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57" y="6340585"/>
                  </a:lnTo>
                  <a:lnTo>
                    <a:pt x="157" y="6340154"/>
                  </a:lnTo>
                  <a:lnTo>
                    <a:pt x="315" y="6340154"/>
                  </a:lnTo>
                  <a:lnTo>
                    <a:pt x="315" y="6339723"/>
                  </a:lnTo>
                  <a:lnTo>
                    <a:pt x="473" y="6339723"/>
                  </a:lnTo>
                  <a:lnTo>
                    <a:pt x="630" y="6339723"/>
                  </a:lnTo>
                  <a:lnTo>
                    <a:pt x="630" y="6339293"/>
                  </a:lnTo>
                  <a:lnTo>
                    <a:pt x="788" y="6339293"/>
                  </a:lnTo>
                  <a:lnTo>
                    <a:pt x="788" y="6338862"/>
                  </a:lnTo>
                  <a:lnTo>
                    <a:pt x="788" y="6338432"/>
                  </a:lnTo>
                  <a:lnTo>
                    <a:pt x="788" y="6338001"/>
                  </a:lnTo>
                  <a:lnTo>
                    <a:pt x="946" y="6338001"/>
                  </a:lnTo>
                  <a:lnTo>
                    <a:pt x="946" y="6337570"/>
                  </a:lnTo>
                  <a:lnTo>
                    <a:pt x="1104" y="6337570"/>
                  </a:lnTo>
                  <a:lnTo>
                    <a:pt x="1261" y="6337570"/>
                  </a:lnTo>
                  <a:lnTo>
                    <a:pt x="1419" y="6337570"/>
                  </a:lnTo>
                  <a:lnTo>
                    <a:pt x="1419" y="6337140"/>
                  </a:lnTo>
                  <a:lnTo>
                    <a:pt x="1419" y="6336709"/>
                  </a:lnTo>
                  <a:lnTo>
                    <a:pt x="1419" y="6336279"/>
                  </a:lnTo>
                  <a:lnTo>
                    <a:pt x="1419" y="6335848"/>
                  </a:lnTo>
                  <a:lnTo>
                    <a:pt x="1577" y="6335848"/>
                  </a:lnTo>
                  <a:lnTo>
                    <a:pt x="1577" y="6335417"/>
                  </a:lnTo>
                  <a:lnTo>
                    <a:pt x="1734" y="6335417"/>
                  </a:lnTo>
                  <a:lnTo>
                    <a:pt x="1892" y="6335417"/>
                  </a:lnTo>
                  <a:lnTo>
                    <a:pt x="2050" y="6335417"/>
                  </a:lnTo>
                  <a:lnTo>
                    <a:pt x="2050" y="6334987"/>
                  </a:lnTo>
                  <a:lnTo>
                    <a:pt x="2208" y="6334987"/>
                  </a:lnTo>
                  <a:lnTo>
                    <a:pt x="2208" y="6334556"/>
                  </a:lnTo>
                  <a:lnTo>
                    <a:pt x="2208" y="6334126"/>
                  </a:lnTo>
                  <a:lnTo>
                    <a:pt x="2365" y="6334126"/>
                  </a:lnTo>
                  <a:lnTo>
                    <a:pt x="2523" y="6334126"/>
                  </a:lnTo>
                  <a:lnTo>
                    <a:pt x="2681" y="6334126"/>
                  </a:lnTo>
                  <a:lnTo>
                    <a:pt x="2681" y="6333695"/>
                  </a:lnTo>
                  <a:lnTo>
                    <a:pt x="2681" y="6333264"/>
                  </a:lnTo>
                  <a:lnTo>
                    <a:pt x="2838" y="6333264"/>
                  </a:lnTo>
                  <a:lnTo>
                    <a:pt x="2996" y="6333264"/>
                  </a:lnTo>
                  <a:lnTo>
                    <a:pt x="3154" y="6333264"/>
                  </a:lnTo>
                  <a:lnTo>
                    <a:pt x="3312" y="6333264"/>
                  </a:lnTo>
                  <a:lnTo>
                    <a:pt x="3469" y="6333264"/>
                  </a:lnTo>
                  <a:lnTo>
                    <a:pt x="3627" y="6333264"/>
                  </a:lnTo>
                  <a:lnTo>
                    <a:pt x="3785" y="6333264"/>
                  </a:lnTo>
                  <a:lnTo>
                    <a:pt x="3942" y="6333264"/>
                  </a:lnTo>
                  <a:lnTo>
                    <a:pt x="4100" y="6333264"/>
                  </a:lnTo>
                  <a:lnTo>
                    <a:pt x="4258" y="6333264"/>
                  </a:lnTo>
                  <a:lnTo>
                    <a:pt x="4416" y="6333264"/>
                  </a:lnTo>
                  <a:lnTo>
                    <a:pt x="4573" y="6333264"/>
                  </a:lnTo>
                  <a:lnTo>
                    <a:pt x="4731" y="6333264"/>
                  </a:lnTo>
                  <a:lnTo>
                    <a:pt x="4889" y="6333264"/>
                  </a:lnTo>
                  <a:lnTo>
                    <a:pt x="5046" y="6333264"/>
                  </a:lnTo>
                  <a:lnTo>
                    <a:pt x="5204" y="6333264"/>
                  </a:lnTo>
                  <a:lnTo>
                    <a:pt x="5362" y="6333264"/>
                  </a:lnTo>
                  <a:lnTo>
                    <a:pt x="5520" y="6333264"/>
                  </a:lnTo>
                  <a:lnTo>
                    <a:pt x="5677" y="6333264"/>
                  </a:lnTo>
                  <a:lnTo>
                    <a:pt x="5835" y="6333264"/>
                  </a:lnTo>
                  <a:lnTo>
                    <a:pt x="5993" y="6333264"/>
                  </a:lnTo>
                  <a:lnTo>
                    <a:pt x="6151" y="6333264"/>
                  </a:lnTo>
                  <a:lnTo>
                    <a:pt x="6308" y="6333264"/>
                  </a:lnTo>
                  <a:lnTo>
                    <a:pt x="6308" y="6332834"/>
                  </a:lnTo>
                  <a:lnTo>
                    <a:pt x="6308" y="6332403"/>
                  </a:lnTo>
                  <a:lnTo>
                    <a:pt x="6466" y="6332403"/>
                  </a:lnTo>
                  <a:lnTo>
                    <a:pt x="6624" y="6332403"/>
                  </a:lnTo>
                  <a:lnTo>
                    <a:pt x="6624" y="6331973"/>
                  </a:lnTo>
                  <a:lnTo>
                    <a:pt x="6624" y="6331542"/>
                  </a:lnTo>
                  <a:lnTo>
                    <a:pt x="6624" y="6331111"/>
                  </a:lnTo>
                  <a:lnTo>
                    <a:pt x="6624" y="6330681"/>
                  </a:lnTo>
                  <a:lnTo>
                    <a:pt x="6624" y="6330250"/>
                  </a:lnTo>
                  <a:lnTo>
                    <a:pt x="6781" y="6330250"/>
                  </a:lnTo>
                  <a:lnTo>
                    <a:pt x="6939" y="6330250"/>
                  </a:lnTo>
                  <a:lnTo>
                    <a:pt x="7097" y="6330250"/>
                  </a:lnTo>
                  <a:lnTo>
                    <a:pt x="7255" y="6330250"/>
                  </a:lnTo>
                  <a:lnTo>
                    <a:pt x="7255" y="6329820"/>
                  </a:lnTo>
                  <a:lnTo>
                    <a:pt x="7255" y="6329389"/>
                  </a:lnTo>
                  <a:lnTo>
                    <a:pt x="7412" y="6329389"/>
                  </a:lnTo>
                  <a:lnTo>
                    <a:pt x="7412" y="6328958"/>
                  </a:lnTo>
                  <a:lnTo>
                    <a:pt x="7570" y="6328958"/>
                  </a:lnTo>
                  <a:lnTo>
                    <a:pt x="7728" y="6328958"/>
                  </a:lnTo>
                  <a:lnTo>
                    <a:pt x="7885" y="6328958"/>
                  </a:lnTo>
                  <a:lnTo>
                    <a:pt x="8043" y="6328958"/>
                  </a:lnTo>
                  <a:lnTo>
                    <a:pt x="8043" y="6328528"/>
                  </a:lnTo>
                  <a:lnTo>
                    <a:pt x="8201" y="6328528"/>
                  </a:lnTo>
                  <a:lnTo>
                    <a:pt x="8359" y="6328528"/>
                  </a:lnTo>
                  <a:lnTo>
                    <a:pt x="8516" y="6328528"/>
                  </a:lnTo>
                  <a:lnTo>
                    <a:pt x="8674" y="6328528"/>
                  </a:lnTo>
                  <a:lnTo>
                    <a:pt x="8674" y="6328097"/>
                  </a:lnTo>
                  <a:lnTo>
                    <a:pt x="8832" y="6328097"/>
                  </a:lnTo>
                  <a:lnTo>
                    <a:pt x="8989" y="6328097"/>
                  </a:lnTo>
                  <a:lnTo>
                    <a:pt x="9147" y="6328097"/>
                  </a:lnTo>
                  <a:lnTo>
                    <a:pt x="9305" y="6328097"/>
                  </a:lnTo>
                  <a:lnTo>
                    <a:pt x="9305" y="6327667"/>
                  </a:lnTo>
                  <a:lnTo>
                    <a:pt x="9463" y="6327667"/>
                  </a:lnTo>
                  <a:lnTo>
                    <a:pt x="9620" y="6327667"/>
                  </a:lnTo>
                  <a:lnTo>
                    <a:pt x="9778" y="6327667"/>
                  </a:lnTo>
                  <a:lnTo>
                    <a:pt x="9936" y="6327667"/>
                  </a:lnTo>
                  <a:lnTo>
                    <a:pt x="10093" y="6327667"/>
                  </a:lnTo>
                  <a:lnTo>
                    <a:pt x="10251" y="6327667"/>
                  </a:lnTo>
                  <a:lnTo>
                    <a:pt x="10409" y="6327667"/>
                  </a:lnTo>
                  <a:lnTo>
                    <a:pt x="10567" y="6327667"/>
                  </a:lnTo>
                  <a:lnTo>
                    <a:pt x="10724" y="6327667"/>
                  </a:lnTo>
                  <a:lnTo>
                    <a:pt x="10882" y="6327667"/>
                  </a:lnTo>
                  <a:lnTo>
                    <a:pt x="11040" y="6327667"/>
                  </a:lnTo>
                  <a:lnTo>
                    <a:pt x="11197" y="6327667"/>
                  </a:lnTo>
                  <a:lnTo>
                    <a:pt x="11197" y="6327236"/>
                  </a:lnTo>
                  <a:lnTo>
                    <a:pt x="11355" y="6327236"/>
                  </a:lnTo>
                  <a:lnTo>
                    <a:pt x="11513" y="6327236"/>
                  </a:lnTo>
                  <a:lnTo>
                    <a:pt x="11513" y="6326805"/>
                  </a:lnTo>
                  <a:lnTo>
                    <a:pt x="11671" y="6326805"/>
                  </a:lnTo>
                  <a:lnTo>
                    <a:pt x="11828" y="6326805"/>
                  </a:lnTo>
                  <a:lnTo>
                    <a:pt x="11986" y="6326805"/>
                  </a:lnTo>
                  <a:lnTo>
                    <a:pt x="11986" y="6326375"/>
                  </a:lnTo>
                  <a:lnTo>
                    <a:pt x="12144" y="6326375"/>
                  </a:lnTo>
                  <a:lnTo>
                    <a:pt x="12302" y="6326375"/>
                  </a:lnTo>
                  <a:lnTo>
                    <a:pt x="12302" y="6325944"/>
                  </a:lnTo>
                  <a:lnTo>
                    <a:pt x="12302" y="6325514"/>
                  </a:lnTo>
                  <a:lnTo>
                    <a:pt x="12459" y="6325514"/>
                  </a:lnTo>
                  <a:lnTo>
                    <a:pt x="12617" y="6325514"/>
                  </a:lnTo>
                  <a:lnTo>
                    <a:pt x="12617" y="6325083"/>
                  </a:lnTo>
                  <a:lnTo>
                    <a:pt x="12775" y="6325083"/>
                  </a:lnTo>
                  <a:lnTo>
                    <a:pt x="12932" y="6325083"/>
                  </a:lnTo>
                  <a:lnTo>
                    <a:pt x="13090" y="6325083"/>
                  </a:lnTo>
                  <a:lnTo>
                    <a:pt x="13090" y="6324652"/>
                  </a:lnTo>
                  <a:lnTo>
                    <a:pt x="13248" y="6324652"/>
                  </a:lnTo>
                  <a:lnTo>
                    <a:pt x="13406" y="6324652"/>
                  </a:lnTo>
                  <a:lnTo>
                    <a:pt x="13563" y="6324652"/>
                  </a:lnTo>
                  <a:lnTo>
                    <a:pt x="13563" y="6324222"/>
                  </a:lnTo>
                  <a:lnTo>
                    <a:pt x="13563" y="6323791"/>
                  </a:lnTo>
                  <a:lnTo>
                    <a:pt x="13721" y="6323791"/>
                  </a:lnTo>
                  <a:lnTo>
                    <a:pt x="13721" y="6323361"/>
                  </a:lnTo>
                  <a:lnTo>
                    <a:pt x="13879" y="6323361"/>
                  </a:lnTo>
                  <a:lnTo>
                    <a:pt x="13879" y="6322930"/>
                  </a:lnTo>
                  <a:lnTo>
                    <a:pt x="14036" y="6322930"/>
                  </a:lnTo>
                  <a:lnTo>
                    <a:pt x="14194" y="6322930"/>
                  </a:lnTo>
                  <a:lnTo>
                    <a:pt x="14352" y="6322930"/>
                  </a:lnTo>
                  <a:lnTo>
                    <a:pt x="14352" y="6322499"/>
                  </a:lnTo>
                  <a:lnTo>
                    <a:pt x="14510" y="6322499"/>
                  </a:lnTo>
                  <a:lnTo>
                    <a:pt x="14667" y="6322499"/>
                  </a:lnTo>
                  <a:lnTo>
                    <a:pt x="14825" y="6322499"/>
                  </a:lnTo>
                  <a:lnTo>
                    <a:pt x="14983" y="6322499"/>
                  </a:lnTo>
                  <a:lnTo>
                    <a:pt x="15140" y="6322499"/>
                  </a:lnTo>
                  <a:lnTo>
                    <a:pt x="15298" y="6322499"/>
                  </a:lnTo>
                  <a:lnTo>
                    <a:pt x="15298" y="6322069"/>
                  </a:lnTo>
                  <a:lnTo>
                    <a:pt x="15456" y="6322069"/>
                  </a:lnTo>
                  <a:lnTo>
                    <a:pt x="15614" y="6322069"/>
                  </a:lnTo>
                  <a:lnTo>
                    <a:pt x="15771" y="6322069"/>
                  </a:lnTo>
                  <a:lnTo>
                    <a:pt x="15771" y="6321638"/>
                  </a:lnTo>
                  <a:lnTo>
                    <a:pt x="15771" y="6321208"/>
                  </a:lnTo>
                  <a:lnTo>
                    <a:pt x="15929" y="6321208"/>
                  </a:lnTo>
                  <a:lnTo>
                    <a:pt x="15929" y="6320777"/>
                  </a:lnTo>
                  <a:lnTo>
                    <a:pt x="16087" y="6320777"/>
                  </a:lnTo>
                  <a:lnTo>
                    <a:pt x="16244" y="6320777"/>
                  </a:lnTo>
                  <a:lnTo>
                    <a:pt x="16402" y="6320777"/>
                  </a:lnTo>
                  <a:lnTo>
                    <a:pt x="16560" y="6320777"/>
                  </a:lnTo>
                  <a:lnTo>
                    <a:pt x="16718" y="6320777"/>
                  </a:lnTo>
                  <a:lnTo>
                    <a:pt x="16875" y="6320777"/>
                  </a:lnTo>
                  <a:lnTo>
                    <a:pt x="16875" y="6320346"/>
                  </a:lnTo>
                  <a:lnTo>
                    <a:pt x="17033" y="6320346"/>
                  </a:lnTo>
                  <a:lnTo>
                    <a:pt x="17191" y="6320346"/>
                  </a:lnTo>
                  <a:lnTo>
                    <a:pt x="17349" y="6320346"/>
                  </a:lnTo>
                  <a:lnTo>
                    <a:pt x="17506" y="6320346"/>
                  </a:lnTo>
                  <a:lnTo>
                    <a:pt x="17664" y="6320346"/>
                  </a:lnTo>
                  <a:lnTo>
                    <a:pt x="17664" y="6319916"/>
                  </a:lnTo>
                  <a:lnTo>
                    <a:pt x="17822" y="6319916"/>
                  </a:lnTo>
                  <a:lnTo>
                    <a:pt x="17822" y="6319485"/>
                  </a:lnTo>
                  <a:lnTo>
                    <a:pt x="17822" y="6319055"/>
                  </a:lnTo>
                  <a:lnTo>
                    <a:pt x="17979" y="6319055"/>
                  </a:lnTo>
                  <a:lnTo>
                    <a:pt x="18137" y="6319055"/>
                  </a:lnTo>
                  <a:lnTo>
                    <a:pt x="18137" y="6318624"/>
                  </a:lnTo>
                  <a:lnTo>
                    <a:pt x="18295" y="6318624"/>
                  </a:lnTo>
                  <a:lnTo>
                    <a:pt x="18295" y="6318193"/>
                  </a:lnTo>
                  <a:lnTo>
                    <a:pt x="18453" y="6318193"/>
                  </a:lnTo>
                  <a:lnTo>
                    <a:pt x="18610" y="6318193"/>
                  </a:lnTo>
                  <a:lnTo>
                    <a:pt x="18768" y="6318193"/>
                  </a:lnTo>
                  <a:lnTo>
                    <a:pt x="18768" y="6317763"/>
                  </a:lnTo>
                  <a:lnTo>
                    <a:pt x="18926" y="6317763"/>
                  </a:lnTo>
                  <a:lnTo>
                    <a:pt x="19083" y="6317763"/>
                  </a:lnTo>
                  <a:lnTo>
                    <a:pt x="19241" y="6317763"/>
                  </a:lnTo>
                  <a:lnTo>
                    <a:pt x="19399" y="6317763"/>
                  </a:lnTo>
                  <a:lnTo>
                    <a:pt x="19557" y="6317763"/>
                  </a:lnTo>
                  <a:lnTo>
                    <a:pt x="19714" y="6317763"/>
                  </a:lnTo>
                  <a:lnTo>
                    <a:pt x="19872" y="6317763"/>
                  </a:lnTo>
                  <a:lnTo>
                    <a:pt x="20030" y="6317763"/>
                  </a:lnTo>
                  <a:lnTo>
                    <a:pt x="20030" y="6317332"/>
                  </a:lnTo>
                  <a:lnTo>
                    <a:pt x="20187" y="6317332"/>
                  </a:lnTo>
                  <a:lnTo>
                    <a:pt x="20345" y="6317332"/>
                  </a:lnTo>
                  <a:lnTo>
                    <a:pt x="20503" y="6317332"/>
                  </a:lnTo>
                  <a:lnTo>
                    <a:pt x="20661" y="6317332"/>
                  </a:lnTo>
                  <a:lnTo>
                    <a:pt x="20818" y="6317332"/>
                  </a:lnTo>
                  <a:lnTo>
                    <a:pt x="20976" y="6317332"/>
                  </a:lnTo>
                  <a:lnTo>
                    <a:pt x="21134" y="6317332"/>
                  </a:lnTo>
                  <a:lnTo>
                    <a:pt x="21291" y="6317332"/>
                  </a:lnTo>
                  <a:lnTo>
                    <a:pt x="21449" y="6317332"/>
                  </a:lnTo>
                  <a:lnTo>
                    <a:pt x="21449" y="6316902"/>
                  </a:lnTo>
                  <a:lnTo>
                    <a:pt x="21607" y="6316902"/>
                  </a:lnTo>
                  <a:lnTo>
                    <a:pt x="21765" y="6316902"/>
                  </a:lnTo>
                  <a:lnTo>
                    <a:pt x="21922" y="6316902"/>
                  </a:lnTo>
                  <a:lnTo>
                    <a:pt x="22080" y="6316902"/>
                  </a:lnTo>
                  <a:lnTo>
                    <a:pt x="22238" y="6316902"/>
                  </a:lnTo>
                  <a:lnTo>
                    <a:pt x="22395" y="6316902"/>
                  </a:lnTo>
                  <a:lnTo>
                    <a:pt x="22553" y="6316902"/>
                  </a:lnTo>
                  <a:lnTo>
                    <a:pt x="22553" y="6316471"/>
                  </a:lnTo>
                  <a:lnTo>
                    <a:pt x="22711" y="6316471"/>
                  </a:lnTo>
                  <a:lnTo>
                    <a:pt x="22711" y="6316040"/>
                  </a:lnTo>
                  <a:lnTo>
                    <a:pt x="22869" y="6316040"/>
                  </a:lnTo>
                  <a:lnTo>
                    <a:pt x="23026" y="6316040"/>
                  </a:lnTo>
                  <a:lnTo>
                    <a:pt x="23184" y="6316040"/>
                  </a:lnTo>
                  <a:lnTo>
                    <a:pt x="23184" y="6315610"/>
                  </a:lnTo>
                  <a:lnTo>
                    <a:pt x="23342" y="6315610"/>
                  </a:lnTo>
                  <a:lnTo>
                    <a:pt x="23657" y="6315610"/>
                  </a:lnTo>
                  <a:lnTo>
                    <a:pt x="23815" y="6315610"/>
                  </a:lnTo>
                  <a:lnTo>
                    <a:pt x="23815" y="6315179"/>
                  </a:lnTo>
                  <a:lnTo>
                    <a:pt x="23815" y="6314749"/>
                  </a:lnTo>
                  <a:lnTo>
                    <a:pt x="23973" y="6314749"/>
                  </a:lnTo>
                  <a:lnTo>
                    <a:pt x="23973" y="6314318"/>
                  </a:lnTo>
                  <a:lnTo>
                    <a:pt x="24130" y="6314318"/>
                  </a:lnTo>
                  <a:lnTo>
                    <a:pt x="24288" y="6314318"/>
                  </a:lnTo>
                  <a:lnTo>
                    <a:pt x="24288" y="6313887"/>
                  </a:lnTo>
                  <a:lnTo>
                    <a:pt x="24288" y="6313457"/>
                  </a:lnTo>
                  <a:lnTo>
                    <a:pt x="24446" y="6313457"/>
                  </a:lnTo>
                  <a:lnTo>
                    <a:pt x="24604" y="6313457"/>
                  </a:lnTo>
                  <a:lnTo>
                    <a:pt x="24761" y="6313457"/>
                  </a:lnTo>
                  <a:lnTo>
                    <a:pt x="24761" y="6312596"/>
                  </a:lnTo>
                  <a:lnTo>
                    <a:pt x="24761" y="6312165"/>
                  </a:lnTo>
                  <a:lnTo>
                    <a:pt x="24919" y="6312165"/>
                  </a:lnTo>
                  <a:lnTo>
                    <a:pt x="25077" y="6312165"/>
                  </a:lnTo>
                  <a:lnTo>
                    <a:pt x="25234" y="6311734"/>
                  </a:lnTo>
                  <a:lnTo>
                    <a:pt x="25234" y="6311304"/>
                  </a:lnTo>
                  <a:lnTo>
                    <a:pt x="25392" y="6311304"/>
                  </a:lnTo>
                  <a:lnTo>
                    <a:pt x="25550" y="6311304"/>
                  </a:lnTo>
                  <a:lnTo>
                    <a:pt x="25708" y="6311304"/>
                  </a:lnTo>
                  <a:lnTo>
                    <a:pt x="25865" y="6311304"/>
                  </a:lnTo>
                  <a:lnTo>
                    <a:pt x="25865" y="6310873"/>
                  </a:lnTo>
                  <a:lnTo>
                    <a:pt x="25865" y="6310443"/>
                  </a:lnTo>
                  <a:lnTo>
                    <a:pt x="25865" y="6310012"/>
                  </a:lnTo>
                  <a:lnTo>
                    <a:pt x="26023" y="6310012"/>
                  </a:lnTo>
                  <a:lnTo>
                    <a:pt x="26023" y="6309581"/>
                  </a:lnTo>
                  <a:lnTo>
                    <a:pt x="26181" y="6309581"/>
                  </a:lnTo>
                  <a:lnTo>
                    <a:pt x="26181" y="6309151"/>
                  </a:lnTo>
                  <a:lnTo>
                    <a:pt x="26338" y="6309151"/>
                  </a:lnTo>
                  <a:lnTo>
                    <a:pt x="26496" y="6309151"/>
                  </a:lnTo>
                  <a:lnTo>
                    <a:pt x="26654" y="6309151"/>
                  </a:lnTo>
                  <a:lnTo>
                    <a:pt x="26812" y="6309151"/>
                  </a:lnTo>
                  <a:lnTo>
                    <a:pt x="26969" y="6309151"/>
                  </a:lnTo>
                  <a:lnTo>
                    <a:pt x="27127" y="6309151"/>
                  </a:lnTo>
                  <a:lnTo>
                    <a:pt x="27285" y="6309151"/>
                  </a:lnTo>
                  <a:lnTo>
                    <a:pt x="27285" y="6308720"/>
                  </a:lnTo>
                  <a:lnTo>
                    <a:pt x="27442" y="6308720"/>
                  </a:lnTo>
                  <a:lnTo>
                    <a:pt x="27600" y="6308720"/>
                  </a:lnTo>
                  <a:lnTo>
                    <a:pt x="27758" y="6308720"/>
                  </a:lnTo>
                  <a:lnTo>
                    <a:pt x="27758" y="6308290"/>
                  </a:lnTo>
                  <a:lnTo>
                    <a:pt x="27758" y="6307859"/>
                  </a:lnTo>
                  <a:lnTo>
                    <a:pt x="27758" y="6307428"/>
                  </a:lnTo>
                  <a:lnTo>
                    <a:pt x="27758" y="6306998"/>
                  </a:lnTo>
                  <a:lnTo>
                    <a:pt x="27916" y="6306998"/>
                  </a:lnTo>
                  <a:lnTo>
                    <a:pt x="28073" y="6306998"/>
                  </a:lnTo>
                  <a:lnTo>
                    <a:pt x="28073" y="6306567"/>
                  </a:lnTo>
                  <a:lnTo>
                    <a:pt x="28073" y="6306137"/>
                  </a:lnTo>
                  <a:lnTo>
                    <a:pt x="28389" y="6306137"/>
                  </a:lnTo>
                  <a:lnTo>
                    <a:pt x="28547" y="6306137"/>
                  </a:lnTo>
                  <a:lnTo>
                    <a:pt x="28547" y="6305706"/>
                  </a:lnTo>
                  <a:lnTo>
                    <a:pt x="28704" y="6305706"/>
                  </a:lnTo>
                  <a:lnTo>
                    <a:pt x="28862" y="6305706"/>
                  </a:lnTo>
                  <a:lnTo>
                    <a:pt x="29020" y="6305706"/>
                  </a:lnTo>
                  <a:lnTo>
                    <a:pt x="29020" y="6305275"/>
                  </a:lnTo>
                  <a:lnTo>
                    <a:pt x="29177" y="6305275"/>
                  </a:lnTo>
                  <a:lnTo>
                    <a:pt x="29177" y="6304845"/>
                  </a:lnTo>
                  <a:lnTo>
                    <a:pt x="29335" y="6304845"/>
                  </a:lnTo>
                  <a:lnTo>
                    <a:pt x="29335" y="6304414"/>
                  </a:lnTo>
                  <a:lnTo>
                    <a:pt x="29335" y="6303984"/>
                  </a:lnTo>
                  <a:lnTo>
                    <a:pt x="29335" y="6303553"/>
                  </a:lnTo>
                  <a:lnTo>
                    <a:pt x="29493" y="6303553"/>
                  </a:lnTo>
                  <a:lnTo>
                    <a:pt x="29651" y="6303553"/>
                  </a:lnTo>
                  <a:lnTo>
                    <a:pt x="29808" y="6303553"/>
                  </a:lnTo>
                  <a:lnTo>
                    <a:pt x="29808" y="6303122"/>
                  </a:lnTo>
                  <a:lnTo>
                    <a:pt x="29966" y="6303122"/>
                  </a:lnTo>
                  <a:lnTo>
                    <a:pt x="30124" y="6303122"/>
                  </a:lnTo>
                  <a:lnTo>
                    <a:pt x="30281" y="6303122"/>
                  </a:lnTo>
                  <a:lnTo>
                    <a:pt x="30439" y="6303122"/>
                  </a:lnTo>
                  <a:lnTo>
                    <a:pt x="30597" y="6303122"/>
                  </a:lnTo>
                  <a:lnTo>
                    <a:pt x="30597" y="6302692"/>
                  </a:lnTo>
                  <a:lnTo>
                    <a:pt x="30755" y="6302692"/>
                  </a:lnTo>
                  <a:lnTo>
                    <a:pt x="30912" y="6302692"/>
                  </a:lnTo>
                  <a:lnTo>
                    <a:pt x="31070" y="6302692"/>
                  </a:lnTo>
                  <a:lnTo>
                    <a:pt x="31228" y="6302692"/>
                  </a:lnTo>
                  <a:lnTo>
                    <a:pt x="31228" y="6302261"/>
                  </a:lnTo>
                  <a:lnTo>
                    <a:pt x="31385" y="6302261"/>
                  </a:lnTo>
                  <a:lnTo>
                    <a:pt x="31543" y="6302261"/>
                  </a:lnTo>
                  <a:lnTo>
                    <a:pt x="31701" y="6302261"/>
                  </a:lnTo>
                  <a:lnTo>
                    <a:pt x="31859" y="6302261"/>
                  </a:lnTo>
                  <a:lnTo>
                    <a:pt x="32016" y="6302261"/>
                  </a:lnTo>
                  <a:lnTo>
                    <a:pt x="32174" y="6302261"/>
                  </a:lnTo>
                  <a:lnTo>
                    <a:pt x="32174" y="6301831"/>
                  </a:lnTo>
                  <a:lnTo>
                    <a:pt x="32332" y="6301831"/>
                  </a:lnTo>
                  <a:lnTo>
                    <a:pt x="32332" y="6301400"/>
                  </a:lnTo>
                  <a:lnTo>
                    <a:pt x="32332" y="6300969"/>
                  </a:lnTo>
                  <a:lnTo>
                    <a:pt x="32489" y="6300969"/>
                  </a:lnTo>
                  <a:lnTo>
                    <a:pt x="32489" y="6300539"/>
                  </a:lnTo>
                  <a:lnTo>
                    <a:pt x="32489" y="6300108"/>
                  </a:lnTo>
                  <a:lnTo>
                    <a:pt x="32647" y="6300108"/>
                  </a:lnTo>
                  <a:lnTo>
                    <a:pt x="32963" y="6300108"/>
                  </a:lnTo>
                  <a:lnTo>
                    <a:pt x="33278" y="6300108"/>
                  </a:lnTo>
                  <a:lnTo>
                    <a:pt x="33436" y="6300108"/>
                  </a:lnTo>
                  <a:lnTo>
                    <a:pt x="33436" y="6299678"/>
                  </a:lnTo>
                  <a:lnTo>
                    <a:pt x="33593" y="6299678"/>
                  </a:lnTo>
                  <a:lnTo>
                    <a:pt x="33751" y="6299678"/>
                  </a:lnTo>
                  <a:lnTo>
                    <a:pt x="33909" y="6299678"/>
                  </a:lnTo>
                  <a:lnTo>
                    <a:pt x="34067" y="6299678"/>
                  </a:lnTo>
                  <a:lnTo>
                    <a:pt x="34224" y="6299678"/>
                  </a:lnTo>
                  <a:lnTo>
                    <a:pt x="34382" y="6299678"/>
                  </a:lnTo>
                  <a:lnTo>
                    <a:pt x="34540" y="6299678"/>
                  </a:lnTo>
                  <a:lnTo>
                    <a:pt x="34540" y="6299247"/>
                  </a:lnTo>
                  <a:lnTo>
                    <a:pt x="34698" y="6299247"/>
                  </a:lnTo>
                  <a:lnTo>
                    <a:pt x="34855" y="6299247"/>
                  </a:lnTo>
                  <a:lnTo>
                    <a:pt x="35013" y="6299247"/>
                  </a:lnTo>
                  <a:lnTo>
                    <a:pt x="35171" y="6299247"/>
                  </a:lnTo>
                  <a:lnTo>
                    <a:pt x="35328" y="6299247"/>
                  </a:lnTo>
                  <a:lnTo>
                    <a:pt x="35486" y="6299247"/>
                  </a:lnTo>
                  <a:lnTo>
                    <a:pt x="35644" y="6299247"/>
                  </a:lnTo>
                  <a:lnTo>
                    <a:pt x="35802" y="6299247"/>
                  </a:lnTo>
                  <a:lnTo>
                    <a:pt x="35959" y="6299247"/>
                  </a:lnTo>
                  <a:lnTo>
                    <a:pt x="35959" y="6298816"/>
                  </a:lnTo>
                  <a:lnTo>
                    <a:pt x="36117" y="6298816"/>
                  </a:lnTo>
                  <a:lnTo>
                    <a:pt x="36275" y="6298816"/>
                  </a:lnTo>
                  <a:lnTo>
                    <a:pt x="36275" y="6298386"/>
                  </a:lnTo>
                  <a:lnTo>
                    <a:pt x="36275" y="6297955"/>
                  </a:lnTo>
                  <a:lnTo>
                    <a:pt x="36432" y="6297955"/>
                  </a:lnTo>
                  <a:lnTo>
                    <a:pt x="36590" y="6297955"/>
                  </a:lnTo>
                  <a:lnTo>
                    <a:pt x="36748" y="6297955"/>
                  </a:lnTo>
                  <a:lnTo>
                    <a:pt x="36906" y="6297955"/>
                  </a:lnTo>
                  <a:lnTo>
                    <a:pt x="37063" y="6297955"/>
                  </a:lnTo>
                  <a:lnTo>
                    <a:pt x="37221" y="6297955"/>
                  </a:lnTo>
                  <a:lnTo>
                    <a:pt x="37379" y="6297955"/>
                  </a:lnTo>
                  <a:lnTo>
                    <a:pt x="37536" y="6297955"/>
                  </a:lnTo>
                  <a:lnTo>
                    <a:pt x="37694" y="6297955"/>
                  </a:lnTo>
                  <a:lnTo>
                    <a:pt x="37852" y="6297955"/>
                  </a:lnTo>
                  <a:lnTo>
                    <a:pt x="38010" y="6297955"/>
                  </a:lnTo>
                  <a:lnTo>
                    <a:pt x="38167" y="6297955"/>
                  </a:lnTo>
                  <a:lnTo>
                    <a:pt x="38325" y="6297955"/>
                  </a:lnTo>
                  <a:lnTo>
                    <a:pt x="38325" y="6297525"/>
                  </a:lnTo>
                  <a:lnTo>
                    <a:pt x="38325" y="6297094"/>
                  </a:lnTo>
                  <a:lnTo>
                    <a:pt x="38483" y="6297094"/>
                  </a:lnTo>
                  <a:lnTo>
                    <a:pt x="38640" y="6297094"/>
                  </a:lnTo>
                  <a:lnTo>
                    <a:pt x="38798" y="6297094"/>
                  </a:lnTo>
                  <a:lnTo>
                    <a:pt x="38956" y="6297094"/>
                  </a:lnTo>
                  <a:lnTo>
                    <a:pt x="39114" y="6297094"/>
                  </a:lnTo>
                  <a:lnTo>
                    <a:pt x="39114" y="6296663"/>
                  </a:lnTo>
                  <a:lnTo>
                    <a:pt x="39271" y="6296663"/>
                  </a:lnTo>
                  <a:lnTo>
                    <a:pt x="39271" y="6296233"/>
                  </a:lnTo>
                  <a:lnTo>
                    <a:pt x="39429" y="6296233"/>
                  </a:lnTo>
                  <a:lnTo>
                    <a:pt x="39587" y="6296233"/>
                  </a:lnTo>
                  <a:lnTo>
                    <a:pt x="39745" y="6296233"/>
                  </a:lnTo>
                  <a:lnTo>
                    <a:pt x="39745" y="6295802"/>
                  </a:lnTo>
                  <a:lnTo>
                    <a:pt x="39745" y="6295372"/>
                  </a:lnTo>
                  <a:lnTo>
                    <a:pt x="39902" y="6295372"/>
                  </a:lnTo>
                  <a:lnTo>
                    <a:pt x="40060" y="6295372"/>
                  </a:lnTo>
                  <a:lnTo>
                    <a:pt x="40218" y="6295372"/>
                  </a:lnTo>
                  <a:lnTo>
                    <a:pt x="40375" y="6295372"/>
                  </a:lnTo>
                  <a:lnTo>
                    <a:pt x="40375" y="6294941"/>
                  </a:lnTo>
                  <a:lnTo>
                    <a:pt x="40375" y="6294510"/>
                  </a:lnTo>
                  <a:lnTo>
                    <a:pt x="40375" y="6294080"/>
                  </a:lnTo>
                  <a:lnTo>
                    <a:pt x="40375" y="6293649"/>
                  </a:lnTo>
                  <a:lnTo>
                    <a:pt x="40375" y="6293219"/>
                  </a:lnTo>
                  <a:lnTo>
                    <a:pt x="40533" y="6293219"/>
                  </a:lnTo>
                  <a:lnTo>
                    <a:pt x="40691" y="6293219"/>
                  </a:lnTo>
                  <a:lnTo>
                    <a:pt x="40849" y="6293219"/>
                  </a:lnTo>
                  <a:lnTo>
                    <a:pt x="41006" y="6293219"/>
                  </a:lnTo>
                  <a:lnTo>
                    <a:pt x="41164" y="6293219"/>
                  </a:lnTo>
                  <a:lnTo>
                    <a:pt x="41322" y="6293219"/>
                  </a:lnTo>
                  <a:lnTo>
                    <a:pt x="41479" y="6293219"/>
                  </a:lnTo>
                  <a:lnTo>
                    <a:pt x="41637" y="6293219"/>
                  </a:lnTo>
                  <a:lnTo>
                    <a:pt x="41795" y="6293219"/>
                  </a:lnTo>
                  <a:lnTo>
                    <a:pt x="41953" y="6293219"/>
                  </a:lnTo>
                  <a:lnTo>
                    <a:pt x="41953" y="6292788"/>
                  </a:lnTo>
                  <a:lnTo>
                    <a:pt x="42110" y="6292788"/>
                  </a:lnTo>
                  <a:lnTo>
                    <a:pt x="42268" y="6292788"/>
                  </a:lnTo>
                  <a:lnTo>
                    <a:pt x="42426" y="6292788"/>
                  </a:lnTo>
                  <a:lnTo>
                    <a:pt x="42426" y="6292357"/>
                  </a:lnTo>
                  <a:lnTo>
                    <a:pt x="42583" y="6292357"/>
                  </a:lnTo>
                  <a:lnTo>
                    <a:pt x="42583" y="6291927"/>
                  </a:lnTo>
                  <a:lnTo>
                    <a:pt x="42583" y="6291496"/>
                  </a:lnTo>
                  <a:lnTo>
                    <a:pt x="42583" y="6291066"/>
                  </a:lnTo>
                  <a:lnTo>
                    <a:pt x="42583" y="6290635"/>
                  </a:lnTo>
                  <a:lnTo>
                    <a:pt x="42741" y="6290635"/>
                  </a:lnTo>
                  <a:lnTo>
                    <a:pt x="42899" y="6290635"/>
                  </a:lnTo>
                  <a:lnTo>
                    <a:pt x="43057" y="6290635"/>
                  </a:lnTo>
                  <a:lnTo>
                    <a:pt x="43057" y="6290204"/>
                  </a:lnTo>
                  <a:lnTo>
                    <a:pt x="43057" y="6289774"/>
                  </a:lnTo>
                  <a:lnTo>
                    <a:pt x="43057" y="6289343"/>
                  </a:lnTo>
                  <a:lnTo>
                    <a:pt x="43057" y="6288913"/>
                  </a:lnTo>
                  <a:lnTo>
                    <a:pt x="43214" y="6288913"/>
                  </a:lnTo>
                  <a:lnTo>
                    <a:pt x="43372" y="6288913"/>
                  </a:lnTo>
                  <a:lnTo>
                    <a:pt x="43372" y="6288482"/>
                  </a:lnTo>
                  <a:lnTo>
                    <a:pt x="43530" y="6288482"/>
                  </a:lnTo>
                  <a:lnTo>
                    <a:pt x="43687" y="6288482"/>
                  </a:lnTo>
                  <a:lnTo>
                    <a:pt x="43687" y="6288051"/>
                  </a:lnTo>
                  <a:lnTo>
                    <a:pt x="43845" y="6288051"/>
                  </a:lnTo>
                  <a:lnTo>
                    <a:pt x="44003" y="6288051"/>
                  </a:lnTo>
                  <a:lnTo>
                    <a:pt x="44161" y="6288051"/>
                  </a:lnTo>
                  <a:lnTo>
                    <a:pt x="44318" y="6288051"/>
                  </a:lnTo>
                  <a:lnTo>
                    <a:pt x="44476" y="6288051"/>
                  </a:lnTo>
                  <a:lnTo>
                    <a:pt x="44634" y="6288051"/>
                  </a:lnTo>
                  <a:lnTo>
                    <a:pt x="44634" y="6287621"/>
                  </a:lnTo>
                  <a:lnTo>
                    <a:pt x="44791" y="6287621"/>
                  </a:lnTo>
                  <a:lnTo>
                    <a:pt x="44949" y="6287621"/>
                  </a:lnTo>
                  <a:lnTo>
                    <a:pt x="45107" y="6287621"/>
                  </a:lnTo>
                  <a:lnTo>
                    <a:pt x="45265" y="6287621"/>
                  </a:lnTo>
                  <a:lnTo>
                    <a:pt x="45422" y="6287621"/>
                  </a:lnTo>
                  <a:lnTo>
                    <a:pt x="45580" y="6287621"/>
                  </a:lnTo>
                  <a:lnTo>
                    <a:pt x="45738" y="6287621"/>
                  </a:lnTo>
                  <a:lnTo>
                    <a:pt x="45896" y="6287621"/>
                  </a:lnTo>
                  <a:lnTo>
                    <a:pt x="46053" y="6287621"/>
                  </a:lnTo>
                  <a:lnTo>
                    <a:pt x="46211" y="6287621"/>
                  </a:lnTo>
                  <a:lnTo>
                    <a:pt x="46369" y="6287621"/>
                  </a:lnTo>
                  <a:lnTo>
                    <a:pt x="46526" y="6287621"/>
                  </a:lnTo>
                  <a:lnTo>
                    <a:pt x="46684" y="6287621"/>
                  </a:lnTo>
                  <a:lnTo>
                    <a:pt x="46684" y="6287190"/>
                  </a:lnTo>
                  <a:lnTo>
                    <a:pt x="46842" y="6286760"/>
                  </a:lnTo>
                  <a:lnTo>
                    <a:pt x="46842" y="6286329"/>
                  </a:lnTo>
                  <a:lnTo>
                    <a:pt x="46842" y="6285898"/>
                  </a:lnTo>
                  <a:lnTo>
                    <a:pt x="47000" y="6285468"/>
                  </a:lnTo>
                  <a:lnTo>
                    <a:pt x="47157" y="6285468"/>
                  </a:lnTo>
                  <a:lnTo>
                    <a:pt x="47157" y="6285037"/>
                  </a:lnTo>
                  <a:lnTo>
                    <a:pt x="47157" y="6284607"/>
                  </a:lnTo>
                  <a:lnTo>
                    <a:pt x="47315" y="6284607"/>
                  </a:lnTo>
                  <a:lnTo>
                    <a:pt x="47473" y="6284607"/>
                  </a:lnTo>
                  <a:lnTo>
                    <a:pt x="47630" y="6284607"/>
                  </a:lnTo>
                  <a:lnTo>
                    <a:pt x="47788" y="6284607"/>
                  </a:lnTo>
                  <a:lnTo>
                    <a:pt x="47946" y="6284607"/>
                  </a:lnTo>
                  <a:lnTo>
                    <a:pt x="48104" y="6284607"/>
                  </a:lnTo>
                  <a:lnTo>
                    <a:pt x="48261" y="6284607"/>
                  </a:lnTo>
                  <a:lnTo>
                    <a:pt x="48261" y="6284176"/>
                  </a:lnTo>
                  <a:lnTo>
                    <a:pt x="48419" y="6284176"/>
                  </a:lnTo>
                  <a:lnTo>
                    <a:pt x="48577" y="6284176"/>
                  </a:lnTo>
                  <a:lnTo>
                    <a:pt x="48577" y="6283745"/>
                  </a:lnTo>
                  <a:lnTo>
                    <a:pt x="48734" y="6283745"/>
                  </a:lnTo>
                  <a:lnTo>
                    <a:pt x="48892" y="6283315"/>
                  </a:lnTo>
                  <a:lnTo>
                    <a:pt x="49050" y="6283315"/>
                  </a:lnTo>
                  <a:lnTo>
                    <a:pt x="49208" y="6283315"/>
                  </a:lnTo>
                  <a:lnTo>
                    <a:pt x="49365" y="6283315"/>
                  </a:lnTo>
                  <a:lnTo>
                    <a:pt x="49365" y="6282884"/>
                  </a:lnTo>
                  <a:lnTo>
                    <a:pt x="49523" y="6282884"/>
                  </a:lnTo>
                  <a:lnTo>
                    <a:pt x="49523" y="6282454"/>
                  </a:lnTo>
                  <a:lnTo>
                    <a:pt x="49681" y="6282454"/>
                  </a:lnTo>
                  <a:lnTo>
                    <a:pt x="49838" y="6282454"/>
                  </a:lnTo>
                  <a:lnTo>
                    <a:pt x="49838" y="6282023"/>
                  </a:lnTo>
                  <a:lnTo>
                    <a:pt x="49996" y="6282023"/>
                  </a:lnTo>
                  <a:lnTo>
                    <a:pt x="50154" y="6282023"/>
                  </a:lnTo>
                  <a:lnTo>
                    <a:pt x="50312" y="6282023"/>
                  </a:lnTo>
                  <a:lnTo>
                    <a:pt x="50469" y="6282023"/>
                  </a:lnTo>
                  <a:lnTo>
                    <a:pt x="50627" y="6282023"/>
                  </a:lnTo>
                  <a:lnTo>
                    <a:pt x="50785" y="6282023"/>
                  </a:lnTo>
                  <a:lnTo>
                    <a:pt x="50785" y="6281592"/>
                  </a:lnTo>
                  <a:lnTo>
                    <a:pt x="50943" y="6281592"/>
                  </a:lnTo>
                  <a:lnTo>
                    <a:pt x="51100" y="6281592"/>
                  </a:lnTo>
                  <a:lnTo>
                    <a:pt x="51258" y="6281592"/>
                  </a:lnTo>
                  <a:lnTo>
                    <a:pt x="51258" y="6281162"/>
                  </a:lnTo>
                  <a:lnTo>
                    <a:pt x="51416" y="6281162"/>
                  </a:lnTo>
                  <a:lnTo>
                    <a:pt x="51573" y="6281162"/>
                  </a:lnTo>
                  <a:lnTo>
                    <a:pt x="51731" y="6281162"/>
                  </a:lnTo>
                  <a:lnTo>
                    <a:pt x="51889" y="6281162"/>
                  </a:lnTo>
                  <a:lnTo>
                    <a:pt x="52047" y="6281162"/>
                  </a:lnTo>
                  <a:lnTo>
                    <a:pt x="52204" y="6281162"/>
                  </a:lnTo>
                  <a:lnTo>
                    <a:pt x="52362" y="6281162"/>
                  </a:lnTo>
                  <a:lnTo>
                    <a:pt x="52362" y="6280731"/>
                  </a:lnTo>
                  <a:lnTo>
                    <a:pt x="52520" y="6280731"/>
                  </a:lnTo>
                  <a:lnTo>
                    <a:pt x="52520" y="6280301"/>
                  </a:lnTo>
                  <a:lnTo>
                    <a:pt x="52520" y="6279870"/>
                  </a:lnTo>
                  <a:lnTo>
                    <a:pt x="52520" y="6279439"/>
                  </a:lnTo>
                  <a:lnTo>
                    <a:pt x="52520" y="6279009"/>
                  </a:lnTo>
                  <a:lnTo>
                    <a:pt x="52677" y="6279009"/>
                  </a:lnTo>
                  <a:lnTo>
                    <a:pt x="52835" y="6279009"/>
                  </a:lnTo>
                  <a:lnTo>
                    <a:pt x="52993" y="6279009"/>
                  </a:lnTo>
                  <a:lnTo>
                    <a:pt x="52993" y="6278578"/>
                  </a:lnTo>
                  <a:lnTo>
                    <a:pt x="53151" y="6278578"/>
                  </a:lnTo>
                  <a:lnTo>
                    <a:pt x="53308" y="6278578"/>
                  </a:lnTo>
                  <a:lnTo>
                    <a:pt x="53624" y="6278578"/>
                  </a:lnTo>
                  <a:lnTo>
                    <a:pt x="53624" y="6278148"/>
                  </a:lnTo>
                  <a:lnTo>
                    <a:pt x="53781" y="6278148"/>
                  </a:lnTo>
                  <a:lnTo>
                    <a:pt x="53781" y="6277717"/>
                  </a:lnTo>
                  <a:lnTo>
                    <a:pt x="53781" y="6277286"/>
                  </a:lnTo>
                  <a:lnTo>
                    <a:pt x="53939" y="6277286"/>
                  </a:lnTo>
                  <a:lnTo>
                    <a:pt x="54097" y="6277286"/>
                  </a:lnTo>
                  <a:lnTo>
                    <a:pt x="54255" y="6277286"/>
                  </a:lnTo>
                  <a:lnTo>
                    <a:pt x="54412" y="6277286"/>
                  </a:lnTo>
                  <a:lnTo>
                    <a:pt x="54570" y="6277286"/>
                  </a:lnTo>
                  <a:lnTo>
                    <a:pt x="54570" y="6276856"/>
                  </a:lnTo>
                  <a:lnTo>
                    <a:pt x="54728" y="6276856"/>
                  </a:lnTo>
                  <a:lnTo>
                    <a:pt x="54728" y="6276425"/>
                  </a:lnTo>
                  <a:lnTo>
                    <a:pt x="54885" y="6276425"/>
                  </a:lnTo>
                  <a:lnTo>
                    <a:pt x="54885" y="6275995"/>
                  </a:lnTo>
                  <a:lnTo>
                    <a:pt x="55043" y="6275995"/>
                  </a:lnTo>
                  <a:lnTo>
                    <a:pt x="55201" y="6275995"/>
                  </a:lnTo>
                  <a:lnTo>
                    <a:pt x="55359" y="6275995"/>
                  </a:lnTo>
                  <a:lnTo>
                    <a:pt x="55516" y="6275995"/>
                  </a:lnTo>
                  <a:lnTo>
                    <a:pt x="55674" y="6275995"/>
                  </a:lnTo>
                  <a:lnTo>
                    <a:pt x="55832" y="6275995"/>
                  </a:lnTo>
                  <a:lnTo>
                    <a:pt x="55989" y="6275564"/>
                  </a:lnTo>
                  <a:lnTo>
                    <a:pt x="56305" y="6275564"/>
                  </a:lnTo>
                  <a:lnTo>
                    <a:pt x="56305" y="6275133"/>
                  </a:lnTo>
                  <a:lnTo>
                    <a:pt x="56463" y="6275133"/>
                  </a:lnTo>
                  <a:lnTo>
                    <a:pt x="56620" y="6275133"/>
                  </a:lnTo>
                  <a:lnTo>
                    <a:pt x="56778" y="6275133"/>
                  </a:lnTo>
                  <a:lnTo>
                    <a:pt x="56778" y="6274703"/>
                  </a:lnTo>
                  <a:lnTo>
                    <a:pt x="56936" y="6274703"/>
                  </a:lnTo>
                  <a:lnTo>
                    <a:pt x="57251" y="6274703"/>
                  </a:lnTo>
                  <a:lnTo>
                    <a:pt x="57409" y="6274703"/>
                  </a:lnTo>
                  <a:lnTo>
                    <a:pt x="57567" y="6274703"/>
                  </a:lnTo>
                  <a:lnTo>
                    <a:pt x="57724" y="6274703"/>
                  </a:lnTo>
                  <a:lnTo>
                    <a:pt x="57882" y="6274703"/>
                  </a:lnTo>
                  <a:lnTo>
                    <a:pt x="58040" y="6274703"/>
                  </a:lnTo>
                  <a:lnTo>
                    <a:pt x="58198" y="6274703"/>
                  </a:lnTo>
                  <a:lnTo>
                    <a:pt x="58355" y="6274703"/>
                  </a:lnTo>
                  <a:lnTo>
                    <a:pt x="58513" y="6274703"/>
                  </a:lnTo>
                  <a:lnTo>
                    <a:pt x="58671" y="6274703"/>
                  </a:lnTo>
                  <a:lnTo>
                    <a:pt x="58828" y="6274703"/>
                  </a:lnTo>
                  <a:lnTo>
                    <a:pt x="58986" y="6274703"/>
                  </a:lnTo>
                  <a:lnTo>
                    <a:pt x="58986" y="6274272"/>
                  </a:lnTo>
                  <a:lnTo>
                    <a:pt x="58986" y="6273842"/>
                  </a:lnTo>
                  <a:lnTo>
                    <a:pt x="58986" y="6273411"/>
                  </a:lnTo>
                  <a:lnTo>
                    <a:pt x="59144" y="6273411"/>
                  </a:lnTo>
                  <a:lnTo>
                    <a:pt x="59302" y="6273411"/>
                  </a:lnTo>
                  <a:lnTo>
                    <a:pt x="59302" y="6272980"/>
                  </a:lnTo>
                  <a:lnTo>
                    <a:pt x="59459" y="6272980"/>
                  </a:lnTo>
                  <a:lnTo>
                    <a:pt x="59617" y="6272550"/>
                  </a:lnTo>
                  <a:lnTo>
                    <a:pt x="59932" y="6272550"/>
                  </a:lnTo>
                  <a:lnTo>
                    <a:pt x="59932" y="6272119"/>
                  </a:lnTo>
                  <a:lnTo>
                    <a:pt x="60090" y="6272119"/>
                  </a:lnTo>
                  <a:lnTo>
                    <a:pt x="60090" y="6271689"/>
                  </a:lnTo>
                  <a:lnTo>
                    <a:pt x="60090" y="6271258"/>
                  </a:lnTo>
                  <a:lnTo>
                    <a:pt x="60248" y="6271258"/>
                  </a:lnTo>
                  <a:lnTo>
                    <a:pt x="60248" y="6270827"/>
                  </a:lnTo>
                  <a:lnTo>
                    <a:pt x="60406" y="6270827"/>
                  </a:lnTo>
                  <a:lnTo>
                    <a:pt x="60563" y="6270827"/>
                  </a:lnTo>
                  <a:lnTo>
                    <a:pt x="60721" y="6270827"/>
                  </a:lnTo>
                  <a:lnTo>
                    <a:pt x="60879" y="6270827"/>
                  </a:lnTo>
                  <a:lnTo>
                    <a:pt x="60879" y="6270397"/>
                  </a:lnTo>
                  <a:lnTo>
                    <a:pt x="61036" y="6270397"/>
                  </a:lnTo>
                  <a:lnTo>
                    <a:pt x="61036" y="6269966"/>
                  </a:lnTo>
                  <a:lnTo>
                    <a:pt x="61194" y="6269966"/>
                  </a:lnTo>
                  <a:lnTo>
                    <a:pt x="61352" y="6269966"/>
                  </a:lnTo>
                  <a:lnTo>
                    <a:pt x="61352" y="6269536"/>
                  </a:lnTo>
                  <a:lnTo>
                    <a:pt x="61510" y="6269536"/>
                  </a:lnTo>
                  <a:lnTo>
                    <a:pt x="61667" y="6269536"/>
                  </a:lnTo>
                  <a:lnTo>
                    <a:pt x="61825" y="6269536"/>
                  </a:lnTo>
                  <a:lnTo>
                    <a:pt x="61983" y="6269536"/>
                  </a:lnTo>
                  <a:lnTo>
                    <a:pt x="62141" y="6269536"/>
                  </a:lnTo>
                  <a:lnTo>
                    <a:pt x="62298" y="6269536"/>
                  </a:lnTo>
                  <a:lnTo>
                    <a:pt x="62298" y="6268674"/>
                  </a:lnTo>
                  <a:lnTo>
                    <a:pt x="62456" y="6268674"/>
                  </a:lnTo>
                  <a:lnTo>
                    <a:pt x="62456" y="6268244"/>
                  </a:lnTo>
                  <a:lnTo>
                    <a:pt x="62456" y="6267813"/>
                  </a:lnTo>
                  <a:lnTo>
                    <a:pt x="62614" y="6267813"/>
                  </a:lnTo>
                  <a:lnTo>
                    <a:pt x="62771" y="6267813"/>
                  </a:lnTo>
                  <a:lnTo>
                    <a:pt x="63087" y="6267813"/>
                  </a:lnTo>
                  <a:lnTo>
                    <a:pt x="63245" y="6267383"/>
                  </a:lnTo>
                  <a:lnTo>
                    <a:pt x="63402" y="6267383"/>
                  </a:lnTo>
                  <a:lnTo>
                    <a:pt x="63560" y="6267383"/>
                  </a:lnTo>
                  <a:lnTo>
                    <a:pt x="63718" y="6267383"/>
                  </a:lnTo>
                  <a:lnTo>
                    <a:pt x="63875" y="6267383"/>
                  </a:lnTo>
                  <a:lnTo>
                    <a:pt x="64033" y="6267383"/>
                  </a:lnTo>
                  <a:lnTo>
                    <a:pt x="64191" y="6267383"/>
                  </a:lnTo>
                  <a:lnTo>
                    <a:pt x="64349" y="6267383"/>
                  </a:lnTo>
                  <a:lnTo>
                    <a:pt x="64506" y="6267383"/>
                  </a:lnTo>
                  <a:lnTo>
                    <a:pt x="64664" y="6267383"/>
                  </a:lnTo>
                  <a:lnTo>
                    <a:pt x="64664" y="6266952"/>
                  </a:lnTo>
                  <a:lnTo>
                    <a:pt x="64664" y="6266521"/>
                  </a:lnTo>
                  <a:lnTo>
                    <a:pt x="64822" y="6266521"/>
                  </a:lnTo>
                  <a:lnTo>
                    <a:pt x="64979" y="6266521"/>
                  </a:lnTo>
                  <a:lnTo>
                    <a:pt x="65137" y="6266521"/>
                  </a:lnTo>
                  <a:lnTo>
                    <a:pt x="65295" y="6266521"/>
                  </a:lnTo>
                  <a:lnTo>
                    <a:pt x="65453" y="6266521"/>
                  </a:lnTo>
                  <a:lnTo>
                    <a:pt x="65610" y="6266521"/>
                  </a:lnTo>
                  <a:lnTo>
                    <a:pt x="65610" y="6266091"/>
                  </a:lnTo>
                  <a:lnTo>
                    <a:pt x="65768" y="6266091"/>
                  </a:lnTo>
                  <a:lnTo>
                    <a:pt x="65926" y="6266091"/>
                  </a:lnTo>
                  <a:lnTo>
                    <a:pt x="66083" y="6266091"/>
                  </a:lnTo>
                  <a:lnTo>
                    <a:pt x="66083" y="6265660"/>
                  </a:lnTo>
                  <a:lnTo>
                    <a:pt x="66241" y="6265660"/>
                  </a:lnTo>
                  <a:lnTo>
                    <a:pt x="66399" y="6265660"/>
                  </a:lnTo>
                  <a:lnTo>
                    <a:pt x="66399" y="6265230"/>
                  </a:lnTo>
                  <a:lnTo>
                    <a:pt x="66557" y="6265230"/>
                  </a:lnTo>
                  <a:lnTo>
                    <a:pt x="66714" y="6265230"/>
                  </a:lnTo>
                  <a:lnTo>
                    <a:pt x="66714" y="6264799"/>
                  </a:lnTo>
                  <a:lnTo>
                    <a:pt x="66872" y="6264799"/>
                  </a:lnTo>
                  <a:lnTo>
                    <a:pt x="66872" y="6264368"/>
                  </a:lnTo>
                  <a:lnTo>
                    <a:pt x="66872" y="6263938"/>
                  </a:lnTo>
                  <a:lnTo>
                    <a:pt x="67030" y="6263938"/>
                  </a:lnTo>
                  <a:lnTo>
                    <a:pt x="67187" y="6263507"/>
                  </a:lnTo>
                  <a:lnTo>
                    <a:pt x="67187" y="6263077"/>
                  </a:lnTo>
                  <a:lnTo>
                    <a:pt x="67187" y="6262646"/>
                  </a:lnTo>
                  <a:lnTo>
                    <a:pt x="67345" y="6262646"/>
                  </a:lnTo>
                  <a:lnTo>
                    <a:pt x="67503" y="6262646"/>
                  </a:lnTo>
                  <a:lnTo>
                    <a:pt x="67661" y="6262646"/>
                  </a:lnTo>
                  <a:lnTo>
                    <a:pt x="67661" y="6262215"/>
                  </a:lnTo>
                  <a:lnTo>
                    <a:pt x="67818" y="6262215"/>
                  </a:lnTo>
                  <a:lnTo>
                    <a:pt x="67976" y="6262215"/>
                  </a:lnTo>
                  <a:lnTo>
                    <a:pt x="68134" y="6262215"/>
                  </a:lnTo>
                  <a:lnTo>
                    <a:pt x="68134" y="6261785"/>
                  </a:lnTo>
                  <a:lnTo>
                    <a:pt x="68134" y="6261354"/>
                  </a:lnTo>
                  <a:lnTo>
                    <a:pt x="68292" y="6261354"/>
                  </a:lnTo>
                  <a:lnTo>
                    <a:pt x="68449" y="6261354"/>
                  </a:lnTo>
                  <a:lnTo>
                    <a:pt x="68607" y="6261354"/>
                  </a:lnTo>
                  <a:lnTo>
                    <a:pt x="68765" y="6261354"/>
                  </a:lnTo>
                  <a:lnTo>
                    <a:pt x="68765" y="6260924"/>
                  </a:lnTo>
                  <a:lnTo>
                    <a:pt x="68922" y="6260924"/>
                  </a:lnTo>
                  <a:lnTo>
                    <a:pt x="69080" y="6260924"/>
                  </a:lnTo>
                  <a:lnTo>
                    <a:pt x="69238" y="6260924"/>
                  </a:lnTo>
                  <a:lnTo>
                    <a:pt x="69396" y="6260924"/>
                  </a:lnTo>
                  <a:lnTo>
                    <a:pt x="69553" y="6260924"/>
                  </a:lnTo>
                  <a:lnTo>
                    <a:pt x="69553" y="6260493"/>
                  </a:lnTo>
                  <a:lnTo>
                    <a:pt x="69553" y="6260062"/>
                  </a:lnTo>
                  <a:lnTo>
                    <a:pt x="69711" y="6260062"/>
                  </a:lnTo>
                  <a:lnTo>
                    <a:pt x="69869" y="6260062"/>
                  </a:lnTo>
                  <a:lnTo>
                    <a:pt x="69869" y="6259632"/>
                  </a:lnTo>
                  <a:lnTo>
                    <a:pt x="70026" y="6259632"/>
                  </a:lnTo>
                  <a:lnTo>
                    <a:pt x="70184" y="6259632"/>
                  </a:lnTo>
                  <a:lnTo>
                    <a:pt x="70342" y="6259632"/>
                  </a:lnTo>
                  <a:lnTo>
                    <a:pt x="70342" y="6259201"/>
                  </a:lnTo>
                  <a:lnTo>
                    <a:pt x="70342" y="6258771"/>
                  </a:lnTo>
                  <a:lnTo>
                    <a:pt x="70500" y="6258771"/>
                  </a:lnTo>
                  <a:lnTo>
                    <a:pt x="70657" y="6258771"/>
                  </a:lnTo>
                  <a:lnTo>
                    <a:pt x="70815" y="6258771"/>
                  </a:lnTo>
                  <a:lnTo>
                    <a:pt x="70973" y="6258771"/>
                  </a:lnTo>
                  <a:lnTo>
                    <a:pt x="71130" y="6258771"/>
                  </a:lnTo>
                  <a:lnTo>
                    <a:pt x="71288" y="6258771"/>
                  </a:lnTo>
                  <a:lnTo>
                    <a:pt x="71446" y="6258771"/>
                  </a:lnTo>
                  <a:lnTo>
                    <a:pt x="71604" y="6258771"/>
                  </a:lnTo>
                  <a:lnTo>
                    <a:pt x="71761" y="6258771"/>
                  </a:lnTo>
                  <a:lnTo>
                    <a:pt x="71919" y="6258771"/>
                  </a:lnTo>
                  <a:lnTo>
                    <a:pt x="72077" y="6258771"/>
                  </a:lnTo>
                  <a:lnTo>
                    <a:pt x="72077" y="6258340"/>
                  </a:lnTo>
                  <a:lnTo>
                    <a:pt x="72234" y="6258340"/>
                  </a:lnTo>
                  <a:lnTo>
                    <a:pt x="72392" y="6258340"/>
                  </a:lnTo>
                  <a:lnTo>
                    <a:pt x="72392" y="6257909"/>
                  </a:lnTo>
                  <a:lnTo>
                    <a:pt x="72550" y="6257909"/>
                  </a:lnTo>
                  <a:lnTo>
                    <a:pt x="72708" y="6257909"/>
                  </a:lnTo>
                  <a:lnTo>
                    <a:pt x="72708" y="6257479"/>
                  </a:lnTo>
                  <a:lnTo>
                    <a:pt x="72865" y="6257479"/>
                  </a:lnTo>
                  <a:lnTo>
                    <a:pt x="72865" y="6257048"/>
                  </a:lnTo>
                  <a:lnTo>
                    <a:pt x="72865" y="6256618"/>
                  </a:lnTo>
                  <a:lnTo>
                    <a:pt x="73023" y="6256618"/>
                  </a:lnTo>
                  <a:lnTo>
                    <a:pt x="73023" y="6256187"/>
                  </a:lnTo>
                  <a:lnTo>
                    <a:pt x="73023" y="6255756"/>
                  </a:lnTo>
                  <a:lnTo>
                    <a:pt x="73023" y="6255326"/>
                  </a:lnTo>
                  <a:lnTo>
                    <a:pt x="73023" y="6254895"/>
                  </a:lnTo>
                  <a:lnTo>
                    <a:pt x="73181" y="6254895"/>
                  </a:lnTo>
                  <a:lnTo>
                    <a:pt x="73181" y="6254465"/>
                  </a:lnTo>
                  <a:lnTo>
                    <a:pt x="73338" y="6254465"/>
                  </a:lnTo>
                  <a:lnTo>
                    <a:pt x="73496" y="6254465"/>
                  </a:lnTo>
                  <a:lnTo>
                    <a:pt x="73654" y="6254465"/>
                  </a:lnTo>
                  <a:lnTo>
                    <a:pt x="73812" y="6254465"/>
                  </a:lnTo>
                  <a:lnTo>
                    <a:pt x="73812" y="6254034"/>
                  </a:lnTo>
                  <a:lnTo>
                    <a:pt x="73812" y="6253603"/>
                  </a:lnTo>
                  <a:lnTo>
                    <a:pt x="73969" y="6253603"/>
                  </a:lnTo>
                  <a:lnTo>
                    <a:pt x="74127" y="6253603"/>
                  </a:lnTo>
                  <a:lnTo>
                    <a:pt x="74285" y="6253603"/>
                  </a:lnTo>
                  <a:lnTo>
                    <a:pt x="74443" y="6253603"/>
                  </a:lnTo>
                  <a:lnTo>
                    <a:pt x="74600" y="6253603"/>
                  </a:lnTo>
                  <a:lnTo>
                    <a:pt x="74600" y="6253173"/>
                  </a:lnTo>
                  <a:lnTo>
                    <a:pt x="74758" y="6253173"/>
                  </a:lnTo>
                  <a:lnTo>
                    <a:pt x="74916" y="6253173"/>
                  </a:lnTo>
                  <a:lnTo>
                    <a:pt x="75073" y="6253173"/>
                  </a:lnTo>
                  <a:lnTo>
                    <a:pt x="75231" y="6253173"/>
                  </a:lnTo>
                  <a:lnTo>
                    <a:pt x="75389" y="6253173"/>
                  </a:lnTo>
                  <a:lnTo>
                    <a:pt x="75547" y="6253173"/>
                  </a:lnTo>
                  <a:lnTo>
                    <a:pt x="75547" y="6252742"/>
                  </a:lnTo>
                  <a:lnTo>
                    <a:pt x="75704" y="6252742"/>
                  </a:lnTo>
                  <a:lnTo>
                    <a:pt x="75862" y="6252742"/>
                  </a:lnTo>
                  <a:lnTo>
                    <a:pt x="76177" y="6252742"/>
                  </a:lnTo>
                  <a:lnTo>
                    <a:pt x="76335" y="6252742"/>
                  </a:lnTo>
                  <a:lnTo>
                    <a:pt x="76493" y="6252742"/>
                  </a:lnTo>
                  <a:lnTo>
                    <a:pt x="76651" y="6252742"/>
                  </a:lnTo>
                  <a:lnTo>
                    <a:pt x="76808" y="6252742"/>
                  </a:lnTo>
                  <a:lnTo>
                    <a:pt x="76966" y="6252742"/>
                  </a:lnTo>
                  <a:lnTo>
                    <a:pt x="76966" y="6252312"/>
                  </a:lnTo>
                  <a:lnTo>
                    <a:pt x="77124" y="6252312"/>
                  </a:lnTo>
                  <a:lnTo>
                    <a:pt x="77281" y="6251881"/>
                  </a:lnTo>
                  <a:lnTo>
                    <a:pt x="77281" y="6251450"/>
                  </a:lnTo>
                  <a:lnTo>
                    <a:pt x="77439" y="6251020"/>
                  </a:lnTo>
                  <a:lnTo>
                    <a:pt x="77597" y="6251020"/>
                  </a:lnTo>
                  <a:lnTo>
                    <a:pt x="77755" y="6251020"/>
                  </a:lnTo>
                  <a:lnTo>
                    <a:pt x="77755" y="6250589"/>
                  </a:lnTo>
                  <a:lnTo>
                    <a:pt x="77755" y="6250159"/>
                  </a:lnTo>
                  <a:lnTo>
                    <a:pt x="77912" y="6250159"/>
                  </a:lnTo>
                  <a:lnTo>
                    <a:pt x="77912" y="6249728"/>
                  </a:lnTo>
                  <a:lnTo>
                    <a:pt x="78070" y="6249728"/>
                  </a:lnTo>
                  <a:lnTo>
                    <a:pt x="78228" y="6249728"/>
                  </a:lnTo>
                  <a:lnTo>
                    <a:pt x="78228" y="6249297"/>
                  </a:lnTo>
                  <a:lnTo>
                    <a:pt x="78385" y="6249297"/>
                  </a:lnTo>
                  <a:lnTo>
                    <a:pt x="78543" y="6249297"/>
                  </a:lnTo>
                  <a:lnTo>
                    <a:pt x="78543" y="6248867"/>
                  </a:lnTo>
                  <a:lnTo>
                    <a:pt x="78701" y="6248867"/>
                  </a:lnTo>
                  <a:lnTo>
                    <a:pt x="78859" y="6248867"/>
                  </a:lnTo>
                  <a:lnTo>
                    <a:pt x="79016" y="6248867"/>
                  </a:lnTo>
                  <a:lnTo>
                    <a:pt x="79016" y="6248436"/>
                  </a:lnTo>
                  <a:lnTo>
                    <a:pt x="79332" y="6248436"/>
                  </a:lnTo>
                  <a:lnTo>
                    <a:pt x="79490" y="6248436"/>
                  </a:lnTo>
                  <a:lnTo>
                    <a:pt x="79647" y="6248436"/>
                  </a:lnTo>
                  <a:lnTo>
                    <a:pt x="79805" y="6248436"/>
                  </a:lnTo>
                  <a:lnTo>
                    <a:pt x="79963" y="6248006"/>
                  </a:lnTo>
                  <a:lnTo>
                    <a:pt x="80120" y="6248006"/>
                  </a:lnTo>
                  <a:lnTo>
                    <a:pt x="80278" y="6248006"/>
                  </a:lnTo>
                  <a:lnTo>
                    <a:pt x="80278" y="6247575"/>
                  </a:lnTo>
                  <a:lnTo>
                    <a:pt x="80278" y="6247144"/>
                  </a:lnTo>
                  <a:lnTo>
                    <a:pt x="80436" y="6247144"/>
                  </a:lnTo>
                  <a:lnTo>
                    <a:pt x="80436" y="6246714"/>
                  </a:lnTo>
                  <a:lnTo>
                    <a:pt x="80594" y="6246714"/>
                  </a:lnTo>
                  <a:lnTo>
                    <a:pt x="80751" y="6246714"/>
                  </a:lnTo>
                  <a:lnTo>
                    <a:pt x="80909" y="6246714"/>
                  </a:lnTo>
                  <a:lnTo>
                    <a:pt x="81067" y="6246714"/>
                  </a:lnTo>
                  <a:lnTo>
                    <a:pt x="81224" y="6246714"/>
                  </a:lnTo>
                  <a:lnTo>
                    <a:pt x="81382" y="6246714"/>
                  </a:lnTo>
                  <a:lnTo>
                    <a:pt x="81540" y="6246714"/>
                  </a:lnTo>
                  <a:lnTo>
                    <a:pt x="81698" y="6246714"/>
                  </a:lnTo>
                  <a:lnTo>
                    <a:pt x="81698" y="6246283"/>
                  </a:lnTo>
                  <a:lnTo>
                    <a:pt x="81855" y="6246283"/>
                  </a:lnTo>
                  <a:lnTo>
                    <a:pt x="82013" y="6246283"/>
                  </a:lnTo>
                  <a:lnTo>
                    <a:pt x="82171" y="6246283"/>
                  </a:lnTo>
                  <a:lnTo>
                    <a:pt x="82171" y="6245853"/>
                  </a:lnTo>
                  <a:lnTo>
                    <a:pt x="82328" y="6245853"/>
                  </a:lnTo>
                  <a:lnTo>
                    <a:pt x="82486" y="6245853"/>
                  </a:lnTo>
                  <a:lnTo>
                    <a:pt x="82802" y="6245853"/>
                  </a:lnTo>
                  <a:lnTo>
                    <a:pt x="82959" y="6245853"/>
                  </a:lnTo>
                  <a:lnTo>
                    <a:pt x="83117" y="6245853"/>
                  </a:lnTo>
                  <a:lnTo>
                    <a:pt x="83117" y="6245422"/>
                  </a:lnTo>
                  <a:lnTo>
                    <a:pt x="83275" y="6245422"/>
                  </a:lnTo>
                  <a:lnTo>
                    <a:pt x="83432" y="6245422"/>
                  </a:lnTo>
                  <a:lnTo>
                    <a:pt x="83590" y="6245422"/>
                  </a:lnTo>
                  <a:lnTo>
                    <a:pt x="83748" y="6245422"/>
                  </a:lnTo>
                  <a:lnTo>
                    <a:pt x="83906" y="6245422"/>
                  </a:lnTo>
                  <a:lnTo>
                    <a:pt x="83906" y="6244991"/>
                  </a:lnTo>
                  <a:lnTo>
                    <a:pt x="84063" y="6244991"/>
                  </a:lnTo>
                  <a:lnTo>
                    <a:pt x="84063" y="6244561"/>
                  </a:lnTo>
                  <a:lnTo>
                    <a:pt x="84063" y="6243700"/>
                  </a:lnTo>
                  <a:lnTo>
                    <a:pt x="84221" y="6243700"/>
                  </a:lnTo>
                  <a:lnTo>
                    <a:pt x="84379" y="6243700"/>
                  </a:lnTo>
                  <a:lnTo>
                    <a:pt x="84536" y="6243700"/>
                  </a:lnTo>
                  <a:lnTo>
                    <a:pt x="84694" y="6243700"/>
                  </a:lnTo>
                  <a:lnTo>
                    <a:pt x="84852" y="6243700"/>
                  </a:lnTo>
                  <a:lnTo>
                    <a:pt x="84852" y="6243269"/>
                  </a:lnTo>
                  <a:lnTo>
                    <a:pt x="84852" y="6242838"/>
                  </a:lnTo>
                  <a:lnTo>
                    <a:pt x="85167" y="6242838"/>
                  </a:lnTo>
                  <a:lnTo>
                    <a:pt x="85167" y="6242408"/>
                  </a:lnTo>
                  <a:lnTo>
                    <a:pt x="85325" y="6242408"/>
                  </a:lnTo>
                  <a:lnTo>
                    <a:pt x="85325" y="6241977"/>
                  </a:lnTo>
                  <a:lnTo>
                    <a:pt x="85483" y="6241977"/>
                  </a:lnTo>
                  <a:lnTo>
                    <a:pt x="85641" y="6241977"/>
                  </a:lnTo>
                  <a:lnTo>
                    <a:pt x="85798" y="6241977"/>
                  </a:lnTo>
                  <a:lnTo>
                    <a:pt x="85798" y="6241547"/>
                  </a:lnTo>
                  <a:lnTo>
                    <a:pt x="85956" y="6241547"/>
                  </a:lnTo>
                  <a:lnTo>
                    <a:pt x="85956" y="6241116"/>
                  </a:lnTo>
                  <a:lnTo>
                    <a:pt x="85956" y="6240685"/>
                  </a:lnTo>
                  <a:lnTo>
                    <a:pt x="86114" y="6240255"/>
                  </a:lnTo>
                  <a:lnTo>
                    <a:pt x="86271" y="6240255"/>
                  </a:lnTo>
                  <a:lnTo>
                    <a:pt x="86271" y="6239394"/>
                  </a:lnTo>
                  <a:lnTo>
                    <a:pt x="86271" y="6238963"/>
                  </a:lnTo>
                  <a:lnTo>
                    <a:pt x="86429" y="6238963"/>
                  </a:lnTo>
                  <a:lnTo>
                    <a:pt x="86587" y="6238963"/>
                  </a:lnTo>
                  <a:lnTo>
                    <a:pt x="86745" y="6238532"/>
                  </a:lnTo>
                  <a:lnTo>
                    <a:pt x="86902" y="6238532"/>
                  </a:lnTo>
                  <a:lnTo>
                    <a:pt x="87060" y="6238532"/>
                  </a:lnTo>
                  <a:lnTo>
                    <a:pt x="87218" y="6238532"/>
                  </a:lnTo>
                  <a:lnTo>
                    <a:pt x="87218" y="6238102"/>
                  </a:lnTo>
                  <a:lnTo>
                    <a:pt x="87375" y="6238102"/>
                  </a:lnTo>
                  <a:lnTo>
                    <a:pt x="87533" y="6238102"/>
                  </a:lnTo>
                  <a:lnTo>
                    <a:pt x="87533" y="6237671"/>
                  </a:lnTo>
                  <a:lnTo>
                    <a:pt x="87691" y="6237241"/>
                  </a:lnTo>
                  <a:lnTo>
                    <a:pt x="87849" y="6237241"/>
                  </a:lnTo>
                  <a:lnTo>
                    <a:pt x="88164" y="6237241"/>
                  </a:lnTo>
                  <a:lnTo>
                    <a:pt x="88164" y="6236810"/>
                  </a:lnTo>
                  <a:lnTo>
                    <a:pt x="88322" y="6236810"/>
                  </a:lnTo>
                  <a:lnTo>
                    <a:pt x="88479" y="6236810"/>
                  </a:lnTo>
                  <a:lnTo>
                    <a:pt x="88637" y="6236810"/>
                  </a:lnTo>
                  <a:lnTo>
                    <a:pt x="88795" y="6236810"/>
                  </a:lnTo>
                  <a:lnTo>
                    <a:pt x="88795" y="6236379"/>
                  </a:lnTo>
                  <a:lnTo>
                    <a:pt x="88795" y="6235949"/>
                  </a:lnTo>
                  <a:lnTo>
                    <a:pt x="88953" y="6235949"/>
                  </a:lnTo>
                  <a:lnTo>
                    <a:pt x="88953" y="6235518"/>
                  </a:lnTo>
                  <a:lnTo>
                    <a:pt x="89110" y="6235518"/>
                  </a:lnTo>
                  <a:lnTo>
                    <a:pt x="89110" y="6235088"/>
                  </a:lnTo>
                  <a:lnTo>
                    <a:pt x="89110" y="6234657"/>
                  </a:lnTo>
                  <a:lnTo>
                    <a:pt x="89110" y="6234226"/>
                  </a:lnTo>
                  <a:lnTo>
                    <a:pt x="89268" y="6234226"/>
                  </a:lnTo>
                  <a:lnTo>
                    <a:pt x="89268" y="6233796"/>
                  </a:lnTo>
                  <a:lnTo>
                    <a:pt x="89426" y="6233796"/>
                  </a:lnTo>
                  <a:lnTo>
                    <a:pt x="89426" y="6233365"/>
                  </a:lnTo>
                  <a:lnTo>
                    <a:pt x="89426" y="6232935"/>
                  </a:lnTo>
                  <a:lnTo>
                    <a:pt x="89583" y="6232935"/>
                  </a:lnTo>
                  <a:lnTo>
                    <a:pt x="89583" y="6232504"/>
                  </a:lnTo>
                  <a:lnTo>
                    <a:pt x="89741" y="6232504"/>
                  </a:lnTo>
                  <a:lnTo>
                    <a:pt x="89899" y="6232504"/>
                  </a:lnTo>
                  <a:lnTo>
                    <a:pt x="90057" y="6232073"/>
                  </a:lnTo>
                  <a:lnTo>
                    <a:pt x="90057" y="6231643"/>
                  </a:lnTo>
                  <a:lnTo>
                    <a:pt x="90214" y="6231643"/>
                  </a:lnTo>
                  <a:lnTo>
                    <a:pt x="90372" y="6231643"/>
                  </a:lnTo>
                  <a:lnTo>
                    <a:pt x="90372" y="6231212"/>
                  </a:lnTo>
                  <a:lnTo>
                    <a:pt x="90372" y="6230782"/>
                  </a:lnTo>
                  <a:lnTo>
                    <a:pt x="90530" y="6230782"/>
                  </a:lnTo>
                  <a:lnTo>
                    <a:pt x="90530" y="6230351"/>
                  </a:lnTo>
                  <a:lnTo>
                    <a:pt x="90688" y="6230351"/>
                  </a:lnTo>
                  <a:lnTo>
                    <a:pt x="90845" y="6230351"/>
                  </a:lnTo>
                  <a:lnTo>
                    <a:pt x="91003" y="6230351"/>
                  </a:lnTo>
                  <a:lnTo>
                    <a:pt x="91161" y="6230351"/>
                  </a:lnTo>
                  <a:lnTo>
                    <a:pt x="91161" y="6229920"/>
                  </a:lnTo>
                  <a:lnTo>
                    <a:pt x="91318" y="6229920"/>
                  </a:lnTo>
                  <a:lnTo>
                    <a:pt x="91476" y="6229920"/>
                  </a:lnTo>
                  <a:lnTo>
                    <a:pt x="91634" y="6229920"/>
                  </a:lnTo>
                  <a:lnTo>
                    <a:pt x="91634" y="6229490"/>
                  </a:lnTo>
                  <a:lnTo>
                    <a:pt x="91792" y="6229490"/>
                  </a:lnTo>
                  <a:lnTo>
                    <a:pt x="91792" y="6229059"/>
                  </a:lnTo>
                  <a:lnTo>
                    <a:pt x="91949" y="6229059"/>
                  </a:lnTo>
                  <a:lnTo>
                    <a:pt x="91949" y="6228629"/>
                  </a:lnTo>
                  <a:lnTo>
                    <a:pt x="91949" y="6228198"/>
                  </a:lnTo>
                  <a:lnTo>
                    <a:pt x="92107" y="6228198"/>
                  </a:lnTo>
                  <a:lnTo>
                    <a:pt x="92265" y="6228198"/>
                  </a:lnTo>
                  <a:lnTo>
                    <a:pt x="92422" y="6228198"/>
                  </a:lnTo>
                  <a:lnTo>
                    <a:pt x="92422" y="6227767"/>
                  </a:lnTo>
                  <a:lnTo>
                    <a:pt x="92580" y="6227767"/>
                  </a:lnTo>
                  <a:lnTo>
                    <a:pt x="92738" y="6227767"/>
                  </a:lnTo>
                  <a:lnTo>
                    <a:pt x="92896" y="6227767"/>
                  </a:lnTo>
                  <a:lnTo>
                    <a:pt x="93053" y="6227767"/>
                  </a:lnTo>
                  <a:lnTo>
                    <a:pt x="93211" y="6227767"/>
                  </a:lnTo>
                  <a:lnTo>
                    <a:pt x="93369" y="6227767"/>
                  </a:lnTo>
                  <a:lnTo>
                    <a:pt x="93526" y="6227767"/>
                  </a:lnTo>
                  <a:lnTo>
                    <a:pt x="93526" y="6227337"/>
                  </a:lnTo>
                  <a:lnTo>
                    <a:pt x="93526" y="6226906"/>
                  </a:lnTo>
                  <a:lnTo>
                    <a:pt x="93526" y="6226476"/>
                  </a:lnTo>
                  <a:lnTo>
                    <a:pt x="93684" y="6226476"/>
                  </a:lnTo>
                  <a:lnTo>
                    <a:pt x="93684" y="6226045"/>
                  </a:lnTo>
                  <a:lnTo>
                    <a:pt x="93842" y="6226045"/>
                  </a:lnTo>
                  <a:lnTo>
                    <a:pt x="93842" y="6225614"/>
                  </a:lnTo>
                  <a:lnTo>
                    <a:pt x="94000" y="6225614"/>
                  </a:lnTo>
                  <a:lnTo>
                    <a:pt x="94315" y="6225614"/>
                  </a:lnTo>
                  <a:lnTo>
                    <a:pt x="94473" y="6225614"/>
                  </a:lnTo>
                  <a:lnTo>
                    <a:pt x="94630" y="6225614"/>
                  </a:lnTo>
                  <a:lnTo>
                    <a:pt x="94788" y="6225614"/>
                  </a:lnTo>
                  <a:lnTo>
                    <a:pt x="94946" y="6225614"/>
                  </a:lnTo>
                  <a:lnTo>
                    <a:pt x="95261" y="6225614"/>
                  </a:lnTo>
                  <a:lnTo>
                    <a:pt x="95261" y="6225184"/>
                  </a:lnTo>
                  <a:lnTo>
                    <a:pt x="95577" y="6225184"/>
                  </a:lnTo>
                  <a:lnTo>
                    <a:pt x="95734" y="6225184"/>
                  </a:lnTo>
                  <a:lnTo>
                    <a:pt x="95892" y="6225184"/>
                  </a:lnTo>
                  <a:lnTo>
                    <a:pt x="95892" y="6224753"/>
                  </a:lnTo>
                  <a:lnTo>
                    <a:pt x="95892" y="6224323"/>
                  </a:lnTo>
                  <a:lnTo>
                    <a:pt x="96050" y="6224323"/>
                  </a:lnTo>
                  <a:lnTo>
                    <a:pt x="96208" y="6224323"/>
                  </a:lnTo>
                  <a:lnTo>
                    <a:pt x="96208" y="6223892"/>
                  </a:lnTo>
                  <a:lnTo>
                    <a:pt x="96208" y="6223461"/>
                  </a:lnTo>
                  <a:lnTo>
                    <a:pt x="96365" y="6223461"/>
                  </a:lnTo>
                  <a:lnTo>
                    <a:pt x="96523" y="6223461"/>
                  </a:lnTo>
                  <a:lnTo>
                    <a:pt x="96681" y="6223461"/>
                  </a:lnTo>
                  <a:lnTo>
                    <a:pt x="96681" y="6223031"/>
                  </a:lnTo>
                  <a:lnTo>
                    <a:pt x="96839" y="6223031"/>
                  </a:lnTo>
                  <a:lnTo>
                    <a:pt x="96996" y="6223031"/>
                  </a:lnTo>
                  <a:lnTo>
                    <a:pt x="97154" y="6223031"/>
                  </a:lnTo>
                  <a:lnTo>
                    <a:pt x="97154" y="6222600"/>
                  </a:lnTo>
                  <a:lnTo>
                    <a:pt x="97154" y="6222170"/>
                  </a:lnTo>
                  <a:lnTo>
                    <a:pt x="97154" y="6221739"/>
                  </a:lnTo>
                  <a:lnTo>
                    <a:pt x="97154" y="6221308"/>
                  </a:lnTo>
                  <a:lnTo>
                    <a:pt x="97154" y="6220878"/>
                  </a:lnTo>
                  <a:lnTo>
                    <a:pt x="97312" y="6220878"/>
                  </a:lnTo>
                  <a:lnTo>
                    <a:pt x="97312" y="6220447"/>
                  </a:lnTo>
                  <a:lnTo>
                    <a:pt x="97312" y="6220017"/>
                  </a:lnTo>
                  <a:lnTo>
                    <a:pt x="97312" y="6219586"/>
                  </a:lnTo>
                  <a:lnTo>
                    <a:pt x="97469" y="6219586"/>
                  </a:lnTo>
                  <a:lnTo>
                    <a:pt x="97785" y="6219586"/>
                  </a:lnTo>
                  <a:lnTo>
                    <a:pt x="97785" y="6218725"/>
                  </a:lnTo>
                  <a:lnTo>
                    <a:pt x="97943" y="6218725"/>
                  </a:lnTo>
                  <a:lnTo>
                    <a:pt x="98100" y="6218725"/>
                  </a:lnTo>
                  <a:lnTo>
                    <a:pt x="98100" y="6218294"/>
                  </a:lnTo>
                  <a:lnTo>
                    <a:pt x="98100" y="6217864"/>
                  </a:lnTo>
                  <a:lnTo>
                    <a:pt x="98258" y="6217864"/>
                  </a:lnTo>
                  <a:lnTo>
                    <a:pt x="98416" y="6217864"/>
                  </a:lnTo>
                  <a:lnTo>
                    <a:pt x="98731" y="6217864"/>
                  </a:lnTo>
                  <a:lnTo>
                    <a:pt x="98731" y="6217433"/>
                  </a:lnTo>
                  <a:lnTo>
                    <a:pt x="98731" y="6217002"/>
                  </a:lnTo>
                  <a:lnTo>
                    <a:pt x="98731" y="6216572"/>
                  </a:lnTo>
                  <a:lnTo>
                    <a:pt x="98731" y="6216141"/>
                  </a:lnTo>
                  <a:lnTo>
                    <a:pt x="98731" y="6215711"/>
                  </a:lnTo>
                  <a:lnTo>
                    <a:pt x="98889" y="6215711"/>
                  </a:lnTo>
                  <a:lnTo>
                    <a:pt x="99047" y="6215711"/>
                  </a:lnTo>
                  <a:lnTo>
                    <a:pt x="99204" y="6215711"/>
                  </a:lnTo>
                  <a:lnTo>
                    <a:pt x="99204" y="6215280"/>
                  </a:lnTo>
                  <a:lnTo>
                    <a:pt x="99362" y="6215280"/>
                  </a:lnTo>
                  <a:lnTo>
                    <a:pt x="99520" y="6215280"/>
                  </a:lnTo>
                  <a:lnTo>
                    <a:pt x="99677" y="6215280"/>
                  </a:lnTo>
                  <a:lnTo>
                    <a:pt x="99835" y="6215280"/>
                  </a:lnTo>
                  <a:lnTo>
                    <a:pt x="99993" y="6215280"/>
                  </a:lnTo>
                  <a:lnTo>
                    <a:pt x="99993" y="6214849"/>
                  </a:lnTo>
                  <a:lnTo>
                    <a:pt x="100151" y="6214849"/>
                  </a:lnTo>
                  <a:lnTo>
                    <a:pt x="100308" y="6214849"/>
                  </a:lnTo>
                  <a:lnTo>
                    <a:pt x="100466" y="6214849"/>
                  </a:lnTo>
                  <a:lnTo>
                    <a:pt x="100466" y="6214419"/>
                  </a:lnTo>
                  <a:lnTo>
                    <a:pt x="100624" y="6214419"/>
                  </a:lnTo>
                  <a:lnTo>
                    <a:pt x="100781" y="6214419"/>
                  </a:lnTo>
                  <a:lnTo>
                    <a:pt x="100781" y="6213988"/>
                  </a:lnTo>
                  <a:lnTo>
                    <a:pt x="101097" y="6213988"/>
                  </a:lnTo>
                  <a:lnTo>
                    <a:pt x="101255" y="6213988"/>
                  </a:lnTo>
                  <a:lnTo>
                    <a:pt x="101255" y="6213558"/>
                  </a:lnTo>
                  <a:lnTo>
                    <a:pt x="101412" y="6213558"/>
                  </a:lnTo>
                  <a:lnTo>
                    <a:pt x="101728" y="6213558"/>
                  </a:lnTo>
                  <a:lnTo>
                    <a:pt x="101886" y="6213558"/>
                  </a:lnTo>
                  <a:lnTo>
                    <a:pt x="102043" y="6213558"/>
                  </a:lnTo>
                  <a:lnTo>
                    <a:pt x="102201" y="6213558"/>
                  </a:lnTo>
                  <a:lnTo>
                    <a:pt x="102359" y="6213558"/>
                  </a:lnTo>
                  <a:lnTo>
                    <a:pt x="102516" y="6213558"/>
                  </a:lnTo>
                  <a:lnTo>
                    <a:pt x="102674" y="6213558"/>
                  </a:lnTo>
                  <a:lnTo>
                    <a:pt x="102832" y="6213558"/>
                  </a:lnTo>
                  <a:lnTo>
                    <a:pt x="102990" y="6213558"/>
                  </a:lnTo>
                  <a:lnTo>
                    <a:pt x="102990" y="6213127"/>
                  </a:lnTo>
                  <a:lnTo>
                    <a:pt x="103305" y="6213127"/>
                  </a:lnTo>
                  <a:lnTo>
                    <a:pt x="103463" y="6213127"/>
                  </a:lnTo>
                  <a:lnTo>
                    <a:pt x="103620" y="6213127"/>
                  </a:lnTo>
                  <a:lnTo>
                    <a:pt x="103620" y="6212696"/>
                  </a:lnTo>
                  <a:lnTo>
                    <a:pt x="103620" y="6212266"/>
                  </a:lnTo>
                  <a:lnTo>
                    <a:pt x="103778" y="6212266"/>
                  </a:lnTo>
                  <a:lnTo>
                    <a:pt x="103778" y="6211835"/>
                  </a:lnTo>
                  <a:lnTo>
                    <a:pt x="104094" y="6211405"/>
                  </a:lnTo>
                  <a:lnTo>
                    <a:pt x="104251" y="6211405"/>
                  </a:lnTo>
                  <a:lnTo>
                    <a:pt x="104409" y="6210974"/>
                  </a:lnTo>
                  <a:lnTo>
                    <a:pt x="104567" y="6210974"/>
                  </a:lnTo>
                  <a:lnTo>
                    <a:pt x="104724" y="6210974"/>
                  </a:lnTo>
                  <a:lnTo>
                    <a:pt x="104882" y="6210974"/>
                  </a:lnTo>
                  <a:lnTo>
                    <a:pt x="105040" y="6210974"/>
                  </a:lnTo>
                  <a:lnTo>
                    <a:pt x="105198" y="6210974"/>
                  </a:lnTo>
                  <a:lnTo>
                    <a:pt x="105355" y="6210974"/>
                  </a:lnTo>
                  <a:lnTo>
                    <a:pt x="105671" y="6210974"/>
                  </a:lnTo>
                  <a:lnTo>
                    <a:pt x="105828" y="6210974"/>
                  </a:lnTo>
                  <a:lnTo>
                    <a:pt x="105828" y="6210543"/>
                  </a:lnTo>
                  <a:lnTo>
                    <a:pt x="105986" y="6210543"/>
                  </a:lnTo>
                  <a:lnTo>
                    <a:pt x="105986" y="6210113"/>
                  </a:lnTo>
                  <a:lnTo>
                    <a:pt x="105986" y="6209682"/>
                  </a:lnTo>
                  <a:lnTo>
                    <a:pt x="106144" y="6209682"/>
                  </a:lnTo>
                  <a:lnTo>
                    <a:pt x="106302" y="6209682"/>
                  </a:lnTo>
                  <a:lnTo>
                    <a:pt x="106302" y="6209252"/>
                  </a:lnTo>
                  <a:lnTo>
                    <a:pt x="106459" y="6209252"/>
                  </a:lnTo>
                  <a:lnTo>
                    <a:pt x="106617" y="6209252"/>
                  </a:lnTo>
                  <a:lnTo>
                    <a:pt x="106617" y="6208821"/>
                  </a:lnTo>
                  <a:lnTo>
                    <a:pt x="106617" y="6208390"/>
                  </a:lnTo>
                  <a:lnTo>
                    <a:pt x="106775" y="6208390"/>
                  </a:lnTo>
                  <a:lnTo>
                    <a:pt x="106775" y="6207960"/>
                  </a:lnTo>
                  <a:lnTo>
                    <a:pt x="106932" y="6207960"/>
                  </a:lnTo>
                  <a:lnTo>
                    <a:pt x="106932" y="6207529"/>
                  </a:lnTo>
                  <a:lnTo>
                    <a:pt x="107090" y="6207529"/>
                  </a:lnTo>
                  <a:lnTo>
                    <a:pt x="107248" y="6207529"/>
                  </a:lnTo>
                  <a:lnTo>
                    <a:pt x="107248" y="6207099"/>
                  </a:lnTo>
                  <a:lnTo>
                    <a:pt x="107248" y="6206668"/>
                  </a:lnTo>
                  <a:lnTo>
                    <a:pt x="107406" y="6206668"/>
                  </a:lnTo>
                  <a:lnTo>
                    <a:pt x="107563" y="6206668"/>
                  </a:lnTo>
                  <a:lnTo>
                    <a:pt x="107721" y="6206668"/>
                  </a:lnTo>
                  <a:lnTo>
                    <a:pt x="107721" y="6206237"/>
                  </a:lnTo>
                  <a:lnTo>
                    <a:pt x="107879" y="6205807"/>
                  </a:lnTo>
                  <a:lnTo>
                    <a:pt x="107879" y="6205376"/>
                  </a:lnTo>
                  <a:lnTo>
                    <a:pt x="107879" y="6204946"/>
                  </a:lnTo>
                  <a:lnTo>
                    <a:pt x="108037" y="6204946"/>
                  </a:lnTo>
                  <a:lnTo>
                    <a:pt x="108037" y="6204515"/>
                  </a:lnTo>
                  <a:lnTo>
                    <a:pt x="108194" y="6204515"/>
                  </a:lnTo>
                  <a:lnTo>
                    <a:pt x="108352" y="6204515"/>
                  </a:lnTo>
                  <a:lnTo>
                    <a:pt x="108510" y="6204515"/>
                  </a:lnTo>
                  <a:lnTo>
                    <a:pt x="108510" y="6204084"/>
                  </a:lnTo>
                  <a:lnTo>
                    <a:pt x="108667" y="6204084"/>
                  </a:lnTo>
                  <a:lnTo>
                    <a:pt x="108825" y="6204084"/>
                  </a:lnTo>
                  <a:lnTo>
                    <a:pt x="109141" y="6204084"/>
                  </a:lnTo>
                  <a:lnTo>
                    <a:pt x="109298" y="6203654"/>
                  </a:lnTo>
                  <a:lnTo>
                    <a:pt x="109456" y="6203654"/>
                  </a:lnTo>
                  <a:lnTo>
                    <a:pt x="109614" y="6203654"/>
                  </a:lnTo>
                  <a:lnTo>
                    <a:pt x="109771" y="6203654"/>
                  </a:lnTo>
                  <a:lnTo>
                    <a:pt x="110087" y="6203654"/>
                  </a:lnTo>
                  <a:lnTo>
                    <a:pt x="110245" y="6203654"/>
                  </a:lnTo>
                  <a:lnTo>
                    <a:pt x="110402" y="6203654"/>
                  </a:lnTo>
                  <a:lnTo>
                    <a:pt x="110402" y="6203223"/>
                  </a:lnTo>
                  <a:lnTo>
                    <a:pt x="110560" y="6203223"/>
                  </a:lnTo>
                  <a:lnTo>
                    <a:pt x="110560" y="6202793"/>
                  </a:lnTo>
                  <a:lnTo>
                    <a:pt x="110718" y="6202793"/>
                  </a:lnTo>
                  <a:lnTo>
                    <a:pt x="110875" y="6202793"/>
                  </a:lnTo>
                  <a:lnTo>
                    <a:pt x="110875" y="6202362"/>
                  </a:lnTo>
                  <a:lnTo>
                    <a:pt x="110875" y="6201931"/>
                  </a:lnTo>
                  <a:lnTo>
                    <a:pt x="110875" y="6201501"/>
                  </a:lnTo>
                  <a:lnTo>
                    <a:pt x="111033" y="6201501"/>
                  </a:lnTo>
                  <a:lnTo>
                    <a:pt x="111033" y="6201070"/>
                  </a:lnTo>
                  <a:lnTo>
                    <a:pt x="111191" y="6201070"/>
                  </a:lnTo>
                  <a:lnTo>
                    <a:pt x="111191" y="6200640"/>
                  </a:lnTo>
                  <a:lnTo>
                    <a:pt x="111349" y="6200640"/>
                  </a:lnTo>
                  <a:lnTo>
                    <a:pt x="111349" y="6200209"/>
                  </a:lnTo>
                  <a:lnTo>
                    <a:pt x="111506" y="6200209"/>
                  </a:lnTo>
                  <a:lnTo>
                    <a:pt x="111664" y="6200209"/>
                  </a:lnTo>
                  <a:lnTo>
                    <a:pt x="111822" y="6200209"/>
                  </a:lnTo>
                  <a:lnTo>
                    <a:pt x="111822" y="6199778"/>
                  </a:lnTo>
                  <a:lnTo>
                    <a:pt x="111979" y="6199778"/>
                  </a:lnTo>
                  <a:lnTo>
                    <a:pt x="111979" y="6199348"/>
                  </a:lnTo>
                  <a:lnTo>
                    <a:pt x="112137" y="6199348"/>
                  </a:lnTo>
                  <a:lnTo>
                    <a:pt x="112137" y="6198917"/>
                  </a:lnTo>
                  <a:lnTo>
                    <a:pt x="112295" y="6198917"/>
                  </a:lnTo>
                  <a:lnTo>
                    <a:pt x="112295" y="6198487"/>
                  </a:lnTo>
                  <a:lnTo>
                    <a:pt x="112610" y="6198487"/>
                  </a:lnTo>
                  <a:lnTo>
                    <a:pt x="112610" y="6198056"/>
                  </a:lnTo>
                  <a:lnTo>
                    <a:pt x="112610" y="6197625"/>
                  </a:lnTo>
                  <a:lnTo>
                    <a:pt x="112610" y="6197195"/>
                  </a:lnTo>
                  <a:lnTo>
                    <a:pt x="112768" y="6197195"/>
                  </a:lnTo>
                  <a:lnTo>
                    <a:pt x="112768" y="6196764"/>
                  </a:lnTo>
                  <a:lnTo>
                    <a:pt x="112926" y="6196764"/>
                  </a:lnTo>
                  <a:lnTo>
                    <a:pt x="112926" y="6196334"/>
                  </a:lnTo>
                  <a:lnTo>
                    <a:pt x="112926" y="6195903"/>
                  </a:lnTo>
                  <a:lnTo>
                    <a:pt x="113084" y="6195903"/>
                  </a:lnTo>
                  <a:lnTo>
                    <a:pt x="113084" y="6195472"/>
                  </a:lnTo>
                  <a:lnTo>
                    <a:pt x="113241" y="6195472"/>
                  </a:lnTo>
                  <a:lnTo>
                    <a:pt x="113241" y="6195042"/>
                  </a:lnTo>
                  <a:lnTo>
                    <a:pt x="113399" y="6195042"/>
                  </a:lnTo>
                  <a:lnTo>
                    <a:pt x="113399" y="6194611"/>
                  </a:lnTo>
                  <a:lnTo>
                    <a:pt x="113557" y="6194611"/>
                  </a:lnTo>
                  <a:lnTo>
                    <a:pt x="113714" y="6194611"/>
                  </a:lnTo>
                  <a:lnTo>
                    <a:pt x="113872" y="6194611"/>
                  </a:lnTo>
                  <a:lnTo>
                    <a:pt x="114030" y="6194611"/>
                  </a:lnTo>
                  <a:lnTo>
                    <a:pt x="114030" y="6194181"/>
                  </a:lnTo>
                  <a:lnTo>
                    <a:pt x="114030" y="6193750"/>
                  </a:lnTo>
                  <a:lnTo>
                    <a:pt x="114188" y="6193750"/>
                  </a:lnTo>
                  <a:lnTo>
                    <a:pt x="114345" y="6193319"/>
                  </a:lnTo>
                  <a:lnTo>
                    <a:pt x="114345" y="6192889"/>
                  </a:lnTo>
                  <a:lnTo>
                    <a:pt x="114661" y="6192889"/>
                  </a:lnTo>
                  <a:lnTo>
                    <a:pt x="114661" y="6192028"/>
                  </a:lnTo>
                  <a:lnTo>
                    <a:pt x="114661" y="6191597"/>
                  </a:lnTo>
                  <a:lnTo>
                    <a:pt x="114661" y="6191166"/>
                  </a:lnTo>
                  <a:lnTo>
                    <a:pt x="114818" y="6191166"/>
                  </a:lnTo>
                  <a:lnTo>
                    <a:pt x="114818" y="6190736"/>
                  </a:lnTo>
                  <a:lnTo>
                    <a:pt x="114818" y="6190305"/>
                  </a:lnTo>
                  <a:lnTo>
                    <a:pt x="114976" y="6189875"/>
                  </a:lnTo>
                  <a:lnTo>
                    <a:pt x="115134" y="6189875"/>
                  </a:lnTo>
                  <a:lnTo>
                    <a:pt x="115134" y="6189013"/>
                  </a:lnTo>
                  <a:lnTo>
                    <a:pt x="115292" y="6189013"/>
                  </a:lnTo>
                  <a:lnTo>
                    <a:pt x="115449" y="6189013"/>
                  </a:lnTo>
                  <a:lnTo>
                    <a:pt x="115607" y="6189013"/>
                  </a:lnTo>
                  <a:lnTo>
                    <a:pt x="115765" y="6189013"/>
                  </a:lnTo>
                  <a:lnTo>
                    <a:pt x="115765" y="6188583"/>
                  </a:lnTo>
                  <a:lnTo>
                    <a:pt x="115922" y="6188583"/>
                  </a:lnTo>
                  <a:lnTo>
                    <a:pt x="115922" y="6188152"/>
                  </a:lnTo>
                  <a:lnTo>
                    <a:pt x="116238" y="6188152"/>
                  </a:lnTo>
                  <a:lnTo>
                    <a:pt x="116396" y="6188152"/>
                  </a:lnTo>
                  <a:lnTo>
                    <a:pt x="116553" y="6188152"/>
                  </a:lnTo>
                  <a:lnTo>
                    <a:pt x="116711" y="6188152"/>
                  </a:lnTo>
                  <a:lnTo>
                    <a:pt x="116711" y="6187722"/>
                  </a:lnTo>
                  <a:lnTo>
                    <a:pt x="116711" y="6187291"/>
                  </a:lnTo>
                  <a:lnTo>
                    <a:pt x="116711" y="6186860"/>
                  </a:lnTo>
                  <a:lnTo>
                    <a:pt x="116869" y="6186860"/>
                  </a:lnTo>
                  <a:lnTo>
                    <a:pt x="116869" y="6186430"/>
                  </a:lnTo>
                  <a:lnTo>
                    <a:pt x="116869" y="6185999"/>
                  </a:lnTo>
                  <a:lnTo>
                    <a:pt x="117026" y="6185999"/>
                  </a:lnTo>
                  <a:lnTo>
                    <a:pt x="117026" y="6185569"/>
                  </a:lnTo>
                  <a:lnTo>
                    <a:pt x="117184" y="6185569"/>
                  </a:lnTo>
                  <a:lnTo>
                    <a:pt x="117342" y="6185569"/>
                  </a:lnTo>
                  <a:lnTo>
                    <a:pt x="117500" y="6185569"/>
                  </a:lnTo>
                  <a:lnTo>
                    <a:pt x="117815" y="6185138"/>
                  </a:lnTo>
                  <a:lnTo>
                    <a:pt x="118130" y="6185138"/>
                  </a:lnTo>
                  <a:lnTo>
                    <a:pt x="118130" y="6184707"/>
                  </a:lnTo>
                  <a:lnTo>
                    <a:pt x="118288" y="6184707"/>
                  </a:lnTo>
                  <a:lnTo>
                    <a:pt x="118604" y="6184707"/>
                  </a:lnTo>
                  <a:lnTo>
                    <a:pt x="118604" y="6184277"/>
                  </a:lnTo>
                  <a:lnTo>
                    <a:pt x="118761" y="6184277"/>
                  </a:lnTo>
                  <a:lnTo>
                    <a:pt x="118919" y="6184277"/>
                  </a:lnTo>
                  <a:lnTo>
                    <a:pt x="119077" y="6184277"/>
                  </a:lnTo>
                  <a:lnTo>
                    <a:pt x="119077" y="6183846"/>
                  </a:lnTo>
                  <a:lnTo>
                    <a:pt x="119235" y="6183846"/>
                  </a:lnTo>
                  <a:lnTo>
                    <a:pt x="119392" y="6183846"/>
                  </a:lnTo>
                  <a:lnTo>
                    <a:pt x="119392" y="6182985"/>
                  </a:lnTo>
                  <a:lnTo>
                    <a:pt x="119550" y="6182985"/>
                  </a:lnTo>
                  <a:lnTo>
                    <a:pt x="119708" y="6182985"/>
                  </a:lnTo>
                  <a:lnTo>
                    <a:pt x="119708" y="6182554"/>
                  </a:lnTo>
                  <a:lnTo>
                    <a:pt x="119708" y="6181693"/>
                  </a:lnTo>
                  <a:lnTo>
                    <a:pt x="119865" y="6181693"/>
                  </a:lnTo>
                  <a:lnTo>
                    <a:pt x="120023" y="6181693"/>
                  </a:lnTo>
                  <a:lnTo>
                    <a:pt x="120181" y="6181693"/>
                  </a:lnTo>
                  <a:lnTo>
                    <a:pt x="120339" y="6181693"/>
                  </a:lnTo>
                  <a:lnTo>
                    <a:pt x="120496" y="6181263"/>
                  </a:lnTo>
                  <a:lnTo>
                    <a:pt x="120654" y="6181263"/>
                  </a:lnTo>
                  <a:lnTo>
                    <a:pt x="120654" y="6180832"/>
                  </a:lnTo>
                  <a:lnTo>
                    <a:pt x="120812" y="6180832"/>
                  </a:lnTo>
                  <a:lnTo>
                    <a:pt x="120969" y="6180832"/>
                  </a:lnTo>
                  <a:lnTo>
                    <a:pt x="121127" y="6180832"/>
                  </a:lnTo>
                  <a:lnTo>
                    <a:pt x="121285" y="6180832"/>
                  </a:lnTo>
                  <a:lnTo>
                    <a:pt x="121443" y="6180832"/>
                  </a:lnTo>
                  <a:lnTo>
                    <a:pt x="121600" y="6180832"/>
                  </a:lnTo>
                  <a:lnTo>
                    <a:pt x="121758" y="6180832"/>
                  </a:lnTo>
                  <a:lnTo>
                    <a:pt x="121758" y="6179540"/>
                  </a:lnTo>
                  <a:lnTo>
                    <a:pt x="121916" y="6179540"/>
                  </a:lnTo>
                  <a:lnTo>
                    <a:pt x="121916" y="6179110"/>
                  </a:lnTo>
                  <a:lnTo>
                    <a:pt x="121916" y="6178679"/>
                  </a:lnTo>
                  <a:lnTo>
                    <a:pt x="122073" y="6178248"/>
                  </a:lnTo>
                  <a:lnTo>
                    <a:pt x="122231" y="6178248"/>
                  </a:lnTo>
                  <a:lnTo>
                    <a:pt x="122389" y="6178248"/>
                  </a:lnTo>
                  <a:lnTo>
                    <a:pt x="122547" y="6178248"/>
                  </a:lnTo>
                  <a:lnTo>
                    <a:pt x="122704" y="6178248"/>
                  </a:lnTo>
                  <a:lnTo>
                    <a:pt x="122704" y="6177818"/>
                  </a:lnTo>
                  <a:lnTo>
                    <a:pt x="122704" y="6177387"/>
                  </a:lnTo>
                  <a:lnTo>
                    <a:pt x="122862" y="6177387"/>
                  </a:lnTo>
                  <a:lnTo>
                    <a:pt x="122862" y="6176957"/>
                  </a:lnTo>
                  <a:lnTo>
                    <a:pt x="122862" y="6176526"/>
                  </a:lnTo>
                  <a:lnTo>
                    <a:pt x="123020" y="6176526"/>
                  </a:lnTo>
                  <a:lnTo>
                    <a:pt x="123177" y="6176526"/>
                  </a:lnTo>
                  <a:lnTo>
                    <a:pt x="123335" y="6176526"/>
                  </a:lnTo>
                  <a:lnTo>
                    <a:pt x="123493" y="6176526"/>
                  </a:lnTo>
                  <a:lnTo>
                    <a:pt x="123493" y="6176095"/>
                  </a:lnTo>
                  <a:lnTo>
                    <a:pt x="123493" y="6175665"/>
                  </a:lnTo>
                  <a:lnTo>
                    <a:pt x="123966" y="6175234"/>
                  </a:lnTo>
                  <a:lnTo>
                    <a:pt x="124124" y="6175234"/>
                  </a:lnTo>
                  <a:lnTo>
                    <a:pt x="124282" y="6175234"/>
                  </a:lnTo>
                  <a:lnTo>
                    <a:pt x="124282" y="6174804"/>
                  </a:lnTo>
                  <a:lnTo>
                    <a:pt x="124439" y="6174804"/>
                  </a:lnTo>
                  <a:lnTo>
                    <a:pt x="124597" y="6174804"/>
                  </a:lnTo>
                  <a:lnTo>
                    <a:pt x="124597" y="6174373"/>
                  </a:lnTo>
                  <a:lnTo>
                    <a:pt x="124597" y="6173942"/>
                  </a:lnTo>
                  <a:lnTo>
                    <a:pt x="124755" y="6173942"/>
                  </a:lnTo>
                  <a:lnTo>
                    <a:pt x="124912" y="6173942"/>
                  </a:lnTo>
                  <a:lnTo>
                    <a:pt x="125070" y="6173942"/>
                  </a:lnTo>
                  <a:lnTo>
                    <a:pt x="125070" y="6173512"/>
                  </a:lnTo>
                  <a:lnTo>
                    <a:pt x="125070" y="6173081"/>
                  </a:lnTo>
                  <a:lnTo>
                    <a:pt x="125070" y="6172651"/>
                  </a:lnTo>
                  <a:lnTo>
                    <a:pt x="125070" y="6172220"/>
                  </a:lnTo>
                  <a:lnTo>
                    <a:pt x="125070" y="6171789"/>
                  </a:lnTo>
                  <a:lnTo>
                    <a:pt x="125228" y="6171789"/>
                  </a:lnTo>
                  <a:lnTo>
                    <a:pt x="125386" y="6171789"/>
                  </a:lnTo>
                  <a:lnTo>
                    <a:pt x="125386" y="6171359"/>
                  </a:lnTo>
                  <a:lnTo>
                    <a:pt x="125386" y="6170928"/>
                  </a:lnTo>
                  <a:lnTo>
                    <a:pt x="125543" y="6170928"/>
                  </a:lnTo>
                  <a:lnTo>
                    <a:pt x="125701" y="6170928"/>
                  </a:lnTo>
                  <a:lnTo>
                    <a:pt x="125859" y="6170928"/>
                  </a:lnTo>
                  <a:lnTo>
                    <a:pt x="126016" y="6170498"/>
                  </a:lnTo>
                  <a:lnTo>
                    <a:pt x="126332" y="6170498"/>
                  </a:lnTo>
                  <a:lnTo>
                    <a:pt x="126332" y="6170067"/>
                  </a:lnTo>
                  <a:lnTo>
                    <a:pt x="126490" y="6170067"/>
                  </a:lnTo>
                  <a:lnTo>
                    <a:pt x="126647" y="6170067"/>
                  </a:lnTo>
                  <a:lnTo>
                    <a:pt x="126805" y="6170067"/>
                  </a:lnTo>
                  <a:lnTo>
                    <a:pt x="126963" y="6170067"/>
                  </a:lnTo>
                  <a:lnTo>
                    <a:pt x="127120" y="6170067"/>
                  </a:lnTo>
                  <a:lnTo>
                    <a:pt x="127278" y="6170067"/>
                  </a:lnTo>
                  <a:lnTo>
                    <a:pt x="127436" y="6170067"/>
                  </a:lnTo>
                  <a:lnTo>
                    <a:pt x="127594" y="6170067"/>
                  </a:lnTo>
                  <a:lnTo>
                    <a:pt x="127751" y="6170067"/>
                  </a:lnTo>
                  <a:lnTo>
                    <a:pt x="127751" y="6169636"/>
                  </a:lnTo>
                  <a:lnTo>
                    <a:pt x="127751" y="6169206"/>
                  </a:lnTo>
                  <a:lnTo>
                    <a:pt x="127909" y="6168775"/>
                  </a:lnTo>
                  <a:lnTo>
                    <a:pt x="128067" y="6168775"/>
                  </a:lnTo>
                  <a:lnTo>
                    <a:pt x="128224" y="6168775"/>
                  </a:lnTo>
                  <a:lnTo>
                    <a:pt x="128382" y="6168775"/>
                  </a:lnTo>
                  <a:lnTo>
                    <a:pt x="128540" y="6168775"/>
                  </a:lnTo>
                  <a:lnTo>
                    <a:pt x="128698" y="6168775"/>
                  </a:lnTo>
                  <a:lnTo>
                    <a:pt x="128855" y="6168775"/>
                  </a:lnTo>
                  <a:lnTo>
                    <a:pt x="129013" y="6168775"/>
                  </a:lnTo>
                  <a:lnTo>
                    <a:pt x="129013" y="6168345"/>
                  </a:lnTo>
                  <a:lnTo>
                    <a:pt x="129013" y="6167914"/>
                  </a:lnTo>
                  <a:lnTo>
                    <a:pt x="129171" y="6167914"/>
                  </a:lnTo>
                  <a:lnTo>
                    <a:pt x="129328" y="6167914"/>
                  </a:lnTo>
                  <a:lnTo>
                    <a:pt x="129328" y="6167483"/>
                  </a:lnTo>
                  <a:lnTo>
                    <a:pt x="129486" y="6167483"/>
                  </a:lnTo>
                  <a:lnTo>
                    <a:pt x="129486" y="6167053"/>
                  </a:lnTo>
                  <a:lnTo>
                    <a:pt x="129644" y="6167053"/>
                  </a:lnTo>
                  <a:lnTo>
                    <a:pt x="129802" y="6167053"/>
                  </a:lnTo>
                  <a:lnTo>
                    <a:pt x="129959" y="6167053"/>
                  </a:lnTo>
                  <a:lnTo>
                    <a:pt x="129959" y="6166622"/>
                  </a:lnTo>
                  <a:lnTo>
                    <a:pt x="130275" y="6166622"/>
                  </a:lnTo>
                  <a:lnTo>
                    <a:pt x="130433" y="6166622"/>
                  </a:lnTo>
                  <a:lnTo>
                    <a:pt x="130590" y="6166622"/>
                  </a:lnTo>
                  <a:lnTo>
                    <a:pt x="130748" y="6166622"/>
                  </a:lnTo>
                  <a:lnTo>
                    <a:pt x="130906" y="6166622"/>
                  </a:lnTo>
                  <a:lnTo>
                    <a:pt x="131063" y="6166622"/>
                  </a:lnTo>
                  <a:lnTo>
                    <a:pt x="131221" y="6166622"/>
                  </a:lnTo>
                  <a:lnTo>
                    <a:pt x="131221" y="6166192"/>
                  </a:lnTo>
                  <a:lnTo>
                    <a:pt x="131379" y="6165761"/>
                  </a:lnTo>
                  <a:lnTo>
                    <a:pt x="131537" y="6165761"/>
                  </a:lnTo>
                  <a:lnTo>
                    <a:pt x="131694" y="6165761"/>
                  </a:lnTo>
                  <a:lnTo>
                    <a:pt x="131852" y="6165761"/>
                  </a:lnTo>
                  <a:lnTo>
                    <a:pt x="132010" y="6165761"/>
                  </a:lnTo>
                  <a:lnTo>
                    <a:pt x="132010" y="6165330"/>
                  </a:lnTo>
                  <a:lnTo>
                    <a:pt x="132167" y="6165330"/>
                  </a:lnTo>
                  <a:lnTo>
                    <a:pt x="132325" y="6165330"/>
                  </a:lnTo>
                  <a:lnTo>
                    <a:pt x="132483" y="6165330"/>
                  </a:lnTo>
                  <a:lnTo>
                    <a:pt x="132641" y="6165330"/>
                  </a:lnTo>
                  <a:lnTo>
                    <a:pt x="132641" y="6164900"/>
                  </a:lnTo>
                  <a:lnTo>
                    <a:pt x="132798" y="6164900"/>
                  </a:lnTo>
                  <a:lnTo>
                    <a:pt x="132956" y="6164469"/>
                  </a:lnTo>
                  <a:lnTo>
                    <a:pt x="133114" y="6164469"/>
                  </a:lnTo>
                  <a:lnTo>
                    <a:pt x="133429" y="6164469"/>
                  </a:lnTo>
                  <a:lnTo>
                    <a:pt x="133587" y="6164469"/>
                  </a:lnTo>
                  <a:lnTo>
                    <a:pt x="133587" y="6164039"/>
                  </a:lnTo>
                  <a:lnTo>
                    <a:pt x="133745" y="6164039"/>
                  </a:lnTo>
                  <a:lnTo>
                    <a:pt x="133745" y="6163608"/>
                  </a:lnTo>
                  <a:lnTo>
                    <a:pt x="133902" y="6163608"/>
                  </a:lnTo>
                  <a:lnTo>
                    <a:pt x="134060" y="6163608"/>
                  </a:lnTo>
                  <a:lnTo>
                    <a:pt x="134218" y="6163608"/>
                  </a:lnTo>
                  <a:lnTo>
                    <a:pt x="134375" y="6163608"/>
                  </a:lnTo>
                  <a:lnTo>
                    <a:pt x="134533" y="6163608"/>
                  </a:lnTo>
                  <a:lnTo>
                    <a:pt x="134691" y="6163608"/>
                  </a:lnTo>
                  <a:lnTo>
                    <a:pt x="134691" y="6163177"/>
                  </a:lnTo>
                  <a:lnTo>
                    <a:pt x="134849" y="6163177"/>
                  </a:lnTo>
                  <a:lnTo>
                    <a:pt x="134849" y="6162747"/>
                  </a:lnTo>
                  <a:lnTo>
                    <a:pt x="135006" y="6162747"/>
                  </a:lnTo>
                  <a:lnTo>
                    <a:pt x="135006" y="6162316"/>
                  </a:lnTo>
                  <a:lnTo>
                    <a:pt x="135006" y="6161886"/>
                  </a:lnTo>
                  <a:lnTo>
                    <a:pt x="135164" y="6161886"/>
                  </a:lnTo>
                  <a:lnTo>
                    <a:pt x="135164" y="6161455"/>
                  </a:lnTo>
                  <a:lnTo>
                    <a:pt x="135480" y="6161455"/>
                  </a:lnTo>
                  <a:lnTo>
                    <a:pt x="135795" y="6161455"/>
                  </a:lnTo>
                  <a:lnTo>
                    <a:pt x="135953" y="6161455"/>
                  </a:lnTo>
                  <a:lnTo>
                    <a:pt x="136110" y="6161455"/>
                  </a:lnTo>
                  <a:lnTo>
                    <a:pt x="136110" y="6161024"/>
                  </a:lnTo>
                  <a:lnTo>
                    <a:pt x="136110" y="6160594"/>
                  </a:lnTo>
                  <a:lnTo>
                    <a:pt x="136268" y="6160594"/>
                  </a:lnTo>
                  <a:lnTo>
                    <a:pt x="136268" y="6160163"/>
                  </a:lnTo>
                  <a:lnTo>
                    <a:pt x="136426" y="6160163"/>
                  </a:lnTo>
                  <a:lnTo>
                    <a:pt x="136584" y="6159733"/>
                  </a:lnTo>
                  <a:lnTo>
                    <a:pt x="136741" y="6159733"/>
                  </a:lnTo>
                  <a:lnTo>
                    <a:pt x="136899" y="6159733"/>
                  </a:lnTo>
                  <a:lnTo>
                    <a:pt x="137057" y="6159733"/>
                  </a:lnTo>
                  <a:lnTo>
                    <a:pt x="137214" y="6159733"/>
                  </a:lnTo>
                  <a:lnTo>
                    <a:pt x="137372" y="6159733"/>
                  </a:lnTo>
                  <a:lnTo>
                    <a:pt x="137688" y="6159733"/>
                  </a:lnTo>
                  <a:lnTo>
                    <a:pt x="137845" y="6159733"/>
                  </a:lnTo>
                  <a:lnTo>
                    <a:pt x="138003" y="6159733"/>
                  </a:lnTo>
                  <a:lnTo>
                    <a:pt x="138161" y="6159733"/>
                  </a:lnTo>
                  <a:lnTo>
                    <a:pt x="138318" y="6159733"/>
                  </a:lnTo>
                  <a:lnTo>
                    <a:pt x="138476" y="6159733"/>
                  </a:lnTo>
                  <a:lnTo>
                    <a:pt x="138634" y="6159733"/>
                  </a:lnTo>
                  <a:lnTo>
                    <a:pt x="138792" y="6159733"/>
                  </a:lnTo>
                  <a:lnTo>
                    <a:pt x="138949" y="6159733"/>
                  </a:lnTo>
                  <a:lnTo>
                    <a:pt x="139265" y="6159733"/>
                  </a:lnTo>
                  <a:lnTo>
                    <a:pt x="139422" y="6159733"/>
                  </a:lnTo>
                  <a:lnTo>
                    <a:pt x="139580" y="6159733"/>
                  </a:lnTo>
                  <a:lnTo>
                    <a:pt x="139738" y="6159733"/>
                  </a:lnTo>
                  <a:lnTo>
                    <a:pt x="139896" y="6159733"/>
                  </a:lnTo>
                  <a:lnTo>
                    <a:pt x="140053" y="6159733"/>
                  </a:lnTo>
                  <a:lnTo>
                    <a:pt x="140211" y="6159733"/>
                  </a:lnTo>
                  <a:lnTo>
                    <a:pt x="140211" y="6159302"/>
                  </a:lnTo>
                  <a:lnTo>
                    <a:pt x="140211" y="6158871"/>
                  </a:lnTo>
                  <a:lnTo>
                    <a:pt x="140211" y="6157580"/>
                  </a:lnTo>
                  <a:lnTo>
                    <a:pt x="140211" y="6157149"/>
                  </a:lnTo>
                  <a:lnTo>
                    <a:pt x="140369" y="6157149"/>
                  </a:lnTo>
                  <a:lnTo>
                    <a:pt x="140526" y="6157149"/>
                  </a:lnTo>
                  <a:lnTo>
                    <a:pt x="140684" y="6157149"/>
                  </a:lnTo>
                  <a:lnTo>
                    <a:pt x="140842" y="6157149"/>
                  </a:lnTo>
                  <a:lnTo>
                    <a:pt x="141000" y="6157149"/>
                  </a:lnTo>
                  <a:lnTo>
                    <a:pt x="141157" y="6157149"/>
                  </a:lnTo>
                  <a:lnTo>
                    <a:pt x="141157" y="6156718"/>
                  </a:lnTo>
                  <a:lnTo>
                    <a:pt x="141315" y="6156718"/>
                  </a:lnTo>
                  <a:lnTo>
                    <a:pt x="141473" y="6156718"/>
                  </a:lnTo>
                  <a:lnTo>
                    <a:pt x="141631" y="6156718"/>
                  </a:lnTo>
                  <a:lnTo>
                    <a:pt x="141788" y="6156718"/>
                  </a:lnTo>
                  <a:lnTo>
                    <a:pt x="141946" y="6156718"/>
                  </a:lnTo>
                  <a:lnTo>
                    <a:pt x="142104" y="6156718"/>
                  </a:lnTo>
                  <a:lnTo>
                    <a:pt x="142419" y="6156718"/>
                  </a:lnTo>
                  <a:lnTo>
                    <a:pt x="142577" y="6156718"/>
                  </a:lnTo>
                  <a:lnTo>
                    <a:pt x="142577" y="6156288"/>
                  </a:lnTo>
                  <a:lnTo>
                    <a:pt x="142735" y="6156288"/>
                  </a:lnTo>
                  <a:lnTo>
                    <a:pt x="142892" y="6156288"/>
                  </a:lnTo>
                  <a:lnTo>
                    <a:pt x="143050" y="6156288"/>
                  </a:lnTo>
                  <a:lnTo>
                    <a:pt x="143208" y="6156288"/>
                  </a:lnTo>
                  <a:lnTo>
                    <a:pt x="143208" y="6155857"/>
                  </a:lnTo>
                  <a:lnTo>
                    <a:pt x="143365" y="6155857"/>
                  </a:lnTo>
                  <a:lnTo>
                    <a:pt x="143365" y="6155427"/>
                  </a:lnTo>
                  <a:lnTo>
                    <a:pt x="143523" y="6155427"/>
                  </a:lnTo>
                  <a:lnTo>
                    <a:pt x="143523" y="6154996"/>
                  </a:lnTo>
                  <a:lnTo>
                    <a:pt x="143681" y="6154565"/>
                  </a:lnTo>
                  <a:lnTo>
                    <a:pt x="143839" y="6154565"/>
                  </a:lnTo>
                  <a:lnTo>
                    <a:pt x="143839" y="6154135"/>
                  </a:lnTo>
                  <a:lnTo>
                    <a:pt x="143996" y="6154135"/>
                  </a:lnTo>
                  <a:lnTo>
                    <a:pt x="144154" y="6154135"/>
                  </a:lnTo>
                  <a:lnTo>
                    <a:pt x="144312" y="6154135"/>
                  </a:lnTo>
                  <a:lnTo>
                    <a:pt x="144312" y="6153704"/>
                  </a:lnTo>
                  <a:lnTo>
                    <a:pt x="144469" y="6153274"/>
                  </a:lnTo>
                  <a:lnTo>
                    <a:pt x="144469" y="6152843"/>
                  </a:lnTo>
                  <a:lnTo>
                    <a:pt x="144627" y="6152843"/>
                  </a:lnTo>
                  <a:lnTo>
                    <a:pt x="144785" y="6152843"/>
                  </a:lnTo>
                  <a:lnTo>
                    <a:pt x="144943" y="6152843"/>
                  </a:lnTo>
                  <a:lnTo>
                    <a:pt x="145100" y="6152843"/>
                  </a:lnTo>
                  <a:lnTo>
                    <a:pt x="145258" y="6152843"/>
                  </a:lnTo>
                  <a:lnTo>
                    <a:pt x="145416" y="6152843"/>
                  </a:lnTo>
                  <a:lnTo>
                    <a:pt x="145573" y="6152843"/>
                  </a:lnTo>
                  <a:lnTo>
                    <a:pt x="145731" y="6152843"/>
                  </a:lnTo>
                  <a:lnTo>
                    <a:pt x="145731" y="6152412"/>
                  </a:lnTo>
                  <a:lnTo>
                    <a:pt x="145889" y="6152412"/>
                  </a:lnTo>
                  <a:lnTo>
                    <a:pt x="146047" y="6152412"/>
                  </a:lnTo>
                  <a:lnTo>
                    <a:pt x="146204" y="6152412"/>
                  </a:lnTo>
                  <a:lnTo>
                    <a:pt x="146362" y="6152412"/>
                  </a:lnTo>
                  <a:lnTo>
                    <a:pt x="146362" y="6151982"/>
                  </a:lnTo>
                  <a:lnTo>
                    <a:pt x="146362" y="6151551"/>
                  </a:lnTo>
                  <a:lnTo>
                    <a:pt x="146520" y="6151551"/>
                  </a:lnTo>
                  <a:lnTo>
                    <a:pt x="146520" y="6151121"/>
                  </a:lnTo>
                  <a:lnTo>
                    <a:pt x="146520" y="6150690"/>
                  </a:lnTo>
                  <a:lnTo>
                    <a:pt x="146677" y="6150690"/>
                  </a:lnTo>
                  <a:lnTo>
                    <a:pt x="146677" y="6149829"/>
                  </a:lnTo>
                  <a:lnTo>
                    <a:pt x="146677" y="6149398"/>
                  </a:lnTo>
                  <a:lnTo>
                    <a:pt x="146835" y="6149398"/>
                  </a:lnTo>
                  <a:lnTo>
                    <a:pt x="146835" y="6148968"/>
                  </a:lnTo>
                  <a:lnTo>
                    <a:pt x="146993" y="6148968"/>
                  </a:lnTo>
                  <a:lnTo>
                    <a:pt x="147151" y="6148968"/>
                  </a:lnTo>
                  <a:lnTo>
                    <a:pt x="147308" y="6148968"/>
                  </a:lnTo>
                  <a:lnTo>
                    <a:pt x="147308" y="6148537"/>
                  </a:lnTo>
                  <a:lnTo>
                    <a:pt x="147308" y="6148106"/>
                  </a:lnTo>
                  <a:lnTo>
                    <a:pt x="147466" y="6148106"/>
                  </a:lnTo>
                  <a:lnTo>
                    <a:pt x="147782" y="6148106"/>
                  </a:lnTo>
                  <a:lnTo>
                    <a:pt x="147939" y="6148106"/>
                  </a:lnTo>
                  <a:lnTo>
                    <a:pt x="148097" y="6148106"/>
                  </a:lnTo>
                  <a:lnTo>
                    <a:pt x="148097" y="6147676"/>
                  </a:lnTo>
                  <a:lnTo>
                    <a:pt x="148097" y="6147245"/>
                  </a:lnTo>
                  <a:lnTo>
                    <a:pt x="148255" y="6146815"/>
                  </a:lnTo>
                  <a:lnTo>
                    <a:pt x="148255" y="6146384"/>
                  </a:lnTo>
                  <a:lnTo>
                    <a:pt x="148412" y="6146384"/>
                  </a:lnTo>
                  <a:lnTo>
                    <a:pt x="148570" y="6146384"/>
                  </a:lnTo>
                  <a:lnTo>
                    <a:pt x="148570" y="6145953"/>
                  </a:lnTo>
                  <a:lnTo>
                    <a:pt x="148728" y="6145953"/>
                  </a:lnTo>
                  <a:lnTo>
                    <a:pt x="148886" y="6145953"/>
                  </a:lnTo>
                  <a:lnTo>
                    <a:pt x="149043" y="6145953"/>
                  </a:lnTo>
                  <a:lnTo>
                    <a:pt x="149043" y="6145523"/>
                  </a:lnTo>
                  <a:lnTo>
                    <a:pt x="149201" y="6145523"/>
                  </a:lnTo>
                  <a:lnTo>
                    <a:pt x="149201" y="6145092"/>
                  </a:lnTo>
                  <a:lnTo>
                    <a:pt x="149674" y="6145092"/>
                  </a:lnTo>
                  <a:lnTo>
                    <a:pt x="149832" y="6145092"/>
                  </a:lnTo>
                  <a:lnTo>
                    <a:pt x="149990" y="6145092"/>
                  </a:lnTo>
                  <a:lnTo>
                    <a:pt x="149990" y="6144231"/>
                  </a:lnTo>
                  <a:lnTo>
                    <a:pt x="150147" y="6144231"/>
                  </a:lnTo>
                  <a:lnTo>
                    <a:pt x="150305" y="6144231"/>
                  </a:lnTo>
                  <a:lnTo>
                    <a:pt x="150620" y="6144231"/>
                  </a:lnTo>
                  <a:lnTo>
                    <a:pt x="150778" y="6144231"/>
                  </a:lnTo>
                  <a:lnTo>
                    <a:pt x="150936" y="6144231"/>
                  </a:lnTo>
                  <a:lnTo>
                    <a:pt x="151251" y="6144231"/>
                  </a:lnTo>
                  <a:lnTo>
                    <a:pt x="151409" y="6144231"/>
                  </a:lnTo>
                  <a:lnTo>
                    <a:pt x="151567" y="6144231"/>
                  </a:lnTo>
                  <a:lnTo>
                    <a:pt x="151567" y="6143800"/>
                  </a:lnTo>
                  <a:lnTo>
                    <a:pt x="151724" y="6143800"/>
                  </a:lnTo>
                  <a:lnTo>
                    <a:pt x="151724" y="6143370"/>
                  </a:lnTo>
                  <a:lnTo>
                    <a:pt x="151882" y="6143370"/>
                  </a:lnTo>
                  <a:lnTo>
                    <a:pt x="151882" y="6142939"/>
                  </a:lnTo>
                  <a:lnTo>
                    <a:pt x="151882" y="6142509"/>
                  </a:lnTo>
                  <a:lnTo>
                    <a:pt x="152040" y="6142509"/>
                  </a:lnTo>
                  <a:lnTo>
                    <a:pt x="152198" y="6142509"/>
                  </a:lnTo>
                  <a:lnTo>
                    <a:pt x="152355" y="6142509"/>
                  </a:lnTo>
                  <a:lnTo>
                    <a:pt x="152355" y="6142078"/>
                  </a:lnTo>
                  <a:lnTo>
                    <a:pt x="152355" y="6141647"/>
                  </a:lnTo>
                  <a:lnTo>
                    <a:pt x="152513" y="6141647"/>
                  </a:lnTo>
                  <a:lnTo>
                    <a:pt x="152671" y="6141647"/>
                  </a:lnTo>
                  <a:lnTo>
                    <a:pt x="152986" y="6141647"/>
                  </a:lnTo>
                  <a:lnTo>
                    <a:pt x="152986" y="6141217"/>
                  </a:lnTo>
                  <a:lnTo>
                    <a:pt x="153144" y="6141217"/>
                  </a:lnTo>
                  <a:lnTo>
                    <a:pt x="153144" y="6140786"/>
                  </a:lnTo>
                  <a:lnTo>
                    <a:pt x="153302" y="6140786"/>
                  </a:lnTo>
                  <a:lnTo>
                    <a:pt x="153459" y="6140356"/>
                  </a:lnTo>
                  <a:lnTo>
                    <a:pt x="153617" y="6140356"/>
                  </a:lnTo>
                  <a:lnTo>
                    <a:pt x="153775" y="6140356"/>
                  </a:lnTo>
                  <a:lnTo>
                    <a:pt x="153933" y="6140356"/>
                  </a:lnTo>
                  <a:lnTo>
                    <a:pt x="154090" y="6140356"/>
                  </a:lnTo>
                  <a:lnTo>
                    <a:pt x="154248" y="6140356"/>
                  </a:lnTo>
                  <a:lnTo>
                    <a:pt x="154248" y="6139925"/>
                  </a:lnTo>
                  <a:lnTo>
                    <a:pt x="154406" y="6139925"/>
                  </a:lnTo>
                  <a:lnTo>
                    <a:pt x="154563" y="6139494"/>
                  </a:lnTo>
                  <a:lnTo>
                    <a:pt x="154563" y="6139064"/>
                  </a:lnTo>
                  <a:lnTo>
                    <a:pt x="154721" y="6139064"/>
                  </a:lnTo>
                  <a:lnTo>
                    <a:pt x="154879" y="6139064"/>
                  </a:lnTo>
                  <a:lnTo>
                    <a:pt x="154879" y="6138203"/>
                  </a:lnTo>
                  <a:lnTo>
                    <a:pt x="155037" y="6137772"/>
                  </a:lnTo>
                  <a:lnTo>
                    <a:pt x="155194" y="6137341"/>
                  </a:lnTo>
                  <a:lnTo>
                    <a:pt x="155352" y="6137341"/>
                  </a:lnTo>
                  <a:lnTo>
                    <a:pt x="155352" y="6136911"/>
                  </a:lnTo>
                  <a:lnTo>
                    <a:pt x="155352" y="6136480"/>
                  </a:lnTo>
                  <a:lnTo>
                    <a:pt x="155510" y="6136480"/>
                  </a:lnTo>
                  <a:lnTo>
                    <a:pt x="155510" y="6136050"/>
                  </a:lnTo>
                  <a:lnTo>
                    <a:pt x="155667" y="6136050"/>
                  </a:lnTo>
                  <a:lnTo>
                    <a:pt x="155825" y="6136050"/>
                  </a:lnTo>
                  <a:lnTo>
                    <a:pt x="155825" y="6135619"/>
                  </a:lnTo>
                  <a:lnTo>
                    <a:pt x="155983" y="6135619"/>
                  </a:lnTo>
                  <a:lnTo>
                    <a:pt x="155983" y="6135188"/>
                  </a:lnTo>
                  <a:lnTo>
                    <a:pt x="156141" y="6135188"/>
                  </a:lnTo>
                  <a:lnTo>
                    <a:pt x="156141" y="6134758"/>
                  </a:lnTo>
                  <a:lnTo>
                    <a:pt x="156298" y="6134758"/>
                  </a:lnTo>
                  <a:lnTo>
                    <a:pt x="156456" y="6134758"/>
                  </a:lnTo>
                  <a:lnTo>
                    <a:pt x="156614" y="6134758"/>
                  </a:lnTo>
                  <a:lnTo>
                    <a:pt x="156771" y="6134327"/>
                  </a:lnTo>
                  <a:lnTo>
                    <a:pt x="156771" y="6133897"/>
                  </a:lnTo>
                  <a:lnTo>
                    <a:pt x="156929" y="6133897"/>
                  </a:lnTo>
                  <a:lnTo>
                    <a:pt x="157087" y="6133466"/>
                  </a:lnTo>
                  <a:lnTo>
                    <a:pt x="157245" y="6133466"/>
                  </a:lnTo>
                  <a:lnTo>
                    <a:pt x="157402" y="6133466"/>
                  </a:lnTo>
                  <a:lnTo>
                    <a:pt x="157402" y="6133035"/>
                  </a:lnTo>
                  <a:lnTo>
                    <a:pt x="157560" y="6133035"/>
                  </a:lnTo>
                  <a:lnTo>
                    <a:pt x="157718" y="6133035"/>
                  </a:lnTo>
                  <a:lnTo>
                    <a:pt x="157718" y="6132605"/>
                  </a:lnTo>
                  <a:lnTo>
                    <a:pt x="157875" y="6132174"/>
                  </a:lnTo>
                  <a:lnTo>
                    <a:pt x="158033" y="6132174"/>
                  </a:lnTo>
                  <a:lnTo>
                    <a:pt x="158191" y="6132174"/>
                  </a:lnTo>
                  <a:lnTo>
                    <a:pt x="158191" y="6131744"/>
                  </a:lnTo>
                  <a:lnTo>
                    <a:pt x="158191" y="6131313"/>
                  </a:lnTo>
                  <a:lnTo>
                    <a:pt x="158191" y="6130882"/>
                  </a:lnTo>
                  <a:lnTo>
                    <a:pt x="158191" y="6130452"/>
                  </a:lnTo>
                  <a:lnTo>
                    <a:pt x="158349" y="6130452"/>
                  </a:lnTo>
                  <a:lnTo>
                    <a:pt x="158349" y="6130021"/>
                  </a:lnTo>
                  <a:lnTo>
                    <a:pt x="158506" y="6130021"/>
                  </a:lnTo>
                  <a:lnTo>
                    <a:pt x="158664" y="6130021"/>
                  </a:lnTo>
                  <a:lnTo>
                    <a:pt x="158822" y="6130021"/>
                  </a:lnTo>
                  <a:lnTo>
                    <a:pt x="158822" y="6129591"/>
                  </a:lnTo>
                  <a:lnTo>
                    <a:pt x="158980" y="6129160"/>
                  </a:lnTo>
                  <a:lnTo>
                    <a:pt x="159137" y="6128729"/>
                  </a:lnTo>
                  <a:lnTo>
                    <a:pt x="159295" y="6128729"/>
                  </a:lnTo>
                  <a:lnTo>
                    <a:pt x="159453" y="6128729"/>
                  </a:lnTo>
                  <a:lnTo>
                    <a:pt x="159610" y="6128299"/>
                  </a:lnTo>
                  <a:lnTo>
                    <a:pt x="159610" y="6127868"/>
                  </a:lnTo>
                  <a:lnTo>
                    <a:pt x="159610" y="6127438"/>
                  </a:lnTo>
                  <a:lnTo>
                    <a:pt x="159768" y="6127438"/>
                  </a:lnTo>
                  <a:lnTo>
                    <a:pt x="159926" y="6127438"/>
                  </a:lnTo>
                  <a:lnTo>
                    <a:pt x="159926" y="6127007"/>
                  </a:lnTo>
                  <a:lnTo>
                    <a:pt x="160084" y="6127007"/>
                  </a:lnTo>
                  <a:lnTo>
                    <a:pt x="160399" y="6127007"/>
                  </a:lnTo>
                  <a:lnTo>
                    <a:pt x="160557" y="6127007"/>
                  </a:lnTo>
                  <a:lnTo>
                    <a:pt x="160714" y="6127007"/>
                  </a:lnTo>
                  <a:lnTo>
                    <a:pt x="160714" y="6126576"/>
                  </a:lnTo>
                  <a:lnTo>
                    <a:pt x="160714" y="6126146"/>
                  </a:lnTo>
                  <a:lnTo>
                    <a:pt x="160872" y="6126146"/>
                  </a:lnTo>
                  <a:lnTo>
                    <a:pt x="160872" y="6125715"/>
                  </a:lnTo>
                  <a:lnTo>
                    <a:pt x="160872" y="6125285"/>
                  </a:lnTo>
                  <a:lnTo>
                    <a:pt x="161030" y="6125285"/>
                  </a:lnTo>
                  <a:lnTo>
                    <a:pt x="161188" y="6125285"/>
                  </a:lnTo>
                  <a:lnTo>
                    <a:pt x="161188" y="6124423"/>
                  </a:lnTo>
                  <a:lnTo>
                    <a:pt x="161503" y="6124423"/>
                  </a:lnTo>
                  <a:lnTo>
                    <a:pt x="161503" y="6123993"/>
                  </a:lnTo>
                  <a:lnTo>
                    <a:pt x="161661" y="6123993"/>
                  </a:lnTo>
                  <a:lnTo>
                    <a:pt x="161818" y="6123993"/>
                  </a:lnTo>
                  <a:lnTo>
                    <a:pt x="161976" y="6123993"/>
                  </a:lnTo>
                  <a:lnTo>
                    <a:pt x="162134" y="6123993"/>
                  </a:lnTo>
                  <a:lnTo>
                    <a:pt x="162134" y="6123562"/>
                  </a:lnTo>
                  <a:lnTo>
                    <a:pt x="162134" y="6123132"/>
                  </a:lnTo>
                  <a:lnTo>
                    <a:pt x="162292" y="6123132"/>
                  </a:lnTo>
                  <a:lnTo>
                    <a:pt x="162449" y="6123132"/>
                  </a:lnTo>
                  <a:lnTo>
                    <a:pt x="162607" y="6123132"/>
                  </a:lnTo>
                  <a:lnTo>
                    <a:pt x="162607" y="6122701"/>
                  </a:lnTo>
                  <a:lnTo>
                    <a:pt x="162607" y="6122270"/>
                  </a:lnTo>
                  <a:lnTo>
                    <a:pt x="162765" y="6122270"/>
                  </a:lnTo>
                  <a:lnTo>
                    <a:pt x="162922" y="6122270"/>
                  </a:lnTo>
                  <a:lnTo>
                    <a:pt x="162922" y="6121840"/>
                  </a:lnTo>
                  <a:lnTo>
                    <a:pt x="162922" y="6121409"/>
                  </a:lnTo>
                  <a:lnTo>
                    <a:pt x="163080" y="6121409"/>
                  </a:lnTo>
                  <a:lnTo>
                    <a:pt x="163238" y="6121409"/>
                  </a:lnTo>
                  <a:lnTo>
                    <a:pt x="163238" y="6120979"/>
                  </a:lnTo>
                  <a:lnTo>
                    <a:pt x="163396" y="6120979"/>
                  </a:lnTo>
                  <a:lnTo>
                    <a:pt x="163553" y="6120979"/>
                  </a:lnTo>
                  <a:lnTo>
                    <a:pt x="163553" y="6120548"/>
                  </a:lnTo>
                  <a:lnTo>
                    <a:pt x="163711" y="6120548"/>
                  </a:lnTo>
                  <a:lnTo>
                    <a:pt x="163869" y="6120548"/>
                  </a:lnTo>
                  <a:lnTo>
                    <a:pt x="164027" y="6120548"/>
                  </a:lnTo>
                  <a:lnTo>
                    <a:pt x="164342" y="6120548"/>
                  </a:lnTo>
                  <a:lnTo>
                    <a:pt x="164342" y="6120117"/>
                  </a:lnTo>
                  <a:lnTo>
                    <a:pt x="164342" y="6119687"/>
                  </a:lnTo>
                  <a:lnTo>
                    <a:pt x="164342" y="6119256"/>
                  </a:lnTo>
                  <a:lnTo>
                    <a:pt x="164500" y="6118395"/>
                  </a:lnTo>
                  <a:lnTo>
                    <a:pt x="164657" y="6118395"/>
                  </a:lnTo>
                  <a:lnTo>
                    <a:pt x="164973" y="6118395"/>
                  </a:lnTo>
                  <a:lnTo>
                    <a:pt x="165131" y="6118395"/>
                  </a:lnTo>
                  <a:lnTo>
                    <a:pt x="165288" y="6118395"/>
                  </a:lnTo>
                  <a:lnTo>
                    <a:pt x="165288" y="6117964"/>
                  </a:lnTo>
                  <a:lnTo>
                    <a:pt x="165446" y="6117964"/>
                  </a:lnTo>
                  <a:lnTo>
                    <a:pt x="165604" y="6117964"/>
                  </a:lnTo>
                  <a:lnTo>
                    <a:pt x="165761" y="6117964"/>
                  </a:lnTo>
                  <a:lnTo>
                    <a:pt x="165919" y="6117964"/>
                  </a:lnTo>
                  <a:lnTo>
                    <a:pt x="165919" y="6117534"/>
                  </a:lnTo>
                  <a:lnTo>
                    <a:pt x="166077" y="6117534"/>
                  </a:lnTo>
                  <a:lnTo>
                    <a:pt x="166235" y="6117534"/>
                  </a:lnTo>
                  <a:lnTo>
                    <a:pt x="166550" y="6117534"/>
                  </a:lnTo>
                  <a:lnTo>
                    <a:pt x="166550" y="6117103"/>
                  </a:lnTo>
                  <a:lnTo>
                    <a:pt x="166708" y="6117103"/>
                  </a:lnTo>
                  <a:lnTo>
                    <a:pt x="166865" y="6117103"/>
                  </a:lnTo>
                  <a:lnTo>
                    <a:pt x="167023" y="6117103"/>
                  </a:lnTo>
                  <a:lnTo>
                    <a:pt x="167339" y="6117103"/>
                  </a:lnTo>
                  <a:lnTo>
                    <a:pt x="167339" y="6116673"/>
                  </a:lnTo>
                  <a:lnTo>
                    <a:pt x="167339" y="6116242"/>
                  </a:lnTo>
                  <a:lnTo>
                    <a:pt x="167654" y="6116242"/>
                  </a:lnTo>
                  <a:lnTo>
                    <a:pt x="167654" y="6115811"/>
                  </a:lnTo>
                  <a:lnTo>
                    <a:pt x="167812" y="6115811"/>
                  </a:lnTo>
                  <a:lnTo>
                    <a:pt x="167969" y="6115811"/>
                  </a:lnTo>
                  <a:lnTo>
                    <a:pt x="168127" y="6115811"/>
                  </a:lnTo>
                  <a:lnTo>
                    <a:pt x="168127" y="6115381"/>
                  </a:lnTo>
                  <a:lnTo>
                    <a:pt x="168285" y="6114950"/>
                  </a:lnTo>
                  <a:lnTo>
                    <a:pt x="168285" y="6114520"/>
                  </a:lnTo>
                  <a:lnTo>
                    <a:pt x="168443" y="6114520"/>
                  </a:lnTo>
                  <a:lnTo>
                    <a:pt x="168600" y="6114520"/>
                  </a:lnTo>
                  <a:lnTo>
                    <a:pt x="168600" y="6114089"/>
                  </a:lnTo>
                  <a:lnTo>
                    <a:pt x="168758" y="6114089"/>
                  </a:lnTo>
                  <a:lnTo>
                    <a:pt x="168758" y="6113658"/>
                  </a:lnTo>
                  <a:lnTo>
                    <a:pt x="168916" y="6113658"/>
                  </a:lnTo>
                  <a:lnTo>
                    <a:pt x="169073" y="6113658"/>
                  </a:lnTo>
                  <a:lnTo>
                    <a:pt x="169073" y="6113228"/>
                  </a:lnTo>
                  <a:lnTo>
                    <a:pt x="169231" y="6113228"/>
                  </a:lnTo>
                  <a:lnTo>
                    <a:pt x="169389" y="6113228"/>
                  </a:lnTo>
                  <a:lnTo>
                    <a:pt x="169547" y="6113228"/>
                  </a:lnTo>
                  <a:lnTo>
                    <a:pt x="169704" y="6113228"/>
                  </a:lnTo>
                  <a:lnTo>
                    <a:pt x="169862" y="6113228"/>
                  </a:lnTo>
                  <a:lnTo>
                    <a:pt x="170020" y="6113228"/>
                  </a:lnTo>
                  <a:lnTo>
                    <a:pt x="170178" y="6113228"/>
                  </a:lnTo>
                  <a:lnTo>
                    <a:pt x="170335" y="6113228"/>
                  </a:lnTo>
                  <a:lnTo>
                    <a:pt x="170493" y="6113228"/>
                  </a:lnTo>
                  <a:lnTo>
                    <a:pt x="170493" y="6112797"/>
                  </a:lnTo>
                  <a:lnTo>
                    <a:pt x="170651" y="6112797"/>
                  </a:lnTo>
                  <a:lnTo>
                    <a:pt x="170808" y="6112367"/>
                  </a:lnTo>
                  <a:lnTo>
                    <a:pt x="170808" y="6111936"/>
                  </a:lnTo>
                  <a:lnTo>
                    <a:pt x="170966" y="6111936"/>
                  </a:lnTo>
                  <a:lnTo>
                    <a:pt x="171124" y="6111505"/>
                  </a:lnTo>
                  <a:lnTo>
                    <a:pt x="171282" y="6111505"/>
                  </a:lnTo>
                  <a:lnTo>
                    <a:pt x="171282" y="6110644"/>
                  </a:lnTo>
                  <a:lnTo>
                    <a:pt x="171439" y="6110644"/>
                  </a:lnTo>
                  <a:lnTo>
                    <a:pt x="171597" y="6110644"/>
                  </a:lnTo>
                  <a:lnTo>
                    <a:pt x="171755" y="6110644"/>
                  </a:lnTo>
                  <a:lnTo>
                    <a:pt x="171755" y="6110214"/>
                  </a:lnTo>
                  <a:lnTo>
                    <a:pt x="171912" y="6110214"/>
                  </a:lnTo>
                  <a:lnTo>
                    <a:pt x="172070" y="6110214"/>
                  </a:lnTo>
                  <a:lnTo>
                    <a:pt x="172070" y="6109783"/>
                  </a:lnTo>
                  <a:lnTo>
                    <a:pt x="172228" y="6109783"/>
                  </a:lnTo>
                  <a:lnTo>
                    <a:pt x="172228" y="6109352"/>
                  </a:lnTo>
                  <a:lnTo>
                    <a:pt x="172543" y="6109352"/>
                  </a:lnTo>
                  <a:lnTo>
                    <a:pt x="172701" y="6109352"/>
                  </a:lnTo>
                  <a:lnTo>
                    <a:pt x="172859" y="6109352"/>
                  </a:lnTo>
                  <a:lnTo>
                    <a:pt x="172859" y="6108922"/>
                  </a:lnTo>
                  <a:lnTo>
                    <a:pt x="173016" y="6108922"/>
                  </a:lnTo>
                  <a:lnTo>
                    <a:pt x="173174" y="6108922"/>
                  </a:lnTo>
                  <a:lnTo>
                    <a:pt x="173332" y="6108922"/>
                  </a:lnTo>
                  <a:lnTo>
                    <a:pt x="173490" y="6108922"/>
                  </a:lnTo>
                  <a:lnTo>
                    <a:pt x="173647" y="6108922"/>
                  </a:lnTo>
                  <a:lnTo>
                    <a:pt x="173647" y="6108491"/>
                  </a:lnTo>
                  <a:lnTo>
                    <a:pt x="173805" y="6108491"/>
                  </a:lnTo>
                  <a:lnTo>
                    <a:pt x="173805" y="6108061"/>
                  </a:lnTo>
                  <a:lnTo>
                    <a:pt x="173963" y="6108061"/>
                  </a:lnTo>
                  <a:lnTo>
                    <a:pt x="174120" y="6108061"/>
                  </a:lnTo>
                  <a:lnTo>
                    <a:pt x="174278" y="6108061"/>
                  </a:lnTo>
                  <a:lnTo>
                    <a:pt x="174436" y="6107630"/>
                  </a:lnTo>
                  <a:lnTo>
                    <a:pt x="174436" y="6107199"/>
                  </a:lnTo>
                  <a:lnTo>
                    <a:pt x="174436" y="6106769"/>
                  </a:lnTo>
                  <a:lnTo>
                    <a:pt x="174751" y="6106769"/>
                  </a:lnTo>
                  <a:lnTo>
                    <a:pt x="174909" y="6106769"/>
                  </a:lnTo>
                  <a:lnTo>
                    <a:pt x="175225" y="6106769"/>
                  </a:lnTo>
                  <a:lnTo>
                    <a:pt x="175382" y="6106769"/>
                  </a:lnTo>
                  <a:lnTo>
                    <a:pt x="175540" y="6106769"/>
                  </a:lnTo>
                  <a:lnTo>
                    <a:pt x="175855" y="6106769"/>
                  </a:lnTo>
                  <a:lnTo>
                    <a:pt x="176013" y="6106769"/>
                  </a:lnTo>
                  <a:lnTo>
                    <a:pt x="176013" y="6106338"/>
                  </a:lnTo>
                  <a:lnTo>
                    <a:pt x="176171" y="6106338"/>
                  </a:lnTo>
                  <a:lnTo>
                    <a:pt x="176329" y="6106338"/>
                  </a:lnTo>
                  <a:lnTo>
                    <a:pt x="176486" y="6106338"/>
                  </a:lnTo>
                  <a:lnTo>
                    <a:pt x="176644" y="6106338"/>
                  </a:lnTo>
                  <a:lnTo>
                    <a:pt x="176644" y="6105908"/>
                  </a:lnTo>
                  <a:lnTo>
                    <a:pt x="176802" y="6105908"/>
                  </a:lnTo>
                  <a:lnTo>
                    <a:pt x="176959" y="6105908"/>
                  </a:lnTo>
                  <a:lnTo>
                    <a:pt x="177117" y="6105477"/>
                  </a:lnTo>
                  <a:lnTo>
                    <a:pt x="177117" y="6105046"/>
                  </a:lnTo>
                  <a:lnTo>
                    <a:pt x="177433" y="6105046"/>
                  </a:lnTo>
                  <a:lnTo>
                    <a:pt x="177433" y="6104616"/>
                  </a:lnTo>
                  <a:lnTo>
                    <a:pt x="177433" y="6104185"/>
                  </a:lnTo>
                  <a:lnTo>
                    <a:pt x="177590" y="6104185"/>
                  </a:lnTo>
                  <a:lnTo>
                    <a:pt x="177748" y="6104185"/>
                  </a:lnTo>
                  <a:lnTo>
                    <a:pt x="177906" y="6104185"/>
                  </a:lnTo>
                  <a:lnTo>
                    <a:pt x="178063" y="6104185"/>
                  </a:lnTo>
                  <a:lnTo>
                    <a:pt x="178221" y="6104185"/>
                  </a:lnTo>
                  <a:lnTo>
                    <a:pt x="178221" y="6103755"/>
                  </a:lnTo>
                  <a:lnTo>
                    <a:pt x="178221" y="6103324"/>
                  </a:lnTo>
                  <a:lnTo>
                    <a:pt x="178221" y="6102893"/>
                  </a:lnTo>
                  <a:lnTo>
                    <a:pt x="178537" y="6102893"/>
                  </a:lnTo>
                  <a:lnTo>
                    <a:pt x="178694" y="6102893"/>
                  </a:lnTo>
                  <a:lnTo>
                    <a:pt x="178852" y="6102893"/>
                  </a:lnTo>
                  <a:lnTo>
                    <a:pt x="179010" y="6102893"/>
                  </a:lnTo>
                  <a:lnTo>
                    <a:pt x="179167" y="6102893"/>
                  </a:lnTo>
                  <a:lnTo>
                    <a:pt x="179167" y="6102463"/>
                  </a:lnTo>
                  <a:lnTo>
                    <a:pt x="179325" y="6102463"/>
                  </a:lnTo>
                  <a:lnTo>
                    <a:pt x="179483" y="6102463"/>
                  </a:lnTo>
                  <a:lnTo>
                    <a:pt x="179641" y="6102463"/>
                  </a:lnTo>
                  <a:lnTo>
                    <a:pt x="179798" y="6102463"/>
                  </a:lnTo>
                  <a:lnTo>
                    <a:pt x="179956" y="6102463"/>
                  </a:lnTo>
                  <a:lnTo>
                    <a:pt x="179956" y="6102032"/>
                  </a:lnTo>
                  <a:lnTo>
                    <a:pt x="179956" y="6101602"/>
                  </a:lnTo>
                  <a:lnTo>
                    <a:pt x="180271" y="6101602"/>
                  </a:lnTo>
                  <a:lnTo>
                    <a:pt x="180587" y="6101602"/>
                  </a:lnTo>
                  <a:lnTo>
                    <a:pt x="180745" y="6101602"/>
                  </a:lnTo>
                  <a:lnTo>
                    <a:pt x="180902" y="6101602"/>
                  </a:lnTo>
                  <a:lnTo>
                    <a:pt x="181060" y="6101602"/>
                  </a:lnTo>
                  <a:lnTo>
                    <a:pt x="181218" y="6101602"/>
                  </a:lnTo>
                  <a:lnTo>
                    <a:pt x="181376" y="6101602"/>
                  </a:lnTo>
                  <a:lnTo>
                    <a:pt x="181533" y="6101602"/>
                  </a:lnTo>
                  <a:lnTo>
                    <a:pt x="181691" y="6101602"/>
                  </a:lnTo>
                  <a:lnTo>
                    <a:pt x="181849" y="6101602"/>
                  </a:lnTo>
                  <a:lnTo>
                    <a:pt x="182164" y="6101602"/>
                  </a:lnTo>
                  <a:lnTo>
                    <a:pt x="182322" y="6101171"/>
                  </a:lnTo>
                  <a:lnTo>
                    <a:pt x="182480" y="6101171"/>
                  </a:lnTo>
                  <a:lnTo>
                    <a:pt x="182637" y="6101171"/>
                  </a:lnTo>
                  <a:lnTo>
                    <a:pt x="182795" y="6101171"/>
                  </a:lnTo>
                  <a:lnTo>
                    <a:pt x="182953" y="6101171"/>
                  </a:lnTo>
                  <a:lnTo>
                    <a:pt x="182953" y="6100740"/>
                  </a:lnTo>
                  <a:lnTo>
                    <a:pt x="183110" y="6100740"/>
                  </a:lnTo>
                  <a:lnTo>
                    <a:pt x="183268" y="6100740"/>
                  </a:lnTo>
                  <a:lnTo>
                    <a:pt x="183426" y="6100740"/>
                  </a:lnTo>
                  <a:lnTo>
                    <a:pt x="183584" y="6100740"/>
                  </a:lnTo>
                  <a:lnTo>
                    <a:pt x="183741" y="6100310"/>
                  </a:lnTo>
                  <a:lnTo>
                    <a:pt x="183899" y="6100310"/>
                  </a:lnTo>
                  <a:lnTo>
                    <a:pt x="184057" y="6100310"/>
                  </a:lnTo>
                  <a:lnTo>
                    <a:pt x="184057" y="6099879"/>
                  </a:lnTo>
                  <a:lnTo>
                    <a:pt x="184530" y="6099449"/>
                  </a:lnTo>
                  <a:lnTo>
                    <a:pt x="184530" y="6099018"/>
                  </a:lnTo>
                  <a:lnTo>
                    <a:pt x="184688" y="6099018"/>
                  </a:lnTo>
                  <a:lnTo>
                    <a:pt x="184845" y="6099018"/>
                  </a:lnTo>
                  <a:lnTo>
                    <a:pt x="185161" y="6099018"/>
                  </a:lnTo>
                  <a:lnTo>
                    <a:pt x="185161" y="6098587"/>
                  </a:lnTo>
                  <a:lnTo>
                    <a:pt x="185318" y="6098587"/>
                  </a:lnTo>
                  <a:lnTo>
                    <a:pt x="185318" y="6098157"/>
                  </a:lnTo>
                  <a:lnTo>
                    <a:pt x="185318" y="6097726"/>
                  </a:lnTo>
                  <a:lnTo>
                    <a:pt x="185634" y="6097726"/>
                  </a:lnTo>
                  <a:lnTo>
                    <a:pt x="185792" y="6097726"/>
                  </a:lnTo>
                  <a:lnTo>
                    <a:pt x="185792" y="6097296"/>
                  </a:lnTo>
                  <a:lnTo>
                    <a:pt x="185792" y="6096865"/>
                  </a:lnTo>
                  <a:lnTo>
                    <a:pt x="185949" y="6096865"/>
                  </a:lnTo>
                  <a:lnTo>
                    <a:pt x="186107" y="6096865"/>
                  </a:lnTo>
                  <a:lnTo>
                    <a:pt x="186107" y="6096434"/>
                  </a:lnTo>
                  <a:lnTo>
                    <a:pt x="186265" y="6096004"/>
                  </a:lnTo>
                  <a:lnTo>
                    <a:pt x="186423" y="6096004"/>
                  </a:lnTo>
                  <a:lnTo>
                    <a:pt x="186580" y="6096004"/>
                  </a:lnTo>
                  <a:lnTo>
                    <a:pt x="186738" y="6096004"/>
                  </a:lnTo>
                  <a:lnTo>
                    <a:pt x="186738" y="6095573"/>
                  </a:lnTo>
                  <a:lnTo>
                    <a:pt x="186738" y="6095143"/>
                  </a:lnTo>
                  <a:lnTo>
                    <a:pt x="186738" y="6094712"/>
                  </a:lnTo>
                  <a:lnTo>
                    <a:pt x="186896" y="6094712"/>
                  </a:lnTo>
                  <a:lnTo>
                    <a:pt x="187053" y="6094281"/>
                  </a:lnTo>
                  <a:lnTo>
                    <a:pt x="187211" y="6094281"/>
                  </a:lnTo>
                  <a:lnTo>
                    <a:pt x="187211" y="6093851"/>
                  </a:lnTo>
                  <a:lnTo>
                    <a:pt x="187369" y="6093851"/>
                  </a:lnTo>
                  <a:lnTo>
                    <a:pt x="187369" y="6093420"/>
                  </a:lnTo>
                  <a:lnTo>
                    <a:pt x="187369" y="6092990"/>
                  </a:lnTo>
                  <a:lnTo>
                    <a:pt x="187527" y="6092990"/>
                  </a:lnTo>
                  <a:lnTo>
                    <a:pt x="187527" y="6092559"/>
                  </a:lnTo>
                  <a:lnTo>
                    <a:pt x="187527" y="6092128"/>
                  </a:lnTo>
                  <a:lnTo>
                    <a:pt x="187527" y="6091698"/>
                  </a:lnTo>
                  <a:lnTo>
                    <a:pt x="187684" y="6091698"/>
                  </a:lnTo>
                  <a:lnTo>
                    <a:pt x="188157" y="6091698"/>
                  </a:lnTo>
                  <a:lnTo>
                    <a:pt x="188315" y="6091267"/>
                  </a:lnTo>
                  <a:lnTo>
                    <a:pt x="188473" y="6091267"/>
                  </a:lnTo>
                  <a:lnTo>
                    <a:pt x="188631" y="6090837"/>
                  </a:lnTo>
                  <a:lnTo>
                    <a:pt x="188631" y="6090406"/>
                  </a:lnTo>
                  <a:lnTo>
                    <a:pt x="188788" y="6090406"/>
                  </a:lnTo>
                  <a:lnTo>
                    <a:pt x="189104" y="6090406"/>
                  </a:lnTo>
                  <a:lnTo>
                    <a:pt x="189104" y="6089975"/>
                  </a:lnTo>
                  <a:lnTo>
                    <a:pt x="189261" y="6089975"/>
                  </a:lnTo>
                  <a:lnTo>
                    <a:pt x="189261" y="6089545"/>
                  </a:lnTo>
                  <a:lnTo>
                    <a:pt x="189419" y="6089545"/>
                  </a:lnTo>
                  <a:lnTo>
                    <a:pt x="189577" y="6089545"/>
                  </a:lnTo>
                  <a:lnTo>
                    <a:pt x="189735" y="6089114"/>
                  </a:lnTo>
                  <a:lnTo>
                    <a:pt x="189735" y="6088253"/>
                  </a:lnTo>
                  <a:lnTo>
                    <a:pt x="189892" y="6088253"/>
                  </a:lnTo>
                  <a:lnTo>
                    <a:pt x="190050" y="6088253"/>
                  </a:lnTo>
                  <a:lnTo>
                    <a:pt x="190050" y="6087822"/>
                  </a:lnTo>
                  <a:lnTo>
                    <a:pt x="190365" y="6087822"/>
                  </a:lnTo>
                  <a:lnTo>
                    <a:pt x="190523" y="6087822"/>
                  </a:lnTo>
                  <a:lnTo>
                    <a:pt x="190681" y="6087822"/>
                  </a:lnTo>
                  <a:lnTo>
                    <a:pt x="190996" y="6087822"/>
                  </a:lnTo>
                  <a:lnTo>
                    <a:pt x="190996" y="6087392"/>
                  </a:lnTo>
                  <a:lnTo>
                    <a:pt x="190996" y="6086961"/>
                  </a:lnTo>
                  <a:lnTo>
                    <a:pt x="191154" y="6086961"/>
                  </a:lnTo>
                  <a:lnTo>
                    <a:pt x="191469" y="6086961"/>
                  </a:lnTo>
                  <a:lnTo>
                    <a:pt x="191469" y="6086531"/>
                  </a:lnTo>
                  <a:lnTo>
                    <a:pt x="191627" y="6086100"/>
                  </a:lnTo>
                  <a:lnTo>
                    <a:pt x="191785" y="6086100"/>
                  </a:lnTo>
                  <a:lnTo>
                    <a:pt x="191785" y="6085669"/>
                  </a:lnTo>
                  <a:lnTo>
                    <a:pt x="191943" y="6085669"/>
                  </a:lnTo>
                  <a:lnTo>
                    <a:pt x="192100" y="6085669"/>
                  </a:lnTo>
                  <a:lnTo>
                    <a:pt x="192258" y="6084808"/>
                  </a:lnTo>
                  <a:lnTo>
                    <a:pt x="192416" y="6084378"/>
                  </a:lnTo>
                  <a:lnTo>
                    <a:pt x="192574" y="6084378"/>
                  </a:lnTo>
                  <a:lnTo>
                    <a:pt x="192731" y="6084378"/>
                  </a:lnTo>
                  <a:lnTo>
                    <a:pt x="192731" y="6083947"/>
                  </a:lnTo>
                  <a:lnTo>
                    <a:pt x="192889" y="6083947"/>
                  </a:lnTo>
                  <a:lnTo>
                    <a:pt x="192889" y="6083516"/>
                  </a:lnTo>
                  <a:lnTo>
                    <a:pt x="192889" y="6083086"/>
                  </a:lnTo>
                  <a:lnTo>
                    <a:pt x="192889" y="6082655"/>
                  </a:lnTo>
                  <a:lnTo>
                    <a:pt x="192889" y="6082225"/>
                  </a:lnTo>
                  <a:lnTo>
                    <a:pt x="193047" y="6082225"/>
                  </a:lnTo>
                  <a:lnTo>
                    <a:pt x="193204" y="6082225"/>
                  </a:lnTo>
                  <a:lnTo>
                    <a:pt x="193204" y="6081794"/>
                  </a:lnTo>
                  <a:lnTo>
                    <a:pt x="193362" y="6081794"/>
                  </a:lnTo>
                  <a:lnTo>
                    <a:pt x="193520" y="6081794"/>
                  </a:lnTo>
                  <a:lnTo>
                    <a:pt x="193520" y="6081363"/>
                  </a:lnTo>
                  <a:lnTo>
                    <a:pt x="193678" y="6081363"/>
                  </a:lnTo>
                  <a:lnTo>
                    <a:pt x="193678" y="6080933"/>
                  </a:lnTo>
                  <a:lnTo>
                    <a:pt x="193678" y="6080502"/>
                  </a:lnTo>
                  <a:lnTo>
                    <a:pt x="193835" y="6080502"/>
                  </a:lnTo>
                  <a:lnTo>
                    <a:pt x="193993" y="6080502"/>
                  </a:lnTo>
                  <a:lnTo>
                    <a:pt x="194151" y="6080502"/>
                  </a:lnTo>
                  <a:lnTo>
                    <a:pt x="194308" y="6080502"/>
                  </a:lnTo>
                  <a:lnTo>
                    <a:pt x="194466" y="6080502"/>
                  </a:lnTo>
                  <a:lnTo>
                    <a:pt x="194624" y="6080502"/>
                  </a:lnTo>
                  <a:lnTo>
                    <a:pt x="194624" y="6080072"/>
                  </a:lnTo>
                  <a:lnTo>
                    <a:pt x="194782" y="6080072"/>
                  </a:lnTo>
                  <a:lnTo>
                    <a:pt x="194782" y="6079641"/>
                  </a:lnTo>
                  <a:lnTo>
                    <a:pt x="194782" y="6079210"/>
                  </a:lnTo>
                  <a:lnTo>
                    <a:pt x="194939" y="6079210"/>
                  </a:lnTo>
                  <a:lnTo>
                    <a:pt x="195097" y="6079210"/>
                  </a:lnTo>
                  <a:lnTo>
                    <a:pt x="195097" y="6078780"/>
                  </a:lnTo>
                  <a:lnTo>
                    <a:pt x="195255" y="6078780"/>
                  </a:lnTo>
                  <a:lnTo>
                    <a:pt x="195412" y="6078780"/>
                  </a:lnTo>
                  <a:lnTo>
                    <a:pt x="195412" y="6078349"/>
                  </a:lnTo>
                  <a:lnTo>
                    <a:pt x="195570" y="6078349"/>
                  </a:lnTo>
                  <a:lnTo>
                    <a:pt x="195728" y="6078349"/>
                  </a:lnTo>
                  <a:lnTo>
                    <a:pt x="195886" y="6078349"/>
                  </a:lnTo>
                  <a:lnTo>
                    <a:pt x="196043" y="6078349"/>
                  </a:lnTo>
                  <a:lnTo>
                    <a:pt x="196201" y="6078349"/>
                  </a:lnTo>
                  <a:lnTo>
                    <a:pt x="196201" y="6077919"/>
                  </a:lnTo>
                  <a:lnTo>
                    <a:pt x="196359" y="6077488"/>
                  </a:lnTo>
                  <a:lnTo>
                    <a:pt x="196516" y="6077488"/>
                  </a:lnTo>
                  <a:lnTo>
                    <a:pt x="196674" y="6077057"/>
                  </a:lnTo>
                  <a:lnTo>
                    <a:pt x="196990" y="6076627"/>
                  </a:lnTo>
                  <a:lnTo>
                    <a:pt x="197305" y="6076196"/>
                  </a:lnTo>
                  <a:lnTo>
                    <a:pt x="197463" y="6076196"/>
                  </a:lnTo>
                  <a:lnTo>
                    <a:pt x="197621" y="6076196"/>
                  </a:lnTo>
                  <a:lnTo>
                    <a:pt x="197936" y="6076196"/>
                  </a:lnTo>
                  <a:lnTo>
                    <a:pt x="198094" y="6076196"/>
                  </a:lnTo>
                  <a:lnTo>
                    <a:pt x="198409" y="6075766"/>
                  </a:lnTo>
                  <a:lnTo>
                    <a:pt x="198567" y="6075766"/>
                  </a:lnTo>
                  <a:lnTo>
                    <a:pt x="198725" y="6075766"/>
                  </a:lnTo>
                  <a:lnTo>
                    <a:pt x="198725" y="6074904"/>
                  </a:lnTo>
                  <a:lnTo>
                    <a:pt x="199040" y="6074904"/>
                  </a:lnTo>
                  <a:lnTo>
                    <a:pt x="199040" y="6074474"/>
                  </a:lnTo>
                  <a:lnTo>
                    <a:pt x="199040" y="6074043"/>
                  </a:lnTo>
                  <a:lnTo>
                    <a:pt x="199198" y="6074043"/>
                  </a:lnTo>
                  <a:lnTo>
                    <a:pt x="199513" y="6074043"/>
                  </a:lnTo>
                  <a:lnTo>
                    <a:pt x="199671" y="6074043"/>
                  </a:lnTo>
                  <a:lnTo>
                    <a:pt x="199829" y="6074043"/>
                  </a:lnTo>
                  <a:lnTo>
                    <a:pt x="200144" y="6073613"/>
                  </a:lnTo>
                  <a:lnTo>
                    <a:pt x="200302" y="6073613"/>
                  </a:lnTo>
                  <a:lnTo>
                    <a:pt x="200459" y="6073613"/>
                  </a:lnTo>
                  <a:lnTo>
                    <a:pt x="200459" y="6073182"/>
                  </a:lnTo>
                  <a:lnTo>
                    <a:pt x="200459" y="6072751"/>
                  </a:lnTo>
                  <a:lnTo>
                    <a:pt x="200617" y="6072751"/>
                  </a:lnTo>
                  <a:lnTo>
                    <a:pt x="200617" y="6071890"/>
                  </a:lnTo>
                  <a:lnTo>
                    <a:pt x="200775" y="6071029"/>
                  </a:lnTo>
                  <a:lnTo>
                    <a:pt x="200933" y="6071029"/>
                  </a:lnTo>
                  <a:lnTo>
                    <a:pt x="201090" y="6071029"/>
                  </a:lnTo>
                  <a:lnTo>
                    <a:pt x="201248" y="6071029"/>
                  </a:lnTo>
                  <a:lnTo>
                    <a:pt x="201406" y="6071029"/>
                  </a:lnTo>
                  <a:lnTo>
                    <a:pt x="201563" y="6071029"/>
                  </a:lnTo>
                  <a:lnTo>
                    <a:pt x="201563" y="6070598"/>
                  </a:lnTo>
                  <a:lnTo>
                    <a:pt x="201721" y="6070598"/>
                  </a:lnTo>
                  <a:lnTo>
                    <a:pt x="201721" y="6070168"/>
                  </a:lnTo>
                  <a:lnTo>
                    <a:pt x="201879" y="6070168"/>
                  </a:lnTo>
                  <a:lnTo>
                    <a:pt x="202194" y="6070168"/>
                  </a:lnTo>
                  <a:lnTo>
                    <a:pt x="202510" y="6070168"/>
                  </a:lnTo>
                  <a:lnTo>
                    <a:pt x="202667" y="6070168"/>
                  </a:lnTo>
                  <a:lnTo>
                    <a:pt x="202667" y="6069737"/>
                  </a:lnTo>
                  <a:lnTo>
                    <a:pt x="202825" y="6069737"/>
                  </a:lnTo>
                  <a:lnTo>
                    <a:pt x="202983" y="6069737"/>
                  </a:lnTo>
                  <a:lnTo>
                    <a:pt x="203141" y="6069737"/>
                  </a:lnTo>
                  <a:lnTo>
                    <a:pt x="203298" y="6069737"/>
                  </a:lnTo>
                  <a:lnTo>
                    <a:pt x="203456" y="6069737"/>
                  </a:lnTo>
                  <a:lnTo>
                    <a:pt x="203456" y="6069307"/>
                  </a:lnTo>
                  <a:lnTo>
                    <a:pt x="203456" y="6068445"/>
                  </a:lnTo>
                  <a:lnTo>
                    <a:pt x="203614" y="6068445"/>
                  </a:lnTo>
                  <a:lnTo>
                    <a:pt x="203772" y="6068445"/>
                  </a:lnTo>
                  <a:lnTo>
                    <a:pt x="203929" y="6068445"/>
                  </a:lnTo>
                  <a:lnTo>
                    <a:pt x="203929" y="6068015"/>
                  </a:lnTo>
                  <a:lnTo>
                    <a:pt x="204087" y="6068015"/>
                  </a:lnTo>
                  <a:lnTo>
                    <a:pt x="204087" y="6067584"/>
                  </a:lnTo>
                  <a:lnTo>
                    <a:pt x="204245" y="6067584"/>
                  </a:lnTo>
                  <a:lnTo>
                    <a:pt x="204402" y="6067584"/>
                  </a:lnTo>
                  <a:lnTo>
                    <a:pt x="204402" y="6067154"/>
                  </a:lnTo>
                  <a:lnTo>
                    <a:pt x="204560" y="6067154"/>
                  </a:lnTo>
                  <a:lnTo>
                    <a:pt x="204560" y="6066723"/>
                  </a:lnTo>
                  <a:lnTo>
                    <a:pt x="204718" y="6066723"/>
                  </a:lnTo>
                  <a:lnTo>
                    <a:pt x="204876" y="6066723"/>
                  </a:lnTo>
                  <a:lnTo>
                    <a:pt x="205033" y="6066723"/>
                  </a:lnTo>
                  <a:lnTo>
                    <a:pt x="205033" y="6066292"/>
                  </a:lnTo>
                  <a:lnTo>
                    <a:pt x="205033" y="6065862"/>
                  </a:lnTo>
                  <a:lnTo>
                    <a:pt x="205191" y="6065862"/>
                  </a:lnTo>
                  <a:lnTo>
                    <a:pt x="205349" y="6065862"/>
                  </a:lnTo>
                  <a:lnTo>
                    <a:pt x="205506" y="6065862"/>
                  </a:lnTo>
                  <a:lnTo>
                    <a:pt x="205664" y="6065862"/>
                  </a:lnTo>
                  <a:lnTo>
                    <a:pt x="205980" y="6065862"/>
                  </a:lnTo>
                  <a:lnTo>
                    <a:pt x="205980" y="6065001"/>
                  </a:lnTo>
                  <a:lnTo>
                    <a:pt x="206137" y="6064570"/>
                  </a:lnTo>
                  <a:lnTo>
                    <a:pt x="206295" y="6064570"/>
                  </a:lnTo>
                  <a:lnTo>
                    <a:pt x="206453" y="6064570"/>
                  </a:lnTo>
                  <a:lnTo>
                    <a:pt x="206610" y="6064139"/>
                  </a:lnTo>
                  <a:lnTo>
                    <a:pt x="206610" y="6063709"/>
                  </a:lnTo>
                  <a:lnTo>
                    <a:pt x="206768" y="6063709"/>
                  </a:lnTo>
                  <a:lnTo>
                    <a:pt x="206926" y="6063278"/>
                  </a:lnTo>
                  <a:lnTo>
                    <a:pt x="207084" y="6063278"/>
                  </a:lnTo>
                  <a:lnTo>
                    <a:pt x="207241" y="6063278"/>
                  </a:lnTo>
                  <a:lnTo>
                    <a:pt x="207399" y="6063278"/>
                  </a:lnTo>
                  <a:lnTo>
                    <a:pt x="207557" y="6063278"/>
                  </a:lnTo>
                  <a:lnTo>
                    <a:pt x="207714" y="6063278"/>
                  </a:lnTo>
                  <a:lnTo>
                    <a:pt x="207714" y="6062848"/>
                  </a:lnTo>
                  <a:lnTo>
                    <a:pt x="207872" y="6062848"/>
                  </a:lnTo>
                  <a:lnTo>
                    <a:pt x="207872" y="6062417"/>
                  </a:lnTo>
                  <a:lnTo>
                    <a:pt x="208030" y="6062417"/>
                  </a:lnTo>
                  <a:lnTo>
                    <a:pt x="208030" y="6061986"/>
                  </a:lnTo>
                  <a:lnTo>
                    <a:pt x="208188" y="6061125"/>
                  </a:lnTo>
                  <a:lnTo>
                    <a:pt x="208345" y="6061125"/>
                  </a:lnTo>
                  <a:lnTo>
                    <a:pt x="208345" y="6060695"/>
                  </a:lnTo>
                  <a:lnTo>
                    <a:pt x="208503" y="6060695"/>
                  </a:lnTo>
                  <a:lnTo>
                    <a:pt x="208503" y="6060264"/>
                  </a:lnTo>
                  <a:lnTo>
                    <a:pt x="208819" y="6060264"/>
                  </a:lnTo>
                  <a:lnTo>
                    <a:pt x="208819" y="6059833"/>
                  </a:lnTo>
                  <a:lnTo>
                    <a:pt x="208976" y="6059833"/>
                  </a:lnTo>
                  <a:lnTo>
                    <a:pt x="209134" y="6059833"/>
                  </a:lnTo>
                  <a:lnTo>
                    <a:pt x="209292" y="6059833"/>
                  </a:lnTo>
                  <a:lnTo>
                    <a:pt x="209292" y="6059403"/>
                  </a:lnTo>
                  <a:lnTo>
                    <a:pt x="209449" y="6059403"/>
                  </a:lnTo>
                  <a:lnTo>
                    <a:pt x="209607" y="6059403"/>
                  </a:lnTo>
                  <a:lnTo>
                    <a:pt x="209607" y="6058972"/>
                  </a:lnTo>
                  <a:lnTo>
                    <a:pt x="209607" y="6058542"/>
                  </a:lnTo>
                  <a:lnTo>
                    <a:pt x="209765" y="6058542"/>
                  </a:lnTo>
                  <a:lnTo>
                    <a:pt x="209923" y="6058542"/>
                  </a:lnTo>
                  <a:lnTo>
                    <a:pt x="210080" y="6058542"/>
                  </a:lnTo>
                  <a:lnTo>
                    <a:pt x="210080" y="6058111"/>
                  </a:lnTo>
                  <a:lnTo>
                    <a:pt x="210080" y="6057680"/>
                  </a:lnTo>
                  <a:lnTo>
                    <a:pt x="210396" y="6057250"/>
                  </a:lnTo>
                  <a:lnTo>
                    <a:pt x="210711" y="6057250"/>
                  </a:lnTo>
                  <a:lnTo>
                    <a:pt x="210869" y="6057250"/>
                  </a:lnTo>
                  <a:lnTo>
                    <a:pt x="211027" y="6057250"/>
                  </a:lnTo>
                  <a:lnTo>
                    <a:pt x="211184" y="6057250"/>
                  </a:lnTo>
                  <a:lnTo>
                    <a:pt x="211342" y="6057250"/>
                  </a:lnTo>
                  <a:lnTo>
                    <a:pt x="211342" y="6056819"/>
                  </a:lnTo>
                  <a:lnTo>
                    <a:pt x="211500" y="6056819"/>
                  </a:lnTo>
                  <a:lnTo>
                    <a:pt x="211657" y="6056819"/>
                  </a:lnTo>
                  <a:lnTo>
                    <a:pt x="211815" y="6056819"/>
                  </a:lnTo>
                  <a:lnTo>
                    <a:pt x="211973" y="6056819"/>
                  </a:lnTo>
                  <a:lnTo>
                    <a:pt x="212131" y="6056819"/>
                  </a:lnTo>
                  <a:lnTo>
                    <a:pt x="212131" y="6056389"/>
                  </a:lnTo>
                  <a:lnTo>
                    <a:pt x="212288" y="6056389"/>
                  </a:lnTo>
                  <a:lnTo>
                    <a:pt x="212446" y="6056389"/>
                  </a:lnTo>
                  <a:lnTo>
                    <a:pt x="212446" y="6055958"/>
                  </a:lnTo>
                  <a:lnTo>
                    <a:pt x="212604" y="6055958"/>
                  </a:lnTo>
                  <a:lnTo>
                    <a:pt x="212604" y="6055527"/>
                  </a:lnTo>
                  <a:lnTo>
                    <a:pt x="212761" y="6055097"/>
                  </a:lnTo>
                  <a:lnTo>
                    <a:pt x="212919" y="6055097"/>
                  </a:lnTo>
                  <a:lnTo>
                    <a:pt x="213077" y="6055097"/>
                  </a:lnTo>
                  <a:lnTo>
                    <a:pt x="213235" y="6055097"/>
                  </a:lnTo>
                  <a:lnTo>
                    <a:pt x="213235" y="6054666"/>
                  </a:lnTo>
                  <a:lnTo>
                    <a:pt x="213392" y="6054666"/>
                  </a:lnTo>
                  <a:lnTo>
                    <a:pt x="213392" y="6054236"/>
                  </a:lnTo>
                  <a:lnTo>
                    <a:pt x="213392" y="6053805"/>
                  </a:lnTo>
                  <a:lnTo>
                    <a:pt x="213550" y="6053805"/>
                  </a:lnTo>
                  <a:lnTo>
                    <a:pt x="213550" y="6052944"/>
                  </a:lnTo>
                  <a:lnTo>
                    <a:pt x="214023" y="6052513"/>
                  </a:lnTo>
                  <a:lnTo>
                    <a:pt x="214181" y="6052513"/>
                  </a:lnTo>
                  <a:lnTo>
                    <a:pt x="214339" y="6052513"/>
                  </a:lnTo>
                  <a:lnTo>
                    <a:pt x="214496" y="6052513"/>
                  </a:lnTo>
                  <a:lnTo>
                    <a:pt x="214812" y="6052513"/>
                  </a:lnTo>
                  <a:lnTo>
                    <a:pt x="214970" y="6052513"/>
                  </a:lnTo>
                  <a:lnTo>
                    <a:pt x="215285" y="6052083"/>
                  </a:lnTo>
                  <a:lnTo>
                    <a:pt x="215443" y="6052083"/>
                  </a:lnTo>
                  <a:lnTo>
                    <a:pt x="215443" y="6051652"/>
                  </a:lnTo>
                  <a:lnTo>
                    <a:pt x="215443" y="6051221"/>
                  </a:lnTo>
                  <a:lnTo>
                    <a:pt x="215443" y="6050791"/>
                  </a:lnTo>
                  <a:lnTo>
                    <a:pt x="215443" y="6050360"/>
                  </a:lnTo>
                  <a:lnTo>
                    <a:pt x="215443" y="6049930"/>
                  </a:lnTo>
                  <a:lnTo>
                    <a:pt x="215600" y="6049930"/>
                  </a:lnTo>
                  <a:lnTo>
                    <a:pt x="215600" y="6049499"/>
                  </a:lnTo>
                  <a:lnTo>
                    <a:pt x="215916" y="6049499"/>
                  </a:lnTo>
                  <a:lnTo>
                    <a:pt x="216074" y="6049499"/>
                  </a:lnTo>
                  <a:lnTo>
                    <a:pt x="216231" y="6049499"/>
                  </a:lnTo>
                  <a:lnTo>
                    <a:pt x="216389" y="6049499"/>
                  </a:lnTo>
                  <a:lnTo>
                    <a:pt x="216547" y="6049499"/>
                  </a:lnTo>
                  <a:lnTo>
                    <a:pt x="216704" y="6049499"/>
                  </a:lnTo>
                  <a:lnTo>
                    <a:pt x="217020" y="6049499"/>
                  </a:lnTo>
                  <a:lnTo>
                    <a:pt x="217178" y="6049499"/>
                  </a:lnTo>
                  <a:lnTo>
                    <a:pt x="217178" y="6049068"/>
                  </a:lnTo>
                  <a:lnTo>
                    <a:pt x="217335" y="6049068"/>
                  </a:lnTo>
                  <a:lnTo>
                    <a:pt x="217808" y="6049068"/>
                  </a:lnTo>
                  <a:lnTo>
                    <a:pt x="217966" y="6049068"/>
                  </a:lnTo>
                  <a:lnTo>
                    <a:pt x="218124" y="6048638"/>
                  </a:lnTo>
                  <a:lnTo>
                    <a:pt x="218597" y="6048638"/>
                  </a:lnTo>
                  <a:lnTo>
                    <a:pt x="218597" y="6048207"/>
                  </a:lnTo>
                  <a:lnTo>
                    <a:pt x="218755" y="6048207"/>
                  </a:lnTo>
                  <a:lnTo>
                    <a:pt x="218755" y="6047777"/>
                  </a:lnTo>
                  <a:lnTo>
                    <a:pt x="218912" y="6047777"/>
                  </a:lnTo>
                  <a:lnTo>
                    <a:pt x="219070" y="6047777"/>
                  </a:lnTo>
                  <a:lnTo>
                    <a:pt x="219228" y="6047777"/>
                  </a:lnTo>
                  <a:lnTo>
                    <a:pt x="219386" y="6047777"/>
                  </a:lnTo>
                  <a:lnTo>
                    <a:pt x="219543" y="6047777"/>
                  </a:lnTo>
                  <a:lnTo>
                    <a:pt x="219701" y="6047777"/>
                  </a:lnTo>
                  <a:lnTo>
                    <a:pt x="219859" y="6047777"/>
                  </a:lnTo>
                  <a:lnTo>
                    <a:pt x="220174" y="6047777"/>
                  </a:lnTo>
                  <a:lnTo>
                    <a:pt x="220174" y="6047346"/>
                  </a:lnTo>
                  <a:lnTo>
                    <a:pt x="220174" y="6046915"/>
                  </a:lnTo>
                  <a:lnTo>
                    <a:pt x="220332" y="6046915"/>
                  </a:lnTo>
                  <a:lnTo>
                    <a:pt x="220647" y="6046915"/>
                  </a:lnTo>
                  <a:lnTo>
                    <a:pt x="220805" y="6046915"/>
                  </a:lnTo>
                  <a:lnTo>
                    <a:pt x="220963" y="6046054"/>
                  </a:lnTo>
                  <a:lnTo>
                    <a:pt x="220963" y="6045624"/>
                  </a:lnTo>
                  <a:lnTo>
                    <a:pt x="221121" y="6044762"/>
                  </a:lnTo>
                  <a:lnTo>
                    <a:pt x="221751" y="6044762"/>
                  </a:lnTo>
                  <a:lnTo>
                    <a:pt x="221909" y="6044762"/>
                  </a:lnTo>
                  <a:lnTo>
                    <a:pt x="221909" y="6044332"/>
                  </a:lnTo>
                  <a:lnTo>
                    <a:pt x="222067" y="6044332"/>
                  </a:lnTo>
                  <a:lnTo>
                    <a:pt x="222067" y="6043901"/>
                  </a:lnTo>
                  <a:lnTo>
                    <a:pt x="222225" y="6043901"/>
                  </a:lnTo>
                  <a:lnTo>
                    <a:pt x="222382" y="6043901"/>
                  </a:lnTo>
                  <a:lnTo>
                    <a:pt x="222382" y="6043471"/>
                  </a:lnTo>
                  <a:lnTo>
                    <a:pt x="222382" y="6043040"/>
                  </a:lnTo>
                  <a:lnTo>
                    <a:pt x="222382" y="6042609"/>
                  </a:lnTo>
                  <a:lnTo>
                    <a:pt x="222382" y="6042179"/>
                  </a:lnTo>
                  <a:lnTo>
                    <a:pt x="222382" y="6041748"/>
                  </a:lnTo>
                  <a:lnTo>
                    <a:pt x="222540" y="6041748"/>
                  </a:lnTo>
                  <a:lnTo>
                    <a:pt x="222698" y="6041748"/>
                  </a:lnTo>
                  <a:lnTo>
                    <a:pt x="223013" y="6041748"/>
                  </a:lnTo>
                  <a:lnTo>
                    <a:pt x="223013" y="6041318"/>
                  </a:lnTo>
                  <a:lnTo>
                    <a:pt x="223013" y="6040887"/>
                  </a:lnTo>
                  <a:lnTo>
                    <a:pt x="223171" y="6040887"/>
                  </a:lnTo>
                  <a:lnTo>
                    <a:pt x="223329" y="6040887"/>
                  </a:lnTo>
                  <a:lnTo>
                    <a:pt x="223486" y="6040887"/>
                  </a:lnTo>
                  <a:lnTo>
                    <a:pt x="223486" y="6040026"/>
                  </a:lnTo>
                  <a:lnTo>
                    <a:pt x="223486" y="6039595"/>
                  </a:lnTo>
                  <a:lnTo>
                    <a:pt x="223486" y="6039165"/>
                  </a:lnTo>
                  <a:lnTo>
                    <a:pt x="223486" y="6038734"/>
                  </a:lnTo>
                  <a:lnTo>
                    <a:pt x="223644" y="6038734"/>
                  </a:lnTo>
                  <a:lnTo>
                    <a:pt x="223802" y="6038734"/>
                  </a:lnTo>
                  <a:lnTo>
                    <a:pt x="223959" y="6038734"/>
                  </a:lnTo>
                  <a:lnTo>
                    <a:pt x="224117" y="6038734"/>
                  </a:lnTo>
                  <a:lnTo>
                    <a:pt x="224275" y="6038734"/>
                  </a:lnTo>
                  <a:lnTo>
                    <a:pt x="224433" y="6038734"/>
                  </a:lnTo>
                  <a:lnTo>
                    <a:pt x="224590" y="6038734"/>
                  </a:lnTo>
                  <a:lnTo>
                    <a:pt x="224906" y="6038734"/>
                  </a:lnTo>
                  <a:lnTo>
                    <a:pt x="224906" y="6038303"/>
                  </a:lnTo>
                  <a:lnTo>
                    <a:pt x="224906" y="6037873"/>
                  </a:lnTo>
                  <a:lnTo>
                    <a:pt x="225063" y="6037873"/>
                  </a:lnTo>
                  <a:lnTo>
                    <a:pt x="225221" y="6037873"/>
                  </a:lnTo>
                  <a:lnTo>
                    <a:pt x="225379" y="6037873"/>
                  </a:lnTo>
                  <a:lnTo>
                    <a:pt x="225537" y="6037873"/>
                  </a:lnTo>
                  <a:lnTo>
                    <a:pt x="225694" y="6037873"/>
                  </a:lnTo>
                  <a:lnTo>
                    <a:pt x="225852" y="6037873"/>
                  </a:lnTo>
                  <a:lnTo>
                    <a:pt x="226010" y="6037873"/>
                  </a:lnTo>
                  <a:lnTo>
                    <a:pt x="226168" y="6037873"/>
                  </a:lnTo>
                  <a:lnTo>
                    <a:pt x="226325" y="6037873"/>
                  </a:lnTo>
                  <a:lnTo>
                    <a:pt x="226325" y="6037442"/>
                  </a:lnTo>
                  <a:lnTo>
                    <a:pt x="226325" y="6036581"/>
                  </a:lnTo>
                  <a:lnTo>
                    <a:pt x="226325" y="6036150"/>
                  </a:lnTo>
                  <a:lnTo>
                    <a:pt x="226483" y="6036150"/>
                  </a:lnTo>
                  <a:lnTo>
                    <a:pt x="226798" y="6035720"/>
                  </a:lnTo>
                  <a:lnTo>
                    <a:pt x="227114" y="6035720"/>
                  </a:lnTo>
                  <a:lnTo>
                    <a:pt x="227272" y="6035720"/>
                  </a:lnTo>
                  <a:lnTo>
                    <a:pt x="227272" y="6035289"/>
                  </a:lnTo>
                  <a:lnTo>
                    <a:pt x="227429" y="6035289"/>
                  </a:lnTo>
                  <a:lnTo>
                    <a:pt x="227587" y="6034859"/>
                  </a:lnTo>
                  <a:lnTo>
                    <a:pt x="227587" y="6033997"/>
                  </a:lnTo>
                  <a:lnTo>
                    <a:pt x="227745" y="6033997"/>
                  </a:lnTo>
                  <a:lnTo>
                    <a:pt x="227902" y="6033567"/>
                  </a:lnTo>
                  <a:lnTo>
                    <a:pt x="228060" y="6033567"/>
                  </a:lnTo>
                  <a:lnTo>
                    <a:pt x="228218" y="6033567"/>
                  </a:lnTo>
                  <a:lnTo>
                    <a:pt x="228218" y="6033136"/>
                  </a:lnTo>
                  <a:lnTo>
                    <a:pt x="228218" y="6032706"/>
                  </a:lnTo>
                  <a:lnTo>
                    <a:pt x="228376" y="6031844"/>
                  </a:lnTo>
                  <a:lnTo>
                    <a:pt x="228533" y="6031844"/>
                  </a:lnTo>
                  <a:lnTo>
                    <a:pt x="228691" y="6031844"/>
                  </a:lnTo>
                  <a:lnTo>
                    <a:pt x="228691" y="6031414"/>
                  </a:lnTo>
                  <a:lnTo>
                    <a:pt x="228849" y="6031414"/>
                  </a:lnTo>
                  <a:lnTo>
                    <a:pt x="229006" y="6031414"/>
                  </a:lnTo>
                  <a:lnTo>
                    <a:pt x="229322" y="6031414"/>
                  </a:lnTo>
                  <a:lnTo>
                    <a:pt x="229480" y="6031414"/>
                  </a:lnTo>
                  <a:lnTo>
                    <a:pt x="229480" y="6030983"/>
                  </a:lnTo>
                  <a:lnTo>
                    <a:pt x="229637" y="6030983"/>
                  </a:lnTo>
                  <a:lnTo>
                    <a:pt x="229795" y="6030983"/>
                  </a:lnTo>
                  <a:lnTo>
                    <a:pt x="229795" y="6030553"/>
                  </a:lnTo>
                  <a:lnTo>
                    <a:pt x="229795" y="6030122"/>
                  </a:lnTo>
                  <a:lnTo>
                    <a:pt x="229953" y="6030122"/>
                  </a:lnTo>
                  <a:lnTo>
                    <a:pt x="230268" y="6030122"/>
                  </a:lnTo>
                  <a:lnTo>
                    <a:pt x="230426" y="6029691"/>
                  </a:lnTo>
                  <a:lnTo>
                    <a:pt x="230584" y="6029691"/>
                  </a:lnTo>
                  <a:lnTo>
                    <a:pt x="230741" y="6029691"/>
                  </a:lnTo>
                  <a:lnTo>
                    <a:pt x="230741" y="6029261"/>
                  </a:lnTo>
                  <a:lnTo>
                    <a:pt x="230741" y="6028830"/>
                  </a:lnTo>
                  <a:lnTo>
                    <a:pt x="230741" y="6028400"/>
                  </a:lnTo>
                  <a:lnTo>
                    <a:pt x="230899" y="6028400"/>
                  </a:lnTo>
                  <a:lnTo>
                    <a:pt x="231057" y="6028400"/>
                  </a:lnTo>
                  <a:lnTo>
                    <a:pt x="231214" y="6028400"/>
                  </a:lnTo>
                  <a:lnTo>
                    <a:pt x="231372" y="6028400"/>
                  </a:lnTo>
                  <a:lnTo>
                    <a:pt x="231530" y="6027538"/>
                  </a:lnTo>
                  <a:lnTo>
                    <a:pt x="231530" y="6027108"/>
                  </a:lnTo>
                  <a:lnTo>
                    <a:pt x="231688" y="6027108"/>
                  </a:lnTo>
                  <a:lnTo>
                    <a:pt x="231688" y="6026677"/>
                  </a:lnTo>
                  <a:lnTo>
                    <a:pt x="231688" y="6026247"/>
                  </a:lnTo>
                  <a:lnTo>
                    <a:pt x="231688" y="6025816"/>
                  </a:lnTo>
                  <a:lnTo>
                    <a:pt x="231845" y="6025816"/>
                  </a:lnTo>
                  <a:lnTo>
                    <a:pt x="232003" y="6025385"/>
                  </a:lnTo>
                  <a:lnTo>
                    <a:pt x="232161" y="6025385"/>
                  </a:lnTo>
                  <a:lnTo>
                    <a:pt x="232319" y="6025385"/>
                  </a:lnTo>
                  <a:lnTo>
                    <a:pt x="232476" y="6025385"/>
                  </a:lnTo>
                  <a:lnTo>
                    <a:pt x="232634" y="6025385"/>
                  </a:lnTo>
                  <a:lnTo>
                    <a:pt x="232792" y="6025385"/>
                  </a:lnTo>
                  <a:lnTo>
                    <a:pt x="232949" y="6024955"/>
                  </a:lnTo>
                  <a:lnTo>
                    <a:pt x="233107" y="6024955"/>
                  </a:lnTo>
                  <a:lnTo>
                    <a:pt x="233265" y="6024955"/>
                  </a:lnTo>
                  <a:lnTo>
                    <a:pt x="233580" y="6024524"/>
                  </a:lnTo>
                  <a:lnTo>
                    <a:pt x="233738" y="6024524"/>
                  </a:lnTo>
                  <a:lnTo>
                    <a:pt x="233896" y="6024524"/>
                  </a:lnTo>
                  <a:lnTo>
                    <a:pt x="233896" y="6024094"/>
                  </a:lnTo>
                  <a:lnTo>
                    <a:pt x="234211" y="6024094"/>
                  </a:lnTo>
                  <a:lnTo>
                    <a:pt x="234369" y="6024094"/>
                  </a:lnTo>
                  <a:lnTo>
                    <a:pt x="234369" y="6023663"/>
                  </a:lnTo>
                  <a:lnTo>
                    <a:pt x="234369" y="6023232"/>
                  </a:lnTo>
                  <a:lnTo>
                    <a:pt x="234369" y="6022802"/>
                  </a:lnTo>
                  <a:lnTo>
                    <a:pt x="234684" y="6021941"/>
                  </a:lnTo>
                  <a:lnTo>
                    <a:pt x="234842" y="6021941"/>
                  </a:lnTo>
                  <a:lnTo>
                    <a:pt x="235000" y="6021941"/>
                  </a:lnTo>
                  <a:lnTo>
                    <a:pt x="235000" y="6021510"/>
                  </a:lnTo>
                  <a:lnTo>
                    <a:pt x="235315" y="6021510"/>
                  </a:lnTo>
                  <a:lnTo>
                    <a:pt x="235315" y="6021079"/>
                  </a:lnTo>
                  <a:lnTo>
                    <a:pt x="235473" y="6021079"/>
                  </a:lnTo>
                  <a:lnTo>
                    <a:pt x="235631" y="6021079"/>
                  </a:lnTo>
                  <a:lnTo>
                    <a:pt x="235788" y="6021079"/>
                  </a:lnTo>
                  <a:lnTo>
                    <a:pt x="235946" y="6020649"/>
                  </a:lnTo>
                  <a:lnTo>
                    <a:pt x="236104" y="6020649"/>
                  </a:lnTo>
                  <a:lnTo>
                    <a:pt x="236261" y="6020649"/>
                  </a:lnTo>
                  <a:lnTo>
                    <a:pt x="236419" y="6020649"/>
                  </a:lnTo>
                  <a:lnTo>
                    <a:pt x="236735" y="6020649"/>
                  </a:lnTo>
                  <a:lnTo>
                    <a:pt x="237050" y="6020649"/>
                  </a:lnTo>
                  <a:lnTo>
                    <a:pt x="237208" y="6020649"/>
                  </a:lnTo>
                  <a:lnTo>
                    <a:pt x="237366" y="6020649"/>
                  </a:lnTo>
                  <a:lnTo>
                    <a:pt x="237523" y="6020649"/>
                  </a:lnTo>
                  <a:lnTo>
                    <a:pt x="237681" y="6020649"/>
                  </a:lnTo>
                  <a:lnTo>
                    <a:pt x="237839" y="6020649"/>
                  </a:lnTo>
                  <a:lnTo>
                    <a:pt x="237996" y="6020649"/>
                  </a:lnTo>
                  <a:lnTo>
                    <a:pt x="238154" y="6019788"/>
                  </a:lnTo>
                  <a:lnTo>
                    <a:pt x="238312" y="6019788"/>
                  </a:lnTo>
                  <a:lnTo>
                    <a:pt x="238470" y="6019788"/>
                  </a:lnTo>
                  <a:lnTo>
                    <a:pt x="238785" y="6019788"/>
                  </a:lnTo>
                  <a:lnTo>
                    <a:pt x="238943" y="6019788"/>
                  </a:lnTo>
                  <a:lnTo>
                    <a:pt x="238943" y="6019357"/>
                  </a:lnTo>
                  <a:lnTo>
                    <a:pt x="238943" y="6018926"/>
                  </a:lnTo>
                  <a:lnTo>
                    <a:pt x="239100" y="6018926"/>
                  </a:lnTo>
                  <a:lnTo>
                    <a:pt x="239258" y="6018926"/>
                  </a:lnTo>
                  <a:lnTo>
                    <a:pt x="239258" y="6018496"/>
                  </a:lnTo>
                  <a:lnTo>
                    <a:pt x="239258" y="6018065"/>
                  </a:lnTo>
                  <a:lnTo>
                    <a:pt x="239258" y="6017635"/>
                  </a:lnTo>
                  <a:lnTo>
                    <a:pt x="239258" y="6017204"/>
                  </a:lnTo>
                  <a:lnTo>
                    <a:pt x="239416" y="6017204"/>
                  </a:lnTo>
                  <a:lnTo>
                    <a:pt x="239574" y="6017204"/>
                  </a:lnTo>
                  <a:lnTo>
                    <a:pt x="239731" y="6017204"/>
                  </a:lnTo>
                  <a:lnTo>
                    <a:pt x="239731" y="6016773"/>
                  </a:lnTo>
                  <a:lnTo>
                    <a:pt x="239889" y="6016773"/>
                  </a:lnTo>
                  <a:lnTo>
                    <a:pt x="240047" y="6016773"/>
                  </a:lnTo>
                  <a:lnTo>
                    <a:pt x="240204" y="6016773"/>
                  </a:lnTo>
                  <a:lnTo>
                    <a:pt x="240362" y="6016773"/>
                  </a:lnTo>
                  <a:lnTo>
                    <a:pt x="240520" y="6016773"/>
                  </a:lnTo>
                  <a:lnTo>
                    <a:pt x="240678" y="6016343"/>
                  </a:lnTo>
                  <a:lnTo>
                    <a:pt x="240835" y="6016343"/>
                  </a:lnTo>
                  <a:lnTo>
                    <a:pt x="240993" y="6015912"/>
                  </a:lnTo>
                  <a:lnTo>
                    <a:pt x="241151" y="6015912"/>
                  </a:lnTo>
                  <a:lnTo>
                    <a:pt x="241308" y="6015912"/>
                  </a:lnTo>
                  <a:lnTo>
                    <a:pt x="241308" y="6015482"/>
                  </a:lnTo>
                  <a:lnTo>
                    <a:pt x="241466" y="6015051"/>
                  </a:lnTo>
                  <a:lnTo>
                    <a:pt x="241466" y="6014620"/>
                  </a:lnTo>
                  <a:lnTo>
                    <a:pt x="241466" y="6014190"/>
                  </a:lnTo>
                  <a:lnTo>
                    <a:pt x="241624" y="6013759"/>
                  </a:lnTo>
                  <a:lnTo>
                    <a:pt x="241624" y="6013329"/>
                  </a:lnTo>
                  <a:lnTo>
                    <a:pt x="241624" y="6012898"/>
                  </a:lnTo>
                  <a:lnTo>
                    <a:pt x="241782" y="6012467"/>
                  </a:lnTo>
                  <a:lnTo>
                    <a:pt x="241939" y="6012467"/>
                  </a:lnTo>
                  <a:lnTo>
                    <a:pt x="242097" y="6012467"/>
                  </a:lnTo>
                  <a:lnTo>
                    <a:pt x="242255" y="6012467"/>
                  </a:lnTo>
                  <a:lnTo>
                    <a:pt x="242412" y="6012467"/>
                  </a:lnTo>
                  <a:lnTo>
                    <a:pt x="242570" y="6012467"/>
                  </a:lnTo>
                  <a:lnTo>
                    <a:pt x="242728" y="6012467"/>
                  </a:lnTo>
                  <a:lnTo>
                    <a:pt x="243043" y="6012467"/>
                  </a:lnTo>
                  <a:lnTo>
                    <a:pt x="243043" y="6012037"/>
                  </a:lnTo>
                  <a:lnTo>
                    <a:pt x="243201" y="6012037"/>
                  </a:lnTo>
                  <a:lnTo>
                    <a:pt x="243359" y="6012037"/>
                  </a:lnTo>
                  <a:lnTo>
                    <a:pt x="243359" y="6011606"/>
                  </a:lnTo>
                  <a:lnTo>
                    <a:pt x="243359" y="6011176"/>
                  </a:lnTo>
                  <a:lnTo>
                    <a:pt x="243517" y="6011176"/>
                  </a:lnTo>
                  <a:lnTo>
                    <a:pt x="243517" y="6010745"/>
                  </a:lnTo>
                  <a:lnTo>
                    <a:pt x="243674" y="6009884"/>
                  </a:lnTo>
                  <a:lnTo>
                    <a:pt x="243832" y="6009884"/>
                  </a:lnTo>
                  <a:lnTo>
                    <a:pt x="243990" y="6009884"/>
                  </a:lnTo>
                  <a:lnTo>
                    <a:pt x="243990" y="6009453"/>
                  </a:lnTo>
                  <a:lnTo>
                    <a:pt x="244147" y="6009453"/>
                  </a:lnTo>
                  <a:lnTo>
                    <a:pt x="244305" y="6009453"/>
                  </a:lnTo>
                  <a:lnTo>
                    <a:pt x="244463" y="6009453"/>
                  </a:lnTo>
                  <a:lnTo>
                    <a:pt x="244621" y="6009453"/>
                  </a:lnTo>
                  <a:lnTo>
                    <a:pt x="244778" y="6009453"/>
                  </a:lnTo>
                  <a:lnTo>
                    <a:pt x="244936" y="6009453"/>
                  </a:lnTo>
                  <a:lnTo>
                    <a:pt x="245251" y="6009453"/>
                  </a:lnTo>
                  <a:lnTo>
                    <a:pt x="245409" y="6009453"/>
                  </a:lnTo>
                  <a:lnTo>
                    <a:pt x="245409" y="6009023"/>
                  </a:lnTo>
                  <a:lnTo>
                    <a:pt x="245409" y="6008592"/>
                  </a:lnTo>
                  <a:lnTo>
                    <a:pt x="245409" y="6008161"/>
                  </a:lnTo>
                  <a:lnTo>
                    <a:pt x="245409" y="6007731"/>
                  </a:lnTo>
                  <a:lnTo>
                    <a:pt x="245409" y="6007300"/>
                  </a:lnTo>
                  <a:lnTo>
                    <a:pt x="245567" y="6007300"/>
                  </a:lnTo>
                  <a:lnTo>
                    <a:pt x="245567" y="6006870"/>
                  </a:lnTo>
                  <a:lnTo>
                    <a:pt x="245725" y="6006870"/>
                  </a:lnTo>
                  <a:lnTo>
                    <a:pt x="245882" y="6006870"/>
                  </a:lnTo>
                  <a:lnTo>
                    <a:pt x="246040" y="6006870"/>
                  </a:lnTo>
                  <a:lnTo>
                    <a:pt x="246040" y="6006439"/>
                  </a:lnTo>
                  <a:lnTo>
                    <a:pt x="246198" y="6006439"/>
                  </a:lnTo>
                  <a:lnTo>
                    <a:pt x="246355" y="6006439"/>
                  </a:lnTo>
                  <a:lnTo>
                    <a:pt x="246355" y="6006008"/>
                  </a:lnTo>
                  <a:lnTo>
                    <a:pt x="246513" y="6005578"/>
                  </a:lnTo>
                  <a:lnTo>
                    <a:pt x="246829" y="6005578"/>
                  </a:lnTo>
                  <a:lnTo>
                    <a:pt x="246829" y="6005147"/>
                  </a:lnTo>
                  <a:lnTo>
                    <a:pt x="246829" y="6004717"/>
                  </a:lnTo>
                  <a:lnTo>
                    <a:pt x="246986" y="6004717"/>
                  </a:lnTo>
                  <a:lnTo>
                    <a:pt x="246986" y="6003855"/>
                  </a:lnTo>
                  <a:lnTo>
                    <a:pt x="247144" y="6003855"/>
                  </a:lnTo>
                  <a:lnTo>
                    <a:pt x="247144" y="6003425"/>
                  </a:lnTo>
                  <a:lnTo>
                    <a:pt x="247302" y="6003425"/>
                  </a:lnTo>
                  <a:lnTo>
                    <a:pt x="247459" y="6003425"/>
                  </a:lnTo>
                  <a:lnTo>
                    <a:pt x="247617" y="6003425"/>
                  </a:lnTo>
                  <a:lnTo>
                    <a:pt x="247775" y="6002994"/>
                  </a:lnTo>
                  <a:lnTo>
                    <a:pt x="247775" y="6002564"/>
                  </a:lnTo>
                  <a:lnTo>
                    <a:pt x="247775" y="6002133"/>
                  </a:lnTo>
                  <a:lnTo>
                    <a:pt x="247775" y="6001702"/>
                  </a:lnTo>
                  <a:lnTo>
                    <a:pt x="247933" y="6001272"/>
                  </a:lnTo>
                  <a:lnTo>
                    <a:pt x="248090" y="6001272"/>
                  </a:lnTo>
                  <a:lnTo>
                    <a:pt x="248090" y="6000841"/>
                  </a:lnTo>
                  <a:lnTo>
                    <a:pt x="248090" y="6000411"/>
                  </a:lnTo>
                  <a:lnTo>
                    <a:pt x="248248" y="6000411"/>
                  </a:lnTo>
                  <a:lnTo>
                    <a:pt x="248721" y="6000411"/>
                  </a:lnTo>
                  <a:lnTo>
                    <a:pt x="248879" y="6000411"/>
                  </a:lnTo>
                  <a:lnTo>
                    <a:pt x="248879" y="5999549"/>
                  </a:lnTo>
                  <a:lnTo>
                    <a:pt x="248879" y="5999119"/>
                  </a:lnTo>
                  <a:lnTo>
                    <a:pt x="249037" y="5999119"/>
                  </a:lnTo>
                  <a:lnTo>
                    <a:pt x="249194" y="5999119"/>
                  </a:lnTo>
                  <a:lnTo>
                    <a:pt x="249352" y="5999119"/>
                  </a:lnTo>
                  <a:lnTo>
                    <a:pt x="249352" y="5998688"/>
                  </a:lnTo>
                  <a:lnTo>
                    <a:pt x="249352" y="5998258"/>
                  </a:lnTo>
                  <a:lnTo>
                    <a:pt x="249510" y="5998258"/>
                  </a:lnTo>
                  <a:lnTo>
                    <a:pt x="249510" y="5997827"/>
                  </a:lnTo>
                  <a:lnTo>
                    <a:pt x="249825" y="5997827"/>
                  </a:lnTo>
                  <a:lnTo>
                    <a:pt x="249983" y="5997396"/>
                  </a:lnTo>
                  <a:lnTo>
                    <a:pt x="250141" y="5997396"/>
                  </a:lnTo>
                  <a:lnTo>
                    <a:pt x="250141" y="5996966"/>
                  </a:lnTo>
                  <a:lnTo>
                    <a:pt x="250141" y="5996535"/>
                  </a:lnTo>
                  <a:lnTo>
                    <a:pt x="250298" y="5996535"/>
                  </a:lnTo>
                  <a:lnTo>
                    <a:pt x="250298" y="5995674"/>
                  </a:lnTo>
                  <a:lnTo>
                    <a:pt x="250456" y="5995243"/>
                  </a:lnTo>
                  <a:lnTo>
                    <a:pt x="250456" y="5994813"/>
                  </a:lnTo>
                  <a:lnTo>
                    <a:pt x="250614" y="5994813"/>
                  </a:lnTo>
                  <a:lnTo>
                    <a:pt x="250772" y="5994813"/>
                  </a:lnTo>
                  <a:lnTo>
                    <a:pt x="250772" y="5994382"/>
                  </a:lnTo>
                  <a:lnTo>
                    <a:pt x="250929" y="5994382"/>
                  </a:lnTo>
                  <a:lnTo>
                    <a:pt x="251087" y="5994382"/>
                  </a:lnTo>
                  <a:lnTo>
                    <a:pt x="251245" y="5993090"/>
                  </a:lnTo>
                  <a:lnTo>
                    <a:pt x="251402" y="5993090"/>
                  </a:lnTo>
                  <a:lnTo>
                    <a:pt x="251560" y="5993090"/>
                  </a:lnTo>
                  <a:lnTo>
                    <a:pt x="251718" y="5993090"/>
                  </a:lnTo>
                  <a:lnTo>
                    <a:pt x="251876" y="5993090"/>
                  </a:lnTo>
                  <a:lnTo>
                    <a:pt x="251876" y="5992229"/>
                  </a:lnTo>
                  <a:lnTo>
                    <a:pt x="252191" y="5991799"/>
                  </a:lnTo>
                  <a:lnTo>
                    <a:pt x="252349" y="5991799"/>
                  </a:lnTo>
                  <a:lnTo>
                    <a:pt x="252506" y="5991799"/>
                  </a:lnTo>
                  <a:lnTo>
                    <a:pt x="252664" y="5991799"/>
                  </a:lnTo>
                  <a:lnTo>
                    <a:pt x="252822" y="5991799"/>
                  </a:lnTo>
                  <a:lnTo>
                    <a:pt x="252980" y="5991799"/>
                  </a:lnTo>
                  <a:lnTo>
                    <a:pt x="253295" y="5991799"/>
                  </a:lnTo>
                  <a:lnTo>
                    <a:pt x="253453" y="5991799"/>
                  </a:lnTo>
                  <a:lnTo>
                    <a:pt x="253610" y="5991799"/>
                  </a:lnTo>
                  <a:lnTo>
                    <a:pt x="253610" y="5991368"/>
                  </a:lnTo>
                  <a:lnTo>
                    <a:pt x="253926" y="5991368"/>
                  </a:lnTo>
                  <a:lnTo>
                    <a:pt x="253926" y="5990937"/>
                  </a:lnTo>
                  <a:lnTo>
                    <a:pt x="253926" y="5990507"/>
                  </a:lnTo>
                  <a:lnTo>
                    <a:pt x="254084" y="5990507"/>
                  </a:lnTo>
                  <a:lnTo>
                    <a:pt x="254084" y="5990076"/>
                  </a:lnTo>
                  <a:lnTo>
                    <a:pt x="254241" y="5989646"/>
                  </a:lnTo>
                  <a:lnTo>
                    <a:pt x="254241" y="5989215"/>
                  </a:lnTo>
                  <a:lnTo>
                    <a:pt x="254557" y="5989215"/>
                  </a:lnTo>
                  <a:lnTo>
                    <a:pt x="254557" y="5988784"/>
                  </a:lnTo>
                  <a:lnTo>
                    <a:pt x="254715" y="5988354"/>
                  </a:lnTo>
                  <a:lnTo>
                    <a:pt x="254872" y="5988354"/>
                  </a:lnTo>
                  <a:lnTo>
                    <a:pt x="255030" y="5988354"/>
                  </a:lnTo>
                  <a:lnTo>
                    <a:pt x="255030" y="5987923"/>
                  </a:lnTo>
                  <a:lnTo>
                    <a:pt x="255188" y="5987923"/>
                  </a:lnTo>
                  <a:lnTo>
                    <a:pt x="255345" y="5987923"/>
                  </a:lnTo>
                  <a:lnTo>
                    <a:pt x="255503" y="5987923"/>
                  </a:lnTo>
                  <a:lnTo>
                    <a:pt x="255661" y="5987923"/>
                  </a:lnTo>
                  <a:lnTo>
                    <a:pt x="255661" y="5987493"/>
                  </a:lnTo>
                  <a:lnTo>
                    <a:pt x="255661" y="5987062"/>
                  </a:lnTo>
                  <a:lnTo>
                    <a:pt x="255819" y="5987062"/>
                  </a:lnTo>
                  <a:lnTo>
                    <a:pt x="255976" y="5987062"/>
                  </a:lnTo>
                  <a:lnTo>
                    <a:pt x="256134" y="5987062"/>
                  </a:lnTo>
                  <a:lnTo>
                    <a:pt x="256134" y="5986631"/>
                  </a:lnTo>
                  <a:lnTo>
                    <a:pt x="256292" y="5986631"/>
                  </a:lnTo>
                  <a:lnTo>
                    <a:pt x="256449" y="5986201"/>
                  </a:lnTo>
                  <a:lnTo>
                    <a:pt x="256449" y="5985770"/>
                  </a:lnTo>
                  <a:lnTo>
                    <a:pt x="256607" y="5985340"/>
                  </a:lnTo>
                  <a:lnTo>
                    <a:pt x="256765" y="5985340"/>
                  </a:lnTo>
                  <a:lnTo>
                    <a:pt x="256765" y="5984909"/>
                  </a:lnTo>
                  <a:lnTo>
                    <a:pt x="256923" y="5984909"/>
                  </a:lnTo>
                  <a:lnTo>
                    <a:pt x="256923" y="5984478"/>
                  </a:lnTo>
                  <a:lnTo>
                    <a:pt x="256923" y="5984048"/>
                  </a:lnTo>
                  <a:lnTo>
                    <a:pt x="257080" y="5983617"/>
                  </a:lnTo>
                  <a:lnTo>
                    <a:pt x="257238" y="5983617"/>
                  </a:lnTo>
                  <a:lnTo>
                    <a:pt x="257553" y="5983617"/>
                  </a:lnTo>
                  <a:lnTo>
                    <a:pt x="257553" y="5983187"/>
                  </a:lnTo>
                  <a:lnTo>
                    <a:pt x="257711" y="5983187"/>
                  </a:lnTo>
                  <a:lnTo>
                    <a:pt x="257869" y="5983187"/>
                  </a:lnTo>
                  <a:lnTo>
                    <a:pt x="258184" y="5983187"/>
                  </a:lnTo>
                  <a:lnTo>
                    <a:pt x="258184" y="5982756"/>
                  </a:lnTo>
                  <a:lnTo>
                    <a:pt x="258184" y="5981895"/>
                  </a:lnTo>
                  <a:lnTo>
                    <a:pt x="258500" y="5981895"/>
                  </a:lnTo>
                  <a:lnTo>
                    <a:pt x="258657" y="5981895"/>
                  </a:lnTo>
                  <a:lnTo>
                    <a:pt x="258815" y="5981895"/>
                  </a:lnTo>
                  <a:lnTo>
                    <a:pt x="258973" y="5981464"/>
                  </a:lnTo>
                  <a:lnTo>
                    <a:pt x="259131" y="5981464"/>
                  </a:lnTo>
                  <a:lnTo>
                    <a:pt x="259604" y="5981034"/>
                  </a:lnTo>
                  <a:lnTo>
                    <a:pt x="259604" y="5980603"/>
                  </a:lnTo>
                  <a:lnTo>
                    <a:pt x="259919" y="5979742"/>
                  </a:lnTo>
                  <a:lnTo>
                    <a:pt x="259919" y="5979311"/>
                  </a:lnTo>
                  <a:lnTo>
                    <a:pt x="260077" y="5979311"/>
                  </a:lnTo>
                  <a:lnTo>
                    <a:pt x="260235" y="5979311"/>
                  </a:lnTo>
                  <a:lnTo>
                    <a:pt x="260392" y="5979311"/>
                  </a:lnTo>
                  <a:lnTo>
                    <a:pt x="260866" y="5979311"/>
                  </a:lnTo>
                  <a:lnTo>
                    <a:pt x="261023" y="5979311"/>
                  </a:lnTo>
                  <a:lnTo>
                    <a:pt x="261339" y="5979311"/>
                  </a:lnTo>
                  <a:lnTo>
                    <a:pt x="261496" y="5979311"/>
                  </a:lnTo>
                  <a:lnTo>
                    <a:pt x="261654" y="5978881"/>
                  </a:lnTo>
                  <a:lnTo>
                    <a:pt x="261812" y="5978881"/>
                  </a:lnTo>
                  <a:lnTo>
                    <a:pt x="261970" y="5978881"/>
                  </a:lnTo>
                  <a:lnTo>
                    <a:pt x="262127" y="5978881"/>
                  </a:lnTo>
                  <a:lnTo>
                    <a:pt x="262285" y="5978881"/>
                  </a:lnTo>
                  <a:lnTo>
                    <a:pt x="262443" y="5978881"/>
                  </a:lnTo>
                  <a:lnTo>
                    <a:pt x="262600" y="5978881"/>
                  </a:lnTo>
                  <a:lnTo>
                    <a:pt x="262916" y="5978881"/>
                  </a:lnTo>
                  <a:lnTo>
                    <a:pt x="262916" y="5978450"/>
                  </a:lnTo>
                  <a:lnTo>
                    <a:pt x="262916" y="5978019"/>
                  </a:lnTo>
                  <a:lnTo>
                    <a:pt x="263074" y="5978019"/>
                  </a:lnTo>
                  <a:lnTo>
                    <a:pt x="263389" y="5978019"/>
                  </a:lnTo>
                  <a:lnTo>
                    <a:pt x="263547" y="5978019"/>
                  </a:lnTo>
                  <a:lnTo>
                    <a:pt x="263704" y="5978019"/>
                  </a:lnTo>
                  <a:lnTo>
                    <a:pt x="263862" y="5978019"/>
                  </a:lnTo>
                  <a:lnTo>
                    <a:pt x="264020" y="5978019"/>
                  </a:lnTo>
                  <a:lnTo>
                    <a:pt x="264020" y="5977589"/>
                  </a:lnTo>
                  <a:lnTo>
                    <a:pt x="264178" y="5977589"/>
                  </a:lnTo>
                  <a:lnTo>
                    <a:pt x="264335" y="5977589"/>
                  </a:lnTo>
                  <a:lnTo>
                    <a:pt x="264493" y="5977589"/>
                  </a:lnTo>
                  <a:lnTo>
                    <a:pt x="264651" y="5977589"/>
                  </a:lnTo>
                  <a:lnTo>
                    <a:pt x="264651" y="5977158"/>
                  </a:lnTo>
                  <a:lnTo>
                    <a:pt x="264808" y="5977158"/>
                  </a:lnTo>
                  <a:lnTo>
                    <a:pt x="264966" y="5977158"/>
                  </a:lnTo>
                  <a:lnTo>
                    <a:pt x="264966" y="5976728"/>
                  </a:lnTo>
                  <a:lnTo>
                    <a:pt x="264966" y="5976297"/>
                  </a:lnTo>
                  <a:lnTo>
                    <a:pt x="265124" y="5976297"/>
                  </a:lnTo>
                  <a:lnTo>
                    <a:pt x="265124" y="5975866"/>
                  </a:lnTo>
                  <a:lnTo>
                    <a:pt x="265124" y="5975436"/>
                  </a:lnTo>
                  <a:lnTo>
                    <a:pt x="265282" y="5975436"/>
                  </a:lnTo>
                  <a:lnTo>
                    <a:pt x="265439" y="5975436"/>
                  </a:lnTo>
                  <a:lnTo>
                    <a:pt x="265439" y="5975005"/>
                  </a:lnTo>
                  <a:lnTo>
                    <a:pt x="265597" y="5975005"/>
                  </a:lnTo>
                  <a:lnTo>
                    <a:pt x="265597" y="5974575"/>
                  </a:lnTo>
                  <a:lnTo>
                    <a:pt x="266070" y="5974144"/>
                  </a:lnTo>
                  <a:lnTo>
                    <a:pt x="266070" y="5973713"/>
                  </a:lnTo>
                  <a:lnTo>
                    <a:pt x="266228" y="5973713"/>
                  </a:lnTo>
                  <a:lnTo>
                    <a:pt x="266386" y="5973713"/>
                  </a:lnTo>
                  <a:lnTo>
                    <a:pt x="266543" y="5973713"/>
                  </a:lnTo>
                  <a:lnTo>
                    <a:pt x="266701" y="5973713"/>
                  </a:lnTo>
                  <a:lnTo>
                    <a:pt x="266859" y="5973713"/>
                  </a:lnTo>
                  <a:lnTo>
                    <a:pt x="267017" y="5973713"/>
                  </a:lnTo>
                  <a:lnTo>
                    <a:pt x="267174" y="5973713"/>
                  </a:lnTo>
                  <a:lnTo>
                    <a:pt x="267490" y="5973713"/>
                  </a:lnTo>
                  <a:lnTo>
                    <a:pt x="267647" y="5973713"/>
                  </a:lnTo>
                  <a:lnTo>
                    <a:pt x="267805" y="5972852"/>
                  </a:lnTo>
                  <a:lnTo>
                    <a:pt x="267805" y="5972422"/>
                  </a:lnTo>
                  <a:lnTo>
                    <a:pt x="267963" y="5972422"/>
                  </a:lnTo>
                  <a:lnTo>
                    <a:pt x="268121" y="5972422"/>
                  </a:lnTo>
                  <a:lnTo>
                    <a:pt x="268436" y="5972422"/>
                  </a:lnTo>
                  <a:lnTo>
                    <a:pt x="268436" y="5971991"/>
                  </a:lnTo>
                  <a:lnTo>
                    <a:pt x="268594" y="5971991"/>
                  </a:lnTo>
                  <a:lnTo>
                    <a:pt x="268751" y="5971991"/>
                  </a:lnTo>
                  <a:lnTo>
                    <a:pt x="268751" y="5971560"/>
                  </a:lnTo>
                  <a:lnTo>
                    <a:pt x="269067" y="5971560"/>
                  </a:lnTo>
                  <a:lnTo>
                    <a:pt x="269225" y="5971560"/>
                  </a:lnTo>
                  <a:lnTo>
                    <a:pt x="269382" y="5971560"/>
                  </a:lnTo>
                  <a:lnTo>
                    <a:pt x="269382" y="5971130"/>
                  </a:lnTo>
                  <a:lnTo>
                    <a:pt x="269540" y="5971130"/>
                  </a:lnTo>
                  <a:lnTo>
                    <a:pt x="269698" y="5970699"/>
                  </a:lnTo>
                  <a:lnTo>
                    <a:pt x="269855" y="5970699"/>
                  </a:lnTo>
                  <a:lnTo>
                    <a:pt x="270013" y="5970699"/>
                  </a:lnTo>
                  <a:lnTo>
                    <a:pt x="270329" y="5970699"/>
                  </a:lnTo>
                  <a:lnTo>
                    <a:pt x="270644" y="5970699"/>
                  </a:lnTo>
                  <a:lnTo>
                    <a:pt x="270802" y="5970699"/>
                  </a:lnTo>
                  <a:lnTo>
                    <a:pt x="270960" y="5970699"/>
                  </a:lnTo>
                  <a:lnTo>
                    <a:pt x="271117" y="5970699"/>
                  </a:lnTo>
                  <a:lnTo>
                    <a:pt x="271117" y="5970269"/>
                  </a:lnTo>
                  <a:lnTo>
                    <a:pt x="271117" y="5969838"/>
                  </a:lnTo>
                  <a:lnTo>
                    <a:pt x="271275" y="5969838"/>
                  </a:lnTo>
                  <a:lnTo>
                    <a:pt x="271275" y="5969407"/>
                  </a:lnTo>
                  <a:lnTo>
                    <a:pt x="271748" y="5968977"/>
                  </a:lnTo>
                  <a:lnTo>
                    <a:pt x="271748" y="5968546"/>
                  </a:lnTo>
                  <a:lnTo>
                    <a:pt x="271906" y="5968116"/>
                  </a:lnTo>
                  <a:lnTo>
                    <a:pt x="272064" y="5968116"/>
                  </a:lnTo>
                  <a:lnTo>
                    <a:pt x="272221" y="5968116"/>
                  </a:lnTo>
                  <a:lnTo>
                    <a:pt x="272221" y="5967685"/>
                  </a:lnTo>
                  <a:lnTo>
                    <a:pt x="272537" y="5967685"/>
                  </a:lnTo>
                  <a:lnTo>
                    <a:pt x="272694" y="5967685"/>
                  </a:lnTo>
                  <a:lnTo>
                    <a:pt x="272694" y="5967254"/>
                  </a:lnTo>
                  <a:lnTo>
                    <a:pt x="272852" y="5967254"/>
                  </a:lnTo>
                  <a:lnTo>
                    <a:pt x="273010" y="5966824"/>
                  </a:lnTo>
                  <a:lnTo>
                    <a:pt x="273168" y="5966824"/>
                  </a:lnTo>
                  <a:lnTo>
                    <a:pt x="273325" y="5966824"/>
                  </a:lnTo>
                  <a:lnTo>
                    <a:pt x="273641" y="5966824"/>
                  </a:lnTo>
                  <a:lnTo>
                    <a:pt x="273798" y="5966393"/>
                  </a:lnTo>
                  <a:lnTo>
                    <a:pt x="273956" y="5966393"/>
                  </a:lnTo>
                  <a:lnTo>
                    <a:pt x="274272" y="5966393"/>
                  </a:lnTo>
                  <a:lnTo>
                    <a:pt x="274429" y="5966393"/>
                  </a:lnTo>
                  <a:lnTo>
                    <a:pt x="274429" y="5965963"/>
                  </a:lnTo>
                  <a:lnTo>
                    <a:pt x="274587" y="5965963"/>
                  </a:lnTo>
                  <a:lnTo>
                    <a:pt x="274587" y="5965532"/>
                  </a:lnTo>
                  <a:lnTo>
                    <a:pt x="274587" y="5965101"/>
                  </a:lnTo>
                  <a:lnTo>
                    <a:pt x="274902" y="5965101"/>
                  </a:lnTo>
                  <a:lnTo>
                    <a:pt x="275218" y="5965101"/>
                  </a:lnTo>
                  <a:lnTo>
                    <a:pt x="275376" y="5965101"/>
                  </a:lnTo>
                  <a:lnTo>
                    <a:pt x="275533" y="5965101"/>
                  </a:lnTo>
                  <a:lnTo>
                    <a:pt x="275849" y="5964671"/>
                  </a:lnTo>
                  <a:lnTo>
                    <a:pt x="276006" y="5964671"/>
                  </a:lnTo>
                  <a:lnTo>
                    <a:pt x="276164" y="5964671"/>
                  </a:lnTo>
                  <a:lnTo>
                    <a:pt x="276322" y="5964240"/>
                  </a:lnTo>
                  <a:lnTo>
                    <a:pt x="276480" y="5964240"/>
                  </a:lnTo>
                  <a:lnTo>
                    <a:pt x="276480" y="5963810"/>
                  </a:lnTo>
                  <a:lnTo>
                    <a:pt x="276637" y="5963810"/>
                  </a:lnTo>
                  <a:lnTo>
                    <a:pt x="276953" y="5963810"/>
                  </a:lnTo>
                  <a:lnTo>
                    <a:pt x="277268" y="5963810"/>
                  </a:lnTo>
                  <a:lnTo>
                    <a:pt x="277268" y="5963379"/>
                  </a:lnTo>
                  <a:lnTo>
                    <a:pt x="277584" y="5962948"/>
                  </a:lnTo>
                  <a:lnTo>
                    <a:pt x="277584" y="5962518"/>
                  </a:lnTo>
                  <a:lnTo>
                    <a:pt x="277741" y="5962518"/>
                  </a:lnTo>
                  <a:lnTo>
                    <a:pt x="277741" y="5962087"/>
                  </a:lnTo>
                  <a:lnTo>
                    <a:pt x="277899" y="5961657"/>
                  </a:lnTo>
                  <a:lnTo>
                    <a:pt x="278057" y="5961657"/>
                  </a:lnTo>
                  <a:lnTo>
                    <a:pt x="278215" y="5961657"/>
                  </a:lnTo>
                  <a:lnTo>
                    <a:pt x="278372" y="5961657"/>
                  </a:lnTo>
                  <a:lnTo>
                    <a:pt x="278530" y="5961657"/>
                  </a:lnTo>
                  <a:lnTo>
                    <a:pt x="278688" y="5961657"/>
                  </a:lnTo>
                  <a:lnTo>
                    <a:pt x="278688" y="5961226"/>
                  </a:lnTo>
                  <a:lnTo>
                    <a:pt x="278845" y="5961226"/>
                  </a:lnTo>
                  <a:lnTo>
                    <a:pt x="279161" y="5960795"/>
                  </a:lnTo>
                  <a:lnTo>
                    <a:pt x="279161" y="5960365"/>
                  </a:lnTo>
                  <a:lnTo>
                    <a:pt x="279319" y="5960365"/>
                  </a:lnTo>
                  <a:lnTo>
                    <a:pt x="279319" y="5959934"/>
                  </a:lnTo>
                  <a:lnTo>
                    <a:pt x="279476" y="5959073"/>
                  </a:lnTo>
                  <a:lnTo>
                    <a:pt x="279634" y="5959073"/>
                  </a:lnTo>
                  <a:lnTo>
                    <a:pt x="279792" y="5959073"/>
                  </a:lnTo>
                  <a:lnTo>
                    <a:pt x="279792" y="5958642"/>
                  </a:lnTo>
                  <a:lnTo>
                    <a:pt x="279949" y="5958212"/>
                  </a:lnTo>
                  <a:lnTo>
                    <a:pt x="280107" y="5958212"/>
                  </a:lnTo>
                  <a:lnTo>
                    <a:pt x="280265" y="5958212"/>
                  </a:lnTo>
                  <a:lnTo>
                    <a:pt x="280423" y="5958212"/>
                  </a:lnTo>
                  <a:lnTo>
                    <a:pt x="280423" y="5957781"/>
                  </a:lnTo>
                  <a:lnTo>
                    <a:pt x="280580" y="5957781"/>
                  </a:lnTo>
                  <a:lnTo>
                    <a:pt x="280738" y="5957351"/>
                  </a:lnTo>
                  <a:lnTo>
                    <a:pt x="280896" y="5957351"/>
                  </a:lnTo>
                  <a:lnTo>
                    <a:pt x="281053" y="5957351"/>
                  </a:lnTo>
                  <a:lnTo>
                    <a:pt x="281053" y="5956920"/>
                  </a:lnTo>
                  <a:lnTo>
                    <a:pt x="281369" y="5956489"/>
                  </a:lnTo>
                  <a:lnTo>
                    <a:pt x="281369" y="5956059"/>
                  </a:lnTo>
                  <a:lnTo>
                    <a:pt x="281527" y="5956059"/>
                  </a:lnTo>
                  <a:lnTo>
                    <a:pt x="281684" y="5956059"/>
                  </a:lnTo>
                  <a:lnTo>
                    <a:pt x="281842" y="5956059"/>
                  </a:lnTo>
                  <a:lnTo>
                    <a:pt x="282000" y="5956059"/>
                  </a:lnTo>
                  <a:lnTo>
                    <a:pt x="282000" y="5955628"/>
                  </a:lnTo>
                  <a:lnTo>
                    <a:pt x="282788" y="5955628"/>
                  </a:lnTo>
                  <a:lnTo>
                    <a:pt x="282946" y="5955628"/>
                  </a:lnTo>
                  <a:lnTo>
                    <a:pt x="282946" y="5955198"/>
                  </a:lnTo>
                  <a:lnTo>
                    <a:pt x="283104" y="5955198"/>
                  </a:lnTo>
                  <a:lnTo>
                    <a:pt x="283419" y="5955198"/>
                  </a:lnTo>
                  <a:lnTo>
                    <a:pt x="283577" y="5955198"/>
                  </a:lnTo>
                  <a:lnTo>
                    <a:pt x="283735" y="5955198"/>
                  </a:lnTo>
                  <a:lnTo>
                    <a:pt x="283892" y="5955198"/>
                  </a:lnTo>
                  <a:lnTo>
                    <a:pt x="284050" y="5954767"/>
                  </a:lnTo>
                  <a:lnTo>
                    <a:pt x="284208" y="5954767"/>
                  </a:lnTo>
                  <a:lnTo>
                    <a:pt x="284366" y="5954767"/>
                  </a:lnTo>
                  <a:lnTo>
                    <a:pt x="284366" y="5954336"/>
                  </a:lnTo>
                  <a:lnTo>
                    <a:pt x="284523" y="5954336"/>
                  </a:lnTo>
                  <a:lnTo>
                    <a:pt x="284681" y="5953906"/>
                  </a:lnTo>
                  <a:lnTo>
                    <a:pt x="284839" y="5953906"/>
                  </a:lnTo>
                  <a:lnTo>
                    <a:pt x="284839" y="5953475"/>
                  </a:lnTo>
                  <a:lnTo>
                    <a:pt x="284996" y="5953475"/>
                  </a:lnTo>
                  <a:lnTo>
                    <a:pt x="285154" y="5953475"/>
                  </a:lnTo>
                  <a:lnTo>
                    <a:pt x="285154" y="5953045"/>
                  </a:lnTo>
                  <a:lnTo>
                    <a:pt x="285154" y="5952614"/>
                  </a:lnTo>
                  <a:lnTo>
                    <a:pt x="285312" y="5952183"/>
                  </a:lnTo>
                  <a:lnTo>
                    <a:pt x="285312" y="5951753"/>
                  </a:lnTo>
                  <a:lnTo>
                    <a:pt x="285627" y="5950892"/>
                  </a:lnTo>
                  <a:lnTo>
                    <a:pt x="285627" y="5950461"/>
                  </a:lnTo>
                  <a:lnTo>
                    <a:pt x="285785" y="5950030"/>
                  </a:lnTo>
                  <a:lnTo>
                    <a:pt x="285785" y="5949600"/>
                  </a:lnTo>
                  <a:lnTo>
                    <a:pt x="286100" y="5949169"/>
                  </a:lnTo>
                  <a:lnTo>
                    <a:pt x="286258" y="5949169"/>
                  </a:lnTo>
                  <a:lnTo>
                    <a:pt x="286258" y="5948739"/>
                  </a:lnTo>
                  <a:lnTo>
                    <a:pt x="286258" y="5948308"/>
                  </a:lnTo>
                  <a:lnTo>
                    <a:pt x="286416" y="5948308"/>
                  </a:lnTo>
                  <a:lnTo>
                    <a:pt x="286731" y="5947016"/>
                  </a:lnTo>
                  <a:lnTo>
                    <a:pt x="286731" y="5946586"/>
                  </a:lnTo>
                  <a:lnTo>
                    <a:pt x="286889" y="5946586"/>
                  </a:lnTo>
                  <a:lnTo>
                    <a:pt x="286889" y="5946155"/>
                  </a:lnTo>
                  <a:lnTo>
                    <a:pt x="287362" y="5946155"/>
                  </a:lnTo>
                  <a:lnTo>
                    <a:pt x="287678" y="5946155"/>
                  </a:lnTo>
                  <a:lnTo>
                    <a:pt x="287678" y="5945724"/>
                  </a:lnTo>
                  <a:lnTo>
                    <a:pt x="287678" y="5945294"/>
                  </a:lnTo>
                  <a:lnTo>
                    <a:pt x="287835" y="5945294"/>
                  </a:lnTo>
                  <a:lnTo>
                    <a:pt x="288151" y="5945294"/>
                  </a:lnTo>
                  <a:lnTo>
                    <a:pt x="288151" y="5944863"/>
                  </a:lnTo>
                  <a:lnTo>
                    <a:pt x="288309" y="5944863"/>
                  </a:lnTo>
                  <a:lnTo>
                    <a:pt x="288624" y="5944863"/>
                  </a:lnTo>
                  <a:lnTo>
                    <a:pt x="288624" y="5944002"/>
                  </a:lnTo>
                  <a:lnTo>
                    <a:pt x="288782" y="5944002"/>
                  </a:lnTo>
                  <a:lnTo>
                    <a:pt x="288939" y="5944002"/>
                  </a:lnTo>
                  <a:lnTo>
                    <a:pt x="289097" y="5944002"/>
                  </a:lnTo>
                  <a:lnTo>
                    <a:pt x="289255" y="5944002"/>
                  </a:lnTo>
                  <a:lnTo>
                    <a:pt x="289255" y="5943571"/>
                  </a:lnTo>
                  <a:lnTo>
                    <a:pt x="289413" y="5943141"/>
                  </a:lnTo>
                  <a:lnTo>
                    <a:pt x="289570" y="5942710"/>
                  </a:lnTo>
                  <a:lnTo>
                    <a:pt x="289570" y="5941849"/>
                  </a:lnTo>
                  <a:lnTo>
                    <a:pt x="289728" y="5941418"/>
                  </a:lnTo>
                  <a:lnTo>
                    <a:pt x="289886" y="5941418"/>
                  </a:lnTo>
                  <a:lnTo>
                    <a:pt x="290043" y="5940988"/>
                  </a:lnTo>
                  <a:lnTo>
                    <a:pt x="290201" y="5940988"/>
                  </a:lnTo>
                  <a:lnTo>
                    <a:pt x="290201" y="5940557"/>
                  </a:lnTo>
                  <a:lnTo>
                    <a:pt x="290359" y="5940557"/>
                  </a:lnTo>
                  <a:lnTo>
                    <a:pt x="290674" y="5940557"/>
                  </a:lnTo>
                  <a:lnTo>
                    <a:pt x="290990" y="5940557"/>
                  </a:lnTo>
                  <a:lnTo>
                    <a:pt x="290990" y="5940127"/>
                  </a:lnTo>
                  <a:lnTo>
                    <a:pt x="291147" y="5940127"/>
                  </a:lnTo>
                  <a:lnTo>
                    <a:pt x="291147" y="5939696"/>
                  </a:lnTo>
                  <a:lnTo>
                    <a:pt x="291463" y="5939265"/>
                  </a:lnTo>
                  <a:lnTo>
                    <a:pt x="291621" y="5939265"/>
                  </a:lnTo>
                  <a:lnTo>
                    <a:pt x="291936" y="5938835"/>
                  </a:lnTo>
                  <a:lnTo>
                    <a:pt x="291936" y="5938404"/>
                  </a:lnTo>
                  <a:lnTo>
                    <a:pt x="292094" y="5938404"/>
                  </a:lnTo>
                  <a:lnTo>
                    <a:pt x="292251" y="5938404"/>
                  </a:lnTo>
                  <a:lnTo>
                    <a:pt x="292409" y="5938404"/>
                  </a:lnTo>
                  <a:lnTo>
                    <a:pt x="292567" y="5938404"/>
                  </a:lnTo>
                  <a:lnTo>
                    <a:pt x="292725" y="5938404"/>
                  </a:lnTo>
                  <a:lnTo>
                    <a:pt x="293355" y="5938404"/>
                  </a:lnTo>
                  <a:lnTo>
                    <a:pt x="293513" y="5938404"/>
                  </a:lnTo>
                  <a:lnTo>
                    <a:pt x="293671" y="5938404"/>
                  </a:lnTo>
                  <a:lnTo>
                    <a:pt x="293671" y="5937974"/>
                  </a:lnTo>
                  <a:lnTo>
                    <a:pt x="293671" y="5937543"/>
                  </a:lnTo>
                  <a:lnTo>
                    <a:pt x="293829" y="5937112"/>
                  </a:lnTo>
                  <a:lnTo>
                    <a:pt x="293986" y="5937112"/>
                  </a:lnTo>
                  <a:lnTo>
                    <a:pt x="294302" y="5937112"/>
                  </a:lnTo>
                  <a:lnTo>
                    <a:pt x="294460" y="5937112"/>
                  </a:lnTo>
                  <a:lnTo>
                    <a:pt x="294460" y="5936682"/>
                  </a:lnTo>
                  <a:lnTo>
                    <a:pt x="294775" y="5936251"/>
                  </a:lnTo>
                  <a:lnTo>
                    <a:pt x="294933" y="5936251"/>
                  </a:lnTo>
                  <a:lnTo>
                    <a:pt x="295406" y="5935821"/>
                  </a:lnTo>
                  <a:lnTo>
                    <a:pt x="295564" y="5935821"/>
                  </a:lnTo>
                  <a:lnTo>
                    <a:pt x="295564" y="5935390"/>
                  </a:lnTo>
                  <a:lnTo>
                    <a:pt x="295721" y="5934098"/>
                  </a:lnTo>
                  <a:lnTo>
                    <a:pt x="295721" y="5933668"/>
                  </a:lnTo>
                  <a:lnTo>
                    <a:pt x="295879" y="5933668"/>
                  </a:lnTo>
                  <a:lnTo>
                    <a:pt x="296194" y="5933668"/>
                  </a:lnTo>
                  <a:lnTo>
                    <a:pt x="296352" y="5933668"/>
                  </a:lnTo>
                  <a:lnTo>
                    <a:pt x="296825" y="5933668"/>
                  </a:lnTo>
                  <a:lnTo>
                    <a:pt x="296983" y="5933668"/>
                  </a:lnTo>
                  <a:lnTo>
                    <a:pt x="297141" y="5933668"/>
                  </a:lnTo>
                  <a:lnTo>
                    <a:pt x="297298" y="5933668"/>
                  </a:lnTo>
                  <a:lnTo>
                    <a:pt x="297298" y="5933237"/>
                  </a:lnTo>
                  <a:lnTo>
                    <a:pt x="297298" y="5932806"/>
                  </a:lnTo>
                  <a:lnTo>
                    <a:pt x="297614" y="5932806"/>
                  </a:lnTo>
                  <a:lnTo>
                    <a:pt x="297772" y="5932806"/>
                  </a:lnTo>
                  <a:lnTo>
                    <a:pt x="297929" y="5932806"/>
                  </a:lnTo>
                  <a:lnTo>
                    <a:pt x="297929" y="5932376"/>
                  </a:lnTo>
                  <a:lnTo>
                    <a:pt x="298087" y="5932376"/>
                  </a:lnTo>
                  <a:lnTo>
                    <a:pt x="298087" y="5931945"/>
                  </a:lnTo>
                  <a:lnTo>
                    <a:pt x="298245" y="5931945"/>
                  </a:lnTo>
                  <a:lnTo>
                    <a:pt x="298245" y="5931515"/>
                  </a:lnTo>
                  <a:lnTo>
                    <a:pt x="298402" y="5931515"/>
                  </a:lnTo>
                  <a:lnTo>
                    <a:pt x="298402" y="5931084"/>
                  </a:lnTo>
                  <a:lnTo>
                    <a:pt x="298560" y="5930653"/>
                  </a:lnTo>
                  <a:lnTo>
                    <a:pt x="298718" y="5930653"/>
                  </a:lnTo>
                  <a:lnTo>
                    <a:pt x="298718" y="5930223"/>
                  </a:lnTo>
                  <a:lnTo>
                    <a:pt x="299033" y="5930223"/>
                  </a:lnTo>
                  <a:lnTo>
                    <a:pt x="299191" y="5929792"/>
                  </a:lnTo>
                  <a:lnTo>
                    <a:pt x="299349" y="5929792"/>
                  </a:lnTo>
                  <a:lnTo>
                    <a:pt x="299664" y="5929792"/>
                  </a:lnTo>
                  <a:lnTo>
                    <a:pt x="299822" y="5928931"/>
                  </a:lnTo>
                  <a:lnTo>
                    <a:pt x="299980" y="5928931"/>
                  </a:lnTo>
                  <a:lnTo>
                    <a:pt x="299980" y="5928500"/>
                  </a:lnTo>
                  <a:lnTo>
                    <a:pt x="300137" y="5928500"/>
                  </a:lnTo>
                  <a:lnTo>
                    <a:pt x="300137" y="5928070"/>
                  </a:lnTo>
                  <a:lnTo>
                    <a:pt x="300295" y="5928070"/>
                  </a:lnTo>
                  <a:lnTo>
                    <a:pt x="300453" y="5928070"/>
                  </a:lnTo>
                  <a:lnTo>
                    <a:pt x="300453" y="5927639"/>
                  </a:lnTo>
                  <a:lnTo>
                    <a:pt x="300611" y="5927639"/>
                  </a:lnTo>
                  <a:lnTo>
                    <a:pt x="300611" y="5927209"/>
                  </a:lnTo>
                  <a:lnTo>
                    <a:pt x="300611" y="5926778"/>
                  </a:lnTo>
                  <a:lnTo>
                    <a:pt x="300611" y="5925917"/>
                  </a:lnTo>
                  <a:lnTo>
                    <a:pt x="300768" y="5925917"/>
                  </a:lnTo>
                  <a:lnTo>
                    <a:pt x="300926" y="5925917"/>
                  </a:lnTo>
                  <a:lnTo>
                    <a:pt x="301084" y="5925917"/>
                  </a:lnTo>
                  <a:lnTo>
                    <a:pt x="301241" y="5925917"/>
                  </a:lnTo>
                  <a:lnTo>
                    <a:pt x="301557" y="5925917"/>
                  </a:lnTo>
                  <a:lnTo>
                    <a:pt x="301715" y="5925917"/>
                  </a:lnTo>
                  <a:lnTo>
                    <a:pt x="302188" y="5925917"/>
                  </a:lnTo>
                  <a:lnTo>
                    <a:pt x="302503" y="5925917"/>
                  </a:lnTo>
                  <a:lnTo>
                    <a:pt x="302819" y="5925917"/>
                  </a:lnTo>
                  <a:lnTo>
                    <a:pt x="302819" y="5925486"/>
                  </a:lnTo>
                  <a:lnTo>
                    <a:pt x="302819" y="5925056"/>
                  </a:lnTo>
                  <a:lnTo>
                    <a:pt x="303134" y="5925056"/>
                  </a:lnTo>
                  <a:lnTo>
                    <a:pt x="303292" y="5924625"/>
                  </a:lnTo>
                  <a:lnTo>
                    <a:pt x="303449" y="5923764"/>
                  </a:lnTo>
                  <a:lnTo>
                    <a:pt x="303607" y="5923764"/>
                  </a:lnTo>
                  <a:lnTo>
                    <a:pt x="303765" y="5923764"/>
                  </a:lnTo>
                  <a:lnTo>
                    <a:pt x="303923" y="5923764"/>
                  </a:lnTo>
                  <a:lnTo>
                    <a:pt x="304080" y="5922472"/>
                  </a:lnTo>
                  <a:lnTo>
                    <a:pt x="304238" y="5922472"/>
                  </a:lnTo>
                  <a:lnTo>
                    <a:pt x="304396" y="5922472"/>
                  </a:lnTo>
                  <a:lnTo>
                    <a:pt x="304553" y="5922472"/>
                  </a:lnTo>
                  <a:lnTo>
                    <a:pt x="304711" y="5922472"/>
                  </a:lnTo>
                  <a:lnTo>
                    <a:pt x="304869" y="5922472"/>
                  </a:lnTo>
                  <a:lnTo>
                    <a:pt x="305027" y="5922041"/>
                  </a:lnTo>
                  <a:lnTo>
                    <a:pt x="305027" y="5921611"/>
                  </a:lnTo>
                  <a:lnTo>
                    <a:pt x="305184" y="5921180"/>
                  </a:lnTo>
                  <a:lnTo>
                    <a:pt x="305184" y="5920750"/>
                  </a:lnTo>
                  <a:lnTo>
                    <a:pt x="305184" y="5920319"/>
                  </a:lnTo>
                  <a:lnTo>
                    <a:pt x="305184" y="5919888"/>
                  </a:lnTo>
                  <a:lnTo>
                    <a:pt x="305184" y="5919458"/>
                  </a:lnTo>
                  <a:lnTo>
                    <a:pt x="305342" y="5919458"/>
                  </a:lnTo>
                  <a:lnTo>
                    <a:pt x="305500" y="5919027"/>
                  </a:lnTo>
                  <a:lnTo>
                    <a:pt x="305500" y="5918166"/>
                  </a:lnTo>
                  <a:lnTo>
                    <a:pt x="305658" y="5918166"/>
                  </a:lnTo>
                  <a:lnTo>
                    <a:pt x="305815" y="5917735"/>
                  </a:lnTo>
                  <a:lnTo>
                    <a:pt x="305973" y="5917735"/>
                  </a:lnTo>
                  <a:lnTo>
                    <a:pt x="305973" y="5917305"/>
                  </a:lnTo>
                  <a:lnTo>
                    <a:pt x="306604" y="5917305"/>
                  </a:lnTo>
                  <a:lnTo>
                    <a:pt x="306919" y="5917305"/>
                  </a:lnTo>
                  <a:lnTo>
                    <a:pt x="307077" y="5917305"/>
                  </a:lnTo>
                  <a:lnTo>
                    <a:pt x="307235" y="5916874"/>
                  </a:lnTo>
                  <a:lnTo>
                    <a:pt x="307392" y="5916874"/>
                  </a:lnTo>
                  <a:lnTo>
                    <a:pt x="307392" y="5916444"/>
                  </a:lnTo>
                  <a:lnTo>
                    <a:pt x="307392" y="5916013"/>
                  </a:lnTo>
                  <a:lnTo>
                    <a:pt x="307550" y="5916013"/>
                  </a:lnTo>
                  <a:lnTo>
                    <a:pt x="307708" y="5916013"/>
                  </a:lnTo>
                  <a:lnTo>
                    <a:pt x="308023" y="5915582"/>
                  </a:lnTo>
                  <a:lnTo>
                    <a:pt x="308181" y="5915582"/>
                  </a:lnTo>
                  <a:lnTo>
                    <a:pt x="308339" y="5915582"/>
                  </a:lnTo>
                  <a:lnTo>
                    <a:pt x="308496" y="5915582"/>
                  </a:lnTo>
                  <a:lnTo>
                    <a:pt x="308812" y="5915582"/>
                  </a:lnTo>
                  <a:lnTo>
                    <a:pt x="308970" y="5915582"/>
                  </a:lnTo>
                  <a:lnTo>
                    <a:pt x="309127" y="5915582"/>
                  </a:lnTo>
                  <a:lnTo>
                    <a:pt x="309127" y="5915152"/>
                  </a:lnTo>
                  <a:lnTo>
                    <a:pt x="309285" y="5915152"/>
                  </a:lnTo>
                  <a:lnTo>
                    <a:pt x="309443" y="5914721"/>
                  </a:lnTo>
                  <a:lnTo>
                    <a:pt x="309600" y="5914721"/>
                  </a:lnTo>
                  <a:lnTo>
                    <a:pt x="309916" y="5914721"/>
                  </a:lnTo>
                  <a:lnTo>
                    <a:pt x="310074" y="5914721"/>
                  </a:lnTo>
                  <a:lnTo>
                    <a:pt x="310389" y="5914291"/>
                  </a:lnTo>
                  <a:lnTo>
                    <a:pt x="310389" y="5913860"/>
                  </a:lnTo>
                  <a:lnTo>
                    <a:pt x="310389" y="5913429"/>
                  </a:lnTo>
                  <a:lnTo>
                    <a:pt x="310705" y="5913429"/>
                  </a:lnTo>
                  <a:lnTo>
                    <a:pt x="310705" y="5912999"/>
                  </a:lnTo>
                  <a:lnTo>
                    <a:pt x="310862" y="5912999"/>
                  </a:lnTo>
                  <a:lnTo>
                    <a:pt x="311178" y="5912568"/>
                  </a:lnTo>
                  <a:lnTo>
                    <a:pt x="311335" y="5912568"/>
                  </a:lnTo>
                  <a:lnTo>
                    <a:pt x="311651" y="5911707"/>
                  </a:lnTo>
                  <a:lnTo>
                    <a:pt x="311809" y="5911707"/>
                  </a:lnTo>
                  <a:lnTo>
                    <a:pt x="311809" y="5911276"/>
                  </a:lnTo>
                  <a:lnTo>
                    <a:pt x="312124" y="5910846"/>
                  </a:lnTo>
                  <a:lnTo>
                    <a:pt x="312282" y="5909985"/>
                  </a:lnTo>
                  <a:lnTo>
                    <a:pt x="312439" y="5909985"/>
                  </a:lnTo>
                  <a:lnTo>
                    <a:pt x="312755" y="5909554"/>
                  </a:lnTo>
                  <a:lnTo>
                    <a:pt x="312913" y="5909554"/>
                  </a:lnTo>
                  <a:lnTo>
                    <a:pt x="313070" y="5909123"/>
                  </a:lnTo>
                  <a:lnTo>
                    <a:pt x="313386" y="5909123"/>
                  </a:lnTo>
                  <a:lnTo>
                    <a:pt x="313386" y="5908693"/>
                  </a:lnTo>
                  <a:lnTo>
                    <a:pt x="313386" y="5908262"/>
                  </a:lnTo>
                  <a:lnTo>
                    <a:pt x="313386" y="5907401"/>
                  </a:lnTo>
                  <a:lnTo>
                    <a:pt x="313543" y="5907401"/>
                  </a:lnTo>
                  <a:lnTo>
                    <a:pt x="313701" y="5907401"/>
                  </a:lnTo>
                  <a:lnTo>
                    <a:pt x="314017" y="5907401"/>
                  </a:lnTo>
                  <a:lnTo>
                    <a:pt x="314332" y="5907401"/>
                  </a:lnTo>
                  <a:lnTo>
                    <a:pt x="314332" y="5906970"/>
                  </a:lnTo>
                  <a:lnTo>
                    <a:pt x="314490" y="5906109"/>
                  </a:lnTo>
                  <a:lnTo>
                    <a:pt x="314647" y="5906109"/>
                  </a:lnTo>
                  <a:lnTo>
                    <a:pt x="314963" y="5906109"/>
                  </a:lnTo>
                  <a:lnTo>
                    <a:pt x="315121" y="5906109"/>
                  </a:lnTo>
                  <a:lnTo>
                    <a:pt x="315594" y="5906109"/>
                  </a:lnTo>
                  <a:lnTo>
                    <a:pt x="315751" y="5906109"/>
                  </a:lnTo>
                  <a:lnTo>
                    <a:pt x="315909" y="5906109"/>
                  </a:lnTo>
                  <a:lnTo>
                    <a:pt x="315909" y="5905679"/>
                  </a:lnTo>
                  <a:lnTo>
                    <a:pt x="315909" y="5905248"/>
                  </a:lnTo>
                  <a:lnTo>
                    <a:pt x="316225" y="5904817"/>
                  </a:lnTo>
                  <a:lnTo>
                    <a:pt x="316540" y="5904817"/>
                  </a:lnTo>
                  <a:lnTo>
                    <a:pt x="316698" y="5904387"/>
                  </a:lnTo>
                  <a:lnTo>
                    <a:pt x="316856" y="5904387"/>
                  </a:lnTo>
                  <a:lnTo>
                    <a:pt x="317013" y="5904387"/>
                  </a:lnTo>
                  <a:lnTo>
                    <a:pt x="317013" y="5903956"/>
                  </a:lnTo>
                  <a:lnTo>
                    <a:pt x="317171" y="5903956"/>
                  </a:lnTo>
                  <a:lnTo>
                    <a:pt x="317486" y="5903526"/>
                  </a:lnTo>
                  <a:lnTo>
                    <a:pt x="317486" y="5903095"/>
                  </a:lnTo>
                  <a:lnTo>
                    <a:pt x="317960" y="5903095"/>
                  </a:lnTo>
                  <a:lnTo>
                    <a:pt x="317960" y="5902234"/>
                  </a:lnTo>
                  <a:lnTo>
                    <a:pt x="318117" y="5902234"/>
                  </a:lnTo>
                  <a:lnTo>
                    <a:pt x="318117" y="5901803"/>
                  </a:lnTo>
                  <a:lnTo>
                    <a:pt x="318275" y="5901803"/>
                  </a:lnTo>
                  <a:lnTo>
                    <a:pt x="318433" y="5901803"/>
                  </a:lnTo>
                  <a:lnTo>
                    <a:pt x="318590" y="5901373"/>
                  </a:lnTo>
                  <a:lnTo>
                    <a:pt x="318748" y="5901373"/>
                  </a:lnTo>
                  <a:lnTo>
                    <a:pt x="318748" y="5900942"/>
                  </a:lnTo>
                  <a:lnTo>
                    <a:pt x="318906" y="5900942"/>
                  </a:lnTo>
                  <a:lnTo>
                    <a:pt x="318906" y="5900511"/>
                  </a:lnTo>
                  <a:lnTo>
                    <a:pt x="319064" y="5900511"/>
                  </a:lnTo>
                  <a:lnTo>
                    <a:pt x="319221" y="5900511"/>
                  </a:lnTo>
                  <a:lnTo>
                    <a:pt x="319379" y="5900081"/>
                  </a:lnTo>
                  <a:lnTo>
                    <a:pt x="319852" y="5900081"/>
                  </a:lnTo>
                  <a:lnTo>
                    <a:pt x="320010" y="5899650"/>
                  </a:lnTo>
                  <a:lnTo>
                    <a:pt x="320010" y="5899220"/>
                  </a:lnTo>
                  <a:lnTo>
                    <a:pt x="320168" y="5899220"/>
                  </a:lnTo>
                  <a:lnTo>
                    <a:pt x="320168" y="5898789"/>
                  </a:lnTo>
                  <a:lnTo>
                    <a:pt x="320325" y="5898789"/>
                  </a:lnTo>
                  <a:lnTo>
                    <a:pt x="320325" y="5898358"/>
                  </a:lnTo>
                  <a:lnTo>
                    <a:pt x="320483" y="5898358"/>
                  </a:lnTo>
                  <a:lnTo>
                    <a:pt x="320798" y="5898358"/>
                  </a:lnTo>
                  <a:lnTo>
                    <a:pt x="321114" y="5897928"/>
                  </a:lnTo>
                  <a:lnTo>
                    <a:pt x="321272" y="5897928"/>
                  </a:lnTo>
                  <a:lnTo>
                    <a:pt x="321903" y="5897928"/>
                  </a:lnTo>
                  <a:lnTo>
                    <a:pt x="322218" y="5897067"/>
                  </a:lnTo>
                  <a:lnTo>
                    <a:pt x="322376" y="5897067"/>
                  </a:lnTo>
                  <a:lnTo>
                    <a:pt x="322533" y="5897067"/>
                  </a:lnTo>
                  <a:lnTo>
                    <a:pt x="322691" y="5897067"/>
                  </a:lnTo>
                  <a:lnTo>
                    <a:pt x="322849" y="5897067"/>
                  </a:lnTo>
                  <a:lnTo>
                    <a:pt x="323007" y="5897067"/>
                  </a:lnTo>
                  <a:lnTo>
                    <a:pt x="323164" y="5896636"/>
                  </a:lnTo>
                  <a:lnTo>
                    <a:pt x="323164" y="5896205"/>
                  </a:lnTo>
                  <a:lnTo>
                    <a:pt x="323322" y="5896205"/>
                  </a:lnTo>
                  <a:lnTo>
                    <a:pt x="323480" y="5895775"/>
                  </a:lnTo>
                  <a:lnTo>
                    <a:pt x="323480" y="5895344"/>
                  </a:lnTo>
                  <a:lnTo>
                    <a:pt x="323637" y="5895344"/>
                  </a:lnTo>
                  <a:lnTo>
                    <a:pt x="323795" y="5895344"/>
                  </a:lnTo>
                  <a:lnTo>
                    <a:pt x="323795" y="5894914"/>
                  </a:lnTo>
                  <a:lnTo>
                    <a:pt x="323795" y="5894483"/>
                  </a:lnTo>
                  <a:lnTo>
                    <a:pt x="323795" y="5894052"/>
                  </a:lnTo>
                  <a:lnTo>
                    <a:pt x="323953" y="5893622"/>
                  </a:lnTo>
                  <a:lnTo>
                    <a:pt x="324111" y="5893622"/>
                  </a:lnTo>
                  <a:lnTo>
                    <a:pt x="324111" y="5893191"/>
                  </a:lnTo>
                  <a:lnTo>
                    <a:pt x="324111" y="5892761"/>
                  </a:lnTo>
                  <a:lnTo>
                    <a:pt x="324111" y="5892330"/>
                  </a:lnTo>
                  <a:lnTo>
                    <a:pt x="324111" y="5891899"/>
                  </a:lnTo>
                  <a:lnTo>
                    <a:pt x="324268" y="5891899"/>
                  </a:lnTo>
                  <a:lnTo>
                    <a:pt x="324426" y="5891899"/>
                  </a:lnTo>
                  <a:lnTo>
                    <a:pt x="324584" y="5891899"/>
                  </a:lnTo>
                  <a:lnTo>
                    <a:pt x="324584" y="5891469"/>
                  </a:lnTo>
                  <a:lnTo>
                    <a:pt x="324741" y="5891469"/>
                  </a:lnTo>
                  <a:lnTo>
                    <a:pt x="324899" y="5891469"/>
                  </a:lnTo>
                  <a:lnTo>
                    <a:pt x="324899" y="5891038"/>
                  </a:lnTo>
                  <a:lnTo>
                    <a:pt x="325057" y="5891038"/>
                  </a:lnTo>
                  <a:lnTo>
                    <a:pt x="325057" y="5890608"/>
                  </a:lnTo>
                  <a:lnTo>
                    <a:pt x="325057" y="5889746"/>
                  </a:lnTo>
                  <a:lnTo>
                    <a:pt x="325057" y="5889316"/>
                  </a:lnTo>
                  <a:lnTo>
                    <a:pt x="325057" y="5888885"/>
                  </a:lnTo>
                  <a:lnTo>
                    <a:pt x="325215" y="5888885"/>
                  </a:lnTo>
                  <a:lnTo>
                    <a:pt x="325215" y="5888455"/>
                  </a:lnTo>
                  <a:lnTo>
                    <a:pt x="325372" y="5888455"/>
                  </a:lnTo>
                  <a:lnTo>
                    <a:pt x="325372" y="5888024"/>
                  </a:lnTo>
                  <a:lnTo>
                    <a:pt x="325372" y="5887593"/>
                  </a:lnTo>
                  <a:lnTo>
                    <a:pt x="325530" y="5887593"/>
                  </a:lnTo>
                  <a:lnTo>
                    <a:pt x="325688" y="5887593"/>
                  </a:lnTo>
                  <a:lnTo>
                    <a:pt x="325845" y="5886732"/>
                  </a:lnTo>
                  <a:lnTo>
                    <a:pt x="325845" y="5886302"/>
                  </a:lnTo>
                  <a:lnTo>
                    <a:pt x="326003" y="5886302"/>
                  </a:lnTo>
                  <a:lnTo>
                    <a:pt x="326161" y="5886302"/>
                  </a:lnTo>
                  <a:lnTo>
                    <a:pt x="326319" y="5886302"/>
                  </a:lnTo>
                  <a:lnTo>
                    <a:pt x="326476" y="5886302"/>
                  </a:lnTo>
                  <a:lnTo>
                    <a:pt x="326634" y="5886302"/>
                  </a:lnTo>
                  <a:lnTo>
                    <a:pt x="326792" y="5886302"/>
                  </a:lnTo>
                  <a:lnTo>
                    <a:pt x="326949" y="5886302"/>
                  </a:lnTo>
                  <a:lnTo>
                    <a:pt x="327423" y="5886302"/>
                  </a:lnTo>
                  <a:lnTo>
                    <a:pt x="327580" y="5886302"/>
                  </a:lnTo>
                  <a:lnTo>
                    <a:pt x="327896" y="5885871"/>
                  </a:lnTo>
                  <a:lnTo>
                    <a:pt x="328054" y="5885010"/>
                  </a:lnTo>
                  <a:lnTo>
                    <a:pt x="328369" y="5885010"/>
                  </a:lnTo>
                  <a:lnTo>
                    <a:pt x="328527" y="5885010"/>
                  </a:lnTo>
                  <a:lnTo>
                    <a:pt x="328684" y="5885010"/>
                  </a:lnTo>
                  <a:lnTo>
                    <a:pt x="328684" y="5884579"/>
                  </a:lnTo>
                  <a:lnTo>
                    <a:pt x="328842" y="5884579"/>
                  </a:lnTo>
                  <a:lnTo>
                    <a:pt x="329000" y="5884579"/>
                  </a:lnTo>
                  <a:lnTo>
                    <a:pt x="329158" y="5884579"/>
                  </a:lnTo>
                  <a:lnTo>
                    <a:pt x="329315" y="5884579"/>
                  </a:lnTo>
                  <a:lnTo>
                    <a:pt x="329473" y="5884149"/>
                  </a:lnTo>
                  <a:lnTo>
                    <a:pt x="329473" y="5883718"/>
                  </a:lnTo>
                  <a:lnTo>
                    <a:pt x="329631" y="5883718"/>
                  </a:lnTo>
                  <a:lnTo>
                    <a:pt x="329788" y="5883718"/>
                  </a:lnTo>
                  <a:lnTo>
                    <a:pt x="329946" y="5883718"/>
                  </a:lnTo>
                  <a:lnTo>
                    <a:pt x="330104" y="5883718"/>
                  </a:lnTo>
                  <a:lnTo>
                    <a:pt x="330262" y="5882857"/>
                  </a:lnTo>
                  <a:lnTo>
                    <a:pt x="330577" y="5882857"/>
                  </a:lnTo>
                  <a:lnTo>
                    <a:pt x="330892" y="5882857"/>
                  </a:lnTo>
                  <a:lnTo>
                    <a:pt x="330892" y="5882426"/>
                  </a:lnTo>
                  <a:lnTo>
                    <a:pt x="331050" y="5882426"/>
                  </a:lnTo>
                  <a:lnTo>
                    <a:pt x="331208" y="5882426"/>
                  </a:lnTo>
                  <a:lnTo>
                    <a:pt x="331366" y="5882426"/>
                  </a:lnTo>
                  <a:lnTo>
                    <a:pt x="331523" y="5882426"/>
                  </a:lnTo>
                  <a:lnTo>
                    <a:pt x="331523" y="5881996"/>
                  </a:lnTo>
                  <a:lnTo>
                    <a:pt x="331523" y="5881565"/>
                  </a:lnTo>
                  <a:lnTo>
                    <a:pt x="331523" y="5881134"/>
                  </a:lnTo>
                  <a:lnTo>
                    <a:pt x="331839" y="5881134"/>
                  </a:lnTo>
                  <a:lnTo>
                    <a:pt x="331996" y="5881134"/>
                  </a:lnTo>
                  <a:lnTo>
                    <a:pt x="332154" y="5881134"/>
                  </a:lnTo>
                  <a:lnTo>
                    <a:pt x="332470" y="5881134"/>
                  </a:lnTo>
                  <a:lnTo>
                    <a:pt x="332627" y="5881134"/>
                  </a:lnTo>
                  <a:lnTo>
                    <a:pt x="333101" y="5881134"/>
                  </a:lnTo>
                  <a:lnTo>
                    <a:pt x="333101" y="5880273"/>
                  </a:lnTo>
                  <a:lnTo>
                    <a:pt x="333258" y="5880273"/>
                  </a:lnTo>
                  <a:lnTo>
                    <a:pt x="333574" y="5880273"/>
                  </a:lnTo>
                  <a:lnTo>
                    <a:pt x="333731" y="5880273"/>
                  </a:lnTo>
                  <a:lnTo>
                    <a:pt x="333889" y="5880273"/>
                  </a:lnTo>
                  <a:lnTo>
                    <a:pt x="334047" y="5880273"/>
                  </a:lnTo>
                  <a:lnTo>
                    <a:pt x="334205" y="5880273"/>
                  </a:lnTo>
                  <a:lnTo>
                    <a:pt x="334205" y="5879843"/>
                  </a:lnTo>
                  <a:lnTo>
                    <a:pt x="334362" y="5879843"/>
                  </a:lnTo>
                  <a:lnTo>
                    <a:pt x="334362" y="5879412"/>
                  </a:lnTo>
                  <a:lnTo>
                    <a:pt x="334520" y="5879412"/>
                  </a:lnTo>
                  <a:lnTo>
                    <a:pt x="334678" y="5878981"/>
                  </a:lnTo>
                  <a:lnTo>
                    <a:pt x="334835" y="5878551"/>
                  </a:lnTo>
                  <a:lnTo>
                    <a:pt x="335151" y="5878551"/>
                  </a:lnTo>
                  <a:lnTo>
                    <a:pt x="335309" y="5878551"/>
                  </a:lnTo>
                  <a:lnTo>
                    <a:pt x="335309" y="5877259"/>
                  </a:lnTo>
                  <a:lnTo>
                    <a:pt x="335309" y="5876828"/>
                  </a:lnTo>
                  <a:lnTo>
                    <a:pt x="335466" y="5876828"/>
                  </a:lnTo>
                  <a:lnTo>
                    <a:pt x="335624" y="5876398"/>
                  </a:lnTo>
                  <a:lnTo>
                    <a:pt x="335624" y="5875967"/>
                  </a:lnTo>
                  <a:lnTo>
                    <a:pt x="336097" y="5875967"/>
                  </a:lnTo>
                  <a:lnTo>
                    <a:pt x="336255" y="5875967"/>
                  </a:lnTo>
                  <a:lnTo>
                    <a:pt x="336413" y="5875537"/>
                  </a:lnTo>
                  <a:lnTo>
                    <a:pt x="336570" y="5875106"/>
                  </a:lnTo>
                  <a:lnTo>
                    <a:pt x="336570" y="5874675"/>
                  </a:lnTo>
                  <a:lnTo>
                    <a:pt x="336728" y="5874675"/>
                  </a:lnTo>
                  <a:lnTo>
                    <a:pt x="336886" y="5873814"/>
                  </a:lnTo>
                  <a:lnTo>
                    <a:pt x="337201" y="5873384"/>
                  </a:lnTo>
                  <a:lnTo>
                    <a:pt x="337359" y="5872953"/>
                  </a:lnTo>
                  <a:lnTo>
                    <a:pt x="337517" y="5872953"/>
                  </a:lnTo>
                  <a:lnTo>
                    <a:pt x="337517" y="5872522"/>
                  </a:lnTo>
                  <a:lnTo>
                    <a:pt x="337832" y="5872522"/>
                  </a:lnTo>
                  <a:lnTo>
                    <a:pt x="337990" y="5872522"/>
                  </a:lnTo>
                  <a:lnTo>
                    <a:pt x="338147" y="5871661"/>
                  </a:lnTo>
                  <a:lnTo>
                    <a:pt x="338147" y="5871231"/>
                  </a:lnTo>
                  <a:lnTo>
                    <a:pt x="338463" y="5870800"/>
                  </a:lnTo>
                  <a:lnTo>
                    <a:pt x="338621" y="5870800"/>
                  </a:lnTo>
                  <a:lnTo>
                    <a:pt x="338778" y="5870800"/>
                  </a:lnTo>
                  <a:lnTo>
                    <a:pt x="339094" y="5870800"/>
                  </a:lnTo>
                  <a:lnTo>
                    <a:pt x="339409" y="5870800"/>
                  </a:lnTo>
                  <a:lnTo>
                    <a:pt x="339409" y="5870369"/>
                  </a:lnTo>
                  <a:lnTo>
                    <a:pt x="339567" y="5870369"/>
                  </a:lnTo>
                  <a:lnTo>
                    <a:pt x="339725" y="5869939"/>
                  </a:lnTo>
                  <a:lnTo>
                    <a:pt x="339882" y="5869939"/>
                  </a:lnTo>
                  <a:lnTo>
                    <a:pt x="340040" y="5869508"/>
                  </a:lnTo>
                  <a:lnTo>
                    <a:pt x="340040" y="5869078"/>
                  </a:lnTo>
                  <a:lnTo>
                    <a:pt x="340198" y="5867786"/>
                  </a:lnTo>
                  <a:lnTo>
                    <a:pt x="340198" y="5867355"/>
                  </a:lnTo>
                  <a:lnTo>
                    <a:pt x="340513" y="5867355"/>
                  </a:lnTo>
                  <a:lnTo>
                    <a:pt x="340671" y="5866925"/>
                  </a:lnTo>
                  <a:lnTo>
                    <a:pt x="340829" y="5866494"/>
                  </a:lnTo>
                  <a:lnTo>
                    <a:pt x="340986" y="5866063"/>
                  </a:lnTo>
                  <a:lnTo>
                    <a:pt x="340986" y="5865633"/>
                  </a:lnTo>
                  <a:lnTo>
                    <a:pt x="341144" y="5865633"/>
                  </a:lnTo>
                  <a:lnTo>
                    <a:pt x="341302" y="5865633"/>
                  </a:lnTo>
                  <a:lnTo>
                    <a:pt x="341933" y="5865633"/>
                  </a:lnTo>
                  <a:lnTo>
                    <a:pt x="341933" y="5865202"/>
                  </a:lnTo>
                  <a:lnTo>
                    <a:pt x="342090" y="5865202"/>
                  </a:lnTo>
                  <a:lnTo>
                    <a:pt x="342090" y="5864341"/>
                  </a:lnTo>
                  <a:lnTo>
                    <a:pt x="342248" y="5864341"/>
                  </a:lnTo>
                  <a:lnTo>
                    <a:pt x="342248" y="5863910"/>
                  </a:lnTo>
                  <a:lnTo>
                    <a:pt x="342248" y="5863049"/>
                  </a:lnTo>
                  <a:lnTo>
                    <a:pt x="342248" y="5862619"/>
                  </a:lnTo>
                  <a:lnTo>
                    <a:pt x="342406" y="5861757"/>
                  </a:lnTo>
                  <a:lnTo>
                    <a:pt x="342406" y="5861327"/>
                  </a:lnTo>
                  <a:lnTo>
                    <a:pt x="342564" y="5861327"/>
                  </a:lnTo>
                  <a:lnTo>
                    <a:pt x="342564" y="5860896"/>
                  </a:lnTo>
                  <a:lnTo>
                    <a:pt x="342721" y="5860896"/>
                  </a:lnTo>
                  <a:lnTo>
                    <a:pt x="342721" y="5860035"/>
                  </a:lnTo>
                  <a:lnTo>
                    <a:pt x="342879" y="5860035"/>
                  </a:lnTo>
                  <a:lnTo>
                    <a:pt x="343037" y="5859174"/>
                  </a:lnTo>
                  <a:lnTo>
                    <a:pt x="343194" y="5859174"/>
                  </a:lnTo>
                  <a:lnTo>
                    <a:pt x="343510" y="5859174"/>
                  </a:lnTo>
                  <a:lnTo>
                    <a:pt x="343510" y="5858743"/>
                  </a:lnTo>
                  <a:lnTo>
                    <a:pt x="343668" y="5858313"/>
                  </a:lnTo>
                  <a:lnTo>
                    <a:pt x="343668" y="5857882"/>
                  </a:lnTo>
                  <a:lnTo>
                    <a:pt x="343825" y="5857451"/>
                  </a:lnTo>
                  <a:lnTo>
                    <a:pt x="344141" y="5857021"/>
                  </a:lnTo>
                  <a:lnTo>
                    <a:pt x="344299" y="5856590"/>
                  </a:lnTo>
                  <a:lnTo>
                    <a:pt x="344456" y="5856590"/>
                  </a:lnTo>
                  <a:lnTo>
                    <a:pt x="344614" y="5856590"/>
                  </a:lnTo>
                  <a:lnTo>
                    <a:pt x="344772" y="5856590"/>
                  </a:lnTo>
                  <a:lnTo>
                    <a:pt x="344929" y="5856590"/>
                  </a:lnTo>
                  <a:lnTo>
                    <a:pt x="344929" y="5856160"/>
                  </a:lnTo>
                  <a:lnTo>
                    <a:pt x="344929" y="5855729"/>
                  </a:lnTo>
                  <a:lnTo>
                    <a:pt x="344929" y="5855298"/>
                  </a:lnTo>
                  <a:lnTo>
                    <a:pt x="344929" y="5854868"/>
                  </a:lnTo>
                  <a:lnTo>
                    <a:pt x="345087" y="5854868"/>
                  </a:lnTo>
                  <a:lnTo>
                    <a:pt x="345560" y="5854007"/>
                  </a:lnTo>
                  <a:lnTo>
                    <a:pt x="345876" y="5854007"/>
                  </a:lnTo>
                  <a:lnTo>
                    <a:pt x="345876" y="5853576"/>
                  </a:lnTo>
                  <a:lnTo>
                    <a:pt x="346033" y="5853576"/>
                  </a:lnTo>
                  <a:lnTo>
                    <a:pt x="346191" y="5853576"/>
                  </a:lnTo>
                  <a:lnTo>
                    <a:pt x="346349" y="5853576"/>
                  </a:lnTo>
                  <a:lnTo>
                    <a:pt x="346507" y="5853576"/>
                  </a:lnTo>
                  <a:lnTo>
                    <a:pt x="346664" y="5853145"/>
                  </a:lnTo>
                  <a:lnTo>
                    <a:pt x="346664" y="5852715"/>
                  </a:lnTo>
                  <a:lnTo>
                    <a:pt x="347137" y="5852284"/>
                  </a:lnTo>
                  <a:lnTo>
                    <a:pt x="347295" y="5852284"/>
                  </a:lnTo>
                  <a:lnTo>
                    <a:pt x="347768" y="5852284"/>
                  </a:lnTo>
                  <a:lnTo>
                    <a:pt x="347926" y="5851854"/>
                  </a:lnTo>
                  <a:lnTo>
                    <a:pt x="348084" y="5851854"/>
                  </a:lnTo>
                  <a:lnTo>
                    <a:pt x="348241" y="5851423"/>
                  </a:lnTo>
                  <a:lnTo>
                    <a:pt x="348241" y="5850992"/>
                  </a:lnTo>
                  <a:lnTo>
                    <a:pt x="348241" y="5850562"/>
                  </a:lnTo>
                  <a:lnTo>
                    <a:pt x="348399" y="5850131"/>
                  </a:lnTo>
                  <a:lnTo>
                    <a:pt x="348399" y="5849701"/>
                  </a:lnTo>
                  <a:lnTo>
                    <a:pt x="348872" y="5849701"/>
                  </a:lnTo>
                  <a:lnTo>
                    <a:pt x="349030" y="5849701"/>
                  </a:lnTo>
                  <a:lnTo>
                    <a:pt x="349188" y="5849701"/>
                  </a:lnTo>
                  <a:lnTo>
                    <a:pt x="349345" y="5849701"/>
                  </a:lnTo>
                  <a:lnTo>
                    <a:pt x="349503" y="5849701"/>
                  </a:lnTo>
                  <a:lnTo>
                    <a:pt x="349661" y="5849270"/>
                  </a:lnTo>
                  <a:lnTo>
                    <a:pt x="349661" y="5848839"/>
                  </a:lnTo>
                  <a:lnTo>
                    <a:pt x="349976" y="5848839"/>
                  </a:lnTo>
                  <a:lnTo>
                    <a:pt x="350134" y="5848839"/>
                  </a:lnTo>
                  <a:lnTo>
                    <a:pt x="350134" y="5848409"/>
                  </a:lnTo>
                  <a:lnTo>
                    <a:pt x="350134" y="5847978"/>
                  </a:lnTo>
                  <a:lnTo>
                    <a:pt x="350292" y="5847548"/>
                  </a:lnTo>
                  <a:lnTo>
                    <a:pt x="350765" y="5847548"/>
                  </a:lnTo>
                  <a:lnTo>
                    <a:pt x="350923" y="5847117"/>
                  </a:lnTo>
                  <a:lnTo>
                    <a:pt x="351396" y="5847117"/>
                  </a:lnTo>
                  <a:lnTo>
                    <a:pt x="351554" y="5846686"/>
                  </a:lnTo>
                  <a:lnTo>
                    <a:pt x="351711" y="5846256"/>
                  </a:lnTo>
                  <a:lnTo>
                    <a:pt x="352027" y="5845825"/>
                  </a:lnTo>
                  <a:lnTo>
                    <a:pt x="352342" y="5845825"/>
                  </a:lnTo>
                  <a:lnTo>
                    <a:pt x="352658" y="5845825"/>
                  </a:lnTo>
                  <a:lnTo>
                    <a:pt x="352658" y="5845395"/>
                  </a:lnTo>
                  <a:lnTo>
                    <a:pt x="352973" y="5845395"/>
                  </a:lnTo>
                  <a:lnTo>
                    <a:pt x="353446" y="5845395"/>
                  </a:lnTo>
                  <a:lnTo>
                    <a:pt x="353762" y="5844964"/>
                  </a:lnTo>
                  <a:lnTo>
                    <a:pt x="353919" y="5844964"/>
                  </a:lnTo>
                  <a:lnTo>
                    <a:pt x="354077" y="5844964"/>
                  </a:lnTo>
                  <a:lnTo>
                    <a:pt x="354077" y="5844533"/>
                  </a:lnTo>
                  <a:lnTo>
                    <a:pt x="354235" y="5844533"/>
                  </a:lnTo>
                  <a:lnTo>
                    <a:pt x="354392" y="5844533"/>
                  </a:lnTo>
                  <a:lnTo>
                    <a:pt x="354550" y="5844533"/>
                  </a:lnTo>
                  <a:lnTo>
                    <a:pt x="354708" y="5844103"/>
                  </a:lnTo>
                  <a:lnTo>
                    <a:pt x="354866" y="5844103"/>
                  </a:lnTo>
                  <a:lnTo>
                    <a:pt x="354866" y="5843672"/>
                  </a:lnTo>
                  <a:lnTo>
                    <a:pt x="355023" y="5843242"/>
                  </a:lnTo>
                  <a:lnTo>
                    <a:pt x="355181" y="5843242"/>
                  </a:lnTo>
                  <a:lnTo>
                    <a:pt x="355970" y="5843242"/>
                  </a:lnTo>
                  <a:lnTo>
                    <a:pt x="355970" y="5842811"/>
                  </a:lnTo>
                  <a:lnTo>
                    <a:pt x="356127" y="5842811"/>
                  </a:lnTo>
                  <a:lnTo>
                    <a:pt x="356127" y="5842380"/>
                  </a:lnTo>
                  <a:lnTo>
                    <a:pt x="356285" y="5841950"/>
                  </a:lnTo>
                  <a:lnTo>
                    <a:pt x="356443" y="5841519"/>
                  </a:lnTo>
                  <a:lnTo>
                    <a:pt x="356601" y="5841519"/>
                  </a:lnTo>
                  <a:lnTo>
                    <a:pt x="356758" y="5841519"/>
                  </a:lnTo>
                  <a:lnTo>
                    <a:pt x="356758" y="5841089"/>
                  </a:lnTo>
                  <a:lnTo>
                    <a:pt x="356758" y="5840658"/>
                  </a:lnTo>
                  <a:lnTo>
                    <a:pt x="357074" y="5840227"/>
                  </a:lnTo>
                  <a:lnTo>
                    <a:pt x="357231" y="5840227"/>
                  </a:lnTo>
                  <a:lnTo>
                    <a:pt x="357231" y="5839797"/>
                  </a:lnTo>
                  <a:lnTo>
                    <a:pt x="357389" y="5839797"/>
                  </a:lnTo>
                  <a:lnTo>
                    <a:pt x="357389" y="5839366"/>
                  </a:lnTo>
                  <a:lnTo>
                    <a:pt x="357547" y="5839366"/>
                  </a:lnTo>
                  <a:lnTo>
                    <a:pt x="357862" y="5839366"/>
                  </a:lnTo>
                  <a:lnTo>
                    <a:pt x="358178" y="5839366"/>
                  </a:lnTo>
                  <a:lnTo>
                    <a:pt x="358178" y="5838936"/>
                  </a:lnTo>
                  <a:lnTo>
                    <a:pt x="358335" y="5838936"/>
                  </a:lnTo>
                  <a:lnTo>
                    <a:pt x="358809" y="5838936"/>
                  </a:lnTo>
                  <a:lnTo>
                    <a:pt x="358809" y="5838505"/>
                  </a:lnTo>
                  <a:lnTo>
                    <a:pt x="358809" y="5838074"/>
                  </a:lnTo>
                  <a:lnTo>
                    <a:pt x="358966" y="5838074"/>
                  </a:lnTo>
                  <a:lnTo>
                    <a:pt x="359124" y="5838074"/>
                  </a:lnTo>
                  <a:lnTo>
                    <a:pt x="359124" y="5837644"/>
                  </a:lnTo>
                  <a:lnTo>
                    <a:pt x="359439" y="5837213"/>
                  </a:lnTo>
                  <a:lnTo>
                    <a:pt x="359597" y="5836783"/>
                  </a:lnTo>
                  <a:lnTo>
                    <a:pt x="359913" y="5836783"/>
                  </a:lnTo>
                  <a:lnTo>
                    <a:pt x="360070" y="5836352"/>
                  </a:lnTo>
                  <a:lnTo>
                    <a:pt x="360070" y="5835060"/>
                  </a:lnTo>
                  <a:lnTo>
                    <a:pt x="360228" y="5834630"/>
                  </a:lnTo>
                  <a:lnTo>
                    <a:pt x="360386" y="5834630"/>
                  </a:lnTo>
                  <a:lnTo>
                    <a:pt x="360386" y="5834199"/>
                  </a:lnTo>
                  <a:lnTo>
                    <a:pt x="361332" y="5834199"/>
                  </a:lnTo>
                  <a:lnTo>
                    <a:pt x="361648" y="5834199"/>
                  </a:lnTo>
                  <a:lnTo>
                    <a:pt x="361805" y="5834199"/>
                  </a:lnTo>
                  <a:lnTo>
                    <a:pt x="361963" y="5834199"/>
                  </a:lnTo>
                  <a:lnTo>
                    <a:pt x="362121" y="5834199"/>
                  </a:lnTo>
                  <a:lnTo>
                    <a:pt x="362278" y="5834199"/>
                  </a:lnTo>
                  <a:lnTo>
                    <a:pt x="362436" y="5834199"/>
                  </a:lnTo>
                  <a:lnTo>
                    <a:pt x="362594" y="5834199"/>
                  </a:lnTo>
                  <a:lnTo>
                    <a:pt x="362752" y="5833768"/>
                  </a:lnTo>
                  <a:lnTo>
                    <a:pt x="362909" y="5833768"/>
                  </a:lnTo>
                  <a:lnTo>
                    <a:pt x="363067" y="5833768"/>
                  </a:lnTo>
                  <a:lnTo>
                    <a:pt x="363225" y="5833768"/>
                  </a:lnTo>
                  <a:lnTo>
                    <a:pt x="363382" y="5833768"/>
                  </a:lnTo>
                  <a:lnTo>
                    <a:pt x="363698" y="5833338"/>
                  </a:lnTo>
                  <a:lnTo>
                    <a:pt x="363698" y="5832907"/>
                  </a:lnTo>
                  <a:lnTo>
                    <a:pt x="363698" y="5832477"/>
                  </a:lnTo>
                  <a:lnTo>
                    <a:pt x="363698" y="5831615"/>
                  </a:lnTo>
                  <a:lnTo>
                    <a:pt x="363698" y="5831185"/>
                  </a:lnTo>
                  <a:lnTo>
                    <a:pt x="363698" y="5830754"/>
                  </a:lnTo>
                  <a:lnTo>
                    <a:pt x="363856" y="5830754"/>
                  </a:lnTo>
                  <a:lnTo>
                    <a:pt x="364013" y="5830324"/>
                  </a:lnTo>
                  <a:lnTo>
                    <a:pt x="364171" y="5829893"/>
                  </a:lnTo>
                  <a:lnTo>
                    <a:pt x="364171" y="5829462"/>
                  </a:lnTo>
                  <a:lnTo>
                    <a:pt x="364329" y="5829462"/>
                  </a:lnTo>
                  <a:lnTo>
                    <a:pt x="364486" y="5829462"/>
                  </a:lnTo>
                  <a:lnTo>
                    <a:pt x="364802" y="5829032"/>
                  </a:lnTo>
                  <a:lnTo>
                    <a:pt x="364802" y="5828601"/>
                  </a:lnTo>
                  <a:lnTo>
                    <a:pt x="364960" y="5828601"/>
                  </a:lnTo>
                  <a:lnTo>
                    <a:pt x="364960" y="5828171"/>
                  </a:lnTo>
                  <a:lnTo>
                    <a:pt x="365117" y="5828171"/>
                  </a:lnTo>
                  <a:lnTo>
                    <a:pt x="365275" y="5828171"/>
                  </a:lnTo>
                  <a:lnTo>
                    <a:pt x="365433" y="5828171"/>
                  </a:lnTo>
                  <a:lnTo>
                    <a:pt x="365590" y="5828171"/>
                  </a:lnTo>
                  <a:lnTo>
                    <a:pt x="365590" y="5827309"/>
                  </a:lnTo>
                  <a:lnTo>
                    <a:pt x="365590" y="5826879"/>
                  </a:lnTo>
                  <a:lnTo>
                    <a:pt x="365590" y="5826448"/>
                  </a:lnTo>
                  <a:lnTo>
                    <a:pt x="365906" y="5825587"/>
                  </a:lnTo>
                  <a:lnTo>
                    <a:pt x="366064" y="5825587"/>
                  </a:lnTo>
                  <a:lnTo>
                    <a:pt x="366221" y="5825587"/>
                  </a:lnTo>
                  <a:lnTo>
                    <a:pt x="366379" y="5825587"/>
                  </a:lnTo>
                  <a:lnTo>
                    <a:pt x="366694" y="5825587"/>
                  </a:lnTo>
                  <a:lnTo>
                    <a:pt x="366694" y="5825156"/>
                  </a:lnTo>
                  <a:lnTo>
                    <a:pt x="366852" y="5825156"/>
                  </a:lnTo>
                  <a:lnTo>
                    <a:pt x="367010" y="5824726"/>
                  </a:lnTo>
                  <a:lnTo>
                    <a:pt x="367168" y="5824726"/>
                  </a:lnTo>
                  <a:lnTo>
                    <a:pt x="367325" y="5824726"/>
                  </a:lnTo>
                  <a:lnTo>
                    <a:pt x="367483" y="5824726"/>
                  </a:lnTo>
                  <a:lnTo>
                    <a:pt x="367483" y="5824295"/>
                  </a:lnTo>
                  <a:lnTo>
                    <a:pt x="367641" y="5824295"/>
                  </a:lnTo>
                  <a:lnTo>
                    <a:pt x="367641" y="5823865"/>
                  </a:lnTo>
                  <a:lnTo>
                    <a:pt x="367799" y="5823434"/>
                  </a:lnTo>
                  <a:lnTo>
                    <a:pt x="367956" y="5823434"/>
                  </a:lnTo>
                  <a:lnTo>
                    <a:pt x="368114" y="5823434"/>
                  </a:lnTo>
                  <a:lnTo>
                    <a:pt x="368587" y="5823003"/>
                  </a:lnTo>
                  <a:lnTo>
                    <a:pt x="368903" y="5823003"/>
                  </a:lnTo>
                  <a:lnTo>
                    <a:pt x="368903" y="5822573"/>
                  </a:lnTo>
                  <a:lnTo>
                    <a:pt x="368903" y="5822142"/>
                  </a:lnTo>
                  <a:lnTo>
                    <a:pt x="369060" y="5822142"/>
                  </a:lnTo>
                  <a:lnTo>
                    <a:pt x="369218" y="5822142"/>
                  </a:lnTo>
                  <a:lnTo>
                    <a:pt x="369376" y="5822142"/>
                  </a:lnTo>
                  <a:lnTo>
                    <a:pt x="369533" y="5822142"/>
                  </a:lnTo>
                  <a:lnTo>
                    <a:pt x="369691" y="5822142"/>
                  </a:lnTo>
                  <a:lnTo>
                    <a:pt x="370007" y="5822142"/>
                  </a:lnTo>
                  <a:lnTo>
                    <a:pt x="370007" y="5821712"/>
                  </a:lnTo>
                  <a:lnTo>
                    <a:pt x="370322" y="5821281"/>
                  </a:lnTo>
                  <a:lnTo>
                    <a:pt x="370322" y="5820850"/>
                  </a:lnTo>
                  <a:lnTo>
                    <a:pt x="370480" y="5820850"/>
                  </a:lnTo>
                  <a:lnTo>
                    <a:pt x="370480" y="5820420"/>
                  </a:lnTo>
                  <a:lnTo>
                    <a:pt x="370637" y="5820420"/>
                  </a:lnTo>
                  <a:lnTo>
                    <a:pt x="370795" y="5820420"/>
                  </a:lnTo>
                  <a:lnTo>
                    <a:pt x="370953" y="5819989"/>
                  </a:lnTo>
                  <a:lnTo>
                    <a:pt x="371111" y="5819989"/>
                  </a:lnTo>
                  <a:lnTo>
                    <a:pt x="371741" y="5819989"/>
                  </a:lnTo>
                  <a:lnTo>
                    <a:pt x="372057" y="5819989"/>
                  </a:lnTo>
                  <a:lnTo>
                    <a:pt x="372215" y="5819989"/>
                  </a:lnTo>
                  <a:lnTo>
                    <a:pt x="372372" y="5819989"/>
                  </a:lnTo>
                  <a:lnTo>
                    <a:pt x="372530" y="5819128"/>
                  </a:lnTo>
                  <a:lnTo>
                    <a:pt x="372846" y="5819128"/>
                  </a:lnTo>
                  <a:lnTo>
                    <a:pt x="373003" y="5819128"/>
                  </a:lnTo>
                  <a:lnTo>
                    <a:pt x="373319" y="5818697"/>
                  </a:lnTo>
                  <a:lnTo>
                    <a:pt x="373476" y="5818267"/>
                  </a:lnTo>
                  <a:lnTo>
                    <a:pt x="373476" y="5817836"/>
                  </a:lnTo>
                  <a:lnTo>
                    <a:pt x="373634" y="5817836"/>
                  </a:lnTo>
                  <a:lnTo>
                    <a:pt x="373950" y="5817836"/>
                  </a:lnTo>
                  <a:lnTo>
                    <a:pt x="374107" y="5817836"/>
                  </a:lnTo>
                  <a:lnTo>
                    <a:pt x="374423" y="5817836"/>
                  </a:lnTo>
                  <a:lnTo>
                    <a:pt x="374738" y="5817406"/>
                  </a:lnTo>
                  <a:lnTo>
                    <a:pt x="375211" y="5817406"/>
                  </a:lnTo>
                  <a:lnTo>
                    <a:pt x="375211" y="5816544"/>
                  </a:lnTo>
                  <a:lnTo>
                    <a:pt x="375369" y="5816114"/>
                  </a:lnTo>
                  <a:lnTo>
                    <a:pt x="375842" y="5815683"/>
                  </a:lnTo>
                  <a:lnTo>
                    <a:pt x="375842" y="5815253"/>
                  </a:lnTo>
                  <a:lnTo>
                    <a:pt x="376000" y="5815253"/>
                  </a:lnTo>
                  <a:lnTo>
                    <a:pt x="376158" y="5815253"/>
                  </a:lnTo>
                  <a:lnTo>
                    <a:pt x="376315" y="5815253"/>
                  </a:lnTo>
                  <a:lnTo>
                    <a:pt x="376631" y="5815253"/>
                  </a:lnTo>
                  <a:lnTo>
                    <a:pt x="376788" y="5815253"/>
                  </a:lnTo>
                  <a:lnTo>
                    <a:pt x="376946" y="5815253"/>
                  </a:lnTo>
                  <a:lnTo>
                    <a:pt x="377104" y="5815253"/>
                  </a:lnTo>
                  <a:lnTo>
                    <a:pt x="377104" y="5814822"/>
                  </a:lnTo>
                  <a:lnTo>
                    <a:pt x="377262" y="5814822"/>
                  </a:lnTo>
                  <a:lnTo>
                    <a:pt x="377419" y="5814391"/>
                  </a:lnTo>
                  <a:lnTo>
                    <a:pt x="377577" y="5814391"/>
                  </a:lnTo>
                  <a:lnTo>
                    <a:pt x="377577" y="5813961"/>
                  </a:lnTo>
                  <a:lnTo>
                    <a:pt x="377892" y="5813530"/>
                  </a:lnTo>
                  <a:lnTo>
                    <a:pt x="377892" y="5813100"/>
                  </a:lnTo>
                  <a:lnTo>
                    <a:pt x="378208" y="5813100"/>
                  </a:lnTo>
                  <a:lnTo>
                    <a:pt x="378366" y="5812669"/>
                  </a:lnTo>
                  <a:lnTo>
                    <a:pt x="378523" y="5812669"/>
                  </a:lnTo>
                  <a:lnTo>
                    <a:pt x="378681" y="5812669"/>
                  </a:lnTo>
                  <a:lnTo>
                    <a:pt x="378839" y="5812669"/>
                  </a:lnTo>
                  <a:lnTo>
                    <a:pt x="378997" y="5812669"/>
                  </a:lnTo>
                  <a:lnTo>
                    <a:pt x="378997" y="5812238"/>
                  </a:lnTo>
                  <a:lnTo>
                    <a:pt x="378997" y="5811808"/>
                  </a:lnTo>
                  <a:lnTo>
                    <a:pt x="379312" y="5811808"/>
                  </a:lnTo>
                  <a:lnTo>
                    <a:pt x="379470" y="5811377"/>
                  </a:lnTo>
                  <a:lnTo>
                    <a:pt x="379470" y="5810947"/>
                  </a:lnTo>
                  <a:lnTo>
                    <a:pt x="379470" y="5810085"/>
                  </a:lnTo>
                  <a:lnTo>
                    <a:pt x="379627" y="5809655"/>
                  </a:lnTo>
                  <a:lnTo>
                    <a:pt x="380101" y="5808794"/>
                  </a:lnTo>
                  <a:lnTo>
                    <a:pt x="380101" y="5807932"/>
                  </a:lnTo>
                  <a:lnTo>
                    <a:pt x="380416" y="5807932"/>
                  </a:lnTo>
                  <a:lnTo>
                    <a:pt x="380574" y="5807932"/>
                  </a:lnTo>
                  <a:lnTo>
                    <a:pt x="381205" y="5807932"/>
                  </a:lnTo>
                  <a:lnTo>
                    <a:pt x="381205" y="5807502"/>
                  </a:lnTo>
                  <a:lnTo>
                    <a:pt x="381520" y="5807071"/>
                  </a:lnTo>
                  <a:lnTo>
                    <a:pt x="381520" y="5806641"/>
                  </a:lnTo>
                  <a:lnTo>
                    <a:pt x="381835" y="5806210"/>
                  </a:lnTo>
                  <a:lnTo>
                    <a:pt x="381993" y="5806210"/>
                  </a:lnTo>
                  <a:lnTo>
                    <a:pt x="381993" y="5805779"/>
                  </a:lnTo>
                  <a:lnTo>
                    <a:pt x="382151" y="5805779"/>
                  </a:lnTo>
                  <a:lnTo>
                    <a:pt x="382309" y="5805779"/>
                  </a:lnTo>
                  <a:lnTo>
                    <a:pt x="382624" y="5805779"/>
                  </a:lnTo>
                  <a:lnTo>
                    <a:pt x="382782" y="5805779"/>
                  </a:lnTo>
                  <a:lnTo>
                    <a:pt x="382939" y="5805779"/>
                  </a:lnTo>
                  <a:lnTo>
                    <a:pt x="382939" y="5805349"/>
                  </a:lnTo>
                  <a:lnTo>
                    <a:pt x="383097" y="5805349"/>
                  </a:lnTo>
                  <a:lnTo>
                    <a:pt x="383413" y="5805349"/>
                  </a:lnTo>
                  <a:lnTo>
                    <a:pt x="383728" y="5805349"/>
                  </a:lnTo>
                  <a:lnTo>
                    <a:pt x="383886" y="5805349"/>
                  </a:lnTo>
                  <a:lnTo>
                    <a:pt x="384201" y="5805349"/>
                  </a:lnTo>
                  <a:lnTo>
                    <a:pt x="384201" y="5804918"/>
                  </a:lnTo>
                  <a:lnTo>
                    <a:pt x="384359" y="5804918"/>
                  </a:lnTo>
                  <a:lnTo>
                    <a:pt x="384359" y="5803626"/>
                  </a:lnTo>
                  <a:lnTo>
                    <a:pt x="384359" y="5803196"/>
                  </a:lnTo>
                  <a:lnTo>
                    <a:pt x="384359" y="5802765"/>
                  </a:lnTo>
                  <a:lnTo>
                    <a:pt x="384359" y="5802335"/>
                  </a:lnTo>
                  <a:lnTo>
                    <a:pt x="384674" y="5802335"/>
                  </a:lnTo>
                  <a:lnTo>
                    <a:pt x="384674" y="5801473"/>
                  </a:lnTo>
                  <a:lnTo>
                    <a:pt x="384832" y="5801473"/>
                  </a:lnTo>
                  <a:lnTo>
                    <a:pt x="384990" y="5801473"/>
                  </a:lnTo>
                  <a:lnTo>
                    <a:pt x="385148" y="5801043"/>
                  </a:lnTo>
                  <a:lnTo>
                    <a:pt x="385305" y="5801043"/>
                  </a:lnTo>
                  <a:lnTo>
                    <a:pt x="385463" y="5801043"/>
                  </a:lnTo>
                  <a:lnTo>
                    <a:pt x="385778" y="5801043"/>
                  </a:lnTo>
                  <a:lnTo>
                    <a:pt x="385778" y="5800182"/>
                  </a:lnTo>
                  <a:lnTo>
                    <a:pt x="385778" y="5799751"/>
                  </a:lnTo>
                  <a:lnTo>
                    <a:pt x="385936" y="5798890"/>
                  </a:lnTo>
                  <a:lnTo>
                    <a:pt x="386094" y="5798890"/>
                  </a:lnTo>
                  <a:lnTo>
                    <a:pt x="386252" y="5798459"/>
                  </a:lnTo>
                  <a:lnTo>
                    <a:pt x="386409" y="5798459"/>
                  </a:lnTo>
                  <a:lnTo>
                    <a:pt x="386409" y="5798029"/>
                  </a:lnTo>
                  <a:lnTo>
                    <a:pt x="386567" y="5798029"/>
                  </a:lnTo>
                  <a:lnTo>
                    <a:pt x="386725" y="5798029"/>
                  </a:lnTo>
                  <a:lnTo>
                    <a:pt x="387040" y="5798029"/>
                  </a:lnTo>
                  <a:lnTo>
                    <a:pt x="387198" y="5797598"/>
                  </a:lnTo>
                  <a:lnTo>
                    <a:pt x="387356" y="5797598"/>
                  </a:lnTo>
                  <a:lnTo>
                    <a:pt x="387513" y="5797598"/>
                  </a:lnTo>
                  <a:lnTo>
                    <a:pt x="387513" y="5797167"/>
                  </a:lnTo>
                  <a:lnTo>
                    <a:pt x="387671" y="5795876"/>
                  </a:lnTo>
                  <a:lnTo>
                    <a:pt x="387986" y="5795876"/>
                  </a:lnTo>
                  <a:lnTo>
                    <a:pt x="387986" y="5795445"/>
                  </a:lnTo>
                  <a:lnTo>
                    <a:pt x="388144" y="5795445"/>
                  </a:lnTo>
                  <a:lnTo>
                    <a:pt x="388144" y="5794584"/>
                  </a:lnTo>
                  <a:lnTo>
                    <a:pt x="388302" y="5794584"/>
                  </a:lnTo>
                  <a:lnTo>
                    <a:pt x="388460" y="5794584"/>
                  </a:lnTo>
                  <a:lnTo>
                    <a:pt x="388617" y="5794584"/>
                  </a:lnTo>
                  <a:lnTo>
                    <a:pt x="388617" y="5794153"/>
                  </a:lnTo>
                  <a:lnTo>
                    <a:pt x="388775" y="5793723"/>
                  </a:lnTo>
                  <a:lnTo>
                    <a:pt x="389248" y="5793723"/>
                  </a:lnTo>
                  <a:lnTo>
                    <a:pt x="389248" y="5793292"/>
                  </a:lnTo>
                  <a:lnTo>
                    <a:pt x="389406" y="5792861"/>
                  </a:lnTo>
                  <a:lnTo>
                    <a:pt x="389564" y="5792431"/>
                  </a:lnTo>
                  <a:lnTo>
                    <a:pt x="389721" y="5791570"/>
                  </a:lnTo>
                  <a:lnTo>
                    <a:pt x="389879" y="5791139"/>
                  </a:lnTo>
                  <a:lnTo>
                    <a:pt x="390037" y="5791139"/>
                  </a:lnTo>
                  <a:lnTo>
                    <a:pt x="390352" y="5791139"/>
                  </a:lnTo>
                  <a:lnTo>
                    <a:pt x="390510" y="5791139"/>
                  </a:lnTo>
                  <a:lnTo>
                    <a:pt x="391141" y="5791139"/>
                  </a:lnTo>
                  <a:lnTo>
                    <a:pt x="391299" y="5791139"/>
                  </a:lnTo>
                  <a:lnTo>
                    <a:pt x="391614" y="5790708"/>
                  </a:lnTo>
                  <a:lnTo>
                    <a:pt x="391929" y="5790708"/>
                  </a:lnTo>
                  <a:lnTo>
                    <a:pt x="392245" y="5790708"/>
                  </a:lnTo>
                  <a:lnTo>
                    <a:pt x="392245" y="5790278"/>
                  </a:lnTo>
                  <a:lnTo>
                    <a:pt x="392718" y="5790278"/>
                  </a:lnTo>
                  <a:lnTo>
                    <a:pt x="393033" y="5790278"/>
                  </a:lnTo>
                  <a:lnTo>
                    <a:pt x="393033" y="5789847"/>
                  </a:lnTo>
                  <a:lnTo>
                    <a:pt x="393191" y="5789847"/>
                  </a:lnTo>
                  <a:lnTo>
                    <a:pt x="393349" y="5789417"/>
                  </a:lnTo>
                  <a:lnTo>
                    <a:pt x="393664" y="5789417"/>
                  </a:lnTo>
                  <a:lnTo>
                    <a:pt x="393980" y="5789417"/>
                  </a:lnTo>
                  <a:lnTo>
                    <a:pt x="394137" y="5789417"/>
                  </a:lnTo>
                  <a:lnTo>
                    <a:pt x="394453" y="5789417"/>
                  </a:lnTo>
                  <a:lnTo>
                    <a:pt x="394611" y="5789417"/>
                  </a:lnTo>
                  <a:lnTo>
                    <a:pt x="394768" y="5789417"/>
                  </a:lnTo>
                  <a:lnTo>
                    <a:pt x="394768" y="5788986"/>
                  </a:lnTo>
                  <a:lnTo>
                    <a:pt x="394926" y="5788986"/>
                  </a:lnTo>
                  <a:lnTo>
                    <a:pt x="395084" y="5788986"/>
                  </a:lnTo>
                  <a:lnTo>
                    <a:pt x="395242" y="5788986"/>
                  </a:lnTo>
                  <a:lnTo>
                    <a:pt x="395399" y="5788986"/>
                  </a:lnTo>
                  <a:lnTo>
                    <a:pt x="395557" y="5788986"/>
                  </a:lnTo>
                  <a:lnTo>
                    <a:pt x="395557" y="5788555"/>
                  </a:lnTo>
                  <a:lnTo>
                    <a:pt x="395557" y="5788125"/>
                  </a:lnTo>
                  <a:lnTo>
                    <a:pt x="395715" y="5787694"/>
                  </a:lnTo>
                  <a:lnTo>
                    <a:pt x="395872" y="5787694"/>
                  </a:lnTo>
                  <a:lnTo>
                    <a:pt x="396188" y="5787264"/>
                  </a:lnTo>
                  <a:lnTo>
                    <a:pt x="396346" y="5787264"/>
                  </a:lnTo>
                  <a:lnTo>
                    <a:pt x="396346" y="5786833"/>
                  </a:lnTo>
                  <a:lnTo>
                    <a:pt x="396503" y="5786833"/>
                  </a:lnTo>
                  <a:lnTo>
                    <a:pt x="396661" y="5786402"/>
                  </a:lnTo>
                  <a:lnTo>
                    <a:pt x="396976" y="5786402"/>
                  </a:lnTo>
                  <a:lnTo>
                    <a:pt x="397134" y="5786402"/>
                  </a:lnTo>
                  <a:lnTo>
                    <a:pt x="397607" y="5786402"/>
                  </a:lnTo>
                  <a:lnTo>
                    <a:pt x="397765" y="5786402"/>
                  </a:lnTo>
                  <a:lnTo>
                    <a:pt x="398238" y="5785972"/>
                  </a:lnTo>
                  <a:lnTo>
                    <a:pt x="398238" y="5785541"/>
                  </a:lnTo>
                  <a:lnTo>
                    <a:pt x="398554" y="5784680"/>
                  </a:lnTo>
                  <a:lnTo>
                    <a:pt x="398711" y="5784680"/>
                  </a:lnTo>
                  <a:lnTo>
                    <a:pt x="398869" y="5784680"/>
                  </a:lnTo>
                  <a:lnTo>
                    <a:pt x="398869" y="5784249"/>
                  </a:lnTo>
                  <a:lnTo>
                    <a:pt x="399027" y="5783819"/>
                  </a:lnTo>
                  <a:lnTo>
                    <a:pt x="399184" y="5783819"/>
                  </a:lnTo>
                  <a:lnTo>
                    <a:pt x="399342" y="5783819"/>
                  </a:lnTo>
                  <a:lnTo>
                    <a:pt x="399500" y="5783819"/>
                  </a:lnTo>
                  <a:lnTo>
                    <a:pt x="399658" y="5783819"/>
                  </a:lnTo>
                  <a:lnTo>
                    <a:pt x="399815" y="5782958"/>
                  </a:lnTo>
                  <a:lnTo>
                    <a:pt x="399973" y="5782958"/>
                  </a:lnTo>
                  <a:lnTo>
                    <a:pt x="400288" y="5781666"/>
                  </a:lnTo>
                  <a:lnTo>
                    <a:pt x="400762" y="5781666"/>
                  </a:lnTo>
                  <a:lnTo>
                    <a:pt x="400762" y="5781235"/>
                  </a:lnTo>
                  <a:lnTo>
                    <a:pt x="401077" y="5781235"/>
                  </a:lnTo>
                  <a:lnTo>
                    <a:pt x="401077" y="5780374"/>
                  </a:lnTo>
                  <a:lnTo>
                    <a:pt x="401077" y="5779943"/>
                  </a:lnTo>
                  <a:lnTo>
                    <a:pt x="401235" y="5779082"/>
                  </a:lnTo>
                  <a:lnTo>
                    <a:pt x="401393" y="5779082"/>
                  </a:lnTo>
                  <a:lnTo>
                    <a:pt x="401550" y="5778652"/>
                  </a:lnTo>
                  <a:lnTo>
                    <a:pt x="401708" y="5778652"/>
                  </a:lnTo>
                  <a:lnTo>
                    <a:pt x="401866" y="5778652"/>
                  </a:lnTo>
                  <a:lnTo>
                    <a:pt x="401866" y="5778221"/>
                  </a:lnTo>
                  <a:lnTo>
                    <a:pt x="402181" y="5777790"/>
                  </a:lnTo>
                  <a:lnTo>
                    <a:pt x="402339" y="5777360"/>
                  </a:lnTo>
                  <a:lnTo>
                    <a:pt x="402339" y="5776929"/>
                  </a:lnTo>
                  <a:lnTo>
                    <a:pt x="402339" y="5776499"/>
                  </a:lnTo>
                  <a:lnTo>
                    <a:pt x="402654" y="5776068"/>
                  </a:lnTo>
                  <a:lnTo>
                    <a:pt x="402654" y="5775637"/>
                  </a:lnTo>
                  <a:lnTo>
                    <a:pt x="402812" y="5775207"/>
                  </a:lnTo>
                  <a:lnTo>
                    <a:pt x="402970" y="5775207"/>
                  </a:lnTo>
                  <a:lnTo>
                    <a:pt x="403127" y="5775207"/>
                  </a:lnTo>
                  <a:lnTo>
                    <a:pt x="403285" y="5775207"/>
                  </a:lnTo>
                  <a:lnTo>
                    <a:pt x="403285" y="5774776"/>
                  </a:lnTo>
                  <a:lnTo>
                    <a:pt x="403443" y="5774776"/>
                  </a:lnTo>
                  <a:lnTo>
                    <a:pt x="403601" y="5774776"/>
                  </a:lnTo>
                  <a:lnTo>
                    <a:pt x="403758" y="5774776"/>
                  </a:lnTo>
                  <a:lnTo>
                    <a:pt x="403758" y="5773915"/>
                  </a:lnTo>
                  <a:lnTo>
                    <a:pt x="403916" y="5773054"/>
                  </a:lnTo>
                  <a:lnTo>
                    <a:pt x="404547" y="5772193"/>
                  </a:lnTo>
                  <a:lnTo>
                    <a:pt x="405020" y="5772193"/>
                  </a:lnTo>
                  <a:lnTo>
                    <a:pt x="405178" y="5771762"/>
                  </a:lnTo>
                  <a:lnTo>
                    <a:pt x="405335" y="5771762"/>
                  </a:lnTo>
                  <a:lnTo>
                    <a:pt x="405493" y="5771762"/>
                  </a:lnTo>
                  <a:lnTo>
                    <a:pt x="405809" y="5771331"/>
                  </a:lnTo>
                  <a:lnTo>
                    <a:pt x="406124" y="5771331"/>
                  </a:lnTo>
                  <a:lnTo>
                    <a:pt x="406282" y="5771331"/>
                  </a:lnTo>
                  <a:lnTo>
                    <a:pt x="406440" y="5770470"/>
                  </a:lnTo>
                  <a:lnTo>
                    <a:pt x="406440" y="5770040"/>
                  </a:lnTo>
                  <a:lnTo>
                    <a:pt x="406913" y="5769178"/>
                  </a:lnTo>
                  <a:lnTo>
                    <a:pt x="407070" y="5769178"/>
                  </a:lnTo>
                  <a:lnTo>
                    <a:pt x="407544" y="5768748"/>
                  </a:lnTo>
                  <a:lnTo>
                    <a:pt x="407701" y="5768748"/>
                  </a:lnTo>
                  <a:lnTo>
                    <a:pt x="407859" y="5768748"/>
                  </a:lnTo>
                  <a:lnTo>
                    <a:pt x="407859" y="5767887"/>
                  </a:lnTo>
                  <a:lnTo>
                    <a:pt x="407859" y="5767456"/>
                  </a:lnTo>
                  <a:lnTo>
                    <a:pt x="408017" y="5767025"/>
                  </a:lnTo>
                  <a:lnTo>
                    <a:pt x="408017" y="5766595"/>
                  </a:lnTo>
                  <a:lnTo>
                    <a:pt x="408174" y="5766595"/>
                  </a:lnTo>
                  <a:lnTo>
                    <a:pt x="408490" y="5766595"/>
                  </a:lnTo>
                  <a:lnTo>
                    <a:pt x="408490" y="5766164"/>
                  </a:lnTo>
                  <a:lnTo>
                    <a:pt x="408648" y="5765303"/>
                  </a:lnTo>
                  <a:lnTo>
                    <a:pt x="408805" y="5765303"/>
                  </a:lnTo>
                  <a:lnTo>
                    <a:pt x="409121" y="5765303"/>
                  </a:lnTo>
                  <a:lnTo>
                    <a:pt x="409436" y="5765303"/>
                  </a:lnTo>
                  <a:lnTo>
                    <a:pt x="409594" y="5764872"/>
                  </a:lnTo>
                  <a:lnTo>
                    <a:pt x="410067" y="5764011"/>
                  </a:lnTo>
                  <a:lnTo>
                    <a:pt x="410225" y="5764011"/>
                  </a:lnTo>
                  <a:lnTo>
                    <a:pt x="410382" y="5763581"/>
                  </a:lnTo>
                  <a:lnTo>
                    <a:pt x="410698" y="5763581"/>
                  </a:lnTo>
                  <a:lnTo>
                    <a:pt x="411329" y="5763581"/>
                  </a:lnTo>
                  <a:lnTo>
                    <a:pt x="411644" y="5763581"/>
                  </a:lnTo>
                  <a:lnTo>
                    <a:pt x="411802" y="5762289"/>
                  </a:lnTo>
                  <a:lnTo>
                    <a:pt x="411960" y="5762289"/>
                  </a:lnTo>
                  <a:lnTo>
                    <a:pt x="412117" y="5762289"/>
                  </a:lnTo>
                  <a:lnTo>
                    <a:pt x="412591" y="5761428"/>
                  </a:lnTo>
                  <a:lnTo>
                    <a:pt x="412591" y="5760997"/>
                  </a:lnTo>
                  <a:lnTo>
                    <a:pt x="412906" y="5760997"/>
                  </a:lnTo>
                  <a:lnTo>
                    <a:pt x="412906" y="5760566"/>
                  </a:lnTo>
                  <a:lnTo>
                    <a:pt x="413064" y="5760566"/>
                  </a:lnTo>
                  <a:lnTo>
                    <a:pt x="413221" y="5760566"/>
                  </a:lnTo>
                  <a:lnTo>
                    <a:pt x="413379" y="5760566"/>
                  </a:lnTo>
                  <a:lnTo>
                    <a:pt x="414168" y="5760566"/>
                  </a:lnTo>
                  <a:lnTo>
                    <a:pt x="414325" y="5760566"/>
                  </a:lnTo>
                  <a:lnTo>
                    <a:pt x="414483" y="5760566"/>
                  </a:lnTo>
                  <a:lnTo>
                    <a:pt x="414641" y="5759705"/>
                  </a:lnTo>
                  <a:lnTo>
                    <a:pt x="414641" y="5759275"/>
                  </a:lnTo>
                  <a:lnTo>
                    <a:pt x="414799" y="5759275"/>
                  </a:lnTo>
                  <a:lnTo>
                    <a:pt x="414799" y="5758844"/>
                  </a:lnTo>
                  <a:lnTo>
                    <a:pt x="415114" y="5758844"/>
                  </a:lnTo>
                  <a:lnTo>
                    <a:pt x="415114" y="5758413"/>
                  </a:lnTo>
                  <a:lnTo>
                    <a:pt x="415429" y="5757983"/>
                  </a:lnTo>
                  <a:lnTo>
                    <a:pt x="415429" y="5757552"/>
                  </a:lnTo>
                  <a:lnTo>
                    <a:pt x="415587" y="5757122"/>
                  </a:lnTo>
                  <a:lnTo>
                    <a:pt x="415903" y="5757122"/>
                  </a:lnTo>
                  <a:lnTo>
                    <a:pt x="416060" y="5757122"/>
                  </a:lnTo>
                  <a:lnTo>
                    <a:pt x="416218" y="5757122"/>
                  </a:lnTo>
                  <a:lnTo>
                    <a:pt x="416533" y="5757122"/>
                  </a:lnTo>
                  <a:lnTo>
                    <a:pt x="416691" y="5757122"/>
                  </a:lnTo>
                  <a:lnTo>
                    <a:pt x="416849" y="5757122"/>
                  </a:lnTo>
                  <a:lnTo>
                    <a:pt x="416849" y="5756691"/>
                  </a:lnTo>
                  <a:lnTo>
                    <a:pt x="417007" y="5756691"/>
                  </a:lnTo>
                  <a:lnTo>
                    <a:pt x="417164" y="5756691"/>
                  </a:lnTo>
                  <a:lnTo>
                    <a:pt x="417322" y="5756260"/>
                  </a:lnTo>
                  <a:lnTo>
                    <a:pt x="417322" y="5755830"/>
                  </a:lnTo>
                  <a:lnTo>
                    <a:pt x="417480" y="5755399"/>
                  </a:lnTo>
                  <a:lnTo>
                    <a:pt x="417480" y="5754969"/>
                  </a:lnTo>
                  <a:lnTo>
                    <a:pt x="417795" y="5754969"/>
                  </a:lnTo>
                  <a:lnTo>
                    <a:pt x="418268" y="5754969"/>
                  </a:lnTo>
                  <a:lnTo>
                    <a:pt x="418426" y="5754969"/>
                  </a:lnTo>
                  <a:lnTo>
                    <a:pt x="418584" y="5754969"/>
                  </a:lnTo>
                  <a:lnTo>
                    <a:pt x="418742" y="5754538"/>
                  </a:lnTo>
                  <a:lnTo>
                    <a:pt x="418899" y="5754107"/>
                  </a:lnTo>
                  <a:lnTo>
                    <a:pt x="419057" y="5754107"/>
                  </a:lnTo>
                  <a:lnTo>
                    <a:pt x="419057" y="5753677"/>
                  </a:lnTo>
                  <a:lnTo>
                    <a:pt x="419215" y="5753677"/>
                  </a:lnTo>
                  <a:lnTo>
                    <a:pt x="419372" y="5753677"/>
                  </a:lnTo>
                  <a:lnTo>
                    <a:pt x="419530" y="5753246"/>
                  </a:lnTo>
                  <a:lnTo>
                    <a:pt x="419846" y="5753246"/>
                  </a:lnTo>
                  <a:lnTo>
                    <a:pt x="420003" y="5753246"/>
                  </a:lnTo>
                  <a:lnTo>
                    <a:pt x="420476" y="5753246"/>
                  </a:lnTo>
                  <a:lnTo>
                    <a:pt x="421107" y="5753246"/>
                  </a:lnTo>
                  <a:lnTo>
                    <a:pt x="421265" y="5752816"/>
                  </a:lnTo>
                  <a:lnTo>
                    <a:pt x="421423" y="5752816"/>
                  </a:lnTo>
                  <a:lnTo>
                    <a:pt x="421423" y="5752385"/>
                  </a:lnTo>
                  <a:lnTo>
                    <a:pt x="421580" y="5752385"/>
                  </a:lnTo>
                  <a:lnTo>
                    <a:pt x="421896" y="5751954"/>
                  </a:lnTo>
                  <a:lnTo>
                    <a:pt x="422054" y="5751954"/>
                  </a:lnTo>
                  <a:lnTo>
                    <a:pt x="422211" y="5751954"/>
                  </a:lnTo>
                  <a:lnTo>
                    <a:pt x="422369" y="5751954"/>
                  </a:lnTo>
                  <a:lnTo>
                    <a:pt x="422369" y="5751093"/>
                  </a:lnTo>
                  <a:lnTo>
                    <a:pt x="422527" y="5751093"/>
                  </a:lnTo>
                  <a:lnTo>
                    <a:pt x="422684" y="5751093"/>
                  </a:lnTo>
                  <a:lnTo>
                    <a:pt x="422842" y="5751093"/>
                  </a:lnTo>
                  <a:lnTo>
                    <a:pt x="423158" y="5749801"/>
                  </a:lnTo>
                  <a:lnTo>
                    <a:pt x="423315" y="5749801"/>
                  </a:lnTo>
                  <a:lnTo>
                    <a:pt x="423473" y="5749801"/>
                  </a:lnTo>
                  <a:lnTo>
                    <a:pt x="423631" y="5749801"/>
                  </a:lnTo>
                  <a:lnTo>
                    <a:pt x="423631" y="5749371"/>
                  </a:lnTo>
                  <a:lnTo>
                    <a:pt x="423789" y="5749371"/>
                  </a:lnTo>
                  <a:lnTo>
                    <a:pt x="423946" y="5749371"/>
                  </a:lnTo>
                  <a:lnTo>
                    <a:pt x="424262" y="5748940"/>
                  </a:lnTo>
                  <a:lnTo>
                    <a:pt x="424577" y="5748510"/>
                  </a:lnTo>
                  <a:lnTo>
                    <a:pt x="424577" y="5748079"/>
                  </a:lnTo>
                  <a:lnTo>
                    <a:pt x="424577" y="5747648"/>
                  </a:lnTo>
                  <a:lnTo>
                    <a:pt x="424735" y="5747648"/>
                  </a:lnTo>
                  <a:lnTo>
                    <a:pt x="424893" y="5747648"/>
                  </a:lnTo>
                  <a:lnTo>
                    <a:pt x="425208" y="5747218"/>
                  </a:lnTo>
                  <a:lnTo>
                    <a:pt x="425366" y="5747218"/>
                  </a:lnTo>
                  <a:lnTo>
                    <a:pt x="425366" y="5746787"/>
                  </a:lnTo>
                  <a:lnTo>
                    <a:pt x="425839" y="5746357"/>
                  </a:lnTo>
                  <a:lnTo>
                    <a:pt x="425997" y="5746357"/>
                  </a:lnTo>
                  <a:lnTo>
                    <a:pt x="426154" y="5746357"/>
                  </a:lnTo>
                  <a:lnTo>
                    <a:pt x="426154" y="5745926"/>
                  </a:lnTo>
                  <a:lnTo>
                    <a:pt x="426312" y="5745926"/>
                  </a:lnTo>
                  <a:lnTo>
                    <a:pt x="426312" y="5745495"/>
                  </a:lnTo>
                  <a:lnTo>
                    <a:pt x="426312" y="5745065"/>
                  </a:lnTo>
                  <a:lnTo>
                    <a:pt x="426312" y="5744204"/>
                  </a:lnTo>
                  <a:lnTo>
                    <a:pt x="426470" y="5744204"/>
                  </a:lnTo>
                  <a:lnTo>
                    <a:pt x="426470" y="5743342"/>
                  </a:lnTo>
                  <a:lnTo>
                    <a:pt x="426627" y="5742912"/>
                  </a:lnTo>
                  <a:lnTo>
                    <a:pt x="426627" y="5742481"/>
                  </a:lnTo>
                  <a:lnTo>
                    <a:pt x="426785" y="5742481"/>
                  </a:lnTo>
                  <a:lnTo>
                    <a:pt x="427101" y="5742051"/>
                  </a:lnTo>
                  <a:lnTo>
                    <a:pt x="427258" y="5742051"/>
                  </a:lnTo>
                  <a:lnTo>
                    <a:pt x="427731" y="5742051"/>
                  </a:lnTo>
                  <a:lnTo>
                    <a:pt x="427731" y="5741620"/>
                  </a:lnTo>
                  <a:lnTo>
                    <a:pt x="427889" y="5741189"/>
                  </a:lnTo>
                  <a:lnTo>
                    <a:pt x="428205" y="5741189"/>
                  </a:lnTo>
                  <a:lnTo>
                    <a:pt x="428678" y="5741189"/>
                  </a:lnTo>
                  <a:lnTo>
                    <a:pt x="428678" y="5740759"/>
                  </a:lnTo>
                  <a:lnTo>
                    <a:pt x="428835" y="5740328"/>
                  </a:lnTo>
                  <a:lnTo>
                    <a:pt x="429151" y="5739898"/>
                  </a:lnTo>
                  <a:lnTo>
                    <a:pt x="429309" y="5739467"/>
                  </a:lnTo>
                  <a:lnTo>
                    <a:pt x="429466" y="5739467"/>
                  </a:lnTo>
                  <a:lnTo>
                    <a:pt x="429624" y="5739467"/>
                  </a:lnTo>
                  <a:lnTo>
                    <a:pt x="429624" y="5739036"/>
                  </a:lnTo>
                  <a:lnTo>
                    <a:pt x="429782" y="5739036"/>
                  </a:lnTo>
                  <a:lnTo>
                    <a:pt x="429940" y="5739036"/>
                  </a:lnTo>
                  <a:lnTo>
                    <a:pt x="430097" y="5739036"/>
                  </a:lnTo>
                  <a:lnTo>
                    <a:pt x="430728" y="5738606"/>
                  </a:lnTo>
                  <a:lnTo>
                    <a:pt x="430728" y="5738175"/>
                  </a:lnTo>
                  <a:lnTo>
                    <a:pt x="430886" y="5738175"/>
                  </a:lnTo>
                  <a:lnTo>
                    <a:pt x="431044" y="5738175"/>
                  </a:lnTo>
                  <a:lnTo>
                    <a:pt x="431201" y="5738175"/>
                  </a:lnTo>
                  <a:lnTo>
                    <a:pt x="431359" y="5738175"/>
                  </a:lnTo>
                  <a:lnTo>
                    <a:pt x="431517" y="5738175"/>
                  </a:lnTo>
                  <a:lnTo>
                    <a:pt x="431517" y="5737314"/>
                  </a:lnTo>
                  <a:lnTo>
                    <a:pt x="431674" y="5737314"/>
                  </a:lnTo>
                  <a:lnTo>
                    <a:pt x="431674" y="5736883"/>
                  </a:lnTo>
                  <a:lnTo>
                    <a:pt x="431832" y="5736883"/>
                  </a:lnTo>
                  <a:lnTo>
                    <a:pt x="431990" y="5736883"/>
                  </a:lnTo>
                  <a:lnTo>
                    <a:pt x="432148" y="5736883"/>
                  </a:lnTo>
                  <a:lnTo>
                    <a:pt x="432305" y="5736883"/>
                  </a:lnTo>
                  <a:lnTo>
                    <a:pt x="432778" y="5736883"/>
                  </a:lnTo>
                  <a:lnTo>
                    <a:pt x="432936" y="5736883"/>
                  </a:lnTo>
                  <a:lnTo>
                    <a:pt x="433252" y="5736883"/>
                  </a:lnTo>
                  <a:lnTo>
                    <a:pt x="433409" y="5736883"/>
                  </a:lnTo>
                  <a:lnTo>
                    <a:pt x="433882" y="5736883"/>
                  </a:lnTo>
                  <a:lnTo>
                    <a:pt x="433882" y="5736022"/>
                  </a:lnTo>
                  <a:lnTo>
                    <a:pt x="434040" y="5736022"/>
                  </a:lnTo>
                  <a:lnTo>
                    <a:pt x="434356" y="5736022"/>
                  </a:lnTo>
                  <a:lnTo>
                    <a:pt x="434513" y="5736022"/>
                  </a:lnTo>
                  <a:lnTo>
                    <a:pt x="434829" y="5735592"/>
                  </a:lnTo>
                  <a:lnTo>
                    <a:pt x="434829" y="5734730"/>
                  </a:lnTo>
                  <a:lnTo>
                    <a:pt x="434829" y="5734300"/>
                  </a:lnTo>
                  <a:lnTo>
                    <a:pt x="434829" y="5733869"/>
                  </a:lnTo>
                  <a:lnTo>
                    <a:pt x="435302" y="5733439"/>
                  </a:lnTo>
                  <a:lnTo>
                    <a:pt x="435460" y="5733439"/>
                  </a:lnTo>
                  <a:lnTo>
                    <a:pt x="435617" y="5733439"/>
                  </a:lnTo>
                  <a:lnTo>
                    <a:pt x="435775" y="5733439"/>
                  </a:lnTo>
                  <a:lnTo>
                    <a:pt x="435933" y="5733439"/>
                  </a:lnTo>
                  <a:lnTo>
                    <a:pt x="435933" y="5732577"/>
                  </a:lnTo>
                  <a:lnTo>
                    <a:pt x="435933" y="5732147"/>
                  </a:lnTo>
                  <a:lnTo>
                    <a:pt x="436564" y="5732147"/>
                  </a:lnTo>
                  <a:lnTo>
                    <a:pt x="436564" y="5731716"/>
                  </a:lnTo>
                  <a:lnTo>
                    <a:pt x="436721" y="5731716"/>
                  </a:lnTo>
                  <a:lnTo>
                    <a:pt x="436879" y="5730855"/>
                  </a:lnTo>
                  <a:lnTo>
                    <a:pt x="437195" y="5730855"/>
                  </a:lnTo>
                  <a:lnTo>
                    <a:pt x="437195" y="5729994"/>
                  </a:lnTo>
                  <a:lnTo>
                    <a:pt x="437352" y="5729563"/>
                  </a:lnTo>
                  <a:lnTo>
                    <a:pt x="437825" y="5728702"/>
                  </a:lnTo>
                  <a:lnTo>
                    <a:pt x="437825" y="5728271"/>
                  </a:lnTo>
                  <a:lnTo>
                    <a:pt x="438141" y="5727841"/>
                  </a:lnTo>
                  <a:lnTo>
                    <a:pt x="438456" y="5727841"/>
                  </a:lnTo>
                  <a:lnTo>
                    <a:pt x="438614" y="5727410"/>
                  </a:lnTo>
                  <a:lnTo>
                    <a:pt x="438772" y="5726980"/>
                  </a:lnTo>
                  <a:lnTo>
                    <a:pt x="439087" y="5726980"/>
                  </a:lnTo>
                  <a:lnTo>
                    <a:pt x="439560" y="5726980"/>
                  </a:lnTo>
                  <a:lnTo>
                    <a:pt x="439718" y="5726980"/>
                  </a:lnTo>
                  <a:lnTo>
                    <a:pt x="439876" y="5726980"/>
                  </a:lnTo>
                  <a:lnTo>
                    <a:pt x="440033" y="5726549"/>
                  </a:lnTo>
                  <a:lnTo>
                    <a:pt x="440191" y="5726549"/>
                  </a:lnTo>
                  <a:lnTo>
                    <a:pt x="440349" y="5726549"/>
                  </a:lnTo>
                  <a:lnTo>
                    <a:pt x="440507" y="5726118"/>
                  </a:lnTo>
                  <a:lnTo>
                    <a:pt x="440507" y="5725688"/>
                  </a:lnTo>
                  <a:lnTo>
                    <a:pt x="440822" y="5724827"/>
                  </a:lnTo>
                  <a:lnTo>
                    <a:pt x="441138" y="5724827"/>
                  </a:lnTo>
                  <a:lnTo>
                    <a:pt x="441611" y="5723965"/>
                  </a:lnTo>
                  <a:lnTo>
                    <a:pt x="441611" y="5723535"/>
                  </a:lnTo>
                  <a:lnTo>
                    <a:pt x="441926" y="5723535"/>
                  </a:lnTo>
                  <a:lnTo>
                    <a:pt x="442084" y="5723104"/>
                  </a:lnTo>
                  <a:lnTo>
                    <a:pt x="442399" y="5722674"/>
                  </a:lnTo>
                  <a:lnTo>
                    <a:pt x="442399" y="5722243"/>
                  </a:lnTo>
                  <a:lnTo>
                    <a:pt x="442557" y="5721812"/>
                  </a:lnTo>
                  <a:lnTo>
                    <a:pt x="442715" y="5721812"/>
                  </a:lnTo>
                  <a:lnTo>
                    <a:pt x="442872" y="5721812"/>
                  </a:lnTo>
                  <a:lnTo>
                    <a:pt x="443188" y="5721812"/>
                  </a:lnTo>
                  <a:lnTo>
                    <a:pt x="443188" y="5721382"/>
                  </a:lnTo>
                  <a:lnTo>
                    <a:pt x="443346" y="5721382"/>
                  </a:lnTo>
                  <a:lnTo>
                    <a:pt x="443346" y="5720951"/>
                  </a:lnTo>
                  <a:lnTo>
                    <a:pt x="443819" y="5720951"/>
                  </a:lnTo>
                  <a:lnTo>
                    <a:pt x="444134" y="5720521"/>
                  </a:lnTo>
                  <a:lnTo>
                    <a:pt x="444292" y="5720521"/>
                  </a:lnTo>
                  <a:lnTo>
                    <a:pt x="444450" y="5720521"/>
                  </a:lnTo>
                  <a:lnTo>
                    <a:pt x="444765" y="5720521"/>
                  </a:lnTo>
                  <a:lnTo>
                    <a:pt x="444923" y="5719659"/>
                  </a:lnTo>
                  <a:lnTo>
                    <a:pt x="445396" y="5719659"/>
                  </a:lnTo>
                  <a:lnTo>
                    <a:pt x="445869" y="5719659"/>
                  </a:lnTo>
                  <a:lnTo>
                    <a:pt x="446185" y="5719659"/>
                  </a:lnTo>
                  <a:lnTo>
                    <a:pt x="446342" y="5719659"/>
                  </a:lnTo>
                  <a:lnTo>
                    <a:pt x="446500" y="5719659"/>
                  </a:lnTo>
                  <a:lnTo>
                    <a:pt x="446500" y="5718798"/>
                  </a:lnTo>
                  <a:lnTo>
                    <a:pt x="446658" y="5718798"/>
                  </a:lnTo>
                  <a:lnTo>
                    <a:pt x="446658" y="5718368"/>
                  </a:lnTo>
                  <a:lnTo>
                    <a:pt x="446973" y="5718368"/>
                  </a:lnTo>
                  <a:lnTo>
                    <a:pt x="447131" y="5717937"/>
                  </a:lnTo>
                  <a:lnTo>
                    <a:pt x="447762" y="5717506"/>
                  </a:lnTo>
                  <a:lnTo>
                    <a:pt x="447919" y="5717506"/>
                  </a:lnTo>
                  <a:lnTo>
                    <a:pt x="447919" y="5717076"/>
                  </a:lnTo>
                  <a:lnTo>
                    <a:pt x="448077" y="5717076"/>
                  </a:lnTo>
                  <a:lnTo>
                    <a:pt x="448235" y="5717076"/>
                  </a:lnTo>
                  <a:lnTo>
                    <a:pt x="448550" y="5717076"/>
                  </a:lnTo>
                  <a:lnTo>
                    <a:pt x="448708" y="5717076"/>
                  </a:lnTo>
                  <a:lnTo>
                    <a:pt x="448866" y="5716645"/>
                  </a:lnTo>
                  <a:lnTo>
                    <a:pt x="449023" y="5716215"/>
                  </a:lnTo>
                  <a:lnTo>
                    <a:pt x="449181" y="5716215"/>
                  </a:lnTo>
                  <a:lnTo>
                    <a:pt x="449181" y="5715784"/>
                  </a:lnTo>
                  <a:lnTo>
                    <a:pt x="449497" y="5715784"/>
                  </a:lnTo>
                  <a:lnTo>
                    <a:pt x="449654" y="5715784"/>
                  </a:lnTo>
                  <a:lnTo>
                    <a:pt x="449654" y="5714923"/>
                  </a:lnTo>
                  <a:lnTo>
                    <a:pt x="449654" y="5714492"/>
                  </a:lnTo>
                  <a:lnTo>
                    <a:pt x="449812" y="5714492"/>
                  </a:lnTo>
                  <a:lnTo>
                    <a:pt x="449970" y="5714492"/>
                  </a:lnTo>
                  <a:lnTo>
                    <a:pt x="450127" y="5714492"/>
                  </a:lnTo>
                  <a:lnTo>
                    <a:pt x="450285" y="5714492"/>
                  </a:lnTo>
                  <a:lnTo>
                    <a:pt x="450443" y="5714492"/>
                  </a:lnTo>
                  <a:lnTo>
                    <a:pt x="450601" y="5714492"/>
                  </a:lnTo>
                  <a:lnTo>
                    <a:pt x="450758" y="5714492"/>
                  </a:lnTo>
                  <a:lnTo>
                    <a:pt x="450916" y="5714062"/>
                  </a:lnTo>
                  <a:lnTo>
                    <a:pt x="450916" y="5713631"/>
                  </a:lnTo>
                  <a:lnTo>
                    <a:pt x="451074" y="5713631"/>
                  </a:lnTo>
                  <a:lnTo>
                    <a:pt x="451231" y="5713631"/>
                  </a:lnTo>
                  <a:lnTo>
                    <a:pt x="451231" y="5712770"/>
                  </a:lnTo>
                  <a:lnTo>
                    <a:pt x="451389" y="5712770"/>
                  </a:lnTo>
                  <a:lnTo>
                    <a:pt x="451862" y="5712770"/>
                  </a:lnTo>
                  <a:lnTo>
                    <a:pt x="451862" y="5712339"/>
                  </a:lnTo>
                  <a:lnTo>
                    <a:pt x="452020" y="5712339"/>
                  </a:lnTo>
                  <a:lnTo>
                    <a:pt x="452336" y="5711047"/>
                  </a:lnTo>
                  <a:lnTo>
                    <a:pt x="452336" y="5710617"/>
                  </a:lnTo>
                  <a:lnTo>
                    <a:pt x="452651" y="5710617"/>
                  </a:lnTo>
                  <a:lnTo>
                    <a:pt x="452809" y="5710186"/>
                  </a:lnTo>
                  <a:lnTo>
                    <a:pt x="452966" y="5710186"/>
                  </a:lnTo>
                  <a:lnTo>
                    <a:pt x="452966" y="5709756"/>
                  </a:lnTo>
                  <a:lnTo>
                    <a:pt x="453124" y="5709756"/>
                  </a:lnTo>
                  <a:lnTo>
                    <a:pt x="453282" y="5709325"/>
                  </a:lnTo>
                  <a:lnTo>
                    <a:pt x="453282" y="5708894"/>
                  </a:lnTo>
                  <a:lnTo>
                    <a:pt x="453440" y="5708894"/>
                  </a:lnTo>
                  <a:lnTo>
                    <a:pt x="453597" y="5708894"/>
                  </a:lnTo>
                  <a:lnTo>
                    <a:pt x="453755" y="5708894"/>
                  </a:lnTo>
                  <a:lnTo>
                    <a:pt x="453913" y="5708894"/>
                  </a:lnTo>
                  <a:lnTo>
                    <a:pt x="454228" y="5708894"/>
                  </a:lnTo>
                  <a:lnTo>
                    <a:pt x="454386" y="5708894"/>
                  </a:lnTo>
                  <a:lnTo>
                    <a:pt x="454544" y="5708894"/>
                  </a:lnTo>
                  <a:lnTo>
                    <a:pt x="454859" y="5708894"/>
                  </a:lnTo>
                  <a:lnTo>
                    <a:pt x="454859" y="5708464"/>
                  </a:lnTo>
                  <a:lnTo>
                    <a:pt x="455017" y="5708464"/>
                  </a:lnTo>
                  <a:lnTo>
                    <a:pt x="455174" y="5708464"/>
                  </a:lnTo>
                  <a:lnTo>
                    <a:pt x="455490" y="5708033"/>
                  </a:lnTo>
                  <a:lnTo>
                    <a:pt x="455648" y="5708033"/>
                  </a:lnTo>
                  <a:lnTo>
                    <a:pt x="455805" y="5708033"/>
                  </a:lnTo>
                  <a:lnTo>
                    <a:pt x="456278" y="5708033"/>
                  </a:lnTo>
                  <a:lnTo>
                    <a:pt x="456594" y="5707603"/>
                  </a:lnTo>
                  <a:lnTo>
                    <a:pt x="456752" y="5707603"/>
                  </a:lnTo>
                  <a:lnTo>
                    <a:pt x="457225" y="5707603"/>
                  </a:lnTo>
                  <a:lnTo>
                    <a:pt x="457383" y="5707603"/>
                  </a:lnTo>
                  <a:lnTo>
                    <a:pt x="458013" y="5707172"/>
                  </a:lnTo>
                  <a:lnTo>
                    <a:pt x="458171" y="5707172"/>
                  </a:lnTo>
                  <a:lnTo>
                    <a:pt x="458487" y="5707172"/>
                  </a:lnTo>
                  <a:lnTo>
                    <a:pt x="458487" y="5706741"/>
                  </a:lnTo>
                  <a:lnTo>
                    <a:pt x="458644" y="5706741"/>
                  </a:lnTo>
                  <a:lnTo>
                    <a:pt x="458644" y="5706311"/>
                  </a:lnTo>
                  <a:lnTo>
                    <a:pt x="458802" y="5706311"/>
                  </a:lnTo>
                  <a:lnTo>
                    <a:pt x="458802" y="5705880"/>
                  </a:lnTo>
                  <a:lnTo>
                    <a:pt x="458802" y="5705450"/>
                  </a:lnTo>
                  <a:lnTo>
                    <a:pt x="458960" y="5705019"/>
                  </a:lnTo>
                  <a:lnTo>
                    <a:pt x="459117" y="5705019"/>
                  </a:lnTo>
                  <a:lnTo>
                    <a:pt x="459275" y="5705019"/>
                  </a:lnTo>
                  <a:lnTo>
                    <a:pt x="459433" y="5705019"/>
                  </a:lnTo>
                  <a:lnTo>
                    <a:pt x="459591" y="5705019"/>
                  </a:lnTo>
                  <a:lnTo>
                    <a:pt x="459591" y="5704588"/>
                  </a:lnTo>
                  <a:lnTo>
                    <a:pt x="459748" y="5704588"/>
                  </a:lnTo>
                  <a:lnTo>
                    <a:pt x="459906" y="5704588"/>
                  </a:lnTo>
                  <a:lnTo>
                    <a:pt x="460221" y="5704588"/>
                  </a:lnTo>
                  <a:lnTo>
                    <a:pt x="460537" y="5704158"/>
                  </a:lnTo>
                  <a:lnTo>
                    <a:pt x="461010" y="5703727"/>
                  </a:lnTo>
                  <a:lnTo>
                    <a:pt x="461168" y="5703297"/>
                  </a:lnTo>
                  <a:lnTo>
                    <a:pt x="461641" y="5702866"/>
                  </a:lnTo>
                  <a:lnTo>
                    <a:pt x="461641" y="5702435"/>
                  </a:lnTo>
                  <a:lnTo>
                    <a:pt x="461956" y="5702005"/>
                  </a:lnTo>
                  <a:lnTo>
                    <a:pt x="462429" y="5702005"/>
                  </a:lnTo>
                  <a:lnTo>
                    <a:pt x="462429" y="5701574"/>
                  </a:lnTo>
                  <a:lnTo>
                    <a:pt x="462903" y="5701574"/>
                  </a:lnTo>
                  <a:lnTo>
                    <a:pt x="462903" y="5701144"/>
                  </a:lnTo>
                  <a:lnTo>
                    <a:pt x="463060" y="5701144"/>
                  </a:lnTo>
                  <a:lnTo>
                    <a:pt x="463060" y="5700713"/>
                  </a:lnTo>
                  <a:lnTo>
                    <a:pt x="463060" y="5700282"/>
                  </a:lnTo>
                  <a:lnTo>
                    <a:pt x="463060" y="5699852"/>
                  </a:lnTo>
                  <a:lnTo>
                    <a:pt x="463691" y="5698560"/>
                  </a:lnTo>
                  <a:lnTo>
                    <a:pt x="464164" y="5698560"/>
                  </a:lnTo>
                  <a:lnTo>
                    <a:pt x="464322" y="5698129"/>
                  </a:lnTo>
                  <a:lnTo>
                    <a:pt x="464480" y="5697699"/>
                  </a:lnTo>
                  <a:lnTo>
                    <a:pt x="464795" y="5697699"/>
                  </a:lnTo>
                  <a:lnTo>
                    <a:pt x="464795" y="5697268"/>
                  </a:lnTo>
                  <a:lnTo>
                    <a:pt x="464953" y="5696838"/>
                  </a:lnTo>
                  <a:lnTo>
                    <a:pt x="464953" y="5696407"/>
                  </a:lnTo>
                  <a:lnTo>
                    <a:pt x="465111" y="5696407"/>
                  </a:lnTo>
                  <a:lnTo>
                    <a:pt x="465268" y="5696407"/>
                  </a:lnTo>
                  <a:lnTo>
                    <a:pt x="465742" y="5696407"/>
                  </a:lnTo>
                  <a:lnTo>
                    <a:pt x="466057" y="5695546"/>
                  </a:lnTo>
                  <a:lnTo>
                    <a:pt x="466057" y="5695115"/>
                  </a:lnTo>
                  <a:lnTo>
                    <a:pt x="466215" y="5695115"/>
                  </a:lnTo>
                  <a:lnTo>
                    <a:pt x="466372" y="5695115"/>
                  </a:lnTo>
                  <a:lnTo>
                    <a:pt x="466688" y="5694685"/>
                  </a:lnTo>
                  <a:lnTo>
                    <a:pt x="467003" y="5694685"/>
                  </a:lnTo>
                  <a:lnTo>
                    <a:pt x="467003" y="5694254"/>
                  </a:lnTo>
                  <a:lnTo>
                    <a:pt x="467161" y="5693823"/>
                  </a:lnTo>
                  <a:lnTo>
                    <a:pt x="467319" y="5693823"/>
                  </a:lnTo>
                  <a:lnTo>
                    <a:pt x="467476" y="5693823"/>
                  </a:lnTo>
                  <a:lnTo>
                    <a:pt x="467634" y="5693823"/>
                  </a:lnTo>
                  <a:lnTo>
                    <a:pt x="467634" y="5693393"/>
                  </a:lnTo>
                  <a:lnTo>
                    <a:pt x="467634" y="5692532"/>
                  </a:lnTo>
                  <a:lnTo>
                    <a:pt x="467792" y="5692101"/>
                  </a:lnTo>
                  <a:lnTo>
                    <a:pt x="467950" y="5692101"/>
                  </a:lnTo>
                  <a:lnTo>
                    <a:pt x="468107" y="5691670"/>
                  </a:lnTo>
                  <a:lnTo>
                    <a:pt x="468265" y="5691670"/>
                  </a:lnTo>
                  <a:lnTo>
                    <a:pt x="468265" y="5691240"/>
                  </a:lnTo>
                  <a:lnTo>
                    <a:pt x="468581" y="5690809"/>
                  </a:lnTo>
                  <a:lnTo>
                    <a:pt x="469054" y="5690379"/>
                  </a:lnTo>
                  <a:lnTo>
                    <a:pt x="469369" y="5690379"/>
                  </a:lnTo>
                  <a:lnTo>
                    <a:pt x="469527" y="5689948"/>
                  </a:lnTo>
                  <a:lnTo>
                    <a:pt x="470000" y="5689948"/>
                  </a:lnTo>
                  <a:lnTo>
                    <a:pt x="470158" y="5689948"/>
                  </a:lnTo>
                  <a:lnTo>
                    <a:pt x="470315" y="5689948"/>
                  </a:lnTo>
                  <a:lnTo>
                    <a:pt x="470473" y="5689948"/>
                  </a:lnTo>
                  <a:lnTo>
                    <a:pt x="470789" y="5689948"/>
                  </a:lnTo>
                  <a:lnTo>
                    <a:pt x="470789" y="5689517"/>
                  </a:lnTo>
                  <a:lnTo>
                    <a:pt x="471104" y="5689517"/>
                  </a:lnTo>
                  <a:lnTo>
                    <a:pt x="471419" y="5689517"/>
                  </a:lnTo>
                  <a:lnTo>
                    <a:pt x="471577" y="5688226"/>
                  </a:lnTo>
                  <a:lnTo>
                    <a:pt x="471735" y="5688226"/>
                  </a:lnTo>
                  <a:lnTo>
                    <a:pt x="472050" y="5687795"/>
                  </a:lnTo>
                  <a:lnTo>
                    <a:pt x="472208" y="5687795"/>
                  </a:lnTo>
                  <a:lnTo>
                    <a:pt x="472366" y="5687364"/>
                  </a:lnTo>
                  <a:lnTo>
                    <a:pt x="472523" y="5686934"/>
                  </a:lnTo>
                  <a:lnTo>
                    <a:pt x="472839" y="5686073"/>
                  </a:lnTo>
                  <a:lnTo>
                    <a:pt x="473312" y="5685642"/>
                  </a:lnTo>
                  <a:lnTo>
                    <a:pt x="473470" y="5685211"/>
                  </a:lnTo>
                  <a:lnTo>
                    <a:pt x="473470" y="5684781"/>
                  </a:lnTo>
                  <a:lnTo>
                    <a:pt x="473785" y="5684350"/>
                  </a:lnTo>
                  <a:lnTo>
                    <a:pt x="474258" y="5684350"/>
                  </a:lnTo>
                  <a:lnTo>
                    <a:pt x="474416" y="5683489"/>
                  </a:lnTo>
                  <a:lnTo>
                    <a:pt x="474574" y="5683058"/>
                  </a:lnTo>
                  <a:lnTo>
                    <a:pt x="474889" y="5682628"/>
                  </a:lnTo>
                  <a:lnTo>
                    <a:pt x="475047" y="5682628"/>
                  </a:lnTo>
                  <a:lnTo>
                    <a:pt x="475047" y="5682197"/>
                  </a:lnTo>
                  <a:lnTo>
                    <a:pt x="475362" y="5681767"/>
                  </a:lnTo>
                  <a:lnTo>
                    <a:pt x="475520" y="5681336"/>
                  </a:lnTo>
                  <a:lnTo>
                    <a:pt x="475520" y="5680905"/>
                  </a:lnTo>
                  <a:lnTo>
                    <a:pt x="475993" y="5680475"/>
                  </a:lnTo>
                  <a:lnTo>
                    <a:pt x="475993" y="5679614"/>
                  </a:lnTo>
                  <a:lnTo>
                    <a:pt x="476151" y="5679183"/>
                  </a:lnTo>
                  <a:lnTo>
                    <a:pt x="476466" y="5679183"/>
                  </a:lnTo>
                  <a:lnTo>
                    <a:pt x="476624" y="5678752"/>
                  </a:lnTo>
                  <a:lnTo>
                    <a:pt x="476624" y="5678322"/>
                  </a:lnTo>
                  <a:lnTo>
                    <a:pt x="476624" y="5677891"/>
                  </a:lnTo>
                  <a:lnTo>
                    <a:pt x="476782" y="5677030"/>
                  </a:lnTo>
                  <a:lnTo>
                    <a:pt x="477255" y="5676599"/>
                  </a:lnTo>
                  <a:lnTo>
                    <a:pt x="477255" y="5676169"/>
                  </a:lnTo>
                  <a:lnTo>
                    <a:pt x="477886" y="5676169"/>
                  </a:lnTo>
                  <a:lnTo>
                    <a:pt x="477886" y="5675738"/>
                  </a:lnTo>
                  <a:lnTo>
                    <a:pt x="477886" y="5675308"/>
                  </a:lnTo>
                  <a:lnTo>
                    <a:pt x="477886" y="5674016"/>
                  </a:lnTo>
                  <a:lnTo>
                    <a:pt x="478044" y="5674016"/>
                  </a:lnTo>
                  <a:lnTo>
                    <a:pt x="478201" y="5673585"/>
                  </a:lnTo>
                  <a:lnTo>
                    <a:pt x="478517" y="5673585"/>
                  </a:lnTo>
                  <a:lnTo>
                    <a:pt x="479305" y="5672293"/>
                  </a:lnTo>
                  <a:lnTo>
                    <a:pt x="479463" y="5672293"/>
                  </a:lnTo>
                  <a:lnTo>
                    <a:pt x="479621" y="5671432"/>
                  </a:lnTo>
                  <a:lnTo>
                    <a:pt x="479779" y="5671432"/>
                  </a:lnTo>
                  <a:lnTo>
                    <a:pt x="479936" y="5671432"/>
                  </a:lnTo>
                  <a:lnTo>
                    <a:pt x="480094" y="5671432"/>
                  </a:lnTo>
                  <a:lnTo>
                    <a:pt x="480252" y="5671432"/>
                  </a:lnTo>
                  <a:lnTo>
                    <a:pt x="480409" y="5671432"/>
                  </a:lnTo>
                  <a:lnTo>
                    <a:pt x="480725" y="5671432"/>
                  </a:lnTo>
                  <a:lnTo>
                    <a:pt x="481040" y="5671432"/>
                  </a:lnTo>
                  <a:lnTo>
                    <a:pt x="481513" y="5671432"/>
                  </a:lnTo>
                  <a:lnTo>
                    <a:pt x="481671" y="5671432"/>
                  </a:lnTo>
                  <a:lnTo>
                    <a:pt x="482144" y="5671432"/>
                  </a:lnTo>
                  <a:lnTo>
                    <a:pt x="482460" y="5671002"/>
                  </a:lnTo>
                  <a:lnTo>
                    <a:pt x="482617" y="5670571"/>
                  </a:lnTo>
                  <a:lnTo>
                    <a:pt x="483248" y="5670571"/>
                  </a:lnTo>
                  <a:lnTo>
                    <a:pt x="483564" y="5670140"/>
                  </a:lnTo>
                  <a:lnTo>
                    <a:pt x="483564" y="5669710"/>
                  </a:lnTo>
                  <a:lnTo>
                    <a:pt x="483721" y="5669710"/>
                  </a:lnTo>
                  <a:lnTo>
                    <a:pt x="483879" y="5669710"/>
                  </a:lnTo>
                  <a:lnTo>
                    <a:pt x="484352" y="5669710"/>
                  </a:lnTo>
                  <a:lnTo>
                    <a:pt x="484510" y="5669710"/>
                  </a:lnTo>
                  <a:lnTo>
                    <a:pt x="484510" y="5669279"/>
                  </a:lnTo>
                  <a:lnTo>
                    <a:pt x="484510" y="5668849"/>
                  </a:lnTo>
                  <a:lnTo>
                    <a:pt x="484510" y="5668418"/>
                  </a:lnTo>
                  <a:lnTo>
                    <a:pt x="485141" y="5668418"/>
                  </a:lnTo>
                  <a:lnTo>
                    <a:pt x="485141" y="5667987"/>
                  </a:lnTo>
                  <a:lnTo>
                    <a:pt x="485456" y="5667987"/>
                  </a:lnTo>
                  <a:lnTo>
                    <a:pt x="485614" y="5667987"/>
                  </a:lnTo>
                  <a:lnTo>
                    <a:pt x="485614" y="5667126"/>
                  </a:lnTo>
                  <a:lnTo>
                    <a:pt x="485614" y="5666696"/>
                  </a:lnTo>
                  <a:lnTo>
                    <a:pt x="486245" y="5665834"/>
                  </a:lnTo>
                  <a:lnTo>
                    <a:pt x="486718" y="5664973"/>
                  </a:lnTo>
                  <a:lnTo>
                    <a:pt x="486718" y="5664543"/>
                  </a:lnTo>
                  <a:lnTo>
                    <a:pt x="486876" y="5664543"/>
                  </a:lnTo>
                  <a:lnTo>
                    <a:pt x="487191" y="5664543"/>
                  </a:lnTo>
                  <a:lnTo>
                    <a:pt x="487822" y="5664112"/>
                  </a:lnTo>
                  <a:lnTo>
                    <a:pt x="488138" y="5664112"/>
                  </a:lnTo>
                  <a:lnTo>
                    <a:pt x="488295" y="5664112"/>
                  </a:lnTo>
                  <a:lnTo>
                    <a:pt x="488453" y="5663681"/>
                  </a:lnTo>
                  <a:lnTo>
                    <a:pt x="488611" y="5663681"/>
                  </a:lnTo>
                  <a:lnTo>
                    <a:pt x="488926" y="5663681"/>
                  </a:lnTo>
                  <a:lnTo>
                    <a:pt x="489084" y="5663681"/>
                  </a:lnTo>
                  <a:lnTo>
                    <a:pt x="489242" y="5663251"/>
                  </a:lnTo>
                  <a:lnTo>
                    <a:pt x="489557" y="5663251"/>
                  </a:lnTo>
                  <a:lnTo>
                    <a:pt x="489715" y="5662390"/>
                  </a:lnTo>
                  <a:lnTo>
                    <a:pt x="489872" y="5662390"/>
                  </a:lnTo>
                  <a:lnTo>
                    <a:pt x="490030" y="5661959"/>
                  </a:lnTo>
                  <a:lnTo>
                    <a:pt x="490030" y="5661528"/>
                  </a:lnTo>
                  <a:lnTo>
                    <a:pt x="490661" y="5660667"/>
                  </a:lnTo>
                  <a:lnTo>
                    <a:pt x="490819" y="5660667"/>
                  </a:lnTo>
                  <a:lnTo>
                    <a:pt x="491134" y="5660237"/>
                  </a:lnTo>
                  <a:lnTo>
                    <a:pt x="491292" y="5660237"/>
                  </a:lnTo>
                  <a:lnTo>
                    <a:pt x="491450" y="5660237"/>
                  </a:lnTo>
                  <a:lnTo>
                    <a:pt x="491607" y="5660237"/>
                  </a:lnTo>
                  <a:lnTo>
                    <a:pt x="491765" y="5660237"/>
                  </a:lnTo>
                  <a:lnTo>
                    <a:pt x="491923" y="5660237"/>
                  </a:lnTo>
                  <a:lnTo>
                    <a:pt x="492081" y="5660237"/>
                  </a:lnTo>
                  <a:lnTo>
                    <a:pt x="492238" y="5659806"/>
                  </a:lnTo>
                  <a:lnTo>
                    <a:pt x="492238" y="5659375"/>
                  </a:lnTo>
                  <a:lnTo>
                    <a:pt x="492711" y="5658945"/>
                  </a:lnTo>
                  <a:lnTo>
                    <a:pt x="492711" y="5658514"/>
                  </a:lnTo>
                  <a:lnTo>
                    <a:pt x="493027" y="5658084"/>
                  </a:lnTo>
                  <a:lnTo>
                    <a:pt x="493027" y="5657653"/>
                  </a:lnTo>
                  <a:lnTo>
                    <a:pt x="493185" y="5657653"/>
                  </a:lnTo>
                  <a:lnTo>
                    <a:pt x="493342" y="5657653"/>
                  </a:lnTo>
                  <a:lnTo>
                    <a:pt x="493500" y="5657653"/>
                  </a:lnTo>
                  <a:lnTo>
                    <a:pt x="493658" y="5657222"/>
                  </a:lnTo>
                  <a:lnTo>
                    <a:pt x="493815" y="5657222"/>
                  </a:lnTo>
                  <a:lnTo>
                    <a:pt x="494446" y="5657222"/>
                  </a:lnTo>
                  <a:lnTo>
                    <a:pt x="494604" y="5657222"/>
                  </a:lnTo>
                  <a:lnTo>
                    <a:pt x="494762" y="5657222"/>
                  </a:lnTo>
                  <a:lnTo>
                    <a:pt x="494919" y="5657222"/>
                  </a:lnTo>
                  <a:lnTo>
                    <a:pt x="495077" y="5657222"/>
                  </a:lnTo>
                  <a:lnTo>
                    <a:pt x="495235" y="5657222"/>
                  </a:lnTo>
                  <a:lnTo>
                    <a:pt x="495393" y="5657222"/>
                  </a:lnTo>
                  <a:lnTo>
                    <a:pt x="495550" y="5656792"/>
                  </a:lnTo>
                  <a:lnTo>
                    <a:pt x="495550" y="5655069"/>
                  </a:lnTo>
                  <a:lnTo>
                    <a:pt x="495866" y="5654208"/>
                  </a:lnTo>
                  <a:lnTo>
                    <a:pt x="496023" y="5653778"/>
                  </a:lnTo>
                  <a:lnTo>
                    <a:pt x="496181" y="5653778"/>
                  </a:lnTo>
                  <a:lnTo>
                    <a:pt x="496339" y="5653778"/>
                  </a:lnTo>
                  <a:lnTo>
                    <a:pt x="496339" y="5653347"/>
                  </a:lnTo>
                  <a:lnTo>
                    <a:pt x="496497" y="5653347"/>
                  </a:lnTo>
                  <a:lnTo>
                    <a:pt x="496497" y="5652916"/>
                  </a:lnTo>
                  <a:lnTo>
                    <a:pt x="496654" y="5652486"/>
                  </a:lnTo>
                  <a:lnTo>
                    <a:pt x="496970" y="5652486"/>
                  </a:lnTo>
                  <a:lnTo>
                    <a:pt x="497916" y="5652055"/>
                  </a:lnTo>
                  <a:lnTo>
                    <a:pt x="497916" y="5651625"/>
                  </a:lnTo>
                  <a:lnTo>
                    <a:pt x="498074" y="5651625"/>
                  </a:lnTo>
                  <a:lnTo>
                    <a:pt x="498389" y="5651625"/>
                  </a:lnTo>
                  <a:lnTo>
                    <a:pt x="498705" y="5651625"/>
                  </a:lnTo>
                  <a:lnTo>
                    <a:pt x="498862" y="5651625"/>
                  </a:lnTo>
                  <a:lnTo>
                    <a:pt x="499020" y="5650763"/>
                  </a:lnTo>
                  <a:lnTo>
                    <a:pt x="499651" y="5650763"/>
                  </a:lnTo>
                  <a:lnTo>
                    <a:pt x="499651" y="5650333"/>
                  </a:lnTo>
                  <a:lnTo>
                    <a:pt x="499966" y="5650333"/>
                  </a:lnTo>
                  <a:lnTo>
                    <a:pt x="500282" y="5650333"/>
                  </a:lnTo>
                  <a:lnTo>
                    <a:pt x="500440" y="5649902"/>
                  </a:lnTo>
                  <a:lnTo>
                    <a:pt x="500440" y="5649472"/>
                  </a:lnTo>
                  <a:lnTo>
                    <a:pt x="500440" y="5649041"/>
                  </a:lnTo>
                  <a:lnTo>
                    <a:pt x="500440" y="5648610"/>
                  </a:lnTo>
                  <a:lnTo>
                    <a:pt x="500597" y="5648610"/>
                  </a:lnTo>
                  <a:lnTo>
                    <a:pt x="500913" y="5648610"/>
                  </a:lnTo>
                  <a:lnTo>
                    <a:pt x="501228" y="5648180"/>
                  </a:lnTo>
                  <a:lnTo>
                    <a:pt x="501544" y="5647749"/>
                  </a:lnTo>
                  <a:lnTo>
                    <a:pt x="501544" y="5647319"/>
                  </a:lnTo>
                  <a:lnTo>
                    <a:pt x="501859" y="5647319"/>
                  </a:lnTo>
                  <a:lnTo>
                    <a:pt x="501859" y="5646888"/>
                  </a:lnTo>
                  <a:lnTo>
                    <a:pt x="501859" y="5646457"/>
                  </a:lnTo>
                  <a:lnTo>
                    <a:pt x="502017" y="5646027"/>
                  </a:lnTo>
                  <a:lnTo>
                    <a:pt x="502174" y="5646027"/>
                  </a:lnTo>
                  <a:lnTo>
                    <a:pt x="502332" y="5645596"/>
                  </a:lnTo>
                  <a:lnTo>
                    <a:pt x="502490" y="5645596"/>
                  </a:lnTo>
                  <a:lnTo>
                    <a:pt x="502648" y="5645166"/>
                  </a:lnTo>
                  <a:lnTo>
                    <a:pt x="502963" y="5645166"/>
                  </a:lnTo>
                  <a:lnTo>
                    <a:pt x="503279" y="5645166"/>
                  </a:lnTo>
                  <a:lnTo>
                    <a:pt x="503436" y="5645166"/>
                  </a:lnTo>
                  <a:lnTo>
                    <a:pt x="503594" y="5645166"/>
                  </a:lnTo>
                  <a:lnTo>
                    <a:pt x="503752" y="5644304"/>
                  </a:lnTo>
                  <a:lnTo>
                    <a:pt x="503752" y="5643874"/>
                  </a:lnTo>
                  <a:lnTo>
                    <a:pt x="503909" y="5643443"/>
                  </a:lnTo>
                  <a:lnTo>
                    <a:pt x="504067" y="5643443"/>
                  </a:lnTo>
                  <a:lnTo>
                    <a:pt x="504225" y="5642151"/>
                  </a:lnTo>
                  <a:lnTo>
                    <a:pt x="504540" y="5642151"/>
                  </a:lnTo>
                  <a:lnTo>
                    <a:pt x="504856" y="5642151"/>
                  </a:lnTo>
                  <a:lnTo>
                    <a:pt x="505013" y="5642151"/>
                  </a:lnTo>
                  <a:lnTo>
                    <a:pt x="505329" y="5641721"/>
                  </a:lnTo>
                  <a:lnTo>
                    <a:pt x="505487" y="5641290"/>
                  </a:lnTo>
                  <a:lnTo>
                    <a:pt x="505644" y="5641290"/>
                  </a:lnTo>
                  <a:lnTo>
                    <a:pt x="505802" y="5641290"/>
                  </a:lnTo>
                  <a:lnTo>
                    <a:pt x="505802" y="5640860"/>
                  </a:lnTo>
                  <a:lnTo>
                    <a:pt x="506117" y="5640860"/>
                  </a:lnTo>
                  <a:lnTo>
                    <a:pt x="506275" y="5640860"/>
                  </a:lnTo>
                  <a:lnTo>
                    <a:pt x="506275" y="5640429"/>
                  </a:lnTo>
                  <a:lnTo>
                    <a:pt x="506591" y="5640429"/>
                  </a:lnTo>
                  <a:lnTo>
                    <a:pt x="506748" y="5639998"/>
                  </a:lnTo>
                  <a:lnTo>
                    <a:pt x="506748" y="5639568"/>
                  </a:lnTo>
                  <a:lnTo>
                    <a:pt x="506906" y="5639568"/>
                  </a:lnTo>
                  <a:lnTo>
                    <a:pt x="507379" y="5639137"/>
                  </a:lnTo>
                  <a:lnTo>
                    <a:pt x="508010" y="5639137"/>
                  </a:lnTo>
                  <a:lnTo>
                    <a:pt x="508168" y="5639137"/>
                  </a:lnTo>
                  <a:lnTo>
                    <a:pt x="508168" y="5638707"/>
                  </a:lnTo>
                  <a:lnTo>
                    <a:pt x="508799" y="5637845"/>
                  </a:lnTo>
                  <a:lnTo>
                    <a:pt x="508799" y="5637415"/>
                  </a:lnTo>
                  <a:lnTo>
                    <a:pt x="508799" y="5636554"/>
                  </a:lnTo>
                  <a:lnTo>
                    <a:pt x="509272" y="5634831"/>
                  </a:lnTo>
                  <a:lnTo>
                    <a:pt x="509430" y="5634831"/>
                  </a:lnTo>
                  <a:lnTo>
                    <a:pt x="509587" y="5634831"/>
                  </a:lnTo>
                  <a:lnTo>
                    <a:pt x="509745" y="5634401"/>
                  </a:lnTo>
                  <a:lnTo>
                    <a:pt x="509903" y="5634401"/>
                  </a:lnTo>
                  <a:lnTo>
                    <a:pt x="510060" y="5634401"/>
                  </a:lnTo>
                  <a:lnTo>
                    <a:pt x="511164" y="5634401"/>
                  </a:lnTo>
                  <a:lnTo>
                    <a:pt x="511322" y="5634401"/>
                  </a:lnTo>
                  <a:lnTo>
                    <a:pt x="511322" y="5633970"/>
                  </a:lnTo>
                  <a:lnTo>
                    <a:pt x="511322" y="5633539"/>
                  </a:lnTo>
                  <a:lnTo>
                    <a:pt x="511480" y="5633539"/>
                  </a:lnTo>
                  <a:lnTo>
                    <a:pt x="511638" y="5633539"/>
                  </a:lnTo>
                  <a:lnTo>
                    <a:pt x="512584" y="5632678"/>
                  </a:lnTo>
                  <a:lnTo>
                    <a:pt x="512899" y="5632678"/>
                  </a:lnTo>
                  <a:lnTo>
                    <a:pt x="512899" y="5631386"/>
                  </a:lnTo>
                  <a:lnTo>
                    <a:pt x="512899" y="5630956"/>
                  </a:lnTo>
                  <a:lnTo>
                    <a:pt x="513372" y="5630525"/>
                  </a:lnTo>
                  <a:lnTo>
                    <a:pt x="513688" y="5630525"/>
                  </a:lnTo>
                  <a:lnTo>
                    <a:pt x="513846" y="5630525"/>
                  </a:lnTo>
                  <a:lnTo>
                    <a:pt x="514003" y="5630095"/>
                  </a:lnTo>
                  <a:lnTo>
                    <a:pt x="514319" y="5630095"/>
                  </a:lnTo>
                  <a:lnTo>
                    <a:pt x="514477" y="5630095"/>
                  </a:lnTo>
                  <a:lnTo>
                    <a:pt x="514477" y="5629664"/>
                  </a:lnTo>
                  <a:lnTo>
                    <a:pt x="514950" y="5629233"/>
                  </a:lnTo>
                  <a:lnTo>
                    <a:pt x="514950" y="5628803"/>
                  </a:lnTo>
                  <a:lnTo>
                    <a:pt x="515107" y="5628803"/>
                  </a:lnTo>
                  <a:lnTo>
                    <a:pt x="515265" y="5628372"/>
                  </a:lnTo>
                  <a:lnTo>
                    <a:pt x="515581" y="5628372"/>
                  </a:lnTo>
                  <a:lnTo>
                    <a:pt x="515738" y="5628372"/>
                  </a:lnTo>
                  <a:lnTo>
                    <a:pt x="515896" y="5628372"/>
                  </a:lnTo>
                  <a:lnTo>
                    <a:pt x="516211" y="5627942"/>
                  </a:lnTo>
                  <a:lnTo>
                    <a:pt x="516369" y="5627942"/>
                  </a:lnTo>
                  <a:lnTo>
                    <a:pt x="516527" y="5627942"/>
                  </a:lnTo>
                  <a:lnTo>
                    <a:pt x="516685" y="5627942"/>
                  </a:lnTo>
                  <a:lnTo>
                    <a:pt x="516842" y="5627942"/>
                  </a:lnTo>
                  <a:lnTo>
                    <a:pt x="517158" y="5627942"/>
                  </a:lnTo>
                  <a:lnTo>
                    <a:pt x="517158" y="5627511"/>
                  </a:lnTo>
                  <a:lnTo>
                    <a:pt x="517473" y="5626650"/>
                  </a:lnTo>
                  <a:lnTo>
                    <a:pt x="517946" y="5626650"/>
                  </a:lnTo>
                  <a:lnTo>
                    <a:pt x="518104" y="5626650"/>
                  </a:lnTo>
                  <a:lnTo>
                    <a:pt x="518262" y="5626650"/>
                  </a:lnTo>
                  <a:lnTo>
                    <a:pt x="518419" y="5626219"/>
                  </a:lnTo>
                  <a:lnTo>
                    <a:pt x="518577" y="5626219"/>
                  </a:lnTo>
                  <a:lnTo>
                    <a:pt x="518735" y="5625789"/>
                  </a:lnTo>
                  <a:lnTo>
                    <a:pt x="518893" y="5625789"/>
                  </a:lnTo>
                  <a:lnTo>
                    <a:pt x="519208" y="5624927"/>
                  </a:lnTo>
                  <a:lnTo>
                    <a:pt x="519366" y="5624497"/>
                  </a:lnTo>
                  <a:lnTo>
                    <a:pt x="519681" y="5624066"/>
                  </a:lnTo>
                  <a:lnTo>
                    <a:pt x="519839" y="5624066"/>
                  </a:lnTo>
                  <a:lnTo>
                    <a:pt x="520154" y="5623636"/>
                  </a:lnTo>
                  <a:lnTo>
                    <a:pt x="520312" y="5623636"/>
                  </a:lnTo>
                  <a:lnTo>
                    <a:pt x="520312" y="5623205"/>
                  </a:lnTo>
                  <a:lnTo>
                    <a:pt x="520470" y="5623205"/>
                  </a:lnTo>
                  <a:lnTo>
                    <a:pt x="520470" y="5622774"/>
                  </a:lnTo>
                  <a:lnTo>
                    <a:pt x="520628" y="5622344"/>
                  </a:lnTo>
                  <a:lnTo>
                    <a:pt x="520628" y="5621913"/>
                  </a:lnTo>
                  <a:lnTo>
                    <a:pt x="520785" y="5621913"/>
                  </a:lnTo>
                  <a:lnTo>
                    <a:pt x="520943" y="5621913"/>
                  </a:lnTo>
                  <a:lnTo>
                    <a:pt x="521101" y="5621483"/>
                  </a:lnTo>
                  <a:lnTo>
                    <a:pt x="521258" y="5621052"/>
                  </a:lnTo>
                  <a:lnTo>
                    <a:pt x="521416" y="5620621"/>
                  </a:lnTo>
                  <a:lnTo>
                    <a:pt x="521889" y="5620621"/>
                  </a:lnTo>
                  <a:lnTo>
                    <a:pt x="522205" y="5619330"/>
                  </a:lnTo>
                  <a:lnTo>
                    <a:pt x="522362" y="5618468"/>
                  </a:lnTo>
                  <a:lnTo>
                    <a:pt x="522836" y="5618468"/>
                  </a:lnTo>
                  <a:lnTo>
                    <a:pt x="522993" y="5618038"/>
                  </a:lnTo>
                  <a:lnTo>
                    <a:pt x="523309" y="5617607"/>
                  </a:lnTo>
                  <a:lnTo>
                    <a:pt x="523624" y="5617607"/>
                  </a:lnTo>
                  <a:lnTo>
                    <a:pt x="523624" y="5617177"/>
                  </a:lnTo>
                  <a:lnTo>
                    <a:pt x="523782" y="5617177"/>
                  </a:lnTo>
                  <a:lnTo>
                    <a:pt x="523782" y="5616746"/>
                  </a:lnTo>
                  <a:lnTo>
                    <a:pt x="524255" y="5616746"/>
                  </a:lnTo>
                  <a:lnTo>
                    <a:pt x="524255" y="5616315"/>
                  </a:lnTo>
                  <a:lnTo>
                    <a:pt x="524255" y="5615885"/>
                  </a:lnTo>
                  <a:lnTo>
                    <a:pt x="524728" y="5615454"/>
                  </a:lnTo>
                  <a:lnTo>
                    <a:pt x="524728" y="5615024"/>
                  </a:lnTo>
                  <a:lnTo>
                    <a:pt x="524728" y="5614593"/>
                  </a:lnTo>
                  <a:lnTo>
                    <a:pt x="524728" y="5614162"/>
                  </a:lnTo>
                  <a:lnTo>
                    <a:pt x="525201" y="5613732"/>
                  </a:lnTo>
                  <a:lnTo>
                    <a:pt x="525675" y="5612871"/>
                  </a:lnTo>
                  <a:lnTo>
                    <a:pt x="525675" y="5612440"/>
                  </a:lnTo>
                  <a:lnTo>
                    <a:pt x="525675" y="5612009"/>
                  </a:lnTo>
                  <a:lnTo>
                    <a:pt x="526148" y="5611579"/>
                  </a:lnTo>
                  <a:lnTo>
                    <a:pt x="526621" y="5611579"/>
                  </a:lnTo>
                  <a:lnTo>
                    <a:pt x="526621" y="5611148"/>
                  </a:lnTo>
                  <a:lnTo>
                    <a:pt x="526779" y="5610718"/>
                  </a:lnTo>
                  <a:lnTo>
                    <a:pt x="526779" y="5610287"/>
                  </a:lnTo>
                  <a:lnTo>
                    <a:pt x="527094" y="5609856"/>
                  </a:lnTo>
                  <a:lnTo>
                    <a:pt x="527094" y="5609426"/>
                  </a:lnTo>
                  <a:lnTo>
                    <a:pt x="527567" y="5609426"/>
                  </a:lnTo>
                  <a:lnTo>
                    <a:pt x="527725" y="5608995"/>
                  </a:lnTo>
                  <a:lnTo>
                    <a:pt x="527725" y="5608565"/>
                  </a:lnTo>
                  <a:lnTo>
                    <a:pt x="527883" y="5608565"/>
                  </a:lnTo>
                  <a:lnTo>
                    <a:pt x="528671" y="5607703"/>
                  </a:lnTo>
                  <a:lnTo>
                    <a:pt x="528671" y="5607273"/>
                  </a:lnTo>
                  <a:lnTo>
                    <a:pt x="528829" y="5607273"/>
                  </a:lnTo>
                  <a:lnTo>
                    <a:pt x="529144" y="5607273"/>
                  </a:lnTo>
                  <a:lnTo>
                    <a:pt x="529460" y="5607273"/>
                  </a:lnTo>
                  <a:lnTo>
                    <a:pt x="529775" y="5606842"/>
                  </a:lnTo>
                  <a:lnTo>
                    <a:pt x="529933" y="5606842"/>
                  </a:lnTo>
                  <a:lnTo>
                    <a:pt x="530091" y="5606842"/>
                  </a:lnTo>
                  <a:lnTo>
                    <a:pt x="530091" y="5606412"/>
                  </a:lnTo>
                  <a:lnTo>
                    <a:pt x="530564" y="5605981"/>
                  </a:lnTo>
                  <a:lnTo>
                    <a:pt x="530564" y="5605550"/>
                  </a:lnTo>
                  <a:lnTo>
                    <a:pt x="530722" y="5605120"/>
                  </a:lnTo>
                  <a:lnTo>
                    <a:pt x="530879" y="5604689"/>
                  </a:lnTo>
                  <a:lnTo>
                    <a:pt x="530879" y="5604259"/>
                  </a:lnTo>
                  <a:lnTo>
                    <a:pt x="531510" y="5603397"/>
                  </a:lnTo>
                  <a:lnTo>
                    <a:pt x="531826" y="5603397"/>
                  </a:lnTo>
                  <a:lnTo>
                    <a:pt x="532299" y="5602967"/>
                  </a:lnTo>
                  <a:lnTo>
                    <a:pt x="532456" y="5602967"/>
                  </a:lnTo>
                  <a:lnTo>
                    <a:pt x="532930" y="5602967"/>
                  </a:lnTo>
                  <a:lnTo>
                    <a:pt x="533403" y="5602536"/>
                  </a:lnTo>
                  <a:lnTo>
                    <a:pt x="533403" y="5602106"/>
                  </a:lnTo>
                  <a:lnTo>
                    <a:pt x="533560" y="5602106"/>
                  </a:lnTo>
                  <a:lnTo>
                    <a:pt x="533876" y="5602106"/>
                  </a:lnTo>
                  <a:lnTo>
                    <a:pt x="534191" y="5601244"/>
                  </a:lnTo>
                  <a:lnTo>
                    <a:pt x="534349" y="5601244"/>
                  </a:lnTo>
                  <a:lnTo>
                    <a:pt x="534349" y="5600814"/>
                  </a:lnTo>
                  <a:lnTo>
                    <a:pt x="534507" y="5600814"/>
                  </a:lnTo>
                  <a:lnTo>
                    <a:pt x="534664" y="5600814"/>
                  </a:lnTo>
                  <a:lnTo>
                    <a:pt x="535138" y="5600383"/>
                  </a:lnTo>
                  <a:lnTo>
                    <a:pt x="535295" y="5600383"/>
                  </a:lnTo>
                  <a:lnTo>
                    <a:pt x="535453" y="5600383"/>
                  </a:lnTo>
                  <a:lnTo>
                    <a:pt x="535611" y="5600383"/>
                  </a:lnTo>
                  <a:lnTo>
                    <a:pt x="535611" y="5599953"/>
                  </a:lnTo>
                  <a:lnTo>
                    <a:pt x="536084" y="5599953"/>
                  </a:lnTo>
                  <a:lnTo>
                    <a:pt x="536242" y="5599953"/>
                  </a:lnTo>
                  <a:lnTo>
                    <a:pt x="536557" y="5599522"/>
                  </a:lnTo>
                  <a:lnTo>
                    <a:pt x="536715" y="5599091"/>
                  </a:lnTo>
                  <a:lnTo>
                    <a:pt x="536715" y="5598661"/>
                  </a:lnTo>
                  <a:lnTo>
                    <a:pt x="537188" y="5598661"/>
                  </a:lnTo>
                  <a:lnTo>
                    <a:pt x="537188" y="5598230"/>
                  </a:lnTo>
                  <a:lnTo>
                    <a:pt x="537346" y="5598230"/>
                  </a:lnTo>
                  <a:lnTo>
                    <a:pt x="537503" y="5598230"/>
                  </a:lnTo>
                  <a:lnTo>
                    <a:pt x="537661" y="5598230"/>
                  </a:lnTo>
                  <a:lnTo>
                    <a:pt x="537819" y="5598230"/>
                  </a:lnTo>
                  <a:lnTo>
                    <a:pt x="537977" y="5597800"/>
                  </a:lnTo>
                  <a:lnTo>
                    <a:pt x="538134" y="5596938"/>
                  </a:lnTo>
                  <a:lnTo>
                    <a:pt x="538134" y="5596508"/>
                  </a:lnTo>
                  <a:lnTo>
                    <a:pt x="538134" y="5595647"/>
                  </a:lnTo>
                  <a:lnTo>
                    <a:pt x="538134" y="5595216"/>
                  </a:lnTo>
                  <a:lnTo>
                    <a:pt x="538607" y="5595216"/>
                  </a:lnTo>
                  <a:lnTo>
                    <a:pt x="538765" y="5594785"/>
                  </a:lnTo>
                  <a:lnTo>
                    <a:pt x="539081" y="5594785"/>
                  </a:lnTo>
                  <a:lnTo>
                    <a:pt x="539396" y="5594785"/>
                  </a:lnTo>
                  <a:lnTo>
                    <a:pt x="539869" y="5594785"/>
                  </a:lnTo>
                  <a:lnTo>
                    <a:pt x="540185" y="5594355"/>
                  </a:lnTo>
                  <a:lnTo>
                    <a:pt x="540185" y="5593924"/>
                  </a:lnTo>
                  <a:lnTo>
                    <a:pt x="540500" y="5593494"/>
                  </a:lnTo>
                  <a:lnTo>
                    <a:pt x="540500" y="5593063"/>
                  </a:lnTo>
                  <a:lnTo>
                    <a:pt x="540500" y="5592632"/>
                  </a:lnTo>
                  <a:lnTo>
                    <a:pt x="540658" y="5592632"/>
                  </a:lnTo>
                  <a:lnTo>
                    <a:pt x="540658" y="5592202"/>
                  </a:lnTo>
                  <a:lnTo>
                    <a:pt x="540658" y="5591771"/>
                  </a:lnTo>
                  <a:lnTo>
                    <a:pt x="540658" y="5591341"/>
                  </a:lnTo>
                  <a:lnTo>
                    <a:pt x="540815" y="5590910"/>
                  </a:lnTo>
                  <a:lnTo>
                    <a:pt x="540973" y="5590910"/>
                  </a:lnTo>
                  <a:lnTo>
                    <a:pt x="540973" y="5590479"/>
                  </a:lnTo>
                  <a:lnTo>
                    <a:pt x="540973" y="5590049"/>
                  </a:lnTo>
                  <a:lnTo>
                    <a:pt x="541289" y="5590049"/>
                  </a:lnTo>
                  <a:lnTo>
                    <a:pt x="541446" y="5590049"/>
                  </a:lnTo>
                  <a:lnTo>
                    <a:pt x="541920" y="5589618"/>
                  </a:lnTo>
                  <a:lnTo>
                    <a:pt x="542393" y="5589618"/>
                  </a:lnTo>
                  <a:lnTo>
                    <a:pt x="542866" y="5589188"/>
                  </a:lnTo>
                  <a:lnTo>
                    <a:pt x="542866" y="5588757"/>
                  </a:lnTo>
                  <a:lnTo>
                    <a:pt x="543024" y="5588757"/>
                  </a:lnTo>
                  <a:lnTo>
                    <a:pt x="543181" y="5588326"/>
                  </a:lnTo>
                  <a:lnTo>
                    <a:pt x="543497" y="5588326"/>
                  </a:lnTo>
                  <a:lnTo>
                    <a:pt x="543654" y="5587896"/>
                  </a:lnTo>
                  <a:lnTo>
                    <a:pt x="543654" y="5587465"/>
                  </a:lnTo>
                  <a:lnTo>
                    <a:pt x="544285" y="5587465"/>
                  </a:lnTo>
                  <a:lnTo>
                    <a:pt x="544758" y="5587465"/>
                  </a:lnTo>
                  <a:lnTo>
                    <a:pt x="545074" y="5587465"/>
                  </a:lnTo>
                  <a:lnTo>
                    <a:pt x="545232" y="5587465"/>
                  </a:lnTo>
                  <a:lnTo>
                    <a:pt x="545389" y="5586604"/>
                  </a:lnTo>
                  <a:lnTo>
                    <a:pt x="545862" y="5585743"/>
                  </a:lnTo>
                  <a:lnTo>
                    <a:pt x="546020" y="5584882"/>
                  </a:lnTo>
                  <a:lnTo>
                    <a:pt x="546178" y="5584882"/>
                  </a:lnTo>
                  <a:lnTo>
                    <a:pt x="546336" y="5584882"/>
                  </a:lnTo>
                  <a:lnTo>
                    <a:pt x="546809" y="5584020"/>
                  </a:lnTo>
                  <a:lnTo>
                    <a:pt x="547282" y="5584020"/>
                  </a:lnTo>
                  <a:lnTo>
                    <a:pt x="547597" y="5584020"/>
                  </a:lnTo>
                  <a:lnTo>
                    <a:pt x="548544" y="5583159"/>
                  </a:lnTo>
                  <a:lnTo>
                    <a:pt x="548701" y="5583159"/>
                  </a:lnTo>
                  <a:lnTo>
                    <a:pt x="549175" y="5583159"/>
                  </a:lnTo>
                  <a:lnTo>
                    <a:pt x="549175" y="5582298"/>
                  </a:lnTo>
                  <a:lnTo>
                    <a:pt x="549175" y="5581867"/>
                  </a:lnTo>
                  <a:lnTo>
                    <a:pt x="549332" y="5581437"/>
                  </a:lnTo>
                  <a:lnTo>
                    <a:pt x="549963" y="5581006"/>
                  </a:lnTo>
                  <a:lnTo>
                    <a:pt x="550279" y="5581006"/>
                  </a:lnTo>
                  <a:lnTo>
                    <a:pt x="550436" y="5580576"/>
                  </a:lnTo>
                  <a:lnTo>
                    <a:pt x="550594" y="5579714"/>
                  </a:lnTo>
                  <a:lnTo>
                    <a:pt x="550752" y="5579284"/>
                  </a:lnTo>
                  <a:lnTo>
                    <a:pt x="550909" y="5578853"/>
                  </a:lnTo>
                  <a:lnTo>
                    <a:pt x="551225" y="5578423"/>
                  </a:lnTo>
                  <a:lnTo>
                    <a:pt x="551225" y="5577992"/>
                  </a:lnTo>
                  <a:lnTo>
                    <a:pt x="551383" y="5577992"/>
                  </a:lnTo>
                  <a:lnTo>
                    <a:pt x="551383" y="5577561"/>
                  </a:lnTo>
                  <a:lnTo>
                    <a:pt x="551540" y="5577131"/>
                  </a:lnTo>
                  <a:lnTo>
                    <a:pt x="551698" y="5576700"/>
                  </a:lnTo>
                  <a:lnTo>
                    <a:pt x="552171" y="5576270"/>
                  </a:lnTo>
                  <a:lnTo>
                    <a:pt x="552487" y="5575839"/>
                  </a:lnTo>
                  <a:lnTo>
                    <a:pt x="552644" y="5575839"/>
                  </a:lnTo>
                  <a:lnTo>
                    <a:pt x="553275" y="5575408"/>
                  </a:lnTo>
                  <a:lnTo>
                    <a:pt x="553275" y="5574978"/>
                  </a:lnTo>
                  <a:lnTo>
                    <a:pt x="553433" y="5574547"/>
                  </a:lnTo>
                  <a:lnTo>
                    <a:pt x="553591" y="5574117"/>
                  </a:lnTo>
                  <a:lnTo>
                    <a:pt x="553748" y="5574117"/>
                  </a:lnTo>
                  <a:lnTo>
                    <a:pt x="554064" y="5573686"/>
                  </a:lnTo>
                  <a:lnTo>
                    <a:pt x="554379" y="5573255"/>
                  </a:lnTo>
                  <a:lnTo>
                    <a:pt x="554695" y="5573255"/>
                  </a:lnTo>
                  <a:lnTo>
                    <a:pt x="555010" y="5573255"/>
                  </a:lnTo>
                  <a:lnTo>
                    <a:pt x="555168" y="5572825"/>
                  </a:lnTo>
                  <a:lnTo>
                    <a:pt x="555326" y="5572825"/>
                  </a:lnTo>
                  <a:lnTo>
                    <a:pt x="555483" y="5572825"/>
                  </a:lnTo>
                  <a:lnTo>
                    <a:pt x="555641" y="5572825"/>
                  </a:lnTo>
                  <a:lnTo>
                    <a:pt x="555956" y="5571964"/>
                  </a:lnTo>
                  <a:lnTo>
                    <a:pt x="556114" y="5571964"/>
                  </a:lnTo>
                  <a:lnTo>
                    <a:pt x="556430" y="5570241"/>
                  </a:lnTo>
                  <a:lnTo>
                    <a:pt x="556903" y="5569380"/>
                  </a:lnTo>
                  <a:lnTo>
                    <a:pt x="557060" y="5569380"/>
                  </a:lnTo>
                  <a:lnTo>
                    <a:pt x="557376" y="5569380"/>
                  </a:lnTo>
                  <a:lnTo>
                    <a:pt x="557849" y="5568519"/>
                  </a:lnTo>
                  <a:lnTo>
                    <a:pt x="557849" y="5568088"/>
                  </a:lnTo>
                  <a:lnTo>
                    <a:pt x="558007" y="5567658"/>
                  </a:lnTo>
                  <a:lnTo>
                    <a:pt x="558322" y="5567658"/>
                  </a:lnTo>
                  <a:lnTo>
                    <a:pt x="558322" y="5567227"/>
                  </a:lnTo>
                  <a:lnTo>
                    <a:pt x="558480" y="5567227"/>
                  </a:lnTo>
                  <a:lnTo>
                    <a:pt x="558638" y="5567227"/>
                  </a:lnTo>
                  <a:lnTo>
                    <a:pt x="558795" y="5567227"/>
                  </a:lnTo>
                  <a:lnTo>
                    <a:pt x="558953" y="5567227"/>
                  </a:lnTo>
                  <a:lnTo>
                    <a:pt x="558953" y="5566796"/>
                  </a:lnTo>
                  <a:lnTo>
                    <a:pt x="559269" y="5566796"/>
                  </a:lnTo>
                  <a:lnTo>
                    <a:pt x="559426" y="5566796"/>
                  </a:lnTo>
                  <a:lnTo>
                    <a:pt x="559584" y="5566796"/>
                  </a:lnTo>
                  <a:lnTo>
                    <a:pt x="559584" y="5566366"/>
                  </a:lnTo>
                  <a:lnTo>
                    <a:pt x="559899" y="5566366"/>
                  </a:lnTo>
                  <a:lnTo>
                    <a:pt x="560057" y="5566366"/>
                  </a:lnTo>
                  <a:lnTo>
                    <a:pt x="560215" y="5566366"/>
                  </a:lnTo>
                  <a:lnTo>
                    <a:pt x="560215" y="5565935"/>
                  </a:lnTo>
                  <a:lnTo>
                    <a:pt x="560373" y="5565935"/>
                  </a:lnTo>
                  <a:lnTo>
                    <a:pt x="560688" y="5565935"/>
                  </a:lnTo>
                  <a:lnTo>
                    <a:pt x="561003" y="5565505"/>
                  </a:lnTo>
                  <a:lnTo>
                    <a:pt x="561003" y="5565074"/>
                  </a:lnTo>
                  <a:lnTo>
                    <a:pt x="561161" y="5565074"/>
                  </a:lnTo>
                  <a:lnTo>
                    <a:pt x="561319" y="5565074"/>
                  </a:lnTo>
                  <a:lnTo>
                    <a:pt x="561319" y="5564643"/>
                  </a:lnTo>
                  <a:lnTo>
                    <a:pt x="561634" y="5564213"/>
                  </a:lnTo>
                  <a:lnTo>
                    <a:pt x="561950" y="5564213"/>
                  </a:lnTo>
                  <a:lnTo>
                    <a:pt x="562107" y="5564213"/>
                  </a:lnTo>
                  <a:lnTo>
                    <a:pt x="562896" y="5564213"/>
                  </a:lnTo>
                  <a:lnTo>
                    <a:pt x="563842" y="5563782"/>
                  </a:lnTo>
                  <a:lnTo>
                    <a:pt x="564000" y="5563782"/>
                  </a:lnTo>
                  <a:lnTo>
                    <a:pt x="564158" y="5563352"/>
                  </a:lnTo>
                  <a:lnTo>
                    <a:pt x="564631" y="5563352"/>
                  </a:lnTo>
                  <a:lnTo>
                    <a:pt x="564789" y="5562921"/>
                  </a:lnTo>
                  <a:lnTo>
                    <a:pt x="564946" y="5562921"/>
                  </a:lnTo>
                  <a:lnTo>
                    <a:pt x="564946" y="5562490"/>
                  </a:lnTo>
                  <a:lnTo>
                    <a:pt x="565577" y="5562490"/>
                  </a:lnTo>
                  <a:lnTo>
                    <a:pt x="566524" y="5561629"/>
                  </a:lnTo>
                  <a:lnTo>
                    <a:pt x="566839" y="5561629"/>
                  </a:lnTo>
                  <a:lnTo>
                    <a:pt x="567154" y="5561629"/>
                  </a:lnTo>
                  <a:lnTo>
                    <a:pt x="567470" y="5561629"/>
                  </a:lnTo>
                  <a:lnTo>
                    <a:pt x="567470" y="5560337"/>
                  </a:lnTo>
                  <a:lnTo>
                    <a:pt x="567785" y="5560337"/>
                  </a:lnTo>
                  <a:lnTo>
                    <a:pt x="568101" y="5559907"/>
                  </a:lnTo>
                  <a:lnTo>
                    <a:pt x="568101" y="5559476"/>
                  </a:lnTo>
                  <a:lnTo>
                    <a:pt x="568258" y="5559476"/>
                  </a:lnTo>
                  <a:lnTo>
                    <a:pt x="568258" y="5559046"/>
                  </a:lnTo>
                  <a:lnTo>
                    <a:pt x="568732" y="5558184"/>
                  </a:lnTo>
                  <a:lnTo>
                    <a:pt x="569205" y="5557754"/>
                  </a:lnTo>
                  <a:lnTo>
                    <a:pt x="569362" y="5557754"/>
                  </a:lnTo>
                  <a:lnTo>
                    <a:pt x="569678" y="5557754"/>
                  </a:lnTo>
                  <a:lnTo>
                    <a:pt x="569993" y="5556893"/>
                  </a:lnTo>
                  <a:lnTo>
                    <a:pt x="570151" y="5556031"/>
                  </a:lnTo>
                  <a:lnTo>
                    <a:pt x="570309" y="5555601"/>
                  </a:lnTo>
                  <a:lnTo>
                    <a:pt x="570309" y="5554740"/>
                  </a:lnTo>
                  <a:lnTo>
                    <a:pt x="570309" y="5554309"/>
                  </a:lnTo>
                  <a:lnTo>
                    <a:pt x="570309" y="5553878"/>
                  </a:lnTo>
                  <a:lnTo>
                    <a:pt x="570624" y="5553878"/>
                  </a:lnTo>
                  <a:lnTo>
                    <a:pt x="570782" y="5553878"/>
                  </a:lnTo>
                  <a:lnTo>
                    <a:pt x="570782" y="5553448"/>
                  </a:lnTo>
                  <a:lnTo>
                    <a:pt x="570940" y="5553017"/>
                  </a:lnTo>
                  <a:lnTo>
                    <a:pt x="571097" y="5553017"/>
                  </a:lnTo>
                  <a:lnTo>
                    <a:pt x="571097" y="5552587"/>
                  </a:lnTo>
                  <a:lnTo>
                    <a:pt x="571255" y="5552156"/>
                  </a:lnTo>
                  <a:lnTo>
                    <a:pt x="571255" y="5551295"/>
                  </a:lnTo>
                  <a:lnTo>
                    <a:pt x="571413" y="5551295"/>
                  </a:lnTo>
                  <a:lnTo>
                    <a:pt x="571728" y="5551295"/>
                  </a:lnTo>
                  <a:lnTo>
                    <a:pt x="571886" y="5551295"/>
                  </a:lnTo>
                  <a:lnTo>
                    <a:pt x="572044" y="5551295"/>
                  </a:lnTo>
                  <a:lnTo>
                    <a:pt x="572359" y="5551295"/>
                  </a:lnTo>
                  <a:lnTo>
                    <a:pt x="572359" y="5550864"/>
                  </a:lnTo>
                  <a:lnTo>
                    <a:pt x="572832" y="5550434"/>
                  </a:lnTo>
                  <a:lnTo>
                    <a:pt x="572990" y="5550003"/>
                  </a:lnTo>
                  <a:lnTo>
                    <a:pt x="572990" y="5549572"/>
                  </a:lnTo>
                  <a:lnTo>
                    <a:pt x="573148" y="5549142"/>
                  </a:lnTo>
                  <a:lnTo>
                    <a:pt x="573305" y="5549142"/>
                  </a:lnTo>
                  <a:lnTo>
                    <a:pt x="573463" y="5549142"/>
                  </a:lnTo>
                  <a:lnTo>
                    <a:pt x="573621" y="5549142"/>
                  </a:lnTo>
                  <a:lnTo>
                    <a:pt x="573936" y="5549142"/>
                  </a:lnTo>
                  <a:lnTo>
                    <a:pt x="575356" y="5548281"/>
                  </a:lnTo>
                  <a:lnTo>
                    <a:pt x="575513" y="5548281"/>
                  </a:lnTo>
                  <a:lnTo>
                    <a:pt x="575513" y="5547419"/>
                  </a:lnTo>
                  <a:lnTo>
                    <a:pt x="575671" y="5547419"/>
                  </a:lnTo>
                  <a:lnTo>
                    <a:pt x="575987" y="5546989"/>
                  </a:lnTo>
                  <a:lnTo>
                    <a:pt x="576144" y="5546558"/>
                  </a:lnTo>
                  <a:lnTo>
                    <a:pt x="576144" y="5546128"/>
                  </a:lnTo>
                  <a:lnTo>
                    <a:pt x="576302" y="5545697"/>
                  </a:lnTo>
                  <a:lnTo>
                    <a:pt x="576460" y="5545697"/>
                  </a:lnTo>
                  <a:lnTo>
                    <a:pt x="576618" y="5545697"/>
                  </a:lnTo>
                  <a:lnTo>
                    <a:pt x="576618" y="5545266"/>
                  </a:lnTo>
                  <a:lnTo>
                    <a:pt x="576933" y="5544836"/>
                  </a:lnTo>
                  <a:lnTo>
                    <a:pt x="577091" y="5544405"/>
                  </a:lnTo>
                  <a:lnTo>
                    <a:pt x="577722" y="5543975"/>
                  </a:lnTo>
                  <a:lnTo>
                    <a:pt x="577879" y="5543975"/>
                  </a:lnTo>
                  <a:lnTo>
                    <a:pt x="578352" y="5543544"/>
                  </a:lnTo>
                  <a:lnTo>
                    <a:pt x="578983" y="5543113"/>
                  </a:lnTo>
                  <a:lnTo>
                    <a:pt x="579141" y="5542683"/>
                  </a:lnTo>
                  <a:lnTo>
                    <a:pt x="579299" y="5542683"/>
                  </a:lnTo>
                  <a:lnTo>
                    <a:pt x="579456" y="5541391"/>
                  </a:lnTo>
                  <a:lnTo>
                    <a:pt x="579456" y="5540960"/>
                  </a:lnTo>
                  <a:lnTo>
                    <a:pt x="579772" y="5540530"/>
                  </a:lnTo>
                  <a:lnTo>
                    <a:pt x="579930" y="5540530"/>
                  </a:lnTo>
                  <a:lnTo>
                    <a:pt x="580087" y="5540099"/>
                  </a:lnTo>
                  <a:lnTo>
                    <a:pt x="580245" y="5540099"/>
                  </a:lnTo>
                  <a:lnTo>
                    <a:pt x="580403" y="5540099"/>
                  </a:lnTo>
                  <a:lnTo>
                    <a:pt x="581034" y="5539669"/>
                  </a:lnTo>
                  <a:lnTo>
                    <a:pt x="581191" y="5539669"/>
                  </a:lnTo>
                  <a:lnTo>
                    <a:pt x="581507" y="5539669"/>
                  </a:lnTo>
                  <a:lnTo>
                    <a:pt x="581822" y="5539669"/>
                  </a:lnTo>
                  <a:lnTo>
                    <a:pt x="581980" y="5539238"/>
                  </a:lnTo>
                  <a:lnTo>
                    <a:pt x="581980" y="5538807"/>
                  </a:lnTo>
                  <a:lnTo>
                    <a:pt x="581980" y="5538377"/>
                  </a:lnTo>
                  <a:lnTo>
                    <a:pt x="582138" y="5538377"/>
                  </a:lnTo>
                  <a:lnTo>
                    <a:pt x="582138" y="5537946"/>
                  </a:lnTo>
                  <a:lnTo>
                    <a:pt x="582295" y="5537516"/>
                  </a:lnTo>
                  <a:lnTo>
                    <a:pt x="582611" y="5537085"/>
                  </a:lnTo>
                  <a:lnTo>
                    <a:pt x="582769" y="5536224"/>
                  </a:lnTo>
                  <a:lnTo>
                    <a:pt x="582769" y="5535793"/>
                  </a:lnTo>
                  <a:lnTo>
                    <a:pt x="582926" y="5535793"/>
                  </a:lnTo>
                  <a:lnTo>
                    <a:pt x="584030" y="5535363"/>
                  </a:lnTo>
                  <a:lnTo>
                    <a:pt x="584346" y="5535363"/>
                  </a:lnTo>
                  <a:lnTo>
                    <a:pt x="584346" y="5534501"/>
                  </a:lnTo>
                  <a:lnTo>
                    <a:pt x="584977" y="5534071"/>
                  </a:lnTo>
                  <a:lnTo>
                    <a:pt x="585134" y="5534071"/>
                  </a:lnTo>
                  <a:lnTo>
                    <a:pt x="585292" y="5534071"/>
                  </a:lnTo>
                  <a:lnTo>
                    <a:pt x="585607" y="5534071"/>
                  </a:lnTo>
                  <a:lnTo>
                    <a:pt x="585923" y="5534071"/>
                  </a:lnTo>
                  <a:lnTo>
                    <a:pt x="586711" y="5533640"/>
                  </a:lnTo>
                  <a:lnTo>
                    <a:pt x="586869" y="5533640"/>
                  </a:lnTo>
                  <a:lnTo>
                    <a:pt x="587027" y="5533640"/>
                  </a:lnTo>
                  <a:lnTo>
                    <a:pt x="587185" y="5533640"/>
                  </a:lnTo>
                  <a:lnTo>
                    <a:pt x="587342" y="5533640"/>
                  </a:lnTo>
                  <a:lnTo>
                    <a:pt x="587658" y="5533210"/>
                  </a:lnTo>
                  <a:lnTo>
                    <a:pt x="587658" y="5532779"/>
                  </a:lnTo>
                  <a:lnTo>
                    <a:pt x="587816" y="5532348"/>
                  </a:lnTo>
                  <a:lnTo>
                    <a:pt x="587973" y="5532348"/>
                  </a:lnTo>
                  <a:lnTo>
                    <a:pt x="588131" y="5532348"/>
                  </a:lnTo>
                  <a:lnTo>
                    <a:pt x="588289" y="5532348"/>
                  </a:lnTo>
                  <a:lnTo>
                    <a:pt x="588289" y="5531918"/>
                  </a:lnTo>
                  <a:lnTo>
                    <a:pt x="588289" y="5531487"/>
                  </a:lnTo>
                  <a:lnTo>
                    <a:pt x="588920" y="5531487"/>
                  </a:lnTo>
                  <a:lnTo>
                    <a:pt x="589077" y="5531487"/>
                  </a:lnTo>
                  <a:lnTo>
                    <a:pt x="589393" y="5531487"/>
                  </a:lnTo>
                  <a:lnTo>
                    <a:pt x="589550" y="5531487"/>
                  </a:lnTo>
                  <a:lnTo>
                    <a:pt x="589708" y="5530626"/>
                  </a:lnTo>
                  <a:lnTo>
                    <a:pt x="590024" y="5530626"/>
                  </a:lnTo>
                  <a:lnTo>
                    <a:pt x="590181" y="5530195"/>
                  </a:lnTo>
                  <a:lnTo>
                    <a:pt x="590339" y="5530195"/>
                  </a:lnTo>
                  <a:lnTo>
                    <a:pt x="590339" y="5529765"/>
                  </a:lnTo>
                  <a:lnTo>
                    <a:pt x="590497" y="5529765"/>
                  </a:lnTo>
                  <a:lnTo>
                    <a:pt x="590654" y="5529765"/>
                  </a:lnTo>
                  <a:lnTo>
                    <a:pt x="590812" y="5529765"/>
                  </a:lnTo>
                  <a:lnTo>
                    <a:pt x="591128" y="5529334"/>
                  </a:lnTo>
                  <a:lnTo>
                    <a:pt x="591128" y="5528473"/>
                  </a:lnTo>
                  <a:lnTo>
                    <a:pt x="591758" y="5528473"/>
                  </a:lnTo>
                  <a:lnTo>
                    <a:pt x="592232" y="5528473"/>
                  </a:lnTo>
                  <a:lnTo>
                    <a:pt x="592389" y="5528473"/>
                  </a:lnTo>
                  <a:lnTo>
                    <a:pt x="592389" y="5527181"/>
                  </a:lnTo>
                  <a:lnTo>
                    <a:pt x="592389" y="5526751"/>
                  </a:lnTo>
                  <a:lnTo>
                    <a:pt x="592389" y="5526320"/>
                  </a:lnTo>
                  <a:lnTo>
                    <a:pt x="592547" y="5525889"/>
                  </a:lnTo>
                  <a:lnTo>
                    <a:pt x="592705" y="5525889"/>
                  </a:lnTo>
                  <a:lnTo>
                    <a:pt x="592863" y="5525889"/>
                  </a:lnTo>
                  <a:lnTo>
                    <a:pt x="593020" y="5525889"/>
                  </a:lnTo>
                  <a:lnTo>
                    <a:pt x="593178" y="5525889"/>
                  </a:lnTo>
                  <a:lnTo>
                    <a:pt x="593651" y="5525028"/>
                  </a:lnTo>
                  <a:lnTo>
                    <a:pt x="593809" y="5525028"/>
                  </a:lnTo>
                  <a:lnTo>
                    <a:pt x="594282" y="5524598"/>
                  </a:lnTo>
                  <a:lnTo>
                    <a:pt x="594440" y="5524598"/>
                  </a:lnTo>
                  <a:lnTo>
                    <a:pt x="594440" y="5522445"/>
                  </a:lnTo>
                  <a:lnTo>
                    <a:pt x="594440" y="5522014"/>
                  </a:lnTo>
                  <a:lnTo>
                    <a:pt x="594597" y="5522014"/>
                  </a:lnTo>
                  <a:lnTo>
                    <a:pt x="594755" y="5521583"/>
                  </a:lnTo>
                  <a:lnTo>
                    <a:pt x="594755" y="5521153"/>
                  </a:lnTo>
                  <a:lnTo>
                    <a:pt x="595071" y="5520722"/>
                  </a:lnTo>
                  <a:lnTo>
                    <a:pt x="595544" y="5519861"/>
                  </a:lnTo>
                  <a:lnTo>
                    <a:pt x="595859" y="5519861"/>
                  </a:lnTo>
                  <a:lnTo>
                    <a:pt x="596017" y="5519000"/>
                  </a:lnTo>
                  <a:lnTo>
                    <a:pt x="596017" y="5518569"/>
                  </a:lnTo>
                  <a:lnTo>
                    <a:pt x="596648" y="5517277"/>
                  </a:lnTo>
                  <a:lnTo>
                    <a:pt x="596805" y="5517277"/>
                  </a:lnTo>
                  <a:lnTo>
                    <a:pt x="597121" y="5517277"/>
                  </a:lnTo>
                  <a:lnTo>
                    <a:pt x="597594" y="5515986"/>
                  </a:lnTo>
                  <a:lnTo>
                    <a:pt x="597752" y="5515555"/>
                  </a:lnTo>
                  <a:lnTo>
                    <a:pt x="597909" y="5515555"/>
                  </a:lnTo>
                  <a:lnTo>
                    <a:pt x="598067" y="5515124"/>
                  </a:lnTo>
                  <a:lnTo>
                    <a:pt x="598383" y="5515124"/>
                  </a:lnTo>
                  <a:lnTo>
                    <a:pt x="598383" y="5514694"/>
                  </a:lnTo>
                  <a:lnTo>
                    <a:pt x="598540" y="5514694"/>
                  </a:lnTo>
                  <a:lnTo>
                    <a:pt x="598698" y="5514694"/>
                  </a:lnTo>
                  <a:lnTo>
                    <a:pt x="598856" y="5514694"/>
                  </a:lnTo>
                  <a:lnTo>
                    <a:pt x="599014" y="5514694"/>
                  </a:lnTo>
                  <a:lnTo>
                    <a:pt x="599329" y="5514694"/>
                  </a:lnTo>
                  <a:lnTo>
                    <a:pt x="599644" y="5514694"/>
                  </a:lnTo>
                  <a:lnTo>
                    <a:pt x="599802" y="5513833"/>
                  </a:lnTo>
                  <a:lnTo>
                    <a:pt x="599802" y="5513402"/>
                  </a:lnTo>
                  <a:lnTo>
                    <a:pt x="600275" y="5513402"/>
                  </a:lnTo>
                  <a:lnTo>
                    <a:pt x="600275" y="5512971"/>
                  </a:lnTo>
                  <a:lnTo>
                    <a:pt x="600433" y="5512971"/>
                  </a:lnTo>
                  <a:lnTo>
                    <a:pt x="600591" y="5512110"/>
                  </a:lnTo>
                  <a:lnTo>
                    <a:pt x="601064" y="5510818"/>
                  </a:lnTo>
                  <a:lnTo>
                    <a:pt x="601064" y="5510388"/>
                  </a:lnTo>
                  <a:lnTo>
                    <a:pt x="601222" y="5510388"/>
                  </a:lnTo>
                  <a:lnTo>
                    <a:pt x="601695" y="5510388"/>
                  </a:lnTo>
                  <a:lnTo>
                    <a:pt x="602010" y="5509096"/>
                  </a:lnTo>
                  <a:lnTo>
                    <a:pt x="602326" y="5509096"/>
                  </a:lnTo>
                  <a:lnTo>
                    <a:pt x="602483" y="5508665"/>
                  </a:lnTo>
                  <a:lnTo>
                    <a:pt x="602799" y="5508665"/>
                  </a:lnTo>
                  <a:lnTo>
                    <a:pt x="602799" y="5507804"/>
                  </a:lnTo>
                  <a:lnTo>
                    <a:pt x="603430" y="5507804"/>
                  </a:lnTo>
                  <a:lnTo>
                    <a:pt x="603587" y="5507804"/>
                  </a:lnTo>
                  <a:lnTo>
                    <a:pt x="604218" y="5507804"/>
                  </a:lnTo>
                  <a:lnTo>
                    <a:pt x="604849" y="5507804"/>
                  </a:lnTo>
                  <a:lnTo>
                    <a:pt x="605165" y="5507374"/>
                  </a:lnTo>
                  <a:lnTo>
                    <a:pt x="605322" y="5507374"/>
                  </a:lnTo>
                  <a:lnTo>
                    <a:pt x="605480" y="5506943"/>
                  </a:lnTo>
                  <a:lnTo>
                    <a:pt x="605638" y="5506512"/>
                  </a:lnTo>
                  <a:lnTo>
                    <a:pt x="605795" y="5506082"/>
                  </a:lnTo>
                  <a:lnTo>
                    <a:pt x="605953" y="5506082"/>
                  </a:lnTo>
                  <a:lnTo>
                    <a:pt x="606111" y="5505221"/>
                  </a:lnTo>
                  <a:lnTo>
                    <a:pt x="606426" y="5505221"/>
                  </a:lnTo>
                  <a:lnTo>
                    <a:pt x="606426" y="5504790"/>
                  </a:lnTo>
                  <a:lnTo>
                    <a:pt x="606584" y="5504790"/>
                  </a:lnTo>
                  <a:lnTo>
                    <a:pt x="606584" y="5504359"/>
                  </a:lnTo>
                  <a:lnTo>
                    <a:pt x="606584" y="5503929"/>
                  </a:lnTo>
                  <a:lnTo>
                    <a:pt x="606742" y="5503068"/>
                  </a:lnTo>
                  <a:lnTo>
                    <a:pt x="607215" y="5502637"/>
                  </a:lnTo>
                  <a:lnTo>
                    <a:pt x="607215" y="5502206"/>
                  </a:lnTo>
                  <a:lnTo>
                    <a:pt x="607215" y="5500484"/>
                  </a:lnTo>
                  <a:lnTo>
                    <a:pt x="607530" y="5500484"/>
                  </a:lnTo>
                  <a:lnTo>
                    <a:pt x="608319" y="5500053"/>
                  </a:lnTo>
                  <a:lnTo>
                    <a:pt x="608319" y="5499623"/>
                  </a:lnTo>
                  <a:lnTo>
                    <a:pt x="608477" y="5499623"/>
                  </a:lnTo>
                  <a:lnTo>
                    <a:pt x="608950" y="5499623"/>
                  </a:lnTo>
                  <a:lnTo>
                    <a:pt x="609107" y="5499623"/>
                  </a:lnTo>
                  <a:lnTo>
                    <a:pt x="609423" y="5499192"/>
                  </a:lnTo>
                  <a:lnTo>
                    <a:pt x="609738" y="5499192"/>
                  </a:lnTo>
                  <a:lnTo>
                    <a:pt x="610212" y="5499192"/>
                  </a:lnTo>
                  <a:lnTo>
                    <a:pt x="610685" y="5499192"/>
                  </a:lnTo>
                  <a:lnTo>
                    <a:pt x="611316" y="5499192"/>
                  </a:lnTo>
                  <a:lnTo>
                    <a:pt x="611473" y="5499192"/>
                  </a:lnTo>
                  <a:lnTo>
                    <a:pt x="611631" y="5499192"/>
                  </a:lnTo>
                  <a:lnTo>
                    <a:pt x="612104" y="5499192"/>
                  </a:lnTo>
                  <a:lnTo>
                    <a:pt x="612104" y="5498762"/>
                  </a:lnTo>
                  <a:lnTo>
                    <a:pt x="612262" y="5497900"/>
                  </a:lnTo>
                  <a:lnTo>
                    <a:pt x="612420" y="5497900"/>
                  </a:lnTo>
                  <a:lnTo>
                    <a:pt x="612577" y="5497900"/>
                  </a:lnTo>
                  <a:lnTo>
                    <a:pt x="612893" y="5497039"/>
                  </a:lnTo>
                  <a:lnTo>
                    <a:pt x="612893" y="5496609"/>
                  </a:lnTo>
                  <a:lnTo>
                    <a:pt x="612893" y="5496178"/>
                  </a:lnTo>
                  <a:lnTo>
                    <a:pt x="613050" y="5496178"/>
                  </a:lnTo>
                  <a:lnTo>
                    <a:pt x="613050" y="5495747"/>
                  </a:lnTo>
                  <a:lnTo>
                    <a:pt x="613366" y="5495747"/>
                  </a:lnTo>
                  <a:lnTo>
                    <a:pt x="613524" y="5495747"/>
                  </a:lnTo>
                  <a:lnTo>
                    <a:pt x="613839" y="5495317"/>
                  </a:lnTo>
                  <a:lnTo>
                    <a:pt x="613997" y="5494886"/>
                  </a:lnTo>
                  <a:lnTo>
                    <a:pt x="614470" y="5494886"/>
                  </a:lnTo>
                  <a:lnTo>
                    <a:pt x="614628" y="5494025"/>
                  </a:lnTo>
                  <a:lnTo>
                    <a:pt x="614785" y="5493594"/>
                  </a:lnTo>
                  <a:lnTo>
                    <a:pt x="614943" y="5493594"/>
                  </a:lnTo>
                  <a:lnTo>
                    <a:pt x="615101" y="5493594"/>
                  </a:lnTo>
                  <a:lnTo>
                    <a:pt x="615259" y="5493594"/>
                  </a:lnTo>
                  <a:lnTo>
                    <a:pt x="615416" y="5493594"/>
                  </a:lnTo>
                  <a:lnTo>
                    <a:pt x="615889" y="5492733"/>
                  </a:lnTo>
                  <a:lnTo>
                    <a:pt x="616205" y="5492303"/>
                  </a:lnTo>
                  <a:lnTo>
                    <a:pt x="616363" y="5491872"/>
                  </a:lnTo>
                  <a:lnTo>
                    <a:pt x="616678" y="5491872"/>
                  </a:lnTo>
                  <a:lnTo>
                    <a:pt x="616993" y="5491872"/>
                  </a:lnTo>
                  <a:lnTo>
                    <a:pt x="617309" y="5491872"/>
                  </a:lnTo>
                  <a:lnTo>
                    <a:pt x="617467" y="5491872"/>
                  </a:lnTo>
                  <a:lnTo>
                    <a:pt x="617624" y="5491872"/>
                  </a:lnTo>
                  <a:lnTo>
                    <a:pt x="617782" y="5491872"/>
                  </a:lnTo>
                  <a:lnTo>
                    <a:pt x="617782" y="5491441"/>
                  </a:lnTo>
                  <a:lnTo>
                    <a:pt x="617782" y="5490580"/>
                  </a:lnTo>
                  <a:lnTo>
                    <a:pt x="617940" y="5490580"/>
                  </a:lnTo>
                  <a:lnTo>
                    <a:pt x="618097" y="5490150"/>
                  </a:lnTo>
                  <a:lnTo>
                    <a:pt x="618413" y="5489719"/>
                  </a:lnTo>
                  <a:lnTo>
                    <a:pt x="618413" y="5489288"/>
                  </a:lnTo>
                  <a:lnTo>
                    <a:pt x="619201" y="5487997"/>
                  </a:lnTo>
                  <a:lnTo>
                    <a:pt x="619517" y="5487135"/>
                  </a:lnTo>
                  <a:lnTo>
                    <a:pt x="619990" y="5487135"/>
                  </a:lnTo>
                  <a:lnTo>
                    <a:pt x="620305" y="5487135"/>
                  </a:lnTo>
                  <a:lnTo>
                    <a:pt x="620463" y="5486705"/>
                  </a:lnTo>
                  <a:lnTo>
                    <a:pt x="620463" y="5485413"/>
                  </a:lnTo>
                  <a:lnTo>
                    <a:pt x="620621" y="5485413"/>
                  </a:lnTo>
                  <a:lnTo>
                    <a:pt x="620779" y="5485413"/>
                  </a:lnTo>
                  <a:lnTo>
                    <a:pt x="620779" y="5484982"/>
                  </a:lnTo>
                  <a:lnTo>
                    <a:pt x="620779" y="5484121"/>
                  </a:lnTo>
                  <a:lnTo>
                    <a:pt x="620779" y="5483691"/>
                  </a:lnTo>
                  <a:lnTo>
                    <a:pt x="621094" y="5483260"/>
                  </a:lnTo>
                  <a:lnTo>
                    <a:pt x="621252" y="5482829"/>
                  </a:lnTo>
                  <a:lnTo>
                    <a:pt x="621567" y="5482829"/>
                  </a:lnTo>
                  <a:lnTo>
                    <a:pt x="621725" y="5482399"/>
                  </a:lnTo>
                  <a:lnTo>
                    <a:pt x="621725" y="5481538"/>
                  </a:lnTo>
                  <a:lnTo>
                    <a:pt x="621883" y="5481538"/>
                  </a:lnTo>
                  <a:lnTo>
                    <a:pt x="621883" y="5481107"/>
                  </a:lnTo>
                  <a:lnTo>
                    <a:pt x="622198" y="5480246"/>
                  </a:lnTo>
                  <a:lnTo>
                    <a:pt x="622198" y="5479815"/>
                  </a:lnTo>
                  <a:lnTo>
                    <a:pt x="622356" y="5479385"/>
                  </a:lnTo>
                  <a:lnTo>
                    <a:pt x="622514" y="5479385"/>
                  </a:lnTo>
                  <a:lnTo>
                    <a:pt x="622671" y="5478954"/>
                  </a:lnTo>
                  <a:lnTo>
                    <a:pt x="622829" y="5478954"/>
                  </a:lnTo>
                  <a:lnTo>
                    <a:pt x="622829" y="5478523"/>
                  </a:lnTo>
                  <a:lnTo>
                    <a:pt x="622987" y="5478523"/>
                  </a:lnTo>
                  <a:lnTo>
                    <a:pt x="623302" y="5478093"/>
                  </a:lnTo>
                  <a:lnTo>
                    <a:pt x="623460" y="5477662"/>
                  </a:lnTo>
                  <a:lnTo>
                    <a:pt x="623460" y="5477232"/>
                  </a:lnTo>
                  <a:lnTo>
                    <a:pt x="623618" y="5477232"/>
                  </a:lnTo>
                  <a:lnTo>
                    <a:pt x="623775" y="5477232"/>
                  </a:lnTo>
                  <a:lnTo>
                    <a:pt x="623775" y="5476801"/>
                  </a:lnTo>
                  <a:lnTo>
                    <a:pt x="623775" y="5476370"/>
                  </a:lnTo>
                  <a:lnTo>
                    <a:pt x="624406" y="5476370"/>
                  </a:lnTo>
                  <a:lnTo>
                    <a:pt x="624722" y="5476370"/>
                  </a:lnTo>
                  <a:lnTo>
                    <a:pt x="624879" y="5476370"/>
                  </a:lnTo>
                  <a:lnTo>
                    <a:pt x="625037" y="5475940"/>
                  </a:lnTo>
                  <a:lnTo>
                    <a:pt x="625195" y="5475940"/>
                  </a:lnTo>
                  <a:lnTo>
                    <a:pt x="625195" y="5475509"/>
                  </a:lnTo>
                  <a:lnTo>
                    <a:pt x="625510" y="5475509"/>
                  </a:lnTo>
                  <a:lnTo>
                    <a:pt x="625668" y="5474648"/>
                  </a:lnTo>
                  <a:lnTo>
                    <a:pt x="625983" y="5474217"/>
                  </a:lnTo>
                  <a:lnTo>
                    <a:pt x="625983" y="5473356"/>
                  </a:lnTo>
                  <a:lnTo>
                    <a:pt x="626614" y="5472926"/>
                  </a:lnTo>
                  <a:lnTo>
                    <a:pt x="626614" y="5472064"/>
                  </a:lnTo>
                  <a:lnTo>
                    <a:pt x="626772" y="5471634"/>
                  </a:lnTo>
                  <a:lnTo>
                    <a:pt x="627087" y="5471203"/>
                  </a:lnTo>
                  <a:lnTo>
                    <a:pt x="627718" y="5471203"/>
                  </a:lnTo>
                  <a:lnTo>
                    <a:pt x="628349" y="5471203"/>
                  </a:lnTo>
                  <a:lnTo>
                    <a:pt x="628665" y="5471203"/>
                  </a:lnTo>
                  <a:lnTo>
                    <a:pt x="628665" y="5470342"/>
                  </a:lnTo>
                  <a:lnTo>
                    <a:pt x="628665" y="5469481"/>
                  </a:lnTo>
                  <a:lnTo>
                    <a:pt x="628822" y="5469481"/>
                  </a:lnTo>
                  <a:lnTo>
                    <a:pt x="629138" y="5469050"/>
                  </a:lnTo>
                  <a:lnTo>
                    <a:pt x="629453" y="5468189"/>
                  </a:lnTo>
                  <a:lnTo>
                    <a:pt x="629611" y="5468189"/>
                  </a:lnTo>
                  <a:lnTo>
                    <a:pt x="629611" y="5467758"/>
                  </a:lnTo>
                  <a:lnTo>
                    <a:pt x="629611" y="5467328"/>
                  </a:lnTo>
                  <a:lnTo>
                    <a:pt x="629611" y="5466897"/>
                  </a:lnTo>
                  <a:lnTo>
                    <a:pt x="629769" y="5466467"/>
                  </a:lnTo>
                  <a:lnTo>
                    <a:pt x="630084" y="5466467"/>
                  </a:lnTo>
                  <a:lnTo>
                    <a:pt x="630557" y="5466036"/>
                  </a:lnTo>
                  <a:lnTo>
                    <a:pt x="630873" y="5466036"/>
                  </a:lnTo>
                  <a:lnTo>
                    <a:pt x="631188" y="5465175"/>
                  </a:lnTo>
                  <a:lnTo>
                    <a:pt x="631346" y="5465175"/>
                  </a:lnTo>
                  <a:lnTo>
                    <a:pt x="631503" y="5464744"/>
                  </a:lnTo>
                  <a:lnTo>
                    <a:pt x="631503" y="5464314"/>
                  </a:lnTo>
                  <a:lnTo>
                    <a:pt x="631661" y="5463883"/>
                  </a:lnTo>
                  <a:lnTo>
                    <a:pt x="631977" y="5463883"/>
                  </a:lnTo>
                  <a:lnTo>
                    <a:pt x="632292" y="5463452"/>
                  </a:lnTo>
                  <a:lnTo>
                    <a:pt x="632450" y="5463022"/>
                  </a:lnTo>
                  <a:lnTo>
                    <a:pt x="632765" y="5462591"/>
                  </a:lnTo>
                  <a:lnTo>
                    <a:pt x="632923" y="5462591"/>
                  </a:lnTo>
                  <a:lnTo>
                    <a:pt x="633081" y="5462591"/>
                  </a:lnTo>
                  <a:lnTo>
                    <a:pt x="633238" y="5461730"/>
                  </a:lnTo>
                  <a:lnTo>
                    <a:pt x="633396" y="5461730"/>
                  </a:lnTo>
                  <a:lnTo>
                    <a:pt x="633712" y="5461299"/>
                  </a:lnTo>
                  <a:lnTo>
                    <a:pt x="633712" y="5460869"/>
                  </a:lnTo>
                  <a:lnTo>
                    <a:pt x="633712" y="5460438"/>
                  </a:lnTo>
                  <a:lnTo>
                    <a:pt x="633712" y="5460008"/>
                  </a:lnTo>
                  <a:lnTo>
                    <a:pt x="633712" y="5459146"/>
                  </a:lnTo>
                  <a:lnTo>
                    <a:pt x="633869" y="5458716"/>
                  </a:lnTo>
                  <a:lnTo>
                    <a:pt x="634027" y="5458285"/>
                  </a:lnTo>
                  <a:lnTo>
                    <a:pt x="634342" y="5458285"/>
                  </a:lnTo>
                  <a:lnTo>
                    <a:pt x="634500" y="5458285"/>
                  </a:lnTo>
                  <a:lnTo>
                    <a:pt x="634658" y="5457855"/>
                  </a:lnTo>
                  <a:lnTo>
                    <a:pt x="634816" y="5457424"/>
                  </a:lnTo>
                  <a:lnTo>
                    <a:pt x="635131" y="5456993"/>
                  </a:lnTo>
                  <a:lnTo>
                    <a:pt x="635604" y="5456993"/>
                  </a:lnTo>
                  <a:lnTo>
                    <a:pt x="635762" y="5456993"/>
                  </a:lnTo>
                  <a:lnTo>
                    <a:pt x="636708" y="5456993"/>
                  </a:lnTo>
                  <a:lnTo>
                    <a:pt x="637024" y="5456563"/>
                  </a:lnTo>
                  <a:lnTo>
                    <a:pt x="637654" y="5455702"/>
                  </a:lnTo>
                  <a:lnTo>
                    <a:pt x="637812" y="5455271"/>
                  </a:lnTo>
                  <a:lnTo>
                    <a:pt x="638285" y="5455271"/>
                  </a:lnTo>
                  <a:lnTo>
                    <a:pt x="638285" y="5454840"/>
                  </a:lnTo>
                  <a:lnTo>
                    <a:pt x="638443" y="5454840"/>
                  </a:lnTo>
                  <a:lnTo>
                    <a:pt x="638759" y="5454410"/>
                  </a:lnTo>
                  <a:lnTo>
                    <a:pt x="639705" y="5453979"/>
                  </a:lnTo>
                  <a:lnTo>
                    <a:pt x="639705" y="5453549"/>
                  </a:lnTo>
                  <a:lnTo>
                    <a:pt x="640020" y="5453118"/>
                  </a:lnTo>
                  <a:lnTo>
                    <a:pt x="640178" y="5451826"/>
                  </a:lnTo>
                  <a:lnTo>
                    <a:pt x="640651" y="5451396"/>
                  </a:lnTo>
                  <a:lnTo>
                    <a:pt x="640809" y="5451396"/>
                  </a:lnTo>
                  <a:lnTo>
                    <a:pt x="641124" y="5451396"/>
                  </a:lnTo>
                  <a:lnTo>
                    <a:pt x="641282" y="5451396"/>
                  </a:lnTo>
                  <a:lnTo>
                    <a:pt x="641440" y="5450965"/>
                  </a:lnTo>
                  <a:lnTo>
                    <a:pt x="642071" y="5450534"/>
                  </a:lnTo>
                  <a:lnTo>
                    <a:pt x="642071" y="5450104"/>
                  </a:lnTo>
                  <a:lnTo>
                    <a:pt x="642228" y="5450104"/>
                  </a:lnTo>
                  <a:lnTo>
                    <a:pt x="642386" y="5450104"/>
                  </a:lnTo>
                  <a:lnTo>
                    <a:pt x="642701" y="5449673"/>
                  </a:lnTo>
                  <a:lnTo>
                    <a:pt x="642701" y="5449243"/>
                  </a:lnTo>
                  <a:lnTo>
                    <a:pt x="643806" y="5447090"/>
                  </a:lnTo>
                  <a:lnTo>
                    <a:pt x="643963" y="5447090"/>
                  </a:lnTo>
                  <a:lnTo>
                    <a:pt x="644121" y="5447090"/>
                  </a:lnTo>
                  <a:lnTo>
                    <a:pt x="644436" y="5447090"/>
                  </a:lnTo>
                  <a:lnTo>
                    <a:pt x="644594" y="5447090"/>
                  </a:lnTo>
                  <a:lnTo>
                    <a:pt x="644752" y="5447090"/>
                  </a:lnTo>
                  <a:lnTo>
                    <a:pt x="644910" y="5447090"/>
                  </a:lnTo>
                  <a:lnTo>
                    <a:pt x="645067" y="5447090"/>
                  </a:lnTo>
                  <a:lnTo>
                    <a:pt x="645225" y="5447090"/>
                  </a:lnTo>
                  <a:lnTo>
                    <a:pt x="645383" y="5447090"/>
                  </a:lnTo>
                  <a:lnTo>
                    <a:pt x="645540" y="5447090"/>
                  </a:lnTo>
                  <a:lnTo>
                    <a:pt x="646014" y="5447090"/>
                  </a:lnTo>
                  <a:lnTo>
                    <a:pt x="646171" y="5447090"/>
                  </a:lnTo>
                  <a:lnTo>
                    <a:pt x="646329" y="5447090"/>
                  </a:lnTo>
                  <a:lnTo>
                    <a:pt x="646644" y="5446228"/>
                  </a:lnTo>
                  <a:lnTo>
                    <a:pt x="646802" y="5445798"/>
                  </a:lnTo>
                  <a:lnTo>
                    <a:pt x="646802" y="5445367"/>
                  </a:lnTo>
                  <a:lnTo>
                    <a:pt x="646802" y="5444506"/>
                  </a:lnTo>
                  <a:lnTo>
                    <a:pt x="647275" y="5444506"/>
                  </a:lnTo>
                  <a:lnTo>
                    <a:pt x="647275" y="5444075"/>
                  </a:lnTo>
                  <a:lnTo>
                    <a:pt x="647906" y="5443645"/>
                  </a:lnTo>
                  <a:lnTo>
                    <a:pt x="648222" y="5443645"/>
                  </a:lnTo>
                  <a:lnTo>
                    <a:pt x="648379" y="5443645"/>
                  </a:lnTo>
                  <a:lnTo>
                    <a:pt x="649168" y="5443214"/>
                  </a:lnTo>
                  <a:lnTo>
                    <a:pt x="649483" y="5443214"/>
                  </a:lnTo>
                  <a:lnTo>
                    <a:pt x="649641" y="5443214"/>
                  </a:lnTo>
                  <a:lnTo>
                    <a:pt x="649799" y="5442784"/>
                  </a:lnTo>
                  <a:lnTo>
                    <a:pt x="649957" y="5442353"/>
                  </a:lnTo>
                  <a:lnTo>
                    <a:pt x="650272" y="5442353"/>
                  </a:lnTo>
                  <a:lnTo>
                    <a:pt x="650430" y="5442353"/>
                  </a:lnTo>
                  <a:lnTo>
                    <a:pt x="650587" y="5441922"/>
                  </a:lnTo>
                  <a:lnTo>
                    <a:pt x="650587" y="5441061"/>
                  </a:lnTo>
                  <a:lnTo>
                    <a:pt x="650903" y="5440631"/>
                  </a:lnTo>
                  <a:lnTo>
                    <a:pt x="651061" y="5440631"/>
                  </a:lnTo>
                  <a:lnTo>
                    <a:pt x="651061" y="5440200"/>
                  </a:lnTo>
                  <a:lnTo>
                    <a:pt x="651061" y="5439769"/>
                  </a:lnTo>
                  <a:lnTo>
                    <a:pt x="651218" y="5439769"/>
                  </a:lnTo>
                  <a:lnTo>
                    <a:pt x="651376" y="5438908"/>
                  </a:lnTo>
                  <a:lnTo>
                    <a:pt x="651691" y="5438908"/>
                  </a:lnTo>
                  <a:lnTo>
                    <a:pt x="651849" y="5438908"/>
                  </a:lnTo>
                  <a:lnTo>
                    <a:pt x="651849" y="5438478"/>
                  </a:lnTo>
                  <a:lnTo>
                    <a:pt x="652165" y="5438047"/>
                  </a:lnTo>
                  <a:lnTo>
                    <a:pt x="652322" y="5438047"/>
                  </a:lnTo>
                  <a:lnTo>
                    <a:pt x="652953" y="5437616"/>
                  </a:lnTo>
                  <a:lnTo>
                    <a:pt x="653111" y="5437616"/>
                  </a:lnTo>
                  <a:lnTo>
                    <a:pt x="653269" y="5437186"/>
                  </a:lnTo>
                  <a:lnTo>
                    <a:pt x="653584" y="5437186"/>
                  </a:lnTo>
                  <a:lnTo>
                    <a:pt x="653899" y="5437186"/>
                  </a:lnTo>
                  <a:lnTo>
                    <a:pt x="654373" y="5436755"/>
                  </a:lnTo>
                  <a:lnTo>
                    <a:pt x="654530" y="5436755"/>
                  </a:lnTo>
                  <a:lnTo>
                    <a:pt x="654530" y="5436325"/>
                  </a:lnTo>
                  <a:lnTo>
                    <a:pt x="654846" y="5436325"/>
                  </a:lnTo>
                  <a:lnTo>
                    <a:pt x="655319" y="5435894"/>
                  </a:lnTo>
                  <a:lnTo>
                    <a:pt x="655634" y="5435463"/>
                  </a:lnTo>
                  <a:lnTo>
                    <a:pt x="656108" y="5435033"/>
                  </a:lnTo>
                  <a:lnTo>
                    <a:pt x="656108" y="5434602"/>
                  </a:lnTo>
                  <a:lnTo>
                    <a:pt x="656581" y="5434172"/>
                  </a:lnTo>
                  <a:lnTo>
                    <a:pt x="656581" y="5433741"/>
                  </a:lnTo>
                  <a:lnTo>
                    <a:pt x="656896" y="5432880"/>
                  </a:lnTo>
                  <a:lnTo>
                    <a:pt x="656896" y="5432449"/>
                  </a:lnTo>
                  <a:lnTo>
                    <a:pt x="657054" y="5432449"/>
                  </a:lnTo>
                  <a:lnTo>
                    <a:pt x="657212" y="5432449"/>
                  </a:lnTo>
                  <a:lnTo>
                    <a:pt x="657369" y="5432019"/>
                  </a:lnTo>
                  <a:lnTo>
                    <a:pt x="657369" y="5431157"/>
                  </a:lnTo>
                  <a:lnTo>
                    <a:pt x="657369" y="5430727"/>
                  </a:lnTo>
                  <a:lnTo>
                    <a:pt x="657685" y="5430727"/>
                  </a:lnTo>
                  <a:lnTo>
                    <a:pt x="657842" y="5430727"/>
                  </a:lnTo>
                  <a:lnTo>
                    <a:pt x="657842" y="5430296"/>
                  </a:lnTo>
                  <a:lnTo>
                    <a:pt x="658316" y="5429004"/>
                  </a:lnTo>
                  <a:lnTo>
                    <a:pt x="658316" y="5428574"/>
                  </a:lnTo>
                  <a:lnTo>
                    <a:pt x="658789" y="5427282"/>
                  </a:lnTo>
                  <a:lnTo>
                    <a:pt x="659262" y="5425990"/>
                  </a:lnTo>
                  <a:lnTo>
                    <a:pt x="659262" y="5425560"/>
                  </a:lnTo>
                  <a:lnTo>
                    <a:pt x="659420" y="5425560"/>
                  </a:lnTo>
                  <a:lnTo>
                    <a:pt x="659735" y="5425560"/>
                  </a:lnTo>
                  <a:lnTo>
                    <a:pt x="660050" y="5424698"/>
                  </a:lnTo>
                  <a:lnTo>
                    <a:pt x="660366" y="5424698"/>
                  </a:lnTo>
                  <a:lnTo>
                    <a:pt x="660997" y="5424698"/>
                  </a:lnTo>
                  <a:lnTo>
                    <a:pt x="661155" y="5424698"/>
                  </a:lnTo>
                  <a:lnTo>
                    <a:pt x="661155" y="5424268"/>
                  </a:lnTo>
                  <a:lnTo>
                    <a:pt x="661312" y="5424268"/>
                  </a:lnTo>
                  <a:lnTo>
                    <a:pt x="661470" y="5424268"/>
                  </a:lnTo>
                  <a:lnTo>
                    <a:pt x="661628" y="5424268"/>
                  </a:lnTo>
                  <a:lnTo>
                    <a:pt x="661628" y="5423837"/>
                  </a:lnTo>
                  <a:lnTo>
                    <a:pt x="661785" y="5423837"/>
                  </a:lnTo>
                  <a:lnTo>
                    <a:pt x="662101" y="5423837"/>
                  </a:lnTo>
                  <a:lnTo>
                    <a:pt x="662416" y="5422976"/>
                  </a:lnTo>
                  <a:lnTo>
                    <a:pt x="662574" y="5422115"/>
                  </a:lnTo>
                  <a:lnTo>
                    <a:pt x="662889" y="5421254"/>
                  </a:lnTo>
                  <a:lnTo>
                    <a:pt x="663205" y="5421254"/>
                  </a:lnTo>
                  <a:lnTo>
                    <a:pt x="663678" y="5421254"/>
                  </a:lnTo>
                  <a:lnTo>
                    <a:pt x="663678" y="5420823"/>
                  </a:lnTo>
                  <a:lnTo>
                    <a:pt x="663678" y="5420392"/>
                  </a:lnTo>
                  <a:lnTo>
                    <a:pt x="663836" y="5419962"/>
                  </a:lnTo>
                  <a:lnTo>
                    <a:pt x="663836" y="5419531"/>
                  </a:lnTo>
                  <a:lnTo>
                    <a:pt x="663836" y="5419101"/>
                  </a:lnTo>
                  <a:lnTo>
                    <a:pt x="663993" y="5419101"/>
                  </a:lnTo>
                  <a:lnTo>
                    <a:pt x="664309" y="5419101"/>
                  </a:lnTo>
                  <a:lnTo>
                    <a:pt x="664467" y="5419101"/>
                  </a:lnTo>
                  <a:lnTo>
                    <a:pt x="665413" y="5419101"/>
                  </a:lnTo>
                  <a:lnTo>
                    <a:pt x="665886" y="5418239"/>
                  </a:lnTo>
                  <a:lnTo>
                    <a:pt x="666044" y="5418239"/>
                  </a:lnTo>
                  <a:lnTo>
                    <a:pt x="666202" y="5418239"/>
                  </a:lnTo>
                  <a:lnTo>
                    <a:pt x="666359" y="5418239"/>
                  </a:lnTo>
                  <a:lnTo>
                    <a:pt x="666675" y="5418239"/>
                  </a:lnTo>
                  <a:lnTo>
                    <a:pt x="666675" y="5417809"/>
                  </a:lnTo>
                  <a:lnTo>
                    <a:pt x="666990" y="5417378"/>
                  </a:lnTo>
                  <a:lnTo>
                    <a:pt x="667148" y="5416086"/>
                  </a:lnTo>
                  <a:lnTo>
                    <a:pt x="667779" y="5416086"/>
                  </a:lnTo>
                  <a:lnTo>
                    <a:pt x="667936" y="5415656"/>
                  </a:lnTo>
                  <a:lnTo>
                    <a:pt x="667936" y="5414795"/>
                  </a:lnTo>
                  <a:lnTo>
                    <a:pt x="667936" y="5413933"/>
                  </a:lnTo>
                  <a:lnTo>
                    <a:pt x="668252" y="5413933"/>
                  </a:lnTo>
                  <a:lnTo>
                    <a:pt x="668410" y="5413933"/>
                  </a:lnTo>
                  <a:lnTo>
                    <a:pt x="668567" y="5413933"/>
                  </a:lnTo>
                  <a:lnTo>
                    <a:pt x="668725" y="5413933"/>
                  </a:lnTo>
                  <a:lnTo>
                    <a:pt x="669671" y="5413933"/>
                  </a:lnTo>
                  <a:lnTo>
                    <a:pt x="669987" y="5413933"/>
                  </a:lnTo>
                  <a:lnTo>
                    <a:pt x="670460" y="5413503"/>
                  </a:lnTo>
                  <a:lnTo>
                    <a:pt x="670618" y="5413072"/>
                  </a:lnTo>
                  <a:lnTo>
                    <a:pt x="670933" y="5413072"/>
                  </a:lnTo>
                  <a:lnTo>
                    <a:pt x="670933" y="5412211"/>
                  </a:lnTo>
                  <a:lnTo>
                    <a:pt x="671406" y="5411780"/>
                  </a:lnTo>
                  <a:lnTo>
                    <a:pt x="671564" y="5411350"/>
                  </a:lnTo>
                  <a:lnTo>
                    <a:pt x="671722" y="5411350"/>
                  </a:lnTo>
                  <a:lnTo>
                    <a:pt x="671879" y="5411350"/>
                  </a:lnTo>
                  <a:lnTo>
                    <a:pt x="672037" y="5411350"/>
                  </a:lnTo>
                  <a:lnTo>
                    <a:pt x="672037" y="5410919"/>
                  </a:lnTo>
                  <a:lnTo>
                    <a:pt x="672826" y="5410489"/>
                  </a:lnTo>
                  <a:lnTo>
                    <a:pt x="672983" y="5409627"/>
                  </a:lnTo>
                  <a:lnTo>
                    <a:pt x="673299" y="5409197"/>
                  </a:lnTo>
                  <a:lnTo>
                    <a:pt x="673772" y="5408766"/>
                  </a:lnTo>
                  <a:lnTo>
                    <a:pt x="673930" y="5408766"/>
                  </a:lnTo>
                  <a:lnTo>
                    <a:pt x="674087" y="5408336"/>
                  </a:lnTo>
                  <a:lnTo>
                    <a:pt x="674245" y="5407905"/>
                  </a:lnTo>
                  <a:lnTo>
                    <a:pt x="674718" y="5407044"/>
                  </a:lnTo>
                  <a:lnTo>
                    <a:pt x="675191" y="5407044"/>
                  </a:lnTo>
                  <a:lnTo>
                    <a:pt x="675507" y="5407044"/>
                  </a:lnTo>
                  <a:lnTo>
                    <a:pt x="676138" y="5406613"/>
                  </a:lnTo>
                  <a:lnTo>
                    <a:pt x="676295" y="5406613"/>
                  </a:lnTo>
                  <a:lnTo>
                    <a:pt x="676295" y="5406183"/>
                  </a:lnTo>
                  <a:lnTo>
                    <a:pt x="676295" y="5405752"/>
                  </a:lnTo>
                  <a:lnTo>
                    <a:pt x="676453" y="5405752"/>
                  </a:lnTo>
                  <a:lnTo>
                    <a:pt x="676611" y="5405752"/>
                  </a:lnTo>
                  <a:lnTo>
                    <a:pt x="677242" y="5405752"/>
                  </a:lnTo>
                  <a:lnTo>
                    <a:pt x="677400" y="5405752"/>
                  </a:lnTo>
                  <a:lnTo>
                    <a:pt x="677400" y="5405321"/>
                  </a:lnTo>
                  <a:lnTo>
                    <a:pt x="677873" y="5404030"/>
                  </a:lnTo>
                  <a:lnTo>
                    <a:pt x="678030" y="5402738"/>
                  </a:lnTo>
                  <a:lnTo>
                    <a:pt x="678188" y="5402738"/>
                  </a:lnTo>
                  <a:lnTo>
                    <a:pt x="678188" y="5401877"/>
                  </a:lnTo>
                  <a:lnTo>
                    <a:pt x="678346" y="5401877"/>
                  </a:lnTo>
                  <a:lnTo>
                    <a:pt x="678504" y="5401877"/>
                  </a:lnTo>
                  <a:lnTo>
                    <a:pt x="678661" y="5401877"/>
                  </a:lnTo>
                  <a:lnTo>
                    <a:pt x="678819" y="5401877"/>
                  </a:lnTo>
                  <a:lnTo>
                    <a:pt x="678977" y="5401877"/>
                  </a:lnTo>
                  <a:lnTo>
                    <a:pt x="679292" y="5401877"/>
                  </a:lnTo>
                  <a:lnTo>
                    <a:pt x="679450" y="5401446"/>
                  </a:lnTo>
                  <a:lnTo>
                    <a:pt x="679608" y="5401446"/>
                  </a:lnTo>
                  <a:lnTo>
                    <a:pt x="679765" y="5401446"/>
                  </a:lnTo>
                  <a:lnTo>
                    <a:pt x="679765" y="5401015"/>
                  </a:lnTo>
                  <a:lnTo>
                    <a:pt x="679923" y="5401015"/>
                  </a:lnTo>
                  <a:lnTo>
                    <a:pt x="680081" y="5401015"/>
                  </a:lnTo>
                  <a:lnTo>
                    <a:pt x="680238" y="5400585"/>
                  </a:lnTo>
                  <a:lnTo>
                    <a:pt x="680238" y="5400154"/>
                  </a:lnTo>
                  <a:lnTo>
                    <a:pt x="680712" y="5399724"/>
                  </a:lnTo>
                  <a:lnTo>
                    <a:pt x="681027" y="5399293"/>
                  </a:lnTo>
                  <a:lnTo>
                    <a:pt x="681342" y="5399293"/>
                  </a:lnTo>
                  <a:lnTo>
                    <a:pt x="681342" y="5398862"/>
                  </a:lnTo>
                  <a:lnTo>
                    <a:pt x="681500" y="5398432"/>
                  </a:lnTo>
                  <a:lnTo>
                    <a:pt x="681500" y="5398001"/>
                  </a:lnTo>
                  <a:lnTo>
                    <a:pt x="681500" y="5397571"/>
                  </a:lnTo>
                  <a:lnTo>
                    <a:pt x="681658" y="5397571"/>
                  </a:lnTo>
                  <a:lnTo>
                    <a:pt x="681973" y="5397571"/>
                  </a:lnTo>
                  <a:lnTo>
                    <a:pt x="682131" y="5397571"/>
                  </a:lnTo>
                  <a:lnTo>
                    <a:pt x="682446" y="5397140"/>
                  </a:lnTo>
                  <a:lnTo>
                    <a:pt x="682604" y="5397140"/>
                  </a:lnTo>
                  <a:lnTo>
                    <a:pt x="682762" y="5397140"/>
                  </a:lnTo>
                  <a:lnTo>
                    <a:pt x="682920" y="5397140"/>
                  </a:lnTo>
                  <a:lnTo>
                    <a:pt x="682920" y="5396709"/>
                  </a:lnTo>
                  <a:lnTo>
                    <a:pt x="683235" y="5395848"/>
                  </a:lnTo>
                  <a:lnTo>
                    <a:pt x="683393" y="5395848"/>
                  </a:lnTo>
                  <a:lnTo>
                    <a:pt x="684024" y="5395848"/>
                  </a:lnTo>
                  <a:lnTo>
                    <a:pt x="684024" y="5395418"/>
                  </a:lnTo>
                  <a:lnTo>
                    <a:pt x="684024" y="5394987"/>
                  </a:lnTo>
                  <a:lnTo>
                    <a:pt x="684181" y="5394987"/>
                  </a:lnTo>
                  <a:lnTo>
                    <a:pt x="684812" y="5394556"/>
                  </a:lnTo>
                  <a:lnTo>
                    <a:pt x="685285" y="5394556"/>
                  </a:lnTo>
                  <a:lnTo>
                    <a:pt x="685601" y="5394556"/>
                  </a:lnTo>
                  <a:lnTo>
                    <a:pt x="685759" y="5394126"/>
                  </a:lnTo>
                  <a:lnTo>
                    <a:pt x="685916" y="5394126"/>
                  </a:lnTo>
                  <a:lnTo>
                    <a:pt x="686232" y="5394126"/>
                  </a:lnTo>
                  <a:lnTo>
                    <a:pt x="686863" y="5394126"/>
                  </a:lnTo>
                  <a:lnTo>
                    <a:pt x="688440" y="5393695"/>
                  </a:lnTo>
                  <a:lnTo>
                    <a:pt x="688440" y="5393265"/>
                  </a:lnTo>
                  <a:lnTo>
                    <a:pt x="688598" y="5393265"/>
                  </a:lnTo>
                  <a:lnTo>
                    <a:pt x="688913" y="5392403"/>
                  </a:lnTo>
                  <a:lnTo>
                    <a:pt x="688913" y="5391973"/>
                  </a:lnTo>
                  <a:lnTo>
                    <a:pt x="689071" y="5391542"/>
                  </a:lnTo>
                  <a:lnTo>
                    <a:pt x="689071" y="5391112"/>
                  </a:lnTo>
                  <a:lnTo>
                    <a:pt x="689228" y="5391112"/>
                  </a:lnTo>
                  <a:lnTo>
                    <a:pt x="689544" y="5390681"/>
                  </a:lnTo>
                  <a:lnTo>
                    <a:pt x="690490" y="5389820"/>
                  </a:lnTo>
                  <a:lnTo>
                    <a:pt x="690806" y="5389820"/>
                  </a:lnTo>
                  <a:lnTo>
                    <a:pt x="690963" y="5388959"/>
                  </a:lnTo>
                  <a:lnTo>
                    <a:pt x="691121" y="5388959"/>
                  </a:lnTo>
                  <a:lnTo>
                    <a:pt x="691436" y="5388959"/>
                  </a:lnTo>
                  <a:lnTo>
                    <a:pt x="692067" y="5388959"/>
                  </a:lnTo>
                  <a:lnTo>
                    <a:pt x="692540" y="5388097"/>
                  </a:lnTo>
                  <a:lnTo>
                    <a:pt x="693014" y="5388097"/>
                  </a:lnTo>
                  <a:lnTo>
                    <a:pt x="693171" y="5387236"/>
                  </a:lnTo>
                  <a:lnTo>
                    <a:pt x="693329" y="5387236"/>
                  </a:lnTo>
                  <a:lnTo>
                    <a:pt x="693329" y="5386806"/>
                  </a:lnTo>
                  <a:lnTo>
                    <a:pt x="693487" y="5386806"/>
                  </a:lnTo>
                  <a:lnTo>
                    <a:pt x="693802" y="5386806"/>
                  </a:lnTo>
                  <a:lnTo>
                    <a:pt x="694118" y="5386375"/>
                  </a:lnTo>
                  <a:lnTo>
                    <a:pt x="694591" y="5385944"/>
                  </a:lnTo>
                  <a:lnTo>
                    <a:pt x="694591" y="5385514"/>
                  </a:lnTo>
                  <a:lnTo>
                    <a:pt x="694749" y="5384653"/>
                  </a:lnTo>
                  <a:lnTo>
                    <a:pt x="694906" y="5384653"/>
                  </a:lnTo>
                  <a:lnTo>
                    <a:pt x="695222" y="5384653"/>
                  </a:lnTo>
                  <a:lnTo>
                    <a:pt x="695379" y="5384653"/>
                  </a:lnTo>
                  <a:lnTo>
                    <a:pt x="695695" y="5384653"/>
                  </a:lnTo>
                  <a:lnTo>
                    <a:pt x="696168" y="5384222"/>
                  </a:lnTo>
                  <a:lnTo>
                    <a:pt x="696483" y="5383791"/>
                  </a:lnTo>
                  <a:lnTo>
                    <a:pt x="696957" y="5383791"/>
                  </a:lnTo>
                  <a:lnTo>
                    <a:pt x="697430" y="5383361"/>
                  </a:lnTo>
                  <a:lnTo>
                    <a:pt x="697745" y="5382930"/>
                  </a:lnTo>
                  <a:lnTo>
                    <a:pt x="698218" y="5382500"/>
                  </a:lnTo>
                  <a:lnTo>
                    <a:pt x="698534" y="5382069"/>
                  </a:lnTo>
                  <a:lnTo>
                    <a:pt x="698691" y="5382069"/>
                  </a:lnTo>
                  <a:lnTo>
                    <a:pt x="699322" y="5382069"/>
                  </a:lnTo>
                  <a:lnTo>
                    <a:pt x="699322" y="5381638"/>
                  </a:lnTo>
                  <a:lnTo>
                    <a:pt x="699480" y="5381638"/>
                  </a:lnTo>
                  <a:lnTo>
                    <a:pt x="699480" y="5381208"/>
                  </a:lnTo>
                  <a:lnTo>
                    <a:pt x="699638" y="5381208"/>
                  </a:lnTo>
                  <a:lnTo>
                    <a:pt x="699953" y="5381208"/>
                  </a:lnTo>
                  <a:lnTo>
                    <a:pt x="700111" y="5381208"/>
                  </a:lnTo>
                  <a:lnTo>
                    <a:pt x="700426" y="5381208"/>
                  </a:lnTo>
                  <a:lnTo>
                    <a:pt x="700584" y="5380777"/>
                  </a:lnTo>
                  <a:lnTo>
                    <a:pt x="701057" y="5379916"/>
                  </a:lnTo>
                  <a:lnTo>
                    <a:pt x="701215" y="5379916"/>
                  </a:lnTo>
                  <a:lnTo>
                    <a:pt x="701530" y="5379916"/>
                  </a:lnTo>
                  <a:lnTo>
                    <a:pt x="701530" y="5379485"/>
                  </a:lnTo>
                  <a:lnTo>
                    <a:pt x="701688" y="5379485"/>
                  </a:lnTo>
                  <a:lnTo>
                    <a:pt x="702004" y="5379055"/>
                  </a:lnTo>
                  <a:lnTo>
                    <a:pt x="702161" y="5379055"/>
                  </a:lnTo>
                  <a:lnTo>
                    <a:pt x="702634" y="5378624"/>
                  </a:lnTo>
                  <a:lnTo>
                    <a:pt x="702634" y="5378194"/>
                  </a:lnTo>
                  <a:lnTo>
                    <a:pt x="702792" y="5377763"/>
                  </a:lnTo>
                  <a:lnTo>
                    <a:pt x="703108" y="5376902"/>
                  </a:lnTo>
                  <a:lnTo>
                    <a:pt x="703265" y="5376902"/>
                  </a:lnTo>
                  <a:lnTo>
                    <a:pt x="703581" y="5376471"/>
                  </a:lnTo>
                  <a:lnTo>
                    <a:pt x="703738" y="5376471"/>
                  </a:lnTo>
                  <a:lnTo>
                    <a:pt x="703738" y="5375610"/>
                  </a:lnTo>
                  <a:lnTo>
                    <a:pt x="703896" y="5374318"/>
                  </a:lnTo>
                  <a:lnTo>
                    <a:pt x="704212" y="5374318"/>
                  </a:lnTo>
                  <a:lnTo>
                    <a:pt x="705000" y="5373888"/>
                  </a:lnTo>
                  <a:lnTo>
                    <a:pt x="705158" y="5373888"/>
                  </a:lnTo>
                  <a:lnTo>
                    <a:pt x="705473" y="5373888"/>
                  </a:lnTo>
                  <a:lnTo>
                    <a:pt x="706577" y="5373026"/>
                  </a:lnTo>
                  <a:lnTo>
                    <a:pt x="706735" y="5373026"/>
                  </a:lnTo>
                  <a:lnTo>
                    <a:pt x="707051" y="5372596"/>
                  </a:lnTo>
                  <a:lnTo>
                    <a:pt x="707051" y="5372165"/>
                  </a:lnTo>
                  <a:lnTo>
                    <a:pt x="707208" y="5372165"/>
                  </a:lnTo>
                  <a:lnTo>
                    <a:pt x="707839" y="5372165"/>
                  </a:lnTo>
                  <a:lnTo>
                    <a:pt x="708312" y="5371735"/>
                  </a:lnTo>
                  <a:lnTo>
                    <a:pt x="708785" y="5371735"/>
                  </a:lnTo>
                  <a:lnTo>
                    <a:pt x="708943" y="5371735"/>
                  </a:lnTo>
                  <a:lnTo>
                    <a:pt x="710363" y="5370873"/>
                  </a:lnTo>
                  <a:lnTo>
                    <a:pt x="710520" y="5370873"/>
                  </a:lnTo>
                  <a:lnTo>
                    <a:pt x="710836" y="5369582"/>
                  </a:lnTo>
                  <a:lnTo>
                    <a:pt x="711151" y="5369151"/>
                  </a:lnTo>
                  <a:lnTo>
                    <a:pt x="711309" y="5369151"/>
                  </a:lnTo>
                  <a:lnTo>
                    <a:pt x="711467" y="5369151"/>
                  </a:lnTo>
                  <a:lnTo>
                    <a:pt x="711624" y="5369151"/>
                  </a:lnTo>
                  <a:lnTo>
                    <a:pt x="712098" y="5368720"/>
                  </a:lnTo>
                  <a:lnTo>
                    <a:pt x="712255" y="5368290"/>
                  </a:lnTo>
                  <a:lnTo>
                    <a:pt x="712571" y="5368290"/>
                  </a:lnTo>
                  <a:lnTo>
                    <a:pt x="713359" y="5367429"/>
                  </a:lnTo>
                  <a:lnTo>
                    <a:pt x="713517" y="5367429"/>
                  </a:lnTo>
                  <a:lnTo>
                    <a:pt x="714463" y="5366567"/>
                  </a:lnTo>
                  <a:lnTo>
                    <a:pt x="714936" y="5366567"/>
                  </a:lnTo>
                  <a:lnTo>
                    <a:pt x="714936" y="5366137"/>
                  </a:lnTo>
                  <a:lnTo>
                    <a:pt x="715252" y="5365276"/>
                  </a:lnTo>
                  <a:lnTo>
                    <a:pt x="715883" y="5365276"/>
                  </a:lnTo>
                  <a:lnTo>
                    <a:pt x="716040" y="5365276"/>
                  </a:lnTo>
                  <a:lnTo>
                    <a:pt x="716040" y="5364845"/>
                  </a:lnTo>
                  <a:lnTo>
                    <a:pt x="716198" y="5364845"/>
                  </a:lnTo>
                  <a:lnTo>
                    <a:pt x="716829" y="5363553"/>
                  </a:lnTo>
                  <a:lnTo>
                    <a:pt x="716987" y="5363553"/>
                  </a:lnTo>
                  <a:lnTo>
                    <a:pt x="716987" y="5363123"/>
                  </a:lnTo>
                  <a:lnTo>
                    <a:pt x="717145" y="5362261"/>
                  </a:lnTo>
                  <a:lnTo>
                    <a:pt x="717302" y="5362261"/>
                  </a:lnTo>
                  <a:lnTo>
                    <a:pt x="717775" y="5362261"/>
                  </a:lnTo>
                  <a:lnTo>
                    <a:pt x="717933" y="5362261"/>
                  </a:lnTo>
                  <a:lnTo>
                    <a:pt x="718249" y="5362261"/>
                  </a:lnTo>
                  <a:lnTo>
                    <a:pt x="718406" y="5361400"/>
                  </a:lnTo>
                  <a:lnTo>
                    <a:pt x="718564" y="5360539"/>
                  </a:lnTo>
                  <a:lnTo>
                    <a:pt x="718722" y="5360539"/>
                  </a:lnTo>
                  <a:lnTo>
                    <a:pt x="719037" y="5360539"/>
                  </a:lnTo>
                  <a:lnTo>
                    <a:pt x="719510" y="5357525"/>
                  </a:lnTo>
                  <a:lnTo>
                    <a:pt x="719668" y="5357525"/>
                  </a:lnTo>
                  <a:lnTo>
                    <a:pt x="719983" y="5357094"/>
                  </a:lnTo>
                  <a:lnTo>
                    <a:pt x="719983" y="5356664"/>
                  </a:lnTo>
                  <a:lnTo>
                    <a:pt x="720299" y="5355802"/>
                  </a:lnTo>
                  <a:lnTo>
                    <a:pt x="720299" y="5354080"/>
                  </a:lnTo>
                  <a:lnTo>
                    <a:pt x="720457" y="5354080"/>
                  </a:lnTo>
                  <a:lnTo>
                    <a:pt x="720614" y="5354080"/>
                  </a:lnTo>
                  <a:lnTo>
                    <a:pt x="720614" y="5353219"/>
                  </a:lnTo>
                  <a:lnTo>
                    <a:pt x="720772" y="5352358"/>
                  </a:lnTo>
                  <a:lnTo>
                    <a:pt x="721087" y="5352358"/>
                  </a:lnTo>
                  <a:lnTo>
                    <a:pt x="721403" y="5352358"/>
                  </a:lnTo>
                  <a:lnTo>
                    <a:pt x="721718" y="5351927"/>
                  </a:lnTo>
                  <a:lnTo>
                    <a:pt x="721876" y="5351927"/>
                  </a:lnTo>
                  <a:lnTo>
                    <a:pt x="722034" y="5351496"/>
                  </a:lnTo>
                  <a:lnTo>
                    <a:pt x="722191" y="5351496"/>
                  </a:lnTo>
                  <a:lnTo>
                    <a:pt x="722507" y="5350635"/>
                  </a:lnTo>
                  <a:lnTo>
                    <a:pt x="722665" y="5350205"/>
                  </a:lnTo>
                  <a:lnTo>
                    <a:pt x="722980" y="5349343"/>
                  </a:lnTo>
                  <a:lnTo>
                    <a:pt x="723138" y="5349343"/>
                  </a:lnTo>
                  <a:lnTo>
                    <a:pt x="723769" y="5348913"/>
                  </a:lnTo>
                  <a:lnTo>
                    <a:pt x="724242" y="5348913"/>
                  </a:lnTo>
                  <a:lnTo>
                    <a:pt x="725188" y="5348052"/>
                  </a:lnTo>
                  <a:lnTo>
                    <a:pt x="725661" y="5347621"/>
                  </a:lnTo>
                  <a:lnTo>
                    <a:pt x="725819" y="5347621"/>
                  </a:lnTo>
                  <a:lnTo>
                    <a:pt x="725977" y="5347190"/>
                  </a:lnTo>
                  <a:lnTo>
                    <a:pt x="726450" y="5346760"/>
                  </a:lnTo>
                  <a:lnTo>
                    <a:pt x="726765" y="5346329"/>
                  </a:lnTo>
                  <a:lnTo>
                    <a:pt x="727238" y="5345899"/>
                  </a:lnTo>
                  <a:lnTo>
                    <a:pt x="727712" y="5345468"/>
                  </a:lnTo>
                  <a:lnTo>
                    <a:pt x="728027" y="5345037"/>
                  </a:lnTo>
                  <a:lnTo>
                    <a:pt x="728658" y="5344176"/>
                  </a:lnTo>
                  <a:lnTo>
                    <a:pt x="728816" y="5344176"/>
                  </a:lnTo>
                  <a:lnTo>
                    <a:pt x="728816" y="5343746"/>
                  </a:lnTo>
                  <a:lnTo>
                    <a:pt x="728973" y="5343315"/>
                  </a:lnTo>
                  <a:lnTo>
                    <a:pt x="729131" y="5343315"/>
                  </a:lnTo>
                  <a:lnTo>
                    <a:pt x="729447" y="5343315"/>
                  </a:lnTo>
                  <a:lnTo>
                    <a:pt x="729604" y="5343315"/>
                  </a:lnTo>
                  <a:lnTo>
                    <a:pt x="729604" y="5342884"/>
                  </a:lnTo>
                  <a:lnTo>
                    <a:pt x="730235" y="5341593"/>
                  </a:lnTo>
                  <a:lnTo>
                    <a:pt x="730235" y="5341162"/>
                  </a:lnTo>
                  <a:lnTo>
                    <a:pt x="730235" y="5339870"/>
                  </a:lnTo>
                  <a:lnTo>
                    <a:pt x="730393" y="5338578"/>
                  </a:lnTo>
                  <a:lnTo>
                    <a:pt x="730708" y="5338148"/>
                  </a:lnTo>
                  <a:lnTo>
                    <a:pt x="731181" y="5338148"/>
                  </a:lnTo>
                  <a:lnTo>
                    <a:pt x="731497" y="5337717"/>
                  </a:lnTo>
                  <a:lnTo>
                    <a:pt x="731655" y="5337717"/>
                  </a:lnTo>
                  <a:lnTo>
                    <a:pt x="732128" y="5337717"/>
                  </a:lnTo>
                  <a:lnTo>
                    <a:pt x="732601" y="5337287"/>
                  </a:lnTo>
                  <a:lnTo>
                    <a:pt x="732759" y="5337287"/>
                  </a:lnTo>
                  <a:lnTo>
                    <a:pt x="732916" y="5337287"/>
                  </a:lnTo>
                  <a:lnTo>
                    <a:pt x="733074" y="5336425"/>
                  </a:lnTo>
                  <a:lnTo>
                    <a:pt x="733705" y="5335995"/>
                  </a:lnTo>
                  <a:lnTo>
                    <a:pt x="733863" y="5335564"/>
                  </a:lnTo>
                  <a:lnTo>
                    <a:pt x="734809" y="5335564"/>
                  </a:lnTo>
                  <a:lnTo>
                    <a:pt x="734967" y="5335564"/>
                  </a:lnTo>
                  <a:lnTo>
                    <a:pt x="735282" y="5335564"/>
                  </a:lnTo>
                  <a:lnTo>
                    <a:pt x="735440" y="5335134"/>
                  </a:lnTo>
                  <a:lnTo>
                    <a:pt x="735755" y="5334703"/>
                  </a:lnTo>
                  <a:lnTo>
                    <a:pt x="735755" y="5333842"/>
                  </a:lnTo>
                  <a:lnTo>
                    <a:pt x="736228" y="5333842"/>
                  </a:lnTo>
                  <a:lnTo>
                    <a:pt x="736228" y="5333411"/>
                  </a:lnTo>
                  <a:lnTo>
                    <a:pt x="736702" y="5333411"/>
                  </a:lnTo>
                  <a:lnTo>
                    <a:pt x="737175" y="5333411"/>
                  </a:lnTo>
                  <a:lnTo>
                    <a:pt x="737175" y="5332981"/>
                  </a:lnTo>
                  <a:lnTo>
                    <a:pt x="737648" y="5332981"/>
                  </a:lnTo>
                  <a:lnTo>
                    <a:pt x="737963" y="5332981"/>
                  </a:lnTo>
                  <a:lnTo>
                    <a:pt x="738121" y="5332981"/>
                  </a:lnTo>
                  <a:lnTo>
                    <a:pt x="738910" y="5332981"/>
                  </a:lnTo>
                  <a:lnTo>
                    <a:pt x="739067" y="5332981"/>
                  </a:lnTo>
                  <a:lnTo>
                    <a:pt x="739225" y="5332550"/>
                  </a:lnTo>
                  <a:lnTo>
                    <a:pt x="739541" y="5332119"/>
                  </a:lnTo>
                  <a:lnTo>
                    <a:pt x="739698" y="5332119"/>
                  </a:lnTo>
                  <a:lnTo>
                    <a:pt x="740171" y="5332119"/>
                  </a:lnTo>
                  <a:lnTo>
                    <a:pt x="740487" y="5331689"/>
                  </a:lnTo>
                  <a:lnTo>
                    <a:pt x="740645" y="5331689"/>
                  </a:lnTo>
                  <a:lnTo>
                    <a:pt x="740802" y="5331689"/>
                  </a:lnTo>
                  <a:lnTo>
                    <a:pt x="741275" y="5331258"/>
                  </a:lnTo>
                  <a:lnTo>
                    <a:pt x="741591" y="5331258"/>
                  </a:lnTo>
                  <a:lnTo>
                    <a:pt x="741906" y="5331258"/>
                  </a:lnTo>
                  <a:lnTo>
                    <a:pt x="742537" y="5330828"/>
                  </a:lnTo>
                  <a:lnTo>
                    <a:pt x="742853" y="5330828"/>
                  </a:lnTo>
                  <a:lnTo>
                    <a:pt x="743010" y="5330828"/>
                  </a:lnTo>
                  <a:lnTo>
                    <a:pt x="743168" y="5330397"/>
                  </a:lnTo>
                  <a:lnTo>
                    <a:pt x="743168" y="5329536"/>
                  </a:lnTo>
                  <a:lnTo>
                    <a:pt x="743641" y="5329536"/>
                  </a:lnTo>
                  <a:lnTo>
                    <a:pt x="744430" y="5329105"/>
                  </a:lnTo>
                  <a:lnTo>
                    <a:pt x="744587" y="5329105"/>
                  </a:lnTo>
                  <a:lnTo>
                    <a:pt x="744745" y="5329105"/>
                  </a:lnTo>
                  <a:lnTo>
                    <a:pt x="744903" y="5328675"/>
                  </a:lnTo>
                  <a:lnTo>
                    <a:pt x="745061" y="5328675"/>
                  </a:lnTo>
                  <a:lnTo>
                    <a:pt x="745849" y="5327813"/>
                  </a:lnTo>
                  <a:lnTo>
                    <a:pt x="746007" y="5326952"/>
                  </a:lnTo>
                  <a:lnTo>
                    <a:pt x="746638" y="5326091"/>
                  </a:lnTo>
                  <a:lnTo>
                    <a:pt x="746953" y="5325660"/>
                  </a:lnTo>
                  <a:lnTo>
                    <a:pt x="747111" y="5325230"/>
                  </a:lnTo>
                  <a:lnTo>
                    <a:pt x="747269" y="5325230"/>
                  </a:lnTo>
                  <a:lnTo>
                    <a:pt x="747269" y="5324369"/>
                  </a:lnTo>
                  <a:lnTo>
                    <a:pt x="748057" y="5324369"/>
                  </a:lnTo>
                  <a:lnTo>
                    <a:pt x="748057" y="5323938"/>
                  </a:lnTo>
                  <a:lnTo>
                    <a:pt x="748215" y="5323938"/>
                  </a:lnTo>
                  <a:lnTo>
                    <a:pt x="749004" y="5323507"/>
                  </a:lnTo>
                  <a:lnTo>
                    <a:pt x="749477" y="5321785"/>
                  </a:lnTo>
                  <a:lnTo>
                    <a:pt x="749477" y="5321354"/>
                  </a:lnTo>
                  <a:lnTo>
                    <a:pt x="750108" y="5321354"/>
                  </a:lnTo>
                  <a:lnTo>
                    <a:pt x="750739" y="5320924"/>
                  </a:lnTo>
                  <a:lnTo>
                    <a:pt x="750896" y="5320924"/>
                  </a:lnTo>
                  <a:lnTo>
                    <a:pt x="751212" y="5319632"/>
                  </a:lnTo>
                  <a:lnTo>
                    <a:pt x="751843" y="5319201"/>
                  </a:lnTo>
                  <a:lnTo>
                    <a:pt x="752000" y="5318771"/>
                  </a:lnTo>
                  <a:lnTo>
                    <a:pt x="752000" y="5318340"/>
                  </a:lnTo>
                  <a:lnTo>
                    <a:pt x="752000" y="5317910"/>
                  </a:lnTo>
                  <a:lnTo>
                    <a:pt x="752158" y="5317910"/>
                  </a:lnTo>
                  <a:lnTo>
                    <a:pt x="752473" y="5317048"/>
                  </a:lnTo>
                  <a:lnTo>
                    <a:pt x="752947" y="5316618"/>
                  </a:lnTo>
                  <a:lnTo>
                    <a:pt x="753104" y="5316618"/>
                  </a:lnTo>
                  <a:lnTo>
                    <a:pt x="753262" y="5316187"/>
                  </a:lnTo>
                  <a:lnTo>
                    <a:pt x="753577" y="5316187"/>
                  </a:lnTo>
                  <a:lnTo>
                    <a:pt x="753735" y="5316187"/>
                  </a:lnTo>
                  <a:lnTo>
                    <a:pt x="753893" y="5316187"/>
                  </a:lnTo>
                  <a:lnTo>
                    <a:pt x="754208" y="5315757"/>
                  </a:lnTo>
                  <a:lnTo>
                    <a:pt x="754681" y="5315326"/>
                  </a:lnTo>
                  <a:lnTo>
                    <a:pt x="754681" y="5314895"/>
                  </a:lnTo>
                  <a:lnTo>
                    <a:pt x="754839" y="5314034"/>
                  </a:lnTo>
                  <a:lnTo>
                    <a:pt x="754839" y="5313604"/>
                  </a:lnTo>
                  <a:lnTo>
                    <a:pt x="754997" y="5313604"/>
                  </a:lnTo>
                  <a:lnTo>
                    <a:pt x="755155" y="5313173"/>
                  </a:lnTo>
                  <a:lnTo>
                    <a:pt x="755312" y="5313173"/>
                  </a:lnTo>
                  <a:lnTo>
                    <a:pt x="755470" y="5313173"/>
                  </a:lnTo>
                  <a:lnTo>
                    <a:pt x="755470" y="5312742"/>
                  </a:lnTo>
                  <a:lnTo>
                    <a:pt x="755470" y="5312312"/>
                  </a:lnTo>
                  <a:lnTo>
                    <a:pt x="755470" y="5311881"/>
                  </a:lnTo>
                  <a:lnTo>
                    <a:pt x="755470" y="5311020"/>
                  </a:lnTo>
                  <a:lnTo>
                    <a:pt x="755628" y="5311020"/>
                  </a:lnTo>
                  <a:lnTo>
                    <a:pt x="755943" y="5310159"/>
                  </a:lnTo>
                  <a:lnTo>
                    <a:pt x="756101" y="5309728"/>
                  </a:lnTo>
                  <a:lnTo>
                    <a:pt x="756259" y="5309728"/>
                  </a:lnTo>
                  <a:lnTo>
                    <a:pt x="756416" y="5309728"/>
                  </a:lnTo>
                  <a:lnTo>
                    <a:pt x="756574" y="5309728"/>
                  </a:lnTo>
                  <a:lnTo>
                    <a:pt x="756732" y="5308867"/>
                  </a:lnTo>
                  <a:lnTo>
                    <a:pt x="756890" y="5308867"/>
                  </a:lnTo>
                  <a:lnTo>
                    <a:pt x="757047" y="5308867"/>
                  </a:lnTo>
                  <a:lnTo>
                    <a:pt x="757205" y="5308436"/>
                  </a:lnTo>
                  <a:lnTo>
                    <a:pt x="757520" y="5308436"/>
                  </a:lnTo>
                  <a:lnTo>
                    <a:pt x="757678" y="5308436"/>
                  </a:lnTo>
                  <a:lnTo>
                    <a:pt x="757836" y="5308436"/>
                  </a:lnTo>
                  <a:lnTo>
                    <a:pt x="757994" y="5308436"/>
                  </a:lnTo>
                  <a:lnTo>
                    <a:pt x="758151" y="5308436"/>
                  </a:lnTo>
                  <a:lnTo>
                    <a:pt x="758467" y="5308436"/>
                  </a:lnTo>
                  <a:lnTo>
                    <a:pt x="758782" y="5308436"/>
                  </a:lnTo>
                  <a:lnTo>
                    <a:pt x="759098" y="5308006"/>
                  </a:lnTo>
                  <a:lnTo>
                    <a:pt x="759413" y="5308006"/>
                  </a:lnTo>
                  <a:lnTo>
                    <a:pt x="759728" y="5308006"/>
                  </a:lnTo>
                  <a:lnTo>
                    <a:pt x="759886" y="5307575"/>
                  </a:lnTo>
                  <a:lnTo>
                    <a:pt x="760044" y="5307575"/>
                  </a:lnTo>
                  <a:lnTo>
                    <a:pt x="760359" y="5307575"/>
                  </a:lnTo>
                  <a:lnTo>
                    <a:pt x="760517" y="5307575"/>
                  </a:lnTo>
                  <a:lnTo>
                    <a:pt x="760517" y="5307145"/>
                  </a:lnTo>
                  <a:lnTo>
                    <a:pt x="760990" y="5307145"/>
                  </a:lnTo>
                  <a:lnTo>
                    <a:pt x="761306" y="5307145"/>
                  </a:lnTo>
                  <a:lnTo>
                    <a:pt x="761463" y="5307145"/>
                  </a:lnTo>
                  <a:lnTo>
                    <a:pt x="761463" y="5306714"/>
                  </a:lnTo>
                  <a:lnTo>
                    <a:pt x="761779" y="5304992"/>
                  </a:lnTo>
                  <a:lnTo>
                    <a:pt x="762410" y="5302839"/>
                  </a:lnTo>
                  <a:lnTo>
                    <a:pt x="762567" y="5302839"/>
                  </a:lnTo>
                  <a:lnTo>
                    <a:pt x="762725" y="5302839"/>
                  </a:lnTo>
                  <a:lnTo>
                    <a:pt x="762883" y="5302408"/>
                  </a:lnTo>
                  <a:lnTo>
                    <a:pt x="763356" y="5301547"/>
                  </a:lnTo>
                  <a:lnTo>
                    <a:pt x="763514" y="5301547"/>
                  </a:lnTo>
                  <a:lnTo>
                    <a:pt x="763987" y="5301547"/>
                  </a:lnTo>
                  <a:lnTo>
                    <a:pt x="764302" y="5301116"/>
                  </a:lnTo>
                  <a:lnTo>
                    <a:pt x="764775" y="5301116"/>
                  </a:lnTo>
                  <a:lnTo>
                    <a:pt x="764933" y="5301116"/>
                  </a:lnTo>
                  <a:lnTo>
                    <a:pt x="765091" y="5300686"/>
                  </a:lnTo>
                  <a:lnTo>
                    <a:pt x="765249" y="5300255"/>
                  </a:lnTo>
                  <a:lnTo>
                    <a:pt x="765249" y="5299394"/>
                  </a:lnTo>
                  <a:lnTo>
                    <a:pt x="765249" y="5298963"/>
                  </a:lnTo>
                  <a:lnTo>
                    <a:pt x="765249" y="5298533"/>
                  </a:lnTo>
                  <a:lnTo>
                    <a:pt x="765564" y="5298102"/>
                  </a:lnTo>
                  <a:lnTo>
                    <a:pt x="765564" y="5297671"/>
                  </a:lnTo>
                  <a:lnTo>
                    <a:pt x="766037" y="5297241"/>
                  </a:lnTo>
                  <a:lnTo>
                    <a:pt x="766037" y="5296380"/>
                  </a:lnTo>
                  <a:lnTo>
                    <a:pt x="766668" y="5295088"/>
                  </a:lnTo>
                  <a:lnTo>
                    <a:pt x="766668" y="5294657"/>
                  </a:lnTo>
                  <a:lnTo>
                    <a:pt x="766826" y="5294657"/>
                  </a:lnTo>
                  <a:lnTo>
                    <a:pt x="767614" y="5293796"/>
                  </a:lnTo>
                  <a:lnTo>
                    <a:pt x="767614" y="5293365"/>
                  </a:lnTo>
                  <a:lnTo>
                    <a:pt x="767614" y="5292504"/>
                  </a:lnTo>
                  <a:lnTo>
                    <a:pt x="767772" y="5292504"/>
                  </a:lnTo>
                  <a:lnTo>
                    <a:pt x="768088" y="5292074"/>
                  </a:lnTo>
                  <a:lnTo>
                    <a:pt x="768561" y="5292074"/>
                  </a:lnTo>
                  <a:lnTo>
                    <a:pt x="768718" y="5291643"/>
                  </a:lnTo>
                  <a:lnTo>
                    <a:pt x="769034" y="5291643"/>
                  </a:lnTo>
                  <a:lnTo>
                    <a:pt x="769349" y="5291643"/>
                  </a:lnTo>
                  <a:lnTo>
                    <a:pt x="769349" y="5290782"/>
                  </a:lnTo>
                  <a:lnTo>
                    <a:pt x="769665" y="5290782"/>
                  </a:lnTo>
                  <a:lnTo>
                    <a:pt x="770296" y="5290351"/>
                  </a:lnTo>
                  <a:lnTo>
                    <a:pt x="771084" y="5290351"/>
                  </a:lnTo>
                  <a:lnTo>
                    <a:pt x="771242" y="5290351"/>
                  </a:lnTo>
                  <a:lnTo>
                    <a:pt x="771715" y="5290351"/>
                  </a:lnTo>
                  <a:lnTo>
                    <a:pt x="772030" y="5289921"/>
                  </a:lnTo>
                  <a:lnTo>
                    <a:pt x="772346" y="5289059"/>
                  </a:lnTo>
                  <a:lnTo>
                    <a:pt x="772504" y="5289059"/>
                  </a:lnTo>
                  <a:lnTo>
                    <a:pt x="772661" y="5289059"/>
                  </a:lnTo>
                  <a:lnTo>
                    <a:pt x="772661" y="5288629"/>
                  </a:lnTo>
                  <a:lnTo>
                    <a:pt x="772819" y="5288629"/>
                  </a:lnTo>
                  <a:lnTo>
                    <a:pt x="772977" y="5287768"/>
                  </a:lnTo>
                  <a:lnTo>
                    <a:pt x="772977" y="5287337"/>
                  </a:lnTo>
                  <a:lnTo>
                    <a:pt x="773292" y="5286906"/>
                  </a:lnTo>
                  <a:lnTo>
                    <a:pt x="773450" y="5286906"/>
                  </a:lnTo>
                  <a:lnTo>
                    <a:pt x="773450" y="5286476"/>
                  </a:lnTo>
                  <a:lnTo>
                    <a:pt x="773765" y="5286476"/>
                  </a:lnTo>
                  <a:lnTo>
                    <a:pt x="774396" y="5286476"/>
                  </a:lnTo>
                  <a:lnTo>
                    <a:pt x="774396" y="5286045"/>
                  </a:lnTo>
                  <a:lnTo>
                    <a:pt x="774554" y="5286045"/>
                  </a:lnTo>
                  <a:lnTo>
                    <a:pt x="774712" y="5285184"/>
                  </a:lnTo>
                  <a:lnTo>
                    <a:pt x="775027" y="5285184"/>
                  </a:lnTo>
                  <a:lnTo>
                    <a:pt x="775343" y="5285184"/>
                  </a:lnTo>
                  <a:lnTo>
                    <a:pt x="775816" y="5285184"/>
                  </a:lnTo>
                  <a:lnTo>
                    <a:pt x="775973" y="5284753"/>
                  </a:lnTo>
                  <a:lnTo>
                    <a:pt x="776131" y="5284753"/>
                  </a:lnTo>
                  <a:lnTo>
                    <a:pt x="776289" y="5284753"/>
                  </a:lnTo>
                  <a:lnTo>
                    <a:pt x="776762" y="5284753"/>
                  </a:lnTo>
                  <a:lnTo>
                    <a:pt x="777235" y="5284323"/>
                  </a:lnTo>
                  <a:lnTo>
                    <a:pt x="777551" y="5284323"/>
                  </a:lnTo>
                  <a:lnTo>
                    <a:pt x="777708" y="5284323"/>
                  </a:lnTo>
                  <a:lnTo>
                    <a:pt x="777866" y="5283892"/>
                  </a:lnTo>
                  <a:lnTo>
                    <a:pt x="778181" y="5283892"/>
                  </a:lnTo>
                  <a:lnTo>
                    <a:pt x="778339" y="5283462"/>
                  </a:lnTo>
                  <a:lnTo>
                    <a:pt x="778497" y="5283462"/>
                  </a:lnTo>
                  <a:lnTo>
                    <a:pt x="778497" y="5283031"/>
                  </a:lnTo>
                  <a:lnTo>
                    <a:pt x="778655" y="5283031"/>
                  </a:lnTo>
                  <a:lnTo>
                    <a:pt x="778655" y="5282600"/>
                  </a:lnTo>
                  <a:lnTo>
                    <a:pt x="778812" y="5282600"/>
                  </a:lnTo>
                  <a:lnTo>
                    <a:pt x="778970" y="5282600"/>
                  </a:lnTo>
                  <a:lnTo>
                    <a:pt x="779443" y="5282170"/>
                  </a:lnTo>
                  <a:lnTo>
                    <a:pt x="779601" y="5282170"/>
                  </a:lnTo>
                  <a:lnTo>
                    <a:pt x="779759" y="5282170"/>
                  </a:lnTo>
                  <a:lnTo>
                    <a:pt x="779916" y="5281309"/>
                  </a:lnTo>
                  <a:lnTo>
                    <a:pt x="780074" y="5281309"/>
                  </a:lnTo>
                  <a:lnTo>
                    <a:pt x="780232" y="5281309"/>
                  </a:lnTo>
                  <a:lnTo>
                    <a:pt x="780705" y="5280878"/>
                  </a:lnTo>
                  <a:lnTo>
                    <a:pt x="781967" y="5280017"/>
                  </a:lnTo>
                  <a:lnTo>
                    <a:pt x="782124" y="5280017"/>
                  </a:lnTo>
                  <a:lnTo>
                    <a:pt x="782755" y="5279586"/>
                  </a:lnTo>
                  <a:lnTo>
                    <a:pt x="783071" y="5279586"/>
                  </a:lnTo>
                  <a:lnTo>
                    <a:pt x="783071" y="5279156"/>
                  </a:lnTo>
                  <a:lnTo>
                    <a:pt x="783859" y="5278725"/>
                  </a:lnTo>
                  <a:lnTo>
                    <a:pt x="784175" y="5278725"/>
                  </a:lnTo>
                  <a:lnTo>
                    <a:pt x="784648" y="5278725"/>
                  </a:lnTo>
                  <a:lnTo>
                    <a:pt x="784648" y="5277864"/>
                  </a:lnTo>
                  <a:lnTo>
                    <a:pt x="784806" y="5277864"/>
                  </a:lnTo>
                  <a:lnTo>
                    <a:pt x="784963" y="5277433"/>
                  </a:lnTo>
                  <a:lnTo>
                    <a:pt x="785594" y="5276141"/>
                  </a:lnTo>
                  <a:lnTo>
                    <a:pt x="786225" y="5276141"/>
                  </a:lnTo>
                  <a:lnTo>
                    <a:pt x="786698" y="5276141"/>
                  </a:lnTo>
                  <a:lnTo>
                    <a:pt x="786856" y="5275711"/>
                  </a:lnTo>
                  <a:lnTo>
                    <a:pt x="787171" y="5274419"/>
                  </a:lnTo>
                  <a:lnTo>
                    <a:pt x="787487" y="5273988"/>
                  </a:lnTo>
                  <a:lnTo>
                    <a:pt x="787487" y="5273558"/>
                  </a:lnTo>
                  <a:lnTo>
                    <a:pt x="787802" y="5273558"/>
                  </a:lnTo>
                  <a:lnTo>
                    <a:pt x="788275" y="5273558"/>
                  </a:lnTo>
                  <a:lnTo>
                    <a:pt x="788906" y="5273127"/>
                  </a:lnTo>
                  <a:lnTo>
                    <a:pt x="789379" y="5272697"/>
                  </a:lnTo>
                  <a:lnTo>
                    <a:pt x="790168" y="5272266"/>
                  </a:lnTo>
                  <a:lnTo>
                    <a:pt x="790326" y="5272266"/>
                  </a:lnTo>
                  <a:lnTo>
                    <a:pt x="790484" y="5272266"/>
                  </a:lnTo>
                  <a:lnTo>
                    <a:pt x="791272" y="5269682"/>
                  </a:lnTo>
                  <a:lnTo>
                    <a:pt x="791430" y="5269252"/>
                  </a:lnTo>
                  <a:lnTo>
                    <a:pt x="791745" y="5269252"/>
                  </a:lnTo>
                  <a:lnTo>
                    <a:pt x="791745" y="5268821"/>
                  </a:lnTo>
                  <a:lnTo>
                    <a:pt x="792218" y="5268821"/>
                  </a:lnTo>
                  <a:lnTo>
                    <a:pt x="792376" y="5268391"/>
                  </a:lnTo>
                  <a:lnTo>
                    <a:pt x="792692" y="5267099"/>
                  </a:lnTo>
                  <a:lnTo>
                    <a:pt x="793007" y="5267099"/>
                  </a:lnTo>
                  <a:lnTo>
                    <a:pt x="793007" y="5266668"/>
                  </a:lnTo>
                  <a:lnTo>
                    <a:pt x="793322" y="5266668"/>
                  </a:lnTo>
                  <a:lnTo>
                    <a:pt x="794269" y="5266238"/>
                  </a:lnTo>
                  <a:lnTo>
                    <a:pt x="794584" y="5265376"/>
                  </a:lnTo>
                  <a:lnTo>
                    <a:pt x="794742" y="5265376"/>
                  </a:lnTo>
                  <a:lnTo>
                    <a:pt x="794742" y="5264515"/>
                  </a:lnTo>
                  <a:lnTo>
                    <a:pt x="795373" y="5264085"/>
                  </a:lnTo>
                  <a:lnTo>
                    <a:pt x="795846" y="5263654"/>
                  </a:lnTo>
                  <a:lnTo>
                    <a:pt x="795846" y="5263223"/>
                  </a:lnTo>
                  <a:lnTo>
                    <a:pt x="795846" y="5262793"/>
                  </a:lnTo>
                  <a:lnTo>
                    <a:pt x="796161" y="5262793"/>
                  </a:lnTo>
                  <a:lnTo>
                    <a:pt x="796319" y="5262793"/>
                  </a:lnTo>
                  <a:lnTo>
                    <a:pt x="796635" y="5262793"/>
                  </a:lnTo>
                  <a:lnTo>
                    <a:pt x="796792" y="5262793"/>
                  </a:lnTo>
                  <a:lnTo>
                    <a:pt x="796950" y="5262362"/>
                  </a:lnTo>
                  <a:lnTo>
                    <a:pt x="797739" y="5261501"/>
                  </a:lnTo>
                  <a:lnTo>
                    <a:pt x="797739" y="5261070"/>
                  </a:lnTo>
                  <a:lnTo>
                    <a:pt x="797896" y="5261070"/>
                  </a:lnTo>
                  <a:lnTo>
                    <a:pt x="798527" y="5260640"/>
                  </a:lnTo>
                  <a:lnTo>
                    <a:pt x="798843" y="5259779"/>
                  </a:lnTo>
                  <a:lnTo>
                    <a:pt x="798843" y="5259348"/>
                  </a:lnTo>
                  <a:lnTo>
                    <a:pt x="799000" y="5259348"/>
                  </a:lnTo>
                  <a:lnTo>
                    <a:pt x="799631" y="5258056"/>
                  </a:lnTo>
                  <a:lnTo>
                    <a:pt x="800104" y="5257626"/>
                  </a:lnTo>
                  <a:lnTo>
                    <a:pt x="800420" y="5257195"/>
                  </a:lnTo>
                  <a:lnTo>
                    <a:pt x="800577" y="5256764"/>
                  </a:lnTo>
                  <a:lnTo>
                    <a:pt x="800893" y="5255903"/>
                  </a:lnTo>
                  <a:lnTo>
                    <a:pt x="801051" y="5255903"/>
                  </a:lnTo>
                  <a:lnTo>
                    <a:pt x="801366" y="5255473"/>
                  </a:lnTo>
                  <a:lnTo>
                    <a:pt x="801839" y="5255473"/>
                  </a:lnTo>
                  <a:lnTo>
                    <a:pt x="801997" y="5255473"/>
                  </a:lnTo>
                  <a:lnTo>
                    <a:pt x="802312" y="5255473"/>
                  </a:lnTo>
                  <a:lnTo>
                    <a:pt x="802312" y="5255042"/>
                  </a:lnTo>
                  <a:lnTo>
                    <a:pt x="802470" y="5255042"/>
                  </a:lnTo>
                  <a:lnTo>
                    <a:pt x="802628" y="5255042"/>
                  </a:lnTo>
                  <a:lnTo>
                    <a:pt x="803101" y="5255042"/>
                  </a:lnTo>
                  <a:lnTo>
                    <a:pt x="803732" y="5255042"/>
                  </a:lnTo>
                  <a:lnTo>
                    <a:pt x="804678" y="5254611"/>
                  </a:lnTo>
                  <a:lnTo>
                    <a:pt x="805309" y="5254181"/>
                  </a:lnTo>
                  <a:lnTo>
                    <a:pt x="805782" y="5254181"/>
                  </a:lnTo>
                  <a:lnTo>
                    <a:pt x="805782" y="5253750"/>
                  </a:lnTo>
                  <a:lnTo>
                    <a:pt x="805782" y="5253320"/>
                  </a:lnTo>
                  <a:lnTo>
                    <a:pt x="806255" y="5251597"/>
                  </a:lnTo>
                  <a:lnTo>
                    <a:pt x="806571" y="5251167"/>
                  </a:lnTo>
                  <a:lnTo>
                    <a:pt x="806571" y="5250305"/>
                  </a:lnTo>
                  <a:lnTo>
                    <a:pt x="806886" y="5249875"/>
                  </a:lnTo>
                  <a:lnTo>
                    <a:pt x="807044" y="5248152"/>
                  </a:lnTo>
                  <a:lnTo>
                    <a:pt x="807044" y="5247722"/>
                  </a:lnTo>
                  <a:lnTo>
                    <a:pt x="807675" y="5246861"/>
                  </a:lnTo>
                  <a:lnTo>
                    <a:pt x="807990" y="5246430"/>
                  </a:lnTo>
                  <a:lnTo>
                    <a:pt x="808463" y="5246430"/>
                  </a:lnTo>
                  <a:lnTo>
                    <a:pt x="808621" y="5246430"/>
                  </a:lnTo>
                  <a:lnTo>
                    <a:pt x="808937" y="5245999"/>
                  </a:lnTo>
                  <a:lnTo>
                    <a:pt x="809410" y="5245569"/>
                  </a:lnTo>
                  <a:lnTo>
                    <a:pt x="810041" y="5244277"/>
                  </a:lnTo>
                  <a:lnTo>
                    <a:pt x="810514" y="5243416"/>
                  </a:lnTo>
                  <a:lnTo>
                    <a:pt x="810987" y="5242985"/>
                  </a:lnTo>
                  <a:lnTo>
                    <a:pt x="811145" y="5242985"/>
                  </a:lnTo>
                  <a:lnTo>
                    <a:pt x="811460" y="5242555"/>
                  </a:lnTo>
                  <a:lnTo>
                    <a:pt x="812880" y="5241263"/>
                  </a:lnTo>
                  <a:lnTo>
                    <a:pt x="813510" y="5240832"/>
                  </a:lnTo>
                  <a:lnTo>
                    <a:pt x="813826" y="5240832"/>
                  </a:lnTo>
                  <a:lnTo>
                    <a:pt x="814457" y="5240832"/>
                  </a:lnTo>
                  <a:lnTo>
                    <a:pt x="814772" y="5240832"/>
                  </a:lnTo>
                  <a:lnTo>
                    <a:pt x="814930" y="5240832"/>
                  </a:lnTo>
                  <a:lnTo>
                    <a:pt x="815403" y="5239971"/>
                  </a:lnTo>
                  <a:lnTo>
                    <a:pt x="815561" y="5239540"/>
                  </a:lnTo>
                  <a:lnTo>
                    <a:pt x="815718" y="5239540"/>
                  </a:lnTo>
                  <a:lnTo>
                    <a:pt x="815718" y="5239110"/>
                  </a:lnTo>
                  <a:lnTo>
                    <a:pt x="815876" y="5238679"/>
                  </a:lnTo>
                  <a:lnTo>
                    <a:pt x="815876" y="5238249"/>
                  </a:lnTo>
                  <a:lnTo>
                    <a:pt x="816192" y="5237818"/>
                  </a:lnTo>
                  <a:lnTo>
                    <a:pt x="816665" y="5237818"/>
                  </a:lnTo>
                  <a:lnTo>
                    <a:pt x="816822" y="5237818"/>
                  </a:lnTo>
                  <a:lnTo>
                    <a:pt x="816980" y="5237387"/>
                  </a:lnTo>
                  <a:lnTo>
                    <a:pt x="817453" y="5236957"/>
                  </a:lnTo>
                  <a:lnTo>
                    <a:pt x="817611" y="5236096"/>
                  </a:lnTo>
                  <a:lnTo>
                    <a:pt x="817611" y="5235234"/>
                  </a:lnTo>
                  <a:lnTo>
                    <a:pt x="817769" y="5235234"/>
                  </a:lnTo>
                  <a:lnTo>
                    <a:pt x="817926" y="5235234"/>
                  </a:lnTo>
                  <a:lnTo>
                    <a:pt x="818242" y="5234804"/>
                  </a:lnTo>
                  <a:lnTo>
                    <a:pt x="818400" y="5234373"/>
                  </a:lnTo>
                  <a:lnTo>
                    <a:pt x="818557" y="5234373"/>
                  </a:lnTo>
                  <a:lnTo>
                    <a:pt x="818715" y="5234373"/>
                  </a:lnTo>
                  <a:lnTo>
                    <a:pt x="818715" y="5233943"/>
                  </a:lnTo>
                  <a:lnTo>
                    <a:pt x="819031" y="5233512"/>
                  </a:lnTo>
                  <a:lnTo>
                    <a:pt x="819188" y="5233512"/>
                  </a:lnTo>
                  <a:lnTo>
                    <a:pt x="819346" y="5233512"/>
                  </a:lnTo>
                  <a:lnTo>
                    <a:pt x="819819" y="5233512"/>
                  </a:lnTo>
                  <a:lnTo>
                    <a:pt x="819977" y="5233081"/>
                  </a:lnTo>
                  <a:lnTo>
                    <a:pt x="820135" y="5232651"/>
                  </a:lnTo>
                  <a:lnTo>
                    <a:pt x="820292" y="5232651"/>
                  </a:lnTo>
                  <a:lnTo>
                    <a:pt x="820450" y="5232220"/>
                  </a:lnTo>
                  <a:lnTo>
                    <a:pt x="820923" y="5231359"/>
                  </a:lnTo>
                  <a:lnTo>
                    <a:pt x="821239" y="5230928"/>
                  </a:lnTo>
                  <a:lnTo>
                    <a:pt x="821239" y="5230498"/>
                  </a:lnTo>
                  <a:lnTo>
                    <a:pt x="821396" y="5230067"/>
                  </a:lnTo>
                  <a:lnTo>
                    <a:pt x="821869" y="5229637"/>
                  </a:lnTo>
                  <a:lnTo>
                    <a:pt x="822027" y="5229637"/>
                  </a:lnTo>
                  <a:lnTo>
                    <a:pt x="822027" y="5229206"/>
                  </a:lnTo>
                  <a:lnTo>
                    <a:pt x="822027" y="5228775"/>
                  </a:lnTo>
                  <a:lnTo>
                    <a:pt x="822343" y="5228775"/>
                  </a:lnTo>
                  <a:lnTo>
                    <a:pt x="822816" y="5227914"/>
                  </a:lnTo>
                  <a:lnTo>
                    <a:pt x="822973" y="5227914"/>
                  </a:lnTo>
                  <a:lnTo>
                    <a:pt x="823604" y="5225761"/>
                  </a:lnTo>
                  <a:lnTo>
                    <a:pt x="823920" y="5225331"/>
                  </a:lnTo>
                  <a:lnTo>
                    <a:pt x="824078" y="5224900"/>
                  </a:lnTo>
                  <a:lnTo>
                    <a:pt x="824708" y="5224469"/>
                  </a:lnTo>
                  <a:lnTo>
                    <a:pt x="824866" y="5224469"/>
                  </a:lnTo>
                  <a:lnTo>
                    <a:pt x="825497" y="5224039"/>
                  </a:lnTo>
                  <a:lnTo>
                    <a:pt x="825812" y="5223608"/>
                  </a:lnTo>
                  <a:lnTo>
                    <a:pt x="826443" y="5223178"/>
                  </a:lnTo>
                  <a:lnTo>
                    <a:pt x="826601" y="5223178"/>
                  </a:lnTo>
                  <a:lnTo>
                    <a:pt x="826601" y="5222316"/>
                  </a:lnTo>
                  <a:lnTo>
                    <a:pt x="826759" y="5222316"/>
                  </a:lnTo>
                  <a:lnTo>
                    <a:pt x="826759" y="5221886"/>
                  </a:lnTo>
                  <a:lnTo>
                    <a:pt x="827390" y="5221886"/>
                  </a:lnTo>
                  <a:lnTo>
                    <a:pt x="827547" y="5221455"/>
                  </a:lnTo>
                  <a:lnTo>
                    <a:pt x="828494" y="5220594"/>
                  </a:lnTo>
                  <a:lnTo>
                    <a:pt x="828651" y="5220594"/>
                  </a:lnTo>
                  <a:lnTo>
                    <a:pt x="828967" y="5220594"/>
                  </a:lnTo>
                  <a:lnTo>
                    <a:pt x="829124" y="5220594"/>
                  </a:lnTo>
                  <a:lnTo>
                    <a:pt x="829598" y="5219302"/>
                  </a:lnTo>
                  <a:lnTo>
                    <a:pt x="829598" y="5218441"/>
                  </a:lnTo>
                  <a:lnTo>
                    <a:pt x="829913" y="5217580"/>
                  </a:lnTo>
                  <a:lnTo>
                    <a:pt x="830071" y="5217149"/>
                  </a:lnTo>
                  <a:lnTo>
                    <a:pt x="830544" y="5216719"/>
                  </a:lnTo>
                  <a:lnTo>
                    <a:pt x="830859" y="5216288"/>
                  </a:lnTo>
                  <a:lnTo>
                    <a:pt x="831333" y="5215857"/>
                  </a:lnTo>
                  <a:lnTo>
                    <a:pt x="831333" y="5215427"/>
                  </a:lnTo>
                  <a:lnTo>
                    <a:pt x="831490" y="5215427"/>
                  </a:lnTo>
                  <a:lnTo>
                    <a:pt x="831648" y="5214996"/>
                  </a:lnTo>
                  <a:lnTo>
                    <a:pt x="831806" y="5214996"/>
                  </a:lnTo>
                  <a:lnTo>
                    <a:pt x="832437" y="5214996"/>
                  </a:lnTo>
                  <a:lnTo>
                    <a:pt x="832910" y="5214996"/>
                  </a:lnTo>
                  <a:lnTo>
                    <a:pt x="833067" y="5213704"/>
                  </a:lnTo>
                  <a:lnTo>
                    <a:pt x="833541" y="5213274"/>
                  </a:lnTo>
                  <a:lnTo>
                    <a:pt x="833698" y="5213274"/>
                  </a:lnTo>
                  <a:lnTo>
                    <a:pt x="833856" y="5213274"/>
                  </a:lnTo>
                  <a:lnTo>
                    <a:pt x="833856" y="5212843"/>
                  </a:lnTo>
                  <a:lnTo>
                    <a:pt x="834014" y="5212843"/>
                  </a:lnTo>
                  <a:lnTo>
                    <a:pt x="834487" y="5212413"/>
                  </a:lnTo>
                  <a:lnTo>
                    <a:pt x="834487" y="5211982"/>
                  </a:lnTo>
                  <a:lnTo>
                    <a:pt x="835118" y="5211121"/>
                  </a:lnTo>
                  <a:lnTo>
                    <a:pt x="835591" y="5209829"/>
                  </a:lnTo>
                  <a:lnTo>
                    <a:pt x="835906" y="5209398"/>
                  </a:lnTo>
                  <a:lnTo>
                    <a:pt x="835906" y="5208968"/>
                  </a:lnTo>
                  <a:lnTo>
                    <a:pt x="836222" y="5208537"/>
                  </a:lnTo>
                  <a:lnTo>
                    <a:pt x="836537" y="5208537"/>
                  </a:lnTo>
                  <a:lnTo>
                    <a:pt x="836695" y="5208537"/>
                  </a:lnTo>
                  <a:lnTo>
                    <a:pt x="836695" y="5208107"/>
                  </a:lnTo>
                  <a:lnTo>
                    <a:pt x="836853" y="5207676"/>
                  </a:lnTo>
                  <a:lnTo>
                    <a:pt x="837010" y="5207245"/>
                  </a:lnTo>
                  <a:lnTo>
                    <a:pt x="837010" y="5206384"/>
                  </a:lnTo>
                  <a:lnTo>
                    <a:pt x="837168" y="5206384"/>
                  </a:lnTo>
                  <a:lnTo>
                    <a:pt x="837484" y="5205954"/>
                  </a:lnTo>
                  <a:lnTo>
                    <a:pt x="837957" y="5205092"/>
                  </a:lnTo>
                  <a:lnTo>
                    <a:pt x="838114" y="5205092"/>
                  </a:lnTo>
                  <a:lnTo>
                    <a:pt x="838272" y="5205092"/>
                  </a:lnTo>
                  <a:lnTo>
                    <a:pt x="838430" y="5204662"/>
                  </a:lnTo>
                  <a:lnTo>
                    <a:pt x="838430" y="5204231"/>
                  </a:lnTo>
                  <a:lnTo>
                    <a:pt x="838588" y="5204231"/>
                  </a:lnTo>
                  <a:lnTo>
                    <a:pt x="838745" y="5204231"/>
                  </a:lnTo>
                  <a:lnTo>
                    <a:pt x="839849" y="5202939"/>
                  </a:lnTo>
                  <a:lnTo>
                    <a:pt x="839849" y="5202509"/>
                  </a:lnTo>
                  <a:lnTo>
                    <a:pt x="840007" y="5202509"/>
                  </a:lnTo>
                  <a:lnTo>
                    <a:pt x="840796" y="5202078"/>
                  </a:lnTo>
                  <a:lnTo>
                    <a:pt x="841269" y="5201217"/>
                  </a:lnTo>
                  <a:lnTo>
                    <a:pt x="841427" y="5200786"/>
                  </a:lnTo>
                  <a:lnTo>
                    <a:pt x="842688" y="5199064"/>
                  </a:lnTo>
                  <a:lnTo>
                    <a:pt x="842846" y="5199064"/>
                  </a:lnTo>
                  <a:lnTo>
                    <a:pt x="843004" y="5197772"/>
                  </a:lnTo>
                  <a:lnTo>
                    <a:pt x="843477" y="5196911"/>
                  </a:lnTo>
                  <a:lnTo>
                    <a:pt x="843635" y="5196911"/>
                  </a:lnTo>
                  <a:lnTo>
                    <a:pt x="843792" y="5196911"/>
                  </a:lnTo>
                  <a:lnTo>
                    <a:pt x="843950" y="5196911"/>
                  </a:lnTo>
                  <a:lnTo>
                    <a:pt x="844108" y="5196911"/>
                  </a:lnTo>
                  <a:lnTo>
                    <a:pt x="844265" y="5195619"/>
                  </a:lnTo>
                  <a:lnTo>
                    <a:pt x="844423" y="5195619"/>
                  </a:lnTo>
                  <a:lnTo>
                    <a:pt x="844739" y="5195619"/>
                  </a:lnTo>
                  <a:lnTo>
                    <a:pt x="844739" y="5194327"/>
                  </a:lnTo>
                  <a:lnTo>
                    <a:pt x="845054" y="5194327"/>
                  </a:lnTo>
                  <a:lnTo>
                    <a:pt x="845369" y="5194327"/>
                  </a:lnTo>
                  <a:lnTo>
                    <a:pt x="845527" y="5194327"/>
                  </a:lnTo>
                  <a:lnTo>
                    <a:pt x="845685" y="5193897"/>
                  </a:lnTo>
                  <a:lnTo>
                    <a:pt x="846158" y="5193466"/>
                  </a:lnTo>
                  <a:lnTo>
                    <a:pt x="846158" y="5193036"/>
                  </a:lnTo>
                  <a:lnTo>
                    <a:pt x="846473" y="5193036"/>
                  </a:lnTo>
                  <a:lnTo>
                    <a:pt x="846947" y="5193036"/>
                  </a:lnTo>
                  <a:lnTo>
                    <a:pt x="847262" y="5192605"/>
                  </a:lnTo>
                  <a:lnTo>
                    <a:pt x="847262" y="5192174"/>
                  </a:lnTo>
                  <a:lnTo>
                    <a:pt x="847420" y="5191744"/>
                  </a:lnTo>
                  <a:lnTo>
                    <a:pt x="847420" y="5190452"/>
                  </a:lnTo>
                  <a:lnTo>
                    <a:pt x="847578" y="5190021"/>
                  </a:lnTo>
                  <a:lnTo>
                    <a:pt x="847893" y="5189591"/>
                  </a:lnTo>
                  <a:lnTo>
                    <a:pt x="848366" y="5189160"/>
                  </a:lnTo>
                  <a:lnTo>
                    <a:pt x="848524" y="5189160"/>
                  </a:lnTo>
                  <a:lnTo>
                    <a:pt x="848839" y="5188730"/>
                  </a:lnTo>
                  <a:lnTo>
                    <a:pt x="849628" y="5188730"/>
                  </a:lnTo>
                  <a:lnTo>
                    <a:pt x="849786" y="5188730"/>
                  </a:lnTo>
                  <a:lnTo>
                    <a:pt x="850259" y="5188730"/>
                  </a:lnTo>
                  <a:lnTo>
                    <a:pt x="850416" y="5188730"/>
                  </a:lnTo>
                  <a:lnTo>
                    <a:pt x="851047" y="5187868"/>
                  </a:lnTo>
                  <a:lnTo>
                    <a:pt x="851205" y="5187438"/>
                  </a:lnTo>
                  <a:lnTo>
                    <a:pt x="852151" y="5186146"/>
                  </a:lnTo>
                  <a:lnTo>
                    <a:pt x="852467" y="5186146"/>
                  </a:lnTo>
                  <a:lnTo>
                    <a:pt x="852782" y="5185715"/>
                  </a:lnTo>
                  <a:lnTo>
                    <a:pt x="853098" y="5185715"/>
                  </a:lnTo>
                  <a:lnTo>
                    <a:pt x="853098" y="5185285"/>
                  </a:lnTo>
                  <a:lnTo>
                    <a:pt x="853413" y="5184424"/>
                  </a:lnTo>
                  <a:lnTo>
                    <a:pt x="853571" y="5183993"/>
                  </a:lnTo>
                  <a:lnTo>
                    <a:pt x="854675" y="5183993"/>
                  </a:lnTo>
                  <a:lnTo>
                    <a:pt x="854675" y="5182701"/>
                  </a:lnTo>
                  <a:lnTo>
                    <a:pt x="855148" y="5182701"/>
                  </a:lnTo>
                  <a:lnTo>
                    <a:pt x="855306" y="5182271"/>
                  </a:lnTo>
                  <a:lnTo>
                    <a:pt x="856252" y="5181409"/>
                  </a:lnTo>
                  <a:lnTo>
                    <a:pt x="856410" y="5181409"/>
                  </a:lnTo>
                  <a:lnTo>
                    <a:pt x="856567" y="5181409"/>
                  </a:lnTo>
                  <a:lnTo>
                    <a:pt x="857198" y="5181409"/>
                  </a:lnTo>
                  <a:lnTo>
                    <a:pt x="857356" y="5180979"/>
                  </a:lnTo>
                  <a:lnTo>
                    <a:pt x="857356" y="5180548"/>
                  </a:lnTo>
                  <a:lnTo>
                    <a:pt x="857671" y="5180548"/>
                  </a:lnTo>
                  <a:lnTo>
                    <a:pt x="857987" y="5178826"/>
                  </a:lnTo>
                  <a:lnTo>
                    <a:pt x="857987" y="5177965"/>
                  </a:lnTo>
                  <a:lnTo>
                    <a:pt x="858145" y="5177965"/>
                  </a:lnTo>
                  <a:lnTo>
                    <a:pt x="859091" y="5177965"/>
                  </a:lnTo>
                  <a:lnTo>
                    <a:pt x="859564" y="5176673"/>
                  </a:lnTo>
                  <a:lnTo>
                    <a:pt x="860195" y="5176673"/>
                  </a:lnTo>
                  <a:lnTo>
                    <a:pt x="860353" y="5176242"/>
                  </a:lnTo>
                  <a:lnTo>
                    <a:pt x="860353" y="5175812"/>
                  </a:lnTo>
                  <a:lnTo>
                    <a:pt x="861299" y="5174950"/>
                  </a:lnTo>
                  <a:lnTo>
                    <a:pt x="861772" y="5174089"/>
                  </a:lnTo>
                  <a:lnTo>
                    <a:pt x="861772" y="5173659"/>
                  </a:lnTo>
                  <a:lnTo>
                    <a:pt x="861930" y="5172797"/>
                  </a:lnTo>
                  <a:lnTo>
                    <a:pt x="862088" y="5172797"/>
                  </a:lnTo>
                  <a:lnTo>
                    <a:pt x="862718" y="5171506"/>
                  </a:lnTo>
                  <a:lnTo>
                    <a:pt x="863034" y="5170214"/>
                  </a:lnTo>
                  <a:lnTo>
                    <a:pt x="863034" y="5169783"/>
                  </a:lnTo>
                  <a:lnTo>
                    <a:pt x="863507" y="5169783"/>
                  </a:lnTo>
                  <a:lnTo>
                    <a:pt x="863823" y="5169783"/>
                  </a:lnTo>
                  <a:lnTo>
                    <a:pt x="864138" y="5169353"/>
                  </a:lnTo>
                  <a:lnTo>
                    <a:pt x="864927" y="5169353"/>
                  </a:lnTo>
                  <a:lnTo>
                    <a:pt x="865242" y="5168922"/>
                  </a:lnTo>
                  <a:lnTo>
                    <a:pt x="865557" y="5168491"/>
                  </a:lnTo>
                  <a:lnTo>
                    <a:pt x="865873" y="5168491"/>
                  </a:lnTo>
                  <a:lnTo>
                    <a:pt x="866819" y="5168061"/>
                  </a:lnTo>
                  <a:lnTo>
                    <a:pt x="866977" y="5166338"/>
                  </a:lnTo>
                  <a:lnTo>
                    <a:pt x="866977" y="5165908"/>
                  </a:lnTo>
                  <a:lnTo>
                    <a:pt x="867135" y="5165477"/>
                  </a:lnTo>
                  <a:lnTo>
                    <a:pt x="867608" y="5164616"/>
                  </a:lnTo>
                  <a:lnTo>
                    <a:pt x="868239" y="5164616"/>
                  </a:lnTo>
                  <a:lnTo>
                    <a:pt x="868554" y="5163324"/>
                  </a:lnTo>
                  <a:lnTo>
                    <a:pt x="868869" y="5163324"/>
                  </a:lnTo>
                  <a:lnTo>
                    <a:pt x="869500" y="5162463"/>
                  </a:lnTo>
                  <a:lnTo>
                    <a:pt x="869658" y="5162463"/>
                  </a:lnTo>
                  <a:lnTo>
                    <a:pt x="869816" y="5161171"/>
                  </a:lnTo>
                  <a:lnTo>
                    <a:pt x="870131" y="5161171"/>
                  </a:lnTo>
                  <a:lnTo>
                    <a:pt x="870762" y="5160741"/>
                  </a:lnTo>
                  <a:lnTo>
                    <a:pt x="870920" y="5160310"/>
                  </a:lnTo>
                  <a:lnTo>
                    <a:pt x="870920" y="5159879"/>
                  </a:lnTo>
                  <a:lnTo>
                    <a:pt x="871078" y="5159449"/>
                  </a:lnTo>
                  <a:lnTo>
                    <a:pt x="871866" y="5159449"/>
                  </a:lnTo>
                  <a:lnTo>
                    <a:pt x="872024" y="5159449"/>
                  </a:lnTo>
                  <a:lnTo>
                    <a:pt x="872024" y="5158157"/>
                  </a:lnTo>
                  <a:lnTo>
                    <a:pt x="872497" y="5158157"/>
                  </a:lnTo>
                  <a:lnTo>
                    <a:pt x="872497" y="5156865"/>
                  </a:lnTo>
                  <a:lnTo>
                    <a:pt x="872497" y="5156435"/>
                  </a:lnTo>
                  <a:lnTo>
                    <a:pt x="872812" y="5155573"/>
                  </a:lnTo>
                  <a:lnTo>
                    <a:pt x="872970" y="5155573"/>
                  </a:lnTo>
                  <a:lnTo>
                    <a:pt x="873128" y="5154712"/>
                  </a:lnTo>
                  <a:lnTo>
                    <a:pt x="873759" y="5154712"/>
                  </a:lnTo>
                  <a:lnTo>
                    <a:pt x="874390" y="5154282"/>
                  </a:lnTo>
                  <a:lnTo>
                    <a:pt x="875178" y="5153420"/>
                  </a:lnTo>
                  <a:lnTo>
                    <a:pt x="875336" y="5153420"/>
                  </a:lnTo>
                  <a:lnTo>
                    <a:pt x="875494" y="5153420"/>
                  </a:lnTo>
                  <a:lnTo>
                    <a:pt x="875809" y="5152990"/>
                  </a:lnTo>
                  <a:lnTo>
                    <a:pt x="876440" y="5152559"/>
                  </a:lnTo>
                  <a:lnTo>
                    <a:pt x="876755" y="5152559"/>
                  </a:lnTo>
                  <a:lnTo>
                    <a:pt x="876913" y="5152559"/>
                  </a:lnTo>
                  <a:lnTo>
                    <a:pt x="877071" y="5152129"/>
                  </a:lnTo>
                  <a:lnTo>
                    <a:pt x="877071" y="5151698"/>
                  </a:lnTo>
                  <a:lnTo>
                    <a:pt x="877544" y="5151698"/>
                  </a:lnTo>
                  <a:lnTo>
                    <a:pt x="877702" y="5151267"/>
                  </a:lnTo>
                  <a:lnTo>
                    <a:pt x="877702" y="5150837"/>
                  </a:lnTo>
                  <a:lnTo>
                    <a:pt x="877859" y="5150837"/>
                  </a:lnTo>
                  <a:lnTo>
                    <a:pt x="878175" y="5150837"/>
                  </a:lnTo>
                  <a:lnTo>
                    <a:pt x="878175" y="5148253"/>
                  </a:lnTo>
                  <a:lnTo>
                    <a:pt x="878806" y="5148253"/>
                  </a:lnTo>
                  <a:lnTo>
                    <a:pt x="878963" y="5148253"/>
                  </a:lnTo>
                  <a:lnTo>
                    <a:pt x="879279" y="5147823"/>
                  </a:lnTo>
                  <a:lnTo>
                    <a:pt x="879279" y="5147392"/>
                  </a:lnTo>
                  <a:lnTo>
                    <a:pt x="879752" y="5146531"/>
                  </a:lnTo>
                  <a:lnTo>
                    <a:pt x="880698" y="5145670"/>
                  </a:lnTo>
                  <a:lnTo>
                    <a:pt x="880856" y="5144808"/>
                  </a:lnTo>
                  <a:lnTo>
                    <a:pt x="881329" y="5144808"/>
                  </a:lnTo>
                  <a:lnTo>
                    <a:pt x="881487" y="5144808"/>
                  </a:lnTo>
                  <a:lnTo>
                    <a:pt x="881645" y="5144378"/>
                  </a:lnTo>
                  <a:lnTo>
                    <a:pt x="881645" y="5143947"/>
                  </a:lnTo>
                  <a:lnTo>
                    <a:pt x="882118" y="5143517"/>
                  </a:lnTo>
                  <a:lnTo>
                    <a:pt x="882591" y="5143086"/>
                  </a:lnTo>
                  <a:lnTo>
                    <a:pt x="882749" y="5143086"/>
                  </a:lnTo>
                  <a:lnTo>
                    <a:pt x="884168" y="5142225"/>
                  </a:lnTo>
                  <a:lnTo>
                    <a:pt x="884326" y="5141794"/>
                  </a:lnTo>
                  <a:lnTo>
                    <a:pt x="884641" y="5140072"/>
                  </a:lnTo>
                  <a:lnTo>
                    <a:pt x="884957" y="5139641"/>
                  </a:lnTo>
                  <a:lnTo>
                    <a:pt x="885588" y="5139211"/>
                  </a:lnTo>
                  <a:lnTo>
                    <a:pt x="885903" y="5139211"/>
                  </a:lnTo>
                  <a:lnTo>
                    <a:pt x="886219" y="5138349"/>
                  </a:lnTo>
                  <a:lnTo>
                    <a:pt x="886376" y="5138349"/>
                  </a:lnTo>
                  <a:lnTo>
                    <a:pt x="886849" y="5137919"/>
                  </a:lnTo>
                  <a:lnTo>
                    <a:pt x="887007" y="5137919"/>
                  </a:lnTo>
                  <a:lnTo>
                    <a:pt x="887480" y="5137919"/>
                  </a:lnTo>
                  <a:lnTo>
                    <a:pt x="887953" y="5137488"/>
                  </a:lnTo>
                  <a:lnTo>
                    <a:pt x="888269" y="5137488"/>
                  </a:lnTo>
                  <a:lnTo>
                    <a:pt x="888427" y="5136627"/>
                  </a:lnTo>
                  <a:lnTo>
                    <a:pt x="889215" y="5136196"/>
                  </a:lnTo>
                  <a:lnTo>
                    <a:pt x="889215" y="5135766"/>
                  </a:lnTo>
                  <a:lnTo>
                    <a:pt x="889215" y="5135335"/>
                  </a:lnTo>
                  <a:lnTo>
                    <a:pt x="889688" y="5134905"/>
                  </a:lnTo>
                  <a:lnTo>
                    <a:pt x="889688" y="5134474"/>
                  </a:lnTo>
                  <a:lnTo>
                    <a:pt x="890319" y="5133613"/>
                  </a:lnTo>
                  <a:lnTo>
                    <a:pt x="890635" y="5133613"/>
                  </a:lnTo>
                  <a:lnTo>
                    <a:pt x="890635" y="5132752"/>
                  </a:lnTo>
                  <a:lnTo>
                    <a:pt x="890792" y="5132752"/>
                  </a:lnTo>
                  <a:lnTo>
                    <a:pt x="890792" y="5132321"/>
                  </a:lnTo>
                  <a:lnTo>
                    <a:pt x="890950" y="5131460"/>
                  </a:lnTo>
                  <a:lnTo>
                    <a:pt x="891265" y="5131460"/>
                  </a:lnTo>
                  <a:lnTo>
                    <a:pt x="891896" y="5131029"/>
                  </a:lnTo>
                  <a:lnTo>
                    <a:pt x="892054" y="5130168"/>
                  </a:lnTo>
                  <a:lnTo>
                    <a:pt x="892370" y="5130168"/>
                  </a:lnTo>
                  <a:lnTo>
                    <a:pt x="892685" y="5129737"/>
                  </a:lnTo>
                  <a:lnTo>
                    <a:pt x="892685" y="5129307"/>
                  </a:lnTo>
                  <a:lnTo>
                    <a:pt x="892843" y="5129307"/>
                  </a:lnTo>
                  <a:lnTo>
                    <a:pt x="893316" y="5129307"/>
                  </a:lnTo>
                  <a:lnTo>
                    <a:pt x="893474" y="5128876"/>
                  </a:lnTo>
                  <a:lnTo>
                    <a:pt x="893947" y="5127584"/>
                  </a:lnTo>
                  <a:lnTo>
                    <a:pt x="894262" y="5127154"/>
                  </a:lnTo>
                  <a:lnTo>
                    <a:pt x="894262" y="5126723"/>
                  </a:lnTo>
                  <a:lnTo>
                    <a:pt x="894578" y="5125431"/>
                  </a:lnTo>
                  <a:lnTo>
                    <a:pt x="895051" y="5124140"/>
                  </a:lnTo>
                  <a:lnTo>
                    <a:pt x="895208" y="5124140"/>
                  </a:lnTo>
                  <a:lnTo>
                    <a:pt x="895839" y="5124140"/>
                  </a:lnTo>
                  <a:lnTo>
                    <a:pt x="897101" y="5124140"/>
                  </a:lnTo>
                  <a:lnTo>
                    <a:pt x="897417" y="5123278"/>
                  </a:lnTo>
                  <a:lnTo>
                    <a:pt x="897574" y="5122848"/>
                  </a:lnTo>
                  <a:lnTo>
                    <a:pt x="897574" y="5121987"/>
                  </a:lnTo>
                  <a:lnTo>
                    <a:pt x="897574" y="5121556"/>
                  </a:lnTo>
                  <a:lnTo>
                    <a:pt x="897890" y="5121556"/>
                  </a:lnTo>
                  <a:lnTo>
                    <a:pt x="898047" y="5121556"/>
                  </a:lnTo>
                  <a:lnTo>
                    <a:pt x="898363" y="5120264"/>
                  </a:lnTo>
                  <a:lnTo>
                    <a:pt x="898678" y="5119834"/>
                  </a:lnTo>
                  <a:lnTo>
                    <a:pt x="898836" y="5119403"/>
                  </a:lnTo>
                  <a:lnTo>
                    <a:pt x="898994" y="5119403"/>
                  </a:lnTo>
                  <a:lnTo>
                    <a:pt x="899151" y="5118111"/>
                  </a:lnTo>
                  <a:lnTo>
                    <a:pt x="899467" y="5117250"/>
                  </a:lnTo>
                  <a:lnTo>
                    <a:pt x="899940" y="5116819"/>
                  </a:lnTo>
                  <a:lnTo>
                    <a:pt x="900413" y="5116819"/>
                  </a:lnTo>
                  <a:lnTo>
                    <a:pt x="901044" y="5115958"/>
                  </a:lnTo>
                  <a:lnTo>
                    <a:pt x="901202" y="5115958"/>
                  </a:lnTo>
                  <a:lnTo>
                    <a:pt x="901359" y="5115097"/>
                  </a:lnTo>
                  <a:lnTo>
                    <a:pt x="901675" y="5115097"/>
                  </a:lnTo>
                  <a:lnTo>
                    <a:pt x="902148" y="5115097"/>
                  </a:lnTo>
                  <a:lnTo>
                    <a:pt x="903410" y="5113805"/>
                  </a:lnTo>
                  <a:lnTo>
                    <a:pt x="903568" y="5113805"/>
                  </a:lnTo>
                  <a:lnTo>
                    <a:pt x="903883" y="5113375"/>
                  </a:lnTo>
                  <a:lnTo>
                    <a:pt x="904198" y="5112944"/>
                  </a:lnTo>
                  <a:lnTo>
                    <a:pt x="904356" y="5112944"/>
                  </a:lnTo>
                  <a:lnTo>
                    <a:pt x="904356" y="5112513"/>
                  </a:lnTo>
                  <a:lnTo>
                    <a:pt x="904829" y="5112513"/>
                  </a:lnTo>
                  <a:lnTo>
                    <a:pt x="905302" y="5112513"/>
                  </a:lnTo>
                  <a:lnTo>
                    <a:pt x="905460" y="5112513"/>
                  </a:lnTo>
                  <a:lnTo>
                    <a:pt x="905776" y="5111652"/>
                  </a:lnTo>
                  <a:lnTo>
                    <a:pt x="905776" y="5111222"/>
                  </a:lnTo>
                  <a:lnTo>
                    <a:pt x="906406" y="5111222"/>
                  </a:lnTo>
                  <a:lnTo>
                    <a:pt x="906880" y="5111222"/>
                  </a:lnTo>
                  <a:lnTo>
                    <a:pt x="907510" y="5111222"/>
                  </a:lnTo>
                  <a:lnTo>
                    <a:pt x="907826" y="5111222"/>
                  </a:lnTo>
                  <a:lnTo>
                    <a:pt x="908141" y="5110791"/>
                  </a:lnTo>
                  <a:lnTo>
                    <a:pt x="908457" y="5110791"/>
                  </a:lnTo>
                  <a:lnTo>
                    <a:pt x="908615" y="5110791"/>
                  </a:lnTo>
                  <a:lnTo>
                    <a:pt x="908930" y="5110360"/>
                  </a:lnTo>
                  <a:lnTo>
                    <a:pt x="909245" y="5110360"/>
                  </a:lnTo>
                  <a:lnTo>
                    <a:pt x="909403" y="5109930"/>
                  </a:lnTo>
                  <a:lnTo>
                    <a:pt x="910034" y="5109930"/>
                  </a:lnTo>
                  <a:lnTo>
                    <a:pt x="911138" y="5109930"/>
                  </a:lnTo>
                  <a:lnTo>
                    <a:pt x="911296" y="5109930"/>
                  </a:lnTo>
                  <a:lnTo>
                    <a:pt x="911296" y="5109069"/>
                  </a:lnTo>
                  <a:lnTo>
                    <a:pt x="912084" y="5108207"/>
                  </a:lnTo>
                  <a:lnTo>
                    <a:pt x="912715" y="5107777"/>
                  </a:lnTo>
                  <a:lnTo>
                    <a:pt x="913031" y="5107777"/>
                  </a:lnTo>
                  <a:lnTo>
                    <a:pt x="913188" y="5107777"/>
                  </a:lnTo>
                  <a:lnTo>
                    <a:pt x="913504" y="5107346"/>
                  </a:lnTo>
                  <a:lnTo>
                    <a:pt x="913661" y="5106916"/>
                  </a:lnTo>
                  <a:lnTo>
                    <a:pt x="913819" y="5106916"/>
                  </a:lnTo>
                  <a:lnTo>
                    <a:pt x="913819" y="5106485"/>
                  </a:lnTo>
                  <a:lnTo>
                    <a:pt x="914766" y="5106054"/>
                  </a:lnTo>
                  <a:lnTo>
                    <a:pt x="915396" y="5105624"/>
                  </a:lnTo>
                  <a:lnTo>
                    <a:pt x="915554" y="5104763"/>
                  </a:lnTo>
                  <a:lnTo>
                    <a:pt x="915554" y="5104332"/>
                  </a:lnTo>
                  <a:lnTo>
                    <a:pt x="915712" y="5103471"/>
                  </a:lnTo>
                  <a:lnTo>
                    <a:pt x="916658" y="5103471"/>
                  </a:lnTo>
                  <a:lnTo>
                    <a:pt x="916658" y="5103040"/>
                  </a:lnTo>
                  <a:lnTo>
                    <a:pt x="917289" y="5102179"/>
                  </a:lnTo>
                  <a:lnTo>
                    <a:pt x="917447" y="5102179"/>
                  </a:lnTo>
                  <a:lnTo>
                    <a:pt x="917604" y="5102179"/>
                  </a:lnTo>
                  <a:lnTo>
                    <a:pt x="918078" y="5102179"/>
                  </a:lnTo>
                  <a:lnTo>
                    <a:pt x="918393" y="5101748"/>
                  </a:lnTo>
                  <a:lnTo>
                    <a:pt x="918393" y="5101318"/>
                  </a:lnTo>
                  <a:lnTo>
                    <a:pt x="918551" y="5100457"/>
                  </a:lnTo>
                  <a:lnTo>
                    <a:pt x="919024" y="5100026"/>
                  </a:lnTo>
                  <a:lnTo>
                    <a:pt x="919024" y="5099595"/>
                  </a:lnTo>
                  <a:lnTo>
                    <a:pt x="919339" y="5099595"/>
                  </a:lnTo>
                  <a:lnTo>
                    <a:pt x="919812" y="5099595"/>
                  </a:lnTo>
                  <a:lnTo>
                    <a:pt x="920286" y="5099165"/>
                  </a:lnTo>
                  <a:lnTo>
                    <a:pt x="920286" y="5098734"/>
                  </a:lnTo>
                  <a:lnTo>
                    <a:pt x="921074" y="5098734"/>
                  </a:lnTo>
                  <a:lnTo>
                    <a:pt x="921232" y="5097873"/>
                  </a:lnTo>
                  <a:lnTo>
                    <a:pt x="921863" y="5097012"/>
                  </a:lnTo>
                  <a:lnTo>
                    <a:pt x="921863" y="5096581"/>
                  </a:lnTo>
                  <a:lnTo>
                    <a:pt x="922021" y="5096581"/>
                  </a:lnTo>
                  <a:lnTo>
                    <a:pt x="922178" y="5096151"/>
                  </a:lnTo>
                  <a:lnTo>
                    <a:pt x="922809" y="5096151"/>
                  </a:lnTo>
                  <a:lnTo>
                    <a:pt x="922967" y="5096151"/>
                  </a:lnTo>
                  <a:lnTo>
                    <a:pt x="923125" y="5095289"/>
                  </a:lnTo>
                  <a:lnTo>
                    <a:pt x="923282" y="5094859"/>
                  </a:lnTo>
                  <a:lnTo>
                    <a:pt x="923440" y="5094428"/>
                  </a:lnTo>
                  <a:lnTo>
                    <a:pt x="923755" y="5094428"/>
                  </a:lnTo>
                  <a:lnTo>
                    <a:pt x="924229" y="5093998"/>
                  </a:lnTo>
                  <a:lnTo>
                    <a:pt x="924386" y="5093998"/>
                  </a:lnTo>
                  <a:lnTo>
                    <a:pt x="925017" y="5093998"/>
                  </a:lnTo>
                  <a:lnTo>
                    <a:pt x="925175" y="5093567"/>
                  </a:lnTo>
                  <a:lnTo>
                    <a:pt x="925648" y="5092706"/>
                  </a:lnTo>
                  <a:lnTo>
                    <a:pt x="925806" y="5092706"/>
                  </a:lnTo>
                  <a:lnTo>
                    <a:pt x="925964" y="5092706"/>
                  </a:lnTo>
                  <a:lnTo>
                    <a:pt x="925964" y="5092275"/>
                  </a:lnTo>
                  <a:lnTo>
                    <a:pt x="926279" y="5091845"/>
                  </a:lnTo>
                  <a:lnTo>
                    <a:pt x="926437" y="5091845"/>
                  </a:lnTo>
                  <a:lnTo>
                    <a:pt x="926752" y="5090553"/>
                  </a:lnTo>
                  <a:lnTo>
                    <a:pt x="927225" y="5090553"/>
                  </a:lnTo>
                  <a:lnTo>
                    <a:pt x="927541" y="5090122"/>
                  </a:lnTo>
                  <a:lnTo>
                    <a:pt x="927541" y="5089692"/>
                  </a:lnTo>
                  <a:lnTo>
                    <a:pt x="927856" y="5089261"/>
                  </a:lnTo>
                  <a:lnTo>
                    <a:pt x="927856" y="5088400"/>
                  </a:lnTo>
                  <a:lnTo>
                    <a:pt x="928172" y="5087969"/>
                  </a:lnTo>
                  <a:lnTo>
                    <a:pt x="929118" y="5087108"/>
                  </a:lnTo>
                  <a:lnTo>
                    <a:pt x="929433" y="5087108"/>
                  </a:lnTo>
                  <a:lnTo>
                    <a:pt x="929749" y="5086677"/>
                  </a:lnTo>
                  <a:lnTo>
                    <a:pt x="929906" y="5086677"/>
                  </a:lnTo>
                  <a:lnTo>
                    <a:pt x="930380" y="5084955"/>
                  </a:lnTo>
                  <a:lnTo>
                    <a:pt x="930537" y="5084524"/>
                  </a:lnTo>
                  <a:lnTo>
                    <a:pt x="930537" y="5084094"/>
                  </a:lnTo>
                  <a:lnTo>
                    <a:pt x="931168" y="5084094"/>
                  </a:lnTo>
                  <a:lnTo>
                    <a:pt x="931957" y="5083663"/>
                  </a:lnTo>
                  <a:lnTo>
                    <a:pt x="931957" y="5083233"/>
                  </a:lnTo>
                  <a:lnTo>
                    <a:pt x="932115" y="5083233"/>
                  </a:lnTo>
                  <a:lnTo>
                    <a:pt x="932588" y="5082802"/>
                  </a:lnTo>
                  <a:lnTo>
                    <a:pt x="932745" y="5082802"/>
                  </a:lnTo>
                  <a:lnTo>
                    <a:pt x="933061" y="5082802"/>
                  </a:lnTo>
                  <a:lnTo>
                    <a:pt x="933692" y="5082802"/>
                  </a:lnTo>
                  <a:lnTo>
                    <a:pt x="933849" y="5082802"/>
                  </a:lnTo>
                  <a:lnTo>
                    <a:pt x="934323" y="5082371"/>
                  </a:lnTo>
                  <a:lnTo>
                    <a:pt x="934796" y="5082371"/>
                  </a:lnTo>
                  <a:lnTo>
                    <a:pt x="934953" y="5082371"/>
                  </a:lnTo>
                  <a:lnTo>
                    <a:pt x="934953" y="5081941"/>
                  </a:lnTo>
                  <a:lnTo>
                    <a:pt x="935111" y="5081510"/>
                  </a:lnTo>
                  <a:lnTo>
                    <a:pt x="935584" y="5080649"/>
                  </a:lnTo>
                  <a:lnTo>
                    <a:pt x="935742" y="5080649"/>
                  </a:lnTo>
                  <a:lnTo>
                    <a:pt x="936057" y="5080649"/>
                  </a:lnTo>
                  <a:lnTo>
                    <a:pt x="936688" y="5080218"/>
                  </a:lnTo>
                  <a:lnTo>
                    <a:pt x="937319" y="5079788"/>
                  </a:lnTo>
                  <a:lnTo>
                    <a:pt x="938581" y="5079788"/>
                  </a:lnTo>
                  <a:lnTo>
                    <a:pt x="938739" y="5078927"/>
                  </a:lnTo>
                  <a:lnTo>
                    <a:pt x="939212" y="5078927"/>
                  </a:lnTo>
                  <a:lnTo>
                    <a:pt x="939370" y="5078496"/>
                  </a:lnTo>
                  <a:lnTo>
                    <a:pt x="939527" y="5078496"/>
                  </a:lnTo>
                  <a:lnTo>
                    <a:pt x="939685" y="5078496"/>
                  </a:lnTo>
                  <a:lnTo>
                    <a:pt x="939843" y="5078065"/>
                  </a:lnTo>
                  <a:lnTo>
                    <a:pt x="940000" y="5078065"/>
                  </a:lnTo>
                  <a:lnTo>
                    <a:pt x="940474" y="5077635"/>
                  </a:lnTo>
                  <a:lnTo>
                    <a:pt x="940631" y="5077635"/>
                  </a:lnTo>
                  <a:lnTo>
                    <a:pt x="940789" y="5077635"/>
                  </a:lnTo>
                  <a:lnTo>
                    <a:pt x="941262" y="5076343"/>
                  </a:lnTo>
                  <a:lnTo>
                    <a:pt x="941735" y="5076343"/>
                  </a:lnTo>
                  <a:lnTo>
                    <a:pt x="942208" y="5076343"/>
                  </a:lnTo>
                  <a:lnTo>
                    <a:pt x="942366" y="5075482"/>
                  </a:lnTo>
                  <a:lnTo>
                    <a:pt x="942524" y="5075482"/>
                  </a:lnTo>
                  <a:lnTo>
                    <a:pt x="942682" y="5075051"/>
                  </a:lnTo>
                  <a:lnTo>
                    <a:pt x="943470" y="5074621"/>
                  </a:lnTo>
                  <a:lnTo>
                    <a:pt x="943786" y="5074190"/>
                  </a:lnTo>
                  <a:lnTo>
                    <a:pt x="943943" y="5073759"/>
                  </a:lnTo>
                  <a:lnTo>
                    <a:pt x="944259" y="5073759"/>
                  </a:lnTo>
                  <a:lnTo>
                    <a:pt x="944417" y="5073329"/>
                  </a:lnTo>
                  <a:lnTo>
                    <a:pt x="944732" y="5072898"/>
                  </a:lnTo>
                  <a:lnTo>
                    <a:pt x="945047" y="5072468"/>
                  </a:lnTo>
                  <a:lnTo>
                    <a:pt x="945363" y="5072468"/>
                  </a:lnTo>
                  <a:lnTo>
                    <a:pt x="945678" y="5072468"/>
                  </a:lnTo>
                  <a:lnTo>
                    <a:pt x="946309" y="5072468"/>
                  </a:lnTo>
                  <a:lnTo>
                    <a:pt x="947255" y="5071606"/>
                  </a:lnTo>
                  <a:lnTo>
                    <a:pt x="947413" y="5071606"/>
                  </a:lnTo>
                  <a:lnTo>
                    <a:pt x="947886" y="5070745"/>
                  </a:lnTo>
                  <a:lnTo>
                    <a:pt x="947886" y="5069884"/>
                  </a:lnTo>
                  <a:lnTo>
                    <a:pt x="948360" y="5069884"/>
                  </a:lnTo>
                  <a:lnTo>
                    <a:pt x="948517" y="5069453"/>
                  </a:lnTo>
                  <a:lnTo>
                    <a:pt x="949306" y="5069023"/>
                  </a:lnTo>
                  <a:lnTo>
                    <a:pt x="949464" y="5068162"/>
                  </a:lnTo>
                  <a:lnTo>
                    <a:pt x="949464" y="5067300"/>
                  </a:lnTo>
                  <a:lnTo>
                    <a:pt x="949937" y="5067300"/>
                  </a:lnTo>
                  <a:lnTo>
                    <a:pt x="950883" y="5066870"/>
                  </a:lnTo>
                  <a:lnTo>
                    <a:pt x="951041" y="5066870"/>
                  </a:lnTo>
                  <a:lnTo>
                    <a:pt x="951356" y="5066870"/>
                  </a:lnTo>
                  <a:lnTo>
                    <a:pt x="951829" y="5066439"/>
                  </a:lnTo>
                  <a:lnTo>
                    <a:pt x="952776" y="5064717"/>
                  </a:lnTo>
                  <a:lnTo>
                    <a:pt x="953091" y="5064717"/>
                  </a:lnTo>
                  <a:lnTo>
                    <a:pt x="953564" y="5063856"/>
                  </a:lnTo>
                  <a:lnTo>
                    <a:pt x="954353" y="5063425"/>
                  </a:lnTo>
                  <a:lnTo>
                    <a:pt x="954353" y="5062994"/>
                  </a:lnTo>
                  <a:lnTo>
                    <a:pt x="955141" y="5061703"/>
                  </a:lnTo>
                  <a:lnTo>
                    <a:pt x="955299" y="5061703"/>
                  </a:lnTo>
                  <a:lnTo>
                    <a:pt x="955615" y="5061703"/>
                  </a:lnTo>
                  <a:lnTo>
                    <a:pt x="955772" y="5060841"/>
                  </a:lnTo>
                  <a:lnTo>
                    <a:pt x="956245" y="5060411"/>
                  </a:lnTo>
                  <a:lnTo>
                    <a:pt x="957823" y="5057827"/>
                  </a:lnTo>
                  <a:lnTo>
                    <a:pt x="957980" y="5057827"/>
                  </a:lnTo>
                  <a:lnTo>
                    <a:pt x="957980" y="5057397"/>
                  </a:lnTo>
                  <a:lnTo>
                    <a:pt x="958138" y="5057397"/>
                  </a:lnTo>
                  <a:lnTo>
                    <a:pt x="958453" y="5057397"/>
                  </a:lnTo>
                  <a:lnTo>
                    <a:pt x="958769" y="5056535"/>
                  </a:lnTo>
                  <a:lnTo>
                    <a:pt x="958769" y="5056105"/>
                  </a:lnTo>
                  <a:lnTo>
                    <a:pt x="959242" y="5055674"/>
                  </a:lnTo>
                  <a:lnTo>
                    <a:pt x="959242" y="5055244"/>
                  </a:lnTo>
                  <a:lnTo>
                    <a:pt x="959400" y="5055244"/>
                  </a:lnTo>
                  <a:lnTo>
                    <a:pt x="959400" y="5054813"/>
                  </a:lnTo>
                  <a:lnTo>
                    <a:pt x="960188" y="5053521"/>
                  </a:lnTo>
                  <a:lnTo>
                    <a:pt x="960346" y="5052660"/>
                  </a:lnTo>
                  <a:lnTo>
                    <a:pt x="960977" y="5051368"/>
                  </a:lnTo>
                  <a:lnTo>
                    <a:pt x="960977" y="5050938"/>
                  </a:lnTo>
                  <a:lnTo>
                    <a:pt x="960977" y="5050076"/>
                  </a:lnTo>
                  <a:lnTo>
                    <a:pt x="961135" y="5049646"/>
                  </a:lnTo>
                  <a:lnTo>
                    <a:pt x="961766" y="5049646"/>
                  </a:lnTo>
                  <a:lnTo>
                    <a:pt x="961923" y="5049215"/>
                  </a:lnTo>
                  <a:lnTo>
                    <a:pt x="962239" y="5048785"/>
                  </a:lnTo>
                  <a:lnTo>
                    <a:pt x="962239" y="5048354"/>
                  </a:lnTo>
                  <a:lnTo>
                    <a:pt x="962870" y="5047923"/>
                  </a:lnTo>
                  <a:lnTo>
                    <a:pt x="962870" y="5047493"/>
                  </a:lnTo>
                  <a:lnTo>
                    <a:pt x="963027" y="5047493"/>
                  </a:lnTo>
                  <a:lnTo>
                    <a:pt x="964289" y="5047493"/>
                  </a:lnTo>
                  <a:lnTo>
                    <a:pt x="964447" y="5047493"/>
                  </a:lnTo>
                  <a:lnTo>
                    <a:pt x="964447" y="5047062"/>
                  </a:lnTo>
                  <a:lnTo>
                    <a:pt x="964447" y="5046632"/>
                  </a:lnTo>
                  <a:lnTo>
                    <a:pt x="965709" y="5045770"/>
                  </a:lnTo>
                  <a:lnTo>
                    <a:pt x="965866" y="5044909"/>
                  </a:lnTo>
                  <a:lnTo>
                    <a:pt x="966024" y="5044479"/>
                  </a:lnTo>
                  <a:lnTo>
                    <a:pt x="966024" y="5044048"/>
                  </a:lnTo>
                  <a:lnTo>
                    <a:pt x="966182" y="5044048"/>
                  </a:lnTo>
                  <a:lnTo>
                    <a:pt x="966497" y="5044048"/>
                  </a:lnTo>
                  <a:lnTo>
                    <a:pt x="966655" y="5043617"/>
                  </a:lnTo>
                  <a:lnTo>
                    <a:pt x="967286" y="5041895"/>
                  </a:lnTo>
                  <a:lnTo>
                    <a:pt x="967759" y="5039742"/>
                  </a:lnTo>
                  <a:lnTo>
                    <a:pt x="967759" y="5039311"/>
                  </a:lnTo>
                  <a:lnTo>
                    <a:pt x="968074" y="5039311"/>
                  </a:lnTo>
                  <a:lnTo>
                    <a:pt x="968705" y="5039311"/>
                  </a:lnTo>
                  <a:lnTo>
                    <a:pt x="969021" y="5038881"/>
                  </a:lnTo>
                  <a:lnTo>
                    <a:pt x="969178" y="5038881"/>
                  </a:lnTo>
                  <a:lnTo>
                    <a:pt x="970440" y="5038881"/>
                  </a:lnTo>
                  <a:lnTo>
                    <a:pt x="971071" y="5038881"/>
                  </a:lnTo>
                  <a:lnTo>
                    <a:pt x="972017" y="5038881"/>
                  </a:lnTo>
                  <a:lnTo>
                    <a:pt x="972175" y="5038881"/>
                  </a:lnTo>
                  <a:lnTo>
                    <a:pt x="972175" y="5038450"/>
                  </a:lnTo>
                  <a:lnTo>
                    <a:pt x="972333" y="5037589"/>
                  </a:lnTo>
                  <a:lnTo>
                    <a:pt x="972648" y="5037158"/>
                  </a:lnTo>
                  <a:lnTo>
                    <a:pt x="972964" y="5037158"/>
                  </a:lnTo>
                  <a:lnTo>
                    <a:pt x="972964" y="5036728"/>
                  </a:lnTo>
                  <a:lnTo>
                    <a:pt x="972964" y="5036297"/>
                  </a:lnTo>
                  <a:lnTo>
                    <a:pt x="973594" y="5036297"/>
                  </a:lnTo>
                  <a:lnTo>
                    <a:pt x="973752" y="5036297"/>
                  </a:lnTo>
                  <a:lnTo>
                    <a:pt x="973910" y="5036297"/>
                  </a:lnTo>
                  <a:lnTo>
                    <a:pt x="974225" y="5036297"/>
                  </a:lnTo>
                  <a:lnTo>
                    <a:pt x="974383" y="5036297"/>
                  </a:lnTo>
                  <a:lnTo>
                    <a:pt x="974698" y="5036297"/>
                  </a:lnTo>
                  <a:lnTo>
                    <a:pt x="974698" y="5035005"/>
                  </a:lnTo>
                  <a:lnTo>
                    <a:pt x="974856" y="5035005"/>
                  </a:lnTo>
                  <a:lnTo>
                    <a:pt x="975014" y="5035005"/>
                  </a:lnTo>
                  <a:lnTo>
                    <a:pt x="975487" y="5033714"/>
                  </a:lnTo>
                  <a:lnTo>
                    <a:pt x="975960" y="5032852"/>
                  </a:lnTo>
                  <a:lnTo>
                    <a:pt x="976907" y="5032422"/>
                  </a:lnTo>
                  <a:lnTo>
                    <a:pt x="977537" y="5031561"/>
                  </a:lnTo>
                  <a:lnTo>
                    <a:pt x="977853" y="5031130"/>
                  </a:lnTo>
                  <a:lnTo>
                    <a:pt x="978326" y="5029838"/>
                  </a:lnTo>
                  <a:lnTo>
                    <a:pt x="978641" y="5029408"/>
                  </a:lnTo>
                  <a:lnTo>
                    <a:pt x="978799" y="5029408"/>
                  </a:lnTo>
                  <a:lnTo>
                    <a:pt x="978799" y="5028977"/>
                  </a:lnTo>
                  <a:lnTo>
                    <a:pt x="979430" y="5028546"/>
                  </a:lnTo>
                  <a:lnTo>
                    <a:pt x="980219" y="5028546"/>
                  </a:lnTo>
                  <a:lnTo>
                    <a:pt x="981007" y="5028546"/>
                  </a:lnTo>
                  <a:lnTo>
                    <a:pt x="981007" y="5028116"/>
                  </a:lnTo>
                  <a:lnTo>
                    <a:pt x="981323" y="5027685"/>
                  </a:lnTo>
                  <a:lnTo>
                    <a:pt x="981638" y="5026824"/>
                  </a:lnTo>
                  <a:lnTo>
                    <a:pt x="981796" y="5026393"/>
                  </a:lnTo>
                  <a:lnTo>
                    <a:pt x="981796" y="5025963"/>
                  </a:lnTo>
                  <a:lnTo>
                    <a:pt x="982427" y="5025963"/>
                  </a:lnTo>
                  <a:lnTo>
                    <a:pt x="982742" y="5025963"/>
                  </a:lnTo>
                  <a:lnTo>
                    <a:pt x="983058" y="5025532"/>
                  </a:lnTo>
                  <a:lnTo>
                    <a:pt x="983215" y="5024671"/>
                  </a:lnTo>
                  <a:lnTo>
                    <a:pt x="983531" y="5024240"/>
                  </a:lnTo>
                  <a:lnTo>
                    <a:pt x="984635" y="5023810"/>
                  </a:lnTo>
                  <a:lnTo>
                    <a:pt x="985108" y="5023379"/>
                  </a:lnTo>
                  <a:lnTo>
                    <a:pt x="985266" y="5023379"/>
                  </a:lnTo>
                  <a:lnTo>
                    <a:pt x="985266" y="5022949"/>
                  </a:lnTo>
                  <a:lnTo>
                    <a:pt x="985896" y="5022518"/>
                  </a:lnTo>
                  <a:lnTo>
                    <a:pt x="985896" y="5021657"/>
                  </a:lnTo>
                  <a:lnTo>
                    <a:pt x="986054" y="5021226"/>
                  </a:lnTo>
                  <a:lnTo>
                    <a:pt x="986370" y="5021226"/>
                  </a:lnTo>
                  <a:lnTo>
                    <a:pt x="986527" y="5021226"/>
                  </a:lnTo>
                  <a:lnTo>
                    <a:pt x="987000" y="5021226"/>
                  </a:lnTo>
                  <a:lnTo>
                    <a:pt x="987316" y="5021226"/>
                  </a:lnTo>
                  <a:lnTo>
                    <a:pt x="989209" y="5019504"/>
                  </a:lnTo>
                  <a:lnTo>
                    <a:pt x="989682" y="5019504"/>
                  </a:lnTo>
                  <a:lnTo>
                    <a:pt x="989839" y="5017351"/>
                  </a:lnTo>
                  <a:lnTo>
                    <a:pt x="990155" y="5017351"/>
                  </a:lnTo>
                  <a:lnTo>
                    <a:pt x="990786" y="5017351"/>
                  </a:lnTo>
                  <a:lnTo>
                    <a:pt x="991101" y="5017351"/>
                  </a:lnTo>
                  <a:lnTo>
                    <a:pt x="991417" y="5017351"/>
                  </a:lnTo>
                  <a:lnTo>
                    <a:pt x="991574" y="5016920"/>
                  </a:lnTo>
                  <a:lnTo>
                    <a:pt x="992205" y="5014767"/>
                  </a:lnTo>
                  <a:lnTo>
                    <a:pt x="992521" y="5014767"/>
                  </a:lnTo>
                  <a:lnTo>
                    <a:pt x="992678" y="5014767"/>
                  </a:lnTo>
                  <a:lnTo>
                    <a:pt x="993467" y="5014767"/>
                  </a:lnTo>
                  <a:lnTo>
                    <a:pt x="994098" y="5013906"/>
                  </a:lnTo>
                  <a:lnTo>
                    <a:pt x="994256" y="5013906"/>
                  </a:lnTo>
                  <a:lnTo>
                    <a:pt x="994571" y="5013906"/>
                  </a:lnTo>
                  <a:lnTo>
                    <a:pt x="995360" y="5013475"/>
                  </a:lnTo>
                  <a:lnTo>
                    <a:pt x="995517" y="5013475"/>
                  </a:lnTo>
                  <a:lnTo>
                    <a:pt x="995675" y="5013475"/>
                  </a:lnTo>
                  <a:lnTo>
                    <a:pt x="996937" y="5012614"/>
                  </a:lnTo>
                  <a:lnTo>
                    <a:pt x="997094" y="5011753"/>
                  </a:lnTo>
                  <a:lnTo>
                    <a:pt x="997252" y="5011753"/>
                  </a:lnTo>
                  <a:lnTo>
                    <a:pt x="997883" y="5011322"/>
                  </a:lnTo>
                  <a:lnTo>
                    <a:pt x="998198" y="5010892"/>
                  </a:lnTo>
                  <a:lnTo>
                    <a:pt x="999460" y="5010031"/>
                  </a:lnTo>
                  <a:lnTo>
                    <a:pt x="1000564" y="5010031"/>
                  </a:lnTo>
                  <a:lnTo>
                    <a:pt x="1000880" y="5009600"/>
                  </a:lnTo>
                  <a:lnTo>
                    <a:pt x="1000880" y="5009169"/>
                  </a:lnTo>
                  <a:lnTo>
                    <a:pt x="1000880" y="5008308"/>
                  </a:lnTo>
                  <a:lnTo>
                    <a:pt x="1001511" y="5008308"/>
                  </a:lnTo>
                  <a:lnTo>
                    <a:pt x="1001668" y="5008308"/>
                  </a:lnTo>
                  <a:lnTo>
                    <a:pt x="1001826" y="5008308"/>
                  </a:lnTo>
                  <a:lnTo>
                    <a:pt x="1002615" y="5008308"/>
                  </a:lnTo>
                  <a:lnTo>
                    <a:pt x="1003403" y="5007447"/>
                  </a:lnTo>
                  <a:lnTo>
                    <a:pt x="1003876" y="5007447"/>
                  </a:lnTo>
                  <a:lnTo>
                    <a:pt x="1004192" y="5007016"/>
                  </a:lnTo>
                  <a:lnTo>
                    <a:pt x="1004192" y="5006586"/>
                  </a:lnTo>
                  <a:lnTo>
                    <a:pt x="1004507" y="5006586"/>
                  </a:lnTo>
                  <a:lnTo>
                    <a:pt x="1004665" y="5006155"/>
                  </a:lnTo>
                  <a:lnTo>
                    <a:pt x="1004980" y="5005294"/>
                  </a:lnTo>
                  <a:lnTo>
                    <a:pt x="1005296" y="5005294"/>
                  </a:lnTo>
                  <a:lnTo>
                    <a:pt x="1005454" y="5005294"/>
                  </a:lnTo>
                  <a:lnTo>
                    <a:pt x="1005611" y="5005294"/>
                  </a:lnTo>
                  <a:lnTo>
                    <a:pt x="1006084" y="5004002"/>
                  </a:lnTo>
                  <a:lnTo>
                    <a:pt x="1006400" y="5003572"/>
                  </a:lnTo>
                  <a:lnTo>
                    <a:pt x="1007188" y="5002710"/>
                  </a:lnTo>
                  <a:lnTo>
                    <a:pt x="1007662" y="5002710"/>
                  </a:lnTo>
                  <a:lnTo>
                    <a:pt x="1007977" y="5002710"/>
                  </a:lnTo>
                  <a:lnTo>
                    <a:pt x="1008292" y="5001849"/>
                  </a:lnTo>
                  <a:lnTo>
                    <a:pt x="1008608" y="5001419"/>
                  </a:lnTo>
                  <a:lnTo>
                    <a:pt x="1008608" y="5000988"/>
                  </a:lnTo>
                  <a:lnTo>
                    <a:pt x="1008923" y="5000988"/>
                  </a:lnTo>
                  <a:lnTo>
                    <a:pt x="1009870" y="5000557"/>
                  </a:lnTo>
                  <a:lnTo>
                    <a:pt x="1010027" y="5000557"/>
                  </a:lnTo>
                  <a:lnTo>
                    <a:pt x="1011447" y="4999696"/>
                  </a:lnTo>
                  <a:lnTo>
                    <a:pt x="1011762" y="4999266"/>
                  </a:lnTo>
                  <a:lnTo>
                    <a:pt x="1011920" y="4998404"/>
                  </a:lnTo>
                  <a:lnTo>
                    <a:pt x="1012078" y="4998404"/>
                  </a:lnTo>
                  <a:lnTo>
                    <a:pt x="1012235" y="4998404"/>
                  </a:lnTo>
                  <a:lnTo>
                    <a:pt x="1013339" y="4997974"/>
                  </a:lnTo>
                  <a:lnTo>
                    <a:pt x="1013655" y="4997543"/>
                  </a:lnTo>
                  <a:lnTo>
                    <a:pt x="1014128" y="4996682"/>
                  </a:lnTo>
                  <a:lnTo>
                    <a:pt x="1014443" y="4996682"/>
                  </a:lnTo>
                  <a:lnTo>
                    <a:pt x="1015232" y="4996251"/>
                  </a:lnTo>
                  <a:lnTo>
                    <a:pt x="1016336" y="4994960"/>
                  </a:lnTo>
                  <a:lnTo>
                    <a:pt x="1016652" y="4994960"/>
                  </a:lnTo>
                  <a:lnTo>
                    <a:pt x="1017125" y="4994529"/>
                  </a:lnTo>
                  <a:lnTo>
                    <a:pt x="1017282" y="4994098"/>
                  </a:lnTo>
                  <a:lnTo>
                    <a:pt x="1018702" y="4992376"/>
                  </a:lnTo>
                  <a:lnTo>
                    <a:pt x="1018860" y="4992376"/>
                  </a:lnTo>
                  <a:lnTo>
                    <a:pt x="1018860" y="4991084"/>
                  </a:lnTo>
                  <a:lnTo>
                    <a:pt x="1019175" y="4991084"/>
                  </a:lnTo>
                  <a:lnTo>
                    <a:pt x="1019333" y="4991084"/>
                  </a:lnTo>
                  <a:lnTo>
                    <a:pt x="1019333" y="4990654"/>
                  </a:lnTo>
                  <a:lnTo>
                    <a:pt x="1020279" y="4988931"/>
                  </a:lnTo>
                  <a:lnTo>
                    <a:pt x="1020752" y="4988931"/>
                  </a:lnTo>
                  <a:lnTo>
                    <a:pt x="1021541" y="4988070"/>
                  </a:lnTo>
                  <a:lnTo>
                    <a:pt x="1021541" y="4987639"/>
                  </a:lnTo>
                  <a:lnTo>
                    <a:pt x="1021699" y="4987639"/>
                  </a:lnTo>
                  <a:lnTo>
                    <a:pt x="1022645" y="4986778"/>
                  </a:lnTo>
                  <a:lnTo>
                    <a:pt x="1023591" y="4985056"/>
                  </a:lnTo>
                  <a:lnTo>
                    <a:pt x="1024064" y="4984625"/>
                  </a:lnTo>
                  <a:lnTo>
                    <a:pt x="1024064" y="4984195"/>
                  </a:lnTo>
                  <a:lnTo>
                    <a:pt x="1024064" y="4982472"/>
                  </a:lnTo>
                  <a:lnTo>
                    <a:pt x="1024537" y="4982472"/>
                  </a:lnTo>
                  <a:lnTo>
                    <a:pt x="1025326" y="4982042"/>
                  </a:lnTo>
                  <a:lnTo>
                    <a:pt x="1025957" y="4981611"/>
                  </a:lnTo>
                  <a:lnTo>
                    <a:pt x="1025957" y="4981180"/>
                  </a:lnTo>
                  <a:lnTo>
                    <a:pt x="1026588" y="4981180"/>
                  </a:lnTo>
                  <a:lnTo>
                    <a:pt x="1027219" y="4980750"/>
                  </a:lnTo>
                  <a:lnTo>
                    <a:pt x="1027376" y="4980750"/>
                  </a:lnTo>
                  <a:lnTo>
                    <a:pt x="1027534" y="4979889"/>
                  </a:lnTo>
                  <a:lnTo>
                    <a:pt x="1027692" y="4979458"/>
                  </a:lnTo>
                  <a:lnTo>
                    <a:pt x="1028007" y="4979027"/>
                  </a:lnTo>
                  <a:lnTo>
                    <a:pt x="1028323" y="4979027"/>
                  </a:lnTo>
                  <a:lnTo>
                    <a:pt x="1028323" y="4978597"/>
                  </a:lnTo>
                  <a:lnTo>
                    <a:pt x="1028323" y="4978166"/>
                  </a:lnTo>
                  <a:lnTo>
                    <a:pt x="1028480" y="4977736"/>
                  </a:lnTo>
                  <a:lnTo>
                    <a:pt x="1029427" y="4976444"/>
                  </a:lnTo>
                  <a:lnTo>
                    <a:pt x="1029900" y="4974721"/>
                  </a:lnTo>
                  <a:lnTo>
                    <a:pt x="1030215" y="4974721"/>
                  </a:lnTo>
                  <a:lnTo>
                    <a:pt x="1030215" y="4973860"/>
                  </a:lnTo>
                  <a:lnTo>
                    <a:pt x="1030373" y="4972999"/>
                  </a:lnTo>
                  <a:lnTo>
                    <a:pt x="1030688" y="4972999"/>
                  </a:lnTo>
                  <a:lnTo>
                    <a:pt x="1030688" y="4972568"/>
                  </a:lnTo>
                  <a:lnTo>
                    <a:pt x="1031162" y="4972138"/>
                  </a:lnTo>
                  <a:lnTo>
                    <a:pt x="1031319" y="4971707"/>
                  </a:lnTo>
                  <a:lnTo>
                    <a:pt x="1031477" y="4971277"/>
                  </a:lnTo>
                  <a:lnTo>
                    <a:pt x="1031635" y="4970846"/>
                  </a:lnTo>
                  <a:lnTo>
                    <a:pt x="1031792" y="4970415"/>
                  </a:lnTo>
                  <a:lnTo>
                    <a:pt x="1032266" y="4970415"/>
                  </a:lnTo>
                  <a:lnTo>
                    <a:pt x="1032581" y="4969124"/>
                  </a:lnTo>
                  <a:lnTo>
                    <a:pt x="1032739" y="4968693"/>
                  </a:lnTo>
                  <a:lnTo>
                    <a:pt x="1032897" y="4968693"/>
                  </a:lnTo>
                  <a:lnTo>
                    <a:pt x="1033527" y="4968262"/>
                  </a:lnTo>
                  <a:lnTo>
                    <a:pt x="1033685" y="4968262"/>
                  </a:lnTo>
                  <a:lnTo>
                    <a:pt x="1033685" y="4967832"/>
                  </a:lnTo>
                  <a:lnTo>
                    <a:pt x="1034001" y="4967832"/>
                  </a:lnTo>
                  <a:lnTo>
                    <a:pt x="1034631" y="4966109"/>
                  </a:lnTo>
                  <a:lnTo>
                    <a:pt x="1035735" y="4965248"/>
                  </a:lnTo>
                  <a:lnTo>
                    <a:pt x="1035893" y="4964818"/>
                  </a:lnTo>
                  <a:lnTo>
                    <a:pt x="1037786" y="4963956"/>
                  </a:lnTo>
                  <a:lnTo>
                    <a:pt x="1037943" y="4963956"/>
                  </a:lnTo>
                  <a:lnTo>
                    <a:pt x="1038417" y="4963956"/>
                  </a:lnTo>
                  <a:lnTo>
                    <a:pt x="1038574" y="4962665"/>
                  </a:lnTo>
                  <a:lnTo>
                    <a:pt x="1038732" y="4961803"/>
                  </a:lnTo>
                  <a:lnTo>
                    <a:pt x="1039048" y="4961803"/>
                  </a:lnTo>
                  <a:lnTo>
                    <a:pt x="1039363" y="4961373"/>
                  </a:lnTo>
                  <a:lnTo>
                    <a:pt x="1039994" y="4960512"/>
                  </a:lnTo>
                  <a:lnTo>
                    <a:pt x="1040309" y="4959220"/>
                  </a:lnTo>
                  <a:lnTo>
                    <a:pt x="1041098" y="4959220"/>
                  </a:lnTo>
                  <a:lnTo>
                    <a:pt x="1041256" y="4959220"/>
                  </a:lnTo>
                  <a:lnTo>
                    <a:pt x="1042360" y="4958789"/>
                  </a:lnTo>
                  <a:lnTo>
                    <a:pt x="1042360" y="4958359"/>
                  </a:lnTo>
                  <a:lnTo>
                    <a:pt x="1043148" y="4957497"/>
                  </a:lnTo>
                  <a:lnTo>
                    <a:pt x="1043464" y="4955775"/>
                  </a:lnTo>
                  <a:lnTo>
                    <a:pt x="1044252" y="4955775"/>
                  </a:lnTo>
                  <a:lnTo>
                    <a:pt x="1044252" y="4955344"/>
                  </a:lnTo>
                  <a:lnTo>
                    <a:pt x="1044410" y="4955344"/>
                  </a:lnTo>
                  <a:lnTo>
                    <a:pt x="1044568" y="4955344"/>
                  </a:lnTo>
                  <a:lnTo>
                    <a:pt x="1045041" y="4955344"/>
                  </a:lnTo>
                  <a:lnTo>
                    <a:pt x="1045829" y="4954053"/>
                  </a:lnTo>
                  <a:lnTo>
                    <a:pt x="1045987" y="4954053"/>
                  </a:lnTo>
                  <a:lnTo>
                    <a:pt x="1046145" y="4952761"/>
                  </a:lnTo>
                  <a:lnTo>
                    <a:pt x="1046303" y="4952761"/>
                  </a:lnTo>
                  <a:lnTo>
                    <a:pt x="1046933" y="4952761"/>
                  </a:lnTo>
                  <a:lnTo>
                    <a:pt x="1047091" y="4952761"/>
                  </a:lnTo>
                  <a:lnTo>
                    <a:pt x="1047091" y="4952330"/>
                  </a:lnTo>
                  <a:lnTo>
                    <a:pt x="1047407" y="4951900"/>
                  </a:lnTo>
                  <a:lnTo>
                    <a:pt x="1047880" y="4951900"/>
                  </a:lnTo>
                  <a:lnTo>
                    <a:pt x="1048195" y="4950177"/>
                  </a:lnTo>
                  <a:lnTo>
                    <a:pt x="1048984" y="4950177"/>
                  </a:lnTo>
                  <a:lnTo>
                    <a:pt x="1048984" y="4949747"/>
                  </a:lnTo>
                  <a:lnTo>
                    <a:pt x="1049141" y="4949747"/>
                  </a:lnTo>
                  <a:lnTo>
                    <a:pt x="1049299" y="4949747"/>
                  </a:lnTo>
                  <a:lnTo>
                    <a:pt x="1049457" y="4949316"/>
                  </a:lnTo>
                  <a:lnTo>
                    <a:pt x="1050246" y="4948885"/>
                  </a:lnTo>
                  <a:lnTo>
                    <a:pt x="1050719" y="4948455"/>
                  </a:lnTo>
                  <a:lnTo>
                    <a:pt x="1051350" y="4948024"/>
                  </a:lnTo>
                  <a:lnTo>
                    <a:pt x="1052138" y="4946732"/>
                  </a:lnTo>
                  <a:lnTo>
                    <a:pt x="1052296" y="4946732"/>
                  </a:lnTo>
                  <a:lnTo>
                    <a:pt x="1052611" y="4945871"/>
                  </a:lnTo>
                  <a:lnTo>
                    <a:pt x="1053400" y="4945441"/>
                  </a:lnTo>
                  <a:lnTo>
                    <a:pt x="1053400" y="4945010"/>
                  </a:lnTo>
                  <a:lnTo>
                    <a:pt x="1053558" y="4943288"/>
                  </a:lnTo>
                  <a:lnTo>
                    <a:pt x="1053715" y="4943288"/>
                  </a:lnTo>
                  <a:lnTo>
                    <a:pt x="1054188" y="4943288"/>
                  </a:lnTo>
                  <a:lnTo>
                    <a:pt x="1054188" y="4942857"/>
                  </a:lnTo>
                  <a:lnTo>
                    <a:pt x="1054819" y="4941565"/>
                  </a:lnTo>
                  <a:lnTo>
                    <a:pt x="1055135" y="4941135"/>
                  </a:lnTo>
                  <a:lnTo>
                    <a:pt x="1055608" y="4941135"/>
                  </a:lnTo>
                  <a:lnTo>
                    <a:pt x="1055923" y="4941135"/>
                  </a:lnTo>
                  <a:lnTo>
                    <a:pt x="1056081" y="4940704"/>
                  </a:lnTo>
                  <a:lnTo>
                    <a:pt x="1056870" y="4940273"/>
                  </a:lnTo>
                  <a:lnTo>
                    <a:pt x="1057501" y="4940273"/>
                  </a:lnTo>
                  <a:lnTo>
                    <a:pt x="1057974" y="4939412"/>
                  </a:lnTo>
                  <a:lnTo>
                    <a:pt x="1058289" y="4938982"/>
                  </a:lnTo>
                  <a:lnTo>
                    <a:pt x="1058762" y="4938120"/>
                  </a:lnTo>
                  <a:lnTo>
                    <a:pt x="1059235" y="4938120"/>
                  </a:lnTo>
                  <a:lnTo>
                    <a:pt x="1060182" y="4936829"/>
                  </a:lnTo>
                  <a:lnTo>
                    <a:pt x="1060339" y="4936829"/>
                  </a:lnTo>
                  <a:lnTo>
                    <a:pt x="1060497" y="4936829"/>
                  </a:lnTo>
                  <a:lnTo>
                    <a:pt x="1061128" y="4935537"/>
                  </a:lnTo>
                  <a:lnTo>
                    <a:pt x="1061128" y="4935106"/>
                  </a:lnTo>
                  <a:lnTo>
                    <a:pt x="1061444" y="4934676"/>
                  </a:lnTo>
                  <a:lnTo>
                    <a:pt x="1061601" y="4934245"/>
                  </a:lnTo>
                  <a:lnTo>
                    <a:pt x="1062232" y="4932953"/>
                  </a:lnTo>
                  <a:lnTo>
                    <a:pt x="1062705" y="4932523"/>
                  </a:lnTo>
                  <a:lnTo>
                    <a:pt x="1063494" y="4932092"/>
                  </a:lnTo>
                  <a:lnTo>
                    <a:pt x="1063494" y="4931231"/>
                  </a:lnTo>
                  <a:lnTo>
                    <a:pt x="1063494" y="4930800"/>
                  </a:lnTo>
                  <a:lnTo>
                    <a:pt x="1063809" y="4930800"/>
                  </a:lnTo>
                  <a:lnTo>
                    <a:pt x="1065071" y="4929508"/>
                  </a:lnTo>
                  <a:lnTo>
                    <a:pt x="1065229" y="4929508"/>
                  </a:lnTo>
                  <a:lnTo>
                    <a:pt x="1066017" y="4929508"/>
                  </a:lnTo>
                  <a:lnTo>
                    <a:pt x="1066175" y="4929508"/>
                  </a:lnTo>
                  <a:lnTo>
                    <a:pt x="1066333" y="4929078"/>
                  </a:lnTo>
                  <a:lnTo>
                    <a:pt x="1066490" y="4929078"/>
                  </a:lnTo>
                  <a:lnTo>
                    <a:pt x="1066964" y="4928647"/>
                  </a:lnTo>
                  <a:lnTo>
                    <a:pt x="1066964" y="4928217"/>
                  </a:lnTo>
                  <a:lnTo>
                    <a:pt x="1066964" y="4927786"/>
                  </a:lnTo>
                  <a:lnTo>
                    <a:pt x="1067279" y="4927355"/>
                  </a:lnTo>
                  <a:lnTo>
                    <a:pt x="1067279" y="4926925"/>
                  </a:lnTo>
                  <a:lnTo>
                    <a:pt x="1067437" y="4926925"/>
                  </a:lnTo>
                  <a:lnTo>
                    <a:pt x="1067752" y="4926925"/>
                  </a:lnTo>
                  <a:lnTo>
                    <a:pt x="1068856" y="4926064"/>
                  </a:lnTo>
                  <a:lnTo>
                    <a:pt x="1068856" y="4925633"/>
                  </a:lnTo>
                  <a:lnTo>
                    <a:pt x="1069329" y="4925202"/>
                  </a:lnTo>
                  <a:lnTo>
                    <a:pt x="1069960" y="4924341"/>
                  </a:lnTo>
                  <a:lnTo>
                    <a:pt x="1070276" y="4923480"/>
                  </a:lnTo>
                  <a:lnTo>
                    <a:pt x="1070591" y="4922619"/>
                  </a:lnTo>
                  <a:lnTo>
                    <a:pt x="1070749" y="4922619"/>
                  </a:lnTo>
                  <a:lnTo>
                    <a:pt x="1071222" y="4922619"/>
                  </a:lnTo>
                  <a:lnTo>
                    <a:pt x="1071537" y="4922619"/>
                  </a:lnTo>
                  <a:lnTo>
                    <a:pt x="1072326" y="4922619"/>
                  </a:lnTo>
                  <a:lnTo>
                    <a:pt x="1072642" y="4922188"/>
                  </a:lnTo>
                  <a:lnTo>
                    <a:pt x="1072799" y="4922188"/>
                  </a:lnTo>
                  <a:lnTo>
                    <a:pt x="1072957" y="4921758"/>
                  </a:lnTo>
                  <a:lnTo>
                    <a:pt x="1074061" y="4921758"/>
                  </a:lnTo>
                  <a:lnTo>
                    <a:pt x="1074219" y="4921327"/>
                  </a:lnTo>
                  <a:lnTo>
                    <a:pt x="1074376" y="4920896"/>
                  </a:lnTo>
                  <a:lnTo>
                    <a:pt x="1075007" y="4919174"/>
                  </a:lnTo>
                  <a:lnTo>
                    <a:pt x="1075480" y="4918743"/>
                  </a:lnTo>
                  <a:lnTo>
                    <a:pt x="1075954" y="4918313"/>
                  </a:lnTo>
                  <a:lnTo>
                    <a:pt x="1076111" y="4918313"/>
                  </a:lnTo>
                  <a:lnTo>
                    <a:pt x="1076427" y="4918313"/>
                  </a:lnTo>
                  <a:lnTo>
                    <a:pt x="1077058" y="4918313"/>
                  </a:lnTo>
                  <a:lnTo>
                    <a:pt x="1077215" y="4918313"/>
                  </a:lnTo>
                  <a:lnTo>
                    <a:pt x="1077215" y="4917882"/>
                  </a:lnTo>
                  <a:lnTo>
                    <a:pt x="1077215" y="4917452"/>
                  </a:lnTo>
                  <a:lnTo>
                    <a:pt x="1077688" y="4917021"/>
                  </a:lnTo>
                  <a:lnTo>
                    <a:pt x="1078793" y="4916590"/>
                  </a:lnTo>
                  <a:lnTo>
                    <a:pt x="1078793" y="4916160"/>
                  </a:lnTo>
                  <a:lnTo>
                    <a:pt x="1078950" y="4916160"/>
                  </a:lnTo>
                  <a:lnTo>
                    <a:pt x="1079897" y="4915729"/>
                  </a:lnTo>
                  <a:lnTo>
                    <a:pt x="1079897" y="4914868"/>
                  </a:lnTo>
                  <a:lnTo>
                    <a:pt x="1080212" y="4914868"/>
                  </a:lnTo>
                  <a:lnTo>
                    <a:pt x="1081316" y="4914437"/>
                  </a:lnTo>
                  <a:lnTo>
                    <a:pt x="1081474" y="4914437"/>
                  </a:lnTo>
                  <a:lnTo>
                    <a:pt x="1082262" y="4911423"/>
                  </a:lnTo>
                  <a:lnTo>
                    <a:pt x="1082420" y="4911423"/>
                  </a:lnTo>
                  <a:lnTo>
                    <a:pt x="1082578" y="4911423"/>
                  </a:lnTo>
                  <a:lnTo>
                    <a:pt x="1083366" y="4911423"/>
                  </a:lnTo>
                  <a:lnTo>
                    <a:pt x="1083524" y="4911423"/>
                  </a:lnTo>
                  <a:lnTo>
                    <a:pt x="1083840" y="4910131"/>
                  </a:lnTo>
                  <a:lnTo>
                    <a:pt x="1083840" y="4909270"/>
                  </a:lnTo>
                  <a:lnTo>
                    <a:pt x="1084628" y="4909270"/>
                  </a:lnTo>
                  <a:lnTo>
                    <a:pt x="1085259" y="4907548"/>
                  </a:lnTo>
                  <a:lnTo>
                    <a:pt x="1086205" y="4907117"/>
                  </a:lnTo>
                  <a:lnTo>
                    <a:pt x="1086363" y="4907117"/>
                  </a:lnTo>
                  <a:lnTo>
                    <a:pt x="1086521" y="4906687"/>
                  </a:lnTo>
                  <a:lnTo>
                    <a:pt x="1086836" y="4906687"/>
                  </a:lnTo>
                  <a:lnTo>
                    <a:pt x="1086994" y="4906256"/>
                  </a:lnTo>
                  <a:lnTo>
                    <a:pt x="1087152" y="4905825"/>
                  </a:lnTo>
                  <a:lnTo>
                    <a:pt x="1087309" y="4904964"/>
                  </a:lnTo>
                  <a:lnTo>
                    <a:pt x="1087309" y="4904534"/>
                  </a:lnTo>
                  <a:lnTo>
                    <a:pt x="1087782" y="4903672"/>
                  </a:lnTo>
                  <a:lnTo>
                    <a:pt x="1088256" y="4903242"/>
                  </a:lnTo>
                  <a:lnTo>
                    <a:pt x="1088413" y="4902811"/>
                  </a:lnTo>
                  <a:lnTo>
                    <a:pt x="1088729" y="4902381"/>
                  </a:lnTo>
                  <a:lnTo>
                    <a:pt x="1088729" y="4901519"/>
                  </a:lnTo>
                  <a:lnTo>
                    <a:pt x="1089202" y="4901089"/>
                  </a:lnTo>
                  <a:lnTo>
                    <a:pt x="1089360" y="4901089"/>
                  </a:lnTo>
                  <a:lnTo>
                    <a:pt x="1089517" y="4901089"/>
                  </a:lnTo>
                  <a:lnTo>
                    <a:pt x="1090464" y="4900658"/>
                  </a:lnTo>
                  <a:lnTo>
                    <a:pt x="1090779" y="4899797"/>
                  </a:lnTo>
                  <a:lnTo>
                    <a:pt x="1091410" y="4899366"/>
                  </a:lnTo>
                  <a:lnTo>
                    <a:pt x="1091410" y="4898936"/>
                  </a:lnTo>
                  <a:lnTo>
                    <a:pt x="1091725" y="4898936"/>
                  </a:lnTo>
                  <a:lnTo>
                    <a:pt x="1092514" y="4897644"/>
                  </a:lnTo>
                  <a:lnTo>
                    <a:pt x="1092672" y="4896783"/>
                  </a:lnTo>
                  <a:lnTo>
                    <a:pt x="1093145" y="4896783"/>
                  </a:lnTo>
                  <a:lnTo>
                    <a:pt x="1093460" y="4896783"/>
                  </a:lnTo>
                  <a:lnTo>
                    <a:pt x="1093460" y="4895922"/>
                  </a:lnTo>
                  <a:lnTo>
                    <a:pt x="1093933" y="4895491"/>
                  </a:lnTo>
                  <a:lnTo>
                    <a:pt x="1094091" y="4895060"/>
                  </a:lnTo>
                  <a:lnTo>
                    <a:pt x="1094564" y="4895060"/>
                  </a:lnTo>
                  <a:lnTo>
                    <a:pt x="1095195" y="4893769"/>
                  </a:lnTo>
                  <a:lnTo>
                    <a:pt x="1095984" y="4893338"/>
                  </a:lnTo>
                  <a:lnTo>
                    <a:pt x="1096299" y="4892907"/>
                  </a:lnTo>
                  <a:lnTo>
                    <a:pt x="1096299" y="4892477"/>
                  </a:lnTo>
                  <a:lnTo>
                    <a:pt x="1096615" y="4892046"/>
                  </a:lnTo>
                  <a:lnTo>
                    <a:pt x="1096772" y="4892046"/>
                  </a:lnTo>
                  <a:lnTo>
                    <a:pt x="1097561" y="4892046"/>
                  </a:lnTo>
                  <a:lnTo>
                    <a:pt x="1098034" y="4892046"/>
                  </a:lnTo>
                  <a:lnTo>
                    <a:pt x="1098192" y="4891185"/>
                  </a:lnTo>
                  <a:lnTo>
                    <a:pt x="1098350" y="4891185"/>
                  </a:lnTo>
                  <a:lnTo>
                    <a:pt x="1098507" y="4891185"/>
                  </a:lnTo>
                  <a:lnTo>
                    <a:pt x="1098980" y="4890754"/>
                  </a:lnTo>
                  <a:lnTo>
                    <a:pt x="1100242" y="4889893"/>
                  </a:lnTo>
                  <a:lnTo>
                    <a:pt x="1100242" y="4889463"/>
                  </a:lnTo>
                  <a:lnTo>
                    <a:pt x="1100558" y="4888601"/>
                  </a:lnTo>
                  <a:lnTo>
                    <a:pt x="1100873" y="4888171"/>
                  </a:lnTo>
                  <a:lnTo>
                    <a:pt x="1101504" y="4888171"/>
                  </a:lnTo>
                  <a:lnTo>
                    <a:pt x="1101662" y="4887740"/>
                  </a:lnTo>
                  <a:lnTo>
                    <a:pt x="1101819" y="4886018"/>
                  </a:lnTo>
                  <a:lnTo>
                    <a:pt x="1102450" y="4885587"/>
                  </a:lnTo>
                  <a:lnTo>
                    <a:pt x="1103081" y="4885157"/>
                  </a:lnTo>
                  <a:lnTo>
                    <a:pt x="1103554" y="4884295"/>
                  </a:lnTo>
                  <a:lnTo>
                    <a:pt x="1104343" y="4882573"/>
                  </a:lnTo>
                  <a:lnTo>
                    <a:pt x="1104501" y="4882573"/>
                  </a:lnTo>
                  <a:lnTo>
                    <a:pt x="1104658" y="4882573"/>
                  </a:lnTo>
                  <a:lnTo>
                    <a:pt x="1105289" y="4882573"/>
                  </a:lnTo>
                  <a:lnTo>
                    <a:pt x="1106393" y="4881712"/>
                  </a:lnTo>
                  <a:lnTo>
                    <a:pt x="1106709" y="4881281"/>
                  </a:lnTo>
                  <a:lnTo>
                    <a:pt x="1107340" y="4880420"/>
                  </a:lnTo>
                  <a:lnTo>
                    <a:pt x="1108601" y="4879989"/>
                  </a:lnTo>
                  <a:lnTo>
                    <a:pt x="1108759" y="4879989"/>
                  </a:lnTo>
                  <a:lnTo>
                    <a:pt x="1109074" y="4879989"/>
                  </a:lnTo>
                  <a:lnTo>
                    <a:pt x="1109232" y="4879559"/>
                  </a:lnTo>
                  <a:lnTo>
                    <a:pt x="1109390" y="4879559"/>
                  </a:lnTo>
                  <a:lnTo>
                    <a:pt x="1109863" y="4879128"/>
                  </a:lnTo>
                  <a:lnTo>
                    <a:pt x="1110021" y="4878267"/>
                  </a:lnTo>
                  <a:lnTo>
                    <a:pt x="1110336" y="4877406"/>
                  </a:lnTo>
                  <a:lnTo>
                    <a:pt x="1110809" y="4877406"/>
                  </a:lnTo>
                  <a:lnTo>
                    <a:pt x="1111282" y="4877406"/>
                  </a:lnTo>
                  <a:lnTo>
                    <a:pt x="1111598" y="4877406"/>
                  </a:lnTo>
                  <a:lnTo>
                    <a:pt x="1111598" y="4876545"/>
                  </a:lnTo>
                  <a:lnTo>
                    <a:pt x="1112387" y="4875683"/>
                  </a:lnTo>
                  <a:lnTo>
                    <a:pt x="1112544" y="4875683"/>
                  </a:lnTo>
                  <a:lnTo>
                    <a:pt x="1112544" y="4874822"/>
                  </a:lnTo>
                  <a:lnTo>
                    <a:pt x="1112702" y="4874822"/>
                  </a:lnTo>
                  <a:lnTo>
                    <a:pt x="1113017" y="4874392"/>
                  </a:lnTo>
                  <a:lnTo>
                    <a:pt x="1113017" y="4873530"/>
                  </a:lnTo>
                  <a:lnTo>
                    <a:pt x="1113491" y="4872669"/>
                  </a:lnTo>
                  <a:lnTo>
                    <a:pt x="1113648" y="4872669"/>
                  </a:lnTo>
                  <a:lnTo>
                    <a:pt x="1113806" y="4870516"/>
                  </a:lnTo>
                  <a:lnTo>
                    <a:pt x="1114279" y="4870086"/>
                  </a:lnTo>
                  <a:lnTo>
                    <a:pt x="1114437" y="4869224"/>
                  </a:lnTo>
                  <a:lnTo>
                    <a:pt x="1115541" y="4867933"/>
                  </a:lnTo>
                  <a:lnTo>
                    <a:pt x="1115699" y="4867502"/>
                  </a:lnTo>
                  <a:lnTo>
                    <a:pt x="1116014" y="4867071"/>
                  </a:lnTo>
                  <a:lnTo>
                    <a:pt x="1116960" y="4867071"/>
                  </a:lnTo>
                  <a:lnTo>
                    <a:pt x="1117118" y="4867071"/>
                  </a:lnTo>
                  <a:lnTo>
                    <a:pt x="1117434" y="4866641"/>
                  </a:lnTo>
                  <a:lnTo>
                    <a:pt x="1118695" y="4865349"/>
                  </a:lnTo>
                  <a:lnTo>
                    <a:pt x="1118853" y="4864918"/>
                  </a:lnTo>
                  <a:lnTo>
                    <a:pt x="1119011" y="4864918"/>
                  </a:lnTo>
                  <a:lnTo>
                    <a:pt x="1119168" y="4864918"/>
                  </a:lnTo>
                  <a:lnTo>
                    <a:pt x="1119642" y="4861904"/>
                  </a:lnTo>
                  <a:lnTo>
                    <a:pt x="1119799" y="4861904"/>
                  </a:lnTo>
                  <a:lnTo>
                    <a:pt x="1120430" y="4861474"/>
                  </a:lnTo>
                  <a:lnTo>
                    <a:pt x="1121061" y="4861043"/>
                  </a:lnTo>
                  <a:lnTo>
                    <a:pt x="1121692" y="4861043"/>
                  </a:lnTo>
                  <a:lnTo>
                    <a:pt x="1122007" y="4860182"/>
                  </a:lnTo>
                  <a:lnTo>
                    <a:pt x="1122165" y="4859751"/>
                  </a:lnTo>
                  <a:lnTo>
                    <a:pt x="1122323" y="4859751"/>
                  </a:lnTo>
                  <a:lnTo>
                    <a:pt x="1122480" y="4859751"/>
                  </a:lnTo>
                  <a:lnTo>
                    <a:pt x="1122954" y="4859321"/>
                  </a:lnTo>
                  <a:lnTo>
                    <a:pt x="1123585" y="4858029"/>
                  </a:lnTo>
                  <a:lnTo>
                    <a:pt x="1123742" y="4858029"/>
                  </a:lnTo>
                  <a:lnTo>
                    <a:pt x="1123742" y="4857168"/>
                  </a:lnTo>
                  <a:lnTo>
                    <a:pt x="1124215" y="4857168"/>
                  </a:lnTo>
                  <a:lnTo>
                    <a:pt x="1124215" y="4856737"/>
                  </a:lnTo>
                  <a:lnTo>
                    <a:pt x="1124373" y="4856737"/>
                  </a:lnTo>
                  <a:lnTo>
                    <a:pt x="1124531" y="4855876"/>
                  </a:lnTo>
                  <a:lnTo>
                    <a:pt x="1124846" y="4855445"/>
                  </a:lnTo>
                  <a:lnTo>
                    <a:pt x="1125004" y="4855445"/>
                  </a:lnTo>
                  <a:lnTo>
                    <a:pt x="1125477" y="4854584"/>
                  </a:lnTo>
                  <a:lnTo>
                    <a:pt x="1126897" y="4854584"/>
                  </a:lnTo>
                  <a:lnTo>
                    <a:pt x="1127370" y="4854153"/>
                  </a:lnTo>
                  <a:lnTo>
                    <a:pt x="1129105" y="4853723"/>
                  </a:lnTo>
                  <a:lnTo>
                    <a:pt x="1130840" y="4852862"/>
                  </a:lnTo>
                  <a:lnTo>
                    <a:pt x="1131155" y="4852862"/>
                  </a:lnTo>
                  <a:lnTo>
                    <a:pt x="1131155" y="4851570"/>
                  </a:lnTo>
                  <a:lnTo>
                    <a:pt x="1131628" y="4850709"/>
                  </a:lnTo>
                  <a:lnTo>
                    <a:pt x="1131786" y="4850278"/>
                  </a:lnTo>
                  <a:lnTo>
                    <a:pt x="1131944" y="4850278"/>
                  </a:lnTo>
                  <a:lnTo>
                    <a:pt x="1133205" y="4849417"/>
                  </a:lnTo>
                  <a:lnTo>
                    <a:pt x="1133205" y="4848986"/>
                  </a:lnTo>
                  <a:lnTo>
                    <a:pt x="1133363" y="4848986"/>
                  </a:lnTo>
                  <a:lnTo>
                    <a:pt x="1133994" y="4848556"/>
                  </a:lnTo>
                  <a:lnTo>
                    <a:pt x="1134467" y="4848125"/>
                  </a:lnTo>
                  <a:lnTo>
                    <a:pt x="1135571" y="4846833"/>
                  </a:lnTo>
                  <a:lnTo>
                    <a:pt x="1135729" y="4845541"/>
                  </a:lnTo>
                  <a:lnTo>
                    <a:pt x="1136517" y="4845541"/>
                  </a:lnTo>
                  <a:lnTo>
                    <a:pt x="1136833" y="4845111"/>
                  </a:lnTo>
                  <a:lnTo>
                    <a:pt x="1137464" y="4845111"/>
                  </a:lnTo>
                  <a:lnTo>
                    <a:pt x="1137779" y="4845111"/>
                  </a:lnTo>
                  <a:lnTo>
                    <a:pt x="1138725" y="4843819"/>
                  </a:lnTo>
                  <a:lnTo>
                    <a:pt x="1138725" y="4843388"/>
                  </a:lnTo>
                  <a:lnTo>
                    <a:pt x="1138883" y="4842527"/>
                  </a:lnTo>
                  <a:lnTo>
                    <a:pt x="1139356" y="4842527"/>
                  </a:lnTo>
                  <a:lnTo>
                    <a:pt x="1140618" y="4842097"/>
                  </a:lnTo>
                  <a:lnTo>
                    <a:pt x="1140934" y="4842097"/>
                  </a:lnTo>
                  <a:lnTo>
                    <a:pt x="1141407" y="4842097"/>
                  </a:lnTo>
                  <a:lnTo>
                    <a:pt x="1141722" y="4841235"/>
                  </a:lnTo>
                  <a:lnTo>
                    <a:pt x="1142353" y="4839944"/>
                  </a:lnTo>
                  <a:lnTo>
                    <a:pt x="1142668" y="4839082"/>
                  </a:lnTo>
                  <a:lnTo>
                    <a:pt x="1142984" y="4838652"/>
                  </a:lnTo>
                  <a:lnTo>
                    <a:pt x="1143457" y="4838221"/>
                  </a:lnTo>
                  <a:lnTo>
                    <a:pt x="1144246" y="4838221"/>
                  </a:lnTo>
                  <a:lnTo>
                    <a:pt x="1144561" y="4837360"/>
                  </a:lnTo>
                  <a:lnTo>
                    <a:pt x="1145192" y="4837360"/>
                  </a:lnTo>
                  <a:lnTo>
                    <a:pt x="1145507" y="4836929"/>
                  </a:lnTo>
                  <a:lnTo>
                    <a:pt x="1146296" y="4836068"/>
                  </a:lnTo>
                  <a:lnTo>
                    <a:pt x="1146454" y="4835638"/>
                  </a:lnTo>
                  <a:lnTo>
                    <a:pt x="1147715" y="4834776"/>
                  </a:lnTo>
                  <a:lnTo>
                    <a:pt x="1148189" y="4834776"/>
                  </a:lnTo>
                  <a:lnTo>
                    <a:pt x="1148504" y="4834776"/>
                  </a:lnTo>
                  <a:lnTo>
                    <a:pt x="1148819" y="4833915"/>
                  </a:lnTo>
                  <a:lnTo>
                    <a:pt x="1149450" y="4833054"/>
                  </a:lnTo>
                  <a:lnTo>
                    <a:pt x="1149766" y="4833054"/>
                  </a:lnTo>
                  <a:lnTo>
                    <a:pt x="1149766" y="4832193"/>
                  </a:lnTo>
                  <a:lnTo>
                    <a:pt x="1150712" y="4829609"/>
                  </a:lnTo>
                  <a:lnTo>
                    <a:pt x="1150870" y="4829609"/>
                  </a:lnTo>
                  <a:lnTo>
                    <a:pt x="1151185" y="4828748"/>
                  </a:lnTo>
                  <a:lnTo>
                    <a:pt x="1151343" y="4828317"/>
                  </a:lnTo>
                  <a:lnTo>
                    <a:pt x="1151501" y="4827456"/>
                  </a:lnTo>
                  <a:lnTo>
                    <a:pt x="1151658" y="4827026"/>
                  </a:lnTo>
                  <a:lnTo>
                    <a:pt x="1151816" y="4826595"/>
                  </a:lnTo>
                  <a:lnTo>
                    <a:pt x="1151974" y="4826595"/>
                  </a:lnTo>
                  <a:lnTo>
                    <a:pt x="1152132" y="4826164"/>
                  </a:lnTo>
                  <a:lnTo>
                    <a:pt x="1152289" y="4825734"/>
                  </a:lnTo>
                  <a:lnTo>
                    <a:pt x="1152447" y="4825734"/>
                  </a:lnTo>
                  <a:lnTo>
                    <a:pt x="1152762" y="4825734"/>
                  </a:lnTo>
                  <a:lnTo>
                    <a:pt x="1152762" y="4825303"/>
                  </a:lnTo>
                  <a:lnTo>
                    <a:pt x="1152762" y="4824873"/>
                  </a:lnTo>
                  <a:lnTo>
                    <a:pt x="1153393" y="4824442"/>
                  </a:lnTo>
                  <a:lnTo>
                    <a:pt x="1153709" y="4824442"/>
                  </a:lnTo>
                  <a:lnTo>
                    <a:pt x="1153709" y="4823581"/>
                  </a:lnTo>
                  <a:lnTo>
                    <a:pt x="1154813" y="4822720"/>
                  </a:lnTo>
                  <a:lnTo>
                    <a:pt x="1155128" y="4821858"/>
                  </a:lnTo>
                  <a:lnTo>
                    <a:pt x="1156232" y="4820567"/>
                  </a:lnTo>
                  <a:lnTo>
                    <a:pt x="1156390" y="4820567"/>
                  </a:lnTo>
                  <a:lnTo>
                    <a:pt x="1158283" y="4819705"/>
                  </a:lnTo>
                  <a:lnTo>
                    <a:pt x="1158283" y="4818844"/>
                  </a:lnTo>
                  <a:lnTo>
                    <a:pt x="1158283" y="4818414"/>
                  </a:lnTo>
                  <a:lnTo>
                    <a:pt x="1158756" y="4817552"/>
                  </a:lnTo>
                  <a:lnTo>
                    <a:pt x="1158913" y="4817122"/>
                  </a:lnTo>
                  <a:lnTo>
                    <a:pt x="1159229" y="4817122"/>
                  </a:lnTo>
                  <a:lnTo>
                    <a:pt x="1159702" y="4814969"/>
                  </a:lnTo>
                  <a:lnTo>
                    <a:pt x="1159860" y="4814538"/>
                  </a:lnTo>
                  <a:lnTo>
                    <a:pt x="1160017" y="4814538"/>
                  </a:lnTo>
                  <a:lnTo>
                    <a:pt x="1160491" y="4814108"/>
                  </a:lnTo>
                  <a:lnTo>
                    <a:pt x="1160964" y="4813677"/>
                  </a:lnTo>
                  <a:lnTo>
                    <a:pt x="1161595" y="4812816"/>
                  </a:lnTo>
                  <a:lnTo>
                    <a:pt x="1161595" y="4812385"/>
                  </a:lnTo>
                  <a:lnTo>
                    <a:pt x="1161910" y="4811955"/>
                  </a:lnTo>
                  <a:lnTo>
                    <a:pt x="1162068" y="4810663"/>
                  </a:lnTo>
                  <a:lnTo>
                    <a:pt x="1162383" y="4809802"/>
                  </a:lnTo>
                  <a:lnTo>
                    <a:pt x="1162383" y="4809371"/>
                  </a:lnTo>
                  <a:lnTo>
                    <a:pt x="1162541" y="4809371"/>
                  </a:lnTo>
                  <a:lnTo>
                    <a:pt x="1163803" y="4808940"/>
                  </a:lnTo>
                  <a:lnTo>
                    <a:pt x="1164591" y="4808510"/>
                  </a:lnTo>
                  <a:lnTo>
                    <a:pt x="1164749" y="4808510"/>
                  </a:lnTo>
                  <a:lnTo>
                    <a:pt x="1165538" y="4808079"/>
                  </a:lnTo>
                  <a:lnTo>
                    <a:pt x="1165538" y="4807649"/>
                  </a:lnTo>
                  <a:lnTo>
                    <a:pt x="1166326" y="4806357"/>
                  </a:lnTo>
                  <a:lnTo>
                    <a:pt x="1166484" y="4806357"/>
                  </a:lnTo>
                  <a:lnTo>
                    <a:pt x="1166799" y="4806357"/>
                  </a:lnTo>
                  <a:lnTo>
                    <a:pt x="1167115" y="4805065"/>
                  </a:lnTo>
                  <a:lnTo>
                    <a:pt x="1167430" y="4805065"/>
                  </a:lnTo>
                  <a:lnTo>
                    <a:pt x="1167903" y="4804204"/>
                  </a:lnTo>
                  <a:lnTo>
                    <a:pt x="1168219" y="4803343"/>
                  </a:lnTo>
                  <a:lnTo>
                    <a:pt x="1168219" y="4802912"/>
                  </a:lnTo>
                  <a:lnTo>
                    <a:pt x="1168692" y="4802912"/>
                  </a:lnTo>
                  <a:lnTo>
                    <a:pt x="1169165" y="4802481"/>
                  </a:lnTo>
                  <a:lnTo>
                    <a:pt x="1169638" y="4802051"/>
                  </a:lnTo>
                  <a:lnTo>
                    <a:pt x="1170111" y="4799037"/>
                  </a:lnTo>
                  <a:lnTo>
                    <a:pt x="1170585" y="4797314"/>
                  </a:lnTo>
                  <a:lnTo>
                    <a:pt x="1170742" y="4797314"/>
                  </a:lnTo>
                  <a:lnTo>
                    <a:pt x="1171215" y="4796884"/>
                  </a:lnTo>
                  <a:lnTo>
                    <a:pt x="1171531" y="4796022"/>
                  </a:lnTo>
                  <a:lnTo>
                    <a:pt x="1171846" y="4796022"/>
                  </a:lnTo>
                  <a:lnTo>
                    <a:pt x="1172162" y="4795592"/>
                  </a:lnTo>
                  <a:lnTo>
                    <a:pt x="1172319" y="4794731"/>
                  </a:lnTo>
                  <a:lnTo>
                    <a:pt x="1173108" y="4794731"/>
                  </a:lnTo>
                  <a:lnTo>
                    <a:pt x="1173266" y="4794731"/>
                  </a:lnTo>
                  <a:lnTo>
                    <a:pt x="1173739" y="4794300"/>
                  </a:lnTo>
                  <a:lnTo>
                    <a:pt x="1174054" y="4794300"/>
                  </a:lnTo>
                  <a:lnTo>
                    <a:pt x="1174528" y="4793439"/>
                  </a:lnTo>
                  <a:lnTo>
                    <a:pt x="1174685" y="4793439"/>
                  </a:lnTo>
                  <a:lnTo>
                    <a:pt x="1175001" y="4793008"/>
                  </a:lnTo>
                  <a:lnTo>
                    <a:pt x="1175316" y="4792147"/>
                  </a:lnTo>
                  <a:lnTo>
                    <a:pt x="1176105" y="4792147"/>
                  </a:lnTo>
                  <a:lnTo>
                    <a:pt x="1176420" y="4791716"/>
                  </a:lnTo>
                  <a:lnTo>
                    <a:pt x="1176578" y="4791716"/>
                  </a:lnTo>
                  <a:lnTo>
                    <a:pt x="1176578" y="4790855"/>
                  </a:lnTo>
                  <a:lnTo>
                    <a:pt x="1176578" y="4790425"/>
                  </a:lnTo>
                  <a:lnTo>
                    <a:pt x="1176893" y="4789994"/>
                  </a:lnTo>
                  <a:lnTo>
                    <a:pt x="1177524" y="4789563"/>
                  </a:lnTo>
                  <a:lnTo>
                    <a:pt x="1177682" y="4789133"/>
                  </a:lnTo>
                  <a:lnTo>
                    <a:pt x="1178313" y="4788702"/>
                  </a:lnTo>
                  <a:lnTo>
                    <a:pt x="1179101" y="4788702"/>
                  </a:lnTo>
                  <a:lnTo>
                    <a:pt x="1180048" y="4787410"/>
                  </a:lnTo>
                  <a:lnTo>
                    <a:pt x="1181152" y="4786119"/>
                  </a:lnTo>
                  <a:lnTo>
                    <a:pt x="1181309" y="4786119"/>
                  </a:lnTo>
                  <a:lnTo>
                    <a:pt x="1182887" y="4786119"/>
                  </a:lnTo>
                  <a:lnTo>
                    <a:pt x="1183517" y="4785688"/>
                  </a:lnTo>
                  <a:lnTo>
                    <a:pt x="1183675" y="4785257"/>
                  </a:lnTo>
                  <a:lnTo>
                    <a:pt x="1183833" y="4784396"/>
                  </a:lnTo>
                  <a:lnTo>
                    <a:pt x="1184779" y="4782243"/>
                  </a:lnTo>
                  <a:lnTo>
                    <a:pt x="1184937" y="4782243"/>
                  </a:lnTo>
                  <a:lnTo>
                    <a:pt x="1185095" y="4782243"/>
                  </a:lnTo>
                  <a:lnTo>
                    <a:pt x="1185410" y="4781813"/>
                  </a:lnTo>
                  <a:lnTo>
                    <a:pt x="1187934" y="4778798"/>
                  </a:lnTo>
                  <a:lnTo>
                    <a:pt x="1187934" y="4778368"/>
                  </a:lnTo>
                  <a:lnTo>
                    <a:pt x="1188091" y="4778368"/>
                  </a:lnTo>
                  <a:lnTo>
                    <a:pt x="1188091" y="4777937"/>
                  </a:lnTo>
                  <a:lnTo>
                    <a:pt x="1188249" y="4777076"/>
                  </a:lnTo>
                  <a:lnTo>
                    <a:pt x="1188407" y="4777076"/>
                  </a:lnTo>
                  <a:lnTo>
                    <a:pt x="1189038" y="4774923"/>
                  </a:lnTo>
                  <a:lnTo>
                    <a:pt x="1189195" y="4774923"/>
                  </a:lnTo>
                  <a:lnTo>
                    <a:pt x="1189353" y="4774923"/>
                  </a:lnTo>
                  <a:lnTo>
                    <a:pt x="1189353" y="4774492"/>
                  </a:lnTo>
                  <a:lnTo>
                    <a:pt x="1189826" y="4773631"/>
                  </a:lnTo>
                  <a:lnTo>
                    <a:pt x="1190773" y="4773201"/>
                  </a:lnTo>
                  <a:lnTo>
                    <a:pt x="1191246" y="4772339"/>
                  </a:lnTo>
                  <a:lnTo>
                    <a:pt x="1191403" y="4772339"/>
                  </a:lnTo>
                  <a:lnTo>
                    <a:pt x="1192034" y="4771478"/>
                  </a:lnTo>
                  <a:lnTo>
                    <a:pt x="1192350" y="4771048"/>
                  </a:lnTo>
                  <a:lnTo>
                    <a:pt x="1192823" y="4770617"/>
                  </a:lnTo>
                  <a:lnTo>
                    <a:pt x="1193138" y="4769756"/>
                  </a:lnTo>
                  <a:lnTo>
                    <a:pt x="1193769" y="4769325"/>
                  </a:lnTo>
                  <a:lnTo>
                    <a:pt x="1193769" y="4768895"/>
                  </a:lnTo>
                  <a:lnTo>
                    <a:pt x="1193927" y="4768033"/>
                  </a:lnTo>
                  <a:lnTo>
                    <a:pt x="1194242" y="4767603"/>
                  </a:lnTo>
                  <a:lnTo>
                    <a:pt x="1194873" y="4766742"/>
                  </a:lnTo>
                  <a:lnTo>
                    <a:pt x="1195977" y="4764589"/>
                  </a:lnTo>
                  <a:lnTo>
                    <a:pt x="1196135" y="4764158"/>
                  </a:lnTo>
                  <a:lnTo>
                    <a:pt x="1196450" y="4764158"/>
                  </a:lnTo>
                  <a:lnTo>
                    <a:pt x="1196450" y="4763297"/>
                  </a:lnTo>
                  <a:lnTo>
                    <a:pt x="1196924" y="4763297"/>
                  </a:lnTo>
                  <a:lnTo>
                    <a:pt x="1197239" y="4763297"/>
                  </a:lnTo>
                  <a:lnTo>
                    <a:pt x="1197397" y="4763297"/>
                  </a:lnTo>
                  <a:lnTo>
                    <a:pt x="1197397" y="4762866"/>
                  </a:lnTo>
                  <a:lnTo>
                    <a:pt x="1197554" y="4762436"/>
                  </a:lnTo>
                  <a:lnTo>
                    <a:pt x="1197712" y="4762005"/>
                  </a:lnTo>
                  <a:lnTo>
                    <a:pt x="1198658" y="4761574"/>
                  </a:lnTo>
                  <a:lnTo>
                    <a:pt x="1198974" y="4761574"/>
                  </a:lnTo>
                  <a:lnTo>
                    <a:pt x="1199762" y="4761574"/>
                  </a:lnTo>
                  <a:lnTo>
                    <a:pt x="1200236" y="4761144"/>
                  </a:lnTo>
                  <a:lnTo>
                    <a:pt x="1200236" y="4760713"/>
                  </a:lnTo>
                  <a:lnTo>
                    <a:pt x="1200236" y="4759421"/>
                  </a:lnTo>
                  <a:lnTo>
                    <a:pt x="1200393" y="4758560"/>
                  </a:lnTo>
                  <a:lnTo>
                    <a:pt x="1200866" y="4758560"/>
                  </a:lnTo>
                  <a:lnTo>
                    <a:pt x="1201182" y="4757699"/>
                  </a:lnTo>
                  <a:lnTo>
                    <a:pt x="1201970" y="4757268"/>
                  </a:lnTo>
                  <a:lnTo>
                    <a:pt x="1202601" y="4757268"/>
                  </a:lnTo>
                  <a:lnTo>
                    <a:pt x="1203863" y="4756838"/>
                  </a:lnTo>
                  <a:lnTo>
                    <a:pt x="1204021" y="4756407"/>
                  </a:lnTo>
                  <a:lnTo>
                    <a:pt x="1204652" y="4755115"/>
                  </a:lnTo>
                  <a:lnTo>
                    <a:pt x="1205125" y="4753824"/>
                  </a:lnTo>
                  <a:lnTo>
                    <a:pt x="1205440" y="4753393"/>
                  </a:lnTo>
                  <a:lnTo>
                    <a:pt x="1205756" y="4753393"/>
                  </a:lnTo>
                  <a:lnTo>
                    <a:pt x="1206071" y="4753393"/>
                  </a:lnTo>
                  <a:lnTo>
                    <a:pt x="1206229" y="4752962"/>
                  </a:lnTo>
                  <a:lnTo>
                    <a:pt x="1207491" y="4752101"/>
                  </a:lnTo>
                  <a:lnTo>
                    <a:pt x="1207964" y="4751240"/>
                  </a:lnTo>
                  <a:lnTo>
                    <a:pt x="1209068" y="4748656"/>
                  </a:lnTo>
                  <a:lnTo>
                    <a:pt x="1209699" y="4748226"/>
                  </a:lnTo>
                  <a:lnTo>
                    <a:pt x="1210645" y="4747795"/>
                  </a:lnTo>
                  <a:lnTo>
                    <a:pt x="1210803" y="4747365"/>
                  </a:lnTo>
                  <a:lnTo>
                    <a:pt x="1210960" y="4747365"/>
                  </a:lnTo>
                  <a:lnTo>
                    <a:pt x="1212538" y="4745212"/>
                  </a:lnTo>
                  <a:lnTo>
                    <a:pt x="1212538" y="4744781"/>
                  </a:lnTo>
                  <a:lnTo>
                    <a:pt x="1213168" y="4744781"/>
                  </a:lnTo>
                  <a:lnTo>
                    <a:pt x="1213642" y="4744781"/>
                  </a:lnTo>
                  <a:lnTo>
                    <a:pt x="1215061" y="4743489"/>
                  </a:lnTo>
                  <a:lnTo>
                    <a:pt x="1215692" y="4743489"/>
                  </a:lnTo>
                  <a:lnTo>
                    <a:pt x="1215850" y="4743059"/>
                  </a:lnTo>
                  <a:lnTo>
                    <a:pt x="1216481" y="4742628"/>
                  </a:lnTo>
                  <a:lnTo>
                    <a:pt x="1216638" y="4742628"/>
                  </a:lnTo>
                  <a:lnTo>
                    <a:pt x="1216954" y="4742628"/>
                  </a:lnTo>
                  <a:lnTo>
                    <a:pt x="1217585" y="4741336"/>
                  </a:lnTo>
                  <a:lnTo>
                    <a:pt x="1217585" y="4740906"/>
                  </a:lnTo>
                  <a:lnTo>
                    <a:pt x="1217900" y="4740906"/>
                  </a:lnTo>
                  <a:lnTo>
                    <a:pt x="1218531" y="4740906"/>
                  </a:lnTo>
                  <a:lnTo>
                    <a:pt x="1218689" y="4740906"/>
                  </a:lnTo>
                  <a:lnTo>
                    <a:pt x="1219320" y="4740906"/>
                  </a:lnTo>
                  <a:lnTo>
                    <a:pt x="1219477" y="4739614"/>
                  </a:lnTo>
                  <a:lnTo>
                    <a:pt x="1219793" y="4738753"/>
                  </a:lnTo>
                  <a:lnTo>
                    <a:pt x="1220424" y="4738322"/>
                  </a:lnTo>
                  <a:lnTo>
                    <a:pt x="1220897" y="4737891"/>
                  </a:lnTo>
                  <a:lnTo>
                    <a:pt x="1220897" y="4737461"/>
                  </a:lnTo>
                  <a:lnTo>
                    <a:pt x="1221054" y="4737461"/>
                  </a:lnTo>
                  <a:lnTo>
                    <a:pt x="1221528" y="4737461"/>
                  </a:lnTo>
                  <a:lnTo>
                    <a:pt x="1222947" y="4735308"/>
                  </a:lnTo>
                  <a:lnTo>
                    <a:pt x="1223736" y="4735308"/>
                  </a:lnTo>
                  <a:lnTo>
                    <a:pt x="1223736" y="4734877"/>
                  </a:lnTo>
                  <a:lnTo>
                    <a:pt x="1224524" y="4734447"/>
                  </a:lnTo>
                  <a:lnTo>
                    <a:pt x="1225155" y="4734016"/>
                  </a:lnTo>
                  <a:lnTo>
                    <a:pt x="1225313" y="4734016"/>
                  </a:lnTo>
                  <a:lnTo>
                    <a:pt x="1225471" y="4734016"/>
                  </a:lnTo>
                  <a:lnTo>
                    <a:pt x="1227048" y="4734016"/>
                  </a:lnTo>
                  <a:lnTo>
                    <a:pt x="1227521" y="4733155"/>
                  </a:lnTo>
                  <a:lnTo>
                    <a:pt x="1227836" y="4731863"/>
                  </a:lnTo>
                  <a:lnTo>
                    <a:pt x="1227836" y="4731432"/>
                  </a:lnTo>
                  <a:lnTo>
                    <a:pt x="1228625" y="4731432"/>
                  </a:lnTo>
                  <a:lnTo>
                    <a:pt x="1228625" y="4730571"/>
                  </a:lnTo>
                  <a:lnTo>
                    <a:pt x="1229256" y="4730571"/>
                  </a:lnTo>
                  <a:lnTo>
                    <a:pt x="1229571" y="4729710"/>
                  </a:lnTo>
                  <a:lnTo>
                    <a:pt x="1230044" y="4728849"/>
                  </a:lnTo>
                  <a:lnTo>
                    <a:pt x="1230360" y="4727988"/>
                  </a:lnTo>
                  <a:lnTo>
                    <a:pt x="1230675" y="4727557"/>
                  </a:lnTo>
                  <a:lnTo>
                    <a:pt x="1231464" y="4727126"/>
                  </a:lnTo>
                  <a:lnTo>
                    <a:pt x="1231779" y="4726696"/>
                  </a:lnTo>
                  <a:lnTo>
                    <a:pt x="1232883" y="4726696"/>
                  </a:lnTo>
                  <a:lnTo>
                    <a:pt x="1233041" y="4726265"/>
                  </a:lnTo>
                  <a:lnTo>
                    <a:pt x="1233199" y="4725404"/>
                  </a:lnTo>
                  <a:lnTo>
                    <a:pt x="1233199" y="4724973"/>
                  </a:lnTo>
                  <a:lnTo>
                    <a:pt x="1233199" y="4724543"/>
                  </a:lnTo>
                  <a:lnTo>
                    <a:pt x="1233830" y="4724543"/>
                  </a:lnTo>
                  <a:lnTo>
                    <a:pt x="1233830" y="4724112"/>
                  </a:lnTo>
                  <a:lnTo>
                    <a:pt x="1236669" y="4722390"/>
                  </a:lnTo>
                  <a:lnTo>
                    <a:pt x="1237457" y="4721959"/>
                  </a:lnTo>
                  <a:lnTo>
                    <a:pt x="1237457" y="4721098"/>
                  </a:lnTo>
                  <a:lnTo>
                    <a:pt x="1238561" y="4720237"/>
                  </a:lnTo>
                  <a:lnTo>
                    <a:pt x="1238719" y="4719806"/>
                  </a:lnTo>
                  <a:lnTo>
                    <a:pt x="1238877" y="4719806"/>
                  </a:lnTo>
                  <a:lnTo>
                    <a:pt x="1240138" y="4719806"/>
                  </a:lnTo>
                  <a:lnTo>
                    <a:pt x="1240927" y="4718514"/>
                  </a:lnTo>
                  <a:lnTo>
                    <a:pt x="1241242" y="4718084"/>
                  </a:lnTo>
                  <a:lnTo>
                    <a:pt x="1241400" y="4718084"/>
                  </a:lnTo>
                  <a:lnTo>
                    <a:pt x="1241558" y="4718084"/>
                  </a:lnTo>
                  <a:lnTo>
                    <a:pt x="1242189" y="4717223"/>
                  </a:lnTo>
                  <a:lnTo>
                    <a:pt x="1242346" y="4716361"/>
                  </a:lnTo>
                  <a:lnTo>
                    <a:pt x="1242504" y="4715931"/>
                  </a:lnTo>
                  <a:lnTo>
                    <a:pt x="1242662" y="4715931"/>
                  </a:lnTo>
                  <a:lnTo>
                    <a:pt x="1242820" y="4715931"/>
                  </a:lnTo>
                  <a:lnTo>
                    <a:pt x="1244081" y="4714639"/>
                  </a:lnTo>
                  <a:lnTo>
                    <a:pt x="1244239" y="4714208"/>
                  </a:lnTo>
                  <a:lnTo>
                    <a:pt x="1244397" y="4714208"/>
                  </a:lnTo>
                  <a:lnTo>
                    <a:pt x="1244554" y="4714208"/>
                  </a:lnTo>
                  <a:lnTo>
                    <a:pt x="1244554" y="4713778"/>
                  </a:lnTo>
                  <a:lnTo>
                    <a:pt x="1244712" y="4713778"/>
                  </a:lnTo>
                  <a:lnTo>
                    <a:pt x="1244870" y="4712917"/>
                  </a:lnTo>
                  <a:lnTo>
                    <a:pt x="1245501" y="4712055"/>
                  </a:lnTo>
                  <a:lnTo>
                    <a:pt x="1246132" y="4711625"/>
                  </a:lnTo>
                  <a:lnTo>
                    <a:pt x="1246605" y="4711625"/>
                  </a:lnTo>
                  <a:lnTo>
                    <a:pt x="1246605" y="4711194"/>
                  </a:lnTo>
                  <a:lnTo>
                    <a:pt x="1246762" y="4711194"/>
                  </a:lnTo>
                  <a:lnTo>
                    <a:pt x="1247078" y="4709472"/>
                  </a:lnTo>
                  <a:lnTo>
                    <a:pt x="1247551" y="4709041"/>
                  </a:lnTo>
                  <a:lnTo>
                    <a:pt x="1248024" y="4709041"/>
                  </a:lnTo>
                  <a:lnTo>
                    <a:pt x="1248655" y="4708180"/>
                  </a:lnTo>
                  <a:lnTo>
                    <a:pt x="1248971" y="4708180"/>
                  </a:lnTo>
                  <a:lnTo>
                    <a:pt x="1249444" y="4708180"/>
                  </a:lnTo>
                  <a:lnTo>
                    <a:pt x="1250075" y="4708180"/>
                  </a:lnTo>
                  <a:lnTo>
                    <a:pt x="1250232" y="4707749"/>
                  </a:lnTo>
                  <a:lnTo>
                    <a:pt x="1250232" y="4707319"/>
                  </a:lnTo>
                  <a:lnTo>
                    <a:pt x="1250548" y="4707319"/>
                  </a:lnTo>
                  <a:lnTo>
                    <a:pt x="1250863" y="4706027"/>
                  </a:lnTo>
                  <a:lnTo>
                    <a:pt x="1251652" y="4705596"/>
                  </a:lnTo>
                  <a:lnTo>
                    <a:pt x="1251809" y="4705596"/>
                  </a:lnTo>
                  <a:lnTo>
                    <a:pt x="1251967" y="4705596"/>
                  </a:lnTo>
                  <a:lnTo>
                    <a:pt x="1252125" y="4705166"/>
                  </a:lnTo>
                  <a:lnTo>
                    <a:pt x="1252914" y="4705166"/>
                  </a:lnTo>
                  <a:lnTo>
                    <a:pt x="1253229" y="4704735"/>
                  </a:lnTo>
                  <a:lnTo>
                    <a:pt x="1254648" y="4704305"/>
                  </a:lnTo>
                  <a:lnTo>
                    <a:pt x="1254806" y="4704305"/>
                  </a:lnTo>
                  <a:lnTo>
                    <a:pt x="1254806" y="4703874"/>
                  </a:lnTo>
                  <a:lnTo>
                    <a:pt x="1255279" y="4703874"/>
                  </a:lnTo>
                  <a:lnTo>
                    <a:pt x="1255279" y="4703013"/>
                  </a:lnTo>
                  <a:lnTo>
                    <a:pt x="1255910" y="4702152"/>
                  </a:lnTo>
                  <a:lnTo>
                    <a:pt x="1256383" y="4701721"/>
                  </a:lnTo>
                  <a:lnTo>
                    <a:pt x="1256856" y="4701721"/>
                  </a:lnTo>
                  <a:lnTo>
                    <a:pt x="1258434" y="4699999"/>
                  </a:lnTo>
                  <a:lnTo>
                    <a:pt x="1258907" y="4699999"/>
                  </a:lnTo>
                  <a:lnTo>
                    <a:pt x="1259065" y="4698707"/>
                  </a:lnTo>
                  <a:lnTo>
                    <a:pt x="1259222" y="4698707"/>
                  </a:lnTo>
                  <a:lnTo>
                    <a:pt x="1259853" y="4697846"/>
                  </a:lnTo>
                  <a:lnTo>
                    <a:pt x="1261273" y="4696554"/>
                  </a:lnTo>
                  <a:lnTo>
                    <a:pt x="1261430" y="4696123"/>
                  </a:lnTo>
                  <a:lnTo>
                    <a:pt x="1261903" y="4696123"/>
                  </a:lnTo>
                  <a:lnTo>
                    <a:pt x="1263481" y="4695262"/>
                  </a:lnTo>
                  <a:lnTo>
                    <a:pt x="1263481" y="4694831"/>
                  </a:lnTo>
                  <a:lnTo>
                    <a:pt x="1263796" y="4693970"/>
                  </a:lnTo>
                  <a:lnTo>
                    <a:pt x="1265373" y="4693109"/>
                  </a:lnTo>
                  <a:lnTo>
                    <a:pt x="1265373" y="4692248"/>
                  </a:lnTo>
                  <a:lnTo>
                    <a:pt x="1266162" y="4691817"/>
                  </a:lnTo>
                  <a:lnTo>
                    <a:pt x="1266477" y="4690956"/>
                  </a:lnTo>
                  <a:lnTo>
                    <a:pt x="1267897" y="4690525"/>
                  </a:lnTo>
                  <a:lnTo>
                    <a:pt x="1268685" y="4690095"/>
                  </a:lnTo>
                  <a:lnTo>
                    <a:pt x="1268685" y="4689664"/>
                  </a:lnTo>
                  <a:lnTo>
                    <a:pt x="1269158" y="4689234"/>
                  </a:lnTo>
                  <a:lnTo>
                    <a:pt x="1269316" y="4688803"/>
                  </a:lnTo>
                  <a:lnTo>
                    <a:pt x="1270105" y="4688372"/>
                  </a:lnTo>
                  <a:lnTo>
                    <a:pt x="1270105" y="4687511"/>
                  </a:lnTo>
                  <a:lnTo>
                    <a:pt x="1270736" y="4687511"/>
                  </a:lnTo>
                  <a:lnTo>
                    <a:pt x="1271051" y="4687081"/>
                  </a:lnTo>
                  <a:lnTo>
                    <a:pt x="1271209" y="4686219"/>
                  </a:lnTo>
                  <a:lnTo>
                    <a:pt x="1271997" y="4684928"/>
                  </a:lnTo>
                  <a:lnTo>
                    <a:pt x="1272944" y="4683205"/>
                  </a:lnTo>
                  <a:lnTo>
                    <a:pt x="1273259" y="4683205"/>
                  </a:lnTo>
                  <a:lnTo>
                    <a:pt x="1273417" y="4683205"/>
                  </a:lnTo>
                  <a:lnTo>
                    <a:pt x="1273417" y="4681913"/>
                  </a:lnTo>
                  <a:lnTo>
                    <a:pt x="1273417" y="4680191"/>
                  </a:lnTo>
                  <a:lnTo>
                    <a:pt x="1273417" y="4679760"/>
                  </a:lnTo>
                  <a:lnTo>
                    <a:pt x="1273575" y="4679330"/>
                  </a:lnTo>
                  <a:lnTo>
                    <a:pt x="1273732" y="4679330"/>
                  </a:lnTo>
                  <a:lnTo>
                    <a:pt x="1274679" y="4678469"/>
                  </a:lnTo>
                  <a:lnTo>
                    <a:pt x="1274836" y="4678038"/>
                  </a:lnTo>
                  <a:lnTo>
                    <a:pt x="1275625" y="4677607"/>
                  </a:lnTo>
                  <a:lnTo>
                    <a:pt x="1276571" y="4677177"/>
                  </a:lnTo>
                  <a:lnTo>
                    <a:pt x="1276729" y="4676316"/>
                  </a:lnTo>
                  <a:lnTo>
                    <a:pt x="1277202" y="4675454"/>
                  </a:lnTo>
                  <a:lnTo>
                    <a:pt x="1277991" y="4675024"/>
                  </a:lnTo>
                  <a:lnTo>
                    <a:pt x="1278306" y="4675024"/>
                  </a:lnTo>
                  <a:lnTo>
                    <a:pt x="1279252" y="4674163"/>
                  </a:lnTo>
                  <a:lnTo>
                    <a:pt x="1280041" y="4674163"/>
                  </a:lnTo>
                  <a:lnTo>
                    <a:pt x="1280356" y="4673732"/>
                  </a:lnTo>
                  <a:lnTo>
                    <a:pt x="1280514" y="4673301"/>
                  </a:lnTo>
                  <a:lnTo>
                    <a:pt x="1280514" y="4672871"/>
                  </a:lnTo>
                  <a:lnTo>
                    <a:pt x="1281618" y="4672871"/>
                  </a:lnTo>
                  <a:lnTo>
                    <a:pt x="1281934" y="4672871"/>
                  </a:lnTo>
                  <a:lnTo>
                    <a:pt x="1281934" y="4672010"/>
                  </a:lnTo>
                  <a:lnTo>
                    <a:pt x="1282565" y="4671148"/>
                  </a:lnTo>
                  <a:lnTo>
                    <a:pt x="1282722" y="4671148"/>
                  </a:lnTo>
                  <a:lnTo>
                    <a:pt x="1283353" y="4670287"/>
                  </a:lnTo>
                  <a:lnTo>
                    <a:pt x="1283984" y="4670287"/>
                  </a:lnTo>
                  <a:lnTo>
                    <a:pt x="1284299" y="4670287"/>
                  </a:lnTo>
                  <a:lnTo>
                    <a:pt x="1284615" y="4669857"/>
                  </a:lnTo>
                  <a:lnTo>
                    <a:pt x="1284930" y="4669857"/>
                  </a:lnTo>
                  <a:lnTo>
                    <a:pt x="1285403" y="4669857"/>
                  </a:lnTo>
                  <a:lnTo>
                    <a:pt x="1285561" y="4669857"/>
                  </a:lnTo>
                  <a:lnTo>
                    <a:pt x="1285719" y="4669426"/>
                  </a:lnTo>
                  <a:lnTo>
                    <a:pt x="1285719" y="4668134"/>
                  </a:lnTo>
                  <a:lnTo>
                    <a:pt x="1286034" y="4666412"/>
                  </a:lnTo>
                  <a:lnTo>
                    <a:pt x="1286034" y="4665551"/>
                  </a:lnTo>
                  <a:lnTo>
                    <a:pt x="1286192" y="4665120"/>
                  </a:lnTo>
                  <a:lnTo>
                    <a:pt x="1287612" y="4664689"/>
                  </a:lnTo>
                  <a:lnTo>
                    <a:pt x="1288558" y="4662967"/>
                  </a:lnTo>
                  <a:lnTo>
                    <a:pt x="1289031" y="4662536"/>
                  </a:lnTo>
                  <a:lnTo>
                    <a:pt x="1290608" y="4661245"/>
                  </a:lnTo>
                  <a:lnTo>
                    <a:pt x="1290766" y="4659092"/>
                  </a:lnTo>
                  <a:lnTo>
                    <a:pt x="1292343" y="4656939"/>
                  </a:lnTo>
                  <a:lnTo>
                    <a:pt x="1292343" y="4656508"/>
                  </a:lnTo>
                  <a:lnTo>
                    <a:pt x="1293289" y="4656077"/>
                  </a:lnTo>
                  <a:lnTo>
                    <a:pt x="1294078" y="4655216"/>
                  </a:lnTo>
                  <a:lnTo>
                    <a:pt x="1294078" y="4654355"/>
                  </a:lnTo>
                  <a:lnTo>
                    <a:pt x="1294078" y="4653924"/>
                  </a:lnTo>
                  <a:lnTo>
                    <a:pt x="1294236" y="4653494"/>
                  </a:lnTo>
                  <a:lnTo>
                    <a:pt x="1294393" y="4653494"/>
                  </a:lnTo>
                  <a:lnTo>
                    <a:pt x="1295497" y="4651341"/>
                  </a:lnTo>
                  <a:lnTo>
                    <a:pt x="1297705" y="4650480"/>
                  </a:lnTo>
                  <a:lnTo>
                    <a:pt x="1297705" y="4650049"/>
                  </a:lnTo>
                  <a:lnTo>
                    <a:pt x="1297863" y="4648757"/>
                  </a:lnTo>
                  <a:lnTo>
                    <a:pt x="1298967" y="4648327"/>
                  </a:lnTo>
                  <a:lnTo>
                    <a:pt x="1299283" y="4647896"/>
                  </a:lnTo>
                  <a:lnTo>
                    <a:pt x="1299440" y="4647465"/>
                  </a:lnTo>
                  <a:lnTo>
                    <a:pt x="1299440" y="4647035"/>
                  </a:lnTo>
                  <a:lnTo>
                    <a:pt x="1299440" y="4646604"/>
                  </a:lnTo>
                  <a:lnTo>
                    <a:pt x="1300702" y="4645743"/>
                  </a:lnTo>
                  <a:lnTo>
                    <a:pt x="1301175" y="4645312"/>
                  </a:lnTo>
                  <a:lnTo>
                    <a:pt x="1301491" y="4644882"/>
                  </a:lnTo>
                  <a:lnTo>
                    <a:pt x="1301648" y="4644021"/>
                  </a:lnTo>
                  <a:lnTo>
                    <a:pt x="1302122" y="4643159"/>
                  </a:lnTo>
                  <a:lnTo>
                    <a:pt x="1302910" y="4641868"/>
                  </a:lnTo>
                  <a:lnTo>
                    <a:pt x="1303857" y="4641437"/>
                  </a:lnTo>
                  <a:lnTo>
                    <a:pt x="1304014" y="4640576"/>
                  </a:lnTo>
                  <a:lnTo>
                    <a:pt x="1304487" y="4640145"/>
                  </a:lnTo>
                  <a:lnTo>
                    <a:pt x="1304961" y="4640145"/>
                  </a:lnTo>
                  <a:lnTo>
                    <a:pt x="1305276" y="4639715"/>
                  </a:lnTo>
                  <a:lnTo>
                    <a:pt x="1306380" y="4639284"/>
                  </a:lnTo>
                  <a:lnTo>
                    <a:pt x="1306853" y="4639284"/>
                  </a:lnTo>
                  <a:lnTo>
                    <a:pt x="1307484" y="4638853"/>
                  </a:lnTo>
                  <a:lnTo>
                    <a:pt x="1307484" y="4638423"/>
                  </a:lnTo>
                  <a:lnTo>
                    <a:pt x="1308115" y="4638423"/>
                  </a:lnTo>
                  <a:lnTo>
                    <a:pt x="1308430" y="4637131"/>
                  </a:lnTo>
                  <a:lnTo>
                    <a:pt x="1308746" y="4636700"/>
                  </a:lnTo>
                  <a:lnTo>
                    <a:pt x="1308903" y="4636700"/>
                  </a:lnTo>
                  <a:lnTo>
                    <a:pt x="1309061" y="4635839"/>
                  </a:lnTo>
                  <a:lnTo>
                    <a:pt x="1309377" y="4635839"/>
                  </a:lnTo>
                  <a:lnTo>
                    <a:pt x="1310165" y="4634978"/>
                  </a:lnTo>
                  <a:lnTo>
                    <a:pt x="1311112" y="4634547"/>
                  </a:lnTo>
                  <a:lnTo>
                    <a:pt x="1311585" y="4634547"/>
                  </a:lnTo>
                  <a:lnTo>
                    <a:pt x="1312058" y="4634117"/>
                  </a:lnTo>
                  <a:lnTo>
                    <a:pt x="1312689" y="4633256"/>
                  </a:lnTo>
                  <a:lnTo>
                    <a:pt x="1312846" y="4633256"/>
                  </a:lnTo>
                  <a:lnTo>
                    <a:pt x="1312846" y="4632825"/>
                  </a:lnTo>
                  <a:lnTo>
                    <a:pt x="1313477" y="4632394"/>
                  </a:lnTo>
                  <a:lnTo>
                    <a:pt x="1313793" y="4632394"/>
                  </a:lnTo>
                  <a:lnTo>
                    <a:pt x="1315685" y="4630672"/>
                  </a:lnTo>
                  <a:lnTo>
                    <a:pt x="1315685" y="4629811"/>
                  </a:lnTo>
                  <a:lnTo>
                    <a:pt x="1315685" y="4629380"/>
                  </a:lnTo>
                  <a:lnTo>
                    <a:pt x="1315843" y="4629380"/>
                  </a:lnTo>
                  <a:lnTo>
                    <a:pt x="1316474" y="4628950"/>
                  </a:lnTo>
                  <a:lnTo>
                    <a:pt x="1317578" y="4628519"/>
                  </a:lnTo>
                  <a:lnTo>
                    <a:pt x="1317578" y="4628088"/>
                  </a:lnTo>
                  <a:lnTo>
                    <a:pt x="1318997" y="4625505"/>
                  </a:lnTo>
                  <a:lnTo>
                    <a:pt x="1319155" y="4625505"/>
                  </a:lnTo>
                  <a:lnTo>
                    <a:pt x="1319628" y="4625074"/>
                  </a:lnTo>
                  <a:lnTo>
                    <a:pt x="1319786" y="4625074"/>
                  </a:lnTo>
                  <a:lnTo>
                    <a:pt x="1319944" y="4624213"/>
                  </a:lnTo>
                  <a:lnTo>
                    <a:pt x="1320101" y="4623352"/>
                  </a:lnTo>
                  <a:lnTo>
                    <a:pt x="1320259" y="4622921"/>
                  </a:lnTo>
                  <a:lnTo>
                    <a:pt x="1320417" y="4622491"/>
                  </a:lnTo>
                  <a:lnTo>
                    <a:pt x="1320890" y="4622060"/>
                  </a:lnTo>
                  <a:lnTo>
                    <a:pt x="1320890" y="4621629"/>
                  </a:lnTo>
                  <a:lnTo>
                    <a:pt x="1321206" y="4621199"/>
                  </a:lnTo>
                  <a:lnTo>
                    <a:pt x="1321679" y="4620768"/>
                  </a:lnTo>
                  <a:lnTo>
                    <a:pt x="1321679" y="4619907"/>
                  </a:lnTo>
                  <a:lnTo>
                    <a:pt x="1321836" y="4619046"/>
                  </a:lnTo>
                  <a:lnTo>
                    <a:pt x="1322783" y="4617323"/>
                  </a:lnTo>
                  <a:lnTo>
                    <a:pt x="1322940" y="4616893"/>
                  </a:lnTo>
                  <a:lnTo>
                    <a:pt x="1323414" y="4616462"/>
                  </a:lnTo>
                  <a:lnTo>
                    <a:pt x="1324044" y="4615170"/>
                  </a:lnTo>
                  <a:lnTo>
                    <a:pt x="1324202" y="4614309"/>
                  </a:lnTo>
                  <a:lnTo>
                    <a:pt x="1324518" y="4613879"/>
                  </a:lnTo>
                  <a:lnTo>
                    <a:pt x="1324991" y="4613448"/>
                  </a:lnTo>
                  <a:lnTo>
                    <a:pt x="1324991" y="4612587"/>
                  </a:lnTo>
                  <a:lnTo>
                    <a:pt x="1325148" y="4612587"/>
                  </a:lnTo>
                  <a:lnTo>
                    <a:pt x="1325306" y="4611726"/>
                  </a:lnTo>
                  <a:lnTo>
                    <a:pt x="1325622" y="4610864"/>
                  </a:lnTo>
                  <a:lnTo>
                    <a:pt x="1327041" y="4609573"/>
                  </a:lnTo>
                  <a:lnTo>
                    <a:pt x="1327987" y="4609573"/>
                  </a:lnTo>
                  <a:lnTo>
                    <a:pt x="1328618" y="4609142"/>
                  </a:lnTo>
                  <a:lnTo>
                    <a:pt x="1328776" y="4609142"/>
                  </a:lnTo>
                  <a:lnTo>
                    <a:pt x="1329249" y="4608711"/>
                  </a:lnTo>
                  <a:lnTo>
                    <a:pt x="1329880" y="4608281"/>
                  </a:lnTo>
                  <a:lnTo>
                    <a:pt x="1330195" y="4607850"/>
                  </a:lnTo>
                  <a:lnTo>
                    <a:pt x="1330669" y="4607420"/>
                  </a:lnTo>
                  <a:lnTo>
                    <a:pt x="1331457" y="4606989"/>
                  </a:lnTo>
                  <a:lnTo>
                    <a:pt x="1331773" y="4606128"/>
                  </a:lnTo>
                  <a:lnTo>
                    <a:pt x="1331930" y="4605697"/>
                  </a:lnTo>
                  <a:lnTo>
                    <a:pt x="1332561" y="4605267"/>
                  </a:lnTo>
                  <a:lnTo>
                    <a:pt x="1333034" y="4604836"/>
                  </a:lnTo>
                  <a:lnTo>
                    <a:pt x="1333823" y="4603114"/>
                  </a:lnTo>
                  <a:lnTo>
                    <a:pt x="1334612" y="4603114"/>
                  </a:lnTo>
                  <a:lnTo>
                    <a:pt x="1334769" y="4602252"/>
                  </a:lnTo>
                  <a:lnTo>
                    <a:pt x="1334927" y="4602252"/>
                  </a:lnTo>
                  <a:lnTo>
                    <a:pt x="1335242" y="4601822"/>
                  </a:lnTo>
                  <a:lnTo>
                    <a:pt x="1335242" y="4601391"/>
                  </a:lnTo>
                  <a:lnTo>
                    <a:pt x="1335400" y="4600961"/>
                  </a:lnTo>
                  <a:lnTo>
                    <a:pt x="1335558" y="4600530"/>
                  </a:lnTo>
                  <a:lnTo>
                    <a:pt x="1335873" y="4600530"/>
                  </a:lnTo>
                  <a:lnTo>
                    <a:pt x="1335873" y="4600099"/>
                  </a:lnTo>
                  <a:lnTo>
                    <a:pt x="1336662" y="4598808"/>
                  </a:lnTo>
                  <a:lnTo>
                    <a:pt x="1337450" y="4598808"/>
                  </a:lnTo>
                  <a:lnTo>
                    <a:pt x="1337766" y="4598808"/>
                  </a:lnTo>
                  <a:lnTo>
                    <a:pt x="1338397" y="4597946"/>
                  </a:lnTo>
                  <a:lnTo>
                    <a:pt x="1338555" y="4597946"/>
                  </a:lnTo>
                  <a:lnTo>
                    <a:pt x="1338712" y="4597946"/>
                  </a:lnTo>
                  <a:lnTo>
                    <a:pt x="1338870" y="4597516"/>
                  </a:lnTo>
                  <a:lnTo>
                    <a:pt x="1339501" y="4596224"/>
                  </a:lnTo>
                  <a:lnTo>
                    <a:pt x="1339816" y="4595793"/>
                  </a:lnTo>
                  <a:lnTo>
                    <a:pt x="1339816" y="4595363"/>
                  </a:lnTo>
                  <a:lnTo>
                    <a:pt x="1339974" y="4594502"/>
                  </a:lnTo>
                  <a:lnTo>
                    <a:pt x="1340605" y="4594502"/>
                  </a:lnTo>
                  <a:lnTo>
                    <a:pt x="1340763" y="4594071"/>
                  </a:lnTo>
                  <a:lnTo>
                    <a:pt x="1341551" y="4591918"/>
                  </a:lnTo>
                  <a:lnTo>
                    <a:pt x="1343917" y="4589765"/>
                  </a:lnTo>
                  <a:lnTo>
                    <a:pt x="1344232" y="4589765"/>
                  </a:lnTo>
                  <a:lnTo>
                    <a:pt x="1344548" y="4589765"/>
                  </a:lnTo>
                  <a:lnTo>
                    <a:pt x="1345021" y="4589765"/>
                  </a:lnTo>
                  <a:lnTo>
                    <a:pt x="1345967" y="4589334"/>
                  </a:lnTo>
                  <a:lnTo>
                    <a:pt x="1345967" y="4588473"/>
                  </a:lnTo>
                  <a:lnTo>
                    <a:pt x="1346283" y="4588473"/>
                  </a:lnTo>
                  <a:lnTo>
                    <a:pt x="1346756" y="4588473"/>
                  </a:lnTo>
                  <a:lnTo>
                    <a:pt x="1346914" y="4588473"/>
                  </a:lnTo>
                  <a:lnTo>
                    <a:pt x="1347860" y="4588043"/>
                  </a:lnTo>
                  <a:lnTo>
                    <a:pt x="1348175" y="4588043"/>
                  </a:lnTo>
                  <a:lnTo>
                    <a:pt x="1348333" y="4587181"/>
                  </a:lnTo>
                  <a:lnTo>
                    <a:pt x="1348806" y="4587181"/>
                  </a:lnTo>
                  <a:lnTo>
                    <a:pt x="1349910" y="4586320"/>
                  </a:lnTo>
                  <a:lnTo>
                    <a:pt x="1350383" y="4585459"/>
                  </a:lnTo>
                  <a:lnTo>
                    <a:pt x="1350541" y="4585459"/>
                  </a:lnTo>
                  <a:lnTo>
                    <a:pt x="1350699" y="4585459"/>
                  </a:lnTo>
                  <a:lnTo>
                    <a:pt x="1351172" y="4585459"/>
                  </a:lnTo>
                  <a:lnTo>
                    <a:pt x="1351487" y="4585028"/>
                  </a:lnTo>
                  <a:lnTo>
                    <a:pt x="1351803" y="4584598"/>
                  </a:lnTo>
                  <a:lnTo>
                    <a:pt x="1352591" y="4583306"/>
                  </a:lnTo>
                  <a:lnTo>
                    <a:pt x="1352591" y="4582875"/>
                  </a:lnTo>
                  <a:lnTo>
                    <a:pt x="1352591" y="4582445"/>
                  </a:lnTo>
                  <a:lnTo>
                    <a:pt x="1352907" y="4582445"/>
                  </a:lnTo>
                  <a:lnTo>
                    <a:pt x="1353380" y="4581153"/>
                  </a:lnTo>
                  <a:lnTo>
                    <a:pt x="1353538" y="4579861"/>
                  </a:lnTo>
                  <a:lnTo>
                    <a:pt x="1353695" y="4579431"/>
                  </a:lnTo>
                  <a:lnTo>
                    <a:pt x="1355273" y="4579000"/>
                  </a:lnTo>
                  <a:lnTo>
                    <a:pt x="1356061" y="4578139"/>
                  </a:lnTo>
                  <a:lnTo>
                    <a:pt x="1356850" y="4577708"/>
                  </a:lnTo>
                  <a:lnTo>
                    <a:pt x="1357323" y="4576416"/>
                  </a:lnTo>
                  <a:lnTo>
                    <a:pt x="1357638" y="4576416"/>
                  </a:lnTo>
                  <a:lnTo>
                    <a:pt x="1358269" y="4575125"/>
                  </a:lnTo>
                  <a:lnTo>
                    <a:pt x="1358427" y="4574694"/>
                  </a:lnTo>
                  <a:lnTo>
                    <a:pt x="1358427" y="4574263"/>
                  </a:lnTo>
                  <a:lnTo>
                    <a:pt x="1359373" y="4574263"/>
                  </a:lnTo>
                  <a:lnTo>
                    <a:pt x="1359531" y="4574263"/>
                  </a:lnTo>
                  <a:lnTo>
                    <a:pt x="1360951" y="4572972"/>
                  </a:lnTo>
                  <a:lnTo>
                    <a:pt x="1362212" y="4572972"/>
                  </a:lnTo>
                  <a:lnTo>
                    <a:pt x="1362685" y="4572110"/>
                  </a:lnTo>
                  <a:lnTo>
                    <a:pt x="1363001" y="4572110"/>
                  </a:lnTo>
                  <a:lnTo>
                    <a:pt x="1363159" y="4572110"/>
                  </a:lnTo>
                  <a:lnTo>
                    <a:pt x="1363159" y="4571680"/>
                  </a:lnTo>
                  <a:lnTo>
                    <a:pt x="1364420" y="4570819"/>
                  </a:lnTo>
                  <a:lnTo>
                    <a:pt x="1364578" y="4569527"/>
                  </a:lnTo>
                  <a:lnTo>
                    <a:pt x="1364736" y="4569527"/>
                  </a:lnTo>
                  <a:lnTo>
                    <a:pt x="1364893" y="4569527"/>
                  </a:lnTo>
                  <a:lnTo>
                    <a:pt x="1365051" y="4569096"/>
                  </a:lnTo>
                  <a:lnTo>
                    <a:pt x="1365840" y="4567374"/>
                  </a:lnTo>
                  <a:lnTo>
                    <a:pt x="1366628" y="4566943"/>
                  </a:lnTo>
                  <a:lnTo>
                    <a:pt x="1366628" y="4566513"/>
                  </a:lnTo>
                  <a:lnTo>
                    <a:pt x="1366786" y="4565651"/>
                  </a:lnTo>
                  <a:lnTo>
                    <a:pt x="1366944" y="4564360"/>
                  </a:lnTo>
                  <a:lnTo>
                    <a:pt x="1367575" y="4563498"/>
                  </a:lnTo>
                  <a:lnTo>
                    <a:pt x="1367575" y="4562637"/>
                  </a:lnTo>
                  <a:lnTo>
                    <a:pt x="1367732" y="4562207"/>
                  </a:lnTo>
                  <a:lnTo>
                    <a:pt x="1367890" y="4562207"/>
                  </a:lnTo>
                  <a:lnTo>
                    <a:pt x="1368048" y="4561776"/>
                  </a:lnTo>
                  <a:lnTo>
                    <a:pt x="1368363" y="4561776"/>
                  </a:lnTo>
                  <a:lnTo>
                    <a:pt x="1368836" y="4559623"/>
                  </a:lnTo>
                  <a:lnTo>
                    <a:pt x="1369310" y="4559192"/>
                  </a:lnTo>
                  <a:lnTo>
                    <a:pt x="1369467" y="4559192"/>
                  </a:lnTo>
                  <a:lnTo>
                    <a:pt x="1370256" y="4558762"/>
                  </a:lnTo>
                  <a:lnTo>
                    <a:pt x="1370887" y="4556609"/>
                  </a:lnTo>
                  <a:lnTo>
                    <a:pt x="1373726" y="4554886"/>
                  </a:lnTo>
                  <a:lnTo>
                    <a:pt x="1373883" y="4554886"/>
                  </a:lnTo>
                  <a:lnTo>
                    <a:pt x="1374672" y="4553164"/>
                  </a:lnTo>
                  <a:lnTo>
                    <a:pt x="1374830" y="4553164"/>
                  </a:lnTo>
                  <a:lnTo>
                    <a:pt x="1374987" y="4552733"/>
                  </a:lnTo>
                  <a:lnTo>
                    <a:pt x="1375461" y="4551442"/>
                  </a:lnTo>
                  <a:lnTo>
                    <a:pt x="1375618" y="4551442"/>
                  </a:lnTo>
                  <a:lnTo>
                    <a:pt x="1376407" y="4548858"/>
                  </a:lnTo>
                  <a:lnTo>
                    <a:pt x="1376880" y="4548858"/>
                  </a:lnTo>
                  <a:lnTo>
                    <a:pt x="1377196" y="4548858"/>
                  </a:lnTo>
                  <a:lnTo>
                    <a:pt x="1377196" y="4548427"/>
                  </a:lnTo>
                  <a:lnTo>
                    <a:pt x="1378773" y="4547997"/>
                  </a:lnTo>
                  <a:lnTo>
                    <a:pt x="1379404" y="4547566"/>
                  </a:lnTo>
                  <a:lnTo>
                    <a:pt x="1379561" y="4546705"/>
                  </a:lnTo>
                  <a:lnTo>
                    <a:pt x="1379719" y="4546705"/>
                  </a:lnTo>
                  <a:lnTo>
                    <a:pt x="1380034" y="4546705"/>
                  </a:lnTo>
                  <a:lnTo>
                    <a:pt x="1380192" y="4546705"/>
                  </a:lnTo>
                  <a:lnTo>
                    <a:pt x="1380192" y="4546274"/>
                  </a:lnTo>
                  <a:lnTo>
                    <a:pt x="1380823" y="4545844"/>
                  </a:lnTo>
                  <a:lnTo>
                    <a:pt x="1381454" y="4545844"/>
                  </a:lnTo>
                  <a:lnTo>
                    <a:pt x="1381769" y="4544983"/>
                  </a:lnTo>
                  <a:lnTo>
                    <a:pt x="1381769" y="4544552"/>
                  </a:lnTo>
                  <a:lnTo>
                    <a:pt x="1381927" y="4544121"/>
                  </a:lnTo>
                  <a:lnTo>
                    <a:pt x="1382242" y="4544121"/>
                  </a:lnTo>
                  <a:lnTo>
                    <a:pt x="1382400" y="4542830"/>
                  </a:lnTo>
                  <a:lnTo>
                    <a:pt x="1382400" y="4542399"/>
                  </a:lnTo>
                  <a:lnTo>
                    <a:pt x="1382716" y="4542399"/>
                  </a:lnTo>
                  <a:lnTo>
                    <a:pt x="1385239" y="4538524"/>
                  </a:lnTo>
                  <a:lnTo>
                    <a:pt x="1386185" y="4537662"/>
                  </a:lnTo>
                  <a:lnTo>
                    <a:pt x="1386659" y="4537662"/>
                  </a:lnTo>
                  <a:lnTo>
                    <a:pt x="1386974" y="4536801"/>
                  </a:lnTo>
                  <a:lnTo>
                    <a:pt x="1387605" y="4536371"/>
                  </a:lnTo>
                  <a:lnTo>
                    <a:pt x="1388236" y="4535940"/>
                  </a:lnTo>
                  <a:lnTo>
                    <a:pt x="1388236" y="4535509"/>
                  </a:lnTo>
                  <a:lnTo>
                    <a:pt x="1389340" y="4534218"/>
                  </a:lnTo>
                  <a:lnTo>
                    <a:pt x="1389813" y="4533356"/>
                  </a:lnTo>
                  <a:lnTo>
                    <a:pt x="1389813" y="4532926"/>
                  </a:lnTo>
                  <a:lnTo>
                    <a:pt x="1391232" y="4532065"/>
                  </a:lnTo>
                  <a:lnTo>
                    <a:pt x="1391863" y="4531634"/>
                  </a:lnTo>
                  <a:lnTo>
                    <a:pt x="1392494" y="4530773"/>
                  </a:lnTo>
                  <a:lnTo>
                    <a:pt x="1392494" y="4530342"/>
                  </a:lnTo>
                  <a:lnTo>
                    <a:pt x="1393283" y="4529481"/>
                  </a:lnTo>
                  <a:lnTo>
                    <a:pt x="1393598" y="4529050"/>
                  </a:lnTo>
                  <a:lnTo>
                    <a:pt x="1393598" y="4528620"/>
                  </a:lnTo>
                  <a:lnTo>
                    <a:pt x="1394545" y="4526467"/>
                  </a:lnTo>
                  <a:lnTo>
                    <a:pt x="1395018" y="4526036"/>
                  </a:lnTo>
                  <a:lnTo>
                    <a:pt x="1395649" y="4526036"/>
                  </a:lnTo>
                  <a:lnTo>
                    <a:pt x="1396279" y="4525606"/>
                  </a:lnTo>
                  <a:lnTo>
                    <a:pt x="1396595" y="4525606"/>
                  </a:lnTo>
                  <a:lnTo>
                    <a:pt x="1396753" y="4525606"/>
                  </a:lnTo>
                  <a:lnTo>
                    <a:pt x="1397383" y="4524744"/>
                  </a:lnTo>
                  <a:lnTo>
                    <a:pt x="1397541" y="4524744"/>
                  </a:lnTo>
                  <a:lnTo>
                    <a:pt x="1397857" y="4524314"/>
                  </a:lnTo>
                  <a:lnTo>
                    <a:pt x="1397857" y="4523883"/>
                  </a:lnTo>
                  <a:lnTo>
                    <a:pt x="1397857" y="4523453"/>
                  </a:lnTo>
                  <a:lnTo>
                    <a:pt x="1398172" y="4522591"/>
                  </a:lnTo>
                  <a:lnTo>
                    <a:pt x="1398330" y="4522591"/>
                  </a:lnTo>
                  <a:lnTo>
                    <a:pt x="1399907" y="4522591"/>
                  </a:lnTo>
                  <a:lnTo>
                    <a:pt x="1401957" y="4521300"/>
                  </a:lnTo>
                  <a:lnTo>
                    <a:pt x="1402588" y="4520438"/>
                  </a:lnTo>
                  <a:lnTo>
                    <a:pt x="1403061" y="4520438"/>
                  </a:lnTo>
                  <a:lnTo>
                    <a:pt x="1403377" y="4520438"/>
                  </a:lnTo>
                  <a:lnTo>
                    <a:pt x="1403692" y="4520438"/>
                  </a:lnTo>
                  <a:lnTo>
                    <a:pt x="1404954" y="4518716"/>
                  </a:lnTo>
                  <a:lnTo>
                    <a:pt x="1405427" y="4517855"/>
                  </a:lnTo>
                  <a:lnTo>
                    <a:pt x="1405585" y="4517855"/>
                  </a:lnTo>
                  <a:lnTo>
                    <a:pt x="1406058" y="4517855"/>
                  </a:lnTo>
                  <a:lnTo>
                    <a:pt x="1407477" y="4515271"/>
                  </a:lnTo>
                  <a:lnTo>
                    <a:pt x="1408108" y="4513979"/>
                  </a:lnTo>
                  <a:lnTo>
                    <a:pt x="1408424" y="4513118"/>
                  </a:lnTo>
                  <a:lnTo>
                    <a:pt x="1408897" y="4512688"/>
                  </a:lnTo>
                  <a:lnTo>
                    <a:pt x="1410632" y="4510104"/>
                  </a:lnTo>
                  <a:lnTo>
                    <a:pt x="1412209" y="4509243"/>
                  </a:lnTo>
                  <a:lnTo>
                    <a:pt x="1412524" y="4508812"/>
                  </a:lnTo>
                  <a:lnTo>
                    <a:pt x="1412840" y="4507951"/>
                  </a:lnTo>
                  <a:lnTo>
                    <a:pt x="1414259" y="4505798"/>
                  </a:lnTo>
                  <a:lnTo>
                    <a:pt x="1414575" y="4504937"/>
                  </a:lnTo>
                  <a:lnTo>
                    <a:pt x="1414890" y="4504506"/>
                  </a:lnTo>
                  <a:lnTo>
                    <a:pt x="1415206" y="4504506"/>
                  </a:lnTo>
                  <a:lnTo>
                    <a:pt x="1415521" y="4504506"/>
                  </a:lnTo>
                  <a:lnTo>
                    <a:pt x="1415521" y="4504076"/>
                  </a:lnTo>
                  <a:lnTo>
                    <a:pt x="1416467" y="4503214"/>
                  </a:lnTo>
                  <a:lnTo>
                    <a:pt x="1416941" y="4502784"/>
                  </a:lnTo>
                  <a:lnTo>
                    <a:pt x="1417414" y="4501492"/>
                  </a:lnTo>
                  <a:lnTo>
                    <a:pt x="1417729" y="4501061"/>
                  </a:lnTo>
                  <a:lnTo>
                    <a:pt x="1417887" y="4500200"/>
                  </a:lnTo>
                  <a:lnTo>
                    <a:pt x="1418518" y="4499770"/>
                  </a:lnTo>
                  <a:lnTo>
                    <a:pt x="1418991" y="4499339"/>
                  </a:lnTo>
                  <a:lnTo>
                    <a:pt x="1419149" y="4498908"/>
                  </a:lnTo>
                  <a:lnTo>
                    <a:pt x="1419779" y="4498047"/>
                  </a:lnTo>
                  <a:lnTo>
                    <a:pt x="1420883" y="4498047"/>
                  </a:lnTo>
                  <a:lnTo>
                    <a:pt x="1421357" y="4497617"/>
                  </a:lnTo>
                  <a:lnTo>
                    <a:pt x="1421830" y="4497186"/>
                  </a:lnTo>
                  <a:lnTo>
                    <a:pt x="1422934" y="4495894"/>
                  </a:lnTo>
                  <a:lnTo>
                    <a:pt x="1424353" y="4494602"/>
                  </a:lnTo>
                  <a:lnTo>
                    <a:pt x="1424826" y="4493741"/>
                  </a:lnTo>
                  <a:lnTo>
                    <a:pt x="1425457" y="4493311"/>
                  </a:lnTo>
                  <a:lnTo>
                    <a:pt x="1426246" y="4492880"/>
                  </a:lnTo>
                  <a:lnTo>
                    <a:pt x="1426246" y="4492449"/>
                  </a:lnTo>
                  <a:lnTo>
                    <a:pt x="1426404" y="4492449"/>
                  </a:lnTo>
                  <a:lnTo>
                    <a:pt x="1427981" y="4492019"/>
                  </a:lnTo>
                  <a:lnTo>
                    <a:pt x="1428139" y="4492019"/>
                  </a:lnTo>
                  <a:lnTo>
                    <a:pt x="1428454" y="4492019"/>
                  </a:lnTo>
                  <a:lnTo>
                    <a:pt x="1429243" y="4491588"/>
                  </a:lnTo>
                  <a:lnTo>
                    <a:pt x="1430977" y="4487713"/>
                  </a:lnTo>
                  <a:lnTo>
                    <a:pt x="1431135" y="4487282"/>
                  </a:lnTo>
                  <a:lnTo>
                    <a:pt x="1431608" y="4487282"/>
                  </a:lnTo>
                  <a:lnTo>
                    <a:pt x="1431924" y="4487282"/>
                  </a:lnTo>
                  <a:lnTo>
                    <a:pt x="1432712" y="4486852"/>
                  </a:lnTo>
                  <a:lnTo>
                    <a:pt x="1432870" y="4486421"/>
                  </a:lnTo>
                  <a:lnTo>
                    <a:pt x="1434290" y="4485129"/>
                  </a:lnTo>
                  <a:lnTo>
                    <a:pt x="1434447" y="4484699"/>
                  </a:lnTo>
                  <a:lnTo>
                    <a:pt x="1434920" y="4483837"/>
                  </a:lnTo>
                  <a:lnTo>
                    <a:pt x="1435551" y="4482976"/>
                  </a:lnTo>
                  <a:lnTo>
                    <a:pt x="1436182" y="4481684"/>
                  </a:lnTo>
                  <a:lnTo>
                    <a:pt x="1436813" y="4480823"/>
                  </a:lnTo>
                  <a:lnTo>
                    <a:pt x="1438075" y="4479962"/>
                  </a:lnTo>
                  <a:lnTo>
                    <a:pt x="1438232" y="4478670"/>
                  </a:lnTo>
                  <a:lnTo>
                    <a:pt x="1439967" y="4477809"/>
                  </a:lnTo>
                  <a:lnTo>
                    <a:pt x="1440914" y="4477378"/>
                  </a:lnTo>
                  <a:lnTo>
                    <a:pt x="1441071" y="4477378"/>
                  </a:lnTo>
                  <a:lnTo>
                    <a:pt x="1441071" y="4476517"/>
                  </a:lnTo>
                  <a:lnTo>
                    <a:pt x="1441071" y="4476087"/>
                  </a:lnTo>
                  <a:lnTo>
                    <a:pt x="1441229" y="4475656"/>
                  </a:lnTo>
                  <a:lnTo>
                    <a:pt x="1442964" y="4473934"/>
                  </a:lnTo>
                  <a:lnTo>
                    <a:pt x="1443910" y="4473072"/>
                  </a:lnTo>
                  <a:lnTo>
                    <a:pt x="1444857" y="4471781"/>
                  </a:lnTo>
                  <a:lnTo>
                    <a:pt x="1445645" y="4470058"/>
                  </a:lnTo>
                  <a:lnTo>
                    <a:pt x="1446276" y="4469628"/>
                  </a:lnTo>
                  <a:lnTo>
                    <a:pt x="1446749" y="4468766"/>
                  </a:lnTo>
                  <a:lnTo>
                    <a:pt x="1447853" y="4467044"/>
                  </a:lnTo>
                  <a:lnTo>
                    <a:pt x="1449115" y="4466183"/>
                  </a:lnTo>
                  <a:lnTo>
                    <a:pt x="1449430" y="4465752"/>
                  </a:lnTo>
                  <a:lnTo>
                    <a:pt x="1449746" y="4465752"/>
                  </a:lnTo>
                  <a:lnTo>
                    <a:pt x="1451165" y="4464460"/>
                  </a:lnTo>
                  <a:lnTo>
                    <a:pt x="1451165" y="4464030"/>
                  </a:lnTo>
                  <a:lnTo>
                    <a:pt x="1451481" y="4464030"/>
                  </a:lnTo>
                  <a:lnTo>
                    <a:pt x="1451639" y="4463169"/>
                  </a:lnTo>
                  <a:lnTo>
                    <a:pt x="1451796" y="4463169"/>
                  </a:lnTo>
                  <a:lnTo>
                    <a:pt x="1451954" y="4463169"/>
                  </a:lnTo>
                  <a:lnTo>
                    <a:pt x="1452112" y="4463169"/>
                  </a:lnTo>
                  <a:lnTo>
                    <a:pt x="1453216" y="4463169"/>
                  </a:lnTo>
                  <a:lnTo>
                    <a:pt x="1454162" y="4462738"/>
                  </a:lnTo>
                  <a:lnTo>
                    <a:pt x="1454635" y="4461446"/>
                  </a:lnTo>
                  <a:lnTo>
                    <a:pt x="1455424" y="4460585"/>
                  </a:lnTo>
                  <a:lnTo>
                    <a:pt x="1456843" y="4458863"/>
                  </a:lnTo>
                  <a:lnTo>
                    <a:pt x="1457001" y="4458863"/>
                  </a:lnTo>
                  <a:lnTo>
                    <a:pt x="1458105" y="4458432"/>
                  </a:lnTo>
                  <a:lnTo>
                    <a:pt x="1458894" y="4458001"/>
                  </a:lnTo>
                  <a:lnTo>
                    <a:pt x="1459209" y="4457140"/>
                  </a:lnTo>
                  <a:lnTo>
                    <a:pt x="1460471" y="4456279"/>
                  </a:lnTo>
                  <a:lnTo>
                    <a:pt x="1460786" y="4456279"/>
                  </a:lnTo>
                  <a:lnTo>
                    <a:pt x="1461259" y="4456279"/>
                  </a:lnTo>
                  <a:lnTo>
                    <a:pt x="1461259" y="4455418"/>
                  </a:lnTo>
                  <a:lnTo>
                    <a:pt x="1462679" y="4454126"/>
                  </a:lnTo>
                  <a:lnTo>
                    <a:pt x="1463467" y="4454126"/>
                  </a:lnTo>
                  <a:lnTo>
                    <a:pt x="1463783" y="4453695"/>
                  </a:lnTo>
                  <a:lnTo>
                    <a:pt x="1463941" y="4453695"/>
                  </a:lnTo>
                  <a:lnTo>
                    <a:pt x="1464098" y="4452834"/>
                  </a:lnTo>
                  <a:lnTo>
                    <a:pt x="1464256" y="4452404"/>
                  </a:lnTo>
                  <a:lnTo>
                    <a:pt x="1464414" y="4452404"/>
                  </a:lnTo>
                  <a:lnTo>
                    <a:pt x="1464571" y="4451542"/>
                  </a:lnTo>
                  <a:lnTo>
                    <a:pt x="1465045" y="4451542"/>
                  </a:lnTo>
                  <a:lnTo>
                    <a:pt x="1465202" y="4451542"/>
                  </a:lnTo>
                  <a:lnTo>
                    <a:pt x="1465202" y="4451112"/>
                  </a:lnTo>
                  <a:lnTo>
                    <a:pt x="1466464" y="4448098"/>
                  </a:lnTo>
                  <a:lnTo>
                    <a:pt x="1466464" y="4447667"/>
                  </a:lnTo>
                  <a:lnTo>
                    <a:pt x="1467095" y="4447667"/>
                  </a:lnTo>
                  <a:lnTo>
                    <a:pt x="1467253" y="4447236"/>
                  </a:lnTo>
                  <a:lnTo>
                    <a:pt x="1467568" y="4445083"/>
                  </a:lnTo>
                  <a:lnTo>
                    <a:pt x="1467568" y="4444222"/>
                  </a:lnTo>
                  <a:lnTo>
                    <a:pt x="1468041" y="4444222"/>
                  </a:lnTo>
                  <a:lnTo>
                    <a:pt x="1469303" y="4443361"/>
                  </a:lnTo>
                  <a:lnTo>
                    <a:pt x="1469934" y="4442069"/>
                  </a:lnTo>
                  <a:lnTo>
                    <a:pt x="1470565" y="4441639"/>
                  </a:lnTo>
                  <a:lnTo>
                    <a:pt x="1470880" y="4441208"/>
                  </a:lnTo>
                  <a:lnTo>
                    <a:pt x="1472457" y="4439916"/>
                  </a:lnTo>
                  <a:lnTo>
                    <a:pt x="1472615" y="4439916"/>
                  </a:lnTo>
                  <a:lnTo>
                    <a:pt x="1472773" y="4439055"/>
                  </a:lnTo>
                  <a:lnTo>
                    <a:pt x="1472931" y="4438624"/>
                  </a:lnTo>
                  <a:lnTo>
                    <a:pt x="1474350" y="4436471"/>
                  </a:lnTo>
                  <a:lnTo>
                    <a:pt x="1474508" y="4436041"/>
                  </a:lnTo>
                  <a:lnTo>
                    <a:pt x="1474823" y="4436041"/>
                  </a:lnTo>
                  <a:lnTo>
                    <a:pt x="1475139" y="4435610"/>
                  </a:lnTo>
                  <a:lnTo>
                    <a:pt x="1475454" y="4434749"/>
                  </a:lnTo>
                  <a:lnTo>
                    <a:pt x="1476873" y="4433888"/>
                  </a:lnTo>
                  <a:lnTo>
                    <a:pt x="1477662" y="4433457"/>
                  </a:lnTo>
                  <a:lnTo>
                    <a:pt x="1477977" y="4433457"/>
                  </a:lnTo>
                  <a:lnTo>
                    <a:pt x="1478451" y="4433027"/>
                  </a:lnTo>
                  <a:lnTo>
                    <a:pt x="1479239" y="4431735"/>
                  </a:lnTo>
                  <a:lnTo>
                    <a:pt x="1479397" y="4431304"/>
                  </a:lnTo>
                  <a:lnTo>
                    <a:pt x="1479555" y="4431304"/>
                  </a:lnTo>
                  <a:lnTo>
                    <a:pt x="1479870" y="4430443"/>
                  </a:lnTo>
                  <a:lnTo>
                    <a:pt x="1480186" y="4430012"/>
                  </a:lnTo>
                  <a:lnTo>
                    <a:pt x="1480343" y="4429151"/>
                  </a:lnTo>
                  <a:lnTo>
                    <a:pt x="1480501" y="4429151"/>
                  </a:lnTo>
                  <a:lnTo>
                    <a:pt x="1481763" y="4428290"/>
                  </a:lnTo>
                  <a:lnTo>
                    <a:pt x="1482236" y="4427859"/>
                  </a:lnTo>
                  <a:lnTo>
                    <a:pt x="1482709" y="4427859"/>
                  </a:lnTo>
                  <a:lnTo>
                    <a:pt x="1483182" y="4427429"/>
                  </a:lnTo>
                  <a:lnTo>
                    <a:pt x="1484444" y="4426568"/>
                  </a:lnTo>
                  <a:lnTo>
                    <a:pt x="1485075" y="4426137"/>
                  </a:lnTo>
                  <a:lnTo>
                    <a:pt x="1485706" y="4426137"/>
                  </a:lnTo>
                  <a:lnTo>
                    <a:pt x="1486179" y="4424845"/>
                  </a:lnTo>
                  <a:lnTo>
                    <a:pt x="1486810" y="4424415"/>
                  </a:lnTo>
                  <a:lnTo>
                    <a:pt x="1488071" y="4423984"/>
                  </a:lnTo>
                  <a:lnTo>
                    <a:pt x="1488387" y="4422692"/>
                  </a:lnTo>
                  <a:lnTo>
                    <a:pt x="1488545" y="4421400"/>
                  </a:lnTo>
                  <a:lnTo>
                    <a:pt x="1489018" y="4420970"/>
                  </a:lnTo>
                  <a:lnTo>
                    <a:pt x="1489175" y="4420970"/>
                  </a:lnTo>
                  <a:lnTo>
                    <a:pt x="1489806" y="4420970"/>
                  </a:lnTo>
                  <a:lnTo>
                    <a:pt x="1490910" y="4420970"/>
                  </a:lnTo>
                  <a:lnTo>
                    <a:pt x="1491541" y="4420970"/>
                  </a:lnTo>
                  <a:lnTo>
                    <a:pt x="1491541" y="4420109"/>
                  </a:lnTo>
                  <a:lnTo>
                    <a:pt x="1492014" y="4418386"/>
                  </a:lnTo>
                  <a:lnTo>
                    <a:pt x="1493749" y="4417525"/>
                  </a:lnTo>
                  <a:lnTo>
                    <a:pt x="1494538" y="4417525"/>
                  </a:lnTo>
                  <a:lnTo>
                    <a:pt x="1494853" y="4417525"/>
                  </a:lnTo>
                  <a:lnTo>
                    <a:pt x="1496115" y="4417094"/>
                  </a:lnTo>
                  <a:lnTo>
                    <a:pt x="1496273" y="4416664"/>
                  </a:lnTo>
                  <a:lnTo>
                    <a:pt x="1496431" y="4416664"/>
                  </a:lnTo>
                  <a:lnTo>
                    <a:pt x="1497219" y="4416233"/>
                  </a:lnTo>
                  <a:lnTo>
                    <a:pt x="1497377" y="4415803"/>
                  </a:lnTo>
                  <a:lnTo>
                    <a:pt x="1498008" y="4415372"/>
                  </a:lnTo>
                  <a:lnTo>
                    <a:pt x="1498008" y="4414941"/>
                  </a:lnTo>
                  <a:lnTo>
                    <a:pt x="1498165" y="4414941"/>
                  </a:lnTo>
                  <a:lnTo>
                    <a:pt x="1498954" y="4414511"/>
                  </a:lnTo>
                  <a:lnTo>
                    <a:pt x="1498954" y="4412788"/>
                  </a:lnTo>
                  <a:lnTo>
                    <a:pt x="1499585" y="4411927"/>
                  </a:lnTo>
                  <a:lnTo>
                    <a:pt x="1500373" y="4411927"/>
                  </a:lnTo>
                  <a:lnTo>
                    <a:pt x="1501635" y="4409774"/>
                  </a:lnTo>
                  <a:lnTo>
                    <a:pt x="1503370" y="4409774"/>
                  </a:lnTo>
                  <a:lnTo>
                    <a:pt x="1503843" y="4409774"/>
                  </a:lnTo>
                  <a:lnTo>
                    <a:pt x="1504632" y="4408913"/>
                  </a:lnTo>
                  <a:lnTo>
                    <a:pt x="1504790" y="4408913"/>
                  </a:lnTo>
                  <a:lnTo>
                    <a:pt x="1505894" y="4407191"/>
                  </a:lnTo>
                  <a:lnTo>
                    <a:pt x="1506051" y="4406329"/>
                  </a:lnTo>
                  <a:lnTo>
                    <a:pt x="1506840" y="4405899"/>
                  </a:lnTo>
                  <a:lnTo>
                    <a:pt x="1507155" y="4405468"/>
                  </a:lnTo>
                  <a:lnTo>
                    <a:pt x="1508733" y="4402454"/>
                  </a:lnTo>
                  <a:lnTo>
                    <a:pt x="1508733" y="4401593"/>
                  </a:lnTo>
                  <a:lnTo>
                    <a:pt x="1508890" y="4401593"/>
                  </a:lnTo>
                  <a:lnTo>
                    <a:pt x="1509363" y="4401162"/>
                  </a:lnTo>
                  <a:lnTo>
                    <a:pt x="1511414" y="4399440"/>
                  </a:lnTo>
                  <a:lnTo>
                    <a:pt x="1511729" y="4398579"/>
                  </a:lnTo>
                  <a:lnTo>
                    <a:pt x="1511887" y="4398148"/>
                  </a:lnTo>
                  <a:lnTo>
                    <a:pt x="1512202" y="4398148"/>
                  </a:lnTo>
                  <a:lnTo>
                    <a:pt x="1512360" y="4397287"/>
                  </a:lnTo>
                  <a:lnTo>
                    <a:pt x="1512833" y="4396426"/>
                  </a:lnTo>
                  <a:lnTo>
                    <a:pt x="1513622" y="4395995"/>
                  </a:lnTo>
                  <a:lnTo>
                    <a:pt x="1514410" y="4395564"/>
                  </a:lnTo>
                  <a:lnTo>
                    <a:pt x="1514568" y="4395564"/>
                  </a:lnTo>
                  <a:lnTo>
                    <a:pt x="1514884" y="4395564"/>
                  </a:lnTo>
                  <a:lnTo>
                    <a:pt x="1515199" y="4394703"/>
                  </a:lnTo>
                  <a:lnTo>
                    <a:pt x="1515357" y="4394273"/>
                  </a:lnTo>
                  <a:lnTo>
                    <a:pt x="1516461" y="4393411"/>
                  </a:lnTo>
                  <a:lnTo>
                    <a:pt x="1517407" y="4393411"/>
                  </a:lnTo>
                  <a:lnTo>
                    <a:pt x="1518511" y="4391258"/>
                  </a:lnTo>
                  <a:lnTo>
                    <a:pt x="1518984" y="4390397"/>
                  </a:lnTo>
                  <a:lnTo>
                    <a:pt x="1518984" y="4389967"/>
                  </a:lnTo>
                  <a:lnTo>
                    <a:pt x="1519615" y="4388244"/>
                  </a:lnTo>
                  <a:lnTo>
                    <a:pt x="1520246" y="4386522"/>
                  </a:lnTo>
                  <a:lnTo>
                    <a:pt x="1520561" y="4386522"/>
                  </a:lnTo>
                  <a:lnTo>
                    <a:pt x="1521192" y="4386522"/>
                  </a:lnTo>
                  <a:lnTo>
                    <a:pt x="1521192" y="4386091"/>
                  </a:lnTo>
                  <a:lnTo>
                    <a:pt x="1521350" y="4385661"/>
                  </a:lnTo>
                  <a:lnTo>
                    <a:pt x="1522139" y="4385661"/>
                  </a:lnTo>
                  <a:lnTo>
                    <a:pt x="1523243" y="4385230"/>
                  </a:lnTo>
                  <a:lnTo>
                    <a:pt x="1523716" y="4383938"/>
                  </a:lnTo>
                  <a:lnTo>
                    <a:pt x="1523874" y="4383938"/>
                  </a:lnTo>
                  <a:lnTo>
                    <a:pt x="1524031" y="4383077"/>
                  </a:lnTo>
                  <a:lnTo>
                    <a:pt x="1524347" y="4382646"/>
                  </a:lnTo>
                  <a:lnTo>
                    <a:pt x="1525293" y="4382646"/>
                  </a:lnTo>
                  <a:lnTo>
                    <a:pt x="1525451" y="4382216"/>
                  </a:lnTo>
                  <a:lnTo>
                    <a:pt x="1525608" y="4381355"/>
                  </a:lnTo>
                  <a:lnTo>
                    <a:pt x="1525608" y="4380924"/>
                  </a:lnTo>
                  <a:lnTo>
                    <a:pt x="1525924" y="4380493"/>
                  </a:lnTo>
                  <a:lnTo>
                    <a:pt x="1526397" y="4380493"/>
                  </a:lnTo>
                  <a:lnTo>
                    <a:pt x="1526870" y="4379632"/>
                  </a:lnTo>
                  <a:lnTo>
                    <a:pt x="1527028" y="4379202"/>
                  </a:lnTo>
                  <a:lnTo>
                    <a:pt x="1527816" y="4377479"/>
                  </a:lnTo>
                  <a:lnTo>
                    <a:pt x="1528447" y="4377049"/>
                  </a:lnTo>
                  <a:lnTo>
                    <a:pt x="1528763" y="4376618"/>
                  </a:lnTo>
                  <a:lnTo>
                    <a:pt x="1529078" y="4375757"/>
                  </a:lnTo>
                  <a:lnTo>
                    <a:pt x="1530025" y="4375326"/>
                  </a:lnTo>
                  <a:lnTo>
                    <a:pt x="1531759" y="4374896"/>
                  </a:lnTo>
                  <a:lnTo>
                    <a:pt x="1533337" y="4373173"/>
                  </a:lnTo>
                  <a:lnTo>
                    <a:pt x="1533652" y="4372312"/>
                  </a:lnTo>
                  <a:lnTo>
                    <a:pt x="1535387" y="4371020"/>
                  </a:lnTo>
                  <a:lnTo>
                    <a:pt x="1536018" y="4370590"/>
                  </a:lnTo>
                  <a:lnTo>
                    <a:pt x="1536176" y="4370159"/>
                  </a:lnTo>
                  <a:lnTo>
                    <a:pt x="1536333" y="4370159"/>
                  </a:lnTo>
                  <a:lnTo>
                    <a:pt x="1536964" y="4368437"/>
                  </a:lnTo>
                  <a:lnTo>
                    <a:pt x="1537437" y="4368006"/>
                  </a:lnTo>
                  <a:lnTo>
                    <a:pt x="1537595" y="4367145"/>
                  </a:lnTo>
                  <a:lnTo>
                    <a:pt x="1537910" y="4366714"/>
                  </a:lnTo>
                  <a:lnTo>
                    <a:pt x="1539961" y="4363700"/>
                  </a:lnTo>
                  <a:lnTo>
                    <a:pt x="1540118" y="4363700"/>
                  </a:lnTo>
                  <a:lnTo>
                    <a:pt x="1540118" y="4362839"/>
                  </a:lnTo>
                  <a:lnTo>
                    <a:pt x="1540434" y="4362839"/>
                  </a:lnTo>
                  <a:lnTo>
                    <a:pt x="1540749" y="4362408"/>
                  </a:lnTo>
                  <a:lnTo>
                    <a:pt x="1541065" y="4361547"/>
                  </a:lnTo>
                  <a:lnTo>
                    <a:pt x="1541380" y="4361116"/>
                  </a:lnTo>
                  <a:lnTo>
                    <a:pt x="1542327" y="4361116"/>
                  </a:lnTo>
                  <a:lnTo>
                    <a:pt x="1542484" y="4361116"/>
                  </a:lnTo>
                  <a:lnTo>
                    <a:pt x="1542800" y="4360255"/>
                  </a:lnTo>
                  <a:lnTo>
                    <a:pt x="1542957" y="4359825"/>
                  </a:lnTo>
                  <a:lnTo>
                    <a:pt x="1544692" y="4359394"/>
                  </a:lnTo>
                  <a:lnTo>
                    <a:pt x="1544692" y="4358963"/>
                  </a:lnTo>
                  <a:lnTo>
                    <a:pt x="1545481" y="4357672"/>
                  </a:lnTo>
                  <a:lnTo>
                    <a:pt x="1545639" y="4357672"/>
                  </a:lnTo>
                  <a:lnTo>
                    <a:pt x="1546112" y="4357241"/>
                  </a:lnTo>
                  <a:lnTo>
                    <a:pt x="1546900" y="4356380"/>
                  </a:lnTo>
                  <a:lnTo>
                    <a:pt x="1548478" y="4355519"/>
                  </a:lnTo>
                  <a:lnTo>
                    <a:pt x="1549266" y="4355519"/>
                  </a:lnTo>
                  <a:lnTo>
                    <a:pt x="1549897" y="4354227"/>
                  </a:lnTo>
                  <a:lnTo>
                    <a:pt x="1550528" y="4352504"/>
                  </a:lnTo>
                  <a:lnTo>
                    <a:pt x="1551159" y="4352504"/>
                  </a:lnTo>
                  <a:lnTo>
                    <a:pt x="1551947" y="4352504"/>
                  </a:lnTo>
                  <a:lnTo>
                    <a:pt x="1551947" y="4352074"/>
                  </a:lnTo>
                  <a:lnTo>
                    <a:pt x="1552894" y="4351213"/>
                  </a:lnTo>
                  <a:lnTo>
                    <a:pt x="1554471" y="4350351"/>
                  </a:lnTo>
                  <a:lnTo>
                    <a:pt x="1554786" y="4350351"/>
                  </a:lnTo>
                  <a:lnTo>
                    <a:pt x="1554944" y="4350351"/>
                  </a:lnTo>
                  <a:lnTo>
                    <a:pt x="1555102" y="4349921"/>
                  </a:lnTo>
                  <a:lnTo>
                    <a:pt x="1555102" y="4349490"/>
                  </a:lnTo>
                  <a:lnTo>
                    <a:pt x="1555733" y="4349490"/>
                  </a:lnTo>
                  <a:lnTo>
                    <a:pt x="1555890" y="4349490"/>
                  </a:lnTo>
                  <a:lnTo>
                    <a:pt x="1557152" y="4349490"/>
                  </a:lnTo>
                  <a:lnTo>
                    <a:pt x="1557783" y="4347768"/>
                  </a:lnTo>
                  <a:lnTo>
                    <a:pt x="1558098" y="4347337"/>
                  </a:lnTo>
                  <a:lnTo>
                    <a:pt x="1558414" y="4346907"/>
                  </a:lnTo>
                  <a:lnTo>
                    <a:pt x="1559045" y="4345615"/>
                  </a:lnTo>
                  <a:lnTo>
                    <a:pt x="1559833" y="4345184"/>
                  </a:lnTo>
                  <a:lnTo>
                    <a:pt x="1561726" y="4344754"/>
                  </a:lnTo>
                  <a:lnTo>
                    <a:pt x="1562199" y="4344754"/>
                  </a:lnTo>
                  <a:lnTo>
                    <a:pt x="1562199" y="4344323"/>
                  </a:lnTo>
                  <a:lnTo>
                    <a:pt x="1562357" y="4344323"/>
                  </a:lnTo>
                  <a:lnTo>
                    <a:pt x="1562514" y="4344323"/>
                  </a:lnTo>
                  <a:lnTo>
                    <a:pt x="1563776" y="4343031"/>
                  </a:lnTo>
                  <a:lnTo>
                    <a:pt x="1564407" y="4343031"/>
                  </a:lnTo>
                  <a:lnTo>
                    <a:pt x="1564723" y="4342601"/>
                  </a:lnTo>
                  <a:lnTo>
                    <a:pt x="1564880" y="4342170"/>
                  </a:lnTo>
                  <a:lnTo>
                    <a:pt x="1565353" y="4340878"/>
                  </a:lnTo>
                  <a:lnTo>
                    <a:pt x="1567246" y="4338295"/>
                  </a:lnTo>
                  <a:lnTo>
                    <a:pt x="1567404" y="4338295"/>
                  </a:lnTo>
                  <a:lnTo>
                    <a:pt x="1568508" y="4335711"/>
                  </a:lnTo>
                  <a:lnTo>
                    <a:pt x="1568981" y="4335711"/>
                  </a:lnTo>
                  <a:lnTo>
                    <a:pt x="1569612" y="4334850"/>
                  </a:lnTo>
                  <a:lnTo>
                    <a:pt x="1569770" y="4334419"/>
                  </a:lnTo>
                  <a:lnTo>
                    <a:pt x="1571189" y="4332697"/>
                  </a:lnTo>
                  <a:lnTo>
                    <a:pt x="1571504" y="4332697"/>
                  </a:lnTo>
                  <a:lnTo>
                    <a:pt x="1571978" y="4332697"/>
                  </a:lnTo>
                  <a:lnTo>
                    <a:pt x="1572451" y="4332697"/>
                  </a:lnTo>
                  <a:lnTo>
                    <a:pt x="1574817" y="4328391"/>
                  </a:lnTo>
                  <a:lnTo>
                    <a:pt x="1574974" y="4325807"/>
                  </a:lnTo>
                  <a:lnTo>
                    <a:pt x="1575605" y="4325807"/>
                  </a:lnTo>
                  <a:lnTo>
                    <a:pt x="1575605" y="4325377"/>
                  </a:lnTo>
                  <a:lnTo>
                    <a:pt x="1576709" y="4324085"/>
                  </a:lnTo>
                  <a:lnTo>
                    <a:pt x="1577498" y="4322793"/>
                  </a:lnTo>
                  <a:lnTo>
                    <a:pt x="1577655" y="4321932"/>
                  </a:lnTo>
                  <a:lnTo>
                    <a:pt x="1577971" y="4320640"/>
                  </a:lnTo>
                  <a:lnTo>
                    <a:pt x="1578286" y="4319779"/>
                  </a:lnTo>
                  <a:lnTo>
                    <a:pt x="1579548" y="4317626"/>
                  </a:lnTo>
                  <a:lnTo>
                    <a:pt x="1580179" y="4316334"/>
                  </a:lnTo>
                  <a:lnTo>
                    <a:pt x="1580337" y="4315903"/>
                  </a:lnTo>
                  <a:lnTo>
                    <a:pt x="1580652" y="4314612"/>
                  </a:lnTo>
                  <a:lnTo>
                    <a:pt x="1580968" y="4314612"/>
                  </a:lnTo>
                  <a:lnTo>
                    <a:pt x="1581125" y="4314612"/>
                  </a:lnTo>
                  <a:lnTo>
                    <a:pt x="1582702" y="4314181"/>
                  </a:lnTo>
                  <a:lnTo>
                    <a:pt x="1583491" y="4312028"/>
                  </a:lnTo>
                  <a:lnTo>
                    <a:pt x="1583491" y="4311597"/>
                  </a:lnTo>
                  <a:lnTo>
                    <a:pt x="1584122" y="4311167"/>
                  </a:lnTo>
                  <a:lnTo>
                    <a:pt x="1585226" y="4310736"/>
                  </a:lnTo>
                  <a:lnTo>
                    <a:pt x="1585699" y="4310306"/>
                  </a:lnTo>
                  <a:lnTo>
                    <a:pt x="1586330" y="4309875"/>
                  </a:lnTo>
                  <a:lnTo>
                    <a:pt x="1586645" y="4309444"/>
                  </a:lnTo>
                  <a:lnTo>
                    <a:pt x="1588223" y="4309444"/>
                  </a:lnTo>
                  <a:lnTo>
                    <a:pt x="1588538" y="4308153"/>
                  </a:lnTo>
                  <a:lnTo>
                    <a:pt x="1588538" y="4307291"/>
                  </a:lnTo>
                  <a:lnTo>
                    <a:pt x="1589327" y="4306861"/>
                  </a:lnTo>
                  <a:lnTo>
                    <a:pt x="1590273" y="4305138"/>
                  </a:lnTo>
                  <a:lnTo>
                    <a:pt x="1590431" y="4305138"/>
                  </a:lnTo>
                  <a:lnTo>
                    <a:pt x="1590904" y="4302985"/>
                  </a:lnTo>
                  <a:lnTo>
                    <a:pt x="1591219" y="4302555"/>
                  </a:lnTo>
                  <a:lnTo>
                    <a:pt x="1591535" y="4301694"/>
                  </a:lnTo>
                  <a:lnTo>
                    <a:pt x="1591535" y="4301263"/>
                  </a:lnTo>
                  <a:lnTo>
                    <a:pt x="1592008" y="4301263"/>
                  </a:lnTo>
                  <a:lnTo>
                    <a:pt x="1592796" y="4300832"/>
                  </a:lnTo>
                  <a:lnTo>
                    <a:pt x="1592954" y="4299971"/>
                  </a:lnTo>
                  <a:lnTo>
                    <a:pt x="1593112" y="4298249"/>
                  </a:lnTo>
                  <a:lnTo>
                    <a:pt x="1593585" y="4297818"/>
                  </a:lnTo>
                  <a:lnTo>
                    <a:pt x="1593743" y="4297388"/>
                  </a:lnTo>
                  <a:lnTo>
                    <a:pt x="1593900" y="4296957"/>
                  </a:lnTo>
                  <a:lnTo>
                    <a:pt x="1594058" y="4296957"/>
                  </a:lnTo>
                  <a:lnTo>
                    <a:pt x="1594531" y="4296957"/>
                  </a:lnTo>
                  <a:lnTo>
                    <a:pt x="1595793" y="4296526"/>
                  </a:lnTo>
                  <a:lnTo>
                    <a:pt x="1595951" y="4295235"/>
                  </a:lnTo>
                  <a:lnTo>
                    <a:pt x="1596582" y="4294373"/>
                  </a:lnTo>
                  <a:lnTo>
                    <a:pt x="1597055" y="4293512"/>
                  </a:lnTo>
                  <a:lnTo>
                    <a:pt x="1598001" y="4292220"/>
                  </a:lnTo>
                  <a:lnTo>
                    <a:pt x="1598317" y="4292220"/>
                  </a:lnTo>
                  <a:lnTo>
                    <a:pt x="1599736" y="4290498"/>
                  </a:lnTo>
                  <a:lnTo>
                    <a:pt x="1601155" y="4287484"/>
                  </a:lnTo>
                  <a:lnTo>
                    <a:pt x="1602259" y="4286623"/>
                  </a:lnTo>
                  <a:lnTo>
                    <a:pt x="1604310" y="4284470"/>
                  </a:lnTo>
                  <a:lnTo>
                    <a:pt x="1604625" y="4283608"/>
                  </a:lnTo>
                  <a:lnTo>
                    <a:pt x="1605098" y="4283178"/>
                  </a:lnTo>
                  <a:lnTo>
                    <a:pt x="1606360" y="4283178"/>
                  </a:lnTo>
                  <a:lnTo>
                    <a:pt x="1606518" y="4282747"/>
                  </a:lnTo>
                  <a:lnTo>
                    <a:pt x="1607937" y="4280594"/>
                  </a:lnTo>
                  <a:lnTo>
                    <a:pt x="1608568" y="4279302"/>
                  </a:lnTo>
                  <a:lnTo>
                    <a:pt x="1609041" y="4278872"/>
                  </a:lnTo>
                  <a:lnTo>
                    <a:pt x="1609357" y="4278441"/>
                  </a:lnTo>
                  <a:lnTo>
                    <a:pt x="1609672" y="4278441"/>
                  </a:lnTo>
                  <a:lnTo>
                    <a:pt x="1610303" y="4277149"/>
                  </a:lnTo>
                  <a:lnTo>
                    <a:pt x="1610303" y="4276719"/>
                  </a:lnTo>
                  <a:lnTo>
                    <a:pt x="1610461" y="4276719"/>
                  </a:lnTo>
                  <a:lnTo>
                    <a:pt x="1611723" y="4274566"/>
                  </a:lnTo>
                  <a:lnTo>
                    <a:pt x="1611880" y="4274135"/>
                  </a:lnTo>
                  <a:lnTo>
                    <a:pt x="1612038" y="4273705"/>
                  </a:lnTo>
                  <a:lnTo>
                    <a:pt x="1612038" y="4272413"/>
                  </a:lnTo>
                  <a:lnTo>
                    <a:pt x="1612669" y="4272413"/>
                  </a:lnTo>
                  <a:lnTo>
                    <a:pt x="1612669" y="4271552"/>
                  </a:lnTo>
                  <a:lnTo>
                    <a:pt x="1614562" y="4268537"/>
                  </a:lnTo>
                  <a:lnTo>
                    <a:pt x="1614562" y="4267676"/>
                  </a:lnTo>
                  <a:lnTo>
                    <a:pt x="1614719" y="4267676"/>
                  </a:lnTo>
                  <a:lnTo>
                    <a:pt x="1615350" y="4267676"/>
                  </a:lnTo>
                  <a:lnTo>
                    <a:pt x="1616454" y="4267676"/>
                  </a:lnTo>
                  <a:lnTo>
                    <a:pt x="1617716" y="4267246"/>
                  </a:lnTo>
                  <a:lnTo>
                    <a:pt x="1618820" y="4265523"/>
                  </a:lnTo>
                  <a:lnTo>
                    <a:pt x="1619293" y="4265093"/>
                  </a:lnTo>
                  <a:lnTo>
                    <a:pt x="1619924" y="4264231"/>
                  </a:lnTo>
                  <a:lnTo>
                    <a:pt x="1620082" y="4263801"/>
                  </a:lnTo>
                  <a:lnTo>
                    <a:pt x="1620555" y="4263370"/>
                  </a:lnTo>
                  <a:lnTo>
                    <a:pt x="1620713" y="4263370"/>
                  </a:lnTo>
                  <a:lnTo>
                    <a:pt x="1620870" y="4263370"/>
                  </a:lnTo>
                  <a:lnTo>
                    <a:pt x="1621817" y="4262940"/>
                  </a:lnTo>
                  <a:lnTo>
                    <a:pt x="1622290" y="4262509"/>
                  </a:lnTo>
                  <a:lnTo>
                    <a:pt x="1622763" y="4261217"/>
                  </a:lnTo>
                  <a:lnTo>
                    <a:pt x="1622763" y="4260787"/>
                  </a:lnTo>
                  <a:lnTo>
                    <a:pt x="1623551" y="4260356"/>
                  </a:lnTo>
                  <a:lnTo>
                    <a:pt x="1623709" y="4259495"/>
                  </a:lnTo>
                  <a:lnTo>
                    <a:pt x="1624182" y="4259495"/>
                  </a:lnTo>
                  <a:lnTo>
                    <a:pt x="1624655" y="4258634"/>
                  </a:lnTo>
                  <a:lnTo>
                    <a:pt x="1624655" y="4257342"/>
                  </a:lnTo>
                  <a:lnTo>
                    <a:pt x="1625602" y="4256481"/>
                  </a:lnTo>
                  <a:lnTo>
                    <a:pt x="1625917" y="4256481"/>
                  </a:lnTo>
                  <a:lnTo>
                    <a:pt x="1626075" y="4256481"/>
                  </a:lnTo>
                  <a:lnTo>
                    <a:pt x="1626706" y="4256481"/>
                  </a:lnTo>
                  <a:lnTo>
                    <a:pt x="1627968" y="4255189"/>
                  </a:lnTo>
                  <a:lnTo>
                    <a:pt x="1628283" y="4254758"/>
                  </a:lnTo>
                  <a:lnTo>
                    <a:pt x="1628441" y="4254758"/>
                  </a:lnTo>
                  <a:lnTo>
                    <a:pt x="1628756" y="4253897"/>
                  </a:lnTo>
                  <a:lnTo>
                    <a:pt x="1628914" y="4253466"/>
                  </a:lnTo>
                  <a:lnTo>
                    <a:pt x="1628914" y="4253036"/>
                  </a:lnTo>
                  <a:lnTo>
                    <a:pt x="1628914" y="4250883"/>
                  </a:lnTo>
                  <a:lnTo>
                    <a:pt x="1629387" y="4250452"/>
                  </a:lnTo>
                  <a:lnTo>
                    <a:pt x="1630333" y="4249591"/>
                  </a:lnTo>
                  <a:lnTo>
                    <a:pt x="1630333" y="4249160"/>
                  </a:lnTo>
                  <a:lnTo>
                    <a:pt x="1631753" y="4247869"/>
                  </a:lnTo>
                  <a:lnTo>
                    <a:pt x="1632384" y="4247869"/>
                  </a:lnTo>
                  <a:lnTo>
                    <a:pt x="1633015" y="4246577"/>
                  </a:lnTo>
                  <a:lnTo>
                    <a:pt x="1633172" y="4246577"/>
                  </a:lnTo>
                  <a:lnTo>
                    <a:pt x="1635065" y="4243993"/>
                  </a:lnTo>
                  <a:lnTo>
                    <a:pt x="1636327" y="4243132"/>
                  </a:lnTo>
                  <a:lnTo>
                    <a:pt x="1636642" y="4243132"/>
                  </a:lnTo>
                  <a:lnTo>
                    <a:pt x="1637273" y="4242701"/>
                  </a:lnTo>
                  <a:lnTo>
                    <a:pt x="1637588" y="4241840"/>
                  </a:lnTo>
                  <a:lnTo>
                    <a:pt x="1639481" y="4240979"/>
                  </a:lnTo>
                  <a:lnTo>
                    <a:pt x="1640270" y="4240548"/>
                  </a:lnTo>
                  <a:lnTo>
                    <a:pt x="1640427" y="4240548"/>
                  </a:lnTo>
                  <a:lnTo>
                    <a:pt x="1641058" y="4239257"/>
                  </a:lnTo>
                  <a:lnTo>
                    <a:pt x="1641374" y="4238395"/>
                  </a:lnTo>
                  <a:lnTo>
                    <a:pt x="1644055" y="4237104"/>
                  </a:lnTo>
                  <a:lnTo>
                    <a:pt x="1644686" y="4237104"/>
                  </a:lnTo>
                  <a:lnTo>
                    <a:pt x="1644686" y="4236673"/>
                  </a:lnTo>
                  <a:lnTo>
                    <a:pt x="1644686" y="4236242"/>
                  </a:lnTo>
                  <a:lnTo>
                    <a:pt x="1645159" y="4236242"/>
                  </a:lnTo>
                  <a:lnTo>
                    <a:pt x="1646736" y="4235381"/>
                  </a:lnTo>
                  <a:lnTo>
                    <a:pt x="1647051" y="4234951"/>
                  </a:lnTo>
                  <a:lnTo>
                    <a:pt x="1648156" y="4234520"/>
                  </a:lnTo>
                  <a:lnTo>
                    <a:pt x="1648629" y="4234089"/>
                  </a:lnTo>
                  <a:lnTo>
                    <a:pt x="1649733" y="4233659"/>
                  </a:lnTo>
                  <a:lnTo>
                    <a:pt x="1650206" y="4233228"/>
                  </a:lnTo>
                  <a:lnTo>
                    <a:pt x="1650837" y="4233228"/>
                  </a:lnTo>
                  <a:lnTo>
                    <a:pt x="1651468" y="4232798"/>
                  </a:lnTo>
                  <a:lnTo>
                    <a:pt x="1652256" y="4231506"/>
                  </a:lnTo>
                  <a:lnTo>
                    <a:pt x="1653518" y="4229353"/>
                  </a:lnTo>
                  <a:lnTo>
                    <a:pt x="1654149" y="4227630"/>
                  </a:lnTo>
                  <a:lnTo>
                    <a:pt x="1654464" y="4227630"/>
                  </a:lnTo>
                  <a:lnTo>
                    <a:pt x="1655095" y="4226769"/>
                  </a:lnTo>
                  <a:lnTo>
                    <a:pt x="1655095" y="4225908"/>
                  </a:lnTo>
                  <a:lnTo>
                    <a:pt x="1655568" y="4225908"/>
                  </a:lnTo>
                  <a:lnTo>
                    <a:pt x="1656199" y="4225908"/>
                  </a:lnTo>
                  <a:lnTo>
                    <a:pt x="1657461" y="4225047"/>
                  </a:lnTo>
                  <a:lnTo>
                    <a:pt x="1658565" y="4224616"/>
                  </a:lnTo>
                  <a:lnTo>
                    <a:pt x="1659511" y="4224186"/>
                  </a:lnTo>
                  <a:lnTo>
                    <a:pt x="1659827" y="4224186"/>
                  </a:lnTo>
                  <a:lnTo>
                    <a:pt x="1659984" y="4224186"/>
                  </a:lnTo>
                  <a:lnTo>
                    <a:pt x="1660615" y="4221171"/>
                  </a:lnTo>
                  <a:lnTo>
                    <a:pt x="1660773" y="4220310"/>
                  </a:lnTo>
                  <a:lnTo>
                    <a:pt x="1660931" y="4220310"/>
                  </a:lnTo>
                  <a:lnTo>
                    <a:pt x="1661719" y="4219880"/>
                  </a:lnTo>
                  <a:lnTo>
                    <a:pt x="1662192" y="4219880"/>
                  </a:lnTo>
                  <a:lnTo>
                    <a:pt x="1662192" y="4219449"/>
                  </a:lnTo>
                  <a:lnTo>
                    <a:pt x="1662350" y="4219449"/>
                  </a:lnTo>
                  <a:lnTo>
                    <a:pt x="1662666" y="4219449"/>
                  </a:lnTo>
                  <a:lnTo>
                    <a:pt x="1664400" y="4218157"/>
                  </a:lnTo>
                  <a:lnTo>
                    <a:pt x="1664716" y="4218157"/>
                  </a:lnTo>
                  <a:lnTo>
                    <a:pt x="1665505" y="4217727"/>
                  </a:lnTo>
                  <a:lnTo>
                    <a:pt x="1665662" y="4217296"/>
                  </a:lnTo>
                  <a:lnTo>
                    <a:pt x="1666293" y="4217296"/>
                  </a:lnTo>
                  <a:lnTo>
                    <a:pt x="1667555" y="4216435"/>
                  </a:lnTo>
                  <a:lnTo>
                    <a:pt x="1667713" y="4215574"/>
                  </a:lnTo>
                  <a:lnTo>
                    <a:pt x="1669447" y="4214712"/>
                  </a:lnTo>
                  <a:lnTo>
                    <a:pt x="1669921" y="4214282"/>
                  </a:lnTo>
                  <a:lnTo>
                    <a:pt x="1671971" y="4212129"/>
                  </a:lnTo>
                  <a:lnTo>
                    <a:pt x="1673548" y="4209115"/>
                  </a:lnTo>
                  <a:lnTo>
                    <a:pt x="1674494" y="4208684"/>
                  </a:lnTo>
                  <a:lnTo>
                    <a:pt x="1674810" y="4208253"/>
                  </a:lnTo>
                  <a:lnTo>
                    <a:pt x="1674968" y="4208253"/>
                  </a:lnTo>
                  <a:lnTo>
                    <a:pt x="1677018" y="4207823"/>
                  </a:lnTo>
                  <a:lnTo>
                    <a:pt x="1677333" y="4207392"/>
                  </a:lnTo>
                  <a:lnTo>
                    <a:pt x="1677649" y="4206962"/>
                  </a:lnTo>
                  <a:lnTo>
                    <a:pt x="1679068" y="4206531"/>
                  </a:lnTo>
                  <a:lnTo>
                    <a:pt x="1680172" y="4205239"/>
                  </a:lnTo>
                  <a:lnTo>
                    <a:pt x="1680961" y="4204809"/>
                  </a:lnTo>
                  <a:lnTo>
                    <a:pt x="1681119" y="4204809"/>
                  </a:lnTo>
                  <a:lnTo>
                    <a:pt x="1681276" y="4204809"/>
                  </a:lnTo>
                  <a:lnTo>
                    <a:pt x="1681434" y="4204809"/>
                  </a:lnTo>
                  <a:lnTo>
                    <a:pt x="1682223" y="4204809"/>
                  </a:lnTo>
                  <a:lnTo>
                    <a:pt x="1683642" y="4203517"/>
                  </a:lnTo>
                  <a:lnTo>
                    <a:pt x="1683958" y="4203086"/>
                  </a:lnTo>
                  <a:lnTo>
                    <a:pt x="1683958" y="4202225"/>
                  </a:lnTo>
                  <a:lnTo>
                    <a:pt x="1684588" y="4201794"/>
                  </a:lnTo>
                  <a:lnTo>
                    <a:pt x="1684746" y="4201794"/>
                  </a:lnTo>
                  <a:lnTo>
                    <a:pt x="1686481" y="4200503"/>
                  </a:lnTo>
                  <a:lnTo>
                    <a:pt x="1686954" y="4200072"/>
                  </a:lnTo>
                  <a:lnTo>
                    <a:pt x="1687901" y="4199211"/>
                  </a:lnTo>
                  <a:lnTo>
                    <a:pt x="1688216" y="4199211"/>
                  </a:lnTo>
                  <a:lnTo>
                    <a:pt x="1688374" y="4199211"/>
                  </a:lnTo>
                  <a:lnTo>
                    <a:pt x="1689635" y="4198780"/>
                  </a:lnTo>
                  <a:lnTo>
                    <a:pt x="1689793" y="4198350"/>
                  </a:lnTo>
                  <a:lnTo>
                    <a:pt x="1690582" y="4197488"/>
                  </a:lnTo>
                  <a:lnTo>
                    <a:pt x="1690897" y="4196627"/>
                  </a:lnTo>
                  <a:lnTo>
                    <a:pt x="1692474" y="4195766"/>
                  </a:lnTo>
                  <a:lnTo>
                    <a:pt x="1693263" y="4195335"/>
                  </a:lnTo>
                  <a:lnTo>
                    <a:pt x="1693736" y="4194905"/>
                  </a:lnTo>
                  <a:lnTo>
                    <a:pt x="1695313" y="4194474"/>
                  </a:lnTo>
                  <a:lnTo>
                    <a:pt x="1695629" y="4194044"/>
                  </a:lnTo>
                  <a:lnTo>
                    <a:pt x="1696260" y="4191891"/>
                  </a:lnTo>
                  <a:lnTo>
                    <a:pt x="1697048" y="4190599"/>
                  </a:lnTo>
                  <a:lnTo>
                    <a:pt x="1697521" y="4190599"/>
                  </a:lnTo>
                  <a:lnTo>
                    <a:pt x="1697521" y="4188876"/>
                  </a:lnTo>
                  <a:lnTo>
                    <a:pt x="1698310" y="4188446"/>
                  </a:lnTo>
                  <a:lnTo>
                    <a:pt x="1698468" y="4188015"/>
                  </a:lnTo>
                  <a:lnTo>
                    <a:pt x="1698783" y="4186293"/>
                  </a:lnTo>
                  <a:lnTo>
                    <a:pt x="1699099" y="4186293"/>
                  </a:lnTo>
                  <a:lnTo>
                    <a:pt x="1700676" y="4184140"/>
                  </a:lnTo>
                  <a:lnTo>
                    <a:pt x="1701149" y="4184140"/>
                  </a:lnTo>
                  <a:lnTo>
                    <a:pt x="1701622" y="4183279"/>
                  </a:lnTo>
                  <a:lnTo>
                    <a:pt x="1701937" y="4182848"/>
                  </a:lnTo>
                  <a:lnTo>
                    <a:pt x="1702568" y="4182417"/>
                  </a:lnTo>
                  <a:lnTo>
                    <a:pt x="1703515" y="4181556"/>
                  </a:lnTo>
                  <a:lnTo>
                    <a:pt x="1704303" y="4181126"/>
                  </a:lnTo>
                  <a:lnTo>
                    <a:pt x="1704461" y="4180695"/>
                  </a:lnTo>
                  <a:lnTo>
                    <a:pt x="1704776" y="4180264"/>
                  </a:lnTo>
                  <a:lnTo>
                    <a:pt x="1705565" y="4178973"/>
                  </a:lnTo>
                  <a:lnTo>
                    <a:pt x="1705565" y="4177250"/>
                  </a:lnTo>
                  <a:lnTo>
                    <a:pt x="1706669" y="4175958"/>
                  </a:lnTo>
                  <a:lnTo>
                    <a:pt x="1707773" y="4173375"/>
                  </a:lnTo>
                  <a:lnTo>
                    <a:pt x="1708719" y="4172083"/>
                  </a:lnTo>
                  <a:lnTo>
                    <a:pt x="1711243" y="4172083"/>
                  </a:lnTo>
                  <a:lnTo>
                    <a:pt x="1712662" y="4171222"/>
                  </a:lnTo>
                  <a:lnTo>
                    <a:pt x="1712820" y="4171222"/>
                  </a:lnTo>
                  <a:lnTo>
                    <a:pt x="1713293" y="4170791"/>
                  </a:lnTo>
                  <a:lnTo>
                    <a:pt x="1714239" y="4170791"/>
                  </a:lnTo>
                  <a:lnTo>
                    <a:pt x="1714870" y="4169499"/>
                  </a:lnTo>
                  <a:lnTo>
                    <a:pt x="1716763" y="4167777"/>
                  </a:lnTo>
                  <a:lnTo>
                    <a:pt x="1717552" y="4166485"/>
                  </a:lnTo>
                  <a:lnTo>
                    <a:pt x="1717552" y="4166055"/>
                  </a:lnTo>
                  <a:lnTo>
                    <a:pt x="1717552" y="4165193"/>
                  </a:lnTo>
                  <a:lnTo>
                    <a:pt x="1719286" y="4163902"/>
                  </a:lnTo>
                  <a:lnTo>
                    <a:pt x="1719917" y="4163471"/>
                  </a:lnTo>
                  <a:lnTo>
                    <a:pt x="1720233" y="4163040"/>
                  </a:lnTo>
                  <a:lnTo>
                    <a:pt x="1720233" y="4162610"/>
                  </a:lnTo>
                  <a:lnTo>
                    <a:pt x="1720864" y="4161749"/>
                  </a:lnTo>
                  <a:lnTo>
                    <a:pt x="1720864" y="4161318"/>
                  </a:lnTo>
                  <a:lnTo>
                    <a:pt x="1722756" y="4160457"/>
                  </a:lnTo>
                  <a:lnTo>
                    <a:pt x="1723072" y="4160026"/>
                  </a:lnTo>
                  <a:lnTo>
                    <a:pt x="1723229" y="4160026"/>
                  </a:lnTo>
                  <a:lnTo>
                    <a:pt x="1723545" y="4159165"/>
                  </a:lnTo>
                  <a:lnTo>
                    <a:pt x="1724333" y="4158734"/>
                  </a:lnTo>
                  <a:lnTo>
                    <a:pt x="1724333" y="4157443"/>
                  </a:lnTo>
                  <a:lnTo>
                    <a:pt x="1724807" y="4155290"/>
                  </a:lnTo>
                  <a:lnTo>
                    <a:pt x="1725122" y="4154428"/>
                  </a:lnTo>
                  <a:lnTo>
                    <a:pt x="1725437" y="4153137"/>
                  </a:lnTo>
                  <a:lnTo>
                    <a:pt x="1725595" y="4153137"/>
                  </a:lnTo>
                  <a:lnTo>
                    <a:pt x="1726541" y="4151414"/>
                  </a:lnTo>
                  <a:lnTo>
                    <a:pt x="1726699" y="4151414"/>
                  </a:lnTo>
                  <a:lnTo>
                    <a:pt x="1727803" y="4150122"/>
                  </a:lnTo>
                  <a:lnTo>
                    <a:pt x="1728907" y="4149692"/>
                  </a:lnTo>
                  <a:lnTo>
                    <a:pt x="1729538" y="4149692"/>
                  </a:lnTo>
                  <a:lnTo>
                    <a:pt x="1731588" y="4147539"/>
                  </a:lnTo>
                  <a:lnTo>
                    <a:pt x="1731746" y="4147539"/>
                  </a:lnTo>
                  <a:lnTo>
                    <a:pt x="1732377" y="4146247"/>
                  </a:lnTo>
                  <a:lnTo>
                    <a:pt x="1733008" y="4145386"/>
                  </a:lnTo>
                  <a:lnTo>
                    <a:pt x="1733008" y="4144525"/>
                  </a:lnTo>
                  <a:lnTo>
                    <a:pt x="1733166" y="4143663"/>
                  </a:lnTo>
                  <a:lnTo>
                    <a:pt x="1734427" y="4143663"/>
                  </a:lnTo>
                  <a:lnTo>
                    <a:pt x="1734743" y="4143663"/>
                  </a:lnTo>
                  <a:lnTo>
                    <a:pt x="1735531" y="4143663"/>
                  </a:lnTo>
                  <a:lnTo>
                    <a:pt x="1737739" y="4141941"/>
                  </a:lnTo>
                  <a:lnTo>
                    <a:pt x="1738213" y="4141941"/>
                  </a:lnTo>
                  <a:lnTo>
                    <a:pt x="1738528" y="4141080"/>
                  </a:lnTo>
                  <a:lnTo>
                    <a:pt x="1738844" y="4140219"/>
                  </a:lnTo>
                  <a:lnTo>
                    <a:pt x="1739317" y="4140219"/>
                  </a:lnTo>
                  <a:lnTo>
                    <a:pt x="1740578" y="4139357"/>
                  </a:lnTo>
                  <a:lnTo>
                    <a:pt x="1740736" y="4138927"/>
                  </a:lnTo>
                  <a:lnTo>
                    <a:pt x="1741525" y="4138066"/>
                  </a:lnTo>
                  <a:lnTo>
                    <a:pt x="1741682" y="4138066"/>
                  </a:lnTo>
                  <a:lnTo>
                    <a:pt x="1742471" y="4136774"/>
                  </a:lnTo>
                  <a:lnTo>
                    <a:pt x="1742471" y="4136343"/>
                  </a:lnTo>
                  <a:lnTo>
                    <a:pt x="1742786" y="4135482"/>
                  </a:lnTo>
                  <a:lnTo>
                    <a:pt x="1743733" y="4135051"/>
                  </a:lnTo>
                  <a:lnTo>
                    <a:pt x="1743891" y="4134190"/>
                  </a:lnTo>
                  <a:lnTo>
                    <a:pt x="1744048" y="4133329"/>
                  </a:lnTo>
                  <a:lnTo>
                    <a:pt x="1744364" y="4132468"/>
                  </a:lnTo>
                  <a:lnTo>
                    <a:pt x="1744679" y="4132468"/>
                  </a:lnTo>
                  <a:lnTo>
                    <a:pt x="1747676" y="4132037"/>
                  </a:lnTo>
                  <a:lnTo>
                    <a:pt x="1750357" y="4129023"/>
                  </a:lnTo>
                  <a:lnTo>
                    <a:pt x="1752250" y="4128592"/>
                  </a:lnTo>
                  <a:lnTo>
                    <a:pt x="1753354" y="4128162"/>
                  </a:lnTo>
                  <a:lnTo>
                    <a:pt x="1753984" y="4127731"/>
                  </a:lnTo>
                  <a:lnTo>
                    <a:pt x="1754458" y="4126870"/>
                  </a:lnTo>
                  <a:lnTo>
                    <a:pt x="1755562" y="4125148"/>
                  </a:lnTo>
                  <a:lnTo>
                    <a:pt x="1755719" y="4125148"/>
                  </a:lnTo>
                  <a:lnTo>
                    <a:pt x="1755719" y="4124717"/>
                  </a:lnTo>
                  <a:lnTo>
                    <a:pt x="1755877" y="4124717"/>
                  </a:lnTo>
                  <a:lnTo>
                    <a:pt x="1757454" y="4124286"/>
                  </a:lnTo>
                  <a:lnTo>
                    <a:pt x="1758243" y="4123425"/>
                  </a:lnTo>
                  <a:lnTo>
                    <a:pt x="1758716" y="4122564"/>
                  </a:lnTo>
                  <a:lnTo>
                    <a:pt x="1759347" y="4121703"/>
                  </a:lnTo>
                  <a:lnTo>
                    <a:pt x="1759820" y="4121272"/>
                  </a:lnTo>
                  <a:lnTo>
                    <a:pt x="1759978" y="4121272"/>
                  </a:lnTo>
                  <a:lnTo>
                    <a:pt x="1760766" y="4120411"/>
                  </a:lnTo>
                  <a:lnTo>
                    <a:pt x="1762344" y="4119550"/>
                  </a:lnTo>
                  <a:lnTo>
                    <a:pt x="1762344" y="4118258"/>
                  </a:lnTo>
                  <a:lnTo>
                    <a:pt x="1762501" y="4117397"/>
                  </a:lnTo>
                  <a:lnTo>
                    <a:pt x="1762659" y="4116966"/>
                  </a:lnTo>
                  <a:lnTo>
                    <a:pt x="1763763" y="4116966"/>
                  </a:lnTo>
                  <a:lnTo>
                    <a:pt x="1764867" y="4116105"/>
                  </a:lnTo>
                  <a:lnTo>
                    <a:pt x="1765813" y="4114813"/>
                  </a:lnTo>
                  <a:lnTo>
                    <a:pt x="1766444" y="4114813"/>
                  </a:lnTo>
                  <a:lnTo>
                    <a:pt x="1767075" y="4114813"/>
                  </a:lnTo>
                  <a:lnTo>
                    <a:pt x="1768179" y="4114383"/>
                  </a:lnTo>
                  <a:lnTo>
                    <a:pt x="1768495" y="4113521"/>
                  </a:lnTo>
                  <a:lnTo>
                    <a:pt x="1769283" y="4113091"/>
                  </a:lnTo>
                  <a:lnTo>
                    <a:pt x="1769756" y="4112660"/>
                  </a:lnTo>
                  <a:lnTo>
                    <a:pt x="1769756" y="4112230"/>
                  </a:lnTo>
                  <a:lnTo>
                    <a:pt x="1770703" y="4110507"/>
                  </a:lnTo>
                  <a:lnTo>
                    <a:pt x="1771964" y="4109215"/>
                  </a:lnTo>
                  <a:lnTo>
                    <a:pt x="1771964" y="4108785"/>
                  </a:lnTo>
                  <a:lnTo>
                    <a:pt x="1773384" y="4104479"/>
                  </a:lnTo>
                  <a:lnTo>
                    <a:pt x="1773384" y="4103618"/>
                  </a:lnTo>
                  <a:lnTo>
                    <a:pt x="1775276" y="4102756"/>
                  </a:lnTo>
                  <a:lnTo>
                    <a:pt x="1775592" y="4102756"/>
                  </a:lnTo>
                  <a:lnTo>
                    <a:pt x="1775750" y="4102326"/>
                  </a:lnTo>
                  <a:lnTo>
                    <a:pt x="1775907" y="4101465"/>
                  </a:lnTo>
                  <a:lnTo>
                    <a:pt x="1776223" y="4101465"/>
                  </a:lnTo>
                  <a:lnTo>
                    <a:pt x="1777642" y="4101034"/>
                  </a:lnTo>
                  <a:lnTo>
                    <a:pt x="1777800" y="4100173"/>
                  </a:lnTo>
                  <a:lnTo>
                    <a:pt x="1778431" y="4100173"/>
                  </a:lnTo>
                  <a:lnTo>
                    <a:pt x="1778589" y="4099742"/>
                  </a:lnTo>
                  <a:lnTo>
                    <a:pt x="1779377" y="4098881"/>
                  </a:lnTo>
                  <a:lnTo>
                    <a:pt x="1779535" y="4098450"/>
                  </a:lnTo>
                  <a:lnTo>
                    <a:pt x="1779850" y="4097159"/>
                  </a:lnTo>
                  <a:lnTo>
                    <a:pt x="1780166" y="4096297"/>
                  </a:lnTo>
                  <a:lnTo>
                    <a:pt x="1780639" y="4096297"/>
                  </a:lnTo>
                  <a:lnTo>
                    <a:pt x="1780797" y="4095436"/>
                  </a:lnTo>
                  <a:lnTo>
                    <a:pt x="1781112" y="4094575"/>
                  </a:lnTo>
                  <a:lnTo>
                    <a:pt x="1781270" y="4094575"/>
                  </a:lnTo>
                  <a:lnTo>
                    <a:pt x="1781901" y="4094575"/>
                  </a:lnTo>
                  <a:lnTo>
                    <a:pt x="1782689" y="4094144"/>
                  </a:lnTo>
                  <a:lnTo>
                    <a:pt x="1783793" y="4093714"/>
                  </a:lnTo>
                  <a:lnTo>
                    <a:pt x="1784740" y="4090269"/>
                  </a:lnTo>
                  <a:lnTo>
                    <a:pt x="1787105" y="4088977"/>
                  </a:lnTo>
                  <a:lnTo>
                    <a:pt x="1787105" y="4088547"/>
                  </a:lnTo>
                  <a:lnTo>
                    <a:pt x="1788367" y="4088547"/>
                  </a:lnTo>
                  <a:lnTo>
                    <a:pt x="1788525" y="4088116"/>
                  </a:lnTo>
                  <a:lnTo>
                    <a:pt x="1788840" y="4087685"/>
                  </a:lnTo>
                  <a:lnTo>
                    <a:pt x="1789944" y="4086824"/>
                  </a:lnTo>
                  <a:lnTo>
                    <a:pt x="1790417" y="4086394"/>
                  </a:lnTo>
                  <a:lnTo>
                    <a:pt x="1791679" y="4085963"/>
                  </a:lnTo>
                  <a:lnTo>
                    <a:pt x="1792783" y="4082949"/>
                  </a:lnTo>
                  <a:lnTo>
                    <a:pt x="1792783" y="4081657"/>
                  </a:lnTo>
                  <a:lnTo>
                    <a:pt x="1793099" y="4081226"/>
                  </a:lnTo>
                  <a:lnTo>
                    <a:pt x="1793414" y="4078643"/>
                  </a:lnTo>
                  <a:lnTo>
                    <a:pt x="1793572" y="4077782"/>
                  </a:lnTo>
                  <a:lnTo>
                    <a:pt x="1793887" y="4077351"/>
                  </a:lnTo>
                  <a:lnTo>
                    <a:pt x="1794991" y="4075629"/>
                  </a:lnTo>
                  <a:lnTo>
                    <a:pt x="1794991" y="4074767"/>
                  </a:lnTo>
                  <a:lnTo>
                    <a:pt x="1795307" y="4074337"/>
                  </a:lnTo>
                  <a:lnTo>
                    <a:pt x="1795622" y="4073476"/>
                  </a:lnTo>
                  <a:lnTo>
                    <a:pt x="1796411" y="4073476"/>
                  </a:lnTo>
                  <a:lnTo>
                    <a:pt x="1796726" y="4073045"/>
                  </a:lnTo>
                  <a:lnTo>
                    <a:pt x="1796884" y="4072614"/>
                  </a:lnTo>
                  <a:lnTo>
                    <a:pt x="1797199" y="4071323"/>
                  </a:lnTo>
                  <a:lnTo>
                    <a:pt x="1797672" y="4071323"/>
                  </a:lnTo>
                  <a:lnTo>
                    <a:pt x="1797830" y="4070461"/>
                  </a:lnTo>
                  <a:lnTo>
                    <a:pt x="1798146" y="4069600"/>
                  </a:lnTo>
                  <a:lnTo>
                    <a:pt x="1798619" y="4069170"/>
                  </a:lnTo>
                  <a:lnTo>
                    <a:pt x="1799723" y="4068739"/>
                  </a:lnTo>
                  <a:lnTo>
                    <a:pt x="1800038" y="4068308"/>
                  </a:lnTo>
                  <a:lnTo>
                    <a:pt x="1801300" y="4066586"/>
                  </a:lnTo>
                  <a:lnTo>
                    <a:pt x="1801931" y="4064002"/>
                  </a:lnTo>
                  <a:lnTo>
                    <a:pt x="1803508" y="4064002"/>
                  </a:lnTo>
                  <a:lnTo>
                    <a:pt x="1804454" y="4063572"/>
                  </a:lnTo>
                  <a:lnTo>
                    <a:pt x="1804770" y="4063141"/>
                  </a:lnTo>
                  <a:lnTo>
                    <a:pt x="1806347" y="4061419"/>
                  </a:lnTo>
                  <a:lnTo>
                    <a:pt x="1806662" y="4061419"/>
                  </a:lnTo>
                  <a:lnTo>
                    <a:pt x="1807766" y="4061419"/>
                  </a:lnTo>
                  <a:lnTo>
                    <a:pt x="1807924" y="4061419"/>
                  </a:lnTo>
                  <a:lnTo>
                    <a:pt x="1808082" y="4060988"/>
                  </a:lnTo>
                  <a:lnTo>
                    <a:pt x="1809501" y="4059696"/>
                  </a:lnTo>
                  <a:lnTo>
                    <a:pt x="1810132" y="4059696"/>
                  </a:lnTo>
                  <a:lnTo>
                    <a:pt x="1810921" y="4059696"/>
                  </a:lnTo>
                  <a:lnTo>
                    <a:pt x="1811394" y="4059266"/>
                  </a:lnTo>
                  <a:lnTo>
                    <a:pt x="1812025" y="4056682"/>
                  </a:lnTo>
                  <a:lnTo>
                    <a:pt x="1813602" y="4053668"/>
                  </a:lnTo>
                  <a:lnTo>
                    <a:pt x="1813917" y="4053668"/>
                  </a:lnTo>
                  <a:lnTo>
                    <a:pt x="1814233" y="4053237"/>
                  </a:lnTo>
                  <a:lnTo>
                    <a:pt x="1815179" y="4052376"/>
                  </a:lnTo>
                  <a:lnTo>
                    <a:pt x="1815810" y="4051946"/>
                  </a:lnTo>
                  <a:lnTo>
                    <a:pt x="1816283" y="4051084"/>
                  </a:lnTo>
                  <a:lnTo>
                    <a:pt x="1816441" y="4051084"/>
                  </a:lnTo>
                  <a:lnTo>
                    <a:pt x="1819122" y="4049793"/>
                  </a:lnTo>
                  <a:lnTo>
                    <a:pt x="1819595" y="4049362"/>
                  </a:lnTo>
                  <a:lnTo>
                    <a:pt x="1822119" y="4048931"/>
                  </a:lnTo>
                  <a:lnTo>
                    <a:pt x="1822907" y="4048501"/>
                  </a:lnTo>
                  <a:lnTo>
                    <a:pt x="1823381" y="4048070"/>
                  </a:lnTo>
                  <a:lnTo>
                    <a:pt x="1824642" y="4044195"/>
                  </a:lnTo>
                  <a:lnTo>
                    <a:pt x="1825746" y="4042472"/>
                  </a:lnTo>
                  <a:lnTo>
                    <a:pt x="1826535" y="4041611"/>
                  </a:lnTo>
                  <a:lnTo>
                    <a:pt x="1826535" y="4040319"/>
                  </a:lnTo>
                  <a:lnTo>
                    <a:pt x="1828743" y="4039028"/>
                  </a:lnTo>
                  <a:lnTo>
                    <a:pt x="1829216" y="4038597"/>
                  </a:lnTo>
                  <a:lnTo>
                    <a:pt x="1829532" y="4038166"/>
                  </a:lnTo>
                  <a:lnTo>
                    <a:pt x="1829532" y="4037305"/>
                  </a:lnTo>
                  <a:lnTo>
                    <a:pt x="1830005" y="4036444"/>
                  </a:lnTo>
                  <a:lnTo>
                    <a:pt x="1830636" y="4035583"/>
                  </a:lnTo>
                  <a:lnTo>
                    <a:pt x="1830793" y="4035583"/>
                  </a:lnTo>
                  <a:lnTo>
                    <a:pt x="1831424" y="4035152"/>
                  </a:lnTo>
                  <a:lnTo>
                    <a:pt x="1831897" y="4034722"/>
                  </a:lnTo>
                  <a:lnTo>
                    <a:pt x="1833632" y="4033860"/>
                  </a:lnTo>
                  <a:lnTo>
                    <a:pt x="1833632" y="4033430"/>
                  </a:lnTo>
                  <a:lnTo>
                    <a:pt x="1833790" y="4032569"/>
                  </a:lnTo>
                  <a:lnTo>
                    <a:pt x="1834105" y="4032138"/>
                  </a:lnTo>
                  <a:lnTo>
                    <a:pt x="1834579" y="4031707"/>
                  </a:lnTo>
                  <a:lnTo>
                    <a:pt x="1834894" y="4031277"/>
                  </a:lnTo>
                  <a:lnTo>
                    <a:pt x="1835683" y="4029554"/>
                  </a:lnTo>
                  <a:lnTo>
                    <a:pt x="1836787" y="4028693"/>
                  </a:lnTo>
                  <a:lnTo>
                    <a:pt x="1837575" y="4028263"/>
                  </a:lnTo>
                  <a:lnTo>
                    <a:pt x="1838206" y="4027832"/>
                  </a:lnTo>
                  <a:lnTo>
                    <a:pt x="1839152" y="4027832"/>
                  </a:lnTo>
                  <a:lnTo>
                    <a:pt x="1840414" y="4026971"/>
                  </a:lnTo>
                  <a:lnTo>
                    <a:pt x="1841676" y="4026971"/>
                  </a:lnTo>
                  <a:lnTo>
                    <a:pt x="1841991" y="4026971"/>
                  </a:lnTo>
                  <a:lnTo>
                    <a:pt x="1843568" y="4025248"/>
                  </a:lnTo>
                  <a:lnTo>
                    <a:pt x="1844988" y="4023526"/>
                  </a:lnTo>
                  <a:lnTo>
                    <a:pt x="1845146" y="4023526"/>
                  </a:lnTo>
                  <a:lnTo>
                    <a:pt x="1845934" y="4022665"/>
                  </a:lnTo>
                  <a:lnTo>
                    <a:pt x="1846565" y="4021804"/>
                  </a:lnTo>
                  <a:lnTo>
                    <a:pt x="1846881" y="4020942"/>
                  </a:lnTo>
                  <a:lnTo>
                    <a:pt x="1848931" y="4020512"/>
                  </a:lnTo>
                  <a:lnTo>
                    <a:pt x="1849404" y="4019651"/>
                  </a:lnTo>
                  <a:lnTo>
                    <a:pt x="1849562" y="4019220"/>
                  </a:lnTo>
                  <a:lnTo>
                    <a:pt x="1849719" y="4019220"/>
                  </a:lnTo>
                  <a:lnTo>
                    <a:pt x="1850823" y="4018789"/>
                  </a:lnTo>
                  <a:lnTo>
                    <a:pt x="1851139" y="4018359"/>
                  </a:lnTo>
                  <a:lnTo>
                    <a:pt x="1851297" y="4018359"/>
                  </a:lnTo>
                  <a:lnTo>
                    <a:pt x="1851770" y="4017498"/>
                  </a:lnTo>
                  <a:lnTo>
                    <a:pt x="1853032" y="4015775"/>
                  </a:lnTo>
                  <a:lnTo>
                    <a:pt x="1853189" y="4015775"/>
                  </a:lnTo>
                  <a:lnTo>
                    <a:pt x="1854924" y="4013192"/>
                  </a:lnTo>
                  <a:lnTo>
                    <a:pt x="1855555" y="4013192"/>
                  </a:lnTo>
                  <a:lnTo>
                    <a:pt x="1855870" y="4012761"/>
                  </a:lnTo>
                  <a:lnTo>
                    <a:pt x="1856501" y="4012761"/>
                  </a:lnTo>
                  <a:lnTo>
                    <a:pt x="1856659" y="4012761"/>
                  </a:lnTo>
                  <a:lnTo>
                    <a:pt x="1856817" y="4012761"/>
                  </a:lnTo>
                  <a:lnTo>
                    <a:pt x="1858709" y="4008455"/>
                  </a:lnTo>
                  <a:lnTo>
                    <a:pt x="1859971" y="4007163"/>
                  </a:lnTo>
                  <a:lnTo>
                    <a:pt x="1860760" y="4006302"/>
                  </a:lnTo>
                  <a:lnTo>
                    <a:pt x="1861075" y="4006302"/>
                  </a:lnTo>
                  <a:lnTo>
                    <a:pt x="1862179" y="4005441"/>
                  </a:lnTo>
                  <a:lnTo>
                    <a:pt x="1862652" y="4005010"/>
                  </a:lnTo>
                  <a:lnTo>
                    <a:pt x="1862810" y="4005010"/>
                  </a:lnTo>
                  <a:lnTo>
                    <a:pt x="1863126" y="4005010"/>
                  </a:lnTo>
                  <a:lnTo>
                    <a:pt x="1864860" y="4004580"/>
                  </a:lnTo>
                  <a:lnTo>
                    <a:pt x="1865176" y="4004149"/>
                  </a:lnTo>
                  <a:lnTo>
                    <a:pt x="1866280" y="4001996"/>
                  </a:lnTo>
                  <a:lnTo>
                    <a:pt x="1867068" y="4000704"/>
                  </a:lnTo>
                  <a:lnTo>
                    <a:pt x="1867384" y="4000704"/>
                  </a:lnTo>
                  <a:lnTo>
                    <a:pt x="1868488" y="4000274"/>
                  </a:lnTo>
                  <a:lnTo>
                    <a:pt x="1868646" y="3999412"/>
                  </a:lnTo>
                  <a:lnTo>
                    <a:pt x="1868803" y="3997690"/>
                  </a:lnTo>
                  <a:lnTo>
                    <a:pt x="1868961" y="3997690"/>
                  </a:lnTo>
                  <a:lnTo>
                    <a:pt x="1869907" y="3997259"/>
                  </a:lnTo>
                  <a:lnTo>
                    <a:pt x="1870223" y="3996829"/>
                  </a:lnTo>
                  <a:lnTo>
                    <a:pt x="1871169" y="3996398"/>
                  </a:lnTo>
                  <a:lnTo>
                    <a:pt x="1871485" y="3995537"/>
                  </a:lnTo>
                  <a:lnTo>
                    <a:pt x="1873219" y="3992092"/>
                  </a:lnTo>
                  <a:lnTo>
                    <a:pt x="1873377" y="3992092"/>
                  </a:lnTo>
                  <a:lnTo>
                    <a:pt x="1873377" y="3990370"/>
                  </a:lnTo>
                  <a:lnTo>
                    <a:pt x="1873693" y="3989509"/>
                  </a:lnTo>
                  <a:lnTo>
                    <a:pt x="1873850" y="3989078"/>
                  </a:lnTo>
                  <a:lnTo>
                    <a:pt x="1874954" y="3988217"/>
                  </a:lnTo>
                  <a:lnTo>
                    <a:pt x="1875112" y="3987356"/>
                  </a:lnTo>
                  <a:lnTo>
                    <a:pt x="1875585" y="3986064"/>
                  </a:lnTo>
                  <a:lnTo>
                    <a:pt x="1876689" y="3986064"/>
                  </a:lnTo>
                  <a:lnTo>
                    <a:pt x="1877951" y="3986064"/>
                  </a:lnTo>
                  <a:lnTo>
                    <a:pt x="1879055" y="3985633"/>
                  </a:lnTo>
                  <a:lnTo>
                    <a:pt x="1880159" y="3985203"/>
                  </a:lnTo>
                  <a:lnTo>
                    <a:pt x="1881421" y="3984772"/>
                  </a:lnTo>
                  <a:lnTo>
                    <a:pt x="1883629" y="3983050"/>
                  </a:lnTo>
                  <a:lnTo>
                    <a:pt x="1884417" y="3982619"/>
                  </a:lnTo>
                  <a:lnTo>
                    <a:pt x="1884575" y="3982188"/>
                  </a:lnTo>
                  <a:lnTo>
                    <a:pt x="1885048" y="3981758"/>
                  </a:lnTo>
                  <a:lnTo>
                    <a:pt x="1885364" y="3981758"/>
                  </a:lnTo>
                  <a:lnTo>
                    <a:pt x="1885522" y="3980466"/>
                  </a:lnTo>
                  <a:lnTo>
                    <a:pt x="1886152" y="3979605"/>
                  </a:lnTo>
                  <a:lnTo>
                    <a:pt x="1887730" y="3976160"/>
                  </a:lnTo>
                  <a:lnTo>
                    <a:pt x="1888518" y="3974438"/>
                  </a:lnTo>
                  <a:lnTo>
                    <a:pt x="1889464" y="3973146"/>
                  </a:lnTo>
                  <a:lnTo>
                    <a:pt x="1890095" y="3972715"/>
                  </a:lnTo>
                  <a:lnTo>
                    <a:pt x="1891042" y="3972285"/>
                  </a:lnTo>
                  <a:lnTo>
                    <a:pt x="1891199" y="3972285"/>
                  </a:lnTo>
                  <a:lnTo>
                    <a:pt x="1891673" y="3971854"/>
                  </a:lnTo>
                  <a:lnTo>
                    <a:pt x="1892619" y="3971854"/>
                  </a:lnTo>
                  <a:lnTo>
                    <a:pt x="1892777" y="3970993"/>
                  </a:lnTo>
                  <a:lnTo>
                    <a:pt x="1893250" y="3970562"/>
                  </a:lnTo>
                  <a:lnTo>
                    <a:pt x="1893723" y="3970132"/>
                  </a:lnTo>
                  <a:lnTo>
                    <a:pt x="1894354" y="3970132"/>
                  </a:lnTo>
                  <a:lnTo>
                    <a:pt x="1894985" y="3969270"/>
                  </a:lnTo>
                  <a:lnTo>
                    <a:pt x="1895458" y="3968840"/>
                  </a:lnTo>
                  <a:lnTo>
                    <a:pt x="1895773" y="3967979"/>
                  </a:lnTo>
                  <a:lnTo>
                    <a:pt x="1896720" y="3966687"/>
                  </a:lnTo>
                  <a:lnTo>
                    <a:pt x="1897350" y="3966256"/>
                  </a:lnTo>
                  <a:lnTo>
                    <a:pt x="1899874" y="3961089"/>
                  </a:lnTo>
                  <a:lnTo>
                    <a:pt x="1900820" y="3959797"/>
                  </a:lnTo>
                  <a:lnTo>
                    <a:pt x="1902555" y="3957644"/>
                  </a:lnTo>
                  <a:lnTo>
                    <a:pt x="1902713" y="3957214"/>
                  </a:lnTo>
                  <a:lnTo>
                    <a:pt x="1903501" y="3956352"/>
                  </a:lnTo>
                  <a:lnTo>
                    <a:pt x="1903659" y="3955922"/>
                  </a:lnTo>
                  <a:lnTo>
                    <a:pt x="1904605" y="3952477"/>
                  </a:lnTo>
                  <a:lnTo>
                    <a:pt x="1906183" y="3950755"/>
                  </a:lnTo>
                  <a:lnTo>
                    <a:pt x="1906656" y="3949893"/>
                  </a:lnTo>
                  <a:lnTo>
                    <a:pt x="1906813" y="3948171"/>
                  </a:lnTo>
                  <a:lnTo>
                    <a:pt x="1906971" y="3947310"/>
                  </a:lnTo>
                  <a:lnTo>
                    <a:pt x="1907602" y="3946879"/>
                  </a:lnTo>
                  <a:lnTo>
                    <a:pt x="1908706" y="3946018"/>
                  </a:lnTo>
                  <a:lnTo>
                    <a:pt x="1908864" y="3945587"/>
                  </a:lnTo>
                  <a:lnTo>
                    <a:pt x="1909495" y="3945587"/>
                  </a:lnTo>
                  <a:lnTo>
                    <a:pt x="1911703" y="3943004"/>
                  </a:lnTo>
                  <a:lnTo>
                    <a:pt x="1912491" y="3943004"/>
                  </a:lnTo>
                  <a:lnTo>
                    <a:pt x="1912964" y="3942143"/>
                  </a:lnTo>
                  <a:lnTo>
                    <a:pt x="1913122" y="3941712"/>
                  </a:lnTo>
                  <a:lnTo>
                    <a:pt x="1913122" y="3941281"/>
                  </a:lnTo>
                  <a:lnTo>
                    <a:pt x="1913595" y="3939990"/>
                  </a:lnTo>
                  <a:lnTo>
                    <a:pt x="1914384" y="3938698"/>
                  </a:lnTo>
                  <a:lnTo>
                    <a:pt x="1914542" y="3937406"/>
                  </a:lnTo>
                  <a:lnTo>
                    <a:pt x="1915173" y="3936975"/>
                  </a:lnTo>
                  <a:lnTo>
                    <a:pt x="1916277" y="3935253"/>
                  </a:lnTo>
                  <a:lnTo>
                    <a:pt x="1916907" y="3934822"/>
                  </a:lnTo>
                  <a:lnTo>
                    <a:pt x="1918011" y="3933961"/>
                  </a:lnTo>
                  <a:lnTo>
                    <a:pt x="1918485" y="3933961"/>
                  </a:lnTo>
                  <a:lnTo>
                    <a:pt x="1919116" y="3933531"/>
                  </a:lnTo>
                  <a:lnTo>
                    <a:pt x="1919116" y="3932669"/>
                  </a:lnTo>
                  <a:lnTo>
                    <a:pt x="1920850" y="3930516"/>
                  </a:lnTo>
                  <a:lnTo>
                    <a:pt x="1921324" y="3929655"/>
                  </a:lnTo>
                  <a:lnTo>
                    <a:pt x="1922428" y="3929225"/>
                  </a:lnTo>
                  <a:lnTo>
                    <a:pt x="1922901" y="3928363"/>
                  </a:lnTo>
                  <a:lnTo>
                    <a:pt x="1924005" y="3927072"/>
                  </a:lnTo>
                  <a:lnTo>
                    <a:pt x="1924951" y="3925349"/>
                  </a:lnTo>
                  <a:lnTo>
                    <a:pt x="1925109" y="3925349"/>
                  </a:lnTo>
                  <a:lnTo>
                    <a:pt x="1925424" y="3924919"/>
                  </a:lnTo>
                  <a:lnTo>
                    <a:pt x="1926528" y="3923627"/>
                  </a:lnTo>
                  <a:lnTo>
                    <a:pt x="1928736" y="3921043"/>
                  </a:lnTo>
                  <a:lnTo>
                    <a:pt x="1928894" y="3920613"/>
                  </a:lnTo>
                  <a:lnTo>
                    <a:pt x="1929367" y="3920613"/>
                  </a:lnTo>
                  <a:lnTo>
                    <a:pt x="1929683" y="3920613"/>
                  </a:lnTo>
                  <a:lnTo>
                    <a:pt x="1929998" y="3920613"/>
                  </a:lnTo>
                  <a:lnTo>
                    <a:pt x="1932048" y="3920182"/>
                  </a:lnTo>
                  <a:lnTo>
                    <a:pt x="1933310" y="3918460"/>
                  </a:lnTo>
                  <a:lnTo>
                    <a:pt x="1933468" y="3918460"/>
                  </a:lnTo>
                  <a:lnTo>
                    <a:pt x="1934572" y="3918029"/>
                  </a:lnTo>
                  <a:lnTo>
                    <a:pt x="1935045" y="3918029"/>
                  </a:lnTo>
                  <a:lnTo>
                    <a:pt x="1935203" y="3918029"/>
                  </a:lnTo>
                  <a:lnTo>
                    <a:pt x="1935676" y="3917168"/>
                  </a:lnTo>
                  <a:lnTo>
                    <a:pt x="1936149" y="3915876"/>
                  </a:lnTo>
                  <a:lnTo>
                    <a:pt x="1936465" y="3915876"/>
                  </a:lnTo>
                  <a:lnTo>
                    <a:pt x="1941827" y="3910709"/>
                  </a:lnTo>
                  <a:lnTo>
                    <a:pt x="1941985" y="3908986"/>
                  </a:lnTo>
                  <a:lnTo>
                    <a:pt x="1943562" y="3908556"/>
                  </a:lnTo>
                  <a:lnTo>
                    <a:pt x="1943877" y="3907264"/>
                  </a:lnTo>
                  <a:lnTo>
                    <a:pt x="1944035" y="3907264"/>
                  </a:lnTo>
                  <a:lnTo>
                    <a:pt x="1944193" y="3907264"/>
                  </a:lnTo>
                  <a:lnTo>
                    <a:pt x="1945770" y="3906833"/>
                  </a:lnTo>
                  <a:lnTo>
                    <a:pt x="1945770" y="3905972"/>
                  </a:lnTo>
                  <a:lnTo>
                    <a:pt x="1946085" y="3905972"/>
                  </a:lnTo>
                  <a:lnTo>
                    <a:pt x="1947032" y="3903819"/>
                  </a:lnTo>
                  <a:lnTo>
                    <a:pt x="1950186" y="3901666"/>
                  </a:lnTo>
                  <a:lnTo>
                    <a:pt x="1950817" y="3900805"/>
                  </a:lnTo>
                  <a:lnTo>
                    <a:pt x="1951290" y="3899944"/>
                  </a:lnTo>
                  <a:lnTo>
                    <a:pt x="1953025" y="3899944"/>
                  </a:lnTo>
                  <a:lnTo>
                    <a:pt x="1953814" y="3899944"/>
                  </a:lnTo>
                  <a:lnTo>
                    <a:pt x="1954602" y="3899083"/>
                  </a:lnTo>
                  <a:lnTo>
                    <a:pt x="1957126" y="3898221"/>
                  </a:lnTo>
                  <a:lnTo>
                    <a:pt x="1957756" y="3896930"/>
                  </a:lnTo>
                  <a:lnTo>
                    <a:pt x="1958387" y="3896068"/>
                  </a:lnTo>
                  <a:lnTo>
                    <a:pt x="1959018" y="3894777"/>
                  </a:lnTo>
                  <a:lnTo>
                    <a:pt x="1959334" y="3894346"/>
                  </a:lnTo>
                  <a:lnTo>
                    <a:pt x="1959965" y="3893485"/>
                  </a:lnTo>
                  <a:lnTo>
                    <a:pt x="1960438" y="3892624"/>
                  </a:lnTo>
                  <a:lnTo>
                    <a:pt x="1960753" y="3891762"/>
                  </a:lnTo>
                  <a:lnTo>
                    <a:pt x="1961069" y="3891332"/>
                  </a:lnTo>
                  <a:lnTo>
                    <a:pt x="1961542" y="3891332"/>
                  </a:lnTo>
                  <a:lnTo>
                    <a:pt x="1962803" y="3890471"/>
                  </a:lnTo>
                  <a:lnTo>
                    <a:pt x="1963434" y="3890471"/>
                  </a:lnTo>
                  <a:lnTo>
                    <a:pt x="1964065" y="3889609"/>
                  </a:lnTo>
                  <a:lnTo>
                    <a:pt x="1965169" y="3887887"/>
                  </a:lnTo>
                  <a:lnTo>
                    <a:pt x="1965800" y="3887887"/>
                  </a:lnTo>
                  <a:lnTo>
                    <a:pt x="1966431" y="3887026"/>
                  </a:lnTo>
                  <a:lnTo>
                    <a:pt x="1967693" y="3886165"/>
                  </a:lnTo>
                  <a:lnTo>
                    <a:pt x="1968797" y="3884873"/>
                  </a:lnTo>
                  <a:lnTo>
                    <a:pt x="1969112" y="3883581"/>
                  </a:lnTo>
                  <a:lnTo>
                    <a:pt x="1969585" y="3883150"/>
                  </a:lnTo>
                  <a:lnTo>
                    <a:pt x="1969743" y="3883150"/>
                  </a:lnTo>
                  <a:lnTo>
                    <a:pt x="1970216" y="3882720"/>
                  </a:lnTo>
                  <a:lnTo>
                    <a:pt x="1971320" y="3881859"/>
                  </a:lnTo>
                  <a:lnTo>
                    <a:pt x="1971793" y="3881859"/>
                  </a:lnTo>
                  <a:lnTo>
                    <a:pt x="1972740" y="3879275"/>
                  </a:lnTo>
                  <a:lnTo>
                    <a:pt x="1973055" y="3878414"/>
                  </a:lnTo>
                  <a:lnTo>
                    <a:pt x="1973371" y="3877553"/>
                  </a:lnTo>
                  <a:lnTo>
                    <a:pt x="1974475" y="3877122"/>
                  </a:lnTo>
                  <a:lnTo>
                    <a:pt x="1975421" y="3877122"/>
                  </a:lnTo>
                  <a:lnTo>
                    <a:pt x="1976052" y="3876261"/>
                  </a:lnTo>
                  <a:lnTo>
                    <a:pt x="1976210" y="3875400"/>
                  </a:lnTo>
                  <a:lnTo>
                    <a:pt x="1976210" y="3874969"/>
                  </a:lnTo>
                  <a:lnTo>
                    <a:pt x="1976525" y="3874969"/>
                  </a:lnTo>
                  <a:lnTo>
                    <a:pt x="1977787" y="3873247"/>
                  </a:lnTo>
                  <a:lnTo>
                    <a:pt x="1978102" y="3872816"/>
                  </a:lnTo>
                  <a:lnTo>
                    <a:pt x="1979679" y="3872385"/>
                  </a:lnTo>
                  <a:lnTo>
                    <a:pt x="1981257" y="3871955"/>
                  </a:lnTo>
                  <a:lnTo>
                    <a:pt x="1981572" y="3871955"/>
                  </a:lnTo>
                  <a:lnTo>
                    <a:pt x="1982834" y="3870663"/>
                  </a:lnTo>
                  <a:lnTo>
                    <a:pt x="1983149" y="3870663"/>
                  </a:lnTo>
                  <a:lnTo>
                    <a:pt x="1984411" y="3870663"/>
                  </a:lnTo>
                  <a:lnTo>
                    <a:pt x="1986619" y="3869802"/>
                  </a:lnTo>
                  <a:lnTo>
                    <a:pt x="1986934" y="3868079"/>
                  </a:lnTo>
                  <a:lnTo>
                    <a:pt x="1987408" y="3866357"/>
                  </a:lnTo>
                  <a:lnTo>
                    <a:pt x="1987723" y="3864635"/>
                  </a:lnTo>
                  <a:lnTo>
                    <a:pt x="1988512" y="3864204"/>
                  </a:lnTo>
                  <a:lnTo>
                    <a:pt x="1990246" y="3863343"/>
                  </a:lnTo>
                  <a:lnTo>
                    <a:pt x="1991508" y="3860759"/>
                  </a:lnTo>
                  <a:lnTo>
                    <a:pt x="1991666" y="3860329"/>
                  </a:lnTo>
                  <a:lnTo>
                    <a:pt x="1991981" y="3859898"/>
                  </a:lnTo>
                  <a:lnTo>
                    <a:pt x="1992297" y="3859898"/>
                  </a:lnTo>
                  <a:lnTo>
                    <a:pt x="1993401" y="3859898"/>
                  </a:lnTo>
                  <a:lnTo>
                    <a:pt x="1993716" y="3859898"/>
                  </a:lnTo>
                  <a:lnTo>
                    <a:pt x="1993874" y="3859467"/>
                  </a:lnTo>
                  <a:lnTo>
                    <a:pt x="1994189" y="3859037"/>
                  </a:lnTo>
                  <a:lnTo>
                    <a:pt x="1996082" y="3858606"/>
                  </a:lnTo>
                  <a:lnTo>
                    <a:pt x="1998290" y="3856884"/>
                  </a:lnTo>
                  <a:lnTo>
                    <a:pt x="1998606" y="3854300"/>
                  </a:lnTo>
                  <a:lnTo>
                    <a:pt x="1998921" y="3853008"/>
                  </a:lnTo>
                  <a:lnTo>
                    <a:pt x="1999236" y="3852147"/>
                  </a:lnTo>
                  <a:lnTo>
                    <a:pt x="2000498" y="3849564"/>
                  </a:lnTo>
                  <a:lnTo>
                    <a:pt x="2001602" y="3848702"/>
                  </a:lnTo>
                  <a:lnTo>
                    <a:pt x="2002233" y="3848702"/>
                  </a:lnTo>
                  <a:lnTo>
                    <a:pt x="2003022" y="3847841"/>
                  </a:lnTo>
                  <a:lnTo>
                    <a:pt x="2003968" y="3847841"/>
                  </a:lnTo>
                  <a:lnTo>
                    <a:pt x="2004599" y="3847411"/>
                  </a:lnTo>
                  <a:lnTo>
                    <a:pt x="2004757" y="3846549"/>
                  </a:lnTo>
                  <a:lnTo>
                    <a:pt x="2005072" y="3846119"/>
                  </a:lnTo>
                  <a:lnTo>
                    <a:pt x="2005230" y="3846119"/>
                  </a:lnTo>
                  <a:lnTo>
                    <a:pt x="2006807" y="3844396"/>
                  </a:lnTo>
                  <a:lnTo>
                    <a:pt x="2007122" y="3844396"/>
                  </a:lnTo>
                  <a:lnTo>
                    <a:pt x="2007595" y="3841813"/>
                  </a:lnTo>
                  <a:lnTo>
                    <a:pt x="2007911" y="3841813"/>
                  </a:lnTo>
                  <a:lnTo>
                    <a:pt x="2009330" y="3839660"/>
                  </a:lnTo>
                  <a:lnTo>
                    <a:pt x="2010119" y="3839660"/>
                  </a:lnTo>
                  <a:lnTo>
                    <a:pt x="2010750" y="3838799"/>
                  </a:lnTo>
                  <a:lnTo>
                    <a:pt x="2011065" y="3838368"/>
                  </a:lnTo>
                  <a:lnTo>
                    <a:pt x="2012012" y="3836215"/>
                  </a:lnTo>
                  <a:lnTo>
                    <a:pt x="2012958" y="3835784"/>
                  </a:lnTo>
                  <a:lnTo>
                    <a:pt x="2013273" y="3835354"/>
                  </a:lnTo>
                  <a:lnTo>
                    <a:pt x="2013431" y="3835354"/>
                  </a:lnTo>
                  <a:lnTo>
                    <a:pt x="2013589" y="3835354"/>
                  </a:lnTo>
                  <a:lnTo>
                    <a:pt x="2014693" y="3834493"/>
                  </a:lnTo>
                  <a:lnTo>
                    <a:pt x="2014693" y="3833201"/>
                  </a:lnTo>
                  <a:lnTo>
                    <a:pt x="2015639" y="3830617"/>
                  </a:lnTo>
                  <a:lnTo>
                    <a:pt x="2016585" y="3829756"/>
                  </a:lnTo>
                  <a:lnTo>
                    <a:pt x="2018005" y="3828034"/>
                  </a:lnTo>
                  <a:lnTo>
                    <a:pt x="2018320" y="3827603"/>
                  </a:lnTo>
                  <a:lnTo>
                    <a:pt x="2018793" y="3827172"/>
                  </a:lnTo>
                  <a:lnTo>
                    <a:pt x="2018951" y="3826742"/>
                  </a:lnTo>
                  <a:lnTo>
                    <a:pt x="2019582" y="3826311"/>
                  </a:lnTo>
                  <a:lnTo>
                    <a:pt x="2020686" y="3825881"/>
                  </a:lnTo>
                  <a:lnTo>
                    <a:pt x="2021632" y="3823297"/>
                  </a:lnTo>
                  <a:lnTo>
                    <a:pt x="2022894" y="3822005"/>
                  </a:lnTo>
                  <a:lnTo>
                    <a:pt x="2023052" y="3821144"/>
                  </a:lnTo>
                  <a:lnTo>
                    <a:pt x="2024787" y="3819852"/>
                  </a:lnTo>
                  <a:lnTo>
                    <a:pt x="2025102" y="3817699"/>
                  </a:lnTo>
                  <a:lnTo>
                    <a:pt x="2026049" y="3817269"/>
                  </a:lnTo>
                  <a:lnTo>
                    <a:pt x="2026206" y="3816838"/>
                  </a:lnTo>
                  <a:lnTo>
                    <a:pt x="2027468" y="3814685"/>
                  </a:lnTo>
                  <a:lnTo>
                    <a:pt x="2027468" y="3812532"/>
                  </a:lnTo>
                  <a:lnTo>
                    <a:pt x="2029361" y="3812101"/>
                  </a:lnTo>
                  <a:lnTo>
                    <a:pt x="2029834" y="3809948"/>
                  </a:lnTo>
                  <a:lnTo>
                    <a:pt x="2029991" y="3808226"/>
                  </a:lnTo>
                  <a:lnTo>
                    <a:pt x="2031884" y="3806073"/>
                  </a:lnTo>
                  <a:lnTo>
                    <a:pt x="2032042" y="3805642"/>
                  </a:lnTo>
                  <a:lnTo>
                    <a:pt x="2034092" y="3804781"/>
                  </a:lnTo>
                  <a:lnTo>
                    <a:pt x="2034565" y="3803059"/>
                  </a:lnTo>
                  <a:lnTo>
                    <a:pt x="2034723" y="3802198"/>
                  </a:lnTo>
                  <a:lnTo>
                    <a:pt x="2035038" y="3800906"/>
                  </a:lnTo>
                  <a:lnTo>
                    <a:pt x="2036458" y="3800045"/>
                  </a:lnTo>
                  <a:lnTo>
                    <a:pt x="2037562" y="3800045"/>
                  </a:lnTo>
                  <a:lnTo>
                    <a:pt x="2037720" y="3799183"/>
                  </a:lnTo>
                  <a:lnTo>
                    <a:pt x="2038351" y="3798322"/>
                  </a:lnTo>
                  <a:lnTo>
                    <a:pt x="2038666" y="3798322"/>
                  </a:lnTo>
                  <a:lnTo>
                    <a:pt x="2040874" y="3797030"/>
                  </a:lnTo>
                  <a:lnTo>
                    <a:pt x="2041189" y="3796600"/>
                  </a:lnTo>
                  <a:lnTo>
                    <a:pt x="2042609" y="3796169"/>
                  </a:lnTo>
                  <a:lnTo>
                    <a:pt x="2043240" y="3796169"/>
                  </a:lnTo>
                  <a:lnTo>
                    <a:pt x="2043555" y="3795739"/>
                  </a:lnTo>
                  <a:lnTo>
                    <a:pt x="2045606" y="3792294"/>
                  </a:lnTo>
                  <a:lnTo>
                    <a:pt x="2046079" y="3791433"/>
                  </a:lnTo>
                  <a:lnTo>
                    <a:pt x="2046394" y="3791433"/>
                  </a:lnTo>
                  <a:lnTo>
                    <a:pt x="2047340" y="3791002"/>
                  </a:lnTo>
                  <a:lnTo>
                    <a:pt x="2047656" y="3790571"/>
                  </a:lnTo>
                  <a:lnTo>
                    <a:pt x="2047971" y="3790571"/>
                  </a:lnTo>
                  <a:lnTo>
                    <a:pt x="2048444" y="3789710"/>
                  </a:lnTo>
                  <a:lnTo>
                    <a:pt x="2048602" y="3789280"/>
                  </a:lnTo>
                  <a:lnTo>
                    <a:pt x="2048760" y="3788849"/>
                  </a:lnTo>
                  <a:lnTo>
                    <a:pt x="2049075" y="3788849"/>
                  </a:lnTo>
                  <a:lnTo>
                    <a:pt x="2049391" y="3787557"/>
                  </a:lnTo>
                  <a:lnTo>
                    <a:pt x="2049706" y="3787127"/>
                  </a:lnTo>
                  <a:lnTo>
                    <a:pt x="2050022" y="3787127"/>
                  </a:lnTo>
                  <a:lnTo>
                    <a:pt x="2051599" y="3785404"/>
                  </a:lnTo>
                  <a:lnTo>
                    <a:pt x="2052072" y="3784974"/>
                  </a:lnTo>
                  <a:lnTo>
                    <a:pt x="2053334" y="3784112"/>
                  </a:lnTo>
                  <a:lnTo>
                    <a:pt x="2055069" y="3781959"/>
                  </a:lnTo>
                  <a:lnTo>
                    <a:pt x="2055069" y="3781098"/>
                  </a:lnTo>
                  <a:lnTo>
                    <a:pt x="2055069" y="3780668"/>
                  </a:lnTo>
                  <a:lnTo>
                    <a:pt x="2055226" y="3780668"/>
                  </a:lnTo>
                  <a:lnTo>
                    <a:pt x="2055700" y="3779806"/>
                  </a:lnTo>
                  <a:lnTo>
                    <a:pt x="2056015" y="3779806"/>
                  </a:lnTo>
                  <a:lnTo>
                    <a:pt x="2056804" y="3779376"/>
                  </a:lnTo>
                  <a:lnTo>
                    <a:pt x="2057119" y="3776362"/>
                  </a:lnTo>
                  <a:lnTo>
                    <a:pt x="2058538" y="3775070"/>
                  </a:lnTo>
                  <a:lnTo>
                    <a:pt x="2059169" y="3773347"/>
                  </a:lnTo>
                  <a:lnTo>
                    <a:pt x="2059485" y="3772917"/>
                  </a:lnTo>
                  <a:lnTo>
                    <a:pt x="2061220" y="3771194"/>
                  </a:lnTo>
                  <a:lnTo>
                    <a:pt x="2062955" y="3770333"/>
                  </a:lnTo>
                  <a:lnTo>
                    <a:pt x="2063112" y="3770333"/>
                  </a:lnTo>
                  <a:lnTo>
                    <a:pt x="2066424" y="3766458"/>
                  </a:lnTo>
                  <a:lnTo>
                    <a:pt x="2067844" y="3765597"/>
                  </a:lnTo>
                  <a:lnTo>
                    <a:pt x="2068002" y="3765166"/>
                  </a:lnTo>
                  <a:lnTo>
                    <a:pt x="2070367" y="3762152"/>
                  </a:lnTo>
                  <a:lnTo>
                    <a:pt x="2070683" y="3762152"/>
                  </a:lnTo>
                  <a:lnTo>
                    <a:pt x="2070998" y="3762152"/>
                  </a:lnTo>
                  <a:lnTo>
                    <a:pt x="2071156" y="3762152"/>
                  </a:lnTo>
                  <a:lnTo>
                    <a:pt x="2072260" y="3762152"/>
                  </a:lnTo>
                  <a:lnTo>
                    <a:pt x="2074153" y="3759568"/>
                  </a:lnTo>
                  <a:lnTo>
                    <a:pt x="2074468" y="3758276"/>
                  </a:lnTo>
                  <a:lnTo>
                    <a:pt x="2074783" y="3758276"/>
                  </a:lnTo>
                  <a:lnTo>
                    <a:pt x="2076676" y="3757415"/>
                  </a:lnTo>
                  <a:lnTo>
                    <a:pt x="2077465" y="3756554"/>
                  </a:lnTo>
                  <a:lnTo>
                    <a:pt x="2077780" y="3756123"/>
                  </a:lnTo>
                  <a:lnTo>
                    <a:pt x="2078096" y="3756123"/>
                  </a:lnTo>
                  <a:lnTo>
                    <a:pt x="2078569" y="3754401"/>
                  </a:lnTo>
                  <a:lnTo>
                    <a:pt x="2079673" y="3754401"/>
                  </a:lnTo>
                  <a:lnTo>
                    <a:pt x="2079830" y="3753970"/>
                  </a:lnTo>
                  <a:lnTo>
                    <a:pt x="2079988" y="3753109"/>
                  </a:lnTo>
                  <a:lnTo>
                    <a:pt x="2080304" y="3752248"/>
                  </a:lnTo>
                  <a:lnTo>
                    <a:pt x="2082354" y="3750095"/>
                  </a:lnTo>
                  <a:lnTo>
                    <a:pt x="2083458" y="3749234"/>
                  </a:lnTo>
                  <a:lnTo>
                    <a:pt x="2084404" y="3747942"/>
                  </a:lnTo>
                  <a:lnTo>
                    <a:pt x="2085035" y="3747511"/>
                  </a:lnTo>
                  <a:lnTo>
                    <a:pt x="2086139" y="3746650"/>
                  </a:lnTo>
                  <a:lnTo>
                    <a:pt x="2086455" y="3746650"/>
                  </a:lnTo>
                  <a:lnTo>
                    <a:pt x="2088032" y="3744497"/>
                  </a:lnTo>
                  <a:lnTo>
                    <a:pt x="2088190" y="3743636"/>
                  </a:lnTo>
                  <a:lnTo>
                    <a:pt x="2088978" y="3743636"/>
                  </a:lnTo>
                  <a:lnTo>
                    <a:pt x="2091186" y="3742775"/>
                  </a:lnTo>
                  <a:lnTo>
                    <a:pt x="2091817" y="3739761"/>
                  </a:lnTo>
                  <a:lnTo>
                    <a:pt x="2092606" y="3738469"/>
                  </a:lnTo>
                  <a:lnTo>
                    <a:pt x="2092763" y="3738038"/>
                  </a:lnTo>
                  <a:lnTo>
                    <a:pt x="2093079" y="3737608"/>
                  </a:lnTo>
                  <a:lnTo>
                    <a:pt x="2093867" y="3737177"/>
                  </a:lnTo>
                  <a:lnTo>
                    <a:pt x="2094183" y="3736746"/>
                  </a:lnTo>
                  <a:lnTo>
                    <a:pt x="2094341" y="3735455"/>
                  </a:lnTo>
                  <a:lnTo>
                    <a:pt x="2095918" y="3732871"/>
                  </a:lnTo>
                  <a:lnTo>
                    <a:pt x="2096075" y="3732871"/>
                  </a:lnTo>
                  <a:lnTo>
                    <a:pt x="2097179" y="3732440"/>
                  </a:lnTo>
                  <a:lnTo>
                    <a:pt x="2097179" y="3732010"/>
                  </a:lnTo>
                  <a:lnTo>
                    <a:pt x="2097968" y="3731149"/>
                  </a:lnTo>
                  <a:lnTo>
                    <a:pt x="2098283" y="3730718"/>
                  </a:lnTo>
                  <a:lnTo>
                    <a:pt x="2098914" y="3730718"/>
                  </a:lnTo>
                  <a:lnTo>
                    <a:pt x="2100018" y="3729857"/>
                  </a:lnTo>
                  <a:lnTo>
                    <a:pt x="2101280" y="3727704"/>
                  </a:lnTo>
                  <a:lnTo>
                    <a:pt x="2101438" y="3726412"/>
                  </a:lnTo>
                  <a:lnTo>
                    <a:pt x="2102700" y="3725551"/>
                  </a:lnTo>
                  <a:lnTo>
                    <a:pt x="2102857" y="3725120"/>
                  </a:lnTo>
                  <a:lnTo>
                    <a:pt x="2104434" y="3724690"/>
                  </a:lnTo>
                  <a:lnTo>
                    <a:pt x="2105065" y="3724259"/>
                  </a:lnTo>
                  <a:lnTo>
                    <a:pt x="2106169" y="3723398"/>
                  </a:lnTo>
                  <a:lnTo>
                    <a:pt x="2107116" y="3722967"/>
                  </a:lnTo>
                  <a:lnTo>
                    <a:pt x="2107116" y="3722537"/>
                  </a:lnTo>
                  <a:lnTo>
                    <a:pt x="2107116" y="3721675"/>
                  </a:lnTo>
                  <a:lnTo>
                    <a:pt x="2107116" y="3721245"/>
                  </a:lnTo>
                  <a:lnTo>
                    <a:pt x="2110743" y="3718661"/>
                  </a:lnTo>
                  <a:lnTo>
                    <a:pt x="2110901" y="3718231"/>
                  </a:lnTo>
                  <a:lnTo>
                    <a:pt x="2112320" y="3716508"/>
                  </a:lnTo>
                  <a:lnTo>
                    <a:pt x="2113898" y="3716078"/>
                  </a:lnTo>
                  <a:lnTo>
                    <a:pt x="2114213" y="3714786"/>
                  </a:lnTo>
                  <a:lnTo>
                    <a:pt x="2114371" y="3713494"/>
                  </a:lnTo>
                  <a:lnTo>
                    <a:pt x="2115475" y="3712202"/>
                  </a:lnTo>
                  <a:lnTo>
                    <a:pt x="2115632" y="3711772"/>
                  </a:lnTo>
                  <a:lnTo>
                    <a:pt x="2117210" y="3710480"/>
                  </a:lnTo>
                  <a:lnTo>
                    <a:pt x="2118471" y="3709188"/>
                  </a:lnTo>
                  <a:lnTo>
                    <a:pt x="2118629" y="3707896"/>
                  </a:lnTo>
                  <a:lnTo>
                    <a:pt x="2118787" y="3707035"/>
                  </a:lnTo>
                  <a:lnTo>
                    <a:pt x="2120049" y="3705313"/>
                  </a:lnTo>
                  <a:lnTo>
                    <a:pt x="2120206" y="3704451"/>
                  </a:lnTo>
                  <a:lnTo>
                    <a:pt x="2121310" y="3703160"/>
                  </a:lnTo>
                  <a:lnTo>
                    <a:pt x="2121783" y="3702729"/>
                  </a:lnTo>
                  <a:lnTo>
                    <a:pt x="2121941" y="3701007"/>
                  </a:lnTo>
                  <a:lnTo>
                    <a:pt x="2122572" y="3701007"/>
                  </a:lnTo>
                  <a:lnTo>
                    <a:pt x="2123045" y="3701007"/>
                  </a:lnTo>
                  <a:lnTo>
                    <a:pt x="2123518" y="3700145"/>
                  </a:lnTo>
                  <a:lnTo>
                    <a:pt x="2124622" y="3696701"/>
                  </a:lnTo>
                  <a:lnTo>
                    <a:pt x="2124622" y="3695409"/>
                  </a:lnTo>
                  <a:lnTo>
                    <a:pt x="2125569" y="3694548"/>
                  </a:lnTo>
                  <a:lnTo>
                    <a:pt x="2126673" y="3693256"/>
                  </a:lnTo>
                  <a:lnTo>
                    <a:pt x="2127304" y="3692395"/>
                  </a:lnTo>
                  <a:lnTo>
                    <a:pt x="2127461" y="3691964"/>
                  </a:lnTo>
                  <a:lnTo>
                    <a:pt x="2128723" y="3691964"/>
                  </a:lnTo>
                  <a:lnTo>
                    <a:pt x="2130300" y="3691533"/>
                  </a:lnTo>
                  <a:lnTo>
                    <a:pt x="2130458" y="3691103"/>
                  </a:lnTo>
                  <a:lnTo>
                    <a:pt x="2131562" y="3688519"/>
                  </a:lnTo>
                  <a:lnTo>
                    <a:pt x="2132193" y="3687658"/>
                  </a:lnTo>
                  <a:lnTo>
                    <a:pt x="2133297" y="3687227"/>
                  </a:lnTo>
                  <a:lnTo>
                    <a:pt x="2133297" y="3686366"/>
                  </a:lnTo>
                  <a:lnTo>
                    <a:pt x="2133612" y="3686366"/>
                  </a:lnTo>
                  <a:lnTo>
                    <a:pt x="2133770" y="3684644"/>
                  </a:lnTo>
                  <a:lnTo>
                    <a:pt x="2135190" y="3682060"/>
                  </a:lnTo>
                  <a:lnTo>
                    <a:pt x="2135505" y="3682060"/>
                  </a:lnTo>
                  <a:lnTo>
                    <a:pt x="2137398" y="3679907"/>
                  </a:lnTo>
                  <a:lnTo>
                    <a:pt x="2137555" y="3679046"/>
                  </a:lnTo>
                  <a:lnTo>
                    <a:pt x="2138344" y="3677754"/>
                  </a:lnTo>
                  <a:lnTo>
                    <a:pt x="2138502" y="3677754"/>
                  </a:lnTo>
                  <a:lnTo>
                    <a:pt x="2138817" y="3677324"/>
                  </a:lnTo>
                  <a:lnTo>
                    <a:pt x="2141971" y="3675601"/>
                  </a:lnTo>
                  <a:lnTo>
                    <a:pt x="2143075" y="3675171"/>
                  </a:lnTo>
                  <a:lnTo>
                    <a:pt x="2144968" y="3674309"/>
                  </a:lnTo>
                  <a:lnTo>
                    <a:pt x="2146072" y="3673448"/>
                  </a:lnTo>
                  <a:lnTo>
                    <a:pt x="2146861" y="3673018"/>
                  </a:lnTo>
                  <a:lnTo>
                    <a:pt x="2147176" y="3672587"/>
                  </a:lnTo>
                  <a:lnTo>
                    <a:pt x="2147649" y="3671295"/>
                  </a:lnTo>
                  <a:lnTo>
                    <a:pt x="2148753" y="3670865"/>
                  </a:lnTo>
                  <a:lnTo>
                    <a:pt x="2150646" y="3669142"/>
                  </a:lnTo>
                  <a:lnTo>
                    <a:pt x="2152223" y="3669142"/>
                  </a:lnTo>
                  <a:lnTo>
                    <a:pt x="2153169" y="3669142"/>
                  </a:lnTo>
                  <a:lnTo>
                    <a:pt x="2154431" y="3667850"/>
                  </a:lnTo>
                  <a:lnTo>
                    <a:pt x="2154904" y="3667850"/>
                  </a:lnTo>
                  <a:lnTo>
                    <a:pt x="2155535" y="3667850"/>
                  </a:lnTo>
                  <a:lnTo>
                    <a:pt x="2155693" y="3667850"/>
                  </a:lnTo>
                  <a:lnTo>
                    <a:pt x="2155851" y="3667850"/>
                  </a:lnTo>
                  <a:lnTo>
                    <a:pt x="2157428" y="3666989"/>
                  </a:lnTo>
                  <a:lnTo>
                    <a:pt x="2157586" y="3665267"/>
                  </a:lnTo>
                  <a:lnTo>
                    <a:pt x="2159163" y="3663114"/>
                  </a:lnTo>
                  <a:lnTo>
                    <a:pt x="2159478" y="3662683"/>
                  </a:lnTo>
                  <a:lnTo>
                    <a:pt x="2161213" y="3660530"/>
                  </a:lnTo>
                  <a:lnTo>
                    <a:pt x="2161686" y="3660530"/>
                  </a:lnTo>
                  <a:lnTo>
                    <a:pt x="2162633" y="3658808"/>
                  </a:lnTo>
                  <a:lnTo>
                    <a:pt x="2163106" y="3657947"/>
                  </a:lnTo>
                  <a:lnTo>
                    <a:pt x="2163106" y="3657085"/>
                  </a:lnTo>
                  <a:lnTo>
                    <a:pt x="2163263" y="3656655"/>
                  </a:lnTo>
                  <a:lnTo>
                    <a:pt x="2165156" y="3655363"/>
                  </a:lnTo>
                  <a:lnTo>
                    <a:pt x="2165945" y="3655363"/>
                  </a:lnTo>
                  <a:lnTo>
                    <a:pt x="2166418" y="3655363"/>
                  </a:lnTo>
                  <a:lnTo>
                    <a:pt x="2166891" y="3654932"/>
                  </a:lnTo>
                  <a:lnTo>
                    <a:pt x="2167206" y="3654502"/>
                  </a:lnTo>
                  <a:lnTo>
                    <a:pt x="2168310" y="3654502"/>
                  </a:lnTo>
                  <a:lnTo>
                    <a:pt x="2168941" y="3652349"/>
                  </a:lnTo>
                  <a:lnTo>
                    <a:pt x="2169414" y="3651918"/>
                  </a:lnTo>
                  <a:lnTo>
                    <a:pt x="2170676" y="3650626"/>
                  </a:lnTo>
                  <a:lnTo>
                    <a:pt x="2170834" y="3650626"/>
                  </a:lnTo>
                  <a:lnTo>
                    <a:pt x="2171307" y="3650196"/>
                  </a:lnTo>
                  <a:lnTo>
                    <a:pt x="2171465" y="3650196"/>
                  </a:lnTo>
                  <a:lnTo>
                    <a:pt x="2172253" y="3648904"/>
                  </a:lnTo>
                  <a:lnTo>
                    <a:pt x="2173200" y="3646751"/>
                  </a:lnTo>
                  <a:lnTo>
                    <a:pt x="2173200" y="3645890"/>
                  </a:lnTo>
                  <a:lnTo>
                    <a:pt x="2174304" y="3645459"/>
                  </a:lnTo>
                  <a:lnTo>
                    <a:pt x="2175092" y="3645459"/>
                  </a:lnTo>
                  <a:lnTo>
                    <a:pt x="2175408" y="3645029"/>
                  </a:lnTo>
                  <a:lnTo>
                    <a:pt x="2175881" y="3644167"/>
                  </a:lnTo>
                  <a:lnTo>
                    <a:pt x="2176039" y="3643306"/>
                  </a:lnTo>
                  <a:lnTo>
                    <a:pt x="2177616" y="3643306"/>
                  </a:lnTo>
                  <a:lnTo>
                    <a:pt x="2178404" y="3642014"/>
                  </a:lnTo>
                  <a:lnTo>
                    <a:pt x="2178562" y="3641584"/>
                  </a:lnTo>
                  <a:lnTo>
                    <a:pt x="2178878" y="3641584"/>
                  </a:lnTo>
                  <a:lnTo>
                    <a:pt x="2180455" y="3640723"/>
                  </a:lnTo>
                  <a:lnTo>
                    <a:pt x="2181559" y="3639000"/>
                  </a:lnTo>
                  <a:lnTo>
                    <a:pt x="2182347" y="3639000"/>
                  </a:lnTo>
                  <a:lnTo>
                    <a:pt x="2182978" y="3637708"/>
                  </a:lnTo>
                  <a:lnTo>
                    <a:pt x="2183451" y="3635555"/>
                  </a:lnTo>
                  <a:lnTo>
                    <a:pt x="2184082" y="3634694"/>
                  </a:lnTo>
                  <a:lnTo>
                    <a:pt x="2184240" y="3634264"/>
                  </a:lnTo>
                  <a:lnTo>
                    <a:pt x="2184555" y="3634264"/>
                  </a:lnTo>
                  <a:lnTo>
                    <a:pt x="2186763" y="3633402"/>
                  </a:lnTo>
                  <a:lnTo>
                    <a:pt x="2187710" y="3632111"/>
                  </a:lnTo>
                  <a:lnTo>
                    <a:pt x="2189602" y="3629096"/>
                  </a:lnTo>
                  <a:lnTo>
                    <a:pt x="2191180" y="3628666"/>
                  </a:lnTo>
                  <a:lnTo>
                    <a:pt x="2192126" y="3626943"/>
                  </a:lnTo>
                  <a:lnTo>
                    <a:pt x="2192284" y="3626082"/>
                  </a:lnTo>
                  <a:lnTo>
                    <a:pt x="2193230" y="3626082"/>
                  </a:lnTo>
                  <a:lnTo>
                    <a:pt x="2193545" y="3625652"/>
                  </a:lnTo>
                  <a:lnTo>
                    <a:pt x="2196069" y="3624360"/>
                  </a:lnTo>
                  <a:lnTo>
                    <a:pt x="2196384" y="3623929"/>
                  </a:lnTo>
                  <a:lnTo>
                    <a:pt x="2196857" y="3622637"/>
                  </a:lnTo>
                  <a:lnTo>
                    <a:pt x="2197804" y="3621346"/>
                  </a:lnTo>
                  <a:lnTo>
                    <a:pt x="2198277" y="3620484"/>
                  </a:lnTo>
                  <a:lnTo>
                    <a:pt x="2199381" y="3619193"/>
                  </a:lnTo>
                  <a:lnTo>
                    <a:pt x="2200327" y="3617901"/>
                  </a:lnTo>
                  <a:lnTo>
                    <a:pt x="2201116" y="3616609"/>
                  </a:lnTo>
                  <a:lnTo>
                    <a:pt x="2201589" y="3616178"/>
                  </a:lnTo>
                  <a:lnTo>
                    <a:pt x="2202220" y="3615748"/>
                  </a:lnTo>
                  <a:lnTo>
                    <a:pt x="2202378" y="3614456"/>
                  </a:lnTo>
                  <a:lnTo>
                    <a:pt x="2202851" y="3613164"/>
                  </a:lnTo>
                  <a:lnTo>
                    <a:pt x="2203639" y="3612734"/>
                  </a:lnTo>
                  <a:lnTo>
                    <a:pt x="2205216" y="3610150"/>
                  </a:lnTo>
                  <a:lnTo>
                    <a:pt x="2206005" y="3609289"/>
                  </a:lnTo>
                  <a:lnTo>
                    <a:pt x="2206163" y="3609289"/>
                  </a:lnTo>
                  <a:lnTo>
                    <a:pt x="2206951" y="3608858"/>
                  </a:lnTo>
                  <a:lnTo>
                    <a:pt x="2207425" y="3608858"/>
                  </a:lnTo>
                  <a:lnTo>
                    <a:pt x="2208055" y="3608858"/>
                  </a:lnTo>
                  <a:lnTo>
                    <a:pt x="2211052" y="3606705"/>
                  </a:lnTo>
                  <a:lnTo>
                    <a:pt x="2211210" y="3606705"/>
                  </a:lnTo>
                  <a:lnTo>
                    <a:pt x="2212156" y="3606705"/>
                  </a:lnTo>
                  <a:lnTo>
                    <a:pt x="2213418" y="3605413"/>
                  </a:lnTo>
                  <a:lnTo>
                    <a:pt x="2213576" y="3605413"/>
                  </a:lnTo>
                  <a:lnTo>
                    <a:pt x="2213576" y="3604552"/>
                  </a:lnTo>
                  <a:lnTo>
                    <a:pt x="2216257" y="3600246"/>
                  </a:lnTo>
                  <a:lnTo>
                    <a:pt x="2217676" y="3600246"/>
                  </a:lnTo>
                  <a:lnTo>
                    <a:pt x="2217992" y="3600246"/>
                  </a:lnTo>
                  <a:lnTo>
                    <a:pt x="2218149" y="3599816"/>
                  </a:lnTo>
                  <a:lnTo>
                    <a:pt x="2219253" y="3599385"/>
                  </a:lnTo>
                  <a:lnTo>
                    <a:pt x="2219411" y="3599385"/>
                  </a:lnTo>
                  <a:lnTo>
                    <a:pt x="2221146" y="3597232"/>
                  </a:lnTo>
                  <a:lnTo>
                    <a:pt x="2221304" y="3596801"/>
                  </a:lnTo>
                  <a:lnTo>
                    <a:pt x="2222408" y="3595510"/>
                  </a:lnTo>
                  <a:lnTo>
                    <a:pt x="2223512" y="3594218"/>
                  </a:lnTo>
                  <a:lnTo>
                    <a:pt x="2224774" y="3594218"/>
                  </a:lnTo>
                  <a:lnTo>
                    <a:pt x="2225562" y="3594218"/>
                  </a:lnTo>
                  <a:lnTo>
                    <a:pt x="2225720" y="3593357"/>
                  </a:lnTo>
                  <a:lnTo>
                    <a:pt x="2226193" y="3592926"/>
                  </a:lnTo>
                  <a:lnTo>
                    <a:pt x="2226508" y="3592926"/>
                  </a:lnTo>
                  <a:lnTo>
                    <a:pt x="2226666" y="3592495"/>
                  </a:lnTo>
                  <a:lnTo>
                    <a:pt x="2228243" y="3591204"/>
                  </a:lnTo>
                  <a:lnTo>
                    <a:pt x="2229663" y="3589481"/>
                  </a:lnTo>
                  <a:lnTo>
                    <a:pt x="2230136" y="3587759"/>
                  </a:lnTo>
                  <a:lnTo>
                    <a:pt x="2230609" y="3587328"/>
                  </a:lnTo>
                  <a:lnTo>
                    <a:pt x="2231871" y="3585606"/>
                  </a:lnTo>
                  <a:lnTo>
                    <a:pt x="2232817" y="3585175"/>
                  </a:lnTo>
                  <a:lnTo>
                    <a:pt x="2234237" y="3584745"/>
                  </a:lnTo>
                  <a:lnTo>
                    <a:pt x="2234394" y="3582592"/>
                  </a:lnTo>
                  <a:lnTo>
                    <a:pt x="2234710" y="3582592"/>
                  </a:lnTo>
                  <a:lnTo>
                    <a:pt x="2234710" y="3582161"/>
                  </a:lnTo>
                  <a:lnTo>
                    <a:pt x="2236287" y="3580869"/>
                  </a:lnTo>
                  <a:lnTo>
                    <a:pt x="2237233" y="3580439"/>
                  </a:lnTo>
                  <a:lnTo>
                    <a:pt x="2238022" y="3580008"/>
                  </a:lnTo>
                  <a:lnTo>
                    <a:pt x="2238337" y="3579147"/>
                  </a:lnTo>
                  <a:lnTo>
                    <a:pt x="2241019" y="3577855"/>
                  </a:lnTo>
                  <a:lnTo>
                    <a:pt x="2241649" y="3577424"/>
                  </a:lnTo>
                  <a:lnTo>
                    <a:pt x="2243700" y="3575702"/>
                  </a:lnTo>
                  <a:lnTo>
                    <a:pt x="2244015" y="3574410"/>
                  </a:lnTo>
                  <a:lnTo>
                    <a:pt x="2244961" y="3573118"/>
                  </a:lnTo>
                  <a:lnTo>
                    <a:pt x="2248589" y="3570535"/>
                  </a:lnTo>
                  <a:lnTo>
                    <a:pt x="2249851" y="3570535"/>
                  </a:lnTo>
                  <a:lnTo>
                    <a:pt x="2250324" y="3570535"/>
                  </a:lnTo>
                  <a:lnTo>
                    <a:pt x="2252374" y="3569674"/>
                  </a:lnTo>
                  <a:lnTo>
                    <a:pt x="2253163" y="3568812"/>
                  </a:lnTo>
                  <a:lnTo>
                    <a:pt x="2253321" y="3568812"/>
                  </a:lnTo>
                  <a:lnTo>
                    <a:pt x="2254582" y="3568382"/>
                  </a:lnTo>
                  <a:lnTo>
                    <a:pt x="2256475" y="3567521"/>
                  </a:lnTo>
                  <a:lnTo>
                    <a:pt x="2257421" y="3567521"/>
                  </a:lnTo>
                  <a:lnTo>
                    <a:pt x="2258052" y="3567521"/>
                  </a:lnTo>
                  <a:lnTo>
                    <a:pt x="2258052" y="3566659"/>
                  </a:lnTo>
                  <a:lnTo>
                    <a:pt x="2258683" y="3566659"/>
                  </a:lnTo>
                  <a:lnTo>
                    <a:pt x="2259156" y="3565798"/>
                  </a:lnTo>
                  <a:lnTo>
                    <a:pt x="2259314" y="3563645"/>
                  </a:lnTo>
                  <a:lnTo>
                    <a:pt x="2261049" y="3562353"/>
                  </a:lnTo>
                  <a:lnTo>
                    <a:pt x="2261206" y="3561923"/>
                  </a:lnTo>
                  <a:lnTo>
                    <a:pt x="2261995" y="3561923"/>
                  </a:lnTo>
                  <a:lnTo>
                    <a:pt x="2263415" y="3560200"/>
                  </a:lnTo>
                  <a:lnTo>
                    <a:pt x="2264361" y="3559770"/>
                  </a:lnTo>
                  <a:lnTo>
                    <a:pt x="2264992" y="3559770"/>
                  </a:lnTo>
                  <a:lnTo>
                    <a:pt x="2265623" y="3557617"/>
                  </a:lnTo>
                  <a:lnTo>
                    <a:pt x="2265623" y="3557186"/>
                  </a:lnTo>
                  <a:lnTo>
                    <a:pt x="2266253" y="3556325"/>
                  </a:lnTo>
                  <a:lnTo>
                    <a:pt x="2267200" y="3555464"/>
                  </a:lnTo>
                  <a:lnTo>
                    <a:pt x="2270827" y="3552880"/>
                  </a:lnTo>
                  <a:lnTo>
                    <a:pt x="2271774" y="3552019"/>
                  </a:lnTo>
                  <a:lnTo>
                    <a:pt x="2272089" y="3552019"/>
                  </a:lnTo>
                  <a:lnTo>
                    <a:pt x="2272404" y="3551588"/>
                  </a:lnTo>
                  <a:lnTo>
                    <a:pt x="2273982" y="3551158"/>
                  </a:lnTo>
                  <a:lnTo>
                    <a:pt x="2274455" y="3550727"/>
                  </a:lnTo>
                  <a:lnTo>
                    <a:pt x="2275401" y="3550297"/>
                  </a:lnTo>
                  <a:lnTo>
                    <a:pt x="2276190" y="3549866"/>
                  </a:lnTo>
                  <a:lnTo>
                    <a:pt x="2276347" y="3549866"/>
                  </a:lnTo>
                  <a:lnTo>
                    <a:pt x="2276663" y="3549005"/>
                  </a:lnTo>
                  <a:lnTo>
                    <a:pt x="2277925" y="3548574"/>
                  </a:lnTo>
                  <a:lnTo>
                    <a:pt x="2279817" y="3547713"/>
                  </a:lnTo>
                  <a:lnTo>
                    <a:pt x="2280290" y="3546852"/>
                  </a:lnTo>
                  <a:lnTo>
                    <a:pt x="2281394" y="3545560"/>
                  </a:lnTo>
                  <a:lnTo>
                    <a:pt x="2281710" y="3543838"/>
                  </a:lnTo>
                  <a:lnTo>
                    <a:pt x="2282498" y="3543407"/>
                  </a:lnTo>
                  <a:lnTo>
                    <a:pt x="2283129" y="3543407"/>
                  </a:lnTo>
                  <a:lnTo>
                    <a:pt x="2284549" y="3543407"/>
                  </a:lnTo>
                  <a:lnTo>
                    <a:pt x="2285811" y="3543407"/>
                  </a:lnTo>
                  <a:lnTo>
                    <a:pt x="2286915" y="3543407"/>
                  </a:lnTo>
                  <a:lnTo>
                    <a:pt x="2287388" y="3543407"/>
                  </a:lnTo>
                  <a:lnTo>
                    <a:pt x="2287545" y="3543407"/>
                  </a:lnTo>
                  <a:lnTo>
                    <a:pt x="2288334" y="3541685"/>
                  </a:lnTo>
                  <a:lnTo>
                    <a:pt x="2288965" y="3541685"/>
                  </a:lnTo>
                  <a:lnTo>
                    <a:pt x="2289596" y="3541254"/>
                  </a:lnTo>
                  <a:lnTo>
                    <a:pt x="2290384" y="3539962"/>
                  </a:lnTo>
                  <a:lnTo>
                    <a:pt x="2290542" y="3539101"/>
                  </a:lnTo>
                  <a:lnTo>
                    <a:pt x="2291646" y="3537809"/>
                  </a:lnTo>
                  <a:lnTo>
                    <a:pt x="2294958" y="3534364"/>
                  </a:lnTo>
                  <a:lnTo>
                    <a:pt x="2295431" y="3533503"/>
                  </a:lnTo>
                  <a:lnTo>
                    <a:pt x="2295431" y="3532211"/>
                  </a:lnTo>
                  <a:lnTo>
                    <a:pt x="2295747" y="3531350"/>
                  </a:lnTo>
                  <a:lnTo>
                    <a:pt x="2296220" y="3530489"/>
                  </a:lnTo>
                  <a:lnTo>
                    <a:pt x="2296535" y="3530489"/>
                  </a:lnTo>
                  <a:lnTo>
                    <a:pt x="2296851" y="3529628"/>
                  </a:lnTo>
                  <a:lnTo>
                    <a:pt x="2300005" y="3528336"/>
                  </a:lnTo>
                  <a:lnTo>
                    <a:pt x="2300794" y="3527475"/>
                  </a:lnTo>
                  <a:lnTo>
                    <a:pt x="2300951" y="3524891"/>
                  </a:lnTo>
                  <a:lnTo>
                    <a:pt x="2301109" y="3524891"/>
                  </a:lnTo>
                  <a:lnTo>
                    <a:pt x="2302055" y="3524461"/>
                  </a:lnTo>
                  <a:lnTo>
                    <a:pt x="2302844" y="3524461"/>
                  </a:lnTo>
                  <a:lnTo>
                    <a:pt x="2303317" y="3524030"/>
                  </a:lnTo>
                  <a:lnTo>
                    <a:pt x="2304894" y="3522308"/>
                  </a:lnTo>
                  <a:lnTo>
                    <a:pt x="2306787" y="3522308"/>
                  </a:lnTo>
                  <a:lnTo>
                    <a:pt x="2309784" y="3521446"/>
                  </a:lnTo>
                  <a:lnTo>
                    <a:pt x="2309784" y="3520585"/>
                  </a:lnTo>
                  <a:lnTo>
                    <a:pt x="2309941" y="3520585"/>
                  </a:lnTo>
                  <a:lnTo>
                    <a:pt x="2311676" y="3519293"/>
                  </a:lnTo>
                  <a:lnTo>
                    <a:pt x="2312623" y="3518432"/>
                  </a:lnTo>
                  <a:lnTo>
                    <a:pt x="2312780" y="3516279"/>
                  </a:lnTo>
                  <a:lnTo>
                    <a:pt x="2312938" y="3515849"/>
                  </a:lnTo>
                  <a:lnTo>
                    <a:pt x="2313096" y="3515849"/>
                  </a:lnTo>
                  <a:lnTo>
                    <a:pt x="2313411" y="3515418"/>
                  </a:lnTo>
                  <a:lnTo>
                    <a:pt x="2314673" y="3514987"/>
                  </a:lnTo>
                  <a:lnTo>
                    <a:pt x="2314988" y="3514987"/>
                  </a:lnTo>
                  <a:lnTo>
                    <a:pt x="2315619" y="3514126"/>
                  </a:lnTo>
                  <a:lnTo>
                    <a:pt x="2316408" y="3513265"/>
                  </a:lnTo>
                  <a:lnTo>
                    <a:pt x="2317196" y="3512404"/>
                  </a:lnTo>
                  <a:lnTo>
                    <a:pt x="2319562" y="3510251"/>
                  </a:lnTo>
                  <a:lnTo>
                    <a:pt x="2320035" y="3510251"/>
                  </a:lnTo>
                  <a:lnTo>
                    <a:pt x="2320509" y="3509390"/>
                  </a:lnTo>
                  <a:lnTo>
                    <a:pt x="2321928" y="3507237"/>
                  </a:lnTo>
                  <a:lnTo>
                    <a:pt x="2322086" y="3507237"/>
                  </a:lnTo>
                  <a:lnTo>
                    <a:pt x="2323032" y="3506375"/>
                  </a:lnTo>
                  <a:lnTo>
                    <a:pt x="2323190" y="3505945"/>
                  </a:lnTo>
                  <a:lnTo>
                    <a:pt x="2325082" y="3502931"/>
                  </a:lnTo>
                  <a:lnTo>
                    <a:pt x="2325556" y="3502931"/>
                  </a:lnTo>
                  <a:lnTo>
                    <a:pt x="2325871" y="3502931"/>
                  </a:lnTo>
                  <a:lnTo>
                    <a:pt x="2328079" y="3502931"/>
                  </a:lnTo>
                  <a:lnTo>
                    <a:pt x="2328237" y="3502069"/>
                  </a:lnTo>
                  <a:lnTo>
                    <a:pt x="2329183" y="3500778"/>
                  </a:lnTo>
                  <a:lnTo>
                    <a:pt x="2330602" y="3499486"/>
                  </a:lnTo>
                  <a:lnTo>
                    <a:pt x="2332022" y="3497763"/>
                  </a:lnTo>
                  <a:lnTo>
                    <a:pt x="2335019" y="3496472"/>
                  </a:lnTo>
                  <a:lnTo>
                    <a:pt x="2335965" y="3493888"/>
                  </a:lnTo>
                  <a:lnTo>
                    <a:pt x="2336438" y="3493027"/>
                  </a:lnTo>
                  <a:lnTo>
                    <a:pt x="2336596" y="3493027"/>
                  </a:lnTo>
                  <a:lnTo>
                    <a:pt x="2338173" y="3492166"/>
                  </a:lnTo>
                  <a:lnTo>
                    <a:pt x="2338962" y="3491735"/>
                  </a:lnTo>
                  <a:lnTo>
                    <a:pt x="2339435" y="3490874"/>
                  </a:lnTo>
                  <a:lnTo>
                    <a:pt x="2339908" y="3490013"/>
                  </a:lnTo>
                  <a:lnTo>
                    <a:pt x="2340696" y="3489151"/>
                  </a:lnTo>
                  <a:lnTo>
                    <a:pt x="2341170" y="3487860"/>
                  </a:lnTo>
                  <a:lnTo>
                    <a:pt x="2342431" y="3486998"/>
                  </a:lnTo>
                  <a:lnTo>
                    <a:pt x="2343220" y="3486137"/>
                  </a:lnTo>
                  <a:lnTo>
                    <a:pt x="2343535" y="3484845"/>
                  </a:lnTo>
                  <a:lnTo>
                    <a:pt x="2344955" y="3482262"/>
                  </a:lnTo>
                  <a:lnTo>
                    <a:pt x="2345428" y="3481831"/>
                  </a:lnTo>
                  <a:lnTo>
                    <a:pt x="2345743" y="3480970"/>
                  </a:lnTo>
                  <a:lnTo>
                    <a:pt x="2346847" y="3480539"/>
                  </a:lnTo>
                  <a:lnTo>
                    <a:pt x="2347636" y="3480539"/>
                  </a:lnTo>
                  <a:lnTo>
                    <a:pt x="2348425" y="3479248"/>
                  </a:lnTo>
                  <a:lnTo>
                    <a:pt x="2348898" y="3479248"/>
                  </a:lnTo>
                  <a:lnTo>
                    <a:pt x="2350160" y="3478386"/>
                  </a:lnTo>
                  <a:lnTo>
                    <a:pt x="2350475" y="3478386"/>
                  </a:lnTo>
                  <a:lnTo>
                    <a:pt x="2351579" y="3478386"/>
                  </a:lnTo>
                  <a:lnTo>
                    <a:pt x="2352525" y="3478386"/>
                  </a:lnTo>
                  <a:lnTo>
                    <a:pt x="2352841" y="3477956"/>
                  </a:lnTo>
                  <a:lnTo>
                    <a:pt x="2353314" y="3475372"/>
                  </a:lnTo>
                  <a:lnTo>
                    <a:pt x="2355364" y="3474511"/>
                  </a:lnTo>
                  <a:lnTo>
                    <a:pt x="2355522" y="3473650"/>
                  </a:lnTo>
                  <a:lnTo>
                    <a:pt x="2355522" y="3472358"/>
                  </a:lnTo>
                  <a:lnTo>
                    <a:pt x="2355680" y="3471497"/>
                  </a:lnTo>
                  <a:lnTo>
                    <a:pt x="2356784" y="3468483"/>
                  </a:lnTo>
                  <a:lnTo>
                    <a:pt x="2357730" y="3467191"/>
                  </a:lnTo>
                  <a:lnTo>
                    <a:pt x="2357730" y="3466760"/>
                  </a:lnTo>
                  <a:lnTo>
                    <a:pt x="2358992" y="3465899"/>
                  </a:lnTo>
                  <a:lnTo>
                    <a:pt x="2359780" y="3465038"/>
                  </a:lnTo>
                  <a:lnTo>
                    <a:pt x="2360254" y="3464177"/>
                  </a:lnTo>
                  <a:lnTo>
                    <a:pt x="2360411" y="3464177"/>
                  </a:lnTo>
                  <a:lnTo>
                    <a:pt x="2360411" y="3463746"/>
                  </a:lnTo>
                  <a:lnTo>
                    <a:pt x="2361673" y="3462024"/>
                  </a:lnTo>
                  <a:lnTo>
                    <a:pt x="2362935" y="3460301"/>
                  </a:lnTo>
                  <a:lnTo>
                    <a:pt x="2364196" y="3459440"/>
                  </a:lnTo>
                  <a:lnTo>
                    <a:pt x="2364354" y="3459009"/>
                  </a:lnTo>
                  <a:lnTo>
                    <a:pt x="2365143" y="3457287"/>
                  </a:lnTo>
                  <a:lnTo>
                    <a:pt x="2365458" y="3457287"/>
                  </a:lnTo>
                  <a:lnTo>
                    <a:pt x="2369086" y="3452550"/>
                  </a:lnTo>
                  <a:lnTo>
                    <a:pt x="2369401" y="3451689"/>
                  </a:lnTo>
                  <a:lnTo>
                    <a:pt x="2370348" y="3451689"/>
                  </a:lnTo>
                  <a:lnTo>
                    <a:pt x="2370978" y="3450397"/>
                  </a:lnTo>
                  <a:lnTo>
                    <a:pt x="2372082" y="3450397"/>
                  </a:lnTo>
                  <a:lnTo>
                    <a:pt x="2374290" y="3448244"/>
                  </a:lnTo>
                  <a:lnTo>
                    <a:pt x="2374606" y="3446953"/>
                  </a:lnTo>
                  <a:lnTo>
                    <a:pt x="2374764" y="3446522"/>
                  </a:lnTo>
                  <a:lnTo>
                    <a:pt x="2375552" y="3446522"/>
                  </a:lnTo>
                  <a:lnTo>
                    <a:pt x="2375710" y="3446522"/>
                  </a:lnTo>
                  <a:lnTo>
                    <a:pt x="2377129" y="3446091"/>
                  </a:lnTo>
                  <a:lnTo>
                    <a:pt x="2379653" y="3444800"/>
                  </a:lnTo>
                  <a:lnTo>
                    <a:pt x="2380757" y="3442647"/>
                  </a:lnTo>
                  <a:lnTo>
                    <a:pt x="2382807" y="3441355"/>
                  </a:lnTo>
                  <a:lnTo>
                    <a:pt x="2383754" y="3440924"/>
                  </a:lnTo>
                  <a:lnTo>
                    <a:pt x="2384227" y="3439632"/>
                  </a:lnTo>
                  <a:lnTo>
                    <a:pt x="2385804" y="3439202"/>
                  </a:lnTo>
                  <a:lnTo>
                    <a:pt x="2386119" y="3439202"/>
                  </a:lnTo>
                  <a:lnTo>
                    <a:pt x="2386908" y="3437910"/>
                  </a:lnTo>
                  <a:lnTo>
                    <a:pt x="2386908" y="3437479"/>
                  </a:lnTo>
                  <a:lnTo>
                    <a:pt x="2390378" y="3434896"/>
                  </a:lnTo>
                  <a:lnTo>
                    <a:pt x="2391166" y="3434465"/>
                  </a:lnTo>
                  <a:lnTo>
                    <a:pt x="2391482" y="3434465"/>
                  </a:lnTo>
                  <a:lnTo>
                    <a:pt x="2391797" y="3434465"/>
                  </a:lnTo>
                  <a:lnTo>
                    <a:pt x="2391955" y="3434035"/>
                  </a:lnTo>
                  <a:lnTo>
                    <a:pt x="2392743" y="3434035"/>
                  </a:lnTo>
                  <a:lnTo>
                    <a:pt x="2393059" y="3434035"/>
                  </a:lnTo>
                  <a:lnTo>
                    <a:pt x="2393374" y="3433173"/>
                  </a:lnTo>
                  <a:lnTo>
                    <a:pt x="2394163" y="3433173"/>
                  </a:lnTo>
                  <a:lnTo>
                    <a:pt x="2395109" y="3430590"/>
                  </a:lnTo>
                  <a:lnTo>
                    <a:pt x="2396686" y="3428867"/>
                  </a:lnTo>
                  <a:lnTo>
                    <a:pt x="2399683" y="3426284"/>
                  </a:lnTo>
                  <a:lnTo>
                    <a:pt x="2399999" y="3426284"/>
                  </a:lnTo>
                  <a:lnTo>
                    <a:pt x="2400314" y="3424992"/>
                  </a:lnTo>
                  <a:lnTo>
                    <a:pt x="2401103" y="3424131"/>
                  </a:lnTo>
                  <a:lnTo>
                    <a:pt x="2401891" y="3423700"/>
                  </a:lnTo>
                  <a:lnTo>
                    <a:pt x="2402995" y="3423700"/>
                  </a:lnTo>
                  <a:lnTo>
                    <a:pt x="2404888" y="3420255"/>
                  </a:lnTo>
                  <a:lnTo>
                    <a:pt x="2405676" y="3418964"/>
                  </a:lnTo>
                  <a:lnTo>
                    <a:pt x="2405834" y="3418102"/>
                  </a:lnTo>
                  <a:lnTo>
                    <a:pt x="2406780" y="3416811"/>
                  </a:lnTo>
                  <a:lnTo>
                    <a:pt x="2406938" y="3416811"/>
                  </a:lnTo>
                  <a:lnTo>
                    <a:pt x="2407884" y="3415949"/>
                  </a:lnTo>
                  <a:lnTo>
                    <a:pt x="2409619" y="3413796"/>
                  </a:lnTo>
                  <a:lnTo>
                    <a:pt x="2410093" y="3412505"/>
                  </a:lnTo>
                  <a:lnTo>
                    <a:pt x="2410881" y="3411213"/>
                  </a:lnTo>
                  <a:lnTo>
                    <a:pt x="2413247" y="3409060"/>
                  </a:lnTo>
                  <a:lnTo>
                    <a:pt x="2413405" y="3409060"/>
                  </a:lnTo>
                  <a:lnTo>
                    <a:pt x="2414351" y="3407337"/>
                  </a:lnTo>
                  <a:lnTo>
                    <a:pt x="2415455" y="3406046"/>
                  </a:lnTo>
                  <a:lnTo>
                    <a:pt x="2419082" y="3404754"/>
                  </a:lnTo>
                  <a:lnTo>
                    <a:pt x="2420029" y="3403462"/>
                  </a:lnTo>
                  <a:lnTo>
                    <a:pt x="2421291" y="3403031"/>
                  </a:lnTo>
                  <a:lnTo>
                    <a:pt x="2421448" y="3401309"/>
                  </a:lnTo>
                  <a:lnTo>
                    <a:pt x="2422237" y="3401309"/>
                  </a:lnTo>
                  <a:lnTo>
                    <a:pt x="2423972" y="3399587"/>
                  </a:lnTo>
                  <a:lnTo>
                    <a:pt x="2424129" y="3399587"/>
                  </a:lnTo>
                  <a:lnTo>
                    <a:pt x="2425864" y="3397434"/>
                  </a:lnTo>
                  <a:lnTo>
                    <a:pt x="2429019" y="3394419"/>
                  </a:lnTo>
                  <a:lnTo>
                    <a:pt x="2429492" y="3392697"/>
                  </a:lnTo>
                  <a:lnTo>
                    <a:pt x="2430123" y="3392697"/>
                  </a:lnTo>
                  <a:lnTo>
                    <a:pt x="2431069" y="3391836"/>
                  </a:lnTo>
                  <a:lnTo>
                    <a:pt x="2431384" y="3391836"/>
                  </a:lnTo>
                  <a:lnTo>
                    <a:pt x="2431542" y="3390113"/>
                  </a:lnTo>
                  <a:lnTo>
                    <a:pt x="2432173" y="3390113"/>
                  </a:lnTo>
                  <a:lnTo>
                    <a:pt x="2433435" y="3389252"/>
                  </a:lnTo>
                  <a:lnTo>
                    <a:pt x="2434381" y="3388822"/>
                  </a:lnTo>
                  <a:lnTo>
                    <a:pt x="2434697" y="3388822"/>
                  </a:lnTo>
                  <a:lnTo>
                    <a:pt x="2435801" y="3386669"/>
                  </a:lnTo>
                  <a:lnTo>
                    <a:pt x="2436274" y="3384946"/>
                  </a:lnTo>
                  <a:lnTo>
                    <a:pt x="2436589" y="3384516"/>
                  </a:lnTo>
                  <a:lnTo>
                    <a:pt x="2436905" y="3384516"/>
                  </a:lnTo>
                  <a:lnTo>
                    <a:pt x="2437378" y="3384085"/>
                  </a:lnTo>
                  <a:lnTo>
                    <a:pt x="2438640" y="3383224"/>
                  </a:lnTo>
                  <a:lnTo>
                    <a:pt x="2440374" y="3381932"/>
                  </a:lnTo>
                  <a:lnTo>
                    <a:pt x="2441952" y="3381501"/>
                  </a:lnTo>
                  <a:lnTo>
                    <a:pt x="2442109" y="3381501"/>
                  </a:lnTo>
                  <a:lnTo>
                    <a:pt x="2442425" y="3381071"/>
                  </a:lnTo>
                  <a:lnTo>
                    <a:pt x="2447156" y="3375473"/>
                  </a:lnTo>
                  <a:lnTo>
                    <a:pt x="2448103" y="3375473"/>
                  </a:lnTo>
                  <a:lnTo>
                    <a:pt x="2449995" y="3375042"/>
                  </a:lnTo>
                  <a:lnTo>
                    <a:pt x="2450468" y="3373320"/>
                  </a:lnTo>
                  <a:lnTo>
                    <a:pt x="2450942" y="3373320"/>
                  </a:lnTo>
                  <a:lnTo>
                    <a:pt x="2451415" y="3373320"/>
                  </a:lnTo>
                  <a:lnTo>
                    <a:pt x="2451888" y="3372889"/>
                  </a:lnTo>
                  <a:lnTo>
                    <a:pt x="2452361" y="3372889"/>
                  </a:lnTo>
                  <a:lnTo>
                    <a:pt x="2453623" y="3372459"/>
                  </a:lnTo>
                  <a:lnTo>
                    <a:pt x="2454096" y="3372459"/>
                  </a:lnTo>
                  <a:lnTo>
                    <a:pt x="2456146" y="3372028"/>
                  </a:lnTo>
                  <a:lnTo>
                    <a:pt x="2456304" y="3372028"/>
                  </a:lnTo>
                  <a:lnTo>
                    <a:pt x="2456462" y="3372028"/>
                  </a:lnTo>
                  <a:lnTo>
                    <a:pt x="2458512" y="3370306"/>
                  </a:lnTo>
                  <a:lnTo>
                    <a:pt x="2460562" y="3369445"/>
                  </a:lnTo>
                  <a:lnTo>
                    <a:pt x="2462140" y="3369445"/>
                  </a:lnTo>
                  <a:lnTo>
                    <a:pt x="2462613" y="3368153"/>
                  </a:lnTo>
                  <a:lnTo>
                    <a:pt x="2463401" y="3366430"/>
                  </a:lnTo>
                  <a:lnTo>
                    <a:pt x="2463717" y="3365569"/>
                  </a:lnTo>
                  <a:lnTo>
                    <a:pt x="2464190" y="3365139"/>
                  </a:lnTo>
                  <a:lnTo>
                    <a:pt x="2466871" y="3362986"/>
                  </a:lnTo>
                  <a:lnTo>
                    <a:pt x="2467502" y="3362124"/>
                  </a:lnTo>
                  <a:lnTo>
                    <a:pt x="2468133" y="3361263"/>
                  </a:lnTo>
                  <a:lnTo>
                    <a:pt x="2468291" y="3359971"/>
                  </a:lnTo>
                  <a:lnTo>
                    <a:pt x="2468921" y="3359971"/>
                  </a:lnTo>
                  <a:lnTo>
                    <a:pt x="2469237" y="3359971"/>
                  </a:lnTo>
                  <a:lnTo>
                    <a:pt x="2471603" y="3358680"/>
                  </a:lnTo>
                  <a:lnTo>
                    <a:pt x="2473180" y="3357818"/>
                  </a:lnTo>
                  <a:lnTo>
                    <a:pt x="2474284" y="3356957"/>
                  </a:lnTo>
                  <a:lnTo>
                    <a:pt x="2476650" y="3355235"/>
                  </a:lnTo>
                  <a:lnTo>
                    <a:pt x="2478227" y="3353512"/>
                  </a:lnTo>
                  <a:lnTo>
                    <a:pt x="2478700" y="3353082"/>
                  </a:lnTo>
                  <a:lnTo>
                    <a:pt x="2479173" y="3352221"/>
                  </a:lnTo>
                  <a:lnTo>
                    <a:pt x="2479646" y="3350929"/>
                  </a:lnTo>
                  <a:lnTo>
                    <a:pt x="2479962" y="3350929"/>
                  </a:lnTo>
                  <a:lnTo>
                    <a:pt x="2480277" y="3349637"/>
                  </a:lnTo>
                  <a:lnTo>
                    <a:pt x="2481854" y="3349206"/>
                  </a:lnTo>
                  <a:lnTo>
                    <a:pt x="2483274" y="3348776"/>
                  </a:lnTo>
                  <a:lnTo>
                    <a:pt x="2483432" y="3347915"/>
                  </a:lnTo>
                  <a:lnTo>
                    <a:pt x="2486428" y="3344039"/>
                  </a:lnTo>
                  <a:lnTo>
                    <a:pt x="2486586" y="3344039"/>
                  </a:lnTo>
                  <a:lnTo>
                    <a:pt x="2488478" y="3343609"/>
                  </a:lnTo>
                  <a:lnTo>
                    <a:pt x="2489583" y="3343609"/>
                  </a:lnTo>
                  <a:lnTo>
                    <a:pt x="2491002" y="3342317"/>
                  </a:lnTo>
                  <a:lnTo>
                    <a:pt x="2492421" y="3341456"/>
                  </a:lnTo>
                  <a:lnTo>
                    <a:pt x="2493999" y="3340594"/>
                  </a:lnTo>
                  <a:lnTo>
                    <a:pt x="2494787" y="3338441"/>
                  </a:lnTo>
                  <a:lnTo>
                    <a:pt x="2495260" y="3338441"/>
                  </a:lnTo>
                  <a:lnTo>
                    <a:pt x="2496207" y="3338011"/>
                  </a:lnTo>
                  <a:lnTo>
                    <a:pt x="2496364" y="3338011"/>
                  </a:lnTo>
                  <a:lnTo>
                    <a:pt x="2496680" y="3337580"/>
                  </a:lnTo>
                  <a:lnTo>
                    <a:pt x="2498257" y="3337580"/>
                  </a:lnTo>
                  <a:lnTo>
                    <a:pt x="2498415" y="3337150"/>
                  </a:lnTo>
                  <a:lnTo>
                    <a:pt x="2499203" y="3335427"/>
                  </a:lnTo>
                  <a:lnTo>
                    <a:pt x="2500150" y="3334566"/>
                  </a:lnTo>
                  <a:lnTo>
                    <a:pt x="2502673" y="3332413"/>
                  </a:lnTo>
                  <a:lnTo>
                    <a:pt x="2503462" y="3331982"/>
                  </a:lnTo>
                  <a:lnTo>
                    <a:pt x="2505197" y="3330691"/>
                  </a:lnTo>
                  <a:lnTo>
                    <a:pt x="2505354" y="3328538"/>
                  </a:lnTo>
                  <a:lnTo>
                    <a:pt x="2506932" y="3327676"/>
                  </a:lnTo>
                  <a:lnTo>
                    <a:pt x="2507405" y="3326815"/>
                  </a:lnTo>
                  <a:lnTo>
                    <a:pt x="2507878" y="3325954"/>
                  </a:lnTo>
                  <a:lnTo>
                    <a:pt x="2508982" y="3325093"/>
                  </a:lnTo>
                  <a:lnTo>
                    <a:pt x="2509613" y="3325093"/>
                  </a:lnTo>
                  <a:lnTo>
                    <a:pt x="2509928" y="3324232"/>
                  </a:lnTo>
                  <a:lnTo>
                    <a:pt x="2511663" y="3322509"/>
                  </a:lnTo>
                  <a:lnTo>
                    <a:pt x="2513240" y="3319495"/>
                  </a:lnTo>
                  <a:lnTo>
                    <a:pt x="2514502" y="3318634"/>
                  </a:lnTo>
                  <a:lnTo>
                    <a:pt x="2516710" y="3317342"/>
                  </a:lnTo>
                  <a:lnTo>
                    <a:pt x="2518130" y="3317342"/>
                  </a:lnTo>
                  <a:lnTo>
                    <a:pt x="2518445" y="3317342"/>
                  </a:lnTo>
                  <a:lnTo>
                    <a:pt x="2518918" y="3316050"/>
                  </a:lnTo>
                  <a:lnTo>
                    <a:pt x="2520022" y="3313897"/>
                  </a:lnTo>
                  <a:lnTo>
                    <a:pt x="2521284" y="3313036"/>
                  </a:lnTo>
                  <a:lnTo>
                    <a:pt x="2524123" y="3311744"/>
                  </a:lnTo>
                  <a:lnTo>
                    <a:pt x="2524596" y="3311314"/>
                  </a:lnTo>
                  <a:lnTo>
                    <a:pt x="2525858" y="3310452"/>
                  </a:lnTo>
                  <a:lnTo>
                    <a:pt x="2527435" y="3309161"/>
                  </a:lnTo>
                  <a:lnTo>
                    <a:pt x="2527750" y="3308730"/>
                  </a:lnTo>
                  <a:lnTo>
                    <a:pt x="2528224" y="3307869"/>
                  </a:lnTo>
                  <a:lnTo>
                    <a:pt x="2529012" y="3307438"/>
                  </a:lnTo>
                  <a:lnTo>
                    <a:pt x="2529801" y="3307438"/>
                  </a:lnTo>
                  <a:lnTo>
                    <a:pt x="2531220" y="3306577"/>
                  </a:lnTo>
                  <a:lnTo>
                    <a:pt x="2532324" y="3304424"/>
                  </a:lnTo>
                  <a:lnTo>
                    <a:pt x="2534217" y="3302702"/>
                  </a:lnTo>
                  <a:lnTo>
                    <a:pt x="2535005" y="3301840"/>
                  </a:lnTo>
                  <a:lnTo>
                    <a:pt x="2535163" y="3300979"/>
                  </a:lnTo>
                  <a:lnTo>
                    <a:pt x="2535952" y="3299687"/>
                  </a:lnTo>
                  <a:lnTo>
                    <a:pt x="2536898" y="3296673"/>
                  </a:lnTo>
                  <a:lnTo>
                    <a:pt x="2537844" y="3296243"/>
                  </a:lnTo>
                  <a:lnTo>
                    <a:pt x="2537844" y="3295812"/>
                  </a:lnTo>
                  <a:lnTo>
                    <a:pt x="2538791" y="3294090"/>
                  </a:lnTo>
                  <a:lnTo>
                    <a:pt x="2540210" y="3292798"/>
                  </a:lnTo>
                  <a:lnTo>
                    <a:pt x="2540683" y="3292367"/>
                  </a:lnTo>
                  <a:lnTo>
                    <a:pt x="2541314" y="3288922"/>
                  </a:lnTo>
                  <a:lnTo>
                    <a:pt x="2544468" y="3287631"/>
                  </a:lnTo>
                  <a:lnTo>
                    <a:pt x="2545257" y="3286769"/>
                  </a:lnTo>
                  <a:lnTo>
                    <a:pt x="2545415" y="3286769"/>
                  </a:lnTo>
                  <a:lnTo>
                    <a:pt x="2546519" y="3285047"/>
                  </a:lnTo>
                  <a:lnTo>
                    <a:pt x="2546992" y="3284616"/>
                  </a:lnTo>
                  <a:lnTo>
                    <a:pt x="2547938" y="3282894"/>
                  </a:lnTo>
                  <a:lnTo>
                    <a:pt x="2551250" y="3280310"/>
                  </a:lnTo>
                  <a:lnTo>
                    <a:pt x="2552197" y="3279449"/>
                  </a:lnTo>
                  <a:lnTo>
                    <a:pt x="2552670" y="3279019"/>
                  </a:lnTo>
                  <a:lnTo>
                    <a:pt x="2552985" y="3279019"/>
                  </a:lnTo>
                  <a:lnTo>
                    <a:pt x="2553143" y="3279019"/>
                  </a:lnTo>
                  <a:lnTo>
                    <a:pt x="2553301" y="3279019"/>
                  </a:lnTo>
                  <a:lnTo>
                    <a:pt x="2553932" y="3278157"/>
                  </a:lnTo>
                  <a:lnTo>
                    <a:pt x="2557244" y="3273851"/>
                  </a:lnTo>
                  <a:lnTo>
                    <a:pt x="2557401" y="3273421"/>
                  </a:lnTo>
                  <a:lnTo>
                    <a:pt x="2558505" y="3273421"/>
                  </a:lnTo>
                  <a:lnTo>
                    <a:pt x="2560556" y="3271268"/>
                  </a:lnTo>
                  <a:lnTo>
                    <a:pt x="2562764" y="3270407"/>
                  </a:lnTo>
                  <a:lnTo>
                    <a:pt x="2564341" y="3269545"/>
                  </a:lnTo>
                  <a:lnTo>
                    <a:pt x="2565130" y="3268254"/>
                  </a:lnTo>
                  <a:lnTo>
                    <a:pt x="2565130" y="3267392"/>
                  </a:lnTo>
                  <a:lnTo>
                    <a:pt x="2566864" y="3266531"/>
                  </a:lnTo>
                  <a:lnTo>
                    <a:pt x="2570650" y="3262225"/>
                  </a:lnTo>
                  <a:lnTo>
                    <a:pt x="2571596" y="3261364"/>
                  </a:lnTo>
                  <a:lnTo>
                    <a:pt x="2571596" y="3260072"/>
                  </a:lnTo>
                  <a:lnTo>
                    <a:pt x="2572069" y="3259211"/>
                  </a:lnTo>
                  <a:lnTo>
                    <a:pt x="2572385" y="3258780"/>
                  </a:lnTo>
                  <a:lnTo>
                    <a:pt x="2572542" y="3258780"/>
                  </a:lnTo>
                  <a:lnTo>
                    <a:pt x="2573015" y="3257919"/>
                  </a:lnTo>
                  <a:lnTo>
                    <a:pt x="2573804" y="3257919"/>
                  </a:lnTo>
                  <a:lnTo>
                    <a:pt x="2575854" y="3255766"/>
                  </a:lnTo>
                  <a:lnTo>
                    <a:pt x="2578536" y="3253183"/>
                  </a:lnTo>
                  <a:lnTo>
                    <a:pt x="2579482" y="3252752"/>
                  </a:lnTo>
                  <a:lnTo>
                    <a:pt x="2580428" y="3251891"/>
                  </a:lnTo>
                  <a:lnTo>
                    <a:pt x="2581848" y="3251460"/>
                  </a:lnTo>
                  <a:lnTo>
                    <a:pt x="2582321" y="3251460"/>
                  </a:lnTo>
                  <a:lnTo>
                    <a:pt x="2583109" y="3251030"/>
                  </a:lnTo>
                  <a:lnTo>
                    <a:pt x="2583740" y="3250599"/>
                  </a:lnTo>
                  <a:lnTo>
                    <a:pt x="2584213" y="3249307"/>
                  </a:lnTo>
                  <a:lnTo>
                    <a:pt x="2585633" y="3248446"/>
                  </a:lnTo>
                  <a:lnTo>
                    <a:pt x="2587052" y="3247154"/>
                  </a:lnTo>
                  <a:lnTo>
                    <a:pt x="2587368" y="3246293"/>
                  </a:lnTo>
                  <a:lnTo>
                    <a:pt x="2588472" y="3245862"/>
                  </a:lnTo>
                  <a:lnTo>
                    <a:pt x="2590049" y="3245432"/>
                  </a:lnTo>
                  <a:lnTo>
                    <a:pt x="2590838" y="3244140"/>
                  </a:lnTo>
                  <a:lnTo>
                    <a:pt x="2592573" y="3241556"/>
                  </a:lnTo>
                  <a:lnTo>
                    <a:pt x="2593361" y="3239834"/>
                  </a:lnTo>
                  <a:lnTo>
                    <a:pt x="2595254" y="3238542"/>
                  </a:lnTo>
                  <a:lnTo>
                    <a:pt x="2596042" y="3238542"/>
                  </a:lnTo>
                  <a:lnTo>
                    <a:pt x="2596673" y="3238542"/>
                  </a:lnTo>
                  <a:lnTo>
                    <a:pt x="2596831" y="3237681"/>
                  </a:lnTo>
                  <a:lnTo>
                    <a:pt x="2596989" y="3237250"/>
                  </a:lnTo>
                  <a:lnTo>
                    <a:pt x="2598881" y="3235528"/>
                  </a:lnTo>
                  <a:lnTo>
                    <a:pt x="2599512" y="3235528"/>
                  </a:lnTo>
                  <a:lnTo>
                    <a:pt x="2600143" y="3232944"/>
                  </a:lnTo>
                  <a:lnTo>
                    <a:pt x="2601878" y="3231653"/>
                  </a:lnTo>
                  <a:lnTo>
                    <a:pt x="2602036" y="3231222"/>
                  </a:lnTo>
                  <a:lnTo>
                    <a:pt x="2602982" y="3230361"/>
                  </a:lnTo>
                  <a:lnTo>
                    <a:pt x="2604717" y="3229069"/>
                  </a:lnTo>
                  <a:lnTo>
                    <a:pt x="2604875" y="3229069"/>
                  </a:lnTo>
                  <a:lnTo>
                    <a:pt x="2605663" y="3228638"/>
                  </a:lnTo>
                  <a:lnTo>
                    <a:pt x="2606767" y="3226916"/>
                  </a:lnTo>
                  <a:lnTo>
                    <a:pt x="2607240" y="3226916"/>
                  </a:lnTo>
                  <a:lnTo>
                    <a:pt x="2608187" y="3224763"/>
                  </a:lnTo>
                  <a:lnTo>
                    <a:pt x="2608660" y="3224332"/>
                  </a:lnTo>
                  <a:lnTo>
                    <a:pt x="2609133" y="3222179"/>
                  </a:lnTo>
                  <a:lnTo>
                    <a:pt x="2609448" y="3222179"/>
                  </a:lnTo>
                  <a:lnTo>
                    <a:pt x="2610710" y="3220026"/>
                  </a:lnTo>
                  <a:lnTo>
                    <a:pt x="2612760" y="3218304"/>
                  </a:lnTo>
                  <a:lnTo>
                    <a:pt x="2613707" y="3216582"/>
                  </a:lnTo>
                  <a:lnTo>
                    <a:pt x="2614653" y="3216151"/>
                  </a:lnTo>
                  <a:lnTo>
                    <a:pt x="2614811" y="3215720"/>
                  </a:lnTo>
                  <a:lnTo>
                    <a:pt x="2617492" y="3211845"/>
                  </a:lnTo>
                  <a:lnTo>
                    <a:pt x="2618596" y="3210123"/>
                  </a:lnTo>
                  <a:lnTo>
                    <a:pt x="2619069" y="3208400"/>
                  </a:lnTo>
                  <a:lnTo>
                    <a:pt x="2621120" y="3207108"/>
                  </a:lnTo>
                  <a:lnTo>
                    <a:pt x="2622066" y="3206247"/>
                  </a:lnTo>
                  <a:lnTo>
                    <a:pt x="2622381" y="3204525"/>
                  </a:lnTo>
                  <a:lnTo>
                    <a:pt x="2623643" y="3203664"/>
                  </a:lnTo>
                  <a:lnTo>
                    <a:pt x="2625063" y="3202372"/>
                  </a:lnTo>
                  <a:lnTo>
                    <a:pt x="2625063" y="3201941"/>
                  </a:lnTo>
                  <a:lnTo>
                    <a:pt x="2625536" y="3201511"/>
                  </a:lnTo>
                  <a:lnTo>
                    <a:pt x="2626324" y="3198927"/>
                  </a:lnTo>
                  <a:lnTo>
                    <a:pt x="2627428" y="3196774"/>
                  </a:lnTo>
                  <a:lnTo>
                    <a:pt x="2629163" y="3195913"/>
                  </a:lnTo>
                  <a:lnTo>
                    <a:pt x="2631214" y="3194190"/>
                  </a:lnTo>
                  <a:lnTo>
                    <a:pt x="2632160" y="3193329"/>
                  </a:lnTo>
                  <a:lnTo>
                    <a:pt x="2632633" y="3192468"/>
                  </a:lnTo>
                  <a:lnTo>
                    <a:pt x="2636418" y="3189454"/>
                  </a:lnTo>
                  <a:lnTo>
                    <a:pt x="2637049" y="3189023"/>
                  </a:lnTo>
                  <a:lnTo>
                    <a:pt x="2637995" y="3188593"/>
                  </a:lnTo>
                  <a:lnTo>
                    <a:pt x="2641150" y="3185148"/>
                  </a:lnTo>
                  <a:lnTo>
                    <a:pt x="2641465" y="3184287"/>
                  </a:lnTo>
                  <a:lnTo>
                    <a:pt x="2642727" y="3182134"/>
                  </a:lnTo>
                  <a:lnTo>
                    <a:pt x="2643042" y="3179981"/>
                  </a:lnTo>
                  <a:lnTo>
                    <a:pt x="2643673" y="3178689"/>
                  </a:lnTo>
                  <a:lnTo>
                    <a:pt x="2644462" y="3177828"/>
                  </a:lnTo>
                  <a:lnTo>
                    <a:pt x="2645093" y="3177828"/>
                  </a:lnTo>
                  <a:lnTo>
                    <a:pt x="2647143" y="3176966"/>
                  </a:lnTo>
                  <a:lnTo>
                    <a:pt x="2648089" y="3176105"/>
                  </a:lnTo>
                  <a:lnTo>
                    <a:pt x="2648089" y="3175675"/>
                  </a:lnTo>
                  <a:lnTo>
                    <a:pt x="2648247" y="3175675"/>
                  </a:lnTo>
                  <a:lnTo>
                    <a:pt x="2651559" y="3173091"/>
                  </a:lnTo>
                  <a:lnTo>
                    <a:pt x="2651717" y="3173091"/>
                  </a:lnTo>
                  <a:lnTo>
                    <a:pt x="2653294" y="3172660"/>
                  </a:lnTo>
                  <a:lnTo>
                    <a:pt x="2653452" y="3172660"/>
                  </a:lnTo>
                  <a:lnTo>
                    <a:pt x="2654398" y="3171369"/>
                  </a:lnTo>
                  <a:lnTo>
                    <a:pt x="2654871" y="3170507"/>
                  </a:lnTo>
                  <a:lnTo>
                    <a:pt x="2655187" y="3170077"/>
                  </a:lnTo>
                  <a:lnTo>
                    <a:pt x="2655818" y="3169216"/>
                  </a:lnTo>
                  <a:lnTo>
                    <a:pt x="2656764" y="3167924"/>
                  </a:lnTo>
                  <a:lnTo>
                    <a:pt x="2657552" y="3167924"/>
                  </a:lnTo>
                  <a:lnTo>
                    <a:pt x="2658499" y="3167063"/>
                  </a:lnTo>
                  <a:lnTo>
                    <a:pt x="2660707" y="3166632"/>
                  </a:lnTo>
                  <a:lnTo>
                    <a:pt x="2661180" y="3164910"/>
                  </a:lnTo>
                  <a:lnTo>
                    <a:pt x="2663230" y="3164479"/>
                  </a:lnTo>
                  <a:lnTo>
                    <a:pt x="2664965" y="3162326"/>
                  </a:lnTo>
                  <a:lnTo>
                    <a:pt x="2665754" y="3161034"/>
                  </a:lnTo>
                  <a:lnTo>
                    <a:pt x="2666858" y="3160604"/>
                  </a:lnTo>
                  <a:lnTo>
                    <a:pt x="2667016" y="3160173"/>
                  </a:lnTo>
                  <a:lnTo>
                    <a:pt x="2668435" y="3159312"/>
                  </a:lnTo>
                  <a:lnTo>
                    <a:pt x="2669697" y="3158451"/>
                  </a:lnTo>
                  <a:lnTo>
                    <a:pt x="2671589" y="3157589"/>
                  </a:lnTo>
                  <a:lnTo>
                    <a:pt x="2673482" y="3155867"/>
                  </a:lnTo>
                  <a:lnTo>
                    <a:pt x="2674271" y="3154145"/>
                  </a:lnTo>
                  <a:lnTo>
                    <a:pt x="2674271" y="3153714"/>
                  </a:lnTo>
                  <a:lnTo>
                    <a:pt x="2674586" y="3153714"/>
                  </a:lnTo>
                  <a:lnTo>
                    <a:pt x="2675059" y="3153714"/>
                  </a:lnTo>
                  <a:lnTo>
                    <a:pt x="2675217" y="3153714"/>
                  </a:lnTo>
                  <a:lnTo>
                    <a:pt x="2676952" y="3153283"/>
                  </a:lnTo>
                  <a:lnTo>
                    <a:pt x="2678214" y="3152422"/>
                  </a:lnTo>
                  <a:lnTo>
                    <a:pt x="2681210" y="3151992"/>
                  </a:lnTo>
                  <a:lnTo>
                    <a:pt x="2681841" y="3150269"/>
                  </a:lnTo>
                  <a:lnTo>
                    <a:pt x="2684049" y="3146394"/>
                  </a:lnTo>
                  <a:lnTo>
                    <a:pt x="2685153" y="3145102"/>
                  </a:lnTo>
                  <a:lnTo>
                    <a:pt x="2686099" y="3143810"/>
                  </a:lnTo>
                  <a:lnTo>
                    <a:pt x="2688150" y="3142518"/>
                  </a:lnTo>
                  <a:lnTo>
                    <a:pt x="2689569" y="3141657"/>
                  </a:lnTo>
                  <a:lnTo>
                    <a:pt x="2690989" y="3141657"/>
                  </a:lnTo>
                  <a:lnTo>
                    <a:pt x="2691777" y="3140796"/>
                  </a:lnTo>
                  <a:lnTo>
                    <a:pt x="2692251" y="3140365"/>
                  </a:lnTo>
                  <a:lnTo>
                    <a:pt x="2693197" y="3138643"/>
                  </a:lnTo>
                  <a:lnTo>
                    <a:pt x="2694301" y="3136059"/>
                  </a:lnTo>
                  <a:lnTo>
                    <a:pt x="2694301" y="3135629"/>
                  </a:lnTo>
                  <a:lnTo>
                    <a:pt x="2695247" y="3133045"/>
                  </a:lnTo>
                  <a:lnTo>
                    <a:pt x="2696824" y="3132615"/>
                  </a:lnTo>
                  <a:lnTo>
                    <a:pt x="2699821" y="3128309"/>
                  </a:lnTo>
                  <a:lnTo>
                    <a:pt x="2700294" y="3128309"/>
                  </a:lnTo>
                  <a:lnTo>
                    <a:pt x="2703291" y="3127878"/>
                  </a:lnTo>
                  <a:lnTo>
                    <a:pt x="2703606" y="3127878"/>
                  </a:lnTo>
                  <a:lnTo>
                    <a:pt x="2705183" y="3126586"/>
                  </a:lnTo>
                  <a:lnTo>
                    <a:pt x="2705341" y="3126586"/>
                  </a:lnTo>
                  <a:lnTo>
                    <a:pt x="2706918" y="3125294"/>
                  </a:lnTo>
                  <a:lnTo>
                    <a:pt x="2707865" y="3124864"/>
                  </a:lnTo>
                  <a:lnTo>
                    <a:pt x="2708495" y="3124433"/>
                  </a:lnTo>
                  <a:lnTo>
                    <a:pt x="2708653" y="3124433"/>
                  </a:lnTo>
                  <a:lnTo>
                    <a:pt x="2709915" y="3122711"/>
                  </a:lnTo>
                  <a:lnTo>
                    <a:pt x="2713385" y="3119266"/>
                  </a:lnTo>
                  <a:lnTo>
                    <a:pt x="2713858" y="3118835"/>
                  </a:lnTo>
                  <a:lnTo>
                    <a:pt x="2715751" y="3118405"/>
                  </a:lnTo>
                  <a:lnTo>
                    <a:pt x="2717012" y="3117974"/>
                  </a:lnTo>
                  <a:lnTo>
                    <a:pt x="2719693" y="3116252"/>
                  </a:lnTo>
                  <a:lnTo>
                    <a:pt x="2721744" y="3116252"/>
                  </a:lnTo>
                  <a:lnTo>
                    <a:pt x="2722059" y="3115391"/>
                  </a:lnTo>
                  <a:lnTo>
                    <a:pt x="2722690" y="3114099"/>
                  </a:lnTo>
                  <a:lnTo>
                    <a:pt x="2723479" y="3112807"/>
                  </a:lnTo>
                  <a:lnTo>
                    <a:pt x="2723636" y="3112807"/>
                  </a:lnTo>
                  <a:lnTo>
                    <a:pt x="2723794" y="3111946"/>
                  </a:lnTo>
                  <a:lnTo>
                    <a:pt x="2724740" y="3111515"/>
                  </a:lnTo>
                  <a:lnTo>
                    <a:pt x="2725056" y="3111085"/>
                  </a:lnTo>
                  <a:lnTo>
                    <a:pt x="2726475" y="3108932"/>
                  </a:lnTo>
                  <a:lnTo>
                    <a:pt x="2728210" y="3107209"/>
                  </a:lnTo>
                  <a:lnTo>
                    <a:pt x="2728999" y="3106348"/>
                  </a:lnTo>
                  <a:lnTo>
                    <a:pt x="2730418" y="3105487"/>
                  </a:lnTo>
                  <a:lnTo>
                    <a:pt x="2731365" y="3104626"/>
                  </a:lnTo>
                  <a:lnTo>
                    <a:pt x="2736727" y="3099889"/>
                  </a:lnTo>
                  <a:lnTo>
                    <a:pt x="2737673" y="3099889"/>
                  </a:lnTo>
                  <a:lnTo>
                    <a:pt x="2738777" y="3098597"/>
                  </a:lnTo>
                  <a:lnTo>
                    <a:pt x="2738935" y="3098597"/>
                  </a:lnTo>
                  <a:lnTo>
                    <a:pt x="2739251" y="3098597"/>
                  </a:lnTo>
                  <a:lnTo>
                    <a:pt x="2740039" y="3096875"/>
                  </a:lnTo>
                  <a:lnTo>
                    <a:pt x="2742878" y="3093430"/>
                  </a:lnTo>
                  <a:lnTo>
                    <a:pt x="2743982" y="3091708"/>
                  </a:lnTo>
                  <a:lnTo>
                    <a:pt x="2744771" y="3090416"/>
                  </a:lnTo>
                  <a:lnTo>
                    <a:pt x="2745717" y="3088693"/>
                  </a:lnTo>
                  <a:lnTo>
                    <a:pt x="2748556" y="3086540"/>
                  </a:lnTo>
                  <a:lnTo>
                    <a:pt x="2751395" y="3085249"/>
                  </a:lnTo>
                  <a:lnTo>
                    <a:pt x="2752183" y="3083957"/>
                  </a:lnTo>
                  <a:lnTo>
                    <a:pt x="2752657" y="3083957"/>
                  </a:lnTo>
                  <a:lnTo>
                    <a:pt x="2754392" y="3083096"/>
                  </a:lnTo>
                  <a:lnTo>
                    <a:pt x="2757073" y="3080512"/>
                  </a:lnTo>
                  <a:lnTo>
                    <a:pt x="2757230" y="3079220"/>
                  </a:lnTo>
                  <a:lnTo>
                    <a:pt x="2758334" y="3077928"/>
                  </a:lnTo>
                  <a:lnTo>
                    <a:pt x="2761016" y="3077498"/>
                  </a:lnTo>
                  <a:lnTo>
                    <a:pt x="2761173" y="3077498"/>
                  </a:lnTo>
                  <a:lnTo>
                    <a:pt x="2763697" y="3076206"/>
                  </a:lnTo>
                  <a:lnTo>
                    <a:pt x="2764959" y="3075775"/>
                  </a:lnTo>
                  <a:lnTo>
                    <a:pt x="2766536" y="3074053"/>
                  </a:lnTo>
                  <a:lnTo>
                    <a:pt x="2766851" y="3073622"/>
                  </a:lnTo>
                  <a:lnTo>
                    <a:pt x="2769217" y="3067163"/>
                  </a:lnTo>
                  <a:lnTo>
                    <a:pt x="2769690" y="3066733"/>
                  </a:lnTo>
                  <a:lnTo>
                    <a:pt x="2772056" y="3065872"/>
                  </a:lnTo>
                  <a:lnTo>
                    <a:pt x="2773002" y="3064580"/>
                  </a:lnTo>
                  <a:lnTo>
                    <a:pt x="2773160" y="3064580"/>
                  </a:lnTo>
                  <a:lnTo>
                    <a:pt x="2775368" y="3060704"/>
                  </a:lnTo>
                  <a:lnTo>
                    <a:pt x="2776788" y="3060274"/>
                  </a:lnTo>
                  <a:lnTo>
                    <a:pt x="2777261" y="3057690"/>
                  </a:lnTo>
                  <a:lnTo>
                    <a:pt x="2778838" y="3057260"/>
                  </a:lnTo>
                  <a:lnTo>
                    <a:pt x="2779469" y="3055537"/>
                  </a:lnTo>
                  <a:lnTo>
                    <a:pt x="2781519" y="3054676"/>
                  </a:lnTo>
                  <a:lnTo>
                    <a:pt x="2782623" y="3054245"/>
                  </a:lnTo>
                  <a:lnTo>
                    <a:pt x="2783727" y="3053815"/>
                  </a:lnTo>
                  <a:lnTo>
                    <a:pt x="2784673" y="3052523"/>
                  </a:lnTo>
                  <a:lnTo>
                    <a:pt x="2786251" y="3051662"/>
                  </a:lnTo>
                  <a:lnTo>
                    <a:pt x="2787355" y="3049509"/>
                  </a:lnTo>
                  <a:lnTo>
                    <a:pt x="2788774" y="3048217"/>
                  </a:lnTo>
                  <a:lnTo>
                    <a:pt x="2789405" y="3048217"/>
                  </a:lnTo>
                  <a:lnTo>
                    <a:pt x="2790667" y="3046495"/>
                  </a:lnTo>
                  <a:lnTo>
                    <a:pt x="2790667" y="3046064"/>
                  </a:lnTo>
                  <a:lnTo>
                    <a:pt x="2790824" y="3045633"/>
                  </a:lnTo>
                  <a:lnTo>
                    <a:pt x="2791613" y="3045203"/>
                  </a:lnTo>
                  <a:lnTo>
                    <a:pt x="2791928" y="3045203"/>
                  </a:lnTo>
                  <a:lnTo>
                    <a:pt x="2792717" y="3043480"/>
                  </a:lnTo>
                  <a:lnTo>
                    <a:pt x="2793506" y="3042619"/>
                  </a:lnTo>
                  <a:lnTo>
                    <a:pt x="2794925" y="3041327"/>
                  </a:lnTo>
                  <a:lnTo>
                    <a:pt x="2796345" y="3040466"/>
                  </a:lnTo>
                  <a:lnTo>
                    <a:pt x="2796502" y="3040466"/>
                  </a:lnTo>
                  <a:lnTo>
                    <a:pt x="2797291" y="3040036"/>
                  </a:lnTo>
                  <a:lnTo>
                    <a:pt x="2798395" y="3040036"/>
                  </a:lnTo>
                  <a:lnTo>
                    <a:pt x="2799341" y="3039605"/>
                  </a:lnTo>
                  <a:lnTo>
                    <a:pt x="2799499" y="3039605"/>
                  </a:lnTo>
                  <a:lnTo>
                    <a:pt x="2801865" y="3035299"/>
                  </a:lnTo>
                  <a:lnTo>
                    <a:pt x="2802653" y="3034868"/>
                  </a:lnTo>
                  <a:lnTo>
                    <a:pt x="2803915" y="3034007"/>
                  </a:lnTo>
                  <a:lnTo>
                    <a:pt x="2804546" y="3031424"/>
                  </a:lnTo>
                  <a:lnTo>
                    <a:pt x="2805650" y="3030132"/>
                  </a:lnTo>
                  <a:lnTo>
                    <a:pt x="2806596" y="3028840"/>
                  </a:lnTo>
                  <a:lnTo>
                    <a:pt x="2807858" y="3027979"/>
                  </a:lnTo>
                  <a:lnTo>
                    <a:pt x="2810855" y="3027548"/>
                  </a:lnTo>
                  <a:lnTo>
                    <a:pt x="2810855" y="3027118"/>
                  </a:lnTo>
                  <a:lnTo>
                    <a:pt x="2811328" y="3026256"/>
                  </a:lnTo>
                  <a:lnTo>
                    <a:pt x="2813220" y="3025395"/>
                  </a:lnTo>
                  <a:lnTo>
                    <a:pt x="2814482" y="3025395"/>
                  </a:lnTo>
                  <a:lnTo>
                    <a:pt x="2815113" y="3024965"/>
                  </a:lnTo>
                  <a:lnTo>
                    <a:pt x="2815744" y="3023673"/>
                  </a:lnTo>
                  <a:lnTo>
                    <a:pt x="2816690" y="3022381"/>
                  </a:lnTo>
                  <a:lnTo>
                    <a:pt x="2817006" y="3022381"/>
                  </a:lnTo>
                  <a:lnTo>
                    <a:pt x="2817006" y="3021950"/>
                  </a:lnTo>
                  <a:lnTo>
                    <a:pt x="2819056" y="3020228"/>
                  </a:lnTo>
                  <a:lnTo>
                    <a:pt x="2820318" y="3019367"/>
                  </a:lnTo>
                  <a:lnTo>
                    <a:pt x="2821106" y="3018936"/>
                  </a:lnTo>
                  <a:lnTo>
                    <a:pt x="2822684" y="3017214"/>
                  </a:lnTo>
                  <a:lnTo>
                    <a:pt x="2822841" y="3017214"/>
                  </a:lnTo>
                  <a:lnTo>
                    <a:pt x="2824734" y="3016783"/>
                  </a:lnTo>
                  <a:lnTo>
                    <a:pt x="2825838" y="3015922"/>
                  </a:lnTo>
                  <a:lnTo>
                    <a:pt x="2827100" y="3012908"/>
                  </a:lnTo>
                  <a:lnTo>
                    <a:pt x="2827415" y="3012477"/>
                  </a:lnTo>
                  <a:lnTo>
                    <a:pt x="2832777" y="3008171"/>
                  </a:lnTo>
                  <a:lnTo>
                    <a:pt x="2832777" y="3007741"/>
                  </a:lnTo>
                  <a:lnTo>
                    <a:pt x="2834355" y="3007310"/>
                  </a:lnTo>
                  <a:lnTo>
                    <a:pt x="2834986" y="3007310"/>
                  </a:lnTo>
                  <a:lnTo>
                    <a:pt x="2835143" y="3006879"/>
                  </a:lnTo>
                  <a:lnTo>
                    <a:pt x="2835774" y="3006018"/>
                  </a:lnTo>
                  <a:lnTo>
                    <a:pt x="2836090" y="3004726"/>
                  </a:lnTo>
                  <a:lnTo>
                    <a:pt x="2837982" y="3003865"/>
                  </a:lnTo>
                  <a:lnTo>
                    <a:pt x="2840506" y="2999990"/>
                  </a:lnTo>
                  <a:lnTo>
                    <a:pt x="2841294" y="2998698"/>
                  </a:lnTo>
                  <a:lnTo>
                    <a:pt x="2843660" y="2995684"/>
                  </a:lnTo>
                  <a:lnTo>
                    <a:pt x="2844133" y="2995684"/>
                  </a:lnTo>
                  <a:lnTo>
                    <a:pt x="2845395" y="2995253"/>
                  </a:lnTo>
                  <a:lnTo>
                    <a:pt x="2846341" y="2993961"/>
                  </a:lnTo>
                  <a:lnTo>
                    <a:pt x="2847603" y="2993100"/>
                  </a:lnTo>
                  <a:lnTo>
                    <a:pt x="2847761" y="2992239"/>
                  </a:lnTo>
                  <a:lnTo>
                    <a:pt x="2847918" y="2992239"/>
                  </a:lnTo>
                  <a:lnTo>
                    <a:pt x="2849022" y="2990086"/>
                  </a:lnTo>
                  <a:lnTo>
                    <a:pt x="2849653" y="2988364"/>
                  </a:lnTo>
                  <a:lnTo>
                    <a:pt x="2850284" y="2988364"/>
                  </a:lnTo>
                  <a:lnTo>
                    <a:pt x="2851231" y="2986641"/>
                  </a:lnTo>
                  <a:lnTo>
                    <a:pt x="2851861" y="2986641"/>
                  </a:lnTo>
                  <a:lnTo>
                    <a:pt x="2853439" y="2984488"/>
                  </a:lnTo>
                  <a:lnTo>
                    <a:pt x="2855804" y="2983196"/>
                  </a:lnTo>
                  <a:lnTo>
                    <a:pt x="2860220" y="2976307"/>
                  </a:lnTo>
                  <a:lnTo>
                    <a:pt x="2861640" y="2973723"/>
                  </a:lnTo>
                  <a:lnTo>
                    <a:pt x="2863848" y="2970278"/>
                  </a:lnTo>
                  <a:lnTo>
                    <a:pt x="2865110" y="2969848"/>
                  </a:lnTo>
                  <a:lnTo>
                    <a:pt x="2866371" y="2968987"/>
                  </a:lnTo>
                  <a:lnTo>
                    <a:pt x="2867318" y="2967264"/>
                  </a:lnTo>
                  <a:lnTo>
                    <a:pt x="2867949" y="2965972"/>
                  </a:lnTo>
                  <a:lnTo>
                    <a:pt x="2868106" y="2965972"/>
                  </a:lnTo>
                  <a:lnTo>
                    <a:pt x="2868264" y="2965972"/>
                  </a:lnTo>
                  <a:lnTo>
                    <a:pt x="2869368" y="2965111"/>
                  </a:lnTo>
                  <a:lnTo>
                    <a:pt x="2869999" y="2963819"/>
                  </a:lnTo>
                  <a:lnTo>
                    <a:pt x="2871892" y="2963819"/>
                  </a:lnTo>
                  <a:lnTo>
                    <a:pt x="2873627" y="2962958"/>
                  </a:lnTo>
                  <a:lnTo>
                    <a:pt x="2875519" y="2959944"/>
                  </a:lnTo>
                  <a:lnTo>
                    <a:pt x="2877096" y="2958652"/>
                  </a:lnTo>
                  <a:lnTo>
                    <a:pt x="2877412" y="2957791"/>
                  </a:lnTo>
                  <a:lnTo>
                    <a:pt x="2879778" y="2955207"/>
                  </a:lnTo>
                  <a:lnTo>
                    <a:pt x="2880882" y="2955207"/>
                  </a:lnTo>
                  <a:lnTo>
                    <a:pt x="2881828" y="2955207"/>
                  </a:lnTo>
                  <a:lnTo>
                    <a:pt x="2881986" y="2955207"/>
                  </a:lnTo>
                  <a:lnTo>
                    <a:pt x="2882143" y="2955207"/>
                  </a:lnTo>
                  <a:lnTo>
                    <a:pt x="2883247" y="2953916"/>
                  </a:lnTo>
                  <a:lnTo>
                    <a:pt x="2883405" y="2953916"/>
                  </a:lnTo>
                  <a:lnTo>
                    <a:pt x="2884667" y="2952624"/>
                  </a:lnTo>
                  <a:lnTo>
                    <a:pt x="2885298" y="2951763"/>
                  </a:lnTo>
                  <a:lnTo>
                    <a:pt x="2886244" y="2951763"/>
                  </a:lnTo>
                  <a:lnTo>
                    <a:pt x="2888452" y="2949610"/>
                  </a:lnTo>
                  <a:lnTo>
                    <a:pt x="2889714" y="2948748"/>
                  </a:lnTo>
                  <a:lnTo>
                    <a:pt x="2891291" y="2947457"/>
                  </a:lnTo>
                  <a:lnTo>
                    <a:pt x="2892080" y="2947026"/>
                  </a:lnTo>
                  <a:lnTo>
                    <a:pt x="2893657" y="2944873"/>
                  </a:lnTo>
                  <a:lnTo>
                    <a:pt x="2894918" y="2942289"/>
                  </a:lnTo>
                  <a:lnTo>
                    <a:pt x="2896023" y="2940567"/>
                  </a:lnTo>
                  <a:lnTo>
                    <a:pt x="2896969" y="2939706"/>
                  </a:lnTo>
                  <a:lnTo>
                    <a:pt x="2897127" y="2939706"/>
                  </a:lnTo>
                  <a:lnTo>
                    <a:pt x="2897442" y="2939706"/>
                  </a:lnTo>
                  <a:lnTo>
                    <a:pt x="2900912" y="2936261"/>
                  </a:lnTo>
                  <a:lnTo>
                    <a:pt x="2902174" y="2934539"/>
                  </a:lnTo>
                  <a:lnTo>
                    <a:pt x="2903435" y="2934539"/>
                  </a:lnTo>
                  <a:lnTo>
                    <a:pt x="2905328" y="2933677"/>
                  </a:lnTo>
                  <a:lnTo>
                    <a:pt x="2905643" y="2933677"/>
                  </a:lnTo>
                  <a:lnTo>
                    <a:pt x="2906274" y="2930233"/>
                  </a:lnTo>
                  <a:lnTo>
                    <a:pt x="2907536" y="2928941"/>
                  </a:lnTo>
                  <a:lnTo>
                    <a:pt x="2908640" y="2927649"/>
                  </a:lnTo>
                  <a:lnTo>
                    <a:pt x="2908798" y="2927649"/>
                  </a:lnTo>
                  <a:lnTo>
                    <a:pt x="2909586" y="2927218"/>
                  </a:lnTo>
                  <a:lnTo>
                    <a:pt x="2911321" y="2926357"/>
                  </a:lnTo>
                  <a:lnTo>
                    <a:pt x="2913056" y="2925496"/>
                  </a:lnTo>
                  <a:lnTo>
                    <a:pt x="2914002" y="2924204"/>
                  </a:lnTo>
                  <a:lnTo>
                    <a:pt x="2914318" y="2923343"/>
                  </a:lnTo>
                  <a:lnTo>
                    <a:pt x="2915580" y="2922051"/>
                  </a:lnTo>
                  <a:lnTo>
                    <a:pt x="2916526" y="2920329"/>
                  </a:lnTo>
                  <a:lnTo>
                    <a:pt x="2917157" y="2919468"/>
                  </a:lnTo>
                  <a:lnTo>
                    <a:pt x="2918261" y="2918606"/>
                  </a:lnTo>
                  <a:lnTo>
                    <a:pt x="2922361" y="2915162"/>
                  </a:lnTo>
                  <a:lnTo>
                    <a:pt x="2924885" y="2913870"/>
                  </a:lnTo>
                  <a:lnTo>
                    <a:pt x="2925674" y="2913870"/>
                  </a:lnTo>
                  <a:lnTo>
                    <a:pt x="2926147" y="2913870"/>
                  </a:lnTo>
                  <a:lnTo>
                    <a:pt x="2929143" y="2910425"/>
                  </a:lnTo>
                  <a:lnTo>
                    <a:pt x="2929143" y="2909994"/>
                  </a:lnTo>
                  <a:lnTo>
                    <a:pt x="2930090" y="2909133"/>
                  </a:lnTo>
                  <a:lnTo>
                    <a:pt x="2931036" y="2906980"/>
                  </a:lnTo>
                  <a:lnTo>
                    <a:pt x="2931036" y="2906550"/>
                  </a:lnTo>
                  <a:lnTo>
                    <a:pt x="2931194" y="2906119"/>
                  </a:lnTo>
                  <a:lnTo>
                    <a:pt x="2932613" y="2904397"/>
                  </a:lnTo>
                  <a:lnTo>
                    <a:pt x="2932771" y="2904397"/>
                  </a:lnTo>
                  <a:lnTo>
                    <a:pt x="2934348" y="2901382"/>
                  </a:lnTo>
                  <a:lnTo>
                    <a:pt x="2934506" y="2900952"/>
                  </a:lnTo>
                  <a:lnTo>
                    <a:pt x="2937976" y="2898368"/>
                  </a:lnTo>
                  <a:lnTo>
                    <a:pt x="2939080" y="2896215"/>
                  </a:lnTo>
                  <a:lnTo>
                    <a:pt x="2940184" y="2894923"/>
                  </a:lnTo>
                  <a:lnTo>
                    <a:pt x="2942234" y="2894062"/>
                  </a:lnTo>
                  <a:lnTo>
                    <a:pt x="2942707" y="2894062"/>
                  </a:lnTo>
                  <a:lnTo>
                    <a:pt x="2943653" y="2892770"/>
                  </a:lnTo>
                  <a:lnTo>
                    <a:pt x="2944915" y="2891479"/>
                  </a:lnTo>
                  <a:lnTo>
                    <a:pt x="2947123" y="2889326"/>
                  </a:lnTo>
                  <a:lnTo>
                    <a:pt x="2950120" y="2888034"/>
                  </a:lnTo>
                  <a:lnTo>
                    <a:pt x="2950908" y="2886742"/>
                  </a:lnTo>
                  <a:lnTo>
                    <a:pt x="2951855" y="2885881"/>
                  </a:lnTo>
                  <a:lnTo>
                    <a:pt x="2953747" y="2884589"/>
                  </a:lnTo>
                  <a:lnTo>
                    <a:pt x="2954378" y="2884589"/>
                  </a:lnTo>
                  <a:lnTo>
                    <a:pt x="2954536" y="2883297"/>
                  </a:lnTo>
                  <a:lnTo>
                    <a:pt x="2955482" y="2882436"/>
                  </a:lnTo>
                  <a:lnTo>
                    <a:pt x="2956429" y="2881144"/>
                  </a:lnTo>
                  <a:lnTo>
                    <a:pt x="2959898" y="2878991"/>
                  </a:lnTo>
                  <a:lnTo>
                    <a:pt x="2961633" y="2877699"/>
                  </a:lnTo>
                  <a:lnTo>
                    <a:pt x="2961791" y="2877269"/>
                  </a:lnTo>
                  <a:lnTo>
                    <a:pt x="2963684" y="2875977"/>
                  </a:lnTo>
                  <a:lnTo>
                    <a:pt x="2964630" y="2875116"/>
                  </a:lnTo>
                  <a:lnTo>
                    <a:pt x="2964945" y="2874255"/>
                  </a:lnTo>
                  <a:lnTo>
                    <a:pt x="2966838" y="2872532"/>
                  </a:lnTo>
                  <a:lnTo>
                    <a:pt x="2967469" y="2872102"/>
                  </a:lnTo>
                  <a:lnTo>
                    <a:pt x="2968573" y="2871240"/>
                  </a:lnTo>
                  <a:lnTo>
                    <a:pt x="2969362" y="2869949"/>
                  </a:lnTo>
                  <a:lnTo>
                    <a:pt x="2972043" y="2867796"/>
                  </a:lnTo>
                  <a:lnTo>
                    <a:pt x="2972674" y="2867796"/>
                  </a:lnTo>
                  <a:lnTo>
                    <a:pt x="2974093" y="2866934"/>
                  </a:lnTo>
                  <a:lnTo>
                    <a:pt x="2976617" y="2864781"/>
                  </a:lnTo>
                  <a:lnTo>
                    <a:pt x="2977721" y="2862628"/>
                  </a:lnTo>
                  <a:lnTo>
                    <a:pt x="2978194" y="2861767"/>
                  </a:lnTo>
                  <a:lnTo>
                    <a:pt x="2978509" y="2860475"/>
                  </a:lnTo>
                  <a:lnTo>
                    <a:pt x="2979771" y="2857461"/>
                  </a:lnTo>
                  <a:lnTo>
                    <a:pt x="2982294" y="2855739"/>
                  </a:lnTo>
                  <a:lnTo>
                    <a:pt x="2983556" y="2853586"/>
                  </a:lnTo>
                  <a:lnTo>
                    <a:pt x="2983714" y="2853155"/>
                  </a:lnTo>
                  <a:lnTo>
                    <a:pt x="2983872" y="2853155"/>
                  </a:lnTo>
                  <a:lnTo>
                    <a:pt x="2988761" y="2851002"/>
                  </a:lnTo>
                  <a:lnTo>
                    <a:pt x="2991284" y="2848419"/>
                  </a:lnTo>
                  <a:lnTo>
                    <a:pt x="2992073" y="2848419"/>
                  </a:lnTo>
                  <a:lnTo>
                    <a:pt x="2992546" y="2848419"/>
                  </a:lnTo>
                  <a:lnTo>
                    <a:pt x="2993966" y="2846696"/>
                  </a:lnTo>
                  <a:lnTo>
                    <a:pt x="2994912" y="2844974"/>
                  </a:lnTo>
                  <a:lnTo>
                    <a:pt x="2997278" y="2843682"/>
                  </a:lnTo>
                  <a:lnTo>
                    <a:pt x="2997751" y="2843682"/>
                  </a:lnTo>
                  <a:lnTo>
                    <a:pt x="2998855" y="2842821"/>
                  </a:lnTo>
                  <a:lnTo>
                    <a:pt x="2999643" y="2840237"/>
                  </a:lnTo>
                  <a:lnTo>
                    <a:pt x="3000274" y="2839376"/>
                  </a:lnTo>
                  <a:lnTo>
                    <a:pt x="3001063" y="2834639"/>
                  </a:lnTo>
                  <a:lnTo>
                    <a:pt x="3002167" y="2834209"/>
                  </a:lnTo>
                  <a:lnTo>
                    <a:pt x="3003902" y="2831625"/>
                  </a:lnTo>
                  <a:lnTo>
                    <a:pt x="3005006" y="2829042"/>
                  </a:lnTo>
                  <a:lnTo>
                    <a:pt x="3007214" y="2827750"/>
                  </a:lnTo>
                  <a:lnTo>
                    <a:pt x="3008633" y="2827319"/>
                  </a:lnTo>
                  <a:lnTo>
                    <a:pt x="3009422" y="2826889"/>
                  </a:lnTo>
                  <a:lnTo>
                    <a:pt x="3010526" y="2826027"/>
                  </a:lnTo>
                  <a:lnTo>
                    <a:pt x="3012734" y="2824736"/>
                  </a:lnTo>
                  <a:lnTo>
                    <a:pt x="3015415" y="2823444"/>
                  </a:lnTo>
                  <a:lnTo>
                    <a:pt x="3017150" y="2819568"/>
                  </a:lnTo>
                  <a:lnTo>
                    <a:pt x="3018096" y="2818277"/>
                  </a:lnTo>
                  <a:lnTo>
                    <a:pt x="3018570" y="2817415"/>
                  </a:lnTo>
                  <a:lnTo>
                    <a:pt x="3020305" y="2815693"/>
                  </a:lnTo>
                  <a:lnTo>
                    <a:pt x="3021093" y="2815262"/>
                  </a:lnTo>
                  <a:lnTo>
                    <a:pt x="3022039" y="2813540"/>
                  </a:lnTo>
                  <a:lnTo>
                    <a:pt x="3023301" y="2812248"/>
                  </a:lnTo>
                  <a:lnTo>
                    <a:pt x="3024563" y="2809665"/>
                  </a:lnTo>
                  <a:lnTo>
                    <a:pt x="3027402" y="2808373"/>
                  </a:lnTo>
                  <a:lnTo>
                    <a:pt x="3028190" y="2807512"/>
                  </a:lnTo>
                  <a:lnTo>
                    <a:pt x="3028979" y="2806220"/>
                  </a:lnTo>
                  <a:lnTo>
                    <a:pt x="3031187" y="2803206"/>
                  </a:lnTo>
                  <a:lnTo>
                    <a:pt x="3032922" y="2802344"/>
                  </a:lnTo>
                  <a:lnTo>
                    <a:pt x="3034026" y="2800622"/>
                  </a:lnTo>
                  <a:lnTo>
                    <a:pt x="3034341" y="2800191"/>
                  </a:lnTo>
                  <a:lnTo>
                    <a:pt x="3035919" y="2799761"/>
                  </a:lnTo>
                  <a:lnTo>
                    <a:pt x="3036707" y="2798900"/>
                  </a:lnTo>
                  <a:lnTo>
                    <a:pt x="3038758" y="2795885"/>
                  </a:lnTo>
                  <a:lnTo>
                    <a:pt x="3039388" y="2795455"/>
                  </a:lnTo>
                  <a:lnTo>
                    <a:pt x="3042070" y="2791579"/>
                  </a:lnTo>
                  <a:lnTo>
                    <a:pt x="3043331" y="2788996"/>
                  </a:lnTo>
                  <a:lnTo>
                    <a:pt x="3044120" y="2788135"/>
                  </a:lnTo>
                  <a:lnTo>
                    <a:pt x="3046486" y="2785551"/>
                  </a:lnTo>
                  <a:lnTo>
                    <a:pt x="3046643" y="2785551"/>
                  </a:lnTo>
                  <a:lnTo>
                    <a:pt x="3046801" y="2785551"/>
                  </a:lnTo>
                  <a:lnTo>
                    <a:pt x="3048063" y="2784690"/>
                  </a:lnTo>
                  <a:lnTo>
                    <a:pt x="3049482" y="2784259"/>
                  </a:lnTo>
                  <a:lnTo>
                    <a:pt x="3051217" y="2782537"/>
                  </a:lnTo>
                  <a:lnTo>
                    <a:pt x="3051848" y="2782537"/>
                  </a:lnTo>
                  <a:lnTo>
                    <a:pt x="3051848" y="2782106"/>
                  </a:lnTo>
                  <a:lnTo>
                    <a:pt x="3053899" y="2781676"/>
                  </a:lnTo>
                  <a:lnTo>
                    <a:pt x="3055318" y="2778661"/>
                  </a:lnTo>
                  <a:lnTo>
                    <a:pt x="3055949" y="2777800"/>
                  </a:lnTo>
                  <a:lnTo>
                    <a:pt x="3057684" y="2777370"/>
                  </a:lnTo>
                  <a:lnTo>
                    <a:pt x="3060050" y="2776078"/>
                  </a:lnTo>
                  <a:lnTo>
                    <a:pt x="3061311" y="2774786"/>
                  </a:lnTo>
                  <a:lnTo>
                    <a:pt x="3062731" y="2774355"/>
                  </a:lnTo>
                  <a:lnTo>
                    <a:pt x="3062731" y="2773925"/>
                  </a:lnTo>
                  <a:lnTo>
                    <a:pt x="3063362" y="2773925"/>
                  </a:lnTo>
                  <a:lnTo>
                    <a:pt x="3064308" y="2773925"/>
                  </a:lnTo>
                  <a:lnTo>
                    <a:pt x="3065097" y="2773925"/>
                  </a:lnTo>
                  <a:lnTo>
                    <a:pt x="3067462" y="2772633"/>
                  </a:lnTo>
                  <a:lnTo>
                    <a:pt x="3068882" y="2771341"/>
                  </a:lnTo>
                  <a:lnTo>
                    <a:pt x="3070301" y="2770480"/>
                  </a:lnTo>
                  <a:lnTo>
                    <a:pt x="3071563" y="2769188"/>
                  </a:lnTo>
                  <a:lnTo>
                    <a:pt x="3074875" y="2767896"/>
                  </a:lnTo>
                  <a:lnTo>
                    <a:pt x="3075190" y="2767466"/>
                  </a:lnTo>
                  <a:lnTo>
                    <a:pt x="3076137" y="2767466"/>
                  </a:lnTo>
                  <a:lnTo>
                    <a:pt x="3079133" y="2765313"/>
                  </a:lnTo>
                  <a:lnTo>
                    <a:pt x="3080395" y="2764021"/>
                  </a:lnTo>
                  <a:lnTo>
                    <a:pt x="3081815" y="2761007"/>
                  </a:lnTo>
                  <a:lnTo>
                    <a:pt x="3082761" y="2758854"/>
                  </a:lnTo>
                  <a:lnTo>
                    <a:pt x="3083550" y="2757993"/>
                  </a:lnTo>
                  <a:lnTo>
                    <a:pt x="3084811" y="2756270"/>
                  </a:lnTo>
                  <a:lnTo>
                    <a:pt x="3086546" y="2754978"/>
                  </a:lnTo>
                  <a:lnTo>
                    <a:pt x="3087019" y="2751964"/>
                  </a:lnTo>
                  <a:lnTo>
                    <a:pt x="3087808" y="2751534"/>
                  </a:lnTo>
                  <a:lnTo>
                    <a:pt x="3091120" y="2747228"/>
                  </a:lnTo>
                  <a:lnTo>
                    <a:pt x="3092539" y="2746797"/>
                  </a:lnTo>
                  <a:lnTo>
                    <a:pt x="3096325" y="2745075"/>
                  </a:lnTo>
                  <a:lnTo>
                    <a:pt x="3097744" y="2742491"/>
                  </a:lnTo>
                  <a:lnTo>
                    <a:pt x="3098375" y="2741630"/>
                  </a:lnTo>
                  <a:lnTo>
                    <a:pt x="3098533" y="2740769"/>
                  </a:lnTo>
                  <a:lnTo>
                    <a:pt x="3099479" y="2739477"/>
                  </a:lnTo>
                  <a:lnTo>
                    <a:pt x="3101056" y="2737754"/>
                  </a:lnTo>
                  <a:lnTo>
                    <a:pt x="3101687" y="2735171"/>
                  </a:lnTo>
                  <a:lnTo>
                    <a:pt x="3101687" y="2734740"/>
                  </a:lnTo>
                  <a:lnTo>
                    <a:pt x="3102791" y="2732157"/>
                  </a:lnTo>
                  <a:lnTo>
                    <a:pt x="3102791" y="2731726"/>
                  </a:lnTo>
                  <a:lnTo>
                    <a:pt x="3103580" y="2731726"/>
                  </a:lnTo>
                  <a:lnTo>
                    <a:pt x="3104842" y="2731295"/>
                  </a:lnTo>
                  <a:lnTo>
                    <a:pt x="3104842" y="2730865"/>
                  </a:lnTo>
                  <a:lnTo>
                    <a:pt x="3106419" y="2728712"/>
                  </a:lnTo>
                  <a:lnTo>
                    <a:pt x="3108469" y="2727851"/>
                  </a:lnTo>
                  <a:lnTo>
                    <a:pt x="3110046" y="2725698"/>
                  </a:lnTo>
                  <a:lnTo>
                    <a:pt x="3110362" y="2725698"/>
                  </a:lnTo>
                  <a:lnTo>
                    <a:pt x="3113358" y="2724406"/>
                  </a:lnTo>
                  <a:lnTo>
                    <a:pt x="3116197" y="2721822"/>
                  </a:lnTo>
                  <a:lnTo>
                    <a:pt x="3116513" y="2721392"/>
                  </a:lnTo>
                  <a:lnTo>
                    <a:pt x="3116828" y="2720961"/>
                  </a:lnTo>
                  <a:lnTo>
                    <a:pt x="3124241" y="2714071"/>
                  </a:lnTo>
                  <a:lnTo>
                    <a:pt x="3125029" y="2713641"/>
                  </a:lnTo>
                  <a:lnTo>
                    <a:pt x="3126922" y="2711057"/>
                  </a:lnTo>
                  <a:lnTo>
                    <a:pt x="3127553" y="2708904"/>
                  </a:lnTo>
                  <a:lnTo>
                    <a:pt x="3127711" y="2708904"/>
                  </a:lnTo>
                  <a:lnTo>
                    <a:pt x="3130550" y="2708043"/>
                  </a:lnTo>
                  <a:lnTo>
                    <a:pt x="3131969" y="2705890"/>
                  </a:lnTo>
                  <a:lnTo>
                    <a:pt x="3131969" y="2705459"/>
                  </a:lnTo>
                  <a:lnTo>
                    <a:pt x="3133546" y="2703737"/>
                  </a:lnTo>
                  <a:lnTo>
                    <a:pt x="3134493" y="2702015"/>
                  </a:lnTo>
                  <a:lnTo>
                    <a:pt x="3134966" y="2702015"/>
                  </a:lnTo>
                  <a:lnTo>
                    <a:pt x="3136385" y="2701153"/>
                  </a:lnTo>
                  <a:lnTo>
                    <a:pt x="3138120" y="2699431"/>
                  </a:lnTo>
                  <a:lnTo>
                    <a:pt x="3138751" y="2699000"/>
                  </a:lnTo>
                  <a:lnTo>
                    <a:pt x="3140170" y="2698570"/>
                  </a:lnTo>
                  <a:lnTo>
                    <a:pt x="3142063" y="2695986"/>
                  </a:lnTo>
                  <a:lnTo>
                    <a:pt x="3143956" y="2694264"/>
                  </a:lnTo>
                  <a:lnTo>
                    <a:pt x="3145533" y="2692541"/>
                  </a:lnTo>
                  <a:lnTo>
                    <a:pt x="3145848" y="2692111"/>
                  </a:lnTo>
                  <a:lnTo>
                    <a:pt x="3147425" y="2691680"/>
                  </a:lnTo>
                  <a:lnTo>
                    <a:pt x="3148214" y="2690819"/>
                  </a:lnTo>
                  <a:lnTo>
                    <a:pt x="3150264" y="2687805"/>
                  </a:lnTo>
                  <a:lnTo>
                    <a:pt x="3152630" y="2682638"/>
                  </a:lnTo>
                  <a:lnTo>
                    <a:pt x="3155627" y="2681776"/>
                  </a:lnTo>
                  <a:lnTo>
                    <a:pt x="3157046" y="2681776"/>
                  </a:lnTo>
                  <a:lnTo>
                    <a:pt x="3158939" y="2680915"/>
                  </a:lnTo>
                  <a:lnTo>
                    <a:pt x="3159254" y="2680485"/>
                  </a:lnTo>
                  <a:lnTo>
                    <a:pt x="3160674" y="2680054"/>
                  </a:lnTo>
                  <a:lnTo>
                    <a:pt x="3163355" y="2677470"/>
                  </a:lnTo>
                  <a:lnTo>
                    <a:pt x="3165248" y="2676179"/>
                  </a:lnTo>
                  <a:lnTo>
                    <a:pt x="3165248" y="2675748"/>
                  </a:lnTo>
                  <a:lnTo>
                    <a:pt x="3166509" y="2673595"/>
                  </a:lnTo>
                  <a:lnTo>
                    <a:pt x="3167613" y="2673595"/>
                  </a:lnTo>
                  <a:lnTo>
                    <a:pt x="3168402" y="2673595"/>
                  </a:lnTo>
                  <a:lnTo>
                    <a:pt x="3169191" y="2671442"/>
                  </a:lnTo>
                  <a:lnTo>
                    <a:pt x="3169979" y="2669720"/>
                  </a:lnTo>
                  <a:lnTo>
                    <a:pt x="3172976" y="2667136"/>
                  </a:lnTo>
                  <a:lnTo>
                    <a:pt x="3174080" y="2664983"/>
                  </a:lnTo>
                  <a:lnTo>
                    <a:pt x="3175815" y="2664122"/>
                  </a:lnTo>
                  <a:lnTo>
                    <a:pt x="3177392" y="2662399"/>
                  </a:lnTo>
                  <a:lnTo>
                    <a:pt x="3179285" y="2661538"/>
                  </a:lnTo>
                  <a:lnTo>
                    <a:pt x="3180073" y="2658955"/>
                  </a:lnTo>
                  <a:lnTo>
                    <a:pt x="3180862" y="2658524"/>
                  </a:lnTo>
                  <a:lnTo>
                    <a:pt x="3182754" y="2656802"/>
                  </a:lnTo>
                  <a:lnTo>
                    <a:pt x="3182912" y="2656802"/>
                  </a:lnTo>
                  <a:lnTo>
                    <a:pt x="3185909" y="2655940"/>
                  </a:lnTo>
                  <a:lnTo>
                    <a:pt x="3186540" y="2655079"/>
                  </a:lnTo>
                  <a:lnTo>
                    <a:pt x="3188432" y="2653787"/>
                  </a:lnTo>
                  <a:lnTo>
                    <a:pt x="3190483" y="2649912"/>
                  </a:lnTo>
                  <a:lnTo>
                    <a:pt x="3190483" y="2649481"/>
                  </a:lnTo>
                  <a:lnTo>
                    <a:pt x="3192060" y="2647328"/>
                  </a:lnTo>
                  <a:lnTo>
                    <a:pt x="3193479" y="2646037"/>
                  </a:lnTo>
                  <a:lnTo>
                    <a:pt x="3193795" y="2644745"/>
                  </a:lnTo>
                  <a:lnTo>
                    <a:pt x="3197738" y="2642592"/>
                  </a:lnTo>
                  <a:lnTo>
                    <a:pt x="3198684" y="2641300"/>
                  </a:lnTo>
                  <a:lnTo>
                    <a:pt x="3199315" y="2641300"/>
                  </a:lnTo>
                  <a:lnTo>
                    <a:pt x="3200734" y="2640439"/>
                  </a:lnTo>
                  <a:lnTo>
                    <a:pt x="3203100" y="2639578"/>
                  </a:lnTo>
                  <a:lnTo>
                    <a:pt x="3204204" y="2637425"/>
                  </a:lnTo>
                  <a:lnTo>
                    <a:pt x="3204835" y="2636994"/>
                  </a:lnTo>
                  <a:lnTo>
                    <a:pt x="3205939" y="2635272"/>
                  </a:lnTo>
                  <a:lnTo>
                    <a:pt x="3206728" y="2634841"/>
                  </a:lnTo>
                  <a:lnTo>
                    <a:pt x="3208147" y="2633119"/>
                  </a:lnTo>
                  <a:lnTo>
                    <a:pt x="3209409" y="2631396"/>
                  </a:lnTo>
                  <a:lnTo>
                    <a:pt x="3211301" y="2630535"/>
                  </a:lnTo>
                  <a:lnTo>
                    <a:pt x="3212879" y="2630104"/>
                  </a:lnTo>
                  <a:lnTo>
                    <a:pt x="3215087" y="2628813"/>
                  </a:lnTo>
                  <a:lnTo>
                    <a:pt x="3216506" y="2626229"/>
                  </a:lnTo>
                  <a:lnTo>
                    <a:pt x="3219660" y="2623645"/>
                  </a:lnTo>
                  <a:lnTo>
                    <a:pt x="3220449" y="2622784"/>
                  </a:lnTo>
                  <a:lnTo>
                    <a:pt x="3221711" y="2622784"/>
                  </a:lnTo>
                  <a:lnTo>
                    <a:pt x="3222342" y="2620631"/>
                  </a:lnTo>
                  <a:lnTo>
                    <a:pt x="3223761" y="2617617"/>
                  </a:lnTo>
                  <a:lnTo>
                    <a:pt x="3225023" y="2615895"/>
                  </a:lnTo>
                  <a:lnTo>
                    <a:pt x="3226600" y="2614172"/>
                  </a:lnTo>
                  <a:lnTo>
                    <a:pt x="3227231" y="2613311"/>
                  </a:lnTo>
                  <a:lnTo>
                    <a:pt x="3227231" y="2612880"/>
                  </a:lnTo>
                  <a:lnTo>
                    <a:pt x="3231962" y="2611158"/>
                  </a:lnTo>
                  <a:lnTo>
                    <a:pt x="3233540" y="2610297"/>
                  </a:lnTo>
                  <a:lnTo>
                    <a:pt x="3233540" y="2609866"/>
                  </a:lnTo>
                  <a:lnTo>
                    <a:pt x="3237640" y="2608144"/>
                  </a:lnTo>
                  <a:lnTo>
                    <a:pt x="3237798" y="2608144"/>
                  </a:lnTo>
                  <a:lnTo>
                    <a:pt x="3239691" y="2604699"/>
                  </a:lnTo>
                  <a:lnTo>
                    <a:pt x="3242845" y="2604699"/>
                  </a:lnTo>
                  <a:lnTo>
                    <a:pt x="3244422" y="2603838"/>
                  </a:lnTo>
                  <a:lnTo>
                    <a:pt x="3244580" y="2603838"/>
                  </a:lnTo>
                  <a:lnTo>
                    <a:pt x="3247103" y="2600824"/>
                  </a:lnTo>
                  <a:lnTo>
                    <a:pt x="3247261" y="2600824"/>
                  </a:lnTo>
                  <a:lnTo>
                    <a:pt x="3248207" y="2599962"/>
                  </a:lnTo>
                  <a:lnTo>
                    <a:pt x="3250415" y="2598671"/>
                  </a:lnTo>
                  <a:lnTo>
                    <a:pt x="3251677" y="2597809"/>
                  </a:lnTo>
                  <a:lnTo>
                    <a:pt x="3253412" y="2597379"/>
                  </a:lnTo>
                  <a:lnTo>
                    <a:pt x="3254674" y="2596948"/>
                  </a:lnTo>
                  <a:lnTo>
                    <a:pt x="3256251" y="2594795"/>
                  </a:lnTo>
                  <a:lnTo>
                    <a:pt x="3257671" y="2592642"/>
                  </a:lnTo>
                  <a:lnTo>
                    <a:pt x="3259405" y="2591781"/>
                  </a:lnTo>
                  <a:lnTo>
                    <a:pt x="3259721" y="2591781"/>
                  </a:lnTo>
                  <a:lnTo>
                    <a:pt x="3260036" y="2588767"/>
                  </a:lnTo>
                  <a:lnTo>
                    <a:pt x="3261140" y="2586183"/>
                  </a:lnTo>
                  <a:lnTo>
                    <a:pt x="3263191" y="2584461"/>
                  </a:lnTo>
                  <a:lnTo>
                    <a:pt x="3264137" y="2583600"/>
                  </a:lnTo>
                  <a:lnTo>
                    <a:pt x="3265714" y="2581447"/>
                  </a:lnTo>
                  <a:lnTo>
                    <a:pt x="3266187" y="2581447"/>
                  </a:lnTo>
                  <a:lnTo>
                    <a:pt x="3267922" y="2581016"/>
                  </a:lnTo>
                  <a:lnTo>
                    <a:pt x="3271392" y="2580585"/>
                  </a:lnTo>
                  <a:lnTo>
                    <a:pt x="3272811" y="2579724"/>
                  </a:lnTo>
                  <a:lnTo>
                    <a:pt x="3274073" y="2579724"/>
                  </a:lnTo>
                  <a:lnTo>
                    <a:pt x="3276912" y="2577141"/>
                  </a:lnTo>
                  <a:lnTo>
                    <a:pt x="3279120" y="2575418"/>
                  </a:lnTo>
                  <a:lnTo>
                    <a:pt x="3279751" y="2574988"/>
                  </a:lnTo>
                  <a:lnTo>
                    <a:pt x="3279751" y="2574557"/>
                  </a:lnTo>
                  <a:lnTo>
                    <a:pt x="3280382" y="2574557"/>
                  </a:lnTo>
                  <a:lnTo>
                    <a:pt x="3284325" y="2573696"/>
                  </a:lnTo>
                  <a:lnTo>
                    <a:pt x="3287795" y="2571973"/>
                  </a:lnTo>
                  <a:lnTo>
                    <a:pt x="3290949" y="2569820"/>
                  </a:lnTo>
                  <a:lnTo>
                    <a:pt x="3292684" y="2567667"/>
                  </a:lnTo>
                  <a:lnTo>
                    <a:pt x="3293315" y="2566806"/>
                  </a:lnTo>
                  <a:lnTo>
                    <a:pt x="3293788" y="2565945"/>
                  </a:lnTo>
                  <a:lnTo>
                    <a:pt x="3293946" y="2565945"/>
                  </a:lnTo>
                  <a:lnTo>
                    <a:pt x="3296469" y="2564653"/>
                  </a:lnTo>
                  <a:lnTo>
                    <a:pt x="3300097" y="2562070"/>
                  </a:lnTo>
                  <a:lnTo>
                    <a:pt x="3300254" y="2562070"/>
                  </a:lnTo>
                  <a:lnTo>
                    <a:pt x="3300885" y="2562070"/>
                  </a:lnTo>
                  <a:lnTo>
                    <a:pt x="3301043" y="2561639"/>
                  </a:lnTo>
                  <a:lnTo>
                    <a:pt x="3302463" y="2558625"/>
                  </a:lnTo>
                  <a:lnTo>
                    <a:pt x="3303567" y="2558194"/>
                  </a:lnTo>
                  <a:lnTo>
                    <a:pt x="3304513" y="2556041"/>
                  </a:lnTo>
                  <a:lnTo>
                    <a:pt x="3308140" y="2551305"/>
                  </a:lnTo>
                  <a:lnTo>
                    <a:pt x="3310822" y="2549582"/>
                  </a:lnTo>
                  <a:lnTo>
                    <a:pt x="3311452" y="2548290"/>
                  </a:lnTo>
                  <a:lnTo>
                    <a:pt x="3313187" y="2548290"/>
                  </a:lnTo>
                  <a:lnTo>
                    <a:pt x="3316026" y="2545707"/>
                  </a:lnTo>
                  <a:lnTo>
                    <a:pt x="3319338" y="2543554"/>
                  </a:lnTo>
                  <a:lnTo>
                    <a:pt x="3319654" y="2543123"/>
                  </a:lnTo>
                  <a:lnTo>
                    <a:pt x="3320285" y="2542693"/>
                  </a:lnTo>
                  <a:lnTo>
                    <a:pt x="3322177" y="2541831"/>
                  </a:lnTo>
                  <a:lnTo>
                    <a:pt x="3326593" y="2537956"/>
                  </a:lnTo>
                  <a:lnTo>
                    <a:pt x="3326909" y="2537956"/>
                  </a:lnTo>
                  <a:lnTo>
                    <a:pt x="3328801" y="2537525"/>
                  </a:lnTo>
                  <a:lnTo>
                    <a:pt x="3329275" y="2537525"/>
                  </a:lnTo>
                  <a:lnTo>
                    <a:pt x="3330379" y="2537095"/>
                  </a:lnTo>
                  <a:lnTo>
                    <a:pt x="3331640" y="2536664"/>
                  </a:lnTo>
                  <a:lnTo>
                    <a:pt x="3331640" y="2535803"/>
                  </a:lnTo>
                  <a:lnTo>
                    <a:pt x="3333218" y="2534081"/>
                  </a:lnTo>
                  <a:lnTo>
                    <a:pt x="3333375" y="2534081"/>
                  </a:lnTo>
                  <a:lnTo>
                    <a:pt x="3336530" y="2533650"/>
                  </a:lnTo>
                  <a:lnTo>
                    <a:pt x="3338265" y="2533219"/>
                  </a:lnTo>
                  <a:lnTo>
                    <a:pt x="3339053" y="2533219"/>
                  </a:lnTo>
                  <a:lnTo>
                    <a:pt x="3341419" y="2529775"/>
                  </a:lnTo>
                  <a:lnTo>
                    <a:pt x="3341892" y="2528913"/>
                  </a:lnTo>
                  <a:lnTo>
                    <a:pt x="3345362" y="2528483"/>
                  </a:lnTo>
                  <a:lnTo>
                    <a:pt x="3346939" y="2525899"/>
                  </a:lnTo>
                  <a:lnTo>
                    <a:pt x="3349620" y="2525038"/>
                  </a:lnTo>
                  <a:lnTo>
                    <a:pt x="3350882" y="2523746"/>
                  </a:lnTo>
                  <a:lnTo>
                    <a:pt x="3357506" y="2516426"/>
                  </a:lnTo>
                  <a:lnTo>
                    <a:pt x="3358453" y="2513412"/>
                  </a:lnTo>
                  <a:lnTo>
                    <a:pt x="3359557" y="2510828"/>
                  </a:lnTo>
                  <a:lnTo>
                    <a:pt x="3362711" y="2509967"/>
                  </a:lnTo>
                  <a:lnTo>
                    <a:pt x="3362869" y="2509967"/>
                  </a:lnTo>
                  <a:lnTo>
                    <a:pt x="3363184" y="2509967"/>
                  </a:lnTo>
                  <a:lnTo>
                    <a:pt x="3364761" y="2505661"/>
                  </a:lnTo>
                  <a:lnTo>
                    <a:pt x="3364761" y="2505230"/>
                  </a:lnTo>
                  <a:lnTo>
                    <a:pt x="3366969" y="2503077"/>
                  </a:lnTo>
                  <a:lnTo>
                    <a:pt x="3367285" y="2503077"/>
                  </a:lnTo>
                  <a:lnTo>
                    <a:pt x="3369177" y="2501355"/>
                  </a:lnTo>
                  <a:lnTo>
                    <a:pt x="3370597" y="2500063"/>
                  </a:lnTo>
                  <a:lnTo>
                    <a:pt x="3373593" y="2496188"/>
                  </a:lnTo>
                  <a:lnTo>
                    <a:pt x="3375013" y="2495327"/>
                  </a:lnTo>
                  <a:lnTo>
                    <a:pt x="3376275" y="2493174"/>
                  </a:lnTo>
                  <a:lnTo>
                    <a:pt x="3376590" y="2492743"/>
                  </a:lnTo>
                  <a:lnTo>
                    <a:pt x="3376748" y="2491021"/>
                  </a:lnTo>
                  <a:lnTo>
                    <a:pt x="3378798" y="2486284"/>
                  </a:lnTo>
                  <a:lnTo>
                    <a:pt x="3380849" y="2485423"/>
                  </a:lnTo>
                  <a:lnTo>
                    <a:pt x="3382899" y="2482409"/>
                  </a:lnTo>
                  <a:lnTo>
                    <a:pt x="3384476" y="2480686"/>
                  </a:lnTo>
                  <a:lnTo>
                    <a:pt x="3386211" y="2480686"/>
                  </a:lnTo>
                  <a:lnTo>
                    <a:pt x="3387946" y="2478964"/>
                  </a:lnTo>
                  <a:lnTo>
                    <a:pt x="3388577" y="2478964"/>
                  </a:lnTo>
                  <a:lnTo>
                    <a:pt x="3389523" y="2477672"/>
                  </a:lnTo>
                  <a:lnTo>
                    <a:pt x="3391731" y="2475519"/>
                  </a:lnTo>
                  <a:lnTo>
                    <a:pt x="3393624" y="2472935"/>
                  </a:lnTo>
                  <a:lnTo>
                    <a:pt x="3395516" y="2471644"/>
                  </a:lnTo>
                  <a:lnTo>
                    <a:pt x="3395832" y="2471213"/>
                  </a:lnTo>
                  <a:lnTo>
                    <a:pt x="3397409" y="2468629"/>
                  </a:lnTo>
                  <a:lnTo>
                    <a:pt x="3398986" y="2466046"/>
                  </a:lnTo>
                  <a:lnTo>
                    <a:pt x="3399617" y="2465615"/>
                  </a:lnTo>
                  <a:lnTo>
                    <a:pt x="3403245" y="2462601"/>
                  </a:lnTo>
                  <a:lnTo>
                    <a:pt x="3404664" y="2460879"/>
                  </a:lnTo>
                  <a:lnTo>
                    <a:pt x="3406557" y="2460017"/>
                  </a:lnTo>
                  <a:lnTo>
                    <a:pt x="3407818" y="2459587"/>
                  </a:lnTo>
                  <a:lnTo>
                    <a:pt x="3411288" y="2457003"/>
                  </a:lnTo>
                  <a:lnTo>
                    <a:pt x="3411604" y="2457003"/>
                  </a:lnTo>
                  <a:lnTo>
                    <a:pt x="3415704" y="2456573"/>
                  </a:lnTo>
                  <a:lnTo>
                    <a:pt x="3417439" y="2452697"/>
                  </a:lnTo>
                  <a:lnTo>
                    <a:pt x="3419332" y="2450544"/>
                  </a:lnTo>
                  <a:lnTo>
                    <a:pt x="3419805" y="2449683"/>
                  </a:lnTo>
                  <a:lnTo>
                    <a:pt x="3421540" y="2448391"/>
                  </a:lnTo>
                  <a:lnTo>
                    <a:pt x="3423275" y="2447530"/>
                  </a:lnTo>
                  <a:lnTo>
                    <a:pt x="3424852" y="2446669"/>
                  </a:lnTo>
                  <a:lnTo>
                    <a:pt x="3428322" y="2445377"/>
                  </a:lnTo>
                  <a:lnTo>
                    <a:pt x="3429899" y="2444516"/>
                  </a:lnTo>
                  <a:lnTo>
                    <a:pt x="3430214" y="2444516"/>
                  </a:lnTo>
                  <a:lnTo>
                    <a:pt x="3431161" y="2444085"/>
                  </a:lnTo>
                  <a:lnTo>
                    <a:pt x="3433842" y="2442793"/>
                  </a:lnTo>
                  <a:lnTo>
                    <a:pt x="3434000" y="2442793"/>
                  </a:lnTo>
                  <a:lnTo>
                    <a:pt x="3434157" y="2442793"/>
                  </a:lnTo>
                  <a:lnTo>
                    <a:pt x="3437785" y="2440210"/>
                  </a:lnTo>
                  <a:lnTo>
                    <a:pt x="3440308" y="2438918"/>
                  </a:lnTo>
                  <a:lnTo>
                    <a:pt x="3440624" y="2438918"/>
                  </a:lnTo>
                  <a:lnTo>
                    <a:pt x="3441097" y="2438918"/>
                  </a:lnTo>
                  <a:lnTo>
                    <a:pt x="3441255" y="2438487"/>
                  </a:lnTo>
                  <a:lnTo>
                    <a:pt x="3444567" y="2435904"/>
                  </a:lnTo>
                  <a:lnTo>
                    <a:pt x="3445198" y="2435043"/>
                  </a:lnTo>
                  <a:lnTo>
                    <a:pt x="3447248" y="2434181"/>
                  </a:lnTo>
                  <a:lnTo>
                    <a:pt x="3447879" y="2432459"/>
                  </a:lnTo>
                  <a:lnTo>
                    <a:pt x="3450087" y="2431598"/>
                  </a:lnTo>
                  <a:lnTo>
                    <a:pt x="3451191" y="2430737"/>
                  </a:lnTo>
                  <a:lnTo>
                    <a:pt x="3452453" y="2429014"/>
                  </a:lnTo>
                  <a:lnTo>
                    <a:pt x="3453241" y="2428584"/>
                  </a:lnTo>
                  <a:lnTo>
                    <a:pt x="3453399" y="2428584"/>
                  </a:lnTo>
                  <a:lnTo>
                    <a:pt x="3455765" y="2428153"/>
                  </a:lnTo>
                  <a:lnTo>
                    <a:pt x="3458130" y="2427722"/>
                  </a:lnTo>
                  <a:lnTo>
                    <a:pt x="3459865" y="2425569"/>
                  </a:lnTo>
                  <a:lnTo>
                    <a:pt x="3462704" y="2423416"/>
                  </a:lnTo>
                  <a:lnTo>
                    <a:pt x="3464912" y="2421263"/>
                  </a:lnTo>
                  <a:lnTo>
                    <a:pt x="3465543" y="2421263"/>
                  </a:lnTo>
                  <a:lnTo>
                    <a:pt x="3465701" y="2421263"/>
                  </a:lnTo>
                  <a:lnTo>
                    <a:pt x="3466647" y="2421263"/>
                  </a:lnTo>
                  <a:lnTo>
                    <a:pt x="3468855" y="2419972"/>
                  </a:lnTo>
                  <a:lnTo>
                    <a:pt x="3473429" y="2416527"/>
                  </a:lnTo>
                  <a:lnTo>
                    <a:pt x="3473587" y="2415666"/>
                  </a:lnTo>
                  <a:lnTo>
                    <a:pt x="3474849" y="2413082"/>
                  </a:lnTo>
                  <a:lnTo>
                    <a:pt x="3477057" y="2410929"/>
                  </a:lnTo>
                  <a:lnTo>
                    <a:pt x="3479265" y="2410068"/>
                  </a:lnTo>
                  <a:lnTo>
                    <a:pt x="3479738" y="2410068"/>
                  </a:lnTo>
                  <a:lnTo>
                    <a:pt x="3481946" y="2407915"/>
                  </a:lnTo>
                  <a:lnTo>
                    <a:pt x="3483365" y="2407484"/>
                  </a:lnTo>
                  <a:lnTo>
                    <a:pt x="3485731" y="2407484"/>
                  </a:lnTo>
                  <a:lnTo>
                    <a:pt x="3489674" y="2403178"/>
                  </a:lnTo>
                  <a:lnTo>
                    <a:pt x="3489832" y="2403178"/>
                  </a:lnTo>
                  <a:lnTo>
                    <a:pt x="3490936" y="2402317"/>
                  </a:lnTo>
                  <a:lnTo>
                    <a:pt x="3491882" y="2400595"/>
                  </a:lnTo>
                  <a:lnTo>
                    <a:pt x="3493775" y="2399303"/>
                  </a:lnTo>
                  <a:lnTo>
                    <a:pt x="3494563" y="2397580"/>
                  </a:lnTo>
                  <a:lnTo>
                    <a:pt x="3497087" y="2393705"/>
                  </a:lnTo>
                  <a:lnTo>
                    <a:pt x="3499926" y="2391983"/>
                  </a:lnTo>
                  <a:lnTo>
                    <a:pt x="3502292" y="2390691"/>
                  </a:lnTo>
                  <a:lnTo>
                    <a:pt x="3503711" y="2387246"/>
                  </a:lnTo>
                  <a:lnTo>
                    <a:pt x="3504657" y="2386815"/>
                  </a:lnTo>
                  <a:lnTo>
                    <a:pt x="3505604" y="2385524"/>
                  </a:lnTo>
                  <a:lnTo>
                    <a:pt x="3508443" y="2382940"/>
                  </a:lnTo>
                  <a:lnTo>
                    <a:pt x="3511282" y="2382079"/>
                  </a:lnTo>
                  <a:lnTo>
                    <a:pt x="3513016" y="2380356"/>
                  </a:lnTo>
                  <a:lnTo>
                    <a:pt x="3513490" y="2379495"/>
                  </a:lnTo>
                  <a:lnTo>
                    <a:pt x="3513963" y="2379495"/>
                  </a:lnTo>
                  <a:lnTo>
                    <a:pt x="3516171" y="2378634"/>
                  </a:lnTo>
                  <a:lnTo>
                    <a:pt x="3519325" y="2376050"/>
                  </a:lnTo>
                  <a:lnTo>
                    <a:pt x="3521060" y="2375189"/>
                  </a:lnTo>
                  <a:lnTo>
                    <a:pt x="3522795" y="2374759"/>
                  </a:lnTo>
                  <a:lnTo>
                    <a:pt x="3524845" y="2373467"/>
                  </a:lnTo>
                  <a:lnTo>
                    <a:pt x="3526738" y="2371314"/>
                  </a:lnTo>
                  <a:lnTo>
                    <a:pt x="3527053" y="2371314"/>
                  </a:lnTo>
                  <a:lnTo>
                    <a:pt x="3527842" y="2371314"/>
                  </a:lnTo>
                  <a:lnTo>
                    <a:pt x="3528000" y="2371314"/>
                  </a:lnTo>
                  <a:lnTo>
                    <a:pt x="3528000" y="2370883"/>
                  </a:lnTo>
                  <a:lnTo>
                    <a:pt x="3529735" y="2367438"/>
                  </a:lnTo>
                  <a:lnTo>
                    <a:pt x="3530996" y="2366147"/>
                  </a:lnTo>
                  <a:lnTo>
                    <a:pt x="3532889" y="2364855"/>
                  </a:lnTo>
                  <a:lnTo>
                    <a:pt x="3533047" y="2364855"/>
                  </a:lnTo>
                  <a:lnTo>
                    <a:pt x="3535728" y="2363132"/>
                  </a:lnTo>
                  <a:lnTo>
                    <a:pt x="3537305" y="2363132"/>
                  </a:lnTo>
                  <a:lnTo>
                    <a:pt x="3541406" y="2357535"/>
                  </a:lnTo>
                  <a:lnTo>
                    <a:pt x="3542983" y="2356243"/>
                  </a:lnTo>
                  <a:lnTo>
                    <a:pt x="3545980" y="2354520"/>
                  </a:lnTo>
                  <a:lnTo>
                    <a:pt x="3547241" y="2354090"/>
                  </a:lnTo>
                  <a:lnTo>
                    <a:pt x="3548661" y="2351937"/>
                  </a:lnTo>
                  <a:lnTo>
                    <a:pt x="3549292" y="2351937"/>
                  </a:lnTo>
                  <a:lnTo>
                    <a:pt x="3552288" y="2349784"/>
                  </a:lnTo>
                  <a:lnTo>
                    <a:pt x="3552446" y="2349784"/>
                  </a:lnTo>
                  <a:lnTo>
                    <a:pt x="3553708" y="2346339"/>
                  </a:lnTo>
                  <a:lnTo>
                    <a:pt x="3557966" y="2342894"/>
                  </a:lnTo>
                  <a:lnTo>
                    <a:pt x="3560647" y="2342464"/>
                  </a:lnTo>
                  <a:lnTo>
                    <a:pt x="3562225" y="2341602"/>
                  </a:lnTo>
                  <a:lnTo>
                    <a:pt x="3564117" y="2338588"/>
                  </a:lnTo>
                  <a:lnTo>
                    <a:pt x="3565694" y="2337296"/>
                  </a:lnTo>
                  <a:lnTo>
                    <a:pt x="3566641" y="2336866"/>
                  </a:lnTo>
                  <a:lnTo>
                    <a:pt x="3566956" y="2336435"/>
                  </a:lnTo>
                  <a:lnTo>
                    <a:pt x="3570110" y="2334713"/>
                  </a:lnTo>
                  <a:lnTo>
                    <a:pt x="3573107" y="2332560"/>
                  </a:lnTo>
                  <a:lnTo>
                    <a:pt x="3575631" y="2331699"/>
                  </a:lnTo>
                  <a:lnTo>
                    <a:pt x="3576261" y="2331699"/>
                  </a:lnTo>
                  <a:lnTo>
                    <a:pt x="3578470" y="2330407"/>
                  </a:lnTo>
                  <a:lnTo>
                    <a:pt x="3578785" y="2329976"/>
                  </a:lnTo>
                  <a:lnTo>
                    <a:pt x="3580835" y="2326962"/>
                  </a:lnTo>
                  <a:lnTo>
                    <a:pt x="3583201" y="2324809"/>
                  </a:lnTo>
                  <a:lnTo>
                    <a:pt x="3586355" y="2323087"/>
                  </a:lnTo>
                  <a:lnTo>
                    <a:pt x="3589194" y="2322225"/>
                  </a:lnTo>
                  <a:lnTo>
                    <a:pt x="3590298" y="2320934"/>
                  </a:lnTo>
                  <a:lnTo>
                    <a:pt x="3592191" y="2318781"/>
                  </a:lnTo>
                  <a:lnTo>
                    <a:pt x="3594714" y="2316628"/>
                  </a:lnTo>
                  <a:lnTo>
                    <a:pt x="3597080" y="2314905"/>
                  </a:lnTo>
                  <a:lnTo>
                    <a:pt x="3599604" y="2313613"/>
                  </a:lnTo>
                  <a:lnTo>
                    <a:pt x="3599919" y="2313613"/>
                  </a:lnTo>
                  <a:lnTo>
                    <a:pt x="3605912" y="2308446"/>
                  </a:lnTo>
                  <a:lnTo>
                    <a:pt x="3606859" y="2308446"/>
                  </a:lnTo>
                  <a:lnTo>
                    <a:pt x="3607017" y="2308016"/>
                  </a:lnTo>
                  <a:lnTo>
                    <a:pt x="3609067" y="2306293"/>
                  </a:lnTo>
                  <a:lnTo>
                    <a:pt x="3610329" y="2306293"/>
                  </a:lnTo>
                  <a:lnTo>
                    <a:pt x="3613641" y="2304571"/>
                  </a:lnTo>
                  <a:lnTo>
                    <a:pt x="3616322" y="2303279"/>
                  </a:lnTo>
                  <a:lnTo>
                    <a:pt x="3616953" y="2301557"/>
                  </a:lnTo>
                  <a:lnTo>
                    <a:pt x="3619003" y="2299404"/>
                  </a:lnTo>
                  <a:lnTo>
                    <a:pt x="3621369" y="2297681"/>
                  </a:lnTo>
                  <a:lnTo>
                    <a:pt x="3623735" y="2295959"/>
                  </a:lnTo>
                  <a:lnTo>
                    <a:pt x="3627520" y="2294236"/>
                  </a:lnTo>
                  <a:lnTo>
                    <a:pt x="3628151" y="2294236"/>
                  </a:lnTo>
                  <a:lnTo>
                    <a:pt x="3628782" y="2294236"/>
                  </a:lnTo>
                  <a:lnTo>
                    <a:pt x="3629413" y="2294236"/>
                  </a:lnTo>
                  <a:lnTo>
                    <a:pt x="3631147" y="2292945"/>
                  </a:lnTo>
                  <a:lnTo>
                    <a:pt x="3633671" y="2291222"/>
                  </a:lnTo>
                  <a:lnTo>
                    <a:pt x="3635090" y="2289500"/>
                  </a:lnTo>
                  <a:lnTo>
                    <a:pt x="3635090" y="2289069"/>
                  </a:lnTo>
                  <a:lnTo>
                    <a:pt x="3635406" y="2288639"/>
                  </a:lnTo>
                  <a:lnTo>
                    <a:pt x="3637456" y="2285624"/>
                  </a:lnTo>
                  <a:lnTo>
                    <a:pt x="3639191" y="2283041"/>
                  </a:lnTo>
                  <a:lnTo>
                    <a:pt x="3643923" y="2278735"/>
                  </a:lnTo>
                  <a:lnTo>
                    <a:pt x="3644553" y="2278304"/>
                  </a:lnTo>
                  <a:lnTo>
                    <a:pt x="3647235" y="2276151"/>
                  </a:lnTo>
                  <a:lnTo>
                    <a:pt x="3649127" y="2275721"/>
                  </a:lnTo>
                  <a:lnTo>
                    <a:pt x="3650862" y="2275721"/>
                  </a:lnTo>
                  <a:lnTo>
                    <a:pt x="3654490" y="2273137"/>
                  </a:lnTo>
                  <a:lnTo>
                    <a:pt x="3657013" y="2269262"/>
                  </a:lnTo>
                  <a:lnTo>
                    <a:pt x="3657171" y="2268831"/>
                  </a:lnTo>
                  <a:lnTo>
                    <a:pt x="3659852" y="2265817"/>
                  </a:lnTo>
                  <a:lnTo>
                    <a:pt x="3661587" y="2264956"/>
                  </a:lnTo>
                  <a:lnTo>
                    <a:pt x="3664741" y="2263664"/>
                  </a:lnTo>
                  <a:lnTo>
                    <a:pt x="3667423" y="2260650"/>
                  </a:lnTo>
                  <a:lnTo>
                    <a:pt x="3667896" y="2260219"/>
                  </a:lnTo>
                  <a:lnTo>
                    <a:pt x="3668369" y="2260219"/>
                  </a:lnTo>
                  <a:lnTo>
                    <a:pt x="3669315" y="2259358"/>
                  </a:lnTo>
                  <a:lnTo>
                    <a:pt x="3669946" y="2258497"/>
                  </a:lnTo>
                  <a:lnTo>
                    <a:pt x="3670104" y="2258497"/>
                  </a:lnTo>
                  <a:lnTo>
                    <a:pt x="3672312" y="2257635"/>
                  </a:lnTo>
                  <a:lnTo>
                    <a:pt x="3672470" y="2257635"/>
                  </a:lnTo>
                  <a:lnTo>
                    <a:pt x="3673889" y="2255052"/>
                  </a:lnTo>
                  <a:lnTo>
                    <a:pt x="3675939" y="2254191"/>
                  </a:lnTo>
                  <a:lnTo>
                    <a:pt x="3678621" y="2250746"/>
                  </a:lnTo>
                  <a:lnTo>
                    <a:pt x="3678778" y="2250746"/>
                  </a:lnTo>
                  <a:lnTo>
                    <a:pt x="3680040" y="2249023"/>
                  </a:lnTo>
                  <a:lnTo>
                    <a:pt x="3680829" y="2248162"/>
                  </a:lnTo>
                  <a:lnTo>
                    <a:pt x="3682879" y="2247301"/>
                  </a:lnTo>
                  <a:lnTo>
                    <a:pt x="3686191" y="2245579"/>
                  </a:lnTo>
                  <a:lnTo>
                    <a:pt x="3687926" y="2242995"/>
                  </a:lnTo>
                  <a:lnTo>
                    <a:pt x="3688399" y="2242564"/>
                  </a:lnTo>
                  <a:lnTo>
                    <a:pt x="3689819" y="2242564"/>
                  </a:lnTo>
                  <a:lnTo>
                    <a:pt x="3691396" y="2239550"/>
                  </a:lnTo>
                  <a:lnTo>
                    <a:pt x="3693446" y="2237397"/>
                  </a:lnTo>
                  <a:lnTo>
                    <a:pt x="3695654" y="2233952"/>
                  </a:lnTo>
                  <a:lnTo>
                    <a:pt x="3697705" y="2230508"/>
                  </a:lnTo>
                  <a:lnTo>
                    <a:pt x="3700228" y="2228785"/>
                  </a:lnTo>
                  <a:lnTo>
                    <a:pt x="3703067" y="2227493"/>
                  </a:lnTo>
                  <a:lnTo>
                    <a:pt x="3703225" y="2227063"/>
                  </a:lnTo>
                  <a:lnTo>
                    <a:pt x="3703225" y="2226632"/>
                  </a:lnTo>
                  <a:lnTo>
                    <a:pt x="3705590" y="2222326"/>
                  </a:lnTo>
                  <a:lnTo>
                    <a:pt x="3705748" y="2222326"/>
                  </a:lnTo>
                  <a:lnTo>
                    <a:pt x="3707168" y="2220604"/>
                  </a:lnTo>
                  <a:lnTo>
                    <a:pt x="3709376" y="2220604"/>
                  </a:lnTo>
                  <a:lnTo>
                    <a:pt x="3709691" y="2220173"/>
                  </a:lnTo>
                  <a:lnTo>
                    <a:pt x="3710795" y="2215867"/>
                  </a:lnTo>
                  <a:lnTo>
                    <a:pt x="3710795" y="2215006"/>
                  </a:lnTo>
                  <a:lnTo>
                    <a:pt x="3710953" y="2215006"/>
                  </a:lnTo>
                  <a:lnTo>
                    <a:pt x="3715684" y="2209408"/>
                  </a:lnTo>
                  <a:lnTo>
                    <a:pt x="3718208" y="2206825"/>
                  </a:lnTo>
                  <a:lnTo>
                    <a:pt x="3720574" y="2201657"/>
                  </a:lnTo>
                  <a:lnTo>
                    <a:pt x="3721362" y="2200796"/>
                  </a:lnTo>
                  <a:lnTo>
                    <a:pt x="3722782" y="2198643"/>
                  </a:lnTo>
                  <a:lnTo>
                    <a:pt x="3725778" y="2196060"/>
                  </a:lnTo>
                  <a:lnTo>
                    <a:pt x="3729090" y="2193907"/>
                  </a:lnTo>
                  <a:lnTo>
                    <a:pt x="3730194" y="2193476"/>
                  </a:lnTo>
                  <a:lnTo>
                    <a:pt x="3733507" y="2190892"/>
                  </a:lnTo>
                  <a:lnTo>
                    <a:pt x="3733822" y="2190462"/>
                  </a:lnTo>
                  <a:lnTo>
                    <a:pt x="3734137" y="2190031"/>
                  </a:lnTo>
                  <a:lnTo>
                    <a:pt x="3736188" y="2187017"/>
                  </a:lnTo>
                  <a:lnTo>
                    <a:pt x="3738554" y="2184864"/>
                  </a:lnTo>
                  <a:lnTo>
                    <a:pt x="3741708" y="2184003"/>
                  </a:lnTo>
                  <a:lnTo>
                    <a:pt x="3745178" y="2179697"/>
                  </a:lnTo>
                  <a:lnTo>
                    <a:pt x="3745966" y="2179697"/>
                  </a:lnTo>
                  <a:lnTo>
                    <a:pt x="3748963" y="2177974"/>
                  </a:lnTo>
                  <a:lnTo>
                    <a:pt x="3750382" y="2177544"/>
                  </a:lnTo>
                  <a:lnTo>
                    <a:pt x="3753221" y="2176683"/>
                  </a:lnTo>
                  <a:lnTo>
                    <a:pt x="3754325" y="2173238"/>
                  </a:lnTo>
                  <a:lnTo>
                    <a:pt x="3754956" y="2172807"/>
                  </a:lnTo>
                  <a:lnTo>
                    <a:pt x="3757795" y="2171085"/>
                  </a:lnTo>
                  <a:lnTo>
                    <a:pt x="3759846" y="2170654"/>
                  </a:lnTo>
                  <a:lnTo>
                    <a:pt x="3763000" y="2169362"/>
                  </a:lnTo>
                  <a:lnTo>
                    <a:pt x="3764893" y="2167640"/>
                  </a:lnTo>
                  <a:lnTo>
                    <a:pt x="3765208" y="2167209"/>
                  </a:lnTo>
                  <a:lnTo>
                    <a:pt x="3766312" y="2166348"/>
                  </a:lnTo>
                  <a:lnTo>
                    <a:pt x="3766470" y="2166348"/>
                  </a:lnTo>
                  <a:lnTo>
                    <a:pt x="3768047" y="2164195"/>
                  </a:lnTo>
                  <a:lnTo>
                    <a:pt x="3768205" y="2163765"/>
                  </a:lnTo>
                  <a:lnTo>
                    <a:pt x="3773409" y="2162042"/>
                  </a:lnTo>
                  <a:lnTo>
                    <a:pt x="3773567" y="2162042"/>
                  </a:lnTo>
                  <a:lnTo>
                    <a:pt x="3773725" y="2162042"/>
                  </a:lnTo>
                  <a:lnTo>
                    <a:pt x="3776879" y="2161181"/>
                  </a:lnTo>
                  <a:lnTo>
                    <a:pt x="3777037" y="2161181"/>
                  </a:lnTo>
                  <a:lnTo>
                    <a:pt x="3780349" y="2159459"/>
                  </a:lnTo>
                  <a:lnTo>
                    <a:pt x="3781611" y="2159028"/>
                  </a:lnTo>
                  <a:lnTo>
                    <a:pt x="3784292" y="2159028"/>
                  </a:lnTo>
                  <a:lnTo>
                    <a:pt x="3784450" y="2159028"/>
                  </a:lnTo>
                  <a:lnTo>
                    <a:pt x="3785554" y="2157736"/>
                  </a:lnTo>
                  <a:lnTo>
                    <a:pt x="3786184" y="2156014"/>
                  </a:lnTo>
                  <a:lnTo>
                    <a:pt x="3789812" y="2154722"/>
                  </a:lnTo>
                  <a:lnTo>
                    <a:pt x="3793440" y="2152569"/>
                  </a:lnTo>
                  <a:lnTo>
                    <a:pt x="3795805" y="2150416"/>
                  </a:lnTo>
                  <a:lnTo>
                    <a:pt x="3797225" y="2148694"/>
                  </a:lnTo>
                  <a:lnTo>
                    <a:pt x="3800379" y="2146110"/>
                  </a:lnTo>
                  <a:lnTo>
                    <a:pt x="3800379" y="2145679"/>
                  </a:lnTo>
                  <a:lnTo>
                    <a:pt x="3802587" y="2143957"/>
                  </a:lnTo>
                  <a:lnTo>
                    <a:pt x="3804953" y="2141373"/>
                  </a:lnTo>
                  <a:lnTo>
                    <a:pt x="3806057" y="2140943"/>
                  </a:lnTo>
                  <a:lnTo>
                    <a:pt x="3808738" y="2137929"/>
                  </a:lnTo>
                  <a:lnTo>
                    <a:pt x="3810158" y="2137929"/>
                  </a:lnTo>
                  <a:lnTo>
                    <a:pt x="3814574" y="2135776"/>
                  </a:lnTo>
                  <a:lnTo>
                    <a:pt x="3814731" y="2135776"/>
                  </a:lnTo>
                  <a:lnTo>
                    <a:pt x="3815047" y="2135776"/>
                  </a:lnTo>
                  <a:lnTo>
                    <a:pt x="3816466" y="2131900"/>
                  </a:lnTo>
                  <a:lnTo>
                    <a:pt x="3817728" y="2131039"/>
                  </a:lnTo>
                  <a:lnTo>
                    <a:pt x="3820094" y="2129317"/>
                  </a:lnTo>
                  <a:lnTo>
                    <a:pt x="3820094" y="2128886"/>
                  </a:lnTo>
                  <a:lnTo>
                    <a:pt x="3822933" y="2127164"/>
                  </a:lnTo>
                  <a:lnTo>
                    <a:pt x="3823248" y="2127164"/>
                  </a:lnTo>
                  <a:lnTo>
                    <a:pt x="3825772" y="2126302"/>
                  </a:lnTo>
                  <a:lnTo>
                    <a:pt x="3828611" y="2123719"/>
                  </a:lnTo>
                  <a:lnTo>
                    <a:pt x="3829872" y="2122427"/>
                  </a:lnTo>
                  <a:lnTo>
                    <a:pt x="3831923" y="2121135"/>
                  </a:lnTo>
                  <a:lnTo>
                    <a:pt x="3832081" y="2120705"/>
                  </a:lnTo>
                  <a:lnTo>
                    <a:pt x="3832081" y="2120274"/>
                  </a:lnTo>
                  <a:lnTo>
                    <a:pt x="3834131" y="2118121"/>
                  </a:lnTo>
                  <a:lnTo>
                    <a:pt x="3836497" y="2115537"/>
                  </a:lnTo>
                  <a:lnTo>
                    <a:pt x="3839178" y="2111662"/>
                  </a:lnTo>
                  <a:lnTo>
                    <a:pt x="3845802" y="2107356"/>
                  </a:lnTo>
                  <a:lnTo>
                    <a:pt x="3845802" y="2106925"/>
                  </a:lnTo>
                  <a:lnTo>
                    <a:pt x="3847379" y="2106064"/>
                  </a:lnTo>
                  <a:lnTo>
                    <a:pt x="3849114" y="2103911"/>
                  </a:lnTo>
                  <a:lnTo>
                    <a:pt x="3849114" y="2103481"/>
                  </a:lnTo>
                  <a:lnTo>
                    <a:pt x="3849114" y="2102619"/>
                  </a:lnTo>
                  <a:lnTo>
                    <a:pt x="3850691" y="2102619"/>
                  </a:lnTo>
                  <a:lnTo>
                    <a:pt x="3854319" y="2102619"/>
                  </a:lnTo>
                  <a:lnTo>
                    <a:pt x="3858262" y="2101328"/>
                  </a:lnTo>
                  <a:lnTo>
                    <a:pt x="3858419" y="2101328"/>
                  </a:lnTo>
                  <a:lnTo>
                    <a:pt x="3862362" y="2100036"/>
                  </a:lnTo>
                  <a:lnTo>
                    <a:pt x="3862993" y="2100036"/>
                  </a:lnTo>
                  <a:lnTo>
                    <a:pt x="3865201" y="2097452"/>
                  </a:lnTo>
                  <a:lnTo>
                    <a:pt x="3870721" y="2093577"/>
                  </a:lnTo>
                  <a:lnTo>
                    <a:pt x="3871668" y="2093146"/>
                  </a:lnTo>
                  <a:lnTo>
                    <a:pt x="3872456" y="2092716"/>
                  </a:lnTo>
                  <a:lnTo>
                    <a:pt x="3874034" y="2091424"/>
                  </a:lnTo>
                  <a:lnTo>
                    <a:pt x="3874034" y="2090563"/>
                  </a:lnTo>
                  <a:lnTo>
                    <a:pt x="3876557" y="2089701"/>
                  </a:lnTo>
                  <a:lnTo>
                    <a:pt x="3877977" y="2087979"/>
                  </a:lnTo>
                  <a:lnTo>
                    <a:pt x="3880027" y="2085395"/>
                  </a:lnTo>
                  <a:lnTo>
                    <a:pt x="3880185" y="2085395"/>
                  </a:lnTo>
                  <a:lnTo>
                    <a:pt x="3880500" y="2084965"/>
                  </a:lnTo>
                  <a:lnTo>
                    <a:pt x="3883812" y="2082381"/>
                  </a:lnTo>
                  <a:lnTo>
                    <a:pt x="3885232" y="2082381"/>
                  </a:lnTo>
                  <a:lnTo>
                    <a:pt x="3888228" y="2082381"/>
                  </a:lnTo>
                  <a:lnTo>
                    <a:pt x="3888701" y="2081951"/>
                  </a:lnTo>
                  <a:lnTo>
                    <a:pt x="3889490" y="2081089"/>
                  </a:lnTo>
                  <a:lnTo>
                    <a:pt x="3893591" y="2077214"/>
                  </a:lnTo>
                  <a:lnTo>
                    <a:pt x="3895799" y="2074630"/>
                  </a:lnTo>
                  <a:lnTo>
                    <a:pt x="3900373" y="2071186"/>
                  </a:lnTo>
                  <a:lnTo>
                    <a:pt x="3900688" y="2070755"/>
                  </a:lnTo>
                  <a:lnTo>
                    <a:pt x="3903842" y="2067741"/>
                  </a:lnTo>
                  <a:lnTo>
                    <a:pt x="3904000" y="2067310"/>
                  </a:lnTo>
                  <a:lnTo>
                    <a:pt x="3906366" y="2065588"/>
                  </a:lnTo>
                  <a:lnTo>
                    <a:pt x="3908574" y="2061712"/>
                  </a:lnTo>
                  <a:lnTo>
                    <a:pt x="3910466" y="2059129"/>
                  </a:lnTo>
                  <a:lnTo>
                    <a:pt x="3911097" y="2057837"/>
                  </a:lnTo>
                  <a:lnTo>
                    <a:pt x="3914094" y="2055253"/>
                  </a:lnTo>
                  <a:lnTo>
                    <a:pt x="3915671" y="2054392"/>
                  </a:lnTo>
                  <a:lnTo>
                    <a:pt x="3916302" y="2053100"/>
                  </a:lnTo>
                  <a:lnTo>
                    <a:pt x="3916460" y="2052670"/>
                  </a:lnTo>
                  <a:lnTo>
                    <a:pt x="3918983" y="2048794"/>
                  </a:lnTo>
                  <a:lnTo>
                    <a:pt x="3918983" y="2048364"/>
                  </a:lnTo>
                  <a:lnTo>
                    <a:pt x="3921191" y="2047072"/>
                  </a:lnTo>
                  <a:lnTo>
                    <a:pt x="3921349" y="2046641"/>
                  </a:lnTo>
                  <a:lnTo>
                    <a:pt x="3923399" y="2045350"/>
                  </a:lnTo>
                  <a:lnTo>
                    <a:pt x="3923557" y="2045350"/>
                  </a:lnTo>
                  <a:lnTo>
                    <a:pt x="3924188" y="2045350"/>
                  </a:lnTo>
                  <a:lnTo>
                    <a:pt x="3927027" y="2041474"/>
                  </a:lnTo>
                  <a:lnTo>
                    <a:pt x="3927500" y="2041474"/>
                  </a:lnTo>
                  <a:lnTo>
                    <a:pt x="3927973" y="2040182"/>
                  </a:lnTo>
                  <a:lnTo>
                    <a:pt x="3931601" y="2038029"/>
                  </a:lnTo>
                  <a:lnTo>
                    <a:pt x="3933336" y="2037599"/>
                  </a:lnTo>
                  <a:lnTo>
                    <a:pt x="3933336" y="2036738"/>
                  </a:lnTo>
                  <a:lnTo>
                    <a:pt x="3935386" y="2035015"/>
                  </a:lnTo>
                  <a:lnTo>
                    <a:pt x="3937436" y="2033293"/>
                  </a:lnTo>
                  <a:lnTo>
                    <a:pt x="3940433" y="2031140"/>
                  </a:lnTo>
                  <a:lnTo>
                    <a:pt x="3944060" y="2027264"/>
                  </a:lnTo>
                  <a:lnTo>
                    <a:pt x="3946269" y="2025542"/>
                  </a:lnTo>
                  <a:lnTo>
                    <a:pt x="3948950" y="2023389"/>
                  </a:lnTo>
                  <a:lnTo>
                    <a:pt x="3949423" y="2023389"/>
                  </a:lnTo>
                  <a:lnTo>
                    <a:pt x="3949896" y="2022958"/>
                  </a:lnTo>
                  <a:lnTo>
                    <a:pt x="3956520" y="2020375"/>
                  </a:lnTo>
                  <a:lnTo>
                    <a:pt x="3956520" y="2019944"/>
                  </a:lnTo>
                  <a:lnTo>
                    <a:pt x="3960936" y="2018652"/>
                  </a:lnTo>
                  <a:lnTo>
                    <a:pt x="3961409" y="2018652"/>
                  </a:lnTo>
                  <a:lnTo>
                    <a:pt x="3963460" y="2016499"/>
                  </a:lnTo>
                  <a:lnTo>
                    <a:pt x="3965510" y="2013485"/>
                  </a:lnTo>
                  <a:lnTo>
                    <a:pt x="3967718" y="2012193"/>
                  </a:lnTo>
                  <a:lnTo>
                    <a:pt x="3970242" y="2008749"/>
                  </a:lnTo>
                  <a:lnTo>
                    <a:pt x="3971030" y="2007457"/>
                  </a:lnTo>
                  <a:lnTo>
                    <a:pt x="3971503" y="2007026"/>
                  </a:lnTo>
                  <a:lnTo>
                    <a:pt x="3973712" y="2007026"/>
                  </a:lnTo>
                  <a:lnTo>
                    <a:pt x="3975446" y="2006165"/>
                  </a:lnTo>
                  <a:lnTo>
                    <a:pt x="3979074" y="2004012"/>
                  </a:lnTo>
                  <a:lnTo>
                    <a:pt x="3979074" y="2003581"/>
                  </a:lnTo>
                  <a:lnTo>
                    <a:pt x="3981440" y="1999275"/>
                  </a:lnTo>
                  <a:lnTo>
                    <a:pt x="3983332" y="1998414"/>
                  </a:lnTo>
                  <a:lnTo>
                    <a:pt x="3984594" y="1998414"/>
                  </a:lnTo>
                  <a:lnTo>
                    <a:pt x="3984752" y="1997984"/>
                  </a:lnTo>
                  <a:lnTo>
                    <a:pt x="3986014" y="1996692"/>
                  </a:lnTo>
                  <a:lnTo>
                    <a:pt x="3989799" y="1994108"/>
                  </a:lnTo>
                  <a:lnTo>
                    <a:pt x="3994846" y="1991525"/>
                  </a:lnTo>
                  <a:lnTo>
                    <a:pt x="3997054" y="1988080"/>
                  </a:lnTo>
                  <a:lnTo>
                    <a:pt x="3999735" y="1986788"/>
                  </a:lnTo>
                  <a:lnTo>
                    <a:pt x="4003363" y="1983774"/>
                  </a:lnTo>
                  <a:lnTo>
                    <a:pt x="4005413" y="1983343"/>
                  </a:lnTo>
                  <a:lnTo>
                    <a:pt x="4009356" y="1980329"/>
                  </a:lnTo>
                  <a:lnTo>
                    <a:pt x="4011406" y="1979037"/>
                  </a:lnTo>
                  <a:lnTo>
                    <a:pt x="4011406" y="1978607"/>
                  </a:lnTo>
                  <a:lnTo>
                    <a:pt x="4013141" y="1975592"/>
                  </a:lnTo>
                  <a:lnTo>
                    <a:pt x="4013614" y="1975162"/>
                  </a:lnTo>
                  <a:lnTo>
                    <a:pt x="4014876" y="1974731"/>
                  </a:lnTo>
                  <a:lnTo>
                    <a:pt x="4015034" y="1974301"/>
                  </a:lnTo>
                  <a:lnTo>
                    <a:pt x="4015507" y="1974301"/>
                  </a:lnTo>
                  <a:lnTo>
                    <a:pt x="4018819" y="1973009"/>
                  </a:lnTo>
                  <a:lnTo>
                    <a:pt x="4019450" y="1971717"/>
                  </a:lnTo>
                  <a:lnTo>
                    <a:pt x="4021816" y="1971286"/>
                  </a:lnTo>
                  <a:lnTo>
                    <a:pt x="4021973" y="1970856"/>
                  </a:lnTo>
                  <a:lnTo>
                    <a:pt x="4025285" y="1967411"/>
                  </a:lnTo>
                  <a:lnTo>
                    <a:pt x="4025443" y="1966980"/>
                  </a:lnTo>
                  <a:lnTo>
                    <a:pt x="4026389" y="1966980"/>
                  </a:lnTo>
                  <a:lnTo>
                    <a:pt x="4026863" y="1966550"/>
                  </a:lnTo>
                  <a:lnTo>
                    <a:pt x="4030490" y="1966119"/>
                  </a:lnTo>
                  <a:lnTo>
                    <a:pt x="4033487" y="1965689"/>
                  </a:lnTo>
                  <a:lnTo>
                    <a:pt x="4033644" y="1965258"/>
                  </a:lnTo>
                  <a:lnTo>
                    <a:pt x="4034591" y="1965258"/>
                  </a:lnTo>
                  <a:lnTo>
                    <a:pt x="4035064" y="1964827"/>
                  </a:lnTo>
                  <a:lnTo>
                    <a:pt x="4042477" y="1959660"/>
                  </a:lnTo>
                  <a:lnTo>
                    <a:pt x="4046420" y="1957938"/>
                  </a:lnTo>
                  <a:lnTo>
                    <a:pt x="4049574" y="1954493"/>
                  </a:lnTo>
                  <a:lnTo>
                    <a:pt x="4051467" y="1951479"/>
                  </a:lnTo>
                  <a:lnTo>
                    <a:pt x="4054148" y="1948034"/>
                  </a:lnTo>
                  <a:lnTo>
                    <a:pt x="4055252" y="1948034"/>
                  </a:lnTo>
                  <a:lnTo>
                    <a:pt x="4058564" y="1945450"/>
                  </a:lnTo>
                  <a:lnTo>
                    <a:pt x="4060930" y="1942867"/>
                  </a:lnTo>
                  <a:lnTo>
                    <a:pt x="4063453" y="1942436"/>
                  </a:lnTo>
                  <a:lnTo>
                    <a:pt x="4063926" y="1942436"/>
                  </a:lnTo>
                  <a:lnTo>
                    <a:pt x="4067238" y="1939853"/>
                  </a:lnTo>
                  <a:lnTo>
                    <a:pt x="4067396" y="1939422"/>
                  </a:lnTo>
                  <a:lnTo>
                    <a:pt x="4068658" y="1938561"/>
                  </a:lnTo>
                  <a:lnTo>
                    <a:pt x="4071497" y="1935547"/>
                  </a:lnTo>
                  <a:lnTo>
                    <a:pt x="4075124" y="1935547"/>
                  </a:lnTo>
                  <a:lnTo>
                    <a:pt x="4075282" y="1935547"/>
                  </a:lnTo>
                  <a:lnTo>
                    <a:pt x="4075440" y="1935547"/>
                  </a:lnTo>
                  <a:lnTo>
                    <a:pt x="4078752" y="1932963"/>
                  </a:lnTo>
                  <a:lnTo>
                    <a:pt x="4078910" y="1932963"/>
                  </a:lnTo>
                  <a:lnTo>
                    <a:pt x="4079856" y="1931671"/>
                  </a:lnTo>
                  <a:lnTo>
                    <a:pt x="4079856" y="1931241"/>
                  </a:lnTo>
                  <a:lnTo>
                    <a:pt x="4082064" y="1930379"/>
                  </a:lnTo>
                  <a:lnTo>
                    <a:pt x="4086007" y="1927796"/>
                  </a:lnTo>
                  <a:lnTo>
                    <a:pt x="4086165" y="1927365"/>
                  </a:lnTo>
                  <a:lnTo>
                    <a:pt x="4089634" y="1925212"/>
                  </a:lnTo>
                  <a:lnTo>
                    <a:pt x="4092000" y="1924782"/>
                  </a:lnTo>
                  <a:lnTo>
                    <a:pt x="4094839" y="1922629"/>
                  </a:lnTo>
                  <a:lnTo>
                    <a:pt x="4098309" y="1919614"/>
                  </a:lnTo>
                  <a:lnTo>
                    <a:pt x="4101148" y="1917461"/>
                  </a:lnTo>
                  <a:lnTo>
                    <a:pt x="4101621" y="1917031"/>
                  </a:lnTo>
                  <a:lnTo>
                    <a:pt x="4103198" y="1917031"/>
                  </a:lnTo>
                  <a:lnTo>
                    <a:pt x="4105722" y="1912725"/>
                  </a:lnTo>
                  <a:lnTo>
                    <a:pt x="4107457" y="1910141"/>
                  </a:lnTo>
                  <a:lnTo>
                    <a:pt x="4111084" y="1908419"/>
                  </a:lnTo>
                  <a:lnTo>
                    <a:pt x="4111084" y="1907988"/>
                  </a:lnTo>
                  <a:lnTo>
                    <a:pt x="4111242" y="1907988"/>
                  </a:lnTo>
                  <a:lnTo>
                    <a:pt x="4114396" y="1905835"/>
                  </a:lnTo>
                  <a:lnTo>
                    <a:pt x="4115343" y="1905835"/>
                  </a:lnTo>
                  <a:lnTo>
                    <a:pt x="4117551" y="1902821"/>
                  </a:lnTo>
                  <a:lnTo>
                    <a:pt x="4121336" y="1900237"/>
                  </a:lnTo>
                  <a:lnTo>
                    <a:pt x="4121809" y="1899807"/>
                  </a:lnTo>
                  <a:lnTo>
                    <a:pt x="4123228" y="1899807"/>
                  </a:lnTo>
                  <a:lnTo>
                    <a:pt x="4126698" y="1898946"/>
                  </a:lnTo>
                  <a:lnTo>
                    <a:pt x="4127014" y="1898515"/>
                  </a:lnTo>
                  <a:lnTo>
                    <a:pt x="4131745" y="1897223"/>
                  </a:lnTo>
                  <a:lnTo>
                    <a:pt x="4134742" y="1893348"/>
                  </a:lnTo>
                  <a:lnTo>
                    <a:pt x="4134742" y="1892487"/>
                  </a:lnTo>
                  <a:lnTo>
                    <a:pt x="4134742" y="1892056"/>
                  </a:lnTo>
                  <a:lnTo>
                    <a:pt x="4135373" y="1891195"/>
                  </a:lnTo>
                  <a:lnTo>
                    <a:pt x="4135373" y="1890764"/>
                  </a:lnTo>
                  <a:lnTo>
                    <a:pt x="4140262" y="1889472"/>
                  </a:lnTo>
                  <a:lnTo>
                    <a:pt x="4141208" y="1888611"/>
                  </a:lnTo>
                  <a:lnTo>
                    <a:pt x="4141681" y="1888181"/>
                  </a:lnTo>
                  <a:lnTo>
                    <a:pt x="4142628" y="1886889"/>
                  </a:lnTo>
                  <a:lnTo>
                    <a:pt x="4146413" y="1882583"/>
                  </a:lnTo>
                  <a:lnTo>
                    <a:pt x="4148306" y="1880860"/>
                  </a:lnTo>
                  <a:lnTo>
                    <a:pt x="4151302" y="1877416"/>
                  </a:lnTo>
                  <a:lnTo>
                    <a:pt x="4154299" y="1875263"/>
                  </a:lnTo>
                  <a:lnTo>
                    <a:pt x="4154614" y="1874832"/>
                  </a:lnTo>
                  <a:lnTo>
                    <a:pt x="4159346" y="1871818"/>
                  </a:lnTo>
                  <a:lnTo>
                    <a:pt x="4161869" y="1870957"/>
                  </a:lnTo>
                  <a:lnTo>
                    <a:pt x="4165339" y="1869665"/>
                  </a:lnTo>
                  <a:lnTo>
                    <a:pt x="4166128" y="1869234"/>
                  </a:lnTo>
                  <a:lnTo>
                    <a:pt x="4170544" y="1865789"/>
                  </a:lnTo>
                  <a:lnTo>
                    <a:pt x="4175433" y="1861483"/>
                  </a:lnTo>
                  <a:lnTo>
                    <a:pt x="4176537" y="1860192"/>
                  </a:lnTo>
                  <a:lnTo>
                    <a:pt x="4176695" y="1859761"/>
                  </a:lnTo>
                  <a:lnTo>
                    <a:pt x="4176853" y="1859761"/>
                  </a:lnTo>
                  <a:lnTo>
                    <a:pt x="4177010" y="1859330"/>
                  </a:lnTo>
                  <a:lnTo>
                    <a:pt x="4180480" y="1856747"/>
                  </a:lnTo>
                  <a:lnTo>
                    <a:pt x="4181111" y="1856747"/>
                  </a:lnTo>
                  <a:lnTo>
                    <a:pt x="4181426" y="1855886"/>
                  </a:lnTo>
                  <a:lnTo>
                    <a:pt x="4183004" y="1854163"/>
                  </a:lnTo>
                  <a:lnTo>
                    <a:pt x="4186631" y="1852010"/>
                  </a:lnTo>
                  <a:lnTo>
                    <a:pt x="4187735" y="1852010"/>
                  </a:lnTo>
                  <a:lnTo>
                    <a:pt x="4188051" y="1851580"/>
                  </a:lnTo>
                  <a:lnTo>
                    <a:pt x="4188208" y="1850718"/>
                  </a:lnTo>
                  <a:lnTo>
                    <a:pt x="4191836" y="1848996"/>
                  </a:lnTo>
                  <a:lnTo>
                    <a:pt x="4193413" y="1848996"/>
                  </a:lnTo>
                  <a:lnTo>
                    <a:pt x="4195779" y="1848135"/>
                  </a:lnTo>
                  <a:lnTo>
                    <a:pt x="4199249" y="1844690"/>
                  </a:lnTo>
                  <a:lnTo>
                    <a:pt x="4205242" y="1842968"/>
                  </a:lnTo>
                  <a:lnTo>
                    <a:pt x="4209027" y="1839953"/>
                  </a:lnTo>
                  <a:lnTo>
                    <a:pt x="4209974" y="1839092"/>
                  </a:lnTo>
                  <a:lnTo>
                    <a:pt x="4212497" y="1836509"/>
                  </a:lnTo>
                  <a:lnTo>
                    <a:pt x="4212497" y="1836078"/>
                  </a:lnTo>
                  <a:lnTo>
                    <a:pt x="4217702" y="1834786"/>
                  </a:lnTo>
                  <a:lnTo>
                    <a:pt x="4217859" y="1834786"/>
                  </a:lnTo>
                  <a:lnTo>
                    <a:pt x="4221014" y="1832633"/>
                  </a:lnTo>
                  <a:lnTo>
                    <a:pt x="4222906" y="1831341"/>
                  </a:lnTo>
                  <a:lnTo>
                    <a:pt x="4225588" y="1830050"/>
                  </a:lnTo>
                  <a:lnTo>
                    <a:pt x="4227480" y="1827466"/>
                  </a:lnTo>
                  <a:lnTo>
                    <a:pt x="4228111" y="1827035"/>
                  </a:lnTo>
                  <a:lnTo>
                    <a:pt x="4229215" y="1825744"/>
                  </a:lnTo>
                  <a:lnTo>
                    <a:pt x="4231896" y="1824021"/>
                  </a:lnTo>
                  <a:lnTo>
                    <a:pt x="4231896" y="1823591"/>
                  </a:lnTo>
                  <a:lnTo>
                    <a:pt x="4233158" y="1823160"/>
                  </a:lnTo>
                  <a:lnTo>
                    <a:pt x="4234578" y="1823160"/>
                  </a:lnTo>
                  <a:lnTo>
                    <a:pt x="4237574" y="1821868"/>
                  </a:lnTo>
                  <a:lnTo>
                    <a:pt x="4237732" y="1821007"/>
                  </a:lnTo>
                  <a:lnTo>
                    <a:pt x="4239940" y="1817562"/>
                  </a:lnTo>
                  <a:lnTo>
                    <a:pt x="4244041" y="1816701"/>
                  </a:lnTo>
                  <a:lnTo>
                    <a:pt x="4245145" y="1815840"/>
                  </a:lnTo>
                  <a:lnTo>
                    <a:pt x="4246249" y="1815840"/>
                  </a:lnTo>
                  <a:lnTo>
                    <a:pt x="4251769" y="1813687"/>
                  </a:lnTo>
                  <a:lnTo>
                    <a:pt x="4259339" y="1810673"/>
                  </a:lnTo>
                  <a:lnTo>
                    <a:pt x="4263125" y="1805936"/>
                  </a:lnTo>
                  <a:lnTo>
                    <a:pt x="4263282" y="1805936"/>
                  </a:lnTo>
                  <a:lnTo>
                    <a:pt x="4267698" y="1803783"/>
                  </a:lnTo>
                  <a:lnTo>
                    <a:pt x="4269906" y="1802061"/>
                  </a:lnTo>
                  <a:lnTo>
                    <a:pt x="4270064" y="1802061"/>
                  </a:lnTo>
                  <a:lnTo>
                    <a:pt x="4272115" y="1799046"/>
                  </a:lnTo>
                  <a:lnTo>
                    <a:pt x="4272903" y="1797755"/>
                  </a:lnTo>
                  <a:lnTo>
                    <a:pt x="4273534" y="1797324"/>
                  </a:lnTo>
                  <a:lnTo>
                    <a:pt x="4274007" y="1797324"/>
                  </a:lnTo>
                  <a:lnTo>
                    <a:pt x="4277635" y="1795602"/>
                  </a:lnTo>
                  <a:lnTo>
                    <a:pt x="4277792" y="1795171"/>
                  </a:lnTo>
                  <a:lnTo>
                    <a:pt x="4280474" y="1793879"/>
                  </a:lnTo>
                  <a:lnTo>
                    <a:pt x="4281735" y="1793449"/>
                  </a:lnTo>
                  <a:lnTo>
                    <a:pt x="4284101" y="1790865"/>
                  </a:lnTo>
                  <a:lnTo>
                    <a:pt x="4284101" y="1790434"/>
                  </a:lnTo>
                  <a:lnTo>
                    <a:pt x="4286467" y="1789143"/>
                  </a:lnTo>
                  <a:lnTo>
                    <a:pt x="4286625" y="1789143"/>
                  </a:lnTo>
                  <a:lnTo>
                    <a:pt x="4286782" y="1788712"/>
                  </a:lnTo>
                  <a:lnTo>
                    <a:pt x="4287098" y="1788281"/>
                  </a:lnTo>
                  <a:lnTo>
                    <a:pt x="4287571" y="1788281"/>
                  </a:lnTo>
                  <a:lnTo>
                    <a:pt x="4289779" y="1787851"/>
                  </a:lnTo>
                  <a:lnTo>
                    <a:pt x="4293564" y="1784406"/>
                  </a:lnTo>
                  <a:lnTo>
                    <a:pt x="4293564" y="1783975"/>
                  </a:lnTo>
                  <a:lnTo>
                    <a:pt x="4294510" y="1783975"/>
                  </a:lnTo>
                  <a:lnTo>
                    <a:pt x="4294826" y="1783975"/>
                  </a:lnTo>
                  <a:lnTo>
                    <a:pt x="4294984" y="1783975"/>
                  </a:lnTo>
                  <a:lnTo>
                    <a:pt x="4297823" y="1780531"/>
                  </a:lnTo>
                  <a:lnTo>
                    <a:pt x="4299873" y="1778808"/>
                  </a:lnTo>
                  <a:lnTo>
                    <a:pt x="4303500" y="1774072"/>
                  </a:lnTo>
                  <a:lnTo>
                    <a:pt x="4307759" y="1771488"/>
                  </a:lnTo>
                  <a:lnTo>
                    <a:pt x="4308863" y="1771488"/>
                  </a:lnTo>
                  <a:lnTo>
                    <a:pt x="4311860" y="1769766"/>
                  </a:lnTo>
                  <a:lnTo>
                    <a:pt x="4311860" y="1769335"/>
                  </a:lnTo>
                  <a:lnTo>
                    <a:pt x="4315960" y="1768904"/>
                  </a:lnTo>
                  <a:lnTo>
                    <a:pt x="4316118" y="1768043"/>
                  </a:lnTo>
                  <a:lnTo>
                    <a:pt x="4320849" y="1764168"/>
                  </a:lnTo>
                  <a:lnTo>
                    <a:pt x="4324950" y="1762015"/>
                  </a:lnTo>
                  <a:lnTo>
                    <a:pt x="4324950" y="1761584"/>
                  </a:lnTo>
                  <a:lnTo>
                    <a:pt x="4326527" y="1760292"/>
                  </a:lnTo>
                  <a:lnTo>
                    <a:pt x="4328262" y="1759001"/>
                  </a:lnTo>
                  <a:lnTo>
                    <a:pt x="4331101" y="1756848"/>
                  </a:lnTo>
                  <a:lnTo>
                    <a:pt x="4334571" y="1753403"/>
                  </a:lnTo>
                  <a:lnTo>
                    <a:pt x="4337094" y="1752972"/>
                  </a:lnTo>
                  <a:lnTo>
                    <a:pt x="4339145" y="1752972"/>
                  </a:lnTo>
                  <a:lnTo>
                    <a:pt x="4341511" y="1752111"/>
                  </a:lnTo>
                  <a:lnTo>
                    <a:pt x="4341668" y="1752111"/>
                  </a:lnTo>
                  <a:lnTo>
                    <a:pt x="4345138" y="1750819"/>
                  </a:lnTo>
                  <a:lnTo>
                    <a:pt x="4347031" y="1750819"/>
                  </a:lnTo>
                  <a:lnTo>
                    <a:pt x="4347977" y="1749527"/>
                  </a:lnTo>
                  <a:lnTo>
                    <a:pt x="4348292" y="1749527"/>
                  </a:lnTo>
                  <a:lnTo>
                    <a:pt x="4348450" y="1749527"/>
                  </a:lnTo>
                  <a:lnTo>
                    <a:pt x="4349239" y="1749527"/>
                  </a:lnTo>
                  <a:lnTo>
                    <a:pt x="4353813" y="1747374"/>
                  </a:lnTo>
                  <a:lnTo>
                    <a:pt x="4359017" y="1743068"/>
                  </a:lnTo>
                  <a:lnTo>
                    <a:pt x="4361068" y="1743068"/>
                  </a:lnTo>
                  <a:lnTo>
                    <a:pt x="4365168" y="1740485"/>
                  </a:lnTo>
                  <a:lnTo>
                    <a:pt x="4365326" y="1740485"/>
                  </a:lnTo>
                  <a:lnTo>
                    <a:pt x="4369269" y="1737471"/>
                  </a:lnTo>
                  <a:lnTo>
                    <a:pt x="4370058" y="1737471"/>
                  </a:lnTo>
                  <a:lnTo>
                    <a:pt x="4374158" y="1734887"/>
                  </a:lnTo>
                  <a:lnTo>
                    <a:pt x="4376051" y="1733165"/>
                  </a:lnTo>
                  <a:lnTo>
                    <a:pt x="4379836" y="1729720"/>
                  </a:lnTo>
                  <a:lnTo>
                    <a:pt x="4380152" y="1728859"/>
                  </a:lnTo>
                  <a:lnTo>
                    <a:pt x="4380467" y="1727567"/>
                  </a:lnTo>
                  <a:lnTo>
                    <a:pt x="4380625" y="1727567"/>
                  </a:lnTo>
                  <a:lnTo>
                    <a:pt x="4383148" y="1723691"/>
                  </a:lnTo>
                  <a:lnTo>
                    <a:pt x="4384094" y="1723261"/>
                  </a:lnTo>
                  <a:lnTo>
                    <a:pt x="4385199" y="1721969"/>
                  </a:lnTo>
                  <a:lnTo>
                    <a:pt x="4388511" y="1720247"/>
                  </a:lnTo>
                  <a:lnTo>
                    <a:pt x="4388668" y="1720247"/>
                  </a:lnTo>
                  <a:lnTo>
                    <a:pt x="4388826" y="1720247"/>
                  </a:lnTo>
                  <a:lnTo>
                    <a:pt x="4393715" y="1715941"/>
                  </a:lnTo>
                  <a:lnTo>
                    <a:pt x="4394819" y="1715941"/>
                  </a:lnTo>
                  <a:lnTo>
                    <a:pt x="4394977" y="1715079"/>
                  </a:lnTo>
                  <a:lnTo>
                    <a:pt x="4395450" y="1714218"/>
                  </a:lnTo>
                  <a:lnTo>
                    <a:pt x="4398920" y="1711204"/>
                  </a:lnTo>
                  <a:lnTo>
                    <a:pt x="4401917" y="1708190"/>
                  </a:lnTo>
                  <a:lnTo>
                    <a:pt x="4406490" y="1706898"/>
                  </a:lnTo>
                  <a:lnTo>
                    <a:pt x="4407752" y="1706467"/>
                  </a:lnTo>
                  <a:lnTo>
                    <a:pt x="4411380" y="1701300"/>
                  </a:lnTo>
                  <a:lnTo>
                    <a:pt x="4417531" y="1699147"/>
                  </a:lnTo>
                  <a:lnTo>
                    <a:pt x="4418004" y="1697855"/>
                  </a:lnTo>
                  <a:lnTo>
                    <a:pt x="4419897" y="1694411"/>
                  </a:lnTo>
                  <a:lnTo>
                    <a:pt x="4423997" y="1692688"/>
                  </a:lnTo>
                  <a:lnTo>
                    <a:pt x="4423997" y="1691827"/>
                  </a:lnTo>
                  <a:lnTo>
                    <a:pt x="4428571" y="1689674"/>
                  </a:lnTo>
                  <a:lnTo>
                    <a:pt x="4429675" y="1688382"/>
                  </a:lnTo>
                  <a:lnTo>
                    <a:pt x="4436930" y="1684507"/>
                  </a:lnTo>
                  <a:lnTo>
                    <a:pt x="4436930" y="1684076"/>
                  </a:lnTo>
                  <a:lnTo>
                    <a:pt x="4437088" y="1683646"/>
                  </a:lnTo>
                  <a:lnTo>
                    <a:pt x="4437403" y="1683215"/>
                  </a:lnTo>
                  <a:lnTo>
                    <a:pt x="4437719" y="1683215"/>
                  </a:lnTo>
                  <a:lnTo>
                    <a:pt x="4440558" y="1681923"/>
                  </a:lnTo>
                  <a:lnTo>
                    <a:pt x="4440873" y="1681062"/>
                  </a:lnTo>
                  <a:lnTo>
                    <a:pt x="4441188" y="1680631"/>
                  </a:lnTo>
                  <a:lnTo>
                    <a:pt x="4443081" y="1678909"/>
                  </a:lnTo>
                  <a:lnTo>
                    <a:pt x="4443870" y="1677617"/>
                  </a:lnTo>
                  <a:lnTo>
                    <a:pt x="4446551" y="1674603"/>
                  </a:lnTo>
                  <a:lnTo>
                    <a:pt x="4446551" y="1673311"/>
                  </a:lnTo>
                  <a:lnTo>
                    <a:pt x="4449074" y="1672881"/>
                  </a:lnTo>
                  <a:lnTo>
                    <a:pt x="4450967" y="1672019"/>
                  </a:lnTo>
                  <a:lnTo>
                    <a:pt x="4451598" y="1671158"/>
                  </a:lnTo>
                  <a:lnTo>
                    <a:pt x="4458538" y="1665130"/>
                  </a:lnTo>
                  <a:lnTo>
                    <a:pt x="4464215" y="1663838"/>
                  </a:lnTo>
                  <a:lnTo>
                    <a:pt x="4467843" y="1662977"/>
                  </a:lnTo>
                  <a:lnTo>
                    <a:pt x="4472417" y="1658671"/>
                  </a:lnTo>
                  <a:lnTo>
                    <a:pt x="4472417" y="1658240"/>
                  </a:lnTo>
                  <a:lnTo>
                    <a:pt x="4478725" y="1654365"/>
                  </a:lnTo>
                  <a:lnTo>
                    <a:pt x="4480145" y="1653504"/>
                  </a:lnTo>
                  <a:lnTo>
                    <a:pt x="4485350" y="1650489"/>
                  </a:lnTo>
                  <a:lnTo>
                    <a:pt x="4488346" y="1647906"/>
                  </a:lnTo>
                  <a:lnTo>
                    <a:pt x="4493393" y="1642308"/>
                  </a:lnTo>
                  <a:lnTo>
                    <a:pt x="4493551" y="1641877"/>
                  </a:lnTo>
                  <a:lnTo>
                    <a:pt x="4493866" y="1641447"/>
                  </a:lnTo>
                  <a:lnTo>
                    <a:pt x="4494497" y="1640155"/>
                  </a:lnTo>
                  <a:lnTo>
                    <a:pt x="4497021" y="1637571"/>
                  </a:lnTo>
                  <a:lnTo>
                    <a:pt x="4497178" y="1637571"/>
                  </a:lnTo>
                  <a:lnTo>
                    <a:pt x="4500017" y="1636710"/>
                  </a:lnTo>
                  <a:lnTo>
                    <a:pt x="4503487" y="1635418"/>
                  </a:lnTo>
                  <a:lnTo>
                    <a:pt x="4503645" y="1634988"/>
                  </a:lnTo>
                  <a:lnTo>
                    <a:pt x="4507903" y="1633696"/>
                  </a:lnTo>
                  <a:lnTo>
                    <a:pt x="4509481" y="1632835"/>
                  </a:lnTo>
                  <a:lnTo>
                    <a:pt x="4510269" y="1632404"/>
                  </a:lnTo>
                  <a:lnTo>
                    <a:pt x="4512950" y="1628959"/>
                  </a:lnTo>
                  <a:lnTo>
                    <a:pt x="4512950" y="1628529"/>
                  </a:lnTo>
                  <a:lnTo>
                    <a:pt x="4516105" y="1628098"/>
                  </a:lnTo>
                  <a:lnTo>
                    <a:pt x="4521309" y="1622931"/>
                  </a:lnTo>
                  <a:lnTo>
                    <a:pt x="4525410" y="1620347"/>
                  </a:lnTo>
                  <a:lnTo>
                    <a:pt x="4527145" y="1619056"/>
                  </a:lnTo>
                  <a:lnTo>
                    <a:pt x="4531088" y="1616903"/>
                  </a:lnTo>
                  <a:lnTo>
                    <a:pt x="4533927" y="1615180"/>
                  </a:lnTo>
                  <a:lnTo>
                    <a:pt x="4540551" y="1614319"/>
                  </a:lnTo>
                  <a:lnTo>
                    <a:pt x="4541182" y="1614319"/>
                  </a:lnTo>
                  <a:lnTo>
                    <a:pt x="4547017" y="1612166"/>
                  </a:lnTo>
                  <a:lnTo>
                    <a:pt x="4547806" y="1612166"/>
                  </a:lnTo>
                  <a:lnTo>
                    <a:pt x="4547964" y="1612166"/>
                  </a:lnTo>
                  <a:lnTo>
                    <a:pt x="4553011" y="1610874"/>
                  </a:lnTo>
                  <a:lnTo>
                    <a:pt x="4556007" y="1610444"/>
                  </a:lnTo>
                  <a:lnTo>
                    <a:pt x="4556165" y="1610444"/>
                  </a:lnTo>
                  <a:lnTo>
                    <a:pt x="4556165" y="1610013"/>
                  </a:lnTo>
                  <a:lnTo>
                    <a:pt x="4561685" y="1606999"/>
                  </a:lnTo>
                  <a:lnTo>
                    <a:pt x="4562316" y="1606999"/>
                  </a:lnTo>
                  <a:lnTo>
                    <a:pt x="4562474" y="1606138"/>
                  </a:lnTo>
                  <a:lnTo>
                    <a:pt x="4563893" y="1605707"/>
                  </a:lnTo>
                  <a:lnTo>
                    <a:pt x="4568940" y="1603123"/>
                  </a:lnTo>
                  <a:lnTo>
                    <a:pt x="4570517" y="1602693"/>
                  </a:lnTo>
                  <a:lnTo>
                    <a:pt x="4570675" y="1602262"/>
                  </a:lnTo>
                  <a:lnTo>
                    <a:pt x="4570833" y="1602262"/>
                  </a:lnTo>
                  <a:lnTo>
                    <a:pt x="4570991" y="1602262"/>
                  </a:lnTo>
                  <a:lnTo>
                    <a:pt x="4574618" y="1600109"/>
                  </a:lnTo>
                  <a:lnTo>
                    <a:pt x="4576038" y="1600109"/>
                  </a:lnTo>
                  <a:lnTo>
                    <a:pt x="4576668" y="1599679"/>
                  </a:lnTo>
                  <a:lnTo>
                    <a:pt x="4582504" y="1596234"/>
                  </a:lnTo>
                  <a:lnTo>
                    <a:pt x="4589759" y="1588914"/>
                  </a:lnTo>
                  <a:lnTo>
                    <a:pt x="4590075" y="1588914"/>
                  </a:lnTo>
                  <a:lnTo>
                    <a:pt x="4592283" y="1585038"/>
                  </a:lnTo>
                  <a:lnTo>
                    <a:pt x="4595910" y="1582024"/>
                  </a:lnTo>
                  <a:lnTo>
                    <a:pt x="4600011" y="1577287"/>
                  </a:lnTo>
                  <a:lnTo>
                    <a:pt x="4605846" y="1573412"/>
                  </a:lnTo>
                  <a:lnTo>
                    <a:pt x="4605846" y="1572981"/>
                  </a:lnTo>
                  <a:lnTo>
                    <a:pt x="4605846" y="1572551"/>
                  </a:lnTo>
                  <a:lnTo>
                    <a:pt x="4608685" y="1570398"/>
                  </a:lnTo>
                  <a:lnTo>
                    <a:pt x="4613259" y="1569106"/>
                  </a:lnTo>
                  <a:lnTo>
                    <a:pt x="4613259" y="1567814"/>
                  </a:lnTo>
                  <a:lnTo>
                    <a:pt x="4613890" y="1566092"/>
                  </a:lnTo>
                  <a:lnTo>
                    <a:pt x="4616887" y="1563939"/>
                  </a:lnTo>
                  <a:lnTo>
                    <a:pt x="4618306" y="1561786"/>
                  </a:lnTo>
                  <a:lnTo>
                    <a:pt x="4619726" y="1560063"/>
                  </a:lnTo>
                  <a:lnTo>
                    <a:pt x="4619883" y="1559633"/>
                  </a:lnTo>
                  <a:lnTo>
                    <a:pt x="4621618" y="1557049"/>
                  </a:lnTo>
                  <a:lnTo>
                    <a:pt x="4624615" y="1555757"/>
                  </a:lnTo>
                  <a:lnTo>
                    <a:pt x="4627296" y="1554035"/>
                  </a:lnTo>
                  <a:lnTo>
                    <a:pt x="4627927" y="1552743"/>
                  </a:lnTo>
                  <a:lnTo>
                    <a:pt x="4629031" y="1551021"/>
                  </a:lnTo>
                  <a:lnTo>
                    <a:pt x="4629820" y="1550160"/>
                  </a:lnTo>
                  <a:lnTo>
                    <a:pt x="4630135" y="1550160"/>
                  </a:lnTo>
                  <a:lnTo>
                    <a:pt x="4633763" y="1547576"/>
                  </a:lnTo>
                  <a:lnTo>
                    <a:pt x="4636601" y="1546284"/>
                  </a:lnTo>
                  <a:lnTo>
                    <a:pt x="4642595" y="1542839"/>
                  </a:lnTo>
                  <a:lnTo>
                    <a:pt x="4642595" y="1542409"/>
                  </a:lnTo>
                  <a:lnTo>
                    <a:pt x="4650007" y="1539395"/>
                  </a:lnTo>
                  <a:lnTo>
                    <a:pt x="4650954" y="1538964"/>
                  </a:lnTo>
                  <a:lnTo>
                    <a:pt x="4656316" y="1537672"/>
                  </a:lnTo>
                  <a:lnTo>
                    <a:pt x="4663414" y="1535089"/>
                  </a:lnTo>
                  <a:lnTo>
                    <a:pt x="4663414" y="1534227"/>
                  </a:lnTo>
                  <a:lnTo>
                    <a:pt x="4664044" y="1533366"/>
                  </a:lnTo>
                  <a:lnTo>
                    <a:pt x="4669407" y="1532074"/>
                  </a:lnTo>
                  <a:lnTo>
                    <a:pt x="4669565" y="1532074"/>
                  </a:lnTo>
                  <a:lnTo>
                    <a:pt x="4669880" y="1532074"/>
                  </a:lnTo>
                  <a:lnTo>
                    <a:pt x="4675400" y="1529060"/>
                  </a:lnTo>
                  <a:lnTo>
                    <a:pt x="4676346" y="1527768"/>
                  </a:lnTo>
                  <a:lnTo>
                    <a:pt x="4679659" y="1525615"/>
                  </a:lnTo>
                  <a:lnTo>
                    <a:pt x="4679816" y="1525615"/>
                  </a:lnTo>
                  <a:lnTo>
                    <a:pt x="4679974" y="1524754"/>
                  </a:lnTo>
                  <a:lnTo>
                    <a:pt x="4680447" y="1523893"/>
                  </a:lnTo>
                  <a:lnTo>
                    <a:pt x="4680763" y="1523032"/>
                  </a:lnTo>
                  <a:lnTo>
                    <a:pt x="4682813" y="1522601"/>
                  </a:lnTo>
                  <a:lnTo>
                    <a:pt x="4686756" y="1519156"/>
                  </a:lnTo>
                  <a:lnTo>
                    <a:pt x="4687387" y="1519156"/>
                  </a:lnTo>
                  <a:lnTo>
                    <a:pt x="4687544" y="1519156"/>
                  </a:lnTo>
                  <a:lnTo>
                    <a:pt x="4687544" y="1518295"/>
                  </a:lnTo>
                  <a:lnTo>
                    <a:pt x="4690541" y="1517003"/>
                  </a:lnTo>
                  <a:lnTo>
                    <a:pt x="4690699" y="1517003"/>
                  </a:lnTo>
                  <a:lnTo>
                    <a:pt x="4691961" y="1514850"/>
                  </a:lnTo>
                  <a:lnTo>
                    <a:pt x="4697323" y="1510975"/>
                  </a:lnTo>
                  <a:lnTo>
                    <a:pt x="4702843" y="1508822"/>
                  </a:lnTo>
                  <a:lnTo>
                    <a:pt x="4712148" y="1504516"/>
                  </a:lnTo>
                  <a:lnTo>
                    <a:pt x="4712306" y="1504516"/>
                  </a:lnTo>
                  <a:lnTo>
                    <a:pt x="4717038" y="1503224"/>
                  </a:lnTo>
                  <a:lnTo>
                    <a:pt x="4717038" y="1502794"/>
                  </a:lnTo>
                  <a:lnTo>
                    <a:pt x="4721612" y="1500210"/>
                  </a:lnTo>
                  <a:lnTo>
                    <a:pt x="4722242" y="1500210"/>
                  </a:lnTo>
                  <a:lnTo>
                    <a:pt x="4723346" y="1499349"/>
                  </a:lnTo>
                  <a:lnTo>
                    <a:pt x="4727289" y="1495904"/>
                  </a:lnTo>
                  <a:lnTo>
                    <a:pt x="4727605" y="1495473"/>
                  </a:lnTo>
                  <a:lnTo>
                    <a:pt x="4727763" y="1495043"/>
                  </a:lnTo>
                  <a:lnTo>
                    <a:pt x="4728236" y="1495043"/>
                  </a:lnTo>
                  <a:lnTo>
                    <a:pt x="4732336" y="1493751"/>
                  </a:lnTo>
                  <a:lnTo>
                    <a:pt x="4732494" y="1492459"/>
                  </a:lnTo>
                  <a:lnTo>
                    <a:pt x="4733440" y="1491167"/>
                  </a:lnTo>
                  <a:lnTo>
                    <a:pt x="4734387" y="1490306"/>
                  </a:lnTo>
                  <a:lnTo>
                    <a:pt x="4737541" y="1489014"/>
                  </a:lnTo>
                  <a:lnTo>
                    <a:pt x="4737699" y="1488153"/>
                  </a:lnTo>
                  <a:lnTo>
                    <a:pt x="4737699" y="1487723"/>
                  </a:lnTo>
                  <a:lnTo>
                    <a:pt x="4741642" y="1486000"/>
                  </a:lnTo>
                  <a:lnTo>
                    <a:pt x="4742904" y="1485139"/>
                  </a:lnTo>
                  <a:lnTo>
                    <a:pt x="4743377" y="1485139"/>
                  </a:lnTo>
                  <a:lnTo>
                    <a:pt x="4743534" y="1484708"/>
                  </a:lnTo>
                  <a:lnTo>
                    <a:pt x="4744481" y="1484278"/>
                  </a:lnTo>
                  <a:lnTo>
                    <a:pt x="4747320" y="1481694"/>
                  </a:lnTo>
                  <a:lnTo>
                    <a:pt x="4749843" y="1480402"/>
                  </a:lnTo>
                  <a:lnTo>
                    <a:pt x="4755994" y="1476527"/>
                  </a:lnTo>
                  <a:lnTo>
                    <a:pt x="4755994" y="1476096"/>
                  </a:lnTo>
                  <a:lnTo>
                    <a:pt x="4762618" y="1474374"/>
                  </a:lnTo>
                  <a:lnTo>
                    <a:pt x="4768927" y="1467915"/>
                  </a:lnTo>
                  <a:lnTo>
                    <a:pt x="4768927" y="1467484"/>
                  </a:lnTo>
                  <a:lnTo>
                    <a:pt x="4768927" y="1467054"/>
                  </a:lnTo>
                  <a:lnTo>
                    <a:pt x="4772397" y="1465331"/>
                  </a:lnTo>
                  <a:lnTo>
                    <a:pt x="4775551" y="1464901"/>
                  </a:lnTo>
                  <a:lnTo>
                    <a:pt x="4775551" y="1464470"/>
                  </a:lnTo>
                  <a:lnTo>
                    <a:pt x="4776498" y="1464040"/>
                  </a:lnTo>
                  <a:lnTo>
                    <a:pt x="4781545" y="1461025"/>
                  </a:lnTo>
                  <a:lnTo>
                    <a:pt x="4781860" y="1460164"/>
                  </a:lnTo>
                  <a:lnTo>
                    <a:pt x="4785803" y="1457581"/>
                  </a:lnTo>
                  <a:lnTo>
                    <a:pt x="4786434" y="1456289"/>
                  </a:lnTo>
                  <a:lnTo>
                    <a:pt x="4788957" y="1454566"/>
                  </a:lnTo>
                  <a:lnTo>
                    <a:pt x="4788957" y="1453705"/>
                  </a:lnTo>
                  <a:lnTo>
                    <a:pt x="4793058" y="1453275"/>
                  </a:lnTo>
                  <a:lnTo>
                    <a:pt x="4793216" y="1452844"/>
                  </a:lnTo>
                  <a:lnTo>
                    <a:pt x="4793373" y="1452844"/>
                  </a:lnTo>
                  <a:lnTo>
                    <a:pt x="4794793" y="1451983"/>
                  </a:lnTo>
                  <a:lnTo>
                    <a:pt x="4799367" y="1451122"/>
                  </a:lnTo>
                  <a:lnTo>
                    <a:pt x="4799367" y="1450691"/>
                  </a:lnTo>
                  <a:lnTo>
                    <a:pt x="4800155" y="1448538"/>
                  </a:lnTo>
                  <a:lnTo>
                    <a:pt x="4800313" y="1448538"/>
                  </a:lnTo>
                  <a:lnTo>
                    <a:pt x="4801732" y="1445093"/>
                  </a:lnTo>
                  <a:lnTo>
                    <a:pt x="4802521" y="1444232"/>
                  </a:lnTo>
                  <a:lnTo>
                    <a:pt x="4808672" y="1439926"/>
                  </a:lnTo>
                  <a:lnTo>
                    <a:pt x="4808830" y="1439926"/>
                  </a:lnTo>
                  <a:lnTo>
                    <a:pt x="4814192" y="1436481"/>
                  </a:lnTo>
                  <a:lnTo>
                    <a:pt x="4821605" y="1433898"/>
                  </a:lnTo>
                  <a:lnTo>
                    <a:pt x="4824602" y="1430883"/>
                  </a:lnTo>
                  <a:lnTo>
                    <a:pt x="4825390" y="1430453"/>
                  </a:lnTo>
                  <a:lnTo>
                    <a:pt x="4830279" y="1428300"/>
                  </a:lnTo>
                  <a:lnTo>
                    <a:pt x="4831068" y="1427439"/>
                  </a:lnTo>
                  <a:lnTo>
                    <a:pt x="4831226" y="1427439"/>
                  </a:lnTo>
                  <a:lnTo>
                    <a:pt x="4835169" y="1426147"/>
                  </a:lnTo>
                  <a:lnTo>
                    <a:pt x="4836431" y="1424855"/>
                  </a:lnTo>
                  <a:lnTo>
                    <a:pt x="4838796" y="1423994"/>
                  </a:lnTo>
                  <a:lnTo>
                    <a:pt x="4843370" y="1420549"/>
                  </a:lnTo>
                  <a:lnTo>
                    <a:pt x="4843528" y="1420549"/>
                  </a:lnTo>
                  <a:lnTo>
                    <a:pt x="4847944" y="1420118"/>
                  </a:lnTo>
                  <a:lnTo>
                    <a:pt x="4848417" y="1419257"/>
                  </a:lnTo>
                  <a:lnTo>
                    <a:pt x="4848575" y="1419257"/>
                  </a:lnTo>
                  <a:lnTo>
                    <a:pt x="4848575" y="1418827"/>
                  </a:lnTo>
                  <a:lnTo>
                    <a:pt x="4851414" y="1416243"/>
                  </a:lnTo>
                  <a:lnTo>
                    <a:pt x="4851729" y="1415382"/>
                  </a:lnTo>
                  <a:lnTo>
                    <a:pt x="4855357" y="1412368"/>
                  </a:lnTo>
                  <a:lnTo>
                    <a:pt x="4855514" y="1411937"/>
                  </a:lnTo>
                  <a:lnTo>
                    <a:pt x="4855672" y="1411506"/>
                  </a:lnTo>
                  <a:lnTo>
                    <a:pt x="4859142" y="1410215"/>
                  </a:lnTo>
                  <a:lnTo>
                    <a:pt x="4860246" y="1409353"/>
                  </a:lnTo>
                  <a:lnTo>
                    <a:pt x="4860877" y="1408923"/>
                  </a:lnTo>
                  <a:lnTo>
                    <a:pt x="4862139" y="1408492"/>
                  </a:lnTo>
                  <a:lnTo>
                    <a:pt x="4862454" y="1408492"/>
                  </a:lnTo>
                  <a:lnTo>
                    <a:pt x="4864662" y="1407631"/>
                  </a:lnTo>
                  <a:lnTo>
                    <a:pt x="4866870" y="1404617"/>
                  </a:lnTo>
                  <a:lnTo>
                    <a:pt x="4872233" y="1401603"/>
                  </a:lnTo>
                  <a:lnTo>
                    <a:pt x="4877437" y="1398158"/>
                  </a:lnTo>
                  <a:lnTo>
                    <a:pt x="4884535" y="1394282"/>
                  </a:lnTo>
                  <a:lnTo>
                    <a:pt x="4885639" y="1393421"/>
                  </a:lnTo>
                  <a:lnTo>
                    <a:pt x="4885639" y="1392991"/>
                  </a:lnTo>
                  <a:lnTo>
                    <a:pt x="4885796" y="1392560"/>
                  </a:lnTo>
                  <a:lnTo>
                    <a:pt x="4889897" y="1388685"/>
                  </a:lnTo>
                  <a:lnTo>
                    <a:pt x="4892263" y="1387393"/>
                  </a:lnTo>
                  <a:lnTo>
                    <a:pt x="4892578" y="1386962"/>
                  </a:lnTo>
                  <a:lnTo>
                    <a:pt x="4896521" y="1383087"/>
                  </a:lnTo>
                  <a:lnTo>
                    <a:pt x="4896679" y="1383087"/>
                  </a:lnTo>
                  <a:lnTo>
                    <a:pt x="4897467" y="1380073"/>
                  </a:lnTo>
                  <a:lnTo>
                    <a:pt x="4897467" y="1379642"/>
                  </a:lnTo>
                  <a:lnTo>
                    <a:pt x="4900622" y="1377058"/>
                  </a:lnTo>
                  <a:lnTo>
                    <a:pt x="4903145" y="1376197"/>
                  </a:lnTo>
                  <a:lnTo>
                    <a:pt x="4903303" y="1376197"/>
                  </a:lnTo>
                  <a:lnTo>
                    <a:pt x="4907561" y="1373614"/>
                  </a:lnTo>
                  <a:lnTo>
                    <a:pt x="4912608" y="1370599"/>
                  </a:lnTo>
                  <a:lnTo>
                    <a:pt x="4913239" y="1370169"/>
                  </a:lnTo>
                  <a:lnTo>
                    <a:pt x="4913870" y="1369738"/>
                  </a:lnTo>
                  <a:lnTo>
                    <a:pt x="4917813" y="1368016"/>
                  </a:lnTo>
                  <a:lnTo>
                    <a:pt x="4917813" y="1367155"/>
                  </a:lnTo>
                  <a:lnTo>
                    <a:pt x="4917813" y="1366724"/>
                  </a:lnTo>
                  <a:lnTo>
                    <a:pt x="4918286" y="1366293"/>
                  </a:lnTo>
                  <a:lnTo>
                    <a:pt x="4918917" y="1365863"/>
                  </a:lnTo>
                  <a:lnTo>
                    <a:pt x="4924753" y="1362418"/>
                  </a:lnTo>
                  <a:lnTo>
                    <a:pt x="4930746" y="1359834"/>
                  </a:lnTo>
                  <a:lnTo>
                    <a:pt x="4938001" y="1355959"/>
                  </a:lnTo>
                  <a:lnTo>
                    <a:pt x="4940525" y="1353806"/>
                  </a:lnTo>
                  <a:lnTo>
                    <a:pt x="4940682" y="1352514"/>
                  </a:lnTo>
                  <a:lnTo>
                    <a:pt x="4947937" y="1349500"/>
                  </a:lnTo>
                  <a:lnTo>
                    <a:pt x="4952984" y="1346486"/>
                  </a:lnTo>
                  <a:lnTo>
                    <a:pt x="4953300" y="1346486"/>
                  </a:lnTo>
                  <a:lnTo>
                    <a:pt x="4954877" y="1345194"/>
                  </a:lnTo>
                  <a:lnTo>
                    <a:pt x="4956770" y="1343472"/>
                  </a:lnTo>
                  <a:lnTo>
                    <a:pt x="4961501" y="1340457"/>
                  </a:lnTo>
                  <a:lnTo>
                    <a:pt x="4961501" y="1340027"/>
                  </a:lnTo>
                  <a:lnTo>
                    <a:pt x="4965286" y="1338304"/>
                  </a:lnTo>
                  <a:lnTo>
                    <a:pt x="4965602" y="1336582"/>
                  </a:lnTo>
                  <a:lnTo>
                    <a:pt x="4966075" y="1334429"/>
                  </a:lnTo>
                  <a:lnTo>
                    <a:pt x="4968283" y="1333137"/>
                  </a:lnTo>
                  <a:lnTo>
                    <a:pt x="4968283" y="1332707"/>
                  </a:lnTo>
                  <a:lnTo>
                    <a:pt x="4971122" y="1331415"/>
                  </a:lnTo>
                  <a:lnTo>
                    <a:pt x="4971437" y="1331415"/>
                  </a:lnTo>
                  <a:lnTo>
                    <a:pt x="4971595" y="1331415"/>
                  </a:lnTo>
                  <a:lnTo>
                    <a:pt x="4973645" y="1330123"/>
                  </a:lnTo>
                  <a:lnTo>
                    <a:pt x="4973803" y="1330123"/>
                  </a:lnTo>
                  <a:lnTo>
                    <a:pt x="4974907" y="1329262"/>
                  </a:lnTo>
                  <a:lnTo>
                    <a:pt x="4975065" y="1328831"/>
                  </a:lnTo>
                  <a:lnTo>
                    <a:pt x="4975380" y="1328401"/>
                  </a:lnTo>
                  <a:lnTo>
                    <a:pt x="4978062" y="1326248"/>
                  </a:lnTo>
                  <a:lnTo>
                    <a:pt x="4979166" y="1324956"/>
                  </a:lnTo>
                  <a:lnTo>
                    <a:pt x="4986421" y="1321511"/>
                  </a:lnTo>
                  <a:lnTo>
                    <a:pt x="4991310" y="1319358"/>
                  </a:lnTo>
                  <a:lnTo>
                    <a:pt x="4997145" y="1317205"/>
                  </a:lnTo>
                  <a:lnTo>
                    <a:pt x="4997619" y="1316774"/>
                  </a:lnTo>
                  <a:lnTo>
                    <a:pt x="5001877" y="1315483"/>
                  </a:lnTo>
                  <a:lnTo>
                    <a:pt x="5004400" y="1313330"/>
                  </a:lnTo>
                  <a:lnTo>
                    <a:pt x="5004558" y="1312899"/>
                  </a:lnTo>
                  <a:lnTo>
                    <a:pt x="5009290" y="1309454"/>
                  </a:lnTo>
                  <a:lnTo>
                    <a:pt x="5009290" y="1309024"/>
                  </a:lnTo>
                  <a:lnTo>
                    <a:pt x="5009763" y="1308162"/>
                  </a:lnTo>
                  <a:lnTo>
                    <a:pt x="5010078" y="1307732"/>
                  </a:lnTo>
                  <a:lnTo>
                    <a:pt x="5010078" y="1307301"/>
                  </a:lnTo>
                  <a:lnTo>
                    <a:pt x="5013706" y="1303856"/>
                  </a:lnTo>
                  <a:lnTo>
                    <a:pt x="5015125" y="1300842"/>
                  </a:lnTo>
                  <a:lnTo>
                    <a:pt x="5016229" y="1299981"/>
                  </a:lnTo>
                  <a:lnTo>
                    <a:pt x="5016229" y="1299550"/>
                  </a:lnTo>
                  <a:lnTo>
                    <a:pt x="5016387" y="1299550"/>
                  </a:lnTo>
                  <a:lnTo>
                    <a:pt x="5019857" y="1298259"/>
                  </a:lnTo>
                  <a:lnTo>
                    <a:pt x="5020015" y="1298259"/>
                  </a:lnTo>
                  <a:lnTo>
                    <a:pt x="5023327" y="1295675"/>
                  </a:lnTo>
                  <a:lnTo>
                    <a:pt x="5024273" y="1294814"/>
                  </a:lnTo>
                  <a:lnTo>
                    <a:pt x="5024746" y="1293953"/>
                  </a:lnTo>
                  <a:lnTo>
                    <a:pt x="5025850" y="1292661"/>
                  </a:lnTo>
                  <a:lnTo>
                    <a:pt x="5029793" y="1290938"/>
                  </a:lnTo>
                  <a:lnTo>
                    <a:pt x="5037679" y="1286202"/>
                  </a:lnTo>
                  <a:lnTo>
                    <a:pt x="5043830" y="1284910"/>
                  </a:lnTo>
                  <a:lnTo>
                    <a:pt x="5049035" y="1280604"/>
                  </a:lnTo>
                  <a:lnTo>
                    <a:pt x="5050927" y="1279743"/>
                  </a:lnTo>
                  <a:lnTo>
                    <a:pt x="5058182" y="1276729"/>
                  </a:lnTo>
                  <a:lnTo>
                    <a:pt x="5058340" y="1276729"/>
                  </a:lnTo>
                  <a:lnTo>
                    <a:pt x="5058813" y="1275437"/>
                  </a:lnTo>
                  <a:lnTo>
                    <a:pt x="5058813" y="1274145"/>
                  </a:lnTo>
                  <a:lnTo>
                    <a:pt x="5063072" y="1272423"/>
                  </a:lnTo>
                  <a:lnTo>
                    <a:pt x="5063229" y="1271131"/>
                  </a:lnTo>
                  <a:lnTo>
                    <a:pt x="5064018" y="1270270"/>
                  </a:lnTo>
                  <a:lnTo>
                    <a:pt x="5072692" y="1268547"/>
                  </a:lnTo>
                  <a:lnTo>
                    <a:pt x="5072692" y="1267686"/>
                  </a:lnTo>
                  <a:lnTo>
                    <a:pt x="5077897" y="1266394"/>
                  </a:lnTo>
                  <a:lnTo>
                    <a:pt x="5078055" y="1265964"/>
                  </a:lnTo>
                  <a:lnTo>
                    <a:pt x="5078528" y="1265964"/>
                  </a:lnTo>
                  <a:lnTo>
                    <a:pt x="5079948" y="1265964"/>
                  </a:lnTo>
                  <a:lnTo>
                    <a:pt x="5080105" y="1265964"/>
                  </a:lnTo>
                  <a:lnTo>
                    <a:pt x="5083575" y="1264241"/>
                  </a:lnTo>
                  <a:lnTo>
                    <a:pt x="5084364" y="1262949"/>
                  </a:lnTo>
                  <a:lnTo>
                    <a:pt x="5084521" y="1262949"/>
                  </a:lnTo>
                  <a:lnTo>
                    <a:pt x="5084837" y="1262949"/>
                  </a:lnTo>
                  <a:lnTo>
                    <a:pt x="5087518" y="1262088"/>
                  </a:lnTo>
                  <a:lnTo>
                    <a:pt x="5088937" y="1261227"/>
                  </a:lnTo>
                  <a:lnTo>
                    <a:pt x="5089095" y="1260796"/>
                  </a:lnTo>
                  <a:lnTo>
                    <a:pt x="5089411" y="1259505"/>
                  </a:lnTo>
                  <a:lnTo>
                    <a:pt x="5096350" y="1255199"/>
                  </a:lnTo>
                  <a:lnTo>
                    <a:pt x="5102344" y="1253046"/>
                  </a:lnTo>
                  <a:lnTo>
                    <a:pt x="5108179" y="1249601"/>
                  </a:lnTo>
                  <a:lnTo>
                    <a:pt x="5108337" y="1249601"/>
                  </a:lnTo>
                  <a:lnTo>
                    <a:pt x="5108495" y="1249170"/>
                  </a:lnTo>
                  <a:lnTo>
                    <a:pt x="5113226" y="1246156"/>
                  </a:lnTo>
                  <a:lnTo>
                    <a:pt x="5114646" y="1245725"/>
                  </a:lnTo>
                  <a:lnTo>
                    <a:pt x="5119850" y="1244434"/>
                  </a:lnTo>
                  <a:lnTo>
                    <a:pt x="5120008" y="1244003"/>
                  </a:lnTo>
                  <a:lnTo>
                    <a:pt x="5121901" y="1243572"/>
                  </a:lnTo>
                  <a:lnTo>
                    <a:pt x="5125213" y="1240558"/>
                  </a:lnTo>
                  <a:lnTo>
                    <a:pt x="5125844" y="1239697"/>
                  </a:lnTo>
                  <a:lnTo>
                    <a:pt x="5130733" y="1237113"/>
                  </a:lnTo>
                  <a:lnTo>
                    <a:pt x="5130733" y="1236252"/>
                  </a:lnTo>
                  <a:lnTo>
                    <a:pt x="5131995" y="1234530"/>
                  </a:lnTo>
                  <a:lnTo>
                    <a:pt x="5132941" y="1234099"/>
                  </a:lnTo>
                  <a:lnTo>
                    <a:pt x="5133099" y="1234099"/>
                  </a:lnTo>
                  <a:lnTo>
                    <a:pt x="5136095" y="1232807"/>
                  </a:lnTo>
                  <a:lnTo>
                    <a:pt x="5136095" y="1232377"/>
                  </a:lnTo>
                  <a:lnTo>
                    <a:pt x="5136253" y="1232377"/>
                  </a:lnTo>
                  <a:lnTo>
                    <a:pt x="5136253" y="1231946"/>
                  </a:lnTo>
                  <a:lnTo>
                    <a:pt x="5136253" y="1231516"/>
                  </a:lnTo>
                  <a:lnTo>
                    <a:pt x="5140827" y="1230654"/>
                  </a:lnTo>
                  <a:lnTo>
                    <a:pt x="5142719" y="1229363"/>
                  </a:lnTo>
                  <a:lnTo>
                    <a:pt x="5143035" y="1229363"/>
                  </a:lnTo>
                  <a:lnTo>
                    <a:pt x="5143508" y="1228071"/>
                  </a:lnTo>
                  <a:lnTo>
                    <a:pt x="5143508" y="1227640"/>
                  </a:lnTo>
                  <a:lnTo>
                    <a:pt x="5143666" y="1226779"/>
                  </a:lnTo>
                  <a:lnTo>
                    <a:pt x="5146662" y="1222042"/>
                  </a:lnTo>
                  <a:lnTo>
                    <a:pt x="5153602" y="1218598"/>
                  </a:lnTo>
                  <a:lnTo>
                    <a:pt x="5160857" y="1215153"/>
                  </a:lnTo>
                  <a:lnTo>
                    <a:pt x="5168112" y="1213000"/>
                  </a:lnTo>
                  <a:lnTo>
                    <a:pt x="5168112" y="1212569"/>
                  </a:lnTo>
                  <a:lnTo>
                    <a:pt x="5171266" y="1211708"/>
                  </a:lnTo>
                  <a:lnTo>
                    <a:pt x="5176787" y="1208694"/>
                  </a:lnTo>
                  <a:lnTo>
                    <a:pt x="5176944" y="1208694"/>
                  </a:lnTo>
                  <a:lnTo>
                    <a:pt x="5177260" y="1206541"/>
                  </a:lnTo>
                  <a:lnTo>
                    <a:pt x="5177417" y="1206541"/>
                  </a:lnTo>
                  <a:lnTo>
                    <a:pt x="5182622" y="1204388"/>
                  </a:lnTo>
                  <a:lnTo>
                    <a:pt x="5187669" y="1201804"/>
                  </a:lnTo>
                  <a:lnTo>
                    <a:pt x="5188773" y="1200943"/>
                  </a:lnTo>
                  <a:lnTo>
                    <a:pt x="5192558" y="1198790"/>
                  </a:lnTo>
                  <a:lnTo>
                    <a:pt x="5193032" y="1197929"/>
                  </a:lnTo>
                  <a:lnTo>
                    <a:pt x="5196344" y="1196637"/>
                  </a:lnTo>
                  <a:lnTo>
                    <a:pt x="5199340" y="1195776"/>
                  </a:lnTo>
                  <a:lnTo>
                    <a:pt x="5199656" y="1195776"/>
                  </a:lnTo>
                  <a:lnTo>
                    <a:pt x="5200129" y="1195776"/>
                  </a:lnTo>
                  <a:lnTo>
                    <a:pt x="5200287" y="1195776"/>
                  </a:lnTo>
                  <a:lnTo>
                    <a:pt x="5202652" y="1193192"/>
                  </a:lnTo>
                  <a:lnTo>
                    <a:pt x="5202652" y="1192331"/>
                  </a:lnTo>
                  <a:lnTo>
                    <a:pt x="5203283" y="1191470"/>
                  </a:lnTo>
                  <a:lnTo>
                    <a:pt x="5204072" y="1189747"/>
                  </a:lnTo>
                  <a:lnTo>
                    <a:pt x="5204230" y="1188886"/>
                  </a:lnTo>
                  <a:lnTo>
                    <a:pt x="5208172" y="1187164"/>
                  </a:lnTo>
                  <a:lnTo>
                    <a:pt x="5219055" y="1180274"/>
                  </a:lnTo>
                  <a:lnTo>
                    <a:pt x="5219686" y="1178982"/>
                  </a:lnTo>
                  <a:lnTo>
                    <a:pt x="5225364" y="1178121"/>
                  </a:lnTo>
                  <a:lnTo>
                    <a:pt x="5230884" y="1175968"/>
                  </a:lnTo>
                  <a:lnTo>
                    <a:pt x="5231199" y="1175538"/>
                  </a:lnTo>
                  <a:lnTo>
                    <a:pt x="5231357" y="1175538"/>
                  </a:lnTo>
                  <a:lnTo>
                    <a:pt x="5237193" y="1173385"/>
                  </a:lnTo>
                  <a:lnTo>
                    <a:pt x="5237981" y="1172093"/>
                  </a:lnTo>
                  <a:lnTo>
                    <a:pt x="5239716" y="1171662"/>
                  </a:lnTo>
                  <a:lnTo>
                    <a:pt x="5239874" y="1171662"/>
                  </a:lnTo>
                  <a:lnTo>
                    <a:pt x="5245079" y="1167787"/>
                  </a:lnTo>
                  <a:lnTo>
                    <a:pt x="5250599" y="1164773"/>
                  </a:lnTo>
                  <a:lnTo>
                    <a:pt x="5250914" y="1163911"/>
                  </a:lnTo>
                  <a:lnTo>
                    <a:pt x="5251545" y="1163481"/>
                  </a:lnTo>
                  <a:lnTo>
                    <a:pt x="5253122" y="1163050"/>
                  </a:lnTo>
                  <a:lnTo>
                    <a:pt x="5254226" y="1161758"/>
                  </a:lnTo>
                  <a:lnTo>
                    <a:pt x="5256750" y="1159605"/>
                  </a:lnTo>
                  <a:lnTo>
                    <a:pt x="5257223" y="1159175"/>
                  </a:lnTo>
                  <a:lnTo>
                    <a:pt x="5257223" y="1158314"/>
                  </a:lnTo>
                  <a:lnTo>
                    <a:pt x="5261008" y="1156161"/>
                  </a:lnTo>
                  <a:lnTo>
                    <a:pt x="5262585" y="1155299"/>
                  </a:lnTo>
                  <a:lnTo>
                    <a:pt x="5262901" y="1154438"/>
                  </a:lnTo>
                  <a:lnTo>
                    <a:pt x="5262901" y="1153577"/>
                  </a:lnTo>
                  <a:lnTo>
                    <a:pt x="5264005" y="1152285"/>
                  </a:lnTo>
                  <a:lnTo>
                    <a:pt x="5267790" y="1150993"/>
                  </a:lnTo>
                  <a:lnTo>
                    <a:pt x="5267948" y="1150563"/>
                  </a:lnTo>
                  <a:lnTo>
                    <a:pt x="5274572" y="1148840"/>
                  </a:lnTo>
                  <a:lnTo>
                    <a:pt x="5280723" y="1146257"/>
                  </a:lnTo>
                  <a:lnTo>
                    <a:pt x="5281669" y="1145396"/>
                  </a:lnTo>
                  <a:lnTo>
                    <a:pt x="5287505" y="1144104"/>
                  </a:lnTo>
                  <a:lnTo>
                    <a:pt x="5290028" y="1140659"/>
                  </a:lnTo>
                  <a:lnTo>
                    <a:pt x="5295233" y="1138937"/>
                  </a:lnTo>
                  <a:lnTo>
                    <a:pt x="5300753" y="1135492"/>
                  </a:lnTo>
                  <a:lnTo>
                    <a:pt x="5301069" y="1134631"/>
                  </a:lnTo>
                  <a:lnTo>
                    <a:pt x="5301384" y="1134200"/>
                  </a:lnTo>
                  <a:lnTo>
                    <a:pt x="5301384" y="1133769"/>
                  </a:lnTo>
                  <a:lnTo>
                    <a:pt x="5301542" y="1133769"/>
                  </a:lnTo>
                  <a:lnTo>
                    <a:pt x="5305642" y="1132047"/>
                  </a:lnTo>
                  <a:lnTo>
                    <a:pt x="5308797" y="1128172"/>
                  </a:lnTo>
                  <a:lnTo>
                    <a:pt x="5308954" y="1128172"/>
                  </a:lnTo>
                  <a:lnTo>
                    <a:pt x="5309112" y="1127310"/>
                  </a:lnTo>
                  <a:lnTo>
                    <a:pt x="5312109" y="1126019"/>
                  </a:lnTo>
                  <a:lnTo>
                    <a:pt x="5312267" y="1125588"/>
                  </a:lnTo>
                  <a:lnTo>
                    <a:pt x="5314317" y="1123435"/>
                  </a:lnTo>
                  <a:lnTo>
                    <a:pt x="5317787" y="1121713"/>
                  </a:lnTo>
                  <a:lnTo>
                    <a:pt x="5317944" y="1121282"/>
                  </a:lnTo>
                  <a:lnTo>
                    <a:pt x="5318891" y="1119560"/>
                  </a:lnTo>
                  <a:lnTo>
                    <a:pt x="5322676" y="1116545"/>
                  </a:lnTo>
                  <a:lnTo>
                    <a:pt x="5324726" y="1114823"/>
                  </a:lnTo>
                  <a:lnTo>
                    <a:pt x="5324884" y="1114823"/>
                  </a:lnTo>
                  <a:lnTo>
                    <a:pt x="5324884" y="1114392"/>
                  </a:lnTo>
                  <a:lnTo>
                    <a:pt x="5327881" y="1113962"/>
                  </a:lnTo>
                  <a:lnTo>
                    <a:pt x="5333716" y="1110948"/>
                  </a:lnTo>
                  <a:lnTo>
                    <a:pt x="5336397" y="1108795"/>
                  </a:lnTo>
                  <a:lnTo>
                    <a:pt x="5343022" y="1106642"/>
                  </a:lnTo>
                  <a:lnTo>
                    <a:pt x="5343810" y="1106211"/>
                  </a:lnTo>
                  <a:lnTo>
                    <a:pt x="5344283" y="1104919"/>
                  </a:lnTo>
                  <a:lnTo>
                    <a:pt x="5349803" y="1102336"/>
                  </a:lnTo>
                  <a:lnTo>
                    <a:pt x="5349803" y="1101905"/>
                  </a:lnTo>
                  <a:lnTo>
                    <a:pt x="5353589" y="1099752"/>
                  </a:lnTo>
                  <a:lnTo>
                    <a:pt x="5355955" y="1099321"/>
                  </a:lnTo>
                  <a:lnTo>
                    <a:pt x="5359109" y="1098891"/>
                  </a:lnTo>
                  <a:lnTo>
                    <a:pt x="5362421" y="1097599"/>
                  </a:lnTo>
                  <a:lnTo>
                    <a:pt x="5366048" y="1095446"/>
                  </a:lnTo>
                  <a:lnTo>
                    <a:pt x="5366364" y="1095015"/>
                  </a:lnTo>
                  <a:lnTo>
                    <a:pt x="5366679" y="1094154"/>
                  </a:lnTo>
                  <a:lnTo>
                    <a:pt x="5368572" y="1091140"/>
                  </a:lnTo>
                  <a:lnTo>
                    <a:pt x="5369676" y="1090279"/>
                  </a:lnTo>
                  <a:lnTo>
                    <a:pt x="5374250" y="1089848"/>
                  </a:lnTo>
                  <a:lnTo>
                    <a:pt x="5374565" y="1089418"/>
                  </a:lnTo>
                  <a:lnTo>
                    <a:pt x="5374723" y="1088987"/>
                  </a:lnTo>
                  <a:lnTo>
                    <a:pt x="5377562" y="1088126"/>
                  </a:lnTo>
                  <a:lnTo>
                    <a:pt x="5378351" y="1086834"/>
                  </a:lnTo>
                  <a:lnTo>
                    <a:pt x="5378508" y="1086403"/>
                  </a:lnTo>
                  <a:lnTo>
                    <a:pt x="5379297" y="1084681"/>
                  </a:lnTo>
                  <a:lnTo>
                    <a:pt x="5380085" y="1083820"/>
                  </a:lnTo>
                  <a:lnTo>
                    <a:pt x="5382451" y="1082528"/>
                  </a:lnTo>
                  <a:lnTo>
                    <a:pt x="5383082" y="1082097"/>
                  </a:lnTo>
                  <a:lnTo>
                    <a:pt x="5389706" y="1079944"/>
                  </a:lnTo>
                  <a:lnTo>
                    <a:pt x="5395857" y="1079083"/>
                  </a:lnTo>
                  <a:lnTo>
                    <a:pt x="5402008" y="1074777"/>
                  </a:lnTo>
                  <a:lnTo>
                    <a:pt x="5409736" y="1071332"/>
                  </a:lnTo>
                  <a:lnTo>
                    <a:pt x="5410210" y="1070902"/>
                  </a:lnTo>
                  <a:lnTo>
                    <a:pt x="5414153" y="1069179"/>
                  </a:lnTo>
                  <a:lnTo>
                    <a:pt x="5415257" y="1068318"/>
                  </a:lnTo>
                  <a:lnTo>
                    <a:pt x="5415572" y="1068318"/>
                  </a:lnTo>
                  <a:lnTo>
                    <a:pt x="5418726" y="1064443"/>
                  </a:lnTo>
                  <a:lnTo>
                    <a:pt x="5421092" y="1061859"/>
                  </a:lnTo>
                  <a:lnTo>
                    <a:pt x="5422196" y="1060998"/>
                  </a:lnTo>
                  <a:lnTo>
                    <a:pt x="5422196" y="1060567"/>
                  </a:lnTo>
                  <a:lnTo>
                    <a:pt x="5423142" y="1059706"/>
                  </a:lnTo>
                  <a:lnTo>
                    <a:pt x="5427085" y="1058845"/>
                  </a:lnTo>
                  <a:lnTo>
                    <a:pt x="5427085" y="1058414"/>
                  </a:lnTo>
                  <a:lnTo>
                    <a:pt x="5433867" y="1053247"/>
                  </a:lnTo>
                  <a:lnTo>
                    <a:pt x="5434025" y="1053247"/>
                  </a:lnTo>
                  <a:lnTo>
                    <a:pt x="5434340" y="1053247"/>
                  </a:lnTo>
                  <a:lnTo>
                    <a:pt x="5435602" y="1052386"/>
                  </a:lnTo>
                  <a:lnTo>
                    <a:pt x="5436233" y="1051525"/>
                  </a:lnTo>
                  <a:lnTo>
                    <a:pt x="5440334" y="1050664"/>
                  </a:lnTo>
                  <a:lnTo>
                    <a:pt x="5441596" y="1048941"/>
                  </a:lnTo>
                  <a:lnTo>
                    <a:pt x="5441596" y="1048511"/>
                  </a:lnTo>
                  <a:lnTo>
                    <a:pt x="5444592" y="1046788"/>
                  </a:lnTo>
                  <a:lnTo>
                    <a:pt x="5450112" y="1044205"/>
                  </a:lnTo>
                  <a:lnTo>
                    <a:pt x="5452636" y="1042913"/>
                  </a:lnTo>
                  <a:lnTo>
                    <a:pt x="5457052" y="1042482"/>
                  </a:lnTo>
                  <a:lnTo>
                    <a:pt x="5457210" y="1042482"/>
                  </a:lnTo>
                  <a:lnTo>
                    <a:pt x="5462257" y="1039468"/>
                  </a:lnTo>
                  <a:lnTo>
                    <a:pt x="5468408" y="1037315"/>
                  </a:lnTo>
                  <a:lnTo>
                    <a:pt x="5468723" y="1036023"/>
                  </a:lnTo>
                  <a:lnTo>
                    <a:pt x="5468723" y="1035593"/>
                  </a:lnTo>
                  <a:lnTo>
                    <a:pt x="5470300" y="1032148"/>
                  </a:lnTo>
                  <a:lnTo>
                    <a:pt x="5473139" y="1030425"/>
                  </a:lnTo>
                  <a:lnTo>
                    <a:pt x="5478186" y="1028703"/>
                  </a:lnTo>
                  <a:lnTo>
                    <a:pt x="5478344" y="1028272"/>
                  </a:lnTo>
                  <a:lnTo>
                    <a:pt x="5482760" y="1027411"/>
                  </a:lnTo>
                  <a:lnTo>
                    <a:pt x="5483075" y="1026981"/>
                  </a:lnTo>
                  <a:lnTo>
                    <a:pt x="5484968" y="1023536"/>
                  </a:lnTo>
                  <a:lnTo>
                    <a:pt x="5485283" y="1023536"/>
                  </a:lnTo>
                  <a:lnTo>
                    <a:pt x="5490488" y="1022244"/>
                  </a:lnTo>
                  <a:lnTo>
                    <a:pt x="5491277" y="1021813"/>
                  </a:lnTo>
                  <a:lnTo>
                    <a:pt x="5491277" y="1021383"/>
                  </a:lnTo>
                  <a:lnTo>
                    <a:pt x="5494904" y="1020522"/>
                  </a:lnTo>
                  <a:lnTo>
                    <a:pt x="5495377" y="1019660"/>
                  </a:lnTo>
                  <a:lnTo>
                    <a:pt x="5495535" y="1018369"/>
                  </a:lnTo>
                  <a:lnTo>
                    <a:pt x="5495535" y="1017938"/>
                  </a:lnTo>
                  <a:lnTo>
                    <a:pt x="5496955" y="1017507"/>
                  </a:lnTo>
                  <a:lnTo>
                    <a:pt x="5497428" y="1017077"/>
                  </a:lnTo>
                  <a:lnTo>
                    <a:pt x="5497743" y="1016646"/>
                  </a:lnTo>
                  <a:lnTo>
                    <a:pt x="5501686" y="1011048"/>
                  </a:lnTo>
                  <a:lnTo>
                    <a:pt x="5505787" y="1009326"/>
                  </a:lnTo>
                  <a:lnTo>
                    <a:pt x="5511465" y="1006742"/>
                  </a:lnTo>
                  <a:lnTo>
                    <a:pt x="5515881" y="1004589"/>
                  </a:lnTo>
                  <a:lnTo>
                    <a:pt x="5516039" y="1004159"/>
                  </a:lnTo>
                  <a:lnTo>
                    <a:pt x="5518089" y="1002006"/>
                  </a:lnTo>
                  <a:lnTo>
                    <a:pt x="5523767" y="999853"/>
                  </a:lnTo>
                  <a:lnTo>
                    <a:pt x="5527710" y="998130"/>
                  </a:lnTo>
                  <a:lnTo>
                    <a:pt x="5527710" y="997700"/>
                  </a:lnTo>
                  <a:lnTo>
                    <a:pt x="5532599" y="997269"/>
                  </a:lnTo>
                  <a:lnTo>
                    <a:pt x="5533230" y="997269"/>
                  </a:lnTo>
                  <a:lnTo>
                    <a:pt x="5534176" y="995977"/>
                  </a:lnTo>
                  <a:lnTo>
                    <a:pt x="5539696" y="992102"/>
                  </a:lnTo>
                  <a:lnTo>
                    <a:pt x="5543797" y="991241"/>
                  </a:lnTo>
                  <a:lnTo>
                    <a:pt x="5545532" y="990380"/>
                  </a:lnTo>
                  <a:lnTo>
                    <a:pt x="5549159" y="987796"/>
                  </a:lnTo>
                  <a:lnTo>
                    <a:pt x="5549475" y="987796"/>
                  </a:lnTo>
                  <a:lnTo>
                    <a:pt x="5549475" y="987365"/>
                  </a:lnTo>
                  <a:lnTo>
                    <a:pt x="5549633" y="987365"/>
                  </a:lnTo>
                  <a:lnTo>
                    <a:pt x="5552787" y="986504"/>
                  </a:lnTo>
                  <a:lnTo>
                    <a:pt x="5554522" y="986074"/>
                  </a:lnTo>
                  <a:lnTo>
                    <a:pt x="5555310" y="985643"/>
                  </a:lnTo>
                  <a:lnTo>
                    <a:pt x="5555784" y="985212"/>
                  </a:lnTo>
                  <a:lnTo>
                    <a:pt x="5557203" y="983921"/>
                  </a:lnTo>
                  <a:lnTo>
                    <a:pt x="5557676" y="983059"/>
                  </a:lnTo>
                  <a:lnTo>
                    <a:pt x="5562881" y="980476"/>
                  </a:lnTo>
                  <a:lnTo>
                    <a:pt x="5564616" y="979184"/>
                  </a:lnTo>
                  <a:lnTo>
                    <a:pt x="5564616" y="978753"/>
                  </a:lnTo>
                  <a:lnTo>
                    <a:pt x="5567297" y="977462"/>
                  </a:lnTo>
                  <a:lnTo>
                    <a:pt x="5572502" y="976170"/>
                  </a:lnTo>
                  <a:lnTo>
                    <a:pt x="5580388" y="972294"/>
                  </a:lnTo>
                  <a:lnTo>
                    <a:pt x="5585750" y="970141"/>
                  </a:lnTo>
                  <a:lnTo>
                    <a:pt x="5586854" y="968850"/>
                  </a:lnTo>
                  <a:lnTo>
                    <a:pt x="5587643" y="968850"/>
                  </a:lnTo>
                  <a:lnTo>
                    <a:pt x="5592059" y="968419"/>
                  </a:lnTo>
                  <a:lnTo>
                    <a:pt x="5592216" y="967988"/>
                  </a:lnTo>
                  <a:lnTo>
                    <a:pt x="5594898" y="966697"/>
                  </a:lnTo>
                  <a:lnTo>
                    <a:pt x="5596948" y="964113"/>
                  </a:lnTo>
                  <a:lnTo>
                    <a:pt x="5603414" y="963682"/>
                  </a:lnTo>
                  <a:lnTo>
                    <a:pt x="5603888" y="962821"/>
                  </a:lnTo>
                  <a:lnTo>
                    <a:pt x="5603888" y="962391"/>
                  </a:lnTo>
                  <a:lnTo>
                    <a:pt x="5609250" y="961099"/>
                  </a:lnTo>
                  <a:lnTo>
                    <a:pt x="5612404" y="960238"/>
                  </a:lnTo>
                  <a:lnTo>
                    <a:pt x="5616032" y="958946"/>
                  </a:lnTo>
                  <a:lnTo>
                    <a:pt x="5616347" y="958946"/>
                  </a:lnTo>
                  <a:lnTo>
                    <a:pt x="5618082" y="956793"/>
                  </a:lnTo>
                  <a:lnTo>
                    <a:pt x="5618240" y="955932"/>
                  </a:lnTo>
                  <a:lnTo>
                    <a:pt x="5621552" y="953348"/>
                  </a:lnTo>
                  <a:lnTo>
                    <a:pt x="5624233" y="951626"/>
                  </a:lnTo>
                  <a:lnTo>
                    <a:pt x="5624549" y="951195"/>
                  </a:lnTo>
                  <a:lnTo>
                    <a:pt x="5625022" y="950764"/>
                  </a:lnTo>
                  <a:lnTo>
                    <a:pt x="5627703" y="948611"/>
                  </a:lnTo>
                  <a:lnTo>
                    <a:pt x="5628334" y="946889"/>
                  </a:lnTo>
                  <a:lnTo>
                    <a:pt x="5629753" y="946458"/>
                  </a:lnTo>
                  <a:lnTo>
                    <a:pt x="5634012" y="946458"/>
                  </a:lnTo>
                  <a:lnTo>
                    <a:pt x="5638270" y="945597"/>
                  </a:lnTo>
                  <a:lnTo>
                    <a:pt x="5643002" y="945167"/>
                  </a:lnTo>
                  <a:lnTo>
                    <a:pt x="5643317" y="944736"/>
                  </a:lnTo>
                  <a:lnTo>
                    <a:pt x="5644894" y="943444"/>
                  </a:lnTo>
                  <a:lnTo>
                    <a:pt x="5649311" y="942583"/>
                  </a:lnTo>
                  <a:lnTo>
                    <a:pt x="5651519" y="941722"/>
                  </a:lnTo>
                  <a:lnTo>
                    <a:pt x="5656881" y="939999"/>
                  </a:lnTo>
                  <a:lnTo>
                    <a:pt x="5662243" y="938708"/>
                  </a:lnTo>
                  <a:lnTo>
                    <a:pt x="5662717" y="938708"/>
                  </a:lnTo>
                  <a:lnTo>
                    <a:pt x="5665082" y="936555"/>
                  </a:lnTo>
                  <a:lnTo>
                    <a:pt x="5666502" y="936555"/>
                  </a:lnTo>
                  <a:lnTo>
                    <a:pt x="5670760" y="933540"/>
                  </a:lnTo>
                  <a:lnTo>
                    <a:pt x="5670760" y="932249"/>
                  </a:lnTo>
                  <a:lnTo>
                    <a:pt x="5671076" y="932249"/>
                  </a:lnTo>
                  <a:lnTo>
                    <a:pt x="5671076" y="931387"/>
                  </a:lnTo>
                  <a:lnTo>
                    <a:pt x="5673915" y="930096"/>
                  </a:lnTo>
                  <a:lnTo>
                    <a:pt x="5676123" y="927943"/>
                  </a:lnTo>
                  <a:lnTo>
                    <a:pt x="5676280" y="927943"/>
                  </a:lnTo>
                  <a:lnTo>
                    <a:pt x="5677069" y="927512"/>
                  </a:lnTo>
                  <a:lnTo>
                    <a:pt x="5678173" y="927081"/>
                  </a:lnTo>
                  <a:lnTo>
                    <a:pt x="5682747" y="924928"/>
                  </a:lnTo>
                  <a:lnTo>
                    <a:pt x="5683378" y="924928"/>
                  </a:lnTo>
                  <a:lnTo>
                    <a:pt x="5683535" y="924498"/>
                  </a:lnTo>
                  <a:lnTo>
                    <a:pt x="5684955" y="923206"/>
                  </a:lnTo>
                  <a:lnTo>
                    <a:pt x="5688425" y="921484"/>
                  </a:lnTo>
                  <a:lnTo>
                    <a:pt x="5694260" y="919331"/>
                  </a:lnTo>
                  <a:lnTo>
                    <a:pt x="5698045" y="918039"/>
                  </a:lnTo>
                  <a:lnTo>
                    <a:pt x="5702935" y="916747"/>
                  </a:lnTo>
                  <a:lnTo>
                    <a:pt x="5708297" y="915886"/>
                  </a:lnTo>
                  <a:lnTo>
                    <a:pt x="5708613" y="915455"/>
                  </a:lnTo>
                  <a:lnTo>
                    <a:pt x="5709717" y="914163"/>
                  </a:lnTo>
                  <a:lnTo>
                    <a:pt x="5715552" y="913302"/>
                  </a:lnTo>
                  <a:lnTo>
                    <a:pt x="5716183" y="912441"/>
                  </a:lnTo>
                  <a:lnTo>
                    <a:pt x="5723596" y="908566"/>
                  </a:lnTo>
                  <a:lnTo>
                    <a:pt x="5723596" y="907704"/>
                  </a:lnTo>
                  <a:lnTo>
                    <a:pt x="5723911" y="906843"/>
                  </a:lnTo>
                  <a:lnTo>
                    <a:pt x="5724227" y="906843"/>
                  </a:lnTo>
                  <a:lnTo>
                    <a:pt x="5729589" y="904260"/>
                  </a:lnTo>
                  <a:lnTo>
                    <a:pt x="5729747" y="903398"/>
                  </a:lnTo>
                  <a:lnTo>
                    <a:pt x="5732586" y="902107"/>
                  </a:lnTo>
                  <a:lnTo>
                    <a:pt x="5737475" y="899523"/>
                  </a:lnTo>
                  <a:lnTo>
                    <a:pt x="5738106" y="898231"/>
                  </a:lnTo>
                  <a:lnTo>
                    <a:pt x="5738421" y="898231"/>
                  </a:lnTo>
                  <a:lnTo>
                    <a:pt x="5738894" y="897801"/>
                  </a:lnTo>
                  <a:lnTo>
                    <a:pt x="5744257" y="896509"/>
                  </a:lnTo>
                  <a:lnTo>
                    <a:pt x="5745834" y="894356"/>
                  </a:lnTo>
                  <a:lnTo>
                    <a:pt x="5746465" y="893495"/>
                  </a:lnTo>
                  <a:lnTo>
                    <a:pt x="5749462" y="892203"/>
                  </a:lnTo>
                  <a:lnTo>
                    <a:pt x="5756244" y="889189"/>
                  </a:lnTo>
                  <a:lnTo>
                    <a:pt x="5756401" y="889189"/>
                  </a:lnTo>
                  <a:lnTo>
                    <a:pt x="5760975" y="887036"/>
                  </a:lnTo>
                  <a:lnTo>
                    <a:pt x="5761133" y="887036"/>
                  </a:lnTo>
                  <a:lnTo>
                    <a:pt x="5766337" y="885313"/>
                  </a:lnTo>
                  <a:lnTo>
                    <a:pt x="5772488" y="881868"/>
                  </a:lnTo>
                  <a:lnTo>
                    <a:pt x="5775958" y="880577"/>
                  </a:lnTo>
                  <a:lnTo>
                    <a:pt x="5776116" y="880146"/>
                  </a:lnTo>
                  <a:lnTo>
                    <a:pt x="5780848" y="878854"/>
                  </a:lnTo>
                  <a:lnTo>
                    <a:pt x="5785106" y="877993"/>
                  </a:lnTo>
                  <a:lnTo>
                    <a:pt x="5786052" y="877562"/>
                  </a:lnTo>
                  <a:lnTo>
                    <a:pt x="5789522" y="874118"/>
                  </a:lnTo>
                  <a:lnTo>
                    <a:pt x="5790153" y="872395"/>
                  </a:lnTo>
                  <a:lnTo>
                    <a:pt x="5792203" y="871534"/>
                  </a:lnTo>
                  <a:lnTo>
                    <a:pt x="5795515" y="870242"/>
                  </a:lnTo>
                  <a:lnTo>
                    <a:pt x="5795673" y="870242"/>
                  </a:lnTo>
                  <a:lnTo>
                    <a:pt x="5796304" y="869812"/>
                  </a:lnTo>
                  <a:lnTo>
                    <a:pt x="5801509" y="868950"/>
                  </a:lnTo>
                  <a:lnTo>
                    <a:pt x="5805136" y="868089"/>
                  </a:lnTo>
                  <a:lnTo>
                    <a:pt x="5805452" y="867228"/>
                  </a:lnTo>
                  <a:lnTo>
                    <a:pt x="5806398" y="865075"/>
                  </a:lnTo>
                  <a:lnTo>
                    <a:pt x="5807344" y="863353"/>
                  </a:lnTo>
                  <a:lnTo>
                    <a:pt x="5811287" y="859908"/>
                  </a:lnTo>
                  <a:lnTo>
                    <a:pt x="5811603" y="859477"/>
                  </a:lnTo>
                  <a:lnTo>
                    <a:pt x="5816650" y="856463"/>
                  </a:lnTo>
                  <a:lnTo>
                    <a:pt x="5822643" y="855171"/>
                  </a:lnTo>
                  <a:lnTo>
                    <a:pt x="5826744" y="854741"/>
                  </a:lnTo>
                  <a:lnTo>
                    <a:pt x="5829583" y="853449"/>
                  </a:lnTo>
                  <a:lnTo>
                    <a:pt x="5833683" y="853449"/>
                  </a:lnTo>
                  <a:lnTo>
                    <a:pt x="5838099" y="851726"/>
                  </a:lnTo>
                  <a:lnTo>
                    <a:pt x="5839203" y="850004"/>
                  </a:lnTo>
                  <a:lnTo>
                    <a:pt x="5839519" y="848712"/>
                  </a:lnTo>
                  <a:lnTo>
                    <a:pt x="5843619" y="846990"/>
                  </a:lnTo>
                  <a:lnTo>
                    <a:pt x="5846143" y="844837"/>
                  </a:lnTo>
                  <a:lnTo>
                    <a:pt x="5848824" y="844406"/>
                  </a:lnTo>
                  <a:lnTo>
                    <a:pt x="5848982" y="844406"/>
                  </a:lnTo>
                  <a:lnTo>
                    <a:pt x="5854975" y="843545"/>
                  </a:lnTo>
                  <a:lnTo>
                    <a:pt x="5854975" y="843114"/>
                  </a:lnTo>
                  <a:lnTo>
                    <a:pt x="5854975" y="842684"/>
                  </a:lnTo>
                  <a:lnTo>
                    <a:pt x="5857972" y="841823"/>
                  </a:lnTo>
                  <a:lnTo>
                    <a:pt x="5862230" y="841392"/>
                  </a:lnTo>
                  <a:lnTo>
                    <a:pt x="5862230" y="840961"/>
                  </a:lnTo>
                  <a:lnTo>
                    <a:pt x="5863334" y="840531"/>
                  </a:lnTo>
                  <a:lnTo>
                    <a:pt x="5865069" y="837517"/>
                  </a:lnTo>
                  <a:lnTo>
                    <a:pt x="5865858" y="837086"/>
                  </a:lnTo>
                  <a:lnTo>
                    <a:pt x="5866173" y="836655"/>
                  </a:lnTo>
                  <a:lnTo>
                    <a:pt x="5870274" y="834933"/>
                  </a:lnTo>
                  <a:lnTo>
                    <a:pt x="5870432" y="834933"/>
                  </a:lnTo>
                  <a:lnTo>
                    <a:pt x="5873586" y="833641"/>
                  </a:lnTo>
                  <a:lnTo>
                    <a:pt x="5873901" y="833211"/>
                  </a:lnTo>
                  <a:lnTo>
                    <a:pt x="5877844" y="831919"/>
                  </a:lnTo>
                  <a:lnTo>
                    <a:pt x="5882576" y="831058"/>
                  </a:lnTo>
                  <a:lnTo>
                    <a:pt x="5887781" y="828474"/>
                  </a:lnTo>
                  <a:lnTo>
                    <a:pt x="5888727" y="828043"/>
                  </a:lnTo>
                  <a:lnTo>
                    <a:pt x="5889989" y="827613"/>
                  </a:lnTo>
                  <a:lnTo>
                    <a:pt x="5894562" y="826752"/>
                  </a:lnTo>
                  <a:lnTo>
                    <a:pt x="5898032" y="826752"/>
                  </a:lnTo>
                  <a:lnTo>
                    <a:pt x="5899452" y="826321"/>
                  </a:lnTo>
                  <a:lnTo>
                    <a:pt x="5903079" y="825029"/>
                  </a:lnTo>
                  <a:lnTo>
                    <a:pt x="5903868" y="824599"/>
                  </a:lnTo>
                  <a:lnTo>
                    <a:pt x="5903868" y="822015"/>
                  </a:lnTo>
                  <a:lnTo>
                    <a:pt x="5906864" y="821154"/>
                  </a:lnTo>
                  <a:lnTo>
                    <a:pt x="5907022" y="821154"/>
                  </a:lnTo>
                  <a:lnTo>
                    <a:pt x="5907022" y="820723"/>
                  </a:lnTo>
                  <a:lnTo>
                    <a:pt x="5910965" y="819431"/>
                  </a:lnTo>
                  <a:lnTo>
                    <a:pt x="5911754" y="816848"/>
                  </a:lnTo>
                  <a:lnTo>
                    <a:pt x="5915066" y="816417"/>
                  </a:lnTo>
                  <a:lnTo>
                    <a:pt x="5921848" y="813834"/>
                  </a:lnTo>
                  <a:lnTo>
                    <a:pt x="5925791" y="813403"/>
                  </a:lnTo>
                  <a:lnTo>
                    <a:pt x="5928630" y="810389"/>
                  </a:lnTo>
                  <a:lnTo>
                    <a:pt x="5928787" y="809958"/>
                  </a:lnTo>
                  <a:lnTo>
                    <a:pt x="5929260" y="808236"/>
                  </a:lnTo>
                  <a:lnTo>
                    <a:pt x="5934150" y="803499"/>
                  </a:lnTo>
                  <a:lnTo>
                    <a:pt x="5934623" y="803069"/>
                  </a:lnTo>
                  <a:lnTo>
                    <a:pt x="5935569" y="802207"/>
                  </a:lnTo>
                  <a:lnTo>
                    <a:pt x="5936989" y="802207"/>
                  </a:lnTo>
                  <a:lnTo>
                    <a:pt x="5940143" y="802207"/>
                  </a:lnTo>
                  <a:lnTo>
                    <a:pt x="5944244" y="800485"/>
                  </a:lnTo>
                  <a:lnTo>
                    <a:pt x="5948344" y="800054"/>
                  </a:lnTo>
                  <a:lnTo>
                    <a:pt x="5951814" y="796610"/>
                  </a:lnTo>
                  <a:lnTo>
                    <a:pt x="5954969" y="795318"/>
                  </a:lnTo>
                  <a:lnTo>
                    <a:pt x="5954969" y="794887"/>
                  </a:lnTo>
                  <a:lnTo>
                    <a:pt x="5957650" y="794026"/>
                  </a:lnTo>
                  <a:lnTo>
                    <a:pt x="5958438" y="793165"/>
                  </a:lnTo>
                  <a:lnTo>
                    <a:pt x="5958911" y="793165"/>
                  </a:lnTo>
                  <a:lnTo>
                    <a:pt x="5962697" y="790581"/>
                  </a:lnTo>
                  <a:lnTo>
                    <a:pt x="5965063" y="788859"/>
                  </a:lnTo>
                  <a:lnTo>
                    <a:pt x="5967586" y="787567"/>
                  </a:lnTo>
                  <a:lnTo>
                    <a:pt x="5971056" y="785845"/>
                  </a:lnTo>
                  <a:lnTo>
                    <a:pt x="5971056" y="785414"/>
                  </a:lnTo>
                  <a:lnTo>
                    <a:pt x="5971371" y="784553"/>
                  </a:lnTo>
                  <a:lnTo>
                    <a:pt x="5971687" y="784553"/>
                  </a:lnTo>
                  <a:lnTo>
                    <a:pt x="5979415" y="780677"/>
                  </a:lnTo>
                  <a:lnTo>
                    <a:pt x="5980361" y="779816"/>
                  </a:lnTo>
                  <a:lnTo>
                    <a:pt x="5980677" y="779816"/>
                  </a:lnTo>
                  <a:lnTo>
                    <a:pt x="5982412" y="778955"/>
                  </a:lnTo>
                  <a:lnTo>
                    <a:pt x="5987932" y="776371"/>
                  </a:lnTo>
                  <a:lnTo>
                    <a:pt x="5988405" y="775941"/>
                  </a:lnTo>
                  <a:lnTo>
                    <a:pt x="5990771" y="775510"/>
                  </a:lnTo>
                  <a:lnTo>
                    <a:pt x="5994714" y="773357"/>
                  </a:lnTo>
                  <a:lnTo>
                    <a:pt x="5998814" y="771204"/>
                  </a:lnTo>
                  <a:lnTo>
                    <a:pt x="6002442" y="768621"/>
                  </a:lnTo>
                  <a:lnTo>
                    <a:pt x="6008435" y="767329"/>
                  </a:lnTo>
                  <a:lnTo>
                    <a:pt x="6008750" y="767329"/>
                  </a:lnTo>
                  <a:lnTo>
                    <a:pt x="6011905" y="766037"/>
                  </a:lnTo>
                  <a:lnTo>
                    <a:pt x="6015217" y="765606"/>
                  </a:lnTo>
                  <a:lnTo>
                    <a:pt x="6019475" y="764315"/>
                  </a:lnTo>
                  <a:lnTo>
                    <a:pt x="6023734" y="763884"/>
                  </a:lnTo>
                  <a:lnTo>
                    <a:pt x="6024049" y="763884"/>
                  </a:lnTo>
                  <a:lnTo>
                    <a:pt x="6024680" y="763453"/>
                  </a:lnTo>
                  <a:lnTo>
                    <a:pt x="6025153" y="763453"/>
                  </a:lnTo>
                  <a:lnTo>
                    <a:pt x="6025784" y="763453"/>
                  </a:lnTo>
                  <a:lnTo>
                    <a:pt x="6031620" y="762162"/>
                  </a:lnTo>
                  <a:lnTo>
                    <a:pt x="6032093" y="761731"/>
                  </a:lnTo>
                  <a:lnTo>
                    <a:pt x="6033985" y="760870"/>
                  </a:lnTo>
                  <a:lnTo>
                    <a:pt x="6036036" y="760009"/>
                  </a:lnTo>
                  <a:lnTo>
                    <a:pt x="6041556" y="757856"/>
                  </a:lnTo>
                  <a:lnTo>
                    <a:pt x="6043764" y="757425"/>
                  </a:lnTo>
                  <a:lnTo>
                    <a:pt x="6044710" y="756564"/>
                  </a:lnTo>
                  <a:lnTo>
                    <a:pt x="6045341" y="755272"/>
                  </a:lnTo>
                  <a:lnTo>
                    <a:pt x="6048811" y="755272"/>
                  </a:lnTo>
                  <a:lnTo>
                    <a:pt x="6052281" y="754841"/>
                  </a:lnTo>
                  <a:lnTo>
                    <a:pt x="6052438" y="754841"/>
                  </a:lnTo>
                  <a:lnTo>
                    <a:pt x="6056381" y="753980"/>
                  </a:lnTo>
                  <a:lnTo>
                    <a:pt x="6058589" y="753119"/>
                  </a:lnTo>
                  <a:lnTo>
                    <a:pt x="6058747" y="753119"/>
                  </a:lnTo>
                  <a:lnTo>
                    <a:pt x="6058747" y="752688"/>
                  </a:lnTo>
                  <a:lnTo>
                    <a:pt x="6059063" y="752258"/>
                  </a:lnTo>
                  <a:lnTo>
                    <a:pt x="6060324" y="751827"/>
                  </a:lnTo>
                  <a:lnTo>
                    <a:pt x="6065056" y="750966"/>
                  </a:lnTo>
                  <a:lnTo>
                    <a:pt x="6071995" y="747521"/>
                  </a:lnTo>
                  <a:lnTo>
                    <a:pt x="6075938" y="745799"/>
                  </a:lnTo>
                  <a:lnTo>
                    <a:pt x="6079881" y="745368"/>
                  </a:lnTo>
                  <a:lnTo>
                    <a:pt x="6079881" y="744938"/>
                  </a:lnTo>
                  <a:lnTo>
                    <a:pt x="6079881" y="744507"/>
                  </a:lnTo>
                  <a:lnTo>
                    <a:pt x="6084298" y="744076"/>
                  </a:lnTo>
                  <a:lnTo>
                    <a:pt x="6085875" y="741923"/>
                  </a:lnTo>
                  <a:lnTo>
                    <a:pt x="6091079" y="741493"/>
                  </a:lnTo>
                  <a:lnTo>
                    <a:pt x="6094865" y="738479"/>
                  </a:lnTo>
                  <a:lnTo>
                    <a:pt x="6095969" y="736326"/>
                  </a:lnTo>
                  <a:lnTo>
                    <a:pt x="6099754" y="735464"/>
                  </a:lnTo>
                  <a:lnTo>
                    <a:pt x="6103224" y="733311"/>
                  </a:lnTo>
                  <a:lnTo>
                    <a:pt x="6103224" y="730728"/>
                  </a:lnTo>
                  <a:lnTo>
                    <a:pt x="6105747" y="729867"/>
                  </a:lnTo>
                  <a:lnTo>
                    <a:pt x="6108902" y="729867"/>
                  </a:lnTo>
                  <a:lnTo>
                    <a:pt x="6109059" y="729867"/>
                  </a:lnTo>
                  <a:lnTo>
                    <a:pt x="6109217" y="729005"/>
                  </a:lnTo>
                  <a:lnTo>
                    <a:pt x="6109217" y="728575"/>
                  </a:lnTo>
                  <a:lnTo>
                    <a:pt x="6109375" y="728575"/>
                  </a:lnTo>
                  <a:lnTo>
                    <a:pt x="6110952" y="727283"/>
                  </a:lnTo>
                  <a:lnTo>
                    <a:pt x="6112687" y="725991"/>
                  </a:lnTo>
                  <a:lnTo>
                    <a:pt x="6118838" y="723838"/>
                  </a:lnTo>
                  <a:lnTo>
                    <a:pt x="6119311" y="722977"/>
                  </a:lnTo>
                  <a:lnTo>
                    <a:pt x="6122623" y="721255"/>
                  </a:lnTo>
                  <a:lnTo>
                    <a:pt x="6122623" y="720824"/>
                  </a:lnTo>
                  <a:lnTo>
                    <a:pt x="6125777" y="718240"/>
                  </a:lnTo>
                  <a:lnTo>
                    <a:pt x="6128301" y="718240"/>
                  </a:lnTo>
                  <a:lnTo>
                    <a:pt x="6131455" y="717379"/>
                  </a:lnTo>
                  <a:lnTo>
                    <a:pt x="6134136" y="715657"/>
                  </a:lnTo>
                  <a:lnTo>
                    <a:pt x="6134610" y="714365"/>
                  </a:lnTo>
                  <a:lnTo>
                    <a:pt x="6135871" y="713504"/>
                  </a:lnTo>
                  <a:lnTo>
                    <a:pt x="6139183" y="711781"/>
                  </a:lnTo>
                  <a:lnTo>
                    <a:pt x="6139341" y="711781"/>
                  </a:lnTo>
                  <a:lnTo>
                    <a:pt x="6139341" y="711351"/>
                  </a:lnTo>
                  <a:lnTo>
                    <a:pt x="6146281" y="709198"/>
                  </a:lnTo>
                  <a:lnTo>
                    <a:pt x="6149120" y="708767"/>
                  </a:lnTo>
                  <a:lnTo>
                    <a:pt x="6149435" y="708337"/>
                  </a:lnTo>
                  <a:lnTo>
                    <a:pt x="6153851" y="706614"/>
                  </a:lnTo>
                  <a:lnTo>
                    <a:pt x="6154009" y="706614"/>
                  </a:lnTo>
                  <a:lnTo>
                    <a:pt x="6157637" y="704031"/>
                  </a:lnTo>
                  <a:lnTo>
                    <a:pt x="6165049" y="702308"/>
                  </a:lnTo>
                  <a:lnTo>
                    <a:pt x="6167257" y="701447"/>
                  </a:lnTo>
                  <a:lnTo>
                    <a:pt x="6168519" y="700155"/>
                  </a:lnTo>
                  <a:lnTo>
                    <a:pt x="6169150" y="699725"/>
                  </a:lnTo>
                  <a:lnTo>
                    <a:pt x="6172620" y="699294"/>
                  </a:lnTo>
                  <a:lnTo>
                    <a:pt x="6174986" y="698863"/>
                  </a:lnTo>
                  <a:lnTo>
                    <a:pt x="6174986" y="698433"/>
                  </a:lnTo>
                  <a:lnTo>
                    <a:pt x="6175774" y="698002"/>
                  </a:lnTo>
                  <a:lnTo>
                    <a:pt x="6181137" y="696280"/>
                  </a:lnTo>
                  <a:lnTo>
                    <a:pt x="6183187" y="693266"/>
                  </a:lnTo>
                  <a:lnTo>
                    <a:pt x="6183818" y="692404"/>
                  </a:lnTo>
                  <a:lnTo>
                    <a:pt x="6185395" y="691113"/>
                  </a:lnTo>
                  <a:lnTo>
                    <a:pt x="6187603" y="690251"/>
                  </a:lnTo>
                  <a:lnTo>
                    <a:pt x="6189338" y="689821"/>
                  </a:lnTo>
                  <a:lnTo>
                    <a:pt x="6192492" y="688098"/>
                  </a:lnTo>
                  <a:lnTo>
                    <a:pt x="6192650" y="688098"/>
                  </a:lnTo>
                  <a:lnTo>
                    <a:pt x="6201955" y="685515"/>
                  </a:lnTo>
                  <a:lnTo>
                    <a:pt x="6201955" y="685084"/>
                  </a:lnTo>
                  <a:lnTo>
                    <a:pt x="6202113" y="685084"/>
                  </a:lnTo>
                  <a:lnTo>
                    <a:pt x="6205110" y="684654"/>
                  </a:lnTo>
                  <a:lnTo>
                    <a:pt x="6205425" y="684223"/>
                  </a:lnTo>
                  <a:lnTo>
                    <a:pt x="6208737" y="683362"/>
                  </a:lnTo>
                  <a:lnTo>
                    <a:pt x="6210630" y="682501"/>
                  </a:lnTo>
                  <a:lnTo>
                    <a:pt x="6215046" y="681209"/>
                  </a:lnTo>
                  <a:lnTo>
                    <a:pt x="6219304" y="677764"/>
                  </a:lnTo>
                  <a:lnTo>
                    <a:pt x="6219778" y="676903"/>
                  </a:lnTo>
                  <a:lnTo>
                    <a:pt x="6223247" y="676472"/>
                  </a:lnTo>
                  <a:lnTo>
                    <a:pt x="6223405" y="676472"/>
                  </a:lnTo>
                  <a:lnTo>
                    <a:pt x="6227821" y="675180"/>
                  </a:lnTo>
                  <a:lnTo>
                    <a:pt x="6232553" y="671736"/>
                  </a:lnTo>
                  <a:lnTo>
                    <a:pt x="6234288" y="670444"/>
                  </a:lnTo>
                  <a:lnTo>
                    <a:pt x="6235707" y="668721"/>
                  </a:lnTo>
                  <a:lnTo>
                    <a:pt x="6235865" y="668291"/>
                  </a:lnTo>
                  <a:lnTo>
                    <a:pt x="6239177" y="666999"/>
                  </a:lnTo>
                  <a:lnTo>
                    <a:pt x="6239335" y="666138"/>
                  </a:lnTo>
                  <a:lnTo>
                    <a:pt x="6239650" y="665707"/>
                  </a:lnTo>
                  <a:lnTo>
                    <a:pt x="6240281" y="664415"/>
                  </a:lnTo>
                  <a:lnTo>
                    <a:pt x="6242962" y="663124"/>
                  </a:lnTo>
                  <a:lnTo>
                    <a:pt x="6251321" y="660971"/>
                  </a:lnTo>
                  <a:lnTo>
                    <a:pt x="6255895" y="659679"/>
                  </a:lnTo>
                  <a:lnTo>
                    <a:pt x="6258418" y="658387"/>
                  </a:lnTo>
                  <a:lnTo>
                    <a:pt x="6261415" y="657095"/>
                  </a:lnTo>
                  <a:lnTo>
                    <a:pt x="6261731" y="655803"/>
                  </a:lnTo>
                  <a:lnTo>
                    <a:pt x="6262519" y="654942"/>
                  </a:lnTo>
                  <a:lnTo>
                    <a:pt x="6266304" y="654512"/>
                  </a:lnTo>
                  <a:lnTo>
                    <a:pt x="6272771" y="653650"/>
                  </a:lnTo>
                  <a:lnTo>
                    <a:pt x="6276398" y="652359"/>
                  </a:lnTo>
                  <a:lnTo>
                    <a:pt x="6276556" y="651928"/>
                  </a:lnTo>
                  <a:lnTo>
                    <a:pt x="6280341" y="650206"/>
                  </a:lnTo>
                  <a:lnTo>
                    <a:pt x="6283180" y="649775"/>
                  </a:lnTo>
                  <a:lnTo>
                    <a:pt x="6284757" y="649344"/>
                  </a:lnTo>
                  <a:lnTo>
                    <a:pt x="6286808" y="646330"/>
                  </a:lnTo>
                  <a:lnTo>
                    <a:pt x="6287754" y="645900"/>
                  </a:lnTo>
                  <a:lnTo>
                    <a:pt x="6289174" y="645469"/>
                  </a:lnTo>
                  <a:lnTo>
                    <a:pt x="6294378" y="643747"/>
                  </a:lnTo>
                  <a:lnTo>
                    <a:pt x="6294536" y="643747"/>
                  </a:lnTo>
                  <a:lnTo>
                    <a:pt x="6295009" y="642885"/>
                  </a:lnTo>
                  <a:lnTo>
                    <a:pt x="6299583" y="639441"/>
                  </a:lnTo>
                  <a:lnTo>
                    <a:pt x="6302264" y="639010"/>
                  </a:lnTo>
                  <a:lnTo>
                    <a:pt x="6302737" y="638149"/>
                  </a:lnTo>
                  <a:lnTo>
                    <a:pt x="6305734" y="637718"/>
                  </a:lnTo>
                  <a:lnTo>
                    <a:pt x="6307627" y="634704"/>
                  </a:lnTo>
                  <a:lnTo>
                    <a:pt x="6309677" y="633843"/>
                  </a:lnTo>
                  <a:lnTo>
                    <a:pt x="6312043" y="633412"/>
                  </a:lnTo>
                  <a:lnTo>
                    <a:pt x="6314724" y="632982"/>
                  </a:lnTo>
                  <a:lnTo>
                    <a:pt x="6317405" y="632551"/>
                  </a:lnTo>
                  <a:lnTo>
                    <a:pt x="6322925" y="631259"/>
                  </a:lnTo>
                  <a:lnTo>
                    <a:pt x="6323398" y="631259"/>
                  </a:lnTo>
                  <a:lnTo>
                    <a:pt x="6325764" y="629967"/>
                  </a:lnTo>
                  <a:lnTo>
                    <a:pt x="6326237" y="629537"/>
                  </a:lnTo>
                  <a:lnTo>
                    <a:pt x="6330338" y="629106"/>
                  </a:lnTo>
                  <a:lnTo>
                    <a:pt x="6330969" y="628676"/>
                  </a:lnTo>
                  <a:lnTo>
                    <a:pt x="6336489" y="626523"/>
                  </a:lnTo>
                  <a:lnTo>
                    <a:pt x="6340274" y="625661"/>
                  </a:lnTo>
                  <a:lnTo>
                    <a:pt x="6343902" y="624800"/>
                  </a:lnTo>
                  <a:lnTo>
                    <a:pt x="6345006" y="623078"/>
                  </a:lnTo>
                  <a:lnTo>
                    <a:pt x="6345794" y="621355"/>
                  </a:lnTo>
                  <a:lnTo>
                    <a:pt x="6350053" y="620925"/>
                  </a:lnTo>
                  <a:lnTo>
                    <a:pt x="6354942" y="619633"/>
                  </a:lnTo>
                  <a:lnTo>
                    <a:pt x="6355100" y="619633"/>
                  </a:lnTo>
                  <a:lnTo>
                    <a:pt x="6355573" y="619202"/>
                  </a:lnTo>
                  <a:lnTo>
                    <a:pt x="6363774" y="615758"/>
                  </a:lnTo>
                  <a:lnTo>
                    <a:pt x="6363774" y="615327"/>
                  </a:lnTo>
                  <a:lnTo>
                    <a:pt x="6364090" y="615327"/>
                  </a:lnTo>
                  <a:lnTo>
                    <a:pt x="6364563" y="615327"/>
                  </a:lnTo>
                  <a:lnTo>
                    <a:pt x="6369452" y="614896"/>
                  </a:lnTo>
                  <a:lnTo>
                    <a:pt x="6369610" y="614896"/>
                  </a:lnTo>
                  <a:lnTo>
                    <a:pt x="6371345" y="614896"/>
                  </a:lnTo>
                  <a:lnTo>
                    <a:pt x="6373553" y="614035"/>
                  </a:lnTo>
                  <a:lnTo>
                    <a:pt x="6375603" y="613605"/>
                  </a:lnTo>
                  <a:lnTo>
                    <a:pt x="6377811" y="613174"/>
                  </a:lnTo>
                  <a:lnTo>
                    <a:pt x="6378284" y="612313"/>
                  </a:lnTo>
                  <a:lnTo>
                    <a:pt x="6380019" y="611882"/>
                  </a:lnTo>
                  <a:lnTo>
                    <a:pt x="6380177" y="611452"/>
                  </a:lnTo>
                  <a:lnTo>
                    <a:pt x="6383174" y="611021"/>
                  </a:lnTo>
                  <a:lnTo>
                    <a:pt x="6392164" y="607146"/>
                  </a:lnTo>
                  <a:lnTo>
                    <a:pt x="6395003" y="604993"/>
                  </a:lnTo>
                  <a:lnTo>
                    <a:pt x="6395160" y="604562"/>
                  </a:lnTo>
                  <a:lnTo>
                    <a:pt x="6398472" y="604562"/>
                  </a:lnTo>
                  <a:lnTo>
                    <a:pt x="6399261" y="604131"/>
                  </a:lnTo>
                  <a:lnTo>
                    <a:pt x="6405096" y="603701"/>
                  </a:lnTo>
                  <a:lnTo>
                    <a:pt x="6407147" y="601978"/>
                  </a:lnTo>
                  <a:lnTo>
                    <a:pt x="6407305" y="601978"/>
                  </a:lnTo>
                  <a:lnTo>
                    <a:pt x="6409197" y="601117"/>
                  </a:lnTo>
                  <a:lnTo>
                    <a:pt x="6412352" y="600687"/>
                  </a:lnTo>
                  <a:lnTo>
                    <a:pt x="6415821" y="599395"/>
                  </a:lnTo>
                  <a:lnTo>
                    <a:pt x="6417083" y="598534"/>
                  </a:lnTo>
                  <a:lnTo>
                    <a:pt x="6421499" y="597242"/>
                  </a:lnTo>
                  <a:lnTo>
                    <a:pt x="6421815" y="596811"/>
                  </a:lnTo>
                  <a:lnTo>
                    <a:pt x="6426546" y="594658"/>
                  </a:lnTo>
                  <a:lnTo>
                    <a:pt x="6427177" y="594658"/>
                  </a:lnTo>
                  <a:lnTo>
                    <a:pt x="6434748" y="593797"/>
                  </a:lnTo>
                  <a:lnTo>
                    <a:pt x="6437586" y="593797"/>
                  </a:lnTo>
                  <a:lnTo>
                    <a:pt x="6440583" y="592936"/>
                  </a:lnTo>
                  <a:lnTo>
                    <a:pt x="6444684" y="591213"/>
                  </a:lnTo>
                  <a:lnTo>
                    <a:pt x="6448627" y="589060"/>
                  </a:lnTo>
                  <a:lnTo>
                    <a:pt x="6450362" y="589060"/>
                  </a:lnTo>
                  <a:lnTo>
                    <a:pt x="6451781" y="587769"/>
                  </a:lnTo>
                  <a:lnTo>
                    <a:pt x="6453831" y="587338"/>
                  </a:lnTo>
                  <a:lnTo>
                    <a:pt x="6453989" y="587338"/>
                  </a:lnTo>
                  <a:lnTo>
                    <a:pt x="6453989" y="586477"/>
                  </a:lnTo>
                  <a:lnTo>
                    <a:pt x="6457932" y="585616"/>
                  </a:lnTo>
                  <a:lnTo>
                    <a:pt x="6459825" y="583893"/>
                  </a:lnTo>
                  <a:lnTo>
                    <a:pt x="6460456" y="583032"/>
                  </a:lnTo>
                  <a:lnTo>
                    <a:pt x="6464399" y="581740"/>
                  </a:lnTo>
                  <a:lnTo>
                    <a:pt x="6468657" y="580448"/>
                  </a:lnTo>
                  <a:lnTo>
                    <a:pt x="6470550" y="579587"/>
                  </a:lnTo>
                  <a:lnTo>
                    <a:pt x="6470865" y="578295"/>
                  </a:lnTo>
                  <a:lnTo>
                    <a:pt x="6473862" y="578295"/>
                  </a:lnTo>
                  <a:lnTo>
                    <a:pt x="6478593" y="577434"/>
                  </a:lnTo>
                  <a:lnTo>
                    <a:pt x="6479066" y="576573"/>
                  </a:lnTo>
                  <a:lnTo>
                    <a:pt x="6483167" y="576142"/>
                  </a:lnTo>
                  <a:lnTo>
                    <a:pt x="6486321" y="575281"/>
                  </a:lnTo>
                  <a:lnTo>
                    <a:pt x="6487899" y="573128"/>
                  </a:lnTo>
                  <a:lnTo>
                    <a:pt x="6488056" y="573128"/>
                  </a:lnTo>
                  <a:lnTo>
                    <a:pt x="6491368" y="572267"/>
                  </a:lnTo>
                  <a:lnTo>
                    <a:pt x="6492157" y="571836"/>
                  </a:lnTo>
                  <a:lnTo>
                    <a:pt x="6493734" y="571406"/>
                  </a:lnTo>
                  <a:lnTo>
                    <a:pt x="6500989" y="569683"/>
                  </a:lnTo>
                  <a:lnTo>
                    <a:pt x="6503197" y="567961"/>
                  </a:lnTo>
                  <a:lnTo>
                    <a:pt x="6505878" y="567530"/>
                  </a:lnTo>
                  <a:lnTo>
                    <a:pt x="6506667" y="564947"/>
                  </a:lnTo>
                  <a:lnTo>
                    <a:pt x="6509191" y="562363"/>
                  </a:lnTo>
                  <a:lnTo>
                    <a:pt x="6511399" y="561933"/>
                  </a:lnTo>
                  <a:lnTo>
                    <a:pt x="6515499" y="561502"/>
                  </a:lnTo>
                  <a:lnTo>
                    <a:pt x="6519442" y="558057"/>
                  </a:lnTo>
                  <a:lnTo>
                    <a:pt x="6520073" y="558057"/>
                  </a:lnTo>
                  <a:lnTo>
                    <a:pt x="6522912" y="556765"/>
                  </a:lnTo>
                  <a:lnTo>
                    <a:pt x="6533479" y="553321"/>
                  </a:lnTo>
                  <a:lnTo>
                    <a:pt x="6533479" y="552890"/>
                  </a:lnTo>
                  <a:lnTo>
                    <a:pt x="6535845" y="552029"/>
                  </a:lnTo>
                  <a:lnTo>
                    <a:pt x="6538842" y="549015"/>
                  </a:lnTo>
                  <a:lnTo>
                    <a:pt x="6542469" y="547292"/>
                  </a:lnTo>
                  <a:lnTo>
                    <a:pt x="6542785" y="546862"/>
                  </a:lnTo>
                  <a:lnTo>
                    <a:pt x="6543258" y="546862"/>
                  </a:lnTo>
                  <a:lnTo>
                    <a:pt x="6543731" y="546431"/>
                  </a:lnTo>
                  <a:lnTo>
                    <a:pt x="6546097" y="545570"/>
                  </a:lnTo>
                  <a:lnTo>
                    <a:pt x="6546728" y="545139"/>
                  </a:lnTo>
                  <a:lnTo>
                    <a:pt x="6550355" y="542986"/>
                  </a:lnTo>
                  <a:lnTo>
                    <a:pt x="6550513" y="542986"/>
                  </a:lnTo>
                  <a:lnTo>
                    <a:pt x="6550670" y="542556"/>
                  </a:lnTo>
                  <a:lnTo>
                    <a:pt x="6556033" y="541264"/>
                  </a:lnTo>
                  <a:lnTo>
                    <a:pt x="6556191" y="541264"/>
                  </a:lnTo>
                  <a:lnTo>
                    <a:pt x="6557137" y="540833"/>
                  </a:lnTo>
                  <a:lnTo>
                    <a:pt x="6562026" y="538250"/>
                  </a:lnTo>
                  <a:lnTo>
                    <a:pt x="6562342" y="538250"/>
                  </a:lnTo>
                  <a:lnTo>
                    <a:pt x="6564392" y="537388"/>
                  </a:lnTo>
                  <a:lnTo>
                    <a:pt x="6566915" y="536958"/>
                  </a:lnTo>
                  <a:lnTo>
                    <a:pt x="6572278" y="534374"/>
                  </a:lnTo>
                  <a:lnTo>
                    <a:pt x="6574486" y="534374"/>
                  </a:lnTo>
                  <a:lnTo>
                    <a:pt x="6575590" y="533082"/>
                  </a:lnTo>
                  <a:lnTo>
                    <a:pt x="6577009" y="532652"/>
                  </a:lnTo>
                  <a:lnTo>
                    <a:pt x="6581268" y="532221"/>
                  </a:lnTo>
                  <a:lnTo>
                    <a:pt x="6581741" y="531360"/>
                  </a:lnTo>
                  <a:lnTo>
                    <a:pt x="6587577" y="526623"/>
                  </a:lnTo>
                  <a:lnTo>
                    <a:pt x="6590573" y="526193"/>
                  </a:lnTo>
                  <a:lnTo>
                    <a:pt x="6591204" y="524901"/>
                  </a:lnTo>
                  <a:lnTo>
                    <a:pt x="6593412" y="524901"/>
                  </a:lnTo>
                  <a:lnTo>
                    <a:pt x="6597513" y="524470"/>
                  </a:lnTo>
                  <a:lnTo>
                    <a:pt x="6598301" y="524040"/>
                  </a:lnTo>
                  <a:lnTo>
                    <a:pt x="6602402" y="523179"/>
                  </a:lnTo>
                  <a:lnTo>
                    <a:pt x="6602560" y="523179"/>
                  </a:lnTo>
                  <a:lnTo>
                    <a:pt x="6605556" y="522748"/>
                  </a:lnTo>
                  <a:lnTo>
                    <a:pt x="6606187" y="521456"/>
                  </a:lnTo>
                  <a:lnTo>
                    <a:pt x="6609026" y="520595"/>
                  </a:lnTo>
                  <a:lnTo>
                    <a:pt x="6610288" y="519303"/>
                  </a:lnTo>
                  <a:lnTo>
                    <a:pt x="6615966" y="516720"/>
                  </a:lnTo>
                  <a:lnTo>
                    <a:pt x="6617070" y="516720"/>
                  </a:lnTo>
                  <a:lnTo>
                    <a:pt x="6621171" y="516289"/>
                  </a:lnTo>
                  <a:lnTo>
                    <a:pt x="6624798" y="515428"/>
                  </a:lnTo>
                  <a:lnTo>
                    <a:pt x="6624956" y="515428"/>
                  </a:lnTo>
                  <a:lnTo>
                    <a:pt x="6626848" y="514997"/>
                  </a:lnTo>
                  <a:lnTo>
                    <a:pt x="6627164" y="514567"/>
                  </a:lnTo>
                  <a:lnTo>
                    <a:pt x="6628583" y="514136"/>
                  </a:lnTo>
                  <a:lnTo>
                    <a:pt x="6631738" y="511122"/>
                  </a:lnTo>
                  <a:lnTo>
                    <a:pt x="6635996" y="508969"/>
                  </a:lnTo>
                  <a:lnTo>
                    <a:pt x="6639939" y="508538"/>
                  </a:lnTo>
                  <a:lnTo>
                    <a:pt x="6641201" y="506816"/>
                  </a:lnTo>
                  <a:lnTo>
                    <a:pt x="6643882" y="506385"/>
                  </a:lnTo>
                  <a:lnTo>
                    <a:pt x="6644671" y="505524"/>
                  </a:lnTo>
                  <a:lnTo>
                    <a:pt x="6644671" y="505093"/>
                  </a:lnTo>
                  <a:lnTo>
                    <a:pt x="6647352" y="504663"/>
                  </a:lnTo>
                  <a:lnTo>
                    <a:pt x="6651137" y="503371"/>
                  </a:lnTo>
                  <a:lnTo>
                    <a:pt x="6652556" y="502940"/>
                  </a:lnTo>
                  <a:lnTo>
                    <a:pt x="6658392" y="500357"/>
                  </a:lnTo>
                  <a:lnTo>
                    <a:pt x="6661546" y="499496"/>
                  </a:lnTo>
                  <a:lnTo>
                    <a:pt x="6668801" y="496912"/>
                  </a:lnTo>
                  <a:lnTo>
                    <a:pt x="6669117" y="496912"/>
                  </a:lnTo>
                  <a:lnTo>
                    <a:pt x="6672587" y="494759"/>
                  </a:lnTo>
                  <a:lnTo>
                    <a:pt x="6673375" y="494759"/>
                  </a:lnTo>
                  <a:lnTo>
                    <a:pt x="6674637" y="494328"/>
                  </a:lnTo>
                  <a:lnTo>
                    <a:pt x="6676056" y="494328"/>
                  </a:lnTo>
                  <a:lnTo>
                    <a:pt x="6678422" y="492175"/>
                  </a:lnTo>
                  <a:lnTo>
                    <a:pt x="6679684" y="491745"/>
                  </a:lnTo>
                  <a:lnTo>
                    <a:pt x="6682365" y="490022"/>
                  </a:lnTo>
                  <a:lnTo>
                    <a:pt x="6687570" y="488300"/>
                  </a:lnTo>
                  <a:lnTo>
                    <a:pt x="6691040" y="487008"/>
                  </a:lnTo>
                  <a:lnTo>
                    <a:pt x="6693406" y="486578"/>
                  </a:lnTo>
                  <a:lnTo>
                    <a:pt x="6693563" y="486578"/>
                  </a:lnTo>
                  <a:lnTo>
                    <a:pt x="6695298" y="486147"/>
                  </a:lnTo>
                  <a:lnTo>
                    <a:pt x="6696718" y="483563"/>
                  </a:lnTo>
                  <a:lnTo>
                    <a:pt x="6700345" y="483133"/>
                  </a:lnTo>
                  <a:lnTo>
                    <a:pt x="6702395" y="482272"/>
                  </a:lnTo>
                  <a:lnTo>
                    <a:pt x="6705077" y="480549"/>
                  </a:lnTo>
                  <a:lnTo>
                    <a:pt x="6705234" y="480549"/>
                  </a:lnTo>
                  <a:lnTo>
                    <a:pt x="6707758" y="478396"/>
                  </a:lnTo>
                  <a:lnTo>
                    <a:pt x="6708546" y="478396"/>
                  </a:lnTo>
                  <a:lnTo>
                    <a:pt x="6709020" y="478396"/>
                  </a:lnTo>
                  <a:lnTo>
                    <a:pt x="6709177" y="477966"/>
                  </a:lnTo>
                  <a:lnTo>
                    <a:pt x="6713909" y="475382"/>
                  </a:lnTo>
                  <a:lnTo>
                    <a:pt x="6714067" y="475382"/>
                  </a:lnTo>
                  <a:lnTo>
                    <a:pt x="6718798" y="473660"/>
                  </a:lnTo>
                  <a:lnTo>
                    <a:pt x="6719114" y="472798"/>
                  </a:lnTo>
                  <a:lnTo>
                    <a:pt x="6722110" y="472368"/>
                  </a:lnTo>
                  <a:lnTo>
                    <a:pt x="6725107" y="471937"/>
                  </a:lnTo>
                  <a:lnTo>
                    <a:pt x="6726211" y="471076"/>
                  </a:lnTo>
                  <a:lnTo>
                    <a:pt x="6727946" y="469354"/>
                  </a:lnTo>
                  <a:lnTo>
                    <a:pt x="6728577" y="468923"/>
                  </a:lnTo>
                  <a:lnTo>
                    <a:pt x="6733151" y="468062"/>
                  </a:lnTo>
                  <a:lnTo>
                    <a:pt x="6735832" y="468062"/>
                  </a:lnTo>
                  <a:lnTo>
                    <a:pt x="6736778" y="467631"/>
                  </a:lnTo>
                  <a:lnTo>
                    <a:pt x="6738828" y="466770"/>
                  </a:lnTo>
                  <a:lnTo>
                    <a:pt x="6739775" y="466339"/>
                  </a:lnTo>
                  <a:lnTo>
                    <a:pt x="6742456" y="466339"/>
                  </a:lnTo>
                  <a:lnTo>
                    <a:pt x="6743402" y="465909"/>
                  </a:lnTo>
                  <a:lnTo>
                    <a:pt x="6745768" y="465048"/>
                  </a:lnTo>
                  <a:lnTo>
                    <a:pt x="6749553" y="464617"/>
                  </a:lnTo>
                  <a:lnTo>
                    <a:pt x="6754127" y="461603"/>
                  </a:lnTo>
                  <a:lnTo>
                    <a:pt x="6757439" y="461603"/>
                  </a:lnTo>
                  <a:lnTo>
                    <a:pt x="6759647" y="461603"/>
                  </a:lnTo>
                  <a:lnTo>
                    <a:pt x="6760593" y="460742"/>
                  </a:lnTo>
                  <a:lnTo>
                    <a:pt x="6762644" y="460742"/>
                  </a:lnTo>
                  <a:lnTo>
                    <a:pt x="6767691" y="460311"/>
                  </a:lnTo>
                  <a:lnTo>
                    <a:pt x="6769110" y="459450"/>
                  </a:lnTo>
                  <a:lnTo>
                    <a:pt x="6774473" y="458158"/>
                  </a:lnTo>
                  <a:lnTo>
                    <a:pt x="6776838" y="457297"/>
                  </a:lnTo>
                  <a:lnTo>
                    <a:pt x="6779993" y="456866"/>
                  </a:lnTo>
                  <a:lnTo>
                    <a:pt x="6782201" y="455144"/>
                  </a:lnTo>
                  <a:lnTo>
                    <a:pt x="6784882" y="452130"/>
                  </a:lnTo>
                  <a:lnTo>
                    <a:pt x="6785355" y="451699"/>
                  </a:lnTo>
                  <a:lnTo>
                    <a:pt x="6785986" y="450838"/>
                  </a:lnTo>
                  <a:lnTo>
                    <a:pt x="6786459" y="450838"/>
                  </a:lnTo>
                  <a:lnTo>
                    <a:pt x="6787563" y="450838"/>
                  </a:lnTo>
                  <a:lnTo>
                    <a:pt x="6788825" y="449977"/>
                  </a:lnTo>
                  <a:lnTo>
                    <a:pt x="6789614" y="449977"/>
                  </a:lnTo>
                  <a:lnTo>
                    <a:pt x="6789771" y="449977"/>
                  </a:lnTo>
                  <a:lnTo>
                    <a:pt x="6794187" y="448685"/>
                  </a:lnTo>
                  <a:lnTo>
                    <a:pt x="6797342" y="448685"/>
                  </a:lnTo>
                  <a:lnTo>
                    <a:pt x="6805228" y="446101"/>
                  </a:lnTo>
                  <a:lnTo>
                    <a:pt x="6806332" y="445240"/>
                  </a:lnTo>
                  <a:lnTo>
                    <a:pt x="6808382" y="445240"/>
                  </a:lnTo>
                  <a:lnTo>
                    <a:pt x="6813271" y="443948"/>
                  </a:lnTo>
                  <a:lnTo>
                    <a:pt x="6814533" y="443948"/>
                  </a:lnTo>
                  <a:lnTo>
                    <a:pt x="6818318" y="441795"/>
                  </a:lnTo>
                  <a:lnTo>
                    <a:pt x="6821315" y="440934"/>
                  </a:lnTo>
                  <a:lnTo>
                    <a:pt x="6824469" y="440934"/>
                  </a:lnTo>
                  <a:lnTo>
                    <a:pt x="6825100" y="439642"/>
                  </a:lnTo>
                  <a:lnTo>
                    <a:pt x="6826677" y="438350"/>
                  </a:lnTo>
                  <a:lnTo>
                    <a:pt x="6831251" y="436628"/>
                  </a:lnTo>
                  <a:lnTo>
                    <a:pt x="6836771" y="434906"/>
                  </a:lnTo>
                  <a:lnTo>
                    <a:pt x="6839926" y="433614"/>
                  </a:lnTo>
                  <a:lnTo>
                    <a:pt x="6844184" y="432322"/>
                  </a:lnTo>
                  <a:lnTo>
                    <a:pt x="6844184" y="431891"/>
                  </a:lnTo>
                  <a:lnTo>
                    <a:pt x="6845288" y="431461"/>
                  </a:lnTo>
                  <a:lnTo>
                    <a:pt x="6848600" y="430600"/>
                  </a:lnTo>
                  <a:lnTo>
                    <a:pt x="6851755" y="430600"/>
                  </a:lnTo>
                  <a:lnTo>
                    <a:pt x="6853016" y="430600"/>
                  </a:lnTo>
                  <a:lnTo>
                    <a:pt x="6854278" y="430169"/>
                  </a:lnTo>
                  <a:lnTo>
                    <a:pt x="6856486" y="428447"/>
                  </a:lnTo>
                  <a:lnTo>
                    <a:pt x="6857748" y="428447"/>
                  </a:lnTo>
                  <a:lnTo>
                    <a:pt x="6862322" y="427585"/>
                  </a:lnTo>
                  <a:lnTo>
                    <a:pt x="6865634" y="425863"/>
                  </a:lnTo>
                  <a:lnTo>
                    <a:pt x="6865792" y="425002"/>
                  </a:lnTo>
                  <a:lnTo>
                    <a:pt x="6871469" y="422418"/>
                  </a:lnTo>
                  <a:lnTo>
                    <a:pt x="6871627" y="421988"/>
                  </a:lnTo>
                  <a:lnTo>
                    <a:pt x="6871627" y="421126"/>
                  </a:lnTo>
                  <a:lnTo>
                    <a:pt x="6873047" y="420696"/>
                  </a:lnTo>
                  <a:lnTo>
                    <a:pt x="6873047" y="420265"/>
                  </a:lnTo>
                  <a:lnTo>
                    <a:pt x="6874624" y="419835"/>
                  </a:lnTo>
                  <a:lnTo>
                    <a:pt x="6875728" y="418112"/>
                  </a:lnTo>
                  <a:lnTo>
                    <a:pt x="6879355" y="416820"/>
                  </a:lnTo>
                  <a:lnTo>
                    <a:pt x="6881721" y="416820"/>
                  </a:lnTo>
                  <a:lnTo>
                    <a:pt x="6883141" y="415959"/>
                  </a:lnTo>
                  <a:lnTo>
                    <a:pt x="6886610" y="415098"/>
                  </a:lnTo>
                  <a:lnTo>
                    <a:pt x="6890396" y="413806"/>
                  </a:lnTo>
                  <a:lnTo>
                    <a:pt x="6893708" y="412514"/>
                  </a:lnTo>
                  <a:lnTo>
                    <a:pt x="6895916" y="412084"/>
                  </a:lnTo>
                  <a:lnTo>
                    <a:pt x="6898282" y="410361"/>
                  </a:lnTo>
                  <a:lnTo>
                    <a:pt x="6898755" y="410361"/>
                  </a:lnTo>
                  <a:lnTo>
                    <a:pt x="6898912" y="410361"/>
                  </a:lnTo>
                  <a:lnTo>
                    <a:pt x="6899543" y="410361"/>
                  </a:lnTo>
                  <a:lnTo>
                    <a:pt x="6899543" y="409931"/>
                  </a:lnTo>
                  <a:lnTo>
                    <a:pt x="6901594" y="408639"/>
                  </a:lnTo>
                  <a:lnTo>
                    <a:pt x="6904117" y="406917"/>
                  </a:lnTo>
                  <a:lnTo>
                    <a:pt x="6906798" y="405625"/>
                  </a:lnTo>
                  <a:lnTo>
                    <a:pt x="6907114" y="405194"/>
                  </a:lnTo>
                  <a:lnTo>
                    <a:pt x="6911688" y="403902"/>
                  </a:lnTo>
                  <a:lnTo>
                    <a:pt x="6915788" y="403472"/>
                  </a:lnTo>
                  <a:lnTo>
                    <a:pt x="6918627" y="402180"/>
                  </a:lnTo>
                  <a:lnTo>
                    <a:pt x="6921466" y="400888"/>
                  </a:lnTo>
                  <a:lnTo>
                    <a:pt x="6923359" y="400888"/>
                  </a:lnTo>
                  <a:lnTo>
                    <a:pt x="6924778" y="399596"/>
                  </a:lnTo>
                  <a:lnTo>
                    <a:pt x="6932664" y="397443"/>
                  </a:lnTo>
                  <a:lnTo>
                    <a:pt x="6935345" y="397013"/>
                  </a:lnTo>
                  <a:lnTo>
                    <a:pt x="6942758" y="395290"/>
                  </a:lnTo>
                  <a:lnTo>
                    <a:pt x="6942916" y="394860"/>
                  </a:lnTo>
                  <a:lnTo>
                    <a:pt x="6943547" y="394860"/>
                  </a:lnTo>
                  <a:lnTo>
                    <a:pt x="6944178" y="394429"/>
                  </a:lnTo>
                  <a:lnTo>
                    <a:pt x="6946859" y="393137"/>
                  </a:lnTo>
                  <a:lnTo>
                    <a:pt x="6947332" y="393137"/>
                  </a:lnTo>
                  <a:lnTo>
                    <a:pt x="6949225" y="393137"/>
                  </a:lnTo>
                  <a:lnTo>
                    <a:pt x="6953956" y="392707"/>
                  </a:lnTo>
                  <a:lnTo>
                    <a:pt x="6954272" y="392276"/>
                  </a:lnTo>
                  <a:lnTo>
                    <a:pt x="6955218" y="392276"/>
                  </a:lnTo>
                  <a:lnTo>
                    <a:pt x="6958688" y="390554"/>
                  </a:lnTo>
                  <a:lnTo>
                    <a:pt x="6967835" y="387970"/>
                  </a:lnTo>
                  <a:lnTo>
                    <a:pt x="6968624" y="387970"/>
                  </a:lnTo>
                  <a:lnTo>
                    <a:pt x="6968782" y="387970"/>
                  </a:lnTo>
                  <a:lnTo>
                    <a:pt x="6969570" y="387109"/>
                  </a:lnTo>
                  <a:lnTo>
                    <a:pt x="6972094" y="385817"/>
                  </a:lnTo>
                  <a:lnTo>
                    <a:pt x="6975248" y="384525"/>
                  </a:lnTo>
                  <a:lnTo>
                    <a:pt x="6979822" y="380219"/>
                  </a:lnTo>
                  <a:lnTo>
                    <a:pt x="6983449" y="378928"/>
                  </a:lnTo>
                  <a:lnTo>
                    <a:pt x="6985027" y="378928"/>
                  </a:lnTo>
                  <a:lnTo>
                    <a:pt x="6987550" y="377636"/>
                  </a:lnTo>
                  <a:lnTo>
                    <a:pt x="6990389" y="375913"/>
                  </a:lnTo>
                  <a:lnTo>
                    <a:pt x="6994647" y="375483"/>
                  </a:lnTo>
                  <a:lnTo>
                    <a:pt x="6996067" y="374191"/>
                  </a:lnTo>
                  <a:lnTo>
                    <a:pt x="6996225" y="374191"/>
                  </a:lnTo>
                  <a:lnTo>
                    <a:pt x="6997802" y="374191"/>
                  </a:lnTo>
                  <a:lnTo>
                    <a:pt x="7002691" y="372899"/>
                  </a:lnTo>
                  <a:lnTo>
                    <a:pt x="7004899" y="372038"/>
                  </a:lnTo>
                  <a:lnTo>
                    <a:pt x="7007265" y="370746"/>
                  </a:lnTo>
                  <a:lnTo>
                    <a:pt x="7011208" y="369885"/>
                  </a:lnTo>
                  <a:lnTo>
                    <a:pt x="7014204" y="369454"/>
                  </a:lnTo>
                  <a:lnTo>
                    <a:pt x="7014520" y="369454"/>
                  </a:lnTo>
                  <a:lnTo>
                    <a:pt x="7017359" y="369024"/>
                  </a:lnTo>
                  <a:lnTo>
                    <a:pt x="7017674" y="368593"/>
                  </a:lnTo>
                  <a:lnTo>
                    <a:pt x="7026507" y="366440"/>
                  </a:lnTo>
                  <a:lnTo>
                    <a:pt x="7027453" y="365579"/>
                  </a:lnTo>
                  <a:lnTo>
                    <a:pt x="7027926" y="365579"/>
                  </a:lnTo>
                  <a:lnTo>
                    <a:pt x="7032184" y="362995"/>
                  </a:lnTo>
                  <a:lnTo>
                    <a:pt x="7033288" y="362565"/>
                  </a:lnTo>
                  <a:lnTo>
                    <a:pt x="7036285" y="361273"/>
                  </a:lnTo>
                  <a:lnTo>
                    <a:pt x="7036758" y="361273"/>
                  </a:lnTo>
                  <a:lnTo>
                    <a:pt x="7037074" y="360842"/>
                  </a:lnTo>
                  <a:lnTo>
                    <a:pt x="7038966" y="359551"/>
                  </a:lnTo>
                  <a:lnTo>
                    <a:pt x="7044486" y="359120"/>
                  </a:lnTo>
                  <a:lnTo>
                    <a:pt x="7044802" y="359120"/>
                  </a:lnTo>
                  <a:lnTo>
                    <a:pt x="7047798" y="357828"/>
                  </a:lnTo>
                  <a:lnTo>
                    <a:pt x="7051426" y="357398"/>
                  </a:lnTo>
                  <a:lnTo>
                    <a:pt x="7055054" y="356106"/>
                  </a:lnTo>
                  <a:lnTo>
                    <a:pt x="7057104" y="355675"/>
                  </a:lnTo>
                  <a:lnTo>
                    <a:pt x="7057262" y="355245"/>
                  </a:lnTo>
                  <a:lnTo>
                    <a:pt x="7060416" y="353522"/>
                  </a:lnTo>
                  <a:lnTo>
                    <a:pt x="7063097" y="351800"/>
                  </a:lnTo>
                  <a:lnTo>
                    <a:pt x="7065621" y="350508"/>
                  </a:lnTo>
                  <a:lnTo>
                    <a:pt x="7065778" y="349647"/>
                  </a:lnTo>
                  <a:lnTo>
                    <a:pt x="7066725" y="349216"/>
                  </a:lnTo>
                  <a:lnTo>
                    <a:pt x="7066725" y="348786"/>
                  </a:lnTo>
                  <a:lnTo>
                    <a:pt x="7067198" y="347924"/>
                  </a:lnTo>
                  <a:lnTo>
                    <a:pt x="7073664" y="345771"/>
                  </a:lnTo>
                  <a:lnTo>
                    <a:pt x="7073664" y="345341"/>
                  </a:lnTo>
                  <a:lnTo>
                    <a:pt x="7075715" y="344910"/>
                  </a:lnTo>
                  <a:lnTo>
                    <a:pt x="7083916" y="343618"/>
                  </a:lnTo>
                  <a:lnTo>
                    <a:pt x="7088017" y="341896"/>
                  </a:lnTo>
                  <a:lnTo>
                    <a:pt x="7088805" y="341896"/>
                  </a:lnTo>
                  <a:lnTo>
                    <a:pt x="7094641" y="339312"/>
                  </a:lnTo>
                  <a:lnTo>
                    <a:pt x="7094799" y="339312"/>
                  </a:lnTo>
                  <a:lnTo>
                    <a:pt x="7095272" y="338882"/>
                  </a:lnTo>
                  <a:lnTo>
                    <a:pt x="7097795" y="338451"/>
                  </a:lnTo>
                  <a:lnTo>
                    <a:pt x="7102369" y="336729"/>
                  </a:lnTo>
                  <a:lnTo>
                    <a:pt x="7103315" y="336729"/>
                  </a:lnTo>
                  <a:lnTo>
                    <a:pt x="7106785" y="335868"/>
                  </a:lnTo>
                  <a:lnTo>
                    <a:pt x="7107416" y="335006"/>
                  </a:lnTo>
                  <a:lnTo>
                    <a:pt x="7110570" y="334145"/>
                  </a:lnTo>
                  <a:lnTo>
                    <a:pt x="7110886" y="334145"/>
                  </a:lnTo>
                  <a:lnTo>
                    <a:pt x="7111201" y="332853"/>
                  </a:lnTo>
                  <a:lnTo>
                    <a:pt x="7111359" y="332853"/>
                  </a:lnTo>
                  <a:lnTo>
                    <a:pt x="7113725" y="332423"/>
                  </a:lnTo>
                  <a:lnTo>
                    <a:pt x="7117510" y="332423"/>
                  </a:lnTo>
                  <a:lnTo>
                    <a:pt x="7122084" y="331562"/>
                  </a:lnTo>
                  <a:lnTo>
                    <a:pt x="7124134" y="330700"/>
                  </a:lnTo>
                  <a:lnTo>
                    <a:pt x="7127288" y="329839"/>
                  </a:lnTo>
                  <a:lnTo>
                    <a:pt x="7128866" y="328978"/>
                  </a:lnTo>
                  <a:lnTo>
                    <a:pt x="7129023" y="328978"/>
                  </a:lnTo>
                  <a:lnTo>
                    <a:pt x="7129654" y="328547"/>
                  </a:lnTo>
                  <a:lnTo>
                    <a:pt x="7129812" y="328117"/>
                  </a:lnTo>
                  <a:lnTo>
                    <a:pt x="7132966" y="328117"/>
                  </a:lnTo>
                  <a:lnTo>
                    <a:pt x="7133124" y="328117"/>
                  </a:lnTo>
                  <a:lnTo>
                    <a:pt x="7136594" y="327686"/>
                  </a:lnTo>
                  <a:lnTo>
                    <a:pt x="7136752" y="327686"/>
                  </a:lnTo>
                  <a:lnTo>
                    <a:pt x="7141483" y="326825"/>
                  </a:lnTo>
                  <a:lnTo>
                    <a:pt x="7144480" y="325964"/>
                  </a:lnTo>
                  <a:lnTo>
                    <a:pt x="7147161" y="324672"/>
                  </a:lnTo>
                  <a:lnTo>
                    <a:pt x="7150158" y="322950"/>
                  </a:lnTo>
                  <a:lnTo>
                    <a:pt x="7151577" y="322519"/>
                  </a:lnTo>
                  <a:lnTo>
                    <a:pt x="7152523" y="322088"/>
                  </a:lnTo>
                  <a:lnTo>
                    <a:pt x="7158044" y="320366"/>
                  </a:lnTo>
                  <a:lnTo>
                    <a:pt x="7158201" y="320366"/>
                  </a:lnTo>
                  <a:lnTo>
                    <a:pt x="7158201" y="319935"/>
                  </a:lnTo>
                  <a:lnTo>
                    <a:pt x="7166087" y="315199"/>
                  </a:lnTo>
                  <a:lnTo>
                    <a:pt x="7169242" y="313907"/>
                  </a:lnTo>
                  <a:lnTo>
                    <a:pt x="7172238" y="313476"/>
                  </a:lnTo>
                  <a:lnTo>
                    <a:pt x="7173658" y="313476"/>
                  </a:lnTo>
                  <a:lnTo>
                    <a:pt x="7176339" y="311323"/>
                  </a:lnTo>
                  <a:lnTo>
                    <a:pt x="7176497" y="311323"/>
                  </a:lnTo>
                  <a:lnTo>
                    <a:pt x="7176970" y="311323"/>
                  </a:lnTo>
                  <a:lnTo>
                    <a:pt x="7177916" y="310893"/>
                  </a:lnTo>
                  <a:lnTo>
                    <a:pt x="7178547" y="310032"/>
                  </a:lnTo>
                  <a:lnTo>
                    <a:pt x="7181386" y="308309"/>
                  </a:lnTo>
                  <a:lnTo>
                    <a:pt x="7181859" y="308309"/>
                  </a:lnTo>
                  <a:lnTo>
                    <a:pt x="7185013" y="308309"/>
                  </a:lnTo>
                  <a:lnTo>
                    <a:pt x="7185802" y="307879"/>
                  </a:lnTo>
                  <a:lnTo>
                    <a:pt x="7189587" y="307448"/>
                  </a:lnTo>
                  <a:lnTo>
                    <a:pt x="7193846" y="305726"/>
                  </a:lnTo>
                  <a:lnTo>
                    <a:pt x="7194003" y="305295"/>
                  </a:lnTo>
                  <a:lnTo>
                    <a:pt x="7195107" y="304864"/>
                  </a:lnTo>
                  <a:lnTo>
                    <a:pt x="7196054" y="304864"/>
                  </a:lnTo>
                  <a:lnTo>
                    <a:pt x="7196527" y="304434"/>
                  </a:lnTo>
                  <a:lnTo>
                    <a:pt x="7199366" y="304434"/>
                  </a:lnTo>
                  <a:lnTo>
                    <a:pt x="7200312" y="304003"/>
                  </a:lnTo>
                  <a:lnTo>
                    <a:pt x="7201574" y="302281"/>
                  </a:lnTo>
                  <a:lnTo>
                    <a:pt x="7208198" y="301420"/>
                  </a:lnTo>
                  <a:lnTo>
                    <a:pt x="7208356" y="300558"/>
                  </a:lnTo>
                  <a:lnTo>
                    <a:pt x="7209144" y="300558"/>
                  </a:lnTo>
                  <a:lnTo>
                    <a:pt x="7216242" y="300128"/>
                  </a:lnTo>
                  <a:lnTo>
                    <a:pt x="7216872" y="299267"/>
                  </a:lnTo>
                  <a:lnTo>
                    <a:pt x="7219238" y="297975"/>
                  </a:lnTo>
                  <a:lnTo>
                    <a:pt x="7219396" y="297975"/>
                  </a:lnTo>
                  <a:lnTo>
                    <a:pt x="7221446" y="295822"/>
                  </a:lnTo>
                  <a:lnTo>
                    <a:pt x="7224758" y="294530"/>
                  </a:lnTo>
                  <a:lnTo>
                    <a:pt x="7227913" y="290655"/>
                  </a:lnTo>
                  <a:lnTo>
                    <a:pt x="7231067" y="290655"/>
                  </a:lnTo>
                  <a:lnTo>
                    <a:pt x="7236272" y="288071"/>
                  </a:lnTo>
                  <a:lnTo>
                    <a:pt x="7236587" y="288071"/>
                  </a:lnTo>
                  <a:lnTo>
                    <a:pt x="7236745" y="287640"/>
                  </a:lnTo>
                  <a:lnTo>
                    <a:pt x="7240372" y="287210"/>
                  </a:lnTo>
                  <a:lnTo>
                    <a:pt x="7240846" y="287210"/>
                  </a:lnTo>
                  <a:lnTo>
                    <a:pt x="7241792" y="286349"/>
                  </a:lnTo>
                  <a:lnTo>
                    <a:pt x="7246366" y="285487"/>
                  </a:lnTo>
                  <a:lnTo>
                    <a:pt x="7249520" y="284626"/>
                  </a:lnTo>
                  <a:lnTo>
                    <a:pt x="7250151" y="284626"/>
                  </a:lnTo>
                  <a:lnTo>
                    <a:pt x="7254094" y="283765"/>
                  </a:lnTo>
                  <a:lnTo>
                    <a:pt x="7255356" y="283765"/>
                  </a:lnTo>
                  <a:lnTo>
                    <a:pt x="7256302" y="283334"/>
                  </a:lnTo>
                  <a:lnTo>
                    <a:pt x="7258510" y="282473"/>
                  </a:lnTo>
                  <a:lnTo>
                    <a:pt x="7260403" y="282473"/>
                  </a:lnTo>
                  <a:lnTo>
                    <a:pt x="7260718" y="281612"/>
                  </a:lnTo>
                  <a:lnTo>
                    <a:pt x="7261980" y="280320"/>
                  </a:lnTo>
                  <a:lnTo>
                    <a:pt x="7262453" y="279890"/>
                  </a:lnTo>
                  <a:lnTo>
                    <a:pt x="7264030" y="279028"/>
                  </a:lnTo>
                  <a:lnTo>
                    <a:pt x="7268289" y="277306"/>
                  </a:lnTo>
                  <a:lnTo>
                    <a:pt x="7273809" y="274722"/>
                  </a:lnTo>
                  <a:lnTo>
                    <a:pt x="7277279" y="274292"/>
                  </a:lnTo>
                  <a:lnTo>
                    <a:pt x="7277752" y="273861"/>
                  </a:lnTo>
                  <a:lnTo>
                    <a:pt x="7279329" y="273861"/>
                  </a:lnTo>
                  <a:lnTo>
                    <a:pt x="7282168" y="272569"/>
                  </a:lnTo>
                  <a:lnTo>
                    <a:pt x="7282483" y="272569"/>
                  </a:lnTo>
                  <a:lnTo>
                    <a:pt x="7282641" y="272569"/>
                  </a:lnTo>
                  <a:lnTo>
                    <a:pt x="7282956" y="272139"/>
                  </a:lnTo>
                  <a:lnTo>
                    <a:pt x="7285638" y="272139"/>
                  </a:lnTo>
                  <a:lnTo>
                    <a:pt x="7286899" y="270847"/>
                  </a:lnTo>
                  <a:lnTo>
                    <a:pt x="7293681" y="267833"/>
                  </a:lnTo>
                  <a:lnTo>
                    <a:pt x="7298571" y="265680"/>
                  </a:lnTo>
                  <a:lnTo>
                    <a:pt x="7299201" y="265680"/>
                  </a:lnTo>
                  <a:lnTo>
                    <a:pt x="7301409" y="264388"/>
                  </a:lnTo>
                  <a:lnTo>
                    <a:pt x="7303775" y="263527"/>
                  </a:lnTo>
                  <a:lnTo>
                    <a:pt x="7304406" y="263527"/>
                  </a:lnTo>
                  <a:lnTo>
                    <a:pt x="7304564" y="263527"/>
                  </a:lnTo>
                  <a:lnTo>
                    <a:pt x="7305826" y="262666"/>
                  </a:lnTo>
                  <a:lnTo>
                    <a:pt x="7308822" y="262666"/>
                  </a:lnTo>
                  <a:lnTo>
                    <a:pt x="7314027" y="260943"/>
                  </a:lnTo>
                  <a:lnTo>
                    <a:pt x="7315604" y="260082"/>
                  </a:lnTo>
                  <a:lnTo>
                    <a:pt x="7318128" y="259651"/>
                  </a:lnTo>
                  <a:lnTo>
                    <a:pt x="7319863" y="257498"/>
                  </a:lnTo>
                  <a:lnTo>
                    <a:pt x="7320493" y="257498"/>
                  </a:lnTo>
                  <a:lnTo>
                    <a:pt x="7321597" y="256207"/>
                  </a:lnTo>
                  <a:lnTo>
                    <a:pt x="7322859" y="255776"/>
                  </a:lnTo>
                  <a:lnTo>
                    <a:pt x="7323648" y="254915"/>
                  </a:lnTo>
                  <a:lnTo>
                    <a:pt x="7327275" y="254054"/>
                  </a:lnTo>
                  <a:lnTo>
                    <a:pt x="7328695" y="253192"/>
                  </a:lnTo>
                  <a:lnTo>
                    <a:pt x="7329010" y="253192"/>
                  </a:lnTo>
                  <a:lnTo>
                    <a:pt x="7338473" y="250609"/>
                  </a:lnTo>
                  <a:lnTo>
                    <a:pt x="7338946" y="250609"/>
                  </a:lnTo>
                  <a:lnTo>
                    <a:pt x="7340208" y="250609"/>
                  </a:lnTo>
                  <a:lnTo>
                    <a:pt x="7340366" y="250609"/>
                  </a:lnTo>
                  <a:lnTo>
                    <a:pt x="7340366" y="249748"/>
                  </a:lnTo>
                  <a:lnTo>
                    <a:pt x="7340681" y="249317"/>
                  </a:lnTo>
                  <a:lnTo>
                    <a:pt x="7340997" y="249317"/>
                  </a:lnTo>
                  <a:lnTo>
                    <a:pt x="7345413" y="248025"/>
                  </a:lnTo>
                  <a:lnTo>
                    <a:pt x="7349356" y="246733"/>
                  </a:lnTo>
                  <a:lnTo>
                    <a:pt x="7352037" y="246303"/>
                  </a:lnTo>
                  <a:lnTo>
                    <a:pt x="7352352" y="245872"/>
                  </a:lnTo>
                  <a:lnTo>
                    <a:pt x="7355822" y="244580"/>
                  </a:lnTo>
                  <a:lnTo>
                    <a:pt x="7357873" y="244580"/>
                  </a:lnTo>
                  <a:lnTo>
                    <a:pt x="7358661" y="244580"/>
                  </a:lnTo>
                  <a:lnTo>
                    <a:pt x="7360554" y="243289"/>
                  </a:lnTo>
                  <a:lnTo>
                    <a:pt x="7361027" y="243289"/>
                  </a:lnTo>
                  <a:lnTo>
                    <a:pt x="7364812" y="241997"/>
                  </a:lnTo>
                  <a:lnTo>
                    <a:pt x="7369071" y="241566"/>
                  </a:lnTo>
                  <a:lnTo>
                    <a:pt x="7371594" y="238983"/>
                  </a:lnTo>
                  <a:lnTo>
                    <a:pt x="7373171" y="238552"/>
                  </a:lnTo>
                  <a:lnTo>
                    <a:pt x="7376326" y="238121"/>
                  </a:lnTo>
                  <a:lnTo>
                    <a:pt x="7377114" y="238121"/>
                  </a:lnTo>
                  <a:lnTo>
                    <a:pt x="7377114" y="237691"/>
                  </a:lnTo>
                  <a:lnTo>
                    <a:pt x="7377272" y="237691"/>
                  </a:lnTo>
                  <a:lnTo>
                    <a:pt x="7380584" y="235107"/>
                  </a:lnTo>
                  <a:lnTo>
                    <a:pt x="7380899" y="235107"/>
                  </a:lnTo>
                  <a:lnTo>
                    <a:pt x="7383108" y="235107"/>
                  </a:lnTo>
                  <a:lnTo>
                    <a:pt x="7386735" y="232524"/>
                  </a:lnTo>
                  <a:lnTo>
                    <a:pt x="7387050" y="232524"/>
                  </a:lnTo>
                  <a:lnTo>
                    <a:pt x="7391467" y="232093"/>
                  </a:lnTo>
                  <a:lnTo>
                    <a:pt x="7396514" y="232093"/>
                  </a:lnTo>
                  <a:lnTo>
                    <a:pt x="7397775" y="232093"/>
                  </a:lnTo>
                  <a:lnTo>
                    <a:pt x="7398879" y="232093"/>
                  </a:lnTo>
                  <a:lnTo>
                    <a:pt x="7399037" y="232093"/>
                  </a:lnTo>
                  <a:lnTo>
                    <a:pt x="7399826" y="231662"/>
                  </a:lnTo>
                  <a:lnTo>
                    <a:pt x="7400930" y="231662"/>
                  </a:lnTo>
                  <a:lnTo>
                    <a:pt x="7404873" y="230801"/>
                  </a:lnTo>
                  <a:lnTo>
                    <a:pt x="7405188" y="230801"/>
                  </a:lnTo>
                  <a:lnTo>
                    <a:pt x="7406765" y="229940"/>
                  </a:lnTo>
                  <a:lnTo>
                    <a:pt x="7410077" y="229509"/>
                  </a:lnTo>
                  <a:lnTo>
                    <a:pt x="7413705" y="229509"/>
                  </a:lnTo>
                  <a:lnTo>
                    <a:pt x="7413863" y="229079"/>
                  </a:lnTo>
                  <a:lnTo>
                    <a:pt x="7415755" y="228648"/>
                  </a:lnTo>
                  <a:lnTo>
                    <a:pt x="7420329" y="227787"/>
                  </a:lnTo>
                  <a:lnTo>
                    <a:pt x="7420329" y="226926"/>
                  </a:lnTo>
                  <a:lnTo>
                    <a:pt x="7424272" y="226926"/>
                  </a:lnTo>
                  <a:lnTo>
                    <a:pt x="7426480" y="226926"/>
                  </a:lnTo>
                  <a:lnTo>
                    <a:pt x="7428057" y="226926"/>
                  </a:lnTo>
                  <a:lnTo>
                    <a:pt x="7430738" y="226926"/>
                  </a:lnTo>
                  <a:lnTo>
                    <a:pt x="7432316" y="226065"/>
                  </a:lnTo>
                  <a:lnTo>
                    <a:pt x="7435470" y="225634"/>
                  </a:lnTo>
                  <a:lnTo>
                    <a:pt x="7435628" y="225634"/>
                  </a:lnTo>
                  <a:lnTo>
                    <a:pt x="7437994" y="225203"/>
                  </a:lnTo>
                  <a:lnTo>
                    <a:pt x="7438467" y="225203"/>
                  </a:lnTo>
                  <a:lnTo>
                    <a:pt x="7440675" y="225203"/>
                  </a:lnTo>
                  <a:lnTo>
                    <a:pt x="7440832" y="225203"/>
                  </a:lnTo>
                  <a:lnTo>
                    <a:pt x="7444618" y="223912"/>
                  </a:lnTo>
                  <a:lnTo>
                    <a:pt x="7444775" y="223912"/>
                  </a:lnTo>
                  <a:lnTo>
                    <a:pt x="7450138" y="223050"/>
                  </a:lnTo>
                  <a:lnTo>
                    <a:pt x="7450453" y="223050"/>
                  </a:lnTo>
                  <a:lnTo>
                    <a:pt x="7455816" y="221759"/>
                  </a:lnTo>
                  <a:lnTo>
                    <a:pt x="7455816" y="221328"/>
                  </a:lnTo>
                  <a:lnTo>
                    <a:pt x="7458024" y="220897"/>
                  </a:lnTo>
                  <a:lnTo>
                    <a:pt x="7459601" y="218744"/>
                  </a:lnTo>
                  <a:lnTo>
                    <a:pt x="7461020" y="218744"/>
                  </a:lnTo>
                  <a:lnTo>
                    <a:pt x="7465594" y="216161"/>
                  </a:lnTo>
                  <a:lnTo>
                    <a:pt x="7465752" y="215730"/>
                  </a:lnTo>
                  <a:lnTo>
                    <a:pt x="7469222" y="213577"/>
                  </a:lnTo>
                  <a:lnTo>
                    <a:pt x="7472061" y="212716"/>
                  </a:lnTo>
                  <a:lnTo>
                    <a:pt x="7475846" y="210563"/>
                  </a:lnTo>
                  <a:lnTo>
                    <a:pt x="7476319" y="210563"/>
                  </a:lnTo>
                  <a:lnTo>
                    <a:pt x="7476477" y="210563"/>
                  </a:lnTo>
                  <a:lnTo>
                    <a:pt x="7479947" y="210132"/>
                  </a:lnTo>
                  <a:lnTo>
                    <a:pt x="7480420" y="210132"/>
                  </a:lnTo>
                  <a:lnTo>
                    <a:pt x="7480735" y="210132"/>
                  </a:lnTo>
                  <a:lnTo>
                    <a:pt x="7483574" y="208841"/>
                  </a:lnTo>
                  <a:lnTo>
                    <a:pt x="7483890" y="208841"/>
                  </a:lnTo>
                  <a:lnTo>
                    <a:pt x="7486413" y="208841"/>
                  </a:lnTo>
                  <a:lnTo>
                    <a:pt x="7486728" y="208841"/>
                  </a:lnTo>
                  <a:lnTo>
                    <a:pt x="7490198" y="207979"/>
                  </a:lnTo>
                  <a:lnTo>
                    <a:pt x="7491775" y="206257"/>
                  </a:lnTo>
                  <a:lnTo>
                    <a:pt x="7496822" y="205396"/>
                  </a:lnTo>
                  <a:lnTo>
                    <a:pt x="7500923" y="204965"/>
                  </a:lnTo>
                  <a:lnTo>
                    <a:pt x="7505024" y="203673"/>
                  </a:lnTo>
                  <a:lnTo>
                    <a:pt x="7508178" y="202812"/>
                  </a:lnTo>
                  <a:lnTo>
                    <a:pt x="7512437" y="200659"/>
                  </a:lnTo>
                  <a:lnTo>
                    <a:pt x="7515433" y="200659"/>
                  </a:lnTo>
                  <a:lnTo>
                    <a:pt x="7515906" y="200229"/>
                  </a:lnTo>
                  <a:lnTo>
                    <a:pt x="7516064" y="200229"/>
                  </a:lnTo>
                  <a:lnTo>
                    <a:pt x="7519376" y="198937"/>
                  </a:lnTo>
                  <a:lnTo>
                    <a:pt x="7522530" y="198506"/>
                  </a:lnTo>
                  <a:lnTo>
                    <a:pt x="7522846" y="198506"/>
                  </a:lnTo>
                  <a:lnTo>
                    <a:pt x="7523161" y="198076"/>
                  </a:lnTo>
                  <a:lnTo>
                    <a:pt x="7526158" y="197645"/>
                  </a:lnTo>
                  <a:lnTo>
                    <a:pt x="7527735" y="197645"/>
                  </a:lnTo>
                  <a:lnTo>
                    <a:pt x="7532624" y="195492"/>
                  </a:lnTo>
                  <a:lnTo>
                    <a:pt x="7535306" y="195492"/>
                  </a:lnTo>
                  <a:lnTo>
                    <a:pt x="7535937" y="195061"/>
                  </a:lnTo>
                  <a:lnTo>
                    <a:pt x="7536252" y="195061"/>
                  </a:lnTo>
                  <a:lnTo>
                    <a:pt x="7539249" y="194631"/>
                  </a:lnTo>
                  <a:lnTo>
                    <a:pt x="7540510" y="194200"/>
                  </a:lnTo>
                  <a:lnTo>
                    <a:pt x="7540668" y="193770"/>
                  </a:lnTo>
                  <a:lnTo>
                    <a:pt x="7543980" y="193339"/>
                  </a:lnTo>
                  <a:lnTo>
                    <a:pt x="7544926" y="192908"/>
                  </a:lnTo>
                  <a:lnTo>
                    <a:pt x="7548081" y="191186"/>
                  </a:lnTo>
                  <a:lnTo>
                    <a:pt x="7549343" y="190325"/>
                  </a:lnTo>
                  <a:lnTo>
                    <a:pt x="7551708" y="190325"/>
                  </a:lnTo>
                  <a:lnTo>
                    <a:pt x="7555178" y="190325"/>
                  </a:lnTo>
                  <a:lnTo>
                    <a:pt x="7556124" y="190325"/>
                  </a:lnTo>
                  <a:lnTo>
                    <a:pt x="7556440" y="190325"/>
                  </a:lnTo>
                  <a:lnTo>
                    <a:pt x="7563222" y="189033"/>
                  </a:lnTo>
                  <a:lnTo>
                    <a:pt x="7565903" y="187741"/>
                  </a:lnTo>
                  <a:lnTo>
                    <a:pt x="7570635" y="187311"/>
                  </a:lnTo>
                  <a:lnTo>
                    <a:pt x="7570792" y="187311"/>
                  </a:lnTo>
                  <a:lnTo>
                    <a:pt x="7574893" y="186449"/>
                  </a:lnTo>
                  <a:lnTo>
                    <a:pt x="7575051" y="186449"/>
                  </a:lnTo>
                  <a:lnTo>
                    <a:pt x="7575208" y="186449"/>
                  </a:lnTo>
                  <a:lnTo>
                    <a:pt x="7575366" y="186449"/>
                  </a:lnTo>
                  <a:lnTo>
                    <a:pt x="7580886" y="183866"/>
                  </a:lnTo>
                  <a:lnTo>
                    <a:pt x="7584829" y="182574"/>
                  </a:lnTo>
                  <a:lnTo>
                    <a:pt x="7587195" y="182143"/>
                  </a:lnTo>
                  <a:lnTo>
                    <a:pt x="7591453" y="181713"/>
                  </a:lnTo>
                  <a:lnTo>
                    <a:pt x="7591611" y="181282"/>
                  </a:lnTo>
                  <a:lnTo>
                    <a:pt x="7592557" y="181282"/>
                  </a:lnTo>
                  <a:lnTo>
                    <a:pt x="7594135" y="180852"/>
                  </a:lnTo>
                  <a:lnTo>
                    <a:pt x="7594923" y="180421"/>
                  </a:lnTo>
                  <a:lnTo>
                    <a:pt x="7595712" y="180421"/>
                  </a:lnTo>
                  <a:lnTo>
                    <a:pt x="7599024" y="179990"/>
                  </a:lnTo>
                  <a:lnTo>
                    <a:pt x="7602178" y="179990"/>
                  </a:lnTo>
                  <a:lnTo>
                    <a:pt x="7602651" y="179560"/>
                  </a:lnTo>
                  <a:lnTo>
                    <a:pt x="7606121" y="179560"/>
                  </a:lnTo>
                  <a:lnTo>
                    <a:pt x="7608172" y="179129"/>
                  </a:lnTo>
                  <a:lnTo>
                    <a:pt x="7609276" y="178699"/>
                  </a:lnTo>
                  <a:lnTo>
                    <a:pt x="7610064" y="178699"/>
                  </a:lnTo>
                  <a:lnTo>
                    <a:pt x="7610695" y="178699"/>
                  </a:lnTo>
                  <a:lnTo>
                    <a:pt x="7610853" y="178699"/>
                  </a:lnTo>
                  <a:lnTo>
                    <a:pt x="7615742" y="177837"/>
                  </a:lnTo>
                  <a:lnTo>
                    <a:pt x="7620947" y="176546"/>
                  </a:lnTo>
                  <a:lnTo>
                    <a:pt x="7622208" y="176546"/>
                  </a:lnTo>
                  <a:lnTo>
                    <a:pt x="7625205" y="176115"/>
                  </a:lnTo>
                  <a:lnTo>
                    <a:pt x="7627098" y="174393"/>
                  </a:lnTo>
                  <a:lnTo>
                    <a:pt x="7631356" y="173101"/>
                  </a:lnTo>
                  <a:lnTo>
                    <a:pt x="7632460" y="173101"/>
                  </a:lnTo>
                  <a:lnTo>
                    <a:pt x="7632460" y="172670"/>
                  </a:lnTo>
                  <a:lnTo>
                    <a:pt x="7637034" y="171378"/>
                  </a:lnTo>
                  <a:lnTo>
                    <a:pt x="7637192" y="171378"/>
                  </a:lnTo>
                  <a:lnTo>
                    <a:pt x="7637349" y="170948"/>
                  </a:lnTo>
                  <a:lnTo>
                    <a:pt x="7640819" y="170948"/>
                  </a:lnTo>
                  <a:lnTo>
                    <a:pt x="7647443" y="167072"/>
                  </a:lnTo>
                  <a:lnTo>
                    <a:pt x="7649021" y="167072"/>
                  </a:lnTo>
                  <a:lnTo>
                    <a:pt x="7649178" y="167072"/>
                  </a:lnTo>
                  <a:lnTo>
                    <a:pt x="7652175" y="165350"/>
                  </a:lnTo>
                  <a:lnTo>
                    <a:pt x="7654225" y="165350"/>
                  </a:lnTo>
                  <a:lnTo>
                    <a:pt x="7657537" y="164919"/>
                  </a:lnTo>
                  <a:lnTo>
                    <a:pt x="7658799" y="164058"/>
                  </a:lnTo>
                  <a:lnTo>
                    <a:pt x="7662269" y="163628"/>
                  </a:lnTo>
                  <a:lnTo>
                    <a:pt x="7664950" y="161044"/>
                  </a:lnTo>
                  <a:lnTo>
                    <a:pt x="7665108" y="161044"/>
                  </a:lnTo>
                  <a:lnTo>
                    <a:pt x="7665266" y="159322"/>
                  </a:lnTo>
                  <a:lnTo>
                    <a:pt x="7665423" y="159322"/>
                  </a:lnTo>
                  <a:lnTo>
                    <a:pt x="7669682" y="158891"/>
                  </a:lnTo>
                  <a:lnTo>
                    <a:pt x="7669997" y="158460"/>
                  </a:lnTo>
                  <a:lnTo>
                    <a:pt x="7670313" y="158460"/>
                  </a:lnTo>
                  <a:lnTo>
                    <a:pt x="7670943" y="158460"/>
                  </a:lnTo>
                  <a:lnTo>
                    <a:pt x="7675360" y="158030"/>
                  </a:lnTo>
                  <a:lnTo>
                    <a:pt x="7680722" y="157169"/>
                  </a:lnTo>
                  <a:lnTo>
                    <a:pt x="7680722" y="155877"/>
                  </a:lnTo>
                  <a:lnTo>
                    <a:pt x="7685611" y="155446"/>
                  </a:lnTo>
                  <a:lnTo>
                    <a:pt x="7685769" y="155016"/>
                  </a:lnTo>
                  <a:lnTo>
                    <a:pt x="7686084" y="154154"/>
                  </a:lnTo>
                  <a:lnTo>
                    <a:pt x="7686400" y="154154"/>
                  </a:lnTo>
                  <a:lnTo>
                    <a:pt x="7690185" y="152863"/>
                  </a:lnTo>
                  <a:lnTo>
                    <a:pt x="7692393" y="152863"/>
                  </a:lnTo>
                  <a:lnTo>
                    <a:pt x="7694759" y="152001"/>
                  </a:lnTo>
                  <a:lnTo>
                    <a:pt x="7698544" y="151571"/>
                  </a:lnTo>
                  <a:lnTo>
                    <a:pt x="7699490" y="151571"/>
                  </a:lnTo>
                  <a:lnTo>
                    <a:pt x="7703591" y="149848"/>
                  </a:lnTo>
                  <a:lnTo>
                    <a:pt x="7707219" y="149418"/>
                  </a:lnTo>
                  <a:lnTo>
                    <a:pt x="7707849" y="148987"/>
                  </a:lnTo>
                  <a:lnTo>
                    <a:pt x="7709584" y="148557"/>
                  </a:lnTo>
                  <a:lnTo>
                    <a:pt x="7711950" y="147695"/>
                  </a:lnTo>
                  <a:lnTo>
                    <a:pt x="7717155" y="146834"/>
                  </a:lnTo>
                  <a:lnTo>
                    <a:pt x="7717313" y="146834"/>
                  </a:lnTo>
                  <a:lnTo>
                    <a:pt x="7717786" y="146834"/>
                  </a:lnTo>
                  <a:lnTo>
                    <a:pt x="7719363" y="146834"/>
                  </a:lnTo>
                  <a:lnTo>
                    <a:pt x="7721098" y="145542"/>
                  </a:lnTo>
                  <a:lnTo>
                    <a:pt x="7722833" y="145542"/>
                  </a:lnTo>
                  <a:lnTo>
                    <a:pt x="7725514" y="145112"/>
                  </a:lnTo>
                  <a:lnTo>
                    <a:pt x="7728353" y="143820"/>
                  </a:lnTo>
                  <a:lnTo>
                    <a:pt x="7728668" y="143820"/>
                  </a:lnTo>
                  <a:lnTo>
                    <a:pt x="7731980" y="143820"/>
                  </a:lnTo>
                  <a:lnTo>
                    <a:pt x="7735450" y="142959"/>
                  </a:lnTo>
                  <a:lnTo>
                    <a:pt x="7735923" y="142959"/>
                  </a:lnTo>
                  <a:lnTo>
                    <a:pt x="7737501" y="141667"/>
                  </a:lnTo>
                  <a:lnTo>
                    <a:pt x="7737974" y="141236"/>
                  </a:lnTo>
                  <a:lnTo>
                    <a:pt x="7741601" y="140806"/>
                  </a:lnTo>
                  <a:lnTo>
                    <a:pt x="7741759" y="140806"/>
                  </a:lnTo>
                  <a:lnTo>
                    <a:pt x="7744598" y="140375"/>
                  </a:lnTo>
                  <a:lnTo>
                    <a:pt x="7745386" y="140375"/>
                  </a:lnTo>
                  <a:lnTo>
                    <a:pt x="7746806" y="140375"/>
                  </a:lnTo>
                  <a:lnTo>
                    <a:pt x="7750907" y="139945"/>
                  </a:lnTo>
                  <a:lnTo>
                    <a:pt x="7752957" y="139083"/>
                  </a:lnTo>
                  <a:lnTo>
                    <a:pt x="7756427" y="137361"/>
                  </a:lnTo>
                  <a:lnTo>
                    <a:pt x="7759739" y="135639"/>
                  </a:lnTo>
                  <a:lnTo>
                    <a:pt x="7760212" y="135639"/>
                  </a:lnTo>
                  <a:lnTo>
                    <a:pt x="7760212" y="135208"/>
                  </a:lnTo>
                  <a:lnTo>
                    <a:pt x="7766048" y="133055"/>
                  </a:lnTo>
                  <a:lnTo>
                    <a:pt x="7768098" y="133055"/>
                  </a:lnTo>
                  <a:lnTo>
                    <a:pt x="7768571" y="133055"/>
                  </a:lnTo>
                  <a:lnTo>
                    <a:pt x="7769360" y="133055"/>
                  </a:lnTo>
                  <a:lnTo>
                    <a:pt x="7771725" y="131333"/>
                  </a:lnTo>
                  <a:lnTo>
                    <a:pt x="7771883" y="131333"/>
                  </a:lnTo>
                  <a:lnTo>
                    <a:pt x="7773933" y="131333"/>
                  </a:lnTo>
                  <a:lnTo>
                    <a:pt x="7775984" y="130471"/>
                  </a:lnTo>
                  <a:lnTo>
                    <a:pt x="7778507" y="130471"/>
                  </a:lnTo>
                  <a:lnTo>
                    <a:pt x="7784816" y="129180"/>
                  </a:lnTo>
                  <a:lnTo>
                    <a:pt x="7785131" y="129180"/>
                  </a:lnTo>
                  <a:lnTo>
                    <a:pt x="7786551" y="129180"/>
                  </a:lnTo>
                  <a:lnTo>
                    <a:pt x="7789705" y="128749"/>
                  </a:lnTo>
                  <a:lnTo>
                    <a:pt x="7789863" y="128749"/>
                  </a:lnTo>
                  <a:lnTo>
                    <a:pt x="7790336" y="128318"/>
                  </a:lnTo>
                  <a:lnTo>
                    <a:pt x="7790494" y="128318"/>
                  </a:lnTo>
                  <a:lnTo>
                    <a:pt x="7794437" y="128318"/>
                  </a:lnTo>
                  <a:lnTo>
                    <a:pt x="7796645" y="128318"/>
                  </a:lnTo>
                  <a:lnTo>
                    <a:pt x="7797749" y="128318"/>
                  </a:lnTo>
                  <a:lnTo>
                    <a:pt x="7798380" y="127457"/>
                  </a:lnTo>
                  <a:lnTo>
                    <a:pt x="7798537" y="127457"/>
                  </a:lnTo>
                  <a:lnTo>
                    <a:pt x="7801376" y="127027"/>
                  </a:lnTo>
                  <a:lnTo>
                    <a:pt x="7801534" y="126596"/>
                  </a:lnTo>
                  <a:lnTo>
                    <a:pt x="7801692" y="126596"/>
                  </a:lnTo>
                  <a:lnTo>
                    <a:pt x="7802165" y="126165"/>
                  </a:lnTo>
                  <a:lnTo>
                    <a:pt x="7806739" y="124874"/>
                  </a:lnTo>
                  <a:lnTo>
                    <a:pt x="7812574" y="123582"/>
                  </a:lnTo>
                  <a:lnTo>
                    <a:pt x="7813994" y="123151"/>
                  </a:lnTo>
                  <a:lnTo>
                    <a:pt x="7819829" y="122721"/>
                  </a:lnTo>
                  <a:lnTo>
                    <a:pt x="7820460" y="122721"/>
                  </a:lnTo>
                  <a:lnTo>
                    <a:pt x="7820776" y="122290"/>
                  </a:lnTo>
                  <a:lnTo>
                    <a:pt x="7823930" y="121429"/>
                  </a:lnTo>
                  <a:lnTo>
                    <a:pt x="7823930" y="120998"/>
                  </a:lnTo>
                  <a:lnTo>
                    <a:pt x="7826769" y="120568"/>
                  </a:lnTo>
                  <a:lnTo>
                    <a:pt x="7826927" y="120137"/>
                  </a:lnTo>
                  <a:lnTo>
                    <a:pt x="7827715" y="119276"/>
                  </a:lnTo>
                  <a:lnTo>
                    <a:pt x="7830081" y="118415"/>
                  </a:lnTo>
                  <a:lnTo>
                    <a:pt x="7830081" y="117984"/>
                  </a:lnTo>
                  <a:lnTo>
                    <a:pt x="7831974" y="117553"/>
                  </a:lnTo>
                  <a:lnTo>
                    <a:pt x="7833866" y="117553"/>
                  </a:lnTo>
                  <a:lnTo>
                    <a:pt x="7835444" y="117123"/>
                  </a:lnTo>
                  <a:lnTo>
                    <a:pt x="7839387" y="116692"/>
                  </a:lnTo>
                  <a:lnTo>
                    <a:pt x="7840333" y="116692"/>
                  </a:lnTo>
                  <a:lnTo>
                    <a:pt x="7841279" y="116692"/>
                  </a:lnTo>
                  <a:lnTo>
                    <a:pt x="7843014" y="116262"/>
                  </a:lnTo>
                  <a:lnTo>
                    <a:pt x="7845853" y="115831"/>
                  </a:lnTo>
                  <a:lnTo>
                    <a:pt x="7846326" y="115831"/>
                  </a:lnTo>
                  <a:lnTo>
                    <a:pt x="7847430" y="115400"/>
                  </a:lnTo>
                  <a:lnTo>
                    <a:pt x="7847430" y="114970"/>
                  </a:lnTo>
                  <a:lnTo>
                    <a:pt x="7850742" y="114539"/>
                  </a:lnTo>
                  <a:lnTo>
                    <a:pt x="7850900" y="114109"/>
                  </a:lnTo>
                  <a:lnTo>
                    <a:pt x="7853581" y="114109"/>
                  </a:lnTo>
                  <a:lnTo>
                    <a:pt x="7854212" y="114109"/>
                  </a:lnTo>
                  <a:lnTo>
                    <a:pt x="7854685" y="114109"/>
                  </a:lnTo>
                  <a:lnTo>
                    <a:pt x="7856262" y="113678"/>
                  </a:lnTo>
                  <a:lnTo>
                    <a:pt x="7859101" y="113678"/>
                  </a:lnTo>
                  <a:lnTo>
                    <a:pt x="7864148" y="111525"/>
                  </a:lnTo>
                  <a:lnTo>
                    <a:pt x="7868407" y="110233"/>
                  </a:lnTo>
                  <a:lnTo>
                    <a:pt x="7868564" y="110233"/>
                  </a:lnTo>
                  <a:lnTo>
                    <a:pt x="7868722" y="110233"/>
                  </a:lnTo>
                  <a:lnTo>
                    <a:pt x="7872981" y="109803"/>
                  </a:lnTo>
                  <a:lnTo>
                    <a:pt x="7874873" y="108941"/>
                  </a:lnTo>
                  <a:lnTo>
                    <a:pt x="7879289" y="107219"/>
                  </a:lnTo>
                  <a:lnTo>
                    <a:pt x="7880709" y="107219"/>
                  </a:lnTo>
                  <a:lnTo>
                    <a:pt x="7883705" y="105066"/>
                  </a:lnTo>
                  <a:lnTo>
                    <a:pt x="7885440" y="103774"/>
                  </a:lnTo>
                  <a:lnTo>
                    <a:pt x="7888437" y="102482"/>
                  </a:lnTo>
                  <a:lnTo>
                    <a:pt x="7890330" y="101621"/>
                  </a:lnTo>
                  <a:lnTo>
                    <a:pt x="7891276" y="100760"/>
                  </a:lnTo>
                  <a:lnTo>
                    <a:pt x="7895534" y="99468"/>
                  </a:lnTo>
                  <a:lnTo>
                    <a:pt x="7895850" y="99038"/>
                  </a:lnTo>
                  <a:lnTo>
                    <a:pt x="7898689" y="98607"/>
                  </a:lnTo>
                  <a:lnTo>
                    <a:pt x="7899004" y="98607"/>
                  </a:lnTo>
                  <a:lnTo>
                    <a:pt x="7900897" y="98176"/>
                  </a:lnTo>
                  <a:lnTo>
                    <a:pt x="7902158" y="97746"/>
                  </a:lnTo>
                  <a:lnTo>
                    <a:pt x="7904051" y="96885"/>
                  </a:lnTo>
                  <a:lnTo>
                    <a:pt x="7904209" y="96885"/>
                  </a:lnTo>
                  <a:lnTo>
                    <a:pt x="7904524" y="96885"/>
                  </a:lnTo>
                  <a:lnTo>
                    <a:pt x="7910517" y="94301"/>
                  </a:lnTo>
                  <a:lnTo>
                    <a:pt x="7915722" y="93440"/>
                  </a:lnTo>
                  <a:lnTo>
                    <a:pt x="7916668" y="93009"/>
                  </a:lnTo>
                  <a:lnTo>
                    <a:pt x="7918561" y="92579"/>
                  </a:lnTo>
                  <a:lnTo>
                    <a:pt x="7918719" y="92579"/>
                  </a:lnTo>
                  <a:lnTo>
                    <a:pt x="7923293" y="91287"/>
                  </a:lnTo>
                  <a:lnTo>
                    <a:pt x="7923450" y="91287"/>
                  </a:lnTo>
                  <a:lnTo>
                    <a:pt x="7923608" y="90856"/>
                  </a:lnTo>
                  <a:lnTo>
                    <a:pt x="7923924" y="90856"/>
                  </a:lnTo>
                  <a:lnTo>
                    <a:pt x="7927393" y="90856"/>
                  </a:lnTo>
                  <a:lnTo>
                    <a:pt x="7928182" y="90856"/>
                  </a:lnTo>
                  <a:lnTo>
                    <a:pt x="7929286" y="90856"/>
                  </a:lnTo>
                  <a:lnTo>
                    <a:pt x="7930705" y="90426"/>
                  </a:lnTo>
                  <a:lnTo>
                    <a:pt x="7935279" y="89995"/>
                  </a:lnTo>
                  <a:lnTo>
                    <a:pt x="7938276" y="88703"/>
                  </a:lnTo>
                  <a:lnTo>
                    <a:pt x="7940326" y="87411"/>
                  </a:lnTo>
                  <a:lnTo>
                    <a:pt x="7943007" y="86981"/>
                  </a:lnTo>
                  <a:lnTo>
                    <a:pt x="7943165" y="86981"/>
                  </a:lnTo>
                  <a:lnTo>
                    <a:pt x="7943323" y="86981"/>
                  </a:lnTo>
                  <a:lnTo>
                    <a:pt x="7944427" y="86981"/>
                  </a:lnTo>
                  <a:lnTo>
                    <a:pt x="7945215" y="86981"/>
                  </a:lnTo>
                  <a:lnTo>
                    <a:pt x="7951524" y="85258"/>
                  </a:lnTo>
                  <a:lnTo>
                    <a:pt x="7952944" y="84397"/>
                  </a:lnTo>
                  <a:lnTo>
                    <a:pt x="7953101" y="84397"/>
                  </a:lnTo>
                  <a:lnTo>
                    <a:pt x="7955467" y="84397"/>
                  </a:lnTo>
                  <a:lnTo>
                    <a:pt x="7955625" y="84397"/>
                  </a:lnTo>
                  <a:lnTo>
                    <a:pt x="7955783" y="84397"/>
                  </a:lnTo>
                  <a:lnTo>
                    <a:pt x="7957675" y="84397"/>
                  </a:lnTo>
                  <a:lnTo>
                    <a:pt x="7963826" y="83967"/>
                  </a:lnTo>
                  <a:lnTo>
                    <a:pt x="7968400" y="82675"/>
                  </a:lnTo>
                  <a:lnTo>
                    <a:pt x="7968716" y="82675"/>
                  </a:lnTo>
                  <a:lnTo>
                    <a:pt x="7973289" y="82244"/>
                  </a:lnTo>
                  <a:lnTo>
                    <a:pt x="7973762" y="82244"/>
                  </a:lnTo>
                  <a:lnTo>
                    <a:pt x="7978494" y="81383"/>
                  </a:lnTo>
                  <a:lnTo>
                    <a:pt x="7979756" y="81383"/>
                  </a:lnTo>
                  <a:lnTo>
                    <a:pt x="7980544" y="81383"/>
                  </a:lnTo>
                  <a:lnTo>
                    <a:pt x="7980702" y="80952"/>
                  </a:lnTo>
                  <a:lnTo>
                    <a:pt x="7980702" y="80522"/>
                  </a:lnTo>
                  <a:lnTo>
                    <a:pt x="7983541" y="80522"/>
                  </a:lnTo>
                  <a:lnTo>
                    <a:pt x="7983699" y="80522"/>
                  </a:lnTo>
                  <a:lnTo>
                    <a:pt x="7986065" y="80522"/>
                  </a:lnTo>
                  <a:lnTo>
                    <a:pt x="7988273" y="80091"/>
                  </a:lnTo>
                  <a:lnTo>
                    <a:pt x="7991112" y="79230"/>
                  </a:lnTo>
                  <a:lnTo>
                    <a:pt x="7994266" y="79230"/>
                  </a:lnTo>
                  <a:lnTo>
                    <a:pt x="7995528" y="78799"/>
                  </a:lnTo>
                  <a:lnTo>
                    <a:pt x="7996158" y="78799"/>
                  </a:lnTo>
                  <a:lnTo>
                    <a:pt x="8000732" y="78799"/>
                  </a:lnTo>
                  <a:lnTo>
                    <a:pt x="8002152" y="78369"/>
                  </a:lnTo>
                  <a:lnTo>
                    <a:pt x="8004675" y="77508"/>
                  </a:lnTo>
                  <a:lnTo>
                    <a:pt x="8005779" y="77508"/>
                  </a:lnTo>
                  <a:lnTo>
                    <a:pt x="8006095" y="77077"/>
                  </a:lnTo>
                  <a:lnTo>
                    <a:pt x="8006252" y="77077"/>
                  </a:lnTo>
                  <a:lnTo>
                    <a:pt x="8006568" y="77077"/>
                  </a:lnTo>
                  <a:lnTo>
                    <a:pt x="8007987" y="77077"/>
                  </a:lnTo>
                  <a:lnTo>
                    <a:pt x="8014454" y="75355"/>
                  </a:lnTo>
                  <a:lnTo>
                    <a:pt x="8014612" y="75355"/>
                  </a:lnTo>
                  <a:lnTo>
                    <a:pt x="8018712" y="75355"/>
                  </a:lnTo>
                  <a:lnTo>
                    <a:pt x="8019343" y="75355"/>
                  </a:lnTo>
                  <a:lnTo>
                    <a:pt x="8020447" y="75355"/>
                  </a:lnTo>
                  <a:lnTo>
                    <a:pt x="8024548" y="73632"/>
                  </a:lnTo>
                  <a:lnTo>
                    <a:pt x="8024705" y="73632"/>
                  </a:lnTo>
                  <a:lnTo>
                    <a:pt x="8025021" y="73632"/>
                  </a:lnTo>
                  <a:lnTo>
                    <a:pt x="8028491" y="73632"/>
                  </a:lnTo>
                  <a:lnTo>
                    <a:pt x="8029437" y="73632"/>
                  </a:lnTo>
                  <a:lnTo>
                    <a:pt x="8029595" y="73632"/>
                  </a:lnTo>
                  <a:lnTo>
                    <a:pt x="8030068" y="73632"/>
                  </a:lnTo>
                  <a:lnTo>
                    <a:pt x="8032276" y="73202"/>
                  </a:lnTo>
                  <a:lnTo>
                    <a:pt x="8034799" y="72771"/>
                  </a:lnTo>
                  <a:lnTo>
                    <a:pt x="8038269" y="72771"/>
                  </a:lnTo>
                  <a:lnTo>
                    <a:pt x="8039373" y="71910"/>
                  </a:lnTo>
                  <a:lnTo>
                    <a:pt x="8042055" y="70618"/>
                  </a:lnTo>
                  <a:lnTo>
                    <a:pt x="8043789" y="70618"/>
                  </a:lnTo>
                  <a:lnTo>
                    <a:pt x="8046155" y="70187"/>
                  </a:lnTo>
                  <a:lnTo>
                    <a:pt x="8047890" y="70187"/>
                  </a:lnTo>
                  <a:lnTo>
                    <a:pt x="8048836" y="70187"/>
                  </a:lnTo>
                  <a:lnTo>
                    <a:pt x="8051518" y="69757"/>
                  </a:lnTo>
                  <a:lnTo>
                    <a:pt x="8051518" y="69326"/>
                  </a:lnTo>
                  <a:lnTo>
                    <a:pt x="8051991" y="69326"/>
                  </a:lnTo>
                  <a:lnTo>
                    <a:pt x="8053568" y="68896"/>
                  </a:lnTo>
                  <a:lnTo>
                    <a:pt x="8053726" y="68896"/>
                  </a:lnTo>
                  <a:lnTo>
                    <a:pt x="8056091" y="68896"/>
                  </a:lnTo>
                  <a:lnTo>
                    <a:pt x="8057195" y="68896"/>
                  </a:lnTo>
                  <a:lnTo>
                    <a:pt x="8061454" y="68465"/>
                  </a:lnTo>
                  <a:lnTo>
                    <a:pt x="8061612" y="67604"/>
                  </a:lnTo>
                  <a:lnTo>
                    <a:pt x="8065555" y="67173"/>
                  </a:lnTo>
                  <a:lnTo>
                    <a:pt x="8066028" y="67173"/>
                  </a:lnTo>
                  <a:lnTo>
                    <a:pt x="8070128" y="67173"/>
                  </a:lnTo>
                  <a:lnTo>
                    <a:pt x="8070128" y="66743"/>
                  </a:lnTo>
                  <a:lnTo>
                    <a:pt x="8070444" y="66743"/>
                  </a:lnTo>
                  <a:lnTo>
                    <a:pt x="8071548" y="66743"/>
                  </a:lnTo>
                  <a:lnTo>
                    <a:pt x="8074387" y="66743"/>
                  </a:lnTo>
                  <a:lnTo>
                    <a:pt x="8074702" y="66743"/>
                  </a:lnTo>
                  <a:lnTo>
                    <a:pt x="8077541" y="66743"/>
                  </a:lnTo>
                  <a:lnTo>
                    <a:pt x="8078803" y="66743"/>
                  </a:lnTo>
                  <a:lnTo>
                    <a:pt x="8082430" y="66743"/>
                  </a:lnTo>
                  <a:lnTo>
                    <a:pt x="8085269" y="66312"/>
                  </a:lnTo>
                  <a:lnTo>
                    <a:pt x="8087477" y="65451"/>
                  </a:lnTo>
                  <a:lnTo>
                    <a:pt x="8087635" y="65451"/>
                  </a:lnTo>
                  <a:lnTo>
                    <a:pt x="8087793" y="65451"/>
                  </a:lnTo>
                  <a:lnTo>
                    <a:pt x="8088739" y="65451"/>
                  </a:lnTo>
                  <a:lnTo>
                    <a:pt x="8089212" y="65451"/>
                  </a:lnTo>
                  <a:lnTo>
                    <a:pt x="8091105" y="65451"/>
                  </a:lnTo>
                  <a:lnTo>
                    <a:pt x="8093155" y="65020"/>
                  </a:lnTo>
                  <a:lnTo>
                    <a:pt x="8094417" y="65020"/>
                  </a:lnTo>
                  <a:lnTo>
                    <a:pt x="8099149" y="63728"/>
                  </a:lnTo>
                  <a:lnTo>
                    <a:pt x="8100095" y="63298"/>
                  </a:lnTo>
                  <a:lnTo>
                    <a:pt x="8104038" y="63298"/>
                  </a:lnTo>
                  <a:lnTo>
                    <a:pt x="8104984" y="62437"/>
                  </a:lnTo>
                  <a:lnTo>
                    <a:pt x="8105930" y="62437"/>
                  </a:lnTo>
                  <a:lnTo>
                    <a:pt x="8109716" y="61575"/>
                  </a:lnTo>
                  <a:lnTo>
                    <a:pt x="8110189" y="61575"/>
                  </a:lnTo>
                  <a:lnTo>
                    <a:pt x="8112397" y="60714"/>
                  </a:lnTo>
                  <a:lnTo>
                    <a:pt x="8112870" y="60714"/>
                  </a:lnTo>
                  <a:lnTo>
                    <a:pt x="8114447" y="60284"/>
                  </a:lnTo>
                  <a:lnTo>
                    <a:pt x="8116182" y="59853"/>
                  </a:lnTo>
                  <a:lnTo>
                    <a:pt x="8117602" y="59422"/>
                  </a:lnTo>
                  <a:lnTo>
                    <a:pt x="8119652" y="58992"/>
                  </a:lnTo>
                  <a:lnTo>
                    <a:pt x="8119810" y="58992"/>
                  </a:lnTo>
                  <a:lnTo>
                    <a:pt x="8120914" y="58992"/>
                  </a:lnTo>
                  <a:lnTo>
                    <a:pt x="8122333" y="58131"/>
                  </a:lnTo>
                  <a:lnTo>
                    <a:pt x="8123595" y="58131"/>
                  </a:lnTo>
                  <a:lnTo>
                    <a:pt x="8125014" y="58131"/>
                  </a:lnTo>
                  <a:lnTo>
                    <a:pt x="8125172" y="58131"/>
                  </a:lnTo>
                  <a:lnTo>
                    <a:pt x="8127853" y="56839"/>
                  </a:lnTo>
                  <a:lnTo>
                    <a:pt x="8128957" y="56839"/>
                  </a:lnTo>
                  <a:lnTo>
                    <a:pt x="8129273" y="56839"/>
                  </a:lnTo>
                  <a:lnTo>
                    <a:pt x="8129273" y="56408"/>
                  </a:lnTo>
                  <a:lnTo>
                    <a:pt x="8130061" y="56408"/>
                  </a:lnTo>
                  <a:lnTo>
                    <a:pt x="8130850" y="56408"/>
                  </a:lnTo>
                  <a:lnTo>
                    <a:pt x="8133531" y="55978"/>
                  </a:lnTo>
                  <a:lnTo>
                    <a:pt x="8137632" y="54686"/>
                  </a:lnTo>
                  <a:lnTo>
                    <a:pt x="8141575" y="53394"/>
                  </a:lnTo>
                  <a:lnTo>
                    <a:pt x="8142048" y="52963"/>
                  </a:lnTo>
                  <a:lnTo>
                    <a:pt x="8143941" y="51241"/>
                  </a:lnTo>
                  <a:lnTo>
                    <a:pt x="8144729" y="51241"/>
                  </a:lnTo>
                  <a:lnTo>
                    <a:pt x="8144887" y="51241"/>
                  </a:lnTo>
                  <a:lnTo>
                    <a:pt x="8146306" y="51241"/>
                  </a:lnTo>
                  <a:lnTo>
                    <a:pt x="8146622" y="50380"/>
                  </a:lnTo>
                  <a:lnTo>
                    <a:pt x="8146779" y="50380"/>
                  </a:lnTo>
                  <a:lnTo>
                    <a:pt x="8148514" y="50380"/>
                  </a:lnTo>
                  <a:lnTo>
                    <a:pt x="8150722" y="49949"/>
                  </a:lnTo>
                  <a:lnTo>
                    <a:pt x="8152615" y="49088"/>
                  </a:lnTo>
                  <a:lnTo>
                    <a:pt x="8153088" y="49088"/>
                  </a:lnTo>
                  <a:lnTo>
                    <a:pt x="8155296" y="48227"/>
                  </a:lnTo>
                  <a:lnTo>
                    <a:pt x="8155769" y="47796"/>
                  </a:lnTo>
                  <a:lnTo>
                    <a:pt x="8157504" y="47796"/>
                  </a:lnTo>
                  <a:lnTo>
                    <a:pt x="8158924" y="47366"/>
                  </a:lnTo>
                  <a:lnTo>
                    <a:pt x="8159081" y="47366"/>
                  </a:lnTo>
                  <a:lnTo>
                    <a:pt x="8159081" y="46935"/>
                  </a:lnTo>
                  <a:lnTo>
                    <a:pt x="8160816" y="46935"/>
                  </a:lnTo>
                  <a:lnTo>
                    <a:pt x="8161920" y="46935"/>
                  </a:lnTo>
                  <a:lnTo>
                    <a:pt x="8162867" y="46935"/>
                  </a:lnTo>
                  <a:lnTo>
                    <a:pt x="8163340" y="46504"/>
                  </a:lnTo>
                  <a:lnTo>
                    <a:pt x="8166967" y="45213"/>
                  </a:lnTo>
                  <a:lnTo>
                    <a:pt x="8167441" y="45213"/>
                  </a:lnTo>
                  <a:lnTo>
                    <a:pt x="8171226" y="43921"/>
                  </a:lnTo>
                  <a:lnTo>
                    <a:pt x="8171226" y="43060"/>
                  </a:lnTo>
                  <a:lnTo>
                    <a:pt x="8175642" y="42198"/>
                  </a:lnTo>
                  <a:lnTo>
                    <a:pt x="8175642" y="41768"/>
                  </a:lnTo>
                  <a:lnTo>
                    <a:pt x="8175957" y="41768"/>
                  </a:lnTo>
                  <a:lnTo>
                    <a:pt x="8178481" y="40907"/>
                  </a:lnTo>
                  <a:lnTo>
                    <a:pt x="8178639" y="40907"/>
                  </a:lnTo>
                  <a:lnTo>
                    <a:pt x="8178796" y="40907"/>
                  </a:lnTo>
                  <a:lnTo>
                    <a:pt x="8180531" y="40907"/>
                  </a:lnTo>
                  <a:lnTo>
                    <a:pt x="8182108" y="40476"/>
                  </a:lnTo>
                  <a:lnTo>
                    <a:pt x="8184159" y="40045"/>
                  </a:lnTo>
                  <a:lnTo>
                    <a:pt x="8185894" y="39615"/>
                  </a:lnTo>
                  <a:lnTo>
                    <a:pt x="8188890" y="39184"/>
                  </a:lnTo>
                  <a:lnTo>
                    <a:pt x="8191729" y="39184"/>
                  </a:lnTo>
                  <a:lnTo>
                    <a:pt x="8192991" y="38754"/>
                  </a:lnTo>
                  <a:lnTo>
                    <a:pt x="8193937" y="38754"/>
                  </a:lnTo>
                  <a:lnTo>
                    <a:pt x="8194410" y="38754"/>
                  </a:lnTo>
                  <a:lnTo>
                    <a:pt x="8196303" y="38323"/>
                  </a:lnTo>
                  <a:lnTo>
                    <a:pt x="8198038" y="38323"/>
                  </a:lnTo>
                  <a:lnTo>
                    <a:pt x="8198353" y="37462"/>
                  </a:lnTo>
                  <a:lnTo>
                    <a:pt x="8198511" y="37031"/>
                  </a:lnTo>
                  <a:lnTo>
                    <a:pt x="8199300" y="37031"/>
                  </a:lnTo>
                  <a:lnTo>
                    <a:pt x="8201192" y="36170"/>
                  </a:lnTo>
                  <a:lnTo>
                    <a:pt x="8205451" y="36170"/>
                  </a:lnTo>
                  <a:lnTo>
                    <a:pt x="8205608" y="35739"/>
                  </a:lnTo>
                  <a:lnTo>
                    <a:pt x="8208605" y="35739"/>
                  </a:lnTo>
                  <a:lnTo>
                    <a:pt x="8209551" y="35739"/>
                  </a:lnTo>
                  <a:lnTo>
                    <a:pt x="8211759" y="35309"/>
                  </a:lnTo>
                  <a:lnTo>
                    <a:pt x="8211917" y="35309"/>
                  </a:lnTo>
                  <a:lnTo>
                    <a:pt x="8212548" y="34878"/>
                  </a:lnTo>
                  <a:lnTo>
                    <a:pt x="8212706" y="34878"/>
                  </a:lnTo>
                  <a:lnTo>
                    <a:pt x="8214441" y="34878"/>
                  </a:lnTo>
                  <a:lnTo>
                    <a:pt x="8214756" y="34017"/>
                  </a:lnTo>
                  <a:lnTo>
                    <a:pt x="8217595" y="33586"/>
                  </a:lnTo>
                  <a:lnTo>
                    <a:pt x="8220592" y="33586"/>
                  </a:lnTo>
                  <a:lnTo>
                    <a:pt x="8221853" y="33586"/>
                  </a:lnTo>
                  <a:lnTo>
                    <a:pt x="8223431" y="33586"/>
                  </a:lnTo>
                  <a:lnTo>
                    <a:pt x="8225008" y="33586"/>
                  </a:lnTo>
                  <a:lnTo>
                    <a:pt x="8225954" y="33156"/>
                  </a:lnTo>
                  <a:lnTo>
                    <a:pt x="8228635" y="32725"/>
                  </a:lnTo>
                  <a:lnTo>
                    <a:pt x="8229108" y="32725"/>
                  </a:lnTo>
                  <a:lnTo>
                    <a:pt x="8230212" y="32295"/>
                  </a:lnTo>
                  <a:lnTo>
                    <a:pt x="8231947" y="32295"/>
                  </a:lnTo>
                  <a:lnTo>
                    <a:pt x="8232736" y="31433"/>
                  </a:lnTo>
                  <a:lnTo>
                    <a:pt x="8232894" y="31433"/>
                  </a:lnTo>
                  <a:lnTo>
                    <a:pt x="8237783" y="31003"/>
                  </a:lnTo>
                  <a:lnTo>
                    <a:pt x="8239518" y="30572"/>
                  </a:lnTo>
                  <a:lnTo>
                    <a:pt x="8243934" y="30142"/>
                  </a:lnTo>
                  <a:lnTo>
                    <a:pt x="8246931" y="30142"/>
                  </a:lnTo>
                  <a:lnTo>
                    <a:pt x="8247088" y="30142"/>
                  </a:lnTo>
                  <a:lnTo>
                    <a:pt x="8247404" y="30142"/>
                  </a:lnTo>
                  <a:lnTo>
                    <a:pt x="8250400" y="29280"/>
                  </a:lnTo>
                  <a:lnTo>
                    <a:pt x="8251978" y="28419"/>
                  </a:lnTo>
                  <a:lnTo>
                    <a:pt x="8253397" y="28419"/>
                  </a:lnTo>
                  <a:lnTo>
                    <a:pt x="8254186" y="28419"/>
                  </a:lnTo>
                  <a:lnTo>
                    <a:pt x="8256867" y="28419"/>
                  </a:lnTo>
                  <a:lnTo>
                    <a:pt x="8257655" y="28419"/>
                  </a:lnTo>
                  <a:lnTo>
                    <a:pt x="8258286" y="28419"/>
                  </a:lnTo>
                  <a:lnTo>
                    <a:pt x="8259233" y="27989"/>
                  </a:lnTo>
                  <a:lnTo>
                    <a:pt x="8261441" y="27989"/>
                  </a:lnTo>
                  <a:lnTo>
                    <a:pt x="8262702" y="27989"/>
                  </a:lnTo>
                  <a:lnTo>
                    <a:pt x="8264595" y="27989"/>
                  </a:lnTo>
                  <a:lnTo>
                    <a:pt x="8264753" y="27989"/>
                  </a:lnTo>
                  <a:lnTo>
                    <a:pt x="8265226" y="27989"/>
                  </a:lnTo>
                  <a:lnTo>
                    <a:pt x="8267749" y="27989"/>
                  </a:lnTo>
                  <a:lnTo>
                    <a:pt x="8268223" y="27989"/>
                  </a:lnTo>
                  <a:lnTo>
                    <a:pt x="8269327" y="27989"/>
                  </a:lnTo>
                  <a:lnTo>
                    <a:pt x="8271692" y="27558"/>
                  </a:lnTo>
                  <a:lnTo>
                    <a:pt x="8273585" y="26697"/>
                  </a:lnTo>
                  <a:lnTo>
                    <a:pt x="8274374" y="26266"/>
                  </a:lnTo>
                  <a:lnTo>
                    <a:pt x="8276897" y="26266"/>
                  </a:lnTo>
                  <a:lnTo>
                    <a:pt x="8277055" y="26266"/>
                  </a:lnTo>
                  <a:lnTo>
                    <a:pt x="8278001" y="26266"/>
                  </a:lnTo>
                  <a:lnTo>
                    <a:pt x="8279263" y="25405"/>
                  </a:lnTo>
                  <a:lnTo>
                    <a:pt x="8279578" y="25405"/>
                  </a:lnTo>
                  <a:lnTo>
                    <a:pt x="8281313" y="25405"/>
                  </a:lnTo>
                  <a:lnTo>
                    <a:pt x="8282417" y="25405"/>
                  </a:lnTo>
                  <a:lnTo>
                    <a:pt x="8282575" y="25405"/>
                  </a:lnTo>
                  <a:lnTo>
                    <a:pt x="8284310" y="25405"/>
                  </a:lnTo>
                  <a:lnTo>
                    <a:pt x="8284783" y="25405"/>
                  </a:lnTo>
                  <a:lnTo>
                    <a:pt x="8285098" y="25405"/>
                  </a:lnTo>
                  <a:lnTo>
                    <a:pt x="8287149" y="25405"/>
                  </a:lnTo>
                  <a:lnTo>
                    <a:pt x="8287622" y="25405"/>
                  </a:lnTo>
                  <a:lnTo>
                    <a:pt x="8287622" y="24974"/>
                  </a:lnTo>
                  <a:lnTo>
                    <a:pt x="8288726" y="24544"/>
                  </a:lnTo>
                  <a:lnTo>
                    <a:pt x="8289514" y="24544"/>
                  </a:lnTo>
                  <a:lnTo>
                    <a:pt x="8289672" y="24544"/>
                  </a:lnTo>
                  <a:lnTo>
                    <a:pt x="8289830" y="24544"/>
                  </a:lnTo>
                  <a:lnTo>
                    <a:pt x="8292827" y="24544"/>
                  </a:lnTo>
                  <a:lnTo>
                    <a:pt x="8297085" y="24113"/>
                  </a:lnTo>
                  <a:lnTo>
                    <a:pt x="8298504" y="23683"/>
                  </a:lnTo>
                  <a:lnTo>
                    <a:pt x="8298662" y="23683"/>
                  </a:lnTo>
                  <a:lnTo>
                    <a:pt x="8298820" y="23683"/>
                  </a:lnTo>
                  <a:lnTo>
                    <a:pt x="8299608" y="23683"/>
                  </a:lnTo>
                  <a:lnTo>
                    <a:pt x="8300712" y="23252"/>
                  </a:lnTo>
                  <a:lnTo>
                    <a:pt x="8301501" y="23252"/>
                  </a:lnTo>
                  <a:lnTo>
                    <a:pt x="8301659" y="23252"/>
                  </a:lnTo>
                  <a:lnTo>
                    <a:pt x="8304498" y="22391"/>
                  </a:lnTo>
                  <a:lnTo>
                    <a:pt x="8305602" y="22391"/>
                  </a:lnTo>
                  <a:lnTo>
                    <a:pt x="8307021" y="22391"/>
                  </a:lnTo>
                  <a:lnTo>
                    <a:pt x="8307968" y="22391"/>
                  </a:lnTo>
                  <a:lnTo>
                    <a:pt x="8308125" y="22391"/>
                  </a:lnTo>
                  <a:lnTo>
                    <a:pt x="8310333" y="21960"/>
                  </a:lnTo>
                  <a:lnTo>
                    <a:pt x="8310491" y="21960"/>
                  </a:lnTo>
                  <a:lnTo>
                    <a:pt x="8310491" y="21530"/>
                  </a:lnTo>
                  <a:lnTo>
                    <a:pt x="8311437" y="21099"/>
                  </a:lnTo>
                  <a:lnTo>
                    <a:pt x="8312541" y="21099"/>
                  </a:lnTo>
                  <a:lnTo>
                    <a:pt x="8312699" y="21099"/>
                  </a:lnTo>
                  <a:lnTo>
                    <a:pt x="8312857" y="21099"/>
                  </a:lnTo>
                  <a:lnTo>
                    <a:pt x="8314592" y="20668"/>
                  </a:lnTo>
                  <a:lnTo>
                    <a:pt x="8314907" y="20668"/>
                  </a:lnTo>
                  <a:lnTo>
                    <a:pt x="8316011" y="20238"/>
                  </a:lnTo>
                  <a:lnTo>
                    <a:pt x="8318219" y="20238"/>
                  </a:lnTo>
                  <a:lnTo>
                    <a:pt x="8318377" y="20238"/>
                  </a:lnTo>
                  <a:lnTo>
                    <a:pt x="8319954" y="19807"/>
                  </a:lnTo>
                  <a:lnTo>
                    <a:pt x="8320900" y="19807"/>
                  </a:lnTo>
                  <a:lnTo>
                    <a:pt x="8323424" y="19807"/>
                  </a:lnTo>
                  <a:lnTo>
                    <a:pt x="8325790" y="18946"/>
                  </a:lnTo>
                  <a:lnTo>
                    <a:pt x="8326736" y="18946"/>
                  </a:lnTo>
                  <a:lnTo>
                    <a:pt x="8327682" y="18515"/>
                  </a:lnTo>
                  <a:lnTo>
                    <a:pt x="8328629" y="18515"/>
                  </a:lnTo>
                  <a:lnTo>
                    <a:pt x="8329102" y="18515"/>
                  </a:lnTo>
                  <a:lnTo>
                    <a:pt x="8330521" y="18085"/>
                  </a:lnTo>
                  <a:lnTo>
                    <a:pt x="8331625" y="18085"/>
                  </a:lnTo>
                  <a:lnTo>
                    <a:pt x="8332729" y="17654"/>
                  </a:lnTo>
                  <a:lnTo>
                    <a:pt x="8333045" y="17654"/>
                  </a:lnTo>
                  <a:lnTo>
                    <a:pt x="8333518" y="17654"/>
                  </a:lnTo>
                  <a:lnTo>
                    <a:pt x="8333676" y="17654"/>
                  </a:lnTo>
                  <a:lnTo>
                    <a:pt x="8336041" y="17654"/>
                  </a:lnTo>
                  <a:lnTo>
                    <a:pt x="8336199" y="17654"/>
                  </a:lnTo>
                  <a:lnTo>
                    <a:pt x="8336357" y="17654"/>
                  </a:lnTo>
                  <a:lnTo>
                    <a:pt x="8337461" y="17224"/>
                  </a:lnTo>
                  <a:lnTo>
                    <a:pt x="8338723" y="17224"/>
                  </a:lnTo>
                  <a:lnTo>
                    <a:pt x="8339984" y="17224"/>
                  </a:lnTo>
                  <a:lnTo>
                    <a:pt x="8342035" y="17224"/>
                  </a:lnTo>
                  <a:lnTo>
                    <a:pt x="8342508" y="16793"/>
                  </a:lnTo>
                  <a:lnTo>
                    <a:pt x="8343296" y="16362"/>
                  </a:lnTo>
                  <a:lnTo>
                    <a:pt x="8343454" y="16362"/>
                  </a:lnTo>
                  <a:lnTo>
                    <a:pt x="8345347" y="16362"/>
                  </a:lnTo>
                  <a:lnTo>
                    <a:pt x="8346135" y="15932"/>
                  </a:lnTo>
                  <a:lnTo>
                    <a:pt x="8347555" y="15932"/>
                  </a:lnTo>
                  <a:lnTo>
                    <a:pt x="8349921" y="15501"/>
                  </a:lnTo>
                  <a:lnTo>
                    <a:pt x="8351340" y="15071"/>
                  </a:lnTo>
                  <a:lnTo>
                    <a:pt x="8351498" y="15071"/>
                  </a:lnTo>
                  <a:lnTo>
                    <a:pt x="8351655" y="15071"/>
                  </a:lnTo>
                  <a:lnTo>
                    <a:pt x="8352129" y="15071"/>
                  </a:lnTo>
                  <a:lnTo>
                    <a:pt x="8352444" y="15071"/>
                  </a:lnTo>
                  <a:lnTo>
                    <a:pt x="8353864" y="14640"/>
                  </a:lnTo>
                  <a:lnTo>
                    <a:pt x="8356072" y="14640"/>
                  </a:lnTo>
                  <a:lnTo>
                    <a:pt x="8356229" y="14640"/>
                  </a:lnTo>
                  <a:lnTo>
                    <a:pt x="8358280" y="14640"/>
                  </a:lnTo>
                  <a:lnTo>
                    <a:pt x="8359226" y="14640"/>
                  </a:lnTo>
                  <a:lnTo>
                    <a:pt x="8360015" y="14640"/>
                  </a:lnTo>
                  <a:lnTo>
                    <a:pt x="8360488" y="14640"/>
                  </a:lnTo>
                  <a:lnTo>
                    <a:pt x="8361276" y="14640"/>
                  </a:lnTo>
                  <a:lnTo>
                    <a:pt x="8362380" y="14209"/>
                  </a:lnTo>
                  <a:lnTo>
                    <a:pt x="8362538" y="14209"/>
                  </a:lnTo>
                  <a:lnTo>
                    <a:pt x="8364431" y="14209"/>
                  </a:lnTo>
                  <a:lnTo>
                    <a:pt x="8365692" y="14209"/>
                  </a:lnTo>
                  <a:lnTo>
                    <a:pt x="8366639" y="13348"/>
                  </a:lnTo>
                  <a:lnTo>
                    <a:pt x="8366954" y="13348"/>
                  </a:lnTo>
                  <a:lnTo>
                    <a:pt x="8367112" y="13348"/>
                  </a:lnTo>
                  <a:lnTo>
                    <a:pt x="8367743" y="13348"/>
                  </a:lnTo>
                  <a:lnTo>
                    <a:pt x="8368216" y="13348"/>
                  </a:lnTo>
                  <a:lnTo>
                    <a:pt x="8368689" y="13348"/>
                  </a:lnTo>
                  <a:lnTo>
                    <a:pt x="8369004" y="13348"/>
                  </a:lnTo>
                  <a:lnTo>
                    <a:pt x="8370266" y="13348"/>
                  </a:lnTo>
                  <a:lnTo>
                    <a:pt x="8371213" y="13348"/>
                  </a:lnTo>
                  <a:lnTo>
                    <a:pt x="8371370" y="13348"/>
                  </a:lnTo>
                  <a:lnTo>
                    <a:pt x="8372001" y="13348"/>
                  </a:lnTo>
                  <a:lnTo>
                    <a:pt x="8373263" y="12918"/>
                  </a:lnTo>
                  <a:lnTo>
                    <a:pt x="8374840" y="12487"/>
                  </a:lnTo>
                  <a:lnTo>
                    <a:pt x="8376260" y="12487"/>
                  </a:lnTo>
                  <a:lnTo>
                    <a:pt x="8377364" y="12487"/>
                  </a:lnTo>
                  <a:lnTo>
                    <a:pt x="8378468" y="12487"/>
                  </a:lnTo>
                  <a:lnTo>
                    <a:pt x="8378941" y="11626"/>
                  </a:lnTo>
                  <a:lnTo>
                    <a:pt x="8379414" y="11626"/>
                  </a:lnTo>
                  <a:lnTo>
                    <a:pt x="8380360" y="11195"/>
                  </a:lnTo>
                  <a:lnTo>
                    <a:pt x="8381937" y="11195"/>
                  </a:lnTo>
                  <a:lnTo>
                    <a:pt x="8382568" y="11195"/>
                  </a:lnTo>
                  <a:lnTo>
                    <a:pt x="8382726" y="11195"/>
                  </a:lnTo>
                  <a:lnTo>
                    <a:pt x="8383515" y="11195"/>
                  </a:lnTo>
                  <a:lnTo>
                    <a:pt x="8383830" y="11195"/>
                  </a:lnTo>
                  <a:lnTo>
                    <a:pt x="8385723" y="11195"/>
                  </a:lnTo>
                  <a:lnTo>
                    <a:pt x="8386511" y="11195"/>
                  </a:lnTo>
                  <a:lnTo>
                    <a:pt x="8387615" y="11195"/>
                  </a:lnTo>
                  <a:lnTo>
                    <a:pt x="8388088" y="11195"/>
                  </a:lnTo>
                  <a:lnTo>
                    <a:pt x="8388877" y="11195"/>
                  </a:lnTo>
                  <a:lnTo>
                    <a:pt x="8389192" y="11195"/>
                  </a:lnTo>
                  <a:lnTo>
                    <a:pt x="8389823" y="11195"/>
                  </a:lnTo>
                  <a:lnTo>
                    <a:pt x="8390454" y="11195"/>
                  </a:lnTo>
                  <a:lnTo>
                    <a:pt x="8390927" y="11195"/>
                  </a:lnTo>
                  <a:lnTo>
                    <a:pt x="8391874" y="11195"/>
                  </a:lnTo>
                  <a:lnTo>
                    <a:pt x="8392347" y="11195"/>
                  </a:lnTo>
                  <a:lnTo>
                    <a:pt x="8393293" y="11195"/>
                  </a:lnTo>
                  <a:lnTo>
                    <a:pt x="8394239" y="10765"/>
                  </a:lnTo>
                  <a:lnTo>
                    <a:pt x="8395659" y="10765"/>
                  </a:lnTo>
                  <a:lnTo>
                    <a:pt x="8397236" y="10334"/>
                  </a:lnTo>
                  <a:lnTo>
                    <a:pt x="8398656" y="10334"/>
                  </a:lnTo>
                  <a:lnTo>
                    <a:pt x="8398813" y="10334"/>
                  </a:lnTo>
                  <a:lnTo>
                    <a:pt x="8400075" y="10334"/>
                  </a:lnTo>
                  <a:lnTo>
                    <a:pt x="8400548" y="10334"/>
                  </a:lnTo>
                  <a:lnTo>
                    <a:pt x="8401179" y="10334"/>
                  </a:lnTo>
                  <a:lnTo>
                    <a:pt x="8401968" y="9903"/>
                  </a:lnTo>
                  <a:lnTo>
                    <a:pt x="8402914" y="9903"/>
                  </a:lnTo>
                  <a:lnTo>
                    <a:pt x="8403072" y="9903"/>
                  </a:lnTo>
                  <a:lnTo>
                    <a:pt x="8404018" y="9903"/>
                  </a:lnTo>
                  <a:lnTo>
                    <a:pt x="8404176" y="9903"/>
                  </a:lnTo>
                  <a:lnTo>
                    <a:pt x="8405280" y="9903"/>
                  </a:lnTo>
                  <a:lnTo>
                    <a:pt x="8406226" y="9903"/>
                  </a:lnTo>
                  <a:lnTo>
                    <a:pt x="8407172" y="9903"/>
                  </a:lnTo>
                  <a:lnTo>
                    <a:pt x="8407803" y="9903"/>
                  </a:lnTo>
                  <a:lnTo>
                    <a:pt x="8408119" y="9903"/>
                  </a:lnTo>
                  <a:lnTo>
                    <a:pt x="8408750" y="9903"/>
                  </a:lnTo>
                  <a:lnTo>
                    <a:pt x="8408907" y="9903"/>
                  </a:lnTo>
                  <a:lnTo>
                    <a:pt x="8409854" y="9903"/>
                  </a:lnTo>
                  <a:lnTo>
                    <a:pt x="8410484" y="9903"/>
                  </a:lnTo>
                  <a:lnTo>
                    <a:pt x="8411273" y="9903"/>
                  </a:lnTo>
                  <a:lnTo>
                    <a:pt x="8412535" y="9903"/>
                  </a:lnTo>
                  <a:lnTo>
                    <a:pt x="8413166" y="9903"/>
                  </a:lnTo>
                  <a:lnTo>
                    <a:pt x="8414112" y="9903"/>
                  </a:lnTo>
                  <a:lnTo>
                    <a:pt x="8415374" y="9903"/>
                  </a:lnTo>
                  <a:lnTo>
                    <a:pt x="8415531" y="9473"/>
                  </a:lnTo>
                  <a:lnTo>
                    <a:pt x="8416005" y="9473"/>
                  </a:lnTo>
                  <a:lnTo>
                    <a:pt x="8418055" y="9473"/>
                  </a:lnTo>
                  <a:lnTo>
                    <a:pt x="8418213" y="9473"/>
                  </a:lnTo>
                  <a:lnTo>
                    <a:pt x="8419159" y="9473"/>
                  </a:lnTo>
                  <a:lnTo>
                    <a:pt x="8420105" y="9042"/>
                  </a:lnTo>
                  <a:lnTo>
                    <a:pt x="8420894" y="9042"/>
                  </a:lnTo>
                  <a:lnTo>
                    <a:pt x="8421525" y="9042"/>
                  </a:lnTo>
                  <a:lnTo>
                    <a:pt x="8422471" y="8612"/>
                  </a:lnTo>
                  <a:lnTo>
                    <a:pt x="8423260" y="8181"/>
                  </a:lnTo>
                  <a:lnTo>
                    <a:pt x="8423417" y="8181"/>
                  </a:lnTo>
                  <a:lnTo>
                    <a:pt x="8423733" y="8181"/>
                  </a:lnTo>
                  <a:lnTo>
                    <a:pt x="8424521" y="7750"/>
                  </a:lnTo>
                  <a:lnTo>
                    <a:pt x="8424837" y="7750"/>
                  </a:lnTo>
                  <a:lnTo>
                    <a:pt x="8425625" y="7750"/>
                  </a:lnTo>
                  <a:lnTo>
                    <a:pt x="8426572" y="7320"/>
                  </a:lnTo>
                  <a:lnTo>
                    <a:pt x="8427360" y="7320"/>
                  </a:lnTo>
                  <a:lnTo>
                    <a:pt x="8429568" y="7320"/>
                  </a:lnTo>
                  <a:lnTo>
                    <a:pt x="8429726" y="7320"/>
                  </a:lnTo>
                  <a:lnTo>
                    <a:pt x="8430830" y="7320"/>
                  </a:lnTo>
                  <a:lnTo>
                    <a:pt x="8432092" y="6459"/>
                  </a:lnTo>
                  <a:lnTo>
                    <a:pt x="8432880" y="6459"/>
                  </a:lnTo>
                  <a:lnTo>
                    <a:pt x="8434458" y="6028"/>
                  </a:lnTo>
                  <a:lnTo>
                    <a:pt x="8434773" y="6028"/>
                  </a:lnTo>
                  <a:lnTo>
                    <a:pt x="8436192" y="6028"/>
                  </a:lnTo>
                  <a:lnTo>
                    <a:pt x="8436350" y="6028"/>
                  </a:lnTo>
                  <a:lnTo>
                    <a:pt x="8436981" y="6028"/>
                  </a:lnTo>
                  <a:lnTo>
                    <a:pt x="8437770" y="6028"/>
                  </a:lnTo>
                  <a:lnTo>
                    <a:pt x="8438243" y="6028"/>
                  </a:lnTo>
                  <a:lnTo>
                    <a:pt x="8439189" y="6028"/>
                  </a:lnTo>
                  <a:lnTo>
                    <a:pt x="8440451" y="6028"/>
                  </a:lnTo>
                  <a:lnTo>
                    <a:pt x="8440924" y="6028"/>
                  </a:lnTo>
                  <a:lnTo>
                    <a:pt x="8441713" y="6028"/>
                  </a:lnTo>
                  <a:lnTo>
                    <a:pt x="8442659" y="6028"/>
                  </a:lnTo>
                  <a:lnTo>
                    <a:pt x="8442817" y="6028"/>
                  </a:lnTo>
                  <a:lnTo>
                    <a:pt x="8443290" y="5597"/>
                  </a:lnTo>
                  <a:lnTo>
                    <a:pt x="8444078" y="5597"/>
                  </a:lnTo>
                  <a:lnTo>
                    <a:pt x="8444236" y="5597"/>
                  </a:lnTo>
                  <a:lnTo>
                    <a:pt x="8444709" y="5597"/>
                  </a:lnTo>
                  <a:lnTo>
                    <a:pt x="8445498" y="5597"/>
                  </a:lnTo>
                  <a:lnTo>
                    <a:pt x="8445971" y="5597"/>
                  </a:lnTo>
                  <a:lnTo>
                    <a:pt x="8447233" y="5597"/>
                  </a:lnTo>
                  <a:lnTo>
                    <a:pt x="8447390" y="5597"/>
                  </a:lnTo>
                  <a:lnTo>
                    <a:pt x="8448021" y="5597"/>
                  </a:lnTo>
                  <a:lnTo>
                    <a:pt x="8448337" y="5597"/>
                  </a:lnTo>
                  <a:lnTo>
                    <a:pt x="8448810" y="5597"/>
                  </a:lnTo>
                  <a:lnTo>
                    <a:pt x="8448968" y="5597"/>
                  </a:lnTo>
                  <a:lnTo>
                    <a:pt x="8449283" y="5597"/>
                  </a:lnTo>
                  <a:lnTo>
                    <a:pt x="8449914" y="5597"/>
                  </a:lnTo>
                  <a:lnTo>
                    <a:pt x="8450229" y="5597"/>
                  </a:lnTo>
                  <a:lnTo>
                    <a:pt x="8450387" y="5597"/>
                  </a:lnTo>
                  <a:lnTo>
                    <a:pt x="8450703" y="5597"/>
                  </a:lnTo>
                  <a:lnTo>
                    <a:pt x="8450860" y="5597"/>
                  </a:lnTo>
                  <a:lnTo>
                    <a:pt x="8451018" y="5597"/>
                  </a:lnTo>
                  <a:lnTo>
                    <a:pt x="8451807" y="5597"/>
                  </a:lnTo>
                  <a:lnTo>
                    <a:pt x="8453226" y="5597"/>
                  </a:lnTo>
                  <a:lnTo>
                    <a:pt x="8453384" y="5597"/>
                  </a:lnTo>
                  <a:lnTo>
                    <a:pt x="8453699" y="5597"/>
                  </a:lnTo>
                  <a:lnTo>
                    <a:pt x="8454015" y="5597"/>
                  </a:lnTo>
                  <a:lnTo>
                    <a:pt x="8454172" y="5597"/>
                  </a:lnTo>
                  <a:lnTo>
                    <a:pt x="8454961" y="5597"/>
                  </a:lnTo>
                  <a:lnTo>
                    <a:pt x="8456065" y="5597"/>
                  </a:lnTo>
                  <a:lnTo>
                    <a:pt x="8457169" y="5167"/>
                  </a:lnTo>
                  <a:lnTo>
                    <a:pt x="8457327" y="5167"/>
                  </a:lnTo>
                  <a:lnTo>
                    <a:pt x="8457642" y="5167"/>
                  </a:lnTo>
                  <a:lnTo>
                    <a:pt x="8457800" y="5167"/>
                  </a:lnTo>
                  <a:lnTo>
                    <a:pt x="8458431" y="5167"/>
                  </a:lnTo>
                  <a:lnTo>
                    <a:pt x="8458904" y="5167"/>
                  </a:lnTo>
                  <a:lnTo>
                    <a:pt x="8459850" y="5167"/>
                  </a:lnTo>
                  <a:lnTo>
                    <a:pt x="8460323" y="5167"/>
                  </a:lnTo>
                  <a:lnTo>
                    <a:pt x="8460481" y="5167"/>
                  </a:lnTo>
                  <a:lnTo>
                    <a:pt x="8460639" y="5167"/>
                  </a:lnTo>
                  <a:lnTo>
                    <a:pt x="8461427" y="5167"/>
                  </a:lnTo>
                  <a:lnTo>
                    <a:pt x="8462374" y="5167"/>
                  </a:lnTo>
                  <a:lnTo>
                    <a:pt x="8462531" y="5167"/>
                  </a:lnTo>
                  <a:lnTo>
                    <a:pt x="8462689" y="5167"/>
                  </a:lnTo>
                  <a:lnTo>
                    <a:pt x="8463320" y="5167"/>
                  </a:lnTo>
                  <a:lnTo>
                    <a:pt x="8463478" y="5167"/>
                  </a:lnTo>
                  <a:lnTo>
                    <a:pt x="8463793" y="5167"/>
                  </a:lnTo>
                  <a:lnTo>
                    <a:pt x="8465370" y="5167"/>
                  </a:lnTo>
                  <a:lnTo>
                    <a:pt x="8466790" y="5167"/>
                  </a:lnTo>
                  <a:lnTo>
                    <a:pt x="8467105" y="5167"/>
                  </a:lnTo>
                  <a:lnTo>
                    <a:pt x="8467263" y="5167"/>
                  </a:lnTo>
                  <a:lnTo>
                    <a:pt x="8467421" y="5167"/>
                  </a:lnTo>
                  <a:lnTo>
                    <a:pt x="8467421" y="4736"/>
                  </a:lnTo>
                  <a:lnTo>
                    <a:pt x="8468052" y="4736"/>
                  </a:lnTo>
                  <a:lnTo>
                    <a:pt x="8469156" y="4736"/>
                  </a:lnTo>
                  <a:lnTo>
                    <a:pt x="8469313" y="4736"/>
                  </a:lnTo>
                  <a:lnTo>
                    <a:pt x="8469786" y="4736"/>
                  </a:lnTo>
                  <a:lnTo>
                    <a:pt x="8470260" y="4736"/>
                  </a:lnTo>
                  <a:lnTo>
                    <a:pt x="8470733" y="4736"/>
                  </a:lnTo>
                  <a:lnTo>
                    <a:pt x="8471048" y="4736"/>
                  </a:lnTo>
                  <a:lnTo>
                    <a:pt x="8471206" y="4736"/>
                  </a:lnTo>
                  <a:lnTo>
                    <a:pt x="8471995" y="4306"/>
                  </a:lnTo>
                  <a:lnTo>
                    <a:pt x="8472152" y="4306"/>
                  </a:lnTo>
                  <a:lnTo>
                    <a:pt x="8472625" y="4306"/>
                  </a:lnTo>
                  <a:lnTo>
                    <a:pt x="8472783" y="4306"/>
                  </a:lnTo>
                  <a:lnTo>
                    <a:pt x="8472941" y="4306"/>
                  </a:lnTo>
                  <a:lnTo>
                    <a:pt x="8473572" y="4306"/>
                  </a:lnTo>
                  <a:lnTo>
                    <a:pt x="8473887" y="3875"/>
                  </a:lnTo>
                  <a:lnTo>
                    <a:pt x="8474360" y="3875"/>
                  </a:lnTo>
                  <a:lnTo>
                    <a:pt x="8474518" y="3875"/>
                  </a:lnTo>
                  <a:lnTo>
                    <a:pt x="8474991" y="3875"/>
                  </a:lnTo>
                  <a:lnTo>
                    <a:pt x="8475149" y="3875"/>
                  </a:lnTo>
                  <a:lnTo>
                    <a:pt x="8475149" y="3444"/>
                  </a:lnTo>
                  <a:lnTo>
                    <a:pt x="8475937" y="3014"/>
                  </a:lnTo>
                  <a:lnTo>
                    <a:pt x="8476095" y="3014"/>
                  </a:lnTo>
                  <a:lnTo>
                    <a:pt x="8476411" y="3014"/>
                  </a:lnTo>
                  <a:lnTo>
                    <a:pt x="8477199" y="3014"/>
                  </a:lnTo>
                  <a:lnTo>
                    <a:pt x="8477515" y="2583"/>
                  </a:lnTo>
                  <a:lnTo>
                    <a:pt x="8478146" y="2583"/>
                  </a:lnTo>
                  <a:lnTo>
                    <a:pt x="8478303" y="2583"/>
                  </a:lnTo>
                  <a:lnTo>
                    <a:pt x="8478461" y="2583"/>
                  </a:lnTo>
                  <a:lnTo>
                    <a:pt x="8478619" y="2583"/>
                  </a:lnTo>
                  <a:lnTo>
                    <a:pt x="8479092" y="2583"/>
                  </a:lnTo>
                  <a:lnTo>
                    <a:pt x="8479250" y="2583"/>
                  </a:lnTo>
                  <a:lnTo>
                    <a:pt x="8480038" y="2153"/>
                  </a:lnTo>
                  <a:lnTo>
                    <a:pt x="8480196" y="2153"/>
                  </a:lnTo>
                  <a:lnTo>
                    <a:pt x="8480827" y="2153"/>
                  </a:lnTo>
                  <a:lnTo>
                    <a:pt x="8481142" y="2153"/>
                  </a:lnTo>
                  <a:lnTo>
                    <a:pt x="8481458" y="2153"/>
                  </a:lnTo>
                  <a:lnTo>
                    <a:pt x="8481773" y="2153"/>
                  </a:lnTo>
                  <a:lnTo>
                    <a:pt x="8481931" y="2153"/>
                  </a:lnTo>
                  <a:lnTo>
                    <a:pt x="8482089" y="2153"/>
                  </a:lnTo>
                  <a:lnTo>
                    <a:pt x="8482404" y="2153"/>
                  </a:lnTo>
                  <a:lnTo>
                    <a:pt x="8483350" y="2153"/>
                  </a:lnTo>
                  <a:lnTo>
                    <a:pt x="8483508" y="2153"/>
                  </a:lnTo>
                  <a:lnTo>
                    <a:pt x="8483666" y="2153"/>
                  </a:lnTo>
                  <a:lnTo>
                    <a:pt x="8483823" y="2153"/>
                  </a:lnTo>
                  <a:lnTo>
                    <a:pt x="8483981" y="2153"/>
                  </a:lnTo>
                  <a:lnTo>
                    <a:pt x="8484139" y="2153"/>
                  </a:lnTo>
                  <a:lnTo>
                    <a:pt x="8484454" y="1722"/>
                  </a:lnTo>
                  <a:lnTo>
                    <a:pt x="8484927" y="1722"/>
                  </a:lnTo>
                  <a:lnTo>
                    <a:pt x="8485085" y="1722"/>
                  </a:lnTo>
                  <a:lnTo>
                    <a:pt x="8485401" y="1722"/>
                  </a:lnTo>
                  <a:lnTo>
                    <a:pt x="8485716" y="1722"/>
                  </a:lnTo>
                  <a:lnTo>
                    <a:pt x="8486505" y="1722"/>
                  </a:lnTo>
                  <a:lnTo>
                    <a:pt x="8486662" y="1722"/>
                  </a:lnTo>
                  <a:lnTo>
                    <a:pt x="8487135" y="1722"/>
                  </a:lnTo>
                  <a:lnTo>
                    <a:pt x="8487293" y="1722"/>
                  </a:lnTo>
                  <a:lnTo>
                    <a:pt x="8487451" y="1722"/>
                  </a:lnTo>
                  <a:lnTo>
                    <a:pt x="8487609" y="1722"/>
                  </a:lnTo>
                  <a:lnTo>
                    <a:pt x="8487766" y="1291"/>
                  </a:lnTo>
                  <a:lnTo>
                    <a:pt x="8487924" y="1291"/>
                  </a:lnTo>
                  <a:lnTo>
                    <a:pt x="8488082" y="1291"/>
                  </a:lnTo>
                  <a:lnTo>
                    <a:pt x="8488240" y="1291"/>
                  </a:lnTo>
                  <a:lnTo>
                    <a:pt x="8488555" y="1291"/>
                  </a:lnTo>
                  <a:lnTo>
                    <a:pt x="8488713" y="1291"/>
                  </a:lnTo>
                  <a:lnTo>
                    <a:pt x="8489028" y="1291"/>
                  </a:lnTo>
                  <a:lnTo>
                    <a:pt x="8489344" y="1291"/>
                  </a:lnTo>
                  <a:lnTo>
                    <a:pt x="8490132" y="861"/>
                  </a:lnTo>
                  <a:lnTo>
                    <a:pt x="8490290" y="861"/>
                  </a:lnTo>
                  <a:lnTo>
                    <a:pt x="8490763" y="861"/>
                  </a:lnTo>
                  <a:lnTo>
                    <a:pt x="8491236" y="861"/>
                  </a:lnTo>
                  <a:lnTo>
                    <a:pt x="8491394" y="861"/>
                  </a:lnTo>
                  <a:lnTo>
                    <a:pt x="8491552" y="861"/>
                  </a:lnTo>
                  <a:lnTo>
                    <a:pt x="8491709" y="861"/>
                  </a:lnTo>
                  <a:lnTo>
                    <a:pt x="8492340" y="861"/>
                  </a:lnTo>
                  <a:lnTo>
                    <a:pt x="8492813" y="861"/>
                  </a:lnTo>
                  <a:lnTo>
                    <a:pt x="8492971" y="861"/>
                  </a:lnTo>
                  <a:lnTo>
                    <a:pt x="8493129" y="861"/>
                  </a:lnTo>
                  <a:lnTo>
                    <a:pt x="8493444" y="861"/>
                  </a:lnTo>
                  <a:lnTo>
                    <a:pt x="8494233" y="861"/>
                  </a:lnTo>
                  <a:lnTo>
                    <a:pt x="8494391" y="861"/>
                  </a:lnTo>
                  <a:lnTo>
                    <a:pt x="8494706" y="861"/>
                  </a:lnTo>
                  <a:lnTo>
                    <a:pt x="8494864" y="861"/>
                  </a:lnTo>
                  <a:lnTo>
                    <a:pt x="8495179" y="861"/>
                  </a:lnTo>
                  <a:lnTo>
                    <a:pt x="8495337" y="861"/>
                  </a:lnTo>
                  <a:lnTo>
                    <a:pt x="8495810" y="430"/>
                  </a:lnTo>
                  <a:lnTo>
                    <a:pt x="8495968" y="430"/>
                  </a:lnTo>
                  <a:lnTo>
                    <a:pt x="8496125" y="430"/>
                  </a:lnTo>
                  <a:lnTo>
                    <a:pt x="8496283" y="430"/>
                  </a:lnTo>
                  <a:lnTo>
                    <a:pt x="8496756" y="430"/>
                  </a:lnTo>
                  <a:lnTo>
                    <a:pt x="8496914" y="430"/>
                  </a:lnTo>
                  <a:lnTo>
                    <a:pt x="8497072" y="430"/>
                  </a:lnTo>
                  <a:lnTo>
                    <a:pt x="8497229" y="430"/>
                  </a:lnTo>
                  <a:lnTo>
                    <a:pt x="8497387" y="430"/>
                  </a:lnTo>
                  <a:lnTo>
                    <a:pt x="8497545" y="430"/>
                  </a:lnTo>
                  <a:lnTo>
                    <a:pt x="8497703" y="430"/>
                  </a:lnTo>
                  <a:lnTo>
                    <a:pt x="8498018" y="430"/>
                  </a:lnTo>
                  <a:lnTo>
                    <a:pt x="8498176" y="430"/>
                  </a:lnTo>
                  <a:lnTo>
                    <a:pt x="8498333" y="430"/>
                  </a:lnTo>
                  <a:lnTo>
                    <a:pt x="8498491" y="430"/>
                  </a:lnTo>
                  <a:lnTo>
                    <a:pt x="8498649" y="430"/>
                  </a:lnTo>
                  <a:lnTo>
                    <a:pt x="8498807" y="430"/>
                  </a:lnTo>
                  <a:lnTo>
                    <a:pt x="8499122" y="430"/>
                  </a:lnTo>
                  <a:lnTo>
                    <a:pt x="8499280" y="430"/>
                  </a:lnTo>
                  <a:lnTo>
                    <a:pt x="8499595" y="430"/>
                  </a:lnTo>
                  <a:lnTo>
                    <a:pt x="8499753" y="430"/>
                  </a:lnTo>
                  <a:lnTo>
                    <a:pt x="8499911" y="430"/>
                  </a:lnTo>
                  <a:lnTo>
                    <a:pt x="8500068" y="430"/>
                  </a:lnTo>
                  <a:lnTo>
                    <a:pt x="8500384" y="430"/>
                  </a:lnTo>
                  <a:lnTo>
                    <a:pt x="8500542" y="430"/>
                  </a:lnTo>
                  <a:lnTo>
                    <a:pt x="8500699" y="430"/>
                  </a:lnTo>
                  <a:lnTo>
                    <a:pt x="8500857" y="430"/>
                  </a:lnTo>
                  <a:lnTo>
                    <a:pt x="8501015" y="430"/>
                  </a:lnTo>
                  <a:lnTo>
                    <a:pt x="8501172" y="430"/>
                  </a:lnTo>
                  <a:lnTo>
                    <a:pt x="8501172" y="0"/>
                  </a:lnTo>
                  <a:lnTo>
                    <a:pt x="8501172" y="0"/>
                  </a:lnTo>
                  <a:lnTo>
                    <a:pt x="8501330" y="0"/>
                  </a:lnTo>
                  <a:lnTo>
                    <a:pt x="8501488" y="0"/>
                  </a:lnTo>
                  <a:lnTo>
                    <a:pt x="8501646" y="0"/>
                  </a:lnTo>
                  <a:lnTo>
                    <a:pt x="8501803" y="0"/>
                  </a:lnTo>
                  <a:lnTo>
                    <a:pt x="8501961" y="0"/>
                  </a:lnTo>
                  <a:lnTo>
                    <a:pt x="8502119" y="0"/>
                  </a:lnTo>
                  <a:lnTo>
                    <a:pt x="8502276" y="0"/>
                  </a:lnTo>
                  <a:lnTo>
                    <a:pt x="8502434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0" y="6340154"/>
                  </a:lnTo>
                  <a:lnTo>
                    <a:pt x="0" y="6339723"/>
                  </a:lnTo>
                  <a:lnTo>
                    <a:pt x="0" y="6339293"/>
                  </a:lnTo>
                  <a:lnTo>
                    <a:pt x="157" y="6339293"/>
                  </a:lnTo>
                  <a:lnTo>
                    <a:pt x="157" y="6338862"/>
                  </a:lnTo>
                  <a:lnTo>
                    <a:pt x="315" y="6338862"/>
                  </a:lnTo>
                  <a:lnTo>
                    <a:pt x="473" y="6338862"/>
                  </a:lnTo>
                  <a:lnTo>
                    <a:pt x="473" y="6338432"/>
                  </a:lnTo>
                  <a:lnTo>
                    <a:pt x="473" y="6338001"/>
                  </a:lnTo>
                  <a:lnTo>
                    <a:pt x="630" y="6338001"/>
                  </a:lnTo>
                  <a:lnTo>
                    <a:pt x="630" y="6337570"/>
                  </a:lnTo>
                  <a:lnTo>
                    <a:pt x="630" y="6337140"/>
                  </a:lnTo>
                  <a:lnTo>
                    <a:pt x="788" y="6337140"/>
                  </a:lnTo>
                  <a:lnTo>
                    <a:pt x="946" y="6337140"/>
                  </a:lnTo>
                  <a:lnTo>
                    <a:pt x="1104" y="6337140"/>
                  </a:lnTo>
                  <a:lnTo>
                    <a:pt x="1104" y="6336709"/>
                  </a:lnTo>
                  <a:lnTo>
                    <a:pt x="1104" y="6336279"/>
                  </a:lnTo>
                  <a:lnTo>
                    <a:pt x="1104" y="6335848"/>
                  </a:lnTo>
                  <a:lnTo>
                    <a:pt x="1104" y="6335417"/>
                  </a:lnTo>
                  <a:lnTo>
                    <a:pt x="1104" y="6334987"/>
                  </a:lnTo>
                  <a:lnTo>
                    <a:pt x="1261" y="6334987"/>
                  </a:lnTo>
                  <a:lnTo>
                    <a:pt x="1261" y="6334556"/>
                  </a:lnTo>
                  <a:lnTo>
                    <a:pt x="1261" y="6334126"/>
                  </a:lnTo>
                  <a:lnTo>
                    <a:pt x="1261" y="6333695"/>
                  </a:lnTo>
                  <a:lnTo>
                    <a:pt x="1261" y="6333264"/>
                  </a:lnTo>
                  <a:lnTo>
                    <a:pt x="1419" y="6333264"/>
                  </a:lnTo>
                  <a:lnTo>
                    <a:pt x="1577" y="6333264"/>
                  </a:lnTo>
                  <a:lnTo>
                    <a:pt x="1734" y="6333264"/>
                  </a:lnTo>
                  <a:lnTo>
                    <a:pt x="1734" y="6332834"/>
                  </a:lnTo>
                  <a:lnTo>
                    <a:pt x="1734" y="6332403"/>
                  </a:lnTo>
                  <a:lnTo>
                    <a:pt x="1892" y="6332403"/>
                  </a:lnTo>
                  <a:lnTo>
                    <a:pt x="2050" y="6332403"/>
                  </a:lnTo>
                  <a:lnTo>
                    <a:pt x="2050" y="6331973"/>
                  </a:lnTo>
                  <a:lnTo>
                    <a:pt x="2050" y="6331542"/>
                  </a:lnTo>
                  <a:lnTo>
                    <a:pt x="2208" y="6331542"/>
                  </a:lnTo>
                  <a:lnTo>
                    <a:pt x="2208" y="6331111"/>
                  </a:lnTo>
                  <a:lnTo>
                    <a:pt x="2365" y="6331111"/>
                  </a:lnTo>
                  <a:lnTo>
                    <a:pt x="2523" y="6331111"/>
                  </a:lnTo>
                  <a:lnTo>
                    <a:pt x="2523" y="6330681"/>
                  </a:lnTo>
                  <a:lnTo>
                    <a:pt x="2523" y="6330250"/>
                  </a:lnTo>
                  <a:lnTo>
                    <a:pt x="2523" y="6329820"/>
                  </a:lnTo>
                  <a:lnTo>
                    <a:pt x="2523" y="6329389"/>
                  </a:lnTo>
                  <a:lnTo>
                    <a:pt x="2523" y="6328958"/>
                  </a:lnTo>
                  <a:lnTo>
                    <a:pt x="2681" y="6328958"/>
                  </a:lnTo>
                  <a:lnTo>
                    <a:pt x="2838" y="6328958"/>
                  </a:lnTo>
                  <a:lnTo>
                    <a:pt x="2996" y="6328958"/>
                  </a:lnTo>
                  <a:lnTo>
                    <a:pt x="2996" y="6328528"/>
                  </a:lnTo>
                  <a:lnTo>
                    <a:pt x="3154" y="6328528"/>
                  </a:lnTo>
                  <a:lnTo>
                    <a:pt x="3154" y="6328097"/>
                  </a:lnTo>
                  <a:lnTo>
                    <a:pt x="3312" y="6328097"/>
                  </a:lnTo>
                  <a:lnTo>
                    <a:pt x="3469" y="6328097"/>
                  </a:lnTo>
                  <a:lnTo>
                    <a:pt x="3469" y="6327667"/>
                  </a:lnTo>
                  <a:lnTo>
                    <a:pt x="3469" y="6327236"/>
                  </a:lnTo>
                  <a:lnTo>
                    <a:pt x="3627" y="6327236"/>
                  </a:lnTo>
                  <a:lnTo>
                    <a:pt x="3627" y="6326805"/>
                  </a:lnTo>
                  <a:lnTo>
                    <a:pt x="3785" y="6326805"/>
                  </a:lnTo>
                  <a:lnTo>
                    <a:pt x="3942" y="6326805"/>
                  </a:lnTo>
                  <a:lnTo>
                    <a:pt x="4100" y="6326805"/>
                  </a:lnTo>
                  <a:lnTo>
                    <a:pt x="4100" y="6326375"/>
                  </a:lnTo>
                  <a:lnTo>
                    <a:pt x="4258" y="6326375"/>
                  </a:lnTo>
                  <a:lnTo>
                    <a:pt x="4258" y="6325944"/>
                  </a:lnTo>
                  <a:lnTo>
                    <a:pt x="4416" y="6325944"/>
                  </a:lnTo>
                  <a:lnTo>
                    <a:pt x="4573" y="6325944"/>
                  </a:lnTo>
                  <a:lnTo>
                    <a:pt x="4731" y="6325944"/>
                  </a:lnTo>
                  <a:lnTo>
                    <a:pt x="4889" y="6325944"/>
                  </a:lnTo>
                  <a:lnTo>
                    <a:pt x="4889" y="6325514"/>
                  </a:lnTo>
                  <a:lnTo>
                    <a:pt x="4889" y="6325083"/>
                  </a:lnTo>
                  <a:lnTo>
                    <a:pt x="5046" y="6325083"/>
                  </a:lnTo>
                  <a:lnTo>
                    <a:pt x="5046" y="6324652"/>
                  </a:lnTo>
                  <a:lnTo>
                    <a:pt x="5046" y="6324222"/>
                  </a:lnTo>
                  <a:lnTo>
                    <a:pt x="5046" y="6323791"/>
                  </a:lnTo>
                  <a:lnTo>
                    <a:pt x="5046" y="6323361"/>
                  </a:lnTo>
                  <a:lnTo>
                    <a:pt x="5046" y="6322930"/>
                  </a:lnTo>
                  <a:lnTo>
                    <a:pt x="5204" y="6322930"/>
                  </a:lnTo>
                  <a:lnTo>
                    <a:pt x="5362" y="6322930"/>
                  </a:lnTo>
                  <a:lnTo>
                    <a:pt x="5520" y="6322930"/>
                  </a:lnTo>
                  <a:lnTo>
                    <a:pt x="5677" y="6322930"/>
                  </a:lnTo>
                  <a:lnTo>
                    <a:pt x="5835" y="6322930"/>
                  </a:lnTo>
                  <a:lnTo>
                    <a:pt x="5835" y="6322499"/>
                  </a:lnTo>
                  <a:lnTo>
                    <a:pt x="5835" y="6322069"/>
                  </a:lnTo>
                  <a:lnTo>
                    <a:pt x="5835" y="6321638"/>
                  </a:lnTo>
                  <a:lnTo>
                    <a:pt x="5993" y="6321638"/>
                  </a:lnTo>
                  <a:lnTo>
                    <a:pt x="6151" y="6321638"/>
                  </a:lnTo>
                  <a:lnTo>
                    <a:pt x="6151" y="6321208"/>
                  </a:lnTo>
                  <a:lnTo>
                    <a:pt x="6151" y="6320777"/>
                  </a:lnTo>
                  <a:lnTo>
                    <a:pt x="6151" y="6320346"/>
                  </a:lnTo>
                  <a:lnTo>
                    <a:pt x="6308" y="6320346"/>
                  </a:lnTo>
                  <a:lnTo>
                    <a:pt x="6308" y="6319916"/>
                  </a:lnTo>
                  <a:lnTo>
                    <a:pt x="6466" y="6319916"/>
                  </a:lnTo>
                  <a:lnTo>
                    <a:pt x="6466" y="6319485"/>
                  </a:lnTo>
                  <a:lnTo>
                    <a:pt x="6466" y="6319055"/>
                  </a:lnTo>
                  <a:lnTo>
                    <a:pt x="6624" y="6319055"/>
                  </a:lnTo>
                  <a:lnTo>
                    <a:pt x="6624" y="6318624"/>
                  </a:lnTo>
                  <a:lnTo>
                    <a:pt x="6781" y="6318624"/>
                  </a:lnTo>
                  <a:lnTo>
                    <a:pt x="6939" y="6318624"/>
                  </a:lnTo>
                  <a:lnTo>
                    <a:pt x="7097" y="6318624"/>
                  </a:lnTo>
                  <a:lnTo>
                    <a:pt x="7255" y="6318624"/>
                  </a:lnTo>
                  <a:lnTo>
                    <a:pt x="7255" y="6318193"/>
                  </a:lnTo>
                  <a:lnTo>
                    <a:pt x="7412" y="6318193"/>
                  </a:lnTo>
                  <a:lnTo>
                    <a:pt x="7412" y="6317763"/>
                  </a:lnTo>
                  <a:lnTo>
                    <a:pt x="7412" y="6317332"/>
                  </a:lnTo>
                  <a:lnTo>
                    <a:pt x="7412" y="6316902"/>
                  </a:lnTo>
                  <a:lnTo>
                    <a:pt x="7412" y="6316471"/>
                  </a:lnTo>
                  <a:lnTo>
                    <a:pt x="7570" y="6316471"/>
                  </a:lnTo>
                  <a:lnTo>
                    <a:pt x="7728" y="6316471"/>
                  </a:lnTo>
                  <a:lnTo>
                    <a:pt x="7885" y="6316471"/>
                  </a:lnTo>
                  <a:lnTo>
                    <a:pt x="7885" y="6316040"/>
                  </a:lnTo>
                  <a:lnTo>
                    <a:pt x="8043" y="6316040"/>
                  </a:lnTo>
                  <a:lnTo>
                    <a:pt x="8201" y="6316040"/>
                  </a:lnTo>
                  <a:lnTo>
                    <a:pt x="8201" y="6315610"/>
                  </a:lnTo>
                  <a:lnTo>
                    <a:pt x="8359" y="6315610"/>
                  </a:lnTo>
                  <a:lnTo>
                    <a:pt x="8516" y="6315610"/>
                  </a:lnTo>
                  <a:lnTo>
                    <a:pt x="8516" y="6315179"/>
                  </a:lnTo>
                  <a:lnTo>
                    <a:pt x="8516" y="6314749"/>
                  </a:lnTo>
                  <a:lnTo>
                    <a:pt x="8674" y="6314749"/>
                  </a:lnTo>
                  <a:lnTo>
                    <a:pt x="8674" y="6314318"/>
                  </a:lnTo>
                  <a:lnTo>
                    <a:pt x="8832" y="6314318"/>
                  </a:lnTo>
                  <a:lnTo>
                    <a:pt x="8832" y="6313887"/>
                  </a:lnTo>
                  <a:lnTo>
                    <a:pt x="8989" y="6313887"/>
                  </a:lnTo>
                  <a:lnTo>
                    <a:pt x="9147" y="6313887"/>
                  </a:lnTo>
                  <a:lnTo>
                    <a:pt x="9147" y="6313457"/>
                  </a:lnTo>
                  <a:lnTo>
                    <a:pt x="9305" y="6313457"/>
                  </a:lnTo>
                  <a:lnTo>
                    <a:pt x="9463" y="6313457"/>
                  </a:lnTo>
                  <a:lnTo>
                    <a:pt x="9620" y="6313457"/>
                  </a:lnTo>
                  <a:lnTo>
                    <a:pt x="9620" y="6313026"/>
                  </a:lnTo>
                  <a:lnTo>
                    <a:pt x="9620" y="6312596"/>
                  </a:lnTo>
                  <a:lnTo>
                    <a:pt x="9620" y="6312165"/>
                  </a:lnTo>
                  <a:lnTo>
                    <a:pt x="9778" y="6312165"/>
                  </a:lnTo>
                  <a:lnTo>
                    <a:pt x="9778" y="6311734"/>
                  </a:lnTo>
                  <a:lnTo>
                    <a:pt x="9936" y="6311734"/>
                  </a:lnTo>
                  <a:lnTo>
                    <a:pt x="9936" y="6311304"/>
                  </a:lnTo>
                  <a:lnTo>
                    <a:pt x="9936" y="6310873"/>
                  </a:lnTo>
                  <a:lnTo>
                    <a:pt x="9936" y="6310443"/>
                  </a:lnTo>
                  <a:lnTo>
                    <a:pt x="9936" y="6310012"/>
                  </a:lnTo>
                  <a:lnTo>
                    <a:pt x="10093" y="6310012"/>
                  </a:lnTo>
                  <a:lnTo>
                    <a:pt x="10251" y="6310012"/>
                  </a:lnTo>
                  <a:lnTo>
                    <a:pt x="10409" y="6310012"/>
                  </a:lnTo>
                  <a:lnTo>
                    <a:pt x="10567" y="6310012"/>
                  </a:lnTo>
                  <a:lnTo>
                    <a:pt x="10567" y="6309581"/>
                  </a:lnTo>
                  <a:lnTo>
                    <a:pt x="10724" y="6309581"/>
                  </a:lnTo>
                  <a:lnTo>
                    <a:pt x="10724" y="6309151"/>
                  </a:lnTo>
                  <a:lnTo>
                    <a:pt x="10882" y="6309151"/>
                  </a:lnTo>
                  <a:lnTo>
                    <a:pt x="11040" y="6309151"/>
                  </a:lnTo>
                  <a:lnTo>
                    <a:pt x="11040" y="6308720"/>
                  </a:lnTo>
                  <a:lnTo>
                    <a:pt x="11197" y="6308720"/>
                  </a:lnTo>
                  <a:lnTo>
                    <a:pt x="11197" y="6308290"/>
                  </a:lnTo>
                  <a:lnTo>
                    <a:pt x="11197" y="6307859"/>
                  </a:lnTo>
                  <a:lnTo>
                    <a:pt x="11197" y="6307428"/>
                  </a:lnTo>
                  <a:lnTo>
                    <a:pt x="11355" y="6307428"/>
                  </a:lnTo>
                  <a:lnTo>
                    <a:pt x="11513" y="6307428"/>
                  </a:lnTo>
                  <a:lnTo>
                    <a:pt x="11513" y="6306998"/>
                  </a:lnTo>
                  <a:lnTo>
                    <a:pt x="11671" y="6306998"/>
                  </a:lnTo>
                  <a:lnTo>
                    <a:pt x="11828" y="6306998"/>
                  </a:lnTo>
                  <a:lnTo>
                    <a:pt x="11828" y="6306567"/>
                  </a:lnTo>
                  <a:lnTo>
                    <a:pt x="11828" y="6306137"/>
                  </a:lnTo>
                  <a:lnTo>
                    <a:pt x="11986" y="6306137"/>
                  </a:lnTo>
                  <a:lnTo>
                    <a:pt x="12144" y="6306137"/>
                  </a:lnTo>
                  <a:lnTo>
                    <a:pt x="12302" y="6306137"/>
                  </a:lnTo>
                  <a:lnTo>
                    <a:pt x="12302" y="6305706"/>
                  </a:lnTo>
                  <a:lnTo>
                    <a:pt x="12302" y="6305275"/>
                  </a:lnTo>
                  <a:lnTo>
                    <a:pt x="12302" y="6304845"/>
                  </a:lnTo>
                  <a:lnTo>
                    <a:pt x="12459" y="6304845"/>
                  </a:lnTo>
                  <a:lnTo>
                    <a:pt x="12459" y="6304414"/>
                  </a:lnTo>
                  <a:lnTo>
                    <a:pt x="12617" y="6304414"/>
                  </a:lnTo>
                  <a:lnTo>
                    <a:pt x="12617" y="6303984"/>
                  </a:lnTo>
                  <a:lnTo>
                    <a:pt x="12775" y="6303984"/>
                  </a:lnTo>
                  <a:lnTo>
                    <a:pt x="12932" y="6303984"/>
                  </a:lnTo>
                  <a:lnTo>
                    <a:pt x="13090" y="6303984"/>
                  </a:lnTo>
                  <a:lnTo>
                    <a:pt x="13248" y="6303984"/>
                  </a:lnTo>
                  <a:lnTo>
                    <a:pt x="13248" y="6303553"/>
                  </a:lnTo>
                  <a:lnTo>
                    <a:pt x="13248" y="6303122"/>
                  </a:lnTo>
                  <a:lnTo>
                    <a:pt x="13406" y="6303122"/>
                  </a:lnTo>
                  <a:lnTo>
                    <a:pt x="13563" y="6303122"/>
                  </a:lnTo>
                  <a:lnTo>
                    <a:pt x="13721" y="6303122"/>
                  </a:lnTo>
                  <a:lnTo>
                    <a:pt x="13879" y="6303122"/>
                  </a:lnTo>
                  <a:lnTo>
                    <a:pt x="14036" y="6303122"/>
                  </a:lnTo>
                  <a:lnTo>
                    <a:pt x="14194" y="6303122"/>
                  </a:lnTo>
                  <a:lnTo>
                    <a:pt x="14194" y="6302692"/>
                  </a:lnTo>
                  <a:lnTo>
                    <a:pt x="14352" y="6302692"/>
                  </a:lnTo>
                  <a:lnTo>
                    <a:pt x="14510" y="6302692"/>
                  </a:lnTo>
                  <a:lnTo>
                    <a:pt x="14667" y="6302692"/>
                  </a:lnTo>
                  <a:lnTo>
                    <a:pt x="14825" y="6302692"/>
                  </a:lnTo>
                  <a:lnTo>
                    <a:pt x="14983" y="6302692"/>
                  </a:lnTo>
                  <a:lnTo>
                    <a:pt x="14983" y="6302261"/>
                  </a:lnTo>
                  <a:lnTo>
                    <a:pt x="14983" y="6301831"/>
                  </a:lnTo>
                  <a:lnTo>
                    <a:pt x="14983" y="6301400"/>
                  </a:lnTo>
                  <a:lnTo>
                    <a:pt x="15140" y="6301400"/>
                  </a:lnTo>
                  <a:lnTo>
                    <a:pt x="15140" y="6300969"/>
                  </a:lnTo>
                  <a:lnTo>
                    <a:pt x="15298" y="6300969"/>
                  </a:lnTo>
                  <a:lnTo>
                    <a:pt x="15456" y="6300969"/>
                  </a:lnTo>
                  <a:lnTo>
                    <a:pt x="15456" y="6300539"/>
                  </a:lnTo>
                  <a:lnTo>
                    <a:pt x="15456" y="6300108"/>
                  </a:lnTo>
                  <a:lnTo>
                    <a:pt x="15614" y="6300108"/>
                  </a:lnTo>
                  <a:lnTo>
                    <a:pt x="15614" y="6299678"/>
                  </a:lnTo>
                  <a:lnTo>
                    <a:pt x="15771" y="6299678"/>
                  </a:lnTo>
                  <a:lnTo>
                    <a:pt x="15771" y="6299247"/>
                  </a:lnTo>
                  <a:lnTo>
                    <a:pt x="15929" y="6299247"/>
                  </a:lnTo>
                  <a:lnTo>
                    <a:pt x="16087" y="6299247"/>
                  </a:lnTo>
                  <a:lnTo>
                    <a:pt x="16244" y="6299247"/>
                  </a:lnTo>
                  <a:lnTo>
                    <a:pt x="16244" y="6298816"/>
                  </a:lnTo>
                  <a:lnTo>
                    <a:pt x="16402" y="6298816"/>
                  </a:lnTo>
                  <a:lnTo>
                    <a:pt x="16560" y="6298816"/>
                  </a:lnTo>
                  <a:lnTo>
                    <a:pt x="16718" y="6298816"/>
                  </a:lnTo>
                  <a:lnTo>
                    <a:pt x="16875" y="6298816"/>
                  </a:lnTo>
                  <a:lnTo>
                    <a:pt x="17033" y="6298816"/>
                  </a:lnTo>
                  <a:lnTo>
                    <a:pt x="17033" y="6298386"/>
                  </a:lnTo>
                  <a:lnTo>
                    <a:pt x="17033" y="6297955"/>
                  </a:lnTo>
                  <a:lnTo>
                    <a:pt x="17191" y="6297955"/>
                  </a:lnTo>
                  <a:lnTo>
                    <a:pt x="17191" y="6297525"/>
                  </a:lnTo>
                  <a:lnTo>
                    <a:pt x="17349" y="6297525"/>
                  </a:lnTo>
                  <a:lnTo>
                    <a:pt x="17506" y="6297525"/>
                  </a:lnTo>
                  <a:lnTo>
                    <a:pt x="17506" y="6297094"/>
                  </a:lnTo>
                  <a:lnTo>
                    <a:pt x="17506" y="6296663"/>
                  </a:lnTo>
                  <a:lnTo>
                    <a:pt x="17664" y="6296663"/>
                  </a:lnTo>
                  <a:lnTo>
                    <a:pt x="17822" y="6296663"/>
                  </a:lnTo>
                  <a:lnTo>
                    <a:pt x="17822" y="6296233"/>
                  </a:lnTo>
                  <a:lnTo>
                    <a:pt x="17822" y="6295802"/>
                  </a:lnTo>
                  <a:lnTo>
                    <a:pt x="17979" y="6295802"/>
                  </a:lnTo>
                  <a:lnTo>
                    <a:pt x="18137" y="6295802"/>
                  </a:lnTo>
                  <a:lnTo>
                    <a:pt x="18295" y="6295802"/>
                  </a:lnTo>
                  <a:lnTo>
                    <a:pt x="18295" y="6295372"/>
                  </a:lnTo>
                  <a:lnTo>
                    <a:pt x="18295" y="6294941"/>
                  </a:lnTo>
                  <a:lnTo>
                    <a:pt x="18453" y="6294941"/>
                  </a:lnTo>
                  <a:lnTo>
                    <a:pt x="18453" y="6294510"/>
                  </a:lnTo>
                  <a:lnTo>
                    <a:pt x="18610" y="6294510"/>
                  </a:lnTo>
                  <a:lnTo>
                    <a:pt x="18768" y="6294510"/>
                  </a:lnTo>
                  <a:lnTo>
                    <a:pt x="18926" y="6294510"/>
                  </a:lnTo>
                  <a:lnTo>
                    <a:pt x="18926" y="6294080"/>
                  </a:lnTo>
                  <a:lnTo>
                    <a:pt x="19083" y="6294080"/>
                  </a:lnTo>
                  <a:lnTo>
                    <a:pt x="19241" y="6294080"/>
                  </a:lnTo>
                  <a:lnTo>
                    <a:pt x="19399" y="6294080"/>
                  </a:lnTo>
                  <a:lnTo>
                    <a:pt x="19399" y="6293649"/>
                  </a:lnTo>
                  <a:lnTo>
                    <a:pt x="19399" y="6293219"/>
                  </a:lnTo>
                  <a:lnTo>
                    <a:pt x="19399" y="6292788"/>
                  </a:lnTo>
                  <a:lnTo>
                    <a:pt x="19399" y="6292357"/>
                  </a:lnTo>
                  <a:lnTo>
                    <a:pt x="19557" y="6292357"/>
                  </a:lnTo>
                  <a:lnTo>
                    <a:pt x="19714" y="6292357"/>
                  </a:lnTo>
                  <a:lnTo>
                    <a:pt x="19714" y="6291927"/>
                  </a:lnTo>
                  <a:lnTo>
                    <a:pt x="19714" y="6291496"/>
                  </a:lnTo>
                  <a:lnTo>
                    <a:pt x="19872" y="6291496"/>
                  </a:lnTo>
                  <a:lnTo>
                    <a:pt x="20030" y="6291496"/>
                  </a:lnTo>
                  <a:lnTo>
                    <a:pt x="20030" y="6291066"/>
                  </a:lnTo>
                  <a:lnTo>
                    <a:pt x="20187" y="6291066"/>
                  </a:lnTo>
                  <a:lnTo>
                    <a:pt x="20345" y="6291066"/>
                  </a:lnTo>
                  <a:lnTo>
                    <a:pt x="20503" y="6291066"/>
                  </a:lnTo>
                  <a:lnTo>
                    <a:pt x="20661" y="6291066"/>
                  </a:lnTo>
                  <a:lnTo>
                    <a:pt x="20818" y="6291066"/>
                  </a:lnTo>
                  <a:lnTo>
                    <a:pt x="20818" y="6290635"/>
                  </a:lnTo>
                  <a:lnTo>
                    <a:pt x="20818" y="6290204"/>
                  </a:lnTo>
                  <a:lnTo>
                    <a:pt x="20976" y="6290204"/>
                  </a:lnTo>
                  <a:lnTo>
                    <a:pt x="20976" y="6289774"/>
                  </a:lnTo>
                  <a:lnTo>
                    <a:pt x="20976" y="6289343"/>
                  </a:lnTo>
                  <a:lnTo>
                    <a:pt x="21134" y="6289343"/>
                  </a:lnTo>
                  <a:lnTo>
                    <a:pt x="21291" y="6289343"/>
                  </a:lnTo>
                  <a:lnTo>
                    <a:pt x="21449" y="6289343"/>
                  </a:lnTo>
                  <a:lnTo>
                    <a:pt x="21607" y="6289343"/>
                  </a:lnTo>
                  <a:lnTo>
                    <a:pt x="21765" y="6289343"/>
                  </a:lnTo>
                  <a:lnTo>
                    <a:pt x="21765" y="6288913"/>
                  </a:lnTo>
                  <a:lnTo>
                    <a:pt x="21922" y="6288913"/>
                  </a:lnTo>
                  <a:lnTo>
                    <a:pt x="21922" y="6288482"/>
                  </a:lnTo>
                  <a:lnTo>
                    <a:pt x="22080" y="6288482"/>
                  </a:lnTo>
                  <a:lnTo>
                    <a:pt x="22238" y="6288482"/>
                  </a:lnTo>
                  <a:lnTo>
                    <a:pt x="22395" y="6288482"/>
                  </a:lnTo>
                  <a:lnTo>
                    <a:pt x="22553" y="6288482"/>
                  </a:lnTo>
                  <a:lnTo>
                    <a:pt x="22711" y="6288482"/>
                  </a:lnTo>
                  <a:lnTo>
                    <a:pt x="22869" y="6288482"/>
                  </a:lnTo>
                  <a:lnTo>
                    <a:pt x="23026" y="6288482"/>
                  </a:lnTo>
                  <a:lnTo>
                    <a:pt x="23184" y="6288482"/>
                  </a:lnTo>
                  <a:lnTo>
                    <a:pt x="23184" y="6288051"/>
                  </a:lnTo>
                  <a:lnTo>
                    <a:pt x="23342" y="6288051"/>
                  </a:lnTo>
                  <a:lnTo>
                    <a:pt x="23342" y="6287621"/>
                  </a:lnTo>
                  <a:lnTo>
                    <a:pt x="23342" y="6287190"/>
                  </a:lnTo>
                  <a:lnTo>
                    <a:pt x="23500" y="6287190"/>
                  </a:lnTo>
                  <a:lnTo>
                    <a:pt x="23500" y="6286760"/>
                  </a:lnTo>
                  <a:lnTo>
                    <a:pt x="23657" y="6286760"/>
                  </a:lnTo>
                  <a:lnTo>
                    <a:pt x="23815" y="6286760"/>
                  </a:lnTo>
                  <a:lnTo>
                    <a:pt x="23973" y="6286760"/>
                  </a:lnTo>
                  <a:lnTo>
                    <a:pt x="23973" y="6286329"/>
                  </a:lnTo>
                  <a:lnTo>
                    <a:pt x="23973" y="6285898"/>
                  </a:lnTo>
                  <a:lnTo>
                    <a:pt x="24130" y="6285898"/>
                  </a:lnTo>
                  <a:lnTo>
                    <a:pt x="24288" y="6285898"/>
                  </a:lnTo>
                  <a:lnTo>
                    <a:pt x="24288" y="6285468"/>
                  </a:lnTo>
                  <a:lnTo>
                    <a:pt x="24288" y="6285037"/>
                  </a:lnTo>
                  <a:lnTo>
                    <a:pt x="24446" y="6285037"/>
                  </a:lnTo>
                  <a:lnTo>
                    <a:pt x="24604" y="6285037"/>
                  </a:lnTo>
                  <a:lnTo>
                    <a:pt x="24604" y="6284607"/>
                  </a:lnTo>
                  <a:lnTo>
                    <a:pt x="24761" y="6284607"/>
                  </a:lnTo>
                  <a:lnTo>
                    <a:pt x="24919" y="6284607"/>
                  </a:lnTo>
                  <a:lnTo>
                    <a:pt x="24919" y="6284176"/>
                  </a:lnTo>
                  <a:lnTo>
                    <a:pt x="25077" y="6284176"/>
                  </a:lnTo>
                  <a:lnTo>
                    <a:pt x="25234" y="6284176"/>
                  </a:lnTo>
                  <a:lnTo>
                    <a:pt x="25392" y="6284176"/>
                  </a:lnTo>
                  <a:lnTo>
                    <a:pt x="25550" y="6284176"/>
                  </a:lnTo>
                  <a:lnTo>
                    <a:pt x="25550" y="6283745"/>
                  </a:lnTo>
                  <a:lnTo>
                    <a:pt x="25708" y="6283745"/>
                  </a:lnTo>
                  <a:lnTo>
                    <a:pt x="25865" y="6283745"/>
                  </a:lnTo>
                  <a:lnTo>
                    <a:pt x="26023" y="6283745"/>
                  </a:lnTo>
                  <a:lnTo>
                    <a:pt x="26023" y="6283315"/>
                  </a:lnTo>
                  <a:lnTo>
                    <a:pt x="26181" y="6283315"/>
                  </a:lnTo>
                  <a:lnTo>
                    <a:pt x="26181" y="6282884"/>
                  </a:lnTo>
                  <a:lnTo>
                    <a:pt x="26338" y="6282884"/>
                  </a:lnTo>
                  <a:lnTo>
                    <a:pt x="26338" y="6282454"/>
                  </a:lnTo>
                  <a:lnTo>
                    <a:pt x="26338" y="6282023"/>
                  </a:lnTo>
                  <a:lnTo>
                    <a:pt x="26496" y="6282023"/>
                  </a:lnTo>
                  <a:lnTo>
                    <a:pt x="26496" y="6281592"/>
                  </a:lnTo>
                  <a:lnTo>
                    <a:pt x="26654" y="6281592"/>
                  </a:lnTo>
                  <a:lnTo>
                    <a:pt x="26654" y="6281162"/>
                  </a:lnTo>
                  <a:lnTo>
                    <a:pt x="26654" y="6280731"/>
                  </a:lnTo>
                  <a:lnTo>
                    <a:pt x="26812" y="6280731"/>
                  </a:lnTo>
                  <a:lnTo>
                    <a:pt x="26969" y="6280731"/>
                  </a:lnTo>
                  <a:lnTo>
                    <a:pt x="27127" y="6280731"/>
                  </a:lnTo>
                  <a:lnTo>
                    <a:pt x="27285" y="6280731"/>
                  </a:lnTo>
                  <a:lnTo>
                    <a:pt x="27285" y="6280301"/>
                  </a:lnTo>
                  <a:lnTo>
                    <a:pt x="27442" y="6280301"/>
                  </a:lnTo>
                  <a:lnTo>
                    <a:pt x="27600" y="6280301"/>
                  </a:lnTo>
                  <a:lnTo>
                    <a:pt x="27600" y="6279870"/>
                  </a:lnTo>
                  <a:lnTo>
                    <a:pt x="27758" y="6279870"/>
                  </a:lnTo>
                  <a:lnTo>
                    <a:pt x="27758" y="6279439"/>
                  </a:lnTo>
                  <a:lnTo>
                    <a:pt x="27916" y="6279439"/>
                  </a:lnTo>
                  <a:lnTo>
                    <a:pt x="27916" y="6279009"/>
                  </a:lnTo>
                  <a:lnTo>
                    <a:pt x="27916" y="6278578"/>
                  </a:lnTo>
                  <a:lnTo>
                    <a:pt x="28073" y="6278578"/>
                  </a:lnTo>
                  <a:lnTo>
                    <a:pt x="28231" y="6278578"/>
                  </a:lnTo>
                  <a:lnTo>
                    <a:pt x="28389" y="6278578"/>
                  </a:lnTo>
                  <a:lnTo>
                    <a:pt x="28389" y="6278148"/>
                  </a:lnTo>
                  <a:lnTo>
                    <a:pt x="28389" y="6277717"/>
                  </a:lnTo>
                  <a:lnTo>
                    <a:pt x="28547" y="6277717"/>
                  </a:lnTo>
                  <a:lnTo>
                    <a:pt x="28704" y="6277717"/>
                  </a:lnTo>
                  <a:lnTo>
                    <a:pt x="28704" y="6277286"/>
                  </a:lnTo>
                  <a:lnTo>
                    <a:pt x="28704" y="6276856"/>
                  </a:lnTo>
                  <a:lnTo>
                    <a:pt x="28862" y="6276856"/>
                  </a:lnTo>
                  <a:lnTo>
                    <a:pt x="29020" y="6276856"/>
                  </a:lnTo>
                  <a:lnTo>
                    <a:pt x="29177" y="6276856"/>
                  </a:lnTo>
                  <a:lnTo>
                    <a:pt x="29177" y="6276425"/>
                  </a:lnTo>
                  <a:lnTo>
                    <a:pt x="29177" y="6275995"/>
                  </a:lnTo>
                  <a:lnTo>
                    <a:pt x="29177" y="6275564"/>
                  </a:lnTo>
                  <a:lnTo>
                    <a:pt x="29335" y="6275564"/>
                  </a:lnTo>
                  <a:lnTo>
                    <a:pt x="29493" y="6275564"/>
                  </a:lnTo>
                  <a:lnTo>
                    <a:pt x="29651" y="6275564"/>
                  </a:lnTo>
                  <a:lnTo>
                    <a:pt x="29651" y="6275133"/>
                  </a:lnTo>
                  <a:lnTo>
                    <a:pt x="29808" y="6275133"/>
                  </a:lnTo>
                  <a:lnTo>
                    <a:pt x="29808" y="6274703"/>
                  </a:lnTo>
                  <a:lnTo>
                    <a:pt x="29966" y="6274703"/>
                  </a:lnTo>
                  <a:lnTo>
                    <a:pt x="30124" y="6274703"/>
                  </a:lnTo>
                  <a:lnTo>
                    <a:pt x="30281" y="6274703"/>
                  </a:lnTo>
                  <a:lnTo>
                    <a:pt x="30281" y="6274272"/>
                  </a:lnTo>
                  <a:lnTo>
                    <a:pt x="30439" y="6274272"/>
                  </a:lnTo>
                  <a:lnTo>
                    <a:pt x="30439" y="6273842"/>
                  </a:lnTo>
                  <a:lnTo>
                    <a:pt x="30597" y="6273842"/>
                  </a:lnTo>
                  <a:lnTo>
                    <a:pt x="30755" y="6273842"/>
                  </a:lnTo>
                  <a:lnTo>
                    <a:pt x="30755" y="6273411"/>
                  </a:lnTo>
                  <a:lnTo>
                    <a:pt x="30755" y="6272980"/>
                  </a:lnTo>
                  <a:lnTo>
                    <a:pt x="30755" y="6272550"/>
                  </a:lnTo>
                  <a:lnTo>
                    <a:pt x="30755" y="6272119"/>
                  </a:lnTo>
                  <a:lnTo>
                    <a:pt x="30755" y="6271689"/>
                  </a:lnTo>
                  <a:lnTo>
                    <a:pt x="30912" y="6271689"/>
                  </a:lnTo>
                  <a:lnTo>
                    <a:pt x="31070" y="6271689"/>
                  </a:lnTo>
                  <a:lnTo>
                    <a:pt x="31228" y="6271689"/>
                  </a:lnTo>
                  <a:lnTo>
                    <a:pt x="31385" y="6271689"/>
                  </a:lnTo>
                  <a:lnTo>
                    <a:pt x="31543" y="6271689"/>
                  </a:lnTo>
                  <a:lnTo>
                    <a:pt x="31701" y="6271689"/>
                  </a:lnTo>
                  <a:lnTo>
                    <a:pt x="31701" y="6271258"/>
                  </a:lnTo>
                  <a:lnTo>
                    <a:pt x="31701" y="6270827"/>
                  </a:lnTo>
                  <a:lnTo>
                    <a:pt x="31701" y="6270397"/>
                  </a:lnTo>
                  <a:lnTo>
                    <a:pt x="31859" y="6270397"/>
                  </a:lnTo>
                  <a:lnTo>
                    <a:pt x="32016" y="6270397"/>
                  </a:lnTo>
                  <a:lnTo>
                    <a:pt x="32016" y="6269966"/>
                  </a:lnTo>
                  <a:lnTo>
                    <a:pt x="32174" y="6269966"/>
                  </a:lnTo>
                  <a:lnTo>
                    <a:pt x="32332" y="6269966"/>
                  </a:lnTo>
                  <a:lnTo>
                    <a:pt x="32489" y="6269966"/>
                  </a:lnTo>
                  <a:lnTo>
                    <a:pt x="32647" y="6269966"/>
                  </a:lnTo>
                  <a:lnTo>
                    <a:pt x="32647" y="6269536"/>
                  </a:lnTo>
                  <a:lnTo>
                    <a:pt x="32647" y="6269105"/>
                  </a:lnTo>
                  <a:lnTo>
                    <a:pt x="32647" y="6268674"/>
                  </a:lnTo>
                  <a:lnTo>
                    <a:pt x="32647" y="6268244"/>
                  </a:lnTo>
                  <a:lnTo>
                    <a:pt x="32805" y="6268244"/>
                  </a:lnTo>
                  <a:lnTo>
                    <a:pt x="32963" y="6268244"/>
                  </a:lnTo>
                  <a:lnTo>
                    <a:pt x="33120" y="6268244"/>
                  </a:lnTo>
                  <a:lnTo>
                    <a:pt x="33278" y="6268244"/>
                  </a:lnTo>
                  <a:lnTo>
                    <a:pt x="33278" y="6267813"/>
                  </a:lnTo>
                  <a:lnTo>
                    <a:pt x="33278" y="6267383"/>
                  </a:lnTo>
                  <a:lnTo>
                    <a:pt x="33436" y="6267383"/>
                  </a:lnTo>
                  <a:lnTo>
                    <a:pt x="33593" y="6267383"/>
                  </a:lnTo>
                  <a:lnTo>
                    <a:pt x="33593" y="6266952"/>
                  </a:lnTo>
                  <a:lnTo>
                    <a:pt x="33751" y="6266952"/>
                  </a:lnTo>
                  <a:lnTo>
                    <a:pt x="33751" y="6266521"/>
                  </a:lnTo>
                  <a:lnTo>
                    <a:pt x="33909" y="6266521"/>
                  </a:lnTo>
                  <a:lnTo>
                    <a:pt x="34067" y="6266521"/>
                  </a:lnTo>
                  <a:lnTo>
                    <a:pt x="34067" y="6266091"/>
                  </a:lnTo>
                  <a:lnTo>
                    <a:pt x="34067" y="6265660"/>
                  </a:lnTo>
                  <a:lnTo>
                    <a:pt x="34224" y="6265660"/>
                  </a:lnTo>
                  <a:lnTo>
                    <a:pt x="34382" y="6265660"/>
                  </a:lnTo>
                  <a:lnTo>
                    <a:pt x="34540" y="6265660"/>
                  </a:lnTo>
                  <a:lnTo>
                    <a:pt x="34698" y="6265660"/>
                  </a:lnTo>
                  <a:lnTo>
                    <a:pt x="34698" y="6265230"/>
                  </a:lnTo>
                  <a:lnTo>
                    <a:pt x="34855" y="6265230"/>
                  </a:lnTo>
                  <a:lnTo>
                    <a:pt x="35013" y="6265230"/>
                  </a:lnTo>
                  <a:lnTo>
                    <a:pt x="35171" y="6265230"/>
                  </a:lnTo>
                  <a:lnTo>
                    <a:pt x="35171" y="6264799"/>
                  </a:lnTo>
                  <a:lnTo>
                    <a:pt x="35171" y="6264368"/>
                  </a:lnTo>
                  <a:lnTo>
                    <a:pt x="35171" y="6263938"/>
                  </a:lnTo>
                  <a:lnTo>
                    <a:pt x="35328" y="6263938"/>
                  </a:lnTo>
                  <a:lnTo>
                    <a:pt x="35328" y="6263507"/>
                  </a:lnTo>
                  <a:lnTo>
                    <a:pt x="35328" y="6263077"/>
                  </a:lnTo>
                  <a:lnTo>
                    <a:pt x="35328" y="6262646"/>
                  </a:lnTo>
                  <a:lnTo>
                    <a:pt x="35328" y="6262215"/>
                  </a:lnTo>
                  <a:lnTo>
                    <a:pt x="35328" y="6261785"/>
                  </a:lnTo>
                  <a:lnTo>
                    <a:pt x="35328" y="6261354"/>
                  </a:lnTo>
                  <a:lnTo>
                    <a:pt x="35328" y="6260924"/>
                  </a:lnTo>
                  <a:lnTo>
                    <a:pt x="35328" y="6260493"/>
                  </a:lnTo>
                  <a:lnTo>
                    <a:pt x="35486" y="6260493"/>
                  </a:lnTo>
                  <a:lnTo>
                    <a:pt x="35644" y="6260493"/>
                  </a:lnTo>
                  <a:lnTo>
                    <a:pt x="35802" y="6260493"/>
                  </a:lnTo>
                  <a:lnTo>
                    <a:pt x="35959" y="6260493"/>
                  </a:lnTo>
                  <a:lnTo>
                    <a:pt x="35959" y="6260062"/>
                  </a:lnTo>
                  <a:lnTo>
                    <a:pt x="35959" y="6259632"/>
                  </a:lnTo>
                  <a:lnTo>
                    <a:pt x="36117" y="6259632"/>
                  </a:lnTo>
                  <a:lnTo>
                    <a:pt x="36275" y="6259632"/>
                  </a:lnTo>
                  <a:lnTo>
                    <a:pt x="36432" y="6259632"/>
                  </a:lnTo>
                  <a:lnTo>
                    <a:pt x="36590" y="6259632"/>
                  </a:lnTo>
                  <a:lnTo>
                    <a:pt x="36590" y="6259201"/>
                  </a:lnTo>
                  <a:lnTo>
                    <a:pt x="36590" y="6258771"/>
                  </a:lnTo>
                  <a:lnTo>
                    <a:pt x="36748" y="6258771"/>
                  </a:lnTo>
                  <a:lnTo>
                    <a:pt x="36748" y="6258340"/>
                  </a:lnTo>
                  <a:lnTo>
                    <a:pt x="36748" y="6257909"/>
                  </a:lnTo>
                  <a:lnTo>
                    <a:pt x="36748" y="6257479"/>
                  </a:lnTo>
                  <a:lnTo>
                    <a:pt x="36748" y="6257048"/>
                  </a:lnTo>
                  <a:lnTo>
                    <a:pt x="36906" y="6257048"/>
                  </a:lnTo>
                  <a:lnTo>
                    <a:pt x="36906" y="6256618"/>
                  </a:lnTo>
                  <a:lnTo>
                    <a:pt x="37063" y="6256618"/>
                  </a:lnTo>
                  <a:lnTo>
                    <a:pt x="37221" y="6256618"/>
                  </a:lnTo>
                  <a:lnTo>
                    <a:pt x="37379" y="6256618"/>
                  </a:lnTo>
                  <a:lnTo>
                    <a:pt x="37536" y="6256618"/>
                  </a:lnTo>
                  <a:lnTo>
                    <a:pt x="37694" y="6256618"/>
                  </a:lnTo>
                  <a:lnTo>
                    <a:pt x="37694" y="6256187"/>
                  </a:lnTo>
                  <a:lnTo>
                    <a:pt x="37852" y="6256187"/>
                  </a:lnTo>
                  <a:lnTo>
                    <a:pt x="37852" y="6255756"/>
                  </a:lnTo>
                  <a:lnTo>
                    <a:pt x="38010" y="6255756"/>
                  </a:lnTo>
                  <a:lnTo>
                    <a:pt x="38010" y="6255326"/>
                  </a:lnTo>
                  <a:lnTo>
                    <a:pt x="38010" y="6254895"/>
                  </a:lnTo>
                  <a:lnTo>
                    <a:pt x="38167" y="6254895"/>
                  </a:lnTo>
                  <a:lnTo>
                    <a:pt x="38167" y="6254465"/>
                  </a:lnTo>
                  <a:lnTo>
                    <a:pt x="38325" y="6254465"/>
                  </a:lnTo>
                  <a:lnTo>
                    <a:pt x="38325" y="6254034"/>
                  </a:lnTo>
                  <a:lnTo>
                    <a:pt x="38325" y="6253603"/>
                  </a:lnTo>
                  <a:lnTo>
                    <a:pt x="38483" y="6253603"/>
                  </a:lnTo>
                  <a:lnTo>
                    <a:pt x="38483" y="6253173"/>
                  </a:lnTo>
                  <a:lnTo>
                    <a:pt x="38640" y="6253173"/>
                  </a:lnTo>
                  <a:lnTo>
                    <a:pt x="38798" y="6253173"/>
                  </a:lnTo>
                  <a:lnTo>
                    <a:pt x="38956" y="6253173"/>
                  </a:lnTo>
                  <a:lnTo>
                    <a:pt x="39114" y="6253173"/>
                  </a:lnTo>
                  <a:lnTo>
                    <a:pt x="39114" y="6252742"/>
                  </a:lnTo>
                  <a:lnTo>
                    <a:pt x="39114" y="6252312"/>
                  </a:lnTo>
                  <a:lnTo>
                    <a:pt x="39114" y="6251881"/>
                  </a:lnTo>
                  <a:lnTo>
                    <a:pt x="39271" y="6251881"/>
                  </a:lnTo>
                  <a:lnTo>
                    <a:pt x="39271" y="6251450"/>
                  </a:lnTo>
                  <a:lnTo>
                    <a:pt x="39429" y="6251450"/>
                  </a:lnTo>
                  <a:lnTo>
                    <a:pt x="39587" y="6251450"/>
                  </a:lnTo>
                  <a:lnTo>
                    <a:pt x="39745" y="6251450"/>
                  </a:lnTo>
                  <a:lnTo>
                    <a:pt x="39902" y="6251450"/>
                  </a:lnTo>
                  <a:lnTo>
                    <a:pt x="40060" y="6251450"/>
                  </a:lnTo>
                  <a:lnTo>
                    <a:pt x="40218" y="6251450"/>
                  </a:lnTo>
                  <a:lnTo>
                    <a:pt x="40218" y="6251020"/>
                  </a:lnTo>
                  <a:lnTo>
                    <a:pt x="40218" y="6250589"/>
                  </a:lnTo>
                  <a:lnTo>
                    <a:pt x="40375" y="6250589"/>
                  </a:lnTo>
                  <a:lnTo>
                    <a:pt x="40375" y="6250159"/>
                  </a:lnTo>
                  <a:lnTo>
                    <a:pt x="40375" y="6249728"/>
                  </a:lnTo>
                  <a:lnTo>
                    <a:pt x="40375" y="6249297"/>
                  </a:lnTo>
                  <a:lnTo>
                    <a:pt x="40533" y="6249297"/>
                  </a:lnTo>
                  <a:lnTo>
                    <a:pt x="40691" y="6249297"/>
                  </a:lnTo>
                  <a:lnTo>
                    <a:pt x="40849" y="6249297"/>
                  </a:lnTo>
                  <a:lnTo>
                    <a:pt x="41006" y="6249297"/>
                  </a:lnTo>
                  <a:lnTo>
                    <a:pt x="41006" y="6248867"/>
                  </a:lnTo>
                  <a:lnTo>
                    <a:pt x="41006" y="6248436"/>
                  </a:lnTo>
                  <a:lnTo>
                    <a:pt x="41164" y="6248436"/>
                  </a:lnTo>
                  <a:lnTo>
                    <a:pt x="41322" y="6248436"/>
                  </a:lnTo>
                  <a:lnTo>
                    <a:pt x="41322" y="6248006"/>
                  </a:lnTo>
                  <a:lnTo>
                    <a:pt x="41322" y="6247575"/>
                  </a:lnTo>
                  <a:lnTo>
                    <a:pt x="41322" y="6247144"/>
                  </a:lnTo>
                  <a:lnTo>
                    <a:pt x="41479" y="6247144"/>
                  </a:lnTo>
                  <a:lnTo>
                    <a:pt x="41637" y="6247144"/>
                  </a:lnTo>
                  <a:lnTo>
                    <a:pt x="41795" y="6247144"/>
                  </a:lnTo>
                  <a:lnTo>
                    <a:pt x="41795" y="6246714"/>
                  </a:lnTo>
                  <a:lnTo>
                    <a:pt x="41953" y="6246714"/>
                  </a:lnTo>
                  <a:lnTo>
                    <a:pt x="42110" y="6246714"/>
                  </a:lnTo>
                  <a:lnTo>
                    <a:pt x="42268" y="6246714"/>
                  </a:lnTo>
                  <a:lnTo>
                    <a:pt x="42426" y="6246714"/>
                  </a:lnTo>
                  <a:lnTo>
                    <a:pt x="42583" y="6246714"/>
                  </a:lnTo>
                  <a:lnTo>
                    <a:pt x="42741" y="6246714"/>
                  </a:lnTo>
                  <a:lnTo>
                    <a:pt x="42741" y="6246283"/>
                  </a:lnTo>
                  <a:lnTo>
                    <a:pt x="42899" y="6246283"/>
                  </a:lnTo>
                  <a:lnTo>
                    <a:pt x="42899" y="6245853"/>
                  </a:lnTo>
                  <a:lnTo>
                    <a:pt x="43057" y="6245853"/>
                  </a:lnTo>
                  <a:lnTo>
                    <a:pt x="43214" y="6245853"/>
                  </a:lnTo>
                  <a:lnTo>
                    <a:pt x="43372" y="6245853"/>
                  </a:lnTo>
                  <a:lnTo>
                    <a:pt x="43372" y="6245422"/>
                  </a:lnTo>
                  <a:lnTo>
                    <a:pt x="43530" y="6245422"/>
                  </a:lnTo>
                  <a:lnTo>
                    <a:pt x="43530" y="6244991"/>
                  </a:lnTo>
                  <a:lnTo>
                    <a:pt x="43687" y="6244991"/>
                  </a:lnTo>
                  <a:lnTo>
                    <a:pt x="43687" y="6244561"/>
                  </a:lnTo>
                  <a:lnTo>
                    <a:pt x="43845" y="6244561"/>
                  </a:lnTo>
                  <a:lnTo>
                    <a:pt x="44003" y="6244561"/>
                  </a:lnTo>
                  <a:lnTo>
                    <a:pt x="44161" y="6244561"/>
                  </a:lnTo>
                  <a:lnTo>
                    <a:pt x="44318" y="6244561"/>
                  </a:lnTo>
                  <a:lnTo>
                    <a:pt x="44476" y="6244561"/>
                  </a:lnTo>
                  <a:lnTo>
                    <a:pt x="44634" y="6244561"/>
                  </a:lnTo>
                  <a:lnTo>
                    <a:pt x="44634" y="6244130"/>
                  </a:lnTo>
                  <a:lnTo>
                    <a:pt x="44791" y="6244130"/>
                  </a:lnTo>
                  <a:lnTo>
                    <a:pt x="44949" y="6244130"/>
                  </a:lnTo>
                  <a:lnTo>
                    <a:pt x="45107" y="6244130"/>
                  </a:lnTo>
                  <a:lnTo>
                    <a:pt x="45107" y="6243700"/>
                  </a:lnTo>
                  <a:lnTo>
                    <a:pt x="45265" y="6243700"/>
                  </a:lnTo>
                  <a:lnTo>
                    <a:pt x="45265" y="6243269"/>
                  </a:lnTo>
                  <a:lnTo>
                    <a:pt x="45422" y="6243269"/>
                  </a:lnTo>
                  <a:lnTo>
                    <a:pt x="45422" y="6242838"/>
                  </a:lnTo>
                  <a:lnTo>
                    <a:pt x="45422" y="6242408"/>
                  </a:lnTo>
                  <a:lnTo>
                    <a:pt x="45580" y="6242408"/>
                  </a:lnTo>
                  <a:lnTo>
                    <a:pt x="45738" y="6242408"/>
                  </a:lnTo>
                  <a:lnTo>
                    <a:pt x="45896" y="6242408"/>
                  </a:lnTo>
                  <a:lnTo>
                    <a:pt x="45896" y="6241977"/>
                  </a:lnTo>
                  <a:lnTo>
                    <a:pt x="46053" y="6241977"/>
                  </a:lnTo>
                  <a:lnTo>
                    <a:pt x="46211" y="6241977"/>
                  </a:lnTo>
                  <a:lnTo>
                    <a:pt x="46211" y="6241547"/>
                  </a:lnTo>
                  <a:lnTo>
                    <a:pt x="46369" y="6241547"/>
                  </a:lnTo>
                  <a:lnTo>
                    <a:pt x="46369" y="6241116"/>
                  </a:lnTo>
                  <a:lnTo>
                    <a:pt x="46369" y="6240685"/>
                  </a:lnTo>
                  <a:lnTo>
                    <a:pt x="46369" y="6240255"/>
                  </a:lnTo>
                  <a:lnTo>
                    <a:pt x="46369" y="6239824"/>
                  </a:lnTo>
                  <a:lnTo>
                    <a:pt x="46526" y="6239824"/>
                  </a:lnTo>
                  <a:lnTo>
                    <a:pt x="46684" y="6239824"/>
                  </a:lnTo>
                  <a:lnTo>
                    <a:pt x="46684" y="6239394"/>
                  </a:lnTo>
                  <a:lnTo>
                    <a:pt x="46684" y="6238963"/>
                  </a:lnTo>
                  <a:lnTo>
                    <a:pt x="46842" y="6238963"/>
                  </a:lnTo>
                  <a:lnTo>
                    <a:pt x="47000" y="6238963"/>
                  </a:lnTo>
                  <a:lnTo>
                    <a:pt x="47000" y="6238532"/>
                  </a:lnTo>
                  <a:lnTo>
                    <a:pt x="47000" y="6238102"/>
                  </a:lnTo>
                  <a:lnTo>
                    <a:pt x="47000" y="6237671"/>
                  </a:lnTo>
                  <a:lnTo>
                    <a:pt x="47000" y="6237241"/>
                  </a:lnTo>
                  <a:lnTo>
                    <a:pt x="47157" y="6237241"/>
                  </a:lnTo>
                  <a:lnTo>
                    <a:pt x="47157" y="6236810"/>
                  </a:lnTo>
                  <a:lnTo>
                    <a:pt x="47315" y="6236810"/>
                  </a:lnTo>
                  <a:lnTo>
                    <a:pt x="47315" y="6236379"/>
                  </a:lnTo>
                  <a:lnTo>
                    <a:pt x="47473" y="6236379"/>
                  </a:lnTo>
                  <a:lnTo>
                    <a:pt x="47630" y="6236379"/>
                  </a:lnTo>
                  <a:lnTo>
                    <a:pt x="47630" y="6235949"/>
                  </a:lnTo>
                  <a:lnTo>
                    <a:pt x="47630" y="6235518"/>
                  </a:lnTo>
                  <a:lnTo>
                    <a:pt x="47630" y="6235088"/>
                  </a:lnTo>
                  <a:lnTo>
                    <a:pt x="47630" y="6234657"/>
                  </a:lnTo>
                  <a:lnTo>
                    <a:pt x="47788" y="6234657"/>
                  </a:lnTo>
                  <a:lnTo>
                    <a:pt x="47946" y="6234657"/>
                  </a:lnTo>
                  <a:lnTo>
                    <a:pt x="48104" y="6234657"/>
                  </a:lnTo>
                  <a:lnTo>
                    <a:pt x="48261" y="6234657"/>
                  </a:lnTo>
                  <a:lnTo>
                    <a:pt x="48419" y="6234657"/>
                  </a:lnTo>
                  <a:lnTo>
                    <a:pt x="48577" y="6234657"/>
                  </a:lnTo>
                  <a:lnTo>
                    <a:pt x="48577" y="6234226"/>
                  </a:lnTo>
                  <a:lnTo>
                    <a:pt x="48734" y="6234226"/>
                  </a:lnTo>
                  <a:lnTo>
                    <a:pt x="48734" y="6233796"/>
                  </a:lnTo>
                  <a:lnTo>
                    <a:pt x="48734" y="6233365"/>
                  </a:lnTo>
                  <a:lnTo>
                    <a:pt x="48892" y="6233365"/>
                  </a:lnTo>
                  <a:lnTo>
                    <a:pt x="48892" y="6232935"/>
                  </a:lnTo>
                  <a:lnTo>
                    <a:pt x="49050" y="6232935"/>
                  </a:lnTo>
                  <a:lnTo>
                    <a:pt x="49208" y="6232935"/>
                  </a:lnTo>
                  <a:lnTo>
                    <a:pt x="49365" y="6232935"/>
                  </a:lnTo>
                  <a:lnTo>
                    <a:pt x="49523" y="6232935"/>
                  </a:lnTo>
                  <a:lnTo>
                    <a:pt x="49681" y="6232935"/>
                  </a:lnTo>
                  <a:lnTo>
                    <a:pt x="49681" y="6232504"/>
                  </a:lnTo>
                  <a:lnTo>
                    <a:pt x="49681" y="6232073"/>
                  </a:lnTo>
                  <a:lnTo>
                    <a:pt x="49681" y="6231643"/>
                  </a:lnTo>
                  <a:lnTo>
                    <a:pt x="49838" y="6231643"/>
                  </a:lnTo>
                  <a:lnTo>
                    <a:pt x="49838" y="6231212"/>
                  </a:lnTo>
                  <a:lnTo>
                    <a:pt x="49996" y="6231212"/>
                  </a:lnTo>
                  <a:lnTo>
                    <a:pt x="50154" y="6231212"/>
                  </a:lnTo>
                  <a:lnTo>
                    <a:pt x="50312" y="6231212"/>
                  </a:lnTo>
                  <a:lnTo>
                    <a:pt x="50469" y="6231212"/>
                  </a:lnTo>
                  <a:lnTo>
                    <a:pt x="50469" y="6230782"/>
                  </a:lnTo>
                  <a:lnTo>
                    <a:pt x="50469" y="6230351"/>
                  </a:lnTo>
                  <a:lnTo>
                    <a:pt x="50469" y="6229920"/>
                  </a:lnTo>
                  <a:lnTo>
                    <a:pt x="50469" y="6229490"/>
                  </a:lnTo>
                  <a:lnTo>
                    <a:pt x="50469" y="6229059"/>
                  </a:lnTo>
                  <a:lnTo>
                    <a:pt x="50627" y="6229059"/>
                  </a:lnTo>
                  <a:lnTo>
                    <a:pt x="50785" y="6229059"/>
                  </a:lnTo>
                  <a:lnTo>
                    <a:pt x="50943" y="6229059"/>
                  </a:lnTo>
                  <a:lnTo>
                    <a:pt x="51100" y="6229059"/>
                  </a:lnTo>
                  <a:lnTo>
                    <a:pt x="51100" y="6228629"/>
                  </a:lnTo>
                  <a:lnTo>
                    <a:pt x="51258" y="6228629"/>
                  </a:lnTo>
                  <a:lnTo>
                    <a:pt x="51258" y="6228198"/>
                  </a:lnTo>
                  <a:lnTo>
                    <a:pt x="51258" y="6227767"/>
                  </a:lnTo>
                  <a:lnTo>
                    <a:pt x="51258" y="6227337"/>
                  </a:lnTo>
                  <a:lnTo>
                    <a:pt x="51416" y="6227337"/>
                  </a:lnTo>
                  <a:lnTo>
                    <a:pt x="51416" y="6226906"/>
                  </a:lnTo>
                  <a:lnTo>
                    <a:pt x="51573" y="6226906"/>
                  </a:lnTo>
                  <a:lnTo>
                    <a:pt x="51573" y="6226476"/>
                  </a:lnTo>
                  <a:lnTo>
                    <a:pt x="51731" y="6226476"/>
                  </a:lnTo>
                  <a:lnTo>
                    <a:pt x="51731" y="6226045"/>
                  </a:lnTo>
                  <a:lnTo>
                    <a:pt x="51889" y="6226045"/>
                  </a:lnTo>
                  <a:lnTo>
                    <a:pt x="52047" y="6226045"/>
                  </a:lnTo>
                  <a:lnTo>
                    <a:pt x="52047" y="6225614"/>
                  </a:lnTo>
                  <a:lnTo>
                    <a:pt x="52204" y="6225614"/>
                  </a:lnTo>
                  <a:lnTo>
                    <a:pt x="52362" y="6225614"/>
                  </a:lnTo>
                  <a:lnTo>
                    <a:pt x="52520" y="6225614"/>
                  </a:lnTo>
                  <a:lnTo>
                    <a:pt x="52677" y="6225614"/>
                  </a:lnTo>
                  <a:lnTo>
                    <a:pt x="52677" y="6225184"/>
                  </a:lnTo>
                  <a:lnTo>
                    <a:pt x="52835" y="6225184"/>
                  </a:lnTo>
                  <a:lnTo>
                    <a:pt x="52993" y="6225184"/>
                  </a:lnTo>
                  <a:lnTo>
                    <a:pt x="53151" y="6225184"/>
                  </a:lnTo>
                  <a:lnTo>
                    <a:pt x="53308" y="6225184"/>
                  </a:lnTo>
                  <a:lnTo>
                    <a:pt x="53466" y="6225184"/>
                  </a:lnTo>
                  <a:lnTo>
                    <a:pt x="53466" y="6224753"/>
                  </a:lnTo>
                  <a:lnTo>
                    <a:pt x="53624" y="6224753"/>
                  </a:lnTo>
                  <a:lnTo>
                    <a:pt x="53624" y="6224323"/>
                  </a:lnTo>
                  <a:lnTo>
                    <a:pt x="53781" y="6224323"/>
                  </a:lnTo>
                  <a:lnTo>
                    <a:pt x="53939" y="6224323"/>
                  </a:lnTo>
                  <a:lnTo>
                    <a:pt x="53939" y="6223892"/>
                  </a:lnTo>
                  <a:lnTo>
                    <a:pt x="53939" y="6223461"/>
                  </a:lnTo>
                  <a:lnTo>
                    <a:pt x="53939" y="6223031"/>
                  </a:lnTo>
                  <a:lnTo>
                    <a:pt x="53939" y="6222600"/>
                  </a:lnTo>
                  <a:lnTo>
                    <a:pt x="53939" y="6222170"/>
                  </a:lnTo>
                  <a:lnTo>
                    <a:pt x="53939" y="6221739"/>
                  </a:lnTo>
                  <a:lnTo>
                    <a:pt x="54097" y="6221739"/>
                  </a:lnTo>
                  <a:lnTo>
                    <a:pt x="54255" y="6221739"/>
                  </a:lnTo>
                  <a:lnTo>
                    <a:pt x="54412" y="6221739"/>
                  </a:lnTo>
                  <a:lnTo>
                    <a:pt x="54412" y="6221308"/>
                  </a:lnTo>
                  <a:lnTo>
                    <a:pt x="54412" y="6220878"/>
                  </a:lnTo>
                  <a:lnTo>
                    <a:pt x="54412" y="6220447"/>
                  </a:lnTo>
                  <a:lnTo>
                    <a:pt x="54412" y="6220017"/>
                  </a:lnTo>
                  <a:lnTo>
                    <a:pt x="54412" y="6219586"/>
                  </a:lnTo>
                  <a:lnTo>
                    <a:pt x="54570" y="6219586"/>
                  </a:lnTo>
                  <a:lnTo>
                    <a:pt x="54728" y="6219586"/>
                  </a:lnTo>
                  <a:lnTo>
                    <a:pt x="54885" y="6219586"/>
                  </a:lnTo>
                  <a:lnTo>
                    <a:pt x="55043" y="6219586"/>
                  </a:lnTo>
                  <a:lnTo>
                    <a:pt x="55201" y="6219586"/>
                  </a:lnTo>
                  <a:lnTo>
                    <a:pt x="55201" y="6219155"/>
                  </a:lnTo>
                  <a:lnTo>
                    <a:pt x="55359" y="6219155"/>
                  </a:lnTo>
                  <a:lnTo>
                    <a:pt x="55359" y="6218725"/>
                  </a:lnTo>
                  <a:lnTo>
                    <a:pt x="55359" y="6218294"/>
                  </a:lnTo>
                  <a:lnTo>
                    <a:pt x="55516" y="6218294"/>
                  </a:lnTo>
                  <a:lnTo>
                    <a:pt x="55674" y="6218294"/>
                  </a:lnTo>
                  <a:lnTo>
                    <a:pt x="55674" y="6217864"/>
                  </a:lnTo>
                  <a:lnTo>
                    <a:pt x="55832" y="6217864"/>
                  </a:lnTo>
                  <a:lnTo>
                    <a:pt x="55832" y="6217433"/>
                  </a:lnTo>
                  <a:lnTo>
                    <a:pt x="55989" y="6217433"/>
                  </a:lnTo>
                  <a:lnTo>
                    <a:pt x="55989" y="6217002"/>
                  </a:lnTo>
                  <a:lnTo>
                    <a:pt x="55989" y="6216572"/>
                  </a:lnTo>
                  <a:lnTo>
                    <a:pt x="56147" y="6216572"/>
                  </a:lnTo>
                  <a:lnTo>
                    <a:pt x="56305" y="6216572"/>
                  </a:lnTo>
                  <a:lnTo>
                    <a:pt x="56305" y="6216141"/>
                  </a:lnTo>
                  <a:lnTo>
                    <a:pt x="56305" y="6215711"/>
                  </a:lnTo>
                  <a:lnTo>
                    <a:pt x="56305" y="6215280"/>
                  </a:lnTo>
                  <a:lnTo>
                    <a:pt x="56305" y="6214849"/>
                  </a:lnTo>
                  <a:lnTo>
                    <a:pt x="56463" y="6214849"/>
                  </a:lnTo>
                  <a:lnTo>
                    <a:pt x="56620" y="6214849"/>
                  </a:lnTo>
                  <a:lnTo>
                    <a:pt x="56778" y="6214849"/>
                  </a:lnTo>
                  <a:lnTo>
                    <a:pt x="56936" y="6214849"/>
                  </a:lnTo>
                  <a:lnTo>
                    <a:pt x="57094" y="6214849"/>
                  </a:lnTo>
                  <a:lnTo>
                    <a:pt x="57094" y="6214419"/>
                  </a:lnTo>
                  <a:lnTo>
                    <a:pt x="57251" y="6214419"/>
                  </a:lnTo>
                  <a:lnTo>
                    <a:pt x="57251" y="6213988"/>
                  </a:lnTo>
                  <a:lnTo>
                    <a:pt x="57409" y="6213988"/>
                  </a:lnTo>
                  <a:lnTo>
                    <a:pt x="57409" y="6213558"/>
                  </a:lnTo>
                  <a:lnTo>
                    <a:pt x="57567" y="6213558"/>
                  </a:lnTo>
                  <a:lnTo>
                    <a:pt x="57567" y="6213127"/>
                  </a:lnTo>
                  <a:lnTo>
                    <a:pt x="57724" y="6213127"/>
                  </a:lnTo>
                  <a:lnTo>
                    <a:pt x="57724" y="6212696"/>
                  </a:lnTo>
                  <a:lnTo>
                    <a:pt x="57724" y="6212266"/>
                  </a:lnTo>
                  <a:lnTo>
                    <a:pt x="57882" y="6212266"/>
                  </a:lnTo>
                  <a:lnTo>
                    <a:pt x="58040" y="6212266"/>
                  </a:lnTo>
                  <a:lnTo>
                    <a:pt x="58198" y="6212266"/>
                  </a:lnTo>
                  <a:lnTo>
                    <a:pt x="58355" y="6212266"/>
                  </a:lnTo>
                  <a:lnTo>
                    <a:pt x="58513" y="6212266"/>
                  </a:lnTo>
                  <a:lnTo>
                    <a:pt x="58671" y="6212266"/>
                  </a:lnTo>
                  <a:lnTo>
                    <a:pt x="58828" y="6212266"/>
                  </a:lnTo>
                  <a:lnTo>
                    <a:pt x="58828" y="6211835"/>
                  </a:lnTo>
                  <a:lnTo>
                    <a:pt x="58828" y="6211405"/>
                  </a:lnTo>
                  <a:lnTo>
                    <a:pt x="58986" y="6211405"/>
                  </a:lnTo>
                  <a:lnTo>
                    <a:pt x="59144" y="6211405"/>
                  </a:lnTo>
                  <a:lnTo>
                    <a:pt x="59144" y="6210974"/>
                  </a:lnTo>
                  <a:lnTo>
                    <a:pt x="59302" y="6210974"/>
                  </a:lnTo>
                  <a:lnTo>
                    <a:pt x="59459" y="6210974"/>
                  </a:lnTo>
                  <a:lnTo>
                    <a:pt x="59459" y="6210543"/>
                  </a:lnTo>
                  <a:lnTo>
                    <a:pt x="59617" y="6210543"/>
                  </a:lnTo>
                  <a:lnTo>
                    <a:pt x="59775" y="6210543"/>
                  </a:lnTo>
                  <a:lnTo>
                    <a:pt x="59775" y="6210113"/>
                  </a:lnTo>
                  <a:lnTo>
                    <a:pt x="59932" y="6210113"/>
                  </a:lnTo>
                  <a:lnTo>
                    <a:pt x="59932" y="6209682"/>
                  </a:lnTo>
                  <a:lnTo>
                    <a:pt x="60090" y="6209682"/>
                  </a:lnTo>
                  <a:lnTo>
                    <a:pt x="60090" y="6209252"/>
                  </a:lnTo>
                  <a:lnTo>
                    <a:pt x="60248" y="6209252"/>
                  </a:lnTo>
                  <a:lnTo>
                    <a:pt x="60406" y="6209252"/>
                  </a:lnTo>
                  <a:lnTo>
                    <a:pt x="60563" y="6209252"/>
                  </a:lnTo>
                  <a:lnTo>
                    <a:pt x="60721" y="6209252"/>
                  </a:lnTo>
                  <a:lnTo>
                    <a:pt x="60721" y="6208821"/>
                  </a:lnTo>
                  <a:lnTo>
                    <a:pt x="60879" y="6208821"/>
                  </a:lnTo>
                  <a:lnTo>
                    <a:pt x="60879" y="6208390"/>
                  </a:lnTo>
                  <a:lnTo>
                    <a:pt x="61036" y="6208390"/>
                  </a:lnTo>
                  <a:lnTo>
                    <a:pt x="61194" y="6208390"/>
                  </a:lnTo>
                  <a:lnTo>
                    <a:pt x="61194" y="6207960"/>
                  </a:lnTo>
                  <a:lnTo>
                    <a:pt x="61352" y="6207960"/>
                  </a:lnTo>
                  <a:lnTo>
                    <a:pt x="61510" y="6207960"/>
                  </a:lnTo>
                  <a:lnTo>
                    <a:pt x="61510" y="6207529"/>
                  </a:lnTo>
                  <a:lnTo>
                    <a:pt x="61510" y="6207099"/>
                  </a:lnTo>
                  <a:lnTo>
                    <a:pt x="61667" y="6207099"/>
                  </a:lnTo>
                  <a:lnTo>
                    <a:pt x="61825" y="6207099"/>
                  </a:lnTo>
                  <a:lnTo>
                    <a:pt x="61983" y="6207099"/>
                  </a:lnTo>
                  <a:lnTo>
                    <a:pt x="62141" y="6207099"/>
                  </a:lnTo>
                  <a:lnTo>
                    <a:pt x="62141" y="6206668"/>
                  </a:lnTo>
                  <a:lnTo>
                    <a:pt x="62298" y="6206668"/>
                  </a:lnTo>
                  <a:lnTo>
                    <a:pt x="62456" y="6206668"/>
                  </a:lnTo>
                  <a:lnTo>
                    <a:pt x="62614" y="6206668"/>
                  </a:lnTo>
                  <a:lnTo>
                    <a:pt x="62614" y="6206237"/>
                  </a:lnTo>
                  <a:lnTo>
                    <a:pt x="62771" y="6206237"/>
                  </a:lnTo>
                  <a:lnTo>
                    <a:pt x="62771" y="6205807"/>
                  </a:lnTo>
                  <a:lnTo>
                    <a:pt x="62929" y="6205807"/>
                  </a:lnTo>
                  <a:lnTo>
                    <a:pt x="62929" y="6205376"/>
                  </a:lnTo>
                  <a:lnTo>
                    <a:pt x="62929" y="6204946"/>
                  </a:lnTo>
                  <a:lnTo>
                    <a:pt x="63087" y="6204946"/>
                  </a:lnTo>
                  <a:lnTo>
                    <a:pt x="63245" y="6204946"/>
                  </a:lnTo>
                  <a:lnTo>
                    <a:pt x="63402" y="6204946"/>
                  </a:lnTo>
                  <a:lnTo>
                    <a:pt x="63560" y="6204946"/>
                  </a:lnTo>
                  <a:lnTo>
                    <a:pt x="63560" y="6204515"/>
                  </a:lnTo>
                  <a:lnTo>
                    <a:pt x="63560" y="6204084"/>
                  </a:lnTo>
                  <a:lnTo>
                    <a:pt x="63718" y="6204084"/>
                  </a:lnTo>
                  <a:lnTo>
                    <a:pt x="63718" y="6203654"/>
                  </a:lnTo>
                  <a:lnTo>
                    <a:pt x="63718" y="6203223"/>
                  </a:lnTo>
                  <a:lnTo>
                    <a:pt x="63718" y="6202793"/>
                  </a:lnTo>
                  <a:lnTo>
                    <a:pt x="63875" y="6202793"/>
                  </a:lnTo>
                  <a:lnTo>
                    <a:pt x="64033" y="6202793"/>
                  </a:lnTo>
                  <a:lnTo>
                    <a:pt x="64191" y="6202793"/>
                  </a:lnTo>
                  <a:lnTo>
                    <a:pt x="64191" y="6202362"/>
                  </a:lnTo>
                  <a:lnTo>
                    <a:pt x="64349" y="6202362"/>
                  </a:lnTo>
                  <a:lnTo>
                    <a:pt x="64506" y="6202362"/>
                  </a:lnTo>
                  <a:lnTo>
                    <a:pt x="64506" y="6201931"/>
                  </a:lnTo>
                  <a:lnTo>
                    <a:pt x="64506" y="6201501"/>
                  </a:lnTo>
                  <a:lnTo>
                    <a:pt x="64664" y="6201501"/>
                  </a:lnTo>
                  <a:lnTo>
                    <a:pt x="64822" y="6201501"/>
                  </a:lnTo>
                  <a:lnTo>
                    <a:pt x="64822" y="6201070"/>
                  </a:lnTo>
                  <a:lnTo>
                    <a:pt x="64979" y="6201070"/>
                  </a:lnTo>
                  <a:lnTo>
                    <a:pt x="64979" y="6200640"/>
                  </a:lnTo>
                  <a:lnTo>
                    <a:pt x="64979" y="6200209"/>
                  </a:lnTo>
                  <a:lnTo>
                    <a:pt x="65137" y="6200209"/>
                  </a:lnTo>
                  <a:lnTo>
                    <a:pt x="65295" y="6200209"/>
                  </a:lnTo>
                  <a:lnTo>
                    <a:pt x="65453" y="6200209"/>
                  </a:lnTo>
                  <a:lnTo>
                    <a:pt x="65453" y="6199778"/>
                  </a:lnTo>
                  <a:lnTo>
                    <a:pt x="65453" y="6199348"/>
                  </a:lnTo>
                  <a:lnTo>
                    <a:pt x="65610" y="6199348"/>
                  </a:lnTo>
                  <a:lnTo>
                    <a:pt x="65768" y="6199348"/>
                  </a:lnTo>
                  <a:lnTo>
                    <a:pt x="65768" y="6198917"/>
                  </a:lnTo>
                  <a:lnTo>
                    <a:pt x="65926" y="6198917"/>
                  </a:lnTo>
                  <a:lnTo>
                    <a:pt x="66083" y="6198917"/>
                  </a:lnTo>
                  <a:lnTo>
                    <a:pt x="66241" y="6198917"/>
                  </a:lnTo>
                  <a:lnTo>
                    <a:pt x="66241" y="6198487"/>
                  </a:lnTo>
                  <a:lnTo>
                    <a:pt x="66241" y="6198056"/>
                  </a:lnTo>
                  <a:lnTo>
                    <a:pt x="66241" y="6197625"/>
                  </a:lnTo>
                  <a:lnTo>
                    <a:pt x="66241" y="6197195"/>
                  </a:lnTo>
                  <a:lnTo>
                    <a:pt x="66241" y="6196764"/>
                  </a:lnTo>
                  <a:lnTo>
                    <a:pt x="66241" y="6196334"/>
                  </a:lnTo>
                  <a:lnTo>
                    <a:pt x="66399" y="6196334"/>
                  </a:lnTo>
                  <a:lnTo>
                    <a:pt x="66557" y="6196334"/>
                  </a:lnTo>
                  <a:lnTo>
                    <a:pt x="66714" y="6196334"/>
                  </a:lnTo>
                  <a:lnTo>
                    <a:pt x="66872" y="6196334"/>
                  </a:lnTo>
                  <a:lnTo>
                    <a:pt x="67030" y="6196334"/>
                  </a:lnTo>
                  <a:lnTo>
                    <a:pt x="67030" y="6195903"/>
                  </a:lnTo>
                  <a:lnTo>
                    <a:pt x="67187" y="6195903"/>
                  </a:lnTo>
                  <a:lnTo>
                    <a:pt x="67345" y="6195903"/>
                  </a:lnTo>
                  <a:lnTo>
                    <a:pt x="67503" y="6195903"/>
                  </a:lnTo>
                  <a:lnTo>
                    <a:pt x="67661" y="6195903"/>
                  </a:lnTo>
                  <a:lnTo>
                    <a:pt x="67661" y="6195472"/>
                  </a:lnTo>
                  <a:lnTo>
                    <a:pt x="67661" y="6195042"/>
                  </a:lnTo>
                  <a:lnTo>
                    <a:pt x="67818" y="6195042"/>
                  </a:lnTo>
                  <a:lnTo>
                    <a:pt x="67976" y="6195042"/>
                  </a:lnTo>
                  <a:lnTo>
                    <a:pt x="68134" y="6195042"/>
                  </a:lnTo>
                  <a:lnTo>
                    <a:pt x="68292" y="6195042"/>
                  </a:lnTo>
                  <a:lnTo>
                    <a:pt x="68449" y="6195042"/>
                  </a:lnTo>
                  <a:lnTo>
                    <a:pt x="68449" y="6194611"/>
                  </a:lnTo>
                  <a:lnTo>
                    <a:pt x="68449" y="6194181"/>
                  </a:lnTo>
                  <a:lnTo>
                    <a:pt x="68449" y="6193750"/>
                  </a:lnTo>
                  <a:lnTo>
                    <a:pt x="68607" y="6193750"/>
                  </a:lnTo>
                  <a:lnTo>
                    <a:pt x="68607" y="6193319"/>
                  </a:lnTo>
                  <a:lnTo>
                    <a:pt x="68765" y="6193319"/>
                  </a:lnTo>
                  <a:lnTo>
                    <a:pt x="68922" y="6193319"/>
                  </a:lnTo>
                  <a:lnTo>
                    <a:pt x="69080" y="6193319"/>
                  </a:lnTo>
                  <a:lnTo>
                    <a:pt x="69238" y="6193319"/>
                  </a:lnTo>
                  <a:lnTo>
                    <a:pt x="69396" y="6193319"/>
                  </a:lnTo>
                  <a:lnTo>
                    <a:pt x="69396" y="6192889"/>
                  </a:lnTo>
                  <a:lnTo>
                    <a:pt x="69396" y="6192458"/>
                  </a:lnTo>
                  <a:lnTo>
                    <a:pt x="69396" y="6192028"/>
                  </a:lnTo>
                  <a:lnTo>
                    <a:pt x="69553" y="6192028"/>
                  </a:lnTo>
                  <a:lnTo>
                    <a:pt x="69553" y="6191597"/>
                  </a:lnTo>
                  <a:lnTo>
                    <a:pt x="69553" y="6191166"/>
                  </a:lnTo>
                  <a:lnTo>
                    <a:pt x="69711" y="6191166"/>
                  </a:lnTo>
                  <a:lnTo>
                    <a:pt x="69869" y="6191166"/>
                  </a:lnTo>
                  <a:lnTo>
                    <a:pt x="70026" y="6191166"/>
                  </a:lnTo>
                  <a:lnTo>
                    <a:pt x="70184" y="6191166"/>
                  </a:lnTo>
                  <a:lnTo>
                    <a:pt x="70342" y="6191166"/>
                  </a:lnTo>
                  <a:lnTo>
                    <a:pt x="70500" y="6191166"/>
                  </a:lnTo>
                  <a:lnTo>
                    <a:pt x="70500" y="6190736"/>
                  </a:lnTo>
                  <a:lnTo>
                    <a:pt x="70657" y="6190736"/>
                  </a:lnTo>
                  <a:lnTo>
                    <a:pt x="70815" y="6190736"/>
                  </a:lnTo>
                  <a:lnTo>
                    <a:pt x="70973" y="6190736"/>
                  </a:lnTo>
                  <a:lnTo>
                    <a:pt x="70973" y="6190305"/>
                  </a:lnTo>
                  <a:lnTo>
                    <a:pt x="71130" y="6190305"/>
                  </a:lnTo>
                  <a:lnTo>
                    <a:pt x="71288" y="6190305"/>
                  </a:lnTo>
                  <a:lnTo>
                    <a:pt x="71288" y="6189875"/>
                  </a:lnTo>
                  <a:lnTo>
                    <a:pt x="71446" y="6189875"/>
                  </a:lnTo>
                  <a:lnTo>
                    <a:pt x="71604" y="6189875"/>
                  </a:lnTo>
                  <a:lnTo>
                    <a:pt x="71761" y="6189875"/>
                  </a:lnTo>
                  <a:lnTo>
                    <a:pt x="71761" y="6189444"/>
                  </a:lnTo>
                  <a:lnTo>
                    <a:pt x="71761" y="6189013"/>
                  </a:lnTo>
                  <a:lnTo>
                    <a:pt x="71761" y="6188583"/>
                  </a:lnTo>
                  <a:lnTo>
                    <a:pt x="71761" y="6188152"/>
                  </a:lnTo>
                  <a:lnTo>
                    <a:pt x="71919" y="6188152"/>
                  </a:lnTo>
                  <a:lnTo>
                    <a:pt x="72077" y="6188152"/>
                  </a:lnTo>
                  <a:lnTo>
                    <a:pt x="72234" y="6188152"/>
                  </a:lnTo>
                  <a:lnTo>
                    <a:pt x="72392" y="6188152"/>
                  </a:lnTo>
                  <a:lnTo>
                    <a:pt x="72550" y="6188152"/>
                  </a:lnTo>
                  <a:lnTo>
                    <a:pt x="72708" y="6188152"/>
                  </a:lnTo>
                  <a:lnTo>
                    <a:pt x="72865" y="6188152"/>
                  </a:lnTo>
                  <a:lnTo>
                    <a:pt x="72865" y="6187722"/>
                  </a:lnTo>
                  <a:lnTo>
                    <a:pt x="72865" y="6187291"/>
                  </a:lnTo>
                  <a:lnTo>
                    <a:pt x="73023" y="6187291"/>
                  </a:lnTo>
                  <a:lnTo>
                    <a:pt x="73181" y="6187291"/>
                  </a:lnTo>
                  <a:lnTo>
                    <a:pt x="73181" y="6186860"/>
                  </a:lnTo>
                  <a:lnTo>
                    <a:pt x="73181" y="6186430"/>
                  </a:lnTo>
                  <a:lnTo>
                    <a:pt x="73338" y="6186430"/>
                  </a:lnTo>
                  <a:lnTo>
                    <a:pt x="73338" y="6185999"/>
                  </a:lnTo>
                  <a:lnTo>
                    <a:pt x="73338" y="6185569"/>
                  </a:lnTo>
                  <a:lnTo>
                    <a:pt x="73338" y="6185138"/>
                  </a:lnTo>
                  <a:lnTo>
                    <a:pt x="73496" y="6185138"/>
                  </a:lnTo>
                  <a:lnTo>
                    <a:pt x="73654" y="6185138"/>
                  </a:lnTo>
                  <a:lnTo>
                    <a:pt x="73654" y="6184707"/>
                  </a:lnTo>
                  <a:lnTo>
                    <a:pt x="73812" y="6184707"/>
                  </a:lnTo>
                  <a:lnTo>
                    <a:pt x="73812" y="6184277"/>
                  </a:lnTo>
                  <a:lnTo>
                    <a:pt x="73812" y="6183846"/>
                  </a:lnTo>
                  <a:lnTo>
                    <a:pt x="73969" y="6183846"/>
                  </a:lnTo>
                  <a:lnTo>
                    <a:pt x="74127" y="6183846"/>
                  </a:lnTo>
                  <a:lnTo>
                    <a:pt x="74127" y="6183416"/>
                  </a:lnTo>
                  <a:lnTo>
                    <a:pt x="74285" y="6183416"/>
                  </a:lnTo>
                  <a:lnTo>
                    <a:pt x="74285" y="6182985"/>
                  </a:lnTo>
                  <a:lnTo>
                    <a:pt x="74443" y="6182985"/>
                  </a:lnTo>
                  <a:lnTo>
                    <a:pt x="74443" y="6182554"/>
                  </a:lnTo>
                  <a:lnTo>
                    <a:pt x="74443" y="6182124"/>
                  </a:lnTo>
                  <a:lnTo>
                    <a:pt x="74443" y="6181693"/>
                  </a:lnTo>
                  <a:lnTo>
                    <a:pt x="74443" y="6181263"/>
                  </a:lnTo>
                  <a:lnTo>
                    <a:pt x="74443" y="6180832"/>
                  </a:lnTo>
                  <a:lnTo>
                    <a:pt x="74600" y="6180832"/>
                  </a:lnTo>
                  <a:lnTo>
                    <a:pt x="74600" y="6180401"/>
                  </a:lnTo>
                  <a:lnTo>
                    <a:pt x="74758" y="6180401"/>
                  </a:lnTo>
                  <a:lnTo>
                    <a:pt x="74916" y="6180401"/>
                  </a:lnTo>
                  <a:lnTo>
                    <a:pt x="74916" y="6179971"/>
                  </a:lnTo>
                  <a:lnTo>
                    <a:pt x="75073" y="6179971"/>
                  </a:lnTo>
                  <a:lnTo>
                    <a:pt x="75231" y="6179971"/>
                  </a:lnTo>
                  <a:lnTo>
                    <a:pt x="75231" y="6179540"/>
                  </a:lnTo>
                  <a:lnTo>
                    <a:pt x="75389" y="6179540"/>
                  </a:lnTo>
                  <a:lnTo>
                    <a:pt x="75547" y="6179540"/>
                  </a:lnTo>
                  <a:lnTo>
                    <a:pt x="75547" y="6179110"/>
                  </a:lnTo>
                  <a:lnTo>
                    <a:pt x="75547" y="6178679"/>
                  </a:lnTo>
                  <a:lnTo>
                    <a:pt x="75547" y="6178248"/>
                  </a:lnTo>
                  <a:lnTo>
                    <a:pt x="75547" y="6177818"/>
                  </a:lnTo>
                  <a:lnTo>
                    <a:pt x="75547" y="6177387"/>
                  </a:lnTo>
                  <a:lnTo>
                    <a:pt x="75704" y="6177387"/>
                  </a:lnTo>
                  <a:lnTo>
                    <a:pt x="75704" y="6176957"/>
                  </a:lnTo>
                  <a:lnTo>
                    <a:pt x="75704" y="6176526"/>
                  </a:lnTo>
                  <a:lnTo>
                    <a:pt x="75862" y="6176526"/>
                  </a:lnTo>
                  <a:lnTo>
                    <a:pt x="75862" y="6176095"/>
                  </a:lnTo>
                  <a:lnTo>
                    <a:pt x="75862" y="6175665"/>
                  </a:lnTo>
                  <a:lnTo>
                    <a:pt x="75862" y="6175234"/>
                  </a:lnTo>
                  <a:lnTo>
                    <a:pt x="75862" y="6174804"/>
                  </a:lnTo>
                  <a:lnTo>
                    <a:pt x="75862" y="6174373"/>
                  </a:lnTo>
                  <a:lnTo>
                    <a:pt x="76020" y="6174373"/>
                  </a:lnTo>
                  <a:lnTo>
                    <a:pt x="76177" y="6174373"/>
                  </a:lnTo>
                  <a:lnTo>
                    <a:pt x="76335" y="6174373"/>
                  </a:lnTo>
                  <a:lnTo>
                    <a:pt x="76335" y="6173942"/>
                  </a:lnTo>
                  <a:lnTo>
                    <a:pt x="76335" y="6173512"/>
                  </a:lnTo>
                  <a:lnTo>
                    <a:pt x="76335" y="6173081"/>
                  </a:lnTo>
                  <a:lnTo>
                    <a:pt x="76493" y="6173081"/>
                  </a:lnTo>
                  <a:lnTo>
                    <a:pt x="76651" y="6173081"/>
                  </a:lnTo>
                  <a:lnTo>
                    <a:pt x="76808" y="6173081"/>
                  </a:lnTo>
                  <a:lnTo>
                    <a:pt x="76966" y="6173081"/>
                  </a:lnTo>
                  <a:lnTo>
                    <a:pt x="77124" y="6173081"/>
                  </a:lnTo>
                  <a:lnTo>
                    <a:pt x="77124" y="6172651"/>
                  </a:lnTo>
                  <a:lnTo>
                    <a:pt x="77124" y="6172220"/>
                  </a:lnTo>
                  <a:lnTo>
                    <a:pt x="77281" y="6172220"/>
                  </a:lnTo>
                  <a:lnTo>
                    <a:pt x="77439" y="6172220"/>
                  </a:lnTo>
                  <a:lnTo>
                    <a:pt x="77597" y="6172220"/>
                  </a:lnTo>
                  <a:lnTo>
                    <a:pt x="77597" y="6171789"/>
                  </a:lnTo>
                  <a:lnTo>
                    <a:pt x="77755" y="6171789"/>
                  </a:lnTo>
                  <a:lnTo>
                    <a:pt x="77755" y="6171359"/>
                  </a:lnTo>
                  <a:lnTo>
                    <a:pt x="77755" y="6170928"/>
                  </a:lnTo>
                  <a:lnTo>
                    <a:pt x="77755" y="6170498"/>
                  </a:lnTo>
                  <a:lnTo>
                    <a:pt x="77912" y="6170498"/>
                  </a:lnTo>
                  <a:lnTo>
                    <a:pt x="77912" y="6170067"/>
                  </a:lnTo>
                  <a:lnTo>
                    <a:pt x="77912" y="6169636"/>
                  </a:lnTo>
                  <a:lnTo>
                    <a:pt x="77912" y="6169206"/>
                  </a:lnTo>
                  <a:lnTo>
                    <a:pt x="77912" y="6168775"/>
                  </a:lnTo>
                  <a:lnTo>
                    <a:pt x="78070" y="6168775"/>
                  </a:lnTo>
                  <a:lnTo>
                    <a:pt x="78070" y="6168345"/>
                  </a:lnTo>
                  <a:lnTo>
                    <a:pt x="78070" y="6167914"/>
                  </a:lnTo>
                  <a:lnTo>
                    <a:pt x="78228" y="6167914"/>
                  </a:lnTo>
                  <a:lnTo>
                    <a:pt x="78228" y="6167483"/>
                  </a:lnTo>
                  <a:lnTo>
                    <a:pt x="78385" y="6167483"/>
                  </a:lnTo>
                  <a:lnTo>
                    <a:pt x="78385" y="6167053"/>
                  </a:lnTo>
                  <a:lnTo>
                    <a:pt x="78385" y="6166622"/>
                  </a:lnTo>
                  <a:lnTo>
                    <a:pt x="78543" y="6166622"/>
                  </a:lnTo>
                  <a:lnTo>
                    <a:pt x="78701" y="6166622"/>
                  </a:lnTo>
                  <a:lnTo>
                    <a:pt x="78701" y="6166192"/>
                  </a:lnTo>
                  <a:lnTo>
                    <a:pt x="78859" y="6166192"/>
                  </a:lnTo>
                  <a:lnTo>
                    <a:pt x="79016" y="6166192"/>
                  </a:lnTo>
                  <a:lnTo>
                    <a:pt x="79174" y="6166192"/>
                  </a:lnTo>
                  <a:lnTo>
                    <a:pt x="79174" y="6165761"/>
                  </a:lnTo>
                  <a:lnTo>
                    <a:pt x="79174" y="6165330"/>
                  </a:lnTo>
                  <a:lnTo>
                    <a:pt x="79332" y="6165330"/>
                  </a:lnTo>
                  <a:lnTo>
                    <a:pt x="79332" y="6164900"/>
                  </a:lnTo>
                  <a:lnTo>
                    <a:pt x="79332" y="6164469"/>
                  </a:lnTo>
                  <a:lnTo>
                    <a:pt x="79332" y="6164039"/>
                  </a:lnTo>
                  <a:lnTo>
                    <a:pt x="79332" y="6163608"/>
                  </a:lnTo>
                  <a:lnTo>
                    <a:pt x="79332" y="6163177"/>
                  </a:lnTo>
                  <a:lnTo>
                    <a:pt x="79332" y="6162747"/>
                  </a:lnTo>
                  <a:lnTo>
                    <a:pt x="79332" y="6162316"/>
                  </a:lnTo>
                  <a:lnTo>
                    <a:pt x="79332" y="6161886"/>
                  </a:lnTo>
                  <a:lnTo>
                    <a:pt x="79332" y="6161455"/>
                  </a:lnTo>
                  <a:lnTo>
                    <a:pt x="79490" y="6161455"/>
                  </a:lnTo>
                  <a:lnTo>
                    <a:pt x="79490" y="6161024"/>
                  </a:lnTo>
                  <a:lnTo>
                    <a:pt x="79490" y="6160594"/>
                  </a:lnTo>
                  <a:lnTo>
                    <a:pt x="79647" y="6160594"/>
                  </a:lnTo>
                  <a:lnTo>
                    <a:pt x="79805" y="6160594"/>
                  </a:lnTo>
                  <a:lnTo>
                    <a:pt x="79963" y="6160594"/>
                  </a:lnTo>
                  <a:lnTo>
                    <a:pt x="80120" y="6160594"/>
                  </a:lnTo>
                  <a:lnTo>
                    <a:pt x="80278" y="6160594"/>
                  </a:lnTo>
                  <a:lnTo>
                    <a:pt x="80278" y="6160163"/>
                  </a:lnTo>
                  <a:lnTo>
                    <a:pt x="80436" y="6160163"/>
                  </a:lnTo>
                  <a:lnTo>
                    <a:pt x="80436" y="6159733"/>
                  </a:lnTo>
                  <a:lnTo>
                    <a:pt x="80436" y="6159302"/>
                  </a:lnTo>
                  <a:lnTo>
                    <a:pt x="80436" y="6158871"/>
                  </a:lnTo>
                  <a:lnTo>
                    <a:pt x="80594" y="6158871"/>
                  </a:lnTo>
                  <a:lnTo>
                    <a:pt x="80751" y="6158871"/>
                  </a:lnTo>
                  <a:lnTo>
                    <a:pt x="80751" y="6158441"/>
                  </a:lnTo>
                  <a:lnTo>
                    <a:pt x="80909" y="6158441"/>
                  </a:lnTo>
                  <a:lnTo>
                    <a:pt x="81067" y="6158441"/>
                  </a:lnTo>
                  <a:lnTo>
                    <a:pt x="81067" y="6158010"/>
                  </a:lnTo>
                  <a:lnTo>
                    <a:pt x="81224" y="6158010"/>
                  </a:lnTo>
                  <a:lnTo>
                    <a:pt x="81224" y="6157580"/>
                  </a:lnTo>
                  <a:lnTo>
                    <a:pt x="81224" y="6157149"/>
                  </a:lnTo>
                  <a:lnTo>
                    <a:pt x="81382" y="6157149"/>
                  </a:lnTo>
                  <a:lnTo>
                    <a:pt x="81382" y="6156718"/>
                  </a:lnTo>
                  <a:lnTo>
                    <a:pt x="81382" y="6156288"/>
                  </a:lnTo>
                  <a:lnTo>
                    <a:pt x="81540" y="6156288"/>
                  </a:lnTo>
                  <a:lnTo>
                    <a:pt x="81540" y="6155857"/>
                  </a:lnTo>
                  <a:lnTo>
                    <a:pt x="81698" y="6155857"/>
                  </a:lnTo>
                  <a:lnTo>
                    <a:pt x="81855" y="6155857"/>
                  </a:lnTo>
                  <a:lnTo>
                    <a:pt x="82013" y="6155857"/>
                  </a:lnTo>
                  <a:lnTo>
                    <a:pt x="82013" y="6155427"/>
                  </a:lnTo>
                  <a:lnTo>
                    <a:pt x="82013" y="6154996"/>
                  </a:lnTo>
                  <a:lnTo>
                    <a:pt x="82171" y="6154996"/>
                  </a:lnTo>
                  <a:lnTo>
                    <a:pt x="82328" y="6154996"/>
                  </a:lnTo>
                  <a:lnTo>
                    <a:pt x="82486" y="6154996"/>
                  </a:lnTo>
                  <a:lnTo>
                    <a:pt x="82644" y="6154996"/>
                  </a:lnTo>
                  <a:lnTo>
                    <a:pt x="82644" y="6154565"/>
                  </a:lnTo>
                  <a:lnTo>
                    <a:pt x="82802" y="6154565"/>
                  </a:lnTo>
                  <a:lnTo>
                    <a:pt x="82959" y="6154565"/>
                  </a:lnTo>
                  <a:lnTo>
                    <a:pt x="82959" y="6154135"/>
                  </a:lnTo>
                  <a:lnTo>
                    <a:pt x="83117" y="6154135"/>
                  </a:lnTo>
                  <a:lnTo>
                    <a:pt x="83275" y="6154135"/>
                  </a:lnTo>
                  <a:lnTo>
                    <a:pt x="83275" y="6153704"/>
                  </a:lnTo>
                  <a:lnTo>
                    <a:pt x="83432" y="6153704"/>
                  </a:lnTo>
                  <a:lnTo>
                    <a:pt x="83432" y="6153274"/>
                  </a:lnTo>
                  <a:lnTo>
                    <a:pt x="83432" y="6152843"/>
                  </a:lnTo>
                  <a:lnTo>
                    <a:pt x="83590" y="6152843"/>
                  </a:lnTo>
                  <a:lnTo>
                    <a:pt x="83748" y="6152843"/>
                  </a:lnTo>
                  <a:lnTo>
                    <a:pt x="83748" y="6152412"/>
                  </a:lnTo>
                  <a:lnTo>
                    <a:pt x="83748" y="6151982"/>
                  </a:lnTo>
                  <a:lnTo>
                    <a:pt x="83906" y="6151982"/>
                  </a:lnTo>
                  <a:lnTo>
                    <a:pt x="84063" y="6151982"/>
                  </a:lnTo>
                  <a:lnTo>
                    <a:pt x="84063" y="6151551"/>
                  </a:lnTo>
                  <a:lnTo>
                    <a:pt x="84221" y="6151551"/>
                  </a:lnTo>
                  <a:lnTo>
                    <a:pt x="84221" y="6151121"/>
                  </a:lnTo>
                  <a:lnTo>
                    <a:pt x="84221" y="6150690"/>
                  </a:lnTo>
                  <a:lnTo>
                    <a:pt x="84379" y="6150690"/>
                  </a:lnTo>
                  <a:lnTo>
                    <a:pt x="84379" y="6150259"/>
                  </a:lnTo>
                  <a:lnTo>
                    <a:pt x="84536" y="6150259"/>
                  </a:lnTo>
                  <a:lnTo>
                    <a:pt x="84694" y="6150259"/>
                  </a:lnTo>
                  <a:lnTo>
                    <a:pt x="84694" y="6149829"/>
                  </a:lnTo>
                  <a:lnTo>
                    <a:pt x="84852" y="6149829"/>
                  </a:lnTo>
                  <a:lnTo>
                    <a:pt x="84852" y="6149398"/>
                  </a:lnTo>
                  <a:lnTo>
                    <a:pt x="85010" y="6149398"/>
                  </a:lnTo>
                  <a:lnTo>
                    <a:pt x="85010" y="6148968"/>
                  </a:lnTo>
                  <a:lnTo>
                    <a:pt x="85167" y="6148968"/>
                  </a:lnTo>
                  <a:lnTo>
                    <a:pt x="85167" y="6148537"/>
                  </a:lnTo>
                  <a:lnTo>
                    <a:pt x="85325" y="6148537"/>
                  </a:lnTo>
                  <a:lnTo>
                    <a:pt x="85483" y="6148537"/>
                  </a:lnTo>
                  <a:lnTo>
                    <a:pt x="85641" y="6148537"/>
                  </a:lnTo>
                  <a:lnTo>
                    <a:pt x="85798" y="6148537"/>
                  </a:lnTo>
                  <a:lnTo>
                    <a:pt x="85798" y="6148106"/>
                  </a:lnTo>
                  <a:lnTo>
                    <a:pt x="85956" y="6148106"/>
                  </a:lnTo>
                  <a:lnTo>
                    <a:pt x="85956" y="6147676"/>
                  </a:lnTo>
                  <a:lnTo>
                    <a:pt x="85956" y="6147245"/>
                  </a:lnTo>
                  <a:lnTo>
                    <a:pt x="86114" y="6147245"/>
                  </a:lnTo>
                  <a:lnTo>
                    <a:pt x="86271" y="6147245"/>
                  </a:lnTo>
                  <a:lnTo>
                    <a:pt x="86429" y="6147245"/>
                  </a:lnTo>
                  <a:lnTo>
                    <a:pt x="86429" y="6146815"/>
                  </a:lnTo>
                  <a:lnTo>
                    <a:pt x="86587" y="6146815"/>
                  </a:lnTo>
                  <a:lnTo>
                    <a:pt x="86745" y="6146815"/>
                  </a:lnTo>
                  <a:lnTo>
                    <a:pt x="86745" y="6146384"/>
                  </a:lnTo>
                  <a:lnTo>
                    <a:pt x="86745" y="6145953"/>
                  </a:lnTo>
                  <a:lnTo>
                    <a:pt x="86745" y="6145523"/>
                  </a:lnTo>
                  <a:lnTo>
                    <a:pt x="86745" y="6145092"/>
                  </a:lnTo>
                  <a:lnTo>
                    <a:pt x="86902" y="6145092"/>
                  </a:lnTo>
                  <a:lnTo>
                    <a:pt x="86902" y="6144662"/>
                  </a:lnTo>
                  <a:lnTo>
                    <a:pt x="86902" y="6144231"/>
                  </a:lnTo>
                  <a:lnTo>
                    <a:pt x="87060" y="6144231"/>
                  </a:lnTo>
                  <a:lnTo>
                    <a:pt x="87218" y="6144231"/>
                  </a:lnTo>
                  <a:lnTo>
                    <a:pt x="87375" y="6144231"/>
                  </a:lnTo>
                  <a:lnTo>
                    <a:pt x="87375" y="6143800"/>
                  </a:lnTo>
                  <a:lnTo>
                    <a:pt x="87533" y="6143800"/>
                  </a:lnTo>
                  <a:lnTo>
                    <a:pt x="87691" y="6143800"/>
                  </a:lnTo>
                  <a:lnTo>
                    <a:pt x="87849" y="6143800"/>
                  </a:lnTo>
                  <a:lnTo>
                    <a:pt x="87849" y="6143370"/>
                  </a:lnTo>
                  <a:lnTo>
                    <a:pt x="88006" y="6143370"/>
                  </a:lnTo>
                  <a:lnTo>
                    <a:pt x="88164" y="6143370"/>
                  </a:lnTo>
                  <a:lnTo>
                    <a:pt x="88322" y="6143370"/>
                  </a:lnTo>
                  <a:lnTo>
                    <a:pt x="88479" y="6143370"/>
                  </a:lnTo>
                  <a:lnTo>
                    <a:pt x="88479" y="6142939"/>
                  </a:lnTo>
                  <a:lnTo>
                    <a:pt x="88637" y="6142939"/>
                  </a:lnTo>
                  <a:lnTo>
                    <a:pt x="88795" y="6142939"/>
                  </a:lnTo>
                  <a:lnTo>
                    <a:pt x="88795" y="6142509"/>
                  </a:lnTo>
                  <a:lnTo>
                    <a:pt x="88953" y="6142509"/>
                  </a:lnTo>
                  <a:lnTo>
                    <a:pt x="89110" y="6142509"/>
                  </a:lnTo>
                  <a:lnTo>
                    <a:pt x="89110" y="6142078"/>
                  </a:lnTo>
                  <a:lnTo>
                    <a:pt x="89268" y="6142078"/>
                  </a:lnTo>
                  <a:lnTo>
                    <a:pt x="89268" y="6141647"/>
                  </a:lnTo>
                  <a:lnTo>
                    <a:pt x="89268" y="6141217"/>
                  </a:lnTo>
                  <a:lnTo>
                    <a:pt x="89268" y="6140786"/>
                  </a:lnTo>
                  <a:lnTo>
                    <a:pt x="89268" y="6140356"/>
                  </a:lnTo>
                  <a:lnTo>
                    <a:pt x="89426" y="6140356"/>
                  </a:lnTo>
                  <a:lnTo>
                    <a:pt x="89426" y="6139925"/>
                  </a:lnTo>
                  <a:lnTo>
                    <a:pt x="89583" y="6139925"/>
                  </a:lnTo>
                  <a:lnTo>
                    <a:pt x="89741" y="6139925"/>
                  </a:lnTo>
                  <a:lnTo>
                    <a:pt x="89899" y="6139925"/>
                  </a:lnTo>
                  <a:lnTo>
                    <a:pt x="90057" y="6139925"/>
                  </a:lnTo>
                  <a:lnTo>
                    <a:pt x="90214" y="6139925"/>
                  </a:lnTo>
                  <a:lnTo>
                    <a:pt x="90214" y="6139494"/>
                  </a:lnTo>
                  <a:lnTo>
                    <a:pt x="90372" y="6139494"/>
                  </a:lnTo>
                  <a:lnTo>
                    <a:pt x="90372" y="6139064"/>
                  </a:lnTo>
                  <a:lnTo>
                    <a:pt x="90372" y="6138633"/>
                  </a:lnTo>
                  <a:lnTo>
                    <a:pt x="90372" y="6138203"/>
                  </a:lnTo>
                  <a:lnTo>
                    <a:pt x="90372" y="6137772"/>
                  </a:lnTo>
                  <a:lnTo>
                    <a:pt x="90530" y="6137772"/>
                  </a:lnTo>
                  <a:lnTo>
                    <a:pt x="90688" y="6137772"/>
                  </a:lnTo>
                  <a:lnTo>
                    <a:pt x="90688" y="6137341"/>
                  </a:lnTo>
                  <a:lnTo>
                    <a:pt x="90845" y="6137341"/>
                  </a:lnTo>
                  <a:lnTo>
                    <a:pt x="90845" y="6136911"/>
                  </a:lnTo>
                  <a:lnTo>
                    <a:pt x="91003" y="6136911"/>
                  </a:lnTo>
                  <a:lnTo>
                    <a:pt x="91003" y="6136480"/>
                  </a:lnTo>
                  <a:lnTo>
                    <a:pt x="91003" y="6136050"/>
                  </a:lnTo>
                  <a:lnTo>
                    <a:pt x="91161" y="6136050"/>
                  </a:lnTo>
                  <a:lnTo>
                    <a:pt x="91318" y="6136050"/>
                  </a:lnTo>
                  <a:lnTo>
                    <a:pt x="91476" y="6136050"/>
                  </a:lnTo>
                  <a:lnTo>
                    <a:pt x="91476" y="6135619"/>
                  </a:lnTo>
                  <a:lnTo>
                    <a:pt x="91476" y="6135188"/>
                  </a:lnTo>
                  <a:lnTo>
                    <a:pt x="91476" y="6134758"/>
                  </a:lnTo>
                  <a:lnTo>
                    <a:pt x="91634" y="6134758"/>
                  </a:lnTo>
                  <a:lnTo>
                    <a:pt x="91792" y="6134758"/>
                  </a:lnTo>
                  <a:lnTo>
                    <a:pt x="91949" y="6134758"/>
                  </a:lnTo>
                  <a:lnTo>
                    <a:pt x="91949" y="6134327"/>
                  </a:lnTo>
                  <a:lnTo>
                    <a:pt x="92107" y="6134327"/>
                  </a:lnTo>
                  <a:lnTo>
                    <a:pt x="92107" y="6133897"/>
                  </a:lnTo>
                  <a:lnTo>
                    <a:pt x="92265" y="6133897"/>
                  </a:lnTo>
                  <a:lnTo>
                    <a:pt x="92265" y="6133466"/>
                  </a:lnTo>
                  <a:lnTo>
                    <a:pt x="92422" y="6133466"/>
                  </a:lnTo>
                  <a:lnTo>
                    <a:pt x="92422" y="6133035"/>
                  </a:lnTo>
                  <a:lnTo>
                    <a:pt x="92580" y="6133035"/>
                  </a:lnTo>
                  <a:lnTo>
                    <a:pt x="92580" y="6132605"/>
                  </a:lnTo>
                  <a:lnTo>
                    <a:pt x="92738" y="6132605"/>
                  </a:lnTo>
                  <a:lnTo>
                    <a:pt x="92738" y="6132174"/>
                  </a:lnTo>
                  <a:lnTo>
                    <a:pt x="92738" y="6131744"/>
                  </a:lnTo>
                  <a:lnTo>
                    <a:pt x="92738" y="6131313"/>
                  </a:lnTo>
                  <a:lnTo>
                    <a:pt x="92738" y="6130882"/>
                  </a:lnTo>
                  <a:lnTo>
                    <a:pt x="92896" y="6130882"/>
                  </a:lnTo>
                  <a:lnTo>
                    <a:pt x="93053" y="6130882"/>
                  </a:lnTo>
                  <a:lnTo>
                    <a:pt x="93211" y="6130882"/>
                  </a:lnTo>
                  <a:lnTo>
                    <a:pt x="93369" y="6130882"/>
                  </a:lnTo>
                  <a:lnTo>
                    <a:pt x="93526" y="6130882"/>
                  </a:lnTo>
                  <a:lnTo>
                    <a:pt x="93684" y="6130882"/>
                  </a:lnTo>
                  <a:lnTo>
                    <a:pt x="93842" y="6130882"/>
                  </a:lnTo>
                  <a:lnTo>
                    <a:pt x="94000" y="6130882"/>
                  </a:lnTo>
                  <a:lnTo>
                    <a:pt x="94157" y="6130882"/>
                  </a:lnTo>
                  <a:lnTo>
                    <a:pt x="94315" y="6130882"/>
                  </a:lnTo>
                  <a:lnTo>
                    <a:pt x="94473" y="6130882"/>
                  </a:lnTo>
                  <a:lnTo>
                    <a:pt x="94630" y="6130882"/>
                  </a:lnTo>
                  <a:lnTo>
                    <a:pt x="94630" y="6130452"/>
                  </a:lnTo>
                  <a:lnTo>
                    <a:pt x="94788" y="6130452"/>
                  </a:lnTo>
                  <a:lnTo>
                    <a:pt x="94946" y="6130452"/>
                  </a:lnTo>
                  <a:lnTo>
                    <a:pt x="94946" y="6130021"/>
                  </a:lnTo>
                  <a:lnTo>
                    <a:pt x="94946" y="6129591"/>
                  </a:lnTo>
                  <a:lnTo>
                    <a:pt x="95104" y="6129591"/>
                  </a:lnTo>
                  <a:lnTo>
                    <a:pt x="95104" y="6129160"/>
                  </a:lnTo>
                  <a:lnTo>
                    <a:pt x="95104" y="6128729"/>
                  </a:lnTo>
                  <a:lnTo>
                    <a:pt x="95261" y="6128729"/>
                  </a:lnTo>
                  <a:lnTo>
                    <a:pt x="95419" y="6128729"/>
                  </a:lnTo>
                  <a:lnTo>
                    <a:pt x="95419" y="6128299"/>
                  </a:lnTo>
                  <a:lnTo>
                    <a:pt x="95419" y="6127868"/>
                  </a:lnTo>
                  <a:lnTo>
                    <a:pt x="95419" y="6127438"/>
                  </a:lnTo>
                  <a:lnTo>
                    <a:pt x="95419" y="6127007"/>
                  </a:lnTo>
                  <a:lnTo>
                    <a:pt x="95577" y="6127007"/>
                  </a:lnTo>
                  <a:lnTo>
                    <a:pt x="95734" y="6127007"/>
                  </a:lnTo>
                  <a:lnTo>
                    <a:pt x="95892" y="6127007"/>
                  </a:lnTo>
                  <a:lnTo>
                    <a:pt x="95892" y="6126576"/>
                  </a:lnTo>
                  <a:lnTo>
                    <a:pt x="95892" y="6126146"/>
                  </a:lnTo>
                  <a:lnTo>
                    <a:pt x="96050" y="6126146"/>
                  </a:lnTo>
                  <a:lnTo>
                    <a:pt x="96208" y="6126146"/>
                  </a:lnTo>
                  <a:lnTo>
                    <a:pt x="96208" y="6125715"/>
                  </a:lnTo>
                  <a:lnTo>
                    <a:pt x="96208" y="6125285"/>
                  </a:lnTo>
                  <a:lnTo>
                    <a:pt x="96365" y="6125285"/>
                  </a:lnTo>
                  <a:lnTo>
                    <a:pt x="96523" y="6125285"/>
                  </a:lnTo>
                  <a:lnTo>
                    <a:pt x="96681" y="6125285"/>
                  </a:lnTo>
                  <a:lnTo>
                    <a:pt x="96681" y="6124854"/>
                  </a:lnTo>
                  <a:lnTo>
                    <a:pt x="96839" y="6124854"/>
                  </a:lnTo>
                  <a:lnTo>
                    <a:pt x="96839" y="6124423"/>
                  </a:lnTo>
                  <a:lnTo>
                    <a:pt x="96839" y="6123993"/>
                  </a:lnTo>
                  <a:lnTo>
                    <a:pt x="96996" y="6123993"/>
                  </a:lnTo>
                  <a:lnTo>
                    <a:pt x="97154" y="6123993"/>
                  </a:lnTo>
                  <a:lnTo>
                    <a:pt x="97312" y="6123993"/>
                  </a:lnTo>
                  <a:lnTo>
                    <a:pt x="97469" y="6123993"/>
                  </a:lnTo>
                  <a:lnTo>
                    <a:pt x="97469" y="6123562"/>
                  </a:lnTo>
                  <a:lnTo>
                    <a:pt x="97627" y="6123562"/>
                  </a:lnTo>
                  <a:lnTo>
                    <a:pt x="97785" y="6123562"/>
                  </a:lnTo>
                  <a:lnTo>
                    <a:pt x="97943" y="6123562"/>
                  </a:lnTo>
                  <a:lnTo>
                    <a:pt x="97943" y="6123132"/>
                  </a:lnTo>
                  <a:lnTo>
                    <a:pt x="97943" y="6122701"/>
                  </a:lnTo>
                  <a:lnTo>
                    <a:pt x="98100" y="6122701"/>
                  </a:lnTo>
                  <a:lnTo>
                    <a:pt x="98100" y="6122270"/>
                  </a:lnTo>
                  <a:lnTo>
                    <a:pt x="98100" y="6121840"/>
                  </a:lnTo>
                  <a:lnTo>
                    <a:pt x="98258" y="6121840"/>
                  </a:lnTo>
                  <a:lnTo>
                    <a:pt x="98416" y="6121840"/>
                  </a:lnTo>
                  <a:lnTo>
                    <a:pt x="98573" y="6121840"/>
                  </a:lnTo>
                  <a:lnTo>
                    <a:pt x="98731" y="6121840"/>
                  </a:lnTo>
                  <a:lnTo>
                    <a:pt x="98889" y="6121840"/>
                  </a:lnTo>
                  <a:lnTo>
                    <a:pt x="99047" y="6121840"/>
                  </a:lnTo>
                  <a:lnTo>
                    <a:pt x="99047" y="6121409"/>
                  </a:lnTo>
                  <a:lnTo>
                    <a:pt x="99204" y="6121409"/>
                  </a:lnTo>
                  <a:lnTo>
                    <a:pt x="99204" y="6120979"/>
                  </a:lnTo>
                  <a:lnTo>
                    <a:pt x="99362" y="6120979"/>
                  </a:lnTo>
                  <a:lnTo>
                    <a:pt x="99520" y="6120979"/>
                  </a:lnTo>
                  <a:lnTo>
                    <a:pt x="99677" y="6120979"/>
                  </a:lnTo>
                  <a:lnTo>
                    <a:pt x="99677" y="6120548"/>
                  </a:lnTo>
                  <a:lnTo>
                    <a:pt x="99835" y="6120548"/>
                  </a:lnTo>
                  <a:lnTo>
                    <a:pt x="99835" y="6120117"/>
                  </a:lnTo>
                  <a:lnTo>
                    <a:pt x="99835" y="6119687"/>
                  </a:lnTo>
                  <a:lnTo>
                    <a:pt x="99835" y="6119256"/>
                  </a:lnTo>
                  <a:lnTo>
                    <a:pt x="99835" y="6118826"/>
                  </a:lnTo>
                  <a:lnTo>
                    <a:pt x="99835" y="6118395"/>
                  </a:lnTo>
                  <a:lnTo>
                    <a:pt x="99993" y="6118395"/>
                  </a:lnTo>
                  <a:lnTo>
                    <a:pt x="100151" y="6118395"/>
                  </a:lnTo>
                  <a:lnTo>
                    <a:pt x="100308" y="6118395"/>
                  </a:lnTo>
                  <a:lnTo>
                    <a:pt x="100308" y="6117964"/>
                  </a:lnTo>
                  <a:lnTo>
                    <a:pt x="100466" y="6117964"/>
                  </a:lnTo>
                  <a:lnTo>
                    <a:pt x="100624" y="6117964"/>
                  </a:lnTo>
                  <a:lnTo>
                    <a:pt x="100624" y="6117534"/>
                  </a:lnTo>
                  <a:lnTo>
                    <a:pt x="100781" y="6117534"/>
                  </a:lnTo>
                  <a:lnTo>
                    <a:pt x="100781" y="6117103"/>
                  </a:lnTo>
                  <a:lnTo>
                    <a:pt x="100781" y="6116673"/>
                  </a:lnTo>
                  <a:lnTo>
                    <a:pt x="100939" y="6116673"/>
                  </a:lnTo>
                  <a:lnTo>
                    <a:pt x="100939" y="6116242"/>
                  </a:lnTo>
                  <a:lnTo>
                    <a:pt x="100939" y="6115811"/>
                  </a:lnTo>
                  <a:lnTo>
                    <a:pt x="100939" y="6115381"/>
                  </a:lnTo>
                  <a:lnTo>
                    <a:pt x="101097" y="6115381"/>
                  </a:lnTo>
                  <a:lnTo>
                    <a:pt x="101255" y="6115381"/>
                  </a:lnTo>
                  <a:lnTo>
                    <a:pt x="101412" y="6115381"/>
                  </a:lnTo>
                  <a:lnTo>
                    <a:pt x="101570" y="6115381"/>
                  </a:lnTo>
                  <a:lnTo>
                    <a:pt x="101728" y="6115381"/>
                  </a:lnTo>
                  <a:lnTo>
                    <a:pt x="101886" y="6115381"/>
                  </a:lnTo>
                  <a:lnTo>
                    <a:pt x="101886" y="6114950"/>
                  </a:lnTo>
                  <a:lnTo>
                    <a:pt x="101886" y="6114520"/>
                  </a:lnTo>
                  <a:lnTo>
                    <a:pt x="101886" y="6114089"/>
                  </a:lnTo>
                  <a:lnTo>
                    <a:pt x="102043" y="6114089"/>
                  </a:lnTo>
                  <a:lnTo>
                    <a:pt x="102201" y="6114089"/>
                  </a:lnTo>
                  <a:lnTo>
                    <a:pt x="102201" y="6113658"/>
                  </a:lnTo>
                  <a:lnTo>
                    <a:pt x="102201" y="6113228"/>
                  </a:lnTo>
                  <a:lnTo>
                    <a:pt x="102201" y="6112797"/>
                  </a:lnTo>
                  <a:lnTo>
                    <a:pt x="102201" y="6112367"/>
                  </a:lnTo>
                  <a:lnTo>
                    <a:pt x="102201" y="6111936"/>
                  </a:lnTo>
                  <a:lnTo>
                    <a:pt x="102201" y="6111505"/>
                  </a:lnTo>
                  <a:lnTo>
                    <a:pt x="102201" y="6111075"/>
                  </a:lnTo>
                  <a:lnTo>
                    <a:pt x="102359" y="6111075"/>
                  </a:lnTo>
                  <a:lnTo>
                    <a:pt x="102516" y="6111075"/>
                  </a:lnTo>
                  <a:lnTo>
                    <a:pt x="102674" y="6111075"/>
                  </a:lnTo>
                  <a:lnTo>
                    <a:pt x="102674" y="6110644"/>
                  </a:lnTo>
                  <a:lnTo>
                    <a:pt x="102832" y="6110644"/>
                  </a:lnTo>
                  <a:lnTo>
                    <a:pt x="102990" y="6110644"/>
                  </a:lnTo>
                  <a:lnTo>
                    <a:pt x="103147" y="6110644"/>
                  </a:lnTo>
                  <a:lnTo>
                    <a:pt x="103305" y="6110644"/>
                  </a:lnTo>
                  <a:lnTo>
                    <a:pt x="103463" y="6110644"/>
                  </a:lnTo>
                  <a:lnTo>
                    <a:pt x="103620" y="6110644"/>
                  </a:lnTo>
                  <a:lnTo>
                    <a:pt x="103778" y="6110644"/>
                  </a:lnTo>
                  <a:lnTo>
                    <a:pt x="103778" y="6110214"/>
                  </a:lnTo>
                  <a:lnTo>
                    <a:pt x="103936" y="6110214"/>
                  </a:lnTo>
                  <a:lnTo>
                    <a:pt x="103936" y="6109783"/>
                  </a:lnTo>
                  <a:lnTo>
                    <a:pt x="104094" y="6109783"/>
                  </a:lnTo>
                  <a:lnTo>
                    <a:pt x="104094" y="6109352"/>
                  </a:lnTo>
                  <a:lnTo>
                    <a:pt x="104094" y="6108922"/>
                  </a:lnTo>
                  <a:lnTo>
                    <a:pt x="104251" y="6108922"/>
                  </a:lnTo>
                  <a:lnTo>
                    <a:pt x="104251" y="6108491"/>
                  </a:lnTo>
                  <a:lnTo>
                    <a:pt x="104251" y="6108061"/>
                  </a:lnTo>
                  <a:lnTo>
                    <a:pt x="104251" y="6107630"/>
                  </a:lnTo>
                  <a:lnTo>
                    <a:pt x="104251" y="6107199"/>
                  </a:lnTo>
                  <a:lnTo>
                    <a:pt x="104251" y="6106769"/>
                  </a:lnTo>
                  <a:lnTo>
                    <a:pt x="104409" y="6106769"/>
                  </a:lnTo>
                  <a:lnTo>
                    <a:pt x="104567" y="6106769"/>
                  </a:lnTo>
                  <a:lnTo>
                    <a:pt x="104724" y="6106769"/>
                  </a:lnTo>
                  <a:lnTo>
                    <a:pt x="104882" y="6106769"/>
                  </a:lnTo>
                  <a:lnTo>
                    <a:pt x="105040" y="6106769"/>
                  </a:lnTo>
                  <a:lnTo>
                    <a:pt x="105040" y="6106338"/>
                  </a:lnTo>
                  <a:lnTo>
                    <a:pt x="105040" y="6105908"/>
                  </a:lnTo>
                  <a:lnTo>
                    <a:pt x="105198" y="6105908"/>
                  </a:lnTo>
                  <a:lnTo>
                    <a:pt x="105198" y="6105477"/>
                  </a:lnTo>
                  <a:lnTo>
                    <a:pt x="105198" y="6105046"/>
                  </a:lnTo>
                  <a:lnTo>
                    <a:pt x="105355" y="6105046"/>
                  </a:lnTo>
                  <a:lnTo>
                    <a:pt x="105355" y="6104616"/>
                  </a:lnTo>
                  <a:lnTo>
                    <a:pt x="105355" y="6104185"/>
                  </a:lnTo>
                  <a:lnTo>
                    <a:pt x="105355" y="6103755"/>
                  </a:lnTo>
                  <a:lnTo>
                    <a:pt x="105513" y="6103755"/>
                  </a:lnTo>
                  <a:lnTo>
                    <a:pt x="105513" y="6103324"/>
                  </a:lnTo>
                  <a:lnTo>
                    <a:pt x="105513" y="6102893"/>
                  </a:lnTo>
                  <a:lnTo>
                    <a:pt x="105671" y="6102893"/>
                  </a:lnTo>
                  <a:lnTo>
                    <a:pt x="105828" y="6102893"/>
                  </a:lnTo>
                  <a:lnTo>
                    <a:pt x="105986" y="6102893"/>
                  </a:lnTo>
                  <a:lnTo>
                    <a:pt x="106144" y="6102893"/>
                  </a:lnTo>
                  <a:lnTo>
                    <a:pt x="106144" y="6102463"/>
                  </a:lnTo>
                  <a:lnTo>
                    <a:pt x="106144" y="6102032"/>
                  </a:lnTo>
                  <a:lnTo>
                    <a:pt x="106302" y="6102032"/>
                  </a:lnTo>
                  <a:lnTo>
                    <a:pt x="106459" y="6102032"/>
                  </a:lnTo>
                  <a:lnTo>
                    <a:pt x="106617" y="6102032"/>
                  </a:lnTo>
                  <a:lnTo>
                    <a:pt x="106775" y="6102032"/>
                  </a:lnTo>
                  <a:lnTo>
                    <a:pt x="106932" y="6102032"/>
                  </a:lnTo>
                  <a:lnTo>
                    <a:pt x="106932" y="6101602"/>
                  </a:lnTo>
                  <a:lnTo>
                    <a:pt x="106932" y="6101171"/>
                  </a:lnTo>
                  <a:lnTo>
                    <a:pt x="107090" y="6101171"/>
                  </a:lnTo>
                  <a:lnTo>
                    <a:pt x="107248" y="6101171"/>
                  </a:lnTo>
                  <a:lnTo>
                    <a:pt x="107406" y="6101171"/>
                  </a:lnTo>
                  <a:lnTo>
                    <a:pt x="107406" y="6100740"/>
                  </a:lnTo>
                  <a:lnTo>
                    <a:pt x="107406" y="6100310"/>
                  </a:lnTo>
                  <a:lnTo>
                    <a:pt x="107563" y="6100310"/>
                  </a:lnTo>
                  <a:lnTo>
                    <a:pt x="107563" y="6099879"/>
                  </a:lnTo>
                  <a:lnTo>
                    <a:pt x="107563" y="6099449"/>
                  </a:lnTo>
                  <a:lnTo>
                    <a:pt x="107721" y="6099449"/>
                  </a:lnTo>
                  <a:lnTo>
                    <a:pt x="107879" y="6099449"/>
                  </a:lnTo>
                  <a:lnTo>
                    <a:pt x="107879" y="6099018"/>
                  </a:lnTo>
                  <a:lnTo>
                    <a:pt x="107879" y="6098587"/>
                  </a:lnTo>
                  <a:lnTo>
                    <a:pt x="108037" y="6098587"/>
                  </a:lnTo>
                  <a:lnTo>
                    <a:pt x="108037" y="6098157"/>
                  </a:lnTo>
                  <a:lnTo>
                    <a:pt x="108194" y="6098157"/>
                  </a:lnTo>
                  <a:lnTo>
                    <a:pt x="108352" y="6098157"/>
                  </a:lnTo>
                  <a:lnTo>
                    <a:pt x="108352" y="6097726"/>
                  </a:lnTo>
                  <a:lnTo>
                    <a:pt x="108352" y="6097296"/>
                  </a:lnTo>
                  <a:lnTo>
                    <a:pt x="108510" y="6097296"/>
                  </a:lnTo>
                  <a:lnTo>
                    <a:pt x="108667" y="6097296"/>
                  </a:lnTo>
                  <a:lnTo>
                    <a:pt x="108825" y="6097296"/>
                  </a:lnTo>
                  <a:lnTo>
                    <a:pt x="108825" y="6096865"/>
                  </a:lnTo>
                  <a:lnTo>
                    <a:pt x="108983" y="6096865"/>
                  </a:lnTo>
                  <a:lnTo>
                    <a:pt x="108983" y="6096434"/>
                  </a:lnTo>
                  <a:lnTo>
                    <a:pt x="108983" y="6096004"/>
                  </a:lnTo>
                  <a:lnTo>
                    <a:pt x="108983" y="6095573"/>
                  </a:lnTo>
                  <a:lnTo>
                    <a:pt x="108983" y="6095143"/>
                  </a:lnTo>
                  <a:lnTo>
                    <a:pt x="108983" y="6094712"/>
                  </a:lnTo>
                  <a:lnTo>
                    <a:pt x="108983" y="6094281"/>
                  </a:lnTo>
                  <a:lnTo>
                    <a:pt x="108983" y="6093851"/>
                  </a:lnTo>
                  <a:lnTo>
                    <a:pt x="108983" y="6093420"/>
                  </a:lnTo>
                  <a:lnTo>
                    <a:pt x="109141" y="6093420"/>
                  </a:lnTo>
                  <a:lnTo>
                    <a:pt x="109298" y="6093420"/>
                  </a:lnTo>
                  <a:lnTo>
                    <a:pt x="109298" y="6092990"/>
                  </a:lnTo>
                  <a:lnTo>
                    <a:pt x="109456" y="6092990"/>
                  </a:lnTo>
                  <a:lnTo>
                    <a:pt x="109614" y="6092990"/>
                  </a:lnTo>
                  <a:lnTo>
                    <a:pt x="109771" y="6092990"/>
                  </a:lnTo>
                  <a:lnTo>
                    <a:pt x="109929" y="6092990"/>
                  </a:lnTo>
                  <a:lnTo>
                    <a:pt x="109929" y="6092559"/>
                  </a:lnTo>
                  <a:lnTo>
                    <a:pt x="110087" y="6092559"/>
                  </a:lnTo>
                  <a:lnTo>
                    <a:pt x="110245" y="6092559"/>
                  </a:lnTo>
                  <a:lnTo>
                    <a:pt x="110402" y="6092559"/>
                  </a:lnTo>
                  <a:lnTo>
                    <a:pt x="110402" y="6092128"/>
                  </a:lnTo>
                  <a:lnTo>
                    <a:pt x="110560" y="6092128"/>
                  </a:lnTo>
                  <a:lnTo>
                    <a:pt x="110718" y="6092128"/>
                  </a:lnTo>
                  <a:lnTo>
                    <a:pt x="110875" y="6092128"/>
                  </a:lnTo>
                  <a:lnTo>
                    <a:pt x="110875" y="6091698"/>
                  </a:lnTo>
                  <a:lnTo>
                    <a:pt x="111033" y="6091698"/>
                  </a:lnTo>
                  <a:lnTo>
                    <a:pt x="111191" y="6091698"/>
                  </a:lnTo>
                  <a:lnTo>
                    <a:pt x="111191" y="6091267"/>
                  </a:lnTo>
                  <a:lnTo>
                    <a:pt x="111349" y="6091267"/>
                  </a:lnTo>
                  <a:lnTo>
                    <a:pt x="111349" y="6090837"/>
                  </a:lnTo>
                  <a:lnTo>
                    <a:pt x="111506" y="6090837"/>
                  </a:lnTo>
                  <a:lnTo>
                    <a:pt x="111664" y="6090837"/>
                  </a:lnTo>
                  <a:lnTo>
                    <a:pt x="111822" y="6090837"/>
                  </a:lnTo>
                  <a:lnTo>
                    <a:pt x="111979" y="6090837"/>
                  </a:lnTo>
                  <a:lnTo>
                    <a:pt x="112137" y="6090837"/>
                  </a:lnTo>
                  <a:lnTo>
                    <a:pt x="112137" y="6090406"/>
                  </a:lnTo>
                  <a:lnTo>
                    <a:pt x="112295" y="6090406"/>
                  </a:lnTo>
                  <a:lnTo>
                    <a:pt x="112453" y="6090406"/>
                  </a:lnTo>
                  <a:lnTo>
                    <a:pt x="112610" y="6090406"/>
                  </a:lnTo>
                  <a:lnTo>
                    <a:pt x="112768" y="6090406"/>
                  </a:lnTo>
                  <a:lnTo>
                    <a:pt x="112926" y="6090406"/>
                  </a:lnTo>
                  <a:lnTo>
                    <a:pt x="113084" y="6090406"/>
                  </a:lnTo>
                  <a:lnTo>
                    <a:pt x="113084" y="6089975"/>
                  </a:lnTo>
                  <a:lnTo>
                    <a:pt x="113241" y="6089975"/>
                  </a:lnTo>
                  <a:lnTo>
                    <a:pt x="113399" y="6089975"/>
                  </a:lnTo>
                  <a:lnTo>
                    <a:pt x="113399" y="6089545"/>
                  </a:lnTo>
                  <a:lnTo>
                    <a:pt x="113557" y="6089545"/>
                  </a:lnTo>
                  <a:lnTo>
                    <a:pt x="113714" y="6089545"/>
                  </a:lnTo>
                  <a:lnTo>
                    <a:pt x="113872" y="6089545"/>
                  </a:lnTo>
                  <a:lnTo>
                    <a:pt x="114030" y="6089545"/>
                  </a:lnTo>
                  <a:lnTo>
                    <a:pt x="114188" y="6089545"/>
                  </a:lnTo>
                  <a:lnTo>
                    <a:pt x="114345" y="6089545"/>
                  </a:lnTo>
                  <a:lnTo>
                    <a:pt x="114345" y="6089114"/>
                  </a:lnTo>
                  <a:lnTo>
                    <a:pt x="114345" y="6088684"/>
                  </a:lnTo>
                  <a:lnTo>
                    <a:pt x="114345" y="6088253"/>
                  </a:lnTo>
                  <a:lnTo>
                    <a:pt x="114503" y="6088253"/>
                  </a:lnTo>
                  <a:lnTo>
                    <a:pt x="114503" y="6087822"/>
                  </a:lnTo>
                  <a:lnTo>
                    <a:pt x="114661" y="6087822"/>
                  </a:lnTo>
                  <a:lnTo>
                    <a:pt x="114818" y="6087822"/>
                  </a:lnTo>
                  <a:lnTo>
                    <a:pt x="114976" y="6087822"/>
                  </a:lnTo>
                  <a:lnTo>
                    <a:pt x="114976" y="6087392"/>
                  </a:lnTo>
                  <a:lnTo>
                    <a:pt x="114976" y="6086961"/>
                  </a:lnTo>
                  <a:lnTo>
                    <a:pt x="115134" y="6086961"/>
                  </a:lnTo>
                  <a:lnTo>
                    <a:pt x="115134" y="6086531"/>
                  </a:lnTo>
                  <a:lnTo>
                    <a:pt x="115134" y="6086100"/>
                  </a:lnTo>
                  <a:lnTo>
                    <a:pt x="115292" y="6086100"/>
                  </a:lnTo>
                  <a:lnTo>
                    <a:pt x="115449" y="6086100"/>
                  </a:lnTo>
                  <a:lnTo>
                    <a:pt x="115607" y="6086100"/>
                  </a:lnTo>
                  <a:lnTo>
                    <a:pt x="115765" y="6086100"/>
                  </a:lnTo>
                  <a:lnTo>
                    <a:pt x="115922" y="6086100"/>
                  </a:lnTo>
                  <a:lnTo>
                    <a:pt x="116080" y="6086100"/>
                  </a:lnTo>
                  <a:lnTo>
                    <a:pt x="116238" y="6086100"/>
                  </a:lnTo>
                  <a:lnTo>
                    <a:pt x="116238" y="6085669"/>
                  </a:lnTo>
                  <a:lnTo>
                    <a:pt x="116396" y="6085669"/>
                  </a:lnTo>
                  <a:lnTo>
                    <a:pt x="116396" y="6085239"/>
                  </a:lnTo>
                  <a:lnTo>
                    <a:pt x="116553" y="6085239"/>
                  </a:lnTo>
                  <a:lnTo>
                    <a:pt x="116553" y="6084808"/>
                  </a:lnTo>
                  <a:lnTo>
                    <a:pt x="116711" y="6084808"/>
                  </a:lnTo>
                  <a:lnTo>
                    <a:pt x="116711" y="6084378"/>
                  </a:lnTo>
                  <a:lnTo>
                    <a:pt x="116711" y="6083947"/>
                  </a:lnTo>
                  <a:lnTo>
                    <a:pt x="116711" y="6083516"/>
                  </a:lnTo>
                  <a:lnTo>
                    <a:pt x="116869" y="6083516"/>
                  </a:lnTo>
                  <a:lnTo>
                    <a:pt x="117026" y="6083516"/>
                  </a:lnTo>
                  <a:lnTo>
                    <a:pt x="117184" y="6083516"/>
                  </a:lnTo>
                  <a:lnTo>
                    <a:pt x="117342" y="6083516"/>
                  </a:lnTo>
                  <a:lnTo>
                    <a:pt x="117500" y="6083516"/>
                  </a:lnTo>
                  <a:lnTo>
                    <a:pt x="117500" y="6083086"/>
                  </a:lnTo>
                  <a:lnTo>
                    <a:pt x="117657" y="6083086"/>
                  </a:lnTo>
                  <a:lnTo>
                    <a:pt x="117815" y="6083086"/>
                  </a:lnTo>
                  <a:lnTo>
                    <a:pt x="117815" y="6082655"/>
                  </a:lnTo>
                  <a:lnTo>
                    <a:pt x="117973" y="6082655"/>
                  </a:lnTo>
                  <a:lnTo>
                    <a:pt x="117973" y="6082225"/>
                  </a:lnTo>
                  <a:lnTo>
                    <a:pt x="117973" y="6081794"/>
                  </a:lnTo>
                  <a:lnTo>
                    <a:pt x="118130" y="6081794"/>
                  </a:lnTo>
                  <a:lnTo>
                    <a:pt x="118288" y="6081794"/>
                  </a:lnTo>
                  <a:lnTo>
                    <a:pt x="118288" y="6081363"/>
                  </a:lnTo>
                  <a:lnTo>
                    <a:pt x="118446" y="6081363"/>
                  </a:lnTo>
                  <a:lnTo>
                    <a:pt x="118604" y="6081363"/>
                  </a:lnTo>
                  <a:lnTo>
                    <a:pt x="118761" y="6081363"/>
                  </a:lnTo>
                  <a:lnTo>
                    <a:pt x="118919" y="6081363"/>
                  </a:lnTo>
                  <a:lnTo>
                    <a:pt x="118919" y="6080933"/>
                  </a:lnTo>
                  <a:lnTo>
                    <a:pt x="119077" y="6080933"/>
                  </a:lnTo>
                  <a:lnTo>
                    <a:pt x="119235" y="6080933"/>
                  </a:lnTo>
                  <a:lnTo>
                    <a:pt x="119392" y="6080933"/>
                  </a:lnTo>
                  <a:lnTo>
                    <a:pt x="119550" y="6080933"/>
                  </a:lnTo>
                  <a:lnTo>
                    <a:pt x="119708" y="6080933"/>
                  </a:lnTo>
                  <a:lnTo>
                    <a:pt x="119708" y="6080502"/>
                  </a:lnTo>
                  <a:lnTo>
                    <a:pt x="119865" y="6080502"/>
                  </a:lnTo>
                  <a:lnTo>
                    <a:pt x="119865" y="6080072"/>
                  </a:lnTo>
                  <a:lnTo>
                    <a:pt x="119865" y="6079641"/>
                  </a:lnTo>
                  <a:lnTo>
                    <a:pt x="120023" y="6079641"/>
                  </a:lnTo>
                  <a:lnTo>
                    <a:pt x="120023" y="6079210"/>
                  </a:lnTo>
                  <a:lnTo>
                    <a:pt x="120023" y="6078780"/>
                  </a:lnTo>
                  <a:lnTo>
                    <a:pt x="120181" y="6078780"/>
                  </a:lnTo>
                  <a:lnTo>
                    <a:pt x="120181" y="6078349"/>
                  </a:lnTo>
                  <a:lnTo>
                    <a:pt x="120339" y="6078349"/>
                  </a:lnTo>
                  <a:lnTo>
                    <a:pt x="120496" y="6078349"/>
                  </a:lnTo>
                  <a:lnTo>
                    <a:pt x="120654" y="6078349"/>
                  </a:lnTo>
                  <a:lnTo>
                    <a:pt x="120812" y="6078349"/>
                  </a:lnTo>
                  <a:lnTo>
                    <a:pt x="120812" y="6077919"/>
                  </a:lnTo>
                  <a:lnTo>
                    <a:pt x="120812" y="6077488"/>
                  </a:lnTo>
                  <a:lnTo>
                    <a:pt x="120969" y="6077488"/>
                  </a:lnTo>
                  <a:lnTo>
                    <a:pt x="121127" y="6077488"/>
                  </a:lnTo>
                  <a:lnTo>
                    <a:pt x="121127" y="6077057"/>
                  </a:lnTo>
                  <a:lnTo>
                    <a:pt x="121285" y="6077057"/>
                  </a:lnTo>
                  <a:lnTo>
                    <a:pt x="121285" y="6076627"/>
                  </a:lnTo>
                  <a:lnTo>
                    <a:pt x="121285" y="6076196"/>
                  </a:lnTo>
                  <a:lnTo>
                    <a:pt x="121285" y="6075766"/>
                  </a:lnTo>
                  <a:lnTo>
                    <a:pt x="121285" y="6075335"/>
                  </a:lnTo>
                  <a:lnTo>
                    <a:pt x="121443" y="6075335"/>
                  </a:lnTo>
                  <a:lnTo>
                    <a:pt x="121443" y="6074904"/>
                  </a:lnTo>
                  <a:lnTo>
                    <a:pt x="121600" y="6074904"/>
                  </a:lnTo>
                  <a:lnTo>
                    <a:pt x="121758" y="6074904"/>
                  </a:lnTo>
                  <a:lnTo>
                    <a:pt x="121758" y="6074474"/>
                  </a:lnTo>
                  <a:lnTo>
                    <a:pt x="121758" y="6074043"/>
                  </a:lnTo>
                  <a:lnTo>
                    <a:pt x="121758" y="6073613"/>
                  </a:lnTo>
                  <a:lnTo>
                    <a:pt x="121916" y="6073613"/>
                  </a:lnTo>
                  <a:lnTo>
                    <a:pt x="122073" y="6073613"/>
                  </a:lnTo>
                  <a:lnTo>
                    <a:pt x="122231" y="6073613"/>
                  </a:lnTo>
                  <a:lnTo>
                    <a:pt x="122389" y="6073613"/>
                  </a:lnTo>
                  <a:lnTo>
                    <a:pt x="122547" y="6073613"/>
                  </a:lnTo>
                  <a:lnTo>
                    <a:pt x="122547" y="6073182"/>
                  </a:lnTo>
                  <a:lnTo>
                    <a:pt x="122704" y="6073182"/>
                  </a:lnTo>
                  <a:lnTo>
                    <a:pt x="122862" y="6073182"/>
                  </a:lnTo>
                  <a:lnTo>
                    <a:pt x="122862" y="6072751"/>
                  </a:lnTo>
                  <a:lnTo>
                    <a:pt x="123020" y="6072751"/>
                  </a:lnTo>
                  <a:lnTo>
                    <a:pt x="123177" y="6072751"/>
                  </a:lnTo>
                  <a:lnTo>
                    <a:pt x="123335" y="6072751"/>
                  </a:lnTo>
                  <a:lnTo>
                    <a:pt x="123493" y="6072751"/>
                  </a:lnTo>
                  <a:lnTo>
                    <a:pt x="123651" y="6072751"/>
                  </a:lnTo>
                  <a:lnTo>
                    <a:pt x="123808" y="6072751"/>
                  </a:lnTo>
                  <a:lnTo>
                    <a:pt x="123966" y="6072751"/>
                  </a:lnTo>
                  <a:lnTo>
                    <a:pt x="123966" y="6072321"/>
                  </a:lnTo>
                  <a:lnTo>
                    <a:pt x="124124" y="6072321"/>
                  </a:lnTo>
                  <a:lnTo>
                    <a:pt x="124282" y="6072321"/>
                  </a:lnTo>
                  <a:lnTo>
                    <a:pt x="124282" y="6071890"/>
                  </a:lnTo>
                  <a:lnTo>
                    <a:pt x="124282" y="6071460"/>
                  </a:lnTo>
                  <a:lnTo>
                    <a:pt x="124282" y="6071029"/>
                  </a:lnTo>
                  <a:lnTo>
                    <a:pt x="124282" y="6070598"/>
                  </a:lnTo>
                  <a:lnTo>
                    <a:pt x="124439" y="6070598"/>
                  </a:lnTo>
                  <a:lnTo>
                    <a:pt x="124597" y="6070598"/>
                  </a:lnTo>
                  <a:lnTo>
                    <a:pt x="124755" y="6070598"/>
                  </a:lnTo>
                  <a:lnTo>
                    <a:pt x="124912" y="6070598"/>
                  </a:lnTo>
                  <a:lnTo>
                    <a:pt x="124912" y="6070168"/>
                  </a:lnTo>
                  <a:lnTo>
                    <a:pt x="124912" y="6069737"/>
                  </a:lnTo>
                  <a:lnTo>
                    <a:pt x="125070" y="6069737"/>
                  </a:lnTo>
                  <a:lnTo>
                    <a:pt x="125070" y="6069307"/>
                  </a:lnTo>
                  <a:lnTo>
                    <a:pt x="125228" y="6069307"/>
                  </a:lnTo>
                  <a:lnTo>
                    <a:pt x="125228" y="6068876"/>
                  </a:lnTo>
                  <a:lnTo>
                    <a:pt x="125228" y="6068445"/>
                  </a:lnTo>
                  <a:lnTo>
                    <a:pt x="125228" y="6068015"/>
                  </a:lnTo>
                  <a:lnTo>
                    <a:pt x="125228" y="6067584"/>
                  </a:lnTo>
                  <a:lnTo>
                    <a:pt x="125386" y="6067584"/>
                  </a:lnTo>
                  <a:lnTo>
                    <a:pt x="125543" y="6067584"/>
                  </a:lnTo>
                  <a:lnTo>
                    <a:pt x="125543" y="6067154"/>
                  </a:lnTo>
                  <a:lnTo>
                    <a:pt x="125701" y="6067154"/>
                  </a:lnTo>
                  <a:lnTo>
                    <a:pt x="125859" y="6067154"/>
                  </a:lnTo>
                  <a:lnTo>
                    <a:pt x="126016" y="6067154"/>
                  </a:lnTo>
                  <a:lnTo>
                    <a:pt x="126016" y="6066723"/>
                  </a:lnTo>
                  <a:lnTo>
                    <a:pt x="126016" y="6066292"/>
                  </a:lnTo>
                  <a:lnTo>
                    <a:pt x="126016" y="6065862"/>
                  </a:lnTo>
                  <a:lnTo>
                    <a:pt x="126016" y="6065431"/>
                  </a:lnTo>
                  <a:lnTo>
                    <a:pt x="126174" y="6065431"/>
                  </a:lnTo>
                  <a:lnTo>
                    <a:pt x="126174" y="6065001"/>
                  </a:lnTo>
                  <a:lnTo>
                    <a:pt x="126332" y="6065001"/>
                  </a:lnTo>
                  <a:lnTo>
                    <a:pt x="126490" y="6065001"/>
                  </a:lnTo>
                  <a:lnTo>
                    <a:pt x="126490" y="6064570"/>
                  </a:lnTo>
                  <a:lnTo>
                    <a:pt x="126490" y="6064139"/>
                  </a:lnTo>
                  <a:lnTo>
                    <a:pt x="126490" y="6063709"/>
                  </a:lnTo>
                  <a:lnTo>
                    <a:pt x="126490" y="6063278"/>
                  </a:lnTo>
                  <a:lnTo>
                    <a:pt x="126490" y="6062848"/>
                  </a:lnTo>
                  <a:lnTo>
                    <a:pt x="126647" y="6062848"/>
                  </a:lnTo>
                  <a:lnTo>
                    <a:pt x="126647" y="6062417"/>
                  </a:lnTo>
                  <a:lnTo>
                    <a:pt x="126805" y="6062417"/>
                  </a:lnTo>
                  <a:lnTo>
                    <a:pt x="126963" y="6062417"/>
                  </a:lnTo>
                  <a:lnTo>
                    <a:pt x="127120" y="6062417"/>
                  </a:lnTo>
                  <a:lnTo>
                    <a:pt x="127120" y="6061986"/>
                  </a:lnTo>
                  <a:lnTo>
                    <a:pt x="127278" y="6061986"/>
                  </a:lnTo>
                  <a:lnTo>
                    <a:pt x="127278" y="6061556"/>
                  </a:lnTo>
                  <a:lnTo>
                    <a:pt x="127278" y="6061125"/>
                  </a:lnTo>
                  <a:lnTo>
                    <a:pt x="127436" y="6061125"/>
                  </a:lnTo>
                  <a:lnTo>
                    <a:pt x="127594" y="6061125"/>
                  </a:lnTo>
                  <a:lnTo>
                    <a:pt x="127751" y="6061125"/>
                  </a:lnTo>
                  <a:lnTo>
                    <a:pt x="127751" y="6060695"/>
                  </a:lnTo>
                  <a:lnTo>
                    <a:pt x="127909" y="6060695"/>
                  </a:lnTo>
                  <a:lnTo>
                    <a:pt x="128067" y="6060695"/>
                  </a:lnTo>
                  <a:lnTo>
                    <a:pt x="128224" y="6060695"/>
                  </a:lnTo>
                  <a:lnTo>
                    <a:pt x="128224" y="6060264"/>
                  </a:lnTo>
                  <a:lnTo>
                    <a:pt x="128382" y="6060264"/>
                  </a:lnTo>
                  <a:lnTo>
                    <a:pt x="128540" y="6060264"/>
                  </a:lnTo>
                  <a:lnTo>
                    <a:pt x="128698" y="6060264"/>
                  </a:lnTo>
                  <a:lnTo>
                    <a:pt x="128855" y="6060264"/>
                  </a:lnTo>
                  <a:lnTo>
                    <a:pt x="129013" y="6060264"/>
                  </a:lnTo>
                  <a:lnTo>
                    <a:pt x="129013" y="6059833"/>
                  </a:lnTo>
                  <a:lnTo>
                    <a:pt x="129013" y="6059403"/>
                  </a:lnTo>
                  <a:lnTo>
                    <a:pt x="129171" y="6059403"/>
                  </a:lnTo>
                  <a:lnTo>
                    <a:pt x="129328" y="6059403"/>
                  </a:lnTo>
                  <a:lnTo>
                    <a:pt x="129486" y="6059403"/>
                  </a:lnTo>
                  <a:lnTo>
                    <a:pt x="129486" y="6058972"/>
                  </a:lnTo>
                  <a:lnTo>
                    <a:pt x="129644" y="6058972"/>
                  </a:lnTo>
                  <a:lnTo>
                    <a:pt x="129644" y="6058542"/>
                  </a:lnTo>
                  <a:lnTo>
                    <a:pt x="129802" y="6058542"/>
                  </a:lnTo>
                  <a:lnTo>
                    <a:pt x="129959" y="6058542"/>
                  </a:lnTo>
                  <a:lnTo>
                    <a:pt x="129959" y="6058111"/>
                  </a:lnTo>
                  <a:lnTo>
                    <a:pt x="129959" y="6057680"/>
                  </a:lnTo>
                  <a:lnTo>
                    <a:pt x="129959" y="6057250"/>
                  </a:lnTo>
                  <a:lnTo>
                    <a:pt x="129959" y="6056819"/>
                  </a:lnTo>
                  <a:lnTo>
                    <a:pt x="130117" y="6056819"/>
                  </a:lnTo>
                  <a:lnTo>
                    <a:pt x="130117" y="6056389"/>
                  </a:lnTo>
                  <a:lnTo>
                    <a:pt x="130117" y="6055958"/>
                  </a:lnTo>
                  <a:lnTo>
                    <a:pt x="130275" y="6055958"/>
                  </a:lnTo>
                  <a:lnTo>
                    <a:pt x="130433" y="6055958"/>
                  </a:lnTo>
                  <a:lnTo>
                    <a:pt x="130590" y="6055958"/>
                  </a:lnTo>
                  <a:lnTo>
                    <a:pt x="130590" y="6055527"/>
                  </a:lnTo>
                  <a:lnTo>
                    <a:pt x="130748" y="6055527"/>
                  </a:lnTo>
                  <a:lnTo>
                    <a:pt x="130906" y="6055527"/>
                  </a:lnTo>
                  <a:lnTo>
                    <a:pt x="130906" y="6055097"/>
                  </a:lnTo>
                  <a:lnTo>
                    <a:pt x="130906" y="6054666"/>
                  </a:lnTo>
                  <a:lnTo>
                    <a:pt x="131063" y="6054666"/>
                  </a:lnTo>
                  <a:lnTo>
                    <a:pt x="131063" y="6054236"/>
                  </a:lnTo>
                  <a:lnTo>
                    <a:pt x="131063" y="6053805"/>
                  </a:lnTo>
                  <a:lnTo>
                    <a:pt x="131063" y="6053374"/>
                  </a:lnTo>
                  <a:lnTo>
                    <a:pt x="131063" y="6052944"/>
                  </a:lnTo>
                  <a:lnTo>
                    <a:pt x="131221" y="6052944"/>
                  </a:lnTo>
                  <a:lnTo>
                    <a:pt x="131379" y="6052944"/>
                  </a:lnTo>
                  <a:lnTo>
                    <a:pt x="131379" y="6052513"/>
                  </a:lnTo>
                  <a:lnTo>
                    <a:pt x="131537" y="6052513"/>
                  </a:lnTo>
                  <a:lnTo>
                    <a:pt x="131537" y="6052083"/>
                  </a:lnTo>
                  <a:lnTo>
                    <a:pt x="131694" y="6052083"/>
                  </a:lnTo>
                  <a:lnTo>
                    <a:pt x="131852" y="6052083"/>
                  </a:lnTo>
                  <a:lnTo>
                    <a:pt x="132010" y="6052083"/>
                  </a:lnTo>
                  <a:lnTo>
                    <a:pt x="132010" y="6051652"/>
                  </a:lnTo>
                  <a:lnTo>
                    <a:pt x="132010" y="6051221"/>
                  </a:lnTo>
                  <a:lnTo>
                    <a:pt x="132167" y="6051221"/>
                  </a:lnTo>
                  <a:lnTo>
                    <a:pt x="132167" y="6050791"/>
                  </a:lnTo>
                  <a:lnTo>
                    <a:pt x="132325" y="6050791"/>
                  </a:lnTo>
                  <a:lnTo>
                    <a:pt x="132325" y="6050360"/>
                  </a:lnTo>
                  <a:lnTo>
                    <a:pt x="132325" y="6049930"/>
                  </a:lnTo>
                  <a:lnTo>
                    <a:pt x="132325" y="6049499"/>
                  </a:lnTo>
                  <a:lnTo>
                    <a:pt x="132325" y="6049068"/>
                  </a:lnTo>
                  <a:lnTo>
                    <a:pt x="132325" y="6048638"/>
                  </a:lnTo>
                  <a:lnTo>
                    <a:pt x="132483" y="6048638"/>
                  </a:lnTo>
                  <a:lnTo>
                    <a:pt x="132641" y="6048638"/>
                  </a:lnTo>
                  <a:lnTo>
                    <a:pt x="132798" y="6048638"/>
                  </a:lnTo>
                  <a:lnTo>
                    <a:pt x="132798" y="6048207"/>
                  </a:lnTo>
                  <a:lnTo>
                    <a:pt x="132798" y="6047777"/>
                  </a:lnTo>
                  <a:lnTo>
                    <a:pt x="132798" y="6047346"/>
                  </a:lnTo>
                  <a:lnTo>
                    <a:pt x="132798" y="6046915"/>
                  </a:lnTo>
                  <a:lnTo>
                    <a:pt x="132798" y="6046485"/>
                  </a:lnTo>
                  <a:lnTo>
                    <a:pt x="132798" y="6046054"/>
                  </a:lnTo>
                  <a:lnTo>
                    <a:pt x="132956" y="6046054"/>
                  </a:lnTo>
                  <a:lnTo>
                    <a:pt x="133114" y="6046054"/>
                  </a:lnTo>
                  <a:lnTo>
                    <a:pt x="133114" y="6045624"/>
                  </a:lnTo>
                  <a:lnTo>
                    <a:pt x="133114" y="6045193"/>
                  </a:lnTo>
                  <a:lnTo>
                    <a:pt x="133271" y="6045193"/>
                  </a:lnTo>
                  <a:lnTo>
                    <a:pt x="133429" y="6045193"/>
                  </a:lnTo>
                  <a:lnTo>
                    <a:pt x="133429" y="6044762"/>
                  </a:lnTo>
                  <a:lnTo>
                    <a:pt x="133429" y="6044332"/>
                  </a:lnTo>
                  <a:lnTo>
                    <a:pt x="133587" y="6044332"/>
                  </a:lnTo>
                  <a:lnTo>
                    <a:pt x="133745" y="6044332"/>
                  </a:lnTo>
                  <a:lnTo>
                    <a:pt x="133745" y="6043901"/>
                  </a:lnTo>
                  <a:lnTo>
                    <a:pt x="133745" y="6043471"/>
                  </a:lnTo>
                  <a:lnTo>
                    <a:pt x="133902" y="6043471"/>
                  </a:lnTo>
                  <a:lnTo>
                    <a:pt x="133902" y="6043040"/>
                  </a:lnTo>
                  <a:lnTo>
                    <a:pt x="133902" y="6042609"/>
                  </a:lnTo>
                  <a:lnTo>
                    <a:pt x="134060" y="6042609"/>
                  </a:lnTo>
                  <a:lnTo>
                    <a:pt x="134060" y="6042179"/>
                  </a:lnTo>
                  <a:lnTo>
                    <a:pt x="134218" y="6042179"/>
                  </a:lnTo>
                  <a:lnTo>
                    <a:pt x="134218" y="6041748"/>
                  </a:lnTo>
                  <a:lnTo>
                    <a:pt x="134375" y="6041748"/>
                  </a:lnTo>
                  <a:lnTo>
                    <a:pt x="134375" y="6041318"/>
                  </a:lnTo>
                  <a:lnTo>
                    <a:pt x="134533" y="6041318"/>
                  </a:lnTo>
                  <a:lnTo>
                    <a:pt x="134691" y="6041318"/>
                  </a:lnTo>
                  <a:lnTo>
                    <a:pt x="134849" y="6041318"/>
                  </a:lnTo>
                  <a:lnTo>
                    <a:pt x="135006" y="6041318"/>
                  </a:lnTo>
                  <a:lnTo>
                    <a:pt x="135164" y="6041318"/>
                  </a:lnTo>
                  <a:lnTo>
                    <a:pt x="135322" y="6041318"/>
                  </a:lnTo>
                  <a:lnTo>
                    <a:pt x="135322" y="6040887"/>
                  </a:lnTo>
                  <a:lnTo>
                    <a:pt x="135480" y="6040887"/>
                  </a:lnTo>
                  <a:lnTo>
                    <a:pt x="135637" y="6040887"/>
                  </a:lnTo>
                  <a:lnTo>
                    <a:pt x="135637" y="6040456"/>
                  </a:lnTo>
                  <a:lnTo>
                    <a:pt x="135637" y="6040026"/>
                  </a:lnTo>
                  <a:lnTo>
                    <a:pt x="135637" y="6039595"/>
                  </a:lnTo>
                  <a:lnTo>
                    <a:pt x="135637" y="6039165"/>
                  </a:lnTo>
                  <a:lnTo>
                    <a:pt x="135795" y="6039165"/>
                  </a:lnTo>
                  <a:lnTo>
                    <a:pt x="135795" y="6038734"/>
                  </a:lnTo>
                  <a:lnTo>
                    <a:pt x="135795" y="6038303"/>
                  </a:lnTo>
                  <a:lnTo>
                    <a:pt x="135953" y="6038303"/>
                  </a:lnTo>
                  <a:lnTo>
                    <a:pt x="135953" y="6037873"/>
                  </a:lnTo>
                  <a:lnTo>
                    <a:pt x="135953" y="6037442"/>
                  </a:lnTo>
                  <a:lnTo>
                    <a:pt x="135953" y="6037012"/>
                  </a:lnTo>
                  <a:lnTo>
                    <a:pt x="135953" y="6036581"/>
                  </a:lnTo>
                  <a:lnTo>
                    <a:pt x="135953" y="6036150"/>
                  </a:lnTo>
                  <a:lnTo>
                    <a:pt x="136110" y="6036150"/>
                  </a:lnTo>
                  <a:lnTo>
                    <a:pt x="136268" y="6036150"/>
                  </a:lnTo>
                  <a:lnTo>
                    <a:pt x="136426" y="6036150"/>
                  </a:lnTo>
                  <a:lnTo>
                    <a:pt x="136584" y="6036150"/>
                  </a:lnTo>
                  <a:lnTo>
                    <a:pt x="136741" y="6036150"/>
                  </a:lnTo>
                  <a:lnTo>
                    <a:pt x="136899" y="6036150"/>
                  </a:lnTo>
                  <a:lnTo>
                    <a:pt x="137057" y="6036150"/>
                  </a:lnTo>
                  <a:lnTo>
                    <a:pt x="137057" y="6035720"/>
                  </a:lnTo>
                  <a:lnTo>
                    <a:pt x="137214" y="6035720"/>
                  </a:lnTo>
                  <a:lnTo>
                    <a:pt x="137372" y="6035720"/>
                  </a:lnTo>
                  <a:lnTo>
                    <a:pt x="137372" y="6035289"/>
                  </a:lnTo>
                  <a:lnTo>
                    <a:pt x="137530" y="6035289"/>
                  </a:lnTo>
                  <a:lnTo>
                    <a:pt x="137688" y="6035289"/>
                  </a:lnTo>
                  <a:lnTo>
                    <a:pt x="137845" y="6035289"/>
                  </a:lnTo>
                  <a:lnTo>
                    <a:pt x="137845" y="6034859"/>
                  </a:lnTo>
                  <a:lnTo>
                    <a:pt x="138003" y="6034859"/>
                  </a:lnTo>
                  <a:lnTo>
                    <a:pt x="138161" y="6034859"/>
                  </a:lnTo>
                  <a:lnTo>
                    <a:pt x="138161" y="6034428"/>
                  </a:lnTo>
                  <a:lnTo>
                    <a:pt x="138318" y="6034428"/>
                  </a:lnTo>
                  <a:lnTo>
                    <a:pt x="138476" y="6034428"/>
                  </a:lnTo>
                  <a:lnTo>
                    <a:pt x="138634" y="6034428"/>
                  </a:lnTo>
                  <a:lnTo>
                    <a:pt x="138634" y="6033997"/>
                  </a:lnTo>
                  <a:lnTo>
                    <a:pt x="138634" y="6033567"/>
                  </a:lnTo>
                  <a:lnTo>
                    <a:pt x="138792" y="6033567"/>
                  </a:lnTo>
                  <a:lnTo>
                    <a:pt x="138949" y="6033567"/>
                  </a:lnTo>
                  <a:lnTo>
                    <a:pt x="138949" y="6033136"/>
                  </a:lnTo>
                  <a:lnTo>
                    <a:pt x="139107" y="6033136"/>
                  </a:lnTo>
                  <a:lnTo>
                    <a:pt x="139265" y="6033136"/>
                  </a:lnTo>
                  <a:lnTo>
                    <a:pt x="139422" y="6033136"/>
                  </a:lnTo>
                  <a:lnTo>
                    <a:pt x="139580" y="6033136"/>
                  </a:lnTo>
                  <a:lnTo>
                    <a:pt x="139580" y="6032706"/>
                  </a:lnTo>
                  <a:lnTo>
                    <a:pt x="139738" y="6032706"/>
                  </a:lnTo>
                  <a:lnTo>
                    <a:pt x="139896" y="6032706"/>
                  </a:lnTo>
                  <a:lnTo>
                    <a:pt x="140053" y="6032706"/>
                  </a:lnTo>
                  <a:lnTo>
                    <a:pt x="140211" y="6032706"/>
                  </a:lnTo>
                  <a:lnTo>
                    <a:pt x="140369" y="6032706"/>
                  </a:lnTo>
                  <a:lnTo>
                    <a:pt x="140526" y="6032706"/>
                  </a:lnTo>
                  <a:lnTo>
                    <a:pt x="140526" y="6032275"/>
                  </a:lnTo>
                  <a:lnTo>
                    <a:pt x="140526" y="6031844"/>
                  </a:lnTo>
                  <a:lnTo>
                    <a:pt x="140684" y="6031844"/>
                  </a:lnTo>
                  <a:lnTo>
                    <a:pt x="140684" y="6031414"/>
                  </a:lnTo>
                  <a:lnTo>
                    <a:pt x="140842" y="6031414"/>
                  </a:lnTo>
                  <a:lnTo>
                    <a:pt x="141000" y="6031414"/>
                  </a:lnTo>
                  <a:lnTo>
                    <a:pt x="141000" y="6030983"/>
                  </a:lnTo>
                  <a:lnTo>
                    <a:pt x="141157" y="6030983"/>
                  </a:lnTo>
                  <a:lnTo>
                    <a:pt x="141315" y="6030983"/>
                  </a:lnTo>
                  <a:lnTo>
                    <a:pt x="141473" y="6030983"/>
                  </a:lnTo>
                  <a:lnTo>
                    <a:pt x="141631" y="6030983"/>
                  </a:lnTo>
                  <a:lnTo>
                    <a:pt x="141788" y="6030983"/>
                  </a:lnTo>
                  <a:lnTo>
                    <a:pt x="141788" y="6030553"/>
                  </a:lnTo>
                  <a:lnTo>
                    <a:pt x="141788" y="6030122"/>
                  </a:lnTo>
                  <a:lnTo>
                    <a:pt x="141788" y="6029691"/>
                  </a:lnTo>
                  <a:lnTo>
                    <a:pt x="141946" y="6029691"/>
                  </a:lnTo>
                  <a:lnTo>
                    <a:pt x="142104" y="6029691"/>
                  </a:lnTo>
                  <a:lnTo>
                    <a:pt x="142261" y="6029691"/>
                  </a:lnTo>
                  <a:lnTo>
                    <a:pt x="142419" y="6029691"/>
                  </a:lnTo>
                  <a:lnTo>
                    <a:pt x="142577" y="6029691"/>
                  </a:lnTo>
                  <a:lnTo>
                    <a:pt x="142735" y="6029691"/>
                  </a:lnTo>
                  <a:lnTo>
                    <a:pt x="142735" y="6029261"/>
                  </a:lnTo>
                  <a:lnTo>
                    <a:pt x="142892" y="6029261"/>
                  </a:lnTo>
                  <a:lnTo>
                    <a:pt x="143050" y="6029261"/>
                  </a:lnTo>
                  <a:lnTo>
                    <a:pt x="143208" y="6029261"/>
                  </a:lnTo>
                  <a:lnTo>
                    <a:pt x="143365" y="6029261"/>
                  </a:lnTo>
                  <a:lnTo>
                    <a:pt x="143365" y="6028830"/>
                  </a:lnTo>
                  <a:lnTo>
                    <a:pt x="143523" y="6028830"/>
                  </a:lnTo>
                  <a:lnTo>
                    <a:pt x="143681" y="6028830"/>
                  </a:lnTo>
                  <a:lnTo>
                    <a:pt x="143839" y="6028830"/>
                  </a:lnTo>
                  <a:lnTo>
                    <a:pt x="143996" y="6028830"/>
                  </a:lnTo>
                  <a:lnTo>
                    <a:pt x="143996" y="6028400"/>
                  </a:lnTo>
                  <a:lnTo>
                    <a:pt x="144154" y="6028400"/>
                  </a:lnTo>
                  <a:lnTo>
                    <a:pt x="144312" y="6028400"/>
                  </a:lnTo>
                  <a:lnTo>
                    <a:pt x="144469" y="6028400"/>
                  </a:lnTo>
                  <a:lnTo>
                    <a:pt x="144469" y="6027969"/>
                  </a:lnTo>
                  <a:lnTo>
                    <a:pt x="144627" y="6027969"/>
                  </a:lnTo>
                  <a:lnTo>
                    <a:pt x="144785" y="6027969"/>
                  </a:lnTo>
                  <a:lnTo>
                    <a:pt x="144785" y="6027538"/>
                  </a:lnTo>
                  <a:lnTo>
                    <a:pt x="144785" y="6027108"/>
                  </a:lnTo>
                  <a:lnTo>
                    <a:pt x="144785" y="6026677"/>
                  </a:lnTo>
                  <a:lnTo>
                    <a:pt x="144943" y="6026677"/>
                  </a:lnTo>
                  <a:lnTo>
                    <a:pt x="144943" y="6026247"/>
                  </a:lnTo>
                  <a:lnTo>
                    <a:pt x="144943" y="6025816"/>
                  </a:lnTo>
                  <a:lnTo>
                    <a:pt x="144943" y="6025385"/>
                  </a:lnTo>
                  <a:lnTo>
                    <a:pt x="145100" y="6025385"/>
                  </a:lnTo>
                  <a:lnTo>
                    <a:pt x="145100" y="6024955"/>
                  </a:lnTo>
                  <a:lnTo>
                    <a:pt x="145100" y="6024524"/>
                  </a:lnTo>
                  <a:lnTo>
                    <a:pt x="145100" y="6024094"/>
                  </a:lnTo>
                  <a:lnTo>
                    <a:pt x="145258" y="6024094"/>
                  </a:lnTo>
                  <a:lnTo>
                    <a:pt x="145258" y="6023663"/>
                  </a:lnTo>
                  <a:lnTo>
                    <a:pt x="145416" y="6023663"/>
                  </a:lnTo>
                  <a:lnTo>
                    <a:pt x="145573" y="6023663"/>
                  </a:lnTo>
                  <a:lnTo>
                    <a:pt x="145573" y="6023232"/>
                  </a:lnTo>
                  <a:lnTo>
                    <a:pt x="145573" y="6022802"/>
                  </a:lnTo>
                  <a:lnTo>
                    <a:pt x="145731" y="6022802"/>
                  </a:lnTo>
                  <a:lnTo>
                    <a:pt x="145731" y="6022371"/>
                  </a:lnTo>
                  <a:lnTo>
                    <a:pt x="145889" y="6022371"/>
                  </a:lnTo>
                  <a:lnTo>
                    <a:pt x="146047" y="6022371"/>
                  </a:lnTo>
                  <a:lnTo>
                    <a:pt x="146204" y="6022371"/>
                  </a:lnTo>
                  <a:lnTo>
                    <a:pt x="146204" y="6021941"/>
                  </a:lnTo>
                  <a:lnTo>
                    <a:pt x="146204" y="6021510"/>
                  </a:lnTo>
                  <a:lnTo>
                    <a:pt x="146204" y="6021079"/>
                  </a:lnTo>
                  <a:lnTo>
                    <a:pt x="146362" y="6021079"/>
                  </a:lnTo>
                  <a:lnTo>
                    <a:pt x="146520" y="6021079"/>
                  </a:lnTo>
                  <a:lnTo>
                    <a:pt x="146677" y="6021079"/>
                  </a:lnTo>
                  <a:lnTo>
                    <a:pt x="146835" y="6021079"/>
                  </a:lnTo>
                  <a:lnTo>
                    <a:pt x="146993" y="6021079"/>
                  </a:lnTo>
                  <a:lnTo>
                    <a:pt x="147151" y="6021079"/>
                  </a:lnTo>
                  <a:lnTo>
                    <a:pt x="147151" y="6020649"/>
                  </a:lnTo>
                  <a:lnTo>
                    <a:pt x="147308" y="6020649"/>
                  </a:lnTo>
                  <a:lnTo>
                    <a:pt x="147308" y="6020218"/>
                  </a:lnTo>
                  <a:lnTo>
                    <a:pt x="147466" y="6020218"/>
                  </a:lnTo>
                  <a:lnTo>
                    <a:pt x="147466" y="6019788"/>
                  </a:lnTo>
                  <a:lnTo>
                    <a:pt x="147466" y="6019357"/>
                  </a:lnTo>
                  <a:lnTo>
                    <a:pt x="147624" y="6019357"/>
                  </a:lnTo>
                  <a:lnTo>
                    <a:pt x="147624" y="6018926"/>
                  </a:lnTo>
                  <a:lnTo>
                    <a:pt x="147782" y="6018926"/>
                  </a:lnTo>
                  <a:lnTo>
                    <a:pt x="147939" y="6018926"/>
                  </a:lnTo>
                  <a:lnTo>
                    <a:pt x="147939" y="6018496"/>
                  </a:lnTo>
                  <a:lnTo>
                    <a:pt x="148097" y="6018496"/>
                  </a:lnTo>
                  <a:lnTo>
                    <a:pt x="148097" y="6018065"/>
                  </a:lnTo>
                  <a:lnTo>
                    <a:pt x="148255" y="6018065"/>
                  </a:lnTo>
                  <a:lnTo>
                    <a:pt x="148412" y="6018065"/>
                  </a:lnTo>
                  <a:lnTo>
                    <a:pt x="148570" y="6018065"/>
                  </a:lnTo>
                  <a:lnTo>
                    <a:pt x="148570" y="6017635"/>
                  </a:lnTo>
                  <a:lnTo>
                    <a:pt x="148728" y="6017635"/>
                  </a:lnTo>
                  <a:lnTo>
                    <a:pt x="148886" y="6017635"/>
                  </a:lnTo>
                  <a:lnTo>
                    <a:pt x="149043" y="6017635"/>
                  </a:lnTo>
                  <a:lnTo>
                    <a:pt x="149201" y="6017635"/>
                  </a:lnTo>
                  <a:lnTo>
                    <a:pt x="149359" y="6017635"/>
                  </a:lnTo>
                  <a:lnTo>
                    <a:pt x="149359" y="6017204"/>
                  </a:lnTo>
                  <a:lnTo>
                    <a:pt x="149359" y="6016773"/>
                  </a:lnTo>
                  <a:lnTo>
                    <a:pt x="149516" y="6016773"/>
                  </a:lnTo>
                  <a:lnTo>
                    <a:pt x="149674" y="6016773"/>
                  </a:lnTo>
                  <a:lnTo>
                    <a:pt x="149674" y="6016343"/>
                  </a:lnTo>
                  <a:lnTo>
                    <a:pt x="149674" y="6015912"/>
                  </a:lnTo>
                  <a:lnTo>
                    <a:pt x="149832" y="6015912"/>
                  </a:lnTo>
                  <a:lnTo>
                    <a:pt x="149990" y="6015912"/>
                  </a:lnTo>
                  <a:lnTo>
                    <a:pt x="149990" y="6015482"/>
                  </a:lnTo>
                  <a:lnTo>
                    <a:pt x="149990" y="6015051"/>
                  </a:lnTo>
                  <a:lnTo>
                    <a:pt x="150147" y="6015051"/>
                  </a:lnTo>
                  <a:lnTo>
                    <a:pt x="150147" y="6014620"/>
                  </a:lnTo>
                  <a:lnTo>
                    <a:pt x="150305" y="6014620"/>
                  </a:lnTo>
                  <a:lnTo>
                    <a:pt x="150463" y="6014620"/>
                  </a:lnTo>
                  <a:lnTo>
                    <a:pt x="150620" y="6014620"/>
                  </a:lnTo>
                  <a:lnTo>
                    <a:pt x="150620" y="6014190"/>
                  </a:lnTo>
                  <a:lnTo>
                    <a:pt x="150778" y="6014190"/>
                  </a:lnTo>
                  <a:lnTo>
                    <a:pt x="150936" y="6014190"/>
                  </a:lnTo>
                  <a:lnTo>
                    <a:pt x="151094" y="6014190"/>
                  </a:lnTo>
                  <a:lnTo>
                    <a:pt x="151094" y="6013759"/>
                  </a:lnTo>
                  <a:lnTo>
                    <a:pt x="151094" y="6013329"/>
                  </a:lnTo>
                  <a:lnTo>
                    <a:pt x="151094" y="6012898"/>
                  </a:lnTo>
                  <a:lnTo>
                    <a:pt x="151251" y="6012898"/>
                  </a:lnTo>
                  <a:lnTo>
                    <a:pt x="151251" y="6012467"/>
                  </a:lnTo>
                  <a:lnTo>
                    <a:pt x="151409" y="6012467"/>
                  </a:lnTo>
                  <a:lnTo>
                    <a:pt x="151409" y="6012037"/>
                  </a:lnTo>
                  <a:lnTo>
                    <a:pt x="151567" y="6012037"/>
                  </a:lnTo>
                  <a:lnTo>
                    <a:pt x="151567" y="6011606"/>
                  </a:lnTo>
                  <a:lnTo>
                    <a:pt x="151567" y="6011176"/>
                  </a:lnTo>
                  <a:lnTo>
                    <a:pt x="151724" y="6011176"/>
                  </a:lnTo>
                  <a:lnTo>
                    <a:pt x="151882" y="6011176"/>
                  </a:lnTo>
                  <a:lnTo>
                    <a:pt x="151882" y="6010745"/>
                  </a:lnTo>
                  <a:lnTo>
                    <a:pt x="151882" y="6010314"/>
                  </a:lnTo>
                  <a:lnTo>
                    <a:pt x="151882" y="6009884"/>
                  </a:lnTo>
                  <a:lnTo>
                    <a:pt x="151882" y="6009453"/>
                  </a:lnTo>
                  <a:lnTo>
                    <a:pt x="151882" y="6009023"/>
                  </a:lnTo>
                  <a:lnTo>
                    <a:pt x="152040" y="6009023"/>
                  </a:lnTo>
                  <a:lnTo>
                    <a:pt x="152198" y="6009023"/>
                  </a:lnTo>
                  <a:lnTo>
                    <a:pt x="152355" y="6009023"/>
                  </a:lnTo>
                  <a:lnTo>
                    <a:pt x="152355" y="6008592"/>
                  </a:lnTo>
                  <a:lnTo>
                    <a:pt x="152355" y="6008161"/>
                  </a:lnTo>
                  <a:lnTo>
                    <a:pt x="152355" y="6007731"/>
                  </a:lnTo>
                  <a:lnTo>
                    <a:pt x="152513" y="6007731"/>
                  </a:lnTo>
                  <a:lnTo>
                    <a:pt x="152671" y="6007731"/>
                  </a:lnTo>
                  <a:lnTo>
                    <a:pt x="152829" y="6007731"/>
                  </a:lnTo>
                  <a:lnTo>
                    <a:pt x="152986" y="6007731"/>
                  </a:lnTo>
                  <a:lnTo>
                    <a:pt x="153144" y="6007731"/>
                  </a:lnTo>
                  <a:lnTo>
                    <a:pt x="153302" y="6007731"/>
                  </a:lnTo>
                  <a:lnTo>
                    <a:pt x="153302" y="6007300"/>
                  </a:lnTo>
                  <a:lnTo>
                    <a:pt x="153302" y="6006870"/>
                  </a:lnTo>
                  <a:lnTo>
                    <a:pt x="153459" y="6006870"/>
                  </a:lnTo>
                  <a:lnTo>
                    <a:pt x="153617" y="6006870"/>
                  </a:lnTo>
                  <a:lnTo>
                    <a:pt x="153617" y="6006439"/>
                  </a:lnTo>
                  <a:lnTo>
                    <a:pt x="153617" y="6006008"/>
                  </a:lnTo>
                  <a:lnTo>
                    <a:pt x="153775" y="6006008"/>
                  </a:lnTo>
                  <a:lnTo>
                    <a:pt x="153933" y="6006008"/>
                  </a:lnTo>
                  <a:lnTo>
                    <a:pt x="153933" y="6005578"/>
                  </a:lnTo>
                  <a:lnTo>
                    <a:pt x="154090" y="6005578"/>
                  </a:lnTo>
                  <a:lnTo>
                    <a:pt x="154090" y="6005147"/>
                  </a:lnTo>
                  <a:lnTo>
                    <a:pt x="154248" y="6005147"/>
                  </a:lnTo>
                  <a:lnTo>
                    <a:pt x="154248" y="6004717"/>
                  </a:lnTo>
                  <a:lnTo>
                    <a:pt x="154406" y="6004717"/>
                  </a:lnTo>
                  <a:lnTo>
                    <a:pt x="154563" y="6004717"/>
                  </a:lnTo>
                  <a:lnTo>
                    <a:pt x="154563" y="6004286"/>
                  </a:lnTo>
                  <a:lnTo>
                    <a:pt x="154721" y="6004286"/>
                  </a:lnTo>
                  <a:lnTo>
                    <a:pt x="154721" y="6003855"/>
                  </a:lnTo>
                  <a:lnTo>
                    <a:pt x="154721" y="6003425"/>
                  </a:lnTo>
                  <a:lnTo>
                    <a:pt x="154879" y="6003425"/>
                  </a:lnTo>
                  <a:lnTo>
                    <a:pt x="154879" y="6002994"/>
                  </a:lnTo>
                  <a:lnTo>
                    <a:pt x="154879" y="6002564"/>
                  </a:lnTo>
                  <a:lnTo>
                    <a:pt x="155037" y="6002564"/>
                  </a:lnTo>
                  <a:lnTo>
                    <a:pt x="155194" y="6002564"/>
                  </a:lnTo>
                  <a:lnTo>
                    <a:pt x="155194" y="6002133"/>
                  </a:lnTo>
                  <a:lnTo>
                    <a:pt x="155352" y="6002133"/>
                  </a:lnTo>
                  <a:lnTo>
                    <a:pt x="155510" y="6002133"/>
                  </a:lnTo>
                  <a:lnTo>
                    <a:pt x="155510" y="6001702"/>
                  </a:lnTo>
                  <a:lnTo>
                    <a:pt x="155510" y="6001272"/>
                  </a:lnTo>
                  <a:lnTo>
                    <a:pt x="155510" y="6000841"/>
                  </a:lnTo>
                  <a:lnTo>
                    <a:pt x="155510" y="6000411"/>
                  </a:lnTo>
                  <a:lnTo>
                    <a:pt x="155667" y="6000411"/>
                  </a:lnTo>
                  <a:lnTo>
                    <a:pt x="155667" y="5999980"/>
                  </a:lnTo>
                  <a:lnTo>
                    <a:pt x="155825" y="5999980"/>
                  </a:lnTo>
                  <a:lnTo>
                    <a:pt x="155983" y="5999980"/>
                  </a:lnTo>
                  <a:lnTo>
                    <a:pt x="156141" y="5999980"/>
                  </a:lnTo>
                  <a:lnTo>
                    <a:pt x="156298" y="5999980"/>
                  </a:lnTo>
                  <a:lnTo>
                    <a:pt x="156298" y="5999549"/>
                  </a:lnTo>
                  <a:lnTo>
                    <a:pt x="156456" y="5999549"/>
                  </a:lnTo>
                  <a:lnTo>
                    <a:pt x="156614" y="5999549"/>
                  </a:lnTo>
                  <a:lnTo>
                    <a:pt x="156771" y="5999549"/>
                  </a:lnTo>
                  <a:lnTo>
                    <a:pt x="156929" y="5999549"/>
                  </a:lnTo>
                  <a:lnTo>
                    <a:pt x="156929" y="5999119"/>
                  </a:lnTo>
                  <a:lnTo>
                    <a:pt x="157087" y="5999119"/>
                  </a:lnTo>
                  <a:lnTo>
                    <a:pt x="157087" y="5998688"/>
                  </a:lnTo>
                  <a:lnTo>
                    <a:pt x="157245" y="5998688"/>
                  </a:lnTo>
                  <a:lnTo>
                    <a:pt x="157245" y="5998258"/>
                  </a:lnTo>
                  <a:lnTo>
                    <a:pt x="157402" y="5998258"/>
                  </a:lnTo>
                  <a:lnTo>
                    <a:pt x="157560" y="5998258"/>
                  </a:lnTo>
                  <a:lnTo>
                    <a:pt x="157560" y="5997827"/>
                  </a:lnTo>
                  <a:lnTo>
                    <a:pt x="157560" y="5997396"/>
                  </a:lnTo>
                  <a:lnTo>
                    <a:pt x="157560" y="5996966"/>
                  </a:lnTo>
                  <a:lnTo>
                    <a:pt x="157560" y="5996535"/>
                  </a:lnTo>
                  <a:lnTo>
                    <a:pt x="157560" y="5996105"/>
                  </a:lnTo>
                  <a:lnTo>
                    <a:pt x="157718" y="5996105"/>
                  </a:lnTo>
                  <a:lnTo>
                    <a:pt x="157875" y="5996105"/>
                  </a:lnTo>
                  <a:lnTo>
                    <a:pt x="158033" y="5996105"/>
                  </a:lnTo>
                  <a:lnTo>
                    <a:pt x="158191" y="5996105"/>
                  </a:lnTo>
                  <a:lnTo>
                    <a:pt x="158349" y="5996105"/>
                  </a:lnTo>
                  <a:lnTo>
                    <a:pt x="158506" y="5996105"/>
                  </a:lnTo>
                  <a:lnTo>
                    <a:pt x="158664" y="5996105"/>
                  </a:lnTo>
                  <a:lnTo>
                    <a:pt x="158664" y="5995674"/>
                  </a:lnTo>
                  <a:lnTo>
                    <a:pt x="158664" y="5995243"/>
                  </a:lnTo>
                  <a:lnTo>
                    <a:pt x="158664" y="5994813"/>
                  </a:lnTo>
                  <a:lnTo>
                    <a:pt x="158822" y="5994813"/>
                  </a:lnTo>
                  <a:lnTo>
                    <a:pt x="158980" y="5994813"/>
                  </a:lnTo>
                  <a:lnTo>
                    <a:pt x="158980" y="5994382"/>
                  </a:lnTo>
                  <a:lnTo>
                    <a:pt x="159137" y="5994382"/>
                  </a:lnTo>
                  <a:lnTo>
                    <a:pt x="159137" y="5993952"/>
                  </a:lnTo>
                  <a:lnTo>
                    <a:pt x="159295" y="5993952"/>
                  </a:lnTo>
                  <a:lnTo>
                    <a:pt x="159295" y="5993521"/>
                  </a:lnTo>
                  <a:lnTo>
                    <a:pt x="159295" y="5993090"/>
                  </a:lnTo>
                  <a:lnTo>
                    <a:pt x="159453" y="5993090"/>
                  </a:lnTo>
                  <a:lnTo>
                    <a:pt x="159453" y="5992660"/>
                  </a:lnTo>
                  <a:lnTo>
                    <a:pt x="159610" y="5992660"/>
                  </a:lnTo>
                  <a:lnTo>
                    <a:pt x="159768" y="5992660"/>
                  </a:lnTo>
                  <a:lnTo>
                    <a:pt x="159926" y="5992660"/>
                  </a:lnTo>
                  <a:lnTo>
                    <a:pt x="159926" y="5992229"/>
                  </a:lnTo>
                  <a:lnTo>
                    <a:pt x="160084" y="5992229"/>
                  </a:lnTo>
                  <a:lnTo>
                    <a:pt x="160241" y="5992229"/>
                  </a:lnTo>
                  <a:lnTo>
                    <a:pt x="160399" y="5992229"/>
                  </a:lnTo>
                  <a:lnTo>
                    <a:pt x="160557" y="5992229"/>
                  </a:lnTo>
                  <a:lnTo>
                    <a:pt x="160557" y="5991799"/>
                  </a:lnTo>
                  <a:lnTo>
                    <a:pt x="160714" y="5991799"/>
                  </a:lnTo>
                  <a:lnTo>
                    <a:pt x="160714" y="5991368"/>
                  </a:lnTo>
                  <a:lnTo>
                    <a:pt x="160714" y="5990937"/>
                  </a:lnTo>
                  <a:lnTo>
                    <a:pt x="160872" y="5990937"/>
                  </a:lnTo>
                  <a:lnTo>
                    <a:pt x="160872" y="5990507"/>
                  </a:lnTo>
                  <a:lnTo>
                    <a:pt x="161030" y="5990507"/>
                  </a:lnTo>
                  <a:lnTo>
                    <a:pt x="161188" y="5990507"/>
                  </a:lnTo>
                  <a:lnTo>
                    <a:pt x="161188" y="5990076"/>
                  </a:lnTo>
                  <a:lnTo>
                    <a:pt x="161345" y="5990076"/>
                  </a:lnTo>
                  <a:lnTo>
                    <a:pt x="161503" y="5990076"/>
                  </a:lnTo>
                  <a:lnTo>
                    <a:pt x="161503" y="5989646"/>
                  </a:lnTo>
                  <a:lnTo>
                    <a:pt x="161661" y="5989646"/>
                  </a:lnTo>
                  <a:lnTo>
                    <a:pt x="161661" y="5989215"/>
                  </a:lnTo>
                  <a:lnTo>
                    <a:pt x="161818" y="5989215"/>
                  </a:lnTo>
                  <a:lnTo>
                    <a:pt x="161976" y="5989215"/>
                  </a:lnTo>
                  <a:lnTo>
                    <a:pt x="161976" y="5988784"/>
                  </a:lnTo>
                  <a:lnTo>
                    <a:pt x="162134" y="5988784"/>
                  </a:lnTo>
                  <a:lnTo>
                    <a:pt x="162292" y="5988784"/>
                  </a:lnTo>
                  <a:lnTo>
                    <a:pt x="162449" y="5988784"/>
                  </a:lnTo>
                  <a:lnTo>
                    <a:pt x="162607" y="5988784"/>
                  </a:lnTo>
                  <a:lnTo>
                    <a:pt x="162607" y="5988354"/>
                  </a:lnTo>
                  <a:lnTo>
                    <a:pt x="162765" y="5988354"/>
                  </a:lnTo>
                  <a:lnTo>
                    <a:pt x="162922" y="5988354"/>
                  </a:lnTo>
                  <a:lnTo>
                    <a:pt x="163080" y="5988354"/>
                  </a:lnTo>
                  <a:lnTo>
                    <a:pt x="163080" y="5987923"/>
                  </a:lnTo>
                  <a:lnTo>
                    <a:pt x="163238" y="5987923"/>
                  </a:lnTo>
                  <a:lnTo>
                    <a:pt x="163396" y="5987923"/>
                  </a:lnTo>
                  <a:lnTo>
                    <a:pt x="163553" y="5987923"/>
                  </a:lnTo>
                  <a:lnTo>
                    <a:pt x="163553" y="5987493"/>
                  </a:lnTo>
                  <a:lnTo>
                    <a:pt x="163711" y="5987493"/>
                  </a:lnTo>
                  <a:lnTo>
                    <a:pt x="163869" y="5987493"/>
                  </a:lnTo>
                  <a:lnTo>
                    <a:pt x="164027" y="5987493"/>
                  </a:lnTo>
                  <a:lnTo>
                    <a:pt x="164184" y="5987493"/>
                  </a:lnTo>
                  <a:lnTo>
                    <a:pt x="164342" y="5987493"/>
                  </a:lnTo>
                  <a:lnTo>
                    <a:pt x="164500" y="5987493"/>
                  </a:lnTo>
                  <a:lnTo>
                    <a:pt x="164657" y="5987493"/>
                  </a:lnTo>
                  <a:lnTo>
                    <a:pt x="164815" y="5987493"/>
                  </a:lnTo>
                  <a:lnTo>
                    <a:pt x="164973" y="5987493"/>
                  </a:lnTo>
                  <a:lnTo>
                    <a:pt x="165131" y="5987493"/>
                  </a:lnTo>
                  <a:lnTo>
                    <a:pt x="165288" y="5987493"/>
                  </a:lnTo>
                  <a:lnTo>
                    <a:pt x="165446" y="5987493"/>
                  </a:lnTo>
                  <a:lnTo>
                    <a:pt x="165446" y="5987062"/>
                  </a:lnTo>
                  <a:lnTo>
                    <a:pt x="165604" y="5987062"/>
                  </a:lnTo>
                  <a:lnTo>
                    <a:pt x="165604" y="5986631"/>
                  </a:lnTo>
                  <a:lnTo>
                    <a:pt x="165761" y="5986631"/>
                  </a:lnTo>
                  <a:lnTo>
                    <a:pt x="165761" y="5986201"/>
                  </a:lnTo>
                  <a:lnTo>
                    <a:pt x="165761" y="5985770"/>
                  </a:lnTo>
                  <a:lnTo>
                    <a:pt x="165919" y="5985770"/>
                  </a:lnTo>
                  <a:lnTo>
                    <a:pt x="166077" y="5985770"/>
                  </a:lnTo>
                  <a:lnTo>
                    <a:pt x="166077" y="5985340"/>
                  </a:lnTo>
                  <a:lnTo>
                    <a:pt x="166077" y="5984909"/>
                  </a:lnTo>
                  <a:lnTo>
                    <a:pt x="166235" y="5984909"/>
                  </a:lnTo>
                  <a:lnTo>
                    <a:pt x="166235" y="5984478"/>
                  </a:lnTo>
                  <a:lnTo>
                    <a:pt x="166235" y="5984048"/>
                  </a:lnTo>
                  <a:lnTo>
                    <a:pt x="166235" y="5983617"/>
                  </a:lnTo>
                  <a:lnTo>
                    <a:pt x="166392" y="5983617"/>
                  </a:lnTo>
                  <a:lnTo>
                    <a:pt x="166392" y="5983187"/>
                  </a:lnTo>
                  <a:lnTo>
                    <a:pt x="166550" y="5983187"/>
                  </a:lnTo>
                  <a:lnTo>
                    <a:pt x="166708" y="5983187"/>
                  </a:lnTo>
                  <a:lnTo>
                    <a:pt x="166865" y="5983187"/>
                  </a:lnTo>
                  <a:lnTo>
                    <a:pt x="166865" y="5982756"/>
                  </a:lnTo>
                  <a:lnTo>
                    <a:pt x="167023" y="5982756"/>
                  </a:lnTo>
                  <a:lnTo>
                    <a:pt x="167181" y="5982756"/>
                  </a:lnTo>
                  <a:lnTo>
                    <a:pt x="167339" y="5982756"/>
                  </a:lnTo>
                  <a:lnTo>
                    <a:pt x="167496" y="5982756"/>
                  </a:lnTo>
                  <a:lnTo>
                    <a:pt x="167496" y="5982325"/>
                  </a:lnTo>
                  <a:lnTo>
                    <a:pt x="167654" y="5982325"/>
                  </a:lnTo>
                  <a:lnTo>
                    <a:pt x="167654" y="5981895"/>
                  </a:lnTo>
                  <a:lnTo>
                    <a:pt x="167812" y="5981895"/>
                  </a:lnTo>
                  <a:lnTo>
                    <a:pt x="167812" y="5981464"/>
                  </a:lnTo>
                  <a:lnTo>
                    <a:pt x="167812" y="5981034"/>
                  </a:lnTo>
                  <a:lnTo>
                    <a:pt x="167969" y="5981034"/>
                  </a:lnTo>
                  <a:lnTo>
                    <a:pt x="167969" y="5980603"/>
                  </a:lnTo>
                  <a:lnTo>
                    <a:pt x="168127" y="5980603"/>
                  </a:lnTo>
                  <a:lnTo>
                    <a:pt x="168285" y="5980603"/>
                  </a:lnTo>
                  <a:lnTo>
                    <a:pt x="168285" y="5980172"/>
                  </a:lnTo>
                  <a:lnTo>
                    <a:pt x="168285" y="5979742"/>
                  </a:lnTo>
                  <a:lnTo>
                    <a:pt x="168443" y="5979742"/>
                  </a:lnTo>
                  <a:lnTo>
                    <a:pt x="168600" y="5979742"/>
                  </a:lnTo>
                  <a:lnTo>
                    <a:pt x="168758" y="5979742"/>
                  </a:lnTo>
                  <a:lnTo>
                    <a:pt x="168916" y="5979742"/>
                  </a:lnTo>
                  <a:lnTo>
                    <a:pt x="169073" y="5979742"/>
                  </a:lnTo>
                  <a:lnTo>
                    <a:pt x="169231" y="5979742"/>
                  </a:lnTo>
                  <a:lnTo>
                    <a:pt x="169231" y="5979311"/>
                  </a:lnTo>
                  <a:lnTo>
                    <a:pt x="169389" y="5979311"/>
                  </a:lnTo>
                  <a:lnTo>
                    <a:pt x="169389" y="5978881"/>
                  </a:lnTo>
                  <a:lnTo>
                    <a:pt x="169389" y="5978450"/>
                  </a:lnTo>
                  <a:lnTo>
                    <a:pt x="169547" y="5978450"/>
                  </a:lnTo>
                  <a:lnTo>
                    <a:pt x="169547" y="5978019"/>
                  </a:lnTo>
                  <a:lnTo>
                    <a:pt x="169704" y="5978019"/>
                  </a:lnTo>
                  <a:lnTo>
                    <a:pt x="169704" y="5977589"/>
                  </a:lnTo>
                  <a:lnTo>
                    <a:pt x="169704" y="5977158"/>
                  </a:lnTo>
                  <a:lnTo>
                    <a:pt x="169704" y="5976728"/>
                  </a:lnTo>
                  <a:lnTo>
                    <a:pt x="169704" y="5976297"/>
                  </a:lnTo>
                  <a:lnTo>
                    <a:pt x="169862" y="5976297"/>
                  </a:lnTo>
                  <a:lnTo>
                    <a:pt x="169862" y="5975866"/>
                  </a:lnTo>
                  <a:lnTo>
                    <a:pt x="170020" y="5975866"/>
                  </a:lnTo>
                  <a:lnTo>
                    <a:pt x="170178" y="5975866"/>
                  </a:lnTo>
                  <a:lnTo>
                    <a:pt x="170335" y="5975866"/>
                  </a:lnTo>
                  <a:lnTo>
                    <a:pt x="170493" y="5975866"/>
                  </a:lnTo>
                  <a:lnTo>
                    <a:pt x="170651" y="5975866"/>
                  </a:lnTo>
                  <a:lnTo>
                    <a:pt x="170808" y="5975866"/>
                  </a:lnTo>
                  <a:lnTo>
                    <a:pt x="170966" y="5975866"/>
                  </a:lnTo>
                  <a:lnTo>
                    <a:pt x="170966" y="5975436"/>
                  </a:lnTo>
                  <a:lnTo>
                    <a:pt x="170966" y="5975005"/>
                  </a:lnTo>
                  <a:lnTo>
                    <a:pt x="171124" y="5975005"/>
                  </a:lnTo>
                  <a:lnTo>
                    <a:pt x="171282" y="5975005"/>
                  </a:lnTo>
                  <a:lnTo>
                    <a:pt x="171439" y="5975005"/>
                  </a:lnTo>
                  <a:lnTo>
                    <a:pt x="171597" y="5975005"/>
                  </a:lnTo>
                  <a:lnTo>
                    <a:pt x="171755" y="5975005"/>
                  </a:lnTo>
                  <a:lnTo>
                    <a:pt x="171755" y="5974575"/>
                  </a:lnTo>
                  <a:lnTo>
                    <a:pt x="171755" y="5974144"/>
                  </a:lnTo>
                  <a:lnTo>
                    <a:pt x="171912" y="5974144"/>
                  </a:lnTo>
                  <a:lnTo>
                    <a:pt x="172070" y="5974144"/>
                  </a:lnTo>
                  <a:lnTo>
                    <a:pt x="172070" y="5973713"/>
                  </a:lnTo>
                  <a:lnTo>
                    <a:pt x="172228" y="5973713"/>
                  </a:lnTo>
                  <a:lnTo>
                    <a:pt x="172386" y="5973713"/>
                  </a:lnTo>
                  <a:lnTo>
                    <a:pt x="172543" y="5973713"/>
                  </a:lnTo>
                  <a:lnTo>
                    <a:pt x="172701" y="5973713"/>
                  </a:lnTo>
                  <a:lnTo>
                    <a:pt x="172701" y="5973283"/>
                  </a:lnTo>
                  <a:lnTo>
                    <a:pt x="172701" y="5972852"/>
                  </a:lnTo>
                  <a:lnTo>
                    <a:pt x="172859" y="5972852"/>
                  </a:lnTo>
                  <a:lnTo>
                    <a:pt x="173016" y="5972852"/>
                  </a:lnTo>
                  <a:lnTo>
                    <a:pt x="173016" y="5972422"/>
                  </a:lnTo>
                  <a:lnTo>
                    <a:pt x="173174" y="5972422"/>
                  </a:lnTo>
                  <a:lnTo>
                    <a:pt x="173332" y="5972422"/>
                  </a:lnTo>
                  <a:lnTo>
                    <a:pt x="173490" y="5972422"/>
                  </a:lnTo>
                  <a:lnTo>
                    <a:pt x="173647" y="5972422"/>
                  </a:lnTo>
                  <a:lnTo>
                    <a:pt x="173647" y="5971991"/>
                  </a:lnTo>
                  <a:lnTo>
                    <a:pt x="173805" y="5971991"/>
                  </a:lnTo>
                  <a:lnTo>
                    <a:pt x="173805" y="5971560"/>
                  </a:lnTo>
                  <a:lnTo>
                    <a:pt x="173963" y="5971560"/>
                  </a:lnTo>
                  <a:lnTo>
                    <a:pt x="174120" y="5971560"/>
                  </a:lnTo>
                  <a:lnTo>
                    <a:pt x="174278" y="5971560"/>
                  </a:lnTo>
                  <a:lnTo>
                    <a:pt x="174436" y="5971560"/>
                  </a:lnTo>
                  <a:lnTo>
                    <a:pt x="174436" y="5971130"/>
                  </a:lnTo>
                  <a:lnTo>
                    <a:pt x="174594" y="5971130"/>
                  </a:lnTo>
                  <a:lnTo>
                    <a:pt x="174751" y="5971130"/>
                  </a:lnTo>
                  <a:lnTo>
                    <a:pt x="174751" y="5970699"/>
                  </a:lnTo>
                  <a:lnTo>
                    <a:pt x="174909" y="5970699"/>
                  </a:lnTo>
                  <a:lnTo>
                    <a:pt x="175067" y="5970699"/>
                  </a:lnTo>
                  <a:lnTo>
                    <a:pt x="175225" y="5970699"/>
                  </a:lnTo>
                  <a:lnTo>
                    <a:pt x="175225" y="5970269"/>
                  </a:lnTo>
                  <a:lnTo>
                    <a:pt x="175382" y="5970269"/>
                  </a:lnTo>
                  <a:lnTo>
                    <a:pt x="175382" y="5969838"/>
                  </a:lnTo>
                  <a:lnTo>
                    <a:pt x="175382" y="5969407"/>
                  </a:lnTo>
                  <a:lnTo>
                    <a:pt x="175382" y="5968977"/>
                  </a:lnTo>
                  <a:lnTo>
                    <a:pt x="175382" y="5968546"/>
                  </a:lnTo>
                  <a:lnTo>
                    <a:pt x="175382" y="5968116"/>
                  </a:lnTo>
                  <a:lnTo>
                    <a:pt x="175382" y="5967685"/>
                  </a:lnTo>
                  <a:lnTo>
                    <a:pt x="175540" y="5967685"/>
                  </a:lnTo>
                  <a:lnTo>
                    <a:pt x="175540" y="5967254"/>
                  </a:lnTo>
                  <a:lnTo>
                    <a:pt x="175540" y="5966824"/>
                  </a:lnTo>
                  <a:lnTo>
                    <a:pt x="175698" y="5966824"/>
                  </a:lnTo>
                  <a:lnTo>
                    <a:pt x="175855" y="5966824"/>
                  </a:lnTo>
                  <a:lnTo>
                    <a:pt x="176013" y="5966824"/>
                  </a:lnTo>
                  <a:lnTo>
                    <a:pt x="176171" y="5966824"/>
                  </a:lnTo>
                  <a:lnTo>
                    <a:pt x="176329" y="5966824"/>
                  </a:lnTo>
                  <a:lnTo>
                    <a:pt x="176486" y="5966824"/>
                  </a:lnTo>
                  <a:lnTo>
                    <a:pt x="176644" y="5966824"/>
                  </a:lnTo>
                  <a:lnTo>
                    <a:pt x="176644" y="5966393"/>
                  </a:lnTo>
                  <a:lnTo>
                    <a:pt x="176802" y="5966393"/>
                  </a:lnTo>
                  <a:lnTo>
                    <a:pt x="176802" y="5965963"/>
                  </a:lnTo>
                  <a:lnTo>
                    <a:pt x="176802" y="5965532"/>
                  </a:lnTo>
                  <a:lnTo>
                    <a:pt x="176959" y="5965532"/>
                  </a:lnTo>
                  <a:lnTo>
                    <a:pt x="176959" y="5965101"/>
                  </a:lnTo>
                  <a:lnTo>
                    <a:pt x="177117" y="5965101"/>
                  </a:lnTo>
                  <a:lnTo>
                    <a:pt x="177117" y="5964671"/>
                  </a:lnTo>
                  <a:lnTo>
                    <a:pt x="177275" y="5964671"/>
                  </a:lnTo>
                  <a:lnTo>
                    <a:pt x="177433" y="5964671"/>
                  </a:lnTo>
                  <a:lnTo>
                    <a:pt x="177433" y="5964240"/>
                  </a:lnTo>
                  <a:lnTo>
                    <a:pt x="177590" y="5964240"/>
                  </a:lnTo>
                  <a:lnTo>
                    <a:pt x="177590" y="5963810"/>
                  </a:lnTo>
                  <a:lnTo>
                    <a:pt x="177590" y="5963379"/>
                  </a:lnTo>
                  <a:lnTo>
                    <a:pt x="177748" y="5963379"/>
                  </a:lnTo>
                  <a:lnTo>
                    <a:pt x="177748" y="5962948"/>
                  </a:lnTo>
                  <a:lnTo>
                    <a:pt x="177906" y="5962948"/>
                  </a:lnTo>
                  <a:lnTo>
                    <a:pt x="178063" y="5962948"/>
                  </a:lnTo>
                  <a:lnTo>
                    <a:pt x="178063" y="5962518"/>
                  </a:lnTo>
                  <a:lnTo>
                    <a:pt x="178221" y="5962518"/>
                  </a:lnTo>
                  <a:lnTo>
                    <a:pt x="178379" y="5962518"/>
                  </a:lnTo>
                  <a:lnTo>
                    <a:pt x="178379" y="5962087"/>
                  </a:lnTo>
                  <a:lnTo>
                    <a:pt x="178537" y="5962087"/>
                  </a:lnTo>
                  <a:lnTo>
                    <a:pt x="178537" y="5961657"/>
                  </a:lnTo>
                  <a:lnTo>
                    <a:pt x="178694" y="5961657"/>
                  </a:lnTo>
                  <a:lnTo>
                    <a:pt x="178852" y="5961657"/>
                  </a:lnTo>
                  <a:lnTo>
                    <a:pt x="178852" y="5961226"/>
                  </a:lnTo>
                  <a:lnTo>
                    <a:pt x="179010" y="5961226"/>
                  </a:lnTo>
                  <a:lnTo>
                    <a:pt x="179010" y="5960795"/>
                  </a:lnTo>
                  <a:lnTo>
                    <a:pt x="179010" y="5960365"/>
                  </a:lnTo>
                  <a:lnTo>
                    <a:pt x="179167" y="5960365"/>
                  </a:lnTo>
                  <a:lnTo>
                    <a:pt x="179167" y="5959934"/>
                  </a:lnTo>
                  <a:lnTo>
                    <a:pt x="179325" y="5959934"/>
                  </a:lnTo>
                  <a:lnTo>
                    <a:pt x="179325" y="5959504"/>
                  </a:lnTo>
                  <a:lnTo>
                    <a:pt x="179483" y="5959504"/>
                  </a:lnTo>
                  <a:lnTo>
                    <a:pt x="179483" y="5959073"/>
                  </a:lnTo>
                  <a:lnTo>
                    <a:pt x="179641" y="5959073"/>
                  </a:lnTo>
                  <a:lnTo>
                    <a:pt x="179798" y="5959073"/>
                  </a:lnTo>
                  <a:lnTo>
                    <a:pt x="179956" y="5959073"/>
                  </a:lnTo>
                  <a:lnTo>
                    <a:pt x="180114" y="5959073"/>
                  </a:lnTo>
                  <a:lnTo>
                    <a:pt x="180271" y="5959073"/>
                  </a:lnTo>
                  <a:lnTo>
                    <a:pt x="180429" y="5959073"/>
                  </a:lnTo>
                  <a:lnTo>
                    <a:pt x="180429" y="5958642"/>
                  </a:lnTo>
                  <a:lnTo>
                    <a:pt x="180587" y="5958642"/>
                  </a:lnTo>
                  <a:lnTo>
                    <a:pt x="180587" y="5958212"/>
                  </a:lnTo>
                  <a:lnTo>
                    <a:pt x="180745" y="5958212"/>
                  </a:lnTo>
                  <a:lnTo>
                    <a:pt x="180745" y="5957781"/>
                  </a:lnTo>
                  <a:lnTo>
                    <a:pt x="180745" y="5957351"/>
                  </a:lnTo>
                  <a:lnTo>
                    <a:pt x="180902" y="5957351"/>
                  </a:lnTo>
                  <a:lnTo>
                    <a:pt x="181060" y="5957351"/>
                  </a:lnTo>
                  <a:lnTo>
                    <a:pt x="181218" y="5957351"/>
                  </a:lnTo>
                  <a:lnTo>
                    <a:pt x="181218" y="5956920"/>
                  </a:lnTo>
                  <a:lnTo>
                    <a:pt x="181218" y="5956489"/>
                  </a:lnTo>
                  <a:lnTo>
                    <a:pt x="181376" y="5956489"/>
                  </a:lnTo>
                  <a:lnTo>
                    <a:pt x="181533" y="5956489"/>
                  </a:lnTo>
                  <a:lnTo>
                    <a:pt x="181691" y="5956489"/>
                  </a:lnTo>
                  <a:lnTo>
                    <a:pt x="181849" y="5956489"/>
                  </a:lnTo>
                  <a:lnTo>
                    <a:pt x="181849" y="5956059"/>
                  </a:lnTo>
                  <a:lnTo>
                    <a:pt x="181849" y="5955628"/>
                  </a:lnTo>
                  <a:lnTo>
                    <a:pt x="182006" y="5955628"/>
                  </a:lnTo>
                  <a:lnTo>
                    <a:pt x="182164" y="5955628"/>
                  </a:lnTo>
                  <a:lnTo>
                    <a:pt x="182164" y="5955198"/>
                  </a:lnTo>
                  <a:lnTo>
                    <a:pt x="182164" y="5954767"/>
                  </a:lnTo>
                  <a:lnTo>
                    <a:pt x="182164" y="5954336"/>
                  </a:lnTo>
                  <a:lnTo>
                    <a:pt x="182164" y="5953906"/>
                  </a:lnTo>
                  <a:lnTo>
                    <a:pt x="182164" y="5953475"/>
                  </a:lnTo>
                  <a:lnTo>
                    <a:pt x="182322" y="5953475"/>
                  </a:lnTo>
                  <a:lnTo>
                    <a:pt x="182480" y="5953475"/>
                  </a:lnTo>
                  <a:lnTo>
                    <a:pt x="182480" y="5953045"/>
                  </a:lnTo>
                  <a:lnTo>
                    <a:pt x="182480" y="5952614"/>
                  </a:lnTo>
                  <a:lnTo>
                    <a:pt x="182480" y="5952183"/>
                  </a:lnTo>
                  <a:lnTo>
                    <a:pt x="182480" y="5951753"/>
                  </a:lnTo>
                  <a:lnTo>
                    <a:pt x="182480" y="5951322"/>
                  </a:lnTo>
                  <a:lnTo>
                    <a:pt x="182480" y="5950892"/>
                  </a:lnTo>
                  <a:lnTo>
                    <a:pt x="182480" y="5950461"/>
                  </a:lnTo>
                  <a:lnTo>
                    <a:pt x="182637" y="5950461"/>
                  </a:lnTo>
                  <a:lnTo>
                    <a:pt x="182637" y="5950030"/>
                  </a:lnTo>
                  <a:lnTo>
                    <a:pt x="182637" y="5949600"/>
                  </a:lnTo>
                  <a:lnTo>
                    <a:pt x="182795" y="5949600"/>
                  </a:lnTo>
                  <a:lnTo>
                    <a:pt x="182795" y="5949169"/>
                  </a:lnTo>
                  <a:lnTo>
                    <a:pt x="182953" y="5949169"/>
                  </a:lnTo>
                  <a:lnTo>
                    <a:pt x="183110" y="5949169"/>
                  </a:lnTo>
                  <a:lnTo>
                    <a:pt x="183268" y="5949169"/>
                  </a:lnTo>
                  <a:lnTo>
                    <a:pt x="183426" y="5949169"/>
                  </a:lnTo>
                  <a:lnTo>
                    <a:pt x="183426" y="5948739"/>
                  </a:lnTo>
                  <a:lnTo>
                    <a:pt x="183426" y="5948308"/>
                  </a:lnTo>
                  <a:lnTo>
                    <a:pt x="183426" y="5947877"/>
                  </a:lnTo>
                  <a:lnTo>
                    <a:pt x="183584" y="5947877"/>
                  </a:lnTo>
                  <a:lnTo>
                    <a:pt x="183741" y="5947877"/>
                  </a:lnTo>
                  <a:lnTo>
                    <a:pt x="183899" y="5947877"/>
                  </a:lnTo>
                  <a:lnTo>
                    <a:pt x="183899" y="5947447"/>
                  </a:lnTo>
                  <a:lnTo>
                    <a:pt x="184057" y="5947447"/>
                  </a:lnTo>
                  <a:lnTo>
                    <a:pt x="184214" y="5947447"/>
                  </a:lnTo>
                  <a:lnTo>
                    <a:pt x="184214" y="5947016"/>
                  </a:lnTo>
                  <a:lnTo>
                    <a:pt x="184372" y="5947016"/>
                  </a:lnTo>
                  <a:lnTo>
                    <a:pt x="184530" y="5947016"/>
                  </a:lnTo>
                  <a:lnTo>
                    <a:pt x="184688" y="5947016"/>
                  </a:lnTo>
                  <a:lnTo>
                    <a:pt x="184845" y="5947016"/>
                  </a:lnTo>
                  <a:lnTo>
                    <a:pt x="185003" y="5947016"/>
                  </a:lnTo>
                  <a:lnTo>
                    <a:pt x="185161" y="5947016"/>
                  </a:lnTo>
                  <a:lnTo>
                    <a:pt x="185318" y="5947016"/>
                  </a:lnTo>
                  <a:lnTo>
                    <a:pt x="185476" y="5947016"/>
                  </a:lnTo>
                  <a:lnTo>
                    <a:pt x="185634" y="5947016"/>
                  </a:lnTo>
                  <a:lnTo>
                    <a:pt x="185792" y="5947016"/>
                  </a:lnTo>
                  <a:lnTo>
                    <a:pt x="185792" y="5946586"/>
                  </a:lnTo>
                  <a:lnTo>
                    <a:pt x="185949" y="5946586"/>
                  </a:lnTo>
                  <a:lnTo>
                    <a:pt x="186107" y="5946586"/>
                  </a:lnTo>
                  <a:lnTo>
                    <a:pt x="186265" y="5946586"/>
                  </a:lnTo>
                  <a:lnTo>
                    <a:pt x="186423" y="5946586"/>
                  </a:lnTo>
                  <a:lnTo>
                    <a:pt x="186423" y="5946155"/>
                  </a:lnTo>
                  <a:lnTo>
                    <a:pt x="186423" y="5945724"/>
                  </a:lnTo>
                  <a:lnTo>
                    <a:pt x="186580" y="5945724"/>
                  </a:lnTo>
                  <a:lnTo>
                    <a:pt x="186580" y="5945294"/>
                  </a:lnTo>
                  <a:lnTo>
                    <a:pt x="186738" y="5945294"/>
                  </a:lnTo>
                  <a:lnTo>
                    <a:pt x="186896" y="5945294"/>
                  </a:lnTo>
                  <a:lnTo>
                    <a:pt x="186896" y="5944863"/>
                  </a:lnTo>
                  <a:lnTo>
                    <a:pt x="187053" y="5944863"/>
                  </a:lnTo>
                  <a:lnTo>
                    <a:pt x="187211" y="5944863"/>
                  </a:lnTo>
                  <a:lnTo>
                    <a:pt x="187211" y="5944433"/>
                  </a:lnTo>
                  <a:lnTo>
                    <a:pt x="187369" y="5944433"/>
                  </a:lnTo>
                  <a:lnTo>
                    <a:pt x="187527" y="5944433"/>
                  </a:lnTo>
                  <a:lnTo>
                    <a:pt x="187527" y="5944002"/>
                  </a:lnTo>
                  <a:lnTo>
                    <a:pt x="187684" y="5944002"/>
                  </a:lnTo>
                  <a:lnTo>
                    <a:pt x="187842" y="5944002"/>
                  </a:lnTo>
                  <a:lnTo>
                    <a:pt x="187842" y="5943571"/>
                  </a:lnTo>
                  <a:lnTo>
                    <a:pt x="187842" y="5943141"/>
                  </a:lnTo>
                  <a:lnTo>
                    <a:pt x="188000" y="5943141"/>
                  </a:lnTo>
                  <a:lnTo>
                    <a:pt x="188000" y="5942710"/>
                  </a:lnTo>
                  <a:lnTo>
                    <a:pt x="188157" y="5942710"/>
                  </a:lnTo>
                  <a:lnTo>
                    <a:pt x="188315" y="5942710"/>
                  </a:lnTo>
                  <a:lnTo>
                    <a:pt x="188473" y="5942710"/>
                  </a:lnTo>
                  <a:lnTo>
                    <a:pt x="188631" y="5942710"/>
                  </a:lnTo>
                  <a:lnTo>
                    <a:pt x="188631" y="5942280"/>
                  </a:lnTo>
                  <a:lnTo>
                    <a:pt x="188788" y="5942280"/>
                  </a:lnTo>
                  <a:lnTo>
                    <a:pt x="188788" y="5941849"/>
                  </a:lnTo>
                  <a:lnTo>
                    <a:pt x="188946" y="5941849"/>
                  </a:lnTo>
                  <a:lnTo>
                    <a:pt x="188946" y="5941418"/>
                  </a:lnTo>
                  <a:lnTo>
                    <a:pt x="189104" y="5941418"/>
                  </a:lnTo>
                  <a:lnTo>
                    <a:pt x="189104" y="5940988"/>
                  </a:lnTo>
                  <a:lnTo>
                    <a:pt x="189261" y="5940988"/>
                  </a:lnTo>
                  <a:lnTo>
                    <a:pt x="189419" y="5940988"/>
                  </a:lnTo>
                  <a:lnTo>
                    <a:pt x="189419" y="5940557"/>
                  </a:lnTo>
                  <a:lnTo>
                    <a:pt x="189419" y="5940127"/>
                  </a:lnTo>
                  <a:lnTo>
                    <a:pt x="189419" y="5939696"/>
                  </a:lnTo>
                  <a:lnTo>
                    <a:pt x="189577" y="5939696"/>
                  </a:lnTo>
                  <a:lnTo>
                    <a:pt x="189577" y="5939265"/>
                  </a:lnTo>
                  <a:lnTo>
                    <a:pt x="189735" y="5939265"/>
                  </a:lnTo>
                  <a:lnTo>
                    <a:pt x="189892" y="5939265"/>
                  </a:lnTo>
                  <a:lnTo>
                    <a:pt x="189892" y="5938835"/>
                  </a:lnTo>
                  <a:lnTo>
                    <a:pt x="190050" y="5938835"/>
                  </a:lnTo>
                  <a:lnTo>
                    <a:pt x="190208" y="5938835"/>
                  </a:lnTo>
                  <a:lnTo>
                    <a:pt x="190208" y="5938404"/>
                  </a:lnTo>
                  <a:lnTo>
                    <a:pt x="190365" y="5938404"/>
                  </a:lnTo>
                  <a:lnTo>
                    <a:pt x="190523" y="5938404"/>
                  </a:lnTo>
                  <a:lnTo>
                    <a:pt x="190681" y="5938404"/>
                  </a:lnTo>
                  <a:lnTo>
                    <a:pt x="190681" y="5937974"/>
                  </a:lnTo>
                  <a:lnTo>
                    <a:pt x="190681" y="5937543"/>
                  </a:lnTo>
                  <a:lnTo>
                    <a:pt x="190839" y="5937543"/>
                  </a:lnTo>
                  <a:lnTo>
                    <a:pt x="190996" y="5937543"/>
                  </a:lnTo>
                  <a:lnTo>
                    <a:pt x="190996" y="5937112"/>
                  </a:lnTo>
                  <a:lnTo>
                    <a:pt x="190996" y="5936682"/>
                  </a:lnTo>
                  <a:lnTo>
                    <a:pt x="191154" y="5936682"/>
                  </a:lnTo>
                  <a:lnTo>
                    <a:pt x="191312" y="5936682"/>
                  </a:lnTo>
                  <a:lnTo>
                    <a:pt x="191312" y="5936251"/>
                  </a:lnTo>
                  <a:lnTo>
                    <a:pt x="191312" y="5935821"/>
                  </a:lnTo>
                  <a:lnTo>
                    <a:pt x="191469" y="5935821"/>
                  </a:lnTo>
                  <a:lnTo>
                    <a:pt x="191469" y="5935390"/>
                  </a:lnTo>
                  <a:lnTo>
                    <a:pt x="191627" y="5935390"/>
                  </a:lnTo>
                  <a:lnTo>
                    <a:pt x="191785" y="5935390"/>
                  </a:lnTo>
                  <a:lnTo>
                    <a:pt x="191943" y="5935390"/>
                  </a:lnTo>
                  <a:lnTo>
                    <a:pt x="191943" y="5934959"/>
                  </a:lnTo>
                  <a:lnTo>
                    <a:pt x="192100" y="5934959"/>
                  </a:lnTo>
                  <a:lnTo>
                    <a:pt x="192100" y="5934529"/>
                  </a:lnTo>
                  <a:lnTo>
                    <a:pt x="192100" y="5934098"/>
                  </a:lnTo>
                  <a:lnTo>
                    <a:pt x="192100" y="5933668"/>
                  </a:lnTo>
                  <a:lnTo>
                    <a:pt x="192258" y="5933668"/>
                  </a:lnTo>
                  <a:lnTo>
                    <a:pt x="192258" y="5933237"/>
                  </a:lnTo>
                  <a:lnTo>
                    <a:pt x="192258" y="5932806"/>
                  </a:lnTo>
                  <a:lnTo>
                    <a:pt x="192258" y="5932376"/>
                  </a:lnTo>
                  <a:lnTo>
                    <a:pt x="192416" y="5932376"/>
                  </a:lnTo>
                  <a:lnTo>
                    <a:pt x="192416" y="5931945"/>
                  </a:lnTo>
                  <a:lnTo>
                    <a:pt x="192416" y="5931515"/>
                  </a:lnTo>
                  <a:lnTo>
                    <a:pt x="192416" y="5931084"/>
                  </a:lnTo>
                  <a:lnTo>
                    <a:pt x="192416" y="5930653"/>
                  </a:lnTo>
                  <a:lnTo>
                    <a:pt x="192574" y="5930653"/>
                  </a:lnTo>
                  <a:lnTo>
                    <a:pt x="192731" y="5930653"/>
                  </a:lnTo>
                  <a:lnTo>
                    <a:pt x="192731" y="5930223"/>
                  </a:lnTo>
                  <a:lnTo>
                    <a:pt x="192889" y="5930223"/>
                  </a:lnTo>
                  <a:lnTo>
                    <a:pt x="193047" y="5930223"/>
                  </a:lnTo>
                  <a:lnTo>
                    <a:pt x="193204" y="5930223"/>
                  </a:lnTo>
                  <a:lnTo>
                    <a:pt x="193204" y="5929792"/>
                  </a:lnTo>
                  <a:lnTo>
                    <a:pt x="193362" y="5929792"/>
                  </a:lnTo>
                  <a:lnTo>
                    <a:pt x="193362" y="5929362"/>
                  </a:lnTo>
                  <a:lnTo>
                    <a:pt x="193362" y="5928931"/>
                  </a:lnTo>
                  <a:lnTo>
                    <a:pt x="193520" y="5928931"/>
                  </a:lnTo>
                  <a:lnTo>
                    <a:pt x="193520" y="5928500"/>
                  </a:lnTo>
                  <a:lnTo>
                    <a:pt x="193678" y="5928500"/>
                  </a:lnTo>
                  <a:lnTo>
                    <a:pt x="193678" y="5928070"/>
                  </a:lnTo>
                  <a:lnTo>
                    <a:pt x="193835" y="5928070"/>
                  </a:lnTo>
                  <a:lnTo>
                    <a:pt x="193835" y="5927639"/>
                  </a:lnTo>
                  <a:lnTo>
                    <a:pt x="193993" y="5927639"/>
                  </a:lnTo>
                  <a:lnTo>
                    <a:pt x="194151" y="5927639"/>
                  </a:lnTo>
                  <a:lnTo>
                    <a:pt x="194308" y="5927639"/>
                  </a:lnTo>
                  <a:lnTo>
                    <a:pt x="194466" y="5927639"/>
                  </a:lnTo>
                  <a:lnTo>
                    <a:pt x="194624" y="5927639"/>
                  </a:lnTo>
                  <a:lnTo>
                    <a:pt x="194624" y="5927209"/>
                  </a:lnTo>
                  <a:lnTo>
                    <a:pt x="194624" y="5926778"/>
                  </a:lnTo>
                  <a:lnTo>
                    <a:pt x="194624" y="5926347"/>
                  </a:lnTo>
                  <a:lnTo>
                    <a:pt x="194624" y="5925917"/>
                  </a:lnTo>
                  <a:lnTo>
                    <a:pt x="194624" y="5925486"/>
                  </a:lnTo>
                  <a:lnTo>
                    <a:pt x="194624" y="5925056"/>
                  </a:lnTo>
                  <a:lnTo>
                    <a:pt x="194624" y="5924625"/>
                  </a:lnTo>
                  <a:lnTo>
                    <a:pt x="194624" y="5924194"/>
                  </a:lnTo>
                  <a:lnTo>
                    <a:pt x="194624" y="5923764"/>
                  </a:lnTo>
                  <a:lnTo>
                    <a:pt x="194624" y="5923333"/>
                  </a:lnTo>
                  <a:lnTo>
                    <a:pt x="194782" y="5923333"/>
                  </a:lnTo>
                  <a:lnTo>
                    <a:pt x="194939" y="5923333"/>
                  </a:lnTo>
                  <a:lnTo>
                    <a:pt x="194939" y="5922903"/>
                  </a:lnTo>
                  <a:lnTo>
                    <a:pt x="195097" y="5922903"/>
                  </a:lnTo>
                  <a:lnTo>
                    <a:pt x="195255" y="5922903"/>
                  </a:lnTo>
                  <a:lnTo>
                    <a:pt x="195412" y="5922903"/>
                  </a:lnTo>
                  <a:lnTo>
                    <a:pt x="195412" y="5922472"/>
                  </a:lnTo>
                  <a:lnTo>
                    <a:pt x="195570" y="5922472"/>
                  </a:lnTo>
                  <a:lnTo>
                    <a:pt x="195570" y="5922041"/>
                  </a:lnTo>
                  <a:lnTo>
                    <a:pt x="195728" y="5922041"/>
                  </a:lnTo>
                  <a:lnTo>
                    <a:pt x="195886" y="5922041"/>
                  </a:lnTo>
                  <a:lnTo>
                    <a:pt x="195886" y="5921611"/>
                  </a:lnTo>
                  <a:lnTo>
                    <a:pt x="195886" y="5921180"/>
                  </a:lnTo>
                  <a:lnTo>
                    <a:pt x="196043" y="5921180"/>
                  </a:lnTo>
                  <a:lnTo>
                    <a:pt x="196201" y="5921180"/>
                  </a:lnTo>
                  <a:lnTo>
                    <a:pt x="196201" y="5920750"/>
                  </a:lnTo>
                  <a:lnTo>
                    <a:pt x="196201" y="5920319"/>
                  </a:lnTo>
                  <a:lnTo>
                    <a:pt x="196359" y="5920319"/>
                  </a:lnTo>
                  <a:lnTo>
                    <a:pt x="196359" y="5919888"/>
                  </a:lnTo>
                  <a:lnTo>
                    <a:pt x="196359" y="5919458"/>
                  </a:lnTo>
                  <a:lnTo>
                    <a:pt x="196516" y="5919458"/>
                  </a:lnTo>
                  <a:lnTo>
                    <a:pt x="196516" y="5919027"/>
                  </a:lnTo>
                  <a:lnTo>
                    <a:pt x="196674" y="5919027"/>
                  </a:lnTo>
                  <a:lnTo>
                    <a:pt x="196832" y="5919027"/>
                  </a:lnTo>
                  <a:lnTo>
                    <a:pt x="196990" y="5919027"/>
                  </a:lnTo>
                  <a:lnTo>
                    <a:pt x="197147" y="5919027"/>
                  </a:lnTo>
                  <a:lnTo>
                    <a:pt x="197305" y="5919027"/>
                  </a:lnTo>
                  <a:lnTo>
                    <a:pt x="197463" y="5919027"/>
                  </a:lnTo>
                  <a:lnTo>
                    <a:pt x="197463" y="5918597"/>
                  </a:lnTo>
                  <a:lnTo>
                    <a:pt x="197621" y="5918597"/>
                  </a:lnTo>
                  <a:lnTo>
                    <a:pt x="197621" y="5918166"/>
                  </a:lnTo>
                  <a:lnTo>
                    <a:pt x="197778" y="5918166"/>
                  </a:lnTo>
                  <a:lnTo>
                    <a:pt x="197778" y="5917735"/>
                  </a:lnTo>
                  <a:lnTo>
                    <a:pt x="197778" y="5917305"/>
                  </a:lnTo>
                  <a:lnTo>
                    <a:pt x="197936" y="5917305"/>
                  </a:lnTo>
                  <a:lnTo>
                    <a:pt x="198094" y="5917305"/>
                  </a:lnTo>
                  <a:lnTo>
                    <a:pt x="198094" y="5916874"/>
                  </a:lnTo>
                  <a:lnTo>
                    <a:pt x="198094" y="5916444"/>
                  </a:lnTo>
                  <a:lnTo>
                    <a:pt x="198094" y="5916013"/>
                  </a:lnTo>
                  <a:lnTo>
                    <a:pt x="198094" y="5915582"/>
                  </a:lnTo>
                  <a:lnTo>
                    <a:pt x="198251" y="5915582"/>
                  </a:lnTo>
                  <a:lnTo>
                    <a:pt x="198251" y="5915152"/>
                  </a:lnTo>
                  <a:lnTo>
                    <a:pt x="198251" y="5914721"/>
                  </a:lnTo>
                  <a:lnTo>
                    <a:pt x="198409" y="5914721"/>
                  </a:lnTo>
                  <a:lnTo>
                    <a:pt x="198567" y="5914721"/>
                  </a:lnTo>
                  <a:lnTo>
                    <a:pt x="198725" y="5914721"/>
                  </a:lnTo>
                  <a:lnTo>
                    <a:pt x="198725" y="5914291"/>
                  </a:lnTo>
                  <a:lnTo>
                    <a:pt x="198725" y="5913860"/>
                  </a:lnTo>
                  <a:lnTo>
                    <a:pt x="198882" y="5913860"/>
                  </a:lnTo>
                  <a:lnTo>
                    <a:pt x="199040" y="5913860"/>
                  </a:lnTo>
                  <a:lnTo>
                    <a:pt x="199040" y="5913429"/>
                  </a:lnTo>
                  <a:lnTo>
                    <a:pt x="199040" y="5912999"/>
                  </a:lnTo>
                  <a:lnTo>
                    <a:pt x="199198" y="5912999"/>
                  </a:lnTo>
                  <a:lnTo>
                    <a:pt x="199355" y="5912999"/>
                  </a:lnTo>
                  <a:lnTo>
                    <a:pt x="199513" y="5912999"/>
                  </a:lnTo>
                  <a:lnTo>
                    <a:pt x="199671" y="5912999"/>
                  </a:lnTo>
                  <a:lnTo>
                    <a:pt x="199829" y="5912999"/>
                  </a:lnTo>
                  <a:lnTo>
                    <a:pt x="199986" y="5912999"/>
                  </a:lnTo>
                  <a:lnTo>
                    <a:pt x="199986" y="5912568"/>
                  </a:lnTo>
                  <a:lnTo>
                    <a:pt x="200144" y="5912568"/>
                  </a:lnTo>
                  <a:lnTo>
                    <a:pt x="200144" y="5912138"/>
                  </a:lnTo>
                  <a:lnTo>
                    <a:pt x="200302" y="5912138"/>
                  </a:lnTo>
                  <a:lnTo>
                    <a:pt x="200459" y="5912138"/>
                  </a:lnTo>
                  <a:lnTo>
                    <a:pt x="200459" y="5911707"/>
                  </a:lnTo>
                  <a:lnTo>
                    <a:pt x="200617" y="5911707"/>
                  </a:lnTo>
                  <a:lnTo>
                    <a:pt x="200775" y="5911707"/>
                  </a:lnTo>
                  <a:lnTo>
                    <a:pt x="200775" y="5911276"/>
                  </a:lnTo>
                  <a:lnTo>
                    <a:pt x="200933" y="5911276"/>
                  </a:lnTo>
                  <a:lnTo>
                    <a:pt x="201090" y="5911276"/>
                  </a:lnTo>
                  <a:lnTo>
                    <a:pt x="201090" y="5910846"/>
                  </a:lnTo>
                  <a:lnTo>
                    <a:pt x="201248" y="5910846"/>
                  </a:lnTo>
                  <a:lnTo>
                    <a:pt x="201248" y="5910415"/>
                  </a:lnTo>
                  <a:lnTo>
                    <a:pt x="201406" y="5910415"/>
                  </a:lnTo>
                  <a:lnTo>
                    <a:pt x="201406" y="5909985"/>
                  </a:lnTo>
                  <a:lnTo>
                    <a:pt x="201563" y="5909985"/>
                  </a:lnTo>
                  <a:lnTo>
                    <a:pt x="201563" y="5909554"/>
                  </a:lnTo>
                  <a:lnTo>
                    <a:pt x="201563" y="5909123"/>
                  </a:lnTo>
                  <a:lnTo>
                    <a:pt x="201563" y="5908693"/>
                  </a:lnTo>
                  <a:lnTo>
                    <a:pt x="201563" y="5908262"/>
                  </a:lnTo>
                  <a:lnTo>
                    <a:pt x="201563" y="5907832"/>
                  </a:lnTo>
                  <a:lnTo>
                    <a:pt x="201721" y="5907832"/>
                  </a:lnTo>
                  <a:lnTo>
                    <a:pt x="201879" y="5907832"/>
                  </a:lnTo>
                  <a:lnTo>
                    <a:pt x="201879" y="5907401"/>
                  </a:lnTo>
                  <a:lnTo>
                    <a:pt x="201879" y="5906970"/>
                  </a:lnTo>
                  <a:lnTo>
                    <a:pt x="201879" y="5906540"/>
                  </a:lnTo>
                  <a:lnTo>
                    <a:pt x="202037" y="5906540"/>
                  </a:lnTo>
                  <a:lnTo>
                    <a:pt x="202037" y="5906109"/>
                  </a:lnTo>
                  <a:lnTo>
                    <a:pt x="202037" y="5905679"/>
                  </a:lnTo>
                  <a:lnTo>
                    <a:pt x="202194" y="5905679"/>
                  </a:lnTo>
                  <a:lnTo>
                    <a:pt x="202194" y="5905248"/>
                  </a:lnTo>
                  <a:lnTo>
                    <a:pt x="202194" y="5904817"/>
                  </a:lnTo>
                  <a:lnTo>
                    <a:pt x="202352" y="5904817"/>
                  </a:lnTo>
                  <a:lnTo>
                    <a:pt x="202352" y="5904387"/>
                  </a:lnTo>
                  <a:lnTo>
                    <a:pt x="202510" y="5904387"/>
                  </a:lnTo>
                  <a:lnTo>
                    <a:pt x="202667" y="5904387"/>
                  </a:lnTo>
                  <a:lnTo>
                    <a:pt x="202667" y="5903956"/>
                  </a:lnTo>
                  <a:lnTo>
                    <a:pt x="202667" y="5903526"/>
                  </a:lnTo>
                  <a:lnTo>
                    <a:pt x="202825" y="5903526"/>
                  </a:lnTo>
                  <a:lnTo>
                    <a:pt x="202983" y="5903526"/>
                  </a:lnTo>
                  <a:lnTo>
                    <a:pt x="203141" y="5903526"/>
                  </a:lnTo>
                  <a:lnTo>
                    <a:pt x="203298" y="5903526"/>
                  </a:lnTo>
                  <a:lnTo>
                    <a:pt x="203456" y="5903526"/>
                  </a:lnTo>
                  <a:lnTo>
                    <a:pt x="203456" y="5903095"/>
                  </a:lnTo>
                  <a:lnTo>
                    <a:pt x="203614" y="5903095"/>
                  </a:lnTo>
                  <a:lnTo>
                    <a:pt x="203772" y="5903095"/>
                  </a:lnTo>
                  <a:lnTo>
                    <a:pt x="203772" y="5902664"/>
                  </a:lnTo>
                  <a:lnTo>
                    <a:pt x="203929" y="5902664"/>
                  </a:lnTo>
                  <a:lnTo>
                    <a:pt x="203929" y="5902234"/>
                  </a:lnTo>
                  <a:lnTo>
                    <a:pt x="204087" y="5902234"/>
                  </a:lnTo>
                  <a:lnTo>
                    <a:pt x="204245" y="5902234"/>
                  </a:lnTo>
                  <a:lnTo>
                    <a:pt x="204402" y="5902234"/>
                  </a:lnTo>
                  <a:lnTo>
                    <a:pt x="204402" y="5901803"/>
                  </a:lnTo>
                  <a:lnTo>
                    <a:pt x="204402" y="5901373"/>
                  </a:lnTo>
                  <a:lnTo>
                    <a:pt x="204402" y="5900942"/>
                  </a:lnTo>
                  <a:lnTo>
                    <a:pt x="204402" y="5900511"/>
                  </a:lnTo>
                  <a:lnTo>
                    <a:pt x="204560" y="5900511"/>
                  </a:lnTo>
                  <a:lnTo>
                    <a:pt x="204560" y="5900081"/>
                  </a:lnTo>
                  <a:lnTo>
                    <a:pt x="204718" y="5900081"/>
                  </a:lnTo>
                  <a:lnTo>
                    <a:pt x="204876" y="5900081"/>
                  </a:lnTo>
                  <a:lnTo>
                    <a:pt x="205033" y="5900081"/>
                  </a:lnTo>
                  <a:lnTo>
                    <a:pt x="205033" y="5899650"/>
                  </a:lnTo>
                  <a:lnTo>
                    <a:pt x="205191" y="5899650"/>
                  </a:lnTo>
                  <a:lnTo>
                    <a:pt x="205191" y="5899220"/>
                  </a:lnTo>
                  <a:lnTo>
                    <a:pt x="205349" y="5899220"/>
                  </a:lnTo>
                  <a:lnTo>
                    <a:pt x="205349" y="5898789"/>
                  </a:lnTo>
                  <a:lnTo>
                    <a:pt x="205506" y="5898789"/>
                  </a:lnTo>
                  <a:lnTo>
                    <a:pt x="205664" y="5898789"/>
                  </a:lnTo>
                  <a:lnTo>
                    <a:pt x="205822" y="5898789"/>
                  </a:lnTo>
                  <a:lnTo>
                    <a:pt x="205822" y="5898358"/>
                  </a:lnTo>
                  <a:lnTo>
                    <a:pt x="205980" y="5898358"/>
                  </a:lnTo>
                  <a:lnTo>
                    <a:pt x="205980" y="5897928"/>
                  </a:lnTo>
                  <a:lnTo>
                    <a:pt x="206137" y="5897928"/>
                  </a:lnTo>
                  <a:lnTo>
                    <a:pt x="206137" y="5897497"/>
                  </a:lnTo>
                  <a:lnTo>
                    <a:pt x="206137" y="5897067"/>
                  </a:lnTo>
                  <a:lnTo>
                    <a:pt x="206295" y="5897067"/>
                  </a:lnTo>
                  <a:lnTo>
                    <a:pt x="206295" y="5896636"/>
                  </a:lnTo>
                  <a:lnTo>
                    <a:pt x="206453" y="5896636"/>
                  </a:lnTo>
                  <a:lnTo>
                    <a:pt x="206453" y="5896205"/>
                  </a:lnTo>
                  <a:lnTo>
                    <a:pt x="206453" y="5895775"/>
                  </a:lnTo>
                  <a:lnTo>
                    <a:pt x="206610" y="5895775"/>
                  </a:lnTo>
                  <a:lnTo>
                    <a:pt x="206768" y="5895775"/>
                  </a:lnTo>
                  <a:lnTo>
                    <a:pt x="206768" y="5895344"/>
                  </a:lnTo>
                  <a:lnTo>
                    <a:pt x="206926" y="5895344"/>
                  </a:lnTo>
                  <a:lnTo>
                    <a:pt x="206926" y="5894914"/>
                  </a:lnTo>
                  <a:lnTo>
                    <a:pt x="206926" y="5894483"/>
                  </a:lnTo>
                  <a:lnTo>
                    <a:pt x="207084" y="5894483"/>
                  </a:lnTo>
                  <a:lnTo>
                    <a:pt x="207241" y="5894483"/>
                  </a:lnTo>
                  <a:lnTo>
                    <a:pt x="207399" y="5894483"/>
                  </a:lnTo>
                  <a:lnTo>
                    <a:pt x="207557" y="5894483"/>
                  </a:lnTo>
                  <a:lnTo>
                    <a:pt x="207557" y="5894052"/>
                  </a:lnTo>
                  <a:lnTo>
                    <a:pt x="207714" y="5894052"/>
                  </a:lnTo>
                  <a:lnTo>
                    <a:pt x="207872" y="5894052"/>
                  </a:lnTo>
                  <a:lnTo>
                    <a:pt x="208030" y="5894052"/>
                  </a:lnTo>
                  <a:lnTo>
                    <a:pt x="208188" y="5894052"/>
                  </a:lnTo>
                  <a:lnTo>
                    <a:pt x="208188" y="5893622"/>
                  </a:lnTo>
                  <a:lnTo>
                    <a:pt x="208345" y="5893622"/>
                  </a:lnTo>
                  <a:lnTo>
                    <a:pt x="208345" y="5893191"/>
                  </a:lnTo>
                  <a:lnTo>
                    <a:pt x="208503" y="5893191"/>
                  </a:lnTo>
                  <a:lnTo>
                    <a:pt x="208503" y="5892761"/>
                  </a:lnTo>
                  <a:lnTo>
                    <a:pt x="208661" y="5892761"/>
                  </a:lnTo>
                  <a:lnTo>
                    <a:pt x="208661" y="5892330"/>
                  </a:lnTo>
                  <a:lnTo>
                    <a:pt x="208819" y="5892330"/>
                  </a:lnTo>
                  <a:lnTo>
                    <a:pt x="208976" y="5892330"/>
                  </a:lnTo>
                  <a:lnTo>
                    <a:pt x="209134" y="5892330"/>
                  </a:lnTo>
                  <a:lnTo>
                    <a:pt x="209134" y="5891899"/>
                  </a:lnTo>
                  <a:lnTo>
                    <a:pt x="209134" y="5891469"/>
                  </a:lnTo>
                  <a:lnTo>
                    <a:pt x="209134" y="5891038"/>
                  </a:lnTo>
                  <a:lnTo>
                    <a:pt x="209134" y="5890608"/>
                  </a:lnTo>
                  <a:lnTo>
                    <a:pt x="209134" y="5890177"/>
                  </a:lnTo>
                  <a:lnTo>
                    <a:pt x="209134" y="5889746"/>
                  </a:lnTo>
                  <a:lnTo>
                    <a:pt x="209292" y="5889746"/>
                  </a:lnTo>
                  <a:lnTo>
                    <a:pt x="209292" y="5889316"/>
                  </a:lnTo>
                  <a:lnTo>
                    <a:pt x="209292" y="5888885"/>
                  </a:lnTo>
                  <a:lnTo>
                    <a:pt x="209449" y="5888885"/>
                  </a:lnTo>
                  <a:lnTo>
                    <a:pt x="209607" y="5888885"/>
                  </a:lnTo>
                  <a:lnTo>
                    <a:pt x="209765" y="5888885"/>
                  </a:lnTo>
                  <a:lnTo>
                    <a:pt x="209765" y="5888455"/>
                  </a:lnTo>
                  <a:lnTo>
                    <a:pt x="209923" y="5888455"/>
                  </a:lnTo>
                  <a:lnTo>
                    <a:pt x="209923" y="5888024"/>
                  </a:lnTo>
                  <a:lnTo>
                    <a:pt x="210080" y="5888024"/>
                  </a:lnTo>
                  <a:lnTo>
                    <a:pt x="210238" y="5888024"/>
                  </a:lnTo>
                  <a:lnTo>
                    <a:pt x="210396" y="5888024"/>
                  </a:lnTo>
                  <a:lnTo>
                    <a:pt x="210396" y="5887593"/>
                  </a:lnTo>
                  <a:lnTo>
                    <a:pt x="210553" y="5887593"/>
                  </a:lnTo>
                  <a:lnTo>
                    <a:pt x="210553" y="5887163"/>
                  </a:lnTo>
                  <a:lnTo>
                    <a:pt x="210553" y="5886732"/>
                  </a:lnTo>
                  <a:lnTo>
                    <a:pt x="210711" y="5886732"/>
                  </a:lnTo>
                  <a:lnTo>
                    <a:pt x="210711" y="5886302"/>
                  </a:lnTo>
                  <a:lnTo>
                    <a:pt x="210869" y="5886302"/>
                  </a:lnTo>
                  <a:lnTo>
                    <a:pt x="211027" y="5886302"/>
                  </a:lnTo>
                  <a:lnTo>
                    <a:pt x="211184" y="5886302"/>
                  </a:lnTo>
                  <a:lnTo>
                    <a:pt x="211184" y="5885871"/>
                  </a:lnTo>
                  <a:lnTo>
                    <a:pt x="211184" y="5885440"/>
                  </a:lnTo>
                  <a:lnTo>
                    <a:pt x="211342" y="5885440"/>
                  </a:lnTo>
                  <a:lnTo>
                    <a:pt x="211342" y="5885010"/>
                  </a:lnTo>
                  <a:lnTo>
                    <a:pt x="211500" y="5885010"/>
                  </a:lnTo>
                  <a:lnTo>
                    <a:pt x="211657" y="5885010"/>
                  </a:lnTo>
                  <a:lnTo>
                    <a:pt x="211815" y="5885010"/>
                  </a:lnTo>
                  <a:lnTo>
                    <a:pt x="211815" y="5884579"/>
                  </a:lnTo>
                  <a:lnTo>
                    <a:pt x="211815" y="5884149"/>
                  </a:lnTo>
                  <a:lnTo>
                    <a:pt x="211815" y="5883718"/>
                  </a:lnTo>
                  <a:lnTo>
                    <a:pt x="211973" y="5883718"/>
                  </a:lnTo>
                  <a:lnTo>
                    <a:pt x="211973" y="5883287"/>
                  </a:lnTo>
                  <a:lnTo>
                    <a:pt x="211973" y="5882857"/>
                  </a:lnTo>
                  <a:lnTo>
                    <a:pt x="212131" y="5882857"/>
                  </a:lnTo>
                  <a:lnTo>
                    <a:pt x="212288" y="5882857"/>
                  </a:lnTo>
                  <a:lnTo>
                    <a:pt x="212288" y="5882426"/>
                  </a:lnTo>
                  <a:lnTo>
                    <a:pt x="212288" y="5881996"/>
                  </a:lnTo>
                  <a:lnTo>
                    <a:pt x="212288" y="5881565"/>
                  </a:lnTo>
                  <a:lnTo>
                    <a:pt x="212446" y="5881565"/>
                  </a:lnTo>
                  <a:lnTo>
                    <a:pt x="212604" y="5881565"/>
                  </a:lnTo>
                  <a:lnTo>
                    <a:pt x="212604" y="5881134"/>
                  </a:lnTo>
                  <a:lnTo>
                    <a:pt x="212604" y="5880704"/>
                  </a:lnTo>
                  <a:lnTo>
                    <a:pt x="212604" y="5880273"/>
                  </a:lnTo>
                  <a:lnTo>
                    <a:pt x="212604" y="5879843"/>
                  </a:lnTo>
                  <a:lnTo>
                    <a:pt x="212604" y="5879412"/>
                  </a:lnTo>
                  <a:lnTo>
                    <a:pt x="212761" y="5879412"/>
                  </a:lnTo>
                  <a:lnTo>
                    <a:pt x="212761" y="5878981"/>
                  </a:lnTo>
                  <a:lnTo>
                    <a:pt x="212919" y="5878981"/>
                  </a:lnTo>
                  <a:lnTo>
                    <a:pt x="213077" y="5878981"/>
                  </a:lnTo>
                  <a:lnTo>
                    <a:pt x="213077" y="5878551"/>
                  </a:lnTo>
                  <a:lnTo>
                    <a:pt x="213235" y="5878551"/>
                  </a:lnTo>
                  <a:lnTo>
                    <a:pt x="213235" y="5878120"/>
                  </a:lnTo>
                  <a:lnTo>
                    <a:pt x="213392" y="5878120"/>
                  </a:lnTo>
                  <a:lnTo>
                    <a:pt x="213550" y="5878120"/>
                  </a:lnTo>
                  <a:lnTo>
                    <a:pt x="213708" y="5878120"/>
                  </a:lnTo>
                  <a:lnTo>
                    <a:pt x="213708" y="5877690"/>
                  </a:lnTo>
                  <a:lnTo>
                    <a:pt x="213708" y="5877259"/>
                  </a:lnTo>
                  <a:lnTo>
                    <a:pt x="213708" y="5876828"/>
                  </a:lnTo>
                  <a:lnTo>
                    <a:pt x="213708" y="5876398"/>
                  </a:lnTo>
                  <a:lnTo>
                    <a:pt x="213708" y="5875967"/>
                  </a:lnTo>
                  <a:lnTo>
                    <a:pt x="213865" y="5875967"/>
                  </a:lnTo>
                  <a:lnTo>
                    <a:pt x="214023" y="5875967"/>
                  </a:lnTo>
                  <a:lnTo>
                    <a:pt x="214181" y="5875967"/>
                  </a:lnTo>
                  <a:lnTo>
                    <a:pt x="214339" y="5875967"/>
                  </a:lnTo>
                  <a:lnTo>
                    <a:pt x="214496" y="5875967"/>
                  </a:lnTo>
                  <a:lnTo>
                    <a:pt x="214654" y="5875967"/>
                  </a:lnTo>
                  <a:lnTo>
                    <a:pt x="214654" y="5875537"/>
                  </a:lnTo>
                  <a:lnTo>
                    <a:pt x="214654" y="5875106"/>
                  </a:lnTo>
                  <a:lnTo>
                    <a:pt x="214654" y="5874675"/>
                  </a:lnTo>
                  <a:lnTo>
                    <a:pt x="214812" y="5874675"/>
                  </a:lnTo>
                  <a:lnTo>
                    <a:pt x="214812" y="5874245"/>
                  </a:lnTo>
                  <a:lnTo>
                    <a:pt x="214970" y="5874245"/>
                  </a:lnTo>
                  <a:lnTo>
                    <a:pt x="215127" y="5874245"/>
                  </a:lnTo>
                  <a:lnTo>
                    <a:pt x="215127" y="5873814"/>
                  </a:lnTo>
                  <a:lnTo>
                    <a:pt x="215285" y="5873814"/>
                  </a:lnTo>
                  <a:lnTo>
                    <a:pt x="215443" y="5873814"/>
                  </a:lnTo>
                  <a:lnTo>
                    <a:pt x="215600" y="5873814"/>
                  </a:lnTo>
                  <a:lnTo>
                    <a:pt x="215600" y="5873384"/>
                  </a:lnTo>
                  <a:lnTo>
                    <a:pt x="215600" y="5872953"/>
                  </a:lnTo>
                  <a:lnTo>
                    <a:pt x="215758" y="5872953"/>
                  </a:lnTo>
                  <a:lnTo>
                    <a:pt x="215758" y="5872522"/>
                  </a:lnTo>
                  <a:lnTo>
                    <a:pt x="215916" y="5872522"/>
                  </a:lnTo>
                  <a:lnTo>
                    <a:pt x="215916" y="5872092"/>
                  </a:lnTo>
                  <a:lnTo>
                    <a:pt x="215916" y="5871661"/>
                  </a:lnTo>
                  <a:lnTo>
                    <a:pt x="216074" y="5871661"/>
                  </a:lnTo>
                  <a:lnTo>
                    <a:pt x="216231" y="5871661"/>
                  </a:lnTo>
                  <a:lnTo>
                    <a:pt x="216389" y="5871661"/>
                  </a:lnTo>
                  <a:lnTo>
                    <a:pt x="216389" y="5871231"/>
                  </a:lnTo>
                  <a:lnTo>
                    <a:pt x="216389" y="5870800"/>
                  </a:lnTo>
                  <a:lnTo>
                    <a:pt x="216547" y="5870800"/>
                  </a:lnTo>
                  <a:lnTo>
                    <a:pt x="216704" y="5870800"/>
                  </a:lnTo>
                  <a:lnTo>
                    <a:pt x="216704" y="5870369"/>
                  </a:lnTo>
                  <a:lnTo>
                    <a:pt x="216862" y="5870369"/>
                  </a:lnTo>
                  <a:lnTo>
                    <a:pt x="217020" y="5870369"/>
                  </a:lnTo>
                  <a:lnTo>
                    <a:pt x="217178" y="5870369"/>
                  </a:lnTo>
                  <a:lnTo>
                    <a:pt x="217178" y="5869939"/>
                  </a:lnTo>
                  <a:lnTo>
                    <a:pt x="217335" y="5869939"/>
                  </a:lnTo>
                  <a:lnTo>
                    <a:pt x="217493" y="5869939"/>
                  </a:lnTo>
                  <a:lnTo>
                    <a:pt x="217651" y="5869939"/>
                  </a:lnTo>
                  <a:lnTo>
                    <a:pt x="217808" y="5869939"/>
                  </a:lnTo>
                  <a:lnTo>
                    <a:pt x="217808" y="5869508"/>
                  </a:lnTo>
                  <a:lnTo>
                    <a:pt x="217808" y="5869078"/>
                  </a:lnTo>
                  <a:lnTo>
                    <a:pt x="217966" y="5869078"/>
                  </a:lnTo>
                  <a:lnTo>
                    <a:pt x="218124" y="5869078"/>
                  </a:lnTo>
                  <a:lnTo>
                    <a:pt x="218282" y="5869078"/>
                  </a:lnTo>
                  <a:lnTo>
                    <a:pt x="218439" y="5869078"/>
                  </a:lnTo>
                  <a:lnTo>
                    <a:pt x="218597" y="5869078"/>
                  </a:lnTo>
                  <a:lnTo>
                    <a:pt x="218597" y="5868647"/>
                  </a:lnTo>
                  <a:lnTo>
                    <a:pt x="218755" y="5868647"/>
                  </a:lnTo>
                  <a:lnTo>
                    <a:pt x="218755" y="5868216"/>
                  </a:lnTo>
                  <a:lnTo>
                    <a:pt x="218755" y="5867786"/>
                  </a:lnTo>
                  <a:lnTo>
                    <a:pt x="218755" y="5867355"/>
                  </a:lnTo>
                  <a:lnTo>
                    <a:pt x="218912" y="5867355"/>
                  </a:lnTo>
                  <a:lnTo>
                    <a:pt x="219070" y="5867355"/>
                  </a:lnTo>
                  <a:lnTo>
                    <a:pt x="219228" y="5867355"/>
                  </a:lnTo>
                  <a:lnTo>
                    <a:pt x="219228" y="5866925"/>
                  </a:lnTo>
                  <a:lnTo>
                    <a:pt x="219386" y="5866925"/>
                  </a:lnTo>
                  <a:lnTo>
                    <a:pt x="219543" y="5866925"/>
                  </a:lnTo>
                  <a:lnTo>
                    <a:pt x="219701" y="5866925"/>
                  </a:lnTo>
                  <a:lnTo>
                    <a:pt x="219701" y="5866494"/>
                  </a:lnTo>
                  <a:lnTo>
                    <a:pt x="219859" y="5866494"/>
                  </a:lnTo>
                  <a:lnTo>
                    <a:pt x="220016" y="5866494"/>
                  </a:lnTo>
                  <a:lnTo>
                    <a:pt x="220174" y="5866494"/>
                  </a:lnTo>
                  <a:lnTo>
                    <a:pt x="220332" y="5866494"/>
                  </a:lnTo>
                  <a:lnTo>
                    <a:pt x="220490" y="5866494"/>
                  </a:lnTo>
                  <a:lnTo>
                    <a:pt x="220490" y="5866063"/>
                  </a:lnTo>
                  <a:lnTo>
                    <a:pt x="220490" y="5865633"/>
                  </a:lnTo>
                  <a:lnTo>
                    <a:pt x="220647" y="5865633"/>
                  </a:lnTo>
                  <a:lnTo>
                    <a:pt x="220805" y="5865633"/>
                  </a:lnTo>
                  <a:lnTo>
                    <a:pt x="220805" y="5865202"/>
                  </a:lnTo>
                  <a:lnTo>
                    <a:pt x="220963" y="5865202"/>
                  </a:lnTo>
                  <a:lnTo>
                    <a:pt x="220963" y="5864772"/>
                  </a:lnTo>
                  <a:lnTo>
                    <a:pt x="220963" y="5864341"/>
                  </a:lnTo>
                  <a:lnTo>
                    <a:pt x="221121" y="5864341"/>
                  </a:lnTo>
                  <a:lnTo>
                    <a:pt x="221278" y="5864341"/>
                  </a:lnTo>
                  <a:lnTo>
                    <a:pt x="221278" y="5863910"/>
                  </a:lnTo>
                  <a:lnTo>
                    <a:pt x="221278" y="5863480"/>
                  </a:lnTo>
                  <a:lnTo>
                    <a:pt x="221278" y="5863049"/>
                  </a:lnTo>
                  <a:lnTo>
                    <a:pt x="221436" y="5863049"/>
                  </a:lnTo>
                  <a:lnTo>
                    <a:pt x="221594" y="5863049"/>
                  </a:lnTo>
                  <a:lnTo>
                    <a:pt x="221751" y="5863049"/>
                  </a:lnTo>
                  <a:lnTo>
                    <a:pt x="221751" y="5862619"/>
                  </a:lnTo>
                  <a:lnTo>
                    <a:pt x="221751" y="5862188"/>
                  </a:lnTo>
                  <a:lnTo>
                    <a:pt x="221909" y="5862188"/>
                  </a:lnTo>
                  <a:lnTo>
                    <a:pt x="222067" y="5862188"/>
                  </a:lnTo>
                  <a:lnTo>
                    <a:pt x="222225" y="5862188"/>
                  </a:lnTo>
                  <a:lnTo>
                    <a:pt x="222225" y="5861757"/>
                  </a:lnTo>
                  <a:lnTo>
                    <a:pt x="222225" y="5861327"/>
                  </a:lnTo>
                  <a:lnTo>
                    <a:pt x="222382" y="5861327"/>
                  </a:lnTo>
                  <a:lnTo>
                    <a:pt x="222540" y="5861327"/>
                  </a:lnTo>
                  <a:lnTo>
                    <a:pt x="222540" y="5860896"/>
                  </a:lnTo>
                  <a:lnTo>
                    <a:pt x="222698" y="5860896"/>
                  </a:lnTo>
                  <a:lnTo>
                    <a:pt x="222698" y="5860466"/>
                  </a:lnTo>
                  <a:lnTo>
                    <a:pt x="222698" y="5860035"/>
                  </a:lnTo>
                  <a:lnTo>
                    <a:pt x="222698" y="5859604"/>
                  </a:lnTo>
                  <a:lnTo>
                    <a:pt x="222698" y="5859174"/>
                  </a:lnTo>
                  <a:lnTo>
                    <a:pt x="222698" y="5858743"/>
                  </a:lnTo>
                  <a:lnTo>
                    <a:pt x="222855" y="5858743"/>
                  </a:lnTo>
                  <a:lnTo>
                    <a:pt x="223013" y="5858743"/>
                  </a:lnTo>
                  <a:lnTo>
                    <a:pt x="223171" y="5858743"/>
                  </a:lnTo>
                  <a:lnTo>
                    <a:pt x="223171" y="5858313"/>
                  </a:lnTo>
                  <a:lnTo>
                    <a:pt x="223171" y="5857882"/>
                  </a:lnTo>
                  <a:lnTo>
                    <a:pt x="223329" y="5857882"/>
                  </a:lnTo>
                  <a:lnTo>
                    <a:pt x="223486" y="5857882"/>
                  </a:lnTo>
                  <a:lnTo>
                    <a:pt x="223486" y="5857451"/>
                  </a:lnTo>
                  <a:lnTo>
                    <a:pt x="223644" y="5857451"/>
                  </a:lnTo>
                  <a:lnTo>
                    <a:pt x="223644" y="5857021"/>
                  </a:lnTo>
                  <a:lnTo>
                    <a:pt x="223644" y="5856590"/>
                  </a:lnTo>
                  <a:lnTo>
                    <a:pt x="223644" y="5856160"/>
                  </a:lnTo>
                  <a:lnTo>
                    <a:pt x="223644" y="5855729"/>
                  </a:lnTo>
                  <a:lnTo>
                    <a:pt x="223802" y="5855729"/>
                  </a:lnTo>
                  <a:lnTo>
                    <a:pt x="223959" y="5855729"/>
                  </a:lnTo>
                  <a:lnTo>
                    <a:pt x="224117" y="5855729"/>
                  </a:lnTo>
                  <a:lnTo>
                    <a:pt x="224117" y="5855298"/>
                  </a:lnTo>
                  <a:lnTo>
                    <a:pt x="224117" y="5854868"/>
                  </a:lnTo>
                  <a:lnTo>
                    <a:pt x="224275" y="5854868"/>
                  </a:lnTo>
                  <a:lnTo>
                    <a:pt x="224275" y="5854437"/>
                  </a:lnTo>
                  <a:lnTo>
                    <a:pt x="224433" y="5854437"/>
                  </a:lnTo>
                  <a:lnTo>
                    <a:pt x="224590" y="5854437"/>
                  </a:lnTo>
                  <a:lnTo>
                    <a:pt x="224590" y="5854007"/>
                  </a:lnTo>
                  <a:lnTo>
                    <a:pt x="224748" y="5854007"/>
                  </a:lnTo>
                  <a:lnTo>
                    <a:pt x="224748" y="5853576"/>
                  </a:lnTo>
                  <a:lnTo>
                    <a:pt x="224906" y="5853576"/>
                  </a:lnTo>
                  <a:lnTo>
                    <a:pt x="224906" y="5853145"/>
                  </a:lnTo>
                  <a:lnTo>
                    <a:pt x="224906" y="5852715"/>
                  </a:lnTo>
                  <a:lnTo>
                    <a:pt x="224906" y="5852284"/>
                  </a:lnTo>
                  <a:lnTo>
                    <a:pt x="225063" y="5852284"/>
                  </a:lnTo>
                  <a:lnTo>
                    <a:pt x="225221" y="5852284"/>
                  </a:lnTo>
                  <a:lnTo>
                    <a:pt x="225379" y="5852284"/>
                  </a:lnTo>
                  <a:lnTo>
                    <a:pt x="225379" y="5851854"/>
                  </a:lnTo>
                  <a:lnTo>
                    <a:pt x="225379" y="5851423"/>
                  </a:lnTo>
                  <a:lnTo>
                    <a:pt x="225537" y="5851423"/>
                  </a:lnTo>
                  <a:lnTo>
                    <a:pt x="225537" y="5850992"/>
                  </a:lnTo>
                  <a:lnTo>
                    <a:pt x="225694" y="5850992"/>
                  </a:lnTo>
                  <a:lnTo>
                    <a:pt x="225694" y="5850562"/>
                  </a:lnTo>
                  <a:lnTo>
                    <a:pt x="225852" y="5850562"/>
                  </a:lnTo>
                  <a:lnTo>
                    <a:pt x="226010" y="5850562"/>
                  </a:lnTo>
                  <a:lnTo>
                    <a:pt x="226010" y="5850131"/>
                  </a:lnTo>
                  <a:lnTo>
                    <a:pt x="226010" y="5849701"/>
                  </a:lnTo>
                  <a:lnTo>
                    <a:pt x="226168" y="5849701"/>
                  </a:lnTo>
                  <a:lnTo>
                    <a:pt x="226168" y="5849270"/>
                  </a:lnTo>
                  <a:lnTo>
                    <a:pt x="226168" y="5848839"/>
                  </a:lnTo>
                  <a:lnTo>
                    <a:pt x="226168" y="5848409"/>
                  </a:lnTo>
                  <a:lnTo>
                    <a:pt x="226325" y="5848409"/>
                  </a:lnTo>
                  <a:lnTo>
                    <a:pt x="226325" y="5847978"/>
                  </a:lnTo>
                  <a:lnTo>
                    <a:pt x="226483" y="5847978"/>
                  </a:lnTo>
                  <a:lnTo>
                    <a:pt x="226641" y="5847978"/>
                  </a:lnTo>
                  <a:lnTo>
                    <a:pt x="226641" y="5847548"/>
                  </a:lnTo>
                  <a:lnTo>
                    <a:pt x="226641" y="5847117"/>
                  </a:lnTo>
                  <a:lnTo>
                    <a:pt x="226641" y="5846686"/>
                  </a:lnTo>
                  <a:lnTo>
                    <a:pt x="226641" y="5846256"/>
                  </a:lnTo>
                  <a:lnTo>
                    <a:pt x="226798" y="5846256"/>
                  </a:lnTo>
                  <a:lnTo>
                    <a:pt x="226798" y="5845825"/>
                  </a:lnTo>
                  <a:lnTo>
                    <a:pt x="226798" y="5845395"/>
                  </a:lnTo>
                  <a:lnTo>
                    <a:pt x="226956" y="5845395"/>
                  </a:lnTo>
                  <a:lnTo>
                    <a:pt x="226956" y="5844964"/>
                  </a:lnTo>
                  <a:lnTo>
                    <a:pt x="227114" y="5844964"/>
                  </a:lnTo>
                  <a:lnTo>
                    <a:pt x="227114" y="5844533"/>
                  </a:lnTo>
                  <a:lnTo>
                    <a:pt x="227272" y="5844533"/>
                  </a:lnTo>
                  <a:lnTo>
                    <a:pt x="227429" y="5844533"/>
                  </a:lnTo>
                  <a:lnTo>
                    <a:pt x="227587" y="5844533"/>
                  </a:lnTo>
                  <a:lnTo>
                    <a:pt x="227745" y="5844533"/>
                  </a:lnTo>
                  <a:lnTo>
                    <a:pt x="227745" y="5844103"/>
                  </a:lnTo>
                  <a:lnTo>
                    <a:pt x="227902" y="5844103"/>
                  </a:lnTo>
                  <a:lnTo>
                    <a:pt x="228060" y="5844103"/>
                  </a:lnTo>
                  <a:lnTo>
                    <a:pt x="228060" y="5843672"/>
                  </a:lnTo>
                  <a:lnTo>
                    <a:pt x="228218" y="5843672"/>
                  </a:lnTo>
                  <a:lnTo>
                    <a:pt x="228376" y="5843672"/>
                  </a:lnTo>
                  <a:lnTo>
                    <a:pt x="228533" y="5843672"/>
                  </a:lnTo>
                  <a:lnTo>
                    <a:pt x="228691" y="5843672"/>
                  </a:lnTo>
                  <a:lnTo>
                    <a:pt x="228849" y="5843672"/>
                  </a:lnTo>
                  <a:lnTo>
                    <a:pt x="229006" y="5843672"/>
                  </a:lnTo>
                  <a:lnTo>
                    <a:pt x="229164" y="5843672"/>
                  </a:lnTo>
                  <a:lnTo>
                    <a:pt x="229164" y="5843242"/>
                  </a:lnTo>
                  <a:lnTo>
                    <a:pt x="229164" y="5842811"/>
                  </a:lnTo>
                  <a:lnTo>
                    <a:pt x="229322" y="5842811"/>
                  </a:lnTo>
                  <a:lnTo>
                    <a:pt x="229480" y="5842811"/>
                  </a:lnTo>
                  <a:lnTo>
                    <a:pt x="229637" y="5842811"/>
                  </a:lnTo>
                  <a:lnTo>
                    <a:pt x="229637" y="5842380"/>
                  </a:lnTo>
                  <a:lnTo>
                    <a:pt x="229637" y="5841950"/>
                  </a:lnTo>
                  <a:lnTo>
                    <a:pt x="229795" y="5841950"/>
                  </a:lnTo>
                  <a:lnTo>
                    <a:pt x="229795" y="5841519"/>
                  </a:lnTo>
                  <a:lnTo>
                    <a:pt x="229795" y="5841089"/>
                  </a:lnTo>
                  <a:lnTo>
                    <a:pt x="229953" y="5841089"/>
                  </a:lnTo>
                  <a:lnTo>
                    <a:pt x="230110" y="5841089"/>
                  </a:lnTo>
                  <a:lnTo>
                    <a:pt x="230268" y="5841089"/>
                  </a:lnTo>
                  <a:lnTo>
                    <a:pt x="230426" y="5841089"/>
                  </a:lnTo>
                  <a:lnTo>
                    <a:pt x="230584" y="5841089"/>
                  </a:lnTo>
                  <a:lnTo>
                    <a:pt x="230584" y="5840658"/>
                  </a:lnTo>
                  <a:lnTo>
                    <a:pt x="230741" y="5840658"/>
                  </a:lnTo>
                  <a:lnTo>
                    <a:pt x="230741" y="5840227"/>
                  </a:lnTo>
                  <a:lnTo>
                    <a:pt x="230741" y="5839797"/>
                  </a:lnTo>
                  <a:lnTo>
                    <a:pt x="230899" y="5839797"/>
                  </a:lnTo>
                  <a:lnTo>
                    <a:pt x="230899" y="5839366"/>
                  </a:lnTo>
                  <a:lnTo>
                    <a:pt x="231057" y="5839366"/>
                  </a:lnTo>
                  <a:lnTo>
                    <a:pt x="231057" y="5838936"/>
                  </a:lnTo>
                  <a:lnTo>
                    <a:pt x="231057" y="5838505"/>
                  </a:lnTo>
                  <a:lnTo>
                    <a:pt x="231214" y="5838505"/>
                  </a:lnTo>
                  <a:lnTo>
                    <a:pt x="231214" y="5838074"/>
                  </a:lnTo>
                  <a:lnTo>
                    <a:pt x="231372" y="5838074"/>
                  </a:lnTo>
                  <a:lnTo>
                    <a:pt x="231372" y="5837644"/>
                  </a:lnTo>
                  <a:lnTo>
                    <a:pt x="231530" y="5837644"/>
                  </a:lnTo>
                  <a:lnTo>
                    <a:pt x="231688" y="5837644"/>
                  </a:lnTo>
                  <a:lnTo>
                    <a:pt x="231845" y="5837644"/>
                  </a:lnTo>
                  <a:lnTo>
                    <a:pt x="232003" y="5837644"/>
                  </a:lnTo>
                  <a:lnTo>
                    <a:pt x="232161" y="5837644"/>
                  </a:lnTo>
                  <a:lnTo>
                    <a:pt x="232319" y="5837644"/>
                  </a:lnTo>
                  <a:lnTo>
                    <a:pt x="232319" y="5837213"/>
                  </a:lnTo>
                  <a:lnTo>
                    <a:pt x="232476" y="5837213"/>
                  </a:lnTo>
                  <a:lnTo>
                    <a:pt x="232476" y="5836783"/>
                  </a:lnTo>
                  <a:lnTo>
                    <a:pt x="232634" y="5836783"/>
                  </a:lnTo>
                  <a:lnTo>
                    <a:pt x="232634" y="5836352"/>
                  </a:lnTo>
                  <a:lnTo>
                    <a:pt x="232792" y="5836352"/>
                  </a:lnTo>
                  <a:lnTo>
                    <a:pt x="232792" y="5835921"/>
                  </a:lnTo>
                  <a:lnTo>
                    <a:pt x="232792" y="5835491"/>
                  </a:lnTo>
                  <a:lnTo>
                    <a:pt x="232949" y="5835491"/>
                  </a:lnTo>
                  <a:lnTo>
                    <a:pt x="232949" y="5835060"/>
                  </a:lnTo>
                  <a:lnTo>
                    <a:pt x="232949" y="5834630"/>
                  </a:lnTo>
                  <a:lnTo>
                    <a:pt x="233107" y="5834630"/>
                  </a:lnTo>
                  <a:lnTo>
                    <a:pt x="233265" y="5834630"/>
                  </a:lnTo>
                  <a:lnTo>
                    <a:pt x="233265" y="5834199"/>
                  </a:lnTo>
                  <a:lnTo>
                    <a:pt x="233423" y="5834199"/>
                  </a:lnTo>
                  <a:lnTo>
                    <a:pt x="233423" y="5833768"/>
                  </a:lnTo>
                  <a:lnTo>
                    <a:pt x="233423" y="5833338"/>
                  </a:lnTo>
                  <a:lnTo>
                    <a:pt x="233580" y="5833338"/>
                  </a:lnTo>
                  <a:lnTo>
                    <a:pt x="233738" y="5833338"/>
                  </a:lnTo>
                  <a:lnTo>
                    <a:pt x="233738" y="5832907"/>
                  </a:lnTo>
                  <a:lnTo>
                    <a:pt x="233896" y="5832907"/>
                  </a:lnTo>
                  <a:lnTo>
                    <a:pt x="234053" y="5832907"/>
                  </a:lnTo>
                  <a:lnTo>
                    <a:pt x="234053" y="5832477"/>
                  </a:lnTo>
                  <a:lnTo>
                    <a:pt x="234211" y="5832477"/>
                  </a:lnTo>
                  <a:lnTo>
                    <a:pt x="234369" y="5832477"/>
                  </a:lnTo>
                  <a:lnTo>
                    <a:pt x="234527" y="5832477"/>
                  </a:lnTo>
                  <a:lnTo>
                    <a:pt x="234527" y="5832046"/>
                  </a:lnTo>
                  <a:lnTo>
                    <a:pt x="234684" y="5832046"/>
                  </a:lnTo>
                  <a:lnTo>
                    <a:pt x="234842" y="5832046"/>
                  </a:lnTo>
                  <a:lnTo>
                    <a:pt x="234842" y="5831615"/>
                  </a:lnTo>
                  <a:lnTo>
                    <a:pt x="234842" y="5831185"/>
                  </a:lnTo>
                  <a:lnTo>
                    <a:pt x="235000" y="5831185"/>
                  </a:lnTo>
                  <a:lnTo>
                    <a:pt x="235157" y="5831185"/>
                  </a:lnTo>
                  <a:lnTo>
                    <a:pt x="235157" y="5830754"/>
                  </a:lnTo>
                  <a:lnTo>
                    <a:pt x="235315" y="5830754"/>
                  </a:lnTo>
                  <a:lnTo>
                    <a:pt x="235473" y="5830754"/>
                  </a:lnTo>
                  <a:lnTo>
                    <a:pt x="235473" y="5830324"/>
                  </a:lnTo>
                  <a:lnTo>
                    <a:pt x="235473" y="5829893"/>
                  </a:lnTo>
                  <a:lnTo>
                    <a:pt x="235631" y="5829893"/>
                  </a:lnTo>
                  <a:lnTo>
                    <a:pt x="235631" y="5829462"/>
                  </a:lnTo>
                  <a:lnTo>
                    <a:pt x="235788" y="5829462"/>
                  </a:lnTo>
                  <a:lnTo>
                    <a:pt x="235946" y="5829462"/>
                  </a:lnTo>
                  <a:lnTo>
                    <a:pt x="235946" y="5829032"/>
                  </a:lnTo>
                  <a:lnTo>
                    <a:pt x="236104" y="5829032"/>
                  </a:lnTo>
                  <a:lnTo>
                    <a:pt x="236104" y="5828601"/>
                  </a:lnTo>
                  <a:lnTo>
                    <a:pt x="236261" y="5828601"/>
                  </a:lnTo>
                  <a:lnTo>
                    <a:pt x="236419" y="5828601"/>
                  </a:lnTo>
                  <a:lnTo>
                    <a:pt x="236577" y="5828601"/>
                  </a:lnTo>
                  <a:lnTo>
                    <a:pt x="236577" y="5828171"/>
                  </a:lnTo>
                  <a:lnTo>
                    <a:pt x="236577" y="5827740"/>
                  </a:lnTo>
                  <a:lnTo>
                    <a:pt x="236577" y="5827309"/>
                  </a:lnTo>
                  <a:lnTo>
                    <a:pt x="236577" y="5826879"/>
                  </a:lnTo>
                  <a:lnTo>
                    <a:pt x="236735" y="5826879"/>
                  </a:lnTo>
                  <a:lnTo>
                    <a:pt x="236892" y="5826879"/>
                  </a:lnTo>
                  <a:lnTo>
                    <a:pt x="236892" y="5826448"/>
                  </a:lnTo>
                  <a:lnTo>
                    <a:pt x="236892" y="5826018"/>
                  </a:lnTo>
                  <a:lnTo>
                    <a:pt x="237050" y="5826018"/>
                  </a:lnTo>
                  <a:lnTo>
                    <a:pt x="237208" y="5826018"/>
                  </a:lnTo>
                  <a:lnTo>
                    <a:pt x="237208" y="5825587"/>
                  </a:lnTo>
                  <a:lnTo>
                    <a:pt x="237208" y="5825156"/>
                  </a:lnTo>
                  <a:lnTo>
                    <a:pt x="237366" y="5825156"/>
                  </a:lnTo>
                  <a:lnTo>
                    <a:pt x="237366" y="5824726"/>
                  </a:lnTo>
                  <a:lnTo>
                    <a:pt x="237366" y="5824295"/>
                  </a:lnTo>
                  <a:lnTo>
                    <a:pt x="237523" y="5824295"/>
                  </a:lnTo>
                  <a:lnTo>
                    <a:pt x="237523" y="5823865"/>
                  </a:lnTo>
                  <a:lnTo>
                    <a:pt x="237681" y="5823865"/>
                  </a:lnTo>
                  <a:lnTo>
                    <a:pt x="237839" y="5823865"/>
                  </a:lnTo>
                  <a:lnTo>
                    <a:pt x="237839" y="5823434"/>
                  </a:lnTo>
                  <a:lnTo>
                    <a:pt x="237996" y="5823434"/>
                  </a:lnTo>
                  <a:lnTo>
                    <a:pt x="237996" y="5823003"/>
                  </a:lnTo>
                  <a:lnTo>
                    <a:pt x="237996" y="5822573"/>
                  </a:lnTo>
                  <a:lnTo>
                    <a:pt x="238154" y="5822573"/>
                  </a:lnTo>
                  <a:lnTo>
                    <a:pt x="238154" y="5822142"/>
                  </a:lnTo>
                  <a:lnTo>
                    <a:pt x="238312" y="5822142"/>
                  </a:lnTo>
                  <a:lnTo>
                    <a:pt x="238312" y="5821712"/>
                  </a:lnTo>
                  <a:lnTo>
                    <a:pt x="238312" y="5821281"/>
                  </a:lnTo>
                  <a:lnTo>
                    <a:pt x="238312" y="5820850"/>
                  </a:lnTo>
                  <a:lnTo>
                    <a:pt x="238312" y="5820420"/>
                  </a:lnTo>
                  <a:lnTo>
                    <a:pt x="238470" y="5820420"/>
                  </a:lnTo>
                  <a:lnTo>
                    <a:pt x="238470" y="5819989"/>
                  </a:lnTo>
                  <a:lnTo>
                    <a:pt x="238627" y="5819989"/>
                  </a:lnTo>
                  <a:lnTo>
                    <a:pt x="238785" y="5819989"/>
                  </a:lnTo>
                  <a:lnTo>
                    <a:pt x="238943" y="5819989"/>
                  </a:lnTo>
                  <a:lnTo>
                    <a:pt x="239100" y="5819989"/>
                  </a:lnTo>
                  <a:lnTo>
                    <a:pt x="239258" y="5819989"/>
                  </a:lnTo>
                  <a:lnTo>
                    <a:pt x="239258" y="5819559"/>
                  </a:lnTo>
                  <a:lnTo>
                    <a:pt x="239416" y="5819559"/>
                  </a:lnTo>
                  <a:lnTo>
                    <a:pt x="239574" y="5819559"/>
                  </a:lnTo>
                  <a:lnTo>
                    <a:pt x="239731" y="5819559"/>
                  </a:lnTo>
                  <a:lnTo>
                    <a:pt x="239731" y="5819128"/>
                  </a:lnTo>
                  <a:lnTo>
                    <a:pt x="239889" y="5819128"/>
                  </a:lnTo>
                  <a:lnTo>
                    <a:pt x="239889" y="5818697"/>
                  </a:lnTo>
                  <a:lnTo>
                    <a:pt x="239889" y="5818267"/>
                  </a:lnTo>
                  <a:lnTo>
                    <a:pt x="240047" y="5818267"/>
                  </a:lnTo>
                  <a:lnTo>
                    <a:pt x="240047" y="5817836"/>
                  </a:lnTo>
                  <a:lnTo>
                    <a:pt x="240204" y="5817836"/>
                  </a:lnTo>
                  <a:lnTo>
                    <a:pt x="240362" y="5817836"/>
                  </a:lnTo>
                  <a:lnTo>
                    <a:pt x="240520" y="5817836"/>
                  </a:lnTo>
                  <a:lnTo>
                    <a:pt x="240678" y="5817836"/>
                  </a:lnTo>
                  <a:lnTo>
                    <a:pt x="240678" y="5817406"/>
                  </a:lnTo>
                  <a:lnTo>
                    <a:pt x="240835" y="5817406"/>
                  </a:lnTo>
                  <a:lnTo>
                    <a:pt x="240993" y="5817406"/>
                  </a:lnTo>
                  <a:lnTo>
                    <a:pt x="240993" y="5816975"/>
                  </a:lnTo>
                  <a:lnTo>
                    <a:pt x="241151" y="5816975"/>
                  </a:lnTo>
                  <a:lnTo>
                    <a:pt x="241151" y="5816544"/>
                  </a:lnTo>
                  <a:lnTo>
                    <a:pt x="241308" y="5816544"/>
                  </a:lnTo>
                  <a:lnTo>
                    <a:pt x="241308" y="5816114"/>
                  </a:lnTo>
                  <a:lnTo>
                    <a:pt x="241308" y="5815683"/>
                  </a:lnTo>
                  <a:lnTo>
                    <a:pt x="241466" y="5815683"/>
                  </a:lnTo>
                  <a:lnTo>
                    <a:pt x="241624" y="5815683"/>
                  </a:lnTo>
                  <a:lnTo>
                    <a:pt x="241782" y="5815683"/>
                  </a:lnTo>
                  <a:lnTo>
                    <a:pt x="241939" y="5815683"/>
                  </a:lnTo>
                  <a:lnTo>
                    <a:pt x="242097" y="5815683"/>
                  </a:lnTo>
                  <a:lnTo>
                    <a:pt x="242255" y="5815683"/>
                  </a:lnTo>
                  <a:lnTo>
                    <a:pt x="242255" y="5815253"/>
                  </a:lnTo>
                  <a:lnTo>
                    <a:pt x="242255" y="5814822"/>
                  </a:lnTo>
                  <a:lnTo>
                    <a:pt x="242412" y="5814822"/>
                  </a:lnTo>
                  <a:lnTo>
                    <a:pt x="242412" y="5814391"/>
                  </a:lnTo>
                  <a:lnTo>
                    <a:pt x="242570" y="5814391"/>
                  </a:lnTo>
                  <a:lnTo>
                    <a:pt x="242570" y="5813961"/>
                  </a:lnTo>
                  <a:lnTo>
                    <a:pt x="242728" y="5813961"/>
                  </a:lnTo>
                  <a:lnTo>
                    <a:pt x="242728" y="5813530"/>
                  </a:lnTo>
                  <a:lnTo>
                    <a:pt x="242886" y="5813530"/>
                  </a:lnTo>
                  <a:lnTo>
                    <a:pt x="243043" y="5813530"/>
                  </a:lnTo>
                  <a:lnTo>
                    <a:pt x="243043" y="5813100"/>
                  </a:lnTo>
                  <a:lnTo>
                    <a:pt x="243043" y="5812669"/>
                  </a:lnTo>
                  <a:lnTo>
                    <a:pt x="243201" y="5812669"/>
                  </a:lnTo>
                  <a:lnTo>
                    <a:pt x="243359" y="5812669"/>
                  </a:lnTo>
                  <a:lnTo>
                    <a:pt x="243359" y="5812238"/>
                  </a:lnTo>
                  <a:lnTo>
                    <a:pt x="243517" y="5812238"/>
                  </a:lnTo>
                  <a:lnTo>
                    <a:pt x="243674" y="5812238"/>
                  </a:lnTo>
                  <a:lnTo>
                    <a:pt x="243832" y="5812238"/>
                  </a:lnTo>
                  <a:lnTo>
                    <a:pt x="243832" y="5811808"/>
                  </a:lnTo>
                  <a:lnTo>
                    <a:pt x="243990" y="5811808"/>
                  </a:lnTo>
                  <a:lnTo>
                    <a:pt x="243990" y="5811377"/>
                  </a:lnTo>
                  <a:lnTo>
                    <a:pt x="244147" y="5811377"/>
                  </a:lnTo>
                  <a:lnTo>
                    <a:pt x="244305" y="5811377"/>
                  </a:lnTo>
                  <a:lnTo>
                    <a:pt x="244305" y="5810947"/>
                  </a:lnTo>
                  <a:lnTo>
                    <a:pt x="244463" y="5810947"/>
                  </a:lnTo>
                  <a:lnTo>
                    <a:pt x="244621" y="5810947"/>
                  </a:lnTo>
                  <a:lnTo>
                    <a:pt x="244778" y="5810947"/>
                  </a:lnTo>
                  <a:lnTo>
                    <a:pt x="244936" y="5810947"/>
                  </a:lnTo>
                  <a:lnTo>
                    <a:pt x="244936" y="5810516"/>
                  </a:lnTo>
                  <a:lnTo>
                    <a:pt x="244936" y="5810085"/>
                  </a:lnTo>
                  <a:lnTo>
                    <a:pt x="244936" y="5809655"/>
                  </a:lnTo>
                  <a:lnTo>
                    <a:pt x="245094" y="5809655"/>
                  </a:lnTo>
                  <a:lnTo>
                    <a:pt x="245251" y="5809655"/>
                  </a:lnTo>
                  <a:lnTo>
                    <a:pt x="245251" y="5809224"/>
                  </a:lnTo>
                  <a:lnTo>
                    <a:pt x="245409" y="5809224"/>
                  </a:lnTo>
                  <a:lnTo>
                    <a:pt x="245409" y="5808794"/>
                  </a:lnTo>
                  <a:lnTo>
                    <a:pt x="245567" y="5808794"/>
                  </a:lnTo>
                  <a:lnTo>
                    <a:pt x="245567" y="5808363"/>
                  </a:lnTo>
                  <a:lnTo>
                    <a:pt x="245725" y="5808363"/>
                  </a:lnTo>
                  <a:lnTo>
                    <a:pt x="245882" y="5808363"/>
                  </a:lnTo>
                  <a:lnTo>
                    <a:pt x="245882" y="5807932"/>
                  </a:lnTo>
                  <a:lnTo>
                    <a:pt x="245882" y="5807502"/>
                  </a:lnTo>
                  <a:lnTo>
                    <a:pt x="245882" y="5807071"/>
                  </a:lnTo>
                  <a:lnTo>
                    <a:pt x="245882" y="5806641"/>
                  </a:lnTo>
                  <a:lnTo>
                    <a:pt x="245882" y="5806210"/>
                  </a:lnTo>
                  <a:lnTo>
                    <a:pt x="246040" y="5806210"/>
                  </a:lnTo>
                  <a:lnTo>
                    <a:pt x="246198" y="5806210"/>
                  </a:lnTo>
                  <a:lnTo>
                    <a:pt x="246355" y="5806210"/>
                  </a:lnTo>
                  <a:lnTo>
                    <a:pt x="246355" y="5805779"/>
                  </a:lnTo>
                  <a:lnTo>
                    <a:pt x="246355" y="5805349"/>
                  </a:lnTo>
                  <a:lnTo>
                    <a:pt x="246513" y="5805349"/>
                  </a:lnTo>
                  <a:lnTo>
                    <a:pt x="246513" y="5804918"/>
                  </a:lnTo>
                  <a:lnTo>
                    <a:pt x="246513" y="5804488"/>
                  </a:lnTo>
                  <a:lnTo>
                    <a:pt x="246671" y="5804488"/>
                  </a:lnTo>
                  <a:lnTo>
                    <a:pt x="246829" y="5804488"/>
                  </a:lnTo>
                  <a:lnTo>
                    <a:pt x="246986" y="5804488"/>
                  </a:lnTo>
                  <a:lnTo>
                    <a:pt x="247144" y="5804488"/>
                  </a:lnTo>
                  <a:lnTo>
                    <a:pt x="247302" y="5804488"/>
                  </a:lnTo>
                  <a:lnTo>
                    <a:pt x="247302" y="5804057"/>
                  </a:lnTo>
                  <a:lnTo>
                    <a:pt x="247459" y="5804057"/>
                  </a:lnTo>
                  <a:lnTo>
                    <a:pt x="247617" y="5804057"/>
                  </a:lnTo>
                  <a:lnTo>
                    <a:pt x="247617" y="5803626"/>
                  </a:lnTo>
                  <a:lnTo>
                    <a:pt x="247617" y="5803196"/>
                  </a:lnTo>
                  <a:lnTo>
                    <a:pt x="247775" y="5803196"/>
                  </a:lnTo>
                  <a:lnTo>
                    <a:pt x="247933" y="5803196"/>
                  </a:lnTo>
                  <a:lnTo>
                    <a:pt x="248090" y="5803196"/>
                  </a:lnTo>
                  <a:lnTo>
                    <a:pt x="248090" y="5802765"/>
                  </a:lnTo>
                  <a:lnTo>
                    <a:pt x="248090" y="5802335"/>
                  </a:lnTo>
                  <a:lnTo>
                    <a:pt x="248248" y="5802335"/>
                  </a:lnTo>
                  <a:lnTo>
                    <a:pt x="248248" y="5801904"/>
                  </a:lnTo>
                  <a:lnTo>
                    <a:pt x="248406" y="5801904"/>
                  </a:lnTo>
                  <a:lnTo>
                    <a:pt x="248564" y="5801904"/>
                  </a:lnTo>
                  <a:lnTo>
                    <a:pt x="248721" y="5801904"/>
                  </a:lnTo>
                  <a:lnTo>
                    <a:pt x="248879" y="5801904"/>
                  </a:lnTo>
                  <a:lnTo>
                    <a:pt x="249037" y="5801904"/>
                  </a:lnTo>
                  <a:lnTo>
                    <a:pt x="249194" y="5801904"/>
                  </a:lnTo>
                  <a:lnTo>
                    <a:pt x="249352" y="5801904"/>
                  </a:lnTo>
                  <a:lnTo>
                    <a:pt x="249510" y="5801904"/>
                  </a:lnTo>
                  <a:lnTo>
                    <a:pt x="249668" y="5801904"/>
                  </a:lnTo>
                  <a:lnTo>
                    <a:pt x="249825" y="5801904"/>
                  </a:lnTo>
                  <a:lnTo>
                    <a:pt x="249825" y="5801473"/>
                  </a:lnTo>
                  <a:lnTo>
                    <a:pt x="249983" y="5801473"/>
                  </a:lnTo>
                  <a:lnTo>
                    <a:pt x="250141" y="5801473"/>
                  </a:lnTo>
                  <a:lnTo>
                    <a:pt x="250298" y="5801473"/>
                  </a:lnTo>
                  <a:lnTo>
                    <a:pt x="250298" y="5801043"/>
                  </a:lnTo>
                  <a:lnTo>
                    <a:pt x="250298" y="5800612"/>
                  </a:lnTo>
                  <a:lnTo>
                    <a:pt x="250456" y="5800612"/>
                  </a:lnTo>
                  <a:lnTo>
                    <a:pt x="250614" y="5800612"/>
                  </a:lnTo>
                  <a:lnTo>
                    <a:pt x="250614" y="5800182"/>
                  </a:lnTo>
                  <a:lnTo>
                    <a:pt x="250772" y="5800182"/>
                  </a:lnTo>
                  <a:lnTo>
                    <a:pt x="250772" y="5799751"/>
                  </a:lnTo>
                  <a:lnTo>
                    <a:pt x="250772" y="5799320"/>
                  </a:lnTo>
                  <a:lnTo>
                    <a:pt x="250772" y="5798890"/>
                  </a:lnTo>
                  <a:lnTo>
                    <a:pt x="250772" y="5798459"/>
                  </a:lnTo>
                  <a:lnTo>
                    <a:pt x="250929" y="5798459"/>
                  </a:lnTo>
                  <a:lnTo>
                    <a:pt x="251087" y="5798459"/>
                  </a:lnTo>
                  <a:lnTo>
                    <a:pt x="251087" y="5798029"/>
                  </a:lnTo>
                  <a:lnTo>
                    <a:pt x="251087" y="5797598"/>
                  </a:lnTo>
                  <a:lnTo>
                    <a:pt x="251245" y="5797598"/>
                  </a:lnTo>
                  <a:lnTo>
                    <a:pt x="251245" y="5797167"/>
                  </a:lnTo>
                  <a:lnTo>
                    <a:pt x="251245" y="5796737"/>
                  </a:lnTo>
                  <a:lnTo>
                    <a:pt x="251402" y="5796737"/>
                  </a:lnTo>
                  <a:lnTo>
                    <a:pt x="251402" y="5796306"/>
                  </a:lnTo>
                  <a:lnTo>
                    <a:pt x="251560" y="5796306"/>
                  </a:lnTo>
                  <a:lnTo>
                    <a:pt x="251718" y="5796306"/>
                  </a:lnTo>
                  <a:lnTo>
                    <a:pt x="251876" y="5796306"/>
                  </a:lnTo>
                  <a:lnTo>
                    <a:pt x="252033" y="5796306"/>
                  </a:lnTo>
                  <a:lnTo>
                    <a:pt x="252191" y="5796306"/>
                  </a:lnTo>
                  <a:lnTo>
                    <a:pt x="252349" y="5796306"/>
                  </a:lnTo>
                  <a:lnTo>
                    <a:pt x="252349" y="5795876"/>
                  </a:lnTo>
                  <a:lnTo>
                    <a:pt x="252506" y="5795876"/>
                  </a:lnTo>
                  <a:lnTo>
                    <a:pt x="252664" y="5795876"/>
                  </a:lnTo>
                  <a:lnTo>
                    <a:pt x="252822" y="5795876"/>
                  </a:lnTo>
                  <a:lnTo>
                    <a:pt x="252980" y="5795876"/>
                  </a:lnTo>
                  <a:lnTo>
                    <a:pt x="252980" y="5795445"/>
                  </a:lnTo>
                  <a:lnTo>
                    <a:pt x="252980" y="5795014"/>
                  </a:lnTo>
                  <a:lnTo>
                    <a:pt x="252980" y="5794584"/>
                  </a:lnTo>
                  <a:lnTo>
                    <a:pt x="253137" y="5794584"/>
                  </a:lnTo>
                  <a:lnTo>
                    <a:pt x="253137" y="5794153"/>
                  </a:lnTo>
                  <a:lnTo>
                    <a:pt x="253295" y="5794153"/>
                  </a:lnTo>
                  <a:lnTo>
                    <a:pt x="253295" y="5793723"/>
                  </a:lnTo>
                  <a:lnTo>
                    <a:pt x="253295" y="5793292"/>
                  </a:lnTo>
                  <a:lnTo>
                    <a:pt x="253295" y="5792861"/>
                  </a:lnTo>
                  <a:lnTo>
                    <a:pt x="253295" y="5792431"/>
                  </a:lnTo>
                  <a:lnTo>
                    <a:pt x="253295" y="5792000"/>
                  </a:lnTo>
                  <a:lnTo>
                    <a:pt x="253453" y="5792000"/>
                  </a:lnTo>
                  <a:lnTo>
                    <a:pt x="253610" y="5792000"/>
                  </a:lnTo>
                  <a:lnTo>
                    <a:pt x="253610" y="5791570"/>
                  </a:lnTo>
                  <a:lnTo>
                    <a:pt x="253768" y="5791570"/>
                  </a:lnTo>
                  <a:lnTo>
                    <a:pt x="253926" y="5791570"/>
                  </a:lnTo>
                  <a:lnTo>
                    <a:pt x="254084" y="5791570"/>
                  </a:lnTo>
                  <a:lnTo>
                    <a:pt x="254241" y="5791570"/>
                  </a:lnTo>
                  <a:lnTo>
                    <a:pt x="254399" y="5791570"/>
                  </a:lnTo>
                  <a:lnTo>
                    <a:pt x="254557" y="5791570"/>
                  </a:lnTo>
                  <a:lnTo>
                    <a:pt x="254557" y="5791139"/>
                  </a:lnTo>
                  <a:lnTo>
                    <a:pt x="254557" y="5790708"/>
                  </a:lnTo>
                  <a:lnTo>
                    <a:pt x="254715" y="5790708"/>
                  </a:lnTo>
                  <a:lnTo>
                    <a:pt x="254715" y="5790278"/>
                  </a:lnTo>
                  <a:lnTo>
                    <a:pt x="254872" y="5790278"/>
                  </a:lnTo>
                  <a:lnTo>
                    <a:pt x="255030" y="5790278"/>
                  </a:lnTo>
                  <a:lnTo>
                    <a:pt x="255030" y="5789847"/>
                  </a:lnTo>
                  <a:lnTo>
                    <a:pt x="255188" y="5789847"/>
                  </a:lnTo>
                  <a:lnTo>
                    <a:pt x="255188" y="5789417"/>
                  </a:lnTo>
                  <a:lnTo>
                    <a:pt x="255345" y="5789417"/>
                  </a:lnTo>
                  <a:lnTo>
                    <a:pt x="255503" y="5789417"/>
                  </a:lnTo>
                  <a:lnTo>
                    <a:pt x="255661" y="5789417"/>
                  </a:lnTo>
                  <a:lnTo>
                    <a:pt x="255819" y="5789417"/>
                  </a:lnTo>
                  <a:lnTo>
                    <a:pt x="255819" y="5788986"/>
                  </a:lnTo>
                  <a:lnTo>
                    <a:pt x="255976" y="5788986"/>
                  </a:lnTo>
                  <a:lnTo>
                    <a:pt x="256134" y="5788986"/>
                  </a:lnTo>
                  <a:lnTo>
                    <a:pt x="256292" y="5788986"/>
                  </a:lnTo>
                  <a:lnTo>
                    <a:pt x="256292" y="5788555"/>
                  </a:lnTo>
                  <a:lnTo>
                    <a:pt x="256292" y="5788125"/>
                  </a:lnTo>
                  <a:lnTo>
                    <a:pt x="256292" y="5787694"/>
                  </a:lnTo>
                  <a:lnTo>
                    <a:pt x="256449" y="5787694"/>
                  </a:lnTo>
                  <a:lnTo>
                    <a:pt x="256607" y="5787694"/>
                  </a:lnTo>
                  <a:lnTo>
                    <a:pt x="256765" y="5787694"/>
                  </a:lnTo>
                  <a:lnTo>
                    <a:pt x="256923" y="5787694"/>
                  </a:lnTo>
                  <a:lnTo>
                    <a:pt x="256923" y="5787264"/>
                  </a:lnTo>
                  <a:lnTo>
                    <a:pt x="256923" y="5786833"/>
                  </a:lnTo>
                  <a:lnTo>
                    <a:pt x="257080" y="5786833"/>
                  </a:lnTo>
                  <a:lnTo>
                    <a:pt x="257238" y="5786833"/>
                  </a:lnTo>
                  <a:lnTo>
                    <a:pt x="257396" y="5786833"/>
                  </a:lnTo>
                  <a:lnTo>
                    <a:pt x="257553" y="5786833"/>
                  </a:lnTo>
                  <a:lnTo>
                    <a:pt x="257553" y="5786402"/>
                  </a:lnTo>
                  <a:lnTo>
                    <a:pt x="257711" y="5786402"/>
                  </a:lnTo>
                  <a:lnTo>
                    <a:pt x="257711" y="5785972"/>
                  </a:lnTo>
                  <a:lnTo>
                    <a:pt x="257869" y="5785972"/>
                  </a:lnTo>
                  <a:lnTo>
                    <a:pt x="258027" y="5785972"/>
                  </a:lnTo>
                  <a:lnTo>
                    <a:pt x="258027" y="5785541"/>
                  </a:lnTo>
                  <a:lnTo>
                    <a:pt x="258184" y="5785541"/>
                  </a:lnTo>
                  <a:lnTo>
                    <a:pt x="258342" y="5785541"/>
                  </a:lnTo>
                  <a:lnTo>
                    <a:pt x="258500" y="5785541"/>
                  </a:lnTo>
                  <a:lnTo>
                    <a:pt x="258657" y="5785541"/>
                  </a:lnTo>
                  <a:lnTo>
                    <a:pt x="258657" y="5785111"/>
                  </a:lnTo>
                  <a:lnTo>
                    <a:pt x="258815" y="5785111"/>
                  </a:lnTo>
                  <a:lnTo>
                    <a:pt x="258815" y="5784680"/>
                  </a:lnTo>
                  <a:lnTo>
                    <a:pt x="258973" y="5784680"/>
                  </a:lnTo>
                  <a:lnTo>
                    <a:pt x="258973" y="5784249"/>
                  </a:lnTo>
                  <a:lnTo>
                    <a:pt x="259131" y="5784249"/>
                  </a:lnTo>
                  <a:lnTo>
                    <a:pt x="259288" y="5784249"/>
                  </a:lnTo>
                  <a:lnTo>
                    <a:pt x="259446" y="5784249"/>
                  </a:lnTo>
                  <a:lnTo>
                    <a:pt x="259446" y="5783819"/>
                  </a:lnTo>
                  <a:lnTo>
                    <a:pt x="259604" y="5783819"/>
                  </a:lnTo>
                  <a:lnTo>
                    <a:pt x="259762" y="5783819"/>
                  </a:lnTo>
                  <a:lnTo>
                    <a:pt x="259919" y="5783819"/>
                  </a:lnTo>
                  <a:lnTo>
                    <a:pt x="260077" y="5783819"/>
                  </a:lnTo>
                  <a:lnTo>
                    <a:pt x="260077" y="5783388"/>
                  </a:lnTo>
                  <a:lnTo>
                    <a:pt x="260235" y="5783388"/>
                  </a:lnTo>
                  <a:lnTo>
                    <a:pt x="260392" y="5783388"/>
                  </a:lnTo>
                  <a:lnTo>
                    <a:pt x="260550" y="5783388"/>
                  </a:lnTo>
                  <a:lnTo>
                    <a:pt x="260708" y="5783388"/>
                  </a:lnTo>
                  <a:lnTo>
                    <a:pt x="260866" y="5783388"/>
                  </a:lnTo>
                  <a:lnTo>
                    <a:pt x="261023" y="5783388"/>
                  </a:lnTo>
                  <a:lnTo>
                    <a:pt x="261023" y="5782958"/>
                  </a:lnTo>
                  <a:lnTo>
                    <a:pt x="261023" y="5782527"/>
                  </a:lnTo>
                  <a:lnTo>
                    <a:pt x="261181" y="5782527"/>
                  </a:lnTo>
                  <a:lnTo>
                    <a:pt x="261181" y="5782096"/>
                  </a:lnTo>
                  <a:lnTo>
                    <a:pt x="261339" y="5782096"/>
                  </a:lnTo>
                  <a:lnTo>
                    <a:pt x="261496" y="5782096"/>
                  </a:lnTo>
                  <a:lnTo>
                    <a:pt x="261654" y="5782096"/>
                  </a:lnTo>
                  <a:lnTo>
                    <a:pt x="261812" y="5782096"/>
                  </a:lnTo>
                  <a:lnTo>
                    <a:pt x="261812" y="5781666"/>
                  </a:lnTo>
                  <a:lnTo>
                    <a:pt x="261970" y="5781666"/>
                  </a:lnTo>
                  <a:lnTo>
                    <a:pt x="262127" y="5781666"/>
                  </a:lnTo>
                  <a:lnTo>
                    <a:pt x="262127" y="5781235"/>
                  </a:lnTo>
                  <a:lnTo>
                    <a:pt x="262285" y="5781235"/>
                  </a:lnTo>
                  <a:lnTo>
                    <a:pt x="262285" y="5780805"/>
                  </a:lnTo>
                  <a:lnTo>
                    <a:pt x="262285" y="5780374"/>
                  </a:lnTo>
                  <a:lnTo>
                    <a:pt x="262443" y="5780374"/>
                  </a:lnTo>
                  <a:lnTo>
                    <a:pt x="262600" y="5780374"/>
                  </a:lnTo>
                  <a:lnTo>
                    <a:pt x="262600" y="5779943"/>
                  </a:lnTo>
                  <a:lnTo>
                    <a:pt x="262600" y="5779513"/>
                  </a:lnTo>
                  <a:lnTo>
                    <a:pt x="262758" y="5779513"/>
                  </a:lnTo>
                  <a:lnTo>
                    <a:pt x="262916" y="5779513"/>
                  </a:lnTo>
                  <a:lnTo>
                    <a:pt x="263074" y="5779513"/>
                  </a:lnTo>
                  <a:lnTo>
                    <a:pt x="263074" y="5779082"/>
                  </a:lnTo>
                  <a:lnTo>
                    <a:pt x="263231" y="5779082"/>
                  </a:lnTo>
                  <a:lnTo>
                    <a:pt x="263231" y="5778652"/>
                  </a:lnTo>
                  <a:lnTo>
                    <a:pt x="263389" y="5778652"/>
                  </a:lnTo>
                  <a:lnTo>
                    <a:pt x="263547" y="5778652"/>
                  </a:lnTo>
                  <a:lnTo>
                    <a:pt x="263547" y="5778221"/>
                  </a:lnTo>
                  <a:lnTo>
                    <a:pt x="263704" y="5778221"/>
                  </a:lnTo>
                  <a:lnTo>
                    <a:pt x="263862" y="5778221"/>
                  </a:lnTo>
                  <a:lnTo>
                    <a:pt x="264020" y="5778221"/>
                  </a:lnTo>
                  <a:lnTo>
                    <a:pt x="264178" y="5778221"/>
                  </a:lnTo>
                  <a:lnTo>
                    <a:pt x="264178" y="5777790"/>
                  </a:lnTo>
                  <a:lnTo>
                    <a:pt x="264178" y="5777360"/>
                  </a:lnTo>
                  <a:lnTo>
                    <a:pt x="264178" y="5776929"/>
                  </a:lnTo>
                  <a:lnTo>
                    <a:pt x="264178" y="5776499"/>
                  </a:lnTo>
                  <a:lnTo>
                    <a:pt x="264335" y="5776499"/>
                  </a:lnTo>
                  <a:lnTo>
                    <a:pt x="264493" y="5776499"/>
                  </a:lnTo>
                  <a:lnTo>
                    <a:pt x="264493" y="5776068"/>
                  </a:lnTo>
                  <a:lnTo>
                    <a:pt x="264651" y="5776068"/>
                  </a:lnTo>
                  <a:lnTo>
                    <a:pt x="264808" y="5776068"/>
                  </a:lnTo>
                  <a:lnTo>
                    <a:pt x="264808" y="5775637"/>
                  </a:lnTo>
                  <a:lnTo>
                    <a:pt x="264966" y="5775637"/>
                  </a:lnTo>
                  <a:lnTo>
                    <a:pt x="264966" y="5775207"/>
                  </a:lnTo>
                  <a:lnTo>
                    <a:pt x="264966" y="5774776"/>
                  </a:lnTo>
                  <a:lnTo>
                    <a:pt x="264966" y="5774346"/>
                  </a:lnTo>
                  <a:lnTo>
                    <a:pt x="264966" y="5773915"/>
                  </a:lnTo>
                  <a:lnTo>
                    <a:pt x="264966" y="5773484"/>
                  </a:lnTo>
                  <a:lnTo>
                    <a:pt x="265124" y="5773484"/>
                  </a:lnTo>
                  <a:lnTo>
                    <a:pt x="265282" y="5773484"/>
                  </a:lnTo>
                  <a:lnTo>
                    <a:pt x="265282" y="5773054"/>
                  </a:lnTo>
                  <a:lnTo>
                    <a:pt x="265439" y="5773054"/>
                  </a:lnTo>
                  <a:lnTo>
                    <a:pt x="265597" y="5773054"/>
                  </a:lnTo>
                  <a:lnTo>
                    <a:pt x="265755" y="5773054"/>
                  </a:lnTo>
                  <a:lnTo>
                    <a:pt x="265913" y="5773054"/>
                  </a:lnTo>
                  <a:lnTo>
                    <a:pt x="266070" y="5773054"/>
                  </a:lnTo>
                  <a:lnTo>
                    <a:pt x="266070" y="5772623"/>
                  </a:lnTo>
                  <a:lnTo>
                    <a:pt x="266228" y="5772623"/>
                  </a:lnTo>
                  <a:lnTo>
                    <a:pt x="266386" y="5772623"/>
                  </a:lnTo>
                  <a:lnTo>
                    <a:pt x="266543" y="5772623"/>
                  </a:lnTo>
                  <a:lnTo>
                    <a:pt x="266543" y="5772193"/>
                  </a:lnTo>
                  <a:lnTo>
                    <a:pt x="266701" y="5772193"/>
                  </a:lnTo>
                  <a:lnTo>
                    <a:pt x="266859" y="5772193"/>
                  </a:lnTo>
                  <a:lnTo>
                    <a:pt x="266859" y="5771762"/>
                  </a:lnTo>
                  <a:lnTo>
                    <a:pt x="267017" y="5771762"/>
                  </a:lnTo>
                  <a:lnTo>
                    <a:pt x="267174" y="5771762"/>
                  </a:lnTo>
                  <a:lnTo>
                    <a:pt x="267174" y="5771331"/>
                  </a:lnTo>
                  <a:lnTo>
                    <a:pt x="267332" y="5771331"/>
                  </a:lnTo>
                  <a:lnTo>
                    <a:pt x="267490" y="5771331"/>
                  </a:lnTo>
                  <a:lnTo>
                    <a:pt x="267647" y="5771331"/>
                  </a:lnTo>
                  <a:lnTo>
                    <a:pt x="267647" y="5770901"/>
                  </a:lnTo>
                  <a:lnTo>
                    <a:pt x="267805" y="5770901"/>
                  </a:lnTo>
                  <a:lnTo>
                    <a:pt x="267805" y="5770470"/>
                  </a:lnTo>
                  <a:lnTo>
                    <a:pt x="267963" y="5770470"/>
                  </a:lnTo>
                  <a:lnTo>
                    <a:pt x="268121" y="5770470"/>
                  </a:lnTo>
                  <a:lnTo>
                    <a:pt x="268121" y="5770040"/>
                  </a:lnTo>
                  <a:lnTo>
                    <a:pt x="268278" y="5770040"/>
                  </a:lnTo>
                  <a:lnTo>
                    <a:pt x="268278" y="5769609"/>
                  </a:lnTo>
                  <a:lnTo>
                    <a:pt x="268436" y="5769609"/>
                  </a:lnTo>
                  <a:lnTo>
                    <a:pt x="268594" y="5769609"/>
                  </a:lnTo>
                  <a:lnTo>
                    <a:pt x="268751" y="5769609"/>
                  </a:lnTo>
                  <a:lnTo>
                    <a:pt x="268751" y="5769178"/>
                  </a:lnTo>
                  <a:lnTo>
                    <a:pt x="268751" y="5768748"/>
                  </a:lnTo>
                  <a:lnTo>
                    <a:pt x="268909" y="5768748"/>
                  </a:lnTo>
                  <a:lnTo>
                    <a:pt x="268909" y="5768317"/>
                  </a:lnTo>
                  <a:lnTo>
                    <a:pt x="268909" y="5767887"/>
                  </a:lnTo>
                  <a:lnTo>
                    <a:pt x="268909" y="5767456"/>
                  </a:lnTo>
                  <a:lnTo>
                    <a:pt x="269067" y="5767456"/>
                  </a:lnTo>
                  <a:lnTo>
                    <a:pt x="269225" y="5767456"/>
                  </a:lnTo>
                  <a:lnTo>
                    <a:pt x="269382" y="5767456"/>
                  </a:lnTo>
                  <a:lnTo>
                    <a:pt x="269382" y="5767025"/>
                  </a:lnTo>
                  <a:lnTo>
                    <a:pt x="269382" y="5766595"/>
                  </a:lnTo>
                  <a:lnTo>
                    <a:pt x="269540" y="5766595"/>
                  </a:lnTo>
                  <a:lnTo>
                    <a:pt x="269698" y="5766595"/>
                  </a:lnTo>
                  <a:lnTo>
                    <a:pt x="269855" y="5766595"/>
                  </a:lnTo>
                  <a:lnTo>
                    <a:pt x="269855" y="5766164"/>
                  </a:lnTo>
                  <a:lnTo>
                    <a:pt x="269855" y="5765734"/>
                  </a:lnTo>
                  <a:lnTo>
                    <a:pt x="269855" y="5765303"/>
                  </a:lnTo>
                  <a:lnTo>
                    <a:pt x="269855" y="5764872"/>
                  </a:lnTo>
                  <a:lnTo>
                    <a:pt x="270013" y="5764872"/>
                  </a:lnTo>
                  <a:lnTo>
                    <a:pt x="270013" y="5764442"/>
                  </a:lnTo>
                  <a:lnTo>
                    <a:pt x="270013" y="5764011"/>
                  </a:lnTo>
                  <a:lnTo>
                    <a:pt x="270171" y="5764011"/>
                  </a:lnTo>
                  <a:lnTo>
                    <a:pt x="270329" y="5764011"/>
                  </a:lnTo>
                  <a:lnTo>
                    <a:pt x="270486" y="5764011"/>
                  </a:lnTo>
                  <a:lnTo>
                    <a:pt x="270644" y="5764011"/>
                  </a:lnTo>
                  <a:lnTo>
                    <a:pt x="270644" y="5763581"/>
                  </a:lnTo>
                  <a:lnTo>
                    <a:pt x="270644" y="5763150"/>
                  </a:lnTo>
                  <a:lnTo>
                    <a:pt x="270802" y="5763150"/>
                  </a:lnTo>
                  <a:lnTo>
                    <a:pt x="270802" y="5762719"/>
                  </a:lnTo>
                  <a:lnTo>
                    <a:pt x="270802" y="5762289"/>
                  </a:lnTo>
                  <a:lnTo>
                    <a:pt x="270802" y="5761858"/>
                  </a:lnTo>
                  <a:lnTo>
                    <a:pt x="270960" y="5761858"/>
                  </a:lnTo>
                  <a:lnTo>
                    <a:pt x="270960" y="5761428"/>
                  </a:lnTo>
                  <a:lnTo>
                    <a:pt x="271117" y="5761428"/>
                  </a:lnTo>
                  <a:lnTo>
                    <a:pt x="271275" y="5761428"/>
                  </a:lnTo>
                  <a:lnTo>
                    <a:pt x="271433" y="5761428"/>
                  </a:lnTo>
                  <a:lnTo>
                    <a:pt x="271590" y="5761428"/>
                  </a:lnTo>
                  <a:lnTo>
                    <a:pt x="271748" y="5761428"/>
                  </a:lnTo>
                  <a:lnTo>
                    <a:pt x="271906" y="5761428"/>
                  </a:lnTo>
                  <a:lnTo>
                    <a:pt x="271906" y="5760997"/>
                  </a:lnTo>
                  <a:lnTo>
                    <a:pt x="271906" y="5760566"/>
                  </a:lnTo>
                  <a:lnTo>
                    <a:pt x="272064" y="5760566"/>
                  </a:lnTo>
                  <a:lnTo>
                    <a:pt x="272221" y="5760566"/>
                  </a:lnTo>
                  <a:lnTo>
                    <a:pt x="272379" y="5760566"/>
                  </a:lnTo>
                  <a:lnTo>
                    <a:pt x="272379" y="5760136"/>
                  </a:lnTo>
                  <a:lnTo>
                    <a:pt x="272537" y="5760136"/>
                  </a:lnTo>
                  <a:lnTo>
                    <a:pt x="272537" y="5759705"/>
                  </a:lnTo>
                  <a:lnTo>
                    <a:pt x="272694" y="5759705"/>
                  </a:lnTo>
                  <a:lnTo>
                    <a:pt x="272694" y="5759275"/>
                  </a:lnTo>
                  <a:lnTo>
                    <a:pt x="272852" y="5759275"/>
                  </a:lnTo>
                  <a:lnTo>
                    <a:pt x="273010" y="5759275"/>
                  </a:lnTo>
                  <a:lnTo>
                    <a:pt x="273010" y="5758844"/>
                  </a:lnTo>
                  <a:lnTo>
                    <a:pt x="273010" y="5758413"/>
                  </a:lnTo>
                  <a:lnTo>
                    <a:pt x="273010" y="5757983"/>
                  </a:lnTo>
                  <a:lnTo>
                    <a:pt x="273168" y="5757983"/>
                  </a:lnTo>
                  <a:lnTo>
                    <a:pt x="273168" y="5757552"/>
                  </a:lnTo>
                  <a:lnTo>
                    <a:pt x="273168" y="5757122"/>
                  </a:lnTo>
                  <a:lnTo>
                    <a:pt x="273325" y="5757122"/>
                  </a:lnTo>
                  <a:lnTo>
                    <a:pt x="273483" y="5757122"/>
                  </a:lnTo>
                  <a:lnTo>
                    <a:pt x="273483" y="5756691"/>
                  </a:lnTo>
                  <a:lnTo>
                    <a:pt x="273483" y="5756260"/>
                  </a:lnTo>
                  <a:lnTo>
                    <a:pt x="273483" y="5755830"/>
                  </a:lnTo>
                  <a:lnTo>
                    <a:pt x="273641" y="5755830"/>
                  </a:lnTo>
                  <a:lnTo>
                    <a:pt x="273798" y="5755830"/>
                  </a:lnTo>
                  <a:lnTo>
                    <a:pt x="273956" y="5755830"/>
                  </a:lnTo>
                  <a:lnTo>
                    <a:pt x="274114" y="5755830"/>
                  </a:lnTo>
                  <a:lnTo>
                    <a:pt x="274114" y="5755399"/>
                  </a:lnTo>
                  <a:lnTo>
                    <a:pt x="274272" y="5755399"/>
                  </a:lnTo>
                  <a:lnTo>
                    <a:pt x="274272" y="5754969"/>
                  </a:lnTo>
                  <a:lnTo>
                    <a:pt x="274272" y="5754538"/>
                  </a:lnTo>
                  <a:lnTo>
                    <a:pt x="274429" y="5754538"/>
                  </a:lnTo>
                  <a:lnTo>
                    <a:pt x="274587" y="5754538"/>
                  </a:lnTo>
                  <a:lnTo>
                    <a:pt x="274745" y="5754538"/>
                  </a:lnTo>
                  <a:lnTo>
                    <a:pt x="274902" y="5754538"/>
                  </a:lnTo>
                  <a:lnTo>
                    <a:pt x="274902" y="5754107"/>
                  </a:lnTo>
                  <a:lnTo>
                    <a:pt x="275060" y="5754107"/>
                  </a:lnTo>
                  <a:lnTo>
                    <a:pt x="275218" y="5754107"/>
                  </a:lnTo>
                  <a:lnTo>
                    <a:pt x="275376" y="5754107"/>
                  </a:lnTo>
                  <a:lnTo>
                    <a:pt x="275376" y="5753677"/>
                  </a:lnTo>
                  <a:lnTo>
                    <a:pt x="275376" y="5753246"/>
                  </a:lnTo>
                  <a:lnTo>
                    <a:pt x="275376" y="5752816"/>
                  </a:lnTo>
                  <a:lnTo>
                    <a:pt x="275376" y="5752385"/>
                  </a:lnTo>
                  <a:lnTo>
                    <a:pt x="275376" y="5751954"/>
                  </a:lnTo>
                  <a:lnTo>
                    <a:pt x="275376" y="5751524"/>
                  </a:lnTo>
                  <a:lnTo>
                    <a:pt x="275376" y="5751093"/>
                  </a:lnTo>
                  <a:lnTo>
                    <a:pt x="275376" y="5750663"/>
                  </a:lnTo>
                  <a:lnTo>
                    <a:pt x="275376" y="5750232"/>
                  </a:lnTo>
                  <a:lnTo>
                    <a:pt x="275376" y="5749801"/>
                  </a:lnTo>
                  <a:lnTo>
                    <a:pt x="275376" y="5749371"/>
                  </a:lnTo>
                  <a:lnTo>
                    <a:pt x="275376" y="5748940"/>
                  </a:lnTo>
                  <a:lnTo>
                    <a:pt x="275533" y="5748940"/>
                  </a:lnTo>
                  <a:lnTo>
                    <a:pt x="275533" y="5748510"/>
                  </a:lnTo>
                  <a:lnTo>
                    <a:pt x="275533" y="5748079"/>
                  </a:lnTo>
                  <a:lnTo>
                    <a:pt x="275533" y="5747648"/>
                  </a:lnTo>
                  <a:lnTo>
                    <a:pt x="275691" y="5747648"/>
                  </a:lnTo>
                  <a:lnTo>
                    <a:pt x="275849" y="5747648"/>
                  </a:lnTo>
                  <a:lnTo>
                    <a:pt x="276006" y="5747648"/>
                  </a:lnTo>
                  <a:lnTo>
                    <a:pt x="276164" y="5747648"/>
                  </a:lnTo>
                  <a:lnTo>
                    <a:pt x="276322" y="5747648"/>
                  </a:lnTo>
                  <a:lnTo>
                    <a:pt x="276480" y="5747648"/>
                  </a:lnTo>
                  <a:lnTo>
                    <a:pt x="276637" y="5747648"/>
                  </a:lnTo>
                  <a:lnTo>
                    <a:pt x="276795" y="5747648"/>
                  </a:lnTo>
                  <a:lnTo>
                    <a:pt x="276795" y="5747218"/>
                  </a:lnTo>
                  <a:lnTo>
                    <a:pt x="276953" y="5747218"/>
                  </a:lnTo>
                  <a:lnTo>
                    <a:pt x="277111" y="5747218"/>
                  </a:lnTo>
                  <a:lnTo>
                    <a:pt x="277111" y="5746787"/>
                  </a:lnTo>
                  <a:lnTo>
                    <a:pt x="277111" y="5746357"/>
                  </a:lnTo>
                  <a:lnTo>
                    <a:pt x="277111" y="5745926"/>
                  </a:lnTo>
                  <a:lnTo>
                    <a:pt x="277268" y="5745926"/>
                  </a:lnTo>
                  <a:lnTo>
                    <a:pt x="277426" y="5745926"/>
                  </a:lnTo>
                  <a:lnTo>
                    <a:pt x="277584" y="5745926"/>
                  </a:lnTo>
                  <a:lnTo>
                    <a:pt x="277584" y="5745495"/>
                  </a:lnTo>
                  <a:lnTo>
                    <a:pt x="277741" y="5745495"/>
                  </a:lnTo>
                  <a:lnTo>
                    <a:pt x="277741" y="5745065"/>
                  </a:lnTo>
                  <a:lnTo>
                    <a:pt x="277899" y="5745065"/>
                  </a:lnTo>
                  <a:lnTo>
                    <a:pt x="278057" y="5745065"/>
                  </a:lnTo>
                  <a:lnTo>
                    <a:pt x="278215" y="5745065"/>
                  </a:lnTo>
                  <a:lnTo>
                    <a:pt x="278372" y="5745065"/>
                  </a:lnTo>
                  <a:lnTo>
                    <a:pt x="278530" y="5745065"/>
                  </a:lnTo>
                  <a:lnTo>
                    <a:pt x="278688" y="5745065"/>
                  </a:lnTo>
                  <a:lnTo>
                    <a:pt x="278688" y="5744634"/>
                  </a:lnTo>
                  <a:lnTo>
                    <a:pt x="278845" y="5744634"/>
                  </a:lnTo>
                  <a:lnTo>
                    <a:pt x="279003" y="5744634"/>
                  </a:lnTo>
                  <a:lnTo>
                    <a:pt x="279003" y="5744204"/>
                  </a:lnTo>
                  <a:lnTo>
                    <a:pt x="279161" y="5744204"/>
                  </a:lnTo>
                  <a:lnTo>
                    <a:pt x="279319" y="5744204"/>
                  </a:lnTo>
                  <a:lnTo>
                    <a:pt x="279476" y="5744204"/>
                  </a:lnTo>
                  <a:lnTo>
                    <a:pt x="279634" y="5744204"/>
                  </a:lnTo>
                  <a:lnTo>
                    <a:pt x="279634" y="5743773"/>
                  </a:lnTo>
                  <a:lnTo>
                    <a:pt x="279634" y="5743342"/>
                  </a:lnTo>
                  <a:lnTo>
                    <a:pt x="279634" y="5742912"/>
                  </a:lnTo>
                  <a:lnTo>
                    <a:pt x="279792" y="5742912"/>
                  </a:lnTo>
                  <a:lnTo>
                    <a:pt x="279949" y="5742912"/>
                  </a:lnTo>
                  <a:lnTo>
                    <a:pt x="279949" y="5742481"/>
                  </a:lnTo>
                  <a:lnTo>
                    <a:pt x="280107" y="5742481"/>
                  </a:lnTo>
                  <a:lnTo>
                    <a:pt x="280265" y="5742481"/>
                  </a:lnTo>
                  <a:lnTo>
                    <a:pt x="280265" y="5742051"/>
                  </a:lnTo>
                  <a:lnTo>
                    <a:pt x="280423" y="5742051"/>
                  </a:lnTo>
                  <a:lnTo>
                    <a:pt x="280423" y="5741620"/>
                  </a:lnTo>
                  <a:lnTo>
                    <a:pt x="280580" y="5741620"/>
                  </a:lnTo>
                  <a:lnTo>
                    <a:pt x="280580" y="5741189"/>
                  </a:lnTo>
                  <a:lnTo>
                    <a:pt x="280580" y="5740759"/>
                  </a:lnTo>
                  <a:lnTo>
                    <a:pt x="280738" y="5740759"/>
                  </a:lnTo>
                  <a:lnTo>
                    <a:pt x="280896" y="5740759"/>
                  </a:lnTo>
                  <a:lnTo>
                    <a:pt x="280896" y="5740328"/>
                  </a:lnTo>
                  <a:lnTo>
                    <a:pt x="280896" y="5739898"/>
                  </a:lnTo>
                  <a:lnTo>
                    <a:pt x="281053" y="5739898"/>
                  </a:lnTo>
                  <a:lnTo>
                    <a:pt x="281211" y="5739898"/>
                  </a:lnTo>
                  <a:lnTo>
                    <a:pt x="281369" y="5739898"/>
                  </a:lnTo>
                  <a:lnTo>
                    <a:pt x="281527" y="5739898"/>
                  </a:lnTo>
                  <a:lnTo>
                    <a:pt x="281684" y="5739898"/>
                  </a:lnTo>
                  <a:lnTo>
                    <a:pt x="281842" y="5739898"/>
                  </a:lnTo>
                  <a:lnTo>
                    <a:pt x="281842" y="5739467"/>
                  </a:lnTo>
                  <a:lnTo>
                    <a:pt x="282000" y="5739467"/>
                  </a:lnTo>
                  <a:lnTo>
                    <a:pt x="282157" y="5739467"/>
                  </a:lnTo>
                  <a:lnTo>
                    <a:pt x="282157" y="5739036"/>
                  </a:lnTo>
                  <a:lnTo>
                    <a:pt x="282157" y="5738606"/>
                  </a:lnTo>
                  <a:lnTo>
                    <a:pt x="282315" y="5738606"/>
                  </a:lnTo>
                  <a:lnTo>
                    <a:pt x="282473" y="5738606"/>
                  </a:lnTo>
                  <a:lnTo>
                    <a:pt x="282473" y="5738175"/>
                  </a:lnTo>
                  <a:lnTo>
                    <a:pt x="282631" y="5738175"/>
                  </a:lnTo>
                  <a:lnTo>
                    <a:pt x="282788" y="5738175"/>
                  </a:lnTo>
                  <a:lnTo>
                    <a:pt x="282946" y="5738175"/>
                  </a:lnTo>
                  <a:lnTo>
                    <a:pt x="283104" y="5738175"/>
                  </a:lnTo>
                  <a:lnTo>
                    <a:pt x="283262" y="5738175"/>
                  </a:lnTo>
                  <a:lnTo>
                    <a:pt x="283419" y="5738175"/>
                  </a:lnTo>
                  <a:lnTo>
                    <a:pt x="283577" y="5738175"/>
                  </a:lnTo>
                  <a:lnTo>
                    <a:pt x="283577" y="5737745"/>
                  </a:lnTo>
                  <a:lnTo>
                    <a:pt x="283577" y="5737314"/>
                  </a:lnTo>
                  <a:lnTo>
                    <a:pt x="283735" y="5737314"/>
                  </a:lnTo>
                  <a:lnTo>
                    <a:pt x="283735" y="5736883"/>
                  </a:lnTo>
                  <a:lnTo>
                    <a:pt x="283735" y="5736453"/>
                  </a:lnTo>
                  <a:lnTo>
                    <a:pt x="283892" y="5736453"/>
                  </a:lnTo>
                  <a:lnTo>
                    <a:pt x="283892" y="5736022"/>
                  </a:lnTo>
                  <a:lnTo>
                    <a:pt x="284050" y="5736022"/>
                  </a:lnTo>
                  <a:lnTo>
                    <a:pt x="284050" y="5735592"/>
                  </a:lnTo>
                  <a:lnTo>
                    <a:pt x="284050" y="5735161"/>
                  </a:lnTo>
                  <a:lnTo>
                    <a:pt x="284050" y="5734730"/>
                  </a:lnTo>
                  <a:lnTo>
                    <a:pt x="284208" y="5734730"/>
                  </a:lnTo>
                  <a:lnTo>
                    <a:pt x="284208" y="5734300"/>
                  </a:lnTo>
                  <a:lnTo>
                    <a:pt x="284208" y="5733869"/>
                  </a:lnTo>
                  <a:lnTo>
                    <a:pt x="284366" y="5733869"/>
                  </a:lnTo>
                  <a:lnTo>
                    <a:pt x="284523" y="5733869"/>
                  </a:lnTo>
                  <a:lnTo>
                    <a:pt x="284681" y="5733869"/>
                  </a:lnTo>
                  <a:lnTo>
                    <a:pt x="284839" y="5733869"/>
                  </a:lnTo>
                  <a:lnTo>
                    <a:pt x="284839" y="5733439"/>
                  </a:lnTo>
                  <a:lnTo>
                    <a:pt x="284996" y="5733439"/>
                  </a:lnTo>
                  <a:lnTo>
                    <a:pt x="285154" y="5733439"/>
                  </a:lnTo>
                  <a:lnTo>
                    <a:pt x="285154" y="5733008"/>
                  </a:lnTo>
                  <a:lnTo>
                    <a:pt x="285312" y="5733008"/>
                  </a:lnTo>
                  <a:lnTo>
                    <a:pt x="285312" y="5732577"/>
                  </a:lnTo>
                  <a:lnTo>
                    <a:pt x="285470" y="5732577"/>
                  </a:lnTo>
                  <a:lnTo>
                    <a:pt x="285627" y="5732577"/>
                  </a:lnTo>
                  <a:lnTo>
                    <a:pt x="285785" y="5732577"/>
                  </a:lnTo>
                  <a:lnTo>
                    <a:pt x="285943" y="5732577"/>
                  </a:lnTo>
                  <a:lnTo>
                    <a:pt x="286100" y="5732577"/>
                  </a:lnTo>
                  <a:lnTo>
                    <a:pt x="286258" y="5732577"/>
                  </a:lnTo>
                  <a:lnTo>
                    <a:pt x="286416" y="5732577"/>
                  </a:lnTo>
                  <a:lnTo>
                    <a:pt x="286574" y="5732577"/>
                  </a:lnTo>
                  <a:lnTo>
                    <a:pt x="286731" y="5732577"/>
                  </a:lnTo>
                  <a:lnTo>
                    <a:pt x="286731" y="5732147"/>
                  </a:lnTo>
                  <a:lnTo>
                    <a:pt x="286889" y="5732147"/>
                  </a:lnTo>
                  <a:lnTo>
                    <a:pt x="287047" y="5732147"/>
                  </a:lnTo>
                  <a:lnTo>
                    <a:pt x="287204" y="5732147"/>
                  </a:lnTo>
                  <a:lnTo>
                    <a:pt x="287204" y="5731716"/>
                  </a:lnTo>
                  <a:lnTo>
                    <a:pt x="287204" y="5731286"/>
                  </a:lnTo>
                  <a:lnTo>
                    <a:pt x="287204" y="5730855"/>
                  </a:lnTo>
                  <a:lnTo>
                    <a:pt x="287204" y="5730424"/>
                  </a:lnTo>
                  <a:lnTo>
                    <a:pt x="287362" y="5730424"/>
                  </a:lnTo>
                  <a:lnTo>
                    <a:pt x="287520" y="5730424"/>
                  </a:lnTo>
                  <a:lnTo>
                    <a:pt x="287520" y="5729994"/>
                  </a:lnTo>
                  <a:lnTo>
                    <a:pt x="287678" y="5729994"/>
                  </a:lnTo>
                  <a:lnTo>
                    <a:pt x="287678" y="5729563"/>
                  </a:lnTo>
                  <a:lnTo>
                    <a:pt x="287678" y="5729133"/>
                  </a:lnTo>
                  <a:lnTo>
                    <a:pt x="287678" y="5728702"/>
                  </a:lnTo>
                  <a:lnTo>
                    <a:pt x="287678" y="5728271"/>
                  </a:lnTo>
                  <a:lnTo>
                    <a:pt x="287835" y="5728271"/>
                  </a:lnTo>
                  <a:lnTo>
                    <a:pt x="287835" y="5727841"/>
                  </a:lnTo>
                  <a:lnTo>
                    <a:pt x="287993" y="5727841"/>
                  </a:lnTo>
                  <a:lnTo>
                    <a:pt x="288151" y="5727841"/>
                  </a:lnTo>
                  <a:lnTo>
                    <a:pt x="288309" y="5727841"/>
                  </a:lnTo>
                  <a:lnTo>
                    <a:pt x="288309" y="5727410"/>
                  </a:lnTo>
                  <a:lnTo>
                    <a:pt x="288309" y="5726980"/>
                  </a:lnTo>
                  <a:lnTo>
                    <a:pt x="288309" y="5726549"/>
                  </a:lnTo>
                  <a:lnTo>
                    <a:pt x="288309" y="5726118"/>
                  </a:lnTo>
                  <a:lnTo>
                    <a:pt x="288466" y="5726118"/>
                  </a:lnTo>
                  <a:lnTo>
                    <a:pt x="288624" y="5726118"/>
                  </a:lnTo>
                  <a:lnTo>
                    <a:pt x="288782" y="5726118"/>
                  </a:lnTo>
                  <a:lnTo>
                    <a:pt x="288782" y="5725688"/>
                  </a:lnTo>
                  <a:lnTo>
                    <a:pt x="288939" y="5725688"/>
                  </a:lnTo>
                  <a:lnTo>
                    <a:pt x="288939" y="5725257"/>
                  </a:lnTo>
                  <a:lnTo>
                    <a:pt x="288939" y="5724827"/>
                  </a:lnTo>
                  <a:lnTo>
                    <a:pt x="289097" y="5724827"/>
                  </a:lnTo>
                  <a:lnTo>
                    <a:pt x="289097" y="5724396"/>
                  </a:lnTo>
                  <a:lnTo>
                    <a:pt x="289097" y="5723965"/>
                  </a:lnTo>
                  <a:lnTo>
                    <a:pt x="289255" y="5723965"/>
                  </a:lnTo>
                  <a:lnTo>
                    <a:pt x="289413" y="5723965"/>
                  </a:lnTo>
                  <a:lnTo>
                    <a:pt x="289570" y="5723965"/>
                  </a:lnTo>
                  <a:lnTo>
                    <a:pt x="289728" y="5723965"/>
                  </a:lnTo>
                  <a:lnTo>
                    <a:pt x="289728" y="5723535"/>
                  </a:lnTo>
                  <a:lnTo>
                    <a:pt x="289886" y="5723535"/>
                  </a:lnTo>
                  <a:lnTo>
                    <a:pt x="290043" y="5723535"/>
                  </a:lnTo>
                  <a:lnTo>
                    <a:pt x="290043" y="5723104"/>
                  </a:lnTo>
                  <a:lnTo>
                    <a:pt x="290201" y="5723104"/>
                  </a:lnTo>
                  <a:lnTo>
                    <a:pt x="290359" y="5723104"/>
                  </a:lnTo>
                  <a:lnTo>
                    <a:pt x="290517" y="5723104"/>
                  </a:lnTo>
                  <a:lnTo>
                    <a:pt x="290517" y="5722674"/>
                  </a:lnTo>
                  <a:lnTo>
                    <a:pt x="290517" y="5722243"/>
                  </a:lnTo>
                  <a:lnTo>
                    <a:pt x="290674" y="5722243"/>
                  </a:lnTo>
                  <a:lnTo>
                    <a:pt x="290832" y="5722243"/>
                  </a:lnTo>
                  <a:lnTo>
                    <a:pt x="290990" y="5722243"/>
                  </a:lnTo>
                  <a:lnTo>
                    <a:pt x="291147" y="5722243"/>
                  </a:lnTo>
                  <a:lnTo>
                    <a:pt x="291305" y="5722243"/>
                  </a:lnTo>
                  <a:lnTo>
                    <a:pt x="291305" y="5721812"/>
                  </a:lnTo>
                  <a:lnTo>
                    <a:pt x="291305" y="5721382"/>
                  </a:lnTo>
                  <a:lnTo>
                    <a:pt x="291463" y="5721382"/>
                  </a:lnTo>
                  <a:lnTo>
                    <a:pt x="291621" y="5721382"/>
                  </a:lnTo>
                  <a:lnTo>
                    <a:pt x="291621" y="5720951"/>
                  </a:lnTo>
                  <a:lnTo>
                    <a:pt x="291778" y="5720951"/>
                  </a:lnTo>
                  <a:lnTo>
                    <a:pt x="291936" y="5720951"/>
                  </a:lnTo>
                  <a:lnTo>
                    <a:pt x="292094" y="5720951"/>
                  </a:lnTo>
                  <a:lnTo>
                    <a:pt x="292251" y="5720951"/>
                  </a:lnTo>
                  <a:lnTo>
                    <a:pt x="292409" y="5720951"/>
                  </a:lnTo>
                  <a:lnTo>
                    <a:pt x="292567" y="5720951"/>
                  </a:lnTo>
                  <a:lnTo>
                    <a:pt x="292567" y="5720521"/>
                  </a:lnTo>
                  <a:lnTo>
                    <a:pt x="292567" y="5720090"/>
                  </a:lnTo>
                  <a:lnTo>
                    <a:pt x="292567" y="5719659"/>
                  </a:lnTo>
                  <a:lnTo>
                    <a:pt x="292725" y="5719659"/>
                  </a:lnTo>
                  <a:lnTo>
                    <a:pt x="292725" y="5719229"/>
                  </a:lnTo>
                  <a:lnTo>
                    <a:pt x="292725" y="5718798"/>
                  </a:lnTo>
                  <a:lnTo>
                    <a:pt x="292725" y="5718368"/>
                  </a:lnTo>
                  <a:lnTo>
                    <a:pt x="292882" y="5718368"/>
                  </a:lnTo>
                  <a:lnTo>
                    <a:pt x="293040" y="5718368"/>
                  </a:lnTo>
                  <a:lnTo>
                    <a:pt x="293198" y="5718368"/>
                  </a:lnTo>
                  <a:lnTo>
                    <a:pt x="293355" y="5718368"/>
                  </a:lnTo>
                  <a:lnTo>
                    <a:pt x="293513" y="5718368"/>
                  </a:lnTo>
                  <a:lnTo>
                    <a:pt x="293671" y="5718368"/>
                  </a:lnTo>
                  <a:lnTo>
                    <a:pt x="293829" y="5718368"/>
                  </a:lnTo>
                  <a:lnTo>
                    <a:pt x="293986" y="5718368"/>
                  </a:lnTo>
                  <a:lnTo>
                    <a:pt x="293986" y="5717937"/>
                  </a:lnTo>
                  <a:lnTo>
                    <a:pt x="294144" y="5717937"/>
                  </a:lnTo>
                  <a:lnTo>
                    <a:pt x="294144" y="5717506"/>
                  </a:lnTo>
                  <a:lnTo>
                    <a:pt x="294144" y="5717076"/>
                  </a:lnTo>
                  <a:lnTo>
                    <a:pt x="294302" y="5717076"/>
                  </a:lnTo>
                  <a:lnTo>
                    <a:pt x="294460" y="5717076"/>
                  </a:lnTo>
                  <a:lnTo>
                    <a:pt x="294617" y="5717076"/>
                  </a:lnTo>
                  <a:lnTo>
                    <a:pt x="294775" y="5717076"/>
                  </a:lnTo>
                  <a:lnTo>
                    <a:pt x="294933" y="5717076"/>
                  </a:lnTo>
                  <a:lnTo>
                    <a:pt x="295090" y="5717076"/>
                  </a:lnTo>
                  <a:lnTo>
                    <a:pt x="295248" y="5717076"/>
                  </a:lnTo>
                  <a:lnTo>
                    <a:pt x="295406" y="5717076"/>
                  </a:lnTo>
                  <a:lnTo>
                    <a:pt x="295564" y="5717076"/>
                  </a:lnTo>
                  <a:lnTo>
                    <a:pt x="295721" y="5717076"/>
                  </a:lnTo>
                  <a:lnTo>
                    <a:pt x="295879" y="5717076"/>
                  </a:lnTo>
                  <a:lnTo>
                    <a:pt x="296037" y="5717076"/>
                  </a:lnTo>
                  <a:lnTo>
                    <a:pt x="296194" y="5717076"/>
                  </a:lnTo>
                  <a:lnTo>
                    <a:pt x="296194" y="5716645"/>
                  </a:lnTo>
                  <a:lnTo>
                    <a:pt x="296194" y="5716215"/>
                  </a:lnTo>
                  <a:lnTo>
                    <a:pt x="296352" y="5716215"/>
                  </a:lnTo>
                  <a:lnTo>
                    <a:pt x="296352" y="5715784"/>
                  </a:lnTo>
                  <a:lnTo>
                    <a:pt x="296510" y="5715784"/>
                  </a:lnTo>
                  <a:lnTo>
                    <a:pt x="296668" y="5715784"/>
                  </a:lnTo>
                  <a:lnTo>
                    <a:pt x="296668" y="5715353"/>
                  </a:lnTo>
                  <a:lnTo>
                    <a:pt x="296668" y="5714923"/>
                  </a:lnTo>
                  <a:lnTo>
                    <a:pt x="296825" y="5714923"/>
                  </a:lnTo>
                  <a:lnTo>
                    <a:pt x="296825" y="5714492"/>
                  </a:lnTo>
                  <a:lnTo>
                    <a:pt x="296825" y="5714062"/>
                  </a:lnTo>
                  <a:lnTo>
                    <a:pt x="296825" y="5713631"/>
                  </a:lnTo>
                  <a:lnTo>
                    <a:pt x="296825" y="5713200"/>
                  </a:lnTo>
                  <a:lnTo>
                    <a:pt x="296983" y="5713200"/>
                  </a:lnTo>
                  <a:lnTo>
                    <a:pt x="296983" y="5712770"/>
                  </a:lnTo>
                  <a:lnTo>
                    <a:pt x="297141" y="5712770"/>
                  </a:lnTo>
                  <a:lnTo>
                    <a:pt x="297298" y="5712770"/>
                  </a:lnTo>
                  <a:lnTo>
                    <a:pt x="297456" y="5712770"/>
                  </a:lnTo>
                  <a:lnTo>
                    <a:pt x="297614" y="5712770"/>
                  </a:lnTo>
                  <a:lnTo>
                    <a:pt x="297772" y="5712770"/>
                  </a:lnTo>
                  <a:lnTo>
                    <a:pt x="297929" y="5712770"/>
                  </a:lnTo>
                  <a:lnTo>
                    <a:pt x="298087" y="5712770"/>
                  </a:lnTo>
                  <a:lnTo>
                    <a:pt x="298245" y="5712770"/>
                  </a:lnTo>
                  <a:lnTo>
                    <a:pt x="298245" y="5712339"/>
                  </a:lnTo>
                  <a:lnTo>
                    <a:pt x="298245" y="5711909"/>
                  </a:lnTo>
                  <a:lnTo>
                    <a:pt x="298245" y="5711478"/>
                  </a:lnTo>
                  <a:lnTo>
                    <a:pt x="298402" y="5711478"/>
                  </a:lnTo>
                  <a:lnTo>
                    <a:pt x="298560" y="5711478"/>
                  </a:lnTo>
                  <a:lnTo>
                    <a:pt x="298560" y="5711047"/>
                  </a:lnTo>
                  <a:lnTo>
                    <a:pt x="298718" y="5711047"/>
                  </a:lnTo>
                  <a:lnTo>
                    <a:pt x="298718" y="5710617"/>
                  </a:lnTo>
                  <a:lnTo>
                    <a:pt x="298718" y="5710186"/>
                  </a:lnTo>
                  <a:lnTo>
                    <a:pt x="298876" y="5710186"/>
                  </a:lnTo>
                  <a:lnTo>
                    <a:pt x="298876" y="5709756"/>
                  </a:lnTo>
                  <a:lnTo>
                    <a:pt x="299033" y="5709756"/>
                  </a:lnTo>
                  <a:lnTo>
                    <a:pt x="299033" y="5709325"/>
                  </a:lnTo>
                  <a:lnTo>
                    <a:pt x="299033" y="5708894"/>
                  </a:lnTo>
                  <a:lnTo>
                    <a:pt x="299033" y="5708464"/>
                  </a:lnTo>
                  <a:lnTo>
                    <a:pt x="299191" y="5708464"/>
                  </a:lnTo>
                  <a:lnTo>
                    <a:pt x="299191" y="5708033"/>
                  </a:lnTo>
                  <a:lnTo>
                    <a:pt x="299191" y="5707603"/>
                  </a:lnTo>
                  <a:lnTo>
                    <a:pt x="299349" y="5707603"/>
                  </a:lnTo>
                  <a:lnTo>
                    <a:pt x="299349" y="5707172"/>
                  </a:lnTo>
                  <a:lnTo>
                    <a:pt x="299507" y="5707172"/>
                  </a:lnTo>
                  <a:lnTo>
                    <a:pt x="299507" y="5706741"/>
                  </a:lnTo>
                  <a:lnTo>
                    <a:pt x="299507" y="5706311"/>
                  </a:lnTo>
                  <a:lnTo>
                    <a:pt x="299664" y="5706311"/>
                  </a:lnTo>
                  <a:lnTo>
                    <a:pt x="299664" y="5705880"/>
                  </a:lnTo>
                  <a:lnTo>
                    <a:pt x="299822" y="5705880"/>
                  </a:lnTo>
                  <a:lnTo>
                    <a:pt x="299822" y="5705450"/>
                  </a:lnTo>
                  <a:lnTo>
                    <a:pt x="299980" y="5705450"/>
                  </a:lnTo>
                  <a:lnTo>
                    <a:pt x="300137" y="5705450"/>
                  </a:lnTo>
                  <a:lnTo>
                    <a:pt x="300295" y="5705450"/>
                  </a:lnTo>
                  <a:lnTo>
                    <a:pt x="300295" y="5705019"/>
                  </a:lnTo>
                  <a:lnTo>
                    <a:pt x="300453" y="5705019"/>
                  </a:lnTo>
                  <a:lnTo>
                    <a:pt x="300453" y="5704588"/>
                  </a:lnTo>
                  <a:lnTo>
                    <a:pt x="300453" y="5704158"/>
                  </a:lnTo>
                  <a:lnTo>
                    <a:pt x="300611" y="5704158"/>
                  </a:lnTo>
                  <a:lnTo>
                    <a:pt x="300768" y="5704158"/>
                  </a:lnTo>
                  <a:lnTo>
                    <a:pt x="300926" y="5704158"/>
                  </a:lnTo>
                  <a:lnTo>
                    <a:pt x="301084" y="5704158"/>
                  </a:lnTo>
                  <a:lnTo>
                    <a:pt x="301241" y="5704158"/>
                  </a:lnTo>
                  <a:lnTo>
                    <a:pt x="301399" y="5704158"/>
                  </a:lnTo>
                  <a:lnTo>
                    <a:pt x="301399" y="5703727"/>
                  </a:lnTo>
                  <a:lnTo>
                    <a:pt x="301399" y="5703297"/>
                  </a:lnTo>
                  <a:lnTo>
                    <a:pt x="301399" y="5702866"/>
                  </a:lnTo>
                  <a:lnTo>
                    <a:pt x="301399" y="5702435"/>
                  </a:lnTo>
                  <a:lnTo>
                    <a:pt x="301399" y="5702005"/>
                  </a:lnTo>
                  <a:lnTo>
                    <a:pt x="301557" y="5702005"/>
                  </a:lnTo>
                  <a:lnTo>
                    <a:pt x="301557" y="5701574"/>
                  </a:lnTo>
                  <a:lnTo>
                    <a:pt x="301557" y="5701144"/>
                  </a:lnTo>
                  <a:lnTo>
                    <a:pt x="301557" y="5700713"/>
                  </a:lnTo>
                  <a:lnTo>
                    <a:pt x="301715" y="5700713"/>
                  </a:lnTo>
                  <a:lnTo>
                    <a:pt x="301715" y="5700282"/>
                  </a:lnTo>
                  <a:lnTo>
                    <a:pt x="301872" y="5700282"/>
                  </a:lnTo>
                  <a:lnTo>
                    <a:pt x="302030" y="5700282"/>
                  </a:lnTo>
                  <a:lnTo>
                    <a:pt x="302188" y="5700282"/>
                  </a:lnTo>
                  <a:lnTo>
                    <a:pt x="302345" y="5700282"/>
                  </a:lnTo>
                  <a:lnTo>
                    <a:pt x="302503" y="5700282"/>
                  </a:lnTo>
                  <a:lnTo>
                    <a:pt x="302503" y="5699852"/>
                  </a:lnTo>
                  <a:lnTo>
                    <a:pt x="302661" y="5699852"/>
                  </a:lnTo>
                  <a:lnTo>
                    <a:pt x="302661" y="5699421"/>
                  </a:lnTo>
                  <a:lnTo>
                    <a:pt x="302661" y="5698991"/>
                  </a:lnTo>
                  <a:lnTo>
                    <a:pt x="302819" y="5698991"/>
                  </a:lnTo>
                  <a:lnTo>
                    <a:pt x="302976" y="5698991"/>
                  </a:lnTo>
                  <a:lnTo>
                    <a:pt x="302976" y="5698560"/>
                  </a:lnTo>
                  <a:lnTo>
                    <a:pt x="302976" y="5698129"/>
                  </a:lnTo>
                  <a:lnTo>
                    <a:pt x="302976" y="5697699"/>
                  </a:lnTo>
                  <a:lnTo>
                    <a:pt x="303134" y="5697699"/>
                  </a:lnTo>
                  <a:lnTo>
                    <a:pt x="303292" y="5697699"/>
                  </a:lnTo>
                  <a:lnTo>
                    <a:pt x="303449" y="5697699"/>
                  </a:lnTo>
                  <a:lnTo>
                    <a:pt x="303607" y="5697699"/>
                  </a:lnTo>
                  <a:lnTo>
                    <a:pt x="303765" y="5697699"/>
                  </a:lnTo>
                  <a:lnTo>
                    <a:pt x="303923" y="5697699"/>
                  </a:lnTo>
                  <a:lnTo>
                    <a:pt x="304080" y="5697699"/>
                  </a:lnTo>
                  <a:lnTo>
                    <a:pt x="304080" y="5697268"/>
                  </a:lnTo>
                  <a:lnTo>
                    <a:pt x="304080" y="5696838"/>
                  </a:lnTo>
                  <a:lnTo>
                    <a:pt x="304238" y="5696838"/>
                  </a:lnTo>
                  <a:lnTo>
                    <a:pt x="304238" y="5696407"/>
                  </a:lnTo>
                  <a:lnTo>
                    <a:pt x="304396" y="5696407"/>
                  </a:lnTo>
                  <a:lnTo>
                    <a:pt x="304553" y="5696407"/>
                  </a:lnTo>
                  <a:lnTo>
                    <a:pt x="304553" y="5695976"/>
                  </a:lnTo>
                  <a:lnTo>
                    <a:pt x="304711" y="5695976"/>
                  </a:lnTo>
                  <a:lnTo>
                    <a:pt x="304869" y="5695976"/>
                  </a:lnTo>
                  <a:lnTo>
                    <a:pt x="305027" y="5695976"/>
                  </a:lnTo>
                  <a:lnTo>
                    <a:pt x="305027" y="5695546"/>
                  </a:lnTo>
                  <a:lnTo>
                    <a:pt x="305027" y="5695115"/>
                  </a:lnTo>
                  <a:lnTo>
                    <a:pt x="305184" y="5695115"/>
                  </a:lnTo>
                  <a:lnTo>
                    <a:pt x="305184" y="5694685"/>
                  </a:lnTo>
                  <a:lnTo>
                    <a:pt x="305184" y="5694254"/>
                  </a:lnTo>
                  <a:lnTo>
                    <a:pt x="305184" y="5693823"/>
                  </a:lnTo>
                  <a:lnTo>
                    <a:pt x="305184" y="5693393"/>
                  </a:lnTo>
                  <a:lnTo>
                    <a:pt x="305184" y="5692962"/>
                  </a:lnTo>
                  <a:lnTo>
                    <a:pt x="305184" y="5692532"/>
                  </a:lnTo>
                  <a:lnTo>
                    <a:pt x="305184" y="5692101"/>
                  </a:lnTo>
                  <a:lnTo>
                    <a:pt x="305342" y="5692101"/>
                  </a:lnTo>
                  <a:lnTo>
                    <a:pt x="305500" y="5692101"/>
                  </a:lnTo>
                  <a:lnTo>
                    <a:pt x="305658" y="5692101"/>
                  </a:lnTo>
                  <a:lnTo>
                    <a:pt x="305815" y="5692101"/>
                  </a:lnTo>
                  <a:lnTo>
                    <a:pt x="305973" y="5692101"/>
                  </a:lnTo>
                  <a:lnTo>
                    <a:pt x="306131" y="5692101"/>
                  </a:lnTo>
                  <a:lnTo>
                    <a:pt x="306131" y="5691670"/>
                  </a:lnTo>
                  <a:lnTo>
                    <a:pt x="306288" y="5691670"/>
                  </a:lnTo>
                  <a:lnTo>
                    <a:pt x="306288" y="5691240"/>
                  </a:lnTo>
                  <a:lnTo>
                    <a:pt x="306288" y="5690809"/>
                  </a:lnTo>
                  <a:lnTo>
                    <a:pt x="306446" y="5690809"/>
                  </a:lnTo>
                  <a:lnTo>
                    <a:pt x="306446" y="5690379"/>
                  </a:lnTo>
                  <a:lnTo>
                    <a:pt x="306446" y="5689948"/>
                  </a:lnTo>
                  <a:lnTo>
                    <a:pt x="306604" y="5689948"/>
                  </a:lnTo>
                  <a:lnTo>
                    <a:pt x="306762" y="5689948"/>
                  </a:lnTo>
                  <a:lnTo>
                    <a:pt x="306919" y="5689948"/>
                  </a:lnTo>
                  <a:lnTo>
                    <a:pt x="306919" y="5689517"/>
                  </a:lnTo>
                  <a:lnTo>
                    <a:pt x="306919" y="5689087"/>
                  </a:lnTo>
                  <a:lnTo>
                    <a:pt x="306919" y="5688656"/>
                  </a:lnTo>
                  <a:lnTo>
                    <a:pt x="307077" y="5688656"/>
                  </a:lnTo>
                  <a:lnTo>
                    <a:pt x="307235" y="5688656"/>
                  </a:lnTo>
                  <a:lnTo>
                    <a:pt x="307235" y="5688226"/>
                  </a:lnTo>
                  <a:lnTo>
                    <a:pt x="307235" y="5687795"/>
                  </a:lnTo>
                  <a:lnTo>
                    <a:pt x="307392" y="5687795"/>
                  </a:lnTo>
                  <a:lnTo>
                    <a:pt x="307392" y="5687364"/>
                  </a:lnTo>
                  <a:lnTo>
                    <a:pt x="307550" y="5687364"/>
                  </a:lnTo>
                  <a:lnTo>
                    <a:pt x="307550" y="5686934"/>
                  </a:lnTo>
                  <a:lnTo>
                    <a:pt x="307708" y="5686934"/>
                  </a:lnTo>
                  <a:lnTo>
                    <a:pt x="307866" y="5686934"/>
                  </a:lnTo>
                  <a:lnTo>
                    <a:pt x="307866" y="5686503"/>
                  </a:lnTo>
                  <a:lnTo>
                    <a:pt x="308023" y="5686503"/>
                  </a:lnTo>
                  <a:lnTo>
                    <a:pt x="308023" y="5686073"/>
                  </a:lnTo>
                  <a:lnTo>
                    <a:pt x="308181" y="5686073"/>
                  </a:lnTo>
                  <a:lnTo>
                    <a:pt x="308339" y="5686073"/>
                  </a:lnTo>
                  <a:lnTo>
                    <a:pt x="308339" y="5685642"/>
                  </a:lnTo>
                  <a:lnTo>
                    <a:pt x="308339" y="5685211"/>
                  </a:lnTo>
                  <a:lnTo>
                    <a:pt x="308339" y="5684781"/>
                  </a:lnTo>
                  <a:lnTo>
                    <a:pt x="308339" y="5684350"/>
                  </a:lnTo>
                  <a:lnTo>
                    <a:pt x="308496" y="5684350"/>
                  </a:lnTo>
                  <a:lnTo>
                    <a:pt x="308654" y="5684350"/>
                  </a:lnTo>
                  <a:lnTo>
                    <a:pt x="308812" y="5684350"/>
                  </a:lnTo>
                  <a:lnTo>
                    <a:pt x="308812" y="5683920"/>
                  </a:lnTo>
                  <a:lnTo>
                    <a:pt x="308812" y="5683489"/>
                  </a:lnTo>
                  <a:lnTo>
                    <a:pt x="308970" y="5683489"/>
                  </a:lnTo>
                  <a:lnTo>
                    <a:pt x="309127" y="5683489"/>
                  </a:lnTo>
                  <a:lnTo>
                    <a:pt x="309127" y="5683058"/>
                  </a:lnTo>
                  <a:lnTo>
                    <a:pt x="309127" y="5682628"/>
                  </a:lnTo>
                  <a:lnTo>
                    <a:pt x="309285" y="5682628"/>
                  </a:lnTo>
                  <a:lnTo>
                    <a:pt x="309443" y="5682628"/>
                  </a:lnTo>
                  <a:lnTo>
                    <a:pt x="309600" y="5682628"/>
                  </a:lnTo>
                  <a:lnTo>
                    <a:pt x="309758" y="5682628"/>
                  </a:lnTo>
                  <a:lnTo>
                    <a:pt x="309916" y="5682628"/>
                  </a:lnTo>
                  <a:lnTo>
                    <a:pt x="310074" y="5682628"/>
                  </a:lnTo>
                  <a:lnTo>
                    <a:pt x="310231" y="5682628"/>
                  </a:lnTo>
                  <a:lnTo>
                    <a:pt x="310389" y="5682628"/>
                  </a:lnTo>
                  <a:lnTo>
                    <a:pt x="310547" y="5682628"/>
                  </a:lnTo>
                  <a:lnTo>
                    <a:pt x="310547" y="5682197"/>
                  </a:lnTo>
                  <a:lnTo>
                    <a:pt x="310705" y="5682197"/>
                  </a:lnTo>
                  <a:lnTo>
                    <a:pt x="310862" y="5682197"/>
                  </a:lnTo>
                  <a:lnTo>
                    <a:pt x="310862" y="5681767"/>
                  </a:lnTo>
                  <a:lnTo>
                    <a:pt x="310862" y="5681336"/>
                  </a:lnTo>
                  <a:lnTo>
                    <a:pt x="310862" y="5680905"/>
                  </a:lnTo>
                  <a:lnTo>
                    <a:pt x="311020" y="5680905"/>
                  </a:lnTo>
                  <a:lnTo>
                    <a:pt x="311020" y="5680475"/>
                  </a:lnTo>
                  <a:lnTo>
                    <a:pt x="311020" y="5680044"/>
                  </a:lnTo>
                  <a:lnTo>
                    <a:pt x="311020" y="5679614"/>
                  </a:lnTo>
                  <a:lnTo>
                    <a:pt x="311178" y="5679614"/>
                  </a:lnTo>
                  <a:lnTo>
                    <a:pt x="311335" y="5679614"/>
                  </a:lnTo>
                  <a:lnTo>
                    <a:pt x="311493" y="5679614"/>
                  </a:lnTo>
                  <a:lnTo>
                    <a:pt x="311651" y="5679614"/>
                  </a:lnTo>
                  <a:lnTo>
                    <a:pt x="311651" y="5679183"/>
                  </a:lnTo>
                  <a:lnTo>
                    <a:pt x="311809" y="5679183"/>
                  </a:lnTo>
                  <a:lnTo>
                    <a:pt x="311809" y="5678752"/>
                  </a:lnTo>
                  <a:lnTo>
                    <a:pt x="311809" y="5678322"/>
                  </a:lnTo>
                  <a:lnTo>
                    <a:pt x="311966" y="5678322"/>
                  </a:lnTo>
                  <a:lnTo>
                    <a:pt x="312124" y="5678322"/>
                  </a:lnTo>
                  <a:lnTo>
                    <a:pt x="312124" y="5677891"/>
                  </a:lnTo>
                  <a:lnTo>
                    <a:pt x="312282" y="5677891"/>
                  </a:lnTo>
                  <a:lnTo>
                    <a:pt x="312282" y="5677461"/>
                  </a:lnTo>
                  <a:lnTo>
                    <a:pt x="312282" y="5677030"/>
                  </a:lnTo>
                  <a:lnTo>
                    <a:pt x="312282" y="5676599"/>
                  </a:lnTo>
                  <a:lnTo>
                    <a:pt x="312439" y="5676599"/>
                  </a:lnTo>
                  <a:lnTo>
                    <a:pt x="312439" y="5676169"/>
                  </a:lnTo>
                  <a:lnTo>
                    <a:pt x="312597" y="5676169"/>
                  </a:lnTo>
                  <a:lnTo>
                    <a:pt x="312755" y="5676169"/>
                  </a:lnTo>
                  <a:lnTo>
                    <a:pt x="312913" y="5676169"/>
                  </a:lnTo>
                  <a:lnTo>
                    <a:pt x="313070" y="5676169"/>
                  </a:lnTo>
                  <a:lnTo>
                    <a:pt x="313228" y="5676169"/>
                  </a:lnTo>
                  <a:lnTo>
                    <a:pt x="313386" y="5676169"/>
                  </a:lnTo>
                  <a:lnTo>
                    <a:pt x="313386" y="5675738"/>
                  </a:lnTo>
                  <a:lnTo>
                    <a:pt x="313543" y="5675738"/>
                  </a:lnTo>
                  <a:lnTo>
                    <a:pt x="313701" y="5675738"/>
                  </a:lnTo>
                  <a:lnTo>
                    <a:pt x="313701" y="5675308"/>
                  </a:lnTo>
                  <a:lnTo>
                    <a:pt x="313859" y="5675308"/>
                  </a:lnTo>
                  <a:lnTo>
                    <a:pt x="314017" y="5675308"/>
                  </a:lnTo>
                  <a:lnTo>
                    <a:pt x="314174" y="5675308"/>
                  </a:lnTo>
                  <a:lnTo>
                    <a:pt x="314174" y="5674877"/>
                  </a:lnTo>
                  <a:lnTo>
                    <a:pt x="314174" y="5674446"/>
                  </a:lnTo>
                  <a:lnTo>
                    <a:pt x="314332" y="5674446"/>
                  </a:lnTo>
                  <a:lnTo>
                    <a:pt x="314490" y="5674446"/>
                  </a:lnTo>
                  <a:lnTo>
                    <a:pt x="314647" y="5674446"/>
                  </a:lnTo>
                  <a:lnTo>
                    <a:pt x="314647" y="5674016"/>
                  </a:lnTo>
                  <a:lnTo>
                    <a:pt x="314647" y="5673585"/>
                  </a:lnTo>
                  <a:lnTo>
                    <a:pt x="314805" y="5673585"/>
                  </a:lnTo>
                  <a:lnTo>
                    <a:pt x="314805" y="5673155"/>
                  </a:lnTo>
                  <a:lnTo>
                    <a:pt x="314963" y="5673155"/>
                  </a:lnTo>
                  <a:lnTo>
                    <a:pt x="315121" y="5673155"/>
                  </a:lnTo>
                  <a:lnTo>
                    <a:pt x="315278" y="5673155"/>
                  </a:lnTo>
                  <a:lnTo>
                    <a:pt x="315436" y="5673155"/>
                  </a:lnTo>
                  <a:lnTo>
                    <a:pt x="315436" y="5672724"/>
                  </a:lnTo>
                  <a:lnTo>
                    <a:pt x="315594" y="5672724"/>
                  </a:lnTo>
                  <a:lnTo>
                    <a:pt x="315751" y="5672724"/>
                  </a:lnTo>
                  <a:lnTo>
                    <a:pt x="315909" y="5672724"/>
                  </a:lnTo>
                  <a:lnTo>
                    <a:pt x="316067" y="5672724"/>
                  </a:lnTo>
                  <a:lnTo>
                    <a:pt x="316225" y="5672724"/>
                  </a:lnTo>
                  <a:lnTo>
                    <a:pt x="316225" y="5672293"/>
                  </a:lnTo>
                  <a:lnTo>
                    <a:pt x="316225" y="5671863"/>
                  </a:lnTo>
                  <a:lnTo>
                    <a:pt x="316225" y="5671432"/>
                  </a:lnTo>
                  <a:lnTo>
                    <a:pt x="316382" y="5671432"/>
                  </a:lnTo>
                  <a:lnTo>
                    <a:pt x="316382" y="5671002"/>
                  </a:lnTo>
                  <a:lnTo>
                    <a:pt x="316540" y="5671002"/>
                  </a:lnTo>
                  <a:lnTo>
                    <a:pt x="316540" y="5670571"/>
                  </a:lnTo>
                  <a:lnTo>
                    <a:pt x="316540" y="5670140"/>
                  </a:lnTo>
                  <a:lnTo>
                    <a:pt x="316540" y="5669710"/>
                  </a:lnTo>
                  <a:lnTo>
                    <a:pt x="316698" y="5669710"/>
                  </a:lnTo>
                  <a:lnTo>
                    <a:pt x="316856" y="5669710"/>
                  </a:lnTo>
                  <a:lnTo>
                    <a:pt x="316856" y="5669279"/>
                  </a:lnTo>
                  <a:lnTo>
                    <a:pt x="317013" y="5669279"/>
                  </a:lnTo>
                  <a:lnTo>
                    <a:pt x="317013" y="5668849"/>
                  </a:lnTo>
                  <a:lnTo>
                    <a:pt x="317171" y="5668849"/>
                  </a:lnTo>
                  <a:lnTo>
                    <a:pt x="317171" y="5668418"/>
                  </a:lnTo>
                  <a:lnTo>
                    <a:pt x="317329" y="5668418"/>
                  </a:lnTo>
                  <a:lnTo>
                    <a:pt x="317486" y="5668418"/>
                  </a:lnTo>
                  <a:lnTo>
                    <a:pt x="317486" y="5667987"/>
                  </a:lnTo>
                  <a:lnTo>
                    <a:pt x="317486" y="5667557"/>
                  </a:lnTo>
                  <a:lnTo>
                    <a:pt x="317644" y="5667557"/>
                  </a:lnTo>
                  <a:lnTo>
                    <a:pt x="317644" y="5667126"/>
                  </a:lnTo>
                  <a:lnTo>
                    <a:pt x="317644" y="5666696"/>
                  </a:lnTo>
                  <a:lnTo>
                    <a:pt x="317644" y="5666265"/>
                  </a:lnTo>
                  <a:lnTo>
                    <a:pt x="317802" y="5666265"/>
                  </a:lnTo>
                  <a:lnTo>
                    <a:pt x="317802" y="5665834"/>
                  </a:lnTo>
                  <a:lnTo>
                    <a:pt x="317802" y="5665404"/>
                  </a:lnTo>
                  <a:lnTo>
                    <a:pt x="317960" y="5665404"/>
                  </a:lnTo>
                  <a:lnTo>
                    <a:pt x="318117" y="5665404"/>
                  </a:lnTo>
                  <a:lnTo>
                    <a:pt x="318117" y="5664973"/>
                  </a:lnTo>
                  <a:lnTo>
                    <a:pt x="318275" y="5664973"/>
                  </a:lnTo>
                  <a:lnTo>
                    <a:pt x="318275" y="5664543"/>
                  </a:lnTo>
                  <a:lnTo>
                    <a:pt x="318275" y="5664112"/>
                  </a:lnTo>
                  <a:lnTo>
                    <a:pt x="318433" y="5664112"/>
                  </a:lnTo>
                  <a:lnTo>
                    <a:pt x="318590" y="5664112"/>
                  </a:lnTo>
                  <a:lnTo>
                    <a:pt x="318748" y="5664112"/>
                  </a:lnTo>
                  <a:lnTo>
                    <a:pt x="318906" y="5664112"/>
                  </a:lnTo>
                  <a:lnTo>
                    <a:pt x="318906" y="5663681"/>
                  </a:lnTo>
                  <a:lnTo>
                    <a:pt x="319064" y="5663681"/>
                  </a:lnTo>
                  <a:lnTo>
                    <a:pt x="319064" y="5663251"/>
                  </a:lnTo>
                  <a:lnTo>
                    <a:pt x="319221" y="5663251"/>
                  </a:lnTo>
                  <a:lnTo>
                    <a:pt x="319379" y="5663251"/>
                  </a:lnTo>
                  <a:lnTo>
                    <a:pt x="319379" y="5662820"/>
                  </a:lnTo>
                  <a:lnTo>
                    <a:pt x="319379" y="5662390"/>
                  </a:lnTo>
                  <a:lnTo>
                    <a:pt x="319537" y="5662390"/>
                  </a:lnTo>
                  <a:lnTo>
                    <a:pt x="319537" y="5661959"/>
                  </a:lnTo>
                  <a:lnTo>
                    <a:pt x="319537" y="5661528"/>
                  </a:lnTo>
                  <a:lnTo>
                    <a:pt x="319694" y="5661528"/>
                  </a:lnTo>
                  <a:lnTo>
                    <a:pt x="319694" y="5661098"/>
                  </a:lnTo>
                  <a:lnTo>
                    <a:pt x="319694" y="5660667"/>
                  </a:lnTo>
                  <a:lnTo>
                    <a:pt x="319852" y="5660667"/>
                  </a:lnTo>
                  <a:lnTo>
                    <a:pt x="320010" y="5660667"/>
                  </a:lnTo>
                  <a:lnTo>
                    <a:pt x="320168" y="5660667"/>
                  </a:lnTo>
                  <a:lnTo>
                    <a:pt x="320168" y="5660237"/>
                  </a:lnTo>
                  <a:lnTo>
                    <a:pt x="320325" y="5660237"/>
                  </a:lnTo>
                  <a:lnTo>
                    <a:pt x="320483" y="5660237"/>
                  </a:lnTo>
                  <a:lnTo>
                    <a:pt x="320483" y="5659806"/>
                  </a:lnTo>
                  <a:lnTo>
                    <a:pt x="320641" y="5659806"/>
                  </a:lnTo>
                  <a:lnTo>
                    <a:pt x="320641" y="5659375"/>
                  </a:lnTo>
                  <a:lnTo>
                    <a:pt x="320798" y="5659375"/>
                  </a:lnTo>
                  <a:lnTo>
                    <a:pt x="320956" y="5659375"/>
                  </a:lnTo>
                  <a:lnTo>
                    <a:pt x="321114" y="5659375"/>
                  </a:lnTo>
                  <a:lnTo>
                    <a:pt x="321114" y="5658945"/>
                  </a:lnTo>
                  <a:lnTo>
                    <a:pt x="321272" y="5658945"/>
                  </a:lnTo>
                  <a:lnTo>
                    <a:pt x="321272" y="5658514"/>
                  </a:lnTo>
                  <a:lnTo>
                    <a:pt x="321272" y="5658084"/>
                  </a:lnTo>
                  <a:lnTo>
                    <a:pt x="321272" y="5657653"/>
                  </a:lnTo>
                  <a:lnTo>
                    <a:pt x="321429" y="5657653"/>
                  </a:lnTo>
                  <a:lnTo>
                    <a:pt x="321429" y="5657222"/>
                  </a:lnTo>
                  <a:lnTo>
                    <a:pt x="321429" y="5656792"/>
                  </a:lnTo>
                  <a:lnTo>
                    <a:pt x="321587" y="5656792"/>
                  </a:lnTo>
                  <a:lnTo>
                    <a:pt x="321745" y="5656792"/>
                  </a:lnTo>
                  <a:lnTo>
                    <a:pt x="321745" y="5656361"/>
                  </a:lnTo>
                  <a:lnTo>
                    <a:pt x="321903" y="5656361"/>
                  </a:lnTo>
                  <a:lnTo>
                    <a:pt x="322060" y="5656361"/>
                  </a:lnTo>
                  <a:lnTo>
                    <a:pt x="322218" y="5656361"/>
                  </a:lnTo>
                  <a:lnTo>
                    <a:pt x="322218" y="5655931"/>
                  </a:lnTo>
                  <a:lnTo>
                    <a:pt x="322218" y="5655500"/>
                  </a:lnTo>
                  <a:lnTo>
                    <a:pt x="322376" y="5655500"/>
                  </a:lnTo>
                  <a:lnTo>
                    <a:pt x="322533" y="5655500"/>
                  </a:lnTo>
                  <a:lnTo>
                    <a:pt x="322533" y="5655069"/>
                  </a:lnTo>
                  <a:lnTo>
                    <a:pt x="322533" y="5654639"/>
                  </a:lnTo>
                  <a:lnTo>
                    <a:pt x="322691" y="5654639"/>
                  </a:lnTo>
                  <a:lnTo>
                    <a:pt x="322849" y="5654639"/>
                  </a:lnTo>
                  <a:lnTo>
                    <a:pt x="322849" y="5654208"/>
                  </a:lnTo>
                  <a:lnTo>
                    <a:pt x="323007" y="5654208"/>
                  </a:lnTo>
                  <a:lnTo>
                    <a:pt x="323007" y="5653778"/>
                  </a:lnTo>
                  <a:lnTo>
                    <a:pt x="323007" y="5653347"/>
                  </a:lnTo>
                  <a:lnTo>
                    <a:pt x="323164" y="5653347"/>
                  </a:lnTo>
                  <a:lnTo>
                    <a:pt x="323164" y="5652916"/>
                  </a:lnTo>
                  <a:lnTo>
                    <a:pt x="323164" y="5652486"/>
                  </a:lnTo>
                  <a:lnTo>
                    <a:pt x="323322" y="5652486"/>
                  </a:lnTo>
                  <a:lnTo>
                    <a:pt x="323480" y="5652486"/>
                  </a:lnTo>
                  <a:lnTo>
                    <a:pt x="323480" y="5652055"/>
                  </a:lnTo>
                  <a:lnTo>
                    <a:pt x="323480" y="5651625"/>
                  </a:lnTo>
                  <a:lnTo>
                    <a:pt x="323480" y="5651194"/>
                  </a:lnTo>
                  <a:lnTo>
                    <a:pt x="323637" y="5651194"/>
                  </a:lnTo>
                  <a:lnTo>
                    <a:pt x="323795" y="5651194"/>
                  </a:lnTo>
                  <a:lnTo>
                    <a:pt x="323795" y="5650763"/>
                  </a:lnTo>
                  <a:lnTo>
                    <a:pt x="323795" y="5650333"/>
                  </a:lnTo>
                  <a:lnTo>
                    <a:pt x="323795" y="5649902"/>
                  </a:lnTo>
                  <a:lnTo>
                    <a:pt x="323953" y="5649902"/>
                  </a:lnTo>
                  <a:lnTo>
                    <a:pt x="324111" y="5649902"/>
                  </a:lnTo>
                  <a:lnTo>
                    <a:pt x="324268" y="5649902"/>
                  </a:lnTo>
                  <a:lnTo>
                    <a:pt x="324426" y="5649902"/>
                  </a:lnTo>
                  <a:lnTo>
                    <a:pt x="324584" y="5649902"/>
                  </a:lnTo>
                  <a:lnTo>
                    <a:pt x="324741" y="5649902"/>
                  </a:lnTo>
                  <a:lnTo>
                    <a:pt x="324899" y="5649902"/>
                  </a:lnTo>
                  <a:lnTo>
                    <a:pt x="325057" y="5649902"/>
                  </a:lnTo>
                  <a:lnTo>
                    <a:pt x="325215" y="5649902"/>
                  </a:lnTo>
                  <a:lnTo>
                    <a:pt x="325372" y="5649902"/>
                  </a:lnTo>
                  <a:lnTo>
                    <a:pt x="325530" y="5649902"/>
                  </a:lnTo>
                  <a:lnTo>
                    <a:pt x="325530" y="5649472"/>
                  </a:lnTo>
                  <a:lnTo>
                    <a:pt x="325688" y="5649472"/>
                  </a:lnTo>
                  <a:lnTo>
                    <a:pt x="325845" y="5649472"/>
                  </a:lnTo>
                  <a:lnTo>
                    <a:pt x="325845" y="5649041"/>
                  </a:lnTo>
                  <a:lnTo>
                    <a:pt x="326003" y="5649041"/>
                  </a:lnTo>
                  <a:lnTo>
                    <a:pt x="326003" y="5648610"/>
                  </a:lnTo>
                  <a:lnTo>
                    <a:pt x="326003" y="5648180"/>
                  </a:lnTo>
                  <a:lnTo>
                    <a:pt x="326161" y="5648180"/>
                  </a:lnTo>
                  <a:lnTo>
                    <a:pt x="326161" y="5647749"/>
                  </a:lnTo>
                  <a:lnTo>
                    <a:pt x="326161" y="5647319"/>
                  </a:lnTo>
                  <a:lnTo>
                    <a:pt x="326161" y="5646888"/>
                  </a:lnTo>
                  <a:lnTo>
                    <a:pt x="326319" y="5646888"/>
                  </a:lnTo>
                  <a:lnTo>
                    <a:pt x="326476" y="5646888"/>
                  </a:lnTo>
                  <a:lnTo>
                    <a:pt x="326634" y="5646888"/>
                  </a:lnTo>
                  <a:lnTo>
                    <a:pt x="326792" y="5646888"/>
                  </a:lnTo>
                  <a:lnTo>
                    <a:pt x="326949" y="5646888"/>
                  </a:lnTo>
                  <a:lnTo>
                    <a:pt x="327107" y="5646888"/>
                  </a:lnTo>
                  <a:lnTo>
                    <a:pt x="327265" y="5646888"/>
                  </a:lnTo>
                  <a:lnTo>
                    <a:pt x="327265" y="5646457"/>
                  </a:lnTo>
                  <a:lnTo>
                    <a:pt x="327423" y="5646457"/>
                  </a:lnTo>
                  <a:lnTo>
                    <a:pt x="327580" y="5646457"/>
                  </a:lnTo>
                  <a:lnTo>
                    <a:pt x="327738" y="5646457"/>
                  </a:lnTo>
                  <a:lnTo>
                    <a:pt x="327738" y="5646027"/>
                  </a:lnTo>
                  <a:lnTo>
                    <a:pt x="327896" y="5646027"/>
                  </a:lnTo>
                  <a:lnTo>
                    <a:pt x="327896" y="5645596"/>
                  </a:lnTo>
                  <a:lnTo>
                    <a:pt x="327896" y="5645166"/>
                  </a:lnTo>
                  <a:lnTo>
                    <a:pt x="328054" y="5645166"/>
                  </a:lnTo>
                  <a:lnTo>
                    <a:pt x="328054" y="5644735"/>
                  </a:lnTo>
                  <a:lnTo>
                    <a:pt x="328054" y="5644304"/>
                  </a:lnTo>
                  <a:lnTo>
                    <a:pt x="328211" y="5644304"/>
                  </a:lnTo>
                  <a:lnTo>
                    <a:pt x="328369" y="5644304"/>
                  </a:lnTo>
                  <a:lnTo>
                    <a:pt x="328369" y="5643874"/>
                  </a:lnTo>
                  <a:lnTo>
                    <a:pt x="328527" y="5643874"/>
                  </a:lnTo>
                  <a:lnTo>
                    <a:pt x="328527" y="5643443"/>
                  </a:lnTo>
                  <a:lnTo>
                    <a:pt x="328527" y="5643013"/>
                  </a:lnTo>
                  <a:lnTo>
                    <a:pt x="328684" y="5643013"/>
                  </a:lnTo>
                  <a:lnTo>
                    <a:pt x="328842" y="5643013"/>
                  </a:lnTo>
                  <a:lnTo>
                    <a:pt x="329000" y="5643013"/>
                  </a:lnTo>
                  <a:lnTo>
                    <a:pt x="329000" y="5642582"/>
                  </a:lnTo>
                  <a:lnTo>
                    <a:pt x="329000" y="5642151"/>
                  </a:lnTo>
                  <a:lnTo>
                    <a:pt x="329158" y="5642151"/>
                  </a:lnTo>
                  <a:lnTo>
                    <a:pt x="329315" y="5642151"/>
                  </a:lnTo>
                  <a:lnTo>
                    <a:pt x="329315" y="5641721"/>
                  </a:lnTo>
                  <a:lnTo>
                    <a:pt x="329315" y="5641290"/>
                  </a:lnTo>
                  <a:lnTo>
                    <a:pt x="329473" y="5641290"/>
                  </a:lnTo>
                  <a:lnTo>
                    <a:pt x="329473" y="5640860"/>
                  </a:lnTo>
                  <a:lnTo>
                    <a:pt x="329631" y="5640860"/>
                  </a:lnTo>
                  <a:lnTo>
                    <a:pt x="329788" y="5640860"/>
                  </a:lnTo>
                  <a:lnTo>
                    <a:pt x="329946" y="5640860"/>
                  </a:lnTo>
                  <a:lnTo>
                    <a:pt x="330104" y="5640860"/>
                  </a:lnTo>
                  <a:lnTo>
                    <a:pt x="330104" y="5640429"/>
                  </a:lnTo>
                  <a:lnTo>
                    <a:pt x="330262" y="5640429"/>
                  </a:lnTo>
                  <a:lnTo>
                    <a:pt x="330262" y="5639998"/>
                  </a:lnTo>
                  <a:lnTo>
                    <a:pt x="330419" y="5639998"/>
                  </a:lnTo>
                  <a:lnTo>
                    <a:pt x="330419" y="5639568"/>
                  </a:lnTo>
                  <a:lnTo>
                    <a:pt x="330419" y="5639137"/>
                  </a:lnTo>
                  <a:lnTo>
                    <a:pt x="330577" y="5639137"/>
                  </a:lnTo>
                  <a:lnTo>
                    <a:pt x="330577" y="5638707"/>
                  </a:lnTo>
                  <a:lnTo>
                    <a:pt x="330577" y="5638276"/>
                  </a:lnTo>
                  <a:lnTo>
                    <a:pt x="330577" y="5637845"/>
                  </a:lnTo>
                  <a:lnTo>
                    <a:pt x="330735" y="5637845"/>
                  </a:lnTo>
                  <a:lnTo>
                    <a:pt x="330892" y="5637845"/>
                  </a:lnTo>
                  <a:lnTo>
                    <a:pt x="330892" y="5637415"/>
                  </a:lnTo>
                  <a:lnTo>
                    <a:pt x="330892" y="5636984"/>
                  </a:lnTo>
                  <a:lnTo>
                    <a:pt x="331050" y="5636984"/>
                  </a:lnTo>
                  <a:lnTo>
                    <a:pt x="331208" y="5636984"/>
                  </a:lnTo>
                  <a:lnTo>
                    <a:pt x="331366" y="5636984"/>
                  </a:lnTo>
                  <a:lnTo>
                    <a:pt x="331523" y="5636984"/>
                  </a:lnTo>
                  <a:lnTo>
                    <a:pt x="331523" y="5636554"/>
                  </a:lnTo>
                  <a:lnTo>
                    <a:pt x="331681" y="5636554"/>
                  </a:lnTo>
                  <a:lnTo>
                    <a:pt x="331839" y="5636554"/>
                  </a:lnTo>
                  <a:lnTo>
                    <a:pt x="331839" y="5636123"/>
                  </a:lnTo>
                  <a:lnTo>
                    <a:pt x="331839" y="5635692"/>
                  </a:lnTo>
                  <a:lnTo>
                    <a:pt x="331996" y="5635692"/>
                  </a:lnTo>
                  <a:lnTo>
                    <a:pt x="332154" y="5635692"/>
                  </a:lnTo>
                  <a:lnTo>
                    <a:pt x="332154" y="5635262"/>
                  </a:lnTo>
                  <a:lnTo>
                    <a:pt x="332312" y="5635262"/>
                  </a:lnTo>
                  <a:lnTo>
                    <a:pt x="332470" y="5635262"/>
                  </a:lnTo>
                  <a:lnTo>
                    <a:pt x="332470" y="5634831"/>
                  </a:lnTo>
                  <a:lnTo>
                    <a:pt x="332470" y="5634401"/>
                  </a:lnTo>
                  <a:lnTo>
                    <a:pt x="332627" y="5634401"/>
                  </a:lnTo>
                  <a:lnTo>
                    <a:pt x="332785" y="5634401"/>
                  </a:lnTo>
                  <a:lnTo>
                    <a:pt x="332785" y="5633970"/>
                  </a:lnTo>
                  <a:lnTo>
                    <a:pt x="332785" y="5633539"/>
                  </a:lnTo>
                  <a:lnTo>
                    <a:pt x="332943" y="5633539"/>
                  </a:lnTo>
                  <a:lnTo>
                    <a:pt x="333101" y="5633539"/>
                  </a:lnTo>
                  <a:lnTo>
                    <a:pt x="333258" y="5633539"/>
                  </a:lnTo>
                  <a:lnTo>
                    <a:pt x="333416" y="5633539"/>
                  </a:lnTo>
                  <a:lnTo>
                    <a:pt x="333574" y="5633539"/>
                  </a:lnTo>
                  <a:lnTo>
                    <a:pt x="333731" y="5633539"/>
                  </a:lnTo>
                  <a:lnTo>
                    <a:pt x="333889" y="5633539"/>
                  </a:lnTo>
                  <a:lnTo>
                    <a:pt x="334047" y="5633539"/>
                  </a:lnTo>
                  <a:lnTo>
                    <a:pt x="334205" y="5633539"/>
                  </a:lnTo>
                  <a:lnTo>
                    <a:pt x="334205" y="5633109"/>
                  </a:lnTo>
                  <a:lnTo>
                    <a:pt x="334362" y="5633109"/>
                  </a:lnTo>
                  <a:lnTo>
                    <a:pt x="334520" y="5633109"/>
                  </a:lnTo>
                  <a:lnTo>
                    <a:pt x="334678" y="5633109"/>
                  </a:lnTo>
                  <a:lnTo>
                    <a:pt x="334678" y="5632678"/>
                  </a:lnTo>
                  <a:lnTo>
                    <a:pt x="334678" y="5632248"/>
                  </a:lnTo>
                  <a:lnTo>
                    <a:pt x="334835" y="5632248"/>
                  </a:lnTo>
                  <a:lnTo>
                    <a:pt x="334835" y="5631817"/>
                  </a:lnTo>
                  <a:lnTo>
                    <a:pt x="334993" y="5631817"/>
                  </a:lnTo>
                  <a:lnTo>
                    <a:pt x="335151" y="5631817"/>
                  </a:lnTo>
                  <a:lnTo>
                    <a:pt x="335309" y="5631817"/>
                  </a:lnTo>
                  <a:lnTo>
                    <a:pt x="335466" y="5631817"/>
                  </a:lnTo>
                  <a:lnTo>
                    <a:pt x="335624" y="5631817"/>
                  </a:lnTo>
                  <a:lnTo>
                    <a:pt x="335782" y="5631817"/>
                  </a:lnTo>
                  <a:lnTo>
                    <a:pt x="335782" y="5631386"/>
                  </a:lnTo>
                  <a:lnTo>
                    <a:pt x="335939" y="5631386"/>
                  </a:lnTo>
                  <a:lnTo>
                    <a:pt x="335939" y="5630956"/>
                  </a:lnTo>
                  <a:lnTo>
                    <a:pt x="335939" y="5630525"/>
                  </a:lnTo>
                  <a:lnTo>
                    <a:pt x="335939" y="5630095"/>
                  </a:lnTo>
                  <a:lnTo>
                    <a:pt x="336097" y="5630095"/>
                  </a:lnTo>
                  <a:lnTo>
                    <a:pt x="336097" y="5629664"/>
                  </a:lnTo>
                  <a:lnTo>
                    <a:pt x="336097" y="5629233"/>
                  </a:lnTo>
                  <a:lnTo>
                    <a:pt x="336097" y="5628803"/>
                  </a:lnTo>
                  <a:lnTo>
                    <a:pt x="336255" y="5628803"/>
                  </a:lnTo>
                  <a:lnTo>
                    <a:pt x="336255" y="5628372"/>
                  </a:lnTo>
                  <a:lnTo>
                    <a:pt x="336255" y="5627942"/>
                  </a:lnTo>
                  <a:lnTo>
                    <a:pt x="336413" y="5627942"/>
                  </a:lnTo>
                  <a:lnTo>
                    <a:pt x="336413" y="5627511"/>
                  </a:lnTo>
                  <a:lnTo>
                    <a:pt x="336570" y="5627511"/>
                  </a:lnTo>
                  <a:lnTo>
                    <a:pt x="336570" y="5627080"/>
                  </a:lnTo>
                  <a:lnTo>
                    <a:pt x="336728" y="5627080"/>
                  </a:lnTo>
                  <a:lnTo>
                    <a:pt x="336728" y="5626650"/>
                  </a:lnTo>
                  <a:lnTo>
                    <a:pt x="336886" y="5626650"/>
                  </a:lnTo>
                  <a:lnTo>
                    <a:pt x="336886" y="5626219"/>
                  </a:lnTo>
                  <a:lnTo>
                    <a:pt x="336886" y="5625789"/>
                  </a:lnTo>
                  <a:lnTo>
                    <a:pt x="336886" y="5625358"/>
                  </a:lnTo>
                  <a:lnTo>
                    <a:pt x="336886" y="5624927"/>
                  </a:lnTo>
                  <a:lnTo>
                    <a:pt x="337043" y="5624927"/>
                  </a:lnTo>
                  <a:lnTo>
                    <a:pt x="337043" y="5624497"/>
                  </a:lnTo>
                  <a:lnTo>
                    <a:pt x="337201" y="5624497"/>
                  </a:lnTo>
                  <a:lnTo>
                    <a:pt x="337201" y="5624066"/>
                  </a:lnTo>
                  <a:lnTo>
                    <a:pt x="337359" y="5624066"/>
                  </a:lnTo>
                  <a:lnTo>
                    <a:pt x="337517" y="5624066"/>
                  </a:lnTo>
                  <a:lnTo>
                    <a:pt x="337674" y="5624066"/>
                  </a:lnTo>
                  <a:lnTo>
                    <a:pt x="337832" y="5624066"/>
                  </a:lnTo>
                  <a:lnTo>
                    <a:pt x="337990" y="5624066"/>
                  </a:lnTo>
                  <a:lnTo>
                    <a:pt x="337990" y="5623636"/>
                  </a:lnTo>
                  <a:lnTo>
                    <a:pt x="338147" y="5623636"/>
                  </a:lnTo>
                  <a:lnTo>
                    <a:pt x="338147" y="5623205"/>
                  </a:lnTo>
                  <a:lnTo>
                    <a:pt x="338305" y="5623205"/>
                  </a:lnTo>
                  <a:lnTo>
                    <a:pt x="338463" y="5623205"/>
                  </a:lnTo>
                  <a:lnTo>
                    <a:pt x="338621" y="5623205"/>
                  </a:lnTo>
                  <a:lnTo>
                    <a:pt x="338778" y="5623205"/>
                  </a:lnTo>
                  <a:lnTo>
                    <a:pt x="338936" y="5623205"/>
                  </a:lnTo>
                  <a:lnTo>
                    <a:pt x="338936" y="5622774"/>
                  </a:lnTo>
                  <a:lnTo>
                    <a:pt x="338936" y="5622344"/>
                  </a:lnTo>
                  <a:lnTo>
                    <a:pt x="338936" y="5621913"/>
                  </a:lnTo>
                  <a:lnTo>
                    <a:pt x="339094" y="5621913"/>
                  </a:lnTo>
                  <a:lnTo>
                    <a:pt x="339094" y="5621483"/>
                  </a:lnTo>
                  <a:lnTo>
                    <a:pt x="339094" y="5621052"/>
                  </a:lnTo>
                  <a:lnTo>
                    <a:pt x="339252" y="5621052"/>
                  </a:lnTo>
                  <a:lnTo>
                    <a:pt x="339409" y="5621052"/>
                  </a:lnTo>
                  <a:lnTo>
                    <a:pt x="339409" y="5620621"/>
                  </a:lnTo>
                  <a:lnTo>
                    <a:pt x="339567" y="5620621"/>
                  </a:lnTo>
                  <a:lnTo>
                    <a:pt x="339567" y="5620191"/>
                  </a:lnTo>
                  <a:lnTo>
                    <a:pt x="339725" y="5620191"/>
                  </a:lnTo>
                  <a:lnTo>
                    <a:pt x="339882" y="5620191"/>
                  </a:lnTo>
                  <a:lnTo>
                    <a:pt x="340040" y="5620191"/>
                  </a:lnTo>
                  <a:lnTo>
                    <a:pt x="340198" y="5620191"/>
                  </a:lnTo>
                  <a:lnTo>
                    <a:pt x="340356" y="5620191"/>
                  </a:lnTo>
                  <a:lnTo>
                    <a:pt x="340513" y="5620191"/>
                  </a:lnTo>
                  <a:lnTo>
                    <a:pt x="340671" y="5620191"/>
                  </a:lnTo>
                  <a:lnTo>
                    <a:pt x="340671" y="5619760"/>
                  </a:lnTo>
                  <a:lnTo>
                    <a:pt x="340671" y="5619330"/>
                  </a:lnTo>
                  <a:lnTo>
                    <a:pt x="340829" y="5619330"/>
                  </a:lnTo>
                  <a:lnTo>
                    <a:pt x="340986" y="5619330"/>
                  </a:lnTo>
                  <a:lnTo>
                    <a:pt x="340986" y="5618899"/>
                  </a:lnTo>
                  <a:lnTo>
                    <a:pt x="341144" y="5618899"/>
                  </a:lnTo>
                  <a:lnTo>
                    <a:pt x="341302" y="5618899"/>
                  </a:lnTo>
                  <a:lnTo>
                    <a:pt x="341302" y="5618468"/>
                  </a:lnTo>
                  <a:lnTo>
                    <a:pt x="341302" y="5618038"/>
                  </a:lnTo>
                  <a:lnTo>
                    <a:pt x="341460" y="5618038"/>
                  </a:lnTo>
                  <a:lnTo>
                    <a:pt x="341460" y="5617607"/>
                  </a:lnTo>
                  <a:lnTo>
                    <a:pt x="341617" y="5617607"/>
                  </a:lnTo>
                  <a:lnTo>
                    <a:pt x="341617" y="5617177"/>
                  </a:lnTo>
                  <a:lnTo>
                    <a:pt x="341775" y="5617177"/>
                  </a:lnTo>
                  <a:lnTo>
                    <a:pt x="341933" y="5617177"/>
                  </a:lnTo>
                  <a:lnTo>
                    <a:pt x="341933" y="5616746"/>
                  </a:lnTo>
                  <a:lnTo>
                    <a:pt x="342090" y="5616746"/>
                  </a:lnTo>
                  <a:lnTo>
                    <a:pt x="342248" y="5616746"/>
                  </a:lnTo>
                  <a:lnTo>
                    <a:pt x="342248" y="5616315"/>
                  </a:lnTo>
                  <a:lnTo>
                    <a:pt x="342406" y="5616315"/>
                  </a:lnTo>
                  <a:lnTo>
                    <a:pt x="342406" y="5615885"/>
                  </a:lnTo>
                  <a:lnTo>
                    <a:pt x="342406" y="5615454"/>
                  </a:lnTo>
                  <a:lnTo>
                    <a:pt x="342406" y="5615024"/>
                  </a:lnTo>
                  <a:lnTo>
                    <a:pt x="342406" y="5614593"/>
                  </a:lnTo>
                  <a:lnTo>
                    <a:pt x="342406" y="5614162"/>
                  </a:lnTo>
                  <a:lnTo>
                    <a:pt x="342406" y="5613732"/>
                  </a:lnTo>
                  <a:lnTo>
                    <a:pt x="342564" y="5613732"/>
                  </a:lnTo>
                  <a:lnTo>
                    <a:pt x="342721" y="5613732"/>
                  </a:lnTo>
                  <a:lnTo>
                    <a:pt x="342879" y="5613732"/>
                  </a:lnTo>
                  <a:lnTo>
                    <a:pt x="342879" y="5613301"/>
                  </a:lnTo>
                  <a:lnTo>
                    <a:pt x="342879" y="5612871"/>
                  </a:lnTo>
                  <a:lnTo>
                    <a:pt x="343037" y="5612871"/>
                  </a:lnTo>
                  <a:lnTo>
                    <a:pt x="343037" y="5612440"/>
                  </a:lnTo>
                  <a:lnTo>
                    <a:pt x="343194" y="5612440"/>
                  </a:lnTo>
                  <a:lnTo>
                    <a:pt x="343352" y="5612440"/>
                  </a:lnTo>
                  <a:lnTo>
                    <a:pt x="343510" y="5612440"/>
                  </a:lnTo>
                  <a:lnTo>
                    <a:pt x="343668" y="5612440"/>
                  </a:lnTo>
                  <a:lnTo>
                    <a:pt x="343825" y="5612440"/>
                  </a:lnTo>
                  <a:lnTo>
                    <a:pt x="343825" y="5612009"/>
                  </a:lnTo>
                  <a:lnTo>
                    <a:pt x="343825" y="5611579"/>
                  </a:lnTo>
                  <a:lnTo>
                    <a:pt x="343983" y="5611579"/>
                  </a:lnTo>
                  <a:lnTo>
                    <a:pt x="344141" y="5611579"/>
                  </a:lnTo>
                  <a:lnTo>
                    <a:pt x="344299" y="5611579"/>
                  </a:lnTo>
                  <a:lnTo>
                    <a:pt x="344456" y="5611579"/>
                  </a:lnTo>
                  <a:lnTo>
                    <a:pt x="344456" y="5611148"/>
                  </a:lnTo>
                  <a:lnTo>
                    <a:pt x="344614" y="5611148"/>
                  </a:lnTo>
                  <a:lnTo>
                    <a:pt x="344614" y="5610718"/>
                  </a:lnTo>
                  <a:lnTo>
                    <a:pt x="344614" y="5610287"/>
                  </a:lnTo>
                  <a:lnTo>
                    <a:pt x="344772" y="5610287"/>
                  </a:lnTo>
                  <a:lnTo>
                    <a:pt x="344772" y="5609856"/>
                  </a:lnTo>
                  <a:lnTo>
                    <a:pt x="344772" y="5609426"/>
                  </a:lnTo>
                  <a:lnTo>
                    <a:pt x="344772" y="5608995"/>
                  </a:lnTo>
                  <a:lnTo>
                    <a:pt x="344772" y="5608565"/>
                  </a:lnTo>
                  <a:lnTo>
                    <a:pt x="344772" y="5608134"/>
                  </a:lnTo>
                  <a:lnTo>
                    <a:pt x="344929" y="5608134"/>
                  </a:lnTo>
                  <a:lnTo>
                    <a:pt x="345087" y="5608134"/>
                  </a:lnTo>
                  <a:lnTo>
                    <a:pt x="345087" y="5607703"/>
                  </a:lnTo>
                  <a:lnTo>
                    <a:pt x="345087" y="5607273"/>
                  </a:lnTo>
                  <a:lnTo>
                    <a:pt x="345087" y="5606842"/>
                  </a:lnTo>
                  <a:lnTo>
                    <a:pt x="345245" y="5606842"/>
                  </a:lnTo>
                  <a:lnTo>
                    <a:pt x="345403" y="5606842"/>
                  </a:lnTo>
                  <a:lnTo>
                    <a:pt x="345560" y="5606842"/>
                  </a:lnTo>
                  <a:lnTo>
                    <a:pt x="345560" y="5606412"/>
                  </a:lnTo>
                  <a:lnTo>
                    <a:pt x="345560" y="5605981"/>
                  </a:lnTo>
                  <a:lnTo>
                    <a:pt x="345560" y="5605550"/>
                  </a:lnTo>
                  <a:lnTo>
                    <a:pt x="345560" y="5605120"/>
                  </a:lnTo>
                  <a:lnTo>
                    <a:pt x="345560" y="5604689"/>
                  </a:lnTo>
                  <a:lnTo>
                    <a:pt x="345560" y="5604259"/>
                  </a:lnTo>
                  <a:lnTo>
                    <a:pt x="345718" y="5604259"/>
                  </a:lnTo>
                  <a:lnTo>
                    <a:pt x="345876" y="5604259"/>
                  </a:lnTo>
                  <a:lnTo>
                    <a:pt x="346033" y="5604259"/>
                  </a:lnTo>
                  <a:lnTo>
                    <a:pt x="346191" y="5604259"/>
                  </a:lnTo>
                  <a:lnTo>
                    <a:pt x="346349" y="5604259"/>
                  </a:lnTo>
                  <a:lnTo>
                    <a:pt x="346349" y="5603828"/>
                  </a:lnTo>
                  <a:lnTo>
                    <a:pt x="346507" y="5603828"/>
                  </a:lnTo>
                  <a:lnTo>
                    <a:pt x="346507" y="5603397"/>
                  </a:lnTo>
                  <a:lnTo>
                    <a:pt x="346664" y="5603397"/>
                  </a:lnTo>
                  <a:lnTo>
                    <a:pt x="346664" y="5602967"/>
                  </a:lnTo>
                  <a:lnTo>
                    <a:pt x="346664" y="5602536"/>
                  </a:lnTo>
                  <a:lnTo>
                    <a:pt x="346822" y="5602536"/>
                  </a:lnTo>
                  <a:lnTo>
                    <a:pt x="346822" y="5602106"/>
                  </a:lnTo>
                  <a:lnTo>
                    <a:pt x="346822" y="5601675"/>
                  </a:lnTo>
                  <a:lnTo>
                    <a:pt x="346980" y="5601675"/>
                  </a:lnTo>
                  <a:lnTo>
                    <a:pt x="347137" y="5601675"/>
                  </a:lnTo>
                  <a:lnTo>
                    <a:pt x="347295" y="5601675"/>
                  </a:lnTo>
                  <a:lnTo>
                    <a:pt x="347453" y="5601675"/>
                  </a:lnTo>
                  <a:lnTo>
                    <a:pt x="347453" y="5601244"/>
                  </a:lnTo>
                  <a:lnTo>
                    <a:pt x="347611" y="5601244"/>
                  </a:lnTo>
                  <a:lnTo>
                    <a:pt x="347768" y="5601244"/>
                  </a:lnTo>
                  <a:lnTo>
                    <a:pt x="347926" y="5601244"/>
                  </a:lnTo>
                  <a:lnTo>
                    <a:pt x="348084" y="5601244"/>
                  </a:lnTo>
                  <a:lnTo>
                    <a:pt x="348084" y="5600814"/>
                  </a:lnTo>
                  <a:lnTo>
                    <a:pt x="348241" y="5600814"/>
                  </a:lnTo>
                  <a:lnTo>
                    <a:pt x="348399" y="5600814"/>
                  </a:lnTo>
                  <a:lnTo>
                    <a:pt x="348557" y="5600814"/>
                  </a:lnTo>
                  <a:lnTo>
                    <a:pt x="348557" y="5600383"/>
                  </a:lnTo>
                  <a:lnTo>
                    <a:pt x="348715" y="5600383"/>
                  </a:lnTo>
                  <a:lnTo>
                    <a:pt x="348715" y="5599953"/>
                  </a:lnTo>
                  <a:lnTo>
                    <a:pt x="348715" y="5599522"/>
                  </a:lnTo>
                  <a:lnTo>
                    <a:pt x="348715" y="5599091"/>
                  </a:lnTo>
                  <a:lnTo>
                    <a:pt x="348715" y="5598661"/>
                  </a:lnTo>
                  <a:lnTo>
                    <a:pt x="348715" y="5598230"/>
                  </a:lnTo>
                  <a:lnTo>
                    <a:pt x="348715" y="5597800"/>
                  </a:lnTo>
                  <a:lnTo>
                    <a:pt x="348715" y="5597369"/>
                  </a:lnTo>
                  <a:lnTo>
                    <a:pt x="348872" y="5597369"/>
                  </a:lnTo>
                  <a:lnTo>
                    <a:pt x="348872" y="5596938"/>
                  </a:lnTo>
                  <a:lnTo>
                    <a:pt x="348872" y="5596508"/>
                  </a:lnTo>
                  <a:lnTo>
                    <a:pt x="349030" y="5596508"/>
                  </a:lnTo>
                  <a:lnTo>
                    <a:pt x="349030" y="5596077"/>
                  </a:lnTo>
                  <a:lnTo>
                    <a:pt x="349188" y="5596077"/>
                  </a:lnTo>
                  <a:lnTo>
                    <a:pt x="349188" y="5595647"/>
                  </a:lnTo>
                  <a:lnTo>
                    <a:pt x="349188" y="5595216"/>
                  </a:lnTo>
                  <a:lnTo>
                    <a:pt x="349345" y="5595216"/>
                  </a:lnTo>
                  <a:lnTo>
                    <a:pt x="349503" y="5595216"/>
                  </a:lnTo>
                  <a:lnTo>
                    <a:pt x="349503" y="5594785"/>
                  </a:lnTo>
                  <a:lnTo>
                    <a:pt x="349661" y="5594785"/>
                  </a:lnTo>
                  <a:lnTo>
                    <a:pt x="349661" y="5594355"/>
                  </a:lnTo>
                  <a:lnTo>
                    <a:pt x="349819" y="5594355"/>
                  </a:lnTo>
                  <a:lnTo>
                    <a:pt x="349976" y="5594355"/>
                  </a:lnTo>
                  <a:lnTo>
                    <a:pt x="349976" y="5593924"/>
                  </a:lnTo>
                  <a:lnTo>
                    <a:pt x="350134" y="5593924"/>
                  </a:lnTo>
                  <a:lnTo>
                    <a:pt x="350292" y="5593924"/>
                  </a:lnTo>
                  <a:lnTo>
                    <a:pt x="350450" y="5593924"/>
                  </a:lnTo>
                  <a:lnTo>
                    <a:pt x="350607" y="5593924"/>
                  </a:lnTo>
                  <a:lnTo>
                    <a:pt x="350765" y="5593924"/>
                  </a:lnTo>
                  <a:lnTo>
                    <a:pt x="350923" y="5593924"/>
                  </a:lnTo>
                  <a:lnTo>
                    <a:pt x="351080" y="5593924"/>
                  </a:lnTo>
                  <a:lnTo>
                    <a:pt x="351238" y="5593924"/>
                  </a:lnTo>
                  <a:lnTo>
                    <a:pt x="351238" y="5593494"/>
                  </a:lnTo>
                  <a:lnTo>
                    <a:pt x="351396" y="5593494"/>
                  </a:lnTo>
                  <a:lnTo>
                    <a:pt x="351396" y="5593063"/>
                  </a:lnTo>
                  <a:lnTo>
                    <a:pt x="351396" y="5592632"/>
                  </a:lnTo>
                  <a:lnTo>
                    <a:pt x="351396" y="5592202"/>
                  </a:lnTo>
                  <a:lnTo>
                    <a:pt x="351554" y="5592202"/>
                  </a:lnTo>
                  <a:lnTo>
                    <a:pt x="351711" y="5592202"/>
                  </a:lnTo>
                  <a:lnTo>
                    <a:pt x="351869" y="5592202"/>
                  </a:lnTo>
                  <a:lnTo>
                    <a:pt x="352027" y="5592202"/>
                  </a:lnTo>
                  <a:lnTo>
                    <a:pt x="352184" y="5592202"/>
                  </a:lnTo>
                  <a:lnTo>
                    <a:pt x="352342" y="5592202"/>
                  </a:lnTo>
                  <a:lnTo>
                    <a:pt x="352342" y="5591771"/>
                  </a:lnTo>
                  <a:lnTo>
                    <a:pt x="352500" y="5591771"/>
                  </a:lnTo>
                  <a:lnTo>
                    <a:pt x="352658" y="5591771"/>
                  </a:lnTo>
                  <a:lnTo>
                    <a:pt x="352658" y="5591341"/>
                  </a:lnTo>
                  <a:lnTo>
                    <a:pt x="352658" y="5590910"/>
                  </a:lnTo>
                  <a:lnTo>
                    <a:pt x="352815" y="5590910"/>
                  </a:lnTo>
                  <a:lnTo>
                    <a:pt x="352973" y="5590910"/>
                  </a:lnTo>
                  <a:lnTo>
                    <a:pt x="353131" y="5590910"/>
                  </a:lnTo>
                  <a:lnTo>
                    <a:pt x="353288" y="5590910"/>
                  </a:lnTo>
                  <a:lnTo>
                    <a:pt x="353288" y="5590479"/>
                  </a:lnTo>
                  <a:lnTo>
                    <a:pt x="353288" y="5590049"/>
                  </a:lnTo>
                  <a:lnTo>
                    <a:pt x="353446" y="5590049"/>
                  </a:lnTo>
                  <a:lnTo>
                    <a:pt x="353446" y="5589618"/>
                  </a:lnTo>
                  <a:lnTo>
                    <a:pt x="353446" y="5589188"/>
                  </a:lnTo>
                  <a:lnTo>
                    <a:pt x="353446" y="5588757"/>
                  </a:lnTo>
                  <a:lnTo>
                    <a:pt x="353604" y="5588757"/>
                  </a:lnTo>
                  <a:lnTo>
                    <a:pt x="353762" y="5588757"/>
                  </a:lnTo>
                  <a:lnTo>
                    <a:pt x="353919" y="5588757"/>
                  </a:lnTo>
                  <a:lnTo>
                    <a:pt x="354077" y="5588757"/>
                  </a:lnTo>
                  <a:lnTo>
                    <a:pt x="354077" y="5588326"/>
                  </a:lnTo>
                  <a:lnTo>
                    <a:pt x="354235" y="5588326"/>
                  </a:lnTo>
                  <a:lnTo>
                    <a:pt x="354392" y="5588326"/>
                  </a:lnTo>
                  <a:lnTo>
                    <a:pt x="354392" y="5587896"/>
                  </a:lnTo>
                  <a:lnTo>
                    <a:pt x="354392" y="5587465"/>
                  </a:lnTo>
                  <a:lnTo>
                    <a:pt x="354392" y="5587035"/>
                  </a:lnTo>
                  <a:lnTo>
                    <a:pt x="354392" y="5586604"/>
                  </a:lnTo>
                  <a:lnTo>
                    <a:pt x="354550" y="5586604"/>
                  </a:lnTo>
                  <a:lnTo>
                    <a:pt x="354708" y="5586604"/>
                  </a:lnTo>
                  <a:lnTo>
                    <a:pt x="354866" y="5586604"/>
                  </a:lnTo>
                  <a:lnTo>
                    <a:pt x="355023" y="5586604"/>
                  </a:lnTo>
                  <a:lnTo>
                    <a:pt x="355023" y="5586173"/>
                  </a:lnTo>
                  <a:lnTo>
                    <a:pt x="355181" y="5586173"/>
                  </a:lnTo>
                  <a:lnTo>
                    <a:pt x="355339" y="5586173"/>
                  </a:lnTo>
                  <a:lnTo>
                    <a:pt x="355496" y="5586173"/>
                  </a:lnTo>
                  <a:lnTo>
                    <a:pt x="355654" y="5586173"/>
                  </a:lnTo>
                  <a:lnTo>
                    <a:pt x="355654" y="5585743"/>
                  </a:lnTo>
                  <a:lnTo>
                    <a:pt x="355812" y="5585743"/>
                  </a:lnTo>
                  <a:lnTo>
                    <a:pt x="355970" y="5585743"/>
                  </a:lnTo>
                  <a:lnTo>
                    <a:pt x="356127" y="5585743"/>
                  </a:lnTo>
                  <a:lnTo>
                    <a:pt x="356285" y="5585743"/>
                  </a:lnTo>
                  <a:lnTo>
                    <a:pt x="356443" y="5585743"/>
                  </a:lnTo>
                  <a:lnTo>
                    <a:pt x="356601" y="5585743"/>
                  </a:lnTo>
                  <a:lnTo>
                    <a:pt x="356601" y="5585312"/>
                  </a:lnTo>
                  <a:lnTo>
                    <a:pt x="356601" y="5584882"/>
                  </a:lnTo>
                  <a:lnTo>
                    <a:pt x="356758" y="5584882"/>
                  </a:lnTo>
                  <a:lnTo>
                    <a:pt x="356916" y="5584882"/>
                  </a:lnTo>
                  <a:lnTo>
                    <a:pt x="356916" y="5584451"/>
                  </a:lnTo>
                  <a:lnTo>
                    <a:pt x="357074" y="5584451"/>
                  </a:lnTo>
                  <a:lnTo>
                    <a:pt x="357231" y="5584451"/>
                  </a:lnTo>
                  <a:lnTo>
                    <a:pt x="357231" y="5584020"/>
                  </a:lnTo>
                  <a:lnTo>
                    <a:pt x="357231" y="5583590"/>
                  </a:lnTo>
                  <a:lnTo>
                    <a:pt x="357389" y="5583590"/>
                  </a:lnTo>
                  <a:lnTo>
                    <a:pt x="357547" y="5583590"/>
                  </a:lnTo>
                  <a:lnTo>
                    <a:pt x="357547" y="5583159"/>
                  </a:lnTo>
                  <a:lnTo>
                    <a:pt x="357705" y="5583159"/>
                  </a:lnTo>
                  <a:lnTo>
                    <a:pt x="357862" y="5583159"/>
                  </a:lnTo>
                  <a:lnTo>
                    <a:pt x="357862" y="5582729"/>
                  </a:lnTo>
                  <a:lnTo>
                    <a:pt x="358020" y="5582729"/>
                  </a:lnTo>
                  <a:lnTo>
                    <a:pt x="358178" y="5582729"/>
                  </a:lnTo>
                  <a:lnTo>
                    <a:pt x="358178" y="5582298"/>
                  </a:lnTo>
                  <a:lnTo>
                    <a:pt x="358335" y="5582298"/>
                  </a:lnTo>
                  <a:lnTo>
                    <a:pt x="358335" y="5581867"/>
                  </a:lnTo>
                  <a:lnTo>
                    <a:pt x="358493" y="5581867"/>
                  </a:lnTo>
                  <a:lnTo>
                    <a:pt x="358493" y="5581437"/>
                  </a:lnTo>
                  <a:lnTo>
                    <a:pt x="358651" y="5581437"/>
                  </a:lnTo>
                  <a:lnTo>
                    <a:pt x="358651" y="5581006"/>
                  </a:lnTo>
                  <a:lnTo>
                    <a:pt x="358651" y="5580576"/>
                  </a:lnTo>
                  <a:lnTo>
                    <a:pt x="358809" y="5580576"/>
                  </a:lnTo>
                  <a:lnTo>
                    <a:pt x="358809" y="5580145"/>
                  </a:lnTo>
                  <a:lnTo>
                    <a:pt x="358809" y="5579714"/>
                  </a:lnTo>
                  <a:lnTo>
                    <a:pt x="358809" y="5579284"/>
                  </a:lnTo>
                  <a:lnTo>
                    <a:pt x="358809" y="5578853"/>
                  </a:lnTo>
                  <a:lnTo>
                    <a:pt x="358809" y="5578423"/>
                  </a:lnTo>
                  <a:lnTo>
                    <a:pt x="358809" y="5577992"/>
                  </a:lnTo>
                  <a:lnTo>
                    <a:pt x="358809" y="5577561"/>
                  </a:lnTo>
                  <a:lnTo>
                    <a:pt x="358966" y="5577561"/>
                  </a:lnTo>
                  <a:lnTo>
                    <a:pt x="358966" y="5577131"/>
                  </a:lnTo>
                  <a:lnTo>
                    <a:pt x="359124" y="5577131"/>
                  </a:lnTo>
                  <a:lnTo>
                    <a:pt x="359282" y="5577131"/>
                  </a:lnTo>
                  <a:lnTo>
                    <a:pt x="359439" y="5577131"/>
                  </a:lnTo>
                  <a:lnTo>
                    <a:pt x="359439" y="5576700"/>
                  </a:lnTo>
                  <a:lnTo>
                    <a:pt x="359597" y="5576700"/>
                  </a:lnTo>
                  <a:lnTo>
                    <a:pt x="359597" y="5576270"/>
                  </a:lnTo>
                  <a:lnTo>
                    <a:pt x="359755" y="5576270"/>
                  </a:lnTo>
                  <a:lnTo>
                    <a:pt x="359913" y="5576270"/>
                  </a:lnTo>
                  <a:lnTo>
                    <a:pt x="359913" y="5575839"/>
                  </a:lnTo>
                  <a:lnTo>
                    <a:pt x="359913" y="5575408"/>
                  </a:lnTo>
                  <a:lnTo>
                    <a:pt x="360070" y="5575408"/>
                  </a:lnTo>
                  <a:lnTo>
                    <a:pt x="360228" y="5575408"/>
                  </a:lnTo>
                  <a:lnTo>
                    <a:pt x="360228" y="5574978"/>
                  </a:lnTo>
                  <a:lnTo>
                    <a:pt x="360386" y="5574978"/>
                  </a:lnTo>
                  <a:lnTo>
                    <a:pt x="360386" y="5574547"/>
                  </a:lnTo>
                  <a:lnTo>
                    <a:pt x="360386" y="5574117"/>
                  </a:lnTo>
                  <a:lnTo>
                    <a:pt x="360543" y="5574117"/>
                  </a:lnTo>
                  <a:lnTo>
                    <a:pt x="360543" y="5573686"/>
                  </a:lnTo>
                  <a:lnTo>
                    <a:pt x="360701" y="5573686"/>
                  </a:lnTo>
                  <a:lnTo>
                    <a:pt x="360859" y="5573686"/>
                  </a:lnTo>
                  <a:lnTo>
                    <a:pt x="360859" y="5573255"/>
                  </a:lnTo>
                  <a:lnTo>
                    <a:pt x="361017" y="5573255"/>
                  </a:lnTo>
                  <a:lnTo>
                    <a:pt x="361017" y="5572825"/>
                  </a:lnTo>
                  <a:lnTo>
                    <a:pt x="361174" y="5572825"/>
                  </a:lnTo>
                  <a:lnTo>
                    <a:pt x="361332" y="5572825"/>
                  </a:lnTo>
                  <a:lnTo>
                    <a:pt x="361490" y="5572825"/>
                  </a:lnTo>
                  <a:lnTo>
                    <a:pt x="361648" y="5572825"/>
                  </a:lnTo>
                  <a:lnTo>
                    <a:pt x="361805" y="5572825"/>
                  </a:lnTo>
                  <a:lnTo>
                    <a:pt x="361805" y="5572394"/>
                  </a:lnTo>
                  <a:lnTo>
                    <a:pt x="361963" y="5572394"/>
                  </a:lnTo>
                  <a:lnTo>
                    <a:pt x="362121" y="5572394"/>
                  </a:lnTo>
                  <a:lnTo>
                    <a:pt x="362121" y="5571964"/>
                  </a:lnTo>
                  <a:lnTo>
                    <a:pt x="362121" y="5571533"/>
                  </a:lnTo>
                  <a:lnTo>
                    <a:pt x="362121" y="5571102"/>
                  </a:lnTo>
                  <a:lnTo>
                    <a:pt x="362278" y="5571102"/>
                  </a:lnTo>
                  <a:lnTo>
                    <a:pt x="362436" y="5571102"/>
                  </a:lnTo>
                  <a:lnTo>
                    <a:pt x="362436" y="5570672"/>
                  </a:lnTo>
                  <a:lnTo>
                    <a:pt x="362594" y="5570672"/>
                  </a:lnTo>
                  <a:lnTo>
                    <a:pt x="362752" y="5570672"/>
                  </a:lnTo>
                  <a:lnTo>
                    <a:pt x="362909" y="5570672"/>
                  </a:lnTo>
                  <a:lnTo>
                    <a:pt x="363067" y="5570672"/>
                  </a:lnTo>
                  <a:lnTo>
                    <a:pt x="363225" y="5570672"/>
                  </a:lnTo>
                  <a:lnTo>
                    <a:pt x="363382" y="5570672"/>
                  </a:lnTo>
                  <a:lnTo>
                    <a:pt x="363382" y="5570241"/>
                  </a:lnTo>
                  <a:lnTo>
                    <a:pt x="363540" y="5570241"/>
                  </a:lnTo>
                  <a:lnTo>
                    <a:pt x="363540" y="5569811"/>
                  </a:lnTo>
                  <a:lnTo>
                    <a:pt x="363698" y="5569811"/>
                  </a:lnTo>
                  <a:lnTo>
                    <a:pt x="363698" y="5569380"/>
                  </a:lnTo>
                  <a:lnTo>
                    <a:pt x="363698" y="5568949"/>
                  </a:lnTo>
                  <a:lnTo>
                    <a:pt x="363856" y="5568949"/>
                  </a:lnTo>
                  <a:lnTo>
                    <a:pt x="364013" y="5568949"/>
                  </a:lnTo>
                  <a:lnTo>
                    <a:pt x="364013" y="5568519"/>
                  </a:lnTo>
                  <a:lnTo>
                    <a:pt x="364171" y="5568519"/>
                  </a:lnTo>
                  <a:lnTo>
                    <a:pt x="364329" y="5568519"/>
                  </a:lnTo>
                  <a:lnTo>
                    <a:pt x="364486" y="5568519"/>
                  </a:lnTo>
                  <a:lnTo>
                    <a:pt x="364486" y="5568088"/>
                  </a:lnTo>
                  <a:lnTo>
                    <a:pt x="364644" y="5568088"/>
                  </a:lnTo>
                  <a:lnTo>
                    <a:pt x="364802" y="5568088"/>
                  </a:lnTo>
                  <a:lnTo>
                    <a:pt x="364802" y="5567658"/>
                  </a:lnTo>
                  <a:lnTo>
                    <a:pt x="364960" y="5567658"/>
                  </a:lnTo>
                  <a:lnTo>
                    <a:pt x="365117" y="5567658"/>
                  </a:lnTo>
                  <a:lnTo>
                    <a:pt x="365117" y="5567227"/>
                  </a:lnTo>
                  <a:lnTo>
                    <a:pt x="365117" y="5566796"/>
                  </a:lnTo>
                  <a:lnTo>
                    <a:pt x="365275" y="5566796"/>
                  </a:lnTo>
                  <a:lnTo>
                    <a:pt x="365433" y="5566796"/>
                  </a:lnTo>
                  <a:lnTo>
                    <a:pt x="365433" y="5566366"/>
                  </a:lnTo>
                  <a:lnTo>
                    <a:pt x="365590" y="5566366"/>
                  </a:lnTo>
                  <a:lnTo>
                    <a:pt x="365748" y="5566366"/>
                  </a:lnTo>
                  <a:lnTo>
                    <a:pt x="365748" y="5565935"/>
                  </a:lnTo>
                  <a:lnTo>
                    <a:pt x="365906" y="5565935"/>
                  </a:lnTo>
                  <a:lnTo>
                    <a:pt x="366064" y="5565935"/>
                  </a:lnTo>
                  <a:lnTo>
                    <a:pt x="366064" y="5565505"/>
                  </a:lnTo>
                  <a:lnTo>
                    <a:pt x="366221" y="5565505"/>
                  </a:lnTo>
                  <a:lnTo>
                    <a:pt x="366379" y="5565505"/>
                  </a:lnTo>
                  <a:lnTo>
                    <a:pt x="366537" y="5565505"/>
                  </a:lnTo>
                  <a:lnTo>
                    <a:pt x="366537" y="5565074"/>
                  </a:lnTo>
                  <a:lnTo>
                    <a:pt x="366537" y="5564643"/>
                  </a:lnTo>
                  <a:lnTo>
                    <a:pt x="366694" y="5564643"/>
                  </a:lnTo>
                  <a:lnTo>
                    <a:pt x="366694" y="5564213"/>
                  </a:lnTo>
                  <a:lnTo>
                    <a:pt x="366852" y="5564213"/>
                  </a:lnTo>
                  <a:lnTo>
                    <a:pt x="366852" y="5563782"/>
                  </a:lnTo>
                  <a:lnTo>
                    <a:pt x="367010" y="5563782"/>
                  </a:lnTo>
                  <a:lnTo>
                    <a:pt x="367010" y="5563352"/>
                  </a:lnTo>
                  <a:lnTo>
                    <a:pt x="367010" y="5562921"/>
                  </a:lnTo>
                  <a:lnTo>
                    <a:pt x="367168" y="5562921"/>
                  </a:lnTo>
                  <a:lnTo>
                    <a:pt x="367168" y="5562490"/>
                  </a:lnTo>
                  <a:lnTo>
                    <a:pt x="367168" y="5562060"/>
                  </a:lnTo>
                  <a:lnTo>
                    <a:pt x="367168" y="5561629"/>
                  </a:lnTo>
                  <a:lnTo>
                    <a:pt x="367325" y="5561629"/>
                  </a:lnTo>
                  <a:lnTo>
                    <a:pt x="367325" y="5561199"/>
                  </a:lnTo>
                  <a:lnTo>
                    <a:pt x="367483" y="5561199"/>
                  </a:lnTo>
                  <a:lnTo>
                    <a:pt x="367641" y="5561199"/>
                  </a:lnTo>
                  <a:lnTo>
                    <a:pt x="367799" y="5561199"/>
                  </a:lnTo>
                  <a:lnTo>
                    <a:pt x="367956" y="5561199"/>
                  </a:lnTo>
                  <a:lnTo>
                    <a:pt x="368114" y="5561199"/>
                  </a:lnTo>
                  <a:lnTo>
                    <a:pt x="368272" y="5561199"/>
                  </a:lnTo>
                  <a:lnTo>
                    <a:pt x="368429" y="5561199"/>
                  </a:lnTo>
                  <a:lnTo>
                    <a:pt x="368587" y="5561199"/>
                  </a:lnTo>
                  <a:lnTo>
                    <a:pt x="368587" y="5560768"/>
                  </a:lnTo>
                  <a:lnTo>
                    <a:pt x="368587" y="5560337"/>
                  </a:lnTo>
                  <a:lnTo>
                    <a:pt x="368587" y="5559907"/>
                  </a:lnTo>
                  <a:lnTo>
                    <a:pt x="368587" y="5559476"/>
                  </a:lnTo>
                  <a:lnTo>
                    <a:pt x="368745" y="5559476"/>
                  </a:lnTo>
                  <a:lnTo>
                    <a:pt x="368903" y="5559476"/>
                  </a:lnTo>
                  <a:lnTo>
                    <a:pt x="369060" y="5559476"/>
                  </a:lnTo>
                  <a:lnTo>
                    <a:pt x="369060" y="5559046"/>
                  </a:lnTo>
                  <a:lnTo>
                    <a:pt x="369218" y="5559046"/>
                  </a:lnTo>
                  <a:lnTo>
                    <a:pt x="369376" y="5559046"/>
                  </a:lnTo>
                  <a:lnTo>
                    <a:pt x="369376" y="5558615"/>
                  </a:lnTo>
                  <a:lnTo>
                    <a:pt x="369533" y="5558615"/>
                  </a:lnTo>
                  <a:lnTo>
                    <a:pt x="369691" y="5558615"/>
                  </a:lnTo>
                  <a:lnTo>
                    <a:pt x="369849" y="5558615"/>
                  </a:lnTo>
                  <a:lnTo>
                    <a:pt x="369849" y="5558184"/>
                  </a:lnTo>
                  <a:lnTo>
                    <a:pt x="369849" y="5557754"/>
                  </a:lnTo>
                  <a:lnTo>
                    <a:pt x="370007" y="5557754"/>
                  </a:lnTo>
                  <a:lnTo>
                    <a:pt x="370007" y="5557323"/>
                  </a:lnTo>
                  <a:lnTo>
                    <a:pt x="370007" y="5556893"/>
                  </a:lnTo>
                  <a:lnTo>
                    <a:pt x="370164" y="5556893"/>
                  </a:lnTo>
                  <a:lnTo>
                    <a:pt x="370164" y="5556462"/>
                  </a:lnTo>
                  <a:lnTo>
                    <a:pt x="370164" y="5556031"/>
                  </a:lnTo>
                  <a:lnTo>
                    <a:pt x="370322" y="5556031"/>
                  </a:lnTo>
                  <a:lnTo>
                    <a:pt x="370322" y="5555601"/>
                  </a:lnTo>
                  <a:lnTo>
                    <a:pt x="370322" y="5555170"/>
                  </a:lnTo>
                  <a:lnTo>
                    <a:pt x="370322" y="5554740"/>
                  </a:lnTo>
                  <a:lnTo>
                    <a:pt x="370322" y="5554309"/>
                  </a:lnTo>
                  <a:lnTo>
                    <a:pt x="370480" y="5554309"/>
                  </a:lnTo>
                  <a:lnTo>
                    <a:pt x="370637" y="5554309"/>
                  </a:lnTo>
                  <a:lnTo>
                    <a:pt x="370637" y="5553878"/>
                  </a:lnTo>
                  <a:lnTo>
                    <a:pt x="370637" y="5553448"/>
                  </a:lnTo>
                  <a:lnTo>
                    <a:pt x="370795" y="5553448"/>
                  </a:lnTo>
                  <a:lnTo>
                    <a:pt x="370953" y="5553448"/>
                  </a:lnTo>
                  <a:lnTo>
                    <a:pt x="370953" y="5553017"/>
                  </a:lnTo>
                  <a:lnTo>
                    <a:pt x="371111" y="5553017"/>
                  </a:lnTo>
                  <a:lnTo>
                    <a:pt x="371268" y="5553017"/>
                  </a:lnTo>
                  <a:lnTo>
                    <a:pt x="371426" y="5553017"/>
                  </a:lnTo>
                  <a:lnTo>
                    <a:pt x="371426" y="5552587"/>
                  </a:lnTo>
                  <a:lnTo>
                    <a:pt x="371426" y="5552156"/>
                  </a:lnTo>
                  <a:lnTo>
                    <a:pt x="371584" y="5552156"/>
                  </a:lnTo>
                  <a:lnTo>
                    <a:pt x="371741" y="5552156"/>
                  </a:lnTo>
                  <a:lnTo>
                    <a:pt x="371899" y="5552156"/>
                  </a:lnTo>
                  <a:lnTo>
                    <a:pt x="371899" y="5551725"/>
                  </a:lnTo>
                  <a:lnTo>
                    <a:pt x="372057" y="5551725"/>
                  </a:lnTo>
                  <a:lnTo>
                    <a:pt x="372215" y="5551725"/>
                  </a:lnTo>
                  <a:lnTo>
                    <a:pt x="372215" y="5551295"/>
                  </a:lnTo>
                  <a:lnTo>
                    <a:pt x="372372" y="5551295"/>
                  </a:lnTo>
                  <a:lnTo>
                    <a:pt x="372530" y="5551295"/>
                  </a:lnTo>
                  <a:lnTo>
                    <a:pt x="372530" y="5550864"/>
                  </a:lnTo>
                  <a:lnTo>
                    <a:pt x="372688" y="5550864"/>
                  </a:lnTo>
                  <a:lnTo>
                    <a:pt x="372846" y="5550864"/>
                  </a:lnTo>
                  <a:lnTo>
                    <a:pt x="372846" y="5550434"/>
                  </a:lnTo>
                  <a:lnTo>
                    <a:pt x="372846" y="5550003"/>
                  </a:lnTo>
                  <a:lnTo>
                    <a:pt x="373003" y="5550003"/>
                  </a:lnTo>
                  <a:lnTo>
                    <a:pt x="373003" y="5549572"/>
                  </a:lnTo>
                  <a:lnTo>
                    <a:pt x="373161" y="5549572"/>
                  </a:lnTo>
                  <a:lnTo>
                    <a:pt x="373319" y="5549572"/>
                  </a:lnTo>
                  <a:lnTo>
                    <a:pt x="373319" y="5549142"/>
                  </a:lnTo>
                  <a:lnTo>
                    <a:pt x="373476" y="5549142"/>
                  </a:lnTo>
                  <a:lnTo>
                    <a:pt x="373476" y="5548711"/>
                  </a:lnTo>
                  <a:lnTo>
                    <a:pt x="373634" y="5548711"/>
                  </a:lnTo>
                  <a:lnTo>
                    <a:pt x="373792" y="5548711"/>
                  </a:lnTo>
                  <a:lnTo>
                    <a:pt x="373792" y="5548281"/>
                  </a:lnTo>
                  <a:lnTo>
                    <a:pt x="373792" y="5547850"/>
                  </a:lnTo>
                  <a:lnTo>
                    <a:pt x="373950" y="5547850"/>
                  </a:lnTo>
                  <a:lnTo>
                    <a:pt x="373950" y="5547419"/>
                  </a:lnTo>
                  <a:lnTo>
                    <a:pt x="373950" y="5546989"/>
                  </a:lnTo>
                  <a:lnTo>
                    <a:pt x="374107" y="5546989"/>
                  </a:lnTo>
                  <a:lnTo>
                    <a:pt x="374265" y="5546989"/>
                  </a:lnTo>
                  <a:lnTo>
                    <a:pt x="374265" y="5546558"/>
                  </a:lnTo>
                  <a:lnTo>
                    <a:pt x="374265" y="5546128"/>
                  </a:lnTo>
                  <a:lnTo>
                    <a:pt x="374265" y="5545697"/>
                  </a:lnTo>
                  <a:lnTo>
                    <a:pt x="374423" y="5545697"/>
                  </a:lnTo>
                  <a:lnTo>
                    <a:pt x="374580" y="5545697"/>
                  </a:lnTo>
                  <a:lnTo>
                    <a:pt x="374738" y="5545697"/>
                  </a:lnTo>
                  <a:lnTo>
                    <a:pt x="374738" y="5545266"/>
                  </a:lnTo>
                  <a:lnTo>
                    <a:pt x="374738" y="5544836"/>
                  </a:lnTo>
                  <a:lnTo>
                    <a:pt x="374896" y="5544836"/>
                  </a:lnTo>
                  <a:lnTo>
                    <a:pt x="374896" y="5544405"/>
                  </a:lnTo>
                  <a:lnTo>
                    <a:pt x="375054" y="5544405"/>
                  </a:lnTo>
                  <a:lnTo>
                    <a:pt x="375211" y="5544405"/>
                  </a:lnTo>
                  <a:lnTo>
                    <a:pt x="375211" y="5543975"/>
                  </a:lnTo>
                  <a:lnTo>
                    <a:pt x="375369" y="5543975"/>
                  </a:lnTo>
                  <a:lnTo>
                    <a:pt x="375527" y="5543975"/>
                  </a:lnTo>
                  <a:lnTo>
                    <a:pt x="375684" y="5543975"/>
                  </a:lnTo>
                  <a:lnTo>
                    <a:pt x="375684" y="5543544"/>
                  </a:lnTo>
                  <a:lnTo>
                    <a:pt x="375842" y="5543544"/>
                  </a:lnTo>
                  <a:lnTo>
                    <a:pt x="375842" y="5543113"/>
                  </a:lnTo>
                  <a:lnTo>
                    <a:pt x="376000" y="5543113"/>
                  </a:lnTo>
                  <a:lnTo>
                    <a:pt x="376000" y="5542683"/>
                  </a:lnTo>
                  <a:lnTo>
                    <a:pt x="376158" y="5542683"/>
                  </a:lnTo>
                  <a:lnTo>
                    <a:pt x="376158" y="5542252"/>
                  </a:lnTo>
                  <a:lnTo>
                    <a:pt x="376315" y="5542252"/>
                  </a:lnTo>
                  <a:lnTo>
                    <a:pt x="376473" y="5542252"/>
                  </a:lnTo>
                  <a:lnTo>
                    <a:pt x="376631" y="5542252"/>
                  </a:lnTo>
                  <a:lnTo>
                    <a:pt x="376788" y="5542252"/>
                  </a:lnTo>
                  <a:lnTo>
                    <a:pt x="376946" y="5542252"/>
                  </a:lnTo>
                  <a:lnTo>
                    <a:pt x="377104" y="5542252"/>
                  </a:lnTo>
                  <a:lnTo>
                    <a:pt x="377104" y="5541822"/>
                  </a:lnTo>
                  <a:lnTo>
                    <a:pt x="377104" y="5541391"/>
                  </a:lnTo>
                  <a:lnTo>
                    <a:pt x="377262" y="5541391"/>
                  </a:lnTo>
                  <a:lnTo>
                    <a:pt x="377262" y="5540960"/>
                  </a:lnTo>
                  <a:lnTo>
                    <a:pt x="377262" y="5540530"/>
                  </a:lnTo>
                  <a:lnTo>
                    <a:pt x="377419" y="5540530"/>
                  </a:lnTo>
                  <a:lnTo>
                    <a:pt x="377419" y="5540099"/>
                  </a:lnTo>
                  <a:lnTo>
                    <a:pt x="377577" y="5540099"/>
                  </a:lnTo>
                  <a:lnTo>
                    <a:pt x="377735" y="5540099"/>
                  </a:lnTo>
                  <a:lnTo>
                    <a:pt x="377892" y="5540099"/>
                  </a:lnTo>
                  <a:lnTo>
                    <a:pt x="378050" y="5540099"/>
                  </a:lnTo>
                  <a:lnTo>
                    <a:pt x="378050" y="5539669"/>
                  </a:lnTo>
                  <a:lnTo>
                    <a:pt x="378208" y="5539669"/>
                  </a:lnTo>
                  <a:lnTo>
                    <a:pt x="378366" y="5539669"/>
                  </a:lnTo>
                  <a:lnTo>
                    <a:pt x="378523" y="5539669"/>
                  </a:lnTo>
                  <a:lnTo>
                    <a:pt x="378523" y="5539238"/>
                  </a:lnTo>
                  <a:lnTo>
                    <a:pt x="378681" y="5539238"/>
                  </a:lnTo>
                  <a:lnTo>
                    <a:pt x="378839" y="5539238"/>
                  </a:lnTo>
                  <a:lnTo>
                    <a:pt x="378997" y="5539238"/>
                  </a:lnTo>
                  <a:lnTo>
                    <a:pt x="379154" y="5539238"/>
                  </a:lnTo>
                  <a:lnTo>
                    <a:pt x="379154" y="5538807"/>
                  </a:lnTo>
                  <a:lnTo>
                    <a:pt x="379312" y="5538807"/>
                  </a:lnTo>
                  <a:lnTo>
                    <a:pt x="379312" y="5538377"/>
                  </a:lnTo>
                  <a:lnTo>
                    <a:pt x="379312" y="5537946"/>
                  </a:lnTo>
                  <a:lnTo>
                    <a:pt x="379470" y="5537946"/>
                  </a:lnTo>
                  <a:lnTo>
                    <a:pt x="379470" y="5537516"/>
                  </a:lnTo>
                  <a:lnTo>
                    <a:pt x="379470" y="5537085"/>
                  </a:lnTo>
                  <a:lnTo>
                    <a:pt x="379470" y="5536654"/>
                  </a:lnTo>
                  <a:lnTo>
                    <a:pt x="379470" y="5536224"/>
                  </a:lnTo>
                  <a:lnTo>
                    <a:pt x="379627" y="5536224"/>
                  </a:lnTo>
                  <a:lnTo>
                    <a:pt x="379627" y="5535793"/>
                  </a:lnTo>
                  <a:lnTo>
                    <a:pt x="379627" y="5535363"/>
                  </a:lnTo>
                  <a:lnTo>
                    <a:pt x="379785" y="5535363"/>
                  </a:lnTo>
                  <a:lnTo>
                    <a:pt x="379785" y="5534932"/>
                  </a:lnTo>
                  <a:lnTo>
                    <a:pt x="379785" y="5534501"/>
                  </a:lnTo>
                  <a:lnTo>
                    <a:pt x="379943" y="5534501"/>
                  </a:lnTo>
                  <a:lnTo>
                    <a:pt x="379943" y="5534071"/>
                  </a:lnTo>
                  <a:lnTo>
                    <a:pt x="379943" y="5533640"/>
                  </a:lnTo>
                  <a:lnTo>
                    <a:pt x="379943" y="5533210"/>
                  </a:lnTo>
                  <a:lnTo>
                    <a:pt x="379943" y="5532779"/>
                  </a:lnTo>
                  <a:lnTo>
                    <a:pt x="380101" y="5532779"/>
                  </a:lnTo>
                  <a:lnTo>
                    <a:pt x="380258" y="5532779"/>
                  </a:lnTo>
                  <a:lnTo>
                    <a:pt x="380416" y="5532779"/>
                  </a:lnTo>
                  <a:lnTo>
                    <a:pt x="380574" y="5532779"/>
                  </a:lnTo>
                  <a:lnTo>
                    <a:pt x="380574" y="5532348"/>
                  </a:lnTo>
                  <a:lnTo>
                    <a:pt x="380574" y="5531918"/>
                  </a:lnTo>
                  <a:lnTo>
                    <a:pt x="380731" y="5531918"/>
                  </a:lnTo>
                  <a:lnTo>
                    <a:pt x="380889" y="5531918"/>
                  </a:lnTo>
                  <a:lnTo>
                    <a:pt x="380889" y="5531487"/>
                  </a:lnTo>
                  <a:lnTo>
                    <a:pt x="381047" y="5531487"/>
                  </a:lnTo>
                  <a:lnTo>
                    <a:pt x="381047" y="5531057"/>
                  </a:lnTo>
                  <a:lnTo>
                    <a:pt x="381205" y="5531057"/>
                  </a:lnTo>
                  <a:lnTo>
                    <a:pt x="381205" y="5530626"/>
                  </a:lnTo>
                  <a:lnTo>
                    <a:pt x="381362" y="5530626"/>
                  </a:lnTo>
                  <a:lnTo>
                    <a:pt x="381520" y="5530626"/>
                  </a:lnTo>
                  <a:lnTo>
                    <a:pt x="381520" y="5530195"/>
                  </a:lnTo>
                  <a:lnTo>
                    <a:pt x="381678" y="5530195"/>
                  </a:lnTo>
                  <a:lnTo>
                    <a:pt x="381678" y="5529765"/>
                  </a:lnTo>
                  <a:lnTo>
                    <a:pt x="381835" y="5529765"/>
                  </a:lnTo>
                  <a:lnTo>
                    <a:pt x="381993" y="5529765"/>
                  </a:lnTo>
                  <a:lnTo>
                    <a:pt x="382151" y="5529765"/>
                  </a:lnTo>
                  <a:lnTo>
                    <a:pt x="382309" y="5529765"/>
                  </a:lnTo>
                  <a:lnTo>
                    <a:pt x="382466" y="5529765"/>
                  </a:lnTo>
                  <a:lnTo>
                    <a:pt x="382466" y="5529334"/>
                  </a:lnTo>
                  <a:lnTo>
                    <a:pt x="382466" y="5528904"/>
                  </a:lnTo>
                  <a:lnTo>
                    <a:pt x="382624" y="5528904"/>
                  </a:lnTo>
                  <a:lnTo>
                    <a:pt x="382782" y="5528904"/>
                  </a:lnTo>
                  <a:lnTo>
                    <a:pt x="382782" y="5528473"/>
                  </a:lnTo>
                  <a:lnTo>
                    <a:pt x="382939" y="5528473"/>
                  </a:lnTo>
                  <a:lnTo>
                    <a:pt x="383097" y="5528473"/>
                  </a:lnTo>
                  <a:lnTo>
                    <a:pt x="383255" y="5528473"/>
                  </a:lnTo>
                  <a:lnTo>
                    <a:pt x="383255" y="5528042"/>
                  </a:lnTo>
                  <a:lnTo>
                    <a:pt x="383255" y="5527612"/>
                  </a:lnTo>
                  <a:lnTo>
                    <a:pt x="383255" y="5527181"/>
                  </a:lnTo>
                  <a:lnTo>
                    <a:pt x="383255" y="5526751"/>
                  </a:lnTo>
                  <a:lnTo>
                    <a:pt x="383413" y="5526751"/>
                  </a:lnTo>
                  <a:lnTo>
                    <a:pt x="383413" y="5526320"/>
                  </a:lnTo>
                  <a:lnTo>
                    <a:pt x="383570" y="5526320"/>
                  </a:lnTo>
                  <a:lnTo>
                    <a:pt x="383728" y="5526320"/>
                  </a:lnTo>
                  <a:lnTo>
                    <a:pt x="383886" y="5526320"/>
                  </a:lnTo>
                  <a:lnTo>
                    <a:pt x="383886" y="5525889"/>
                  </a:lnTo>
                  <a:lnTo>
                    <a:pt x="384044" y="5525889"/>
                  </a:lnTo>
                  <a:lnTo>
                    <a:pt x="384044" y="5525459"/>
                  </a:lnTo>
                  <a:lnTo>
                    <a:pt x="384201" y="5525459"/>
                  </a:lnTo>
                  <a:lnTo>
                    <a:pt x="384359" y="5525459"/>
                  </a:lnTo>
                  <a:lnTo>
                    <a:pt x="384359" y="5525028"/>
                  </a:lnTo>
                  <a:lnTo>
                    <a:pt x="384517" y="5525028"/>
                  </a:lnTo>
                  <a:lnTo>
                    <a:pt x="384674" y="5525028"/>
                  </a:lnTo>
                  <a:lnTo>
                    <a:pt x="384674" y="5524598"/>
                  </a:lnTo>
                  <a:lnTo>
                    <a:pt x="384832" y="5524598"/>
                  </a:lnTo>
                  <a:lnTo>
                    <a:pt x="384990" y="5524598"/>
                  </a:lnTo>
                  <a:lnTo>
                    <a:pt x="384990" y="5524167"/>
                  </a:lnTo>
                  <a:lnTo>
                    <a:pt x="385148" y="5524167"/>
                  </a:lnTo>
                  <a:lnTo>
                    <a:pt x="385305" y="5524167"/>
                  </a:lnTo>
                  <a:lnTo>
                    <a:pt x="385463" y="5524167"/>
                  </a:lnTo>
                  <a:lnTo>
                    <a:pt x="385463" y="5523736"/>
                  </a:lnTo>
                  <a:lnTo>
                    <a:pt x="385621" y="5523736"/>
                  </a:lnTo>
                  <a:lnTo>
                    <a:pt x="385621" y="5523306"/>
                  </a:lnTo>
                  <a:lnTo>
                    <a:pt x="385778" y="5523306"/>
                  </a:lnTo>
                  <a:lnTo>
                    <a:pt x="385936" y="5523306"/>
                  </a:lnTo>
                  <a:lnTo>
                    <a:pt x="386094" y="5523306"/>
                  </a:lnTo>
                  <a:lnTo>
                    <a:pt x="386252" y="5523306"/>
                  </a:lnTo>
                  <a:lnTo>
                    <a:pt x="386409" y="5523306"/>
                  </a:lnTo>
                  <a:lnTo>
                    <a:pt x="386567" y="5523306"/>
                  </a:lnTo>
                  <a:lnTo>
                    <a:pt x="386567" y="5522875"/>
                  </a:lnTo>
                  <a:lnTo>
                    <a:pt x="386725" y="5522875"/>
                  </a:lnTo>
                  <a:lnTo>
                    <a:pt x="386725" y="5522445"/>
                  </a:lnTo>
                  <a:lnTo>
                    <a:pt x="386882" y="5522445"/>
                  </a:lnTo>
                  <a:lnTo>
                    <a:pt x="387040" y="5522445"/>
                  </a:lnTo>
                  <a:lnTo>
                    <a:pt x="387198" y="5522445"/>
                  </a:lnTo>
                  <a:lnTo>
                    <a:pt x="387198" y="5522014"/>
                  </a:lnTo>
                  <a:lnTo>
                    <a:pt x="387356" y="5522014"/>
                  </a:lnTo>
                  <a:lnTo>
                    <a:pt x="387513" y="5522014"/>
                  </a:lnTo>
                  <a:lnTo>
                    <a:pt x="387513" y="5521583"/>
                  </a:lnTo>
                  <a:lnTo>
                    <a:pt x="387513" y="5521153"/>
                  </a:lnTo>
                  <a:lnTo>
                    <a:pt x="387513" y="5520722"/>
                  </a:lnTo>
                  <a:lnTo>
                    <a:pt x="387513" y="5520292"/>
                  </a:lnTo>
                  <a:lnTo>
                    <a:pt x="387513" y="5519861"/>
                  </a:lnTo>
                  <a:lnTo>
                    <a:pt x="387513" y="5519430"/>
                  </a:lnTo>
                  <a:lnTo>
                    <a:pt x="387513" y="5519000"/>
                  </a:lnTo>
                  <a:lnTo>
                    <a:pt x="387671" y="5519000"/>
                  </a:lnTo>
                  <a:lnTo>
                    <a:pt x="387829" y="5519000"/>
                  </a:lnTo>
                  <a:lnTo>
                    <a:pt x="387829" y="5518569"/>
                  </a:lnTo>
                  <a:lnTo>
                    <a:pt x="387829" y="5518139"/>
                  </a:lnTo>
                  <a:lnTo>
                    <a:pt x="387829" y="5517708"/>
                  </a:lnTo>
                  <a:lnTo>
                    <a:pt x="387986" y="5517708"/>
                  </a:lnTo>
                  <a:lnTo>
                    <a:pt x="388144" y="5517708"/>
                  </a:lnTo>
                  <a:lnTo>
                    <a:pt x="388302" y="5517708"/>
                  </a:lnTo>
                  <a:lnTo>
                    <a:pt x="388302" y="5517277"/>
                  </a:lnTo>
                  <a:lnTo>
                    <a:pt x="388302" y="5516847"/>
                  </a:lnTo>
                  <a:lnTo>
                    <a:pt x="388302" y="5516416"/>
                  </a:lnTo>
                  <a:lnTo>
                    <a:pt x="388302" y="5515986"/>
                  </a:lnTo>
                  <a:lnTo>
                    <a:pt x="388460" y="5515986"/>
                  </a:lnTo>
                  <a:lnTo>
                    <a:pt x="388460" y="5515555"/>
                  </a:lnTo>
                  <a:lnTo>
                    <a:pt x="388617" y="5515555"/>
                  </a:lnTo>
                  <a:lnTo>
                    <a:pt x="388617" y="5515124"/>
                  </a:lnTo>
                  <a:lnTo>
                    <a:pt x="388775" y="5515124"/>
                  </a:lnTo>
                  <a:lnTo>
                    <a:pt x="388933" y="5515124"/>
                  </a:lnTo>
                  <a:lnTo>
                    <a:pt x="388933" y="5514694"/>
                  </a:lnTo>
                  <a:lnTo>
                    <a:pt x="389090" y="5514694"/>
                  </a:lnTo>
                  <a:lnTo>
                    <a:pt x="389248" y="5514694"/>
                  </a:lnTo>
                  <a:lnTo>
                    <a:pt x="389248" y="5514263"/>
                  </a:lnTo>
                  <a:lnTo>
                    <a:pt x="389406" y="5514263"/>
                  </a:lnTo>
                  <a:lnTo>
                    <a:pt x="389406" y="5513833"/>
                  </a:lnTo>
                  <a:lnTo>
                    <a:pt x="389564" y="5513833"/>
                  </a:lnTo>
                  <a:lnTo>
                    <a:pt x="389721" y="5513833"/>
                  </a:lnTo>
                  <a:lnTo>
                    <a:pt x="389721" y="5513402"/>
                  </a:lnTo>
                  <a:lnTo>
                    <a:pt x="389879" y="5513402"/>
                  </a:lnTo>
                  <a:lnTo>
                    <a:pt x="390037" y="5513402"/>
                  </a:lnTo>
                  <a:lnTo>
                    <a:pt x="390037" y="5512971"/>
                  </a:lnTo>
                  <a:lnTo>
                    <a:pt x="390195" y="5512971"/>
                  </a:lnTo>
                  <a:lnTo>
                    <a:pt x="390352" y="5512971"/>
                  </a:lnTo>
                  <a:lnTo>
                    <a:pt x="390510" y="5512971"/>
                  </a:lnTo>
                  <a:lnTo>
                    <a:pt x="390510" y="5512541"/>
                  </a:lnTo>
                  <a:lnTo>
                    <a:pt x="390668" y="5512541"/>
                  </a:lnTo>
                  <a:lnTo>
                    <a:pt x="390668" y="5512110"/>
                  </a:lnTo>
                  <a:lnTo>
                    <a:pt x="390825" y="5512110"/>
                  </a:lnTo>
                  <a:lnTo>
                    <a:pt x="390983" y="5512110"/>
                  </a:lnTo>
                  <a:lnTo>
                    <a:pt x="390983" y="5511680"/>
                  </a:lnTo>
                  <a:lnTo>
                    <a:pt x="391141" y="5511680"/>
                  </a:lnTo>
                  <a:lnTo>
                    <a:pt x="391299" y="5511680"/>
                  </a:lnTo>
                  <a:lnTo>
                    <a:pt x="391456" y="5511680"/>
                  </a:lnTo>
                  <a:lnTo>
                    <a:pt x="391456" y="5511249"/>
                  </a:lnTo>
                  <a:lnTo>
                    <a:pt x="391456" y="5510818"/>
                  </a:lnTo>
                  <a:lnTo>
                    <a:pt x="391456" y="5510388"/>
                  </a:lnTo>
                  <a:lnTo>
                    <a:pt x="391456" y="5509957"/>
                  </a:lnTo>
                  <a:lnTo>
                    <a:pt x="391614" y="5509957"/>
                  </a:lnTo>
                  <a:lnTo>
                    <a:pt x="391772" y="5509957"/>
                  </a:lnTo>
                  <a:lnTo>
                    <a:pt x="391929" y="5509957"/>
                  </a:lnTo>
                  <a:lnTo>
                    <a:pt x="392087" y="5509957"/>
                  </a:lnTo>
                  <a:lnTo>
                    <a:pt x="392087" y="5509527"/>
                  </a:lnTo>
                  <a:lnTo>
                    <a:pt x="392245" y="5509527"/>
                  </a:lnTo>
                  <a:lnTo>
                    <a:pt x="392403" y="5509527"/>
                  </a:lnTo>
                  <a:lnTo>
                    <a:pt x="392403" y="5509096"/>
                  </a:lnTo>
                  <a:lnTo>
                    <a:pt x="392560" y="5509096"/>
                  </a:lnTo>
                  <a:lnTo>
                    <a:pt x="392718" y="5509096"/>
                  </a:lnTo>
                  <a:lnTo>
                    <a:pt x="392718" y="5508665"/>
                  </a:lnTo>
                  <a:lnTo>
                    <a:pt x="392718" y="5508235"/>
                  </a:lnTo>
                  <a:lnTo>
                    <a:pt x="392876" y="5508235"/>
                  </a:lnTo>
                  <a:lnTo>
                    <a:pt x="393033" y="5508235"/>
                  </a:lnTo>
                  <a:lnTo>
                    <a:pt x="393033" y="5507804"/>
                  </a:lnTo>
                  <a:lnTo>
                    <a:pt x="393191" y="5507804"/>
                  </a:lnTo>
                  <a:lnTo>
                    <a:pt x="393191" y="5507374"/>
                  </a:lnTo>
                  <a:lnTo>
                    <a:pt x="393191" y="5506943"/>
                  </a:lnTo>
                  <a:lnTo>
                    <a:pt x="393349" y="5506943"/>
                  </a:lnTo>
                  <a:lnTo>
                    <a:pt x="393507" y="5506943"/>
                  </a:lnTo>
                  <a:lnTo>
                    <a:pt x="393507" y="5506512"/>
                  </a:lnTo>
                  <a:lnTo>
                    <a:pt x="393664" y="5506512"/>
                  </a:lnTo>
                  <a:lnTo>
                    <a:pt x="393664" y="5506082"/>
                  </a:lnTo>
                  <a:lnTo>
                    <a:pt x="393822" y="5506082"/>
                  </a:lnTo>
                  <a:lnTo>
                    <a:pt x="393980" y="5506082"/>
                  </a:lnTo>
                  <a:lnTo>
                    <a:pt x="393980" y="5505651"/>
                  </a:lnTo>
                  <a:lnTo>
                    <a:pt x="393980" y="5505221"/>
                  </a:lnTo>
                  <a:lnTo>
                    <a:pt x="394137" y="5505221"/>
                  </a:lnTo>
                  <a:lnTo>
                    <a:pt x="394137" y="5504790"/>
                  </a:lnTo>
                  <a:lnTo>
                    <a:pt x="394295" y="5504790"/>
                  </a:lnTo>
                  <a:lnTo>
                    <a:pt x="394453" y="5504790"/>
                  </a:lnTo>
                  <a:lnTo>
                    <a:pt x="394453" y="5504359"/>
                  </a:lnTo>
                  <a:lnTo>
                    <a:pt x="394611" y="5504359"/>
                  </a:lnTo>
                  <a:lnTo>
                    <a:pt x="394768" y="5504359"/>
                  </a:lnTo>
                  <a:lnTo>
                    <a:pt x="394768" y="5503929"/>
                  </a:lnTo>
                  <a:lnTo>
                    <a:pt x="394768" y="5503498"/>
                  </a:lnTo>
                  <a:lnTo>
                    <a:pt x="394926" y="5503498"/>
                  </a:lnTo>
                  <a:lnTo>
                    <a:pt x="394926" y="5503068"/>
                  </a:lnTo>
                  <a:lnTo>
                    <a:pt x="395084" y="5503068"/>
                  </a:lnTo>
                  <a:lnTo>
                    <a:pt x="395084" y="5502637"/>
                  </a:lnTo>
                  <a:lnTo>
                    <a:pt x="395242" y="5502637"/>
                  </a:lnTo>
                  <a:lnTo>
                    <a:pt x="395399" y="5502637"/>
                  </a:lnTo>
                  <a:lnTo>
                    <a:pt x="395557" y="5502637"/>
                  </a:lnTo>
                  <a:lnTo>
                    <a:pt x="395557" y="5502206"/>
                  </a:lnTo>
                  <a:lnTo>
                    <a:pt x="395557" y="5501776"/>
                  </a:lnTo>
                  <a:lnTo>
                    <a:pt x="395557" y="5501345"/>
                  </a:lnTo>
                  <a:lnTo>
                    <a:pt x="395715" y="5501345"/>
                  </a:lnTo>
                  <a:lnTo>
                    <a:pt x="395872" y="5501345"/>
                  </a:lnTo>
                  <a:lnTo>
                    <a:pt x="395872" y="5500915"/>
                  </a:lnTo>
                  <a:lnTo>
                    <a:pt x="396030" y="5500915"/>
                  </a:lnTo>
                  <a:lnTo>
                    <a:pt x="396188" y="5500915"/>
                  </a:lnTo>
                  <a:lnTo>
                    <a:pt x="396346" y="5500915"/>
                  </a:lnTo>
                  <a:lnTo>
                    <a:pt x="396503" y="5500915"/>
                  </a:lnTo>
                  <a:lnTo>
                    <a:pt x="396661" y="5500915"/>
                  </a:lnTo>
                  <a:lnTo>
                    <a:pt x="396661" y="5500484"/>
                  </a:lnTo>
                  <a:lnTo>
                    <a:pt x="396819" y="5500484"/>
                  </a:lnTo>
                  <a:lnTo>
                    <a:pt x="396976" y="5500484"/>
                  </a:lnTo>
                  <a:lnTo>
                    <a:pt x="397134" y="5500484"/>
                  </a:lnTo>
                  <a:lnTo>
                    <a:pt x="397292" y="5500484"/>
                  </a:lnTo>
                  <a:lnTo>
                    <a:pt x="397450" y="5500484"/>
                  </a:lnTo>
                  <a:lnTo>
                    <a:pt x="397607" y="5500484"/>
                  </a:lnTo>
                  <a:lnTo>
                    <a:pt x="397765" y="5500484"/>
                  </a:lnTo>
                  <a:lnTo>
                    <a:pt x="397923" y="5500484"/>
                  </a:lnTo>
                  <a:lnTo>
                    <a:pt x="398080" y="5500484"/>
                  </a:lnTo>
                  <a:lnTo>
                    <a:pt x="398238" y="5500484"/>
                  </a:lnTo>
                  <a:lnTo>
                    <a:pt x="398396" y="5500484"/>
                  </a:lnTo>
                  <a:lnTo>
                    <a:pt x="398554" y="5500484"/>
                  </a:lnTo>
                  <a:lnTo>
                    <a:pt x="398554" y="5500053"/>
                  </a:lnTo>
                  <a:lnTo>
                    <a:pt x="398711" y="5500053"/>
                  </a:lnTo>
                  <a:lnTo>
                    <a:pt x="398869" y="5500053"/>
                  </a:lnTo>
                  <a:lnTo>
                    <a:pt x="398869" y="5499623"/>
                  </a:lnTo>
                  <a:lnTo>
                    <a:pt x="399027" y="5499623"/>
                  </a:lnTo>
                  <a:lnTo>
                    <a:pt x="399027" y="5499192"/>
                  </a:lnTo>
                  <a:lnTo>
                    <a:pt x="399027" y="5498762"/>
                  </a:lnTo>
                  <a:lnTo>
                    <a:pt x="399184" y="5498762"/>
                  </a:lnTo>
                  <a:lnTo>
                    <a:pt x="399184" y="5498331"/>
                  </a:lnTo>
                  <a:lnTo>
                    <a:pt x="399342" y="5498331"/>
                  </a:lnTo>
                  <a:lnTo>
                    <a:pt x="399500" y="5498331"/>
                  </a:lnTo>
                  <a:lnTo>
                    <a:pt x="399500" y="5497900"/>
                  </a:lnTo>
                  <a:lnTo>
                    <a:pt x="399500" y="5497470"/>
                  </a:lnTo>
                  <a:lnTo>
                    <a:pt x="399658" y="5497470"/>
                  </a:lnTo>
                  <a:lnTo>
                    <a:pt x="399658" y="5497039"/>
                  </a:lnTo>
                  <a:lnTo>
                    <a:pt x="399658" y="5496609"/>
                  </a:lnTo>
                  <a:lnTo>
                    <a:pt x="399815" y="5496609"/>
                  </a:lnTo>
                  <a:lnTo>
                    <a:pt x="399815" y="5496178"/>
                  </a:lnTo>
                  <a:lnTo>
                    <a:pt x="399815" y="5495747"/>
                  </a:lnTo>
                  <a:lnTo>
                    <a:pt x="399973" y="5495747"/>
                  </a:lnTo>
                  <a:lnTo>
                    <a:pt x="400131" y="5495747"/>
                  </a:lnTo>
                  <a:lnTo>
                    <a:pt x="400288" y="5495747"/>
                  </a:lnTo>
                  <a:lnTo>
                    <a:pt x="400446" y="5495747"/>
                  </a:lnTo>
                  <a:lnTo>
                    <a:pt x="400446" y="5495317"/>
                  </a:lnTo>
                  <a:lnTo>
                    <a:pt x="400604" y="5495317"/>
                  </a:lnTo>
                  <a:lnTo>
                    <a:pt x="400762" y="5495317"/>
                  </a:lnTo>
                  <a:lnTo>
                    <a:pt x="400919" y="5495317"/>
                  </a:lnTo>
                  <a:lnTo>
                    <a:pt x="401077" y="5495317"/>
                  </a:lnTo>
                  <a:lnTo>
                    <a:pt x="401235" y="5495317"/>
                  </a:lnTo>
                  <a:lnTo>
                    <a:pt x="401393" y="5495317"/>
                  </a:lnTo>
                  <a:lnTo>
                    <a:pt x="401393" y="5494886"/>
                  </a:lnTo>
                  <a:lnTo>
                    <a:pt x="401550" y="5494886"/>
                  </a:lnTo>
                  <a:lnTo>
                    <a:pt x="401708" y="5494886"/>
                  </a:lnTo>
                  <a:lnTo>
                    <a:pt x="401708" y="5494456"/>
                  </a:lnTo>
                  <a:lnTo>
                    <a:pt x="401866" y="5494456"/>
                  </a:lnTo>
                  <a:lnTo>
                    <a:pt x="401866" y="5494025"/>
                  </a:lnTo>
                  <a:lnTo>
                    <a:pt x="402023" y="5494025"/>
                  </a:lnTo>
                  <a:lnTo>
                    <a:pt x="402181" y="5494025"/>
                  </a:lnTo>
                  <a:lnTo>
                    <a:pt x="402339" y="5494025"/>
                  </a:lnTo>
                  <a:lnTo>
                    <a:pt x="402497" y="5494025"/>
                  </a:lnTo>
                  <a:lnTo>
                    <a:pt x="402654" y="5494025"/>
                  </a:lnTo>
                  <a:lnTo>
                    <a:pt x="402654" y="5493594"/>
                  </a:lnTo>
                  <a:lnTo>
                    <a:pt x="402812" y="5493594"/>
                  </a:lnTo>
                  <a:lnTo>
                    <a:pt x="402812" y="5493164"/>
                  </a:lnTo>
                  <a:lnTo>
                    <a:pt x="402970" y="5493164"/>
                  </a:lnTo>
                  <a:lnTo>
                    <a:pt x="402970" y="5492733"/>
                  </a:lnTo>
                  <a:lnTo>
                    <a:pt x="402970" y="5492303"/>
                  </a:lnTo>
                  <a:lnTo>
                    <a:pt x="402970" y="5491872"/>
                  </a:lnTo>
                  <a:lnTo>
                    <a:pt x="402970" y="5491441"/>
                  </a:lnTo>
                  <a:lnTo>
                    <a:pt x="402970" y="5491011"/>
                  </a:lnTo>
                  <a:lnTo>
                    <a:pt x="403127" y="5491011"/>
                  </a:lnTo>
                  <a:lnTo>
                    <a:pt x="403285" y="5491011"/>
                  </a:lnTo>
                  <a:lnTo>
                    <a:pt x="403443" y="5491011"/>
                  </a:lnTo>
                  <a:lnTo>
                    <a:pt x="403601" y="5491011"/>
                  </a:lnTo>
                  <a:lnTo>
                    <a:pt x="403601" y="5490580"/>
                  </a:lnTo>
                  <a:lnTo>
                    <a:pt x="403758" y="5490580"/>
                  </a:lnTo>
                  <a:lnTo>
                    <a:pt x="403758" y="5490150"/>
                  </a:lnTo>
                  <a:lnTo>
                    <a:pt x="403758" y="5489719"/>
                  </a:lnTo>
                  <a:lnTo>
                    <a:pt x="403916" y="5489719"/>
                  </a:lnTo>
                  <a:lnTo>
                    <a:pt x="403916" y="5489288"/>
                  </a:lnTo>
                  <a:lnTo>
                    <a:pt x="404074" y="5489288"/>
                  </a:lnTo>
                  <a:lnTo>
                    <a:pt x="404074" y="5488858"/>
                  </a:lnTo>
                  <a:lnTo>
                    <a:pt x="404074" y="5488427"/>
                  </a:lnTo>
                  <a:lnTo>
                    <a:pt x="404074" y="5487997"/>
                  </a:lnTo>
                  <a:lnTo>
                    <a:pt x="404231" y="5487997"/>
                  </a:lnTo>
                  <a:lnTo>
                    <a:pt x="404389" y="5487997"/>
                  </a:lnTo>
                  <a:lnTo>
                    <a:pt x="404389" y="5487566"/>
                  </a:lnTo>
                  <a:lnTo>
                    <a:pt x="404389" y="5487135"/>
                  </a:lnTo>
                  <a:lnTo>
                    <a:pt x="404547" y="5487135"/>
                  </a:lnTo>
                  <a:lnTo>
                    <a:pt x="404547" y="5486705"/>
                  </a:lnTo>
                  <a:lnTo>
                    <a:pt x="404547" y="5486274"/>
                  </a:lnTo>
                  <a:lnTo>
                    <a:pt x="404705" y="5486274"/>
                  </a:lnTo>
                  <a:lnTo>
                    <a:pt x="404862" y="5486274"/>
                  </a:lnTo>
                  <a:lnTo>
                    <a:pt x="405020" y="5486274"/>
                  </a:lnTo>
                  <a:lnTo>
                    <a:pt x="405178" y="5486274"/>
                  </a:lnTo>
                  <a:lnTo>
                    <a:pt x="405178" y="5485844"/>
                  </a:lnTo>
                  <a:lnTo>
                    <a:pt x="405178" y="5485413"/>
                  </a:lnTo>
                  <a:lnTo>
                    <a:pt x="405178" y="5484982"/>
                  </a:lnTo>
                  <a:lnTo>
                    <a:pt x="405335" y="5484982"/>
                  </a:lnTo>
                  <a:lnTo>
                    <a:pt x="405493" y="5484982"/>
                  </a:lnTo>
                  <a:lnTo>
                    <a:pt x="405493" y="5484552"/>
                  </a:lnTo>
                  <a:lnTo>
                    <a:pt x="405651" y="5484552"/>
                  </a:lnTo>
                  <a:lnTo>
                    <a:pt x="405809" y="5484552"/>
                  </a:lnTo>
                  <a:lnTo>
                    <a:pt x="405966" y="5484552"/>
                  </a:lnTo>
                  <a:lnTo>
                    <a:pt x="406124" y="5484552"/>
                  </a:lnTo>
                  <a:lnTo>
                    <a:pt x="406282" y="5484552"/>
                  </a:lnTo>
                  <a:lnTo>
                    <a:pt x="406282" y="5484121"/>
                  </a:lnTo>
                  <a:lnTo>
                    <a:pt x="406282" y="5483691"/>
                  </a:lnTo>
                  <a:lnTo>
                    <a:pt x="406440" y="5483691"/>
                  </a:lnTo>
                  <a:lnTo>
                    <a:pt x="406597" y="5483691"/>
                  </a:lnTo>
                  <a:lnTo>
                    <a:pt x="406597" y="5483260"/>
                  </a:lnTo>
                  <a:lnTo>
                    <a:pt x="406755" y="5483260"/>
                  </a:lnTo>
                  <a:lnTo>
                    <a:pt x="406755" y="5482829"/>
                  </a:lnTo>
                  <a:lnTo>
                    <a:pt x="406755" y="5482399"/>
                  </a:lnTo>
                  <a:lnTo>
                    <a:pt x="406755" y="5481968"/>
                  </a:lnTo>
                  <a:lnTo>
                    <a:pt x="406913" y="5481968"/>
                  </a:lnTo>
                  <a:lnTo>
                    <a:pt x="407070" y="5481968"/>
                  </a:lnTo>
                  <a:lnTo>
                    <a:pt x="407070" y="5481538"/>
                  </a:lnTo>
                  <a:lnTo>
                    <a:pt x="407228" y="5481538"/>
                  </a:lnTo>
                  <a:lnTo>
                    <a:pt x="407386" y="5481538"/>
                  </a:lnTo>
                  <a:lnTo>
                    <a:pt x="407544" y="5481538"/>
                  </a:lnTo>
                  <a:lnTo>
                    <a:pt x="407544" y="5481107"/>
                  </a:lnTo>
                  <a:lnTo>
                    <a:pt x="407544" y="5480676"/>
                  </a:lnTo>
                  <a:lnTo>
                    <a:pt x="407701" y="5480676"/>
                  </a:lnTo>
                  <a:lnTo>
                    <a:pt x="407701" y="5480246"/>
                  </a:lnTo>
                  <a:lnTo>
                    <a:pt x="407701" y="5479815"/>
                  </a:lnTo>
                  <a:lnTo>
                    <a:pt x="407859" y="5479815"/>
                  </a:lnTo>
                  <a:lnTo>
                    <a:pt x="408017" y="5479815"/>
                  </a:lnTo>
                  <a:lnTo>
                    <a:pt x="408017" y="5479385"/>
                  </a:lnTo>
                  <a:lnTo>
                    <a:pt x="408174" y="5479385"/>
                  </a:lnTo>
                  <a:lnTo>
                    <a:pt x="408332" y="5479385"/>
                  </a:lnTo>
                  <a:lnTo>
                    <a:pt x="408332" y="5478954"/>
                  </a:lnTo>
                  <a:lnTo>
                    <a:pt x="408490" y="5478954"/>
                  </a:lnTo>
                  <a:lnTo>
                    <a:pt x="408648" y="5478954"/>
                  </a:lnTo>
                  <a:lnTo>
                    <a:pt x="408805" y="5478954"/>
                  </a:lnTo>
                  <a:lnTo>
                    <a:pt x="408963" y="5478954"/>
                  </a:lnTo>
                  <a:lnTo>
                    <a:pt x="408963" y="5478523"/>
                  </a:lnTo>
                  <a:lnTo>
                    <a:pt x="409121" y="5478523"/>
                  </a:lnTo>
                  <a:lnTo>
                    <a:pt x="409278" y="5478523"/>
                  </a:lnTo>
                  <a:lnTo>
                    <a:pt x="409436" y="5478523"/>
                  </a:lnTo>
                  <a:lnTo>
                    <a:pt x="409594" y="5478523"/>
                  </a:lnTo>
                  <a:lnTo>
                    <a:pt x="409752" y="5478523"/>
                  </a:lnTo>
                  <a:lnTo>
                    <a:pt x="409752" y="5478093"/>
                  </a:lnTo>
                  <a:lnTo>
                    <a:pt x="409752" y="5477662"/>
                  </a:lnTo>
                  <a:lnTo>
                    <a:pt x="409909" y="5477662"/>
                  </a:lnTo>
                  <a:lnTo>
                    <a:pt x="409909" y="5477232"/>
                  </a:lnTo>
                  <a:lnTo>
                    <a:pt x="410067" y="5477232"/>
                  </a:lnTo>
                  <a:lnTo>
                    <a:pt x="410225" y="5477232"/>
                  </a:lnTo>
                  <a:lnTo>
                    <a:pt x="410382" y="5477232"/>
                  </a:lnTo>
                  <a:lnTo>
                    <a:pt x="410382" y="5476801"/>
                  </a:lnTo>
                  <a:lnTo>
                    <a:pt x="410540" y="5476801"/>
                  </a:lnTo>
                  <a:lnTo>
                    <a:pt x="410698" y="5476801"/>
                  </a:lnTo>
                  <a:lnTo>
                    <a:pt x="410856" y="5476801"/>
                  </a:lnTo>
                  <a:lnTo>
                    <a:pt x="411013" y="5476801"/>
                  </a:lnTo>
                  <a:lnTo>
                    <a:pt x="411013" y="5476370"/>
                  </a:lnTo>
                  <a:lnTo>
                    <a:pt x="411171" y="5476370"/>
                  </a:lnTo>
                  <a:lnTo>
                    <a:pt x="411171" y="5475940"/>
                  </a:lnTo>
                  <a:lnTo>
                    <a:pt x="411329" y="5475940"/>
                  </a:lnTo>
                  <a:lnTo>
                    <a:pt x="411486" y="5475940"/>
                  </a:lnTo>
                  <a:lnTo>
                    <a:pt x="411486" y="5475509"/>
                  </a:lnTo>
                  <a:lnTo>
                    <a:pt x="411644" y="5475509"/>
                  </a:lnTo>
                  <a:lnTo>
                    <a:pt x="411802" y="5475509"/>
                  </a:lnTo>
                  <a:lnTo>
                    <a:pt x="411960" y="5475509"/>
                  </a:lnTo>
                  <a:lnTo>
                    <a:pt x="412117" y="5475509"/>
                  </a:lnTo>
                  <a:lnTo>
                    <a:pt x="412275" y="5475509"/>
                  </a:lnTo>
                  <a:lnTo>
                    <a:pt x="412275" y="5475079"/>
                  </a:lnTo>
                  <a:lnTo>
                    <a:pt x="412275" y="5474648"/>
                  </a:lnTo>
                  <a:lnTo>
                    <a:pt x="412433" y="5474648"/>
                  </a:lnTo>
                  <a:lnTo>
                    <a:pt x="412591" y="5474648"/>
                  </a:lnTo>
                  <a:lnTo>
                    <a:pt x="412591" y="5474217"/>
                  </a:lnTo>
                  <a:lnTo>
                    <a:pt x="412591" y="5473787"/>
                  </a:lnTo>
                  <a:lnTo>
                    <a:pt x="412748" y="5473787"/>
                  </a:lnTo>
                  <a:lnTo>
                    <a:pt x="412906" y="5473787"/>
                  </a:lnTo>
                  <a:lnTo>
                    <a:pt x="413064" y="5473787"/>
                  </a:lnTo>
                  <a:lnTo>
                    <a:pt x="413064" y="5473356"/>
                  </a:lnTo>
                  <a:lnTo>
                    <a:pt x="413064" y="5472926"/>
                  </a:lnTo>
                  <a:lnTo>
                    <a:pt x="413221" y="5472926"/>
                  </a:lnTo>
                  <a:lnTo>
                    <a:pt x="413221" y="5472495"/>
                  </a:lnTo>
                  <a:lnTo>
                    <a:pt x="413221" y="5472064"/>
                  </a:lnTo>
                  <a:lnTo>
                    <a:pt x="413221" y="5471634"/>
                  </a:lnTo>
                  <a:lnTo>
                    <a:pt x="413379" y="5471634"/>
                  </a:lnTo>
                  <a:lnTo>
                    <a:pt x="413537" y="5471634"/>
                  </a:lnTo>
                  <a:lnTo>
                    <a:pt x="413695" y="5471634"/>
                  </a:lnTo>
                  <a:lnTo>
                    <a:pt x="413695" y="5471203"/>
                  </a:lnTo>
                  <a:lnTo>
                    <a:pt x="413852" y="5471203"/>
                  </a:lnTo>
                  <a:lnTo>
                    <a:pt x="414010" y="5471203"/>
                  </a:lnTo>
                  <a:lnTo>
                    <a:pt x="414168" y="5471203"/>
                  </a:lnTo>
                  <a:lnTo>
                    <a:pt x="414168" y="5470773"/>
                  </a:lnTo>
                  <a:lnTo>
                    <a:pt x="414168" y="5470342"/>
                  </a:lnTo>
                  <a:lnTo>
                    <a:pt x="414168" y="5469911"/>
                  </a:lnTo>
                  <a:lnTo>
                    <a:pt x="414325" y="5469911"/>
                  </a:lnTo>
                  <a:lnTo>
                    <a:pt x="414325" y="5469481"/>
                  </a:lnTo>
                  <a:lnTo>
                    <a:pt x="414325" y="5469050"/>
                  </a:lnTo>
                  <a:lnTo>
                    <a:pt x="414483" y="5469050"/>
                  </a:lnTo>
                  <a:lnTo>
                    <a:pt x="414641" y="5469050"/>
                  </a:lnTo>
                  <a:lnTo>
                    <a:pt x="414799" y="5469050"/>
                  </a:lnTo>
                  <a:lnTo>
                    <a:pt x="414799" y="5468620"/>
                  </a:lnTo>
                  <a:lnTo>
                    <a:pt x="414799" y="5468189"/>
                  </a:lnTo>
                  <a:lnTo>
                    <a:pt x="414956" y="5468189"/>
                  </a:lnTo>
                  <a:lnTo>
                    <a:pt x="415114" y="5468189"/>
                  </a:lnTo>
                  <a:lnTo>
                    <a:pt x="415114" y="5467758"/>
                  </a:lnTo>
                  <a:lnTo>
                    <a:pt x="415114" y="5467328"/>
                  </a:lnTo>
                  <a:lnTo>
                    <a:pt x="415114" y="5466897"/>
                  </a:lnTo>
                  <a:lnTo>
                    <a:pt x="415272" y="5466897"/>
                  </a:lnTo>
                  <a:lnTo>
                    <a:pt x="415429" y="5466897"/>
                  </a:lnTo>
                  <a:lnTo>
                    <a:pt x="415429" y="5466467"/>
                  </a:lnTo>
                  <a:lnTo>
                    <a:pt x="415587" y="5466467"/>
                  </a:lnTo>
                  <a:lnTo>
                    <a:pt x="415745" y="5466467"/>
                  </a:lnTo>
                  <a:lnTo>
                    <a:pt x="415745" y="5466036"/>
                  </a:lnTo>
                  <a:lnTo>
                    <a:pt x="415745" y="5465605"/>
                  </a:lnTo>
                  <a:lnTo>
                    <a:pt x="415903" y="5465605"/>
                  </a:lnTo>
                  <a:lnTo>
                    <a:pt x="415903" y="5465175"/>
                  </a:lnTo>
                  <a:lnTo>
                    <a:pt x="416060" y="5465175"/>
                  </a:lnTo>
                  <a:lnTo>
                    <a:pt x="416218" y="5465175"/>
                  </a:lnTo>
                  <a:lnTo>
                    <a:pt x="416218" y="5464744"/>
                  </a:lnTo>
                  <a:lnTo>
                    <a:pt x="416376" y="5464744"/>
                  </a:lnTo>
                  <a:lnTo>
                    <a:pt x="416376" y="5464314"/>
                  </a:lnTo>
                  <a:lnTo>
                    <a:pt x="416376" y="5463883"/>
                  </a:lnTo>
                  <a:lnTo>
                    <a:pt x="416533" y="5463883"/>
                  </a:lnTo>
                  <a:lnTo>
                    <a:pt x="416691" y="5463883"/>
                  </a:lnTo>
                  <a:lnTo>
                    <a:pt x="416691" y="5463452"/>
                  </a:lnTo>
                  <a:lnTo>
                    <a:pt x="416691" y="5463022"/>
                  </a:lnTo>
                  <a:lnTo>
                    <a:pt x="416691" y="5462591"/>
                  </a:lnTo>
                  <a:lnTo>
                    <a:pt x="416849" y="5462591"/>
                  </a:lnTo>
                  <a:lnTo>
                    <a:pt x="417007" y="5462591"/>
                  </a:lnTo>
                  <a:lnTo>
                    <a:pt x="417164" y="5462591"/>
                  </a:lnTo>
                  <a:lnTo>
                    <a:pt x="417164" y="5462161"/>
                  </a:lnTo>
                  <a:lnTo>
                    <a:pt x="417164" y="5461730"/>
                  </a:lnTo>
                  <a:lnTo>
                    <a:pt x="417322" y="5461730"/>
                  </a:lnTo>
                  <a:lnTo>
                    <a:pt x="417322" y="5461299"/>
                  </a:lnTo>
                  <a:lnTo>
                    <a:pt x="417322" y="5460869"/>
                  </a:lnTo>
                  <a:lnTo>
                    <a:pt x="417322" y="5460438"/>
                  </a:lnTo>
                  <a:lnTo>
                    <a:pt x="417322" y="5460008"/>
                  </a:lnTo>
                  <a:lnTo>
                    <a:pt x="417480" y="5460008"/>
                  </a:lnTo>
                  <a:lnTo>
                    <a:pt x="417638" y="5460008"/>
                  </a:lnTo>
                  <a:lnTo>
                    <a:pt x="417795" y="5460008"/>
                  </a:lnTo>
                  <a:lnTo>
                    <a:pt x="417795" y="5459577"/>
                  </a:lnTo>
                  <a:lnTo>
                    <a:pt x="417953" y="5459577"/>
                  </a:lnTo>
                  <a:lnTo>
                    <a:pt x="418111" y="5459577"/>
                  </a:lnTo>
                  <a:lnTo>
                    <a:pt x="418268" y="5459577"/>
                  </a:lnTo>
                  <a:lnTo>
                    <a:pt x="418426" y="5459577"/>
                  </a:lnTo>
                  <a:lnTo>
                    <a:pt x="418584" y="5459577"/>
                  </a:lnTo>
                  <a:lnTo>
                    <a:pt x="418742" y="5459577"/>
                  </a:lnTo>
                  <a:lnTo>
                    <a:pt x="418742" y="5459146"/>
                  </a:lnTo>
                  <a:lnTo>
                    <a:pt x="418899" y="5459146"/>
                  </a:lnTo>
                  <a:lnTo>
                    <a:pt x="419057" y="5459146"/>
                  </a:lnTo>
                  <a:lnTo>
                    <a:pt x="419215" y="5459146"/>
                  </a:lnTo>
                  <a:lnTo>
                    <a:pt x="419215" y="5458716"/>
                  </a:lnTo>
                  <a:lnTo>
                    <a:pt x="419215" y="5458285"/>
                  </a:lnTo>
                  <a:lnTo>
                    <a:pt x="419372" y="5458285"/>
                  </a:lnTo>
                  <a:lnTo>
                    <a:pt x="419372" y="5457855"/>
                  </a:lnTo>
                  <a:lnTo>
                    <a:pt x="419530" y="5457855"/>
                  </a:lnTo>
                  <a:lnTo>
                    <a:pt x="419688" y="5457855"/>
                  </a:lnTo>
                  <a:lnTo>
                    <a:pt x="419846" y="5457855"/>
                  </a:lnTo>
                  <a:lnTo>
                    <a:pt x="420003" y="5457855"/>
                  </a:lnTo>
                  <a:lnTo>
                    <a:pt x="420003" y="5457424"/>
                  </a:lnTo>
                  <a:lnTo>
                    <a:pt x="420003" y="5456993"/>
                  </a:lnTo>
                  <a:lnTo>
                    <a:pt x="420003" y="5456563"/>
                  </a:lnTo>
                  <a:lnTo>
                    <a:pt x="420003" y="5456132"/>
                  </a:lnTo>
                  <a:lnTo>
                    <a:pt x="420161" y="5456132"/>
                  </a:lnTo>
                  <a:lnTo>
                    <a:pt x="420319" y="5456132"/>
                  </a:lnTo>
                  <a:lnTo>
                    <a:pt x="420319" y="5455702"/>
                  </a:lnTo>
                  <a:lnTo>
                    <a:pt x="420476" y="5455702"/>
                  </a:lnTo>
                  <a:lnTo>
                    <a:pt x="420634" y="5455702"/>
                  </a:lnTo>
                  <a:lnTo>
                    <a:pt x="420792" y="5455702"/>
                  </a:lnTo>
                  <a:lnTo>
                    <a:pt x="420950" y="5455702"/>
                  </a:lnTo>
                  <a:lnTo>
                    <a:pt x="421107" y="5455702"/>
                  </a:lnTo>
                  <a:lnTo>
                    <a:pt x="421265" y="5455702"/>
                  </a:lnTo>
                  <a:lnTo>
                    <a:pt x="421265" y="5455271"/>
                  </a:lnTo>
                  <a:lnTo>
                    <a:pt x="421265" y="5454840"/>
                  </a:lnTo>
                  <a:lnTo>
                    <a:pt x="421423" y="5454840"/>
                  </a:lnTo>
                  <a:lnTo>
                    <a:pt x="421580" y="5454840"/>
                  </a:lnTo>
                  <a:lnTo>
                    <a:pt x="421738" y="5454840"/>
                  </a:lnTo>
                  <a:lnTo>
                    <a:pt x="421896" y="5454840"/>
                  </a:lnTo>
                  <a:lnTo>
                    <a:pt x="422054" y="5454840"/>
                  </a:lnTo>
                  <a:lnTo>
                    <a:pt x="422211" y="5454840"/>
                  </a:lnTo>
                  <a:lnTo>
                    <a:pt x="422211" y="5454410"/>
                  </a:lnTo>
                  <a:lnTo>
                    <a:pt x="422369" y="5454410"/>
                  </a:lnTo>
                  <a:lnTo>
                    <a:pt x="422527" y="5454410"/>
                  </a:lnTo>
                  <a:lnTo>
                    <a:pt x="422527" y="5453979"/>
                  </a:lnTo>
                  <a:lnTo>
                    <a:pt x="422684" y="5453979"/>
                  </a:lnTo>
                  <a:lnTo>
                    <a:pt x="422842" y="5453979"/>
                  </a:lnTo>
                  <a:lnTo>
                    <a:pt x="423000" y="5453979"/>
                  </a:lnTo>
                  <a:lnTo>
                    <a:pt x="423000" y="5453549"/>
                  </a:lnTo>
                  <a:lnTo>
                    <a:pt x="423000" y="5453118"/>
                  </a:lnTo>
                  <a:lnTo>
                    <a:pt x="423158" y="5453118"/>
                  </a:lnTo>
                  <a:lnTo>
                    <a:pt x="423315" y="5453118"/>
                  </a:lnTo>
                  <a:lnTo>
                    <a:pt x="423315" y="5452687"/>
                  </a:lnTo>
                  <a:lnTo>
                    <a:pt x="423473" y="5452687"/>
                  </a:lnTo>
                  <a:lnTo>
                    <a:pt x="423473" y="5452257"/>
                  </a:lnTo>
                  <a:lnTo>
                    <a:pt x="423631" y="5452257"/>
                  </a:lnTo>
                  <a:lnTo>
                    <a:pt x="423789" y="5452257"/>
                  </a:lnTo>
                  <a:lnTo>
                    <a:pt x="423789" y="5451826"/>
                  </a:lnTo>
                  <a:lnTo>
                    <a:pt x="423946" y="5451826"/>
                  </a:lnTo>
                  <a:lnTo>
                    <a:pt x="423946" y="5451396"/>
                  </a:lnTo>
                  <a:lnTo>
                    <a:pt x="423946" y="5450965"/>
                  </a:lnTo>
                  <a:lnTo>
                    <a:pt x="423946" y="5450534"/>
                  </a:lnTo>
                  <a:lnTo>
                    <a:pt x="424104" y="5450534"/>
                  </a:lnTo>
                  <a:lnTo>
                    <a:pt x="424262" y="5450534"/>
                  </a:lnTo>
                  <a:lnTo>
                    <a:pt x="424262" y="5450104"/>
                  </a:lnTo>
                  <a:lnTo>
                    <a:pt x="424419" y="5450104"/>
                  </a:lnTo>
                  <a:lnTo>
                    <a:pt x="424577" y="5450104"/>
                  </a:lnTo>
                  <a:lnTo>
                    <a:pt x="424735" y="5450104"/>
                  </a:lnTo>
                  <a:lnTo>
                    <a:pt x="424893" y="5450104"/>
                  </a:lnTo>
                  <a:lnTo>
                    <a:pt x="425050" y="5450104"/>
                  </a:lnTo>
                  <a:lnTo>
                    <a:pt x="425208" y="5450104"/>
                  </a:lnTo>
                  <a:lnTo>
                    <a:pt x="425208" y="5449673"/>
                  </a:lnTo>
                  <a:lnTo>
                    <a:pt x="425366" y="5449673"/>
                  </a:lnTo>
                  <a:lnTo>
                    <a:pt x="425366" y="5449243"/>
                  </a:lnTo>
                  <a:lnTo>
                    <a:pt x="425523" y="5449243"/>
                  </a:lnTo>
                  <a:lnTo>
                    <a:pt x="425523" y="5448812"/>
                  </a:lnTo>
                  <a:lnTo>
                    <a:pt x="425681" y="5448812"/>
                  </a:lnTo>
                  <a:lnTo>
                    <a:pt x="425839" y="5448812"/>
                  </a:lnTo>
                  <a:lnTo>
                    <a:pt x="425997" y="5448812"/>
                  </a:lnTo>
                  <a:lnTo>
                    <a:pt x="426154" y="5448812"/>
                  </a:lnTo>
                  <a:lnTo>
                    <a:pt x="426312" y="5448812"/>
                  </a:lnTo>
                  <a:lnTo>
                    <a:pt x="426470" y="5448812"/>
                  </a:lnTo>
                  <a:lnTo>
                    <a:pt x="426627" y="5448812"/>
                  </a:lnTo>
                  <a:lnTo>
                    <a:pt x="426627" y="5448381"/>
                  </a:lnTo>
                  <a:lnTo>
                    <a:pt x="426785" y="5448381"/>
                  </a:lnTo>
                  <a:lnTo>
                    <a:pt x="426785" y="5447951"/>
                  </a:lnTo>
                  <a:lnTo>
                    <a:pt x="426785" y="5447520"/>
                  </a:lnTo>
                  <a:lnTo>
                    <a:pt x="426785" y="5447090"/>
                  </a:lnTo>
                  <a:lnTo>
                    <a:pt x="426943" y="5447090"/>
                  </a:lnTo>
                  <a:lnTo>
                    <a:pt x="427101" y="5447090"/>
                  </a:lnTo>
                  <a:lnTo>
                    <a:pt x="427258" y="5447090"/>
                  </a:lnTo>
                  <a:lnTo>
                    <a:pt x="427416" y="5447090"/>
                  </a:lnTo>
                  <a:lnTo>
                    <a:pt x="427574" y="5447090"/>
                  </a:lnTo>
                  <a:lnTo>
                    <a:pt x="427731" y="5447090"/>
                  </a:lnTo>
                  <a:lnTo>
                    <a:pt x="427889" y="5447090"/>
                  </a:lnTo>
                  <a:lnTo>
                    <a:pt x="428047" y="5447090"/>
                  </a:lnTo>
                  <a:lnTo>
                    <a:pt x="428205" y="5447090"/>
                  </a:lnTo>
                  <a:lnTo>
                    <a:pt x="428362" y="5447090"/>
                  </a:lnTo>
                  <a:lnTo>
                    <a:pt x="428520" y="5447090"/>
                  </a:lnTo>
                  <a:lnTo>
                    <a:pt x="428678" y="5447090"/>
                  </a:lnTo>
                  <a:lnTo>
                    <a:pt x="428678" y="5446659"/>
                  </a:lnTo>
                  <a:lnTo>
                    <a:pt x="428835" y="5446659"/>
                  </a:lnTo>
                  <a:lnTo>
                    <a:pt x="428835" y="5446228"/>
                  </a:lnTo>
                  <a:lnTo>
                    <a:pt x="428835" y="5445798"/>
                  </a:lnTo>
                  <a:lnTo>
                    <a:pt x="428993" y="5445798"/>
                  </a:lnTo>
                  <a:lnTo>
                    <a:pt x="429151" y="5445798"/>
                  </a:lnTo>
                  <a:lnTo>
                    <a:pt x="429309" y="5445798"/>
                  </a:lnTo>
                  <a:lnTo>
                    <a:pt x="429466" y="5445798"/>
                  </a:lnTo>
                  <a:lnTo>
                    <a:pt x="429624" y="5445798"/>
                  </a:lnTo>
                  <a:lnTo>
                    <a:pt x="429782" y="5445798"/>
                  </a:lnTo>
                  <a:lnTo>
                    <a:pt x="429782" y="5445367"/>
                  </a:lnTo>
                  <a:lnTo>
                    <a:pt x="429782" y="5444937"/>
                  </a:lnTo>
                  <a:lnTo>
                    <a:pt x="429782" y="5444506"/>
                  </a:lnTo>
                  <a:lnTo>
                    <a:pt x="429940" y="5444506"/>
                  </a:lnTo>
                  <a:lnTo>
                    <a:pt x="429940" y="5444075"/>
                  </a:lnTo>
                  <a:lnTo>
                    <a:pt x="430097" y="5444075"/>
                  </a:lnTo>
                  <a:lnTo>
                    <a:pt x="430097" y="5443645"/>
                  </a:lnTo>
                  <a:lnTo>
                    <a:pt x="430255" y="5443645"/>
                  </a:lnTo>
                  <a:lnTo>
                    <a:pt x="430255" y="5443214"/>
                  </a:lnTo>
                  <a:lnTo>
                    <a:pt x="430255" y="5442784"/>
                  </a:lnTo>
                  <a:lnTo>
                    <a:pt x="430255" y="5442353"/>
                  </a:lnTo>
                  <a:lnTo>
                    <a:pt x="430255" y="5441922"/>
                  </a:lnTo>
                  <a:lnTo>
                    <a:pt x="430413" y="5441922"/>
                  </a:lnTo>
                  <a:lnTo>
                    <a:pt x="430570" y="5441922"/>
                  </a:lnTo>
                  <a:lnTo>
                    <a:pt x="430728" y="5441922"/>
                  </a:lnTo>
                  <a:lnTo>
                    <a:pt x="430886" y="5441922"/>
                  </a:lnTo>
                  <a:lnTo>
                    <a:pt x="430886" y="5441492"/>
                  </a:lnTo>
                  <a:lnTo>
                    <a:pt x="430886" y="5441061"/>
                  </a:lnTo>
                  <a:lnTo>
                    <a:pt x="430886" y="5440631"/>
                  </a:lnTo>
                  <a:lnTo>
                    <a:pt x="430886" y="5440200"/>
                  </a:lnTo>
                  <a:lnTo>
                    <a:pt x="431044" y="5440200"/>
                  </a:lnTo>
                  <a:lnTo>
                    <a:pt x="431044" y="5439769"/>
                  </a:lnTo>
                  <a:lnTo>
                    <a:pt x="431044" y="5439339"/>
                  </a:lnTo>
                  <a:lnTo>
                    <a:pt x="431201" y="5439339"/>
                  </a:lnTo>
                  <a:lnTo>
                    <a:pt x="431201" y="5438908"/>
                  </a:lnTo>
                  <a:lnTo>
                    <a:pt x="431359" y="5438908"/>
                  </a:lnTo>
                  <a:lnTo>
                    <a:pt x="431517" y="5438908"/>
                  </a:lnTo>
                  <a:lnTo>
                    <a:pt x="431674" y="5438908"/>
                  </a:lnTo>
                  <a:lnTo>
                    <a:pt x="431832" y="5438908"/>
                  </a:lnTo>
                  <a:lnTo>
                    <a:pt x="431832" y="5438478"/>
                  </a:lnTo>
                  <a:lnTo>
                    <a:pt x="431832" y="5438047"/>
                  </a:lnTo>
                  <a:lnTo>
                    <a:pt x="431832" y="5437616"/>
                  </a:lnTo>
                  <a:lnTo>
                    <a:pt x="431832" y="5437186"/>
                  </a:lnTo>
                  <a:lnTo>
                    <a:pt x="431832" y="5436755"/>
                  </a:lnTo>
                  <a:lnTo>
                    <a:pt x="431832" y="5436325"/>
                  </a:lnTo>
                  <a:lnTo>
                    <a:pt x="431990" y="5436325"/>
                  </a:lnTo>
                  <a:lnTo>
                    <a:pt x="432148" y="5436325"/>
                  </a:lnTo>
                  <a:lnTo>
                    <a:pt x="432148" y="5435894"/>
                  </a:lnTo>
                  <a:lnTo>
                    <a:pt x="432148" y="5435463"/>
                  </a:lnTo>
                  <a:lnTo>
                    <a:pt x="432148" y="5435033"/>
                  </a:lnTo>
                  <a:lnTo>
                    <a:pt x="432305" y="5435033"/>
                  </a:lnTo>
                  <a:lnTo>
                    <a:pt x="432463" y="5435033"/>
                  </a:lnTo>
                  <a:lnTo>
                    <a:pt x="432463" y="5434602"/>
                  </a:lnTo>
                  <a:lnTo>
                    <a:pt x="432463" y="5434172"/>
                  </a:lnTo>
                  <a:lnTo>
                    <a:pt x="432621" y="5434172"/>
                  </a:lnTo>
                  <a:lnTo>
                    <a:pt x="432621" y="5433741"/>
                  </a:lnTo>
                  <a:lnTo>
                    <a:pt x="432778" y="5433741"/>
                  </a:lnTo>
                  <a:lnTo>
                    <a:pt x="432936" y="5433741"/>
                  </a:lnTo>
                  <a:lnTo>
                    <a:pt x="432936" y="5433310"/>
                  </a:lnTo>
                  <a:lnTo>
                    <a:pt x="433094" y="5433310"/>
                  </a:lnTo>
                  <a:lnTo>
                    <a:pt x="433252" y="5433310"/>
                  </a:lnTo>
                  <a:lnTo>
                    <a:pt x="433252" y="5432880"/>
                  </a:lnTo>
                  <a:lnTo>
                    <a:pt x="433409" y="5432880"/>
                  </a:lnTo>
                  <a:lnTo>
                    <a:pt x="433409" y="5432449"/>
                  </a:lnTo>
                  <a:lnTo>
                    <a:pt x="433567" y="5432449"/>
                  </a:lnTo>
                  <a:lnTo>
                    <a:pt x="433567" y="5432019"/>
                  </a:lnTo>
                  <a:lnTo>
                    <a:pt x="433725" y="5432019"/>
                  </a:lnTo>
                  <a:lnTo>
                    <a:pt x="433725" y="5431588"/>
                  </a:lnTo>
                  <a:lnTo>
                    <a:pt x="433882" y="5431588"/>
                  </a:lnTo>
                  <a:lnTo>
                    <a:pt x="434040" y="5431588"/>
                  </a:lnTo>
                  <a:lnTo>
                    <a:pt x="434198" y="5431588"/>
                  </a:lnTo>
                  <a:lnTo>
                    <a:pt x="434356" y="5431588"/>
                  </a:lnTo>
                  <a:lnTo>
                    <a:pt x="434356" y="5431157"/>
                  </a:lnTo>
                  <a:lnTo>
                    <a:pt x="434513" y="5431157"/>
                  </a:lnTo>
                  <a:lnTo>
                    <a:pt x="434513" y="5430727"/>
                  </a:lnTo>
                  <a:lnTo>
                    <a:pt x="434513" y="5430296"/>
                  </a:lnTo>
                  <a:lnTo>
                    <a:pt x="434671" y="5430296"/>
                  </a:lnTo>
                  <a:lnTo>
                    <a:pt x="434829" y="5430296"/>
                  </a:lnTo>
                  <a:lnTo>
                    <a:pt x="434829" y="5429866"/>
                  </a:lnTo>
                  <a:lnTo>
                    <a:pt x="434987" y="5429866"/>
                  </a:lnTo>
                  <a:lnTo>
                    <a:pt x="434987" y="5429435"/>
                  </a:lnTo>
                  <a:lnTo>
                    <a:pt x="434987" y="5429004"/>
                  </a:lnTo>
                  <a:lnTo>
                    <a:pt x="434987" y="5428574"/>
                  </a:lnTo>
                  <a:lnTo>
                    <a:pt x="435144" y="5428574"/>
                  </a:lnTo>
                  <a:lnTo>
                    <a:pt x="435302" y="5428574"/>
                  </a:lnTo>
                  <a:lnTo>
                    <a:pt x="435460" y="5428574"/>
                  </a:lnTo>
                  <a:lnTo>
                    <a:pt x="435617" y="5428574"/>
                  </a:lnTo>
                  <a:lnTo>
                    <a:pt x="435775" y="5428574"/>
                  </a:lnTo>
                  <a:lnTo>
                    <a:pt x="435933" y="5428574"/>
                  </a:lnTo>
                  <a:lnTo>
                    <a:pt x="435933" y="5428143"/>
                  </a:lnTo>
                  <a:lnTo>
                    <a:pt x="436091" y="5428143"/>
                  </a:lnTo>
                  <a:lnTo>
                    <a:pt x="436248" y="5428143"/>
                  </a:lnTo>
                  <a:lnTo>
                    <a:pt x="436406" y="5428143"/>
                  </a:lnTo>
                  <a:lnTo>
                    <a:pt x="436406" y="5427713"/>
                  </a:lnTo>
                  <a:lnTo>
                    <a:pt x="436564" y="5427713"/>
                  </a:lnTo>
                  <a:lnTo>
                    <a:pt x="436564" y="5427282"/>
                  </a:lnTo>
                  <a:lnTo>
                    <a:pt x="436564" y="5426851"/>
                  </a:lnTo>
                  <a:lnTo>
                    <a:pt x="436564" y="5426421"/>
                  </a:lnTo>
                  <a:lnTo>
                    <a:pt x="436564" y="5425990"/>
                  </a:lnTo>
                  <a:lnTo>
                    <a:pt x="436721" y="5425990"/>
                  </a:lnTo>
                  <a:lnTo>
                    <a:pt x="436879" y="5425990"/>
                  </a:lnTo>
                  <a:lnTo>
                    <a:pt x="437037" y="5425990"/>
                  </a:lnTo>
                  <a:lnTo>
                    <a:pt x="437195" y="5425990"/>
                  </a:lnTo>
                  <a:lnTo>
                    <a:pt x="437352" y="5425990"/>
                  </a:lnTo>
                  <a:lnTo>
                    <a:pt x="437352" y="5425560"/>
                  </a:lnTo>
                  <a:lnTo>
                    <a:pt x="437352" y="5425129"/>
                  </a:lnTo>
                  <a:lnTo>
                    <a:pt x="437510" y="5425129"/>
                  </a:lnTo>
                  <a:lnTo>
                    <a:pt x="437510" y="5424698"/>
                  </a:lnTo>
                  <a:lnTo>
                    <a:pt x="437510" y="5424268"/>
                  </a:lnTo>
                  <a:lnTo>
                    <a:pt x="437668" y="5424268"/>
                  </a:lnTo>
                  <a:lnTo>
                    <a:pt x="437668" y="5423837"/>
                  </a:lnTo>
                  <a:lnTo>
                    <a:pt x="437825" y="5423837"/>
                  </a:lnTo>
                  <a:lnTo>
                    <a:pt x="437983" y="5423837"/>
                  </a:lnTo>
                  <a:lnTo>
                    <a:pt x="438141" y="5423837"/>
                  </a:lnTo>
                  <a:lnTo>
                    <a:pt x="438141" y="5423407"/>
                  </a:lnTo>
                  <a:lnTo>
                    <a:pt x="438141" y="5422976"/>
                  </a:lnTo>
                  <a:lnTo>
                    <a:pt x="438299" y="5422976"/>
                  </a:lnTo>
                  <a:lnTo>
                    <a:pt x="438299" y="5422545"/>
                  </a:lnTo>
                  <a:lnTo>
                    <a:pt x="438456" y="5422545"/>
                  </a:lnTo>
                  <a:lnTo>
                    <a:pt x="438614" y="5422545"/>
                  </a:lnTo>
                  <a:lnTo>
                    <a:pt x="438772" y="5422545"/>
                  </a:lnTo>
                  <a:lnTo>
                    <a:pt x="438772" y="5422115"/>
                  </a:lnTo>
                  <a:lnTo>
                    <a:pt x="438772" y="5421684"/>
                  </a:lnTo>
                  <a:lnTo>
                    <a:pt x="438772" y="5421254"/>
                  </a:lnTo>
                  <a:lnTo>
                    <a:pt x="438929" y="5421254"/>
                  </a:lnTo>
                  <a:lnTo>
                    <a:pt x="439087" y="5421254"/>
                  </a:lnTo>
                  <a:lnTo>
                    <a:pt x="439245" y="5421254"/>
                  </a:lnTo>
                  <a:lnTo>
                    <a:pt x="439245" y="5420823"/>
                  </a:lnTo>
                  <a:lnTo>
                    <a:pt x="439245" y="5420392"/>
                  </a:lnTo>
                  <a:lnTo>
                    <a:pt x="439403" y="5420392"/>
                  </a:lnTo>
                  <a:lnTo>
                    <a:pt x="439560" y="5420392"/>
                  </a:lnTo>
                  <a:lnTo>
                    <a:pt x="439560" y="5419962"/>
                  </a:lnTo>
                  <a:lnTo>
                    <a:pt x="439718" y="5419962"/>
                  </a:lnTo>
                  <a:lnTo>
                    <a:pt x="439718" y="5419531"/>
                  </a:lnTo>
                  <a:lnTo>
                    <a:pt x="439876" y="5419531"/>
                  </a:lnTo>
                  <a:lnTo>
                    <a:pt x="439876" y="5419101"/>
                  </a:lnTo>
                  <a:lnTo>
                    <a:pt x="439876" y="5418670"/>
                  </a:lnTo>
                  <a:lnTo>
                    <a:pt x="440033" y="5418670"/>
                  </a:lnTo>
                  <a:lnTo>
                    <a:pt x="440191" y="5418670"/>
                  </a:lnTo>
                  <a:lnTo>
                    <a:pt x="440349" y="5418670"/>
                  </a:lnTo>
                  <a:lnTo>
                    <a:pt x="440349" y="5418239"/>
                  </a:lnTo>
                  <a:lnTo>
                    <a:pt x="440507" y="5418239"/>
                  </a:lnTo>
                  <a:lnTo>
                    <a:pt x="440664" y="5418239"/>
                  </a:lnTo>
                  <a:lnTo>
                    <a:pt x="440822" y="5418239"/>
                  </a:lnTo>
                  <a:lnTo>
                    <a:pt x="440980" y="5418239"/>
                  </a:lnTo>
                  <a:lnTo>
                    <a:pt x="441138" y="5418239"/>
                  </a:lnTo>
                  <a:lnTo>
                    <a:pt x="441295" y="5418239"/>
                  </a:lnTo>
                  <a:lnTo>
                    <a:pt x="441295" y="5417809"/>
                  </a:lnTo>
                  <a:lnTo>
                    <a:pt x="441453" y="5417809"/>
                  </a:lnTo>
                  <a:lnTo>
                    <a:pt x="441611" y="5417809"/>
                  </a:lnTo>
                  <a:lnTo>
                    <a:pt x="441611" y="5417378"/>
                  </a:lnTo>
                  <a:lnTo>
                    <a:pt x="441768" y="5417378"/>
                  </a:lnTo>
                  <a:lnTo>
                    <a:pt x="441926" y="5417378"/>
                  </a:lnTo>
                  <a:lnTo>
                    <a:pt x="442084" y="5417378"/>
                  </a:lnTo>
                  <a:lnTo>
                    <a:pt x="442242" y="5417378"/>
                  </a:lnTo>
                  <a:lnTo>
                    <a:pt x="442399" y="5417378"/>
                  </a:lnTo>
                  <a:lnTo>
                    <a:pt x="442557" y="5417378"/>
                  </a:lnTo>
                  <a:lnTo>
                    <a:pt x="442715" y="5417378"/>
                  </a:lnTo>
                  <a:lnTo>
                    <a:pt x="442872" y="5417378"/>
                  </a:lnTo>
                  <a:lnTo>
                    <a:pt x="443030" y="5417378"/>
                  </a:lnTo>
                  <a:lnTo>
                    <a:pt x="443188" y="5417378"/>
                  </a:lnTo>
                  <a:lnTo>
                    <a:pt x="443346" y="5417378"/>
                  </a:lnTo>
                  <a:lnTo>
                    <a:pt x="443503" y="5417378"/>
                  </a:lnTo>
                  <a:lnTo>
                    <a:pt x="443661" y="5417378"/>
                  </a:lnTo>
                  <a:lnTo>
                    <a:pt x="443661" y="5416948"/>
                  </a:lnTo>
                  <a:lnTo>
                    <a:pt x="443661" y="5416517"/>
                  </a:lnTo>
                  <a:lnTo>
                    <a:pt x="443819" y="5416517"/>
                  </a:lnTo>
                  <a:lnTo>
                    <a:pt x="443976" y="5416517"/>
                  </a:lnTo>
                  <a:lnTo>
                    <a:pt x="444134" y="5416517"/>
                  </a:lnTo>
                  <a:lnTo>
                    <a:pt x="444134" y="5416086"/>
                  </a:lnTo>
                  <a:lnTo>
                    <a:pt x="444292" y="5416086"/>
                  </a:lnTo>
                  <a:lnTo>
                    <a:pt x="444450" y="5416086"/>
                  </a:lnTo>
                  <a:lnTo>
                    <a:pt x="444450" y="5415656"/>
                  </a:lnTo>
                  <a:lnTo>
                    <a:pt x="444607" y="5415656"/>
                  </a:lnTo>
                  <a:lnTo>
                    <a:pt x="444765" y="5415656"/>
                  </a:lnTo>
                  <a:lnTo>
                    <a:pt x="444765" y="5415225"/>
                  </a:lnTo>
                  <a:lnTo>
                    <a:pt x="444765" y="5414795"/>
                  </a:lnTo>
                  <a:lnTo>
                    <a:pt x="444923" y="5414795"/>
                  </a:lnTo>
                  <a:lnTo>
                    <a:pt x="444923" y="5414364"/>
                  </a:lnTo>
                  <a:lnTo>
                    <a:pt x="444923" y="5413933"/>
                  </a:lnTo>
                  <a:lnTo>
                    <a:pt x="445080" y="5413933"/>
                  </a:lnTo>
                  <a:lnTo>
                    <a:pt x="445238" y="5413933"/>
                  </a:lnTo>
                  <a:lnTo>
                    <a:pt x="445238" y="5413503"/>
                  </a:lnTo>
                  <a:lnTo>
                    <a:pt x="445238" y="5413072"/>
                  </a:lnTo>
                  <a:lnTo>
                    <a:pt x="445396" y="5413072"/>
                  </a:lnTo>
                  <a:lnTo>
                    <a:pt x="445554" y="5413072"/>
                  </a:lnTo>
                  <a:lnTo>
                    <a:pt x="445711" y="5413072"/>
                  </a:lnTo>
                  <a:lnTo>
                    <a:pt x="445869" y="5413072"/>
                  </a:lnTo>
                  <a:lnTo>
                    <a:pt x="446027" y="5413072"/>
                  </a:lnTo>
                  <a:lnTo>
                    <a:pt x="446185" y="5413072"/>
                  </a:lnTo>
                  <a:lnTo>
                    <a:pt x="446342" y="5413072"/>
                  </a:lnTo>
                  <a:lnTo>
                    <a:pt x="446342" y="5412642"/>
                  </a:lnTo>
                  <a:lnTo>
                    <a:pt x="446500" y="5412642"/>
                  </a:lnTo>
                  <a:lnTo>
                    <a:pt x="446500" y="5412211"/>
                  </a:lnTo>
                  <a:lnTo>
                    <a:pt x="446500" y="5411780"/>
                  </a:lnTo>
                  <a:lnTo>
                    <a:pt x="446500" y="5411350"/>
                  </a:lnTo>
                  <a:lnTo>
                    <a:pt x="446658" y="5411350"/>
                  </a:lnTo>
                  <a:lnTo>
                    <a:pt x="446815" y="5411350"/>
                  </a:lnTo>
                  <a:lnTo>
                    <a:pt x="446973" y="5411350"/>
                  </a:lnTo>
                  <a:lnTo>
                    <a:pt x="447131" y="5411350"/>
                  </a:lnTo>
                  <a:lnTo>
                    <a:pt x="447289" y="5411350"/>
                  </a:lnTo>
                  <a:lnTo>
                    <a:pt x="447289" y="5410919"/>
                  </a:lnTo>
                  <a:lnTo>
                    <a:pt x="447289" y="5410489"/>
                  </a:lnTo>
                  <a:lnTo>
                    <a:pt x="447446" y="5410489"/>
                  </a:lnTo>
                  <a:lnTo>
                    <a:pt x="447604" y="5410489"/>
                  </a:lnTo>
                  <a:lnTo>
                    <a:pt x="447762" y="5410489"/>
                  </a:lnTo>
                  <a:lnTo>
                    <a:pt x="447919" y="5410489"/>
                  </a:lnTo>
                  <a:lnTo>
                    <a:pt x="448077" y="5410489"/>
                  </a:lnTo>
                  <a:lnTo>
                    <a:pt x="448077" y="5410058"/>
                  </a:lnTo>
                  <a:lnTo>
                    <a:pt x="448235" y="5410058"/>
                  </a:lnTo>
                  <a:lnTo>
                    <a:pt x="448393" y="5410058"/>
                  </a:lnTo>
                  <a:lnTo>
                    <a:pt x="448393" y="5409627"/>
                  </a:lnTo>
                  <a:lnTo>
                    <a:pt x="448550" y="5409627"/>
                  </a:lnTo>
                  <a:lnTo>
                    <a:pt x="448708" y="5409627"/>
                  </a:lnTo>
                  <a:lnTo>
                    <a:pt x="448866" y="5409627"/>
                  </a:lnTo>
                  <a:lnTo>
                    <a:pt x="449023" y="5409627"/>
                  </a:lnTo>
                  <a:lnTo>
                    <a:pt x="449023" y="5409197"/>
                  </a:lnTo>
                  <a:lnTo>
                    <a:pt x="449023" y="5408766"/>
                  </a:lnTo>
                  <a:lnTo>
                    <a:pt x="449023" y="5408336"/>
                  </a:lnTo>
                  <a:lnTo>
                    <a:pt x="449181" y="5408336"/>
                  </a:lnTo>
                  <a:lnTo>
                    <a:pt x="449181" y="5407905"/>
                  </a:lnTo>
                  <a:lnTo>
                    <a:pt x="449181" y="5407474"/>
                  </a:lnTo>
                  <a:lnTo>
                    <a:pt x="449339" y="5407474"/>
                  </a:lnTo>
                  <a:lnTo>
                    <a:pt x="449339" y="5407044"/>
                  </a:lnTo>
                  <a:lnTo>
                    <a:pt x="449497" y="5407044"/>
                  </a:lnTo>
                  <a:lnTo>
                    <a:pt x="449497" y="5406613"/>
                  </a:lnTo>
                  <a:lnTo>
                    <a:pt x="449654" y="5406613"/>
                  </a:lnTo>
                  <a:lnTo>
                    <a:pt x="449654" y="5406183"/>
                  </a:lnTo>
                  <a:lnTo>
                    <a:pt x="449654" y="5405752"/>
                  </a:lnTo>
                  <a:lnTo>
                    <a:pt x="449812" y="5405752"/>
                  </a:lnTo>
                  <a:lnTo>
                    <a:pt x="449812" y="5405321"/>
                  </a:lnTo>
                  <a:lnTo>
                    <a:pt x="449970" y="5405321"/>
                  </a:lnTo>
                  <a:lnTo>
                    <a:pt x="450127" y="5405321"/>
                  </a:lnTo>
                  <a:lnTo>
                    <a:pt x="450285" y="5405321"/>
                  </a:lnTo>
                  <a:lnTo>
                    <a:pt x="450285" y="5404891"/>
                  </a:lnTo>
                  <a:lnTo>
                    <a:pt x="450443" y="5404891"/>
                  </a:lnTo>
                  <a:lnTo>
                    <a:pt x="450601" y="5404891"/>
                  </a:lnTo>
                  <a:lnTo>
                    <a:pt x="450758" y="5404891"/>
                  </a:lnTo>
                  <a:lnTo>
                    <a:pt x="450916" y="5404891"/>
                  </a:lnTo>
                  <a:lnTo>
                    <a:pt x="450916" y="5404460"/>
                  </a:lnTo>
                  <a:lnTo>
                    <a:pt x="451074" y="5404460"/>
                  </a:lnTo>
                  <a:lnTo>
                    <a:pt x="451231" y="5404460"/>
                  </a:lnTo>
                  <a:lnTo>
                    <a:pt x="451389" y="5404460"/>
                  </a:lnTo>
                  <a:lnTo>
                    <a:pt x="451389" y="5404030"/>
                  </a:lnTo>
                  <a:lnTo>
                    <a:pt x="451389" y="5403599"/>
                  </a:lnTo>
                  <a:lnTo>
                    <a:pt x="451389" y="5403168"/>
                  </a:lnTo>
                  <a:lnTo>
                    <a:pt x="451547" y="5403168"/>
                  </a:lnTo>
                  <a:lnTo>
                    <a:pt x="451705" y="5403168"/>
                  </a:lnTo>
                  <a:lnTo>
                    <a:pt x="451705" y="5402738"/>
                  </a:lnTo>
                  <a:lnTo>
                    <a:pt x="451862" y="5402738"/>
                  </a:lnTo>
                  <a:lnTo>
                    <a:pt x="451862" y="5402307"/>
                  </a:lnTo>
                  <a:lnTo>
                    <a:pt x="452020" y="5402307"/>
                  </a:lnTo>
                  <a:lnTo>
                    <a:pt x="452178" y="5402307"/>
                  </a:lnTo>
                  <a:lnTo>
                    <a:pt x="452178" y="5401877"/>
                  </a:lnTo>
                  <a:lnTo>
                    <a:pt x="452178" y="5401446"/>
                  </a:lnTo>
                  <a:lnTo>
                    <a:pt x="452178" y="5401015"/>
                  </a:lnTo>
                  <a:lnTo>
                    <a:pt x="452336" y="5401015"/>
                  </a:lnTo>
                  <a:lnTo>
                    <a:pt x="452336" y="5400585"/>
                  </a:lnTo>
                  <a:lnTo>
                    <a:pt x="452493" y="5400585"/>
                  </a:lnTo>
                  <a:lnTo>
                    <a:pt x="452651" y="5400585"/>
                  </a:lnTo>
                  <a:lnTo>
                    <a:pt x="452809" y="5400585"/>
                  </a:lnTo>
                  <a:lnTo>
                    <a:pt x="452966" y="5400585"/>
                  </a:lnTo>
                  <a:lnTo>
                    <a:pt x="453124" y="5400585"/>
                  </a:lnTo>
                  <a:lnTo>
                    <a:pt x="453124" y="5400154"/>
                  </a:lnTo>
                  <a:lnTo>
                    <a:pt x="453124" y="5399724"/>
                  </a:lnTo>
                  <a:lnTo>
                    <a:pt x="453282" y="5399724"/>
                  </a:lnTo>
                  <a:lnTo>
                    <a:pt x="453440" y="5399724"/>
                  </a:lnTo>
                  <a:lnTo>
                    <a:pt x="453597" y="5399724"/>
                  </a:lnTo>
                  <a:lnTo>
                    <a:pt x="453755" y="5399724"/>
                  </a:lnTo>
                  <a:lnTo>
                    <a:pt x="453755" y="5399293"/>
                  </a:lnTo>
                  <a:lnTo>
                    <a:pt x="453913" y="5399293"/>
                  </a:lnTo>
                  <a:lnTo>
                    <a:pt x="454070" y="5399293"/>
                  </a:lnTo>
                  <a:lnTo>
                    <a:pt x="454228" y="5399293"/>
                  </a:lnTo>
                  <a:lnTo>
                    <a:pt x="454228" y="5398862"/>
                  </a:lnTo>
                  <a:lnTo>
                    <a:pt x="454386" y="5398862"/>
                  </a:lnTo>
                  <a:lnTo>
                    <a:pt x="454386" y="5398432"/>
                  </a:lnTo>
                  <a:lnTo>
                    <a:pt x="454544" y="5398432"/>
                  </a:lnTo>
                  <a:lnTo>
                    <a:pt x="454701" y="5398432"/>
                  </a:lnTo>
                  <a:lnTo>
                    <a:pt x="454859" y="5398432"/>
                  </a:lnTo>
                  <a:lnTo>
                    <a:pt x="455017" y="5398432"/>
                  </a:lnTo>
                  <a:lnTo>
                    <a:pt x="455017" y="5398001"/>
                  </a:lnTo>
                  <a:lnTo>
                    <a:pt x="455174" y="5398001"/>
                  </a:lnTo>
                  <a:lnTo>
                    <a:pt x="455332" y="5398001"/>
                  </a:lnTo>
                  <a:lnTo>
                    <a:pt x="455490" y="5398001"/>
                  </a:lnTo>
                  <a:lnTo>
                    <a:pt x="455648" y="5398001"/>
                  </a:lnTo>
                  <a:lnTo>
                    <a:pt x="455805" y="5398001"/>
                  </a:lnTo>
                  <a:lnTo>
                    <a:pt x="455805" y="5397571"/>
                  </a:lnTo>
                  <a:lnTo>
                    <a:pt x="455963" y="5397571"/>
                  </a:lnTo>
                  <a:lnTo>
                    <a:pt x="455963" y="5397140"/>
                  </a:lnTo>
                  <a:lnTo>
                    <a:pt x="456121" y="5397140"/>
                  </a:lnTo>
                  <a:lnTo>
                    <a:pt x="456278" y="5397140"/>
                  </a:lnTo>
                  <a:lnTo>
                    <a:pt x="456436" y="5397140"/>
                  </a:lnTo>
                  <a:lnTo>
                    <a:pt x="456594" y="5397140"/>
                  </a:lnTo>
                  <a:lnTo>
                    <a:pt x="456752" y="5397140"/>
                  </a:lnTo>
                  <a:lnTo>
                    <a:pt x="456909" y="5397140"/>
                  </a:lnTo>
                  <a:lnTo>
                    <a:pt x="456909" y="5396709"/>
                  </a:lnTo>
                  <a:lnTo>
                    <a:pt x="457067" y="5396709"/>
                  </a:lnTo>
                  <a:lnTo>
                    <a:pt x="457225" y="5396709"/>
                  </a:lnTo>
                  <a:lnTo>
                    <a:pt x="457225" y="5396279"/>
                  </a:lnTo>
                  <a:lnTo>
                    <a:pt x="457383" y="5396279"/>
                  </a:lnTo>
                  <a:lnTo>
                    <a:pt x="457383" y="5395848"/>
                  </a:lnTo>
                  <a:lnTo>
                    <a:pt x="457540" y="5395848"/>
                  </a:lnTo>
                  <a:lnTo>
                    <a:pt x="457540" y="5395418"/>
                  </a:lnTo>
                  <a:lnTo>
                    <a:pt x="457698" y="5395418"/>
                  </a:lnTo>
                  <a:lnTo>
                    <a:pt x="457698" y="5394987"/>
                  </a:lnTo>
                  <a:lnTo>
                    <a:pt x="457698" y="5394556"/>
                  </a:lnTo>
                  <a:lnTo>
                    <a:pt x="457856" y="5394556"/>
                  </a:lnTo>
                  <a:lnTo>
                    <a:pt x="458013" y="5394556"/>
                  </a:lnTo>
                  <a:lnTo>
                    <a:pt x="458171" y="5394556"/>
                  </a:lnTo>
                  <a:lnTo>
                    <a:pt x="458171" y="5394126"/>
                  </a:lnTo>
                  <a:lnTo>
                    <a:pt x="458329" y="5394126"/>
                  </a:lnTo>
                  <a:lnTo>
                    <a:pt x="458329" y="5393695"/>
                  </a:lnTo>
                  <a:lnTo>
                    <a:pt x="458487" y="5393695"/>
                  </a:lnTo>
                  <a:lnTo>
                    <a:pt x="458644" y="5393695"/>
                  </a:lnTo>
                  <a:lnTo>
                    <a:pt x="458644" y="5393265"/>
                  </a:lnTo>
                  <a:lnTo>
                    <a:pt x="458802" y="5393265"/>
                  </a:lnTo>
                  <a:lnTo>
                    <a:pt x="458960" y="5393265"/>
                  </a:lnTo>
                  <a:lnTo>
                    <a:pt x="459117" y="5393265"/>
                  </a:lnTo>
                  <a:lnTo>
                    <a:pt x="459275" y="5393265"/>
                  </a:lnTo>
                  <a:lnTo>
                    <a:pt x="459433" y="5393265"/>
                  </a:lnTo>
                  <a:lnTo>
                    <a:pt x="459591" y="5393265"/>
                  </a:lnTo>
                  <a:lnTo>
                    <a:pt x="459748" y="5393265"/>
                  </a:lnTo>
                  <a:lnTo>
                    <a:pt x="459748" y="5392834"/>
                  </a:lnTo>
                  <a:lnTo>
                    <a:pt x="459748" y="5392403"/>
                  </a:lnTo>
                  <a:lnTo>
                    <a:pt x="459906" y="5392403"/>
                  </a:lnTo>
                  <a:lnTo>
                    <a:pt x="459906" y="5391973"/>
                  </a:lnTo>
                  <a:lnTo>
                    <a:pt x="460064" y="5391973"/>
                  </a:lnTo>
                  <a:lnTo>
                    <a:pt x="460221" y="5391973"/>
                  </a:lnTo>
                  <a:lnTo>
                    <a:pt x="460221" y="5391542"/>
                  </a:lnTo>
                  <a:lnTo>
                    <a:pt x="460379" y="5391542"/>
                  </a:lnTo>
                  <a:lnTo>
                    <a:pt x="460379" y="5391112"/>
                  </a:lnTo>
                  <a:lnTo>
                    <a:pt x="460379" y="5390681"/>
                  </a:lnTo>
                  <a:lnTo>
                    <a:pt x="460379" y="5390250"/>
                  </a:lnTo>
                  <a:lnTo>
                    <a:pt x="460537" y="5390250"/>
                  </a:lnTo>
                  <a:lnTo>
                    <a:pt x="460537" y="5389820"/>
                  </a:lnTo>
                  <a:lnTo>
                    <a:pt x="460695" y="5389820"/>
                  </a:lnTo>
                  <a:lnTo>
                    <a:pt x="460852" y="5389820"/>
                  </a:lnTo>
                  <a:lnTo>
                    <a:pt x="460852" y="5389389"/>
                  </a:lnTo>
                  <a:lnTo>
                    <a:pt x="460852" y="5388959"/>
                  </a:lnTo>
                  <a:lnTo>
                    <a:pt x="461010" y="5388959"/>
                  </a:lnTo>
                  <a:lnTo>
                    <a:pt x="461010" y="5388528"/>
                  </a:lnTo>
                  <a:lnTo>
                    <a:pt x="461168" y="5388528"/>
                  </a:lnTo>
                  <a:lnTo>
                    <a:pt x="461325" y="5388528"/>
                  </a:lnTo>
                  <a:lnTo>
                    <a:pt x="461325" y="5388097"/>
                  </a:lnTo>
                  <a:lnTo>
                    <a:pt x="461483" y="5388097"/>
                  </a:lnTo>
                  <a:lnTo>
                    <a:pt x="461483" y="5387667"/>
                  </a:lnTo>
                  <a:lnTo>
                    <a:pt x="461483" y="5387236"/>
                  </a:lnTo>
                  <a:lnTo>
                    <a:pt x="461483" y="5386806"/>
                  </a:lnTo>
                  <a:lnTo>
                    <a:pt x="461641" y="5386806"/>
                  </a:lnTo>
                  <a:lnTo>
                    <a:pt x="461641" y="5386375"/>
                  </a:lnTo>
                  <a:lnTo>
                    <a:pt x="461641" y="5385944"/>
                  </a:lnTo>
                  <a:lnTo>
                    <a:pt x="461641" y="5385514"/>
                  </a:lnTo>
                  <a:lnTo>
                    <a:pt x="461799" y="5385514"/>
                  </a:lnTo>
                  <a:lnTo>
                    <a:pt x="461956" y="5385514"/>
                  </a:lnTo>
                  <a:lnTo>
                    <a:pt x="462114" y="5385514"/>
                  </a:lnTo>
                  <a:lnTo>
                    <a:pt x="462272" y="5385514"/>
                  </a:lnTo>
                  <a:lnTo>
                    <a:pt x="462272" y="5385083"/>
                  </a:lnTo>
                  <a:lnTo>
                    <a:pt x="462429" y="5385083"/>
                  </a:lnTo>
                  <a:lnTo>
                    <a:pt x="462587" y="5385083"/>
                  </a:lnTo>
                  <a:lnTo>
                    <a:pt x="462745" y="5385083"/>
                  </a:lnTo>
                  <a:lnTo>
                    <a:pt x="462745" y="5384653"/>
                  </a:lnTo>
                  <a:lnTo>
                    <a:pt x="462745" y="5384222"/>
                  </a:lnTo>
                  <a:lnTo>
                    <a:pt x="462745" y="5383791"/>
                  </a:lnTo>
                  <a:lnTo>
                    <a:pt x="462745" y="5383361"/>
                  </a:lnTo>
                  <a:lnTo>
                    <a:pt x="462903" y="5383361"/>
                  </a:lnTo>
                  <a:lnTo>
                    <a:pt x="462903" y="5382930"/>
                  </a:lnTo>
                  <a:lnTo>
                    <a:pt x="463060" y="5382930"/>
                  </a:lnTo>
                  <a:lnTo>
                    <a:pt x="463060" y="5382500"/>
                  </a:lnTo>
                  <a:lnTo>
                    <a:pt x="463218" y="5382500"/>
                  </a:lnTo>
                  <a:lnTo>
                    <a:pt x="463218" y="5382069"/>
                  </a:lnTo>
                  <a:lnTo>
                    <a:pt x="463218" y="5381638"/>
                  </a:lnTo>
                  <a:lnTo>
                    <a:pt x="463218" y="5381208"/>
                  </a:lnTo>
                  <a:lnTo>
                    <a:pt x="463376" y="5381208"/>
                  </a:lnTo>
                  <a:lnTo>
                    <a:pt x="463376" y="5380777"/>
                  </a:lnTo>
                  <a:lnTo>
                    <a:pt x="463534" y="5380777"/>
                  </a:lnTo>
                  <a:lnTo>
                    <a:pt x="463691" y="5380777"/>
                  </a:lnTo>
                  <a:lnTo>
                    <a:pt x="463691" y="5380347"/>
                  </a:lnTo>
                  <a:lnTo>
                    <a:pt x="463849" y="5380347"/>
                  </a:lnTo>
                  <a:lnTo>
                    <a:pt x="463849" y="5379916"/>
                  </a:lnTo>
                  <a:lnTo>
                    <a:pt x="463849" y="5379485"/>
                  </a:lnTo>
                  <a:lnTo>
                    <a:pt x="464007" y="5379485"/>
                  </a:lnTo>
                  <a:lnTo>
                    <a:pt x="464164" y="5379485"/>
                  </a:lnTo>
                  <a:lnTo>
                    <a:pt x="464322" y="5379485"/>
                  </a:lnTo>
                  <a:lnTo>
                    <a:pt x="464322" y="5379055"/>
                  </a:lnTo>
                  <a:lnTo>
                    <a:pt x="464322" y="5378624"/>
                  </a:lnTo>
                  <a:lnTo>
                    <a:pt x="464322" y="5378194"/>
                  </a:lnTo>
                  <a:lnTo>
                    <a:pt x="464480" y="5378194"/>
                  </a:lnTo>
                  <a:lnTo>
                    <a:pt x="464638" y="5378194"/>
                  </a:lnTo>
                  <a:lnTo>
                    <a:pt x="464795" y="5378194"/>
                  </a:lnTo>
                  <a:lnTo>
                    <a:pt x="464953" y="5378194"/>
                  </a:lnTo>
                  <a:lnTo>
                    <a:pt x="465111" y="5378194"/>
                  </a:lnTo>
                  <a:lnTo>
                    <a:pt x="465268" y="5378194"/>
                  </a:lnTo>
                  <a:lnTo>
                    <a:pt x="465426" y="5378194"/>
                  </a:lnTo>
                  <a:lnTo>
                    <a:pt x="465584" y="5378194"/>
                  </a:lnTo>
                  <a:lnTo>
                    <a:pt x="465584" y="5377763"/>
                  </a:lnTo>
                  <a:lnTo>
                    <a:pt x="465742" y="5377763"/>
                  </a:lnTo>
                  <a:lnTo>
                    <a:pt x="465742" y="5377332"/>
                  </a:lnTo>
                  <a:lnTo>
                    <a:pt x="465742" y="5376902"/>
                  </a:lnTo>
                  <a:lnTo>
                    <a:pt x="465742" y="5376471"/>
                  </a:lnTo>
                  <a:lnTo>
                    <a:pt x="465899" y="5376471"/>
                  </a:lnTo>
                  <a:lnTo>
                    <a:pt x="465899" y="5376041"/>
                  </a:lnTo>
                  <a:lnTo>
                    <a:pt x="466057" y="5376041"/>
                  </a:lnTo>
                  <a:lnTo>
                    <a:pt x="466057" y="5375610"/>
                  </a:lnTo>
                  <a:lnTo>
                    <a:pt x="466057" y="5375179"/>
                  </a:lnTo>
                  <a:lnTo>
                    <a:pt x="466215" y="5375179"/>
                  </a:lnTo>
                  <a:lnTo>
                    <a:pt x="466215" y="5374749"/>
                  </a:lnTo>
                  <a:lnTo>
                    <a:pt x="466215" y="5374318"/>
                  </a:lnTo>
                  <a:lnTo>
                    <a:pt x="466372" y="5374318"/>
                  </a:lnTo>
                  <a:lnTo>
                    <a:pt x="466530" y="5374318"/>
                  </a:lnTo>
                  <a:lnTo>
                    <a:pt x="466530" y="5373888"/>
                  </a:lnTo>
                  <a:lnTo>
                    <a:pt x="466688" y="5373888"/>
                  </a:lnTo>
                  <a:lnTo>
                    <a:pt x="466688" y="5373457"/>
                  </a:lnTo>
                  <a:lnTo>
                    <a:pt x="466688" y="5373026"/>
                  </a:lnTo>
                  <a:lnTo>
                    <a:pt x="466846" y="5373026"/>
                  </a:lnTo>
                  <a:lnTo>
                    <a:pt x="466846" y="5372596"/>
                  </a:lnTo>
                  <a:lnTo>
                    <a:pt x="467003" y="5372596"/>
                  </a:lnTo>
                  <a:lnTo>
                    <a:pt x="467161" y="5372596"/>
                  </a:lnTo>
                  <a:lnTo>
                    <a:pt x="467161" y="5372165"/>
                  </a:lnTo>
                  <a:lnTo>
                    <a:pt x="467319" y="5372165"/>
                  </a:lnTo>
                  <a:lnTo>
                    <a:pt x="467476" y="5372165"/>
                  </a:lnTo>
                  <a:lnTo>
                    <a:pt x="467476" y="5371735"/>
                  </a:lnTo>
                  <a:lnTo>
                    <a:pt x="467476" y="5371304"/>
                  </a:lnTo>
                  <a:lnTo>
                    <a:pt x="467476" y="5370873"/>
                  </a:lnTo>
                  <a:lnTo>
                    <a:pt x="467476" y="5370443"/>
                  </a:lnTo>
                  <a:lnTo>
                    <a:pt x="467476" y="5370012"/>
                  </a:lnTo>
                  <a:lnTo>
                    <a:pt x="467476" y="5369582"/>
                  </a:lnTo>
                  <a:lnTo>
                    <a:pt x="467476" y="5369151"/>
                  </a:lnTo>
                  <a:lnTo>
                    <a:pt x="467634" y="5369151"/>
                  </a:lnTo>
                  <a:lnTo>
                    <a:pt x="467634" y="5368720"/>
                  </a:lnTo>
                  <a:lnTo>
                    <a:pt x="467792" y="5368720"/>
                  </a:lnTo>
                  <a:lnTo>
                    <a:pt x="467792" y="5368290"/>
                  </a:lnTo>
                  <a:lnTo>
                    <a:pt x="467792" y="5367859"/>
                  </a:lnTo>
                  <a:lnTo>
                    <a:pt x="467792" y="5367429"/>
                  </a:lnTo>
                  <a:lnTo>
                    <a:pt x="467792" y="5366998"/>
                  </a:lnTo>
                  <a:lnTo>
                    <a:pt x="467792" y="5366567"/>
                  </a:lnTo>
                  <a:lnTo>
                    <a:pt x="467792" y="5366137"/>
                  </a:lnTo>
                  <a:lnTo>
                    <a:pt x="467792" y="5365706"/>
                  </a:lnTo>
                  <a:lnTo>
                    <a:pt x="467950" y="5365706"/>
                  </a:lnTo>
                  <a:lnTo>
                    <a:pt x="468107" y="5365706"/>
                  </a:lnTo>
                  <a:lnTo>
                    <a:pt x="468265" y="5365706"/>
                  </a:lnTo>
                  <a:lnTo>
                    <a:pt x="468423" y="5365706"/>
                  </a:lnTo>
                  <a:lnTo>
                    <a:pt x="468581" y="5365706"/>
                  </a:lnTo>
                  <a:lnTo>
                    <a:pt x="468738" y="5365706"/>
                  </a:lnTo>
                  <a:lnTo>
                    <a:pt x="468738" y="5365276"/>
                  </a:lnTo>
                  <a:lnTo>
                    <a:pt x="468738" y="5364845"/>
                  </a:lnTo>
                  <a:lnTo>
                    <a:pt x="468738" y="5364414"/>
                  </a:lnTo>
                  <a:lnTo>
                    <a:pt x="468896" y="5364414"/>
                  </a:lnTo>
                  <a:lnTo>
                    <a:pt x="468896" y="5363984"/>
                  </a:lnTo>
                  <a:lnTo>
                    <a:pt x="469054" y="5363984"/>
                  </a:lnTo>
                  <a:lnTo>
                    <a:pt x="469211" y="5363984"/>
                  </a:lnTo>
                  <a:lnTo>
                    <a:pt x="469369" y="5363984"/>
                  </a:lnTo>
                  <a:lnTo>
                    <a:pt x="469527" y="5363984"/>
                  </a:lnTo>
                  <a:lnTo>
                    <a:pt x="469685" y="5363984"/>
                  </a:lnTo>
                  <a:lnTo>
                    <a:pt x="469842" y="5363984"/>
                  </a:lnTo>
                  <a:lnTo>
                    <a:pt x="470000" y="5363984"/>
                  </a:lnTo>
                  <a:lnTo>
                    <a:pt x="470158" y="5363984"/>
                  </a:lnTo>
                  <a:lnTo>
                    <a:pt x="470315" y="5363984"/>
                  </a:lnTo>
                  <a:lnTo>
                    <a:pt x="470315" y="5363553"/>
                  </a:lnTo>
                  <a:lnTo>
                    <a:pt x="470473" y="5363553"/>
                  </a:lnTo>
                  <a:lnTo>
                    <a:pt x="470473" y="5363123"/>
                  </a:lnTo>
                  <a:lnTo>
                    <a:pt x="470473" y="5362692"/>
                  </a:lnTo>
                  <a:lnTo>
                    <a:pt x="470631" y="5362692"/>
                  </a:lnTo>
                  <a:lnTo>
                    <a:pt x="470789" y="5362692"/>
                  </a:lnTo>
                  <a:lnTo>
                    <a:pt x="470789" y="5362261"/>
                  </a:lnTo>
                  <a:lnTo>
                    <a:pt x="470946" y="5362261"/>
                  </a:lnTo>
                  <a:lnTo>
                    <a:pt x="471104" y="5362261"/>
                  </a:lnTo>
                  <a:lnTo>
                    <a:pt x="471262" y="5362261"/>
                  </a:lnTo>
                  <a:lnTo>
                    <a:pt x="471262" y="5361831"/>
                  </a:lnTo>
                  <a:lnTo>
                    <a:pt x="471419" y="5361831"/>
                  </a:lnTo>
                  <a:lnTo>
                    <a:pt x="471577" y="5361831"/>
                  </a:lnTo>
                  <a:lnTo>
                    <a:pt x="471735" y="5361831"/>
                  </a:lnTo>
                  <a:lnTo>
                    <a:pt x="471735" y="5361400"/>
                  </a:lnTo>
                  <a:lnTo>
                    <a:pt x="471893" y="5361400"/>
                  </a:lnTo>
                  <a:lnTo>
                    <a:pt x="472050" y="5361400"/>
                  </a:lnTo>
                  <a:lnTo>
                    <a:pt x="472050" y="5360970"/>
                  </a:lnTo>
                  <a:lnTo>
                    <a:pt x="472050" y="5360539"/>
                  </a:lnTo>
                  <a:lnTo>
                    <a:pt x="472050" y="5360108"/>
                  </a:lnTo>
                  <a:lnTo>
                    <a:pt x="472208" y="5360108"/>
                  </a:lnTo>
                  <a:lnTo>
                    <a:pt x="472208" y="5359678"/>
                  </a:lnTo>
                  <a:lnTo>
                    <a:pt x="472208" y="5359247"/>
                  </a:lnTo>
                  <a:lnTo>
                    <a:pt x="472366" y="5359247"/>
                  </a:lnTo>
                  <a:lnTo>
                    <a:pt x="472523" y="5359247"/>
                  </a:lnTo>
                  <a:lnTo>
                    <a:pt x="472681" y="5359247"/>
                  </a:lnTo>
                  <a:lnTo>
                    <a:pt x="472839" y="5359247"/>
                  </a:lnTo>
                  <a:lnTo>
                    <a:pt x="472839" y="5358817"/>
                  </a:lnTo>
                  <a:lnTo>
                    <a:pt x="472839" y="5358386"/>
                  </a:lnTo>
                  <a:lnTo>
                    <a:pt x="472997" y="5358386"/>
                  </a:lnTo>
                  <a:lnTo>
                    <a:pt x="472997" y="5357955"/>
                  </a:lnTo>
                  <a:lnTo>
                    <a:pt x="473154" y="5357955"/>
                  </a:lnTo>
                  <a:lnTo>
                    <a:pt x="473312" y="5357955"/>
                  </a:lnTo>
                  <a:lnTo>
                    <a:pt x="473470" y="5357955"/>
                  </a:lnTo>
                  <a:lnTo>
                    <a:pt x="473627" y="5357955"/>
                  </a:lnTo>
                  <a:lnTo>
                    <a:pt x="473785" y="5357955"/>
                  </a:lnTo>
                  <a:lnTo>
                    <a:pt x="473785" y="5357525"/>
                  </a:lnTo>
                  <a:lnTo>
                    <a:pt x="473785" y="5357094"/>
                  </a:lnTo>
                  <a:lnTo>
                    <a:pt x="473943" y="5357094"/>
                  </a:lnTo>
                  <a:lnTo>
                    <a:pt x="473943" y="5356664"/>
                  </a:lnTo>
                  <a:lnTo>
                    <a:pt x="473943" y="5356233"/>
                  </a:lnTo>
                  <a:lnTo>
                    <a:pt x="474101" y="5356233"/>
                  </a:lnTo>
                  <a:lnTo>
                    <a:pt x="474258" y="5356233"/>
                  </a:lnTo>
                  <a:lnTo>
                    <a:pt x="474258" y="5355802"/>
                  </a:lnTo>
                  <a:lnTo>
                    <a:pt x="474416" y="5355802"/>
                  </a:lnTo>
                  <a:lnTo>
                    <a:pt x="474574" y="5355802"/>
                  </a:lnTo>
                  <a:lnTo>
                    <a:pt x="474574" y="5355372"/>
                  </a:lnTo>
                  <a:lnTo>
                    <a:pt x="474574" y="5354941"/>
                  </a:lnTo>
                  <a:lnTo>
                    <a:pt x="474732" y="5354941"/>
                  </a:lnTo>
                  <a:lnTo>
                    <a:pt x="474889" y="5354941"/>
                  </a:lnTo>
                  <a:lnTo>
                    <a:pt x="474889" y="5354511"/>
                  </a:lnTo>
                  <a:lnTo>
                    <a:pt x="475047" y="5354511"/>
                  </a:lnTo>
                  <a:lnTo>
                    <a:pt x="475047" y="5354080"/>
                  </a:lnTo>
                  <a:lnTo>
                    <a:pt x="475205" y="5354080"/>
                  </a:lnTo>
                  <a:lnTo>
                    <a:pt x="475362" y="5354080"/>
                  </a:lnTo>
                  <a:lnTo>
                    <a:pt x="475520" y="5354080"/>
                  </a:lnTo>
                  <a:lnTo>
                    <a:pt x="475678" y="5354080"/>
                  </a:lnTo>
                  <a:lnTo>
                    <a:pt x="475678" y="5353649"/>
                  </a:lnTo>
                  <a:lnTo>
                    <a:pt x="475836" y="5353649"/>
                  </a:lnTo>
                  <a:lnTo>
                    <a:pt x="475836" y="5353219"/>
                  </a:lnTo>
                  <a:lnTo>
                    <a:pt x="475993" y="5353219"/>
                  </a:lnTo>
                  <a:lnTo>
                    <a:pt x="476151" y="5353219"/>
                  </a:lnTo>
                  <a:lnTo>
                    <a:pt x="476151" y="5352788"/>
                  </a:lnTo>
                  <a:lnTo>
                    <a:pt x="476309" y="5352788"/>
                  </a:lnTo>
                  <a:lnTo>
                    <a:pt x="476466" y="5352788"/>
                  </a:lnTo>
                  <a:lnTo>
                    <a:pt x="476624" y="5352788"/>
                  </a:lnTo>
                  <a:lnTo>
                    <a:pt x="476782" y="5352788"/>
                  </a:lnTo>
                  <a:lnTo>
                    <a:pt x="476782" y="5352358"/>
                  </a:lnTo>
                  <a:lnTo>
                    <a:pt x="476940" y="5352358"/>
                  </a:lnTo>
                  <a:lnTo>
                    <a:pt x="477097" y="5352358"/>
                  </a:lnTo>
                  <a:lnTo>
                    <a:pt x="477255" y="5352358"/>
                  </a:lnTo>
                  <a:lnTo>
                    <a:pt x="477255" y="5351927"/>
                  </a:lnTo>
                  <a:lnTo>
                    <a:pt x="477413" y="5351927"/>
                  </a:lnTo>
                  <a:lnTo>
                    <a:pt x="477413" y="5351496"/>
                  </a:lnTo>
                  <a:lnTo>
                    <a:pt x="477570" y="5351496"/>
                  </a:lnTo>
                  <a:lnTo>
                    <a:pt x="477570" y="5351066"/>
                  </a:lnTo>
                  <a:lnTo>
                    <a:pt x="477570" y="5350635"/>
                  </a:lnTo>
                  <a:lnTo>
                    <a:pt x="477570" y="5350205"/>
                  </a:lnTo>
                  <a:lnTo>
                    <a:pt x="477728" y="5350205"/>
                  </a:lnTo>
                  <a:lnTo>
                    <a:pt x="477728" y="5349774"/>
                  </a:lnTo>
                  <a:lnTo>
                    <a:pt x="477728" y="5349343"/>
                  </a:lnTo>
                  <a:lnTo>
                    <a:pt x="477886" y="5349343"/>
                  </a:lnTo>
                  <a:lnTo>
                    <a:pt x="478044" y="5349343"/>
                  </a:lnTo>
                  <a:lnTo>
                    <a:pt x="478201" y="5349343"/>
                  </a:lnTo>
                  <a:lnTo>
                    <a:pt x="478201" y="5348913"/>
                  </a:lnTo>
                  <a:lnTo>
                    <a:pt x="478359" y="5348913"/>
                  </a:lnTo>
                  <a:lnTo>
                    <a:pt x="478359" y="5348482"/>
                  </a:lnTo>
                  <a:lnTo>
                    <a:pt x="478517" y="5348482"/>
                  </a:lnTo>
                  <a:lnTo>
                    <a:pt x="478674" y="5348482"/>
                  </a:lnTo>
                  <a:lnTo>
                    <a:pt x="478832" y="5348482"/>
                  </a:lnTo>
                  <a:lnTo>
                    <a:pt x="478990" y="5348482"/>
                  </a:lnTo>
                  <a:lnTo>
                    <a:pt x="478990" y="5348052"/>
                  </a:lnTo>
                  <a:lnTo>
                    <a:pt x="478990" y="5347621"/>
                  </a:lnTo>
                  <a:lnTo>
                    <a:pt x="478990" y="5347190"/>
                  </a:lnTo>
                  <a:lnTo>
                    <a:pt x="478990" y="5346760"/>
                  </a:lnTo>
                  <a:lnTo>
                    <a:pt x="478990" y="5346329"/>
                  </a:lnTo>
                  <a:lnTo>
                    <a:pt x="479148" y="5346329"/>
                  </a:lnTo>
                  <a:lnTo>
                    <a:pt x="479305" y="5346329"/>
                  </a:lnTo>
                  <a:lnTo>
                    <a:pt x="479463" y="5346329"/>
                  </a:lnTo>
                  <a:lnTo>
                    <a:pt x="479621" y="5346329"/>
                  </a:lnTo>
                  <a:lnTo>
                    <a:pt x="479621" y="5345899"/>
                  </a:lnTo>
                  <a:lnTo>
                    <a:pt x="479621" y="5345468"/>
                  </a:lnTo>
                  <a:lnTo>
                    <a:pt x="479779" y="5345468"/>
                  </a:lnTo>
                  <a:lnTo>
                    <a:pt x="479779" y="5345037"/>
                  </a:lnTo>
                  <a:lnTo>
                    <a:pt x="479936" y="5345037"/>
                  </a:lnTo>
                  <a:lnTo>
                    <a:pt x="480094" y="5345037"/>
                  </a:lnTo>
                  <a:lnTo>
                    <a:pt x="480094" y="5344607"/>
                  </a:lnTo>
                  <a:lnTo>
                    <a:pt x="480252" y="5344607"/>
                  </a:lnTo>
                  <a:lnTo>
                    <a:pt x="480252" y="5344176"/>
                  </a:lnTo>
                  <a:lnTo>
                    <a:pt x="480409" y="5344176"/>
                  </a:lnTo>
                  <a:lnTo>
                    <a:pt x="480409" y="5343746"/>
                  </a:lnTo>
                  <a:lnTo>
                    <a:pt x="480567" y="5343746"/>
                  </a:lnTo>
                  <a:lnTo>
                    <a:pt x="480567" y="5343315"/>
                  </a:lnTo>
                  <a:lnTo>
                    <a:pt x="480725" y="5343315"/>
                  </a:lnTo>
                  <a:lnTo>
                    <a:pt x="480883" y="5343315"/>
                  </a:lnTo>
                  <a:lnTo>
                    <a:pt x="480883" y="5342884"/>
                  </a:lnTo>
                  <a:lnTo>
                    <a:pt x="480883" y="5342454"/>
                  </a:lnTo>
                  <a:lnTo>
                    <a:pt x="480883" y="5342023"/>
                  </a:lnTo>
                  <a:lnTo>
                    <a:pt x="480883" y="5341593"/>
                  </a:lnTo>
                  <a:lnTo>
                    <a:pt x="480883" y="5341162"/>
                  </a:lnTo>
                  <a:lnTo>
                    <a:pt x="481040" y="5341162"/>
                  </a:lnTo>
                  <a:lnTo>
                    <a:pt x="481198" y="5341162"/>
                  </a:lnTo>
                  <a:lnTo>
                    <a:pt x="481356" y="5341162"/>
                  </a:lnTo>
                  <a:lnTo>
                    <a:pt x="481513" y="5341162"/>
                  </a:lnTo>
                  <a:lnTo>
                    <a:pt x="481671" y="5341162"/>
                  </a:lnTo>
                  <a:lnTo>
                    <a:pt x="481829" y="5341162"/>
                  </a:lnTo>
                  <a:lnTo>
                    <a:pt x="481987" y="5341162"/>
                  </a:lnTo>
                  <a:lnTo>
                    <a:pt x="482144" y="5341162"/>
                  </a:lnTo>
                  <a:lnTo>
                    <a:pt x="482302" y="5341162"/>
                  </a:lnTo>
                  <a:lnTo>
                    <a:pt x="482302" y="5340731"/>
                  </a:lnTo>
                  <a:lnTo>
                    <a:pt x="482302" y="5340301"/>
                  </a:lnTo>
                  <a:lnTo>
                    <a:pt x="482460" y="5340301"/>
                  </a:lnTo>
                  <a:lnTo>
                    <a:pt x="482460" y="5339870"/>
                  </a:lnTo>
                  <a:lnTo>
                    <a:pt x="482617" y="5339870"/>
                  </a:lnTo>
                  <a:lnTo>
                    <a:pt x="482775" y="5339870"/>
                  </a:lnTo>
                  <a:lnTo>
                    <a:pt x="482775" y="5339440"/>
                  </a:lnTo>
                  <a:lnTo>
                    <a:pt x="482933" y="5339440"/>
                  </a:lnTo>
                  <a:lnTo>
                    <a:pt x="482933" y="5339009"/>
                  </a:lnTo>
                  <a:lnTo>
                    <a:pt x="483091" y="5339009"/>
                  </a:lnTo>
                  <a:lnTo>
                    <a:pt x="483248" y="5339009"/>
                  </a:lnTo>
                  <a:lnTo>
                    <a:pt x="483406" y="5339009"/>
                  </a:lnTo>
                  <a:lnTo>
                    <a:pt x="483406" y="5338578"/>
                  </a:lnTo>
                  <a:lnTo>
                    <a:pt x="483564" y="5338578"/>
                  </a:lnTo>
                  <a:lnTo>
                    <a:pt x="483564" y="5338148"/>
                  </a:lnTo>
                  <a:lnTo>
                    <a:pt x="483721" y="5338148"/>
                  </a:lnTo>
                  <a:lnTo>
                    <a:pt x="483879" y="5338148"/>
                  </a:lnTo>
                  <a:lnTo>
                    <a:pt x="483879" y="5337717"/>
                  </a:lnTo>
                  <a:lnTo>
                    <a:pt x="483879" y="5337287"/>
                  </a:lnTo>
                  <a:lnTo>
                    <a:pt x="483879" y="5336856"/>
                  </a:lnTo>
                  <a:lnTo>
                    <a:pt x="484037" y="5336856"/>
                  </a:lnTo>
                  <a:lnTo>
                    <a:pt x="484195" y="5336856"/>
                  </a:lnTo>
                  <a:lnTo>
                    <a:pt x="484195" y="5336425"/>
                  </a:lnTo>
                  <a:lnTo>
                    <a:pt x="484195" y="5335995"/>
                  </a:lnTo>
                  <a:lnTo>
                    <a:pt x="484195" y="5335564"/>
                  </a:lnTo>
                  <a:lnTo>
                    <a:pt x="484352" y="5335564"/>
                  </a:lnTo>
                  <a:lnTo>
                    <a:pt x="484510" y="5335564"/>
                  </a:lnTo>
                  <a:lnTo>
                    <a:pt x="484510" y="5335134"/>
                  </a:lnTo>
                  <a:lnTo>
                    <a:pt x="484510" y="5334703"/>
                  </a:lnTo>
                  <a:lnTo>
                    <a:pt x="484668" y="5334703"/>
                  </a:lnTo>
                  <a:lnTo>
                    <a:pt x="484668" y="5334272"/>
                  </a:lnTo>
                  <a:lnTo>
                    <a:pt x="484668" y="5333842"/>
                  </a:lnTo>
                  <a:lnTo>
                    <a:pt x="484668" y="5333411"/>
                  </a:lnTo>
                  <a:lnTo>
                    <a:pt x="484825" y="5333411"/>
                  </a:lnTo>
                  <a:lnTo>
                    <a:pt x="484825" y="5332981"/>
                  </a:lnTo>
                  <a:lnTo>
                    <a:pt x="484825" y="5332550"/>
                  </a:lnTo>
                  <a:lnTo>
                    <a:pt x="484983" y="5332550"/>
                  </a:lnTo>
                  <a:lnTo>
                    <a:pt x="485141" y="5332550"/>
                  </a:lnTo>
                  <a:lnTo>
                    <a:pt x="485299" y="5332550"/>
                  </a:lnTo>
                  <a:lnTo>
                    <a:pt x="485299" y="5332119"/>
                  </a:lnTo>
                  <a:lnTo>
                    <a:pt x="485456" y="5332119"/>
                  </a:lnTo>
                  <a:lnTo>
                    <a:pt x="485456" y="5331689"/>
                  </a:lnTo>
                  <a:lnTo>
                    <a:pt x="485614" y="5331689"/>
                  </a:lnTo>
                  <a:lnTo>
                    <a:pt x="485614" y="5331258"/>
                  </a:lnTo>
                  <a:lnTo>
                    <a:pt x="485772" y="5331258"/>
                  </a:lnTo>
                  <a:lnTo>
                    <a:pt x="485930" y="5331258"/>
                  </a:lnTo>
                  <a:lnTo>
                    <a:pt x="485930" y="5330828"/>
                  </a:lnTo>
                  <a:lnTo>
                    <a:pt x="486087" y="5330828"/>
                  </a:lnTo>
                  <a:lnTo>
                    <a:pt x="486245" y="5330828"/>
                  </a:lnTo>
                  <a:lnTo>
                    <a:pt x="486245" y="5330397"/>
                  </a:lnTo>
                  <a:lnTo>
                    <a:pt x="486403" y="5330397"/>
                  </a:lnTo>
                  <a:lnTo>
                    <a:pt x="486403" y="5329966"/>
                  </a:lnTo>
                  <a:lnTo>
                    <a:pt x="486403" y="5329536"/>
                  </a:lnTo>
                  <a:lnTo>
                    <a:pt x="486560" y="5329536"/>
                  </a:lnTo>
                  <a:lnTo>
                    <a:pt x="486718" y="5329536"/>
                  </a:lnTo>
                  <a:lnTo>
                    <a:pt x="486876" y="5329536"/>
                  </a:lnTo>
                  <a:lnTo>
                    <a:pt x="487034" y="5329536"/>
                  </a:lnTo>
                  <a:lnTo>
                    <a:pt x="487191" y="5329536"/>
                  </a:lnTo>
                  <a:lnTo>
                    <a:pt x="487349" y="5329536"/>
                  </a:lnTo>
                  <a:lnTo>
                    <a:pt x="487349" y="5329105"/>
                  </a:lnTo>
                  <a:lnTo>
                    <a:pt x="487507" y="5329105"/>
                  </a:lnTo>
                  <a:lnTo>
                    <a:pt x="487507" y="5328675"/>
                  </a:lnTo>
                  <a:lnTo>
                    <a:pt x="487507" y="5328244"/>
                  </a:lnTo>
                  <a:lnTo>
                    <a:pt x="487664" y="5328244"/>
                  </a:lnTo>
                  <a:lnTo>
                    <a:pt x="487822" y="5328244"/>
                  </a:lnTo>
                  <a:lnTo>
                    <a:pt x="487822" y="5327813"/>
                  </a:lnTo>
                  <a:lnTo>
                    <a:pt x="487980" y="5327813"/>
                  </a:lnTo>
                  <a:lnTo>
                    <a:pt x="487980" y="5327383"/>
                  </a:lnTo>
                  <a:lnTo>
                    <a:pt x="488138" y="5327383"/>
                  </a:lnTo>
                  <a:lnTo>
                    <a:pt x="488295" y="5327383"/>
                  </a:lnTo>
                  <a:lnTo>
                    <a:pt x="488453" y="5327383"/>
                  </a:lnTo>
                  <a:lnTo>
                    <a:pt x="488453" y="5326952"/>
                  </a:lnTo>
                  <a:lnTo>
                    <a:pt x="488453" y="5326522"/>
                  </a:lnTo>
                  <a:lnTo>
                    <a:pt x="488453" y="5326091"/>
                  </a:lnTo>
                  <a:lnTo>
                    <a:pt x="488453" y="5325660"/>
                  </a:lnTo>
                  <a:lnTo>
                    <a:pt x="488611" y="5325660"/>
                  </a:lnTo>
                  <a:lnTo>
                    <a:pt x="488768" y="5325660"/>
                  </a:lnTo>
                  <a:lnTo>
                    <a:pt x="488926" y="5325660"/>
                  </a:lnTo>
                  <a:lnTo>
                    <a:pt x="489084" y="5325660"/>
                  </a:lnTo>
                  <a:lnTo>
                    <a:pt x="489084" y="5325230"/>
                  </a:lnTo>
                  <a:lnTo>
                    <a:pt x="489242" y="5325230"/>
                  </a:lnTo>
                  <a:lnTo>
                    <a:pt x="489399" y="5325230"/>
                  </a:lnTo>
                  <a:lnTo>
                    <a:pt x="489399" y="5324799"/>
                  </a:lnTo>
                  <a:lnTo>
                    <a:pt x="489557" y="5324799"/>
                  </a:lnTo>
                  <a:lnTo>
                    <a:pt x="489557" y="5324369"/>
                  </a:lnTo>
                  <a:lnTo>
                    <a:pt x="489557" y="5323938"/>
                  </a:lnTo>
                  <a:lnTo>
                    <a:pt x="489557" y="5323507"/>
                  </a:lnTo>
                  <a:lnTo>
                    <a:pt x="489715" y="5323507"/>
                  </a:lnTo>
                  <a:lnTo>
                    <a:pt x="489872" y="5323507"/>
                  </a:lnTo>
                  <a:lnTo>
                    <a:pt x="490030" y="5323507"/>
                  </a:lnTo>
                  <a:lnTo>
                    <a:pt x="490030" y="5323077"/>
                  </a:lnTo>
                  <a:lnTo>
                    <a:pt x="490188" y="5323077"/>
                  </a:lnTo>
                  <a:lnTo>
                    <a:pt x="490346" y="5323077"/>
                  </a:lnTo>
                  <a:lnTo>
                    <a:pt x="490503" y="5323077"/>
                  </a:lnTo>
                  <a:lnTo>
                    <a:pt x="490503" y="5322646"/>
                  </a:lnTo>
                  <a:lnTo>
                    <a:pt x="490503" y="5322216"/>
                  </a:lnTo>
                  <a:lnTo>
                    <a:pt x="490661" y="5322216"/>
                  </a:lnTo>
                  <a:lnTo>
                    <a:pt x="490819" y="5322216"/>
                  </a:lnTo>
                  <a:lnTo>
                    <a:pt x="490819" y="5321785"/>
                  </a:lnTo>
                  <a:lnTo>
                    <a:pt x="490977" y="5321785"/>
                  </a:lnTo>
                  <a:lnTo>
                    <a:pt x="491134" y="5321785"/>
                  </a:lnTo>
                  <a:lnTo>
                    <a:pt x="491292" y="5321785"/>
                  </a:lnTo>
                  <a:lnTo>
                    <a:pt x="491450" y="5321785"/>
                  </a:lnTo>
                  <a:lnTo>
                    <a:pt x="491450" y="5321354"/>
                  </a:lnTo>
                  <a:lnTo>
                    <a:pt x="491450" y="5320924"/>
                  </a:lnTo>
                  <a:lnTo>
                    <a:pt x="491607" y="5320924"/>
                  </a:lnTo>
                  <a:lnTo>
                    <a:pt x="491607" y="5320493"/>
                  </a:lnTo>
                  <a:lnTo>
                    <a:pt x="491607" y="5320063"/>
                  </a:lnTo>
                  <a:lnTo>
                    <a:pt x="491765" y="5320063"/>
                  </a:lnTo>
                  <a:lnTo>
                    <a:pt x="491923" y="5320063"/>
                  </a:lnTo>
                  <a:lnTo>
                    <a:pt x="492081" y="5320063"/>
                  </a:lnTo>
                  <a:lnTo>
                    <a:pt x="492081" y="5319632"/>
                  </a:lnTo>
                  <a:lnTo>
                    <a:pt x="492081" y="5319201"/>
                  </a:lnTo>
                  <a:lnTo>
                    <a:pt x="492081" y="5318771"/>
                  </a:lnTo>
                  <a:lnTo>
                    <a:pt x="492081" y="5318340"/>
                  </a:lnTo>
                  <a:lnTo>
                    <a:pt x="492081" y="5317910"/>
                  </a:lnTo>
                  <a:lnTo>
                    <a:pt x="492081" y="5317479"/>
                  </a:lnTo>
                  <a:lnTo>
                    <a:pt x="492081" y="5317048"/>
                  </a:lnTo>
                  <a:lnTo>
                    <a:pt x="492238" y="5317048"/>
                  </a:lnTo>
                  <a:lnTo>
                    <a:pt x="492238" y="5316618"/>
                  </a:lnTo>
                  <a:lnTo>
                    <a:pt x="492238" y="5316187"/>
                  </a:lnTo>
                  <a:lnTo>
                    <a:pt x="492396" y="5316187"/>
                  </a:lnTo>
                  <a:lnTo>
                    <a:pt x="492396" y="5315757"/>
                  </a:lnTo>
                  <a:lnTo>
                    <a:pt x="492396" y="5315326"/>
                  </a:lnTo>
                  <a:lnTo>
                    <a:pt x="492396" y="5314895"/>
                  </a:lnTo>
                  <a:lnTo>
                    <a:pt x="492554" y="5314895"/>
                  </a:lnTo>
                  <a:lnTo>
                    <a:pt x="492554" y="5314465"/>
                  </a:lnTo>
                  <a:lnTo>
                    <a:pt x="492711" y="5314465"/>
                  </a:lnTo>
                  <a:lnTo>
                    <a:pt x="492711" y="5314034"/>
                  </a:lnTo>
                  <a:lnTo>
                    <a:pt x="492869" y="5314034"/>
                  </a:lnTo>
                  <a:lnTo>
                    <a:pt x="492869" y="5313604"/>
                  </a:lnTo>
                  <a:lnTo>
                    <a:pt x="492869" y="5313173"/>
                  </a:lnTo>
                  <a:lnTo>
                    <a:pt x="492869" y="5312742"/>
                  </a:lnTo>
                  <a:lnTo>
                    <a:pt x="493027" y="5312742"/>
                  </a:lnTo>
                  <a:lnTo>
                    <a:pt x="493027" y="5312312"/>
                  </a:lnTo>
                  <a:lnTo>
                    <a:pt x="493185" y="5312312"/>
                  </a:lnTo>
                  <a:lnTo>
                    <a:pt x="493342" y="5312312"/>
                  </a:lnTo>
                  <a:lnTo>
                    <a:pt x="493342" y="5311881"/>
                  </a:lnTo>
                  <a:lnTo>
                    <a:pt x="493500" y="5311881"/>
                  </a:lnTo>
                  <a:lnTo>
                    <a:pt x="493500" y="5311451"/>
                  </a:lnTo>
                  <a:lnTo>
                    <a:pt x="493658" y="5311451"/>
                  </a:lnTo>
                  <a:lnTo>
                    <a:pt x="493815" y="5311451"/>
                  </a:lnTo>
                  <a:lnTo>
                    <a:pt x="493973" y="5311451"/>
                  </a:lnTo>
                  <a:lnTo>
                    <a:pt x="494131" y="5311451"/>
                  </a:lnTo>
                  <a:lnTo>
                    <a:pt x="494289" y="5311451"/>
                  </a:lnTo>
                  <a:lnTo>
                    <a:pt x="494446" y="5311451"/>
                  </a:lnTo>
                  <a:lnTo>
                    <a:pt x="494446" y="5311020"/>
                  </a:lnTo>
                  <a:lnTo>
                    <a:pt x="494604" y="5311020"/>
                  </a:lnTo>
                  <a:lnTo>
                    <a:pt x="494604" y="5310589"/>
                  </a:lnTo>
                  <a:lnTo>
                    <a:pt x="494762" y="5310589"/>
                  </a:lnTo>
                  <a:lnTo>
                    <a:pt x="494762" y="5310159"/>
                  </a:lnTo>
                  <a:lnTo>
                    <a:pt x="494919" y="5310159"/>
                  </a:lnTo>
                  <a:lnTo>
                    <a:pt x="495077" y="5310159"/>
                  </a:lnTo>
                  <a:lnTo>
                    <a:pt x="495077" y="5309728"/>
                  </a:lnTo>
                  <a:lnTo>
                    <a:pt x="495235" y="5309728"/>
                  </a:lnTo>
                  <a:lnTo>
                    <a:pt x="495393" y="5309728"/>
                  </a:lnTo>
                  <a:lnTo>
                    <a:pt x="495550" y="5309728"/>
                  </a:lnTo>
                  <a:lnTo>
                    <a:pt x="495550" y="5309298"/>
                  </a:lnTo>
                  <a:lnTo>
                    <a:pt x="495708" y="5309298"/>
                  </a:lnTo>
                  <a:lnTo>
                    <a:pt x="495708" y="5308867"/>
                  </a:lnTo>
                  <a:lnTo>
                    <a:pt x="495866" y="5308867"/>
                  </a:lnTo>
                  <a:lnTo>
                    <a:pt x="496023" y="5308867"/>
                  </a:lnTo>
                  <a:lnTo>
                    <a:pt x="496023" y="5308436"/>
                  </a:lnTo>
                  <a:lnTo>
                    <a:pt x="496023" y="5308006"/>
                  </a:lnTo>
                  <a:lnTo>
                    <a:pt x="496181" y="5308006"/>
                  </a:lnTo>
                  <a:lnTo>
                    <a:pt x="496181" y="5307575"/>
                  </a:lnTo>
                  <a:lnTo>
                    <a:pt x="496339" y="5307575"/>
                  </a:lnTo>
                  <a:lnTo>
                    <a:pt x="496339" y="5307145"/>
                  </a:lnTo>
                  <a:lnTo>
                    <a:pt x="496339" y="5306714"/>
                  </a:lnTo>
                  <a:lnTo>
                    <a:pt x="496339" y="5306283"/>
                  </a:lnTo>
                  <a:lnTo>
                    <a:pt x="496497" y="5306283"/>
                  </a:lnTo>
                  <a:lnTo>
                    <a:pt x="496497" y="5305853"/>
                  </a:lnTo>
                  <a:lnTo>
                    <a:pt x="496654" y="5305853"/>
                  </a:lnTo>
                  <a:lnTo>
                    <a:pt x="496654" y="5305422"/>
                  </a:lnTo>
                  <a:lnTo>
                    <a:pt x="496654" y="5304992"/>
                  </a:lnTo>
                  <a:lnTo>
                    <a:pt x="496812" y="5304992"/>
                  </a:lnTo>
                  <a:lnTo>
                    <a:pt x="496970" y="5304992"/>
                  </a:lnTo>
                  <a:lnTo>
                    <a:pt x="497128" y="5304992"/>
                  </a:lnTo>
                  <a:lnTo>
                    <a:pt x="497128" y="5304561"/>
                  </a:lnTo>
                  <a:lnTo>
                    <a:pt x="497285" y="5304561"/>
                  </a:lnTo>
                  <a:lnTo>
                    <a:pt x="497443" y="5304561"/>
                  </a:lnTo>
                  <a:lnTo>
                    <a:pt x="497443" y="5304130"/>
                  </a:lnTo>
                  <a:lnTo>
                    <a:pt x="497601" y="5304130"/>
                  </a:lnTo>
                  <a:lnTo>
                    <a:pt x="497758" y="5304130"/>
                  </a:lnTo>
                  <a:lnTo>
                    <a:pt x="497916" y="5304130"/>
                  </a:lnTo>
                  <a:lnTo>
                    <a:pt x="498074" y="5304130"/>
                  </a:lnTo>
                  <a:lnTo>
                    <a:pt x="498074" y="5303700"/>
                  </a:lnTo>
                  <a:lnTo>
                    <a:pt x="498074" y="5303269"/>
                  </a:lnTo>
                  <a:lnTo>
                    <a:pt x="498232" y="5303269"/>
                  </a:lnTo>
                  <a:lnTo>
                    <a:pt x="498389" y="5303269"/>
                  </a:lnTo>
                  <a:lnTo>
                    <a:pt x="498547" y="5303269"/>
                  </a:lnTo>
                  <a:lnTo>
                    <a:pt x="498547" y="5302839"/>
                  </a:lnTo>
                  <a:lnTo>
                    <a:pt x="498547" y="5302408"/>
                  </a:lnTo>
                  <a:lnTo>
                    <a:pt x="498705" y="5302408"/>
                  </a:lnTo>
                  <a:lnTo>
                    <a:pt x="498705" y="5301977"/>
                  </a:lnTo>
                  <a:lnTo>
                    <a:pt x="498862" y="5301977"/>
                  </a:lnTo>
                  <a:lnTo>
                    <a:pt x="499020" y="5301977"/>
                  </a:lnTo>
                  <a:lnTo>
                    <a:pt x="499178" y="5301977"/>
                  </a:lnTo>
                  <a:lnTo>
                    <a:pt x="499336" y="5301977"/>
                  </a:lnTo>
                  <a:lnTo>
                    <a:pt x="499493" y="5301977"/>
                  </a:lnTo>
                  <a:lnTo>
                    <a:pt x="499493" y="5301547"/>
                  </a:lnTo>
                  <a:lnTo>
                    <a:pt x="499651" y="5301547"/>
                  </a:lnTo>
                  <a:lnTo>
                    <a:pt x="499809" y="5301547"/>
                  </a:lnTo>
                  <a:lnTo>
                    <a:pt x="499966" y="5301547"/>
                  </a:lnTo>
                  <a:lnTo>
                    <a:pt x="499966" y="5301116"/>
                  </a:lnTo>
                  <a:lnTo>
                    <a:pt x="499966" y="5300686"/>
                  </a:lnTo>
                  <a:lnTo>
                    <a:pt x="499966" y="5300255"/>
                  </a:lnTo>
                  <a:lnTo>
                    <a:pt x="500124" y="5300255"/>
                  </a:lnTo>
                  <a:lnTo>
                    <a:pt x="500124" y="5299824"/>
                  </a:lnTo>
                  <a:lnTo>
                    <a:pt x="500124" y="5299394"/>
                  </a:lnTo>
                  <a:lnTo>
                    <a:pt x="500282" y="5299394"/>
                  </a:lnTo>
                  <a:lnTo>
                    <a:pt x="500282" y="5298963"/>
                  </a:lnTo>
                  <a:lnTo>
                    <a:pt x="500440" y="5298963"/>
                  </a:lnTo>
                  <a:lnTo>
                    <a:pt x="500597" y="5298963"/>
                  </a:lnTo>
                  <a:lnTo>
                    <a:pt x="500597" y="5298533"/>
                  </a:lnTo>
                  <a:lnTo>
                    <a:pt x="500597" y="5298102"/>
                  </a:lnTo>
                  <a:lnTo>
                    <a:pt x="500755" y="5298102"/>
                  </a:lnTo>
                  <a:lnTo>
                    <a:pt x="500913" y="5298102"/>
                  </a:lnTo>
                  <a:lnTo>
                    <a:pt x="500913" y="5297671"/>
                  </a:lnTo>
                  <a:lnTo>
                    <a:pt x="501070" y="5297671"/>
                  </a:lnTo>
                  <a:lnTo>
                    <a:pt x="501228" y="5297671"/>
                  </a:lnTo>
                  <a:lnTo>
                    <a:pt x="501228" y="5297241"/>
                  </a:lnTo>
                  <a:lnTo>
                    <a:pt x="501228" y="5296810"/>
                  </a:lnTo>
                  <a:lnTo>
                    <a:pt x="501386" y="5296810"/>
                  </a:lnTo>
                  <a:lnTo>
                    <a:pt x="501386" y="5296380"/>
                  </a:lnTo>
                  <a:lnTo>
                    <a:pt x="501386" y="5295949"/>
                  </a:lnTo>
                  <a:lnTo>
                    <a:pt x="501386" y="5295518"/>
                  </a:lnTo>
                  <a:lnTo>
                    <a:pt x="501386" y="5295088"/>
                  </a:lnTo>
                  <a:lnTo>
                    <a:pt x="501544" y="5295088"/>
                  </a:lnTo>
                  <a:lnTo>
                    <a:pt x="501701" y="5295088"/>
                  </a:lnTo>
                  <a:lnTo>
                    <a:pt x="501859" y="5295088"/>
                  </a:lnTo>
                  <a:lnTo>
                    <a:pt x="502017" y="5295088"/>
                  </a:lnTo>
                  <a:lnTo>
                    <a:pt x="502017" y="5294657"/>
                  </a:lnTo>
                  <a:lnTo>
                    <a:pt x="502017" y="5294227"/>
                  </a:lnTo>
                  <a:lnTo>
                    <a:pt x="502017" y="5293796"/>
                  </a:lnTo>
                  <a:lnTo>
                    <a:pt x="502174" y="5293796"/>
                  </a:lnTo>
                  <a:lnTo>
                    <a:pt x="502174" y="5293365"/>
                  </a:lnTo>
                  <a:lnTo>
                    <a:pt x="502332" y="5293365"/>
                  </a:lnTo>
                  <a:lnTo>
                    <a:pt x="502332" y="5292935"/>
                  </a:lnTo>
                  <a:lnTo>
                    <a:pt x="502490" y="5292935"/>
                  </a:lnTo>
                  <a:lnTo>
                    <a:pt x="502648" y="5292935"/>
                  </a:lnTo>
                  <a:lnTo>
                    <a:pt x="502805" y="5292935"/>
                  </a:lnTo>
                  <a:lnTo>
                    <a:pt x="502963" y="5292935"/>
                  </a:lnTo>
                  <a:lnTo>
                    <a:pt x="503121" y="5292935"/>
                  </a:lnTo>
                  <a:lnTo>
                    <a:pt x="503279" y="5292935"/>
                  </a:lnTo>
                  <a:lnTo>
                    <a:pt x="503436" y="5292935"/>
                  </a:lnTo>
                  <a:lnTo>
                    <a:pt x="503594" y="5292935"/>
                  </a:lnTo>
                  <a:lnTo>
                    <a:pt x="503752" y="5292935"/>
                  </a:lnTo>
                  <a:lnTo>
                    <a:pt x="503909" y="5292935"/>
                  </a:lnTo>
                  <a:lnTo>
                    <a:pt x="503909" y="5292504"/>
                  </a:lnTo>
                  <a:lnTo>
                    <a:pt x="503909" y="5292074"/>
                  </a:lnTo>
                  <a:lnTo>
                    <a:pt x="503909" y="5291643"/>
                  </a:lnTo>
                  <a:lnTo>
                    <a:pt x="503909" y="5291212"/>
                  </a:lnTo>
                  <a:lnTo>
                    <a:pt x="504067" y="5291212"/>
                  </a:lnTo>
                  <a:lnTo>
                    <a:pt x="504225" y="5291212"/>
                  </a:lnTo>
                  <a:lnTo>
                    <a:pt x="504225" y="5290782"/>
                  </a:lnTo>
                  <a:lnTo>
                    <a:pt x="504225" y="5290351"/>
                  </a:lnTo>
                  <a:lnTo>
                    <a:pt x="504225" y="5289921"/>
                  </a:lnTo>
                  <a:lnTo>
                    <a:pt x="504225" y="5289490"/>
                  </a:lnTo>
                  <a:lnTo>
                    <a:pt x="504383" y="5289490"/>
                  </a:lnTo>
                  <a:lnTo>
                    <a:pt x="504383" y="5289059"/>
                  </a:lnTo>
                  <a:lnTo>
                    <a:pt x="504540" y="5289059"/>
                  </a:lnTo>
                  <a:lnTo>
                    <a:pt x="504698" y="5289059"/>
                  </a:lnTo>
                  <a:lnTo>
                    <a:pt x="504698" y="5288629"/>
                  </a:lnTo>
                  <a:lnTo>
                    <a:pt x="504856" y="5288629"/>
                  </a:lnTo>
                  <a:lnTo>
                    <a:pt x="504856" y="5288198"/>
                  </a:lnTo>
                  <a:lnTo>
                    <a:pt x="504856" y="5287768"/>
                  </a:lnTo>
                  <a:lnTo>
                    <a:pt x="504856" y="5287337"/>
                  </a:lnTo>
                  <a:lnTo>
                    <a:pt x="504856" y="5286906"/>
                  </a:lnTo>
                  <a:lnTo>
                    <a:pt x="505013" y="5286906"/>
                  </a:lnTo>
                  <a:lnTo>
                    <a:pt x="505013" y="5286476"/>
                  </a:lnTo>
                  <a:lnTo>
                    <a:pt x="505171" y="5286476"/>
                  </a:lnTo>
                  <a:lnTo>
                    <a:pt x="505171" y="5286045"/>
                  </a:lnTo>
                  <a:lnTo>
                    <a:pt x="505171" y="5285615"/>
                  </a:lnTo>
                  <a:lnTo>
                    <a:pt x="505171" y="5285184"/>
                  </a:lnTo>
                  <a:lnTo>
                    <a:pt x="505171" y="5284753"/>
                  </a:lnTo>
                  <a:lnTo>
                    <a:pt x="505329" y="5284753"/>
                  </a:lnTo>
                  <a:lnTo>
                    <a:pt x="505329" y="5284323"/>
                  </a:lnTo>
                  <a:lnTo>
                    <a:pt x="505329" y="5283892"/>
                  </a:lnTo>
                  <a:lnTo>
                    <a:pt x="505487" y="5283892"/>
                  </a:lnTo>
                  <a:lnTo>
                    <a:pt x="505644" y="5283892"/>
                  </a:lnTo>
                  <a:lnTo>
                    <a:pt x="505802" y="5283892"/>
                  </a:lnTo>
                  <a:lnTo>
                    <a:pt x="505960" y="5283892"/>
                  </a:lnTo>
                  <a:lnTo>
                    <a:pt x="505960" y="5283462"/>
                  </a:lnTo>
                  <a:lnTo>
                    <a:pt x="506117" y="5283462"/>
                  </a:lnTo>
                  <a:lnTo>
                    <a:pt x="506275" y="5283462"/>
                  </a:lnTo>
                  <a:lnTo>
                    <a:pt x="506275" y="5283031"/>
                  </a:lnTo>
                  <a:lnTo>
                    <a:pt x="506433" y="5283031"/>
                  </a:lnTo>
                  <a:lnTo>
                    <a:pt x="506591" y="5283031"/>
                  </a:lnTo>
                  <a:lnTo>
                    <a:pt x="506748" y="5283031"/>
                  </a:lnTo>
                  <a:lnTo>
                    <a:pt x="506906" y="5283031"/>
                  </a:lnTo>
                  <a:lnTo>
                    <a:pt x="506906" y="5282600"/>
                  </a:lnTo>
                  <a:lnTo>
                    <a:pt x="507064" y="5282600"/>
                  </a:lnTo>
                  <a:lnTo>
                    <a:pt x="507064" y="5282170"/>
                  </a:lnTo>
                  <a:lnTo>
                    <a:pt x="507221" y="5282170"/>
                  </a:lnTo>
                  <a:lnTo>
                    <a:pt x="507221" y="5281739"/>
                  </a:lnTo>
                  <a:lnTo>
                    <a:pt x="507221" y="5281309"/>
                  </a:lnTo>
                  <a:lnTo>
                    <a:pt x="507221" y="5280878"/>
                  </a:lnTo>
                  <a:lnTo>
                    <a:pt x="507221" y="5280447"/>
                  </a:lnTo>
                  <a:lnTo>
                    <a:pt x="507221" y="5280017"/>
                  </a:lnTo>
                  <a:lnTo>
                    <a:pt x="507379" y="5280017"/>
                  </a:lnTo>
                  <a:lnTo>
                    <a:pt x="507379" y="5279586"/>
                  </a:lnTo>
                  <a:lnTo>
                    <a:pt x="507537" y="5279586"/>
                  </a:lnTo>
                  <a:lnTo>
                    <a:pt x="507695" y="5279586"/>
                  </a:lnTo>
                  <a:lnTo>
                    <a:pt x="507852" y="5279586"/>
                  </a:lnTo>
                  <a:lnTo>
                    <a:pt x="508010" y="5279586"/>
                  </a:lnTo>
                  <a:lnTo>
                    <a:pt x="508168" y="5279586"/>
                  </a:lnTo>
                  <a:lnTo>
                    <a:pt x="508168" y="5279156"/>
                  </a:lnTo>
                  <a:lnTo>
                    <a:pt x="508168" y="5278725"/>
                  </a:lnTo>
                  <a:lnTo>
                    <a:pt x="508168" y="5278294"/>
                  </a:lnTo>
                  <a:lnTo>
                    <a:pt x="508326" y="5278294"/>
                  </a:lnTo>
                  <a:lnTo>
                    <a:pt x="508326" y="5277864"/>
                  </a:lnTo>
                  <a:lnTo>
                    <a:pt x="508326" y="5277433"/>
                  </a:lnTo>
                  <a:lnTo>
                    <a:pt x="508326" y="5277003"/>
                  </a:lnTo>
                  <a:lnTo>
                    <a:pt x="508326" y="5276572"/>
                  </a:lnTo>
                  <a:lnTo>
                    <a:pt x="508483" y="5276572"/>
                  </a:lnTo>
                  <a:lnTo>
                    <a:pt x="508641" y="5276572"/>
                  </a:lnTo>
                  <a:lnTo>
                    <a:pt x="508641" y="5276141"/>
                  </a:lnTo>
                  <a:lnTo>
                    <a:pt x="508799" y="5276141"/>
                  </a:lnTo>
                  <a:lnTo>
                    <a:pt x="508956" y="5276141"/>
                  </a:lnTo>
                  <a:lnTo>
                    <a:pt x="508956" y="5275711"/>
                  </a:lnTo>
                  <a:lnTo>
                    <a:pt x="509114" y="5275711"/>
                  </a:lnTo>
                  <a:lnTo>
                    <a:pt x="509114" y="5275280"/>
                  </a:lnTo>
                  <a:lnTo>
                    <a:pt x="509114" y="5274850"/>
                  </a:lnTo>
                  <a:lnTo>
                    <a:pt x="509114" y="5274419"/>
                  </a:lnTo>
                  <a:lnTo>
                    <a:pt x="509114" y="5273988"/>
                  </a:lnTo>
                  <a:lnTo>
                    <a:pt x="509114" y="5273558"/>
                  </a:lnTo>
                  <a:lnTo>
                    <a:pt x="509272" y="5273558"/>
                  </a:lnTo>
                  <a:lnTo>
                    <a:pt x="509430" y="5273558"/>
                  </a:lnTo>
                  <a:lnTo>
                    <a:pt x="509430" y="5273127"/>
                  </a:lnTo>
                  <a:lnTo>
                    <a:pt x="509587" y="5273127"/>
                  </a:lnTo>
                  <a:lnTo>
                    <a:pt x="509587" y="5272697"/>
                  </a:lnTo>
                  <a:lnTo>
                    <a:pt x="509745" y="5272697"/>
                  </a:lnTo>
                  <a:lnTo>
                    <a:pt x="509903" y="5272697"/>
                  </a:lnTo>
                  <a:lnTo>
                    <a:pt x="509903" y="5272266"/>
                  </a:lnTo>
                  <a:lnTo>
                    <a:pt x="510060" y="5272266"/>
                  </a:lnTo>
                  <a:lnTo>
                    <a:pt x="510218" y="5272266"/>
                  </a:lnTo>
                  <a:lnTo>
                    <a:pt x="510376" y="5272266"/>
                  </a:lnTo>
                  <a:lnTo>
                    <a:pt x="510376" y="5271835"/>
                  </a:lnTo>
                  <a:lnTo>
                    <a:pt x="510534" y="5271835"/>
                  </a:lnTo>
                  <a:lnTo>
                    <a:pt x="510691" y="5271835"/>
                  </a:lnTo>
                  <a:lnTo>
                    <a:pt x="510691" y="5271405"/>
                  </a:lnTo>
                  <a:lnTo>
                    <a:pt x="510691" y="5270974"/>
                  </a:lnTo>
                  <a:lnTo>
                    <a:pt x="510849" y="5270974"/>
                  </a:lnTo>
                  <a:lnTo>
                    <a:pt x="511007" y="5270974"/>
                  </a:lnTo>
                  <a:lnTo>
                    <a:pt x="511007" y="5270544"/>
                  </a:lnTo>
                  <a:lnTo>
                    <a:pt x="511007" y="5270113"/>
                  </a:lnTo>
                  <a:lnTo>
                    <a:pt x="511164" y="5270113"/>
                  </a:lnTo>
                  <a:lnTo>
                    <a:pt x="511322" y="5270113"/>
                  </a:lnTo>
                  <a:lnTo>
                    <a:pt x="511480" y="5270113"/>
                  </a:lnTo>
                  <a:lnTo>
                    <a:pt x="511638" y="5270113"/>
                  </a:lnTo>
                  <a:lnTo>
                    <a:pt x="511638" y="5269682"/>
                  </a:lnTo>
                  <a:lnTo>
                    <a:pt x="511638" y="5269252"/>
                  </a:lnTo>
                  <a:lnTo>
                    <a:pt x="511795" y="5269252"/>
                  </a:lnTo>
                  <a:lnTo>
                    <a:pt x="511953" y="5269252"/>
                  </a:lnTo>
                  <a:lnTo>
                    <a:pt x="512111" y="5269252"/>
                  </a:lnTo>
                  <a:lnTo>
                    <a:pt x="512268" y="5269252"/>
                  </a:lnTo>
                  <a:lnTo>
                    <a:pt x="512268" y="5268821"/>
                  </a:lnTo>
                  <a:lnTo>
                    <a:pt x="512426" y="5268821"/>
                  </a:lnTo>
                  <a:lnTo>
                    <a:pt x="512584" y="5268821"/>
                  </a:lnTo>
                  <a:lnTo>
                    <a:pt x="512584" y="5268391"/>
                  </a:lnTo>
                  <a:lnTo>
                    <a:pt x="512584" y="5267960"/>
                  </a:lnTo>
                  <a:lnTo>
                    <a:pt x="512742" y="5267960"/>
                  </a:lnTo>
                  <a:lnTo>
                    <a:pt x="512899" y="5267960"/>
                  </a:lnTo>
                  <a:lnTo>
                    <a:pt x="512899" y="5267529"/>
                  </a:lnTo>
                  <a:lnTo>
                    <a:pt x="513057" y="5267529"/>
                  </a:lnTo>
                  <a:lnTo>
                    <a:pt x="513057" y="5267099"/>
                  </a:lnTo>
                  <a:lnTo>
                    <a:pt x="513215" y="5267099"/>
                  </a:lnTo>
                  <a:lnTo>
                    <a:pt x="513372" y="5267099"/>
                  </a:lnTo>
                  <a:lnTo>
                    <a:pt x="513530" y="5267099"/>
                  </a:lnTo>
                  <a:lnTo>
                    <a:pt x="513530" y="5266668"/>
                  </a:lnTo>
                  <a:lnTo>
                    <a:pt x="513688" y="5266668"/>
                  </a:lnTo>
                  <a:lnTo>
                    <a:pt x="513688" y="5266238"/>
                  </a:lnTo>
                  <a:lnTo>
                    <a:pt x="513846" y="5266238"/>
                  </a:lnTo>
                  <a:lnTo>
                    <a:pt x="514003" y="5266238"/>
                  </a:lnTo>
                  <a:lnTo>
                    <a:pt x="514161" y="5266238"/>
                  </a:lnTo>
                  <a:lnTo>
                    <a:pt x="514161" y="5265807"/>
                  </a:lnTo>
                  <a:lnTo>
                    <a:pt x="514161" y="5265376"/>
                  </a:lnTo>
                  <a:lnTo>
                    <a:pt x="514319" y="5265376"/>
                  </a:lnTo>
                  <a:lnTo>
                    <a:pt x="514477" y="5265376"/>
                  </a:lnTo>
                  <a:lnTo>
                    <a:pt x="514634" y="5265376"/>
                  </a:lnTo>
                  <a:lnTo>
                    <a:pt x="514634" y="5264946"/>
                  </a:lnTo>
                  <a:lnTo>
                    <a:pt x="514634" y="5264515"/>
                  </a:lnTo>
                  <a:lnTo>
                    <a:pt x="514792" y="5264515"/>
                  </a:lnTo>
                  <a:lnTo>
                    <a:pt x="514792" y="5264085"/>
                  </a:lnTo>
                  <a:lnTo>
                    <a:pt x="514950" y="5264085"/>
                  </a:lnTo>
                  <a:lnTo>
                    <a:pt x="515107" y="5264085"/>
                  </a:lnTo>
                  <a:lnTo>
                    <a:pt x="515265" y="5264085"/>
                  </a:lnTo>
                  <a:lnTo>
                    <a:pt x="515423" y="5264085"/>
                  </a:lnTo>
                  <a:lnTo>
                    <a:pt x="515423" y="5263654"/>
                  </a:lnTo>
                  <a:lnTo>
                    <a:pt x="515423" y="5263223"/>
                  </a:lnTo>
                  <a:lnTo>
                    <a:pt x="515423" y="5262793"/>
                  </a:lnTo>
                  <a:lnTo>
                    <a:pt x="515423" y="5262362"/>
                  </a:lnTo>
                  <a:lnTo>
                    <a:pt x="515423" y="5261932"/>
                  </a:lnTo>
                  <a:lnTo>
                    <a:pt x="515423" y="5261501"/>
                  </a:lnTo>
                  <a:lnTo>
                    <a:pt x="515423" y="5261070"/>
                  </a:lnTo>
                  <a:lnTo>
                    <a:pt x="515581" y="5261070"/>
                  </a:lnTo>
                  <a:lnTo>
                    <a:pt x="515581" y="5260640"/>
                  </a:lnTo>
                  <a:lnTo>
                    <a:pt x="515581" y="5260209"/>
                  </a:lnTo>
                  <a:lnTo>
                    <a:pt x="515738" y="5260209"/>
                  </a:lnTo>
                  <a:lnTo>
                    <a:pt x="515896" y="5260209"/>
                  </a:lnTo>
                  <a:lnTo>
                    <a:pt x="515896" y="5259779"/>
                  </a:lnTo>
                  <a:lnTo>
                    <a:pt x="516054" y="5259779"/>
                  </a:lnTo>
                  <a:lnTo>
                    <a:pt x="516211" y="5259779"/>
                  </a:lnTo>
                  <a:lnTo>
                    <a:pt x="516211" y="5259348"/>
                  </a:lnTo>
                  <a:lnTo>
                    <a:pt x="516211" y="5258917"/>
                  </a:lnTo>
                  <a:lnTo>
                    <a:pt x="516369" y="5258917"/>
                  </a:lnTo>
                  <a:lnTo>
                    <a:pt x="516527" y="5258917"/>
                  </a:lnTo>
                  <a:lnTo>
                    <a:pt x="516527" y="5258487"/>
                  </a:lnTo>
                  <a:lnTo>
                    <a:pt x="516527" y="5258056"/>
                  </a:lnTo>
                  <a:lnTo>
                    <a:pt x="516527" y="5257626"/>
                  </a:lnTo>
                  <a:lnTo>
                    <a:pt x="516527" y="5257195"/>
                  </a:lnTo>
                  <a:lnTo>
                    <a:pt x="516685" y="5257195"/>
                  </a:lnTo>
                  <a:lnTo>
                    <a:pt x="516842" y="5257195"/>
                  </a:lnTo>
                  <a:lnTo>
                    <a:pt x="517000" y="5257195"/>
                  </a:lnTo>
                  <a:lnTo>
                    <a:pt x="517158" y="5257195"/>
                  </a:lnTo>
                  <a:lnTo>
                    <a:pt x="517315" y="5257195"/>
                  </a:lnTo>
                  <a:lnTo>
                    <a:pt x="517473" y="5257195"/>
                  </a:lnTo>
                  <a:lnTo>
                    <a:pt x="517631" y="5257195"/>
                  </a:lnTo>
                  <a:lnTo>
                    <a:pt x="517789" y="5257195"/>
                  </a:lnTo>
                  <a:lnTo>
                    <a:pt x="517789" y="5256764"/>
                  </a:lnTo>
                  <a:lnTo>
                    <a:pt x="517789" y="5256334"/>
                  </a:lnTo>
                  <a:lnTo>
                    <a:pt x="517789" y="5255903"/>
                  </a:lnTo>
                  <a:lnTo>
                    <a:pt x="517789" y="5255473"/>
                  </a:lnTo>
                  <a:lnTo>
                    <a:pt x="517946" y="5255473"/>
                  </a:lnTo>
                  <a:lnTo>
                    <a:pt x="518104" y="5255473"/>
                  </a:lnTo>
                  <a:lnTo>
                    <a:pt x="518104" y="5255042"/>
                  </a:lnTo>
                  <a:lnTo>
                    <a:pt x="518262" y="5255042"/>
                  </a:lnTo>
                  <a:lnTo>
                    <a:pt x="518262" y="5254611"/>
                  </a:lnTo>
                  <a:lnTo>
                    <a:pt x="518419" y="5254611"/>
                  </a:lnTo>
                  <a:lnTo>
                    <a:pt x="518419" y="5254181"/>
                  </a:lnTo>
                  <a:lnTo>
                    <a:pt x="518419" y="5253750"/>
                  </a:lnTo>
                  <a:lnTo>
                    <a:pt x="518577" y="5253750"/>
                  </a:lnTo>
                  <a:lnTo>
                    <a:pt x="518735" y="5253750"/>
                  </a:lnTo>
                  <a:lnTo>
                    <a:pt x="518893" y="5253750"/>
                  </a:lnTo>
                  <a:lnTo>
                    <a:pt x="518893" y="5253320"/>
                  </a:lnTo>
                  <a:lnTo>
                    <a:pt x="519050" y="5253320"/>
                  </a:lnTo>
                  <a:lnTo>
                    <a:pt x="519050" y="5252889"/>
                  </a:lnTo>
                  <a:lnTo>
                    <a:pt x="519050" y="5252458"/>
                  </a:lnTo>
                  <a:lnTo>
                    <a:pt x="519050" y="5252028"/>
                  </a:lnTo>
                  <a:lnTo>
                    <a:pt x="519208" y="5252028"/>
                  </a:lnTo>
                  <a:lnTo>
                    <a:pt x="519366" y="5252028"/>
                  </a:lnTo>
                  <a:lnTo>
                    <a:pt x="519366" y="5251597"/>
                  </a:lnTo>
                  <a:lnTo>
                    <a:pt x="519524" y="5251597"/>
                  </a:lnTo>
                  <a:lnTo>
                    <a:pt x="519524" y="5251167"/>
                  </a:lnTo>
                  <a:lnTo>
                    <a:pt x="519681" y="5251167"/>
                  </a:lnTo>
                  <a:lnTo>
                    <a:pt x="519681" y="5250736"/>
                  </a:lnTo>
                  <a:lnTo>
                    <a:pt x="519839" y="5250736"/>
                  </a:lnTo>
                  <a:lnTo>
                    <a:pt x="519839" y="5250305"/>
                  </a:lnTo>
                  <a:lnTo>
                    <a:pt x="519997" y="5250305"/>
                  </a:lnTo>
                  <a:lnTo>
                    <a:pt x="520154" y="5250305"/>
                  </a:lnTo>
                  <a:lnTo>
                    <a:pt x="520312" y="5250305"/>
                  </a:lnTo>
                  <a:lnTo>
                    <a:pt x="520312" y="5249875"/>
                  </a:lnTo>
                  <a:lnTo>
                    <a:pt x="520312" y="5249444"/>
                  </a:lnTo>
                  <a:lnTo>
                    <a:pt x="520470" y="5249444"/>
                  </a:lnTo>
                  <a:lnTo>
                    <a:pt x="520628" y="5249444"/>
                  </a:lnTo>
                  <a:lnTo>
                    <a:pt x="520785" y="5249444"/>
                  </a:lnTo>
                  <a:lnTo>
                    <a:pt x="520943" y="5249444"/>
                  </a:lnTo>
                  <a:lnTo>
                    <a:pt x="520943" y="5249014"/>
                  </a:lnTo>
                  <a:lnTo>
                    <a:pt x="520943" y="5248583"/>
                  </a:lnTo>
                  <a:lnTo>
                    <a:pt x="520943" y="5248152"/>
                  </a:lnTo>
                  <a:lnTo>
                    <a:pt x="520943" y="5247722"/>
                  </a:lnTo>
                  <a:lnTo>
                    <a:pt x="521101" y="5247722"/>
                  </a:lnTo>
                  <a:lnTo>
                    <a:pt x="521258" y="5247722"/>
                  </a:lnTo>
                  <a:lnTo>
                    <a:pt x="521258" y="5247291"/>
                  </a:lnTo>
                  <a:lnTo>
                    <a:pt x="521258" y="5246861"/>
                  </a:lnTo>
                  <a:lnTo>
                    <a:pt x="521416" y="5246861"/>
                  </a:lnTo>
                  <a:lnTo>
                    <a:pt x="521416" y="5246430"/>
                  </a:lnTo>
                  <a:lnTo>
                    <a:pt x="521574" y="5246430"/>
                  </a:lnTo>
                  <a:lnTo>
                    <a:pt x="521574" y="5245999"/>
                  </a:lnTo>
                  <a:lnTo>
                    <a:pt x="521732" y="5245999"/>
                  </a:lnTo>
                  <a:lnTo>
                    <a:pt x="521732" y="5245569"/>
                  </a:lnTo>
                  <a:lnTo>
                    <a:pt x="521732" y="5245138"/>
                  </a:lnTo>
                  <a:lnTo>
                    <a:pt x="521889" y="5245138"/>
                  </a:lnTo>
                  <a:lnTo>
                    <a:pt x="522047" y="5245138"/>
                  </a:lnTo>
                  <a:lnTo>
                    <a:pt x="522205" y="5245138"/>
                  </a:lnTo>
                  <a:lnTo>
                    <a:pt x="522362" y="5245138"/>
                  </a:lnTo>
                  <a:lnTo>
                    <a:pt x="522520" y="5245138"/>
                  </a:lnTo>
                  <a:lnTo>
                    <a:pt x="522678" y="5245138"/>
                  </a:lnTo>
                  <a:lnTo>
                    <a:pt x="522836" y="5245138"/>
                  </a:lnTo>
                  <a:lnTo>
                    <a:pt x="522993" y="5245138"/>
                  </a:lnTo>
                  <a:lnTo>
                    <a:pt x="522993" y="5244708"/>
                  </a:lnTo>
                  <a:lnTo>
                    <a:pt x="522993" y="5244277"/>
                  </a:lnTo>
                  <a:lnTo>
                    <a:pt x="522993" y="5243846"/>
                  </a:lnTo>
                  <a:lnTo>
                    <a:pt x="523151" y="5243846"/>
                  </a:lnTo>
                  <a:lnTo>
                    <a:pt x="523309" y="5243846"/>
                  </a:lnTo>
                  <a:lnTo>
                    <a:pt x="523309" y="5243416"/>
                  </a:lnTo>
                  <a:lnTo>
                    <a:pt x="523309" y="5242985"/>
                  </a:lnTo>
                  <a:lnTo>
                    <a:pt x="523309" y="5242555"/>
                  </a:lnTo>
                  <a:lnTo>
                    <a:pt x="523466" y="5242555"/>
                  </a:lnTo>
                  <a:lnTo>
                    <a:pt x="523624" y="5242555"/>
                  </a:lnTo>
                  <a:lnTo>
                    <a:pt x="523624" y="5242124"/>
                  </a:lnTo>
                  <a:lnTo>
                    <a:pt x="523624" y="5241693"/>
                  </a:lnTo>
                  <a:lnTo>
                    <a:pt x="523624" y="5241263"/>
                  </a:lnTo>
                  <a:lnTo>
                    <a:pt x="523782" y="5241263"/>
                  </a:lnTo>
                  <a:lnTo>
                    <a:pt x="523782" y="5240832"/>
                  </a:lnTo>
                  <a:lnTo>
                    <a:pt x="523940" y="5240832"/>
                  </a:lnTo>
                  <a:lnTo>
                    <a:pt x="524097" y="5240832"/>
                  </a:lnTo>
                  <a:lnTo>
                    <a:pt x="524097" y="5240402"/>
                  </a:lnTo>
                  <a:lnTo>
                    <a:pt x="524255" y="5240402"/>
                  </a:lnTo>
                  <a:lnTo>
                    <a:pt x="524255" y="5239971"/>
                  </a:lnTo>
                  <a:lnTo>
                    <a:pt x="524413" y="5239971"/>
                  </a:lnTo>
                  <a:lnTo>
                    <a:pt x="524570" y="5239971"/>
                  </a:lnTo>
                  <a:lnTo>
                    <a:pt x="524728" y="5239971"/>
                  </a:lnTo>
                  <a:lnTo>
                    <a:pt x="524886" y="5239971"/>
                  </a:lnTo>
                  <a:lnTo>
                    <a:pt x="524886" y="5239540"/>
                  </a:lnTo>
                  <a:lnTo>
                    <a:pt x="525044" y="5239540"/>
                  </a:lnTo>
                  <a:lnTo>
                    <a:pt x="525201" y="5239540"/>
                  </a:lnTo>
                  <a:lnTo>
                    <a:pt x="525201" y="5239110"/>
                  </a:lnTo>
                  <a:lnTo>
                    <a:pt x="525359" y="5239110"/>
                  </a:lnTo>
                  <a:lnTo>
                    <a:pt x="525359" y="5238679"/>
                  </a:lnTo>
                  <a:lnTo>
                    <a:pt x="525517" y="5238679"/>
                  </a:lnTo>
                  <a:lnTo>
                    <a:pt x="525517" y="5238249"/>
                  </a:lnTo>
                  <a:lnTo>
                    <a:pt x="525517" y="5237818"/>
                  </a:lnTo>
                  <a:lnTo>
                    <a:pt x="525675" y="5237818"/>
                  </a:lnTo>
                  <a:lnTo>
                    <a:pt x="525832" y="5237818"/>
                  </a:lnTo>
                  <a:lnTo>
                    <a:pt x="525990" y="5237818"/>
                  </a:lnTo>
                  <a:lnTo>
                    <a:pt x="526148" y="5237818"/>
                  </a:lnTo>
                  <a:lnTo>
                    <a:pt x="526305" y="5237818"/>
                  </a:lnTo>
                  <a:lnTo>
                    <a:pt x="526305" y="5237387"/>
                  </a:lnTo>
                  <a:lnTo>
                    <a:pt x="526305" y="5236957"/>
                  </a:lnTo>
                  <a:lnTo>
                    <a:pt x="526463" y="5236957"/>
                  </a:lnTo>
                  <a:lnTo>
                    <a:pt x="526621" y="5236957"/>
                  </a:lnTo>
                  <a:lnTo>
                    <a:pt x="526621" y="5236526"/>
                  </a:lnTo>
                  <a:lnTo>
                    <a:pt x="526621" y="5236096"/>
                  </a:lnTo>
                  <a:lnTo>
                    <a:pt x="526779" y="5236096"/>
                  </a:lnTo>
                  <a:lnTo>
                    <a:pt x="526936" y="5236096"/>
                  </a:lnTo>
                  <a:lnTo>
                    <a:pt x="527094" y="5236096"/>
                  </a:lnTo>
                  <a:lnTo>
                    <a:pt x="527094" y="5235665"/>
                  </a:lnTo>
                  <a:lnTo>
                    <a:pt x="527252" y="5235665"/>
                  </a:lnTo>
                  <a:lnTo>
                    <a:pt x="527409" y="5235665"/>
                  </a:lnTo>
                  <a:lnTo>
                    <a:pt x="527567" y="5235665"/>
                  </a:lnTo>
                  <a:lnTo>
                    <a:pt x="527725" y="5235665"/>
                  </a:lnTo>
                  <a:lnTo>
                    <a:pt x="527725" y="5235234"/>
                  </a:lnTo>
                  <a:lnTo>
                    <a:pt x="527883" y="5235234"/>
                  </a:lnTo>
                  <a:lnTo>
                    <a:pt x="527883" y="5234804"/>
                  </a:lnTo>
                  <a:lnTo>
                    <a:pt x="528040" y="5234804"/>
                  </a:lnTo>
                  <a:lnTo>
                    <a:pt x="528040" y="5234373"/>
                  </a:lnTo>
                  <a:lnTo>
                    <a:pt x="528198" y="5234373"/>
                  </a:lnTo>
                  <a:lnTo>
                    <a:pt x="528198" y="5233943"/>
                  </a:lnTo>
                  <a:lnTo>
                    <a:pt x="528198" y="5233512"/>
                  </a:lnTo>
                  <a:lnTo>
                    <a:pt x="528356" y="5233512"/>
                  </a:lnTo>
                  <a:lnTo>
                    <a:pt x="528513" y="5233512"/>
                  </a:lnTo>
                  <a:lnTo>
                    <a:pt x="528671" y="5233512"/>
                  </a:lnTo>
                  <a:lnTo>
                    <a:pt x="528671" y="5233081"/>
                  </a:lnTo>
                  <a:lnTo>
                    <a:pt x="528829" y="5233081"/>
                  </a:lnTo>
                  <a:lnTo>
                    <a:pt x="528987" y="5233081"/>
                  </a:lnTo>
                  <a:lnTo>
                    <a:pt x="529144" y="5233081"/>
                  </a:lnTo>
                  <a:lnTo>
                    <a:pt x="529302" y="5233081"/>
                  </a:lnTo>
                  <a:lnTo>
                    <a:pt x="529460" y="5233081"/>
                  </a:lnTo>
                  <a:lnTo>
                    <a:pt x="529617" y="5233081"/>
                  </a:lnTo>
                  <a:lnTo>
                    <a:pt x="529775" y="5233081"/>
                  </a:lnTo>
                  <a:lnTo>
                    <a:pt x="529933" y="5233081"/>
                  </a:lnTo>
                  <a:lnTo>
                    <a:pt x="530091" y="5233081"/>
                  </a:lnTo>
                  <a:lnTo>
                    <a:pt x="530248" y="5233081"/>
                  </a:lnTo>
                  <a:lnTo>
                    <a:pt x="530248" y="5232651"/>
                  </a:lnTo>
                  <a:lnTo>
                    <a:pt x="530248" y="5232220"/>
                  </a:lnTo>
                  <a:lnTo>
                    <a:pt x="530248" y="5231790"/>
                  </a:lnTo>
                  <a:lnTo>
                    <a:pt x="530406" y="5231790"/>
                  </a:lnTo>
                  <a:lnTo>
                    <a:pt x="530406" y="5231359"/>
                  </a:lnTo>
                  <a:lnTo>
                    <a:pt x="530406" y="5230928"/>
                  </a:lnTo>
                  <a:lnTo>
                    <a:pt x="530406" y="5230498"/>
                  </a:lnTo>
                  <a:lnTo>
                    <a:pt x="530564" y="5230498"/>
                  </a:lnTo>
                  <a:lnTo>
                    <a:pt x="530722" y="5230498"/>
                  </a:lnTo>
                  <a:lnTo>
                    <a:pt x="530879" y="5230498"/>
                  </a:lnTo>
                  <a:lnTo>
                    <a:pt x="531037" y="5230498"/>
                  </a:lnTo>
                  <a:lnTo>
                    <a:pt x="531037" y="5230067"/>
                  </a:lnTo>
                  <a:lnTo>
                    <a:pt x="531195" y="5230067"/>
                  </a:lnTo>
                  <a:lnTo>
                    <a:pt x="531352" y="5230067"/>
                  </a:lnTo>
                  <a:lnTo>
                    <a:pt x="531352" y="5229637"/>
                  </a:lnTo>
                  <a:lnTo>
                    <a:pt x="531352" y="5229206"/>
                  </a:lnTo>
                  <a:lnTo>
                    <a:pt x="531510" y="5229206"/>
                  </a:lnTo>
                  <a:lnTo>
                    <a:pt x="531668" y="5229206"/>
                  </a:lnTo>
                  <a:lnTo>
                    <a:pt x="531668" y="5228775"/>
                  </a:lnTo>
                  <a:lnTo>
                    <a:pt x="531826" y="5228775"/>
                  </a:lnTo>
                  <a:lnTo>
                    <a:pt x="531826" y="5228345"/>
                  </a:lnTo>
                  <a:lnTo>
                    <a:pt x="531983" y="5228345"/>
                  </a:lnTo>
                  <a:lnTo>
                    <a:pt x="531983" y="5227914"/>
                  </a:lnTo>
                  <a:lnTo>
                    <a:pt x="532141" y="5227914"/>
                  </a:lnTo>
                  <a:lnTo>
                    <a:pt x="532299" y="5227914"/>
                  </a:lnTo>
                  <a:lnTo>
                    <a:pt x="532299" y="5227484"/>
                  </a:lnTo>
                  <a:lnTo>
                    <a:pt x="532299" y="5227053"/>
                  </a:lnTo>
                  <a:lnTo>
                    <a:pt x="532456" y="5227053"/>
                  </a:lnTo>
                  <a:lnTo>
                    <a:pt x="532614" y="5227053"/>
                  </a:lnTo>
                  <a:lnTo>
                    <a:pt x="532772" y="5227053"/>
                  </a:lnTo>
                  <a:lnTo>
                    <a:pt x="532930" y="5227053"/>
                  </a:lnTo>
                  <a:lnTo>
                    <a:pt x="532930" y="5226622"/>
                  </a:lnTo>
                  <a:lnTo>
                    <a:pt x="532930" y="5226192"/>
                  </a:lnTo>
                  <a:lnTo>
                    <a:pt x="533087" y="5226192"/>
                  </a:lnTo>
                  <a:lnTo>
                    <a:pt x="533087" y="5225761"/>
                  </a:lnTo>
                  <a:lnTo>
                    <a:pt x="533087" y="5225331"/>
                  </a:lnTo>
                  <a:lnTo>
                    <a:pt x="533245" y="5225331"/>
                  </a:lnTo>
                  <a:lnTo>
                    <a:pt x="533245" y="5224900"/>
                  </a:lnTo>
                  <a:lnTo>
                    <a:pt x="533403" y="5224900"/>
                  </a:lnTo>
                  <a:lnTo>
                    <a:pt x="533560" y="5224900"/>
                  </a:lnTo>
                  <a:lnTo>
                    <a:pt x="533718" y="5224900"/>
                  </a:lnTo>
                  <a:lnTo>
                    <a:pt x="533876" y="5224900"/>
                  </a:lnTo>
                  <a:lnTo>
                    <a:pt x="534034" y="5224900"/>
                  </a:lnTo>
                  <a:lnTo>
                    <a:pt x="534034" y="5224469"/>
                  </a:lnTo>
                  <a:lnTo>
                    <a:pt x="534191" y="5224469"/>
                  </a:lnTo>
                  <a:lnTo>
                    <a:pt x="534349" y="5224469"/>
                  </a:lnTo>
                  <a:lnTo>
                    <a:pt x="534349" y="5224039"/>
                  </a:lnTo>
                  <a:lnTo>
                    <a:pt x="534507" y="5224039"/>
                  </a:lnTo>
                  <a:lnTo>
                    <a:pt x="534507" y="5223608"/>
                  </a:lnTo>
                  <a:lnTo>
                    <a:pt x="534664" y="5223608"/>
                  </a:lnTo>
                  <a:lnTo>
                    <a:pt x="534822" y="5223608"/>
                  </a:lnTo>
                  <a:lnTo>
                    <a:pt x="534822" y="5223178"/>
                  </a:lnTo>
                  <a:lnTo>
                    <a:pt x="534980" y="5223178"/>
                  </a:lnTo>
                  <a:lnTo>
                    <a:pt x="534980" y="5222747"/>
                  </a:lnTo>
                  <a:lnTo>
                    <a:pt x="534980" y="5222316"/>
                  </a:lnTo>
                  <a:lnTo>
                    <a:pt x="535138" y="5222316"/>
                  </a:lnTo>
                  <a:lnTo>
                    <a:pt x="535138" y="5221886"/>
                  </a:lnTo>
                  <a:lnTo>
                    <a:pt x="535295" y="5221886"/>
                  </a:lnTo>
                  <a:lnTo>
                    <a:pt x="535453" y="5221886"/>
                  </a:lnTo>
                  <a:lnTo>
                    <a:pt x="535611" y="5221886"/>
                  </a:lnTo>
                  <a:lnTo>
                    <a:pt x="535768" y="5221886"/>
                  </a:lnTo>
                  <a:lnTo>
                    <a:pt x="535926" y="5221886"/>
                  </a:lnTo>
                  <a:lnTo>
                    <a:pt x="535926" y="5221455"/>
                  </a:lnTo>
                  <a:lnTo>
                    <a:pt x="535926" y="5221025"/>
                  </a:lnTo>
                  <a:lnTo>
                    <a:pt x="536084" y="5221025"/>
                  </a:lnTo>
                  <a:lnTo>
                    <a:pt x="536242" y="5221025"/>
                  </a:lnTo>
                  <a:lnTo>
                    <a:pt x="536399" y="5221025"/>
                  </a:lnTo>
                  <a:lnTo>
                    <a:pt x="536557" y="5221025"/>
                  </a:lnTo>
                  <a:lnTo>
                    <a:pt x="536715" y="5221025"/>
                  </a:lnTo>
                  <a:lnTo>
                    <a:pt x="536873" y="5221025"/>
                  </a:lnTo>
                  <a:lnTo>
                    <a:pt x="537030" y="5221025"/>
                  </a:lnTo>
                  <a:lnTo>
                    <a:pt x="537030" y="5220594"/>
                  </a:lnTo>
                  <a:lnTo>
                    <a:pt x="537030" y="5220163"/>
                  </a:lnTo>
                  <a:lnTo>
                    <a:pt x="537188" y="5220163"/>
                  </a:lnTo>
                  <a:lnTo>
                    <a:pt x="537346" y="5220163"/>
                  </a:lnTo>
                  <a:lnTo>
                    <a:pt x="537503" y="5220163"/>
                  </a:lnTo>
                  <a:lnTo>
                    <a:pt x="537503" y="5219733"/>
                  </a:lnTo>
                  <a:lnTo>
                    <a:pt x="537503" y="5219302"/>
                  </a:lnTo>
                  <a:lnTo>
                    <a:pt x="537661" y="5219302"/>
                  </a:lnTo>
                  <a:lnTo>
                    <a:pt x="537661" y="5218872"/>
                  </a:lnTo>
                  <a:lnTo>
                    <a:pt x="537661" y="5218441"/>
                  </a:lnTo>
                  <a:lnTo>
                    <a:pt x="537661" y="5218010"/>
                  </a:lnTo>
                  <a:lnTo>
                    <a:pt x="537819" y="5218010"/>
                  </a:lnTo>
                  <a:lnTo>
                    <a:pt x="537977" y="5218010"/>
                  </a:lnTo>
                  <a:lnTo>
                    <a:pt x="537977" y="5217580"/>
                  </a:lnTo>
                  <a:lnTo>
                    <a:pt x="537977" y="5217149"/>
                  </a:lnTo>
                  <a:lnTo>
                    <a:pt x="537977" y="5216719"/>
                  </a:lnTo>
                  <a:lnTo>
                    <a:pt x="538134" y="5216719"/>
                  </a:lnTo>
                  <a:lnTo>
                    <a:pt x="538292" y="5216719"/>
                  </a:lnTo>
                  <a:lnTo>
                    <a:pt x="538450" y="5216719"/>
                  </a:lnTo>
                  <a:lnTo>
                    <a:pt x="538607" y="5216719"/>
                  </a:lnTo>
                  <a:lnTo>
                    <a:pt x="538765" y="5216719"/>
                  </a:lnTo>
                  <a:lnTo>
                    <a:pt x="538923" y="5216719"/>
                  </a:lnTo>
                  <a:lnTo>
                    <a:pt x="538923" y="5216288"/>
                  </a:lnTo>
                  <a:lnTo>
                    <a:pt x="539081" y="5216288"/>
                  </a:lnTo>
                  <a:lnTo>
                    <a:pt x="539238" y="5216288"/>
                  </a:lnTo>
                  <a:lnTo>
                    <a:pt x="539238" y="5215857"/>
                  </a:lnTo>
                  <a:lnTo>
                    <a:pt x="539396" y="5215857"/>
                  </a:lnTo>
                  <a:lnTo>
                    <a:pt x="539554" y="5215857"/>
                  </a:lnTo>
                  <a:lnTo>
                    <a:pt x="539711" y="5215857"/>
                  </a:lnTo>
                  <a:lnTo>
                    <a:pt x="539869" y="5215857"/>
                  </a:lnTo>
                  <a:lnTo>
                    <a:pt x="540027" y="5215857"/>
                  </a:lnTo>
                  <a:lnTo>
                    <a:pt x="540185" y="5215857"/>
                  </a:lnTo>
                  <a:lnTo>
                    <a:pt x="540342" y="5215857"/>
                  </a:lnTo>
                  <a:lnTo>
                    <a:pt x="540500" y="5215857"/>
                  </a:lnTo>
                  <a:lnTo>
                    <a:pt x="540500" y="5215427"/>
                  </a:lnTo>
                  <a:lnTo>
                    <a:pt x="540500" y="5214996"/>
                  </a:lnTo>
                  <a:lnTo>
                    <a:pt x="540658" y="5214996"/>
                  </a:lnTo>
                  <a:lnTo>
                    <a:pt x="540658" y="5214566"/>
                  </a:lnTo>
                  <a:lnTo>
                    <a:pt x="540658" y="5214135"/>
                  </a:lnTo>
                  <a:lnTo>
                    <a:pt x="540658" y="5213704"/>
                  </a:lnTo>
                  <a:lnTo>
                    <a:pt x="540815" y="5213704"/>
                  </a:lnTo>
                  <a:lnTo>
                    <a:pt x="540815" y="5213274"/>
                  </a:lnTo>
                  <a:lnTo>
                    <a:pt x="540973" y="5213274"/>
                  </a:lnTo>
                  <a:lnTo>
                    <a:pt x="540973" y="5212843"/>
                  </a:lnTo>
                  <a:lnTo>
                    <a:pt x="540973" y="5212413"/>
                  </a:lnTo>
                  <a:lnTo>
                    <a:pt x="540973" y="5211982"/>
                  </a:lnTo>
                  <a:lnTo>
                    <a:pt x="541131" y="5211982"/>
                  </a:lnTo>
                  <a:lnTo>
                    <a:pt x="541131" y="5211551"/>
                  </a:lnTo>
                  <a:lnTo>
                    <a:pt x="541131" y="5211121"/>
                  </a:lnTo>
                  <a:lnTo>
                    <a:pt x="541289" y="5211121"/>
                  </a:lnTo>
                  <a:lnTo>
                    <a:pt x="541446" y="5211121"/>
                  </a:lnTo>
                  <a:lnTo>
                    <a:pt x="541446" y="5210690"/>
                  </a:lnTo>
                  <a:lnTo>
                    <a:pt x="541604" y="5210690"/>
                  </a:lnTo>
                  <a:lnTo>
                    <a:pt x="541762" y="5210690"/>
                  </a:lnTo>
                  <a:lnTo>
                    <a:pt x="541762" y="5210260"/>
                  </a:lnTo>
                  <a:lnTo>
                    <a:pt x="541920" y="5210260"/>
                  </a:lnTo>
                  <a:lnTo>
                    <a:pt x="541920" y="5209829"/>
                  </a:lnTo>
                  <a:lnTo>
                    <a:pt x="542077" y="5209829"/>
                  </a:lnTo>
                  <a:lnTo>
                    <a:pt x="542077" y="5209398"/>
                  </a:lnTo>
                  <a:lnTo>
                    <a:pt x="542235" y="5209398"/>
                  </a:lnTo>
                  <a:lnTo>
                    <a:pt x="542235" y="5208968"/>
                  </a:lnTo>
                  <a:lnTo>
                    <a:pt x="542235" y="5208537"/>
                  </a:lnTo>
                  <a:lnTo>
                    <a:pt x="542393" y="5208537"/>
                  </a:lnTo>
                  <a:lnTo>
                    <a:pt x="542393" y="5208107"/>
                  </a:lnTo>
                  <a:lnTo>
                    <a:pt x="542550" y="5208107"/>
                  </a:lnTo>
                  <a:lnTo>
                    <a:pt x="542708" y="5208107"/>
                  </a:lnTo>
                  <a:lnTo>
                    <a:pt x="542708" y="5207676"/>
                  </a:lnTo>
                  <a:lnTo>
                    <a:pt x="542866" y="5207676"/>
                  </a:lnTo>
                  <a:lnTo>
                    <a:pt x="542866" y="5207245"/>
                  </a:lnTo>
                  <a:lnTo>
                    <a:pt x="543024" y="5207245"/>
                  </a:lnTo>
                  <a:lnTo>
                    <a:pt x="543181" y="5207245"/>
                  </a:lnTo>
                  <a:lnTo>
                    <a:pt x="543339" y="5207245"/>
                  </a:lnTo>
                  <a:lnTo>
                    <a:pt x="543497" y="5207245"/>
                  </a:lnTo>
                  <a:lnTo>
                    <a:pt x="543497" y="5206815"/>
                  </a:lnTo>
                  <a:lnTo>
                    <a:pt x="543497" y="5206384"/>
                  </a:lnTo>
                  <a:lnTo>
                    <a:pt x="543497" y="5205954"/>
                  </a:lnTo>
                  <a:lnTo>
                    <a:pt x="543497" y="5205523"/>
                  </a:lnTo>
                  <a:lnTo>
                    <a:pt x="543654" y="5205523"/>
                  </a:lnTo>
                  <a:lnTo>
                    <a:pt x="543654" y="5205092"/>
                  </a:lnTo>
                  <a:lnTo>
                    <a:pt x="543812" y="5205092"/>
                  </a:lnTo>
                  <a:lnTo>
                    <a:pt x="543812" y="5204662"/>
                  </a:lnTo>
                  <a:lnTo>
                    <a:pt x="543812" y="5204231"/>
                  </a:lnTo>
                  <a:lnTo>
                    <a:pt x="543970" y="5204231"/>
                  </a:lnTo>
                  <a:lnTo>
                    <a:pt x="544128" y="5204231"/>
                  </a:lnTo>
                  <a:lnTo>
                    <a:pt x="544128" y="5203801"/>
                  </a:lnTo>
                  <a:lnTo>
                    <a:pt x="544285" y="5203801"/>
                  </a:lnTo>
                  <a:lnTo>
                    <a:pt x="544443" y="5203801"/>
                  </a:lnTo>
                  <a:lnTo>
                    <a:pt x="544443" y="5203370"/>
                  </a:lnTo>
                  <a:lnTo>
                    <a:pt x="544443" y="5202939"/>
                  </a:lnTo>
                  <a:lnTo>
                    <a:pt x="544443" y="5202509"/>
                  </a:lnTo>
                  <a:lnTo>
                    <a:pt x="544601" y="5202509"/>
                  </a:lnTo>
                  <a:lnTo>
                    <a:pt x="544758" y="5202509"/>
                  </a:lnTo>
                  <a:lnTo>
                    <a:pt x="544916" y="5202509"/>
                  </a:lnTo>
                  <a:lnTo>
                    <a:pt x="545074" y="5202509"/>
                  </a:lnTo>
                  <a:lnTo>
                    <a:pt x="545074" y="5202078"/>
                  </a:lnTo>
                  <a:lnTo>
                    <a:pt x="545232" y="5202078"/>
                  </a:lnTo>
                  <a:lnTo>
                    <a:pt x="545232" y="5201648"/>
                  </a:lnTo>
                  <a:lnTo>
                    <a:pt x="545389" y="5201648"/>
                  </a:lnTo>
                  <a:lnTo>
                    <a:pt x="545547" y="5201648"/>
                  </a:lnTo>
                  <a:lnTo>
                    <a:pt x="545705" y="5201648"/>
                  </a:lnTo>
                  <a:lnTo>
                    <a:pt x="545862" y="5201648"/>
                  </a:lnTo>
                  <a:lnTo>
                    <a:pt x="545862" y="5201217"/>
                  </a:lnTo>
                  <a:lnTo>
                    <a:pt x="545862" y="5200786"/>
                  </a:lnTo>
                  <a:lnTo>
                    <a:pt x="546020" y="5200786"/>
                  </a:lnTo>
                  <a:lnTo>
                    <a:pt x="546020" y="5200356"/>
                  </a:lnTo>
                  <a:lnTo>
                    <a:pt x="546178" y="5200356"/>
                  </a:lnTo>
                  <a:lnTo>
                    <a:pt x="546336" y="5200356"/>
                  </a:lnTo>
                  <a:lnTo>
                    <a:pt x="546336" y="5199925"/>
                  </a:lnTo>
                  <a:lnTo>
                    <a:pt x="546493" y="5199925"/>
                  </a:lnTo>
                  <a:lnTo>
                    <a:pt x="546651" y="5199925"/>
                  </a:lnTo>
                  <a:lnTo>
                    <a:pt x="546809" y="5199925"/>
                  </a:lnTo>
                  <a:lnTo>
                    <a:pt x="546966" y="5199925"/>
                  </a:lnTo>
                  <a:lnTo>
                    <a:pt x="547124" y="5199925"/>
                  </a:lnTo>
                  <a:lnTo>
                    <a:pt x="547124" y="5199495"/>
                  </a:lnTo>
                  <a:lnTo>
                    <a:pt x="547124" y="5199064"/>
                  </a:lnTo>
                  <a:lnTo>
                    <a:pt x="547282" y="5199064"/>
                  </a:lnTo>
                  <a:lnTo>
                    <a:pt x="547440" y="5199064"/>
                  </a:lnTo>
                  <a:lnTo>
                    <a:pt x="547440" y="5198633"/>
                  </a:lnTo>
                  <a:lnTo>
                    <a:pt x="547597" y="5198633"/>
                  </a:lnTo>
                  <a:lnTo>
                    <a:pt x="547755" y="5198633"/>
                  </a:lnTo>
                  <a:lnTo>
                    <a:pt x="547755" y="5198203"/>
                  </a:lnTo>
                  <a:lnTo>
                    <a:pt x="547913" y="5198203"/>
                  </a:lnTo>
                  <a:lnTo>
                    <a:pt x="547913" y="5197772"/>
                  </a:lnTo>
                  <a:lnTo>
                    <a:pt x="548071" y="5197772"/>
                  </a:lnTo>
                  <a:lnTo>
                    <a:pt x="548228" y="5197772"/>
                  </a:lnTo>
                  <a:lnTo>
                    <a:pt x="548228" y="5197342"/>
                  </a:lnTo>
                  <a:lnTo>
                    <a:pt x="548228" y="5196911"/>
                  </a:lnTo>
                  <a:lnTo>
                    <a:pt x="548386" y="5196911"/>
                  </a:lnTo>
                  <a:lnTo>
                    <a:pt x="548386" y="5196480"/>
                  </a:lnTo>
                  <a:lnTo>
                    <a:pt x="548544" y="5196480"/>
                  </a:lnTo>
                  <a:lnTo>
                    <a:pt x="548544" y="5196050"/>
                  </a:lnTo>
                  <a:lnTo>
                    <a:pt x="548701" y="5196050"/>
                  </a:lnTo>
                  <a:lnTo>
                    <a:pt x="548701" y="5195619"/>
                  </a:lnTo>
                  <a:lnTo>
                    <a:pt x="548701" y="5195189"/>
                  </a:lnTo>
                  <a:lnTo>
                    <a:pt x="548859" y="5195189"/>
                  </a:lnTo>
                  <a:lnTo>
                    <a:pt x="548859" y="5194758"/>
                  </a:lnTo>
                  <a:lnTo>
                    <a:pt x="549017" y="5194758"/>
                  </a:lnTo>
                  <a:lnTo>
                    <a:pt x="549175" y="5194758"/>
                  </a:lnTo>
                  <a:lnTo>
                    <a:pt x="549332" y="5194758"/>
                  </a:lnTo>
                  <a:lnTo>
                    <a:pt x="549332" y="5194327"/>
                  </a:lnTo>
                  <a:lnTo>
                    <a:pt x="549490" y="5194327"/>
                  </a:lnTo>
                  <a:lnTo>
                    <a:pt x="549648" y="5194327"/>
                  </a:lnTo>
                  <a:lnTo>
                    <a:pt x="549805" y="5194327"/>
                  </a:lnTo>
                  <a:lnTo>
                    <a:pt x="549963" y="5194327"/>
                  </a:lnTo>
                  <a:lnTo>
                    <a:pt x="550121" y="5194327"/>
                  </a:lnTo>
                  <a:lnTo>
                    <a:pt x="550279" y="5194327"/>
                  </a:lnTo>
                  <a:lnTo>
                    <a:pt x="550436" y="5194327"/>
                  </a:lnTo>
                  <a:lnTo>
                    <a:pt x="550436" y="5193897"/>
                  </a:lnTo>
                  <a:lnTo>
                    <a:pt x="550436" y="5193466"/>
                  </a:lnTo>
                  <a:lnTo>
                    <a:pt x="550594" y="5193466"/>
                  </a:lnTo>
                  <a:lnTo>
                    <a:pt x="550752" y="5193466"/>
                  </a:lnTo>
                  <a:lnTo>
                    <a:pt x="550909" y="5193466"/>
                  </a:lnTo>
                  <a:lnTo>
                    <a:pt x="550909" y="5193036"/>
                  </a:lnTo>
                  <a:lnTo>
                    <a:pt x="551067" y="5193036"/>
                  </a:lnTo>
                  <a:lnTo>
                    <a:pt x="551225" y="5193036"/>
                  </a:lnTo>
                  <a:lnTo>
                    <a:pt x="551225" y="5192605"/>
                  </a:lnTo>
                  <a:lnTo>
                    <a:pt x="551383" y="5192605"/>
                  </a:lnTo>
                  <a:lnTo>
                    <a:pt x="551540" y="5192605"/>
                  </a:lnTo>
                  <a:lnTo>
                    <a:pt x="551698" y="5192605"/>
                  </a:lnTo>
                  <a:lnTo>
                    <a:pt x="551856" y="5192605"/>
                  </a:lnTo>
                  <a:lnTo>
                    <a:pt x="552013" y="5192605"/>
                  </a:lnTo>
                  <a:lnTo>
                    <a:pt x="552171" y="5192605"/>
                  </a:lnTo>
                  <a:lnTo>
                    <a:pt x="552329" y="5192605"/>
                  </a:lnTo>
                  <a:lnTo>
                    <a:pt x="552487" y="5192605"/>
                  </a:lnTo>
                  <a:lnTo>
                    <a:pt x="552487" y="5192174"/>
                  </a:lnTo>
                  <a:lnTo>
                    <a:pt x="552487" y="5191744"/>
                  </a:lnTo>
                  <a:lnTo>
                    <a:pt x="552644" y="5191744"/>
                  </a:lnTo>
                  <a:lnTo>
                    <a:pt x="552802" y="5191744"/>
                  </a:lnTo>
                  <a:lnTo>
                    <a:pt x="552960" y="5191744"/>
                  </a:lnTo>
                  <a:lnTo>
                    <a:pt x="553118" y="5191744"/>
                  </a:lnTo>
                  <a:lnTo>
                    <a:pt x="553118" y="5191313"/>
                  </a:lnTo>
                  <a:lnTo>
                    <a:pt x="553275" y="5191313"/>
                  </a:lnTo>
                  <a:lnTo>
                    <a:pt x="553433" y="5191313"/>
                  </a:lnTo>
                  <a:lnTo>
                    <a:pt x="553591" y="5191313"/>
                  </a:lnTo>
                  <a:lnTo>
                    <a:pt x="553748" y="5191313"/>
                  </a:lnTo>
                  <a:lnTo>
                    <a:pt x="553748" y="5190883"/>
                  </a:lnTo>
                  <a:lnTo>
                    <a:pt x="553748" y="5190452"/>
                  </a:lnTo>
                  <a:lnTo>
                    <a:pt x="553906" y="5190452"/>
                  </a:lnTo>
                  <a:lnTo>
                    <a:pt x="553906" y="5190021"/>
                  </a:lnTo>
                  <a:lnTo>
                    <a:pt x="554064" y="5190021"/>
                  </a:lnTo>
                  <a:lnTo>
                    <a:pt x="554064" y="5189591"/>
                  </a:lnTo>
                  <a:lnTo>
                    <a:pt x="554222" y="5189591"/>
                  </a:lnTo>
                  <a:lnTo>
                    <a:pt x="554222" y="5189160"/>
                  </a:lnTo>
                  <a:lnTo>
                    <a:pt x="554379" y="5189160"/>
                  </a:lnTo>
                  <a:lnTo>
                    <a:pt x="554537" y="5189160"/>
                  </a:lnTo>
                  <a:lnTo>
                    <a:pt x="554537" y="5188730"/>
                  </a:lnTo>
                  <a:lnTo>
                    <a:pt x="554695" y="5188730"/>
                  </a:lnTo>
                  <a:lnTo>
                    <a:pt x="554852" y="5188730"/>
                  </a:lnTo>
                  <a:lnTo>
                    <a:pt x="555010" y="5188730"/>
                  </a:lnTo>
                  <a:lnTo>
                    <a:pt x="555168" y="5188730"/>
                  </a:lnTo>
                  <a:lnTo>
                    <a:pt x="555326" y="5188730"/>
                  </a:lnTo>
                  <a:lnTo>
                    <a:pt x="555483" y="5188730"/>
                  </a:lnTo>
                  <a:lnTo>
                    <a:pt x="555483" y="5188299"/>
                  </a:lnTo>
                  <a:lnTo>
                    <a:pt x="555483" y="5187868"/>
                  </a:lnTo>
                  <a:lnTo>
                    <a:pt x="555483" y="5187438"/>
                  </a:lnTo>
                  <a:lnTo>
                    <a:pt x="555641" y="5187438"/>
                  </a:lnTo>
                  <a:lnTo>
                    <a:pt x="555799" y="5187438"/>
                  </a:lnTo>
                  <a:lnTo>
                    <a:pt x="555956" y="5187438"/>
                  </a:lnTo>
                  <a:lnTo>
                    <a:pt x="556114" y="5187438"/>
                  </a:lnTo>
                  <a:lnTo>
                    <a:pt x="556272" y="5187438"/>
                  </a:lnTo>
                  <a:lnTo>
                    <a:pt x="556430" y="5187438"/>
                  </a:lnTo>
                  <a:lnTo>
                    <a:pt x="556430" y="5187007"/>
                  </a:lnTo>
                  <a:lnTo>
                    <a:pt x="556430" y="5186577"/>
                  </a:lnTo>
                  <a:lnTo>
                    <a:pt x="556430" y="5186146"/>
                  </a:lnTo>
                  <a:lnTo>
                    <a:pt x="556587" y="5186146"/>
                  </a:lnTo>
                  <a:lnTo>
                    <a:pt x="556745" y="5186146"/>
                  </a:lnTo>
                  <a:lnTo>
                    <a:pt x="556903" y="5186146"/>
                  </a:lnTo>
                  <a:lnTo>
                    <a:pt x="556903" y="5185715"/>
                  </a:lnTo>
                  <a:lnTo>
                    <a:pt x="556903" y="5185285"/>
                  </a:lnTo>
                  <a:lnTo>
                    <a:pt x="557060" y="5185285"/>
                  </a:lnTo>
                  <a:lnTo>
                    <a:pt x="557218" y="5185285"/>
                  </a:lnTo>
                  <a:lnTo>
                    <a:pt x="557376" y="5185285"/>
                  </a:lnTo>
                  <a:lnTo>
                    <a:pt x="557534" y="5185285"/>
                  </a:lnTo>
                  <a:lnTo>
                    <a:pt x="557691" y="5185285"/>
                  </a:lnTo>
                  <a:lnTo>
                    <a:pt x="557849" y="5185285"/>
                  </a:lnTo>
                  <a:lnTo>
                    <a:pt x="557849" y="5184854"/>
                  </a:lnTo>
                  <a:lnTo>
                    <a:pt x="558007" y="5184854"/>
                  </a:lnTo>
                  <a:lnTo>
                    <a:pt x="558007" y="5184424"/>
                  </a:lnTo>
                  <a:lnTo>
                    <a:pt x="558007" y="5183993"/>
                  </a:lnTo>
                  <a:lnTo>
                    <a:pt x="558164" y="5183993"/>
                  </a:lnTo>
                  <a:lnTo>
                    <a:pt x="558322" y="5183993"/>
                  </a:lnTo>
                  <a:lnTo>
                    <a:pt x="558322" y="5183562"/>
                  </a:lnTo>
                  <a:lnTo>
                    <a:pt x="558322" y="5183132"/>
                  </a:lnTo>
                  <a:lnTo>
                    <a:pt x="558322" y="5182701"/>
                  </a:lnTo>
                  <a:lnTo>
                    <a:pt x="558480" y="5182701"/>
                  </a:lnTo>
                  <a:lnTo>
                    <a:pt x="558638" y="5182701"/>
                  </a:lnTo>
                  <a:lnTo>
                    <a:pt x="558795" y="5182701"/>
                  </a:lnTo>
                  <a:lnTo>
                    <a:pt x="558795" y="5182271"/>
                  </a:lnTo>
                  <a:lnTo>
                    <a:pt x="558795" y="5181840"/>
                  </a:lnTo>
                  <a:lnTo>
                    <a:pt x="558953" y="5181840"/>
                  </a:lnTo>
                  <a:lnTo>
                    <a:pt x="559111" y="5181840"/>
                  </a:lnTo>
                  <a:lnTo>
                    <a:pt x="559269" y="5181840"/>
                  </a:lnTo>
                  <a:lnTo>
                    <a:pt x="559426" y="5181840"/>
                  </a:lnTo>
                  <a:lnTo>
                    <a:pt x="559584" y="5181840"/>
                  </a:lnTo>
                  <a:lnTo>
                    <a:pt x="559742" y="5181840"/>
                  </a:lnTo>
                  <a:lnTo>
                    <a:pt x="559899" y="5181840"/>
                  </a:lnTo>
                  <a:lnTo>
                    <a:pt x="559899" y="5181409"/>
                  </a:lnTo>
                  <a:lnTo>
                    <a:pt x="560057" y="5181409"/>
                  </a:lnTo>
                  <a:lnTo>
                    <a:pt x="560057" y="5180979"/>
                  </a:lnTo>
                  <a:lnTo>
                    <a:pt x="560057" y="5180548"/>
                  </a:lnTo>
                  <a:lnTo>
                    <a:pt x="560057" y="5180118"/>
                  </a:lnTo>
                  <a:lnTo>
                    <a:pt x="560057" y="5179687"/>
                  </a:lnTo>
                  <a:lnTo>
                    <a:pt x="560057" y="5179256"/>
                  </a:lnTo>
                  <a:lnTo>
                    <a:pt x="560057" y="5178826"/>
                  </a:lnTo>
                  <a:lnTo>
                    <a:pt x="560057" y="5178395"/>
                  </a:lnTo>
                  <a:lnTo>
                    <a:pt x="560057" y="5177965"/>
                  </a:lnTo>
                  <a:lnTo>
                    <a:pt x="560215" y="5177965"/>
                  </a:lnTo>
                  <a:lnTo>
                    <a:pt x="560373" y="5177965"/>
                  </a:lnTo>
                  <a:lnTo>
                    <a:pt x="560530" y="5177965"/>
                  </a:lnTo>
                  <a:lnTo>
                    <a:pt x="560688" y="5177965"/>
                  </a:lnTo>
                  <a:lnTo>
                    <a:pt x="560688" y="5177534"/>
                  </a:lnTo>
                  <a:lnTo>
                    <a:pt x="560846" y="5177534"/>
                  </a:lnTo>
                  <a:lnTo>
                    <a:pt x="561003" y="5177534"/>
                  </a:lnTo>
                  <a:lnTo>
                    <a:pt x="561161" y="5177534"/>
                  </a:lnTo>
                  <a:lnTo>
                    <a:pt x="561161" y="5177103"/>
                  </a:lnTo>
                  <a:lnTo>
                    <a:pt x="561161" y="5176673"/>
                  </a:lnTo>
                  <a:lnTo>
                    <a:pt x="561161" y="5176242"/>
                  </a:lnTo>
                  <a:lnTo>
                    <a:pt x="561319" y="5176242"/>
                  </a:lnTo>
                  <a:lnTo>
                    <a:pt x="561477" y="5176242"/>
                  </a:lnTo>
                  <a:lnTo>
                    <a:pt x="561634" y="5176242"/>
                  </a:lnTo>
                  <a:lnTo>
                    <a:pt x="561634" y="5175812"/>
                  </a:lnTo>
                  <a:lnTo>
                    <a:pt x="561792" y="5175812"/>
                  </a:lnTo>
                  <a:lnTo>
                    <a:pt x="561792" y="5175381"/>
                  </a:lnTo>
                  <a:lnTo>
                    <a:pt x="561950" y="5175381"/>
                  </a:lnTo>
                  <a:lnTo>
                    <a:pt x="561950" y="5174950"/>
                  </a:lnTo>
                  <a:lnTo>
                    <a:pt x="562107" y="5174950"/>
                  </a:lnTo>
                  <a:lnTo>
                    <a:pt x="562107" y="5174520"/>
                  </a:lnTo>
                  <a:lnTo>
                    <a:pt x="562265" y="5174520"/>
                  </a:lnTo>
                  <a:lnTo>
                    <a:pt x="562265" y="5174089"/>
                  </a:lnTo>
                  <a:lnTo>
                    <a:pt x="562265" y="5173659"/>
                  </a:lnTo>
                  <a:lnTo>
                    <a:pt x="562423" y="5173659"/>
                  </a:lnTo>
                  <a:lnTo>
                    <a:pt x="562581" y="5173659"/>
                  </a:lnTo>
                  <a:lnTo>
                    <a:pt x="562738" y="5173659"/>
                  </a:lnTo>
                  <a:lnTo>
                    <a:pt x="562896" y="5173659"/>
                  </a:lnTo>
                  <a:lnTo>
                    <a:pt x="562896" y="5173228"/>
                  </a:lnTo>
                  <a:lnTo>
                    <a:pt x="562896" y="5172797"/>
                  </a:lnTo>
                  <a:lnTo>
                    <a:pt x="563054" y="5172797"/>
                  </a:lnTo>
                  <a:lnTo>
                    <a:pt x="563211" y="5172797"/>
                  </a:lnTo>
                  <a:lnTo>
                    <a:pt x="563369" y="5172797"/>
                  </a:lnTo>
                  <a:lnTo>
                    <a:pt x="563369" y="5172367"/>
                  </a:lnTo>
                  <a:lnTo>
                    <a:pt x="563527" y="5172367"/>
                  </a:lnTo>
                  <a:lnTo>
                    <a:pt x="563685" y="5172367"/>
                  </a:lnTo>
                  <a:lnTo>
                    <a:pt x="563685" y="5171936"/>
                  </a:lnTo>
                  <a:lnTo>
                    <a:pt x="563842" y="5171936"/>
                  </a:lnTo>
                  <a:lnTo>
                    <a:pt x="564000" y="5171936"/>
                  </a:lnTo>
                  <a:lnTo>
                    <a:pt x="564000" y="5171506"/>
                  </a:lnTo>
                  <a:lnTo>
                    <a:pt x="564158" y="5171506"/>
                  </a:lnTo>
                  <a:lnTo>
                    <a:pt x="564315" y="5171506"/>
                  </a:lnTo>
                  <a:lnTo>
                    <a:pt x="564315" y="5171075"/>
                  </a:lnTo>
                  <a:lnTo>
                    <a:pt x="564315" y="5170644"/>
                  </a:lnTo>
                  <a:lnTo>
                    <a:pt x="564473" y="5170644"/>
                  </a:lnTo>
                  <a:lnTo>
                    <a:pt x="564473" y="5170214"/>
                  </a:lnTo>
                  <a:lnTo>
                    <a:pt x="564631" y="5170214"/>
                  </a:lnTo>
                  <a:lnTo>
                    <a:pt x="564789" y="5170214"/>
                  </a:lnTo>
                  <a:lnTo>
                    <a:pt x="564946" y="5170214"/>
                  </a:lnTo>
                  <a:lnTo>
                    <a:pt x="565104" y="5170214"/>
                  </a:lnTo>
                  <a:lnTo>
                    <a:pt x="565104" y="5169783"/>
                  </a:lnTo>
                  <a:lnTo>
                    <a:pt x="565262" y="5169783"/>
                  </a:lnTo>
                  <a:lnTo>
                    <a:pt x="565262" y="5169353"/>
                  </a:lnTo>
                  <a:lnTo>
                    <a:pt x="565420" y="5169353"/>
                  </a:lnTo>
                  <a:lnTo>
                    <a:pt x="565420" y="5168922"/>
                  </a:lnTo>
                  <a:lnTo>
                    <a:pt x="565577" y="5168922"/>
                  </a:lnTo>
                  <a:lnTo>
                    <a:pt x="565735" y="5168922"/>
                  </a:lnTo>
                  <a:lnTo>
                    <a:pt x="565893" y="5168922"/>
                  </a:lnTo>
                  <a:lnTo>
                    <a:pt x="566050" y="5168922"/>
                  </a:lnTo>
                  <a:lnTo>
                    <a:pt x="566050" y="5168491"/>
                  </a:lnTo>
                  <a:lnTo>
                    <a:pt x="566050" y="5168061"/>
                  </a:lnTo>
                  <a:lnTo>
                    <a:pt x="566208" y="5168061"/>
                  </a:lnTo>
                  <a:lnTo>
                    <a:pt x="566366" y="5168061"/>
                  </a:lnTo>
                  <a:lnTo>
                    <a:pt x="566366" y="5167630"/>
                  </a:lnTo>
                  <a:lnTo>
                    <a:pt x="566524" y="5167630"/>
                  </a:lnTo>
                  <a:lnTo>
                    <a:pt x="566681" y="5167630"/>
                  </a:lnTo>
                  <a:lnTo>
                    <a:pt x="566839" y="5167630"/>
                  </a:lnTo>
                  <a:lnTo>
                    <a:pt x="566839" y="5167200"/>
                  </a:lnTo>
                  <a:lnTo>
                    <a:pt x="566839" y="5166769"/>
                  </a:lnTo>
                  <a:lnTo>
                    <a:pt x="566997" y="5166769"/>
                  </a:lnTo>
                  <a:lnTo>
                    <a:pt x="566997" y="5166338"/>
                  </a:lnTo>
                  <a:lnTo>
                    <a:pt x="567154" y="5166338"/>
                  </a:lnTo>
                  <a:lnTo>
                    <a:pt x="567154" y="5165908"/>
                  </a:lnTo>
                  <a:lnTo>
                    <a:pt x="567312" y="5165908"/>
                  </a:lnTo>
                  <a:lnTo>
                    <a:pt x="567312" y="5165477"/>
                  </a:lnTo>
                  <a:lnTo>
                    <a:pt x="567470" y="5165477"/>
                  </a:lnTo>
                  <a:lnTo>
                    <a:pt x="567628" y="5165477"/>
                  </a:lnTo>
                  <a:lnTo>
                    <a:pt x="567785" y="5165477"/>
                  </a:lnTo>
                  <a:lnTo>
                    <a:pt x="567943" y="5165477"/>
                  </a:lnTo>
                  <a:lnTo>
                    <a:pt x="567943" y="5165047"/>
                  </a:lnTo>
                  <a:lnTo>
                    <a:pt x="567943" y="5164616"/>
                  </a:lnTo>
                  <a:lnTo>
                    <a:pt x="568101" y="5164616"/>
                  </a:lnTo>
                  <a:lnTo>
                    <a:pt x="568101" y="5164185"/>
                  </a:lnTo>
                  <a:lnTo>
                    <a:pt x="568258" y="5164185"/>
                  </a:lnTo>
                  <a:lnTo>
                    <a:pt x="568258" y="5163755"/>
                  </a:lnTo>
                  <a:lnTo>
                    <a:pt x="568416" y="5163755"/>
                  </a:lnTo>
                  <a:lnTo>
                    <a:pt x="568416" y="5163324"/>
                  </a:lnTo>
                  <a:lnTo>
                    <a:pt x="568416" y="5162894"/>
                  </a:lnTo>
                  <a:lnTo>
                    <a:pt x="568416" y="5162463"/>
                  </a:lnTo>
                  <a:lnTo>
                    <a:pt x="568574" y="5162463"/>
                  </a:lnTo>
                  <a:lnTo>
                    <a:pt x="568732" y="5162463"/>
                  </a:lnTo>
                  <a:lnTo>
                    <a:pt x="568889" y="5162463"/>
                  </a:lnTo>
                  <a:lnTo>
                    <a:pt x="568889" y="5162032"/>
                  </a:lnTo>
                  <a:lnTo>
                    <a:pt x="568889" y="5161602"/>
                  </a:lnTo>
                  <a:lnTo>
                    <a:pt x="569047" y="5161602"/>
                  </a:lnTo>
                  <a:lnTo>
                    <a:pt x="569047" y="5161171"/>
                  </a:lnTo>
                  <a:lnTo>
                    <a:pt x="569205" y="5161171"/>
                  </a:lnTo>
                  <a:lnTo>
                    <a:pt x="569362" y="5161171"/>
                  </a:lnTo>
                  <a:lnTo>
                    <a:pt x="569520" y="5161171"/>
                  </a:lnTo>
                  <a:lnTo>
                    <a:pt x="569678" y="5161171"/>
                  </a:lnTo>
                  <a:lnTo>
                    <a:pt x="569836" y="5161171"/>
                  </a:lnTo>
                  <a:lnTo>
                    <a:pt x="569993" y="5161171"/>
                  </a:lnTo>
                  <a:lnTo>
                    <a:pt x="569993" y="5160741"/>
                  </a:lnTo>
                  <a:lnTo>
                    <a:pt x="570151" y="5160741"/>
                  </a:lnTo>
                  <a:lnTo>
                    <a:pt x="570309" y="5160741"/>
                  </a:lnTo>
                  <a:lnTo>
                    <a:pt x="570309" y="5160310"/>
                  </a:lnTo>
                  <a:lnTo>
                    <a:pt x="570467" y="5160310"/>
                  </a:lnTo>
                  <a:lnTo>
                    <a:pt x="570467" y="5159879"/>
                  </a:lnTo>
                  <a:lnTo>
                    <a:pt x="570467" y="5159449"/>
                  </a:lnTo>
                  <a:lnTo>
                    <a:pt x="570624" y="5159449"/>
                  </a:lnTo>
                  <a:lnTo>
                    <a:pt x="570624" y="5159018"/>
                  </a:lnTo>
                  <a:lnTo>
                    <a:pt x="570782" y="5159018"/>
                  </a:lnTo>
                  <a:lnTo>
                    <a:pt x="570940" y="5159018"/>
                  </a:lnTo>
                  <a:lnTo>
                    <a:pt x="570940" y="5158588"/>
                  </a:lnTo>
                  <a:lnTo>
                    <a:pt x="571097" y="5158588"/>
                  </a:lnTo>
                  <a:lnTo>
                    <a:pt x="571255" y="5158588"/>
                  </a:lnTo>
                  <a:lnTo>
                    <a:pt x="571413" y="5158588"/>
                  </a:lnTo>
                  <a:lnTo>
                    <a:pt x="571413" y="5158157"/>
                  </a:lnTo>
                  <a:lnTo>
                    <a:pt x="571571" y="5158157"/>
                  </a:lnTo>
                  <a:lnTo>
                    <a:pt x="571571" y="5157726"/>
                  </a:lnTo>
                  <a:lnTo>
                    <a:pt x="571728" y="5157726"/>
                  </a:lnTo>
                  <a:lnTo>
                    <a:pt x="571728" y="5157296"/>
                  </a:lnTo>
                  <a:lnTo>
                    <a:pt x="571886" y="5157296"/>
                  </a:lnTo>
                  <a:lnTo>
                    <a:pt x="572044" y="5157296"/>
                  </a:lnTo>
                  <a:lnTo>
                    <a:pt x="572201" y="5157296"/>
                  </a:lnTo>
                  <a:lnTo>
                    <a:pt x="572359" y="5157296"/>
                  </a:lnTo>
                  <a:lnTo>
                    <a:pt x="572359" y="5156865"/>
                  </a:lnTo>
                  <a:lnTo>
                    <a:pt x="572517" y="5156865"/>
                  </a:lnTo>
                  <a:lnTo>
                    <a:pt x="572675" y="5156865"/>
                  </a:lnTo>
                  <a:lnTo>
                    <a:pt x="572832" y="5156865"/>
                  </a:lnTo>
                  <a:lnTo>
                    <a:pt x="572990" y="5156865"/>
                  </a:lnTo>
                  <a:lnTo>
                    <a:pt x="573148" y="5156865"/>
                  </a:lnTo>
                  <a:lnTo>
                    <a:pt x="573305" y="5156865"/>
                  </a:lnTo>
                  <a:lnTo>
                    <a:pt x="573463" y="5156865"/>
                  </a:lnTo>
                  <a:lnTo>
                    <a:pt x="573621" y="5156865"/>
                  </a:lnTo>
                  <a:lnTo>
                    <a:pt x="573621" y="5156435"/>
                  </a:lnTo>
                  <a:lnTo>
                    <a:pt x="573621" y="5156004"/>
                  </a:lnTo>
                  <a:lnTo>
                    <a:pt x="573779" y="5156004"/>
                  </a:lnTo>
                  <a:lnTo>
                    <a:pt x="573779" y="5155573"/>
                  </a:lnTo>
                  <a:lnTo>
                    <a:pt x="573779" y="5155143"/>
                  </a:lnTo>
                  <a:lnTo>
                    <a:pt x="573936" y="5155143"/>
                  </a:lnTo>
                  <a:lnTo>
                    <a:pt x="574094" y="5155143"/>
                  </a:lnTo>
                  <a:lnTo>
                    <a:pt x="574252" y="5155143"/>
                  </a:lnTo>
                  <a:lnTo>
                    <a:pt x="574252" y="5154712"/>
                  </a:lnTo>
                  <a:lnTo>
                    <a:pt x="574252" y="5154282"/>
                  </a:lnTo>
                  <a:lnTo>
                    <a:pt x="574252" y="5153851"/>
                  </a:lnTo>
                  <a:lnTo>
                    <a:pt x="574409" y="5153851"/>
                  </a:lnTo>
                  <a:lnTo>
                    <a:pt x="574409" y="5153420"/>
                  </a:lnTo>
                  <a:lnTo>
                    <a:pt x="574567" y="5153420"/>
                  </a:lnTo>
                  <a:lnTo>
                    <a:pt x="574725" y="5153420"/>
                  </a:lnTo>
                  <a:lnTo>
                    <a:pt x="574883" y="5153420"/>
                  </a:lnTo>
                  <a:lnTo>
                    <a:pt x="574883" y="5152990"/>
                  </a:lnTo>
                  <a:lnTo>
                    <a:pt x="574883" y="5152559"/>
                  </a:lnTo>
                  <a:lnTo>
                    <a:pt x="574883" y="5152129"/>
                  </a:lnTo>
                  <a:lnTo>
                    <a:pt x="575040" y="5152129"/>
                  </a:lnTo>
                  <a:lnTo>
                    <a:pt x="575040" y="5151698"/>
                  </a:lnTo>
                  <a:lnTo>
                    <a:pt x="575198" y="5151698"/>
                  </a:lnTo>
                  <a:lnTo>
                    <a:pt x="575198" y="5151267"/>
                  </a:lnTo>
                  <a:lnTo>
                    <a:pt x="575198" y="5150837"/>
                  </a:lnTo>
                  <a:lnTo>
                    <a:pt x="575356" y="5150837"/>
                  </a:lnTo>
                  <a:lnTo>
                    <a:pt x="575356" y="5150406"/>
                  </a:lnTo>
                  <a:lnTo>
                    <a:pt x="575356" y="5149976"/>
                  </a:lnTo>
                  <a:lnTo>
                    <a:pt x="575513" y="5149976"/>
                  </a:lnTo>
                  <a:lnTo>
                    <a:pt x="575671" y="5149976"/>
                  </a:lnTo>
                  <a:lnTo>
                    <a:pt x="575829" y="5149976"/>
                  </a:lnTo>
                  <a:lnTo>
                    <a:pt x="575987" y="5149976"/>
                  </a:lnTo>
                  <a:lnTo>
                    <a:pt x="576144" y="5149976"/>
                  </a:lnTo>
                  <a:lnTo>
                    <a:pt x="576302" y="5149976"/>
                  </a:lnTo>
                  <a:lnTo>
                    <a:pt x="576302" y="5149545"/>
                  </a:lnTo>
                  <a:lnTo>
                    <a:pt x="576460" y="5149545"/>
                  </a:lnTo>
                  <a:lnTo>
                    <a:pt x="576618" y="5149545"/>
                  </a:lnTo>
                  <a:lnTo>
                    <a:pt x="576775" y="5149545"/>
                  </a:lnTo>
                  <a:lnTo>
                    <a:pt x="576775" y="5149114"/>
                  </a:lnTo>
                  <a:lnTo>
                    <a:pt x="576775" y="5148684"/>
                  </a:lnTo>
                  <a:lnTo>
                    <a:pt x="576933" y="5148684"/>
                  </a:lnTo>
                  <a:lnTo>
                    <a:pt x="576933" y="5148253"/>
                  </a:lnTo>
                  <a:lnTo>
                    <a:pt x="577091" y="5148253"/>
                  </a:lnTo>
                  <a:lnTo>
                    <a:pt x="577248" y="5148253"/>
                  </a:lnTo>
                  <a:lnTo>
                    <a:pt x="577406" y="5148253"/>
                  </a:lnTo>
                  <a:lnTo>
                    <a:pt x="577564" y="5148253"/>
                  </a:lnTo>
                  <a:lnTo>
                    <a:pt x="577722" y="5148253"/>
                  </a:lnTo>
                  <a:lnTo>
                    <a:pt x="577879" y="5148253"/>
                  </a:lnTo>
                  <a:lnTo>
                    <a:pt x="578037" y="5148253"/>
                  </a:lnTo>
                  <a:lnTo>
                    <a:pt x="578195" y="5148253"/>
                  </a:lnTo>
                  <a:lnTo>
                    <a:pt x="578352" y="5148253"/>
                  </a:lnTo>
                  <a:lnTo>
                    <a:pt x="578510" y="5148253"/>
                  </a:lnTo>
                  <a:lnTo>
                    <a:pt x="578668" y="5148253"/>
                  </a:lnTo>
                  <a:lnTo>
                    <a:pt x="578668" y="5147823"/>
                  </a:lnTo>
                  <a:lnTo>
                    <a:pt x="578668" y="5147392"/>
                  </a:lnTo>
                  <a:lnTo>
                    <a:pt x="578826" y="5147392"/>
                  </a:lnTo>
                  <a:lnTo>
                    <a:pt x="578826" y="5146961"/>
                  </a:lnTo>
                  <a:lnTo>
                    <a:pt x="578826" y="5146531"/>
                  </a:lnTo>
                  <a:lnTo>
                    <a:pt x="578826" y="5146100"/>
                  </a:lnTo>
                  <a:lnTo>
                    <a:pt x="578826" y="5145670"/>
                  </a:lnTo>
                  <a:lnTo>
                    <a:pt x="578826" y="5145239"/>
                  </a:lnTo>
                  <a:lnTo>
                    <a:pt x="578983" y="5145239"/>
                  </a:lnTo>
                  <a:lnTo>
                    <a:pt x="579141" y="5145239"/>
                  </a:lnTo>
                  <a:lnTo>
                    <a:pt x="579299" y="5145239"/>
                  </a:lnTo>
                  <a:lnTo>
                    <a:pt x="579299" y="5144808"/>
                  </a:lnTo>
                  <a:lnTo>
                    <a:pt x="579456" y="5144808"/>
                  </a:lnTo>
                  <a:lnTo>
                    <a:pt x="579614" y="5144808"/>
                  </a:lnTo>
                  <a:lnTo>
                    <a:pt x="579614" y="5144378"/>
                  </a:lnTo>
                  <a:lnTo>
                    <a:pt x="579772" y="5144378"/>
                  </a:lnTo>
                  <a:lnTo>
                    <a:pt x="579772" y="5143947"/>
                  </a:lnTo>
                  <a:lnTo>
                    <a:pt x="579930" y="5143947"/>
                  </a:lnTo>
                  <a:lnTo>
                    <a:pt x="580087" y="5143947"/>
                  </a:lnTo>
                  <a:lnTo>
                    <a:pt x="580245" y="5143947"/>
                  </a:lnTo>
                  <a:lnTo>
                    <a:pt x="580403" y="5143947"/>
                  </a:lnTo>
                  <a:lnTo>
                    <a:pt x="580403" y="5143517"/>
                  </a:lnTo>
                  <a:lnTo>
                    <a:pt x="580403" y="5143086"/>
                  </a:lnTo>
                  <a:lnTo>
                    <a:pt x="580403" y="5142655"/>
                  </a:lnTo>
                  <a:lnTo>
                    <a:pt x="580560" y="5142655"/>
                  </a:lnTo>
                  <a:lnTo>
                    <a:pt x="580560" y="5142225"/>
                  </a:lnTo>
                  <a:lnTo>
                    <a:pt x="580718" y="5142225"/>
                  </a:lnTo>
                  <a:lnTo>
                    <a:pt x="580876" y="5142225"/>
                  </a:lnTo>
                  <a:lnTo>
                    <a:pt x="580876" y="5141794"/>
                  </a:lnTo>
                  <a:lnTo>
                    <a:pt x="581034" y="5141794"/>
                  </a:lnTo>
                  <a:lnTo>
                    <a:pt x="581191" y="5141794"/>
                  </a:lnTo>
                  <a:lnTo>
                    <a:pt x="581349" y="5141794"/>
                  </a:lnTo>
                  <a:lnTo>
                    <a:pt x="581507" y="5141794"/>
                  </a:lnTo>
                  <a:lnTo>
                    <a:pt x="581507" y="5141364"/>
                  </a:lnTo>
                  <a:lnTo>
                    <a:pt x="581665" y="5141364"/>
                  </a:lnTo>
                  <a:lnTo>
                    <a:pt x="581665" y="5140933"/>
                  </a:lnTo>
                  <a:lnTo>
                    <a:pt x="581822" y="5140933"/>
                  </a:lnTo>
                  <a:lnTo>
                    <a:pt x="581822" y="5140502"/>
                  </a:lnTo>
                  <a:lnTo>
                    <a:pt x="581980" y="5140502"/>
                  </a:lnTo>
                  <a:lnTo>
                    <a:pt x="581980" y="5140072"/>
                  </a:lnTo>
                  <a:lnTo>
                    <a:pt x="582138" y="5140072"/>
                  </a:lnTo>
                  <a:lnTo>
                    <a:pt x="582295" y="5140072"/>
                  </a:lnTo>
                  <a:lnTo>
                    <a:pt x="582295" y="5139641"/>
                  </a:lnTo>
                  <a:lnTo>
                    <a:pt x="582453" y="5139641"/>
                  </a:lnTo>
                  <a:lnTo>
                    <a:pt x="582611" y="5139641"/>
                  </a:lnTo>
                  <a:lnTo>
                    <a:pt x="582611" y="5139211"/>
                  </a:lnTo>
                  <a:lnTo>
                    <a:pt x="582611" y="5138780"/>
                  </a:lnTo>
                  <a:lnTo>
                    <a:pt x="582769" y="5138780"/>
                  </a:lnTo>
                  <a:lnTo>
                    <a:pt x="582926" y="5138780"/>
                  </a:lnTo>
                  <a:lnTo>
                    <a:pt x="582926" y="5138349"/>
                  </a:lnTo>
                  <a:lnTo>
                    <a:pt x="582926" y="5137919"/>
                  </a:lnTo>
                  <a:lnTo>
                    <a:pt x="582926" y="5137488"/>
                  </a:lnTo>
                  <a:lnTo>
                    <a:pt x="583084" y="5137488"/>
                  </a:lnTo>
                  <a:lnTo>
                    <a:pt x="583242" y="5137488"/>
                  </a:lnTo>
                  <a:lnTo>
                    <a:pt x="583399" y="5137488"/>
                  </a:lnTo>
                  <a:lnTo>
                    <a:pt x="583557" y="5137488"/>
                  </a:lnTo>
                  <a:lnTo>
                    <a:pt x="583715" y="5137488"/>
                  </a:lnTo>
                  <a:lnTo>
                    <a:pt x="583873" y="5137488"/>
                  </a:lnTo>
                  <a:lnTo>
                    <a:pt x="584030" y="5137488"/>
                  </a:lnTo>
                  <a:lnTo>
                    <a:pt x="584030" y="5137058"/>
                  </a:lnTo>
                  <a:lnTo>
                    <a:pt x="584188" y="5137058"/>
                  </a:lnTo>
                  <a:lnTo>
                    <a:pt x="584188" y="5136627"/>
                  </a:lnTo>
                  <a:lnTo>
                    <a:pt x="584188" y="5136196"/>
                  </a:lnTo>
                  <a:lnTo>
                    <a:pt x="584346" y="5136196"/>
                  </a:lnTo>
                  <a:lnTo>
                    <a:pt x="584346" y="5135766"/>
                  </a:lnTo>
                  <a:lnTo>
                    <a:pt x="584346" y="5135335"/>
                  </a:lnTo>
                  <a:lnTo>
                    <a:pt x="584346" y="5134905"/>
                  </a:lnTo>
                  <a:lnTo>
                    <a:pt x="584503" y="5134905"/>
                  </a:lnTo>
                  <a:lnTo>
                    <a:pt x="584503" y="5134474"/>
                  </a:lnTo>
                  <a:lnTo>
                    <a:pt x="584503" y="5134043"/>
                  </a:lnTo>
                  <a:lnTo>
                    <a:pt x="584661" y="5134043"/>
                  </a:lnTo>
                  <a:lnTo>
                    <a:pt x="584819" y="5134043"/>
                  </a:lnTo>
                  <a:lnTo>
                    <a:pt x="584977" y="5134043"/>
                  </a:lnTo>
                  <a:lnTo>
                    <a:pt x="585134" y="5134043"/>
                  </a:lnTo>
                  <a:lnTo>
                    <a:pt x="585134" y="5133613"/>
                  </a:lnTo>
                  <a:lnTo>
                    <a:pt x="585134" y="5133182"/>
                  </a:lnTo>
                  <a:lnTo>
                    <a:pt x="585134" y="5132752"/>
                  </a:lnTo>
                  <a:lnTo>
                    <a:pt x="585292" y="5132752"/>
                  </a:lnTo>
                  <a:lnTo>
                    <a:pt x="585450" y="5132752"/>
                  </a:lnTo>
                  <a:lnTo>
                    <a:pt x="585450" y="5132321"/>
                  </a:lnTo>
                  <a:lnTo>
                    <a:pt x="585450" y="5131890"/>
                  </a:lnTo>
                  <a:lnTo>
                    <a:pt x="585607" y="5131890"/>
                  </a:lnTo>
                  <a:lnTo>
                    <a:pt x="585765" y="5131890"/>
                  </a:lnTo>
                  <a:lnTo>
                    <a:pt x="585923" y="5131890"/>
                  </a:lnTo>
                  <a:lnTo>
                    <a:pt x="585923" y="5131460"/>
                  </a:lnTo>
                  <a:lnTo>
                    <a:pt x="586081" y="5131460"/>
                  </a:lnTo>
                  <a:lnTo>
                    <a:pt x="586081" y="5131029"/>
                  </a:lnTo>
                  <a:lnTo>
                    <a:pt x="586238" y="5131029"/>
                  </a:lnTo>
                  <a:lnTo>
                    <a:pt x="586396" y="5131029"/>
                  </a:lnTo>
                  <a:lnTo>
                    <a:pt x="586396" y="5130599"/>
                  </a:lnTo>
                  <a:lnTo>
                    <a:pt x="586554" y="5130599"/>
                  </a:lnTo>
                  <a:lnTo>
                    <a:pt x="586554" y="5130168"/>
                  </a:lnTo>
                  <a:lnTo>
                    <a:pt x="586711" y="5130168"/>
                  </a:lnTo>
                  <a:lnTo>
                    <a:pt x="586869" y="5130168"/>
                  </a:lnTo>
                  <a:lnTo>
                    <a:pt x="587027" y="5130168"/>
                  </a:lnTo>
                  <a:lnTo>
                    <a:pt x="587185" y="5130168"/>
                  </a:lnTo>
                  <a:lnTo>
                    <a:pt x="587342" y="5130168"/>
                  </a:lnTo>
                  <a:lnTo>
                    <a:pt x="587500" y="5130168"/>
                  </a:lnTo>
                  <a:lnTo>
                    <a:pt x="587658" y="5130168"/>
                  </a:lnTo>
                  <a:lnTo>
                    <a:pt x="587816" y="5130168"/>
                  </a:lnTo>
                  <a:lnTo>
                    <a:pt x="587816" y="5129737"/>
                  </a:lnTo>
                  <a:lnTo>
                    <a:pt x="587973" y="5129737"/>
                  </a:lnTo>
                  <a:lnTo>
                    <a:pt x="588131" y="5129737"/>
                  </a:lnTo>
                  <a:lnTo>
                    <a:pt x="588289" y="5129737"/>
                  </a:lnTo>
                  <a:lnTo>
                    <a:pt x="588289" y="5129307"/>
                  </a:lnTo>
                  <a:lnTo>
                    <a:pt x="588446" y="5129307"/>
                  </a:lnTo>
                  <a:lnTo>
                    <a:pt x="588446" y="5128876"/>
                  </a:lnTo>
                  <a:lnTo>
                    <a:pt x="588604" y="5128876"/>
                  </a:lnTo>
                  <a:lnTo>
                    <a:pt x="588604" y="5128446"/>
                  </a:lnTo>
                  <a:lnTo>
                    <a:pt x="588762" y="5128446"/>
                  </a:lnTo>
                  <a:lnTo>
                    <a:pt x="588920" y="5128446"/>
                  </a:lnTo>
                  <a:lnTo>
                    <a:pt x="589077" y="5128446"/>
                  </a:lnTo>
                  <a:lnTo>
                    <a:pt x="589235" y="5128446"/>
                  </a:lnTo>
                  <a:lnTo>
                    <a:pt x="589235" y="5128015"/>
                  </a:lnTo>
                  <a:lnTo>
                    <a:pt x="589393" y="5128015"/>
                  </a:lnTo>
                  <a:lnTo>
                    <a:pt x="589393" y="5127584"/>
                  </a:lnTo>
                  <a:lnTo>
                    <a:pt x="589393" y="5127154"/>
                  </a:lnTo>
                  <a:lnTo>
                    <a:pt x="589550" y="5127154"/>
                  </a:lnTo>
                  <a:lnTo>
                    <a:pt x="589708" y="5127154"/>
                  </a:lnTo>
                  <a:lnTo>
                    <a:pt x="589866" y="5127154"/>
                  </a:lnTo>
                  <a:lnTo>
                    <a:pt x="589866" y="5126723"/>
                  </a:lnTo>
                  <a:lnTo>
                    <a:pt x="590024" y="5126723"/>
                  </a:lnTo>
                  <a:lnTo>
                    <a:pt x="590181" y="5126723"/>
                  </a:lnTo>
                  <a:lnTo>
                    <a:pt x="590339" y="5126723"/>
                  </a:lnTo>
                  <a:lnTo>
                    <a:pt x="590339" y="5126293"/>
                  </a:lnTo>
                  <a:lnTo>
                    <a:pt x="590497" y="5126293"/>
                  </a:lnTo>
                  <a:lnTo>
                    <a:pt x="590654" y="5126293"/>
                  </a:lnTo>
                  <a:lnTo>
                    <a:pt x="590654" y="5125862"/>
                  </a:lnTo>
                  <a:lnTo>
                    <a:pt x="590812" y="5125862"/>
                  </a:lnTo>
                  <a:lnTo>
                    <a:pt x="590970" y="5125862"/>
                  </a:lnTo>
                  <a:lnTo>
                    <a:pt x="590970" y="5125431"/>
                  </a:lnTo>
                  <a:lnTo>
                    <a:pt x="591128" y="5125431"/>
                  </a:lnTo>
                  <a:lnTo>
                    <a:pt x="591285" y="5125431"/>
                  </a:lnTo>
                  <a:lnTo>
                    <a:pt x="591443" y="5125431"/>
                  </a:lnTo>
                  <a:lnTo>
                    <a:pt x="591601" y="5125431"/>
                  </a:lnTo>
                  <a:lnTo>
                    <a:pt x="591758" y="5125431"/>
                  </a:lnTo>
                  <a:lnTo>
                    <a:pt x="591916" y="5125431"/>
                  </a:lnTo>
                  <a:lnTo>
                    <a:pt x="592074" y="5125431"/>
                  </a:lnTo>
                  <a:lnTo>
                    <a:pt x="592232" y="5125431"/>
                  </a:lnTo>
                  <a:lnTo>
                    <a:pt x="592389" y="5125431"/>
                  </a:lnTo>
                  <a:lnTo>
                    <a:pt x="592547" y="5125431"/>
                  </a:lnTo>
                  <a:lnTo>
                    <a:pt x="592547" y="5125001"/>
                  </a:lnTo>
                  <a:lnTo>
                    <a:pt x="592547" y="5124570"/>
                  </a:lnTo>
                  <a:lnTo>
                    <a:pt x="592705" y="5124570"/>
                  </a:lnTo>
                  <a:lnTo>
                    <a:pt x="592705" y="5124140"/>
                  </a:lnTo>
                  <a:lnTo>
                    <a:pt x="592705" y="5123709"/>
                  </a:lnTo>
                  <a:lnTo>
                    <a:pt x="592705" y="5123278"/>
                  </a:lnTo>
                  <a:lnTo>
                    <a:pt x="592705" y="5122848"/>
                  </a:lnTo>
                  <a:lnTo>
                    <a:pt x="592863" y="5122848"/>
                  </a:lnTo>
                  <a:lnTo>
                    <a:pt x="592863" y="5122417"/>
                  </a:lnTo>
                  <a:lnTo>
                    <a:pt x="592863" y="5121987"/>
                  </a:lnTo>
                  <a:lnTo>
                    <a:pt x="593020" y="5121987"/>
                  </a:lnTo>
                  <a:lnTo>
                    <a:pt x="593178" y="5121987"/>
                  </a:lnTo>
                  <a:lnTo>
                    <a:pt x="593336" y="5121987"/>
                  </a:lnTo>
                  <a:lnTo>
                    <a:pt x="593493" y="5121987"/>
                  </a:lnTo>
                  <a:lnTo>
                    <a:pt x="593493" y="5121556"/>
                  </a:lnTo>
                  <a:lnTo>
                    <a:pt x="593651" y="5121556"/>
                  </a:lnTo>
                  <a:lnTo>
                    <a:pt x="593651" y="5121125"/>
                  </a:lnTo>
                  <a:lnTo>
                    <a:pt x="593809" y="5121125"/>
                  </a:lnTo>
                  <a:lnTo>
                    <a:pt x="593967" y="5121125"/>
                  </a:lnTo>
                  <a:lnTo>
                    <a:pt x="593967" y="5120695"/>
                  </a:lnTo>
                  <a:lnTo>
                    <a:pt x="593967" y="5120264"/>
                  </a:lnTo>
                  <a:lnTo>
                    <a:pt x="593967" y="5119834"/>
                  </a:lnTo>
                  <a:lnTo>
                    <a:pt x="594124" y="5119834"/>
                  </a:lnTo>
                  <a:lnTo>
                    <a:pt x="594282" y="5119834"/>
                  </a:lnTo>
                  <a:lnTo>
                    <a:pt x="594282" y="5119403"/>
                  </a:lnTo>
                  <a:lnTo>
                    <a:pt x="594440" y="5119403"/>
                  </a:lnTo>
                  <a:lnTo>
                    <a:pt x="594597" y="5119403"/>
                  </a:lnTo>
                  <a:lnTo>
                    <a:pt x="594755" y="5119403"/>
                  </a:lnTo>
                  <a:lnTo>
                    <a:pt x="594913" y="5119403"/>
                  </a:lnTo>
                  <a:lnTo>
                    <a:pt x="594913" y="5118972"/>
                  </a:lnTo>
                  <a:lnTo>
                    <a:pt x="594913" y="5118542"/>
                  </a:lnTo>
                  <a:lnTo>
                    <a:pt x="595071" y="5118542"/>
                  </a:lnTo>
                  <a:lnTo>
                    <a:pt x="595228" y="5118542"/>
                  </a:lnTo>
                  <a:lnTo>
                    <a:pt x="595386" y="5118542"/>
                  </a:lnTo>
                  <a:lnTo>
                    <a:pt x="595544" y="5118542"/>
                  </a:lnTo>
                  <a:lnTo>
                    <a:pt x="595544" y="5118111"/>
                  </a:lnTo>
                  <a:lnTo>
                    <a:pt x="595544" y="5117681"/>
                  </a:lnTo>
                  <a:lnTo>
                    <a:pt x="595701" y="5117681"/>
                  </a:lnTo>
                  <a:lnTo>
                    <a:pt x="595859" y="5117681"/>
                  </a:lnTo>
                  <a:lnTo>
                    <a:pt x="595859" y="5117250"/>
                  </a:lnTo>
                  <a:lnTo>
                    <a:pt x="596017" y="5117250"/>
                  </a:lnTo>
                  <a:lnTo>
                    <a:pt x="596175" y="5117250"/>
                  </a:lnTo>
                  <a:lnTo>
                    <a:pt x="596175" y="5116819"/>
                  </a:lnTo>
                  <a:lnTo>
                    <a:pt x="596175" y="5116389"/>
                  </a:lnTo>
                  <a:lnTo>
                    <a:pt x="596332" y="5116389"/>
                  </a:lnTo>
                  <a:lnTo>
                    <a:pt x="596490" y="5116389"/>
                  </a:lnTo>
                  <a:lnTo>
                    <a:pt x="596648" y="5116389"/>
                  </a:lnTo>
                  <a:lnTo>
                    <a:pt x="596805" y="5116389"/>
                  </a:lnTo>
                  <a:lnTo>
                    <a:pt x="596805" y="5115958"/>
                  </a:lnTo>
                  <a:lnTo>
                    <a:pt x="596805" y="5115528"/>
                  </a:lnTo>
                  <a:lnTo>
                    <a:pt x="596963" y="5115528"/>
                  </a:lnTo>
                  <a:lnTo>
                    <a:pt x="596963" y="5115097"/>
                  </a:lnTo>
                  <a:lnTo>
                    <a:pt x="597121" y="5115097"/>
                  </a:lnTo>
                  <a:lnTo>
                    <a:pt x="597121" y="5114666"/>
                  </a:lnTo>
                  <a:lnTo>
                    <a:pt x="597279" y="5114666"/>
                  </a:lnTo>
                  <a:lnTo>
                    <a:pt x="597436" y="5114666"/>
                  </a:lnTo>
                  <a:lnTo>
                    <a:pt x="597594" y="5114666"/>
                  </a:lnTo>
                  <a:lnTo>
                    <a:pt x="597594" y="5114236"/>
                  </a:lnTo>
                  <a:lnTo>
                    <a:pt x="597752" y="5114236"/>
                  </a:lnTo>
                  <a:lnTo>
                    <a:pt x="597752" y="5113805"/>
                  </a:lnTo>
                  <a:lnTo>
                    <a:pt x="597909" y="5113805"/>
                  </a:lnTo>
                  <a:lnTo>
                    <a:pt x="598067" y="5113805"/>
                  </a:lnTo>
                  <a:lnTo>
                    <a:pt x="598225" y="5113805"/>
                  </a:lnTo>
                  <a:lnTo>
                    <a:pt x="598383" y="5113805"/>
                  </a:lnTo>
                  <a:lnTo>
                    <a:pt x="598540" y="5113805"/>
                  </a:lnTo>
                  <a:lnTo>
                    <a:pt x="598540" y="5113375"/>
                  </a:lnTo>
                  <a:lnTo>
                    <a:pt x="598540" y="5112944"/>
                  </a:lnTo>
                  <a:lnTo>
                    <a:pt x="598698" y="5112944"/>
                  </a:lnTo>
                  <a:lnTo>
                    <a:pt x="598856" y="5112944"/>
                  </a:lnTo>
                  <a:lnTo>
                    <a:pt x="598856" y="5112513"/>
                  </a:lnTo>
                  <a:lnTo>
                    <a:pt x="599014" y="5112513"/>
                  </a:lnTo>
                  <a:lnTo>
                    <a:pt x="599171" y="5112513"/>
                  </a:lnTo>
                  <a:lnTo>
                    <a:pt x="599329" y="5112513"/>
                  </a:lnTo>
                  <a:lnTo>
                    <a:pt x="599329" y="5112083"/>
                  </a:lnTo>
                  <a:lnTo>
                    <a:pt x="599487" y="5112083"/>
                  </a:lnTo>
                  <a:lnTo>
                    <a:pt x="599487" y="5111652"/>
                  </a:lnTo>
                  <a:lnTo>
                    <a:pt x="599644" y="5111652"/>
                  </a:lnTo>
                  <a:lnTo>
                    <a:pt x="599644" y="5111222"/>
                  </a:lnTo>
                  <a:lnTo>
                    <a:pt x="599644" y="5110791"/>
                  </a:lnTo>
                  <a:lnTo>
                    <a:pt x="599802" y="5110791"/>
                  </a:lnTo>
                  <a:lnTo>
                    <a:pt x="599960" y="5110791"/>
                  </a:lnTo>
                  <a:lnTo>
                    <a:pt x="600118" y="5110791"/>
                  </a:lnTo>
                  <a:lnTo>
                    <a:pt x="600275" y="5110791"/>
                  </a:lnTo>
                  <a:lnTo>
                    <a:pt x="600433" y="5110791"/>
                  </a:lnTo>
                  <a:lnTo>
                    <a:pt x="600433" y="5110360"/>
                  </a:lnTo>
                  <a:lnTo>
                    <a:pt x="600591" y="5110360"/>
                  </a:lnTo>
                  <a:lnTo>
                    <a:pt x="600748" y="5110360"/>
                  </a:lnTo>
                  <a:lnTo>
                    <a:pt x="600906" y="5110360"/>
                  </a:lnTo>
                  <a:lnTo>
                    <a:pt x="601064" y="5110360"/>
                  </a:lnTo>
                  <a:lnTo>
                    <a:pt x="601064" y="5109930"/>
                  </a:lnTo>
                  <a:lnTo>
                    <a:pt x="601222" y="5109930"/>
                  </a:lnTo>
                  <a:lnTo>
                    <a:pt x="601222" y="5109499"/>
                  </a:lnTo>
                  <a:lnTo>
                    <a:pt x="601379" y="5109499"/>
                  </a:lnTo>
                  <a:lnTo>
                    <a:pt x="601537" y="5109499"/>
                  </a:lnTo>
                  <a:lnTo>
                    <a:pt x="601695" y="5109499"/>
                  </a:lnTo>
                  <a:lnTo>
                    <a:pt x="601695" y="5109069"/>
                  </a:lnTo>
                  <a:lnTo>
                    <a:pt x="601852" y="5109069"/>
                  </a:lnTo>
                  <a:lnTo>
                    <a:pt x="601852" y="5108638"/>
                  </a:lnTo>
                  <a:lnTo>
                    <a:pt x="602010" y="5108638"/>
                  </a:lnTo>
                  <a:lnTo>
                    <a:pt x="602010" y="5108207"/>
                  </a:lnTo>
                  <a:lnTo>
                    <a:pt x="602168" y="5108207"/>
                  </a:lnTo>
                  <a:lnTo>
                    <a:pt x="602168" y="5107777"/>
                  </a:lnTo>
                  <a:lnTo>
                    <a:pt x="602326" y="5107777"/>
                  </a:lnTo>
                  <a:lnTo>
                    <a:pt x="602483" y="5107777"/>
                  </a:lnTo>
                  <a:lnTo>
                    <a:pt x="602641" y="5107777"/>
                  </a:lnTo>
                  <a:lnTo>
                    <a:pt x="602799" y="5107777"/>
                  </a:lnTo>
                  <a:lnTo>
                    <a:pt x="602799" y="5107346"/>
                  </a:lnTo>
                  <a:lnTo>
                    <a:pt x="602956" y="5107346"/>
                  </a:lnTo>
                  <a:lnTo>
                    <a:pt x="603114" y="5107346"/>
                  </a:lnTo>
                  <a:lnTo>
                    <a:pt x="603272" y="5107346"/>
                  </a:lnTo>
                  <a:lnTo>
                    <a:pt x="603430" y="5107346"/>
                  </a:lnTo>
                  <a:lnTo>
                    <a:pt x="603587" y="5107346"/>
                  </a:lnTo>
                  <a:lnTo>
                    <a:pt x="603745" y="5107346"/>
                  </a:lnTo>
                  <a:lnTo>
                    <a:pt x="603745" y="5106916"/>
                  </a:lnTo>
                  <a:lnTo>
                    <a:pt x="603903" y="5106916"/>
                  </a:lnTo>
                  <a:lnTo>
                    <a:pt x="604061" y="5106916"/>
                  </a:lnTo>
                  <a:lnTo>
                    <a:pt x="604061" y="5106485"/>
                  </a:lnTo>
                  <a:lnTo>
                    <a:pt x="604061" y="5106054"/>
                  </a:lnTo>
                  <a:lnTo>
                    <a:pt x="604218" y="5106054"/>
                  </a:lnTo>
                  <a:lnTo>
                    <a:pt x="604376" y="5106054"/>
                  </a:lnTo>
                  <a:lnTo>
                    <a:pt x="604376" y="5105624"/>
                  </a:lnTo>
                  <a:lnTo>
                    <a:pt x="604376" y="5105193"/>
                  </a:lnTo>
                  <a:lnTo>
                    <a:pt x="604376" y="5104763"/>
                  </a:lnTo>
                  <a:lnTo>
                    <a:pt x="604534" y="5104763"/>
                  </a:lnTo>
                  <a:lnTo>
                    <a:pt x="604691" y="5104763"/>
                  </a:lnTo>
                  <a:lnTo>
                    <a:pt x="604849" y="5104763"/>
                  </a:lnTo>
                  <a:lnTo>
                    <a:pt x="605007" y="5104763"/>
                  </a:lnTo>
                  <a:lnTo>
                    <a:pt x="605165" y="5104763"/>
                  </a:lnTo>
                  <a:lnTo>
                    <a:pt x="605322" y="5104763"/>
                  </a:lnTo>
                  <a:lnTo>
                    <a:pt x="605322" y="5104332"/>
                  </a:lnTo>
                  <a:lnTo>
                    <a:pt x="605322" y="5103901"/>
                  </a:lnTo>
                  <a:lnTo>
                    <a:pt x="605322" y="5103471"/>
                  </a:lnTo>
                  <a:lnTo>
                    <a:pt x="605480" y="5103471"/>
                  </a:lnTo>
                  <a:lnTo>
                    <a:pt x="605638" y="5103471"/>
                  </a:lnTo>
                  <a:lnTo>
                    <a:pt x="605638" y="5103040"/>
                  </a:lnTo>
                  <a:lnTo>
                    <a:pt x="605638" y="5102610"/>
                  </a:lnTo>
                  <a:lnTo>
                    <a:pt x="605795" y="5102610"/>
                  </a:lnTo>
                  <a:lnTo>
                    <a:pt x="605795" y="5102179"/>
                  </a:lnTo>
                  <a:lnTo>
                    <a:pt x="605953" y="5102179"/>
                  </a:lnTo>
                  <a:lnTo>
                    <a:pt x="606111" y="5102179"/>
                  </a:lnTo>
                  <a:lnTo>
                    <a:pt x="606269" y="5102179"/>
                  </a:lnTo>
                  <a:lnTo>
                    <a:pt x="606426" y="5102179"/>
                  </a:lnTo>
                  <a:lnTo>
                    <a:pt x="606584" y="5102179"/>
                  </a:lnTo>
                  <a:lnTo>
                    <a:pt x="606584" y="5101748"/>
                  </a:lnTo>
                  <a:lnTo>
                    <a:pt x="606584" y="5101318"/>
                  </a:lnTo>
                  <a:lnTo>
                    <a:pt x="606584" y="5100887"/>
                  </a:lnTo>
                  <a:lnTo>
                    <a:pt x="606742" y="5100887"/>
                  </a:lnTo>
                  <a:lnTo>
                    <a:pt x="606899" y="5100887"/>
                  </a:lnTo>
                  <a:lnTo>
                    <a:pt x="606899" y="5100457"/>
                  </a:lnTo>
                  <a:lnTo>
                    <a:pt x="607057" y="5100457"/>
                  </a:lnTo>
                  <a:lnTo>
                    <a:pt x="607057" y="5100026"/>
                  </a:lnTo>
                  <a:lnTo>
                    <a:pt x="607215" y="5100026"/>
                  </a:lnTo>
                  <a:lnTo>
                    <a:pt x="607215" y="5099595"/>
                  </a:lnTo>
                  <a:lnTo>
                    <a:pt x="607373" y="5099595"/>
                  </a:lnTo>
                  <a:lnTo>
                    <a:pt x="607530" y="5099595"/>
                  </a:lnTo>
                  <a:lnTo>
                    <a:pt x="607688" y="5099595"/>
                  </a:lnTo>
                  <a:lnTo>
                    <a:pt x="607846" y="5099595"/>
                  </a:lnTo>
                  <a:lnTo>
                    <a:pt x="607846" y="5099165"/>
                  </a:lnTo>
                  <a:lnTo>
                    <a:pt x="608003" y="5099165"/>
                  </a:lnTo>
                  <a:lnTo>
                    <a:pt x="608003" y="5098734"/>
                  </a:lnTo>
                  <a:lnTo>
                    <a:pt x="608003" y="5098304"/>
                  </a:lnTo>
                  <a:lnTo>
                    <a:pt x="608161" y="5098304"/>
                  </a:lnTo>
                  <a:lnTo>
                    <a:pt x="608319" y="5098304"/>
                  </a:lnTo>
                  <a:lnTo>
                    <a:pt x="608319" y="5097873"/>
                  </a:lnTo>
                  <a:lnTo>
                    <a:pt x="608477" y="5097873"/>
                  </a:lnTo>
                  <a:lnTo>
                    <a:pt x="608634" y="5097873"/>
                  </a:lnTo>
                  <a:lnTo>
                    <a:pt x="608792" y="5097873"/>
                  </a:lnTo>
                  <a:lnTo>
                    <a:pt x="608950" y="5097873"/>
                  </a:lnTo>
                  <a:lnTo>
                    <a:pt x="608950" y="5097442"/>
                  </a:lnTo>
                  <a:lnTo>
                    <a:pt x="608950" y="5097012"/>
                  </a:lnTo>
                  <a:lnTo>
                    <a:pt x="608950" y="5096581"/>
                  </a:lnTo>
                  <a:lnTo>
                    <a:pt x="609107" y="5096581"/>
                  </a:lnTo>
                  <a:lnTo>
                    <a:pt x="609107" y="5096151"/>
                  </a:lnTo>
                  <a:lnTo>
                    <a:pt x="609107" y="5095720"/>
                  </a:lnTo>
                  <a:lnTo>
                    <a:pt x="609107" y="5095289"/>
                  </a:lnTo>
                  <a:lnTo>
                    <a:pt x="609265" y="5095289"/>
                  </a:lnTo>
                  <a:lnTo>
                    <a:pt x="609265" y="5094859"/>
                  </a:lnTo>
                  <a:lnTo>
                    <a:pt x="609265" y="5094428"/>
                  </a:lnTo>
                  <a:lnTo>
                    <a:pt x="609265" y="5093998"/>
                  </a:lnTo>
                  <a:lnTo>
                    <a:pt x="609423" y="5093998"/>
                  </a:lnTo>
                  <a:lnTo>
                    <a:pt x="609423" y="5093567"/>
                  </a:lnTo>
                  <a:lnTo>
                    <a:pt x="609423" y="5093136"/>
                  </a:lnTo>
                  <a:lnTo>
                    <a:pt x="609581" y="5093136"/>
                  </a:lnTo>
                  <a:lnTo>
                    <a:pt x="609738" y="5093136"/>
                  </a:lnTo>
                  <a:lnTo>
                    <a:pt x="609896" y="5093136"/>
                  </a:lnTo>
                  <a:lnTo>
                    <a:pt x="610054" y="5093136"/>
                  </a:lnTo>
                  <a:lnTo>
                    <a:pt x="610054" y="5092706"/>
                  </a:lnTo>
                  <a:lnTo>
                    <a:pt x="610212" y="5092706"/>
                  </a:lnTo>
                  <a:lnTo>
                    <a:pt x="610212" y="5092275"/>
                  </a:lnTo>
                  <a:lnTo>
                    <a:pt x="610212" y="5091845"/>
                  </a:lnTo>
                  <a:lnTo>
                    <a:pt x="610369" y="5091845"/>
                  </a:lnTo>
                  <a:lnTo>
                    <a:pt x="610369" y="5091414"/>
                  </a:lnTo>
                  <a:lnTo>
                    <a:pt x="610527" y="5091414"/>
                  </a:lnTo>
                  <a:lnTo>
                    <a:pt x="610685" y="5091414"/>
                  </a:lnTo>
                  <a:lnTo>
                    <a:pt x="610685" y="5090983"/>
                  </a:lnTo>
                  <a:lnTo>
                    <a:pt x="610842" y="5090983"/>
                  </a:lnTo>
                  <a:lnTo>
                    <a:pt x="610842" y="5090553"/>
                  </a:lnTo>
                  <a:lnTo>
                    <a:pt x="611000" y="5090553"/>
                  </a:lnTo>
                  <a:lnTo>
                    <a:pt x="611158" y="5090553"/>
                  </a:lnTo>
                  <a:lnTo>
                    <a:pt x="611316" y="5090553"/>
                  </a:lnTo>
                  <a:lnTo>
                    <a:pt x="611473" y="5090553"/>
                  </a:lnTo>
                  <a:lnTo>
                    <a:pt x="611473" y="5090122"/>
                  </a:lnTo>
                  <a:lnTo>
                    <a:pt x="611473" y="5089692"/>
                  </a:lnTo>
                  <a:lnTo>
                    <a:pt x="611631" y="5089692"/>
                  </a:lnTo>
                  <a:lnTo>
                    <a:pt x="611789" y="5089692"/>
                  </a:lnTo>
                  <a:lnTo>
                    <a:pt x="611789" y="5089261"/>
                  </a:lnTo>
                  <a:lnTo>
                    <a:pt x="611789" y="5088830"/>
                  </a:lnTo>
                  <a:lnTo>
                    <a:pt x="611946" y="5088830"/>
                  </a:lnTo>
                  <a:lnTo>
                    <a:pt x="612104" y="5088830"/>
                  </a:lnTo>
                  <a:lnTo>
                    <a:pt x="612262" y="5088830"/>
                  </a:lnTo>
                  <a:lnTo>
                    <a:pt x="612262" y="5088400"/>
                  </a:lnTo>
                  <a:lnTo>
                    <a:pt x="612420" y="5088400"/>
                  </a:lnTo>
                  <a:lnTo>
                    <a:pt x="612577" y="5088400"/>
                  </a:lnTo>
                  <a:lnTo>
                    <a:pt x="612577" y="5087969"/>
                  </a:lnTo>
                  <a:lnTo>
                    <a:pt x="612735" y="5087969"/>
                  </a:lnTo>
                  <a:lnTo>
                    <a:pt x="612735" y="5087539"/>
                  </a:lnTo>
                  <a:lnTo>
                    <a:pt x="612893" y="5087539"/>
                  </a:lnTo>
                  <a:lnTo>
                    <a:pt x="612893" y="5087108"/>
                  </a:lnTo>
                  <a:lnTo>
                    <a:pt x="613050" y="5087108"/>
                  </a:lnTo>
                  <a:lnTo>
                    <a:pt x="613208" y="5087108"/>
                  </a:lnTo>
                  <a:lnTo>
                    <a:pt x="613208" y="5086677"/>
                  </a:lnTo>
                  <a:lnTo>
                    <a:pt x="613366" y="5086677"/>
                  </a:lnTo>
                  <a:lnTo>
                    <a:pt x="613524" y="5086677"/>
                  </a:lnTo>
                  <a:lnTo>
                    <a:pt x="613524" y="5086247"/>
                  </a:lnTo>
                  <a:lnTo>
                    <a:pt x="613681" y="5086247"/>
                  </a:lnTo>
                  <a:lnTo>
                    <a:pt x="613681" y="5085816"/>
                  </a:lnTo>
                  <a:lnTo>
                    <a:pt x="613839" y="5085816"/>
                  </a:lnTo>
                  <a:lnTo>
                    <a:pt x="613839" y="5085386"/>
                  </a:lnTo>
                  <a:lnTo>
                    <a:pt x="613997" y="5085386"/>
                  </a:lnTo>
                  <a:lnTo>
                    <a:pt x="614154" y="5085386"/>
                  </a:lnTo>
                  <a:lnTo>
                    <a:pt x="614312" y="5085386"/>
                  </a:lnTo>
                  <a:lnTo>
                    <a:pt x="614470" y="5085386"/>
                  </a:lnTo>
                  <a:lnTo>
                    <a:pt x="614628" y="5085386"/>
                  </a:lnTo>
                  <a:lnTo>
                    <a:pt x="614785" y="5085386"/>
                  </a:lnTo>
                  <a:lnTo>
                    <a:pt x="614943" y="5085386"/>
                  </a:lnTo>
                  <a:lnTo>
                    <a:pt x="615101" y="5085386"/>
                  </a:lnTo>
                  <a:lnTo>
                    <a:pt x="615101" y="5084955"/>
                  </a:lnTo>
                  <a:lnTo>
                    <a:pt x="615259" y="5084955"/>
                  </a:lnTo>
                  <a:lnTo>
                    <a:pt x="615259" y="5084524"/>
                  </a:lnTo>
                  <a:lnTo>
                    <a:pt x="615259" y="5084094"/>
                  </a:lnTo>
                  <a:lnTo>
                    <a:pt x="615416" y="5084094"/>
                  </a:lnTo>
                  <a:lnTo>
                    <a:pt x="615416" y="5083663"/>
                  </a:lnTo>
                  <a:lnTo>
                    <a:pt x="615574" y="5083663"/>
                  </a:lnTo>
                  <a:lnTo>
                    <a:pt x="615732" y="5083663"/>
                  </a:lnTo>
                  <a:lnTo>
                    <a:pt x="615889" y="5083663"/>
                  </a:lnTo>
                  <a:lnTo>
                    <a:pt x="615889" y="5083233"/>
                  </a:lnTo>
                  <a:lnTo>
                    <a:pt x="615889" y="5082802"/>
                  </a:lnTo>
                  <a:lnTo>
                    <a:pt x="615889" y="5082371"/>
                  </a:lnTo>
                  <a:lnTo>
                    <a:pt x="616047" y="5082371"/>
                  </a:lnTo>
                  <a:lnTo>
                    <a:pt x="616205" y="5082371"/>
                  </a:lnTo>
                  <a:lnTo>
                    <a:pt x="616205" y="5081941"/>
                  </a:lnTo>
                  <a:lnTo>
                    <a:pt x="616363" y="5081941"/>
                  </a:lnTo>
                  <a:lnTo>
                    <a:pt x="616363" y="5081510"/>
                  </a:lnTo>
                  <a:lnTo>
                    <a:pt x="616520" y="5081510"/>
                  </a:lnTo>
                  <a:lnTo>
                    <a:pt x="616678" y="5081510"/>
                  </a:lnTo>
                  <a:lnTo>
                    <a:pt x="616678" y="5081080"/>
                  </a:lnTo>
                  <a:lnTo>
                    <a:pt x="616836" y="5081080"/>
                  </a:lnTo>
                  <a:lnTo>
                    <a:pt x="616993" y="5081080"/>
                  </a:lnTo>
                  <a:lnTo>
                    <a:pt x="617151" y="5081080"/>
                  </a:lnTo>
                  <a:lnTo>
                    <a:pt x="617309" y="5081080"/>
                  </a:lnTo>
                  <a:lnTo>
                    <a:pt x="617467" y="5081080"/>
                  </a:lnTo>
                  <a:lnTo>
                    <a:pt x="617624" y="5081080"/>
                  </a:lnTo>
                  <a:lnTo>
                    <a:pt x="617624" y="5080649"/>
                  </a:lnTo>
                  <a:lnTo>
                    <a:pt x="617624" y="5080218"/>
                  </a:lnTo>
                  <a:lnTo>
                    <a:pt x="617782" y="5080218"/>
                  </a:lnTo>
                  <a:lnTo>
                    <a:pt x="617782" y="5079788"/>
                  </a:lnTo>
                  <a:lnTo>
                    <a:pt x="617940" y="5079788"/>
                  </a:lnTo>
                  <a:lnTo>
                    <a:pt x="617940" y="5079357"/>
                  </a:lnTo>
                  <a:lnTo>
                    <a:pt x="618097" y="5079357"/>
                  </a:lnTo>
                  <a:lnTo>
                    <a:pt x="618255" y="5079357"/>
                  </a:lnTo>
                  <a:lnTo>
                    <a:pt x="618413" y="5079357"/>
                  </a:lnTo>
                  <a:lnTo>
                    <a:pt x="618413" y="5078927"/>
                  </a:lnTo>
                  <a:lnTo>
                    <a:pt x="618413" y="5078496"/>
                  </a:lnTo>
                  <a:lnTo>
                    <a:pt x="618413" y="5078065"/>
                  </a:lnTo>
                  <a:lnTo>
                    <a:pt x="618571" y="5078065"/>
                  </a:lnTo>
                  <a:lnTo>
                    <a:pt x="618571" y="5077635"/>
                  </a:lnTo>
                  <a:lnTo>
                    <a:pt x="618728" y="5077635"/>
                  </a:lnTo>
                  <a:lnTo>
                    <a:pt x="618886" y="5077635"/>
                  </a:lnTo>
                  <a:lnTo>
                    <a:pt x="619044" y="5077635"/>
                  </a:lnTo>
                  <a:lnTo>
                    <a:pt x="619044" y="5077204"/>
                  </a:lnTo>
                  <a:lnTo>
                    <a:pt x="619201" y="5077204"/>
                  </a:lnTo>
                  <a:lnTo>
                    <a:pt x="619359" y="5077204"/>
                  </a:lnTo>
                  <a:lnTo>
                    <a:pt x="619359" y="5076774"/>
                  </a:lnTo>
                  <a:lnTo>
                    <a:pt x="619517" y="5076774"/>
                  </a:lnTo>
                  <a:lnTo>
                    <a:pt x="619675" y="5076774"/>
                  </a:lnTo>
                  <a:lnTo>
                    <a:pt x="619832" y="5076774"/>
                  </a:lnTo>
                  <a:lnTo>
                    <a:pt x="619990" y="5076774"/>
                  </a:lnTo>
                  <a:lnTo>
                    <a:pt x="619990" y="5076343"/>
                  </a:lnTo>
                  <a:lnTo>
                    <a:pt x="620148" y="5076343"/>
                  </a:lnTo>
                  <a:lnTo>
                    <a:pt x="620148" y="5075912"/>
                  </a:lnTo>
                  <a:lnTo>
                    <a:pt x="620305" y="5075912"/>
                  </a:lnTo>
                  <a:lnTo>
                    <a:pt x="620463" y="5075912"/>
                  </a:lnTo>
                  <a:lnTo>
                    <a:pt x="620463" y="5075482"/>
                  </a:lnTo>
                  <a:lnTo>
                    <a:pt x="620621" y="5075482"/>
                  </a:lnTo>
                  <a:lnTo>
                    <a:pt x="620621" y="5075051"/>
                  </a:lnTo>
                  <a:lnTo>
                    <a:pt x="620779" y="5075051"/>
                  </a:lnTo>
                  <a:lnTo>
                    <a:pt x="620779" y="5074621"/>
                  </a:lnTo>
                  <a:lnTo>
                    <a:pt x="620779" y="5074190"/>
                  </a:lnTo>
                  <a:lnTo>
                    <a:pt x="620779" y="5073759"/>
                  </a:lnTo>
                  <a:lnTo>
                    <a:pt x="620936" y="5073759"/>
                  </a:lnTo>
                  <a:lnTo>
                    <a:pt x="620936" y="5073329"/>
                  </a:lnTo>
                  <a:lnTo>
                    <a:pt x="620936" y="5072898"/>
                  </a:lnTo>
                  <a:lnTo>
                    <a:pt x="620936" y="5072468"/>
                  </a:lnTo>
                  <a:lnTo>
                    <a:pt x="621094" y="5072468"/>
                  </a:lnTo>
                  <a:lnTo>
                    <a:pt x="621252" y="5072468"/>
                  </a:lnTo>
                  <a:lnTo>
                    <a:pt x="621252" y="5072037"/>
                  </a:lnTo>
                  <a:lnTo>
                    <a:pt x="621410" y="5072037"/>
                  </a:lnTo>
                  <a:lnTo>
                    <a:pt x="621410" y="5071606"/>
                  </a:lnTo>
                  <a:lnTo>
                    <a:pt x="621567" y="5071606"/>
                  </a:lnTo>
                  <a:lnTo>
                    <a:pt x="621725" y="5071606"/>
                  </a:lnTo>
                  <a:lnTo>
                    <a:pt x="621725" y="5071176"/>
                  </a:lnTo>
                  <a:lnTo>
                    <a:pt x="621883" y="5071176"/>
                  </a:lnTo>
                  <a:lnTo>
                    <a:pt x="622040" y="5071176"/>
                  </a:lnTo>
                  <a:lnTo>
                    <a:pt x="622198" y="5071176"/>
                  </a:lnTo>
                  <a:lnTo>
                    <a:pt x="622198" y="5070745"/>
                  </a:lnTo>
                  <a:lnTo>
                    <a:pt x="622356" y="5070745"/>
                  </a:lnTo>
                  <a:lnTo>
                    <a:pt x="622514" y="5070745"/>
                  </a:lnTo>
                  <a:lnTo>
                    <a:pt x="622671" y="5070745"/>
                  </a:lnTo>
                  <a:lnTo>
                    <a:pt x="622671" y="5070315"/>
                  </a:lnTo>
                  <a:lnTo>
                    <a:pt x="622829" y="5070315"/>
                  </a:lnTo>
                  <a:lnTo>
                    <a:pt x="622987" y="5070315"/>
                  </a:lnTo>
                  <a:lnTo>
                    <a:pt x="623144" y="5070315"/>
                  </a:lnTo>
                  <a:lnTo>
                    <a:pt x="623302" y="5070315"/>
                  </a:lnTo>
                  <a:lnTo>
                    <a:pt x="623460" y="5070315"/>
                  </a:lnTo>
                  <a:lnTo>
                    <a:pt x="623618" y="5070315"/>
                  </a:lnTo>
                  <a:lnTo>
                    <a:pt x="623775" y="5070315"/>
                  </a:lnTo>
                  <a:lnTo>
                    <a:pt x="623775" y="5069884"/>
                  </a:lnTo>
                  <a:lnTo>
                    <a:pt x="623933" y="5069884"/>
                  </a:lnTo>
                  <a:lnTo>
                    <a:pt x="624091" y="5069884"/>
                  </a:lnTo>
                  <a:lnTo>
                    <a:pt x="624248" y="5069884"/>
                  </a:lnTo>
                  <a:lnTo>
                    <a:pt x="624248" y="5069453"/>
                  </a:lnTo>
                  <a:lnTo>
                    <a:pt x="624406" y="5069453"/>
                  </a:lnTo>
                  <a:lnTo>
                    <a:pt x="624564" y="5069453"/>
                  </a:lnTo>
                  <a:lnTo>
                    <a:pt x="624564" y="5069023"/>
                  </a:lnTo>
                  <a:lnTo>
                    <a:pt x="624564" y="5068592"/>
                  </a:lnTo>
                  <a:lnTo>
                    <a:pt x="624722" y="5068592"/>
                  </a:lnTo>
                  <a:lnTo>
                    <a:pt x="624879" y="5068592"/>
                  </a:lnTo>
                  <a:lnTo>
                    <a:pt x="625037" y="5068592"/>
                  </a:lnTo>
                  <a:lnTo>
                    <a:pt x="625037" y="5068162"/>
                  </a:lnTo>
                  <a:lnTo>
                    <a:pt x="625037" y="5067731"/>
                  </a:lnTo>
                  <a:lnTo>
                    <a:pt x="625037" y="5067300"/>
                  </a:lnTo>
                  <a:lnTo>
                    <a:pt x="625037" y="5066870"/>
                  </a:lnTo>
                  <a:lnTo>
                    <a:pt x="625037" y="5066439"/>
                  </a:lnTo>
                  <a:lnTo>
                    <a:pt x="625195" y="5066439"/>
                  </a:lnTo>
                  <a:lnTo>
                    <a:pt x="625352" y="5066439"/>
                  </a:lnTo>
                  <a:lnTo>
                    <a:pt x="625510" y="5066439"/>
                  </a:lnTo>
                  <a:lnTo>
                    <a:pt x="625668" y="5066439"/>
                  </a:lnTo>
                  <a:lnTo>
                    <a:pt x="625668" y="5066009"/>
                  </a:lnTo>
                  <a:lnTo>
                    <a:pt x="625826" y="5066009"/>
                  </a:lnTo>
                  <a:lnTo>
                    <a:pt x="625826" y="5065578"/>
                  </a:lnTo>
                  <a:lnTo>
                    <a:pt x="625983" y="5065578"/>
                  </a:lnTo>
                  <a:lnTo>
                    <a:pt x="625983" y="5065147"/>
                  </a:lnTo>
                  <a:lnTo>
                    <a:pt x="626141" y="5065147"/>
                  </a:lnTo>
                  <a:lnTo>
                    <a:pt x="626299" y="5065147"/>
                  </a:lnTo>
                  <a:lnTo>
                    <a:pt x="626299" y="5064717"/>
                  </a:lnTo>
                  <a:lnTo>
                    <a:pt x="626457" y="5064717"/>
                  </a:lnTo>
                  <a:lnTo>
                    <a:pt x="626457" y="5064286"/>
                  </a:lnTo>
                  <a:lnTo>
                    <a:pt x="626457" y="5063856"/>
                  </a:lnTo>
                  <a:lnTo>
                    <a:pt x="626614" y="5063856"/>
                  </a:lnTo>
                  <a:lnTo>
                    <a:pt x="626614" y="5063425"/>
                  </a:lnTo>
                  <a:lnTo>
                    <a:pt x="626772" y="5063425"/>
                  </a:lnTo>
                  <a:lnTo>
                    <a:pt x="626772" y="5062994"/>
                  </a:lnTo>
                  <a:lnTo>
                    <a:pt x="626930" y="5062994"/>
                  </a:lnTo>
                  <a:lnTo>
                    <a:pt x="627087" y="5062994"/>
                  </a:lnTo>
                  <a:lnTo>
                    <a:pt x="627245" y="5062994"/>
                  </a:lnTo>
                  <a:lnTo>
                    <a:pt x="627403" y="5062994"/>
                  </a:lnTo>
                  <a:lnTo>
                    <a:pt x="627561" y="5062994"/>
                  </a:lnTo>
                  <a:lnTo>
                    <a:pt x="627561" y="5062564"/>
                  </a:lnTo>
                  <a:lnTo>
                    <a:pt x="627718" y="5062564"/>
                  </a:lnTo>
                  <a:lnTo>
                    <a:pt x="627718" y="5062133"/>
                  </a:lnTo>
                  <a:lnTo>
                    <a:pt x="627718" y="5061703"/>
                  </a:lnTo>
                  <a:lnTo>
                    <a:pt x="627718" y="5061272"/>
                  </a:lnTo>
                  <a:lnTo>
                    <a:pt x="627876" y="5061272"/>
                  </a:lnTo>
                  <a:lnTo>
                    <a:pt x="628034" y="5061272"/>
                  </a:lnTo>
                  <a:lnTo>
                    <a:pt x="628034" y="5060841"/>
                  </a:lnTo>
                  <a:lnTo>
                    <a:pt x="628034" y="5060411"/>
                  </a:lnTo>
                  <a:lnTo>
                    <a:pt x="628191" y="5060411"/>
                  </a:lnTo>
                  <a:lnTo>
                    <a:pt x="628349" y="5060411"/>
                  </a:lnTo>
                  <a:lnTo>
                    <a:pt x="628507" y="5060411"/>
                  </a:lnTo>
                  <a:lnTo>
                    <a:pt x="628665" y="5060411"/>
                  </a:lnTo>
                  <a:lnTo>
                    <a:pt x="628822" y="5060411"/>
                  </a:lnTo>
                  <a:lnTo>
                    <a:pt x="628822" y="5059980"/>
                  </a:lnTo>
                  <a:lnTo>
                    <a:pt x="628822" y="5059550"/>
                  </a:lnTo>
                  <a:lnTo>
                    <a:pt x="628980" y="5059550"/>
                  </a:lnTo>
                  <a:lnTo>
                    <a:pt x="628980" y="5059119"/>
                  </a:lnTo>
                  <a:lnTo>
                    <a:pt x="628980" y="5058688"/>
                  </a:lnTo>
                  <a:lnTo>
                    <a:pt x="629138" y="5058688"/>
                  </a:lnTo>
                  <a:lnTo>
                    <a:pt x="629138" y="5058258"/>
                  </a:lnTo>
                  <a:lnTo>
                    <a:pt x="629138" y="5057827"/>
                  </a:lnTo>
                  <a:lnTo>
                    <a:pt x="629295" y="5057827"/>
                  </a:lnTo>
                  <a:lnTo>
                    <a:pt x="629295" y="5057397"/>
                  </a:lnTo>
                  <a:lnTo>
                    <a:pt x="629453" y="5057397"/>
                  </a:lnTo>
                  <a:lnTo>
                    <a:pt x="629611" y="5057397"/>
                  </a:lnTo>
                  <a:lnTo>
                    <a:pt x="629611" y="5056966"/>
                  </a:lnTo>
                  <a:lnTo>
                    <a:pt x="629611" y="5056535"/>
                  </a:lnTo>
                  <a:lnTo>
                    <a:pt x="629611" y="5056105"/>
                  </a:lnTo>
                  <a:lnTo>
                    <a:pt x="629611" y="5055674"/>
                  </a:lnTo>
                  <a:lnTo>
                    <a:pt x="629611" y="5055244"/>
                  </a:lnTo>
                  <a:lnTo>
                    <a:pt x="629611" y="5054813"/>
                  </a:lnTo>
                  <a:lnTo>
                    <a:pt x="629769" y="5054813"/>
                  </a:lnTo>
                  <a:lnTo>
                    <a:pt x="629769" y="5054382"/>
                  </a:lnTo>
                  <a:lnTo>
                    <a:pt x="629769" y="5053952"/>
                  </a:lnTo>
                  <a:lnTo>
                    <a:pt x="629926" y="5053952"/>
                  </a:lnTo>
                  <a:lnTo>
                    <a:pt x="629926" y="5053521"/>
                  </a:lnTo>
                  <a:lnTo>
                    <a:pt x="629926" y="5053091"/>
                  </a:lnTo>
                  <a:lnTo>
                    <a:pt x="630084" y="5053091"/>
                  </a:lnTo>
                  <a:lnTo>
                    <a:pt x="630084" y="5052660"/>
                  </a:lnTo>
                  <a:lnTo>
                    <a:pt x="630242" y="5052660"/>
                  </a:lnTo>
                  <a:lnTo>
                    <a:pt x="630399" y="5052660"/>
                  </a:lnTo>
                  <a:lnTo>
                    <a:pt x="630557" y="5052660"/>
                  </a:lnTo>
                  <a:lnTo>
                    <a:pt x="630557" y="5052229"/>
                  </a:lnTo>
                  <a:lnTo>
                    <a:pt x="630715" y="5052229"/>
                  </a:lnTo>
                  <a:lnTo>
                    <a:pt x="630715" y="5051799"/>
                  </a:lnTo>
                  <a:lnTo>
                    <a:pt x="630715" y="5051368"/>
                  </a:lnTo>
                  <a:lnTo>
                    <a:pt x="630873" y="5051368"/>
                  </a:lnTo>
                  <a:lnTo>
                    <a:pt x="631030" y="5051368"/>
                  </a:lnTo>
                  <a:lnTo>
                    <a:pt x="631188" y="5051368"/>
                  </a:lnTo>
                  <a:lnTo>
                    <a:pt x="631346" y="5051368"/>
                  </a:lnTo>
                  <a:lnTo>
                    <a:pt x="631503" y="5051368"/>
                  </a:lnTo>
                  <a:lnTo>
                    <a:pt x="631503" y="5050938"/>
                  </a:lnTo>
                  <a:lnTo>
                    <a:pt x="631661" y="5050938"/>
                  </a:lnTo>
                  <a:lnTo>
                    <a:pt x="631819" y="5050938"/>
                  </a:lnTo>
                  <a:lnTo>
                    <a:pt x="631977" y="5050938"/>
                  </a:lnTo>
                  <a:lnTo>
                    <a:pt x="631977" y="5050507"/>
                  </a:lnTo>
                  <a:lnTo>
                    <a:pt x="632134" y="5050507"/>
                  </a:lnTo>
                  <a:lnTo>
                    <a:pt x="632134" y="5050076"/>
                  </a:lnTo>
                  <a:lnTo>
                    <a:pt x="632292" y="5050076"/>
                  </a:lnTo>
                  <a:lnTo>
                    <a:pt x="632292" y="5049646"/>
                  </a:lnTo>
                  <a:lnTo>
                    <a:pt x="632292" y="5049215"/>
                  </a:lnTo>
                  <a:lnTo>
                    <a:pt x="632292" y="5048785"/>
                  </a:lnTo>
                  <a:lnTo>
                    <a:pt x="632450" y="5048785"/>
                  </a:lnTo>
                  <a:lnTo>
                    <a:pt x="632608" y="5048785"/>
                  </a:lnTo>
                  <a:lnTo>
                    <a:pt x="632608" y="5048354"/>
                  </a:lnTo>
                  <a:lnTo>
                    <a:pt x="632608" y="5047923"/>
                  </a:lnTo>
                  <a:lnTo>
                    <a:pt x="632765" y="5047923"/>
                  </a:lnTo>
                  <a:lnTo>
                    <a:pt x="632923" y="5047923"/>
                  </a:lnTo>
                  <a:lnTo>
                    <a:pt x="632923" y="5047493"/>
                  </a:lnTo>
                  <a:lnTo>
                    <a:pt x="633081" y="5047493"/>
                  </a:lnTo>
                  <a:lnTo>
                    <a:pt x="633238" y="5047493"/>
                  </a:lnTo>
                  <a:lnTo>
                    <a:pt x="633396" y="5047493"/>
                  </a:lnTo>
                  <a:lnTo>
                    <a:pt x="633554" y="5047493"/>
                  </a:lnTo>
                  <a:lnTo>
                    <a:pt x="633554" y="5047062"/>
                  </a:lnTo>
                  <a:lnTo>
                    <a:pt x="633712" y="5047062"/>
                  </a:lnTo>
                  <a:lnTo>
                    <a:pt x="633712" y="5046632"/>
                  </a:lnTo>
                  <a:lnTo>
                    <a:pt x="633869" y="5046632"/>
                  </a:lnTo>
                  <a:lnTo>
                    <a:pt x="634027" y="5046632"/>
                  </a:lnTo>
                  <a:lnTo>
                    <a:pt x="634185" y="5046632"/>
                  </a:lnTo>
                  <a:lnTo>
                    <a:pt x="634185" y="5046201"/>
                  </a:lnTo>
                  <a:lnTo>
                    <a:pt x="634342" y="5046201"/>
                  </a:lnTo>
                  <a:lnTo>
                    <a:pt x="634342" y="5045770"/>
                  </a:lnTo>
                  <a:lnTo>
                    <a:pt x="634342" y="5045340"/>
                  </a:lnTo>
                  <a:lnTo>
                    <a:pt x="634500" y="5045340"/>
                  </a:lnTo>
                  <a:lnTo>
                    <a:pt x="634658" y="5045340"/>
                  </a:lnTo>
                  <a:lnTo>
                    <a:pt x="634658" y="5044909"/>
                  </a:lnTo>
                  <a:lnTo>
                    <a:pt x="634816" y="5044909"/>
                  </a:lnTo>
                  <a:lnTo>
                    <a:pt x="634973" y="5044909"/>
                  </a:lnTo>
                  <a:lnTo>
                    <a:pt x="635131" y="5044909"/>
                  </a:lnTo>
                  <a:lnTo>
                    <a:pt x="635289" y="5044909"/>
                  </a:lnTo>
                  <a:lnTo>
                    <a:pt x="635289" y="5044479"/>
                  </a:lnTo>
                  <a:lnTo>
                    <a:pt x="635446" y="5044479"/>
                  </a:lnTo>
                  <a:lnTo>
                    <a:pt x="635446" y="5044048"/>
                  </a:lnTo>
                  <a:lnTo>
                    <a:pt x="635446" y="5043617"/>
                  </a:lnTo>
                  <a:lnTo>
                    <a:pt x="635604" y="5043617"/>
                  </a:lnTo>
                  <a:lnTo>
                    <a:pt x="635762" y="5043617"/>
                  </a:lnTo>
                  <a:lnTo>
                    <a:pt x="635920" y="5043617"/>
                  </a:lnTo>
                  <a:lnTo>
                    <a:pt x="636077" y="5043617"/>
                  </a:lnTo>
                  <a:lnTo>
                    <a:pt x="636235" y="5043617"/>
                  </a:lnTo>
                  <a:lnTo>
                    <a:pt x="636393" y="5043617"/>
                  </a:lnTo>
                  <a:lnTo>
                    <a:pt x="636550" y="5043617"/>
                  </a:lnTo>
                  <a:lnTo>
                    <a:pt x="636550" y="5043187"/>
                  </a:lnTo>
                  <a:lnTo>
                    <a:pt x="636708" y="5043187"/>
                  </a:lnTo>
                  <a:lnTo>
                    <a:pt x="636866" y="5043187"/>
                  </a:lnTo>
                  <a:lnTo>
                    <a:pt x="636866" y="5042756"/>
                  </a:lnTo>
                  <a:lnTo>
                    <a:pt x="636866" y="5042326"/>
                  </a:lnTo>
                  <a:lnTo>
                    <a:pt x="636866" y="5041895"/>
                  </a:lnTo>
                  <a:lnTo>
                    <a:pt x="637024" y="5041895"/>
                  </a:lnTo>
                  <a:lnTo>
                    <a:pt x="637181" y="5041895"/>
                  </a:lnTo>
                  <a:lnTo>
                    <a:pt x="637181" y="5041464"/>
                  </a:lnTo>
                  <a:lnTo>
                    <a:pt x="637181" y="5041034"/>
                  </a:lnTo>
                  <a:lnTo>
                    <a:pt x="637339" y="5041034"/>
                  </a:lnTo>
                  <a:lnTo>
                    <a:pt x="637339" y="5040603"/>
                  </a:lnTo>
                  <a:lnTo>
                    <a:pt x="637339" y="5040173"/>
                  </a:lnTo>
                  <a:lnTo>
                    <a:pt x="637497" y="5040173"/>
                  </a:lnTo>
                  <a:lnTo>
                    <a:pt x="637497" y="5039742"/>
                  </a:lnTo>
                  <a:lnTo>
                    <a:pt x="637654" y="5039742"/>
                  </a:lnTo>
                  <a:lnTo>
                    <a:pt x="637654" y="5039311"/>
                  </a:lnTo>
                  <a:lnTo>
                    <a:pt x="637654" y="5038881"/>
                  </a:lnTo>
                  <a:lnTo>
                    <a:pt x="637654" y="5038450"/>
                  </a:lnTo>
                  <a:lnTo>
                    <a:pt x="637812" y="5038450"/>
                  </a:lnTo>
                  <a:lnTo>
                    <a:pt x="637970" y="5038450"/>
                  </a:lnTo>
                  <a:lnTo>
                    <a:pt x="637970" y="5038020"/>
                  </a:lnTo>
                  <a:lnTo>
                    <a:pt x="637970" y="5037589"/>
                  </a:lnTo>
                  <a:lnTo>
                    <a:pt x="638128" y="5037589"/>
                  </a:lnTo>
                  <a:lnTo>
                    <a:pt x="638128" y="5037158"/>
                  </a:lnTo>
                  <a:lnTo>
                    <a:pt x="638285" y="5037158"/>
                  </a:lnTo>
                  <a:lnTo>
                    <a:pt x="638285" y="5036728"/>
                  </a:lnTo>
                  <a:lnTo>
                    <a:pt x="638285" y="5036297"/>
                  </a:lnTo>
                  <a:lnTo>
                    <a:pt x="638285" y="5035867"/>
                  </a:lnTo>
                  <a:lnTo>
                    <a:pt x="638285" y="5035436"/>
                  </a:lnTo>
                  <a:lnTo>
                    <a:pt x="638443" y="5035436"/>
                  </a:lnTo>
                  <a:lnTo>
                    <a:pt x="638601" y="5035436"/>
                  </a:lnTo>
                  <a:lnTo>
                    <a:pt x="638759" y="5035436"/>
                  </a:lnTo>
                  <a:lnTo>
                    <a:pt x="638916" y="5035436"/>
                  </a:lnTo>
                  <a:lnTo>
                    <a:pt x="638916" y="5035005"/>
                  </a:lnTo>
                  <a:lnTo>
                    <a:pt x="639074" y="5035005"/>
                  </a:lnTo>
                  <a:lnTo>
                    <a:pt x="639232" y="5035005"/>
                  </a:lnTo>
                  <a:lnTo>
                    <a:pt x="639389" y="5035005"/>
                  </a:lnTo>
                  <a:lnTo>
                    <a:pt x="639547" y="5035005"/>
                  </a:lnTo>
                  <a:lnTo>
                    <a:pt x="639547" y="5034575"/>
                  </a:lnTo>
                  <a:lnTo>
                    <a:pt x="639705" y="5034575"/>
                  </a:lnTo>
                  <a:lnTo>
                    <a:pt x="639705" y="5034144"/>
                  </a:lnTo>
                  <a:lnTo>
                    <a:pt x="639863" y="5034144"/>
                  </a:lnTo>
                  <a:lnTo>
                    <a:pt x="640020" y="5034144"/>
                  </a:lnTo>
                  <a:lnTo>
                    <a:pt x="640178" y="5034144"/>
                  </a:lnTo>
                  <a:lnTo>
                    <a:pt x="640336" y="5034144"/>
                  </a:lnTo>
                  <a:lnTo>
                    <a:pt x="640493" y="5034144"/>
                  </a:lnTo>
                  <a:lnTo>
                    <a:pt x="640493" y="5033714"/>
                  </a:lnTo>
                  <a:lnTo>
                    <a:pt x="640651" y="5033714"/>
                  </a:lnTo>
                  <a:lnTo>
                    <a:pt x="640809" y="5033714"/>
                  </a:lnTo>
                  <a:lnTo>
                    <a:pt x="640967" y="5033714"/>
                  </a:lnTo>
                  <a:lnTo>
                    <a:pt x="641124" y="5033714"/>
                  </a:lnTo>
                  <a:lnTo>
                    <a:pt x="641124" y="5033283"/>
                  </a:lnTo>
                  <a:lnTo>
                    <a:pt x="641124" y="5032852"/>
                  </a:lnTo>
                  <a:lnTo>
                    <a:pt x="641282" y="5032852"/>
                  </a:lnTo>
                  <a:lnTo>
                    <a:pt x="641282" y="5032422"/>
                  </a:lnTo>
                  <a:lnTo>
                    <a:pt x="641282" y="5031991"/>
                  </a:lnTo>
                  <a:lnTo>
                    <a:pt x="641440" y="5031991"/>
                  </a:lnTo>
                  <a:lnTo>
                    <a:pt x="641597" y="5031991"/>
                  </a:lnTo>
                  <a:lnTo>
                    <a:pt x="641755" y="5031991"/>
                  </a:lnTo>
                  <a:lnTo>
                    <a:pt x="641913" y="5031991"/>
                  </a:lnTo>
                  <a:lnTo>
                    <a:pt x="641913" y="5031561"/>
                  </a:lnTo>
                  <a:lnTo>
                    <a:pt x="642071" y="5031561"/>
                  </a:lnTo>
                  <a:lnTo>
                    <a:pt x="642071" y="5031130"/>
                  </a:lnTo>
                  <a:lnTo>
                    <a:pt x="642228" y="5031130"/>
                  </a:lnTo>
                  <a:lnTo>
                    <a:pt x="642386" y="5031130"/>
                  </a:lnTo>
                  <a:lnTo>
                    <a:pt x="642544" y="5031130"/>
                  </a:lnTo>
                  <a:lnTo>
                    <a:pt x="642701" y="5031130"/>
                  </a:lnTo>
                  <a:lnTo>
                    <a:pt x="642859" y="5031130"/>
                  </a:lnTo>
                  <a:lnTo>
                    <a:pt x="642859" y="5030699"/>
                  </a:lnTo>
                  <a:lnTo>
                    <a:pt x="643017" y="5030699"/>
                  </a:lnTo>
                  <a:lnTo>
                    <a:pt x="643175" y="5030699"/>
                  </a:lnTo>
                  <a:lnTo>
                    <a:pt x="643175" y="5030269"/>
                  </a:lnTo>
                  <a:lnTo>
                    <a:pt x="643332" y="5030269"/>
                  </a:lnTo>
                  <a:lnTo>
                    <a:pt x="643332" y="5029838"/>
                  </a:lnTo>
                  <a:lnTo>
                    <a:pt x="643332" y="5029408"/>
                  </a:lnTo>
                  <a:lnTo>
                    <a:pt x="643490" y="5029408"/>
                  </a:lnTo>
                  <a:lnTo>
                    <a:pt x="643490" y="5028977"/>
                  </a:lnTo>
                  <a:lnTo>
                    <a:pt x="643490" y="5028546"/>
                  </a:lnTo>
                  <a:lnTo>
                    <a:pt x="643648" y="5028546"/>
                  </a:lnTo>
                  <a:lnTo>
                    <a:pt x="643806" y="5028546"/>
                  </a:lnTo>
                  <a:lnTo>
                    <a:pt x="643806" y="5028116"/>
                  </a:lnTo>
                  <a:lnTo>
                    <a:pt x="643963" y="5028116"/>
                  </a:lnTo>
                  <a:lnTo>
                    <a:pt x="643963" y="5027685"/>
                  </a:lnTo>
                  <a:lnTo>
                    <a:pt x="643963" y="5027255"/>
                  </a:lnTo>
                  <a:lnTo>
                    <a:pt x="643963" y="5026824"/>
                  </a:lnTo>
                  <a:lnTo>
                    <a:pt x="643963" y="5026393"/>
                  </a:lnTo>
                  <a:lnTo>
                    <a:pt x="644121" y="5026393"/>
                  </a:lnTo>
                  <a:lnTo>
                    <a:pt x="644121" y="5025963"/>
                  </a:lnTo>
                  <a:lnTo>
                    <a:pt x="644279" y="5025963"/>
                  </a:lnTo>
                  <a:lnTo>
                    <a:pt x="644279" y="5025532"/>
                  </a:lnTo>
                  <a:lnTo>
                    <a:pt x="644436" y="5025532"/>
                  </a:lnTo>
                  <a:lnTo>
                    <a:pt x="644436" y="5025102"/>
                  </a:lnTo>
                  <a:lnTo>
                    <a:pt x="644436" y="5024671"/>
                  </a:lnTo>
                  <a:lnTo>
                    <a:pt x="644436" y="5024240"/>
                  </a:lnTo>
                  <a:lnTo>
                    <a:pt x="644594" y="5024240"/>
                  </a:lnTo>
                  <a:lnTo>
                    <a:pt x="644594" y="5023810"/>
                  </a:lnTo>
                  <a:lnTo>
                    <a:pt x="644594" y="5023379"/>
                  </a:lnTo>
                  <a:lnTo>
                    <a:pt x="644752" y="5023379"/>
                  </a:lnTo>
                  <a:lnTo>
                    <a:pt x="644910" y="5023379"/>
                  </a:lnTo>
                  <a:lnTo>
                    <a:pt x="645067" y="5023379"/>
                  </a:lnTo>
                  <a:lnTo>
                    <a:pt x="645225" y="5023379"/>
                  </a:lnTo>
                  <a:lnTo>
                    <a:pt x="645383" y="5023379"/>
                  </a:lnTo>
                  <a:lnTo>
                    <a:pt x="645540" y="5023379"/>
                  </a:lnTo>
                  <a:lnTo>
                    <a:pt x="645540" y="5022949"/>
                  </a:lnTo>
                  <a:lnTo>
                    <a:pt x="645698" y="5022949"/>
                  </a:lnTo>
                  <a:lnTo>
                    <a:pt x="645698" y="5022518"/>
                  </a:lnTo>
                  <a:lnTo>
                    <a:pt x="645698" y="5022087"/>
                  </a:lnTo>
                  <a:lnTo>
                    <a:pt x="645856" y="5022087"/>
                  </a:lnTo>
                  <a:lnTo>
                    <a:pt x="645856" y="5021657"/>
                  </a:lnTo>
                  <a:lnTo>
                    <a:pt x="646014" y="5021657"/>
                  </a:lnTo>
                  <a:lnTo>
                    <a:pt x="646171" y="5021657"/>
                  </a:lnTo>
                  <a:lnTo>
                    <a:pt x="646171" y="5021226"/>
                  </a:lnTo>
                  <a:lnTo>
                    <a:pt x="646171" y="5020796"/>
                  </a:lnTo>
                  <a:lnTo>
                    <a:pt x="646329" y="5020796"/>
                  </a:lnTo>
                  <a:lnTo>
                    <a:pt x="646487" y="5020796"/>
                  </a:lnTo>
                  <a:lnTo>
                    <a:pt x="646644" y="5020796"/>
                  </a:lnTo>
                  <a:lnTo>
                    <a:pt x="646802" y="5020796"/>
                  </a:lnTo>
                  <a:lnTo>
                    <a:pt x="646802" y="5020365"/>
                  </a:lnTo>
                  <a:lnTo>
                    <a:pt x="646960" y="5020365"/>
                  </a:lnTo>
                  <a:lnTo>
                    <a:pt x="647118" y="5020365"/>
                  </a:lnTo>
                  <a:lnTo>
                    <a:pt x="647275" y="5020365"/>
                  </a:lnTo>
                  <a:lnTo>
                    <a:pt x="647433" y="5020365"/>
                  </a:lnTo>
                  <a:lnTo>
                    <a:pt x="647433" y="5019934"/>
                  </a:lnTo>
                  <a:lnTo>
                    <a:pt x="647433" y="5019504"/>
                  </a:lnTo>
                  <a:lnTo>
                    <a:pt x="647591" y="5019504"/>
                  </a:lnTo>
                  <a:lnTo>
                    <a:pt x="647591" y="5019073"/>
                  </a:lnTo>
                  <a:lnTo>
                    <a:pt x="647591" y="5018643"/>
                  </a:lnTo>
                  <a:lnTo>
                    <a:pt x="647748" y="5018643"/>
                  </a:lnTo>
                  <a:lnTo>
                    <a:pt x="647906" y="5018643"/>
                  </a:lnTo>
                  <a:lnTo>
                    <a:pt x="647906" y="5018212"/>
                  </a:lnTo>
                  <a:lnTo>
                    <a:pt x="648064" y="5018212"/>
                  </a:lnTo>
                  <a:lnTo>
                    <a:pt x="648222" y="5018212"/>
                  </a:lnTo>
                  <a:lnTo>
                    <a:pt x="648379" y="5018212"/>
                  </a:lnTo>
                  <a:lnTo>
                    <a:pt x="648537" y="5018212"/>
                  </a:lnTo>
                  <a:lnTo>
                    <a:pt x="648537" y="5017781"/>
                  </a:lnTo>
                  <a:lnTo>
                    <a:pt x="648695" y="5017781"/>
                  </a:lnTo>
                  <a:lnTo>
                    <a:pt x="648852" y="5017781"/>
                  </a:lnTo>
                  <a:lnTo>
                    <a:pt x="648852" y="5017351"/>
                  </a:lnTo>
                  <a:lnTo>
                    <a:pt x="649010" y="5017351"/>
                  </a:lnTo>
                  <a:lnTo>
                    <a:pt x="649168" y="5017351"/>
                  </a:lnTo>
                  <a:lnTo>
                    <a:pt x="649326" y="5017351"/>
                  </a:lnTo>
                  <a:lnTo>
                    <a:pt x="649483" y="5017351"/>
                  </a:lnTo>
                  <a:lnTo>
                    <a:pt x="649483" y="5016920"/>
                  </a:lnTo>
                  <a:lnTo>
                    <a:pt x="649483" y="5016490"/>
                  </a:lnTo>
                  <a:lnTo>
                    <a:pt x="649641" y="5016490"/>
                  </a:lnTo>
                  <a:lnTo>
                    <a:pt x="649641" y="5016059"/>
                  </a:lnTo>
                  <a:lnTo>
                    <a:pt x="649799" y="5016059"/>
                  </a:lnTo>
                  <a:lnTo>
                    <a:pt x="649799" y="5015628"/>
                  </a:lnTo>
                  <a:lnTo>
                    <a:pt x="649957" y="5015628"/>
                  </a:lnTo>
                  <a:lnTo>
                    <a:pt x="649957" y="5015198"/>
                  </a:lnTo>
                  <a:lnTo>
                    <a:pt x="649957" y="5014767"/>
                  </a:lnTo>
                  <a:lnTo>
                    <a:pt x="650114" y="5014767"/>
                  </a:lnTo>
                  <a:lnTo>
                    <a:pt x="650272" y="5014767"/>
                  </a:lnTo>
                  <a:lnTo>
                    <a:pt x="650430" y="5014767"/>
                  </a:lnTo>
                  <a:lnTo>
                    <a:pt x="650430" y="5014337"/>
                  </a:lnTo>
                  <a:lnTo>
                    <a:pt x="650587" y="5014337"/>
                  </a:lnTo>
                  <a:lnTo>
                    <a:pt x="650587" y="5013906"/>
                  </a:lnTo>
                  <a:lnTo>
                    <a:pt x="650745" y="5013906"/>
                  </a:lnTo>
                  <a:lnTo>
                    <a:pt x="650903" y="5013906"/>
                  </a:lnTo>
                  <a:lnTo>
                    <a:pt x="650903" y="5013475"/>
                  </a:lnTo>
                  <a:lnTo>
                    <a:pt x="650903" y="5013045"/>
                  </a:lnTo>
                  <a:lnTo>
                    <a:pt x="650903" y="5012614"/>
                  </a:lnTo>
                  <a:lnTo>
                    <a:pt x="651061" y="5012614"/>
                  </a:lnTo>
                  <a:lnTo>
                    <a:pt x="651061" y="5012184"/>
                  </a:lnTo>
                  <a:lnTo>
                    <a:pt x="651218" y="5012184"/>
                  </a:lnTo>
                  <a:lnTo>
                    <a:pt x="651376" y="5012184"/>
                  </a:lnTo>
                  <a:lnTo>
                    <a:pt x="651376" y="5011753"/>
                  </a:lnTo>
                  <a:lnTo>
                    <a:pt x="651376" y="5011322"/>
                  </a:lnTo>
                  <a:lnTo>
                    <a:pt x="651376" y="5010892"/>
                  </a:lnTo>
                  <a:lnTo>
                    <a:pt x="651534" y="5010892"/>
                  </a:lnTo>
                  <a:lnTo>
                    <a:pt x="651691" y="5010892"/>
                  </a:lnTo>
                  <a:lnTo>
                    <a:pt x="651849" y="5010892"/>
                  </a:lnTo>
                  <a:lnTo>
                    <a:pt x="652007" y="5010892"/>
                  </a:lnTo>
                  <a:lnTo>
                    <a:pt x="652165" y="5010892"/>
                  </a:lnTo>
                  <a:lnTo>
                    <a:pt x="652322" y="5010892"/>
                  </a:lnTo>
                  <a:lnTo>
                    <a:pt x="652480" y="5010892"/>
                  </a:lnTo>
                  <a:lnTo>
                    <a:pt x="652480" y="5010461"/>
                  </a:lnTo>
                  <a:lnTo>
                    <a:pt x="652638" y="5010461"/>
                  </a:lnTo>
                  <a:lnTo>
                    <a:pt x="652795" y="5010461"/>
                  </a:lnTo>
                  <a:lnTo>
                    <a:pt x="652795" y="5010031"/>
                  </a:lnTo>
                  <a:lnTo>
                    <a:pt x="652953" y="5010031"/>
                  </a:lnTo>
                  <a:lnTo>
                    <a:pt x="652953" y="5009600"/>
                  </a:lnTo>
                  <a:lnTo>
                    <a:pt x="653111" y="5009600"/>
                  </a:lnTo>
                  <a:lnTo>
                    <a:pt x="653111" y="5009169"/>
                  </a:lnTo>
                  <a:lnTo>
                    <a:pt x="653111" y="5008739"/>
                  </a:lnTo>
                  <a:lnTo>
                    <a:pt x="653269" y="5008739"/>
                  </a:lnTo>
                  <a:lnTo>
                    <a:pt x="653426" y="5008739"/>
                  </a:lnTo>
                  <a:lnTo>
                    <a:pt x="653584" y="5008739"/>
                  </a:lnTo>
                  <a:lnTo>
                    <a:pt x="653742" y="5008739"/>
                  </a:lnTo>
                  <a:lnTo>
                    <a:pt x="653742" y="5008308"/>
                  </a:lnTo>
                  <a:lnTo>
                    <a:pt x="653742" y="5007878"/>
                  </a:lnTo>
                  <a:lnTo>
                    <a:pt x="653899" y="5007878"/>
                  </a:lnTo>
                  <a:lnTo>
                    <a:pt x="654057" y="5007878"/>
                  </a:lnTo>
                  <a:lnTo>
                    <a:pt x="654215" y="5007878"/>
                  </a:lnTo>
                  <a:lnTo>
                    <a:pt x="654215" y="5007447"/>
                  </a:lnTo>
                  <a:lnTo>
                    <a:pt x="654373" y="5007447"/>
                  </a:lnTo>
                  <a:lnTo>
                    <a:pt x="654530" y="5007447"/>
                  </a:lnTo>
                  <a:lnTo>
                    <a:pt x="654530" y="5007016"/>
                  </a:lnTo>
                  <a:lnTo>
                    <a:pt x="654688" y="5007016"/>
                  </a:lnTo>
                  <a:lnTo>
                    <a:pt x="654688" y="5006586"/>
                  </a:lnTo>
                  <a:lnTo>
                    <a:pt x="654688" y="5006155"/>
                  </a:lnTo>
                  <a:lnTo>
                    <a:pt x="654846" y="5006155"/>
                  </a:lnTo>
                  <a:lnTo>
                    <a:pt x="655004" y="5006155"/>
                  </a:lnTo>
                  <a:lnTo>
                    <a:pt x="655161" y="5006155"/>
                  </a:lnTo>
                  <a:lnTo>
                    <a:pt x="655319" y="5006155"/>
                  </a:lnTo>
                  <a:lnTo>
                    <a:pt x="655477" y="5006155"/>
                  </a:lnTo>
                  <a:lnTo>
                    <a:pt x="655477" y="5005725"/>
                  </a:lnTo>
                  <a:lnTo>
                    <a:pt x="655634" y="5005725"/>
                  </a:lnTo>
                  <a:lnTo>
                    <a:pt x="655792" y="5005725"/>
                  </a:lnTo>
                  <a:lnTo>
                    <a:pt x="655950" y="5005725"/>
                  </a:lnTo>
                  <a:lnTo>
                    <a:pt x="656108" y="5005725"/>
                  </a:lnTo>
                  <a:lnTo>
                    <a:pt x="656108" y="5005294"/>
                  </a:lnTo>
                  <a:lnTo>
                    <a:pt x="656265" y="5005294"/>
                  </a:lnTo>
                  <a:lnTo>
                    <a:pt x="656423" y="5005294"/>
                  </a:lnTo>
                  <a:lnTo>
                    <a:pt x="656581" y="5005294"/>
                  </a:lnTo>
                  <a:lnTo>
                    <a:pt x="656581" y="5004863"/>
                  </a:lnTo>
                  <a:lnTo>
                    <a:pt x="656738" y="5004863"/>
                  </a:lnTo>
                  <a:lnTo>
                    <a:pt x="656896" y="5004863"/>
                  </a:lnTo>
                  <a:lnTo>
                    <a:pt x="657054" y="5004863"/>
                  </a:lnTo>
                  <a:lnTo>
                    <a:pt x="657054" y="5004433"/>
                  </a:lnTo>
                  <a:lnTo>
                    <a:pt x="657212" y="5004433"/>
                  </a:lnTo>
                  <a:lnTo>
                    <a:pt x="657212" y="5004002"/>
                  </a:lnTo>
                  <a:lnTo>
                    <a:pt x="657212" y="5003572"/>
                  </a:lnTo>
                  <a:lnTo>
                    <a:pt x="657369" y="5003572"/>
                  </a:lnTo>
                  <a:lnTo>
                    <a:pt x="657527" y="5003572"/>
                  </a:lnTo>
                  <a:lnTo>
                    <a:pt x="657527" y="5003141"/>
                  </a:lnTo>
                  <a:lnTo>
                    <a:pt x="657685" y="5003141"/>
                  </a:lnTo>
                  <a:lnTo>
                    <a:pt x="657842" y="5003141"/>
                  </a:lnTo>
                  <a:lnTo>
                    <a:pt x="658000" y="5003141"/>
                  </a:lnTo>
                  <a:lnTo>
                    <a:pt x="658158" y="5003141"/>
                  </a:lnTo>
                  <a:lnTo>
                    <a:pt x="658316" y="5003141"/>
                  </a:lnTo>
                  <a:lnTo>
                    <a:pt x="658473" y="5003141"/>
                  </a:lnTo>
                  <a:lnTo>
                    <a:pt x="658473" y="5002710"/>
                  </a:lnTo>
                  <a:lnTo>
                    <a:pt x="658631" y="5002710"/>
                  </a:lnTo>
                  <a:lnTo>
                    <a:pt x="658789" y="5002710"/>
                  </a:lnTo>
                  <a:lnTo>
                    <a:pt x="658946" y="5002710"/>
                  </a:lnTo>
                  <a:lnTo>
                    <a:pt x="658946" y="5002280"/>
                  </a:lnTo>
                  <a:lnTo>
                    <a:pt x="659104" y="5002280"/>
                  </a:lnTo>
                  <a:lnTo>
                    <a:pt x="659104" y="5001849"/>
                  </a:lnTo>
                  <a:lnTo>
                    <a:pt x="659262" y="5001849"/>
                  </a:lnTo>
                  <a:lnTo>
                    <a:pt x="659420" y="5001849"/>
                  </a:lnTo>
                  <a:lnTo>
                    <a:pt x="659577" y="5001849"/>
                  </a:lnTo>
                  <a:lnTo>
                    <a:pt x="659735" y="5001849"/>
                  </a:lnTo>
                  <a:lnTo>
                    <a:pt x="659893" y="5001849"/>
                  </a:lnTo>
                  <a:lnTo>
                    <a:pt x="659893" y="5001419"/>
                  </a:lnTo>
                  <a:lnTo>
                    <a:pt x="659893" y="5000988"/>
                  </a:lnTo>
                  <a:lnTo>
                    <a:pt x="659893" y="5000557"/>
                  </a:lnTo>
                  <a:lnTo>
                    <a:pt x="660050" y="5000557"/>
                  </a:lnTo>
                  <a:lnTo>
                    <a:pt x="660208" y="5000557"/>
                  </a:lnTo>
                  <a:lnTo>
                    <a:pt x="660208" y="5000127"/>
                  </a:lnTo>
                  <a:lnTo>
                    <a:pt x="660208" y="4999696"/>
                  </a:lnTo>
                  <a:lnTo>
                    <a:pt x="660208" y="4999266"/>
                  </a:lnTo>
                  <a:lnTo>
                    <a:pt x="660208" y="4998835"/>
                  </a:lnTo>
                  <a:lnTo>
                    <a:pt x="660366" y="4998835"/>
                  </a:lnTo>
                  <a:lnTo>
                    <a:pt x="660366" y="4998404"/>
                  </a:lnTo>
                  <a:lnTo>
                    <a:pt x="660524" y="4998404"/>
                  </a:lnTo>
                  <a:lnTo>
                    <a:pt x="660524" y="4997974"/>
                  </a:lnTo>
                  <a:lnTo>
                    <a:pt x="660524" y="4997543"/>
                  </a:lnTo>
                  <a:lnTo>
                    <a:pt x="660681" y="4997543"/>
                  </a:lnTo>
                  <a:lnTo>
                    <a:pt x="660839" y="4997543"/>
                  </a:lnTo>
                  <a:lnTo>
                    <a:pt x="660839" y="4997113"/>
                  </a:lnTo>
                  <a:lnTo>
                    <a:pt x="660839" y="4996682"/>
                  </a:lnTo>
                  <a:lnTo>
                    <a:pt x="660997" y="4996682"/>
                  </a:lnTo>
                  <a:lnTo>
                    <a:pt x="660997" y="4996251"/>
                  </a:lnTo>
                  <a:lnTo>
                    <a:pt x="661155" y="4996251"/>
                  </a:lnTo>
                  <a:lnTo>
                    <a:pt x="661312" y="4996251"/>
                  </a:lnTo>
                  <a:lnTo>
                    <a:pt x="661470" y="4996251"/>
                  </a:lnTo>
                  <a:lnTo>
                    <a:pt x="661628" y="4996251"/>
                  </a:lnTo>
                  <a:lnTo>
                    <a:pt x="661785" y="4996251"/>
                  </a:lnTo>
                  <a:lnTo>
                    <a:pt x="661943" y="4996251"/>
                  </a:lnTo>
                  <a:lnTo>
                    <a:pt x="661943" y="4995821"/>
                  </a:lnTo>
                  <a:lnTo>
                    <a:pt x="661943" y="4995390"/>
                  </a:lnTo>
                  <a:lnTo>
                    <a:pt x="662101" y="4995390"/>
                  </a:lnTo>
                  <a:lnTo>
                    <a:pt x="662259" y="4995390"/>
                  </a:lnTo>
                  <a:lnTo>
                    <a:pt x="662416" y="4995390"/>
                  </a:lnTo>
                  <a:lnTo>
                    <a:pt x="662574" y="4995390"/>
                  </a:lnTo>
                  <a:lnTo>
                    <a:pt x="662732" y="4995390"/>
                  </a:lnTo>
                  <a:lnTo>
                    <a:pt x="662889" y="4995390"/>
                  </a:lnTo>
                  <a:lnTo>
                    <a:pt x="663047" y="4995390"/>
                  </a:lnTo>
                  <a:lnTo>
                    <a:pt x="663205" y="4995390"/>
                  </a:lnTo>
                  <a:lnTo>
                    <a:pt x="663205" y="4994960"/>
                  </a:lnTo>
                  <a:lnTo>
                    <a:pt x="663363" y="4994960"/>
                  </a:lnTo>
                  <a:lnTo>
                    <a:pt x="663520" y="4994960"/>
                  </a:lnTo>
                  <a:lnTo>
                    <a:pt x="663520" y="4994529"/>
                  </a:lnTo>
                  <a:lnTo>
                    <a:pt x="663678" y="4994529"/>
                  </a:lnTo>
                  <a:lnTo>
                    <a:pt x="663836" y="4994529"/>
                  </a:lnTo>
                  <a:lnTo>
                    <a:pt x="663993" y="4994529"/>
                  </a:lnTo>
                  <a:lnTo>
                    <a:pt x="664151" y="4994529"/>
                  </a:lnTo>
                  <a:lnTo>
                    <a:pt x="664151" y="4994098"/>
                  </a:lnTo>
                  <a:lnTo>
                    <a:pt x="664309" y="4994098"/>
                  </a:lnTo>
                  <a:lnTo>
                    <a:pt x="664467" y="4994098"/>
                  </a:lnTo>
                  <a:lnTo>
                    <a:pt x="664624" y="4994098"/>
                  </a:lnTo>
                  <a:lnTo>
                    <a:pt x="664782" y="4994098"/>
                  </a:lnTo>
                  <a:lnTo>
                    <a:pt x="664782" y="4993668"/>
                  </a:lnTo>
                  <a:lnTo>
                    <a:pt x="664782" y="4993237"/>
                  </a:lnTo>
                  <a:lnTo>
                    <a:pt x="664940" y="4993237"/>
                  </a:lnTo>
                  <a:lnTo>
                    <a:pt x="665097" y="4993237"/>
                  </a:lnTo>
                  <a:lnTo>
                    <a:pt x="665097" y="4992807"/>
                  </a:lnTo>
                  <a:lnTo>
                    <a:pt x="665255" y="4992807"/>
                  </a:lnTo>
                  <a:lnTo>
                    <a:pt x="665413" y="4992807"/>
                  </a:lnTo>
                  <a:lnTo>
                    <a:pt x="665413" y="4992376"/>
                  </a:lnTo>
                  <a:lnTo>
                    <a:pt x="665413" y="4991945"/>
                  </a:lnTo>
                  <a:lnTo>
                    <a:pt x="665571" y="4991945"/>
                  </a:lnTo>
                  <a:lnTo>
                    <a:pt x="665728" y="4991945"/>
                  </a:lnTo>
                  <a:lnTo>
                    <a:pt x="665728" y="4991515"/>
                  </a:lnTo>
                  <a:lnTo>
                    <a:pt x="665886" y="4991515"/>
                  </a:lnTo>
                  <a:lnTo>
                    <a:pt x="665886" y="4991084"/>
                  </a:lnTo>
                  <a:lnTo>
                    <a:pt x="665886" y="4990654"/>
                  </a:lnTo>
                  <a:lnTo>
                    <a:pt x="666044" y="4990654"/>
                  </a:lnTo>
                  <a:lnTo>
                    <a:pt x="666202" y="4990654"/>
                  </a:lnTo>
                  <a:lnTo>
                    <a:pt x="666359" y="4990654"/>
                  </a:lnTo>
                  <a:lnTo>
                    <a:pt x="666517" y="4990654"/>
                  </a:lnTo>
                  <a:lnTo>
                    <a:pt x="666675" y="4990654"/>
                  </a:lnTo>
                  <a:lnTo>
                    <a:pt x="666832" y="4990654"/>
                  </a:lnTo>
                  <a:lnTo>
                    <a:pt x="666832" y="4990223"/>
                  </a:lnTo>
                  <a:lnTo>
                    <a:pt x="666990" y="4990223"/>
                  </a:lnTo>
                  <a:lnTo>
                    <a:pt x="667148" y="4990223"/>
                  </a:lnTo>
                  <a:lnTo>
                    <a:pt x="667148" y="4989792"/>
                  </a:lnTo>
                  <a:lnTo>
                    <a:pt x="667306" y="4989792"/>
                  </a:lnTo>
                  <a:lnTo>
                    <a:pt x="667463" y="4989792"/>
                  </a:lnTo>
                  <a:lnTo>
                    <a:pt x="667621" y="4989792"/>
                  </a:lnTo>
                  <a:lnTo>
                    <a:pt x="667621" y="4989362"/>
                  </a:lnTo>
                  <a:lnTo>
                    <a:pt x="667779" y="4989362"/>
                  </a:lnTo>
                  <a:lnTo>
                    <a:pt x="667936" y="4989362"/>
                  </a:lnTo>
                  <a:lnTo>
                    <a:pt x="668094" y="4989362"/>
                  </a:lnTo>
                  <a:lnTo>
                    <a:pt x="668252" y="4989362"/>
                  </a:lnTo>
                  <a:lnTo>
                    <a:pt x="668252" y="4988931"/>
                  </a:lnTo>
                  <a:lnTo>
                    <a:pt x="668410" y="4988931"/>
                  </a:lnTo>
                  <a:lnTo>
                    <a:pt x="668567" y="4988931"/>
                  </a:lnTo>
                  <a:lnTo>
                    <a:pt x="668725" y="4988931"/>
                  </a:lnTo>
                  <a:lnTo>
                    <a:pt x="668883" y="4988931"/>
                  </a:lnTo>
                  <a:lnTo>
                    <a:pt x="668883" y="4988501"/>
                  </a:lnTo>
                  <a:lnTo>
                    <a:pt x="669040" y="4988501"/>
                  </a:lnTo>
                  <a:lnTo>
                    <a:pt x="669198" y="4988501"/>
                  </a:lnTo>
                  <a:lnTo>
                    <a:pt x="669198" y="4988070"/>
                  </a:lnTo>
                  <a:lnTo>
                    <a:pt x="669356" y="4988070"/>
                  </a:lnTo>
                  <a:lnTo>
                    <a:pt x="669356" y="4987639"/>
                  </a:lnTo>
                  <a:lnTo>
                    <a:pt x="669514" y="4987639"/>
                  </a:lnTo>
                  <a:lnTo>
                    <a:pt x="669514" y="4987209"/>
                  </a:lnTo>
                  <a:lnTo>
                    <a:pt x="669514" y="4986778"/>
                  </a:lnTo>
                  <a:lnTo>
                    <a:pt x="669514" y="4986348"/>
                  </a:lnTo>
                  <a:lnTo>
                    <a:pt x="669514" y="4985917"/>
                  </a:lnTo>
                  <a:lnTo>
                    <a:pt x="669671" y="4985917"/>
                  </a:lnTo>
                  <a:lnTo>
                    <a:pt x="669829" y="4985917"/>
                  </a:lnTo>
                  <a:lnTo>
                    <a:pt x="669829" y="4985486"/>
                  </a:lnTo>
                  <a:lnTo>
                    <a:pt x="669829" y="4985056"/>
                  </a:lnTo>
                  <a:lnTo>
                    <a:pt x="669829" y="4984625"/>
                  </a:lnTo>
                  <a:lnTo>
                    <a:pt x="669987" y="4984625"/>
                  </a:lnTo>
                  <a:lnTo>
                    <a:pt x="670144" y="4984625"/>
                  </a:lnTo>
                  <a:lnTo>
                    <a:pt x="670144" y="4984195"/>
                  </a:lnTo>
                  <a:lnTo>
                    <a:pt x="670302" y="4984195"/>
                  </a:lnTo>
                  <a:lnTo>
                    <a:pt x="670302" y="4983764"/>
                  </a:lnTo>
                  <a:lnTo>
                    <a:pt x="670460" y="4983764"/>
                  </a:lnTo>
                  <a:lnTo>
                    <a:pt x="670460" y="4983333"/>
                  </a:lnTo>
                  <a:lnTo>
                    <a:pt x="670460" y="4982903"/>
                  </a:lnTo>
                  <a:lnTo>
                    <a:pt x="670618" y="4982903"/>
                  </a:lnTo>
                  <a:lnTo>
                    <a:pt x="670618" y="4982472"/>
                  </a:lnTo>
                  <a:lnTo>
                    <a:pt x="670775" y="4982472"/>
                  </a:lnTo>
                  <a:lnTo>
                    <a:pt x="670775" y="4982042"/>
                  </a:lnTo>
                  <a:lnTo>
                    <a:pt x="670933" y="4982042"/>
                  </a:lnTo>
                  <a:lnTo>
                    <a:pt x="670933" y="4981611"/>
                  </a:lnTo>
                  <a:lnTo>
                    <a:pt x="670933" y="4981180"/>
                  </a:lnTo>
                  <a:lnTo>
                    <a:pt x="670933" y="4980750"/>
                  </a:lnTo>
                  <a:lnTo>
                    <a:pt x="671091" y="4980750"/>
                  </a:lnTo>
                  <a:lnTo>
                    <a:pt x="671248" y="4980750"/>
                  </a:lnTo>
                  <a:lnTo>
                    <a:pt x="671248" y="4980319"/>
                  </a:lnTo>
                  <a:lnTo>
                    <a:pt x="671406" y="4980319"/>
                  </a:lnTo>
                  <a:lnTo>
                    <a:pt x="671564" y="4980319"/>
                  </a:lnTo>
                  <a:lnTo>
                    <a:pt x="671564" y="4979889"/>
                  </a:lnTo>
                  <a:lnTo>
                    <a:pt x="671564" y="4979458"/>
                  </a:lnTo>
                  <a:lnTo>
                    <a:pt x="671564" y="4979027"/>
                  </a:lnTo>
                  <a:lnTo>
                    <a:pt x="671722" y="4979027"/>
                  </a:lnTo>
                  <a:lnTo>
                    <a:pt x="671879" y="4979027"/>
                  </a:lnTo>
                  <a:lnTo>
                    <a:pt x="672037" y="4979027"/>
                  </a:lnTo>
                  <a:lnTo>
                    <a:pt x="672195" y="4979027"/>
                  </a:lnTo>
                  <a:lnTo>
                    <a:pt x="672353" y="4979027"/>
                  </a:lnTo>
                  <a:lnTo>
                    <a:pt x="672510" y="4979027"/>
                  </a:lnTo>
                  <a:lnTo>
                    <a:pt x="672668" y="4979027"/>
                  </a:lnTo>
                  <a:lnTo>
                    <a:pt x="672826" y="4979027"/>
                  </a:lnTo>
                  <a:lnTo>
                    <a:pt x="672983" y="4979027"/>
                  </a:lnTo>
                  <a:lnTo>
                    <a:pt x="673141" y="4979027"/>
                  </a:lnTo>
                  <a:lnTo>
                    <a:pt x="673299" y="4979027"/>
                  </a:lnTo>
                  <a:lnTo>
                    <a:pt x="673457" y="4979027"/>
                  </a:lnTo>
                  <a:lnTo>
                    <a:pt x="673457" y="4978597"/>
                  </a:lnTo>
                  <a:lnTo>
                    <a:pt x="673457" y="4978166"/>
                  </a:lnTo>
                  <a:lnTo>
                    <a:pt x="673614" y="4978166"/>
                  </a:lnTo>
                  <a:lnTo>
                    <a:pt x="673772" y="4978166"/>
                  </a:lnTo>
                  <a:lnTo>
                    <a:pt x="673772" y="4977736"/>
                  </a:lnTo>
                  <a:lnTo>
                    <a:pt x="673930" y="4977736"/>
                  </a:lnTo>
                  <a:lnTo>
                    <a:pt x="673930" y="4977305"/>
                  </a:lnTo>
                  <a:lnTo>
                    <a:pt x="673930" y="4976874"/>
                  </a:lnTo>
                  <a:lnTo>
                    <a:pt x="673930" y="4976444"/>
                  </a:lnTo>
                  <a:lnTo>
                    <a:pt x="673930" y="4976013"/>
                  </a:lnTo>
                  <a:lnTo>
                    <a:pt x="673930" y="4975583"/>
                  </a:lnTo>
                  <a:lnTo>
                    <a:pt x="674087" y="4975583"/>
                  </a:lnTo>
                  <a:lnTo>
                    <a:pt x="674087" y="4975152"/>
                  </a:lnTo>
                  <a:lnTo>
                    <a:pt x="674245" y="4975152"/>
                  </a:lnTo>
                  <a:lnTo>
                    <a:pt x="674403" y="4975152"/>
                  </a:lnTo>
                  <a:lnTo>
                    <a:pt x="674403" y="4974721"/>
                  </a:lnTo>
                  <a:lnTo>
                    <a:pt x="674561" y="4974721"/>
                  </a:lnTo>
                  <a:lnTo>
                    <a:pt x="674561" y="4974291"/>
                  </a:lnTo>
                  <a:lnTo>
                    <a:pt x="674718" y="4974291"/>
                  </a:lnTo>
                  <a:lnTo>
                    <a:pt x="674718" y="4973860"/>
                  </a:lnTo>
                  <a:lnTo>
                    <a:pt x="674876" y="4973860"/>
                  </a:lnTo>
                  <a:lnTo>
                    <a:pt x="674876" y="4973430"/>
                  </a:lnTo>
                  <a:lnTo>
                    <a:pt x="674876" y="4972999"/>
                  </a:lnTo>
                  <a:lnTo>
                    <a:pt x="674876" y="4972568"/>
                  </a:lnTo>
                  <a:lnTo>
                    <a:pt x="675034" y="4972568"/>
                  </a:lnTo>
                  <a:lnTo>
                    <a:pt x="675191" y="4972568"/>
                  </a:lnTo>
                  <a:lnTo>
                    <a:pt x="675349" y="4972568"/>
                  </a:lnTo>
                  <a:lnTo>
                    <a:pt x="675349" y="4972138"/>
                  </a:lnTo>
                  <a:lnTo>
                    <a:pt x="675507" y="4972138"/>
                  </a:lnTo>
                  <a:lnTo>
                    <a:pt x="675665" y="4972138"/>
                  </a:lnTo>
                  <a:lnTo>
                    <a:pt x="675665" y="4971707"/>
                  </a:lnTo>
                  <a:lnTo>
                    <a:pt x="675822" y="4971707"/>
                  </a:lnTo>
                  <a:lnTo>
                    <a:pt x="675980" y="4971707"/>
                  </a:lnTo>
                  <a:lnTo>
                    <a:pt x="676138" y="4971707"/>
                  </a:lnTo>
                  <a:lnTo>
                    <a:pt x="676138" y="4971277"/>
                  </a:lnTo>
                  <a:lnTo>
                    <a:pt x="676295" y="4971277"/>
                  </a:lnTo>
                  <a:lnTo>
                    <a:pt x="676453" y="4971277"/>
                  </a:lnTo>
                  <a:lnTo>
                    <a:pt x="676453" y="4970846"/>
                  </a:lnTo>
                  <a:lnTo>
                    <a:pt x="676453" y="4970415"/>
                  </a:lnTo>
                  <a:lnTo>
                    <a:pt x="676611" y="4970415"/>
                  </a:lnTo>
                  <a:lnTo>
                    <a:pt x="676611" y="4969985"/>
                  </a:lnTo>
                  <a:lnTo>
                    <a:pt x="676611" y="4969554"/>
                  </a:lnTo>
                  <a:lnTo>
                    <a:pt x="676769" y="4969554"/>
                  </a:lnTo>
                  <a:lnTo>
                    <a:pt x="676769" y="4969124"/>
                  </a:lnTo>
                  <a:lnTo>
                    <a:pt x="676926" y="4969124"/>
                  </a:lnTo>
                  <a:lnTo>
                    <a:pt x="677084" y="4969124"/>
                  </a:lnTo>
                  <a:lnTo>
                    <a:pt x="677084" y="4968693"/>
                  </a:lnTo>
                  <a:lnTo>
                    <a:pt x="677242" y="4968693"/>
                  </a:lnTo>
                  <a:lnTo>
                    <a:pt x="677400" y="4968693"/>
                  </a:lnTo>
                  <a:lnTo>
                    <a:pt x="677557" y="4968693"/>
                  </a:lnTo>
                  <a:lnTo>
                    <a:pt x="677715" y="4968693"/>
                  </a:lnTo>
                  <a:lnTo>
                    <a:pt x="677873" y="4968693"/>
                  </a:lnTo>
                  <a:lnTo>
                    <a:pt x="677873" y="4968262"/>
                  </a:lnTo>
                  <a:lnTo>
                    <a:pt x="677873" y="4967832"/>
                  </a:lnTo>
                  <a:lnTo>
                    <a:pt x="678030" y="4967832"/>
                  </a:lnTo>
                  <a:lnTo>
                    <a:pt x="678188" y="4967832"/>
                  </a:lnTo>
                  <a:lnTo>
                    <a:pt x="678346" y="4967832"/>
                  </a:lnTo>
                  <a:lnTo>
                    <a:pt x="678346" y="4967401"/>
                  </a:lnTo>
                  <a:lnTo>
                    <a:pt x="678504" y="4967401"/>
                  </a:lnTo>
                  <a:lnTo>
                    <a:pt x="678661" y="4967401"/>
                  </a:lnTo>
                  <a:lnTo>
                    <a:pt x="678819" y="4967401"/>
                  </a:lnTo>
                  <a:lnTo>
                    <a:pt x="678977" y="4967401"/>
                  </a:lnTo>
                  <a:lnTo>
                    <a:pt x="679134" y="4967401"/>
                  </a:lnTo>
                  <a:lnTo>
                    <a:pt x="679134" y="4966971"/>
                  </a:lnTo>
                  <a:lnTo>
                    <a:pt x="679292" y="4966971"/>
                  </a:lnTo>
                  <a:lnTo>
                    <a:pt x="679450" y="4966971"/>
                  </a:lnTo>
                  <a:lnTo>
                    <a:pt x="679608" y="4966971"/>
                  </a:lnTo>
                  <a:lnTo>
                    <a:pt x="679765" y="4966971"/>
                  </a:lnTo>
                  <a:lnTo>
                    <a:pt x="679923" y="4966971"/>
                  </a:lnTo>
                  <a:lnTo>
                    <a:pt x="680081" y="4966971"/>
                  </a:lnTo>
                  <a:lnTo>
                    <a:pt x="680081" y="4966540"/>
                  </a:lnTo>
                  <a:lnTo>
                    <a:pt x="680238" y="4966540"/>
                  </a:lnTo>
                  <a:lnTo>
                    <a:pt x="680396" y="4966540"/>
                  </a:lnTo>
                  <a:lnTo>
                    <a:pt x="680554" y="4966540"/>
                  </a:lnTo>
                  <a:lnTo>
                    <a:pt x="680554" y="4966109"/>
                  </a:lnTo>
                  <a:lnTo>
                    <a:pt x="680712" y="4966109"/>
                  </a:lnTo>
                  <a:lnTo>
                    <a:pt x="680869" y="4966109"/>
                  </a:lnTo>
                  <a:lnTo>
                    <a:pt x="681027" y="4966109"/>
                  </a:lnTo>
                  <a:lnTo>
                    <a:pt x="681027" y="4965679"/>
                  </a:lnTo>
                  <a:lnTo>
                    <a:pt x="681027" y="4965248"/>
                  </a:lnTo>
                  <a:lnTo>
                    <a:pt x="681027" y="4964818"/>
                  </a:lnTo>
                  <a:lnTo>
                    <a:pt x="681027" y="4964387"/>
                  </a:lnTo>
                  <a:lnTo>
                    <a:pt x="681185" y="4964387"/>
                  </a:lnTo>
                  <a:lnTo>
                    <a:pt x="681185" y="4963956"/>
                  </a:lnTo>
                  <a:lnTo>
                    <a:pt x="681342" y="4963956"/>
                  </a:lnTo>
                  <a:lnTo>
                    <a:pt x="681342" y="4963526"/>
                  </a:lnTo>
                  <a:lnTo>
                    <a:pt x="681342" y="4963095"/>
                  </a:lnTo>
                  <a:lnTo>
                    <a:pt x="681342" y="4962665"/>
                  </a:lnTo>
                  <a:lnTo>
                    <a:pt x="681500" y="4962665"/>
                  </a:lnTo>
                  <a:lnTo>
                    <a:pt x="681500" y="4962234"/>
                  </a:lnTo>
                  <a:lnTo>
                    <a:pt x="681500" y="4961803"/>
                  </a:lnTo>
                  <a:lnTo>
                    <a:pt x="681658" y="4961803"/>
                  </a:lnTo>
                  <a:lnTo>
                    <a:pt x="681816" y="4961803"/>
                  </a:lnTo>
                  <a:lnTo>
                    <a:pt x="681973" y="4961803"/>
                  </a:lnTo>
                  <a:lnTo>
                    <a:pt x="682131" y="4961803"/>
                  </a:lnTo>
                  <a:lnTo>
                    <a:pt x="682289" y="4961803"/>
                  </a:lnTo>
                  <a:lnTo>
                    <a:pt x="682446" y="4961803"/>
                  </a:lnTo>
                  <a:lnTo>
                    <a:pt x="682604" y="4961803"/>
                  </a:lnTo>
                  <a:lnTo>
                    <a:pt x="682762" y="4961803"/>
                  </a:lnTo>
                  <a:lnTo>
                    <a:pt x="682920" y="4961803"/>
                  </a:lnTo>
                  <a:lnTo>
                    <a:pt x="683077" y="4961803"/>
                  </a:lnTo>
                  <a:lnTo>
                    <a:pt x="683235" y="4961803"/>
                  </a:lnTo>
                  <a:lnTo>
                    <a:pt x="683235" y="4961373"/>
                  </a:lnTo>
                  <a:lnTo>
                    <a:pt x="683235" y="4960942"/>
                  </a:lnTo>
                  <a:lnTo>
                    <a:pt x="683393" y="4960942"/>
                  </a:lnTo>
                  <a:lnTo>
                    <a:pt x="683551" y="4960942"/>
                  </a:lnTo>
                  <a:lnTo>
                    <a:pt x="683708" y="4960942"/>
                  </a:lnTo>
                  <a:lnTo>
                    <a:pt x="683866" y="4960942"/>
                  </a:lnTo>
                  <a:lnTo>
                    <a:pt x="684024" y="4960942"/>
                  </a:lnTo>
                  <a:lnTo>
                    <a:pt x="684024" y="4960512"/>
                  </a:lnTo>
                  <a:lnTo>
                    <a:pt x="684181" y="4960512"/>
                  </a:lnTo>
                  <a:lnTo>
                    <a:pt x="684339" y="4960512"/>
                  </a:lnTo>
                  <a:lnTo>
                    <a:pt x="684497" y="4960512"/>
                  </a:lnTo>
                  <a:lnTo>
                    <a:pt x="684655" y="4960512"/>
                  </a:lnTo>
                  <a:lnTo>
                    <a:pt x="684812" y="4960512"/>
                  </a:lnTo>
                  <a:lnTo>
                    <a:pt x="684970" y="4960512"/>
                  </a:lnTo>
                  <a:lnTo>
                    <a:pt x="684970" y="4960081"/>
                  </a:lnTo>
                  <a:lnTo>
                    <a:pt x="684970" y="4959650"/>
                  </a:lnTo>
                  <a:lnTo>
                    <a:pt x="684970" y="4959220"/>
                  </a:lnTo>
                  <a:lnTo>
                    <a:pt x="685128" y="4959220"/>
                  </a:lnTo>
                  <a:lnTo>
                    <a:pt x="685128" y="4958789"/>
                  </a:lnTo>
                  <a:lnTo>
                    <a:pt x="685285" y="4958789"/>
                  </a:lnTo>
                  <a:lnTo>
                    <a:pt x="685443" y="4958789"/>
                  </a:lnTo>
                  <a:lnTo>
                    <a:pt x="685601" y="4958789"/>
                  </a:lnTo>
                  <a:lnTo>
                    <a:pt x="685759" y="4958789"/>
                  </a:lnTo>
                  <a:lnTo>
                    <a:pt x="685916" y="4958789"/>
                  </a:lnTo>
                  <a:lnTo>
                    <a:pt x="686074" y="4958789"/>
                  </a:lnTo>
                  <a:lnTo>
                    <a:pt x="686074" y="4958359"/>
                  </a:lnTo>
                  <a:lnTo>
                    <a:pt x="686232" y="4958359"/>
                  </a:lnTo>
                  <a:lnTo>
                    <a:pt x="686389" y="4958359"/>
                  </a:lnTo>
                  <a:lnTo>
                    <a:pt x="686389" y="4957928"/>
                  </a:lnTo>
                  <a:lnTo>
                    <a:pt x="686547" y="4957928"/>
                  </a:lnTo>
                  <a:lnTo>
                    <a:pt x="686547" y="4957497"/>
                  </a:lnTo>
                  <a:lnTo>
                    <a:pt x="686705" y="4957497"/>
                  </a:lnTo>
                  <a:lnTo>
                    <a:pt x="686863" y="4957497"/>
                  </a:lnTo>
                  <a:lnTo>
                    <a:pt x="687020" y="4957497"/>
                  </a:lnTo>
                  <a:lnTo>
                    <a:pt x="687178" y="4957497"/>
                  </a:lnTo>
                  <a:lnTo>
                    <a:pt x="687178" y="4957067"/>
                  </a:lnTo>
                  <a:lnTo>
                    <a:pt x="687336" y="4957067"/>
                  </a:lnTo>
                  <a:lnTo>
                    <a:pt x="687336" y="4956636"/>
                  </a:lnTo>
                  <a:lnTo>
                    <a:pt x="687493" y="4956636"/>
                  </a:lnTo>
                  <a:lnTo>
                    <a:pt x="687493" y="4956206"/>
                  </a:lnTo>
                  <a:lnTo>
                    <a:pt x="687493" y="4955775"/>
                  </a:lnTo>
                  <a:lnTo>
                    <a:pt x="687493" y="4955344"/>
                  </a:lnTo>
                  <a:lnTo>
                    <a:pt x="687493" y="4954914"/>
                  </a:lnTo>
                  <a:lnTo>
                    <a:pt x="687651" y="4954914"/>
                  </a:lnTo>
                  <a:lnTo>
                    <a:pt x="687651" y="4954483"/>
                  </a:lnTo>
                  <a:lnTo>
                    <a:pt x="687651" y="4954053"/>
                  </a:lnTo>
                  <a:lnTo>
                    <a:pt x="687809" y="4954053"/>
                  </a:lnTo>
                  <a:lnTo>
                    <a:pt x="687967" y="4954053"/>
                  </a:lnTo>
                  <a:lnTo>
                    <a:pt x="688124" y="4954053"/>
                  </a:lnTo>
                  <a:lnTo>
                    <a:pt x="688282" y="4954053"/>
                  </a:lnTo>
                  <a:lnTo>
                    <a:pt x="688282" y="4953622"/>
                  </a:lnTo>
                  <a:lnTo>
                    <a:pt x="688440" y="4953622"/>
                  </a:lnTo>
                  <a:lnTo>
                    <a:pt x="688440" y="4953191"/>
                  </a:lnTo>
                  <a:lnTo>
                    <a:pt x="688598" y="4953191"/>
                  </a:lnTo>
                  <a:lnTo>
                    <a:pt x="688598" y="4952761"/>
                  </a:lnTo>
                  <a:lnTo>
                    <a:pt x="688598" y="4952330"/>
                  </a:lnTo>
                  <a:lnTo>
                    <a:pt x="688755" y="4952330"/>
                  </a:lnTo>
                  <a:lnTo>
                    <a:pt x="688755" y="4951900"/>
                  </a:lnTo>
                  <a:lnTo>
                    <a:pt x="688913" y="4951900"/>
                  </a:lnTo>
                  <a:lnTo>
                    <a:pt x="688913" y="4951469"/>
                  </a:lnTo>
                  <a:lnTo>
                    <a:pt x="689071" y="4951469"/>
                  </a:lnTo>
                  <a:lnTo>
                    <a:pt x="689228" y="4951469"/>
                  </a:lnTo>
                  <a:lnTo>
                    <a:pt x="689386" y="4951469"/>
                  </a:lnTo>
                  <a:lnTo>
                    <a:pt x="689386" y="4951038"/>
                  </a:lnTo>
                  <a:lnTo>
                    <a:pt x="689386" y="4950608"/>
                  </a:lnTo>
                  <a:lnTo>
                    <a:pt x="689386" y="4950177"/>
                  </a:lnTo>
                  <a:lnTo>
                    <a:pt x="689544" y="4950177"/>
                  </a:lnTo>
                  <a:lnTo>
                    <a:pt x="689544" y="4949747"/>
                  </a:lnTo>
                  <a:lnTo>
                    <a:pt x="689702" y="4949747"/>
                  </a:lnTo>
                  <a:lnTo>
                    <a:pt x="689859" y="4949747"/>
                  </a:lnTo>
                  <a:lnTo>
                    <a:pt x="689859" y="4949316"/>
                  </a:lnTo>
                  <a:lnTo>
                    <a:pt x="690017" y="4949316"/>
                  </a:lnTo>
                  <a:lnTo>
                    <a:pt x="690017" y="4948885"/>
                  </a:lnTo>
                  <a:lnTo>
                    <a:pt x="690175" y="4948885"/>
                  </a:lnTo>
                  <a:lnTo>
                    <a:pt x="690332" y="4948885"/>
                  </a:lnTo>
                  <a:lnTo>
                    <a:pt x="690490" y="4948885"/>
                  </a:lnTo>
                  <a:lnTo>
                    <a:pt x="690648" y="4948885"/>
                  </a:lnTo>
                  <a:lnTo>
                    <a:pt x="690806" y="4948885"/>
                  </a:lnTo>
                  <a:lnTo>
                    <a:pt x="690963" y="4948885"/>
                  </a:lnTo>
                  <a:lnTo>
                    <a:pt x="691121" y="4948885"/>
                  </a:lnTo>
                  <a:lnTo>
                    <a:pt x="691121" y="4948455"/>
                  </a:lnTo>
                  <a:lnTo>
                    <a:pt x="691279" y="4948455"/>
                  </a:lnTo>
                  <a:lnTo>
                    <a:pt x="691279" y="4948024"/>
                  </a:lnTo>
                  <a:lnTo>
                    <a:pt x="691279" y="4947594"/>
                  </a:lnTo>
                  <a:lnTo>
                    <a:pt x="691279" y="4947163"/>
                  </a:lnTo>
                  <a:lnTo>
                    <a:pt x="691436" y="4947163"/>
                  </a:lnTo>
                  <a:lnTo>
                    <a:pt x="691594" y="4947163"/>
                  </a:lnTo>
                  <a:lnTo>
                    <a:pt x="691594" y="4946732"/>
                  </a:lnTo>
                  <a:lnTo>
                    <a:pt x="691752" y="4946732"/>
                  </a:lnTo>
                  <a:lnTo>
                    <a:pt x="691752" y="4946302"/>
                  </a:lnTo>
                  <a:lnTo>
                    <a:pt x="691752" y="4945871"/>
                  </a:lnTo>
                  <a:lnTo>
                    <a:pt x="691910" y="4945871"/>
                  </a:lnTo>
                  <a:lnTo>
                    <a:pt x="692067" y="4945871"/>
                  </a:lnTo>
                  <a:lnTo>
                    <a:pt x="692225" y="4945871"/>
                  </a:lnTo>
                  <a:lnTo>
                    <a:pt x="692383" y="4945871"/>
                  </a:lnTo>
                  <a:lnTo>
                    <a:pt x="692540" y="4945871"/>
                  </a:lnTo>
                  <a:lnTo>
                    <a:pt x="692698" y="4945871"/>
                  </a:lnTo>
                  <a:lnTo>
                    <a:pt x="692856" y="4945871"/>
                  </a:lnTo>
                  <a:lnTo>
                    <a:pt x="693014" y="4945871"/>
                  </a:lnTo>
                  <a:lnTo>
                    <a:pt x="693171" y="4945871"/>
                  </a:lnTo>
                  <a:lnTo>
                    <a:pt x="693329" y="4945871"/>
                  </a:lnTo>
                  <a:lnTo>
                    <a:pt x="693487" y="4945871"/>
                  </a:lnTo>
                  <a:lnTo>
                    <a:pt x="693644" y="4945871"/>
                  </a:lnTo>
                  <a:lnTo>
                    <a:pt x="693644" y="4945441"/>
                  </a:lnTo>
                  <a:lnTo>
                    <a:pt x="693802" y="4945441"/>
                  </a:lnTo>
                  <a:lnTo>
                    <a:pt x="693960" y="4945441"/>
                  </a:lnTo>
                  <a:lnTo>
                    <a:pt x="693960" y="4945010"/>
                  </a:lnTo>
                  <a:lnTo>
                    <a:pt x="694118" y="4945010"/>
                  </a:lnTo>
                  <a:lnTo>
                    <a:pt x="694275" y="4945010"/>
                  </a:lnTo>
                  <a:lnTo>
                    <a:pt x="694275" y="4944579"/>
                  </a:lnTo>
                  <a:lnTo>
                    <a:pt x="694433" y="4944579"/>
                  </a:lnTo>
                  <a:lnTo>
                    <a:pt x="694591" y="4944579"/>
                  </a:lnTo>
                  <a:lnTo>
                    <a:pt x="694749" y="4944579"/>
                  </a:lnTo>
                  <a:lnTo>
                    <a:pt x="694906" y="4944579"/>
                  </a:lnTo>
                  <a:lnTo>
                    <a:pt x="694906" y="4944149"/>
                  </a:lnTo>
                  <a:lnTo>
                    <a:pt x="694906" y="4943718"/>
                  </a:lnTo>
                  <a:lnTo>
                    <a:pt x="695064" y="4943718"/>
                  </a:lnTo>
                  <a:lnTo>
                    <a:pt x="695064" y="4943288"/>
                  </a:lnTo>
                  <a:lnTo>
                    <a:pt x="695064" y="4942857"/>
                  </a:lnTo>
                  <a:lnTo>
                    <a:pt x="695064" y="4942426"/>
                  </a:lnTo>
                  <a:lnTo>
                    <a:pt x="695064" y="4941996"/>
                  </a:lnTo>
                  <a:lnTo>
                    <a:pt x="695222" y="4941996"/>
                  </a:lnTo>
                  <a:lnTo>
                    <a:pt x="695222" y="4941565"/>
                  </a:lnTo>
                  <a:lnTo>
                    <a:pt x="695222" y="4941135"/>
                  </a:lnTo>
                  <a:lnTo>
                    <a:pt x="695379" y="4941135"/>
                  </a:lnTo>
                  <a:lnTo>
                    <a:pt x="695537" y="4941135"/>
                  </a:lnTo>
                  <a:lnTo>
                    <a:pt x="695537" y="4940704"/>
                  </a:lnTo>
                  <a:lnTo>
                    <a:pt x="695537" y="4940273"/>
                  </a:lnTo>
                  <a:lnTo>
                    <a:pt x="695695" y="4940273"/>
                  </a:lnTo>
                  <a:lnTo>
                    <a:pt x="695695" y="4939843"/>
                  </a:lnTo>
                  <a:lnTo>
                    <a:pt x="695853" y="4939843"/>
                  </a:lnTo>
                  <a:lnTo>
                    <a:pt x="695853" y="4939412"/>
                  </a:lnTo>
                  <a:lnTo>
                    <a:pt x="695853" y="4938982"/>
                  </a:lnTo>
                  <a:lnTo>
                    <a:pt x="696010" y="4938982"/>
                  </a:lnTo>
                  <a:lnTo>
                    <a:pt x="696168" y="4938982"/>
                  </a:lnTo>
                  <a:lnTo>
                    <a:pt x="696326" y="4938982"/>
                  </a:lnTo>
                  <a:lnTo>
                    <a:pt x="696326" y="4938551"/>
                  </a:lnTo>
                  <a:lnTo>
                    <a:pt x="696483" y="4938551"/>
                  </a:lnTo>
                  <a:lnTo>
                    <a:pt x="696641" y="4938551"/>
                  </a:lnTo>
                  <a:lnTo>
                    <a:pt x="696799" y="4938551"/>
                  </a:lnTo>
                  <a:lnTo>
                    <a:pt x="696799" y="4938120"/>
                  </a:lnTo>
                  <a:lnTo>
                    <a:pt x="696799" y="4937690"/>
                  </a:lnTo>
                  <a:lnTo>
                    <a:pt x="696799" y="4937259"/>
                  </a:lnTo>
                  <a:lnTo>
                    <a:pt x="696957" y="4937259"/>
                  </a:lnTo>
                  <a:lnTo>
                    <a:pt x="697114" y="4937259"/>
                  </a:lnTo>
                  <a:lnTo>
                    <a:pt x="697272" y="4937259"/>
                  </a:lnTo>
                  <a:lnTo>
                    <a:pt x="697272" y="4936829"/>
                  </a:lnTo>
                  <a:lnTo>
                    <a:pt x="697272" y="4936398"/>
                  </a:lnTo>
                  <a:lnTo>
                    <a:pt x="697272" y="4935967"/>
                  </a:lnTo>
                  <a:lnTo>
                    <a:pt x="697430" y="4935967"/>
                  </a:lnTo>
                  <a:lnTo>
                    <a:pt x="697430" y="4935537"/>
                  </a:lnTo>
                  <a:lnTo>
                    <a:pt x="697430" y="4935106"/>
                  </a:lnTo>
                  <a:lnTo>
                    <a:pt x="697430" y="4934676"/>
                  </a:lnTo>
                  <a:lnTo>
                    <a:pt x="697430" y="4934245"/>
                  </a:lnTo>
                  <a:lnTo>
                    <a:pt x="697430" y="4933814"/>
                  </a:lnTo>
                  <a:lnTo>
                    <a:pt x="697587" y="4933814"/>
                  </a:lnTo>
                  <a:lnTo>
                    <a:pt x="697745" y="4933814"/>
                  </a:lnTo>
                  <a:lnTo>
                    <a:pt x="697903" y="4933814"/>
                  </a:lnTo>
                  <a:lnTo>
                    <a:pt x="698061" y="4933814"/>
                  </a:lnTo>
                  <a:lnTo>
                    <a:pt x="698218" y="4933814"/>
                  </a:lnTo>
                  <a:lnTo>
                    <a:pt x="698218" y="4933384"/>
                  </a:lnTo>
                  <a:lnTo>
                    <a:pt x="698376" y="4933384"/>
                  </a:lnTo>
                  <a:lnTo>
                    <a:pt x="698534" y="4933384"/>
                  </a:lnTo>
                  <a:lnTo>
                    <a:pt x="698691" y="4933384"/>
                  </a:lnTo>
                  <a:lnTo>
                    <a:pt x="698691" y="4932953"/>
                  </a:lnTo>
                  <a:lnTo>
                    <a:pt x="698849" y="4932953"/>
                  </a:lnTo>
                  <a:lnTo>
                    <a:pt x="699007" y="4932953"/>
                  </a:lnTo>
                  <a:lnTo>
                    <a:pt x="699007" y="4932523"/>
                  </a:lnTo>
                  <a:lnTo>
                    <a:pt x="699165" y="4932523"/>
                  </a:lnTo>
                  <a:lnTo>
                    <a:pt x="699322" y="4932523"/>
                  </a:lnTo>
                  <a:lnTo>
                    <a:pt x="699322" y="4932092"/>
                  </a:lnTo>
                  <a:lnTo>
                    <a:pt x="699480" y="4932092"/>
                  </a:lnTo>
                  <a:lnTo>
                    <a:pt x="699638" y="4932092"/>
                  </a:lnTo>
                  <a:lnTo>
                    <a:pt x="699638" y="4931661"/>
                  </a:lnTo>
                  <a:lnTo>
                    <a:pt x="699796" y="4931661"/>
                  </a:lnTo>
                  <a:lnTo>
                    <a:pt x="699796" y="4931231"/>
                  </a:lnTo>
                  <a:lnTo>
                    <a:pt x="699953" y="4931231"/>
                  </a:lnTo>
                  <a:lnTo>
                    <a:pt x="699953" y="4930800"/>
                  </a:lnTo>
                  <a:lnTo>
                    <a:pt x="699953" y="4930370"/>
                  </a:lnTo>
                  <a:lnTo>
                    <a:pt x="700111" y="4930370"/>
                  </a:lnTo>
                  <a:lnTo>
                    <a:pt x="700269" y="4930370"/>
                  </a:lnTo>
                  <a:lnTo>
                    <a:pt x="700426" y="4930370"/>
                  </a:lnTo>
                  <a:lnTo>
                    <a:pt x="700426" y="4929939"/>
                  </a:lnTo>
                  <a:lnTo>
                    <a:pt x="700584" y="4929939"/>
                  </a:lnTo>
                  <a:lnTo>
                    <a:pt x="700584" y="4929508"/>
                  </a:lnTo>
                  <a:lnTo>
                    <a:pt x="700742" y="4929508"/>
                  </a:lnTo>
                  <a:lnTo>
                    <a:pt x="700742" y="4929078"/>
                  </a:lnTo>
                  <a:lnTo>
                    <a:pt x="700900" y="4929078"/>
                  </a:lnTo>
                  <a:lnTo>
                    <a:pt x="701057" y="4929078"/>
                  </a:lnTo>
                  <a:lnTo>
                    <a:pt x="701057" y="4928647"/>
                  </a:lnTo>
                  <a:lnTo>
                    <a:pt x="701215" y="4928647"/>
                  </a:lnTo>
                  <a:lnTo>
                    <a:pt x="701215" y="4928217"/>
                  </a:lnTo>
                  <a:lnTo>
                    <a:pt x="701373" y="4928217"/>
                  </a:lnTo>
                  <a:lnTo>
                    <a:pt x="701530" y="4928217"/>
                  </a:lnTo>
                  <a:lnTo>
                    <a:pt x="701688" y="4928217"/>
                  </a:lnTo>
                  <a:lnTo>
                    <a:pt x="701846" y="4928217"/>
                  </a:lnTo>
                  <a:lnTo>
                    <a:pt x="701846" y="4927786"/>
                  </a:lnTo>
                  <a:lnTo>
                    <a:pt x="701846" y="4927355"/>
                  </a:lnTo>
                  <a:lnTo>
                    <a:pt x="702004" y="4927355"/>
                  </a:lnTo>
                  <a:lnTo>
                    <a:pt x="702004" y="4926925"/>
                  </a:lnTo>
                  <a:lnTo>
                    <a:pt x="702004" y="4926494"/>
                  </a:lnTo>
                  <a:lnTo>
                    <a:pt x="702161" y="4926494"/>
                  </a:lnTo>
                  <a:lnTo>
                    <a:pt x="702161" y="4926064"/>
                  </a:lnTo>
                  <a:lnTo>
                    <a:pt x="702161" y="4925633"/>
                  </a:lnTo>
                  <a:lnTo>
                    <a:pt x="702161" y="4925202"/>
                  </a:lnTo>
                  <a:lnTo>
                    <a:pt x="702319" y="4925202"/>
                  </a:lnTo>
                  <a:lnTo>
                    <a:pt x="702319" y="4924772"/>
                  </a:lnTo>
                  <a:lnTo>
                    <a:pt x="702319" y="4924341"/>
                  </a:lnTo>
                  <a:lnTo>
                    <a:pt x="702319" y="4923911"/>
                  </a:lnTo>
                  <a:lnTo>
                    <a:pt x="702477" y="4923911"/>
                  </a:lnTo>
                  <a:lnTo>
                    <a:pt x="702634" y="4923911"/>
                  </a:lnTo>
                  <a:lnTo>
                    <a:pt x="702634" y="4923480"/>
                  </a:lnTo>
                  <a:lnTo>
                    <a:pt x="702634" y="4923049"/>
                  </a:lnTo>
                  <a:lnTo>
                    <a:pt x="702634" y="4922619"/>
                  </a:lnTo>
                  <a:lnTo>
                    <a:pt x="702634" y="4922188"/>
                  </a:lnTo>
                  <a:lnTo>
                    <a:pt x="702792" y="4922188"/>
                  </a:lnTo>
                  <a:lnTo>
                    <a:pt x="702950" y="4922188"/>
                  </a:lnTo>
                  <a:lnTo>
                    <a:pt x="702950" y="4921758"/>
                  </a:lnTo>
                  <a:lnTo>
                    <a:pt x="703108" y="4921758"/>
                  </a:lnTo>
                  <a:lnTo>
                    <a:pt x="703265" y="4921758"/>
                  </a:lnTo>
                  <a:lnTo>
                    <a:pt x="703265" y="4921327"/>
                  </a:lnTo>
                  <a:lnTo>
                    <a:pt x="703423" y="4921327"/>
                  </a:lnTo>
                  <a:lnTo>
                    <a:pt x="703581" y="4921327"/>
                  </a:lnTo>
                  <a:lnTo>
                    <a:pt x="703738" y="4921327"/>
                  </a:lnTo>
                  <a:lnTo>
                    <a:pt x="703738" y="4920896"/>
                  </a:lnTo>
                  <a:lnTo>
                    <a:pt x="703738" y="4920466"/>
                  </a:lnTo>
                  <a:lnTo>
                    <a:pt x="703896" y="4920466"/>
                  </a:lnTo>
                  <a:lnTo>
                    <a:pt x="704054" y="4920466"/>
                  </a:lnTo>
                  <a:lnTo>
                    <a:pt x="704212" y="4920466"/>
                  </a:lnTo>
                  <a:lnTo>
                    <a:pt x="704212" y="4920035"/>
                  </a:lnTo>
                  <a:lnTo>
                    <a:pt x="704369" y="4920035"/>
                  </a:lnTo>
                  <a:lnTo>
                    <a:pt x="704527" y="4920035"/>
                  </a:lnTo>
                  <a:lnTo>
                    <a:pt x="704527" y="4919605"/>
                  </a:lnTo>
                  <a:lnTo>
                    <a:pt x="704527" y="4919174"/>
                  </a:lnTo>
                  <a:lnTo>
                    <a:pt x="704685" y="4919174"/>
                  </a:lnTo>
                  <a:lnTo>
                    <a:pt x="704685" y="4918743"/>
                  </a:lnTo>
                  <a:lnTo>
                    <a:pt x="704842" y="4918743"/>
                  </a:lnTo>
                  <a:lnTo>
                    <a:pt x="704842" y="4918313"/>
                  </a:lnTo>
                  <a:lnTo>
                    <a:pt x="705000" y="4918313"/>
                  </a:lnTo>
                  <a:lnTo>
                    <a:pt x="705158" y="4918313"/>
                  </a:lnTo>
                  <a:lnTo>
                    <a:pt x="705158" y="4917882"/>
                  </a:lnTo>
                  <a:lnTo>
                    <a:pt x="705316" y="4917882"/>
                  </a:lnTo>
                  <a:lnTo>
                    <a:pt x="705316" y="4917452"/>
                  </a:lnTo>
                  <a:lnTo>
                    <a:pt x="705473" y="4917452"/>
                  </a:lnTo>
                  <a:lnTo>
                    <a:pt x="705631" y="4917452"/>
                  </a:lnTo>
                  <a:lnTo>
                    <a:pt x="705789" y="4917452"/>
                  </a:lnTo>
                  <a:lnTo>
                    <a:pt x="705947" y="4917452"/>
                  </a:lnTo>
                  <a:lnTo>
                    <a:pt x="705947" y="4917021"/>
                  </a:lnTo>
                  <a:lnTo>
                    <a:pt x="706104" y="4917021"/>
                  </a:lnTo>
                  <a:lnTo>
                    <a:pt x="706262" y="4917021"/>
                  </a:lnTo>
                  <a:lnTo>
                    <a:pt x="706420" y="4917021"/>
                  </a:lnTo>
                  <a:lnTo>
                    <a:pt x="706577" y="4917021"/>
                  </a:lnTo>
                  <a:lnTo>
                    <a:pt x="706735" y="4917021"/>
                  </a:lnTo>
                  <a:lnTo>
                    <a:pt x="706735" y="4916590"/>
                  </a:lnTo>
                  <a:lnTo>
                    <a:pt x="706893" y="4916590"/>
                  </a:lnTo>
                  <a:lnTo>
                    <a:pt x="707051" y="4916590"/>
                  </a:lnTo>
                  <a:lnTo>
                    <a:pt x="707208" y="4916590"/>
                  </a:lnTo>
                  <a:lnTo>
                    <a:pt x="707208" y="4916160"/>
                  </a:lnTo>
                  <a:lnTo>
                    <a:pt x="707366" y="4916160"/>
                  </a:lnTo>
                  <a:lnTo>
                    <a:pt x="707524" y="4916160"/>
                  </a:lnTo>
                  <a:lnTo>
                    <a:pt x="707681" y="4916160"/>
                  </a:lnTo>
                  <a:lnTo>
                    <a:pt x="707681" y="4915729"/>
                  </a:lnTo>
                  <a:lnTo>
                    <a:pt x="707839" y="4915729"/>
                  </a:lnTo>
                  <a:lnTo>
                    <a:pt x="707997" y="4915729"/>
                  </a:lnTo>
                  <a:lnTo>
                    <a:pt x="708155" y="4915729"/>
                  </a:lnTo>
                  <a:lnTo>
                    <a:pt x="708312" y="4915729"/>
                  </a:lnTo>
                  <a:lnTo>
                    <a:pt x="708470" y="4915729"/>
                  </a:lnTo>
                  <a:lnTo>
                    <a:pt x="708628" y="4915729"/>
                  </a:lnTo>
                  <a:lnTo>
                    <a:pt x="708785" y="4915729"/>
                  </a:lnTo>
                  <a:lnTo>
                    <a:pt x="708943" y="4915729"/>
                  </a:lnTo>
                  <a:lnTo>
                    <a:pt x="709101" y="4915729"/>
                  </a:lnTo>
                  <a:lnTo>
                    <a:pt x="709101" y="4915299"/>
                  </a:lnTo>
                  <a:lnTo>
                    <a:pt x="709101" y="4914868"/>
                  </a:lnTo>
                  <a:lnTo>
                    <a:pt x="709259" y="4914868"/>
                  </a:lnTo>
                  <a:lnTo>
                    <a:pt x="709259" y="4914437"/>
                  </a:lnTo>
                  <a:lnTo>
                    <a:pt x="709416" y="4914437"/>
                  </a:lnTo>
                  <a:lnTo>
                    <a:pt x="709574" y="4914437"/>
                  </a:lnTo>
                  <a:lnTo>
                    <a:pt x="709732" y="4914437"/>
                  </a:lnTo>
                  <a:lnTo>
                    <a:pt x="709732" y="4914007"/>
                  </a:lnTo>
                  <a:lnTo>
                    <a:pt x="709889" y="4914007"/>
                  </a:lnTo>
                  <a:lnTo>
                    <a:pt x="709889" y="4913576"/>
                  </a:lnTo>
                  <a:lnTo>
                    <a:pt x="709889" y="4913146"/>
                  </a:lnTo>
                  <a:lnTo>
                    <a:pt x="709889" y="4912715"/>
                  </a:lnTo>
                  <a:lnTo>
                    <a:pt x="710047" y="4912715"/>
                  </a:lnTo>
                  <a:lnTo>
                    <a:pt x="710205" y="4912715"/>
                  </a:lnTo>
                  <a:lnTo>
                    <a:pt x="710363" y="4912715"/>
                  </a:lnTo>
                  <a:lnTo>
                    <a:pt x="710520" y="4912715"/>
                  </a:lnTo>
                  <a:lnTo>
                    <a:pt x="710678" y="4912715"/>
                  </a:lnTo>
                  <a:lnTo>
                    <a:pt x="710836" y="4912715"/>
                  </a:lnTo>
                  <a:lnTo>
                    <a:pt x="710993" y="4912715"/>
                  </a:lnTo>
                  <a:lnTo>
                    <a:pt x="711151" y="4912715"/>
                  </a:lnTo>
                  <a:lnTo>
                    <a:pt x="711151" y="4912284"/>
                  </a:lnTo>
                  <a:lnTo>
                    <a:pt x="711309" y="4912284"/>
                  </a:lnTo>
                  <a:lnTo>
                    <a:pt x="711467" y="4912284"/>
                  </a:lnTo>
                  <a:lnTo>
                    <a:pt x="711624" y="4912284"/>
                  </a:lnTo>
                  <a:lnTo>
                    <a:pt x="711782" y="4912284"/>
                  </a:lnTo>
                  <a:lnTo>
                    <a:pt x="711782" y="4911854"/>
                  </a:lnTo>
                  <a:lnTo>
                    <a:pt x="711782" y="4911423"/>
                  </a:lnTo>
                  <a:lnTo>
                    <a:pt x="711940" y="4911423"/>
                  </a:lnTo>
                  <a:lnTo>
                    <a:pt x="712098" y="4911423"/>
                  </a:lnTo>
                  <a:lnTo>
                    <a:pt x="712255" y="4911423"/>
                  </a:lnTo>
                  <a:lnTo>
                    <a:pt x="712413" y="4911423"/>
                  </a:lnTo>
                  <a:lnTo>
                    <a:pt x="712413" y="4910993"/>
                  </a:lnTo>
                  <a:lnTo>
                    <a:pt x="712571" y="4910993"/>
                  </a:lnTo>
                  <a:lnTo>
                    <a:pt x="712728" y="4910993"/>
                  </a:lnTo>
                  <a:lnTo>
                    <a:pt x="712886" y="4910993"/>
                  </a:lnTo>
                  <a:lnTo>
                    <a:pt x="712886" y="4910562"/>
                  </a:lnTo>
                  <a:lnTo>
                    <a:pt x="713044" y="4910562"/>
                  </a:lnTo>
                  <a:lnTo>
                    <a:pt x="713202" y="4910562"/>
                  </a:lnTo>
                  <a:lnTo>
                    <a:pt x="713359" y="4910562"/>
                  </a:lnTo>
                  <a:lnTo>
                    <a:pt x="713359" y="4910131"/>
                  </a:lnTo>
                  <a:lnTo>
                    <a:pt x="713359" y="4909701"/>
                  </a:lnTo>
                  <a:lnTo>
                    <a:pt x="713517" y="4909701"/>
                  </a:lnTo>
                  <a:lnTo>
                    <a:pt x="713675" y="4909701"/>
                  </a:lnTo>
                  <a:lnTo>
                    <a:pt x="713832" y="4909701"/>
                  </a:lnTo>
                  <a:lnTo>
                    <a:pt x="713832" y="4909270"/>
                  </a:lnTo>
                  <a:lnTo>
                    <a:pt x="713990" y="4909270"/>
                  </a:lnTo>
                  <a:lnTo>
                    <a:pt x="714148" y="4909270"/>
                  </a:lnTo>
                  <a:lnTo>
                    <a:pt x="714148" y="4908840"/>
                  </a:lnTo>
                  <a:lnTo>
                    <a:pt x="714306" y="4908840"/>
                  </a:lnTo>
                  <a:lnTo>
                    <a:pt x="714463" y="4908840"/>
                  </a:lnTo>
                  <a:lnTo>
                    <a:pt x="714621" y="4908840"/>
                  </a:lnTo>
                  <a:lnTo>
                    <a:pt x="714621" y="4908409"/>
                  </a:lnTo>
                  <a:lnTo>
                    <a:pt x="714779" y="4908409"/>
                  </a:lnTo>
                  <a:lnTo>
                    <a:pt x="714936" y="4908409"/>
                  </a:lnTo>
                  <a:lnTo>
                    <a:pt x="715094" y="4908409"/>
                  </a:lnTo>
                  <a:lnTo>
                    <a:pt x="715252" y="4908409"/>
                  </a:lnTo>
                  <a:lnTo>
                    <a:pt x="715410" y="4908409"/>
                  </a:lnTo>
                  <a:lnTo>
                    <a:pt x="715410" y="4907978"/>
                  </a:lnTo>
                  <a:lnTo>
                    <a:pt x="715567" y="4907978"/>
                  </a:lnTo>
                  <a:lnTo>
                    <a:pt x="715725" y="4907978"/>
                  </a:lnTo>
                  <a:lnTo>
                    <a:pt x="715883" y="4907978"/>
                  </a:lnTo>
                  <a:lnTo>
                    <a:pt x="716040" y="4907978"/>
                  </a:lnTo>
                  <a:lnTo>
                    <a:pt x="716198" y="4907978"/>
                  </a:lnTo>
                  <a:lnTo>
                    <a:pt x="716198" y="4907548"/>
                  </a:lnTo>
                  <a:lnTo>
                    <a:pt x="716356" y="4907548"/>
                  </a:lnTo>
                  <a:lnTo>
                    <a:pt x="716514" y="4907548"/>
                  </a:lnTo>
                  <a:lnTo>
                    <a:pt x="716671" y="4907548"/>
                  </a:lnTo>
                  <a:lnTo>
                    <a:pt x="716829" y="4907548"/>
                  </a:lnTo>
                  <a:lnTo>
                    <a:pt x="716829" y="4907117"/>
                  </a:lnTo>
                  <a:lnTo>
                    <a:pt x="716987" y="4907117"/>
                  </a:lnTo>
                  <a:lnTo>
                    <a:pt x="717145" y="4907117"/>
                  </a:lnTo>
                  <a:lnTo>
                    <a:pt x="717302" y="4907117"/>
                  </a:lnTo>
                  <a:lnTo>
                    <a:pt x="717460" y="4907117"/>
                  </a:lnTo>
                  <a:lnTo>
                    <a:pt x="717618" y="4907117"/>
                  </a:lnTo>
                  <a:lnTo>
                    <a:pt x="717775" y="4907117"/>
                  </a:lnTo>
                  <a:lnTo>
                    <a:pt x="717933" y="4907117"/>
                  </a:lnTo>
                  <a:lnTo>
                    <a:pt x="718091" y="4907117"/>
                  </a:lnTo>
                  <a:lnTo>
                    <a:pt x="718249" y="4907117"/>
                  </a:lnTo>
                  <a:lnTo>
                    <a:pt x="718406" y="4907117"/>
                  </a:lnTo>
                  <a:lnTo>
                    <a:pt x="718406" y="4906687"/>
                  </a:lnTo>
                  <a:lnTo>
                    <a:pt x="718564" y="4906687"/>
                  </a:lnTo>
                  <a:lnTo>
                    <a:pt x="718722" y="4906687"/>
                  </a:lnTo>
                  <a:lnTo>
                    <a:pt x="718879" y="4906687"/>
                  </a:lnTo>
                  <a:lnTo>
                    <a:pt x="719037" y="4906687"/>
                  </a:lnTo>
                  <a:lnTo>
                    <a:pt x="719195" y="4906687"/>
                  </a:lnTo>
                  <a:lnTo>
                    <a:pt x="719353" y="4906687"/>
                  </a:lnTo>
                  <a:lnTo>
                    <a:pt x="719510" y="4906687"/>
                  </a:lnTo>
                  <a:lnTo>
                    <a:pt x="719510" y="4906256"/>
                  </a:lnTo>
                  <a:lnTo>
                    <a:pt x="719668" y="4906256"/>
                  </a:lnTo>
                  <a:lnTo>
                    <a:pt x="719826" y="4906256"/>
                  </a:lnTo>
                  <a:lnTo>
                    <a:pt x="719983" y="4906256"/>
                  </a:lnTo>
                  <a:lnTo>
                    <a:pt x="720141" y="4906256"/>
                  </a:lnTo>
                  <a:lnTo>
                    <a:pt x="720141" y="4905825"/>
                  </a:lnTo>
                  <a:lnTo>
                    <a:pt x="720299" y="4905825"/>
                  </a:lnTo>
                  <a:lnTo>
                    <a:pt x="720299" y="4905395"/>
                  </a:lnTo>
                  <a:lnTo>
                    <a:pt x="720299" y="4904964"/>
                  </a:lnTo>
                  <a:lnTo>
                    <a:pt x="720457" y="4904964"/>
                  </a:lnTo>
                  <a:lnTo>
                    <a:pt x="720457" y="4904534"/>
                  </a:lnTo>
                  <a:lnTo>
                    <a:pt x="720614" y="4904534"/>
                  </a:lnTo>
                  <a:lnTo>
                    <a:pt x="720772" y="4904534"/>
                  </a:lnTo>
                  <a:lnTo>
                    <a:pt x="720930" y="4904534"/>
                  </a:lnTo>
                  <a:lnTo>
                    <a:pt x="720930" y="4904103"/>
                  </a:lnTo>
                  <a:lnTo>
                    <a:pt x="721087" y="4904103"/>
                  </a:lnTo>
                  <a:lnTo>
                    <a:pt x="721087" y="4903672"/>
                  </a:lnTo>
                  <a:lnTo>
                    <a:pt x="721245" y="4903672"/>
                  </a:lnTo>
                  <a:lnTo>
                    <a:pt x="721403" y="4903672"/>
                  </a:lnTo>
                  <a:lnTo>
                    <a:pt x="721403" y="4903242"/>
                  </a:lnTo>
                  <a:lnTo>
                    <a:pt x="721561" y="4903242"/>
                  </a:lnTo>
                  <a:lnTo>
                    <a:pt x="721718" y="4903242"/>
                  </a:lnTo>
                  <a:lnTo>
                    <a:pt x="721718" y="4902811"/>
                  </a:lnTo>
                  <a:lnTo>
                    <a:pt x="721718" y="4902381"/>
                  </a:lnTo>
                  <a:lnTo>
                    <a:pt x="721718" y="4901950"/>
                  </a:lnTo>
                  <a:lnTo>
                    <a:pt x="721718" y="4901519"/>
                  </a:lnTo>
                  <a:lnTo>
                    <a:pt x="721718" y="4901089"/>
                  </a:lnTo>
                  <a:lnTo>
                    <a:pt x="721876" y="4901089"/>
                  </a:lnTo>
                  <a:lnTo>
                    <a:pt x="722034" y="4901089"/>
                  </a:lnTo>
                  <a:lnTo>
                    <a:pt x="722034" y="4900658"/>
                  </a:lnTo>
                  <a:lnTo>
                    <a:pt x="722034" y="4900228"/>
                  </a:lnTo>
                  <a:lnTo>
                    <a:pt x="722191" y="4900228"/>
                  </a:lnTo>
                  <a:lnTo>
                    <a:pt x="722191" y="4899797"/>
                  </a:lnTo>
                  <a:lnTo>
                    <a:pt x="722349" y="4899797"/>
                  </a:lnTo>
                  <a:lnTo>
                    <a:pt x="722349" y="4899366"/>
                  </a:lnTo>
                  <a:lnTo>
                    <a:pt x="722507" y="4899366"/>
                  </a:lnTo>
                  <a:lnTo>
                    <a:pt x="722507" y="4898936"/>
                  </a:lnTo>
                  <a:lnTo>
                    <a:pt x="722665" y="4898936"/>
                  </a:lnTo>
                  <a:lnTo>
                    <a:pt x="722822" y="4898936"/>
                  </a:lnTo>
                  <a:lnTo>
                    <a:pt x="722980" y="4898936"/>
                  </a:lnTo>
                  <a:lnTo>
                    <a:pt x="723138" y="4898936"/>
                  </a:lnTo>
                  <a:lnTo>
                    <a:pt x="723296" y="4898936"/>
                  </a:lnTo>
                  <a:lnTo>
                    <a:pt x="723296" y="4898505"/>
                  </a:lnTo>
                  <a:lnTo>
                    <a:pt x="723296" y="4898075"/>
                  </a:lnTo>
                  <a:lnTo>
                    <a:pt x="723296" y="4897644"/>
                  </a:lnTo>
                  <a:lnTo>
                    <a:pt x="723296" y="4897213"/>
                  </a:lnTo>
                  <a:lnTo>
                    <a:pt x="723296" y="4896783"/>
                  </a:lnTo>
                  <a:lnTo>
                    <a:pt x="723296" y="4896352"/>
                  </a:lnTo>
                  <a:lnTo>
                    <a:pt x="723453" y="4896352"/>
                  </a:lnTo>
                  <a:lnTo>
                    <a:pt x="723453" y="4895922"/>
                  </a:lnTo>
                  <a:lnTo>
                    <a:pt x="723611" y="4895922"/>
                  </a:lnTo>
                  <a:lnTo>
                    <a:pt x="723769" y="4895922"/>
                  </a:lnTo>
                  <a:lnTo>
                    <a:pt x="723769" y="4895491"/>
                  </a:lnTo>
                  <a:lnTo>
                    <a:pt x="723926" y="4895491"/>
                  </a:lnTo>
                  <a:lnTo>
                    <a:pt x="724084" y="4895491"/>
                  </a:lnTo>
                  <a:lnTo>
                    <a:pt x="724242" y="4895491"/>
                  </a:lnTo>
                  <a:lnTo>
                    <a:pt x="724242" y="4895060"/>
                  </a:lnTo>
                  <a:lnTo>
                    <a:pt x="724242" y="4894630"/>
                  </a:lnTo>
                  <a:lnTo>
                    <a:pt x="724400" y="4894630"/>
                  </a:lnTo>
                  <a:lnTo>
                    <a:pt x="724400" y="4894199"/>
                  </a:lnTo>
                  <a:lnTo>
                    <a:pt x="724557" y="4894199"/>
                  </a:lnTo>
                  <a:lnTo>
                    <a:pt x="724557" y="4893769"/>
                  </a:lnTo>
                  <a:lnTo>
                    <a:pt x="724715" y="4893769"/>
                  </a:lnTo>
                  <a:lnTo>
                    <a:pt x="724873" y="4893769"/>
                  </a:lnTo>
                  <a:lnTo>
                    <a:pt x="724873" y="4893338"/>
                  </a:lnTo>
                  <a:lnTo>
                    <a:pt x="724873" y="4892907"/>
                  </a:lnTo>
                  <a:lnTo>
                    <a:pt x="725030" y="4892907"/>
                  </a:lnTo>
                  <a:lnTo>
                    <a:pt x="725188" y="4892907"/>
                  </a:lnTo>
                  <a:lnTo>
                    <a:pt x="725346" y="4892907"/>
                  </a:lnTo>
                  <a:lnTo>
                    <a:pt x="725346" y="4892477"/>
                  </a:lnTo>
                  <a:lnTo>
                    <a:pt x="725504" y="4892477"/>
                  </a:lnTo>
                  <a:lnTo>
                    <a:pt x="725661" y="4892477"/>
                  </a:lnTo>
                  <a:lnTo>
                    <a:pt x="725661" y="4892046"/>
                  </a:lnTo>
                  <a:lnTo>
                    <a:pt x="725819" y="4892046"/>
                  </a:lnTo>
                  <a:lnTo>
                    <a:pt x="725977" y="4892046"/>
                  </a:lnTo>
                  <a:lnTo>
                    <a:pt x="726134" y="4892046"/>
                  </a:lnTo>
                  <a:lnTo>
                    <a:pt x="726134" y="4891616"/>
                  </a:lnTo>
                  <a:lnTo>
                    <a:pt x="726134" y="4891185"/>
                  </a:lnTo>
                  <a:lnTo>
                    <a:pt x="726134" y="4890754"/>
                  </a:lnTo>
                  <a:lnTo>
                    <a:pt x="726134" y="4890324"/>
                  </a:lnTo>
                  <a:lnTo>
                    <a:pt x="726134" y="4889893"/>
                  </a:lnTo>
                  <a:lnTo>
                    <a:pt x="726292" y="4889893"/>
                  </a:lnTo>
                  <a:lnTo>
                    <a:pt x="726292" y="4889463"/>
                  </a:lnTo>
                  <a:lnTo>
                    <a:pt x="726450" y="4889463"/>
                  </a:lnTo>
                  <a:lnTo>
                    <a:pt x="726608" y="4889463"/>
                  </a:lnTo>
                  <a:lnTo>
                    <a:pt x="726765" y="4889463"/>
                  </a:lnTo>
                  <a:lnTo>
                    <a:pt x="726923" y="4889463"/>
                  </a:lnTo>
                  <a:lnTo>
                    <a:pt x="727081" y="4889463"/>
                  </a:lnTo>
                  <a:lnTo>
                    <a:pt x="727238" y="4889463"/>
                  </a:lnTo>
                  <a:lnTo>
                    <a:pt x="727396" y="4889463"/>
                  </a:lnTo>
                  <a:lnTo>
                    <a:pt x="727554" y="4889463"/>
                  </a:lnTo>
                  <a:lnTo>
                    <a:pt x="727712" y="4889463"/>
                  </a:lnTo>
                  <a:lnTo>
                    <a:pt x="727712" y="4889032"/>
                  </a:lnTo>
                  <a:lnTo>
                    <a:pt x="727869" y="4889032"/>
                  </a:lnTo>
                  <a:lnTo>
                    <a:pt x="727869" y="4888601"/>
                  </a:lnTo>
                  <a:lnTo>
                    <a:pt x="728027" y="4888601"/>
                  </a:lnTo>
                  <a:lnTo>
                    <a:pt x="728185" y="4888601"/>
                  </a:lnTo>
                  <a:lnTo>
                    <a:pt x="728343" y="4888601"/>
                  </a:lnTo>
                  <a:lnTo>
                    <a:pt x="728343" y="4888171"/>
                  </a:lnTo>
                  <a:lnTo>
                    <a:pt x="728500" y="4888171"/>
                  </a:lnTo>
                  <a:lnTo>
                    <a:pt x="728500" y="4887740"/>
                  </a:lnTo>
                  <a:lnTo>
                    <a:pt x="728658" y="4887740"/>
                  </a:lnTo>
                  <a:lnTo>
                    <a:pt x="728816" y="4887740"/>
                  </a:lnTo>
                  <a:lnTo>
                    <a:pt x="728973" y="4887740"/>
                  </a:lnTo>
                  <a:lnTo>
                    <a:pt x="729131" y="4887740"/>
                  </a:lnTo>
                  <a:lnTo>
                    <a:pt x="729289" y="4887740"/>
                  </a:lnTo>
                  <a:lnTo>
                    <a:pt x="729447" y="4887740"/>
                  </a:lnTo>
                  <a:lnTo>
                    <a:pt x="729604" y="4887740"/>
                  </a:lnTo>
                  <a:lnTo>
                    <a:pt x="729762" y="4887740"/>
                  </a:lnTo>
                  <a:lnTo>
                    <a:pt x="729920" y="4887740"/>
                  </a:lnTo>
                  <a:lnTo>
                    <a:pt x="730077" y="4887740"/>
                  </a:lnTo>
                  <a:lnTo>
                    <a:pt x="730077" y="4887310"/>
                  </a:lnTo>
                  <a:lnTo>
                    <a:pt x="730235" y="4887310"/>
                  </a:lnTo>
                  <a:lnTo>
                    <a:pt x="730393" y="4887310"/>
                  </a:lnTo>
                  <a:lnTo>
                    <a:pt x="730393" y="4886879"/>
                  </a:lnTo>
                  <a:lnTo>
                    <a:pt x="730393" y="4886448"/>
                  </a:lnTo>
                  <a:lnTo>
                    <a:pt x="730393" y="4886018"/>
                  </a:lnTo>
                  <a:lnTo>
                    <a:pt x="730551" y="4886018"/>
                  </a:lnTo>
                  <a:lnTo>
                    <a:pt x="730708" y="4886018"/>
                  </a:lnTo>
                  <a:lnTo>
                    <a:pt x="730708" y="4885587"/>
                  </a:lnTo>
                  <a:lnTo>
                    <a:pt x="730866" y="4885587"/>
                  </a:lnTo>
                  <a:lnTo>
                    <a:pt x="730866" y="4885157"/>
                  </a:lnTo>
                  <a:lnTo>
                    <a:pt x="730866" y="4884726"/>
                  </a:lnTo>
                  <a:lnTo>
                    <a:pt x="731024" y="4884726"/>
                  </a:lnTo>
                  <a:lnTo>
                    <a:pt x="731024" y="4884295"/>
                  </a:lnTo>
                  <a:lnTo>
                    <a:pt x="731181" y="4884295"/>
                  </a:lnTo>
                  <a:lnTo>
                    <a:pt x="731339" y="4884295"/>
                  </a:lnTo>
                  <a:lnTo>
                    <a:pt x="731497" y="4884295"/>
                  </a:lnTo>
                  <a:lnTo>
                    <a:pt x="731655" y="4884295"/>
                  </a:lnTo>
                  <a:lnTo>
                    <a:pt x="731812" y="4884295"/>
                  </a:lnTo>
                  <a:lnTo>
                    <a:pt x="731970" y="4884295"/>
                  </a:lnTo>
                  <a:lnTo>
                    <a:pt x="731970" y="4883865"/>
                  </a:lnTo>
                  <a:lnTo>
                    <a:pt x="732128" y="4883865"/>
                  </a:lnTo>
                  <a:lnTo>
                    <a:pt x="732285" y="4883865"/>
                  </a:lnTo>
                  <a:lnTo>
                    <a:pt x="732285" y="4883434"/>
                  </a:lnTo>
                  <a:lnTo>
                    <a:pt x="732443" y="4883434"/>
                  </a:lnTo>
                  <a:lnTo>
                    <a:pt x="732601" y="4883434"/>
                  </a:lnTo>
                  <a:lnTo>
                    <a:pt x="732759" y="4883434"/>
                  </a:lnTo>
                  <a:lnTo>
                    <a:pt x="732916" y="4883434"/>
                  </a:lnTo>
                  <a:lnTo>
                    <a:pt x="733074" y="4883434"/>
                  </a:lnTo>
                  <a:lnTo>
                    <a:pt x="733074" y="4883004"/>
                  </a:lnTo>
                  <a:lnTo>
                    <a:pt x="733074" y="4882573"/>
                  </a:lnTo>
                  <a:lnTo>
                    <a:pt x="733074" y="4882142"/>
                  </a:lnTo>
                  <a:lnTo>
                    <a:pt x="733074" y="4881712"/>
                  </a:lnTo>
                  <a:lnTo>
                    <a:pt x="733232" y="4881712"/>
                  </a:lnTo>
                  <a:lnTo>
                    <a:pt x="733232" y="4881281"/>
                  </a:lnTo>
                  <a:lnTo>
                    <a:pt x="733389" y="4881281"/>
                  </a:lnTo>
                  <a:lnTo>
                    <a:pt x="733389" y="4880851"/>
                  </a:lnTo>
                  <a:lnTo>
                    <a:pt x="733389" y="4880420"/>
                  </a:lnTo>
                  <a:lnTo>
                    <a:pt x="733547" y="4880420"/>
                  </a:lnTo>
                  <a:lnTo>
                    <a:pt x="733547" y="4879989"/>
                  </a:lnTo>
                  <a:lnTo>
                    <a:pt x="733705" y="4879989"/>
                  </a:lnTo>
                  <a:lnTo>
                    <a:pt x="733705" y="4879559"/>
                  </a:lnTo>
                  <a:lnTo>
                    <a:pt x="733863" y="4879559"/>
                  </a:lnTo>
                  <a:lnTo>
                    <a:pt x="734020" y="4879559"/>
                  </a:lnTo>
                  <a:lnTo>
                    <a:pt x="734020" y="4879128"/>
                  </a:lnTo>
                  <a:lnTo>
                    <a:pt x="734178" y="4879128"/>
                  </a:lnTo>
                  <a:lnTo>
                    <a:pt x="734336" y="4879128"/>
                  </a:lnTo>
                  <a:lnTo>
                    <a:pt x="734336" y="4878698"/>
                  </a:lnTo>
                  <a:lnTo>
                    <a:pt x="734336" y="4878267"/>
                  </a:lnTo>
                  <a:lnTo>
                    <a:pt x="734494" y="4878267"/>
                  </a:lnTo>
                  <a:lnTo>
                    <a:pt x="734651" y="4878267"/>
                  </a:lnTo>
                  <a:lnTo>
                    <a:pt x="734809" y="4878267"/>
                  </a:lnTo>
                  <a:lnTo>
                    <a:pt x="734967" y="4878267"/>
                  </a:lnTo>
                  <a:lnTo>
                    <a:pt x="735124" y="4878267"/>
                  </a:lnTo>
                  <a:lnTo>
                    <a:pt x="735282" y="4878267"/>
                  </a:lnTo>
                  <a:lnTo>
                    <a:pt x="735440" y="4878267"/>
                  </a:lnTo>
                  <a:lnTo>
                    <a:pt x="735598" y="4878267"/>
                  </a:lnTo>
                  <a:lnTo>
                    <a:pt x="735598" y="4877836"/>
                  </a:lnTo>
                  <a:lnTo>
                    <a:pt x="735598" y="4877406"/>
                  </a:lnTo>
                  <a:lnTo>
                    <a:pt x="735755" y="4877406"/>
                  </a:lnTo>
                  <a:lnTo>
                    <a:pt x="735755" y="4876975"/>
                  </a:lnTo>
                  <a:lnTo>
                    <a:pt x="735913" y="4876975"/>
                  </a:lnTo>
                  <a:lnTo>
                    <a:pt x="735913" y="4876545"/>
                  </a:lnTo>
                  <a:lnTo>
                    <a:pt x="736071" y="4876545"/>
                  </a:lnTo>
                  <a:lnTo>
                    <a:pt x="736228" y="4876545"/>
                  </a:lnTo>
                  <a:lnTo>
                    <a:pt x="736386" y="4876545"/>
                  </a:lnTo>
                  <a:lnTo>
                    <a:pt x="736544" y="4876545"/>
                  </a:lnTo>
                  <a:lnTo>
                    <a:pt x="736702" y="4876545"/>
                  </a:lnTo>
                  <a:lnTo>
                    <a:pt x="736859" y="4876545"/>
                  </a:lnTo>
                  <a:lnTo>
                    <a:pt x="736859" y="4876114"/>
                  </a:lnTo>
                  <a:lnTo>
                    <a:pt x="737017" y="4876114"/>
                  </a:lnTo>
                  <a:lnTo>
                    <a:pt x="737017" y="4875683"/>
                  </a:lnTo>
                  <a:lnTo>
                    <a:pt x="737175" y="4875683"/>
                  </a:lnTo>
                  <a:lnTo>
                    <a:pt x="737175" y="4875253"/>
                  </a:lnTo>
                  <a:lnTo>
                    <a:pt x="737332" y="4875253"/>
                  </a:lnTo>
                  <a:lnTo>
                    <a:pt x="737490" y="4875253"/>
                  </a:lnTo>
                  <a:lnTo>
                    <a:pt x="737648" y="4875253"/>
                  </a:lnTo>
                  <a:lnTo>
                    <a:pt x="737648" y="4874822"/>
                  </a:lnTo>
                  <a:lnTo>
                    <a:pt x="737648" y="4874392"/>
                  </a:lnTo>
                  <a:lnTo>
                    <a:pt x="737648" y="4873961"/>
                  </a:lnTo>
                  <a:lnTo>
                    <a:pt x="737806" y="4873961"/>
                  </a:lnTo>
                  <a:lnTo>
                    <a:pt x="737963" y="4873961"/>
                  </a:lnTo>
                  <a:lnTo>
                    <a:pt x="738121" y="4873961"/>
                  </a:lnTo>
                  <a:lnTo>
                    <a:pt x="738279" y="4873961"/>
                  </a:lnTo>
                  <a:lnTo>
                    <a:pt x="738436" y="4873961"/>
                  </a:lnTo>
                  <a:lnTo>
                    <a:pt x="738436" y="4873530"/>
                  </a:lnTo>
                  <a:lnTo>
                    <a:pt x="738436" y="4873100"/>
                  </a:lnTo>
                  <a:lnTo>
                    <a:pt x="738594" y="4873100"/>
                  </a:lnTo>
                  <a:lnTo>
                    <a:pt x="738752" y="4873100"/>
                  </a:lnTo>
                  <a:lnTo>
                    <a:pt x="738752" y="4872669"/>
                  </a:lnTo>
                  <a:lnTo>
                    <a:pt x="738752" y="4872239"/>
                  </a:lnTo>
                  <a:lnTo>
                    <a:pt x="738752" y="4871808"/>
                  </a:lnTo>
                  <a:lnTo>
                    <a:pt x="738910" y="4871808"/>
                  </a:lnTo>
                  <a:lnTo>
                    <a:pt x="739067" y="4871808"/>
                  </a:lnTo>
                  <a:lnTo>
                    <a:pt x="739225" y="4871808"/>
                  </a:lnTo>
                  <a:lnTo>
                    <a:pt x="739383" y="4871808"/>
                  </a:lnTo>
                  <a:lnTo>
                    <a:pt x="739383" y="4871377"/>
                  </a:lnTo>
                  <a:lnTo>
                    <a:pt x="739383" y="4870947"/>
                  </a:lnTo>
                  <a:lnTo>
                    <a:pt x="739383" y="4870516"/>
                  </a:lnTo>
                  <a:lnTo>
                    <a:pt x="739541" y="4870516"/>
                  </a:lnTo>
                  <a:lnTo>
                    <a:pt x="739698" y="4870516"/>
                  </a:lnTo>
                  <a:lnTo>
                    <a:pt x="739856" y="4870516"/>
                  </a:lnTo>
                  <a:lnTo>
                    <a:pt x="739856" y="4870086"/>
                  </a:lnTo>
                  <a:lnTo>
                    <a:pt x="740014" y="4870086"/>
                  </a:lnTo>
                  <a:lnTo>
                    <a:pt x="740171" y="4870086"/>
                  </a:lnTo>
                  <a:lnTo>
                    <a:pt x="740171" y="4869655"/>
                  </a:lnTo>
                  <a:lnTo>
                    <a:pt x="740171" y="4869224"/>
                  </a:lnTo>
                  <a:lnTo>
                    <a:pt x="740329" y="4869224"/>
                  </a:lnTo>
                  <a:lnTo>
                    <a:pt x="740329" y="4868794"/>
                  </a:lnTo>
                  <a:lnTo>
                    <a:pt x="740487" y="4868794"/>
                  </a:lnTo>
                  <a:lnTo>
                    <a:pt x="740645" y="4868794"/>
                  </a:lnTo>
                  <a:lnTo>
                    <a:pt x="740802" y="4868794"/>
                  </a:lnTo>
                  <a:lnTo>
                    <a:pt x="740960" y="4868794"/>
                  </a:lnTo>
                  <a:lnTo>
                    <a:pt x="740960" y="4868363"/>
                  </a:lnTo>
                  <a:lnTo>
                    <a:pt x="740960" y="4867933"/>
                  </a:lnTo>
                  <a:lnTo>
                    <a:pt x="741118" y="4867933"/>
                  </a:lnTo>
                  <a:lnTo>
                    <a:pt x="741118" y="4867502"/>
                  </a:lnTo>
                  <a:lnTo>
                    <a:pt x="741275" y="4867502"/>
                  </a:lnTo>
                  <a:lnTo>
                    <a:pt x="741433" y="4867502"/>
                  </a:lnTo>
                  <a:lnTo>
                    <a:pt x="741433" y="4867071"/>
                  </a:lnTo>
                  <a:lnTo>
                    <a:pt x="741591" y="4867071"/>
                  </a:lnTo>
                  <a:lnTo>
                    <a:pt x="741749" y="4867071"/>
                  </a:lnTo>
                  <a:lnTo>
                    <a:pt x="741749" y="4866641"/>
                  </a:lnTo>
                  <a:lnTo>
                    <a:pt x="741906" y="4866641"/>
                  </a:lnTo>
                  <a:lnTo>
                    <a:pt x="742064" y="4866641"/>
                  </a:lnTo>
                  <a:lnTo>
                    <a:pt x="742064" y="4866210"/>
                  </a:lnTo>
                  <a:lnTo>
                    <a:pt x="742222" y="4866210"/>
                  </a:lnTo>
                  <a:lnTo>
                    <a:pt x="742222" y="4865780"/>
                  </a:lnTo>
                  <a:lnTo>
                    <a:pt x="742379" y="4865780"/>
                  </a:lnTo>
                  <a:lnTo>
                    <a:pt x="742537" y="4865780"/>
                  </a:lnTo>
                  <a:lnTo>
                    <a:pt x="742537" y="4865349"/>
                  </a:lnTo>
                  <a:lnTo>
                    <a:pt x="742695" y="4865349"/>
                  </a:lnTo>
                  <a:lnTo>
                    <a:pt x="742695" y="4864918"/>
                  </a:lnTo>
                  <a:lnTo>
                    <a:pt x="742853" y="4864918"/>
                  </a:lnTo>
                  <a:lnTo>
                    <a:pt x="743010" y="4864918"/>
                  </a:lnTo>
                  <a:lnTo>
                    <a:pt x="743168" y="4864918"/>
                  </a:lnTo>
                  <a:lnTo>
                    <a:pt x="743168" y="4864488"/>
                  </a:lnTo>
                  <a:lnTo>
                    <a:pt x="743326" y="4864488"/>
                  </a:lnTo>
                  <a:lnTo>
                    <a:pt x="743483" y="4864488"/>
                  </a:lnTo>
                  <a:lnTo>
                    <a:pt x="743483" y="4864057"/>
                  </a:lnTo>
                  <a:lnTo>
                    <a:pt x="743641" y="4864057"/>
                  </a:lnTo>
                  <a:lnTo>
                    <a:pt x="743799" y="4864057"/>
                  </a:lnTo>
                  <a:lnTo>
                    <a:pt x="743957" y="4864057"/>
                  </a:lnTo>
                  <a:lnTo>
                    <a:pt x="743957" y="4863627"/>
                  </a:lnTo>
                  <a:lnTo>
                    <a:pt x="743957" y="4863196"/>
                  </a:lnTo>
                  <a:lnTo>
                    <a:pt x="743957" y="4862765"/>
                  </a:lnTo>
                  <a:lnTo>
                    <a:pt x="744114" y="4862765"/>
                  </a:lnTo>
                  <a:lnTo>
                    <a:pt x="744114" y="4862335"/>
                  </a:lnTo>
                  <a:lnTo>
                    <a:pt x="744272" y="4862335"/>
                  </a:lnTo>
                  <a:lnTo>
                    <a:pt x="744272" y="4861904"/>
                  </a:lnTo>
                  <a:lnTo>
                    <a:pt x="744272" y="4861474"/>
                  </a:lnTo>
                  <a:lnTo>
                    <a:pt x="744272" y="4861043"/>
                  </a:lnTo>
                  <a:lnTo>
                    <a:pt x="744430" y="4861043"/>
                  </a:lnTo>
                  <a:lnTo>
                    <a:pt x="744430" y="4860612"/>
                  </a:lnTo>
                  <a:lnTo>
                    <a:pt x="744587" y="4860612"/>
                  </a:lnTo>
                  <a:lnTo>
                    <a:pt x="744745" y="4860612"/>
                  </a:lnTo>
                  <a:lnTo>
                    <a:pt x="744903" y="4860612"/>
                  </a:lnTo>
                  <a:lnTo>
                    <a:pt x="745061" y="4860612"/>
                  </a:lnTo>
                  <a:lnTo>
                    <a:pt x="745218" y="4860612"/>
                  </a:lnTo>
                  <a:lnTo>
                    <a:pt x="745218" y="4860182"/>
                  </a:lnTo>
                  <a:lnTo>
                    <a:pt x="745376" y="4860182"/>
                  </a:lnTo>
                  <a:lnTo>
                    <a:pt x="745376" y="4859751"/>
                  </a:lnTo>
                  <a:lnTo>
                    <a:pt x="745534" y="4859751"/>
                  </a:lnTo>
                  <a:lnTo>
                    <a:pt x="745692" y="4859751"/>
                  </a:lnTo>
                  <a:lnTo>
                    <a:pt x="745692" y="4859321"/>
                  </a:lnTo>
                  <a:lnTo>
                    <a:pt x="745849" y="4859321"/>
                  </a:lnTo>
                  <a:lnTo>
                    <a:pt x="746007" y="4859321"/>
                  </a:lnTo>
                  <a:lnTo>
                    <a:pt x="746165" y="4859321"/>
                  </a:lnTo>
                  <a:lnTo>
                    <a:pt x="746165" y="4858890"/>
                  </a:lnTo>
                  <a:lnTo>
                    <a:pt x="746165" y="4858459"/>
                  </a:lnTo>
                  <a:lnTo>
                    <a:pt x="746322" y="4858459"/>
                  </a:lnTo>
                  <a:lnTo>
                    <a:pt x="746480" y="4858459"/>
                  </a:lnTo>
                  <a:lnTo>
                    <a:pt x="746638" y="4858459"/>
                  </a:lnTo>
                  <a:lnTo>
                    <a:pt x="746638" y="4858029"/>
                  </a:lnTo>
                  <a:lnTo>
                    <a:pt x="746638" y="4857598"/>
                  </a:lnTo>
                  <a:lnTo>
                    <a:pt x="746638" y="4857168"/>
                  </a:lnTo>
                  <a:lnTo>
                    <a:pt x="746796" y="4857168"/>
                  </a:lnTo>
                  <a:lnTo>
                    <a:pt x="746953" y="4857168"/>
                  </a:lnTo>
                  <a:lnTo>
                    <a:pt x="746953" y="4856737"/>
                  </a:lnTo>
                  <a:lnTo>
                    <a:pt x="746953" y="4856306"/>
                  </a:lnTo>
                  <a:lnTo>
                    <a:pt x="747111" y="4856306"/>
                  </a:lnTo>
                  <a:lnTo>
                    <a:pt x="747111" y="4855876"/>
                  </a:lnTo>
                  <a:lnTo>
                    <a:pt x="747269" y="4855876"/>
                  </a:lnTo>
                  <a:lnTo>
                    <a:pt x="747426" y="4855876"/>
                  </a:lnTo>
                  <a:lnTo>
                    <a:pt x="747584" y="4855876"/>
                  </a:lnTo>
                  <a:lnTo>
                    <a:pt x="747742" y="4855876"/>
                  </a:lnTo>
                  <a:lnTo>
                    <a:pt x="747900" y="4855876"/>
                  </a:lnTo>
                  <a:lnTo>
                    <a:pt x="748057" y="4855876"/>
                  </a:lnTo>
                  <a:lnTo>
                    <a:pt x="748215" y="4855876"/>
                  </a:lnTo>
                  <a:lnTo>
                    <a:pt x="748373" y="4855876"/>
                  </a:lnTo>
                  <a:lnTo>
                    <a:pt x="748530" y="4855876"/>
                  </a:lnTo>
                  <a:lnTo>
                    <a:pt x="748530" y="4855445"/>
                  </a:lnTo>
                  <a:lnTo>
                    <a:pt x="748688" y="4855445"/>
                  </a:lnTo>
                  <a:lnTo>
                    <a:pt x="748688" y="4855015"/>
                  </a:lnTo>
                  <a:lnTo>
                    <a:pt x="748688" y="4854584"/>
                  </a:lnTo>
                  <a:lnTo>
                    <a:pt x="748846" y="4854584"/>
                  </a:lnTo>
                  <a:lnTo>
                    <a:pt x="749004" y="4854584"/>
                  </a:lnTo>
                  <a:lnTo>
                    <a:pt x="749161" y="4854584"/>
                  </a:lnTo>
                  <a:lnTo>
                    <a:pt x="749319" y="4854584"/>
                  </a:lnTo>
                  <a:lnTo>
                    <a:pt x="749319" y="4854153"/>
                  </a:lnTo>
                  <a:lnTo>
                    <a:pt x="749477" y="4854153"/>
                  </a:lnTo>
                  <a:lnTo>
                    <a:pt x="749634" y="4854153"/>
                  </a:lnTo>
                  <a:lnTo>
                    <a:pt x="749792" y="4854153"/>
                  </a:lnTo>
                  <a:lnTo>
                    <a:pt x="749792" y="4853723"/>
                  </a:lnTo>
                  <a:lnTo>
                    <a:pt x="749792" y="4853292"/>
                  </a:lnTo>
                  <a:lnTo>
                    <a:pt x="749950" y="4853292"/>
                  </a:lnTo>
                  <a:lnTo>
                    <a:pt x="750108" y="4853292"/>
                  </a:lnTo>
                  <a:lnTo>
                    <a:pt x="750108" y="4852862"/>
                  </a:lnTo>
                  <a:lnTo>
                    <a:pt x="750265" y="4852862"/>
                  </a:lnTo>
                  <a:lnTo>
                    <a:pt x="750423" y="4852862"/>
                  </a:lnTo>
                  <a:lnTo>
                    <a:pt x="750581" y="4852862"/>
                  </a:lnTo>
                  <a:lnTo>
                    <a:pt x="750739" y="4852862"/>
                  </a:lnTo>
                  <a:lnTo>
                    <a:pt x="750739" y="4852431"/>
                  </a:lnTo>
                  <a:lnTo>
                    <a:pt x="750739" y="4852000"/>
                  </a:lnTo>
                  <a:lnTo>
                    <a:pt x="750896" y="4852000"/>
                  </a:lnTo>
                  <a:lnTo>
                    <a:pt x="751054" y="4852000"/>
                  </a:lnTo>
                  <a:lnTo>
                    <a:pt x="751054" y="4851570"/>
                  </a:lnTo>
                  <a:lnTo>
                    <a:pt x="751212" y="4851570"/>
                  </a:lnTo>
                  <a:lnTo>
                    <a:pt x="751369" y="4851570"/>
                  </a:lnTo>
                  <a:lnTo>
                    <a:pt x="751369" y="4851139"/>
                  </a:lnTo>
                  <a:lnTo>
                    <a:pt x="751527" y="4851139"/>
                  </a:lnTo>
                  <a:lnTo>
                    <a:pt x="751685" y="4851139"/>
                  </a:lnTo>
                  <a:lnTo>
                    <a:pt x="751843" y="4851139"/>
                  </a:lnTo>
                  <a:lnTo>
                    <a:pt x="752000" y="4851139"/>
                  </a:lnTo>
                  <a:lnTo>
                    <a:pt x="752158" y="4851139"/>
                  </a:lnTo>
                  <a:lnTo>
                    <a:pt x="752316" y="4851139"/>
                  </a:lnTo>
                  <a:lnTo>
                    <a:pt x="752316" y="4850709"/>
                  </a:lnTo>
                  <a:lnTo>
                    <a:pt x="752473" y="4850709"/>
                  </a:lnTo>
                  <a:lnTo>
                    <a:pt x="752631" y="4850709"/>
                  </a:lnTo>
                  <a:lnTo>
                    <a:pt x="752789" y="4850709"/>
                  </a:lnTo>
                  <a:lnTo>
                    <a:pt x="752789" y="4850278"/>
                  </a:lnTo>
                  <a:lnTo>
                    <a:pt x="752947" y="4850278"/>
                  </a:lnTo>
                  <a:lnTo>
                    <a:pt x="753104" y="4850278"/>
                  </a:lnTo>
                  <a:lnTo>
                    <a:pt x="753104" y="4849847"/>
                  </a:lnTo>
                  <a:lnTo>
                    <a:pt x="753262" y="4849847"/>
                  </a:lnTo>
                  <a:lnTo>
                    <a:pt x="753262" y="4849417"/>
                  </a:lnTo>
                  <a:lnTo>
                    <a:pt x="753420" y="4849417"/>
                  </a:lnTo>
                  <a:lnTo>
                    <a:pt x="753420" y="4848986"/>
                  </a:lnTo>
                  <a:lnTo>
                    <a:pt x="753577" y="4848986"/>
                  </a:lnTo>
                  <a:lnTo>
                    <a:pt x="753735" y="4848986"/>
                  </a:lnTo>
                  <a:lnTo>
                    <a:pt x="753893" y="4848986"/>
                  </a:lnTo>
                  <a:lnTo>
                    <a:pt x="754051" y="4848986"/>
                  </a:lnTo>
                  <a:lnTo>
                    <a:pt x="754051" y="4848556"/>
                  </a:lnTo>
                  <a:lnTo>
                    <a:pt x="754051" y="4848125"/>
                  </a:lnTo>
                  <a:lnTo>
                    <a:pt x="754051" y="4847694"/>
                  </a:lnTo>
                  <a:lnTo>
                    <a:pt x="754208" y="4847694"/>
                  </a:lnTo>
                  <a:lnTo>
                    <a:pt x="754208" y="4847264"/>
                  </a:lnTo>
                  <a:lnTo>
                    <a:pt x="754366" y="4847264"/>
                  </a:lnTo>
                  <a:lnTo>
                    <a:pt x="754524" y="4847264"/>
                  </a:lnTo>
                  <a:lnTo>
                    <a:pt x="754681" y="4847264"/>
                  </a:lnTo>
                  <a:lnTo>
                    <a:pt x="754839" y="4847264"/>
                  </a:lnTo>
                  <a:lnTo>
                    <a:pt x="754997" y="4847264"/>
                  </a:lnTo>
                  <a:lnTo>
                    <a:pt x="754997" y="4846833"/>
                  </a:lnTo>
                  <a:lnTo>
                    <a:pt x="755155" y="4846833"/>
                  </a:lnTo>
                  <a:lnTo>
                    <a:pt x="755312" y="4846833"/>
                  </a:lnTo>
                  <a:lnTo>
                    <a:pt x="755470" y="4846833"/>
                  </a:lnTo>
                  <a:lnTo>
                    <a:pt x="755470" y="4846403"/>
                  </a:lnTo>
                  <a:lnTo>
                    <a:pt x="755628" y="4846403"/>
                  </a:lnTo>
                  <a:lnTo>
                    <a:pt x="755628" y="4845972"/>
                  </a:lnTo>
                  <a:lnTo>
                    <a:pt x="755785" y="4845972"/>
                  </a:lnTo>
                  <a:lnTo>
                    <a:pt x="755943" y="4845972"/>
                  </a:lnTo>
                  <a:lnTo>
                    <a:pt x="755943" y="4845541"/>
                  </a:lnTo>
                  <a:lnTo>
                    <a:pt x="755943" y="4845111"/>
                  </a:lnTo>
                  <a:lnTo>
                    <a:pt x="756101" y="4845111"/>
                  </a:lnTo>
                  <a:lnTo>
                    <a:pt x="756259" y="4845111"/>
                  </a:lnTo>
                  <a:lnTo>
                    <a:pt x="756416" y="4845111"/>
                  </a:lnTo>
                  <a:lnTo>
                    <a:pt x="756416" y="4844680"/>
                  </a:lnTo>
                  <a:lnTo>
                    <a:pt x="756574" y="4844680"/>
                  </a:lnTo>
                  <a:lnTo>
                    <a:pt x="756574" y="4844250"/>
                  </a:lnTo>
                  <a:lnTo>
                    <a:pt x="756574" y="4843819"/>
                  </a:lnTo>
                  <a:lnTo>
                    <a:pt x="756574" y="4843388"/>
                  </a:lnTo>
                  <a:lnTo>
                    <a:pt x="756732" y="4843388"/>
                  </a:lnTo>
                  <a:lnTo>
                    <a:pt x="756890" y="4843388"/>
                  </a:lnTo>
                  <a:lnTo>
                    <a:pt x="757047" y="4843388"/>
                  </a:lnTo>
                  <a:lnTo>
                    <a:pt x="757047" y="4842958"/>
                  </a:lnTo>
                  <a:lnTo>
                    <a:pt x="757047" y="4842527"/>
                  </a:lnTo>
                  <a:lnTo>
                    <a:pt x="757047" y="4842097"/>
                  </a:lnTo>
                  <a:lnTo>
                    <a:pt x="757047" y="4841666"/>
                  </a:lnTo>
                  <a:lnTo>
                    <a:pt x="757205" y="4841666"/>
                  </a:lnTo>
                  <a:lnTo>
                    <a:pt x="757205" y="4841235"/>
                  </a:lnTo>
                  <a:lnTo>
                    <a:pt x="757363" y="4841235"/>
                  </a:lnTo>
                  <a:lnTo>
                    <a:pt x="757520" y="4841235"/>
                  </a:lnTo>
                  <a:lnTo>
                    <a:pt x="757678" y="4841235"/>
                  </a:lnTo>
                  <a:lnTo>
                    <a:pt x="757836" y="4841235"/>
                  </a:lnTo>
                  <a:lnTo>
                    <a:pt x="757836" y="4840805"/>
                  </a:lnTo>
                  <a:lnTo>
                    <a:pt x="757994" y="4840805"/>
                  </a:lnTo>
                  <a:lnTo>
                    <a:pt x="758151" y="4840805"/>
                  </a:lnTo>
                  <a:lnTo>
                    <a:pt x="758151" y="4840374"/>
                  </a:lnTo>
                  <a:lnTo>
                    <a:pt x="758151" y="4839944"/>
                  </a:lnTo>
                  <a:lnTo>
                    <a:pt x="758309" y="4839944"/>
                  </a:lnTo>
                  <a:lnTo>
                    <a:pt x="758467" y="4839944"/>
                  </a:lnTo>
                  <a:lnTo>
                    <a:pt x="758624" y="4839944"/>
                  </a:lnTo>
                  <a:lnTo>
                    <a:pt x="758782" y="4839944"/>
                  </a:lnTo>
                  <a:lnTo>
                    <a:pt x="758782" y="4839513"/>
                  </a:lnTo>
                  <a:lnTo>
                    <a:pt x="758940" y="4839513"/>
                  </a:lnTo>
                  <a:lnTo>
                    <a:pt x="759098" y="4839513"/>
                  </a:lnTo>
                  <a:lnTo>
                    <a:pt x="759098" y="4839082"/>
                  </a:lnTo>
                  <a:lnTo>
                    <a:pt x="759255" y="4839082"/>
                  </a:lnTo>
                  <a:lnTo>
                    <a:pt x="759255" y="4838652"/>
                  </a:lnTo>
                  <a:lnTo>
                    <a:pt x="759413" y="4838652"/>
                  </a:lnTo>
                  <a:lnTo>
                    <a:pt x="759571" y="4838652"/>
                  </a:lnTo>
                  <a:lnTo>
                    <a:pt x="759728" y="4838652"/>
                  </a:lnTo>
                  <a:lnTo>
                    <a:pt x="759728" y="4838221"/>
                  </a:lnTo>
                  <a:lnTo>
                    <a:pt x="759728" y="4837791"/>
                  </a:lnTo>
                  <a:lnTo>
                    <a:pt x="759886" y="4837791"/>
                  </a:lnTo>
                  <a:lnTo>
                    <a:pt x="760044" y="4837791"/>
                  </a:lnTo>
                  <a:lnTo>
                    <a:pt x="760202" y="4837791"/>
                  </a:lnTo>
                  <a:lnTo>
                    <a:pt x="760359" y="4837791"/>
                  </a:lnTo>
                  <a:lnTo>
                    <a:pt x="760359" y="4837360"/>
                  </a:lnTo>
                  <a:lnTo>
                    <a:pt x="760517" y="4837360"/>
                  </a:lnTo>
                  <a:lnTo>
                    <a:pt x="760675" y="4837360"/>
                  </a:lnTo>
                  <a:lnTo>
                    <a:pt x="760675" y="4836929"/>
                  </a:lnTo>
                  <a:lnTo>
                    <a:pt x="760675" y="4836499"/>
                  </a:lnTo>
                  <a:lnTo>
                    <a:pt x="760832" y="4836499"/>
                  </a:lnTo>
                  <a:lnTo>
                    <a:pt x="760990" y="4836499"/>
                  </a:lnTo>
                  <a:lnTo>
                    <a:pt x="760990" y="4836068"/>
                  </a:lnTo>
                  <a:lnTo>
                    <a:pt x="760990" y="4835638"/>
                  </a:lnTo>
                  <a:lnTo>
                    <a:pt x="761148" y="4835638"/>
                  </a:lnTo>
                  <a:lnTo>
                    <a:pt x="761148" y="4835207"/>
                  </a:lnTo>
                  <a:lnTo>
                    <a:pt x="761148" y="4834776"/>
                  </a:lnTo>
                  <a:lnTo>
                    <a:pt x="761148" y="4834346"/>
                  </a:lnTo>
                  <a:lnTo>
                    <a:pt x="761306" y="4834346"/>
                  </a:lnTo>
                  <a:lnTo>
                    <a:pt x="761306" y="4833915"/>
                  </a:lnTo>
                  <a:lnTo>
                    <a:pt x="761306" y="4833485"/>
                  </a:lnTo>
                  <a:lnTo>
                    <a:pt x="761306" y="4833054"/>
                  </a:lnTo>
                  <a:lnTo>
                    <a:pt x="761306" y="4832623"/>
                  </a:lnTo>
                  <a:lnTo>
                    <a:pt x="761306" y="4832193"/>
                  </a:lnTo>
                  <a:lnTo>
                    <a:pt x="761463" y="4832193"/>
                  </a:lnTo>
                  <a:lnTo>
                    <a:pt x="761621" y="4832193"/>
                  </a:lnTo>
                  <a:lnTo>
                    <a:pt x="761621" y="4831762"/>
                  </a:lnTo>
                  <a:lnTo>
                    <a:pt x="761779" y="4831762"/>
                  </a:lnTo>
                  <a:lnTo>
                    <a:pt x="761779" y="4831332"/>
                  </a:lnTo>
                  <a:lnTo>
                    <a:pt x="761937" y="4831332"/>
                  </a:lnTo>
                  <a:lnTo>
                    <a:pt x="761937" y="4830901"/>
                  </a:lnTo>
                  <a:lnTo>
                    <a:pt x="761937" y="4830470"/>
                  </a:lnTo>
                  <a:lnTo>
                    <a:pt x="761937" y="4830040"/>
                  </a:lnTo>
                  <a:lnTo>
                    <a:pt x="761937" y="4829609"/>
                  </a:lnTo>
                  <a:lnTo>
                    <a:pt x="761937" y="4829179"/>
                  </a:lnTo>
                  <a:lnTo>
                    <a:pt x="762094" y="4829179"/>
                  </a:lnTo>
                  <a:lnTo>
                    <a:pt x="762252" y="4829179"/>
                  </a:lnTo>
                  <a:lnTo>
                    <a:pt x="762410" y="4829179"/>
                  </a:lnTo>
                  <a:lnTo>
                    <a:pt x="762410" y="4828748"/>
                  </a:lnTo>
                  <a:lnTo>
                    <a:pt x="762567" y="4828748"/>
                  </a:lnTo>
                  <a:lnTo>
                    <a:pt x="762567" y="4828317"/>
                  </a:lnTo>
                  <a:lnTo>
                    <a:pt x="762567" y="4827887"/>
                  </a:lnTo>
                  <a:lnTo>
                    <a:pt x="762567" y="4827456"/>
                  </a:lnTo>
                  <a:lnTo>
                    <a:pt x="762725" y="4827456"/>
                  </a:lnTo>
                  <a:lnTo>
                    <a:pt x="762883" y="4827456"/>
                  </a:lnTo>
                  <a:lnTo>
                    <a:pt x="762883" y="4827026"/>
                  </a:lnTo>
                  <a:lnTo>
                    <a:pt x="762883" y="4826595"/>
                  </a:lnTo>
                  <a:lnTo>
                    <a:pt x="763041" y="4826595"/>
                  </a:lnTo>
                  <a:lnTo>
                    <a:pt x="763198" y="4826595"/>
                  </a:lnTo>
                  <a:lnTo>
                    <a:pt x="763356" y="4826595"/>
                  </a:lnTo>
                  <a:lnTo>
                    <a:pt x="763356" y="4826164"/>
                  </a:lnTo>
                  <a:lnTo>
                    <a:pt x="763514" y="4826164"/>
                  </a:lnTo>
                  <a:lnTo>
                    <a:pt x="763671" y="4826164"/>
                  </a:lnTo>
                  <a:lnTo>
                    <a:pt x="763829" y="4826164"/>
                  </a:lnTo>
                  <a:lnTo>
                    <a:pt x="763987" y="4826164"/>
                  </a:lnTo>
                  <a:lnTo>
                    <a:pt x="763987" y="4825734"/>
                  </a:lnTo>
                  <a:lnTo>
                    <a:pt x="763987" y="4825303"/>
                  </a:lnTo>
                  <a:lnTo>
                    <a:pt x="764145" y="4825303"/>
                  </a:lnTo>
                  <a:lnTo>
                    <a:pt x="764302" y="4825303"/>
                  </a:lnTo>
                  <a:lnTo>
                    <a:pt x="764460" y="4825303"/>
                  </a:lnTo>
                  <a:lnTo>
                    <a:pt x="764460" y="4824873"/>
                  </a:lnTo>
                  <a:lnTo>
                    <a:pt x="764460" y="4824442"/>
                  </a:lnTo>
                  <a:lnTo>
                    <a:pt x="764460" y="4824011"/>
                  </a:lnTo>
                  <a:lnTo>
                    <a:pt x="764618" y="4824011"/>
                  </a:lnTo>
                  <a:lnTo>
                    <a:pt x="764618" y="4823581"/>
                  </a:lnTo>
                  <a:lnTo>
                    <a:pt x="764775" y="4823581"/>
                  </a:lnTo>
                  <a:lnTo>
                    <a:pt x="764775" y="4823150"/>
                  </a:lnTo>
                  <a:lnTo>
                    <a:pt x="764775" y="4822720"/>
                  </a:lnTo>
                  <a:lnTo>
                    <a:pt x="764933" y="4822720"/>
                  </a:lnTo>
                  <a:lnTo>
                    <a:pt x="765091" y="4822720"/>
                  </a:lnTo>
                  <a:lnTo>
                    <a:pt x="765249" y="4822720"/>
                  </a:lnTo>
                  <a:lnTo>
                    <a:pt x="765406" y="4822720"/>
                  </a:lnTo>
                  <a:lnTo>
                    <a:pt x="765564" y="4822720"/>
                  </a:lnTo>
                  <a:lnTo>
                    <a:pt x="765722" y="4822720"/>
                  </a:lnTo>
                  <a:lnTo>
                    <a:pt x="765879" y="4822720"/>
                  </a:lnTo>
                  <a:lnTo>
                    <a:pt x="765879" y="4822289"/>
                  </a:lnTo>
                  <a:lnTo>
                    <a:pt x="766037" y="4822289"/>
                  </a:lnTo>
                  <a:lnTo>
                    <a:pt x="766195" y="4822289"/>
                  </a:lnTo>
                  <a:lnTo>
                    <a:pt x="766353" y="4822289"/>
                  </a:lnTo>
                  <a:lnTo>
                    <a:pt x="766510" y="4822289"/>
                  </a:lnTo>
                  <a:lnTo>
                    <a:pt x="766668" y="4822289"/>
                  </a:lnTo>
                  <a:lnTo>
                    <a:pt x="766668" y="4821858"/>
                  </a:lnTo>
                  <a:lnTo>
                    <a:pt x="766668" y="4821428"/>
                  </a:lnTo>
                  <a:lnTo>
                    <a:pt x="766668" y="4820997"/>
                  </a:lnTo>
                  <a:lnTo>
                    <a:pt x="766668" y="4820567"/>
                  </a:lnTo>
                  <a:lnTo>
                    <a:pt x="766668" y="4820136"/>
                  </a:lnTo>
                  <a:lnTo>
                    <a:pt x="766668" y="4819705"/>
                  </a:lnTo>
                  <a:lnTo>
                    <a:pt x="766668" y="4819275"/>
                  </a:lnTo>
                  <a:lnTo>
                    <a:pt x="766826" y="4819275"/>
                  </a:lnTo>
                  <a:lnTo>
                    <a:pt x="766826" y="4818844"/>
                  </a:lnTo>
                  <a:lnTo>
                    <a:pt x="766983" y="4818844"/>
                  </a:lnTo>
                  <a:lnTo>
                    <a:pt x="767141" y="4818844"/>
                  </a:lnTo>
                  <a:lnTo>
                    <a:pt x="767299" y="4818844"/>
                  </a:lnTo>
                  <a:lnTo>
                    <a:pt x="767457" y="4818844"/>
                  </a:lnTo>
                  <a:lnTo>
                    <a:pt x="767457" y="4818414"/>
                  </a:lnTo>
                  <a:lnTo>
                    <a:pt x="767457" y="4817983"/>
                  </a:lnTo>
                  <a:lnTo>
                    <a:pt x="767614" y="4817983"/>
                  </a:lnTo>
                  <a:lnTo>
                    <a:pt x="767614" y="4817552"/>
                  </a:lnTo>
                  <a:lnTo>
                    <a:pt x="767772" y="4817552"/>
                  </a:lnTo>
                  <a:lnTo>
                    <a:pt x="767930" y="4817552"/>
                  </a:lnTo>
                  <a:lnTo>
                    <a:pt x="768088" y="4817552"/>
                  </a:lnTo>
                  <a:lnTo>
                    <a:pt x="768245" y="4817552"/>
                  </a:lnTo>
                  <a:lnTo>
                    <a:pt x="768403" y="4817552"/>
                  </a:lnTo>
                  <a:lnTo>
                    <a:pt x="768561" y="4817552"/>
                  </a:lnTo>
                  <a:lnTo>
                    <a:pt x="768718" y="4817552"/>
                  </a:lnTo>
                  <a:lnTo>
                    <a:pt x="768876" y="4817552"/>
                  </a:lnTo>
                  <a:lnTo>
                    <a:pt x="769034" y="4817552"/>
                  </a:lnTo>
                  <a:lnTo>
                    <a:pt x="769034" y="4817122"/>
                  </a:lnTo>
                  <a:lnTo>
                    <a:pt x="769192" y="4817122"/>
                  </a:lnTo>
                  <a:lnTo>
                    <a:pt x="769349" y="4817122"/>
                  </a:lnTo>
                  <a:lnTo>
                    <a:pt x="769507" y="4817122"/>
                  </a:lnTo>
                  <a:lnTo>
                    <a:pt x="769665" y="4817122"/>
                  </a:lnTo>
                  <a:lnTo>
                    <a:pt x="769822" y="4817122"/>
                  </a:lnTo>
                  <a:lnTo>
                    <a:pt x="769980" y="4817122"/>
                  </a:lnTo>
                  <a:lnTo>
                    <a:pt x="769980" y="4816691"/>
                  </a:lnTo>
                  <a:lnTo>
                    <a:pt x="770138" y="4816691"/>
                  </a:lnTo>
                  <a:lnTo>
                    <a:pt x="770138" y="4816261"/>
                  </a:lnTo>
                  <a:lnTo>
                    <a:pt x="770138" y="4815830"/>
                  </a:lnTo>
                  <a:lnTo>
                    <a:pt x="770296" y="4815830"/>
                  </a:lnTo>
                  <a:lnTo>
                    <a:pt x="770453" y="4815830"/>
                  </a:lnTo>
                  <a:lnTo>
                    <a:pt x="770611" y="4815830"/>
                  </a:lnTo>
                  <a:lnTo>
                    <a:pt x="770769" y="4815830"/>
                  </a:lnTo>
                  <a:lnTo>
                    <a:pt x="770926" y="4815830"/>
                  </a:lnTo>
                  <a:lnTo>
                    <a:pt x="771084" y="4815830"/>
                  </a:lnTo>
                  <a:lnTo>
                    <a:pt x="771242" y="4815830"/>
                  </a:lnTo>
                  <a:lnTo>
                    <a:pt x="771400" y="4815830"/>
                  </a:lnTo>
                  <a:lnTo>
                    <a:pt x="771400" y="4815399"/>
                  </a:lnTo>
                  <a:lnTo>
                    <a:pt x="771400" y="4814969"/>
                  </a:lnTo>
                  <a:lnTo>
                    <a:pt x="771400" y="4814538"/>
                  </a:lnTo>
                  <a:lnTo>
                    <a:pt x="771557" y="4814538"/>
                  </a:lnTo>
                  <a:lnTo>
                    <a:pt x="771715" y="4814538"/>
                  </a:lnTo>
                  <a:lnTo>
                    <a:pt x="771873" y="4814538"/>
                  </a:lnTo>
                  <a:lnTo>
                    <a:pt x="772030" y="4814538"/>
                  </a:lnTo>
                  <a:lnTo>
                    <a:pt x="772188" y="4814538"/>
                  </a:lnTo>
                  <a:lnTo>
                    <a:pt x="772188" y="4814108"/>
                  </a:lnTo>
                  <a:lnTo>
                    <a:pt x="772346" y="4814108"/>
                  </a:lnTo>
                  <a:lnTo>
                    <a:pt x="772504" y="4814108"/>
                  </a:lnTo>
                  <a:lnTo>
                    <a:pt x="772661" y="4814108"/>
                  </a:lnTo>
                  <a:lnTo>
                    <a:pt x="772661" y="4813677"/>
                  </a:lnTo>
                  <a:lnTo>
                    <a:pt x="772661" y="4813246"/>
                  </a:lnTo>
                  <a:lnTo>
                    <a:pt x="772819" y="4813246"/>
                  </a:lnTo>
                  <a:lnTo>
                    <a:pt x="772977" y="4813246"/>
                  </a:lnTo>
                  <a:lnTo>
                    <a:pt x="773134" y="4813246"/>
                  </a:lnTo>
                  <a:lnTo>
                    <a:pt x="773292" y="4813246"/>
                  </a:lnTo>
                  <a:lnTo>
                    <a:pt x="773450" y="4813246"/>
                  </a:lnTo>
                  <a:lnTo>
                    <a:pt x="773450" y="4812816"/>
                  </a:lnTo>
                  <a:lnTo>
                    <a:pt x="773608" y="4812816"/>
                  </a:lnTo>
                  <a:lnTo>
                    <a:pt x="773765" y="4812816"/>
                  </a:lnTo>
                  <a:lnTo>
                    <a:pt x="773923" y="4812816"/>
                  </a:lnTo>
                  <a:lnTo>
                    <a:pt x="773923" y="4812385"/>
                  </a:lnTo>
                  <a:lnTo>
                    <a:pt x="773923" y="4811955"/>
                  </a:lnTo>
                  <a:lnTo>
                    <a:pt x="773923" y="4811524"/>
                  </a:lnTo>
                  <a:lnTo>
                    <a:pt x="773923" y="4811093"/>
                  </a:lnTo>
                  <a:lnTo>
                    <a:pt x="774081" y="4811093"/>
                  </a:lnTo>
                  <a:lnTo>
                    <a:pt x="774081" y="4810663"/>
                  </a:lnTo>
                  <a:lnTo>
                    <a:pt x="774239" y="4810663"/>
                  </a:lnTo>
                  <a:lnTo>
                    <a:pt x="774239" y="4810232"/>
                  </a:lnTo>
                  <a:lnTo>
                    <a:pt x="774396" y="4810232"/>
                  </a:lnTo>
                  <a:lnTo>
                    <a:pt x="774554" y="4810232"/>
                  </a:lnTo>
                  <a:lnTo>
                    <a:pt x="774554" y="4809802"/>
                  </a:lnTo>
                  <a:lnTo>
                    <a:pt x="774712" y="4809802"/>
                  </a:lnTo>
                  <a:lnTo>
                    <a:pt x="774869" y="4809802"/>
                  </a:lnTo>
                  <a:lnTo>
                    <a:pt x="774869" y="4809371"/>
                  </a:lnTo>
                  <a:lnTo>
                    <a:pt x="774869" y="4808940"/>
                  </a:lnTo>
                  <a:lnTo>
                    <a:pt x="775027" y="4808940"/>
                  </a:lnTo>
                  <a:lnTo>
                    <a:pt x="775027" y="4808510"/>
                  </a:lnTo>
                  <a:lnTo>
                    <a:pt x="775185" y="4808510"/>
                  </a:lnTo>
                  <a:lnTo>
                    <a:pt x="775185" y="4808079"/>
                  </a:lnTo>
                  <a:lnTo>
                    <a:pt x="775343" y="4808079"/>
                  </a:lnTo>
                  <a:lnTo>
                    <a:pt x="775500" y="4808079"/>
                  </a:lnTo>
                  <a:lnTo>
                    <a:pt x="775658" y="4808079"/>
                  </a:lnTo>
                  <a:lnTo>
                    <a:pt x="775816" y="4808079"/>
                  </a:lnTo>
                  <a:lnTo>
                    <a:pt x="775973" y="4808079"/>
                  </a:lnTo>
                  <a:lnTo>
                    <a:pt x="776131" y="4808079"/>
                  </a:lnTo>
                  <a:lnTo>
                    <a:pt x="776131" y="4807649"/>
                  </a:lnTo>
                  <a:lnTo>
                    <a:pt x="776131" y="4807218"/>
                  </a:lnTo>
                  <a:lnTo>
                    <a:pt x="776289" y="4807218"/>
                  </a:lnTo>
                  <a:lnTo>
                    <a:pt x="776289" y="4806787"/>
                  </a:lnTo>
                  <a:lnTo>
                    <a:pt x="776447" y="4806787"/>
                  </a:lnTo>
                  <a:lnTo>
                    <a:pt x="776447" y="4806357"/>
                  </a:lnTo>
                  <a:lnTo>
                    <a:pt x="776604" y="4806357"/>
                  </a:lnTo>
                  <a:lnTo>
                    <a:pt x="776762" y="4806357"/>
                  </a:lnTo>
                  <a:lnTo>
                    <a:pt x="776920" y="4806357"/>
                  </a:lnTo>
                  <a:lnTo>
                    <a:pt x="776920" y="4805926"/>
                  </a:lnTo>
                  <a:lnTo>
                    <a:pt x="777077" y="4805926"/>
                  </a:lnTo>
                  <a:lnTo>
                    <a:pt x="777077" y="4805496"/>
                  </a:lnTo>
                  <a:lnTo>
                    <a:pt x="777235" y="4805496"/>
                  </a:lnTo>
                  <a:lnTo>
                    <a:pt x="777393" y="4805496"/>
                  </a:lnTo>
                  <a:lnTo>
                    <a:pt x="777551" y="4805496"/>
                  </a:lnTo>
                  <a:lnTo>
                    <a:pt x="777708" y="4805496"/>
                  </a:lnTo>
                  <a:lnTo>
                    <a:pt x="777866" y="4805496"/>
                  </a:lnTo>
                  <a:lnTo>
                    <a:pt x="777866" y="4805065"/>
                  </a:lnTo>
                  <a:lnTo>
                    <a:pt x="778024" y="4805065"/>
                  </a:lnTo>
                  <a:lnTo>
                    <a:pt x="778024" y="4804634"/>
                  </a:lnTo>
                  <a:lnTo>
                    <a:pt x="778181" y="4804634"/>
                  </a:lnTo>
                  <a:lnTo>
                    <a:pt x="778339" y="4804634"/>
                  </a:lnTo>
                  <a:lnTo>
                    <a:pt x="778497" y="4804634"/>
                  </a:lnTo>
                  <a:lnTo>
                    <a:pt x="778497" y="4804204"/>
                  </a:lnTo>
                  <a:lnTo>
                    <a:pt x="778655" y="4804204"/>
                  </a:lnTo>
                  <a:lnTo>
                    <a:pt x="778655" y="4803773"/>
                  </a:lnTo>
                  <a:lnTo>
                    <a:pt x="778655" y="4803343"/>
                  </a:lnTo>
                  <a:lnTo>
                    <a:pt x="778812" y="4803343"/>
                  </a:lnTo>
                  <a:lnTo>
                    <a:pt x="778970" y="4803343"/>
                  </a:lnTo>
                  <a:lnTo>
                    <a:pt x="779128" y="4803343"/>
                  </a:lnTo>
                  <a:lnTo>
                    <a:pt x="779128" y="4802912"/>
                  </a:lnTo>
                  <a:lnTo>
                    <a:pt x="779286" y="4802912"/>
                  </a:lnTo>
                  <a:lnTo>
                    <a:pt x="779443" y="4802912"/>
                  </a:lnTo>
                  <a:lnTo>
                    <a:pt x="779601" y="4802912"/>
                  </a:lnTo>
                  <a:lnTo>
                    <a:pt x="779601" y="4802481"/>
                  </a:lnTo>
                  <a:lnTo>
                    <a:pt x="779759" y="4802481"/>
                  </a:lnTo>
                  <a:lnTo>
                    <a:pt x="779916" y="4802481"/>
                  </a:lnTo>
                  <a:lnTo>
                    <a:pt x="780074" y="4802481"/>
                  </a:lnTo>
                  <a:lnTo>
                    <a:pt x="780232" y="4802481"/>
                  </a:lnTo>
                  <a:lnTo>
                    <a:pt x="780232" y="4802051"/>
                  </a:lnTo>
                  <a:lnTo>
                    <a:pt x="780390" y="4802051"/>
                  </a:lnTo>
                  <a:lnTo>
                    <a:pt x="780547" y="4802051"/>
                  </a:lnTo>
                  <a:lnTo>
                    <a:pt x="780547" y="4801620"/>
                  </a:lnTo>
                  <a:lnTo>
                    <a:pt x="780705" y="4801620"/>
                  </a:lnTo>
                  <a:lnTo>
                    <a:pt x="780863" y="4801620"/>
                  </a:lnTo>
                  <a:lnTo>
                    <a:pt x="781020" y="4801620"/>
                  </a:lnTo>
                  <a:lnTo>
                    <a:pt x="781020" y="4801190"/>
                  </a:lnTo>
                  <a:lnTo>
                    <a:pt x="781178" y="4801190"/>
                  </a:lnTo>
                  <a:lnTo>
                    <a:pt x="781336" y="4801190"/>
                  </a:lnTo>
                  <a:lnTo>
                    <a:pt x="781336" y="4800759"/>
                  </a:lnTo>
                  <a:lnTo>
                    <a:pt x="781494" y="4800759"/>
                  </a:lnTo>
                  <a:lnTo>
                    <a:pt x="781651" y="4800759"/>
                  </a:lnTo>
                  <a:lnTo>
                    <a:pt x="781809" y="4800759"/>
                  </a:lnTo>
                  <a:lnTo>
                    <a:pt x="781967" y="4800759"/>
                  </a:lnTo>
                  <a:lnTo>
                    <a:pt x="781967" y="4800328"/>
                  </a:lnTo>
                  <a:lnTo>
                    <a:pt x="782124" y="4800328"/>
                  </a:lnTo>
                  <a:lnTo>
                    <a:pt x="782124" y="4799898"/>
                  </a:lnTo>
                  <a:lnTo>
                    <a:pt x="782282" y="4799898"/>
                  </a:lnTo>
                  <a:lnTo>
                    <a:pt x="782440" y="4799898"/>
                  </a:lnTo>
                  <a:lnTo>
                    <a:pt x="782440" y="4799467"/>
                  </a:lnTo>
                  <a:lnTo>
                    <a:pt x="782440" y="4799037"/>
                  </a:lnTo>
                  <a:lnTo>
                    <a:pt x="782598" y="4799037"/>
                  </a:lnTo>
                  <a:lnTo>
                    <a:pt x="782755" y="4799037"/>
                  </a:lnTo>
                  <a:lnTo>
                    <a:pt x="782755" y="4798606"/>
                  </a:lnTo>
                  <a:lnTo>
                    <a:pt x="782913" y="4798606"/>
                  </a:lnTo>
                  <a:lnTo>
                    <a:pt x="783071" y="4798606"/>
                  </a:lnTo>
                  <a:lnTo>
                    <a:pt x="783071" y="4798175"/>
                  </a:lnTo>
                  <a:lnTo>
                    <a:pt x="783228" y="4798175"/>
                  </a:lnTo>
                  <a:lnTo>
                    <a:pt x="783386" y="4798175"/>
                  </a:lnTo>
                  <a:lnTo>
                    <a:pt x="783544" y="4798175"/>
                  </a:lnTo>
                  <a:lnTo>
                    <a:pt x="783702" y="4798175"/>
                  </a:lnTo>
                  <a:lnTo>
                    <a:pt x="783859" y="4798175"/>
                  </a:lnTo>
                  <a:lnTo>
                    <a:pt x="784017" y="4798175"/>
                  </a:lnTo>
                  <a:lnTo>
                    <a:pt x="784175" y="4798175"/>
                  </a:lnTo>
                  <a:lnTo>
                    <a:pt x="784332" y="4798175"/>
                  </a:lnTo>
                  <a:lnTo>
                    <a:pt x="784332" y="4797745"/>
                  </a:lnTo>
                  <a:lnTo>
                    <a:pt x="784490" y="4797745"/>
                  </a:lnTo>
                  <a:lnTo>
                    <a:pt x="784648" y="4797745"/>
                  </a:lnTo>
                  <a:lnTo>
                    <a:pt x="784806" y="4797745"/>
                  </a:lnTo>
                  <a:lnTo>
                    <a:pt x="784806" y="4797314"/>
                  </a:lnTo>
                  <a:lnTo>
                    <a:pt x="784806" y="4796884"/>
                  </a:lnTo>
                  <a:lnTo>
                    <a:pt x="784806" y="4796453"/>
                  </a:lnTo>
                  <a:lnTo>
                    <a:pt x="784963" y="4796453"/>
                  </a:lnTo>
                  <a:lnTo>
                    <a:pt x="785121" y="4796453"/>
                  </a:lnTo>
                  <a:lnTo>
                    <a:pt x="785279" y="4796453"/>
                  </a:lnTo>
                  <a:lnTo>
                    <a:pt x="785437" y="4796453"/>
                  </a:lnTo>
                  <a:lnTo>
                    <a:pt x="785594" y="4796453"/>
                  </a:lnTo>
                  <a:lnTo>
                    <a:pt x="785752" y="4796453"/>
                  </a:lnTo>
                  <a:lnTo>
                    <a:pt x="785910" y="4796453"/>
                  </a:lnTo>
                  <a:lnTo>
                    <a:pt x="786067" y="4796453"/>
                  </a:lnTo>
                  <a:lnTo>
                    <a:pt x="786225" y="4796453"/>
                  </a:lnTo>
                  <a:lnTo>
                    <a:pt x="786383" y="4796453"/>
                  </a:lnTo>
                  <a:lnTo>
                    <a:pt x="786541" y="4796453"/>
                  </a:lnTo>
                  <a:lnTo>
                    <a:pt x="786698" y="4796453"/>
                  </a:lnTo>
                  <a:lnTo>
                    <a:pt x="786698" y="4796022"/>
                  </a:lnTo>
                  <a:lnTo>
                    <a:pt x="786698" y="4795592"/>
                  </a:lnTo>
                  <a:lnTo>
                    <a:pt x="786856" y="4795592"/>
                  </a:lnTo>
                  <a:lnTo>
                    <a:pt x="787014" y="4795592"/>
                  </a:lnTo>
                  <a:lnTo>
                    <a:pt x="787171" y="4795592"/>
                  </a:lnTo>
                  <a:lnTo>
                    <a:pt x="787329" y="4795592"/>
                  </a:lnTo>
                  <a:lnTo>
                    <a:pt x="787329" y="4795161"/>
                  </a:lnTo>
                  <a:lnTo>
                    <a:pt x="787329" y="4794731"/>
                  </a:lnTo>
                  <a:lnTo>
                    <a:pt x="787487" y="4794731"/>
                  </a:lnTo>
                  <a:lnTo>
                    <a:pt x="787645" y="4794731"/>
                  </a:lnTo>
                  <a:lnTo>
                    <a:pt x="787645" y="4794300"/>
                  </a:lnTo>
                  <a:lnTo>
                    <a:pt x="787802" y="4794300"/>
                  </a:lnTo>
                  <a:lnTo>
                    <a:pt x="787960" y="4794300"/>
                  </a:lnTo>
                  <a:lnTo>
                    <a:pt x="788118" y="4794300"/>
                  </a:lnTo>
                  <a:lnTo>
                    <a:pt x="788118" y="4793869"/>
                  </a:lnTo>
                  <a:lnTo>
                    <a:pt x="788275" y="4793869"/>
                  </a:lnTo>
                  <a:lnTo>
                    <a:pt x="788275" y="4793439"/>
                  </a:lnTo>
                  <a:lnTo>
                    <a:pt x="788275" y="4793008"/>
                  </a:lnTo>
                  <a:lnTo>
                    <a:pt x="788433" y="4793008"/>
                  </a:lnTo>
                  <a:lnTo>
                    <a:pt x="788433" y="4792578"/>
                  </a:lnTo>
                  <a:lnTo>
                    <a:pt x="788433" y="4792147"/>
                  </a:lnTo>
                  <a:lnTo>
                    <a:pt x="788591" y="4792147"/>
                  </a:lnTo>
                  <a:lnTo>
                    <a:pt x="788591" y="4791716"/>
                  </a:lnTo>
                  <a:lnTo>
                    <a:pt x="788749" y="4791716"/>
                  </a:lnTo>
                  <a:lnTo>
                    <a:pt x="788906" y="4791716"/>
                  </a:lnTo>
                  <a:lnTo>
                    <a:pt x="788906" y="4791286"/>
                  </a:lnTo>
                  <a:lnTo>
                    <a:pt x="789064" y="4791286"/>
                  </a:lnTo>
                  <a:lnTo>
                    <a:pt x="789222" y="4791286"/>
                  </a:lnTo>
                  <a:lnTo>
                    <a:pt x="789222" y="4790855"/>
                  </a:lnTo>
                  <a:lnTo>
                    <a:pt x="789222" y="4790425"/>
                  </a:lnTo>
                  <a:lnTo>
                    <a:pt x="789379" y="4790425"/>
                  </a:lnTo>
                  <a:lnTo>
                    <a:pt x="789537" y="4790425"/>
                  </a:lnTo>
                  <a:lnTo>
                    <a:pt x="789537" y="4789994"/>
                  </a:lnTo>
                  <a:lnTo>
                    <a:pt x="789695" y="4789994"/>
                  </a:lnTo>
                  <a:lnTo>
                    <a:pt x="789695" y="4789563"/>
                  </a:lnTo>
                  <a:lnTo>
                    <a:pt x="789853" y="4789563"/>
                  </a:lnTo>
                  <a:lnTo>
                    <a:pt x="789853" y="4789133"/>
                  </a:lnTo>
                  <a:lnTo>
                    <a:pt x="790010" y="4789133"/>
                  </a:lnTo>
                  <a:lnTo>
                    <a:pt x="790010" y="4788702"/>
                  </a:lnTo>
                  <a:lnTo>
                    <a:pt x="790168" y="4788702"/>
                  </a:lnTo>
                  <a:lnTo>
                    <a:pt x="790326" y="4788702"/>
                  </a:lnTo>
                  <a:lnTo>
                    <a:pt x="790326" y="4788272"/>
                  </a:lnTo>
                  <a:lnTo>
                    <a:pt x="790484" y="4788272"/>
                  </a:lnTo>
                  <a:lnTo>
                    <a:pt x="790641" y="4788272"/>
                  </a:lnTo>
                  <a:lnTo>
                    <a:pt x="790799" y="4788272"/>
                  </a:lnTo>
                  <a:lnTo>
                    <a:pt x="790957" y="4788272"/>
                  </a:lnTo>
                  <a:lnTo>
                    <a:pt x="790957" y="4787841"/>
                  </a:lnTo>
                  <a:lnTo>
                    <a:pt x="791114" y="4787841"/>
                  </a:lnTo>
                  <a:lnTo>
                    <a:pt x="791272" y="4787841"/>
                  </a:lnTo>
                  <a:lnTo>
                    <a:pt x="791430" y="4787841"/>
                  </a:lnTo>
                  <a:lnTo>
                    <a:pt x="791588" y="4787841"/>
                  </a:lnTo>
                  <a:lnTo>
                    <a:pt x="791588" y="4787410"/>
                  </a:lnTo>
                  <a:lnTo>
                    <a:pt x="791588" y="4786980"/>
                  </a:lnTo>
                  <a:lnTo>
                    <a:pt x="791588" y="4786549"/>
                  </a:lnTo>
                  <a:lnTo>
                    <a:pt x="791588" y="4786119"/>
                  </a:lnTo>
                  <a:lnTo>
                    <a:pt x="791745" y="4786119"/>
                  </a:lnTo>
                  <a:lnTo>
                    <a:pt x="791745" y="4785688"/>
                  </a:lnTo>
                  <a:lnTo>
                    <a:pt x="791745" y="4785257"/>
                  </a:lnTo>
                  <a:lnTo>
                    <a:pt x="791745" y="4784827"/>
                  </a:lnTo>
                  <a:lnTo>
                    <a:pt x="791903" y="4784827"/>
                  </a:lnTo>
                  <a:lnTo>
                    <a:pt x="791903" y="4784396"/>
                  </a:lnTo>
                  <a:lnTo>
                    <a:pt x="792061" y="4784396"/>
                  </a:lnTo>
                  <a:lnTo>
                    <a:pt x="792061" y="4783966"/>
                  </a:lnTo>
                  <a:lnTo>
                    <a:pt x="792218" y="4783966"/>
                  </a:lnTo>
                  <a:lnTo>
                    <a:pt x="792218" y="4783535"/>
                  </a:lnTo>
                  <a:lnTo>
                    <a:pt x="792376" y="4783535"/>
                  </a:lnTo>
                  <a:lnTo>
                    <a:pt x="792534" y="4783535"/>
                  </a:lnTo>
                  <a:lnTo>
                    <a:pt x="792692" y="4783535"/>
                  </a:lnTo>
                  <a:lnTo>
                    <a:pt x="792849" y="4783535"/>
                  </a:lnTo>
                  <a:lnTo>
                    <a:pt x="792849" y="4783104"/>
                  </a:lnTo>
                  <a:lnTo>
                    <a:pt x="793007" y="4783104"/>
                  </a:lnTo>
                  <a:lnTo>
                    <a:pt x="793007" y="4782674"/>
                  </a:lnTo>
                  <a:lnTo>
                    <a:pt x="793007" y="4782243"/>
                  </a:lnTo>
                  <a:lnTo>
                    <a:pt x="793165" y="4782243"/>
                  </a:lnTo>
                  <a:lnTo>
                    <a:pt x="793165" y="4781813"/>
                  </a:lnTo>
                  <a:lnTo>
                    <a:pt x="793322" y="4781813"/>
                  </a:lnTo>
                  <a:lnTo>
                    <a:pt x="793480" y="4781813"/>
                  </a:lnTo>
                  <a:lnTo>
                    <a:pt x="793638" y="4781813"/>
                  </a:lnTo>
                  <a:lnTo>
                    <a:pt x="793796" y="4781813"/>
                  </a:lnTo>
                  <a:lnTo>
                    <a:pt x="793953" y="4781813"/>
                  </a:lnTo>
                  <a:lnTo>
                    <a:pt x="794111" y="4781813"/>
                  </a:lnTo>
                  <a:lnTo>
                    <a:pt x="794269" y="4781813"/>
                  </a:lnTo>
                  <a:lnTo>
                    <a:pt x="794426" y="4781813"/>
                  </a:lnTo>
                  <a:lnTo>
                    <a:pt x="794584" y="4781813"/>
                  </a:lnTo>
                  <a:lnTo>
                    <a:pt x="794742" y="4781813"/>
                  </a:lnTo>
                  <a:lnTo>
                    <a:pt x="794900" y="4781813"/>
                  </a:lnTo>
                  <a:lnTo>
                    <a:pt x="795057" y="4781813"/>
                  </a:lnTo>
                  <a:lnTo>
                    <a:pt x="795215" y="4781813"/>
                  </a:lnTo>
                  <a:lnTo>
                    <a:pt x="795373" y="4781813"/>
                  </a:lnTo>
                  <a:lnTo>
                    <a:pt x="795373" y="4781382"/>
                  </a:lnTo>
                  <a:lnTo>
                    <a:pt x="795530" y="4781382"/>
                  </a:lnTo>
                  <a:lnTo>
                    <a:pt x="795530" y="4780951"/>
                  </a:lnTo>
                  <a:lnTo>
                    <a:pt x="795530" y="4780521"/>
                  </a:lnTo>
                  <a:lnTo>
                    <a:pt x="795688" y="4780521"/>
                  </a:lnTo>
                  <a:lnTo>
                    <a:pt x="795846" y="4780521"/>
                  </a:lnTo>
                  <a:lnTo>
                    <a:pt x="795846" y="4780090"/>
                  </a:lnTo>
                  <a:lnTo>
                    <a:pt x="796004" y="4780090"/>
                  </a:lnTo>
                  <a:lnTo>
                    <a:pt x="796161" y="4780090"/>
                  </a:lnTo>
                  <a:lnTo>
                    <a:pt x="796319" y="4780090"/>
                  </a:lnTo>
                  <a:lnTo>
                    <a:pt x="796319" y="4779660"/>
                  </a:lnTo>
                  <a:lnTo>
                    <a:pt x="796477" y="4779660"/>
                  </a:lnTo>
                  <a:lnTo>
                    <a:pt x="796635" y="4779660"/>
                  </a:lnTo>
                  <a:lnTo>
                    <a:pt x="796792" y="4779660"/>
                  </a:lnTo>
                  <a:lnTo>
                    <a:pt x="796950" y="4779660"/>
                  </a:lnTo>
                  <a:lnTo>
                    <a:pt x="797108" y="4779660"/>
                  </a:lnTo>
                  <a:lnTo>
                    <a:pt x="797108" y="4779229"/>
                  </a:lnTo>
                  <a:lnTo>
                    <a:pt x="797265" y="4779229"/>
                  </a:lnTo>
                  <a:lnTo>
                    <a:pt x="797423" y="4779229"/>
                  </a:lnTo>
                  <a:lnTo>
                    <a:pt x="797423" y="4778798"/>
                  </a:lnTo>
                  <a:lnTo>
                    <a:pt x="797423" y="4778368"/>
                  </a:lnTo>
                  <a:lnTo>
                    <a:pt x="797581" y="4778368"/>
                  </a:lnTo>
                  <a:lnTo>
                    <a:pt x="797739" y="4778368"/>
                  </a:lnTo>
                  <a:lnTo>
                    <a:pt x="797739" y="4777937"/>
                  </a:lnTo>
                  <a:lnTo>
                    <a:pt x="797739" y="4777507"/>
                  </a:lnTo>
                  <a:lnTo>
                    <a:pt x="797739" y="4777076"/>
                  </a:lnTo>
                  <a:lnTo>
                    <a:pt x="797739" y="4776645"/>
                  </a:lnTo>
                  <a:lnTo>
                    <a:pt x="797896" y="4776645"/>
                  </a:lnTo>
                  <a:lnTo>
                    <a:pt x="797896" y="4776215"/>
                  </a:lnTo>
                  <a:lnTo>
                    <a:pt x="797896" y="4775784"/>
                  </a:lnTo>
                  <a:lnTo>
                    <a:pt x="798054" y="4775784"/>
                  </a:lnTo>
                  <a:lnTo>
                    <a:pt x="798212" y="4775784"/>
                  </a:lnTo>
                  <a:lnTo>
                    <a:pt x="798369" y="4775784"/>
                  </a:lnTo>
                  <a:lnTo>
                    <a:pt x="798527" y="4775784"/>
                  </a:lnTo>
                  <a:lnTo>
                    <a:pt x="798685" y="4775784"/>
                  </a:lnTo>
                  <a:lnTo>
                    <a:pt x="798843" y="4775784"/>
                  </a:lnTo>
                  <a:lnTo>
                    <a:pt x="798843" y="4775354"/>
                  </a:lnTo>
                  <a:lnTo>
                    <a:pt x="798843" y="4774923"/>
                  </a:lnTo>
                  <a:lnTo>
                    <a:pt x="798843" y="4774492"/>
                  </a:lnTo>
                  <a:lnTo>
                    <a:pt x="798843" y="4774062"/>
                  </a:lnTo>
                  <a:lnTo>
                    <a:pt x="799000" y="4774062"/>
                  </a:lnTo>
                  <a:lnTo>
                    <a:pt x="799158" y="4774062"/>
                  </a:lnTo>
                  <a:lnTo>
                    <a:pt x="799158" y="4773631"/>
                  </a:lnTo>
                  <a:lnTo>
                    <a:pt x="799316" y="4773631"/>
                  </a:lnTo>
                  <a:lnTo>
                    <a:pt x="799316" y="4773201"/>
                  </a:lnTo>
                  <a:lnTo>
                    <a:pt x="799316" y="4772770"/>
                  </a:lnTo>
                  <a:lnTo>
                    <a:pt x="799473" y="4772770"/>
                  </a:lnTo>
                  <a:lnTo>
                    <a:pt x="799473" y="4772339"/>
                  </a:lnTo>
                  <a:lnTo>
                    <a:pt x="799631" y="4772339"/>
                  </a:lnTo>
                  <a:lnTo>
                    <a:pt x="799631" y="4771909"/>
                  </a:lnTo>
                  <a:lnTo>
                    <a:pt x="799789" y="4771909"/>
                  </a:lnTo>
                  <a:lnTo>
                    <a:pt x="799947" y="4771909"/>
                  </a:lnTo>
                  <a:lnTo>
                    <a:pt x="800104" y="4771909"/>
                  </a:lnTo>
                  <a:lnTo>
                    <a:pt x="800262" y="4771909"/>
                  </a:lnTo>
                  <a:lnTo>
                    <a:pt x="800420" y="4771909"/>
                  </a:lnTo>
                  <a:lnTo>
                    <a:pt x="800420" y="4771478"/>
                  </a:lnTo>
                  <a:lnTo>
                    <a:pt x="800420" y="4771048"/>
                  </a:lnTo>
                  <a:lnTo>
                    <a:pt x="800577" y="4771048"/>
                  </a:lnTo>
                  <a:lnTo>
                    <a:pt x="800577" y="4770617"/>
                  </a:lnTo>
                  <a:lnTo>
                    <a:pt x="800577" y="4770186"/>
                  </a:lnTo>
                  <a:lnTo>
                    <a:pt x="800577" y="4769756"/>
                  </a:lnTo>
                  <a:lnTo>
                    <a:pt x="800577" y="4769325"/>
                  </a:lnTo>
                  <a:lnTo>
                    <a:pt x="800577" y="4768895"/>
                  </a:lnTo>
                  <a:lnTo>
                    <a:pt x="800735" y="4768895"/>
                  </a:lnTo>
                  <a:lnTo>
                    <a:pt x="800893" y="4768895"/>
                  </a:lnTo>
                  <a:lnTo>
                    <a:pt x="800893" y="4768464"/>
                  </a:lnTo>
                  <a:lnTo>
                    <a:pt x="801051" y="4768464"/>
                  </a:lnTo>
                  <a:lnTo>
                    <a:pt x="801051" y="4768033"/>
                  </a:lnTo>
                  <a:lnTo>
                    <a:pt x="801051" y="4767603"/>
                  </a:lnTo>
                  <a:lnTo>
                    <a:pt x="801208" y="4767603"/>
                  </a:lnTo>
                  <a:lnTo>
                    <a:pt x="801366" y="4767603"/>
                  </a:lnTo>
                  <a:lnTo>
                    <a:pt x="801366" y="4767172"/>
                  </a:lnTo>
                  <a:lnTo>
                    <a:pt x="801366" y="4766742"/>
                  </a:lnTo>
                  <a:lnTo>
                    <a:pt x="801524" y="4766742"/>
                  </a:lnTo>
                  <a:lnTo>
                    <a:pt x="801524" y="4766311"/>
                  </a:lnTo>
                  <a:lnTo>
                    <a:pt x="801682" y="4766311"/>
                  </a:lnTo>
                  <a:lnTo>
                    <a:pt x="801682" y="4765880"/>
                  </a:lnTo>
                  <a:lnTo>
                    <a:pt x="801839" y="4765880"/>
                  </a:lnTo>
                  <a:lnTo>
                    <a:pt x="801997" y="4765880"/>
                  </a:lnTo>
                  <a:lnTo>
                    <a:pt x="801997" y="4765450"/>
                  </a:lnTo>
                  <a:lnTo>
                    <a:pt x="801997" y="4765019"/>
                  </a:lnTo>
                  <a:lnTo>
                    <a:pt x="801997" y="4764589"/>
                  </a:lnTo>
                  <a:lnTo>
                    <a:pt x="802155" y="4764589"/>
                  </a:lnTo>
                  <a:lnTo>
                    <a:pt x="802312" y="4764589"/>
                  </a:lnTo>
                  <a:lnTo>
                    <a:pt x="802470" y="4764589"/>
                  </a:lnTo>
                  <a:lnTo>
                    <a:pt x="802628" y="4764589"/>
                  </a:lnTo>
                  <a:lnTo>
                    <a:pt x="802786" y="4764589"/>
                  </a:lnTo>
                  <a:lnTo>
                    <a:pt x="802943" y="4764589"/>
                  </a:lnTo>
                  <a:lnTo>
                    <a:pt x="803101" y="4764589"/>
                  </a:lnTo>
                  <a:lnTo>
                    <a:pt x="803101" y="4764158"/>
                  </a:lnTo>
                  <a:lnTo>
                    <a:pt x="803101" y="4763727"/>
                  </a:lnTo>
                  <a:lnTo>
                    <a:pt x="803101" y="4763297"/>
                  </a:lnTo>
                  <a:lnTo>
                    <a:pt x="803259" y="4763297"/>
                  </a:lnTo>
                  <a:lnTo>
                    <a:pt x="803416" y="4763297"/>
                  </a:lnTo>
                  <a:lnTo>
                    <a:pt x="803416" y="4762866"/>
                  </a:lnTo>
                  <a:lnTo>
                    <a:pt x="803574" y="4762866"/>
                  </a:lnTo>
                  <a:lnTo>
                    <a:pt x="803732" y="4762866"/>
                  </a:lnTo>
                  <a:lnTo>
                    <a:pt x="803890" y="4762866"/>
                  </a:lnTo>
                  <a:lnTo>
                    <a:pt x="804047" y="4762866"/>
                  </a:lnTo>
                  <a:lnTo>
                    <a:pt x="804205" y="4762866"/>
                  </a:lnTo>
                  <a:lnTo>
                    <a:pt x="804363" y="4762866"/>
                  </a:lnTo>
                  <a:lnTo>
                    <a:pt x="804363" y="4762436"/>
                  </a:lnTo>
                  <a:lnTo>
                    <a:pt x="804363" y="4762005"/>
                  </a:lnTo>
                  <a:lnTo>
                    <a:pt x="804520" y="4762005"/>
                  </a:lnTo>
                  <a:lnTo>
                    <a:pt x="804678" y="4762005"/>
                  </a:lnTo>
                  <a:lnTo>
                    <a:pt x="804836" y="4762005"/>
                  </a:lnTo>
                  <a:lnTo>
                    <a:pt x="804836" y="4761574"/>
                  </a:lnTo>
                  <a:lnTo>
                    <a:pt x="804994" y="4761574"/>
                  </a:lnTo>
                  <a:lnTo>
                    <a:pt x="804994" y="4761144"/>
                  </a:lnTo>
                  <a:lnTo>
                    <a:pt x="804994" y="4760713"/>
                  </a:lnTo>
                  <a:lnTo>
                    <a:pt x="805151" y="4760713"/>
                  </a:lnTo>
                  <a:lnTo>
                    <a:pt x="805151" y="4760283"/>
                  </a:lnTo>
                  <a:lnTo>
                    <a:pt x="805151" y="4759852"/>
                  </a:lnTo>
                  <a:lnTo>
                    <a:pt x="805151" y="4759421"/>
                  </a:lnTo>
                  <a:lnTo>
                    <a:pt x="805309" y="4759421"/>
                  </a:lnTo>
                  <a:lnTo>
                    <a:pt x="805467" y="4759421"/>
                  </a:lnTo>
                  <a:lnTo>
                    <a:pt x="805467" y="4758991"/>
                  </a:lnTo>
                  <a:lnTo>
                    <a:pt x="805467" y="4758560"/>
                  </a:lnTo>
                  <a:lnTo>
                    <a:pt x="805467" y="4758130"/>
                  </a:lnTo>
                  <a:lnTo>
                    <a:pt x="805624" y="4758130"/>
                  </a:lnTo>
                  <a:lnTo>
                    <a:pt x="805782" y="4758130"/>
                  </a:lnTo>
                  <a:lnTo>
                    <a:pt x="805940" y="4758130"/>
                  </a:lnTo>
                  <a:lnTo>
                    <a:pt x="806098" y="4758130"/>
                  </a:lnTo>
                  <a:lnTo>
                    <a:pt x="806098" y="4757699"/>
                  </a:lnTo>
                  <a:lnTo>
                    <a:pt x="806255" y="4757699"/>
                  </a:lnTo>
                  <a:lnTo>
                    <a:pt x="806255" y="4757268"/>
                  </a:lnTo>
                  <a:lnTo>
                    <a:pt x="806413" y="4757268"/>
                  </a:lnTo>
                  <a:lnTo>
                    <a:pt x="806413" y="4756838"/>
                  </a:lnTo>
                  <a:lnTo>
                    <a:pt x="806571" y="4756838"/>
                  </a:lnTo>
                  <a:lnTo>
                    <a:pt x="806571" y="4756407"/>
                  </a:lnTo>
                  <a:lnTo>
                    <a:pt x="806571" y="4755977"/>
                  </a:lnTo>
                  <a:lnTo>
                    <a:pt x="806728" y="4755977"/>
                  </a:lnTo>
                  <a:lnTo>
                    <a:pt x="806886" y="4755977"/>
                  </a:lnTo>
                  <a:lnTo>
                    <a:pt x="807044" y="4755977"/>
                  </a:lnTo>
                  <a:lnTo>
                    <a:pt x="807044" y="4755546"/>
                  </a:lnTo>
                  <a:lnTo>
                    <a:pt x="807202" y="4755546"/>
                  </a:lnTo>
                  <a:lnTo>
                    <a:pt x="807202" y="4755115"/>
                  </a:lnTo>
                  <a:lnTo>
                    <a:pt x="807202" y="4754685"/>
                  </a:lnTo>
                  <a:lnTo>
                    <a:pt x="807202" y="4754254"/>
                  </a:lnTo>
                  <a:lnTo>
                    <a:pt x="807359" y="4754254"/>
                  </a:lnTo>
                  <a:lnTo>
                    <a:pt x="807517" y="4754254"/>
                  </a:lnTo>
                  <a:lnTo>
                    <a:pt x="807675" y="4754254"/>
                  </a:lnTo>
                  <a:lnTo>
                    <a:pt x="807675" y="4753824"/>
                  </a:lnTo>
                  <a:lnTo>
                    <a:pt x="807675" y="4753393"/>
                  </a:lnTo>
                  <a:lnTo>
                    <a:pt x="807833" y="4753393"/>
                  </a:lnTo>
                  <a:lnTo>
                    <a:pt x="807990" y="4753393"/>
                  </a:lnTo>
                  <a:lnTo>
                    <a:pt x="808148" y="4753393"/>
                  </a:lnTo>
                  <a:lnTo>
                    <a:pt x="808306" y="4753393"/>
                  </a:lnTo>
                  <a:lnTo>
                    <a:pt x="808306" y="4752962"/>
                  </a:lnTo>
                  <a:lnTo>
                    <a:pt x="808306" y="4752532"/>
                  </a:lnTo>
                  <a:lnTo>
                    <a:pt x="808306" y="4752101"/>
                  </a:lnTo>
                  <a:lnTo>
                    <a:pt x="808463" y="4752101"/>
                  </a:lnTo>
                  <a:lnTo>
                    <a:pt x="808621" y="4752101"/>
                  </a:lnTo>
                  <a:lnTo>
                    <a:pt x="808779" y="4752101"/>
                  </a:lnTo>
                  <a:lnTo>
                    <a:pt x="808779" y="4751671"/>
                  </a:lnTo>
                  <a:lnTo>
                    <a:pt x="808937" y="4751671"/>
                  </a:lnTo>
                  <a:lnTo>
                    <a:pt x="809094" y="4751671"/>
                  </a:lnTo>
                  <a:lnTo>
                    <a:pt x="809252" y="4751671"/>
                  </a:lnTo>
                  <a:lnTo>
                    <a:pt x="809410" y="4751671"/>
                  </a:lnTo>
                  <a:lnTo>
                    <a:pt x="809567" y="4751671"/>
                  </a:lnTo>
                  <a:lnTo>
                    <a:pt x="809567" y="4751240"/>
                  </a:lnTo>
                  <a:lnTo>
                    <a:pt x="809567" y="4750809"/>
                  </a:lnTo>
                  <a:lnTo>
                    <a:pt x="809725" y="4750809"/>
                  </a:lnTo>
                  <a:lnTo>
                    <a:pt x="809883" y="4750809"/>
                  </a:lnTo>
                  <a:lnTo>
                    <a:pt x="810041" y="4750809"/>
                  </a:lnTo>
                  <a:lnTo>
                    <a:pt x="810198" y="4750809"/>
                  </a:lnTo>
                  <a:lnTo>
                    <a:pt x="810356" y="4750809"/>
                  </a:lnTo>
                  <a:lnTo>
                    <a:pt x="810356" y="4750379"/>
                  </a:lnTo>
                  <a:lnTo>
                    <a:pt x="810514" y="4750379"/>
                  </a:lnTo>
                  <a:lnTo>
                    <a:pt x="810514" y="4749948"/>
                  </a:lnTo>
                  <a:lnTo>
                    <a:pt x="810514" y="4749518"/>
                  </a:lnTo>
                  <a:lnTo>
                    <a:pt x="810671" y="4749518"/>
                  </a:lnTo>
                  <a:lnTo>
                    <a:pt x="810829" y="4749518"/>
                  </a:lnTo>
                  <a:lnTo>
                    <a:pt x="810829" y="4749087"/>
                  </a:lnTo>
                  <a:lnTo>
                    <a:pt x="810987" y="4749087"/>
                  </a:lnTo>
                  <a:lnTo>
                    <a:pt x="811145" y="4749087"/>
                  </a:lnTo>
                  <a:lnTo>
                    <a:pt x="811302" y="4749087"/>
                  </a:lnTo>
                  <a:lnTo>
                    <a:pt x="811302" y="4748656"/>
                  </a:lnTo>
                  <a:lnTo>
                    <a:pt x="811460" y="4748656"/>
                  </a:lnTo>
                  <a:lnTo>
                    <a:pt x="811618" y="4748656"/>
                  </a:lnTo>
                  <a:lnTo>
                    <a:pt x="811618" y="4748226"/>
                  </a:lnTo>
                  <a:lnTo>
                    <a:pt x="811775" y="4748226"/>
                  </a:lnTo>
                  <a:lnTo>
                    <a:pt x="811933" y="4748226"/>
                  </a:lnTo>
                  <a:lnTo>
                    <a:pt x="812091" y="4748226"/>
                  </a:lnTo>
                  <a:lnTo>
                    <a:pt x="812249" y="4748226"/>
                  </a:lnTo>
                  <a:lnTo>
                    <a:pt x="812249" y="4747795"/>
                  </a:lnTo>
                  <a:lnTo>
                    <a:pt x="812249" y="4747365"/>
                  </a:lnTo>
                  <a:lnTo>
                    <a:pt x="812249" y="4746934"/>
                  </a:lnTo>
                  <a:lnTo>
                    <a:pt x="812249" y="4746503"/>
                  </a:lnTo>
                  <a:lnTo>
                    <a:pt x="812406" y="4746503"/>
                  </a:lnTo>
                  <a:lnTo>
                    <a:pt x="812406" y="4746073"/>
                  </a:lnTo>
                  <a:lnTo>
                    <a:pt x="812564" y="4746073"/>
                  </a:lnTo>
                  <a:lnTo>
                    <a:pt x="812722" y="4746073"/>
                  </a:lnTo>
                  <a:lnTo>
                    <a:pt x="812880" y="4746073"/>
                  </a:lnTo>
                  <a:lnTo>
                    <a:pt x="812880" y="4745642"/>
                  </a:lnTo>
                  <a:lnTo>
                    <a:pt x="813037" y="4745642"/>
                  </a:lnTo>
                  <a:lnTo>
                    <a:pt x="813037" y="4745212"/>
                  </a:lnTo>
                  <a:lnTo>
                    <a:pt x="813195" y="4745212"/>
                  </a:lnTo>
                  <a:lnTo>
                    <a:pt x="813353" y="4745212"/>
                  </a:lnTo>
                  <a:lnTo>
                    <a:pt x="813510" y="4745212"/>
                  </a:lnTo>
                  <a:lnTo>
                    <a:pt x="813510" y="4744781"/>
                  </a:lnTo>
                  <a:lnTo>
                    <a:pt x="813668" y="4744781"/>
                  </a:lnTo>
                  <a:lnTo>
                    <a:pt x="813826" y="4744781"/>
                  </a:lnTo>
                  <a:lnTo>
                    <a:pt x="813984" y="4744781"/>
                  </a:lnTo>
                  <a:lnTo>
                    <a:pt x="813984" y="4744350"/>
                  </a:lnTo>
                  <a:lnTo>
                    <a:pt x="814141" y="4744350"/>
                  </a:lnTo>
                  <a:lnTo>
                    <a:pt x="814299" y="4744350"/>
                  </a:lnTo>
                  <a:lnTo>
                    <a:pt x="814457" y="4744350"/>
                  </a:lnTo>
                  <a:lnTo>
                    <a:pt x="814614" y="4744350"/>
                  </a:lnTo>
                  <a:lnTo>
                    <a:pt x="814772" y="4744350"/>
                  </a:lnTo>
                  <a:lnTo>
                    <a:pt x="814930" y="4744350"/>
                  </a:lnTo>
                  <a:lnTo>
                    <a:pt x="815088" y="4744350"/>
                  </a:lnTo>
                  <a:lnTo>
                    <a:pt x="815088" y="4743920"/>
                  </a:lnTo>
                  <a:lnTo>
                    <a:pt x="815245" y="4743920"/>
                  </a:lnTo>
                  <a:lnTo>
                    <a:pt x="815403" y="4743920"/>
                  </a:lnTo>
                  <a:lnTo>
                    <a:pt x="815561" y="4743920"/>
                  </a:lnTo>
                  <a:lnTo>
                    <a:pt x="815718" y="4743920"/>
                  </a:lnTo>
                  <a:lnTo>
                    <a:pt x="815876" y="4743920"/>
                  </a:lnTo>
                  <a:lnTo>
                    <a:pt x="815876" y="4743489"/>
                  </a:lnTo>
                  <a:lnTo>
                    <a:pt x="816034" y="4743489"/>
                  </a:lnTo>
                  <a:lnTo>
                    <a:pt x="816192" y="4743489"/>
                  </a:lnTo>
                  <a:lnTo>
                    <a:pt x="816349" y="4743489"/>
                  </a:lnTo>
                  <a:lnTo>
                    <a:pt x="816507" y="4743489"/>
                  </a:lnTo>
                  <a:lnTo>
                    <a:pt x="816665" y="4743489"/>
                  </a:lnTo>
                  <a:lnTo>
                    <a:pt x="816822" y="4743489"/>
                  </a:lnTo>
                  <a:lnTo>
                    <a:pt x="816980" y="4743489"/>
                  </a:lnTo>
                  <a:lnTo>
                    <a:pt x="816980" y="4743059"/>
                  </a:lnTo>
                  <a:lnTo>
                    <a:pt x="817138" y="4743059"/>
                  </a:lnTo>
                  <a:lnTo>
                    <a:pt x="817138" y="4742628"/>
                  </a:lnTo>
                  <a:lnTo>
                    <a:pt x="817138" y="4742197"/>
                  </a:lnTo>
                  <a:lnTo>
                    <a:pt x="817138" y="4741767"/>
                  </a:lnTo>
                  <a:lnTo>
                    <a:pt x="817296" y="4741767"/>
                  </a:lnTo>
                  <a:lnTo>
                    <a:pt x="817453" y="4741767"/>
                  </a:lnTo>
                  <a:lnTo>
                    <a:pt x="817611" y="4741767"/>
                  </a:lnTo>
                  <a:lnTo>
                    <a:pt x="817769" y="4741767"/>
                  </a:lnTo>
                  <a:lnTo>
                    <a:pt x="817769" y="4741336"/>
                  </a:lnTo>
                  <a:lnTo>
                    <a:pt x="817926" y="4741336"/>
                  </a:lnTo>
                  <a:lnTo>
                    <a:pt x="817926" y="4740906"/>
                  </a:lnTo>
                  <a:lnTo>
                    <a:pt x="817926" y="4740475"/>
                  </a:lnTo>
                  <a:lnTo>
                    <a:pt x="818084" y="4740475"/>
                  </a:lnTo>
                  <a:lnTo>
                    <a:pt x="818242" y="4740475"/>
                  </a:lnTo>
                  <a:lnTo>
                    <a:pt x="818400" y="4740475"/>
                  </a:lnTo>
                  <a:lnTo>
                    <a:pt x="818557" y="4740475"/>
                  </a:lnTo>
                  <a:lnTo>
                    <a:pt x="818715" y="4740475"/>
                  </a:lnTo>
                  <a:lnTo>
                    <a:pt x="818873" y="4740475"/>
                  </a:lnTo>
                  <a:lnTo>
                    <a:pt x="819031" y="4740475"/>
                  </a:lnTo>
                  <a:lnTo>
                    <a:pt x="819031" y="4740044"/>
                  </a:lnTo>
                  <a:lnTo>
                    <a:pt x="819031" y="4739614"/>
                  </a:lnTo>
                  <a:lnTo>
                    <a:pt x="819188" y="4739614"/>
                  </a:lnTo>
                  <a:lnTo>
                    <a:pt x="819188" y="4739183"/>
                  </a:lnTo>
                  <a:lnTo>
                    <a:pt x="819346" y="4739183"/>
                  </a:lnTo>
                  <a:lnTo>
                    <a:pt x="819346" y="4738753"/>
                  </a:lnTo>
                  <a:lnTo>
                    <a:pt x="819504" y="4738753"/>
                  </a:lnTo>
                  <a:lnTo>
                    <a:pt x="819661" y="4738753"/>
                  </a:lnTo>
                  <a:lnTo>
                    <a:pt x="819661" y="4738322"/>
                  </a:lnTo>
                  <a:lnTo>
                    <a:pt x="819819" y="4738322"/>
                  </a:lnTo>
                  <a:lnTo>
                    <a:pt x="819977" y="4738322"/>
                  </a:lnTo>
                  <a:lnTo>
                    <a:pt x="820135" y="4738322"/>
                  </a:lnTo>
                  <a:lnTo>
                    <a:pt x="820135" y="4737891"/>
                  </a:lnTo>
                  <a:lnTo>
                    <a:pt x="820135" y="4737461"/>
                  </a:lnTo>
                  <a:lnTo>
                    <a:pt x="820292" y="4737461"/>
                  </a:lnTo>
                  <a:lnTo>
                    <a:pt x="820450" y="4737461"/>
                  </a:lnTo>
                  <a:lnTo>
                    <a:pt x="820608" y="4737461"/>
                  </a:lnTo>
                  <a:lnTo>
                    <a:pt x="820608" y="4737030"/>
                  </a:lnTo>
                  <a:lnTo>
                    <a:pt x="820608" y="4736600"/>
                  </a:lnTo>
                  <a:lnTo>
                    <a:pt x="820765" y="4736600"/>
                  </a:lnTo>
                  <a:lnTo>
                    <a:pt x="820765" y="4736169"/>
                  </a:lnTo>
                  <a:lnTo>
                    <a:pt x="820765" y="4735738"/>
                  </a:lnTo>
                  <a:lnTo>
                    <a:pt x="820765" y="4735308"/>
                  </a:lnTo>
                  <a:lnTo>
                    <a:pt x="820923" y="4735308"/>
                  </a:lnTo>
                  <a:lnTo>
                    <a:pt x="821081" y="4735308"/>
                  </a:lnTo>
                  <a:lnTo>
                    <a:pt x="821239" y="4735308"/>
                  </a:lnTo>
                  <a:lnTo>
                    <a:pt x="821239" y="4734877"/>
                  </a:lnTo>
                  <a:lnTo>
                    <a:pt x="821239" y="4734447"/>
                  </a:lnTo>
                  <a:lnTo>
                    <a:pt x="821396" y="4734447"/>
                  </a:lnTo>
                  <a:lnTo>
                    <a:pt x="821396" y="4734016"/>
                  </a:lnTo>
                  <a:lnTo>
                    <a:pt x="821396" y="4733585"/>
                  </a:lnTo>
                  <a:lnTo>
                    <a:pt x="821554" y="4733585"/>
                  </a:lnTo>
                  <a:lnTo>
                    <a:pt x="821712" y="4733585"/>
                  </a:lnTo>
                  <a:lnTo>
                    <a:pt x="821869" y="4733585"/>
                  </a:lnTo>
                  <a:lnTo>
                    <a:pt x="822027" y="4733585"/>
                  </a:lnTo>
                  <a:lnTo>
                    <a:pt x="822185" y="4733585"/>
                  </a:lnTo>
                  <a:lnTo>
                    <a:pt x="822343" y="4733585"/>
                  </a:lnTo>
                  <a:lnTo>
                    <a:pt x="822343" y="4733155"/>
                  </a:lnTo>
                  <a:lnTo>
                    <a:pt x="822343" y="4732724"/>
                  </a:lnTo>
                  <a:lnTo>
                    <a:pt x="822343" y="4732294"/>
                  </a:lnTo>
                  <a:lnTo>
                    <a:pt x="822500" y="4732294"/>
                  </a:lnTo>
                  <a:lnTo>
                    <a:pt x="822658" y="4732294"/>
                  </a:lnTo>
                  <a:lnTo>
                    <a:pt x="822816" y="4732294"/>
                  </a:lnTo>
                  <a:lnTo>
                    <a:pt x="822816" y="4731863"/>
                  </a:lnTo>
                  <a:lnTo>
                    <a:pt x="822973" y="4731863"/>
                  </a:lnTo>
                  <a:lnTo>
                    <a:pt x="823131" y="4731863"/>
                  </a:lnTo>
                  <a:lnTo>
                    <a:pt x="823131" y="4731432"/>
                  </a:lnTo>
                  <a:lnTo>
                    <a:pt x="823289" y="4731432"/>
                  </a:lnTo>
                  <a:lnTo>
                    <a:pt x="823289" y="4731002"/>
                  </a:lnTo>
                  <a:lnTo>
                    <a:pt x="823447" y="4731002"/>
                  </a:lnTo>
                  <a:lnTo>
                    <a:pt x="823447" y="4730571"/>
                  </a:lnTo>
                  <a:lnTo>
                    <a:pt x="823447" y="4730141"/>
                  </a:lnTo>
                  <a:lnTo>
                    <a:pt x="823447" y="4729710"/>
                  </a:lnTo>
                  <a:lnTo>
                    <a:pt x="823604" y="4729710"/>
                  </a:lnTo>
                  <a:lnTo>
                    <a:pt x="823604" y="4729279"/>
                  </a:lnTo>
                  <a:lnTo>
                    <a:pt x="823604" y="4728849"/>
                  </a:lnTo>
                  <a:lnTo>
                    <a:pt x="823604" y="4728418"/>
                  </a:lnTo>
                  <a:lnTo>
                    <a:pt x="823762" y="4728418"/>
                  </a:lnTo>
                  <a:lnTo>
                    <a:pt x="823920" y="4728418"/>
                  </a:lnTo>
                  <a:lnTo>
                    <a:pt x="824078" y="4728418"/>
                  </a:lnTo>
                  <a:lnTo>
                    <a:pt x="824235" y="4728418"/>
                  </a:lnTo>
                  <a:lnTo>
                    <a:pt x="824393" y="4728418"/>
                  </a:lnTo>
                  <a:lnTo>
                    <a:pt x="824551" y="4728418"/>
                  </a:lnTo>
                  <a:lnTo>
                    <a:pt x="824551" y="4727988"/>
                  </a:lnTo>
                  <a:lnTo>
                    <a:pt x="824551" y="4727557"/>
                  </a:lnTo>
                  <a:lnTo>
                    <a:pt x="824708" y="4727557"/>
                  </a:lnTo>
                  <a:lnTo>
                    <a:pt x="824708" y="4727126"/>
                  </a:lnTo>
                  <a:lnTo>
                    <a:pt x="824866" y="4727126"/>
                  </a:lnTo>
                  <a:lnTo>
                    <a:pt x="825024" y="4727126"/>
                  </a:lnTo>
                  <a:lnTo>
                    <a:pt x="825024" y="4726696"/>
                  </a:lnTo>
                  <a:lnTo>
                    <a:pt x="825024" y="4726265"/>
                  </a:lnTo>
                  <a:lnTo>
                    <a:pt x="825024" y="4725835"/>
                  </a:lnTo>
                  <a:lnTo>
                    <a:pt x="825024" y="4725404"/>
                  </a:lnTo>
                  <a:lnTo>
                    <a:pt x="825182" y="4725404"/>
                  </a:lnTo>
                  <a:lnTo>
                    <a:pt x="825182" y="4724973"/>
                  </a:lnTo>
                  <a:lnTo>
                    <a:pt x="825182" y="4724543"/>
                  </a:lnTo>
                  <a:lnTo>
                    <a:pt x="825339" y="4724543"/>
                  </a:lnTo>
                  <a:lnTo>
                    <a:pt x="825497" y="4724543"/>
                  </a:lnTo>
                  <a:lnTo>
                    <a:pt x="825497" y="4724112"/>
                  </a:lnTo>
                  <a:lnTo>
                    <a:pt x="825497" y="4723682"/>
                  </a:lnTo>
                  <a:lnTo>
                    <a:pt x="825655" y="4723682"/>
                  </a:lnTo>
                  <a:lnTo>
                    <a:pt x="825812" y="4723682"/>
                  </a:lnTo>
                  <a:lnTo>
                    <a:pt x="825812" y="4723251"/>
                  </a:lnTo>
                  <a:lnTo>
                    <a:pt x="825970" y="4723251"/>
                  </a:lnTo>
                  <a:lnTo>
                    <a:pt x="825970" y="4722820"/>
                  </a:lnTo>
                  <a:lnTo>
                    <a:pt x="825970" y="4722390"/>
                  </a:lnTo>
                  <a:lnTo>
                    <a:pt x="825970" y="4721959"/>
                  </a:lnTo>
                  <a:lnTo>
                    <a:pt x="825970" y="4721529"/>
                  </a:lnTo>
                  <a:lnTo>
                    <a:pt x="825970" y="4721098"/>
                  </a:lnTo>
                  <a:lnTo>
                    <a:pt x="826128" y="4721098"/>
                  </a:lnTo>
                  <a:lnTo>
                    <a:pt x="826286" y="4721098"/>
                  </a:lnTo>
                  <a:lnTo>
                    <a:pt x="826286" y="4720667"/>
                  </a:lnTo>
                  <a:lnTo>
                    <a:pt x="826286" y="4720237"/>
                  </a:lnTo>
                  <a:lnTo>
                    <a:pt x="826443" y="4720237"/>
                  </a:lnTo>
                  <a:lnTo>
                    <a:pt x="826601" y="4720237"/>
                  </a:lnTo>
                  <a:lnTo>
                    <a:pt x="826759" y="4720237"/>
                  </a:lnTo>
                  <a:lnTo>
                    <a:pt x="826916" y="4720237"/>
                  </a:lnTo>
                  <a:lnTo>
                    <a:pt x="827074" y="4720237"/>
                  </a:lnTo>
                  <a:lnTo>
                    <a:pt x="827232" y="4720237"/>
                  </a:lnTo>
                  <a:lnTo>
                    <a:pt x="827232" y="4719806"/>
                  </a:lnTo>
                  <a:lnTo>
                    <a:pt x="827390" y="4719806"/>
                  </a:lnTo>
                  <a:lnTo>
                    <a:pt x="827547" y="4719806"/>
                  </a:lnTo>
                  <a:lnTo>
                    <a:pt x="827547" y="4719376"/>
                  </a:lnTo>
                  <a:lnTo>
                    <a:pt x="827547" y="4718945"/>
                  </a:lnTo>
                  <a:lnTo>
                    <a:pt x="827547" y="4718514"/>
                  </a:lnTo>
                  <a:lnTo>
                    <a:pt x="827547" y="4718084"/>
                  </a:lnTo>
                  <a:lnTo>
                    <a:pt x="827705" y="4718084"/>
                  </a:lnTo>
                  <a:lnTo>
                    <a:pt x="827705" y="4717653"/>
                  </a:lnTo>
                  <a:lnTo>
                    <a:pt x="827863" y="4717653"/>
                  </a:lnTo>
                  <a:lnTo>
                    <a:pt x="828020" y="4717653"/>
                  </a:lnTo>
                  <a:lnTo>
                    <a:pt x="828178" y="4717653"/>
                  </a:lnTo>
                  <a:lnTo>
                    <a:pt x="828178" y="4717223"/>
                  </a:lnTo>
                  <a:lnTo>
                    <a:pt x="828336" y="4717223"/>
                  </a:lnTo>
                  <a:lnTo>
                    <a:pt x="828494" y="4717223"/>
                  </a:lnTo>
                  <a:lnTo>
                    <a:pt x="828494" y="4716792"/>
                  </a:lnTo>
                  <a:lnTo>
                    <a:pt x="828651" y="4716792"/>
                  </a:lnTo>
                  <a:lnTo>
                    <a:pt x="828809" y="4716792"/>
                  </a:lnTo>
                  <a:lnTo>
                    <a:pt x="828967" y="4716792"/>
                  </a:lnTo>
                  <a:lnTo>
                    <a:pt x="829124" y="4716792"/>
                  </a:lnTo>
                  <a:lnTo>
                    <a:pt x="829282" y="4716792"/>
                  </a:lnTo>
                  <a:lnTo>
                    <a:pt x="829282" y="4716361"/>
                  </a:lnTo>
                  <a:lnTo>
                    <a:pt x="829440" y="4716361"/>
                  </a:lnTo>
                  <a:lnTo>
                    <a:pt x="829598" y="4716361"/>
                  </a:lnTo>
                  <a:lnTo>
                    <a:pt x="829755" y="4716361"/>
                  </a:lnTo>
                  <a:lnTo>
                    <a:pt x="829755" y="4715931"/>
                  </a:lnTo>
                  <a:lnTo>
                    <a:pt x="829913" y="4715931"/>
                  </a:lnTo>
                  <a:lnTo>
                    <a:pt x="829913" y="4715500"/>
                  </a:lnTo>
                  <a:lnTo>
                    <a:pt x="829913" y="4715070"/>
                  </a:lnTo>
                  <a:lnTo>
                    <a:pt x="830071" y="4715070"/>
                  </a:lnTo>
                  <a:lnTo>
                    <a:pt x="830229" y="4715070"/>
                  </a:lnTo>
                  <a:lnTo>
                    <a:pt x="830229" y="4714639"/>
                  </a:lnTo>
                  <a:lnTo>
                    <a:pt x="830229" y="4714208"/>
                  </a:lnTo>
                  <a:lnTo>
                    <a:pt x="830386" y="4714208"/>
                  </a:lnTo>
                  <a:lnTo>
                    <a:pt x="830386" y="4713778"/>
                  </a:lnTo>
                  <a:lnTo>
                    <a:pt x="830386" y="4713347"/>
                  </a:lnTo>
                  <a:lnTo>
                    <a:pt x="830386" y="4712917"/>
                  </a:lnTo>
                  <a:lnTo>
                    <a:pt x="830386" y="4712486"/>
                  </a:lnTo>
                  <a:lnTo>
                    <a:pt x="830544" y="4712486"/>
                  </a:lnTo>
                  <a:lnTo>
                    <a:pt x="830544" y="4712055"/>
                  </a:lnTo>
                  <a:lnTo>
                    <a:pt x="830702" y="4712055"/>
                  </a:lnTo>
                  <a:lnTo>
                    <a:pt x="830702" y="4711625"/>
                  </a:lnTo>
                  <a:lnTo>
                    <a:pt x="830859" y="4711625"/>
                  </a:lnTo>
                  <a:lnTo>
                    <a:pt x="831017" y="4711625"/>
                  </a:lnTo>
                  <a:lnTo>
                    <a:pt x="831175" y="4711625"/>
                  </a:lnTo>
                  <a:lnTo>
                    <a:pt x="831175" y="4711194"/>
                  </a:lnTo>
                  <a:lnTo>
                    <a:pt x="831333" y="4711194"/>
                  </a:lnTo>
                  <a:lnTo>
                    <a:pt x="831490" y="4711194"/>
                  </a:lnTo>
                  <a:lnTo>
                    <a:pt x="831648" y="4711194"/>
                  </a:lnTo>
                  <a:lnTo>
                    <a:pt x="831806" y="4711194"/>
                  </a:lnTo>
                  <a:lnTo>
                    <a:pt x="831806" y="4710764"/>
                  </a:lnTo>
                  <a:lnTo>
                    <a:pt x="831963" y="4710764"/>
                  </a:lnTo>
                  <a:lnTo>
                    <a:pt x="832121" y="4710764"/>
                  </a:lnTo>
                  <a:lnTo>
                    <a:pt x="832279" y="4710764"/>
                  </a:lnTo>
                  <a:lnTo>
                    <a:pt x="832279" y="4710333"/>
                  </a:lnTo>
                  <a:lnTo>
                    <a:pt x="832279" y="4709902"/>
                  </a:lnTo>
                  <a:lnTo>
                    <a:pt x="832437" y="4709902"/>
                  </a:lnTo>
                  <a:lnTo>
                    <a:pt x="832437" y="4709472"/>
                  </a:lnTo>
                  <a:lnTo>
                    <a:pt x="832594" y="4709472"/>
                  </a:lnTo>
                  <a:lnTo>
                    <a:pt x="832752" y="4709472"/>
                  </a:lnTo>
                  <a:lnTo>
                    <a:pt x="832910" y="4709472"/>
                  </a:lnTo>
                  <a:lnTo>
                    <a:pt x="832910" y="4709041"/>
                  </a:lnTo>
                  <a:lnTo>
                    <a:pt x="832910" y="4708611"/>
                  </a:lnTo>
                  <a:lnTo>
                    <a:pt x="832910" y="4708180"/>
                  </a:lnTo>
                  <a:lnTo>
                    <a:pt x="833067" y="4708180"/>
                  </a:lnTo>
                  <a:lnTo>
                    <a:pt x="833225" y="4708180"/>
                  </a:lnTo>
                  <a:lnTo>
                    <a:pt x="833383" y="4708180"/>
                  </a:lnTo>
                  <a:lnTo>
                    <a:pt x="833383" y="4707749"/>
                  </a:lnTo>
                  <a:lnTo>
                    <a:pt x="833541" y="4707749"/>
                  </a:lnTo>
                  <a:lnTo>
                    <a:pt x="833698" y="4707749"/>
                  </a:lnTo>
                  <a:lnTo>
                    <a:pt x="833856" y="4707749"/>
                  </a:lnTo>
                  <a:lnTo>
                    <a:pt x="834014" y="4707749"/>
                  </a:lnTo>
                  <a:lnTo>
                    <a:pt x="834171" y="4707749"/>
                  </a:lnTo>
                  <a:lnTo>
                    <a:pt x="834171" y="4707319"/>
                  </a:lnTo>
                  <a:lnTo>
                    <a:pt x="834329" y="4707319"/>
                  </a:lnTo>
                  <a:lnTo>
                    <a:pt x="834329" y="4706888"/>
                  </a:lnTo>
                  <a:lnTo>
                    <a:pt x="834487" y="4706888"/>
                  </a:lnTo>
                  <a:lnTo>
                    <a:pt x="834487" y="4706458"/>
                  </a:lnTo>
                  <a:lnTo>
                    <a:pt x="834645" y="4706458"/>
                  </a:lnTo>
                  <a:lnTo>
                    <a:pt x="834802" y="4706458"/>
                  </a:lnTo>
                  <a:lnTo>
                    <a:pt x="834960" y="4706458"/>
                  </a:lnTo>
                  <a:lnTo>
                    <a:pt x="834960" y="4706027"/>
                  </a:lnTo>
                  <a:lnTo>
                    <a:pt x="834960" y="4705596"/>
                  </a:lnTo>
                  <a:lnTo>
                    <a:pt x="835118" y="4705596"/>
                  </a:lnTo>
                  <a:lnTo>
                    <a:pt x="835276" y="4705596"/>
                  </a:lnTo>
                  <a:lnTo>
                    <a:pt x="835433" y="4705596"/>
                  </a:lnTo>
                  <a:lnTo>
                    <a:pt x="835591" y="4705596"/>
                  </a:lnTo>
                  <a:lnTo>
                    <a:pt x="835749" y="4705596"/>
                  </a:lnTo>
                  <a:lnTo>
                    <a:pt x="835906" y="4705596"/>
                  </a:lnTo>
                  <a:lnTo>
                    <a:pt x="836064" y="4705596"/>
                  </a:lnTo>
                  <a:lnTo>
                    <a:pt x="836064" y="4705166"/>
                  </a:lnTo>
                  <a:lnTo>
                    <a:pt x="836064" y="4704735"/>
                  </a:lnTo>
                  <a:lnTo>
                    <a:pt x="836222" y="4704735"/>
                  </a:lnTo>
                  <a:lnTo>
                    <a:pt x="836380" y="4704735"/>
                  </a:lnTo>
                  <a:lnTo>
                    <a:pt x="836537" y="4704735"/>
                  </a:lnTo>
                  <a:lnTo>
                    <a:pt x="836695" y="4704735"/>
                  </a:lnTo>
                  <a:lnTo>
                    <a:pt x="836853" y="4704735"/>
                  </a:lnTo>
                  <a:lnTo>
                    <a:pt x="837010" y="4704735"/>
                  </a:lnTo>
                  <a:lnTo>
                    <a:pt x="837168" y="4704735"/>
                  </a:lnTo>
                  <a:lnTo>
                    <a:pt x="837168" y="4704305"/>
                  </a:lnTo>
                  <a:lnTo>
                    <a:pt x="837326" y="4704305"/>
                  </a:lnTo>
                  <a:lnTo>
                    <a:pt x="837484" y="4704305"/>
                  </a:lnTo>
                  <a:lnTo>
                    <a:pt x="837484" y="4703874"/>
                  </a:lnTo>
                  <a:lnTo>
                    <a:pt x="837641" y="4703874"/>
                  </a:lnTo>
                  <a:lnTo>
                    <a:pt x="837799" y="4703874"/>
                  </a:lnTo>
                  <a:lnTo>
                    <a:pt x="837957" y="4703874"/>
                  </a:lnTo>
                  <a:lnTo>
                    <a:pt x="838114" y="4703874"/>
                  </a:lnTo>
                  <a:lnTo>
                    <a:pt x="838114" y="4703443"/>
                  </a:lnTo>
                  <a:lnTo>
                    <a:pt x="838272" y="4703443"/>
                  </a:lnTo>
                  <a:lnTo>
                    <a:pt x="838430" y="4703443"/>
                  </a:lnTo>
                  <a:lnTo>
                    <a:pt x="838588" y="4703443"/>
                  </a:lnTo>
                  <a:lnTo>
                    <a:pt x="838745" y="4703443"/>
                  </a:lnTo>
                  <a:lnTo>
                    <a:pt x="838903" y="4703443"/>
                  </a:lnTo>
                  <a:lnTo>
                    <a:pt x="839061" y="4703443"/>
                  </a:lnTo>
                  <a:lnTo>
                    <a:pt x="839218" y="4703443"/>
                  </a:lnTo>
                  <a:lnTo>
                    <a:pt x="839376" y="4703443"/>
                  </a:lnTo>
                  <a:lnTo>
                    <a:pt x="839534" y="4703443"/>
                  </a:lnTo>
                  <a:lnTo>
                    <a:pt x="839692" y="4703443"/>
                  </a:lnTo>
                  <a:lnTo>
                    <a:pt x="839849" y="4703443"/>
                  </a:lnTo>
                  <a:lnTo>
                    <a:pt x="840007" y="4703443"/>
                  </a:lnTo>
                  <a:lnTo>
                    <a:pt x="840165" y="4703443"/>
                  </a:lnTo>
                  <a:lnTo>
                    <a:pt x="840322" y="4703443"/>
                  </a:lnTo>
                  <a:lnTo>
                    <a:pt x="840480" y="4703443"/>
                  </a:lnTo>
                  <a:lnTo>
                    <a:pt x="840480" y="4703013"/>
                  </a:lnTo>
                  <a:lnTo>
                    <a:pt x="840638" y="4703013"/>
                  </a:lnTo>
                  <a:lnTo>
                    <a:pt x="840796" y="4703013"/>
                  </a:lnTo>
                  <a:lnTo>
                    <a:pt x="840796" y="4702582"/>
                  </a:lnTo>
                  <a:lnTo>
                    <a:pt x="840796" y="4702152"/>
                  </a:lnTo>
                  <a:lnTo>
                    <a:pt x="840953" y="4702152"/>
                  </a:lnTo>
                  <a:lnTo>
                    <a:pt x="840953" y="4701721"/>
                  </a:lnTo>
                  <a:lnTo>
                    <a:pt x="841111" y="4701721"/>
                  </a:lnTo>
                  <a:lnTo>
                    <a:pt x="841269" y="4701721"/>
                  </a:lnTo>
                  <a:lnTo>
                    <a:pt x="841427" y="4701721"/>
                  </a:lnTo>
                  <a:lnTo>
                    <a:pt x="841427" y="4701290"/>
                  </a:lnTo>
                  <a:lnTo>
                    <a:pt x="841427" y="4700860"/>
                  </a:lnTo>
                  <a:lnTo>
                    <a:pt x="841584" y="4700860"/>
                  </a:lnTo>
                  <a:lnTo>
                    <a:pt x="841584" y="4700429"/>
                  </a:lnTo>
                  <a:lnTo>
                    <a:pt x="841584" y="4699999"/>
                  </a:lnTo>
                  <a:lnTo>
                    <a:pt x="841742" y="4699999"/>
                  </a:lnTo>
                  <a:lnTo>
                    <a:pt x="841742" y="4699568"/>
                  </a:lnTo>
                  <a:lnTo>
                    <a:pt x="841742" y="4699137"/>
                  </a:lnTo>
                  <a:lnTo>
                    <a:pt x="841742" y="4698707"/>
                  </a:lnTo>
                  <a:lnTo>
                    <a:pt x="841742" y="4698276"/>
                  </a:lnTo>
                  <a:lnTo>
                    <a:pt x="841900" y="4698276"/>
                  </a:lnTo>
                  <a:lnTo>
                    <a:pt x="842057" y="4698276"/>
                  </a:lnTo>
                  <a:lnTo>
                    <a:pt x="842057" y="4697846"/>
                  </a:lnTo>
                  <a:lnTo>
                    <a:pt x="842057" y="4697415"/>
                  </a:lnTo>
                  <a:lnTo>
                    <a:pt x="842215" y="4697415"/>
                  </a:lnTo>
                  <a:lnTo>
                    <a:pt x="842373" y="4697415"/>
                  </a:lnTo>
                  <a:lnTo>
                    <a:pt x="842373" y="4696984"/>
                  </a:lnTo>
                  <a:lnTo>
                    <a:pt x="842531" y="4696984"/>
                  </a:lnTo>
                  <a:lnTo>
                    <a:pt x="842688" y="4696984"/>
                  </a:lnTo>
                  <a:lnTo>
                    <a:pt x="842688" y="4696554"/>
                  </a:lnTo>
                  <a:lnTo>
                    <a:pt x="842688" y="4696123"/>
                  </a:lnTo>
                  <a:lnTo>
                    <a:pt x="842688" y="4695693"/>
                  </a:lnTo>
                  <a:lnTo>
                    <a:pt x="842688" y="4695262"/>
                  </a:lnTo>
                  <a:lnTo>
                    <a:pt x="842846" y="4695262"/>
                  </a:lnTo>
                  <a:lnTo>
                    <a:pt x="842846" y="4694831"/>
                  </a:lnTo>
                  <a:lnTo>
                    <a:pt x="843004" y="4694831"/>
                  </a:lnTo>
                  <a:lnTo>
                    <a:pt x="843161" y="4694831"/>
                  </a:lnTo>
                  <a:lnTo>
                    <a:pt x="843319" y="4694831"/>
                  </a:lnTo>
                  <a:lnTo>
                    <a:pt x="843477" y="4694831"/>
                  </a:lnTo>
                  <a:lnTo>
                    <a:pt x="843635" y="4694831"/>
                  </a:lnTo>
                  <a:lnTo>
                    <a:pt x="843635" y="4694401"/>
                  </a:lnTo>
                  <a:lnTo>
                    <a:pt x="843635" y="4693970"/>
                  </a:lnTo>
                  <a:lnTo>
                    <a:pt x="843792" y="4693970"/>
                  </a:lnTo>
                  <a:lnTo>
                    <a:pt x="843950" y="4693970"/>
                  </a:lnTo>
                  <a:lnTo>
                    <a:pt x="844108" y="4693970"/>
                  </a:lnTo>
                  <a:lnTo>
                    <a:pt x="844265" y="4693970"/>
                  </a:lnTo>
                  <a:lnTo>
                    <a:pt x="844265" y="4693540"/>
                  </a:lnTo>
                  <a:lnTo>
                    <a:pt x="844423" y="4693540"/>
                  </a:lnTo>
                  <a:lnTo>
                    <a:pt x="844423" y="4693109"/>
                  </a:lnTo>
                  <a:lnTo>
                    <a:pt x="844423" y="4692678"/>
                  </a:lnTo>
                  <a:lnTo>
                    <a:pt x="844423" y="4692248"/>
                  </a:lnTo>
                  <a:lnTo>
                    <a:pt x="844581" y="4692248"/>
                  </a:lnTo>
                  <a:lnTo>
                    <a:pt x="844581" y="4691817"/>
                  </a:lnTo>
                  <a:lnTo>
                    <a:pt x="844739" y="4691817"/>
                  </a:lnTo>
                  <a:lnTo>
                    <a:pt x="844896" y="4691817"/>
                  </a:lnTo>
                  <a:lnTo>
                    <a:pt x="845054" y="4691817"/>
                  </a:lnTo>
                  <a:lnTo>
                    <a:pt x="845212" y="4691817"/>
                  </a:lnTo>
                  <a:lnTo>
                    <a:pt x="845369" y="4691817"/>
                  </a:lnTo>
                  <a:lnTo>
                    <a:pt x="845527" y="4691817"/>
                  </a:lnTo>
                  <a:lnTo>
                    <a:pt x="845685" y="4691817"/>
                  </a:lnTo>
                  <a:lnTo>
                    <a:pt x="845685" y="4691387"/>
                  </a:lnTo>
                  <a:lnTo>
                    <a:pt x="845685" y="4690956"/>
                  </a:lnTo>
                  <a:lnTo>
                    <a:pt x="845843" y="4690956"/>
                  </a:lnTo>
                  <a:lnTo>
                    <a:pt x="846000" y="4690956"/>
                  </a:lnTo>
                  <a:lnTo>
                    <a:pt x="846158" y="4690956"/>
                  </a:lnTo>
                  <a:lnTo>
                    <a:pt x="846158" y="4690525"/>
                  </a:lnTo>
                  <a:lnTo>
                    <a:pt x="846316" y="4690525"/>
                  </a:lnTo>
                  <a:lnTo>
                    <a:pt x="846473" y="4690525"/>
                  </a:lnTo>
                  <a:lnTo>
                    <a:pt x="846631" y="4690525"/>
                  </a:lnTo>
                  <a:lnTo>
                    <a:pt x="846789" y="4690525"/>
                  </a:lnTo>
                  <a:lnTo>
                    <a:pt x="846947" y="4690525"/>
                  </a:lnTo>
                  <a:lnTo>
                    <a:pt x="846947" y="4690095"/>
                  </a:lnTo>
                  <a:lnTo>
                    <a:pt x="847104" y="4690095"/>
                  </a:lnTo>
                  <a:lnTo>
                    <a:pt x="847104" y="4689664"/>
                  </a:lnTo>
                  <a:lnTo>
                    <a:pt x="847104" y="4689234"/>
                  </a:lnTo>
                  <a:lnTo>
                    <a:pt x="847104" y="4688803"/>
                  </a:lnTo>
                  <a:lnTo>
                    <a:pt x="847262" y="4688803"/>
                  </a:lnTo>
                  <a:lnTo>
                    <a:pt x="847262" y="4688372"/>
                  </a:lnTo>
                  <a:lnTo>
                    <a:pt x="847262" y="4687942"/>
                  </a:lnTo>
                  <a:lnTo>
                    <a:pt x="847420" y="4687942"/>
                  </a:lnTo>
                  <a:lnTo>
                    <a:pt x="847578" y="4687942"/>
                  </a:lnTo>
                  <a:lnTo>
                    <a:pt x="847578" y="4687511"/>
                  </a:lnTo>
                  <a:lnTo>
                    <a:pt x="847735" y="4687511"/>
                  </a:lnTo>
                  <a:lnTo>
                    <a:pt x="847893" y="4687511"/>
                  </a:lnTo>
                  <a:lnTo>
                    <a:pt x="847893" y="4687081"/>
                  </a:lnTo>
                  <a:lnTo>
                    <a:pt x="848051" y="4687081"/>
                  </a:lnTo>
                  <a:lnTo>
                    <a:pt x="848051" y="4686650"/>
                  </a:lnTo>
                  <a:lnTo>
                    <a:pt x="848208" y="4686650"/>
                  </a:lnTo>
                  <a:lnTo>
                    <a:pt x="848366" y="4686650"/>
                  </a:lnTo>
                  <a:lnTo>
                    <a:pt x="848366" y="4686219"/>
                  </a:lnTo>
                  <a:lnTo>
                    <a:pt x="848366" y="4685789"/>
                  </a:lnTo>
                  <a:lnTo>
                    <a:pt x="848366" y="4685358"/>
                  </a:lnTo>
                  <a:lnTo>
                    <a:pt x="848366" y="4684928"/>
                  </a:lnTo>
                  <a:lnTo>
                    <a:pt x="848366" y="4684497"/>
                  </a:lnTo>
                  <a:lnTo>
                    <a:pt x="848524" y="4684497"/>
                  </a:lnTo>
                  <a:lnTo>
                    <a:pt x="848682" y="4684497"/>
                  </a:lnTo>
                  <a:lnTo>
                    <a:pt x="848682" y="4684066"/>
                  </a:lnTo>
                  <a:lnTo>
                    <a:pt x="848839" y="4684066"/>
                  </a:lnTo>
                  <a:lnTo>
                    <a:pt x="848839" y="4683636"/>
                  </a:lnTo>
                  <a:lnTo>
                    <a:pt x="848997" y="4683636"/>
                  </a:lnTo>
                  <a:lnTo>
                    <a:pt x="849155" y="4683636"/>
                  </a:lnTo>
                  <a:lnTo>
                    <a:pt x="849312" y="4683636"/>
                  </a:lnTo>
                  <a:lnTo>
                    <a:pt x="849470" y="4683636"/>
                  </a:lnTo>
                  <a:lnTo>
                    <a:pt x="849470" y="4683205"/>
                  </a:lnTo>
                  <a:lnTo>
                    <a:pt x="849628" y="4683205"/>
                  </a:lnTo>
                  <a:lnTo>
                    <a:pt x="849786" y="4683205"/>
                  </a:lnTo>
                  <a:lnTo>
                    <a:pt x="849943" y="4683205"/>
                  </a:lnTo>
                  <a:lnTo>
                    <a:pt x="849943" y="4682775"/>
                  </a:lnTo>
                  <a:lnTo>
                    <a:pt x="849943" y="4682344"/>
                  </a:lnTo>
                  <a:lnTo>
                    <a:pt x="850101" y="4682344"/>
                  </a:lnTo>
                  <a:lnTo>
                    <a:pt x="850259" y="4682344"/>
                  </a:lnTo>
                  <a:lnTo>
                    <a:pt x="850416" y="4682344"/>
                  </a:lnTo>
                  <a:lnTo>
                    <a:pt x="850574" y="4682344"/>
                  </a:lnTo>
                  <a:lnTo>
                    <a:pt x="850574" y="4681913"/>
                  </a:lnTo>
                  <a:lnTo>
                    <a:pt x="850732" y="4681913"/>
                  </a:lnTo>
                  <a:lnTo>
                    <a:pt x="850732" y="4681483"/>
                  </a:lnTo>
                  <a:lnTo>
                    <a:pt x="850890" y="4681483"/>
                  </a:lnTo>
                  <a:lnTo>
                    <a:pt x="851047" y="4681483"/>
                  </a:lnTo>
                  <a:lnTo>
                    <a:pt x="851205" y="4681483"/>
                  </a:lnTo>
                  <a:lnTo>
                    <a:pt x="851363" y="4681483"/>
                  </a:lnTo>
                  <a:lnTo>
                    <a:pt x="851520" y="4681483"/>
                  </a:lnTo>
                  <a:lnTo>
                    <a:pt x="851520" y="4681052"/>
                  </a:lnTo>
                  <a:lnTo>
                    <a:pt x="851678" y="4681052"/>
                  </a:lnTo>
                  <a:lnTo>
                    <a:pt x="851836" y="4681052"/>
                  </a:lnTo>
                  <a:lnTo>
                    <a:pt x="851994" y="4681052"/>
                  </a:lnTo>
                  <a:lnTo>
                    <a:pt x="852151" y="4681052"/>
                  </a:lnTo>
                  <a:lnTo>
                    <a:pt x="852151" y="4680622"/>
                  </a:lnTo>
                  <a:lnTo>
                    <a:pt x="852309" y="4680622"/>
                  </a:lnTo>
                  <a:lnTo>
                    <a:pt x="852309" y="4680191"/>
                  </a:lnTo>
                  <a:lnTo>
                    <a:pt x="852467" y="4680191"/>
                  </a:lnTo>
                  <a:lnTo>
                    <a:pt x="852625" y="4680191"/>
                  </a:lnTo>
                  <a:lnTo>
                    <a:pt x="852782" y="4680191"/>
                  </a:lnTo>
                  <a:lnTo>
                    <a:pt x="852940" y="4680191"/>
                  </a:lnTo>
                  <a:lnTo>
                    <a:pt x="853098" y="4680191"/>
                  </a:lnTo>
                  <a:lnTo>
                    <a:pt x="853098" y="4679760"/>
                  </a:lnTo>
                  <a:lnTo>
                    <a:pt x="853255" y="4679760"/>
                  </a:lnTo>
                  <a:lnTo>
                    <a:pt x="853413" y="4679760"/>
                  </a:lnTo>
                  <a:lnTo>
                    <a:pt x="853571" y="4679760"/>
                  </a:lnTo>
                  <a:lnTo>
                    <a:pt x="853571" y="4679330"/>
                  </a:lnTo>
                  <a:lnTo>
                    <a:pt x="853571" y="4678899"/>
                  </a:lnTo>
                  <a:lnTo>
                    <a:pt x="853571" y="4678469"/>
                  </a:lnTo>
                  <a:lnTo>
                    <a:pt x="853729" y="4678469"/>
                  </a:lnTo>
                  <a:lnTo>
                    <a:pt x="853886" y="4678469"/>
                  </a:lnTo>
                  <a:lnTo>
                    <a:pt x="854044" y="4678469"/>
                  </a:lnTo>
                  <a:lnTo>
                    <a:pt x="854202" y="4678469"/>
                  </a:lnTo>
                  <a:lnTo>
                    <a:pt x="854202" y="4678038"/>
                  </a:lnTo>
                  <a:lnTo>
                    <a:pt x="854202" y="4677607"/>
                  </a:lnTo>
                  <a:lnTo>
                    <a:pt x="854202" y="4677177"/>
                  </a:lnTo>
                  <a:lnTo>
                    <a:pt x="854359" y="4677177"/>
                  </a:lnTo>
                  <a:lnTo>
                    <a:pt x="854517" y="4677177"/>
                  </a:lnTo>
                  <a:lnTo>
                    <a:pt x="854675" y="4677177"/>
                  </a:lnTo>
                  <a:lnTo>
                    <a:pt x="854833" y="4677177"/>
                  </a:lnTo>
                  <a:lnTo>
                    <a:pt x="854990" y="4677177"/>
                  </a:lnTo>
                  <a:lnTo>
                    <a:pt x="855148" y="4677177"/>
                  </a:lnTo>
                  <a:lnTo>
                    <a:pt x="855148" y="4676746"/>
                  </a:lnTo>
                  <a:lnTo>
                    <a:pt x="855306" y="4676746"/>
                  </a:lnTo>
                  <a:lnTo>
                    <a:pt x="855463" y="4676746"/>
                  </a:lnTo>
                  <a:lnTo>
                    <a:pt x="855621" y="4676746"/>
                  </a:lnTo>
                  <a:lnTo>
                    <a:pt x="855621" y="4676316"/>
                  </a:lnTo>
                  <a:lnTo>
                    <a:pt x="855779" y="4676316"/>
                  </a:lnTo>
                  <a:lnTo>
                    <a:pt x="855937" y="4676316"/>
                  </a:lnTo>
                  <a:lnTo>
                    <a:pt x="855937" y="4675885"/>
                  </a:lnTo>
                  <a:lnTo>
                    <a:pt x="856094" y="4675885"/>
                  </a:lnTo>
                  <a:lnTo>
                    <a:pt x="856252" y="4675885"/>
                  </a:lnTo>
                  <a:lnTo>
                    <a:pt x="856410" y="4675885"/>
                  </a:lnTo>
                  <a:lnTo>
                    <a:pt x="856410" y="4675454"/>
                  </a:lnTo>
                  <a:lnTo>
                    <a:pt x="856567" y="4675454"/>
                  </a:lnTo>
                  <a:lnTo>
                    <a:pt x="856567" y="4675024"/>
                  </a:lnTo>
                  <a:lnTo>
                    <a:pt x="856567" y="4674593"/>
                  </a:lnTo>
                  <a:lnTo>
                    <a:pt x="856725" y="4674593"/>
                  </a:lnTo>
                  <a:lnTo>
                    <a:pt x="856883" y="4674593"/>
                  </a:lnTo>
                  <a:lnTo>
                    <a:pt x="856883" y="4674163"/>
                  </a:lnTo>
                  <a:lnTo>
                    <a:pt x="856883" y="4673732"/>
                  </a:lnTo>
                  <a:lnTo>
                    <a:pt x="857041" y="4673732"/>
                  </a:lnTo>
                  <a:lnTo>
                    <a:pt x="857198" y="4673732"/>
                  </a:lnTo>
                  <a:lnTo>
                    <a:pt x="857198" y="4673301"/>
                  </a:lnTo>
                  <a:lnTo>
                    <a:pt x="857356" y="4673301"/>
                  </a:lnTo>
                  <a:lnTo>
                    <a:pt x="857514" y="4673301"/>
                  </a:lnTo>
                  <a:lnTo>
                    <a:pt x="857671" y="4673301"/>
                  </a:lnTo>
                  <a:lnTo>
                    <a:pt x="857671" y="4672871"/>
                  </a:lnTo>
                  <a:lnTo>
                    <a:pt x="857829" y="4672871"/>
                  </a:lnTo>
                  <a:lnTo>
                    <a:pt x="857829" y="4672440"/>
                  </a:lnTo>
                  <a:lnTo>
                    <a:pt x="857829" y="4672010"/>
                  </a:lnTo>
                  <a:lnTo>
                    <a:pt x="857987" y="4672010"/>
                  </a:lnTo>
                  <a:lnTo>
                    <a:pt x="858145" y="4672010"/>
                  </a:lnTo>
                  <a:lnTo>
                    <a:pt x="858145" y="4671579"/>
                  </a:lnTo>
                  <a:lnTo>
                    <a:pt x="858302" y="4671579"/>
                  </a:lnTo>
                  <a:lnTo>
                    <a:pt x="858302" y="4671148"/>
                  </a:lnTo>
                  <a:lnTo>
                    <a:pt x="858460" y="4671148"/>
                  </a:lnTo>
                  <a:lnTo>
                    <a:pt x="858618" y="4671148"/>
                  </a:lnTo>
                  <a:lnTo>
                    <a:pt x="858776" y="4671148"/>
                  </a:lnTo>
                  <a:lnTo>
                    <a:pt x="858933" y="4671148"/>
                  </a:lnTo>
                  <a:lnTo>
                    <a:pt x="859091" y="4671148"/>
                  </a:lnTo>
                  <a:lnTo>
                    <a:pt x="859249" y="4671148"/>
                  </a:lnTo>
                  <a:lnTo>
                    <a:pt x="859406" y="4671148"/>
                  </a:lnTo>
                  <a:lnTo>
                    <a:pt x="859564" y="4671148"/>
                  </a:lnTo>
                  <a:lnTo>
                    <a:pt x="859564" y="4670718"/>
                  </a:lnTo>
                  <a:lnTo>
                    <a:pt x="859722" y="4670718"/>
                  </a:lnTo>
                  <a:lnTo>
                    <a:pt x="859722" y="4670287"/>
                  </a:lnTo>
                  <a:lnTo>
                    <a:pt x="859722" y="4669857"/>
                  </a:lnTo>
                  <a:lnTo>
                    <a:pt x="859880" y="4669857"/>
                  </a:lnTo>
                  <a:lnTo>
                    <a:pt x="860037" y="4669857"/>
                  </a:lnTo>
                  <a:lnTo>
                    <a:pt x="860195" y="4669857"/>
                  </a:lnTo>
                  <a:lnTo>
                    <a:pt x="860195" y="4669426"/>
                  </a:lnTo>
                  <a:lnTo>
                    <a:pt x="860353" y="4669426"/>
                  </a:lnTo>
                  <a:lnTo>
                    <a:pt x="860353" y="4668995"/>
                  </a:lnTo>
                  <a:lnTo>
                    <a:pt x="860510" y="4668995"/>
                  </a:lnTo>
                  <a:lnTo>
                    <a:pt x="860668" y="4668995"/>
                  </a:lnTo>
                  <a:lnTo>
                    <a:pt x="860668" y="4668565"/>
                  </a:lnTo>
                  <a:lnTo>
                    <a:pt x="860826" y="4668565"/>
                  </a:lnTo>
                  <a:lnTo>
                    <a:pt x="860826" y="4668134"/>
                  </a:lnTo>
                  <a:lnTo>
                    <a:pt x="860984" y="4668134"/>
                  </a:lnTo>
                  <a:lnTo>
                    <a:pt x="860984" y="4667704"/>
                  </a:lnTo>
                  <a:lnTo>
                    <a:pt x="861141" y="4667704"/>
                  </a:lnTo>
                  <a:lnTo>
                    <a:pt x="861299" y="4667704"/>
                  </a:lnTo>
                  <a:lnTo>
                    <a:pt x="861457" y="4667704"/>
                  </a:lnTo>
                  <a:lnTo>
                    <a:pt x="861457" y="4667273"/>
                  </a:lnTo>
                  <a:lnTo>
                    <a:pt x="861457" y="4666842"/>
                  </a:lnTo>
                  <a:lnTo>
                    <a:pt x="861457" y="4666412"/>
                  </a:lnTo>
                  <a:lnTo>
                    <a:pt x="861614" y="4666412"/>
                  </a:lnTo>
                  <a:lnTo>
                    <a:pt x="861772" y="4666412"/>
                  </a:lnTo>
                  <a:lnTo>
                    <a:pt x="861772" y="4665981"/>
                  </a:lnTo>
                  <a:lnTo>
                    <a:pt x="861930" y="4665981"/>
                  </a:lnTo>
                  <a:lnTo>
                    <a:pt x="861930" y="4665551"/>
                  </a:lnTo>
                  <a:lnTo>
                    <a:pt x="861930" y="4665120"/>
                  </a:lnTo>
                  <a:lnTo>
                    <a:pt x="862088" y="4665120"/>
                  </a:lnTo>
                  <a:lnTo>
                    <a:pt x="862245" y="4665120"/>
                  </a:lnTo>
                  <a:lnTo>
                    <a:pt x="862403" y="4665120"/>
                  </a:lnTo>
                  <a:lnTo>
                    <a:pt x="862561" y="4665120"/>
                  </a:lnTo>
                  <a:lnTo>
                    <a:pt x="862718" y="4665120"/>
                  </a:lnTo>
                  <a:lnTo>
                    <a:pt x="862876" y="4665120"/>
                  </a:lnTo>
                  <a:lnTo>
                    <a:pt x="862876" y="4664689"/>
                  </a:lnTo>
                  <a:lnTo>
                    <a:pt x="863034" y="4664689"/>
                  </a:lnTo>
                  <a:lnTo>
                    <a:pt x="863192" y="4664689"/>
                  </a:lnTo>
                  <a:lnTo>
                    <a:pt x="863349" y="4664689"/>
                  </a:lnTo>
                  <a:lnTo>
                    <a:pt x="863349" y="4664259"/>
                  </a:lnTo>
                  <a:lnTo>
                    <a:pt x="863349" y="4663828"/>
                  </a:lnTo>
                  <a:lnTo>
                    <a:pt x="863507" y="4663828"/>
                  </a:lnTo>
                  <a:lnTo>
                    <a:pt x="863507" y="4663398"/>
                  </a:lnTo>
                  <a:lnTo>
                    <a:pt x="863507" y="4662967"/>
                  </a:lnTo>
                  <a:lnTo>
                    <a:pt x="863665" y="4662967"/>
                  </a:lnTo>
                  <a:lnTo>
                    <a:pt x="863823" y="4662967"/>
                  </a:lnTo>
                  <a:lnTo>
                    <a:pt x="863980" y="4662967"/>
                  </a:lnTo>
                  <a:lnTo>
                    <a:pt x="863980" y="4662536"/>
                  </a:lnTo>
                  <a:lnTo>
                    <a:pt x="863980" y="4662106"/>
                  </a:lnTo>
                  <a:lnTo>
                    <a:pt x="864138" y="4662106"/>
                  </a:lnTo>
                  <a:lnTo>
                    <a:pt x="864138" y="4661675"/>
                  </a:lnTo>
                  <a:lnTo>
                    <a:pt x="864138" y="4661245"/>
                  </a:lnTo>
                  <a:lnTo>
                    <a:pt x="864296" y="4661245"/>
                  </a:lnTo>
                  <a:lnTo>
                    <a:pt x="864296" y="4660814"/>
                  </a:lnTo>
                  <a:lnTo>
                    <a:pt x="864296" y="4660383"/>
                  </a:lnTo>
                  <a:lnTo>
                    <a:pt x="864453" y="4660383"/>
                  </a:lnTo>
                  <a:lnTo>
                    <a:pt x="864453" y="4659953"/>
                  </a:lnTo>
                  <a:lnTo>
                    <a:pt x="864611" y="4659953"/>
                  </a:lnTo>
                  <a:lnTo>
                    <a:pt x="864769" y="4659953"/>
                  </a:lnTo>
                  <a:lnTo>
                    <a:pt x="864927" y="4659953"/>
                  </a:lnTo>
                  <a:lnTo>
                    <a:pt x="865084" y="4659953"/>
                  </a:lnTo>
                  <a:lnTo>
                    <a:pt x="865084" y="4659522"/>
                  </a:lnTo>
                  <a:lnTo>
                    <a:pt x="865084" y="4659092"/>
                  </a:lnTo>
                  <a:lnTo>
                    <a:pt x="865242" y="4659092"/>
                  </a:lnTo>
                  <a:lnTo>
                    <a:pt x="865242" y="4658661"/>
                  </a:lnTo>
                  <a:lnTo>
                    <a:pt x="865400" y="4658661"/>
                  </a:lnTo>
                  <a:lnTo>
                    <a:pt x="865400" y="4658230"/>
                  </a:lnTo>
                  <a:lnTo>
                    <a:pt x="865557" y="4658230"/>
                  </a:lnTo>
                  <a:lnTo>
                    <a:pt x="865557" y="4657800"/>
                  </a:lnTo>
                  <a:lnTo>
                    <a:pt x="865715" y="4657800"/>
                  </a:lnTo>
                  <a:lnTo>
                    <a:pt x="865873" y="4657800"/>
                  </a:lnTo>
                  <a:lnTo>
                    <a:pt x="865873" y="4657369"/>
                  </a:lnTo>
                  <a:lnTo>
                    <a:pt x="866031" y="4657369"/>
                  </a:lnTo>
                  <a:lnTo>
                    <a:pt x="866031" y="4656939"/>
                  </a:lnTo>
                  <a:lnTo>
                    <a:pt x="866188" y="4656939"/>
                  </a:lnTo>
                  <a:lnTo>
                    <a:pt x="866346" y="4656939"/>
                  </a:lnTo>
                  <a:lnTo>
                    <a:pt x="866346" y="4656508"/>
                  </a:lnTo>
                  <a:lnTo>
                    <a:pt x="866346" y="4656077"/>
                  </a:lnTo>
                  <a:lnTo>
                    <a:pt x="866504" y="4656077"/>
                  </a:lnTo>
                  <a:lnTo>
                    <a:pt x="866661" y="4656077"/>
                  </a:lnTo>
                  <a:lnTo>
                    <a:pt x="866819" y="4656077"/>
                  </a:lnTo>
                  <a:lnTo>
                    <a:pt x="866977" y="4656077"/>
                  </a:lnTo>
                  <a:lnTo>
                    <a:pt x="867135" y="4656077"/>
                  </a:lnTo>
                  <a:lnTo>
                    <a:pt x="867292" y="4656077"/>
                  </a:lnTo>
                  <a:lnTo>
                    <a:pt x="867292" y="4655647"/>
                  </a:lnTo>
                  <a:lnTo>
                    <a:pt x="867450" y="4655647"/>
                  </a:lnTo>
                  <a:lnTo>
                    <a:pt x="867608" y="4655647"/>
                  </a:lnTo>
                  <a:lnTo>
                    <a:pt x="867765" y="4655647"/>
                  </a:lnTo>
                  <a:lnTo>
                    <a:pt x="867765" y="4655216"/>
                  </a:lnTo>
                  <a:lnTo>
                    <a:pt x="867765" y="4654786"/>
                  </a:lnTo>
                  <a:lnTo>
                    <a:pt x="867923" y="4654786"/>
                  </a:lnTo>
                  <a:lnTo>
                    <a:pt x="868081" y="4654786"/>
                  </a:lnTo>
                  <a:lnTo>
                    <a:pt x="868081" y="4654355"/>
                  </a:lnTo>
                  <a:lnTo>
                    <a:pt x="868081" y="4653924"/>
                  </a:lnTo>
                  <a:lnTo>
                    <a:pt x="868239" y="4653924"/>
                  </a:lnTo>
                  <a:lnTo>
                    <a:pt x="868396" y="4653924"/>
                  </a:lnTo>
                  <a:lnTo>
                    <a:pt x="868396" y="4653494"/>
                  </a:lnTo>
                  <a:lnTo>
                    <a:pt x="868396" y="4653063"/>
                  </a:lnTo>
                  <a:lnTo>
                    <a:pt x="868554" y="4653063"/>
                  </a:lnTo>
                  <a:lnTo>
                    <a:pt x="868712" y="4653063"/>
                  </a:lnTo>
                  <a:lnTo>
                    <a:pt x="868712" y="4652633"/>
                  </a:lnTo>
                  <a:lnTo>
                    <a:pt x="868869" y="4652633"/>
                  </a:lnTo>
                  <a:lnTo>
                    <a:pt x="869027" y="4652633"/>
                  </a:lnTo>
                  <a:lnTo>
                    <a:pt x="869027" y="4652202"/>
                  </a:lnTo>
                  <a:lnTo>
                    <a:pt x="869185" y="4652202"/>
                  </a:lnTo>
                  <a:lnTo>
                    <a:pt x="869343" y="4652202"/>
                  </a:lnTo>
                  <a:lnTo>
                    <a:pt x="869500" y="4652202"/>
                  </a:lnTo>
                  <a:lnTo>
                    <a:pt x="869658" y="4652202"/>
                  </a:lnTo>
                  <a:lnTo>
                    <a:pt x="869658" y="4651771"/>
                  </a:lnTo>
                  <a:lnTo>
                    <a:pt x="869816" y="4651771"/>
                  </a:lnTo>
                  <a:lnTo>
                    <a:pt x="869816" y="4651341"/>
                  </a:lnTo>
                  <a:lnTo>
                    <a:pt x="869974" y="4651341"/>
                  </a:lnTo>
                  <a:lnTo>
                    <a:pt x="869974" y="4650910"/>
                  </a:lnTo>
                  <a:lnTo>
                    <a:pt x="870131" y="4650910"/>
                  </a:lnTo>
                  <a:lnTo>
                    <a:pt x="870289" y="4650910"/>
                  </a:lnTo>
                  <a:lnTo>
                    <a:pt x="870289" y="4650480"/>
                  </a:lnTo>
                  <a:lnTo>
                    <a:pt x="870289" y="4650049"/>
                  </a:lnTo>
                  <a:lnTo>
                    <a:pt x="870447" y="4650049"/>
                  </a:lnTo>
                  <a:lnTo>
                    <a:pt x="870447" y="4649618"/>
                  </a:lnTo>
                  <a:lnTo>
                    <a:pt x="870604" y="4649618"/>
                  </a:lnTo>
                  <a:lnTo>
                    <a:pt x="870762" y="4649618"/>
                  </a:lnTo>
                  <a:lnTo>
                    <a:pt x="870920" y="4649618"/>
                  </a:lnTo>
                  <a:lnTo>
                    <a:pt x="870920" y="4649188"/>
                  </a:lnTo>
                  <a:lnTo>
                    <a:pt x="870920" y="4648757"/>
                  </a:lnTo>
                  <a:lnTo>
                    <a:pt x="871078" y="4648757"/>
                  </a:lnTo>
                  <a:lnTo>
                    <a:pt x="871078" y="4648327"/>
                  </a:lnTo>
                  <a:lnTo>
                    <a:pt x="871235" y="4648327"/>
                  </a:lnTo>
                  <a:lnTo>
                    <a:pt x="871235" y="4647896"/>
                  </a:lnTo>
                  <a:lnTo>
                    <a:pt x="871235" y="4647465"/>
                  </a:lnTo>
                  <a:lnTo>
                    <a:pt x="871393" y="4647465"/>
                  </a:lnTo>
                  <a:lnTo>
                    <a:pt x="871393" y="4647035"/>
                  </a:lnTo>
                  <a:lnTo>
                    <a:pt x="871551" y="4647035"/>
                  </a:lnTo>
                  <a:lnTo>
                    <a:pt x="871708" y="4647035"/>
                  </a:lnTo>
                  <a:lnTo>
                    <a:pt x="871866" y="4647035"/>
                  </a:lnTo>
                  <a:lnTo>
                    <a:pt x="872024" y="4647035"/>
                  </a:lnTo>
                  <a:lnTo>
                    <a:pt x="872024" y="4646604"/>
                  </a:lnTo>
                  <a:lnTo>
                    <a:pt x="872024" y="4646174"/>
                  </a:lnTo>
                  <a:lnTo>
                    <a:pt x="872182" y="4646174"/>
                  </a:lnTo>
                  <a:lnTo>
                    <a:pt x="872339" y="4646174"/>
                  </a:lnTo>
                  <a:lnTo>
                    <a:pt x="872339" y="4645743"/>
                  </a:lnTo>
                  <a:lnTo>
                    <a:pt x="872497" y="4645743"/>
                  </a:lnTo>
                  <a:lnTo>
                    <a:pt x="872655" y="4645743"/>
                  </a:lnTo>
                  <a:lnTo>
                    <a:pt x="872655" y="4645312"/>
                  </a:lnTo>
                  <a:lnTo>
                    <a:pt x="872812" y="4645312"/>
                  </a:lnTo>
                  <a:lnTo>
                    <a:pt x="872970" y="4645312"/>
                  </a:lnTo>
                  <a:lnTo>
                    <a:pt x="873128" y="4645312"/>
                  </a:lnTo>
                  <a:lnTo>
                    <a:pt x="873286" y="4645312"/>
                  </a:lnTo>
                  <a:lnTo>
                    <a:pt x="873443" y="4645312"/>
                  </a:lnTo>
                  <a:lnTo>
                    <a:pt x="873601" y="4645312"/>
                  </a:lnTo>
                  <a:lnTo>
                    <a:pt x="873601" y="4644882"/>
                  </a:lnTo>
                  <a:lnTo>
                    <a:pt x="873759" y="4644882"/>
                  </a:lnTo>
                  <a:lnTo>
                    <a:pt x="873916" y="4644882"/>
                  </a:lnTo>
                  <a:lnTo>
                    <a:pt x="874074" y="4644882"/>
                  </a:lnTo>
                  <a:lnTo>
                    <a:pt x="874232" y="4644882"/>
                  </a:lnTo>
                  <a:lnTo>
                    <a:pt x="874390" y="4644882"/>
                  </a:lnTo>
                  <a:lnTo>
                    <a:pt x="874547" y="4644882"/>
                  </a:lnTo>
                  <a:lnTo>
                    <a:pt x="874705" y="4644882"/>
                  </a:lnTo>
                  <a:lnTo>
                    <a:pt x="874863" y="4644882"/>
                  </a:lnTo>
                  <a:lnTo>
                    <a:pt x="874863" y="4644451"/>
                  </a:lnTo>
                  <a:lnTo>
                    <a:pt x="875021" y="4644451"/>
                  </a:lnTo>
                  <a:lnTo>
                    <a:pt x="875021" y="4644021"/>
                  </a:lnTo>
                  <a:lnTo>
                    <a:pt x="875178" y="4644021"/>
                  </a:lnTo>
                  <a:lnTo>
                    <a:pt x="875178" y="4643590"/>
                  </a:lnTo>
                  <a:lnTo>
                    <a:pt x="875178" y="4643159"/>
                  </a:lnTo>
                  <a:lnTo>
                    <a:pt x="875178" y="4642729"/>
                  </a:lnTo>
                  <a:lnTo>
                    <a:pt x="875178" y="4642298"/>
                  </a:lnTo>
                  <a:lnTo>
                    <a:pt x="875336" y="4642298"/>
                  </a:lnTo>
                  <a:lnTo>
                    <a:pt x="875494" y="4642298"/>
                  </a:lnTo>
                  <a:lnTo>
                    <a:pt x="875494" y="4641868"/>
                  </a:lnTo>
                  <a:lnTo>
                    <a:pt x="875651" y="4641868"/>
                  </a:lnTo>
                  <a:lnTo>
                    <a:pt x="875809" y="4641868"/>
                  </a:lnTo>
                  <a:lnTo>
                    <a:pt x="875809" y="4641437"/>
                  </a:lnTo>
                  <a:lnTo>
                    <a:pt x="875809" y="4641006"/>
                  </a:lnTo>
                  <a:lnTo>
                    <a:pt x="875809" y="4640576"/>
                  </a:lnTo>
                  <a:lnTo>
                    <a:pt x="875967" y="4640576"/>
                  </a:lnTo>
                  <a:lnTo>
                    <a:pt x="876125" y="4640576"/>
                  </a:lnTo>
                  <a:lnTo>
                    <a:pt x="876282" y="4640576"/>
                  </a:lnTo>
                  <a:lnTo>
                    <a:pt x="876440" y="4640576"/>
                  </a:lnTo>
                  <a:lnTo>
                    <a:pt x="876598" y="4640576"/>
                  </a:lnTo>
                  <a:lnTo>
                    <a:pt x="876755" y="4640576"/>
                  </a:lnTo>
                  <a:lnTo>
                    <a:pt x="876755" y="4640145"/>
                  </a:lnTo>
                  <a:lnTo>
                    <a:pt x="876913" y="4640145"/>
                  </a:lnTo>
                  <a:lnTo>
                    <a:pt x="876913" y="4639715"/>
                  </a:lnTo>
                  <a:lnTo>
                    <a:pt x="876913" y="4639284"/>
                  </a:lnTo>
                  <a:lnTo>
                    <a:pt x="877071" y="4639284"/>
                  </a:lnTo>
                  <a:lnTo>
                    <a:pt x="877229" y="4639284"/>
                  </a:lnTo>
                  <a:lnTo>
                    <a:pt x="877229" y="4638853"/>
                  </a:lnTo>
                  <a:lnTo>
                    <a:pt x="877386" y="4638853"/>
                  </a:lnTo>
                  <a:lnTo>
                    <a:pt x="877386" y="4638423"/>
                  </a:lnTo>
                  <a:lnTo>
                    <a:pt x="877386" y="4637992"/>
                  </a:lnTo>
                  <a:lnTo>
                    <a:pt x="877544" y="4637992"/>
                  </a:lnTo>
                  <a:lnTo>
                    <a:pt x="877702" y="4637992"/>
                  </a:lnTo>
                  <a:lnTo>
                    <a:pt x="877702" y="4637562"/>
                  </a:lnTo>
                  <a:lnTo>
                    <a:pt x="877859" y="4637562"/>
                  </a:lnTo>
                  <a:lnTo>
                    <a:pt x="878017" y="4637562"/>
                  </a:lnTo>
                  <a:lnTo>
                    <a:pt x="878017" y="4637131"/>
                  </a:lnTo>
                  <a:lnTo>
                    <a:pt x="878175" y="4637131"/>
                  </a:lnTo>
                  <a:lnTo>
                    <a:pt x="878333" y="4637131"/>
                  </a:lnTo>
                  <a:lnTo>
                    <a:pt x="878333" y="4636700"/>
                  </a:lnTo>
                  <a:lnTo>
                    <a:pt x="878490" y="4636700"/>
                  </a:lnTo>
                  <a:lnTo>
                    <a:pt x="878648" y="4636700"/>
                  </a:lnTo>
                  <a:lnTo>
                    <a:pt x="878806" y="4636700"/>
                  </a:lnTo>
                  <a:lnTo>
                    <a:pt x="878963" y="4636700"/>
                  </a:lnTo>
                  <a:lnTo>
                    <a:pt x="879121" y="4636700"/>
                  </a:lnTo>
                  <a:lnTo>
                    <a:pt x="879279" y="4636700"/>
                  </a:lnTo>
                  <a:lnTo>
                    <a:pt x="879279" y="4636270"/>
                  </a:lnTo>
                  <a:lnTo>
                    <a:pt x="879437" y="4636270"/>
                  </a:lnTo>
                  <a:lnTo>
                    <a:pt x="879594" y="4636270"/>
                  </a:lnTo>
                  <a:lnTo>
                    <a:pt x="879594" y="4635839"/>
                  </a:lnTo>
                  <a:lnTo>
                    <a:pt x="879594" y="4635409"/>
                  </a:lnTo>
                  <a:lnTo>
                    <a:pt x="879752" y="4635409"/>
                  </a:lnTo>
                  <a:lnTo>
                    <a:pt x="879910" y="4635409"/>
                  </a:lnTo>
                  <a:lnTo>
                    <a:pt x="880067" y="4635409"/>
                  </a:lnTo>
                  <a:lnTo>
                    <a:pt x="880225" y="4635409"/>
                  </a:lnTo>
                  <a:lnTo>
                    <a:pt x="880225" y="4634978"/>
                  </a:lnTo>
                  <a:lnTo>
                    <a:pt x="880383" y="4634978"/>
                  </a:lnTo>
                  <a:lnTo>
                    <a:pt x="880383" y="4634547"/>
                  </a:lnTo>
                  <a:lnTo>
                    <a:pt x="880541" y="4634547"/>
                  </a:lnTo>
                  <a:lnTo>
                    <a:pt x="880698" y="4634547"/>
                  </a:lnTo>
                  <a:lnTo>
                    <a:pt x="880856" y="4634547"/>
                  </a:lnTo>
                  <a:lnTo>
                    <a:pt x="881014" y="4634547"/>
                  </a:lnTo>
                  <a:lnTo>
                    <a:pt x="881014" y="4634117"/>
                  </a:lnTo>
                  <a:lnTo>
                    <a:pt x="881172" y="4634117"/>
                  </a:lnTo>
                  <a:lnTo>
                    <a:pt x="881329" y="4634117"/>
                  </a:lnTo>
                  <a:lnTo>
                    <a:pt x="881329" y="4633686"/>
                  </a:lnTo>
                  <a:lnTo>
                    <a:pt x="881329" y="4633256"/>
                  </a:lnTo>
                  <a:lnTo>
                    <a:pt x="881487" y="4633256"/>
                  </a:lnTo>
                  <a:lnTo>
                    <a:pt x="881645" y="4633256"/>
                  </a:lnTo>
                  <a:lnTo>
                    <a:pt x="881645" y="4632825"/>
                  </a:lnTo>
                  <a:lnTo>
                    <a:pt x="881645" y="4632394"/>
                  </a:lnTo>
                  <a:lnTo>
                    <a:pt x="881802" y="4632394"/>
                  </a:lnTo>
                  <a:lnTo>
                    <a:pt x="881802" y="4631964"/>
                  </a:lnTo>
                  <a:lnTo>
                    <a:pt x="881960" y="4631964"/>
                  </a:lnTo>
                  <a:lnTo>
                    <a:pt x="882118" y="4631964"/>
                  </a:lnTo>
                  <a:lnTo>
                    <a:pt x="882118" y="4631533"/>
                  </a:lnTo>
                  <a:lnTo>
                    <a:pt x="882276" y="4631533"/>
                  </a:lnTo>
                  <a:lnTo>
                    <a:pt x="882433" y="4631533"/>
                  </a:lnTo>
                  <a:lnTo>
                    <a:pt x="882591" y="4631533"/>
                  </a:lnTo>
                  <a:lnTo>
                    <a:pt x="882749" y="4631533"/>
                  </a:lnTo>
                  <a:lnTo>
                    <a:pt x="882906" y="4631533"/>
                  </a:lnTo>
                  <a:lnTo>
                    <a:pt x="883064" y="4631533"/>
                  </a:lnTo>
                  <a:lnTo>
                    <a:pt x="883222" y="4631533"/>
                  </a:lnTo>
                  <a:lnTo>
                    <a:pt x="883222" y="4631103"/>
                  </a:lnTo>
                  <a:lnTo>
                    <a:pt x="883380" y="4631103"/>
                  </a:lnTo>
                  <a:lnTo>
                    <a:pt x="883537" y="4631103"/>
                  </a:lnTo>
                  <a:lnTo>
                    <a:pt x="883695" y="4631103"/>
                  </a:lnTo>
                  <a:lnTo>
                    <a:pt x="883695" y="4630672"/>
                  </a:lnTo>
                  <a:lnTo>
                    <a:pt x="883853" y="4630672"/>
                  </a:lnTo>
                  <a:lnTo>
                    <a:pt x="883853" y="4630241"/>
                  </a:lnTo>
                  <a:lnTo>
                    <a:pt x="883853" y="4629811"/>
                  </a:lnTo>
                  <a:lnTo>
                    <a:pt x="884010" y="4629811"/>
                  </a:lnTo>
                  <a:lnTo>
                    <a:pt x="884168" y="4629811"/>
                  </a:lnTo>
                  <a:lnTo>
                    <a:pt x="884326" y="4629811"/>
                  </a:lnTo>
                  <a:lnTo>
                    <a:pt x="884484" y="4629811"/>
                  </a:lnTo>
                  <a:lnTo>
                    <a:pt x="884484" y="4629380"/>
                  </a:lnTo>
                  <a:lnTo>
                    <a:pt x="884484" y="4628950"/>
                  </a:lnTo>
                  <a:lnTo>
                    <a:pt x="884641" y="4628950"/>
                  </a:lnTo>
                  <a:lnTo>
                    <a:pt x="884799" y="4628950"/>
                  </a:lnTo>
                  <a:lnTo>
                    <a:pt x="884799" y="4628519"/>
                  </a:lnTo>
                  <a:lnTo>
                    <a:pt x="884957" y="4628519"/>
                  </a:lnTo>
                  <a:lnTo>
                    <a:pt x="884957" y="4628088"/>
                  </a:lnTo>
                  <a:lnTo>
                    <a:pt x="885114" y="4628088"/>
                  </a:lnTo>
                  <a:lnTo>
                    <a:pt x="885272" y="4628088"/>
                  </a:lnTo>
                  <a:lnTo>
                    <a:pt x="885272" y="4627658"/>
                  </a:lnTo>
                  <a:lnTo>
                    <a:pt x="885430" y="4627658"/>
                  </a:lnTo>
                  <a:lnTo>
                    <a:pt x="885588" y="4627658"/>
                  </a:lnTo>
                  <a:lnTo>
                    <a:pt x="885745" y="4627658"/>
                  </a:lnTo>
                  <a:lnTo>
                    <a:pt x="885745" y="4627227"/>
                  </a:lnTo>
                  <a:lnTo>
                    <a:pt x="885903" y="4627227"/>
                  </a:lnTo>
                  <a:lnTo>
                    <a:pt x="886061" y="4627227"/>
                  </a:lnTo>
                  <a:lnTo>
                    <a:pt x="886219" y="4627227"/>
                  </a:lnTo>
                  <a:lnTo>
                    <a:pt x="886376" y="4627227"/>
                  </a:lnTo>
                  <a:lnTo>
                    <a:pt x="886534" y="4627227"/>
                  </a:lnTo>
                  <a:lnTo>
                    <a:pt x="886692" y="4627227"/>
                  </a:lnTo>
                  <a:lnTo>
                    <a:pt x="886849" y="4627227"/>
                  </a:lnTo>
                  <a:lnTo>
                    <a:pt x="886849" y="4626797"/>
                  </a:lnTo>
                  <a:lnTo>
                    <a:pt x="886849" y="4626366"/>
                  </a:lnTo>
                  <a:lnTo>
                    <a:pt x="887007" y="4626366"/>
                  </a:lnTo>
                  <a:lnTo>
                    <a:pt x="887007" y="4625935"/>
                  </a:lnTo>
                  <a:lnTo>
                    <a:pt x="887165" y="4625935"/>
                  </a:lnTo>
                  <a:lnTo>
                    <a:pt x="887323" y="4625935"/>
                  </a:lnTo>
                  <a:lnTo>
                    <a:pt x="887480" y="4625935"/>
                  </a:lnTo>
                  <a:lnTo>
                    <a:pt x="887638" y="4625935"/>
                  </a:lnTo>
                  <a:lnTo>
                    <a:pt x="887796" y="4625935"/>
                  </a:lnTo>
                  <a:lnTo>
                    <a:pt x="887953" y="4625935"/>
                  </a:lnTo>
                  <a:lnTo>
                    <a:pt x="887953" y="4625505"/>
                  </a:lnTo>
                  <a:lnTo>
                    <a:pt x="888111" y="4625505"/>
                  </a:lnTo>
                  <a:lnTo>
                    <a:pt x="888269" y="4625505"/>
                  </a:lnTo>
                  <a:lnTo>
                    <a:pt x="888269" y="4625074"/>
                  </a:lnTo>
                  <a:lnTo>
                    <a:pt x="888427" y="4625074"/>
                  </a:lnTo>
                  <a:lnTo>
                    <a:pt x="888584" y="4625074"/>
                  </a:lnTo>
                  <a:lnTo>
                    <a:pt x="888584" y="4624644"/>
                  </a:lnTo>
                  <a:lnTo>
                    <a:pt x="888742" y="4624644"/>
                  </a:lnTo>
                  <a:lnTo>
                    <a:pt x="888900" y="4624644"/>
                  </a:lnTo>
                  <a:lnTo>
                    <a:pt x="889057" y="4624644"/>
                  </a:lnTo>
                  <a:lnTo>
                    <a:pt x="889215" y="4624644"/>
                  </a:lnTo>
                  <a:lnTo>
                    <a:pt x="889373" y="4624644"/>
                  </a:lnTo>
                  <a:lnTo>
                    <a:pt x="889373" y="4624213"/>
                  </a:lnTo>
                  <a:lnTo>
                    <a:pt x="889531" y="4624213"/>
                  </a:lnTo>
                  <a:lnTo>
                    <a:pt x="889688" y="4624213"/>
                  </a:lnTo>
                  <a:lnTo>
                    <a:pt x="889688" y="4623782"/>
                  </a:lnTo>
                  <a:lnTo>
                    <a:pt x="889846" y="4623782"/>
                  </a:lnTo>
                  <a:lnTo>
                    <a:pt x="890004" y="4623782"/>
                  </a:lnTo>
                  <a:lnTo>
                    <a:pt x="890161" y="4623782"/>
                  </a:lnTo>
                  <a:lnTo>
                    <a:pt x="890161" y="4623352"/>
                  </a:lnTo>
                  <a:lnTo>
                    <a:pt x="890319" y="4623352"/>
                  </a:lnTo>
                  <a:lnTo>
                    <a:pt x="890477" y="4623352"/>
                  </a:lnTo>
                  <a:lnTo>
                    <a:pt x="890635" y="4623352"/>
                  </a:lnTo>
                  <a:lnTo>
                    <a:pt x="890792" y="4623352"/>
                  </a:lnTo>
                  <a:lnTo>
                    <a:pt x="890950" y="4623352"/>
                  </a:lnTo>
                  <a:lnTo>
                    <a:pt x="891108" y="4623352"/>
                  </a:lnTo>
                  <a:lnTo>
                    <a:pt x="891108" y="4622921"/>
                  </a:lnTo>
                  <a:lnTo>
                    <a:pt x="891265" y="4622921"/>
                  </a:lnTo>
                  <a:lnTo>
                    <a:pt x="891265" y="4622491"/>
                  </a:lnTo>
                  <a:lnTo>
                    <a:pt x="891423" y="4622491"/>
                  </a:lnTo>
                  <a:lnTo>
                    <a:pt x="891423" y="4622060"/>
                  </a:lnTo>
                  <a:lnTo>
                    <a:pt x="891423" y="4621629"/>
                  </a:lnTo>
                  <a:lnTo>
                    <a:pt x="891581" y="4621629"/>
                  </a:lnTo>
                  <a:lnTo>
                    <a:pt x="891581" y="4621199"/>
                  </a:lnTo>
                  <a:lnTo>
                    <a:pt x="891739" y="4621199"/>
                  </a:lnTo>
                  <a:lnTo>
                    <a:pt x="891739" y="4620768"/>
                  </a:lnTo>
                  <a:lnTo>
                    <a:pt x="891896" y="4620768"/>
                  </a:lnTo>
                  <a:lnTo>
                    <a:pt x="892054" y="4620768"/>
                  </a:lnTo>
                  <a:lnTo>
                    <a:pt x="892212" y="4620768"/>
                  </a:lnTo>
                  <a:lnTo>
                    <a:pt x="892370" y="4620768"/>
                  </a:lnTo>
                  <a:lnTo>
                    <a:pt x="892527" y="4620768"/>
                  </a:lnTo>
                  <a:lnTo>
                    <a:pt x="892527" y="4620338"/>
                  </a:lnTo>
                  <a:lnTo>
                    <a:pt x="892685" y="4620338"/>
                  </a:lnTo>
                  <a:lnTo>
                    <a:pt x="892843" y="4620338"/>
                  </a:lnTo>
                  <a:lnTo>
                    <a:pt x="893000" y="4620338"/>
                  </a:lnTo>
                  <a:lnTo>
                    <a:pt x="893158" y="4620338"/>
                  </a:lnTo>
                  <a:lnTo>
                    <a:pt x="893316" y="4620338"/>
                  </a:lnTo>
                  <a:lnTo>
                    <a:pt x="893474" y="4620338"/>
                  </a:lnTo>
                  <a:lnTo>
                    <a:pt x="893631" y="4620338"/>
                  </a:lnTo>
                  <a:lnTo>
                    <a:pt x="893631" y="4619907"/>
                  </a:lnTo>
                  <a:lnTo>
                    <a:pt x="893789" y="4619907"/>
                  </a:lnTo>
                  <a:lnTo>
                    <a:pt x="893789" y="4619476"/>
                  </a:lnTo>
                  <a:lnTo>
                    <a:pt x="893789" y="4619046"/>
                  </a:lnTo>
                  <a:lnTo>
                    <a:pt x="893789" y="4618615"/>
                  </a:lnTo>
                  <a:lnTo>
                    <a:pt x="893789" y="4618185"/>
                  </a:lnTo>
                  <a:lnTo>
                    <a:pt x="893947" y="4618185"/>
                  </a:lnTo>
                  <a:lnTo>
                    <a:pt x="893947" y="4617754"/>
                  </a:lnTo>
                  <a:lnTo>
                    <a:pt x="894104" y="4617754"/>
                  </a:lnTo>
                  <a:lnTo>
                    <a:pt x="894262" y="4617754"/>
                  </a:lnTo>
                  <a:lnTo>
                    <a:pt x="894262" y="4617323"/>
                  </a:lnTo>
                  <a:lnTo>
                    <a:pt x="894262" y="4616893"/>
                  </a:lnTo>
                  <a:lnTo>
                    <a:pt x="894262" y="4616462"/>
                  </a:lnTo>
                  <a:lnTo>
                    <a:pt x="894420" y="4616462"/>
                  </a:lnTo>
                  <a:lnTo>
                    <a:pt x="894420" y="4616032"/>
                  </a:lnTo>
                  <a:lnTo>
                    <a:pt x="894578" y="4616032"/>
                  </a:lnTo>
                  <a:lnTo>
                    <a:pt x="894578" y="4615601"/>
                  </a:lnTo>
                  <a:lnTo>
                    <a:pt x="894735" y="4615601"/>
                  </a:lnTo>
                  <a:lnTo>
                    <a:pt x="894735" y="4615170"/>
                  </a:lnTo>
                  <a:lnTo>
                    <a:pt x="894735" y="4614740"/>
                  </a:lnTo>
                  <a:lnTo>
                    <a:pt x="894893" y="4614740"/>
                  </a:lnTo>
                  <a:lnTo>
                    <a:pt x="895051" y="4614740"/>
                  </a:lnTo>
                  <a:lnTo>
                    <a:pt x="895208" y="4614740"/>
                  </a:lnTo>
                  <a:lnTo>
                    <a:pt x="895366" y="4614740"/>
                  </a:lnTo>
                  <a:lnTo>
                    <a:pt x="895366" y="4614309"/>
                  </a:lnTo>
                  <a:lnTo>
                    <a:pt x="895524" y="4614309"/>
                  </a:lnTo>
                  <a:lnTo>
                    <a:pt x="895682" y="4614309"/>
                  </a:lnTo>
                  <a:lnTo>
                    <a:pt x="895839" y="4614309"/>
                  </a:lnTo>
                  <a:lnTo>
                    <a:pt x="895997" y="4614309"/>
                  </a:lnTo>
                  <a:lnTo>
                    <a:pt x="896155" y="4614309"/>
                  </a:lnTo>
                  <a:lnTo>
                    <a:pt x="896312" y="4614309"/>
                  </a:lnTo>
                  <a:lnTo>
                    <a:pt x="896470" y="4614309"/>
                  </a:lnTo>
                  <a:lnTo>
                    <a:pt x="896628" y="4614309"/>
                  </a:lnTo>
                  <a:lnTo>
                    <a:pt x="896628" y="4613879"/>
                  </a:lnTo>
                  <a:lnTo>
                    <a:pt x="896786" y="4613879"/>
                  </a:lnTo>
                  <a:lnTo>
                    <a:pt x="896943" y="4613879"/>
                  </a:lnTo>
                  <a:lnTo>
                    <a:pt x="897101" y="4613879"/>
                  </a:lnTo>
                  <a:lnTo>
                    <a:pt x="897259" y="4613879"/>
                  </a:lnTo>
                  <a:lnTo>
                    <a:pt x="897417" y="4613879"/>
                  </a:lnTo>
                  <a:lnTo>
                    <a:pt x="897417" y="4613448"/>
                  </a:lnTo>
                  <a:lnTo>
                    <a:pt x="897574" y="4613448"/>
                  </a:lnTo>
                  <a:lnTo>
                    <a:pt x="897732" y="4613448"/>
                  </a:lnTo>
                  <a:lnTo>
                    <a:pt x="897732" y="4613017"/>
                  </a:lnTo>
                  <a:lnTo>
                    <a:pt x="897732" y="4612587"/>
                  </a:lnTo>
                  <a:lnTo>
                    <a:pt x="897732" y="4612156"/>
                  </a:lnTo>
                  <a:lnTo>
                    <a:pt x="897890" y="4612156"/>
                  </a:lnTo>
                  <a:lnTo>
                    <a:pt x="897890" y="4611726"/>
                  </a:lnTo>
                  <a:lnTo>
                    <a:pt x="898047" y="4611726"/>
                  </a:lnTo>
                  <a:lnTo>
                    <a:pt x="898205" y="4611726"/>
                  </a:lnTo>
                  <a:lnTo>
                    <a:pt x="898205" y="4611295"/>
                  </a:lnTo>
                  <a:lnTo>
                    <a:pt x="898205" y="4610864"/>
                  </a:lnTo>
                  <a:lnTo>
                    <a:pt x="898363" y="4610864"/>
                  </a:lnTo>
                  <a:lnTo>
                    <a:pt x="898521" y="4610864"/>
                  </a:lnTo>
                  <a:lnTo>
                    <a:pt x="898521" y="4610434"/>
                  </a:lnTo>
                  <a:lnTo>
                    <a:pt x="898521" y="4610003"/>
                  </a:lnTo>
                  <a:lnTo>
                    <a:pt x="898521" y="4609573"/>
                  </a:lnTo>
                  <a:lnTo>
                    <a:pt x="898521" y="4609142"/>
                  </a:lnTo>
                  <a:lnTo>
                    <a:pt x="898678" y="4609142"/>
                  </a:lnTo>
                  <a:lnTo>
                    <a:pt x="898836" y="4609142"/>
                  </a:lnTo>
                  <a:lnTo>
                    <a:pt x="898994" y="4609142"/>
                  </a:lnTo>
                  <a:lnTo>
                    <a:pt x="899151" y="4609142"/>
                  </a:lnTo>
                  <a:lnTo>
                    <a:pt x="899151" y="4608711"/>
                  </a:lnTo>
                  <a:lnTo>
                    <a:pt x="899151" y="4608281"/>
                  </a:lnTo>
                  <a:lnTo>
                    <a:pt x="899309" y="4608281"/>
                  </a:lnTo>
                  <a:lnTo>
                    <a:pt x="899467" y="4608281"/>
                  </a:lnTo>
                  <a:lnTo>
                    <a:pt x="899467" y="4607850"/>
                  </a:lnTo>
                  <a:lnTo>
                    <a:pt x="899467" y="4607420"/>
                  </a:lnTo>
                  <a:lnTo>
                    <a:pt x="899467" y="4606989"/>
                  </a:lnTo>
                  <a:lnTo>
                    <a:pt x="899625" y="4606989"/>
                  </a:lnTo>
                  <a:lnTo>
                    <a:pt x="899782" y="4606989"/>
                  </a:lnTo>
                  <a:lnTo>
                    <a:pt x="899940" y="4606989"/>
                  </a:lnTo>
                  <a:lnTo>
                    <a:pt x="900098" y="4606989"/>
                  </a:lnTo>
                  <a:lnTo>
                    <a:pt x="900098" y="4606558"/>
                  </a:lnTo>
                  <a:lnTo>
                    <a:pt x="900255" y="4606558"/>
                  </a:lnTo>
                  <a:lnTo>
                    <a:pt x="900413" y="4606558"/>
                  </a:lnTo>
                  <a:lnTo>
                    <a:pt x="900571" y="4606558"/>
                  </a:lnTo>
                  <a:lnTo>
                    <a:pt x="900571" y="4606128"/>
                  </a:lnTo>
                  <a:lnTo>
                    <a:pt x="900729" y="4606128"/>
                  </a:lnTo>
                  <a:lnTo>
                    <a:pt x="900886" y="4606128"/>
                  </a:lnTo>
                  <a:lnTo>
                    <a:pt x="901044" y="4606128"/>
                  </a:lnTo>
                  <a:lnTo>
                    <a:pt x="901044" y="4605697"/>
                  </a:lnTo>
                  <a:lnTo>
                    <a:pt x="901044" y="4605267"/>
                  </a:lnTo>
                  <a:lnTo>
                    <a:pt x="901044" y="4604836"/>
                  </a:lnTo>
                  <a:lnTo>
                    <a:pt x="901202" y="4604836"/>
                  </a:lnTo>
                  <a:lnTo>
                    <a:pt x="901202" y="4604405"/>
                  </a:lnTo>
                  <a:lnTo>
                    <a:pt x="901202" y="4603975"/>
                  </a:lnTo>
                  <a:lnTo>
                    <a:pt x="901359" y="4603975"/>
                  </a:lnTo>
                  <a:lnTo>
                    <a:pt x="901517" y="4603975"/>
                  </a:lnTo>
                  <a:lnTo>
                    <a:pt x="901675" y="4603975"/>
                  </a:lnTo>
                  <a:lnTo>
                    <a:pt x="901833" y="4603975"/>
                  </a:lnTo>
                  <a:lnTo>
                    <a:pt x="901990" y="4603975"/>
                  </a:lnTo>
                  <a:lnTo>
                    <a:pt x="902148" y="4603975"/>
                  </a:lnTo>
                  <a:lnTo>
                    <a:pt x="902148" y="4603544"/>
                  </a:lnTo>
                  <a:lnTo>
                    <a:pt x="902306" y="4603544"/>
                  </a:lnTo>
                  <a:lnTo>
                    <a:pt x="902463" y="4603544"/>
                  </a:lnTo>
                  <a:lnTo>
                    <a:pt x="902463" y="4603114"/>
                  </a:lnTo>
                  <a:lnTo>
                    <a:pt x="902621" y="4603114"/>
                  </a:lnTo>
                  <a:lnTo>
                    <a:pt x="902779" y="4603114"/>
                  </a:lnTo>
                  <a:lnTo>
                    <a:pt x="902937" y="4603114"/>
                  </a:lnTo>
                  <a:lnTo>
                    <a:pt x="903094" y="4603114"/>
                  </a:lnTo>
                  <a:lnTo>
                    <a:pt x="903252" y="4603114"/>
                  </a:lnTo>
                  <a:lnTo>
                    <a:pt x="903252" y="4602683"/>
                  </a:lnTo>
                  <a:lnTo>
                    <a:pt x="903410" y="4602683"/>
                  </a:lnTo>
                  <a:lnTo>
                    <a:pt x="903410" y="4602252"/>
                  </a:lnTo>
                  <a:lnTo>
                    <a:pt x="903568" y="4602252"/>
                  </a:lnTo>
                  <a:lnTo>
                    <a:pt x="903725" y="4602252"/>
                  </a:lnTo>
                  <a:lnTo>
                    <a:pt x="903883" y="4602252"/>
                  </a:lnTo>
                  <a:lnTo>
                    <a:pt x="903883" y="4601822"/>
                  </a:lnTo>
                  <a:lnTo>
                    <a:pt x="904041" y="4601822"/>
                  </a:lnTo>
                  <a:lnTo>
                    <a:pt x="904198" y="4601822"/>
                  </a:lnTo>
                  <a:lnTo>
                    <a:pt x="904356" y="4601822"/>
                  </a:lnTo>
                  <a:lnTo>
                    <a:pt x="904514" y="4601822"/>
                  </a:lnTo>
                  <a:lnTo>
                    <a:pt x="904514" y="4601391"/>
                  </a:lnTo>
                  <a:lnTo>
                    <a:pt x="904514" y="4600961"/>
                  </a:lnTo>
                  <a:lnTo>
                    <a:pt x="904672" y="4600961"/>
                  </a:lnTo>
                  <a:lnTo>
                    <a:pt x="904672" y="4600530"/>
                  </a:lnTo>
                  <a:lnTo>
                    <a:pt x="904829" y="4600530"/>
                  </a:lnTo>
                  <a:lnTo>
                    <a:pt x="904987" y="4600530"/>
                  </a:lnTo>
                  <a:lnTo>
                    <a:pt x="905145" y="4600530"/>
                  </a:lnTo>
                  <a:lnTo>
                    <a:pt x="905302" y="4600530"/>
                  </a:lnTo>
                  <a:lnTo>
                    <a:pt x="905302" y="4600099"/>
                  </a:lnTo>
                  <a:lnTo>
                    <a:pt x="905460" y="4600099"/>
                  </a:lnTo>
                  <a:lnTo>
                    <a:pt x="905460" y="4599669"/>
                  </a:lnTo>
                  <a:lnTo>
                    <a:pt x="905618" y="4599669"/>
                  </a:lnTo>
                  <a:lnTo>
                    <a:pt x="905776" y="4599669"/>
                  </a:lnTo>
                  <a:lnTo>
                    <a:pt x="905933" y="4599669"/>
                  </a:lnTo>
                  <a:lnTo>
                    <a:pt x="905933" y="4599238"/>
                  </a:lnTo>
                  <a:lnTo>
                    <a:pt x="905933" y="4598808"/>
                  </a:lnTo>
                  <a:lnTo>
                    <a:pt x="905933" y="4598377"/>
                  </a:lnTo>
                  <a:lnTo>
                    <a:pt x="905933" y="4597946"/>
                  </a:lnTo>
                  <a:lnTo>
                    <a:pt x="906091" y="4597946"/>
                  </a:lnTo>
                  <a:lnTo>
                    <a:pt x="906091" y="4597516"/>
                  </a:lnTo>
                  <a:lnTo>
                    <a:pt x="906091" y="4597085"/>
                  </a:lnTo>
                  <a:lnTo>
                    <a:pt x="906249" y="4597085"/>
                  </a:lnTo>
                  <a:lnTo>
                    <a:pt x="906406" y="4597085"/>
                  </a:lnTo>
                  <a:lnTo>
                    <a:pt x="906406" y="4596655"/>
                  </a:lnTo>
                  <a:lnTo>
                    <a:pt x="906406" y="4596224"/>
                  </a:lnTo>
                  <a:lnTo>
                    <a:pt x="906564" y="4596224"/>
                  </a:lnTo>
                  <a:lnTo>
                    <a:pt x="906722" y="4596224"/>
                  </a:lnTo>
                  <a:lnTo>
                    <a:pt x="906722" y="4595793"/>
                  </a:lnTo>
                  <a:lnTo>
                    <a:pt x="906880" y="4595793"/>
                  </a:lnTo>
                  <a:lnTo>
                    <a:pt x="907037" y="4595793"/>
                  </a:lnTo>
                  <a:lnTo>
                    <a:pt x="907195" y="4595793"/>
                  </a:lnTo>
                  <a:lnTo>
                    <a:pt x="907195" y="4595363"/>
                  </a:lnTo>
                  <a:lnTo>
                    <a:pt x="907353" y="4595363"/>
                  </a:lnTo>
                  <a:lnTo>
                    <a:pt x="907510" y="4595363"/>
                  </a:lnTo>
                  <a:lnTo>
                    <a:pt x="907668" y="4595363"/>
                  </a:lnTo>
                  <a:lnTo>
                    <a:pt x="907668" y="4594932"/>
                  </a:lnTo>
                  <a:lnTo>
                    <a:pt x="907826" y="4594932"/>
                  </a:lnTo>
                  <a:lnTo>
                    <a:pt x="907984" y="4594932"/>
                  </a:lnTo>
                  <a:lnTo>
                    <a:pt x="908141" y="4594932"/>
                  </a:lnTo>
                  <a:lnTo>
                    <a:pt x="908299" y="4594932"/>
                  </a:lnTo>
                  <a:lnTo>
                    <a:pt x="908299" y="4594502"/>
                  </a:lnTo>
                  <a:lnTo>
                    <a:pt x="908457" y="4594502"/>
                  </a:lnTo>
                  <a:lnTo>
                    <a:pt x="908615" y="4594502"/>
                  </a:lnTo>
                  <a:lnTo>
                    <a:pt x="908772" y="4594502"/>
                  </a:lnTo>
                  <a:lnTo>
                    <a:pt x="908930" y="4594502"/>
                  </a:lnTo>
                  <a:lnTo>
                    <a:pt x="909088" y="4594502"/>
                  </a:lnTo>
                  <a:lnTo>
                    <a:pt x="909245" y="4594502"/>
                  </a:lnTo>
                  <a:lnTo>
                    <a:pt x="909403" y="4594502"/>
                  </a:lnTo>
                  <a:lnTo>
                    <a:pt x="909561" y="4594502"/>
                  </a:lnTo>
                  <a:lnTo>
                    <a:pt x="909719" y="4594502"/>
                  </a:lnTo>
                  <a:lnTo>
                    <a:pt x="909876" y="4594502"/>
                  </a:lnTo>
                  <a:lnTo>
                    <a:pt x="909876" y="4594071"/>
                  </a:lnTo>
                  <a:lnTo>
                    <a:pt x="910034" y="4594071"/>
                  </a:lnTo>
                  <a:lnTo>
                    <a:pt x="910192" y="4594071"/>
                  </a:lnTo>
                  <a:lnTo>
                    <a:pt x="910349" y="4594071"/>
                  </a:lnTo>
                  <a:lnTo>
                    <a:pt x="910507" y="4594071"/>
                  </a:lnTo>
                  <a:lnTo>
                    <a:pt x="910507" y="4593640"/>
                  </a:lnTo>
                  <a:lnTo>
                    <a:pt x="910665" y="4593640"/>
                  </a:lnTo>
                  <a:lnTo>
                    <a:pt x="910823" y="4593640"/>
                  </a:lnTo>
                  <a:lnTo>
                    <a:pt x="910980" y="4593640"/>
                  </a:lnTo>
                  <a:lnTo>
                    <a:pt x="911138" y="4593640"/>
                  </a:lnTo>
                  <a:lnTo>
                    <a:pt x="911138" y="4593210"/>
                  </a:lnTo>
                  <a:lnTo>
                    <a:pt x="911296" y="4593210"/>
                  </a:lnTo>
                  <a:lnTo>
                    <a:pt x="911453" y="4593210"/>
                  </a:lnTo>
                  <a:lnTo>
                    <a:pt x="911611" y="4593210"/>
                  </a:lnTo>
                  <a:lnTo>
                    <a:pt x="911611" y="4592779"/>
                  </a:lnTo>
                  <a:lnTo>
                    <a:pt x="911611" y="4592349"/>
                  </a:lnTo>
                  <a:lnTo>
                    <a:pt x="911769" y="4592349"/>
                  </a:lnTo>
                  <a:lnTo>
                    <a:pt x="911769" y="4591918"/>
                  </a:lnTo>
                  <a:lnTo>
                    <a:pt x="911769" y="4591487"/>
                  </a:lnTo>
                  <a:lnTo>
                    <a:pt x="911927" y="4591487"/>
                  </a:lnTo>
                  <a:lnTo>
                    <a:pt x="912084" y="4591487"/>
                  </a:lnTo>
                  <a:lnTo>
                    <a:pt x="912242" y="4591487"/>
                  </a:lnTo>
                  <a:lnTo>
                    <a:pt x="912242" y="4591057"/>
                  </a:lnTo>
                  <a:lnTo>
                    <a:pt x="912400" y="4591057"/>
                  </a:lnTo>
                  <a:lnTo>
                    <a:pt x="912400" y="4590626"/>
                  </a:lnTo>
                  <a:lnTo>
                    <a:pt x="912557" y="4590626"/>
                  </a:lnTo>
                  <a:lnTo>
                    <a:pt x="912715" y="4590626"/>
                  </a:lnTo>
                  <a:lnTo>
                    <a:pt x="912873" y="4590626"/>
                  </a:lnTo>
                  <a:lnTo>
                    <a:pt x="912873" y="4590196"/>
                  </a:lnTo>
                  <a:lnTo>
                    <a:pt x="912873" y="4589765"/>
                  </a:lnTo>
                  <a:lnTo>
                    <a:pt x="912873" y="4589334"/>
                  </a:lnTo>
                  <a:lnTo>
                    <a:pt x="913031" y="4589334"/>
                  </a:lnTo>
                  <a:lnTo>
                    <a:pt x="913188" y="4589334"/>
                  </a:lnTo>
                  <a:lnTo>
                    <a:pt x="913188" y="4588904"/>
                  </a:lnTo>
                  <a:lnTo>
                    <a:pt x="913346" y="4588904"/>
                  </a:lnTo>
                  <a:lnTo>
                    <a:pt x="913346" y="4588473"/>
                  </a:lnTo>
                  <a:lnTo>
                    <a:pt x="913504" y="4588473"/>
                  </a:lnTo>
                  <a:lnTo>
                    <a:pt x="913661" y="4588473"/>
                  </a:lnTo>
                  <a:lnTo>
                    <a:pt x="913661" y="4588043"/>
                  </a:lnTo>
                  <a:lnTo>
                    <a:pt x="913661" y="4587612"/>
                  </a:lnTo>
                  <a:lnTo>
                    <a:pt x="913819" y="4587612"/>
                  </a:lnTo>
                  <a:lnTo>
                    <a:pt x="913819" y="4587181"/>
                  </a:lnTo>
                  <a:lnTo>
                    <a:pt x="913977" y="4587181"/>
                  </a:lnTo>
                  <a:lnTo>
                    <a:pt x="914135" y="4587181"/>
                  </a:lnTo>
                  <a:lnTo>
                    <a:pt x="914135" y="4586751"/>
                  </a:lnTo>
                  <a:lnTo>
                    <a:pt x="914135" y="4586320"/>
                  </a:lnTo>
                  <a:lnTo>
                    <a:pt x="914292" y="4586320"/>
                  </a:lnTo>
                  <a:lnTo>
                    <a:pt x="914292" y="4585890"/>
                  </a:lnTo>
                  <a:lnTo>
                    <a:pt x="914450" y="4585890"/>
                  </a:lnTo>
                  <a:lnTo>
                    <a:pt x="914450" y="4585459"/>
                  </a:lnTo>
                  <a:lnTo>
                    <a:pt x="914608" y="4585459"/>
                  </a:lnTo>
                  <a:lnTo>
                    <a:pt x="914608" y="4585028"/>
                  </a:lnTo>
                  <a:lnTo>
                    <a:pt x="914608" y="4584598"/>
                  </a:lnTo>
                  <a:lnTo>
                    <a:pt x="914766" y="4584598"/>
                  </a:lnTo>
                  <a:lnTo>
                    <a:pt x="914766" y="4584167"/>
                  </a:lnTo>
                  <a:lnTo>
                    <a:pt x="914923" y="4584167"/>
                  </a:lnTo>
                  <a:lnTo>
                    <a:pt x="915081" y="4584167"/>
                  </a:lnTo>
                  <a:lnTo>
                    <a:pt x="915239" y="4584167"/>
                  </a:lnTo>
                  <a:lnTo>
                    <a:pt x="915239" y="4583737"/>
                  </a:lnTo>
                  <a:lnTo>
                    <a:pt x="915239" y="4583306"/>
                  </a:lnTo>
                  <a:lnTo>
                    <a:pt x="915396" y="4583306"/>
                  </a:lnTo>
                  <a:lnTo>
                    <a:pt x="915396" y="4582875"/>
                  </a:lnTo>
                  <a:lnTo>
                    <a:pt x="915554" y="4582875"/>
                  </a:lnTo>
                  <a:lnTo>
                    <a:pt x="915554" y="4582445"/>
                  </a:lnTo>
                  <a:lnTo>
                    <a:pt x="915554" y="4582014"/>
                  </a:lnTo>
                  <a:lnTo>
                    <a:pt x="915712" y="4582014"/>
                  </a:lnTo>
                  <a:lnTo>
                    <a:pt x="915870" y="4582014"/>
                  </a:lnTo>
                  <a:lnTo>
                    <a:pt x="915870" y="4581584"/>
                  </a:lnTo>
                  <a:lnTo>
                    <a:pt x="916027" y="4581584"/>
                  </a:lnTo>
                  <a:lnTo>
                    <a:pt x="916027" y="4581153"/>
                  </a:lnTo>
                  <a:lnTo>
                    <a:pt x="916027" y="4580722"/>
                  </a:lnTo>
                  <a:lnTo>
                    <a:pt x="916185" y="4580722"/>
                  </a:lnTo>
                  <a:lnTo>
                    <a:pt x="916343" y="4580722"/>
                  </a:lnTo>
                  <a:lnTo>
                    <a:pt x="916500" y="4580722"/>
                  </a:lnTo>
                  <a:lnTo>
                    <a:pt x="916658" y="4580722"/>
                  </a:lnTo>
                  <a:lnTo>
                    <a:pt x="916816" y="4580722"/>
                  </a:lnTo>
                  <a:lnTo>
                    <a:pt x="916974" y="4580722"/>
                  </a:lnTo>
                  <a:lnTo>
                    <a:pt x="917131" y="4580722"/>
                  </a:lnTo>
                  <a:lnTo>
                    <a:pt x="917289" y="4580722"/>
                  </a:lnTo>
                  <a:lnTo>
                    <a:pt x="917289" y="4580292"/>
                  </a:lnTo>
                  <a:lnTo>
                    <a:pt x="917289" y="4579861"/>
                  </a:lnTo>
                  <a:lnTo>
                    <a:pt x="917447" y="4579861"/>
                  </a:lnTo>
                  <a:lnTo>
                    <a:pt x="917604" y="4579861"/>
                  </a:lnTo>
                  <a:lnTo>
                    <a:pt x="917762" y="4579861"/>
                  </a:lnTo>
                  <a:lnTo>
                    <a:pt x="917920" y="4579861"/>
                  </a:lnTo>
                  <a:lnTo>
                    <a:pt x="917920" y="4579431"/>
                  </a:lnTo>
                  <a:lnTo>
                    <a:pt x="918078" y="4579431"/>
                  </a:lnTo>
                  <a:lnTo>
                    <a:pt x="918235" y="4579431"/>
                  </a:lnTo>
                  <a:lnTo>
                    <a:pt x="918393" y="4579431"/>
                  </a:lnTo>
                  <a:lnTo>
                    <a:pt x="918551" y="4579431"/>
                  </a:lnTo>
                  <a:lnTo>
                    <a:pt x="918708" y="4579431"/>
                  </a:lnTo>
                  <a:lnTo>
                    <a:pt x="918866" y="4579431"/>
                  </a:lnTo>
                  <a:lnTo>
                    <a:pt x="918866" y="4579000"/>
                  </a:lnTo>
                  <a:lnTo>
                    <a:pt x="918866" y="4578569"/>
                  </a:lnTo>
                  <a:lnTo>
                    <a:pt x="919024" y="4578569"/>
                  </a:lnTo>
                  <a:lnTo>
                    <a:pt x="919182" y="4578569"/>
                  </a:lnTo>
                  <a:lnTo>
                    <a:pt x="919339" y="4578569"/>
                  </a:lnTo>
                  <a:lnTo>
                    <a:pt x="919497" y="4578569"/>
                  </a:lnTo>
                  <a:lnTo>
                    <a:pt x="919497" y="4578139"/>
                  </a:lnTo>
                  <a:lnTo>
                    <a:pt x="919497" y="4577708"/>
                  </a:lnTo>
                  <a:lnTo>
                    <a:pt x="919655" y="4577708"/>
                  </a:lnTo>
                  <a:lnTo>
                    <a:pt x="919812" y="4577708"/>
                  </a:lnTo>
                  <a:lnTo>
                    <a:pt x="919970" y="4577708"/>
                  </a:lnTo>
                  <a:lnTo>
                    <a:pt x="920128" y="4577708"/>
                  </a:lnTo>
                  <a:lnTo>
                    <a:pt x="920286" y="4577708"/>
                  </a:lnTo>
                  <a:lnTo>
                    <a:pt x="920443" y="4577708"/>
                  </a:lnTo>
                  <a:lnTo>
                    <a:pt x="920601" y="4577708"/>
                  </a:lnTo>
                  <a:lnTo>
                    <a:pt x="920759" y="4577708"/>
                  </a:lnTo>
                  <a:lnTo>
                    <a:pt x="920917" y="4577708"/>
                  </a:lnTo>
                  <a:lnTo>
                    <a:pt x="921074" y="4577708"/>
                  </a:lnTo>
                  <a:lnTo>
                    <a:pt x="921074" y="4577278"/>
                  </a:lnTo>
                  <a:lnTo>
                    <a:pt x="921232" y="4577278"/>
                  </a:lnTo>
                  <a:lnTo>
                    <a:pt x="921232" y="4576847"/>
                  </a:lnTo>
                  <a:lnTo>
                    <a:pt x="921232" y="4576416"/>
                  </a:lnTo>
                  <a:lnTo>
                    <a:pt x="921390" y="4576416"/>
                  </a:lnTo>
                  <a:lnTo>
                    <a:pt x="921547" y="4576416"/>
                  </a:lnTo>
                  <a:lnTo>
                    <a:pt x="921547" y="4575986"/>
                  </a:lnTo>
                  <a:lnTo>
                    <a:pt x="921705" y="4575986"/>
                  </a:lnTo>
                  <a:lnTo>
                    <a:pt x="921863" y="4575986"/>
                  </a:lnTo>
                  <a:lnTo>
                    <a:pt x="922021" y="4575986"/>
                  </a:lnTo>
                  <a:lnTo>
                    <a:pt x="922178" y="4575986"/>
                  </a:lnTo>
                  <a:lnTo>
                    <a:pt x="922336" y="4575986"/>
                  </a:lnTo>
                  <a:lnTo>
                    <a:pt x="922494" y="4575986"/>
                  </a:lnTo>
                  <a:lnTo>
                    <a:pt x="922651" y="4575986"/>
                  </a:lnTo>
                  <a:lnTo>
                    <a:pt x="922809" y="4575986"/>
                  </a:lnTo>
                  <a:lnTo>
                    <a:pt x="922967" y="4575986"/>
                  </a:lnTo>
                  <a:lnTo>
                    <a:pt x="922967" y="4575555"/>
                  </a:lnTo>
                  <a:lnTo>
                    <a:pt x="922967" y="4575125"/>
                  </a:lnTo>
                  <a:lnTo>
                    <a:pt x="922967" y="4574694"/>
                  </a:lnTo>
                  <a:lnTo>
                    <a:pt x="923125" y="4574694"/>
                  </a:lnTo>
                  <a:lnTo>
                    <a:pt x="923125" y="4574263"/>
                  </a:lnTo>
                  <a:lnTo>
                    <a:pt x="923125" y="4573833"/>
                  </a:lnTo>
                  <a:lnTo>
                    <a:pt x="923282" y="4573833"/>
                  </a:lnTo>
                  <a:lnTo>
                    <a:pt x="923282" y="4573402"/>
                  </a:lnTo>
                  <a:lnTo>
                    <a:pt x="923282" y="4572972"/>
                  </a:lnTo>
                  <a:lnTo>
                    <a:pt x="923440" y="4572972"/>
                  </a:lnTo>
                  <a:lnTo>
                    <a:pt x="923440" y="4572541"/>
                  </a:lnTo>
                  <a:lnTo>
                    <a:pt x="923440" y="4572110"/>
                  </a:lnTo>
                  <a:lnTo>
                    <a:pt x="923598" y="4572110"/>
                  </a:lnTo>
                  <a:lnTo>
                    <a:pt x="923598" y="4571680"/>
                  </a:lnTo>
                  <a:lnTo>
                    <a:pt x="923755" y="4571680"/>
                  </a:lnTo>
                  <a:lnTo>
                    <a:pt x="923755" y="4571249"/>
                  </a:lnTo>
                  <a:lnTo>
                    <a:pt x="923755" y="4570819"/>
                  </a:lnTo>
                  <a:lnTo>
                    <a:pt x="923913" y="4570819"/>
                  </a:lnTo>
                  <a:lnTo>
                    <a:pt x="923913" y="4570388"/>
                  </a:lnTo>
                  <a:lnTo>
                    <a:pt x="923913" y="4569957"/>
                  </a:lnTo>
                  <a:lnTo>
                    <a:pt x="924071" y="4569957"/>
                  </a:lnTo>
                  <a:lnTo>
                    <a:pt x="924229" y="4569957"/>
                  </a:lnTo>
                  <a:lnTo>
                    <a:pt x="924229" y="4569527"/>
                  </a:lnTo>
                  <a:lnTo>
                    <a:pt x="924386" y="4569527"/>
                  </a:lnTo>
                  <a:lnTo>
                    <a:pt x="924544" y="4569527"/>
                  </a:lnTo>
                  <a:lnTo>
                    <a:pt x="924702" y="4569527"/>
                  </a:lnTo>
                  <a:lnTo>
                    <a:pt x="924859" y="4569527"/>
                  </a:lnTo>
                  <a:lnTo>
                    <a:pt x="925017" y="4569527"/>
                  </a:lnTo>
                  <a:lnTo>
                    <a:pt x="925175" y="4569527"/>
                  </a:lnTo>
                  <a:lnTo>
                    <a:pt x="925175" y="4569096"/>
                  </a:lnTo>
                  <a:lnTo>
                    <a:pt x="925333" y="4569096"/>
                  </a:lnTo>
                  <a:lnTo>
                    <a:pt x="925333" y="4568666"/>
                  </a:lnTo>
                  <a:lnTo>
                    <a:pt x="925490" y="4568666"/>
                  </a:lnTo>
                  <a:lnTo>
                    <a:pt x="925648" y="4568666"/>
                  </a:lnTo>
                  <a:lnTo>
                    <a:pt x="925648" y="4568235"/>
                  </a:lnTo>
                  <a:lnTo>
                    <a:pt x="925806" y="4568235"/>
                  </a:lnTo>
                  <a:lnTo>
                    <a:pt x="925964" y="4568235"/>
                  </a:lnTo>
                  <a:lnTo>
                    <a:pt x="926121" y="4568235"/>
                  </a:lnTo>
                  <a:lnTo>
                    <a:pt x="926121" y="4567804"/>
                  </a:lnTo>
                  <a:lnTo>
                    <a:pt x="926279" y="4567804"/>
                  </a:lnTo>
                  <a:lnTo>
                    <a:pt x="926279" y="4567374"/>
                  </a:lnTo>
                  <a:lnTo>
                    <a:pt x="926437" y="4567374"/>
                  </a:lnTo>
                  <a:lnTo>
                    <a:pt x="926594" y="4567374"/>
                  </a:lnTo>
                  <a:lnTo>
                    <a:pt x="926594" y="4566943"/>
                  </a:lnTo>
                  <a:lnTo>
                    <a:pt x="926594" y="4566513"/>
                  </a:lnTo>
                  <a:lnTo>
                    <a:pt x="926594" y="4566082"/>
                  </a:lnTo>
                  <a:lnTo>
                    <a:pt x="926752" y="4566082"/>
                  </a:lnTo>
                  <a:lnTo>
                    <a:pt x="926910" y="4566082"/>
                  </a:lnTo>
                  <a:lnTo>
                    <a:pt x="927068" y="4566082"/>
                  </a:lnTo>
                  <a:lnTo>
                    <a:pt x="927068" y="4565651"/>
                  </a:lnTo>
                  <a:lnTo>
                    <a:pt x="927225" y="4565651"/>
                  </a:lnTo>
                  <a:lnTo>
                    <a:pt x="927225" y="4565221"/>
                  </a:lnTo>
                  <a:lnTo>
                    <a:pt x="927383" y="4565221"/>
                  </a:lnTo>
                  <a:lnTo>
                    <a:pt x="927541" y="4565221"/>
                  </a:lnTo>
                  <a:lnTo>
                    <a:pt x="927541" y="4564790"/>
                  </a:lnTo>
                  <a:lnTo>
                    <a:pt x="927698" y="4564790"/>
                  </a:lnTo>
                  <a:lnTo>
                    <a:pt x="927856" y="4564790"/>
                  </a:lnTo>
                  <a:lnTo>
                    <a:pt x="928014" y="4564790"/>
                  </a:lnTo>
                  <a:lnTo>
                    <a:pt x="928014" y="4564360"/>
                  </a:lnTo>
                  <a:lnTo>
                    <a:pt x="928014" y="4563929"/>
                  </a:lnTo>
                  <a:lnTo>
                    <a:pt x="928172" y="4563929"/>
                  </a:lnTo>
                  <a:lnTo>
                    <a:pt x="928329" y="4563929"/>
                  </a:lnTo>
                  <a:lnTo>
                    <a:pt x="928329" y="4563498"/>
                  </a:lnTo>
                  <a:lnTo>
                    <a:pt x="928487" y="4563498"/>
                  </a:lnTo>
                  <a:lnTo>
                    <a:pt x="928645" y="4563498"/>
                  </a:lnTo>
                  <a:lnTo>
                    <a:pt x="928802" y="4563498"/>
                  </a:lnTo>
                  <a:lnTo>
                    <a:pt x="928960" y="4563498"/>
                  </a:lnTo>
                  <a:lnTo>
                    <a:pt x="928960" y="4563068"/>
                  </a:lnTo>
                  <a:lnTo>
                    <a:pt x="928960" y="4562637"/>
                  </a:lnTo>
                  <a:lnTo>
                    <a:pt x="929118" y="4562637"/>
                  </a:lnTo>
                  <a:lnTo>
                    <a:pt x="929276" y="4562637"/>
                  </a:lnTo>
                  <a:lnTo>
                    <a:pt x="929276" y="4562207"/>
                  </a:lnTo>
                  <a:lnTo>
                    <a:pt x="929276" y="4561776"/>
                  </a:lnTo>
                  <a:lnTo>
                    <a:pt x="929276" y="4561345"/>
                  </a:lnTo>
                  <a:lnTo>
                    <a:pt x="929276" y="4560915"/>
                  </a:lnTo>
                  <a:lnTo>
                    <a:pt x="929276" y="4560484"/>
                  </a:lnTo>
                  <a:lnTo>
                    <a:pt x="929276" y="4560054"/>
                  </a:lnTo>
                  <a:lnTo>
                    <a:pt x="929433" y="4560054"/>
                  </a:lnTo>
                  <a:lnTo>
                    <a:pt x="929591" y="4560054"/>
                  </a:lnTo>
                  <a:lnTo>
                    <a:pt x="929749" y="4560054"/>
                  </a:lnTo>
                  <a:lnTo>
                    <a:pt x="929906" y="4560054"/>
                  </a:lnTo>
                  <a:lnTo>
                    <a:pt x="930064" y="4560054"/>
                  </a:lnTo>
                  <a:lnTo>
                    <a:pt x="930222" y="4560054"/>
                  </a:lnTo>
                  <a:lnTo>
                    <a:pt x="930222" y="4559623"/>
                  </a:lnTo>
                  <a:lnTo>
                    <a:pt x="930222" y="4559192"/>
                  </a:lnTo>
                  <a:lnTo>
                    <a:pt x="930222" y="4558762"/>
                  </a:lnTo>
                  <a:lnTo>
                    <a:pt x="930380" y="4558762"/>
                  </a:lnTo>
                  <a:lnTo>
                    <a:pt x="930380" y="4558331"/>
                  </a:lnTo>
                  <a:lnTo>
                    <a:pt x="930380" y="4557901"/>
                  </a:lnTo>
                  <a:lnTo>
                    <a:pt x="930537" y="4557901"/>
                  </a:lnTo>
                  <a:lnTo>
                    <a:pt x="930695" y="4557901"/>
                  </a:lnTo>
                  <a:lnTo>
                    <a:pt x="930695" y="4557470"/>
                  </a:lnTo>
                  <a:lnTo>
                    <a:pt x="930853" y="4557470"/>
                  </a:lnTo>
                  <a:lnTo>
                    <a:pt x="930853" y="4557039"/>
                  </a:lnTo>
                  <a:lnTo>
                    <a:pt x="931010" y="4557039"/>
                  </a:lnTo>
                  <a:lnTo>
                    <a:pt x="931010" y="4556609"/>
                  </a:lnTo>
                  <a:lnTo>
                    <a:pt x="931168" y="4556609"/>
                  </a:lnTo>
                  <a:lnTo>
                    <a:pt x="931326" y="4556609"/>
                  </a:lnTo>
                  <a:lnTo>
                    <a:pt x="931484" y="4556609"/>
                  </a:lnTo>
                  <a:lnTo>
                    <a:pt x="931641" y="4556609"/>
                  </a:lnTo>
                  <a:lnTo>
                    <a:pt x="931799" y="4556609"/>
                  </a:lnTo>
                  <a:lnTo>
                    <a:pt x="931799" y="4556178"/>
                  </a:lnTo>
                  <a:lnTo>
                    <a:pt x="931799" y="4555748"/>
                  </a:lnTo>
                  <a:lnTo>
                    <a:pt x="931957" y="4555748"/>
                  </a:lnTo>
                  <a:lnTo>
                    <a:pt x="932115" y="4555748"/>
                  </a:lnTo>
                  <a:lnTo>
                    <a:pt x="932272" y="4555748"/>
                  </a:lnTo>
                  <a:lnTo>
                    <a:pt x="932272" y="4555317"/>
                  </a:lnTo>
                  <a:lnTo>
                    <a:pt x="932430" y="4555317"/>
                  </a:lnTo>
                  <a:lnTo>
                    <a:pt x="932588" y="4555317"/>
                  </a:lnTo>
                  <a:lnTo>
                    <a:pt x="932745" y="4555317"/>
                  </a:lnTo>
                  <a:lnTo>
                    <a:pt x="932745" y="4554886"/>
                  </a:lnTo>
                  <a:lnTo>
                    <a:pt x="932903" y="4554886"/>
                  </a:lnTo>
                  <a:lnTo>
                    <a:pt x="932903" y="4554456"/>
                  </a:lnTo>
                  <a:lnTo>
                    <a:pt x="933061" y="4554456"/>
                  </a:lnTo>
                  <a:lnTo>
                    <a:pt x="933219" y="4554456"/>
                  </a:lnTo>
                  <a:lnTo>
                    <a:pt x="933376" y="4554456"/>
                  </a:lnTo>
                  <a:lnTo>
                    <a:pt x="933534" y="4554456"/>
                  </a:lnTo>
                  <a:lnTo>
                    <a:pt x="933692" y="4554456"/>
                  </a:lnTo>
                  <a:lnTo>
                    <a:pt x="933692" y="4554025"/>
                  </a:lnTo>
                  <a:lnTo>
                    <a:pt x="933849" y="4554025"/>
                  </a:lnTo>
                  <a:lnTo>
                    <a:pt x="934007" y="4554025"/>
                  </a:lnTo>
                  <a:lnTo>
                    <a:pt x="934165" y="4554025"/>
                  </a:lnTo>
                  <a:lnTo>
                    <a:pt x="934165" y="4553595"/>
                  </a:lnTo>
                  <a:lnTo>
                    <a:pt x="934323" y="4553595"/>
                  </a:lnTo>
                  <a:lnTo>
                    <a:pt x="934480" y="4553595"/>
                  </a:lnTo>
                  <a:lnTo>
                    <a:pt x="934638" y="4553595"/>
                  </a:lnTo>
                  <a:lnTo>
                    <a:pt x="934796" y="4553595"/>
                  </a:lnTo>
                  <a:lnTo>
                    <a:pt x="934796" y="4553164"/>
                  </a:lnTo>
                  <a:lnTo>
                    <a:pt x="934953" y="4553164"/>
                  </a:lnTo>
                  <a:lnTo>
                    <a:pt x="935111" y="4553164"/>
                  </a:lnTo>
                  <a:lnTo>
                    <a:pt x="935269" y="4553164"/>
                  </a:lnTo>
                  <a:lnTo>
                    <a:pt x="935427" y="4553164"/>
                  </a:lnTo>
                  <a:lnTo>
                    <a:pt x="935427" y="4552733"/>
                  </a:lnTo>
                  <a:lnTo>
                    <a:pt x="935584" y="4552733"/>
                  </a:lnTo>
                  <a:lnTo>
                    <a:pt x="935742" y="4552733"/>
                  </a:lnTo>
                  <a:lnTo>
                    <a:pt x="935742" y="4552303"/>
                  </a:lnTo>
                  <a:lnTo>
                    <a:pt x="935742" y="4551872"/>
                  </a:lnTo>
                  <a:lnTo>
                    <a:pt x="935900" y="4551872"/>
                  </a:lnTo>
                  <a:lnTo>
                    <a:pt x="936057" y="4551872"/>
                  </a:lnTo>
                  <a:lnTo>
                    <a:pt x="936215" y="4551872"/>
                  </a:lnTo>
                  <a:lnTo>
                    <a:pt x="936373" y="4551872"/>
                  </a:lnTo>
                  <a:lnTo>
                    <a:pt x="936373" y="4551442"/>
                  </a:lnTo>
                  <a:lnTo>
                    <a:pt x="936531" y="4551442"/>
                  </a:lnTo>
                  <a:lnTo>
                    <a:pt x="936688" y="4551442"/>
                  </a:lnTo>
                  <a:lnTo>
                    <a:pt x="936846" y="4551442"/>
                  </a:lnTo>
                  <a:lnTo>
                    <a:pt x="937004" y="4551442"/>
                  </a:lnTo>
                  <a:lnTo>
                    <a:pt x="937162" y="4551442"/>
                  </a:lnTo>
                  <a:lnTo>
                    <a:pt x="937319" y="4551442"/>
                  </a:lnTo>
                  <a:lnTo>
                    <a:pt x="937319" y="4551011"/>
                  </a:lnTo>
                  <a:lnTo>
                    <a:pt x="937477" y="4551011"/>
                  </a:lnTo>
                  <a:lnTo>
                    <a:pt x="937635" y="4551011"/>
                  </a:lnTo>
                  <a:lnTo>
                    <a:pt x="937792" y="4551011"/>
                  </a:lnTo>
                  <a:lnTo>
                    <a:pt x="937950" y="4551011"/>
                  </a:lnTo>
                  <a:lnTo>
                    <a:pt x="937950" y="4550580"/>
                  </a:lnTo>
                  <a:lnTo>
                    <a:pt x="937950" y="4550150"/>
                  </a:lnTo>
                  <a:lnTo>
                    <a:pt x="938108" y="4550150"/>
                  </a:lnTo>
                  <a:lnTo>
                    <a:pt x="938266" y="4550150"/>
                  </a:lnTo>
                  <a:lnTo>
                    <a:pt x="938423" y="4550150"/>
                  </a:lnTo>
                  <a:lnTo>
                    <a:pt x="938423" y="4549719"/>
                  </a:lnTo>
                  <a:lnTo>
                    <a:pt x="938423" y="4549289"/>
                  </a:lnTo>
                  <a:lnTo>
                    <a:pt x="938423" y="4548858"/>
                  </a:lnTo>
                  <a:lnTo>
                    <a:pt x="938423" y="4548427"/>
                  </a:lnTo>
                  <a:lnTo>
                    <a:pt x="938581" y="4548427"/>
                  </a:lnTo>
                  <a:lnTo>
                    <a:pt x="938739" y="4548427"/>
                  </a:lnTo>
                  <a:lnTo>
                    <a:pt x="938739" y="4547997"/>
                  </a:lnTo>
                  <a:lnTo>
                    <a:pt x="938739" y="4547566"/>
                  </a:lnTo>
                  <a:lnTo>
                    <a:pt x="938896" y="4547566"/>
                  </a:lnTo>
                  <a:lnTo>
                    <a:pt x="939054" y="4547566"/>
                  </a:lnTo>
                  <a:lnTo>
                    <a:pt x="939212" y="4547566"/>
                  </a:lnTo>
                  <a:lnTo>
                    <a:pt x="939370" y="4547566"/>
                  </a:lnTo>
                  <a:lnTo>
                    <a:pt x="939527" y="4547566"/>
                  </a:lnTo>
                  <a:lnTo>
                    <a:pt x="939685" y="4547566"/>
                  </a:lnTo>
                  <a:lnTo>
                    <a:pt x="939843" y="4547566"/>
                  </a:lnTo>
                  <a:lnTo>
                    <a:pt x="939843" y="4547136"/>
                  </a:lnTo>
                  <a:lnTo>
                    <a:pt x="940000" y="4547136"/>
                  </a:lnTo>
                  <a:lnTo>
                    <a:pt x="940000" y="4546705"/>
                  </a:lnTo>
                  <a:lnTo>
                    <a:pt x="940158" y="4546705"/>
                  </a:lnTo>
                  <a:lnTo>
                    <a:pt x="940158" y="4546274"/>
                  </a:lnTo>
                  <a:lnTo>
                    <a:pt x="940316" y="4546274"/>
                  </a:lnTo>
                  <a:lnTo>
                    <a:pt x="940474" y="4546274"/>
                  </a:lnTo>
                  <a:lnTo>
                    <a:pt x="940631" y="4546274"/>
                  </a:lnTo>
                  <a:lnTo>
                    <a:pt x="940789" y="4546274"/>
                  </a:lnTo>
                  <a:lnTo>
                    <a:pt x="940947" y="4546274"/>
                  </a:lnTo>
                  <a:lnTo>
                    <a:pt x="940947" y="4545844"/>
                  </a:lnTo>
                  <a:lnTo>
                    <a:pt x="940947" y="4545413"/>
                  </a:lnTo>
                  <a:lnTo>
                    <a:pt x="940947" y="4544983"/>
                  </a:lnTo>
                  <a:lnTo>
                    <a:pt x="941104" y="4544983"/>
                  </a:lnTo>
                  <a:lnTo>
                    <a:pt x="941104" y="4544552"/>
                  </a:lnTo>
                  <a:lnTo>
                    <a:pt x="941104" y="4544121"/>
                  </a:lnTo>
                  <a:lnTo>
                    <a:pt x="941104" y="4543691"/>
                  </a:lnTo>
                  <a:lnTo>
                    <a:pt x="941104" y="4543260"/>
                  </a:lnTo>
                  <a:lnTo>
                    <a:pt x="941262" y="4543260"/>
                  </a:lnTo>
                  <a:lnTo>
                    <a:pt x="941420" y="4543260"/>
                  </a:lnTo>
                  <a:lnTo>
                    <a:pt x="941578" y="4543260"/>
                  </a:lnTo>
                  <a:lnTo>
                    <a:pt x="941578" y="4542830"/>
                  </a:lnTo>
                  <a:lnTo>
                    <a:pt x="941735" y="4542830"/>
                  </a:lnTo>
                  <a:lnTo>
                    <a:pt x="941893" y="4542830"/>
                  </a:lnTo>
                  <a:lnTo>
                    <a:pt x="942051" y="4542830"/>
                  </a:lnTo>
                  <a:lnTo>
                    <a:pt x="942051" y="4542399"/>
                  </a:lnTo>
                  <a:lnTo>
                    <a:pt x="942051" y="4541968"/>
                  </a:lnTo>
                  <a:lnTo>
                    <a:pt x="942208" y="4541968"/>
                  </a:lnTo>
                  <a:lnTo>
                    <a:pt x="942366" y="4541968"/>
                  </a:lnTo>
                  <a:lnTo>
                    <a:pt x="942366" y="4541538"/>
                  </a:lnTo>
                  <a:lnTo>
                    <a:pt x="942524" y="4541538"/>
                  </a:lnTo>
                  <a:lnTo>
                    <a:pt x="942682" y="4541538"/>
                  </a:lnTo>
                  <a:lnTo>
                    <a:pt x="942839" y="4541538"/>
                  </a:lnTo>
                  <a:lnTo>
                    <a:pt x="942839" y="4541107"/>
                  </a:lnTo>
                  <a:lnTo>
                    <a:pt x="942997" y="4541107"/>
                  </a:lnTo>
                  <a:lnTo>
                    <a:pt x="943155" y="4541107"/>
                  </a:lnTo>
                  <a:lnTo>
                    <a:pt x="943155" y="4540677"/>
                  </a:lnTo>
                  <a:lnTo>
                    <a:pt x="943313" y="4540677"/>
                  </a:lnTo>
                  <a:lnTo>
                    <a:pt x="943313" y="4540246"/>
                  </a:lnTo>
                  <a:lnTo>
                    <a:pt x="943313" y="4539815"/>
                  </a:lnTo>
                  <a:lnTo>
                    <a:pt x="943470" y="4539815"/>
                  </a:lnTo>
                  <a:lnTo>
                    <a:pt x="943470" y="4539385"/>
                  </a:lnTo>
                  <a:lnTo>
                    <a:pt x="943628" y="4539385"/>
                  </a:lnTo>
                  <a:lnTo>
                    <a:pt x="943628" y="4538954"/>
                  </a:lnTo>
                  <a:lnTo>
                    <a:pt x="943786" y="4538954"/>
                  </a:lnTo>
                  <a:lnTo>
                    <a:pt x="943943" y="4538954"/>
                  </a:lnTo>
                  <a:lnTo>
                    <a:pt x="944101" y="4538954"/>
                  </a:lnTo>
                  <a:lnTo>
                    <a:pt x="944101" y="4538524"/>
                  </a:lnTo>
                  <a:lnTo>
                    <a:pt x="944259" y="4538524"/>
                  </a:lnTo>
                  <a:lnTo>
                    <a:pt x="944259" y="4538093"/>
                  </a:lnTo>
                  <a:lnTo>
                    <a:pt x="944259" y="4537662"/>
                  </a:lnTo>
                  <a:lnTo>
                    <a:pt x="944417" y="4537662"/>
                  </a:lnTo>
                  <a:lnTo>
                    <a:pt x="944574" y="4537662"/>
                  </a:lnTo>
                  <a:lnTo>
                    <a:pt x="944732" y="4537662"/>
                  </a:lnTo>
                  <a:lnTo>
                    <a:pt x="944732" y="4537232"/>
                  </a:lnTo>
                  <a:lnTo>
                    <a:pt x="944890" y="4537232"/>
                  </a:lnTo>
                  <a:lnTo>
                    <a:pt x="944890" y="4536801"/>
                  </a:lnTo>
                  <a:lnTo>
                    <a:pt x="945047" y="4536801"/>
                  </a:lnTo>
                  <a:lnTo>
                    <a:pt x="945047" y="4536371"/>
                  </a:lnTo>
                  <a:lnTo>
                    <a:pt x="945205" y="4536371"/>
                  </a:lnTo>
                  <a:lnTo>
                    <a:pt x="945363" y="4536371"/>
                  </a:lnTo>
                  <a:lnTo>
                    <a:pt x="945521" y="4536371"/>
                  </a:lnTo>
                  <a:lnTo>
                    <a:pt x="945678" y="4536371"/>
                  </a:lnTo>
                  <a:lnTo>
                    <a:pt x="945678" y="4535940"/>
                  </a:lnTo>
                  <a:lnTo>
                    <a:pt x="945836" y="4535940"/>
                  </a:lnTo>
                  <a:lnTo>
                    <a:pt x="945836" y="4535509"/>
                  </a:lnTo>
                  <a:lnTo>
                    <a:pt x="945836" y="4535079"/>
                  </a:lnTo>
                  <a:lnTo>
                    <a:pt x="945836" y="4534648"/>
                  </a:lnTo>
                  <a:lnTo>
                    <a:pt x="945994" y="4534648"/>
                  </a:lnTo>
                  <a:lnTo>
                    <a:pt x="945994" y="4534218"/>
                  </a:lnTo>
                  <a:lnTo>
                    <a:pt x="946151" y="4534218"/>
                  </a:lnTo>
                  <a:lnTo>
                    <a:pt x="946151" y="4533787"/>
                  </a:lnTo>
                  <a:lnTo>
                    <a:pt x="946151" y="4533356"/>
                  </a:lnTo>
                  <a:lnTo>
                    <a:pt x="946151" y="4532926"/>
                  </a:lnTo>
                  <a:lnTo>
                    <a:pt x="946151" y="4532495"/>
                  </a:lnTo>
                  <a:lnTo>
                    <a:pt x="946151" y="4532065"/>
                  </a:lnTo>
                  <a:lnTo>
                    <a:pt x="946309" y="4532065"/>
                  </a:lnTo>
                  <a:lnTo>
                    <a:pt x="946467" y="4532065"/>
                  </a:lnTo>
                  <a:lnTo>
                    <a:pt x="946625" y="4532065"/>
                  </a:lnTo>
                  <a:lnTo>
                    <a:pt x="946625" y="4531634"/>
                  </a:lnTo>
                  <a:lnTo>
                    <a:pt x="946782" y="4531634"/>
                  </a:lnTo>
                  <a:lnTo>
                    <a:pt x="946782" y="4531203"/>
                  </a:lnTo>
                  <a:lnTo>
                    <a:pt x="946782" y="4530773"/>
                  </a:lnTo>
                  <a:lnTo>
                    <a:pt x="946940" y="4530773"/>
                  </a:lnTo>
                  <a:lnTo>
                    <a:pt x="946940" y="4530342"/>
                  </a:lnTo>
                  <a:lnTo>
                    <a:pt x="946940" y="4529912"/>
                  </a:lnTo>
                  <a:lnTo>
                    <a:pt x="947098" y="4529912"/>
                  </a:lnTo>
                  <a:lnTo>
                    <a:pt x="947255" y="4529912"/>
                  </a:lnTo>
                  <a:lnTo>
                    <a:pt x="947413" y="4529912"/>
                  </a:lnTo>
                  <a:lnTo>
                    <a:pt x="947571" y="4529912"/>
                  </a:lnTo>
                  <a:lnTo>
                    <a:pt x="947729" y="4529912"/>
                  </a:lnTo>
                  <a:lnTo>
                    <a:pt x="947886" y="4529912"/>
                  </a:lnTo>
                  <a:lnTo>
                    <a:pt x="947886" y="4529481"/>
                  </a:lnTo>
                  <a:lnTo>
                    <a:pt x="948044" y="4529481"/>
                  </a:lnTo>
                  <a:lnTo>
                    <a:pt x="948044" y="4529050"/>
                  </a:lnTo>
                  <a:lnTo>
                    <a:pt x="948202" y="4529050"/>
                  </a:lnTo>
                  <a:lnTo>
                    <a:pt x="948202" y="4528620"/>
                  </a:lnTo>
                  <a:lnTo>
                    <a:pt x="948202" y="4528189"/>
                  </a:lnTo>
                  <a:lnTo>
                    <a:pt x="948360" y="4528189"/>
                  </a:lnTo>
                  <a:lnTo>
                    <a:pt x="948360" y="4527759"/>
                  </a:lnTo>
                  <a:lnTo>
                    <a:pt x="948517" y="4527759"/>
                  </a:lnTo>
                  <a:lnTo>
                    <a:pt x="948675" y="4527759"/>
                  </a:lnTo>
                  <a:lnTo>
                    <a:pt x="948833" y="4527759"/>
                  </a:lnTo>
                  <a:lnTo>
                    <a:pt x="948990" y="4527759"/>
                  </a:lnTo>
                  <a:lnTo>
                    <a:pt x="948990" y="4527328"/>
                  </a:lnTo>
                  <a:lnTo>
                    <a:pt x="949148" y="4527328"/>
                  </a:lnTo>
                  <a:lnTo>
                    <a:pt x="949306" y="4527328"/>
                  </a:lnTo>
                  <a:lnTo>
                    <a:pt x="949464" y="4527328"/>
                  </a:lnTo>
                  <a:lnTo>
                    <a:pt x="949464" y="4526897"/>
                  </a:lnTo>
                  <a:lnTo>
                    <a:pt x="949621" y="4526897"/>
                  </a:lnTo>
                  <a:lnTo>
                    <a:pt x="949779" y="4526897"/>
                  </a:lnTo>
                  <a:lnTo>
                    <a:pt x="949937" y="4526897"/>
                  </a:lnTo>
                  <a:lnTo>
                    <a:pt x="950094" y="4526897"/>
                  </a:lnTo>
                  <a:lnTo>
                    <a:pt x="950094" y="4526467"/>
                  </a:lnTo>
                  <a:lnTo>
                    <a:pt x="950094" y="4526036"/>
                  </a:lnTo>
                  <a:lnTo>
                    <a:pt x="950094" y="4525606"/>
                  </a:lnTo>
                  <a:lnTo>
                    <a:pt x="950252" y="4525606"/>
                  </a:lnTo>
                  <a:lnTo>
                    <a:pt x="950410" y="4525606"/>
                  </a:lnTo>
                  <a:lnTo>
                    <a:pt x="950410" y="4525175"/>
                  </a:lnTo>
                  <a:lnTo>
                    <a:pt x="950568" y="4525175"/>
                  </a:lnTo>
                  <a:lnTo>
                    <a:pt x="950725" y="4525175"/>
                  </a:lnTo>
                  <a:lnTo>
                    <a:pt x="950725" y="4524744"/>
                  </a:lnTo>
                  <a:lnTo>
                    <a:pt x="950883" y="4524744"/>
                  </a:lnTo>
                  <a:lnTo>
                    <a:pt x="951041" y="4524744"/>
                  </a:lnTo>
                  <a:lnTo>
                    <a:pt x="951198" y="4524744"/>
                  </a:lnTo>
                  <a:lnTo>
                    <a:pt x="951356" y="4524744"/>
                  </a:lnTo>
                  <a:lnTo>
                    <a:pt x="951514" y="4524744"/>
                  </a:lnTo>
                  <a:lnTo>
                    <a:pt x="951672" y="4524744"/>
                  </a:lnTo>
                  <a:lnTo>
                    <a:pt x="951829" y="4524744"/>
                  </a:lnTo>
                  <a:lnTo>
                    <a:pt x="951987" y="4524744"/>
                  </a:lnTo>
                  <a:lnTo>
                    <a:pt x="952145" y="4524744"/>
                  </a:lnTo>
                  <a:lnTo>
                    <a:pt x="952145" y="4524314"/>
                  </a:lnTo>
                  <a:lnTo>
                    <a:pt x="952302" y="4524314"/>
                  </a:lnTo>
                  <a:lnTo>
                    <a:pt x="952302" y="4523883"/>
                  </a:lnTo>
                  <a:lnTo>
                    <a:pt x="952302" y="4523453"/>
                  </a:lnTo>
                  <a:lnTo>
                    <a:pt x="952460" y="4523453"/>
                  </a:lnTo>
                  <a:lnTo>
                    <a:pt x="952460" y="4523022"/>
                  </a:lnTo>
                  <a:lnTo>
                    <a:pt x="952460" y="4522591"/>
                  </a:lnTo>
                  <a:lnTo>
                    <a:pt x="952618" y="4522591"/>
                  </a:lnTo>
                  <a:lnTo>
                    <a:pt x="952618" y="4522161"/>
                  </a:lnTo>
                  <a:lnTo>
                    <a:pt x="952776" y="4522161"/>
                  </a:lnTo>
                  <a:lnTo>
                    <a:pt x="952933" y="4522161"/>
                  </a:lnTo>
                  <a:lnTo>
                    <a:pt x="953091" y="4522161"/>
                  </a:lnTo>
                  <a:lnTo>
                    <a:pt x="953091" y="4521730"/>
                  </a:lnTo>
                  <a:lnTo>
                    <a:pt x="953249" y="4521730"/>
                  </a:lnTo>
                  <a:lnTo>
                    <a:pt x="953406" y="4521730"/>
                  </a:lnTo>
                  <a:lnTo>
                    <a:pt x="953406" y="4521300"/>
                  </a:lnTo>
                  <a:lnTo>
                    <a:pt x="953564" y="4521300"/>
                  </a:lnTo>
                  <a:lnTo>
                    <a:pt x="953722" y="4521300"/>
                  </a:lnTo>
                  <a:lnTo>
                    <a:pt x="953722" y="4520869"/>
                  </a:lnTo>
                  <a:lnTo>
                    <a:pt x="953880" y="4520869"/>
                  </a:lnTo>
                  <a:lnTo>
                    <a:pt x="954037" y="4520869"/>
                  </a:lnTo>
                  <a:lnTo>
                    <a:pt x="954037" y="4520438"/>
                  </a:lnTo>
                  <a:lnTo>
                    <a:pt x="954037" y="4520008"/>
                  </a:lnTo>
                  <a:lnTo>
                    <a:pt x="954195" y="4520008"/>
                  </a:lnTo>
                  <a:lnTo>
                    <a:pt x="954353" y="4520008"/>
                  </a:lnTo>
                  <a:lnTo>
                    <a:pt x="954353" y="4519577"/>
                  </a:lnTo>
                  <a:lnTo>
                    <a:pt x="954353" y="4519147"/>
                  </a:lnTo>
                  <a:lnTo>
                    <a:pt x="954511" y="4519147"/>
                  </a:lnTo>
                  <a:lnTo>
                    <a:pt x="954511" y="4518716"/>
                  </a:lnTo>
                  <a:lnTo>
                    <a:pt x="954511" y="4518285"/>
                  </a:lnTo>
                  <a:lnTo>
                    <a:pt x="954668" y="4518285"/>
                  </a:lnTo>
                  <a:lnTo>
                    <a:pt x="954826" y="4518285"/>
                  </a:lnTo>
                  <a:lnTo>
                    <a:pt x="954826" y="4517855"/>
                  </a:lnTo>
                  <a:lnTo>
                    <a:pt x="954826" y="4517424"/>
                  </a:lnTo>
                  <a:lnTo>
                    <a:pt x="954984" y="4517424"/>
                  </a:lnTo>
                  <a:lnTo>
                    <a:pt x="955141" y="4517424"/>
                  </a:lnTo>
                  <a:lnTo>
                    <a:pt x="955141" y="4516994"/>
                  </a:lnTo>
                  <a:lnTo>
                    <a:pt x="955141" y="4516563"/>
                  </a:lnTo>
                  <a:lnTo>
                    <a:pt x="955299" y="4516563"/>
                  </a:lnTo>
                  <a:lnTo>
                    <a:pt x="955299" y="4516132"/>
                  </a:lnTo>
                  <a:lnTo>
                    <a:pt x="955457" y="4516132"/>
                  </a:lnTo>
                  <a:lnTo>
                    <a:pt x="955615" y="4516132"/>
                  </a:lnTo>
                  <a:lnTo>
                    <a:pt x="955772" y="4516132"/>
                  </a:lnTo>
                  <a:lnTo>
                    <a:pt x="955772" y="4515702"/>
                  </a:lnTo>
                  <a:lnTo>
                    <a:pt x="955930" y="4515702"/>
                  </a:lnTo>
                  <a:lnTo>
                    <a:pt x="956088" y="4515702"/>
                  </a:lnTo>
                  <a:lnTo>
                    <a:pt x="956245" y="4515702"/>
                  </a:lnTo>
                  <a:lnTo>
                    <a:pt x="956245" y="4515271"/>
                  </a:lnTo>
                  <a:lnTo>
                    <a:pt x="956245" y="4514841"/>
                  </a:lnTo>
                  <a:lnTo>
                    <a:pt x="956403" y="4514841"/>
                  </a:lnTo>
                  <a:lnTo>
                    <a:pt x="956403" y="4514410"/>
                  </a:lnTo>
                  <a:lnTo>
                    <a:pt x="956561" y="4514410"/>
                  </a:lnTo>
                  <a:lnTo>
                    <a:pt x="956561" y="4513979"/>
                  </a:lnTo>
                  <a:lnTo>
                    <a:pt x="956561" y="4513549"/>
                  </a:lnTo>
                  <a:lnTo>
                    <a:pt x="956719" y="4513549"/>
                  </a:lnTo>
                  <a:lnTo>
                    <a:pt x="956719" y="4513118"/>
                  </a:lnTo>
                  <a:lnTo>
                    <a:pt x="956876" y="4513118"/>
                  </a:lnTo>
                  <a:lnTo>
                    <a:pt x="957034" y="4513118"/>
                  </a:lnTo>
                  <a:lnTo>
                    <a:pt x="957192" y="4513118"/>
                  </a:lnTo>
                  <a:lnTo>
                    <a:pt x="957349" y="4513118"/>
                  </a:lnTo>
                  <a:lnTo>
                    <a:pt x="957349" y="4512688"/>
                  </a:lnTo>
                  <a:lnTo>
                    <a:pt x="957507" y="4512688"/>
                  </a:lnTo>
                  <a:lnTo>
                    <a:pt x="957665" y="4512688"/>
                  </a:lnTo>
                  <a:lnTo>
                    <a:pt x="957665" y="4512257"/>
                  </a:lnTo>
                  <a:lnTo>
                    <a:pt x="957823" y="4512257"/>
                  </a:lnTo>
                  <a:lnTo>
                    <a:pt x="957980" y="4512257"/>
                  </a:lnTo>
                  <a:lnTo>
                    <a:pt x="957980" y="4511826"/>
                  </a:lnTo>
                  <a:lnTo>
                    <a:pt x="958138" y="4511826"/>
                  </a:lnTo>
                  <a:lnTo>
                    <a:pt x="958138" y="4511396"/>
                  </a:lnTo>
                  <a:lnTo>
                    <a:pt x="958296" y="4511396"/>
                  </a:lnTo>
                  <a:lnTo>
                    <a:pt x="958296" y="4510965"/>
                  </a:lnTo>
                  <a:lnTo>
                    <a:pt x="958296" y="4510535"/>
                  </a:lnTo>
                  <a:lnTo>
                    <a:pt x="958296" y="4510104"/>
                  </a:lnTo>
                  <a:lnTo>
                    <a:pt x="958296" y="4509673"/>
                  </a:lnTo>
                  <a:lnTo>
                    <a:pt x="958296" y="4509243"/>
                  </a:lnTo>
                  <a:lnTo>
                    <a:pt x="958453" y="4509243"/>
                  </a:lnTo>
                  <a:lnTo>
                    <a:pt x="958611" y="4509243"/>
                  </a:lnTo>
                  <a:lnTo>
                    <a:pt x="958611" y="4508812"/>
                  </a:lnTo>
                  <a:lnTo>
                    <a:pt x="958611" y="4508382"/>
                  </a:lnTo>
                  <a:lnTo>
                    <a:pt x="958769" y="4508382"/>
                  </a:lnTo>
                  <a:lnTo>
                    <a:pt x="958927" y="4508382"/>
                  </a:lnTo>
                  <a:lnTo>
                    <a:pt x="959084" y="4508382"/>
                  </a:lnTo>
                  <a:lnTo>
                    <a:pt x="959242" y="4508382"/>
                  </a:lnTo>
                  <a:lnTo>
                    <a:pt x="959400" y="4508382"/>
                  </a:lnTo>
                  <a:lnTo>
                    <a:pt x="959558" y="4508382"/>
                  </a:lnTo>
                  <a:lnTo>
                    <a:pt x="959558" y="4507951"/>
                  </a:lnTo>
                  <a:lnTo>
                    <a:pt x="959715" y="4507951"/>
                  </a:lnTo>
                  <a:lnTo>
                    <a:pt x="959873" y="4507951"/>
                  </a:lnTo>
                  <a:lnTo>
                    <a:pt x="960031" y="4507951"/>
                  </a:lnTo>
                  <a:lnTo>
                    <a:pt x="960188" y="4507951"/>
                  </a:lnTo>
                  <a:lnTo>
                    <a:pt x="960188" y="4507520"/>
                  </a:lnTo>
                  <a:lnTo>
                    <a:pt x="960346" y="4507520"/>
                  </a:lnTo>
                  <a:lnTo>
                    <a:pt x="960346" y="4507090"/>
                  </a:lnTo>
                  <a:lnTo>
                    <a:pt x="960346" y="4506659"/>
                  </a:lnTo>
                  <a:lnTo>
                    <a:pt x="960346" y="4506229"/>
                  </a:lnTo>
                  <a:lnTo>
                    <a:pt x="960504" y="4506229"/>
                  </a:lnTo>
                  <a:lnTo>
                    <a:pt x="960504" y="4505798"/>
                  </a:lnTo>
                  <a:lnTo>
                    <a:pt x="960504" y="4505367"/>
                  </a:lnTo>
                  <a:lnTo>
                    <a:pt x="960662" y="4505367"/>
                  </a:lnTo>
                  <a:lnTo>
                    <a:pt x="960819" y="4505367"/>
                  </a:lnTo>
                  <a:lnTo>
                    <a:pt x="960977" y="4505367"/>
                  </a:lnTo>
                  <a:lnTo>
                    <a:pt x="961135" y="4505367"/>
                  </a:lnTo>
                  <a:lnTo>
                    <a:pt x="961135" y="4504937"/>
                  </a:lnTo>
                  <a:lnTo>
                    <a:pt x="961135" y="4504506"/>
                  </a:lnTo>
                  <a:lnTo>
                    <a:pt x="961292" y="4504506"/>
                  </a:lnTo>
                  <a:lnTo>
                    <a:pt x="961450" y="4504506"/>
                  </a:lnTo>
                  <a:lnTo>
                    <a:pt x="961608" y="4504506"/>
                  </a:lnTo>
                  <a:lnTo>
                    <a:pt x="961608" y="4504076"/>
                  </a:lnTo>
                  <a:lnTo>
                    <a:pt x="961766" y="4504076"/>
                  </a:lnTo>
                  <a:lnTo>
                    <a:pt x="961766" y="4503645"/>
                  </a:lnTo>
                  <a:lnTo>
                    <a:pt x="961923" y="4503645"/>
                  </a:lnTo>
                  <a:lnTo>
                    <a:pt x="962081" y="4503645"/>
                  </a:lnTo>
                  <a:lnTo>
                    <a:pt x="962081" y="4503214"/>
                  </a:lnTo>
                  <a:lnTo>
                    <a:pt x="962081" y="4502784"/>
                  </a:lnTo>
                  <a:lnTo>
                    <a:pt x="962239" y="4502784"/>
                  </a:lnTo>
                  <a:lnTo>
                    <a:pt x="962396" y="4502784"/>
                  </a:lnTo>
                  <a:lnTo>
                    <a:pt x="962554" y="4502784"/>
                  </a:lnTo>
                  <a:lnTo>
                    <a:pt x="962712" y="4502784"/>
                  </a:lnTo>
                  <a:lnTo>
                    <a:pt x="962712" y="4502353"/>
                  </a:lnTo>
                  <a:lnTo>
                    <a:pt x="962870" y="4502353"/>
                  </a:lnTo>
                  <a:lnTo>
                    <a:pt x="962870" y="4501923"/>
                  </a:lnTo>
                  <a:lnTo>
                    <a:pt x="963027" y="4501923"/>
                  </a:lnTo>
                  <a:lnTo>
                    <a:pt x="963185" y="4501923"/>
                  </a:lnTo>
                  <a:lnTo>
                    <a:pt x="963343" y="4501923"/>
                  </a:lnTo>
                  <a:lnTo>
                    <a:pt x="963500" y="4501923"/>
                  </a:lnTo>
                  <a:lnTo>
                    <a:pt x="963658" y="4501923"/>
                  </a:lnTo>
                  <a:lnTo>
                    <a:pt x="963658" y="4501492"/>
                  </a:lnTo>
                  <a:lnTo>
                    <a:pt x="963816" y="4501492"/>
                  </a:lnTo>
                  <a:lnTo>
                    <a:pt x="963974" y="4501492"/>
                  </a:lnTo>
                  <a:lnTo>
                    <a:pt x="963974" y="4501061"/>
                  </a:lnTo>
                  <a:lnTo>
                    <a:pt x="964131" y="4501061"/>
                  </a:lnTo>
                  <a:lnTo>
                    <a:pt x="964289" y="4501061"/>
                  </a:lnTo>
                  <a:lnTo>
                    <a:pt x="964289" y="4500631"/>
                  </a:lnTo>
                  <a:lnTo>
                    <a:pt x="964447" y="4500631"/>
                  </a:lnTo>
                  <a:lnTo>
                    <a:pt x="964447" y="4500200"/>
                  </a:lnTo>
                  <a:lnTo>
                    <a:pt x="964447" y="4499770"/>
                  </a:lnTo>
                  <a:lnTo>
                    <a:pt x="964447" y="4499339"/>
                  </a:lnTo>
                  <a:lnTo>
                    <a:pt x="964604" y="4499339"/>
                  </a:lnTo>
                  <a:lnTo>
                    <a:pt x="964604" y="4498908"/>
                  </a:lnTo>
                  <a:lnTo>
                    <a:pt x="964604" y="4498478"/>
                  </a:lnTo>
                  <a:lnTo>
                    <a:pt x="964762" y="4498478"/>
                  </a:lnTo>
                  <a:lnTo>
                    <a:pt x="964920" y="4498478"/>
                  </a:lnTo>
                  <a:lnTo>
                    <a:pt x="965078" y="4498478"/>
                  </a:lnTo>
                  <a:lnTo>
                    <a:pt x="965235" y="4498478"/>
                  </a:lnTo>
                  <a:lnTo>
                    <a:pt x="965393" y="4498478"/>
                  </a:lnTo>
                  <a:lnTo>
                    <a:pt x="965393" y="4498047"/>
                  </a:lnTo>
                  <a:lnTo>
                    <a:pt x="965551" y="4498047"/>
                  </a:lnTo>
                  <a:lnTo>
                    <a:pt x="965709" y="4498047"/>
                  </a:lnTo>
                  <a:lnTo>
                    <a:pt x="965709" y="4497617"/>
                  </a:lnTo>
                  <a:lnTo>
                    <a:pt x="965709" y="4497186"/>
                  </a:lnTo>
                  <a:lnTo>
                    <a:pt x="965709" y="4496755"/>
                  </a:lnTo>
                  <a:lnTo>
                    <a:pt x="965866" y="4496755"/>
                  </a:lnTo>
                  <a:lnTo>
                    <a:pt x="965866" y="4496325"/>
                  </a:lnTo>
                  <a:lnTo>
                    <a:pt x="965866" y="4495894"/>
                  </a:lnTo>
                  <a:lnTo>
                    <a:pt x="966024" y="4495894"/>
                  </a:lnTo>
                  <a:lnTo>
                    <a:pt x="966182" y="4495894"/>
                  </a:lnTo>
                  <a:lnTo>
                    <a:pt x="966339" y="4495894"/>
                  </a:lnTo>
                  <a:lnTo>
                    <a:pt x="966339" y="4495464"/>
                  </a:lnTo>
                  <a:lnTo>
                    <a:pt x="966339" y="4495033"/>
                  </a:lnTo>
                  <a:lnTo>
                    <a:pt x="966497" y="4495033"/>
                  </a:lnTo>
                  <a:lnTo>
                    <a:pt x="966497" y="4494602"/>
                  </a:lnTo>
                  <a:lnTo>
                    <a:pt x="966655" y="4494602"/>
                  </a:lnTo>
                  <a:lnTo>
                    <a:pt x="966813" y="4494602"/>
                  </a:lnTo>
                  <a:lnTo>
                    <a:pt x="966813" y="4494172"/>
                  </a:lnTo>
                  <a:lnTo>
                    <a:pt x="966970" y="4494172"/>
                  </a:lnTo>
                  <a:lnTo>
                    <a:pt x="966970" y="4493741"/>
                  </a:lnTo>
                  <a:lnTo>
                    <a:pt x="967128" y="4493741"/>
                  </a:lnTo>
                  <a:lnTo>
                    <a:pt x="967286" y="4493741"/>
                  </a:lnTo>
                  <a:lnTo>
                    <a:pt x="967286" y="4493311"/>
                  </a:lnTo>
                  <a:lnTo>
                    <a:pt x="967286" y="4492880"/>
                  </a:lnTo>
                  <a:lnTo>
                    <a:pt x="967443" y="4492880"/>
                  </a:lnTo>
                  <a:lnTo>
                    <a:pt x="967443" y="4492449"/>
                  </a:lnTo>
                  <a:lnTo>
                    <a:pt x="967443" y="4492019"/>
                  </a:lnTo>
                  <a:lnTo>
                    <a:pt x="967443" y="4491588"/>
                  </a:lnTo>
                  <a:lnTo>
                    <a:pt x="967601" y="4491588"/>
                  </a:lnTo>
                  <a:lnTo>
                    <a:pt x="967601" y="4491158"/>
                  </a:lnTo>
                  <a:lnTo>
                    <a:pt x="967759" y="4491158"/>
                  </a:lnTo>
                  <a:lnTo>
                    <a:pt x="967917" y="4491158"/>
                  </a:lnTo>
                  <a:lnTo>
                    <a:pt x="968074" y="4491158"/>
                  </a:lnTo>
                  <a:lnTo>
                    <a:pt x="968232" y="4491158"/>
                  </a:lnTo>
                  <a:lnTo>
                    <a:pt x="968390" y="4491158"/>
                  </a:lnTo>
                  <a:lnTo>
                    <a:pt x="968547" y="4491158"/>
                  </a:lnTo>
                  <a:lnTo>
                    <a:pt x="968547" y="4490727"/>
                  </a:lnTo>
                  <a:lnTo>
                    <a:pt x="968705" y="4490727"/>
                  </a:lnTo>
                  <a:lnTo>
                    <a:pt x="968863" y="4490727"/>
                  </a:lnTo>
                  <a:lnTo>
                    <a:pt x="968863" y="4490296"/>
                  </a:lnTo>
                  <a:lnTo>
                    <a:pt x="968863" y="4489866"/>
                  </a:lnTo>
                  <a:lnTo>
                    <a:pt x="968863" y="4489435"/>
                  </a:lnTo>
                  <a:lnTo>
                    <a:pt x="969021" y="4489435"/>
                  </a:lnTo>
                  <a:lnTo>
                    <a:pt x="969021" y="4489005"/>
                  </a:lnTo>
                  <a:lnTo>
                    <a:pt x="969178" y="4489005"/>
                  </a:lnTo>
                  <a:lnTo>
                    <a:pt x="969336" y="4489005"/>
                  </a:lnTo>
                  <a:lnTo>
                    <a:pt x="969494" y="4489005"/>
                  </a:lnTo>
                  <a:lnTo>
                    <a:pt x="969494" y="4488574"/>
                  </a:lnTo>
                  <a:lnTo>
                    <a:pt x="969651" y="4488574"/>
                  </a:lnTo>
                  <a:lnTo>
                    <a:pt x="969809" y="4488574"/>
                  </a:lnTo>
                  <a:lnTo>
                    <a:pt x="969967" y="4488574"/>
                  </a:lnTo>
                  <a:lnTo>
                    <a:pt x="970125" y="4488574"/>
                  </a:lnTo>
                  <a:lnTo>
                    <a:pt x="970282" y="4488574"/>
                  </a:lnTo>
                  <a:lnTo>
                    <a:pt x="970282" y="4488143"/>
                  </a:lnTo>
                  <a:lnTo>
                    <a:pt x="970440" y="4488143"/>
                  </a:lnTo>
                  <a:lnTo>
                    <a:pt x="970440" y="4487713"/>
                  </a:lnTo>
                  <a:lnTo>
                    <a:pt x="970440" y="4487282"/>
                  </a:lnTo>
                  <a:lnTo>
                    <a:pt x="970598" y="4487282"/>
                  </a:lnTo>
                  <a:lnTo>
                    <a:pt x="970756" y="4487282"/>
                  </a:lnTo>
                  <a:lnTo>
                    <a:pt x="970913" y="4487282"/>
                  </a:lnTo>
                  <a:lnTo>
                    <a:pt x="971071" y="4487282"/>
                  </a:lnTo>
                  <a:lnTo>
                    <a:pt x="971071" y="4486852"/>
                  </a:lnTo>
                  <a:lnTo>
                    <a:pt x="971229" y="4486852"/>
                  </a:lnTo>
                  <a:lnTo>
                    <a:pt x="971386" y="4486852"/>
                  </a:lnTo>
                  <a:lnTo>
                    <a:pt x="971386" y="4486421"/>
                  </a:lnTo>
                  <a:lnTo>
                    <a:pt x="971544" y="4486421"/>
                  </a:lnTo>
                  <a:lnTo>
                    <a:pt x="971544" y="4485990"/>
                  </a:lnTo>
                  <a:lnTo>
                    <a:pt x="971702" y="4485990"/>
                  </a:lnTo>
                  <a:lnTo>
                    <a:pt x="971860" y="4485990"/>
                  </a:lnTo>
                  <a:lnTo>
                    <a:pt x="972017" y="4485990"/>
                  </a:lnTo>
                  <a:lnTo>
                    <a:pt x="972017" y="4485560"/>
                  </a:lnTo>
                  <a:lnTo>
                    <a:pt x="972175" y="4485560"/>
                  </a:lnTo>
                  <a:lnTo>
                    <a:pt x="972175" y="4485129"/>
                  </a:lnTo>
                  <a:lnTo>
                    <a:pt x="972333" y="4485129"/>
                  </a:lnTo>
                  <a:lnTo>
                    <a:pt x="972490" y="4485129"/>
                  </a:lnTo>
                  <a:lnTo>
                    <a:pt x="972490" y="4484699"/>
                  </a:lnTo>
                  <a:lnTo>
                    <a:pt x="972490" y="4484268"/>
                  </a:lnTo>
                  <a:lnTo>
                    <a:pt x="972490" y="4483837"/>
                  </a:lnTo>
                  <a:lnTo>
                    <a:pt x="972490" y="4483407"/>
                  </a:lnTo>
                  <a:lnTo>
                    <a:pt x="972490" y="4482976"/>
                  </a:lnTo>
                  <a:lnTo>
                    <a:pt x="972490" y="4482546"/>
                  </a:lnTo>
                  <a:lnTo>
                    <a:pt x="972648" y="4482546"/>
                  </a:lnTo>
                  <a:lnTo>
                    <a:pt x="972806" y="4482546"/>
                  </a:lnTo>
                  <a:lnTo>
                    <a:pt x="972964" y="4482546"/>
                  </a:lnTo>
                  <a:lnTo>
                    <a:pt x="973121" y="4482546"/>
                  </a:lnTo>
                  <a:lnTo>
                    <a:pt x="973279" y="4482546"/>
                  </a:lnTo>
                  <a:lnTo>
                    <a:pt x="973437" y="4482546"/>
                  </a:lnTo>
                  <a:lnTo>
                    <a:pt x="973437" y="4482115"/>
                  </a:lnTo>
                  <a:lnTo>
                    <a:pt x="973594" y="4482115"/>
                  </a:lnTo>
                  <a:lnTo>
                    <a:pt x="973594" y="4481684"/>
                  </a:lnTo>
                  <a:lnTo>
                    <a:pt x="973752" y="4481684"/>
                  </a:lnTo>
                  <a:lnTo>
                    <a:pt x="973910" y="4481684"/>
                  </a:lnTo>
                  <a:lnTo>
                    <a:pt x="973910" y="4481254"/>
                  </a:lnTo>
                  <a:lnTo>
                    <a:pt x="974068" y="4481254"/>
                  </a:lnTo>
                  <a:lnTo>
                    <a:pt x="974225" y="4481254"/>
                  </a:lnTo>
                  <a:lnTo>
                    <a:pt x="974225" y="4480823"/>
                  </a:lnTo>
                  <a:lnTo>
                    <a:pt x="974225" y="4480393"/>
                  </a:lnTo>
                  <a:lnTo>
                    <a:pt x="974225" y="4479962"/>
                  </a:lnTo>
                  <a:lnTo>
                    <a:pt x="974383" y="4479962"/>
                  </a:lnTo>
                  <a:lnTo>
                    <a:pt x="974541" y="4479962"/>
                  </a:lnTo>
                  <a:lnTo>
                    <a:pt x="974541" y="4479531"/>
                  </a:lnTo>
                  <a:lnTo>
                    <a:pt x="974541" y="4479101"/>
                  </a:lnTo>
                  <a:lnTo>
                    <a:pt x="974541" y="4478670"/>
                  </a:lnTo>
                  <a:lnTo>
                    <a:pt x="974698" y="4478670"/>
                  </a:lnTo>
                  <a:lnTo>
                    <a:pt x="974856" y="4478670"/>
                  </a:lnTo>
                  <a:lnTo>
                    <a:pt x="975014" y="4478670"/>
                  </a:lnTo>
                  <a:lnTo>
                    <a:pt x="975172" y="4478670"/>
                  </a:lnTo>
                  <a:lnTo>
                    <a:pt x="975172" y="4478240"/>
                  </a:lnTo>
                  <a:lnTo>
                    <a:pt x="975329" y="4478240"/>
                  </a:lnTo>
                  <a:lnTo>
                    <a:pt x="975329" y="4477809"/>
                  </a:lnTo>
                  <a:lnTo>
                    <a:pt x="975487" y="4477809"/>
                  </a:lnTo>
                  <a:lnTo>
                    <a:pt x="975645" y="4477809"/>
                  </a:lnTo>
                  <a:lnTo>
                    <a:pt x="975802" y="4477809"/>
                  </a:lnTo>
                  <a:lnTo>
                    <a:pt x="975802" y="4477378"/>
                  </a:lnTo>
                  <a:lnTo>
                    <a:pt x="975802" y="4476948"/>
                  </a:lnTo>
                  <a:lnTo>
                    <a:pt x="975802" y="4476517"/>
                  </a:lnTo>
                  <a:lnTo>
                    <a:pt x="975960" y="4476517"/>
                  </a:lnTo>
                  <a:lnTo>
                    <a:pt x="975960" y="4476087"/>
                  </a:lnTo>
                  <a:lnTo>
                    <a:pt x="976118" y="4476087"/>
                  </a:lnTo>
                  <a:lnTo>
                    <a:pt x="976276" y="4476087"/>
                  </a:lnTo>
                  <a:lnTo>
                    <a:pt x="976433" y="4476087"/>
                  </a:lnTo>
                  <a:lnTo>
                    <a:pt x="976433" y="4475656"/>
                  </a:lnTo>
                  <a:lnTo>
                    <a:pt x="976591" y="4475656"/>
                  </a:lnTo>
                  <a:lnTo>
                    <a:pt x="976591" y="4475225"/>
                  </a:lnTo>
                  <a:lnTo>
                    <a:pt x="976591" y="4474795"/>
                  </a:lnTo>
                  <a:lnTo>
                    <a:pt x="976749" y="4474795"/>
                  </a:lnTo>
                  <a:lnTo>
                    <a:pt x="976749" y="4474364"/>
                  </a:lnTo>
                  <a:lnTo>
                    <a:pt x="976907" y="4474364"/>
                  </a:lnTo>
                  <a:lnTo>
                    <a:pt x="976907" y="4473934"/>
                  </a:lnTo>
                  <a:lnTo>
                    <a:pt x="976907" y="4473503"/>
                  </a:lnTo>
                  <a:lnTo>
                    <a:pt x="977064" y="4473503"/>
                  </a:lnTo>
                  <a:lnTo>
                    <a:pt x="977064" y="4473072"/>
                  </a:lnTo>
                  <a:lnTo>
                    <a:pt x="977222" y="4473072"/>
                  </a:lnTo>
                  <a:lnTo>
                    <a:pt x="977380" y="4473072"/>
                  </a:lnTo>
                  <a:lnTo>
                    <a:pt x="977380" y="4472642"/>
                  </a:lnTo>
                  <a:lnTo>
                    <a:pt x="977537" y="4472642"/>
                  </a:lnTo>
                  <a:lnTo>
                    <a:pt x="977695" y="4472642"/>
                  </a:lnTo>
                  <a:lnTo>
                    <a:pt x="977695" y="4472211"/>
                  </a:lnTo>
                  <a:lnTo>
                    <a:pt x="977853" y="4472211"/>
                  </a:lnTo>
                  <a:lnTo>
                    <a:pt x="977853" y="4471781"/>
                  </a:lnTo>
                  <a:lnTo>
                    <a:pt x="977853" y="4471350"/>
                  </a:lnTo>
                  <a:lnTo>
                    <a:pt x="978011" y="4471350"/>
                  </a:lnTo>
                  <a:lnTo>
                    <a:pt x="978168" y="4471350"/>
                  </a:lnTo>
                  <a:lnTo>
                    <a:pt x="978326" y="4471350"/>
                  </a:lnTo>
                  <a:lnTo>
                    <a:pt x="978484" y="4471350"/>
                  </a:lnTo>
                  <a:lnTo>
                    <a:pt x="978641" y="4471350"/>
                  </a:lnTo>
                  <a:lnTo>
                    <a:pt x="978799" y="4471350"/>
                  </a:lnTo>
                  <a:lnTo>
                    <a:pt x="978799" y="4470919"/>
                  </a:lnTo>
                  <a:lnTo>
                    <a:pt x="978799" y="4470489"/>
                  </a:lnTo>
                  <a:lnTo>
                    <a:pt x="978957" y="4470489"/>
                  </a:lnTo>
                  <a:lnTo>
                    <a:pt x="979115" y="4470489"/>
                  </a:lnTo>
                  <a:lnTo>
                    <a:pt x="979272" y="4470489"/>
                  </a:lnTo>
                  <a:lnTo>
                    <a:pt x="979272" y="4470058"/>
                  </a:lnTo>
                  <a:lnTo>
                    <a:pt x="979272" y="4469628"/>
                  </a:lnTo>
                  <a:lnTo>
                    <a:pt x="979430" y="4469628"/>
                  </a:lnTo>
                  <a:lnTo>
                    <a:pt x="979588" y="4469628"/>
                  </a:lnTo>
                  <a:lnTo>
                    <a:pt x="979745" y="4469628"/>
                  </a:lnTo>
                  <a:lnTo>
                    <a:pt x="979903" y="4469628"/>
                  </a:lnTo>
                  <a:lnTo>
                    <a:pt x="980061" y="4469628"/>
                  </a:lnTo>
                  <a:lnTo>
                    <a:pt x="980219" y="4469628"/>
                  </a:lnTo>
                  <a:lnTo>
                    <a:pt x="980376" y="4469628"/>
                  </a:lnTo>
                  <a:lnTo>
                    <a:pt x="980534" y="4469628"/>
                  </a:lnTo>
                  <a:lnTo>
                    <a:pt x="980692" y="4469628"/>
                  </a:lnTo>
                  <a:lnTo>
                    <a:pt x="980692" y="4469197"/>
                  </a:lnTo>
                  <a:lnTo>
                    <a:pt x="980849" y="4469197"/>
                  </a:lnTo>
                  <a:lnTo>
                    <a:pt x="980849" y="4468766"/>
                  </a:lnTo>
                  <a:lnTo>
                    <a:pt x="981007" y="4468766"/>
                  </a:lnTo>
                  <a:lnTo>
                    <a:pt x="981165" y="4468766"/>
                  </a:lnTo>
                  <a:lnTo>
                    <a:pt x="981165" y="4468336"/>
                  </a:lnTo>
                  <a:lnTo>
                    <a:pt x="981165" y="4467905"/>
                  </a:lnTo>
                  <a:lnTo>
                    <a:pt x="981165" y="4467475"/>
                  </a:lnTo>
                  <a:lnTo>
                    <a:pt x="981323" y="4467475"/>
                  </a:lnTo>
                  <a:lnTo>
                    <a:pt x="981480" y="4467475"/>
                  </a:lnTo>
                  <a:lnTo>
                    <a:pt x="981480" y="4467044"/>
                  </a:lnTo>
                  <a:lnTo>
                    <a:pt x="981638" y="4467044"/>
                  </a:lnTo>
                  <a:lnTo>
                    <a:pt x="981796" y="4467044"/>
                  </a:lnTo>
                  <a:lnTo>
                    <a:pt x="981954" y="4467044"/>
                  </a:lnTo>
                  <a:lnTo>
                    <a:pt x="982111" y="4467044"/>
                  </a:lnTo>
                  <a:lnTo>
                    <a:pt x="982111" y="4466613"/>
                  </a:lnTo>
                  <a:lnTo>
                    <a:pt x="982269" y="4466613"/>
                  </a:lnTo>
                  <a:lnTo>
                    <a:pt x="982427" y="4466613"/>
                  </a:lnTo>
                  <a:lnTo>
                    <a:pt x="982584" y="4466613"/>
                  </a:lnTo>
                  <a:lnTo>
                    <a:pt x="982742" y="4466613"/>
                  </a:lnTo>
                  <a:lnTo>
                    <a:pt x="982900" y="4466613"/>
                  </a:lnTo>
                  <a:lnTo>
                    <a:pt x="983058" y="4466613"/>
                  </a:lnTo>
                  <a:lnTo>
                    <a:pt x="983215" y="4466613"/>
                  </a:lnTo>
                  <a:lnTo>
                    <a:pt x="983373" y="4466613"/>
                  </a:lnTo>
                  <a:lnTo>
                    <a:pt x="983373" y="4466183"/>
                  </a:lnTo>
                  <a:lnTo>
                    <a:pt x="983531" y="4466183"/>
                  </a:lnTo>
                  <a:lnTo>
                    <a:pt x="983688" y="4466183"/>
                  </a:lnTo>
                  <a:lnTo>
                    <a:pt x="983688" y="4465752"/>
                  </a:lnTo>
                  <a:lnTo>
                    <a:pt x="983688" y="4465322"/>
                  </a:lnTo>
                  <a:lnTo>
                    <a:pt x="983846" y="4465322"/>
                  </a:lnTo>
                  <a:lnTo>
                    <a:pt x="983846" y="4464891"/>
                  </a:lnTo>
                  <a:lnTo>
                    <a:pt x="984004" y="4464891"/>
                  </a:lnTo>
                  <a:lnTo>
                    <a:pt x="984162" y="4464891"/>
                  </a:lnTo>
                  <a:lnTo>
                    <a:pt x="984319" y="4464891"/>
                  </a:lnTo>
                  <a:lnTo>
                    <a:pt x="984477" y="4464891"/>
                  </a:lnTo>
                  <a:lnTo>
                    <a:pt x="984477" y="4464460"/>
                  </a:lnTo>
                  <a:lnTo>
                    <a:pt x="984635" y="4464460"/>
                  </a:lnTo>
                  <a:lnTo>
                    <a:pt x="984635" y="4464030"/>
                  </a:lnTo>
                  <a:lnTo>
                    <a:pt x="984792" y="4464030"/>
                  </a:lnTo>
                  <a:lnTo>
                    <a:pt x="984792" y="4463599"/>
                  </a:lnTo>
                  <a:lnTo>
                    <a:pt x="984792" y="4463169"/>
                  </a:lnTo>
                  <a:lnTo>
                    <a:pt x="984792" y="4462738"/>
                  </a:lnTo>
                  <a:lnTo>
                    <a:pt x="984792" y="4462307"/>
                  </a:lnTo>
                  <a:lnTo>
                    <a:pt x="984792" y="4461877"/>
                  </a:lnTo>
                  <a:lnTo>
                    <a:pt x="984792" y="4461446"/>
                  </a:lnTo>
                  <a:lnTo>
                    <a:pt x="984950" y="4461446"/>
                  </a:lnTo>
                  <a:lnTo>
                    <a:pt x="985108" y="4461446"/>
                  </a:lnTo>
                  <a:lnTo>
                    <a:pt x="985266" y="4461446"/>
                  </a:lnTo>
                  <a:lnTo>
                    <a:pt x="985423" y="4461446"/>
                  </a:lnTo>
                  <a:lnTo>
                    <a:pt x="985581" y="4461446"/>
                  </a:lnTo>
                  <a:lnTo>
                    <a:pt x="985739" y="4461446"/>
                  </a:lnTo>
                  <a:lnTo>
                    <a:pt x="985896" y="4461446"/>
                  </a:lnTo>
                  <a:lnTo>
                    <a:pt x="985896" y="4461016"/>
                  </a:lnTo>
                  <a:lnTo>
                    <a:pt x="986054" y="4461016"/>
                  </a:lnTo>
                  <a:lnTo>
                    <a:pt x="986212" y="4461016"/>
                  </a:lnTo>
                  <a:lnTo>
                    <a:pt x="986370" y="4461016"/>
                  </a:lnTo>
                  <a:lnTo>
                    <a:pt x="986370" y="4460585"/>
                  </a:lnTo>
                  <a:lnTo>
                    <a:pt x="986527" y="4460585"/>
                  </a:lnTo>
                  <a:lnTo>
                    <a:pt x="986685" y="4460585"/>
                  </a:lnTo>
                  <a:lnTo>
                    <a:pt x="986843" y="4460585"/>
                  </a:lnTo>
                  <a:lnTo>
                    <a:pt x="986843" y="4460154"/>
                  </a:lnTo>
                  <a:lnTo>
                    <a:pt x="987000" y="4460154"/>
                  </a:lnTo>
                  <a:lnTo>
                    <a:pt x="987158" y="4460154"/>
                  </a:lnTo>
                  <a:lnTo>
                    <a:pt x="987158" y="4459724"/>
                  </a:lnTo>
                  <a:lnTo>
                    <a:pt x="987158" y="4459293"/>
                  </a:lnTo>
                  <a:lnTo>
                    <a:pt x="987316" y="4459293"/>
                  </a:lnTo>
                  <a:lnTo>
                    <a:pt x="987474" y="4459293"/>
                  </a:lnTo>
                  <a:lnTo>
                    <a:pt x="987631" y="4459293"/>
                  </a:lnTo>
                  <a:lnTo>
                    <a:pt x="987789" y="4459293"/>
                  </a:lnTo>
                  <a:lnTo>
                    <a:pt x="987789" y="4458863"/>
                  </a:lnTo>
                  <a:lnTo>
                    <a:pt x="987947" y="4458863"/>
                  </a:lnTo>
                  <a:lnTo>
                    <a:pt x="987947" y="4458432"/>
                  </a:lnTo>
                  <a:lnTo>
                    <a:pt x="988105" y="4458432"/>
                  </a:lnTo>
                  <a:lnTo>
                    <a:pt x="988262" y="4458432"/>
                  </a:lnTo>
                  <a:lnTo>
                    <a:pt x="988262" y="4458001"/>
                  </a:lnTo>
                  <a:lnTo>
                    <a:pt x="988420" y="4458001"/>
                  </a:lnTo>
                  <a:lnTo>
                    <a:pt x="988420" y="4457571"/>
                  </a:lnTo>
                  <a:lnTo>
                    <a:pt x="988420" y="4457140"/>
                  </a:lnTo>
                  <a:lnTo>
                    <a:pt x="988578" y="4457140"/>
                  </a:lnTo>
                  <a:lnTo>
                    <a:pt x="988578" y="4456710"/>
                  </a:lnTo>
                  <a:lnTo>
                    <a:pt x="988735" y="4456710"/>
                  </a:lnTo>
                  <a:lnTo>
                    <a:pt x="988893" y="4456710"/>
                  </a:lnTo>
                  <a:lnTo>
                    <a:pt x="989051" y="4456710"/>
                  </a:lnTo>
                  <a:lnTo>
                    <a:pt x="989051" y="4456279"/>
                  </a:lnTo>
                  <a:lnTo>
                    <a:pt x="989051" y="4455848"/>
                  </a:lnTo>
                  <a:lnTo>
                    <a:pt x="989051" y="4455418"/>
                  </a:lnTo>
                  <a:lnTo>
                    <a:pt x="989209" y="4455418"/>
                  </a:lnTo>
                  <a:lnTo>
                    <a:pt x="989366" y="4455418"/>
                  </a:lnTo>
                  <a:lnTo>
                    <a:pt x="989366" y="4454987"/>
                  </a:lnTo>
                  <a:lnTo>
                    <a:pt x="989524" y="4454987"/>
                  </a:lnTo>
                  <a:lnTo>
                    <a:pt x="989682" y="4454987"/>
                  </a:lnTo>
                  <a:lnTo>
                    <a:pt x="989839" y="4454987"/>
                  </a:lnTo>
                  <a:lnTo>
                    <a:pt x="989839" y="4454557"/>
                  </a:lnTo>
                  <a:lnTo>
                    <a:pt x="989997" y="4454557"/>
                  </a:lnTo>
                  <a:lnTo>
                    <a:pt x="990155" y="4454557"/>
                  </a:lnTo>
                  <a:lnTo>
                    <a:pt x="990313" y="4454557"/>
                  </a:lnTo>
                  <a:lnTo>
                    <a:pt x="990470" y="4454557"/>
                  </a:lnTo>
                  <a:lnTo>
                    <a:pt x="990470" y="4454126"/>
                  </a:lnTo>
                  <a:lnTo>
                    <a:pt x="990628" y="4454126"/>
                  </a:lnTo>
                  <a:lnTo>
                    <a:pt x="990786" y="4454126"/>
                  </a:lnTo>
                  <a:lnTo>
                    <a:pt x="990943" y="4454126"/>
                  </a:lnTo>
                  <a:lnTo>
                    <a:pt x="991101" y="4454126"/>
                  </a:lnTo>
                  <a:lnTo>
                    <a:pt x="991259" y="4454126"/>
                  </a:lnTo>
                  <a:lnTo>
                    <a:pt x="991417" y="4454126"/>
                  </a:lnTo>
                  <a:lnTo>
                    <a:pt x="991417" y="4453695"/>
                  </a:lnTo>
                  <a:lnTo>
                    <a:pt x="991417" y="4453265"/>
                  </a:lnTo>
                  <a:lnTo>
                    <a:pt x="991417" y="4452834"/>
                  </a:lnTo>
                  <a:lnTo>
                    <a:pt x="991417" y="4452404"/>
                  </a:lnTo>
                  <a:lnTo>
                    <a:pt x="991417" y="4451973"/>
                  </a:lnTo>
                  <a:lnTo>
                    <a:pt x="991574" y="4451973"/>
                  </a:lnTo>
                  <a:lnTo>
                    <a:pt x="991732" y="4451973"/>
                  </a:lnTo>
                  <a:lnTo>
                    <a:pt x="991890" y="4451973"/>
                  </a:lnTo>
                  <a:lnTo>
                    <a:pt x="992047" y="4451973"/>
                  </a:lnTo>
                  <a:lnTo>
                    <a:pt x="992205" y="4451973"/>
                  </a:lnTo>
                  <a:lnTo>
                    <a:pt x="992363" y="4451973"/>
                  </a:lnTo>
                  <a:lnTo>
                    <a:pt x="992521" y="4451973"/>
                  </a:lnTo>
                  <a:lnTo>
                    <a:pt x="992521" y="4451542"/>
                  </a:lnTo>
                  <a:lnTo>
                    <a:pt x="992678" y="4451542"/>
                  </a:lnTo>
                  <a:lnTo>
                    <a:pt x="992678" y="4451112"/>
                  </a:lnTo>
                  <a:lnTo>
                    <a:pt x="992678" y="4450681"/>
                  </a:lnTo>
                  <a:lnTo>
                    <a:pt x="992836" y="4450681"/>
                  </a:lnTo>
                  <a:lnTo>
                    <a:pt x="992836" y="4450251"/>
                  </a:lnTo>
                  <a:lnTo>
                    <a:pt x="992836" y="4449820"/>
                  </a:lnTo>
                  <a:lnTo>
                    <a:pt x="992994" y="4449820"/>
                  </a:lnTo>
                  <a:lnTo>
                    <a:pt x="992994" y="4449389"/>
                  </a:lnTo>
                  <a:lnTo>
                    <a:pt x="993151" y="4449389"/>
                  </a:lnTo>
                  <a:lnTo>
                    <a:pt x="993309" y="4449389"/>
                  </a:lnTo>
                  <a:lnTo>
                    <a:pt x="993309" y="4448959"/>
                  </a:lnTo>
                  <a:lnTo>
                    <a:pt x="993467" y="4448959"/>
                  </a:lnTo>
                  <a:lnTo>
                    <a:pt x="993625" y="4448959"/>
                  </a:lnTo>
                  <a:lnTo>
                    <a:pt x="993625" y="4448528"/>
                  </a:lnTo>
                  <a:lnTo>
                    <a:pt x="993782" y="4448528"/>
                  </a:lnTo>
                  <a:lnTo>
                    <a:pt x="993782" y="4448098"/>
                  </a:lnTo>
                  <a:lnTo>
                    <a:pt x="993940" y="4448098"/>
                  </a:lnTo>
                  <a:lnTo>
                    <a:pt x="994098" y="4448098"/>
                  </a:lnTo>
                  <a:lnTo>
                    <a:pt x="994256" y="4448098"/>
                  </a:lnTo>
                  <a:lnTo>
                    <a:pt x="994413" y="4448098"/>
                  </a:lnTo>
                  <a:lnTo>
                    <a:pt x="994571" y="4448098"/>
                  </a:lnTo>
                  <a:lnTo>
                    <a:pt x="994729" y="4448098"/>
                  </a:lnTo>
                  <a:lnTo>
                    <a:pt x="994886" y="4448098"/>
                  </a:lnTo>
                  <a:lnTo>
                    <a:pt x="995044" y="4448098"/>
                  </a:lnTo>
                  <a:lnTo>
                    <a:pt x="995202" y="4448098"/>
                  </a:lnTo>
                  <a:lnTo>
                    <a:pt x="995202" y="4447667"/>
                  </a:lnTo>
                  <a:lnTo>
                    <a:pt x="995202" y="4447236"/>
                  </a:lnTo>
                  <a:lnTo>
                    <a:pt x="995360" y="4447236"/>
                  </a:lnTo>
                  <a:lnTo>
                    <a:pt x="995360" y="4446806"/>
                  </a:lnTo>
                  <a:lnTo>
                    <a:pt x="995517" y="4446806"/>
                  </a:lnTo>
                  <a:lnTo>
                    <a:pt x="995517" y="4446375"/>
                  </a:lnTo>
                  <a:lnTo>
                    <a:pt x="995517" y="4445945"/>
                  </a:lnTo>
                  <a:lnTo>
                    <a:pt x="995675" y="4445945"/>
                  </a:lnTo>
                  <a:lnTo>
                    <a:pt x="995675" y="4445514"/>
                  </a:lnTo>
                  <a:lnTo>
                    <a:pt x="995675" y="4445083"/>
                  </a:lnTo>
                  <a:lnTo>
                    <a:pt x="995675" y="4444653"/>
                  </a:lnTo>
                  <a:lnTo>
                    <a:pt x="995675" y="4444222"/>
                  </a:lnTo>
                  <a:lnTo>
                    <a:pt x="995833" y="4444222"/>
                  </a:lnTo>
                  <a:lnTo>
                    <a:pt x="995990" y="4444222"/>
                  </a:lnTo>
                  <a:lnTo>
                    <a:pt x="996148" y="4444222"/>
                  </a:lnTo>
                  <a:lnTo>
                    <a:pt x="996148" y="4443792"/>
                  </a:lnTo>
                  <a:lnTo>
                    <a:pt x="996306" y="4443792"/>
                  </a:lnTo>
                  <a:lnTo>
                    <a:pt x="996464" y="4443792"/>
                  </a:lnTo>
                  <a:lnTo>
                    <a:pt x="996464" y="4443361"/>
                  </a:lnTo>
                  <a:lnTo>
                    <a:pt x="996464" y="4442930"/>
                  </a:lnTo>
                  <a:lnTo>
                    <a:pt x="996621" y="4442930"/>
                  </a:lnTo>
                  <a:lnTo>
                    <a:pt x="996621" y="4442500"/>
                  </a:lnTo>
                  <a:lnTo>
                    <a:pt x="996779" y="4442500"/>
                  </a:lnTo>
                  <a:lnTo>
                    <a:pt x="996937" y="4442500"/>
                  </a:lnTo>
                  <a:lnTo>
                    <a:pt x="997094" y="4442500"/>
                  </a:lnTo>
                  <a:lnTo>
                    <a:pt x="997252" y="4442500"/>
                  </a:lnTo>
                  <a:lnTo>
                    <a:pt x="997410" y="4442500"/>
                  </a:lnTo>
                  <a:lnTo>
                    <a:pt x="997568" y="4442500"/>
                  </a:lnTo>
                  <a:lnTo>
                    <a:pt x="997725" y="4442500"/>
                  </a:lnTo>
                  <a:lnTo>
                    <a:pt x="997883" y="4442500"/>
                  </a:lnTo>
                  <a:lnTo>
                    <a:pt x="997883" y="4442069"/>
                  </a:lnTo>
                  <a:lnTo>
                    <a:pt x="998041" y="4442069"/>
                  </a:lnTo>
                  <a:lnTo>
                    <a:pt x="998041" y="4441639"/>
                  </a:lnTo>
                  <a:lnTo>
                    <a:pt x="998041" y="4441208"/>
                  </a:lnTo>
                  <a:lnTo>
                    <a:pt x="998198" y="4441208"/>
                  </a:lnTo>
                  <a:lnTo>
                    <a:pt x="998198" y="4440777"/>
                  </a:lnTo>
                  <a:lnTo>
                    <a:pt x="998198" y="4440347"/>
                  </a:lnTo>
                  <a:lnTo>
                    <a:pt x="998356" y="4440347"/>
                  </a:lnTo>
                  <a:lnTo>
                    <a:pt x="998514" y="4440347"/>
                  </a:lnTo>
                  <a:lnTo>
                    <a:pt x="998672" y="4440347"/>
                  </a:lnTo>
                  <a:lnTo>
                    <a:pt x="998829" y="4440347"/>
                  </a:lnTo>
                  <a:lnTo>
                    <a:pt x="998987" y="4440347"/>
                  </a:lnTo>
                  <a:lnTo>
                    <a:pt x="998987" y="4439916"/>
                  </a:lnTo>
                  <a:lnTo>
                    <a:pt x="998987" y="4439486"/>
                  </a:lnTo>
                  <a:lnTo>
                    <a:pt x="999145" y="4439486"/>
                  </a:lnTo>
                  <a:lnTo>
                    <a:pt x="999303" y="4439486"/>
                  </a:lnTo>
                  <a:lnTo>
                    <a:pt x="999303" y="4439055"/>
                  </a:lnTo>
                  <a:lnTo>
                    <a:pt x="999460" y="4439055"/>
                  </a:lnTo>
                  <a:lnTo>
                    <a:pt x="999618" y="4439055"/>
                  </a:lnTo>
                  <a:lnTo>
                    <a:pt x="999618" y="4438624"/>
                  </a:lnTo>
                  <a:lnTo>
                    <a:pt x="999618" y="4438194"/>
                  </a:lnTo>
                  <a:lnTo>
                    <a:pt x="999776" y="4438194"/>
                  </a:lnTo>
                  <a:lnTo>
                    <a:pt x="999933" y="4438194"/>
                  </a:lnTo>
                  <a:lnTo>
                    <a:pt x="999933" y="4437763"/>
                  </a:lnTo>
                  <a:lnTo>
                    <a:pt x="999933" y="4437333"/>
                  </a:lnTo>
                  <a:lnTo>
                    <a:pt x="1000091" y="4437333"/>
                  </a:lnTo>
                  <a:lnTo>
                    <a:pt x="1000249" y="4437333"/>
                  </a:lnTo>
                  <a:lnTo>
                    <a:pt x="1000407" y="4437333"/>
                  </a:lnTo>
                  <a:lnTo>
                    <a:pt x="1000407" y="4436902"/>
                  </a:lnTo>
                  <a:lnTo>
                    <a:pt x="1000564" y="4436902"/>
                  </a:lnTo>
                  <a:lnTo>
                    <a:pt x="1000722" y="4436902"/>
                  </a:lnTo>
                  <a:lnTo>
                    <a:pt x="1000722" y="4436471"/>
                  </a:lnTo>
                  <a:lnTo>
                    <a:pt x="1000880" y="4436471"/>
                  </a:lnTo>
                  <a:lnTo>
                    <a:pt x="1001037" y="4436471"/>
                  </a:lnTo>
                  <a:lnTo>
                    <a:pt x="1001037" y="4436041"/>
                  </a:lnTo>
                  <a:lnTo>
                    <a:pt x="1001195" y="4436041"/>
                  </a:lnTo>
                  <a:lnTo>
                    <a:pt x="1001353" y="4436041"/>
                  </a:lnTo>
                  <a:lnTo>
                    <a:pt x="1001353" y="4435610"/>
                  </a:lnTo>
                  <a:lnTo>
                    <a:pt x="1001511" y="4435610"/>
                  </a:lnTo>
                  <a:lnTo>
                    <a:pt x="1001668" y="4435610"/>
                  </a:lnTo>
                  <a:lnTo>
                    <a:pt x="1001826" y="4435610"/>
                  </a:lnTo>
                  <a:lnTo>
                    <a:pt x="1001984" y="4435610"/>
                  </a:lnTo>
                  <a:lnTo>
                    <a:pt x="1002141" y="4435610"/>
                  </a:lnTo>
                  <a:lnTo>
                    <a:pt x="1002299" y="4435610"/>
                  </a:lnTo>
                  <a:lnTo>
                    <a:pt x="1002457" y="4435610"/>
                  </a:lnTo>
                  <a:lnTo>
                    <a:pt x="1002457" y="4435180"/>
                  </a:lnTo>
                  <a:lnTo>
                    <a:pt x="1002457" y="4434749"/>
                  </a:lnTo>
                  <a:lnTo>
                    <a:pt x="1002615" y="4434749"/>
                  </a:lnTo>
                  <a:lnTo>
                    <a:pt x="1002772" y="4434749"/>
                  </a:lnTo>
                  <a:lnTo>
                    <a:pt x="1002772" y="4434318"/>
                  </a:lnTo>
                  <a:lnTo>
                    <a:pt x="1002930" y="4434318"/>
                  </a:lnTo>
                  <a:lnTo>
                    <a:pt x="1002930" y="4433888"/>
                  </a:lnTo>
                  <a:lnTo>
                    <a:pt x="1003088" y="4433888"/>
                  </a:lnTo>
                  <a:lnTo>
                    <a:pt x="1003245" y="4433888"/>
                  </a:lnTo>
                  <a:lnTo>
                    <a:pt x="1003403" y="4433888"/>
                  </a:lnTo>
                  <a:lnTo>
                    <a:pt x="1003403" y="4433457"/>
                  </a:lnTo>
                  <a:lnTo>
                    <a:pt x="1003561" y="4433457"/>
                  </a:lnTo>
                  <a:lnTo>
                    <a:pt x="1003719" y="4433457"/>
                  </a:lnTo>
                  <a:lnTo>
                    <a:pt x="1003876" y="4433457"/>
                  </a:lnTo>
                  <a:lnTo>
                    <a:pt x="1004034" y="4433457"/>
                  </a:lnTo>
                  <a:lnTo>
                    <a:pt x="1004192" y="4433457"/>
                  </a:lnTo>
                  <a:lnTo>
                    <a:pt x="1004349" y="4433457"/>
                  </a:lnTo>
                  <a:lnTo>
                    <a:pt x="1004507" y="4433457"/>
                  </a:lnTo>
                  <a:lnTo>
                    <a:pt x="1004665" y="4433457"/>
                  </a:lnTo>
                  <a:lnTo>
                    <a:pt x="1004823" y="4433457"/>
                  </a:lnTo>
                  <a:lnTo>
                    <a:pt x="1004980" y="4433457"/>
                  </a:lnTo>
                  <a:lnTo>
                    <a:pt x="1004980" y="4433027"/>
                  </a:lnTo>
                  <a:lnTo>
                    <a:pt x="1005138" y="4433027"/>
                  </a:lnTo>
                  <a:lnTo>
                    <a:pt x="1005296" y="4433027"/>
                  </a:lnTo>
                  <a:lnTo>
                    <a:pt x="1005296" y="4432596"/>
                  </a:lnTo>
                  <a:lnTo>
                    <a:pt x="1005454" y="4432596"/>
                  </a:lnTo>
                  <a:lnTo>
                    <a:pt x="1005611" y="4432596"/>
                  </a:lnTo>
                  <a:lnTo>
                    <a:pt x="1005611" y="4432165"/>
                  </a:lnTo>
                  <a:lnTo>
                    <a:pt x="1005611" y="4431735"/>
                  </a:lnTo>
                  <a:lnTo>
                    <a:pt x="1005769" y="4431735"/>
                  </a:lnTo>
                  <a:lnTo>
                    <a:pt x="1005769" y="4431304"/>
                  </a:lnTo>
                  <a:lnTo>
                    <a:pt x="1005927" y="4431304"/>
                  </a:lnTo>
                  <a:lnTo>
                    <a:pt x="1006084" y="4431304"/>
                  </a:lnTo>
                  <a:lnTo>
                    <a:pt x="1006242" y="4431304"/>
                  </a:lnTo>
                  <a:lnTo>
                    <a:pt x="1006242" y="4430874"/>
                  </a:lnTo>
                  <a:lnTo>
                    <a:pt x="1006242" y="4430443"/>
                  </a:lnTo>
                  <a:lnTo>
                    <a:pt x="1006400" y="4430443"/>
                  </a:lnTo>
                  <a:lnTo>
                    <a:pt x="1006558" y="4430443"/>
                  </a:lnTo>
                  <a:lnTo>
                    <a:pt x="1006715" y="4430443"/>
                  </a:lnTo>
                  <a:lnTo>
                    <a:pt x="1006715" y="4430012"/>
                  </a:lnTo>
                  <a:lnTo>
                    <a:pt x="1006873" y="4430012"/>
                  </a:lnTo>
                  <a:lnTo>
                    <a:pt x="1007031" y="4430012"/>
                  </a:lnTo>
                  <a:lnTo>
                    <a:pt x="1007188" y="4430012"/>
                  </a:lnTo>
                  <a:lnTo>
                    <a:pt x="1007346" y="4430012"/>
                  </a:lnTo>
                  <a:lnTo>
                    <a:pt x="1007346" y="4429582"/>
                  </a:lnTo>
                  <a:lnTo>
                    <a:pt x="1007504" y="4429582"/>
                  </a:lnTo>
                  <a:lnTo>
                    <a:pt x="1007504" y="4429151"/>
                  </a:lnTo>
                  <a:lnTo>
                    <a:pt x="1007662" y="4429151"/>
                  </a:lnTo>
                  <a:lnTo>
                    <a:pt x="1007819" y="4429151"/>
                  </a:lnTo>
                  <a:lnTo>
                    <a:pt x="1007977" y="4429151"/>
                  </a:lnTo>
                  <a:lnTo>
                    <a:pt x="1008135" y="4429151"/>
                  </a:lnTo>
                  <a:lnTo>
                    <a:pt x="1008135" y="4428721"/>
                  </a:lnTo>
                  <a:lnTo>
                    <a:pt x="1008135" y="4428290"/>
                  </a:lnTo>
                  <a:lnTo>
                    <a:pt x="1008135" y="4427859"/>
                  </a:lnTo>
                  <a:lnTo>
                    <a:pt x="1008135" y="4427429"/>
                  </a:lnTo>
                  <a:lnTo>
                    <a:pt x="1008292" y="4427429"/>
                  </a:lnTo>
                  <a:lnTo>
                    <a:pt x="1008450" y="4427429"/>
                  </a:lnTo>
                  <a:lnTo>
                    <a:pt x="1008608" y="4427429"/>
                  </a:lnTo>
                  <a:lnTo>
                    <a:pt x="1008608" y="4426998"/>
                  </a:lnTo>
                  <a:lnTo>
                    <a:pt x="1008608" y="4426568"/>
                  </a:lnTo>
                  <a:lnTo>
                    <a:pt x="1008766" y="4426568"/>
                  </a:lnTo>
                  <a:lnTo>
                    <a:pt x="1008923" y="4426568"/>
                  </a:lnTo>
                  <a:lnTo>
                    <a:pt x="1009081" y="4426568"/>
                  </a:lnTo>
                  <a:lnTo>
                    <a:pt x="1009239" y="4426568"/>
                  </a:lnTo>
                  <a:lnTo>
                    <a:pt x="1009396" y="4426568"/>
                  </a:lnTo>
                  <a:lnTo>
                    <a:pt x="1009554" y="4426568"/>
                  </a:lnTo>
                  <a:lnTo>
                    <a:pt x="1009712" y="4426568"/>
                  </a:lnTo>
                  <a:lnTo>
                    <a:pt x="1009870" y="4426568"/>
                  </a:lnTo>
                  <a:lnTo>
                    <a:pt x="1010027" y="4426568"/>
                  </a:lnTo>
                  <a:lnTo>
                    <a:pt x="1010185" y="4426568"/>
                  </a:lnTo>
                  <a:lnTo>
                    <a:pt x="1010343" y="4426568"/>
                  </a:lnTo>
                  <a:lnTo>
                    <a:pt x="1010501" y="4426568"/>
                  </a:lnTo>
                  <a:lnTo>
                    <a:pt x="1010658" y="4426568"/>
                  </a:lnTo>
                  <a:lnTo>
                    <a:pt x="1010816" y="4426568"/>
                  </a:lnTo>
                  <a:lnTo>
                    <a:pt x="1010816" y="4426137"/>
                  </a:lnTo>
                  <a:lnTo>
                    <a:pt x="1010974" y="4426137"/>
                  </a:lnTo>
                  <a:lnTo>
                    <a:pt x="1011131" y="4426137"/>
                  </a:lnTo>
                  <a:lnTo>
                    <a:pt x="1011289" y="4426137"/>
                  </a:lnTo>
                  <a:lnTo>
                    <a:pt x="1011447" y="4426137"/>
                  </a:lnTo>
                  <a:lnTo>
                    <a:pt x="1011447" y="4425706"/>
                  </a:lnTo>
                  <a:lnTo>
                    <a:pt x="1011605" y="4425706"/>
                  </a:lnTo>
                  <a:lnTo>
                    <a:pt x="1011605" y="4425276"/>
                  </a:lnTo>
                  <a:lnTo>
                    <a:pt x="1011762" y="4425276"/>
                  </a:lnTo>
                  <a:lnTo>
                    <a:pt x="1011920" y="4425276"/>
                  </a:lnTo>
                  <a:lnTo>
                    <a:pt x="1012078" y="4425276"/>
                  </a:lnTo>
                  <a:lnTo>
                    <a:pt x="1012078" y="4424845"/>
                  </a:lnTo>
                  <a:lnTo>
                    <a:pt x="1012235" y="4424845"/>
                  </a:lnTo>
                  <a:lnTo>
                    <a:pt x="1012235" y="4424415"/>
                  </a:lnTo>
                  <a:lnTo>
                    <a:pt x="1012393" y="4424415"/>
                  </a:lnTo>
                  <a:lnTo>
                    <a:pt x="1012393" y="4423984"/>
                  </a:lnTo>
                  <a:lnTo>
                    <a:pt x="1012393" y="4423553"/>
                  </a:lnTo>
                  <a:lnTo>
                    <a:pt x="1012551" y="4423553"/>
                  </a:lnTo>
                  <a:lnTo>
                    <a:pt x="1012551" y="4423123"/>
                  </a:lnTo>
                  <a:lnTo>
                    <a:pt x="1012709" y="4423123"/>
                  </a:lnTo>
                  <a:lnTo>
                    <a:pt x="1012866" y="4423123"/>
                  </a:lnTo>
                  <a:lnTo>
                    <a:pt x="1013024" y="4423123"/>
                  </a:lnTo>
                  <a:lnTo>
                    <a:pt x="1013024" y="4422692"/>
                  </a:lnTo>
                  <a:lnTo>
                    <a:pt x="1013182" y="4422692"/>
                  </a:lnTo>
                  <a:lnTo>
                    <a:pt x="1013339" y="4422692"/>
                  </a:lnTo>
                  <a:lnTo>
                    <a:pt x="1013497" y="4422692"/>
                  </a:lnTo>
                  <a:lnTo>
                    <a:pt x="1013497" y="4422262"/>
                  </a:lnTo>
                  <a:lnTo>
                    <a:pt x="1013655" y="4422262"/>
                  </a:lnTo>
                  <a:lnTo>
                    <a:pt x="1013655" y="4421831"/>
                  </a:lnTo>
                  <a:lnTo>
                    <a:pt x="1013655" y="4421400"/>
                  </a:lnTo>
                  <a:lnTo>
                    <a:pt x="1013813" y="4421400"/>
                  </a:lnTo>
                  <a:lnTo>
                    <a:pt x="1013813" y="4420970"/>
                  </a:lnTo>
                  <a:lnTo>
                    <a:pt x="1013813" y="4420539"/>
                  </a:lnTo>
                  <a:lnTo>
                    <a:pt x="1013970" y="4420539"/>
                  </a:lnTo>
                  <a:lnTo>
                    <a:pt x="1014128" y="4420539"/>
                  </a:lnTo>
                  <a:lnTo>
                    <a:pt x="1014286" y="4420539"/>
                  </a:lnTo>
                  <a:lnTo>
                    <a:pt x="1014286" y="4420109"/>
                  </a:lnTo>
                  <a:lnTo>
                    <a:pt x="1014443" y="4420109"/>
                  </a:lnTo>
                  <a:lnTo>
                    <a:pt x="1014601" y="4420109"/>
                  </a:lnTo>
                  <a:lnTo>
                    <a:pt x="1014759" y="4420109"/>
                  </a:lnTo>
                  <a:lnTo>
                    <a:pt x="1014917" y="4420109"/>
                  </a:lnTo>
                  <a:lnTo>
                    <a:pt x="1014917" y="4419678"/>
                  </a:lnTo>
                  <a:lnTo>
                    <a:pt x="1015074" y="4419678"/>
                  </a:lnTo>
                  <a:lnTo>
                    <a:pt x="1015232" y="4419678"/>
                  </a:lnTo>
                  <a:lnTo>
                    <a:pt x="1015390" y="4419678"/>
                  </a:lnTo>
                  <a:lnTo>
                    <a:pt x="1015547" y="4419678"/>
                  </a:lnTo>
                  <a:lnTo>
                    <a:pt x="1015705" y="4419678"/>
                  </a:lnTo>
                  <a:lnTo>
                    <a:pt x="1015705" y="4419247"/>
                  </a:lnTo>
                  <a:lnTo>
                    <a:pt x="1015863" y="4419247"/>
                  </a:lnTo>
                  <a:lnTo>
                    <a:pt x="1015863" y="4418817"/>
                  </a:lnTo>
                  <a:lnTo>
                    <a:pt x="1016021" y="4418817"/>
                  </a:lnTo>
                  <a:lnTo>
                    <a:pt x="1016178" y="4418817"/>
                  </a:lnTo>
                  <a:lnTo>
                    <a:pt x="1016178" y="4418386"/>
                  </a:lnTo>
                  <a:lnTo>
                    <a:pt x="1016178" y="4417956"/>
                  </a:lnTo>
                  <a:lnTo>
                    <a:pt x="1016178" y="4417525"/>
                  </a:lnTo>
                  <a:lnTo>
                    <a:pt x="1016178" y="4417094"/>
                  </a:lnTo>
                  <a:lnTo>
                    <a:pt x="1016178" y="4416664"/>
                  </a:lnTo>
                  <a:lnTo>
                    <a:pt x="1016336" y="4416664"/>
                  </a:lnTo>
                  <a:lnTo>
                    <a:pt x="1016336" y="4416233"/>
                  </a:lnTo>
                  <a:lnTo>
                    <a:pt x="1016494" y="4416233"/>
                  </a:lnTo>
                  <a:lnTo>
                    <a:pt x="1016494" y="4415803"/>
                  </a:lnTo>
                  <a:lnTo>
                    <a:pt x="1016652" y="4415803"/>
                  </a:lnTo>
                  <a:lnTo>
                    <a:pt x="1016809" y="4415803"/>
                  </a:lnTo>
                  <a:lnTo>
                    <a:pt x="1016967" y="4415803"/>
                  </a:lnTo>
                  <a:lnTo>
                    <a:pt x="1016967" y="4415372"/>
                  </a:lnTo>
                  <a:lnTo>
                    <a:pt x="1017125" y="4415372"/>
                  </a:lnTo>
                  <a:lnTo>
                    <a:pt x="1017282" y="4415372"/>
                  </a:lnTo>
                  <a:lnTo>
                    <a:pt x="1017440" y="4415372"/>
                  </a:lnTo>
                  <a:lnTo>
                    <a:pt x="1017440" y="4414941"/>
                  </a:lnTo>
                  <a:lnTo>
                    <a:pt x="1017440" y="4414511"/>
                  </a:lnTo>
                  <a:lnTo>
                    <a:pt x="1017440" y="4414080"/>
                  </a:lnTo>
                  <a:lnTo>
                    <a:pt x="1017598" y="4414080"/>
                  </a:lnTo>
                  <a:lnTo>
                    <a:pt x="1017756" y="4414080"/>
                  </a:lnTo>
                  <a:lnTo>
                    <a:pt x="1017913" y="4414080"/>
                  </a:lnTo>
                  <a:lnTo>
                    <a:pt x="1017913" y="4413650"/>
                  </a:lnTo>
                  <a:lnTo>
                    <a:pt x="1018071" y="4413650"/>
                  </a:lnTo>
                  <a:lnTo>
                    <a:pt x="1018071" y="4413219"/>
                  </a:lnTo>
                  <a:lnTo>
                    <a:pt x="1018071" y="4412788"/>
                  </a:lnTo>
                  <a:lnTo>
                    <a:pt x="1018229" y="4412788"/>
                  </a:lnTo>
                  <a:lnTo>
                    <a:pt x="1018386" y="4412788"/>
                  </a:lnTo>
                  <a:lnTo>
                    <a:pt x="1018544" y="4412788"/>
                  </a:lnTo>
                  <a:lnTo>
                    <a:pt x="1018544" y="4412358"/>
                  </a:lnTo>
                  <a:lnTo>
                    <a:pt x="1018702" y="4412358"/>
                  </a:lnTo>
                  <a:lnTo>
                    <a:pt x="1018702" y="4411927"/>
                  </a:lnTo>
                  <a:lnTo>
                    <a:pt x="1018702" y="4411497"/>
                  </a:lnTo>
                  <a:lnTo>
                    <a:pt x="1018860" y="4411497"/>
                  </a:lnTo>
                  <a:lnTo>
                    <a:pt x="1019017" y="4411497"/>
                  </a:lnTo>
                  <a:lnTo>
                    <a:pt x="1019175" y="4411497"/>
                  </a:lnTo>
                  <a:lnTo>
                    <a:pt x="1019333" y="4411497"/>
                  </a:lnTo>
                  <a:lnTo>
                    <a:pt x="1019490" y="4411497"/>
                  </a:lnTo>
                  <a:lnTo>
                    <a:pt x="1019648" y="4411497"/>
                  </a:lnTo>
                  <a:lnTo>
                    <a:pt x="1019806" y="4411497"/>
                  </a:lnTo>
                  <a:lnTo>
                    <a:pt x="1019964" y="4411497"/>
                  </a:lnTo>
                  <a:lnTo>
                    <a:pt x="1020121" y="4411497"/>
                  </a:lnTo>
                  <a:lnTo>
                    <a:pt x="1020279" y="4411497"/>
                  </a:lnTo>
                  <a:lnTo>
                    <a:pt x="1020279" y="4411066"/>
                  </a:lnTo>
                  <a:lnTo>
                    <a:pt x="1020279" y="4410635"/>
                  </a:lnTo>
                  <a:lnTo>
                    <a:pt x="1020279" y="4410205"/>
                  </a:lnTo>
                  <a:lnTo>
                    <a:pt x="1020437" y="4410205"/>
                  </a:lnTo>
                  <a:lnTo>
                    <a:pt x="1020437" y="4409774"/>
                  </a:lnTo>
                  <a:lnTo>
                    <a:pt x="1020437" y="4409344"/>
                  </a:lnTo>
                  <a:lnTo>
                    <a:pt x="1020437" y="4408913"/>
                  </a:lnTo>
                  <a:lnTo>
                    <a:pt x="1020594" y="4408913"/>
                  </a:lnTo>
                  <a:lnTo>
                    <a:pt x="1020752" y="4408913"/>
                  </a:lnTo>
                  <a:lnTo>
                    <a:pt x="1020910" y="4408913"/>
                  </a:lnTo>
                  <a:lnTo>
                    <a:pt x="1021068" y="4408913"/>
                  </a:lnTo>
                  <a:lnTo>
                    <a:pt x="1021225" y="4408913"/>
                  </a:lnTo>
                  <a:lnTo>
                    <a:pt x="1021225" y="4408482"/>
                  </a:lnTo>
                  <a:lnTo>
                    <a:pt x="1021383" y="4408482"/>
                  </a:lnTo>
                  <a:lnTo>
                    <a:pt x="1021383" y="4408052"/>
                  </a:lnTo>
                  <a:lnTo>
                    <a:pt x="1021541" y="4408052"/>
                  </a:lnTo>
                  <a:lnTo>
                    <a:pt x="1021699" y="4408052"/>
                  </a:lnTo>
                  <a:lnTo>
                    <a:pt x="1021856" y="4408052"/>
                  </a:lnTo>
                  <a:lnTo>
                    <a:pt x="1022014" y="4408052"/>
                  </a:lnTo>
                  <a:lnTo>
                    <a:pt x="1022014" y="4407621"/>
                  </a:lnTo>
                  <a:lnTo>
                    <a:pt x="1022172" y="4407621"/>
                  </a:lnTo>
                  <a:lnTo>
                    <a:pt x="1022329" y="4407621"/>
                  </a:lnTo>
                  <a:lnTo>
                    <a:pt x="1022487" y="4407621"/>
                  </a:lnTo>
                  <a:lnTo>
                    <a:pt x="1022487" y="4407191"/>
                  </a:lnTo>
                  <a:lnTo>
                    <a:pt x="1022487" y="4406760"/>
                  </a:lnTo>
                  <a:lnTo>
                    <a:pt x="1022645" y="4406760"/>
                  </a:lnTo>
                  <a:lnTo>
                    <a:pt x="1022803" y="4406760"/>
                  </a:lnTo>
                  <a:lnTo>
                    <a:pt x="1022960" y="4406760"/>
                  </a:lnTo>
                  <a:lnTo>
                    <a:pt x="1023118" y="4406760"/>
                  </a:lnTo>
                  <a:lnTo>
                    <a:pt x="1023276" y="4406760"/>
                  </a:lnTo>
                  <a:lnTo>
                    <a:pt x="1023276" y="4406329"/>
                  </a:lnTo>
                  <a:lnTo>
                    <a:pt x="1023433" y="4406329"/>
                  </a:lnTo>
                  <a:lnTo>
                    <a:pt x="1023591" y="4406329"/>
                  </a:lnTo>
                  <a:lnTo>
                    <a:pt x="1023591" y="4405899"/>
                  </a:lnTo>
                  <a:lnTo>
                    <a:pt x="1023591" y="4405468"/>
                  </a:lnTo>
                  <a:lnTo>
                    <a:pt x="1023591" y="4405038"/>
                  </a:lnTo>
                  <a:lnTo>
                    <a:pt x="1023591" y="4404607"/>
                  </a:lnTo>
                  <a:lnTo>
                    <a:pt x="1023749" y="4404607"/>
                  </a:lnTo>
                  <a:lnTo>
                    <a:pt x="1023907" y="4404607"/>
                  </a:lnTo>
                  <a:lnTo>
                    <a:pt x="1024064" y="4404607"/>
                  </a:lnTo>
                  <a:lnTo>
                    <a:pt x="1024064" y="4404176"/>
                  </a:lnTo>
                  <a:lnTo>
                    <a:pt x="1024222" y="4404176"/>
                  </a:lnTo>
                  <a:lnTo>
                    <a:pt x="1024380" y="4404176"/>
                  </a:lnTo>
                  <a:lnTo>
                    <a:pt x="1024380" y="4403746"/>
                  </a:lnTo>
                  <a:lnTo>
                    <a:pt x="1024537" y="4403746"/>
                  </a:lnTo>
                  <a:lnTo>
                    <a:pt x="1024695" y="4403746"/>
                  </a:lnTo>
                  <a:lnTo>
                    <a:pt x="1024853" y="4403746"/>
                  </a:lnTo>
                  <a:lnTo>
                    <a:pt x="1025011" y="4403746"/>
                  </a:lnTo>
                  <a:lnTo>
                    <a:pt x="1025168" y="4403746"/>
                  </a:lnTo>
                  <a:lnTo>
                    <a:pt x="1025326" y="4403746"/>
                  </a:lnTo>
                  <a:lnTo>
                    <a:pt x="1025326" y="4403315"/>
                  </a:lnTo>
                  <a:lnTo>
                    <a:pt x="1025484" y="4403315"/>
                  </a:lnTo>
                  <a:lnTo>
                    <a:pt x="1025641" y="4403315"/>
                  </a:lnTo>
                  <a:lnTo>
                    <a:pt x="1025641" y="4402885"/>
                  </a:lnTo>
                  <a:lnTo>
                    <a:pt x="1025799" y="4402885"/>
                  </a:lnTo>
                  <a:lnTo>
                    <a:pt x="1025957" y="4402885"/>
                  </a:lnTo>
                  <a:lnTo>
                    <a:pt x="1026115" y="4402885"/>
                  </a:lnTo>
                  <a:lnTo>
                    <a:pt x="1026272" y="4402885"/>
                  </a:lnTo>
                  <a:lnTo>
                    <a:pt x="1026430" y="4402885"/>
                  </a:lnTo>
                  <a:lnTo>
                    <a:pt x="1026588" y="4402885"/>
                  </a:lnTo>
                  <a:lnTo>
                    <a:pt x="1026745" y="4402885"/>
                  </a:lnTo>
                  <a:lnTo>
                    <a:pt x="1026903" y="4402885"/>
                  </a:lnTo>
                  <a:lnTo>
                    <a:pt x="1026903" y="4402454"/>
                  </a:lnTo>
                  <a:lnTo>
                    <a:pt x="1026903" y="4402023"/>
                  </a:lnTo>
                  <a:lnTo>
                    <a:pt x="1026903" y="4401593"/>
                  </a:lnTo>
                  <a:lnTo>
                    <a:pt x="1027061" y="4401593"/>
                  </a:lnTo>
                  <a:lnTo>
                    <a:pt x="1027061" y="4401162"/>
                  </a:lnTo>
                  <a:lnTo>
                    <a:pt x="1027061" y="4400732"/>
                  </a:lnTo>
                  <a:lnTo>
                    <a:pt x="1027219" y="4400732"/>
                  </a:lnTo>
                  <a:lnTo>
                    <a:pt x="1027376" y="4400732"/>
                  </a:lnTo>
                  <a:lnTo>
                    <a:pt x="1027376" y="4400301"/>
                  </a:lnTo>
                  <a:lnTo>
                    <a:pt x="1027376" y="4399870"/>
                  </a:lnTo>
                  <a:lnTo>
                    <a:pt x="1027376" y="4399440"/>
                  </a:lnTo>
                  <a:lnTo>
                    <a:pt x="1027534" y="4399440"/>
                  </a:lnTo>
                  <a:lnTo>
                    <a:pt x="1027692" y="4399440"/>
                  </a:lnTo>
                  <a:lnTo>
                    <a:pt x="1027850" y="4399440"/>
                  </a:lnTo>
                  <a:lnTo>
                    <a:pt x="1028007" y="4399440"/>
                  </a:lnTo>
                  <a:lnTo>
                    <a:pt x="1028165" y="4399440"/>
                  </a:lnTo>
                  <a:lnTo>
                    <a:pt x="1028323" y="4399440"/>
                  </a:lnTo>
                  <a:lnTo>
                    <a:pt x="1028480" y="4399440"/>
                  </a:lnTo>
                  <a:lnTo>
                    <a:pt x="1028638" y="4399440"/>
                  </a:lnTo>
                  <a:lnTo>
                    <a:pt x="1028796" y="4399440"/>
                  </a:lnTo>
                  <a:lnTo>
                    <a:pt x="1028954" y="4399440"/>
                  </a:lnTo>
                  <a:lnTo>
                    <a:pt x="1028954" y="4399009"/>
                  </a:lnTo>
                  <a:lnTo>
                    <a:pt x="1029111" y="4399009"/>
                  </a:lnTo>
                  <a:lnTo>
                    <a:pt x="1029269" y="4399009"/>
                  </a:lnTo>
                  <a:lnTo>
                    <a:pt x="1029427" y="4399009"/>
                  </a:lnTo>
                  <a:lnTo>
                    <a:pt x="1029427" y="4398579"/>
                  </a:lnTo>
                  <a:lnTo>
                    <a:pt x="1029584" y="4398579"/>
                  </a:lnTo>
                  <a:lnTo>
                    <a:pt x="1029742" y="4398579"/>
                  </a:lnTo>
                  <a:lnTo>
                    <a:pt x="1029900" y="4398579"/>
                  </a:lnTo>
                  <a:lnTo>
                    <a:pt x="1030058" y="4398579"/>
                  </a:lnTo>
                  <a:lnTo>
                    <a:pt x="1030058" y="4398148"/>
                  </a:lnTo>
                  <a:lnTo>
                    <a:pt x="1030215" y="4398148"/>
                  </a:lnTo>
                  <a:lnTo>
                    <a:pt x="1030373" y="4398148"/>
                  </a:lnTo>
                  <a:lnTo>
                    <a:pt x="1030373" y="4397717"/>
                  </a:lnTo>
                  <a:lnTo>
                    <a:pt x="1030531" y="4397717"/>
                  </a:lnTo>
                  <a:lnTo>
                    <a:pt x="1030531" y="4397287"/>
                  </a:lnTo>
                  <a:lnTo>
                    <a:pt x="1030688" y="4397287"/>
                  </a:lnTo>
                  <a:lnTo>
                    <a:pt x="1030688" y="4396856"/>
                  </a:lnTo>
                  <a:lnTo>
                    <a:pt x="1030846" y="4396856"/>
                  </a:lnTo>
                  <a:lnTo>
                    <a:pt x="1031004" y="4396856"/>
                  </a:lnTo>
                  <a:lnTo>
                    <a:pt x="1031162" y="4396856"/>
                  </a:lnTo>
                  <a:lnTo>
                    <a:pt x="1031319" y="4396856"/>
                  </a:lnTo>
                  <a:lnTo>
                    <a:pt x="1031477" y="4396856"/>
                  </a:lnTo>
                  <a:lnTo>
                    <a:pt x="1031635" y="4396856"/>
                  </a:lnTo>
                  <a:lnTo>
                    <a:pt x="1031792" y="4396856"/>
                  </a:lnTo>
                  <a:lnTo>
                    <a:pt x="1031792" y="4396426"/>
                  </a:lnTo>
                  <a:lnTo>
                    <a:pt x="1031950" y="4396426"/>
                  </a:lnTo>
                  <a:lnTo>
                    <a:pt x="1031950" y="4395995"/>
                  </a:lnTo>
                  <a:lnTo>
                    <a:pt x="1032108" y="4395995"/>
                  </a:lnTo>
                  <a:lnTo>
                    <a:pt x="1032266" y="4395995"/>
                  </a:lnTo>
                  <a:lnTo>
                    <a:pt x="1032423" y="4395995"/>
                  </a:lnTo>
                  <a:lnTo>
                    <a:pt x="1032581" y="4395995"/>
                  </a:lnTo>
                  <a:lnTo>
                    <a:pt x="1032739" y="4395995"/>
                  </a:lnTo>
                  <a:lnTo>
                    <a:pt x="1032739" y="4395564"/>
                  </a:lnTo>
                  <a:lnTo>
                    <a:pt x="1032897" y="4395564"/>
                  </a:lnTo>
                  <a:lnTo>
                    <a:pt x="1033054" y="4395564"/>
                  </a:lnTo>
                  <a:lnTo>
                    <a:pt x="1033212" y="4395564"/>
                  </a:lnTo>
                  <a:lnTo>
                    <a:pt x="1033212" y="4395134"/>
                  </a:lnTo>
                  <a:lnTo>
                    <a:pt x="1033370" y="4395134"/>
                  </a:lnTo>
                  <a:lnTo>
                    <a:pt x="1033527" y="4395134"/>
                  </a:lnTo>
                  <a:lnTo>
                    <a:pt x="1033685" y="4395134"/>
                  </a:lnTo>
                  <a:lnTo>
                    <a:pt x="1033843" y="4395134"/>
                  </a:lnTo>
                  <a:lnTo>
                    <a:pt x="1034001" y="4395134"/>
                  </a:lnTo>
                  <a:lnTo>
                    <a:pt x="1034001" y="4394703"/>
                  </a:lnTo>
                  <a:lnTo>
                    <a:pt x="1034158" y="4394703"/>
                  </a:lnTo>
                  <a:lnTo>
                    <a:pt x="1034316" y="4394703"/>
                  </a:lnTo>
                  <a:lnTo>
                    <a:pt x="1034474" y="4394703"/>
                  </a:lnTo>
                  <a:lnTo>
                    <a:pt x="1034631" y="4394703"/>
                  </a:lnTo>
                  <a:lnTo>
                    <a:pt x="1034631" y="4394273"/>
                  </a:lnTo>
                  <a:lnTo>
                    <a:pt x="1034789" y="4394273"/>
                  </a:lnTo>
                  <a:lnTo>
                    <a:pt x="1034947" y="4394273"/>
                  </a:lnTo>
                  <a:lnTo>
                    <a:pt x="1035105" y="4394273"/>
                  </a:lnTo>
                  <a:lnTo>
                    <a:pt x="1035105" y="4393842"/>
                  </a:lnTo>
                  <a:lnTo>
                    <a:pt x="1035262" y="4393842"/>
                  </a:lnTo>
                  <a:lnTo>
                    <a:pt x="1035262" y="4393411"/>
                  </a:lnTo>
                  <a:lnTo>
                    <a:pt x="1035420" y="4393411"/>
                  </a:lnTo>
                  <a:lnTo>
                    <a:pt x="1035578" y="4393411"/>
                  </a:lnTo>
                  <a:lnTo>
                    <a:pt x="1035735" y="4393411"/>
                  </a:lnTo>
                  <a:lnTo>
                    <a:pt x="1035893" y="4393411"/>
                  </a:lnTo>
                  <a:lnTo>
                    <a:pt x="1036051" y="4393411"/>
                  </a:lnTo>
                  <a:lnTo>
                    <a:pt x="1036209" y="4393411"/>
                  </a:lnTo>
                  <a:lnTo>
                    <a:pt x="1036209" y="4392981"/>
                  </a:lnTo>
                  <a:lnTo>
                    <a:pt x="1036366" y="4392981"/>
                  </a:lnTo>
                  <a:lnTo>
                    <a:pt x="1036524" y="4392981"/>
                  </a:lnTo>
                  <a:lnTo>
                    <a:pt x="1036524" y="4392550"/>
                  </a:lnTo>
                  <a:lnTo>
                    <a:pt x="1036682" y="4392550"/>
                  </a:lnTo>
                  <a:lnTo>
                    <a:pt x="1036682" y="4392120"/>
                  </a:lnTo>
                  <a:lnTo>
                    <a:pt x="1036839" y="4392120"/>
                  </a:lnTo>
                  <a:lnTo>
                    <a:pt x="1036839" y="4391689"/>
                  </a:lnTo>
                  <a:lnTo>
                    <a:pt x="1036839" y="4391258"/>
                  </a:lnTo>
                  <a:lnTo>
                    <a:pt x="1036839" y="4390828"/>
                  </a:lnTo>
                  <a:lnTo>
                    <a:pt x="1036839" y="4390397"/>
                  </a:lnTo>
                  <a:lnTo>
                    <a:pt x="1036839" y="4389967"/>
                  </a:lnTo>
                  <a:lnTo>
                    <a:pt x="1036997" y="4389967"/>
                  </a:lnTo>
                  <a:lnTo>
                    <a:pt x="1036997" y="4389536"/>
                  </a:lnTo>
                  <a:lnTo>
                    <a:pt x="1036997" y="4389105"/>
                  </a:lnTo>
                  <a:lnTo>
                    <a:pt x="1036997" y="4388675"/>
                  </a:lnTo>
                  <a:lnTo>
                    <a:pt x="1037155" y="4388675"/>
                  </a:lnTo>
                  <a:lnTo>
                    <a:pt x="1037155" y="4388244"/>
                  </a:lnTo>
                  <a:lnTo>
                    <a:pt x="1037313" y="4388244"/>
                  </a:lnTo>
                  <a:lnTo>
                    <a:pt x="1037470" y="4388244"/>
                  </a:lnTo>
                  <a:lnTo>
                    <a:pt x="1037470" y="4387814"/>
                  </a:lnTo>
                  <a:lnTo>
                    <a:pt x="1037628" y="4387814"/>
                  </a:lnTo>
                  <a:lnTo>
                    <a:pt x="1037786" y="4387814"/>
                  </a:lnTo>
                  <a:lnTo>
                    <a:pt x="1037786" y="4387383"/>
                  </a:lnTo>
                  <a:lnTo>
                    <a:pt x="1037943" y="4387383"/>
                  </a:lnTo>
                  <a:lnTo>
                    <a:pt x="1038101" y="4387383"/>
                  </a:lnTo>
                  <a:lnTo>
                    <a:pt x="1038259" y="4387383"/>
                  </a:lnTo>
                  <a:lnTo>
                    <a:pt x="1038259" y="4386952"/>
                  </a:lnTo>
                  <a:lnTo>
                    <a:pt x="1038417" y="4386952"/>
                  </a:lnTo>
                  <a:lnTo>
                    <a:pt x="1038574" y="4386952"/>
                  </a:lnTo>
                  <a:lnTo>
                    <a:pt x="1038574" y="4386522"/>
                  </a:lnTo>
                  <a:lnTo>
                    <a:pt x="1038732" y="4386522"/>
                  </a:lnTo>
                  <a:lnTo>
                    <a:pt x="1038890" y="4386522"/>
                  </a:lnTo>
                  <a:lnTo>
                    <a:pt x="1038890" y="4386091"/>
                  </a:lnTo>
                  <a:lnTo>
                    <a:pt x="1039048" y="4386091"/>
                  </a:lnTo>
                  <a:lnTo>
                    <a:pt x="1039048" y="4385661"/>
                  </a:lnTo>
                  <a:lnTo>
                    <a:pt x="1039205" y="4385661"/>
                  </a:lnTo>
                  <a:lnTo>
                    <a:pt x="1039363" y="4385661"/>
                  </a:lnTo>
                  <a:lnTo>
                    <a:pt x="1039521" y="4385661"/>
                  </a:lnTo>
                  <a:lnTo>
                    <a:pt x="1039678" y="4385661"/>
                  </a:lnTo>
                  <a:lnTo>
                    <a:pt x="1039678" y="4385230"/>
                  </a:lnTo>
                  <a:lnTo>
                    <a:pt x="1039836" y="4385230"/>
                  </a:lnTo>
                  <a:lnTo>
                    <a:pt x="1039836" y="4384799"/>
                  </a:lnTo>
                  <a:lnTo>
                    <a:pt x="1039836" y="4384369"/>
                  </a:lnTo>
                  <a:lnTo>
                    <a:pt x="1039994" y="4384369"/>
                  </a:lnTo>
                  <a:lnTo>
                    <a:pt x="1040152" y="4384369"/>
                  </a:lnTo>
                  <a:lnTo>
                    <a:pt x="1040309" y="4384369"/>
                  </a:lnTo>
                  <a:lnTo>
                    <a:pt x="1040467" y="4384369"/>
                  </a:lnTo>
                  <a:lnTo>
                    <a:pt x="1040625" y="4384369"/>
                  </a:lnTo>
                  <a:lnTo>
                    <a:pt x="1040782" y="4384369"/>
                  </a:lnTo>
                  <a:lnTo>
                    <a:pt x="1040940" y="4384369"/>
                  </a:lnTo>
                  <a:lnTo>
                    <a:pt x="1040940" y="4383938"/>
                  </a:lnTo>
                  <a:lnTo>
                    <a:pt x="1041098" y="4383938"/>
                  </a:lnTo>
                  <a:lnTo>
                    <a:pt x="1041098" y="4383508"/>
                  </a:lnTo>
                  <a:lnTo>
                    <a:pt x="1041256" y="4383508"/>
                  </a:lnTo>
                  <a:lnTo>
                    <a:pt x="1041413" y="4383508"/>
                  </a:lnTo>
                  <a:lnTo>
                    <a:pt x="1041413" y="4383077"/>
                  </a:lnTo>
                  <a:lnTo>
                    <a:pt x="1041413" y="4382646"/>
                  </a:lnTo>
                  <a:lnTo>
                    <a:pt x="1041571" y="4382646"/>
                  </a:lnTo>
                  <a:lnTo>
                    <a:pt x="1041729" y="4382646"/>
                  </a:lnTo>
                  <a:lnTo>
                    <a:pt x="1041729" y="4382216"/>
                  </a:lnTo>
                  <a:lnTo>
                    <a:pt x="1041886" y="4382216"/>
                  </a:lnTo>
                  <a:lnTo>
                    <a:pt x="1042044" y="4382216"/>
                  </a:lnTo>
                  <a:lnTo>
                    <a:pt x="1042202" y="4382216"/>
                  </a:lnTo>
                  <a:lnTo>
                    <a:pt x="1042202" y="4381785"/>
                  </a:lnTo>
                  <a:lnTo>
                    <a:pt x="1042202" y="4381355"/>
                  </a:lnTo>
                  <a:lnTo>
                    <a:pt x="1042360" y="4381355"/>
                  </a:lnTo>
                  <a:lnTo>
                    <a:pt x="1042517" y="4381355"/>
                  </a:lnTo>
                  <a:lnTo>
                    <a:pt x="1042675" y="4381355"/>
                  </a:lnTo>
                  <a:lnTo>
                    <a:pt x="1042833" y="4381355"/>
                  </a:lnTo>
                  <a:lnTo>
                    <a:pt x="1042990" y="4381355"/>
                  </a:lnTo>
                  <a:lnTo>
                    <a:pt x="1043148" y="4381355"/>
                  </a:lnTo>
                  <a:lnTo>
                    <a:pt x="1043306" y="4381355"/>
                  </a:lnTo>
                  <a:lnTo>
                    <a:pt x="1043464" y="4381355"/>
                  </a:lnTo>
                  <a:lnTo>
                    <a:pt x="1043621" y="4381355"/>
                  </a:lnTo>
                  <a:lnTo>
                    <a:pt x="1043779" y="4381355"/>
                  </a:lnTo>
                  <a:lnTo>
                    <a:pt x="1043937" y="4381355"/>
                  </a:lnTo>
                  <a:lnTo>
                    <a:pt x="1043937" y="4380924"/>
                  </a:lnTo>
                  <a:lnTo>
                    <a:pt x="1044095" y="4380924"/>
                  </a:lnTo>
                  <a:lnTo>
                    <a:pt x="1044252" y="4380924"/>
                  </a:lnTo>
                  <a:lnTo>
                    <a:pt x="1044410" y="4380924"/>
                  </a:lnTo>
                  <a:lnTo>
                    <a:pt x="1044568" y="4380924"/>
                  </a:lnTo>
                  <a:lnTo>
                    <a:pt x="1044568" y="4380493"/>
                  </a:lnTo>
                  <a:lnTo>
                    <a:pt x="1044725" y="4380493"/>
                  </a:lnTo>
                  <a:lnTo>
                    <a:pt x="1044883" y="4380493"/>
                  </a:lnTo>
                  <a:lnTo>
                    <a:pt x="1044883" y="4380063"/>
                  </a:lnTo>
                  <a:lnTo>
                    <a:pt x="1044883" y="4379632"/>
                  </a:lnTo>
                  <a:lnTo>
                    <a:pt x="1045041" y="4379632"/>
                  </a:lnTo>
                  <a:lnTo>
                    <a:pt x="1045199" y="4379632"/>
                  </a:lnTo>
                  <a:lnTo>
                    <a:pt x="1045199" y="4379202"/>
                  </a:lnTo>
                  <a:lnTo>
                    <a:pt x="1045199" y="4378771"/>
                  </a:lnTo>
                  <a:lnTo>
                    <a:pt x="1045356" y="4378771"/>
                  </a:lnTo>
                  <a:lnTo>
                    <a:pt x="1045356" y="4378340"/>
                  </a:lnTo>
                  <a:lnTo>
                    <a:pt x="1045514" y="4378340"/>
                  </a:lnTo>
                  <a:lnTo>
                    <a:pt x="1045514" y="4377910"/>
                  </a:lnTo>
                  <a:lnTo>
                    <a:pt x="1045514" y="4377479"/>
                  </a:lnTo>
                  <a:lnTo>
                    <a:pt x="1045514" y="4377049"/>
                  </a:lnTo>
                  <a:lnTo>
                    <a:pt x="1045672" y="4377049"/>
                  </a:lnTo>
                  <a:lnTo>
                    <a:pt x="1045829" y="4377049"/>
                  </a:lnTo>
                  <a:lnTo>
                    <a:pt x="1045829" y="4376618"/>
                  </a:lnTo>
                  <a:lnTo>
                    <a:pt x="1045987" y="4376618"/>
                  </a:lnTo>
                  <a:lnTo>
                    <a:pt x="1045987" y="4376187"/>
                  </a:lnTo>
                  <a:lnTo>
                    <a:pt x="1045987" y="4375757"/>
                  </a:lnTo>
                  <a:lnTo>
                    <a:pt x="1046145" y="4375757"/>
                  </a:lnTo>
                  <a:lnTo>
                    <a:pt x="1046303" y="4375757"/>
                  </a:lnTo>
                  <a:lnTo>
                    <a:pt x="1046303" y="4375326"/>
                  </a:lnTo>
                  <a:lnTo>
                    <a:pt x="1046303" y="4374896"/>
                  </a:lnTo>
                  <a:lnTo>
                    <a:pt x="1046460" y="4374896"/>
                  </a:lnTo>
                  <a:lnTo>
                    <a:pt x="1046460" y="4374465"/>
                  </a:lnTo>
                  <a:lnTo>
                    <a:pt x="1046618" y="4374465"/>
                  </a:lnTo>
                  <a:lnTo>
                    <a:pt x="1046776" y="4374465"/>
                  </a:lnTo>
                  <a:lnTo>
                    <a:pt x="1046933" y="4374465"/>
                  </a:lnTo>
                  <a:lnTo>
                    <a:pt x="1046933" y="4374034"/>
                  </a:lnTo>
                  <a:lnTo>
                    <a:pt x="1047091" y="4374034"/>
                  </a:lnTo>
                  <a:lnTo>
                    <a:pt x="1047249" y="4374034"/>
                  </a:lnTo>
                  <a:lnTo>
                    <a:pt x="1047407" y="4374034"/>
                  </a:lnTo>
                  <a:lnTo>
                    <a:pt x="1047564" y="4374034"/>
                  </a:lnTo>
                  <a:lnTo>
                    <a:pt x="1047722" y="4374034"/>
                  </a:lnTo>
                  <a:lnTo>
                    <a:pt x="1047880" y="4374034"/>
                  </a:lnTo>
                  <a:lnTo>
                    <a:pt x="1048037" y="4374034"/>
                  </a:lnTo>
                  <a:lnTo>
                    <a:pt x="1048195" y="4374034"/>
                  </a:lnTo>
                  <a:lnTo>
                    <a:pt x="1048353" y="4374034"/>
                  </a:lnTo>
                  <a:lnTo>
                    <a:pt x="1048353" y="4373604"/>
                  </a:lnTo>
                  <a:lnTo>
                    <a:pt x="1048511" y="4373604"/>
                  </a:lnTo>
                  <a:lnTo>
                    <a:pt x="1048511" y="4373173"/>
                  </a:lnTo>
                  <a:lnTo>
                    <a:pt x="1048668" y="4373173"/>
                  </a:lnTo>
                  <a:lnTo>
                    <a:pt x="1048826" y="4373173"/>
                  </a:lnTo>
                  <a:lnTo>
                    <a:pt x="1048826" y="4372743"/>
                  </a:lnTo>
                  <a:lnTo>
                    <a:pt x="1048984" y="4372743"/>
                  </a:lnTo>
                  <a:lnTo>
                    <a:pt x="1049141" y="4372743"/>
                  </a:lnTo>
                  <a:lnTo>
                    <a:pt x="1049299" y="4372743"/>
                  </a:lnTo>
                  <a:lnTo>
                    <a:pt x="1049299" y="4372312"/>
                  </a:lnTo>
                  <a:lnTo>
                    <a:pt x="1049457" y="4372312"/>
                  </a:lnTo>
                  <a:lnTo>
                    <a:pt x="1049457" y="4371881"/>
                  </a:lnTo>
                  <a:lnTo>
                    <a:pt x="1049615" y="4371881"/>
                  </a:lnTo>
                  <a:lnTo>
                    <a:pt x="1049772" y="4371881"/>
                  </a:lnTo>
                  <a:lnTo>
                    <a:pt x="1049930" y="4371881"/>
                  </a:lnTo>
                  <a:lnTo>
                    <a:pt x="1050088" y="4371881"/>
                  </a:lnTo>
                  <a:lnTo>
                    <a:pt x="1050246" y="4371881"/>
                  </a:lnTo>
                  <a:lnTo>
                    <a:pt x="1050403" y="4371881"/>
                  </a:lnTo>
                  <a:lnTo>
                    <a:pt x="1050561" y="4371881"/>
                  </a:lnTo>
                  <a:lnTo>
                    <a:pt x="1050719" y="4371881"/>
                  </a:lnTo>
                  <a:lnTo>
                    <a:pt x="1050876" y="4371881"/>
                  </a:lnTo>
                  <a:lnTo>
                    <a:pt x="1051034" y="4371881"/>
                  </a:lnTo>
                  <a:lnTo>
                    <a:pt x="1051192" y="4371881"/>
                  </a:lnTo>
                  <a:lnTo>
                    <a:pt x="1051350" y="4371881"/>
                  </a:lnTo>
                  <a:lnTo>
                    <a:pt x="1051507" y="4371881"/>
                  </a:lnTo>
                  <a:lnTo>
                    <a:pt x="1051665" y="4371881"/>
                  </a:lnTo>
                  <a:lnTo>
                    <a:pt x="1051665" y="4371451"/>
                  </a:lnTo>
                  <a:lnTo>
                    <a:pt x="1051823" y="4371451"/>
                  </a:lnTo>
                  <a:lnTo>
                    <a:pt x="1051980" y="4371451"/>
                  </a:lnTo>
                  <a:lnTo>
                    <a:pt x="1051980" y="4371020"/>
                  </a:lnTo>
                  <a:lnTo>
                    <a:pt x="1052138" y="4371020"/>
                  </a:lnTo>
                  <a:lnTo>
                    <a:pt x="1052138" y="4370590"/>
                  </a:lnTo>
                  <a:lnTo>
                    <a:pt x="1052296" y="4370590"/>
                  </a:lnTo>
                  <a:lnTo>
                    <a:pt x="1052454" y="4370590"/>
                  </a:lnTo>
                  <a:lnTo>
                    <a:pt x="1052454" y="4370159"/>
                  </a:lnTo>
                  <a:lnTo>
                    <a:pt x="1052611" y="4370159"/>
                  </a:lnTo>
                  <a:lnTo>
                    <a:pt x="1052769" y="4370159"/>
                  </a:lnTo>
                  <a:lnTo>
                    <a:pt x="1052927" y="4370159"/>
                  </a:lnTo>
                  <a:lnTo>
                    <a:pt x="1052927" y="4369728"/>
                  </a:lnTo>
                  <a:lnTo>
                    <a:pt x="1052927" y="4369298"/>
                  </a:lnTo>
                  <a:lnTo>
                    <a:pt x="1053084" y="4369298"/>
                  </a:lnTo>
                  <a:lnTo>
                    <a:pt x="1053242" y="4369298"/>
                  </a:lnTo>
                  <a:lnTo>
                    <a:pt x="1053400" y="4369298"/>
                  </a:lnTo>
                  <a:lnTo>
                    <a:pt x="1053558" y="4369298"/>
                  </a:lnTo>
                  <a:lnTo>
                    <a:pt x="1053715" y="4369298"/>
                  </a:lnTo>
                  <a:lnTo>
                    <a:pt x="1053873" y="4369298"/>
                  </a:lnTo>
                  <a:lnTo>
                    <a:pt x="1054031" y="4369298"/>
                  </a:lnTo>
                  <a:lnTo>
                    <a:pt x="1054188" y="4369298"/>
                  </a:lnTo>
                  <a:lnTo>
                    <a:pt x="1054346" y="4369298"/>
                  </a:lnTo>
                  <a:lnTo>
                    <a:pt x="1054504" y="4369298"/>
                  </a:lnTo>
                  <a:lnTo>
                    <a:pt x="1054662" y="4369298"/>
                  </a:lnTo>
                  <a:lnTo>
                    <a:pt x="1054662" y="4368867"/>
                  </a:lnTo>
                  <a:lnTo>
                    <a:pt x="1054819" y="4368867"/>
                  </a:lnTo>
                  <a:lnTo>
                    <a:pt x="1054977" y="4368867"/>
                  </a:lnTo>
                  <a:lnTo>
                    <a:pt x="1054977" y="4368437"/>
                  </a:lnTo>
                  <a:lnTo>
                    <a:pt x="1055135" y="4368437"/>
                  </a:lnTo>
                  <a:lnTo>
                    <a:pt x="1055292" y="4368437"/>
                  </a:lnTo>
                  <a:lnTo>
                    <a:pt x="1055450" y="4368437"/>
                  </a:lnTo>
                  <a:lnTo>
                    <a:pt x="1055608" y="4368437"/>
                  </a:lnTo>
                  <a:lnTo>
                    <a:pt x="1055766" y="4368437"/>
                  </a:lnTo>
                  <a:lnTo>
                    <a:pt x="1055923" y="4368437"/>
                  </a:lnTo>
                  <a:lnTo>
                    <a:pt x="1055923" y="4368006"/>
                  </a:lnTo>
                  <a:lnTo>
                    <a:pt x="1056081" y="4368006"/>
                  </a:lnTo>
                  <a:lnTo>
                    <a:pt x="1056239" y="4368006"/>
                  </a:lnTo>
                  <a:lnTo>
                    <a:pt x="1056397" y="4368006"/>
                  </a:lnTo>
                  <a:lnTo>
                    <a:pt x="1056397" y="4367575"/>
                  </a:lnTo>
                  <a:lnTo>
                    <a:pt x="1056397" y="4367145"/>
                  </a:lnTo>
                  <a:lnTo>
                    <a:pt x="1056397" y="4366714"/>
                  </a:lnTo>
                  <a:lnTo>
                    <a:pt x="1056554" y="4366714"/>
                  </a:lnTo>
                  <a:lnTo>
                    <a:pt x="1056554" y="4366284"/>
                  </a:lnTo>
                  <a:lnTo>
                    <a:pt x="1056712" y="4366284"/>
                  </a:lnTo>
                  <a:lnTo>
                    <a:pt x="1056870" y="4366284"/>
                  </a:lnTo>
                  <a:lnTo>
                    <a:pt x="1057027" y="4366284"/>
                  </a:lnTo>
                  <a:lnTo>
                    <a:pt x="1057027" y="4365853"/>
                  </a:lnTo>
                  <a:lnTo>
                    <a:pt x="1057185" y="4365853"/>
                  </a:lnTo>
                  <a:lnTo>
                    <a:pt x="1057343" y="4365853"/>
                  </a:lnTo>
                  <a:lnTo>
                    <a:pt x="1057501" y="4365853"/>
                  </a:lnTo>
                  <a:lnTo>
                    <a:pt x="1057501" y="4365422"/>
                  </a:lnTo>
                  <a:lnTo>
                    <a:pt x="1057658" y="4365422"/>
                  </a:lnTo>
                  <a:lnTo>
                    <a:pt x="1057658" y="4364992"/>
                  </a:lnTo>
                  <a:lnTo>
                    <a:pt x="1057816" y="4364992"/>
                  </a:lnTo>
                  <a:lnTo>
                    <a:pt x="1057974" y="4364992"/>
                  </a:lnTo>
                  <a:lnTo>
                    <a:pt x="1057974" y="4364561"/>
                  </a:lnTo>
                  <a:lnTo>
                    <a:pt x="1058131" y="4364561"/>
                  </a:lnTo>
                  <a:lnTo>
                    <a:pt x="1058289" y="4364561"/>
                  </a:lnTo>
                  <a:lnTo>
                    <a:pt x="1058289" y="4364131"/>
                  </a:lnTo>
                  <a:lnTo>
                    <a:pt x="1058447" y="4364131"/>
                  </a:lnTo>
                  <a:lnTo>
                    <a:pt x="1058605" y="4364131"/>
                  </a:lnTo>
                  <a:lnTo>
                    <a:pt x="1058605" y="4363700"/>
                  </a:lnTo>
                  <a:lnTo>
                    <a:pt x="1058605" y="4363269"/>
                  </a:lnTo>
                  <a:lnTo>
                    <a:pt x="1058605" y="4362839"/>
                  </a:lnTo>
                  <a:lnTo>
                    <a:pt x="1058762" y="4362839"/>
                  </a:lnTo>
                  <a:lnTo>
                    <a:pt x="1058920" y="4362839"/>
                  </a:lnTo>
                  <a:lnTo>
                    <a:pt x="1059078" y="4362839"/>
                  </a:lnTo>
                  <a:lnTo>
                    <a:pt x="1059078" y="4362408"/>
                  </a:lnTo>
                  <a:lnTo>
                    <a:pt x="1059235" y="4362408"/>
                  </a:lnTo>
                  <a:lnTo>
                    <a:pt x="1059235" y="4361978"/>
                  </a:lnTo>
                  <a:lnTo>
                    <a:pt x="1059393" y="4361978"/>
                  </a:lnTo>
                  <a:lnTo>
                    <a:pt x="1059393" y="4361547"/>
                  </a:lnTo>
                  <a:lnTo>
                    <a:pt x="1059393" y="4361116"/>
                  </a:lnTo>
                  <a:lnTo>
                    <a:pt x="1059393" y="4360686"/>
                  </a:lnTo>
                  <a:lnTo>
                    <a:pt x="1059551" y="4360686"/>
                  </a:lnTo>
                  <a:lnTo>
                    <a:pt x="1059709" y="4360686"/>
                  </a:lnTo>
                  <a:lnTo>
                    <a:pt x="1059866" y="4360686"/>
                  </a:lnTo>
                  <a:lnTo>
                    <a:pt x="1059866" y="4360255"/>
                  </a:lnTo>
                  <a:lnTo>
                    <a:pt x="1060024" y="4360255"/>
                  </a:lnTo>
                  <a:lnTo>
                    <a:pt x="1060024" y="4359825"/>
                  </a:lnTo>
                  <a:lnTo>
                    <a:pt x="1060182" y="4359825"/>
                  </a:lnTo>
                  <a:lnTo>
                    <a:pt x="1060339" y="4359825"/>
                  </a:lnTo>
                  <a:lnTo>
                    <a:pt x="1060497" y="4359825"/>
                  </a:lnTo>
                  <a:lnTo>
                    <a:pt x="1060497" y="4359394"/>
                  </a:lnTo>
                  <a:lnTo>
                    <a:pt x="1060655" y="4359394"/>
                  </a:lnTo>
                  <a:lnTo>
                    <a:pt x="1060655" y="4358963"/>
                  </a:lnTo>
                  <a:lnTo>
                    <a:pt x="1060655" y="4358533"/>
                  </a:lnTo>
                  <a:lnTo>
                    <a:pt x="1060655" y="4358102"/>
                  </a:lnTo>
                  <a:lnTo>
                    <a:pt x="1060813" y="4358102"/>
                  </a:lnTo>
                  <a:lnTo>
                    <a:pt x="1060813" y="4357672"/>
                  </a:lnTo>
                  <a:lnTo>
                    <a:pt x="1060970" y="4357672"/>
                  </a:lnTo>
                  <a:lnTo>
                    <a:pt x="1060970" y="4357241"/>
                  </a:lnTo>
                  <a:lnTo>
                    <a:pt x="1061128" y="4357241"/>
                  </a:lnTo>
                  <a:lnTo>
                    <a:pt x="1061128" y="4356810"/>
                  </a:lnTo>
                  <a:lnTo>
                    <a:pt x="1061128" y="4356380"/>
                  </a:lnTo>
                  <a:lnTo>
                    <a:pt x="1061128" y="4355949"/>
                  </a:lnTo>
                  <a:lnTo>
                    <a:pt x="1061286" y="4355949"/>
                  </a:lnTo>
                  <a:lnTo>
                    <a:pt x="1061444" y="4355949"/>
                  </a:lnTo>
                  <a:lnTo>
                    <a:pt x="1061601" y="4355949"/>
                  </a:lnTo>
                  <a:lnTo>
                    <a:pt x="1061759" y="4355949"/>
                  </a:lnTo>
                  <a:lnTo>
                    <a:pt x="1061759" y="4355519"/>
                  </a:lnTo>
                  <a:lnTo>
                    <a:pt x="1061917" y="4355519"/>
                  </a:lnTo>
                  <a:lnTo>
                    <a:pt x="1062074" y="4355519"/>
                  </a:lnTo>
                  <a:lnTo>
                    <a:pt x="1062232" y="4355519"/>
                  </a:lnTo>
                  <a:lnTo>
                    <a:pt x="1062232" y="4355088"/>
                  </a:lnTo>
                  <a:lnTo>
                    <a:pt x="1062232" y="4354657"/>
                  </a:lnTo>
                  <a:lnTo>
                    <a:pt x="1062390" y="4354657"/>
                  </a:lnTo>
                  <a:lnTo>
                    <a:pt x="1062390" y="4354227"/>
                  </a:lnTo>
                  <a:lnTo>
                    <a:pt x="1062548" y="4354227"/>
                  </a:lnTo>
                  <a:lnTo>
                    <a:pt x="1062548" y="4353796"/>
                  </a:lnTo>
                  <a:lnTo>
                    <a:pt x="1062705" y="4353796"/>
                  </a:lnTo>
                  <a:lnTo>
                    <a:pt x="1062705" y="4353366"/>
                  </a:lnTo>
                  <a:lnTo>
                    <a:pt x="1062705" y="4352935"/>
                  </a:lnTo>
                  <a:lnTo>
                    <a:pt x="1062863" y="4352935"/>
                  </a:lnTo>
                  <a:lnTo>
                    <a:pt x="1062863" y="4352504"/>
                  </a:lnTo>
                  <a:lnTo>
                    <a:pt x="1062863" y="4352074"/>
                  </a:lnTo>
                  <a:lnTo>
                    <a:pt x="1063021" y="4352074"/>
                  </a:lnTo>
                  <a:lnTo>
                    <a:pt x="1063178" y="4352074"/>
                  </a:lnTo>
                  <a:lnTo>
                    <a:pt x="1063336" y="4352074"/>
                  </a:lnTo>
                  <a:lnTo>
                    <a:pt x="1063336" y="4351643"/>
                  </a:lnTo>
                  <a:lnTo>
                    <a:pt x="1063494" y="4351643"/>
                  </a:lnTo>
                  <a:lnTo>
                    <a:pt x="1063652" y="4351643"/>
                  </a:lnTo>
                  <a:lnTo>
                    <a:pt x="1063809" y="4351643"/>
                  </a:lnTo>
                  <a:lnTo>
                    <a:pt x="1063809" y="4351213"/>
                  </a:lnTo>
                  <a:lnTo>
                    <a:pt x="1063967" y="4351213"/>
                  </a:lnTo>
                  <a:lnTo>
                    <a:pt x="1063967" y="4350782"/>
                  </a:lnTo>
                  <a:lnTo>
                    <a:pt x="1064125" y="4350782"/>
                  </a:lnTo>
                  <a:lnTo>
                    <a:pt x="1064282" y="4350782"/>
                  </a:lnTo>
                  <a:lnTo>
                    <a:pt x="1064440" y="4350782"/>
                  </a:lnTo>
                  <a:lnTo>
                    <a:pt x="1064598" y="4350782"/>
                  </a:lnTo>
                  <a:lnTo>
                    <a:pt x="1064756" y="4350782"/>
                  </a:lnTo>
                  <a:lnTo>
                    <a:pt x="1064913" y="4350782"/>
                  </a:lnTo>
                  <a:lnTo>
                    <a:pt x="1065071" y="4350782"/>
                  </a:lnTo>
                  <a:lnTo>
                    <a:pt x="1065229" y="4350782"/>
                  </a:lnTo>
                  <a:lnTo>
                    <a:pt x="1065229" y="4350351"/>
                  </a:lnTo>
                  <a:lnTo>
                    <a:pt x="1065229" y="4349921"/>
                  </a:lnTo>
                  <a:lnTo>
                    <a:pt x="1065229" y="4349490"/>
                  </a:lnTo>
                  <a:lnTo>
                    <a:pt x="1065386" y="4349490"/>
                  </a:lnTo>
                  <a:lnTo>
                    <a:pt x="1065544" y="4349490"/>
                  </a:lnTo>
                  <a:lnTo>
                    <a:pt x="1065702" y="4349490"/>
                  </a:lnTo>
                  <a:lnTo>
                    <a:pt x="1065702" y="4349060"/>
                  </a:lnTo>
                  <a:lnTo>
                    <a:pt x="1065860" y="4349060"/>
                  </a:lnTo>
                  <a:lnTo>
                    <a:pt x="1066017" y="4349060"/>
                  </a:lnTo>
                  <a:lnTo>
                    <a:pt x="1066017" y="4348629"/>
                  </a:lnTo>
                  <a:lnTo>
                    <a:pt x="1066175" y="4348629"/>
                  </a:lnTo>
                  <a:lnTo>
                    <a:pt x="1066333" y="4348629"/>
                  </a:lnTo>
                  <a:lnTo>
                    <a:pt x="1066333" y="4348198"/>
                  </a:lnTo>
                  <a:lnTo>
                    <a:pt x="1066333" y="4347768"/>
                  </a:lnTo>
                  <a:lnTo>
                    <a:pt x="1066490" y="4347768"/>
                  </a:lnTo>
                  <a:lnTo>
                    <a:pt x="1066648" y="4347768"/>
                  </a:lnTo>
                  <a:lnTo>
                    <a:pt x="1066648" y="4347337"/>
                  </a:lnTo>
                  <a:lnTo>
                    <a:pt x="1066806" y="4347337"/>
                  </a:lnTo>
                  <a:lnTo>
                    <a:pt x="1066964" y="4347337"/>
                  </a:lnTo>
                  <a:lnTo>
                    <a:pt x="1067121" y="4347337"/>
                  </a:lnTo>
                  <a:lnTo>
                    <a:pt x="1067121" y="4346907"/>
                  </a:lnTo>
                  <a:lnTo>
                    <a:pt x="1067121" y="4346476"/>
                  </a:lnTo>
                  <a:lnTo>
                    <a:pt x="1067121" y="4346045"/>
                  </a:lnTo>
                  <a:lnTo>
                    <a:pt x="1067279" y="4346045"/>
                  </a:lnTo>
                  <a:lnTo>
                    <a:pt x="1067437" y="4346045"/>
                  </a:lnTo>
                  <a:lnTo>
                    <a:pt x="1067595" y="4346045"/>
                  </a:lnTo>
                  <a:lnTo>
                    <a:pt x="1067752" y="4346045"/>
                  </a:lnTo>
                  <a:lnTo>
                    <a:pt x="1067910" y="4346045"/>
                  </a:lnTo>
                  <a:lnTo>
                    <a:pt x="1068068" y="4346045"/>
                  </a:lnTo>
                  <a:lnTo>
                    <a:pt x="1068225" y="4346045"/>
                  </a:lnTo>
                  <a:lnTo>
                    <a:pt x="1068383" y="4346045"/>
                  </a:lnTo>
                  <a:lnTo>
                    <a:pt x="1068383" y="4345615"/>
                  </a:lnTo>
                  <a:lnTo>
                    <a:pt x="1068541" y="4345615"/>
                  </a:lnTo>
                  <a:lnTo>
                    <a:pt x="1068541" y="4345184"/>
                  </a:lnTo>
                  <a:lnTo>
                    <a:pt x="1068699" y="4345184"/>
                  </a:lnTo>
                  <a:lnTo>
                    <a:pt x="1068699" y="4344754"/>
                  </a:lnTo>
                  <a:lnTo>
                    <a:pt x="1068699" y="4344323"/>
                  </a:lnTo>
                  <a:lnTo>
                    <a:pt x="1068699" y="4343892"/>
                  </a:lnTo>
                  <a:lnTo>
                    <a:pt x="1068856" y="4343892"/>
                  </a:lnTo>
                  <a:lnTo>
                    <a:pt x="1069014" y="4343892"/>
                  </a:lnTo>
                  <a:lnTo>
                    <a:pt x="1069014" y="4343462"/>
                  </a:lnTo>
                  <a:lnTo>
                    <a:pt x="1069172" y="4343462"/>
                  </a:lnTo>
                  <a:lnTo>
                    <a:pt x="1069172" y="4343031"/>
                  </a:lnTo>
                  <a:lnTo>
                    <a:pt x="1069172" y="4342601"/>
                  </a:lnTo>
                  <a:lnTo>
                    <a:pt x="1069329" y="4342601"/>
                  </a:lnTo>
                  <a:lnTo>
                    <a:pt x="1069487" y="4342601"/>
                  </a:lnTo>
                  <a:lnTo>
                    <a:pt x="1069645" y="4342601"/>
                  </a:lnTo>
                  <a:lnTo>
                    <a:pt x="1069803" y="4342601"/>
                  </a:lnTo>
                  <a:lnTo>
                    <a:pt x="1069803" y="4342170"/>
                  </a:lnTo>
                  <a:lnTo>
                    <a:pt x="1069960" y="4342170"/>
                  </a:lnTo>
                  <a:lnTo>
                    <a:pt x="1070118" y="4342170"/>
                  </a:lnTo>
                  <a:lnTo>
                    <a:pt x="1070276" y="4342170"/>
                  </a:lnTo>
                  <a:lnTo>
                    <a:pt x="1070433" y="4342170"/>
                  </a:lnTo>
                  <a:lnTo>
                    <a:pt x="1070433" y="4341739"/>
                  </a:lnTo>
                  <a:lnTo>
                    <a:pt x="1070591" y="4341739"/>
                  </a:lnTo>
                  <a:lnTo>
                    <a:pt x="1070749" y="4341739"/>
                  </a:lnTo>
                  <a:lnTo>
                    <a:pt x="1070749" y="4341309"/>
                  </a:lnTo>
                  <a:lnTo>
                    <a:pt x="1070749" y="4340878"/>
                  </a:lnTo>
                  <a:lnTo>
                    <a:pt x="1070749" y="4340448"/>
                  </a:lnTo>
                  <a:lnTo>
                    <a:pt x="1070907" y="4340448"/>
                  </a:lnTo>
                  <a:lnTo>
                    <a:pt x="1071064" y="4340448"/>
                  </a:lnTo>
                  <a:lnTo>
                    <a:pt x="1071064" y="4340017"/>
                  </a:lnTo>
                  <a:lnTo>
                    <a:pt x="1071064" y="4339586"/>
                  </a:lnTo>
                  <a:lnTo>
                    <a:pt x="1071222" y="4339586"/>
                  </a:lnTo>
                  <a:lnTo>
                    <a:pt x="1071222" y="4339156"/>
                  </a:lnTo>
                  <a:lnTo>
                    <a:pt x="1071380" y="4339156"/>
                  </a:lnTo>
                  <a:lnTo>
                    <a:pt x="1071380" y="4338725"/>
                  </a:lnTo>
                  <a:lnTo>
                    <a:pt x="1071537" y="4338725"/>
                  </a:lnTo>
                  <a:lnTo>
                    <a:pt x="1071695" y="4338725"/>
                  </a:lnTo>
                  <a:lnTo>
                    <a:pt x="1071853" y="4338725"/>
                  </a:lnTo>
                  <a:lnTo>
                    <a:pt x="1072011" y="4338725"/>
                  </a:lnTo>
                  <a:lnTo>
                    <a:pt x="1072011" y="4338295"/>
                  </a:lnTo>
                  <a:lnTo>
                    <a:pt x="1072011" y="4337864"/>
                  </a:lnTo>
                  <a:lnTo>
                    <a:pt x="1072011" y="4337433"/>
                  </a:lnTo>
                  <a:lnTo>
                    <a:pt x="1072011" y="4337003"/>
                  </a:lnTo>
                  <a:lnTo>
                    <a:pt x="1072011" y="4336572"/>
                  </a:lnTo>
                  <a:lnTo>
                    <a:pt x="1072011" y="4336142"/>
                  </a:lnTo>
                  <a:lnTo>
                    <a:pt x="1072168" y="4336142"/>
                  </a:lnTo>
                  <a:lnTo>
                    <a:pt x="1072326" y="4336142"/>
                  </a:lnTo>
                  <a:lnTo>
                    <a:pt x="1072484" y="4336142"/>
                  </a:lnTo>
                  <a:lnTo>
                    <a:pt x="1072642" y="4336142"/>
                  </a:lnTo>
                  <a:lnTo>
                    <a:pt x="1072799" y="4336142"/>
                  </a:lnTo>
                  <a:lnTo>
                    <a:pt x="1072799" y="4335711"/>
                  </a:lnTo>
                  <a:lnTo>
                    <a:pt x="1072957" y="4335711"/>
                  </a:lnTo>
                  <a:lnTo>
                    <a:pt x="1073115" y="4335711"/>
                  </a:lnTo>
                  <a:lnTo>
                    <a:pt x="1073272" y="4335711"/>
                  </a:lnTo>
                  <a:lnTo>
                    <a:pt x="1073272" y="4335280"/>
                  </a:lnTo>
                  <a:lnTo>
                    <a:pt x="1073430" y="4335280"/>
                  </a:lnTo>
                  <a:lnTo>
                    <a:pt x="1073588" y="4335280"/>
                  </a:lnTo>
                  <a:lnTo>
                    <a:pt x="1073588" y="4334850"/>
                  </a:lnTo>
                  <a:lnTo>
                    <a:pt x="1073746" y="4334850"/>
                  </a:lnTo>
                  <a:lnTo>
                    <a:pt x="1073903" y="4334850"/>
                  </a:lnTo>
                  <a:lnTo>
                    <a:pt x="1073903" y="4334419"/>
                  </a:lnTo>
                  <a:lnTo>
                    <a:pt x="1074061" y="4334419"/>
                  </a:lnTo>
                  <a:lnTo>
                    <a:pt x="1074219" y="4334419"/>
                  </a:lnTo>
                  <a:lnTo>
                    <a:pt x="1074376" y="4334419"/>
                  </a:lnTo>
                  <a:lnTo>
                    <a:pt x="1074534" y="4334419"/>
                  </a:lnTo>
                  <a:lnTo>
                    <a:pt x="1074534" y="4333989"/>
                  </a:lnTo>
                  <a:lnTo>
                    <a:pt x="1074692" y="4333989"/>
                  </a:lnTo>
                  <a:lnTo>
                    <a:pt x="1074692" y="4333558"/>
                  </a:lnTo>
                  <a:lnTo>
                    <a:pt x="1074850" y="4333558"/>
                  </a:lnTo>
                  <a:lnTo>
                    <a:pt x="1075007" y="4333558"/>
                  </a:lnTo>
                  <a:lnTo>
                    <a:pt x="1075007" y="4333127"/>
                  </a:lnTo>
                  <a:lnTo>
                    <a:pt x="1075165" y="4333127"/>
                  </a:lnTo>
                  <a:lnTo>
                    <a:pt x="1075165" y="4332697"/>
                  </a:lnTo>
                  <a:lnTo>
                    <a:pt x="1075323" y="4332697"/>
                  </a:lnTo>
                  <a:lnTo>
                    <a:pt x="1075323" y="4332266"/>
                  </a:lnTo>
                  <a:lnTo>
                    <a:pt x="1075323" y="4331836"/>
                  </a:lnTo>
                  <a:lnTo>
                    <a:pt x="1075323" y="4331405"/>
                  </a:lnTo>
                  <a:lnTo>
                    <a:pt x="1075323" y="4330974"/>
                  </a:lnTo>
                  <a:lnTo>
                    <a:pt x="1075480" y="4330974"/>
                  </a:lnTo>
                  <a:lnTo>
                    <a:pt x="1075480" y="4330544"/>
                  </a:lnTo>
                  <a:lnTo>
                    <a:pt x="1075480" y="4330113"/>
                  </a:lnTo>
                  <a:lnTo>
                    <a:pt x="1075638" y="4330113"/>
                  </a:lnTo>
                  <a:lnTo>
                    <a:pt x="1075638" y="4329683"/>
                  </a:lnTo>
                  <a:lnTo>
                    <a:pt x="1075796" y="4329683"/>
                  </a:lnTo>
                  <a:lnTo>
                    <a:pt x="1075954" y="4329683"/>
                  </a:lnTo>
                  <a:lnTo>
                    <a:pt x="1075954" y="4329252"/>
                  </a:lnTo>
                  <a:lnTo>
                    <a:pt x="1076111" y="4329252"/>
                  </a:lnTo>
                  <a:lnTo>
                    <a:pt x="1076111" y="4328821"/>
                  </a:lnTo>
                  <a:lnTo>
                    <a:pt x="1076269" y="4328821"/>
                  </a:lnTo>
                  <a:lnTo>
                    <a:pt x="1076427" y="4328821"/>
                  </a:lnTo>
                  <a:lnTo>
                    <a:pt x="1076427" y="4328391"/>
                  </a:lnTo>
                  <a:lnTo>
                    <a:pt x="1076584" y="4328391"/>
                  </a:lnTo>
                  <a:lnTo>
                    <a:pt x="1076584" y="4327960"/>
                  </a:lnTo>
                  <a:lnTo>
                    <a:pt x="1076742" y="4327960"/>
                  </a:lnTo>
                  <a:lnTo>
                    <a:pt x="1076742" y="4327530"/>
                  </a:lnTo>
                  <a:lnTo>
                    <a:pt x="1076900" y="4327530"/>
                  </a:lnTo>
                  <a:lnTo>
                    <a:pt x="1076900" y="4327099"/>
                  </a:lnTo>
                  <a:lnTo>
                    <a:pt x="1076900" y="4326668"/>
                  </a:lnTo>
                  <a:lnTo>
                    <a:pt x="1077058" y="4326668"/>
                  </a:lnTo>
                  <a:lnTo>
                    <a:pt x="1077215" y="4326668"/>
                  </a:lnTo>
                  <a:lnTo>
                    <a:pt x="1077373" y="4326668"/>
                  </a:lnTo>
                  <a:lnTo>
                    <a:pt x="1077531" y="4326668"/>
                  </a:lnTo>
                  <a:lnTo>
                    <a:pt x="1077688" y="4326668"/>
                  </a:lnTo>
                  <a:lnTo>
                    <a:pt x="1077688" y="4326238"/>
                  </a:lnTo>
                  <a:lnTo>
                    <a:pt x="1077846" y="4326238"/>
                  </a:lnTo>
                  <a:lnTo>
                    <a:pt x="1078004" y="4326238"/>
                  </a:lnTo>
                  <a:lnTo>
                    <a:pt x="1078004" y="4325807"/>
                  </a:lnTo>
                  <a:lnTo>
                    <a:pt x="1078162" y="4325807"/>
                  </a:lnTo>
                  <a:lnTo>
                    <a:pt x="1078319" y="4325807"/>
                  </a:lnTo>
                  <a:lnTo>
                    <a:pt x="1078477" y="4325807"/>
                  </a:lnTo>
                  <a:lnTo>
                    <a:pt x="1078477" y="4325377"/>
                  </a:lnTo>
                  <a:lnTo>
                    <a:pt x="1078635" y="4325377"/>
                  </a:lnTo>
                  <a:lnTo>
                    <a:pt x="1078635" y="4324946"/>
                  </a:lnTo>
                  <a:lnTo>
                    <a:pt x="1078635" y="4324515"/>
                  </a:lnTo>
                  <a:lnTo>
                    <a:pt x="1078793" y="4324515"/>
                  </a:lnTo>
                  <a:lnTo>
                    <a:pt x="1078950" y="4324515"/>
                  </a:lnTo>
                  <a:lnTo>
                    <a:pt x="1079108" y="4324515"/>
                  </a:lnTo>
                  <a:lnTo>
                    <a:pt x="1079266" y="4324515"/>
                  </a:lnTo>
                  <a:lnTo>
                    <a:pt x="1079266" y="4324085"/>
                  </a:lnTo>
                  <a:lnTo>
                    <a:pt x="1079423" y="4324085"/>
                  </a:lnTo>
                  <a:lnTo>
                    <a:pt x="1079423" y="4323654"/>
                  </a:lnTo>
                  <a:lnTo>
                    <a:pt x="1079581" y="4323654"/>
                  </a:lnTo>
                  <a:lnTo>
                    <a:pt x="1079739" y="4323654"/>
                  </a:lnTo>
                  <a:lnTo>
                    <a:pt x="1079739" y="4323224"/>
                  </a:lnTo>
                  <a:lnTo>
                    <a:pt x="1079897" y="4323224"/>
                  </a:lnTo>
                  <a:lnTo>
                    <a:pt x="1080054" y="4323224"/>
                  </a:lnTo>
                  <a:lnTo>
                    <a:pt x="1080054" y="4322793"/>
                  </a:lnTo>
                  <a:lnTo>
                    <a:pt x="1080212" y="4322793"/>
                  </a:lnTo>
                  <a:lnTo>
                    <a:pt x="1080370" y="4322793"/>
                  </a:lnTo>
                  <a:lnTo>
                    <a:pt x="1080527" y="4322793"/>
                  </a:lnTo>
                  <a:lnTo>
                    <a:pt x="1080685" y="4322793"/>
                  </a:lnTo>
                  <a:lnTo>
                    <a:pt x="1080685" y="4322362"/>
                  </a:lnTo>
                  <a:lnTo>
                    <a:pt x="1080685" y="4321932"/>
                  </a:lnTo>
                  <a:lnTo>
                    <a:pt x="1080685" y="4321501"/>
                  </a:lnTo>
                  <a:lnTo>
                    <a:pt x="1080685" y="4321071"/>
                  </a:lnTo>
                  <a:lnTo>
                    <a:pt x="1080685" y="4320640"/>
                  </a:lnTo>
                  <a:lnTo>
                    <a:pt x="1080843" y="4320640"/>
                  </a:lnTo>
                  <a:lnTo>
                    <a:pt x="1080843" y="4320209"/>
                  </a:lnTo>
                  <a:lnTo>
                    <a:pt x="1081001" y="4320209"/>
                  </a:lnTo>
                  <a:lnTo>
                    <a:pt x="1081158" y="4320209"/>
                  </a:lnTo>
                  <a:lnTo>
                    <a:pt x="1081316" y="4320209"/>
                  </a:lnTo>
                  <a:lnTo>
                    <a:pt x="1081316" y="4319779"/>
                  </a:lnTo>
                  <a:lnTo>
                    <a:pt x="1081474" y="4319779"/>
                  </a:lnTo>
                  <a:lnTo>
                    <a:pt x="1081474" y="4319348"/>
                  </a:lnTo>
                  <a:lnTo>
                    <a:pt x="1081474" y="4318918"/>
                  </a:lnTo>
                  <a:lnTo>
                    <a:pt x="1081474" y="4318487"/>
                  </a:lnTo>
                  <a:lnTo>
                    <a:pt x="1081631" y="4318487"/>
                  </a:lnTo>
                  <a:lnTo>
                    <a:pt x="1081789" y="4318487"/>
                  </a:lnTo>
                  <a:lnTo>
                    <a:pt x="1081947" y="4318487"/>
                  </a:lnTo>
                  <a:lnTo>
                    <a:pt x="1082105" y="4318487"/>
                  </a:lnTo>
                  <a:lnTo>
                    <a:pt x="1082105" y="4318056"/>
                  </a:lnTo>
                  <a:lnTo>
                    <a:pt x="1082262" y="4318056"/>
                  </a:lnTo>
                  <a:lnTo>
                    <a:pt x="1082262" y="4317626"/>
                  </a:lnTo>
                  <a:lnTo>
                    <a:pt x="1082420" y="4317626"/>
                  </a:lnTo>
                  <a:lnTo>
                    <a:pt x="1082578" y="4317626"/>
                  </a:lnTo>
                  <a:lnTo>
                    <a:pt x="1082578" y="4317195"/>
                  </a:lnTo>
                  <a:lnTo>
                    <a:pt x="1082578" y="4316765"/>
                  </a:lnTo>
                  <a:lnTo>
                    <a:pt x="1082578" y="4316334"/>
                  </a:lnTo>
                  <a:lnTo>
                    <a:pt x="1082578" y="4315903"/>
                  </a:lnTo>
                  <a:lnTo>
                    <a:pt x="1082735" y="4315903"/>
                  </a:lnTo>
                  <a:lnTo>
                    <a:pt x="1082893" y="4315903"/>
                  </a:lnTo>
                  <a:lnTo>
                    <a:pt x="1083051" y="4315903"/>
                  </a:lnTo>
                  <a:lnTo>
                    <a:pt x="1083051" y="4315473"/>
                  </a:lnTo>
                  <a:lnTo>
                    <a:pt x="1083209" y="4315473"/>
                  </a:lnTo>
                  <a:lnTo>
                    <a:pt x="1083366" y="4315473"/>
                  </a:lnTo>
                  <a:lnTo>
                    <a:pt x="1083366" y="4315042"/>
                  </a:lnTo>
                  <a:lnTo>
                    <a:pt x="1083524" y="4315042"/>
                  </a:lnTo>
                  <a:lnTo>
                    <a:pt x="1083682" y="4315042"/>
                  </a:lnTo>
                  <a:lnTo>
                    <a:pt x="1083840" y="4315042"/>
                  </a:lnTo>
                  <a:lnTo>
                    <a:pt x="1083840" y="4314612"/>
                  </a:lnTo>
                  <a:lnTo>
                    <a:pt x="1083840" y="4314181"/>
                  </a:lnTo>
                  <a:lnTo>
                    <a:pt x="1083840" y="4313750"/>
                  </a:lnTo>
                  <a:lnTo>
                    <a:pt x="1083840" y="4313320"/>
                  </a:lnTo>
                  <a:lnTo>
                    <a:pt x="1083997" y="4313320"/>
                  </a:lnTo>
                  <a:lnTo>
                    <a:pt x="1084155" y="4313320"/>
                  </a:lnTo>
                  <a:lnTo>
                    <a:pt x="1084155" y="4312889"/>
                  </a:lnTo>
                  <a:lnTo>
                    <a:pt x="1084313" y="4312889"/>
                  </a:lnTo>
                  <a:lnTo>
                    <a:pt x="1084470" y="4312889"/>
                  </a:lnTo>
                  <a:lnTo>
                    <a:pt x="1084628" y="4312889"/>
                  </a:lnTo>
                  <a:lnTo>
                    <a:pt x="1084628" y="4312459"/>
                  </a:lnTo>
                  <a:lnTo>
                    <a:pt x="1084786" y="4312459"/>
                  </a:lnTo>
                  <a:lnTo>
                    <a:pt x="1084786" y="4312028"/>
                  </a:lnTo>
                  <a:lnTo>
                    <a:pt x="1084944" y="4312028"/>
                  </a:lnTo>
                  <a:lnTo>
                    <a:pt x="1084944" y="4311597"/>
                  </a:lnTo>
                  <a:lnTo>
                    <a:pt x="1084944" y="4311167"/>
                  </a:lnTo>
                  <a:lnTo>
                    <a:pt x="1084944" y="4310736"/>
                  </a:lnTo>
                  <a:lnTo>
                    <a:pt x="1084944" y="4310306"/>
                  </a:lnTo>
                  <a:lnTo>
                    <a:pt x="1085101" y="4310306"/>
                  </a:lnTo>
                  <a:lnTo>
                    <a:pt x="1085259" y="4310306"/>
                  </a:lnTo>
                  <a:lnTo>
                    <a:pt x="1085417" y="4310306"/>
                  </a:lnTo>
                  <a:lnTo>
                    <a:pt x="1085417" y="4309875"/>
                  </a:lnTo>
                  <a:lnTo>
                    <a:pt x="1085574" y="4309875"/>
                  </a:lnTo>
                  <a:lnTo>
                    <a:pt x="1085732" y="4309875"/>
                  </a:lnTo>
                  <a:lnTo>
                    <a:pt x="1085890" y="4309875"/>
                  </a:lnTo>
                  <a:lnTo>
                    <a:pt x="1085890" y="4309444"/>
                  </a:lnTo>
                  <a:lnTo>
                    <a:pt x="1086048" y="4309444"/>
                  </a:lnTo>
                  <a:lnTo>
                    <a:pt x="1086205" y="4309444"/>
                  </a:lnTo>
                  <a:lnTo>
                    <a:pt x="1086205" y="4309014"/>
                  </a:lnTo>
                  <a:lnTo>
                    <a:pt x="1086363" y="4309014"/>
                  </a:lnTo>
                  <a:lnTo>
                    <a:pt x="1086521" y="4309014"/>
                  </a:lnTo>
                  <a:lnTo>
                    <a:pt x="1086678" y="4309014"/>
                  </a:lnTo>
                  <a:lnTo>
                    <a:pt x="1086836" y="4309014"/>
                  </a:lnTo>
                  <a:lnTo>
                    <a:pt x="1086836" y="4308583"/>
                  </a:lnTo>
                  <a:lnTo>
                    <a:pt x="1086836" y="4308153"/>
                  </a:lnTo>
                  <a:lnTo>
                    <a:pt x="1086994" y="4308153"/>
                  </a:lnTo>
                  <a:lnTo>
                    <a:pt x="1087152" y="4308153"/>
                  </a:lnTo>
                  <a:lnTo>
                    <a:pt x="1087309" y="4308153"/>
                  </a:lnTo>
                  <a:lnTo>
                    <a:pt x="1087467" y="4308153"/>
                  </a:lnTo>
                  <a:lnTo>
                    <a:pt x="1087467" y="4307722"/>
                  </a:lnTo>
                  <a:lnTo>
                    <a:pt x="1087625" y="4307722"/>
                  </a:lnTo>
                  <a:lnTo>
                    <a:pt x="1087625" y="4307291"/>
                  </a:lnTo>
                  <a:lnTo>
                    <a:pt x="1087782" y="4307291"/>
                  </a:lnTo>
                  <a:lnTo>
                    <a:pt x="1087782" y="4306861"/>
                  </a:lnTo>
                  <a:lnTo>
                    <a:pt x="1087782" y="4306430"/>
                  </a:lnTo>
                  <a:lnTo>
                    <a:pt x="1087782" y="4306000"/>
                  </a:lnTo>
                  <a:lnTo>
                    <a:pt x="1087782" y="4305569"/>
                  </a:lnTo>
                  <a:lnTo>
                    <a:pt x="1087940" y="4305569"/>
                  </a:lnTo>
                  <a:lnTo>
                    <a:pt x="1088098" y="4305569"/>
                  </a:lnTo>
                  <a:lnTo>
                    <a:pt x="1088098" y="4305138"/>
                  </a:lnTo>
                  <a:lnTo>
                    <a:pt x="1088256" y="4305138"/>
                  </a:lnTo>
                  <a:lnTo>
                    <a:pt x="1088413" y="4305138"/>
                  </a:lnTo>
                  <a:lnTo>
                    <a:pt x="1088413" y="4304708"/>
                  </a:lnTo>
                  <a:lnTo>
                    <a:pt x="1088571" y="4304708"/>
                  </a:lnTo>
                  <a:lnTo>
                    <a:pt x="1088729" y="4304708"/>
                  </a:lnTo>
                  <a:lnTo>
                    <a:pt x="1088886" y="4304708"/>
                  </a:lnTo>
                  <a:lnTo>
                    <a:pt x="1088886" y="4304277"/>
                  </a:lnTo>
                  <a:lnTo>
                    <a:pt x="1089044" y="4304277"/>
                  </a:lnTo>
                  <a:lnTo>
                    <a:pt x="1089202" y="4304277"/>
                  </a:lnTo>
                  <a:lnTo>
                    <a:pt x="1089202" y="4303847"/>
                  </a:lnTo>
                  <a:lnTo>
                    <a:pt x="1089202" y="4303416"/>
                  </a:lnTo>
                  <a:lnTo>
                    <a:pt x="1089202" y="4302985"/>
                  </a:lnTo>
                  <a:lnTo>
                    <a:pt x="1089360" y="4302985"/>
                  </a:lnTo>
                  <a:lnTo>
                    <a:pt x="1089517" y="4302985"/>
                  </a:lnTo>
                  <a:lnTo>
                    <a:pt x="1089517" y="4302555"/>
                  </a:lnTo>
                  <a:lnTo>
                    <a:pt x="1089517" y="4302124"/>
                  </a:lnTo>
                  <a:lnTo>
                    <a:pt x="1089517" y="4301694"/>
                  </a:lnTo>
                  <a:lnTo>
                    <a:pt x="1089675" y="4301694"/>
                  </a:lnTo>
                  <a:lnTo>
                    <a:pt x="1089675" y="4301263"/>
                  </a:lnTo>
                  <a:lnTo>
                    <a:pt x="1089833" y="4301263"/>
                  </a:lnTo>
                  <a:lnTo>
                    <a:pt x="1089991" y="4301263"/>
                  </a:lnTo>
                  <a:lnTo>
                    <a:pt x="1090148" y="4301263"/>
                  </a:lnTo>
                  <a:lnTo>
                    <a:pt x="1090306" y="4301263"/>
                  </a:lnTo>
                  <a:lnTo>
                    <a:pt x="1090306" y="4300832"/>
                  </a:lnTo>
                  <a:lnTo>
                    <a:pt x="1090464" y="4300832"/>
                  </a:lnTo>
                  <a:lnTo>
                    <a:pt x="1090464" y="4300402"/>
                  </a:lnTo>
                  <a:lnTo>
                    <a:pt x="1090621" y="4300402"/>
                  </a:lnTo>
                  <a:lnTo>
                    <a:pt x="1090779" y="4300402"/>
                  </a:lnTo>
                  <a:lnTo>
                    <a:pt x="1090779" y="4299971"/>
                  </a:lnTo>
                  <a:lnTo>
                    <a:pt x="1090937" y="4299971"/>
                  </a:lnTo>
                  <a:lnTo>
                    <a:pt x="1090937" y="4299541"/>
                  </a:lnTo>
                  <a:lnTo>
                    <a:pt x="1091095" y="4299541"/>
                  </a:lnTo>
                  <a:lnTo>
                    <a:pt x="1091252" y="4299541"/>
                  </a:lnTo>
                  <a:lnTo>
                    <a:pt x="1091410" y="4299541"/>
                  </a:lnTo>
                  <a:lnTo>
                    <a:pt x="1091410" y="4299110"/>
                  </a:lnTo>
                  <a:lnTo>
                    <a:pt x="1091410" y="4298679"/>
                  </a:lnTo>
                  <a:lnTo>
                    <a:pt x="1091568" y="4298679"/>
                  </a:lnTo>
                  <a:lnTo>
                    <a:pt x="1091568" y="4298249"/>
                  </a:lnTo>
                  <a:lnTo>
                    <a:pt x="1091725" y="4298249"/>
                  </a:lnTo>
                  <a:lnTo>
                    <a:pt x="1091725" y="4297818"/>
                  </a:lnTo>
                  <a:lnTo>
                    <a:pt x="1091883" y="4297818"/>
                  </a:lnTo>
                  <a:lnTo>
                    <a:pt x="1091883" y="4297388"/>
                  </a:lnTo>
                  <a:lnTo>
                    <a:pt x="1091883" y="4296957"/>
                  </a:lnTo>
                  <a:lnTo>
                    <a:pt x="1091883" y="4296526"/>
                  </a:lnTo>
                  <a:lnTo>
                    <a:pt x="1092041" y="4296526"/>
                  </a:lnTo>
                  <a:lnTo>
                    <a:pt x="1092199" y="4296526"/>
                  </a:lnTo>
                  <a:lnTo>
                    <a:pt x="1092356" y="4296526"/>
                  </a:lnTo>
                  <a:lnTo>
                    <a:pt x="1092514" y="4296526"/>
                  </a:lnTo>
                  <a:lnTo>
                    <a:pt x="1092514" y="4296096"/>
                  </a:lnTo>
                  <a:lnTo>
                    <a:pt x="1092672" y="4296096"/>
                  </a:lnTo>
                  <a:lnTo>
                    <a:pt x="1092672" y="4295665"/>
                  </a:lnTo>
                  <a:lnTo>
                    <a:pt x="1092829" y="4295665"/>
                  </a:lnTo>
                  <a:lnTo>
                    <a:pt x="1092829" y="4295235"/>
                  </a:lnTo>
                  <a:lnTo>
                    <a:pt x="1092829" y="4294804"/>
                  </a:lnTo>
                  <a:lnTo>
                    <a:pt x="1092987" y="4294804"/>
                  </a:lnTo>
                  <a:lnTo>
                    <a:pt x="1092987" y="4294373"/>
                  </a:lnTo>
                  <a:lnTo>
                    <a:pt x="1092987" y="4293943"/>
                  </a:lnTo>
                  <a:lnTo>
                    <a:pt x="1092987" y="4293512"/>
                  </a:lnTo>
                  <a:lnTo>
                    <a:pt x="1093145" y="4293512"/>
                  </a:lnTo>
                  <a:lnTo>
                    <a:pt x="1093145" y="4293082"/>
                  </a:lnTo>
                  <a:lnTo>
                    <a:pt x="1093145" y="4292651"/>
                  </a:lnTo>
                  <a:lnTo>
                    <a:pt x="1093303" y="4292651"/>
                  </a:lnTo>
                  <a:lnTo>
                    <a:pt x="1093303" y="4292220"/>
                  </a:lnTo>
                  <a:lnTo>
                    <a:pt x="1093460" y="4292220"/>
                  </a:lnTo>
                  <a:lnTo>
                    <a:pt x="1093618" y="4292220"/>
                  </a:lnTo>
                  <a:lnTo>
                    <a:pt x="1093776" y="4292220"/>
                  </a:lnTo>
                  <a:lnTo>
                    <a:pt x="1093933" y="4292220"/>
                  </a:lnTo>
                  <a:lnTo>
                    <a:pt x="1093933" y="4291790"/>
                  </a:lnTo>
                  <a:lnTo>
                    <a:pt x="1093933" y="4291359"/>
                  </a:lnTo>
                  <a:lnTo>
                    <a:pt x="1093933" y="4290929"/>
                  </a:lnTo>
                  <a:lnTo>
                    <a:pt x="1094091" y="4290929"/>
                  </a:lnTo>
                  <a:lnTo>
                    <a:pt x="1094091" y="4290498"/>
                  </a:lnTo>
                  <a:lnTo>
                    <a:pt x="1094249" y="4290498"/>
                  </a:lnTo>
                  <a:lnTo>
                    <a:pt x="1094407" y="4290498"/>
                  </a:lnTo>
                  <a:lnTo>
                    <a:pt x="1094407" y="4290067"/>
                  </a:lnTo>
                  <a:lnTo>
                    <a:pt x="1094407" y="4289637"/>
                  </a:lnTo>
                  <a:lnTo>
                    <a:pt x="1094407" y="4289206"/>
                  </a:lnTo>
                  <a:lnTo>
                    <a:pt x="1094564" y="4289206"/>
                  </a:lnTo>
                  <a:lnTo>
                    <a:pt x="1094722" y="4289206"/>
                  </a:lnTo>
                  <a:lnTo>
                    <a:pt x="1094880" y="4289206"/>
                  </a:lnTo>
                  <a:lnTo>
                    <a:pt x="1095038" y="4289206"/>
                  </a:lnTo>
                  <a:lnTo>
                    <a:pt x="1095038" y="4288776"/>
                  </a:lnTo>
                  <a:lnTo>
                    <a:pt x="1095195" y="4288776"/>
                  </a:lnTo>
                  <a:lnTo>
                    <a:pt x="1095353" y="4288776"/>
                  </a:lnTo>
                  <a:lnTo>
                    <a:pt x="1095353" y="4288345"/>
                  </a:lnTo>
                  <a:lnTo>
                    <a:pt x="1095511" y="4288345"/>
                  </a:lnTo>
                  <a:lnTo>
                    <a:pt x="1095511" y="4287914"/>
                  </a:lnTo>
                  <a:lnTo>
                    <a:pt x="1095668" y="4287914"/>
                  </a:lnTo>
                  <a:lnTo>
                    <a:pt x="1095826" y="4287914"/>
                  </a:lnTo>
                  <a:lnTo>
                    <a:pt x="1095826" y="4287484"/>
                  </a:lnTo>
                  <a:lnTo>
                    <a:pt x="1095826" y="4287053"/>
                  </a:lnTo>
                  <a:lnTo>
                    <a:pt x="1095826" y="4286623"/>
                  </a:lnTo>
                  <a:lnTo>
                    <a:pt x="1095984" y="4286623"/>
                  </a:lnTo>
                  <a:lnTo>
                    <a:pt x="1096142" y="4286623"/>
                  </a:lnTo>
                  <a:lnTo>
                    <a:pt x="1096299" y="4286623"/>
                  </a:lnTo>
                  <a:lnTo>
                    <a:pt x="1096457" y="4286623"/>
                  </a:lnTo>
                  <a:lnTo>
                    <a:pt x="1096615" y="4286623"/>
                  </a:lnTo>
                  <a:lnTo>
                    <a:pt x="1096772" y="4286623"/>
                  </a:lnTo>
                  <a:lnTo>
                    <a:pt x="1096930" y="4286623"/>
                  </a:lnTo>
                  <a:lnTo>
                    <a:pt x="1096930" y="4286192"/>
                  </a:lnTo>
                  <a:lnTo>
                    <a:pt x="1096930" y="4285761"/>
                  </a:lnTo>
                  <a:lnTo>
                    <a:pt x="1097088" y="4285761"/>
                  </a:lnTo>
                  <a:lnTo>
                    <a:pt x="1097246" y="4285761"/>
                  </a:lnTo>
                  <a:lnTo>
                    <a:pt x="1097403" y="4285761"/>
                  </a:lnTo>
                  <a:lnTo>
                    <a:pt x="1097561" y="4285761"/>
                  </a:lnTo>
                  <a:lnTo>
                    <a:pt x="1097719" y="4285761"/>
                  </a:lnTo>
                  <a:lnTo>
                    <a:pt x="1097876" y="4285761"/>
                  </a:lnTo>
                  <a:lnTo>
                    <a:pt x="1098034" y="4285761"/>
                  </a:lnTo>
                  <a:lnTo>
                    <a:pt x="1098192" y="4285761"/>
                  </a:lnTo>
                  <a:lnTo>
                    <a:pt x="1098350" y="4285761"/>
                  </a:lnTo>
                  <a:lnTo>
                    <a:pt x="1098350" y="4285331"/>
                  </a:lnTo>
                  <a:lnTo>
                    <a:pt x="1098507" y="4285331"/>
                  </a:lnTo>
                  <a:lnTo>
                    <a:pt x="1098507" y="4284900"/>
                  </a:lnTo>
                  <a:lnTo>
                    <a:pt x="1098665" y="4284900"/>
                  </a:lnTo>
                  <a:lnTo>
                    <a:pt x="1098823" y="4284900"/>
                  </a:lnTo>
                  <a:lnTo>
                    <a:pt x="1098980" y="4284900"/>
                  </a:lnTo>
                  <a:lnTo>
                    <a:pt x="1099138" y="4284900"/>
                  </a:lnTo>
                  <a:lnTo>
                    <a:pt x="1099296" y="4284900"/>
                  </a:lnTo>
                  <a:lnTo>
                    <a:pt x="1099454" y="4284900"/>
                  </a:lnTo>
                  <a:lnTo>
                    <a:pt x="1099611" y="4284900"/>
                  </a:lnTo>
                  <a:lnTo>
                    <a:pt x="1099769" y="4284900"/>
                  </a:lnTo>
                  <a:lnTo>
                    <a:pt x="1099769" y="4284470"/>
                  </a:lnTo>
                  <a:lnTo>
                    <a:pt x="1099769" y="4284039"/>
                  </a:lnTo>
                  <a:lnTo>
                    <a:pt x="1099927" y="4284039"/>
                  </a:lnTo>
                  <a:lnTo>
                    <a:pt x="1100084" y="4284039"/>
                  </a:lnTo>
                  <a:lnTo>
                    <a:pt x="1100242" y="4284039"/>
                  </a:lnTo>
                  <a:lnTo>
                    <a:pt x="1100242" y="4283608"/>
                  </a:lnTo>
                  <a:lnTo>
                    <a:pt x="1100242" y="4283178"/>
                  </a:lnTo>
                  <a:lnTo>
                    <a:pt x="1100400" y="4283178"/>
                  </a:lnTo>
                  <a:lnTo>
                    <a:pt x="1100400" y="4282747"/>
                  </a:lnTo>
                  <a:lnTo>
                    <a:pt x="1100558" y="4282747"/>
                  </a:lnTo>
                  <a:lnTo>
                    <a:pt x="1100715" y="4282747"/>
                  </a:lnTo>
                  <a:lnTo>
                    <a:pt x="1100873" y="4282747"/>
                  </a:lnTo>
                  <a:lnTo>
                    <a:pt x="1101031" y="4282747"/>
                  </a:lnTo>
                  <a:lnTo>
                    <a:pt x="1101189" y="4282747"/>
                  </a:lnTo>
                  <a:lnTo>
                    <a:pt x="1101346" y="4282747"/>
                  </a:lnTo>
                  <a:lnTo>
                    <a:pt x="1101504" y="4282747"/>
                  </a:lnTo>
                  <a:lnTo>
                    <a:pt x="1101504" y="4282317"/>
                  </a:lnTo>
                  <a:lnTo>
                    <a:pt x="1101504" y="4281886"/>
                  </a:lnTo>
                  <a:lnTo>
                    <a:pt x="1101504" y="4281455"/>
                  </a:lnTo>
                  <a:lnTo>
                    <a:pt x="1101662" y="4281455"/>
                  </a:lnTo>
                  <a:lnTo>
                    <a:pt x="1101819" y="4281455"/>
                  </a:lnTo>
                  <a:lnTo>
                    <a:pt x="1101977" y="4281455"/>
                  </a:lnTo>
                  <a:lnTo>
                    <a:pt x="1102135" y="4281455"/>
                  </a:lnTo>
                  <a:lnTo>
                    <a:pt x="1102293" y="4281455"/>
                  </a:lnTo>
                  <a:lnTo>
                    <a:pt x="1102450" y="4281455"/>
                  </a:lnTo>
                  <a:lnTo>
                    <a:pt x="1102450" y="4281025"/>
                  </a:lnTo>
                  <a:lnTo>
                    <a:pt x="1102608" y="4281025"/>
                  </a:lnTo>
                  <a:lnTo>
                    <a:pt x="1102766" y="4281025"/>
                  </a:lnTo>
                  <a:lnTo>
                    <a:pt x="1102766" y="4280594"/>
                  </a:lnTo>
                  <a:lnTo>
                    <a:pt x="1102923" y="4280594"/>
                  </a:lnTo>
                  <a:lnTo>
                    <a:pt x="1102923" y="4280164"/>
                  </a:lnTo>
                  <a:lnTo>
                    <a:pt x="1103081" y="4280164"/>
                  </a:lnTo>
                  <a:lnTo>
                    <a:pt x="1103081" y="4279733"/>
                  </a:lnTo>
                  <a:lnTo>
                    <a:pt x="1103239" y="4279733"/>
                  </a:lnTo>
                  <a:lnTo>
                    <a:pt x="1103239" y="4279302"/>
                  </a:lnTo>
                  <a:lnTo>
                    <a:pt x="1103397" y="4279302"/>
                  </a:lnTo>
                  <a:lnTo>
                    <a:pt x="1103554" y="4279302"/>
                  </a:lnTo>
                  <a:lnTo>
                    <a:pt x="1103712" y="4279302"/>
                  </a:lnTo>
                  <a:lnTo>
                    <a:pt x="1103870" y="4279302"/>
                  </a:lnTo>
                  <a:lnTo>
                    <a:pt x="1104027" y="4279302"/>
                  </a:lnTo>
                  <a:lnTo>
                    <a:pt x="1104185" y="4279302"/>
                  </a:lnTo>
                  <a:lnTo>
                    <a:pt x="1104343" y="4279302"/>
                  </a:lnTo>
                  <a:lnTo>
                    <a:pt x="1104501" y="4279302"/>
                  </a:lnTo>
                  <a:lnTo>
                    <a:pt x="1104658" y="4279302"/>
                  </a:lnTo>
                  <a:lnTo>
                    <a:pt x="1104658" y="4278872"/>
                  </a:lnTo>
                  <a:lnTo>
                    <a:pt x="1104816" y="4278872"/>
                  </a:lnTo>
                  <a:lnTo>
                    <a:pt x="1104974" y="4278872"/>
                  </a:lnTo>
                  <a:lnTo>
                    <a:pt x="1104974" y="4278441"/>
                  </a:lnTo>
                  <a:lnTo>
                    <a:pt x="1105131" y="4278441"/>
                  </a:lnTo>
                  <a:lnTo>
                    <a:pt x="1105289" y="4278441"/>
                  </a:lnTo>
                  <a:lnTo>
                    <a:pt x="1105289" y="4278011"/>
                  </a:lnTo>
                  <a:lnTo>
                    <a:pt x="1105447" y="4278011"/>
                  </a:lnTo>
                  <a:lnTo>
                    <a:pt x="1105605" y="4278011"/>
                  </a:lnTo>
                  <a:lnTo>
                    <a:pt x="1105605" y="4277580"/>
                  </a:lnTo>
                  <a:lnTo>
                    <a:pt x="1105762" y="4277580"/>
                  </a:lnTo>
                  <a:lnTo>
                    <a:pt x="1105762" y="4277149"/>
                  </a:lnTo>
                  <a:lnTo>
                    <a:pt x="1105920" y="4277149"/>
                  </a:lnTo>
                  <a:lnTo>
                    <a:pt x="1105920" y="4276719"/>
                  </a:lnTo>
                  <a:lnTo>
                    <a:pt x="1105920" y="4276288"/>
                  </a:lnTo>
                  <a:lnTo>
                    <a:pt x="1105920" y="4275858"/>
                  </a:lnTo>
                  <a:lnTo>
                    <a:pt x="1105920" y="4275427"/>
                  </a:lnTo>
                  <a:lnTo>
                    <a:pt x="1106078" y="4275427"/>
                  </a:lnTo>
                  <a:lnTo>
                    <a:pt x="1106236" y="4275427"/>
                  </a:lnTo>
                  <a:lnTo>
                    <a:pt x="1106393" y="4275427"/>
                  </a:lnTo>
                  <a:lnTo>
                    <a:pt x="1106393" y="4274996"/>
                  </a:lnTo>
                  <a:lnTo>
                    <a:pt x="1106551" y="4274996"/>
                  </a:lnTo>
                  <a:lnTo>
                    <a:pt x="1106709" y="4274996"/>
                  </a:lnTo>
                  <a:lnTo>
                    <a:pt x="1106866" y="4274996"/>
                  </a:lnTo>
                  <a:lnTo>
                    <a:pt x="1107024" y="4274996"/>
                  </a:lnTo>
                  <a:lnTo>
                    <a:pt x="1107182" y="4274996"/>
                  </a:lnTo>
                  <a:lnTo>
                    <a:pt x="1107182" y="4274566"/>
                  </a:lnTo>
                  <a:lnTo>
                    <a:pt x="1107340" y="4274566"/>
                  </a:lnTo>
                  <a:lnTo>
                    <a:pt x="1107497" y="4274566"/>
                  </a:lnTo>
                  <a:lnTo>
                    <a:pt x="1107655" y="4274566"/>
                  </a:lnTo>
                  <a:lnTo>
                    <a:pt x="1107655" y="4274135"/>
                  </a:lnTo>
                  <a:lnTo>
                    <a:pt x="1107655" y="4273705"/>
                  </a:lnTo>
                  <a:lnTo>
                    <a:pt x="1107655" y="4273274"/>
                  </a:lnTo>
                  <a:lnTo>
                    <a:pt x="1107655" y="4272843"/>
                  </a:lnTo>
                  <a:lnTo>
                    <a:pt x="1107655" y="4272413"/>
                  </a:lnTo>
                  <a:lnTo>
                    <a:pt x="1107655" y="4271982"/>
                  </a:lnTo>
                  <a:lnTo>
                    <a:pt x="1107655" y="4271552"/>
                  </a:lnTo>
                  <a:lnTo>
                    <a:pt x="1107813" y="4271552"/>
                  </a:lnTo>
                  <a:lnTo>
                    <a:pt x="1107970" y="4271552"/>
                  </a:lnTo>
                  <a:lnTo>
                    <a:pt x="1107970" y="4271121"/>
                  </a:lnTo>
                  <a:lnTo>
                    <a:pt x="1108128" y="4271121"/>
                  </a:lnTo>
                  <a:lnTo>
                    <a:pt x="1108286" y="4271121"/>
                  </a:lnTo>
                  <a:lnTo>
                    <a:pt x="1108444" y="4271121"/>
                  </a:lnTo>
                  <a:lnTo>
                    <a:pt x="1108444" y="4270690"/>
                  </a:lnTo>
                  <a:lnTo>
                    <a:pt x="1108444" y="4270260"/>
                  </a:lnTo>
                  <a:lnTo>
                    <a:pt x="1108601" y="4270260"/>
                  </a:lnTo>
                  <a:lnTo>
                    <a:pt x="1108759" y="4270260"/>
                  </a:lnTo>
                  <a:lnTo>
                    <a:pt x="1108917" y="4270260"/>
                  </a:lnTo>
                  <a:lnTo>
                    <a:pt x="1108917" y="4269829"/>
                  </a:lnTo>
                  <a:lnTo>
                    <a:pt x="1108917" y="4269399"/>
                  </a:lnTo>
                  <a:lnTo>
                    <a:pt x="1109074" y="4269399"/>
                  </a:lnTo>
                  <a:lnTo>
                    <a:pt x="1109074" y="4268968"/>
                  </a:lnTo>
                  <a:lnTo>
                    <a:pt x="1109074" y="4268537"/>
                  </a:lnTo>
                  <a:lnTo>
                    <a:pt x="1109232" y="4268537"/>
                  </a:lnTo>
                  <a:lnTo>
                    <a:pt x="1109390" y="4268537"/>
                  </a:lnTo>
                  <a:lnTo>
                    <a:pt x="1109548" y="4268537"/>
                  </a:lnTo>
                  <a:lnTo>
                    <a:pt x="1109548" y="4268107"/>
                  </a:lnTo>
                  <a:lnTo>
                    <a:pt x="1109705" y="4268107"/>
                  </a:lnTo>
                  <a:lnTo>
                    <a:pt x="1109863" y="4268107"/>
                  </a:lnTo>
                  <a:lnTo>
                    <a:pt x="1110021" y="4268107"/>
                  </a:lnTo>
                  <a:lnTo>
                    <a:pt x="1110021" y="4267676"/>
                  </a:lnTo>
                  <a:lnTo>
                    <a:pt x="1110021" y="4267246"/>
                  </a:lnTo>
                  <a:lnTo>
                    <a:pt x="1110178" y="4267246"/>
                  </a:lnTo>
                  <a:lnTo>
                    <a:pt x="1110178" y="4266815"/>
                  </a:lnTo>
                  <a:lnTo>
                    <a:pt x="1110178" y="4266384"/>
                  </a:lnTo>
                  <a:lnTo>
                    <a:pt x="1110178" y="4265954"/>
                  </a:lnTo>
                  <a:lnTo>
                    <a:pt x="1110336" y="4265954"/>
                  </a:lnTo>
                  <a:lnTo>
                    <a:pt x="1110494" y="4265954"/>
                  </a:lnTo>
                  <a:lnTo>
                    <a:pt x="1110652" y="4265954"/>
                  </a:lnTo>
                  <a:lnTo>
                    <a:pt x="1110809" y="4265954"/>
                  </a:lnTo>
                  <a:lnTo>
                    <a:pt x="1110967" y="4265954"/>
                  </a:lnTo>
                  <a:lnTo>
                    <a:pt x="1111125" y="4265954"/>
                  </a:lnTo>
                  <a:lnTo>
                    <a:pt x="1111125" y="4265523"/>
                  </a:lnTo>
                  <a:lnTo>
                    <a:pt x="1111125" y="4265093"/>
                  </a:lnTo>
                  <a:lnTo>
                    <a:pt x="1111125" y="4264662"/>
                  </a:lnTo>
                  <a:lnTo>
                    <a:pt x="1111282" y="4264662"/>
                  </a:lnTo>
                  <a:lnTo>
                    <a:pt x="1111440" y="4264662"/>
                  </a:lnTo>
                  <a:lnTo>
                    <a:pt x="1111598" y="4264662"/>
                  </a:lnTo>
                  <a:lnTo>
                    <a:pt x="1111756" y="4264662"/>
                  </a:lnTo>
                  <a:lnTo>
                    <a:pt x="1111756" y="4264231"/>
                  </a:lnTo>
                  <a:lnTo>
                    <a:pt x="1111913" y="4264231"/>
                  </a:lnTo>
                  <a:lnTo>
                    <a:pt x="1112071" y="4264231"/>
                  </a:lnTo>
                  <a:lnTo>
                    <a:pt x="1112229" y="4264231"/>
                  </a:lnTo>
                  <a:lnTo>
                    <a:pt x="1112387" y="4264231"/>
                  </a:lnTo>
                  <a:lnTo>
                    <a:pt x="1112544" y="4264231"/>
                  </a:lnTo>
                  <a:lnTo>
                    <a:pt x="1112702" y="4264231"/>
                  </a:lnTo>
                  <a:lnTo>
                    <a:pt x="1112702" y="4263801"/>
                  </a:lnTo>
                  <a:lnTo>
                    <a:pt x="1112860" y="4263801"/>
                  </a:lnTo>
                  <a:lnTo>
                    <a:pt x="1113017" y="4263801"/>
                  </a:lnTo>
                  <a:lnTo>
                    <a:pt x="1113175" y="4263801"/>
                  </a:lnTo>
                  <a:lnTo>
                    <a:pt x="1113175" y="4263370"/>
                  </a:lnTo>
                  <a:lnTo>
                    <a:pt x="1113175" y="4262940"/>
                  </a:lnTo>
                  <a:lnTo>
                    <a:pt x="1113175" y="4262509"/>
                  </a:lnTo>
                  <a:lnTo>
                    <a:pt x="1113175" y="4262078"/>
                  </a:lnTo>
                  <a:lnTo>
                    <a:pt x="1113175" y="4261648"/>
                  </a:lnTo>
                  <a:lnTo>
                    <a:pt x="1113175" y="4261217"/>
                  </a:lnTo>
                  <a:lnTo>
                    <a:pt x="1113333" y="4261217"/>
                  </a:lnTo>
                  <a:lnTo>
                    <a:pt x="1113333" y="4260787"/>
                  </a:lnTo>
                  <a:lnTo>
                    <a:pt x="1113491" y="4260787"/>
                  </a:lnTo>
                  <a:lnTo>
                    <a:pt x="1113648" y="4260787"/>
                  </a:lnTo>
                  <a:lnTo>
                    <a:pt x="1113806" y="4260787"/>
                  </a:lnTo>
                  <a:lnTo>
                    <a:pt x="1113964" y="4260787"/>
                  </a:lnTo>
                  <a:lnTo>
                    <a:pt x="1114121" y="4260787"/>
                  </a:lnTo>
                  <a:lnTo>
                    <a:pt x="1114121" y="4260356"/>
                  </a:lnTo>
                  <a:lnTo>
                    <a:pt x="1114121" y="4259925"/>
                  </a:lnTo>
                  <a:lnTo>
                    <a:pt x="1114279" y="4259925"/>
                  </a:lnTo>
                  <a:lnTo>
                    <a:pt x="1114437" y="4259925"/>
                  </a:lnTo>
                  <a:lnTo>
                    <a:pt x="1114595" y="4259925"/>
                  </a:lnTo>
                  <a:lnTo>
                    <a:pt x="1114752" y="4259925"/>
                  </a:lnTo>
                  <a:lnTo>
                    <a:pt x="1114910" y="4259925"/>
                  </a:lnTo>
                  <a:lnTo>
                    <a:pt x="1114910" y="4259495"/>
                  </a:lnTo>
                  <a:lnTo>
                    <a:pt x="1114910" y="4259064"/>
                  </a:lnTo>
                  <a:lnTo>
                    <a:pt x="1115068" y="4259064"/>
                  </a:lnTo>
                  <a:lnTo>
                    <a:pt x="1115225" y="4259064"/>
                  </a:lnTo>
                  <a:lnTo>
                    <a:pt x="1115225" y="4258634"/>
                  </a:lnTo>
                  <a:lnTo>
                    <a:pt x="1115225" y="4258203"/>
                  </a:lnTo>
                  <a:lnTo>
                    <a:pt x="1115225" y="4257772"/>
                  </a:lnTo>
                  <a:lnTo>
                    <a:pt x="1115383" y="4257772"/>
                  </a:lnTo>
                  <a:lnTo>
                    <a:pt x="1115541" y="4257772"/>
                  </a:lnTo>
                  <a:lnTo>
                    <a:pt x="1115699" y="4257772"/>
                  </a:lnTo>
                  <a:lnTo>
                    <a:pt x="1115856" y="4257772"/>
                  </a:lnTo>
                  <a:lnTo>
                    <a:pt x="1116014" y="4257772"/>
                  </a:lnTo>
                  <a:lnTo>
                    <a:pt x="1116172" y="4257772"/>
                  </a:lnTo>
                  <a:lnTo>
                    <a:pt x="1116172" y="4257342"/>
                  </a:lnTo>
                  <a:lnTo>
                    <a:pt x="1116329" y="4257342"/>
                  </a:lnTo>
                  <a:lnTo>
                    <a:pt x="1116329" y="4256911"/>
                  </a:lnTo>
                  <a:lnTo>
                    <a:pt x="1116487" y="4256911"/>
                  </a:lnTo>
                  <a:lnTo>
                    <a:pt x="1116487" y="4256481"/>
                  </a:lnTo>
                  <a:lnTo>
                    <a:pt x="1116645" y="4256481"/>
                  </a:lnTo>
                  <a:lnTo>
                    <a:pt x="1116645" y="4256050"/>
                  </a:lnTo>
                  <a:lnTo>
                    <a:pt x="1116645" y="4255619"/>
                  </a:lnTo>
                  <a:lnTo>
                    <a:pt x="1116803" y="4255619"/>
                  </a:lnTo>
                  <a:lnTo>
                    <a:pt x="1116803" y="4255189"/>
                  </a:lnTo>
                  <a:lnTo>
                    <a:pt x="1116960" y="4255189"/>
                  </a:lnTo>
                  <a:lnTo>
                    <a:pt x="1117118" y="4255189"/>
                  </a:lnTo>
                  <a:lnTo>
                    <a:pt x="1117118" y="4254758"/>
                  </a:lnTo>
                  <a:lnTo>
                    <a:pt x="1117276" y="4254758"/>
                  </a:lnTo>
                  <a:lnTo>
                    <a:pt x="1117434" y="4254758"/>
                  </a:lnTo>
                  <a:lnTo>
                    <a:pt x="1117591" y="4254758"/>
                  </a:lnTo>
                  <a:lnTo>
                    <a:pt x="1117749" y="4254758"/>
                  </a:lnTo>
                  <a:lnTo>
                    <a:pt x="1117907" y="4254758"/>
                  </a:lnTo>
                  <a:lnTo>
                    <a:pt x="1118064" y="4254758"/>
                  </a:lnTo>
                  <a:lnTo>
                    <a:pt x="1118222" y="4254758"/>
                  </a:lnTo>
                  <a:lnTo>
                    <a:pt x="1118380" y="4254758"/>
                  </a:lnTo>
                  <a:lnTo>
                    <a:pt x="1118538" y="4254758"/>
                  </a:lnTo>
                  <a:lnTo>
                    <a:pt x="1118538" y="4254328"/>
                  </a:lnTo>
                  <a:lnTo>
                    <a:pt x="1118695" y="4254328"/>
                  </a:lnTo>
                  <a:lnTo>
                    <a:pt x="1118853" y="4254328"/>
                  </a:lnTo>
                  <a:lnTo>
                    <a:pt x="1119011" y="4254328"/>
                  </a:lnTo>
                  <a:lnTo>
                    <a:pt x="1119168" y="4254328"/>
                  </a:lnTo>
                  <a:lnTo>
                    <a:pt x="1119326" y="4254328"/>
                  </a:lnTo>
                  <a:lnTo>
                    <a:pt x="1119484" y="4254328"/>
                  </a:lnTo>
                  <a:lnTo>
                    <a:pt x="1119642" y="4254328"/>
                  </a:lnTo>
                  <a:lnTo>
                    <a:pt x="1119642" y="4253897"/>
                  </a:lnTo>
                  <a:lnTo>
                    <a:pt x="1119799" y="4253897"/>
                  </a:lnTo>
                  <a:lnTo>
                    <a:pt x="1119957" y="4253897"/>
                  </a:lnTo>
                  <a:lnTo>
                    <a:pt x="1119957" y="4253466"/>
                  </a:lnTo>
                  <a:lnTo>
                    <a:pt x="1119957" y="4253036"/>
                  </a:lnTo>
                  <a:lnTo>
                    <a:pt x="1119957" y="4252605"/>
                  </a:lnTo>
                  <a:lnTo>
                    <a:pt x="1119957" y="4252175"/>
                  </a:lnTo>
                  <a:lnTo>
                    <a:pt x="1119957" y="4251744"/>
                  </a:lnTo>
                  <a:lnTo>
                    <a:pt x="1119957" y="4251313"/>
                  </a:lnTo>
                  <a:lnTo>
                    <a:pt x="1120115" y="4251313"/>
                  </a:lnTo>
                  <a:lnTo>
                    <a:pt x="1120272" y="4251313"/>
                  </a:lnTo>
                  <a:lnTo>
                    <a:pt x="1120430" y="4251313"/>
                  </a:lnTo>
                  <a:lnTo>
                    <a:pt x="1120588" y="4251313"/>
                  </a:lnTo>
                  <a:lnTo>
                    <a:pt x="1120588" y="4250883"/>
                  </a:lnTo>
                  <a:lnTo>
                    <a:pt x="1120746" y="4250883"/>
                  </a:lnTo>
                  <a:lnTo>
                    <a:pt x="1120903" y="4250883"/>
                  </a:lnTo>
                  <a:lnTo>
                    <a:pt x="1121061" y="4250883"/>
                  </a:lnTo>
                  <a:lnTo>
                    <a:pt x="1121219" y="4250883"/>
                  </a:lnTo>
                  <a:lnTo>
                    <a:pt x="1121376" y="4250883"/>
                  </a:lnTo>
                  <a:lnTo>
                    <a:pt x="1121376" y="4250452"/>
                  </a:lnTo>
                  <a:lnTo>
                    <a:pt x="1121534" y="4250452"/>
                  </a:lnTo>
                  <a:lnTo>
                    <a:pt x="1121534" y="4250022"/>
                  </a:lnTo>
                  <a:lnTo>
                    <a:pt x="1121692" y="4250022"/>
                  </a:lnTo>
                  <a:lnTo>
                    <a:pt x="1121850" y="4250022"/>
                  </a:lnTo>
                  <a:lnTo>
                    <a:pt x="1122007" y="4250022"/>
                  </a:lnTo>
                  <a:lnTo>
                    <a:pt x="1122165" y="4250022"/>
                  </a:lnTo>
                  <a:lnTo>
                    <a:pt x="1122323" y="4250022"/>
                  </a:lnTo>
                  <a:lnTo>
                    <a:pt x="1122323" y="4249591"/>
                  </a:lnTo>
                  <a:lnTo>
                    <a:pt x="1122323" y="4249160"/>
                  </a:lnTo>
                  <a:lnTo>
                    <a:pt x="1122480" y="4249160"/>
                  </a:lnTo>
                  <a:lnTo>
                    <a:pt x="1122638" y="4249160"/>
                  </a:lnTo>
                  <a:lnTo>
                    <a:pt x="1122638" y="4248730"/>
                  </a:lnTo>
                  <a:lnTo>
                    <a:pt x="1122796" y="4248730"/>
                  </a:lnTo>
                  <a:lnTo>
                    <a:pt x="1122796" y="4248299"/>
                  </a:lnTo>
                  <a:lnTo>
                    <a:pt x="1122954" y="4248299"/>
                  </a:lnTo>
                  <a:lnTo>
                    <a:pt x="1122954" y="4247869"/>
                  </a:lnTo>
                  <a:lnTo>
                    <a:pt x="1122954" y="4247438"/>
                  </a:lnTo>
                  <a:lnTo>
                    <a:pt x="1123111" y="4247438"/>
                  </a:lnTo>
                  <a:lnTo>
                    <a:pt x="1123111" y="4247007"/>
                  </a:lnTo>
                  <a:lnTo>
                    <a:pt x="1123111" y="4246577"/>
                  </a:lnTo>
                  <a:lnTo>
                    <a:pt x="1123269" y="4246577"/>
                  </a:lnTo>
                  <a:lnTo>
                    <a:pt x="1123427" y="4246577"/>
                  </a:lnTo>
                  <a:lnTo>
                    <a:pt x="1123427" y="4246146"/>
                  </a:lnTo>
                  <a:lnTo>
                    <a:pt x="1123427" y="4245716"/>
                  </a:lnTo>
                  <a:lnTo>
                    <a:pt x="1123427" y="4245285"/>
                  </a:lnTo>
                  <a:lnTo>
                    <a:pt x="1123585" y="4245285"/>
                  </a:lnTo>
                  <a:lnTo>
                    <a:pt x="1123742" y="4245285"/>
                  </a:lnTo>
                  <a:lnTo>
                    <a:pt x="1123742" y="4244854"/>
                  </a:lnTo>
                  <a:lnTo>
                    <a:pt x="1123900" y="4244854"/>
                  </a:lnTo>
                  <a:lnTo>
                    <a:pt x="1124058" y="4244854"/>
                  </a:lnTo>
                  <a:lnTo>
                    <a:pt x="1124215" y="4244854"/>
                  </a:lnTo>
                  <a:lnTo>
                    <a:pt x="1124373" y="4244854"/>
                  </a:lnTo>
                  <a:lnTo>
                    <a:pt x="1124373" y="4244424"/>
                  </a:lnTo>
                  <a:lnTo>
                    <a:pt x="1124531" y="4244424"/>
                  </a:lnTo>
                  <a:lnTo>
                    <a:pt x="1124689" y="4244424"/>
                  </a:lnTo>
                  <a:lnTo>
                    <a:pt x="1124689" y="4243993"/>
                  </a:lnTo>
                  <a:lnTo>
                    <a:pt x="1124689" y="4243563"/>
                  </a:lnTo>
                  <a:lnTo>
                    <a:pt x="1124689" y="4243132"/>
                  </a:lnTo>
                  <a:lnTo>
                    <a:pt x="1124846" y="4243132"/>
                  </a:lnTo>
                  <a:lnTo>
                    <a:pt x="1125004" y="4243132"/>
                  </a:lnTo>
                  <a:lnTo>
                    <a:pt x="1125162" y="4243132"/>
                  </a:lnTo>
                  <a:lnTo>
                    <a:pt x="1125162" y="4242701"/>
                  </a:lnTo>
                  <a:lnTo>
                    <a:pt x="1125162" y="4242271"/>
                  </a:lnTo>
                  <a:lnTo>
                    <a:pt x="1125319" y="4242271"/>
                  </a:lnTo>
                  <a:lnTo>
                    <a:pt x="1125319" y="4241840"/>
                  </a:lnTo>
                  <a:lnTo>
                    <a:pt x="1125319" y="4241410"/>
                  </a:lnTo>
                  <a:lnTo>
                    <a:pt x="1125477" y="4241410"/>
                  </a:lnTo>
                  <a:lnTo>
                    <a:pt x="1125635" y="4241410"/>
                  </a:lnTo>
                  <a:lnTo>
                    <a:pt x="1125793" y="4241410"/>
                  </a:lnTo>
                  <a:lnTo>
                    <a:pt x="1125793" y="4240979"/>
                  </a:lnTo>
                  <a:lnTo>
                    <a:pt x="1125950" y="4240979"/>
                  </a:lnTo>
                  <a:lnTo>
                    <a:pt x="1125950" y="4240548"/>
                  </a:lnTo>
                  <a:lnTo>
                    <a:pt x="1126108" y="4240548"/>
                  </a:lnTo>
                  <a:lnTo>
                    <a:pt x="1126108" y="4240118"/>
                  </a:lnTo>
                  <a:lnTo>
                    <a:pt x="1126266" y="4240118"/>
                  </a:lnTo>
                  <a:lnTo>
                    <a:pt x="1126423" y="4240118"/>
                  </a:lnTo>
                  <a:lnTo>
                    <a:pt x="1126581" y="4240118"/>
                  </a:lnTo>
                  <a:lnTo>
                    <a:pt x="1126739" y="4240118"/>
                  </a:lnTo>
                  <a:lnTo>
                    <a:pt x="1126739" y="4239687"/>
                  </a:lnTo>
                  <a:lnTo>
                    <a:pt x="1126739" y="4239257"/>
                  </a:lnTo>
                  <a:lnTo>
                    <a:pt x="1126897" y="4239257"/>
                  </a:lnTo>
                  <a:lnTo>
                    <a:pt x="1126897" y="4238826"/>
                  </a:lnTo>
                  <a:lnTo>
                    <a:pt x="1127054" y="4238826"/>
                  </a:lnTo>
                  <a:lnTo>
                    <a:pt x="1127212" y="4238826"/>
                  </a:lnTo>
                  <a:lnTo>
                    <a:pt x="1127370" y="4238826"/>
                  </a:lnTo>
                  <a:lnTo>
                    <a:pt x="1127527" y="4238826"/>
                  </a:lnTo>
                  <a:lnTo>
                    <a:pt x="1127685" y="4238826"/>
                  </a:lnTo>
                  <a:lnTo>
                    <a:pt x="1127685" y="4238395"/>
                  </a:lnTo>
                  <a:lnTo>
                    <a:pt x="1127685" y="4237965"/>
                  </a:lnTo>
                  <a:lnTo>
                    <a:pt x="1127843" y="4237965"/>
                  </a:lnTo>
                  <a:lnTo>
                    <a:pt x="1128001" y="4237965"/>
                  </a:lnTo>
                  <a:lnTo>
                    <a:pt x="1128001" y="4237534"/>
                  </a:lnTo>
                  <a:lnTo>
                    <a:pt x="1128158" y="4237534"/>
                  </a:lnTo>
                  <a:lnTo>
                    <a:pt x="1128158" y="4237104"/>
                  </a:lnTo>
                  <a:lnTo>
                    <a:pt x="1128316" y="4237104"/>
                  </a:lnTo>
                  <a:lnTo>
                    <a:pt x="1128316" y="4236673"/>
                  </a:lnTo>
                  <a:lnTo>
                    <a:pt x="1128474" y="4236673"/>
                  </a:lnTo>
                  <a:lnTo>
                    <a:pt x="1128631" y="4236673"/>
                  </a:lnTo>
                  <a:lnTo>
                    <a:pt x="1128789" y="4236673"/>
                  </a:lnTo>
                  <a:lnTo>
                    <a:pt x="1128789" y="4236242"/>
                  </a:lnTo>
                  <a:lnTo>
                    <a:pt x="1128947" y="4236242"/>
                  </a:lnTo>
                  <a:lnTo>
                    <a:pt x="1129105" y="4236242"/>
                  </a:lnTo>
                  <a:lnTo>
                    <a:pt x="1129262" y="4236242"/>
                  </a:lnTo>
                  <a:lnTo>
                    <a:pt x="1129420" y="4236242"/>
                  </a:lnTo>
                  <a:lnTo>
                    <a:pt x="1129578" y="4236242"/>
                  </a:lnTo>
                  <a:lnTo>
                    <a:pt x="1129578" y="4235812"/>
                  </a:lnTo>
                  <a:lnTo>
                    <a:pt x="1129578" y="4235381"/>
                  </a:lnTo>
                  <a:lnTo>
                    <a:pt x="1129578" y="4234951"/>
                  </a:lnTo>
                  <a:lnTo>
                    <a:pt x="1129736" y="4234951"/>
                  </a:lnTo>
                  <a:lnTo>
                    <a:pt x="1129893" y="4234951"/>
                  </a:lnTo>
                  <a:lnTo>
                    <a:pt x="1129893" y="4234520"/>
                  </a:lnTo>
                  <a:lnTo>
                    <a:pt x="1130051" y="4234520"/>
                  </a:lnTo>
                  <a:lnTo>
                    <a:pt x="1130051" y="4234089"/>
                  </a:lnTo>
                  <a:lnTo>
                    <a:pt x="1130209" y="4234089"/>
                  </a:lnTo>
                  <a:lnTo>
                    <a:pt x="1130366" y="4234089"/>
                  </a:lnTo>
                  <a:lnTo>
                    <a:pt x="1130366" y="4233659"/>
                  </a:lnTo>
                  <a:lnTo>
                    <a:pt x="1130524" y="4233659"/>
                  </a:lnTo>
                  <a:lnTo>
                    <a:pt x="1130524" y="4233228"/>
                  </a:lnTo>
                  <a:lnTo>
                    <a:pt x="1130682" y="4233228"/>
                  </a:lnTo>
                  <a:lnTo>
                    <a:pt x="1130682" y="4232798"/>
                  </a:lnTo>
                  <a:lnTo>
                    <a:pt x="1130682" y="4232367"/>
                  </a:lnTo>
                  <a:lnTo>
                    <a:pt x="1130840" y="4232367"/>
                  </a:lnTo>
                  <a:lnTo>
                    <a:pt x="1130840" y="4231936"/>
                  </a:lnTo>
                  <a:lnTo>
                    <a:pt x="1130840" y="4231506"/>
                  </a:lnTo>
                  <a:lnTo>
                    <a:pt x="1130997" y="4231506"/>
                  </a:lnTo>
                  <a:lnTo>
                    <a:pt x="1130997" y="4231075"/>
                  </a:lnTo>
                  <a:lnTo>
                    <a:pt x="1131155" y="4231075"/>
                  </a:lnTo>
                  <a:lnTo>
                    <a:pt x="1131155" y="4230645"/>
                  </a:lnTo>
                  <a:lnTo>
                    <a:pt x="1131155" y="4230214"/>
                  </a:lnTo>
                  <a:lnTo>
                    <a:pt x="1131155" y="4229783"/>
                  </a:lnTo>
                  <a:lnTo>
                    <a:pt x="1131155" y="4229353"/>
                  </a:lnTo>
                  <a:lnTo>
                    <a:pt x="1131155" y="4228922"/>
                  </a:lnTo>
                  <a:lnTo>
                    <a:pt x="1131155" y="4228492"/>
                  </a:lnTo>
                  <a:lnTo>
                    <a:pt x="1131155" y="4228061"/>
                  </a:lnTo>
                  <a:lnTo>
                    <a:pt x="1131313" y="4228061"/>
                  </a:lnTo>
                  <a:lnTo>
                    <a:pt x="1131313" y="4227630"/>
                  </a:lnTo>
                  <a:lnTo>
                    <a:pt x="1131470" y="4227630"/>
                  </a:lnTo>
                  <a:lnTo>
                    <a:pt x="1131628" y="4227630"/>
                  </a:lnTo>
                  <a:lnTo>
                    <a:pt x="1131786" y="4227630"/>
                  </a:lnTo>
                  <a:lnTo>
                    <a:pt x="1131944" y="4227630"/>
                  </a:lnTo>
                  <a:lnTo>
                    <a:pt x="1131944" y="4227200"/>
                  </a:lnTo>
                  <a:lnTo>
                    <a:pt x="1132101" y="4227200"/>
                  </a:lnTo>
                  <a:lnTo>
                    <a:pt x="1132259" y="4227200"/>
                  </a:lnTo>
                  <a:lnTo>
                    <a:pt x="1132417" y="4227200"/>
                  </a:lnTo>
                  <a:lnTo>
                    <a:pt x="1132574" y="4227200"/>
                  </a:lnTo>
                  <a:lnTo>
                    <a:pt x="1132732" y="4227200"/>
                  </a:lnTo>
                  <a:lnTo>
                    <a:pt x="1132890" y="4227200"/>
                  </a:lnTo>
                  <a:lnTo>
                    <a:pt x="1132890" y="4226769"/>
                  </a:lnTo>
                  <a:lnTo>
                    <a:pt x="1133048" y="4226769"/>
                  </a:lnTo>
                  <a:lnTo>
                    <a:pt x="1133205" y="4226769"/>
                  </a:lnTo>
                  <a:lnTo>
                    <a:pt x="1133363" y="4226769"/>
                  </a:lnTo>
                  <a:lnTo>
                    <a:pt x="1133363" y="4226339"/>
                  </a:lnTo>
                  <a:lnTo>
                    <a:pt x="1133363" y="4225908"/>
                  </a:lnTo>
                  <a:lnTo>
                    <a:pt x="1133521" y="4225908"/>
                  </a:lnTo>
                  <a:lnTo>
                    <a:pt x="1133521" y="4225477"/>
                  </a:lnTo>
                  <a:lnTo>
                    <a:pt x="1133678" y="4225477"/>
                  </a:lnTo>
                  <a:lnTo>
                    <a:pt x="1133678" y="4225047"/>
                  </a:lnTo>
                  <a:lnTo>
                    <a:pt x="1133678" y="4224616"/>
                  </a:lnTo>
                  <a:lnTo>
                    <a:pt x="1133678" y="4224186"/>
                  </a:lnTo>
                  <a:lnTo>
                    <a:pt x="1133678" y="4223755"/>
                  </a:lnTo>
                  <a:lnTo>
                    <a:pt x="1133836" y="4223755"/>
                  </a:lnTo>
                  <a:lnTo>
                    <a:pt x="1133836" y="4223324"/>
                  </a:lnTo>
                  <a:lnTo>
                    <a:pt x="1133994" y="4223324"/>
                  </a:lnTo>
                  <a:lnTo>
                    <a:pt x="1134152" y="4223324"/>
                  </a:lnTo>
                  <a:lnTo>
                    <a:pt x="1134152" y="4222894"/>
                  </a:lnTo>
                  <a:lnTo>
                    <a:pt x="1134309" y="4222894"/>
                  </a:lnTo>
                  <a:lnTo>
                    <a:pt x="1134467" y="4222894"/>
                  </a:lnTo>
                  <a:lnTo>
                    <a:pt x="1134467" y="4222463"/>
                  </a:lnTo>
                  <a:lnTo>
                    <a:pt x="1134467" y="4222033"/>
                  </a:lnTo>
                  <a:lnTo>
                    <a:pt x="1134467" y="4221602"/>
                  </a:lnTo>
                  <a:lnTo>
                    <a:pt x="1134467" y="4221171"/>
                  </a:lnTo>
                  <a:lnTo>
                    <a:pt x="1134467" y="4220741"/>
                  </a:lnTo>
                  <a:lnTo>
                    <a:pt x="1134467" y="4220310"/>
                  </a:lnTo>
                  <a:lnTo>
                    <a:pt x="1134625" y="4220310"/>
                  </a:lnTo>
                  <a:lnTo>
                    <a:pt x="1134783" y="4220310"/>
                  </a:lnTo>
                  <a:lnTo>
                    <a:pt x="1134940" y="4220310"/>
                  </a:lnTo>
                  <a:lnTo>
                    <a:pt x="1135098" y="4220310"/>
                  </a:lnTo>
                  <a:lnTo>
                    <a:pt x="1135098" y="4219880"/>
                  </a:lnTo>
                  <a:lnTo>
                    <a:pt x="1135256" y="4219880"/>
                  </a:lnTo>
                  <a:lnTo>
                    <a:pt x="1135413" y="4219880"/>
                  </a:lnTo>
                  <a:lnTo>
                    <a:pt x="1135571" y="4219880"/>
                  </a:lnTo>
                  <a:lnTo>
                    <a:pt x="1135571" y="4219449"/>
                  </a:lnTo>
                  <a:lnTo>
                    <a:pt x="1135571" y="4219018"/>
                  </a:lnTo>
                  <a:lnTo>
                    <a:pt x="1135571" y="4218588"/>
                  </a:lnTo>
                  <a:lnTo>
                    <a:pt x="1135729" y="4218588"/>
                  </a:lnTo>
                  <a:lnTo>
                    <a:pt x="1135729" y="4218157"/>
                  </a:lnTo>
                  <a:lnTo>
                    <a:pt x="1135887" y="4218157"/>
                  </a:lnTo>
                  <a:lnTo>
                    <a:pt x="1136044" y="4218157"/>
                  </a:lnTo>
                  <a:lnTo>
                    <a:pt x="1136044" y="4217727"/>
                  </a:lnTo>
                  <a:lnTo>
                    <a:pt x="1136044" y="4217296"/>
                  </a:lnTo>
                  <a:lnTo>
                    <a:pt x="1136202" y="4217296"/>
                  </a:lnTo>
                  <a:lnTo>
                    <a:pt x="1136202" y="4216865"/>
                  </a:lnTo>
                  <a:lnTo>
                    <a:pt x="1136202" y="4216435"/>
                  </a:lnTo>
                  <a:lnTo>
                    <a:pt x="1136360" y="4216435"/>
                  </a:lnTo>
                  <a:lnTo>
                    <a:pt x="1136360" y="4216004"/>
                  </a:lnTo>
                  <a:lnTo>
                    <a:pt x="1136517" y="4216004"/>
                  </a:lnTo>
                  <a:lnTo>
                    <a:pt x="1136517" y="4215574"/>
                  </a:lnTo>
                  <a:lnTo>
                    <a:pt x="1136675" y="4215574"/>
                  </a:lnTo>
                  <a:lnTo>
                    <a:pt x="1136675" y="4215143"/>
                  </a:lnTo>
                  <a:lnTo>
                    <a:pt x="1136675" y="4214712"/>
                  </a:lnTo>
                  <a:lnTo>
                    <a:pt x="1136675" y="4214282"/>
                  </a:lnTo>
                  <a:lnTo>
                    <a:pt x="1136675" y="4213851"/>
                  </a:lnTo>
                  <a:lnTo>
                    <a:pt x="1136833" y="4213851"/>
                  </a:lnTo>
                  <a:lnTo>
                    <a:pt x="1136833" y="4213421"/>
                  </a:lnTo>
                  <a:lnTo>
                    <a:pt x="1136833" y="4212990"/>
                  </a:lnTo>
                  <a:lnTo>
                    <a:pt x="1136833" y="4212559"/>
                  </a:lnTo>
                  <a:lnTo>
                    <a:pt x="1136991" y="4212559"/>
                  </a:lnTo>
                  <a:lnTo>
                    <a:pt x="1136991" y="4212129"/>
                  </a:lnTo>
                  <a:lnTo>
                    <a:pt x="1137148" y="4212129"/>
                  </a:lnTo>
                  <a:lnTo>
                    <a:pt x="1137148" y="4211698"/>
                  </a:lnTo>
                  <a:lnTo>
                    <a:pt x="1137306" y="4211698"/>
                  </a:lnTo>
                  <a:lnTo>
                    <a:pt x="1137464" y="4211698"/>
                  </a:lnTo>
                  <a:lnTo>
                    <a:pt x="1137464" y="4211268"/>
                  </a:lnTo>
                  <a:lnTo>
                    <a:pt x="1137621" y="4211268"/>
                  </a:lnTo>
                  <a:lnTo>
                    <a:pt x="1137779" y="4211268"/>
                  </a:lnTo>
                  <a:lnTo>
                    <a:pt x="1137779" y="4210837"/>
                  </a:lnTo>
                  <a:lnTo>
                    <a:pt x="1137937" y="4210837"/>
                  </a:lnTo>
                  <a:lnTo>
                    <a:pt x="1138095" y="4210837"/>
                  </a:lnTo>
                  <a:lnTo>
                    <a:pt x="1138252" y="4210837"/>
                  </a:lnTo>
                  <a:lnTo>
                    <a:pt x="1138252" y="4210406"/>
                  </a:lnTo>
                  <a:lnTo>
                    <a:pt x="1138252" y="4209976"/>
                  </a:lnTo>
                  <a:lnTo>
                    <a:pt x="1138410" y="4209976"/>
                  </a:lnTo>
                  <a:lnTo>
                    <a:pt x="1138568" y="4209976"/>
                  </a:lnTo>
                  <a:lnTo>
                    <a:pt x="1138725" y="4209976"/>
                  </a:lnTo>
                  <a:lnTo>
                    <a:pt x="1138883" y="4209976"/>
                  </a:lnTo>
                  <a:lnTo>
                    <a:pt x="1139041" y="4209976"/>
                  </a:lnTo>
                  <a:lnTo>
                    <a:pt x="1139199" y="4209976"/>
                  </a:lnTo>
                  <a:lnTo>
                    <a:pt x="1139356" y="4209976"/>
                  </a:lnTo>
                  <a:lnTo>
                    <a:pt x="1139514" y="4209976"/>
                  </a:lnTo>
                  <a:lnTo>
                    <a:pt x="1139672" y="4209976"/>
                  </a:lnTo>
                  <a:lnTo>
                    <a:pt x="1139672" y="4209545"/>
                  </a:lnTo>
                  <a:lnTo>
                    <a:pt x="1139829" y="4209545"/>
                  </a:lnTo>
                  <a:lnTo>
                    <a:pt x="1139987" y="4209545"/>
                  </a:lnTo>
                  <a:lnTo>
                    <a:pt x="1140145" y="4209545"/>
                  </a:lnTo>
                  <a:lnTo>
                    <a:pt x="1140303" y="4209545"/>
                  </a:lnTo>
                  <a:lnTo>
                    <a:pt x="1140460" y="4209545"/>
                  </a:lnTo>
                  <a:lnTo>
                    <a:pt x="1140618" y="4209545"/>
                  </a:lnTo>
                  <a:lnTo>
                    <a:pt x="1140776" y="4209545"/>
                  </a:lnTo>
                  <a:lnTo>
                    <a:pt x="1140776" y="4209115"/>
                  </a:lnTo>
                  <a:lnTo>
                    <a:pt x="1140934" y="4209115"/>
                  </a:lnTo>
                  <a:lnTo>
                    <a:pt x="1141091" y="4209115"/>
                  </a:lnTo>
                  <a:lnTo>
                    <a:pt x="1141091" y="4208684"/>
                  </a:lnTo>
                  <a:lnTo>
                    <a:pt x="1141091" y="4208253"/>
                  </a:lnTo>
                  <a:lnTo>
                    <a:pt x="1141249" y="4208253"/>
                  </a:lnTo>
                  <a:lnTo>
                    <a:pt x="1141249" y="4207823"/>
                  </a:lnTo>
                  <a:lnTo>
                    <a:pt x="1141407" y="4207823"/>
                  </a:lnTo>
                  <a:lnTo>
                    <a:pt x="1141564" y="4207823"/>
                  </a:lnTo>
                  <a:lnTo>
                    <a:pt x="1141564" y="4207392"/>
                  </a:lnTo>
                  <a:lnTo>
                    <a:pt x="1141722" y="4207392"/>
                  </a:lnTo>
                  <a:lnTo>
                    <a:pt x="1141722" y="4206962"/>
                  </a:lnTo>
                  <a:lnTo>
                    <a:pt x="1141880" y="4206962"/>
                  </a:lnTo>
                  <a:lnTo>
                    <a:pt x="1141880" y="4206531"/>
                  </a:lnTo>
                  <a:lnTo>
                    <a:pt x="1142038" y="4206531"/>
                  </a:lnTo>
                  <a:lnTo>
                    <a:pt x="1142038" y="4206100"/>
                  </a:lnTo>
                  <a:lnTo>
                    <a:pt x="1142038" y="4205670"/>
                  </a:lnTo>
                  <a:lnTo>
                    <a:pt x="1142195" y="4205670"/>
                  </a:lnTo>
                  <a:lnTo>
                    <a:pt x="1142353" y="4205670"/>
                  </a:lnTo>
                  <a:lnTo>
                    <a:pt x="1142511" y="4205670"/>
                  </a:lnTo>
                  <a:lnTo>
                    <a:pt x="1142668" y="4205670"/>
                  </a:lnTo>
                  <a:lnTo>
                    <a:pt x="1142826" y="4205670"/>
                  </a:lnTo>
                  <a:lnTo>
                    <a:pt x="1142984" y="4205670"/>
                  </a:lnTo>
                  <a:lnTo>
                    <a:pt x="1143142" y="4205670"/>
                  </a:lnTo>
                  <a:lnTo>
                    <a:pt x="1143142" y="4205239"/>
                  </a:lnTo>
                  <a:lnTo>
                    <a:pt x="1143142" y="4204809"/>
                  </a:lnTo>
                  <a:lnTo>
                    <a:pt x="1143299" y="4204809"/>
                  </a:lnTo>
                  <a:lnTo>
                    <a:pt x="1143299" y="4204378"/>
                  </a:lnTo>
                  <a:lnTo>
                    <a:pt x="1143299" y="4203947"/>
                  </a:lnTo>
                  <a:lnTo>
                    <a:pt x="1143299" y="4203517"/>
                  </a:lnTo>
                  <a:lnTo>
                    <a:pt x="1143457" y="4203517"/>
                  </a:lnTo>
                  <a:lnTo>
                    <a:pt x="1143615" y="4203517"/>
                  </a:lnTo>
                  <a:lnTo>
                    <a:pt x="1143615" y="4203086"/>
                  </a:lnTo>
                  <a:lnTo>
                    <a:pt x="1143772" y="4203086"/>
                  </a:lnTo>
                  <a:lnTo>
                    <a:pt x="1143930" y="4203086"/>
                  </a:lnTo>
                  <a:lnTo>
                    <a:pt x="1144088" y="4203086"/>
                  </a:lnTo>
                  <a:lnTo>
                    <a:pt x="1144088" y="4202656"/>
                  </a:lnTo>
                  <a:lnTo>
                    <a:pt x="1144088" y="4202225"/>
                  </a:lnTo>
                  <a:lnTo>
                    <a:pt x="1144088" y="4201794"/>
                  </a:lnTo>
                  <a:lnTo>
                    <a:pt x="1144246" y="4201794"/>
                  </a:lnTo>
                  <a:lnTo>
                    <a:pt x="1144246" y="4201364"/>
                  </a:lnTo>
                  <a:lnTo>
                    <a:pt x="1144403" y="4201364"/>
                  </a:lnTo>
                  <a:lnTo>
                    <a:pt x="1144561" y="4201364"/>
                  </a:lnTo>
                  <a:lnTo>
                    <a:pt x="1144561" y="4200933"/>
                  </a:lnTo>
                  <a:lnTo>
                    <a:pt x="1144719" y="4200933"/>
                  </a:lnTo>
                  <a:lnTo>
                    <a:pt x="1144719" y="4200503"/>
                  </a:lnTo>
                  <a:lnTo>
                    <a:pt x="1144719" y="4200072"/>
                  </a:lnTo>
                  <a:lnTo>
                    <a:pt x="1144876" y="4200072"/>
                  </a:lnTo>
                  <a:lnTo>
                    <a:pt x="1144876" y="4199641"/>
                  </a:lnTo>
                  <a:lnTo>
                    <a:pt x="1145034" y="4199641"/>
                  </a:lnTo>
                  <a:lnTo>
                    <a:pt x="1145192" y="4199641"/>
                  </a:lnTo>
                  <a:lnTo>
                    <a:pt x="1145192" y="4199211"/>
                  </a:lnTo>
                  <a:lnTo>
                    <a:pt x="1145350" y="4199211"/>
                  </a:lnTo>
                  <a:lnTo>
                    <a:pt x="1145350" y="4198780"/>
                  </a:lnTo>
                  <a:lnTo>
                    <a:pt x="1145507" y="4198780"/>
                  </a:lnTo>
                  <a:lnTo>
                    <a:pt x="1145507" y="4198350"/>
                  </a:lnTo>
                  <a:lnTo>
                    <a:pt x="1145665" y="4198350"/>
                  </a:lnTo>
                  <a:lnTo>
                    <a:pt x="1145665" y="4197919"/>
                  </a:lnTo>
                  <a:lnTo>
                    <a:pt x="1145665" y="4197488"/>
                  </a:lnTo>
                  <a:lnTo>
                    <a:pt x="1145823" y="4197488"/>
                  </a:lnTo>
                  <a:lnTo>
                    <a:pt x="1145981" y="4197488"/>
                  </a:lnTo>
                  <a:lnTo>
                    <a:pt x="1146138" y="4197488"/>
                  </a:lnTo>
                  <a:lnTo>
                    <a:pt x="1146296" y="4197488"/>
                  </a:lnTo>
                  <a:lnTo>
                    <a:pt x="1146454" y="4197488"/>
                  </a:lnTo>
                  <a:lnTo>
                    <a:pt x="1146611" y="4197488"/>
                  </a:lnTo>
                  <a:lnTo>
                    <a:pt x="1146611" y="4197058"/>
                  </a:lnTo>
                  <a:lnTo>
                    <a:pt x="1146769" y="4197058"/>
                  </a:lnTo>
                  <a:lnTo>
                    <a:pt x="1146927" y="4197058"/>
                  </a:lnTo>
                  <a:lnTo>
                    <a:pt x="1147085" y="4197058"/>
                  </a:lnTo>
                  <a:lnTo>
                    <a:pt x="1147242" y="4197058"/>
                  </a:lnTo>
                  <a:lnTo>
                    <a:pt x="1147400" y="4197058"/>
                  </a:lnTo>
                  <a:lnTo>
                    <a:pt x="1147400" y="4196627"/>
                  </a:lnTo>
                  <a:lnTo>
                    <a:pt x="1147558" y="4196627"/>
                  </a:lnTo>
                  <a:lnTo>
                    <a:pt x="1147558" y="4196197"/>
                  </a:lnTo>
                  <a:lnTo>
                    <a:pt x="1147715" y="4196197"/>
                  </a:lnTo>
                  <a:lnTo>
                    <a:pt x="1147715" y="4195766"/>
                  </a:lnTo>
                  <a:lnTo>
                    <a:pt x="1147715" y="4195335"/>
                  </a:lnTo>
                  <a:lnTo>
                    <a:pt x="1147715" y="4194905"/>
                  </a:lnTo>
                  <a:lnTo>
                    <a:pt x="1147873" y="4194905"/>
                  </a:lnTo>
                  <a:lnTo>
                    <a:pt x="1147873" y="4194474"/>
                  </a:lnTo>
                  <a:lnTo>
                    <a:pt x="1148031" y="4194474"/>
                  </a:lnTo>
                  <a:lnTo>
                    <a:pt x="1148031" y="4194044"/>
                  </a:lnTo>
                  <a:lnTo>
                    <a:pt x="1148189" y="4194044"/>
                  </a:lnTo>
                  <a:lnTo>
                    <a:pt x="1148346" y="4194044"/>
                  </a:lnTo>
                  <a:lnTo>
                    <a:pt x="1148504" y="4194044"/>
                  </a:lnTo>
                  <a:lnTo>
                    <a:pt x="1148662" y="4194044"/>
                  </a:lnTo>
                  <a:lnTo>
                    <a:pt x="1148819" y="4194044"/>
                  </a:lnTo>
                  <a:lnTo>
                    <a:pt x="1148819" y="4193613"/>
                  </a:lnTo>
                  <a:lnTo>
                    <a:pt x="1148819" y="4193182"/>
                  </a:lnTo>
                  <a:lnTo>
                    <a:pt x="1148819" y="4192752"/>
                  </a:lnTo>
                  <a:lnTo>
                    <a:pt x="1148819" y="4192321"/>
                  </a:lnTo>
                  <a:lnTo>
                    <a:pt x="1148977" y="4192321"/>
                  </a:lnTo>
                  <a:lnTo>
                    <a:pt x="1149135" y="4192321"/>
                  </a:lnTo>
                  <a:lnTo>
                    <a:pt x="1149293" y="4192321"/>
                  </a:lnTo>
                  <a:lnTo>
                    <a:pt x="1149450" y="4192321"/>
                  </a:lnTo>
                  <a:lnTo>
                    <a:pt x="1149450" y="4191891"/>
                  </a:lnTo>
                  <a:lnTo>
                    <a:pt x="1149608" y="4191891"/>
                  </a:lnTo>
                  <a:lnTo>
                    <a:pt x="1149608" y="4191460"/>
                  </a:lnTo>
                  <a:lnTo>
                    <a:pt x="1149766" y="4191460"/>
                  </a:lnTo>
                  <a:lnTo>
                    <a:pt x="1149766" y="4191029"/>
                  </a:lnTo>
                  <a:lnTo>
                    <a:pt x="1149923" y="4191029"/>
                  </a:lnTo>
                  <a:lnTo>
                    <a:pt x="1150081" y="4191029"/>
                  </a:lnTo>
                  <a:lnTo>
                    <a:pt x="1150239" y="4191029"/>
                  </a:lnTo>
                  <a:lnTo>
                    <a:pt x="1150397" y="4191029"/>
                  </a:lnTo>
                  <a:lnTo>
                    <a:pt x="1150397" y="4190599"/>
                  </a:lnTo>
                  <a:lnTo>
                    <a:pt x="1150554" y="4190599"/>
                  </a:lnTo>
                  <a:lnTo>
                    <a:pt x="1150712" y="4190599"/>
                  </a:lnTo>
                  <a:lnTo>
                    <a:pt x="1150870" y="4190599"/>
                  </a:lnTo>
                  <a:lnTo>
                    <a:pt x="1151027" y="4190599"/>
                  </a:lnTo>
                  <a:lnTo>
                    <a:pt x="1151185" y="4190599"/>
                  </a:lnTo>
                  <a:lnTo>
                    <a:pt x="1151343" y="4190599"/>
                  </a:lnTo>
                  <a:lnTo>
                    <a:pt x="1151501" y="4190599"/>
                  </a:lnTo>
                  <a:lnTo>
                    <a:pt x="1151501" y="4190168"/>
                  </a:lnTo>
                  <a:lnTo>
                    <a:pt x="1151658" y="4190168"/>
                  </a:lnTo>
                  <a:lnTo>
                    <a:pt x="1151816" y="4190168"/>
                  </a:lnTo>
                  <a:lnTo>
                    <a:pt x="1151974" y="4190168"/>
                  </a:lnTo>
                  <a:lnTo>
                    <a:pt x="1152132" y="4190168"/>
                  </a:lnTo>
                  <a:lnTo>
                    <a:pt x="1152132" y="4189738"/>
                  </a:lnTo>
                  <a:lnTo>
                    <a:pt x="1152289" y="4189738"/>
                  </a:lnTo>
                  <a:lnTo>
                    <a:pt x="1152289" y="4189307"/>
                  </a:lnTo>
                  <a:lnTo>
                    <a:pt x="1152447" y="4189307"/>
                  </a:lnTo>
                  <a:lnTo>
                    <a:pt x="1152447" y="4188876"/>
                  </a:lnTo>
                  <a:lnTo>
                    <a:pt x="1152605" y="4188876"/>
                  </a:lnTo>
                  <a:lnTo>
                    <a:pt x="1152605" y="4188446"/>
                  </a:lnTo>
                  <a:lnTo>
                    <a:pt x="1152762" y="4188446"/>
                  </a:lnTo>
                  <a:lnTo>
                    <a:pt x="1152920" y="4188446"/>
                  </a:lnTo>
                  <a:lnTo>
                    <a:pt x="1152920" y="4188015"/>
                  </a:lnTo>
                  <a:lnTo>
                    <a:pt x="1153078" y="4188015"/>
                  </a:lnTo>
                  <a:lnTo>
                    <a:pt x="1153236" y="4188015"/>
                  </a:lnTo>
                  <a:lnTo>
                    <a:pt x="1153393" y="4188015"/>
                  </a:lnTo>
                  <a:lnTo>
                    <a:pt x="1153551" y="4188015"/>
                  </a:lnTo>
                  <a:lnTo>
                    <a:pt x="1153551" y="4187585"/>
                  </a:lnTo>
                  <a:lnTo>
                    <a:pt x="1153709" y="4187585"/>
                  </a:lnTo>
                  <a:lnTo>
                    <a:pt x="1153866" y="4187585"/>
                  </a:lnTo>
                  <a:lnTo>
                    <a:pt x="1153866" y="4187154"/>
                  </a:lnTo>
                  <a:lnTo>
                    <a:pt x="1153866" y="4186723"/>
                  </a:lnTo>
                  <a:lnTo>
                    <a:pt x="1154024" y="4186723"/>
                  </a:lnTo>
                  <a:lnTo>
                    <a:pt x="1154024" y="4186293"/>
                  </a:lnTo>
                  <a:lnTo>
                    <a:pt x="1154182" y="4186293"/>
                  </a:lnTo>
                  <a:lnTo>
                    <a:pt x="1154182" y="4185862"/>
                  </a:lnTo>
                  <a:lnTo>
                    <a:pt x="1154340" y="4185862"/>
                  </a:lnTo>
                  <a:lnTo>
                    <a:pt x="1154497" y="4185862"/>
                  </a:lnTo>
                  <a:lnTo>
                    <a:pt x="1154655" y="4185862"/>
                  </a:lnTo>
                  <a:lnTo>
                    <a:pt x="1154813" y="4185862"/>
                  </a:lnTo>
                  <a:lnTo>
                    <a:pt x="1154970" y="4185862"/>
                  </a:lnTo>
                  <a:lnTo>
                    <a:pt x="1155128" y="4185862"/>
                  </a:lnTo>
                  <a:lnTo>
                    <a:pt x="1155128" y="4185432"/>
                  </a:lnTo>
                  <a:lnTo>
                    <a:pt x="1155286" y="4185432"/>
                  </a:lnTo>
                  <a:lnTo>
                    <a:pt x="1155444" y="4185432"/>
                  </a:lnTo>
                  <a:lnTo>
                    <a:pt x="1155601" y="4185432"/>
                  </a:lnTo>
                  <a:lnTo>
                    <a:pt x="1155759" y="4185432"/>
                  </a:lnTo>
                  <a:lnTo>
                    <a:pt x="1155759" y="4185001"/>
                  </a:lnTo>
                  <a:lnTo>
                    <a:pt x="1155917" y="4185001"/>
                  </a:lnTo>
                  <a:lnTo>
                    <a:pt x="1155917" y="4184570"/>
                  </a:lnTo>
                  <a:lnTo>
                    <a:pt x="1156074" y="4184570"/>
                  </a:lnTo>
                  <a:lnTo>
                    <a:pt x="1156074" y="4184140"/>
                  </a:lnTo>
                  <a:lnTo>
                    <a:pt x="1156232" y="4184140"/>
                  </a:lnTo>
                  <a:lnTo>
                    <a:pt x="1156390" y="4184140"/>
                  </a:lnTo>
                  <a:lnTo>
                    <a:pt x="1156548" y="4184140"/>
                  </a:lnTo>
                  <a:lnTo>
                    <a:pt x="1156705" y="4184140"/>
                  </a:lnTo>
                  <a:lnTo>
                    <a:pt x="1156863" y="4184140"/>
                  </a:lnTo>
                  <a:lnTo>
                    <a:pt x="1157021" y="4184140"/>
                  </a:lnTo>
                  <a:lnTo>
                    <a:pt x="1157021" y="4183709"/>
                  </a:lnTo>
                  <a:lnTo>
                    <a:pt x="1157021" y="4183279"/>
                  </a:lnTo>
                  <a:lnTo>
                    <a:pt x="1157179" y="4183279"/>
                  </a:lnTo>
                  <a:lnTo>
                    <a:pt x="1157179" y="4182848"/>
                  </a:lnTo>
                  <a:lnTo>
                    <a:pt x="1157336" y="4182848"/>
                  </a:lnTo>
                  <a:lnTo>
                    <a:pt x="1157336" y="4182417"/>
                  </a:lnTo>
                  <a:lnTo>
                    <a:pt x="1157494" y="4182417"/>
                  </a:lnTo>
                  <a:lnTo>
                    <a:pt x="1157652" y="4182417"/>
                  </a:lnTo>
                  <a:lnTo>
                    <a:pt x="1157652" y="4181987"/>
                  </a:lnTo>
                  <a:lnTo>
                    <a:pt x="1157809" y="4181987"/>
                  </a:lnTo>
                  <a:lnTo>
                    <a:pt x="1157967" y="4181987"/>
                  </a:lnTo>
                  <a:lnTo>
                    <a:pt x="1158125" y="4181987"/>
                  </a:lnTo>
                  <a:lnTo>
                    <a:pt x="1158283" y="4181987"/>
                  </a:lnTo>
                  <a:lnTo>
                    <a:pt x="1158440" y="4181987"/>
                  </a:lnTo>
                  <a:lnTo>
                    <a:pt x="1158598" y="4181987"/>
                  </a:lnTo>
                  <a:lnTo>
                    <a:pt x="1158598" y="4181556"/>
                  </a:lnTo>
                  <a:lnTo>
                    <a:pt x="1158756" y="4181556"/>
                  </a:lnTo>
                  <a:lnTo>
                    <a:pt x="1158913" y="4181556"/>
                  </a:lnTo>
                  <a:lnTo>
                    <a:pt x="1159071" y="4181556"/>
                  </a:lnTo>
                  <a:lnTo>
                    <a:pt x="1159229" y="4181556"/>
                  </a:lnTo>
                  <a:lnTo>
                    <a:pt x="1159387" y="4181556"/>
                  </a:lnTo>
                  <a:lnTo>
                    <a:pt x="1159387" y="4181126"/>
                  </a:lnTo>
                  <a:lnTo>
                    <a:pt x="1159544" y="4181126"/>
                  </a:lnTo>
                  <a:lnTo>
                    <a:pt x="1159702" y="4181126"/>
                  </a:lnTo>
                  <a:lnTo>
                    <a:pt x="1159860" y="4181126"/>
                  </a:lnTo>
                  <a:lnTo>
                    <a:pt x="1159860" y="4180695"/>
                  </a:lnTo>
                  <a:lnTo>
                    <a:pt x="1160017" y="4180695"/>
                  </a:lnTo>
                  <a:lnTo>
                    <a:pt x="1160175" y="4180695"/>
                  </a:lnTo>
                  <a:lnTo>
                    <a:pt x="1160175" y="4180264"/>
                  </a:lnTo>
                  <a:lnTo>
                    <a:pt x="1160175" y="4179834"/>
                  </a:lnTo>
                  <a:lnTo>
                    <a:pt x="1160333" y="4179834"/>
                  </a:lnTo>
                  <a:lnTo>
                    <a:pt x="1160491" y="4179834"/>
                  </a:lnTo>
                  <a:lnTo>
                    <a:pt x="1160648" y="4179834"/>
                  </a:lnTo>
                  <a:lnTo>
                    <a:pt x="1160648" y="4179403"/>
                  </a:lnTo>
                  <a:lnTo>
                    <a:pt x="1160648" y="4178973"/>
                  </a:lnTo>
                  <a:lnTo>
                    <a:pt x="1160648" y="4178542"/>
                  </a:lnTo>
                  <a:lnTo>
                    <a:pt x="1160806" y="4178542"/>
                  </a:lnTo>
                  <a:lnTo>
                    <a:pt x="1160964" y="4178542"/>
                  </a:lnTo>
                  <a:lnTo>
                    <a:pt x="1160964" y="4178111"/>
                  </a:lnTo>
                  <a:lnTo>
                    <a:pt x="1161121" y="4178111"/>
                  </a:lnTo>
                  <a:lnTo>
                    <a:pt x="1161279" y="4178111"/>
                  </a:lnTo>
                  <a:lnTo>
                    <a:pt x="1161437" y="4178111"/>
                  </a:lnTo>
                  <a:lnTo>
                    <a:pt x="1161595" y="4178111"/>
                  </a:lnTo>
                  <a:lnTo>
                    <a:pt x="1161752" y="4178111"/>
                  </a:lnTo>
                  <a:lnTo>
                    <a:pt x="1161910" y="4178111"/>
                  </a:lnTo>
                  <a:lnTo>
                    <a:pt x="1162068" y="4178111"/>
                  </a:lnTo>
                  <a:lnTo>
                    <a:pt x="1162225" y="4178111"/>
                  </a:lnTo>
                  <a:lnTo>
                    <a:pt x="1162383" y="4178111"/>
                  </a:lnTo>
                  <a:lnTo>
                    <a:pt x="1162541" y="4178111"/>
                  </a:lnTo>
                  <a:lnTo>
                    <a:pt x="1162541" y="4177681"/>
                  </a:lnTo>
                  <a:lnTo>
                    <a:pt x="1162541" y="4177250"/>
                  </a:lnTo>
                  <a:lnTo>
                    <a:pt x="1162541" y="4176820"/>
                  </a:lnTo>
                  <a:lnTo>
                    <a:pt x="1162699" y="4176820"/>
                  </a:lnTo>
                  <a:lnTo>
                    <a:pt x="1162856" y="4176820"/>
                  </a:lnTo>
                  <a:lnTo>
                    <a:pt x="1163014" y="4176820"/>
                  </a:lnTo>
                  <a:lnTo>
                    <a:pt x="1163172" y="4176820"/>
                  </a:lnTo>
                  <a:lnTo>
                    <a:pt x="1163330" y="4176820"/>
                  </a:lnTo>
                  <a:lnTo>
                    <a:pt x="1163330" y="4176389"/>
                  </a:lnTo>
                  <a:lnTo>
                    <a:pt x="1163487" y="4176389"/>
                  </a:lnTo>
                  <a:lnTo>
                    <a:pt x="1163487" y="4175958"/>
                  </a:lnTo>
                  <a:lnTo>
                    <a:pt x="1163645" y="4175958"/>
                  </a:lnTo>
                  <a:lnTo>
                    <a:pt x="1163803" y="4175958"/>
                  </a:lnTo>
                  <a:lnTo>
                    <a:pt x="1163803" y="4175528"/>
                  </a:lnTo>
                  <a:lnTo>
                    <a:pt x="1163803" y="4175097"/>
                  </a:lnTo>
                  <a:lnTo>
                    <a:pt x="1163803" y="4174667"/>
                  </a:lnTo>
                  <a:lnTo>
                    <a:pt x="1163960" y="4174667"/>
                  </a:lnTo>
                  <a:lnTo>
                    <a:pt x="1163960" y="4174236"/>
                  </a:lnTo>
                  <a:lnTo>
                    <a:pt x="1163960" y="4173805"/>
                  </a:lnTo>
                  <a:lnTo>
                    <a:pt x="1163960" y="4173375"/>
                  </a:lnTo>
                  <a:lnTo>
                    <a:pt x="1164118" y="4173375"/>
                  </a:lnTo>
                  <a:lnTo>
                    <a:pt x="1164118" y="4172944"/>
                  </a:lnTo>
                  <a:lnTo>
                    <a:pt x="1164276" y="4172944"/>
                  </a:lnTo>
                  <a:lnTo>
                    <a:pt x="1164434" y="4172944"/>
                  </a:lnTo>
                  <a:lnTo>
                    <a:pt x="1164591" y="4172944"/>
                  </a:lnTo>
                  <a:lnTo>
                    <a:pt x="1164749" y="4172944"/>
                  </a:lnTo>
                  <a:lnTo>
                    <a:pt x="1164907" y="4172944"/>
                  </a:lnTo>
                  <a:lnTo>
                    <a:pt x="1165064" y="4172944"/>
                  </a:lnTo>
                  <a:lnTo>
                    <a:pt x="1165064" y="4172514"/>
                  </a:lnTo>
                  <a:lnTo>
                    <a:pt x="1165064" y="4172083"/>
                  </a:lnTo>
                  <a:lnTo>
                    <a:pt x="1165064" y="4171652"/>
                  </a:lnTo>
                  <a:lnTo>
                    <a:pt x="1165222" y="4171652"/>
                  </a:lnTo>
                  <a:lnTo>
                    <a:pt x="1165222" y="4171222"/>
                  </a:lnTo>
                  <a:lnTo>
                    <a:pt x="1165222" y="4170791"/>
                  </a:lnTo>
                  <a:lnTo>
                    <a:pt x="1165222" y="4170361"/>
                  </a:lnTo>
                  <a:lnTo>
                    <a:pt x="1165222" y="4169930"/>
                  </a:lnTo>
                  <a:lnTo>
                    <a:pt x="1165222" y="4169499"/>
                  </a:lnTo>
                  <a:lnTo>
                    <a:pt x="1165380" y="4169499"/>
                  </a:lnTo>
                  <a:lnTo>
                    <a:pt x="1165538" y="4169499"/>
                  </a:lnTo>
                  <a:lnTo>
                    <a:pt x="1165538" y="4169069"/>
                  </a:lnTo>
                  <a:lnTo>
                    <a:pt x="1165695" y="4169069"/>
                  </a:lnTo>
                  <a:lnTo>
                    <a:pt x="1165853" y="4169069"/>
                  </a:lnTo>
                  <a:lnTo>
                    <a:pt x="1165853" y="4168638"/>
                  </a:lnTo>
                  <a:lnTo>
                    <a:pt x="1166011" y="4168638"/>
                  </a:lnTo>
                  <a:lnTo>
                    <a:pt x="1166168" y="4168638"/>
                  </a:lnTo>
                  <a:lnTo>
                    <a:pt x="1166168" y="4168208"/>
                  </a:lnTo>
                  <a:lnTo>
                    <a:pt x="1166326" y="4168208"/>
                  </a:lnTo>
                  <a:lnTo>
                    <a:pt x="1166484" y="4168208"/>
                  </a:lnTo>
                  <a:lnTo>
                    <a:pt x="1166484" y="4167777"/>
                  </a:lnTo>
                  <a:lnTo>
                    <a:pt x="1166642" y="4167777"/>
                  </a:lnTo>
                  <a:lnTo>
                    <a:pt x="1166799" y="4167777"/>
                  </a:lnTo>
                  <a:lnTo>
                    <a:pt x="1166957" y="4167777"/>
                  </a:lnTo>
                  <a:lnTo>
                    <a:pt x="1166957" y="4167346"/>
                  </a:lnTo>
                  <a:lnTo>
                    <a:pt x="1167115" y="4167346"/>
                  </a:lnTo>
                  <a:lnTo>
                    <a:pt x="1167272" y="4167346"/>
                  </a:lnTo>
                  <a:lnTo>
                    <a:pt x="1167272" y="4166916"/>
                  </a:lnTo>
                  <a:lnTo>
                    <a:pt x="1167430" y="4166916"/>
                  </a:lnTo>
                  <a:lnTo>
                    <a:pt x="1167430" y="4166485"/>
                  </a:lnTo>
                  <a:lnTo>
                    <a:pt x="1167430" y="4166055"/>
                  </a:lnTo>
                  <a:lnTo>
                    <a:pt x="1167588" y="4166055"/>
                  </a:lnTo>
                  <a:lnTo>
                    <a:pt x="1167588" y="4165624"/>
                  </a:lnTo>
                  <a:lnTo>
                    <a:pt x="1167588" y="4165193"/>
                  </a:lnTo>
                  <a:lnTo>
                    <a:pt x="1167746" y="4165193"/>
                  </a:lnTo>
                  <a:lnTo>
                    <a:pt x="1167903" y="4165193"/>
                  </a:lnTo>
                  <a:lnTo>
                    <a:pt x="1168061" y="4165193"/>
                  </a:lnTo>
                  <a:lnTo>
                    <a:pt x="1168219" y="4165193"/>
                  </a:lnTo>
                  <a:lnTo>
                    <a:pt x="1168219" y="4164763"/>
                  </a:lnTo>
                  <a:lnTo>
                    <a:pt x="1168219" y="4164332"/>
                  </a:lnTo>
                  <a:lnTo>
                    <a:pt x="1168377" y="4164332"/>
                  </a:lnTo>
                  <a:lnTo>
                    <a:pt x="1168377" y="4163902"/>
                  </a:lnTo>
                  <a:lnTo>
                    <a:pt x="1168534" y="4163902"/>
                  </a:lnTo>
                  <a:lnTo>
                    <a:pt x="1168534" y="4163471"/>
                  </a:lnTo>
                  <a:lnTo>
                    <a:pt x="1168534" y="4163040"/>
                  </a:lnTo>
                  <a:lnTo>
                    <a:pt x="1168534" y="4162610"/>
                  </a:lnTo>
                  <a:lnTo>
                    <a:pt x="1168692" y="4162610"/>
                  </a:lnTo>
                  <a:lnTo>
                    <a:pt x="1168850" y="4162610"/>
                  </a:lnTo>
                  <a:lnTo>
                    <a:pt x="1169007" y="4162610"/>
                  </a:lnTo>
                  <a:lnTo>
                    <a:pt x="1169165" y="4162610"/>
                  </a:lnTo>
                  <a:lnTo>
                    <a:pt x="1169165" y="4162179"/>
                  </a:lnTo>
                  <a:lnTo>
                    <a:pt x="1169323" y="4162179"/>
                  </a:lnTo>
                  <a:lnTo>
                    <a:pt x="1169323" y="4161749"/>
                  </a:lnTo>
                  <a:lnTo>
                    <a:pt x="1169481" y="4161749"/>
                  </a:lnTo>
                  <a:lnTo>
                    <a:pt x="1169638" y="4161749"/>
                  </a:lnTo>
                  <a:lnTo>
                    <a:pt x="1169796" y="4161749"/>
                  </a:lnTo>
                  <a:lnTo>
                    <a:pt x="1169954" y="4161749"/>
                  </a:lnTo>
                  <a:lnTo>
                    <a:pt x="1170111" y="4161749"/>
                  </a:lnTo>
                  <a:lnTo>
                    <a:pt x="1170269" y="4161749"/>
                  </a:lnTo>
                  <a:lnTo>
                    <a:pt x="1170269" y="4161318"/>
                  </a:lnTo>
                  <a:lnTo>
                    <a:pt x="1170427" y="4161318"/>
                  </a:lnTo>
                  <a:lnTo>
                    <a:pt x="1170427" y="4160887"/>
                  </a:lnTo>
                  <a:lnTo>
                    <a:pt x="1170427" y="4160457"/>
                  </a:lnTo>
                  <a:lnTo>
                    <a:pt x="1170585" y="4160457"/>
                  </a:lnTo>
                  <a:lnTo>
                    <a:pt x="1170742" y="4160457"/>
                  </a:lnTo>
                  <a:lnTo>
                    <a:pt x="1170900" y="4160457"/>
                  </a:lnTo>
                  <a:lnTo>
                    <a:pt x="1171058" y="4160457"/>
                  </a:lnTo>
                  <a:lnTo>
                    <a:pt x="1171058" y="4160026"/>
                  </a:lnTo>
                  <a:lnTo>
                    <a:pt x="1171215" y="4160026"/>
                  </a:lnTo>
                  <a:lnTo>
                    <a:pt x="1171373" y="4160026"/>
                  </a:lnTo>
                  <a:lnTo>
                    <a:pt x="1171373" y="4159596"/>
                  </a:lnTo>
                  <a:lnTo>
                    <a:pt x="1171531" y="4159596"/>
                  </a:lnTo>
                  <a:lnTo>
                    <a:pt x="1171531" y="4159165"/>
                  </a:lnTo>
                  <a:lnTo>
                    <a:pt x="1171689" y="4159165"/>
                  </a:lnTo>
                  <a:lnTo>
                    <a:pt x="1171689" y="4158734"/>
                  </a:lnTo>
                  <a:lnTo>
                    <a:pt x="1171846" y="4158734"/>
                  </a:lnTo>
                  <a:lnTo>
                    <a:pt x="1172004" y="4158734"/>
                  </a:lnTo>
                  <a:lnTo>
                    <a:pt x="1172004" y="4158304"/>
                  </a:lnTo>
                  <a:lnTo>
                    <a:pt x="1172004" y="4157873"/>
                  </a:lnTo>
                  <a:lnTo>
                    <a:pt x="1172162" y="4157873"/>
                  </a:lnTo>
                  <a:lnTo>
                    <a:pt x="1172162" y="4157443"/>
                  </a:lnTo>
                  <a:lnTo>
                    <a:pt x="1172319" y="4157443"/>
                  </a:lnTo>
                  <a:lnTo>
                    <a:pt x="1172477" y="4157443"/>
                  </a:lnTo>
                  <a:lnTo>
                    <a:pt x="1172635" y="4157443"/>
                  </a:lnTo>
                  <a:lnTo>
                    <a:pt x="1172635" y="4157012"/>
                  </a:lnTo>
                  <a:lnTo>
                    <a:pt x="1172793" y="4157012"/>
                  </a:lnTo>
                  <a:lnTo>
                    <a:pt x="1172793" y="4156581"/>
                  </a:lnTo>
                  <a:lnTo>
                    <a:pt x="1172950" y="4156581"/>
                  </a:lnTo>
                  <a:lnTo>
                    <a:pt x="1173108" y="4156581"/>
                  </a:lnTo>
                  <a:lnTo>
                    <a:pt x="1173266" y="4156581"/>
                  </a:lnTo>
                  <a:lnTo>
                    <a:pt x="1173266" y="4156151"/>
                  </a:lnTo>
                  <a:lnTo>
                    <a:pt x="1173423" y="4156151"/>
                  </a:lnTo>
                  <a:lnTo>
                    <a:pt x="1173581" y="4156151"/>
                  </a:lnTo>
                  <a:lnTo>
                    <a:pt x="1173739" y="4156151"/>
                  </a:lnTo>
                  <a:lnTo>
                    <a:pt x="1173897" y="4156151"/>
                  </a:lnTo>
                  <a:lnTo>
                    <a:pt x="1173897" y="4155720"/>
                  </a:lnTo>
                  <a:lnTo>
                    <a:pt x="1173897" y="4155290"/>
                  </a:lnTo>
                  <a:lnTo>
                    <a:pt x="1173897" y="4154859"/>
                  </a:lnTo>
                  <a:lnTo>
                    <a:pt x="1173897" y="4154428"/>
                  </a:lnTo>
                  <a:lnTo>
                    <a:pt x="1174054" y="4154428"/>
                  </a:lnTo>
                  <a:lnTo>
                    <a:pt x="1174212" y="4154428"/>
                  </a:lnTo>
                  <a:lnTo>
                    <a:pt x="1174370" y="4154428"/>
                  </a:lnTo>
                  <a:lnTo>
                    <a:pt x="1174370" y="4153998"/>
                  </a:lnTo>
                  <a:lnTo>
                    <a:pt x="1174528" y="4153998"/>
                  </a:lnTo>
                  <a:lnTo>
                    <a:pt x="1174685" y="4153998"/>
                  </a:lnTo>
                  <a:lnTo>
                    <a:pt x="1174843" y="4153998"/>
                  </a:lnTo>
                  <a:lnTo>
                    <a:pt x="1175001" y="4153998"/>
                  </a:lnTo>
                  <a:lnTo>
                    <a:pt x="1175001" y="4153567"/>
                  </a:lnTo>
                  <a:lnTo>
                    <a:pt x="1175158" y="4153567"/>
                  </a:lnTo>
                  <a:lnTo>
                    <a:pt x="1175316" y="4153567"/>
                  </a:lnTo>
                  <a:lnTo>
                    <a:pt x="1175316" y="4153137"/>
                  </a:lnTo>
                  <a:lnTo>
                    <a:pt x="1175474" y="4153137"/>
                  </a:lnTo>
                  <a:lnTo>
                    <a:pt x="1175632" y="4153137"/>
                  </a:lnTo>
                  <a:lnTo>
                    <a:pt x="1175632" y="4152706"/>
                  </a:lnTo>
                  <a:lnTo>
                    <a:pt x="1175789" y="4152706"/>
                  </a:lnTo>
                  <a:lnTo>
                    <a:pt x="1175947" y="4152706"/>
                  </a:lnTo>
                  <a:lnTo>
                    <a:pt x="1176105" y="4152706"/>
                  </a:lnTo>
                  <a:lnTo>
                    <a:pt x="1176262" y="4152706"/>
                  </a:lnTo>
                  <a:lnTo>
                    <a:pt x="1176420" y="4152706"/>
                  </a:lnTo>
                  <a:lnTo>
                    <a:pt x="1176578" y="4152706"/>
                  </a:lnTo>
                  <a:lnTo>
                    <a:pt x="1176736" y="4152706"/>
                  </a:lnTo>
                  <a:lnTo>
                    <a:pt x="1176893" y="4152706"/>
                  </a:lnTo>
                  <a:lnTo>
                    <a:pt x="1176893" y="4152275"/>
                  </a:lnTo>
                  <a:lnTo>
                    <a:pt x="1177051" y="4152275"/>
                  </a:lnTo>
                  <a:lnTo>
                    <a:pt x="1177209" y="4152275"/>
                  </a:lnTo>
                  <a:lnTo>
                    <a:pt x="1177209" y="4151845"/>
                  </a:lnTo>
                  <a:lnTo>
                    <a:pt x="1177366" y="4151845"/>
                  </a:lnTo>
                  <a:lnTo>
                    <a:pt x="1177366" y="4151414"/>
                  </a:lnTo>
                  <a:lnTo>
                    <a:pt x="1177366" y="4150984"/>
                  </a:lnTo>
                  <a:lnTo>
                    <a:pt x="1177524" y="4150984"/>
                  </a:lnTo>
                  <a:lnTo>
                    <a:pt x="1177524" y="4150553"/>
                  </a:lnTo>
                  <a:lnTo>
                    <a:pt x="1177682" y="4150553"/>
                  </a:lnTo>
                  <a:lnTo>
                    <a:pt x="1177840" y="4150553"/>
                  </a:lnTo>
                  <a:lnTo>
                    <a:pt x="1177997" y="4150553"/>
                  </a:lnTo>
                  <a:lnTo>
                    <a:pt x="1178155" y="4150553"/>
                  </a:lnTo>
                  <a:lnTo>
                    <a:pt x="1178155" y="4150122"/>
                  </a:lnTo>
                  <a:lnTo>
                    <a:pt x="1178313" y="4150122"/>
                  </a:lnTo>
                  <a:lnTo>
                    <a:pt x="1178313" y="4149692"/>
                  </a:lnTo>
                  <a:lnTo>
                    <a:pt x="1178313" y="4149261"/>
                  </a:lnTo>
                  <a:lnTo>
                    <a:pt x="1178470" y="4149261"/>
                  </a:lnTo>
                  <a:lnTo>
                    <a:pt x="1178470" y="4148831"/>
                  </a:lnTo>
                  <a:lnTo>
                    <a:pt x="1178628" y="4148831"/>
                  </a:lnTo>
                  <a:lnTo>
                    <a:pt x="1178786" y="4148831"/>
                  </a:lnTo>
                  <a:lnTo>
                    <a:pt x="1178944" y="4148831"/>
                  </a:lnTo>
                  <a:lnTo>
                    <a:pt x="1178944" y="4148400"/>
                  </a:lnTo>
                  <a:lnTo>
                    <a:pt x="1178944" y="4147969"/>
                  </a:lnTo>
                  <a:lnTo>
                    <a:pt x="1179101" y="4147969"/>
                  </a:lnTo>
                  <a:lnTo>
                    <a:pt x="1179101" y="4147539"/>
                  </a:lnTo>
                  <a:lnTo>
                    <a:pt x="1179101" y="4147108"/>
                  </a:lnTo>
                  <a:lnTo>
                    <a:pt x="1179259" y="4147108"/>
                  </a:lnTo>
                  <a:lnTo>
                    <a:pt x="1179417" y="4147108"/>
                  </a:lnTo>
                  <a:lnTo>
                    <a:pt x="1179417" y="4146678"/>
                  </a:lnTo>
                  <a:lnTo>
                    <a:pt x="1179575" y="4146678"/>
                  </a:lnTo>
                  <a:lnTo>
                    <a:pt x="1179575" y="4146247"/>
                  </a:lnTo>
                  <a:lnTo>
                    <a:pt x="1179732" y="4146247"/>
                  </a:lnTo>
                  <a:lnTo>
                    <a:pt x="1179890" y="4146247"/>
                  </a:lnTo>
                  <a:lnTo>
                    <a:pt x="1179890" y="4145816"/>
                  </a:lnTo>
                  <a:lnTo>
                    <a:pt x="1180048" y="4145816"/>
                  </a:lnTo>
                  <a:lnTo>
                    <a:pt x="1180205" y="4145816"/>
                  </a:lnTo>
                  <a:lnTo>
                    <a:pt x="1180363" y="4145816"/>
                  </a:lnTo>
                  <a:lnTo>
                    <a:pt x="1180521" y="4145816"/>
                  </a:lnTo>
                  <a:lnTo>
                    <a:pt x="1180679" y="4145816"/>
                  </a:lnTo>
                  <a:lnTo>
                    <a:pt x="1180836" y="4145816"/>
                  </a:lnTo>
                  <a:lnTo>
                    <a:pt x="1180836" y="4145386"/>
                  </a:lnTo>
                  <a:lnTo>
                    <a:pt x="1180994" y="4145386"/>
                  </a:lnTo>
                  <a:lnTo>
                    <a:pt x="1180994" y="4144955"/>
                  </a:lnTo>
                  <a:lnTo>
                    <a:pt x="1181152" y="4144955"/>
                  </a:lnTo>
                  <a:lnTo>
                    <a:pt x="1181152" y="4144525"/>
                  </a:lnTo>
                  <a:lnTo>
                    <a:pt x="1181309" y="4144525"/>
                  </a:lnTo>
                  <a:lnTo>
                    <a:pt x="1181467" y="4144525"/>
                  </a:lnTo>
                  <a:lnTo>
                    <a:pt x="1181625" y="4144525"/>
                  </a:lnTo>
                  <a:lnTo>
                    <a:pt x="1181625" y="4144094"/>
                  </a:lnTo>
                  <a:lnTo>
                    <a:pt x="1181783" y="4144094"/>
                  </a:lnTo>
                  <a:lnTo>
                    <a:pt x="1181940" y="4144094"/>
                  </a:lnTo>
                  <a:lnTo>
                    <a:pt x="1182098" y="4144094"/>
                  </a:lnTo>
                  <a:lnTo>
                    <a:pt x="1182256" y="4144094"/>
                  </a:lnTo>
                  <a:lnTo>
                    <a:pt x="1182413" y="4144094"/>
                  </a:lnTo>
                  <a:lnTo>
                    <a:pt x="1182413" y="4143663"/>
                  </a:lnTo>
                  <a:lnTo>
                    <a:pt x="1182571" y="4143663"/>
                  </a:lnTo>
                  <a:lnTo>
                    <a:pt x="1182571" y="4143233"/>
                  </a:lnTo>
                  <a:lnTo>
                    <a:pt x="1182729" y="4143233"/>
                  </a:lnTo>
                  <a:lnTo>
                    <a:pt x="1182729" y="4142802"/>
                  </a:lnTo>
                  <a:lnTo>
                    <a:pt x="1182887" y="4142802"/>
                  </a:lnTo>
                  <a:lnTo>
                    <a:pt x="1182887" y="4142372"/>
                  </a:lnTo>
                  <a:lnTo>
                    <a:pt x="1183044" y="4142372"/>
                  </a:lnTo>
                  <a:lnTo>
                    <a:pt x="1183202" y="4142372"/>
                  </a:lnTo>
                  <a:lnTo>
                    <a:pt x="1183360" y="4142372"/>
                  </a:lnTo>
                  <a:lnTo>
                    <a:pt x="1183517" y="4142372"/>
                  </a:lnTo>
                  <a:lnTo>
                    <a:pt x="1183517" y="4141941"/>
                  </a:lnTo>
                  <a:lnTo>
                    <a:pt x="1183675" y="4141941"/>
                  </a:lnTo>
                  <a:lnTo>
                    <a:pt x="1183833" y="4141941"/>
                  </a:lnTo>
                  <a:lnTo>
                    <a:pt x="1183833" y="4141510"/>
                  </a:lnTo>
                  <a:lnTo>
                    <a:pt x="1183991" y="4141510"/>
                  </a:lnTo>
                  <a:lnTo>
                    <a:pt x="1183991" y="4141080"/>
                  </a:lnTo>
                  <a:lnTo>
                    <a:pt x="1184148" y="4141080"/>
                  </a:lnTo>
                  <a:lnTo>
                    <a:pt x="1184306" y="4141080"/>
                  </a:lnTo>
                  <a:lnTo>
                    <a:pt x="1184306" y="4140649"/>
                  </a:lnTo>
                  <a:lnTo>
                    <a:pt x="1184464" y="4140649"/>
                  </a:lnTo>
                  <a:lnTo>
                    <a:pt x="1184621" y="4140649"/>
                  </a:lnTo>
                  <a:lnTo>
                    <a:pt x="1184779" y="4140649"/>
                  </a:lnTo>
                  <a:lnTo>
                    <a:pt x="1184937" y="4140649"/>
                  </a:lnTo>
                  <a:lnTo>
                    <a:pt x="1185095" y="4140649"/>
                  </a:lnTo>
                  <a:lnTo>
                    <a:pt x="1185252" y="4140649"/>
                  </a:lnTo>
                  <a:lnTo>
                    <a:pt x="1185410" y="4140649"/>
                  </a:lnTo>
                  <a:lnTo>
                    <a:pt x="1185568" y="4140649"/>
                  </a:lnTo>
                  <a:lnTo>
                    <a:pt x="1185726" y="4140649"/>
                  </a:lnTo>
                  <a:lnTo>
                    <a:pt x="1185726" y="4140219"/>
                  </a:lnTo>
                  <a:lnTo>
                    <a:pt x="1185726" y="4139788"/>
                  </a:lnTo>
                  <a:lnTo>
                    <a:pt x="1185726" y="4139357"/>
                  </a:lnTo>
                  <a:lnTo>
                    <a:pt x="1185726" y="4138927"/>
                  </a:lnTo>
                  <a:lnTo>
                    <a:pt x="1185726" y="4138496"/>
                  </a:lnTo>
                  <a:lnTo>
                    <a:pt x="1185726" y="4138066"/>
                  </a:lnTo>
                  <a:lnTo>
                    <a:pt x="1185883" y="4138066"/>
                  </a:lnTo>
                  <a:lnTo>
                    <a:pt x="1186041" y="4138066"/>
                  </a:lnTo>
                  <a:lnTo>
                    <a:pt x="1186041" y="4137635"/>
                  </a:lnTo>
                  <a:lnTo>
                    <a:pt x="1186199" y="4137635"/>
                  </a:lnTo>
                  <a:lnTo>
                    <a:pt x="1186199" y="4137204"/>
                  </a:lnTo>
                  <a:lnTo>
                    <a:pt x="1186199" y="4136774"/>
                  </a:lnTo>
                  <a:lnTo>
                    <a:pt x="1186356" y="4136774"/>
                  </a:lnTo>
                  <a:lnTo>
                    <a:pt x="1186514" y="4136774"/>
                  </a:lnTo>
                  <a:lnTo>
                    <a:pt x="1186672" y="4136774"/>
                  </a:lnTo>
                  <a:lnTo>
                    <a:pt x="1186672" y="4136343"/>
                  </a:lnTo>
                  <a:lnTo>
                    <a:pt x="1186830" y="4136343"/>
                  </a:lnTo>
                  <a:lnTo>
                    <a:pt x="1186830" y="4135913"/>
                  </a:lnTo>
                  <a:lnTo>
                    <a:pt x="1186987" y="4135913"/>
                  </a:lnTo>
                  <a:lnTo>
                    <a:pt x="1187145" y="4135913"/>
                  </a:lnTo>
                  <a:lnTo>
                    <a:pt x="1187303" y="4135913"/>
                  </a:lnTo>
                  <a:lnTo>
                    <a:pt x="1187303" y="4135482"/>
                  </a:lnTo>
                  <a:lnTo>
                    <a:pt x="1187303" y="4135051"/>
                  </a:lnTo>
                  <a:lnTo>
                    <a:pt x="1187460" y="4135051"/>
                  </a:lnTo>
                  <a:lnTo>
                    <a:pt x="1187460" y="4134621"/>
                  </a:lnTo>
                  <a:lnTo>
                    <a:pt x="1187618" y="4134621"/>
                  </a:lnTo>
                  <a:lnTo>
                    <a:pt x="1187776" y="4134621"/>
                  </a:lnTo>
                  <a:lnTo>
                    <a:pt x="1187934" y="4134621"/>
                  </a:lnTo>
                  <a:lnTo>
                    <a:pt x="1188091" y="4134621"/>
                  </a:lnTo>
                  <a:lnTo>
                    <a:pt x="1188091" y="4134190"/>
                  </a:lnTo>
                  <a:lnTo>
                    <a:pt x="1188091" y="4133760"/>
                  </a:lnTo>
                  <a:lnTo>
                    <a:pt x="1188091" y="4133329"/>
                  </a:lnTo>
                  <a:lnTo>
                    <a:pt x="1188249" y="4133329"/>
                  </a:lnTo>
                  <a:lnTo>
                    <a:pt x="1188249" y="4132898"/>
                  </a:lnTo>
                  <a:lnTo>
                    <a:pt x="1188249" y="4132468"/>
                  </a:lnTo>
                  <a:lnTo>
                    <a:pt x="1188407" y="4132468"/>
                  </a:lnTo>
                  <a:lnTo>
                    <a:pt x="1188407" y="4132037"/>
                  </a:lnTo>
                  <a:lnTo>
                    <a:pt x="1188407" y="4131607"/>
                  </a:lnTo>
                  <a:lnTo>
                    <a:pt x="1188564" y="4131607"/>
                  </a:lnTo>
                  <a:lnTo>
                    <a:pt x="1188722" y="4131607"/>
                  </a:lnTo>
                  <a:lnTo>
                    <a:pt x="1188722" y="4131176"/>
                  </a:lnTo>
                  <a:lnTo>
                    <a:pt x="1188880" y="4131176"/>
                  </a:lnTo>
                  <a:lnTo>
                    <a:pt x="1188880" y="4130745"/>
                  </a:lnTo>
                  <a:lnTo>
                    <a:pt x="1189038" y="4130745"/>
                  </a:lnTo>
                  <a:lnTo>
                    <a:pt x="1189038" y="4130315"/>
                  </a:lnTo>
                  <a:lnTo>
                    <a:pt x="1189038" y="4129884"/>
                  </a:lnTo>
                  <a:lnTo>
                    <a:pt x="1189038" y="4129454"/>
                  </a:lnTo>
                  <a:lnTo>
                    <a:pt x="1189195" y="4129454"/>
                  </a:lnTo>
                  <a:lnTo>
                    <a:pt x="1189195" y="4129023"/>
                  </a:lnTo>
                  <a:lnTo>
                    <a:pt x="1189353" y="4129023"/>
                  </a:lnTo>
                  <a:lnTo>
                    <a:pt x="1189353" y="4128592"/>
                  </a:lnTo>
                  <a:lnTo>
                    <a:pt x="1189511" y="4128592"/>
                  </a:lnTo>
                  <a:lnTo>
                    <a:pt x="1189668" y="4128592"/>
                  </a:lnTo>
                  <a:lnTo>
                    <a:pt x="1189826" y="4128592"/>
                  </a:lnTo>
                  <a:lnTo>
                    <a:pt x="1189826" y="4128162"/>
                  </a:lnTo>
                  <a:lnTo>
                    <a:pt x="1189826" y="4127731"/>
                  </a:lnTo>
                  <a:lnTo>
                    <a:pt x="1189984" y="4127731"/>
                  </a:lnTo>
                  <a:lnTo>
                    <a:pt x="1189984" y="4127301"/>
                  </a:lnTo>
                  <a:lnTo>
                    <a:pt x="1189984" y="4126870"/>
                  </a:lnTo>
                  <a:lnTo>
                    <a:pt x="1190142" y="4126870"/>
                  </a:lnTo>
                  <a:lnTo>
                    <a:pt x="1190299" y="4126870"/>
                  </a:lnTo>
                  <a:lnTo>
                    <a:pt x="1190457" y="4126870"/>
                  </a:lnTo>
                  <a:lnTo>
                    <a:pt x="1190615" y="4126870"/>
                  </a:lnTo>
                  <a:lnTo>
                    <a:pt x="1190615" y="4126439"/>
                  </a:lnTo>
                  <a:lnTo>
                    <a:pt x="1190615" y="4126009"/>
                  </a:lnTo>
                  <a:lnTo>
                    <a:pt x="1190615" y="4125578"/>
                  </a:lnTo>
                  <a:lnTo>
                    <a:pt x="1190615" y="4125148"/>
                  </a:lnTo>
                  <a:lnTo>
                    <a:pt x="1190615" y="4124717"/>
                  </a:lnTo>
                  <a:lnTo>
                    <a:pt x="1190773" y="4124717"/>
                  </a:lnTo>
                  <a:lnTo>
                    <a:pt x="1190930" y="4124717"/>
                  </a:lnTo>
                  <a:lnTo>
                    <a:pt x="1191088" y="4124717"/>
                  </a:lnTo>
                  <a:lnTo>
                    <a:pt x="1191246" y="4124717"/>
                  </a:lnTo>
                  <a:lnTo>
                    <a:pt x="1191403" y="4124717"/>
                  </a:lnTo>
                  <a:lnTo>
                    <a:pt x="1191561" y="4124717"/>
                  </a:lnTo>
                  <a:lnTo>
                    <a:pt x="1191719" y="4124717"/>
                  </a:lnTo>
                  <a:lnTo>
                    <a:pt x="1191719" y="4124286"/>
                  </a:lnTo>
                  <a:lnTo>
                    <a:pt x="1191877" y="4124286"/>
                  </a:lnTo>
                  <a:lnTo>
                    <a:pt x="1192034" y="4124286"/>
                  </a:lnTo>
                  <a:lnTo>
                    <a:pt x="1192192" y="4124286"/>
                  </a:lnTo>
                  <a:lnTo>
                    <a:pt x="1192192" y="4123856"/>
                  </a:lnTo>
                  <a:lnTo>
                    <a:pt x="1192350" y="4123856"/>
                  </a:lnTo>
                  <a:lnTo>
                    <a:pt x="1192350" y="4123425"/>
                  </a:lnTo>
                  <a:lnTo>
                    <a:pt x="1192350" y="4122995"/>
                  </a:lnTo>
                  <a:lnTo>
                    <a:pt x="1192350" y="4122564"/>
                  </a:lnTo>
                  <a:lnTo>
                    <a:pt x="1192507" y="4122564"/>
                  </a:lnTo>
                  <a:lnTo>
                    <a:pt x="1192665" y="4122564"/>
                  </a:lnTo>
                  <a:lnTo>
                    <a:pt x="1192665" y="4122133"/>
                  </a:lnTo>
                  <a:lnTo>
                    <a:pt x="1192665" y="4121703"/>
                  </a:lnTo>
                  <a:lnTo>
                    <a:pt x="1192665" y="4121272"/>
                  </a:lnTo>
                  <a:lnTo>
                    <a:pt x="1192823" y="4121272"/>
                  </a:lnTo>
                  <a:lnTo>
                    <a:pt x="1192981" y="4121272"/>
                  </a:lnTo>
                  <a:lnTo>
                    <a:pt x="1193138" y="4121272"/>
                  </a:lnTo>
                  <a:lnTo>
                    <a:pt x="1193296" y="4121272"/>
                  </a:lnTo>
                  <a:lnTo>
                    <a:pt x="1193454" y="4121272"/>
                  </a:lnTo>
                  <a:lnTo>
                    <a:pt x="1193454" y="4120842"/>
                  </a:lnTo>
                  <a:lnTo>
                    <a:pt x="1193611" y="4120842"/>
                  </a:lnTo>
                  <a:lnTo>
                    <a:pt x="1193611" y="4120411"/>
                  </a:lnTo>
                  <a:lnTo>
                    <a:pt x="1193769" y="4120411"/>
                  </a:lnTo>
                  <a:lnTo>
                    <a:pt x="1193927" y="4120411"/>
                  </a:lnTo>
                  <a:lnTo>
                    <a:pt x="1193927" y="4119980"/>
                  </a:lnTo>
                  <a:lnTo>
                    <a:pt x="1193927" y="4119550"/>
                  </a:lnTo>
                  <a:lnTo>
                    <a:pt x="1194085" y="4119550"/>
                  </a:lnTo>
                  <a:lnTo>
                    <a:pt x="1194242" y="4119550"/>
                  </a:lnTo>
                  <a:lnTo>
                    <a:pt x="1194242" y="4119119"/>
                  </a:lnTo>
                  <a:lnTo>
                    <a:pt x="1194242" y="4118689"/>
                  </a:lnTo>
                  <a:lnTo>
                    <a:pt x="1194400" y="4118689"/>
                  </a:lnTo>
                  <a:lnTo>
                    <a:pt x="1194558" y="4118689"/>
                  </a:lnTo>
                  <a:lnTo>
                    <a:pt x="1194558" y="4118258"/>
                  </a:lnTo>
                  <a:lnTo>
                    <a:pt x="1194715" y="4118258"/>
                  </a:lnTo>
                  <a:lnTo>
                    <a:pt x="1194715" y="4117827"/>
                  </a:lnTo>
                  <a:lnTo>
                    <a:pt x="1194715" y="4117397"/>
                  </a:lnTo>
                  <a:lnTo>
                    <a:pt x="1194873" y="4117397"/>
                  </a:lnTo>
                  <a:lnTo>
                    <a:pt x="1194873" y="4116966"/>
                  </a:lnTo>
                  <a:lnTo>
                    <a:pt x="1195031" y="4116966"/>
                  </a:lnTo>
                  <a:lnTo>
                    <a:pt x="1195031" y="4116536"/>
                  </a:lnTo>
                  <a:lnTo>
                    <a:pt x="1195189" y="4116536"/>
                  </a:lnTo>
                  <a:lnTo>
                    <a:pt x="1195346" y="4116536"/>
                  </a:lnTo>
                  <a:lnTo>
                    <a:pt x="1195504" y="4116536"/>
                  </a:lnTo>
                  <a:lnTo>
                    <a:pt x="1195662" y="4116536"/>
                  </a:lnTo>
                  <a:lnTo>
                    <a:pt x="1195819" y="4116536"/>
                  </a:lnTo>
                  <a:lnTo>
                    <a:pt x="1195977" y="4116536"/>
                  </a:lnTo>
                  <a:lnTo>
                    <a:pt x="1196135" y="4116536"/>
                  </a:lnTo>
                  <a:lnTo>
                    <a:pt x="1196293" y="4116536"/>
                  </a:lnTo>
                  <a:lnTo>
                    <a:pt x="1196293" y="4116105"/>
                  </a:lnTo>
                  <a:lnTo>
                    <a:pt x="1196450" y="4116105"/>
                  </a:lnTo>
                  <a:lnTo>
                    <a:pt x="1196608" y="4116105"/>
                  </a:lnTo>
                  <a:lnTo>
                    <a:pt x="1196766" y="4116105"/>
                  </a:lnTo>
                  <a:lnTo>
                    <a:pt x="1196766" y="4115674"/>
                  </a:lnTo>
                  <a:lnTo>
                    <a:pt x="1196924" y="4115674"/>
                  </a:lnTo>
                  <a:lnTo>
                    <a:pt x="1197081" y="4115674"/>
                  </a:lnTo>
                  <a:lnTo>
                    <a:pt x="1197239" y="4115674"/>
                  </a:lnTo>
                  <a:lnTo>
                    <a:pt x="1197397" y="4115674"/>
                  </a:lnTo>
                  <a:lnTo>
                    <a:pt x="1197554" y="4115674"/>
                  </a:lnTo>
                  <a:lnTo>
                    <a:pt x="1197554" y="4115244"/>
                  </a:lnTo>
                  <a:lnTo>
                    <a:pt x="1197712" y="4115244"/>
                  </a:lnTo>
                  <a:lnTo>
                    <a:pt x="1197870" y="4115244"/>
                  </a:lnTo>
                  <a:lnTo>
                    <a:pt x="1198028" y="4115244"/>
                  </a:lnTo>
                  <a:lnTo>
                    <a:pt x="1198185" y="4115244"/>
                  </a:lnTo>
                  <a:lnTo>
                    <a:pt x="1198343" y="4115244"/>
                  </a:lnTo>
                  <a:lnTo>
                    <a:pt x="1198343" y="4114813"/>
                  </a:lnTo>
                  <a:lnTo>
                    <a:pt x="1198343" y="4114383"/>
                  </a:lnTo>
                  <a:lnTo>
                    <a:pt x="1198343" y="4113952"/>
                  </a:lnTo>
                  <a:lnTo>
                    <a:pt x="1198343" y="4113521"/>
                  </a:lnTo>
                  <a:lnTo>
                    <a:pt x="1198501" y="4113521"/>
                  </a:lnTo>
                  <a:lnTo>
                    <a:pt x="1198501" y="4113091"/>
                  </a:lnTo>
                  <a:lnTo>
                    <a:pt x="1198658" y="4113091"/>
                  </a:lnTo>
                  <a:lnTo>
                    <a:pt x="1198816" y="4113091"/>
                  </a:lnTo>
                  <a:lnTo>
                    <a:pt x="1198816" y="4112660"/>
                  </a:lnTo>
                  <a:lnTo>
                    <a:pt x="1198974" y="4112660"/>
                  </a:lnTo>
                  <a:lnTo>
                    <a:pt x="1199132" y="4112660"/>
                  </a:lnTo>
                  <a:lnTo>
                    <a:pt x="1199289" y="4112660"/>
                  </a:lnTo>
                  <a:lnTo>
                    <a:pt x="1199289" y="4112230"/>
                  </a:lnTo>
                  <a:lnTo>
                    <a:pt x="1199289" y="4111799"/>
                  </a:lnTo>
                  <a:lnTo>
                    <a:pt x="1199447" y="4111799"/>
                  </a:lnTo>
                  <a:lnTo>
                    <a:pt x="1199447" y="4111368"/>
                  </a:lnTo>
                  <a:lnTo>
                    <a:pt x="1199605" y="4111368"/>
                  </a:lnTo>
                  <a:lnTo>
                    <a:pt x="1199762" y="4111368"/>
                  </a:lnTo>
                  <a:lnTo>
                    <a:pt x="1199920" y="4111368"/>
                  </a:lnTo>
                  <a:lnTo>
                    <a:pt x="1200078" y="4111368"/>
                  </a:lnTo>
                  <a:lnTo>
                    <a:pt x="1200236" y="4111368"/>
                  </a:lnTo>
                  <a:lnTo>
                    <a:pt x="1200393" y="4111368"/>
                  </a:lnTo>
                  <a:lnTo>
                    <a:pt x="1200393" y="4110938"/>
                  </a:lnTo>
                  <a:lnTo>
                    <a:pt x="1200551" y="4110938"/>
                  </a:lnTo>
                  <a:lnTo>
                    <a:pt x="1200551" y="4110507"/>
                  </a:lnTo>
                  <a:lnTo>
                    <a:pt x="1200709" y="4110507"/>
                  </a:lnTo>
                  <a:lnTo>
                    <a:pt x="1200709" y="4110077"/>
                  </a:lnTo>
                  <a:lnTo>
                    <a:pt x="1200709" y="4109646"/>
                  </a:lnTo>
                  <a:lnTo>
                    <a:pt x="1200709" y="4109215"/>
                  </a:lnTo>
                  <a:lnTo>
                    <a:pt x="1200866" y="4109215"/>
                  </a:lnTo>
                  <a:lnTo>
                    <a:pt x="1201024" y="4109215"/>
                  </a:lnTo>
                  <a:lnTo>
                    <a:pt x="1201182" y="4109215"/>
                  </a:lnTo>
                  <a:lnTo>
                    <a:pt x="1201182" y="4108785"/>
                  </a:lnTo>
                  <a:lnTo>
                    <a:pt x="1201182" y="4108354"/>
                  </a:lnTo>
                  <a:lnTo>
                    <a:pt x="1201182" y="4107924"/>
                  </a:lnTo>
                  <a:lnTo>
                    <a:pt x="1201340" y="4107924"/>
                  </a:lnTo>
                  <a:lnTo>
                    <a:pt x="1201497" y="4107924"/>
                  </a:lnTo>
                  <a:lnTo>
                    <a:pt x="1201655" y="4107924"/>
                  </a:lnTo>
                  <a:lnTo>
                    <a:pt x="1201813" y="4107924"/>
                  </a:lnTo>
                  <a:lnTo>
                    <a:pt x="1201813" y="4107493"/>
                  </a:lnTo>
                  <a:lnTo>
                    <a:pt x="1201970" y="4107493"/>
                  </a:lnTo>
                  <a:lnTo>
                    <a:pt x="1201970" y="4107062"/>
                  </a:lnTo>
                  <a:lnTo>
                    <a:pt x="1201970" y="4106632"/>
                  </a:lnTo>
                  <a:lnTo>
                    <a:pt x="1201970" y="4106201"/>
                  </a:lnTo>
                  <a:lnTo>
                    <a:pt x="1202128" y="4106201"/>
                  </a:lnTo>
                  <a:lnTo>
                    <a:pt x="1202286" y="4106201"/>
                  </a:lnTo>
                  <a:lnTo>
                    <a:pt x="1202286" y="4105771"/>
                  </a:lnTo>
                  <a:lnTo>
                    <a:pt x="1202444" y="4105771"/>
                  </a:lnTo>
                  <a:lnTo>
                    <a:pt x="1202601" y="4105771"/>
                  </a:lnTo>
                  <a:lnTo>
                    <a:pt x="1202601" y="4105340"/>
                  </a:lnTo>
                  <a:lnTo>
                    <a:pt x="1202759" y="4105340"/>
                  </a:lnTo>
                  <a:lnTo>
                    <a:pt x="1202917" y="4105340"/>
                  </a:lnTo>
                  <a:lnTo>
                    <a:pt x="1203075" y="4105340"/>
                  </a:lnTo>
                  <a:lnTo>
                    <a:pt x="1203232" y="4105340"/>
                  </a:lnTo>
                  <a:lnTo>
                    <a:pt x="1203390" y="4105340"/>
                  </a:lnTo>
                  <a:lnTo>
                    <a:pt x="1203390" y="4104909"/>
                  </a:lnTo>
                  <a:lnTo>
                    <a:pt x="1203390" y="4104479"/>
                  </a:lnTo>
                  <a:lnTo>
                    <a:pt x="1203390" y="4104048"/>
                  </a:lnTo>
                  <a:lnTo>
                    <a:pt x="1203390" y="4103618"/>
                  </a:lnTo>
                  <a:lnTo>
                    <a:pt x="1203548" y="4103618"/>
                  </a:lnTo>
                  <a:lnTo>
                    <a:pt x="1203705" y="4103618"/>
                  </a:lnTo>
                  <a:lnTo>
                    <a:pt x="1203863" y="4103618"/>
                  </a:lnTo>
                  <a:lnTo>
                    <a:pt x="1204021" y="4103618"/>
                  </a:lnTo>
                  <a:lnTo>
                    <a:pt x="1204179" y="4103618"/>
                  </a:lnTo>
                  <a:lnTo>
                    <a:pt x="1204336" y="4103618"/>
                  </a:lnTo>
                  <a:lnTo>
                    <a:pt x="1204494" y="4103618"/>
                  </a:lnTo>
                  <a:lnTo>
                    <a:pt x="1204494" y="4103187"/>
                  </a:lnTo>
                  <a:lnTo>
                    <a:pt x="1204652" y="4103187"/>
                  </a:lnTo>
                  <a:lnTo>
                    <a:pt x="1204652" y="4102756"/>
                  </a:lnTo>
                  <a:lnTo>
                    <a:pt x="1204809" y="4102756"/>
                  </a:lnTo>
                  <a:lnTo>
                    <a:pt x="1204809" y="4102326"/>
                  </a:lnTo>
                  <a:lnTo>
                    <a:pt x="1204967" y="4102326"/>
                  </a:lnTo>
                  <a:lnTo>
                    <a:pt x="1205125" y="4102326"/>
                  </a:lnTo>
                  <a:lnTo>
                    <a:pt x="1205283" y="4102326"/>
                  </a:lnTo>
                  <a:lnTo>
                    <a:pt x="1205440" y="4102326"/>
                  </a:lnTo>
                  <a:lnTo>
                    <a:pt x="1205598" y="4102326"/>
                  </a:lnTo>
                  <a:lnTo>
                    <a:pt x="1205598" y="4101895"/>
                  </a:lnTo>
                  <a:lnTo>
                    <a:pt x="1205756" y="4101895"/>
                  </a:lnTo>
                  <a:lnTo>
                    <a:pt x="1205913" y="4101895"/>
                  </a:lnTo>
                  <a:lnTo>
                    <a:pt x="1205913" y="4101465"/>
                  </a:lnTo>
                  <a:lnTo>
                    <a:pt x="1206071" y="4101465"/>
                  </a:lnTo>
                  <a:lnTo>
                    <a:pt x="1206071" y="4101034"/>
                  </a:lnTo>
                  <a:lnTo>
                    <a:pt x="1206229" y="4101034"/>
                  </a:lnTo>
                  <a:lnTo>
                    <a:pt x="1206387" y="4101034"/>
                  </a:lnTo>
                  <a:lnTo>
                    <a:pt x="1206387" y="4100603"/>
                  </a:lnTo>
                  <a:lnTo>
                    <a:pt x="1206544" y="4100603"/>
                  </a:lnTo>
                  <a:lnTo>
                    <a:pt x="1206544" y="4100173"/>
                  </a:lnTo>
                  <a:lnTo>
                    <a:pt x="1206544" y="4099742"/>
                  </a:lnTo>
                  <a:lnTo>
                    <a:pt x="1206702" y="4099742"/>
                  </a:lnTo>
                  <a:lnTo>
                    <a:pt x="1206702" y="4099312"/>
                  </a:lnTo>
                  <a:lnTo>
                    <a:pt x="1206702" y="4098881"/>
                  </a:lnTo>
                  <a:lnTo>
                    <a:pt x="1206860" y="4098881"/>
                  </a:lnTo>
                  <a:lnTo>
                    <a:pt x="1206860" y="4098450"/>
                  </a:lnTo>
                  <a:lnTo>
                    <a:pt x="1207017" y="4098450"/>
                  </a:lnTo>
                  <a:lnTo>
                    <a:pt x="1207175" y="4098450"/>
                  </a:lnTo>
                  <a:lnTo>
                    <a:pt x="1207175" y="4098020"/>
                  </a:lnTo>
                  <a:lnTo>
                    <a:pt x="1207333" y="4098020"/>
                  </a:lnTo>
                  <a:lnTo>
                    <a:pt x="1207333" y="4097589"/>
                  </a:lnTo>
                  <a:lnTo>
                    <a:pt x="1207491" y="4097589"/>
                  </a:lnTo>
                  <a:lnTo>
                    <a:pt x="1207491" y="4097159"/>
                  </a:lnTo>
                  <a:lnTo>
                    <a:pt x="1207648" y="4097159"/>
                  </a:lnTo>
                  <a:lnTo>
                    <a:pt x="1207806" y="4097159"/>
                  </a:lnTo>
                  <a:lnTo>
                    <a:pt x="1207964" y="4097159"/>
                  </a:lnTo>
                  <a:lnTo>
                    <a:pt x="1208122" y="4097159"/>
                  </a:lnTo>
                  <a:lnTo>
                    <a:pt x="1208122" y="4096728"/>
                  </a:lnTo>
                  <a:lnTo>
                    <a:pt x="1208279" y="4096728"/>
                  </a:lnTo>
                  <a:lnTo>
                    <a:pt x="1208437" y="4096728"/>
                  </a:lnTo>
                  <a:lnTo>
                    <a:pt x="1208595" y="4096728"/>
                  </a:lnTo>
                  <a:lnTo>
                    <a:pt x="1208595" y="4096297"/>
                  </a:lnTo>
                  <a:lnTo>
                    <a:pt x="1208752" y="4096297"/>
                  </a:lnTo>
                  <a:lnTo>
                    <a:pt x="1208752" y="4095867"/>
                  </a:lnTo>
                  <a:lnTo>
                    <a:pt x="1208752" y="4095436"/>
                  </a:lnTo>
                  <a:lnTo>
                    <a:pt x="1208910" y="4095436"/>
                  </a:lnTo>
                  <a:lnTo>
                    <a:pt x="1209068" y="4095436"/>
                  </a:lnTo>
                  <a:lnTo>
                    <a:pt x="1209068" y="4095006"/>
                  </a:lnTo>
                  <a:lnTo>
                    <a:pt x="1209226" y="4095006"/>
                  </a:lnTo>
                  <a:lnTo>
                    <a:pt x="1209383" y="4095006"/>
                  </a:lnTo>
                  <a:lnTo>
                    <a:pt x="1209541" y="4095006"/>
                  </a:lnTo>
                  <a:lnTo>
                    <a:pt x="1209699" y="4095006"/>
                  </a:lnTo>
                  <a:lnTo>
                    <a:pt x="1209856" y="4095006"/>
                  </a:lnTo>
                  <a:lnTo>
                    <a:pt x="1210014" y="4095006"/>
                  </a:lnTo>
                  <a:lnTo>
                    <a:pt x="1210172" y="4095006"/>
                  </a:lnTo>
                  <a:lnTo>
                    <a:pt x="1210330" y="4095006"/>
                  </a:lnTo>
                  <a:lnTo>
                    <a:pt x="1210487" y="4095006"/>
                  </a:lnTo>
                  <a:lnTo>
                    <a:pt x="1210487" y="4094575"/>
                  </a:lnTo>
                  <a:lnTo>
                    <a:pt x="1210487" y="4094144"/>
                  </a:lnTo>
                  <a:lnTo>
                    <a:pt x="1210645" y="4094144"/>
                  </a:lnTo>
                  <a:lnTo>
                    <a:pt x="1210645" y="4093714"/>
                  </a:lnTo>
                  <a:lnTo>
                    <a:pt x="1210803" y="4093714"/>
                  </a:lnTo>
                  <a:lnTo>
                    <a:pt x="1210960" y="4093714"/>
                  </a:lnTo>
                  <a:lnTo>
                    <a:pt x="1211118" y="4093714"/>
                  </a:lnTo>
                  <a:lnTo>
                    <a:pt x="1211118" y="4093283"/>
                  </a:lnTo>
                  <a:lnTo>
                    <a:pt x="1211276" y="4093283"/>
                  </a:lnTo>
                  <a:lnTo>
                    <a:pt x="1211434" y="4093283"/>
                  </a:lnTo>
                  <a:lnTo>
                    <a:pt x="1211434" y="4092853"/>
                  </a:lnTo>
                  <a:lnTo>
                    <a:pt x="1211591" y="4092853"/>
                  </a:lnTo>
                  <a:lnTo>
                    <a:pt x="1211749" y="4092853"/>
                  </a:lnTo>
                  <a:lnTo>
                    <a:pt x="1211749" y="4092422"/>
                  </a:lnTo>
                  <a:lnTo>
                    <a:pt x="1211749" y="4091991"/>
                  </a:lnTo>
                  <a:lnTo>
                    <a:pt x="1211907" y="4091991"/>
                  </a:lnTo>
                  <a:lnTo>
                    <a:pt x="1212064" y="4091991"/>
                  </a:lnTo>
                  <a:lnTo>
                    <a:pt x="1212222" y="4091991"/>
                  </a:lnTo>
                  <a:lnTo>
                    <a:pt x="1212222" y="4091561"/>
                  </a:lnTo>
                  <a:lnTo>
                    <a:pt x="1212380" y="4091561"/>
                  </a:lnTo>
                  <a:lnTo>
                    <a:pt x="1212380" y="4091130"/>
                  </a:lnTo>
                  <a:lnTo>
                    <a:pt x="1212380" y="4090700"/>
                  </a:lnTo>
                  <a:lnTo>
                    <a:pt x="1212538" y="4090700"/>
                  </a:lnTo>
                  <a:lnTo>
                    <a:pt x="1212538" y="4090269"/>
                  </a:lnTo>
                  <a:lnTo>
                    <a:pt x="1212695" y="4090269"/>
                  </a:lnTo>
                  <a:lnTo>
                    <a:pt x="1212853" y="4090269"/>
                  </a:lnTo>
                  <a:lnTo>
                    <a:pt x="1212853" y="4089838"/>
                  </a:lnTo>
                  <a:lnTo>
                    <a:pt x="1213011" y="4089838"/>
                  </a:lnTo>
                  <a:lnTo>
                    <a:pt x="1213011" y="4089408"/>
                  </a:lnTo>
                  <a:lnTo>
                    <a:pt x="1213011" y="4088977"/>
                  </a:lnTo>
                  <a:lnTo>
                    <a:pt x="1213011" y="4088547"/>
                  </a:lnTo>
                  <a:lnTo>
                    <a:pt x="1213168" y="4088547"/>
                  </a:lnTo>
                  <a:lnTo>
                    <a:pt x="1213326" y="4088547"/>
                  </a:lnTo>
                  <a:lnTo>
                    <a:pt x="1213484" y="4088547"/>
                  </a:lnTo>
                  <a:lnTo>
                    <a:pt x="1213642" y="4088547"/>
                  </a:lnTo>
                  <a:lnTo>
                    <a:pt x="1213799" y="4088547"/>
                  </a:lnTo>
                  <a:lnTo>
                    <a:pt x="1213957" y="4088547"/>
                  </a:lnTo>
                  <a:lnTo>
                    <a:pt x="1214115" y="4088547"/>
                  </a:lnTo>
                  <a:lnTo>
                    <a:pt x="1214115" y="4088116"/>
                  </a:lnTo>
                  <a:lnTo>
                    <a:pt x="1214273" y="4088116"/>
                  </a:lnTo>
                  <a:lnTo>
                    <a:pt x="1214430" y="4088116"/>
                  </a:lnTo>
                  <a:lnTo>
                    <a:pt x="1214588" y="4088116"/>
                  </a:lnTo>
                  <a:lnTo>
                    <a:pt x="1214746" y="4088116"/>
                  </a:lnTo>
                  <a:lnTo>
                    <a:pt x="1214903" y="4088116"/>
                  </a:lnTo>
                  <a:lnTo>
                    <a:pt x="1215061" y="4088116"/>
                  </a:lnTo>
                  <a:lnTo>
                    <a:pt x="1215219" y="4088116"/>
                  </a:lnTo>
                  <a:lnTo>
                    <a:pt x="1215377" y="4088116"/>
                  </a:lnTo>
                  <a:lnTo>
                    <a:pt x="1215534" y="4088116"/>
                  </a:lnTo>
                  <a:lnTo>
                    <a:pt x="1215692" y="4088116"/>
                  </a:lnTo>
                  <a:lnTo>
                    <a:pt x="1215850" y="4088116"/>
                  </a:lnTo>
                  <a:lnTo>
                    <a:pt x="1216007" y="4088116"/>
                  </a:lnTo>
                  <a:lnTo>
                    <a:pt x="1216165" y="4088116"/>
                  </a:lnTo>
                  <a:lnTo>
                    <a:pt x="1216165" y="4087685"/>
                  </a:lnTo>
                  <a:lnTo>
                    <a:pt x="1216323" y="4087685"/>
                  </a:lnTo>
                  <a:lnTo>
                    <a:pt x="1216323" y="4087255"/>
                  </a:lnTo>
                  <a:lnTo>
                    <a:pt x="1216481" y="4087255"/>
                  </a:lnTo>
                  <a:lnTo>
                    <a:pt x="1216481" y="4086824"/>
                  </a:lnTo>
                  <a:lnTo>
                    <a:pt x="1216481" y="4086394"/>
                  </a:lnTo>
                  <a:lnTo>
                    <a:pt x="1216481" y="4085963"/>
                  </a:lnTo>
                  <a:lnTo>
                    <a:pt x="1216638" y="4085963"/>
                  </a:lnTo>
                  <a:lnTo>
                    <a:pt x="1216638" y="4085532"/>
                  </a:lnTo>
                  <a:lnTo>
                    <a:pt x="1216796" y="4085532"/>
                  </a:lnTo>
                  <a:lnTo>
                    <a:pt x="1216796" y="4085102"/>
                  </a:lnTo>
                  <a:lnTo>
                    <a:pt x="1216954" y="4085102"/>
                  </a:lnTo>
                  <a:lnTo>
                    <a:pt x="1216954" y="4084671"/>
                  </a:lnTo>
                  <a:lnTo>
                    <a:pt x="1217111" y="4084671"/>
                  </a:lnTo>
                  <a:lnTo>
                    <a:pt x="1217269" y="4084671"/>
                  </a:lnTo>
                  <a:lnTo>
                    <a:pt x="1217427" y="4084671"/>
                  </a:lnTo>
                  <a:lnTo>
                    <a:pt x="1217427" y="4084241"/>
                  </a:lnTo>
                  <a:lnTo>
                    <a:pt x="1217427" y="4083810"/>
                  </a:lnTo>
                  <a:lnTo>
                    <a:pt x="1217585" y="4083810"/>
                  </a:lnTo>
                  <a:lnTo>
                    <a:pt x="1217742" y="4083810"/>
                  </a:lnTo>
                  <a:lnTo>
                    <a:pt x="1217900" y="4083810"/>
                  </a:lnTo>
                  <a:lnTo>
                    <a:pt x="1217900" y="4083379"/>
                  </a:lnTo>
                  <a:lnTo>
                    <a:pt x="1218058" y="4083379"/>
                  </a:lnTo>
                  <a:lnTo>
                    <a:pt x="1218215" y="4083379"/>
                  </a:lnTo>
                  <a:lnTo>
                    <a:pt x="1218215" y="4082949"/>
                  </a:lnTo>
                  <a:lnTo>
                    <a:pt x="1218215" y="4082518"/>
                  </a:lnTo>
                  <a:lnTo>
                    <a:pt x="1218215" y="4082088"/>
                  </a:lnTo>
                  <a:lnTo>
                    <a:pt x="1218373" y="4082088"/>
                  </a:lnTo>
                  <a:lnTo>
                    <a:pt x="1218373" y="4081657"/>
                  </a:lnTo>
                  <a:lnTo>
                    <a:pt x="1218373" y="4081226"/>
                  </a:lnTo>
                  <a:lnTo>
                    <a:pt x="1218373" y="4080796"/>
                  </a:lnTo>
                  <a:lnTo>
                    <a:pt x="1218373" y="4080365"/>
                  </a:lnTo>
                  <a:lnTo>
                    <a:pt x="1218531" y="4080365"/>
                  </a:lnTo>
                  <a:lnTo>
                    <a:pt x="1218531" y="4079935"/>
                  </a:lnTo>
                  <a:lnTo>
                    <a:pt x="1218689" y="4079935"/>
                  </a:lnTo>
                  <a:lnTo>
                    <a:pt x="1218689" y="4079504"/>
                  </a:lnTo>
                  <a:lnTo>
                    <a:pt x="1218689" y="4079073"/>
                  </a:lnTo>
                  <a:lnTo>
                    <a:pt x="1218846" y="4079073"/>
                  </a:lnTo>
                  <a:lnTo>
                    <a:pt x="1219004" y="4079073"/>
                  </a:lnTo>
                  <a:lnTo>
                    <a:pt x="1219162" y="4079073"/>
                  </a:lnTo>
                  <a:lnTo>
                    <a:pt x="1219162" y="4078643"/>
                  </a:lnTo>
                  <a:lnTo>
                    <a:pt x="1219162" y="4078212"/>
                  </a:lnTo>
                  <a:lnTo>
                    <a:pt x="1219320" y="4078212"/>
                  </a:lnTo>
                  <a:lnTo>
                    <a:pt x="1219477" y="4078212"/>
                  </a:lnTo>
                  <a:lnTo>
                    <a:pt x="1219477" y="4077782"/>
                  </a:lnTo>
                  <a:lnTo>
                    <a:pt x="1219635" y="4077782"/>
                  </a:lnTo>
                  <a:lnTo>
                    <a:pt x="1219635" y="4077351"/>
                  </a:lnTo>
                  <a:lnTo>
                    <a:pt x="1219793" y="4077351"/>
                  </a:lnTo>
                  <a:lnTo>
                    <a:pt x="1219950" y="4077351"/>
                  </a:lnTo>
                  <a:lnTo>
                    <a:pt x="1220108" y="4077351"/>
                  </a:lnTo>
                  <a:lnTo>
                    <a:pt x="1220266" y="4077351"/>
                  </a:lnTo>
                  <a:lnTo>
                    <a:pt x="1220424" y="4077351"/>
                  </a:lnTo>
                  <a:lnTo>
                    <a:pt x="1220581" y="4077351"/>
                  </a:lnTo>
                  <a:lnTo>
                    <a:pt x="1220739" y="4077351"/>
                  </a:lnTo>
                  <a:lnTo>
                    <a:pt x="1220897" y="4077351"/>
                  </a:lnTo>
                  <a:lnTo>
                    <a:pt x="1221054" y="4077351"/>
                  </a:lnTo>
                  <a:lnTo>
                    <a:pt x="1221212" y="4077351"/>
                  </a:lnTo>
                  <a:lnTo>
                    <a:pt x="1221370" y="4077351"/>
                  </a:lnTo>
                  <a:lnTo>
                    <a:pt x="1221370" y="4076920"/>
                  </a:lnTo>
                  <a:lnTo>
                    <a:pt x="1221370" y="4076490"/>
                  </a:lnTo>
                  <a:lnTo>
                    <a:pt x="1221528" y="4076490"/>
                  </a:lnTo>
                  <a:lnTo>
                    <a:pt x="1221685" y="4076490"/>
                  </a:lnTo>
                  <a:lnTo>
                    <a:pt x="1221843" y="4076490"/>
                  </a:lnTo>
                  <a:lnTo>
                    <a:pt x="1221843" y="4076059"/>
                  </a:lnTo>
                  <a:lnTo>
                    <a:pt x="1221843" y="4075629"/>
                  </a:lnTo>
                  <a:lnTo>
                    <a:pt x="1222001" y="4075629"/>
                  </a:lnTo>
                  <a:lnTo>
                    <a:pt x="1222158" y="4075629"/>
                  </a:lnTo>
                  <a:lnTo>
                    <a:pt x="1222158" y="4075198"/>
                  </a:lnTo>
                  <a:lnTo>
                    <a:pt x="1222316" y="4075198"/>
                  </a:lnTo>
                  <a:lnTo>
                    <a:pt x="1222316" y="4074767"/>
                  </a:lnTo>
                  <a:lnTo>
                    <a:pt x="1222316" y="4074337"/>
                  </a:lnTo>
                  <a:lnTo>
                    <a:pt x="1222474" y="4074337"/>
                  </a:lnTo>
                  <a:lnTo>
                    <a:pt x="1222632" y="4074337"/>
                  </a:lnTo>
                  <a:lnTo>
                    <a:pt x="1222789" y="4074337"/>
                  </a:lnTo>
                  <a:lnTo>
                    <a:pt x="1222789" y="4073906"/>
                  </a:lnTo>
                  <a:lnTo>
                    <a:pt x="1222947" y="4073906"/>
                  </a:lnTo>
                  <a:lnTo>
                    <a:pt x="1222947" y="4073476"/>
                  </a:lnTo>
                  <a:lnTo>
                    <a:pt x="1223105" y="4073476"/>
                  </a:lnTo>
                  <a:lnTo>
                    <a:pt x="1223262" y="4073476"/>
                  </a:lnTo>
                  <a:lnTo>
                    <a:pt x="1223420" y="4073476"/>
                  </a:lnTo>
                  <a:lnTo>
                    <a:pt x="1223420" y="4073045"/>
                  </a:lnTo>
                  <a:lnTo>
                    <a:pt x="1223578" y="4073045"/>
                  </a:lnTo>
                  <a:lnTo>
                    <a:pt x="1223578" y="4072614"/>
                  </a:lnTo>
                  <a:lnTo>
                    <a:pt x="1223578" y="4072184"/>
                  </a:lnTo>
                  <a:lnTo>
                    <a:pt x="1223736" y="4072184"/>
                  </a:lnTo>
                  <a:lnTo>
                    <a:pt x="1223893" y="4072184"/>
                  </a:lnTo>
                  <a:lnTo>
                    <a:pt x="1224051" y="4072184"/>
                  </a:lnTo>
                  <a:lnTo>
                    <a:pt x="1224209" y="4072184"/>
                  </a:lnTo>
                  <a:lnTo>
                    <a:pt x="1224209" y="4071753"/>
                  </a:lnTo>
                  <a:lnTo>
                    <a:pt x="1224366" y="4071753"/>
                  </a:lnTo>
                  <a:lnTo>
                    <a:pt x="1224366" y="4071323"/>
                  </a:lnTo>
                  <a:lnTo>
                    <a:pt x="1224524" y="4071323"/>
                  </a:lnTo>
                  <a:lnTo>
                    <a:pt x="1224682" y="4071323"/>
                  </a:lnTo>
                  <a:lnTo>
                    <a:pt x="1224840" y="4071323"/>
                  </a:lnTo>
                  <a:lnTo>
                    <a:pt x="1224997" y="4071323"/>
                  </a:lnTo>
                  <a:lnTo>
                    <a:pt x="1225155" y="4071323"/>
                  </a:lnTo>
                  <a:lnTo>
                    <a:pt x="1225313" y="4071323"/>
                  </a:lnTo>
                  <a:lnTo>
                    <a:pt x="1225313" y="4070892"/>
                  </a:lnTo>
                  <a:lnTo>
                    <a:pt x="1225313" y="4070461"/>
                  </a:lnTo>
                  <a:lnTo>
                    <a:pt x="1225313" y="4070031"/>
                  </a:lnTo>
                  <a:lnTo>
                    <a:pt x="1225313" y="4069600"/>
                  </a:lnTo>
                  <a:lnTo>
                    <a:pt x="1225471" y="4069600"/>
                  </a:lnTo>
                  <a:lnTo>
                    <a:pt x="1225471" y="4069170"/>
                  </a:lnTo>
                  <a:lnTo>
                    <a:pt x="1225628" y="4069170"/>
                  </a:lnTo>
                  <a:lnTo>
                    <a:pt x="1225628" y="4068739"/>
                  </a:lnTo>
                  <a:lnTo>
                    <a:pt x="1225786" y="4068739"/>
                  </a:lnTo>
                  <a:lnTo>
                    <a:pt x="1225944" y="4068739"/>
                  </a:lnTo>
                  <a:lnTo>
                    <a:pt x="1225944" y="4068308"/>
                  </a:lnTo>
                  <a:lnTo>
                    <a:pt x="1225944" y="4067878"/>
                  </a:lnTo>
                  <a:lnTo>
                    <a:pt x="1225944" y="4067447"/>
                  </a:lnTo>
                  <a:lnTo>
                    <a:pt x="1226101" y="4067447"/>
                  </a:lnTo>
                  <a:lnTo>
                    <a:pt x="1226259" y="4067447"/>
                  </a:lnTo>
                  <a:lnTo>
                    <a:pt x="1226417" y="4067447"/>
                  </a:lnTo>
                  <a:lnTo>
                    <a:pt x="1226575" y="4067447"/>
                  </a:lnTo>
                  <a:lnTo>
                    <a:pt x="1226732" y="4067447"/>
                  </a:lnTo>
                  <a:lnTo>
                    <a:pt x="1226732" y="4067017"/>
                  </a:lnTo>
                  <a:lnTo>
                    <a:pt x="1226890" y="4067017"/>
                  </a:lnTo>
                  <a:lnTo>
                    <a:pt x="1227048" y="4067017"/>
                  </a:lnTo>
                  <a:lnTo>
                    <a:pt x="1227048" y="4066586"/>
                  </a:lnTo>
                  <a:lnTo>
                    <a:pt x="1227048" y="4066155"/>
                  </a:lnTo>
                  <a:lnTo>
                    <a:pt x="1227205" y="4066155"/>
                  </a:lnTo>
                  <a:lnTo>
                    <a:pt x="1227205" y="4065725"/>
                  </a:lnTo>
                  <a:lnTo>
                    <a:pt x="1227363" y="4065725"/>
                  </a:lnTo>
                  <a:lnTo>
                    <a:pt x="1227521" y="4065725"/>
                  </a:lnTo>
                  <a:lnTo>
                    <a:pt x="1227679" y="4065725"/>
                  </a:lnTo>
                  <a:lnTo>
                    <a:pt x="1227679" y="4065294"/>
                  </a:lnTo>
                  <a:lnTo>
                    <a:pt x="1227836" y="4065294"/>
                  </a:lnTo>
                  <a:lnTo>
                    <a:pt x="1227836" y="4064864"/>
                  </a:lnTo>
                  <a:lnTo>
                    <a:pt x="1227836" y="4064433"/>
                  </a:lnTo>
                  <a:lnTo>
                    <a:pt x="1227994" y="4064433"/>
                  </a:lnTo>
                  <a:lnTo>
                    <a:pt x="1228152" y="4064433"/>
                  </a:lnTo>
                  <a:lnTo>
                    <a:pt x="1228309" y="4064433"/>
                  </a:lnTo>
                  <a:lnTo>
                    <a:pt x="1228467" y="4064433"/>
                  </a:lnTo>
                  <a:lnTo>
                    <a:pt x="1228467" y="4064002"/>
                  </a:lnTo>
                  <a:lnTo>
                    <a:pt x="1228625" y="4064002"/>
                  </a:lnTo>
                  <a:lnTo>
                    <a:pt x="1228783" y="4064002"/>
                  </a:lnTo>
                  <a:lnTo>
                    <a:pt x="1228940" y="4064002"/>
                  </a:lnTo>
                  <a:lnTo>
                    <a:pt x="1228940" y="4063572"/>
                  </a:lnTo>
                  <a:lnTo>
                    <a:pt x="1228940" y="4063141"/>
                  </a:lnTo>
                  <a:lnTo>
                    <a:pt x="1229098" y="4063141"/>
                  </a:lnTo>
                  <a:lnTo>
                    <a:pt x="1229256" y="4063141"/>
                  </a:lnTo>
                  <a:lnTo>
                    <a:pt x="1229413" y="4063141"/>
                  </a:lnTo>
                  <a:lnTo>
                    <a:pt x="1229571" y="4063141"/>
                  </a:lnTo>
                  <a:lnTo>
                    <a:pt x="1229729" y="4063141"/>
                  </a:lnTo>
                  <a:lnTo>
                    <a:pt x="1229729" y="4062711"/>
                  </a:lnTo>
                  <a:lnTo>
                    <a:pt x="1229729" y="4062280"/>
                  </a:lnTo>
                  <a:lnTo>
                    <a:pt x="1229729" y="4061849"/>
                  </a:lnTo>
                  <a:lnTo>
                    <a:pt x="1229887" y="4061849"/>
                  </a:lnTo>
                  <a:lnTo>
                    <a:pt x="1230044" y="4061849"/>
                  </a:lnTo>
                  <a:lnTo>
                    <a:pt x="1230202" y="4061849"/>
                  </a:lnTo>
                  <a:lnTo>
                    <a:pt x="1230202" y="4061419"/>
                  </a:lnTo>
                  <a:lnTo>
                    <a:pt x="1230202" y="4060988"/>
                  </a:lnTo>
                  <a:lnTo>
                    <a:pt x="1230360" y="4060988"/>
                  </a:lnTo>
                  <a:lnTo>
                    <a:pt x="1230518" y="4060988"/>
                  </a:lnTo>
                  <a:lnTo>
                    <a:pt x="1230518" y="4060558"/>
                  </a:lnTo>
                  <a:lnTo>
                    <a:pt x="1230675" y="4060558"/>
                  </a:lnTo>
                  <a:lnTo>
                    <a:pt x="1230833" y="4060558"/>
                  </a:lnTo>
                  <a:lnTo>
                    <a:pt x="1230991" y="4060558"/>
                  </a:lnTo>
                  <a:lnTo>
                    <a:pt x="1231148" y="4060558"/>
                  </a:lnTo>
                  <a:lnTo>
                    <a:pt x="1231306" y="4060558"/>
                  </a:lnTo>
                  <a:lnTo>
                    <a:pt x="1231464" y="4060558"/>
                  </a:lnTo>
                  <a:lnTo>
                    <a:pt x="1231464" y="4060127"/>
                  </a:lnTo>
                  <a:lnTo>
                    <a:pt x="1231464" y="4059696"/>
                  </a:lnTo>
                  <a:lnTo>
                    <a:pt x="1231622" y="4059696"/>
                  </a:lnTo>
                  <a:lnTo>
                    <a:pt x="1231779" y="4059696"/>
                  </a:lnTo>
                  <a:lnTo>
                    <a:pt x="1231937" y="4059696"/>
                  </a:lnTo>
                  <a:lnTo>
                    <a:pt x="1232095" y="4059696"/>
                  </a:lnTo>
                  <a:lnTo>
                    <a:pt x="1232095" y="4059266"/>
                  </a:lnTo>
                  <a:lnTo>
                    <a:pt x="1232252" y="4059266"/>
                  </a:lnTo>
                  <a:lnTo>
                    <a:pt x="1232252" y="4058835"/>
                  </a:lnTo>
                  <a:lnTo>
                    <a:pt x="1232410" y="4058835"/>
                  </a:lnTo>
                  <a:lnTo>
                    <a:pt x="1232410" y="4058405"/>
                  </a:lnTo>
                  <a:lnTo>
                    <a:pt x="1232410" y="4057974"/>
                  </a:lnTo>
                  <a:lnTo>
                    <a:pt x="1232568" y="4057974"/>
                  </a:lnTo>
                  <a:lnTo>
                    <a:pt x="1232726" y="4057974"/>
                  </a:lnTo>
                  <a:lnTo>
                    <a:pt x="1232883" y="4057974"/>
                  </a:lnTo>
                  <a:lnTo>
                    <a:pt x="1232883" y="4057543"/>
                  </a:lnTo>
                  <a:lnTo>
                    <a:pt x="1233041" y="4057543"/>
                  </a:lnTo>
                  <a:lnTo>
                    <a:pt x="1233199" y="4057543"/>
                  </a:lnTo>
                  <a:lnTo>
                    <a:pt x="1233199" y="4057113"/>
                  </a:lnTo>
                  <a:lnTo>
                    <a:pt x="1233356" y="4057113"/>
                  </a:lnTo>
                  <a:lnTo>
                    <a:pt x="1233514" y="4057113"/>
                  </a:lnTo>
                  <a:lnTo>
                    <a:pt x="1233672" y="4057113"/>
                  </a:lnTo>
                  <a:lnTo>
                    <a:pt x="1233830" y="4057113"/>
                  </a:lnTo>
                  <a:lnTo>
                    <a:pt x="1233830" y="4056682"/>
                  </a:lnTo>
                  <a:lnTo>
                    <a:pt x="1233830" y="4056252"/>
                  </a:lnTo>
                  <a:lnTo>
                    <a:pt x="1233987" y="4056252"/>
                  </a:lnTo>
                  <a:lnTo>
                    <a:pt x="1234145" y="4056252"/>
                  </a:lnTo>
                  <a:lnTo>
                    <a:pt x="1234303" y="4056252"/>
                  </a:lnTo>
                  <a:lnTo>
                    <a:pt x="1234460" y="4056252"/>
                  </a:lnTo>
                  <a:lnTo>
                    <a:pt x="1234618" y="4056252"/>
                  </a:lnTo>
                  <a:lnTo>
                    <a:pt x="1234618" y="4055821"/>
                  </a:lnTo>
                  <a:lnTo>
                    <a:pt x="1234776" y="4055821"/>
                  </a:lnTo>
                  <a:lnTo>
                    <a:pt x="1234934" y="4055821"/>
                  </a:lnTo>
                  <a:lnTo>
                    <a:pt x="1234934" y="4055390"/>
                  </a:lnTo>
                  <a:lnTo>
                    <a:pt x="1235091" y="4055390"/>
                  </a:lnTo>
                  <a:lnTo>
                    <a:pt x="1235091" y="4054960"/>
                  </a:lnTo>
                  <a:lnTo>
                    <a:pt x="1235249" y="4054960"/>
                  </a:lnTo>
                  <a:lnTo>
                    <a:pt x="1235249" y="4054529"/>
                  </a:lnTo>
                  <a:lnTo>
                    <a:pt x="1235407" y="4054529"/>
                  </a:lnTo>
                  <a:lnTo>
                    <a:pt x="1235564" y="4054529"/>
                  </a:lnTo>
                  <a:lnTo>
                    <a:pt x="1235564" y="4054099"/>
                  </a:lnTo>
                  <a:lnTo>
                    <a:pt x="1235722" y="4054099"/>
                  </a:lnTo>
                  <a:lnTo>
                    <a:pt x="1235880" y="4054099"/>
                  </a:lnTo>
                  <a:lnTo>
                    <a:pt x="1236038" y="4054099"/>
                  </a:lnTo>
                  <a:lnTo>
                    <a:pt x="1236038" y="4053668"/>
                  </a:lnTo>
                  <a:lnTo>
                    <a:pt x="1236038" y="4053237"/>
                  </a:lnTo>
                  <a:lnTo>
                    <a:pt x="1236195" y="4053237"/>
                  </a:lnTo>
                  <a:lnTo>
                    <a:pt x="1236353" y="4053237"/>
                  </a:lnTo>
                  <a:lnTo>
                    <a:pt x="1236511" y="4053237"/>
                  </a:lnTo>
                  <a:lnTo>
                    <a:pt x="1236669" y="4053237"/>
                  </a:lnTo>
                  <a:lnTo>
                    <a:pt x="1236826" y="4053237"/>
                  </a:lnTo>
                  <a:lnTo>
                    <a:pt x="1236826" y="4052807"/>
                  </a:lnTo>
                  <a:lnTo>
                    <a:pt x="1236826" y="4052376"/>
                  </a:lnTo>
                  <a:lnTo>
                    <a:pt x="1236984" y="4052376"/>
                  </a:lnTo>
                  <a:lnTo>
                    <a:pt x="1236984" y="4051946"/>
                  </a:lnTo>
                  <a:lnTo>
                    <a:pt x="1236984" y="4051515"/>
                  </a:lnTo>
                  <a:lnTo>
                    <a:pt x="1237142" y="4051515"/>
                  </a:lnTo>
                  <a:lnTo>
                    <a:pt x="1237299" y="4051515"/>
                  </a:lnTo>
                  <a:lnTo>
                    <a:pt x="1237457" y="4051515"/>
                  </a:lnTo>
                  <a:lnTo>
                    <a:pt x="1237457" y="4051084"/>
                  </a:lnTo>
                  <a:lnTo>
                    <a:pt x="1237457" y="4050654"/>
                  </a:lnTo>
                  <a:lnTo>
                    <a:pt x="1237615" y="4050654"/>
                  </a:lnTo>
                  <a:lnTo>
                    <a:pt x="1237615" y="4050223"/>
                  </a:lnTo>
                  <a:lnTo>
                    <a:pt x="1237773" y="4050223"/>
                  </a:lnTo>
                  <a:lnTo>
                    <a:pt x="1237773" y="4049793"/>
                  </a:lnTo>
                  <a:lnTo>
                    <a:pt x="1237930" y="4049793"/>
                  </a:lnTo>
                  <a:lnTo>
                    <a:pt x="1237930" y="4049362"/>
                  </a:lnTo>
                  <a:lnTo>
                    <a:pt x="1238088" y="4049362"/>
                  </a:lnTo>
                  <a:lnTo>
                    <a:pt x="1238246" y="4049362"/>
                  </a:lnTo>
                  <a:lnTo>
                    <a:pt x="1238403" y="4049362"/>
                  </a:lnTo>
                  <a:lnTo>
                    <a:pt x="1238403" y="4048931"/>
                  </a:lnTo>
                  <a:lnTo>
                    <a:pt x="1238561" y="4048931"/>
                  </a:lnTo>
                  <a:lnTo>
                    <a:pt x="1238719" y="4048931"/>
                  </a:lnTo>
                  <a:lnTo>
                    <a:pt x="1238877" y="4048931"/>
                  </a:lnTo>
                  <a:lnTo>
                    <a:pt x="1239034" y="4048931"/>
                  </a:lnTo>
                  <a:lnTo>
                    <a:pt x="1239192" y="4048931"/>
                  </a:lnTo>
                  <a:lnTo>
                    <a:pt x="1239350" y="4048931"/>
                  </a:lnTo>
                  <a:lnTo>
                    <a:pt x="1239350" y="4048501"/>
                  </a:lnTo>
                  <a:lnTo>
                    <a:pt x="1239507" y="4048501"/>
                  </a:lnTo>
                  <a:lnTo>
                    <a:pt x="1239665" y="4048501"/>
                  </a:lnTo>
                  <a:lnTo>
                    <a:pt x="1239823" y="4048501"/>
                  </a:lnTo>
                  <a:lnTo>
                    <a:pt x="1239823" y="4048070"/>
                  </a:lnTo>
                  <a:lnTo>
                    <a:pt x="1239981" y="4048070"/>
                  </a:lnTo>
                  <a:lnTo>
                    <a:pt x="1239981" y="4047640"/>
                  </a:lnTo>
                  <a:lnTo>
                    <a:pt x="1240138" y="4047640"/>
                  </a:lnTo>
                  <a:lnTo>
                    <a:pt x="1240138" y="4047209"/>
                  </a:lnTo>
                  <a:lnTo>
                    <a:pt x="1240296" y="4047209"/>
                  </a:lnTo>
                  <a:lnTo>
                    <a:pt x="1240454" y="4047209"/>
                  </a:lnTo>
                  <a:lnTo>
                    <a:pt x="1240454" y="4046778"/>
                  </a:lnTo>
                  <a:lnTo>
                    <a:pt x="1240611" y="4046778"/>
                  </a:lnTo>
                  <a:lnTo>
                    <a:pt x="1240611" y="4046348"/>
                  </a:lnTo>
                  <a:lnTo>
                    <a:pt x="1240769" y="4046348"/>
                  </a:lnTo>
                  <a:lnTo>
                    <a:pt x="1240927" y="4046348"/>
                  </a:lnTo>
                  <a:lnTo>
                    <a:pt x="1241085" y="4046348"/>
                  </a:lnTo>
                  <a:lnTo>
                    <a:pt x="1241242" y="4046348"/>
                  </a:lnTo>
                  <a:lnTo>
                    <a:pt x="1241242" y="4045917"/>
                  </a:lnTo>
                  <a:lnTo>
                    <a:pt x="1241400" y="4045917"/>
                  </a:lnTo>
                  <a:lnTo>
                    <a:pt x="1241558" y="4045917"/>
                  </a:lnTo>
                  <a:lnTo>
                    <a:pt x="1241716" y="4045917"/>
                  </a:lnTo>
                  <a:lnTo>
                    <a:pt x="1241873" y="4045917"/>
                  </a:lnTo>
                  <a:lnTo>
                    <a:pt x="1242031" y="4045917"/>
                  </a:lnTo>
                  <a:lnTo>
                    <a:pt x="1242189" y="4045917"/>
                  </a:lnTo>
                  <a:lnTo>
                    <a:pt x="1242346" y="4045917"/>
                  </a:lnTo>
                  <a:lnTo>
                    <a:pt x="1242504" y="4045917"/>
                  </a:lnTo>
                  <a:lnTo>
                    <a:pt x="1242662" y="4045917"/>
                  </a:lnTo>
                  <a:lnTo>
                    <a:pt x="1242820" y="4045917"/>
                  </a:lnTo>
                  <a:lnTo>
                    <a:pt x="1242820" y="4045487"/>
                  </a:lnTo>
                  <a:lnTo>
                    <a:pt x="1242820" y="4045056"/>
                  </a:lnTo>
                  <a:lnTo>
                    <a:pt x="1242820" y="4044625"/>
                  </a:lnTo>
                  <a:lnTo>
                    <a:pt x="1242977" y="4044625"/>
                  </a:lnTo>
                  <a:lnTo>
                    <a:pt x="1242977" y="4044195"/>
                  </a:lnTo>
                  <a:lnTo>
                    <a:pt x="1242977" y="4043764"/>
                  </a:lnTo>
                  <a:lnTo>
                    <a:pt x="1242977" y="4043334"/>
                  </a:lnTo>
                  <a:lnTo>
                    <a:pt x="1243135" y="4043334"/>
                  </a:lnTo>
                  <a:lnTo>
                    <a:pt x="1243293" y="4043334"/>
                  </a:lnTo>
                  <a:lnTo>
                    <a:pt x="1243450" y="4043334"/>
                  </a:lnTo>
                  <a:lnTo>
                    <a:pt x="1243450" y="4042903"/>
                  </a:lnTo>
                  <a:lnTo>
                    <a:pt x="1243450" y="4042472"/>
                  </a:lnTo>
                  <a:lnTo>
                    <a:pt x="1243608" y="4042472"/>
                  </a:lnTo>
                  <a:lnTo>
                    <a:pt x="1243608" y="4042042"/>
                  </a:lnTo>
                  <a:lnTo>
                    <a:pt x="1243766" y="4042042"/>
                  </a:lnTo>
                  <a:lnTo>
                    <a:pt x="1243766" y="4041611"/>
                  </a:lnTo>
                  <a:lnTo>
                    <a:pt x="1243766" y="4041181"/>
                  </a:lnTo>
                  <a:lnTo>
                    <a:pt x="1243766" y="4040750"/>
                  </a:lnTo>
                  <a:lnTo>
                    <a:pt x="1243924" y="4040750"/>
                  </a:lnTo>
                  <a:lnTo>
                    <a:pt x="1243924" y="4040319"/>
                  </a:lnTo>
                  <a:lnTo>
                    <a:pt x="1243924" y="4039889"/>
                  </a:lnTo>
                  <a:lnTo>
                    <a:pt x="1244081" y="4039889"/>
                  </a:lnTo>
                  <a:lnTo>
                    <a:pt x="1244239" y="4039889"/>
                  </a:lnTo>
                  <a:lnTo>
                    <a:pt x="1244239" y="4039458"/>
                  </a:lnTo>
                  <a:lnTo>
                    <a:pt x="1244397" y="4039458"/>
                  </a:lnTo>
                  <a:lnTo>
                    <a:pt x="1244554" y="4039458"/>
                  </a:lnTo>
                  <a:lnTo>
                    <a:pt x="1244712" y="4039458"/>
                  </a:lnTo>
                  <a:lnTo>
                    <a:pt x="1244870" y="4039458"/>
                  </a:lnTo>
                  <a:lnTo>
                    <a:pt x="1245028" y="4039458"/>
                  </a:lnTo>
                  <a:lnTo>
                    <a:pt x="1245028" y="4039028"/>
                  </a:lnTo>
                  <a:lnTo>
                    <a:pt x="1245028" y="4038597"/>
                  </a:lnTo>
                  <a:lnTo>
                    <a:pt x="1245185" y="4038597"/>
                  </a:lnTo>
                  <a:lnTo>
                    <a:pt x="1245343" y="4038597"/>
                  </a:lnTo>
                  <a:lnTo>
                    <a:pt x="1245501" y="4038597"/>
                  </a:lnTo>
                  <a:lnTo>
                    <a:pt x="1245658" y="4038597"/>
                  </a:lnTo>
                  <a:lnTo>
                    <a:pt x="1245658" y="4038166"/>
                  </a:lnTo>
                  <a:lnTo>
                    <a:pt x="1245658" y="4037736"/>
                  </a:lnTo>
                  <a:lnTo>
                    <a:pt x="1245816" y="4037736"/>
                  </a:lnTo>
                  <a:lnTo>
                    <a:pt x="1245816" y="4037305"/>
                  </a:lnTo>
                  <a:lnTo>
                    <a:pt x="1245974" y="4037305"/>
                  </a:lnTo>
                  <a:lnTo>
                    <a:pt x="1245974" y="4036875"/>
                  </a:lnTo>
                  <a:lnTo>
                    <a:pt x="1245974" y="4036444"/>
                  </a:lnTo>
                  <a:lnTo>
                    <a:pt x="1246132" y="4036444"/>
                  </a:lnTo>
                  <a:lnTo>
                    <a:pt x="1246132" y="4036013"/>
                  </a:lnTo>
                  <a:lnTo>
                    <a:pt x="1246132" y="4035583"/>
                  </a:lnTo>
                  <a:lnTo>
                    <a:pt x="1246289" y="4035583"/>
                  </a:lnTo>
                  <a:lnTo>
                    <a:pt x="1246447" y="4035583"/>
                  </a:lnTo>
                  <a:lnTo>
                    <a:pt x="1246605" y="4035583"/>
                  </a:lnTo>
                  <a:lnTo>
                    <a:pt x="1246762" y="4035583"/>
                  </a:lnTo>
                  <a:lnTo>
                    <a:pt x="1246920" y="4035583"/>
                  </a:lnTo>
                  <a:lnTo>
                    <a:pt x="1247078" y="4035583"/>
                  </a:lnTo>
                  <a:lnTo>
                    <a:pt x="1247236" y="4035583"/>
                  </a:lnTo>
                  <a:lnTo>
                    <a:pt x="1247236" y="4035152"/>
                  </a:lnTo>
                  <a:lnTo>
                    <a:pt x="1247393" y="4035152"/>
                  </a:lnTo>
                  <a:lnTo>
                    <a:pt x="1247551" y="4035152"/>
                  </a:lnTo>
                  <a:lnTo>
                    <a:pt x="1247551" y="4034722"/>
                  </a:lnTo>
                  <a:lnTo>
                    <a:pt x="1247709" y="4034722"/>
                  </a:lnTo>
                  <a:lnTo>
                    <a:pt x="1247867" y="4034722"/>
                  </a:lnTo>
                  <a:lnTo>
                    <a:pt x="1247867" y="4034291"/>
                  </a:lnTo>
                  <a:lnTo>
                    <a:pt x="1248024" y="4034291"/>
                  </a:lnTo>
                  <a:lnTo>
                    <a:pt x="1248024" y="4033860"/>
                  </a:lnTo>
                  <a:lnTo>
                    <a:pt x="1248182" y="4033860"/>
                  </a:lnTo>
                  <a:lnTo>
                    <a:pt x="1248340" y="4033860"/>
                  </a:lnTo>
                  <a:lnTo>
                    <a:pt x="1248340" y="4033430"/>
                  </a:lnTo>
                  <a:lnTo>
                    <a:pt x="1248497" y="4033430"/>
                  </a:lnTo>
                  <a:lnTo>
                    <a:pt x="1248655" y="4033430"/>
                  </a:lnTo>
                  <a:lnTo>
                    <a:pt x="1248813" y="4033430"/>
                  </a:lnTo>
                  <a:lnTo>
                    <a:pt x="1248813" y="4032999"/>
                  </a:lnTo>
                  <a:lnTo>
                    <a:pt x="1248971" y="4032999"/>
                  </a:lnTo>
                  <a:lnTo>
                    <a:pt x="1249128" y="4032999"/>
                  </a:lnTo>
                  <a:lnTo>
                    <a:pt x="1249286" y="4032999"/>
                  </a:lnTo>
                  <a:lnTo>
                    <a:pt x="1249444" y="4032999"/>
                  </a:lnTo>
                  <a:lnTo>
                    <a:pt x="1249601" y="4032999"/>
                  </a:lnTo>
                  <a:lnTo>
                    <a:pt x="1249759" y="4032999"/>
                  </a:lnTo>
                  <a:lnTo>
                    <a:pt x="1249917" y="4032999"/>
                  </a:lnTo>
                  <a:lnTo>
                    <a:pt x="1250075" y="4032999"/>
                  </a:lnTo>
                  <a:lnTo>
                    <a:pt x="1250075" y="4032569"/>
                  </a:lnTo>
                  <a:lnTo>
                    <a:pt x="1250075" y="4032138"/>
                  </a:lnTo>
                  <a:lnTo>
                    <a:pt x="1250232" y="4032138"/>
                  </a:lnTo>
                  <a:lnTo>
                    <a:pt x="1250390" y="4032138"/>
                  </a:lnTo>
                  <a:lnTo>
                    <a:pt x="1250390" y="4031707"/>
                  </a:lnTo>
                  <a:lnTo>
                    <a:pt x="1250390" y="4031277"/>
                  </a:lnTo>
                  <a:lnTo>
                    <a:pt x="1250548" y="4031277"/>
                  </a:lnTo>
                  <a:lnTo>
                    <a:pt x="1250548" y="4030846"/>
                  </a:lnTo>
                  <a:lnTo>
                    <a:pt x="1250705" y="4030846"/>
                  </a:lnTo>
                  <a:lnTo>
                    <a:pt x="1250863" y="4030846"/>
                  </a:lnTo>
                  <a:lnTo>
                    <a:pt x="1251021" y="4030846"/>
                  </a:lnTo>
                  <a:lnTo>
                    <a:pt x="1251179" y="4030846"/>
                  </a:lnTo>
                  <a:lnTo>
                    <a:pt x="1251336" y="4030846"/>
                  </a:lnTo>
                  <a:lnTo>
                    <a:pt x="1251494" y="4030846"/>
                  </a:lnTo>
                  <a:lnTo>
                    <a:pt x="1251652" y="4030846"/>
                  </a:lnTo>
                  <a:lnTo>
                    <a:pt x="1251809" y="4030846"/>
                  </a:lnTo>
                  <a:lnTo>
                    <a:pt x="1251967" y="4030846"/>
                  </a:lnTo>
                  <a:lnTo>
                    <a:pt x="1252125" y="4030846"/>
                  </a:lnTo>
                  <a:lnTo>
                    <a:pt x="1252283" y="4030846"/>
                  </a:lnTo>
                  <a:lnTo>
                    <a:pt x="1252440" y="4030846"/>
                  </a:lnTo>
                  <a:lnTo>
                    <a:pt x="1252598" y="4030846"/>
                  </a:lnTo>
                  <a:lnTo>
                    <a:pt x="1252598" y="4030416"/>
                  </a:lnTo>
                  <a:lnTo>
                    <a:pt x="1252598" y="4029985"/>
                  </a:lnTo>
                  <a:lnTo>
                    <a:pt x="1252756" y="4029985"/>
                  </a:lnTo>
                  <a:lnTo>
                    <a:pt x="1252914" y="4029985"/>
                  </a:lnTo>
                  <a:lnTo>
                    <a:pt x="1253071" y="4029985"/>
                  </a:lnTo>
                  <a:lnTo>
                    <a:pt x="1253229" y="4029985"/>
                  </a:lnTo>
                  <a:lnTo>
                    <a:pt x="1253387" y="4029985"/>
                  </a:lnTo>
                  <a:lnTo>
                    <a:pt x="1253387" y="4029554"/>
                  </a:lnTo>
                  <a:lnTo>
                    <a:pt x="1253544" y="4029554"/>
                  </a:lnTo>
                  <a:lnTo>
                    <a:pt x="1253544" y="4029124"/>
                  </a:lnTo>
                  <a:lnTo>
                    <a:pt x="1253544" y="4028693"/>
                  </a:lnTo>
                  <a:lnTo>
                    <a:pt x="1253702" y="4028693"/>
                  </a:lnTo>
                  <a:lnTo>
                    <a:pt x="1253702" y="4028263"/>
                  </a:lnTo>
                  <a:lnTo>
                    <a:pt x="1253860" y="4028263"/>
                  </a:lnTo>
                  <a:lnTo>
                    <a:pt x="1254018" y="4028263"/>
                  </a:lnTo>
                  <a:lnTo>
                    <a:pt x="1254018" y="4027832"/>
                  </a:lnTo>
                  <a:lnTo>
                    <a:pt x="1254175" y="4027832"/>
                  </a:lnTo>
                  <a:lnTo>
                    <a:pt x="1254175" y="4027401"/>
                  </a:lnTo>
                  <a:lnTo>
                    <a:pt x="1254175" y="4026971"/>
                  </a:lnTo>
                  <a:lnTo>
                    <a:pt x="1254333" y="4026971"/>
                  </a:lnTo>
                  <a:lnTo>
                    <a:pt x="1254491" y="4026971"/>
                  </a:lnTo>
                  <a:lnTo>
                    <a:pt x="1254648" y="4026971"/>
                  </a:lnTo>
                  <a:lnTo>
                    <a:pt x="1254806" y="4026971"/>
                  </a:lnTo>
                  <a:lnTo>
                    <a:pt x="1254964" y="4026971"/>
                  </a:lnTo>
                  <a:lnTo>
                    <a:pt x="1254964" y="4026540"/>
                  </a:lnTo>
                  <a:lnTo>
                    <a:pt x="1255122" y="4026540"/>
                  </a:lnTo>
                  <a:lnTo>
                    <a:pt x="1255279" y="4026540"/>
                  </a:lnTo>
                  <a:lnTo>
                    <a:pt x="1255279" y="4026110"/>
                  </a:lnTo>
                  <a:lnTo>
                    <a:pt x="1255437" y="4026110"/>
                  </a:lnTo>
                  <a:lnTo>
                    <a:pt x="1255595" y="4026110"/>
                  </a:lnTo>
                  <a:lnTo>
                    <a:pt x="1255595" y="4025679"/>
                  </a:lnTo>
                  <a:lnTo>
                    <a:pt x="1255752" y="4025679"/>
                  </a:lnTo>
                  <a:lnTo>
                    <a:pt x="1255910" y="4025679"/>
                  </a:lnTo>
                  <a:lnTo>
                    <a:pt x="1256068" y="4025679"/>
                  </a:lnTo>
                  <a:lnTo>
                    <a:pt x="1256226" y="4025679"/>
                  </a:lnTo>
                  <a:lnTo>
                    <a:pt x="1256383" y="4025679"/>
                  </a:lnTo>
                  <a:lnTo>
                    <a:pt x="1256383" y="4025248"/>
                  </a:lnTo>
                  <a:lnTo>
                    <a:pt x="1256541" y="4025248"/>
                  </a:lnTo>
                  <a:lnTo>
                    <a:pt x="1256541" y="4024818"/>
                  </a:lnTo>
                  <a:lnTo>
                    <a:pt x="1256699" y="4024818"/>
                  </a:lnTo>
                  <a:lnTo>
                    <a:pt x="1256856" y="4024818"/>
                  </a:lnTo>
                  <a:lnTo>
                    <a:pt x="1257014" y="4024818"/>
                  </a:lnTo>
                  <a:lnTo>
                    <a:pt x="1257172" y="4024818"/>
                  </a:lnTo>
                  <a:lnTo>
                    <a:pt x="1257330" y="4024818"/>
                  </a:lnTo>
                  <a:lnTo>
                    <a:pt x="1257487" y="4024818"/>
                  </a:lnTo>
                  <a:lnTo>
                    <a:pt x="1257645" y="4024818"/>
                  </a:lnTo>
                  <a:lnTo>
                    <a:pt x="1257645" y="4024387"/>
                  </a:lnTo>
                  <a:lnTo>
                    <a:pt x="1257645" y="4023957"/>
                  </a:lnTo>
                  <a:lnTo>
                    <a:pt x="1257645" y="4023526"/>
                  </a:lnTo>
                  <a:lnTo>
                    <a:pt x="1257645" y="4023095"/>
                  </a:lnTo>
                  <a:lnTo>
                    <a:pt x="1257645" y="4022665"/>
                  </a:lnTo>
                  <a:lnTo>
                    <a:pt x="1257803" y="4022665"/>
                  </a:lnTo>
                  <a:lnTo>
                    <a:pt x="1257960" y="4022665"/>
                  </a:lnTo>
                  <a:lnTo>
                    <a:pt x="1258118" y="4022665"/>
                  </a:lnTo>
                  <a:lnTo>
                    <a:pt x="1258276" y="4022665"/>
                  </a:lnTo>
                  <a:lnTo>
                    <a:pt x="1258434" y="4022665"/>
                  </a:lnTo>
                  <a:lnTo>
                    <a:pt x="1258434" y="4022234"/>
                  </a:lnTo>
                  <a:lnTo>
                    <a:pt x="1258591" y="4022234"/>
                  </a:lnTo>
                  <a:lnTo>
                    <a:pt x="1258749" y="4022234"/>
                  </a:lnTo>
                  <a:lnTo>
                    <a:pt x="1258907" y="4022234"/>
                  </a:lnTo>
                  <a:lnTo>
                    <a:pt x="1259065" y="4022234"/>
                  </a:lnTo>
                  <a:lnTo>
                    <a:pt x="1259222" y="4022234"/>
                  </a:lnTo>
                  <a:lnTo>
                    <a:pt x="1259380" y="4022234"/>
                  </a:lnTo>
                  <a:lnTo>
                    <a:pt x="1259538" y="4022234"/>
                  </a:lnTo>
                  <a:lnTo>
                    <a:pt x="1259695" y="4022234"/>
                  </a:lnTo>
                  <a:lnTo>
                    <a:pt x="1259695" y="4021804"/>
                  </a:lnTo>
                  <a:lnTo>
                    <a:pt x="1259853" y="4021804"/>
                  </a:lnTo>
                  <a:lnTo>
                    <a:pt x="1260011" y="4021804"/>
                  </a:lnTo>
                  <a:lnTo>
                    <a:pt x="1260011" y="4021373"/>
                  </a:lnTo>
                  <a:lnTo>
                    <a:pt x="1260011" y="4020942"/>
                  </a:lnTo>
                  <a:lnTo>
                    <a:pt x="1260169" y="4020942"/>
                  </a:lnTo>
                  <a:lnTo>
                    <a:pt x="1260326" y="4020942"/>
                  </a:lnTo>
                  <a:lnTo>
                    <a:pt x="1260484" y="4020942"/>
                  </a:lnTo>
                  <a:lnTo>
                    <a:pt x="1260484" y="4020512"/>
                  </a:lnTo>
                  <a:lnTo>
                    <a:pt x="1260642" y="4020512"/>
                  </a:lnTo>
                  <a:lnTo>
                    <a:pt x="1260642" y="4020081"/>
                  </a:lnTo>
                  <a:lnTo>
                    <a:pt x="1260799" y="4020081"/>
                  </a:lnTo>
                  <a:lnTo>
                    <a:pt x="1260957" y="4020081"/>
                  </a:lnTo>
                  <a:lnTo>
                    <a:pt x="1261115" y="4020081"/>
                  </a:lnTo>
                  <a:lnTo>
                    <a:pt x="1261273" y="4020081"/>
                  </a:lnTo>
                  <a:lnTo>
                    <a:pt x="1261430" y="4020081"/>
                  </a:lnTo>
                  <a:lnTo>
                    <a:pt x="1261588" y="4020081"/>
                  </a:lnTo>
                  <a:lnTo>
                    <a:pt x="1261746" y="4020081"/>
                  </a:lnTo>
                  <a:lnTo>
                    <a:pt x="1261903" y="4020081"/>
                  </a:lnTo>
                  <a:lnTo>
                    <a:pt x="1261903" y="4019651"/>
                  </a:lnTo>
                  <a:lnTo>
                    <a:pt x="1262061" y="4019651"/>
                  </a:lnTo>
                  <a:lnTo>
                    <a:pt x="1262219" y="4019651"/>
                  </a:lnTo>
                  <a:lnTo>
                    <a:pt x="1262377" y="4019651"/>
                  </a:lnTo>
                  <a:lnTo>
                    <a:pt x="1262534" y="4019651"/>
                  </a:lnTo>
                  <a:lnTo>
                    <a:pt x="1262534" y="4019220"/>
                  </a:lnTo>
                  <a:lnTo>
                    <a:pt x="1262692" y="4019220"/>
                  </a:lnTo>
                  <a:lnTo>
                    <a:pt x="1262692" y="4018789"/>
                  </a:lnTo>
                  <a:lnTo>
                    <a:pt x="1262692" y="4018359"/>
                  </a:lnTo>
                  <a:lnTo>
                    <a:pt x="1262850" y="4018359"/>
                  </a:lnTo>
                  <a:lnTo>
                    <a:pt x="1263007" y="4018359"/>
                  </a:lnTo>
                  <a:lnTo>
                    <a:pt x="1263165" y="4018359"/>
                  </a:lnTo>
                  <a:lnTo>
                    <a:pt x="1263323" y="4018359"/>
                  </a:lnTo>
                  <a:lnTo>
                    <a:pt x="1263481" y="4018359"/>
                  </a:lnTo>
                  <a:lnTo>
                    <a:pt x="1263638" y="4018359"/>
                  </a:lnTo>
                  <a:lnTo>
                    <a:pt x="1263796" y="4018359"/>
                  </a:lnTo>
                  <a:lnTo>
                    <a:pt x="1263954" y="4018359"/>
                  </a:lnTo>
                  <a:lnTo>
                    <a:pt x="1264112" y="4018359"/>
                  </a:lnTo>
                  <a:lnTo>
                    <a:pt x="1264269" y="4018359"/>
                  </a:lnTo>
                  <a:lnTo>
                    <a:pt x="1264427" y="4018359"/>
                  </a:lnTo>
                  <a:lnTo>
                    <a:pt x="1264427" y="4017928"/>
                  </a:lnTo>
                  <a:lnTo>
                    <a:pt x="1264427" y="4017498"/>
                  </a:lnTo>
                  <a:lnTo>
                    <a:pt x="1264585" y="4017498"/>
                  </a:lnTo>
                  <a:lnTo>
                    <a:pt x="1264585" y="4017067"/>
                  </a:lnTo>
                  <a:lnTo>
                    <a:pt x="1264742" y="4017067"/>
                  </a:lnTo>
                  <a:lnTo>
                    <a:pt x="1264900" y="4017067"/>
                  </a:lnTo>
                  <a:lnTo>
                    <a:pt x="1264900" y="4016636"/>
                  </a:lnTo>
                  <a:lnTo>
                    <a:pt x="1265058" y="4016636"/>
                  </a:lnTo>
                  <a:lnTo>
                    <a:pt x="1265058" y="4016206"/>
                  </a:lnTo>
                  <a:lnTo>
                    <a:pt x="1265216" y="4016206"/>
                  </a:lnTo>
                  <a:lnTo>
                    <a:pt x="1265373" y="4016206"/>
                  </a:lnTo>
                  <a:lnTo>
                    <a:pt x="1265531" y="4016206"/>
                  </a:lnTo>
                  <a:lnTo>
                    <a:pt x="1265531" y="4015775"/>
                  </a:lnTo>
                  <a:lnTo>
                    <a:pt x="1265689" y="4015775"/>
                  </a:lnTo>
                  <a:lnTo>
                    <a:pt x="1265689" y="4015345"/>
                  </a:lnTo>
                  <a:lnTo>
                    <a:pt x="1265689" y="4014914"/>
                  </a:lnTo>
                  <a:lnTo>
                    <a:pt x="1265846" y="4014914"/>
                  </a:lnTo>
                  <a:lnTo>
                    <a:pt x="1266004" y="4014914"/>
                  </a:lnTo>
                  <a:lnTo>
                    <a:pt x="1266162" y="4014914"/>
                  </a:lnTo>
                  <a:lnTo>
                    <a:pt x="1266320" y="4014914"/>
                  </a:lnTo>
                  <a:lnTo>
                    <a:pt x="1266320" y="4014483"/>
                  </a:lnTo>
                  <a:lnTo>
                    <a:pt x="1266320" y="4014053"/>
                  </a:lnTo>
                  <a:lnTo>
                    <a:pt x="1266320" y="4013622"/>
                  </a:lnTo>
                  <a:lnTo>
                    <a:pt x="1266320" y="4013192"/>
                  </a:lnTo>
                  <a:lnTo>
                    <a:pt x="1266320" y="4012761"/>
                  </a:lnTo>
                  <a:lnTo>
                    <a:pt x="1266320" y="4012330"/>
                  </a:lnTo>
                  <a:lnTo>
                    <a:pt x="1266477" y="4012330"/>
                  </a:lnTo>
                  <a:lnTo>
                    <a:pt x="1266635" y="4012330"/>
                  </a:lnTo>
                  <a:lnTo>
                    <a:pt x="1266793" y="4012330"/>
                  </a:lnTo>
                  <a:lnTo>
                    <a:pt x="1266950" y="4012330"/>
                  </a:lnTo>
                  <a:lnTo>
                    <a:pt x="1267108" y="4012330"/>
                  </a:lnTo>
                  <a:lnTo>
                    <a:pt x="1267108" y="4011900"/>
                  </a:lnTo>
                  <a:lnTo>
                    <a:pt x="1267266" y="4011900"/>
                  </a:lnTo>
                  <a:lnTo>
                    <a:pt x="1267424" y="4011900"/>
                  </a:lnTo>
                  <a:lnTo>
                    <a:pt x="1267581" y="4011900"/>
                  </a:lnTo>
                  <a:lnTo>
                    <a:pt x="1267581" y="4011469"/>
                  </a:lnTo>
                  <a:lnTo>
                    <a:pt x="1267739" y="4011469"/>
                  </a:lnTo>
                  <a:lnTo>
                    <a:pt x="1267897" y="4011469"/>
                  </a:lnTo>
                  <a:lnTo>
                    <a:pt x="1268054" y="4011469"/>
                  </a:lnTo>
                  <a:lnTo>
                    <a:pt x="1268212" y="4011469"/>
                  </a:lnTo>
                  <a:lnTo>
                    <a:pt x="1268370" y="4011469"/>
                  </a:lnTo>
                  <a:lnTo>
                    <a:pt x="1268528" y="4011469"/>
                  </a:lnTo>
                  <a:lnTo>
                    <a:pt x="1268685" y="4011469"/>
                  </a:lnTo>
                  <a:lnTo>
                    <a:pt x="1268843" y="4011469"/>
                  </a:lnTo>
                  <a:lnTo>
                    <a:pt x="1269001" y="4011469"/>
                  </a:lnTo>
                  <a:lnTo>
                    <a:pt x="1269001" y="4011039"/>
                  </a:lnTo>
                  <a:lnTo>
                    <a:pt x="1269158" y="4011039"/>
                  </a:lnTo>
                  <a:lnTo>
                    <a:pt x="1269316" y="4011039"/>
                  </a:lnTo>
                  <a:lnTo>
                    <a:pt x="1269316" y="4010608"/>
                  </a:lnTo>
                  <a:lnTo>
                    <a:pt x="1269474" y="4010608"/>
                  </a:lnTo>
                  <a:lnTo>
                    <a:pt x="1269632" y="4010608"/>
                  </a:lnTo>
                  <a:lnTo>
                    <a:pt x="1269632" y="4010177"/>
                  </a:lnTo>
                  <a:lnTo>
                    <a:pt x="1269632" y="4009747"/>
                  </a:lnTo>
                  <a:lnTo>
                    <a:pt x="1269789" y="4009747"/>
                  </a:lnTo>
                  <a:lnTo>
                    <a:pt x="1269947" y="4009747"/>
                  </a:lnTo>
                  <a:lnTo>
                    <a:pt x="1270105" y="4009747"/>
                  </a:lnTo>
                  <a:lnTo>
                    <a:pt x="1270105" y="4009316"/>
                  </a:lnTo>
                  <a:lnTo>
                    <a:pt x="1270105" y="4008886"/>
                  </a:lnTo>
                  <a:lnTo>
                    <a:pt x="1270263" y="4008886"/>
                  </a:lnTo>
                  <a:lnTo>
                    <a:pt x="1270420" y="4008886"/>
                  </a:lnTo>
                  <a:lnTo>
                    <a:pt x="1270420" y="4008455"/>
                  </a:lnTo>
                  <a:lnTo>
                    <a:pt x="1270578" y="4008455"/>
                  </a:lnTo>
                  <a:lnTo>
                    <a:pt x="1270578" y="4008024"/>
                  </a:lnTo>
                  <a:lnTo>
                    <a:pt x="1270578" y="4007594"/>
                  </a:lnTo>
                  <a:lnTo>
                    <a:pt x="1270578" y="4007163"/>
                  </a:lnTo>
                  <a:lnTo>
                    <a:pt x="1270736" y="4007163"/>
                  </a:lnTo>
                  <a:lnTo>
                    <a:pt x="1270893" y="4007163"/>
                  </a:lnTo>
                  <a:lnTo>
                    <a:pt x="1270893" y="4006733"/>
                  </a:lnTo>
                  <a:lnTo>
                    <a:pt x="1271051" y="4006733"/>
                  </a:lnTo>
                  <a:lnTo>
                    <a:pt x="1271209" y="4006733"/>
                  </a:lnTo>
                  <a:lnTo>
                    <a:pt x="1271367" y="4006733"/>
                  </a:lnTo>
                  <a:lnTo>
                    <a:pt x="1271367" y="4006302"/>
                  </a:lnTo>
                  <a:lnTo>
                    <a:pt x="1271524" y="4006302"/>
                  </a:lnTo>
                  <a:lnTo>
                    <a:pt x="1271682" y="4006302"/>
                  </a:lnTo>
                  <a:lnTo>
                    <a:pt x="1271840" y="4006302"/>
                  </a:lnTo>
                  <a:lnTo>
                    <a:pt x="1271997" y="4006302"/>
                  </a:lnTo>
                  <a:lnTo>
                    <a:pt x="1272155" y="4006302"/>
                  </a:lnTo>
                  <a:lnTo>
                    <a:pt x="1272313" y="4006302"/>
                  </a:lnTo>
                  <a:lnTo>
                    <a:pt x="1272313" y="4005871"/>
                  </a:lnTo>
                  <a:lnTo>
                    <a:pt x="1272313" y="4005441"/>
                  </a:lnTo>
                  <a:lnTo>
                    <a:pt x="1272313" y="4005010"/>
                  </a:lnTo>
                  <a:lnTo>
                    <a:pt x="1272471" y="4005010"/>
                  </a:lnTo>
                  <a:lnTo>
                    <a:pt x="1272471" y="4004580"/>
                  </a:lnTo>
                  <a:lnTo>
                    <a:pt x="1272471" y="4004149"/>
                  </a:lnTo>
                  <a:lnTo>
                    <a:pt x="1272471" y="4003718"/>
                  </a:lnTo>
                  <a:lnTo>
                    <a:pt x="1272628" y="4003718"/>
                  </a:lnTo>
                  <a:lnTo>
                    <a:pt x="1272786" y="4003718"/>
                  </a:lnTo>
                  <a:lnTo>
                    <a:pt x="1272786" y="4003288"/>
                  </a:lnTo>
                  <a:lnTo>
                    <a:pt x="1272944" y="4003288"/>
                  </a:lnTo>
                  <a:lnTo>
                    <a:pt x="1272944" y="4002857"/>
                  </a:lnTo>
                  <a:lnTo>
                    <a:pt x="1273101" y="4002857"/>
                  </a:lnTo>
                  <a:lnTo>
                    <a:pt x="1273101" y="4002427"/>
                  </a:lnTo>
                  <a:lnTo>
                    <a:pt x="1273259" y="4002427"/>
                  </a:lnTo>
                  <a:lnTo>
                    <a:pt x="1273417" y="4002427"/>
                  </a:lnTo>
                  <a:lnTo>
                    <a:pt x="1273417" y="4001996"/>
                  </a:lnTo>
                  <a:lnTo>
                    <a:pt x="1273575" y="4001996"/>
                  </a:lnTo>
                  <a:lnTo>
                    <a:pt x="1273575" y="4001565"/>
                  </a:lnTo>
                  <a:lnTo>
                    <a:pt x="1273732" y="4001565"/>
                  </a:lnTo>
                  <a:lnTo>
                    <a:pt x="1273890" y="4001565"/>
                  </a:lnTo>
                  <a:lnTo>
                    <a:pt x="1274048" y="4001565"/>
                  </a:lnTo>
                  <a:lnTo>
                    <a:pt x="1274205" y="4001565"/>
                  </a:lnTo>
                  <a:lnTo>
                    <a:pt x="1274205" y="4001135"/>
                  </a:lnTo>
                  <a:lnTo>
                    <a:pt x="1274363" y="4001135"/>
                  </a:lnTo>
                  <a:lnTo>
                    <a:pt x="1274363" y="4000704"/>
                  </a:lnTo>
                  <a:lnTo>
                    <a:pt x="1274363" y="4000274"/>
                  </a:lnTo>
                  <a:lnTo>
                    <a:pt x="1274363" y="3999843"/>
                  </a:lnTo>
                  <a:lnTo>
                    <a:pt x="1274363" y="3999412"/>
                  </a:lnTo>
                  <a:lnTo>
                    <a:pt x="1274521" y="3999412"/>
                  </a:lnTo>
                  <a:lnTo>
                    <a:pt x="1274679" y="3999412"/>
                  </a:lnTo>
                  <a:lnTo>
                    <a:pt x="1274836" y="3999412"/>
                  </a:lnTo>
                  <a:lnTo>
                    <a:pt x="1274836" y="3998982"/>
                  </a:lnTo>
                  <a:lnTo>
                    <a:pt x="1274836" y="3998551"/>
                  </a:lnTo>
                  <a:lnTo>
                    <a:pt x="1274836" y="3998121"/>
                  </a:lnTo>
                  <a:lnTo>
                    <a:pt x="1274994" y="3998121"/>
                  </a:lnTo>
                  <a:lnTo>
                    <a:pt x="1275152" y="3998121"/>
                  </a:lnTo>
                  <a:lnTo>
                    <a:pt x="1275309" y="3998121"/>
                  </a:lnTo>
                  <a:lnTo>
                    <a:pt x="1275467" y="3998121"/>
                  </a:lnTo>
                  <a:lnTo>
                    <a:pt x="1275625" y="3998121"/>
                  </a:lnTo>
                  <a:lnTo>
                    <a:pt x="1275783" y="3998121"/>
                  </a:lnTo>
                  <a:lnTo>
                    <a:pt x="1275783" y="3997690"/>
                  </a:lnTo>
                  <a:lnTo>
                    <a:pt x="1275940" y="3997690"/>
                  </a:lnTo>
                  <a:lnTo>
                    <a:pt x="1275940" y="3997259"/>
                  </a:lnTo>
                  <a:lnTo>
                    <a:pt x="1276098" y="3997259"/>
                  </a:lnTo>
                  <a:lnTo>
                    <a:pt x="1276098" y="3996829"/>
                  </a:lnTo>
                  <a:lnTo>
                    <a:pt x="1276098" y="3996398"/>
                  </a:lnTo>
                  <a:lnTo>
                    <a:pt x="1276098" y="3995968"/>
                  </a:lnTo>
                  <a:lnTo>
                    <a:pt x="1276256" y="3995968"/>
                  </a:lnTo>
                  <a:lnTo>
                    <a:pt x="1276414" y="3995968"/>
                  </a:lnTo>
                  <a:lnTo>
                    <a:pt x="1276414" y="3995537"/>
                  </a:lnTo>
                  <a:lnTo>
                    <a:pt x="1276571" y="3995537"/>
                  </a:lnTo>
                  <a:lnTo>
                    <a:pt x="1276729" y="3995537"/>
                  </a:lnTo>
                  <a:lnTo>
                    <a:pt x="1276729" y="3995106"/>
                  </a:lnTo>
                  <a:lnTo>
                    <a:pt x="1276729" y="3994676"/>
                  </a:lnTo>
                  <a:lnTo>
                    <a:pt x="1276887" y="3994676"/>
                  </a:lnTo>
                  <a:lnTo>
                    <a:pt x="1277044" y="3994676"/>
                  </a:lnTo>
                  <a:lnTo>
                    <a:pt x="1277202" y="3994676"/>
                  </a:lnTo>
                  <a:lnTo>
                    <a:pt x="1277202" y="3994245"/>
                  </a:lnTo>
                  <a:lnTo>
                    <a:pt x="1277202" y="3993815"/>
                  </a:lnTo>
                  <a:lnTo>
                    <a:pt x="1277360" y="3993815"/>
                  </a:lnTo>
                  <a:lnTo>
                    <a:pt x="1277518" y="3993815"/>
                  </a:lnTo>
                  <a:lnTo>
                    <a:pt x="1277675" y="3993815"/>
                  </a:lnTo>
                  <a:lnTo>
                    <a:pt x="1277833" y="3993815"/>
                  </a:lnTo>
                  <a:lnTo>
                    <a:pt x="1277833" y="3993384"/>
                  </a:lnTo>
                  <a:lnTo>
                    <a:pt x="1277991" y="3993384"/>
                  </a:lnTo>
                  <a:lnTo>
                    <a:pt x="1278148" y="3993384"/>
                  </a:lnTo>
                  <a:lnTo>
                    <a:pt x="1278148" y="3992953"/>
                  </a:lnTo>
                  <a:lnTo>
                    <a:pt x="1278306" y="3992953"/>
                  </a:lnTo>
                  <a:lnTo>
                    <a:pt x="1278464" y="3992953"/>
                  </a:lnTo>
                  <a:lnTo>
                    <a:pt x="1278622" y="3992953"/>
                  </a:lnTo>
                  <a:lnTo>
                    <a:pt x="1278779" y="3992953"/>
                  </a:lnTo>
                  <a:lnTo>
                    <a:pt x="1278937" y="3992953"/>
                  </a:lnTo>
                  <a:lnTo>
                    <a:pt x="1279095" y="3992953"/>
                  </a:lnTo>
                  <a:lnTo>
                    <a:pt x="1279252" y="3992953"/>
                  </a:lnTo>
                  <a:lnTo>
                    <a:pt x="1279410" y="3992953"/>
                  </a:lnTo>
                  <a:lnTo>
                    <a:pt x="1279568" y="3992953"/>
                  </a:lnTo>
                  <a:lnTo>
                    <a:pt x="1279726" y="3992953"/>
                  </a:lnTo>
                  <a:lnTo>
                    <a:pt x="1279883" y="3992953"/>
                  </a:lnTo>
                  <a:lnTo>
                    <a:pt x="1280041" y="3992953"/>
                  </a:lnTo>
                  <a:lnTo>
                    <a:pt x="1280041" y="3992523"/>
                  </a:lnTo>
                  <a:lnTo>
                    <a:pt x="1280199" y="3992523"/>
                  </a:lnTo>
                  <a:lnTo>
                    <a:pt x="1280356" y="3992523"/>
                  </a:lnTo>
                  <a:lnTo>
                    <a:pt x="1280356" y="3992092"/>
                  </a:lnTo>
                  <a:lnTo>
                    <a:pt x="1280514" y="3992092"/>
                  </a:lnTo>
                  <a:lnTo>
                    <a:pt x="1280672" y="3992092"/>
                  </a:lnTo>
                  <a:lnTo>
                    <a:pt x="1280830" y="3992092"/>
                  </a:lnTo>
                  <a:lnTo>
                    <a:pt x="1280987" y="3992092"/>
                  </a:lnTo>
                  <a:lnTo>
                    <a:pt x="1280987" y="3991662"/>
                  </a:lnTo>
                  <a:lnTo>
                    <a:pt x="1281145" y="3991662"/>
                  </a:lnTo>
                  <a:lnTo>
                    <a:pt x="1281303" y="3991662"/>
                  </a:lnTo>
                  <a:lnTo>
                    <a:pt x="1281461" y="3991662"/>
                  </a:lnTo>
                  <a:lnTo>
                    <a:pt x="1281618" y="3991662"/>
                  </a:lnTo>
                  <a:lnTo>
                    <a:pt x="1281618" y="3991231"/>
                  </a:lnTo>
                  <a:lnTo>
                    <a:pt x="1281776" y="3991231"/>
                  </a:lnTo>
                  <a:lnTo>
                    <a:pt x="1281776" y="3990800"/>
                  </a:lnTo>
                  <a:lnTo>
                    <a:pt x="1281934" y="3990800"/>
                  </a:lnTo>
                  <a:lnTo>
                    <a:pt x="1282091" y="3990800"/>
                  </a:lnTo>
                  <a:lnTo>
                    <a:pt x="1282091" y="3990370"/>
                  </a:lnTo>
                  <a:lnTo>
                    <a:pt x="1282091" y="3989939"/>
                  </a:lnTo>
                  <a:lnTo>
                    <a:pt x="1282091" y="3989509"/>
                  </a:lnTo>
                  <a:lnTo>
                    <a:pt x="1282249" y="3989509"/>
                  </a:lnTo>
                  <a:lnTo>
                    <a:pt x="1282249" y="3989078"/>
                  </a:lnTo>
                  <a:lnTo>
                    <a:pt x="1282407" y="3989078"/>
                  </a:lnTo>
                  <a:lnTo>
                    <a:pt x="1282407" y="3988647"/>
                  </a:lnTo>
                  <a:lnTo>
                    <a:pt x="1282407" y="3988217"/>
                  </a:lnTo>
                  <a:lnTo>
                    <a:pt x="1282565" y="3988217"/>
                  </a:lnTo>
                  <a:lnTo>
                    <a:pt x="1282565" y="3987786"/>
                  </a:lnTo>
                  <a:lnTo>
                    <a:pt x="1282722" y="3987786"/>
                  </a:lnTo>
                  <a:lnTo>
                    <a:pt x="1282880" y="3987786"/>
                  </a:lnTo>
                  <a:lnTo>
                    <a:pt x="1282880" y="3987356"/>
                  </a:lnTo>
                  <a:lnTo>
                    <a:pt x="1283038" y="3987356"/>
                  </a:lnTo>
                  <a:lnTo>
                    <a:pt x="1283038" y="3986925"/>
                  </a:lnTo>
                  <a:lnTo>
                    <a:pt x="1283195" y="3986925"/>
                  </a:lnTo>
                  <a:lnTo>
                    <a:pt x="1283195" y="3986494"/>
                  </a:lnTo>
                  <a:lnTo>
                    <a:pt x="1283195" y="3986064"/>
                  </a:lnTo>
                  <a:lnTo>
                    <a:pt x="1283353" y="3986064"/>
                  </a:lnTo>
                  <a:lnTo>
                    <a:pt x="1283353" y="3985633"/>
                  </a:lnTo>
                  <a:lnTo>
                    <a:pt x="1283511" y="3985633"/>
                  </a:lnTo>
                  <a:lnTo>
                    <a:pt x="1283669" y="3985633"/>
                  </a:lnTo>
                  <a:lnTo>
                    <a:pt x="1283826" y="3985633"/>
                  </a:lnTo>
                  <a:lnTo>
                    <a:pt x="1283984" y="3985633"/>
                  </a:lnTo>
                  <a:lnTo>
                    <a:pt x="1284142" y="3985633"/>
                  </a:lnTo>
                  <a:lnTo>
                    <a:pt x="1284299" y="3985633"/>
                  </a:lnTo>
                  <a:lnTo>
                    <a:pt x="1284457" y="3985633"/>
                  </a:lnTo>
                  <a:lnTo>
                    <a:pt x="1284457" y="3985203"/>
                  </a:lnTo>
                  <a:lnTo>
                    <a:pt x="1284457" y="3984772"/>
                  </a:lnTo>
                  <a:lnTo>
                    <a:pt x="1284615" y="3984772"/>
                  </a:lnTo>
                  <a:lnTo>
                    <a:pt x="1284773" y="3984772"/>
                  </a:lnTo>
                  <a:lnTo>
                    <a:pt x="1284930" y="3984772"/>
                  </a:lnTo>
                  <a:lnTo>
                    <a:pt x="1285088" y="3984772"/>
                  </a:lnTo>
                  <a:lnTo>
                    <a:pt x="1285246" y="3984772"/>
                  </a:lnTo>
                  <a:lnTo>
                    <a:pt x="1285246" y="3984341"/>
                  </a:lnTo>
                  <a:lnTo>
                    <a:pt x="1285246" y="3983911"/>
                  </a:lnTo>
                  <a:lnTo>
                    <a:pt x="1285403" y="3983911"/>
                  </a:lnTo>
                  <a:lnTo>
                    <a:pt x="1285561" y="3983911"/>
                  </a:lnTo>
                  <a:lnTo>
                    <a:pt x="1285719" y="3983911"/>
                  </a:lnTo>
                  <a:lnTo>
                    <a:pt x="1285877" y="3983911"/>
                  </a:lnTo>
                  <a:lnTo>
                    <a:pt x="1286034" y="3983911"/>
                  </a:lnTo>
                  <a:lnTo>
                    <a:pt x="1286034" y="3983480"/>
                  </a:lnTo>
                  <a:lnTo>
                    <a:pt x="1286192" y="3983480"/>
                  </a:lnTo>
                  <a:lnTo>
                    <a:pt x="1286192" y="3983050"/>
                  </a:lnTo>
                  <a:lnTo>
                    <a:pt x="1286350" y="3983050"/>
                  </a:lnTo>
                  <a:lnTo>
                    <a:pt x="1286507" y="3983050"/>
                  </a:lnTo>
                  <a:lnTo>
                    <a:pt x="1286507" y="3982619"/>
                  </a:lnTo>
                  <a:lnTo>
                    <a:pt x="1286507" y="3982188"/>
                  </a:lnTo>
                  <a:lnTo>
                    <a:pt x="1286665" y="3982188"/>
                  </a:lnTo>
                  <a:lnTo>
                    <a:pt x="1286823" y="3982188"/>
                  </a:lnTo>
                  <a:lnTo>
                    <a:pt x="1286823" y="3981758"/>
                  </a:lnTo>
                  <a:lnTo>
                    <a:pt x="1286823" y="3981327"/>
                  </a:lnTo>
                  <a:lnTo>
                    <a:pt x="1286981" y="3981327"/>
                  </a:lnTo>
                  <a:lnTo>
                    <a:pt x="1287138" y="3981327"/>
                  </a:lnTo>
                  <a:lnTo>
                    <a:pt x="1287296" y="3981327"/>
                  </a:lnTo>
                  <a:lnTo>
                    <a:pt x="1287454" y="3981327"/>
                  </a:lnTo>
                  <a:lnTo>
                    <a:pt x="1287454" y="3980897"/>
                  </a:lnTo>
                  <a:lnTo>
                    <a:pt x="1287612" y="3980897"/>
                  </a:lnTo>
                  <a:lnTo>
                    <a:pt x="1287769" y="3980897"/>
                  </a:lnTo>
                  <a:lnTo>
                    <a:pt x="1287769" y="3980466"/>
                  </a:lnTo>
                  <a:lnTo>
                    <a:pt x="1287927" y="3980466"/>
                  </a:lnTo>
                  <a:lnTo>
                    <a:pt x="1287927" y="3980035"/>
                  </a:lnTo>
                  <a:lnTo>
                    <a:pt x="1288085" y="3980035"/>
                  </a:lnTo>
                  <a:lnTo>
                    <a:pt x="1288085" y="3979605"/>
                  </a:lnTo>
                  <a:lnTo>
                    <a:pt x="1288085" y="3979174"/>
                  </a:lnTo>
                  <a:lnTo>
                    <a:pt x="1288085" y="3978744"/>
                  </a:lnTo>
                  <a:lnTo>
                    <a:pt x="1288242" y="3978744"/>
                  </a:lnTo>
                  <a:lnTo>
                    <a:pt x="1288400" y="3978744"/>
                  </a:lnTo>
                  <a:lnTo>
                    <a:pt x="1288400" y="3978313"/>
                  </a:lnTo>
                  <a:lnTo>
                    <a:pt x="1288558" y="3978313"/>
                  </a:lnTo>
                  <a:lnTo>
                    <a:pt x="1288716" y="3978313"/>
                  </a:lnTo>
                  <a:lnTo>
                    <a:pt x="1288716" y="3977882"/>
                  </a:lnTo>
                  <a:lnTo>
                    <a:pt x="1288873" y="3977882"/>
                  </a:lnTo>
                  <a:lnTo>
                    <a:pt x="1289031" y="3977882"/>
                  </a:lnTo>
                  <a:lnTo>
                    <a:pt x="1289189" y="3977882"/>
                  </a:lnTo>
                  <a:lnTo>
                    <a:pt x="1289346" y="3977882"/>
                  </a:lnTo>
                  <a:lnTo>
                    <a:pt x="1289504" y="3977882"/>
                  </a:lnTo>
                  <a:lnTo>
                    <a:pt x="1289504" y="3977452"/>
                  </a:lnTo>
                  <a:lnTo>
                    <a:pt x="1289504" y="3977021"/>
                  </a:lnTo>
                  <a:lnTo>
                    <a:pt x="1289504" y="3976591"/>
                  </a:lnTo>
                  <a:lnTo>
                    <a:pt x="1289662" y="3976591"/>
                  </a:lnTo>
                  <a:lnTo>
                    <a:pt x="1289662" y="3976160"/>
                  </a:lnTo>
                  <a:lnTo>
                    <a:pt x="1289820" y="3976160"/>
                  </a:lnTo>
                  <a:lnTo>
                    <a:pt x="1289820" y="3975729"/>
                  </a:lnTo>
                  <a:lnTo>
                    <a:pt x="1289977" y="3975729"/>
                  </a:lnTo>
                  <a:lnTo>
                    <a:pt x="1290135" y="3975729"/>
                  </a:lnTo>
                  <a:lnTo>
                    <a:pt x="1290293" y="3975729"/>
                  </a:lnTo>
                  <a:lnTo>
                    <a:pt x="1290450" y="3975729"/>
                  </a:lnTo>
                  <a:lnTo>
                    <a:pt x="1290450" y="3975299"/>
                  </a:lnTo>
                  <a:lnTo>
                    <a:pt x="1290450" y="3974868"/>
                  </a:lnTo>
                  <a:lnTo>
                    <a:pt x="1290608" y="3974868"/>
                  </a:lnTo>
                  <a:lnTo>
                    <a:pt x="1290766" y="3974868"/>
                  </a:lnTo>
                  <a:lnTo>
                    <a:pt x="1290924" y="3974868"/>
                  </a:lnTo>
                  <a:lnTo>
                    <a:pt x="1291081" y="3974868"/>
                  </a:lnTo>
                  <a:lnTo>
                    <a:pt x="1291239" y="3974868"/>
                  </a:lnTo>
                  <a:lnTo>
                    <a:pt x="1291239" y="3974438"/>
                  </a:lnTo>
                  <a:lnTo>
                    <a:pt x="1291239" y="3974007"/>
                  </a:lnTo>
                  <a:lnTo>
                    <a:pt x="1291239" y="3973576"/>
                  </a:lnTo>
                  <a:lnTo>
                    <a:pt x="1291397" y="3973576"/>
                  </a:lnTo>
                  <a:lnTo>
                    <a:pt x="1291554" y="3973576"/>
                  </a:lnTo>
                  <a:lnTo>
                    <a:pt x="1291712" y="3973576"/>
                  </a:lnTo>
                  <a:lnTo>
                    <a:pt x="1291870" y="3973576"/>
                  </a:lnTo>
                  <a:lnTo>
                    <a:pt x="1291870" y="3973146"/>
                  </a:lnTo>
                  <a:lnTo>
                    <a:pt x="1291870" y="3972715"/>
                  </a:lnTo>
                  <a:lnTo>
                    <a:pt x="1291870" y="3972285"/>
                  </a:lnTo>
                  <a:lnTo>
                    <a:pt x="1292028" y="3972285"/>
                  </a:lnTo>
                  <a:lnTo>
                    <a:pt x="1292185" y="3972285"/>
                  </a:lnTo>
                  <a:lnTo>
                    <a:pt x="1292343" y="3972285"/>
                  </a:lnTo>
                  <a:lnTo>
                    <a:pt x="1292343" y="3971854"/>
                  </a:lnTo>
                  <a:lnTo>
                    <a:pt x="1292501" y="3971854"/>
                  </a:lnTo>
                  <a:lnTo>
                    <a:pt x="1292659" y="3971854"/>
                  </a:lnTo>
                  <a:lnTo>
                    <a:pt x="1292816" y="3971854"/>
                  </a:lnTo>
                  <a:lnTo>
                    <a:pt x="1292974" y="3971854"/>
                  </a:lnTo>
                  <a:lnTo>
                    <a:pt x="1293132" y="3971854"/>
                  </a:lnTo>
                  <a:lnTo>
                    <a:pt x="1293289" y="3971854"/>
                  </a:lnTo>
                  <a:lnTo>
                    <a:pt x="1293289" y="3971423"/>
                  </a:lnTo>
                  <a:lnTo>
                    <a:pt x="1293289" y="3970993"/>
                  </a:lnTo>
                  <a:lnTo>
                    <a:pt x="1293447" y="3970993"/>
                  </a:lnTo>
                  <a:lnTo>
                    <a:pt x="1293447" y="3970562"/>
                  </a:lnTo>
                  <a:lnTo>
                    <a:pt x="1293447" y="3970132"/>
                  </a:lnTo>
                  <a:lnTo>
                    <a:pt x="1293605" y="3970132"/>
                  </a:lnTo>
                  <a:lnTo>
                    <a:pt x="1293605" y="3969701"/>
                  </a:lnTo>
                  <a:lnTo>
                    <a:pt x="1293763" y="3969701"/>
                  </a:lnTo>
                  <a:lnTo>
                    <a:pt x="1293920" y="3969701"/>
                  </a:lnTo>
                  <a:lnTo>
                    <a:pt x="1294078" y="3969701"/>
                  </a:lnTo>
                  <a:lnTo>
                    <a:pt x="1294078" y="3969270"/>
                  </a:lnTo>
                  <a:lnTo>
                    <a:pt x="1294236" y="3969270"/>
                  </a:lnTo>
                  <a:lnTo>
                    <a:pt x="1294393" y="3969270"/>
                  </a:lnTo>
                  <a:lnTo>
                    <a:pt x="1294551" y="3969270"/>
                  </a:lnTo>
                  <a:lnTo>
                    <a:pt x="1294551" y="3968840"/>
                  </a:lnTo>
                  <a:lnTo>
                    <a:pt x="1294709" y="3968840"/>
                  </a:lnTo>
                  <a:lnTo>
                    <a:pt x="1294867" y="3968840"/>
                  </a:lnTo>
                  <a:lnTo>
                    <a:pt x="1294867" y="3968409"/>
                  </a:lnTo>
                  <a:lnTo>
                    <a:pt x="1295024" y="3968409"/>
                  </a:lnTo>
                  <a:lnTo>
                    <a:pt x="1295182" y="3968409"/>
                  </a:lnTo>
                  <a:lnTo>
                    <a:pt x="1295340" y="3968409"/>
                  </a:lnTo>
                  <a:lnTo>
                    <a:pt x="1295497" y="3968409"/>
                  </a:lnTo>
                  <a:lnTo>
                    <a:pt x="1295655" y="3968409"/>
                  </a:lnTo>
                  <a:lnTo>
                    <a:pt x="1295813" y="3968409"/>
                  </a:lnTo>
                  <a:lnTo>
                    <a:pt x="1295971" y="3968409"/>
                  </a:lnTo>
                  <a:lnTo>
                    <a:pt x="1296128" y="3968409"/>
                  </a:lnTo>
                  <a:lnTo>
                    <a:pt x="1296286" y="3968409"/>
                  </a:lnTo>
                  <a:lnTo>
                    <a:pt x="1296444" y="3968409"/>
                  </a:lnTo>
                  <a:lnTo>
                    <a:pt x="1296601" y="3968409"/>
                  </a:lnTo>
                  <a:lnTo>
                    <a:pt x="1296759" y="3968409"/>
                  </a:lnTo>
                  <a:lnTo>
                    <a:pt x="1296917" y="3968409"/>
                  </a:lnTo>
                  <a:lnTo>
                    <a:pt x="1297075" y="3968409"/>
                  </a:lnTo>
                  <a:lnTo>
                    <a:pt x="1297232" y="3968409"/>
                  </a:lnTo>
                  <a:lnTo>
                    <a:pt x="1297390" y="3968409"/>
                  </a:lnTo>
                  <a:lnTo>
                    <a:pt x="1297390" y="3967979"/>
                  </a:lnTo>
                  <a:lnTo>
                    <a:pt x="1297390" y="3967548"/>
                  </a:lnTo>
                  <a:lnTo>
                    <a:pt x="1297548" y="3967548"/>
                  </a:lnTo>
                  <a:lnTo>
                    <a:pt x="1297705" y="3967548"/>
                  </a:lnTo>
                  <a:lnTo>
                    <a:pt x="1297705" y="3967117"/>
                  </a:lnTo>
                  <a:lnTo>
                    <a:pt x="1297863" y="3967117"/>
                  </a:lnTo>
                  <a:lnTo>
                    <a:pt x="1298021" y="3967117"/>
                  </a:lnTo>
                  <a:lnTo>
                    <a:pt x="1298021" y="3966687"/>
                  </a:lnTo>
                  <a:lnTo>
                    <a:pt x="1298179" y="3966687"/>
                  </a:lnTo>
                  <a:lnTo>
                    <a:pt x="1298336" y="3966687"/>
                  </a:lnTo>
                  <a:lnTo>
                    <a:pt x="1298336" y="3966256"/>
                  </a:lnTo>
                  <a:lnTo>
                    <a:pt x="1298494" y="3966256"/>
                  </a:lnTo>
                  <a:lnTo>
                    <a:pt x="1298494" y="3965826"/>
                  </a:lnTo>
                  <a:lnTo>
                    <a:pt x="1298652" y="3965826"/>
                  </a:lnTo>
                  <a:lnTo>
                    <a:pt x="1298652" y="3965395"/>
                  </a:lnTo>
                  <a:lnTo>
                    <a:pt x="1298652" y="3964964"/>
                  </a:lnTo>
                  <a:lnTo>
                    <a:pt x="1298810" y="3964964"/>
                  </a:lnTo>
                  <a:lnTo>
                    <a:pt x="1298967" y="3964964"/>
                  </a:lnTo>
                  <a:lnTo>
                    <a:pt x="1299125" y="3964964"/>
                  </a:lnTo>
                  <a:lnTo>
                    <a:pt x="1299283" y="3964964"/>
                  </a:lnTo>
                  <a:lnTo>
                    <a:pt x="1299440" y="3964964"/>
                  </a:lnTo>
                  <a:lnTo>
                    <a:pt x="1299598" y="3964964"/>
                  </a:lnTo>
                  <a:lnTo>
                    <a:pt x="1299756" y="3964964"/>
                  </a:lnTo>
                  <a:lnTo>
                    <a:pt x="1299914" y="3964964"/>
                  </a:lnTo>
                  <a:lnTo>
                    <a:pt x="1300071" y="3964964"/>
                  </a:lnTo>
                  <a:lnTo>
                    <a:pt x="1300071" y="3964534"/>
                  </a:lnTo>
                  <a:lnTo>
                    <a:pt x="1300229" y="3964534"/>
                  </a:lnTo>
                  <a:lnTo>
                    <a:pt x="1300229" y="3964103"/>
                  </a:lnTo>
                  <a:lnTo>
                    <a:pt x="1300387" y="3964103"/>
                  </a:lnTo>
                  <a:lnTo>
                    <a:pt x="1300544" y="3964103"/>
                  </a:lnTo>
                  <a:lnTo>
                    <a:pt x="1300702" y="3964103"/>
                  </a:lnTo>
                  <a:lnTo>
                    <a:pt x="1300860" y="3964103"/>
                  </a:lnTo>
                  <a:lnTo>
                    <a:pt x="1301018" y="3964103"/>
                  </a:lnTo>
                  <a:lnTo>
                    <a:pt x="1301175" y="3964103"/>
                  </a:lnTo>
                  <a:lnTo>
                    <a:pt x="1301333" y="3964103"/>
                  </a:lnTo>
                  <a:lnTo>
                    <a:pt x="1301333" y="3963673"/>
                  </a:lnTo>
                  <a:lnTo>
                    <a:pt x="1301491" y="3963673"/>
                  </a:lnTo>
                  <a:lnTo>
                    <a:pt x="1301648" y="3963673"/>
                  </a:lnTo>
                  <a:lnTo>
                    <a:pt x="1301806" y="3963673"/>
                  </a:lnTo>
                  <a:lnTo>
                    <a:pt x="1301964" y="3963673"/>
                  </a:lnTo>
                  <a:lnTo>
                    <a:pt x="1301964" y="3963242"/>
                  </a:lnTo>
                  <a:lnTo>
                    <a:pt x="1301964" y="3962811"/>
                  </a:lnTo>
                  <a:lnTo>
                    <a:pt x="1302122" y="3962811"/>
                  </a:lnTo>
                  <a:lnTo>
                    <a:pt x="1302122" y="3962381"/>
                  </a:lnTo>
                  <a:lnTo>
                    <a:pt x="1302279" y="3962381"/>
                  </a:lnTo>
                  <a:lnTo>
                    <a:pt x="1302437" y="3962381"/>
                  </a:lnTo>
                  <a:lnTo>
                    <a:pt x="1302595" y="3962381"/>
                  </a:lnTo>
                  <a:lnTo>
                    <a:pt x="1302595" y="3961950"/>
                  </a:lnTo>
                  <a:lnTo>
                    <a:pt x="1302752" y="3961950"/>
                  </a:lnTo>
                  <a:lnTo>
                    <a:pt x="1302752" y="3961520"/>
                  </a:lnTo>
                  <a:lnTo>
                    <a:pt x="1302910" y="3961520"/>
                  </a:lnTo>
                  <a:lnTo>
                    <a:pt x="1303068" y="3961520"/>
                  </a:lnTo>
                  <a:lnTo>
                    <a:pt x="1303068" y="3961089"/>
                  </a:lnTo>
                  <a:lnTo>
                    <a:pt x="1303068" y="3960658"/>
                  </a:lnTo>
                  <a:lnTo>
                    <a:pt x="1303226" y="3960658"/>
                  </a:lnTo>
                  <a:lnTo>
                    <a:pt x="1303226" y="3960228"/>
                  </a:lnTo>
                  <a:lnTo>
                    <a:pt x="1303226" y="3959797"/>
                  </a:lnTo>
                  <a:lnTo>
                    <a:pt x="1303383" y="3959797"/>
                  </a:lnTo>
                  <a:lnTo>
                    <a:pt x="1303541" y="3959797"/>
                  </a:lnTo>
                  <a:lnTo>
                    <a:pt x="1303699" y="3959797"/>
                  </a:lnTo>
                  <a:lnTo>
                    <a:pt x="1303857" y="3959797"/>
                  </a:lnTo>
                  <a:lnTo>
                    <a:pt x="1303857" y="3959367"/>
                  </a:lnTo>
                  <a:lnTo>
                    <a:pt x="1303857" y="3958936"/>
                  </a:lnTo>
                  <a:lnTo>
                    <a:pt x="1303857" y="3958505"/>
                  </a:lnTo>
                  <a:lnTo>
                    <a:pt x="1304014" y="3958505"/>
                  </a:lnTo>
                  <a:lnTo>
                    <a:pt x="1304172" y="3958505"/>
                  </a:lnTo>
                  <a:lnTo>
                    <a:pt x="1304172" y="3958075"/>
                  </a:lnTo>
                  <a:lnTo>
                    <a:pt x="1304172" y="3957644"/>
                  </a:lnTo>
                  <a:lnTo>
                    <a:pt x="1304330" y="3957644"/>
                  </a:lnTo>
                  <a:lnTo>
                    <a:pt x="1304487" y="3957644"/>
                  </a:lnTo>
                  <a:lnTo>
                    <a:pt x="1304645" y="3957644"/>
                  </a:lnTo>
                  <a:lnTo>
                    <a:pt x="1304803" y="3957644"/>
                  </a:lnTo>
                  <a:lnTo>
                    <a:pt x="1304803" y="3957214"/>
                  </a:lnTo>
                  <a:lnTo>
                    <a:pt x="1304961" y="3957214"/>
                  </a:lnTo>
                  <a:lnTo>
                    <a:pt x="1305118" y="3957214"/>
                  </a:lnTo>
                  <a:lnTo>
                    <a:pt x="1305276" y="3957214"/>
                  </a:lnTo>
                  <a:lnTo>
                    <a:pt x="1305434" y="3957214"/>
                  </a:lnTo>
                  <a:lnTo>
                    <a:pt x="1305591" y="3957214"/>
                  </a:lnTo>
                  <a:lnTo>
                    <a:pt x="1305591" y="3956783"/>
                  </a:lnTo>
                  <a:lnTo>
                    <a:pt x="1305591" y="3956352"/>
                  </a:lnTo>
                  <a:lnTo>
                    <a:pt x="1305749" y="3956352"/>
                  </a:lnTo>
                  <a:lnTo>
                    <a:pt x="1305907" y="3956352"/>
                  </a:lnTo>
                  <a:lnTo>
                    <a:pt x="1306065" y="3956352"/>
                  </a:lnTo>
                  <a:lnTo>
                    <a:pt x="1306065" y="3955922"/>
                  </a:lnTo>
                  <a:lnTo>
                    <a:pt x="1306222" y="3955922"/>
                  </a:lnTo>
                  <a:lnTo>
                    <a:pt x="1306380" y="3955922"/>
                  </a:lnTo>
                  <a:lnTo>
                    <a:pt x="1306538" y="3955922"/>
                  </a:lnTo>
                  <a:lnTo>
                    <a:pt x="1306695" y="3955922"/>
                  </a:lnTo>
                  <a:lnTo>
                    <a:pt x="1306853" y="3955922"/>
                  </a:lnTo>
                  <a:lnTo>
                    <a:pt x="1306853" y="3955491"/>
                  </a:lnTo>
                  <a:lnTo>
                    <a:pt x="1307011" y="3955491"/>
                  </a:lnTo>
                  <a:lnTo>
                    <a:pt x="1307011" y="3955061"/>
                  </a:lnTo>
                  <a:lnTo>
                    <a:pt x="1307169" y="3955061"/>
                  </a:lnTo>
                  <a:lnTo>
                    <a:pt x="1307169" y="3954630"/>
                  </a:lnTo>
                  <a:lnTo>
                    <a:pt x="1307169" y="3954199"/>
                  </a:lnTo>
                  <a:lnTo>
                    <a:pt x="1307169" y="3953769"/>
                  </a:lnTo>
                  <a:lnTo>
                    <a:pt x="1307326" y="3953769"/>
                  </a:lnTo>
                  <a:lnTo>
                    <a:pt x="1307484" y="3953769"/>
                  </a:lnTo>
                  <a:lnTo>
                    <a:pt x="1307484" y="3953338"/>
                  </a:lnTo>
                  <a:lnTo>
                    <a:pt x="1307484" y="3952908"/>
                  </a:lnTo>
                  <a:lnTo>
                    <a:pt x="1307642" y="3952908"/>
                  </a:lnTo>
                  <a:lnTo>
                    <a:pt x="1307799" y="3952908"/>
                  </a:lnTo>
                  <a:lnTo>
                    <a:pt x="1307799" y="3952477"/>
                  </a:lnTo>
                  <a:lnTo>
                    <a:pt x="1307957" y="3952477"/>
                  </a:lnTo>
                  <a:lnTo>
                    <a:pt x="1308115" y="3952477"/>
                  </a:lnTo>
                  <a:lnTo>
                    <a:pt x="1308273" y="3952477"/>
                  </a:lnTo>
                  <a:lnTo>
                    <a:pt x="1308430" y="3952477"/>
                  </a:lnTo>
                  <a:lnTo>
                    <a:pt x="1308588" y="3952477"/>
                  </a:lnTo>
                  <a:lnTo>
                    <a:pt x="1308746" y="3952477"/>
                  </a:lnTo>
                  <a:lnTo>
                    <a:pt x="1308903" y="3952477"/>
                  </a:lnTo>
                  <a:lnTo>
                    <a:pt x="1308903" y="3952046"/>
                  </a:lnTo>
                  <a:lnTo>
                    <a:pt x="1308903" y="3951616"/>
                  </a:lnTo>
                  <a:lnTo>
                    <a:pt x="1309061" y="3951616"/>
                  </a:lnTo>
                  <a:lnTo>
                    <a:pt x="1309219" y="3951616"/>
                  </a:lnTo>
                  <a:lnTo>
                    <a:pt x="1309377" y="3951616"/>
                  </a:lnTo>
                  <a:lnTo>
                    <a:pt x="1309534" y="3951616"/>
                  </a:lnTo>
                  <a:lnTo>
                    <a:pt x="1309692" y="3951616"/>
                  </a:lnTo>
                  <a:lnTo>
                    <a:pt x="1309850" y="3951616"/>
                  </a:lnTo>
                  <a:lnTo>
                    <a:pt x="1310008" y="3951616"/>
                  </a:lnTo>
                  <a:lnTo>
                    <a:pt x="1310165" y="3951616"/>
                  </a:lnTo>
                  <a:lnTo>
                    <a:pt x="1310323" y="3951616"/>
                  </a:lnTo>
                  <a:lnTo>
                    <a:pt x="1310323" y="3951185"/>
                  </a:lnTo>
                  <a:lnTo>
                    <a:pt x="1310323" y="3950755"/>
                  </a:lnTo>
                  <a:lnTo>
                    <a:pt x="1310481" y="3950755"/>
                  </a:lnTo>
                  <a:lnTo>
                    <a:pt x="1310481" y="3950324"/>
                  </a:lnTo>
                  <a:lnTo>
                    <a:pt x="1310481" y="3949893"/>
                  </a:lnTo>
                  <a:lnTo>
                    <a:pt x="1310481" y="3949463"/>
                  </a:lnTo>
                  <a:lnTo>
                    <a:pt x="1310638" y="3949463"/>
                  </a:lnTo>
                  <a:lnTo>
                    <a:pt x="1310796" y="3949463"/>
                  </a:lnTo>
                  <a:lnTo>
                    <a:pt x="1310954" y="3949463"/>
                  </a:lnTo>
                  <a:lnTo>
                    <a:pt x="1310954" y="3949032"/>
                  </a:lnTo>
                  <a:lnTo>
                    <a:pt x="1310954" y="3948602"/>
                  </a:lnTo>
                  <a:lnTo>
                    <a:pt x="1311112" y="3948602"/>
                  </a:lnTo>
                  <a:lnTo>
                    <a:pt x="1311269" y="3948602"/>
                  </a:lnTo>
                  <a:lnTo>
                    <a:pt x="1311269" y="3948171"/>
                  </a:lnTo>
                  <a:lnTo>
                    <a:pt x="1311269" y="3947740"/>
                  </a:lnTo>
                  <a:lnTo>
                    <a:pt x="1311269" y="3947310"/>
                  </a:lnTo>
                  <a:lnTo>
                    <a:pt x="1311427" y="3947310"/>
                  </a:lnTo>
                  <a:lnTo>
                    <a:pt x="1311585" y="3947310"/>
                  </a:lnTo>
                  <a:lnTo>
                    <a:pt x="1311742" y="3947310"/>
                  </a:lnTo>
                  <a:lnTo>
                    <a:pt x="1311900" y="3947310"/>
                  </a:lnTo>
                  <a:lnTo>
                    <a:pt x="1312058" y="3947310"/>
                  </a:lnTo>
                  <a:lnTo>
                    <a:pt x="1312216" y="3947310"/>
                  </a:lnTo>
                  <a:lnTo>
                    <a:pt x="1312216" y="3946879"/>
                  </a:lnTo>
                  <a:lnTo>
                    <a:pt x="1312373" y="3946879"/>
                  </a:lnTo>
                  <a:lnTo>
                    <a:pt x="1312531" y="3946879"/>
                  </a:lnTo>
                  <a:lnTo>
                    <a:pt x="1312689" y="3946879"/>
                  </a:lnTo>
                  <a:lnTo>
                    <a:pt x="1312846" y="3946879"/>
                  </a:lnTo>
                  <a:lnTo>
                    <a:pt x="1313004" y="3946879"/>
                  </a:lnTo>
                  <a:lnTo>
                    <a:pt x="1313004" y="3946449"/>
                  </a:lnTo>
                  <a:lnTo>
                    <a:pt x="1313004" y="3946018"/>
                  </a:lnTo>
                  <a:lnTo>
                    <a:pt x="1313004" y="3945587"/>
                  </a:lnTo>
                  <a:lnTo>
                    <a:pt x="1313162" y="3945587"/>
                  </a:lnTo>
                  <a:lnTo>
                    <a:pt x="1313320" y="3945587"/>
                  </a:lnTo>
                  <a:lnTo>
                    <a:pt x="1313477" y="3945587"/>
                  </a:lnTo>
                  <a:lnTo>
                    <a:pt x="1313635" y="3945587"/>
                  </a:lnTo>
                  <a:lnTo>
                    <a:pt x="1313635" y="3945157"/>
                  </a:lnTo>
                  <a:lnTo>
                    <a:pt x="1313793" y="3945157"/>
                  </a:lnTo>
                  <a:lnTo>
                    <a:pt x="1313950" y="3945157"/>
                  </a:lnTo>
                  <a:lnTo>
                    <a:pt x="1313950" y="3944726"/>
                  </a:lnTo>
                  <a:lnTo>
                    <a:pt x="1314108" y="3944726"/>
                  </a:lnTo>
                  <a:lnTo>
                    <a:pt x="1314108" y="3944296"/>
                  </a:lnTo>
                  <a:lnTo>
                    <a:pt x="1314108" y="3943865"/>
                  </a:lnTo>
                  <a:lnTo>
                    <a:pt x="1314266" y="3943865"/>
                  </a:lnTo>
                  <a:lnTo>
                    <a:pt x="1314424" y="3943865"/>
                  </a:lnTo>
                  <a:lnTo>
                    <a:pt x="1314581" y="3943865"/>
                  </a:lnTo>
                  <a:lnTo>
                    <a:pt x="1314739" y="3943865"/>
                  </a:lnTo>
                  <a:lnTo>
                    <a:pt x="1314739" y="3943434"/>
                  </a:lnTo>
                  <a:lnTo>
                    <a:pt x="1314739" y="3943004"/>
                  </a:lnTo>
                  <a:lnTo>
                    <a:pt x="1314897" y="3943004"/>
                  </a:lnTo>
                  <a:lnTo>
                    <a:pt x="1315055" y="3943004"/>
                  </a:lnTo>
                  <a:lnTo>
                    <a:pt x="1315212" y="3943004"/>
                  </a:lnTo>
                  <a:lnTo>
                    <a:pt x="1315370" y="3943004"/>
                  </a:lnTo>
                  <a:lnTo>
                    <a:pt x="1315528" y="3943004"/>
                  </a:lnTo>
                  <a:lnTo>
                    <a:pt x="1315685" y="3943004"/>
                  </a:lnTo>
                  <a:lnTo>
                    <a:pt x="1315685" y="3942573"/>
                  </a:lnTo>
                  <a:lnTo>
                    <a:pt x="1315843" y="3942573"/>
                  </a:lnTo>
                  <a:lnTo>
                    <a:pt x="1315843" y="3942143"/>
                  </a:lnTo>
                  <a:lnTo>
                    <a:pt x="1316001" y="3942143"/>
                  </a:lnTo>
                  <a:lnTo>
                    <a:pt x="1316001" y="3941712"/>
                  </a:lnTo>
                  <a:lnTo>
                    <a:pt x="1316159" y="3941712"/>
                  </a:lnTo>
                  <a:lnTo>
                    <a:pt x="1316316" y="3941712"/>
                  </a:lnTo>
                  <a:lnTo>
                    <a:pt x="1316316" y="3941281"/>
                  </a:lnTo>
                  <a:lnTo>
                    <a:pt x="1316474" y="3941281"/>
                  </a:lnTo>
                  <a:lnTo>
                    <a:pt x="1316632" y="3941281"/>
                  </a:lnTo>
                  <a:lnTo>
                    <a:pt x="1316789" y="3941281"/>
                  </a:lnTo>
                  <a:lnTo>
                    <a:pt x="1316947" y="3941281"/>
                  </a:lnTo>
                  <a:lnTo>
                    <a:pt x="1316947" y="3940851"/>
                  </a:lnTo>
                  <a:lnTo>
                    <a:pt x="1317105" y="3940851"/>
                  </a:lnTo>
                  <a:lnTo>
                    <a:pt x="1317105" y="3940420"/>
                  </a:lnTo>
                  <a:lnTo>
                    <a:pt x="1317263" y="3940420"/>
                  </a:lnTo>
                  <a:lnTo>
                    <a:pt x="1317420" y="3940420"/>
                  </a:lnTo>
                  <a:lnTo>
                    <a:pt x="1317578" y="3940420"/>
                  </a:lnTo>
                  <a:lnTo>
                    <a:pt x="1317736" y="3940420"/>
                  </a:lnTo>
                  <a:lnTo>
                    <a:pt x="1317893" y="3940420"/>
                  </a:lnTo>
                  <a:lnTo>
                    <a:pt x="1318051" y="3940420"/>
                  </a:lnTo>
                  <a:lnTo>
                    <a:pt x="1318051" y="3939990"/>
                  </a:lnTo>
                  <a:lnTo>
                    <a:pt x="1318209" y="3939990"/>
                  </a:lnTo>
                  <a:lnTo>
                    <a:pt x="1318209" y="3939559"/>
                  </a:lnTo>
                  <a:lnTo>
                    <a:pt x="1318367" y="3939559"/>
                  </a:lnTo>
                  <a:lnTo>
                    <a:pt x="1318524" y="3939559"/>
                  </a:lnTo>
                  <a:lnTo>
                    <a:pt x="1318524" y="3939128"/>
                  </a:lnTo>
                  <a:lnTo>
                    <a:pt x="1318524" y="3938698"/>
                  </a:lnTo>
                  <a:lnTo>
                    <a:pt x="1318524" y="3938267"/>
                  </a:lnTo>
                  <a:lnTo>
                    <a:pt x="1318524" y="3937837"/>
                  </a:lnTo>
                  <a:lnTo>
                    <a:pt x="1318682" y="3937837"/>
                  </a:lnTo>
                  <a:lnTo>
                    <a:pt x="1318682" y="3937406"/>
                  </a:lnTo>
                  <a:lnTo>
                    <a:pt x="1318840" y="3937406"/>
                  </a:lnTo>
                  <a:lnTo>
                    <a:pt x="1318997" y="3937406"/>
                  </a:lnTo>
                  <a:lnTo>
                    <a:pt x="1318997" y="3936975"/>
                  </a:lnTo>
                  <a:lnTo>
                    <a:pt x="1319155" y="3936975"/>
                  </a:lnTo>
                  <a:lnTo>
                    <a:pt x="1319313" y="3936975"/>
                  </a:lnTo>
                  <a:lnTo>
                    <a:pt x="1319471" y="3936975"/>
                  </a:lnTo>
                  <a:lnTo>
                    <a:pt x="1319471" y="3936545"/>
                  </a:lnTo>
                  <a:lnTo>
                    <a:pt x="1319628" y="3936545"/>
                  </a:lnTo>
                  <a:lnTo>
                    <a:pt x="1319786" y="3936545"/>
                  </a:lnTo>
                  <a:lnTo>
                    <a:pt x="1319944" y="3936545"/>
                  </a:lnTo>
                  <a:lnTo>
                    <a:pt x="1320101" y="3936545"/>
                  </a:lnTo>
                  <a:lnTo>
                    <a:pt x="1320259" y="3936545"/>
                  </a:lnTo>
                  <a:lnTo>
                    <a:pt x="1320259" y="3936114"/>
                  </a:lnTo>
                  <a:lnTo>
                    <a:pt x="1320259" y="3935684"/>
                  </a:lnTo>
                  <a:lnTo>
                    <a:pt x="1320417" y="3935684"/>
                  </a:lnTo>
                  <a:lnTo>
                    <a:pt x="1320575" y="3935684"/>
                  </a:lnTo>
                  <a:lnTo>
                    <a:pt x="1320575" y="3935253"/>
                  </a:lnTo>
                  <a:lnTo>
                    <a:pt x="1320732" y="3935253"/>
                  </a:lnTo>
                  <a:lnTo>
                    <a:pt x="1320732" y="3934822"/>
                  </a:lnTo>
                  <a:lnTo>
                    <a:pt x="1320890" y="3934822"/>
                  </a:lnTo>
                  <a:lnTo>
                    <a:pt x="1321048" y="3934822"/>
                  </a:lnTo>
                  <a:lnTo>
                    <a:pt x="1321048" y="3934392"/>
                  </a:lnTo>
                  <a:lnTo>
                    <a:pt x="1321206" y="3934392"/>
                  </a:lnTo>
                  <a:lnTo>
                    <a:pt x="1321363" y="3934392"/>
                  </a:lnTo>
                  <a:lnTo>
                    <a:pt x="1321521" y="3934392"/>
                  </a:lnTo>
                  <a:lnTo>
                    <a:pt x="1321679" y="3934392"/>
                  </a:lnTo>
                  <a:lnTo>
                    <a:pt x="1321836" y="3934392"/>
                  </a:lnTo>
                  <a:lnTo>
                    <a:pt x="1321836" y="3933961"/>
                  </a:lnTo>
                  <a:lnTo>
                    <a:pt x="1321994" y="3933961"/>
                  </a:lnTo>
                  <a:lnTo>
                    <a:pt x="1321994" y="3933531"/>
                  </a:lnTo>
                  <a:lnTo>
                    <a:pt x="1322152" y="3933531"/>
                  </a:lnTo>
                  <a:lnTo>
                    <a:pt x="1322310" y="3933531"/>
                  </a:lnTo>
                  <a:lnTo>
                    <a:pt x="1322310" y="3933100"/>
                  </a:lnTo>
                  <a:lnTo>
                    <a:pt x="1322310" y="3932669"/>
                  </a:lnTo>
                  <a:lnTo>
                    <a:pt x="1322467" y="3932669"/>
                  </a:lnTo>
                  <a:lnTo>
                    <a:pt x="1322625" y="3932669"/>
                  </a:lnTo>
                  <a:lnTo>
                    <a:pt x="1322783" y="3932669"/>
                  </a:lnTo>
                  <a:lnTo>
                    <a:pt x="1322940" y="3932669"/>
                  </a:lnTo>
                  <a:lnTo>
                    <a:pt x="1323098" y="3932669"/>
                  </a:lnTo>
                  <a:lnTo>
                    <a:pt x="1323098" y="3932239"/>
                  </a:lnTo>
                  <a:lnTo>
                    <a:pt x="1323098" y="3931808"/>
                  </a:lnTo>
                  <a:lnTo>
                    <a:pt x="1323098" y="3931378"/>
                  </a:lnTo>
                  <a:lnTo>
                    <a:pt x="1323256" y="3931378"/>
                  </a:lnTo>
                  <a:lnTo>
                    <a:pt x="1323256" y="3930947"/>
                  </a:lnTo>
                  <a:lnTo>
                    <a:pt x="1323256" y="3930516"/>
                  </a:lnTo>
                  <a:lnTo>
                    <a:pt x="1323414" y="3930516"/>
                  </a:lnTo>
                  <a:lnTo>
                    <a:pt x="1323414" y="3930086"/>
                  </a:lnTo>
                  <a:lnTo>
                    <a:pt x="1323571" y="3930086"/>
                  </a:lnTo>
                  <a:lnTo>
                    <a:pt x="1323571" y="3929655"/>
                  </a:lnTo>
                  <a:lnTo>
                    <a:pt x="1323729" y="3929655"/>
                  </a:lnTo>
                  <a:lnTo>
                    <a:pt x="1323887" y="3929655"/>
                  </a:lnTo>
                  <a:lnTo>
                    <a:pt x="1323887" y="3929225"/>
                  </a:lnTo>
                  <a:lnTo>
                    <a:pt x="1323887" y="3928794"/>
                  </a:lnTo>
                  <a:lnTo>
                    <a:pt x="1324044" y="3928794"/>
                  </a:lnTo>
                  <a:lnTo>
                    <a:pt x="1324044" y="3928363"/>
                  </a:lnTo>
                  <a:lnTo>
                    <a:pt x="1324202" y="3928363"/>
                  </a:lnTo>
                  <a:lnTo>
                    <a:pt x="1324202" y="3927933"/>
                  </a:lnTo>
                  <a:lnTo>
                    <a:pt x="1324360" y="3927933"/>
                  </a:lnTo>
                  <a:lnTo>
                    <a:pt x="1324518" y="3927933"/>
                  </a:lnTo>
                  <a:lnTo>
                    <a:pt x="1324518" y="3927502"/>
                  </a:lnTo>
                  <a:lnTo>
                    <a:pt x="1324675" y="3927502"/>
                  </a:lnTo>
                  <a:lnTo>
                    <a:pt x="1324833" y="3927502"/>
                  </a:lnTo>
                  <a:lnTo>
                    <a:pt x="1324991" y="3927502"/>
                  </a:lnTo>
                  <a:lnTo>
                    <a:pt x="1325148" y="3927502"/>
                  </a:lnTo>
                  <a:lnTo>
                    <a:pt x="1325148" y="3927072"/>
                  </a:lnTo>
                  <a:lnTo>
                    <a:pt x="1325306" y="3927072"/>
                  </a:lnTo>
                  <a:lnTo>
                    <a:pt x="1325464" y="3927072"/>
                  </a:lnTo>
                  <a:lnTo>
                    <a:pt x="1325622" y="3927072"/>
                  </a:lnTo>
                  <a:lnTo>
                    <a:pt x="1325779" y="3927072"/>
                  </a:lnTo>
                  <a:lnTo>
                    <a:pt x="1325937" y="3927072"/>
                  </a:lnTo>
                  <a:lnTo>
                    <a:pt x="1325937" y="3926641"/>
                  </a:lnTo>
                  <a:lnTo>
                    <a:pt x="1326095" y="3926641"/>
                  </a:lnTo>
                  <a:lnTo>
                    <a:pt x="1326253" y="3926641"/>
                  </a:lnTo>
                  <a:lnTo>
                    <a:pt x="1326410" y="3926641"/>
                  </a:lnTo>
                  <a:lnTo>
                    <a:pt x="1326410" y="3926210"/>
                  </a:lnTo>
                  <a:lnTo>
                    <a:pt x="1326568" y="3926210"/>
                  </a:lnTo>
                  <a:lnTo>
                    <a:pt x="1326726" y="3926210"/>
                  </a:lnTo>
                  <a:lnTo>
                    <a:pt x="1326726" y="3925780"/>
                  </a:lnTo>
                  <a:lnTo>
                    <a:pt x="1326726" y="3925349"/>
                  </a:lnTo>
                  <a:lnTo>
                    <a:pt x="1326883" y="3925349"/>
                  </a:lnTo>
                  <a:lnTo>
                    <a:pt x="1327041" y="3925349"/>
                  </a:lnTo>
                  <a:lnTo>
                    <a:pt x="1327199" y="3925349"/>
                  </a:lnTo>
                  <a:lnTo>
                    <a:pt x="1327357" y="3925349"/>
                  </a:lnTo>
                  <a:lnTo>
                    <a:pt x="1327514" y="3925349"/>
                  </a:lnTo>
                  <a:lnTo>
                    <a:pt x="1327514" y="3924919"/>
                  </a:lnTo>
                  <a:lnTo>
                    <a:pt x="1327672" y="3924919"/>
                  </a:lnTo>
                  <a:lnTo>
                    <a:pt x="1327830" y="3924919"/>
                  </a:lnTo>
                  <a:lnTo>
                    <a:pt x="1327987" y="3924919"/>
                  </a:lnTo>
                  <a:lnTo>
                    <a:pt x="1327987" y="3924488"/>
                  </a:lnTo>
                  <a:lnTo>
                    <a:pt x="1328145" y="3924488"/>
                  </a:lnTo>
                  <a:lnTo>
                    <a:pt x="1328145" y="3924057"/>
                  </a:lnTo>
                  <a:lnTo>
                    <a:pt x="1328145" y="3923627"/>
                  </a:lnTo>
                  <a:lnTo>
                    <a:pt x="1328303" y="3923627"/>
                  </a:lnTo>
                  <a:lnTo>
                    <a:pt x="1328461" y="3923627"/>
                  </a:lnTo>
                  <a:lnTo>
                    <a:pt x="1328618" y="3923627"/>
                  </a:lnTo>
                  <a:lnTo>
                    <a:pt x="1328776" y="3923627"/>
                  </a:lnTo>
                  <a:lnTo>
                    <a:pt x="1328776" y="3923196"/>
                  </a:lnTo>
                  <a:lnTo>
                    <a:pt x="1328934" y="3923196"/>
                  </a:lnTo>
                  <a:lnTo>
                    <a:pt x="1329091" y="3923196"/>
                  </a:lnTo>
                  <a:lnTo>
                    <a:pt x="1329249" y="3923196"/>
                  </a:lnTo>
                  <a:lnTo>
                    <a:pt x="1329249" y="3922766"/>
                  </a:lnTo>
                  <a:lnTo>
                    <a:pt x="1329407" y="3922766"/>
                  </a:lnTo>
                  <a:lnTo>
                    <a:pt x="1329407" y="3922335"/>
                  </a:lnTo>
                  <a:lnTo>
                    <a:pt x="1329407" y="3921904"/>
                  </a:lnTo>
                  <a:lnTo>
                    <a:pt x="1329565" y="3921904"/>
                  </a:lnTo>
                  <a:lnTo>
                    <a:pt x="1329722" y="3921904"/>
                  </a:lnTo>
                  <a:lnTo>
                    <a:pt x="1329722" y="3921474"/>
                  </a:lnTo>
                  <a:lnTo>
                    <a:pt x="1329722" y="3921043"/>
                  </a:lnTo>
                  <a:lnTo>
                    <a:pt x="1329880" y="3921043"/>
                  </a:lnTo>
                  <a:lnTo>
                    <a:pt x="1330038" y="3921043"/>
                  </a:lnTo>
                  <a:lnTo>
                    <a:pt x="1330038" y="3920613"/>
                  </a:lnTo>
                  <a:lnTo>
                    <a:pt x="1330195" y="3920613"/>
                  </a:lnTo>
                  <a:lnTo>
                    <a:pt x="1330353" y="3920613"/>
                  </a:lnTo>
                  <a:lnTo>
                    <a:pt x="1330353" y="3920182"/>
                  </a:lnTo>
                  <a:lnTo>
                    <a:pt x="1330353" y="3919751"/>
                  </a:lnTo>
                  <a:lnTo>
                    <a:pt x="1330353" y="3919321"/>
                  </a:lnTo>
                  <a:lnTo>
                    <a:pt x="1330511" y="3919321"/>
                  </a:lnTo>
                  <a:lnTo>
                    <a:pt x="1330669" y="3919321"/>
                  </a:lnTo>
                  <a:lnTo>
                    <a:pt x="1330826" y="3919321"/>
                  </a:lnTo>
                  <a:lnTo>
                    <a:pt x="1330826" y="3918890"/>
                  </a:lnTo>
                  <a:lnTo>
                    <a:pt x="1330984" y="3918890"/>
                  </a:lnTo>
                  <a:lnTo>
                    <a:pt x="1330984" y="3918460"/>
                  </a:lnTo>
                  <a:lnTo>
                    <a:pt x="1331142" y="3918460"/>
                  </a:lnTo>
                  <a:lnTo>
                    <a:pt x="1331299" y="3918460"/>
                  </a:lnTo>
                  <a:lnTo>
                    <a:pt x="1331299" y="3918029"/>
                  </a:lnTo>
                  <a:lnTo>
                    <a:pt x="1331299" y="3917598"/>
                  </a:lnTo>
                  <a:lnTo>
                    <a:pt x="1331457" y="3917598"/>
                  </a:lnTo>
                  <a:lnTo>
                    <a:pt x="1331615" y="3917598"/>
                  </a:lnTo>
                  <a:lnTo>
                    <a:pt x="1331773" y="3917598"/>
                  </a:lnTo>
                  <a:lnTo>
                    <a:pt x="1331930" y="3917598"/>
                  </a:lnTo>
                  <a:lnTo>
                    <a:pt x="1332088" y="3917598"/>
                  </a:lnTo>
                  <a:lnTo>
                    <a:pt x="1332246" y="3917598"/>
                  </a:lnTo>
                  <a:lnTo>
                    <a:pt x="1332246" y="3917168"/>
                  </a:lnTo>
                  <a:lnTo>
                    <a:pt x="1332404" y="3917168"/>
                  </a:lnTo>
                  <a:lnTo>
                    <a:pt x="1332561" y="3917168"/>
                  </a:lnTo>
                  <a:lnTo>
                    <a:pt x="1332561" y="3916737"/>
                  </a:lnTo>
                  <a:lnTo>
                    <a:pt x="1332561" y="3916307"/>
                  </a:lnTo>
                  <a:lnTo>
                    <a:pt x="1332719" y="3916307"/>
                  </a:lnTo>
                  <a:lnTo>
                    <a:pt x="1332877" y="3916307"/>
                  </a:lnTo>
                  <a:lnTo>
                    <a:pt x="1333034" y="3916307"/>
                  </a:lnTo>
                  <a:lnTo>
                    <a:pt x="1333034" y="3915876"/>
                  </a:lnTo>
                  <a:lnTo>
                    <a:pt x="1333192" y="3915876"/>
                  </a:lnTo>
                  <a:lnTo>
                    <a:pt x="1333192" y="3915445"/>
                  </a:lnTo>
                  <a:lnTo>
                    <a:pt x="1333350" y="3915445"/>
                  </a:lnTo>
                  <a:lnTo>
                    <a:pt x="1333508" y="3915445"/>
                  </a:lnTo>
                  <a:lnTo>
                    <a:pt x="1333508" y="3915015"/>
                  </a:lnTo>
                  <a:lnTo>
                    <a:pt x="1333508" y="3914584"/>
                  </a:lnTo>
                  <a:lnTo>
                    <a:pt x="1333665" y="3914584"/>
                  </a:lnTo>
                  <a:lnTo>
                    <a:pt x="1333665" y="3914154"/>
                  </a:lnTo>
                  <a:lnTo>
                    <a:pt x="1333665" y="3913723"/>
                  </a:lnTo>
                  <a:lnTo>
                    <a:pt x="1333665" y="3913292"/>
                  </a:lnTo>
                  <a:lnTo>
                    <a:pt x="1333823" y="3913292"/>
                  </a:lnTo>
                  <a:lnTo>
                    <a:pt x="1333823" y="3912862"/>
                  </a:lnTo>
                  <a:lnTo>
                    <a:pt x="1333981" y="3912862"/>
                  </a:lnTo>
                  <a:lnTo>
                    <a:pt x="1334138" y="3912862"/>
                  </a:lnTo>
                  <a:lnTo>
                    <a:pt x="1334296" y="3912862"/>
                  </a:lnTo>
                  <a:lnTo>
                    <a:pt x="1334454" y="3912862"/>
                  </a:lnTo>
                  <a:lnTo>
                    <a:pt x="1334612" y="3912862"/>
                  </a:lnTo>
                  <a:lnTo>
                    <a:pt x="1334769" y="3912862"/>
                  </a:lnTo>
                  <a:lnTo>
                    <a:pt x="1334927" y="3912862"/>
                  </a:lnTo>
                  <a:lnTo>
                    <a:pt x="1335085" y="3912862"/>
                  </a:lnTo>
                  <a:lnTo>
                    <a:pt x="1335242" y="3912862"/>
                  </a:lnTo>
                  <a:lnTo>
                    <a:pt x="1335400" y="3912862"/>
                  </a:lnTo>
                  <a:lnTo>
                    <a:pt x="1335558" y="3912862"/>
                  </a:lnTo>
                  <a:lnTo>
                    <a:pt x="1335558" y="3912431"/>
                  </a:lnTo>
                  <a:lnTo>
                    <a:pt x="1335716" y="3912431"/>
                  </a:lnTo>
                  <a:lnTo>
                    <a:pt x="1335716" y="3912001"/>
                  </a:lnTo>
                  <a:lnTo>
                    <a:pt x="1335873" y="3912001"/>
                  </a:lnTo>
                  <a:lnTo>
                    <a:pt x="1336031" y="3912001"/>
                  </a:lnTo>
                  <a:lnTo>
                    <a:pt x="1336031" y="3911570"/>
                  </a:lnTo>
                  <a:lnTo>
                    <a:pt x="1336189" y="3911570"/>
                  </a:lnTo>
                  <a:lnTo>
                    <a:pt x="1336346" y="3911570"/>
                  </a:lnTo>
                  <a:lnTo>
                    <a:pt x="1336346" y="3911139"/>
                  </a:lnTo>
                  <a:lnTo>
                    <a:pt x="1336504" y="3911139"/>
                  </a:lnTo>
                  <a:lnTo>
                    <a:pt x="1336662" y="3911139"/>
                  </a:lnTo>
                  <a:lnTo>
                    <a:pt x="1336662" y="3910709"/>
                  </a:lnTo>
                  <a:lnTo>
                    <a:pt x="1336662" y="3910278"/>
                  </a:lnTo>
                  <a:lnTo>
                    <a:pt x="1336820" y="3910278"/>
                  </a:lnTo>
                  <a:lnTo>
                    <a:pt x="1336977" y="3910278"/>
                  </a:lnTo>
                  <a:lnTo>
                    <a:pt x="1337135" y="3910278"/>
                  </a:lnTo>
                  <a:lnTo>
                    <a:pt x="1337293" y="3910278"/>
                  </a:lnTo>
                  <a:lnTo>
                    <a:pt x="1337293" y="3909848"/>
                  </a:lnTo>
                  <a:lnTo>
                    <a:pt x="1337293" y="3909417"/>
                  </a:lnTo>
                  <a:lnTo>
                    <a:pt x="1337293" y="3908986"/>
                  </a:lnTo>
                  <a:lnTo>
                    <a:pt x="1337450" y="3908986"/>
                  </a:lnTo>
                  <a:lnTo>
                    <a:pt x="1337450" y="3908556"/>
                  </a:lnTo>
                  <a:lnTo>
                    <a:pt x="1337608" y="3908556"/>
                  </a:lnTo>
                  <a:lnTo>
                    <a:pt x="1337766" y="3908556"/>
                  </a:lnTo>
                  <a:lnTo>
                    <a:pt x="1337766" y="3908125"/>
                  </a:lnTo>
                  <a:lnTo>
                    <a:pt x="1337924" y="3908125"/>
                  </a:lnTo>
                  <a:lnTo>
                    <a:pt x="1338081" y="3908125"/>
                  </a:lnTo>
                  <a:lnTo>
                    <a:pt x="1338081" y="3907695"/>
                  </a:lnTo>
                  <a:lnTo>
                    <a:pt x="1338239" y="3907695"/>
                  </a:lnTo>
                  <a:lnTo>
                    <a:pt x="1338397" y="3907695"/>
                  </a:lnTo>
                  <a:lnTo>
                    <a:pt x="1338397" y="3907264"/>
                  </a:lnTo>
                  <a:lnTo>
                    <a:pt x="1338555" y="3907264"/>
                  </a:lnTo>
                  <a:lnTo>
                    <a:pt x="1338555" y="3906833"/>
                  </a:lnTo>
                  <a:lnTo>
                    <a:pt x="1338555" y="3906403"/>
                  </a:lnTo>
                  <a:lnTo>
                    <a:pt x="1338555" y="3905972"/>
                  </a:lnTo>
                  <a:lnTo>
                    <a:pt x="1338555" y="3905542"/>
                  </a:lnTo>
                  <a:lnTo>
                    <a:pt x="1338712" y="3905542"/>
                  </a:lnTo>
                  <a:lnTo>
                    <a:pt x="1338870" y="3905542"/>
                  </a:lnTo>
                  <a:lnTo>
                    <a:pt x="1339028" y="3905542"/>
                  </a:lnTo>
                  <a:lnTo>
                    <a:pt x="1339028" y="3905111"/>
                  </a:lnTo>
                  <a:lnTo>
                    <a:pt x="1339028" y="3904680"/>
                  </a:lnTo>
                  <a:lnTo>
                    <a:pt x="1339028" y="3904250"/>
                  </a:lnTo>
                  <a:lnTo>
                    <a:pt x="1339185" y="3904250"/>
                  </a:lnTo>
                  <a:lnTo>
                    <a:pt x="1339343" y="3904250"/>
                  </a:lnTo>
                  <a:lnTo>
                    <a:pt x="1339343" y="3903819"/>
                  </a:lnTo>
                  <a:lnTo>
                    <a:pt x="1339501" y="3903819"/>
                  </a:lnTo>
                  <a:lnTo>
                    <a:pt x="1339659" y="3903819"/>
                  </a:lnTo>
                  <a:lnTo>
                    <a:pt x="1339816" y="3903819"/>
                  </a:lnTo>
                  <a:lnTo>
                    <a:pt x="1339974" y="3903819"/>
                  </a:lnTo>
                  <a:lnTo>
                    <a:pt x="1340132" y="3903819"/>
                  </a:lnTo>
                  <a:lnTo>
                    <a:pt x="1340289" y="3903819"/>
                  </a:lnTo>
                  <a:lnTo>
                    <a:pt x="1340447" y="3903819"/>
                  </a:lnTo>
                  <a:lnTo>
                    <a:pt x="1340605" y="3903819"/>
                  </a:lnTo>
                  <a:lnTo>
                    <a:pt x="1340763" y="3903819"/>
                  </a:lnTo>
                  <a:lnTo>
                    <a:pt x="1340920" y="3903819"/>
                  </a:lnTo>
                  <a:lnTo>
                    <a:pt x="1341078" y="3903819"/>
                  </a:lnTo>
                  <a:lnTo>
                    <a:pt x="1341078" y="3903389"/>
                  </a:lnTo>
                  <a:lnTo>
                    <a:pt x="1341078" y="3902958"/>
                  </a:lnTo>
                  <a:lnTo>
                    <a:pt x="1341236" y="3902958"/>
                  </a:lnTo>
                  <a:lnTo>
                    <a:pt x="1341236" y="3902527"/>
                  </a:lnTo>
                  <a:lnTo>
                    <a:pt x="1341236" y="3902097"/>
                  </a:lnTo>
                  <a:lnTo>
                    <a:pt x="1341236" y="3901666"/>
                  </a:lnTo>
                  <a:lnTo>
                    <a:pt x="1341236" y="3901236"/>
                  </a:lnTo>
                  <a:lnTo>
                    <a:pt x="1341393" y="3901236"/>
                  </a:lnTo>
                  <a:lnTo>
                    <a:pt x="1341551" y="3901236"/>
                  </a:lnTo>
                  <a:lnTo>
                    <a:pt x="1341551" y="3900805"/>
                  </a:lnTo>
                  <a:lnTo>
                    <a:pt x="1341709" y="3900805"/>
                  </a:lnTo>
                  <a:lnTo>
                    <a:pt x="1341867" y="3900805"/>
                  </a:lnTo>
                  <a:lnTo>
                    <a:pt x="1342024" y="3900805"/>
                  </a:lnTo>
                  <a:lnTo>
                    <a:pt x="1342182" y="3900805"/>
                  </a:lnTo>
                  <a:lnTo>
                    <a:pt x="1342182" y="3900374"/>
                  </a:lnTo>
                  <a:lnTo>
                    <a:pt x="1342340" y="3900374"/>
                  </a:lnTo>
                  <a:lnTo>
                    <a:pt x="1342497" y="3900374"/>
                  </a:lnTo>
                  <a:lnTo>
                    <a:pt x="1342497" y="3899944"/>
                  </a:lnTo>
                  <a:lnTo>
                    <a:pt x="1342497" y="3899513"/>
                  </a:lnTo>
                  <a:lnTo>
                    <a:pt x="1342497" y="3899083"/>
                  </a:lnTo>
                  <a:lnTo>
                    <a:pt x="1342497" y="3898652"/>
                  </a:lnTo>
                  <a:lnTo>
                    <a:pt x="1342655" y="3898652"/>
                  </a:lnTo>
                  <a:lnTo>
                    <a:pt x="1342813" y="3898652"/>
                  </a:lnTo>
                  <a:lnTo>
                    <a:pt x="1342971" y="3898652"/>
                  </a:lnTo>
                  <a:lnTo>
                    <a:pt x="1343128" y="3898652"/>
                  </a:lnTo>
                  <a:lnTo>
                    <a:pt x="1343128" y="3898221"/>
                  </a:lnTo>
                  <a:lnTo>
                    <a:pt x="1343286" y="3898221"/>
                  </a:lnTo>
                  <a:lnTo>
                    <a:pt x="1343444" y="3898221"/>
                  </a:lnTo>
                  <a:lnTo>
                    <a:pt x="1343444" y="3897791"/>
                  </a:lnTo>
                  <a:lnTo>
                    <a:pt x="1343444" y="3897360"/>
                  </a:lnTo>
                  <a:lnTo>
                    <a:pt x="1343602" y="3897360"/>
                  </a:lnTo>
                  <a:lnTo>
                    <a:pt x="1343759" y="3897360"/>
                  </a:lnTo>
                  <a:lnTo>
                    <a:pt x="1343917" y="3897360"/>
                  </a:lnTo>
                  <a:lnTo>
                    <a:pt x="1344075" y="3897360"/>
                  </a:lnTo>
                  <a:lnTo>
                    <a:pt x="1344232" y="3897360"/>
                  </a:lnTo>
                  <a:lnTo>
                    <a:pt x="1344232" y="3896930"/>
                  </a:lnTo>
                  <a:lnTo>
                    <a:pt x="1344390" y="3896930"/>
                  </a:lnTo>
                  <a:lnTo>
                    <a:pt x="1344548" y="3896930"/>
                  </a:lnTo>
                  <a:lnTo>
                    <a:pt x="1344548" y="3896499"/>
                  </a:lnTo>
                  <a:lnTo>
                    <a:pt x="1344706" y="3896499"/>
                  </a:lnTo>
                  <a:lnTo>
                    <a:pt x="1344863" y="3896499"/>
                  </a:lnTo>
                  <a:lnTo>
                    <a:pt x="1345021" y="3896499"/>
                  </a:lnTo>
                  <a:lnTo>
                    <a:pt x="1345021" y="3896068"/>
                  </a:lnTo>
                  <a:lnTo>
                    <a:pt x="1345021" y="3895638"/>
                  </a:lnTo>
                  <a:lnTo>
                    <a:pt x="1345179" y="3895638"/>
                  </a:lnTo>
                  <a:lnTo>
                    <a:pt x="1345336" y="3895638"/>
                  </a:lnTo>
                  <a:lnTo>
                    <a:pt x="1345494" y="3895638"/>
                  </a:lnTo>
                  <a:lnTo>
                    <a:pt x="1345494" y="3895207"/>
                  </a:lnTo>
                  <a:lnTo>
                    <a:pt x="1345494" y="3894777"/>
                  </a:lnTo>
                  <a:lnTo>
                    <a:pt x="1345494" y="3894346"/>
                  </a:lnTo>
                  <a:lnTo>
                    <a:pt x="1345494" y="3893915"/>
                  </a:lnTo>
                  <a:lnTo>
                    <a:pt x="1345494" y="3893485"/>
                  </a:lnTo>
                  <a:lnTo>
                    <a:pt x="1345494" y="3893054"/>
                  </a:lnTo>
                  <a:lnTo>
                    <a:pt x="1345494" y="3892624"/>
                  </a:lnTo>
                  <a:lnTo>
                    <a:pt x="1345652" y="3892624"/>
                  </a:lnTo>
                  <a:lnTo>
                    <a:pt x="1345652" y="3892193"/>
                  </a:lnTo>
                  <a:lnTo>
                    <a:pt x="1345810" y="3892193"/>
                  </a:lnTo>
                  <a:lnTo>
                    <a:pt x="1345810" y="3891762"/>
                  </a:lnTo>
                  <a:lnTo>
                    <a:pt x="1345967" y="3891762"/>
                  </a:lnTo>
                  <a:lnTo>
                    <a:pt x="1346125" y="3891762"/>
                  </a:lnTo>
                  <a:lnTo>
                    <a:pt x="1346283" y="3891762"/>
                  </a:lnTo>
                  <a:lnTo>
                    <a:pt x="1346440" y="3891762"/>
                  </a:lnTo>
                  <a:lnTo>
                    <a:pt x="1346598" y="3891762"/>
                  </a:lnTo>
                  <a:lnTo>
                    <a:pt x="1346756" y="3891762"/>
                  </a:lnTo>
                  <a:lnTo>
                    <a:pt x="1346756" y="3891332"/>
                  </a:lnTo>
                  <a:lnTo>
                    <a:pt x="1346914" y="3891332"/>
                  </a:lnTo>
                  <a:lnTo>
                    <a:pt x="1347071" y="3891332"/>
                  </a:lnTo>
                  <a:lnTo>
                    <a:pt x="1347229" y="3891332"/>
                  </a:lnTo>
                  <a:lnTo>
                    <a:pt x="1347387" y="3891332"/>
                  </a:lnTo>
                  <a:lnTo>
                    <a:pt x="1347387" y="3890901"/>
                  </a:lnTo>
                  <a:lnTo>
                    <a:pt x="1347387" y="3890471"/>
                  </a:lnTo>
                  <a:lnTo>
                    <a:pt x="1347544" y="3890471"/>
                  </a:lnTo>
                  <a:lnTo>
                    <a:pt x="1347702" y="3890471"/>
                  </a:lnTo>
                  <a:lnTo>
                    <a:pt x="1347702" y="3890040"/>
                  </a:lnTo>
                  <a:lnTo>
                    <a:pt x="1347860" y="3890040"/>
                  </a:lnTo>
                  <a:lnTo>
                    <a:pt x="1348018" y="3890040"/>
                  </a:lnTo>
                  <a:lnTo>
                    <a:pt x="1348175" y="3890040"/>
                  </a:lnTo>
                  <a:lnTo>
                    <a:pt x="1348333" y="3890040"/>
                  </a:lnTo>
                  <a:lnTo>
                    <a:pt x="1348333" y="3889609"/>
                  </a:lnTo>
                  <a:lnTo>
                    <a:pt x="1348491" y="3889609"/>
                  </a:lnTo>
                  <a:lnTo>
                    <a:pt x="1348648" y="3889609"/>
                  </a:lnTo>
                  <a:lnTo>
                    <a:pt x="1348806" y="3889609"/>
                  </a:lnTo>
                  <a:lnTo>
                    <a:pt x="1348964" y="3889609"/>
                  </a:lnTo>
                  <a:lnTo>
                    <a:pt x="1349122" y="3889609"/>
                  </a:lnTo>
                  <a:lnTo>
                    <a:pt x="1349122" y="3889179"/>
                  </a:lnTo>
                  <a:lnTo>
                    <a:pt x="1349279" y="3889179"/>
                  </a:lnTo>
                  <a:lnTo>
                    <a:pt x="1349279" y="3888748"/>
                  </a:lnTo>
                  <a:lnTo>
                    <a:pt x="1349437" y="3888748"/>
                  </a:lnTo>
                  <a:lnTo>
                    <a:pt x="1349595" y="3888748"/>
                  </a:lnTo>
                  <a:lnTo>
                    <a:pt x="1349753" y="3888748"/>
                  </a:lnTo>
                  <a:lnTo>
                    <a:pt x="1349910" y="3888748"/>
                  </a:lnTo>
                  <a:lnTo>
                    <a:pt x="1349910" y="3888318"/>
                  </a:lnTo>
                  <a:lnTo>
                    <a:pt x="1350068" y="3888318"/>
                  </a:lnTo>
                  <a:lnTo>
                    <a:pt x="1350226" y="3888318"/>
                  </a:lnTo>
                  <a:lnTo>
                    <a:pt x="1350383" y="3888318"/>
                  </a:lnTo>
                  <a:lnTo>
                    <a:pt x="1350383" y="3887887"/>
                  </a:lnTo>
                  <a:lnTo>
                    <a:pt x="1350541" y="3887887"/>
                  </a:lnTo>
                  <a:lnTo>
                    <a:pt x="1350541" y="3887456"/>
                  </a:lnTo>
                  <a:lnTo>
                    <a:pt x="1350699" y="3887456"/>
                  </a:lnTo>
                  <a:lnTo>
                    <a:pt x="1350857" y="3887456"/>
                  </a:lnTo>
                  <a:lnTo>
                    <a:pt x="1350857" y="3887026"/>
                  </a:lnTo>
                  <a:lnTo>
                    <a:pt x="1351014" y="3887026"/>
                  </a:lnTo>
                  <a:lnTo>
                    <a:pt x="1351172" y="3887026"/>
                  </a:lnTo>
                  <a:lnTo>
                    <a:pt x="1351330" y="3887026"/>
                  </a:lnTo>
                  <a:lnTo>
                    <a:pt x="1351487" y="3887026"/>
                  </a:lnTo>
                  <a:lnTo>
                    <a:pt x="1351487" y="3886595"/>
                  </a:lnTo>
                  <a:lnTo>
                    <a:pt x="1351487" y="3886165"/>
                  </a:lnTo>
                  <a:lnTo>
                    <a:pt x="1351645" y="3886165"/>
                  </a:lnTo>
                  <a:lnTo>
                    <a:pt x="1351803" y="3886165"/>
                  </a:lnTo>
                  <a:lnTo>
                    <a:pt x="1351961" y="3886165"/>
                  </a:lnTo>
                  <a:lnTo>
                    <a:pt x="1351961" y="3885734"/>
                  </a:lnTo>
                  <a:lnTo>
                    <a:pt x="1352118" y="3885734"/>
                  </a:lnTo>
                  <a:lnTo>
                    <a:pt x="1352276" y="3885734"/>
                  </a:lnTo>
                  <a:lnTo>
                    <a:pt x="1352276" y="3885303"/>
                  </a:lnTo>
                  <a:lnTo>
                    <a:pt x="1352434" y="3885303"/>
                  </a:lnTo>
                  <a:lnTo>
                    <a:pt x="1352591" y="3885303"/>
                  </a:lnTo>
                  <a:lnTo>
                    <a:pt x="1352749" y="3885303"/>
                  </a:lnTo>
                  <a:lnTo>
                    <a:pt x="1352907" y="3885303"/>
                  </a:lnTo>
                  <a:lnTo>
                    <a:pt x="1353065" y="3885303"/>
                  </a:lnTo>
                  <a:lnTo>
                    <a:pt x="1353222" y="3885303"/>
                  </a:lnTo>
                  <a:lnTo>
                    <a:pt x="1353380" y="3885303"/>
                  </a:lnTo>
                  <a:lnTo>
                    <a:pt x="1353380" y="3884873"/>
                  </a:lnTo>
                  <a:lnTo>
                    <a:pt x="1353538" y="3884873"/>
                  </a:lnTo>
                  <a:lnTo>
                    <a:pt x="1353695" y="3884873"/>
                  </a:lnTo>
                  <a:lnTo>
                    <a:pt x="1353695" y="3884442"/>
                  </a:lnTo>
                  <a:lnTo>
                    <a:pt x="1353695" y="3884012"/>
                  </a:lnTo>
                  <a:lnTo>
                    <a:pt x="1353853" y="3884012"/>
                  </a:lnTo>
                  <a:lnTo>
                    <a:pt x="1354011" y="3884012"/>
                  </a:lnTo>
                  <a:lnTo>
                    <a:pt x="1354011" y="3883581"/>
                  </a:lnTo>
                  <a:lnTo>
                    <a:pt x="1354169" y="3883581"/>
                  </a:lnTo>
                  <a:lnTo>
                    <a:pt x="1354169" y="3883150"/>
                  </a:lnTo>
                  <a:lnTo>
                    <a:pt x="1354169" y="3882720"/>
                  </a:lnTo>
                  <a:lnTo>
                    <a:pt x="1354326" y="3882720"/>
                  </a:lnTo>
                  <a:lnTo>
                    <a:pt x="1354326" y="3882289"/>
                  </a:lnTo>
                  <a:lnTo>
                    <a:pt x="1354484" y="3882289"/>
                  </a:lnTo>
                  <a:lnTo>
                    <a:pt x="1354642" y="3882289"/>
                  </a:lnTo>
                  <a:lnTo>
                    <a:pt x="1354800" y="3882289"/>
                  </a:lnTo>
                  <a:lnTo>
                    <a:pt x="1354957" y="3882289"/>
                  </a:lnTo>
                  <a:lnTo>
                    <a:pt x="1355115" y="3882289"/>
                  </a:lnTo>
                  <a:lnTo>
                    <a:pt x="1355273" y="3882289"/>
                  </a:lnTo>
                  <a:lnTo>
                    <a:pt x="1355430" y="3882289"/>
                  </a:lnTo>
                  <a:lnTo>
                    <a:pt x="1355588" y="3882289"/>
                  </a:lnTo>
                  <a:lnTo>
                    <a:pt x="1355746" y="3882289"/>
                  </a:lnTo>
                  <a:lnTo>
                    <a:pt x="1355904" y="3882289"/>
                  </a:lnTo>
                  <a:lnTo>
                    <a:pt x="1355904" y="3881859"/>
                  </a:lnTo>
                  <a:lnTo>
                    <a:pt x="1355904" y="3881428"/>
                  </a:lnTo>
                  <a:lnTo>
                    <a:pt x="1356061" y="3881428"/>
                  </a:lnTo>
                  <a:lnTo>
                    <a:pt x="1356061" y="3880997"/>
                  </a:lnTo>
                  <a:lnTo>
                    <a:pt x="1356219" y="3880997"/>
                  </a:lnTo>
                  <a:lnTo>
                    <a:pt x="1356219" y="3880567"/>
                  </a:lnTo>
                  <a:lnTo>
                    <a:pt x="1356377" y="3880567"/>
                  </a:lnTo>
                  <a:lnTo>
                    <a:pt x="1356534" y="3880567"/>
                  </a:lnTo>
                  <a:lnTo>
                    <a:pt x="1356692" y="3880567"/>
                  </a:lnTo>
                  <a:lnTo>
                    <a:pt x="1356692" y="3880136"/>
                  </a:lnTo>
                  <a:lnTo>
                    <a:pt x="1356692" y="3879706"/>
                  </a:lnTo>
                  <a:lnTo>
                    <a:pt x="1356850" y="3879706"/>
                  </a:lnTo>
                  <a:lnTo>
                    <a:pt x="1357008" y="3879706"/>
                  </a:lnTo>
                  <a:lnTo>
                    <a:pt x="1357008" y="3879275"/>
                  </a:lnTo>
                  <a:lnTo>
                    <a:pt x="1357008" y="3878844"/>
                  </a:lnTo>
                  <a:lnTo>
                    <a:pt x="1357165" y="3878844"/>
                  </a:lnTo>
                  <a:lnTo>
                    <a:pt x="1357165" y="3878414"/>
                  </a:lnTo>
                  <a:lnTo>
                    <a:pt x="1357323" y="3878414"/>
                  </a:lnTo>
                  <a:lnTo>
                    <a:pt x="1357481" y="3878414"/>
                  </a:lnTo>
                  <a:lnTo>
                    <a:pt x="1357481" y="3877983"/>
                  </a:lnTo>
                  <a:lnTo>
                    <a:pt x="1357638" y="3877983"/>
                  </a:lnTo>
                  <a:lnTo>
                    <a:pt x="1357638" y="3877553"/>
                  </a:lnTo>
                  <a:lnTo>
                    <a:pt x="1357796" y="3877553"/>
                  </a:lnTo>
                  <a:lnTo>
                    <a:pt x="1357954" y="3877553"/>
                  </a:lnTo>
                  <a:lnTo>
                    <a:pt x="1358112" y="3877553"/>
                  </a:lnTo>
                  <a:lnTo>
                    <a:pt x="1358269" y="3877553"/>
                  </a:lnTo>
                  <a:lnTo>
                    <a:pt x="1358269" y="3877122"/>
                  </a:lnTo>
                  <a:lnTo>
                    <a:pt x="1358427" y="3877122"/>
                  </a:lnTo>
                  <a:lnTo>
                    <a:pt x="1358585" y="3877122"/>
                  </a:lnTo>
                  <a:lnTo>
                    <a:pt x="1358742" y="3877122"/>
                  </a:lnTo>
                  <a:lnTo>
                    <a:pt x="1358742" y="3876691"/>
                  </a:lnTo>
                  <a:lnTo>
                    <a:pt x="1358900" y="3876691"/>
                  </a:lnTo>
                  <a:lnTo>
                    <a:pt x="1359058" y="3876691"/>
                  </a:lnTo>
                  <a:lnTo>
                    <a:pt x="1359216" y="3876691"/>
                  </a:lnTo>
                  <a:lnTo>
                    <a:pt x="1359216" y="3876261"/>
                  </a:lnTo>
                  <a:lnTo>
                    <a:pt x="1359216" y="3875830"/>
                  </a:lnTo>
                  <a:lnTo>
                    <a:pt x="1359373" y="3875830"/>
                  </a:lnTo>
                  <a:lnTo>
                    <a:pt x="1359531" y="3875830"/>
                  </a:lnTo>
                  <a:lnTo>
                    <a:pt x="1359689" y="3875830"/>
                  </a:lnTo>
                  <a:lnTo>
                    <a:pt x="1359846" y="3875830"/>
                  </a:lnTo>
                  <a:lnTo>
                    <a:pt x="1360004" y="3875830"/>
                  </a:lnTo>
                  <a:lnTo>
                    <a:pt x="1360162" y="3875830"/>
                  </a:lnTo>
                  <a:lnTo>
                    <a:pt x="1360162" y="3875400"/>
                  </a:lnTo>
                  <a:lnTo>
                    <a:pt x="1360320" y="3875400"/>
                  </a:lnTo>
                  <a:lnTo>
                    <a:pt x="1360477" y="3875400"/>
                  </a:lnTo>
                  <a:lnTo>
                    <a:pt x="1360635" y="3875400"/>
                  </a:lnTo>
                  <a:lnTo>
                    <a:pt x="1360793" y="3875400"/>
                  </a:lnTo>
                  <a:lnTo>
                    <a:pt x="1360951" y="3875400"/>
                  </a:lnTo>
                  <a:lnTo>
                    <a:pt x="1361108" y="3875400"/>
                  </a:lnTo>
                  <a:lnTo>
                    <a:pt x="1361108" y="3874969"/>
                  </a:lnTo>
                  <a:lnTo>
                    <a:pt x="1361266" y="3874969"/>
                  </a:lnTo>
                  <a:lnTo>
                    <a:pt x="1361266" y="3874538"/>
                  </a:lnTo>
                  <a:lnTo>
                    <a:pt x="1361424" y="3874538"/>
                  </a:lnTo>
                  <a:lnTo>
                    <a:pt x="1361424" y="3874108"/>
                  </a:lnTo>
                  <a:lnTo>
                    <a:pt x="1361424" y="3873677"/>
                  </a:lnTo>
                  <a:lnTo>
                    <a:pt x="1361581" y="3873677"/>
                  </a:lnTo>
                  <a:lnTo>
                    <a:pt x="1361739" y="3873677"/>
                  </a:lnTo>
                  <a:lnTo>
                    <a:pt x="1361739" y="3873247"/>
                  </a:lnTo>
                  <a:lnTo>
                    <a:pt x="1361897" y="3873247"/>
                  </a:lnTo>
                  <a:lnTo>
                    <a:pt x="1361897" y="3872816"/>
                  </a:lnTo>
                  <a:lnTo>
                    <a:pt x="1362055" y="3872816"/>
                  </a:lnTo>
                  <a:lnTo>
                    <a:pt x="1362055" y="3872385"/>
                  </a:lnTo>
                  <a:lnTo>
                    <a:pt x="1362212" y="3872385"/>
                  </a:lnTo>
                  <a:lnTo>
                    <a:pt x="1362212" y="3871955"/>
                  </a:lnTo>
                  <a:lnTo>
                    <a:pt x="1362212" y="3871524"/>
                  </a:lnTo>
                  <a:lnTo>
                    <a:pt x="1362370" y="3871524"/>
                  </a:lnTo>
                  <a:lnTo>
                    <a:pt x="1362528" y="3871524"/>
                  </a:lnTo>
                  <a:lnTo>
                    <a:pt x="1362685" y="3871524"/>
                  </a:lnTo>
                  <a:lnTo>
                    <a:pt x="1362843" y="3871524"/>
                  </a:lnTo>
                  <a:lnTo>
                    <a:pt x="1362843" y="3871094"/>
                  </a:lnTo>
                  <a:lnTo>
                    <a:pt x="1363001" y="3871094"/>
                  </a:lnTo>
                  <a:lnTo>
                    <a:pt x="1363159" y="3871094"/>
                  </a:lnTo>
                  <a:lnTo>
                    <a:pt x="1363316" y="3871094"/>
                  </a:lnTo>
                  <a:lnTo>
                    <a:pt x="1363474" y="3871094"/>
                  </a:lnTo>
                  <a:lnTo>
                    <a:pt x="1363474" y="3870663"/>
                  </a:lnTo>
                  <a:lnTo>
                    <a:pt x="1363474" y="3870232"/>
                  </a:lnTo>
                  <a:lnTo>
                    <a:pt x="1363632" y="3870232"/>
                  </a:lnTo>
                  <a:lnTo>
                    <a:pt x="1363789" y="3870232"/>
                  </a:lnTo>
                  <a:lnTo>
                    <a:pt x="1363947" y="3870232"/>
                  </a:lnTo>
                  <a:lnTo>
                    <a:pt x="1364105" y="3870232"/>
                  </a:lnTo>
                  <a:lnTo>
                    <a:pt x="1364263" y="3870232"/>
                  </a:lnTo>
                  <a:lnTo>
                    <a:pt x="1364420" y="3870232"/>
                  </a:lnTo>
                  <a:lnTo>
                    <a:pt x="1364578" y="3870232"/>
                  </a:lnTo>
                  <a:lnTo>
                    <a:pt x="1364578" y="3869802"/>
                  </a:lnTo>
                  <a:lnTo>
                    <a:pt x="1364736" y="3869802"/>
                  </a:lnTo>
                  <a:lnTo>
                    <a:pt x="1364893" y="3869802"/>
                  </a:lnTo>
                  <a:lnTo>
                    <a:pt x="1365051" y="3869802"/>
                  </a:lnTo>
                  <a:lnTo>
                    <a:pt x="1365051" y="3869371"/>
                  </a:lnTo>
                  <a:lnTo>
                    <a:pt x="1365209" y="3869371"/>
                  </a:lnTo>
                  <a:lnTo>
                    <a:pt x="1365209" y="3868941"/>
                  </a:lnTo>
                  <a:lnTo>
                    <a:pt x="1365209" y="3868510"/>
                  </a:lnTo>
                  <a:lnTo>
                    <a:pt x="1365367" y="3868510"/>
                  </a:lnTo>
                  <a:lnTo>
                    <a:pt x="1365367" y="3868079"/>
                  </a:lnTo>
                  <a:lnTo>
                    <a:pt x="1365367" y="3867649"/>
                  </a:lnTo>
                  <a:lnTo>
                    <a:pt x="1365367" y="3867218"/>
                  </a:lnTo>
                  <a:lnTo>
                    <a:pt x="1365524" y="3867218"/>
                  </a:lnTo>
                  <a:lnTo>
                    <a:pt x="1365682" y="3867218"/>
                  </a:lnTo>
                  <a:lnTo>
                    <a:pt x="1365840" y="3867218"/>
                  </a:lnTo>
                  <a:lnTo>
                    <a:pt x="1365840" y="3866788"/>
                  </a:lnTo>
                  <a:lnTo>
                    <a:pt x="1365998" y="3866788"/>
                  </a:lnTo>
                  <a:lnTo>
                    <a:pt x="1366155" y="3866788"/>
                  </a:lnTo>
                  <a:lnTo>
                    <a:pt x="1366155" y="3866357"/>
                  </a:lnTo>
                  <a:lnTo>
                    <a:pt x="1366313" y="3866357"/>
                  </a:lnTo>
                  <a:lnTo>
                    <a:pt x="1366471" y="3866357"/>
                  </a:lnTo>
                  <a:lnTo>
                    <a:pt x="1366628" y="3866357"/>
                  </a:lnTo>
                  <a:lnTo>
                    <a:pt x="1366786" y="3866357"/>
                  </a:lnTo>
                  <a:lnTo>
                    <a:pt x="1366786" y="3865926"/>
                  </a:lnTo>
                  <a:lnTo>
                    <a:pt x="1366944" y="3865926"/>
                  </a:lnTo>
                  <a:lnTo>
                    <a:pt x="1366944" y="3865496"/>
                  </a:lnTo>
                  <a:lnTo>
                    <a:pt x="1367102" y="3865496"/>
                  </a:lnTo>
                  <a:lnTo>
                    <a:pt x="1367259" y="3865496"/>
                  </a:lnTo>
                  <a:lnTo>
                    <a:pt x="1367259" y="3865065"/>
                  </a:lnTo>
                  <a:lnTo>
                    <a:pt x="1367417" y="3865065"/>
                  </a:lnTo>
                  <a:lnTo>
                    <a:pt x="1367575" y="3865065"/>
                  </a:lnTo>
                  <a:lnTo>
                    <a:pt x="1367732" y="3865065"/>
                  </a:lnTo>
                  <a:lnTo>
                    <a:pt x="1367890" y="3865065"/>
                  </a:lnTo>
                  <a:lnTo>
                    <a:pt x="1367890" y="3864635"/>
                  </a:lnTo>
                  <a:lnTo>
                    <a:pt x="1367890" y="3864204"/>
                  </a:lnTo>
                  <a:lnTo>
                    <a:pt x="1368048" y="3864204"/>
                  </a:lnTo>
                  <a:lnTo>
                    <a:pt x="1368206" y="3864204"/>
                  </a:lnTo>
                  <a:lnTo>
                    <a:pt x="1368363" y="3864204"/>
                  </a:lnTo>
                  <a:lnTo>
                    <a:pt x="1368521" y="3864204"/>
                  </a:lnTo>
                  <a:lnTo>
                    <a:pt x="1368679" y="3864204"/>
                  </a:lnTo>
                  <a:lnTo>
                    <a:pt x="1368836" y="3864204"/>
                  </a:lnTo>
                  <a:lnTo>
                    <a:pt x="1368994" y="3864204"/>
                  </a:lnTo>
                  <a:lnTo>
                    <a:pt x="1368994" y="3863773"/>
                  </a:lnTo>
                  <a:lnTo>
                    <a:pt x="1368994" y="3863343"/>
                  </a:lnTo>
                  <a:lnTo>
                    <a:pt x="1369152" y="3863343"/>
                  </a:lnTo>
                  <a:lnTo>
                    <a:pt x="1369310" y="3863343"/>
                  </a:lnTo>
                  <a:lnTo>
                    <a:pt x="1369467" y="3863343"/>
                  </a:lnTo>
                  <a:lnTo>
                    <a:pt x="1369625" y="3863343"/>
                  </a:lnTo>
                  <a:lnTo>
                    <a:pt x="1369783" y="3863343"/>
                  </a:lnTo>
                  <a:lnTo>
                    <a:pt x="1369940" y="3863343"/>
                  </a:lnTo>
                  <a:lnTo>
                    <a:pt x="1369940" y="3862912"/>
                  </a:lnTo>
                  <a:lnTo>
                    <a:pt x="1369940" y="3862482"/>
                  </a:lnTo>
                  <a:lnTo>
                    <a:pt x="1369940" y="3862051"/>
                  </a:lnTo>
                  <a:lnTo>
                    <a:pt x="1369940" y="3861620"/>
                  </a:lnTo>
                  <a:lnTo>
                    <a:pt x="1370098" y="3861620"/>
                  </a:lnTo>
                  <a:lnTo>
                    <a:pt x="1370098" y="3861190"/>
                  </a:lnTo>
                  <a:lnTo>
                    <a:pt x="1370098" y="3860759"/>
                  </a:lnTo>
                  <a:lnTo>
                    <a:pt x="1370098" y="3860329"/>
                  </a:lnTo>
                  <a:lnTo>
                    <a:pt x="1370098" y="3859898"/>
                  </a:lnTo>
                  <a:lnTo>
                    <a:pt x="1370256" y="3859898"/>
                  </a:lnTo>
                  <a:lnTo>
                    <a:pt x="1370414" y="3859898"/>
                  </a:lnTo>
                  <a:lnTo>
                    <a:pt x="1370571" y="3859898"/>
                  </a:lnTo>
                  <a:lnTo>
                    <a:pt x="1370571" y="3859467"/>
                  </a:lnTo>
                  <a:lnTo>
                    <a:pt x="1370729" y="3859467"/>
                  </a:lnTo>
                  <a:lnTo>
                    <a:pt x="1370887" y="3859467"/>
                  </a:lnTo>
                  <a:lnTo>
                    <a:pt x="1371044" y="3859467"/>
                  </a:lnTo>
                  <a:lnTo>
                    <a:pt x="1371202" y="3859467"/>
                  </a:lnTo>
                  <a:lnTo>
                    <a:pt x="1371360" y="3859467"/>
                  </a:lnTo>
                  <a:lnTo>
                    <a:pt x="1371360" y="3859037"/>
                  </a:lnTo>
                  <a:lnTo>
                    <a:pt x="1371360" y="3858606"/>
                  </a:lnTo>
                  <a:lnTo>
                    <a:pt x="1371518" y="3858606"/>
                  </a:lnTo>
                  <a:lnTo>
                    <a:pt x="1371675" y="3858606"/>
                  </a:lnTo>
                  <a:lnTo>
                    <a:pt x="1371833" y="3858606"/>
                  </a:lnTo>
                  <a:lnTo>
                    <a:pt x="1371991" y="3858606"/>
                  </a:lnTo>
                  <a:lnTo>
                    <a:pt x="1372149" y="3858606"/>
                  </a:lnTo>
                  <a:lnTo>
                    <a:pt x="1372149" y="3858176"/>
                  </a:lnTo>
                  <a:lnTo>
                    <a:pt x="1372149" y="3857745"/>
                  </a:lnTo>
                  <a:lnTo>
                    <a:pt x="1372306" y="3857745"/>
                  </a:lnTo>
                  <a:lnTo>
                    <a:pt x="1372464" y="3857745"/>
                  </a:lnTo>
                  <a:lnTo>
                    <a:pt x="1372622" y="3857745"/>
                  </a:lnTo>
                  <a:lnTo>
                    <a:pt x="1372622" y="3857314"/>
                  </a:lnTo>
                  <a:lnTo>
                    <a:pt x="1372622" y="3856884"/>
                  </a:lnTo>
                  <a:lnTo>
                    <a:pt x="1372622" y="3856453"/>
                  </a:lnTo>
                  <a:lnTo>
                    <a:pt x="1372779" y="3856453"/>
                  </a:lnTo>
                  <a:lnTo>
                    <a:pt x="1372779" y="3856023"/>
                  </a:lnTo>
                  <a:lnTo>
                    <a:pt x="1372937" y="3856023"/>
                  </a:lnTo>
                  <a:lnTo>
                    <a:pt x="1373095" y="3856023"/>
                  </a:lnTo>
                  <a:lnTo>
                    <a:pt x="1373253" y="3856023"/>
                  </a:lnTo>
                  <a:lnTo>
                    <a:pt x="1373410" y="3856023"/>
                  </a:lnTo>
                  <a:lnTo>
                    <a:pt x="1373410" y="3855592"/>
                  </a:lnTo>
                  <a:lnTo>
                    <a:pt x="1373568" y="3855592"/>
                  </a:lnTo>
                  <a:lnTo>
                    <a:pt x="1373726" y="3855592"/>
                  </a:lnTo>
                  <a:lnTo>
                    <a:pt x="1373883" y="3855592"/>
                  </a:lnTo>
                  <a:lnTo>
                    <a:pt x="1374041" y="3855592"/>
                  </a:lnTo>
                  <a:lnTo>
                    <a:pt x="1374041" y="3855161"/>
                  </a:lnTo>
                  <a:lnTo>
                    <a:pt x="1374199" y="3855161"/>
                  </a:lnTo>
                  <a:lnTo>
                    <a:pt x="1374357" y="3855161"/>
                  </a:lnTo>
                  <a:lnTo>
                    <a:pt x="1374357" y="3854731"/>
                  </a:lnTo>
                  <a:lnTo>
                    <a:pt x="1374514" y="3854731"/>
                  </a:lnTo>
                  <a:lnTo>
                    <a:pt x="1374672" y="3854731"/>
                  </a:lnTo>
                  <a:lnTo>
                    <a:pt x="1374672" y="3854300"/>
                  </a:lnTo>
                  <a:lnTo>
                    <a:pt x="1374672" y="3853870"/>
                  </a:lnTo>
                  <a:lnTo>
                    <a:pt x="1374830" y="3853870"/>
                  </a:lnTo>
                  <a:lnTo>
                    <a:pt x="1374830" y="3853439"/>
                  </a:lnTo>
                  <a:lnTo>
                    <a:pt x="1374987" y="3853439"/>
                  </a:lnTo>
                  <a:lnTo>
                    <a:pt x="1375145" y="3853439"/>
                  </a:lnTo>
                  <a:lnTo>
                    <a:pt x="1375303" y="3853439"/>
                  </a:lnTo>
                  <a:lnTo>
                    <a:pt x="1375461" y="3853439"/>
                  </a:lnTo>
                  <a:lnTo>
                    <a:pt x="1375618" y="3853439"/>
                  </a:lnTo>
                  <a:lnTo>
                    <a:pt x="1375618" y="3853008"/>
                  </a:lnTo>
                  <a:lnTo>
                    <a:pt x="1375618" y="3852578"/>
                  </a:lnTo>
                  <a:lnTo>
                    <a:pt x="1375618" y="3852147"/>
                  </a:lnTo>
                  <a:lnTo>
                    <a:pt x="1375776" y="3852147"/>
                  </a:lnTo>
                  <a:lnTo>
                    <a:pt x="1375934" y="3852147"/>
                  </a:lnTo>
                  <a:lnTo>
                    <a:pt x="1375934" y="3851717"/>
                  </a:lnTo>
                  <a:lnTo>
                    <a:pt x="1375934" y="3851286"/>
                  </a:lnTo>
                  <a:lnTo>
                    <a:pt x="1376091" y="3851286"/>
                  </a:lnTo>
                  <a:lnTo>
                    <a:pt x="1376249" y="3851286"/>
                  </a:lnTo>
                  <a:lnTo>
                    <a:pt x="1376407" y="3851286"/>
                  </a:lnTo>
                  <a:lnTo>
                    <a:pt x="1376565" y="3851286"/>
                  </a:lnTo>
                  <a:lnTo>
                    <a:pt x="1376722" y="3851286"/>
                  </a:lnTo>
                  <a:lnTo>
                    <a:pt x="1376880" y="3851286"/>
                  </a:lnTo>
                  <a:lnTo>
                    <a:pt x="1377038" y="3851286"/>
                  </a:lnTo>
                  <a:lnTo>
                    <a:pt x="1377196" y="3851286"/>
                  </a:lnTo>
                  <a:lnTo>
                    <a:pt x="1377196" y="3850855"/>
                  </a:lnTo>
                  <a:lnTo>
                    <a:pt x="1377353" y="3850855"/>
                  </a:lnTo>
                  <a:lnTo>
                    <a:pt x="1377511" y="3850855"/>
                  </a:lnTo>
                  <a:lnTo>
                    <a:pt x="1377669" y="3850855"/>
                  </a:lnTo>
                  <a:lnTo>
                    <a:pt x="1377669" y="3850425"/>
                  </a:lnTo>
                  <a:lnTo>
                    <a:pt x="1377826" y="3850425"/>
                  </a:lnTo>
                  <a:lnTo>
                    <a:pt x="1377984" y="3850425"/>
                  </a:lnTo>
                  <a:lnTo>
                    <a:pt x="1378142" y="3850425"/>
                  </a:lnTo>
                  <a:lnTo>
                    <a:pt x="1378142" y="3849994"/>
                  </a:lnTo>
                  <a:lnTo>
                    <a:pt x="1378300" y="3849994"/>
                  </a:lnTo>
                  <a:lnTo>
                    <a:pt x="1378457" y="3849994"/>
                  </a:lnTo>
                  <a:lnTo>
                    <a:pt x="1378457" y="3849564"/>
                  </a:lnTo>
                  <a:lnTo>
                    <a:pt x="1378615" y="3849564"/>
                  </a:lnTo>
                  <a:lnTo>
                    <a:pt x="1378773" y="3849564"/>
                  </a:lnTo>
                  <a:lnTo>
                    <a:pt x="1378930" y="3849564"/>
                  </a:lnTo>
                  <a:lnTo>
                    <a:pt x="1379088" y="3849564"/>
                  </a:lnTo>
                  <a:lnTo>
                    <a:pt x="1379246" y="3849564"/>
                  </a:lnTo>
                  <a:lnTo>
                    <a:pt x="1379404" y="3849564"/>
                  </a:lnTo>
                  <a:lnTo>
                    <a:pt x="1379561" y="3849564"/>
                  </a:lnTo>
                  <a:lnTo>
                    <a:pt x="1379719" y="3849564"/>
                  </a:lnTo>
                  <a:lnTo>
                    <a:pt x="1379877" y="3849564"/>
                  </a:lnTo>
                  <a:lnTo>
                    <a:pt x="1380034" y="3849564"/>
                  </a:lnTo>
                  <a:lnTo>
                    <a:pt x="1380192" y="3849564"/>
                  </a:lnTo>
                  <a:lnTo>
                    <a:pt x="1380192" y="3849133"/>
                  </a:lnTo>
                  <a:lnTo>
                    <a:pt x="1380350" y="3849133"/>
                  </a:lnTo>
                  <a:lnTo>
                    <a:pt x="1380508" y="3849133"/>
                  </a:lnTo>
                  <a:lnTo>
                    <a:pt x="1380665" y="3849133"/>
                  </a:lnTo>
                  <a:lnTo>
                    <a:pt x="1380823" y="3849133"/>
                  </a:lnTo>
                  <a:lnTo>
                    <a:pt x="1380981" y="3849133"/>
                  </a:lnTo>
                  <a:lnTo>
                    <a:pt x="1381138" y="3849133"/>
                  </a:lnTo>
                  <a:lnTo>
                    <a:pt x="1381138" y="3848702"/>
                  </a:lnTo>
                  <a:lnTo>
                    <a:pt x="1381138" y="3848272"/>
                  </a:lnTo>
                  <a:lnTo>
                    <a:pt x="1381296" y="3848272"/>
                  </a:lnTo>
                  <a:lnTo>
                    <a:pt x="1381296" y="3847841"/>
                  </a:lnTo>
                  <a:lnTo>
                    <a:pt x="1381454" y="3847841"/>
                  </a:lnTo>
                  <a:lnTo>
                    <a:pt x="1381612" y="3847841"/>
                  </a:lnTo>
                  <a:lnTo>
                    <a:pt x="1381612" y="3847411"/>
                  </a:lnTo>
                  <a:lnTo>
                    <a:pt x="1381769" y="3847411"/>
                  </a:lnTo>
                  <a:lnTo>
                    <a:pt x="1381769" y="3846980"/>
                  </a:lnTo>
                  <a:lnTo>
                    <a:pt x="1381769" y="3846549"/>
                  </a:lnTo>
                  <a:lnTo>
                    <a:pt x="1381769" y="3846119"/>
                  </a:lnTo>
                  <a:lnTo>
                    <a:pt x="1381927" y="3846119"/>
                  </a:lnTo>
                  <a:lnTo>
                    <a:pt x="1382085" y="3846119"/>
                  </a:lnTo>
                  <a:lnTo>
                    <a:pt x="1382242" y="3846119"/>
                  </a:lnTo>
                  <a:lnTo>
                    <a:pt x="1382242" y="3845688"/>
                  </a:lnTo>
                  <a:lnTo>
                    <a:pt x="1382400" y="3845688"/>
                  </a:lnTo>
                  <a:lnTo>
                    <a:pt x="1382558" y="3845688"/>
                  </a:lnTo>
                  <a:lnTo>
                    <a:pt x="1382716" y="3845688"/>
                  </a:lnTo>
                  <a:lnTo>
                    <a:pt x="1382873" y="3845688"/>
                  </a:lnTo>
                  <a:lnTo>
                    <a:pt x="1383031" y="3845688"/>
                  </a:lnTo>
                  <a:lnTo>
                    <a:pt x="1383031" y="3845258"/>
                  </a:lnTo>
                  <a:lnTo>
                    <a:pt x="1383031" y="3844827"/>
                  </a:lnTo>
                  <a:lnTo>
                    <a:pt x="1383189" y="3844827"/>
                  </a:lnTo>
                  <a:lnTo>
                    <a:pt x="1383347" y="3844827"/>
                  </a:lnTo>
                  <a:lnTo>
                    <a:pt x="1383347" y="3844396"/>
                  </a:lnTo>
                  <a:lnTo>
                    <a:pt x="1383347" y="3843966"/>
                  </a:lnTo>
                  <a:lnTo>
                    <a:pt x="1383504" y="3843966"/>
                  </a:lnTo>
                  <a:lnTo>
                    <a:pt x="1383662" y="3843966"/>
                  </a:lnTo>
                  <a:lnTo>
                    <a:pt x="1383662" y="3843535"/>
                  </a:lnTo>
                  <a:lnTo>
                    <a:pt x="1383662" y="3843105"/>
                  </a:lnTo>
                  <a:lnTo>
                    <a:pt x="1383820" y="3843105"/>
                  </a:lnTo>
                  <a:lnTo>
                    <a:pt x="1383977" y="3843105"/>
                  </a:lnTo>
                  <a:lnTo>
                    <a:pt x="1383977" y="3842674"/>
                  </a:lnTo>
                  <a:lnTo>
                    <a:pt x="1384135" y="3842674"/>
                  </a:lnTo>
                  <a:lnTo>
                    <a:pt x="1384293" y="3842674"/>
                  </a:lnTo>
                  <a:lnTo>
                    <a:pt x="1384293" y="3842243"/>
                  </a:lnTo>
                  <a:lnTo>
                    <a:pt x="1384293" y="3841813"/>
                  </a:lnTo>
                  <a:lnTo>
                    <a:pt x="1384293" y="3841382"/>
                  </a:lnTo>
                  <a:lnTo>
                    <a:pt x="1384451" y="3841382"/>
                  </a:lnTo>
                  <a:lnTo>
                    <a:pt x="1384451" y="3840952"/>
                  </a:lnTo>
                  <a:lnTo>
                    <a:pt x="1384451" y="3840521"/>
                  </a:lnTo>
                  <a:lnTo>
                    <a:pt x="1384608" y="3840521"/>
                  </a:lnTo>
                  <a:lnTo>
                    <a:pt x="1384608" y="3840090"/>
                  </a:lnTo>
                  <a:lnTo>
                    <a:pt x="1384766" y="3840090"/>
                  </a:lnTo>
                  <a:lnTo>
                    <a:pt x="1384766" y="3839660"/>
                  </a:lnTo>
                  <a:lnTo>
                    <a:pt x="1384924" y="3839660"/>
                  </a:lnTo>
                  <a:lnTo>
                    <a:pt x="1385081" y="3839660"/>
                  </a:lnTo>
                  <a:lnTo>
                    <a:pt x="1385081" y="3839229"/>
                  </a:lnTo>
                  <a:lnTo>
                    <a:pt x="1385081" y="3838799"/>
                  </a:lnTo>
                  <a:lnTo>
                    <a:pt x="1385239" y="3838799"/>
                  </a:lnTo>
                  <a:lnTo>
                    <a:pt x="1385239" y="3838368"/>
                  </a:lnTo>
                  <a:lnTo>
                    <a:pt x="1385397" y="3838368"/>
                  </a:lnTo>
                  <a:lnTo>
                    <a:pt x="1385397" y="3837937"/>
                  </a:lnTo>
                  <a:lnTo>
                    <a:pt x="1385555" y="3837937"/>
                  </a:lnTo>
                  <a:lnTo>
                    <a:pt x="1385555" y="3837507"/>
                  </a:lnTo>
                  <a:lnTo>
                    <a:pt x="1385712" y="3837507"/>
                  </a:lnTo>
                  <a:lnTo>
                    <a:pt x="1385712" y="3837076"/>
                  </a:lnTo>
                  <a:lnTo>
                    <a:pt x="1385712" y="3836646"/>
                  </a:lnTo>
                  <a:lnTo>
                    <a:pt x="1385870" y="3836646"/>
                  </a:lnTo>
                  <a:lnTo>
                    <a:pt x="1386028" y="3836646"/>
                  </a:lnTo>
                  <a:lnTo>
                    <a:pt x="1386185" y="3836646"/>
                  </a:lnTo>
                  <a:lnTo>
                    <a:pt x="1386343" y="3836646"/>
                  </a:lnTo>
                  <a:lnTo>
                    <a:pt x="1386501" y="3836646"/>
                  </a:lnTo>
                  <a:lnTo>
                    <a:pt x="1386659" y="3836646"/>
                  </a:lnTo>
                  <a:lnTo>
                    <a:pt x="1386816" y="3836646"/>
                  </a:lnTo>
                  <a:lnTo>
                    <a:pt x="1386974" y="3836646"/>
                  </a:lnTo>
                  <a:lnTo>
                    <a:pt x="1386974" y="3836215"/>
                  </a:lnTo>
                  <a:lnTo>
                    <a:pt x="1387132" y="3836215"/>
                  </a:lnTo>
                  <a:lnTo>
                    <a:pt x="1387132" y="3835784"/>
                  </a:lnTo>
                  <a:lnTo>
                    <a:pt x="1387289" y="3835784"/>
                  </a:lnTo>
                  <a:lnTo>
                    <a:pt x="1387289" y="3835354"/>
                  </a:lnTo>
                  <a:lnTo>
                    <a:pt x="1387447" y="3835354"/>
                  </a:lnTo>
                  <a:lnTo>
                    <a:pt x="1387605" y="3835354"/>
                  </a:lnTo>
                  <a:lnTo>
                    <a:pt x="1387763" y="3835354"/>
                  </a:lnTo>
                  <a:lnTo>
                    <a:pt x="1387763" y="3834923"/>
                  </a:lnTo>
                  <a:lnTo>
                    <a:pt x="1387763" y="3834493"/>
                  </a:lnTo>
                  <a:lnTo>
                    <a:pt x="1387920" y="3834493"/>
                  </a:lnTo>
                  <a:lnTo>
                    <a:pt x="1387920" y="3834062"/>
                  </a:lnTo>
                  <a:lnTo>
                    <a:pt x="1388078" y="3834062"/>
                  </a:lnTo>
                  <a:lnTo>
                    <a:pt x="1388236" y="3834062"/>
                  </a:lnTo>
                  <a:lnTo>
                    <a:pt x="1388236" y="3833631"/>
                  </a:lnTo>
                  <a:lnTo>
                    <a:pt x="1388394" y="3833631"/>
                  </a:lnTo>
                  <a:lnTo>
                    <a:pt x="1388551" y="3833631"/>
                  </a:lnTo>
                  <a:lnTo>
                    <a:pt x="1388709" y="3833631"/>
                  </a:lnTo>
                  <a:lnTo>
                    <a:pt x="1388867" y="3833631"/>
                  </a:lnTo>
                  <a:lnTo>
                    <a:pt x="1388867" y="3833201"/>
                  </a:lnTo>
                  <a:lnTo>
                    <a:pt x="1389024" y="3833201"/>
                  </a:lnTo>
                  <a:lnTo>
                    <a:pt x="1389182" y="3833201"/>
                  </a:lnTo>
                  <a:lnTo>
                    <a:pt x="1389340" y="3833201"/>
                  </a:lnTo>
                  <a:lnTo>
                    <a:pt x="1389340" y="3832770"/>
                  </a:lnTo>
                  <a:lnTo>
                    <a:pt x="1389498" y="3832770"/>
                  </a:lnTo>
                  <a:lnTo>
                    <a:pt x="1389655" y="3832770"/>
                  </a:lnTo>
                  <a:lnTo>
                    <a:pt x="1389813" y="3832770"/>
                  </a:lnTo>
                  <a:lnTo>
                    <a:pt x="1389971" y="3832770"/>
                  </a:lnTo>
                  <a:lnTo>
                    <a:pt x="1390128" y="3832770"/>
                  </a:lnTo>
                  <a:lnTo>
                    <a:pt x="1390286" y="3832770"/>
                  </a:lnTo>
                  <a:lnTo>
                    <a:pt x="1390444" y="3832770"/>
                  </a:lnTo>
                  <a:lnTo>
                    <a:pt x="1390444" y="3832340"/>
                  </a:lnTo>
                  <a:lnTo>
                    <a:pt x="1390602" y="3832340"/>
                  </a:lnTo>
                  <a:lnTo>
                    <a:pt x="1390759" y="3832340"/>
                  </a:lnTo>
                  <a:lnTo>
                    <a:pt x="1390759" y="3831909"/>
                  </a:lnTo>
                  <a:lnTo>
                    <a:pt x="1390759" y="3831478"/>
                  </a:lnTo>
                  <a:lnTo>
                    <a:pt x="1390759" y="3831048"/>
                  </a:lnTo>
                  <a:lnTo>
                    <a:pt x="1390917" y="3831048"/>
                  </a:lnTo>
                  <a:lnTo>
                    <a:pt x="1391075" y="3831048"/>
                  </a:lnTo>
                  <a:lnTo>
                    <a:pt x="1391232" y="3831048"/>
                  </a:lnTo>
                  <a:lnTo>
                    <a:pt x="1391232" y="3830617"/>
                  </a:lnTo>
                  <a:lnTo>
                    <a:pt x="1391232" y="3830187"/>
                  </a:lnTo>
                  <a:lnTo>
                    <a:pt x="1391390" y="3830187"/>
                  </a:lnTo>
                  <a:lnTo>
                    <a:pt x="1391548" y="3830187"/>
                  </a:lnTo>
                  <a:lnTo>
                    <a:pt x="1391706" y="3830187"/>
                  </a:lnTo>
                  <a:lnTo>
                    <a:pt x="1391706" y="3829756"/>
                  </a:lnTo>
                  <a:lnTo>
                    <a:pt x="1391706" y="3829325"/>
                  </a:lnTo>
                  <a:lnTo>
                    <a:pt x="1391863" y="3829325"/>
                  </a:lnTo>
                  <a:lnTo>
                    <a:pt x="1392021" y="3829325"/>
                  </a:lnTo>
                  <a:lnTo>
                    <a:pt x="1392179" y="3829325"/>
                  </a:lnTo>
                  <a:lnTo>
                    <a:pt x="1392179" y="3828895"/>
                  </a:lnTo>
                  <a:lnTo>
                    <a:pt x="1392179" y="3828464"/>
                  </a:lnTo>
                  <a:lnTo>
                    <a:pt x="1392336" y="3828464"/>
                  </a:lnTo>
                  <a:lnTo>
                    <a:pt x="1392494" y="3828464"/>
                  </a:lnTo>
                  <a:lnTo>
                    <a:pt x="1392652" y="3828464"/>
                  </a:lnTo>
                  <a:lnTo>
                    <a:pt x="1392652" y="3828034"/>
                  </a:lnTo>
                  <a:lnTo>
                    <a:pt x="1392810" y="3828034"/>
                  </a:lnTo>
                  <a:lnTo>
                    <a:pt x="1392810" y="3827603"/>
                  </a:lnTo>
                  <a:lnTo>
                    <a:pt x="1392810" y="3827172"/>
                  </a:lnTo>
                  <a:lnTo>
                    <a:pt x="1392967" y="3827172"/>
                  </a:lnTo>
                  <a:lnTo>
                    <a:pt x="1393125" y="3827172"/>
                  </a:lnTo>
                  <a:lnTo>
                    <a:pt x="1393283" y="3827172"/>
                  </a:lnTo>
                  <a:lnTo>
                    <a:pt x="1393283" y="3826742"/>
                  </a:lnTo>
                  <a:lnTo>
                    <a:pt x="1393440" y="3826742"/>
                  </a:lnTo>
                  <a:lnTo>
                    <a:pt x="1393598" y="3826742"/>
                  </a:lnTo>
                  <a:lnTo>
                    <a:pt x="1393756" y="3826742"/>
                  </a:lnTo>
                  <a:lnTo>
                    <a:pt x="1393756" y="3826311"/>
                  </a:lnTo>
                  <a:lnTo>
                    <a:pt x="1393914" y="3826311"/>
                  </a:lnTo>
                  <a:lnTo>
                    <a:pt x="1394071" y="3826311"/>
                  </a:lnTo>
                  <a:lnTo>
                    <a:pt x="1394229" y="3826311"/>
                  </a:lnTo>
                  <a:lnTo>
                    <a:pt x="1394387" y="3826311"/>
                  </a:lnTo>
                  <a:lnTo>
                    <a:pt x="1394387" y="3825881"/>
                  </a:lnTo>
                  <a:lnTo>
                    <a:pt x="1394387" y="3825450"/>
                  </a:lnTo>
                  <a:lnTo>
                    <a:pt x="1394387" y="3825019"/>
                  </a:lnTo>
                  <a:lnTo>
                    <a:pt x="1394545" y="3825019"/>
                  </a:lnTo>
                  <a:lnTo>
                    <a:pt x="1394702" y="3825019"/>
                  </a:lnTo>
                  <a:lnTo>
                    <a:pt x="1394860" y="3825019"/>
                  </a:lnTo>
                  <a:lnTo>
                    <a:pt x="1394860" y="3824589"/>
                  </a:lnTo>
                  <a:lnTo>
                    <a:pt x="1394860" y="3824158"/>
                  </a:lnTo>
                  <a:lnTo>
                    <a:pt x="1395018" y="3824158"/>
                  </a:lnTo>
                  <a:lnTo>
                    <a:pt x="1395175" y="3824158"/>
                  </a:lnTo>
                  <a:lnTo>
                    <a:pt x="1395333" y="3824158"/>
                  </a:lnTo>
                  <a:lnTo>
                    <a:pt x="1395333" y="3823728"/>
                  </a:lnTo>
                  <a:lnTo>
                    <a:pt x="1395491" y="3823728"/>
                  </a:lnTo>
                  <a:lnTo>
                    <a:pt x="1395649" y="3823728"/>
                  </a:lnTo>
                  <a:lnTo>
                    <a:pt x="1395806" y="3823728"/>
                  </a:lnTo>
                  <a:lnTo>
                    <a:pt x="1395964" y="3823728"/>
                  </a:lnTo>
                  <a:lnTo>
                    <a:pt x="1395964" y="3823297"/>
                  </a:lnTo>
                  <a:lnTo>
                    <a:pt x="1396122" y="3823297"/>
                  </a:lnTo>
                  <a:lnTo>
                    <a:pt x="1396279" y="3823297"/>
                  </a:lnTo>
                  <a:lnTo>
                    <a:pt x="1396437" y="3823297"/>
                  </a:lnTo>
                  <a:lnTo>
                    <a:pt x="1396595" y="3823297"/>
                  </a:lnTo>
                  <a:lnTo>
                    <a:pt x="1396753" y="3823297"/>
                  </a:lnTo>
                  <a:lnTo>
                    <a:pt x="1396910" y="3823297"/>
                  </a:lnTo>
                  <a:lnTo>
                    <a:pt x="1397068" y="3823297"/>
                  </a:lnTo>
                  <a:lnTo>
                    <a:pt x="1397068" y="3822866"/>
                  </a:lnTo>
                  <a:lnTo>
                    <a:pt x="1397226" y="3822866"/>
                  </a:lnTo>
                  <a:lnTo>
                    <a:pt x="1397226" y="3822436"/>
                  </a:lnTo>
                  <a:lnTo>
                    <a:pt x="1397383" y="3822436"/>
                  </a:lnTo>
                  <a:lnTo>
                    <a:pt x="1397383" y="3822005"/>
                  </a:lnTo>
                  <a:lnTo>
                    <a:pt x="1397383" y="3821575"/>
                  </a:lnTo>
                  <a:lnTo>
                    <a:pt x="1397383" y="3821144"/>
                  </a:lnTo>
                  <a:lnTo>
                    <a:pt x="1397383" y="3820713"/>
                  </a:lnTo>
                  <a:lnTo>
                    <a:pt x="1397541" y="3820713"/>
                  </a:lnTo>
                  <a:lnTo>
                    <a:pt x="1397699" y="3820713"/>
                  </a:lnTo>
                  <a:lnTo>
                    <a:pt x="1397699" y="3820283"/>
                  </a:lnTo>
                  <a:lnTo>
                    <a:pt x="1397857" y="3820283"/>
                  </a:lnTo>
                  <a:lnTo>
                    <a:pt x="1397857" y="3819852"/>
                  </a:lnTo>
                  <a:lnTo>
                    <a:pt x="1397857" y="3819422"/>
                  </a:lnTo>
                  <a:lnTo>
                    <a:pt x="1398014" y="3819422"/>
                  </a:lnTo>
                  <a:lnTo>
                    <a:pt x="1398172" y="3819422"/>
                  </a:lnTo>
                  <a:lnTo>
                    <a:pt x="1398330" y="3819422"/>
                  </a:lnTo>
                  <a:lnTo>
                    <a:pt x="1398487" y="3819422"/>
                  </a:lnTo>
                  <a:lnTo>
                    <a:pt x="1398487" y="3818991"/>
                  </a:lnTo>
                  <a:lnTo>
                    <a:pt x="1398645" y="3818991"/>
                  </a:lnTo>
                  <a:lnTo>
                    <a:pt x="1398803" y="3818991"/>
                  </a:lnTo>
                  <a:lnTo>
                    <a:pt x="1398961" y="3818991"/>
                  </a:lnTo>
                  <a:lnTo>
                    <a:pt x="1399118" y="3818991"/>
                  </a:lnTo>
                  <a:lnTo>
                    <a:pt x="1399118" y="3818560"/>
                  </a:lnTo>
                  <a:lnTo>
                    <a:pt x="1399118" y="3818130"/>
                  </a:lnTo>
                  <a:lnTo>
                    <a:pt x="1399118" y="3817699"/>
                  </a:lnTo>
                  <a:lnTo>
                    <a:pt x="1399118" y="3817269"/>
                  </a:lnTo>
                  <a:lnTo>
                    <a:pt x="1399118" y="3816838"/>
                  </a:lnTo>
                  <a:lnTo>
                    <a:pt x="1399276" y="3816838"/>
                  </a:lnTo>
                  <a:lnTo>
                    <a:pt x="1399434" y="3816838"/>
                  </a:lnTo>
                  <a:lnTo>
                    <a:pt x="1399592" y="3816838"/>
                  </a:lnTo>
                  <a:lnTo>
                    <a:pt x="1399749" y="3816838"/>
                  </a:lnTo>
                  <a:lnTo>
                    <a:pt x="1399907" y="3816838"/>
                  </a:lnTo>
                  <a:lnTo>
                    <a:pt x="1400065" y="3816838"/>
                  </a:lnTo>
                  <a:lnTo>
                    <a:pt x="1400065" y="3816407"/>
                  </a:lnTo>
                  <a:lnTo>
                    <a:pt x="1400222" y="3816407"/>
                  </a:lnTo>
                  <a:lnTo>
                    <a:pt x="1400380" y="3816407"/>
                  </a:lnTo>
                  <a:lnTo>
                    <a:pt x="1400380" y="3815977"/>
                  </a:lnTo>
                  <a:lnTo>
                    <a:pt x="1400380" y="3815546"/>
                  </a:lnTo>
                  <a:lnTo>
                    <a:pt x="1400538" y="3815546"/>
                  </a:lnTo>
                  <a:lnTo>
                    <a:pt x="1400538" y="3815116"/>
                  </a:lnTo>
                  <a:lnTo>
                    <a:pt x="1400696" y="3815116"/>
                  </a:lnTo>
                  <a:lnTo>
                    <a:pt x="1400853" y="3815116"/>
                  </a:lnTo>
                  <a:lnTo>
                    <a:pt x="1401011" y="3815116"/>
                  </a:lnTo>
                  <a:lnTo>
                    <a:pt x="1401169" y="3815116"/>
                  </a:lnTo>
                  <a:lnTo>
                    <a:pt x="1401169" y="3814685"/>
                  </a:lnTo>
                  <a:lnTo>
                    <a:pt x="1401326" y="3814685"/>
                  </a:lnTo>
                  <a:lnTo>
                    <a:pt x="1401484" y="3814685"/>
                  </a:lnTo>
                  <a:lnTo>
                    <a:pt x="1401642" y="3814685"/>
                  </a:lnTo>
                  <a:lnTo>
                    <a:pt x="1401800" y="3814685"/>
                  </a:lnTo>
                  <a:lnTo>
                    <a:pt x="1401957" y="3814685"/>
                  </a:lnTo>
                  <a:lnTo>
                    <a:pt x="1402115" y="3814685"/>
                  </a:lnTo>
                  <a:lnTo>
                    <a:pt x="1402273" y="3814685"/>
                  </a:lnTo>
                  <a:lnTo>
                    <a:pt x="1402430" y="3814685"/>
                  </a:lnTo>
                  <a:lnTo>
                    <a:pt x="1402430" y="3814254"/>
                  </a:lnTo>
                  <a:lnTo>
                    <a:pt x="1402588" y="3814254"/>
                  </a:lnTo>
                  <a:lnTo>
                    <a:pt x="1402588" y="3813824"/>
                  </a:lnTo>
                  <a:lnTo>
                    <a:pt x="1402746" y="3813824"/>
                  </a:lnTo>
                  <a:lnTo>
                    <a:pt x="1402746" y="3813393"/>
                  </a:lnTo>
                  <a:lnTo>
                    <a:pt x="1402904" y="3813393"/>
                  </a:lnTo>
                  <a:lnTo>
                    <a:pt x="1403061" y="3813393"/>
                  </a:lnTo>
                  <a:lnTo>
                    <a:pt x="1403219" y="3813393"/>
                  </a:lnTo>
                  <a:lnTo>
                    <a:pt x="1403377" y="3813393"/>
                  </a:lnTo>
                  <a:lnTo>
                    <a:pt x="1403534" y="3813393"/>
                  </a:lnTo>
                  <a:lnTo>
                    <a:pt x="1403534" y="3812963"/>
                  </a:lnTo>
                  <a:lnTo>
                    <a:pt x="1403534" y="3812532"/>
                  </a:lnTo>
                  <a:lnTo>
                    <a:pt x="1403692" y="3812532"/>
                  </a:lnTo>
                  <a:lnTo>
                    <a:pt x="1403850" y="3812532"/>
                  </a:lnTo>
                  <a:lnTo>
                    <a:pt x="1404008" y="3812532"/>
                  </a:lnTo>
                  <a:lnTo>
                    <a:pt x="1404165" y="3812532"/>
                  </a:lnTo>
                  <a:lnTo>
                    <a:pt x="1404165" y="3812101"/>
                  </a:lnTo>
                  <a:lnTo>
                    <a:pt x="1404165" y="3811671"/>
                  </a:lnTo>
                  <a:lnTo>
                    <a:pt x="1404323" y="3811671"/>
                  </a:lnTo>
                  <a:lnTo>
                    <a:pt x="1404481" y="3811671"/>
                  </a:lnTo>
                  <a:lnTo>
                    <a:pt x="1404638" y="3811671"/>
                  </a:lnTo>
                  <a:lnTo>
                    <a:pt x="1404796" y="3811671"/>
                  </a:lnTo>
                  <a:lnTo>
                    <a:pt x="1404796" y="3811240"/>
                  </a:lnTo>
                  <a:lnTo>
                    <a:pt x="1404954" y="3811240"/>
                  </a:lnTo>
                  <a:lnTo>
                    <a:pt x="1405112" y="3811240"/>
                  </a:lnTo>
                  <a:lnTo>
                    <a:pt x="1405269" y="3811240"/>
                  </a:lnTo>
                  <a:lnTo>
                    <a:pt x="1405427" y="3811240"/>
                  </a:lnTo>
                  <a:lnTo>
                    <a:pt x="1405585" y="3811240"/>
                  </a:lnTo>
                  <a:lnTo>
                    <a:pt x="1405743" y="3811240"/>
                  </a:lnTo>
                  <a:lnTo>
                    <a:pt x="1405900" y="3811240"/>
                  </a:lnTo>
                  <a:lnTo>
                    <a:pt x="1406058" y="3811240"/>
                  </a:lnTo>
                  <a:lnTo>
                    <a:pt x="1406216" y="3811240"/>
                  </a:lnTo>
                  <a:lnTo>
                    <a:pt x="1406216" y="3810810"/>
                  </a:lnTo>
                  <a:lnTo>
                    <a:pt x="1406373" y="3810810"/>
                  </a:lnTo>
                  <a:lnTo>
                    <a:pt x="1406531" y="3810810"/>
                  </a:lnTo>
                  <a:lnTo>
                    <a:pt x="1406689" y="3810810"/>
                  </a:lnTo>
                  <a:lnTo>
                    <a:pt x="1406847" y="3810810"/>
                  </a:lnTo>
                  <a:lnTo>
                    <a:pt x="1406847" y="3810379"/>
                  </a:lnTo>
                  <a:lnTo>
                    <a:pt x="1407004" y="3810379"/>
                  </a:lnTo>
                  <a:lnTo>
                    <a:pt x="1407004" y="3809948"/>
                  </a:lnTo>
                  <a:lnTo>
                    <a:pt x="1407162" y="3809948"/>
                  </a:lnTo>
                  <a:lnTo>
                    <a:pt x="1407320" y="3809948"/>
                  </a:lnTo>
                  <a:lnTo>
                    <a:pt x="1407320" y="3809518"/>
                  </a:lnTo>
                  <a:lnTo>
                    <a:pt x="1407477" y="3809518"/>
                  </a:lnTo>
                  <a:lnTo>
                    <a:pt x="1407635" y="3809518"/>
                  </a:lnTo>
                  <a:lnTo>
                    <a:pt x="1407793" y="3809518"/>
                  </a:lnTo>
                  <a:lnTo>
                    <a:pt x="1407793" y="3809087"/>
                  </a:lnTo>
                  <a:lnTo>
                    <a:pt x="1407793" y="3808657"/>
                  </a:lnTo>
                  <a:lnTo>
                    <a:pt x="1407951" y="3808657"/>
                  </a:lnTo>
                  <a:lnTo>
                    <a:pt x="1408108" y="3808657"/>
                  </a:lnTo>
                  <a:lnTo>
                    <a:pt x="1408266" y="3808657"/>
                  </a:lnTo>
                  <a:lnTo>
                    <a:pt x="1408424" y="3808657"/>
                  </a:lnTo>
                  <a:lnTo>
                    <a:pt x="1408581" y="3808657"/>
                  </a:lnTo>
                  <a:lnTo>
                    <a:pt x="1408739" y="3808657"/>
                  </a:lnTo>
                  <a:lnTo>
                    <a:pt x="1408739" y="3808226"/>
                  </a:lnTo>
                  <a:lnTo>
                    <a:pt x="1408897" y="3808226"/>
                  </a:lnTo>
                  <a:lnTo>
                    <a:pt x="1408897" y="3807795"/>
                  </a:lnTo>
                  <a:lnTo>
                    <a:pt x="1409055" y="3807795"/>
                  </a:lnTo>
                  <a:lnTo>
                    <a:pt x="1409212" y="3807795"/>
                  </a:lnTo>
                  <a:lnTo>
                    <a:pt x="1409370" y="3807795"/>
                  </a:lnTo>
                  <a:lnTo>
                    <a:pt x="1409370" y="3807365"/>
                  </a:lnTo>
                  <a:lnTo>
                    <a:pt x="1409528" y="3807365"/>
                  </a:lnTo>
                  <a:lnTo>
                    <a:pt x="1409685" y="3807365"/>
                  </a:lnTo>
                  <a:lnTo>
                    <a:pt x="1409843" y="3807365"/>
                  </a:lnTo>
                  <a:lnTo>
                    <a:pt x="1410001" y="3807365"/>
                  </a:lnTo>
                  <a:lnTo>
                    <a:pt x="1410159" y="3807365"/>
                  </a:lnTo>
                  <a:lnTo>
                    <a:pt x="1410316" y="3807365"/>
                  </a:lnTo>
                  <a:lnTo>
                    <a:pt x="1410316" y="3806934"/>
                  </a:lnTo>
                  <a:lnTo>
                    <a:pt x="1410316" y="3806504"/>
                  </a:lnTo>
                  <a:lnTo>
                    <a:pt x="1410474" y="3806504"/>
                  </a:lnTo>
                  <a:lnTo>
                    <a:pt x="1410474" y="3806073"/>
                  </a:lnTo>
                  <a:lnTo>
                    <a:pt x="1410632" y="3806073"/>
                  </a:lnTo>
                  <a:lnTo>
                    <a:pt x="1410789" y="3806073"/>
                  </a:lnTo>
                  <a:lnTo>
                    <a:pt x="1410789" y="3805642"/>
                  </a:lnTo>
                  <a:lnTo>
                    <a:pt x="1410947" y="3805642"/>
                  </a:lnTo>
                  <a:lnTo>
                    <a:pt x="1411105" y="3805642"/>
                  </a:lnTo>
                  <a:lnTo>
                    <a:pt x="1411263" y="3805642"/>
                  </a:lnTo>
                  <a:lnTo>
                    <a:pt x="1411263" y="3805212"/>
                  </a:lnTo>
                  <a:lnTo>
                    <a:pt x="1411420" y="3805212"/>
                  </a:lnTo>
                  <a:lnTo>
                    <a:pt x="1411420" y="3804781"/>
                  </a:lnTo>
                  <a:lnTo>
                    <a:pt x="1411420" y="3804351"/>
                  </a:lnTo>
                  <a:lnTo>
                    <a:pt x="1411578" y="3804351"/>
                  </a:lnTo>
                  <a:lnTo>
                    <a:pt x="1411578" y="3803920"/>
                  </a:lnTo>
                  <a:lnTo>
                    <a:pt x="1411736" y="3803920"/>
                  </a:lnTo>
                  <a:lnTo>
                    <a:pt x="1411894" y="3803920"/>
                  </a:lnTo>
                  <a:lnTo>
                    <a:pt x="1411894" y="3803489"/>
                  </a:lnTo>
                  <a:lnTo>
                    <a:pt x="1412051" y="3803489"/>
                  </a:lnTo>
                  <a:lnTo>
                    <a:pt x="1412209" y="3803489"/>
                  </a:lnTo>
                  <a:lnTo>
                    <a:pt x="1412209" y="3803059"/>
                  </a:lnTo>
                  <a:lnTo>
                    <a:pt x="1412367" y="3803059"/>
                  </a:lnTo>
                  <a:lnTo>
                    <a:pt x="1412524" y="3803059"/>
                  </a:lnTo>
                  <a:lnTo>
                    <a:pt x="1412682" y="3803059"/>
                  </a:lnTo>
                  <a:lnTo>
                    <a:pt x="1412840" y="3803059"/>
                  </a:lnTo>
                  <a:lnTo>
                    <a:pt x="1412998" y="3803059"/>
                  </a:lnTo>
                  <a:lnTo>
                    <a:pt x="1412998" y="3802628"/>
                  </a:lnTo>
                  <a:lnTo>
                    <a:pt x="1413155" y="3802628"/>
                  </a:lnTo>
                  <a:lnTo>
                    <a:pt x="1413313" y="3802628"/>
                  </a:lnTo>
                  <a:lnTo>
                    <a:pt x="1413471" y="3802628"/>
                  </a:lnTo>
                  <a:lnTo>
                    <a:pt x="1413628" y="3802628"/>
                  </a:lnTo>
                  <a:lnTo>
                    <a:pt x="1413786" y="3802628"/>
                  </a:lnTo>
                  <a:lnTo>
                    <a:pt x="1413786" y="3802198"/>
                  </a:lnTo>
                  <a:lnTo>
                    <a:pt x="1413786" y="3801767"/>
                  </a:lnTo>
                  <a:lnTo>
                    <a:pt x="1413944" y="3801767"/>
                  </a:lnTo>
                  <a:lnTo>
                    <a:pt x="1413944" y="3801336"/>
                  </a:lnTo>
                  <a:lnTo>
                    <a:pt x="1413944" y="3800906"/>
                  </a:lnTo>
                  <a:lnTo>
                    <a:pt x="1414102" y="3800906"/>
                  </a:lnTo>
                  <a:lnTo>
                    <a:pt x="1414259" y="3800906"/>
                  </a:lnTo>
                  <a:lnTo>
                    <a:pt x="1414259" y="3800475"/>
                  </a:lnTo>
                  <a:lnTo>
                    <a:pt x="1414259" y="3800045"/>
                  </a:lnTo>
                  <a:lnTo>
                    <a:pt x="1414417" y="3800045"/>
                  </a:lnTo>
                  <a:lnTo>
                    <a:pt x="1414575" y="3800045"/>
                  </a:lnTo>
                  <a:lnTo>
                    <a:pt x="1414732" y="3800045"/>
                  </a:lnTo>
                  <a:lnTo>
                    <a:pt x="1414732" y="3799614"/>
                  </a:lnTo>
                  <a:lnTo>
                    <a:pt x="1414732" y="3799183"/>
                  </a:lnTo>
                  <a:lnTo>
                    <a:pt x="1414890" y="3799183"/>
                  </a:lnTo>
                  <a:lnTo>
                    <a:pt x="1414890" y="3798753"/>
                  </a:lnTo>
                  <a:lnTo>
                    <a:pt x="1415048" y="3798753"/>
                  </a:lnTo>
                  <a:lnTo>
                    <a:pt x="1415206" y="3798753"/>
                  </a:lnTo>
                  <a:lnTo>
                    <a:pt x="1415363" y="3798753"/>
                  </a:lnTo>
                  <a:lnTo>
                    <a:pt x="1415363" y="3798322"/>
                  </a:lnTo>
                  <a:lnTo>
                    <a:pt x="1415363" y="3797892"/>
                  </a:lnTo>
                  <a:lnTo>
                    <a:pt x="1415521" y="3797892"/>
                  </a:lnTo>
                  <a:lnTo>
                    <a:pt x="1415679" y="3797892"/>
                  </a:lnTo>
                  <a:lnTo>
                    <a:pt x="1415836" y="3797892"/>
                  </a:lnTo>
                  <a:lnTo>
                    <a:pt x="1415836" y="3797461"/>
                  </a:lnTo>
                  <a:lnTo>
                    <a:pt x="1415836" y="3797030"/>
                  </a:lnTo>
                  <a:lnTo>
                    <a:pt x="1415836" y="3796600"/>
                  </a:lnTo>
                  <a:lnTo>
                    <a:pt x="1415994" y="3796600"/>
                  </a:lnTo>
                  <a:lnTo>
                    <a:pt x="1416152" y="3796600"/>
                  </a:lnTo>
                  <a:lnTo>
                    <a:pt x="1416152" y="3796169"/>
                  </a:lnTo>
                  <a:lnTo>
                    <a:pt x="1416310" y="3796169"/>
                  </a:lnTo>
                  <a:lnTo>
                    <a:pt x="1416467" y="3796169"/>
                  </a:lnTo>
                  <a:lnTo>
                    <a:pt x="1416625" y="3796169"/>
                  </a:lnTo>
                  <a:lnTo>
                    <a:pt x="1416783" y="3796169"/>
                  </a:lnTo>
                  <a:lnTo>
                    <a:pt x="1416941" y="3796169"/>
                  </a:lnTo>
                  <a:lnTo>
                    <a:pt x="1417098" y="3796169"/>
                  </a:lnTo>
                  <a:lnTo>
                    <a:pt x="1417098" y="3795739"/>
                  </a:lnTo>
                  <a:lnTo>
                    <a:pt x="1417256" y="3795739"/>
                  </a:lnTo>
                  <a:lnTo>
                    <a:pt x="1417414" y="3795739"/>
                  </a:lnTo>
                  <a:lnTo>
                    <a:pt x="1417571" y="3795739"/>
                  </a:lnTo>
                  <a:lnTo>
                    <a:pt x="1417729" y="3795739"/>
                  </a:lnTo>
                  <a:lnTo>
                    <a:pt x="1417887" y="3795739"/>
                  </a:lnTo>
                  <a:lnTo>
                    <a:pt x="1418045" y="3795739"/>
                  </a:lnTo>
                  <a:lnTo>
                    <a:pt x="1418045" y="3795308"/>
                  </a:lnTo>
                  <a:lnTo>
                    <a:pt x="1418045" y="3794877"/>
                  </a:lnTo>
                  <a:lnTo>
                    <a:pt x="1418202" y="3794877"/>
                  </a:lnTo>
                  <a:lnTo>
                    <a:pt x="1418202" y="3794447"/>
                  </a:lnTo>
                  <a:lnTo>
                    <a:pt x="1418202" y="3794016"/>
                  </a:lnTo>
                  <a:lnTo>
                    <a:pt x="1418360" y="3794016"/>
                  </a:lnTo>
                  <a:lnTo>
                    <a:pt x="1418518" y="3794016"/>
                  </a:lnTo>
                  <a:lnTo>
                    <a:pt x="1418675" y="3794016"/>
                  </a:lnTo>
                  <a:lnTo>
                    <a:pt x="1418833" y="3794016"/>
                  </a:lnTo>
                  <a:lnTo>
                    <a:pt x="1418991" y="3794016"/>
                  </a:lnTo>
                  <a:lnTo>
                    <a:pt x="1418991" y="3793586"/>
                  </a:lnTo>
                  <a:lnTo>
                    <a:pt x="1418991" y="3793155"/>
                  </a:lnTo>
                  <a:lnTo>
                    <a:pt x="1419149" y="3793155"/>
                  </a:lnTo>
                  <a:lnTo>
                    <a:pt x="1419149" y="3792724"/>
                  </a:lnTo>
                  <a:lnTo>
                    <a:pt x="1419149" y="3792294"/>
                  </a:lnTo>
                  <a:lnTo>
                    <a:pt x="1419306" y="3792294"/>
                  </a:lnTo>
                  <a:lnTo>
                    <a:pt x="1419464" y="3792294"/>
                  </a:lnTo>
                  <a:lnTo>
                    <a:pt x="1419622" y="3792294"/>
                  </a:lnTo>
                  <a:lnTo>
                    <a:pt x="1419779" y="3792294"/>
                  </a:lnTo>
                  <a:lnTo>
                    <a:pt x="1419779" y="3791863"/>
                  </a:lnTo>
                  <a:lnTo>
                    <a:pt x="1419937" y="3791863"/>
                  </a:lnTo>
                  <a:lnTo>
                    <a:pt x="1419937" y="3791433"/>
                  </a:lnTo>
                  <a:lnTo>
                    <a:pt x="1420095" y="3791433"/>
                  </a:lnTo>
                  <a:lnTo>
                    <a:pt x="1420253" y="3791433"/>
                  </a:lnTo>
                  <a:lnTo>
                    <a:pt x="1420410" y="3791433"/>
                  </a:lnTo>
                  <a:lnTo>
                    <a:pt x="1420568" y="3791433"/>
                  </a:lnTo>
                  <a:lnTo>
                    <a:pt x="1420726" y="3791433"/>
                  </a:lnTo>
                  <a:lnTo>
                    <a:pt x="1420726" y="3791002"/>
                  </a:lnTo>
                  <a:lnTo>
                    <a:pt x="1420883" y="3791002"/>
                  </a:lnTo>
                  <a:lnTo>
                    <a:pt x="1421041" y="3791002"/>
                  </a:lnTo>
                  <a:lnTo>
                    <a:pt x="1421199" y="3791002"/>
                  </a:lnTo>
                  <a:lnTo>
                    <a:pt x="1421199" y="3790571"/>
                  </a:lnTo>
                  <a:lnTo>
                    <a:pt x="1421357" y="3790571"/>
                  </a:lnTo>
                  <a:lnTo>
                    <a:pt x="1421514" y="3790571"/>
                  </a:lnTo>
                  <a:lnTo>
                    <a:pt x="1421672" y="3790571"/>
                  </a:lnTo>
                  <a:lnTo>
                    <a:pt x="1421830" y="3790571"/>
                  </a:lnTo>
                  <a:lnTo>
                    <a:pt x="1421987" y="3790571"/>
                  </a:lnTo>
                  <a:lnTo>
                    <a:pt x="1422145" y="3790571"/>
                  </a:lnTo>
                  <a:lnTo>
                    <a:pt x="1422303" y="3790571"/>
                  </a:lnTo>
                  <a:lnTo>
                    <a:pt x="1422303" y="3790141"/>
                  </a:lnTo>
                  <a:lnTo>
                    <a:pt x="1422461" y="3790141"/>
                  </a:lnTo>
                  <a:lnTo>
                    <a:pt x="1422618" y="3790141"/>
                  </a:lnTo>
                  <a:lnTo>
                    <a:pt x="1422776" y="3790141"/>
                  </a:lnTo>
                  <a:lnTo>
                    <a:pt x="1422934" y="3790141"/>
                  </a:lnTo>
                  <a:lnTo>
                    <a:pt x="1422934" y="3789710"/>
                  </a:lnTo>
                  <a:lnTo>
                    <a:pt x="1422934" y="3789280"/>
                  </a:lnTo>
                  <a:lnTo>
                    <a:pt x="1422934" y="3788849"/>
                  </a:lnTo>
                  <a:lnTo>
                    <a:pt x="1422934" y="3788418"/>
                  </a:lnTo>
                  <a:lnTo>
                    <a:pt x="1423092" y="3788418"/>
                  </a:lnTo>
                  <a:lnTo>
                    <a:pt x="1423249" y="3788418"/>
                  </a:lnTo>
                  <a:lnTo>
                    <a:pt x="1423249" y="3787988"/>
                  </a:lnTo>
                  <a:lnTo>
                    <a:pt x="1423407" y="3787988"/>
                  </a:lnTo>
                  <a:lnTo>
                    <a:pt x="1423565" y="3787988"/>
                  </a:lnTo>
                  <a:lnTo>
                    <a:pt x="1423565" y="3787557"/>
                  </a:lnTo>
                  <a:lnTo>
                    <a:pt x="1423565" y="3787127"/>
                  </a:lnTo>
                  <a:lnTo>
                    <a:pt x="1423722" y="3787127"/>
                  </a:lnTo>
                  <a:lnTo>
                    <a:pt x="1423880" y="3787127"/>
                  </a:lnTo>
                  <a:lnTo>
                    <a:pt x="1424038" y="3787127"/>
                  </a:lnTo>
                  <a:lnTo>
                    <a:pt x="1424196" y="3787127"/>
                  </a:lnTo>
                  <a:lnTo>
                    <a:pt x="1424353" y="3787127"/>
                  </a:lnTo>
                  <a:lnTo>
                    <a:pt x="1424353" y="3786696"/>
                  </a:lnTo>
                  <a:lnTo>
                    <a:pt x="1424353" y="3786265"/>
                  </a:lnTo>
                  <a:lnTo>
                    <a:pt x="1424511" y="3786265"/>
                  </a:lnTo>
                  <a:lnTo>
                    <a:pt x="1424511" y="3785835"/>
                  </a:lnTo>
                  <a:lnTo>
                    <a:pt x="1424669" y="3785835"/>
                  </a:lnTo>
                  <a:lnTo>
                    <a:pt x="1424669" y="3785404"/>
                  </a:lnTo>
                  <a:lnTo>
                    <a:pt x="1424826" y="3785404"/>
                  </a:lnTo>
                  <a:lnTo>
                    <a:pt x="1424984" y="3785404"/>
                  </a:lnTo>
                  <a:lnTo>
                    <a:pt x="1424984" y="3784974"/>
                  </a:lnTo>
                  <a:lnTo>
                    <a:pt x="1425142" y="3784974"/>
                  </a:lnTo>
                  <a:lnTo>
                    <a:pt x="1425300" y="3784974"/>
                  </a:lnTo>
                  <a:lnTo>
                    <a:pt x="1425300" y="3784543"/>
                  </a:lnTo>
                  <a:lnTo>
                    <a:pt x="1425300" y="3784112"/>
                  </a:lnTo>
                  <a:lnTo>
                    <a:pt x="1425457" y="3784112"/>
                  </a:lnTo>
                  <a:lnTo>
                    <a:pt x="1425457" y="3783682"/>
                  </a:lnTo>
                  <a:lnTo>
                    <a:pt x="1425457" y="3783251"/>
                  </a:lnTo>
                  <a:lnTo>
                    <a:pt x="1425615" y="3783251"/>
                  </a:lnTo>
                  <a:lnTo>
                    <a:pt x="1425773" y="3783251"/>
                  </a:lnTo>
                  <a:lnTo>
                    <a:pt x="1425773" y="3782821"/>
                  </a:lnTo>
                  <a:lnTo>
                    <a:pt x="1425930" y="3782821"/>
                  </a:lnTo>
                  <a:lnTo>
                    <a:pt x="1425930" y="3782390"/>
                  </a:lnTo>
                  <a:lnTo>
                    <a:pt x="1426088" y="3782390"/>
                  </a:lnTo>
                  <a:lnTo>
                    <a:pt x="1426088" y="3781959"/>
                  </a:lnTo>
                  <a:lnTo>
                    <a:pt x="1426246" y="3781959"/>
                  </a:lnTo>
                  <a:lnTo>
                    <a:pt x="1426246" y="3781529"/>
                  </a:lnTo>
                  <a:lnTo>
                    <a:pt x="1426404" y="3781529"/>
                  </a:lnTo>
                  <a:lnTo>
                    <a:pt x="1426404" y="3781098"/>
                  </a:lnTo>
                  <a:lnTo>
                    <a:pt x="1426404" y="3780668"/>
                  </a:lnTo>
                  <a:lnTo>
                    <a:pt x="1426404" y="3780237"/>
                  </a:lnTo>
                  <a:lnTo>
                    <a:pt x="1426404" y="3779806"/>
                  </a:lnTo>
                  <a:lnTo>
                    <a:pt x="1426561" y="3779806"/>
                  </a:lnTo>
                  <a:lnTo>
                    <a:pt x="1426719" y="3779806"/>
                  </a:lnTo>
                  <a:lnTo>
                    <a:pt x="1426877" y="3779806"/>
                  </a:lnTo>
                  <a:lnTo>
                    <a:pt x="1427034" y="3779806"/>
                  </a:lnTo>
                  <a:lnTo>
                    <a:pt x="1427192" y="3779806"/>
                  </a:lnTo>
                  <a:lnTo>
                    <a:pt x="1427192" y="3779376"/>
                  </a:lnTo>
                  <a:lnTo>
                    <a:pt x="1427350" y="3779376"/>
                  </a:lnTo>
                  <a:lnTo>
                    <a:pt x="1427508" y="3779376"/>
                  </a:lnTo>
                  <a:lnTo>
                    <a:pt x="1427665" y="3779376"/>
                  </a:lnTo>
                  <a:lnTo>
                    <a:pt x="1427823" y="3779376"/>
                  </a:lnTo>
                  <a:lnTo>
                    <a:pt x="1427981" y="3779376"/>
                  </a:lnTo>
                  <a:lnTo>
                    <a:pt x="1427981" y="3778945"/>
                  </a:lnTo>
                  <a:lnTo>
                    <a:pt x="1428139" y="3778945"/>
                  </a:lnTo>
                  <a:lnTo>
                    <a:pt x="1428296" y="3778945"/>
                  </a:lnTo>
                  <a:lnTo>
                    <a:pt x="1428296" y="3778515"/>
                  </a:lnTo>
                  <a:lnTo>
                    <a:pt x="1428454" y="3778515"/>
                  </a:lnTo>
                  <a:lnTo>
                    <a:pt x="1428612" y="3778515"/>
                  </a:lnTo>
                  <a:lnTo>
                    <a:pt x="1428612" y="3778084"/>
                  </a:lnTo>
                  <a:lnTo>
                    <a:pt x="1428612" y="3777653"/>
                  </a:lnTo>
                  <a:lnTo>
                    <a:pt x="1428612" y="3777223"/>
                  </a:lnTo>
                  <a:lnTo>
                    <a:pt x="1428612" y="3776792"/>
                  </a:lnTo>
                  <a:lnTo>
                    <a:pt x="1428769" y="3776792"/>
                  </a:lnTo>
                  <a:lnTo>
                    <a:pt x="1428927" y="3776792"/>
                  </a:lnTo>
                  <a:lnTo>
                    <a:pt x="1429085" y="3776792"/>
                  </a:lnTo>
                  <a:lnTo>
                    <a:pt x="1429243" y="3776792"/>
                  </a:lnTo>
                  <a:lnTo>
                    <a:pt x="1429243" y="3776362"/>
                  </a:lnTo>
                  <a:lnTo>
                    <a:pt x="1429400" y="3776362"/>
                  </a:lnTo>
                  <a:lnTo>
                    <a:pt x="1429558" y="3776362"/>
                  </a:lnTo>
                  <a:lnTo>
                    <a:pt x="1429716" y="3776362"/>
                  </a:lnTo>
                  <a:lnTo>
                    <a:pt x="1429873" y="3776362"/>
                  </a:lnTo>
                  <a:lnTo>
                    <a:pt x="1430031" y="3776362"/>
                  </a:lnTo>
                  <a:lnTo>
                    <a:pt x="1430031" y="3775931"/>
                  </a:lnTo>
                  <a:lnTo>
                    <a:pt x="1430031" y="3775500"/>
                  </a:lnTo>
                  <a:lnTo>
                    <a:pt x="1430031" y="3775070"/>
                  </a:lnTo>
                  <a:lnTo>
                    <a:pt x="1430189" y="3775070"/>
                  </a:lnTo>
                  <a:lnTo>
                    <a:pt x="1430347" y="3775070"/>
                  </a:lnTo>
                  <a:lnTo>
                    <a:pt x="1430504" y="3775070"/>
                  </a:lnTo>
                  <a:lnTo>
                    <a:pt x="1430662" y="3775070"/>
                  </a:lnTo>
                  <a:lnTo>
                    <a:pt x="1430820" y="3775070"/>
                  </a:lnTo>
                  <a:lnTo>
                    <a:pt x="1430977" y="3775070"/>
                  </a:lnTo>
                  <a:lnTo>
                    <a:pt x="1431135" y="3775070"/>
                  </a:lnTo>
                  <a:lnTo>
                    <a:pt x="1431293" y="3775070"/>
                  </a:lnTo>
                  <a:lnTo>
                    <a:pt x="1431451" y="3775070"/>
                  </a:lnTo>
                  <a:lnTo>
                    <a:pt x="1431608" y="3775070"/>
                  </a:lnTo>
                  <a:lnTo>
                    <a:pt x="1431766" y="3775070"/>
                  </a:lnTo>
                  <a:lnTo>
                    <a:pt x="1431924" y="3775070"/>
                  </a:lnTo>
                  <a:lnTo>
                    <a:pt x="1432081" y="3775070"/>
                  </a:lnTo>
                  <a:lnTo>
                    <a:pt x="1432239" y="3775070"/>
                  </a:lnTo>
                  <a:lnTo>
                    <a:pt x="1432239" y="3774639"/>
                  </a:lnTo>
                  <a:lnTo>
                    <a:pt x="1432397" y="3774639"/>
                  </a:lnTo>
                  <a:lnTo>
                    <a:pt x="1432555" y="3774639"/>
                  </a:lnTo>
                  <a:lnTo>
                    <a:pt x="1432555" y="3774209"/>
                  </a:lnTo>
                  <a:lnTo>
                    <a:pt x="1432555" y="3773778"/>
                  </a:lnTo>
                  <a:lnTo>
                    <a:pt x="1432712" y="3773778"/>
                  </a:lnTo>
                  <a:lnTo>
                    <a:pt x="1432870" y="3773778"/>
                  </a:lnTo>
                  <a:lnTo>
                    <a:pt x="1433028" y="3773778"/>
                  </a:lnTo>
                  <a:lnTo>
                    <a:pt x="1433185" y="3773778"/>
                  </a:lnTo>
                  <a:lnTo>
                    <a:pt x="1433185" y="3773347"/>
                  </a:lnTo>
                  <a:lnTo>
                    <a:pt x="1433185" y="3772917"/>
                  </a:lnTo>
                  <a:lnTo>
                    <a:pt x="1433185" y="3772486"/>
                  </a:lnTo>
                  <a:lnTo>
                    <a:pt x="1433343" y="3772486"/>
                  </a:lnTo>
                  <a:lnTo>
                    <a:pt x="1433501" y="3772486"/>
                  </a:lnTo>
                  <a:lnTo>
                    <a:pt x="1433659" y="3772486"/>
                  </a:lnTo>
                  <a:lnTo>
                    <a:pt x="1433816" y="3772486"/>
                  </a:lnTo>
                  <a:lnTo>
                    <a:pt x="1433974" y="3772486"/>
                  </a:lnTo>
                  <a:lnTo>
                    <a:pt x="1434132" y="3772486"/>
                  </a:lnTo>
                  <a:lnTo>
                    <a:pt x="1434290" y="3772486"/>
                  </a:lnTo>
                  <a:lnTo>
                    <a:pt x="1434290" y="3772056"/>
                  </a:lnTo>
                  <a:lnTo>
                    <a:pt x="1434447" y="3772056"/>
                  </a:lnTo>
                  <a:lnTo>
                    <a:pt x="1434447" y="3771625"/>
                  </a:lnTo>
                  <a:lnTo>
                    <a:pt x="1434605" y="3771625"/>
                  </a:lnTo>
                  <a:lnTo>
                    <a:pt x="1434605" y="3771194"/>
                  </a:lnTo>
                  <a:lnTo>
                    <a:pt x="1434763" y="3771194"/>
                  </a:lnTo>
                  <a:lnTo>
                    <a:pt x="1434920" y="3771194"/>
                  </a:lnTo>
                  <a:lnTo>
                    <a:pt x="1435078" y="3771194"/>
                  </a:lnTo>
                  <a:lnTo>
                    <a:pt x="1435236" y="3771194"/>
                  </a:lnTo>
                  <a:lnTo>
                    <a:pt x="1435236" y="3770764"/>
                  </a:lnTo>
                  <a:lnTo>
                    <a:pt x="1435236" y="3770333"/>
                  </a:lnTo>
                  <a:lnTo>
                    <a:pt x="1435394" y="3770333"/>
                  </a:lnTo>
                  <a:lnTo>
                    <a:pt x="1435551" y="3770333"/>
                  </a:lnTo>
                  <a:lnTo>
                    <a:pt x="1435709" y="3770333"/>
                  </a:lnTo>
                  <a:lnTo>
                    <a:pt x="1435867" y="3770333"/>
                  </a:lnTo>
                  <a:lnTo>
                    <a:pt x="1435867" y="3769903"/>
                  </a:lnTo>
                  <a:lnTo>
                    <a:pt x="1436024" y="3769903"/>
                  </a:lnTo>
                  <a:lnTo>
                    <a:pt x="1436024" y="3769472"/>
                  </a:lnTo>
                  <a:lnTo>
                    <a:pt x="1436182" y="3769472"/>
                  </a:lnTo>
                  <a:lnTo>
                    <a:pt x="1436340" y="3769472"/>
                  </a:lnTo>
                  <a:lnTo>
                    <a:pt x="1436498" y="3769472"/>
                  </a:lnTo>
                  <a:lnTo>
                    <a:pt x="1436655" y="3769472"/>
                  </a:lnTo>
                  <a:lnTo>
                    <a:pt x="1436813" y="3769472"/>
                  </a:lnTo>
                  <a:lnTo>
                    <a:pt x="1436971" y="3769472"/>
                  </a:lnTo>
                  <a:lnTo>
                    <a:pt x="1437128" y="3769472"/>
                  </a:lnTo>
                  <a:lnTo>
                    <a:pt x="1437286" y="3769472"/>
                  </a:lnTo>
                  <a:lnTo>
                    <a:pt x="1437444" y="3769472"/>
                  </a:lnTo>
                  <a:lnTo>
                    <a:pt x="1437602" y="3769472"/>
                  </a:lnTo>
                  <a:lnTo>
                    <a:pt x="1437759" y="3769472"/>
                  </a:lnTo>
                  <a:lnTo>
                    <a:pt x="1437917" y="3769472"/>
                  </a:lnTo>
                  <a:lnTo>
                    <a:pt x="1437917" y="3769041"/>
                  </a:lnTo>
                  <a:lnTo>
                    <a:pt x="1438075" y="3769041"/>
                  </a:lnTo>
                  <a:lnTo>
                    <a:pt x="1438232" y="3769041"/>
                  </a:lnTo>
                  <a:lnTo>
                    <a:pt x="1438390" y="3769041"/>
                  </a:lnTo>
                  <a:lnTo>
                    <a:pt x="1438548" y="3769041"/>
                  </a:lnTo>
                  <a:lnTo>
                    <a:pt x="1438548" y="3768611"/>
                  </a:lnTo>
                  <a:lnTo>
                    <a:pt x="1438548" y="3768180"/>
                  </a:lnTo>
                  <a:lnTo>
                    <a:pt x="1438548" y="3767750"/>
                  </a:lnTo>
                  <a:lnTo>
                    <a:pt x="1438548" y="3767319"/>
                  </a:lnTo>
                  <a:lnTo>
                    <a:pt x="1438706" y="3767319"/>
                  </a:lnTo>
                  <a:lnTo>
                    <a:pt x="1438863" y="3767319"/>
                  </a:lnTo>
                  <a:lnTo>
                    <a:pt x="1439021" y="3767319"/>
                  </a:lnTo>
                  <a:lnTo>
                    <a:pt x="1439179" y="3767319"/>
                  </a:lnTo>
                  <a:lnTo>
                    <a:pt x="1439179" y="3766888"/>
                  </a:lnTo>
                  <a:lnTo>
                    <a:pt x="1439337" y="3766888"/>
                  </a:lnTo>
                  <a:lnTo>
                    <a:pt x="1439494" y="3766888"/>
                  </a:lnTo>
                  <a:lnTo>
                    <a:pt x="1439652" y="3766888"/>
                  </a:lnTo>
                  <a:lnTo>
                    <a:pt x="1439810" y="3766888"/>
                  </a:lnTo>
                  <a:lnTo>
                    <a:pt x="1439967" y="3766888"/>
                  </a:lnTo>
                  <a:lnTo>
                    <a:pt x="1440125" y="3766888"/>
                  </a:lnTo>
                  <a:lnTo>
                    <a:pt x="1440283" y="3766888"/>
                  </a:lnTo>
                  <a:lnTo>
                    <a:pt x="1440441" y="3766888"/>
                  </a:lnTo>
                  <a:lnTo>
                    <a:pt x="1440441" y="3766458"/>
                  </a:lnTo>
                  <a:lnTo>
                    <a:pt x="1440598" y="3766458"/>
                  </a:lnTo>
                  <a:lnTo>
                    <a:pt x="1440756" y="3766458"/>
                  </a:lnTo>
                  <a:lnTo>
                    <a:pt x="1440756" y="3766027"/>
                  </a:lnTo>
                  <a:lnTo>
                    <a:pt x="1440914" y="3766027"/>
                  </a:lnTo>
                  <a:lnTo>
                    <a:pt x="1440914" y="3765597"/>
                  </a:lnTo>
                  <a:lnTo>
                    <a:pt x="1441071" y="3765597"/>
                  </a:lnTo>
                  <a:lnTo>
                    <a:pt x="1441229" y="3765597"/>
                  </a:lnTo>
                  <a:lnTo>
                    <a:pt x="1441229" y="3765166"/>
                  </a:lnTo>
                  <a:lnTo>
                    <a:pt x="1441387" y="3765166"/>
                  </a:lnTo>
                  <a:lnTo>
                    <a:pt x="1441545" y="3765166"/>
                  </a:lnTo>
                  <a:lnTo>
                    <a:pt x="1441702" y="3765166"/>
                  </a:lnTo>
                  <a:lnTo>
                    <a:pt x="1441860" y="3765166"/>
                  </a:lnTo>
                  <a:lnTo>
                    <a:pt x="1442018" y="3765166"/>
                  </a:lnTo>
                  <a:lnTo>
                    <a:pt x="1442175" y="3765166"/>
                  </a:lnTo>
                  <a:lnTo>
                    <a:pt x="1442175" y="3764735"/>
                  </a:lnTo>
                  <a:lnTo>
                    <a:pt x="1442175" y="3764305"/>
                  </a:lnTo>
                  <a:lnTo>
                    <a:pt x="1442333" y="3764305"/>
                  </a:lnTo>
                  <a:lnTo>
                    <a:pt x="1442491" y="3764305"/>
                  </a:lnTo>
                  <a:lnTo>
                    <a:pt x="1442649" y="3764305"/>
                  </a:lnTo>
                  <a:lnTo>
                    <a:pt x="1442806" y="3764305"/>
                  </a:lnTo>
                  <a:lnTo>
                    <a:pt x="1442964" y="3764305"/>
                  </a:lnTo>
                  <a:lnTo>
                    <a:pt x="1442964" y="3763874"/>
                  </a:lnTo>
                  <a:lnTo>
                    <a:pt x="1443122" y="3763874"/>
                  </a:lnTo>
                  <a:lnTo>
                    <a:pt x="1443279" y="3763874"/>
                  </a:lnTo>
                  <a:lnTo>
                    <a:pt x="1443437" y="3763874"/>
                  </a:lnTo>
                  <a:lnTo>
                    <a:pt x="1443595" y="3763874"/>
                  </a:lnTo>
                  <a:lnTo>
                    <a:pt x="1443753" y="3763874"/>
                  </a:lnTo>
                  <a:lnTo>
                    <a:pt x="1443910" y="3763874"/>
                  </a:lnTo>
                  <a:lnTo>
                    <a:pt x="1444068" y="3763874"/>
                  </a:lnTo>
                  <a:lnTo>
                    <a:pt x="1444226" y="3763874"/>
                  </a:lnTo>
                  <a:lnTo>
                    <a:pt x="1444226" y="3763444"/>
                  </a:lnTo>
                  <a:lnTo>
                    <a:pt x="1444226" y="3763013"/>
                  </a:lnTo>
                  <a:lnTo>
                    <a:pt x="1444383" y="3763013"/>
                  </a:lnTo>
                  <a:lnTo>
                    <a:pt x="1444541" y="3763013"/>
                  </a:lnTo>
                  <a:lnTo>
                    <a:pt x="1444699" y="3763013"/>
                  </a:lnTo>
                  <a:lnTo>
                    <a:pt x="1444857" y="3763013"/>
                  </a:lnTo>
                  <a:lnTo>
                    <a:pt x="1445014" y="3763013"/>
                  </a:lnTo>
                  <a:lnTo>
                    <a:pt x="1445172" y="3763013"/>
                  </a:lnTo>
                  <a:lnTo>
                    <a:pt x="1445330" y="3763013"/>
                  </a:lnTo>
                  <a:lnTo>
                    <a:pt x="1445330" y="3762582"/>
                  </a:lnTo>
                  <a:lnTo>
                    <a:pt x="1445488" y="3762582"/>
                  </a:lnTo>
                  <a:lnTo>
                    <a:pt x="1445645" y="3762582"/>
                  </a:lnTo>
                  <a:lnTo>
                    <a:pt x="1445803" y="3762582"/>
                  </a:lnTo>
                  <a:lnTo>
                    <a:pt x="1445961" y="3762582"/>
                  </a:lnTo>
                  <a:lnTo>
                    <a:pt x="1445961" y="3762152"/>
                  </a:lnTo>
                  <a:lnTo>
                    <a:pt x="1445961" y="3761721"/>
                  </a:lnTo>
                  <a:lnTo>
                    <a:pt x="1445961" y="3761291"/>
                  </a:lnTo>
                  <a:lnTo>
                    <a:pt x="1446118" y="3761291"/>
                  </a:lnTo>
                  <a:lnTo>
                    <a:pt x="1446276" y="3761291"/>
                  </a:lnTo>
                  <a:lnTo>
                    <a:pt x="1446434" y="3761291"/>
                  </a:lnTo>
                  <a:lnTo>
                    <a:pt x="1446592" y="3761291"/>
                  </a:lnTo>
                  <a:lnTo>
                    <a:pt x="1446749" y="3761291"/>
                  </a:lnTo>
                  <a:lnTo>
                    <a:pt x="1446907" y="3761291"/>
                  </a:lnTo>
                  <a:lnTo>
                    <a:pt x="1446907" y="3760860"/>
                  </a:lnTo>
                  <a:lnTo>
                    <a:pt x="1447065" y="3760860"/>
                  </a:lnTo>
                  <a:lnTo>
                    <a:pt x="1447222" y="3760860"/>
                  </a:lnTo>
                  <a:lnTo>
                    <a:pt x="1447380" y="3760860"/>
                  </a:lnTo>
                  <a:lnTo>
                    <a:pt x="1447380" y="3760429"/>
                  </a:lnTo>
                  <a:lnTo>
                    <a:pt x="1447538" y="3760429"/>
                  </a:lnTo>
                  <a:lnTo>
                    <a:pt x="1447696" y="3760429"/>
                  </a:lnTo>
                  <a:lnTo>
                    <a:pt x="1447696" y="3759999"/>
                  </a:lnTo>
                  <a:lnTo>
                    <a:pt x="1447696" y="3759568"/>
                  </a:lnTo>
                  <a:lnTo>
                    <a:pt x="1447696" y="3759138"/>
                  </a:lnTo>
                  <a:lnTo>
                    <a:pt x="1447696" y="3758707"/>
                  </a:lnTo>
                  <a:lnTo>
                    <a:pt x="1447696" y="3758276"/>
                  </a:lnTo>
                  <a:lnTo>
                    <a:pt x="1447853" y="3758276"/>
                  </a:lnTo>
                  <a:lnTo>
                    <a:pt x="1448011" y="3758276"/>
                  </a:lnTo>
                  <a:lnTo>
                    <a:pt x="1448169" y="3758276"/>
                  </a:lnTo>
                  <a:lnTo>
                    <a:pt x="1448326" y="3758276"/>
                  </a:lnTo>
                  <a:lnTo>
                    <a:pt x="1448326" y="3757846"/>
                  </a:lnTo>
                  <a:lnTo>
                    <a:pt x="1448484" y="3757846"/>
                  </a:lnTo>
                  <a:lnTo>
                    <a:pt x="1448642" y="3757846"/>
                  </a:lnTo>
                  <a:lnTo>
                    <a:pt x="1448800" y="3757846"/>
                  </a:lnTo>
                  <a:lnTo>
                    <a:pt x="1448957" y="3757846"/>
                  </a:lnTo>
                  <a:lnTo>
                    <a:pt x="1448957" y="3757415"/>
                  </a:lnTo>
                  <a:lnTo>
                    <a:pt x="1448957" y="3756985"/>
                  </a:lnTo>
                  <a:lnTo>
                    <a:pt x="1449115" y="3756985"/>
                  </a:lnTo>
                  <a:lnTo>
                    <a:pt x="1449273" y="3756985"/>
                  </a:lnTo>
                  <a:lnTo>
                    <a:pt x="1449430" y="3756985"/>
                  </a:lnTo>
                  <a:lnTo>
                    <a:pt x="1449430" y="3756554"/>
                  </a:lnTo>
                  <a:lnTo>
                    <a:pt x="1449588" y="3756554"/>
                  </a:lnTo>
                  <a:lnTo>
                    <a:pt x="1449746" y="3756554"/>
                  </a:lnTo>
                  <a:lnTo>
                    <a:pt x="1449746" y="3756123"/>
                  </a:lnTo>
                  <a:lnTo>
                    <a:pt x="1449904" y="3756123"/>
                  </a:lnTo>
                  <a:lnTo>
                    <a:pt x="1450061" y="3756123"/>
                  </a:lnTo>
                  <a:lnTo>
                    <a:pt x="1450219" y="3756123"/>
                  </a:lnTo>
                  <a:lnTo>
                    <a:pt x="1450377" y="3756123"/>
                  </a:lnTo>
                  <a:lnTo>
                    <a:pt x="1450535" y="3756123"/>
                  </a:lnTo>
                  <a:lnTo>
                    <a:pt x="1450692" y="3756123"/>
                  </a:lnTo>
                  <a:lnTo>
                    <a:pt x="1450850" y="3756123"/>
                  </a:lnTo>
                  <a:lnTo>
                    <a:pt x="1451008" y="3756123"/>
                  </a:lnTo>
                  <a:lnTo>
                    <a:pt x="1451165" y="3756123"/>
                  </a:lnTo>
                  <a:lnTo>
                    <a:pt x="1451323" y="3756123"/>
                  </a:lnTo>
                  <a:lnTo>
                    <a:pt x="1451323" y="3755693"/>
                  </a:lnTo>
                  <a:lnTo>
                    <a:pt x="1451481" y="3755693"/>
                  </a:lnTo>
                  <a:lnTo>
                    <a:pt x="1451639" y="3755693"/>
                  </a:lnTo>
                  <a:lnTo>
                    <a:pt x="1451796" y="3755693"/>
                  </a:lnTo>
                  <a:lnTo>
                    <a:pt x="1451954" y="3755693"/>
                  </a:lnTo>
                  <a:lnTo>
                    <a:pt x="1452112" y="3755693"/>
                  </a:lnTo>
                  <a:lnTo>
                    <a:pt x="1452269" y="3755693"/>
                  </a:lnTo>
                  <a:lnTo>
                    <a:pt x="1452269" y="3755262"/>
                  </a:lnTo>
                  <a:lnTo>
                    <a:pt x="1452427" y="3755262"/>
                  </a:lnTo>
                  <a:lnTo>
                    <a:pt x="1452585" y="3755262"/>
                  </a:lnTo>
                  <a:lnTo>
                    <a:pt x="1452585" y="3754832"/>
                  </a:lnTo>
                  <a:lnTo>
                    <a:pt x="1452585" y="3754401"/>
                  </a:lnTo>
                  <a:lnTo>
                    <a:pt x="1452585" y="3753970"/>
                  </a:lnTo>
                  <a:lnTo>
                    <a:pt x="1452743" y="3753970"/>
                  </a:lnTo>
                  <a:lnTo>
                    <a:pt x="1452743" y="3753540"/>
                  </a:lnTo>
                  <a:lnTo>
                    <a:pt x="1452743" y="3753109"/>
                  </a:lnTo>
                  <a:lnTo>
                    <a:pt x="1452743" y="3752679"/>
                  </a:lnTo>
                  <a:lnTo>
                    <a:pt x="1452900" y="3752679"/>
                  </a:lnTo>
                  <a:lnTo>
                    <a:pt x="1453058" y="3752679"/>
                  </a:lnTo>
                  <a:lnTo>
                    <a:pt x="1453216" y="3752679"/>
                  </a:lnTo>
                  <a:lnTo>
                    <a:pt x="1453373" y="3752679"/>
                  </a:lnTo>
                  <a:lnTo>
                    <a:pt x="1453531" y="3752679"/>
                  </a:lnTo>
                  <a:lnTo>
                    <a:pt x="1453689" y="3752679"/>
                  </a:lnTo>
                  <a:lnTo>
                    <a:pt x="1453847" y="3752679"/>
                  </a:lnTo>
                  <a:lnTo>
                    <a:pt x="1454004" y="3752679"/>
                  </a:lnTo>
                  <a:lnTo>
                    <a:pt x="1454162" y="3752679"/>
                  </a:lnTo>
                  <a:lnTo>
                    <a:pt x="1454320" y="3752679"/>
                  </a:lnTo>
                  <a:lnTo>
                    <a:pt x="1454477" y="3752679"/>
                  </a:lnTo>
                  <a:lnTo>
                    <a:pt x="1454477" y="3752248"/>
                  </a:lnTo>
                  <a:lnTo>
                    <a:pt x="1454635" y="3752248"/>
                  </a:lnTo>
                  <a:lnTo>
                    <a:pt x="1454793" y="3752248"/>
                  </a:lnTo>
                  <a:lnTo>
                    <a:pt x="1454951" y="3752248"/>
                  </a:lnTo>
                  <a:lnTo>
                    <a:pt x="1454951" y="3751817"/>
                  </a:lnTo>
                  <a:lnTo>
                    <a:pt x="1454951" y="3751387"/>
                  </a:lnTo>
                  <a:lnTo>
                    <a:pt x="1454951" y="3750956"/>
                  </a:lnTo>
                  <a:lnTo>
                    <a:pt x="1455108" y="3750956"/>
                  </a:lnTo>
                  <a:lnTo>
                    <a:pt x="1455266" y="3750956"/>
                  </a:lnTo>
                  <a:lnTo>
                    <a:pt x="1455424" y="3750956"/>
                  </a:lnTo>
                  <a:lnTo>
                    <a:pt x="1455581" y="3750956"/>
                  </a:lnTo>
                  <a:lnTo>
                    <a:pt x="1455581" y="3750526"/>
                  </a:lnTo>
                  <a:lnTo>
                    <a:pt x="1455739" y="3750526"/>
                  </a:lnTo>
                  <a:lnTo>
                    <a:pt x="1455739" y="3750095"/>
                  </a:lnTo>
                  <a:lnTo>
                    <a:pt x="1455897" y="3750095"/>
                  </a:lnTo>
                  <a:lnTo>
                    <a:pt x="1456055" y="3750095"/>
                  </a:lnTo>
                  <a:lnTo>
                    <a:pt x="1456212" y="3750095"/>
                  </a:lnTo>
                  <a:lnTo>
                    <a:pt x="1456370" y="3750095"/>
                  </a:lnTo>
                  <a:lnTo>
                    <a:pt x="1456528" y="3750095"/>
                  </a:lnTo>
                  <a:lnTo>
                    <a:pt x="1456686" y="3750095"/>
                  </a:lnTo>
                  <a:lnTo>
                    <a:pt x="1456843" y="3750095"/>
                  </a:lnTo>
                  <a:lnTo>
                    <a:pt x="1456843" y="3749664"/>
                  </a:lnTo>
                  <a:lnTo>
                    <a:pt x="1456843" y="3749234"/>
                  </a:lnTo>
                  <a:lnTo>
                    <a:pt x="1457001" y="3749234"/>
                  </a:lnTo>
                  <a:lnTo>
                    <a:pt x="1457001" y="3748803"/>
                  </a:lnTo>
                  <a:lnTo>
                    <a:pt x="1457159" y="3748803"/>
                  </a:lnTo>
                  <a:lnTo>
                    <a:pt x="1457316" y="3748803"/>
                  </a:lnTo>
                  <a:lnTo>
                    <a:pt x="1457474" y="3748803"/>
                  </a:lnTo>
                  <a:lnTo>
                    <a:pt x="1457632" y="3748803"/>
                  </a:lnTo>
                  <a:lnTo>
                    <a:pt x="1457790" y="3748803"/>
                  </a:lnTo>
                  <a:lnTo>
                    <a:pt x="1457947" y="3748803"/>
                  </a:lnTo>
                  <a:lnTo>
                    <a:pt x="1458105" y="3748803"/>
                  </a:lnTo>
                  <a:lnTo>
                    <a:pt x="1458263" y="3748803"/>
                  </a:lnTo>
                  <a:lnTo>
                    <a:pt x="1458420" y="3748803"/>
                  </a:lnTo>
                  <a:lnTo>
                    <a:pt x="1458578" y="3748803"/>
                  </a:lnTo>
                  <a:lnTo>
                    <a:pt x="1458736" y="3748803"/>
                  </a:lnTo>
                  <a:lnTo>
                    <a:pt x="1458736" y="3748373"/>
                  </a:lnTo>
                  <a:lnTo>
                    <a:pt x="1458894" y="3748373"/>
                  </a:lnTo>
                  <a:lnTo>
                    <a:pt x="1459051" y="3748373"/>
                  </a:lnTo>
                  <a:lnTo>
                    <a:pt x="1459209" y="3748373"/>
                  </a:lnTo>
                  <a:lnTo>
                    <a:pt x="1459367" y="3748373"/>
                  </a:lnTo>
                  <a:lnTo>
                    <a:pt x="1459524" y="3748373"/>
                  </a:lnTo>
                  <a:lnTo>
                    <a:pt x="1459682" y="3748373"/>
                  </a:lnTo>
                  <a:lnTo>
                    <a:pt x="1459682" y="3747942"/>
                  </a:lnTo>
                  <a:lnTo>
                    <a:pt x="1459840" y="3747942"/>
                  </a:lnTo>
                  <a:lnTo>
                    <a:pt x="1459840" y="3747511"/>
                  </a:lnTo>
                  <a:lnTo>
                    <a:pt x="1459840" y="3747081"/>
                  </a:lnTo>
                  <a:lnTo>
                    <a:pt x="1459998" y="3747081"/>
                  </a:lnTo>
                  <a:lnTo>
                    <a:pt x="1459998" y="3746650"/>
                  </a:lnTo>
                  <a:lnTo>
                    <a:pt x="1460155" y="3746650"/>
                  </a:lnTo>
                  <a:lnTo>
                    <a:pt x="1460313" y="3746650"/>
                  </a:lnTo>
                  <a:lnTo>
                    <a:pt x="1460471" y="3746650"/>
                  </a:lnTo>
                  <a:lnTo>
                    <a:pt x="1460471" y="3746220"/>
                  </a:lnTo>
                  <a:lnTo>
                    <a:pt x="1460471" y="3745789"/>
                  </a:lnTo>
                  <a:lnTo>
                    <a:pt x="1460628" y="3745789"/>
                  </a:lnTo>
                  <a:lnTo>
                    <a:pt x="1460786" y="3745789"/>
                  </a:lnTo>
                  <a:lnTo>
                    <a:pt x="1460944" y="3745789"/>
                  </a:lnTo>
                  <a:lnTo>
                    <a:pt x="1461102" y="3745789"/>
                  </a:lnTo>
                  <a:lnTo>
                    <a:pt x="1461259" y="3745789"/>
                  </a:lnTo>
                  <a:lnTo>
                    <a:pt x="1461417" y="3745789"/>
                  </a:lnTo>
                  <a:lnTo>
                    <a:pt x="1461575" y="3745789"/>
                  </a:lnTo>
                  <a:lnTo>
                    <a:pt x="1461733" y="3745789"/>
                  </a:lnTo>
                  <a:lnTo>
                    <a:pt x="1461890" y="3745789"/>
                  </a:lnTo>
                  <a:lnTo>
                    <a:pt x="1461890" y="3745358"/>
                  </a:lnTo>
                  <a:lnTo>
                    <a:pt x="1462048" y="3745358"/>
                  </a:lnTo>
                  <a:lnTo>
                    <a:pt x="1462206" y="3745358"/>
                  </a:lnTo>
                  <a:lnTo>
                    <a:pt x="1462206" y="3744928"/>
                  </a:lnTo>
                  <a:lnTo>
                    <a:pt x="1462206" y="3744497"/>
                  </a:lnTo>
                  <a:lnTo>
                    <a:pt x="1462363" y="3744497"/>
                  </a:lnTo>
                  <a:lnTo>
                    <a:pt x="1462521" y="3744497"/>
                  </a:lnTo>
                  <a:lnTo>
                    <a:pt x="1462521" y="3744067"/>
                  </a:lnTo>
                  <a:lnTo>
                    <a:pt x="1462521" y="3743636"/>
                  </a:lnTo>
                  <a:lnTo>
                    <a:pt x="1462679" y="3743636"/>
                  </a:lnTo>
                  <a:lnTo>
                    <a:pt x="1462837" y="3743636"/>
                  </a:lnTo>
                  <a:lnTo>
                    <a:pt x="1462994" y="3743636"/>
                  </a:lnTo>
                  <a:lnTo>
                    <a:pt x="1463152" y="3743636"/>
                  </a:lnTo>
                  <a:lnTo>
                    <a:pt x="1463310" y="3743636"/>
                  </a:lnTo>
                  <a:lnTo>
                    <a:pt x="1463467" y="3743636"/>
                  </a:lnTo>
                  <a:lnTo>
                    <a:pt x="1463625" y="3743636"/>
                  </a:lnTo>
                  <a:lnTo>
                    <a:pt x="1463783" y="3743636"/>
                  </a:lnTo>
                  <a:lnTo>
                    <a:pt x="1463941" y="3743636"/>
                  </a:lnTo>
                  <a:lnTo>
                    <a:pt x="1463941" y="3743205"/>
                  </a:lnTo>
                  <a:lnTo>
                    <a:pt x="1463941" y="3742775"/>
                  </a:lnTo>
                  <a:lnTo>
                    <a:pt x="1464098" y="3742775"/>
                  </a:lnTo>
                  <a:lnTo>
                    <a:pt x="1464098" y="3742344"/>
                  </a:lnTo>
                  <a:lnTo>
                    <a:pt x="1464256" y="3742344"/>
                  </a:lnTo>
                  <a:lnTo>
                    <a:pt x="1464256" y="3741914"/>
                  </a:lnTo>
                  <a:lnTo>
                    <a:pt x="1464414" y="3741914"/>
                  </a:lnTo>
                  <a:lnTo>
                    <a:pt x="1464571" y="3741914"/>
                  </a:lnTo>
                  <a:lnTo>
                    <a:pt x="1464729" y="3741914"/>
                  </a:lnTo>
                  <a:lnTo>
                    <a:pt x="1464887" y="3741914"/>
                  </a:lnTo>
                  <a:lnTo>
                    <a:pt x="1464887" y="3741483"/>
                  </a:lnTo>
                  <a:lnTo>
                    <a:pt x="1465045" y="3741483"/>
                  </a:lnTo>
                  <a:lnTo>
                    <a:pt x="1465202" y="3741483"/>
                  </a:lnTo>
                  <a:lnTo>
                    <a:pt x="1465360" y="3741483"/>
                  </a:lnTo>
                  <a:lnTo>
                    <a:pt x="1465518" y="3741483"/>
                  </a:lnTo>
                  <a:lnTo>
                    <a:pt x="1465675" y="3741483"/>
                  </a:lnTo>
                  <a:lnTo>
                    <a:pt x="1465675" y="3741052"/>
                  </a:lnTo>
                  <a:lnTo>
                    <a:pt x="1465675" y="3740622"/>
                  </a:lnTo>
                  <a:lnTo>
                    <a:pt x="1465675" y="3740191"/>
                  </a:lnTo>
                  <a:lnTo>
                    <a:pt x="1465675" y="3739761"/>
                  </a:lnTo>
                  <a:lnTo>
                    <a:pt x="1465833" y="3739761"/>
                  </a:lnTo>
                  <a:lnTo>
                    <a:pt x="1465991" y="3739761"/>
                  </a:lnTo>
                  <a:lnTo>
                    <a:pt x="1465991" y="3739330"/>
                  </a:lnTo>
                  <a:lnTo>
                    <a:pt x="1466149" y="3739330"/>
                  </a:lnTo>
                  <a:lnTo>
                    <a:pt x="1466306" y="3739330"/>
                  </a:lnTo>
                  <a:lnTo>
                    <a:pt x="1466464" y="3739330"/>
                  </a:lnTo>
                  <a:lnTo>
                    <a:pt x="1466464" y="3738899"/>
                  </a:lnTo>
                  <a:lnTo>
                    <a:pt x="1466622" y="3738899"/>
                  </a:lnTo>
                  <a:lnTo>
                    <a:pt x="1466779" y="3738899"/>
                  </a:lnTo>
                  <a:lnTo>
                    <a:pt x="1466779" y="3738469"/>
                  </a:lnTo>
                  <a:lnTo>
                    <a:pt x="1466937" y="3738469"/>
                  </a:lnTo>
                  <a:lnTo>
                    <a:pt x="1466937" y="3738038"/>
                  </a:lnTo>
                  <a:lnTo>
                    <a:pt x="1467095" y="3738038"/>
                  </a:lnTo>
                  <a:lnTo>
                    <a:pt x="1467253" y="3738038"/>
                  </a:lnTo>
                  <a:lnTo>
                    <a:pt x="1467410" y="3738038"/>
                  </a:lnTo>
                  <a:lnTo>
                    <a:pt x="1467568" y="3738038"/>
                  </a:lnTo>
                  <a:lnTo>
                    <a:pt x="1467568" y="3737608"/>
                  </a:lnTo>
                  <a:lnTo>
                    <a:pt x="1467568" y="3737177"/>
                  </a:lnTo>
                  <a:lnTo>
                    <a:pt x="1467568" y="3736746"/>
                  </a:lnTo>
                  <a:lnTo>
                    <a:pt x="1467726" y="3736746"/>
                  </a:lnTo>
                  <a:lnTo>
                    <a:pt x="1467884" y="3736746"/>
                  </a:lnTo>
                  <a:lnTo>
                    <a:pt x="1467884" y="3736316"/>
                  </a:lnTo>
                  <a:lnTo>
                    <a:pt x="1467884" y="3735885"/>
                  </a:lnTo>
                  <a:lnTo>
                    <a:pt x="1468041" y="3735885"/>
                  </a:lnTo>
                  <a:lnTo>
                    <a:pt x="1468199" y="3735885"/>
                  </a:lnTo>
                  <a:lnTo>
                    <a:pt x="1468357" y="3735885"/>
                  </a:lnTo>
                  <a:lnTo>
                    <a:pt x="1468514" y="3735885"/>
                  </a:lnTo>
                  <a:lnTo>
                    <a:pt x="1468672" y="3735885"/>
                  </a:lnTo>
                  <a:lnTo>
                    <a:pt x="1468830" y="3735885"/>
                  </a:lnTo>
                  <a:lnTo>
                    <a:pt x="1468988" y="3735885"/>
                  </a:lnTo>
                  <a:lnTo>
                    <a:pt x="1469145" y="3735885"/>
                  </a:lnTo>
                  <a:lnTo>
                    <a:pt x="1469145" y="3735455"/>
                  </a:lnTo>
                  <a:lnTo>
                    <a:pt x="1469145" y="3735024"/>
                  </a:lnTo>
                  <a:lnTo>
                    <a:pt x="1469145" y="3734593"/>
                  </a:lnTo>
                  <a:lnTo>
                    <a:pt x="1469303" y="3734593"/>
                  </a:lnTo>
                  <a:lnTo>
                    <a:pt x="1469461" y="3734593"/>
                  </a:lnTo>
                  <a:lnTo>
                    <a:pt x="1469618" y="3734593"/>
                  </a:lnTo>
                  <a:lnTo>
                    <a:pt x="1469776" y="3734593"/>
                  </a:lnTo>
                  <a:lnTo>
                    <a:pt x="1469934" y="3734593"/>
                  </a:lnTo>
                  <a:lnTo>
                    <a:pt x="1470092" y="3734593"/>
                  </a:lnTo>
                  <a:lnTo>
                    <a:pt x="1470249" y="3734593"/>
                  </a:lnTo>
                  <a:lnTo>
                    <a:pt x="1470407" y="3734593"/>
                  </a:lnTo>
                  <a:lnTo>
                    <a:pt x="1470565" y="3734593"/>
                  </a:lnTo>
                  <a:lnTo>
                    <a:pt x="1470722" y="3734593"/>
                  </a:lnTo>
                  <a:lnTo>
                    <a:pt x="1470722" y="3734163"/>
                  </a:lnTo>
                  <a:lnTo>
                    <a:pt x="1470722" y="3733732"/>
                  </a:lnTo>
                  <a:lnTo>
                    <a:pt x="1470880" y="3733732"/>
                  </a:lnTo>
                  <a:lnTo>
                    <a:pt x="1470880" y="3733302"/>
                  </a:lnTo>
                  <a:lnTo>
                    <a:pt x="1470880" y="3732871"/>
                  </a:lnTo>
                  <a:lnTo>
                    <a:pt x="1470880" y="3732440"/>
                  </a:lnTo>
                  <a:lnTo>
                    <a:pt x="1471038" y="3732440"/>
                  </a:lnTo>
                  <a:lnTo>
                    <a:pt x="1471038" y="3732010"/>
                  </a:lnTo>
                  <a:lnTo>
                    <a:pt x="1471196" y="3732010"/>
                  </a:lnTo>
                  <a:lnTo>
                    <a:pt x="1471353" y="3732010"/>
                  </a:lnTo>
                  <a:lnTo>
                    <a:pt x="1471511" y="3732010"/>
                  </a:lnTo>
                  <a:lnTo>
                    <a:pt x="1471669" y="3732010"/>
                  </a:lnTo>
                  <a:lnTo>
                    <a:pt x="1471826" y="3732010"/>
                  </a:lnTo>
                  <a:lnTo>
                    <a:pt x="1471826" y="3731579"/>
                  </a:lnTo>
                  <a:lnTo>
                    <a:pt x="1471984" y="3731579"/>
                  </a:lnTo>
                  <a:lnTo>
                    <a:pt x="1472142" y="3731579"/>
                  </a:lnTo>
                  <a:lnTo>
                    <a:pt x="1472300" y="3731579"/>
                  </a:lnTo>
                  <a:lnTo>
                    <a:pt x="1472457" y="3731579"/>
                  </a:lnTo>
                  <a:lnTo>
                    <a:pt x="1472457" y="3731149"/>
                  </a:lnTo>
                  <a:lnTo>
                    <a:pt x="1472615" y="3731149"/>
                  </a:lnTo>
                  <a:lnTo>
                    <a:pt x="1472773" y="3731149"/>
                  </a:lnTo>
                  <a:lnTo>
                    <a:pt x="1472931" y="3731149"/>
                  </a:lnTo>
                  <a:lnTo>
                    <a:pt x="1472931" y="3730718"/>
                  </a:lnTo>
                  <a:lnTo>
                    <a:pt x="1473088" y="3730718"/>
                  </a:lnTo>
                  <a:lnTo>
                    <a:pt x="1473246" y="3730718"/>
                  </a:lnTo>
                  <a:lnTo>
                    <a:pt x="1473404" y="3730718"/>
                  </a:lnTo>
                  <a:lnTo>
                    <a:pt x="1473561" y="3730718"/>
                  </a:lnTo>
                  <a:lnTo>
                    <a:pt x="1473719" y="3730718"/>
                  </a:lnTo>
                  <a:lnTo>
                    <a:pt x="1473877" y="3730718"/>
                  </a:lnTo>
                  <a:lnTo>
                    <a:pt x="1473877" y="3730287"/>
                  </a:lnTo>
                  <a:lnTo>
                    <a:pt x="1474035" y="3730287"/>
                  </a:lnTo>
                  <a:lnTo>
                    <a:pt x="1474192" y="3730287"/>
                  </a:lnTo>
                  <a:lnTo>
                    <a:pt x="1474350" y="3730287"/>
                  </a:lnTo>
                  <a:lnTo>
                    <a:pt x="1474508" y="3730287"/>
                  </a:lnTo>
                  <a:lnTo>
                    <a:pt x="1474665" y="3730287"/>
                  </a:lnTo>
                  <a:lnTo>
                    <a:pt x="1474823" y="3730287"/>
                  </a:lnTo>
                  <a:lnTo>
                    <a:pt x="1474981" y="3730287"/>
                  </a:lnTo>
                  <a:lnTo>
                    <a:pt x="1474981" y="3729857"/>
                  </a:lnTo>
                  <a:lnTo>
                    <a:pt x="1474981" y="3729426"/>
                  </a:lnTo>
                  <a:lnTo>
                    <a:pt x="1475139" y="3729426"/>
                  </a:lnTo>
                  <a:lnTo>
                    <a:pt x="1475296" y="3729426"/>
                  </a:lnTo>
                  <a:lnTo>
                    <a:pt x="1475296" y="3728996"/>
                  </a:lnTo>
                  <a:lnTo>
                    <a:pt x="1475454" y="3728996"/>
                  </a:lnTo>
                  <a:lnTo>
                    <a:pt x="1475454" y="3728565"/>
                  </a:lnTo>
                  <a:lnTo>
                    <a:pt x="1475612" y="3728565"/>
                  </a:lnTo>
                  <a:lnTo>
                    <a:pt x="1475769" y="3728565"/>
                  </a:lnTo>
                  <a:lnTo>
                    <a:pt x="1475927" y="3728565"/>
                  </a:lnTo>
                  <a:lnTo>
                    <a:pt x="1475927" y="3728134"/>
                  </a:lnTo>
                  <a:lnTo>
                    <a:pt x="1476085" y="3728134"/>
                  </a:lnTo>
                  <a:lnTo>
                    <a:pt x="1476085" y="3727704"/>
                  </a:lnTo>
                  <a:lnTo>
                    <a:pt x="1476085" y="3727273"/>
                  </a:lnTo>
                  <a:lnTo>
                    <a:pt x="1476243" y="3727273"/>
                  </a:lnTo>
                  <a:lnTo>
                    <a:pt x="1476400" y="3727273"/>
                  </a:lnTo>
                  <a:lnTo>
                    <a:pt x="1476558" y="3727273"/>
                  </a:lnTo>
                  <a:lnTo>
                    <a:pt x="1476716" y="3727273"/>
                  </a:lnTo>
                  <a:lnTo>
                    <a:pt x="1476873" y="3727273"/>
                  </a:lnTo>
                  <a:lnTo>
                    <a:pt x="1477031" y="3727273"/>
                  </a:lnTo>
                  <a:lnTo>
                    <a:pt x="1477189" y="3727273"/>
                  </a:lnTo>
                  <a:lnTo>
                    <a:pt x="1477347" y="3727273"/>
                  </a:lnTo>
                  <a:lnTo>
                    <a:pt x="1477504" y="3727273"/>
                  </a:lnTo>
                  <a:lnTo>
                    <a:pt x="1477662" y="3727273"/>
                  </a:lnTo>
                  <a:lnTo>
                    <a:pt x="1477820" y="3727273"/>
                  </a:lnTo>
                  <a:lnTo>
                    <a:pt x="1477977" y="3727273"/>
                  </a:lnTo>
                  <a:lnTo>
                    <a:pt x="1477977" y="3726843"/>
                  </a:lnTo>
                  <a:lnTo>
                    <a:pt x="1478135" y="3726843"/>
                  </a:lnTo>
                  <a:lnTo>
                    <a:pt x="1478293" y="3726843"/>
                  </a:lnTo>
                  <a:lnTo>
                    <a:pt x="1478451" y="3726843"/>
                  </a:lnTo>
                  <a:lnTo>
                    <a:pt x="1478451" y="3726412"/>
                  </a:lnTo>
                  <a:lnTo>
                    <a:pt x="1478608" y="3726412"/>
                  </a:lnTo>
                  <a:lnTo>
                    <a:pt x="1478766" y="3726412"/>
                  </a:lnTo>
                  <a:lnTo>
                    <a:pt x="1478924" y="3726412"/>
                  </a:lnTo>
                  <a:lnTo>
                    <a:pt x="1479082" y="3726412"/>
                  </a:lnTo>
                  <a:lnTo>
                    <a:pt x="1479082" y="3725981"/>
                  </a:lnTo>
                  <a:lnTo>
                    <a:pt x="1479239" y="3725981"/>
                  </a:lnTo>
                  <a:lnTo>
                    <a:pt x="1479239" y="3725551"/>
                  </a:lnTo>
                  <a:lnTo>
                    <a:pt x="1479239" y="3725120"/>
                  </a:lnTo>
                  <a:lnTo>
                    <a:pt x="1479239" y="3724690"/>
                  </a:lnTo>
                  <a:lnTo>
                    <a:pt x="1479397" y="3724690"/>
                  </a:lnTo>
                  <a:lnTo>
                    <a:pt x="1479555" y="3724690"/>
                  </a:lnTo>
                  <a:lnTo>
                    <a:pt x="1479712" y="3724690"/>
                  </a:lnTo>
                  <a:lnTo>
                    <a:pt x="1479870" y="3724690"/>
                  </a:lnTo>
                  <a:lnTo>
                    <a:pt x="1480028" y="3724690"/>
                  </a:lnTo>
                  <a:lnTo>
                    <a:pt x="1480186" y="3724690"/>
                  </a:lnTo>
                  <a:lnTo>
                    <a:pt x="1480343" y="3724690"/>
                  </a:lnTo>
                  <a:lnTo>
                    <a:pt x="1480501" y="3724690"/>
                  </a:lnTo>
                  <a:lnTo>
                    <a:pt x="1480501" y="3724259"/>
                  </a:lnTo>
                  <a:lnTo>
                    <a:pt x="1480659" y="3724259"/>
                  </a:lnTo>
                  <a:lnTo>
                    <a:pt x="1480816" y="3724259"/>
                  </a:lnTo>
                  <a:lnTo>
                    <a:pt x="1480974" y="3724259"/>
                  </a:lnTo>
                  <a:lnTo>
                    <a:pt x="1480974" y="3723828"/>
                  </a:lnTo>
                  <a:lnTo>
                    <a:pt x="1481132" y="3723828"/>
                  </a:lnTo>
                  <a:lnTo>
                    <a:pt x="1481290" y="3723828"/>
                  </a:lnTo>
                  <a:lnTo>
                    <a:pt x="1481447" y="3723828"/>
                  </a:lnTo>
                  <a:lnTo>
                    <a:pt x="1481447" y="3723398"/>
                  </a:lnTo>
                  <a:lnTo>
                    <a:pt x="1481447" y="3722967"/>
                  </a:lnTo>
                  <a:lnTo>
                    <a:pt x="1481605" y="3722967"/>
                  </a:lnTo>
                  <a:lnTo>
                    <a:pt x="1481763" y="3722967"/>
                  </a:lnTo>
                  <a:lnTo>
                    <a:pt x="1481920" y="3722967"/>
                  </a:lnTo>
                  <a:lnTo>
                    <a:pt x="1482078" y="3722967"/>
                  </a:lnTo>
                  <a:lnTo>
                    <a:pt x="1482236" y="3722967"/>
                  </a:lnTo>
                  <a:lnTo>
                    <a:pt x="1482394" y="3722967"/>
                  </a:lnTo>
                  <a:lnTo>
                    <a:pt x="1482551" y="3722967"/>
                  </a:lnTo>
                  <a:lnTo>
                    <a:pt x="1482709" y="3722967"/>
                  </a:lnTo>
                  <a:lnTo>
                    <a:pt x="1482867" y="3722967"/>
                  </a:lnTo>
                  <a:lnTo>
                    <a:pt x="1482867" y="3722537"/>
                  </a:lnTo>
                  <a:lnTo>
                    <a:pt x="1482867" y="3722106"/>
                  </a:lnTo>
                  <a:lnTo>
                    <a:pt x="1482867" y="3721675"/>
                  </a:lnTo>
                  <a:lnTo>
                    <a:pt x="1483024" y="3721675"/>
                  </a:lnTo>
                  <a:lnTo>
                    <a:pt x="1483182" y="3721675"/>
                  </a:lnTo>
                  <a:lnTo>
                    <a:pt x="1483340" y="3721675"/>
                  </a:lnTo>
                  <a:lnTo>
                    <a:pt x="1483498" y="3721675"/>
                  </a:lnTo>
                  <a:lnTo>
                    <a:pt x="1483498" y="3721245"/>
                  </a:lnTo>
                  <a:lnTo>
                    <a:pt x="1483498" y="3720814"/>
                  </a:lnTo>
                  <a:lnTo>
                    <a:pt x="1483655" y="3720814"/>
                  </a:lnTo>
                  <a:lnTo>
                    <a:pt x="1483655" y="3720384"/>
                  </a:lnTo>
                  <a:lnTo>
                    <a:pt x="1483813" y="3720384"/>
                  </a:lnTo>
                  <a:lnTo>
                    <a:pt x="1483971" y="3720384"/>
                  </a:lnTo>
                  <a:lnTo>
                    <a:pt x="1483971" y="3719953"/>
                  </a:lnTo>
                  <a:lnTo>
                    <a:pt x="1484128" y="3719953"/>
                  </a:lnTo>
                  <a:lnTo>
                    <a:pt x="1484128" y="3719522"/>
                  </a:lnTo>
                  <a:lnTo>
                    <a:pt x="1484286" y="3719522"/>
                  </a:lnTo>
                  <a:lnTo>
                    <a:pt x="1484444" y="3719522"/>
                  </a:lnTo>
                  <a:lnTo>
                    <a:pt x="1484602" y="3719522"/>
                  </a:lnTo>
                  <a:lnTo>
                    <a:pt x="1484759" y="3719522"/>
                  </a:lnTo>
                  <a:lnTo>
                    <a:pt x="1484759" y="3719092"/>
                  </a:lnTo>
                  <a:lnTo>
                    <a:pt x="1484917" y="3719092"/>
                  </a:lnTo>
                  <a:lnTo>
                    <a:pt x="1485075" y="3719092"/>
                  </a:lnTo>
                  <a:lnTo>
                    <a:pt x="1485075" y="3718661"/>
                  </a:lnTo>
                  <a:lnTo>
                    <a:pt x="1485075" y="3718231"/>
                  </a:lnTo>
                  <a:lnTo>
                    <a:pt x="1485233" y="3718231"/>
                  </a:lnTo>
                  <a:lnTo>
                    <a:pt x="1485390" y="3718231"/>
                  </a:lnTo>
                  <a:lnTo>
                    <a:pt x="1485390" y="3717800"/>
                  </a:lnTo>
                  <a:lnTo>
                    <a:pt x="1485390" y="3717369"/>
                  </a:lnTo>
                  <a:lnTo>
                    <a:pt x="1485548" y="3717369"/>
                  </a:lnTo>
                  <a:lnTo>
                    <a:pt x="1485548" y="3716939"/>
                  </a:lnTo>
                  <a:lnTo>
                    <a:pt x="1485706" y="3716939"/>
                  </a:lnTo>
                  <a:lnTo>
                    <a:pt x="1485706" y="3716508"/>
                  </a:lnTo>
                  <a:lnTo>
                    <a:pt x="1485863" y="3716508"/>
                  </a:lnTo>
                  <a:lnTo>
                    <a:pt x="1486021" y="3716508"/>
                  </a:lnTo>
                  <a:lnTo>
                    <a:pt x="1486021" y="3716078"/>
                  </a:lnTo>
                  <a:lnTo>
                    <a:pt x="1486179" y="3716078"/>
                  </a:lnTo>
                  <a:lnTo>
                    <a:pt x="1486337" y="3716078"/>
                  </a:lnTo>
                  <a:lnTo>
                    <a:pt x="1486337" y="3715647"/>
                  </a:lnTo>
                  <a:lnTo>
                    <a:pt x="1486494" y="3715647"/>
                  </a:lnTo>
                  <a:lnTo>
                    <a:pt x="1486652" y="3715647"/>
                  </a:lnTo>
                  <a:lnTo>
                    <a:pt x="1486652" y="3715216"/>
                  </a:lnTo>
                  <a:lnTo>
                    <a:pt x="1486810" y="3715216"/>
                  </a:lnTo>
                  <a:lnTo>
                    <a:pt x="1486810" y="3714786"/>
                  </a:lnTo>
                  <a:lnTo>
                    <a:pt x="1486810" y="3714355"/>
                  </a:lnTo>
                  <a:lnTo>
                    <a:pt x="1486967" y="3714355"/>
                  </a:lnTo>
                  <a:lnTo>
                    <a:pt x="1486967" y="3713925"/>
                  </a:lnTo>
                  <a:lnTo>
                    <a:pt x="1486967" y="3713494"/>
                  </a:lnTo>
                  <a:lnTo>
                    <a:pt x="1487125" y="3713494"/>
                  </a:lnTo>
                  <a:lnTo>
                    <a:pt x="1487125" y="3713063"/>
                  </a:lnTo>
                  <a:lnTo>
                    <a:pt x="1487125" y="3712633"/>
                  </a:lnTo>
                  <a:lnTo>
                    <a:pt x="1487283" y="3712633"/>
                  </a:lnTo>
                  <a:lnTo>
                    <a:pt x="1487283" y="3712202"/>
                  </a:lnTo>
                  <a:lnTo>
                    <a:pt x="1487441" y="3712202"/>
                  </a:lnTo>
                  <a:lnTo>
                    <a:pt x="1487598" y="3712202"/>
                  </a:lnTo>
                  <a:lnTo>
                    <a:pt x="1487598" y="3711772"/>
                  </a:lnTo>
                  <a:lnTo>
                    <a:pt x="1487756" y="3711772"/>
                  </a:lnTo>
                  <a:lnTo>
                    <a:pt x="1487914" y="3711772"/>
                  </a:lnTo>
                  <a:lnTo>
                    <a:pt x="1488071" y="3711772"/>
                  </a:lnTo>
                  <a:lnTo>
                    <a:pt x="1488071" y="3711341"/>
                  </a:lnTo>
                  <a:lnTo>
                    <a:pt x="1488229" y="3711341"/>
                  </a:lnTo>
                  <a:lnTo>
                    <a:pt x="1488387" y="3711341"/>
                  </a:lnTo>
                  <a:lnTo>
                    <a:pt x="1488545" y="3711341"/>
                  </a:lnTo>
                  <a:lnTo>
                    <a:pt x="1488702" y="3711341"/>
                  </a:lnTo>
                  <a:lnTo>
                    <a:pt x="1488702" y="3710910"/>
                  </a:lnTo>
                  <a:lnTo>
                    <a:pt x="1488860" y="3710910"/>
                  </a:lnTo>
                  <a:lnTo>
                    <a:pt x="1489018" y="3710910"/>
                  </a:lnTo>
                  <a:lnTo>
                    <a:pt x="1489175" y="3710910"/>
                  </a:lnTo>
                  <a:lnTo>
                    <a:pt x="1489333" y="3710910"/>
                  </a:lnTo>
                  <a:lnTo>
                    <a:pt x="1489491" y="3710910"/>
                  </a:lnTo>
                  <a:lnTo>
                    <a:pt x="1489649" y="3710910"/>
                  </a:lnTo>
                  <a:lnTo>
                    <a:pt x="1489806" y="3710910"/>
                  </a:lnTo>
                  <a:lnTo>
                    <a:pt x="1489964" y="3710910"/>
                  </a:lnTo>
                  <a:lnTo>
                    <a:pt x="1489964" y="3710480"/>
                  </a:lnTo>
                  <a:lnTo>
                    <a:pt x="1489964" y="3710049"/>
                  </a:lnTo>
                  <a:lnTo>
                    <a:pt x="1490122" y="3710049"/>
                  </a:lnTo>
                  <a:lnTo>
                    <a:pt x="1490280" y="3710049"/>
                  </a:lnTo>
                  <a:lnTo>
                    <a:pt x="1490437" y="3710049"/>
                  </a:lnTo>
                  <a:lnTo>
                    <a:pt x="1490595" y="3710049"/>
                  </a:lnTo>
                  <a:lnTo>
                    <a:pt x="1490753" y="3710049"/>
                  </a:lnTo>
                  <a:lnTo>
                    <a:pt x="1490753" y="3709619"/>
                  </a:lnTo>
                  <a:lnTo>
                    <a:pt x="1490753" y="3709188"/>
                  </a:lnTo>
                  <a:lnTo>
                    <a:pt x="1490910" y="3709188"/>
                  </a:lnTo>
                  <a:lnTo>
                    <a:pt x="1491068" y="3709188"/>
                  </a:lnTo>
                  <a:lnTo>
                    <a:pt x="1491068" y="3708757"/>
                  </a:lnTo>
                  <a:lnTo>
                    <a:pt x="1491068" y="3708327"/>
                  </a:lnTo>
                  <a:lnTo>
                    <a:pt x="1491226" y="3708327"/>
                  </a:lnTo>
                  <a:lnTo>
                    <a:pt x="1491226" y="3707896"/>
                  </a:lnTo>
                  <a:lnTo>
                    <a:pt x="1491384" y="3707896"/>
                  </a:lnTo>
                  <a:lnTo>
                    <a:pt x="1491384" y="3707466"/>
                  </a:lnTo>
                  <a:lnTo>
                    <a:pt x="1491541" y="3707466"/>
                  </a:lnTo>
                  <a:lnTo>
                    <a:pt x="1491699" y="3707466"/>
                  </a:lnTo>
                  <a:lnTo>
                    <a:pt x="1491699" y="3707035"/>
                  </a:lnTo>
                  <a:lnTo>
                    <a:pt x="1491699" y="3706604"/>
                  </a:lnTo>
                  <a:lnTo>
                    <a:pt x="1491699" y="3706174"/>
                  </a:lnTo>
                  <a:lnTo>
                    <a:pt x="1491857" y="3706174"/>
                  </a:lnTo>
                  <a:lnTo>
                    <a:pt x="1492014" y="3706174"/>
                  </a:lnTo>
                  <a:lnTo>
                    <a:pt x="1492172" y="3706174"/>
                  </a:lnTo>
                  <a:lnTo>
                    <a:pt x="1492330" y="3706174"/>
                  </a:lnTo>
                  <a:lnTo>
                    <a:pt x="1492488" y="3706174"/>
                  </a:lnTo>
                  <a:lnTo>
                    <a:pt x="1492645" y="3706174"/>
                  </a:lnTo>
                  <a:lnTo>
                    <a:pt x="1492645" y="3705743"/>
                  </a:lnTo>
                  <a:lnTo>
                    <a:pt x="1492645" y="3705313"/>
                  </a:lnTo>
                  <a:lnTo>
                    <a:pt x="1492803" y="3705313"/>
                  </a:lnTo>
                  <a:lnTo>
                    <a:pt x="1492961" y="3705313"/>
                  </a:lnTo>
                  <a:lnTo>
                    <a:pt x="1492961" y="3704882"/>
                  </a:lnTo>
                  <a:lnTo>
                    <a:pt x="1493118" y="3704882"/>
                  </a:lnTo>
                  <a:lnTo>
                    <a:pt x="1493118" y="3704451"/>
                  </a:lnTo>
                  <a:lnTo>
                    <a:pt x="1493276" y="3704451"/>
                  </a:lnTo>
                  <a:lnTo>
                    <a:pt x="1493434" y="3704451"/>
                  </a:lnTo>
                  <a:lnTo>
                    <a:pt x="1493592" y="3704451"/>
                  </a:lnTo>
                  <a:lnTo>
                    <a:pt x="1493749" y="3704451"/>
                  </a:lnTo>
                  <a:lnTo>
                    <a:pt x="1493749" y="3704021"/>
                  </a:lnTo>
                  <a:lnTo>
                    <a:pt x="1493907" y="3704021"/>
                  </a:lnTo>
                  <a:lnTo>
                    <a:pt x="1494065" y="3704021"/>
                  </a:lnTo>
                  <a:lnTo>
                    <a:pt x="1494222" y="3704021"/>
                  </a:lnTo>
                  <a:lnTo>
                    <a:pt x="1494380" y="3704021"/>
                  </a:lnTo>
                  <a:lnTo>
                    <a:pt x="1494538" y="3704021"/>
                  </a:lnTo>
                  <a:lnTo>
                    <a:pt x="1494538" y="3703590"/>
                  </a:lnTo>
                  <a:lnTo>
                    <a:pt x="1494538" y="3703160"/>
                  </a:lnTo>
                  <a:lnTo>
                    <a:pt x="1494696" y="3703160"/>
                  </a:lnTo>
                  <a:lnTo>
                    <a:pt x="1494853" y="3703160"/>
                  </a:lnTo>
                  <a:lnTo>
                    <a:pt x="1494853" y="3702729"/>
                  </a:lnTo>
                  <a:lnTo>
                    <a:pt x="1494853" y="3702298"/>
                  </a:lnTo>
                  <a:lnTo>
                    <a:pt x="1495011" y="3702298"/>
                  </a:lnTo>
                  <a:lnTo>
                    <a:pt x="1495169" y="3702298"/>
                  </a:lnTo>
                  <a:lnTo>
                    <a:pt x="1495326" y="3702298"/>
                  </a:lnTo>
                  <a:lnTo>
                    <a:pt x="1495326" y="3701868"/>
                  </a:lnTo>
                  <a:lnTo>
                    <a:pt x="1495326" y="3701437"/>
                  </a:lnTo>
                  <a:lnTo>
                    <a:pt x="1495484" y="3701437"/>
                  </a:lnTo>
                  <a:lnTo>
                    <a:pt x="1495484" y="3701007"/>
                  </a:lnTo>
                  <a:lnTo>
                    <a:pt x="1495642" y="3701007"/>
                  </a:lnTo>
                  <a:lnTo>
                    <a:pt x="1495642" y="3700576"/>
                  </a:lnTo>
                  <a:lnTo>
                    <a:pt x="1495642" y="3700145"/>
                  </a:lnTo>
                  <a:lnTo>
                    <a:pt x="1495800" y="3700145"/>
                  </a:lnTo>
                  <a:lnTo>
                    <a:pt x="1495957" y="3700145"/>
                  </a:lnTo>
                  <a:lnTo>
                    <a:pt x="1495957" y="3699715"/>
                  </a:lnTo>
                  <a:lnTo>
                    <a:pt x="1496115" y="3699715"/>
                  </a:lnTo>
                  <a:lnTo>
                    <a:pt x="1496273" y="3699715"/>
                  </a:lnTo>
                  <a:lnTo>
                    <a:pt x="1496273" y="3699284"/>
                  </a:lnTo>
                  <a:lnTo>
                    <a:pt x="1496431" y="3699284"/>
                  </a:lnTo>
                  <a:lnTo>
                    <a:pt x="1496588" y="3699284"/>
                  </a:lnTo>
                  <a:lnTo>
                    <a:pt x="1496588" y="3698854"/>
                  </a:lnTo>
                  <a:lnTo>
                    <a:pt x="1496746" y="3698854"/>
                  </a:lnTo>
                  <a:lnTo>
                    <a:pt x="1496904" y="3698854"/>
                  </a:lnTo>
                  <a:lnTo>
                    <a:pt x="1497061" y="3698854"/>
                  </a:lnTo>
                  <a:lnTo>
                    <a:pt x="1497219" y="3698854"/>
                  </a:lnTo>
                  <a:lnTo>
                    <a:pt x="1497377" y="3698854"/>
                  </a:lnTo>
                  <a:lnTo>
                    <a:pt x="1497377" y="3698423"/>
                  </a:lnTo>
                  <a:lnTo>
                    <a:pt x="1497535" y="3698423"/>
                  </a:lnTo>
                  <a:lnTo>
                    <a:pt x="1497692" y="3698423"/>
                  </a:lnTo>
                  <a:lnTo>
                    <a:pt x="1497850" y="3698423"/>
                  </a:lnTo>
                  <a:lnTo>
                    <a:pt x="1497850" y="3697992"/>
                  </a:lnTo>
                  <a:lnTo>
                    <a:pt x="1497850" y="3697562"/>
                  </a:lnTo>
                  <a:lnTo>
                    <a:pt x="1498008" y="3697562"/>
                  </a:lnTo>
                  <a:lnTo>
                    <a:pt x="1498008" y="3697131"/>
                  </a:lnTo>
                  <a:lnTo>
                    <a:pt x="1498165" y="3697131"/>
                  </a:lnTo>
                  <a:lnTo>
                    <a:pt x="1498165" y="3696701"/>
                  </a:lnTo>
                  <a:lnTo>
                    <a:pt x="1498323" y="3696701"/>
                  </a:lnTo>
                  <a:lnTo>
                    <a:pt x="1498481" y="3696701"/>
                  </a:lnTo>
                  <a:lnTo>
                    <a:pt x="1498639" y="3696701"/>
                  </a:lnTo>
                  <a:lnTo>
                    <a:pt x="1498796" y="3696701"/>
                  </a:lnTo>
                  <a:lnTo>
                    <a:pt x="1498954" y="3696701"/>
                  </a:lnTo>
                  <a:lnTo>
                    <a:pt x="1499112" y="3696701"/>
                  </a:lnTo>
                  <a:lnTo>
                    <a:pt x="1499112" y="3696270"/>
                  </a:lnTo>
                  <a:lnTo>
                    <a:pt x="1499269" y="3696270"/>
                  </a:lnTo>
                  <a:lnTo>
                    <a:pt x="1499269" y="3695839"/>
                  </a:lnTo>
                  <a:lnTo>
                    <a:pt x="1499269" y="3695409"/>
                  </a:lnTo>
                  <a:lnTo>
                    <a:pt x="1499427" y="3695409"/>
                  </a:lnTo>
                  <a:lnTo>
                    <a:pt x="1499427" y="3694978"/>
                  </a:lnTo>
                  <a:lnTo>
                    <a:pt x="1499585" y="3694978"/>
                  </a:lnTo>
                  <a:lnTo>
                    <a:pt x="1499585" y="3694548"/>
                  </a:lnTo>
                  <a:lnTo>
                    <a:pt x="1499585" y="3694117"/>
                  </a:lnTo>
                  <a:lnTo>
                    <a:pt x="1499585" y="3693686"/>
                  </a:lnTo>
                  <a:lnTo>
                    <a:pt x="1499743" y="3693686"/>
                  </a:lnTo>
                  <a:lnTo>
                    <a:pt x="1499900" y="3693686"/>
                  </a:lnTo>
                  <a:lnTo>
                    <a:pt x="1500058" y="3693686"/>
                  </a:lnTo>
                  <a:lnTo>
                    <a:pt x="1500216" y="3693686"/>
                  </a:lnTo>
                  <a:lnTo>
                    <a:pt x="1500216" y="3693256"/>
                  </a:lnTo>
                  <a:lnTo>
                    <a:pt x="1500373" y="3693256"/>
                  </a:lnTo>
                  <a:lnTo>
                    <a:pt x="1500531" y="3693256"/>
                  </a:lnTo>
                  <a:lnTo>
                    <a:pt x="1500531" y="3692825"/>
                  </a:lnTo>
                  <a:lnTo>
                    <a:pt x="1500531" y="3692395"/>
                  </a:lnTo>
                  <a:lnTo>
                    <a:pt x="1500689" y="3692395"/>
                  </a:lnTo>
                  <a:lnTo>
                    <a:pt x="1500847" y="3692395"/>
                  </a:lnTo>
                  <a:lnTo>
                    <a:pt x="1500847" y="3691964"/>
                  </a:lnTo>
                  <a:lnTo>
                    <a:pt x="1500847" y="3691533"/>
                  </a:lnTo>
                  <a:lnTo>
                    <a:pt x="1501004" y="3691533"/>
                  </a:lnTo>
                  <a:lnTo>
                    <a:pt x="1501004" y="3691103"/>
                  </a:lnTo>
                  <a:lnTo>
                    <a:pt x="1501004" y="3690672"/>
                  </a:lnTo>
                  <a:lnTo>
                    <a:pt x="1501004" y="3690242"/>
                  </a:lnTo>
                  <a:lnTo>
                    <a:pt x="1501162" y="3690242"/>
                  </a:lnTo>
                  <a:lnTo>
                    <a:pt x="1501320" y="3690242"/>
                  </a:lnTo>
                  <a:lnTo>
                    <a:pt x="1501478" y="3690242"/>
                  </a:lnTo>
                  <a:lnTo>
                    <a:pt x="1501635" y="3690242"/>
                  </a:lnTo>
                  <a:lnTo>
                    <a:pt x="1501793" y="3690242"/>
                  </a:lnTo>
                  <a:lnTo>
                    <a:pt x="1501951" y="3690242"/>
                  </a:lnTo>
                  <a:lnTo>
                    <a:pt x="1501951" y="3689811"/>
                  </a:lnTo>
                  <a:lnTo>
                    <a:pt x="1502108" y="3689811"/>
                  </a:lnTo>
                  <a:lnTo>
                    <a:pt x="1502266" y="3689811"/>
                  </a:lnTo>
                  <a:lnTo>
                    <a:pt x="1502266" y="3689380"/>
                  </a:lnTo>
                  <a:lnTo>
                    <a:pt x="1502424" y="3689380"/>
                  </a:lnTo>
                  <a:lnTo>
                    <a:pt x="1502424" y="3688950"/>
                  </a:lnTo>
                  <a:lnTo>
                    <a:pt x="1502582" y="3688950"/>
                  </a:lnTo>
                  <a:lnTo>
                    <a:pt x="1502739" y="3688950"/>
                  </a:lnTo>
                  <a:lnTo>
                    <a:pt x="1502739" y="3688519"/>
                  </a:lnTo>
                  <a:lnTo>
                    <a:pt x="1502897" y="3688519"/>
                  </a:lnTo>
                  <a:lnTo>
                    <a:pt x="1503055" y="3688519"/>
                  </a:lnTo>
                  <a:lnTo>
                    <a:pt x="1503212" y="3688519"/>
                  </a:lnTo>
                  <a:lnTo>
                    <a:pt x="1503212" y="3688089"/>
                  </a:lnTo>
                  <a:lnTo>
                    <a:pt x="1503212" y="3687658"/>
                  </a:lnTo>
                  <a:lnTo>
                    <a:pt x="1503370" y="3687658"/>
                  </a:lnTo>
                  <a:lnTo>
                    <a:pt x="1503528" y="3687658"/>
                  </a:lnTo>
                  <a:lnTo>
                    <a:pt x="1503686" y="3687658"/>
                  </a:lnTo>
                  <a:lnTo>
                    <a:pt x="1503686" y="3687227"/>
                  </a:lnTo>
                  <a:lnTo>
                    <a:pt x="1503686" y="3686797"/>
                  </a:lnTo>
                  <a:lnTo>
                    <a:pt x="1503843" y="3686797"/>
                  </a:lnTo>
                  <a:lnTo>
                    <a:pt x="1504001" y="3686797"/>
                  </a:lnTo>
                  <a:lnTo>
                    <a:pt x="1504159" y="3686797"/>
                  </a:lnTo>
                  <a:lnTo>
                    <a:pt x="1504316" y="3686797"/>
                  </a:lnTo>
                  <a:lnTo>
                    <a:pt x="1504474" y="3686797"/>
                  </a:lnTo>
                  <a:lnTo>
                    <a:pt x="1504632" y="3686797"/>
                  </a:lnTo>
                  <a:lnTo>
                    <a:pt x="1504632" y="3686366"/>
                  </a:lnTo>
                  <a:lnTo>
                    <a:pt x="1504632" y="3685936"/>
                  </a:lnTo>
                  <a:lnTo>
                    <a:pt x="1504632" y="3685505"/>
                  </a:lnTo>
                  <a:lnTo>
                    <a:pt x="1504790" y="3685505"/>
                  </a:lnTo>
                  <a:lnTo>
                    <a:pt x="1504947" y="3685505"/>
                  </a:lnTo>
                  <a:lnTo>
                    <a:pt x="1504947" y="3685074"/>
                  </a:lnTo>
                  <a:lnTo>
                    <a:pt x="1504947" y="3684644"/>
                  </a:lnTo>
                  <a:lnTo>
                    <a:pt x="1505105" y="3684644"/>
                  </a:lnTo>
                  <a:lnTo>
                    <a:pt x="1505263" y="3684644"/>
                  </a:lnTo>
                  <a:lnTo>
                    <a:pt x="1505420" y="3684644"/>
                  </a:lnTo>
                  <a:lnTo>
                    <a:pt x="1505578" y="3684644"/>
                  </a:lnTo>
                  <a:lnTo>
                    <a:pt x="1505736" y="3684644"/>
                  </a:lnTo>
                  <a:lnTo>
                    <a:pt x="1505894" y="3684644"/>
                  </a:lnTo>
                  <a:lnTo>
                    <a:pt x="1505894" y="3684213"/>
                  </a:lnTo>
                  <a:lnTo>
                    <a:pt x="1506051" y="3684213"/>
                  </a:lnTo>
                  <a:lnTo>
                    <a:pt x="1506209" y="3684213"/>
                  </a:lnTo>
                  <a:lnTo>
                    <a:pt x="1506367" y="3684213"/>
                  </a:lnTo>
                  <a:lnTo>
                    <a:pt x="1506524" y="3684213"/>
                  </a:lnTo>
                  <a:lnTo>
                    <a:pt x="1506524" y="3683783"/>
                  </a:lnTo>
                  <a:lnTo>
                    <a:pt x="1506682" y="3683783"/>
                  </a:lnTo>
                  <a:lnTo>
                    <a:pt x="1506682" y="3683352"/>
                  </a:lnTo>
                  <a:lnTo>
                    <a:pt x="1506840" y="3683352"/>
                  </a:lnTo>
                  <a:lnTo>
                    <a:pt x="1506840" y="3682921"/>
                  </a:lnTo>
                  <a:lnTo>
                    <a:pt x="1506840" y="3682491"/>
                  </a:lnTo>
                  <a:lnTo>
                    <a:pt x="1506998" y="3682491"/>
                  </a:lnTo>
                  <a:lnTo>
                    <a:pt x="1507155" y="3682491"/>
                  </a:lnTo>
                  <a:lnTo>
                    <a:pt x="1507313" y="3682491"/>
                  </a:lnTo>
                  <a:lnTo>
                    <a:pt x="1507313" y="3682060"/>
                  </a:lnTo>
                  <a:lnTo>
                    <a:pt x="1507471" y="3682060"/>
                  </a:lnTo>
                  <a:lnTo>
                    <a:pt x="1507629" y="3682060"/>
                  </a:lnTo>
                  <a:lnTo>
                    <a:pt x="1507786" y="3682060"/>
                  </a:lnTo>
                  <a:lnTo>
                    <a:pt x="1507944" y="3682060"/>
                  </a:lnTo>
                  <a:lnTo>
                    <a:pt x="1508102" y="3682060"/>
                  </a:lnTo>
                  <a:lnTo>
                    <a:pt x="1508259" y="3682060"/>
                  </a:lnTo>
                  <a:lnTo>
                    <a:pt x="1508417" y="3682060"/>
                  </a:lnTo>
                  <a:lnTo>
                    <a:pt x="1508575" y="3682060"/>
                  </a:lnTo>
                  <a:lnTo>
                    <a:pt x="1508575" y="3681630"/>
                  </a:lnTo>
                  <a:lnTo>
                    <a:pt x="1508733" y="3681630"/>
                  </a:lnTo>
                  <a:lnTo>
                    <a:pt x="1508890" y="3681630"/>
                  </a:lnTo>
                  <a:lnTo>
                    <a:pt x="1508890" y="3681199"/>
                  </a:lnTo>
                  <a:lnTo>
                    <a:pt x="1509048" y="3681199"/>
                  </a:lnTo>
                  <a:lnTo>
                    <a:pt x="1509206" y="3681199"/>
                  </a:lnTo>
                  <a:lnTo>
                    <a:pt x="1509363" y="3681199"/>
                  </a:lnTo>
                  <a:lnTo>
                    <a:pt x="1509521" y="3681199"/>
                  </a:lnTo>
                  <a:lnTo>
                    <a:pt x="1509679" y="3681199"/>
                  </a:lnTo>
                  <a:lnTo>
                    <a:pt x="1509679" y="3680768"/>
                  </a:lnTo>
                  <a:lnTo>
                    <a:pt x="1509837" y="3680768"/>
                  </a:lnTo>
                  <a:lnTo>
                    <a:pt x="1509994" y="3680768"/>
                  </a:lnTo>
                  <a:lnTo>
                    <a:pt x="1510152" y="3680768"/>
                  </a:lnTo>
                  <a:lnTo>
                    <a:pt x="1510310" y="3680768"/>
                  </a:lnTo>
                  <a:lnTo>
                    <a:pt x="1510467" y="3680768"/>
                  </a:lnTo>
                  <a:lnTo>
                    <a:pt x="1510625" y="3680768"/>
                  </a:lnTo>
                  <a:lnTo>
                    <a:pt x="1510783" y="3680768"/>
                  </a:lnTo>
                  <a:lnTo>
                    <a:pt x="1510941" y="3680768"/>
                  </a:lnTo>
                  <a:lnTo>
                    <a:pt x="1511098" y="3680768"/>
                  </a:lnTo>
                  <a:lnTo>
                    <a:pt x="1511256" y="3680768"/>
                  </a:lnTo>
                  <a:lnTo>
                    <a:pt x="1511414" y="3680768"/>
                  </a:lnTo>
                  <a:lnTo>
                    <a:pt x="1511571" y="3680768"/>
                  </a:lnTo>
                  <a:lnTo>
                    <a:pt x="1511571" y="3680338"/>
                  </a:lnTo>
                  <a:lnTo>
                    <a:pt x="1511571" y="3679907"/>
                  </a:lnTo>
                  <a:lnTo>
                    <a:pt x="1511571" y="3679477"/>
                  </a:lnTo>
                  <a:lnTo>
                    <a:pt x="1511729" y="3679477"/>
                  </a:lnTo>
                  <a:lnTo>
                    <a:pt x="1511729" y="3679046"/>
                  </a:lnTo>
                  <a:lnTo>
                    <a:pt x="1511887" y="3679046"/>
                  </a:lnTo>
                  <a:lnTo>
                    <a:pt x="1512045" y="3679046"/>
                  </a:lnTo>
                  <a:lnTo>
                    <a:pt x="1512202" y="3679046"/>
                  </a:lnTo>
                  <a:lnTo>
                    <a:pt x="1512202" y="3678615"/>
                  </a:lnTo>
                  <a:lnTo>
                    <a:pt x="1512360" y="3678615"/>
                  </a:lnTo>
                  <a:lnTo>
                    <a:pt x="1512360" y="3678185"/>
                  </a:lnTo>
                  <a:lnTo>
                    <a:pt x="1512360" y="3677754"/>
                  </a:lnTo>
                  <a:lnTo>
                    <a:pt x="1512518" y="3677754"/>
                  </a:lnTo>
                  <a:lnTo>
                    <a:pt x="1512676" y="3677754"/>
                  </a:lnTo>
                  <a:lnTo>
                    <a:pt x="1512676" y="3677324"/>
                  </a:lnTo>
                  <a:lnTo>
                    <a:pt x="1512676" y="3676893"/>
                  </a:lnTo>
                  <a:lnTo>
                    <a:pt x="1512833" y="3676893"/>
                  </a:lnTo>
                  <a:lnTo>
                    <a:pt x="1512991" y="3676893"/>
                  </a:lnTo>
                  <a:lnTo>
                    <a:pt x="1513149" y="3676893"/>
                  </a:lnTo>
                  <a:lnTo>
                    <a:pt x="1513306" y="3676893"/>
                  </a:lnTo>
                  <a:lnTo>
                    <a:pt x="1513464" y="3676893"/>
                  </a:lnTo>
                  <a:lnTo>
                    <a:pt x="1513622" y="3676893"/>
                  </a:lnTo>
                  <a:lnTo>
                    <a:pt x="1513780" y="3676893"/>
                  </a:lnTo>
                  <a:lnTo>
                    <a:pt x="1513937" y="3676893"/>
                  </a:lnTo>
                  <a:lnTo>
                    <a:pt x="1514095" y="3676893"/>
                  </a:lnTo>
                  <a:lnTo>
                    <a:pt x="1514253" y="3676893"/>
                  </a:lnTo>
                  <a:lnTo>
                    <a:pt x="1514253" y="3676462"/>
                  </a:lnTo>
                  <a:lnTo>
                    <a:pt x="1514253" y="3676032"/>
                  </a:lnTo>
                  <a:lnTo>
                    <a:pt x="1514410" y="3676032"/>
                  </a:lnTo>
                  <a:lnTo>
                    <a:pt x="1514568" y="3676032"/>
                  </a:lnTo>
                  <a:lnTo>
                    <a:pt x="1514726" y="3676032"/>
                  </a:lnTo>
                  <a:lnTo>
                    <a:pt x="1514884" y="3676032"/>
                  </a:lnTo>
                  <a:lnTo>
                    <a:pt x="1514884" y="3675601"/>
                  </a:lnTo>
                  <a:lnTo>
                    <a:pt x="1514884" y="3675171"/>
                  </a:lnTo>
                  <a:lnTo>
                    <a:pt x="1514884" y="3674740"/>
                  </a:lnTo>
                  <a:lnTo>
                    <a:pt x="1514884" y="3674309"/>
                  </a:lnTo>
                  <a:lnTo>
                    <a:pt x="1515041" y="3674309"/>
                  </a:lnTo>
                  <a:lnTo>
                    <a:pt x="1515199" y="3674309"/>
                  </a:lnTo>
                  <a:lnTo>
                    <a:pt x="1515199" y="3673879"/>
                  </a:lnTo>
                  <a:lnTo>
                    <a:pt x="1515199" y="3673448"/>
                  </a:lnTo>
                  <a:lnTo>
                    <a:pt x="1515199" y="3673018"/>
                  </a:lnTo>
                  <a:lnTo>
                    <a:pt x="1515357" y="3673018"/>
                  </a:lnTo>
                  <a:lnTo>
                    <a:pt x="1515514" y="3673018"/>
                  </a:lnTo>
                  <a:lnTo>
                    <a:pt x="1515514" y="3672587"/>
                  </a:lnTo>
                  <a:lnTo>
                    <a:pt x="1515672" y="3672587"/>
                  </a:lnTo>
                  <a:lnTo>
                    <a:pt x="1515672" y="3672156"/>
                  </a:lnTo>
                  <a:lnTo>
                    <a:pt x="1515672" y="3671726"/>
                  </a:lnTo>
                  <a:lnTo>
                    <a:pt x="1515830" y="3671726"/>
                  </a:lnTo>
                  <a:lnTo>
                    <a:pt x="1515988" y="3671726"/>
                  </a:lnTo>
                  <a:lnTo>
                    <a:pt x="1516145" y="3671726"/>
                  </a:lnTo>
                  <a:lnTo>
                    <a:pt x="1516303" y="3671726"/>
                  </a:lnTo>
                  <a:lnTo>
                    <a:pt x="1516303" y="3671295"/>
                  </a:lnTo>
                  <a:lnTo>
                    <a:pt x="1516461" y="3671295"/>
                  </a:lnTo>
                  <a:lnTo>
                    <a:pt x="1516618" y="3671295"/>
                  </a:lnTo>
                  <a:lnTo>
                    <a:pt x="1516776" y="3671295"/>
                  </a:lnTo>
                  <a:lnTo>
                    <a:pt x="1516934" y="3671295"/>
                  </a:lnTo>
                  <a:lnTo>
                    <a:pt x="1517092" y="3671295"/>
                  </a:lnTo>
                  <a:lnTo>
                    <a:pt x="1517249" y="3671295"/>
                  </a:lnTo>
                  <a:lnTo>
                    <a:pt x="1517249" y="3670865"/>
                  </a:lnTo>
                  <a:lnTo>
                    <a:pt x="1517407" y="3670865"/>
                  </a:lnTo>
                  <a:lnTo>
                    <a:pt x="1517565" y="3670865"/>
                  </a:lnTo>
                  <a:lnTo>
                    <a:pt x="1517722" y="3670865"/>
                  </a:lnTo>
                  <a:lnTo>
                    <a:pt x="1517880" y="3670865"/>
                  </a:lnTo>
                  <a:lnTo>
                    <a:pt x="1518038" y="3670865"/>
                  </a:lnTo>
                  <a:lnTo>
                    <a:pt x="1518196" y="3670865"/>
                  </a:lnTo>
                  <a:lnTo>
                    <a:pt x="1518196" y="3670434"/>
                  </a:lnTo>
                  <a:lnTo>
                    <a:pt x="1518353" y="3670434"/>
                  </a:lnTo>
                  <a:lnTo>
                    <a:pt x="1518353" y="3670003"/>
                  </a:lnTo>
                  <a:lnTo>
                    <a:pt x="1518511" y="3670003"/>
                  </a:lnTo>
                  <a:lnTo>
                    <a:pt x="1518669" y="3670003"/>
                  </a:lnTo>
                  <a:lnTo>
                    <a:pt x="1518669" y="3669573"/>
                  </a:lnTo>
                  <a:lnTo>
                    <a:pt x="1518669" y="3669142"/>
                  </a:lnTo>
                  <a:lnTo>
                    <a:pt x="1518827" y="3669142"/>
                  </a:lnTo>
                  <a:lnTo>
                    <a:pt x="1518984" y="3669142"/>
                  </a:lnTo>
                  <a:lnTo>
                    <a:pt x="1519142" y="3669142"/>
                  </a:lnTo>
                  <a:lnTo>
                    <a:pt x="1519300" y="3669142"/>
                  </a:lnTo>
                  <a:lnTo>
                    <a:pt x="1519300" y="3668712"/>
                  </a:lnTo>
                  <a:lnTo>
                    <a:pt x="1519457" y="3668712"/>
                  </a:lnTo>
                  <a:lnTo>
                    <a:pt x="1519615" y="3668712"/>
                  </a:lnTo>
                  <a:lnTo>
                    <a:pt x="1519773" y="3668712"/>
                  </a:lnTo>
                  <a:lnTo>
                    <a:pt x="1519773" y="3668281"/>
                  </a:lnTo>
                  <a:lnTo>
                    <a:pt x="1519931" y="3668281"/>
                  </a:lnTo>
                  <a:lnTo>
                    <a:pt x="1520088" y="3668281"/>
                  </a:lnTo>
                  <a:lnTo>
                    <a:pt x="1520246" y="3668281"/>
                  </a:lnTo>
                  <a:lnTo>
                    <a:pt x="1520404" y="3668281"/>
                  </a:lnTo>
                  <a:lnTo>
                    <a:pt x="1520561" y="3668281"/>
                  </a:lnTo>
                  <a:lnTo>
                    <a:pt x="1520719" y="3668281"/>
                  </a:lnTo>
                  <a:lnTo>
                    <a:pt x="1520877" y="3668281"/>
                  </a:lnTo>
                  <a:lnTo>
                    <a:pt x="1520877" y="3667850"/>
                  </a:lnTo>
                  <a:lnTo>
                    <a:pt x="1521035" y="3667850"/>
                  </a:lnTo>
                  <a:lnTo>
                    <a:pt x="1521192" y="3667850"/>
                  </a:lnTo>
                  <a:lnTo>
                    <a:pt x="1521350" y="3667850"/>
                  </a:lnTo>
                  <a:lnTo>
                    <a:pt x="1521508" y="3667850"/>
                  </a:lnTo>
                  <a:lnTo>
                    <a:pt x="1521665" y="3667850"/>
                  </a:lnTo>
                  <a:lnTo>
                    <a:pt x="1521823" y="3667850"/>
                  </a:lnTo>
                  <a:lnTo>
                    <a:pt x="1521981" y="3667850"/>
                  </a:lnTo>
                  <a:lnTo>
                    <a:pt x="1522139" y="3667850"/>
                  </a:lnTo>
                  <a:lnTo>
                    <a:pt x="1522139" y="3667420"/>
                  </a:lnTo>
                  <a:lnTo>
                    <a:pt x="1522139" y="3666989"/>
                  </a:lnTo>
                  <a:lnTo>
                    <a:pt x="1522296" y="3666989"/>
                  </a:lnTo>
                  <a:lnTo>
                    <a:pt x="1522296" y="3666559"/>
                  </a:lnTo>
                  <a:lnTo>
                    <a:pt x="1522296" y="3666128"/>
                  </a:lnTo>
                  <a:lnTo>
                    <a:pt x="1522296" y="3665697"/>
                  </a:lnTo>
                  <a:lnTo>
                    <a:pt x="1522454" y="3665697"/>
                  </a:lnTo>
                  <a:lnTo>
                    <a:pt x="1522612" y="3665697"/>
                  </a:lnTo>
                  <a:lnTo>
                    <a:pt x="1522769" y="3665697"/>
                  </a:lnTo>
                  <a:lnTo>
                    <a:pt x="1522927" y="3665697"/>
                  </a:lnTo>
                  <a:lnTo>
                    <a:pt x="1523085" y="3665697"/>
                  </a:lnTo>
                  <a:lnTo>
                    <a:pt x="1523085" y="3665267"/>
                  </a:lnTo>
                  <a:lnTo>
                    <a:pt x="1523243" y="3665267"/>
                  </a:lnTo>
                  <a:lnTo>
                    <a:pt x="1523400" y="3665267"/>
                  </a:lnTo>
                  <a:lnTo>
                    <a:pt x="1523400" y="3664836"/>
                  </a:lnTo>
                  <a:lnTo>
                    <a:pt x="1523400" y="3664406"/>
                  </a:lnTo>
                  <a:lnTo>
                    <a:pt x="1523400" y="3663975"/>
                  </a:lnTo>
                  <a:lnTo>
                    <a:pt x="1523400" y="3663544"/>
                  </a:lnTo>
                  <a:lnTo>
                    <a:pt x="1523558" y="3663544"/>
                  </a:lnTo>
                  <a:lnTo>
                    <a:pt x="1523716" y="3663544"/>
                  </a:lnTo>
                  <a:lnTo>
                    <a:pt x="1523874" y="3663544"/>
                  </a:lnTo>
                  <a:lnTo>
                    <a:pt x="1524031" y="3663544"/>
                  </a:lnTo>
                  <a:lnTo>
                    <a:pt x="1524189" y="3663544"/>
                  </a:lnTo>
                  <a:lnTo>
                    <a:pt x="1524189" y="3663114"/>
                  </a:lnTo>
                  <a:lnTo>
                    <a:pt x="1524189" y="3662683"/>
                  </a:lnTo>
                  <a:lnTo>
                    <a:pt x="1524347" y="3662683"/>
                  </a:lnTo>
                  <a:lnTo>
                    <a:pt x="1524347" y="3662253"/>
                  </a:lnTo>
                  <a:lnTo>
                    <a:pt x="1524347" y="3661822"/>
                  </a:lnTo>
                  <a:lnTo>
                    <a:pt x="1524504" y="3661822"/>
                  </a:lnTo>
                  <a:lnTo>
                    <a:pt x="1524662" y="3661822"/>
                  </a:lnTo>
                  <a:lnTo>
                    <a:pt x="1524820" y="3661822"/>
                  </a:lnTo>
                  <a:lnTo>
                    <a:pt x="1524820" y="3661391"/>
                  </a:lnTo>
                  <a:lnTo>
                    <a:pt x="1524820" y="3660961"/>
                  </a:lnTo>
                  <a:lnTo>
                    <a:pt x="1524978" y="3660961"/>
                  </a:lnTo>
                  <a:lnTo>
                    <a:pt x="1524978" y="3660530"/>
                  </a:lnTo>
                  <a:lnTo>
                    <a:pt x="1524978" y="3660100"/>
                  </a:lnTo>
                  <a:lnTo>
                    <a:pt x="1525135" y="3660100"/>
                  </a:lnTo>
                  <a:lnTo>
                    <a:pt x="1525293" y="3660100"/>
                  </a:lnTo>
                  <a:lnTo>
                    <a:pt x="1525451" y="3660100"/>
                  </a:lnTo>
                  <a:lnTo>
                    <a:pt x="1525451" y="3659669"/>
                  </a:lnTo>
                  <a:lnTo>
                    <a:pt x="1525451" y="3659238"/>
                  </a:lnTo>
                  <a:lnTo>
                    <a:pt x="1525608" y="3659238"/>
                  </a:lnTo>
                  <a:lnTo>
                    <a:pt x="1525608" y="3658808"/>
                  </a:lnTo>
                  <a:lnTo>
                    <a:pt x="1525766" y="3658808"/>
                  </a:lnTo>
                  <a:lnTo>
                    <a:pt x="1525924" y="3658808"/>
                  </a:lnTo>
                  <a:lnTo>
                    <a:pt x="1525924" y="3658377"/>
                  </a:lnTo>
                  <a:lnTo>
                    <a:pt x="1526082" y="3658377"/>
                  </a:lnTo>
                  <a:lnTo>
                    <a:pt x="1526239" y="3658377"/>
                  </a:lnTo>
                  <a:lnTo>
                    <a:pt x="1526397" y="3658377"/>
                  </a:lnTo>
                  <a:lnTo>
                    <a:pt x="1526555" y="3658377"/>
                  </a:lnTo>
                  <a:lnTo>
                    <a:pt x="1526712" y="3658377"/>
                  </a:lnTo>
                  <a:lnTo>
                    <a:pt x="1526712" y="3657947"/>
                  </a:lnTo>
                  <a:lnTo>
                    <a:pt x="1526870" y="3657947"/>
                  </a:lnTo>
                  <a:lnTo>
                    <a:pt x="1526870" y="3657516"/>
                  </a:lnTo>
                  <a:lnTo>
                    <a:pt x="1526870" y="3657085"/>
                  </a:lnTo>
                  <a:lnTo>
                    <a:pt x="1527028" y="3657085"/>
                  </a:lnTo>
                  <a:lnTo>
                    <a:pt x="1527028" y="3656655"/>
                  </a:lnTo>
                  <a:lnTo>
                    <a:pt x="1527186" y="3656655"/>
                  </a:lnTo>
                  <a:lnTo>
                    <a:pt x="1527343" y="3656655"/>
                  </a:lnTo>
                  <a:lnTo>
                    <a:pt x="1527501" y="3656655"/>
                  </a:lnTo>
                  <a:lnTo>
                    <a:pt x="1527659" y="3656655"/>
                  </a:lnTo>
                  <a:lnTo>
                    <a:pt x="1527659" y="3656224"/>
                  </a:lnTo>
                  <a:lnTo>
                    <a:pt x="1527816" y="3656224"/>
                  </a:lnTo>
                  <a:lnTo>
                    <a:pt x="1527974" y="3656224"/>
                  </a:lnTo>
                  <a:lnTo>
                    <a:pt x="1528132" y="3656224"/>
                  </a:lnTo>
                  <a:lnTo>
                    <a:pt x="1528290" y="3656224"/>
                  </a:lnTo>
                  <a:lnTo>
                    <a:pt x="1528290" y="3655794"/>
                  </a:lnTo>
                  <a:lnTo>
                    <a:pt x="1528290" y="3655363"/>
                  </a:lnTo>
                  <a:lnTo>
                    <a:pt x="1528447" y="3655363"/>
                  </a:lnTo>
                  <a:lnTo>
                    <a:pt x="1528447" y="3654932"/>
                  </a:lnTo>
                  <a:lnTo>
                    <a:pt x="1528605" y="3654932"/>
                  </a:lnTo>
                  <a:lnTo>
                    <a:pt x="1528605" y="3654502"/>
                  </a:lnTo>
                  <a:lnTo>
                    <a:pt x="1528763" y="3654502"/>
                  </a:lnTo>
                  <a:lnTo>
                    <a:pt x="1528763" y="3654071"/>
                  </a:lnTo>
                  <a:lnTo>
                    <a:pt x="1528920" y="3654071"/>
                  </a:lnTo>
                  <a:lnTo>
                    <a:pt x="1528920" y="3653641"/>
                  </a:lnTo>
                  <a:lnTo>
                    <a:pt x="1528920" y="3653210"/>
                  </a:lnTo>
                  <a:lnTo>
                    <a:pt x="1528920" y="3652779"/>
                  </a:lnTo>
                  <a:lnTo>
                    <a:pt x="1528920" y="3652349"/>
                  </a:lnTo>
                  <a:lnTo>
                    <a:pt x="1528920" y="3651918"/>
                  </a:lnTo>
                  <a:lnTo>
                    <a:pt x="1529078" y="3651918"/>
                  </a:lnTo>
                  <a:lnTo>
                    <a:pt x="1529078" y="3651488"/>
                  </a:lnTo>
                  <a:lnTo>
                    <a:pt x="1529236" y="3651488"/>
                  </a:lnTo>
                  <a:lnTo>
                    <a:pt x="1529236" y="3651057"/>
                  </a:lnTo>
                  <a:lnTo>
                    <a:pt x="1529394" y="3651057"/>
                  </a:lnTo>
                  <a:lnTo>
                    <a:pt x="1529394" y="3650626"/>
                  </a:lnTo>
                  <a:lnTo>
                    <a:pt x="1529551" y="3650626"/>
                  </a:lnTo>
                  <a:lnTo>
                    <a:pt x="1529709" y="3650626"/>
                  </a:lnTo>
                  <a:lnTo>
                    <a:pt x="1529709" y="3650196"/>
                  </a:lnTo>
                  <a:lnTo>
                    <a:pt x="1529709" y="3649765"/>
                  </a:lnTo>
                  <a:lnTo>
                    <a:pt x="1529867" y="3649765"/>
                  </a:lnTo>
                  <a:lnTo>
                    <a:pt x="1529867" y="3649335"/>
                  </a:lnTo>
                  <a:lnTo>
                    <a:pt x="1529867" y="3648904"/>
                  </a:lnTo>
                  <a:lnTo>
                    <a:pt x="1530025" y="3648904"/>
                  </a:lnTo>
                  <a:lnTo>
                    <a:pt x="1530025" y="3648473"/>
                  </a:lnTo>
                  <a:lnTo>
                    <a:pt x="1530182" y="3648473"/>
                  </a:lnTo>
                  <a:lnTo>
                    <a:pt x="1530340" y="3648473"/>
                  </a:lnTo>
                  <a:lnTo>
                    <a:pt x="1530498" y="3648473"/>
                  </a:lnTo>
                  <a:lnTo>
                    <a:pt x="1530498" y="3648043"/>
                  </a:lnTo>
                  <a:lnTo>
                    <a:pt x="1530655" y="3648043"/>
                  </a:lnTo>
                  <a:lnTo>
                    <a:pt x="1530655" y="3647612"/>
                  </a:lnTo>
                  <a:lnTo>
                    <a:pt x="1530813" y="3647612"/>
                  </a:lnTo>
                  <a:lnTo>
                    <a:pt x="1530971" y="3647612"/>
                  </a:lnTo>
                  <a:lnTo>
                    <a:pt x="1530971" y="3647182"/>
                  </a:lnTo>
                  <a:lnTo>
                    <a:pt x="1531129" y="3647182"/>
                  </a:lnTo>
                  <a:lnTo>
                    <a:pt x="1531286" y="3647182"/>
                  </a:lnTo>
                  <a:lnTo>
                    <a:pt x="1531286" y="3646751"/>
                  </a:lnTo>
                  <a:lnTo>
                    <a:pt x="1531286" y="3646320"/>
                  </a:lnTo>
                  <a:lnTo>
                    <a:pt x="1531444" y="3646320"/>
                  </a:lnTo>
                  <a:lnTo>
                    <a:pt x="1531602" y="3646320"/>
                  </a:lnTo>
                  <a:lnTo>
                    <a:pt x="1531602" y="3645890"/>
                  </a:lnTo>
                  <a:lnTo>
                    <a:pt x="1531759" y="3645890"/>
                  </a:lnTo>
                  <a:lnTo>
                    <a:pt x="1531759" y="3645459"/>
                  </a:lnTo>
                  <a:lnTo>
                    <a:pt x="1531917" y="3645459"/>
                  </a:lnTo>
                  <a:lnTo>
                    <a:pt x="1531917" y="3645029"/>
                  </a:lnTo>
                  <a:lnTo>
                    <a:pt x="1531917" y="3644598"/>
                  </a:lnTo>
                  <a:lnTo>
                    <a:pt x="1532075" y="3644598"/>
                  </a:lnTo>
                  <a:lnTo>
                    <a:pt x="1532233" y="3644598"/>
                  </a:lnTo>
                  <a:lnTo>
                    <a:pt x="1532233" y="3644167"/>
                  </a:lnTo>
                  <a:lnTo>
                    <a:pt x="1532390" y="3644167"/>
                  </a:lnTo>
                  <a:lnTo>
                    <a:pt x="1532390" y="3643737"/>
                  </a:lnTo>
                  <a:lnTo>
                    <a:pt x="1532390" y="3643306"/>
                  </a:lnTo>
                  <a:lnTo>
                    <a:pt x="1532548" y="3643306"/>
                  </a:lnTo>
                  <a:lnTo>
                    <a:pt x="1532706" y="3643306"/>
                  </a:lnTo>
                  <a:lnTo>
                    <a:pt x="1532706" y="3642876"/>
                  </a:lnTo>
                  <a:lnTo>
                    <a:pt x="1532863" y="3642876"/>
                  </a:lnTo>
                  <a:lnTo>
                    <a:pt x="1532863" y="3642445"/>
                  </a:lnTo>
                  <a:lnTo>
                    <a:pt x="1533021" y="3642445"/>
                  </a:lnTo>
                  <a:lnTo>
                    <a:pt x="1533179" y="3642445"/>
                  </a:lnTo>
                  <a:lnTo>
                    <a:pt x="1533337" y="3642445"/>
                  </a:lnTo>
                  <a:lnTo>
                    <a:pt x="1533337" y="3642014"/>
                  </a:lnTo>
                  <a:lnTo>
                    <a:pt x="1533494" y="3642014"/>
                  </a:lnTo>
                  <a:lnTo>
                    <a:pt x="1533494" y="3641584"/>
                  </a:lnTo>
                  <a:lnTo>
                    <a:pt x="1533652" y="3641584"/>
                  </a:lnTo>
                  <a:lnTo>
                    <a:pt x="1533652" y="3641153"/>
                  </a:lnTo>
                  <a:lnTo>
                    <a:pt x="1533810" y="3641153"/>
                  </a:lnTo>
                  <a:lnTo>
                    <a:pt x="1533967" y="3641153"/>
                  </a:lnTo>
                  <a:lnTo>
                    <a:pt x="1533967" y="3640723"/>
                  </a:lnTo>
                  <a:lnTo>
                    <a:pt x="1534125" y="3640723"/>
                  </a:lnTo>
                  <a:lnTo>
                    <a:pt x="1534125" y="3640292"/>
                  </a:lnTo>
                  <a:lnTo>
                    <a:pt x="1534125" y="3639861"/>
                  </a:lnTo>
                  <a:lnTo>
                    <a:pt x="1534283" y="3639861"/>
                  </a:lnTo>
                  <a:lnTo>
                    <a:pt x="1534283" y="3639431"/>
                  </a:lnTo>
                  <a:lnTo>
                    <a:pt x="1534283" y="3639000"/>
                  </a:lnTo>
                  <a:lnTo>
                    <a:pt x="1534283" y="3638570"/>
                  </a:lnTo>
                  <a:lnTo>
                    <a:pt x="1534441" y="3638570"/>
                  </a:lnTo>
                  <a:lnTo>
                    <a:pt x="1534441" y="3638139"/>
                  </a:lnTo>
                  <a:lnTo>
                    <a:pt x="1534598" y="3638139"/>
                  </a:lnTo>
                  <a:lnTo>
                    <a:pt x="1534598" y="3637708"/>
                  </a:lnTo>
                  <a:lnTo>
                    <a:pt x="1534598" y="3637278"/>
                  </a:lnTo>
                  <a:lnTo>
                    <a:pt x="1534756" y="3637278"/>
                  </a:lnTo>
                  <a:lnTo>
                    <a:pt x="1534914" y="3637278"/>
                  </a:lnTo>
                  <a:lnTo>
                    <a:pt x="1535072" y="3637278"/>
                  </a:lnTo>
                  <a:lnTo>
                    <a:pt x="1535072" y="3636847"/>
                  </a:lnTo>
                  <a:lnTo>
                    <a:pt x="1535072" y="3636417"/>
                  </a:lnTo>
                  <a:lnTo>
                    <a:pt x="1535229" y="3636417"/>
                  </a:lnTo>
                  <a:lnTo>
                    <a:pt x="1535387" y="3636417"/>
                  </a:lnTo>
                  <a:lnTo>
                    <a:pt x="1535545" y="3636417"/>
                  </a:lnTo>
                  <a:lnTo>
                    <a:pt x="1535702" y="3636417"/>
                  </a:lnTo>
                  <a:lnTo>
                    <a:pt x="1535860" y="3636417"/>
                  </a:lnTo>
                  <a:lnTo>
                    <a:pt x="1536018" y="3636417"/>
                  </a:lnTo>
                  <a:lnTo>
                    <a:pt x="1536176" y="3636417"/>
                  </a:lnTo>
                  <a:lnTo>
                    <a:pt x="1536333" y="3636417"/>
                  </a:lnTo>
                  <a:lnTo>
                    <a:pt x="1536491" y="3636417"/>
                  </a:lnTo>
                  <a:lnTo>
                    <a:pt x="1536491" y="3635986"/>
                  </a:lnTo>
                  <a:lnTo>
                    <a:pt x="1536491" y="3635555"/>
                  </a:lnTo>
                  <a:lnTo>
                    <a:pt x="1536649" y="3635555"/>
                  </a:lnTo>
                  <a:lnTo>
                    <a:pt x="1536806" y="3635555"/>
                  </a:lnTo>
                  <a:lnTo>
                    <a:pt x="1536964" y="3635555"/>
                  </a:lnTo>
                  <a:lnTo>
                    <a:pt x="1536964" y="3635125"/>
                  </a:lnTo>
                  <a:lnTo>
                    <a:pt x="1537122" y="3635125"/>
                  </a:lnTo>
                  <a:lnTo>
                    <a:pt x="1537280" y="3635125"/>
                  </a:lnTo>
                  <a:lnTo>
                    <a:pt x="1537437" y="3635125"/>
                  </a:lnTo>
                  <a:lnTo>
                    <a:pt x="1537437" y="3634694"/>
                  </a:lnTo>
                  <a:lnTo>
                    <a:pt x="1537595" y="3634694"/>
                  </a:lnTo>
                  <a:lnTo>
                    <a:pt x="1537753" y="3634694"/>
                  </a:lnTo>
                  <a:lnTo>
                    <a:pt x="1537753" y="3634264"/>
                  </a:lnTo>
                  <a:lnTo>
                    <a:pt x="1537910" y="3634264"/>
                  </a:lnTo>
                  <a:lnTo>
                    <a:pt x="1537910" y="3633833"/>
                  </a:lnTo>
                  <a:lnTo>
                    <a:pt x="1537910" y="3633402"/>
                  </a:lnTo>
                  <a:lnTo>
                    <a:pt x="1538068" y="3633402"/>
                  </a:lnTo>
                  <a:lnTo>
                    <a:pt x="1538226" y="3633402"/>
                  </a:lnTo>
                  <a:lnTo>
                    <a:pt x="1538384" y="3633402"/>
                  </a:lnTo>
                  <a:lnTo>
                    <a:pt x="1538541" y="3633402"/>
                  </a:lnTo>
                  <a:lnTo>
                    <a:pt x="1538699" y="3633402"/>
                  </a:lnTo>
                  <a:lnTo>
                    <a:pt x="1538857" y="3633402"/>
                  </a:lnTo>
                  <a:lnTo>
                    <a:pt x="1539014" y="3633402"/>
                  </a:lnTo>
                  <a:lnTo>
                    <a:pt x="1539172" y="3633402"/>
                  </a:lnTo>
                  <a:lnTo>
                    <a:pt x="1539330" y="3633402"/>
                  </a:lnTo>
                  <a:lnTo>
                    <a:pt x="1539488" y="3633402"/>
                  </a:lnTo>
                  <a:lnTo>
                    <a:pt x="1539645" y="3633402"/>
                  </a:lnTo>
                  <a:lnTo>
                    <a:pt x="1539803" y="3633402"/>
                  </a:lnTo>
                  <a:lnTo>
                    <a:pt x="1539961" y="3633402"/>
                  </a:lnTo>
                  <a:lnTo>
                    <a:pt x="1540118" y="3633402"/>
                  </a:lnTo>
                  <a:lnTo>
                    <a:pt x="1540118" y="3632972"/>
                  </a:lnTo>
                  <a:lnTo>
                    <a:pt x="1540276" y="3632972"/>
                  </a:lnTo>
                  <a:lnTo>
                    <a:pt x="1540434" y="3632972"/>
                  </a:lnTo>
                  <a:lnTo>
                    <a:pt x="1540592" y="3632972"/>
                  </a:lnTo>
                  <a:lnTo>
                    <a:pt x="1540749" y="3632972"/>
                  </a:lnTo>
                  <a:lnTo>
                    <a:pt x="1540907" y="3632972"/>
                  </a:lnTo>
                  <a:lnTo>
                    <a:pt x="1541065" y="3632972"/>
                  </a:lnTo>
                  <a:lnTo>
                    <a:pt x="1541065" y="3632541"/>
                  </a:lnTo>
                  <a:lnTo>
                    <a:pt x="1541223" y="3632541"/>
                  </a:lnTo>
                  <a:lnTo>
                    <a:pt x="1541380" y="3632541"/>
                  </a:lnTo>
                  <a:lnTo>
                    <a:pt x="1541538" y="3632541"/>
                  </a:lnTo>
                  <a:lnTo>
                    <a:pt x="1541538" y="3632111"/>
                  </a:lnTo>
                  <a:lnTo>
                    <a:pt x="1541538" y="3631680"/>
                  </a:lnTo>
                  <a:lnTo>
                    <a:pt x="1541696" y="3631680"/>
                  </a:lnTo>
                  <a:lnTo>
                    <a:pt x="1541853" y="3631680"/>
                  </a:lnTo>
                  <a:lnTo>
                    <a:pt x="1541853" y="3631249"/>
                  </a:lnTo>
                  <a:lnTo>
                    <a:pt x="1541853" y="3630819"/>
                  </a:lnTo>
                  <a:lnTo>
                    <a:pt x="1541853" y="3630388"/>
                  </a:lnTo>
                  <a:lnTo>
                    <a:pt x="1541853" y="3629958"/>
                  </a:lnTo>
                  <a:lnTo>
                    <a:pt x="1541853" y="3629527"/>
                  </a:lnTo>
                  <a:lnTo>
                    <a:pt x="1542011" y="3629527"/>
                  </a:lnTo>
                  <a:lnTo>
                    <a:pt x="1542169" y="3629527"/>
                  </a:lnTo>
                  <a:lnTo>
                    <a:pt x="1542327" y="3629527"/>
                  </a:lnTo>
                  <a:lnTo>
                    <a:pt x="1542327" y="3629096"/>
                  </a:lnTo>
                  <a:lnTo>
                    <a:pt x="1542484" y="3629096"/>
                  </a:lnTo>
                  <a:lnTo>
                    <a:pt x="1542642" y="3629096"/>
                  </a:lnTo>
                  <a:lnTo>
                    <a:pt x="1542800" y="3629096"/>
                  </a:lnTo>
                  <a:lnTo>
                    <a:pt x="1542957" y="3629096"/>
                  </a:lnTo>
                  <a:lnTo>
                    <a:pt x="1542957" y="3628666"/>
                  </a:lnTo>
                  <a:lnTo>
                    <a:pt x="1543115" y="3628666"/>
                  </a:lnTo>
                  <a:lnTo>
                    <a:pt x="1543273" y="3628666"/>
                  </a:lnTo>
                  <a:lnTo>
                    <a:pt x="1543273" y="3628235"/>
                  </a:lnTo>
                  <a:lnTo>
                    <a:pt x="1543431" y="3628235"/>
                  </a:lnTo>
                  <a:lnTo>
                    <a:pt x="1543588" y="3628235"/>
                  </a:lnTo>
                  <a:lnTo>
                    <a:pt x="1543746" y="3628235"/>
                  </a:lnTo>
                  <a:lnTo>
                    <a:pt x="1543904" y="3628235"/>
                  </a:lnTo>
                  <a:lnTo>
                    <a:pt x="1543904" y="3627805"/>
                  </a:lnTo>
                  <a:lnTo>
                    <a:pt x="1544061" y="3627805"/>
                  </a:lnTo>
                  <a:lnTo>
                    <a:pt x="1544219" y="3627805"/>
                  </a:lnTo>
                  <a:lnTo>
                    <a:pt x="1544377" y="3627805"/>
                  </a:lnTo>
                  <a:lnTo>
                    <a:pt x="1544535" y="3627805"/>
                  </a:lnTo>
                  <a:lnTo>
                    <a:pt x="1544535" y="3627374"/>
                  </a:lnTo>
                  <a:lnTo>
                    <a:pt x="1544692" y="3627374"/>
                  </a:lnTo>
                  <a:lnTo>
                    <a:pt x="1544850" y="3627374"/>
                  </a:lnTo>
                  <a:lnTo>
                    <a:pt x="1545008" y="3627374"/>
                  </a:lnTo>
                  <a:lnTo>
                    <a:pt x="1545165" y="3627374"/>
                  </a:lnTo>
                  <a:lnTo>
                    <a:pt x="1545165" y="3626943"/>
                  </a:lnTo>
                  <a:lnTo>
                    <a:pt x="1545323" y="3626943"/>
                  </a:lnTo>
                  <a:lnTo>
                    <a:pt x="1545481" y="3626943"/>
                  </a:lnTo>
                  <a:lnTo>
                    <a:pt x="1545639" y="3626943"/>
                  </a:lnTo>
                  <a:lnTo>
                    <a:pt x="1545639" y="3626513"/>
                  </a:lnTo>
                  <a:lnTo>
                    <a:pt x="1545796" y="3626513"/>
                  </a:lnTo>
                  <a:lnTo>
                    <a:pt x="1545954" y="3626513"/>
                  </a:lnTo>
                  <a:lnTo>
                    <a:pt x="1546112" y="3626513"/>
                  </a:lnTo>
                  <a:lnTo>
                    <a:pt x="1546269" y="3626513"/>
                  </a:lnTo>
                  <a:lnTo>
                    <a:pt x="1546269" y="3626082"/>
                  </a:lnTo>
                  <a:lnTo>
                    <a:pt x="1546427" y="3626082"/>
                  </a:lnTo>
                  <a:lnTo>
                    <a:pt x="1546585" y="3626082"/>
                  </a:lnTo>
                  <a:lnTo>
                    <a:pt x="1546743" y="3626082"/>
                  </a:lnTo>
                  <a:lnTo>
                    <a:pt x="1546743" y="3625652"/>
                  </a:lnTo>
                  <a:lnTo>
                    <a:pt x="1546900" y="3625652"/>
                  </a:lnTo>
                  <a:lnTo>
                    <a:pt x="1546900" y="3625221"/>
                  </a:lnTo>
                  <a:lnTo>
                    <a:pt x="1547058" y="3625221"/>
                  </a:lnTo>
                  <a:lnTo>
                    <a:pt x="1547216" y="3625221"/>
                  </a:lnTo>
                  <a:lnTo>
                    <a:pt x="1547374" y="3625221"/>
                  </a:lnTo>
                  <a:lnTo>
                    <a:pt x="1547531" y="3625221"/>
                  </a:lnTo>
                  <a:lnTo>
                    <a:pt x="1547531" y="3624790"/>
                  </a:lnTo>
                  <a:lnTo>
                    <a:pt x="1547689" y="3624790"/>
                  </a:lnTo>
                  <a:lnTo>
                    <a:pt x="1547689" y="3624360"/>
                  </a:lnTo>
                  <a:lnTo>
                    <a:pt x="1547847" y="3624360"/>
                  </a:lnTo>
                  <a:lnTo>
                    <a:pt x="1548004" y="3624360"/>
                  </a:lnTo>
                  <a:lnTo>
                    <a:pt x="1548162" y="3624360"/>
                  </a:lnTo>
                  <a:lnTo>
                    <a:pt x="1548320" y="3624360"/>
                  </a:lnTo>
                  <a:lnTo>
                    <a:pt x="1548478" y="3624360"/>
                  </a:lnTo>
                  <a:lnTo>
                    <a:pt x="1548635" y="3624360"/>
                  </a:lnTo>
                  <a:lnTo>
                    <a:pt x="1548793" y="3624360"/>
                  </a:lnTo>
                  <a:lnTo>
                    <a:pt x="1548951" y="3624360"/>
                  </a:lnTo>
                  <a:lnTo>
                    <a:pt x="1548951" y="3623929"/>
                  </a:lnTo>
                  <a:lnTo>
                    <a:pt x="1548951" y="3623499"/>
                  </a:lnTo>
                  <a:lnTo>
                    <a:pt x="1548951" y="3623068"/>
                  </a:lnTo>
                  <a:lnTo>
                    <a:pt x="1548951" y="3622637"/>
                  </a:lnTo>
                  <a:lnTo>
                    <a:pt x="1549108" y="3622637"/>
                  </a:lnTo>
                  <a:lnTo>
                    <a:pt x="1549266" y="3622637"/>
                  </a:lnTo>
                  <a:lnTo>
                    <a:pt x="1549424" y="3622637"/>
                  </a:lnTo>
                  <a:lnTo>
                    <a:pt x="1549582" y="3622637"/>
                  </a:lnTo>
                  <a:lnTo>
                    <a:pt x="1549582" y="3622207"/>
                  </a:lnTo>
                  <a:lnTo>
                    <a:pt x="1549582" y="3621776"/>
                  </a:lnTo>
                  <a:lnTo>
                    <a:pt x="1549739" y="3621776"/>
                  </a:lnTo>
                  <a:lnTo>
                    <a:pt x="1549897" y="3621776"/>
                  </a:lnTo>
                  <a:lnTo>
                    <a:pt x="1550055" y="3621776"/>
                  </a:lnTo>
                  <a:lnTo>
                    <a:pt x="1550212" y="3621776"/>
                  </a:lnTo>
                  <a:lnTo>
                    <a:pt x="1550370" y="3621776"/>
                  </a:lnTo>
                  <a:lnTo>
                    <a:pt x="1550528" y="3621776"/>
                  </a:lnTo>
                  <a:lnTo>
                    <a:pt x="1550686" y="3621776"/>
                  </a:lnTo>
                  <a:lnTo>
                    <a:pt x="1550686" y="3621346"/>
                  </a:lnTo>
                  <a:lnTo>
                    <a:pt x="1550843" y="3621346"/>
                  </a:lnTo>
                  <a:lnTo>
                    <a:pt x="1551001" y="3621346"/>
                  </a:lnTo>
                  <a:lnTo>
                    <a:pt x="1551159" y="3621346"/>
                  </a:lnTo>
                  <a:lnTo>
                    <a:pt x="1551316" y="3621346"/>
                  </a:lnTo>
                  <a:lnTo>
                    <a:pt x="1551474" y="3621346"/>
                  </a:lnTo>
                  <a:lnTo>
                    <a:pt x="1551632" y="3621346"/>
                  </a:lnTo>
                  <a:lnTo>
                    <a:pt x="1551790" y="3621346"/>
                  </a:lnTo>
                  <a:lnTo>
                    <a:pt x="1551947" y="3621346"/>
                  </a:lnTo>
                  <a:lnTo>
                    <a:pt x="1551947" y="3620915"/>
                  </a:lnTo>
                  <a:lnTo>
                    <a:pt x="1552105" y="3620915"/>
                  </a:lnTo>
                  <a:lnTo>
                    <a:pt x="1552105" y="3620484"/>
                  </a:lnTo>
                  <a:lnTo>
                    <a:pt x="1552105" y="3620054"/>
                  </a:lnTo>
                  <a:lnTo>
                    <a:pt x="1552263" y="3620054"/>
                  </a:lnTo>
                  <a:lnTo>
                    <a:pt x="1552421" y="3620054"/>
                  </a:lnTo>
                  <a:lnTo>
                    <a:pt x="1552421" y="3619623"/>
                  </a:lnTo>
                  <a:lnTo>
                    <a:pt x="1552421" y="3619193"/>
                  </a:lnTo>
                  <a:lnTo>
                    <a:pt x="1552578" y="3619193"/>
                  </a:lnTo>
                  <a:lnTo>
                    <a:pt x="1552578" y="3618762"/>
                  </a:lnTo>
                  <a:lnTo>
                    <a:pt x="1552736" y="3618762"/>
                  </a:lnTo>
                  <a:lnTo>
                    <a:pt x="1552736" y="3618331"/>
                  </a:lnTo>
                  <a:lnTo>
                    <a:pt x="1552894" y="3618331"/>
                  </a:lnTo>
                  <a:lnTo>
                    <a:pt x="1553051" y="3618331"/>
                  </a:lnTo>
                  <a:lnTo>
                    <a:pt x="1553209" y="3618331"/>
                  </a:lnTo>
                  <a:lnTo>
                    <a:pt x="1553367" y="3618331"/>
                  </a:lnTo>
                  <a:lnTo>
                    <a:pt x="1553525" y="3618331"/>
                  </a:lnTo>
                  <a:lnTo>
                    <a:pt x="1553682" y="3618331"/>
                  </a:lnTo>
                  <a:lnTo>
                    <a:pt x="1553682" y="3617901"/>
                  </a:lnTo>
                  <a:lnTo>
                    <a:pt x="1553682" y="3617470"/>
                  </a:lnTo>
                  <a:lnTo>
                    <a:pt x="1553840" y="3617470"/>
                  </a:lnTo>
                  <a:lnTo>
                    <a:pt x="1553998" y="3617470"/>
                  </a:lnTo>
                  <a:lnTo>
                    <a:pt x="1554155" y="3617470"/>
                  </a:lnTo>
                  <a:lnTo>
                    <a:pt x="1554313" y="3617470"/>
                  </a:lnTo>
                  <a:lnTo>
                    <a:pt x="1554471" y="3617470"/>
                  </a:lnTo>
                  <a:lnTo>
                    <a:pt x="1554629" y="3617470"/>
                  </a:lnTo>
                  <a:lnTo>
                    <a:pt x="1554786" y="3617470"/>
                  </a:lnTo>
                  <a:lnTo>
                    <a:pt x="1554944" y="3617470"/>
                  </a:lnTo>
                  <a:lnTo>
                    <a:pt x="1555102" y="3617470"/>
                  </a:lnTo>
                  <a:lnTo>
                    <a:pt x="1555259" y="3617470"/>
                  </a:lnTo>
                  <a:lnTo>
                    <a:pt x="1555417" y="3617470"/>
                  </a:lnTo>
                  <a:lnTo>
                    <a:pt x="1555575" y="3617470"/>
                  </a:lnTo>
                  <a:lnTo>
                    <a:pt x="1555733" y="3617470"/>
                  </a:lnTo>
                  <a:lnTo>
                    <a:pt x="1555890" y="3617470"/>
                  </a:lnTo>
                  <a:lnTo>
                    <a:pt x="1556048" y="3617470"/>
                  </a:lnTo>
                  <a:lnTo>
                    <a:pt x="1556206" y="3617470"/>
                  </a:lnTo>
                  <a:lnTo>
                    <a:pt x="1556206" y="3617040"/>
                  </a:lnTo>
                  <a:lnTo>
                    <a:pt x="1556363" y="3617040"/>
                  </a:lnTo>
                  <a:lnTo>
                    <a:pt x="1556521" y="3617040"/>
                  </a:lnTo>
                  <a:lnTo>
                    <a:pt x="1556679" y="3617040"/>
                  </a:lnTo>
                  <a:lnTo>
                    <a:pt x="1556837" y="3617040"/>
                  </a:lnTo>
                  <a:lnTo>
                    <a:pt x="1556837" y="3616609"/>
                  </a:lnTo>
                  <a:lnTo>
                    <a:pt x="1556994" y="3616609"/>
                  </a:lnTo>
                  <a:lnTo>
                    <a:pt x="1557152" y="3616609"/>
                  </a:lnTo>
                  <a:lnTo>
                    <a:pt x="1557310" y="3616609"/>
                  </a:lnTo>
                  <a:lnTo>
                    <a:pt x="1557467" y="3616609"/>
                  </a:lnTo>
                  <a:lnTo>
                    <a:pt x="1557625" y="3616609"/>
                  </a:lnTo>
                  <a:lnTo>
                    <a:pt x="1557783" y="3616609"/>
                  </a:lnTo>
                  <a:lnTo>
                    <a:pt x="1557941" y="3616609"/>
                  </a:lnTo>
                  <a:lnTo>
                    <a:pt x="1557941" y="3616178"/>
                  </a:lnTo>
                  <a:lnTo>
                    <a:pt x="1558098" y="3616178"/>
                  </a:lnTo>
                  <a:lnTo>
                    <a:pt x="1558098" y="3615748"/>
                  </a:lnTo>
                  <a:lnTo>
                    <a:pt x="1558256" y="3615748"/>
                  </a:lnTo>
                  <a:lnTo>
                    <a:pt x="1558414" y="3615748"/>
                  </a:lnTo>
                  <a:lnTo>
                    <a:pt x="1558572" y="3615748"/>
                  </a:lnTo>
                  <a:lnTo>
                    <a:pt x="1558729" y="3615748"/>
                  </a:lnTo>
                  <a:lnTo>
                    <a:pt x="1558729" y="3615317"/>
                  </a:lnTo>
                  <a:lnTo>
                    <a:pt x="1558887" y="3615317"/>
                  </a:lnTo>
                  <a:lnTo>
                    <a:pt x="1558887" y="3614887"/>
                  </a:lnTo>
                  <a:lnTo>
                    <a:pt x="1559045" y="3614887"/>
                  </a:lnTo>
                  <a:lnTo>
                    <a:pt x="1559045" y="3614456"/>
                  </a:lnTo>
                  <a:lnTo>
                    <a:pt x="1559202" y="3614456"/>
                  </a:lnTo>
                  <a:lnTo>
                    <a:pt x="1559202" y="3614025"/>
                  </a:lnTo>
                  <a:lnTo>
                    <a:pt x="1559202" y="3613595"/>
                  </a:lnTo>
                  <a:lnTo>
                    <a:pt x="1559360" y="3613595"/>
                  </a:lnTo>
                  <a:lnTo>
                    <a:pt x="1559518" y="3613595"/>
                  </a:lnTo>
                  <a:lnTo>
                    <a:pt x="1559676" y="3613595"/>
                  </a:lnTo>
                  <a:lnTo>
                    <a:pt x="1559676" y="3613164"/>
                  </a:lnTo>
                  <a:lnTo>
                    <a:pt x="1559833" y="3613164"/>
                  </a:lnTo>
                  <a:lnTo>
                    <a:pt x="1559833" y="3612734"/>
                  </a:lnTo>
                  <a:lnTo>
                    <a:pt x="1559833" y="3612303"/>
                  </a:lnTo>
                  <a:lnTo>
                    <a:pt x="1559991" y="3612303"/>
                  </a:lnTo>
                  <a:lnTo>
                    <a:pt x="1560149" y="3612303"/>
                  </a:lnTo>
                  <a:lnTo>
                    <a:pt x="1560306" y="3612303"/>
                  </a:lnTo>
                  <a:lnTo>
                    <a:pt x="1560306" y="3611872"/>
                  </a:lnTo>
                  <a:lnTo>
                    <a:pt x="1560464" y="3611872"/>
                  </a:lnTo>
                  <a:lnTo>
                    <a:pt x="1560622" y="3611872"/>
                  </a:lnTo>
                  <a:lnTo>
                    <a:pt x="1560780" y="3611872"/>
                  </a:lnTo>
                  <a:lnTo>
                    <a:pt x="1560780" y="3611442"/>
                  </a:lnTo>
                  <a:lnTo>
                    <a:pt x="1560780" y="3611011"/>
                  </a:lnTo>
                  <a:lnTo>
                    <a:pt x="1560937" y="3611011"/>
                  </a:lnTo>
                  <a:lnTo>
                    <a:pt x="1560937" y="3610581"/>
                  </a:lnTo>
                  <a:lnTo>
                    <a:pt x="1561095" y="3610581"/>
                  </a:lnTo>
                  <a:lnTo>
                    <a:pt x="1561253" y="3610581"/>
                  </a:lnTo>
                  <a:lnTo>
                    <a:pt x="1561410" y="3610581"/>
                  </a:lnTo>
                  <a:lnTo>
                    <a:pt x="1561568" y="3610581"/>
                  </a:lnTo>
                  <a:lnTo>
                    <a:pt x="1561726" y="3610581"/>
                  </a:lnTo>
                  <a:lnTo>
                    <a:pt x="1561726" y="3610150"/>
                  </a:lnTo>
                  <a:lnTo>
                    <a:pt x="1561884" y="3610150"/>
                  </a:lnTo>
                  <a:lnTo>
                    <a:pt x="1562041" y="3610150"/>
                  </a:lnTo>
                  <a:lnTo>
                    <a:pt x="1562041" y="3609719"/>
                  </a:lnTo>
                  <a:lnTo>
                    <a:pt x="1562199" y="3609719"/>
                  </a:lnTo>
                  <a:lnTo>
                    <a:pt x="1562357" y="3609719"/>
                  </a:lnTo>
                  <a:lnTo>
                    <a:pt x="1562357" y="3609289"/>
                  </a:lnTo>
                  <a:lnTo>
                    <a:pt x="1562514" y="3609289"/>
                  </a:lnTo>
                  <a:lnTo>
                    <a:pt x="1562514" y="3608858"/>
                  </a:lnTo>
                  <a:lnTo>
                    <a:pt x="1562514" y="3608428"/>
                  </a:lnTo>
                  <a:lnTo>
                    <a:pt x="1562672" y="3608428"/>
                  </a:lnTo>
                  <a:lnTo>
                    <a:pt x="1562830" y="3608428"/>
                  </a:lnTo>
                  <a:lnTo>
                    <a:pt x="1562988" y="3608428"/>
                  </a:lnTo>
                  <a:lnTo>
                    <a:pt x="1563145" y="3608428"/>
                  </a:lnTo>
                  <a:lnTo>
                    <a:pt x="1563303" y="3608428"/>
                  </a:lnTo>
                  <a:lnTo>
                    <a:pt x="1563461" y="3608428"/>
                  </a:lnTo>
                  <a:lnTo>
                    <a:pt x="1563461" y="3607997"/>
                  </a:lnTo>
                  <a:lnTo>
                    <a:pt x="1563619" y="3607997"/>
                  </a:lnTo>
                  <a:lnTo>
                    <a:pt x="1563776" y="3607997"/>
                  </a:lnTo>
                  <a:lnTo>
                    <a:pt x="1563776" y="3607566"/>
                  </a:lnTo>
                  <a:lnTo>
                    <a:pt x="1563934" y="3607566"/>
                  </a:lnTo>
                  <a:lnTo>
                    <a:pt x="1564092" y="3607566"/>
                  </a:lnTo>
                  <a:lnTo>
                    <a:pt x="1564092" y="3607136"/>
                  </a:lnTo>
                  <a:lnTo>
                    <a:pt x="1564249" y="3607136"/>
                  </a:lnTo>
                  <a:lnTo>
                    <a:pt x="1564249" y="3606705"/>
                  </a:lnTo>
                  <a:lnTo>
                    <a:pt x="1564249" y="3606275"/>
                  </a:lnTo>
                  <a:lnTo>
                    <a:pt x="1564407" y="3606275"/>
                  </a:lnTo>
                  <a:lnTo>
                    <a:pt x="1564565" y="3606275"/>
                  </a:lnTo>
                  <a:lnTo>
                    <a:pt x="1564565" y="3605844"/>
                  </a:lnTo>
                  <a:lnTo>
                    <a:pt x="1564723" y="3605844"/>
                  </a:lnTo>
                  <a:lnTo>
                    <a:pt x="1564880" y="3605844"/>
                  </a:lnTo>
                  <a:lnTo>
                    <a:pt x="1565038" y="3605844"/>
                  </a:lnTo>
                  <a:lnTo>
                    <a:pt x="1565038" y="3605413"/>
                  </a:lnTo>
                  <a:lnTo>
                    <a:pt x="1565196" y="3605413"/>
                  </a:lnTo>
                  <a:lnTo>
                    <a:pt x="1565353" y="3605413"/>
                  </a:lnTo>
                  <a:lnTo>
                    <a:pt x="1565511" y="3605413"/>
                  </a:lnTo>
                  <a:lnTo>
                    <a:pt x="1565511" y="3604983"/>
                  </a:lnTo>
                  <a:lnTo>
                    <a:pt x="1565669" y="3604983"/>
                  </a:lnTo>
                  <a:lnTo>
                    <a:pt x="1565669" y="3604552"/>
                  </a:lnTo>
                  <a:lnTo>
                    <a:pt x="1565827" y="3604552"/>
                  </a:lnTo>
                  <a:lnTo>
                    <a:pt x="1565984" y="3604552"/>
                  </a:lnTo>
                  <a:lnTo>
                    <a:pt x="1565984" y="3604122"/>
                  </a:lnTo>
                  <a:lnTo>
                    <a:pt x="1566142" y="3604122"/>
                  </a:lnTo>
                  <a:lnTo>
                    <a:pt x="1566142" y="3603691"/>
                  </a:lnTo>
                  <a:lnTo>
                    <a:pt x="1566300" y="3603691"/>
                  </a:lnTo>
                  <a:lnTo>
                    <a:pt x="1566457" y="3603691"/>
                  </a:lnTo>
                  <a:lnTo>
                    <a:pt x="1566615" y="3603691"/>
                  </a:lnTo>
                  <a:lnTo>
                    <a:pt x="1566615" y="3603260"/>
                  </a:lnTo>
                  <a:lnTo>
                    <a:pt x="1566773" y="3603260"/>
                  </a:lnTo>
                  <a:lnTo>
                    <a:pt x="1566773" y="3602830"/>
                  </a:lnTo>
                  <a:lnTo>
                    <a:pt x="1566773" y="3602399"/>
                  </a:lnTo>
                  <a:lnTo>
                    <a:pt x="1566773" y="3601969"/>
                  </a:lnTo>
                  <a:lnTo>
                    <a:pt x="1566931" y="3601969"/>
                  </a:lnTo>
                  <a:lnTo>
                    <a:pt x="1567088" y="3601969"/>
                  </a:lnTo>
                  <a:lnTo>
                    <a:pt x="1567246" y="3601969"/>
                  </a:lnTo>
                  <a:lnTo>
                    <a:pt x="1567246" y="3601538"/>
                  </a:lnTo>
                  <a:lnTo>
                    <a:pt x="1567404" y="3601538"/>
                  </a:lnTo>
                  <a:lnTo>
                    <a:pt x="1567561" y="3601538"/>
                  </a:lnTo>
                  <a:lnTo>
                    <a:pt x="1567719" y="3601538"/>
                  </a:lnTo>
                  <a:lnTo>
                    <a:pt x="1567877" y="3601538"/>
                  </a:lnTo>
                  <a:lnTo>
                    <a:pt x="1567877" y="3601107"/>
                  </a:lnTo>
                  <a:lnTo>
                    <a:pt x="1567877" y="3600677"/>
                  </a:lnTo>
                  <a:lnTo>
                    <a:pt x="1567877" y="3600246"/>
                  </a:lnTo>
                  <a:lnTo>
                    <a:pt x="1568035" y="3600246"/>
                  </a:lnTo>
                  <a:lnTo>
                    <a:pt x="1568192" y="3600246"/>
                  </a:lnTo>
                  <a:lnTo>
                    <a:pt x="1568350" y="3600246"/>
                  </a:lnTo>
                  <a:lnTo>
                    <a:pt x="1568508" y="3600246"/>
                  </a:lnTo>
                  <a:lnTo>
                    <a:pt x="1568508" y="3599816"/>
                  </a:lnTo>
                  <a:lnTo>
                    <a:pt x="1568665" y="3599816"/>
                  </a:lnTo>
                  <a:lnTo>
                    <a:pt x="1568665" y="3599385"/>
                  </a:lnTo>
                  <a:lnTo>
                    <a:pt x="1568823" y="3599385"/>
                  </a:lnTo>
                  <a:lnTo>
                    <a:pt x="1568981" y="3599385"/>
                  </a:lnTo>
                  <a:lnTo>
                    <a:pt x="1569139" y="3599385"/>
                  </a:lnTo>
                  <a:lnTo>
                    <a:pt x="1569296" y="3599385"/>
                  </a:lnTo>
                  <a:lnTo>
                    <a:pt x="1569454" y="3599385"/>
                  </a:lnTo>
                  <a:lnTo>
                    <a:pt x="1569454" y="3598954"/>
                  </a:lnTo>
                  <a:lnTo>
                    <a:pt x="1569612" y="3598954"/>
                  </a:lnTo>
                  <a:lnTo>
                    <a:pt x="1569770" y="3598954"/>
                  </a:lnTo>
                  <a:lnTo>
                    <a:pt x="1569927" y="3598954"/>
                  </a:lnTo>
                  <a:lnTo>
                    <a:pt x="1569927" y="3598524"/>
                  </a:lnTo>
                  <a:lnTo>
                    <a:pt x="1570085" y="3598524"/>
                  </a:lnTo>
                  <a:lnTo>
                    <a:pt x="1570243" y="3598524"/>
                  </a:lnTo>
                  <a:lnTo>
                    <a:pt x="1570400" y="3598524"/>
                  </a:lnTo>
                  <a:lnTo>
                    <a:pt x="1570558" y="3598524"/>
                  </a:lnTo>
                  <a:lnTo>
                    <a:pt x="1570716" y="3598524"/>
                  </a:lnTo>
                  <a:lnTo>
                    <a:pt x="1570874" y="3598524"/>
                  </a:lnTo>
                  <a:lnTo>
                    <a:pt x="1571031" y="3598524"/>
                  </a:lnTo>
                  <a:lnTo>
                    <a:pt x="1571189" y="3598524"/>
                  </a:lnTo>
                  <a:lnTo>
                    <a:pt x="1571189" y="3598093"/>
                  </a:lnTo>
                  <a:lnTo>
                    <a:pt x="1571347" y="3598093"/>
                  </a:lnTo>
                  <a:lnTo>
                    <a:pt x="1571504" y="3598093"/>
                  </a:lnTo>
                  <a:lnTo>
                    <a:pt x="1571662" y="3598093"/>
                  </a:lnTo>
                  <a:lnTo>
                    <a:pt x="1571662" y="3597663"/>
                  </a:lnTo>
                  <a:lnTo>
                    <a:pt x="1571662" y="3597232"/>
                  </a:lnTo>
                  <a:lnTo>
                    <a:pt x="1571820" y="3597232"/>
                  </a:lnTo>
                  <a:lnTo>
                    <a:pt x="1571978" y="3597232"/>
                  </a:lnTo>
                  <a:lnTo>
                    <a:pt x="1572135" y="3597232"/>
                  </a:lnTo>
                  <a:lnTo>
                    <a:pt x="1572135" y="3596801"/>
                  </a:lnTo>
                  <a:lnTo>
                    <a:pt x="1572135" y="3596371"/>
                  </a:lnTo>
                  <a:lnTo>
                    <a:pt x="1572293" y="3596371"/>
                  </a:lnTo>
                  <a:lnTo>
                    <a:pt x="1572451" y="3596371"/>
                  </a:lnTo>
                  <a:lnTo>
                    <a:pt x="1572608" y="3596371"/>
                  </a:lnTo>
                  <a:lnTo>
                    <a:pt x="1572766" y="3596371"/>
                  </a:lnTo>
                  <a:lnTo>
                    <a:pt x="1572766" y="3595940"/>
                  </a:lnTo>
                  <a:lnTo>
                    <a:pt x="1572924" y="3595940"/>
                  </a:lnTo>
                  <a:lnTo>
                    <a:pt x="1573082" y="3595940"/>
                  </a:lnTo>
                  <a:lnTo>
                    <a:pt x="1573239" y="3595940"/>
                  </a:lnTo>
                  <a:lnTo>
                    <a:pt x="1573397" y="3595940"/>
                  </a:lnTo>
                  <a:lnTo>
                    <a:pt x="1573555" y="3595940"/>
                  </a:lnTo>
                  <a:lnTo>
                    <a:pt x="1573555" y="3595510"/>
                  </a:lnTo>
                  <a:lnTo>
                    <a:pt x="1573712" y="3595510"/>
                  </a:lnTo>
                  <a:lnTo>
                    <a:pt x="1573870" y="3595510"/>
                  </a:lnTo>
                  <a:lnTo>
                    <a:pt x="1574028" y="3595510"/>
                  </a:lnTo>
                  <a:lnTo>
                    <a:pt x="1574186" y="3595510"/>
                  </a:lnTo>
                  <a:lnTo>
                    <a:pt x="1574343" y="3595510"/>
                  </a:lnTo>
                  <a:lnTo>
                    <a:pt x="1574501" y="3595510"/>
                  </a:lnTo>
                  <a:lnTo>
                    <a:pt x="1574659" y="3595510"/>
                  </a:lnTo>
                  <a:lnTo>
                    <a:pt x="1574817" y="3595510"/>
                  </a:lnTo>
                  <a:lnTo>
                    <a:pt x="1574817" y="3595079"/>
                  </a:lnTo>
                  <a:lnTo>
                    <a:pt x="1574817" y="3594648"/>
                  </a:lnTo>
                  <a:lnTo>
                    <a:pt x="1574974" y="3594648"/>
                  </a:lnTo>
                  <a:lnTo>
                    <a:pt x="1575132" y="3594648"/>
                  </a:lnTo>
                  <a:lnTo>
                    <a:pt x="1575290" y="3594648"/>
                  </a:lnTo>
                  <a:lnTo>
                    <a:pt x="1575447" y="3594648"/>
                  </a:lnTo>
                  <a:lnTo>
                    <a:pt x="1575605" y="3594648"/>
                  </a:lnTo>
                  <a:lnTo>
                    <a:pt x="1575763" y="3594648"/>
                  </a:lnTo>
                  <a:lnTo>
                    <a:pt x="1575921" y="3594648"/>
                  </a:lnTo>
                  <a:lnTo>
                    <a:pt x="1575921" y="3594218"/>
                  </a:lnTo>
                  <a:lnTo>
                    <a:pt x="1576078" y="3594218"/>
                  </a:lnTo>
                  <a:lnTo>
                    <a:pt x="1576236" y="3594218"/>
                  </a:lnTo>
                  <a:lnTo>
                    <a:pt x="1576236" y="3593787"/>
                  </a:lnTo>
                  <a:lnTo>
                    <a:pt x="1576236" y="3593357"/>
                  </a:lnTo>
                  <a:lnTo>
                    <a:pt x="1576394" y="3593357"/>
                  </a:lnTo>
                  <a:lnTo>
                    <a:pt x="1576394" y="3592926"/>
                  </a:lnTo>
                  <a:lnTo>
                    <a:pt x="1576551" y="3592926"/>
                  </a:lnTo>
                  <a:lnTo>
                    <a:pt x="1576551" y="3592495"/>
                  </a:lnTo>
                  <a:lnTo>
                    <a:pt x="1576709" y="3592495"/>
                  </a:lnTo>
                  <a:lnTo>
                    <a:pt x="1576867" y="3592495"/>
                  </a:lnTo>
                  <a:lnTo>
                    <a:pt x="1576867" y="3592065"/>
                  </a:lnTo>
                  <a:lnTo>
                    <a:pt x="1576867" y="3591634"/>
                  </a:lnTo>
                  <a:lnTo>
                    <a:pt x="1577025" y="3591634"/>
                  </a:lnTo>
                  <a:lnTo>
                    <a:pt x="1577182" y="3591634"/>
                  </a:lnTo>
                  <a:lnTo>
                    <a:pt x="1577182" y="3591204"/>
                  </a:lnTo>
                  <a:lnTo>
                    <a:pt x="1577340" y="3591204"/>
                  </a:lnTo>
                  <a:lnTo>
                    <a:pt x="1577340" y="3590773"/>
                  </a:lnTo>
                  <a:lnTo>
                    <a:pt x="1577498" y="3590773"/>
                  </a:lnTo>
                  <a:lnTo>
                    <a:pt x="1577655" y="3590773"/>
                  </a:lnTo>
                  <a:lnTo>
                    <a:pt x="1577813" y="3590773"/>
                  </a:lnTo>
                  <a:lnTo>
                    <a:pt x="1577813" y="3590342"/>
                  </a:lnTo>
                  <a:lnTo>
                    <a:pt x="1577813" y="3589912"/>
                  </a:lnTo>
                  <a:lnTo>
                    <a:pt x="1577813" y="3589481"/>
                  </a:lnTo>
                  <a:lnTo>
                    <a:pt x="1577971" y="3589481"/>
                  </a:lnTo>
                  <a:lnTo>
                    <a:pt x="1578129" y="3589481"/>
                  </a:lnTo>
                  <a:lnTo>
                    <a:pt x="1578286" y="3589481"/>
                  </a:lnTo>
                  <a:lnTo>
                    <a:pt x="1578444" y="3589481"/>
                  </a:lnTo>
                  <a:lnTo>
                    <a:pt x="1578602" y="3589481"/>
                  </a:lnTo>
                  <a:lnTo>
                    <a:pt x="1578759" y="3589481"/>
                  </a:lnTo>
                  <a:lnTo>
                    <a:pt x="1578917" y="3589481"/>
                  </a:lnTo>
                  <a:lnTo>
                    <a:pt x="1579075" y="3589481"/>
                  </a:lnTo>
                  <a:lnTo>
                    <a:pt x="1579075" y="3589051"/>
                  </a:lnTo>
                  <a:lnTo>
                    <a:pt x="1579075" y="3588620"/>
                  </a:lnTo>
                  <a:lnTo>
                    <a:pt x="1579233" y="3588620"/>
                  </a:lnTo>
                  <a:lnTo>
                    <a:pt x="1579390" y="3588620"/>
                  </a:lnTo>
                  <a:lnTo>
                    <a:pt x="1579548" y="3588620"/>
                  </a:lnTo>
                  <a:lnTo>
                    <a:pt x="1579706" y="3588620"/>
                  </a:lnTo>
                  <a:lnTo>
                    <a:pt x="1579863" y="3588620"/>
                  </a:lnTo>
                  <a:lnTo>
                    <a:pt x="1580021" y="3588620"/>
                  </a:lnTo>
                  <a:lnTo>
                    <a:pt x="1580021" y="3588189"/>
                  </a:lnTo>
                  <a:lnTo>
                    <a:pt x="1580021" y="3587759"/>
                  </a:lnTo>
                  <a:lnTo>
                    <a:pt x="1580179" y="3587759"/>
                  </a:lnTo>
                  <a:lnTo>
                    <a:pt x="1580337" y="3587759"/>
                  </a:lnTo>
                  <a:lnTo>
                    <a:pt x="1580494" y="3587759"/>
                  </a:lnTo>
                  <a:lnTo>
                    <a:pt x="1580494" y="3587328"/>
                  </a:lnTo>
                  <a:lnTo>
                    <a:pt x="1580494" y="3586898"/>
                  </a:lnTo>
                  <a:lnTo>
                    <a:pt x="1580652" y="3586898"/>
                  </a:lnTo>
                  <a:lnTo>
                    <a:pt x="1580810" y="3586898"/>
                  </a:lnTo>
                  <a:lnTo>
                    <a:pt x="1580810" y="3586467"/>
                  </a:lnTo>
                  <a:lnTo>
                    <a:pt x="1580810" y="3586036"/>
                  </a:lnTo>
                  <a:lnTo>
                    <a:pt x="1580810" y="3585606"/>
                  </a:lnTo>
                  <a:lnTo>
                    <a:pt x="1580968" y="3585606"/>
                  </a:lnTo>
                  <a:lnTo>
                    <a:pt x="1581125" y="3585606"/>
                  </a:lnTo>
                  <a:lnTo>
                    <a:pt x="1581125" y="3585175"/>
                  </a:lnTo>
                  <a:lnTo>
                    <a:pt x="1581283" y="3585175"/>
                  </a:lnTo>
                  <a:lnTo>
                    <a:pt x="1581283" y="3584745"/>
                  </a:lnTo>
                  <a:lnTo>
                    <a:pt x="1581441" y="3584745"/>
                  </a:lnTo>
                  <a:lnTo>
                    <a:pt x="1581598" y="3584745"/>
                  </a:lnTo>
                  <a:lnTo>
                    <a:pt x="1581598" y="3584314"/>
                  </a:lnTo>
                  <a:lnTo>
                    <a:pt x="1581598" y="3583883"/>
                  </a:lnTo>
                  <a:lnTo>
                    <a:pt x="1581756" y="3583883"/>
                  </a:lnTo>
                  <a:lnTo>
                    <a:pt x="1581914" y="3583883"/>
                  </a:lnTo>
                  <a:lnTo>
                    <a:pt x="1582072" y="3583883"/>
                  </a:lnTo>
                  <a:lnTo>
                    <a:pt x="1582229" y="3583883"/>
                  </a:lnTo>
                  <a:lnTo>
                    <a:pt x="1582387" y="3583883"/>
                  </a:lnTo>
                  <a:lnTo>
                    <a:pt x="1582387" y="3583453"/>
                  </a:lnTo>
                  <a:lnTo>
                    <a:pt x="1582387" y="3583022"/>
                  </a:lnTo>
                  <a:lnTo>
                    <a:pt x="1582545" y="3583022"/>
                  </a:lnTo>
                  <a:lnTo>
                    <a:pt x="1582702" y="3583022"/>
                  </a:lnTo>
                  <a:lnTo>
                    <a:pt x="1582860" y="3583022"/>
                  </a:lnTo>
                  <a:lnTo>
                    <a:pt x="1582860" y="3582592"/>
                  </a:lnTo>
                  <a:lnTo>
                    <a:pt x="1582860" y="3582161"/>
                  </a:lnTo>
                  <a:lnTo>
                    <a:pt x="1583018" y="3582161"/>
                  </a:lnTo>
                  <a:lnTo>
                    <a:pt x="1583176" y="3582161"/>
                  </a:lnTo>
                  <a:lnTo>
                    <a:pt x="1583333" y="3582161"/>
                  </a:lnTo>
                  <a:lnTo>
                    <a:pt x="1583491" y="3582161"/>
                  </a:lnTo>
                  <a:lnTo>
                    <a:pt x="1583649" y="3582161"/>
                  </a:lnTo>
                  <a:lnTo>
                    <a:pt x="1583806" y="3582161"/>
                  </a:lnTo>
                  <a:lnTo>
                    <a:pt x="1583964" y="3582161"/>
                  </a:lnTo>
                  <a:lnTo>
                    <a:pt x="1584122" y="3582161"/>
                  </a:lnTo>
                  <a:lnTo>
                    <a:pt x="1584280" y="3582161"/>
                  </a:lnTo>
                  <a:lnTo>
                    <a:pt x="1584437" y="3582161"/>
                  </a:lnTo>
                  <a:lnTo>
                    <a:pt x="1584595" y="3582161"/>
                  </a:lnTo>
                  <a:lnTo>
                    <a:pt x="1584753" y="3582161"/>
                  </a:lnTo>
                  <a:lnTo>
                    <a:pt x="1584753" y="3581730"/>
                  </a:lnTo>
                  <a:lnTo>
                    <a:pt x="1584753" y="3581300"/>
                  </a:lnTo>
                  <a:lnTo>
                    <a:pt x="1584910" y="3581300"/>
                  </a:lnTo>
                  <a:lnTo>
                    <a:pt x="1585068" y="3581300"/>
                  </a:lnTo>
                  <a:lnTo>
                    <a:pt x="1585068" y="3580869"/>
                  </a:lnTo>
                  <a:lnTo>
                    <a:pt x="1585226" y="3580869"/>
                  </a:lnTo>
                  <a:lnTo>
                    <a:pt x="1585226" y="3580439"/>
                  </a:lnTo>
                  <a:lnTo>
                    <a:pt x="1585226" y="3580008"/>
                  </a:lnTo>
                  <a:lnTo>
                    <a:pt x="1585384" y="3580008"/>
                  </a:lnTo>
                  <a:lnTo>
                    <a:pt x="1585541" y="3580008"/>
                  </a:lnTo>
                  <a:lnTo>
                    <a:pt x="1585699" y="3580008"/>
                  </a:lnTo>
                  <a:lnTo>
                    <a:pt x="1585857" y="3580008"/>
                  </a:lnTo>
                  <a:lnTo>
                    <a:pt x="1586015" y="3580008"/>
                  </a:lnTo>
                  <a:lnTo>
                    <a:pt x="1586015" y="3579577"/>
                  </a:lnTo>
                  <a:lnTo>
                    <a:pt x="1586172" y="3579577"/>
                  </a:lnTo>
                  <a:lnTo>
                    <a:pt x="1586330" y="3579577"/>
                  </a:lnTo>
                  <a:lnTo>
                    <a:pt x="1586330" y="3579147"/>
                  </a:lnTo>
                  <a:lnTo>
                    <a:pt x="1586488" y="3579147"/>
                  </a:lnTo>
                  <a:lnTo>
                    <a:pt x="1586645" y="3579147"/>
                  </a:lnTo>
                  <a:lnTo>
                    <a:pt x="1586803" y="3579147"/>
                  </a:lnTo>
                  <a:lnTo>
                    <a:pt x="1586803" y="3578716"/>
                  </a:lnTo>
                  <a:lnTo>
                    <a:pt x="1586961" y="3578716"/>
                  </a:lnTo>
                  <a:lnTo>
                    <a:pt x="1587119" y="3578716"/>
                  </a:lnTo>
                  <a:lnTo>
                    <a:pt x="1587119" y="3578286"/>
                  </a:lnTo>
                  <a:lnTo>
                    <a:pt x="1587119" y="3577855"/>
                  </a:lnTo>
                  <a:lnTo>
                    <a:pt x="1587276" y="3577855"/>
                  </a:lnTo>
                  <a:lnTo>
                    <a:pt x="1587276" y="3577424"/>
                  </a:lnTo>
                  <a:lnTo>
                    <a:pt x="1587276" y="3576994"/>
                  </a:lnTo>
                  <a:lnTo>
                    <a:pt x="1587434" y="3576994"/>
                  </a:lnTo>
                  <a:lnTo>
                    <a:pt x="1587592" y="3576994"/>
                  </a:lnTo>
                  <a:lnTo>
                    <a:pt x="1587749" y="3576994"/>
                  </a:lnTo>
                  <a:lnTo>
                    <a:pt x="1587907" y="3576994"/>
                  </a:lnTo>
                  <a:lnTo>
                    <a:pt x="1588065" y="3576994"/>
                  </a:lnTo>
                  <a:lnTo>
                    <a:pt x="1588223" y="3576994"/>
                  </a:lnTo>
                  <a:lnTo>
                    <a:pt x="1588223" y="3576563"/>
                  </a:lnTo>
                  <a:lnTo>
                    <a:pt x="1588380" y="3576563"/>
                  </a:lnTo>
                  <a:lnTo>
                    <a:pt x="1588538" y="3576563"/>
                  </a:lnTo>
                  <a:lnTo>
                    <a:pt x="1588696" y="3576563"/>
                  </a:lnTo>
                  <a:lnTo>
                    <a:pt x="1588853" y="3576563"/>
                  </a:lnTo>
                  <a:lnTo>
                    <a:pt x="1588853" y="3576133"/>
                  </a:lnTo>
                  <a:lnTo>
                    <a:pt x="1589011" y="3576133"/>
                  </a:lnTo>
                  <a:lnTo>
                    <a:pt x="1589011" y="3575702"/>
                  </a:lnTo>
                  <a:lnTo>
                    <a:pt x="1589169" y="3575702"/>
                  </a:lnTo>
                  <a:lnTo>
                    <a:pt x="1589169" y="3575271"/>
                  </a:lnTo>
                  <a:lnTo>
                    <a:pt x="1589169" y="3574841"/>
                  </a:lnTo>
                  <a:lnTo>
                    <a:pt x="1589169" y="3574410"/>
                  </a:lnTo>
                  <a:lnTo>
                    <a:pt x="1589169" y="3573980"/>
                  </a:lnTo>
                  <a:lnTo>
                    <a:pt x="1589327" y="3573980"/>
                  </a:lnTo>
                  <a:lnTo>
                    <a:pt x="1589327" y="3573549"/>
                  </a:lnTo>
                  <a:lnTo>
                    <a:pt x="1589484" y="3573549"/>
                  </a:lnTo>
                  <a:lnTo>
                    <a:pt x="1589642" y="3573549"/>
                  </a:lnTo>
                  <a:lnTo>
                    <a:pt x="1589800" y="3573549"/>
                  </a:lnTo>
                  <a:lnTo>
                    <a:pt x="1589957" y="3573549"/>
                  </a:lnTo>
                  <a:lnTo>
                    <a:pt x="1590115" y="3573549"/>
                  </a:lnTo>
                  <a:lnTo>
                    <a:pt x="1590273" y="3573549"/>
                  </a:lnTo>
                  <a:lnTo>
                    <a:pt x="1590431" y="3573549"/>
                  </a:lnTo>
                  <a:lnTo>
                    <a:pt x="1590588" y="3573549"/>
                  </a:lnTo>
                  <a:lnTo>
                    <a:pt x="1590746" y="3573549"/>
                  </a:lnTo>
                  <a:lnTo>
                    <a:pt x="1590746" y="3573118"/>
                  </a:lnTo>
                  <a:lnTo>
                    <a:pt x="1590746" y="3572688"/>
                  </a:lnTo>
                  <a:lnTo>
                    <a:pt x="1590904" y="3572688"/>
                  </a:lnTo>
                  <a:lnTo>
                    <a:pt x="1590904" y="3572257"/>
                  </a:lnTo>
                  <a:lnTo>
                    <a:pt x="1591061" y="3572257"/>
                  </a:lnTo>
                  <a:lnTo>
                    <a:pt x="1591219" y="3572257"/>
                  </a:lnTo>
                  <a:lnTo>
                    <a:pt x="1591377" y="3572257"/>
                  </a:lnTo>
                  <a:lnTo>
                    <a:pt x="1591535" y="3572257"/>
                  </a:lnTo>
                  <a:lnTo>
                    <a:pt x="1591692" y="3572257"/>
                  </a:lnTo>
                  <a:lnTo>
                    <a:pt x="1591850" y="3572257"/>
                  </a:lnTo>
                  <a:lnTo>
                    <a:pt x="1592008" y="3572257"/>
                  </a:lnTo>
                  <a:lnTo>
                    <a:pt x="1592166" y="3572257"/>
                  </a:lnTo>
                  <a:lnTo>
                    <a:pt x="1592323" y="3572257"/>
                  </a:lnTo>
                  <a:lnTo>
                    <a:pt x="1592481" y="3572257"/>
                  </a:lnTo>
                  <a:lnTo>
                    <a:pt x="1592639" y="3572257"/>
                  </a:lnTo>
                  <a:lnTo>
                    <a:pt x="1592639" y="3571827"/>
                  </a:lnTo>
                  <a:lnTo>
                    <a:pt x="1592639" y="3571396"/>
                  </a:lnTo>
                  <a:lnTo>
                    <a:pt x="1592796" y="3571396"/>
                  </a:lnTo>
                  <a:lnTo>
                    <a:pt x="1592796" y="3570965"/>
                  </a:lnTo>
                  <a:lnTo>
                    <a:pt x="1592954" y="3570965"/>
                  </a:lnTo>
                  <a:lnTo>
                    <a:pt x="1592954" y="3570535"/>
                  </a:lnTo>
                  <a:lnTo>
                    <a:pt x="1592954" y="3570104"/>
                  </a:lnTo>
                  <a:lnTo>
                    <a:pt x="1593112" y="3570104"/>
                  </a:lnTo>
                  <a:lnTo>
                    <a:pt x="1593112" y="3569674"/>
                  </a:lnTo>
                  <a:lnTo>
                    <a:pt x="1593270" y="3569674"/>
                  </a:lnTo>
                  <a:lnTo>
                    <a:pt x="1593427" y="3569674"/>
                  </a:lnTo>
                  <a:lnTo>
                    <a:pt x="1593585" y="3569674"/>
                  </a:lnTo>
                  <a:lnTo>
                    <a:pt x="1593743" y="3569674"/>
                  </a:lnTo>
                  <a:lnTo>
                    <a:pt x="1593900" y="3569674"/>
                  </a:lnTo>
                  <a:lnTo>
                    <a:pt x="1594058" y="3569674"/>
                  </a:lnTo>
                  <a:lnTo>
                    <a:pt x="1594216" y="3569674"/>
                  </a:lnTo>
                  <a:lnTo>
                    <a:pt x="1594374" y="3569674"/>
                  </a:lnTo>
                  <a:lnTo>
                    <a:pt x="1594531" y="3569674"/>
                  </a:lnTo>
                  <a:lnTo>
                    <a:pt x="1594689" y="3569674"/>
                  </a:lnTo>
                  <a:lnTo>
                    <a:pt x="1594847" y="3569674"/>
                  </a:lnTo>
                  <a:lnTo>
                    <a:pt x="1595004" y="3569674"/>
                  </a:lnTo>
                  <a:lnTo>
                    <a:pt x="1595162" y="3569674"/>
                  </a:lnTo>
                  <a:lnTo>
                    <a:pt x="1595320" y="3569674"/>
                  </a:lnTo>
                  <a:lnTo>
                    <a:pt x="1595320" y="3569243"/>
                  </a:lnTo>
                  <a:lnTo>
                    <a:pt x="1595320" y="3568812"/>
                  </a:lnTo>
                  <a:lnTo>
                    <a:pt x="1595320" y="3568382"/>
                  </a:lnTo>
                  <a:lnTo>
                    <a:pt x="1595320" y="3567951"/>
                  </a:lnTo>
                  <a:lnTo>
                    <a:pt x="1595320" y="3567521"/>
                  </a:lnTo>
                  <a:lnTo>
                    <a:pt x="1595478" y="3567521"/>
                  </a:lnTo>
                  <a:lnTo>
                    <a:pt x="1595635" y="3567521"/>
                  </a:lnTo>
                  <a:lnTo>
                    <a:pt x="1595635" y="3567090"/>
                  </a:lnTo>
                  <a:lnTo>
                    <a:pt x="1595635" y="3566659"/>
                  </a:lnTo>
                  <a:lnTo>
                    <a:pt x="1595635" y="3566229"/>
                  </a:lnTo>
                  <a:lnTo>
                    <a:pt x="1595793" y="3566229"/>
                  </a:lnTo>
                  <a:lnTo>
                    <a:pt x="1595793" y="3565798"/>
                  </a:lnTo>
                  <a:lnTo>
                    <a:pt x="1595951" y="3565798"/>
                  </a:lnTo>
                  <a:lnTo>
                    <a:pt x="1596108" y="3565798"/>
                  </a:lnTo>
                  <a:lnTo>
                    <a:pt x="1596108" y="3565368"/>
                  </a:lnTo>
                  <a:lnTo>
                    <a:pt x="1596108" y="3564937"/>
                  </a:lnTo>
                  <a:lnTo>
                    <a:pt x="1596266" y="3564937"/>
                  </a:lnTo>
                  <a:lnTo>
                    <a:pt x="1596424" y="3564937"/>
                  </a:lnTo>
                  <a:lnTo>
                    <a:pt x="1596582" y="3564937"/>
                  </a:lnTo>
                  <a:lnTo>
                    <a:pt x="1596739" y="3564937"/>
                  </a:lnTo>
                  <a:lnTo>
                    <a:pt x="1596897" y="3564937"/>
                  </a:lnTo>
                  <a:lnTo>
                    <a:pt x="1597055" y="3564937"/>
                  </a:lnTo>
                  <a:lnTo>
                    <a:pt x="1597055" y="3564506"/>
                  </a:lnTo>
                  <a:lnTo>
                    <a:pt x="1597213" y="3564506"/>
                  </a:lnTo>
                  <a:lnTo>
                    <a:pt x="1597370" y="3564506"/>
                  </a:lnTo>
                  <a:lnTo>
                    <a:pt x="1597370" y="3564076"/>
                  </a:lnTo>
                  <a:lnTo>
                    <a:pt x="1597528" y="3564076"/>
                  </a:lnTo>
                  <a:lnTo>
                    <a:pt x="1597686" y="3564076"/>
                  </a:lnTo>
                  <a:lnTo>
                    <a:pt x="1597686" y="3563645"/>
                  </a:lnTo>
                  <a:lnTo>
                    <a:pt x="1597843" y="3563645"/>
                  </a:lnTo>
                  <a:lnTo>
                    <a:pt x="1597843" y="3563215"/>
                  </a:lnTo>
                  <a:lnTo>
                    <a:pt x="1597843" y="3562784"/>
                  </a:lnTo>
                  <a:lnTo>
                    <a:pt x="1597843" y="3562353"/>
                  </a:lnTo>
                  <a:lnTo>
                    <a:pt x="1598001" y="3562353"/>
                  </a:lnTo>
                  <a:lnTo>
                    <a:pt x="1598001" y="3561923"/>
                  </a:lnTo>
                  <a:lnTo>
                    <a:pt x="1598159" y="3561923"/>
                  </a:lnTo>
                  <a:lnTo>
                    <a:pt x="1598317" y="3561923"/>
                  </a:lnTo>
                  <a:lnTo>
                    <a:pt x="1598474" y="3561923"/>
                  </a:lnTo>
                  <a:lnTo>
                    <a:pt x="1598474" y="3561492"/>
                  </a:lnTo>
                  <a:lnTo>
                    <a:pt x="1598632" y="3561492"/>
                  </a:lnTo>
                  <a:lnTo>
                    <a:pt x="1598790" y="3561492"/>
                  </a:lnTo>
                  <a:lnTo>
                    <a:pt x="1598790" y="3561062"/>
                  </a:lnTo>
                  <a:lnTo>
                    <a:pt x="1598947" y="3561062"/>
                  </a:lnTo>
                  <a:lnTo>
                    <a:pt x="1599105" y="3561062"/>
                  </a:lnTo>
                  <a:lnTo>
                    <a:pt x="1599263" y="3561062"/>
                  </a:lnTo>
                  <a:lnTo>
                    <a:pt x="1599421" y="3561062"/>
                  </a:lnTo>
                  <a:lnTo>
                    <a:pt x="1599421" y="3560631"/>
                  </a:lnTo>
                  <a:lnTo>
                    <a:pt x="1599421" y="3560200"/>
                  </a:lnTo>
                  <a:lnTo>
                    <a:pt x="1599578" y="3560200"/>
                  </a:lnTo>
                  <a:lnTo>
                    <a:pt x="1599578" y="3559770"/>
                  </a:lnTo>
                  <a:lnTo>
                    <a:pt x="1599578" y="3559339"/>
                  </a:lnTo>
                  <a:lnTo>
                    <a:pt x="1599736" y="3559339"/>
                  </a:lnTo>
                  <a:lnTo>
                    <a:pt x="1599736" y="3558909"/>
                  </a:lnTo>
                  <a:lnTo>
                    <a:pt x="1599736" y="3558478"/>
                  </a:lnTo>
                  <a:lnTo>
                    <a:pt x="1599736" y="3558047"/>
                  </a:lnTo>
                  <a:lnTo>
                    <a:pt x="1599736" y="3557617"/>
                  </a:lnTo>
                  <a:lnTo>
                    <a:pt x="1599894" y="3557617"/>
                  </a:lnTo>
                  <a:lnTo>
                    <a:pt x="1600051" y="3557617"/>
                  </a:lnTo>
                  <a:lnTo>
                    <a:pt x="1600209" y="3557617"/>
                  </a:lnTo>
                  <a:lnTo>
                    <a:pt x="1600367" y="3557617"/>
                  </a:lnTo>
                  <a:lnTo>
                    <a:pt x="1600525" y="3557617"/>
                  </a:lnTo>
                  <a:lnTo>
                    <a:pt x="1600682" y="3557617"/>
                  </a:lnTo>
                  <a:lnTo>
                    <a:pt x="1600682" y="3557186"/>
                  </a:lnTo>
                  <a:lnTo>
                    <a:pt x="1600840" y="3557186"/>
                  </a:lnTo>
                  <a:lnTo>
                    <a:pt x="1600840" y="3556756"/>
                  </a:lnTo>
                  <a:lnTo>
                    <a:pt x="1600998" y="3556756"/>
                  </a:lnTo>
                  <a:lnTo>
                    <a:pt x="1601155" y="3556756"/>
                  </a:lnTo>
                  <a:lnTo>
                    <a:pt x="1601313" y="3556756"/>
                  </a:lnTo>
                  <a:lnTo>
                    <a:pt x="1601471" y="3556756"/>
                  </a:lnTo>
                  <a:lnTo>
                    <a:pt x="1601629" y="3556756"/>
                  </a:lnTo>
                  <a:lnTo>
                    <a:pt x="1601629" y="3556325"/>
                  </a:lnTo>
                  <a:lnTo>
                    <a:pt x="1601786" y="3556325"/>
                  </a:lnTo>
                  <a:lnTo>
                    <a:pt x="1601944" y="3556325"/>
                  </a:lnTo>
                  <a:lnTo>
                    <a:pt x="1602102" y="3556325"/>
                  </a:lnTo>
                  <a:lnTo>
                    <a:pt x="1602259" y="3556325"/>
                  </a:lnTo>
                  <a:lnTo>
                    <a:pt x="1602417" y="3556325"/>
                  </a:lnTo>
                  <a:lnTo>
                    <a:pt x="1602575" y="3556325"/>
                  </a:lnTo>
                  <a:lnTo>
                    <a:pt x="1602733" y="3556325"/>
                  </a:lnTo>
                  <a:lnTo>
                    <a:pt x="1602890" y="3556325"/>
                  </a:lnTo>
                  <a:lnTo>
                    <a:pt x="1603048" y="3556325"/>
                  </a:lnTo>
                  <a:lnTo>
                    <a:pt x="1603048" y="3555894"/>
                  </a:lnTo>
                  <a:lnTo>
                    <a:pt x="1603206" y="3555894"/>
                  </a:lnTo>
                  <a:lnTo>
                    <a:pt x="1603206" y="3555464"/>
                  </a:lnTo>
                  <a:lnTo>
                    <a:pt x="1603364" y="3555464"/>
                  </a:lnTo>
                  <a:lnTo>
                    <a:pt x="1603364" y="3555033"/>
                  </a:lnTo>
                  <a:lnTo>
                    <a:pt x="1603521" y="3555033"/>
                  </a:lnTo>
                  <a:lnTo>
                    <a:pt x="1603521" y="3554603"/>
                  </a:lnTo>
                  <a:lnTo>
                    <a:pt x="1603521" y="3554172"/>
                  </a:lnTo>
                  <a:lnTo>
                    <a:pt x="1603521" y="3553741"/>
                  </a:lnTo>
                  <a:lnTo>
                    <a:pt x="1603679" y="3553741"/>
                  </a:lnTo>
                  <a:lnTo>
                    <a:pt x="1603837" y="3553741"/>
                  </a:lnTo>
                  <a:lnTo>
                    <a:pt x="1603994" y="3553741"/>
                  </a:lnTo>
                  <a:lnTo>
                    <a:pt x="1604152" y="3553741"/>
                  </a:lnTo>
                  <a:lnTo>
                    <a:pt x="1604152" y="3553311"/>
                  </a:lnTo>
                  <a:lnTo>
                    <a:pt x="1604152" y="3552880"/>
                  </a:lnTo>
                  <a:lnTo>
                    <a:pt x="1604152" y="3552450"/>
                  </a:lnTo>
                  <a:lnTo>
                    <a:pt x="1604152" y="3552019"/>
                  </a:lnTo>
                  <a:lnTo>
                    <a:pt x="1604152" y="3551588"/>
                  </a:lnTo>
                  <a:lnTo>
                    <a:pt x="1604152" y="3551158"/>
                  </a:lnTo>
                  <a:lnTo>
                    <a:pt x="1604310" y="3551158"/>
                  </a:lnTo>
                  <a:lnTo>
                    <a:pt x="1604468" y="3551158"/>
                  </a:lnTo>
                  <a:lnTo>
                    <a:pt x="1604625" y="3551158"/>
                  </a:lnTo>
                  <a:lnTo>
                    <a:pt x="1604625" y="3550727"/>
                  </a:lnTo>
                  <a:lnTo>
                    <a:pt x="1604783" y="3550727"/>
                  </a:lnTo>
                  <a:lnTo>
                    <a:pt x="1604783" y="3550297"/>
                  </a:lnTo>
                  <a:lnTo>
                    <a:pt x="1604783" y="3549866"/>
                  </a:lnTo>
                  <a:lnTo>
                    <a:pt x="1604941" y="3549866"/>
                  </a:lnTo>
                  <a:lnTo>
                    <a:pt x="1605098" y="3549866"/>
                  </a:lnTo>
                  <a:lnTo>
                    <a:pt x="1605098" y="3549435"/>
                  </a:lnTo>
                  <a:lnTo>
                    <a:pt x="1605098" y="3549005"/>
                  </a:lnTo>
                  <a:lnTo>
                    <a:pt x="1605256" y="3549005"/>
                  </a:lnTo>
                  <a:lnTo>
                    <a:pt x="1605414" y="3549005"/>
                  </a:lnTo>
                  <a:lnTo>
                    <a:pt x="1605572" y="3549005"/>
                  </a:lnTo>
                  <a:lnTo>
                    <a:pt x="1605729" y="3549005"/>
                  </a:lnTo>
                  <a:lnTo>
                    <a:pt x="1605729" y="3548574"/>
                  </a:lnTo>
                  <a:lnTo>
                    <a:pt x="1605887" y="3548574"/>
                  </a:lnTo>
                  <a:lnTo>
                    <a:pt x="1605887" y="3548144"/>
                  </a:lnTo>
                  <a:lnTo>
                    <a:pt x="1605887" y="3547713"/>
                  </a:lnTo>
                  <a:lnTo>
                    <a:pt x="1605887" y="3547282"/>
                  </a:lnTo>
                  <a:lnTo>
                    <a:pt x="1606045" y="3547282"/>
                  </a:lnTo>
                  <a:lnTo>
                    <a:pt x="1606202" y="3547282"/>
                  </a:lnTo>
                  <a:lnTo>
                    <a:pt x="1606360" y="3547282"/>
                  </a:lnTo>
                  <a:lnTo>
                    <a:pt x="1606518" y="3547282"/>
                  </a:lnTo>
                  <a:lnTo>
                    <a:pt x="1606518" y="3546852"/>
                  </a:lnTo>
                  <a:lnTo>
                    <a:pt x="1606676" y="3546852"/>
                  </a:lnTo>
                  <a:lnTo>
                    <a:pt x="1606676" y="3546421"/>
                  </a:lnTo>
                  <a:lnTo>
                    <a:pt x="1606676" y="3545991"/>
                  </a:lnTo>
                  <a:lnTo>
                    <a:pt x="1606833" y="3545991"/>
                  </a:lnTo>
                  <a:lnTo>
                    <a:pt x="1606991" y="3545991"/>
                  </a:lnTo>
                  <a:lnTo>
                    <a:pt x="1607149" y="3545991"/>
                  </a:lnTo>
                  <a:lnTo>
                    <a:pt x="1607306" y="3545991"/>
                  </a:lnTo>
                  <a:lnTo>
                    <a:pt x="1607306" y="3545560"/>
                  </a:lnTo>
                  <a:lnTo>
                    <a:pt x="1607464" y="3545560"/>
                  </a:lnTo>
                  <a:lnTo>
                    <a:pt x="1607622" y="3545560"/>
                  </a:lnTo>
                  <a:lnTo>
                    <a:pt x="1607780" y="3545560"/>
                  </a:lnTo>
                  <a:lnTo>
                    <a:pt x="1607937" y="3545560"/>
                  </a:lnTo>
                  <a:lnTo>
                    <a:pt x="1608095" y="3545560"/>
                  </a:lnTo>
                  <a:lnTo>
                    <a:pt x="1608095" y="3545129"/>
                  </a:lnTo>
                  <a:lnTo>
                    <a:pt x="1608095" y="3544699"/>
                  </a:lnTo>
                  <a:lnTo>
                    <a:pt x="1608253" y="3544699"/>
                  </a:lnTo>
                  <a:lnTo>
                    <a:pt x="1608411" y="3544699"/>
                  </a:lnTo>
                  <a:lnTo>
                    <a:pt x="1608568" y="3544699"/>
                  </a:lnTo>
                  <a:lnTo>
                    <a:pt x="1608726" y="3544699"/>
                  </a:lnTo>
                  <a:lnTo>
                    <a:pt x="1608884" y="3544699"/>
                  </a:lnTo>
                  <a:lnTo>
                    <a:pt x="1609041" y="3544699"/>
                  </a:lnTo>
                  <a:lnTo>
                    <a:pt x="1609199" y="3544699"/>
                  </a:lnTo>
                  <a:lnTo>
                    <a:pt x="1609199" y="3544268"/>
                  </a:lnTo>
                  <a:lnTo>
                    <a:pt x="1609357" y="3544268"/>
                  </a:lnTo>
                  <a:lnTo>
                    <a:pt x="1609515" y="3544268"/>
                  </a:lnTo>
                  <a:lnTo>
                    <a:pt x="1609515" y="3543838"/>
                  </a:lnTo>
                  <a:lnTo>
                    <a:pt x="1609672" y="3543838"/>
                  </a:lnTo>
                  <a:lnTo>
                    <a:pt x="1609830" y="3543838"/>
                  </a:lnTo>
                  <a:lnTo>
                    <a:pt x="1609830" y="3543407"/>
                  </a:lnTo>
                  <a:lnTo>
                    <a:pt x="1609830" y="3542976"/>
                  </a:lnTo>
                  <a:lnTo>
                    <a:pt x="1609988" y="3542976"/>
                  </a:lnTo>
                  <a:lnTo>
                    <a:pt x="1609988" y="3542546"/>
                  </a:lnTo>
                  <a:lnTo>
                    <a:pt x="1610145" y="3542546"/>
                  </a:lnTo>
                  <a:lnTo>
                    <a:pt x="1610303" y="3542546"/>
                  </a:lnTo>
                  <a:lnTo>
                    <a:pt x="1610303" y="3542115"/>
                  </a:lnTo>
                  <a:lnTo>
                    <a:pt x="1610303" y="3541685"/>
                  </a:lnTo>
                  <a:lnTo>
                    <a:pt x="1610303" y="3541254"/>
                  </a:lnTo>
                  <a:lnTo>
                    <a:pt x="1610303" y="3540823"/>
                  </a:lnTo>
                  <a:lnTo>
                    <a:pt x="1610461" y="3540823"/>
                  </a:lnTo>
                  <a:lnTo>
                    <a:pt x="1610461" y="3540393"/>
                  </a:lnTo>
                  <a:lnTo>
                    <a:pt x="1610461" y="3539962"/>
                  </a:lnTo>
                  <a:lnTo>
                    <a:pt x="1610461" y="3539532"/>
                  </a:lnTo>
                  <a:lnTo>
                    <a:pt x="1610461" y="3539101"/>
                  </a:lnTo>
                  <a:lnTo>
                    <a:pt x="1610461" y="3538670"/>
                  </a:lnTo>
                  <a:lnTo>
                    <a:pt x="1610461" y="3538240"/>
                  </a:lnTo>
                  <a:lnTo>
                    <a:pt x="1610619" y="3538240"/>
                  </a:lnTo>
                  <a:lnTo>
                    <a:pt x="1610619" y="3537809"/>
                  </a:lnTo>
                  <a:lnTo>
                    <a:pt x="1610776" y="3537809"/>
                  </a:lnTo>
                  <a:lnTo>
                    <a:pt x="1610934" y="3537809"/>
                  </a:lnTo>
                  <a:lnTo>
                    <a:pt x="1610934" y="3537379"/>
                  </a:lnTo>
                  <a:lnTo>
                    <a:pt x="1610934" y="3536948"/>
                  </a:lnTo>
                  <a:lnTo>
                    <a:pt x="1611092" y="3536948"/>
                  </a:lnTo>
                  <a:lnTo>
                    <a:pt x="1611092" y="3536517"/>
                  </a:lnTo>
                  <a:lnTo>
                    <a:pt x="1611249" y="3536517"/>
                  </a:lnTo>
                  <a:lnTo>
                    <a:pt x="1611249" y="3536087"/>
                  </a:lnTo>
                  <a:lnTo>
                    <a:pt x="1611249" y="3535656"/>
                  </a:lnTo>
                  <a:lnTo>
                    <a:pt x="1611249" y="3535226"/>
                  </a:lnTo>
                  <a:lnTo>
                    <a:pt x="1611407" y="3535226"/>
                  </a:lnTo>
                  <a:lnTo>
                    <a:pt x="1611407" y="3534795"/>
                  </a:lnTo>
                  <a:lnTo>
                    <a:pt x="1611565" y="3534795"/>
                  </a:lnTo>
                  <a:lnTo>
                    <a:pt x="1611723" y="3534795"/>
                  </a:lnTo>
                  <a:lnTo>
                    <a:pt x="1611880" y="3534795"/>
                  </a:lnTo>
                  <a:lnTo>
                    <a:pt x="1612038" y="3534795"/>
                  </a:lnTo>
                  <a:lnTo>
                    <a:pt x="1612196" y="3534795"/>
                  </a:lnTo>
                  <a:lnTo>
                    <a:pt x="1612353" y="3534795"/>
                  </a:lnTo>
                  <a:lnTo>
                    <a:pt x="1612511" y="3534795"/>
                  </a:lnTo>
                  <a:lnTo>
                    <a:pt x="1612669" y="3534795"/>
                  </a:lnTo>
                  <a:lnTo>
                    <a:pt x="1612827" y="3534795"/>
                  </a:lnTo>
                  <a:lnTo>
                    <a:pt x="1612827" y="3534364"/>
                  </a:lnTo>
                  <a:lnTo>
                    <a:pt x="1612984" y="3534364"/>
                  </a:lnTo>
                  <a:lnTo>
                    <a:pt x="1612984" y="3533934"/>
                  </a:lnTo>
                  <a:lnTo>
                    <a:pt x="1612984" y="3533503"/>
                  </a:lnTo>
                  <a:lnTo>
                    <a:pt x="1612984" y="3533073"/>
                  </a:lnTo>
                  <a:lnTo>
                    <a:pt x="1612984" y="3532642"/>
                  </a:lnTo>
                  <a:lnTo>
                    <a:pt x="1613142" y="3532642"/>
                  </a:lnTo>
                  <a:lnTo>
                    <a:pt x="1613300" y="3532642"/>
                  </a:lnTo>
                  <a:lnTo>
                    <a:pt x="1613300" y="3532211"/>
                  </a:lnTo>
                  <a:lnTo>
                    <a:pt x="1613457" y="3532211"/>
                  </a:lnTo>
                  <a:lnTo>
                    <a:pt x="1613457" y="3531781"/>
                  </a:lnTo>
                  <a:lnTo>
                    <a:pt x="1613615" y="3531781"/>
                  </a:lnTo>
                  <a:lnTo>
                    <a:pt x="1613773" y="3531781"/>
                  </a:lnTo>
                  <a:lnTo>
                    <a:pt x="1613773" y="3531350"/>
                  </a:lnTo>
                  <a:lnTo>
                    <a:pt x="1613773" y="3530920"/>
                  </a:lnTo>
                  <a:lnTo>
                    <a:pt x="1613931" y="3530920"/>
                  </a:lnTo>
                  <a:lnTo>
                    <a:pt x="1613931" y="3530489"/>
                  </a:lnTo>
                  <a:lnTo>
                    <a:pt x="1614088" y="3530489"/>
                  </a:lnTo>
                  <a:lnTo>
                    <a:pt x="1614088" y="3530058"/>
                  </a:lnTo>
                  <a:lnTo>
                    <a:pt x="1614088" y="3529628"/>
                  </a:lnTo>
                  <a:lnTo>
                    <a:pt x="1614246" y="3529628"/>
                  </a:lnTo>
                  <a:lnTo>
                    <a:pt x="1614246" y="3529197"/>
                  </a:lnTo>
                  <a:lnTo>
                    <a:pt x="1614404" y="3529197"/>
                  </a:lnTo>
                  <a:lnTo>
                    <a:pt x="1614404" y="3528767"/>
                  </a:lnTo>
                  <a:lnTo>
                    <a:pt x="1614562" y="3528767"/>
                  </a:lnTo>
                  <a:lnTo>
                    <a:pt x="1614719" y="3528767"/>
                  </a:lnTo>
                  <a:lnTo>
                    <a:pt x="1614877" y="3528767"/>
                  </a:lnTo>
                  <a:lnTo>
                    <a:pt x="1615035" y="3528767"/>
                  </a:lnTo>
                  <a:lnTo>
                    <a:pt x="1615192" y="3528767"/>
                  </a:lnTo>
                  <a:lnTo>
                    <a:pt x="1615192" y="3528336"/>
                  </a:lnTo>
                  <a:lnTo>
                    <a:pt x="1615350" y="3528336"/>
                  </a:lnTo>
                  <a:lnTo>
                    <a:pt x="1615350" y="3527905"/>
                  </a:lnTo>
                  <a:lnTo>
                    <a:pt x="1615350" y="3527475"/>
                  </a:lnTo>
                  <a:lnTo>
                    <a:pt x="1615508" y="3527475"/>
                  </a:lnTo>
                  <a:lnTo>
                    <a:pt x="1615666" y="3527475"/>
                  </a:lnTo>
                  <a:lnTo>
                    <a:pt x="1615823" y="3527475"/>
                  </a:lnTo>
                  <a:lnTo>
                    <a:pt x="1615981" y="3527475"/>
                  </a:lnTo>
                  <a:lnTo>
                    <a:pt x="1616139" y="3527475"/>
                  </a:lnTo>
                  <a:lnTo>
                    <a:pt x="1616296" y="3527475"/>
                  </a:lnTo>
                  <a:lnTo>
                    <a:pt x="1616454" y="3527475"/>
                  </a:lnTo>
                  <a:lnTo>
                    <a:pt x="1616612" y="3527475"/>
                  </a:lnTo>
                  <a:lnTo>
                    <a:pt x="1616612" y="3527044"/>
                  </a:lnTo>
                  <a:lnTo>
                    <a:pt x="1616770" y="3527044"/>
                  </a:lnTo>
                  <a:lnTo>
                    <a:pt x="1616927" y="3527044"/>
                  </a:lnTo>
                  <a:lnTo>
                    <a:pt x="1616927" y="3526614"/>
                  </a:lnTo>
                  <a:lnTo>
                    <a:pt x="1617085" y="3526614"/>
                  </a:lnTo>
                  <a:lnTo>
                    <a:pt x="1617243" y="3526614"/>
                  </a:lnTo>
                  <a:lnTo>
                    <a:pt x="1617243" y="3526183"/>
                  </a:lnTo>
                  <a:lnTo>
                    <a:pt x="1617400" y="3526183"/>
                  </a:lnTo>
                  <a:lnTo>
                    <a:pt x="1617558" y="3526183"/>
                  </a:lnTo>
                  <a:lnTo>
                    <a:pt x="1617716" y="3526183"/>
                  </a:lnTo>
                  <a:lnTo>
                    <a:pt x="1617874" y="3526183"/>
                  </a:lnTo>
                  <a:lnTo>
                    <a:pt x="1618031" y="3526183"/>
                  </a:lnTo>
                  <a:lnTo>
                    <a:pt x="1618031" y="3525752"/>
                  </a:lnTo>
                  <a:lnTo>
                    <a:pt x="1618031" y="3525322"/>
                  </a:lnTo>
                  <a:lnTo>
                    <a:pt x="1618031" y="3524891"/>
                  </a:lnTo>
                  <a:lnTo>
                    <a:pt x="1618031" y="3524461"/>
                  </a:lnTo>
                  <a:lnTo>
                    <a:pt x="1618189" y="3524461"/>
                  </a:lnTo>
                  <a:lnTo>
                    <a:pt x="1618347" y="3524461"/>
                  </a:lnTo>
                  <a:lnTo>
                    <a:pt x="1618504" y="3524461"/>
                  </a:lnTo>
                  <a:lnTo>
                    <a:pt x="1618504" y="3524030"/>
                  </a:lnTo>
                  <a:lnTo>
                    <a:pt x="1618662" y="3524030"/>
                  </a:lnTo>
                  <a:lnTo>
                    <a:pt x="1618820" y="3524030"/>
                  </a:lnTo>
                  <a:lnTo>
                    <a:pt x="1618820" y="3523599"/>
                  </a:lnTo>
                  <a:lnTo>
                    <a:pt x="1618978" y="3523599"/>
                  </a:lnTo>
                  <a:lnTo>
                    <a:pt x="1619135" y="3523599"/>
                  </a:lnTo>
                  <a:lnTo>
                    <a:pt x="1619293" y="3523599"/>
                  </a:lnTo>
                  <a:lnTo>
                    <a:pt x="1619451" y="3523599"/>
                  </a:lnTo>
                  <a:lnTo>
                    <a:pt x="1619608" y="3523599"/>
                  </a:lnTo>
                  <a:lnTo>
                    <a:pt x="1619608" y="3523169"/>
                  </a:lnTo>
                  <a:lnTo>
                    <a:pt x="1619608" y="3522738"/>
                  </a:lnTo>
                  <a:lnTo>
                    <a:pt x="1619766" y="3522738"/>
                  </a:lnTo>
                  <a:lnTo>
                    <a:pt x="1619924" y="3522738"/>
                  </a:lnTo>
                  <a:lnTo>
                    <a:pt x="1619924" y="3522308"/>
                  </a:lnTo>
                  <a:lnTo>
                    <a:pt x="1620082" y="3522308"/>
                  </a:lnTo>
                  <a:lnTo>
                    <a:pt x="1620239" y="3522308"/>
                  </a:lnTo>
                  <a:lnTo>
                    <a:pt x="1620397" y="3522308"/>
                  </a:lnTo>
                  <a:lnTo>
                    <a:pt x="1620555" y="3522308"/>
                  </a:lnTo>
                  <a:lnTo>
                    <a:pt x="1620713" y="3522308"/>
                  </a:lnTo>
                  <a:lnTo>
                    <a:pt x="1620870" y="3522308"/>
                  </a:lnTo>
                  <a:lnTo>
                    <a:pt x="1621028" y="3522308"/>
                  </a:lnTo>
                  <a:lnTo>
                    <a:pt x="1621028" y="3521877"/>
                  </a:lnTo>
                  <a:lnTo>
                    <a:pt x="1621028" y="3521446"/>
                  </a:lnTo>
                  <a:lnTo>
                    <a:pt x="1621186" y="3521446"/>
                  </a:lnTo>
                  <a:lnTo>
                    <a:pt x="1621186" y="3521016"/>
                  </a:lnTo>
                  <a:lnTo>
                    <a:pt x="1621343" y="3521016"/>
                  </a:lnTo>
                  <a:lnTo>
                    <a:pt x="1621501" y="3521016"/>
                  </a:lnTo>
                  <a:lnTo>
                    <a:pt x="1621659" y="3521016"/>
                  </a:lnTo>
                  <a:lnTo>
                    <a:pt x="1621817" y="3521016"/>
                  </a:lnTo>
                  <a:lnTo>
                    <a:pt x="1621974" y="3521016"/>
                  </a:lnTo>
                  <a:lnTo>
                    <a:pt x="1621974" y="3520585"/>
                  </a:lnTo>
                  <a:lnTo>
                    <a:pt x="1622132" y="3520585"/>
                  </a:lnTo>
                  <a:lnTo>
                    <a:pt x="1622132" y="3520155"/>
                  </a:lnTo>
                  <a:lnTo>
                    <a:pt x="1622290" y="3520155"/>
                  </a:lnTo>
                  <a:lnTo>
                    <a:pt x="1622290" y="3519724"/>
                  </a:lnTo>
                  <a:lnTo>
                    <a:pt x="1622447" y="3519724"/>
                  </a:lnTo>
                  <a:lnTo>
                    <a:pt x="1622605" y="3519724"/>
                  </a:lnTo>
                  <a:lnTo>
                    <a:pt x="1622605" y="3519293"/>
                  </a:lnTo>
                  <a:lnTo>
                    <a:pt x="1622763" y="3519293"/>
                  </a:lnTo>
                  <a:lnTo>
                    <a:pt x="1622921" y="3519293"/>
                  </a:lnTo>
                  <a:lnTo>
                    <a:pt x="1623078" y="3519293"/>
                  </a:lnTo>
                  <a:lnTo>
                    <a:pt x="1623236" y="3519293"/>
                  </a:lnTo>
                  <a:lnTo>
                    <a:pt x="1623236" y="3518863"/>
                  </a:lnTo>
                  <a:lnTo>
                    <a:pt x="1623394" y="3518863"/>
                  </a:lnTo>
                  <a:lnTo>
                    <a:pt x="1623394" y="3518432"/>
                  </a:lnTo>
                  <a:lnTo>
                    <a:pt x="1623394" y="3518002"/>
                  </a:lnTo>
                  <a:lnTo>
                    <a:pt x="1623551" y="3518002"/>
                  </a:lnTo>
                  <a:lnTo>
                    <a:pt x="1623709" y="3518002"/>
                  </a:lnTo>
                  <a:lnTo>
                    <a:pt x="1623867" y="3518002"/>
                  </a:lnTo>
                  <a:lnTo>
                    <a:pt x="1624025" y="3518002"/>
                  </a:lnTo>
                  <a:lnTo>
                    <a:pt x="1624182" y="3518002"/>
                  </a:lnTo>
                  <a:lnTo>
                    <a:pt x="1624340" y="3518002"/>
                  </a:lnTo>
                  <a:lnTo>
                    <a:pt x="1624498" y="3518002"/>
                  </a:lnTo>
                  <a:lnTo>
                    <a:pt x="1624655" y="3518002"/>
                  </a:lnTo>
                  <a:lnTo>
                    <a:pt x="1624813" y="3518002"/>
                  </a:lnTo>
                  <a:lnTo>
                    <a:pt x="1624971" y="3518002"/>
                  </a:lnTo>
                  <a:lnTo>
                    <a:pt x="1624971" y="3517571"/>
                  </a:lnTo>
                  <a:lnTo>
                    <a:pt x="1624971" y="3517140"/>
                  </a:lnTo>
                  <a:lnTo>
                    <a:pt x="1625129" y="3517140"/>
                  </a:lnTo>
                  <a:lnTo>
                    <a:pt x="1625286" y="3517140"/>
                  </a:lnTo>
                  <a:lnTo>
                    <a:pt x="1625286" y="3516710"/>
                  </a:lnTo>
                  <a:lnTo>
                    <a:pt x="1625286" y="3516279"/>
                  </a:lnTo>
                  <a:lnTo>
                    <a:pt x="1625444" y="3516279"/>
                  </a:lnTo>
                  <a:lnTo>
                    <a:pt x="1625444" y="3515849"/>
                  </a:lnTo>
                  <a:lnTo>
                    <a:pt x="1625444" y="3515418"/>
                  </a:lnTo>
                  <a:lnTo>
                    <a:pt x="1625602" y="3515418"/>
                  </a:lnTo>
                  <a:lnTo>
                    <a:pt x="1625602" y="3514987"/>
                  </a:lnTo>
                  <a:lnTo>
                    <a:pt x="1625760" y="3514987"/>
                  </a:lnTo>
                  <a:lnTo>
                    <a:pt x="1625760" y="3514557"/>
                  </a:lnTo>
                  <a:lnTo>
                    <a:pt x="1625917" y="3514557"/>
                  </a:lnTo>
                  <a:lnTo>
                    <a:pt x="1626075" y="3514557"/>
                  </a:lnTo>
                  <a:lnTo>
                    <a:pt x="1626233" y="3514557"/>
                  </a:lnTo>
                  <a:lnTo>
                    <a:pt x="1626390" y="3514557"/>
                  </a:lnTo>
                  <a:lnTo>
                    <a:pt x="1626548" y="3514557"/>
                  </a:lnTo>
                  <a:lnTo>
                    <a:pt x="1626706" y="3514557"/>
                  </a:lnTo>
                  <a:lnTo>
                    <a:pt x="1626864" y="3514557"/>
                  </a:lnTo>
                  <a:lnTo>
                    <a:pt x="1627021" y="3514557"/>
                  </a:lnTo>
                  <a:lnTo>
                    <a:pt x="1627021" y="3514126"/>
                  </a:lnTo>
                  <a:lnTo>
                    <a:pt x="1627179" y="3514126"/>
                  </a:lnTo>
                  <a:lnTo>
                    <a:pt x="1627179" y="3513696"/>
                  </a:lnTo>
                  <a:lnTo>
                    <a:pt x="1627337" y="3513696"/>
                  </a:lnTo>
                  <a:lnTo>
                    <a:pt x="1627494" y="3513696"/>
                  </a:lnTo>
                  <a:lnTo>
                    <a:pt x="1627494" y="3513265"/>
                  </a:lnTo>
                  <a:lnTo>
                    <a:pt x="1627652" y="3513265"/>
                  </a:lnTo>
                  <a:lnTo>
                    <a:pt x="1627810" y="3513265"/>
                  </a:lnTo>
                  <a:lnTo>
                    <a:pt x="1627968" y="3513265"/>
                  </a:lnTo>
                  <a:lnTo>
                    <a:pt x="1627968" y="3512834"/>
                  </a:lnTo>
                  <a:lnTo>
                    <a:pt x="1628125" y="3512834"/>
                  </a:lnTo>
                  <a:lnTo>
                    <a:pt x="1628283" y="3512834"/>
                  </a:lnTo>
                  <a:lnTo>
                    <a:pt x="1628441" y="3512834"/>
                  </a:lnTo>
                  <a:lnTo>
                    <a:pt x="1628598" y="3512834"/>
                  </a:lnTo>
                  <a:lnTo>
                    <a:pt x="1628756" y="3512834"/>
                  </a:lnTo>
                  <a:lnTo>
                    <a:pt x="1628756" y="3512404"/>
                  </a:lnTo>
                  <a:lnTo>
                    <a:pt x="1628914" y="3512404"/>
                  </a:lnTo>
                  <a:lnTo>
                    <a:pt x="1629072" y="3512404"/>
                  </a:lnTo>
                  <a:lnTo>
                    <a:pt x="1629229" y="3512404"/>
                  </a:lnTo>
                  <a:lnTo>
                    <a:pt x="1629387" y="3512404"/>
                  </a:lnTo>
                  <a:lnTo>
                    <a:pt x="1629545" y="3512404"/>
                  </a:lnTo>
                  <a:lnTo>
                    <a:pt x="1629545" y="3511973"/>
                  </a:lnTo>
                  <a:lnTo>
                    <a:pt x="1629702" y="3511973"/>
                  </a:lnTo>
                  <a:lnTo>
                    <a:pt x="1629702" y="3511543"/>
                  </a:lnTo>
                  <a:lnTo>
                    <a:pt x="1629702" y="3511112"/>
                  </a:lnTo>
                  <a:lnTo>
                    <a:pt x="1629860" y="3511112"/>
                  </a:lnTo>
                  <a:lnTo>
                    <a:pt x="1630018" y="3511112"/>
                  </a:lnTo>
                  <a:lnTo>
                    <a:pt x="1630176" y="3511112"/>
                  </a:lnTo>
                  <a:lnTo>
                    <a:pt x="1630333" y="3511112"/>
                  </a:lnTo>
                  <a:lnTo>
                    <a:pt x="1630491" y="3511112"/>
                  </a:lnTo>
                  <a:lnTo>
                    <a:pt x="1630649" y="3511112"/>
                  </a:lnTo>
                  <a:lnTo>
                    <a:pt x="1630649" y="3510681"/>
                  </a:lnTo>
                  <a:lnTo>
                    <a:pt x="1630806" y="3510681"/>
                  </a:lnTo>
                  <a:lnTo>
                    <a:pt x="1630964" y="3510681"/>
                  </a:lnTo>
                  <a:lnTo>
                    <a:pt x="1630964" y="3510251"/>
                  </a:lnTo>
                  <a:lnTo>
                    <a:pt x="1631122" y="3510251"/>
                  </a:lnTo>
                  <a:lnTo>
                    <a:pt x="1631280" y="3510251"/>
                  </a:lnTo>
                  <a:lnTo>
                    <a:pt x="1631437" y="3510251"/>
                  </a:lnTo>
                  <a:lnTo>
                    <a:pt x="1631437" y="3509820"/>
                  </a:lnTo>
                  <a:lnTo>
                    <a:pt x="1631595" y="3509820"/>
                  </a:lnTo>
                  <a:lnTo>
                    <a:pt x="1631753" y="3509820"/>
                  </a:lnTo>
                  <a:lnTo>
                    <a:pt x="1631911" y="3509820"/>
                  </a:lnTo>
                  <a:lnTo>
                    <a:pt x="1631911" y="3509390"/>
                  </a:lnTo>
                  <a:lnTo>
                    <a:pt x="1631911" y="3508959"/>
                  </a:lnTo>
                  <a:lnTo>
                    <a:pt x="1632068" y="3508959"/>
                  </a:lnTo>
                  <a:lnTo>
                    <a:pt x="1632226" y="3508959"/>
                  </a:lnTo>
                  <a:lnTo>
                    <a:pt x="1632384" y="3508959"/>
                  </a:lnTo>
                  <a:lnTo>
                    <a:pt x="1632541" y="3508959"/>
                  </a:lnTo>
                  <a:lnTo>
                    <a:pt x="1632541" y="3508528"/>
                  </a:lnTo>
                  <a:lnTo>
                    <a:pt x="1632699" y="3508528"/>
                  </a:lnTo>
                  <a:lnTo>
                    <a:pt x="1632857" y="3508528"/>
                  </a:lnTo>
                  <a:lnTo>
                    <a:pt x="1632857" y="3508098"/>
                  </a:lnTo>
                  <a:lnTo>
                    <a:pt x="1633015" y="3508098"/>
                  </a:lnTo>
                  <a:lnTo>
                    <a:pt x="1633172" y="3508098"/>
                  </a:lnTo>
                  <a:lnTo>
                    <a:pt x="1633172" y="3507667"/>
                  </a:lnTo>
                  <a:lnTo>
                    <a:pt x="1633330" y="3507667"/>
                  </a:lnTo>
                  <a:lnTo>
                    <a:pt x="1633488" y="3507667"/>
                  </a:lnTo>
                  <a:lnTo>
                    <a:pt x="1633645" y="3507667"/>
                  </a:lnTo>
                  <a:lnTo>
                    <a:pt x="1633803" y="3507667"/>
                  </a:lnTo>
                  <a:lnTo>
                    <a:pt x="1633961" y="3507667"/>
                  </a:lnTo>
                  <a:lnTo>
                    <a:pt x="1634119" y="3507667"/>
                  </a:lnTo>
                  <a:lnTo>
                    <a:pt x="1634276" y="3507667"/>
                  </a:lnTo>
                  <a:lnTo>
                    <a:pt x="1634434" y="3507667"/>
                  </a:lnTo>
                  <a:lnTo>
                    <a:pt x="1634592" y="3507667"/>
                  </a:lnTo>
                  <a:lnTo>
                    <a:pt x="1634749" y="3507667"/>
                  </a:lnTo>
                  <a:lnTo>
                    <a:pt x="1634907" y="3507667"/>
                  </a:lnTo>
                  <a:lnTo>
                    <a:pt x="1635065" y="3507667"/>
                  </a:lnTo>
                  <a:lnTo>
                    <a:pt x="1635223" y="3507667"/>
                  </a:lnTo>
                  <a:lnTo>
                    <a:pt x="1635380" y="3507667"/>
                  </a:lnTo>
                  <a:lnTo>
                    <a:pt x="1635380" y="3507237"/>
                  </a:lnTo>
                  <a:lnTo>
                    <a:pt x="1635380" y="3506806"/>
                  </a:lnTo>
                  <a:lnTo>
                    <a:pt x="1635538" y="3506806"/>
                  </a:lnTo>
                  <a:lnTo>
                    <a:pt x="1635696" y="3506806"/>
                  </a:lnTo>
                  <a:lnTo>
                    <a:pt x="1635853" y="3506806"/>
                  </a:lnTo>
                  <a:lnTo>
                    <a:pt x="1636011" y="3506806"/>
                  </a:lnTo>
                  <a:lnTo>
                    <a:pt x="1636169" y="3506806"/>
                  </a:lnTo>
                  <a:lnTo>
                    <a:pt x="1636327" y="3506806"/>
                  </a:lnTo>
                  <a:lnTo>
                    <a:pt x="1636484" y="3506806"/>
                  </a:lnTo>
                  <a:lnTo>
                    <a:pt x="1636642" y="3506806"/>
                  </a:lnTo>
                  <a:lnTo>
                    <a:pt x="1636800" y="3506806"/>
                  </a:lnTo>
                  <a:lnTo>
                    <a:pt x="1636800" y="3506375"/>
                  </a:lnTo>
                  <a:lnTo>
                    <a:pt x="1636800" y="3505945"/>
                  </a:lnTo>
                  <a:lnTo>
                    <a:pt x="1636958" y="3505945"/>
                  </a:lnTo>
                  <a:lnTo>
                    <a:pt x="1637115" y="3505945"/>
                  </a:lnTo>
                  <a:lnTo>
                    <a:pt x="1637115" y="3505514"/>
                  </a:lnTo>
                  <a:lnTo>
                    <a:pt x="1637273" y="3505514"/>
                  </a:lnTo>
                  <a:lnTo>
                    <a:pt x="1637273" y="3505084"/>
                  </a:lnTo>
                  <a:lnTo>
                    <a:pt x="1637431" y="3505084"/>
                  </a:lnTo>
                  <a:lnTo>
                    <a:pt x="1637431" y="3504653"/>
                  </a:lnTo>
                  <a:lnTo>
                    <a:pt x="1637588" y="3504653"/>
                  </a:lnTo>
                  <a:lnTo>
                    <a:pt x="1637588" y="3504222"/>
                  </a:lnTo>
                  <a:lnTo>
                    <a:pt x="1637746" y="3504222"/>
                  </a:lnTo>
                  <a:lnTo>
                    <a:pt x="1637746" y="3503792"/>
                  </a:lnTo>
                  <a:lnTo>
                    <a:pt x="1637746" y="3503361"/>
                  </a:lnTo>
                  <a:lnTo>
                    <a:pt x="1637904" y="3503361"/>
                  </a:lnTo>
                  <a:lnTo>
                    <a:pt x="1638062" y="3503361"/>
                  </a:lnTo>
                  <a:lnTo>
                    <a:pt x="1638219" y="3503361"/>
                  </a:lnTo>
                  <a:lnTo>
                    <a:pt x="1638377" y="3503361"/>
                  </a:lnTo>
                  <a:lnTo>
                    <a:pt x="1638535" y="3503361"/>
                  </a:lnTo>
                  <a:lnTo>
                    <a:pt x="1638692" y="3503361"/>
                  </a:lnTo>
                  <a:lnTo>
                    <a:pt x="1638692" y="3502931"/>
                  </a:lnTo>
                  <a:lnTo>
                    <a:pt x="1638850" y="3502931"/>
                  </a:lnTo>
                  <a:lnTo>
                    <a:pt x="1639008" y="3502931"/>
                  </a:lnTo>
                  <a:lnTo>
                    <a:pt x="1639008" y="3502500"/>
                  </a:lnTo>
                  <a:lnTo>
                    <a:pt x="1639166" y="3502500"/>
                  </a:lnTo>
                  <a:lnTo>
                    <a:pt x="1639166" y="3502069"/>
                  </a:lnTo>
                  <a:lnTo>
                    <a:pt x="1639323" y="3502069"/>
                  </a:lnTo>
                  <a:lnTo>
                    <a:pt x="1639481" y="3502069"/>
                  </a:lnTo>
                  <a:lnTo>
                    <a:pt x="1639639" y="3502069"/>
                  </a:lnTo>
                  <a:lnTo>
                    <a:pt x="1639796" y="3502069"/>
                  </a:lnTo>
                  <a:lnTo>
                    <a:pt x="1639796" y="3501639"/>
                  </a:lnTo>
                  <a:lnTo>
                    <a:pt x="1639954" y="3501639"/>
                  </a:lnTo>
                  <a:lnTo>
                    <a:pt x="1639954" y="3501208"/>
                  </a:lnTo>
                  <a:lnTo>
                    <a:pt x="1640112" y="3501208"/>
                  </a:lnTo>
                  <a:lnTo>
                    <a:pt x="1640270" y="3501208"/>
                  </a:lnTo>
                  <a:lnTo>
                    <a:pt x="1640270" y="3500778"/>
                  </a:lnTo>
                  <a:lnTo>
                    <a:pt x="1640427" y="3500778"/>
                  </a:lnTo>
                  <a:lnTo>
                    <a:pt x="1640585" y="3500778"/>
                  </a:lnTo>
                  <a:lnTo>
                    <a:pt x="1640743" y="3500778"/>
                  </a:lnTo>
                  <a:lnTo>
                    <a:pt x="1640743" y="3500347"/>
                  </a:lnTo>
                  <a:lnTo>
                    <a:pt x="1640743" y="3499916"/>
                  </a:lnTo>
                  <a:lnTo>
                    <a:pt x="1640900" y="3499916"/>
                  </a:lnTo>
                  <a:lnTo>
                    <a:pt x="1640900" y="3499486"/>
                  </a:lnTo>
                  <a:lnTo>
                    <a:pt x="1641058" y="3499486"/>
                  </a:lnTo>
                  <a:lnTo>
                    <a:pt x="1641216" y="3499486"/>
                  </a:lnTo>
                  <a:lnTo>
                    <a:pt x="1641374" y="3499486"/>
                  </a:lnTo>
                  <a:lnTo>
                    <a:pt x="1641531" y="3499486"/>
                  </a:lnTo>
                  <a:lnTo>
                    <a:pt x="1641689" y="3499486"/>
                  </a:lnTo>
                  <a:lnTo>
                    <a:pt x="1641847" y="3499486"/>
                  </a:lnTo>
                  <a:lnTo>
                    <a:pt x="1642004" y="3499486"/>
                  </a:lnTo>
                  <a:lnTo>
                    <a:pt x="1642004" y="3499055"/>
                  </a:lnTo>
                  <a:lnTo>
                    <a:pt x="1642004" y="3498625"/>
                  </a:lnTo>
                  <a:lnTo>
                    <a:pt x="1642162" y="3498625"/>
                  </a:lnTo>
                  <a:lnTo>
                    <a:pt x="1642320" y="3498625"/>
                  </a:lnTo>
                  <a:lnTo>
                    <a:pt x="1642478" y="3498625"/>
                  </a:lnTo>
                  <a:lnTo>
                    <a:pt x="1642635" y="3498625"/>
                  </a:lnTo>
                  <a:lnTo>
                    <a:pt x="1642793" y="3498625"/>
                  </a:lnTo>
                  <a:lnTo>
                    <a:pt x="1642951" y="3498625"/>
                  </a:lnTo>
                  <a:lnTo>
                    <a:pt x="1643109" y="3498625"/>
                  </a:lnTo>
                  <a:lnTo>
                    <a:pt x="1643266" y="3498625"/>
                  </a:lnTo>
                  <a:lnTo>
                    <a:pt x="1643424" y="3498625"/>
                  </a:lnTo>
                  <a:lnTo>
                    <a:pt x="1643582" y="3498625"/>
                  </a:lnTo>
                  <a:lnTo>
                    <a:pt x="1643582" y="3498194"/>
                  </a:lnTo>
                  <a:lnTo>
                    <a:pt x="1643739" y="3498194"/>
                  </a:lnTo>
                  <a:lnTo>
                    <a:pt x="1643897" y="3498194"/>
                  </a:lnTo>
                  <a:lnTo>
                    <a:pt x="1644055" y="3498194"/>
                  </a:lnTo>
                  <a:lnTo>
                    <a:pt x="1644213" y="3498194"/>
                  </a:lnTo>
                  <a:lnTo>
                    <a:pt x="1644370" y="3498194"/>
                  </a:lnTo>
                  <a:lnTo>
                    <a:pt x="1644528" y="3498194"/>
                  </a:lnTo>
                  <a:lnTo>
                    <a:pt x="1644686" y="3498194"/>
                  </a:lnTo>
                  <a:lnTo>
                    <a:pt x="1644843" y="3498194"/>
                  </a:lnTo>
                  <a:lnTo>
                    <a:pt x="1644843" y="3497763"/>
                  </a:lnTo>
                  <a:lnTo>
                    <a:pt x="1645001" y="3497763"/>
                  </a:lnTo>
                  <a:lnTo>
                    <a:pt x="1645159" y="3497763"/>
                  </a:lnTo>
                  <a:lnTo>
                    <a:pt x="1645317" y="3497763"/>
                  </a:lnTo>
                  <a:lnTo>
                    <a:pt x="1645474" y="3497763"/>
                  </a:lnTo>
                  <a:lnTo>
                    <a:pt x="1645474" y="3497333"/>
                  </a:lnTo>
                  <a:lnTo>
                    <a:pt x="1645632" y="3497333"/>
                  </a:lnTo>
                  <a:lnTo>
                    <a:pt x="1645790" y="3497333"/>
                  </a:lnTo>
                  <a:lnTo>
                    <a:pt x="1645790" y="3496902"/>
                  </a:lnTo>
                  <a:lnTo>
                    <a:pt x="1645947" y="3496902"/>
                  </a:lnTo>
                  <a:lnTo>
                    <a:pt x="1646105" y="3496902"/>
                  </a:lnTo>
                  <a:lnTo>
                    <a:pt x="1646263" y="3496902"/>
                  </a:lnTo>
                  <a:lnTo>
                    <a:pt x="1646421" y="3496902"/>
                  </a:lnTo>
                  <a:lnTo>
                    <a:pt x="1646578" y="3496902"/>
                  </a:lnTo>
                  <a:lnTo>
                    <a:pt x="1646736" y="3496902"/>
                  </a:lnTo>
                  <a:lnTo>
                    <a:pt x="1646894" y="3496902"/>
                  </a:lnTo>
                  <a:lnTo>
                    <a:pt x="1646894" y="3496472"/>
                  </a:lnTo>
                  <a:lnTo>
                    <a:pt x="1646894" y="3496041"/>
                  </a:lnTo>
                  <a:lnTo>
                    <a:pt x="1647051" y="3496041"/>
                  </a:lnTo>
                  <a:lnTo>
                    <a:pt x="1647209" y="3496041"/>
                  </a:lnTo>
                  <a:lnTo>
                    <a:pt x="1647209" y="3495610"/>
                  </a:lnTo>
                  <a:lnTo>
                    <a:pt x="1647209" y="3495180"/>
                  </a:lnTo>
                  <a:lnTo>
                    <a:pt x="1647209" y="3494749"/>
                  </a:lnTo>
                  <a:lnTo>
                    <a:pt x="1647367" y="3494749"/>
                  </a:lnTo>
                  <a:lnTo>
                    <a:pt x="1647525" y="3494749"/>
                  </a:lnTo>
                  <a:lnTo>
                    <a:pt x="1647525" y="3494319"/>
                  </a:lnTo>
                  <a:lnTo>
                    <a:pt x="1647682" y="3494319"/>
                  </a:lnTo>
                  <a:lnTo>
                    <a:pt x="1647682" y="3493888"/>
                  </a:lnTo>
                  <a:lnTo>
                    <a:pt x="1647840" y="3493888"/>
                  </a:lnTo>
                  <a:lnTo>
                    <a:pt x="1647998" y="3493888"/>
                  </a:lnTo>
                  <a:lnTo>
                    <a:pt x="1648156" y="3493888"/>
                  </a:lnTo>
                  <a:lnTo>
                    <a:pt x="1648313" y="3493888"/>
                  </a:lnTo>
                  <a:lnTo>
                    <a:pt x="1648471" y="3493888"/>
                  </a:lnTo>
                  <a:lnTo>
                    <a:pt x="1648629" y="3493888"/>
                  </a:lnTo>
                  <a:lnTo>
                    <a:pt x="1648786" y="3493888"/>
                  </a:lnTo>
                  <a:lnTo>
                    <a:pt x="1648944" y="3493888"/>
                  </a:lnTo>
                  <a:lnTo>
                    <a:pt x="1648944" y="3493457"/>
                  </a:lnTo>
                  <a:lnTo>
                    <a:pt x="1649102" y="3493457"/>
                  </a:lnTo>
                  <a:lnTo>
                    <a:pt x="1649102" y="3493027"/>
                  </a:lnTo>
                  <a:lnTo>
                    <a:pt x="1649260" y="3493027"/>
                  </a:lnTo>
                  <a:lnTo>
                    <a:pt x="1649260" y="3492596"/>
                  </a:lnTo>
                  <a:lnTo>
                    <a:pt x="1649417" y="3492596"/>
                  </a:lnTo>
                  <a:lnTo>
                    <a:pt x="1649417" y="3492166"/>
                  </a:lnTo>
                  <a:lnTo>
                    <a:pt x="1649575" y="3492166"/>
                  </a:lnTo>
                  <a:lnTo>
                    <a:pt x="1649575" y="3491735"/>
                  </a:lnTo>
                  <a:lnTo>
                    <a:pt x="1649575" y="3491304"/>
                  </a:lnTo>
                  <a:lnTo>
                    <a:pt x="1649733" y="3491304"/>
                  </a:lnTo>
                  <a:lnTo>
                    <a:pt x="1649733" y="3490874"/>
                  </a:lnTo>
                  <a:lnTo>
                    <a:pt x="1649890" y="3490874"/>
                  </a:lnTo>
                  <a:lnTo>
                    <a:pt x="1650048" y="3490874"/>
                  </a:lnTo>
                  <a:lnTo>
                    <a:pt x="1650206" y="3490874"/>
                  </a:lnTo>
                  <a:lnTo>
                    <a:pt x="1650364" y="3490874"/>
                  </a:lnTo>
                  <a:lnTo>
                    <a:pt x="1650521" y="3490874"/>
                  </a:lnTo>
                  <a:lnTo>
                    <a:pt x="1650679" y="3490874"/>
                  </a:lnTo>
                  <a:lnTo>
                    <a:pt x="1650837" y="3490874"/>
                  </a:lnTo>
                  <a:lnTo>
                    <a:pt x="1650837" y="3490443"/>
                  </a:lnTo>
                  <a:lnTo>
                    <a:pt x="1650837" y="3490013"/>
                  </a:lnTo>
                  <a:lnTo>
                    <a:pt x="1650837" y="3489582"/>
                  </a:lnTo>
                  <a:lnTo>
                    <a:pt x="1650837" y="3489151"/>
                  </a:lnTo>
                  <a:lnTo>
                    <a:pt x="1650994" y="3489151"/>
                  </a:lnTo>
                  <a:lnTo>
                    <a:pt x="1650994" y="3488721"/>
                  </a:lnTo>
                  <a:lnTo>
                    <a:pt x="1651152" y="3488721"/>
                  </a:lnTo>
                  <a:lnTo>
                    <a:pt x="1651310" y="3488721"/>
                  </a:lnTo>
                  <a:lnTo>
                    <a:pt x="1651310" y="3488290"/>
                  </a:lnTo>
                  <a:lnTo>
                    <a:pt x="1651468" y="3488290"/>
                  </a:lnTo>
                  <a:lnTo>
                    <a:pt x="1651625" y="3488290"/>
                  </a:lnTo>
                  <a:lnTo>
                    <a:pt x="1651783" y="3488290"/>
                  </a:lnTo>
                  <a:lnTo>
                    <a:pt x="1651941" y="3488290"/>
                  </a:lnTo>
                  <a:lnTo>
                    <a:pt x="1652098" y="3488290"/>
                  </a:lnTo>
                  <a:lnTo>
                    <a:pt x="1652098" y="3487860"/>
                  </a:lnTo>
                  <a:lnTo>
                    <a:pt x="1652098" y="3487429"/>
                  </a:lnTo>
                  <a:lnTo>
                    <a:pt x="1652256" y="3487429"/>
                  </a:lnTo>
                  <a:lnTo>
                    <a:pt x="1652256" y="3486998"/>
                  </a:lnTo>
                  <a:lnTo>
                    <a:pt x="1652414" y="3486998"/>
                  </a:lnTo>
                  <a:lnTo>
                    <a:pt x="1652414" y="3486568"/>
                  </a:lnTo>
                  <a:lnTo>
                    <a:pt x="1652572" y="3486568"/>
                  </a:lnTo>
                  <a:lnTo>
                    <a:pt x="1652729" y="3486568"/>
                  </a:lnTo>
                  <a:lnTo>
                    <a:pt x="1652887" y="3486568"/>
                  </a:lnTo>
                  <a:lnTo>
                    <a:pt x="1653045" y="3486568"/>
                  </a:lnTo>
                  <a:lnTo>
                    <a:pt x="1653045" y="3486137"/>
                  </a:lnTo>
                  <a:lnTo>
                    <a:pt x="1653202" y="3486137"/>
                  </a:lnTo>
                  <a:lnTo>
                    <a:pt x="1653360" y="3486137"/>
                  </a:lnTo>
                  <a:lnTo>
                    <a:pt x="1653518" y="3486137"/>
                  </a:lnTo>
                  <a:lnTo>
                    <a:pt x="1653676" y="3486137"/>
                  </a:lnTo>
                  <a:lnTo>
                    <a:pt x="1653833" y="3486137"/>
                  </a:lnTo>
                  <a:lnTo>
                    <a:pt x="1653833" y="3485707"/>
                  </a:lnTo>
                  <a:lnTo>
                    <a:pt x="1653991" y="3485707"/>
                  </a:lnTo>
                  <a:lnTo>
                    <a:pt x="1654149" y="3485707"/>
                  </a:lnTo>
                  <a:lnTo>
                    <a:pt x="1654307" y="3485707"/>
                  </a:lnTo>
                  <a:lnTo>
                    <a:pt x="1654464" y="3485707"/>
                  </a:lnTo>
                  <a:lnTo>
                    <a:pt x="1654622" y="3485707"/>
                  </a:lnTo>
                  <a:lnTo>
                    <a:pt x="1654622" y="3485276"/>
                  </a:lnTo>
                  <a:lnTo>
                    <a:pt x="1654622" y="3484845"/>
                  </a:lnTo>
                  <a:lnTo>
                    <a:pt x="1654780" y="3484845"/>
                  </a:lnTo>
                  <a:lnTo>
                    <a:pt x="1654937" y="3484845"/>
                  </a:lnTo>
                  <a:lnTo>
                    <a:pt x="1655095" y="3484845"/>
                  </a:lnTo>
                  <a:lnTo>
                    <a:pt x="1655253" y="3484845"/>
                  </a:lnTo>
                  <a:lnTo>
                    <a:pt x="1655411" y="3484845"/>
                  </a:lnTo>
                  <a:lnTo>
                    <a:pt x="1655411" y="3484415"/>
                  </a:lnTo>
                  <a:lnTo>
                    <a:pt x="1655568" y="3484415"/>
                  </a:lnTo>
                  <a:lnTo>
                    <a:pt x="1655726" y="3484415"/>
                  </a:lnTo>
                  <a:lnTo>
                    <a:pt x="1655884" y="3484415"/>
                  </a:lnTo>
                  <a:lnTo>
                    <a:pt x="1655884" y="3483984"/>
                  </a:lnTo>
                  <a:lnTo>
                    <a:pt x="1655884" y="3483554"/>
                  </a:lnTo>
                  <a:lnTo>
                    <a:pt x="1656041" y="3483554"/>
                  </a:lnTo>
                  <a:lnTo>
                    <a:pt x="1656199" y="3483554"/>
                  </a:lnTo>
                  <a:lnTo>
                    <a:pt x="1656357" y="3483554"/>
                  </a:lnTo>
                  <a:lnTo>
                    <a:pt x="1656515" y="3483554"/>
                  </a:lnTo>
                  <a:lnTo>
                    <a:pt x="1656672" y="3483554"/>
                  </a:lnTo>
                  <a:lnTo>
                    <a:pt x="1656830" y="3483554"/>
                  </a:lnTo>
                  <a:lnTo>
                    <a:pt x="1656988" y="3483554"/>
                  </a:lnTo>
                  <a:lnTo>
                    <a:pt x="1657145" y="3483554"/>
                  </a:lnTo>
                  <a:lnTo>
                    <a:pt x="1657303" y="3483554"/>
                  </a:lnTo>
                  <a:lnTo>
                    <a:pt x="1657461" y="3483554"/>
                  </a:lnTo>
                  <a:lnTo>
                    <a:pt x="1657619" y="3483554"/>
                  </a:lnTo>
                  <a:lnTo>
                    <a:pt x="1657776" y="3483554"/>
                  </a:lnTo>
                  <a:lnTo>
                    <a:pt x="1657934" y="3483554"/>
                  </a:lnTo>
                  <a:lnTo>
                    <a:pt x="1658092" y="3483554"/>
                  </a:lnTo>
                  <a:lnTo>
                    <a:pt x="1658249" y="3483554"/>
                  </a:lnTo>
                  <a:lnTo>
                    <a:pt x="1658249" y="3483123"/>
                  </a:lnTo>
                  <a:lnTo>
                    <a:pt x="1658249" y="3482692"/>
                  </a:lnTo>
                  <a:lnTo>
                    <a:pt x="1658407" y="3482692"/>
                  </a:lnTo>
                  <a:lnTo>
                    <a:pt x="1658407" y="3482262"/>
                  </a:lnTo>
                  <a:lnTo>
                    <a:pt x="1658565" y="3482262"/>
                  </a:lnTo>
                  <a:lnTo>
                    <a:pt x="1658723" y="3482262"/>
                  </a:lnTo>
                  <a:lnTo>
                    <a:pt x="1658723" y="3481831"/>
                  </a:lnTo>
                  <a:lnTo>
                    <a:pt x="1658880" y="3481831"/>
                  </a:lnTo>
                  <a:lnTo>
                    <a:pt x="1658880" y="3481401"/>
                  </a:lnTo>
                  <a:lnTo>
                    <a:pt x="1659038" y="3481401"/>
                  </a:lnTo>
                  <a:lnTo>
                    <a:pt x="1659196" y="3481401"/>
                  </a:lnTo>
                  <a:lnTo>
                    <a:pt x="1659354" y="3481401"/>
                  </a:lnTo>
                  <a:lnTo>
                    <a:pt x="1659511" y="3481401"/>
                  </a:lnTo>
                  <a:lnTo>
                    <a:pt x="1659669" y="3481401"/>
                  </a:lnTo>
                  <a:lnTo>
                    <a:pt x="1659669" y="3480970"/>
                  </a:lnTo>
                  <a:lnTo>
                    <a:pt x="1659827" y="3480970"/>
                  </a:lnTo>
                  <a:lnTo>
                    <a:pt x="1659984" y="3480970"/>
                  </a:lnTo>
                  <a:lnTo>
                    <a:pt x="1660142" y="3480970"/>
                  </a:lnTo>
                  <a:lnTo>
                    <a:pt x="1660142" y="3480539"/>
                  </a:lnTo>
                  <a:lnTo>
                    <a:pt x="1660300" y="3480539"/>
                  </a:lnTo>
                  <a:lnTo>
                    <a:pt x="1660458" y="3480539"/>
                  </a:lnTo>
                  <a:lnTo>
                    <a:pt x="1660615" y="3480539"/>
                  </a:lnTo>
                  <a:lnTo>
                    <a:pt x="1660615" y="3480109"/>
                  </a:lnTo>
                  <a:lnTo>
                    <a:pt x="1660773" y="3480109"/>
                  </a:lnTo>
                  <a:lnTo>
                    <a:pt x="1660773" y="3479678"/>
                  </a:lnTo>
                  <a:lnTo>
                    <a:pt x="1660773" y="3479248"/>
                  </a:lnTo>
                  <a:lnTo>
                    <a:pt x="1660773" y="3478817"/>
                  </a:lnTo>
                  <a:lnTo>
                    <a:pt x="1660773" y="3478386"/>
                  </a:lnTo>
                  <a:lnTo>
                    <a:pt x="1660931" y="3478386"/>
                  </a:lnTo>
                  <a:lnTo>
                    <a:pt x="1661088" y="3478386"/>
                  </a:lnTo>
                  <a:lnTo>
                    <a:pt x="1661246" y="3478386"/>
                  </a:lnTo>
                  <a:lnTo>
                    <a:pt x="1661404" y="3478386"/>
                  </a:lnTo>
                  <a:lnTo>
                    <a:pt x="1661562" y="3478386"/>
                  </a:lnTo>
                  <a:lnTo>
                    <a:pt x="1661719" y="3478386"/>
                  </a:lnTo>
                  <a:lnTo>
                    <a:pt x="1661877" y="3478386"/>
                  </a:lnTo>
                  <a:lnTo>
                    <a:pt x="1662035" y="3478386"/>
                  </a:lnTo>
                  <a:lnTo>
                    <a:pt x="1662192" y="3478386"/>
                  </a:lnTo>
                  <a:lnTo>
                    <a:pt x="1662350" y="3478386"/>
                  </a:lnTo>
                  <a:lnTo>
                    <a:pt x="1662508" y="3478386"/>
                  </a:lnTo>
                  <a:lnTo>
                    <a:pt x="1662666" y="3478386"/>
                  </a:lnTo>
                  <a:lnTo>
                    <a:pt x="1662823" y="3478386"/>
                  </a:lnTo>
                  <a:lnTo>
                    <a:pt x="1662981" y="3478386"/>
                  </a:lnTo>
                  <a:lnTo>
                    <a:pt x="1663139" y="3478386"/>
                  </a:lnTo>
                  <a:lnTo>
                    <a:pt x="1663139" y="3477956"/>
                  </a:lnTo>
                  <a:lnTo>
                    <a:pt x="1663296" y="3477956"/>
                  </a:lnTo>
                  <a:lnTo>
                    <a:pt x="1663296" y="3477525"/>
                  </a:lnTo>
                  <a:lnTo>
                    <a:pt x="1663454" y="3477525"/>
                  </a:lnTo>
                  <a:lnTo>
                    <a:pt x="1663612" y="3477525"/>
                  </a:lnTo>
                  <a:lnTo>
                    <a:pt x="1663770" y="3477525"/>
                  </a:lnTo>
                  <a:lnTo>
                    <a:pt x="1663927" y="3477525"/>
                  </a:lnTo>
                  <a:lnTo>
                    <a:pt x="1664085" y="3477525"/>
                  </a:lnTo>
                  <a:lnTo>
                    <a:pt x="1664243" y="3477525"/>
                  </a:lnTo>
                  <a:lnTo>
                    <a:pt x="1664400" y="3477525"/>
                  </a:lnTo>
                  <a:lnTo>
                    <a:pt x="1664558" y="3477525"/>
                  </a:lnTo>
                  <a:lnTo>
                    <a:pt x="1664716" y="3477525"/>
                  </a:lnTo>
                  <a:lnTo>
                    <a:pt x="1664716" y="3477095"/>
                  </a:lnTo>
                  <a:lnTo>
                    <a:pt x="1664874" y="3477095"/>
                  </a:lnTo>
                  <a:lnTo>
                    <a:pt x="1665031" y="3477095"/>
                  </a:lnTo>
                  <a:lnTo>
                    <a:pt x="1665189" y="3477095"/>
                  </a:lnTo>
                  <a:lnTo>
                    <a:pt x="1665347" y="3477095"/>
                  </a:lnTo>
                  <a:lnTo>
                    <a:pt x="1665505" y="3477095"/>
                  </a:lnTo>
                  <a:lnTo>
                    <a:pt x="1665662" y="3477095"/>
                  </a:lnTo>
                  <a:lnTo>
                    <a:pt x="1665820" y="3477095"/>
                  </a:lnTo>
                  <a:lnTo>
                    <a:pt x="1665978" y="3477095"/>
                  </a:lnTo>
                  <a:lnTo>
                    <a:pt x="1665978" y="3476664"/>
                  </a:lnTo>
                  <a:lnTo>
                    <a:pt x="1665978" y="3476233"/>
                  </a:lnTo>
                  <a:lnTo>
                    <a:pt x="1666135" y="3476233"/>
                  </a:lnTo>
                  <a:lnTo>
                    <a:pt x="1666293" y="3476233"/>
                  </a:lnTo>
                  <a:lnTo>
                    <a:pt x="1666293" y="3475803"/>
                  </a:lnTo>
                  <a:lnTo>
                    <a:pt x="1666293" y="3475372"/>
                  </a:lnTo>
                  <a:lnTo>
                    <a:pt x="1666451" y="3475372"/>
                  </a:lnTo>
                  <a:lnTo>
                    <a:pt x="1666609" y="3475372"/>
                  </a:lnTo>
                  <a:lnTo>
                    <a:pt x="1666766" y="3475372"/>
                  </a:lnTo>
                  <a:lnTo>
                    <a:pt x="1666924" y="3475372"/>
                  </a:lnTo>
                  <a:lnTo>
                    <a:pt x="1666924" y="3474942"/>
                  </a:lnTo>
                  <a:lnTo>
                    <a:pt x="1666924" y="3474511"/>
                  </a:lnTo>
                  <a:lnTo>
                    <a:pt x="1666924" y="3474080"/>
                  </a:lnTo>
                  <a:lnTo>
                    <a:pt x="1667082" y="3474080"/>
                  </a:lnTo>
                  <a:lnTo>
                    <a:pt x="1667082" y="3473650"/>
                  </a:lnTo>
                  <a:lnTo>
                    <a:pt x="1667239" y="3473650"/>
                  </a:lnTo>
                  <a:lnTo>
                    <a:pt x="1667397" y="3473650"/>
                  </a:lnTo>
                  <a:lnTo>
                    <a:pt x="1667555" y="3473650"/>
                  </a:lnTo>
                  <a:lnTo>
                    <a:pt x="1667555" y="3473219"/>
                  </a:lnTo>
                  <a:lnTo>
                    <a:pt x="1667713" y="3473219"/>
                  </a:lnTo>
                  <a:lnTo>
                    <a:pt x="1667713" y="3472789"/>
                  </a:lnTo>
                  <a:lnTo>
                    <a:pt x="1667713" y="3472358"/>
                  </a:lnTo>
                  <a:lnTo>
                    <a:pt x="1667713" y="3471927"/>
                  </a:lnTo>
                  <a:lnTo>
                    <a:pt x="1667870" y="3471927"/>
                  </a:lnTo>
                  <a:lnTo>
                    <a:pt x="1667870" y="3471497"/>
                  </a:lnTo>
                  <a:lnTo>
                    <a:pt x="1667870" y="3471066"/>
                  </a:lnTo>
                  <a:lnTo>
                    <a:pt x="1668028" y="3471066"/>
                  </a:lnTo>
                  <a:lnTo>
                    <a:pt x="1668186" y="3471066"/>
                  </a:lnTo>
                  <a:lnTo>
                    <a:pt x="1668186" y="3470636"/>
                  </a:lnTo>
                  <a:lnTo>
                    <a:pt x="1668186" y="3470205"/>
                  </a:lnTo>
                  <a:lnTo>
                    <a:pt x="1668343" y="3470205"/>
                  </a:lnTo>
                  <a:lnTo>
                    <a:pt x="1668501" y="3470205"/>
                  </a:lnTo>
                  <a:lnTo>
                    <a:pt x="1668659" y="3470205"/>
                  </a:lnTo>
                  <a:lnTo>
                    <a:pt x="1668817" y="3470205"/>
                  </a:lnTo>
                  <a:lnTo>
                    <a:pt x="1668974" y="3470205"/>
                  </a:lnTo>
                  <a:lnTo>
                    <a:pt x="1669132" y="3470205"/>
                  </a:lnTo>
                  <a:lnTo>
                    <a:pt x="1669290" y="3470205"/>
                  </a:lnTo>
                  <a:lnTo>
                    <a:pt x="1669290" y="3469774"/>
                  </a:lnTo>
                  <a:lnTo>
                    <a:pt x="1669447" y="3469774"/>
                  </a:lnTo>
                  <a:lnTo>
                    <a:pt x="1669605" y="3469774"/>
                  </a:lnTo>
                  <a:lnTo>
                    <a:pt x="1669605" y="3469344"/>
                  </a:lnTo>
                  <a:lnTo>
                    <a:pt x="1669763" y="3469344"/>
                  </a:lnTo>
                  <a:lnTo>
                    <a:pt x="1669921" y="3469344"/>
                  </a:lnTo>
                  <a:lnTo>
                    <a:pt x="1670078" y="3469344"/>
                  </a:lnTo>
                  <a:lnTo>
                    <a:pt x="1670236" y="3469344"/>
                  </a:lnTo>
                  <a:lnTo>
                    <a:pt x="1670394" y="3469344"/>
                  </a:lnTo>
                  <a:lnTo>
                    <a:pt x="1670552" y="3469344"/>
                  </a:lnTo>
                  <a:lnTo>
                    <a:pt x="1670552" y="3468913"/>
                  </a:lnTo>
                  <a:lnTo>
                    <a:pt x="1670709" y="3468913"/>
                  </a:lnTo>
                  <a:lnTo>
                    <a:pt x="1670867" y="3468913"/>
                  </a:lnTo>
                  <a:lnTo>
                    <a:pt x="1671025" y="3468913"/>
                  </a:lnTo>
                  <a:lnTo>
                    <a:pt x="1671182" y="3468913"/>
                  </a:lnTo>
                  <a:lnTo>
                    <a:pt x="1671340" y="3468913"/>
                  </a:lnTo>
                  <a:lnTo>
                    <a:pt x="1671340" y="3468483"/>
                  </a:lnTo>
                  <a:lnTo>
                    <a:pt x="1671498" y="3468483"/>
                  </a:lnTo>
                  <a:lnTo>
                    <a:pt x="1671656" y="3468483"/>
                  </a:lnTo>
                  <a:lnTo>
                    <a:pt x="1671813" y="3468483"/>
                  </a:lnTo>
                  <a:lnTo>
                    <a:pt x="1671971" y="3468483"/>
                  </a:lnTo>
                  <a:lnTo>
                    <a:pt x="1672129" y="3468483"/>
                  </a:lnTo>
                  <a:lnTo>
                    <a:pt x="1672129" y="3468052"/>
                  </a:lnTo>
                  <a:lnTo>
                    <a:pt x="1672129" y="3467621"/>
                  </a:lnTo>
                  <a:lnTo>
                    <a:pt x="1672286" y="3467621"/>
                  </a:lnTo>
                  <a:lnTo>
                    <a:pt x="1672444" y="3467621"/>
                  </a:lnTo>
                  <a:lnTo>
                    <a:pt x="1672444" y="3467191"/>
                  </a:lnTo>
                  <a:lnTo>
                    <a:pt x="1672602" y="3467191"/>
                  </a:lnTo>
                  <a:lnTo>
                    <a:pt x="1672760" y="3467191"/>
                  </a:lnTo>
                  <a:lnTo>
                    <a:pt x="1672760" y="3466760"/>
                  </a:lnTo>
                  <a:lnTo>
                    <a:pt x="1672917" y="3466760"/>
                  </a:lnTo>
                  <a:lnTo>
                    <a:pt x="1672917" y="3466330"/>
                  </a:lnTo>
                  <a:lnTo>
                    <a:pt x="1673075" y="3466330"/>
                  </a:lnTo>
                  <a:lnTo>
                    <a:pt x="1673233" y="3466330"/>
                  </a:lnTo>
                  <a:lnTo>
                    <a:pt x="1673390" y="3466330"/>
                  </a:lnTo>
                  <a:lnTo>
                    <a:pt x="1673548" y="3466330"/>
                  </a:lnTo>
                  <a:lnTo>
                    <a:pt x="1673706" y="3466330"/>
                  </a:lnTo>
                  <a:lnTo>
                    <a:pt x="1673864" y="3466330"/>
                  </a:lnTo>
                  <a:lnTo>
                    <a:pt x="1674021" y="3466330"/>
                  </a:lnTo>
                  <a:lnTo>
                    <a:pt x="1674179" y="3466330"/>
                  </a:lnTo>
                  <a:lnTo>
                    <a:pt x="1674337" y="3466330"/>
                  </a:lnTo>
                  <a:lnTo>
                    <a:pt x="1674494" y="3466330"/>
                  </a:lnTo>
                  <a:lnTo>
                    <a:pt x="1674494" y="3465899"/>
                  </a:lnTo>
                  <a:lnTo>
                    <a:pt x="1674652" y="3465899"/>
                  </a:lnTo>
                  <a:lnTo>
                    <a:pt x="1674810" y="3465899"/>
                  </a:lnTo>
                  <a:lnTo>
                    <a:pt x="1674968" y="3465899"/>
                  </a:lnTo>
                  <a:lnTo>
                    <a:pt x="1675125" y="3465899"/>
                  </a:lnTo>
                  <a:lnTo>
                    <a:pt x="1675283" y="3465899"/>
                  </a:lnTo>
                  <a:lnTo>
                    <a:pt x="1675441" y="3465899"/>
                  </a:lnTo>
                  <a:lnTo>
                    <a:pt x="1675598" y="3465899"/>
                  </a:lnTo>
                  <a:lnTo>
                    <a:pt x="1675756" y="3465899"/>
                  </a:lnTo>
                  <a:lnTo>
                    <a:pt x="1675914" y="3465899"/>
                  </a:lnTo>
                  <a:lnTo>
                    <a:pt x="1676072" y="3465899"/>
                  </a:lnTo>
                  <a:lnTo>
                    <a:pt x="1676072" y="3465468"/>
                  </a:lnTo>
                  <a:lnTo>
                    <a:pt x="1676229" y="3465468"/>
                  </a:lnTo>
                  <a:lnTo>
                    <a:pt x="1676229" y="3465038"/>
                  </a:lnTo>
                  <a:lnTo>
                    <a:pt x="1676387" y="3465038"/>
                  </a:lnTo>
                  <a:lnTo>
                    <a:pt x="1676545" y="3465038"/>
                  </a:lnTo>
                  <a:lnTo>
                    <a:pt x="1676545" y="3464607"/>
                  </a:lnTo>
                  <a:lnTo>
                    <a:pt x="1676703" y="3464607"/>
                  </a:lnTo>
                  <a:lnTo>
                    <a:pt x="1676703" y="3464177"/>
                  </a:lnTo>
                  <a:lnTo>
                    <a:pt x="1676860" y="3464177"/>
                  </a:lnTo>
                  <a:lnTo>
                    <a:pt x="1677018" y="3464177"/>
                  </a:lnTo>
                  <a:lnTo>
                    <a:pt x="1677176" y="3464177"/>
                  </a:lnTo>
                  <a:lnTo>
                    <a:pt x="1677176" y="3463746"/>
                  </a:lnTo>
                  <a:lnTo>
                    <a:pt x="1677333" y="3463746"/>
                  </a:lnTo>
                  <a:lnTo>
                    <a:pt x="1677333" y="3463315"/>
                  </a:lnTo>
                  <a:lnTo>
                    <a:pt x="1677491" y="3463315"/>
                  </a:lnTo>
                  <a:lnTo>
                    <a:pt x="1677649" y="3463315"/>
                  </a:lnTo>
                  <a:lnTo>
                    <a:pt x="1677807" y="3463315"/>
                  </a:lnTo>
                  <a:lnTo>
                    <a:pt x="1677807" y="3462885"/>
                  </a:lnTo>
                  <a:lnTo>
                    <a:pt x="1677807" y="3462454"/>
                  </a:lnTo>
                  <a:lnTo>
                    <a:pt x="1677964" y="3462454"/>
                  </a:lnTo>
                  <a:lnTo>
                    <a:pt x="1678122" y="3462454"/>
                  </a:lnTo>
                  <a:lnTo>
                    <a:pt x="1678280" y="3462454"/>
                  </a:lnTo>
                  <a:lnTo>
                    <a:pt x="1678437" y="3462454"/>
                  </a:lnTo>
                  <a:lnTo>
                    <a:pt x="1678437" y="3462024"/>
                  </a:lnTo>
                  <a:lnTo>
                    <a:pt x="1678595" y="3462024"/>
                  </a:lnTo>
                  <a:lnTo>
                    <a:pt x="1678753" y="3462024"/>
                  </a:lnTo>
                  <a:lnTo>
                    <a:pt x="1678911" y="3462024"/>
                  </a:lnTo>
                  <a:lnTo>
                    <a:pt x="1678911" y="3461593"/>
                  </a:lnTo>
                  <a:lnTo>
                    <a:pt x="1679068" y="3461593"/>
                  </a:lnTo>
                  <a:lnTo>
                    <a:pt x="1679226" y="3461593"/>
                  </a:lnTo>
                  <a:lnTo>
                    <a:pt x="1679384" y="3461593"/>
                  </a:lnTo>
                  <a:lnTo>
                    <a:pt x="1679541" y="3461593"/>
                  </a:lnTo>
                  <a:lnTo>
                    <a:pt x="1679541" y="3461162"/>
                  </a:lnTo>
                  <a:lnTo>
                    <a:pt x="1679541" y="3460732"/>
                  </a:lnTo>
                  <a:lnTo>
                    <a:pt x="1679699" y="3460732"/>
                  </a:lnTo>
                  <a:lnTo>
                    <a:pt x="1679857" y="3460732"/>
                  </a:lnTo>
                  <a:lnTo>
                    <a:pt x="1679857" y="3460301"/>
                  </a:lnTo>
                  <a:lnTo>
                    <a:pt x="1680015" y="3460301"/>
                  </a:lnTo>
                  <a:lnTo>
                    <a:pt x="1680172" y="3460301"/>
                  </a:lnTo>
                  <a:lnTo>
                    <a:pt x="1680330" y="3460301"/>
                  </a:lnTo>
                  <a:lnTo>
                    <a:pt x="1680488" y="3460301"/>
                  </a:lnTo>
                  <a:lnTo>
                    <a:pt x="1680645" y="3460301"/>
                  </a:lnTo>
                  <a:lnTo>
                    <a:pt x="1680803" y="3460301"/>
                  </a:lnTo>
                  <a:lnTo>
                    <a:pt x="1680961" y="3460301"/>
                  </a:lnTo>
                  <a:lnTo>
                    <a:pt x="1680961" y="3459871"/>
                  </a:lnTo>
                  <a:lnTo>
                    <a:pt x="1681119" y="3459871"/>
                  </a:lnTo>
                  <a:lnTo>
                    <a:pt x="1681276" y="3459871"/>
                  </a:lnTo>
                  <a:lnTo>
                    <a:pt x="1681276" y="3459440"/>
                  </a:lnTo>
                  <a:lnTo>
                    <a:pt x="1681276" y="3459009"/>
                  </a:lnTo>
                  <a:lnTo>
                    <a:pt x="1681276" y="3458579"/>
                  </a:lnTo>
                  <a:lnTo>
                    <a:pt x="1681434" y="3458579"/>
                  </a:lnTo>
                  <a:lnTo>
                    <a:pt x="1681592" y="3458579"/>
                  </a:lnTo>
                  <a:lnTo>
                    <a:pt x="1681592" y="3458148"/>
                  </a:lnTo>
                  <a:lnTo>
                    <a:pt x="1681750" y="3458148"/>
                  </a:lnTo>
                  <a:lnTo>
                    <a:pt x="1681750" y="3457718"/>
                  </a:lnTo>
                  <a:lnTo>
                    <a:pt x="1681907" y="3457718"/>
                  </a:lnTo>
                  <a:lnTo>
                    <a:pt x="1681907" y="3457287"/>
                  </a:lnTo>
                  <a:lnTo>
                    <a:pt x="1682065" y="3457287"/>
                  </a:lnTo>
                  <a:lnTo>
                    <a:pt x="1682223" y="3457287"/>
                  </a:lnTo>
                  <a:lnTo>
                    <a:pt x="1682223" y="3456856"/>
                  </a:lnTo>
                  <a:lnTo>
                    <a:pt x="1682380" y="3456856"/>
                  </a:lnTo>
                  <a:lnTo>
                    <a:pt x="1682538" y="3456856"/>
                  </a:lnTo>
                  <a:lnTo>
                    <a:pt x="1682696" y="3456856"/>
                  </a:lnTo>
                  <a:lnTo>
                    <a:pt x="1682854" y="3456856"/>
                  </a:lnTo>
                  <a:lnTo>
                    <a:pt x="1683011" y="3456856"/>
                  </a:lnTo>
                  <a:lnTo>
                    <a:pt x="1683011" y="3456426"/>
                  </a:lnTo>
                  <a:lnTo>
                    <a:pt x="1683011" y="3455995"/>
                  </a:lnTo>
                  <a:lnTo>
                    <a:pt x="1683169" y="3455995"/>
                  </a:lnTo>
                  <a:lnTo>
                    <a:pt x="1683327" y="3455995"/>
                  </a:lnTo>
                  <a:lnTo>
                    <a:pt x="1683327" y="3455565"/>
                  </a:lnTo>
                  <a:lnTo>
                    <a:pt x="1683327" y="3455134"/>
                  </a:lnTo>
                  <a:lnTo>
                    <a:pt x="1683327" y="3454703"/>
                  </a:lnTo>
                  <a:lnTo>
                    <a:pt x="1683327" y="3454273"/>
                  </a:lnTo>
                  <a:lnTo>
                    <a:pt x="1683327" y="3453842"/>
                  </a:lnTo>
                  <a:lnTo>
                    <a:pt x="1683327" y="3453412"/>
                  </a:lnTo>
                  <a:lnTo>
                    <a:pt x="1683327" y="3452981"/>
                  </a:lnTo>
                  <a:lnTo>
                    <a:pt x="1683484" y="3452981"/>
                  </a:lnTo>
                  <a:lnTo>
                    <a:pt x="1683642" y="3452981"/>
                  </a:lnTo>
                  <a:lnTo>
                    <a:pt x="1683642" y="3452550"/>
                  </a:lnTo>
                  <a:lnTo>
                    <a:pt x="1683800" y="3452550"/>
                  </a:lnTo>
                  <a:lnTo>
                    <a:pt x="1683800" y="3452120"/>
                  </a:lnTo>
                  <a:lnTo>
                    <a:pt x="1683958" y="3452120"/>
                  </a:lnTo>
                  <a:lnTo>
                    <a:pt x="1683958" y="3451689"/>
                  </a:lnTo>
                  <a:lnTo>
                    <a:pt x="1684115" y="3451689"/>
                  </a:lnTo>
                  <a:lnTo>
                    <a:pt x="1684273" y="3451689"/>
                  </a:lnTo>
                  <a:lnTo>
                    <a:pt x="1684431" y="3451689"/>
                  </a:lnTo>
                  <a:lnTo>
                    <a:pt x="1684588" y="3451689"/>
                  </a:lnTo>
                  <a:lnTo>
                    <a:pt x="1684746" y="3451689"/>
                  </a:lnTo>
                  <a:lnTo>
                    <a:pt x="1684746" y="3451259"/>
                  </a:lnTo>
                  <a:lnTo>
                    <a:pt x="1684904" y="3451259"/>
                  </a:lnTo>
                  <a:lnTo>
                    <a:pt x="1684904" y="3450828"/>
                  </a:lnTo>
                  <a:lnTo>
                    <a:pt x="1684904" y="3450397"/>
                  </a:lnTo>
                  <a:lnTo>
                    <a:pt x="1685062" y="3450397"/>
                  </a:lnTo>
                  <a:lnTo>
                    <a:pt x="1685062" y="3449967"/>
                  </a:lnTo>
                  <a:lnTo>
                    <a:pt x="1685062" y="3449536"/>
                  </a:lnTo>
                  <a:lnTo>
                    <a:pt x="1685219" y="3449536"/>
                  </a:lnTo>
                  <a:lnTo>
                    <a:pt x="1685377" y="3449536"/>
                  </a:lnTo>
                  <a:lnTo>
                    <a:pt x="1685377" y="3449106"/>
                  </a:lnTo>
                  <a:lnTo>
                    <a:pt x="1685535" y="3449106"/>
                  </a:lnTo>
                  <a:lnTo>
                    <a:pt x="1685692" y="3449106"/>
                  </a:lnTo>
                  <a:lnTo>
                    <a:pt x="1685692" y="3448675"/>
                  </a:lnTo>
                  <a:lnTo>
                    <a:pt x="1685850" y="3448675"/>
                  </a:lnTo>
                  <a:lnTo>
                    <a:pt x="1686008" y="3448675"/>
                  </a:lnTo>
                  <a:lnTo>
                    <a:pt x="1686008" y="3448244"/>
                  </a:lnTo>
                  <a:lnTo>
                    <a:pt x="1686166" y="3448244"/>
                  </a:lnTo>
                  <a:lnTo>
                    <a:pt x="1686323" y="3448244"/>
                  </a:lnTo>
                  <a:lnTo>
                    <a:pt x="1686323" y="3447814"/>
                  </a:lnTo>
                  <a:lnTo>
                    <a:pt x="1686481" y="3447814"/>
                  </a:lnTo>
                  <a:lnTo>
                    <a:pt x="1686481" y="3447383"/>
                  </a:lnTo>
                  <a:lnTo>
                    <a:pt x="1686639" y="3447383"/>
                  </a:lnTo>
                  <a:lnTo>
                    <a:pt x="1686796" y="3447383"/>
                  </a:lnTo>
                  <a:lnTo>
                    <a:pt x="1686796" y="3446953"/>
                  </a:lnTo>
                  <a:lnTo>
                    <a:pt x="1686954" y="3446953"/>
                  </a:lnTo>
                  <a:lnTo>
                    <a:pt x="1687112" y="3446953"/>
                  </a:lnTo>
                  <a:lnTo>
                    <a:pt x="1687270" y="3446953"/>
                  </a:lnTo>
                  <a:lnTo>
                    <a:pt x="1687427" y="3446953"/>
                  </a:lnTo>
                  <a:lnTo>
                    <a:pt x="1687427" y="3446522"/>
                  </a:lnTo>
                  <a:lnTo>
                    <a:pt x="1687585" y="3446522"/>
                  </a:lnTo>
                  <a:lnTo>
                    <a:pt x="1687743" y="3446522"/>
                  </a:lnTo>
                  <a:lnTo>
                    <a:pt x="1687901" y="3446522"/>
                  </a:lnTo>
                  <a:lnTo>
                    <a:pt x="1687901" y="3446091"/>
                  </a:lnTo>
                  <a:lnTo>
                    <a:pt x="1688058" y="3446091"/>
                  </a:lnTo>
                  <a:lnTo>
                    <a:pt x="1688216" y="3446091"/>
                  </a:lnTo>
                  <a:lnTo>
                    <a:pt x="1688216" y="3445661"/>
                  </a:lnTo>
                  <a:lnTo>
                    <a:pt x="1688374" y="3445661"/>
                  </a:lnTo>
                  <a:lnTo>
                    <a:pt x="1688531" y="3445661"/>
                  </a:lnTo>
                  <a:lnTo>
                    <a:pt x="1688531" y="3445230"/>
                  </a:lnTo>
                  <a:lnTo>
                    <a:pt x="1688531" y="3444800"/>
                  </a:lnTo>
                  <a:lnTo>
                    <a:pt x="1688689" y="3444800"/>
                  </a:lnTo>
                  <a:lnTo>
                    <a:pt x="1688689" y="3444369"/>
                  </a:lnTo>
                  <a:lnTo>
                    <a:pt x="1688689" y="3443938"/>
                  </a:lnTo>
                  <a:lnTo>
                    <a:pt x="1688689" y="3443508"/>
                  </a:lnTo>
                  <a:lnTo>
                    <a:pt x="1688847" y="3443508"/>
                  </a:lnTo>
                  <a:lnTo>
                    <a:pt x="1688847" y="3443077"/>
                  </a:lnTo>
                  <a:lnTo>
                    <a:pt x="1689005" y="3443077"/>
                  </a:lnTo>
                  <a:lnTo>
                    <a:pt x="1689005" y="3442647"/>
                  </a:lnTo>
                  <a:lnTo>
                    <a:pt x="1689005" y="3442216"/>
                  </a:lnTo>
                  <a:lnTo>
                    <a:pt x="1689162" y="3442216"/>
                  </a:lnTo>
                  <a:lnTo>
                    <a:pt x="1689162" y="3441785"/>
                  </a:lnTo>
                  <a:lnTo>
                    <a:pt x="1689162" y="3441355"/>
                  </a:lnTo>
                  <a:lnTo>
                    <a:pt x="1689320" y="3441355"/>
                  </a:lnTo>
                  <a:lnTo>
                    <a:pt x="1689478" y="3441355"/>
                  </a:lnTo>
                  <a:lnTo>
                    <a:pt x="1689635" y="3441355"/>
                  </a:lnTo>
                  <a:lnTo>
                    <a:pt x="1689793" y="3441355"/>
                  </a:lnTo>
                  <a:lnTo>
                    <a:pt x="1689951" y="3441355"/>
                  </a:lnTo>
                  <a:lnTo>
                    <a:pt x="1689951" y="3440924"/>
                  </a:lnTo>
                  <a:lnTo>
                    <a:pt x="1689951" y="3440494"/>
                  </a:lnTo>
                  <a:lnTo>
                    <a:pt x="1689951" y="3440063"/>
                  </a:lnTo>
                  <a:lnTo>
                    <a:pt x="1689951" y="3439632"/>
                  </a:lnTo>
                  <a:lnTo>
                    <a:pt x="1689951" y="3439202"/>
                  </a:lnTo>
                  <a:lnTo>
                    <a:pt x="1689951" y="3438771"/>
                  </a:lnTo>
                  <a:lnTo>
                    <a:pt x="1690109" y="3438771"/>
                  </a:lnTo>
                  <a:lnTo>
                    <a:pt x="1690266" y="3438771"/>
                  </a:lnTo>
                  <a:lnTo>
                    <a:pt x="1690424" y="3438771"/>
                  </a:lnTo>
                  <a:lnTo>
                    <a:pt x="1690424" y="3438341"/>
                  </a:lnTo>
                  <a:lnTo>
                    <a:pt x="1690582" y="3438341"/>
                  </a:lnTo>
                  <a:lnTo>
                    <a:pt x="1690582" y="3437910"/>
                  </a:lnTo>
                  <a:lnTo>
                    <a:pt x="1690739" y="3437910"/>
                  </a:lnTo>
                  <a:lnTo>
                    <a:pt x="1690897" y="3437910"/>
                  </a:lnTo>
                  <a:lnTo>
                    <a:pt x="1691055" y="3437910"/>
                  </a:lnTo>
                  <a:lnTo>
                    <a:pt x="1691055" y="3437479"/>
                  </a:lnTo>
                  <a:lnTo>
                    <a:pt x="1691213" y="3437479"/>
                  </a:lnTo>
                  <a:lnTo>
                    <a:pt x="1691370" y="3437479"/>
                  </a:lnTo>
                  <a:lnTo>
                    <a:pt x="1691528" y="3437479"/>
                  </a:lnTo>
                  <a:lnTo>
                    <a:pt x="1691528" y="3437049"/>
                  </a:lnTo>
                  <a:lnTo>
                    <a:pt x="1691528" y="3436618"/>
                  </a:lnTo>
                  <a:lnTo>
                    <a:pt x="1691686" y="3436618"/>
                  </a:lnTo>
                  <a:lnTo>
                    <a:pt x="1691843" y="3436618"/>
                  </a:lnTo>
                  <a:lnTo>
                    <a:pt x="1692001" y="3436618"/>
                  </a:lnTo>
                  <a:lnTo>
                    <a:pt x="1692159" y="3436618"/>
                  </a:lnTo>
                  <a:lnTo>
                    <a:pt x="1692317" y="3436618"/>
                  </a:lnTo>
                  <a:lnTo>
                    <a:pt x="1692474" y="3436618"/>
                  </a:lnTo>
                  <a:lnTo>
                    <a:pt x="1692632" y="3436618"/>
                  </a:lnTo>
                  <a:lnTo>
                    <a:pt x="1692790" y="3436618"/>
                  </a:lnTo>
                  <a:lnTo>
                    <a:pt x="1692947" y="3436618"/>
                  </a:lnTo>
                  <a:lnTo>
                    <a:pt x="1693105" y="3436618"/>
                  </a:lnTo>
                  <a:lnTo>
                    <a:pt x="1693105" y="3436188"/>
                  </a:lnTo>
                  <a:lnTo>
                    <a:pt x="1693263" y="3436188"/>
                  </a:lnTo>
                  <a:lnTo>
                    <a:pt x="1693263" y="3435757"/>
                  </a:lnTo>
                  <a:lnTo>
                    <a:pt x="1693421" y="3435757"/>
                  </a:lnTo>
                  <a:lnTo>
                    <a:pt x="1693421" y="3435326"/>
                  </a:lnTo>
                  <a:lnTo>
                    <a:pt x="1693421" y="3434896"/>
                  </a:lnTo>
                  <a:lnTo>
                    <a:pt x="1693421" y="3434465"/>
                  </a:lnTo>
                  <a:lnTo>
                    <a:pt x="1693578" y="3434465"/>
                  </a:lnTo>
                  <a:lnTo>
                    <a:pt x="1693736" y="3434465"/>
                  </a:lnTo>
                  <a:lnTo>
                    <a:pt x="1693894" y="3434465"/>
                  </a:lnTo>
                  <a:lnTo>
                    <a:pt x="1694052" y="3434465"/>
                  </a:lnTo>
                  <a:lnTo>
                    <a:pt x="1694209" y="3434465"/>
                  </a:lnTo>
                  <a:lnTo>
                    <a:pt x="1694367" y="3434465"/>
                  </a:lnTo>
                  <a:lnTo>
                    <a:pt x="1694525" y="3434465"/>
                  </a:lnTo>
                  <a:lnTo>
                    <a:pt x="1694682" y="3434465"/>
                  </a:lnTo>
                  <a:lnTo>
                    <a:pt x="1694840" y="3434465"/>
                  </a:lnTo>
                  <a:lnTo>
                    <a:pt x="1694840" y="3434035"/>
                  </a:lnTo>
                  <a:lnTo>
                    <a:pt x="1694840" y="3433604"/>
                  </a:lnTo>
                  <a:lnTo>
                    <a:pt x="1694998" y="3433604"/>
                  </a:lnTo>
                  <a:lnTo>
                    <a:pt x="1695156" y="3433604"/>
                  </a:lnTo>
                  <a:lnTo>
                    <a:pt x="1695156" y="3433173"/>
                  </a:lnTo>
                  <a:lnTo>
                    <a:pt x="1695313" y="3433173"/>
                  </a:lnTo>
                  <a:lnTo>
                    <a:pt x="1695471" y="3433173"/>
                  </a:lnTo>
                  <a:lnTo>
                    <a:pt x="1695629" y="3433173"/>
                  </a:lnTo>
                  <a:lnTo>
                    <a:pt x="1695786" y="3433173"/>
                  </a:lnTo>
                  <a:lnTo>
                    <a:pt x="1695944" y="3433173"/>
                  </a:lnTo>
                  <a:lnTo>
                    <a:pt x="1695944" y="3432743"/>
                  </a:lnTo>
                  <a:lnTo>
                    <a:pt x="1696102" y="3432743"/>
                  </a:lnTo>
                  <a:lnTo>
                    <a:pt x="1696260" y="3432743"/>
                  </a:lnTo>
                  <a:lnTo>
                    <a:pt x="1696260" y="3432312"/>
                  </a:lnTo>
                  <a:lnTo>
                    <a:pt x="1696260" y="3431882"/>
                  </a:lnTo>
                  <a:lnTo>
                    <a:pt x="1696260" y="3431451"/>
                  </a:lnTo>
                  <a:lnTo>
                    <a:pt x="1696417" y="3431451"/>
                  </a:lnTo>
                  <a:lnTo>
                    <a:pt x="1696417" y="3431020"/>
                  </a:lnTo>
                  <a:lnTo>
                    <a:pt x="1696417" y="3430590"/>
                  </a:lnTo>
                  <a:lnTo>
                    <a:pt x="1696417" y="3430159"/>
                  </a:lnTo>
                  <a:lnTo>
                    <a:pt x="1696575" y="3430159"/>
                  </a:lnTo>
                  <a:lnTo>
                    <a:pt x="1696733" y="3430159"/>
                  </a:lnTo>
                  <a:lnTo>
                    <a:pt x="1696733" y="3429729"/>
                  </a:lnTo>
                  <a:lnTo>
                    <a:pt x="1696890" y="3429729"/>
                  </a:lnTo>
                  <a:lnTo>
                    <a:pt x="1696890" y="3429298"/>
                  </a:lnTo>
                  <a:lnTo>
                    <a:pt x="1696890" y="3428867"/>
                  </a:lnTo>
                  <a:lnTo>
                    <a:pt x="1696890" y="3428437"/>
                  </a:lnTo>
                  <a:lnTo>
                    <a:pt x="1697048" y="3428437"/>
                  </a:lnTo>
                  <a:lnTo>
                    <a:pt x="1697206" y="3428437"/>
                  </a:lnTo>
                  <a:lnTo>
                    <a:pt x="1697364" y="3428437"/>
                  </a:lnTo>
                  <a:lnTo>
                    <a:pt x="1697521" y="3428437"/>
                  </a:lnTo>
                  <a:lnTo>
                    <a:pt x="1697679" y="3428437"/>
                  </a:lnTo>
                  <a:lnTo>
                    <a:pt x="1697837" y="3428437"/>
                  </a:lnTo>
                  <a:lnTo>
                    <a:pt x="1697837" y="3428006"/>
                  </a:lnTo>
                  <a:lnTo>
                    <a:pt x="1697994" y="3428006"/>
                  </a:lnTo>
                  <a:lnTo>
                    <a:pt x="1698152" y="3428006"/>
                  </a:lnTo>
                  <a:lnTo>
                    <a:pt x="1698310" y="3428006"/>
                  </a:lnTo>
                  <a:lnTo>
                    <a:pt x="1698468" y="3428006"/>
                  </a:lnTo>
                  <a:lnTo>
                    <a:pt x="1698625" y="3428006"/>
                  </a:lnTo>
                  <a:lnTo>
                    <a:pt x="1698783" y="3428006"/>
                  </a:lnTo>
                  <a:lnTo>
                    <a:pt x="1698941" y="3428006"/>
                  </a:lnTo>
                  <a:lnTo>
                    <a:pt x="1698941" y="3427576"/>
                  </a:lnTo>
                  <a:lnTo>
                    <a:pt x="1699099" y="3427576"/>
                  </a:lnTo>
                  <a:lnTo>
                    <a:pt x="1699256" y="3427576"/>
                  </a:lnTo>
                  <a:lnTo>
                    <a:pt x="1699414" y="3427576"/>
                  </a:lnTo>
                  <a:lnTo>
                    <a:pt x="1699572" y="3427576"/>
                  </a:lnTo>
                  <a:lnTo>
                    <a:pt x="1699729" y="3427576"/>
                  </a:lnTo>
                  <a:lnTo>
                    <a:pt x="1699729" y="3427145"/>
                  </a:lnTo>
                  <a:lnTo>
                    <a:pt x="1699887" y="3427145"/>
                  </a:lnTo>
                  <a:lnTo>
                    <a:pt x="1700045" y="3427145"/>
                  </a:lnTo>
                  <a:lnTo>
                    <a:pt x="1700203" y="3427145"/>
                  </a:lnTo>
                  <a:lnTo>
                    <a:pt x="1700360" y="3427145"/>
                  </a:lnTo>
                  <a:lnTo>
                    <a:pt x="1700518" y="3427145"/>
                  </a:lnTo>
                  <a:lnTo>
                    <a:pt x="1700518" y="3426714"/>
                  </a:lnTo>
                  <a:lnTo>
                    <a:pt x="1700676" y="3426714"/>
                  </a:lnTo>
                  <a:lnTo>
                    <a:pt x="1700833" y="3426714"/>
                  </a:lnTo>
                  <a:lnTo>
                    <a:pt x="1700991" y="3426714"/>
                  </a:lnTo>
                  <a:lnTo>
                    <a:pt x="1701149" y="3426714"/>
                  </a:lnTo>
                  <a:lnTo>
                    <a:pt x="1701307" y="3426714"/>
                  </a:lnTo>
                  <a:lnTo>
                    <a:pt x="1701464" y="3426714"/>
                  </a:lnTo>
                  <a:lnTo>
                    <a:pt x="1701622" y="3426714"/>
                  </a:lnTo>
                  <a:lnTo>
                    <a:pt x="1701780" y="3426714"/>
                  </a:lnTo>
                  <a:lnTo>
                    <a:pt x="1701937" y="3426714"/>
                  </a:lnTo>
                  <a:lnTo>
                    <a:pt x="1702095" y="3426714"/>
                  </a:lnTo>
                  <a:lnTo>
                    <a:pt x="1702253" y="3426714"/>
                  </a:lnTo>
                  <a:lnTo>
                    <a:pt x="1702253" y="3426284"/>
                  </a:lnTo>
                  <a:lnTo>
                    <a:pt x="1702411" y="3426284"/>
                  </a:lnTo>
                  <a:lnTo>
                    <a:pt x="1702568" y="3426284"/>
                  </a:lnTo>
                  <a:lnTo>
                    <a:pt x="1702726" y="3426284"/>
                  </a:lnTo>
                  <a:lnTo>
                    <a:pt x="1702726" y="3425853"/>
                  </a:lnTo>
                  <a:lnTo>
                    <a:pt x="1702884" y="3425853"/>
                  </a:lnTo>
                  <a:lnTo>
                    <a:pt x="1702884" y="3425423"/>
                  </a:lnTo>
                  <a:lnTo>
                    <a:pt x="1703041" y="3425423"/>
                  </a:lnTo>
                  <a:lnTo>
                    <a:pt x="1703041" y="3424992"/>
                  </a:lnTo>
                  <a:lnTo>
                    <a:pt x="1703041" y="3424561"/>
                  </a:lnTo>
                  <a:lnTo>
                    <a:pt x="1703199" y="3424561"/>
                  </a:lnTo>
                  <a:lnTo>
                    <a:pt x="1703357" y="3424561"/>
                  </a:lnTo>
                  <a:lnTo>
                    <a:pt x="1703515" y="3424561"/>
                  </a:lnTo>
                  <a:lnTo>
                    <a:pt x="1703672" y="3424561"/>
                  </a:lnTo>
                  <a:lnTo>
                    <a:pt x="1703672" y="3424131"/>
                  </a:lnTo>
                  <a:lnTo>
                    <a:pt x="1703830" y="3424131"/>
                  </a:lnTo>
                  <a:lnTo>
                    <a:pt x="1703988" y="3424131"/>
                  </a:lnTo>
                  <a:lnTo>
                    <a:pt x="1704145" y="3424131"/>
                  </a:lnTo>
                  <a:lnTo>
                    <a:pt x="1704303" y="3424131"/>
                  </a:lnTo>
                  <a:lnTo>
                    <a:pt x="1704303" y="3423700"/>
                  </a:lnTo>
                  <a:lnTo>
                    <a:pt x="1704303" y="3423270"/>
                  </a:lnTo>
                  <a:lnTo>
                    <a:pt x="1704461" y="3423270"/>
                  </a:lnTo>
                  <a:lnTo>
                    <a:pt x="1704619" y="3423270"/>
                  </a:lnTo>
                  <a:lnTo>
                    <a:pt x="1704776" y="3423270"/>
                  </a:lnTo>
                  <a:lnTo>
                    <a:pt x="1704934" y="3423270"/>
                  </a:lnTo>
                  <a:lnTo>
                    <a:pt x="1704934" y="3422839"/>
                  </a:lnTo>
                  <a:lnTo>
                    <a:pt x="1705092" y="3422839"/>
                  </a:lnTo>
                  <a:lnTo>
                    <a:pt x="1705250" y="3422839"/>
                  </a:lnTo>
                  <a:lnTo>
                    <a:pt x="1705250" y="3422408"/>
                  </a:lnTo>
                  <a:lnTo>
                    <a:pt x="1705407" y="3422408"/>
                  </a:lnTo>
                  <a:lnTo>
                    <a:pt x="1705407" y="3421978"/>
                  </a:lnTo>
                  <a:lnTo>
                    <a:pt x="1705565" y="3421978"/>
                  </a:lnTo>
                  <a:lnTo>
                    <a:pt x="1705723" y="3421978"/>
                  </a:lnTo>
                  <a:lnTo>
                    <a:pt x="1705723" y="3421547"/>
                  </a:lnTo>
                  <a:lnTo>
                    <a:pt x="1705880" y="3421547"/>
                  </a:lnTo>
                  <a:lnTo>
                    <a:pt x="1705880" y="3421117"/>
                  </a:lnTo>
                  <a:lnTo>
                    <a:pt x="1706038" y="3421117"/>
                  </a:lnTo>
                  <a:lnTo>
                    <a:pt x="1706038" y="3420686"/>
                  </a:lnTo>
                  <a:lnTo>
                    <a:pt x="1706196" y="3420686"/>
                  </a:lnTo>
                  <a:lnTo>
                    <a:pt x="1706196" y="3420255"/>
                  </a:lnTo>
                  <a:lnTo>
                    <a:pt x="1706354" y="3420255"/>
                  </a:lnTo>
                  <a:lnTo>
                    <a:pt x="1706354" y="3419825"/>
                  </a:lnTo>
                  <a:lnTo>
                    <a:pt x="1706511" y="3419825"/>
                  </a:lnTo>
                  <a:lnTo>
                    <a:pt x="1706669" y="3419825"/>
                  </a:lnTo>
                  <a:lnTo>
                    <a:pt x="1706827" y="3419825"/>
                  </a:lnTo>
                  <a:lnTo>
                    <a:pt x="1706984" y="3419825"/>
                  </a:lnTo>
                  <a:lnTo>
                    <a:pt x="1706984" y="3419394"/>
                  </a:lnTo>
                  <a:lnTo>
                    <a:pt x="1706984" y="3418964"/>
                  </a:lnTo>
                  <a:lnTo>
                    <a:pt x="1707142" y="3418964"/>
                  </a:lnTo>
                  <a:lnTo>
                    <a:pt x="1707142" y="3418533"/>
                  </a:lnTo>
                  <a:lnTo>
                    <a:pt x="1707300" y="3418533"/>
                  </a:lnTo>
                  <a:lnTo>
                    <a:pt x="1707458" y="3418533"/>
                  </a:lnTo>
                  <a:lnTo>
                    <a:pt x="1707615" y="3418533"/>
                  </a:lnTo>
                  <a:lnTo>
                    <a:pt x="1707773" y="3418533"/>
                  </a:lnTo>
                  <a:lnTo>
                    <a:pt x="1707773" y="3418102"/>
                  </a:lnTo>
                  <a:lnTo>
                    <a:pt x="1707931" y="3418102"/>
                  </a:lnTo>
                  <a:lnTo>
                    <a:pt x="1707931" y="3417672"/>
                  </a:lnTo>
                  <a:lnTo>
                    <a:pt x="1707931" y="3417241"/>
                  </a:lnTo>
                  <a:lnTo>
                    <a:pt x="1708088" y="3417241"/>
                  </a:lnTo>
                  <a:lnTo>
                    <a:pt x="1708088" y="3416811"/>
                  </a:lnTo>
                  <a:lnTo>
                    <a:pt x="1708246" y="3416811"/>
                  </a:lnTo>
                  <a:lnTo>
                    <a:pt x="1708404" y="3416811"/>
                  </a:lnTo>
                  <a:lnTo>
                    <a:pt x="1708562" y="3416811"/>
                  </a:lnTo>
                  <a:lnTo>
                    <a:pt x="1708719" y="3416811"/>
                  </a:lnTo>
                  <a:lnTo>
                    <a:pt x="1708877" y="3416811"/>
                  </a:lnTo>
                  <a:lnTo>
                    <a:pt x="1709035" y="3416811"/>
                  </a:lnTo>
                  <a:lnTo>
                    <a:pt x="1709035" y="3416380"/>
                  </a:lnTo>
                  <a:lnTo>
                    <a:pt x="1709192" y="3416380"/>
                  </a:lnTo>
                  <a:lnTo>
                    <a:pt x="1709350" y="3416380"/>
                  </a:lnTo>
                  <a:lnTo>
                    <a:pt x="1709350" y="3415949"/>
                  </a:lnTo>
                  <a:lnTo>
                    <a:pt x="1709508" y="3415949"/>
                  </a:lnTo>
                  <a:lnTo>
                    <a:pt x="1709666" y="3415949"/>
                  </a:lnTo>
                  <a:lnTo>
                    <a:pt x="1709823" y="3415949"/>
                  </a:lnTo>
                  <a:lnTo>
                    <a:pt x="1709823" y="3415519"/>
                  </a:lnTo>
                  <a:lnTo>
                    <a:pt x="1709981" y="3415519"/>
                  </a:lnTo>
                  <a:lnTo>
                    <a:pt x="1709981" y="3415088"/>
                  </a:lnTo>
                  <a:lnTo>
                    <a:pt x="1709981" y="3414658"/>
                  </a:lnTo>
                  <a:lnTo>
                    <a:pt x="1710139" y="3414658"/>
                  </a:lnTo>
                  <a:lnTo>
                    <a:pt x="1710297" y="3414658"/>
                  </a:lnTo>
                  <a:lnTo>
                    <a:pt x="1710297" y="3414227"/>
                  </a:lnTo>
                  <a:lnTo>
                    <a:pt x="1710454" y="3414227"/>
                  </a:lnTo>
                  <a:lnTo>
                    <a:pt x="1710612" y="3414227"/>
                  </a:lnTo>
                  <a:lnTo>
                    <a:pt x="1710770" y="3414227"/>
                  </a:lnTo>
                  <a:lnTo>
                    <a:pt x="1710927" y="3414227"/>
                  </a:lnTo>
                  <a:lnTo>
                    <a:pt x="1711085" y="3414227"/>
                  </a:lnTo>
                  <a:lnTo>
                    <a:pt x="1711085" y="3413796"/>
                  </a:lnTo>
                  <a:lnTo>
                    <a:pt x="1711085" y="3413366"/>
                  </a:lnTo>
                  <a:lnTo>
                    <a:pt x="1711243" y="3413366"/>
                  </a:lnTo>
                  <a:lnTo>
                    <a:pt x="1711401" y="3413366"/>
                  </a:lnTo>
                  <a:lnTo>
                    <a:pt x="1711401" y="3412935"/>
                  </a:lnTo>
                  <a:lnTo>
                    <a:pt x="1711558" y="3412935"/>
                  </a:lnTo>
                  <a:lnTo>
                    <a:pt x="1711716" y="3412935"/>
                  </a:lnTo>
                  <a:lnTo>
                    <a:pt x="1711716" y="3412505"/>
                  </a:lnTo>
                  <a:lnTo>
                    <a:pt x="1711716" y="3412074"/>
                  </a:lnTo>
                  <a:lnTo>
                    <a:pt x="1711716" y="3411643"/>
                  </a:lnTo>
                  <a:lnTo>
                    <a:pt x="1711874" y="3411643"/>
                  </a:lnTo>
                  <a:lnTo>
                    <a:pt x="1711874" y="3411213"/>
                  </a:lnTo>
                  <a:lnTo>
                    <a:pt x="1711874" y="3410782"/>
                  </a:lnTo>
                  <a:lnTo>
                    <a:pt x="1712031" y="3410782"/>
                  </a:lnTo>
                  <a:lnTo>
                    <a:pt x="1712189" y="3410782"/>
                  </a:lnTo>
                  <a:lnTo>
                    <a:pt x="1712347" y="3410782"/>
                  </a:lnTo>
                  <a:lnTo>
                    <a:pt x="1712505" y="3410782"/>
                  </a:lnTo>
                  <a:lnTo>
                    <a:pt x="1712505" y="3410352"/>
                  </a:lnTo>
                  <a:lnTo>
                    <a:pt x="1712505" y="3409921"/>
                  </a:lnTo>
                  <a:lnTo>
                    <a:pt x="1712505" y="3409490"/>
                  </a:lnTo>
                  <a:lnTo>
                    <a:pt x="1712662" y="3409490"/>
                  </a:lnTo>
                  <a:lnTo>
                    <a:pt x="1712820" y="3409490"/>
                  </a:lnTo>
                  <a:lnTo>
                    <a:pt x="1712978" y="3409490"/>
                  </a:lnTo>
                  <a:lnTo>
                    <a:pt x="1713135" y="3409490"/>
                  </a:lnTo>
                  <a:lnTo>
                    <a:pt x="1713293" y="3409490"/>
                  </a:lnTo>
                  <a:lnTo>
                    <a:pt x="1713451" y="3409490"/>
                  </a:lnTo>
                  <a:lnTo>
                    <a:pt x="1713451" y="3409060"/>
                  </a:lnTo>
                  <a:lnTo>
                    <a:pt x="1713609" y="3409060"/>
                  </a:lnTo>
                  <a:lnTo>
                    <a:pt x="1713766" y="3409060"/>
                  </a:lnTo>
                  <a:lnTo>
                    <a:pt x="1713766" y="3408629"/>
                  </a:lnTo>
                  <a:lnTo>
                    <a:pt x="1713924" y="3408629"/>
                  </a:lnTo>
                  <a:lnTo>
                    <a:pt x="1713924" y="3408199"/>
                  </a:lnTo>
                  <a:lnTo>
                    <a:pt x="1714082" y="3408199"/>
                  </a:lnTo>
                  <a:lnTo>
                    <a:pt x="1714239" y="3408199"/>
                  </a:lnTo>
                  <a:lnTo>
                    <a:pt x="1714397" y="3408199"/>
                  </a:lnTo>
                  <a:lnTo>
                    <a:pt x="1714555" y="3408199"/>
                  </a:lnTo>
                  <a:lnTo>
                    <a:pt x="1714555" y="3407768"/>
                  </a:lnTo>
                  <a:lnTo>
                    <a:pt x="1714555" y="3407337"/>
                  </a:lnTo>
                  <a:lnTo>
                    <a:pt x="1714555" y="3406907"/>
                  </a:lnTo>
                  <a:lnTo>
                    <a:pt x="1714713" y="3406907"/>
                  </a:lnTo>
                  <a:lnTo>
                    <a:pt x="1714713" y="3406476"/>
                  </a:lnTo>
                  <a:lnTo>
                    <a:pt x="1714870" y="3406476"/>
                  </a:lnTo>
                  <a:lnTo>
                    <a:pt x="1715028" y="3406476"/>
                  </a:lnTo>
                  <a:lnTo>
                    <a:pt x="1715186" y="3406476"/>
                  </a:lnTo>
                  <a:lnTo>
                    <a:pt x="1715343" y="3406476"/>
                  </a:lnTo>
                  <a:lnTo>
                    <a:pt x="1715501" y="3406476"/>
                  </a:lnTo>
                  <a:lnTo>
                    <a:pt x="1715659" y="3406476"/>
                  </a:lnTo>
                  <a:lnTo>
                    <a:pt x="1715659" y="3406046"/>
                  </a:lnTo>
                  <a:lnTo>
                    <a:pt x="1715817" y="3406046"/>
                  </a:lnTo>
                  <a:lnTo>
                    <a:pt x="1715974" y="3406046"/>
                  </a:lnTo>
                  <a:lnTo>
                    <a:pt x="1716132" y="3406046"/>
                  </a:lnTo>
                  <a:lnTo>
                    <a:pt x="1716132" y="3405615"/>
                  </a:lnTo>
                  <a:lnTo>
                    <a:pt x="1716290" y="3405615"/>
                  </a:lnTo>
                  <a:lnTo>
                    <a:pt x="1716448" y="3405615"/>
                  </a:lnTo>
                  <a:lnTo>
                    <a:pt x="1716448" y="3405184"/>
                  </a:lnTo>
                  <a:lnTo>
                    <a:pt x="1716448" y="3404754"/>
                  </a:lnTo>
                  <a:lnTo>
                    <a:pt x="1716605" y="3404754"/>
                  </a:lnTo>
                  <a:lnTo>
                    <a:pt x="1716605" y="3404323"/>
                  </a:lnTo>
                  <a:lnTo>
                    <a:pt x="1716763" y="3404323"/>
                  </a:lnTo>
                  <a:lnTo>
                    <a:pt x="1716921" y="3404323"/>
                  </a:lnTo>
                  <a:lnTo>
                    <a:pt x="1717078" y="3404323"/>
                  </a:lnTo>
                  <a:lnTo>
                    <a:pt x="1717078" y="3403893"/>
                  </a:lnTo>
                  <a:lnTo>
                    <a:pt x="1717078" y="3403462"/>
                  </a:lnTo>
                  <a:lnTo>
                    <a:pt x="1717236" y="3403462"/>
                  </a:lnTo>
                  <a:lnTo>
                    <a:pt x="1717394" y="3403462"/>
                  </a:lnTo>
                  <a:lnTo>
                    <a:pt x="1717552" y="3403462"/>
                  </a:lnTo>
                  <a:lnTo>
                    <a:pt x="1717709" y="3403462"/>
                  </a:lnTo>
                  <a:lnTo>
                    <a:pt x="1717867" y="3403462"/>
                  </a:lnTo>
                  <a:lnTo>
                    <a:pt x="1718025" y="3403462"/>
                  </a:lnTo>
                  <a:lnTo>
                    <a:pt x="1718182" y="3403462"/>
                  </a:lnTo>
                  <a:lnTo>
                    <a:pt x="1718182" y="3403031"/>
                  </a:lnTo>
                  <a:lnTo>
                    <a:pt x="1718340" y="3403031"/>
                  </a:lnTo>
                  <a:lnTo>
                    <a:pt x="1718498" y="3403031"/>
                  </a:lnTo>
                  <a:lnTo>
                    <a:pt x="1718498" y="3402601"/>
                  </a:lnTo>
                  <a:lnTo>
                    <a:pt x="1718498" y="3402170"/>
                  </a:lnTo>
                  <a:lnTo>
                    <a:pt x="1718498" y="3401740"/>
                  </a:lnTo>
                  <a:lnTo>
                    <a:pt x="1718656" y="3401740"/>
                  </a:lnTo>
                  <a:lnTo>
                    <a:pt x="1718656" y="3401309"/>
                  </a:lnTo>
                  <a:lnTo>
                    <a:pt x="1718656" y="3400878"/>
                  </a:lnTo>
                  <a:lnTo>
                    <a:pt x="1718813" y="3400878"/>
                  </a:lnTo>
                  <a:lnTo>
                    <a:pt x="1718971" y="3400878"/>
                  </a:lnTo>
                  <a:lnTo>
                    <a:pt x="1719129" y="3400878"/>
                  </a:lnTo>
                  <a:lnTo>
                    <a:pt x="1719129" y="3400448"/>
                  </a:lnTo>
                  <a:lnTo>
                    <a:pt x="1719286" y="3400448"/>
                  </a:lnTo>
                  <a:lnTo>
                    <a:pt x="1719444" y="3400448"/>
                  </a:lnTo>
                  <a:lnTo>
                    <a:pt x="1719602" y="3400448"/>
                  </a:lnTo>
                  <a:lnTo>
                    <a:pt x="1719760" y="3400448"/>
                  </a:lnTo>
                  <a:lnTo>
                    <a:pt x="1719917" y="3400448"/>
                  </a:lnTo>
                  <a:lnTo>
                    <a:pt x="1720075" y="3400448"/>
                  </a:lnTo>
                  <a:lnTo>
                    <a:pt x="1720233" y="3400448"/>
                  </a:lnTo>
                  <a:lnTo>
                    <a:pt x="1720390" y="3400448"/>
                  </a:lnTo>
                  <a:lnTo>
                    <a:pt x="1720548" y="3400448"/>
                  </a:lnTo>
                  <a:lnTo>
                    <a:pt x="1720706" y="3400448"/>
                  </a:lnTo>
                  <a:lnTo>
                    <a:pt x="1720864" y="3400448"/>
                  </a:lnTo>
                  <a:lnTo>
                    <a:pt x="1721021" y="3400448"/>
                  </a:lnTo>
                  <a:lnTo>
                    <a:pt x="1721179" y="3400448"/>
                  </a:lnTo>
                  <a:lnTo>
                    <a:pt x="1721179" y="3400017"/>
                  </a:lnTo>
                  <a:lnTo>
                    <a:pt x="1721337" y="3400017"/>
                  </a:lnTo>
                  <a:lnTo>
                    <a:pt x="1721495" y="3400017"/>
                  </a:lnTo>
                  <a:lnTo>
                    <a:pt x="1721652" y="3400017"/>
                  </a:lnTo>
                  <a:lnTo>
                    <a:pt x="1721652" y="3399587"/>
                  </a:lnTo>
                  <a:lnTo>
                    <a:pt x="1721810" y="3399587"/>
                  </a:lnTo>
                  <a:lnTo>
                    <a:pt x="1721810" y="3399156"/>
                  </a:lnTo>
                  <a:lnTo>
                    <a:pt x="1721810" y="3398725"/>
                  </a:lnTo>
                  <a:lnTo>
                    <a:pt x="1721968" y="3398725"/>
                  </a:lnTo>
                  <a:lnTo>
                    <a:pt x="1721968" y="3398295"/>
                  </a:lnTo>
                  <a:lnTo>
                    <a:pt x="1722125" y="3398295"/>
                  </a:lnTo>
                  <a:lnTo>
                    <a:pt x="1722283" y="3398295"/>
                  </a:lnTo>
                  <a:lnTo>
                    <a:pt x="1722441" y="3398295"/>
                  </a:lnTo>
                  <a:lnTo>
                    <a:pt x="1722599" y="3398295"/>
                  </a:lnTo>
                  <a:lnTo>
                    <a:pt x="1722756" y="3398295"/>
                  </a:lnTo>
                  <a:lnTo>
                    <a:pt x="1722914" y="3398295"/>
                  </a:lnTo>
                  <a:lnTo>
                    <a:pt x="1722914" y="3397864"/>
                  </a:lnTo>
                  <a:lnTo>
                    <a:pt x="1722914" y="3397434"/>
                  </a:lnTo>
                  <a:lnTo>
                    <a:pt x="1723072" y="3397434"/>
                  </a:lnTo>
                  <a:lnTo>
                    <a:pt x="1723229" y="3397434"/>
                  </a:lnTo>
                  <a:lnTo>
                    <a:pt x="1723229" y="3397003"/>
                  </a:lnTo>
                  <a:lnTo>
                    <a:pt x="1723387" y="3397003"/>
                  </a:lnTo>
                  <a:lnTo>
                    <a:pt x="1723545" y="3397003"/>
                  </a:lnTo>
                  <a:lnTo>
                    <a:pt x="1723703" y="3397003"/>
                  </a:lnTo>
                  <a:lnTo>
                    <a:pt x="1723703" y="3396572"/>
                  </a:lnTo>
                  <a:lnTo>
                    <a:pt x="1723860" y="3396572"/>
                  </a:lnTo>
                  <a:lnTo>
                    <a:pt x="1724018" y="3396572"/>
                  </a:lnTo>
                  <a:lnTo>
                    <a:pt x="1724176" y="3396572"/>
                  </a:lnTo>
                  <a:lnTo>
                    <a:pt x="1724333" y="3396572"/>
                  </a:lnTo>
                  <a:lnTo>
                    <a:pt x="1724491" y="3396572"/>
                  </a:lnTo>
                  <a:lnTo>
                    <a:pt x="1724649" y="3396572"/>
                  </a:lnTo>
                  <a:lnTo>
                    <a:pt x="1724807" y="3396572"/>
                  </a:lnTo>
                  <a:lnTo>
                    <a:pt x="1724964" y="3396572"/>
                  </a:lnTo>
                  <a:lnTo>
                    <a:pt x="1725122" y="3396572"/>
                  </a:lnTo>
                  <a:lnTo>
                    <a:pt x="1725280" y="3396572"/>
                  </a:lnTo>
                  <a:lnTo>
                    <a:pt x="1725437" y="3396572"/>
                  </a:lnTo>
                  <a:lnTo>
                    <a:pt x="1725437" y="3396142"/>
                  </a:lnTo>
                  <a:lnTo>
                    <a:pt x="1725595" y="3396142"/>
                  </a:lnTo>
                  <a:lnTo>
                    <a:pt x="1725753" y="3396142"/>
                  </a:lnTo>
                  <a:lnTo>
                    <a:pt x="1725911" y="3396142"/>
                  </a:lnTo>
                  <a:lnTo>
                    <a:pt x="1726068" y="3396142"/>
                  </a:lnTo>
                  <a:lnTo>
                    <a:pt x="1726226" y="3396142"/>
                  </a:lnTo>
                  <a:lnTo>
                    <a:pt x="1726226" y="3395711"/>
                  </a:lnTo>
                  <a:lnTo>
                    <a:pt x="1726384" y="3395711"/>
                  </a:lnTo>
                  <a:lnTo>
                    <a:pt x="1726541" y="3395711"/>
                  </a:lnTo>
                  <a:lnTo>
                    <a:pt x="1726699" y="3395711"/>
                  </a:lnTo>
                  <a:lnTo>
                    <a:pt x="1726857" y="3395711"/>
                  </a:lnTo>
                  <a:lnTo>
                    <a:pt x="1727015" y="3395711"/>
                  </a:lnTo>
                  <a:lnTo>
                    <a:pt x="1727015" y="3395281"/>
                  </a:lnTo>
                  <a:lnTo>
                    <a:pt x="1727172" y="3395281"/>
                  </a:lnTo>
                  <a:lnTo>
                    <a:pt x="1727330" y="3395281"/>
                  </a:lnTo>
                  <a:lnTo>
                    <a:pt x="1727330" y="3394850"/>
                  </a:lnTo>
                  <a:lnTo>
                    <a:pt x="1727488" y="3394850"/>
                  </a:lnTo>
                  <a:lnTo>
                    <a:pt x="1727646" y="3394850"/>
                  </a:lnTo>
                  <a:lnTo>
                    <a:pt x="1727803" y="3394850"/>
                  </a:lnTo>
                  <a:lnTo>
                    <a:pt x="1727961" y="3394850"/>
                  </a:lnTo>
                  <a:lnTo>
                    <a:pt x="1728119" y="3394850"/>
                  </a:lnTo>
                  <a:lnTo>
                    <a:pt x="1728119" y="3394419"/>
                  </a:lnTo>
                  <a:lnTo>
                    <a:pt x="1728119" y="3393989"/>
                  </a:lnTo>
                  <a:lnTo>
                    <a:pt x="1728119" y="3393558"/>
                  </a:lnTo>
                  <a:lnTo>
                    <a:pt x="1728276" y="3393558"/>
                  </a:lnTo>
                  <a:lnTo>
                    <a:pt x="1728434" y="3393558"/>
                  </a:lnTo>
                  <a:lnTo>
                    <a:pt x="1728434" y="3393128"/>
                  </a:lnTo>
                  <a:lnTo>
                    <a:pt x="1728592" y="3393128"/>
                  </a:lnTo>
                  <a:lnTo>
                    <a:pt x="1728750" y="3393128"/>
                  </a:lnTo>
                  <a:lnTo>
                    <a:pt x="1728750" y="3392697"/>
                  </a:lnTo>
                  <a:lnTo>
                    <a:pt x="1728907" y="3392697"/>
                  </a:lnTo>
                  <a:lnTo>
                    <a:pt x="1729065" y="3392697"/>
                  </a:lnTo>
                  <a:lnTo>
                    <a:pt x="1729223" y="3392697"/>
                  </a:lnTo>
                  <a:lnTo>
                    <a:pt x="1729380" y="3392697"/>
                  </a:lnTo>
                  <a:lnTo>
                    <a:pt x="1729538" y="3392697"/>
                  </a:lnTo>
                  <a:lnTo>
                    <a:pt x="1729538" y="3392266"/>
                  </a:lnTo>
                  <a:lnTo>
                    <a:pt x="1729696" y="3392266"/>
                  </a:lnTo>
                  <a:lnTo>
                    <a:pt x="1729854" y="3392266"/>
                  </a:lnTo>
                  <a:lnTo>
                    <a:pt x="1729854" y="3391836"/>
                  </a:lnTo>
                  <a:lnTo>
                    <a:pt x="1730011" y="3391836"/>
                  </a:lnTo>
                  <a:lnTo>
                    <a:pt x="1730169" y="3391836"/>
                  </a:lnTo>
                  <a:lnTo>
                    <a:pt x="1730169" y="3391405"/>
                  </a:lnTo>
                  <a:lnTo>
                    <a:pt x="1730327" y="3391405"/>
                  </a:lnTo>
                  <a:lnTo>
                    <a:pt x="1730484" y="3391405"/>
                  </a:lnTo>
                  <a:lnTo>
                    <a:pt x="1730642" y="3391405"/>
                  </a:lnTo>
                  <a:lnTo>
                    <a:pt x="1730800" y="3391405"/>
                  </a:lnTo>
                  <a:lnTo>
                    <a:pt x="1730800" y="3390975"/>
                  </a:lnTo>
                  <a:lnTo>
                    <a:pt x="1730958" y="3390975"/>
                  </a:lnTo>
                  <a:lnTo>
                    <a:pt x="1731115" y="3390975"/>
                  </a:lnTo>
                  <a:lnTo>
                    <a:pt x="1731115" y="3390544"/>
                  </a:lnTo>
                  <a:lnTo>
                    <a:pt x="1731273" y="3390544"/>
                  </a:lnTo>
                  <a:lnTo>
                    <a:pt x="1731273" y="3390113"/>
                  </a:lnTo>
                  <a:lnTo>
                    <a:pt x="1731431" y="3390113"/>
                  </a:lnTo>
                  <a:lnTo>
                    <a:pt x="1731431" y="3389683"/>
                  </a:lnTo>
                  <a:lnTo>
                    <a:pt x="1731431" y="3389252"/>
                  </a:lnTo>
                  <a:lnTo>
                    <a:pt x="1731588" y="3389252"/>
                  </a:lnTo>
                  <a:lnTo>
                    <a:pt x="1731588" y="3388822"/>
                  </a:lnTo>
                  <a:lnTo>
                    <a:pt x="1731746" y="3388822"/>
                  </a:lnTo>
                  <a:lnTo>
                    <a:pt x="1731904" y="3388822"/>
                  </a:lnTo>
                  <a:lnTo>
                    <a:pt x="1732062" y="3388822"/>
                  </a:lnTo>
                  <a:lnTo>
                    <a:pt x="1732219" y="3388822"/>
                  </a:lnTo>
                  <a:lnTo>
                    <a:pt x="1732377" y="3388822"/>
                  </a:lnTo>
                  <a:lnTo>
                    <a:pt x="1732535" y="3388822"/>
                  </a:lnTo>
                  <a:lnTo>
                    <a:pt x="1732693" y="3388822"/>
                  </a:lnTo>
                  <a:lnTo>
                    <a:pt x="1732850" y="3388822"/>
                  </a:lnTo>
                  <a:lnTo>
                    <a:pt x="1733008" y="3388822"/>
                  </a:lnTo>
                  <a:lnTo>
                    <a:pt x="1733166" y="3388822"/>
                  </a:lnTo>
                  <a:lnTo>
                    <a:pt x="1733323" y="3388822"/>
                  </a:lnTo>
                  <a:lnTo>
                    <a:pt x="1733481" y="3388822"/>
                  </a:lnTo>
                  <a:lnTo>
                    <a:pt x="1733481" y="3388391"/>
                  </a:lnTo>
                  <a:lnTo>
                    <a:pt x="1733639" y="3388391"/>
                  </a:lnTo>
                  <a:lnTo>
                    <a:pt x="1733797" y="3388391"/>
                  </a:lnTo>
                  <a:lnTo>
                    <a:pt x="1733954" y="3388391"/>
                  </a:lnTo>
                  <a:lnTo>
                    <a:pt x="1734112" y="3388391"/>
                  </a:lnTo>
                  <a:lnTo>
                    <a:pt x="1734270" y="3388391"/>
                  </a:lnTo>
                  <a:lnTo>
                    <a:pt x="1734270" y="3387960"/>
                  </a:lnTo>
                  <a:lnTo>
                    <a:pt x="1734270" y="3387530"/>
                  </a:lnTo>
                  <a:lnTo>
                    <a:pt x="1734270" y="3387099"/>
                  </a:lnTo>
                  <a:lnTo>
                    <a:pt x="1734270" y="3386669"/>
                  </a:lnTo>
                  <a:lnTo>
                    <a:pt x="1734427" y="3386669"/>
                  </a:lnTo>
                  <a:lnTo>
                    <a:pt x="1734585" y="3386669"/>
                  </a:lnTo>
                  <a:lnTo>
                    <a:pt x="1734743" y="3386669"/>
                  </a:lnTo>
                  <a:lnTo>
                    <a:pt x="1734901" y="3386669"/>
                  </a:lnTo>
                  <a:lnTo>
                    <a:pt x="1734901" y="3386238"/>
                  </a:lnTo>
                  <a:lnTo>
                    <a:pt x="1735058" y="3386238"/>
                  </a:lnTo>
                  <a:lnTo>
                    <a:pt x="1735216" y="3386238"/>
                  </a:lnTo>
                  <a:lnTo>
                    <a:pt x="1735374" y="3386238"/>
                  </a:lnTo>
                  <a:lnTo>
                    <a:pt x="1735374" y="3385807"/>
                  </a:lnTo>
                  <a:lnTo>
                    <a:pt x="1735531" y="3385807"/>
                  </a:lnTo>
                  <a:lnTo>
                    <a:pt x="1735689" y="3385807"/>
                  </a:lnTo>
                  <a:lnTo>
                    <a:pt x="1735689" y="3385377"/>
                  </a:lnTo>
                  <a:lnTo>
                    <a:pt x="1735689" y="3384946"/>
                  </a:lnTo>
                  <a:lnTo>
                    <a:pt x="1735847" y="3384946"/>
                  </a:lnTo>
                  <a:lnTo>
                    <a:pt x="1736005" y="3384946"/>
                  </a:lnTo>
                  <a:lnTo>
                    <a:pt x="1736162" y="3384946"/>
                  </a:lnTo>
                  <a:lnTo>
                    <a:pt x="1736320" y="3384946"/>
                  </a:lnTo>
                  <a:lnTo>
                    <a:pt x="1736320" y="3384516"/>
                  </a:lnTo>
                  <a:lnTo>
                    <a:pt x="1736478" y="3384516"/>
                  </a:lnTo>
                  <a:lnTo>
                    <a:pt x="1736635" y="3384516"/>
                  </a:lnTo>
                  <a:lnTo>
                    <a:pt x="1736793" y="3384516"/>
                  </a:lnTo>
                  <a:lnTo>
                    <a:pt x="1736793" y="3384085"/>
                  </a:lnTo>
                  <a:lnTo>
                    <a:pt x="1736951" y="3384085"/>
                  </a:lnTo>
                  <a:lnTo>
                    <a:pt x="1737109" y="3384085"/>
                  </a:lnTo>
                  <a:lnTo>
                    <a:pt x="1737109" y="3383654"/>
                  </a:lnTo>
                  <a:lnTo>
                    <a:pt x="1737266" y="3383654"/>
                  </a:lnTo>
                  <a:lnTo>
                    <a:pt x="1737424" y="3383654"/>
                  </a:lnTo>
                  <a:lnTo>
                    <a:pt x="1737424" y="3383224"/>
                  </a:lnTo>
                  <a:lnTo>
                    <a:pt x="1737582" y="3383224"/>
                  </a:lnTo>
                  <a:lnTo>
                    <a:pt x="1737739" y="3383224"/>
                  </a:lnTo>
                  <a:lnTo>
                    <a:pt x="1737897" y="3383224"/>
                  </a:lnTo>
                  <a:lnTo>
                    <a:pt x="1737897" y="3382793"/>
                  </a:lnTo>
                  <a:lnTo>
                    <a:pt x="1738055" y="3382793"/>
                  </a:lnTo>
                  <a:lnTo>
                    <a:pt x="1738055" y="3382363"/>
                  </a:lnTo>
                  <a:lnTo>
                    <a:pt x="1738213" y="3382363"/>
                  </a:lnTo>
                  <a:lnTo>
                    <a:pt x="1738370" y="3382363"/>
                  </a:lnTo>
                  <a:lnTo>
                    <a:pt x="1738370" y="3381932"/>
                  </a:lnTo>
                  <a:lnTo>
                    <a:pt x="1738528" y="3381932"/>
                  </a:lnTo>
                  <a:lnTo>
                    <a:pt x="1738686" y="3381932"/>
                  </a:lnTo>
                  <a:lnTo>
                    <a:pt x="1738844" y="3381932"/>
                  </a:lnTo>
                  <a:lnTo>
                    <a:pt x="1739001" y="3381932"/>
                  </a:lnTo>
                  <a:lnTo>
                    <a:pt x="1739159" y="3381932"/>
                  </a:lnTo>
                  <a:lnTo>
                    <a:pt x="1739159" y="3381501"/>
                  </a:lnTo>
                  <a:lnTo>
                    <a:pt x="1739317" y="3381501"/>
                  </a:lnTo>
                  <a:lnTo>
                    <a:pt x="1739474" y="3381501"/>
                  </a:lnTo>
                  <a:lnTo>
                    <a:pt x="1739632" y="3381501"/>
                  </a:lnTo>
                  <a:lnTo>
                    <a:pt x="1739632" y="3381071"/>
                  </a:lnTo>
                  <a:lnTo>
                    <a:pt x="1739790" y="3381071"/>
                  </a:lnTo>
                  <a:lnTo>
                    <a:pt x="1739948" y="3381071"/>
                  </a:lnTo>
                  <a:lnTo>
                    <a:pt x="1739948" y="3380640"/>
                  </a:lnTo>
                  <a:lnTo>
                    <a:pt x="1740105" y="3380640"/>
                  </a:lnTo>
                  <a:lnTo>
                    <a:pt x="1740263" y="3380640"/>
                  </a:lnTo>
                  <a:lnTo>
                    <a:pt x="1740263" y="3380210"/>
                  </a:lnTo>
                  <a:lnTo>
                    <a:pt x="1740421" y="3380210"/>
                  </a:lnTo>
                  <a:lnTo>
                    <a:pt x="1740421" y="3379779"/>
                  </a:lnTo>
                  <a:lnTo>
                    <a:pt x="1740578" y="3379779"/>
                  </a:lnTo>
                  <a:lnTo>
                    <a:pt x="1740736" y="3379779"/>
                  </a:lnTo>
                  <a:lnTo>
                    <a:pt x="1740894" y="3379779"/>
                  </a:lnTo>
                  <a:lnTo>
                    <a:pt x="1740894" y="3379348"/>
                  </a:lnTo>
                  <a:lnTo>
                    <a:pt x="1741052" y="3379348"/>
                  </a:lnTo>
                  <a:lnTo>
                    <a:pt x="1741209" y="3379348"/>
                  </a:lnTo>
                  <a:lnTo>
                    <a:pt x="1741367" y="3379348"/>
                  </a:lnTo>
                  <a:lnTo>
                    <a:pt x="1741367" y="3378918"/>
                  </a:lnTo>
                  <a:lnTo>
                    <a:pt x="1741367" y="3378487"/>
                  </a:lnTo>
                  <a:lnTo>
                    <a:pt x="1741367" y="3378057"/>
                  </a:lnTo>
                  <a:lnTo>
                    <a:pt x="1741367" y="3377626"/>
                  </a:lnTo>
                  <a:lnTo>
                    <a:pt x="1741525" y="3377626"/>
                  </a:lnTo>
                  <a:lnTo>
                    <a:pt x="1741525" y="3377195"/>
                  </a:lnTo>
                  <a:lnTo>
                    <a:pt x="1741525" y="3376765"/>
                  </a:lnTo>
                  <a:lnTo>
                    <a:pt x="1741682" y="3376765"/>
                  </a:lnTo>
                  <a:lnTo>
                    <a:pt x="1741840" y="3376765"/>
                  </a:lnTo>
                  <a:lnTo>
                    <a:pt x="1741998" y="3376765"/>
                  </a:lnTo>
                  <a:lnTo>
                    <a:pt x="1742156" y="3376765"/>
                  </a:lnTo>
                  <a:lnTo>
                    <a:pt x="1742313" y="3376765"/>
                  </a:lnTo>
                  <a:lnTo>
                    <a:pt x="1742471" y="3376765"/>
                  </a:lnTo>
                  <a:lnTo>
                    <a:pt x="1742629" y="3376765"/>
                  </a:lnTo>
                  <a:lnTo>
                    <a:pt x="1742786" y="3376765"/>
                  </a:lnTo>
                  <a:lnTo>
                    <a:pt x="1742786" y="3376334"/>
                  </a:lnTo>
                  <a:lnTo>
                    <a:pt x="1742786" y="3375904"/>
                  </a:lnTo>
                  <a:lnTo>
                    <a:pt x="1742786" y="3375473"/>
                  </a:lnTo>
                  <a:lnTo>
                    <a:pt x="1742944" y="3375473"/>
                  </a:lnTo>
                  <a:lnTo>
                    <a:pt x="1742944" y="3375042"/>
                  </a:lnTo>
                  <a:lnTo>
                    <a:pt x="1743102" y="3375042"/>
                  </a:lnTo>
                  <a:lnTo>
                    <a:pt x="1743260" y="3375042"/>
                  </a:lnTo>
                  <a:lnTo>
                    <a:pt x="1743417" y="3375042"/>
                  </a:lnTo>
                  <a:lnTo>
                    <a:pt x="1743575" y="3375042"/>
                  </a:lnTo>
                  <a:lnTo>
                    <a:pt x="1743733" y="3375042"/>
                  </a:lnTo>
                  <a:lnTo>
                    <a:pt x="1743891" y="3375042"/>
                  </a:lnTo>
                  <a:lnTo>
                    <a:pt x="1744048" y="3375042"/>
                  </a:lnTo>
                  <a:lnTo>
                    <a:pt x="1744048" y="3374612"/>
                  </a:lnTo>
                  <a:lnTo>
                    <a:pt x="1744206" y="3374612"/>
                  </a:lnTo>
                  <a:lnTo>
                    <a:pt x="1744364" y="3374612"/>
                  </a:lnTo>
                  <a:lnTo>
                    <a:pt x="1744521" y="3374612"/>
                  </a:lnTo>
                  <a:lnTo>
                    <a:pt x="1744679" y="3374612"/>
                  </a:lnTo>
                  <a:lnTo>
                    <a:pt x="1744837" y="3374612"/>
                  </a:lnTo>
                  <a:lnTo>
                    <a:pt x="1744837" y="3374181"/>
                  </a:lnTo>
                  <a:lnTo>
                    <a:pt x="1744995" y="3374181"/>
                  </a:lnTo>
                  <a:lnTo>
                    <a:pt x="1745152" y="3374181"/>
                  </a:lnTo>
                  <a:lnTo>
                    <a:pt x="1745310" y="3374181"/>
                  </a:lnTo>
                  <a:lnTo>
                    <a:pt x="1745468" y="3374181"/>
                  </a:lnTo>
                  <a:lnTo>
                    <a:pt x="1745625" y="3374181"/>
                  </a:lnTo>
                  <a:lnTo>
                    <a:pt x="1745625" y="3373751"/>
                  </a:lnTo>
                  <a:lnTo>
                    <a:pt x="1745783" y="3373751"/>
                  </a:lnTo>
                  <a:lnTo>
                    <a:pt x="1745941" y="3373751"/>
                  </a:lnTo>
                  <a:lnTo>
                    <a:pt x="1746099" y="3373751"/>
                  </a:lnTo>
                  <a:lnTo>
                    <a:pt x="1746256" y="3373751"/>
                  </a:lnTo>
                  <a:lnTo>
                    <a:pt x="1746256" y="3373320"/>
                  </a:lnTo>
                  <a:lnTo>
                    <a:pt x="1746414" y="3373320"/>
                  </a:lnTo>
                  <a:lnTo>
                    <a:pt x="1746414" y="3372889"/>
                  </a:lnTo>
                  <a:lnTo>
                    <a:pt x="1746572" y="3372889"/>
                  </a:lnTo>
                  <a:lnTo>
                    <a:pt x="1746572" y="3372459"/>
                  </a:lnTo>
                  <a:lnTo>
                    <a:pt x="1746729" y="3372459"/>
                  </a:lnTo>
                  <a:lnTo>
                    <a:pt x="1746887" y="3372459"/>
                  </a:lnTo>
                  <a:lnTo>
                    <a:pt x="1746887" y="3372028"/>
                  </a:lnTo>
                  <a:lnTo>
                    <a:pt x="1746887" y="3371598"/>
                  </a:lnTo>
                  <a:lnTo>
                    <a:pt x="1746887" y="3371167"/>
                  </a:lnTo>
                  <a:lnTo>
                    <a:pt x="1747045" y="3371167"/>
                  </a:lnTo>
                  <a:lnTo>
                    <a:pt x="1747045" y="3370736"/>
                  </a:lnTo>
                  <a:lnTo>
                    <a:pt x="1747203" y="3370736"/>
                  </a:lnTo>
                  <a:lnTo>
                    <a:pt x="1747360" y="3370736"/>
                  </a:lnTo>
                  <a:lnTo>
                    <a:pt x="1747360" y="3370306"/>
                  </a:lnTo>
                  <a:lnTo>
                    <a:pt x="1747518" y="3370306"/>
                  </a:lnTo>
                  <a:lnTo>
                    <a:pt x="1747676" y="3370306"/>
                  </a:lnTo>
                  <a:lnTo>
                    <a:pt x="1747833" y="3370306"/>
                  </a:lnTo>
                  <a:lnTo>
                    <a:pt x="1747991" y="3370306"/>
                  </a:lnTo>
                  <a:lnTo>
                    <a:pt x="1748149" y="3370306"/>
                  </a:lnTo>
                  <a:lnTo>
                    <a:pt x="1748307" y="3370306"/>
                  </a:lnTo>
                  <a:lnTo>
                    <a:pt x="1748464" y="3370306"/>
                  </a:lnTo>
                  <a:lnTo>
                    <a:pt x="1748622" y="3370306"/>
                  </a:lnTo>
                  <a:lnTo>
                    <a:pt x="1748622" y="3369875"/>
                  </a:lnTo>
                  <a:lnTo>
                    <a:pt x="1748622" y="3369445"/>
                  </a:lnTo>
                  <a:lnTo>
                    <a:pt x="1748780" y="3369445"/>
                  </a:lnTo>
                  <a:lnTo>
                    <a:pt x="1748937" y="3369445"/>
                  </a:lnTo>
                  <a:lnTo>
                    <a:pt x="1749095" y="3369445"/>
                  </a:lnTo>
                  <a:lnTo>
                    <a:pt x="1749253" y="3369445"/>
                  </a:lnTo>
                  <a:lnTo>
                    <a:pt x="1749411" y="3369445"/>
                  </a:lnTo>
                  <a:lnTo>
                    <a:pt x="1749568" y="3369445"/>
                  </a:lnTo>
                  <a:lnTo>
                    <a:pt x="1749568" y="3369014"/>
                  </a:lnTo>
                  <a:lnTo>
                    <a:pt x="1749568" y="3368583"/>
                  </a:lnTo>
                  <a:lnTo>
                    <a:pt x="1749568" y="3368153"/>
                  </a:lnTo>
                  <a:lnTo>
                    <a:pt x="1749726" y="3368153"/>
                  </a:lnTo>
                  <a:lnTo>
                    <a:pt x="1749884" y="3368153"/>
                  </a:lnTo>
                  <a:lnTo>
                    <a:pt x="1750042" y="3368153"/>
                  </a:lnTo>
                  <a:lnTo>
                    <a:pt x="1750042" y="3367722"/>
                  </a:lnTo>
                  <a:lnTo>
                    <a:pt x="1750199" y="3367722"/>
                  </a:lnTo>
                  <a:lnTo>
                    <a:pt x="1750357" y="3367722"/>
                  </a:lnTo>
                  <a:lnTo>
                    <a:pt x="1750357" y="3367292"/>
                  </a:lnTo>
                  <a:lnTo>
                    <a:pt x="1750515" y="3367292"/>
                  </a:lnTo>
                  <a:lnTo>
                    <a:pt x="1750672" y="3367292"/>
                  </a:lnTo>
                  <a:lnTo>
                    <a:pt x="1750830" y="3367292"/>
                  </a:lnTo>
                  <a:lnTo>
                    <a:pt x="1750988" y="3367292"/>
                  </a:lnTo>
                  <a:lnTo>
                    <a:pt x="1750988" y="3366861"/>
                  </a:lnTo>
                  <a:lnTo>
                    <a:pt x="1750988" y="3366430"/>
                  </a:lnTo>
                  <a:lnTo>
                    <a:pt x="1751146" y="3366430"/>
                  </a:lnTo>
                  <a:lnTo>
                    <a:pt x="1751303" y="3366430"/>
                  </a:lnTo>
                  <a:lnTo>
                    <a:pt x="1751461" y="3366430"/>
                  </a:lnTo>
                  <a:lnTo>
                    <a:pt x="1751619" y="3366430"/>
                  </a:lnTo>
                  <a:lnTo>
                    <a:pt x="1751776" y="3366430"/>
                  </a:lnTo>
                  <a:lnTo>
                    <a:pt x="1751934" y="3366430"/>
                  </a:lnTo>
                  <a:lnTo>
                    <a:pt x="1752092" y="3366430"/>
                  </a:lnTo>
                  <a:lnTo>
                    <a:pt x="1752250" y="3366430"/>
                  </a:lnTo>
                  <a:lnTo>
                    <a:pt x="1752250" y="3366000"/>
                  </a:lnTo>
                  <a:lnTo>
                    <a:pt x="1752250" y="3365569"/>
                  </a:lnTo>
                  <a:lnTo>
                    <a:pt x="1752250" y="3365139"/>
                  </a:lnTo>
                  <a:lnTo>
                    <a:pt x="1752407" y="3365139"/>
                  </a:lnTo>
                  <a:lnTo>
                    <a:pt x="1752565" y="3365139"/>
                  </a:lnTo>
                  <a:lnTo>
                    <a:pt x="1752565" y="3364708"/>
                  </a:lnTo>
                  <a:lnTo>
                    <a:pt x="1752723" y="3364708"/>
                  </a:lnTo>
                  <a:lnTo>
                    <a:pt x="1752880" y="3364708"/>
                  </a:lnTo>
                  <a:lnTo>
                    <a:pt x="1752880" y="3364277"/>
                  </a:lnTo>
                  <a:lnTo>
                    <a:pt x="1753038" y="3364277"/>
                  </a:lnTo>
                  <a:lnTo>
                    <a:pt x="1753196" y="3364277"/>
                  </a:lnTo>
                  <a:lnTo>
                    <a:pt x="1753354" y="3364277"/>
                  </a:lnTo>
                  <a:lnTo>
                    <a:pt x="1753511" y="3364277"/>
                  </a:lnTo>
                  <a:lnTo>
                    <a:pt x="1753511" y="3363847"/>
                  </a:lnTo>
                  <a:lnTo>
                    <a:pt x="1753669" y="3363847"/>
                  </a:lnTo>
                  <a:lnTo>
                    <a:pt x="1753669" y="3363416"/>
                  </a:lnTo>
                  <a:lnTo>
                    <a:pt x="1753827" y="3363416"/>
                  </a:lnTo>
                  <a:lnTo>
                    <a:pt x="1753984" y="3363416"/>
                  </a:lnTo>
                  <a:lnTo>
                    <a:pt x="1753984" y="3362986"/>
                  </a:lnTo>
                  <a:lnTo>
                    <a:pt x="1754142" y="3362986"/>
                  </a:lnTo>
                  <a:lnTo>
                    <a:pt x="1754300" y="3362986"/>
                  </a:lnTo>
                  <a:lnTo>
                    <a:pt x="1754458" y="3362986"/>
                  </a:lnTo>
                  <a:lnTo>
                    <a:pt x="1754458" y="3362555"/>
                  </a:lnTo>
                  <a:lnTo>
                    <a:pt x="1754615" y="3362555"/>
                  </a:lnTo>
                  <a:lnTo>
                    <a:pt x="1754773" y="3362555"/>
                  </a:lnTo>
                  <a:lnTo>
                    <a:pt x="1754773" y="3362124"/>
                  </a:lnTo>
                  <a:lnTo>
                    <a:pt x="1754773" y="3361694"/>
                  </a:lnTo>
                  <a:lnTo>
                    <a:pt x="1754931" y="3361694"/>
                  </a:lnTo>
                  <a:lnTo>
                    <a:pt x="1755089" y="3361694"/>
                  </a:lnTo>
                  <a:lnTo>
                    <a:pt x="1755089" y="3361263"/>
                  </a:lnTo>
                  <a:lnTo>
                    <a:pt x="1755246" y="3361263"/>
                  </a:lnTo>
                  <a:lnTo>
                    <a:pt x="1755246" y="3360833"/>
                  </a:lnTo>
                  <a:lnTo>
                    <a:pt x="1755246" y="3360402"/>
                  </a:lnTo>
                  <a:lnTo>
                    <a:pt x="1755246" y="3359971"/>
                  </a:lnTo>
                  <a:lnTo>
                    <a:pt x="1755404" y="3359971"/>
                  </a:lnTo>
                  <a:lnTo>
                    <a:pt x="1755562" y="3359971"/>
                  </a:lnTo>
                  <a:lnTo>
                    <a:pt x="1755719" y="3359971"/>
                  </a:lnTo>
                  <a:lnTo>
                    <a:pt x="1755877" y="3359971"/>
                  </a:lnTo>
                  <a:lnTo>
                    <a:pt x="1756035" y="3359971"/>
                  </a:lnTo>
                  <a:lnTo>
                    <a:pt x="1756193" y="3359971"/>
                  </a:lnTo>
                  <a:lnTo>
                    <a:pt x="1756350" y="3359971"/>
                  </a:lnTo>
                  <a:lnTo>
                    <a:pt x="1756350" y="3359541"/>
                  </a:lnTo>
                  <a:lnTo>
                    <a:pt x="1756508" y="3359541"/>
                  </a:lnTo>
                  <a:lnTo>
                    <a:pt x="1756508" y="3359110"/>
                  </a:lnTo>
                  <a:lnTo>
                    <a:pt x="1756666" y="3359110"/>
                  </a:lnTo>
                  <a:lnTo>
                    <a:pt x="1756666" y="3358680"/>
                  </a:lnTo>
                  <a:lnTo>
                    <a:pt x="1756823" y="3358680"/>
                  </a:lnTo>
                  <a:lnTo>
                    <a:pt x="1756981" y="3358680"/>
                  </a:lnTo>
                  <a:lnTo>
                    <a:pt x="1757139" y="3358680"/>
                  </a:lnTo>
                  <a:lnTo>
                    <a:pt x="1757297" y="3358680"/>
                  </a:lnTo>
                  <a:lnTo>
                    <a:pt x="1757454" y="3358680"/>
                  </a:lnTo>
                  <a:lnTo>
                    <a:pt x="1757612" y="3358680"/>
                  </a:lnTo>
                  <a:lnTo>
                    <a:pt x="1757612" y="3358249"/>
                  </a:lnTo>
                  <a:lnTo>
                    <a:pt x="1757612" y="3357818"/>
                  </a:lnTo>
                  <a:lnTo>
                    <a:pt x="1757770" y="3357818"/>
                  </a:lnTo>
                  <a:lnTo>
                    <a:pt x="1757927" y="3357818"/>
                  </a:lnTo>
                  <a:lnTo>
                    <a:pt x="1757927" y="3357388"/>
                  </a:lnTo>
                  <a:lnTo>
                    <a:pt x="1758085" y="3357388"/>
                  </a:lnTo>
                  <a:lnTo>
                    <a:pt x="1758085" y="3356957"/>
                  </a:lnTo>
                  <a:lnTo>
                    <a:pt x="1758085" y="3356527"/>
                  </a:lnTo>
                  <a:lnTo>
                    <a:pt x="1758243" y="3356527"/>
                  </a:lnTo>
                  <a:lnTo>
                    <a:pt x="1758401" y="3356527"/>
                  </a:lnTo>
                  <a:lnTo>
                    <a:pt x="1758558" y="3356527"/>
                  </a:lnTo>
                  <a:lnTo>
                    <a:pt x="1758558" y="3356096"/>
                  </a:lnTo>
                  <a:lnTo>
                    <a:pt x="1758716" y="3356096"/>
                  </a:lnTo>
                  <a:lnTo>
                    <a:pt x="1758716" y="3355665"/>
                  </a:lnTo>
                  <a:lnTo>
                    <a:pt x="1758874" y="3355665"/>
                  </a:lnTo>
                  <a:lnTo>
                    <a:pt x="1758874" y="3355235"/>
                  </a:lnTo>
                  <a:lnTo>
                    <a:pt x="1759031" y="3355235"/>
                  </a:lnTo>
                  <a:lnTo>
                    <a:pt x="1759189" y="3355235"/>
                  </a:lnTo>
                  <a:lnTo>
                    <a:pt x="1759347" y="3355235"/>
                  </a:lnTo>
                  <a:lnTo>
                    <a:pt x="1759505" y="3355235"/>
                  </a:lnTo>
                  <a:lnTo>
                    <a:pt x="1759505" y="3354804"/>
                  </a:lnTo>
                  <a:lnTo>
                    <a:pt x="1759505" y="3354374"/>
                  </a:lnTo>
                  <a:lnTo>
                    <a:pt x="1759662" y="3354374"/>
                  </a:lnTo>
                  <a:lnTo>
                    <a:pt x="1759662" y="3353943"/>
                  </a:lnTo>
                  <a:lnTo>
                    <a:pt x="1759662" y="3353512"/>
                  </a:lnTo>
                  <a:lnTo>
                    <a:pt x="1759820" y="3353512"/>
                  </a:lnTo>
                  <a:lnTo>
                    <a:pt x="1759978" y="3353512"/>
                  </a:lnTo>
                  <a:lnTo>
                    <a:pt x="1760135" y="3353512"/>
                  </a:lnTo>
                  <a:lnTo>
                    <a:pt x="1760293" y="3353512"/>
                  </a:lnTo>
                  <a:lnTo>
                    <a:pt x="1760451" y="3353512"/>
                  </a:lnTo>
                  <a:lnTo>
                    <a:pt x="1760609" y="3353512"/>
                  </a:lnTo>
                  <a:lnTo>
                    <a:pt x="1760766" y="3353512"/>
                  </a:lnTo>
                  <a:lnTo>
                    <a:pt x="1760924" y="3353512"/>
                  </a:lnTo>
                  <a:lnTo>
                    <a:pt x="1761082" y="3353512"/>
                  </a:lnTo>
                  <a:lnTo>
                    <a:pt x="1761240" y="3353512"/>
                  </a:lnTo>
                  <a:lnTo>
                    <a:pt x="1761240" y="3353082"/>
                  </a:lnTo>
                  <a:lnTo>
                    <a:pt x="1761240" y="3352651"/>
                  </a:lnTo>
                  <a:lnTo>
                    <a:pt x="1761397" y="3352651"/>
                  </a:lnTo>
                  <a:lnTo>
                    <a:pt x="1761555" y="3352651"/>
                  </a:lnTo>
                  <a:lnTo>
                    <a:pt x="1761713" y="3352651"/>
                  </a:lnTo>
                  <a:lnTo>
                    <a:pt x="1761870" y="3352651"/>
                  </a:lnTo>
                  <a:lnTo>
                    <a:pt x="1762028" y="3352651"/>
                  </a:lnTo>
                  <a:lnTo>
                    <a:pt x="1762028" y="3352221"/>
                  </a:lnTo>
                  <a:lnTo>
                    <a:pt x="1762186" y="3352221"/>
                  </a:lnTo>
                  <a:lnTo>
                    <a:pt x="1762344" y="3352221"/>
                  </a:lnTo>
                  <a:lnTo>
                    <a:pt x="1762344" y="3351790"/>
                  </a:lnTo>
                  <a:lnTo>
                    <a:pt x="1762501" y="3351790"/>
                  </a:lnTo>
                  <a:lnTo>
                    <a:pt x="1762659" y="3351790"/>
                  </a:lnTo>
                  <a:lnTo>
                    <a:pt x="1762817" y="3351790"/>
                  </a:lnTo>
                  <a:lnTo>
                    <a:pt x="1762974" y="3351790"/>
                  </a:lnTo>
                  <a:lnTo>
                    <a:pt x="1763132" y="3351790"/>
                  </a:lnTo>
                  <a:lnTo>
                    <a:pt x="1763132" y="3351359"/>
                  </a:lnTo>
                  <a:lnTo>
                    <a:pt x="1763290" y="3351359"/>
                  </a:lnTo>
                  <a:lnTo>
                    <a:pt x="1763448" y="3351359"/>
                  </a:lnTo>
                  <a:lnTo>
                    <a:pt x="1763605" y="3351359"/>
                  </a:lnTo>
                  <a:lnTo>
                    <a:pt x="1763763" y="3351359"/>
                  </a:lnTo>
                  <a:lnTo>
                    <a:pt x="1763921" y="3351359"/>
                  </a:lnTo>
                  <a:lnTo>
                    <a:pt x="1764078" y="3351359"/>
                  </a:lnTo>
                  <a:lnTo>
                    <a:pt x="1764236" y="3351359"/>
                  </a:lnTo>
                  <a:lnTo>
                    <a:pt x="1764236" y="3350929"/>
                  </a:lnTo>
                  <a:lnTo>
                    <a:pt x="1764236" y="3350498"/>
                  </a:lnTo>
                  <a:lnTo>
                    <a:pt x="1764236" y="3350068"/>
                  </a:lnTo>
                  <a:lnTo>
                    <a:pt x="1764394" y="3350068"/>
                  </a:lnTo>
                  <a:lnTo>
                    <a:pt x="1764552" y="3350068"/>
                  </a:lnTo>
                  <a:lnTo>
                    <a:pt x="1764552" y="3349637"/>
                  </a:lnTo>
                  <a:lnTo>
                    <a:pt x="1764709" y="3349637"/>
                  </a:lnTo>
                  <a:lnTo>
                    <a:pt x="1764709" y="3349206"/>
                  </a:lnTo>
                  <a:lnTo>
                    <a:pt x="1764867" y="3349206"/>
                  </a:lnTo>
                  <a:lnTo>
                    <a:pt x="1765025" y="3349206"/>
                  </a:lnTo>
                  <a:lnTo>
                    <a:pt x="1765182" y="3349206"/>
                  </a:lnTo>
                  <a:lnTo>
                    <a:pt x="1765182" y="3348776"/>
                  </a:lnTo>
                  <a:lnTo>
                    <a:pt x="1765340" y="3348776"/>
                  </a:lnTo>
                  <a:lnTo>
                    <a:pt x="1765498" y="3348776"/>
                  </a:lnTo>
                  <a:lnTo>
                    <a:pt x="1765498" y="3348345"/>
                  </a:lnTo>
                  <a:lnTo>
                    <a:pt x="1765498" y="3347915"/>
                  </a:lnTo>
                  <a:lnTo>
                    <a:pt x="1765656" y="3347915"/>
                  </a:lnTo>
                  <a:lnTo>
                    <a:pt x="1765813" y="3347915"/>
                  </a:lnTo>
                  <a:lnTo>
                    <a:pt x="1765971" y="3347915"/>
                  </a:lnTo>
                  <a:lnTo>
                    <a:pt x="1765971" y="3347484"/>
                  </a:lnTo>
                  <a:lnTo>
                    <a:pt x="1766129" y="3347484"/>
                  </a:lnTo>
                  <a:lnTo>
                    <a:pt x="1766129" y="3347053"/>
                  </a:lnTo>
                  <a:lnTo>
                    <a:pt x="1766129" y="3346623"/>
                  </a:lnTo>
                  <a:lnTo>
                    <a:pt x="1766286" y="3346623"/>
                  </a:lnTo>
                  <a:lnTo>
                    <a:pt x="1766444" y="3346623"/>
                  </a:lnTo>
                  <a:lnTo>
                    <a:pt x="1766602" y="3346623"/>
                  </a:lnTo>
                  <a:lnTo>
                    <a:pt x="1766760" y="3346623"/>
                  </a:lnTo>
                  <a:lnTo>
                    <a:pt x="1766917" y="3346623"/>
                  </a:lnTo>
                  <a:lnTo>
                    <a:pt x="1766917" y="3346192"/>
                  </a:lnTo>
                  <a:lnTo>
                    <a:pt x="1766917" y="3345762"/>
                  </a:lnTo>
                  <a:lnTo>
                    <a:pt x="1766917" y="3345331"/>
                  </a:lnTo>
                  <a:lnTo>
                    <a:pt x="1766917" y="3344900"/>
                  </a:lnTo>
                  <a:lnTo>
                    <a:pt x="1767075" y="3344900"/>
                  </a:lnTo>
                  <a:lnTo>
                    <a:pt x="1767075" y="3344470"/>
                  </a:lnTo>
                  <a:lnTo>
                    <a:pt x="1767233" y="3344470"/>
                  </a:lnTo>
                  <a:lnTo>
                    <a:pt x="1767233" y="3344039"/>
                  </a:lnTo>
                  <a:lnTo>
                    <a:pt x="1767391" y="3344039"/>
                  </a:lnTo>
                  <a:lnTo>
                    <a:pt x="1767548" y="3344039"/>
                  </a:lnTo>
                  <a:lnTo>
                    <a:pt x="1767706" y="3344039"/>
                  </a:lnTo>
                  <a:lnTo>
                    <a:pt x="1767706" y="3343609"/>
                  </a:lnTo>
                  <a:lnTo>
                    <a:pt x="1767864" y="3343609"/>
                  </a:lnTo>
                  <a:lnTo>
                    <a:pt x="1768021" y="3343609"/>
                  </a:lnTo>
                  <a:lnTo>
                    <a:pt x="1768179" y="3343609"/>
                  </a:lnTo>
                  <a:lnTo>
                    <a:pt x="1768179" y="3343178"/>
                  </a:lnTo>
                  <a:lnTo>
                    <a:pt x="1768337" y="3343178"/>
                  </a:lnTo>
                  <a:lnTo>
                    <a:pt x="1768337" y="3342747"/>
                  </a:lnTo>
                  <a:lnTo>
                    <a:pt x="1768337" y="3342317"/>
                  </a:lnTo>
                  <a:lnTo>
                    <a:pt x="1768495" y="3342317"/>
                  </a:lnTo>
                  <a:lnTo>
                    <a:pt x="1768495" y="3341886"/>
                  </a:lnTo>
                  <a:lnTo>
                    <a:pt x="1768495" y="3341456"/>
                  </a:lnTo>
                  <a:lnTo>
                    <a:pt x="1768652" y="3341456"/>
                  </a:lnTo>
                  <a:lnTo>
                    <a:pt x="1768652" y="3341025"/>
                  </a:lnTo>
                  <a:lnTo>
                    <a:pt x="1768652" y="3340594"/>
                  </a:lnTo>
                  <a:lnTo>
                    <a:pt x="1768810" y="3340594"/>
                  </a:lnTo>
                  <a:lnTo>
                    <a:pt x="1768810" y="3340164"/>
                  </a:lnTo>
                  <a:lnTo>
                    <a:pt x="1768968" y="3340164"/>
                  </a:lnTo>
                  <a:lnTo>
                    <a:pt x="1769125" y="3340164"/>
                  </a:lnTo>
                  <a:lnTo>
                    <a:pt x="1769283" y="3340164"/>
                  </a:lnTo>
                  <a:lnTo>
                    <a:pt x="1769441" y="3340164"/>
                  </a:lnTo>
                  <a:lnTo>
                    <a:pt x="1769599" y="3340164"/>
                  </a:lnTo>
                  <a:lnTo>
                    <a:pt x="1769756" y="3340164"/>
                  </a:lnTo>
                  <a:lnTo>
                    <a:pt x="1769756" y="3339733"/>
                  </a:lnTo>
                  <a:lnTo>
                    <a:pt x="1769914" y="3339733"/>
                  </a:lnTo>
                  <a:lnTo>
                    <a:pt x="1770072" y="3339733"/>
                  </a:lnTo>
                  <a:lnTo>
                    <a:pt x="1770229" y="3339733"/>
                  </a:lnTo>
                  <a:lnTo>
                    <a:pt x="1770229" y="3339303"/>
                  </a:lnTo>
                  <a:lnTo>
                    <a:pt x="1770387" y="3339303"/>
                  </a:lnTo>
                  <a:lnTo>
                    <a:pt x="1770545" y="3339303"/>
                  </a:lnTo>
                  <a:lnTo>
                    <a:pt x="1770703" y="3339303"/>
                  </a:lnTo>
                  <a:lnTo>
                    <a:pt x="1770860" y="3339303"/>
                  </a:lnTo>
                  <a:lnTo>
                    <a:pt x="1770860" y="3338872"/>
                  </a:lnTo>
                  <a:lnTo>
                    <a:pt x="1771018" y="3338872"/>
                  </a:lnTo>
                  <a:lnTo>
                    <a:pt x="1771176" y="3338872"/>
                  </a:lnTo>
                  <a:lnTo>
                    <a:pt x="1771333" y="3338872"/>
                  </a:lnTo>
                  <a:lnTo>
                    <a:pt x="1771491" y="3338872"/>
                  </a:lnTo>
                  <a:lnTo>
                    <a:pt x="1771649" y="3338872"/>
                  </a:lnTo>
                  <a:lnTo>
                    <a:pt x="1771807" y="3338872"/>
                  </a:lnTo>
                  <a:lnTo>
                    <a:pt x="1771807" y="3338441"/>
                  </a:lnTo>
                  <a:lnTo>
                    <a:pt x="1771807" y="3338011"/>
                  </a:lnTo>
                  <a:lnTo>
                    <a:pt x="1771964" y="3338011"/>
                  </a:lnTo>
                  <a:lnTo>
                    <a:pt x="1772122" y="3338011"/>
                  </a:lnTo>
                  <a:lnTo>
                    <a:pt x="1772122" y="3337580"/>
                  </a:lnTo>
                  <a:lnTo>
                    <a:pt x="1772280" y="3337580"/>
                  </a:lnTo>
                  <a:lnTo>
                    <a:pt x="1772280" y="3337150"/>
                  </a:lnTo>
                  <a:lnTo>
                    <a:pt x="1772280" y="3336719"/>
                  </a:lnTo>
                  <a:lnTo>
                    <a:pt x="1772438" y="3336719"/>
                  </a:lnTo>
                  <a:lnTo>
                    <a:pt x="1772595" y="3336719"/>
                  </a:lnTo>
                  <a:lnTo>
                    <a:pt x="1772753" y="3336719"/>
                  </a:lnTo>
                  <a:lnTo>
                    <a:pt x="1772911" y="3336719"/>
                  </a:lnTo>
                  <a:lnTo>
                    <a:pt x="1773068" y="3336719"/>
                  </a:lnTo>
                  <a:lnTo>
                    <a:pt x="1773226" y="3336719"/>
                  </a:lnTo>
                  <a:lnTo>
                    <a:pt x="1773384" y="3336719"/>
                  </a:lnTo>
                  <a:lnTo>
                    <a:pt x="1773542" y="3336719"/>
                  </a:lnTo>
                  <a:lnTo>
                    <a:pt x="1773699" y="3336719"/>
                  </a:lnTo>
                  <a:lnTo>
                    <a:pt x="1773857" y="3336719"/>
                  </a:lnTo>
                  <a:lnTo>
                    <a:pt x="1774015" y="3336719"/>
                  </a:lnTo>
                  <a:lnTo>
                    <a:pt x="1774172" y="3336719"/>
                  </a:lnTo>
                  <a:lnTo>
                    <a:pt x="1774330" y="3336719"/>
                  </a:lnTo>
                  <a:lnTo>
                    <a:pt x="1774488" y="3336719"/>
                  </a:lnTo>
                  <a:lnTo>
                    <a:pt x="1774646" y="3336719"/>
                  </a:lnTo>
                  <a:lnTo>
                    <a:pt x="1774803" y="3336719"/>
                  </a:lnTo>
                  <a:lnTo>
                    <a:pt x="1774961" y="3336719"/>
                  </a:lnTo>
                  <a:lnTo>
                    <a:pt x="1775119" y="3336719"/>
                  </a:lnTo>
                  <a:lnTo>
                    <a:pt x="1775276" y="3336719"/>
                  </a:lnTo>
                  <a:lnTo>
                    <a:pt x="1775276" y="3336288"/>
                  </a:lnTo>
                  <a:lnTo>
                    <a:pt x="1775434" y="3336288"/>
                  </a:lnTo>
                  <a:lnTo>
                    <a:pt x="1775592" y="3336288"/>
                  </a:lnTo>
                  <a:lnTo>
                    <a:pt x="1775592" y="3335858"/>
                  </a:lnTo>
                  <a:lnTo>
                    <a:pt x="1775750" y="3335858"/>
                  </a:lnTo>
                  <a:lnTo>
                    <a:pt x="1775750" y="3335427"/>
                  </a:lnTo>
                  <a:lnTo>
                    <a:pt x="1775750" y="3334997"/>
                  </a:lnTo>
                  <a:lnTo>
                    <a:pt x="1775907" y="3334997"/>
                  </a:lnTo>
                  <a:lnTo>
                    <a:pt x="1775907" y="3334566"/>
                  </a:lnTo>
                  <a:lnTo>
                    <a:pt x="1776065" y="3334566"/>
                  </a:lnTo>
                  <a:lnTo>
                    <a:pt x="1776223" y="3334566"/>
                  </a:lnTo>
                  <a:lnTo>
                    <a:pt x="1776223" y="3334135"/>
                  </a:lnTo>
                  <a:lnTo>
                    <a:pt x="1776223" y="3333705"/>
                  </a:lnTo>
                  <a:lnTo>
                    <a:pt x="1776223" y="3333274"/>
                  </a:lnTo>
                  <a:lnTo>
                    <a:pt x="1776380" y="3333274"/>
                  </a:lnTo>
                  <a:lnTo>
                    <a:pt x="1776538" y="3333274"/>
                  </a:lnTo>
                  <a:lnTo>
                    <a:pt x="1776696" y="3333274"/>
                  </a:lnTo>
                  <a:lnTo>
                    <a:pt x="1776696" y="3332844"/>
                  </a:lnTo>
                  <a:lnTo>
                    <a:pt x="1776854" y="3332844"/>
                  </a:lnTo>
                  <a:lnTo>
                    <a:pt x="1777011" y="3332844"/>
                  </a:lnTo>
                  <a:lnTo>
                    <a:pt x="1777169" y="3332844"/>
                  </a:lnTo>
                  <a:lnTo>
                    <a:pt x="1777169" y="3332413"/>
                  </a:lnTo>
                  <a:lnTo>
                    <a:pt x="1777169" y="3331982"/>
                  </a:lnTo>
                  <a:lnTo>
                    <a:pt x="1777327" y="3331982"/>
                  </a:lnTo>
                  <a:lnTo>
                    <a:pt x="1777484" y="3331982"/>
                  </a:lnTo>
                  <a:lnTo>
                    <a:pt x="1777642" y="3331982"/>
                  </a:lnTo>
                  <a:lnTo>
                    <a:pt x="1777800" y="3331982"/>
                  </a:lnTo>
                  <a:lnTo>
                    <a:pt x="1777800" y="3331552"/>
                  </a:lnTo>
                  <a:lnTo>
                    <a:pt x="1777800" y="3331121"/>
                  </a:lnTo>
                  <a:lnTo>
                    <a:pt x="1777958" y="3331121"/>
                  </a:lnTo>
                  <a:lnTo>
                    <a:pt x="1778115" y="3331121"/>
                  </a:lnTo>
                  <a:lnTo>
                    <a:pt x="1778273" y="3331121"/>
                  </a:lnTo>
                  <a:lnTo>
                    <a:pt x="1778431" y="3331121"/>
                  </a:lnTo>
                  <a:lnTo>
                    <a:pt x="1778589" y="3331121"/>
                  </a:lnTo>
                  <a:lnTo>
                    <a:pt x="1778746" y="3331121"/>
                  </a:lnTo>
                  <a:lnTo>
                    <a:pt x="1778904" y="3331121"/>
                  </a:lnTo>
                  <a:lnTo>
                    <a:pt x="1778904" y="3330691"/>
                  </a:lnTo>
                  <a:lnTo>
                    <a:pt x="1779062" y="3330691"/>
                  </a:lnTo>
                  <a:lnTo>
                    <a:pt x="1779219" y="3330691"/>
                  </a:lnTo>
                  <a:lnTo>
                    <a:pt x="1779377" y="3330691"/>
                  </a:lnTo>
                  <a:lnTo>
                    <a:pt x="1779535" y="3330691"/>
                  </a:lnTo>
                  <a:lnTo>
                    <a:pt x="1779693" y="3330691"/>
                  </a:lnTo>
                  <a:lnTo>
                    <a:pt x="1779693" y="3330260"/>
                  </a:lnTo>
                  <a:lnTo>
                    <a:pt x="1779850" y="3330260"/>
                  </a:lnTo>
                  <a:lnTo>
                    <a:pt x="1780008" y="3330260"/>
                  </a:lnTo>
                  <a:lnTo>
                    <a:pt x="1780166" y="3330260"/>
                  </a:lnTo>
                  <a:lnTo>
                    <a:pt x="1780323" y="3330260"/>
                  </a:lnTo>
                  <a:lnTo>
                    <a:pt x="1780481" y="3330260"/>
                  </a:lnTo>
                  <a:lnTo>
                    <a:pt x="1780481" y="3329829"/>
                  </a:lnTo>
                  <a:lnTo>
                    <a:pt x="1780639" y="3329829"/>
                  </a:lnTo>
                  <a:lnTo>
                    <a:pt x="1780797" y="3329829"/>
                  </a:lnTo>
                  <a:lnTo>
                    <a:pt x="1780954" y="3329829"/>
                  </a:lnTo>
                  <a:lnTo>
                    <a:pt x="1781112" y="3329829"/>
                  </a:lnTo>
                  <a:lnTo>
                    <a:pt x="1781270" y="3329829"/>
                  </a:lnTo>
                  <a:lnTo>
                    <a:pt x="1781270" y="3329399"/>
                  </a:lnTo>
                  <a:lnTo>
                    <a:pt x="1781427" y="3329399"/>
                  </a:lnTo>
                  <a:lnTo>
                    <a:pt x="1781585" y="3329399"/>
                  </a:lnTo>
                  <a:lnTo>
                    <a:pt x="1781585" y="3328968"/>
                  </a:lnTo>
                  <a:lnTo>
                    <a:pt x="1781585" y="3328538"/>
                  </a:lnTo>
                  <a:lnTo>
                    <a:pt x="1781585" y="3328107"/>
                  </a:lnTo>
                  <a:lnTo>
                    <a:pt x="1781743" y="3328107"/>
                  </a:lnTo>
                  <a:lnTo>
                    <a:pt x="1781901" y="3328107"/>
                  </a:lnTo>
                  <a:lnTo>
                    <a:pt x="1781901" y="3327676"/>
                  </a:lnTo>
                  <a:lnTo>
                    <a:pt x="1782058" y="3327676"/>
                  </a:lnTo>
                  <a:lnTo>
                    <a:pt x="1782216" y="3327676"/>
                  </a:lnTo>
                  <a:lnTo>
                    <a:pt x="1782216" y="3327246"/>
                  </a:lnTo>
                  <a:lnTo>
                    <a:pt x="1782374" y="3327246"/>
                  </a:lnTo>
                  <a:lnTo>
                    <a:pt x="1782531" y="3327246"/>
                  </a:lnTo>
                  <a:lnTo>
                    <a:pt x="1782689" y="3327246"/>
                  </a:lnTo>
                  <a:lnTo>
                    <a:pt x="1782689" y="3326815"/>
                  </a:lnTo>
                  <a:lnTo>
                    <a:pt x="1782847" y="3326815"/>
                  </a:lnTo>
                  <a:lnTo>
                    <a:pt x="1783005" y="3326815"/>
                  </a:lnTo>
                  <a:lnTo>
                    <a:pt x="1783162" y="3326815"/>
                  </a:lnTo>
                  <a:lnTo>
                    <a:pt x="1783320" y="3326815"/>
                  </a:lnTo>
                  <a:lnTo>
                    <a:pt x="1783478" y="3326815"/>
                  </a:lnTo>
                  <a:lnTo>
                    <a:pt x="1783478" y="3326385"/>
                  </a:lnTo>
                  <a:lnTo>
                    <a:pt x="1783478" y="3325954"/>
                  </a:lnTo>
                  <a:lnTo>
                    <a:pt x="1783636" y="3325954"/>
                  </a:lnTo>
                  <a:lnTo>
                    <a:pt x="1783636" y="3325523"/>
                  </a:lnTo>
                  <a:lnTo>
                    <a:pt x="1783636" y="3325093"/>
                  </a:lnTo>
                  <a:lnTo>
                    <a:pt x="1783793" y="3325093"/>
                  </a:lnTo>
                  <a:lnTo>
                    <a:pt x="1783951" y="3325093"/>
                  </a:lnTo>
                  <a:lnTo>
                    <a:pt x="1784109" y="3325093"/>
                  </a:lnTo>
                  <a:lnTo>
                    <a:pt x="1784266" y="3325093"/>
                  </a:lnTo>
                  <a:lnTo>
                    <a:pt x="1784424" y="3325093"/>
                  </a:lnTo>
                  <a:lnTo>
                    <a:pt x="1784424" y="3324662"/>
                  </a:lnTo>
                  <a:lnTo>
                    <a:pt x="1784424" y="3324232"/>
                  </a:lnTo>
                  <a:lnTo>
                    <a:pt x="1784582" y="3324232"/>
                  </a:lnTo>
                  <a:lnTo>
                    <a:pt x="1784582" y="3323801"/>
                  </a:lnTo>
                  <a:lnTo>
                    <a:pt x="1784582" y="3323370"/>
                  </a:lnTo>
                  <a:lnTo>
                    <a:pt x="1784740" y="3323370"/>
                  </a:lnTo>
                  <a:lnTo>
                    <a:pt x="1784897" y="3323370"/>
                  </a:lnTo>
                  <a:lnTo>
                    <a:pt x="1785055" y="3323370"/>
                  </a:lnTo>
                  <a:lnTo>
                    <a:pt x="1785213" y="3323370"/>
                  </a:lnTo>
                  <a:lnTo>
                    <a:pt x="1785370" y="3323370"/>
                  </a:lnTo>
                  <a:lnTo>
                    <a:pt x="1785528" y="3323370"/>
                  </a:lnTo>
                  <a:lnTo>
                    <a:pt x="1785686" y="3323370"/>
                  </a:lnTo>
                  <a:lnTo>
                    <a:pt x="1785844" y="3323370"/>
                  </a:lnTo>
                  <a:lnTo>
                    <a:pt x="1785844" y="3322940"/>
                  </a:lnTo>
                  <a:lnTo>
                    <a:pt x="1785844" y="3322509"/>
                  </a:lnTo>
                  <a:lnTo>
                    <a:pt x="1785844" y="3322079"/>
                  </a:lnTo>
                  <a:lnTo>
                    <a:pt x="1785844" y="3321648"/>
                  </a:lnTo>
                  <a:lnTo>
                    <a:pt x="1786001" y="3321648"/>
                  </a:lnTo>
                  <a:lnTo>
                    <a:pt x="1786159" y="3321648"/>
                  </a:lnTo>
                  <a:lnTo>
                    <a:pt x="1786317" y="3321648"/>
                  </a:lnTo>
                  <a:lnTo>
                    <a:pt x="1786317" y="3321217"/>
                  </a:lnTo>
                  <a:lnTo>
                    <a:pt x="1786474" y="3321217"/>
                  </a:lnTo>
                  <a:lnTo>
                    <a:pt x="1786474" y="3320787"/>
                  </a:lnTo>
                  <a:lnTo>
                    <a:pt x="1786632" y="3320787"/>
                  </a:lnTo>
                  <a:lnTo>
                    <a:pt x="1786632" y="3320356"/>
                  </a:lnTo>
                  <a:lnTo>
                    <a:pt x="1786790" y="3320356"/>
                  </a:lnTo>
                  <a:lnTo>
                    <a:pt x="1786790" y="3319926"/>
                  </a:lnTo>
                  <a:lnTo>
                    <a:pt x="1786790" y="3319495"/>
                  </a:lnTo>
                  <a:lnTo>
                    <a:pt x="1786790" y="3319064"/>
                  </a:lnTo>
                  <a:lnTo>
                    <a:pt x="1786790" y="3318634"/>
                  </a:lnTo>
                  <a:lnTo>
                    <a:pt x="1786948" y="3318634"/>
                  </a:lnTo>
                  <a:lnTo>
                    <a:pt x="1787105" y="3318634"/>
                  </a:lnTo>
                  <a:lnTo>
                    <a:pt x="1787263" y="3318634"/>
                  </a:lnTo>
                  <a:lnTo>
                    <a:pt x="1787421" y="3318634"/>
                  </a:lnTo>
                  <a:lnTo>
                    <a:pt x="1787578" y="3318634"/>
                  </a:lnTo>
                  <a:lnTo>
                    <a:pt x="1787578" y="3318203"/>
                  </a:lnTo>
                  <a:lnTo>
                    <a:pt x="1787736" y="3318203"/>
                  </a:lnTo>
                  <a:lnTo>
                    <a:pt x="1787894" y="3318203"/>
                  </a:lnTo>
                  <a:lnTo>
                    <a:pt x="1788052" y="3318203"/>
                  </a:lnTo>
                  <a:lnTo>
                    <a:pt x="1788209" y="3318203"/>
                  </a:lnTo>
                  <a:lnTo>
                    <a:pt x="1788367" y="3318203"/>
                  </a:lnTo>
                  <a:lnTo>
                    <a:pt x="1788525" y="3318203"/>
                  </a:lnTo>
                  <a:lnTo>
                    <a:pt x="1788525" y="3317773"/>
                  </a:lnTo>
                  <a:lnTo>
                    <a:pt x="1788682" y="3317773"/>
                  </a:lnTo>
                  <a:lnTo>
                    <a:pt x="1788840" y="3317773"/>
                  </a:lnTo>
                  <a:lnTo>
                    <a:pt x="1788840" y="3317342"/>
                  </a:lnTo>
                  <a:lnTo>
                    <a:pt x="1788840" y="3316911"/>
                  </a:lnTo>
                  <a:lnTo>
                    <a:pt x="1788998" y="3316911"/>
                  </a:lnTo>
                  <a:lnTo>
                    <a:pt x="1788998" y="3316481"/>
                  </a:lnTo>
                  <a:lnTo>
                    <a:pt x="1789156" y="3316481"/>
                  </a:lnTo>
                  <a:lnTo>
                    <a:pt x="1789156" y="3316050"/>
                  </a:lnTo>
                  <a:lnTo>
                    <a:pt x="1789313" y="3316050"/>
                  </a:lnTo>
                  <a:lnTo>
                    <a:pt x="1789471" y="3316050"/>
                  </a:lnTo>
                  <a:lnTo>
                    <a:pt x="1789629" y="3316050"/>
                  </a:lnTo>
                  <a:lnTo>
                    <a:pt x="1789787" y="3316050"/>
                  </a:lnTo>
                  <a:lnTo>
                    <a:pt x="1789787" y="3315620"/>
                  </a:lnTo>
                  <a:lnTo>
                    <a:pt x="1789787" y="3315189"/>
                  </a:lnTo>
                  <a:lnTo>
                    <a:pt x="1789944" y="3315189"/>
                  </a:lnTo>
                  <a:lnTo>
                    <a:pt x="1790102" y="3315189"/>
                  </a:lnTo>
                  <a:lnTo>
                    <a:pt x="1790260" y="3315189"/>
                  </a:lnTo>
                  <a:lnTo>
                    <a:pt x="1790417" y="3315189"/>
                  </a:lnTo>
                  <a:lnTo>
                    <a:pt x="1790575" y="3315189"/>
                  </a:lnTo>
                  <a:lnTo>
                    <a:pt x="1790733" y="3315189"/>
                  </a:lnTo>
                  <a:lnTo>
                    <a:pt x="1790733" y="3314758"/>
                  </a:lnTo>
                  <a:lnTo>
                    <a:pt x="1790733" y="3314328"/>
                  </a:lnTo>
                  <a:lnTo>
                    <a:pt x="1790733" y="3313897"/>
                  </a:lnTo>
                  <a:lnTo>
                    <a:pt x="1790733" y="3313467"/>
                  </a:lnTo>
                  <a:lnTo>
                    <a:pt x="1790891" y="3313467"/>
                  </a:lnTo>
                  <a:lnTo>
                    <a:pt x="1791048" y="3313467"/>
                  </a:lnTo>
                  <a:lnTo>
                    <a:pt x="1791206" y="3313467"/>
                  </a:lnTo>
                  <a:lnTo>
                    <a:pt x="1791364" y="3313467"/>
                  </a:lnTo>
                  <a:lnTo>
                    <a:pt x="1791521" y="3313467"/>
                  </a:lnTo>
                  <a:lnTo>
                    <a:pt x="1791521" y="3313036"/>
                  </a:lnTo>
                  <a:lnTo>
                    <a:pt x="1791521" y="3312605"/>
                  </a:lnTo>
                  <a:lnTo>
                    <a:pt x="1791679" y="3312605"/>
                  </a:lnTo>
                  <a:lnTo>
                    <a:pt x="1791837" y="3312605"/>
                  </a:lnTo>
                  <a:lnTo>
                    <a:pt x="1791995" y="3312605"/>
                  </a:lnTo>
                  <a:lnTo>
                    <a:pt x="1791995" y="3312175"/>
                  </a:lnTo>
                  <a:lnTo>
                    <a:pt x="1792152" y="3312175"/>
                  </a:lnTo>
                  <a:lnTo>
                    <a:pt x="1792310" y="3312175"/>
                  </a:lnTo>
                  <a:lnTo>
                    <a:pt x="1792310" y="3311744"/>
                  </a:lnTo>
                  <a:lnTo>
                    <a:pt x="1792310" y="3311314"/>
                  </a:lnTo>
                  <a:lnTo>
                    <a:pt x="1792468" y="3311314"/>
                  </a:lnTo>
                  <a:lnTo>
                    <a:pt x="1792625" y="3311314"/>
                  </a:lnTo>
                  <a:lnTo>
                    <a:pt x="1792783" y="3311314"/>
                  </a:lnTo>
                  <a:lnTo>
                    <a:pt x="1792941" y="3311314"/>
                  </a:lnTo>
                  <a:lnTo>
                    <a:pt x="1792941" y="3310883"/>
                  </a:lnTo>
                  <a:lnTo>
                    <a:pt x="1793099" y="3310883"/>
                  </a:lnTo>
                  <a:lnTo>
                    <a:pt x="1793256" y="3310883"/>
                  </a:lnTo>
                  <a:lnTo>
                    <a:pt x="1793256" y="3310452"/>
                  </a:lnTo>
                  <a:lnTo>
                    <a:pt x="1793414" y="3310452"/>
                  </a:lnTo>
                  <a:lnTo>
                    <a:pt x="1793414" y="3310022"/>
                  </a:lnTo>
                  <a:lnTo>
                    <a:pt x="1793572" y="3310022"/>
                  </a:lnTo>
                  <a:lnTo>
                    <a:pt x="1793572" y="3309591"/>
                  </a:lnTo>
                  <a:lnTo>
                    <a:pt x="1793729" y="3309591"/>
                  </a:lnTo>
                  <a:lnTo>
                    <a:pt x="1793729" y="3309161"/>
                  </a:lnTo>
                  <a:lnTo>
                    <a:pt x="1793887" y="3309161"/>
                  </a:lnTo>
                  <a:lnTo>
                    <a:pt x="1794045" y="3309161"/>
                  </a:lnTo>
                  <a:lnTo>
                    <a:pt x="1794203" y="3309161"/>
                  </a:lnTo>
                  <a:lnTo>
                    <a:pt x="1794360" y="3309161"/>
                  </a:lnTo>
                  <a:lnTo>
                    <a:pt x="1794518" y="3309161"/>
                  </a:lnTo>
                  <a:lnTo>
                    <a:pt x="1794676" y="3309161"/>
                  </a:lnTo>
                  <a:lnTo>
                    <a:pt x="1794834" y="3309161"/>
                  </a:lnTo>
                  <a:lnTo>
                    <a:pt x="1794834" y="3308730"/>
                  </a:lnTo>
                  <a:lnTo>
                    <a:pt x="1794991" y="3308730"/>
                  </a:lnTo>
                  <a:lnTo>
                    <a:pt x="1795149" y="3308730"/>
                  </a:lnTo>
                  <a:lnTo>
                    <a:pt x="1795307" y="3308730"/>
                  </a:lnTo>
                  <a:lnTo>
                    <a:pt x="1795464" y="3308730"/>
                  </a:lnTo>
                  <a:lnTo>
                    <a:pt x="1795622" y="3308730"/>
                  </a:lnTo>
                  <a:lnTo>
                    <a:pt x="1795622" y="3308299"/>
                  </a:lnTo>
                  <a:lnTo>
                    <a:pt x="1795780" y="3308299"/>
                  </a:lnTo>
                  <a:lnTo>
                    <a:pt x="1795780" y="3307869"/>
                  </a:lnTo>
                  <a:lnTo>
                    <a:pt x="1795780" y="3307438"/>
                  </a:lnTo>
                  <a:lnTo>
                    <a:pt x="1795780" y="3307008"/>
                  </a:lnTo>
                  <a:lnTo>
                    <a:pt x="1795938" y="3307008"/>
                  </a:lnTo>
                  <a:lnTo>
                    <a:pt x="1796095" y="3307008"/>
                  </a:lnTo>
                  <a:lnTo>
                    <a:pt x="1796095" y="3306577"/>
                  </a:lnTo>
                  <a:lnTo>
                    <a:pt x="1796253" y="3306577"/>
                  </a:lnTo>
                  <a:lnTo>
                    <a:pt x="1796411" y="3306577"/>
                  </a:lnTo>
                  <a:lnTo>
                    <a:pt x="1796568" y="3306577"/>
                  </a:lnTo>
                  <a:lnTo>
                    <a:pt x="1796726" y="3306577"/>
                  </a:lnTo>
                  <a:lnTo>
                    <a:pt x="1796726" y="3306146"/>
                  </a:lnTo>
                  <a:lnTo>
                    <a:pt x="1796884" y="3306146"/>
                  </a:lnTo>
                  <a:lnTo>
                    <a:pt x="1796884" y="3305716"/>
                  </a:lnTo>
                  <a:lnTo>
                    <a:pt x="1797042" y="3305716"/>
                  </a:lnTo>
                  <a:lnTo>
                    <a:pt x="1797042" y="3305285"/>
                  </a:lnTo>
                  <a:lnTo>
                    <a:pt x="1797199" y="3305285"/>
                  </a:lnTo>
                  <a:lnTo>
                    <a:pt x="1797357" y="3305285"/>
                  </a:lnTo>
                  <a:lnTo>
                    <a:pt x="1797357" y="3304855"/>
                  </a:lnTo>
                  <a:lnTo>
                    <a:pt x="1797357" y="3304424"/>
                  </a:lnTo>
                  <a:lnTo>
                    <a:pt x="1797515" y="3304424"/>
                  </a:lnTo>
                  <a:lnTo>
                    <a:pt x="1797672" y="3304424"/>
                  </a:lnTo>
                  <a:lnTo>
                    <a:pt x="1797830" y="3304424"/>
                  </a:lnTo>
                  <a:lnTo>
                    <a:pt x="1797988" y="3304424"/>
                  </a:lnTo>
                  <a:lnTo>
                    <a:pt x="1798146" y="3304424"/>
                  </a:lnTo>
                  <a:lnTo>
                    <a:pt x="1798303" y="3304424"/>
                  </a:lnTo>
                  <a:lnTo>
                    <a:pt x="1798303" y="3303993"/>
                  </a:lnTo>
                  <a:lnTo>
                    <a:pt x="1798461" y="3303993"/>
                  </a:lnTo>
                  <a:lnTo>
                    <a:pt x="1798619" y="3303993"/>
                  </a:lnTo>
                  <a:lnTo>
                    <a:pt x="1798776" y="3303993"/>
                  </a:lnTo>
                  <a:lnTo>
                    <a:pt x="1798934" y="3303993"/>
                  </a:lnTo>
                  <a:lnTo>
                    <a:pt x="1798934" y="3303563"/>
                  </a:lnTo>
                  <a:lnTo>
                    <a:pt x="1799092" y="3303563"/>
                  </a:lnTo>
                  <a:lnTo>
                    <a:pt x="1799250" y="3303563"/>
                  </a:lnTo>
                  <a:lnTo>
                    <a:pt x="1799407" y="3303563"/>
                  </a:lnTo>
                  <a:lnTo>
                    <a:pt x="1799407" y="3303132"/>
                  </a:lnTo>
                  <a:lnTo>
                    <a:pt x="1799565" y="3303132"/>
                  </a:lnTo>
                  <a:lnTo>
                    <a:pt x="1799723" y="3303132"/>
                  </a:lnTo>
                  <a:lnTo>
                    <a:pt x="1799880" y="3303132"/>
                  </a:lnTo>
                  <a:lnTo>
                    <a:pt x="1799880" y="3302702"/>
                  </a:lnTo>
                  <a:lnTo>
                    <a:pt x="1800038" y="3302702"/>
                  </a:lnTo>
                  <a:lnTo>
                    <a:pt x="1800196" y="3302702"/>
                  </a:lnTo>
                  <a:lnTo>
                    <a:pt x="1800354" y="3302702"/>
                  </a:lnTo>
                  <a:lnTo>
                    <a:pt x="1800354" y="3302271"/>
                  </a:lnTo>
                  <a:lnTo>
                    <a:pt x="1800511" y="3302271"/>
                  </a:lnTo>
                  <a:lnTo>
                    <a:pt x="1800511" y="3301840"/>
                  </a:lnTo>
                  <a:lnTo>
                    <a:pt x="1800669" y="3301840"/>
                  </a:lnTo>
                  <a:lnTo>
                    <a:pt x="1800827" y="3301840"/>
                  </a:lnTo>
                  <a:lnTo>
                    <a:pt x="1800827" y="3301410"/>
                  </a:lnTo>
                  <a:lnTo>
                    <a:pt x="1800827" y="3300979"/>
                  </a:lnTo>
                  <a:lnTo>
                    <a:pt x="1800985" y="3300979"/>
                  </a:lnTo>
                  <a:lnTo>
                    <a:pt x="1801142" y="3300979"/>
                  </a:lnTo>
                  <a:lnTo>
                    <a:pt x="1801300" y="3300979"/>
                  </a:lnTo>
                  <a:lnTo>
                    <a:pt x="1801300" y="3300549"/>
                  </a:lnTo>
                  <a:lnTo>
                    <a:pt x="1801458" y="3300549"/>
                  </a:lnTo>
                  <a:lnTo>
                    <a:pt x="1801615" y="3300549"/>
                  </a:lnTo>
                  <a:lnTo>
                    <a:pt x="1801615" y="3300118"/>
                  </a:lnTo>
                  <a:lnTo>
                    <a:pt x="1801615" y="3299687"/>
                  </a:lnTo>
                  <a:lnTo>
                    <a:pt x="1801615" y="3299257"/>
                  </a:lnTo>
                  <a:lnTo>
                    <a:pt x="1801615" y="3298826"/>
                  </a:lnTo>
                  <a:lnTo>
                    <a:pt x="1801615" y="3298396"/>
                  </a:lnTo>
                  <a:lnTo>
                    <a:pt x="1801773" y="3298396"/>
                  </a:lnTo>
                  <a:lnTo>
                    <a:pt x="1801931" y="3298396"/>
                  </a:lnTo>
                  <a:lnTo>
                    <a:pt x="1801931" y="3297965"/>
                  </a:lnTo>
                  <a:lnTo>
                    <a:pt x="1802089" y="3297965"/>
                  </a:lnTo>
                  <a:lnTo>
                    <a:pt x="1802246" y="3297965"/>
                  </a:lnTo>
                  <a:lnTo>
                    <a:pt x="1802404" y="3297965"/>
                  </a:lnTo>
                  <a:lnTo>
                    <a:pt x="1802562" y="3297965"/>
                  </a:lnTo>
                  <a:lnTo>
                    <a:pt x="1802719" y="3297965"/>
                  </a:lnTo>
                  <a:lnTo>
                    <a:pt x="1802719" y="3297534"/>
                  </a:lnTo>
                  <a:lnTo>
                    <a:pt x="1802877" y="3297534"/>
                  </a:lnTo>
                  <a:lnTo>
                    <a:pt x="1803035" y="3297534"/>
                  </a:lnTo>
                  <a:lnTo>
                    <a:pt x="1803193" y="3297534"/>
                  </a:lnTo>
                  <a:lnTo>
                    <a:pt x="1803350" y="3297534"/>
                  </a:lnTo>
                  <a:lnTo>
                    <a:pt x="1803350" y="3297104"/>
                  </a:lnTo>
                  <a:lnTo>
                    <a:pt x="1803508" y="3297104"/>
                  </a:lnTo>
                  <a:lnTo>
                    <a:pt x="1803508" y="3296673"/>
                  </a:lnTo>
                  <a:lnTo>
                    <a:pt x="1803666" y="3296673"/>
                  </a:lnTo>
                  <a:lnTo>
                    <a:pt x="1803823" y="3296673"/>
                  </a:lnTo>
                  <a:lnTo>
                    <a:pt x="1803823" y="3296243"/>
                  </a:lnTo>
                  <a:lnTo>
                    <a:pt x="1803823" y="3295812"/>
                  </a:lnTo>
                  <a:lnTo>
                    <a:pt x="1803981" y="3295812"/>
                  </a:lnTo>
                  <a:lnTo>
                    <a:pt x="1803981" y="3295381"/>
                  </a:lnTo>
                  <a:lnTo>
                    <a:pt x="1804139" y="3295381"/>
                  </a:lnTo>
                  <a:lnTo>
                    <a:pt x="1804297" y="3295381"/>
                  </a:lnTo>
                  <a:lnTo>
                    <a:pt x="1804297" y="3294951"/>
                  </a:lnTo>
                  <a:lnTo>
                    <a:pt x="1804454" y="3294951"/>
                  </a:lnTo>
                  <a:lnTo>
                    <a:pt x="1804454" y="3294520"/>
                  </a:lnTo>
                  <a:lnTo>
                    <a:pt x="1804454" y="3294090"/>
                  </a:lnTo>
                  <a:lnTo>
                    <a:pt x="1804454" y="3293659"/>
                  </a:lnTo>
                  <a:lnTo>
                    <a:pt x="1804454" y="3293228"/>
                  </a:lnTo>
                  <a:lnTo>
                    <a:pt x="1804612" y="3293228"/>
                  </a:lnTo>
                  <a:lnTo>
                    <a:pt x="1804612" y="3292798"/>
                  </a:lnTo>
                  <a:lnTo>
                    <a:pt x="1804612" y="3292367"/>
                  </a:lnTo>
                  <a:lnTo>
                    <a:pt x="1804612" y="3291937"/>
                  </a:lnTo>
                  <a:lnTo>
                    <a:pt x="1804770" y="3291937"/>
                  </a:lnTo>
                  <a:lnTo>
                    <a:pt x="1804927" y="3291937"/>
                  </a:lnTo>
                  <a:lnTo>
                    <a:pt x="1804927" y="3291506"/>
                  </a:lnTo>
                  <a:lnTo>
                    <a:pt x="1805085" y="3291506"/>
                  </a:lnTo>
                  <a:lnTo>
                    <a:pt x="1805243" y="3291506"/>
                  </a:lnTo>
                  <a:lnTo>
                    <a:pt x="1805243" y="3291075"/>
                  </a:lnTo>
                  <a:lnTo>
                    <a:pt x="1805401" y="3291075"/>
                  </a:lnTo>
                  <a:lnTo>
                    <a:pt x="1805401" y="3290645"/>
                  </a:lnTo>
                  <a:lnTo>
                    <a:pt x="1805558" y="3290645"/>
                  </a:lnTo>
                  <a:lnTo>
                    <a:pt x="1805558" y="3290214"/>
                  </a:lnTo>
                  <a:lnTo>
                    <a:pt x="1805716" y="3290214"/>
                  </a:lnTo>
                  <a:lnTo>
                    <a:pt x="1805716" y="3289784"/>
                  </a:lnTo>
                  <a:lnTo>
                    <a:pt x="1805874" y="3289784"/>
                  </a:lnTo>
                  <a:lnTo>
                    <a:pt x="1806032" y="3289784"/>
                  </a:lnTo>
                  <a:lnTo>
                    <a:pt x="1806032" y="3289353"/>
                  </a:lnTo>
                  <a:lnTo>
                    <a:pt x="1806032" y="3288922"/>
                  </a:lnTo>
                  <a:lnTo>
                    <a:pt x="1806189" y="3288922"/>
                  </a:lnTo>
                  <a:lnTo>
                    <a:pt x="1806347" y="3288922"/>
                  </a:lnTo>
                  <a:lnTo>
                    <a:pt x="1806505" y="3288922"/>
                  </a:lnTo>
                  <a:lnTo>
                    <a:pt x="1806662" y="3288922"/>
                  </a:lnTo>
                  <a:lnTo>
                    <a:pt x="1806820" y="3288922"/>
                  </a:lnTo>
                  <a:lnTo>
                    <a:pt x="1806978" y="3288922"/>
                  </a:lnTo>
                  <a:lnTo>
                    <a:pt x="1806978" y="3288492"/>
                  </a:lnTo>
                  <a:lnTo>
                    <a:pt x="1807136" y="3288492"/>
                  </a:lnTo>
                  <a:lnTo>
                    <a:pt x="1807293" y="3288492"/>
                  </a:lnTo>
                  <a:lnTo>
                    <a:pt x="1807293" y="3288061"/>
                  </a:lnTo>
                  <a:lnTo>
                    <a:pt x="1807293" y="3287631"/>
                  </a:lnTo>
                  <a:lnTo>
                    <a:pt x="1807451" y="3287631"/>
                  </a:lnTo>
                  <a:lnTo>
                    <a:pt x="1807609" y="3287631"/>
                  </a:lnTo>
                  <a:lnTo>
                    <a:pt x="1807766" y="3287631"/>
                  </a:lnTo>
                  <a:lnTo>
                    <a:pt x="1807924" y="3287631"/>
                  </a:lnTo>
                  <a:lnTo>
                    <a:pt x="1808082" y="3287631"/>
                  </a:lnTo>
                  <a:lnTo>
                    <a:pt x="1808240" y="3287631"/>
                  </a:lnTo>
                  <a:lnTo>
                    <a:pt x="1808397" y="3287631"/>
                  </a:lnTo>
                  <a:lnTo>
                    <a:pt x="1808397" y="3287200"/>
                  </a:lnTo>
                  <a:lnTo>
                    <a:pt x="1808555" y="3287200"/>
                  </a:lnTo>
                  <a:lnTo>
                    <a:pt x="1808555" y="3286769"/>
                  </a:lnTo>
                  <a:lnTo>
                    <a:pt x="1808713" y="3286769"/>
                  </a:lnTo>
                  <a:lnTo>
                    <a:pt x="1808870" y="3286769"/>
                  </a:lnTo>
                  <a:lnTo>
                    <a:pt x="1809028" y="3286769"/>
                  </a:lnTo>
                  <a:lnTo>
                    <a:pt x="1809028" y="3286339"/>
                  </a:lnTo>
                  <a:lnTo>
                    <a:pt x="1809186" y="3286339"/>
                  </a:lnTo>
                  <a:lnTo>
                    <a:pt x="1809344" y="3286339"/>
                  </a:lnTo>
                  <a:lnTo>
                    <a:pt x="1809501" y="3286339"/>
                  </a:lnTo>
                  <a:lnTo>
                    <a:pt x="1809659" y="3286339"/>
                  </a:lnTo>
                  <a:lnTo>
                    <a:pt x="1809659" y="3285908"/>
                  </a:lnTo>
                  <a:lnTo>
                    <a:pt x="1809817" y="3285908"/>
                  </a:lnTo>
                  <a:lnTo>
                    <a:pt x="1809974" y="3285908"/>
                  </a:lnTo>
                  <a:lnTo>
                    <a:pt x="1809974" y="3285478"/>
                  </a:lnTo>
                  <a:lnTo>
                    <a:pt x="1810132" y="3285478"/>
                  </a:lnTo>
                  <a:lnTo>
                    <a:pt x="1810290" y="3285478"/>
                  </a:lnTo>
                  <a:lnTo>
                    <a:pt x="1810448" y="3285478"/>
                  </a:lnTo>
                  <a:lnTo>
                    <a:pt x="1810605" y="3285478"/>
                  </a:lnTo>
                  <a:lnTo>
                    <a:pt x="1810763" y="3285478"/>
                  </a:lnTo>
                  <a:lnTo>
                    <a:pt x="1810763" y="3285047"/>
                  </a:lnTo>
                  <a:lnTo>
                    <a:pt x="1810921" y="3285047"/>
                  </a:lnTo>
                  <a:lnTo>
                    <a:pt x="1810921" y="3284616"/>
                  </a:lnTo>
                  <a:lnTo>
                    <a:pt x="1811078" y="3284616"/>
                  </a:lnTo>
                  <a:lnTo>
                    <a:pt x="1811236" y="3284616"/>
                  </a:lnTo>
                  <a:lnTo>
                    <a:pt x="1811394" y="3284616"/>
                  </a:lnTo>
                  <a:lnTo>
                    <a:pt x="1811552" y="3284616"/>
                  </a:lnTo>
                  <a:lnTo>
                    <a:pt x="1811552" y="3284186"/>
                  </a:lnTo>
                  <a:lnTo>
                    <a:pt x="1811552" y="3283755"/>
                  </a:lnTo>
                  <a:lnTo>
                    <a:pt x="1811552" y="3283325"/>
                  </a:lnTo>
                  <a:lnTo>
                    <a:pt x="1811709" y="3283325"/>
                  </a:lnTo>
                  <a:lnTo>
                    <a:pt x="1811867" y="3283325"/>
                  </a:lnTo>
                  <a:lnTo>
                    <a:pt x="1811867" y="3282894"/>
                  </a:lnTo>
                  <a:lnTo>
                    <a:pt x="1811867" y="3282463"/>
                  </a:lnTo>
                  <a:lnTo>
                    <a:pt x="1812025" y="3282463"/>
                  </a:lnTo>
                  <a:lnTo>
                    <a:pt x="1812183" y="3282463"/>
                  </a:lnTo>
                  <a:lnTo>
                    <a:pt x="1812340" y="3282463"/>
                  </a:lnTo>
                  <a:lnTo>
                    <a:pt x="1812498" y="3282463"/>
                  </a:lnTo>
                  <a:lnTo>
                    <a:pt x="1812656" y="3282463"/>
                  </a:lnTo>
                  <a:lnTo>
                    <a:pt x="1812813" y="3282463"/>
                  </a:lnTo>
                  <a:lnTo>
                    <a:pt x="1812971" y="3282463"/>
                  </a:lnTo>
                  <a:lnTo>
                    <a:pt x="1813129" y="3282463"/>
                  </a:lnTo>
                  <a:lnTo>
                    <a:pt x="1813287" y="3282463"/>
                  </a:lnTo>
                  <a:lnTo>
                    <a:pt x="1813287" y="3282033"/>
                  </a:lnTo>
                  <a:lnTo>
                    <a:pt x="1813444" y="3282033"/>
                  </a:lnTo>
                  <a:lnTo>
                    <a:pt x="1813602" y="3282033"/>
                  </a:lnTo>
                  <a:lnTo>
                    <a:pt x="1813760" y="3282033"/>
                  </a:lnTo>
                  <a:lnTo>
                    <a:pt x="1813917" y="3282033"/>
                  </a:lnTo>
                  <a:lnTo>
                    <a:pt x="1814075" y="3282033"/>
                  </a:lnTo>
                  <a:lnTo>
                    <a:pt x="1814233" y="3282033"/>
                  </a:lnTo>
                  <a:lnTo>
                    <a:pt x="1814391" y="3282033"/>
                  </a:lnTo>
                  <a:lnTo>
                    <a:pt x="1814548" y="3282033"/>
                  </a:lnTo>
                  <a:lnTo>
                    <a:pt x="1814706" y="3282033"/>
                  </a:lnTo>
                  <a:lnTo>
                    <a:pt x="1814864" y="3282033"/>
                  </a:lnTo>
                  <a:lnTo>
                    <a:pt x="1815021" y="3282033"/>
                  </a:lnTo>
                  <a:lnTo>
                    <a:pt x="1815179" y="3282033"/>
                  </a:lnTo>
                  <a:lnTo>
                    <a:pt x="1815179" y="3281602"/>
                  </a:lnTo>
                  <a:lnTo>
                    <a:pt x="1815337" y="3281602"/>
                  </a:lnTo>
                  <a:lnTo>
                    <a:pt x="1815337" y="3281172"/>
                  </a:lnTo>
                  <a:lnTo>
                    <a:pt x="1815337" y="3280741"/>
                  </a:lnTo>
                  <a:lnTo>
                    <a:pt x="1815337" y="3280310"/>
                  </a:lnTo>
                  <a:lnTo>
                    <a:pt x="1815337" y="3279880"/>
                  </a:lnTo>
                  <a:lnTo>
                    <a:pt x="1815495" y="3279880"/>
                  </a:lnTo>
                  <a:lnTo>
                    <a:pt x="1815652" y="3279880"/>
                  </a:lnTo>
                  <a:lnTo>
                    <a:pt x="1815810" y="3279880"/>
                  </a:lnTo>
                  <a:lnTo>
                    <a:pt x="1815968" y="3279880"/>
                  </a:lnTo>
                  <a:lnTo>
                    <a:pt x="1815968" y="3279449"/>
                  </a:lnTo>
                  <a:lnTo>
                    <a:pt x="1816125" y="3279449"/>
                  </a:lnTo>
                  <a:lnTo>
                    <a:pt x="1816125" y="3279019"/>
                  </a:lnTo>
                  <a:lnTo>
                    <a:pt x="1816283" y="3279019"/>
                  </a:lnTo>
                  <a:lnTo>
                    <a:pt x="1816441" y="3279019"/>
                  </a:lnTo>
                  <a:lnTo>
                    <a:pt x="1816441" y="3278588"/>
                  </a:lnTo>
                  <a:lnTo>
                    <a:pt x="1816441" y="3278157"/>
                  </a:lnTo>
                  <a:lnTo>
                    <a:pt x="1816441" y="3277727"/>
                  </a:lnTo>
                  <a:lnTo>
                    <a:pt x="1816441" y="3277296"/>
                  </a:lnTo>
                  <a:lnTo>
                    <a:pt x="1816599" y="3277296"/>
                  </a:lnTo>
                  <a:lnTo>
                    <a:pt x="1816756" y="3277296"/>
                  </a:lnTo>
                  <a:lnTo>
                    <a:pt x="1816914" y="3277296"/>
                  </a:lnTo>
                  <a:lnTo>
                    <a:pt x="1816914" y="3276866"/>
                  </a:lnTo>
                  <a:lnTo>
                    <a:pt x="1816914" y="3276435"/>
                  </a:lnTo>
                  <a:lnTo>
                    <a:pt x="1816914" y="3276004"/>
                  </a:lnTo>
                  <a:lnTo>
                    <a:pt x="1817072" y="3276004"/>
                  </a:lnTo>
                  <a:lnTo>
                    <a:pt x="1817072" y="3275574"/>
                  </a:lnTo>
                  <a:lnTo>
                    <a:pt x="1817230" y="3275574"/>
                  </a:lnTo>
                  <a:lnTo>
                    <a:pt x="1817387" y="3275574"/>
                  </a:lnTo>
                  <a:lnTo>
                    <a:pt x="1817545" y="3275574"/>
                  </a:lnTo>
                  <a:lnTo>
                    <a:pt x="1817545" y="3275143"/>
                  </a:lnTo>
                  <a:lnTo>
                    <a:pt x="1817703" y="3275143"/>
                  </a:lnTo>
                  <a:lnTo>
                    <a:pt x="1817860" y="3275143"/>
                  </a:lnTo>
                  <a:lnTo>
                    <a:pt x="1817860" y="3274713"/>
                  </a:lnTo>
                  <a:lnTo>
                    <a:pt x="1818018" y="3274713"/>
                  </a:lnTo>
                  <a:lnTo>
                    <a:pt x="1818176" y="3274713"/>
                  </a:lnTo>
                  <a:lnTo>
                    <a:pt x="1818176" y="3274282"/>
                  </a:lnTo>
                  <a:lnTo>
                    <a:pt x="1818334" y="3274282"/>
                  </a:lnTo>
                  <a:lnTo>
                    <a:pt x="1818334" y="3273851"/>
                  </a:lnTo>
                  <a:lnTo>
                    <a:pt x="1818491" y="3273851"/>
                  </a:lnTo>
                  <a:lnTo>
                    <a:pt x="1818649" y="3273851"/>
                  </a:lnTo>
                  <a:lnTo>
                    <a:pt x="1818807" y="3273851"/>
                  </a:lnTo>
                  <a:lnTo>
                    <a:pt x="1818964" y="3273851"/>
                  </a:lnTo>
                  <a:lnTo>
                    <a:pt x="1819122" y="3273851"/>
                  </a:lnTo>
                  <a:lnTo>
                    <a:pt x="1819122" y="3273421"/>
                  </a:lnTo>
                  <a:lnTo>
                    <a:pt x="1819280" y="3273421"/>
                  </a:lnTo>
                  <a:lnTo>
                    <a:pt x="1819438" y="3273421"/>
                  </a:lnTo>
                  <a:lnTo>
                    <a:pt x="1819595" y="3273421"/>
                  </a:lnTo>
                  <a:lnTo>
                    <a:pt x="1819595" y="3272990"/>
                  </a:lnTo>
                  <a:lnTo>
                    <a:pt x="1819595" y="3272560"/>
                  </a:lnTo>
                  <a:lnTo>
                    <a:pt x="1819753" y="3272560"/>
                  </a:lnTo>
                  <a:lnTo>
                    <a:pt x="1819911" y="3272560"/>
                  </a:lnTo>
                  <a:lnTo>
                    <a:pt x="1820068" y="3272560"/>
                  </a:lnTo>
                  <a:lnTo>
                    <a:pt x="1820068" y="3272129"/>
                  </a:lnTo>
                  <a:lnTo>
                    <a:pt x="1820226" y="3272129"/>
                  </a:lnTo>
                  <a:lnTo>
                    <a:pt x="1820384" y="3272129"/>
                  </a:lnTo>
                  <a:lnTo>
                    <a:pt x="1820542" y="3272129"/>
                  </a:lnTo>
                  <a:lnTo>
                    <a:pt x="1820699" y="3272129"/>
                  </a:lnTo>
                  <a:lnTo>
                    <a:pt x="1820857" y="3272129"/>
                  </a:lnTo>
                  <a:lnTo>
                    <a:pt x="1821015" y="3272129"/>
                  </a:lnTo>
                  <a:lnTo>
                    <a:pt x="1821172" y="3272129"/>
                  </a:lnTo>
                  <a:lnTo>
                    <a:pt x="1821330" y="3272129"/>
                  </a:lnTo>
                  <a:lnTo>
                    <a:pt x="1821488" y="3272129"/>
                  </a:lnTo>
                  <a:lnTo>
                    <a:pt x="1821646" y="3272129"/>
                  </a:lnTo>
                  <a:lnTo>
                    <a:pt x="1821803" y="3272129"/>
                  </a:lnTo>
                  <a:lnTo>
                    <a:pt x="1821803" y="3271698"/>
                  </a:lnTo>
                  <a:lnTo>
                    <a:pt x="1821803" y="3271268"/>
                  </a:lnTo>
                  <a:lnTo>
                    <a:pt x="1821803" y="3270837"/>
                  </a:lnTo>
                  <a:lnTo>
                    <a:pt x="1821961" y="3270837"/>
                  </a:lnTo>
                  <a:lnTo>
                    <a:pt x="1821961" y="3270407"/>
                  </a:lnTo>
                  <a:lnTo>
                    <a:pt x="1822119" y="3270407"/>
                  </a:lnTo>
                  <a:lnTo>
                    <a:pt x="1822119" y="3269976"/>
                  </a:lnTo>
                  <a:lnTo>
                    <a:pt x="1822276" y="3269976"/>
                  </a:lnTo>
                  <a:lnTo>
                    <a:pt x="1822434" y="3269976"/>
                  </a:lnTo>
                  <a:lnTo>
                    <a:pt x="1822592" y="3269976"/>
                  </a:lnTo>
                  <a:lnTo>
                    <a:pt x="1822592" y="3269545"/>
                  </a:lnTo>
                  <a:lnTo>
                    <a:pt x="1822750" y="3269545"/>
                  </a:lnTo>
                  <a:lnTo>
                    <a:pt x="1822750" y="3269115"/>
                  </a:lnTo>
                  <a:lnTo>
                    <a:pt x="1822907" y="3269115"/>
                  </a:lnTo>
                  <a:lnTo>
                    <a:pt x="1823065" y="3269115"/>
                  </a:lnTo>
                  <a:lnTo>
                    <a:pt x="1823223" y="3269115"/>
                  </a:lnTo>
                  <a:lnTo>
                    <a:pt x="1823381" y="3269115"/>
                  </a:lnTo>
                  <a:lnTo>
                    <a:pt x="1823538" y="3269115"/>
                  </a:lnTo>
                  <a:lnTo>
                    <a:pt x="1823538" y="3268684"/>
                  </a:lnTo>
                  <a:lnTo>
                    <a:pt x="1823538" y="3268254"/>
                  </a:lnTo>
                  <a:lnTo>
                    <a:pt x="1823696" y="3268254"/>
                  </a:lnTo>
                  <a:lnTo>
                    <a:pt x="1823854" y="3268254"/>
                  </a:lnTo>
                  <a:lnTo>
                    <a:pt x="1824011" y="3268254"/>
                  </a:lnTo>
                  <a:lnTo>
                    <a:pt x="1824169" y="3268254"/>
                  </a:lnTo>
                  <a:lnTo>
                    <a:pt x="1824327" y="3268254"/>
                  </a:lnTo>
                  <a:lnTo>
                    <a:pt x="1824485" y="3268254"/>
                  </a:lnTo>
                  <a:lnTo>
                    <a:pt x="1824485" y="3267823"/>
                  </a:lnTo>
                  <a:lnTo>
                    <a:pt x="1824485" y="3267392"/>
                  </a:lnTo>
                  <a:lnTo>
                    <a:pt x="1824485" y="3266962"/>
                  </a:lnTo>
                  <a:lnTo>
                    <a:pt x="1824485" y="3266531"/>
                  </a:lnTo>
                  <a:lnTo>
                    <a:pt x="1824642" y="3266531"/>
                  </a:lnTo>
                  <a:lnTo>
                    <a:pt x="1824800" y="3266531"/>
                  </a:lnTo>
                  <a:lnTo>
                    <a:pt x="1824958" y="3266531"/>
                  </a:lnTo>
                  <a:lnTo>
                    <a:pt x="1825115" y="3266531"/>
                  </a:lnTo>
                  <a:lnTo>
                    <a:pt x="1825115" y="3266101"/>
                  </a:lnTo>
                  <a:lnTo>
                    <a:pt x="1825273" y="3266101"/>
                  </a:lnTo>
                  <a:lnTo>
                    <a:pt x="1825431" y="3266101"/>
                  </a:lnTo>
                  <a:lnTo>
                    <a:pt x="1825589" y="3266101"/>
                  </a:lnTo>
                  <a:lnTo>
                    <a:pt x="1825589" y="3265670"/>
                  </a:lnTo>
                  <a:lnTo>
                    <a:pt x="1825589" y="3265239"/>
                  </a:lnTo>
                  <a:lnTo>
                    <a:pt x="1825746" y="3265239"/>
                  </a:lnTo>
                  <a:lnTo>
                    <a:pt x="1825904" y="3265239"/>
                  </a:lnTo>
                  <a:lnTo>
                    <a:pt x="1826062" y="3265239"/>
                  </a:lnTo>
                  <a:lnTo>
                    <a:pt x="1826219" y="3265239"/>
                  </a:lnTo>
                  <a:lnTo>
                    <a:pt x="1826377" y="3265239"/>
                  </a:lnTo>
                  <a:lnTo>
                    <a:pt x="1826535" y="3265239"/>
                  </a:lnTo>
                  <a:lnTo>
                    <a:pt x="1826693" y="3265239"/>
                  </a:lnTo>
                  <a:lnTo>
                    <a:pt x="1826693" y="3264809"/>
                  </a:lnTo>
                  <a:lnTo>
                    <a:pt x="1826850" y="3264809"/>
                  </a:lnTo>
                  <a:lnTo>
                    <a:pt x="1827008" y="3264809"/>
                  </a:lnTo>
                  <a:lnTo>
                    <a:pt x="1827166" y="3264809"/>
                  </a:lnTo>
                  <a:lnTo>
                    <a:pt x="1827323" y="3264809"/>
                  </a:lnTo>
                  <a:lnTo>
                    <a:pt x="1827481" y="3264809"/>
                  </a:lnTo>
                  <a:lnTo>
                    <a:pt x="1827639" y="3264809"/>
                  </a:lnTo>
                  <a:lnTo>
                    <a:pt x="1827797" y="3264809"/>
                  </a:lnTo>
                  <a:lnTo>
                    <a:pt x="1827954" y="3264809"/>
                  </a:lnTo>
                  <a:lnTo>
                    <a:pt x="1828112" y="3264809"/>
                  </a:lnTo>
                  <a:lnTo>
                    <a:pt x="1828270" y="3264809"/>
                  </a:lnTo>
                  <a:lnTo>
                    <a:pt x="1828270" y="3264378"/>
                  </a:lnTo>
                  <a:lnTo>
                    <a:pt x="1828427" y="3264378"/>
                  </a:lnTo>
                  <a:lnTo>
                    <a:pt x="1828585" y="3264378"/>
                  </a:lnTo>
                  <a:lnTo>
                    <a:pt x="1828585" y="3263948"/>
                  </a:lnTo>
                  <a:lnTo>
                    <a:pt x="1828743" y="3263948"/>
                  </a:lnTo>
                  <a:lnTo>
                    <a:pt x="1828901" y="3263948"/>
                  </a:lnTo>
                  <a:lnTo>
                    <a:pt x="1829058" y="3263948"/>
                  </a:lnTo>
                  <a:lnTo>
                    <a:pt x="1829058" y="3263517"/>
                  </a:lnTo>
                  <a:lnTo>
                    <a:pt x="1829216" y="3263517"/>
                  </a:lnTo>
                  <a:lnTo>
                    <a:pt x="1829374" y="3263517"/>
                  </a:lnTo>
                  <a:lnTo>
                    <a:pt x="1829374" y="3263086"/>
                  </a:lnTo>
                  <a:lnTo>
                    <a:pt x="1829532" y="3263086"/>
                  </a:lnTo>
                  <a:lnTo>
                    <a:pt x="1829689" y="3263086"/>
                  </a:lnTo>
                  <a:lnTo>
                    <a:pt x="1829847" y="3263086"/>
                  </a:lnTo>
                  <a:lnTo>
                    <a:pt x="1829847" y="3262656"/>
                  </a:lnTo>
                  <a:lnTo>
                    <a:pt x="1830005" y="3262656"/>
                  </a:lnTo>
                  <a:lnTo>
                    <a:pt x="1830162" y="3262656"/>
                  </a:lnTo>
                  <a:lnTo>
                    <a:pt x="1830320" y="3262656"/>
                  </a:lnTo>
                  <a:lnTo>
                    <a:pt x="1830320" y="3262225"/>
                  </a:lnTo>
                  <a:lnTo>
                    <a:pt x="1830478" y="3262225"/>
                  </a:lnTo>
                  <a:lnTo>
                    <a:pt x="1830478" y="3261795"/>
                  </a:lnTo>
                  <a:lnTo>
                    <a:pt x="1830636" y="3261795"/>
                  </a:lnTo>
                  <a:lnTo>
                    <a:pt x="1830636" y="3261364"/>
                  </a:lnTo>
                  <a:lnTo>
                    <a:pt x="1830636" y="3260933"/>
                  </a:lnTo>
                  <a:lnTo>
                    <a:pt x="1830636" y="3260503"/>
                  </a:lnTo>
                  <a:lnTo>
                    <a:pt x="1830636" y="3260072"/>
                  </a:lnTo>
                  <a:lnTo>
                    <a:pt x="1830793" y="3260072"/>
                  </a:lnTo>
                  <a:lnTo>
                    <a:pt x="1830793" y="3259642"/>
                  </a:lnTo>
                  <a:lnTo>
                    <a:pt x="1830951" y="3259642"/>
                  </a:lnTo>
                  <a:lnTo>
                    <a:pt x="1831109" y="3259642"/>
                  </a:lnTo>
                  <a:lnTo>
                    <a:pt x="1831109" y="3259211"/>
                  </a:lnTo>
                  <a:lnTo>
                    <a:pt x="1831266" y="3259211"/>
                  </a:lnTo>
                  <a:lnTo>
                    <a:pt x="1831424" y="3259211"/>
                  </a:lnTo>
                  <a:lnTo>
                    <a:pt x="1831424" y="3258780"/>
                  </a:lnTo>
                  <a:lnTo>
                    <a:pt x="1831582" y="3258780"/>
                  </a:lnTo>
                  <a:lnTo>
                    <a:pt x="1831582" y="3258350"/>
                  </a:lnTo>
                  <a:lnTo>
                    <a:pt x="1831740" y="3258350"/>
                  </a:lnTo>
                  <a:lnTo>
                    <a:pt x="1831740" y="3257919"/>
                  </a:lnTo>
                  <a:lnTo>
                    <a:pt x="1831740" y="3257489"/>
                  </a:lnTo>
                  <a:lnTo>
                    <a:pt x="1831740" y="3257058"/>
                  </a:lnTo>
                  <a:lnTo>
                    <a:pt x="1831740" y="3256627"/>
                  </a:lnTo>
                  <a:lnTo>
                    <a:pt x="1831897" y="3256627"/>
                  </a:lnTo>
                  <a:lnTo>
                    <a:pt x="1832055" y="3256627"/>
                  </a:lnTo>
                  <a:lnTo>
                    <a:pt x="1832213" y="3256627"/>
                  </a:lnTo>
                  <a:lnTo>
                    <a:pt x="1832370" y="3256627"/>
                  </a:lnTo>
                  <a:lnTo>
                    <a:pt x="1832528" y="3256627"/>
                  </a:lnTo>
                  <a:lnTo>
                    <a:pt x="1832686" y="3256627"/>
                  </a:lnTo>
                  <a:lnTo>
                    <a:pt x="1832844" y="3256627"/>
                  </a:lnTo>
                  <a:lnTo>
                    <a:pt x="1833001" y="3256627"/>
                  </a:lnTo>
                  <a:lnTo>
                    <a:pt x="1833159" y="3256627"/>
                  </a:lnTo>
                  <a:lnTo>
                    <a:pt x="1833159" y="3256197"/>
                  </a:lnTo>
                  <a:lnTo>
                    <a:pt x="1833317" y="3256197"/>
                  </a:lnTo>
                  <a:lnTo>
                    <a:pt x="1833474" y="3256197"/>
                  </a:lnTo>
                  <a:lnTo>
                    <a:pt x="1833632" y="3256197"/>
                  </a:lnTo>
                  <a:lnTo>
                    <a:pt x="1833632" y="3255766"/>
                  </a:lnTo>
                  <a:lnTo>
                    <a:pt x="1833632" y="3255336"/>
                  </a:lnTo>
                  <a:lnTo>
                    <a:pt x="1833790" y="3255336"/>
                  </a:lnTo>
                  <a:lnTo>
                    <a:pt x="1833948" y="3255336"/>
                  </a:lnTo>
                  <a:lnTo>
                    <a:pt x="1834105" y="3255336"/>
                  </a:lnTo>
                  <a:lnTo>
                    <a:pt x="1834263" y="3255336"/>
                  </a:lnTo>
                  <a:lnTo>
                    <a:pt x="1834263" y="3254905"/>
                  </a:lnTo>
                  <a:lnTo>
                    <a:pt x="1834421" y="3254905"/>
                  </a:lnTo>
                  <a:lnTo>
                    <a:pt x="1834579" y="3254905"/>
                  </a:lnTo>
                  <a:lnTo>
                    <a:pt x="1834736" y="3254905"/>
                  </a:lnTo>
                  <a:lnTo>
                    <a:pt x="1834894" y="3254905"/>
                  </a:lnTo>
                  <a:lnTo>
                    <a:pt x="1834894" y="3254474"/>
                  </a:lnTo>
                  <a:lnTo>
                    <a:pt x="1835052" y="3254474"/>
                  </a:lnTo>
                  <a:lnTo>
                    <a:pt x="1835209" y="3254474"/>
                  </a:lnTo>
                  <a:lnTo>
                    <a:pt x="1835367" y="3254474"/>
                  </a:lnTo>
                  <a:lnTo>
                    <a:pt x="1835525" y="3254474"/>
                  </a:lnTo>
                  <a:lnTo>
                    <a:pt x="1835683" y="3254474"/>
                  </a:lnTo>
                  <a:lnTo>
                    <a:pt x="1835683" y="3254044"/>
                  </a:lnTo>
                  <a:lnTo>
                    <a:pt x="1835840" y="3254044"/>
                  </a:lnTo>
                  <a:lnTo>
                    <a:pt x="1835998" y="3254044"/>
                  </a:lnTo>
                  <a:lnTo>
                    <a:pt x="1835998" y="3253613"/>
                  </a:lnTo>
                  <a:lnTo>
                    <a:pt x="1836156" y="3253613"/>
                  </a:lnTo>
                  <a:lnTo>
                    <a:pt x="1836313" y="3253613"/>
                  </a:lnTo>
                  <a:lnTo>
                    <a:pt x="1836471" y="3253613"/>
                  </a:lnTo>
                  <a:lnTo>
                    <a:pt x="1836471" y="3253183"/>
                  </a:lnTo>
                  <a:lnTo>
                    <a:pt x="1836629" y="3253183"/>
                  </a:lnTo>
                  <a:lnTo>
                    <a:pt x="1836787" y="3253183"/>
                  </a:lnTo>
                  <a:lnTo>
                    <a:pt x="1836944" y="3253183"/>
                  </a:lnTo>
                  <a:lnTo>
                    <a:pt x="1837102" y="3253183"/>
                  </a:lnTo>
                  <a:lnTo>
                    <a:pt x="1837260" y="3253183"/>
                  </a:lnTo>
                  <a:lnTo>
                    <a:pt x="1837417" y="3253183"/>
                  </a:lnTo>
                  <a:lnTo>
                    <a:pt x="1837575" y="3253183"/>
                  </a:lnTo>
                  <a:lnTo>
                    <a:pt x="1837575" y="3252752"/>
                  </a:lnTo>
                  <a:lnTo>
                    <a:pt x="1837733" y="3252752"/>
                  </a:lnTo>
                  <a:lnTo>
                    <a:pt x="1837733" y="3252321"/>
                  </a:lnTo>
                  <a:lnTo>
                    <a:pt x="1837891" y="3252321"/>
                  </a:lnTo>
                  <a:lnTo>
                    <a:pt x="1838048" y="3252321"/>
                  </a:lnTo>
                  <a:lnTo>
                    <a:pt x="1838048" y="3251891"/>
                  </a:lnTo>
                  <a:lnTo>
                    <a:pt x="1838206" y="3251891"/>
                  </a:lnTo>
                  <a:lnTo>
                    <a:pt x="1838206" y="3251460"/>
                  </a:lnTo>
                  <a:lnTo>
                    <a:pt x="1838364" y="3251460"/>
                  </a:lnTo>
                  <a:lnTo>
                    <a:pt x="1838364" y="3251030"/>
                  </a:lnTo>
                  <a:lnTo>
                    <a:pt x="1838364" y="3250599"/>
                  </a:lnTo>
                  <a:lnTo>
                    <a:pt x="1838521" y="3250599"/>
                  </a:lnTo>
                  <a:lnTo>
                    <a:pt x="1838521" y="3250168"/>
                  </a:lnTo>
                  <a:lnTo>
                    <a:pt x="1838679" y="3250168"/>
                  </a:lnTo>
                  <a:lnTo>
                    <a:pt x="1838679" y="3249738"/>
                  </a:lnTo>
                  <a:lnTo>
                    <a:pt x="1838837" y="3249738"/>
                  </a:lnTo>
                  <a:lnTo>
                    <a:pt x="1838837" y="3249307"/>
                  </a:lnTo>
                  <a:lnTo>
                    <a:pt x="1838837" y="3248877"/>
                  </a:lnTo>
                  <a:lnTo>
                    <a:pt x="1838995" y="3248877"/>
                  </a:lnTo>
                  <a:lnTo>
                    <a:pt x="1838995" y="3248446"/>
                  </a:lnTo>
                  <a:lnTo>
                    <a:pt x="1838995" y="3248015"/>
                  </a:lnTo>
                  <a:lnTo>
                    <a:pt x="1839152" y="3248015"/>
                  </a:lnTo>
                  <a:lnTo>
                    <a:pt x="1839152" y="3247585"/>
                  </a:lnTo>
                  <a:lnTo>
                    <a:pt x="1839310" y="3247585"/>
                  </a:lnTo>
                  <a:lnTo>
                    <a:pt x="1839468" y="3247585"/>
                  </a:lnTo>
                  <a:lnTo>
                    <a:pt x="1839468" y="3247154"/>
                  </a:lnTo>
                  <a:lnTo>
                    <a:pt x="1839468" y="3246724"/>
                  </a:lnTo>
                  <a:lnTo>
                    <a:pt x="1839625" y="3246724"/>
                  </a:lnTo>
                  <a:lnTo>
                    <a:pt x="1839783" y="3246724"/>
                  </a:lnTo>
                  <a:lnTo>
                    <a:pt x="1839941" y="3246724"/>
                  </a:lnTo>
                  <a:lnTo>
                    <a:pt x="1840099" y="3246724"/>
                  </a:lnTo>
                  <a:lnTo>
                    <a:pt x="1840256" y="3246724"/>
                  </a:lnTo>
                  <a:lnTo>
                    <a:pt x="1840414" y="3246724"/>
                  </a:lnTo>
                  <a:lnTo>
                    <a:pt x="1840572" y="3246724"/>
                  </a:lnTo>
                  <a:lnTo>
                    <a:pt x="1840730" y="3246724"/>
                  </a:lnTo>
                  <a:lnTo>
                    <a:pt x="1840887" y="3246724"/>
                  </a:lnTo>
                  <a:lnTo>
                    <a:pt x="1841045" y="3246724"/>
                  </a:lnTo>
                  <a:lnTo>
                    <a:pt x="1841203" y="3246724"/>
                  </a:lnTo>
                  <a:lnTo>
                    <a:pt x="1841360" y="3246724"/>
                  </a:lnTo>
                  <a:lnTo>
                    <a:pt x="1841518" y="3246724"/>
                  </a:lnTo>
                  <a:lnTo>
                    <a:pt x="1841676" y="3246724"/>
                  </a:lnTo>
                  <a:lnTo>
                    <a:pt x="1841834" y="3246724"/>
                  </a:lnTo>
                  <a:lnTo>
                    <a:pt x="1841834" y="3246293"/>
                  </a:lnTo>
                  <a:lnTo>
                    <a:pt x="1841991" y="3246293"/>
                  </a:lnTo>
                  <a:lnTo>
                    <a:pt x="1842149" y="3246293"/>
                  </a:lnTo>
                  <a:lnTo>
                    <a:pt x="1842307" y="3246293"/>
                  </a:lnTo>
                  <a:lnTo>
                    <a:pt x="1842464" y="3246293"/>
                  </a:lnTo>
                  <a:lnTo>
                    <a:pt x="1842622" y="3246293"/>
                  </a:lnTo>
                  <a:lnTo>
                    <a:pt x="1842780" y="3246293"/>
                  </a:lnTo>
                  <a:lnTo>
                    <a:pt x="1842780" y="3245862"/>
                  </a:lnTo>
                  <a:lnTo>
                    <a:pt x="1842938" y="3245862"/>
                  </a:lnTo>
                  <a:lnTo>
                    <a:pt x="1843095" y="3245862"/>
                  </a:lnTo>
                  <a:lnTo>
                    <a:pt x="1843095" y="3245432"/>
                  </a:lnTo>
                  <a:lnTo>
                    <a:pt x="1843253" y="3245432"/>
                  </a:lnTo>
                  <a:lnTo>
                    <a:pt x="1843253" y="3245001"/>
                  </a:lnTo>
                  <a:lnTo>
                    <a:pt x="1843253" y="3244571"/>
                  </a:lnTo>
                  <a:lnTo>
                    <a:pt x="1843411" y="3244571"/>
                  </a:lnTo>
                  <a:lnTo>
                    <a:pt x="1843411" y="3244140"/>
                  </a:lnTo>
                  <a:lnTo>
                    <a:pt x="1843568" y="3244140"/>
                  </a:lnTo>
                  <a:lnTo>
                    <a:pt x="1843726" y="3244140"/>
                  </a:lnTo>
                  <a:lnTo>
                    <a:pt x="1843726" y="3243709"/>
                  </a:lnTo>
                  <a:lnTo>
                    <a:pt x="1843884" y="3243709"/>
                  </a:lnTo>
                  <a:lnTo>
                    <a:pt x="1844042" y="3243709"/>
                  </a:lnTo>
                  <a:lnTo>
                    <a:pt x="1844042" y="3243279"/>
                  </a:lnTo>
                  <a:lnTo>
                    <a:pt x="1844042" y="3242848"/>
                  </a:lnTo>
                  <a:lnTo>
                    <a:pt x="1844042" y="3242418"/>
                  </a:lnTo>
                  <a:lnTo>
                    <a:pt x="1844042" y="3241987"/>
                  </a:lnTo>
                  <a:lnTo>
                    <a:pt x="1844199" y="3241987"/>
                  </a:lnTo>
                  <a:lnTo>
                    <a:pt x="1844199" y="3241556"/>
                  </a:lnTo>
                  <a:lnTo>
                    <a:pt x="1844357" y="3241556"/>
                  </a:lnTo>
                  <a:lnTo>
                    <a:pt x="1844515" y="3241556"/>
                  </a:lnTo>
                  <a:lnTo>
                    <a:pt x="1844672" y="3241556"/>
                  </a:lnTo>
                  <a:lnTo>
                    <a:pt x="1844672" y="3241126"/>
                  </a:lnTo>
                  <a:lnTo>
                    <a:pt x="1844830" y="3241126"/>
                  </a:lnTo>
                  <a:lnTo>
                    <a:pt x="1844988" y="3241126"/>
                  </a:lnTo>
                  <a:lnTo>
                    <a:pt x="1845146" y="3241126"/>
                  </a:lnTo>
                  <a:lnTo>
                    <a:pt x="1845146" y="3240695"/>
                  </a:lnTo>
                  <a:lnTo>
                    <a:pt x="1845146" y="3240265"/>
                  </a:lnTo>
                  <a:lnTo>
                    <a:pt x="1845303" y="3240265"/>
                  </a:lnTo>
                  <a:lnTo>
                    <a:pt x="1845461" y="3240265"/>
                  </a:lnTo>
                  <a:lnTo>
                    <a:pt x="1845619" y="3240265"/>
                  </a:lnTo>
                  <a:lnTo>
                    <a:pt x="1845777" y="3240265"/>
                  </a:lnTo>
                  <a:lnTo>
                    <a:pt x="1845777" y="3239834"/>
                  </a:lnTo>
                  <a:lnTo>
                    <a:pt x="1845777" y="3239403"/>
                  </a:lnTo>
                  <a:lnTo>
                    <a:pt x="1845934" y="3239403"/>
                  </a:lnTo>
                  <a:lnTo>
                    <a:pt x="1846092" y="3239403"/>
                  </a:lnTo>
                  <a:lnTo>
                    <a:pt x="1846250" y="3239403"/>
                  </a:lnTo>
                  <a:lnTo>
                    <a:pt x="1846407" y="3239403"/>
                  </a:lnTo>
                  <a:lnTo>
                    <a:pt x="1846407" y="3238973"/>
                  </a:lnTo>
                  <a:lnTo>
                    <a:pt x="1846407" y="3238542"/>
                  </a:lnTo>
                  <a:lnTo>
                    <a:pt x="1846565" y="3238542"/>
                  </a:lnTo>
                  <a:lnTo>
                    <a:pt x="1846723" y="3238542"/>
                  </a:lnTo>
                  <a:lnTo>
                    <a:pt x="1846723" y="3238112"/>
                  </a:lnTo>
                  <a:lnTo>
                    <a:pt x="1846881" y="3238112"/>
                  </a:lnTo>
                  <a:lnTo>
                    <a:pt x="1847038" y="3238112"/>
                  </a:lnTo>
                  <a:lnTo>
                    <a:pt x="1847196" y="3238112"/>
                  </a:lnTo>
                  <a:lnTo>
                    <a:pt x="1847354" y="3238112"/>
                  </a:lnTo>
                  <a:lnTo>
                    <a:pt x="1847354" y="3237681"/>
                  </a:lnTo>
                  <a:lnTo>
                    <a:pt x="1847511" y="3237681"/>
                  </a:lnTo>
                  <a:lnTo>
                    <a:pt x="1847511" y="3237250"/>
                  </a:lnTo>
                  <a:lnTo>
                    <a:pt x="1847669" y="3237250"/>
                  </a:lnTo>
                  <a:lnTo>
                    <a:pt x="1847827" y="3237250"/>
                  </a:lnTo>
                  <a:lnTo>
                    <a:pt x="1847827" y="3236820"/>
                  </a:lnTo>
                  <a:lnTo>
                    <a:pt x="1847985" y="3236820"/>
                  </a:lnTo>
                  <a:lnTo>
                    <a:pt x="1848142" y="3236820"/>
                  </a:lnTo>
                  <a:lnTo>
                    <a:pt x="1848300" y="3236820"/>
                  </a:lnTo>
                  <a:lnTo>
                    <a:pt x="1848300" y="3236389"/>
                  </a:lnTo>
                  <a:lnTo>
                    <a:pt x="1848300" y="3235959"/>
                  </a:lnTo>
                  <a:lnTo>
                    <a:pt x="1848458" y="3235959"/>
                  </a:lnTo>
                  <a:lnTo>
                    <a:pt x="1848615" y="3235959"/>
                  </a:lnTo>
                  <a:lnTo>
                    <a:pt x="1848773" y="3235959"/>
                  </a:lnTo>
                  <a:lnTo>
                    <a:pt x="1848931" y="3235959"/>
                  </a:lnTo>
                  <a:lnTo>
                    <a:pt x="1848931" y="3235528"/>
                  </a:lnTo>
                  <a:lnTo>
                    <a:pt x="1849089" y="3235528"/>
                  </a:lnTo>
                  <a:lnTo>
                    <a:pt x="1849246" y="3235528"/>
                  </a:lnTo>
                  <a:lnTo>
                    <a:pt x="1849404" y="3235528"/>
                  </a:lnTo>
                  <a:lnTo>
                    <a:pt x="1849562" y="3235528"/>
                  </a:lnTo>
                  <a:lnTo>
                    <a:pt x="1849719" y="3235528"/>
                  </a:lnTo>
                  <a:lnTo>
                    <a:pt x="1849877" y="3235528"/>
                  </a:lnTo>
                  <a:lnTo>
                    <a:pt x="1849877" y="3235097"/>
                  </a:lnTo>
                  <a:lnTo>
                    <a:pt x="1850035" y="3235097"/>
                  </a:lnTo>
                  <a:lnTo>
                    <a:pt x="1850193" y="3235097"/>
                  </a:lnTo>
                  <a:lnTo>
                    <a:pt x="1850350" y="3235097"/>
                  </a:lnTo>
                  <a:lnTo>
                    <a:pt x="1850508" y="3235097"/>
                  </a:lnTo>
                  <a:lnTo>
                    <a:pt x="1850666" y="3235097"/>
                  </a:lnTo>
                  <a:lnTo>
                    <a:pt x="1850666" y="3234667"/>
                  </a:lnTo>
                  <a:lnTo>
                    <a:pt x="1850823" y="3234667"/>
                  </a:lnTo>
                  <a:lnTo>
                    <a:pt x="1850981" y="3234667"/>
                  </a:lnTo>
                  <a:lnTo>
                    <a:pt x="1851139" y="3234667"/>
                  </a:lnTo>
                  <a:lnTo>
                    <a:pt x="1851297" y="3234667"/>
                  </a:lnTo>
                  <a:lnTo>
                    <a:pt x="1851297" y="3234236"/>
                  </a:lnTo>
                  <a:lnTo>
                    <a:pt x="1851454" y="3234236"/>
                  </a:lnTo>
                  <a:lnTo>
                    <a:pt x="1851612" y="3234236"/>
                  </a:lnTo>
                  <a:lnTo>
                    <a:pt x="1851770" y="3234236"/>
                  </a:lnTo>
                  <a:lnTo>
                    <a:pt x="1851770" y="3233806"/>
                  </a:lnTo>
                  <a:lnTo>
                    <a:pt x="1851928" y="3233806"/>
                  </a:lnTo>
                  <a:lnTo>
                    <a:pt x="1851928" y="3233375"/>
                  </a:lnTo>
                  <a:lnTo>
                    <a:pt x="1851928" y="3232944"/>
                  </a:lnTo>
                  <a:lnTo>
                    <a:pt x="1852085" y="3232944"/>
                  </a:lnTo>
                  <a:lnTo>
                    <a:pt x="1852243" y="3232944"/>
                  </a:lnTo>
                  <a:lnTo>
                    <a:pt x="1852243" y="3232514"/>
                  </a:lnTo>
                  <a:lnTo>
                    <a:pt x="1852401" y="3232514"/>
                  </a:lnTo>
                  <a:lnTo>
                    <a:pt x="1852558" y="3232514"/>
                  </a:lnTo>
                  <a:lnTo>
                    <a:pt x="1852558" y="3232083"/>
                  </a:lnTo>
                  <a:lnTo>
                    <a:pt x="1852716" y="3232083"/>
                  </a:lnTo>
                  <a:lnTo>
                    <a:pt x="1852874" y="3232083"/>
                  </a:lnTo>
                  <a:lnTo>
                    <a:pt x="1852874" y="3231653"/>
                  </a:lnTo>
                  <a:lnTo>
                    <a:pt x="1853032" y="3231653"/>
                  </a:lnTo>
                  <a:lnTo>
                    <a:pt x="1853032" y="3231222"/>
                  </a:lnTo>
                  <a:lnTo>
                    <a:pt x="1853189" y="3231222"/>
                  </a:lnTo>
                  <a:lnTo>
                    <a:pt x="1853347" y="3231222"/>
                  </a:lnTo>
                  <a:lnTo>
                    <a:pt x="1853347" y="3230791"/>
                  </a:lnTo>
                  <a:lnTo>
                    <a:pt x="1853505" y="3230791"/>
                  </a:lnTo>
                  <a:lnTo>
                    <a:pt x="1853662" y="3230791"/>
                  </a:lnTo>
                  <a:lnTo>
                    <a:pt x="1853820" y="3230791"/>
                  </a:lnTo>
                  <a:lnTo>
                    <a:pt x="1853978" y="3230791"/>
                  </a:lnTo>
                  <a:lnTo>
                    <a:pt x="1853978" y="3230361"/>
                  </a:lnTo>
                  <a:lnTo>
                    <a:pt x="1854136" y="3230361"/>
                  </a:lnTo>
                  <a:lnTo>
                    <a:pt x="1854136" y="3229930"/>
                  </a:lnTo>
                  <a:lnTo>
                    <a:pt x="1854293" y="3229930"/>
                  </a:lnTo>
                  <a:lnTo>
                    <a:pt x="1854293" y="3229500"/>
                  </a:lnTo>
                  <a:lnTo>
                    <a:pt x="1854293" y="3229069"/>
                  </a:lnTo>
                  <a:lnTo>
                    <a:pt x="1854451" y="3229069"/>
                  </a:lnTo>
                  <a:lnTo>
                    <a:pt x="1854609" y="3229069"/>
                  </a:lnTo>
                  <a:lnTo>
                    <a:pt x="1854766" y="3229069"/>
                  </a:lnTo>
                  <a:lnTo>
                    <a:pt x="1854766" y="3228638"/>
                  </a:lnTo>
                  <a:lnTo>
                    <a:pt x="1854924" y="3228638"/>
                  </a:lnTo>
                  <a:lnTo>
                    <a:pt x="1855082" y="3228638"/>
                  </a:lnTo>
                  <a:lnTo>
                    <a:pt x="1855240" y="3228638"/>
                  </a:lnTo>
                  <a:lnTo>
                    <a:pt x="1855397" y="3228638"/>
                  </a:lnTo>
                  <a:lnTo>
                    <a:pt x="1855397" y="3228208"/>
                  </a:lnTo>
                  <a:lnTo>
                    <a:pt x="1855397" y="3227777"/>
                  </a:lnTo>
                  <a:lnTo>
                    <a:pt x="1855555" y="3227777"/>
                  </a:lnTo>
                  <a:lnTo>
                    <a:pt x="1855713" y="3227777"/>
                  </a:lnTo>
                  <a:lnTo>
                    <a:pt x="1855713" y="3227347"/>
                  </a:lnTo>
                  <a:lnTo>
                    <a:pt x="1855713" y="3226916"/>
                  </a:lnTo>
                  <a:lnTo>
                    <a:pt x="1855713" y="3226485"/>
                  </a:lnTo>
                  <a:lnTo>
                    <a:pt x="1855713" y="3226055"/>
                  </a:lnTo>
                  <a:lnTo>
                    <a:pt x="1855870" y="3226055"/>
                  </a:lnTo>
                  <a:lnTo>
                    <a:pt x="1855870" y="3225624"/>
                  </a:lnTo>
                  <a:lnTo>
                    <a:pt x="1856028" y="3225624"/>
                  </a:lnTo>
                  <a:lnTo>
                    <a:pt x="1856028" y="3225194"/>
                  </a:lnTo>
                  <a:lnTo>
                    <a:pt x="1856028" y="3224763"/>
                  </a:lnTo>
                  <a:lnTo>
                    <a:pt x="1856028" y="3224332"/>
                  </a:lnTo>
                  <a:lnTo>
                    <a:pt x="1856186" y="3224332"/>
                  </a:lnTo>
                  <a:lnTo>
                    <a:pt x="1856344" y="3224332"/>
                  </a:lnTo>
                  <a:lnTo>
                    <a:pt x="1856501" y="3224332"/>
                  </a:lnTo>
                  <a:lnTo>
                    <a:pt x="1856659" y="3224332"/>
                  </a:lnTo>
                  <a:lnTo>
                    <a:pt x="1856817" y="3224332"/>
                  </a:lnTo>
                  <a:lnTo>
                    <a:pt x="1856975" y="3224332"/>
                  </a:lnTo>
                  <a:lnTo>
                    <a:pt x="1857132" y="3224332"/>
                  </a:lnTo>
                  <a:lnTo>
                    <a:pt x="1857290" y="3224332"/>
                  </a:lnTo>
                  <a:lnTo>
                    <a:pt x="1857290" y="3223902"/>
                  </a:lnTo>
                  <a:lnTo>
                    <a:pt x="1857290" y="3223471"/>
                  </a:lnTo>
                  <a:lnTo>
                    <a:pt x="1857290" y="3223041"/>
                  </a:lnTo>
                  <a:lnTo>
                    <a:pt x="1857448" y="3223041"/>
                  </a:lnTo>
                  <a:lnTo>
                    <a:pt x="1857448" y="3222610"/>
                  </a:lnTo>
                  <a:lnTo>
                    <a:pt x="1857448" y="3222179"/>
                  </a:lnTo>
                  <a:lnTo>
                    <a:pt x="1857448" y="3221749"/>
                  </a:lnTo>
                  <a:lnTo>
                    <a:pt x="1857448" y="3221318"/>
                  </a:lnTo>
                  <a:lnTo>
                    <a:pt x="1857448" y="3220888"/>
                  </a:lnTo>
                  <a:lnTo>
                    <a:pt x="1857448" y="3220457"/>
                  </a:lnTo>
                  <a:lnTo>
                    <a:pt x="1857605" y="3220457"/>
                  </a:lnTo>
                  <a:lnTo>
                    <a:pt x="1857605" y="3220026"/>
                  </a:lnTo>
                  <a:lnTo>
                    <a:pt x="1857763" y="3220026"/>
                  </a:lnTo>
                  <a:lnTo>
                    <a:pt x="1857763" y="3219596"/>
                  </a:lnTo>
                  <a:lnTo>
                    <a:pt x="1857921" y="3219596"/>
                  </a:lnTo>
                  <a:lnTo>
                    <a:pt x="1858079" y="3219596"/>
                  </a:lnTo>
                  <a:lnTo>
                    <a:pt x="1858079" y="3219165"/>
                  </a:lnTo>
                  <a:lnTo>
                    <a:pt x="1858236" y="3219165"/>
                  </a:lnTo>
                  <a:lnTo>
                    <a:pt x="1858394" y="3219165"/>
                  </a:lnTo>
                  <a:lnTo>
                    <a:pt x="1858552" y="3219165"/>
                  </a:lnTo>
                  <a:lnTo>
                    <a:pt x="1858552" y="3218735"/>
                  </a:lnTo>
                  <a:lnTo>
                    <a:pt x="1858709" y="3218735"/>
                  </a:lnTo>
                  <a:lnTo>
                    <a:pt x="1858867" y="3218735"/>
                  </a:lnTo>
                  <a:lnTo>
                    <a:pt x="1859025" y="3218735"/>
                  </a:lnTo>
                  <a:lnTo>
                    <a:pt x="1859183" y="3218735"/>
                  </a:lnTo>
                  <a:lnTo>
                    <a:pt x="1859340" y="3218735"/>
                  </a:lnTo>
                  <a:lnTo>
                    <a:pt x="1859498" y="3218735"/>
                  </a:lnTo>
                  <a:lnTo>
                    <a:pt x="1859498" y="3218304"/>
                  </a:lnTo>
                  <a:lnTo>
                    <a:pt x="1859656" y="3218304"/>
                  </a:lnTo>
                  <a:lnTo>
                    <a:pt x="1859813" y="3218304"/>
                  </a:lnTo>
                  <a:lnTo>
                    <a:pt x="1859971" y="3218304"/>
                  </a:lnTo>
                  <a:lnTo>
                    <a:pt x="1859971" y="3217873"/>
                  </a:lnTo>
                  <a:lnTo>
                    <a:pt x="1860129" y="3217873"/>
                  </a:lnTo>
                  <a:lnTo>
                    <a:pt x="1860129" y="3217443"/>
                  </a:lnTo>
                  <a:lnTo>
                    <a:pt x="1860287" y="3217443"/>
                  </a:lnTo>
                  <a:lnTo>
                    <a:pt x="1860444" y="3217443"/>
                  </a:lnTo>
                  <a:lnTo>
                    <a:pt x="1860602" y="3217443"/>
                  </a:lnTo>
                  <a:lnTo>
                    <a:pt x="1860760" y="3217443"/>
                  </a:lnTo>
                  <a:lnTo>
                    <a:pt x="1860760" y="3217012"/>
                  </a:lnTo>
                  <a:lnTo>
                    <a:pt x="1860917" y="3217012"/>
                  </a:lnTo>
                  <a:lnTo>
                    <a:pt x="1861075" y="3217012"/>
                  </a:lnTo>
                  <a:lnTo>
                    <a:pt x="1861233" y="3217012"/>
                  </a:lnTo>
                  <a:lnTo>
                    <a:pt x="1861391" y="3217012"/>
                  </a:lnTo>
                  <a:lnTo>
                    <a:pt x="1861391" y="3216582"/>
                  </a:lnTo>
                  <a:lnTo>
                    <a:pt x="1861548" y="3216582"/>
                  </a:lnTo>
                  <a:lnTo>
                    <a:pt x="1861706" y="3216582"/>
                  </a:lnTo>
                  <a:lnTo>
                    <a:pt x="1861706" y="3216151"/>
                  </a:lnTo>
                  <a:lnTo>
                    <a:pt x="1861864" y="3216151"/>
                  </a:lnTo>
                  <a:lnTo>
                    <a:pt x="1862021" y="3216151"/>
                  </a:lnTo>
                  <a:lnTo>
                    <a:pt x="1862021" y="3215720"/>
                  </a:lnTo>
                  <a:lnTo>
                    <a:pt x="1862179" y="3215720"/>
                  </a:lnTo>
                  <a:lnTo>
                    <a:pt x="1862337" y="3215720"/>
                  </a:lnTo>
                  <a:lnTo>
                    <a:pt x="1862337" y="3215290"/>
                  </a:lnTo>
                  <a:lnTo>
                    <a:pt x="1862495" y="3215290"/>
                  </a:lnTo>
                  <a:lnTo>
                    <a:pt x="1862652" y="3215290"/>
                  </a:lnTo>
                  <a:lnTo>
                    <a:pt x="1862810" y="3215290"/>
                  </a:lnTo>
                  <a:lnTo>
                    <a:pt x="1862810" y="3214859"/>
                  </a:lnTo>
                  <a:lnTo>
                    <a:pt x="1862968" y="3214859"/>
                  </a:lnTo>
                  <a:lnTo>
                    <a:pt x="1863126" y="3214859"/>
                  </a:lnTo>
                  <a:lnTo>
                    <a:pt x="1863283" y="3214859"/>
                  </a:lnTo>
                  <a:lnTo>
                    <a:pt x="1863283" y="3214429"/>
                  </a:lnTo>
                  <a:lnTo>
                    <a:pt x="1863441" y="3214429"/>
                  </a:lnTo>
                  <a:lnTo>
                    <a:pt x="1863599" y="3214429"/>
                  </a:lnTo>
                  <a:lnTo>
                    <a:pt x="1863756" y="3214429"/>
                  </a:lnTo>
                  <a:lnTo>
                    <a:pt x="1863914" y="3214429"/>
                  </a:lnTo>
                  <a:lnTo>
                    <a:pt x="1864072" y="3214429"/>
                  </a:lnTo>
                  <a:lnTo>
                    <a:pt x="1864230" y="3214429"/>
                  </a:lnTo>
                  <a:lnTo>
                    <a:pt x="1864387" y="3214429"/>
                  </a:lnTo>
                  <a:lnTo>
                    <a:pt x="1864545" y="3214429"/>
                  </a:lnTo>
                  <a:lnTo>
                    <a:pt x="1864703" y="3214429"/>
                  </a:lnTo>
                  <a:lnTo>
                    <a:pt x="1864860" y="3214429"/>
                  </a:lnTo>
                  <a:lnTo>
                    <a:pt x="1865018" y="3214429"/>
                  </a:lnTo>
                  <a:lnTo>
                    <a:pt x="1865018" y="3213998"/>
                  </a:lnTo>
                  <a:lnTo>
                    <a:pt x="1865176" y="3213998"/>
                  </a:lnTo>
                  <a:lnTo>
                    <a:pt x="1865334" y="3213998"/>
                  </a:lnTo>
                  <a:lnTo>
                    <a:pt x="1865334" y="3213567"/>
                  </a:lnTo>
                  <a:lnTo>
                    <a:pt x="1865491" y="3213567"/>
                  </a:lnTo>
                  <a:lnTo>
                    <a:pt x="1865649" y="3213567"/>
                  </a:lnTo>
                  <a:lnTo>
                    <a:pt x="1865807" y="3213567"/>
                  </a:lnTo>
                  <a:lnTo>
                    <a:pt x="1865964" y="3213567"/>
                  </a:lnTo>
                  <a:lnTo>
                    <a:pt x="1866122" y="3213567"/>
                  </a:lnTo>
                  <a:lnTo>
                    <a:pt x="1866280" y="3213567"/>
                  </a:lnTo>
                  <a:lnTo>
                    <a:pt x="1866438" y="3213567"/>
                  </a:lnTo>
                  <a:lnTo>
                    <a:pt x="1866595" y="3213567"/>
                  </a:lnTo>
                  <a:lnTo>
                    <a:pt x="1866753" y="3213567"/>
                  </a:lnTo>
                  <a:lnTo>
                    <a:pt x="1866911" y="3213567"/>
                  </a:lnTo>
                  <a:lnTo>
                    <a:pt x="1867068" y="3213567"/>
                  </a:lnTo>
                  <a:lnTo>
                    <a:pt x="1867226" y="3213567"/>
                  </a:lnTo>
                  <a:lnTo>
                    <a:pt x="1867384" y="3213567"/>
                  </a:lnTo>
                  <a:lnTo>
                    <a:pt x="1867542" y="3213567"/>
                  </a:lnTo>
                  <a:lnTo>
                    <a:pt x="1867699" y="3213567"/>
                  </a:lnTo>
                  <a:lnTo>
                    <a:pt x="1867857" y="3213567"/>
                  </a:lnTo>
                  <a:lnTo>
                    <a:pt x="1868015" y="3213567"/>
                  </a:lnTo>
                  <a:lnTo>
                    <a:pt x="1868173" y="3213567"/>
                  </a:lnTo>
                  <a:lnTo>
                    <a:pt x="1868173" y="3213137"/>
                  </a:lnTo>
                  <a:lnTo>
                    <a:pt x="1868330" y="3213137"/>
                  </a:lnTo>
                  <a:lnTo>
                    <a:pt x="1868488" y="3213137"/>
                  </a:lnTo>
                  <a:lnTo>
                    <a:pt x="1868646" y="3213137"/>
                  </a:lnTo>
                  <a:lnTo>
                    <a:pt x="1868803" y="3213137"/>
                  </a:lnTo>
                  <a:lnTo>
                    <a:pt x="1868961" y="3213137"/>
                  </a:lnTo>
                  <a:lnTo>
                    <a:pt x="1868961" y="3212706"/>
                  </a:lnTo>
                  <a:lnTo>
                    <a:pt x="1869119" y="3212706"/>
                  </a:lnTo>
                  <a:lnTo>
                    <a:pt x="1869277" y="3212706"/>
                  </a:lnTo>
                  <a:lnTo>
                    <a:pt x="1869277" y="3212276"/>
                  </a:lnTo>
                  <a:lnTo>
                    <a:pt x="1869277" y="3211845"/>
                  </a:lnTo>
                  <a:lnTo>
                    <a:pt x="1869277" y="3211414"/>
                  </a:lnTo>
                  <a:lnTo>
                    <a:pt x="1869434" y="3211414"/>
                  </a:lnTo>
                  <a:lnTo>
                    <a:pt x="1869592" y="3211414"/>
                  </a:lnTo>
                  <a:lnTo>
                    <a:pt x="1869592" y="3210984"/>
                  </a:lnTo>
                  <a:lnTo>
                    <a:pt x="1869750" y="3210984"/>
                  </a:lnTo>
                  <a:lnTo>
                    <a:pt x="1869907" y="3210984"/>
                  </a:lnTo>
                  <a:lnTo>
                    <a:pt x="1870065" y="3210984"/>
                  </a:lnTo>
                  <a:lnTo>
                    <a:pt x="1870065" y="3210553"/>
                  </a:lnTo>
                  <a:lnTo>
                    <a:pt x="1870223" y="3210553"/>
                  </a:lnTo>
                  <a:lnTo>
                    <a:pt x="1870223" y="3210123"/>
                  </a:lnTo>
                  <a:lnTo>
                    <a:pt x="1870223" y="3209692"/>
                  </a:lnTo>
                  <a:lnTo>
                    <a:pt x="1870381" y="3209692"/>
                  </a:lnTo>
                  <a:lnTo>
                    <a:pt x="1870381" y="3209261"/>
                  </a:lnTo>
                  <a:lnTo>
                    <a:pt x="1870381" y="3208831"/>
                  </a:lnTo>
                  <a:lnTo>
                    <a:pt x="1870538" y="3208831"/>
                  </a:lnTo>
                  <a:lnTo>
                    <a:pt x="1870696" y="3208831"/>
                  </a:lnTo>
                  <a:lnTo>
                    <a:pt x="1870854" y="3208831"/>
                  </a:lnTo>
                  <a:lnTo>
                    <a:pt x="1871011" y="3208831"/>
                  </a:lnTo>
                  <a:lnTo>
                    <a:pt x="1871011" y="3208400"/>
                  </a:lnTo>
                  <a:lnTo>
                    <a:pt x="1871169" y="3208400"/>
                  </a:lnTo>
                  <a:lnTo>
                    <a:pt x="1871327" y="3208400"/>
                  </a:lnTo>
                  <a:lnTo>
                    <a:pt x="1871327" y="3207970"/>
                  </a:lnTo>
                  <a:lnTo>
                    <a:pt x="1871485" y="3207970"/>
                  </a:lnTo>
                  <a:lnTo>
                    <a:pt x="1871642" y="3207970"/>
                  </a:lnTo>
                  <a:lnTo>
                    <a:pt x="1871642" y="3207539"/>
                  </a:lnTo>
                  <a:lnTo>
                    <a:pt x="1871800" y="3207539"/>
                  </a:lnTo>
                  <a:lnTo>
                    <a:pt x="1871958" y="3207539"/>
                  </a:lnTo>
                  <a:lnTo>
                    <a:pt x="1871958" y="3207108"/>
                  </a:lnTo>
                  <a:lnTo>
                    <a:pt x="1872115" y="3207108"/>
                  </a:lnTo>
                  <a:lnTo>
                    <a:pt x="1872273" y="3207108"/>
                  </a:lnTo>
                  <a:lnTo>
                    <a:pt x="1872431" y="3207108"/>
                  </a:lnTo>
                  <a:lnTo>
                    <a:pt x="1872589" y="3207108"/>
                  </a:lnTo>
                  <a:lnTo>
                    <a:pt x="1872746" y="3207108"/>
                  </a:lnTo>
                  <a:lnTo>
                    <a:pt x="1872746" y="3206678"/>
                  </a:lnTo>
                  <a:lnTo>
                    <a:pt x="1872904" y="3206678"/>
                  </a:lnTo>
                  <a:lnTo>
                    <a:pt x="1872904" y="3206247"/>
                  </a:lnTo>
                  <a:lnTo>
                    <a:pt x="1872904" y="3205817"/>
                  </a:lnTo>
                  <a:lnTo>
                    <a:pt x="1872904" y="3205386"/>
                  </a:lnTo>
                  <a:lnTo>
                    <a:pt x="1872904" y="3204955"/>
                  </a:lnTo>
                  <a:lnTo>
                    <a:pt x="1872904" y="3204525"/>
                  </a:lnTo>
                  <a:lnTo>
                    <a:pt x="1873062" y="3204525"/>
                  </a:lnTo>
                  <a:lnTo>
                    <a:pt x="1873219" y="3204525"/>
                  </a:lnTo>
                  <a:lnTo>
                    <a:pt x="1873219" y="3204094"/>
                  </a:lnTo>
                  <a:lnTo>
                    <a:pt x="1873377" y="3204094"/>
                  </a:lnTo>
                  <a:lnTo>
                    <a:pt x="1873377" y="3203664"/>
                  </a:lnTo>
                  <a:lnTo>
                    <a:pt x="1873377" y="3203233"/>
                  </a:lnTo>
                  <a:lnTo>
                    <a:pt x="1873535" y="3203233"/>
                  </a:lnTo>
                  <a:lnTo>
                    <a:pt x="1873693" y="3203233"/>
                  </a:lnTo>
                  <a:lnTo>
                    <a:pt x="1873693" y="3202802"/>
                  </a:lnTo>
                  <a:lnTo>
                    <a:pt x="1873850" y="3202802"/>
                  </a:lnTo>
                  <a:lnTo>
                    <a:pt x="1873850" y="3202372"/>
                  </a:lnTo>
                  <a:lnTo>
                    <a:pt x="1874008" y="3202372"/>
                  </a:lnTo>
                  <a:lnTo>
                    <a:pt x="1874166" y="3202372"/>
                  </a:lnTo>
                  <a:lnTo>
                    <a:pt x="1874324" y="3202372"/>
                  </a:lnTo>
                  <a:lnTo>
                    <a:pt x="1874481" y="3202372"/>
                  </a:lnTo>
                  <a:lnTo>
                    <a:pt x="1874639" y="3202372"/>
                  </a:lnTo>
                  <a:lnTo>
                    <a:pt x="1874797" y="3202372"/>
                  </a:lnTo>
                  <a:lnTo>
                    <a:pt x="1874797" y="3201941"/>
                  </a:lnTo>
                  <a:lnTo>
                    <a:pt x="1874954" y="3201941"/>
                  </a:lnTo>
                  <a:lnTo>
                    <a:pt x="1875112" y="3201941"/>
                  </a:lnTo>
                  <a:lnTo>
                    <a:pt x="1875270" y="3201941"/>
                  </a:lnTo>
                  <a:lnTo>
                    <a:pt x="1875428" y="3201941"/>
                  </a:lnTo>
                  <a:lnTo>
                    <a:pt x="1875428" y="3201511"/>
                  </a:lnTo>
                  <a:lnTo>
                    <a:pt x="1875428" y="3201080"/>
                  </a:lnTo>
                  <a:lnTo>
                    <a:pt x="1875585" y="3201080"/>
                  </a:lnTo>
                  <a:lnTo>
                    <a:pt x="1875743" y="3201080"/>
                  </a:lnTo>
                  <a:lnTo>
                    <a:pt x="1875743" y="3200649"/>
                  </a:lnTo>
                  <a:lnTo>
                    <a:pt x="1875901" y="3200649"/>
                  </a:lnTo>
                  <a:lnTo>
                    <a:pt x="1876058" y="3200649"/>
                  </a:lnTo>
                  <a:lnTo>
                    <a:pt x="1876216" y="3200649"/>
                  </a:lnTo>
                  <a:lnTo>
                    <a:pt x="1876374" y="3200649"/>
                  </a:lnTo>
                  <a:lnTo>
                    <a:pt x="1876532" y="3200649"/>
                  </a:lnTo>
                  <a:lnTo>
                    <a:pt x="1876689" y="3200649"/>
                  </a:lnTo>
                  <a:lnTo>
                    <a:pt x="1876847" y="3200649"/>
                  </a:lnTo>
                  <a:lnTo>
                    <a:pt x="1876847" y="3200219"/>
                  </a:lnTo>
                  <a:lnTo>
                    <a:pt x="1876847" y="3199788"/>
                  </a:lnTo>
                  <a:lnTo>
                    <a:pt x="1876847" y="3199358"/>
                  </a:lnTo>
                  <a:lnTo>
                    <a:pt x="1876847" y="3198927"/>
                  </a:lnTo>
                  <a:lnTo>
                    <a:pt x="1876847" y="3198496"/>
                  </a:lnTo>
                  <a:lnTo>
                    <a:pt x="1877005" y="3198496"/>
                  </a:lnTo>
                  <a:lnTo>
                    <a:pt x="1877162" y="3198496"/>
                  </a:lnTo>
                  <a:lnTo>
                    <a:pt x="1877320" y="3198496"/>
                  </a:lnTo>
                  <a:lnTo>
                    <a:pt x="1877478" y="3198496"/>
                  </a:lnTo>
                  <a:lnTo>
                    <a:pt x="1877478" y="3198066"/>
                  </a:lnTo>
                  <a:lnTo>
                    <a:pt x="1877478" y="3197635"/>
                  </a:lnTo>
                  <a:lnTo>
                    <a:pt x="1877478" y="3197205"/>
                  </a:lnTo>
                  <a:lnTo>
                    <a:pt x="1877478" y="3196774"/>
                  </a:lnTo>
                  <a:lnTo>
                    <a:pt x="1877478" y="3196343"/>
                  </a:lnTo>
                  <a:lnTo>
                    <a:pt x="1877636" y="3196343"/>
                  </a:lnTo>
                  <a:lnTo>
                    <a:pt x="1877793" y="3196343"/>
                  </a:lnTo>
                  <a:lnTo>
                    <a:pt x="1877793" y="3195913"/>
                  </a:lnTo>
                  <a:lnTo>
                    <a:pt x="1877951" y="3195913"/>
                  </a:lnTo>
                  <a:lnTo>
                    <a:pt x="1878109" y="3195913"/>
                  </a:lnTo>
                  <a:lnTo>
                    <a:pt x="1878266" y="3195913"/>
                  </a:lnTo>
                  <a:lnTo>
                    <a:pt x="1878266" y="3195482"/>
                  </a:lnTo>
                  <a:lnTo>
                    <a:pt x="1878424" y="3195482"/>
                  </a:lnTo>
                  <a:lnTo>
                    <a:pt x="1878582" y="3195482"/>
                  </a:lnTo>
                  <a:lnTo>
                    <a:pt x="1878582" y="3195052"/>
                  </a:lnTo>
                  <a:lnTo>
                    <a:pt x="1878740" y="3195052"/>
                  </a:lnTo>
                  <a:lnTo>
                    <a:pt x="1878740" y="3194621"/>
                  </a:lnTo>
                  <a:lnTo>
                    <a:pt x="1878897" y="3194621"/>
                  </a:lnTo>
                  <a:lnTo>
                    <a:pt x="1879055" y="3194621"/>
                  </a:lnTo>
                  <a:lnTo>
                    <a:pt x="1879055" y="3194190"/>
                  </a:lnTo>
                  <a:lnTo>
                    <a:pt x="1879055" y="3193760"/>
                  </a:lnTo>
                  <a:lnTo>
                    <a:pt x="1879213" y="3193760"/>
                  </a:lnTo>
                  <a:lnTo>
                    <a:pt x="1879213" y="3193329"/>
                  </a:lnTo>
                  <a:lnTo>
                    <a:pt x="1879213" y="3192899"/>
                  </a:lnTo>
                  <a:lnTo>
                    <a:pt x="1879371" y="3192899"/>
                  </a:lnTo>
                  <a:lnTo>
                    <a:pt x="1879371" y="3192468"/>
                  </a:lnTo>
                  <a:lnTo>
                    <a:pt x="1879371" y="3192037"/>
                  </a:lnTo>
                  <a:lnTo>
                    <a:pt x="1879371" y="3191607"/>
                  </a:lnTo>
                  <a:lnTo>
                    <a:pt x="1879528" y="3191607"/>
                  </a:lnTo>
                  <a:lnTo>
                    <a:pt x="1879686" y="3191607"/>
                  </a:lnTo>
                  <a:lnTo>
                    <a:pt x="1879686" y="3191176"/>
                  </a:lnTo>
                  <a:lnTo>
                    <a:pt x="1879686" y="3190746"/>
                  </a:lnTo>
                  <a:lnTo>
                    <a:pt x="1879686" y="3190315"/>
                  </a:lnTo>
                  <a:lnTo>
                    <a:pt x="1879844" y="3190315"/>
                  </a:lnTo>
                  <a:lnTo>
                    <a:pt x="1879844" y="3189884"/>
                  </a:lnTo>
                  <a:lnTo>
                    <a:pt x="1879844" y="3189454"/>
                  </a:lnTo>
                  <a:lnTo>
                    <a:pt x="1880001" y="3189454"/>
                  </a:lnTo>
                  <a:lnTo>
                    <a:pt x="1880001" y="3189023"/>
                  </a:lnTo>
                  <a:lnTo>
                    <a:pt x="1880159" y="3189023"/>
                  </a:lnTo>
                  <a:lnTo>
                    <a:pt x="1880159" y="3188593"/>
                  </a:lnTo>
                  <a:lnTo>
                    <a:pt x="1880317" y="3188593"/>
                  </a:lnTo>
                  <a:lnTo>
                    <a:pt x="1880475" y="3188593"/>
                  </a:lnTo>
                  <a:lnTo>
                    <a:pt x="1880475" y="3188162"/>
                  </a:lnTo>
                  <a:lnTo>
                    <a:pt x="1880632" y="3188162"/>
                  </a:lnTo>
                  <a:lnTo>
                    <a:pt x="1880790" y="3188162"/>
                  </a:lnTo>
                  <a:lnTo>
                    <a:pt x="1880790" y="3187731"/>
                  </a:lnTo>
                  <a:lnTo>
                    <a:pt x="1880948" y="3187731"/>
                  </a:lnTo>
                  <a:lnTo>
                    <a:pt x="1881105" y="3187731"/>
                  </a:lnTo>
                  <a:lnTo>
                    <a:pt x="1881105" y="3187301"/>
                  </a:lnTo>
                  <a:lnTo>
                    <a:pt x="1881105" y="3186870"/>
                  </a:lnTo>
                  <a:lnTo>
                    <a:pt x="1881105" y="3186440"/>
                  </a:lnTo>
                  <a:lnTo>
                    <a:pt x="1881105" y="3186009"/>
                  </a:lnTo>
                  <a:lnTo>
                    <a:pt x="1881105" y="3185578"/>
                  </a:lnTo>
                  <a:lnTo>
                    <a:pt x="1881263" y="3185578"/>
                  </a:lnTo>
                  <a:lnTo>
                    <a:pt x="1881263" y="3185148"/>
                  </a:lnTo>
                  <a:lnTo>
                    <a:pt x="1881421" y="3185148"/>
                  </a:lnTo>
                  <a:lnTo>
                    <a:pt x="1881421" y="3184717"/>
                  </a:lnTo>
                  <a:lnTo>
                    <a:pt x="1881579" y="3184717"/>
                  </a:lnTo>
                  <a:lnTo>
                    <a:pt x="1881579" y="3184287"/>
                  </a:lnTo>
                  <a:lnTo>
                    <a:pt x="1881736" y="3184287"/>
                  </a:lnTo>
                  <a:lnTo>
                    <a:pt x="1881894" y="3184287"/>
                  </a:lnTo>
                  <a:lnTo>
                    <a:pt x="1882052" y="3184287"/>
                  </a:lnTo>
                  <a:lnTo>
                    <a:pt x="1882209" y="3184287"/>
                  </a:lnTo>
                  <a:lnTo>
                    <a:pt x="1882367" y="3184287"/>
                  </a:lnTo>
                  <a:lnTo>
                    <a:pt x="1882525" y="3184287"/>
                  </a:lnTo>
                  <a:lnTo>
                    <a:pt x="1882683" y="3184287"/>
                  </a:lnTo>
                  <a:lnTo>
                    <a:pt x="1882840" y="3184287"/>
                  </a:lnTo>
                  <a:lnTo>
                    <a:pt x="1882998" y="3184287"/>
                  </a:lnTo>
                  <a:lnTo>
                    <a:pt x="1882998" y="3183856"/>
                  </a:lnTo>
                  <a:lnTo>
                    <a:pt x="1883156" y="3183856"/>
                  </a:lnTo>
                  <a:lnTo>
                    <a:pt x="1883313" y="3183856"/>
                  </a:lnTo>
                  <a:lnTo>
                    <a:pt x="1883471" y="3183856"/>
                  </a:lnTo>
                  <a:lnTo>
                    <a:pt x="1883629" y="3183856"/>
                  </a:lnTo>
                  <a:lnTo>
                    <a:pt x="1883629" y="3183425"/>
                  </a:lnTo>
                  <a:lnTo>
                    <a:pt x="1883787" y="3183425"/>
                  </a:lnTo>
                  <a:lnTo>
                    <a:pt x="1883944" y="3183425"/>
                  </a:lnTo>
                  <a:lnTo>
                    <a:pt x="1883944" y="3182995"/>
                  </a:lnTo>
                  <a:lnTo>
                    <a:pt x="1884102" y="3182995"/>
                  </a:lnTo>
                  <a:lnTo>
                    <a:pt x="1884260" y="3182995"/>
                  </a:lnTo>
                  <a:lnTo>
                    <a:pt x="1884417" y="3182995"/>
                  </a:lnTo>
                  <a:lnTo>
                    <a:pt x="1884417" y="3182564"/>
                  </a:lnTo>
                  <a:lnTo>
                    <a:pt x="1884575" y="3182564"/>
                  </a:lnTo>
                  <a:lnTo>
                    <a:pt x="1884733" y="3182564"/>
                  </a:lnTo>
                  <a:lnTo>
                    <a:pt x="1884733" y="3182134"/>
                  </a:lnTo>
                  <a:lnTo>
                    <a:pt x="1884891" y="3182134"/>
                  </a:lnTo>
                  <a:lnTo>
                    <a:pt x="1885048" y="3182134"/>
                  </a:lnTo>
                  <a:lnTo>
                    <a:pt x="1885206" y="3182134"/>
                  </a:lnTo>
                  <a:lnTo>
                    <a:pt x="1885364" y="3182134"/>
                  </a:lnTo>
                  <a:lnTo>
                    <a:pt x="1885364" y="3181703"/>
                  </a:lnTo>
                  <a:lnTo>
                    <a:pt x="1885522" y="3181703"/>
                  </a:lnTo>
                  <a:lnTo>
                    <a:pt x="1885679" y="3181703"/>
                  </a:lnTo>
                  <a:lnTo>
                    <a:pt x="1885837" y="3181703"/>
                  </a:lnTo>
                  <a:lnTo>
                    <a:pt x="1885995" y="3181703"/>
                  </a:lnTo>
                  <a:lnTo>
                    <a:pt x="1886152" y="3181703"/>
                  </a:lnTo>
                  <a:lnTo>
                    <a:pt x="1886310" y="3181703"/>
                  </a:lnTo>
                  <a:lnTo>
                    <a:pt x="1886468" y="3181703"/>
                  </a:lnTo>
                  <a:lnTo>
                    <a:pt x="1886468" y="3181272"/>
                  </a:lnTo>
                  <a:lnTo>
                    <a:pt x="1886468" y="3180842"/>
                  </a:lnTo>
                  <a:lnTo>
                    <a:pt x="1886626" y="3180842"/>
                  </a:lnTo>
                  <a:lnTo>
                    <a:pt x="1886626" y="3180411"/>
                  </a:lnTo>
                  <a:lnTo>
                    <a:pt x="1886783" y="3180411"/>
                  </a:lnTo>
                  <a:lnTo>
                    <a:pt x="1886941" y="3180411"/>
                  </a:lnTo>
                  <a:lnTo>
                    <a:pt x="1887099" y="3180411"/>
                  </a:lnTo>
                  <a:lnTo>
                    <a:pt x="1887256" y="3180411"/>
                  </a:lnTo>
                  <a:lnTo>
                    <a:pt x="1887256" y="3179981"/>
                  </a:lnTo>
                  <a:lnTo>
                    <a:pt x="1887256" y="3179550"/>
                  </a:lnTo>
                  <a:lnTo>
                    <a:pt x="1887256" y="3179119"/>
                  </a:lnTo>
                  <a:lnTo>
                    <a:pt x="1887256" y="3178689"/>
                  </a:lnTo>
                  <a:lnTo>
                    <a:pt x="1887414" y="3178689"/>
                  </a:lnTo>
                  <a:lnTo>
                    <a:pt x="1887414" y="3178258"/>
                  </a:lnTo>
                  <a:lnTo>
                    <a:pt x="1887414" y="3177828"/>
                  </a:lnTo>
                  <a:lnTo>
                    <a:pt x="1887414" y="3177397"/>
                  </a:lnTo>
                  <a:lnTo>
                    <a:pt x="1887414" y="3176966"/>
                  </a:lnTo>
                  <a:lnTo>
                    <a:pt x="1887572" y="3176966"/>
                  </a:lnTo>
                  <a:lnTo>
                    <a:pt x="1887572" y="3176536"/>
                  </a:lnTo>
                  <a:lnTo>
                    <a:pt x="1887572" y="3176105"/>
                  </a:lnTo>
                  <a:lnTo>
                    <a:pt x="1887730" y="3176105"/>
                  </a:lnTo>
                  <a:lnTo>
                    <a:pt x="1887730" y="3175675"/>
                  </a:lnTo>
                  <a:lnTo>
                    <a:pt x="1887730" y="3175244"/>
                  </a:lnTo>
                  <a:lnTo>
                    <a:pt x="1887887" y="3175244"/>
                  </a:lnTo>
                  <a:lnTo>
                    <a:pt x="1888045" y="3175244"/>
                  </a:lnTo>
                  <a:lnTo>
                    <a:pt x="1888045" y="3174813"/>
                  </a:lnTo>
                  <a:lnTo>
                    <a:pt x="1888203" y="3174813"/>
                  </a:lnTo>
                  <a:lnTo>
                    <a:pt x="1888360" y="3174813"/>
                  </a:lnTo>
                  <a:lnTo>
                    <a:pt x="1888518" y="3174813"/>
                  </a:lnTo>
                  <a:lnTo>
                    <a:pt x="1888676" y="3174813"/>
                  </a:lnTo>
                  <a:lnTo>
                    <a:pt x="1888834" y="3174813"/>
                  </a:lnTo>
                  <a:lnTo>
                    <a:pt x="1888991" y="3174813"/>
                  </a:lnTo>
                  <a:lnTo>
                    <a:pt x="1888991" y="3174383"/>
                  </a:lnTo>
                  <a:lnTo>
                    <a:pt x="1888991" y="3173952"/>
                  </a:lnTo>
                  <a:lnTo>
                    <a:pt x="1889149" y="3173952"/>
                  </a:lnTo>
                  <a:lnTo>
                    <a:pt x="1889307" y="3173952"/>
                  </a:lnTo>
                  <a:lnTo>
                    <a:pt x="1889464" y="3173952"/>
                  </a:lnTo>
                  <a:lnTo>
                    <a:pt x="1889622" y="3173952"/>
                  </a:lnTo>
                  <a:lnTo>
                    <a:pt x="1889780" y="3173952"/>
                  </a:lnTo>
                  <a:lnTo>
                    <a:pt x="1889938" y="3173952"/>
                  </a:lnTo>
                  <a:lnTo>
                    <a:pt x="1890095" y="3173952"/>
                  </a:lnTo>
                  <a:lnTo>
                    <a:pt x="1890253" y="3173952"/>
                  </a:lnTo>
                  <a:lnTo>
                    <a:pt x="1890411" y="3173952"/>
                  </a:lnTo>
                  <a:lnTo>
                    <a:pt x="1890569" y="3173952"/>
                  </a:lnTo>
                  <a:lnTo>
                    <a:pt x="1890569" y="3173522"/>
                  </a:lnTo>
                  <a:lnTo>
                    <a:pt x="1890726" y="3173522"/>
                  </a:lnTo>
                  <a:lnTo>
                    <a:pt x="1890884" y="3173522"/>
                  </a:lnTo>
                  <a:lnTo>
                    <a:pt x="1891042" y="3173522"/>
                  </a:lnTo>
                  <a:lnTo>
                    <a:pt x="1891199" y="3173522"/>
                  </a:lnTo>
                  <a:lnTo>
                    <a:pt x="1891357" y="3173522"/>
                  </a:lnTo>
                  <a:lnTo>
                    <a:pt x="1891515" y="3173522"/>
                  </a:lnTo>
                  <a:lnTo>
                    <a:pt x="1891673" y="3173522"/>
                  </a:lnTo>
                  <a:lnTo>
                    <a:pt x="1891830" y="3173522"/>
                  </a:lnTo>
                  <a:lnTo>
                    <a:pt x="1891988" y="3173522"/>
                  </a:lnTo>
                  <a:lnTo>
                    <a:pt x="1891988" y="3173091"/>
                  </a:lnTo>
                  <a:lnTo>
                    <a:pt x="1892146" y="3173091"/>
                  </a:lnTo>
                  <a:lnTo>
                    <a:pt x="1892303" y="3173091"/>
                  </a:lnTo>
                  <a:lnTo>
                    <a:pt x="1892303" y="3172660"/>
                  </a:lnTo>
                  <a:lnTo>
                    <a:pt x="1892303" y="3172230"/>
                  </a:lnTo>
                  <a:lnTo>
                    <a:pt x="1892461" y="3172230"/>
                  </a:lnTo>
                  <a:lnTo>
                    <a:pt x="1892619" y="3172230"/>
                  </a:lnTo>
                  <a:lnTo>
                    <a:pt x="1892777" y="3172230"/>
                  </a:lnTo>
                  <a:lnTo>
                    <a:pt x="1892934" y="3172230"/>
                  </a:lnTo>
                  <a:lnTo>
                    <a:pt x="1893092" y="3172230"/>
                  </a:lnTo>
                  <a:lnTo>
                    <a:pt x="1893250" y="3172230"/>
                  </a:lnTo>
                  <a:lnTo>
                    <a:pt x="1893407" y="3172230"/>
                  </a:lnTo>
                  <a:lnTo>
                    <a:pt x="1893565" y="3172230"/>
                  </a:lnTo>
                  <a:lnTo>
                    <a:pt x="1893723" y="3172230"/>
                  </a:lnTo>
                  <a:lnTo>
                    <a:pt x="1893881" y="3172230"/>
                  </a:lnTo>
                  <a:lnTo>
                    <a:pt x="1893881" y="3171799"/>
                  </a:lnTo>
                  <a:lnTo>
                    <a:pt x="1894038" y="3171799"/>
                  </a:lnTo>
                  <a:lnTo>
                    <a:pt x="1894196" y="3171799"/>
                  </a:lnTo>
                  <a:lnTo>
                    <a:pt x="1894196" y="3171369"/>
                  </a:lnTo>
                  <a:lnTo>
                    <a:pt x="1894354" y="3171369"/>
                  </a:lnTo>
                  <a:lnTo>
                    <a:pt x="1894511" y="3171369"/>
                  </a:lnTo>
                  <a:lnTo>
                    <a:pt x="1894511" y="3170938"/>
                  </a:lnTo>
                  <a:lnTo>
                    <a:pt x="1894511" y="3170507"/>
                  </a:lnTo>
                  <a:lnTo>
                    <a:pt x="1894511" y="3170077"/>
                  </a:lnTo>
                  <a:lnTo>
                    <a:pt x="1894511" y="3169646"/>
                  </a:lnTo>
                  <a:lnTo>
                    <a:pt x="1894511" y="3169216"/>
                  </a:lnTo>
                  <a:lnTo>
                    <a:pt x="1894511" y="3168785"/>
                  </a:lnTo>
                  <a:lnTo>
                    <a:pt x="1894669" y="3168785"/>
                  </a:lnTo>
                  <a:lnTo>
                    <a:pt x="1894827" y="3168785"/>
                  </a:lnTo>
                  <a:lnTo>
                    <a:pt x="1894985" y="3168785"/>
                  </a:lnTo>
                  <a:lnTo>
                    <a:pt x="1894985" y="3168354"/>
                  </a:lnTo>
                  <a:lnTo>
                    <a:pt x="1895142" y="3168354"/>
                  </a:lnTo>
                  <a:lnTo>
                    <a:pt x="1895300" y="3168354"/>
                  </a:lnTo>
                  <a:lnTo>
                    <a:pt x="1895458" y="3168354"/>
                  </a:lnTo>
                  <a:lnTo>
                    <a:pt x="1895458" y="3167924"/>
                  </a:lnTo>
                  <a:lnTo>
                    <a:pt x="1895458" y="3167493"/>
                  </a:lnTo>
                  <a:lnTo>
                    <a:pt x="1895615" y="3167493"/>
                  </a:lnTo>
                  <a:lnTo>
                    <a:pt x="1895615" y="3167063"/>
                  </a:lnTo>
                  <a:lnTo>
                    <a:pt x="1895773" y="3167063"/>
                  </a:lnTo>
                  <a:lnTo>
                    <a:pt x="1895773" y="3166632"/>
                  </a:lnTo>
                  <a:lnTo>
                    <a:pt x="1895931" y="3166632"/>
                  </a:lnTo>
                  <a:lnTo>
                    <a:pt x="1896089" y="3166632"/>
                  </a:lnTo>
                  <a:lnTo>
                    <a:pt x="1896089" y="3166201"/>
                  </a:lnTo>
                  <a:lnTo>
                    <a:pt x="1896246" y="3166201"/>
                  </a:lnTo>
                  <a:lnTo>
                    <a:pt x="1896404" y="3166201"/>
                  </a:lnTo>
                  <a:lnTo>
                    <a:pt x="1896562" y="3166201"/>
                  </a:lnTo>
                  <a:lnTo>
                    <a:pt x="1896562" y="3165771"/>
                  </a:lnTo>
                  <a:lnTo>
                    <a:pt x="1896562" y="3165340"/>
                  </a:lnTo>
                  <a:lnTo>
                    <a:pt x="1896720" y="3165340"/>
                  </a:lnTo>
                  <a:lnTo>
                    <a:pt x="1896877" y="3165340"/>
                  </a:lnTo>
                  <a:lnTo>
                    <a:pt x="1897035" y="3165340"/>
                  </a:lnTo>
                  <a:lnTo>
                    <a:pt x="1897193" y="3165340"/>
                  </a:lnTo>
                  <a:lnTo>
                    <a:pt x="1897350" y="3165340"/>
                  </a:lnTo>
                  <a:lnTo>
                    <a:pt x="1897508" y="3165340"/>
                  </a:lnTo>
                  <a:lnTo>
                    <a:pt x="1897666" y="3165340"/>
                  </a:lnTo>
                  <a:lnTo>
                    <a:pt x="1897666" y="3164910"/>
                  </a:lnTo>
                  <a:lnTo>
                    <a:pt x="1897666" y="3164479"/>
                  </a:lnTo>
                  <a:lnTo>
                    <a:pt x="1897824" y="3164479"/>
                  </a:lnTo>
                  <a:lnTo>
                    <a:pt x="1897981" y="3164479"/>
                  </a:lnTo>
                  <a:lnTo>
                    <a:pt x="1897981" y="3164048"/>
                  </a:lnTo>
                  <a:lnTo>
                    <a:pt x="1898139" y="3164048"/>
                  </a:lnTo>
                  <a:lnTo>
                    <a:pt x="1898139" y="3163618"/>
                  </a:lnTo>
                  <a:lnTo>
                    <a:pt x="1898297" y="3163618"/>
                  </a:lnTo>
                  <a:lnTo>
                    <a:pt x="1898297" y="3163187"/>
                  </a:lnTo>
                  <a:lnTo>
                    <a:pt x="1898454" y="3163187"/>
                  </a:lnTo>
                  <a:lnTo>
                    <a:pt x="1898612" y="3163187"/>
                  </a:lnTo>
                  <a:lnTo>
                    <a:pt x="1898612" y="3162757"/>
                  </a:lnTo>
                  <a:lnTo>
                    <a:pt x="1898612" y="3162326"/>
                  </a:lnTo>
                  <a:lnTo>
                    <a:pt x="1898770" y="3162326"/>
                  </a:lnTo>
                  <a:lnTo>
                    <a:pt x="1898770" y="3161895"/>
                  </a:lnTo>
                  <a:lnTo>
                    <a:pt x="1898928" y="3161895"/>
                  </a:lnTo>
                  <a:lnTo>
                    <a:pt x="1899085" y="3161895"/>
                  </a:lnTo>
                  <a:lnTo>
                    <a:pt x="1899243" y="3161895"/>
                  </a:lnTo>
                  <a:lnTo>
                    <a:pt x="1899243" y="3161465"/>
                  </a:lnTo>
                  <a:lnTo>
                    <a:pt x="1899401" y="3161465"/>
                  </a:lnTo>
                  <a:lnTo>
                    <a:pt x="1899558" y="3161465"/>
                  </a:lnTo>
                  <a:lnTo>
                    <a:pt x="1899716" y="3161465"/>
                  </a:lnTo>
                  <a:lnTo>
                    <a:pt x="1899716" y="3161034"/>
                  </a:lnTo>
                  <a:lnTo>
                    <a:pt x="1899874" y="3161034"/>
                  </a:lnTo>
                  <a:lnTo>
                    <a:pt x="1900032" y="3161034"/>
                  </a:lnTo>
                  <a:lnTo>
                    <a:pt x="1900189" y="3161034"/>
                  </a:lnTo>
                  <a:lnTo>
                    <a:pt x="1900347" y="3161034"/>
                  </a:lnTo>
                  <a:lnTo>
                    <a:pt x="1900505" y="3161034"/>
                  </a:lnTo>
                  <a:lnTo>
                    <a:pt x="1900662" y="3161034"/>
                  </a:lnTo>
                  <a:lnTo>
                    <a:pt x="1900820" y="3161034"/>
                  </a:lnTo>
                  <a:lnTo>
                    <a:pt x="1900978" y="3161034"/>
                  </a:lnTo>
                  <a:lnTo>
                    <a:pt x="1901136" y="3161034"/>
                  </a:lnTo>
                  <a:lnTo>
                    <a:pt x="1901293" y="3161034"/>
                  </a:lnTo>
                  <a:lnTo>
                    <a:pt x="1901451" y="3161034"/>
                  </a:lnTo>
                  <a:lnTo>
                    <a:pt x="1901451" y="3160604"/>
                  </a:lnTo>
                  <a:lnTo>
                    <a:pt x="1901609" y="3160604"/>
                  </a:lnTo>
                  <a:lnTo>
                    <a:pt x="1901766" y="3160604"/>
                  </a:lnTo>
                  <a:lnTo>
                    <a:pt x="1901766" y="3160173"/>
                  </a:lnTo>
                  <a:lnTo>
                    <a:pt x="1901924" y="3160173"/>
                  </a:lnTo>
                  <a:lnTo>
                    <a:pt x="1901924" y="3159742"/>
                  </a:lnTo>
                  <a:lnTo>
                    <a:pt x="1901924" y="3159312"/>
                  </a:lnTo>
                  <a:lnTo>
                    <a:pt x="1901924" y="3158881"/>
                  </a:lnTo>
                  <a:lnTo>
                    <a:pt x="1902082" y="3158881"/>
                  </a:lnTo>
                  <a:lnTo>
                    <a:pt x="1902240" y="3158881"/>
                  </a:lnTo>
                  <a:lnTo>
                    <a:pt x="1902397" y="3158881"/>
                  </a:lnTo>
                  <a:lnTo>
                    <a:pt x="1902555" y="3158881"/>
                  </a:lnTo>
                  <a:lnTo>
                    <a:pt x="1902555" y="3158451"/>
                  </a:lnTo>
                  <a:lnTo>
                    <a:pt x="1902713" y="3158451"/>
                  </a:lnTo>
                  <a:lnTo>
                    <a:pt x="1902871" y="3158451"/>
                  </a:lnTo>
                  <a:lnTo>
                    <a:pt x="1902871" y="3158020"/>
                  </a:lnTo>
                  <a:lnTo>
                    <a:pt x="1903028" y="3158020"/>
                  </a:lnTo>
                  <a:lnTo>
                    <a:pt x="1903186" y="3158020"/>
                  </a:lnTo>
                  <a:lnTo>
                    <a:pt x="1903344" y="3158020"/>
                  </a:lnTo>
                  <a:lnTo>
                    <a:pt x="1903344" y="3157589"/>
                  </a:lnTo>
                  <a:lnTo>
                    <a:pt x="1903501" y="3157589"/>
                  </a:lnTo>
                  <a:lnTo>
                    <a:pt x="1903659" y="3157589"/>
                  </a:lnTo>
                  <a:lnTo>
                    <a:pt x="1903817" y="3157589"/>
                  </a:lnTo>
                  <a:lnTo>
                    <a:pt x="1903817" y="3157159"/>
                  </a:lnTo>
                  <a:lnTo>
                    <a:pt x="1903817" y="3156728"/>
                  </a:lnTo>
                  <a:lnTo>
                    <a:pt x="1903975" y="3156728"/>
                  </a:lnTo>
                  <a:lnTo>
                    <a:pt x="1904132" y="3156728"/>
                  </a:lnTo>
                  <a:lnTo>
                    <a:pt x="1904290" y="3156728"/>
                  </a:lnTo>
                  <a:lnTo>
                    <a:pt x="1904448" y="3156728"/>
                  </a:lnTo>
                  <a:lnTo>
                    <a:pt x="1904605" y="3156728"/>
                  </a:lnTo>
                  <a:lnTo>
                    <a:pt x="1904605" y="3156298"/>
                  </a:lnTo>
                  <a:lnTo>
                    <a:pt x="1904763" y="3156298"/>
                  </a:lnTo>
                  <a:lnTo>
                    <a:pt x="1904921" y="3156298"/>
                  </a:lnTo>
                  <a:lnTo>
                    <a:pt x="1905079" y="3156298"/>
                  </a:lnTo>
                  <a:lnTo>
                    <a:pt x="1905236" y="3156298"/>
                  </a:lnTo>
                  <a:lnTo>
                    <a:pt x="1905236" y="3155867"/>
                  </a:lnTo>
                  <a:lnTo>
                    <a:pt x="1905394" y="3155867"/>
                  </a:lnTo>
                  <a:lnTo>
                    <a:pt x="1905552" y="3155867"/>
                  </a:lnTo>
                  <a:lnTo>
                    <a:pt x="1905709" y="3155867"/>
                  </a:lnTo>
                  <a:lnTo>
                    <a:pt x="1905867" y="3155867"/>
                  </a:lnTo>
                  <a:lnTo>
                    <a:pt x="1906025" y="3155867"/>
                  </a:lnTo>
                  <a:lnTo>
                    <a:pt x="1906025" y="3155436"/>
                  </a:lnTo>
                  <a:lnTo>
                    <a:pt x="1906183" y="3155436"/>
                  </a:lnTo>
                  <a:lnTo>
                    <a:pt x="1906340" y="3155436"/>
                  </a:lnTo>
                  <a:lnTo>
                    <a:pt x="1906498" y="3155436"/>
                  </a:lnTo>
                  <a:lnTo>
                    <a:pt x="1906656" y="3155436"/>
                  </a:lnTo>
                  <a:lnTo>
                    <a:pt x="1906656" y="3155006"/>
                  </a:lnTo>
                  <a:lnTo>
                    <a:pt x="1906656" y="3154575"/>
                  </a:lnTo>
                  <a:lnTo>
                    <a:pt x="1906656" y="3154145"/>
                  </a:lnTo>
                  <a:lnTo>
                    <a:pt x="1906813" y="3154145"/>
                  </a:lnTo>
                  <a:lnTo>
                    <a:pt x="1906971" y="3154145"/>
                  </a:lnTo>
                  <a:lnTo>
                    <a:pt x="1907129" y="3154145"/>
                  </a:lnTo>
                  <a:lnTo>
                    <a:pt x="1907287" y="3154145"/>
                  </a:lnTo>
                  <a:lnTo>
                    <a:pt x="1907444" y="3154145"/>
                  </a:lnTo>
                  <a:lnTo>
                    <a:pt x="1907602" y="3154145"/>
                  </a:lnTo>
                  <a:lnTo>
                    <a:pt x="1907602" y="3153714"/>
                  </a:lnTo>
                  <a:lnTo>
                    <a:pt x="1907760" y="3153714"/>
                  </a:lnTo>
                  <a:lnTo>
                    <a:pt x="1907918" y="3153714"/>
                  </a:lnTo>
                  <a:lnTo>
                    <a:pt x="1907918" y="3153283"/>
                  </a:lnTo>
                  <a:lnTo>
                    <a:pt x="1908075" y="3153283"/>
                  </a:lnTo>
                  <a:lnTo>
                    <a:pt x="1908233" y="3153283"/>
                  </a:lnTo>
                  <a:lnTo>
                    <a:pt x="1908233" y="3152853"/>
                  </a:lnTo>
                  <a:lnTo>
                    <a:pt x="1908233" y="3152422"/>
                  </a:lnTo>
                  <a:lnTo>
                    <a:pt x="1908391" y="3152422"/>
                  </a:lnTo>
                  <a:lnTo>
                    <a:pt x="1908391" y="3151992"/>
                  </a:lnTo>
                  <a:lnTo>
                    <a:pt x="1908548" y="3151992"/>
                  </a:lnTo>
                  <a:lnTo>
                    <a:pt x="1908548" y="3151561"/>
                  </a:lnTo>
                  <a:lnTo>
                    <a:pt x="1908706" y="3151561"/>
                  </a:lnTo>
                  <a:lnTo>
                    <a:pt x="1908864" y="3151561"/>
                  </a:lnTo>
                  <a:lnTo>
                    <a:pt x="1909022" y="3151561"/>
                  </a:lnTo>
                  <a:lnTo>
                    <a:pt x="1909179" y="3151561"/>
                  </a:lnTo>
                  <a:lnTo>
                    <a:pt x="1909337" y="3151561"/>
                  </a:lnTo>
                  <a:lnTo>
                    <a:pt x="1909337" y="3151130"/>
                  </a:lnTo>
                  <a:lnTo>
                    <a:pt x="1909337" y="3150700"/>
                  </a:lnTo>
                  <a:lnTo>
                    <a:pt x="1909337" y="3150269"/>
                  </a:lnTo>
                  <a:lnTo>
                    <a:pt x="1909495" y="3150269"/>
                  </a:lnTo>
                  <a:lnTo>
                    <a:pt x="1909652" y="3150269"/>
                  </a:lnTo>
                  <a:lnTo>
                    <a:pt x="1909810" y="3150269"/>
                  </a:lnTo>
                  <a:lnTo>
                    <a:pt x="1909968" y="3150269"/>
                  </a:lnTo>
                  <a:lnTo>
                    <a:pt x="1910126" y="3150269"/>
                  </a:lnTo>
                  <a:lnTo>
                    <a:pt x="1910126" y="3149839"/>
                  </a:lnTo>
                  <a:lnTo>
                    <a:pt x="1910283" y="3149839"/>
                  </a:lnTo>
                  <a:lnTo>
                    <a:pt x="1910441" y="3149839"/>
                  </a:lnTo>
                  <a:lnTo>
                    <a:pt x="1910599" y="3149839"/>
                  </a:lnTo>
                  <a:lnTo>
                    <a:pt x="1910756" y="3149839"/>
                  </a:lnTo>
                  <a:lnTo>
                    <a:pt x="1910914" y="3149839"/>
                  </a:lnTo>
                  <a:lnTo>
                    <a:pt x="1911072" y="3149839"/>
                  </a:lnTo>
                  <a:lnTo>
                    <a:pt x="1911230" y="3149839"/>
                  </a:lnTo>
                  <a:lnTo>
                    <a:pt x="1911387" y="3149839"/>
                  </a:lnTo>
                  <a:lnTo>
                    <a:pt x="1911545" y="3149839"/>
                  </a:lnTo>
                  <a:lnTo>
                    <a:pt x="1911703" y="3149839"/>
                  </a:lnTo>
                  <a:lnTo>
                    <a:pt x="1911703" y="3149408"/>
                  </a:lnTo>
                  <a:lnTo>
                    <a:pt x="1911703" y="3148977"/>
                  </a:lnTo>
                  <a:lnTo>
                    <a:pt x="1911703" y="3148547"/>
                  </a:lnTo>
                  <a:lnTo>
                    <a:pt x="1911860" y="3148547"/>
                  </a:lnTo>
                  <a:lnTo>
                    <a:pt x="1912018" y="3148547"/>
                  </a:lnTo>
                  <a:lnTo>
                    <a:pt x="1912176" y="3148547"/>
                  </a:lnTo>
                  <a:lnTo>
                    <a:pt x="1912176" y="3148116"/>
                  </a:lnTo>
                  <a:lnTo>
                    <a:pt x="1912334" y="3148116"/>
                  </a:lnTo>
                  <a:lnTo>
                    <a:pt x="1912334" y="3147686"/>
                  </a:lnTo>
                  <a:lnTo>
                    <a:pt x="1912491" y="3147686"/>
                  </a:lnTo>
                  <a:lnTo>
                    <a:pt x="1912649" y="3147686"/>
                  </a:lnTo>
                  <a:lnTo>
                    <a:pt x="1912807" y="3147686"/>
                  </a:lnTo>
                  <a:lnTo>
                    <a:pt x="1912964" y="3147686"/>
                  </a:lnTo>
                  <a:lnTo>
                    <a:pt x="1912964" y="3147255"/>
                  </a:lnTo>
                  <a:lnTo>
                    <a:pt x="1912964" y="3146824"/>
                  </a:lnTo>
                  <a:lnTo>
                    <a:pt x="1913122" y="3146824"/>
                  </a:lnTo>
                  <a:lnTo>
                    <a:pt x="1913280" y="3146824"/>
                  </a:lnTo>
                  <a:lnTo>
                    <a:pt x="1913438" y="3146824"/>
                  </a:lnTo>
                  <a:lnTo>
                    <a:pt x="1913595" y="3146824"/>
                  </a:lnTo>
                  <a:lnTo>
                    <a:pt x="1913753" y="3146824"/>
                  </a:lnTo>
                  <a:lnTo>
                    <a:pt x="1913911" y="3146824"/>
                  </a:lnTo>
                  <a:lnTo>
                    <a:pt x="1914069" y="3146824"/>
                  </a:lnTo>
                  <a:lnTo>
                    <a:pt x="1914226" y="3146824"/>
                  </a:lnTo>
                  <a:lnTo>
                    <a:pt x="1914226" y="3146394"/>
                  </a:lnTo>
                  <a:lnTo>
                    <a:pt x="1914384" y="3146394"/>
                  </a:lnTo>
                  <a:lnTo>
                    <a:pt x="1914384" y="3145963"/>
                  </a:lnTo>
                  <a:lnTo>
                    <a:pt x="1914542" y="3145963"/>
                  </a:lnTo>
                  <a:lnTo>
                    <a:pt x="1914542" y="3145533"/>
                  </a:lnTo>
                  <a:lnTo>
                    <a:pt x="1914699" y="3145533"/>
                  </a:lnTo>
                  <a:lnTo>
                    <a:pt x="1914699" y="3145102"/>
                  </a:lnTo>
                  <a:lnTo>
                    <a:pt x="1914699" y="3144671"/>
                  </a:lnTo>
                  <a:lnTo>
                    <a:pt x="1914857" y="3144671"/>
                  </a:lnTo>
                  <a:lnTo>
                    <a:pt x="1914857" y="3144241"/>
                  </a:lnTo>
                  <a:lnTo>
                    <a:pt x="1915015" y="3144241"/>
                  </a:lnTo>
                  <a:lnTo>
                    <a:pt x="1915173" y="3144241"/>
                  </a:lnTo>
                  <a:lnTo>
                    <a:pt x="1915173" y="3143810"/>
                  </a:lnTo>
                  <a:lnTo>
                    <a:pt x="1915173" y="3143380"/>
                  </a:lnTo>
                  <a:lnTo>
                    <a:pt x="1915330" y="3143380"/>
                  </a:lnTo>
                  <a:lnTo>
                    <a:pt x="1915330" y="3142949"/>
                  </a:lnTo>
                  <a:lnTo>
                    <a:pt x="1915330" y="3142518"/>
                  </a:lnTo>
                  <a:lnTo>
                    <a:pt x="1915488" y="3142518"/>
                  </a:lnTo>
                  <a:lnTo>
                    <a:pt x="1915646" y="3142518"/>
                  </a:lnTo>
                  <a:lnTo>
                    <a:pt x="1915803" y="3142518"/>
                  </a:lnTo>
                  <a:lnTo>
                    <a:pt x="1915961" y="3142518"/>
                  </a:lnTo>
                  <a:lnTo>
                    <a:pt x="1916119" y="3142518"/>
                  </a:lnTo>
                  <a:lnTo>
                    <a:pt x="1916119" y="3142088"/>
                  </a:lnTo>
                  <a:lnTo>
                    <a:pt x="1916277" y="3142088"/>
                  </a:lnTo>
                  <a:lnTo>
                    <a:pt x="1916434" y="3142088"/>
                  </a:lnTo>
                  <a:lnTo>
                    <a:pt x="1916592" y="3142088"/>
                  </a:lnTo>
                  <a:lnTo>
                    <a:pt x="1916750" y="3142088"/>
                  </a:lnTo>
                  <a:lnTo>
                    <a:pt x="1916750" y="3141657"/>
                  </a:lnTo>
                  <a:lnTo>
                    <a:pt x="1916907" y="3141657"/>
                  </a:lnTo>
                  <a:lnTo>
                    <a:pt x="1917065" y="3141657"/>
                  </a:lnTo>
                  <a:lnTo>
                    <a:pt x="1917065" y="3141227"/>
                  </a:lnTo>
                  <a:lnTo>
                    <a:pt x="1917223" y="3141227"/>
                  </a:lnTo>
                  <a:lnTo>
                    <a:pt x="1917381" y="3141227"/>
                  </a:lnTo>
                  <a:lnTo>
                    <a:pt x="1917538" y="3141227"/>
                  </a:lnTo>
                  <a:lnTo>
                    <a:pt x="1917696" y="3141227"/>
                  </a:lnTo>
                  <a:lnTo>
                    <a:pt x="1917696" y="3140796"/>
                  </a:lnTo>
                  <a:lnTo>
                    <a:pt x="1917854" y="3140796"/>
                  </a:lnTo>
                  <a:lnTo>
                    <a:pt x="1917854" y="3140365"/>
                  </a:lnTo>
                  <a:lnTo>
                    <a:pt x="1918011" y="3140365"/>
                  </a:lnTo>
                  <a:lnTo>
                    <a:pt x="1918169" y="3140365"/>
                  </a:lnTo>
                  <a:lnTo>
                    <a:pt x="1918169" y="3139935"/>
                  </a:lnTo>
                  <a:lnTo>
                    <a:pt x="1918327" y="3139935"/>
                  </a:lnTo>
                  <a:lnTo>
                    <a:pt x="1918485" y="3139935"/>
                  </a:lnTo>
                  <a:lnTo>
                    <a:pt x="1918485" y="3139504"/>
                  </a:lnTo>
                  <a:lnTo>
                    <a:pt x="1918642" y="3139504"/>
                  </a:lnTo>
                  <a:lnTo>
                    <a:pt x="1918800" y="3139504"/>
                  </a:lnTo>
                  <a:lnTo>
                    <a:pt x="1918958" y="3139504"/>
                  </a:lnTo>
                  <a:lnTo>
                    <a:pt x="1919116" y="3139504"/>
                  </a:lnTo>
                  <a:lnTo>
                    <a:pt x="1919116" y="3139074"/>
                  </a:lnTo>
                  <a:lnTo>
                    <a:pt x="1919116" y="3138643"/>
                  </a:lnTo>
                  <a:lnTo>
                    <a:pt x="1919273" y="3138643"/>
                  </a:lnTo>
                  <a:lnTo>
                    <a:pt x="1919273" y="3138212"/>
                  </a:lnTo>
                  <a:lnTo>
                    <a:pt x="1919431" y="3138212"/>
                  </a:lnTo>
                  <a:lnTo>
                    <a:pt x="1919589" y="3138212"/>
                  </a:lnTo>
                  <a:lnTo>
                    <a:pt x="1919746" y="3138212"/>
                  </a:lnTo>
                  <a:lnTo>
                    <a:pt x="1919904" y="3138212"/>
                  </a:lnTo>
                  <a:lnTo>
                    <a:pt x="1920062" y="3138212"/>
                  </a:lnTo>
                  <a:lnTo>
                    <a:pt x="1920220" y="3138212"/>
                  </a:lnTo>
                  <a:lnTo>
                    <a:pt x="1920377" y="3138212"/>
                  </a:lnTo>
                  <a:lnTo>
                    <a:pt x="1920377" y="3137782"/>
                  </a:lnTo>
                  <a:lnTo>
                    <a:pt x="1920377" y="3137351"/>
                  </a:lnTo>
                  <a:lnTo>
                    <a:pt x="1920535" y="3137351"/>
                  </a:lnTo>
                  <a:lnTo>
                    <a:pt x="1920693" y="3137351"/>
                  </a:lnTo>
                  <a:lnTo>
                    <a:pt x="1920850" y="3137351"/>
                  </a:lnTo>
                  <a:lnTo>
                    <a:pt x="1920850" y="3136921"/>
                  </a:lnTo>
                  <a:lnTo>
                    <a:pt x="1921008" y="3136921"/>
                  </a:lnTo>
                  <a:lnTo>
                    <a:pt x="1921166" y="3136921"/>
                  </a:lnTo>
                  <a:lnTo>
                    <a:pt x="1921324" y="3136921"/>
                  </a:lnTo>
                  <a:lnTo>
                    <a:pt x="1921324" y="3136490"/>
                  </a:lnTo>
                  <a:lnTo>
                    <a:pt x="1921324" y="3136059"/>
                  </a:lnTo>
                  <a:lnTo>
                    <a:pt x="1921481" y="3136059"/>
                  </a:lnTo>
                  <a:lnTo>
                    <a:pt x="1921639" y="3136059"/>
                  </a:lnTo>
                  <a:lnTo>
                    <a:pt x="1921797" y="3136059"/>
                  </a:lnTo>
                  <a:lnTo>
                    <a:pt x="1921954" y="3136059"/>
                  </a:lnTo>
                  <a:lnTo>
                    <a:pt x="1922112" y="3136059"/>
                  </a:lnTo>
                  <a:lnTo>
                    <a:pt x="1922112" y="3135629"/>
                  </a:lnTo>
                  <a:lnTo>
                    <a:pt x="1922270" y="3135629"/>
                  </a:lnTo>
                  <a:lnTo>
                    <a:pt x="1922428" y="3135629"/>
                  </a:lnTo>
                  <a:lnTo>
                    <a:pt x="1922428" y="3135198"/>
                  </a:lnTo>
                  <a:lnTo>
                    <a:pt x="1922585" y="3135198"/>
                  </a:lnTo>
                  <a:lnTo>
                    <a:pt x="1922585" y="3134768"/>
                  </a:lnTo>
                  <a:lnTo>
                    <a:pt x="1922585" y="3134337"/>
                  </a:lnTo>
                  <a:lnTo>
                    <a:pt x="1922585" y="3133906"/>
                  </a:lnTo>
                  <a:lnTo>
                    <a:pt x="1922743" y="3133906"/>
                  </a:lnTo>
                  <a:lnTo>
                    <a:pt x="1922743" y="3133476"/>
                  </a:lnTo>
                  <a:lnTo>
                    <a:pt x="1922901" y="3133476"/>
                  </a:lnTo>
                  <a:lnTo>
                    <a:pt x="1923058" y="3133476"/>
                  </a:lnTo>
                  <a:lnTo>
                    <a:pt x="1923216" y="3133476"/>
                  </a:lnTo>
                  <a:lnTo>
                    <a:pt x="1923374" y="3133476"/>
                  </a:lnTo>
                  <a:lnTo>
                    <a:pt x="1923532" y="3133476"/>
                  </a:lnTo>
                  <a:lnTo>
                    <a:pt x="1923689" y="3133476"/>
                  </a:lnTo>
                  <a:lnTo>
                    <a:pt x="1923689" y="3133045"/>
                  </a:lnTo>
                  <a:lnTo>
                    <a:pt x="1923847" y="3133045"/>
                  </a:lnTo>
                  <a:lnTo>
                    <a:pt x="1924005" y="3133045"/>
                  </a:lnTo>
                  <a:lnTo>
                    <a:pt x="1924162" y="3133045"/>
                  </a:lnTo>
                  <a:lnTo>
                    <a:pt x="1924320" y="3133045"/>
                  </a:lnTo>
                  <a:lnTo>
                    <a:pt x="1924320" y="3132615"/>
                  </a:lnTo>
                  <a:lnTo>
                    <a:pt x="1924478" y="3132615"/>
                  </a:lnTo>
                  <a:lnTo>
                    <a:pt x="1924636" y="3132615"/>
                  </a:lnTo>
                  <a:lnTo>
                    <a:pt x="1924793" y="3132615"/>
                  </a:lnTo>
                  <a:lnTo>
                    <a:pt x="1924951" y="3132615"/>
                  </a:lnTo>
                  <a:lnTo>
                    <a:pt x="1924951" y="3132184"/>
                  </a:lnTo>
                  <a:lnTo>
                    <a:pt x="1925109" y="3132184"/>
                  </a:lnTo>
                  <a:lnTo>
                    <a:pt x="1925267" y="3132184"/>
                  </a:lnTo>
                  <a:lnTo>
                    <a:pt x="1925267" y="3131753"/>
                  </a:lnTo>
                  <a:lnTo>
                    <a:pt x="1925424" y="3131753"/>
                  </a:lnTo>
                  <a:lnTo>
                    <a:pt x="1925582" y="3131753"/>
                  </a:lnTo>
                  <a:lnTo>
                    <a:pt x="1925582" y="3131323"/>
                  </a:lnTo>
                  <a:lnTo>
                    <a:pt x="1925740" y="3131323"/>
                  </a:lnTo>
                  <a:lnTo>
                    <a:pt x="1925897" y="3131323"/>
                  </a:lnTo>
                  <a:lnTo>
                    <a:pt x="1926055" y="3131323"/>
                  </a:lnTo>
                  <a:lnTo>
                    <a:pt x="1926055" y="3130892"/>
                  </a:lnTo>
                  <a:lnTo>
                    <a:pt x="1926055" y="3130462"/>
                  </a:lnTo>
                  <a:lnTo>
                    <a:pt x="1926213" y="3130462"/>
                  </a:lnTo>
                  <a:lnTo>
                    <a:pt x="1926371" y="3130462"/>
                  </a:lnTo>
                  <a:lnTo>
                    <a:pt x="1926371" y="3130031"/>
                  </a:lnTo>
                  <a:lnTo>
                    <a:pt x="1926528" y="3130031"/>
                  </a:lnTo>
                  <a:lnTo>
                    <a:pt x="1926528" y="3129600"/>
                  </a:lnTo>
                  <a:lnTo>
                    <a:pt x="1926528" y="3129170"/>
                  </a:lnTo>
                  <a:lnTo>
                    <a:pt x="1926686" y="3129170"/>
                  </a:lnTo>
                  <a:lnTo>
                    <a:pt x="1926844" y="3129170"/>
                  </a:lnTo>
                  <a:lnTo>
                    <a:pt x="1927001" y="3129170"/>
                  </a:lnTo>
                  <a:lnTo>
                    <a:pt x="1927001" y="3128739"/>
                  </a:lnTo>
                  <a:lnTo>
                    <a:pt x="1927001" y="3128309"/>
                  </a:lnTo>
                  <a:lnTo>
                    <a:pt x="1927159" y="3128309"/>
                  </a:lnTo>
                  <a:lnTo>
                    <a:pt x="1927317" y="3128309"/>
                  </a:lnTo>
                  <a:lnTo>
                    <a:pt x="1927317" y="3127878"/>
                  </a:lnTo>
                  <a:lnTo>
                    <a:pt x="1927317" y="3127447"/>
                  </a:lnTo>
                  <a:lnTo>
                    <a:pt x="1927475" y="3127447"/>
                  </a:lnTo>
                  <a:lnTo>
                    <a:pt x="1927632" y="3127447"/>
                  </a:lnTo>
                  <a:lnTo>
                    <a:pt x="1927790" y="3127447"/>
                  </a:lnTo>
                  <a:lnTo>
                    <a:pt x="1927948" y="3127447"/>
                  </a:lnTo>
                  <a:lnTo>
                    <a:pt x="1928105" y="3127447"/>
                  </a:lnTo>
                  <a:lnTo>
                    <a:pt x="1928263" y="3127447"/>
                  </a:lnTo>
                  <a:lnTo>
                    <a:pt x="1928263" y="3127017"/>
                  </a:lnTo>
                  <a:lnTo>
                    <a:pt x="1928421" y="3127017"/>
                  </a:lnTo>
                  <a:lnTo>
                    <a:pt x="1928421" y="3126586"/>
                  </a:lnTo>
                  <a:lnTo>
                    <a:pt x="1928421" y="3126156"/>
                  </a:lnTo>
                  <a:lnTo>
                    <a:pt x="1928579" y="3126156"/>
                  </a:lnTo>
                  <a:lnTo>
                    <a:pt x="1928579" y="3125725"/>
                  </a:lnTo>
                  <a:lnTo>
                    <a:pt x="1928736" y="3125725"/>
                  </a:lnTo>
                  <a:lnTo>
                    <a:pt x="1928894" y="3125725"/>
                  </a:lnTo>
                  <a:lnTo>
                    <a:pt x="1929052" y="3125725"/>
                  </a:lnTo>
                  <a:lnTo>
                    <a:pt x="1929209" y="3125725"/>
                  </a:lnTo>
                  <a:lnTo>
                    <a:pt x="1929367" y="3125725"/>
                  </a:lnTo>
                  <a:lnTo>
                    <a:pt x="1929367" y="3125294"/>
                  </a:lnTo>
                  <a:lnTo>
                    <a:pt x="1929525" y="3125294"/>
                  </a:lnTo>
                  <a:lnTo>
                    <a:pt x="1929683" y="3125294"/>
                  </a:lnTo>
                  <a:lnTo>
                    <a:pt x="1929840" y="3125294"/>
                  </a:lnTo>
                  <a:lnTo>
                    <a:pt x="1929998" y="3125294"/>
                  </a:lnTo>
                  <a:lnTo>
                    <a:pt x="1930156" y="3125294"/>
                  </a:lnTo>
                  <a:lnTo>
                    <a:pt x="1930314" y="3125294"/>
                  </a:lnTo>
                  <a:lnTo>
                    <a:pt x="1930471" y="3125294"/>
                  </a:lnTo>
                  <a:lnTo>
                    <a:pt x="1930471" y="3124864"/>
                  </a:lnTo>
                  <a:lnTo>
                    <a:pt x="1930471" y="3124433"/>
                  </a:lnTo>
                  <a:lnTo>
                    <a:pt x="1930471" y="3124003"/>
                  </a:lnTo>
                  <a:lnTo>
                    <a:pt x="1930471" y="3123572"/>
                  </a:lnTo>
                  <a:lnTo>
                    <a:pt x="1930629" y="3123572"/>
                  </a:lnTo>
                  <a:lnTo>
                    <a:pt x="1930787" y="3123572"/>
                  </a:lnTo>
                  <a:lnTo>
                    <a:pt x="1930944" y="3123572"/>
                  </a:lnTo>
                  <a:lnTo>
                    <a:pt x="1930944" y="3123141"/>
                  </a:lnTo>
                  <a:lnTo>
                    <a:pt x="1930944" y="3122711"/>
                  </a:lnTo>
                  <a:lnTo>
                    <a:pt x="1931102" y="3122711"/>
                  </a:lnTo>
                  <a:lnTo>
                    <a:pt x="1931260" y="3122711"/>
                  </a:lnTo>
                  <a:lnTo>
                    <a:pt x="1931418" y="3122711"/>
                  </a:lnTo>
                  <a:lnTo>
                    <a:pt x="1931575" y="3122711"/>
                  </a:lnTo>
                  <a:lnTo>
                    <a:pt x="1931733" y="3122711"/>
                  </a:lnTo>
                  <a:lnTo>
                    <a:pt x="1931891" y="3122711"/>
                  </a:lnTo>
                  <a:lnTo>
                    <a:pt x="1932048" y="3122711"/>
                  </a:lnTo>
                  <a:lnTo>
                    <a:pt x="1932206" y="3122711"/>
                  </a:lnTo>
                  <a:lnTo>
                    <a:pt x="1932364" y="3122711"/>
                  </a:lnTo>
                  <a:lnTo>
                    <a:pt x="1932522" y="3122711"/>
                  </a:lnTo>
                  <a:lnTo>
                    <a:pt x="1932679" y="3122711"/>
                  </a:lnTo>
                  <a:lnTo>
                    <a:pt x="1932679" y="3122280"/>
                  </a:lnTo>
                  <a:lnTo>
                    <a:pt x="1932679" y="3121850"/>
                  </a:lnTo>
                  <a:lnTo>
                    <a:pt x="1932837" y="3121850"/>
                  </a:lnTo>
                  <a:lnTo>
                    <a:pt x="1932995" y="3121850"/>
                  </a:lnTo>
                  <a:lnTo>
                    <a:pt x="1933152" y="3121850"/>
                  </a:lnTo>
                  <a:lnTo>
                    <a:pt x="1933152" y="3121419"/>
                  </a:lnTo>
                  <a:lnTo>
                    <a:pt x="1933310" y="3121419"/>
                  </a:lnTo>
                  <a:lnTo>
                    <a:pt x="1933468" y="3121419"/>
                  </a:lnTo>
                  <a:lnTo>
                    <a:pt x="1933626" y="3121419"/>
                  </a:lnTo>
                  <a:lnTo>
                    <a:pt x="1933783" y="3121419"/>
                  </a:lnTo>
                  <a:lnTo>
                    <a:pt x="1933941" y="3121419"/>
                  </a:lnTo>
                  <a:lnTo>
                    <a:pt x="1934099" y="3121419"/>
                  </a:lnTo>
                  <a:lnTo>
                    <a:pt x="1934256" y="3121419"/>
                  </a:lnTo>
                  <a:lnTo>
                    <a:pt x="1934414" y="3121419"/>
                  </a:lnTo>
                  <a:lnTo>
                    <a:pt x="1934572" y="3121419"/>
                  </a:lnTo>
                  <a:lnTo>
                    <a:pt x="1934730" y="3121419"/>
                  </a:lnTo>
                  <a:lnTo>
                    <a:pt x="1934887" y="3121419"/>
                  </a:lnTo>
                  <a:lnTo>
                    <a:pt x="1935045" y="3121419"/>
                  </a:lnTo>
                  <a:lnTo>
                    <a:pt x="1935045" y="3120988"/>
                  </a:lnTo>
                  <a:lnTo>
                    <a:pt x="1935045" y="3120558"/>
                  </a:lnTo>
                  <a:lnTo>
                    <a:pt x="1935203" y="3120558"/>
                  </a:lnTo>
                  <a:lnTo>
                    <a:pt x="1935360" y="3120558"/>
                  </a:lnTo>
                  <a:lnTo>
                    <a:pt x="1935518" y="3120558"/>
                  </a:lnTo>
                  <a:lnTo>
                    <a:pt x="1935518" y="3120127"/>
                  </a:lnTo>
                  <a:lnTo>
                    <a:pt x="1935676" y="3120127"/>
                  </a:lnTo>
                  <a:lnTo>
                    <a:pt x="1935834" y="3120127"/>
                  </a:lnTo>
                  <a:lnTo>
                    <a:pt x="1935834" y="3119697"/>
                  </a:lnTo>
                  <a:lnTo>
                    <a:pt x="1935834" y="3119266"/>
                  </a:lnTo>
                  <a:lnTo>
                    <a:pt x="1935991" y="3119266"/>
                  </a:lnTo>
                  <a:lnTo>
                    <a:pt x="1936149" y="3119266"/>
                  </a:lnTo>
                  <a:lnTo>
                    <a:pt x="1936307" y="3119266"/>
                  </a:lnTo>
                  <a:lnTo>
                    <a:pt x="1936307" y="3118835"/>
                  </a:lnTo>
                  <a:lnTo>
                    <a:pt x="1936465" y="3118835"/>
                  </a:lnTo>
                  <a:lnTo>
                    <a:pt x="1936622" y="3118835"/>
                  </a:lnTo>
                  <a:lnTo>
                    <a:pt x="1936780" y="3118835"/>
                  </a:lnTo>
                  <a:lnTo>
                    <a:pt x="1936938" y="3118835"/>
                  </a:lnTo>
                  <a:lnTo>
                    <a:pt x="1936938" y="3118405"/>
                  </a:lnTo>
                  <a:lnTo>
                    <a:pt x="1937095" y="3118405"/>
                  </a:lnTo>
                  <a:lnTo>
                    <a:pt x="1937095" y="3117974"/>
                  </a:lnTo>
                  <a:lnTo>
                    <a:pt x="1937253" y="3117974"/>
                  </a:lnTo>
                  <a:lnTo>
                    <a:pt x="1937411" y="3117974"/>
                  </a:lnTo>
                  <a:lnTo>
                    <a:pt x="1937569" y="3117974"/>
                  </a:lnTo>
                  <a:lnTo>
                    <a:pt x="1937726" y="3117974"/>
                  </a:lnTo>
                  <a:lnTo>
                    <a:pt x="1937726" y="3117544"/>
                  </a:lnTo>
                  <a:lnTo>
                    <a:pt x="1937884" y="3117544"/>
                  </a:lnTo>
                  <a:lnTo>
                    <a:pt x="1938042" y="3117544"/>
                  </a:lnTo>
                  <a:lnTo>
                    <a:pt x="1938199" y="3117544"/>
                  </a:lnTo>
                  <a:lnTo>
                    <a:pt x="1938357" y="3117544"/>
                  </a:lnTo>
                  <a:lnTo>
                    <a:pt x="1938515" y="3117544"/>
                  </a:lnTo>
                  <a:lnTo>
                    <a:pt x="1938673" y="3117544"/>
                  </a:lnTo>
                  <a:lnTo>
                    <a:pt x="1938830" y="3117544"/>
                  </a:lnTo>
                  <a:lnTo>
                    <a:pt x="1938988" y="3117544"/>
                  </a:lnTo>
                  <a:lnTo>
                    <a:pt x="1939146" y="3117544"/>
                  </a:lnTo>
                  <a:lnTo>
                    <a:pt x="1939303" y="3117544"/>
                  </a:lnTo>
                  <a:lnTo>
                    <a:pt x="1939303" y="3117113"/>
                  </a:lnTo>
                  <a:lnTo>
                    <a:pt x="1939461" y="3117113"/>
                  </a:lnTo>
                  <a:lnTo>
                    <a:pt x="1939619" y="3117113"/>
                  </a:lnTo>
                  <a:lnTo>
                    <a:pt x="1939777" y="3117113"/>
                  </a:lnTo>
                  <a:lnTo>
                    <a:pt x="1939934" y="3117113"/>
                  </a:lnTo>
                  <a:lnTo>
                    <a:pt x="1940092" y="3117113"/>
                  </a:lnTo>
                  <a:lnTo>
                    <a:pt x="1940250" y="3117113"/>
                  </a:lnTo>
                  <a:lnTo>
                    <a:pt x="1940407" y="3117113"/>
                  </a:lnTo>
                  <a:lnTo>
                    <a:pt x="1940565" y="3117113"/>
                  </a:lnTo>
                  <a:lnTo>
                    <a:pt x="1940723" y="3117113"/>
                  </a:lnTo>
                  <a:lnTo>
                    <a:pt x="1940881" y="3117113"/>
                  </a:lnTo>
                  <a:lnTo>
                    <a:pt x="1941038" y="3117113"/>
                  </a:lnTo>
                  <a:lnTo>
                    <a:pt x="1941196" y="3117113"/>
                  </a:lnTo>
                  <a:lnTo>
                    <a:pt x="1941196" y="3116682"/>
                  </a:lnTo>
                  <a:lnTo>
                    <a:pt x="1941196" y="3116252"/>
                  </a:lnTo>
                  <a:lnTo>
                    <a:pt x="1941354" y="3116252"/>
                  </a:lnTo>
                  <a:lnTo>
                    <a:pt x="1941512" y="3116252"/>
                  </a:lnTo>
                  <a:lnTo>
                    <a:pt x="1941669" y="3116252"/>
                  </a:lnTo>
                  <a:lnTo>
                    <a:pt x="1941827" y="3116252"/>
                  </a:lnTo>
                  <a:lnTo>
                    <a:pt x="1941985" y="3116252"/>
                  </a:lnTo>
                  <a:lnTo>
                    <a:pt x="1942142" y="3116252"/>
                  </a:lnTo>
                  <a:lnTo>
                    <a:pt x="1942142" y="3115821"/>
                  </a:lnTo>
                  <a:lnTo>
                    <a:pt x="1942300" y="3115821"/>
                  </a:lnTo>
                  <a:lnTo>
                    <a:pt x="1942458" y="3115821"/>
                  </a:lnTo>
                  <a:lnTo>
                    <a:pt x="1942616" y="3115821"/>
                  </a:lnTo>
                  <a:lnTo>
                    <a:pt x="1942773" y="3115821"/>
                  </a:lnTo>
                  <a:lnTo>
                    <a:pt x="1942773" y="3115391"/>
                  </a:lnTo>
                  <a:lnTo>
                    <a:pt x="1942931" y="3115391"/>
                  </a:lnTo>
                  <a:lnTo>
                    <a:pt x="1942931" y="3114960"/>
                  </a:lnTo>
                  <a:lnTo>
                    <a:pt x="1943089" y="3114960"/>
                  </a:lnTo>
                  <a:lnTo>
                    <a:pt x="1943089" y="3114529"/>
                  </a:lnTo>
                  <a:lnTo>
                    <a:pt x="1943246" y="3114529"/>
                  </a:lnTo>
                  <a:lnTo>
                    <a:pt x="1943246" y="3114099"/>
                  </a:lnTo>
                  <a:lnTo>
                    <a:pt x="1943404" y="3114099"/>
                  </a:lnTo>
                  <a:lnTo>
                    <a:pt x="1943404" y="3113668"/>
                  </a:lnTo>
                  <a:lnTo>
                    <a:pt x="1943404" y="3113238"/>
                  </a:lnTo>
                  <a:lnTo>
                    <a:pt x="1943562" y="3113238"/>
                  </a:lnTo>
                  <a:lnTo>
                    <a:pt x="1943720" y="3113238"/>
                  </a:lnTo>
                  <a:lnTo>
                    <a:pt x="1943877" y="3113238"/>
                  </a:lnTo>
                  <a:lnTo>
                    <a:pt x="1944035" y="3113238"/>
                  </a:lnTo>
                  <a:lnTo>
                    <a:pt x="1944193" y="3113238"/>
                  </a:lnTo>
                  <a:lnTo>
                    <a:pt x="1944350" y="3113238"/>
                  </a:lnTo>
                  <a:lnTo>
                    <a:pt x="1944508" y="3113238"/>
                  </a:lnTo>
                  <a:lnTo>
                    <a:pt x="1944666" y="3113238"/>
                  </a:lnTo>
                  <a:lnTo>
                    <a:pt x="1944666" y="3112807"/>
                  </a:lnTo>
                  <a:lnTo>
                    <a:pt x="1944824" y="3112807"/>
                  </a:lnTo>
                  <a:lnTo>
                    <a:pt x="1944824" y="3112376"/>
                  </a:lnTo>
                  <a:lnTo>
                    <a:pt x="1944981" y="3112376"/>
                  </a:lnTo>
                  <a:lnTo>
                    <a:pt x="1945139" y="3112376"/>
                  </a:lnTo>
                  <a:lnTo>
                    <a:pt x="1945297" y="3112376"/>
                  </a:lnTo>
                  <a:lnTo>
                    <a:pt x="1945297" y="3111946"/>
                  </a:lnTo>
                  <a:lnTo>
                    <a:pt x="1945297" y="3111515"/>
                  </a:lnTo>
                  <a:lnTo>
                    <a:pt x="1945454" y="3111515"/>
                  </a:lnTo>
                  <a:lnTo>
                    <a:pt x="1945612" y="3111515"/>
                  </a:lnTo>
                  <a:lnTo>
                    <a:pt x="1945770" y="3111515"/>
                  </a:lnTo>
                  <a:lnTo>
                    <a:pt x="1945928" y="3111515"/>
                  </a:lnTo>
                  <a:lnTo>
                    <a:pt x="1945928" y="3111085"/>
                  </a:lnTo>
                  <a:lnTo>
                    <a:pt x="1945928" y="3110654"/>
                  </a:lnTo>
                  <a:lnTo>
                    <a:pt x="1946085" y="3110654"/>
                  </a:lnTo>
                  <a:lnTo>
                    <a:pt x="1946243" y="3110654"/>
                  </a:lnTo>
                  <a:lnTo>
                    <a:pt x="1946243" y="3110223"/>
                  </a:lnTo>
                  <a:lnTo>
                    <a:pt x="1946401" y="3110223"/>
                  </a:lnTo>
                  <a:lnTo>
                    <a:pt x="1946401" y="3109793"/>
                  </a:lnTo>
                  <a:lnTo>
                    <a:pt x="1946401" y="3109362"/>
                  </a:lnTo>
                  <a:lnTo>
                    <a:pt x="1946558" y="3109362"/>
                  </a:lnTo>
                  <a:lnTo>
                    <a:pt x="1946716" y="3109362"/>
                  </a:lnTo>
                  <a:lnTo>
                    <a:pt x="1946716" y="3108932"/>
                  </a:lnTo>
                  <a:lnTo>
                    <a:pt x="1946874" y="3108932"/>
                  </a:lnTo>
                  <a:lnTo>
                    <a:pt x="1947032" y="3108932"/>
                  </a:lnTo>
                  <a:lnTo>
                    <a:pt x="1947189" y="3108932"/>
                  </a:lnTo>
                  <a:lnTo>
                    <a:pt x="1947189" y="3108501"/>
                  </a:lnTo>
                  <a:lnTo>
                    <a:pt x="1947189" y="3108070"/>
                  </a:lnTo>
                  <a:lnTo>
                    <a:pt x="1947189" y="3107640"/>
                  </a:lnTo>
                  <a:lnTo>
                    <a:pt x="1947347" y="3107640"/>
                  </a:lnTo>
                  <a:lnTo>
                    <a:pt x="1947505" y="3107640"/>
                  </a:lnTo>
                  <a:lnTo>
                    <a:pt x="1947505" y="3107209"/>
                  </a:lnTo>
                  <a:lnTo>
                    <a:pt x="1947505" y="3106779"/>
                  </a:lnTo>
                  <a:lnTo>
                    <a:pt x="1947505" y="3106348"/>
                  </a:lnTo>
                  <a:lnTo>
                    <a:pt x="1947663" y="3106348"/>
                  </a:lnTo>
                  <a:lnTo>
                    <a:pt x="1947820" y="3106348"/>
                  </a:lnTo>
                  <a:lnTo>
                    <a:pt x="1947978" y="3106348"/>
                  </a:lnTo>
                  <a:lnTo>
                    <a:pt x="1948136" y="3106348"/>
                  </a:lnTo>
                  <a:lnTo>
                    <a:pt x="1948136" y="3105917"/>
                  </a:lnTo>
                  <a:lnTo>
                    <a:pt x="1948136" y="3105487"/>
                  </a:lnTo>
                  <a:lnTo>
                    <a:pt x="1948293" y="3105487"/>
                  </a:lnTo>
                  <a:lnTo>
                    <a:pt x="1948293" y="3105056"/>
                  </a:lnTo>
                  <a:lnTo>
                    <a:pt x="1948451" y="3105056"/>
                  </a:lnTo>
                  <a:lnTo>
                    <a:pt x="1948609" y="3105056"/>
                  </a:lnTo>
                  <a:lnTo>
                    <a:pt x="1948767" y="3105056"/>
                  </a:lnTo>
                  <a:lnTo>
                    <a:pt x="1948924" y="3105056"/>
                  </a:lnTo>
                  <a:lnTo>
                    <a:pt x="1948924" y="3104626"/>
                  </a:lnTo>
                  <a:lnTo>
                    <a:pt x="1949082" y="3104626"/>
                  </a:lnTo>
                  <a:lnTo>
                    <a:pt x="1949082" y="3104195"/>
                  </a:lnTo>
                  <a:lnTo>
                    <a:pt x="1949240" y="3104195"/>
                  </a:lnTo>
                  <a:lnTo>
                    <a:pt x="1949397" y="3104195"/>
                  </a:lnTo>
                  <a:lnTo>
                    <a:pt x="1949555" y="3104195"/>
                  </a:lnTo>
                  <a:lnTo>
                    <a:pt x="1949713" y="3104195"/>
                  </a:lnTo>
                  <a:lnTo>
                    <a:pt x="1949871" y="3104195"/>
                  </a:lnTo>
                  <a:lnTo>
                    <a:pt x="1950028" y="3104195"/>
                  </a:lnTo>
                  <a:lnTo>
                    <a:pt x="1950186" y="3104195"/>
                  </a:lnTo>
                  <a:lnTo>
                    <a:pt x="1950344" y="3104195"/>
                  </a:lnTo>
                  <a:lnTo>
                    <a:pt x="1950501" y="3104195"/>
                  </a:lnTo>
                  <a:lnTo>
                    <a:pt x="1950501" y="3103764"/>
                  </a:lnTo>
                  <a:lnTo>
                    <a:pt x="1950659" y="3103764"/>
                  </a:lnTo>
                  <a:lnTo>
                    <a:pt x="1950817" y="3103764"/>
                  </a:lnTo>
                  <a:lnTo>
                    <a:pt x="1950817" y="3103334"/>
                  </a:lnTo>
                  <a:lnTo>
                    <a:pt x="1950975" y="3103334"/>
                  </a:lnTo>
                  <a:lnTo>
                    <a:pt x="1951132" y="3103334"/>
                  </a:lnTo>
                  <a:lnTo>
                    <a:pt x="1951132" y="3102903"/>
                  </a:lnTo>
                  <a:lnTo>
                    <a:pt x="1951290" y="3102903"/>
                  </a:lnTo>
                  <a:lnTo>
                    <a:pt x="1951448" y="3102903"/>
                  </a:lnTo>
                  <a:lnTo>
                    <a:pt x="1951448" y="3102473"/>
                  </a:lnTo>
                  <a:lnTo>
                    <a:pt x="1951605" y="3102473"/>
                  </a:lnTo>
                  <a:lnTo>
                    <a:pt x="1951763" y="3102473"/>
                  </a:lnTo>
                  <a:lnTo>
                    <a:pt x="1951921" y="3102473"/>
                  </a:lnTo>
                  <a:lnTo>
                    <a:pt x="1952079" y="3102473"/>
                  </a:lnTo>
                  <a:lnTo>
                    <a:pt x="1952236" y="3102473"/>
                  </a:lnTo>
                  <a:lnTo>
                    <a:pt x="1952394" y="3102473"/>
                  </a:lnTo>
                  <a:lnTo>
                    <a:pt x="1952552" y="3102473"/>
                  </a:lnTo>
                  <a:lnTo>
                    <a:pt x="1952710" y="3102473"/>
                  </a:lnTo>
                  <a:lnTo>
                    <a:pt x="1952867" y="3102473"/>
                  </a:lnTo>
                  <a:lnTo>
                    <a:pt x="1953025" y="3102473"/>
                  </a:lnTo>
                  <a:lnTo>
                    <a:pt x="1953183" y="3102473"/>
                  </a:lnTo>
                  <a:lnTo>
                    <a:pt x="1953340" y="3102473"/>
                  </a:lnTo>
                  <a:lnTo>
                    <a:pt x="1953498" y="3102473"/>
                  </a:lnTo>
                  <a:lnTo>
                    <a:pt x="1953656" y="3102473"/>
                  </a:lnTo>
                  <a:lnTo>
                    <a:pt x="1953814" y="3102473"/>
                  </a:lnTo>
                  <a:lnTo>
                    <a:pt x="1953971" y="3102473"/>
                  </a:lnTo>
                  <a:lnTo>
                    <a:pt x="1954129" y="3102473"/>
                  </a:lnTo>
                  <a:lnTo>
                    <a:pt x="1954129" y="3102042"/>
                  </a:lnTo>
                  <a:lnTo>
                    <a:pt x="1954129" y="3101611"/>
                  </a:lnTo>
                  <a:lnTo>
                    <a:pt x="1954287" y="3101611"/>
                  </a:lnTo>
                  <a:lnTo>
                    <a:pt x="1954444" y="3101611"/>
                  </a:lnTo>
                  <a:lnTo>
                    <a:pt x="1954444" y="3101181"/>
                  </a:lnTo>
                  <a:lnTo>
                    <a:pt x="1954602" y="3101181"/>
                  </a:lnTo>
                  <a:lnTo>
                    <a:pt x="1954760" y="3101181"/>
                  </a:lnTo>
                  <a:lnTo>
                    <a:pt x="1954760" y="3100750"/>
                  </a:lnTo>
                  <a:lnTo>
                    <a:pt x="1954760" y="3100320"/>
                  </a:lnTo>
                  <a:lnTo>
                    <a:pt x="1954918" y="3100320"/>
                  </a:lnTo>
                  <a:lnTo>
                    <a:pt x="1955075" y="3100320"/>
                  </a:lnTo>
                  <a:lnTo>
                    <a:pt x="1955233" y="3100320"/>
                  </a:lnTo>
                  <a:lnTo>
                    <a:pt x="1955391" y="3100320"/>
                  </a:lnTo>
                  <a:lnTo>
                    <a:pt x="1955548" y="3100320"/>
                  </a:lnTo>
                  <a:lnTo>
                    <a:pt x="1955706" y="3100320"/>
                  </a:lnTo>
                  <a:lnTo>
                    <a:pt x="1955864" y="3100320"/>
                  </a:lnTo>
                  <a:lnTo>
                    <a:pt x="1955864" y="3099889"/>
                  </a:lnTo>
                  <a:lnTo>
                    <a:pt x="1956022" y="3099889"/>
                  </a:lnTo>
                  <a:lnTo>
                    <a:pt x="1956179" y="3099889"/>
                  </a:lnTo>
                  <a:lnTo>
                    <a:pt x="1956337" y="3099889"/>
                  </a:lnTo>
                  <a:lnTo>
                    <a:pt x="1956495" y="3099889"/>
                  </a:lnTo>
                  <a:lnTo>
                    <a:pt x="1956495" y="3099458"/>
                  </a:lnTo>
                  <a:lnTo>
                    <a:pt x="1956495" y="3099028"/>
                  </a:lnTo>
                  <a:lnTo>
                    <a:pt x="1956652" y="3099028"/>
                  </a:lnTo>
                  <a:lnTo>
                    <a:pt x="1956810" y="3099028"/>
                  </a:lnTo>
                  <a:lnTo>
                    <a:pt x="1956810" y="3098597"/>
                  </a:lnTo>
                  <a:lnTo>
                    <a:pt x="1956968" y="3098597"/>
                  </a:lnTo>
                  <a:lnTo>
                    <a:pt x="1957126" y="3098597"/>
                  </a:lnTo>
                  <a:lnTo>
                    <a:pt x="1957283" y="3098597"/>
                  </a:lnTo>
                  <a:lnTo>
                    <a:pt x="1957283" y="3098167"/>
                  </a:lnTo>
                  <a:lnTo>
                    <a:pt x="1957441" y="3098167"/>
                  </a:lnTo>
                  <a:lnTo>
                    <a:pt x="1957599" y="3098167"/>
                  </a:lnTo>
                  <a:lnTo>
                    <a:pt x="1957756" y="3098167"/>
                  </a:lnTo>
                  <a:lnTo>
                    <a:pt x="1957914" y="3098167"/>
                  </a:lnTo>
                  <a:lnTo>
                    <a:pt x="1958072" y="3098167"/>
                  </a:lnTo>
                  <a:lnTo>
                    <a:pt x="1958230" y="3098167"/>
                  </a:lnTo>
                  <a:lnTo>
                    <a:pt x="1958387" y="3098167"/>
                  </a:lnTo>
                  <a:lnTo>
                    <a:pt x="1958545" y="3098167"/>
                  </a:lnTo>
                  <a:lnTo>
                    <a:pt x="1958545" y="3097736"/>
                  </a:lnTo>
                  <a:lnTo>
                    <a:pt x="1958703" y="3097736"/>
                  </a:lnTo>
                  <a:lnTo>
                    <a:pt x="1958703" y="3097305"/>
                  </a:lnTo>
                  <a:lnTo>
                    <a:pt x="1958861" y="3097305"/>
                  </a:lnTo>
                  <a:lnTo>
                    <a:pt x="1959018" y="3097305"/>
                  </a:lnTo>
                  <a:lnTo>
                    <a:pt x="1959018" y="3096875"/>
                  </a:lnTo>
                  <a:lnTo>
                    <a:pt x="1959176" y="3096875"/>
                  </a:lnTo>
                  <a:lnTo>
                    <a:pt x="1959176" y="3096444"/>
                  </a:lnTo>
                  <a:lnTo>
                    <a:pt x="1959334" y="3096444"/>
                  </a:lnTo>
                  <a:lnTo>
                    <a:pt x="1959491" y="3096444"/>
                  </a:lnTo>
                  <a:lnTo>
                    <a:pt x="1959649" y="3096444"/>
                  </a:lnTo>
                  <a:lnTo>
                    <a:pt x="1959807" y="3096444"/>
                  </a:lnTo>
                  <a:lnTo>
                    <a:pt x="1959965" y="3096444"/>
                  </a:lnTo>
                  <a:lnTo>
                    <a:pt x="1960122" y="3096444"/>
                  </a:lnTo>
                  <a:lnTo>
                    <a:pt x="1960122" y="3096014"/>
                  </a:lnTo>
                  <a:lnTo>
                    <a:pt x="1960280" y="3096014"/>
                  </a:lnTo>
                  <a:lnTo>
                    <a:pt x="1960280" y="3095583"/>
                  </a:lnTo>
                  <a:lnTo>
                    <a:pt x="1960280" y="3095152"/>
                  </a:lnTo>
                  <a:lnTo>
                    <a:pt x="1960438" y="3095152"/>
                  </a:lnTo>
                  <a:lnTo>
                    <a:pt x="1960595" y="3095152"/>
                  </a:lnTo>
                  <a:lnTo>
                    <a:pt x="1960753" y="3095152"/>
                  </a:lnTo>
                  <a:lnTo>
                    <a:pt x="1960911" y="3095152"/>
                  </a:lnTo>
                  <a:lnTo>
                    <a:pt x="1960911" y="3094722"/>
                  </a:lnTo>
                  <a:lnTo>
                    <a:pt x="1960911" y="3094291"/>
                  </a:lnTo>
                  <a:lnTo>
                    <a:pt x="1960911" y="3093861"/>
                  </a:lnTo>
                  <a:lnTo>
                    <a:pt x="1960911" y="3093430"/>
                  </a:lnTo>
                  <a:lnTo>
                    <a:pt x="1961069" y="3093430"/>
                  </a:lnTo>
                  <a:lnTo>
                    <a:pt x="1961226" y="3093430"/>
                  </a:lnTo>
                  <a:lnTo>
                    <a:pt x="1961384" y="3093430"/>
                  </a:lnTo>
                  <a:lnTo>
                    <a:pt x="1961542" y="3093430"/>
                  </a:lnTo>
                  <a:lnTo>
                    <a:pt x="1961699" y="3093430"/>
                  </a:lnTo>
                  <a:lnTo>
                    <a:pt x="1961857" y="3093430"/>
                  </a:lnTo>
                  <a:lnTo>
                    <a:pt x="1962015" y="3093430"/>
                  </a:lnTo>
                  <a:lnTo>
                    <a:pt x="1962173" y="3093430"/>
                  </a:lnTo>
                  <a:lnTo>
                    <a:pt x="1962173" y="3092999"/>
                  </a:lnTo>
                  <a:lnTo>
                    <a:pt x="1962330" y="3092999"/>
                  </a:lnTo>
                  <a:lnTo>
                    <a:pt x="1962488" y="3092999"/>
                  </a:lnTo>
                  <a:lnTo>
                    <a:pt x="1962646" y="3092999"/>
                  </a:lnTo>
                  <a:lnTo>
                    <a:pt x="1962646" y="3092569"/>
                  </a:lnTo>
                  <a:lnTo>
                    <a:pt x="1962646" y="3092138"/>
                  </a:lnTo>
                  <a:lnTo>
                    <a:pt x="1962803" y="3092138"/>
                  </a:lnTo>
                  <a:lnTo>
                    <a:pt x="1962961" y="3092138"/>
                  </a:lnTo>
                  <a:lnTo>
                    <a:pt x="1963119" y="3092138"/>
                  </a:lnTo>
                  <a:lnTo>
                    <a:pt x="1963277" y="3092138"/>
                  </a:lnTo>
                  <a:lnTo>
                    <a:pt x="1963434" y="3092138"/>
                  </a:lnTo>
                  <a:lnTo>
                    <a:pt x="1963592" y="3092138"/>
                  </a:lnTo>
                  <a:lnTo>
                    <a:pt x="1963750" y="3092138"/>
                  </a:lnTo>
                  <a:lnTo>
                    <a:pt x="1963908" y="3092138"/>
                  </a:lnTo>
                  <a:lnTo>
                    <a:pt x="1964065" y="3092138"/>
                  </a:lnTo>
                  <a:lnTo>
                    <a:pt x="1964065" y="3091708"/>
                  </a:lnTo>
                  <a:lnTo>
                    <a:pt x="1964223" y="3091708"/>
                  </a:lnTo>
                  <a:lnTo>
                    <a:pt x="1964381" y="3091708"/>
                  </a:lnTo>
                  <a:lnTo>
                    <a:pt x="1964381" y="3091277"/>
                  </a:lnTo>
                  <a:lnTo>
                    <a:pt x="1964381" y="3090846"/>
                  </a:lnTo>
                  <a:lnTo>
                    <a:pt x="1964538" y="3090846"/>
                  </a:lnTo>
                  <a:lnTo>
                    <a:pt x="1964696" y="3090846"/>
                  </a:lnTo>
                  <a:lnTo>
                    <a:pt x="1964854" y="3090846"/>
                  </a:lnTo>
                  <a:lnTo>
                    <a:pt x="1965012" y="3090846"/>
                  </a:lnTo>
                  <a:lnTo>
                    <a:pt x="1965169" y="3090846"/>
                  </a:lnTo>
                  <a:lnTo>
                    <a:pt x="1965169" y="3090416"/>
                  </a:lnTo>
                  <a:lnTo>
                    <a:pt x="1965327" y="3090416"/>
                  </a:lnTo>
                  <a:lnTo>
                    <a:pt x="1965327" y="3089985"/>
                  </a:lnTo>
                  <a:lnTo>
                    <a:pt x="1965485" y="3089985"/>
                  </a:lnTo>
                  <a:lnTo>
                    <a:pt x="1965485" y="3089555"/>
                  </a:lnTo>
                  <a:lnTo>
                    <a:pt x="1965485" y="3089124"/>
                  </a:lnTo>
                  <a:lnTo>
                    <a:pt x="1965485" y="3088693"/>
                  </a:lnTo>
                  <a:lnTo>
                    <a:pt x="1965642" y="3088693"/>
                  </a:lnTo>
                  <a:lnTo>
                    <a:pt x="1965642" y="3088263"/>
                  </a:lnTo>
                  <a:lnTo>
                    <a:pt x="1965800" y="3088263"/>
                  </a:lnTo>
                  <a:lnTo>
                    <a:pt x="1965958" y="3088263"/>
                  </a:lnTo>
                  <a:lnTo>
                    <a:pt x="1966116" y="3088263"/>
                  </a:lnTo>
                  <a:lnTo>
                    <a:pt x="1966273" y="3088263"/>
                  </a:lnTo>
                  <a:lnTo>
                    <a:pt x="1966431" y="3088263"/>
                  </a:lnTo>
                  <a:lnTo>
                    <a:pt x="1966589" y="3088263"/>
                  </a:lnTo>
                  <a:lnTo>
                    <a:pt x="1966589" y="3087832"/>
                  </a:lnTo>
                  <a:lnTo>
                    <a:pt x="1966746" y="3087832"/>
                  </a:lnTo>
                  <a:lnTo>
                    <a:pt x="1966904" y="3087832"/>
                  </a:lnTo>
                  <a:lnTo>
                    <a:pt x="1967062" y="3087832"/>
                  </a:lnTo>
                  <a:lnTo>
                    <a:pt x="1967062" y="3087402"/>
                  </a:lnTo>
                  <a:lnTo>
                    <a:pt x="1967220" y="3087402"/>
                  </a:lnTo>
                  <a:lnTo>
                    <a:pt x="1967377" y="3087402"/>
                  </a:lnTo>
                  <a:lnTo>
                    <a:pt x="1967535" y="3087402"/>
                  </a:lnTo>
                  <a:lnTo>
                    <a:pt x="1967535" y="3086971"/>
                  </a:lnTo>
                  <a:lnTo>
                    <a:pt x="1967693" y="3086971"/>
                  </a:lnTo>
                  <a:lnTo>
                    <a:pt x="1967850" y="3086971"/>
                  </a:lnTo>
                  <a:lnTo>
                    <a:pt x="1967850" y="3086540"/>
                  </a:lnTo>
                  <a:lnTo>
                    <a:pt x="1968008" y="3086540"/>
                  </a:lnTo>
                  <a:lnTo>
                    <a:pt x="1968166" y="3086540"/>
                  </a:lnTo>
                  <a:lnTo>
                    <a:pt x="1968324" y="3086540"/>
                  </a:lnTo>
                  <a:lnTo>
                    <a:pt x="1968481" y="3086540"/>
                  </a:lnTo>
                  <a:lnTo>
                    <a:pt x="1968639" y="3086540"/>
                  </a:lnTo>
                  <a:lnTo>
                    <a:pt x="1968797" y="3086540"/>
                  </a:lnTo>
                  <a:lnTo>
                    <a:pt x="1968954" y="3086540"/>
                  </a:lnTo>
                  <a:lnTo>
                    <a:pt x="1968954" y="3086110"/>
                  </a:lnTo>
                  <a:lnTo>
                    <a:pt x="1969112" y="3086110"/>
                  </a:lnTo>
                  <a:lnTo>
                    <a:pt x="1969270" y="3086110"/>
                  </a:lnTo>
                  <a:lnTo>
                    <a:pt x="1969428" y="3086110"/>
                  </a:lnTo>
                  <a:lnTo>
                    <a:pt x="1969428" y="3085679"/>
                  </a:lnTo>
                  <a:lnTo>
                    <a:pt x="1969585" y="3085679"/>
                  </a:lnTo>
                  <a:lnTo>
                    <a:pt x="1969743" y="3085679"/>
                  </a:lnTo>
                  <a:lnTo>
                    <a:pt x="1969901" y="3085679"/>
                  </a:lnTo>
                  <a:lnTo>
                    <a:pt x="1970059" y="3085679"/>
                  </a:lnTo>
                  <a:lnTo>
                    <a:pt x="1970216" y="3085679"/>
                  </a:lnTo>
                  <a:lnTo>
                    <a:pt x="1970374" y="3085679"/>
                  </a:lnTo>
                  <a:lnTo>
                    <a:pt x="1970532" y="3085679"/>
                  </a:lnTo>
                  <a:lnTo>
                    <a:pt x="1970689" y="3085679"/>
                  </a:lnTo>
                  <a:lnTo>
                    <a:pt x="1970847" y="3085679"/>
                  </a:lnTo>
                  <a:lnTo>
                    <a:pt x="1971005" y="3085679"/>
                  </a:lnTo>
                  <a:lnTo>
                    <a:pt x="1971163" y="3085679"/>
                  </a:lnTo>
                  <a:lnTo>
                    <a:pt x="1971163" y="3085249"/>
                  </a:lnTo>
                  <a:lnTo>
                    <a:pt x="1971163" y="3084818"/>
                  </a:lnTo>
                  <a:lnTo>
                    <a:pt x="1971320" y="3084818"/>
                  </a:lnTo>
                  <a:lnTo>
                    <a:pt x="1971320" y="3084387"/>
                  </a:lnTo>
                  <a:lnTo>
                    <a:pt x="1971478" y="3084387"/>
                  </a:lnTo>
                  <a:lnTo>
                    <a:pt x="1971636" y="3084387"/>
                  </a:lnTo>
                  <a:lnTo>
                    <a:pt x="1971793" y="3084387"/>
                  </a:lnTo>
                  <a:lnTo>
                    <a:pt x="1971951" y="3084387"/>
                  </a:lnTo>
                  <a:lnTo>
                    <a:pt x="1971951" y="3083957"/>
                  </a:lnTo>
                  <a:lnTo>
                    <a:pt x="1972109" y="3083957"/>
                  </a:lnTo>
                  <a:lnTo>
                    <a:pt x="1972267" y="3083957"/>
                  </a:lnTo>
                  <a:lnTo>
                    <a:pt x="1972267" y="3083526"/>
                  </a:lnTo>
                  <a:lnTo>
                    <a:pt x="1972424" y="3083526"/>
                  </a:lnTo>
                  <a:lnTo>
                    <a:pt x="1972582" y="3083526"/>
                  </a:lnTo>
                  <a:lnTo>
                    <a:pt x="1972740" y="3083526"/>
                  </a:lnTo>
                  <a:lnTo>
                    <a:pt x="1972740" y="3083096"/>
                  </a:lnTo>
                  <a:lnTo>
                    <a:pt x="1972740" y="3082665"/>
                  </a:lnTo>
                  <a:lnTo>
                    <a:pt x="1972897" y="3082665"/>
                  </a:lnTo>
                  <a:lnTo>
                    <a:pt x="1973055" y="3082665"/>
                  </a:lnTo>
                  <a:lnTo>
                    <a:pt x="1973213" y="3082665"/>
                  </a:lnTo>
                  <a:lnTo>
                    <a:pt x="1973371" y="3082665"/>
                  </a:lnTo>
                  <a:lnTo>
                    <a:pt x="1973371" y="3082234"/>
                  </a:lnTo>
                  <a:lnTo>
                    <a:pt x="1973371" y="3081804"/>
                  </a:lnTo>
                  <a:lnTo>
                    <a:pt x="1973528" y="3081804"/>
                  </a:lnTo>
                  <a:lnTo>
                    <a:pt x="1973686" y="3081804"/>
                  </a:lnTo>
                  <a:lnTo>
                    <a:pt x="1973686" y="3081373"/>
                  </a:lnTo>
                  <a:lnTo>
                    <a:pt x="1973686" y="3080943"/>
                  </a:lnTo>
                  <a:lnTo>
                    <a:pt x="1973844" y="3080943"/>
                  </a:lnTo>
                  <a:lnTo>
                    <a:pt x="1974001" y="3080943"/>
                  </a:lnTo>
                  <a:lnTo>
                    <a:pt x="1974159" y="3080943"/>
                  </a:lnTo>
                  <a:lnTo>
                    <a:pt x="1974159" y="3080512"/>
                  </a:lnTo>
                  <a:lnTo>
                    <a:pt x="1974317" y="3080512"/>
                  </a:lnTo>
                  <a:lnTo>
                    <a:pt x="1974475" y="3080512"/>
                  </a:lnTo>
                  <a:lnTo>
                    <a:pt x="1974632" y="3080512"/>
                  </a:lnTo>
                  <a:lnTo>
                    <a:pt x="1974632" y="3080081"/>
                  </a:lnTo>
                  <a:lnTo>
                    <a:pt x="1974632" y="3079651"/>
                  </a:lnTo>
                  <a:lnTo>
                    <a:pt x="1974632" y="3079220"/>
                  </a:lnTo>
                  <a:lnTo>
                    <a:pt x="1974790" y="3079220"/>
                  </a:lnTo>
                  <a:lnTo>
                    <a:pt x="1974948" y="3079220"/>
                  </a:lnTo>
                  <a:lnTo>
                    <a:pt x="1974948" y="3078790"/>
                  </a:lnTo>
                  <a:lnTo>
                    <a:pt x="1974948" y="3078359"/>
                  </a:lnTo>
                  <a:lnTo>
                    <a:pt x="1975105" y="3078359"/>
                  </a:lnTo>
                  <a:lnTo>
                    <a:pt x="1975105" y="3077928"/>
                  </a:lnTo>
                  <a:lnTo>
                    <a:pt x="1975263" y="3077928"/>
                  </a:lnTo>
                  <a:lnTo>
                    <a:pt x="1975263" y="3077498"/>
                  </a:lnTo>
                  <a:lnTo>
                    <a:pt x="1975263" y="3077067"/>
                  </a:lnTo>
                  <a:lnTo>
                    <a:pt x="1975421" y="3077067"/>
                  </a:lnTo>
                  <a:lnTo>
                    <a:pt x="1975421" y="3076637"/>
                  </a:lnTo>
                  <a:lnTo>
                    <a:pt x="1975579" y="3076637"/>
                  </a:lnTo>
                  <a:lnTo>
                    <a:pt x="1975579" y="3076206"/>
                  </a:lnTo>
                  <a:lnTo>
                    <a:pt x="1975736" y="3076206"/>
                  </a:lnTo>
                  <a:lnTo>
                    <a:pt x="1975894" y="3076206"/>
                  </a:lnTo>
                  <a:lnTo>
                    <a:pt x="1976052" y="3076206"/>
                  </a:lnTo>
                  <a:lnTo>
                    <a:pt x="1976210" y="3076206"/>
                  </a:lnTo>
                  <a:lnTo>
                    <a:pt x="1976367" y="3076206"/>
                  </a:lnTo>
                  <a:lnTo>
                    <a:pt x="1976367" y="3075775"/>
                  </a:lnTo>
                  <a:lnTo>
                    <a:pt x="1976525" y="3075775"/>
                  </a:lnTo>
                  <a:lnTo>
                    <a:pt x="1976683" y="3075775"/>
                  </a:lnTo>
                  <a:lnTo>
                    <a:pt x="1976840" y="3075775"/>
                  </a:lnTo>
                  <a:lnTo>
                    <a:pt x="1976998" y="3075775"/>
                  </a:lnTo>
                  <a:lnTo>
                    <a:pt x="1976998" y="3075345"/>
                  </a:lnTo>
                  <a:lnTo>
                    <a:pt x="1977156" y="3075345"/>
                  </a:lnTo>
                  <a:lnTo>
                    <a:pt x="1977314" y="3075345"/>
                  </a:lnTo>
                  <a:lnTo>
                    <a:pt x="1977471" y="3075345"/>
                  </a:lnTo>
                  <a:lnTo>
                    <a:pt x="1977629" y="3075345"/>
                  </a:lnTo>
                  <a:lnTo>
                    <a:pt x="1977787" y="3075345"/>
                  </a:lnTo>
                  <a:lnTo>
                    <a:pt x="1977787" y="3074914"/>
                  </a:lnTo>
                  <a:lnTo>
                    <a:pt x="1977944" y="3074914"/>
                  </a:lnTo>
                  <a:lnTo>
                    <a:pt x="1978102" y="3074914"/>
                  </a:lnTo>
                  <a:lnTo>
                    <a:pt x="1978102" y="3074484"/>
                  </a:lnTo>
                  <a:lnTo>
                    <a:pt x="1978102" y="3074053"/>
                  </a:lnTo>
                  <a:lnTo>
                    <a:pt x="1978102" y="3073622"/>
                  </a:lnTo>
                  <a:lnTo>
                    <a:pt x="1978260" y="3073622"/>
                  </a:lnTo>
                  <a:lnTo>
                    <a:pt x="1978418" y="3073622"/>
                  </a:lnTo>
                  <a:lnTo>
                    <a:pt x="1978575" y="3073622"/>
                  </a:lnTo>
                  <a:lnTo>
                    <a:pt x="1978733" y="3073622"/>
                  </a:lnTo>
                  <a:lnTo>
                    <a:pt x="1978891" y="3073622"/>
                  </a:lnTo>
                  <a:lnTo>
                    <a:pt x="1978891" y="3073192"/>
                  </a:lnTo>
                  <a:lnTo>
                    <a:pt x="1979048" y="3073192"/>
                  </a:lnTo>
                  <a:lnTo>
                    <a:pt x="1979048" y="3072761"/>
                  </a:lnTo>
                  <a:lnTo>
                    <a:pt x="1979206" y="3072761"/>
                  </a:lnTo>
                  <a:lnTo>
                    <a:pt x="1979206" y="3072331"/>
                  </a:lnTo>
                  <a:lnTo>
                    <a:pt x="1979364" y="3072331"/>
                  </a:lnTo>
                  <a:lnTo>
                    <a:pt x="1979522" y="3072331"/>
                  </a:lnTo>
                  <a:lnTo>
                    <a:pt x="1979522" y="3071900"/>
                  </a:lnTo>
                  <a:lnTo>
                    <a:pt x="1979522" y="3071469"/>
                  </a:lnTo>
                  <a:lnTo>
                    <a:pt x="1979522" y="3071039"/>
                  </a:lnTo>
                  <a:lnTo>
                    <a:pt x="1979679" y="3071039"/>
                  </a:lnTo>
                  <a:lnTo>
                    <a:pt x="1979679" y="3070608"/>
                  </a:lnTo>
                  <a:lnTo>
                    <a:pt x="1979837" y="3070608"/>
                  </a:lnTo>
                  <a:lnTo>
                    <a:pt x="1979837" y="3070178"/>
                  </a:lnTo>
                  <a:lnTo>
                    <a:pt x="1979837" y="3069747"/>
                  </a:lnTo>
                  <a:lnTo>
                    <a:pt x="1979995" y="3069747"/>
                  </a:lnTo>
                  <a:lnTo>
                    <a:pt x="1980152" y="3069747"/>
                  </a:lnTo>
                  <a:lnTo>
                    <a:pt x="1980310" y="3069747"/>
                  </a:lnTo>
                  <a:lnTo>
                    <a:pt x="1980468" y="3069747"/>
                  </a:lnTo>
                  <a:lnTo>
                    <a:pt x="1980468" y="3069316"/>
                  </a:lnTo>
                  <a:lnTo>
                    <a:pt x="1980626" y="3069316"/>
                  </a:lnTo>
                  <a:lnTo>
                    <a:pt x="1980626" y="3068886"/>
                  </a:lnTo>
                  <a:lnTo>
                    <a:pt x="1980783" y="3068886"/>
                  </a:lnTo>
                  <a:lnTo>
                    <a:pt x="1980783" y="3068455"/>
                  </a:lnTo>
                  <a:lnTo>
                    <a:pt x="1980941" y="3068455"/>
                  </a:lnTo>
                  <a:lnTo>
                    <a:pt x="1981099" y="3068455"/>
                  </a:lnTo>
                  <a:lnTo>
                    <a:pt x="1981257" y="3068455"/>
                  </a:lnTo>
                  <a:lnTo>
                    <a:pt x="1981257" y="3068025"/>
                  </a:lnTo>
                  <a:lnTo>
                    <a:pt x="1981414" y="3068025"/>
                  </a:lnTo>
                  <a:lnTo>
                    <a:pt x="1981572" y="3068025"/>
                  </a:lnTo>
                  <a:lnTo>
                    <a:pt x="1981730" y="3068025"/>
                  </a:lnTo>
                  <a:lnTo>
                    <a:pt x="1981887" y="3068025"/>
                  </a:lnTo>
                  <a:lnTo>
                    <a:pt x="1982045" y="3068025"/>
                  </a:lnTo>
                  <a:lnTo>
                    <a:pt x="1982203" y="3068025"/>
                  </a:lnTo>
                  <a:lnTo>
                    <a:pt x="1982203" y="3067594"/>
                  </a:lnTo>
                  <a:lnTo>
                    <a:pt x="1982203" y="3067163"/>
                  </a:lnTo>
                  <a:lnTo>
                    <a:pt x="1982361" y="3067163"/>
                  </a:lnTo>
                  <a:lnTo>
                    <a:pt x="1982361" y="3066733"/>
                  </a:lnTo>
                  <a:lnTo>
                    <a:pt x="1982361" y="3066302"/>
                  </a:lnTo>
                  <a:lnTo>
                    <a:pt x="1982518" y="3066302"/>
                  </a:lnTo>
                  <a:lnTo>
                    <a:pt x="1982676" y="3066302"/>
                  </a:lnTo>
                  <a:lnTo>
                    <a:pt x="1982676" y="3065872"/>
                  </a:lnTo>
                  <a:lnTo>
                    <a:pt x="1982676" y="3065441"/>
                  </a:lnTo>
                  <a:lnTo>
                    <a:pt x="1982676" y="3065010"/>
                  </a:lnTo>
                  <a:lnTo>
                    <a:pt x="1982676" y="3064580"/>
                  </a:lnTo>
                  <a:lnTo>
                    <a:pt x="1982676" y="3064149"/>
                  </a:lnTo>
                  <a:lnTo>
                    <a:pt x="1982676" y="3063719"/>
                  </a:lnTo>
                  <a:lnTo>
                    <a:pt x="1982676" y="3063288"/>
                  </a:lnTo>
                  <a:lnTo>
                    <a:pt x="1982834" y="3063288"/>
                  </a:lnTo>
                  <a:lnTo>
                    <a:pt x="1982834" y="3062857"/>
                  </a:lnTo>
                  <a:lnTo>
                    <a:pt x="1982834" y="3062427"/>
                  </a:lnTo>
                  <a:lnTo>
                    <a:pt x="1982991" y="3062427"/>
                  </a:lnTo>
                  <a:lnTo>
                    <a:pt x="1982991" y="3061996"/>
                  </a:lnTo>
                  <a:lnTo>
                    <a:pt x="1982991" y="3061566"/>
                  </a:lnTo>
                  <a:lnTo>
                    <a:pt x="1983149" y="3061566"/>
                  </a:lnTo>
                  <a:lnTo>
                    <a:pt x="1983149" y="3061135"/>
                  </a:lnTo>
                  <a:lnTo>
                    <a:pt x="1983307" y="3061135"/>
                  </a:lnTo>
                  <a:lnTo>
                    <a:pt x="1983307" y="3060704"/>
                  </a:lnTo>
                  <a:lnTo>
                    <a:pt x="1983465" y="3060704"/>
                  </a:lnTo>
                  <a:lnTo>
                    <a:pt x="1983622" y="3060704"/>
                  </a:lnTo>
                  <a:lnTo>
                    <a:pt x="1983780" y="3060704"/>
                  </a:lnTo>
                  <a:lnTo>
                    <a:pt x="1983780" y="3060274"/>
                  </a:lnTo>
                  <a:lnTo>
                    <a:pt x="1983938" y="3060274"/>
                  </a:lnTo>
                  <a:lnTo>
                    <a:pt x="1984095" y="3060274"/>
                  </a:lnTo>
                  <a:lnTo>
                    <a:pt x="1984095" y="3059843"/>
                  </a:lnTo>
                  <a:lnTo>
                    <a:pt x="1984253" y="3059843"/>
                  </a:lnTo>
                  <a:lnTo>
                    <a:pt x="1984411" y="3059843"/>
                  </a:lnTo>
                  <a:lnTo>
                    <a:pt x="1984569" y="3059843"/>
                  </a:lnTo>
                  <a:lnTo>
                    <a:pt x="1984726" y="3059843"/>
                  </a:lnTo>
                  <a:lnTo>
                    <a:pt x="1984884" y="3059843"/>
                  </a:lnTo>
                  <a:lnTo>
                    <a:pt x="1985042" y="3059843"/>
                  </a:lnTo>
                  <a:lnTo>
                    <a:pt x="1985199" y="3059843"/>
                  </a:lnTo>
                  <a:lnTo>
                    <a:pt x="1985199" y="3059413"/>
                  </a:lnTo>
                  <a:lnTo>
                    <a:pt x="1985357" y="3059413"/>
                  </a:lnTo>
                  <a:lnTo>
                    <a:pt x="1985357" y="3058982"/>
                  </a:lnTo>
                  <a:lnTo>
                    <a:pt x="1985515" y="3058982"/>
                  </a:lnTo>
                  <a:lnTo>
                    <a:pt x="1985673" y="3058982"/>
                  </a:lnTo>
                  <a:lnTo>
                    <a:pt x="1985673" y="3058551"/>
                  </a:lnTo>
                  <a:lnTo>
                    <a:pt x="1985830" y="3058551"/>
                  </a:lnTo>
                  <a:lnTo>
                    <a:pt x="1985988" y="3058551"/>
                  </a:lnTo>
                  <a:lnTo>
                    <a:pt x="1986146" y="3058551"/>
                  </a:lnTo>
                  <a:lnTo>
                    <a:pt x="1986146" y="3058121"/>
                  </a:lnTo>
                  <a:lnTo>
                    <a:pt x="1986303" y="3058121"/>
                  </a:lnTo>
                  <a:lnTo>
                    <a:pt x="1986303" y="3057690"/>
                  </a:lnTo>
                  <a:lnTo>
                    <a:pt x="1986461" y="3057690"/>
                  </a:lnTo>
                  <a:lnTo>
                    <a:pt x="1986619" y="3057690"/>
                  </a:lnTo>
                  <a:lnTo>
                    <a:pt x="1986777" y="3057690"/>
                  </a:lnTo>
                  <a:lnTo>
                    <a:pt x="1986934" y="3057690"/>
                  </a:lnTo>
                  <a:lnTo>
                    <a:pt x="1987092" y="3057690"/>
                  </a:lnTo>
                  <a:lnTo>
                    <a:pt x="1987250" y="3057690"/>
                  </a:lnTo>
                  <a:lnTo>
                    <a:pt x="1987408" y="3057690"/>
                  </a:lnTo>
                  <a:lnTo>
                    <a:pt x="1987408" y="3057260"/>
                  </a:lnTo>
                  <a:lnTo>
                    <a:pt x="1987565" y="3057260"/>
                  </a:lnTo>
                  <a:lnTo>
                    <a:pt x="1987723" y="3057260"/>
                  </a:lnTo>
                  <a:lnTo>
                    <a:pt x="1987881" y="3057260"/>
                  </a:lnTo>
                  <a:lnTo>
                    <a:pt x="1987881" y="3056829"/>
                  </a:lnTo>
                  <a:lnTo>
                    <a:pt x="1988038" y="3056829"/>
                  </a:lnTo>
                  <a:lnTo>
                    <a:pt x="1988038" y="3056398"/>
                  </a:lnTo>
                  <a:lnTo>
                    <a:pt x="1988196" y="3056398"/>
                  </a:lnTo>
                  <a:lnTo>
                    <a:pt x="1988354" y="3056398"/>
                  </a:lnTo>
                  <a:lnTo>
                    <a:pt x="1988512" y="3056398"/>
                  </a:lnTo>
                  <a:lnTo>
                    <a:pt x="1988669" y="3056398"/>
                  </a:lnTo>
                  <a:lnTo>
                    <a:pt x="1988669" y="3055968"/>
                  </a:lnTo>
                  <a:lnTo>
                    <a:pt x="1988827" y="3055968"/>
                  </a:lnTo>
                  <a:lnTo>
                    <a:pt x="1988985" y="3055968"/>
                  </a:lnTo>
                  <a:lnTo>
                    <a:pt x="1989142" y="3055968"/>
                  </a:lnTo>
                  <a:lnTo>
                    <a:pt x="1989300" y="3055968"/>
                  </a:lnTo>
                  <a:lnTo>
                    <a:pt x="1989458" y="3055968"/>
                  </a:lnTo>
                  <a:lnTo>
                    <a:pt x="1989458" y="3055537"/>
                  </a:lnTo>
                  <a:lnTo>
                    <a:pt x="1989616" y="3055537"/>
                  </a:lnTo>
                  <a:lnTo>
                    <a:pt x="1989773" y="3055537"/>
                  </a:lnTo>
                  <a:lnTo>
                    <a:pt x="1989773" y="3055107"/>
                  </a:lnTo>
                  <a:lnTo>
                    <a:pt x="1989931" y="3055107"/>
                  </a:lnTo>
                  <a:lnTo>
                    <a:pt x="1990089" y="3055107"/>
                  </a:lnTo>
                  <a:lnTo>
                    <a:pt x="1990246" y="3055107"/>
                  </a:lnTo>
                  <a:lnTo>
                    <a:pt x="1990246" y="3054676"/>
                  </a:lnTo>
                  <a:lnTo>
                    <a:pt x="1990404" y="3054676"/>
                  </a:lnTo>
                  <a:lnTo>
                    <a:pt x="1990562" y="3054676"/>
                  </a:lnTo>
                  <a:lnTo>
                    <a:pt x="1990562" y="3054245"/>
                  </a:lnTo>
                  <a:lnTo>
                    <a:pt x="1990720" y="3054245"/>
                  </a:lnTo>
                  <a:lnTo>
                    <a:pt x="1990877" y="3054245"/>
                  </a:lnTo>
                  <a:lnTo>
                    <a:pt x="1991035" y="3054245"/>
                  </a:lnTo>
                  <a:lnTo>
                    <a:pt x="1991193" y="3054245"/>
                  </a:lnTo>
                  <a:lnTo>
                    <a:pt x="1991350" y="3054245"/>
                  </a:lnTo>
                  <a:lnTo>
                    <a:pt x="1991350" y="3053815"/>
                  </a:lnTo>
                  <a:lnTo>
                    <a:pt x="1991508" y="3053815"/>
                  </a:lnTo>
                  <a:lnTo>
                    <a:pt x="1991508" y="3053384"/>
                  </a:lnTo>
                  <a:lnTo>
                    <a:pt x="1991666" y="3053384"/>
                  </a:lnTo>
                  <a:lnTo>
                    <a:pt x="1991824" y="3053384"/>
                  </a:lnTo>
                  <a:lnTo>
                    <a:pt x="1991981" y="3053384"/>
                  </a:lnTo>
                  <a:lnTo>
                    <a:pt x="1992139" y="3053384"/>
                  </a:lnTo>
                  <a:lnTo>
                    <a:pt x="1992297" y="3053384"/>
                  </a:lnTo>
                  <a:lnTo>
                    <a:pt x="1992455" y="3053384"/>
                  </a:lnTo>
                  <a:lnTo>
                    <a:pt x="1992612" y="3053384"/>
                  </a:lnTo>
                  <a:lnTo>
                    <a:pt x="1992770" y="3053384"/>
                  </a:lnTo>
                  <a:lnTo>
                    <a:pt x="1992770" y="3052954"/>
                  </a:lnTo>
                  <a:lnTo>
                    <a:pt x="1992928" y="3052954"/>
                  </a:lnTo>
                  <a:lnTo>
                    <a:pt x="1993085" y="3052954"/>
                  </a:lnTo>
                  <a:lnTo>
                    <a:pt x="1993085" y="3052523"/>
                  </a:lnTo>
                  <a:lnTo>
                    <a:pt x="1993243" y="3052523"/>
                  </a:lnTo>
                  <a:lnTo>
                    <a:pt x="1993243" y="3052092"/>
                  </a:lnTo>
                  <a:lnTo>
                    <a:pt x="1993401" y="3052092"/>
                  </a:lnTo>
                  <a:lnTo>
                    <a:pt x="1993559" y="3052092"/>
                  </a:lnTo>
                  <a:lnTo>
                    <a:pt x="1993716" y="3052092"/>
                  </a:lnTo>
                  <a:lnTo>
                    <a:pt x="1993874" y="3052092"/>
                  </a:lnTo>
                  <a:lnTo>
                    <a:pt x="1993874" y="3051662"/>
                  </a:lnTo>
                  <a:lnTo>
                    <a:pt x="1994032" y="3051662"/>
                  </a:lnTo>
                  <a:lnTo>
                    <a:pt x="1994032" y="3051231"/>
                  </a:lnTo>
                  <a:lnTo>
                    <a:pt x="1994189" y="3051231"/>
                  </a:lnTo>
                  <a:lnTo>
                    <a:pt x="1994347" y="3051231"/>
                  </a:lnTo>
                  <a:lnTo>
                    <a:pt x="1994347" y="3050801"/>
                  </a:lnTo>
                  <a:lnTo>
                    <a:pt x="1994505" y="3050801"/>
                  </a:lnTo>
                  <a:lnTo>
                    <a:pt x="1994663" y="3050801"/>
                  </a:lnTo>
                  <a:lnTo>
                    <a:pt x="1994820" y="3050801"/>
                  </a:lnTo>
                  <a:lnTo>
                    <a:pt x="1994820" y="3050370"/>
                  </a:lnTo>
                  <a:lnTo>
                    <a:pt x="1994978" y="3050370"/>
                  </a:lnTo>
                  <a:lnTo>
                    <a:pt x="1994978" y="3049939"/>
                  </a:lnTo>
                  <a:lnTo>
                    <a:pt x="1995136" y="3049939"/>
                  </a:lnTo>
                  <a:lnTo>
                    <a:pt x="1995293" y="3049939"/>
                  </a:lnTo>
                  <a:lnTo>
                    <a:pt x="1995451" y="3049939"/>
                  </a:lnTo>
                  <a:lnTo>
                    <a:pt x="1995451" y="3049509"/>
                  </a:lnTo>
                  <a:lnTo>
                    <a:pt x="1995451" y="3049078"/>
                  </a:lnTo>
                  <a:lnTo>
                    <a:pt x="1995609" y="3049078"/>
                  </a:lnTo>
                  <a:lnTo>
                    <a:pt x="1995609" y="3048648"/>
                  </a:lnTo>
                  <a:lnTo>
                    <a:pt x="1995767" y="3048648"/>
                  </a:lnTo>
                  <a:lnTo>
                    <a:pt x="1995924" y="3048648"/>
                  </a:lnTo>
                  <a:lnTo>
                    <a:pt x="1996082" y="3048648"/>
                  </a:lnTo>
                  <a:lnTo>
                    <a:pt x="1996082" y="3048217"/>
                  </a:lnTo>
                  <a:lnTo>
                    <a:pt x="1996082" y="3047786"/>
                  </a:lnTo>
                  <a:lnTo>
                    <a:pt x="1996240" y="3047786"/>
                  </a:lnTo>
                  <a:lnTo>
                    <a:pt x="1996397" y="3047786"/>
                  </a:lnTo>
                  <a:lnTo>
                    <a:pt x="1996555" y="3047786"/>
                  </a:lnTo>
                  <a:lnTo>
                    <a:pt x="1996713" y="3047786"/>
                  </a:lnTo>
                  <a:lnTo>
                    <a:pt x="1996871" y="3047786"/>
                  </a:lnTo>
                  <a:lnTo>
                    <a:pt x="1996871" y="3047356"/>
                  </a:lnTo>
                  <a:lnTo>
                    <a:pt x="1997028" y="3047356"/>
                  </a:lnTo>
                  <a:lnTo>
                    <a:pt x="1997028" y="3046925"/>
                  </a:lnTo>
                  <a:lnTo>
                    <a:pt x="1997186" y="3046925"/>
                  </a:lnTo>
                  <a:lnTo>
                    <a:pt x="1997344" y="3046925"/>
                  </a:lnTo>
                  <a:lnTo>
                    <a:pt x="1997501" y="3046925"/>
                  </a:lnTo>
                  <a:lnTo>
                    <a:pt x="1997659" y="3046925"/>
                  </a:lnTo>
                  <a:lnTo>
                    <a:pt x="1997817" y="3046925"/>
                  </a:lnTo>
                  <a:lnTo>
                    <a:pt x="1997975" y="3046925"/>
                  </a:lnTo>
                  <a:lnTo>
                    <a:pt x="1997975" y="3046495"/>
                  </a:lnTo>
                  <a:lnTo>
                    <a:pt x="1997975" y="3046064"/>
                  </a:lnTo>
                  <a:lnTo>
                    <a:pt x="1998132" y="3046064"/>
                  </a:lnTo>
                  <a:lnTo>
                    <a:pt x="1998290" y="3046064"/>
                  </a:lnTo>
                  <a:lnTo>
                    <a:pt x="1998290" y="3045633"/>
                  </a:lnTo>
                  <a:lnTo>
                    <a:pt x="1998448" y="3045633"/>
                  </a:lnTo>
                  <a:lnTo>
                    <a:pt x="1998448" y="3045203"/>
                  </a:lnTo>
                  <a:lnTo>
                    <a:pt x="1998606" y="3045203"/>
                  </a:lnTo>
                  <a:lnTo>
                    <a:pt x="1998763" y="3045203"/>
                  </a:lnTo>
                  <a:lnTo>
                    <a:pt x="1998921" y="3045203"/>
                  </a:lnTo>
                  <a:lnTo>
                    <a:pt x="1999079" y="3045203"/>
                  </a:lnTo>
                  <a:lnTo>
                    <a:pt x="1999236" y="3045203"/>
                  </a:lnTo>
                  <a:lnTo>
                    <a:pt x="1999236" y="3044772"/>
                  </a:lnTo>
                  <a:lnTo>
                    <a:pt x="1999394" y="3044772"/>
                  </a:lnTo>
                  <a:lnTo>
                    <a:pt x="1999552" y="3044772"/>
                  </a:lnTo>
                  <a:lnTo>
                    <a:pt x="1999552" y="3044342"/>
                  </a:lnTo>
                  <a:lnTo>
                    <a:pt x="1999552" y="3043911"/>
                  </a:lnTo>
                  <a:lnTo>
                    <a:pt x="1999710" y="3043911"/>
                  </a:lnTo>
                  <a:lnTo>
                    <a:pt x="1999867" y="3043911"/>
                  </a:lnTo>
                  <a:lnTo>
                    <a:pt x="2000025" y="3043911"/>
                  </a:lnTo>
                  <a:lnTo>
                    <a:pt x="2000025" y="3043480"/>
                  </a:lnTo>
                  <a:lnTo>
                    <a:pt x="2000183" y="3043480"/>
                  </a:lnTo>
                  <a:lnTo>
                    <a:pt x="2000183" y="3043050"/>
                  </a:lnTo>
                  <a:lnTo>
                    <a:pt x="2000340" y="3043050"/>
                  </a:lnTo>
                  <a:lnTo>
                    <a:pt x="2000498" y="3043050"/>
                  </a:lnTo>
                  <a:lnTo>
                    <a:pt x="2000656" y="3043050"/>
                  </a:lnTo>
                  <a:lnTo>
                    <a:pt x="2000814" y="3043050"/>
                  </a:lnTo>
                  <a:lnTo>
                    <a:pt x="2000814" y="3042619"/>
                  </a:lnTo>
                  <a:lnTo>
                    <a:pt x="2000971" y="3042619"/>
                  </a:lnTo>
                  <a:lnTo>
                    <a:pt x="2001129" y="3042619"/>
                  </a:lnTo>
                  <a:lnTo>
                    <a:pt x="2001287" y="3042619"/>
                  </a:lnTo>
                  <a:lnTo>
                    <a:pt x="2001444" y="3042619"/>
                  </a:lnTo>
                  <a:lnTo>
                    <a:pt x="2001444" y="3042189"/>
                  </a:lnTo>
                  <a:lnTo>
                    <a:pt x="2001602" y="3042189"/>
                  </a:lnTo>
                  <a:lnTo>
                    <a:pt x="2001760" y="3042189"/>
                  </a:lnTo>
                  <a:lnTo>
                    <a:pt x="2001918" y="3042189"/>
                  </a:lnTo>
                  <a:lnTo>
                    <a:pt x="2001918" y="3041758"/>
                  </a:lnTo>
                  <a:lnTo>
                    <a:pt x="2002075" y="3041758"/>
                  </a:lnTo>
                  <a:lnTo>
                    <a:pt x="2002233" y="3041758"/>
                  </a:lnTo>
                  <a:lnTo>
                    <a:pt x="2002233" y="3041327"/>
                  </a:lnTo>
                  <a:lnTo>
                    <a:pt x="2002233" y="3040897"/>
                  </a:lnTo>
                  <a:lnTo>
                    <a:pt x="2002233" y="3040466"/>
                  </a:lnTo>
                  <a:lnTo>
                    <a:pt x="2002391" y="3040466"/>
                  </a:lnTo>
                  <a:lnTo>
                    <a:pt x="2002548" y="3040466"/>
                  </a:lnTo>
                  <a:lnTo>
                    <a:pt x="2002706" y="3040466"/>
                  </a:lnTo>
                  <a:lnTo>
                    <a:pt x="2002864" y="3040466"/>
                  </a:lnTo>
                  <a:lnTo>
                    <a:pt x="2002864" y="3040036"/>
                  </a:lnTo>
                  <a:lnTo>
                    <a:pt x="2003022" y="3040036"/>
                  </a:lnTo>
                  <a:lnTo>
                    <a:pt x="2003179" y="3040036"/>
                  </a:lnTo>
                  <a:lnTo>
                    <a:pt x="2003337" y="3040036"/>
                  </a:lnTo>
                  <a:lnTo>
                    <a:pt x="2003495" y="3040036"/>
                  </a:lnTo>
                  <a:lnTo>
                    <a:pt x="2003653" y="3040036"/>
                  </a:lnTo>
                  <a:lnTo>
                    <a:pt x="2003810" y="3040036"/>
                  </a:lnTo>
                  <a:lnTo>
                    <a:pt x="2003968" y="3040036"/>
                  </a:lnTo>
                  <a:lnTo>
                    <a:pt x="2004126" y="3040036"/>
                  </a:lnTo>
                  <a:lnTo>
                    <a:pt x="2004283" y="3040036"/>
                  </a:lnTo>
                  <a:lnTo>
                    <a:pt x="2004441" y="3040036"/>
                  </a:lnTo>
                  <a:lnTo>
                    <a:pt x="2004441" y="3039605"/>
                  </a:lnTo>
                  <a:lnTo>
                    <a:pt x="2004599" y="3039605"/>
                  </a:lnTo>
                  <a:lnTo>
                    <a:pt x="2004757" y="3039605"/>
                  </a:lnTo>
                  <a:lnTo>
                    <a:pt x="2004914" y="3039605"/>
                  </a:lnTo>
                  <a:lnTo>
                    <a:pt x="2005072" y="3039605"/>
                  </a:lnTo>
                  <a:lnTo>
                    <a:pt x="2005072" y="3039174"/>
                  </a:lnTo>
                  <a:lnTo>
                    <a:pt x="2005230" y="3039174"/>
                  </a:lnTo>
                  <a:lnTo>
                    <a:pt x="2005387" y="3039174"/>
                  </a:lnTo>
                  <a:lnTo>
                    <a:pt x="2005545" y="3039174"/>
                  </a:lnTo>
                  <a:lnTo>
                    <a:pt x="2005703" y="3039174"/>
                  </a:lnTo>
                  <a:lnTo>
                    <a:pt x="2005861" y="3039174"/>
                  </a:lnTo>
                  <a:lnTo>
                    <a:pt x="2006018" y="3039174"/>
                  </a:lnTo>
                  <a:lnTo>
                    <a:pt x="2006018" y="3038744"/>
                  </a:lnTo>
                  <a:lnTo>
                    <a:pt x="2006018" y="3038313"/>
                  </a:lnTo>
                  <a:lnTo>
                    <a:pt x="2006176" y="3038313"/>
                  </a:lnTo>
                  <a:lnTo>
                    <a:pt x="2006334" y="3038313"/>
                  </a:lnTo>
                  <a:lnTo>
                    <a:pt x="2006491" y="3038313"/>
                  </a:lnTo>
                  <a:lnTo>
                    <a:pt x="2006491" y="3037883"/>
                  </a:lnTo>
                  <a:lnTo>
                    <a:pt x="2006649" y="3037883"/>
                  </a:lnTo>
                  <a:lnTo>
                    <a:pt x="2006807" y="3037883"/>
                  </a:lnTo>
                  <a:lnTo>
                    <a:pt x="2006965" y="3037883"/>
                  </a:lnTo>
                  <a:lnTo>
                    <a:pt x="2007122" y="3037883"/>
                  </a:lnTo>
                  <a:lnTo>
                    <a:pt x="2007280" y="3037883"/>
                  </a:lnTo>
                  <a:lnTo>
                    <a:pt x="2007438" y="3037883"/>
                  </a:lnTo>
                  <a:lnTo>
                    <a:pt x="2007595" y="3037883"/>
                  </a:lnTo>
                  <a:lnTo>
                    <a:pt x="2007595" y="3037452"/>
                  </a:lnTo>
                  <a:lnTo>
                    <a:pt x="2007753" y="3037452"/>
                  </a:lnTo>
                  <a:lnTo>
                    <a:pt x="2007911" y="3037452"/>
                  </a:lnTo>
                  <a:lnTo>
                    <a:pt x="2007911" y="3037021"/>
                  </a:lnTo>
                  <a:lnTo>
                    <a:pt x="2007911" y="3036591"/>
                  </a:lnTo>
                  <a:lnTo>
                    <a:pt x="2007911" y="3036160"/>
                  </a:lnTo>
                  <a:lnTo>
                    <a:pt x="2007911" y="3035730"/>
                  </a:lnTo>
                  <a:lnTo>
                    <a:pt x="2008069" y="3035730"/>
                  </a:lnTo>
                  <a:lnTo>
                    <a:pt x="2008226" y="3035730"/>
                  </a:lnTo>
                  <a:lnTo>
                    <a:pt x="2008384" y="3035730"/>
                  </a:lnTo>
                  <a:lnTo>
                    <a:pt x="2008542" y="3035730"/>
                  </a:lnTo>
                  <a:lnTo>
                    <a:pt x="2008699" y="3035730"/>
                  </a:lnTo>
                  <a:lnTo>
                    <a:pt x="2008699" y="3035299"/>
                  </a:lnTo>
                  <a:lnTo>
                    <a:pt x="2008857" y="3035299"/>
                  </a:lnTo>
                  <a:lnTo>
                    <a:pt x="2009015" y="3035299"/>
                  </a:lnTo>
                  <a:lnTo>
                    <a:pt x="2009173" y="3035299"/>
                  </a:lnTo>
                  <a:lnTo>
                    <a:pt x="2009330" y="3035299"/>
                  </a:lnTo>
                  <a:lnTo>
                    <a:pt x="2009330" y="3034868"/>
                  </a:lnTo>
                  <a:lnTo>
                    <a:pt x="2009488" y="3034868"/>
                  </a:lnTo>
                  <a:lnTo>
                    <a:pt x="2009646" y="3034868"/>
                  </a:lnTo>
                  <a:lnTo>
                    <a:pt x="2009804" y="3034868"/>
                  </a:lnTo>
                  <a:lnTo>
                    <a:pt x="2009961" y="3034868"/>
                  </a:lnTo>
                  <a:lnTo>
                    <a:pt x="2010119" y="3034868"/>
                  </a:lnTo>
                  <a:lnTo>
                    <a:pt x="2010277" y="3034868"/>
                  </a:lnTo>
                  <a:lnTo>
                    <a:pt x="2010277" y="3034438"/>
                  </a:lnTo>
                  <a:lnTo>
                    <a:pt x="2010277" y="3034007"/>
                  </a:lnTo>
                  <a:lnTo>
                    <a:pt x="2010277" y="3033577"/>
                  </a:lnTo>
                  <a:lnTo>
                    <a:pt x="2010434" y="3033577"/>
                  </a:lnTo>
                  <a:lnTo>
                    <a:pt x="2010434" y="3033146"/>
                  </a:lnTo>
                  <a:lnTo>
                    <a:pt x="2010592" y="3033146"/>
                  </a:lnTo>
                  <a:lnTo>
                    <a:pt x="2010750" y="3033146"/>
                  </a:lnTo>
                  <a:lnTo>
                    <a:pt x="2010908" y="3033146"/>
                  </a:lnTo>
                  <a:lnTo>
                    <a:pt x="2010908" y="3032715"/>
                  </a:lnTo>
                  <a:lnTo>
                    <a:pt x="2010908" y="3032285"/>
                  </a:lnTo>
                  <a:lnTo>
                    <a:pt x="2010908" y="3031854"/>
                  </a:lnTo>
                  <a:lnTo>
                    <a:pt x="2011065" y="3031854"/>
                  </a:lnTo>
                  <a:lnTo>
                    <a:pt x="2011223" y="3031854"/>
                  </a:lnTo>
                  <a:lnTo>
                    <a:pt x="2011381" y="3031854"/>
                  </a:lnTo>
                  <a:lnTo>
                    <a:pt x="2011538" y="3031854"/>
                  </a:lnTo>
                  <a:lnTo>
                    <a:pt x="2011696" y="3031854"/>
                  </a:lnTo>
                  <a:lnTo>
                    <a:pt x="2011854" y="3031854"/>
                  </a:lnTo>
                  <a:lnTo>
                    <a:pt x="2012012" y="3031854"/>
                  </a:lnTo>
                  <a:lnTo>
                    <a:pt x="2012169" y="3031854"/>
                  </a:lnTo>
                  <a:lnTo>
                    <a:pt x="2012327" y="3031854"/>
                  </a:lnTo>
                  <a:lnTo>
                    <a:pt x="2012327" y="3031424"/>
                  </a:lnTo>
                  <a:lnTo>
                    <a:pt x="2012485" y="3031424"/>
                  </a:lnTo>
                  <a:lnTo>
                    <a:pt x="2012642" y="3031424"/>
                  </a:lnTo>
                  <a:lnTo>
                    <a:pt x="2012642" y="3030993"/>
                  </a:lnTo>
                  <a:lnTo>
                    <a:pt x="2012800" y="3030993"/>
                  </a:lnTo>
                  <a:lnTo>
                    <a:pt x="2012958" y="3030993"/>
                  </a:lnTo>
                  <a:lnTo>
                    <a:pt x="2013116" y="3030993"/>
                  </a:lnTo>
                  <a:lnTo>
                    <a:pt x="2013116" y="3030562"/>
                  </a:lnTo>
                  <a:lnTo>
                    <a:pt x="2013273" y="3030562"/>
                  </a:lnTo>
                  <a:lnTo>
                    <a:pt x="2013273" y="3030132"/>
                  </a:lnTo>
                  <a:lnTo>
                    <a:pt x="2013431" y="3030132"/>
                  </a:lnTo>
                  <a:lnTo>
                    <a:pt x="2013589" y="3030132"/>
                  </a:lnTo>
                  <a:lnTo>
                    <a:pt x="2013746" y="3030132"/>
                  </a:lnTo>
                  <a:lnTo>
                    <a:pt x="2013904" y="3030132"/>
                  </a:lnTo>
                  <a:lnTo>
                    <a:pt x="2014062" y="3030132"/>
                  </a:lnTo>
                  <a:lnTo>
                    <a:pt x="2014220" y="3030132"/>
                  </a:lnTo>
                  <a:lnTo>
                    <a:pt x="2014377" y="3030132"/>
                  </a:lnTo>
                  <a:lnTo>
                    <a:pt x="2014535" y="3030132"/>
                  </a:lnTo>
                  <a:lnTo>
                    <a:pt x="2014693" y="3030132"/>
                  </a:lnTo>
                  <a:lnTo>
                    <a:pt x="2014851" y="3030132"/>
                  </a:lnTo>
                  <a:lnTo>
                    <a:pt x="2015008" y="3030132"/>
                  </a:lnTo>
                  <a:lnTo>
                    <a:pt x="2015008" y="3029701"/>
                  </a:lnTo>
                  <a:lnTo>
                    <a:pt x="2015166" y="3029701"/>
                  </a:lnTo>
                  <a:lnTo>
                    <a:pt x="2015324" y="3029701"/>
                  </a:lnTo>
                  <a:lnTo>
                    <a:pt x="2015324" y="3029271"/>
                  </a:lnTo>
                  <a:lnTo>
                    <a:pt x="2015481" y="3029271"/>
                  </a:lnTo>
                  <a:lnTo>
                    <a:pt x="2015481" y="3028840"/>
                  </a:lnTo>
                  <a:lnTo>
                    <a:pt x="2015639" y="3028840"/>
                  </a:lnTo>
                  <a:lnTo>
                    <a:pt x="2015797" y="3028840"/>
                  </a:lnTo>
                  <a:lnTo>
                    <a:pt x="2015797" y="3028409"/>
                  </a:lnTo>
                  <a:lnTo>
                    <a:pt x="2015797" y="3027979"/>
                  </a:lnTo>
                  <a:lnTo>
                    <a:pt x="2015955" y="3027979"/>
                  </a:lnTo>
                  <a:lnTo>
                    <a:pt x="2015955" y="3027548"/>
                  </a:lnTo>
                  <a:lnTo>
                    <a:pt x="2015955" y="3027118"/>
                  </a:lnTo>
                  <a:lnTo>
                    <a:pt x="2016112" y="3027118"/>
                  </a:lnTo>
                  <a:lnTo>
                    <a:pt x="2016270" y="3027118"/>
                  </a:lnTo>
                  <a:lnTo>
                    <a:pt x="2016270" y="3026687"/>
                  </a:lnTo>
                  <a:lnTo>
                    <a:pt x="2016270" y="3026256"/>
                  </a:lnTo>
                  <a:lnTo>
                    <a:pt x="2016428" y="3026256"/>
                  </a:lnTo>
                  <a:lnTo>
                    <a:pt x="2016428" y="3025826"/>
                  </a:lnTo>
                  <a:lnTo>
                    <a:pt x="2016585" y="3025826"/>
                  </a:lnTo>
                  <a:lnTo>
                    <a:pt x="2016743" y="3025826"/>
                  </a:lnTo>
                  <a:lnTo>
                    <a:pt x="2016901" y="3025826"/>
                  </a:lnTo>
                  <a:lnTo>
                    <a:pt x="2017059" y="3025826"/>
                  </a:lnTo>
                  <a:lnTo>
                    <a:pt x="2017216" y="3025826"/>
                  </a:lnTo>
                  <a:lnTo>
                    <a:pt x="2017374" y="3025826"/>
                  </a:lnTo>
                  <a:lnTo>
                    <a:pt x="2017532" y="3025826"/>
                  </a:lnTo>
                  <a:lnTo>
                    <a:pt x="2017532" y="3025395"/>
                  </a:lnTo>
                  <a:lnTo>
                    <a:pt x="2017689" y="3025395"/>
                  </a:lnTo>
                  <a:lnTo>
                    <a:pt x="2017847" y="3025395"/>
                  </a:lnTo>
                  <a:lnTo>
                    <a:pt x="2018005" y="3025395"/>
                  </a:lnTo>
                  <a:lnTo>
                    <a:pt x="2018005" y="3024965"/>
                  </a:lnTo>
                  <a:lnTo>
                    <a:pt x="2018163" y="3024965"/>
                  </a:lnTo>
                  <a:lnTo>
                    <a:pt x="2018163" y="3024534"/>
                  </a:lnTo>
                  <a:lnTo>
                    <a:pt x="2018320" y="3024534"/>
                  </a:lnTo>
                  <a:lnTo>
                    <a:pt x="2018478" y="3024534"/>
                  </a:lnTo>
                  <a:lnTo>
                    <a:pt x="2018636" y="3024534"/>
                  </a:lnTo>
                  <a:lnTo>
                    <a:pt x="2018793" y="3024534"/>
                  </a:lnTo>
                  <a:lnTo>
                    <a:pt x="2018793" y="3024103"/>
                  </a:lnTo>
                  <a:lnTo>
                    <a:pt x="2018951" y="3024103"/>
                  </a:lnTo>
                  <a:lnTo>
                    <a:pt x="2019109" y="3024103"/>
                  </a:lnTo>
                  <a:lnTo>
                    <a:pt x="2019267" y="3024103"/>
                  </a:lnTo>
                  <a:lnTo>
                    <a:pt x="2019424" y="3024103"/>
                  </a:lnTo>
                  <a:lnTo>
                    <a:pt x="2019582" y="3024103"/>
                  </a:lnTo>
                  <a:lnTo>
                    <a:pt x="2019740" y="3024103"/>
                  </a:lnTo>
                  <a:lnTo>
                    <a:pt x="2019897" y="3024103"/>
                  </a:lnTo>
                  <a:lnTo>
                    <a:pt x="2020055" y="3024103"/>
                  </a:lnTo>
                  <a:lnTo>
                    <a:pt x="2020213" y="3024103"/>
                  </a:lnTo>
                  <a:lnTo>
                    <a:pt x="2020371" y="3024103"/>
                  </a:lnTo>
                  <a:lnTo>
                    <a:pt x="2020528" y="3024103"/>
                  </a:lnTo>
                  <a:lnTo>
                    <a:pt x="2020528" y="3023673"/>
                  </a:lnTo>
                  <a:lnTo>
                    <a:pt x="2020686" y="3023673"/>
                  </a:lnTo>
                  <a:lnTo>
                    <a:pt x="2020686" y="3023242"/>
                  </a:lnTo>
                  <a:lnTo>
                    <a:pt x="2020686" y="3022812"/>
                  </a:lnTo>
                  <a:lnTo>
                    <a:pt x="2020686" y="3022381"/>
                  </a:lnTo>
                  <a:lnTo>
                    <a:pt x="2020844" y="3022381"/>
                  </a:lnTo>
                  <a:lnTo>
                    <a:pt x="2021002" y="3022381"/>
                  </a:lnTo>
                  <a:lnTo>
                    <a:pt x="2021002" y="3021950"/>
                  </a:lnTo>
                  <a:lnTo>
                    <a:pt x="2021159" y="3021950"/>
                  </a:lnTo>
                  <a:lnTo>
                    <a:pt x="2021317" y="3021950"/>
                  </a:lnTo>
                  <a:lnTo>
                    <a:pt x="2021317" y="3021520"/>
                  </a:lnTo>
                  <a:lnTo>
                    <a:pt x="2021475" y="3021520"/>
                  </a:lnTo>
                  <a:lnTo>
                    <a:pt x="2021632" y="3021520"/>
                  </a:lnTo>
                  <a:lnTo>
                    <a:pt x="2021790" y="3021520"/>
                  </a:lnTo>
                  <a:lnTo>
                    <a:pt x="2021790" y="3021089"/>
                  </a:lnTo>
                  <a:lnTo>
                    <a:pt x="2021948" y="3021089"/>
                  </a:lnTo>
                  <a:lnTo>
                    <a:pt x="2022106" y="3021089"/>
                  </a:lnTo>
                  <a:lnTo>
                    <a:pt x="2022263" y="3021089"/>
                  </a:lnTo>
                  <a:lnTo>
                    <a:pt x="2022421" y="3021089"/>
                  </a:lnTo>
                  <a:lnTo>
                    <a:pt x="2022421" y="3020659"/>
                  </a:lnTo>
                  <a:lnTo>
                    <a:pt x="2022579" y="3020659"/>
                  </a:lnTo>
                  <a:lnTo>
                    <a:pt x="2022736" y="3020659"/>
                  </a:lnTo>
                  <a:lnTo>
                    <a:pt x="2022894" y="3020659"/>
                  </a:lnTo>
                  <a:lnTo>
                    <a:pt x="2022894" y="3020228"/>
                  </a:lnTo>
                  <a:lnTo>
                    <a:pt x="2023052" y="3020228"/>
                  </a:lnTo>
                  <a:lnTo>
                    <a:pt x="2023052" y="3019797"/>
                  </a:lnTo>
                  <a:lnTo>
                    <a:pt x="2023052" y="3019367"/>
                  </a:lnTo>
                  <a:lnTo>
                    <a:pt x="2023210" y="3019367"/>
                  </a:lnTo>
                  <a:lnTo>
                    <a:pt x="2023210" y="3018936"/>
                  </a:lnTo>
                  <a:lnTo>
                    <a:pt x="2023367" y="3018936"/>
                  </a:lnTo>
                  <a:lnTo>
                    <a:pt x="2023367" y="3018506"/>
                  </a:lnTo>
                  <a:lnTo>
                    <a:pt x="2023525" y="3018506"/>
                  </a:lnTo>
                  <a:lnTo>
                    <a:pt x="2023683" y="3018506"/>
                  </a:lnTo>
                  <a:lnTo>
                    <a:pt x="2023840" y="3018506"/>
                  </a:lnTo>
                  <a:lnTo>
                    <a:pt x="2023840" y="3018075"/>
                  </a:lnTo>
                  <a:lnTo>
                    <a:pt x="2023998" y="3018075"/>
                  </a:lnTo>
                  <a:lnTo>
                    <a:pt x="2024156" y="3018075"/>
                  </a:lnTo>
                  <a:lnTo>
                    <a:pt x="2024314" y="3018075"/>
                  </a:lnTo>
                  <a:lnTo>
                    <a:pt x="2024471" y="3018075"/>
                  </a:lnTo>
                  <a:lnTo>
                    <a:pt x="2024629" y="3018075"/>
                  </a:lnTo>
                  <a:lnTo>
                    <a:pt x="2024787" y="3018075"/>
                  </a:lnTo>
                  <a:lnTo>
                    <a:pt x="2024944" y="3018075"/>
                  </a:lnTo>
                  <a:lnTo>
                    <a:pt x="2025102" y="3018075"/>
                  </a:lnTo>
                  <a:lnTo>
                    <a:pt x="2025102" y="3017644"/>
                  </a:lnTo>
                  <a:lnTo>
                    <a:pt x="2025260" y="3017644"/>
                  </a:lnTo>
                  <a:lnTo>
                    <a:pt x="2025418" y="3017644"/>
                  </a:lnTo>
                  <a:lnTo>
                    <a:pt x="2025418" y="3017214"/>
                  </a:lnTo>
                  <a:lnTo>
                    <a:pt x="2025418" y="3016783"/>
                  </a:lnTo>
                  <a:lnTo>
                    <a:pt x="2025575" y="3016783"/>
                  </a:lnTo>
                  <a:lnTo>
                    <a:pt x="2025733" y="3016783"/>
                  </a:lnTo>
                  <a:lnTo>
                    <a:pt x="2025891" y="3016783"/>
                  </a:lnTo>
                  <a:lnTo>
                    <a:pt x="2026049" y="3016783"/>
                  </a:lnTo>
                  <a:lnTo>
                    <a:pt x="2026049" y="3016353"/>
                  </a:lnTo>
                  <a:lnTo>
                    <a:pt x="2026206" y="3016353"/>
                  </a:lnTo>
                  <a:lnTo>
                    <a:pt x="2026364" y="3016353"/>
                  </a:lnTo>
                  <a:lnTo>
                    <a:pt x="2026522" y="3016353"/>
                  </a:lnTo>
                  <a:lnTo>
                    <a:pt x="2026522" y="3015922"/>
                  </a:lnTo>
                  <a:lnTo>
                    <a:pt x="2026679" y="3015922"/>
                  </a:lnTo>
                  <a:lnTo>
                    <a:pt x="2026837" y="3015922"/>
                  </a:lnTo>
                  <a:lnTo>
                    <a:pt x="2026995" y="3015922"/>
                  </a:lnTo>
                  <a:lnTo>
                    <a:pt x="2027153" y="3015922"/>
                  </a:lnTo>
                  <a:lnTo>
                    <a:pt x="2027310" y="3015922"/>
                  </a:lnTo>
                  <a:lnTo>
                    <a:pt x="2027468" y="3015922"/>
                  </a:lnTo>
                  <a:lnTo>
                    <a:pt x="2027626" y="3015922"/>
                  </a:lnTo>
                  <a:lnTo>
                    <a:pt x="2027626" y="3015491"/>
                  </a:lnTo>
                  <a:lnTo>
                    <a:pt x="2027783" y="3015491"/>
                  </a:lnTo>
                  <a:lnTo>
                    <a:pt x="2027783" y="3015061"/>
                  </a:lnTo>
                  <a:lnTo>
                    <a:pt x="2027941" y="3015061"/>
                  </a:lnTo>
                  <a:lnTo>
                    <a:pt x="2028099" y="3015061"/>
                  </a:lnTo>
                  <a:lnTo>
                    <a:pt x="2028257" y="3015061"/>
                  </a:lnTo>
                  <a:lnTo>
                    <a:pt x="2028414" y="3015061"/>
                  </a:lnTo>
                  <a:lnTo>
                    <a:pt x="2028414" y="3014630"/>
                  </a:lnTo>
                  <a:lnTo>
                    <a:pt x="2028572" y="3014630"/>
                  </a:lnTo>
                  <a:lnTo>
                    <a:pt x="2028730" y="3014630"/>
                  </a:lnTo>
                  <a:lnTo>
                    <a:pt x="2028730" y="3014200"/>
                  </a:lnTo>
                  <a:lnTo>
                    <a:pt x="2028887" y="3014200"/>
                  </a:lnTo>
                  <a:lnTo>
                    <a:pt x="2029045" y="3014200"/>
                  </a:lnTo>
                  <a:lnTo>
                    <a:pt x="2029203" y="3014200"/>
                  </a:lnTo>
                  <a:lnTo>
                    <a:pt x="2029361" y="3014200"/>
                  </a:lnTo>
                  <a:lnTo>
                    <a:pt x="2029518" y="3014200"/>
                  </a:lnTo>
                  <a:lnTo>
                    <a:pt x="2029676" y="3014200"/>
                  </a:lnTo>
                  <a:lnTo>
                    <a:pt x="2029834" y="3014200"/>
                  </a:lnTo>
                  <a:lnTo>
                    <a:pt x="2029991" y="3014200"/>
                  </a:lnTo>
                  <a:lnTo>
                    <a:pt x="2030149" y="3014200"/>
                  </a:lnTo>
                  <a:lnTo>
                    <a:pt x="2030149" y="3013769"/>
                  </a:lnTo>
                  <a:lnTo>
                    <a:pt x="2030307" y="3013769"/>
                  </a:lnTo>
                  <a:lnTo>
                    <a:pt x="2030465" y="3013769"/>
                  </a:lnTo>
                  <a:lnTo>
                    <a:pt x="2030622" y="3013769"/>
                  </a:lnTo>
                  <a:lnTo>
                    <a:pt x="2030780" y="3013769"/>
                  </a:lnTo>
                  <a:lnTo>
                    <a:pt x="2030938" y="3013769"/>
                  </a:lnTo>
                  <a:lnTo>
                    <a:pt x="2031095" y="3013769"/>
                  </a:lnTo>
                  <a:lnTo>
                    <a:pt x="2031095" y="3013338"/>
                  </a:lnTo>
                  <a:lnTo>
                    <a:pt x="2031253" y="3013338"/>
                  </a:lnTo>
                  <a:lnTo>
                    <a:pt x="2031411" y="3013338"/>
                  </a:lnTo>
                  <a:lnTo>
                    <a:pt x="2031569" y="3013338"/>
                  </a:lnTo>
                  <a:lnTo>
                    <a:pt x="2031726" y="3013338"/>
                  </a:lnTo>
                  <a:lnTo>
                    <a:pt x="2031884" y="3013338"/>
                  </a:lnTo>
                  <a:lnTo>
                    <a:pt x="2032042" y="3013338"/>
                  </a:lnTo>
                  <a:lnTo>
                    <a:pt x="2032042" y="3012908"/>
                  </a:lnTo>
                  <a:lnTo>
                    <a:pt x="2032200" y="3012908"/>
                  </a:lnTo>
                  <a:lnTo>
                    <a:pt x="2032357" y="3012908"/>
                  </a:lnTo>
                  <a:lnTo>
                    <a:pt x="2032515" y="3012908"/>
                  </a:lnTo>
                  <a:lnTo>
                    <a:pt x="2032673" y="3012908"/>
                  </a:lnTo>
                  <a:lnTo>
                    <a:pt x="2032830" y="3012908"/>
                  </a:lnTo>
                  <a:lnTo>
                    <a:pt x="2032830" y="3012477"/>
                  </a:lnTo>
                  <a:lnTo>
                    <a:pt x="2032988" y="3012477"/>
                  </a:lnTo>
                  <a:lnTo>
                    <a:pt x="2033146" y="3012477"/>
                  </a:lnTo>
                  <a:lnTo>
                    <a:pt x="2033304" y="3012477"/>
                  </a:lnTo>
                  <a:lnTo>
                    <a:pt x="2033461" y="3012477"/>
                  </a:lnTo>
                  <a:lnTo>
                    <a:pt x="2033619" y="3012477"/>
                  </a:lnTo>
                  <a:lnTo>
                    <a:pt x="2033777" y="3012477"/>
                  </a:lnTo>
                  <a:lnTo>
                    <a:pt x="2033934" y="3012477"/>
                  </a:lnTo>
                  <a:lnTo>
                    <a:pt x="2034092" y="3012477"/>
                  </a:lnTo>
                  <a:lnTo>
                    <a:pt x="2034092" y="3012047"/>
                  </a:lnTo>
                  <a:lnTo>
                    <a:pt x="2034092" y="3011616"/>
                  </a:lnTo>
                  <a:lnTo>
                    <a:pt x="2034092" y="3011185"/>
                  </a:lnTo>
                  <a:lnTo>
                    <a:pt x="2034250" y="3011185"/>
                  </a:lnTo>
                  <a:lnTo>
                    <a:pt x="2034250" y="3010755"/>
                  </a:lnTo>
                  <a:lnTo>
                    <a:pt x="2034408" y="3010755"/>
                  </a:lnTo>
                  <a:lnTo>
                    <a:pt x="2034565" y="3010755"/>
                  </a:lnTo>
                  <a:lnTo>
                    <a:pt x="2034565" y="3010324"/>
                  </a:lnTo>
                  <a:lnTo>
                    <a:pt x="2034565" y="3009894"/>
                  </a:lnTo>
                  <a:lnTo>
                    <a:pt x="2034565" y="3009463"/>
                  </a:lnTo>
                  <a:lnTo>
                    <a:pt x="2034723" y="3009463"/>
                  </a:lnTo>
                  <a:lnTo>
                    <a:pt x="2034881" y="3009463"/>
                  </a:lnTo>
                  <a:lnTo>
                    <a:pt x="2035038" y="3009463"/>
                  </a:lnTo>
                  <a:lnTo>
                    <a:pt x="2035038" y="3009032"/>
                  </a:lnTo>
                  <a:lnTo>
                    <a:pt x="2035196" y="3009032"/>
                  </a:lnTo>
                  <a:lnTo>
                    <a:pt x="2035354" y="3009032"/>
                  </a:lnTo>
                  <a:lnTo>
                    <a:pt x="2035512" y="3009032"/>
                  </a:lnTo>
                  <a:lnTo>
                    <a:pt x="2035669" y="3009032"/>
                  </a:lnTo>
                  <a:lnTo>
                    <a:pt x="2035827" y="3009032"/>
                  </a:lnTo>
                  <a:lnTo>
                    <a:pt x="2035985" y="3009032"/>
                  </a:lnTo>
                  <a:lnTo>
                    <a:pt x="2036142" y="3009032"/>
                  </a:lnTo>
                  <a:lnTo>
                    <a:pt x="2036300" y="3009032"/>
                  </a:lnTo>
                  <a:lnTo>
                    <a:pt x="2036300" y="3008602"/>
                  </a:lnTo>
                  <a:lnTo>
                    <a:pt x="2036458" y="3008602"/>
                  </a:lnTo>
                  <a:lnTo>
                    <a:pt x="2036458" y="3008171"/>
                  </a:lnTo>
                  <a:lnTo>
                    <a:pt x="2036458" y="3007741"/>
                  </a:lnTo>
                  <a:lnTo>
                    <a:pt x="2036458" y="3007310"/>
                  </a:lnTo>
                  <a:lnTo>
                    <a:pt x="2036458" y="3006879"/>
                  </a:lnTo>
                  <a:lnTo>
                    <a:pt x="2036616" y="3006879"/>
                  </a:lnTo>
                  <a:lnTo>
                    <a:pt x="2036773" y="3006879"/>
                  </a:lnTo>
                  <a:lnTo>
                    <a:pt x="2036773" y="3006449"/>
                  </a:lnTo>
                  <a:lnTo>
                    <a:pt x="2036773" y="3006018"/>
                  </a:lnTo>
                  <a:lnTo>
                    <a:pt x="2036931" y="3006018"/>
                  </a:lnTo>
                  <a:lnTo>
                    <a:pt x="2037089" y="3006018"/>
                  </a:lnTo>
                  <a:lnTo>
                    <a:pt x="2037247" y="3006018"/>
                  </a:lnTo>
                  <a:lnTo>
                    <a:pt x="2037404" y="3006018"/>
                  </a:lnTo>
                  <a:lnTo>
                    <a:pt x="2037562" y="3006018"/>
                  </a:lnTo>
                  <a:lnTo>
                    <a:pt x="2037720" y="3006018"/>
                  </a:lnTo>
                  <a:lnTo>
                    <a:pt x="2037877" y="3006018"/>
                  </a:lnTo>
                  <a:lnTo>
                    <a:pt x="2038035" y="3006018"/>
                  </a:lnTo>
                  <a:lnTo>
                    <a:pt x="2038193" y="3006018"/>
                  </a:lnTo>
                  <a:lnTo>
                    <a:pt x="2038351" y="3006018"/>
                  </a:lnTo>
                  <a:lnTo>
                    <a:pt x="2038508" y="3006018"/>
                  </a:lnTo>
                  <a:lnTo>
                    <a:pt x="2038666" y="3006018"/>
                  </a:lnTo>
                  <a:lnTo>
                    <a:pt x="2038824" y="3006018"/>
                  </a:lnTo>
                  <a:lnTo>
                    <a:pt x="2038981" y="3006018"/>
                  </a:lnTo>
                  <a:lnTo>
                    <a:pt x="2038981" y="3005588"/>
                  </a:lnTo>
                  <a:lnTo>
                    <a:pt x="2038981" y="3005157"/>
                  </a:lnTo>
                  <a:lnTo>
                    <a:pt x="2039139" y="3005157"/>
                  </a:lnTo>
                  <a:lnTo>
                    <a:pt x="2039139" y="3004726"/>
                  </a:lnTo>
                  <a:lnTo>
                    <a:pt x="2039139" y="3004296"/>
                  </a:lnTo>
                  <a:lnTo>
                    <a:pt x="2039297" y="3004296"/>
                  </a:lnTo>
                  <a:lnTo>
                    <a:pt x="2039455" y="3004296"/>
                  </a:lnTo>
                  <a:lnTo>
                    <a:pt x="2039612" y="3004296"/>
                  </a:lnTo>
                  <a:lnTo>
                    <a:pt x="2039770" y="3004296"/>
                  </a:lnTo>
                  <a:lnTo>
                    <a:pt x="2039928" y="3004296"/>
                  </a:lnTo>
                  <a:lnTo>
                    <a:pt x="2039928" y="3003865"/>
                  </a:lnTo>
                  <a:lnTo>
                    <a:pt x="2040085" y="3003865"/>
                  </a:lnTo>
                  <a:lnTo>
                    <a:pt x="2040085" y="3003435"/>
                  </a:lnTo>
                  <a:lnTo>
                    <a:pt x="2040243" y="3003435"/>
                  </a:lnTo>
                  <a:lnTo>
                    <a:pt x="2040243" y="3003004"/>
                  </a:lnTo>
                  <a:lnTo>
                    <a:pt x="2040401" y="3003004"/>
                  </a:lnTo>
                  <a:lnTo>
                    <a:pt x="2040559" y="3003004"/>
                  </a:lnTo>
                  <a:lnTo>
                    <a:pt x="2040716" y="3003004"/>
                  </a:lnTo>
                  <a:lnTo>
                    <a:pt x="2040716" y="3002573"/>
                  </a:lnTo>
                  <a:lnTo>
                    <a:pt x="2040716" y="3002143"/>
                  </a:lnTo>
                  <a:lnTo>
                    <a:pt x="2040874" y="3002143"/>
                  </a:lnTo>
                  <a:lnTo>
                    <a:pt x="2041032" y="3002143"/>
                  </a:lnTo>
                  <a:lnTo>
                    <a:pt x="2041189" y="3002143"/>
                  </a:lnTo>
                  <a:lnTo>
                    <a:pt x="2041347" y="3002143"/>
                  </a:lnTo>
                  <a:lnTo>
                    <a:pt x="2041505" y="3002143"/>
                  </a:lnTo>
                  <a:lnTo>
                    <a:pt x="2041663" y="3002143"/>
                  </a:lnTo>
                  <a:lnTo>
                    <a:pt x="2041820" y="3002143"/>
                  </a:lnTo>
                  <a:lnTo>
                    <a:pt x="2041978" y="3002143"/>
                  </a:lnTo>
                  <a:lnTo>
                    <a:pt x="2042136" y="3002143"/>
                  </a:lnTo>
                  <a:lnTo>
                    <a:pt x="2042136" y="3001712"/>
                  </a:lnTo>
                  <a:lnTo>
                    <a:pt x="2042293" y="3001712"/>
                  </a:lnTo>
                  <a:lnTo>
                    <a:pt x="2042293" y="3001282"/>
                  </a:lnTo>
                  <a:lnTo>
                    <a:pt x="2042451" y="3001282"/>
                  </a:lnTo>
                  <a:lnTo>
                    <a:pt x="2042451" y="3000851"/>
                  </a:lnTo>
                  <a:lnTo>
                    <a:pt x="2042451" y="3000420"/>
                  </a:lnTo>
                  <a:lnTo>
                    <a:pt x="2042451" y="2999990"/>
                  </a:lnTo>
                  <a:lnTo>
                    <a:pt x="2042609" y="2999990"/>
                  </a:lnTo>
                  <a:lnTo>
                    <a:pt x="2042609" y="2999559"/>
                  </a:lnTo>
                  <a:lnTo>
                    <a:pt x="2042767" y="2999559"/>
                  </a:lnTo>
                  <a:lnTo>
                    <a:pt x="2042924" y="2999559"/>
                  </a:lnTo>
                  <a:lnTo>
                    <a:pt x="2043082" y="2999559"/>
                  </a:lnTo>
                  <a:lnTo>
                    <a:pt x="2043082" y="2999129"/>
                  </a:lnTo>
                  <a:lnTo>
                    <a:pt x="2043240" y="2999129"/>
                  </a:lnTo>
                  <a:lnTo>
                    <a:pt x="2043240" y="2998698"/>
                  </a:lnTo>
                  <a:lnTo>
                    <a:pt x="2043398" y="2998698"/>
                  </a:lnTo>
                  <a:lnTo>
                    <a:pt x="2043555" y="2998698"/>
                  </a:lnTo>
                  <a:lnTo>
                    <a:pt x="2043713" y="2998698"/>
                  </a:lnTo>
                  <a:lnTo>
                    <a:pt x="2043871" y="2998698"/>
                  </a:lnTo>
                  <a:lnTo>
                    <a:pt x="2044028" y="2998698"/>
                  </a:lnTo>
                  <a:lnTo>
                    <a:pt x="2044028" y="2998267"/>
                  </a:lnTo>
                  <a:lnTo>
                    <a:pt x="2044028" y="2997837"/>
                  </a:lnTo>
                  <a:lnTo>
                    <a:pt x="2044186" y="2997837"/>
                  </a:lnTo>
                  <a:lnTo>
                    <a:pt x="2044344" y="2997837"/>
                  </a:lnTo>
                  <a:lnTo>
                    <a:pt x="2044502" y="2997837"/>
                  </a:lnTo>
                  <a:lnTo>
                    <a:pt x="2044502" y="2997406"/>
                  </a:lnTo>
                  <a:lnTo>
                    <a:pt x="2044659" y="2997406"/>
                  </a:lnTo>
                  <a:lnTo>
                    <a:pt x="2044817" y="2997406"/>
                  </a:lnTo>
                  <a:lnTo>
                    <a:pt x="2044975" y="2997406"/>
                  </a:lnTo>
                  <a:lnTo>
                    <a:pt x="2045132" y="2997406"/>
                  </a:lnTo>
                  <a:lnTo>
                    <a:pt x="2045290" y="2997406"/>
                  </a:lnTo>
                  <a:lnTo>
                    <a:pt x="2045448" y="2997406"/>
                  </a:lnTo>
                  <a:lnTo>
                    <a:pt x="2045448" y="2996976"/>
                  </a:lnTo>
                  <a:lnTo>
                    <a:pt x="2045606" y="2996976"/>
                  </a:lnTo>
                  <a:lnTo>
                    <a:pt x="2045763" y="2996976"/>
                  </a:lnTo>
                  <a:lnTo>
                    <a:pt x="2045921" y="2996976"/>
                  </a:lnTo>
                  <a:lnTo>
                    <a:pt x="2046079" y="2996976"/>
                  </a:lnTo>
                  <a:lnTo>
                    <a:pt x="2046236" y="2996976"/>
                  </a:lnTo>
                  <a:lnTo>
                    <a:pt x="2046236" y="2996545"/>
                  </a:lnTo>
                  <a:lnTo>
                    <a:pt x="2046394" y="2996545"/>
                  </a:lnTo>
                  <a:lnTo>
                    <a:pt x="2046552" y="2996545"/>
                  </a:lnTo>
                  <a:lnTo>
                    <a:pt x="2046552" y="2996114"/>
                  </a:lnTo>
                  <a:lnTo>
                    <a:pt x="2046552" y="2995684"/>
                  </a:lnTo>
                  <a:lnTo>
                    <a:pt x="2046710" y="2995684"/>
                  </a:lnTo>
                  <a:lnTo>
                    <a:pt x="2046867" y="2995684"/>
                  </a:lnTo>
                  <a:lnTo>
                    <a:pt x="2047025" y="2995684"/>
                  </a:lnTo>
                  <a:lnTo>
                    <a:pt x="2047183" y="2995684"/>
                  </a:lnTo>
                  <a:lnTo>
                    <a:pt x="2047340" y="2995684"/>
                  </a:lnTo>
                  <a:lnTo>
                    <a:pt x="2047340" y="2995253"/>
                  </a:lnTo>
                  <a:lnTo>
                    <a:pt x="2047340" y="2994823"/>
                  </a:lnTo>
                  <a:lnTo>
                    <a:pt x="2047340" y="2994392"/>
                  </a:lnTo>
                  <a:lnTo>
                    <a:pt x="2047340" y="2993961"/>
                  </a:lnTo>
                  <a:lnTo>
                    <a:pt x="2047498" y="2993961"/>
                  </a:lnTo>
                  <a:lnTo>
                    <a:pt x="2047498" y="2993531"/>
                  </a:lnTo>
                  <a:lnTo>
                    <a:pt x="2047656" y="2993531"/>
                  </a:lnTo>
                  <a:lnTo>
                    <a:pt x="2047814" y="2993531"/>
                  </a:lnTo>
                  <a:lnTo>
                    <a:pt x="2047814" y="2993100"/>
                  </a:lnTo>
                  <a:lnTo>
                    <a:pt x="2047971" y="2993100"/>
                  </a:lnTo>
                  <a:lnTo>
                    <a:pt x="2048129" y="2993100"/>
                  </a:lnTo>
                  <a:lnTo>
                    <a:pt x="2048287" y="2993100"/>
                  </a:lnTo>
                  <a:lnTo>
                    <a:pt x="2048444" y="2993100"/>
                  </a:lnTo>
                  <a:lnTo>
                    <a:pt x="2048602" y="2993100"/>
                  </a:lnTo>
                  <a:lnTo>
                    <a:pt x="2048760" y="2993100"/>
                  </a:lnTo>
                  <a:lnTo>
                    <a:pt x="2048760" y="2992670"/>
                  </a:lnTo>
                  <a:lnTo>
                    <a:pt x="2048918" y="2992670"/>
                  </a:lnTo>
                  <a:lnTo>
                    <a:pt x="2049075" y="2992670"/>
                  </a:lnTo>
                  <a:lnTo>
                    <a:pt x="2049233" y="2992670"/>
                  </a:lnTo>
                  <a:lnTo>
                    <a:pt x="2049233" y="2992239"/>
                  </a:lnTo>
                  <a:lnTo>
                    <a:pt x="2049391" y="2992239"/>
                  </a:lnTo>
                  <a:lnTo>
                    <a:pt x="2049549" y="2992239"/>
                  </a:lnTo>
                  <a:lnTo>
                    <a:pt x="2049706" y="2992239"/>
                  </a:lnTo>
                  <a:lnTo>
                    <a:pt x="2049864" y="2992239"/>
                  </a:lnTo>
                  <a:lnTo>
                    <a:pt x="2050022" y="2992239"/>
                  </a:lnTo>
                  <a:lnTo>
                    <a:pt x="2050179" y="2992239"/>
                  </a:lnTo>
                  <a:lnTo>
                    <a:pt x="2050337" y="2992239"/>
                  </a:lnTo>
                  <a:lnTo>
                    <a:pt x="2050495" y="2992239"/>
                  </a:lnTo>
                  <a:lnTo>
                    <a:pt x="2050653" y="2992239"/>
                  </a:lnTo>
                  <a:lnTo>
                    <a:pt x="2050653" y="2991808"/>
                  </a:lnTo>
                  <a:lnTo>
                    <a:pt x="2050653" y="2991378"/>
                  </a:lnTo>
                  <a:lnTo>
                    <a:pt x="2050810" y="2991378"/>
                  </a:lnTo>
                  <a:lnTo>
                    <a:pt x="2050968" y="2991378"/>
                  </a:lnTo>
                  <a:lnTo>
                    <a:pt x="2051126" y="2991378"/>
                  </a:lnTo>
                  <a:lnTo>
                    <a:pt x="2051283" y="2991378"/>
                  </a:lnTo>
                  <a:lnTo>
                    <a:pt x="2051441" y="2991378"/>
                  </a:lnTo>
                  <a:lnTo>
                    <a:pt x="2051599" y="2991378"/>
                  </a:lnTo>
                  <a:lnTo>
                    <a:pt x="2051599" y="2990947"/>
                  </a:lnTo>
                  <a:lnTo>
                    <a:pt x="2051757" y="2990947"/>
                  </a:lnTo>
                  <a:lnTo>
                    <a:pt x="2051914" y="2990947"/>
                  </a:lnTo>
                  <a:lnTo>
                    <a:pt x="2052072" y="2990947"/>
                  </a:lnTo>
                  <a:lnTo>
                    <a:pt x="2052230" y="2990947"/>
                  </a:lnTo>
                  <a:lnTo>
                    <a:pt x="2052387" y="2990947"/>
                  </a:lnTo>
                  <a:lnTo>
                    <a:pt x="2052545" y="2990947"/>
                  </a:lnTo>
                  <a:lnTo>
                    <a:pt x="2052703" y="2990947"/>
                  </a:lnTo>
                  <a:lnTo>
                    <a:pt x="2052703" y="2990517"/>
                  </a:lnTo>
                  <a:lnTo>
                    <a:pt x="2052861" y="2990517"/>
                  </a:lnTo>
                  <a:lnTo>
                    <a:pt x="2052861" y="2990086"/>
                  </a:lnTo>
                  <a:lnTo>
                    <a:pt x="2052861" y="2989655"/>
                  </a:lnTo>
                  <a:lnTo>
                    <a:pt x="2053018" y="2989655"/>
                  </a:lnTo>
                  <a:lnTo>
                    <a:pt x="2053176" y="2989655"/>
                  </a:lnTo>
                  <a:lnTo>
                    <a:pt x="2053176" y="2989225"/>
                  </a:lnTo>
                  <a:lnTo>
                    <a:pt x="2053334" y="2989225"/>
                  </a:lnTo>
                  <a:lnTo>
                    <a:pt x="2053491" y="2989225"/>
                  </a:lnTo>
                  <a:lnTo>
                    <a:pt x="2053649" y="2989225"/>
                  </a:lnTo>
                  <a:lnTo>
                    <a:pt x="2053807" y="2989225"/>
                  </a:lnTo>
                  <a:lnTo>
                    <a:pt x="2053965" y="2989225"/>
                  </a:lnTo>
                  <a:lnTo>
                    <a:pt x="2054122" y="2989225"/>
                  </a:lnTo>
                  <a:lnTo>
                    <a:pt x="2054280" y="2989225"/>
                  </a:lnTo>
                  <a:lnTo>
                    <a:pt x="2054438" y="2989225"/>
                  </a:lnTo>
                  <a:lnTo>
                    <a:pt x="2054596" y="2989225"/>
                  </a:lnTo>
                  <a:lnTo>
                    <a:pt x="2054753" y="2989225"/>
                  </a:lnTo>
                  <a:lnTo>
                    <a:pt x="2054911" y="2989225"/>
                  </a:lnTo>
                  <a:lnTo>
                    <a:pt x="2055069" y="2989225"/>
                  </a:lnTo>
                  <a:lnTo>
                    <a:pt x="2055226" y="2989225"/>
                  </a:lnTo>
                  <a:lnTo>
                    <a:pt x="2055226" y="2988794"/>
                  </a:lnTo>
                  <a:lnTo>
                    <a:pt x="2055384" y="2988794"/>
                  </a:lnTo>
                  <a:lnTo>
                    <a:pt x="2055542" y="2988794"/>
                  </a:lnTo>
                  <a:lnTo>
                    <a:pt x="2055700" y="2988794"/>
                  </a:lnTo>
                  <a:lnTo>
                    <a:pt x="2055700" y="2988364"/>
                  </a:lnTo>
                  <a:lnTo>
                    <a:pt x="2055857" y="2988364"/>
                  </a:lnTo>
                  <a:lnTo>
                    <a:pt x="2055857" y="2987933"/>
                  </a:lnTo>
                  <a:lnTo>
                    <a:pt x="2056015" y="2987933"/>
                  </a:lnTo>
                  <a:lnTo>
                    <a:pt x="2056015" y="2987502"/>
                  </a:lnTo>
                  <a:lnTo>
                    <a:pt x="2056173" y="2987502"/>
                  </a:lnTo>
                  <a:lnTo>
                    <a:pt x="2056330" y="2987502"/>
                  </a:lnTo>
                  <a:lnTo>
                    <a:pt x="2056330" y="2987072"/>
                  </a:lnTo>
                  <a:lnTo>
                    <a:pt x="2056488" y="2987072"/>
                  </a:lnTo>
                  <a:lnTo>
                    <a:pt x="2056646" y="2987072"/>
                  </a:lnTo>
                  <a:lnTo>
                    <a:pt x="2056804" y="2987072"/>
                  </a:lnTo>
                  <a:lnTo>
                    <a:pt x="2056961" y="2987072"/>
                  </a:lnTo>
                  <a:lnTo>
                    <a:pt x="2057119" y="2987072"/>
                  </a:lnTo>
                  <a:lnTo>
                    <a:pt x="2057119" y="2986641"/>
                  </a:lnTo>
                  <a:lnTo>
                    <a:pt x="2057277" y="2986641"/>
                  </a:lnTo>
                  <a:lnTo>
                    <a:pt x="2057277" y="2986211"/>
                  </a:lnTo>
                  <a:lnTo>
                    <a:pt x="2057277" y="2985780"/>
                  </a:lnTo>
                  <a:lnTo>
                    <a:pt x="2057277" y="2985349"/>
                  </a:lnTo>
                  <a:lnTo>
                    <a:pt x="2057434" y="2985349"/>
                  </a:lnTo>
                  <a:lnTo>
                    <a:pt x="2057592" y="2985349"/>
                  </a:lnTo>
                  <a:lnTo>
                    <a:pt x="2057592" y="2984919"/>
                  </a:lnTo>
                  <a:lnTo>
                    <a:pt x="2057750" y="2984919"/>
                  </a:lnTo>
                  <a:lnTo>
                    <a:pt x="2057750" y="2984488"/>
                  </a:lnTo>
                  <a:lnTo>
                    <a:pt x="2057750" y="2984058"/>
                  </a:lnTo>
                  <a:lnTo>
                    <a:pt x="2057908" y="2984058"/>
                  </a:lnTo>
                  <a:lnTo>
                    <a:pt x="2057908" y="2983627"/>
                  </a:lnTo>
                  <a:lnTo>
                    <a:pt x="2058065" y="2983627"/>
                  </a:lnTo>
                  <a:lnTo>
                    <a:pt x="2058065" y="2983196"/>
                  </a:lnTo>
                  <a:lnTo>
                    <a:pt x="2058223" y="2983196"/>
                  </a:lnTo>
                  <a:lnTo>
                    <a:pt x="2058381" y="2983196"/>
                  </a:lnTo>
                  <a:lnTo>
                    <a:pt x="2058538" y="2983196"/>
                  </a:lnTo>
                  <a:lnTo>
                    <a:pt x="2058696" y="2983196"/>
                  </a:lnTo>
                  <a:lnTo>
                    <a:pt x="2058854" y="2983196"/>
                  </a:lnTo>
                  <a:lnTo>
                    <a:pt x="2059012" y="2983196"/>
                  </a:lnTo>
                  <a:lnTo>
                    <a:pt x="2059169" y="2983196"/>
                  </a:lnTo>
                  <a:lnTo>
                    <a:pt x="2059327" y="2983196"/>
                  </a:lnTo>
                  <a:lnTo>
                    <a:pt x="2059327" y="2982766"/>
                  </a:lnTo>
                  <a:lnTo>
                    <a:pt x="2059485" y="2982766"/>
                  </a:lnTo>
                  <a:lnTo>
                    <a:pt x="2059485" y="2982335"/>
                  </a:lnTo>
                  <a:lnTo>
                    <a:pt x="2059642" y="2982335"/>
                  </a:lnTo>
                  <a:lnTo>
                    <a:pt x="2059642" y="2981905"/>
                  </a:lnTo>
                  <a:lnTo>
                    <a:pt x="2059800" y="2981905"/>
                  </a:lnTo>
                  <a:lnTo>
                    <a:pt x="2059958" y="2981905"/>
                  </a:lnTo>
                  <a:lnTo>
                    <a:pt x="2059958" y="2981474"/>
                  </a:lnTo>
                  <a:lnTo>
                    <a:pt x="2059958" y="2981043"/>
                  </a:lnTo>
                  <a:lnTo>
                    <a:pt x="2060116" y="2981043"/>
                  </a:lnTo>
                  <a:lnTo>
                    <a:pt x="2060273" y="2981043"/>
                  </a:lnTo>
                  <a:lnTo>
                    <a:pt x="2060431" y="2981043"/>
                  </a:lnTo>
                  <a:lnTo>
                    <a:pt x="2060431" y="2980613"/>
                  </a:lnTo>
                  <a:lnTo>
                    <a:pt x="2060589" y="2980613"/>
                  </a:lnTo>
                  <a:lnTo>
                    <a:pt x="2060747" y="2980613"/>
                  </a:lnTo>
                  <a:lnTo>
                    <a:pt x="2060904" y="2980613"/>
                  </a:lnTo>
                  <a:lnTo>
                    <a:pt x="2060904" y="2980182"/>
                  </a:lnTo>
                  <a:lnTo>
                    <a:pt x="2061062" y="2980182"/>
                  </a:lnTo>
                  <a:lnTo>
                    <a:pt x="2061220" y="2980182"/>
                  </a:lnTo>
                  <a:lnTo>
                    <a:pt x="2061377" y="2980182"/>
                  </a:lnTo>
                  <a:lnTo>
                    <a:pt x="2061535" y="2980182"/>
                  </a:lnTo>
                  <a:lnTo>
                    <a:pt x="2061693" y="2980182"/>
                  </a:lnTo>
                  <a:lnTo>
                    <a:pt x="2061693" y="2979752"/>
                  </a:lnTo>
                  <a:lnTo>
                    <a:pt x="2061693" y="2979321"/>
                  </a:lnTo>
                  <a:lnTo>
                    <a:pt x="2061851" y="2979321"/>
                  </a:lnTo>
                  <a:lnTo>
                    <a:pt x="2062008" y="2979321"/>
                  </a:lnTo>
                  <a:lnTo>
                    <a:pt x="2062008" y="2978890"/>
                  </a:lnTo>
                  <a:lnTo>
                    <a:pt x="2062166" y="2978890"/>
                  </a:lnTo>
                  <a:lnTo>
                    <a:pt x="2062324" y="2978890"/>
                  </a:lnTo>
                  <a:lnTo>
                    <a:pt x="2062481" y="2978890"/>
                  </a:lnTo>
                  <a:lnTo>
                    <a:pt x="2062639" y="2978890"/>
                  </a:lnTo>
                  <a:lnTo>
                    <a:pt x="2062797" y="2978890"/>
                  </a:lnTo>
                  <a:lnTo>
                    <a:pt x="2062955" y="2978890"/>
                  </a:lnTo>
                  <a:lnTo>
                    <a:pt x="2062955" y="2978460"/>
                  </a:lnTo>
                  <a:lnTo>
                    <a:pt x="2063112" y="2978460"/>
                  </a:lnTo>
                  <a:lnTo>
                    <a:pt x="2063270" y="2978460"/>
                  </a:lnTo>
                  <a:lnTo>
                    <a:pt x="2063428" y="2978460"/>
                  </a:lnTo>
                  <a:lnTo>
                    <a:pt x="2063428" y="2978029"/>
                  </a:lnTo>
                  <a:lnTo>
                    <a:pt x="2063585" y="2978029"/>
                  </a:lnTo>
                  <a:lnTo>
                    <a:pt x="2063585" y="2977599"/>
                  </a:lnTo>
                  <a:lnTo>
                    <a:pt x="2063743" y="2977599"/>
                  </a:lnTo>
                  <a:lnTo>
                    <a:pt x="2063901" y="2977599"/>
                  </a:lnTo>
                  <a:lnTo>
                    <a:pt x="2064059" y="2977599"/>
                  </a:lnTo>
                  <a:lnTo>
                    <a:pt x="2064059" y="2977168"/>
                  </a:lnTo>
                  <a:lnTo>
                    <a:pt x="2064216" y="2977168"/>
                  </a:lnTo>
                  <a:lnTo>
                    <a:pt x="2064216" y="2976737"/>
                  </a:lnTo>
                  <a:lnTo>
                    <a:pt x="2064374" y="2976737"/>
                  </a:lnTo>
                  <a:lnTo>
                    <a:pt x="2064532" y="2976737"/>
                  </a:lnTo>
                  <a:lnTo>
                    <a:pt x="2064532" y="2976307"/>
                  </a:lnTo>
                  <a:lnTo>
                    <a:pt x="2064689" y="2976307"/>
                  </a:lnTo>
                  <a:lnTo>
                    <a:pt x="2064847" y="2976307"/>
                  </a:lnTo>
                  <a:lnTo>
                    <a:pt x="2065005" y="2976307"/>
                  </a:lnTo>
                  <a:lnTo>
                    <a:pt x="2065005" y="2975876"/>
                  </a:lnTo>
                  <a:lnTo>
                    <a:pt x="2065163" y="2975876"/>
                  </a:lnTo>
                  <a:lnTo>
                    <a:pt x="2065320" y="2975876"/>
                  </a:lnTo>
                  <a:lnTo>
                    <a:pt x="2065320" y="2975446"/>
                  </a:lnTo>
                  <a:lnTo>
                    <a:pt x="2065478" y="2975446"/>
                  </a:lnTo>
                  <a:lnTo>
                    <a:pt x="2065478" y="2975015"/>
                  </a:lnTo>
                  <a:lnTo>
                    <a:pt x="2065636" y="2975015"/>
                  </a:lnTo>
                  <a:lnTo>
                    <a:pt x="2065794" y="2975015"/>
                  </a:lnTo>
                  <a:lnTo>
                    <a:pt x="2065951" y="2975015"/>
                  </a:lnTo>
                  <a:lnTo>
                    <a:pt x="2066109" y="2975015"/>
                  </a:lnTo>
                  <a:lnTo>
                    <a:pt x="2066109" y="2974584"/>
                  </a:lnTo>
                  <a:lnTo>
                    <a:pt x="2066267" y="2974584"/>
                  </a:lnTo>
                  <a:lnTo>
                    <a:pt x="2066424" y="2974584"/>
                  </a:lnTo>
                  <a:lnTo>
                    <a:pt x="2066424" y="2974154"/>
                  </a:lnTo>
                  <a:lnTo>
                    <a:pt x="2066582" y="2974154"/>
                  </a:lnTo>
                  <a:lnTo>
                    <a:pt x="2066582" y="2973723"/>
                  </a:lnTo>
                  <a:lnTo>
                    <a:pt x="2066740" y="2973723"/>
                  </a:lnTo>
                  <a:lnTo>
                    <a:pt x="2066898" y="2973723"/>
                  </a:lnTo>
                  <a:lnTo>
                    <a:pt x="2067055" y="2973723"/>
                  </a:lnTo>
                  <a:lnTo>
                    <a:pt x="2067213" y="2973723"/>
                  </a:lnTo>
                  <a:lnTo>
                    <a:pt x="2067371" y="2973723"/>
                  </a:lnTo>
                  <a:lnTo>
                    <a:pt x="2067528" y="2973723"/>
                  </a:lnTo>
                  <a:lnTo>
                    <a:pt x="2067686" y="2973723"/>
                  </a:lnTo>
                  <a:lnTo>
                    <a:pt x="2067844" y="2973723"/>
                  </a:lnTo>
                  <a:lnTo>
                    <a:pt x="2068002" y="2973723"/>
                  </a:lnTo>
                  <a:lnTo>
                    <a:pt x="2068002" y="2973293"/>
                  </a:lnTo>
                  <a:lnTo>
                    <a:pt x="2068159" y="2973293"/>
                  </a:lnTo>
                  <a:lnTo>
                    <a:pt x="2068317" y="2973293"/>
                  </a:lnTo>
                  <a:lnTo>
                    <a:pt x="2068475" y="2973293"/>
                  </a:lnTo>
                  <a:lnTo>
                    <a:pt x="2068632" y="2973293"/>
                  </a:lnTo>
                  <a:lnTo>
                    <a:pt x="2068632" y="2972862"/>
                  </a:lnTo>
                  <a:lnTo>
                    <a:pt x="2068790" y="2972862"/>
                  </a:lnTo>
                  <a:lnTo>
                    <a:pt x="2068948" y="2972862"/>
                  </a:lnTo>
                  <a:lnTo>
                    <a:pt x="2068948" y="2972431"/>
                  </a:lnTo>
                  <a:lnTo>
                    <a:pt x="2068948" y="2972001"/>
                  </a:lnTo>
                  <a:lnTo>
                    <a:pt x="2069106" y="2972001"/>
                  </a:lnTo>
                  <a:lnTo>
                    <a:pt x="2069106" y="2971570"/>
                  </a:lnTo>
                  <a:lnTo>
                    <a:pt x="2069263" y="2971570"/>
                  </a:lnTo>
                  <a:lnTo>
                    <a:pt x="2069263" y="2971140"/>
                  </a:lnTo>
                  <a:lnTo>
                    <a:pt x="2069263" y="2970709"/>
                  </a:lnTo>
                  <a:lnTo>
                    <a:pt x="2069263" y="2970278"/>
                  </a:lnTo>
                  <a:lnTo>
                    <a:pt x="2069421" y="2970278"/>
                  </a:lnTo>
                  <a:lnTo>
                    <a:pt x="2069579" y="2970278"/>
                  </a:lnTo>
                  <a:lnTo>
                    <a:pt x="2069736" y="2970278"/>
                  </a:lnTo>
                  <a:lnTo>
                    <a:pt x="2069894" y="2970278"/>
                  </a:lnTo>
                  <a:lnTo>
                    <a:pt x="2070052" y="2970278"/>
                  </a:lnTo>
                  <a:lnTo>
                    <a:pt x="2070210" y="2970278"/>
                  </a:lnTo>
                  <a:lnTo>
                    <a:pt x="2070367" y="2970278"/>
                  </a:lnTo>
                  <a:lnTo>
                    <a:pt x="2070525" y="2970278"/>
                  </a:lnTo>
                  <a:lnTo>
                    <a:pt x="2070683" y="2970278"/>
                  </a:lnTo>
                  <a:lnTo>
                    <a:pt x="2070840" y="2970278"/>
                  </a:lnTo>
                  <a:lnTo>
                    <a:pt x="2070998" y="2970278"/>
                  </a:lnTo>
                  <a:lnTo>
                    <a:pt x="2071156" y="2970278"/>
                  </a:lnTo>
                  <a:lnTo>
                    <a:pt x="2071314" y="2970278"/>
                  </a:lnTo>
                  <a:lnTo>
                    <a:pt x="2071471" y="2970278"/>
                  </a:lnTo>
                  <a:lnTo>
                    <a:pt x="2071629" y="2970278"/>
                  </a:lnTo>
                  <a:lnTo>
                    <a:pt x="2071629" y="2969848"/>
                  </a:lnTo>
                  <a:lnTo>
                    <a:pt x="2071787" y="2969848"/>
                  </a:lnTo>
                  <a:lnTo>
                    <a:pt x="2071945" y="2969848"/>
                  </a:lnTo>
                  <a:lnTo>
                    <a:pt x="2071945" y="2969417"/>
                  </a:lnTo>
                  <a:lnTo>
                    <a:pt x="2071945" y="2968987"/>
                  </a:lnTo>
                  <a:lnTo>
                    <a:pt x="2072102" y="2968987"/>
                  </a:lnTo>
                  <a:lnTo>
                    <a:pt x="2072260" y="2968987"/>
                  </a:lnTo>
                  <a:lnTo>
                    <a:pt x="2072418" y="2968987"/>
                  </a:lnTo>
                  <a:lnTo>
                    <a:pt x="2072575" y="2968987"/>
                  </a:lnTo>
                  <a:lnTo>
                    <a:pt x="2072733" y="2968987"/>
                  </a:lnTo>
                  <a:lnTo>
                    <a:pt x="2072891" y="2968987"/>
                  </a:lnTo>
                  <a:lnTo>
                    <a:pt x="2073049" y="2968987"/>
                  </a:lnTo>
                  <a:lnTo>
                    <a:pt x="2073049" y="2968556"/>
                  </a:lnTo>
                  <a:lnTo>
                    <a:pt x="2073049" y="2968125"/>
                  </a:lnTo>
                  <a:lnTo>
                    <a:pt x="2073206" y="2968125"/>
                  </a:lnTo>
                  <a:lnTo>
                    <a:pt x="2073364" y="2968125"/>
                  </a:lnTo>
                  <a:lnTo>
                    <a:pt x="2073522" y="2968125"/>
                  </a:lnTo>
                  <a:lnTo>
                    <a:pt x="2073522" y="2967695"/>
                  </a:lnTo>
                  <a:lnTo>
                    <a:pt x="2073679" y="2967695"/>
                  </a:lnTo>
                  <a:lnTo>
                    <a:pt x="2073837" y="2967695"/>
                  </a:lnTo>
                  <a:lnTo>
                    <a:pt x="2073995" y="2967695"/>
                  </a:lnTo>
                  <a:lnTo>
                    <a:pt x="2073995" y="2967264"/>
                  </a:lnTo>
                  <a:lnTo>
                    <a:pt x="2073995" y="2966834"/>
                  </a:lnTo>
                  <a:lnTo>
                    <a:pt x="2074153" y="2966834"/>
                  </a:lnTo>
                  <a:lnTo>
                    <a:pt x="2074310" y="2966834"/>
                  </a:lnTo>
                  <a:lnTo>
                    <a:pt x="2074468" y="2966834"/>
                  </a:lnTo>
                  <a:lnTo>
                    <a:pt x="2074468" y="2966403"/>
                  </a:lnTo>
                  <a:lnTo>
                    <a:pt x="2074626" y="2966403"/>
                  </a:lnTo>
                  <a:lnTo>
                    <a:pt x="2074783" y="2966403"/>
                  </a:lnTo>
                  <a:lnTo>
                    <a:pt x="2074783" y="2965972"/>
                  </a:lnTo>
                  <a:lnTo>
                    <a:pt x="2074941" y="2965972"/>
                  </a:lnTo>
                  <a:lnTo>
                    <a:pt x="2075099" y="2965972"/>
                  </a:lnTo>
                  <a:lnTo>
                    <a:pt x="2075257" y="2965972"/>
                  </a:lnTo>
                  <a:lnTo>
                    <a:pt x="2075414" y="2965972"/>
                  </a:lnTo>
                  <a:lnTo>
                    <a:pt x="2075572" y="2965972"/>
                  </a:lnTo>
                  <a:lnTo>
                    <a:pt x="2075730" y="2965972"/>
                  </a:lnTo>
                  <a:lnTo>
                    <a:pt x="2075887" y="2965972"/>
                  </a:lnTo>
                  <a:lnTo>
                    <a:pt x="2075887" y="2965542"/>
                  </a:lnTo>
                  <a:lnTo>
                    <a:pt x="2075887" y="2965111"/>
                  </a:lnTo>
                  <a:lnTo>
                    <a:pt x="2076045" y="2965111"/>
                  </a:lnTo>
                  <a:lnTo>
                    <a:pt x="2076045" y="2964681"/>
                  </a:lnTo>
                  <a:lnTo>
                    <a:pt x="2076045" y="2964250"/>
                  </a:lnTo>
                  <a:lnTo>
                    <a:pt x="2076203" y="2964250"/>
                  </a:lnTo>
                  <a:lnTo>
                    <a:pt x="2076361" y="2964250"/>
                  </a:lnTo>
                  <a:lnTo>
                    <a:pt x="2076518" y="2964250"/>
                  </a:lnTo>
                  <a:lnTo>
                    <a:pt x="2076676" y="2964250"/>
                  </a:lnTo>
                  <a:lnTo>
                    <a:pt x="2076834" y="2964250"/>
                  </a:lnTo>
                  <a:lnTo>
                    <a:pt x="2076992" y="2964250"/>
                  </a:lnTo>
                  <a:lnTo>
                    <a:pt x="2076992" y="2963819"/>
                  </a:lnTo>
                  <a:lnTo>
                    <a:pt x="2077149" y="2963819"/>
                  </a:lnTo>
                  <a:lnTo>
                    <a:pt x="2077307" y="2963819"/>
                  </a:lnTo>
                  <a:lnTo>
                    <a:pt x="2077465" y="2963819"/>
                  </a:lnTo>
                  <a:lnTo>
                    <a:pt x="2077465" y="2963389"/>
                  </a:lnTo>
                  <a:lnTo>
                    <a:pt x="2077622" y="2963389"/>
                  </a:lnTo>
                  <a:lnTo>
                    <a:pt x="2077780" y="2963389"/>
                  </a:lnTo>
                  <a:lnTo>
                    <a:pt x="2077938" y="2963389"/>
                  </a:lnTo>
                  <a:lnTo>
                    <a:pt x="2077938" y="2962958"/>
                  </a:lnTo>
                  <a:lnTo>
                    <a:pt x="2078096" y="2962958"/>
                  </a:lnTo>
                  <a:lnTo>
                    <a:pt x="2078096" y="2962528"/>
                  </a:lnTo>
                  <a:lnTo>
                    <a:pt x="2078096" y="2962097"/>
                  </a:lnTo>
                  <a:lnTo>
                    <a:pt x="2078253" y="2962097"/>
                  </a:lnTo>
                  <a:lnTo>
                    <a:pt x="2078411" y="2962097"/>
                  </a:lnTo>
                  <a:lnTo>
                    <a:pt x="2078569" y="2962097"/>
                  </a:lnTo>
                  <a:lnTo>
                    <a:pt x="2078726" y="2962097"/>
                  </a:lnTo>
                  <a:lnTo>
                    <a:pt x="2078884" y="2962097"/>
                  </a:lnTo>
                  <a:lnTo>
                    <a:pt x="2079042" y="2962097"/>
                  </a:lnTo>
                  <a:lnTo>
                    <a:pt x="2079042" y="2961666"/>
                  </a:lnTo>
                  <a:lnTo>
                    <a:pt x="2079042" y="2961236"/>
                  </a:lnTo>
                  <a:lnTo>
                    <a:pt x="2079200" y="2961236"/>
                  </a:lnTo>
                  <a:lnTo>
                    <a:pt x="2079357" y="2961236"/>
                  </a:lnTo>
                  <a:lnTo>
                    <a:pt x="2079357" y="2960805"/>
                  </a:lnTo>
                  <a:lnTo>
                    <a:pt x="2079515" y="2960805"/>
                  </a:lnTo>
                  <a:lnTo>
                    <a:pt x="2079673" y="2960805"/>
                  </a:lnTo>
                  <a:lnTo>
                    <a:pt x="2079830" y="2960805"/>
                  </a:lnTo>
                  <a:lnTo>
                    <a:pt x="2079830" y="2960375"/>
                  </a:lnTo>
                  <a:lnTo>
                    <a:pt x="2079988" y="2960375"/>
                  </a:lnTo>
                  <a:lnTo>
                    <a:pt x="2079988" y="2959944"/>
                  </a:lnTo>
                  <a:lnTo>
                    <a:pt x="2080146" y="2959944"/>
                  </a:lnTo>
                  <a:lnTo>
                    <a:pt x="2080304" y="2959944"/>
                  </a:lnTo>
                  <a:lnTo>
                    <a:pt x="2080304" y="2959513"/>
                  </a:lnTo>
                  <a:lnTo>
                    <a:pt x="2080461" y="2959513"/>
                  </a:lnTo>
                  <a:lnTo>
                    <a:pt x="2080619" y="2959513"/>
                  </a:lnTo>
                  <a:lnTo>
                    <a:pt x="2080619" y="2959083"/>
                  </a:lnTo>
                  <a:lnTo>
                    <a:pt x="2080777" y="2959083"/>
                  </a:lnTo>
                  <a:lnTo>
                    <a:pt x="2080934" y="2959083"/>
                  </a:lnTo>
                  <a:lnTo>
                    <a:pt x="2081092" y="2959083"/>
                  </a:lnTo>
                  <a:lnTo>
                    <a:pt x="2081250" y="2959083"/>
                  </a:lnTo>
                  <a:lnTo>
                    <a:pt x="2081408" y="2959083"/>
                  </a:lnTo>
                  <a:lnTo>
                    <a:pt x="2081408" y="2958652"/>
                  </a:lnTo>
                  <a:lnTo>
                    <a:pt x="2081565" y="2958652"/>
                  </a:lnTo>
                  <a:lnTo>
                    <a:pt x="2081723" y="2958652"/>
                  </a:lnTo>
                  <a:lnTo>
                    <a:pt x="2081881" y="2958652"/>
                  </a:lnTo>
                  <a:lnTo>
                    <a:pt x="2082038" y="2958652"/>
                  </a:lnTo>
                  <a:lnTo>
                    <a:pt x="2082196" y="2958652"/>
                  </a:lnTo>
                  <a:lnTo>
                    <a:pt x="2082354" y="2958652"/>
                  </a:lnTo>
                  <a:lnTo>
                    <a:pt x="2082512" y="2958652"/>
                  </a:lnTo>
                  <a:lnTo>
                    <a:pt x="2082669" y="2958652"/>
                  </a:lnTo>
                  <a:lnTo>
                    <a:pt x="2082827" y="2958652"/>
                  </a:lnTo>
                  <a:lnTo>
                    <a:pt x="2082985" y="2958652"/>
                  </a:lnTo>
                  <a:lnTo>
                    <a:pt x="2082985" y="2958222"/>
                  </a:lnTo>
                  <a:lnTo>
                    <a:pt x="2083143" y="2958222"/>
                  </a:lnTo>
                  <a:lnTo>
                    <a:pt x="2083143" y="2957791"/>
                  </a:lnTo>
                  <a:lnTo>
                    <a:pt x="2083143" y="2957360"/>
                  </a:lnTo>
                  <a:lnTo>
                    <a:pt x="2083300" y="2957360"/>
                  </a:lnTo>
                  <a:lnTo>
                    <a:pt x="2083458" y="2957360"/>
                  </a:lnTo>
                  <a:lnTo>
                    <a:pt x="2083616" y="2957360"/>
                  </a:lnTo>
                  <a:lnTo>
                    <a:pt x="2083616" y="2956930"/>
                  </a:lnTo>
                  <a:lnTo>
                    <a:pt x="2083773" y="2956930"/>
                  </a:lnTo>
                  <a:lnTo>
                    <a:pt x="2083931" y="2956930"/>
                  </a:lnTo>
                  <a:lnTo>
                    <a:pt x="2084089" y="2956930"/>
                  </a:lnTo>
                  <a:lnTo>
                    <a:pt x="2084247" y="2956930"/>
                  </a:lnTo>
                  <a:lnTo>
                    <a:pt x="2084247" y="2956499"/>
                  </a:lnTo>
                  <a:lnTo>
                    <a:pt x="2084404" y="2956499"/>
                  </a:lnTo>
                  <a:lnTo>
                    <a:pt x="2084562" y="2956499"/>
                  </a:lnTo>
                  <a:lnTo>
                    <a:pt x="2084720" y="2956499"/>
                  </a:lnTo>
                  <a:lnTo>
                    <a:pt x="2084720" y="2956069"/>
                  </a:lnTo>
                  <a:lnTo>
                    <a:pt x="2084720" y="2955638"/>
                  </a:lnTo>
                  <a:lnTo>
                    <a:pt x="2084877" y="2955638"/>
                  </a:lnTo>
                  <a:lnTo>
                    <a:pt x="2084877" y="2955207"/>
                  </a:lnTo>
                  <a:lnTo>
                    <a:pt x="2085035" y="2955207"/>
                  </a:lnTo>
                  <a:lnTo>
                    <a:pt x="2085193" y="2955207"/>
                  </a:lnTo>
                  <a:lnTo>
                    <a:pt x="2085351" y="2955207"/>
                  </a:lnTo>
                  <a:lnTo>
                    <a:pt x="2085508" y="2955207"/>
                  </a:lnTo>
                  <a:lnTo>
                    <a:pt x="2085666" y="2955207"/>
                  </a:lnTo>
                  <a:lnTo>
                    <a:pt x="2085824" y="2955207"/>
                  </a:lnTo>
                  <a:lnTo>
                    <a:pt x="2085981" y="2955207"/>
                  </a:lnTo>
                  <a:lnTo>
                    <a:pt x="2086139" y="2955207"/>
                  </a:lnTo>
                  <a:lnTo>
                    <a:pt x="2086297" y="2955207"/>
                  </a:lnTo>
                  <a:lnTo>
                    <a:pt x="2086455" y="2955207"/>
                  </a:lnTo>
                  <a:lnTo>
                    <a:pt x="2086612" y="2955207"/>
                  </a:lnTo>
                  <a:lnTo>
                    <a:pt x="2086612" y="2954777"/>
                  </a:lnTo>
                  <a:lnTo>
                    <a:pt x="2086612" y="2954346"/>
                  </a:lnTo>
                  <a:lnTo>
                    <a:pt x="2086612" y="2953916"/>
                  </a:lnTo>
                  <a:lnTo>
                    <a:pt x="2086770" y="2953916"/>
                  </a:lnTo>
                  <a:lnTo>
                    <a:pt x="2086928" y="2953916"/>
                  </a:lnTo>
                  <a:lnTo>
                    <a:pt x="2087085" y="2953916"/>
                  </a:lnTo>
                  <a:lnTo>
                    <a:pt x="2087243" y="2953916"/>
                  </a:lnTo>
                  <a:lnTo>
                    <a:pt x="2087401" y="2953916"/>
                  </a:lnTo>
                  <a:lnTo>
                    <a:pt x="2087559" y="2953916"/>
                  </a:lnTo>
                  <a:lnTo>
                    <a:pt x="2087716" y="2953916"/>
                  </a:lnTo>
                  <a:lnTo>
                    <a:pt x="2087716" y="2953485"/>
                  </a:lnTo>
                  <a:lnTo>
                    <a:pt x="2087716" y="2953054"/>
                  </a:lnTo>
                  <a:lnTo>
                    <a:pt x="2087874" y="2953054"/>
                  </a:lnTo>
                  <a:lnTo>
                    <a:pt x="2088032" y="2953054"/>
                  </a:lnTo>
                  <a:lnTo>
                    <a:pt x="2088190" y="2953054"/>
                  </a:lnTo>
                  <a:lnTo>
                    <a:pt x="2088347" y="2953054"/>
                  </a:lnTo>
                  <a:lnTo>
                    <a:pt x="2088505" y="2953054"/>
                  </a:lnTo>
                  <a:lnTo>
                    <a:pt x="2088663" y="2953054"/>
                  </a:lnTo>
                  <a:lnTo>
                    <a:pt x="2088663" y="2952624"/>
                  </a:lnTo>
                  <a:lnTo>
                    <a:pt x="2088820" y="2952624"/>
                  </a:lnTo>
                  <a:lnTo>
                    <a:pt x="2088978" y="2952624"/>
                  </a:lnTo>
                  <a:lnTo>
                    <a:pt x="2088978" y="2952193"/>
                  </a:lnTo>
                  <a:lnTo>
                    <a:pt x="2088978" y="2951763"/>
                  </a:lnTo>
                  <a:lnTo>
                    <a:pt x="2089136" y="2951763"/>
                  </a:lnTo>
                  <a:lnTo>
                    <a:pt x="2089136" y="2951332"/>
                  </a:lnTo>
                  <a:lnTo>
                    <a:pt x="2089136" y="2950901"/>
                  </a:lnTo>
                  <a:lnTo>
                    <a:pt x="2089136" y="2950471"/>
                  </a:lnTo>
                  <a:lnTo>
                    <a:pt x="2089136" y="2950040"/>
                  </a:lnTo>
                  <a:lnTo>
                    <a:pt x="2089294" y="2950040"/>
                  </a:lnTo>
                  <a:lnTo>
                    <a:pt x="2089451" y="2950040"/>
                  </a:lnTo>
                  <a:lnTo>
                    <a:pt x="2089609" y="2950040"/>
                  </a:lnTo>
                  <a:lnTo>
                    <a:pt x="2089609" y="2949610"/>
                  </a:lnTo>
                  <a:lnTo>
                    <a:pt x="2089609" y="2949179"/>
                  </a:lnTo>
                  <a:lnTo>
                    <a:pt x="2089767" y="2949179"/>
                  </a:lnTo>
                  <a:lnTo>
                    <a:pt x="2089924" y="2949179"/>
                  </a:lnTo>
                  <a:lnTo>
                    <a:pt x="2089924" y="2948748"/>
                  </a:lnTo>
                  <a:lnTo>
                    <a:pt x="2090082" y="2948748"/>
                  </a:lnTo>
                  <a:lnTo>
                    <a:pt x="2090240" y="2948748"/>
                  </a:lnTo>
                  <a:lnTo>
                    <a:pt x="2090398" y="2948748"/>
                  </a:lnTo>
                  <a:lnTo>
                    <a:pt x="2090398" y="2948318"/>
                  </a:lnTo>
                  <a:lnTo>
                    <a:pt x="2090398" y="2947887"/>
                  </a:lnTo>
                  <a:lnTo>
                    <a:pt x="2090555" y="2947887"/>
                  </a:lnTo>
                  <a:lnTo>
                    <a:pt x="2090713" y="2947887"/>
                  </a:lnTo>
                  <a:lnTo>
                    <a:pt x="2090871" y="2947887"/>
                  </a:lnTo>
                  <a:lnTo>
                    <a:pt x="2091028" y="2947887"/>
                  </a:lnTo>
                  <a:lnTo>
                    <a:pt x="2091186" y="2947887"/>
                  </a:lnTo>
                  <a:lnTo>
                    <a:pt x="2091186" y="2947457"/>
                  </a:lnTo>
                  <a:lnTo>
                    <a:pt x="2091344" y="2947457"/>
                  </a:lnTo>
                  <a:lnTo>
                    <a:pt x="2091502" y="2947457"/>
                  </a:lnTo>
                  <a:lnTo>
                    <a:pt x="2091502" y="2947026"/>
                  </a:lnTo>
                  <a:lnTo>
                    <a:pt x="2091659" y="2947026"/>
                  </a:lnTo>
                  <a:lnTo>
                    <a:pt x="2091659" y="2946595"/>
                  </a:lnTo>
                  <a:lnTo>
                    <a:pt x="2091817" y="2946595"/>
                  </a:lnTo>
                  <a:lnTo>
                    <a:pt x="2091975" y="2946595"/>
                  </a:lnTo>
                  <a:lnTo>
                    <a:pt x="2092132" y="2946595"/>
                  </a:lnTo>
                  <a:lnTo>
                    <a:pt x="2092290" y="2946595"/>
                  </a:lnTo>
                  <a:lnTo>
                    <a:pt x="2092448" y="2946595"/>
                  </a:lnTo>
                  <a:lnTo>
                    <a:pt x="2092606" y="2946595"/>
                  </a:lnTo>
                  <a:lnTo>
                    <a:pt x="2092763" y="2946595"/>
                  </a:lnTo>
                  <a:lnTo>
                    <a:pt x="2092763" y="2946165"/>
                  </a:lnTo>
                  <a:lnTo>
                    <a:pt x="2092921" y="2946165"/>
                  </a:lnTo>
                  <a:lnTo>
                    <a:pt x="2093079" y="2946165"/>
                  </a:lnTo>
                  <a:lnTo>
                    <a:pt x="2093236" y="2946165"/>
                  </a:lnTo>
                  <a:lnTo>
                    <a:pt x="2093236" y="2945734"/>
                  </a:lnTo>
                  <a:lnTo>
                    <a:pt x="2093394" y="2945734"/>
                  </a:lnTo>
                  <a:lnTo>
                    <a:pt x="2093552" y="2945734"/>
                  </a:lnTo>
                  <a:lnTo>
                    <a:pt x="2093710" y="2945734"/>
                  </a:lnTo>
                  <a:lnTo>
                    <a:pt x="2093867" y="2945734"/>
                  </a:lnTo>
                  <a:lnTo>
                    <a:pt x="2093867" y="2945304"/>
                  </a:lnTo>
                  <a:lnTo>
                    <a:pt x="2094025" y="2945304"/>
                  </a:lnTo>
                  <a:lnTo>
                    <a:pt x="2094025" y="2944873"/>
                  </a:lnTo>
                  <a:lnTo>
                    <a:pt x="2094025" y="2944442"/>
                  </a:lnTo>
                  <a:lnTo>
                    <a:pt x="2094025" y="2944012"/>
                  </a:lnTo>
                  <a:lnTo>
                    <a:pt x="2094025" y="2943581"/>
                  </a:lnTo>
                  <a:lnTo>
                    <a:pt x="2094025" y="2943151"/>
                  </a:lnTo>
                  <a:lnTo>
                    <a:pt x="2094183" y="2943151"/>
                  </a:lnTo>
                  <a:lnTo>
                    <a:pt x="2094341" y="2943151"/>
                  </a:lnTo>
                  <a:lnTo>
                    <a:pt x="2094498" y="2943151"/>
                  </a:lnTo>
                  <a:lnTo>
                    <a:pt x="2094498" y="2942720"/>
                  </a:lnTo>
                  <a:lnTo>
                    <a:pt x="2094656" y="2942720"/>
                  </a:lnTo>
                  <a:lnTo>
                    <a:pt x="2094814" y="2942720"/>
                  </a:lnTo>
                  <a:lnTo>
                    <a:pt x="2094971" y="2942720"/>
                  </a:lnTo>
                  <a:lnTo>
                    <a:pt x="2094971" y="2942289"/>
                  </a:lnTo>
                  <a:lnTo>
                    <a:pt x="2094971" y="2941859"/>
                  </a:lnTo>
                  <a:lnTo>
                    <a:pt x="2094971" y="2941428"/>
                  </a:lnTo>
                  <a:lnTo>
                    <a:pt x="2095129" y="2941428"/>
                  </a:lnTo>
                  <a:lnTo>
                    <a:pt x="2095129" y="2940998"/>
                  </a:lnTo>
                  <a:lnTo>
                    <a:pt x="2095287" y="2940998"/>
                  </a:lnTo>
                  <a:lnTo>
                    <a:pt x="2095445" y="2940998"/>
                  </a:lnTo>
                  <a:lnTo>
                    <a:pt x="2095602" y="2940998"/>
                  </a:lnTo>
                  <a:lnTo>
                    <a:pt x="2095602" y="2940567"/>
                  </a:lnTo>
                  <a:lnTo>
                    <a:pt x="2095760" y="2940567"/>
                  </a:lnTo>
                  <a:lnTo>
                    <a:pt x="2095760" y="2940136"/>
                  </a:lnTo>
                  <a:lnTo>
                    <a:pt x="2095918" y="2940136"/>
                  </a:lnTo>
                  <a:lnTo>
                    <a:pt x="2095918" y="2939706"/>
                  </a:lnTo>
                  <a:lnTo>
                    <a:pt x="2095918" y="2939275"/>
                  </a:lnTo>
                  <a:lnTo>
                    <a:pt x="2095918" y="2938845"/>
                  </a:lnTo>
                  <a:lnTo>
                    <a:pt x="2095918" y="2938414"/>
                  </a:lnTo>
                  <a:lnTo>
                    <a:pt x="2096075" y="2938414"/>
                  </a:lnTo>
                  <a:lnTo>
                    <a:pt x="2096075" y="2937983"/>
                  </a:lnTo>
                  <a:lnTo>
                    <a:pt x="2096233" y="2937983"/>
                  </a:lnTo>
                  <a:lnTo>
                    <a:pt x="2096391" y="2937983"/>
                  </a:lnTo>
                  <a:lnTo>
                    <a:pt x="2096391" y="2937553"/>
                  </a:lnTo>
                  <a:lnTo>
                    <a:pt x="2096549" y="2937553"/>
                  </a:lnTo>
                  <a:lnTo>
                    <a:pt x="2096706" y="2937553"/>
                  </a:lnTo>
                  <a:lnTo>
                    <a:pt x="2096864" y="2937553"/>
                  </a:lnTo>
                  <a:lnTo>
                    <a:pt x="2097022" y="2937553"/>
                  </a:lnTo>
                  <a:lnTo>
                    <a:pt x="2097022" y="2937122"/>
                  </a:lnTo>
                  <a:lnTo>
                    <a:pt x="2097179" y="2937122"/>
                  </a:lnTo>
                  <a:lnTo>
                    <a:pt x="2097337" y="2937122"/>
                  </a:lnTo>
                  <a:lnTo>
                    <a:pt x="2097495" y="2937122"/>
                  </a:lnTo>
                  <a:lnTo>
                    <a:pt x="2097653" y="2937122"/>
                  </a:lnTo>
                  <a:lnTo>
                    <a:pt x="2097810" y="2937122"/>
                  </a:lnTo>
                  <a:lnTo>
                    <a:pt x="2097810" y="2936692"/>
                  </a:lnTo>
                  <a:lnTo>
                    <a:pt x="2097968" y="2936692"/>
                  </a:lnTo>
                  <a:lnTo>
                    <a:pt x="2097968" y="2936261"/>
                  </a:lnTo>
                  <a:lnTo>
                    <a:pt x="2097968" y="2935830"/>
                  </a:lnTo>
                  <a:lnTo>
                    <a:pt x="2098126" y="2935830"/>
                  </a:lnTo>
                  <a:lnTo>
                    <a:pt x="2098283" y="2935830"/>
                  </a:lnTo>
                  <a:lnTo>
                    <a:pt x="2098441" y="2935830"/>
                  </a:lnTo>
                  <a:lnTo>
                    <a:pt x="2098441" y="2935400"/>
                  </a:lnTo>
                  <a:lnTo>
                    <a:pt x="2098599" y="2935400"/>
                  </a:lnTo>
                  <a:lnTo>
                    <a:pt x="2098757" y="2935400"/>
                  </a:lnTo>
                  <a:lnTo>
                    <a:pt x="2098914" y="2935400"/>
                  </a:lnTo>
                  <a:lnTo>
                    <a:pt x="2099072" y="2935400"/>
                  </a:lnTo>
                  <a:lnTo>
                    <a:pt x="2099230" y="2935400"/>
                  </a:lnTo>
                  <a:lnTo>
                    <a:pt x="2099230" y="2934969"/>
                  </a:lnTo>
                  <a:lnTo>
                    <a:pt x="2099388" y="2934969"/>
                  </a:lnTo>
                  <a:lnTo>
                    <a:pt x="2099388" y="2934539"/>
                  </a:lnTo>
                  <a:lnTo>
                    <a:pt x="2099388" y="2934108"/>
                  </a:lnTo>
                  <a:lnTo>
                    <a:pt x="2099388" y="2933677"/>
                  </a:lnTo>
                  <a:lnTo>
                    <a:pt x="2099545" y="2933677"/>
                  </a:lnTo>
                  <a:lnTo>
                    <a:pt x="2099545" y="2933247"/>
                  </a:lnTo>
                  <a:lnTo>
                    <a:pt x="2099703" y="2933247"/>
                  </a:lnTo>
                  <a:lnTo>
                    <a:pt x="2099703" y="2932816"/>
                  </a:lnTo>
                  <a:lnTo>
                    <a:pt x="2099861" y="2932816"/>
                  </a:lnTo>
                  <a:lnTo>
                    <a:pt x="2100018" y="2932816"/>
                  </a:lnTo>
                  <a:lnTo>
                    <a:pt x="2100176" y="2932816"/>
                  </a:lnTo>
                  <a:lnTo>
                    <a:pt x="2100176" y="2932386"/>
                  </a:lnTo>
                  <a:lnTo>
                    <a:pt x="2100334" y="2932386"/>
                  </a:lnTo>
                  <a:lnTo>
                    <a:pt x="2100492" y="2932386"/>
                  </a:lnTo>
                  <a:lnTo>
                    <a:pt x="2100649" y="2932386"/>
                  </a:lnTo>
                  <a:lnTo>
                    <a:pt x="2100807" y="2932386"/>
                  </a:lnTo>
                  <a:lnTo>
                    <a:pt x="2100965" y="2932386"/>
                  </a:lnTo>
                  <a:lnTo>
                    <a:pt x="2101122" y="2932386"/>
                  </a:lnTo>
                  <a:lnTo>
                    <a:pt x="2101122" y="2931955"/>
                  </a:lnTo>
                  <a:lnTo>
                    <a:pt x="2101280" y="2931955"/>
                  </a:lnTo>
                  <a:lnTo>
                    <a:pt x="2101280" y="2931524"/>
                  </a:lnTo>
                  <a:lnTo>
                    <a:pt x="2101438" y="2931524"/>
                  </a:lnTo>
                  <a:lnTo>
                    <a:pt x="2101596" y="2931524"/>
                  </a:lnTo>
                  <a:lnTo>
                    <a:pt x="2101596" y="2931094"/>
                  </a:lnTo>
                  <a:lnTo>
                    <a:pt x="2101753" y="2931094"/>
                  </a:lnTo>
                  <a:lnTo>
                    <a:pt x="2101911" y="2931094"/>
                  </a:lnTo>
                  <a:lnTo>
                    <a:pt x="2102069" y="2931094"/>
                  </a:lnTo>
                  <a:lnTo>
                    <a:pt x="2102226" y="2931094"/>
                  </a:lnTo>
                  <a:lnTo>
                    <a:pt x="2102384" y="2931094"/>
                  </a:lnTo>
                  <a:lnTo>
                    <a:pt x="2102384" y="2930663"/>
                  </a:lnTo>
                  <a:lnTo>
                    <a:pt x="2102542" y="2930663"/>
                  </a:lnTo>
                  <a:lnTo>
                    <a:pt x="2102700" y="2930663"/>
                  </a:lnTo>
                  <a:lnTo>
                    <a:pt x="2102857" y="2930663"/>
                  </a:lnTo>
                  <a:lnTo>
                    <a:pt x="2103015" y="2930663"/>
                  </a:lnTo>
                  <a:lnTo>
                    <a:pt x="2103173" y="2930663"/>
                  </a:lnTo>
                  <a:lnTo>
                    <a:pt x="2103330" y="2930663"/>
                  </a:lnTo>
                  <a:lnTo>
                    <a:pt x="2103488" y="2930663"/>
                  </a:lnTo>
                  <a:lnTo>
                    <a:pt x="2103646" y="2930663"/>
                  </a:lnTo>
                  <a:lnTo>
                    <a:pt x="2103804" y="2930663"/>
                  </a:lnTo>
                  <a:lnTo>
                    <a:pt x="2103961" y="2930663"/>
                  </a:lnTo>
                  <a:lnTo>
                    <a:pt x="2104119" y="2930663"/>
                  </a:lnTo>
                  <a:lnTo>
                    <a:pt x="2104119" y="2930233"/>
                  </a:lnTo>
                  <a:lnTo>
                    <a:pt x="2104277" y="2930233"/>
                  </a:lnTo>
                  <a:lnTo>
                    <a:pt x="2104277" y="2929802"/>
                  </a:lnTo>
                  <a:lnTo>
                    <a:pt x="2104434" y="2929802"/>
                  </a:lnTo>
                  <a:lnTo>
                    <a:pt x="2104592" y="2929802"/>
                  </a:lnTo>
                  <a:lnTo>
                    <a:pt x="2104750" y="2929802"/>
                  </a:lnTo>
                  <a:lnTo>
                    <a:pt x="2104908" y="2929802"/>
                  </a:lnTo>
                  <a:lnTo>
                    <a:pt x="2105065" y="2929802"/>
                  </a:lnTo>
                  <a:lnTo>
                    <a:pt x="2105223" y="2929802"/>
                  </a:lnTo>
                  <a:lnTo>
                    <a:pt x="2105381" y="2929802"/>
                  </a:lnTo>
                  <a:lnTo>
                    <a:pt x="2105539" y="2929802"/>
                  </a:lnTo>
                  <a:lnTo>
                    <a:pt x="2105696" y="2929802"/>
                  </a:lnTo>
                  <a:lnTo>
                    <a:pt x="2105854" y="2929802"/>
                  </a:lnTo>
                  <a:lnTo>
                    <a:pt x="2106012" y="2929802"/>
                  </a:lnTo>
                  <a:lnTo>
                    <a:pt x="2106169" y="2929802"/>
                  </a:lnTo>
                  <a:lnTo>
                    <a:pt x="2106169" y="2929371"/>
                  </a:lnTo>
                  <a:lnTo>
                    <a:pt x="2106169" y="2928941"/>
                  </a:lnTo>
                  <a:lnTo>
                    <a:pt x="2106327" y="2928941"/>
                  </a:lnTo>
                  <a:lnTo>
                    <a:pt x="2106485" y="2928941"/>
                  </a:lnTo>
                  <a:lnTo>
                    <a:pt x="2106485" y="2928510"/>
                  </a:lnTo>
                  <a:lnTo>
                    <a:pt x="2106485" y="2928080"/>
                  </a:lnTo>
                  <a:lnTo>
                    <a:pt x="2106643" y="2928080"/>
                  </a:lnTo>
                  <a:lnTo>
                    <a:pt x="2106800" y="2928080"/>
                  </a:lnTo>
                  <a:lnTo>
                    <a:pt x="2106800" y="2927649"/>
                  </a:lnTo>
                  <a:lnTo>
                    <a:pt x="2106958" y="2927649"/>
                  </a:lnTo>
                  <a:lnTo>
                    <a:pt x="2107116" y="2927649"/>
                  </a:lnTo>
                  <a:lnTo>
                    <a:pt x="2107273" y="2927649"/>
                  </a:lnTo>
                  <a:lnTo>
                    <a:pt x="2107273" y="2927218"/>
                  </a:lnTo>
                  <a:lnTo>
                    <a:pt x="2107431" y="2927218"/>
                  </a:lnTo>
                  <a:lnTo>
                    <a:pt x="2107589" y="2927218"/>
                  </a:lnTo>
                  <a:lnTo>
                    <a:pt x="2107589" y="2926788"/>
                  </a:lnTo>
                  <a:lnTo>
                    <a:pt x="2107589" y="2926357"/>
                  </a:lnTo>
                  <a:lnTo>
                    <a:pt x="2107747" y="2926357"/>
                  </a:lnTo>
                  <a:lnTo>
                    <a:pt x="2107747" y="2925927"/>
                  </a:lnTo>
                  <a:lnTo>
                    <a:pt x="2107904" y="2925927"/>
                  </a:lnTo>
                  <a:lnTo>
                    <a:pt x="2108062" y="2925927"/>
                  </a:lnTo>
                  <a:lnTo>
                    <a:pt x="2108220" y="2925927"/>
                  </a:lnTo>
                  <a:lnTo>
                    <a:pt x="2108220" y="2925496"/>
                  </a:lnTo>
                  <a:lnTo>
                    <a:pt x="2108220" y="2925065"/>
                  </a:lnTo>
                  <a:lnTo>
                    <a:pt x="2108377" y="2925065"/>
                  </a:lnTo>
                  <a:lnTo>
                    <a:pt x="2108535" y="2925065"/>
                  </a:lnTo>
                  <a:lnTo>
                    <a:pt x="2108693" y="2925065"/>
                  </a:lnTo>
                  <a:lnTo>
                    <a:pt x="2108851" y="2925065"/>
                  </a:lnTo>
                  <a:lnTo>
                    <a:pt x="2108851" y="2924635"/>
                  </a:lnTo>
                  <a:lnTo>
                    <a:pt x="2109008" y="2924635"/>
                  </a:lnTo>
                  <a:lnTo>
                    <a:pt x="2109166" y="2924635"/>
                  </a:lnTo>
                  <a:lnTo>
                    <a:pt x="2109324" y="2924635"/>
                  </a:lnTo>
                  <a:lnTo>
                    <a:pt x="2109481" y="2924635"/>
                  </a:lnTo>
                  <a:lnTo>
                    <a:pt x="2109639" y="2924635"/>
                  </a:lnTo>
                  <a:lnTo>
                    <a:pt x="2109797" y="2924635"/>
                  </a:lnTo>
                  <a:lnTo>
                    <a:pt x="2109797" y="2924204"/>
                  </a:lnTo>
                  <a:lnTo>
                    <a:pt x="2109955" y="2924204"/>
                  </a:lnTo>
                  <a:lnTo>
                    <a:pt x="2110112" y="2924204"/>
                  </a:lnTo>
                  <a:lnTo>
                    <a:pt x="2110112" y="2923774"/>
                  </a:lnTo>
                  <a:lnTo>
                    <a:pt x="2110112" y="2923343"/>
                  </a:lnTo>
                  <a:lnTo>
                    <a:pt x="2110270" y="2923343"/>
                  </a:lnTo>
                  <a:lnTo>
                    <a:pt x="2110428" y="2923343"/>
                  </a:lnTo>
                  <a:lnTo>
                    <a:pt x="2110585" y="2923343"/>
                  </a:lnTo>
                  <a:lnTo>
                    <a:pt x="2110743" y="2923343"/>
                  </a:lnTo>
                  <a:lnTo>
                    <a:pt x="2110901" y="2923343"/>
                  </a:lnTo>
                  <a:lnTo>
                    <a:pt x="2111059" y="2923343"/>
                  </a:lnTo>
                  <a:lnTo>
                    <a:pt x="2111216" y="2923343"/>
                  </a:lnTo>
                  <a:lnTo>
                    <a:pt x="2111374" y="2923343"/>
                  </a:lnTo>
                  <a:lnTo>
                    <a:pt x="2111532" y="2923343"/>
                  </a:lnTo>
                  <a:lnTo>
                    <a:pt x="2111532" y="2922912"/>
                  </a:lnTo>
                  <a:lnTo>
                    <a:pt x="2111690" y="2922912"/>
                  </a:lnTo>
                  <a:lnTo>
                    <a:pt x="2111847" y="2922912"/>
                  </a:lnTo>
                  <a:lnTo>
                    <a:pt x="2112005" y="2922912"/>
                  </a:lnTo>
                  <a:lnTo>
                    <a:pt x="2112163" y="2922912"/>
                  </a:lnTo>
                  <a:lnTo>
                    <a:pt x="2112320" y="2922912"/>
                  </a:lnTo>
                  <a:lnTo>
                    <a:pt x="2112320" y="2922482"/>
                  </a:lnTo>
                  <a:lnTo>
                    <a:pt x="2112320" y="2922051"/>
                  </a:lnTo>
                  <a:lnTo>
                    <a:pt x="2112320" y="2921621"/>
                  </a:lnTo>
                  <a:lnTo>
                    <a:pt x="2112478" y="2921621"/>
                  </a:lnTo>
                  <a:lnTo>
                    <a:pt x="2112636" y="2921621"/>
                  </a:lnTo>
                  <a:lnTo>
                    <a:pt x="2112794" y="2921621"/>
                  </a:lnTo>
                  <a:lnTo>
                    <a:pt x="2112951" y="2921621"/>
                  </a:lnTo>
                  <a:lnTo>
                    <a:pt x="2112951" y="2921190"/>
                  </a:lnTo>
                  <a:lnTo>
                    <a:pt x="2113109" y="2921190"/>
                  </a:lnTo>
                  <a:lnTo>
                    <a:pt x="2113109" y="2920759"/>
                  </a:lnTo>
                  <a:lnTo>
                    <a:pt x="2113267" y="2920759"/>
                  </a:lnTo>
                  <a:lnTo>
                    <a:pt x="2113267" y="2920329"/>
                  </a:lnTo>
                  <a:lnTo>
                    <a:pt x="2113424" y="2920329"/>
                  </a:lnTo>
                  <a:lnTo>
                    <a:pt x="2113582" y="2920329"/>
                  </a:lnTo>
                  <a:lnTo>
                    <a:pt x="2113740" y="2920329"/>
                  </a:lnTo>
                  <a:lnTo>
                    <a:pt x="2113898" y="2920329"/>
                  </a:lnTo>
                  <a:lnTo>
                    <a:pt x="2114055" y="2920329"/>
                  </a:lnTo>
                  <a:lnTo>
                    <a:pt x="2114055" y="2919898"/>
                  </a:lnTo>
                  <a:lnTo>
                    <a:pt x="2114213" y="2919898"/>
                  </a:lnTo>
                  <a:lnTo>
                    <a:pt x="2114371" y="2919898"/>
                  </a:lnTo>
                  <a:lnTo>
                    <a:pt x="2114528" y="2919898"/>
                  </a:lnTo>
                  <a:lnTo>
                    <a:pt x="2114686" y="2919898"/>
                  </a:lnTo>
                  <a:lnTo>
                    <a:pt x="2114686" y="2919468"/>
                  </a:lnTo>
                  <a:lnTo>
                    <a:pt x="2114844" y="2919468"/>
                  </a:lnTo>
                  <a:lnTo>
                    <a:pt x="2115002" y="2919468"/>
                  </a:lnTo>
                  <a:lnTo>
                    <a:pt x="2115002" y="2919037"/>
                  </a:lnTo>
                  <a:lnTo>
                    <a:pt x="2115002" y="2918606"/>
                  </a:lnTo>
                  <a:lnTo>
                    <a:pt x="2115159" y="2918606"/>
                  </a:lnTo>
                  <a:lnTo>
                    <a:pt x="2115159" y="2918176"/>
                  </a:lnTo>
                  <a:lnTo>
                    <a:pt x="2115159" y="2917745"/>
                  </a:lnTo>
                  <a:lnTo>
                    <a:pt x="2115317" y="2917745"/>
                  </a:lnTo>
                  <a:lnTo>
                    <a:pt x="2115475" y="2917745"/>
                  </a:lnTo>
                  <a:lnTo>
                    <a:pt x="2115475" y="2917315"/>
                  </a:lnTo>
                  <a:lnTo>
                    <a:pt x="2115632" y="2917315"/>
                  </a:lnTo>
                  <a:lnTo>
                    <a:pt x="2115790" y="2917315"/>
                  </a:lnTo>
                  <a:lnTo>
                    <a:pt x="2115948" y="2917315"/>
                  </a:lnTo>
                  <a:lnTo>
                    <a:pt x="2116106" y="2917315"/>
                  </a:lnTo>
                  <a:lnTo>
                    <a:pt x="2116263" y="2917315"/>
                  </a:lnTo>
                  <a:lnTo>
                    <a:pt x="2116421" y="2917315"/>
                  </a:lnTo>
                  <a:lnTo>
                    <a:pt x="2116579" y="2917315"/>
                  </a:lnTo>
                  <a:lnTo>
                    <a:pt x="2116737" y="2917315"/>
                  </a:lnTo>
                  <a:lnTo>
                    <a:pt x="2116894" y="2917315"/>
                  </a:lnTo>
                  <a:lnTo>
                    <a:pt x="2117052" y="2917315"/>
                  </a:lnTo>
                  <a:lnTo>
                    <a:pt x="2117210" y="2917315"/>
                  </a:lnTo>
                  <a:lnTo>
                    <a:pt x="2117210" y="2916884"/>
                  </a:lnTo>
                  <a:lnTo>
                    <a:pt x="2117367" y="2916884"/>
                  </a:lnTo>
                  <a:lnTo>
                    <a:pt x="2117525" y="2916884"/>
                  </a:lnTo>
                  <a:lnTo>
                    <a:pt x="2117683" y="2916884"/>
                  </a:lnTo>
                  <a:lnTo>
                    <a:pt x="2117683" y="2916453"/>
                  </a:lnTo>
                  <a:lnTo>
                    <a:pt x="2117683" y="2916023"/>
                  </a:lnTo>
                  <a:lnTo>
                    <a:pt x="2117841" y="2916023"/>
                  </a:lnTo>
                  <a:lnTo>
                    <a:pt x="2117998" y="2916023"/>
                  </a:lnTo>
                  <a:lnTo>
                    <a:pt x="2117998" y="2915592"/>
                  </a:lnTo>
                  <a:lnTo>
                    <a:pt x="2118156" y="2915592"/>
                  </a:lnTo>
                  <a:lnTo>
                    <a:pt x="2118156" y="2915162"/>
                  </a:lnTo>
                  <a:lnTo>
                    <a:pt x="2118314" y="2915162"/>
                  </a:lnTo>
                  <a:lnTo>
                    <a:pt x="2118471" y="2915162"/>
                  </a:lnTo>
                  <a:lnTo>
                    <a:pt x="2118629" y="2915162"/>
                  </a:lnTo>
                  <a:lnTo>
                    <a:pt x="2118629" y="2914731"/>
                  </a:lnTo>
                  <a:lnTo>
                    <a:pt x="2118787" y="2914731"/>
                  </a:lnTo>
                  <a:lnTo>
                    <a:pt x="2118787" y="2914300"/>
                  </a:lnTo>
                  <a:lnTo>
                    <a:pt x="2118945" y="2914300"/>
                  </a:lnTo>
                  <a:lnTo>
                    <a:pt x="2119102" y="2914300"/>
                  </a:lnTo>
                  <a:lnTo>
                    <a:pt x="2119260" y="2914300"/>
                  </a:lnTo>
                  <a:lnTo>
                    <a:pt x="2119260" y="2913870"/>
                  </a:lnTo>
                  <a:lnTo>
                    <a:pt x="2119418" y="2913870"/>
                  </a:lnTo>
                  <a:lnTo>
                    <a:pt x="2119418" y="2913439"/>
                  </a:lnTo>
                  <a:lnTo>
                    <a:pt x="2119418" y="2913009"/>
                  </a:lnTo>
                  <a:lnTo>
                    <a:pt x="2119575" y="2913009"/>
                  </a:lnTo>
                  <a:lnTo>
                    <a:pt x="2119575" y="2912578"/>
                  </a:lnTo>
                  <a:lnTo>
                    <a:pt x="2119733" y="2912578"/>
                  </a:lnTo>
                  <a:lnTo>
                    <a:pt x="2119891" y="2912578"/>
                  </a:lnTo>
                  <a:lnTo>
                    <a:pt x="2120049" y="2912578"/>
                  </a:lnTo>
                  <a:lnTo>
                    <a:pt x="2120206" y="2912578"/>
                  </a:lnTo>
                  <a:lnTo>
                    <a:pt x="2120206" y="2912147"/>
                  </a:lnTo>
                  <a:lnTo>
                    <a:pt x="2120364" y="2912147"/>
                  </a:lnTo>
                  <a:lnTo>
                    <a:pt x="2120364" y="2911717"/>
                  </a:lnTo>
                  <a:lnTo>
                    <a:pt x="2120522" y="2911717"/>
                  </a:lnTo>
                  <a:lnTo>
                    <a:pt x="2120679" y="2911717"/>
                  </a:lnTo>
                  <a:lnTo>
                    <a:pt x="2120837" y="2911717"/>
                  </a:lnTo>
                  <a:lnTo>
                    <a:pt x="2120995" y="2911717"/>
                  </a:lnTo>
                  <a:lnTo>
                    <a:pt x="2120995" y="2911286"/>
                  </a:lnTo>
                  <a:lnTo>
                    <a:pt x="2121153" y="2911286"/>
                  </a:lnTo>
                  <a:lnTo>
                    <a:pt x="2121153" y="2910856"/>
                  </a:lnTo>
                  <a:lnTo>
                    <a:pt x="2121153" y="2910425"/>
                  </a:lnTo>
                  <a:lnTo>
                    <a:pt x="2121310" y="2910425"/>
                  </a:lnTo>
                  <a:lnTo>
                    <a:pt x="2121310" y="2909994"/>
                  </a:lnTo>
                  <a:lnTo>
                    <a:pt x="2121468" y="2909994"/>
                  </a:lnTo>
                  <a:lnTo>
                    <a:pt x="2121626" y="2909994"/>
                  </a:lnTo>
                  <a:lnTo>
                    <a:pt x="2121783" y="2909994"/>
                  </a:lnTo>
                  <a:lnTo>
                    <a:pt x="2121941" y="2909994"/>
                  </a:lnTo>
                  <a:lnTo>
                    <a:pt x="2121941" y="2909564"/>
                  </a:lnTo>
                  <a:lnTo>
                    <a:pt x="2122099" y="2909564"/>
                  </a:lnTo>
                  <a:lnTo>
                    <a:pt x="2122099" y="2909133"/>
                  </a:lnTo>
                  <a:lnTo>
                    <a:pt x="2122099" y="2908703"/>
                  </a:lnTo>
                  <a:lnTo>
                    <a:pt x="2122257" y="2908703"/>
                  </a:lnTo>
                  <a:lnTo>
                    <a:pt x="2122414" y="2908703"/>
                  </a:lnTo>
                  <a:lnTo>
                    <a:pt x="2122572" y="2908703"/>
                  </a:lnTo>
                  <a:lnTo>
                    <a:pt x="2122730" y="2908703"/>
                  </a:lnTo>
                  <a:lnTo>
                    <a:pt x="2122730" y="2908272"/>
                  </a:lnTo>
                  <a:lnTo>
                    <a:pt x="2122888" y="2908272"/>
                  </a:lnTo>
                  <a:lnTo>
                    <a:pt x="2123045" y="2908272"/>
                  </a:lnTo>
                  <a:lnTo>
                    <a:pt x="2123045" y="2907841"/>
                  </a:lnTo>
                  <a:lnTo>
                    <a:pt x="2123203" y="2907841"/>
                  </a:lnTo>
                  <a:lnTo>
                    <a:pt x="2123203" y="2907411"/>
                  </a:lnTo>
                  <a:lnTo>
                    <a:pt x="2123203" y="2906980"/>
                  </a:lnTo>
                  <a:lnTo>
                    <a:pt x="2123361" y="2906980"/>
                  </a:lnTo>
                  <a:lnTo>
                    <a:pt x="2123518" y="2906980"/>
                  </a:lnTo>
                  <a:lnTo>
                    <a:pt x="2123676" y="2906980"/>
                  </a:lnTo>
                  <a:lnTo>
                    <a:pt x="2123834" y="2906980"/>
                  </a:lnTo>
                  <a:lnTo>
                    <a:pt x="2123992" y="2906980"/>
                  </a:lnTo>
                  <a:lnTo>
                    <a:pt x="2124149" y="2906980"/>
                  </a:lnTo>
                  <a:lnTo>
                    <a:pt x="2124307" y="2906980"/>
                  </a:lnTo>
                  <a:lnTo>
                    <a:pt x="2124307" y="2906550"/>
                  </a:lnTo>
                  <a:lnTo>
                    <a:pt x="2124465" y="2906550"/>
                  </a:lnTo>
                  <a:lnTo>
                    <a:pt x="2124465" y="2906119"/>
                  </a:lnTo>
                  <a:lnTo>
                    <a:pt x="2124622" y="2906119"/>
                  </a:lnTo>
                  <a:lnTo>
                    <a:pt x="2124780" y="2906119"/>
                  </a:lnTo>
                  <a:lnTo>
                    <a:pt x="2124780" y="2905688"/>
                  </a:lnTo>
                  <a:lnTo>
                    <a:pt x="2124938" y="2905688"/>
                  </a:lnTo>
                  <a:lnTo>
                    <a:pt x="2125096" y="2905688"/>
                  </a:lnTo>
                  <a:lnTo>
                    <a:pt x="2125253" y="2905688"/>
                  </a:lnTo>
                  <a:lnTo>
                    <a:pt x="2125411" y="2905688"/>
                  </a:lnTo>
                  <a:lnTo>
                    <a:pt x="2125411" y="2905258"/>
                  </a:lnTo>
                  <a:lnTo>
                    <a:pt x="2125569" y="2905258"/>
                  </a:lnTo>
                  <a:lnTo>
                    <a:pt x="2125569" y="2904827"/>
                  </a:lnTo>
                  <a:lnTo>
                    <a:pt x="2125726" y="2904827"/>
                  </a:lnTo>
                  <a:lnTo>
                    <a:pt x="2125884" y="2904827"/>
                  </a:lnTo>
                  <a:lnTo>
                    <a:pt x="2126042" y="2904827"/>
                  </a:lnTo>
                  <a:lnTo>
                    <a:pt x="2126200" y="2904827"/>
                  </a:lnTo>
                  <a:lnTo>
                    <a:pt x="2126357" y="2904827"/>
                  </a:lnTo>
                  <a:lnTo>
                    <a:pt x="2126515" y="2904827"/>
                  </a:lnTo>
                  <a:lnTo>
                    <a:pt x="2126515" y="2904397"/>
                  </a:lnTo>
                  <a:lnTo>
                    <a:pt x="2126515" y="2903966"/>
                  </a:lnTo>
                  <a:lnTo>
                    <a:pt x="2126515" y="2903535"/>
                  </a:lnTo>
                  <a:lnTo>
                    <a:pt x="2126515" y="2903105"/>
                  </a:lnTo>
                  <a:lnTo>
                    <a:pt x="2126673" y="2903105"/>
                  </a:lnTo>
                  <a:lnTo>
                    <a:pt x="2126673" y="2902674"/>
                  </a:lnTo>
                  <a:lnTo>
                    <a:pt x="2126673" y="2902244"/>
                  </a:lnTo>
                  <a:lnTo>
                    <a:pt x="2126830" y="2902244"/>
                  </a:lnTo>
                  <a:lnTo>
                    <a:pt x="2126988" y="2902244"/>
                  </a:lnTo>
                  <a:lnTo>
                    <a:pt x="2126988" y="2901813"/>
                  </a:lnTo>
                  <a:lnTo>
                    <a:pt x="2127146" y="2901813"/>
                  </a:lnTo>
                  <a:lnTo>
                    <a:pt x="2127146" y="2901382"/>
                  </a:lnTo>
                  <a:lnTo>
                    <a:pt x="2127304" y="2901382"/>
                  </a:lnTo>
                  <a:lnTo>
                    <a:pt x="2127304" y="2900952"/>
                  </a:lnTo>
                  <a:lnTo>
                    <a:pt x="2127304" y="2900521"/>
                  </a:lnTo>
                  <a:lnTo>
                    <a:pt x="2127304" y="2900091"/>
                  </a:lnTo>
                  <a:lnTo>
                    <a:pt x="2127461" y="2900091"/>
                  </a:lnTo>
                  <a:lnTo>
                    <a:pt x="2127619" y="2900091"/>
                  </a:lnTo>
                  <a:lnTo>
                    <a:pt x="2127777" y="2900091"/>
                  </a:lnTo>
                  <a:lnTo>
                    <a:pt x="2127935" y="2900091"/>
                  </a:lnTo>
                  <a:lnTo>
                    <a:pt x="2128092" y="2900091"/>
                  </a:lnTo>
                  <a:lnTo>
                    <a:pt x="2128250" y="2900091"/>
                  </a:lnTo>
                  <a:lnTo>
                    <a:pt x="2128408" y="2900091"/>
                  </a:lnTo>
                  <a:lnTo>
                    <a:pt x="2128565" y="2900091"/>
                  </a:lnTo>
                  <a:lnTo>
                    <a:pt x="2128565" y="2899660"/>
                  </a:lnTo>
                  <a:lnTo>
                    <a:pt x="2128723" y="2899660"/>
                  </a:lnTo>
                  <a:lnTo>
                    <a:pt x="2128723" y="2899229"/>
                  </a:lnTo>
                  <a:lnTo>
                    <a:pt x="2128881" y="2899229"/>
                  </a:lnTo>
                  <a:lnTo>
                    <a:pt x="2129039" y="2899229"/>
                  </a:lnTo>
                  <a:lnTo>
                    <a:pt x="2129196" y="2899229"/>
                  </a:lnTo>
                  <a:lnTo>
                    <a:pt x="2129354" y="2899229"/>
                  </a:lnTo>
                  <a:lnTo>
                    <a:pt x="2129512" y="2899229"/>
                  </a:lnTo>
                  <a:lnTo>
                    <a:pt x="2129512" y="2898799"/>
                  </a:lnTo>
                  <a:lnTo>
                    <a:pt x="2129669" y="2898799"/>
                  </a:lnTo>
                  <a:lnTo>
                    <a:pt x="2129669" y="2898368"/>
                  </a:lnTo>
                  <a:lnTo>
                    <a:pt x="2129669" y="2897938"/>
                  </a:lnTo>
                  <a:lnTo>
                    <a:pt x="2129669" y="2897507"/>
                  </a:lnTo>
                  <a:lnTo>
                    <a:pt x="2129827" y="2897507"/>
                  </a:lnTo>
                  <a:lnTo>
                    <a:pt x="2129827" y="2897076"/>
                  </a:lnTo>
                  <a:lnTo>
                    <a:pt x="2129827" y="2896646"/>
                  </a:lnTo>
                  <a:lnTo>
                    <a:pt x="2129827" y="2896215"/>
                  </a:lnTo>
                  <a:lnTo>
                    <a:pt x="2129985" y="2896215"/>
                  </a:lnTo>
                  <a:lnTo>
                    <a:pt x="2130143" y="2896215"/>
                  </a:lnTo>
                  <a:lnTo>
                    <a:pt x="2130143" y="2895785"/>
                  </a:lnTo>
                  <a:lnTo>
                    <a:pt x="2130300" y="2895785"/>
                  </a:lnTo>
                  <a:lnTo>
                    <a:pt x="2130300" y="2895354"/>
                  </a:lnTo>
                  <a:lnTo>
                    <a:pt x="2130300" y="2894923"/>
                  </a:lnTo>
                  <a:lnTo>
                    <a:pt x="2130300" y="2894493"/>
                  </a:lnTo>
                  <a:lnTo>
                    <a:pt x="2130458" y="2894493"/>
                  </a:lnTo>
                  <a:lnTo>
                    <a:pt x="2130616" y="2894493"/>
                  </a:lnTo>
                  <a:lnTo>
                    <a:pt x="2130773" y="2894493"/>
                  </a:lnTo>
                  <a:lnTo>
                    <a:pt x="2130931" y="2894493"/>
                  </a:lnTo>
                  <a:lnTo>
                    <a:pt x="2130931" y="2894062"/>
                  </a:lnTo>
                  <a:lnTo>
                    <a:pt x="2131089" y="2894062"/>
                  </a:lnTo>
                  <a:lnTo>
                    <a:pt x="2131247" y="2894062"/>
                  </a:lnTo>
                  <a:lnTo>
                    <a:pt x="2131404" y="2894062"/>
                  </a:lnTo>
                  <a:lnTo>
                    <a:pt x="2131562" y="2894062"/>
                  </a:lnTo>
                  <a:lnTo>
                    <a:pt x="2131720" y="2894062"/>
                  </a:lnTo>
                  <a:lnTo>
                    <a:pt x="2131877" y="2894062"/>
                  </a:lnTo>
                  <a:lnTo>
                    <a:pt x="2131877" y="2893632"/>
                  </a:lnTo>
                  <a:lnTo>
                    <a:pt x="2131877" y="2893201"/>
                  </a:lnTo>
                  <a:lnTo>
                    <a:pt x="2132035" y="2893201"/>
                  </a:lnTo>
                  <a:lnTo>
                    <a:pt x="2132193" y="2893201"/>
                  </a:lnTo>
                  <a:lnTo>
                    <a:pt x="2132351" y="2893201"/>
                  </a:lnTo>
                  <a:lnTo>
                    <a:pt x="2132508" y="2893201"/>
                  </a:lnTo>
                  <a:lnTo>
                    <a:pt x="2132508" y="2892770"/>
                  </a:lnTo>
                  <a:lnTo>
                    <a:pt x="2132508" y="2892340"/>
                  </a:lnTo>
                  <a:lnTo>
                    <a:pt x="2132508" y="2891909"/>
                  </a:lnTo>
                  <a:lnTo>
                    <a:pt x="2132508" y="2891479"/>
                  </a:lnTo>
                  <a:lnTo>
                    <a:pt x="2132508" y="2891048"/>
                  </a:lnTo>
                  <a:lnTo>
                    <a:pt x="2132508" y="2890617"/>
                  </a:lnTo>
                  <a:lnTo>
                    <a:pt x="2132508" y="2890187"/>
                  </a:lnTo>
                  <a:lnTo>
                    <a:pt x="2132666" y="2890187"/>
                  </a:lnTo>
                  <a:lnTo>
                    <a:pt x="2132824" y="2890187"/>
                  </a:lnTo>
                  <a:lnTo>
                    <a:pt x="2132824" y="2889756"/>
                  </a:lnTo>
                  <a:lnTo>
                    <a:pt x="2132981" y="2889756"/>
                  </a:lnTo>
                  <a:lnTo>
                    <a:pt x="2132981" y="2889326"/>
                  </a:lnTo>
                  <a:lnTo>
                    <a:pt x="2133139" y="2889326"/>
                  </a:lnTo>
                  <a:lnTo>
                    <a:pt x="2133297" y="2889326"/>
                  </a:lnTo>
                  <a:lnTo>
                    <a:pt x="2133455" y="2889326"/>
                  </a:lnTo>
                  <a:lnTo>
                    <a:pt x="2133455" y="2888895"/>
                  </a:lnTo>
                  <a:lnTo>
                    <a:pt x="2133455" y="2888464"/>
                  </a:lnTo>
                  <a:lnTo>
                    <a:pt x="2133455" y="2888034"/>
                  </a:lnTo>
                  <a:lnTo>
                    <a:pt x="2133612" y="2888034"/>
                  </a:lnTo>
                  <a:lnTo>
                    <a:pt x="2133770" y="2888034"/>
                  </a:lnTo>
                  <a:lnTo>
                    <a:pt x="2133770" y="2887603"/>
                  </a:lnTo>
                  <a:lnTo>
                    <a:pt x="2133928" y="2887603"/>
                  </a:lnTo>
                  <a:lnTo>
                    <a:pt x="2133928" y="2887173"/>
                  </a:lnTo>
                  <a:lnTo>
                    <a:pt x="2134086" y="2887173"/>
                  </a:lnTo>
                  <a:lnTo>
                    <a:pt x="2134086" y="2886742"/>
                  </a:lnTo>
                  <a:lnTo>
                    <a:pt x="2134243" y="2886742"/>
                  </a:lnTo>
                  <a:lnTo>
                    <a:pt x="2134401" y="2886742"/>
                  </a:lnTo>
                  <a:lnTo>
                    <a:pt x="2134559" y="2886742"/>
                  </a:lnTo>
                  <a:lnTo>
                    <a:pt x="2134716" y="2886742"/>
                  </a:lnTo>
                  <a:lnTo>
                    <a:pt x="2134874" y="2886742"/>
                  </a:lnTo>
                  <a:lnTo>
                    <a:pt x="2134874" y="2886311"/>
                  </a:lnTo>
                  <a:lnTo>
                    <a:pt x="2135032" y="2886311"/>
                  </a:lnTo>
                  <a:lnTo>
                    <a:pt x="2135190" y="2886311"/>
                  </a:lnTo>
                  <a:lnTo>
                    <a:pt x="2135347" y="2886311"/>
                  </a:lnTo>
                  <a:lnTo>
                    <a:pt x="2135505" y="2886311"/>
                  </a:lnTo>
                  <a:lnTo>
                    <a:pt x="2135505" y="2885881"/>
                  </a:lnTo>
                  <a:lnTo>
                    <a:pt x="2135505" y="2885450"/>
                  </a:lnTo>
                  <a:lnTo>
                    <a:pt x="2135663" y="2885450"/>
                  </a:lnTo>
                  <a:lnTo>
                    <a:pt x="2135820" y="2885450"/>
                  </a:lnTo>
                  <a:lnTo>
                    <a:pt x="2135820" y="2885020"/>
                  </a:lnTo>
                  <a:lnTo>
                    <a:pt x="2135978" y="2885020"/>
                  </a:lnTo>
                  <a:lnTo>
                    <a:pt x="2136136" y="2885020"/>
                  </a:lnTo>
                  <a:lnTo>
                    <a:pt x="2136294" y="2885020"/>
                  </a:lnTo>
                  <a:lnTo>
                    <a:pt x="2136451" y="2885020"/>
                  </a:lnTo>
                  <a:lnTo>
                    <a:pt x="2136451" y="2884589"/>
                  </a:lnTo>
                  <a:lnTo>
                    <a:pt x="2136609" y="2884589"/>
                  </a:lnTo>
                  <a:lnTo>
                    <a:pt x="2136767" y="2884589"/>
                  </a:lnTo>
                  <a:lnTo>
                    <a:pt x="2136924" y="2884589"/>
                  </a:lnTo>
                  <a:lnTo>
                    <a:pt x="2137082" y="2884589"/>
                  </a:lnTo>
                  <a:lnTo>
                    <a:pt x="2137240" y="2884589"/>
                  </a:lnTo>
                  <a:lnTo>
                    <a:pt x="2137398" y="2884589"/>
                  </a:lnTo>
                  <a:lnTo>
                    <a:pt x="2137555" y="2884589"/>
                  </a:lnTo>
                  <a:lnTo>
                    <a:pt x="2137713" y="2884589"/>
                  </a:lnTo>
                  <a:lnTo>
                    <a:pt x="2137871" y="2884589"/>
                  </a:lnTo>
                  <a:lnTo>
                    <a:pt x="2137871" y="2884158"/>
                  </a:lnTo>
                  <a:lnTo>
                    <a:pt x="2138028" y="2884158"/>
                  </a:lnTo>
                  <a:lnTo>
                    <a:pt x="2138186" y="2884158"/>
                  </a:lnTo>
                  <a:lnTo>
                    <a:pt x="2138344" y="2884158"/>
                  </a:lnTo>
                  <a:lnTo>
                    <a:pt x="2138502" y="2884158"/>
                  </a:lnTo>
                  <a:lnTo>
                    <a:pt x="2138502" y="2883728"/>
                  </a:lnTo>
                  <a:lnTo>
                    <a:pt x="2138502" y="2883297"/>
                  </a:lnTo>
                  <a:lnTo>
                    <a:pt x="2138502" y="2882867"/>
                  </a:lnTo>
                  <a:lnTo>
                    <a:pt x="2138502" y="2882436"/>
                  </a:lnTo>
                  <a:lnTo>
                    <a:pt x="2138502" y="2882005"/>
                  </a:lnTo>
                  <a:lnTo>
                    <a:pt x="2138659" y="2882005"/>
                  </a:lnTo>
                  <a:lnTo>
                    <a:pt x="2138659" y="2881575"/>
                  </a:lnTo>
                  <a:lnTo>
                    <a:pt x="2138817" y="2881575"/>
                  </a:lnTo>
                  <a:lnTo>
                    <a:pt x="2138975" y="2881575"/>
                  </a:lnTo>
                  <a:lnTo>
                    <a:pt x="2138975" y="2881144"/>
                  </a:lnTo>
                  <a:lnTo>
                    <a:pt x="2138975" y="2880714"/>
                  </a:lnTo>
                  <a:lnTo>
                    <a:pt x="2139133" y="2880714"/>
                  </a:lnTo>
                  <a:lnTo>
                    <a:pt x="2139290" y="2880714"/>
                  </a:lnTo>
                  <a:lnTo>
                    <a:pt x="2139290" y="2880283"/>
                  </a:lnTo>
                  <a:lnTo>
                    <a:pt x="2139290" y="2879852"/>
                  </a:lnTo>
                  <a:lnTo>
                    <a:pt x="2139290" y="2879422"/>
                  </a:lnTo>
                  <a:lnTo>
                    <a:pt x="2139448" y="2879422"/>
                  </a:lnTo>
                  <a:lnTo>
                    <a:pt x="2139606" y="2879422"/>
                  </a:lnTo>
                  <a:lnTo>
                    <a:pt x="2139763" y="2879422"/>
                  </a:lnTo>
                  <a:lnTo>
                    <a:pt x="2139921" y="2879422"/>
                  </a:lnTo>
                  <a:lnTo>
                    <a:pt x="2140079" y="2879422"/>
                  </a:lnTo>
                  <a:lnTo>
                    <a:pt x="2140079" y="2878991"/>
                  </a:lnTo>
                  <a:lnTo>
                    <a:pt x="2140079" y="2878561"/>
                  </a:lnTo>
                  <a:lnTo>
                    <a:pt x="2140079" y="2878130"/>
                  </a:lnTo>
                  <a:lnTo>
                    <a:pt x="2140237" y="2878130"/>
                  </a:lnTo>
                  <a:lnTo>
                    <a:pt x="2140394" y="2878130"/>
                  </a:lnTo>
                  <a:lnTo>
                    <a:pt x="2140552" y="2878130"/>
                  </a:lnTo>
                  <a:lnTo>
                    <a:pt x="2140552" y="2877699"/>
                  </a:lnTo>
                  <a:lnTo>
                    <a:pt x="2140710" y="2877699"/>
                  </a:lnTo>
                  <a:lnTo>
                    <a:pt x="2140710" y="2877269"/>
                  </a:lnTo>
                  <a:lnTo>
                    <a:pt x="2140867" y="2877269"/>
                  </a:lnTo>
                  <a:lnTo>
                    <a:pt x="2141025" y="2877269"/>
                  </a:lnTo>
                  <a:lnTo>
                    <a:pt x="2141025" y="2876838"/>
                  </a:lnTo>
                  <a:lnTo>
                    <a:pt x="2141025" y="2876408"/>
                  </a:lnTo>
                  <a:lnTo>
                    <a:pt x="2141183" y="2876408"/>
                  </a:lnTo>
                  <a:lnTo>
                    <a:pt x="2141341" y="2876408"/>
                  </a:lnTo>
                  <a:lnTo>
                    <a:pt x="2141498" y="2876408"/>
                  </a:lnTo>
                  <a:lnTo>
                    <a:pt x="2141498" y="2875977"/>
                  </a:lnTo>
                  <a:lnTo>
                    <a:pt x="2141498" y="2875546"/>
                  </a:lnTo>
                  <a:lnTo>
                    <a:pt x="2141656" y="2875546"/>
                  </a:lnTo>
                  <a:lnTo>
                    <a:pt x="2141814" y="2875546"/>
                  </a:lnTo>
                  <a:lnTo>
                    <a:pt x="2141971" y="2875546"/>
                  </a:lnTo>
                  <a:lnTo>
                    <a:pt x="2142129" y="2875546"/>
                  </a:lnTo>
                  <a:lnTo>
                    <a:pt x="2142129" y="2875116"/>
                  </a:lnTo>
                  <a:lnTo>
                    <a:pt x="2142129" y="2874685"/>
                  </a:lnTo>
                  <a:lnTo>
                    <a:pt x="2142129" y="2874255"/>
                  </a:lnTo>
                  <a:lnTo>
                    <a:pt x="2142287" y="2874255"/>
                  </a:lnTo>
                  <a:lnTo>
                    <a:pt x="2142287" y="2873824"/>
                  </a:lnTo>
                  <a:lnTo>
                    <a:pt x="2142287" y="2873393"/>
                  </a:lnTo>
                  <a:lnTo>
                    <a:pt x="2142445" y="2873393"/>
                  </a:lnTo>
                  <a:lnTo>
                    <a:pt x="2142602" y="2873393"/>
                  </a:lnTo>
                  <a:lnTo>
                    <a:pt x="2142760" y="2873393"/>
                  </a:lnTo>
                  <a:lnTo>
                    <a:pt x="2142918" y="2873393"/>
                  </a:lnTo>
                  <a:lnTo>
                    <a:pt x="2143075" y="2873393"/>
                  </a:lnTo>
                  <a:lnTo>
                    <a:pt x="2143233" y="2873393"/>
                  </a:lnTo>
                  <a:lnTo>
                    <a:pt x="2143391" y="2873393"/>
                  </a:lnTo>
                  <a:lnTo>
                    <a:pt x="2143549" y="2873393"/>
                  </a:lnTo>
                  <a:lnTo>
                    <a:pt x="2143706" y="2873393"/>
                  </a:lnTo>
                  <a:lnTo>
                    <a:pt x="2143864" y="2873393"/>
                  </a:lnTo>
                  <a:lnTo>
                    <a:pt x="2144022" y="2873393"/>
                  </a:lnTo>
                  <a:lnTo>
                    <a:pt x="2144022" y="2872963"/>
                  </a:lnTo>
                  <a:lnTo>
                    <a:pt x="2144179" y="2872963"/>
                  </a:lnTo>
                  <a:lnTo>
                    <a:pt x="2144179" y="2872532"/>
                  </a:lnTo>
                  <a:lnTo>
                    <a:pt x="2144337" y="2872532"/>
                  </a:lnTo>
                  <a:lnTo>
                    <a:pt x="2144495" y="2872532"/>
                  </a:lnTo>
                  <a:lnTo>
                    <a:pt x="2144653" y="2872532"/>
                  </a:lnTo>
                  <a:lnTo>
                    <a:pt x="2144810" y="2872532"/>
                  </a:lnTo>
                  <a:lnTo>
                    <a:pt x="2144810" y="2872102"/>
                  </a:lnTo>
                  <a:lnTo>
                    <a:pt x="2144968" y="2872102"/>
                  </a:lnTo>
                  <a:lnTo>
                    <a:pt x="2144968" y="2871671"/>
                  </a:lnTo>
                  <a:lnTo>
                    <a:pt x="2145126" y="2871671"/>
                  </a:lnTo>
                  <a:lnTo>
                    <a:pt x="2145284" y="2871671"/>
                  </a:lnTo>
                  <a:lnTo>
                    <a:pt x="2145441" y="2871671"/>
                  </a:lnTo>
                  <a:lnTo>
                    <a:pt x="2145441" y="2871240"/>
                  </a:lnTo>
                  <a:lnTo>
                    <a:pt x="2145599" y="2871240"/>
                  </a:lnTo>
                  <a:lnTo>
                    <a:pt x="2145757" y="2871240"/>
                  </a:lnTo>
                  <a:lnTo>
                    <a:pt x="2145757" y="2870810"/>
                  </a:lnTo>
                  <a:lnTo>
                    <a:pt x="2145757" y="2870379"/>
                  </a:lnTo>
                  <a:lnTo>
                    <a:pt x="2145914" y="2870379"/>
                  </a:lnTo>
                  <a:lnTo>
                    <a:pt x="2146072" y="2870379"/>
                  </a:lnTo>
                  <a:lnTo>
                    <a:pt x="2146230" y="2870379"/>
                  </a:lnTo>
                  <a:lnTo>
                    <a:pt x="2146388" y="2870379"/>
                  </a:lnTo>
                  <a:lnTo>
                    <a:pt x="2146388" y="2869949"/>
                  </a:lnTo>
                  <a:lnTo>
                    <a:pt x="2146388" y="2869518"/>
                  </a:lnTo>
                  <a:lnTo>
                    <a:pt x="2146388" y="2869087"/>
                  </a:lnTo>
                  <a:lnTo>
                    <a:pt x="2146388" y="2868657"/>
                  </a:lnTo>
                  <a:lnTo>
                    <a:pt x="2146545" y="2868657"/>
                  </a:lnTo>
                  <a:lnTo>
                    <a:pt x="2146545" y="2868226"/>
                  </a:lnTo>
                  <a:lnTo>
                    <a:pt x="2146545" y="2867796"/>
                  </a:lnTo>
                  <a:lnTo>
                    <a:pt x="2146545" y="2867365"/>
                  </a:lnTo>
                  <a:lnTo>
                    <a:pt x="2146703" y="2867365"/>
                  </a:lnTo>
                  <a:lnTo>
                    <a:pt x="2146703" y="2866934"/>
                  </a:lnTo>
                  <a:lnTo>
                    <a:pt x="2146861" y="2866934"/>
                  </a:lnTo>
                  <a:lnTo>
                    <a:pt x="2147018" y="2866934"/>
                  </a:lnTo>
                  <a:lnTo>
                    <a:pt x="2147018" y="2866504"/>
                  </a:lnTo>
                  <a:lnTo>
                    <a:pt x="2147176" y="2866504"/>
                  </a:lnTo>
                  <a:lnTo>
                    <a:pt x="2147334" y="2866504"/>
                  </a:lnTo>
                  <a:lnTo>
                    <a:pt x="2147492" y="2866504"/>
                  </a:lnTo>
                  <a:lnTo>
                    <a:pt x="2147492" y="2866073"/>
                  </a:lnTo>
                  <a:lnTo>
                    <a:pt x="2147649" y="2866073"/>
                  </a:lnTo>
                  <a:lnTo>
                    <a:pt x="2147649" y="2865643"/>
                  </a:lnTo>
                  <a:lnTo>
                    <a:pt x="2147649" y="2865212"/>
                  </a:lnTo>
                  <a:lnTo>
                    <a:pt x="2147807" y="2865212"/>
                  </a:lnTo>
                  <a:lnTo>
                    <a:pt x="2147965" y="2865212"/>
                  </a:lnTo>
                  <a:lnTo>
                    <a:pt x="2148122" y="2865212"/>
                  </a:lnTo>
                  <a:lnTo>
                    <a:pt x="2148280" y="2865212"/>
                  </a:lnTo>
                  <a:lnTo>
                    <a:pt x="2148280" y="2864781"/>
                  </a:lnTo>
                  <a:lnTo>
                    <a:pt x="2148280" y="2864351"/>
                  </a:lnTo>
                  <a:lnTo>
                    <a:pt x="2148438" y="2864351"/>
                  </a:lnTo>
                  <a:lnTo>
                    <a:pt x="2148596" y="2864351"/>
                  </a:lnTo>
                  <a:lnTo>
                    <a:pt x="2148753" y="2864351"/>
                  </a:lnTo>
                  <a:lnTo>
                    <a:pt x="2148911" y="2864351"/>
                  </a:lnTo>
                  <a:lnTo>
                    <a:pt x="2149069" y="2864351"/>
                  </a:lnTo>
                  <a:lnTo>
                    <a:pt x="2149226" y="2864351"/>
                  </a:lnTo>
                  <a:lnTo>
                    <a:pt x="2149384" y="2864351"/>
                  </a:lnTo>
                  <a:lnTo>
                    <a:pt x="2149542" y="2864351"/>
                  </a:lnTo>
                  <a:lnTo>
                    <a:pt x="2149542" y="2863920"/>
                  </a:lnTo>
                  <a:lnTo>
                    <a:pt x="2149700" y="2863920"/>
                  </a:lnTo>
                  <a:lnTo>
                    <a:pt x="2149857" y="2863920"/>
                  </a:lnTo>
                  <a:lnTo>
                    <a:pt x="2149857" y="2863490"/>
                  </a:lnTo>
                  <a:lnTo>
                    <a:pt x="2150015" y="2863490"/>
                  </a:lnTo>
                  <a:lnTo>
                    <a:pt x="2150173" y="2863490"/>
                  </a:lnTo>
                  <a:lnTo>
                    <a:pt x="2150331" y="2863490"/>
                  </a:lnTo>
                  <a:lnTo>
                    <a:pt x="2150488" y="2863490"/>
                  </a:lnTo>
                  <a:lnTo>
                    <a:pt x="2150646" y="2863490"/>
                  </a:lnTo>
                  <a:lnTo>
                    <a:pt x="2150804" y="2863490"/>
                  </a:lnTo>
                  <a:lnTo>
                    <a:pt x="2150804" y="2863059"/>
                  </a:lnTo>
                  <a:lnTo>
                    <a:pt x="2150961" y="2863059"/>
                  </a:lnTo>
                  <a:lnTo>
                    <a:pt x="2151119" y="2863059"/>
                  </a:lnTo>
                  <a:lnTo>
                    <a:pt x="2151277" y="2863059"/>
                  </a:lnTo>
                  <a:lnTo>
                    <a:pt x="2151277" y="2862628"/>
                  </a:lnTo>
                  <a:lnTo>
                    <a:pt x="2151435" y="2862628"/>
                  </a:lnTo>
                  <a:lnTo>
                    <a:pt x="2151592" y="2862628"/>
                  </a:lnTo>
                  <a:lnTo>
                    <a:pt x="2151750" y="2862628"/>
                  </a:lnTo>
                  <a:lnTo>
                    <a:pt x="2151908" y="2862628"/>
                  </a:lnTo>
                  <a:lnTo>
                    <a:pt x="2152065" y="2862628"/>
                  </a:lnTo>
                  <a:lnTo>
                    <a:pt x="2152223" y="2862628"/>
                  </a:lnTo>
                  <a:lnTo>
                    <a:pt x="2152223" y="2862198"/>
                  </a:lnTo>
                  <a:lnTo>
                    <a:pt x="2152223" y="2861767"/>
                  </a:lnTo>
                  <a:lnTo>
                    <a:pt x="2152381" y="2861767"/>
                  </a:lnTo>
                  <a:lnTo>
                    <a:pt x="2152539" y="2861767"/>
                  </a:lnTo>
                  <a:lnTo>
                    <a:pt x="2152539" y="2861337"/>
                  </a:lnTo>
                  <a:lnTo>
                    <a:pt x="2152696" y="2861337"/>
                  </a:lnTo>
                  <a:lnTo>
                    <a:pt x="2152696" y="2860906"/>
                  </a:lnTo>
                  <a:lnTo>
                    <a:pt x="2152854" y="2860906"/>
                  </a:lnTo>
                  <a:lnTo>
                    <a:pt x="2153012" y="2860906"/>
                  </a:lnTo>
                  <a:lnTo>
                    <a:pt x="2153169" y="2860906"/>
                  </a:lnTo>
                  <a:lnTo>
                    <a:pt x="2153327" y="2860906"/>
                  </a:lnTo>
                  <a:lnTo>
                    <a:pt x="2153327" y="2860475"/>
                  </a:lnTo>
                  <a:lnTo>
                    <a:pt x="2153327" y="2860045"/>
                  </a:lnTo>
                  <a:lnTo>
                    <a:pt x="2153485" y="2860045"/>
                  </a:lnTo>
                  <a:lnTo>
                    <a:pt x="2153643" y="2860045"/>
                  </a:lnTo>
                  <a:lnTo>
                    <a:pt x="2153643" y="2859614"/>
                  </a:lnTo>
                  <a:lnTo>
                    <a:pt x="2153800" y="2859614"/>
                  </a:lnTo>
                  <a:lnTo>
                    <a:pt x="2153958" y="2859614"/>
                  </a:lnTo>
                  <a:lnTo>
                    <a:pt x="2153958" y="2859184"/>
                  </a:lnTo>
                  <a:lnTo>
                    <a:pt x="2153958" y="2858753"/>
                  </a:lnTo>
                  <a:lnTo>
                    <a:pt x="2153958" y="2858322"/>
                  </a:lnTo>
                  <a:lnTo>
                    <a:pt x="2154116" y="2858322"/>
                  </a:lnTo>
                  <a:lnTo>
                    <a:pt x="2154273" y="2858322"/>
                  </a:lnTo>
                  <a:lnTo>
                    <a:pt x="2154431" y="2858322"/>
                  </a:lnTo>
                  <a:lnTo>
                    <a:pt x="2154589" y="2858322"/>
                  </a:lnTo>
                  <a:lnTo>
                    <a:pt x="2154589" y="2857892"/>
                  </a:lnTo>
                  <a:lnTo>
                    <a:pt x="2154747" y="2857892"/>
                  </a:lnTo>
                  <a:lnTo>
                    <a:pt x="2154904" y="2857892"/>
                  </a:lnTo>
                  <a:lnTo>
                    <a:pt x="2154904" y="2857461"/>
                  </a:lnTo>
                  <a:lnTo>
                    <a:pt x="2154904" y="2857031"/>
                  </a:lnTo>
                  <a:lnTo>
                    <a:pt x="2155062" y="2857031"/>
                  </a:lnTo>
                  <a:lnTo>
                    <a:pt x="2155062" y="2856600"/>
                  </a:lnTo>
                  <a:lnTo>
                    <a:pt x="2155220" y="2856600"/>
                  </a:lnTo>
                  <a:lnTo>
                    <a:pt x="2155377" y="2856600"/>
                  </a:lnTo>
                  <a:lnTo>
                    <a:pt x="2155535" y="2856600"/>
                  </a:lnTo>
                  <a:lnTo>
                    <a:pt x="2155693" y="2856600"/>
                  </a:lnTo>
                  <a:lnTo>
                    <a:pt x="2155851" y="2856600"/>
                  </a:lnTo>
                  <a:lnTo>
                    <a:pt x="2156008" y="2856600"/>
                  </a:lnTo>
                  <a:lnTo>
                    <a:pt x="2156166" y="2856600"/>
                  </a:lnTo>
                  <a:lnTo>
                    <a:pt x="2156324" y="2856600"/>
                  </a:lnTo>
                  <a:lnTo>
                    <a:pt x="2156482" y="2856600"/>
                  </a:lnTo>
                  <a:lnTo>
                    <a:pt x="2156482" y="2856169"/>
                  </a:lnTo>
                  <a:lnTo>
                    <a:pt x="2156482" y="2855739"/>
                  </a:lnTo>
                  <a:lnTo>
                    <a:pt x="2156639" y="2855739"/>
                  </a:lnTo>
                  <a:lnTo>
                    <a:pt x="2156797" y="2855739"/>
                  </a:lnTo>
                  <a:lnTo>
                    <a:pt x="2156797" y="2855308"/>
                  </a:lnTo>
                  <a:lnTo>
                    <a:pt x="2156955" y="2855308"/>
                  </a:lnTo>
                  <a:lnTo>
                    <a:pt x="2157112" y="2855308"/>
                  </a:lnTo>
                  <a:lnTo>
                    <a:pt x="2157270" y="2855308"/>
                  </a:lnTo>
                  <a:lnTo>
                    <a:pt x="2157428" y="2855308"/>
                  </a:lnTo>
                  <a:lnTo>
                    <a:pt x="2157586" y="2855308"/>
                  </a:lnTo>
                  <a:lnTo>
                    <a:pt x="2157743" y="2855308"/>
                  </a:lnTo>
                  <a:lnTo>
                    <a:pt x="2157901" y="2855308"/>
                  </a:lnTo>
                  <a:lnTo>
                    <a:pt x="2157901" y="2854878"/>
                  </a:lnTo>
                  <a:lnTo>
                    <a:pt x="2158059" y="2854878"/>
                  </a:lnTo>
                  <a:lnTo>
                    <a:pt x="2158216" y="2854878"/>
                  </a:lnTo>
                  <a:lnTo>
                    <a:pt x="2158374" y="2854878"/>
                  </a:lnTo>
                  <a:lnTo>
                    <a:pt x="2158532" y="2854878"/>
                  </a:lnTo>
                  <a:lnTo>
                    <a:pt x="2158532" y="2854447"/>
                  </a:lnTo>
                  <a:lnTo>
                    <a:pt x="2158690" y="2854447"/>
                  </a:lnTo>
                  <a:lnTo>
                    <a:pt x="2158847" y="2854447"/>
                  </a:lnTo>
                  <a:lnTo>
                    <a:pt x="2158847" y="2854016"/>
                  </a:lnTo>
                  <a:lnTo>
                    <a:pt x="2159005" y="2854016"/>
                  </a:lnTo>
                  <a:lnTo>
                    <a:pt x="2159005" y="2853586"/>
                  </a:lnTo>
                  <a:lnTo>
                    <a:pt x="2159005" y="2853155"/>
                  </a:lnTo>
                  <a:lnTo>
                    <a:pt x="2159163" y="2853155"/>
                  </a:lnTo>
                  <a:lnTo>
                    <a:pt x="2159320" y="2853155"/>
                  </a:lnTo>
                  <a:lnTo>
                    <a:pt x="2159320" y="2852725"/>
                  </a:lnTo>
                  <a:lnTo>
                    <a:pt x="2159478" y="2852725"/>
                  </a:lnTo>
                  <a:lnTo>
                    <a:pt x="2159636" y="2852725"/>
                  </a:lnTo>
                  <a:lnTo>
                    <a:pt x="2159636" y="2852294"/>
                  </a:lnTo>
                  <a:lnTo>
                    <a:pt x="2159794" y="2852294"/>
                  </a:lnTo>
                  <a:lnTo>
                    <a:pt x="2159951" y="2852294"/>
                  </a:lnTo>
                  <a:lnTo>
                    <a:pt x="2160109" y="2852294"/>
                  </a:lnTo>
                  <a:lnTo>
                    <a:pt x="2160267" y="2852294"/>
                  </a:lnTo>
                  <a:lnTo>
                    <a:pt x="2160424" y="2852294"/>
                  </a:lnTo>
                  <a:lnTo>
                    <a:pt x="2160582" y="2852294"/>
                  </a:lnTo>
                  <a:lnTo>
                    <a:pt x="2160740" y="2852294"/>
                  </a:lnTo>
                  <a:lnTo>
                    <a:pt x="2160898" y="2852294"/>
                  </a:lnTo>
                  <a:lnTo>
                    <a:pt x="2161055" y="2852294"/>
                  </a:lnTo>
                  <a:lnTo>
                    <a:pt x="2161213" y="2852294"/>
                  </a:lnTo>
                  <a:lnTo>
                    <a:pt x="2161213" y="2851863"/>
                  </a:lnTo>
                  <a:lnTo>
                    <a:pt x="2161371" y="2851863"/>
                  </a:lnTo>
                  <a:lnTo>
                    <a:pt x="2161529" y="2851863"/>
                  </a:lnTo>
                  <a:lnTo>
                    <a:pt x="2161686" y="2851863"/>
                  </a:lnTo>
                  <a:lnTo>
                    <a:pt x="2161844" y="2851863"/>
                  </a:lnTo>
                  <a:lnTo>
                    <a:pt x="2162002" y="2851863"/>
                  </a:lnTo>
                  <a:lnTo>
                    <a:pt x="2162159" y="2851863"/>
                  </a:lnTo>
                  <a:lnTo>
                    <a:pt x="2162317" y="2851863"/>
                  </a:lnTo>
                  <a:lnTo>
                    <a:pt x="2162475" y="2851863"/>
                  </a:lnTo>
                  <a:lnTo>
                    <a:pt x="2162633" y="2851863"/>
                  </a:lnTo>
                  <a:lnTo>
                    <a:pt x="2162633" y="2851433"/>
                  </a:lnTo>
                  <a:lnTo>
                    <a:pt x="2162790" y="2851433"/>
                  </a:lnTo>
                  <a:lnTo>
                    <a:pt x="2162948" y="2851433"/>
                  </a:lnTo>
                  <a:lnTo>
                    <a:pt x="2162948" y="2851002"/>
                  </a:lnTo>
                  <a:lnTo>
                    <a:pt x="2163106" y="2851002"/>
                  </a:lnTo>
                  <a:lnTo>
                    <a:pt x="2163106" y="2850572"/>
                  </a:lnTo>
                  <a:lnTo>
                    <a:pt x="2163263" y="2850572"/>
                  </a:lnTo>
                  <a:lnTo>
                    <a:pt x="2163421" y="2850572"/>
                  </a:lnTo>
                  <a:lnTo>
                    <a:pt x="2163579" y="2850572"/>
                  </a:lnTo>
                  <a:lnTo>
                    <a:pt x="2163737" y="2850572"/>
                  </a:lnTo>
                  <a:lnTo>
                    <a:pt x="2163894" y="2850572"/>
                  </a:lnTo>
                  <a:lnTo>
                    <a:pt x="2163894" y="2850141"/>
                  </a:lnTo>
                  <a:lnTo>
                    <a:pt x="2163894" y="2849710"/>
                  </a:lnTo>
                  <a:lnTo>
                    <a:pt x="2164052" y="2849710"/>
                  </a:lnTo>
                  <a:lnTo>
                    <a:pt x="2164210" y="2849710"/>
                  </a:lnTo>
                  <a:lnTo>
                    <a:pt x="2164210" y="2849280"/>
                  </a:lnTo>
                  <a:lnTo>
                    <a:pt x="2164367" y="2849280"/>
                  </a:lnTo>
                  <a:lnTo>
                    <a:pt x="2164525" y="2849280"/>
                  </a:lnTo>
                  <a:lnTo>
                    <a:pt x="2164683" y="2849280"/>
                  </a:lnTo>
                  <a:lnTo>
                    <a:pt x="2164683" y="2848849"/>
                  </a:lnTo>
                  <a:lnTo>
                    <a:pt x="2164683" y="2848419"/>
                  </a:lnTo>
                  <a:lnTo>
                    <a:pt x="2164683" y="2847988"/>
                  </a:lnTo>
                  <a:lnTo>
                    <a:pt x="2164841" y="2847988"/>
                  </a:lnTo>
                  <a:lnTo>
                    <a:pt x="2164998" y="2847988"/>
                  </a:lnTo>
                  <a:lnTo>
                    <a:pt x="2165156" y="2847988"/>
                  </a:lnTo>
                  <a:lnTo>
                    <a:pt x="2165314" y="2847988"/>
                  </a:lnTo>
                  <a:lnTo>
                    <a:pt x="2165314" y="2847557"/>
                  </a:lnTo>
                  <a:lnTo>
                    <a:pt x="2165314" y="2847127"/>
                  </a:lnTo>
                  <a:lnTo>
                    <a:pt x="2165471" y="2847127"/>
                  </a:lnTo>
                  <a:lnTo>
                    <a:pt x="2165471" y="2846696"/>
                  </a:lnTo>
                  <a:lnTo>
                    <a:pt x="2165629" y="2846696"/>
                  </a:lnTo>
                  <a:lnTo>
                    <a:pt x="2165787" y="2846696"/>
                  </a:lnTo>
                  <a:lnTo>
                    <a:pt x="2165945" y="2846696"/>
                  </a:lnTo>
                  <a:lnTo>
                    <a:pt x="2166102" y="2846696"/>
                  </a:lnTo>
                  <a:lnTo>
                    <a:pt x="2166260" y="2846696"/>
                  </a:lnTo>
                  <a:lnTo>
                    <a:pt x="2166260" y="2846266"/>
                  </a:lnTo>
                  <a:lnTo>
                    <a:pt x="2166418" y="2846266"/>
                  </a:lnTo>
                  <a:lnTo>
                    <a:pt x="2166575" y="2846266"/>
                  </a:lnTo>
                  <a:lnTo>
                    <a:pt x="2166733" y="2846266"/>
                  </a:lnTo>
                  <a:lnTo>
                    <a:pt x="2166891" y="2846266"/>
                  </a:lnTo>
                  <a:lnTo>
                    <a:pt x="2167049" y="2846266"/>
                  </a:lnTo>
                  <a:lnTo>
                    <a:pt x="2167206" y="2846266"/>
                  </a:lnTo>
                  <a:lnTo>
                    <a:pt x="2167364" y="2846266"/>
                  </a:lnTo>
                  <a:lnTo>
                    <a:pt x="2167364" y="2845835"/>
                  </a:lnTo>
                  <a:lnTo>
                    <a:pt x="2167522" y="2845835"/>
                  </a:lnTo>
                  <a:lnTo>
                    <a:pt x="2167680" y="2845835"/>
                  </a:lnTo>
                  <a:lnTo>
                    <a:pt x="2167837" y="2845835"/>
                  </a:lnTo>
                  <a:lnTo>
                    <a:pt x="2167995" y="2845835"/>
                  </a:lnTo>
                  <a:lnTo>
                    <a:pt x="2168153" y="2845835"/>
                  </a:lnTo>
                  <a:lnTo>
                    <a:pt x="2168310" y="2845835"/>
                  </a:lnTo>
                  <a:lnTo>
                    <a:pt x="2168468" y="2845835"/>
                  </a:lnTo>
                  <a:lnTo>
                    <a:pt x="2168626" y="2845835"/>
                  </a:lnTo>
                  <a:lnTo>
                    <a:pt x="2168784" y="2845835"/>
                  </a:lnTo>
                  <a:lnTo>
                    <a:pt x="2168941" y="2845835"/>
                  </a:lnTo>
                  <a:lnTo>
                    <a:pt x="2169099" y="2845835"/>
                  </a:lnTo>
                  <a:lnTo>
                    <a:pt x="2169257" y="2845835"/>
                  </a:lnTo>
                  <a:lnTo>
                    <a:pt x="2169414" y="2845835"/>
                  </a:lnTo>
                  <a:lnTo>
                    <a:pt x="2169572" y="2845835"/>
                  </a:lnTo>
                  <a:lnTo>
                    <a:pt x="2169730" y="2845835"/>
                  </a:lnTo>
                  <a:lnTo>
                    <a:pt x="2169888" y="2845835"/>
                  </a:lnTo>
                  <a:lnTo>
                    <a:pt x="2170045" y="2845835"/>
                  </a:lnTo>
                  <a:lnTo>
                    <a:pt x="2170203" y="2845835"/>
                  </a:lnTo>
                  <a:lnTo>
                    <a:pt x="2170203" y="2845404"/>
                  </a:lnTo>
                  <a:lnTo>
                    <a:pt x="2170361" y="2845404"/>
                  </a:lnTo>
                  <a:lnTo>
                    <a:pt x="2170518" y="2845404"/>
                  </a:lnTo>
                  <a:lnTo>
                    <a:pt x="2170676" y="2845404"/>
                  </a:lnTo>
                  <a:lnTo>
                    <a:pt x="2170676" y="2844974"/>
                  </a:lnTo>
                  <a:lnTo>
                    <a:pt x="2170834" y="2844974"/>
                  </a:lnTo>
                  <a:lnTo>
                    <a:pt x="2170992" y="2844974"/>
                  </a:lnTo>
                  <a:lnTo>
                    <a:pt x="2171149" y="2844974"/>
                  </a:lnTo>
                  <a:lnTo>
                    <a:pt x="2171307" y="2844974"/>
                  </a:lnTo>
                  <a:lnTo>
                    <a:pt x="2171307" y="2844543"/>
                  </a:lnTo>
                  <a:lnTo>
                    <a:pt x="2171465" y="2844543"/>
                  </a:lnTo>
                  <a:lnTo>
                    <a:pt x="2171622" y="2844543"/>
                  </a:lnTo>
                  <a:lnTo>
                    <a:pt x="2171622" y="2844113"/>
                  </a:lnTo>
                  <a:lnTo>
                    <a:pt x="2171622" y="2843682"/>
                  </a:lnTo>
                  <a:lnTo>
                    <a:pt x="2171780" y="2843682"/>
                  </a:lnTo>
                  <a:lnTo>
                    <a:pt x="2171938" y="2843682"/>
                  </a:lnTo>
                  <a:lnTo>
                    <a:pt x="2171938" y="2843251"/>
                  </a:lnTo>
                  <a:lnTo>
                    <a:pt x="2172096" y="2843251"/>
                  </a:lnTo>
                  <a:lnTo>
                    <a:pt x="2172253" y="2843251"/>
                  </a:lnTo>
                  <a:lnTo>
                    <a:pt x="2172411" y="2843251"/>
                  </a:lnTo>
                  <a:lnTo>
                    <a:pt x="2172411" y="2842821"/>
                  </a:lnTo>
                  <a:lnTo>
                    <a:pt x="2172569" y="2842821"/>
                  </a:lnTo>
                  <a:lnTo>
                    <a:pt x="2172569" y="2842390"/>
                  </a:lnTo>
                  <a:lnTo>
                    <a:pt x="2172727" y="2842390"/>
                  </a:lnTo>
                  <a:lnTo>
                    <a:pt x="2172884" y="2842390"/>
                  </a:lnTo>
                  <a:lnTo>
                    <a:pt x="2172884" y="2841960"/>
                  </a:lnTo>
                  <a:lnTo>
                    <a:pt x="2172884" y="2841529"/>
                  </a:lnTo>
                  <a:lnTo>
                    <a:pt x="2173042" y="2841529"/>
                  </a:lnTo>
                  <a:lnTo>
                    <a:pt x="2173200" y="2841529"/>
                  </a:lnTo>
                  <a:lnTo>
                    <a:pt x="2173200" y="2841098"/>
                  </a:lnTo>
                  <a:lnTo>
                    <a:pt x="2173357" y="2841098"/>
                  </a:lnTo>
                  <a:lnTo>
                    <a:pt x="2173515" y="2841098"/>
                  </a:lnTo>
                  <a:lnTo>
                    <a:pt x="2173673" y="2841098"/>
                  </a:lnTo>
                  <a:lnTo>
                    <a:pt x="2173831" y="2841098"/>
                  </a:lnTo>
                  <a:lnTo>
                    <a:pt x="2173988" y="2841098"/>
                  </a:lnTo>
                  <a:lnTo>
                    <a:pt x="2174146" y="2841098"/>
                  </a:lnTo>
                  <a:lnTo>
                    <a:pt x="2174304" y="2841098"/>
                  </a:lnTo>
                  <a:lnTo>
                    <a:pt x="2174461" y="2841098"/>
                  </a:lnTo>
                  <a:lnTo>
                    <a:pt x="2174461" y="2840668"/>
                  </a:lnTo>
                  <a:lnTo>
                    <a:pt x="2174461" y="2840237"/>
                  </a:lnTo>
                  <a:lnTo>
                    <a:pt x="2174619" y="2840237"/>
                  </a:lnTo>
                  <a:lnTo>
                    <a:pt x="2174777" y="2840237"/>
                  </a:lnTo>
                  <a:lnTo>
                    <a:pt x="2174935" y="2840237"/>
                  </a:lnTo>
                  <a:lnTo>
                    <a:pt x="2174935" y="2839807"/>
                  </a:lnTo>
                  <a:lnTo>
                    <a:pt x="2175092" y="2839807"/>
                  </a:lnTo>
                  <a:lnTo>
                    <a:pt x="2175250" y="2839807"/>
                  </a:lnTo>
                  <a:lnTo>
                    <a:pt x="2175408" y="2839807"/>
                  </a:lnTo>
                  <a:lnTo>
                    <a:pt x="2175565" y="2839807"/>
                  </a:lnTo>
                  <a:lnTo>
                    <a:pt x="2175723" y="2839807"/>
                  </a:lnTo>
                  <a:lnTo>
                    <a:pt x="2175881" y="2839807"/>
                  </a:lnTo>
                  <a:lnTo>
                    <a:pt x="2176039" y="2839807"/>
                  </a:lnTo>
                  <a:lnTo>
                    <a:pt x="2176196" y="2839807"/>
                  </a:lnTo>
                  <a:lnTo>
                    <a:pt x="2176354" y="2839807"/>
                  </a:lnTo>
                  <a:lnTo>
                    <a:pt x="2176512" y="2839807"/>
                  </a:lnTo>
                  <a:lnTo>
                    <a:pt x="2176669" y="2839807"/>
                  </a:lnTo>
                  <a:lnTo>
                    <a:pt x="2176827" y="2839807"/>
                  </a:lnTo>
                  <a:lnTo>
                    <a:pt x="2176827" y="2839376"/>
                  </a:lnTo>
                  <a:lnTo>
                    <a:pt x="2176827" y="2838945"/>
                  </a:lnTo>
                  <a:lnTo>
                    <a:pt x="2176985" y="2838945"/>
                  </a:lnTo>
                  <a:lnTo>
                    <a:pt x="2177143" y="2838945"/>
                  </a:lnTo>
                  <a:lnTo>
                    <a:pt x="2177143" y="2838515"/>
                  </a:lnTo>
                  <a:lnTo>
                    <a:pt x="2177300" y="2838515"/>
                  </a:lnTo>
                  <a:lnTo>
                    <a:pt x="2177300" y="2838084"/>
                  </a:lnTo>
                  <a:lnTo>
                    <a:pt x="2177458" y="2838084"/>
                  </a:lnTo>
                  <a:lnTo>
                    <a:pt x="2177616" y="2838084"/>
                  </a:lnTo>
                  <a:lnTo>
                    <a:pt x="2177616" y="2837654"/>
                  </a:lnTo>
                  <a:lnTo>
                    <a:pt x="2177773" y="2837654"/>
                  </a:lnTo>
                  <a:lnTo>
                    <a:pt x="2177773" y="2837223"/>
                  </a:lnTo>
                  <a:lnTo>
                    <a:pt x="2177931" y="2837223"/>
                  </a:lnTo>
                  <a:lnTo>
                    <a:pt x="2178089" y="2837223"/>
                  </a:lnTo>
                  <a:lnTo>
                    <a:pt x="2178247" y="2837223"/>
                  </a:lnTo>
                  <a:lnTo>
                    <a:pt x="2178404" y="2837223"/>
                  </a:lnTo>
                  <a:lnTo>
                    <a:pt x="2178562" y="2837223"/>
                  </a:lnTo>
                  <a:lnTo>
                    <a:pt x="2178720" y="2837223"/>
                  </a:lnTo>
                  <a:lnTo>
                    <a:pt x="2178720" y="2836792"/>
                  </a:lnTo>
                  <a:lnTo>
                    <a:pt x="2178878" y="2836792"/>
                  </a:lnTo>
                  <a:lnTo>
                    <a:pt x="2179035" y="2836792"/>
                  </a:lnTo>
                  <a:lnTo>
                    <a:pt x="2179193" y="2836792"/>
                  </a:lnTo>
                  <a:lnTo>
                    <a:pt x="2179351" y="2836792"/>
                  </a:lnTo>
                  <a:lnTo>
                    <a:pt x="2179508" y="2836792"/>
                  </a:lnTo>
                  <a:lnTo>
                    <a:pt x="2179666" y="2836792"/>
                  </a:lnTo>
                  <a:lnTo>
                    <a:pt x="2179824" y="2836792"/>
                  </a:lnTo>
                  <a:lnTo>
                    <a:pt x="2179982" y="2836792"/>
                  </a:lnTo>
                  <a:lnTo>
                    <a:pt x="2179982" y="2836362"/>
                  </a:lnTo>
                  <a:lnTo>
                    <a:pt x="2180139" y="2836362"/>
                  </a:lnTo>
                  <a:lnTo>
                    <a:pt x="2180297" y="2836362"/>
                  </a:lnTo>
                  <a:lnTo>
                    <a:pt x="2180455" y="2836362"/>
                  </a:lnTo>
                  <a:lnTo>
                    <a:pt x="2180455" y="2835931"/>
                  </a:lnTo>
                  <a:lnTo>
                    <a:pt x="2180612" y="2835931"/>
                  </a:lnTo>
                  <a:lnTo>
                    <a:pt x="2180770" y="2835931"/>
                  </a:lnTo>
                  <a:lnTo>
                    <a:pt x="2180928" y="2835931"/>
                  </a:lnTo>
                  <a:lnTo>
                    <a:pt x="2181086" y="2835931"/>
                  </a:lnTo>
                  <a:lnTo>
                    <a:pt x="2181243" y="2835931"/>
                  </a:lnTo>
                  <a:lnTo>
                    <a:pt x="2181401" y="2835931"/>
                  </a:lnTo>
                  <a:lnTo>
                    <a:pt x="2181401" y="2835501"/>
                  </a:lnTo>
                  <a:lnTo>
                    <a:pt x="2181401" y="2835070"/>
                  </a:lnTo>
                  <a:lnTo>
                    <a:pt x="2181559" y="2835070"/>
                  </a:lnTo>
                  <a:lnTo>
                    <a:pt x="2181716" y="2835070"/>
                  </a:lnTo>
                  <a:lnTo>
                    <a:pt x="2181874" y="2835070"/>
                  </a:lnTo>
                  <a:lnTo>
                    <a:pt x="2182032" y="2835070"/>
                  </a:lnTo>
                  <a:lnTo>
                    <a:pt x="2182190" y="2835070"/>
                  </a:lnTo>
                  <a:lnTo>
                    <a:pt x="2182347" y="2835070"/>
                  </a:lnTo>
                  <a:lnTo>
                    <a:pt x="2182505" y="2835070"/>
                  </a:lnTo>
                  <a:lnTo>
                    <a:pt x="2182505" y="2834639"/>
                  </a:lnTo>
                  <a:lnTo>
                    <a:pt x="2182663" y="2834639"/>
                  </a:lnTo>
                  <a:lnTo>
                    <a:pt x="2182820" y="2834639"/>
                  </a:lnTo>
                  <a:lnTo>
                    <a:pt x="2182820" y="2834209"/>
                  </a:lnTo>
                  <a:lnTo>
                    <a:pt x="2182820" y="2833778"/>
                  </a:lnTo>
                  <a:lnTo>
                    <a:pt x="2182978" y="2833778"/>
                  </a:lnTo>
                  <a:lnTo>
                    <a:pt x="2183136" y="2833778"/>
                  </a:lnTo>
                  <a:lnTo>
                    <a:pt x="2183294" y="2833778"/>
                  </a:lnTo>
                  <a:lnTo>
                    <a:pt x="2183451" y="2833778"/>
                  </a:lnTo>
                  <a:lnTo>
                    <a:pt x="2183609" y="2833778"/>
                  </a:lnTo>
                  <a:lnTo>
                    <a:pt x="2183609" y="2833348"/>
                  </a:lnTo>
                  <a:lnTo>
                    <a:pt x="2183767" y="2833348"/>
                  </a:lnTo>
                  <a:lnTo>
                    <a:pt x="2183924" y="2833348"/>
                  </a:lnTo>
                  <a:lnTo>
                    <a:pt x="2184082" y="2833348"/>
                  </a:lnTo>
                  <a:lnTo>
                    <a:pt x="2184240" y="2833348"/>
                  </a:lnTo>
                  <a:lnTo>
                    <a:pt x="2184398" y="2833348"/>
                  </a:lnTo>
                  <a:lnTo>
                    <a:pt x="2184555" y="2833348"/>
                  </a:lnTo>
                  <a:lnTo>
                    <a:pt x="2184555" y="2832917"/>
                  </a:lnTo>
                  <a:lnTo>
                    <a:pt x="2184713" y="2832917"/>
                  </a:lnTo>
                  <a:lnTo>
                    <a:pt x="2184713" y="2832486"/>
                  </a:lnTo>
                  <a:lnTo>
                    <a:pt x="2184871" y="2832486"/>
                  </a:lnTo>
                  <a:lnTo>
                    <a:pt x="2184871" y="2832056"/>
                  </a:lnTo>
                  <a:lnTo>
                    <a:pt x="2184871" y="2831625"/>
                  </a:lnTo>
                  <a:lnTo>
                    <a:pt x="2185029" y="2831625"/>
                  </a:lnTo>
                  <a:lnTo>
                    <a:pt x="2185186" y="2831625"/>
                  </a:lnTo>
                  <a:lnTo>
                    <a:pt x="2185186" y="2831195"/>
                  </a:lnTo>
                  <a:lnTo>
                    <a:pt x="2185186" y="2830764"/>
                  </a:lnTo>
                  <a:lnTo>
                    <a:pt x="2185186" y="2830333"/>
                  </a:lnTo>
                  <a:lnTo>
                    <a:pt x="2185344" y="2830333"/>
                  </a:lnTo>
                  <a:lnTo>
                    <a:pt x="2185502" y="2830333"/>
                  </a:lnTo>
                  <a:lnTo>
                    <a:pt x="2185659" y="2830333"/>
                  </a:lnTo>
                  <a:lnTo>
                    <a:pt x="2185817" y="2830333"/>
                  </a:lnTo>
                  <a:lnTo>
                    <a:pt x="2185975" y="2830333"/>
                  </a:lnTo>
                  <a:lnTo>
                    <a:pt x="2186133" y="2830333"/>
                  </a:lnTo>
                  <a:lnTo>
                    <a:pt x="2186133" y="2829903"/>
                  </a:lnTo>
                  <a:lnTo>
                    <a:pt x="2186290" y="2829903"/>
                  </a:lnTo>
                  <a:lnTo>
                    <a:pt x="2186290" y="2829472"/>
                  </a:lnTo>
                  <a:lnTo>
                    <a:pt x="2186448" y="2829472"/>
                  </a:lnTo>
                  <a:lnTo>
                    <a:pt x="2186448" y="2829042"/>
                  </a:lnTo>
                  <a:lnTo>
                    <a:pt x="2186606" y="2829042"/>
                  </a:lnTo>
                  <a:lnTo>
                    <a:pt x="2186606" y="2828611"/>
                  </a:lnTo>
                  <a:lnTo>
                    <a:pt x="2186763" y="2828611"/>
                  </a:lnTo>
                  <a:lnTo>
                    <a:pt x="2186921" y="2828611"/>
                  </a:lnTo>
                  <a:lnTo>
                    <a:pt x="2187079" y="2828611"/>
                  </a:lnTo>
                  <a:lnTo>
                    <a:pt x="2187237" y="2828611"/>
                  </a:lnTo>
                  <a:lnTo>
                    <a:pt x="2187394" y="2828611"/>
                  </a:lnTo>
                  <a:lnTo>
                    <a:pt x="2187394" y="2828180"/>
                  </a:lnTo>
                  <a:lnTo>
                    <a:pt x="2187394" y="2827750"/>
                  </a:lnTo>
                  <a:lnTo>
                    <a:pt x="2187552" y="2827750"/>
                  </a:lnTo>
                  <a:lnTo>
                    <a:pt x="2187552" y="2827319"/>
                  </a:lnTo>
                  <a:lnTo>
                    <a:pt x="2187552" y="2826889"/>
                  </a:lnTo>
                  <a:lnTo>
                    <a:pt x="2187710" y="2826889"/>
                  </a:lnTo>
                  <a:lnTo>
                    <a:pt x="2187710" y="2826458"/>
                  </a:lnTo>
                  <a:lnTo>
                    <a:pt x="2187710" y="2826027"/>
                  </a:lnTo>
                  <a:lnTo>
                    <a:pt x="2187867" y="2826027"/>
                  </a:lnTo>
                  <a:lnTo>
                    <a:pt x="2188025" y="2826027"/>
                  </a:lnTo>
                  <a:lnTo>
                    <a:pt x="2188183" y="2826027"/>
                  </a:lnTo>
                  <a:lnTo>
                    <a:pt x="2188341" y="2826027"/>
                  </a:lnTo>
                  <a:lnTo>
                    <a:pt x="2188498" y="2826027"/>
                  </a:lnTo>
                  <a:lnTo>
                    <a:pt x="2188656" y="2826027"/>
                  </a:lnTo>
                  <a:lnTo>
                    <a:pt x="2188656" y="2825597"/>
                  </a:lnTo>
                  <a:lnTo>
                    <a:pt x="2188656" y="2825166"/>
                  </a:lnTo>
                  <a:lnTo>
                    <a:pt x="2188814" y="2825166"/>
                  </a:lnTo>
                  <a:lnTo>
                    <a:pt x="2188971" y="2825166"/>
                  </a:lnTo>
                  <a:lnTo>
                    <a:pt x="2188971" y="2824736"/>
                  </a:lnTo>
                  <a:lnTo>
                    <a:pt x="2189129" y="2824736"/>
                  </a:lnTo>
                  <a:lnTo>
                    <a:pt x="2189287" y="2824736"/>
                  </a:lnTo>
                  <a:lnTo>
                    <a:pt x="2189445" y="2824736"/>
                  </a:lnTo>
                  <a:lnTo>
                    <a:pt x="2189602" y="2824736"/>
                  </a:lnTo>
                  <a:lnTo>
                    <a:pt x="2189760" y="2824736"/>
                  </a:lnTo>
                  <a:lnTo>
                    <a:pt x="2189918" y="2824736"/>
                  </a:lnTo>
                  <a:lnTo>
                    <a:pt x="2189918" y="2824305"/>
                  </a:lnTo>
                  <a:lnTo>
                    <a:pt x="2189918" y="2823874"/>
                  </a:lnTo>
                  <a:lnTo>
                    <a:pt x="2190076" y="2823874"/>
                  </a:lnTo>
                  <a:lnTo>
                    <a:pt x="2190076" y="2823444"/>
                  </a:lnTo>
                  <a:lnTo>
                    <a:pt x="2190233" y="2823444"/>
                  </a:lnTo>
                  <a:lnTo>
                    <a:pt x="2190391" y="2823444"/>
                  </a:lnTo>
                  <a:lnTo>
                    <a:pt x="2190549" y="2823444"/>
                  </a:lnTo>
                  <a:lnTo>
                    <a:pt x="2190706" y="2823444"/>
                  </a:lnTo>
                  <a:lnTo>
                    <a:pt x="2190864" y="2823444"/>
                  </a:lnTo>
                  <a:lnTo>
                    <a:pt x="2190864" y="2823013"/>
                  </a:lnTo>
                  <a:lnTo>
                    <a:pt x="2191022" y="2823013"/>
                  </a:lnTo>
                  <a:lnTo>
                    <a:pt x="2191022" y="2822583"/>
                  </a:lnTo>
                  <a:lnTo>
                    <a:pt x="2191180" y="2822583"/>
                  </a:lnTo>
                  <a:lnTo>
                    <a:pt x="2191337" y="2822583"/>
                  </a:lnTo>
                  <a:lnTo>
                    <a:pt x="2191337" y="2822152"/>
                  </a:lnTo>
                  <a:lnTo>
                    <a:pt x="2191495" y="2822152"/>
                  </a:lnTo>
                  <a:lnTo>
                    <a:pt x="2191653" y="2822152"/>
                  </a:lnTo>
                  <a:lnTo>
                    <a:pt x="2191810" y="2822152"/>
                  </a:lnTo>
                  <a:lnTo>
                    <a:pt x="2191810" y="2821721"/>
                  </a:lnTo>
                  <a:lnTo>
                    <a:pt x="2191968" y="2821721"/>
                  </a:lnTo>
                  <a:lnTo>
                    <a:pt x="2192126" y="2821721"/>
                  </a:lnTo>
                  <a:lnTo>
                    <a:pt x="2192284" y="2821721"/>
                  </a:lnTo>
                  <a:lnTo>
                    <a:pt x="2192441" y="2821721"/>
                  </a:lnTo>
                  <a:lnTo>
                    <a:pt x="2192599" y="2821721"/>
                  </a:lnTo>
                  <a:lnTo>
                    <a:pt x="2192757" y="2821721"/>
                  </a:lnTo>
                  <a:lnTo>
                    <a:pt x="2192914" y="2821721"/>
                  </a:lnTo>
                  <a:lnTo>
                    <a:pt x="2193072" y="2821721"/>
                  </a:lnTo>
                  <a:lnTo>
                    <a:pt x="2193230" y="2821721"/>
                  </a:lnTo>
                  <a:lnTo>
                    <a:pt x="2193388" y="2821721"/>
                  </a:lnTo>
                  <a:lnTo>
                    <a:pt x="2193545" y="2821721"/>
                  </a:lnTo>
                  <a:lnTo>
                    <a:pt x="2193545" y="2821291"/>
                  </a:lnTo>
                  <a:lnTo>
                    <a:pt x="2193703" y="2821291"/>
                  </a:lnTo>
                  <a:lnTo>
                    <a:pt x="2193861" y="2821291"/>
                  </a:lnTo>
                  <a:lnTo>
                    <a:pt x="2194018" y="2821291"/>
                  </a:lnTo>
                  <a:lnTo>
                    <a:pt x="2194176" y="2821291"/>
                  </a:lnTo>
                  <a:lnTo>
                    <a:pt x="2194334" y="2821291"/>
                  </a:lnTo>
                  <a:lnTo>
                    <a:pt x="2194492" y="2821291"/>
                  </a:lnTo>
                  <a:lnTo>
                    <a:pt x="2194649" y="2821291"/>
                  </a:lnTo>
                  <a:lnTo>
                    <a:pt x="2194649" y="2820860"/>
                  </a:lnTo>
                  <a:lnTo>
                    <a:pt x="2194807" y="2820860"/>
                  </a:lnTo>
                  <a:lnTo>
                    <a:pt x="2194965" y="2820860"/>
                  </a:lnTo>
                  <a:lnTo>
                    <a:pt x="2195122" y="2820860"/>
                  </a:lnTo>
                  <a:lnTo>
                    <a:pt x="2195280" y="2820860"/>
                  </a:lnTo>
                  <a:lnTo>
                    <a:pt x="2195438" y="2820860"/>
                  </a:lnTo>
                  <a:lnTo>
                    <a:pt x="2195596" y="2820860"/>
                  </a:lnTo>
                  <a:lnTo>
                    <a:pt x="2195753" y="2820860"/>
                  </a:lnTo>
                  <a:lnTo>
                    <a:pt x="2195911" y="2820860"/>
                  </a:lnTo>
                  <a:lnTo>
                    <a:pt x="2195911" y="2820430"/>
                  </a:lnTo>
                  <a:lnTo>
                    <a:pt x="2196069" y="2820430"/>
                  </a:lnTo>
                  <a:lnTo>
                    <a:pt x="2196227" y="2820430"/>
                  </a:lnTo>
                  <a:lnTo>
                    <a:pt x="2196384" y="2820430"/>
                  </a:lnTo>
                  <a:lnTo>
                    <a:pt x="2196542" y="2820430"/>
                  </a:lnTo>
                  <a:lnTo>
                    <a:pt x="2196700" y="2820430"/>
                  </a:lnTo>
                  <a:lnTo>
                    <a:pt x="2196857" y="2820430"/>
                  </a:lnTo>
                  <a:lnTo>
                    <a:pt x="2196857" y="2819999"/>
                  </a:lnTo>
                  <a:lnTo>
                    <a:pt x="2196857" y="2819568"/>
                  </a:lnTo>
                  <a:lnTo>
                    <a:pt x="2197015" y="2819568"/>
                  </a:lnTo>
                  <a:lnTo>
                    <a:pt x="2197173" y="2819568"/>
                  </a:lnTo>
                  <a:lnTo>
                    <a:pt x="2197173" y="2819138"/>
                  </a:lnTo>
                  <a:lnTo>
                    <a:pt x="2197173" y="2818707"/>
                  </a:lnTo>
                  <a:lnTo>
                    <a:pt x="2197331" y="2818707"/>
                  </a:lnTo>
                  <a:lnTo>
                    <a:pt x="2197488" y="2818707"/>
                  </a:lnTo>
                  <a:lnTo>
                    <a:pt x="2197646" y="2818707"/>
                  </a:lnTo>
                  <a:lnTo>
                    <a:pt x="2197804" y="2818707"/>
                  </a:lnTo>
                  <a:lnTo>
                    <a:pt x="2197804" y="2818277"/>
                  </a:lnTo>
                  <a:lnTo>
                    <a:pt x="2197804" y="2817846"/>
                  </a:lnTo>
                  <a:lnTo>
                    <a:pt x="2197961" y="2817846"/>
                  </a:lnTo>
                  <a:lnTo>
                    <a:pt x="2197961" y="2817415"/>
                  </a:lnTo>
                  <a:lnTo>
                    <a:pt x="2198119" y="2817415"/>
                  </a:lnTo>
                  <a:lnTo>
                    <a:pt x="2198277" y="2817415"/>
                  </a:lnTo>
                  <a:lnTo>
                    <a:pt x="2198435" y="2817415"/>
                  </a:lnTo>
                  <a:lnTo>
                    <a:pt x="2198435" y="2816985"/>
                  </a:lnTo>
                  <a:lnTo>
                    <a:pt x="2198435" y="2816554"/>
                  </a:lnTo>
                  <a:lnTo>
                    <a:pt x="2198592" y="2816554"/>
                  </a:lnTo>
                  <a:lnTo>
                    <a:pt x="2198592" y="2816124"/>
                  </a:lnTo>
                  <a:lnTo>
                    <a:pt x="2198750" y="2816124"/>
                  </a:lnTo>
                  <a:lnTo>
                    <a:pt x="2198908" y="2816124"/>
                  </a:lnTo>
                  <a:lnTo>
                    <a:pt x="2198908" y="2815693"/>
                  </a:lnTo>
                  <a:lnTo>
                    <a:pt x="2199065" y="2815693"/>
                  </a:lnTo>
                  <a:lnTo>
                    <a:pt x="2199223" y="2815693"/>
                  </a:lnTo>
                  <a:lnTo>
                    <a:pt x="2199381" y="2815693"/>
                  </a:lnTo>
                  <a:lnTo>
                    <a:pt x="2199539" y="2815693"/>
                  </a:lnTo>
                  <a:lnTo>
                    <a:pt x="2199539" y="2815262"/>
                  </a:lnTo>
                  <a:lnTo>
                    <a:pt x="2199539" y="2814832"/>
                  </a:lnTo>
                  <a:lnTo>
                    <a:pt x="2199539" y="2814401"/>
                  </a:lnTo>
                  <a:lnTo>
                    <a:pt x="2199696" y="2814401"/>
                  </a:lnTo>
                  <a:lnTo>
                    <a:pt x="2199854" y="2814401"/>
                  </a:lnTo>
                  <a:lnTo>
                    <a:pt x="2200012" y="2814401"/>
                  </a:lnTo>
                  <a:lnTo>
                    <a:pt x="2200169" y="2814401"/>
                  </a:lnTo>
                  <a:lnTo>
                    <a:pt x="2200169" y="2813971"/>
                  </a:lnTo>
                  <a:lnTo>
                    <a:pt x="2200327" y="2813971"/>
                  </a:lnTo>
                  <a:lnTo>
                    <a:pt x="2200485" y="2813971"/>
                  </a:lnTo>
                  <a:lnTo>
                    <a:pt x="2200485" y="2813540"/>
                  </a:lnTo>
                  <a:lnTo>
                    <a:pt x="2200643" y="2813540"/>
                  </a:lnTo>
                  <a:lnTo>
                    <a:pt x="2200800" y="2813540"/>
                  </a:lnTo>
                  <a:lnTo>
                    <a:pt x="2200958" y="2813540"/>
                  </a:lnTo>
                  <a:lnTo>
                    <a:pt x="2201116" y="2813540"/>
                  </a:lnTo>
                  <a:lnTo>
                    <a:pt x="2201116" y="2813109"/>
                  </a:lnTo>
                  <a:lnTo>
                    <a:pt x="2201116" y="2812679"/>
                  </a:lnTo>
                  <a:lnTo>
                    <a:pt x="2201274" y="2812679"/>
                  </a:lnTo>
                  <a:lnTo>
                    <a:pt x="2201431" y="2812679"/>
                  </a:lnTo>
                  <a:lnTo>
                    <a:pt x="2201431" y="2812248"/>
                  </a:lnTo>
                  <a:lnTo>
                    <a:pt x="2201589" y="2812248"/>
                  </a:lnTo>
                  <a:lnTo>
                    <a:pt x="2201747" y="2812248"/>
                  </a:lnTo>
                  <a:lnTo>
                    <a:pt x="2201904" y="2812248"/>
                  </a:lnTo>
                  <a:lnTo>
                    <a:pt x="2202062" y="2812248"/>
                  </a:lnTo>
                  <a:lnTo>
                    <a:pt x="2202220" y="2812248"/>
                  </a:lnTo>
                  <a:lnTo>
                    <a:pt x="2202378" y="2812248"/>
                  </a:lnTo>
                  <a:lnTo>
                    <a:pt x="2202378" y="2811818"/>
                  </a:lnTo>
                  <a:lnTo>
                    <a:pt x="2202378" y="2811387"/>
                  </a:lnTo>
                  <a:lnTo>
                    <a:pt x="2202378" y="2810956"/>
                  </a:lnTo>
                  <a:lnTo>
                    <a:pt x="2202535" y="2810956"/>
                  </a:lnTo>
                  <a:lnTo>
                    <a:pt x="2202693" y="2810956"/>
                  </a:lnTo>
                  <a:lnTo>
                    <a:pt x="2202851" y="2810956"/>
                  </a:lnTo>
                  <a:lnTo>
                    <a:pt x="2202851" y="2810526"/>
                  </a:lnTo>
                  <a:lnTo>
                    <a:pt x="2203008" y="2810526"/>
                  </a:lnTo>
                  <a:lnTo>
                    <a:pt x="2203008" y="2810095"/>
                  </a:lnTo>
                  <a:lnTo>
                    <a:pt x="2203166" y="2810095"/>
                  </a:lnTo>
                  <a:lnTo>
                    <a:pt x="2203166" y="2809665"/>
                  </a:lnTo>
                  <a:lnTo>
                    <a:pt x="2203324" y="2809665"/>
                  </a:lnTo>
                  <a:lnTo>
                    <a:pt x="2203482" y="2809665"/>
                  </a:lnTo>
                  <a:lnTo>
                    <a:pt x="2203482" y="2809234"/>
                  </a:lnTo>
                  <a:lnTo>
                    <a:pt x="2203639" y="2809234"/>
                  </a:lnTo>
                  <a:lnTo>
                    <a:pt x="2203639" y="2808803"/>
                  </a:lnTo>
                  <a:lnTo>
                    <a:pt x="2203797" y="2808803"/>
                  </a:lnTo>
                  <a:lnTo>
                    <a:pt x="2203955" y="2808803"/>
                  </a:lnTo>
                  <a:lnTo>
                    <a:pt x="2204112" y="2808803"/>
                  </a:lnTo>
                  <a:lnTo>
                    <a:pt x="2204112" y="2808373"/>
                  </a:lnTo>
                  <a:lnTo>
                    <a:pt x="2204112" y="2807942"/>
                  </a:lnTo>
                  <a:lnTo>
                    <a:pt x="2204270" y="2807942"/>
                  </a:lnTo>
                  <a:lnTo>
                    <a:pt x="2204428" y="2807942"/>
                  </a:lnTo>
                  <a:lnTo>
                    <a:pt x="2204586" y="2807942"/>
                  </a:lnTo>
                  <a:lnTo>
                    <a:pt x="2204743" y="2807942"/>
                  </a:lnTo>
                  <a:lnTo>
                    <a:pt x="2204901" y="2807942"/>
                  </a:lnTo>
                  <a:lnTo>
                    <a:pt x="2204901" y="2807512"/>
                  </a:lnTo>
                  <a:lnTo>
                    <a:pt x="2205059" y="2807512"/>
                  </a:lnTo>
                  <a:lnTo>
                    <a:pt x="2205216" y="2807512"/>
                  </a:lnTo>
                  <a:lnTo>
                    <a:pt x="2205374" y="2807512"/>
                  </a:lnTo>
                  <a:lnTo>
                    <a:pt x="2205532" y="2807512"/>
                  </a:lnTo>
                  <a:lnTo>
                    <a:pt x="2205690" y="2807512"/>
                  </a:lnTo>
                  <a:lnTo>
                    <a:pt x="2205847" y="2807512"/>
                  </a:lnTo>
                  <a:lnTo>
                    <a:pt x="2206005" y="2807512"/>
                  </a:lnTo>
                  <a:lnTo>
                    <a:pt x="2206005" y="2807081"/>
                  </a:lnTo>
                  <a:lnTo>
                    <a:pt x="2206163" y="2807081"/>
                  </a:lnTo>
                  <a:lnTo>
                    <a:pt x="2206163" y="2806650"/>
                  </a:lnTo>
                  <a:lnTo>
                    <a:pt x="2206163" y="2806220"/>
                  </a:lnTo>
                  <a:lnTo>
                    <a:pt x="2206320" y="2806220"/>
                  </a:lnTo>
                  <a:lnTo>
                    <a:pt x="2206478" y="2806220"/>
                  </a:lnTo>
                  <a:lnTo>
                    <a:pt x="2206636" y="2806220"/>
                  </a:lnTo>
                  <a:lnTo>
                    <a:pt x="2206794" y="2806220"/>
                  </a:lnTo>
                  <a:lnTo>
                    <a:pt x="2206951" y="2806220"/>
                  </a:lnTo>
                  <a:lnTo>
                    <a:pt x="2207109" y="2806220"/>
                  </a:lnTo>
                  <a:lnTo>
                    <a:pt x="2207267" y="2806220"/>
                  </a:lnTo>
                  <a:lnTo>
                    <a:pt x="2207267" y="2805789"/>
                  </a:lnTo>
                  <a:lnTo>
                    <a:pt x="2207425" y="2805789"/>
                  </a:lnTo>
                  <a:lnTo>
                    <a:pt x="2207582" y="2805789"/>
                  </a:lnTo>
                  <a:lnTo>
                    <a:pt x="2207582" y="2805359"/>
                  </a:lnTo>
                  <a:lnTo>
                    <a:pt x="2207740" y="2805359"/>
                  </a:lnTo>
                  <a:lnTo>
                    <a:pt x="2207898" y="2805359"/>
                  </a:lnTo>
                  <a:lnTo>
                    <a:pt x="2208055" y="2805359"/>
                  </a:lnTo>
                  <a:lnTo>
                    <a:pt x="2208213" y="2805359"/>
                  </a:lnTo>
                  <a:lnTo>
                    <a:pt x="2208371" y="2805359"/>
                  </a:lnTo>
                  <a:lnTo>
                    <a:pt x="2208371" y="2804928"/>
                  </a:lnTo>
                  <a:lnTo>
                    <a:pt x="2208529" y="2804928"/>
                  </a:lnTo>
                  <a:lnTo>
                    <a:pt x="2208529" y="2804497"/>
                  </a:lnTo>
                  <a:lnTo>
                    <a:pt x="2208529" y="2804067"/>
                  </a:lnTo>
                  <a:lnTo>
                    <a:pt x="2208686" y="2804067"/>
                  </a:lnTo>
                  <a:lnTo>
                    <a:pt x="2208844" y="2804067"/>
                  </a:lnTo>
                  <a:lnTo>
                    <a:pt x="2209002" y="2804067"/>
                  </a:lnTo>
                  <a:lnTo>
                    <a:pt x="2209159" y="2804067"/>
                  </a:lnTo>
                  <a:lnTo>
                    <a:pt x="2209159" y="2803636"/>
                  </a:lnTo>
                  <a:lnTo>
                    <a:pt x="2209317" y="2803636"/>
                  </a:lnTo>
                  <a:lnTo>
                    <a:pt x="2209317" y="2803206"/>
                  </a:lnTo>
                  <a:lnTo>
                    <a:pt x="2209475" y="2803206"/>
                  </a:lnTo>
                  <a:lnTo>
                    <a:pt x="2209475" y="2802775"/>
                  </a:lnTo>
                  <a:lnTo>
                    <a:pt x="2209475" y="2802344"/>
                  </a:lnTo>
                  <a:lnTo>
                    <a:pt x="2209475" y="2801914"/>
                  </a:lnTo>
                  <a:lnTo>
                    <a:pt x="2209633" y="2801914"/>
                  </a:lnTo>
                  <a:lnTo>
                    <a:pt x="2209790" y="2801914"/>
                  </a:lnTo>
                  <a:lnTo>
                    <a:pt x="2209790" y="2801483"/>
                  </a:lnTo>
                  <a:lnTo>
                    <a:pt x="2209948" y="2801483"/>
                  </a:lnTo>
                  <a:lnTo>
                    <a:pt x="2210106" y="2801483"/>
                  </a:lnTo>
                  <a:lnTo>
                    <a:pt x="2210106" y="2801053"/>
                  </a:lnTo>
                  <a:lnTo>
                    <a:pt x="2210263" y="2801053"/>
                  </a:lnTo>
                  <a:lnTo>
                    <a:pt x="2210421" y="2801053"/>
                  </a:lnTo>
                  <a:lnTo>
                    <a:pt x="2210579" y="2801053"/>
                  </a:lnTo>
                  <a:lnTo>
                    <a:pt x="2210737" y="2801053"/>
                  </a:lnTo>
                  <a:lnTo>
                    <a:pt x="2210894" y="2801053"/>
                  </a:lnTo>
                  <a:lnTo>
                    <a:pt x="2211052" y="2801053"/>
                  </a:lnTo>
                  <a:lnTo>
                    <a:pt x="2211210" y="2801053"/>
                  </a:lnTo>
                  <a:lnTo>
                    <a:pt x="2211210" y="2800622"/>
                  </a:lnTo>
                  <a:lnTo>
                    <a:pt x="2211367" y="2800622"/>
                  </a:lnTo>
                  <a:lnTo>
                    <a:pt x="2211525" y="2800622"/>
                  </a:lnTo>
                  <a:lnTo>
                    <a:pt x="2211683" y="2800622"/>
                  </a:lnTo>
                  <a:lnTo>
                    <a:pt x="2211841" y="2800622"/>
                  </a:lnTo>
                  <a:lnTo>
                    <a:pt x="2211841" y="2800191"/>
                  </a:lnTo>
                  <a:lnTo>
                    <a:pt x="2211998" y="2800191"/>
                  </a:lnTo>
                  <a:lnTo>
                    <a:pt x="2212156" y="2800191"/>
                  </a:lnTo>
                  <a:lnTo>
                    <a:pt x="2212314" y="2800191"/>
                  </a:lnTo>
                  <a:lnTo>
                    <a:pt x="2212314" y="2799761"/>
                  </a:lnTo>
                  <a:lnTo>
                    <a:pt x="2212472" y="2799761"/>
                  </a:lnTo>
                  <a:lnTo>
                    <a:pt x="2212629" y="2799761"/>
                  </a:lnTo>
                  <a:lnTo>
                    <a:pt x="2212787" y="2799761"/>
                  </a:lnTo>
                  <a:lnTo>
                    <a:pt x="2212787" y="2799330"/>
                  </a:lnTo>
                  <a:lnTo>
                    <a:pt x="2212945" y="2799330"/>
                  </a:lnTo>
                  <a:lnTo>
                    <a:pt x="2213102" y="2799330"/>
                  </a:lnTo>
                  <a:lnTo>
                    <a:pt x="2213260" y="2799330"/>
                  </a:lnTo>
                  <a:lnTo>
                    <a:pt x="2213260" y="2798900"/>
                  </a:lnTo>
                  <a:lnTo>
                    <a:pt x="2213260" y="2798469"/>
                  </a:lnTo>
                  <a:lnTo>
                    <a:pt x="2213418" y="2798469"/>
                  </a:lnTo>
                  <a:lnTo>
                    <a:pt x="2213576" y="2798469"/>
                  </a:lnTo>
                  <a:lnTo>
                    <a:pt x="2213733" y="2798469"/>
                  </a:lnTo>
                  <a:lnTo>
                    <a:pt x="2213891" y="2798469"/>
                  </a:lnTo>
                  <a:lnTo>
                    <a:pt x="2214049" y="2798469"/>
                  </a:lnTo>
                  <a:lnTo>
                    <a:pt x="2214206" y="2798469"/>
                  </a:lnTo>
                  <a:lnTo>
                    <a:pt x="2214364" y="2798469"/>
                  </a:lnTo>
                  <a:lnTo>
                    <a:pt x="2214522" y="2798469"/>
                  </a:lnTo>
                  <a:lnTo>
                    <a:pt x="2214680" y="2798469"/>
                  </a:lnTo>
                  <a:lnTo>
                    <a:pt x="2214837" y="2798469"/>
                  </a:lnTo>
                  <a:lnTo>
                    <a:pt x="2214837" y="2798038"/>
                  </a:lnTo>
                  <a:lnTo>
                    <a:pt x="2214837" y="2797608"/>
                  </a:lnTo>
                  <a:lnTo>
                    <a:pt x="2214995" y="2797608"/>
                  </a:lnTo>
                  <a:lnTo>
                    <a:pt x="2215153" y="2797608"/>
                  </a:lnTo>
                  <a:lnTo>
                    <a:pt x="2215310" y="2797608"/>
                  </a:lnTo>
                  <a:lnTo>
                    <a:pt x="2215468" y="2797608"/>
                  </a:lnTo>
                  <a:lnTo>
                    <a:pt x="2215468" y="2797177"/>
                  </a:lnTo>
                  <a:lnTo>
                    <a:pt x="2215626" y="2797177"/>
                  </a:lnTo>
                  <a:lnTo>
                    <a:pt x="2215626" y="2796747"/>
                  </a:lnTo>
                  <a:lnTo>
                    <a:pt x="2215626" y="2796316"/>
                  </a:lnTo>
                  <a:lnTo>
                    <a:pt x="2215784" y="2796316"/>
                  </a:lnTo>
                  <a:lnTo>
                    <a:pt x="2215941" y="2796316"/>
                  </a:lnTo>
                  <a:lnTo>
                    <a:pt x="2216099" y="2796316"/>
                  </a:lnTo>
                  <a:lnTo>
                    <a:pt x="2216099" y="2795885"/>
                  </a:lnTo>
                  <a:lnTo>
                    <a:pt x="2216099" y="2795455"/>
                  </a:lnTo>
                  <a:lnTo>
                    <a:pt x="2216257" y="2795455"/>
                  </a:lnTo>
                  <a:lnTo>
                    <a:pt x="2216414" y="2795455"/>
                  </a:lnTo>
                  <a:lnTo>
                    <a:pt x="2216572" y="2795455"/>
                  </a:lnTo>
                  <a:lnTo>
                    <a:pt x="2216730" y="2795455"/>
                  </a:lnTo>
                  <a:lnTo>
                    <a:pt x="2216888" y="2795455"/>
                  </a:lnTo>
                  <a:lnTo>
                    <a:pt x="2217045" y="2795455"/>
                  </a:lnTo>
                  <a:lnTo>
                    <a:pt x="2217045" y="2795024"/>
                  </a:lnTo>
                  <a:lnTo>
                    <a:pt x="2217203" y="2795024"/>
                  </a:lnTo>
                  <a:lnTo>
                    <a:pt x="2217361" y="2795024"/>
                  </a:lnTo>
                  <a:lnTo>
                    <a:pt x="2217518" y="2795024"/>
                  </a:lnTo>
                  <a:lnTo>
                    <a:pt x="2217676" y="2795024"/>
                  </a:lnTo>
                  <a:lnTo>
                    <a:pt x="2217834" y="2795024"/>
                  </a:lnTo>
                  <a:lnTo>
                    <a:pt x="2217992" y="2795024"/>
                  </a:lnTo>
                  <a:lnTo>
                    <a:pt x="2217992" y="2794594"/>
                  </a:lnTo>
                  <a:lnTo>
                    <a:pt x="2217992" y="2794163"/>
                  </a:lnTo>
                  <a:lnTo>
                    <a:pt x="2218149" y="2794163"/>
                  </a:lnTo>
                  <a:lnTo>
                    <a:pt x="2218307" y="2794163"/>
                  </a:lnTo>
                  <a:lnTo>
                    <a:pt x="2218465" y="2794163"/>
                  </a:lnTo>
                  <a:lnTo>
                    <a:pt x="2218465" y="2793732"/>
                  </a:lnTo>
                  <a:lnTo>
                    <a:pt x="2218623" y="2793732"/>
                  </a:lnTo>
                  <a:lnTo>
                    <a:pt x="2218780" y="2793732"/>
                  </a:lnTo>
                  <a:lnTo>
                    <a:pt x="2218938" y="2793732"/>
                  </a:lnTo>
                  <a:lnTo>
                    <a:pt x="2219096" y="2793732"/>
                  </a:lnTo>
                  <a:lnTo>
                    <a:pt x="2219253" y="2793732"/>
                  </a:lnTo>
                  <a:lnTo>
                    <a:pt x="2219411" y="2793732"/>
                  </a:lnTo>
                  <a:lnTo>
                    <a:pt x="2219569" y="2793732"/>
                  </a:lnTo>
                  <a:lnTo>
                    <a:pt x="2219569" y="2793302"/>
                  </a:lnTo>
                  <a:lnTo>
                    <a:pt x="2219569" y="2792871"/>
                  </a:lnTo>
                  <a:lnTo>
                    <a:pt x="2219727" y="2792871"/>
                  </a:lnTo>
                  <a:lnTo>
                    <a:pt x="2219727" y="2792441"/>
                  </a:lnTo>
                  <a:lnTo>
                    <a:pt x="2219884" y="2792441"/>
                  </a:lnTo>
                  <a:lnTo>
                    <a:pt x="2219884" y="2792010"/>
                  </a:lnTo>
                  <a:lnTo>
                    <a:pt x="2219884" y="2791579"/>
                  </a:lnTo>
                  <a:lnTo>
                    <a:pt x="2220042" y="2791579"/>
                  </a:lnTo>
                  <a:lnTo>
                    <a:pt x="2220200" y="2791579"/>
                  </a:lnTo>
                  <a:lnTo>
                    <a:pt x="2220357" y="2791579"/>
                  </a:lnTo>
                  <a:lnTo>
                    <a:pt x="2220357" y="2791149"/>
                  </a:lnTo>
                  <a:lnTo>
                    <a:pt x="2220357" y="2790718"/>
                  </a:lnTo>
                  <a:lnTo>
                    <a:pt x="2220515" y="2790718"/>
                  </a:lnTo>
                  <a:lnTo>
                    <a:pt x="2220673" y="2790718"/>
                  </a:lnTo>
                  <a:lnTo>
                    <a:pt x="2220673" y="2790288"/>
                  </a:lnTo>
                  <a:lnTo>
                    <a:pt x="2220831" y="2790288"/>
                  </a:lnTo>
                  <a:lnTo>
                    <a:pt x="2220988" y="2790288"/>
                  </a:lnTo>
                  <a:lnTo>
                    <a:pt x="2221146" y="2790288"/>
                  </a:lnTo>
                  <a:lnTo>
                    <a:pt x="2221146" y="2789857"/>
                  </a:lnTo>
                  <a:lnTo>
                    <a:pt x="2221304" y="2789857"/>
                  </a:lnTo>
                  <a:lnTo>
                    <a:pt x="2221461" y="2789857"/>
                  </a:lnTo>
                  <a:lnTo>
                    <a:pt x="2221619" y="2789857"/>
                  </a:lnTo>
                  <a:lnTo>
                    <a:pt x="2221777" y="2789857"/>
                  </a:lnTo>
                  <a:lnTo>
                    <a:pt x="2221777" y="2789426"/>
                  </a:lnTo>
                  <a:lnTo>
                    <a:pt x="2221935" y="2789426"/>
                  </a:lnTo>
                  <a:lnTo>
                    <a:pt x="2222092" y="2789426"/>
                  </a:lnTo>
                  <a:lnTo>
                    <a:pt x="2222250" y="2789426"/>
                  </a:lnTo>
                  <a:lnTo>
                    <a:pt x="2222408" y="2789426"/>
                  </a:lnTo>
                  <a:lnTo>
                    <a:pt x="2222565" y="2789426"/>
                  </a:lnTo>
                  <a:lnTo>
                    <a:pt x="2222723" y="2789426"/>
                  </a:lnTo>
                  <a:lnTo>
                    <a:pt x="2222881" y="2789426"/>
                  </a:lnTo>
                  <a:lnTo>
                    <a:pt x="2223039" y="2789426"/>
                  </a:lnTo>
                  <a:lnTo>
                    <a:pt x="2223039" y="2788996"/>
                  </a:lnTo>
                  <a:lnTo>
                    <a:pt x="2223196" y="2788996"/>
                  </a:lnTo>
                  <a:lnTo>
                    <a:pt x="2223354" y="2788996"/>
                  </a:lnTo>
                  <a:lnTo>
                    <a:pt x="2223354" y="2788565"/>
                  </a:lnTo>
                  <a:lnTo>
                    <a:pt x="2223354" y="2788135"/>
                  </a:lnTo>
                  <a:lnTo>
                    <a:pt x="2223512" y="2788135"/>
                  </a:lnTo>
                  <a:lnTo>
                    <a:pt x="2223670" y="2788135"/>
                  </a:lnTo>
                  <a:lnTo>
                    <a:pt x="2223670" y="2787704"/>
                  </a:lnTo>
                  <a:lnTo>
                    <a:pt x="2223827" y="2787704"/>
                  </a:lnTo>
                  <a:lnTo>
                    <a:pt x="2223827" y="2787273"/>
                  </a:lnTo>
                  <a:lnTo>
                    <a:pt x="2223985" y="2787273"/>
                  </a:lnTo>
                  <a:lnTo>
                    <a:pt x="2224143" y="2787273"/>
                  </a:lnTo>
                  <a:lnTo>
                    <a:pt x="2224300" y="2787273"/>
                  </a:lnTo>
                  <a:lnTo>
                    <a:pt x="2224458" y="2787273"/>
                  </a:lnTo>
                  <a:lnTo>
                    <a:pt x="2224616" y="2787273"/>
                  </a:lnTo>
                  <a:lnTo>
                    <a:pt x="2224616" y="2786843"/>
                  </a:lnTo>
                  <a:lnTo>
                    <a:pt x="2224616" y="2786412"/>
                  </a:lnTo>
                  <a:lnTo>
                    <a:pt x="2224774" y="2786412"/>
                  </a:lnTo>
                  <a:lnTo>
                    <a:pt x="2224774" y="2785982"/>
                  </a:lnTo>
                  <a:lnTo>
                    <a:pt x="2224774" y="2785551"/>
                  </a:lnTo>
                  <a:lnTo>
                    <a:pt x="2224774" y="2785120"/>
                  </a:lnTo>
                  <a:lnTo>
                    <a:pt x="2224931" y="2785120"/>
                  </a:lnTo>
                  <a:lnTo>
                    <a:pt x="2225089" y="2785120"/>
                  </a:lnTo>
                  <a:lnTo>
                    <a:pt x="2225247" y="2785120"/>
                  </a:lnTo>
                  <a:lnTo>
                    <a:pt x="2225404" y="2785120"/>
                  </a:lnTo>
                  <a:lnTo>
                    <a:pt x="2225562" y="2785120"/>
                  </a:lnTo>
                  <a:lnTo>
                    <a:pt x="2225562" y="2784690"/>
                  </a:lnTo>
                  <a:lnTo>
                    <a:pt x="2225720" y="2784690"/>
                  </a:lnTo>
                  <a:lnTo>
                    <a:pt x="2225878" y="2784690"/>
                  </a:lnTo>
                  <a:lnTo>
                    <a:pt x="2226035" y="2784690"/>
                  </a:lnTo>
                  <a:lnTo>
                    <a:pt x="2226035" y="2784259"/>
                  </a:lnTo>
                  <a:lnTo>
                    <a:pt x="2226035" y="2783829"/>
                  </a:lnTo>
                  <a:lnTo>
                    <a:pt x="2226193" y="2783829"/>
                  </a:lnTo>
                  <a:lnTo>
                    <a:pt x="2226351" y="2783829"/>
                  </a:lnTo>
                  <a:lnTo>
                    <a:pt x="2226508" y="2783829"/>
                  </a:lnTo>
                  <a:lnTo>
                    <a:pt x="2226666" y="2783829"/>
                  </a:lnTo>
                  <a:lnTo>
                    <a:pt x="2226824" y="2783829"/>
                  </a:lnTo>
                  <a:lnTo>
                    <a:pt x="2226824" y="2783398"/>
                  </a:lnTo>
                  <a:lnTo>
                    <a:pt x="2226982" y="2783398"/>
                  </a:lnTo>
                  <a:lnTo>
                    <a:pt x="2227139" y="2783398"/>
                  </a:lnTo>
                  <a:lnTo>
                    <a:pt x="2227297" y="2783398"/>
                  </a:lnTo>
                  <a:lnTo>
                    <a:pt x="2227455" y="2783398"/>
                  </a:lnTo>
                  <a:lnTo>
                    <a:pt x="2227455" y="2782967"/>
                  </a:lnTo>
                  <a:lnTo>
                    <a:pt x="2227612" y="2782967"/>
                  </a:lnTo>
                  <a:lnTo>
                    <a:pt x="2227770" y="2782967"/>
                  </a:lnTo>
                  <a:lnTo>
                    <a:pt x="2227928" y="2782967"/>
                  </a:lnTo>
                  <a:lnTo>
                    <a:pt x="2228086" y="2782967"/>
                  </a:lnTo>
                  <a:lnTo>
                    <a:pt x="2228243" y="2782967"/>
                  </a:lnTo>
                  <a:lnTo>
                    <a:pt x="2228243" y="2782537"/>
                  </a:lnTo>
                  <a:lnTo>
                    <a:pt x="2228243" y="2782106"/>
                  </a:lnTo>
                  <a:lnTo>
                    <a:pt x="2228243" y="2781676"/>
                  </a:lnTo>
                  <a:lnTo>
                    <a:pt x="2228243" y="2781245"/>
                  </a:lnTo>
                  <a:lnTo>
                    <a:pt x="2228401" y="2781245"/>
                  </a:lnTo>
                  <a:lnTo>
                    <a:pt x="2228401" y="2780814"/>
                  </a:lnTo>
                  <a:lnTo>
                    <a:pt x="2228559" y="2780814"/>
                  </a:lnTo>
                  <a:lnTo>
                    <a:pt x="2228716" y="2780814"/>
                  </a:lnTo>
                  <a:lnTo>
                    <a:pt x="2228716" y="2780384"/>
                  </a:lnTo>
                  <a:lnTo>
                    <a:pt x="2228874" y="2780384"/>
                  </a:lnTo>
                  <a:lnTo>
                    <a:pt x="2229032" y="2780384"/>
                  </a:lnTo>
                  <a:lnTo>
                    <a:pt x="2229190" y="2780384"/>
                  </a:lnTo>
                  <a:lnTo>
                    <a:pt x="2229347" y="2780384"/>
                  </a:lnTo>
                  <a:lnTo>
                    <a:pt x="2229505" y="2780384"/>
                  </a:lnTo>
                  <a:lnTo>
                    <a:pt x="2229663" y="2780384"/>
                  </a:lnTo>
                  <a:lnTo>
                    <a:pt x="2229821" y="2780384"/>
                  </a:lnTo>
                  <a:lnTo>
                    <a:pt x="2229978" y="2780384"/>
                  </a:lnTo>
                  <a:lnTo>
                    <a:pt x="2229978" y="2779953"/>
                  </a:lnTo>
                  <a:lnTo>
                    <a:pt x="2230136" y="2779953"/>
                  </a:lnTo>
                  <a:lnTo>
                    <a:pt x="2230294" y="2779953"/>
                  </a:lnTo>
                  <a:lnTo>
                    <a:pt x="2230451" y="2779953"/>
                  </a:lnTo>
                  <a:lnTo>
                    <a:pt x="2230609" y="2779953"/>
                  </a:lnTo>
                  <a:lnTo>
                    <a:pt x="2230609" y="2779523"/>
                  </a:lnTo>
                  <a:lnTo>
                    <a:pt x="2230767" y="2779523"/>
                  </a:lnTo>
                  <a:lnTo>
                    <a:pt x="2230925" y="2779523"/>
                  </a:lnTo>
                  <a:lnTo>
                    <a:pt x="2231082" y="2779523"/>
                  </a:lnTo>
                  <a:lnTo>
                    <a:pt x="2231240" y="2779523"/>
                  </a:lnTo>
                  <a:lnTo>
                    <a:pt x="2231398" y="2779523"/>
                  </a:lnTo>
                  <a:lnTo>
                    <a:pt x="2231398" y="2779092"/>
                  </a:lnTo>
                  <a:lnTo>
                    <a:pt x="2231555" y="2779092"/>
                  </a:lnTo>
                  <a:lnTo>
                    <a:pt x="2231555" y="2778661"/>
                  </a:lnTo>
                  <a:lnTo>
                    <a:pt x="2231555" y="2778231"/>
                  </a:lnTo>
                  <a:lnTo>
                    <a:pt x="2231713" y="2778231"/>
                  </a:lnTo>
                  <a:lnTo>
                    <a:pt x="2231713" y="2777800"/>
                  </a:lnTo>
                  <a:lnTo>
                    <a:pt x="2231871" y="2777800"/>
                  </a:lnTo>
                  <a:lnTo>
                    <a:pt x="2232029" y="2777800"/>
                  </a:lnTo>
                  <a:lnTo>
                    <a:pt x="2232186" y="2777800"/>
                  </a:lnTo>
                  <a:lnTo>
                    <a:pt x="2232186" y="2777370"/>
                  </a:lnTo>
                  <a:lnTo>
                    <a:pt x="2232186" y="2776939"/>
                  </a:lnTo>
                  <a:lnTo>
                    <a:pt x="2232186" y="2776508"/>
                  </a:lnTo>
                  <a:lnTo>
                    <a:pt x="2232344" y="2776508"/>
                  </a:lnTo>
                  <a:lnTo>
                    <a:pt x="2232502" y="2776508"/>
                  </a:lnTo>
                  <a:lnTo>
                    <a:pt x="2232502" y="2776078"/>
                  </a:lnTo>
                  <a:lnTo>
                    <a:pt x="2232502" y="2775647"/>
                  </a:lnTo>
                  <a:lnTo>
                    <a:pt x="2232659" y="2775647"/>
                  </a:lnTo>
                  <a:lnTo>
                    <a:pt x="2232659" y="2775217"/>
                  </a:lnTo>
                  <a:lnTo>
                    <a:pt x="2232817" y="2775217"/>
                  </a:lnTo>
                  <a:lnTo>
                    <a:pt x="2232975" y="2775217"/>
                  </a:lnTo>
                  <a:lnTo>
                    <a:pt x="2233133" y="2775217"/>
                  </a:lnTo>
                  <a:lnTo>
                    <a:pt x="2233290" y="2775217"/>
                  </a:lnTo>
                  <a:lnTo>
                    <a:pt x="2233290" y="2774786"/>
                  </a:lnTo>
                  <a:lnTo>
                    <a:pt x="2233290" y="2774355"/>
                  </a:lnTo>
                  <a:lnTo>
                    <a:pt x="2233448" y="2774355"/>
                  </a:lnTo>
                  <a:lnTo>
                    <a:pt x="2233448" y="2773925"/>
                  </a:lnTo>
                  <a:lnTo>
                    <a:pt x="2233448" y="2773494"/>
                  </a:lnTo>
                  <a:lnTo>
                    <a:pt x="2233448" y="2773064"/>
                  </a:lnTo>
                  <a:lnTo>
                    <a:pt x="2233606" y="2773064"/>
                  </a:lnTo>
                  <a:lnTo>
                    <a:pt x="2233763" y="2773064"/>
                  </a:lnTo>
                  <a:lnTo>
                    <a:pt x="2233921" y="2773064"/>
                  </a:lnTo>
                  <a:lnTo>
                    <a:pt x="2234079" y="2773064"/>
                  </a:lnTo>
                  <a:lnTo>
                    <a:pt x="2234237" y="2773064"/>
                  </a:lnTo>
                  <a:lnTo>
                    <a:pt x="2234394" y="2773064"/>
                  </a:lnTo>
                  <a:lnTo>
                    <a:pt x="2234552" y="2773064"/>
                  </a:lnTo>
                  <a:lnTo>
                    <a:pt x="2234552" y="2772633"/>
                  </a:lnTo>
                  <a:lnTo>
                    <a:pt x="2234710" y="2772633"/>
                  </a:lnTo>
                  <a:lnTo>
                    <a:pt x="2234868" y="2772633"/>
                  </a:lnTo>
                  <a:lnTo>
                    <a:pt x="2235025" y="2772633"/>
                  </a:lnTo>
                  <a:lnTo>
                    <a:pt x="2235183" y="2772633"/>
                  </a:lnTo>
                  <a:lnTo>
                    <a:pt x="2235341" y="2772633"/>
                  </a:lnTo>
                  <a:lnTo>
                    <a:pt x="2235341" y="2772202"/>
                  </a:lnTo>
                  <a:lnTo>
                    <a:pt x="2235341" y="2771772"/>
                  </a:lnTo>
                  <a:lnTo>
                    <a:pt x="2235498" y="2771772"/>
                  </a:lnTo>
                  <a:lnTo>
                    <a:pt x="2235656" y="2771772"/>
                  </a:lnTo>
                  <a:lnTo>
                    <a:pt x="2235814" y="2771772"/>
                  </a:lnTo>
                  <a:lnTo>
                    <a:pt x="2235972" y="2771772"/>
                  </a:lnTo>
                  <a:lnTo>
                    <a:pt x="2235972" y="2771341"/>
                  </a:lnTo>
                  <a:lnTo>
                    <a:pt x="2236129" y="2771341"/>
                  </a:lnTo>
                  <a:lnTo>
                    <a:pt x="2236287" y="2771341"/>
                  </a:lnTo>
                  <a:lnTo>
                    <a:pt x="2236445" y="2771341"/>
                  </a:lnTo>
                  <a:lnTo>
                    <a:pt x="2236445" y="2770911"/>
                  </a:lnTo>
                  <a:lnTo>
                    <a:pt x="2236602" y="2770911"/>
                  </a:lnTo>
                  <a:lnTo>
                    <a:pt x="2236760" y="2770911"/>
                  </a:lnTo>
                  <a:lnTo>
                    <a:pt x="2236918" y="2770911"/>
                  </a:lnTo>
                  <a:lnTo>
                    <a:pt x="2237076" y="2770911"/>
                  </a:lnTo>
                  <a:lnTo>
                    <a:pt x="2237233" y="2770911"/>
                  </a:lnTo>
                  <a:lnTo>
                    <a:pt x="2237233" y="2770480"/>
                  </a:lnTo>
                  <a:lnTo>
                    <a:pt x="2237391" y="2770480"/>
                  </a:lnTo>
                  <a:lnTo>
                    <a:pt x="2237549" y="2770480"/>
                  </a:lnTo>
                  <a:lnTo>
                    <a:pt x="2237706" y="2770480"/>
                  </a:lnTo>
                  <a:lnTo>
                    <a:pt x="2237864" y="2770480"/>
                  </a:lnTo>
                  <a:lnTo>
                    <a:pt x="2238022" y="2770480"/>
                  </a:lnTo>
                  <a:lnTo>
                    <a:pt x="2238180" y="2770480"/>
                  </a:lnTo>
                  <a:lnTo>
                    <a:pt x="2238337" y="2770480"/>
                  </a:lnTo>
                  <a:lnTo>
                    <a:pt x="2238495" y="2770480"/>
                  </a:lnTo>
                  <a:lnTo>
                    <a:pt x="2238653" y="2770480"/>
                  </a:lnTo>
                  <a:lnTo>
                    <a:pt x="2238810" y="2770480"/>
                  </a:lnTo>
                  <a:lnTo>
                    <a:pt x="2238968" y="2770480"/>
                  </a:lnTo>
                  <a:lnTo>
                    <a:pt x="2239126" y="2770480"/>
                  </a:lnTo>
                  <a:lnTo>
                    <a:pt x="2239284" y="2770480"/>
                  </a:lnTo>
                  <a:lnTo>
                    <a:pt x="2239441" y="2770480"/>
                  </a:lnTo>
                  <a:lnTo>
                    <a:pt x="2239599" y="2770480"/>
                  </a:lnTo>
                  <a:lnTo>
                    <a:pt x="2239757" y="2770480"/>
                  </a:lnTo>
                  <a:lnTo>
                    <a:pt x="2239914" y="2770480"/>
                  </a:lnTo>
                  <a:lnTo>
                    <a:pt x="2240072" y="2770480"/>
                  </a:lnTo>
                  <a:lnTo>
                    <a:pt x="2240230" y="2770480"/>
                  </a:lnTo>
                  <a:lnTo>
                    <a:pt x="2240388" y="2770480"/>
                  </a:lnTo>
                  <a:lnTo>
                    <a:pt x="2240545" y="2770480"/>
                  </a:lnTo>
                  <a:lnTo>
                    <a:pt x="2240703" y="2770480"/>
                  </a:lnTo>
                  <a:lnTo>
                    <a:pt x="2240861" y="2770480"/>
                  </a:lnTo>
                  <a:lnTo>
                    <a:pt x="2240861" y="2770049"/>
                  </a:lnTo>
                  <a:lnTo>
                    <a:pt x="2241019" y="2770049"/>
                  </a:lnTo>
                  <a:lnTo>
                    <a:pt x="2241019" y="2769619"/>
                  </a:lnTo>
                  <a:lnTo>
                    <a:pt x="2241019" y="2769188"/>
                  </a:lnTo>
                  <a:lnTo>
                    <a:pt x="2241176" y="2769188"/>
                  </a:lnTo>
                  <a:lnTo>
                    <a:pt x="2241334" y="2769188"/>
                  </a:lnTo>
                  <a:lnTo>
                    <a:pt x="2241492" y="2769188"/>
                  </a:lnTo>
                  <a:lnTo>
                    <a:pt x="2241649" y="2769188"/>
                  </a:lnTo>
                  <a:lnTo>
                    <a:pt x="2241807" y="2769188"/>
                  </a:lnTo>
                  <a:lnTo>
                    <a:pt x="2241965" y="2769188"/>
                  </a:lnTo>
                  <a:lnTo>
                    <a:pt x="2242123" y="2769188"/>
                  </a:lnTo>
                  <a:lnTo>
                    <a:pt x="2242280" y="2769188"/>
                  </a:lnTo>
                  <a:lnTo>
                    <a:pt x="2242438" y="2769188"/>
                  </a:lnTo>
                  <a:lnTo>
                    <a:pt x="2242596" y="2769188"/>
                  </a:lnTo>
                  <a:lnTo>
                    <a:pt x="2242596" y="2768758"/>
                  </a:lnTo>
                  <a:lnTo>
                    <a:pt x="2242596" y="2768327"/>
                  </a:lnTo>
                  <a:lnTo>
                    <a:pt x="2242753" y="2768327"/>
                  </a:lnTo>
                  <a:lnTo>
                    <a:pt x="2242911" y="2768327"/>
                  </a:lnTo>
                  <a:lnTo>
                    <a:pt x="2243069" y="2768327"/>
                  </a:lnTo>
                  <a:lnTo>
                    <a:pt x="2243227" y="2768327"/>
                  </a:lnTo>
                  <a:lnTo>
                    <a:pt x="2243384" y="2768327"/>
                  </a:lnTo>
                  <a:lnTo>
                    <a:pt x="2243542" y="2768327"/>
                  </a:lnTo>
                  <a:lnTo>
                    <a:pt x="2243700" y="2768327"/>
                  </a:lnTo>
                  <a:lnTo>
                    <a:pt x="2243857" y="2768327"/>
                  </a:lnTo>
                  <a:lnTo>
                    <a:pt x="2244015" y="2768327"/>
                  </a:lnTo>
                  <a:lnTo>
                    <a:pt x="2244173" y="2768327"/>
                  </a:lnTo>
                  <a:lnTo>
                    <a:pt x="2244331" y="2768327"/>
                  </a:lnTo>
                  <a:lnTo>
                    <a:pt x="2244488" y="2768327"/>
                  </a:lnTo>
                  <a:lnTo>
                    <a:pt x="2244488" y="2767896"/>
                  </a:lnTo>
                  <a:lnTo>
                    <a:pt x="2244488" y="2767466"/>
                  </a:lnTo>
                  <a:lnTo>
                    <a:pt x="2244646" y="2767466"/>
                  </a:lnTo>
                  <a:lnTo>
                    <a:pt x="2244804" y="2767466"/>
                  </a:lnTo>
                  <a:lnTo>
                    <a:pt x="2244961" y="2767466"/>
                  </a:lnTo>
                  <a:lnTo>
                    <a:pt x="2245119" y="2767466"/>
                  </a:lnTo>
                  <a:lnTo>
                    <a:pt x="2245277" y="2767466"/>
                  </a:lnTo>
                  <a:lnTo>
                    <a:pt x="2245435" y="2767466"/>
                  </a:lnTo>
                  <a:lnTo>
                    <a:pt x="2245592" y="2767466"/>
                  </a:lnTo>
                  <a:lnTo>
                    <a:pt x="2245592" y="2767035"/>
                  </a:lnTo>
                  <a:lnTo>
                    <a:pt x="2245750" y="2767035"/>
                  </a:lnTo>
                  <a:lnTo>
                    <a:pt x="2245908" y="2767035"/>
                  </a:lnTo>
                  <a:lnTo>
                    <a:pt x="2246066" y="2767035"/>
                  </a:lnTo>
                  <a:lnTo>
                    <a:pt x="2246223" y="2767035"/>
                  </a:lnTo>
                  <a:lnTo>
                    <a:pt x="2246223" y="2766605"/>
                  </a:lnTo>
                  <a:lnTo>
                    <a:pt x="2246381" y="2766605"/>
                  </a:lnTo>
                  <a:lnTo>
                    <a:pt x="2246539" y="2766605"/>
                  </a:lnTo>
                  <a:lnTo>
                    <a:pt x="2246696" y="2766605"/>
                  </a:lnTo>
                  <a:lnTo>
                    <a:pt x="2246854" y="2766605"/>
                  </a:lnTo>
                  <a:lnTo>
                    <a:pt x="2246854" y="2766174"/>
                  </a:lnTo>
                  <a:lnTo>
                    <a:pt x="2246854" y="2765743"/>
                  </a:lnTo>
                  <a:lnTo>
                    <a:pt x="2247012" y="2765743"/>
                  </a:lnTo>
                  <a:lnTo>
                    <a:pt x="2247170" y="2765743"/>
                  </a:lnTo>
                  <a:lnTo>
                    <a:pt x="2247327" y="2765743"/>
                  </a:lnTo>
                  <a:lnTo>
                    <a:pt x="2247485" y="2765743"/>
                  </a:lnTo>
                  <a:lnTo>
                    <a:pt x="2247643" y="2765743"/>
                  </a:lnTo>
                  <a:lnTo>
                    <a:pt x="2247643" y="2765313"/>
                  </a:lnTo>
                  <a:lnTo>
                    <a:pt x="2247800" y="2765313"/>
                  </a:lnTo>
                  <a:lnTo>
                    <a:pt x="2247800" y="2764882"/>
                  </a:lnTo>
                  <a:lnTo>
                    <a:pt x="2247958" y="2764882"/>
                  </a:lnTo>
                  <a:lnTo>
                    <a:pt x="2247958" y="2764452"/>
                  </a:lnTo>
                  <a:lnTo>
                    <a:pt x="2248116" y="2764452"/>
                  </a:lnTo>
                  <a:lnTo>
                    <a:pt x="2248116" y="2764021"/>
                  </a:lnTo>
                  <a:lnTo>
                    <a:pt x="2248274" y="2764021"/>
                  </a:lnTo>
                  <a:lnTo>
                    <a:pt x="2248431" y="2764021"/>
                  </a:lnTo>
                  <a:lnTo>
                    <a:pt x="2248589" y="2764021"/>
                  </a:lnTo>
                  <a:lnTo>
                    <a:pt x="2248589" y="2763590"/>
                  </a:lnTo>
                  <a:lnTo>
                    <a:pt x="2248747" y="2763590"/>
                  </a:lnTo>
                  <a:lnTo>
                    <a:pt x="2248747" y="2763160"/>
                  </a:lnTo>
                  <a:lnTo>
                    <a:pt x="2248904" y="2763160"/>
                  </a:lnTo>
                  <a:lnTo>
                    <a:pt x="2249062" y="2763160"/>
                  </a:lnTo>
                  <a:lnTo>
                    <a:pt x="2249062" y="2762729"/>
                  </a:lnTo>
                  <a:lnTo>
                    <a:pt x="2249062" y="2762299"/>
                  </a:lnTo>
                  <a:lnTo>
                    <a:pt x="2249220" y="2762299"/>
                  </a:lnTo>
                  <a:lnTo>
                    <a:pt x="2249378" y="2762299"/>
                  </a:lnTo>
                  <a:lnTo>
                    <a:pt x="2249535" y="2762299"/>
                  </a:lnTo>
                  <a:lnTo>
                    <a:pt x="2249535" y="2761868"/>
                  </a:lnTo>
                  <a:lnTo>
                    <a:pt x="2249535" y="2761437"/>
                  </a:lnTo>
                  <a:lnTo>
                    <a:pt x="2249535" y="2761007"/>
                  </a:lnTo>
                  <a:lnTo>
                    <a:pt x="2249693" y="2761007"/>
                  </a:lnTo>
                  <a:lnTo>
                    <a:pt x="2249851" y="2761007"/>
                  </a:lnTo>
                  <a:lnTo>
                    <a:pt x="2249851" y="2760576"/>
                  </a:lnTo>
                  <a:lnTo>
                    <a:pt x="2249851" y="2760146"/>
                  </a:lnTo>
                  <a:lnTo>
                    <a:pt x="2249851" y="2759715"/>
                  </a:lnTo>
                  <a:lnTo>
                    <a:pt x="2250008" y="2759715"/>
                  </a:lnTo>
                  <a:lnTo>
                    <a:pt x="2250166" y="2759715"/>
                  </a:lnTo>
                  <a:lnTo>
                    <a:pt x="2250324" y="2759715"/>
                  </a:lnTo>
                  <a:lnTo>
                    <a:pt x="2250482" y="2759715"/>
                  </a:lnTo>
                  <a:lnTo>
                    <a:pt x="2250639" y="2759715"/>
                  </a:lnTo>
                  <a:lnTo>
                    <a:pt x="2250639" y="2759284"/>
                  </a:lnTo>
                  <a:lnTo>
                    <a:pt x="2250797" y="2759284"/>
                  </a:lnTo>
                  <a:lnTo>
                    <a:pt x="2250955" y="2759284"/>
                  </a:lnTo>
                  <a:lnTo>
                    <a:pt x="2250955" y="2758854"/>
                  </a:lnTo>
                  <a:lnTo>
                    <a:pt x="2251112" y="2758854"/>
                  </a:lnTo>
                  <a:lnTo>
                    <a:pt x="2251270" y="2758854"/>
                  </a:lnTo>
                  <a:lnTo>
                    <a:pt x="2251270" y="2758423"/>
                  </a:lnTo>
                  <a:lnTo>
                    <a:pt x="2251428" y="2758423"/>
                  </a:lnTo>
                  <a:lnTo>
                    <a:pt x="2251428" y="2757993"/>
                  </a:lnTo>
                  <a:lnTo>
                    <a:pt x="2251428" y="2757562"/>
                  </a:lnTo>
                  <a:lnTo>
                    <a:pt x="2251586" y="2757562"/>
                  </a:lnTo>
                  <a:lnTo>
                    <a:pt x="2251743" y="2757562"/>
                  </a:lnTo>
                  <a:lnTo>
                    <a:pt x="2251743" y="2757131"/>
                  </a:lnTo>
                  <a:lnTo>
                    <a:pt x="2251901" y="2757131"/>
                  </a:lnTo>
                  <a:lnTo>
                    <a:pt x="2251901" y="2756701"/>
                  </a:lnTo>
                  <a:lnTo>
                    <a:pt x="2252059" y="2756701"/>
                  </a:lnTo>
                  <a:lnTo>
                    <a:pt x="2252217" y="2756701"/>
                  </a:lnTo>
                  <a:lnTo>
                    <a:pt x="2252374" y="2756701"/>
                  </a:lnTo>
                  <a:lnTo>
                    <a:pt x="2252532" y="2756701"/>
                  </a:lnTo>
                  <a:lnTo>
                    <a:pt x="2252690" y="2756701"/>
                  </a:lnTo>
                  <a:lnTo>
                    <a:pt x="2252847" y="2756701"/>
                  </a:lnTo>
                  <a:lnTo>
                    <a:pt x="2253005" y="2756701"/>
                  </a:lnTo>
                  <a:lnTo>
                    <a:pt x="2253163" y="2756701"/>
                  </a:lnTo>
                  <a:lnTo>
                    <a:pt x="2253321" y="2756701"/>
                  </a:lnTo>
                  <a:lnTo>
                    <a:pt x="2253321" y="2756270"/>
                  </a:lnTo>
                  <a:lnTo>
                    <a:pt x="2253478" y="2756270"/>
                  </a:lnTo>
                  <a:lnTo>
                    <a:pt x="2253636" y="2756270"/>
                  </a:lnTo>
                  <a:lnTo>
                    <a:pt x="2253794" y="2756270"/>
                  </a:lnTo>
                  <a:lnTo>
                    <a:pt x="2253951" y="2756270"/>
                  </a:lnTo>
                  <a:lnTo>
                    <a:pt x="2253951" y="2755840"/>
                  </a:lnTo>
                  <a:lnTo>
                    <a:pt x="2254109" y="2755840"/>
                  </a:lnTo>
                  <a:lnTo>
                    <a:pt x="2254267" y="2755840"/>
                  </a:lnTo>
                  <a:lnTo>
                    <a:pt x="2254425" y="2755840"/>
                  </a:lnTo>
                  <a:lnTo>
                    <a:pt x="2254582" y="2755840"/>
                  </a:lnTo>
                  <a:lnTo>
                    <a:pt x="2254740" y="2755840"/>
                  </a:lnTo>
                  <a:lnTo>
                    <a:pt x="2254740" y="2755409"/>
                  </a:lnTo>
                  <a:lnTo>
                    <a:pt x="2254898" y="2755409"/>
                  </a:lnTo>
                  <a:lnTo>
                    <a:pt x="2255055" y="2755409"/>
                  </a:lnTo>
                  <a:lnTo>
                    <a:pt x="2255213" y="2755409"/>
                  </a:lnTo>
                  <a:lnTo>
                    <a:pt x="2255371" y="2755409"/>
                  </a:lnTo>
                  <a:lnTo>
                    <a:pt x="2255371" y="2754978"/>
                  </a:lnTo>
                  <a:lnTo>
                    <a:pt x="2255371" y="2754548"/>
                  </a:lnTo>
                  <a:lnTo>
                    <a:pt x="2255529" y="2754548"/>
                  </a:lnTo>
                  <a:lnTo>
                    <a:pt x="2255686" y="2754548"/>
                  </a:lnTo>
                  <a:lnTo>
                    <a:pt x="2255844" y="2754548"/>
                  </a:lnTo>
                  <a:lnTo>
                    <a:pt x="2256002" y="2754548"/>
                  </a:lnTo>
                  <a:lnTo>
                    <a:pt x="2256159" y="2754548"/>
                  </a:lnTo>
                  <a:lnTo>
                    <a:pt x="2256317" y="2754548"/>
                  </a:lnTo>
                  <a:lnTo>
                    <a:pt x="2256317" y="2754117"/>
                  </a:lnTo>
                  <a:lnTo>
                    <a:pt x="2256317" y="2753687"/>
                  </a:lnTo>
                  <a:lnTo>
                    <a:pt x="2256475" y="2753687"/>
                  </a:lnTo>
                  <a:lnTo>
                    <a:pt x="2256633" y="2753687"/>
                  </a:lnTo>
                  <a:lnTo>
                    <a:pt x="2256633" y="2753256"/>
                  </a:lnTo>
                  <a:lnTo>
                    <a:pt x="2256790" y="2753256"/>
                  </a:lnTo>
                  <a:lnTo>
                    <a:pt x="2256948" y="2753256"/>
                  </a:lnTo>
                  <a:lnTo>
                    <a:pt x="2257106" y="2753256"/>
                  </a:lnTo>
                  <a:lnTo>
                    <a:pt x="2257106" y="2752825"/>
                  </a:lnTo>
                  <a:lnTo>
                    <a:pt x="2257106" y="2752395"/>
                  </a:lnTo>
                  <a:lnTo>
                    <a:pt x="2257263" y="2752395"/>
                  </a:lnTo>
                  <a:lnTo>
                    <a:pt x="2257421" y="2752395"/>
                  </a:lnTo>
                  <a:lnTo>
                    <a:pt x="2257579" y="2752395"/>
                  </a:lnTo>
                  <a:lnTo>
                    <a:pt x="2257737" y="2752395"/>
                  </a:lnTo>
                  <a:lnTo>
                    <a:pt x="2257737" y="2751964"/>
                  </a:lnTo>
                  <a:lnTo>
                    <a:pt x="2257894" y="2751964"/>
                  </a:lnTo>
                  <a:lnTo>
                    <a:pt x="2258052" y="2751964"/>
                  </a:lnTo>
                  <a:lnTo>
                    <a:pt x="2258210" y="2751964"/>
                  </a:lnTo>
                  <a:lnTo>
                    <a:pt x="2258210" y="2751534"/>
                  </a:lnTo>
                  <a:lnTo>
                    <a:pt x="2258368" y="2751534"/>
                  </a:lnTo>
                  <a:lnTo>
                    <a:pt x="2258525" y="2751534"/>
                  </a:lnTo>
                  <a:lnTo>
                    <a:pt x="2258525" y="2751103"/>
                  </a:lnTo>
                  <a:lnTo>
                    <a:pt x="2258683" y="2751103"/>
                  </a:lnTo>
                  <a:lnTo>
                    <a:pt x="2258841" y="2751103"/>
                  </a:lnTo>
                  <a:lnTo>
                    <a:pt x="2258998" y="2751103"/>
                  </a:lnTo>
                  <a:lnTo>
                    <a:pt x="2258998" y="2750672"/>
                  </a:lnTo>
                  <a:lnTo>
                    <a:pt x="2259156" y="2750672"/>
                  </a:lnTo>
                  <a:lnTo>
                    <a:pt x="2259314" y="2750672"/>
                  </a:lnTo>
                  <a:lnTo>
                    <a:pt x="2259472" y="2750672"/>
                  </a:lnTo>
                  <a:lnTo>
                    <a:pt x="2259629" y="2750672"/>
                  </a:lnTo>
                  <a:lnTo>
                    <a:pt x="2259787" y="2750672"/>
                  </a:lnTo>
                  <a:lnTo>
                    <a:pt x="2259787" y="2750242"/>
                  </a:lnTo>
                  <a:lnTo>
                    <a:pt x="2259945" y="2750242"/>
                  </a:lnTo>
                  <a:lnTo>
                    <a:pt x="2260102" y="2750242"/>
                  </a:lnTo>
                  <a:lnTo>
                    <a:pt x="2260260" y="2750242"/>
                  </a:lnTo>
                  <a:lnTo>
                    <a:pt x="2260418" y="2750242"/>
                  </a:lnTo>
                  <a:lnTo>
                    <a:pt x="2260576" y="2750242"/>
                  </a:lnTo>
                  <a:lnTo>
                    <a:pt x="2260733" y="2750242"/>
                  </a:lnTo>
                  <a:lnTo>
                    <a:pt x="2260891" y="2750242"/>
                  </a:lnTo>
                  <a:lnTo>
                    <a:pt x="2261049" y="2750242"/>
                  </a:lnTo>
                  <a:lnTo>
                    <a:pt x="2261206" y="2750242"/>
                  </a:lnTo>
                  <a:lnTo>
                    <a:pt x="2261206" y="2749811"/>
                  </a:lnTo>
                  <a:lnTo>
                    <a:pt x="2261206" y="2749381"/>
                  </a:lnTo>
                  <a:lnTo>
                    <a:pt x="2261364" y="2749381"/>
                  </a:lnTo>
                  <a:lnTo>
                    <a:pt x="2261364" y="2748950"/>
                  </a:lnTo>
                  <a:lnTo>
                    <a:pt x="2261522" y="2748950"/>
                  </a:lnTo>
                  <a:lnTo>
                    <a:pt x="2261680" y="2748950"/>
                  </a:lnTo>
                  <a:lnTo>
                    <a:pt x="2261680" y="2748519"/>
                  </a:lnTo>
                  <a:lnTo>
                    <a:pt x="2261680" y="2748089"/>
                  </a:lnTo>
                  <a:lnTo>
                    <a:pt x="2261837" y="2748089"/>
                  </a:lnTo>
                  <a:lnTo>
                    <a:pt x="2261995" y="2748089"/>
                  </a:lnTo>
                  <a:lnTo>
                    <a:pt x="2262153" y="2748089"/>
                  </a:lnTo>
                  <a:lnTo>
                    <a:pt x="2262153" y="2747658"/>
                  </a:lnTo>
                  <a:lnTo>
                    <a:pt x="2262310" y="2747658"/>
                  </a:lnTo>
                  <a:lnTo>
                    <a:pt x="2262468" y="2747658"/>
                  </a:lnTo>
                  <a:lnTo>
                    <a:pt x="2262626" y="2747658"/>
                  </a:lnTo>
                  <a:lnTo>
                    <a:pt x="2262784" y="2747658"/>
                  </a:lnTo>
                  <a:lnTo>
                    <a:pt x="2262941" y="2747658"/>
                  </a:lnTo>
                  <a:lnTo>
                    <a:pt x="2262941" y="2747228"/>
                  </a:lnTo>
                  <a:lnTo>
                    <a:pt x="2263099" y="2747228"/>
                  </a:lnTo>
                  <a:lnTo>
                    <a:pt x="2263099" y="2746797"/>
                  </a:lnTo>
                  <a:lnTo>
                    <a:pt x="2263257" y="2746797"/>
                  </a:lnTo>
                  <a:lnTo>
                    <a:pt x="2263415" y="2746797"/>
                  </a:lnTo>
                  <a:lnTo>
                    <a:pt x="2263572" y="2746797"/>
                  </a:lnTo>
                  <a:lnTo>
                    <a:pt x="2263572" y="2746366"/>
                  </a:lnTo>
                  <a:lnTo>
                    <a:pt x="2263572" y="2745936"/>
                  </a:lnTo>
                  <a:lnTo>
                    <a:pt x="2263730" y="2745936"/>
                  </a:lnTo>
                  <a:lnTo>
                    <a:pt x="2263888" y="2745936"/>
                  </a:lnTo>
                  <a:lnTo>
                    <a:pt x="2263888" y="2745505"/>
                  </a:lnTo>
                  <a:lnTo>
                    <a:pt x="2264045" y="2745505"/>
                  </a:lnTo>
                  <a:lnTo>
                    <a:pt x="2264203" y="2745505"/>
                  </a:lnTo>
                  <a:lnTo>
                    <a:pt x="2264203" y="2745075"/>
                  </a:lnTo>
                  <a:lnTo>
                    <a:pt x="2264361" y="2745075"/>
                  </a:lnTo>
                  <a:lnTo>
                    <a:pt x="2264361" y="2744644"/>
                  </a:lnTo>
                  <a:lnTo>
                    <a:pt x="2264519" y="2744644"/>
                  </a:lnTo>
                  <a:lnTo>
                    <a:pt x="2264676" y="2744644"/>
                  </a:lnTo>
                  <a:lnTo>
                    <a:pt x="2264676" y="2744213"/>
                  </a:lnTo>
                  <a:lnTo>
                    <a:pt x="2264834" y="2744213"/>
                  </a:lnTo>
                  <a:lnTo>
                    <a:pt x="2264992" y="2744213"/>
                  </a:lnTo>
                  <a:lnTo>
                    <a:pt x="2265149" y="2744213"/>
                  </a:lnTo>
                  <a:lnTo>
                    <a:pt x="2265307" y="2744213"/>
                  </a:lnTo>
                  <a:lnTo>
                    <a:pt x="2265465" y="2744213"/>
                  </a:lnTo>
                  <a:lnTo>
                    <a:pt x="2265465" y="2743783"/>
                  </a:lnTo>
                  <a:lnTo>
                    <a:pt x="2265623" y="2743783"/>
                  </a:lnTo>
                  <a:lnTo>
                    <a:pt x="2265780" y="2743783"/>
                  </a:lnTo>
                  <a:lnTo>
                    <a:pt x="2265938" y="2743783"/>
                  </a:lnTo>
                  <a:lnTo>
                    <a:pt x="2266096" y="2743783"/>
                  </a:lnTo>
                  <a:lnTo>
                    <a:pt x="2266096" y="2743352"/>
                  </a:lnTo>
                  <a:lnTo>
                    <a:pt x="2266253" y="2743352"/>
                  </a:lnTo>
                  <a:lnTo>
                    <a:pt x="2266411" y="2743352"/>
                  </a:lnTo>
                  <a:lnTo>
                    <a:pt x="2266569" y="2743352"/>
                  </a:lnTo>
                  <a:lnTo>
                    <a:pt x="2266727" y="2743352"/>
                  </a:lnTo>
                  <a:lnTo>
                    <a:pt x="2266727" y="2742922"/>
                  </a:lnTo>
                  <a:lnTo>
                    <a:pt x="2266884" y="2742922"/>
                  </a:lnTo>
                  <a:lnTo>
                    <a:pt x="2266884" y="2742491"/>
                  </a:lnTo>
                  <a:lnTo>
                    <a:pt x="2267042" y="2742491"/>
                  </a:lnTo>
                  <a:lnTo>
                    <a:pt x="2267200" y="2742491"/>
                  </a:lnTo>
                  <a:lnTo>
                    <a:pt x="2267200" y="2742060"/>
                  </a:lnTo>
                  <a:lnTo>
                    <a:pt x="2267357" y="2742060"/>
                  </a:lnTo>
                  <a:lnTo>
                    <a:pt x="2267515" y="2742060"/>
                  </a:lnTo>
                  <a:lnTo>
                    <a:pt x="2267673" y="2742060"/>
                  </a:lnTo>
                  <a:lnTo>
                    <a:pt x="2267831" y="2742060"/>
                  </a:lnTo>
                  <a:lnTo>
                    <a:pt x="2267988" y="2742060"/>
                  </a:lnTo>
                  <a:lnTo>
                    <a:pt x="2267988" y="2741630"/>
                  </a:lnTo>
                  <a:lnTo>
                    <a:pt x="2268146" y="2741630"/>
                  </a:lnTo>
                  <a:lnTo>
                    <a:pt x="2268304" y="2741630"/>
                  </a:lnTo>
                  <a:lnTo>
                    <a:pt x="2268461" y="2741630"/>
                  </a:lnTo>
                  <a:lnTo>
                    <a:pt x="2268619" y="2741630"/>
                  </a:lnTo>
                  <a:lnTo>
                    <a:pt x="2268619" y="2741199"/>
                  </a:lnTo>
                  <a:lnTo>
                    <a:pt x="2268777" y="2741199"/>
                  </a:lnTo>
                  <a:lnTo>
                    <a:pt x="2268935" y="2741199"/>
                  </a:lnTo>
                  <a:lnTo>
                    <a:pt x="2269092" y="2741199"/>
                  </a:lnTo>
                  <a:lnTo>
                    <a:pt x="2269250" y="2741199"/>
                  </a:lnTo>
                  <a:lnTo>
                    <a:pt x="2269408" y="2741199"/>
                  </a:lnTo>
                  <a:lnTo>
                    <a:pt x="2269566" y="2741199"/>
                  </a:lnTo>
                  <a:lnTo>
                    <a:pt x="2269566" y="2740769"/>
                  </a:lnTo>
                  <a:lnTo>
                    <a:pt x="2269566" y="2740338"/>
                  </a:lnTo>
                  <a:lnTo>
                    <a:pt x="2269566" y="2739907"/>
                  </a:lnTo>
                  <a:lnTo>
                    <a:pt x="2269723" y="2739907"/>
                  </a:lnTo>
                  <a:lnTo>
                    <a:pt x="2269881" y="2739907"/>
                  </a:lnTo>
                  <a:lnTo>
                    <a:pt x="2270039" y="2739907"/>
                  </a:lnTo>
                  <a:lnTo>
                    <a:pt x="2270196" y="2739907"/>
                  </a:lnTo>
                  <a:lnTo>
                    <a:pt x="2270354" y="2739907"/>
                  </a:lnTo>
                  <a:lnTo>
                    <a:pt x="2270512" y="2739907"/>
                  </a:lnTo>
                  <a:lnTo>
                    <a:pt x="2270670" y="2739907"/>
                  </a:lnTo>
                  <a:lnTo>
                    <a:pt x="2270827" y="2739907"/>
                  </a:lnTo>
                  <a:lnTo>
                    <a:pt x="2270985" y="2739907"/>
                  </a:lnTo>
                  <a:lnTo>
                    <a:pt x="2271143" y="2739907"/>
                  </a:lnTo>
                  <a:lnTo>
                    <a:pt x="2271143" y="2739477"/>
                  </a:lnTo>
                  <a:lnTo>
                    <a:pt x="2271300" y="2739477"/>
                  </a:lnTo>
                  <a:lnTo>
                    <a:pt x="2271458" y="2739477"/>
                  </a:lnTo>
                  <a:lnTo>
                    <a:pt x="2271616" y="2739477"/>
                  </a:lnTo>
                  <a:lnTo>
                    <a:pt x="2271774" y="2739477"/>
                  </a:lnTo>
                  <a:lnTo>
                    <a:pt x="2271931" y="2739477"/>
                  </a:lnTo>
                  <a:lnTo>
                    <a:pt x="2271931" y="2739046"/>
                  </a:lnTo>
                  <a:lnTo>
                    <a:pt x="2272089" y="2739046"/>
                  </a:lnTo>
                  <a:lnTo>
                    <a:pt x="2272247" y="2739046"/>
                  </a:lnTo>
                  <a:lnTo>
                    <a:pt x="2272404" y="2739046"/>
                  </a:lnTo>
                  <a:lnTo>
                    <a:pt x="2272562" y="2739046"/>
                  </a:lnTo>
                  <a:lnTo>
                    <a:pt x="2272720" y="2739046"/>
                  </a:lnTo>
                  <a:lnTo>
                    <a:pt x="2272878" y="2739046"/>
                  </a:lnTo>
                  <a:lnTo>
                    <a:pt x="2273035" y="2739046"/>
                  </a:lnTo>
                  <a:lnTo>
                    <a:pt x="2273193" y="2739046"/>
                  </a:lnTo>
                  <a:lnTo>
                    <a:pt x="2273351" y="2739046"/>
                  </a:lnTo>
                  <a:lnTo>
                    <a:pt x="2273508" y="2739046"/>
                  </a:lnTo>
                  <a:lnTo>
                    <a:pt x="2273508" y="2738616"/>
                  </a:lnTo>
                  <a:lnTo>
                    <a:pt x="2273508" y="2738185"/>
                  </a:lnTo>
                  <a:lnTo>
                    <a:pt x="2273508" y="2737754"/>
                  </a:lnTo>
                  <a:lnTo>
                    <a:pt x="2273508" y="2737324"/>
                  </a:lnTo>
                  <a:lnTo>
                    <a:pt x="2273666" y="2737324"/>
                  </a:lnTo>
                  <a:lnTo>
                    <a:pt x="2273824" y="2737324"/>
                  </a:lnTo>
                  <a:lnTo>
                    <a:pt x="2273824" y="2736893"/>
                  </a:lnTo>
                  <a:lnTo>
                    <a:pt x="2273982" y="2736893"/>
                  </a:lnTo>
                  <a:lnTo>
                    <a:pt x="2274139" y="2736893"/>
                  </a:lnTo>
                  <a:lnTo>
                    <a:pt x="2274297" y="2736893"/>
                  </a:lnTo>
                  <a:lnTo>
                    <a:pt x="2274297" y="2736463"/>
                  </a:lnTo>
                  <a:lnTo>
                    <a:pt x="2274455" y="2736463"/>
                  </a:lnTo>
                  <a:lnTo>
                    <a:pt x="2274613" y="2736463"/>
                  </a:lnTo>
                  <a:lnTo>
                    <a:pt x="2274770" y="2736463"/>
                  </a:lnTo>
                  <a:lnTo>
                    <a:pt x="2274928" y="2736463"/>
                  </a:lnTo>
                  <a:lnTo>
                    <a:pt x="2275086" y="2736463"/>
                  </a:lnTo>
                  <a:lnTo>
                    <a:pt x="2275243" y="2736463"/>
                  </a:lnTo>
                  <a:lnTo>
                    <a:pt x="2275401" y="2736463"/>
                  </a:lnTo>
                  <a:lnTo>
                    <a:pt x="2275559" y="2736463"/>
                  </a:lnTo>
                  <a:lnTo>
                    <a:pt x="2275717" y="2736463"/>
                  </a:lnTo>
                  <a:lnTo>
                    <a:pt x="2275874" y="2736463"/>
                  </a:lnTo>
                  <a:lnTo>
                    <a:pt x="2276032" y="2736463"/>
                  </a:lnTo>
                  <a:lnTo>
                    <a:pt x="2276190" y="2736463"/>
                  </a:lnTo>
                  <a:lnTo>
                    <a:pt x="2276347" y="2736463"/>
                  </a:lnTo>
                  <a:lnTo>
                    <a:pt x="2276505" y="2736463"/>
                  </a:lnTo>
                  <a:lnTo>
                    <a:pt x="2276663" y="2736463"/>
                  </a:lnTo>
                  <a:lnTo>
                    <a:pt x="2276821" y="2736463"/>
                  </a:lnTo>
                  <a:lnTo>
                    <a:pt x="2276978" y="2736463"/>
                  </a:lnTo>
                  <a:lnTo>
                    <a:pt x="2277136" y="2736463"/>
                  </a:lnTo>
                  <a:lnTo>
                    <a:pt x="2277294" y="2736463"/>
                  </a:lnTo>
                  <a:lnTo>
                    <a:pt x="2277451" y="2736463"/>
                  </a:lnTo>
                  <a:lnTo>
                    <a:pt x="2277609" y="2736463"/>
                  </a:lnTo>
                  <a:lnTo>
                    <a:pt x="2277767" y="2736463"/>
                  </a:lnTo>
                  <a:lnTo>
                    <a:pt x="2277767" y="2736032"/>
                  </a:lnTo>
                  <a:lnTo>
                    <a:pt x="2277925" y="2736032"/>
                  </a:lnTo>
                  <a:lnTo>
                    <a:pt x="2277925" y="2735601"/>
                  </a:lnTo>
                  <a:lnTo>
                    <a:pt x="2278082" y="2735601"/>
                  </a:lnTo>
                  <a:lnTo>
                    <a:pt x="2278082" y="2735171"/>
                  </a:lnTo>
                  <a:lnTo>
                    <a:pt x="2278082" y="2734740"/>
                  </a:lnTo>
                  <a:lnTo>
                    <a:pt x="2278240" y="2734740"/>
                  </a:lnTo>
                  <a:lnTo>
                    <a:pt x="2278398" y="2734740"/>
                  </a:lnTo>
                  <a:lnTo>
                    <a:pt x="2278555" y="2734740"/>
                  </a:lnTo>
                  <a:lnTo>
                    <a:pt x="2278713" y="2734740"/>
                  </a:lnTo>
                  <a:lnTo>
                    <a:pt x="2278713" y="2734310"/>
                  </a:lnTo>
                  <a:lnTo>
                    <a:pt x="2278871" y="2734310"/>
                  </a:lnTo>
                  <a:lnTo>
                    <a:pt x="2278871" y="2733879"/>
                  </a:lnTo>
                  <a:lnTo>
                    <a:pt x="2279029" y="2733879"/>
                  </a:lnTo>
                  <a:lnTo>
                    <a:pt x="2279186" y="2733879"/>
                  </a:lnTo>
                  <a:lnTo>
                    <a:pt x="2279344" y="2733879"/>
                  </a:lnTo>
                  <a:lnTo>
                    <a:pt x="2279502" y="2733879"/>
                  </a:lnTo>
                  <a:lnTo>
                    <a:pt x="2279502" y="2733448"/>
                  </a:lnTo>
                  <a:lnTo>
                    <a:pt x="2279659" y="2733448"/>
                  </a:lnTo>
                  <a:lnTo>
                    <a:pt x="2279817" y="2733448"/>
                  </a:lnTo>
                  <a:lnTo>
                    <a:pt x="2279975" y="2733448"/>
                  </a:lnTo>
                  <a:lnTo>
                    <a:pt x="2280133" y="2733448"/>
                  </a:lnTo>
                  <a:lnTo>
                    <a:pt x="2280133" y="2733018"/>
                  </a:lnTo>
                  <a:lnTo>
                    <a:pt x="2280290" y="2733018"/>
                  </a:lnTo>
                  <a:lnTo>
                    <a:pt x="2280290" y="2732587"/>
                  </a:lnTo>
                  <a:lnTo>
                    <a:pt x="2280448" y="2732587"/>
                  </a:lnTo>
                  <a:lnTo>
                    <a:pt x="2280606" y="2732587"/>
                  </a:lnTo>
                  <a:lnTo>
                    <a:pt x="2280764" y="2732587"/>
                  </a:lnTo>
                  <a:lnTo>
                    <a:pt x="2280921" y="2732587"/>
                  </a:lnTo>
                  <a:lnTo>
                    <a:pt x="2281079" y="2732587"/>
                  </a:lnTo>
                  <a:lnTo>
                    <a:pt x="2281237" y="2732587"/>
                  </a:lnTo>
                  <a:lnTo>
                    <a:pt x="2281237" y="2732157"/>
                  </a:lnTo>
                  <a:lnTo>
                    <a:pt x="2281237" y="2731726"/>
                  </a:lnTo>
                  <a:lnTo>
                    <a:pt x="2281237" y="2731295"/>
                  </a:lnTo>
                  <a:lnTo>
                    <a:pt x="2281237" y="2730865"/>
                  </a:lnTo>
                  <a:lnTo>
                    <a:pt x="2281237" y="2730434"/>
                  </a:lnTo>
                  <a:lnTo>
                    <a:pt x="2281237" y="2730004"/>
                  </a:lnTo>
                  <a:lnTo>
                    <a:pt x="2281394" y="2730004"/>
                  </a:lnTo>
                  <a:lnTo>
                    <a:pt x="2281552" y="2730004"/>
                  </a:lnTo>
                  <a:lnTo>
                    <a:pt x="2281552" y="2729573"/>
                  </a:lnTo>
                  <a:lnTo>
                    <a:pt x="2281710" y="2729573"/>
                  </a:lnTo>
                  <a:lnTo>
                    <a:pt x="2281868" y="2729573"/>
                  </a:lnTo>
                  <a:lnTo>
                    <a:pt x="2282025" y="2729573"/>
                  </a:lnTo>
                  <a:lnTo>
                    <a:pt x="2282183" y="2729573"/>
                  </a:lnTo>
                  <a:lnTo>
                    <a:pt x="2282341" y="2729573"/>
                  </a:lnTo>
                  <a:lnTo>
                    <a:pt x="2282498" y="2729573"/>
                  </a:lnTo>
                  <a:lnTo>
                    <a:pt x="2282498" y="2729142"/>
                  </a:lnTo>
                  <a:lnTo>
                    <a:pt x="2282656" y="2729142"/>
                  </a:lnTo>
                  <a:lnTo>
                    <a:pt x="2282656" y="2728712"/>
                  </a:lnTo>
                  <a:lnTo>
                    <a:pt x="2282814" y="2728712"/>
                  </a:lnTo>
                  <a:lnTo>
                    <a:pt x="2282972" y="2728712"/>
                  </a:lnTo>
                  <a:lnTo>
                    <a:pt x="2283129" y="2728712"/>
                  </a:lnTo>
                  <a:lnTo>
                    <a:pt x="2283287" y="2728712"/>
                  </a:lnTo>
                  <a:lnTo>
                    <a:pt x="2283445" y="2728712"/>
                  </a:lnTo>
                  <a:lnTo>
                    <a:pt x="2283602" y="2728712"/>
                  </a:lnTo>
                  <a:lnTo>
                    <a:pt x="2283602" y="2728281"/>
                  </a:lnTo>
                  <a:lnTo>
                    <a:pt x="2283760" y="2728281"/>
                  </a:lnTo>
                  <a:lnTo>
                    <a:pt x="2283760" y="2727851"/>
                  </a:lnTo>
                  <a:lnTo>
                    <a:pt x="2283760" y="2727420"/>
                  </a:lnTo>
                  <a:lnTo>
                    <a:pt x="2283918" y="2727420"/>
                  </a:lnTo>
                  <a:lnTo>
                    <a:pt x="2284076" y="2727420"/>
                  </a:lnTo>
                  <a:lnTo>
                    <a:pt x="2284233" y="2727420"/>
                  </a:lnTo>
                  <a:lnTo>
                    <a:pt x="2284391" y="2727420"/>
                  </a:lnTo>
                  <a:lnTo>
                    <a:pt x="2284549" y="2727420"/>
                  </a:lnTo>
                  <a:lnTo>
                    <a:pt x="2284706" y="2727420"/>
                  </a:lnTo>
                  <a:lnTo>
                    <a:pt x="2284706" y="2726989"/>
                  </a:lnTo>
                  <a:lnTo>
                    <a:pt x="2284706" y="2726559"/>
                  </a:lnTo>
                  <a:lnTo>
                    <a:pt x="2284706" y="2726128"/>
                  </a:lnTo>
                  <a:lnTo>
                    <a:pt x="2284864" y="2726128"/>
                  </a:lnTo>
                  <a:lnTo>
                    <a:pt x="2285022" y="2726128"/>
                  </a:lnTo>
                  <a:lnTo>
                    <a:pt x="2285022" y="2725698"/>
                  </a:lnTo>
                  <a:lnTo>
                    <a:pt x="2285180" y="2725698"/>
                  </a:lnTo>
                  <a:lnTo>
                    <a:pt x="2285180" y="2725267"/>
                  </a:lnTo>
                  <a:lnTo>
                    <a:pt x="2285337" y="2725267"/>
                  </a:lnTo>
                  <a:lnTo>
                    <a:pt x="2285337" y="2724836"/>
                  </a:lnTo>
                  <a:lnTo>
                    <a:pt x="2285495" y="2724836"/>
                  </a:lnTo>
                  <a:lnTo>
                    <a:pt x="2285653" y="2724836"/>
                  </a:lnTo>
                  <a:lnTo>
                    <a:pt x="2285811" y="2724836"/>
                  </a:lnTo>
                  <a:lnTo>
                    <a:pt x="2285968" y="2724836"/>
                  </a:lnTo>
                  <a:lnTo>
                    <a:pt x="2286126" y="2724836"/>
                  </a:lnTo>
                  <a:lnTo>
                    <a:pt x="2286284" y="2724836"/>
                  </a:lnTo>
                  <a:lnTo>
                    <a:pt x="2286441" y="2724836"/>
                  </a:lnTo>
                  <a:lnTo>
                    <a:pt x="2286599" y="2724836"/>
                  </a:lnTo>
                  <a:lnTo>
                    <a:pt x="2286757" y="2724836"/>
                  </a:lnTo>
                  <a:lnTo>
                    <a:pt x="2286915" y="2724836"/>
                  </a:lnTo>
                  <a:lnTo>
                    <a:pt x="2287072" y="2724836"/>
                  </a:lnTo>
                  <a:lnTo>
                    <a:pt x="2287230" y="2724836"/>
                  </a:lnTo>
                  <a:lnTo>
                    <a:pt x="2287388" y="2724836"/>
                  </a:lnTo>
                  <a:lnTo>
                    <a:pt x="2287545" y="2724836"/>
                  </a:lnTo>
                  <a:lnTo>
                    <a:pt x="2287703" y="2724836"/>
                  </a:lnTo>
                  <a:lnTo>
                    <a:pt x="2287861" y="2724836"/>
                  </a:lnTo>
                  <a:lnTo>
                    <a:pt x="2287861" y="2724406"/>
                  </a:lnTo>
                  <a:lnTo>
                    <a:pt x="2288019" y="2724406"/>
                  </a:lnTo>
                  <a:lnTo>
                    <a:pt x="2288176" y="2724406"/>
                  </a:lnTo>
                  <a:lnTo>
                    <a:pt x="2288176" y="2723975"/>
                  </a:lnTo>
                  <a:lnTo>
                    <a:pt x="2288176" y="2723545"/>
                  </a:lnTo>
                  <a:lnTo>
                    <a:pt x="2288176" y="2723114"/>
                  </a:lnTo>
                  <a:lnTo>
                    <a:pt x="2288334" y="2723114"/>
                  </a:lnTo>
                  <a:lnTo>
                    <a:pt x="2288492" y="2723114"/>
                  </a:lnTo>
                  <a:lnTo>
                    <a:pt x="2288492" y="2722683"/>
                  </a:lnTo>
                  <a:lnTo>
                    <a:pt x="2288492" y="2722253"/>
                  </a:lnTo>
                  <a:lnTo>
                    <a:pt x="2288649" y="2722253"/>
                  </a:lnTo>
                  <a:lnTo>
                    <a:pt x="2288807" y="2722253"/>
                  </a:lnTo>
                  <a:lnTo>
                    <a:pt x="2288807" y="2721822"/>
                  </a:lnTo>
                  <a:lnTo>
                    <a:pt x="2288965" y="2721822"/>
                  </a:lnTo>
                  <a:lnTo>
                    <a:pt x="2289123" y="2721822"/>
                  </a:lnTo>
                  <a:lnTo>
                    <a:pt x="2289123" y="2721392"/>
                  </a:lnTo>
                  <a:lnTo>
                    <a:pt x="2289280" y="2721392"/>
                  </a:lnTo>
                  <a:lnTo>
                    <a:pt x="2289280" y="2720961"/>
                  </a:lnTo>
                  <a:lnTo>
                    <a:pt x="2289280" y="2720530"/>
                  </a:lnTo>
                  <a:lnTo>
                    <a:pt x="2289438" y="2720530"/>
                  </a:lnTo>
                  <a:lnTo>
                    <a:pt x="2289596" y="2720530"/>
                  </a:lnTo>
                  <a:lnTo>
                    <a:pt x="2289753" y="2720530"/>
                  </a:lnTo>
                  <a:lnTo>
                    <a:pt x="2289753" y="2720100"/>
                  </a:lnTo>
                  <a:lnTo>
                    <a:pt x="2289911" y="2720100"/>
                  </a:lnTo>
                  <a:lnTo>
                    <a:pt x="2289911" y="2719669"/>
                  </a:lnTo>
                  <a:lnTo>
                    <a:pt x="2289911" y="2719239"/>
                  </a:lnTo>
                  <a:lnTo>
                    <a:pt x="2290069" y="2719239"/>
                  </a:lnTo>
                  <a:lnTo>
                    <a:pt x="2290069" y="2718808"/>
                  </a:lnTo>
                  <a:lnTo>
                    <a:pt x="2290227" y="2718808"/>
                  </a:lnTo>
                  <a:lnTo>
                    <a:pt x="2290384" y="2718808"/>
                  </a:lnTo>
                  <a:lnTo>
                    <a:pt x="2290384" y="2718377"/>
                  </a:lnTo>
                  <a:lnTo>
                    <a:pt x="2290542" y="2718377"/>
                  </a:lnTo>
                  <a:lnTo>
                    <a:pt x="2290542" y="2717947"/>
                  </a:lnTo>
                  <a:lnTo>
                    <a:pt x="2290700" y="2717947"/>
                  </a:lnTo>
                  <a:lnTo>
                    <a:pt x="2290857" y="2717947"/>
                  </a:lnTo>
                  <a:lnTo>
                    <a:pt x="2291015" y="2717947"/>
                  </a:lnTo>
                  <a:lnTo>
                    <a:pt x="2291173" y="2717947"/>
                  </a:lnTo>
                  <a:lnTo>
                    <a:pt x="2291331" y="2717947"/>
                  </a:lnTo>
                  <a:lnTo>
                    <a:pt x="2291488" y="2717947"/>
                  </a:lnTo>
                  <a:lnTo>
                    <a:pt x="2291646" y="2717947"/>
                  </a:lnTo>
                  <a:lnTo>
                    <a:pt x="2291646" y="2717516"/>
                  </a:lnTo>
                  <a:lnTo>
                    <a:pt x="2291804" y="2717516"/>
                  </a:lnTo>
                  <a:lnTo>
                    <a:pt x="2291962" y="2717516"/>
                  </a:lnTo>
                  <a:lnTo>
                    <a:pt x="2291962" y="2717086"/>
                  </a:lnTo>
                  <a:lnTo>
                    <a:pt x="2292119" y="2717086"/>
                  </a:lnTo>
                  <a:lnTo>
                    <a:pt x="2292119" y="2716655"/>
                  </a:lnTo>
                  <a:lnTo>
                    <a:pt x="2292119" y="2716224"/>
                  </a:lnTo>
                  <a:lnTo>
                    <a:pt x="2292277" y="2716224"/>
                  </a:lnTo>
                  <a:lnTo>
                    <a:pt x="2292435" y="2716224"/>
                  </a:lnTo>
                  <a:lnTo>
                    <a:pt x="2292592" y="2716224"/>
                  </a:lnTo>
                  <a:lnTo>
                    <a:pt x="2292592" y="2715794"/>
                  </a:lnTo>
                  <a:lnTo>
                    <a:pt x="2292750" y="2715794"/>
                  </a:lnTo>
                  <a:lnTo>
                    <a:pt x="2292908" y="2715794"/>
                  </a:lnTo>
                  <a:lnTo>
                    <a:pt x="2293066" y="2715794"/>
                  </a:lnTo>
                  <a:lnTo>
                    <a:pt x="2293223" y="2715794"/>
                  </a:lnTo>
                  <a:lnTo>
                    <a:pt x="2293381" y="2715794"/>
                  </a:lnTo>
                  <a:lnTo>
                    <a:pt x="2293381" y="2715363"/>
                  </a:lnTo>
                  <a:lnTo>
                    <a:pt x="2293539" y="2715363"/>
                  </a:lnTo>
                  <a:lnTo>
                    <a:pt x="2293696" y="2715363"/>
                  </a:lnTo>
                  <a:lnTo>
                    <a:pt x="2293854" y="2715363"/>
                  </a:lnTo>
                  <a:lnTo>
                    <a:pt x="2294012" y="2715363"/>
                  </a:lnTo>
                  <a:lnTo>
                    <a:pt x="2294170" y="2715363"/>
                  </a:lnTo>
                  <a:lnTo>
                    <a:pt x="2294327" y="2715363"/>
                  </a:lnTo>
                  <a:lnTo>
                    <a:pt x="2294485" y="2715363"/>
                  </a:lnTo>
                  <a:lnTo>
                    <a:pt x="2294643" y="2715363"/>
                  </a:lnTo>
                  <a:lnTo>
                    <a:pt x="2294800" y="2715363"/>
                  </a:lnTo>
                  <a:lnTo>
                    <a:pt x="2294958" y="2715363"/>
                  </a:lnTo>
                  <a:lnTo>
                    <a:pt x="2295116" y="2715363"/>
                  </a:lnTo>
                  <a:lnTo>
                    <a:pt x="2295274" y="2715363"/>
                  </a:lnTo>
                  <a:lnTo>
                    <a:pt x="2295274" y="2714933"/>
                  </a:lnTo>
                  <a:lnTo>
                    <a:pt x="2295431" y="2714933"/>
                  </a:lnTo>
                  <a:lnTo>
                    <a:pt x="2295431" y="2714502"/>
                  </a:lnTo>
                  <a:lnTo>
                    <a:pt x="2295589" y="2714502"/>
                  </a:lnTo>
                  <a:lnTo>
                    <a:pt x="2295747" y="2714502"/>
                  </a:lnTo>
                  <a:lnTo>
                    <a:pt x="2295904" y="2714502"/>
                  </a:lnTo>
                  <a:lnTo>
                    <a:pt x="2296062" y="2714502"/>
                  </a:lnTo>
                  <a:lnTo>
                    <a:pt x="2296220" y="2714502"/>
                  </a:lnTo>
                  <a:lnTo>
                    <a:pt x="2296378" y="2714502"/>
                  </a:lnTo>
                  <a:lnTo>
                    <a:pt x="2296378" y="2714071"/>
                  </a:lnTo>
                  <a:lnTo>
                    <a:pt x="2296535" y="2714071"/>
                  </a:lnTo>
                  <a:lnTo>
                    <a:pt x="2296693" y="2714071"/>
                  </a:lnTo>
                  <a:lnTo>
                    <a:pt x="2296851" y="2714071"/>
                  </a:lnTo>
                  <a:lnTo>
                    <a:pt x="2296851" y="2713641"/>
                  </a:lnTo>
                  <a:lnTo>
                    <a:pt x="2296851" y="2713210"/>
                  </a:lnTo>
                  <a:lnTo>
                    <a:pt x="2297009" y="2713210"/>
                  </a:lnTo>
                  <a:lnTo>
                    <a:pt x="2297166" y="2713210"/>
                  </a:lnTo>
                  <a:lnTo>
                    <a:pt x="2297324" y="2713210"/>
                  </a:lnTo>
                  <a:lnTo>
                    <a:pt x="2297482" y="2713210"/>
                  </a:lnTo>
                  <a:lnTo>
                    <a:pt x="2297639" y="2713210"/>
                  </a:lnTo>
                  <a:lnTo>
                    <a:pt x="2297639" y="2712780"/>
                  </a:lnTo>
                  <a:lnTo>
                    <a:pt x="2297797" y="2712780"/>
                  </a:lnTo>
                  <a:lnTo>
                    <a:pt x="2297955" y="2712780"/>
                  </a:lnTo>
                  <a:lnTo>
                    <a:pt x="2298113" y="2712780"/>
                  </a:lnTo>
                  <a:lnTo>
                    <a:pt x="2298113" y="2712349"/>
                  </a:lnTo>
                  <a:lnTo>
                    <a:pt x="2298270" y="2712349"/>
                  </a:lnTo>
                  <a:lnTo>
                    <a:pt x="2298428" y="2712349"/>
                  </a:lnTo>
                  <a:lnTo>
                    <a:pt x="2298586" y="2712349"/>
                  </a:lnTo>
                  <a:lnTo>
                    <a:pt x="2298743" y="2712349"/>
                  </a:lnTo>
                  <a:lnTo>
                    <a:pt x="2298743" y="2711918"/>
                  </a:lnTo>
                  <a:lnTo>
                    <a:pt x="2298901" y="2711918"/>
                  </a:lnTo>
                  <a:lnTo>
                    <a:pt x="2299059" y="2711918"/>
                  </a:lnTo>
                  <a:lnTo>
                    <a:pt x="2299217" y="2711918"/>
                  </a:lnTo>
                  <a:lnTo>
                    <a:pt x="2299374" y="2711918"/>
                  </a:lnTo>
                  <a:lnTo>
                    <a:pt x="2299532" y="2711918"/>
                  </a:lnTo>
                  <a:lnTo>
                    <a:pt x="2299690" y="2711918"/>
                  </a:lnTo>
                  <a:lnTo>
                    <a:pt x="2299847" y="2711918"/>
                  </a:lnTo>
                  <a:lnTo>
                    <a:pt x="2300005" y="2711918"/>
                  </a:lnTo>
                  <a:lnTo>
                    <a:pt x="2300163" y="2711918"/>
                  </a:lnTo>
                  <a:lnTo>
                    <a:pt x="2300321" y="2711918"/>
                  </a:lnTo>
                  <a:lnTo>
                    <a:pt x="2300478" y="2711918"/>
                  </a:lnTo>
                  <a:lnTo>
                    <a:pt x="2300636" y="2711918"/>
                  </a:lnTo>
                  <a:lnTo>
                    <a:pt x="2300794" y="2711918"/>
                  </a:lnTo>
                  <a:lnTo>
                    <a:pt x="2300951" y="2711918"/>
                  </a:lnTo>
                  <a:lnTo>
                    <a:pt x="2301109" y="2711918"/>
                  </a:lnTo>
                  <a:lnTo>
                    <a:pt x="2301267" y="2711918"/>
                  </a:lnTo>
                  <a:lnTo>
                    <a:pt x="2301425" y="2711918"/>
                  </a:lnTo>
                  <a:lnTo>
                    <a:pt x="2301582" y="2711918"/>
                  </a:lnTo>
                  <a:lnTo>
                    <a:pt x="2301740" y="2711918"/>
                  </a:lnTo>
                  <a:lnTo>
                    <a:pt x="2301898" y="2711918"/>
                  </a:lnTo>
                  <a:lnTo>
                    <a:pt x="2302055" y="2711918"/>
                  </a:lnTo>
                  <a:lnTo>
                    <a:pt x="2302213" y="2711918"/>
                  </a:lnTo>
                  <a:lnTo>
                    <a:pt x="2302371" y="2711918"/>
                  </a:lnTo>
                  <a:lnTo>
                    <a:pt x="2302371" y="2711488"/>
                  </a:lnTo>
                  <a:lnTo>
                    <a:pt x="2302529" y="2711488"/>
                  </a:lnTo>
                  <a:lnTo>
                    <a:pt x="2302686" y="2711488"/>
                  </a:lnTo>
                  <a:lnTo>
                    <a:pt x="2302686" y="2711057"/>
                  </a:lnTo>
                  <a:lnTo>
                    <a:pt x="2302844" y="2711057"/>
                  </a:lnTo>
                  <a:lnTo>
                    <a:pt x="2303002" y="2711057"/>
                  </a:lnTo>
                  <a:lnTo>
                    <a:pt x="2303160" y="2711057"/>
                  </a:lnTo>
                  <a:lnTo>
                    <a:pt x="2303160" y="2710627"/>
                  </a:lnTo>
                  <a:lnTo>
                    <a:pt x="2303317" y="2710627"/>
                  </a:lnTo>
                  <a:lnTo>
                    <a:pt x="2303475" y="2710627"/>
                  </a:lnTo>
                  <a:lnTo>
                    <a:pt x="2303633" y="2710627"/>
                  </a:lnTo>
                  <a:lnTo>
                    <a:pt x="2303790" y="2710627"/>
                  </a:lnTo>
                  <a:lnTo>
                    <a:pt x="2303948" y="2710627"/>
                  </a:lnTo>
                  <a:lnTo>
                    <a:pt x="2304106" y="2710627"/>
                  </a:lnTo>
                  <a:lnTo>
                    <a:pt x="2304264" y="2710627"/>
                  </a:lnTo>
                  <a:lnTo>
                    <a:pt x="2304421" y="2710627"/>
                  </a:lnTo>
                  <a:lnTo>
                    <a:pt x="2304579" y="2710627"/>
                  </a:lnTo>
                  <a:lnTo>
                    <a:pt x="2304737" y="2710627"/>
                  </a:lnTo>
                  <a:lnTo>
                    <a:pt x="2304894" y="2710627"/>
                  </a:lnTo>
                  <a:lnTo>
                    <a:pt x="2305052" y="2710627"/>
                  </a:lnTo>
                  <a:lnTo>
                    <a:pt x="2305052" y="2710196"/>
                  </a:lnTo>
                  <a:lnTo>
                    <a:pt x="2305210" y="2710196"/>
                  </a:lnTo>
                  <a:lnTo>
                    <a:pt x="2305368" y="2710196"/>
                  </a:lnTo>
                  <a:lnTo>
                    <a:pt x="2305368" y="2709765"/>
                  </a:lnTo>
                  <a:lnTo>
                    <a:pt x="2305368" y="2709335"/>
                  </a:lnTo>
                  <a:lnTo>
                    <a:pt x="2305525" y="2709335"/>
                  </a:lnTo>
                  <a:lnTo>
                    <a:pt x="2305683" y="2709335"/>
                  </a:lnTo>
                  <a:lnTo>
                    <a:pt x="2305841" y="2709335"/>
                  </a:lnTo>
                  <a:lnTo>
                    <a:pt x="2305998" y="2709335"/>
                  </a:lnTo>
                  <a:lnTo>
                    <a:pt x="2305998" y="2708904"/>
                  </a:lnTo>
                  <a:lnTo>
                    <a:pt x="2306156" y="2708904"/>
                  </a:lnTo>
                  <a:lnTo>
                    <a:pt x="2306314" y="2708904"/>
                  </a:lnTo>
                  <a:lnTo>
                    <a:pt x="2306472" y="2708904"/>
                  </a:lnTo>
                  <a:lnTo>
                    <a:pt x="2306629" y="2708904"/>
                  </a:lnTo>
                  <a:lnTo>
                    <a:pt x="2306787" y="2708904"/>
                  </a:lnTo>
                  <a:lnTo>
                    <a:pt x="2306945" y="2708904"/>
                  </a:lnTo>
                  <a:lnTo>
                    <a:pt x="2307102" y="2708904"/>
                  </a:lnTo>
                  <a:lnTo>
                    <a:pt x="2307102" y="2708474"/>
                  </a:lnTo>
                  <a:lnTo>
                    <a:pt x="2307260" y="2708474"/>
                  </a:lnTo>
                  <a:lnTo>
                    <a:pt x="2307260" y="2708043"/>
                  </a:lnTo>
                  <a:lnTo>
                    <a:pt x="2307418" y="2708043"/>
                  </a:lnTo>
                  <a:lnTo>
                    <a:pt x="2307576" y="2708043"/>
                  </a:lnTo>
                  <a:lnTo>
                    <a:pt x="2307576" y="2707612"/>
                  </a:lnTo>
                  <a:lnTo>
                    <a:pt x="2307733" y="2707612"/>
                  </a:lnTo>
                  <a:lnTo>
                    <a:pt x="2307891" y="2707612"/>
                  </a:lnTo>
                  <a:lnTo>
                    <a:pt x="2307891" y="2707182"/>
                  </a:lnTo>
                  <a:lnTo>
                    <a:pt x="2308049" y="2707182"/>
                  </a:lnTo>
                  <a:lnTo>
                    <a:pt x="2308207" y="2707182"/>
                  </a:lnTo>
                  <a:lnTo>
                    <a:pt x="2308364" y="2707182"/>
                  </a:lnTo>
                  <a:lnTo>
                    <a:pt x="2308522" y="2707182"/>
                  </a:lnTo>
                  <a:lnTo>
                    <a:pt x="2308522" y="2706751"/>
                  </a:lnTo>
                  <a:lnTo>
                    <a:pt x="2308522" y="2706321"/>
                  </a:lnTo>
                  <a:lnTo>
                    <a:pt x="2308680" y="2706321"/>
                  </a:lnTo>
                  <a:lnTo>
                    <a:pt x="2308837" y="2706321"/>
                  </a:lnTo>
                  <a:lnTo>
                    <a:pt x="2308837" y="2705890"/>
                  </a:lnTo>
                  <a:lnTo>
                    <a:pt x="2308995" y="2705890"/>
                  </a:lnTo>
                  <a:lnTo>
                    <a:pt x="2309153" y="2705890"/>
                  </a:lnTo>
                  <a:lnTo>
                    <a:pt x="2309311" y="2705890"/>
                  </a:lnTo>
                  <a:lnTo>
                    <a:pt x="2309311" y="2705459"/>
                  </a:lnTo>
                  <a:lnTo>
                    <a:pt x="2309311" y="2705029"/>
                  </a:lnTo>
                  <a:lnTo>
                    <a:pt x="2309468" y="2705029"/>
                  </a:lnTo>
                  <a:lnTo>
                    <a:pt x="2309468" y="2704598"/>
                  </a:lnTo>
                  <a:lnTo>
                    <a:pt x="2309626" y="2704598"/>
                  </a:lnTo>
                  <a:lnTo>
                    <a:pt x="2309784" y="2704598"/>
                  </a:lnTo>
                  <a:lnTo>
                    <a:pt x="2309941" y="2704598"/>
                  </a:lnTo>
                  <a:lnTo>
                    <a:pt x="2310099" y="2704598"/>
                  </a:lnTo>
                  <a:lnTo>
                    <a:pt x="2310257" y="2704598"/>
                  </a:lnTo>
                  <a:lnTo>
                    <a:pt x="2310415" y="2704598"/>
                  </a:lnTo>
                  <a:lnTo>
                    <a:pt x="2310415" y="2704168"/>
                  </a:lnTo>
                  <a:lnTo>
                    <a:pt x="2310572" y="2704168"/>
                  </a:lnTo>
                  <a:lnTo>
                    <a:pt x="2310730" y="2704168"/>
                  </a:lnTo>
                  <a:lnTo>
                    <a:pt x="2310730" y="2703737"/>
                  </a:lnTo>
                  <a:lnTo>
                    <a:pt x="2310730" y="2703306"/>
                  </a:lnTo>
                  <a:lnTo>
                    <a:pt x="2310888" y="2703306"/>
                  </a:lnTo>
                  <a:lnTo>
                    <a:pt x="2310888" y="2702876"/>
                  </a:lnTo>
                  <a:lnTo>
                    <a:pt x="2310888" y="2702445"/>
                  </a:lnTo>
                  <a:lnTo>
                    <a:pt x="2310888" y="2702015"/>
                  </a:lnTo>
                  <a:lnTo>
                    <a:pt x="2311045" y="2702015"/>
                  </a:lnTo>
                  <a:lnTo>
                    <a:pt x="2311203" y="2702015"/>
                  </a:lnTo>
                  <a:lnTo>
                    <a:pt x="2311361" y="2702015"/>
                  </a:lnTo>
                  <a:lnTo>
                    <a:pt x="2311519" y="2702015"/>
                  </a:lnTo>
                  <a:lnTo>
                    <a:pt x="2311519" y="2701584"/>
                  </a:lnTo>
                  <a:lnTo>
                    <a:pt x="2311519" y="2701153"/>
                  </a:lnTo>
                  <a:lnTo>
                    <a:pt x="2311676" y="2701153"/>
                  </a:lnTo>
                  <a:lnTo>
                    <a:pt x="2311834" y="2701153"/>
                  </a:lnTo>
                  <a:lnTo>
                    <a:pt x="2311992" y="2701153"/>
                  </a:lnTo>
                  <a:lnTo>
                    <a:pt x="2312149" y="2701153"/>
                  </a:lnTo>
                  <a:lnTo>
                    <a:pt x="2312149" y="2700723"/>
                  </a:lnTo>
                  <a:lnTo>
                    <a:pt x="2312149" y="2700292"/>
                  </a:lnTo>
                  <a:lnTo>
                    <a:pt x="2312307" y="2700292"/>
                  </a:lnTo>
                  <a:lnTo>
                    <a:pt x="2312307" y="2699862"/>
                  </a:lnTo>
                  <a:lnTo>
                    <a:pt x="2312465" y="2699862"/>
                  </a:lnTo>
                  <a:lnTo>
                    <a:pt x="2312623" y="2699862"/>
                  </a:lnTo>
                  <a:lnTo>
                    <a:pt x="2312780" y="2699862"/>
                  </a:lnTo>
                  <a:lnTo>
                    <a:pt x="2312938" y="2699862"/>
                  </a:lnTo>
                  <a:lnTo>
                    <a:pt x="2313096" y="2699862"/>
                  </a:lnTo>
                  <a:lnTo>
                    <a:pt x="2313253" y="2699862"/>
                  </a:lnTo>
                  <a:lnTo>
                    <a:pt x="2313411" y="2699862"/>
                  </a:lnTo>
                  <a:lnTo>
                    <a:pt x="2313411" y="2699431"/>
                  </a:lnTo>
                  <a:lnTo>
                    <a:pt x="2313411" y="2699000"/>
                  </a:lnTo>
                  <a:lnTo>
                    <a:pt x="2313569" y="2699000"/>
                  </a:lnTo>
                  <a:lnTo>
                    <a:pt x="2313727" y="2699000"/>
                  </a:lnTo>
                  <a:lnTo>
                    <a:pt x="2313884" y="2699000"/>
                  </a:lnTo>
                  <a:lnTo>
                    <a:pt x="2314042" y="2699000"/>
                  </a:lnTo>
                  <a:lnTo>
                    <a:pt x="2314200" y="2699000"/>
                  </a:lnTo>
                  <a:lnTo>
                    <a:pt x="2314358" y="2699000"/>
                  </a:lnTo>
                  <a:lnTo>
                    <a:pt x="2314358" y="2698570"/>
                  </a:lnTo>
                  <a:lnTo>
                    <a:pt x="2314515" y="2698570"/>
                  </a:lnTo>
                  <a:lnTo>
                    <a:pt x="2314673" y="2698570"/>
                  </a:lnTo>
                  <a:lnTo>
                    <a:pt x="2314831" y="2698570"/>
                  </a:lnTo>
                  <a:lnTo>
                    <a:pt x="2314988" y="2698570"/>
                  </a:lnTo>
                  <a:lnTo>
                    <a:pt x="2315146" y="2698570"/>
                  </a:lnTo>
                  <a:lnTo>
                    <a:pt x="2315304" y="2698570"/>
                  </a:lnTo>
                  <a:lnTo>
                    <a:pt x="2315304" y="2698139"/>
                  </a:lnTo>
                  <a:lnTo>
                    <a:pt x="2315462" y="2698139"/>
                  </a:lnTo>
                  <a:lnTo>
                    <a:pt x="2315619" y="2698139"/>
                  </a:lnTo>
                  <a:lnTo>
                    <a:pt x="2315777" y="2698139"/>
                  </a:lnTo>
                  <a:lnTo>
                    <a:pt x="2315935" y="2698139"/>
                  </a:lnTo>
                  <a:lnTo>
                    <a:pt x="2316092" y="2698139"/>
                  </a:lnTo>
                  <a:lnTo>
                    <a:pt x="2316092" y="2697709"/>
                  </a:lnTo>
                  <a:lnTo>
                    <a:pt x="2316092" y="2697278"/>
                  </a:lnTo>
                  <a:lnTo>
                    <a:pt x="2316250" y="2697278"/>
                  </a:lnTo>
                  <a:lnTo>
                    <a:pt x="2316408" y="2697278"/>
                  </a:lnTo>
                  <a:lnTo>
                    <a:pt x="2316566" y="2697278"/>
                  </a:lnTo>
                  <a:lnTo>
                    <a:pt x="2316723" y="2697278"/>
                  </a:lnTo>
                  <a:lnTo>
                    <a:pt x="2316723" y="2696847"/>
                  </a:lnTo>
                  <a:lnTo>
                    <a:pt x="2316881" y="2696847"/>
                  </a:lnTo>
                  <a:lnTo>
                    <a:pt x="2317039" y="2696847"/>
                  </a:lnTo>
                  <a:lnTo>
                    <a:pt x="2317039" y="2696417"/>
                  </a:lnTo>
                  <a:lnTo>
                    <a:pt x="2317196" y="2696417"/>
                  </a:lnTo>
                  <a:lnTo>
                    <a:pt x="2317354" y="2696417"/>
                  </a:lnTo>
                  <a:lnTo>
                    <a:pt x="2317512" y="2696417"/>
                  </a:lnTo>
                  <a:lnTo>
                    <a:pt x="2317670" y="2696417"/>
                  </a:lnTo>
                  <a:lnTo>
                    <a:pt x="2317827" y="2696417"/>
                  </a:lnTo>
                  <a:lnTo>
                    <a:pt x="2317985" y="2696417"/>
                  </a:lnTo>
                  <a:lnTo>
                    <a:pt x="2318143" y="2696417"/>
                  </a:lnTo>
                  <a:lnTo>
                    <a:pt x="2318300" y="2696417"/>
                  </a:lnTo>
                  <a:lnTo>
                    <a:pt x="2318458" y="2696417"/>
                  </a:lnTo>
                  <a:lnTo>
                    <a:pt x="2318616" y="2696417"/>
                  </a:lnTo>
                  <a:lnTo>
                    <a:pt x="2318774" y="2696417"/>
                  </a:lnTo>
                  <a:lnTo>
                    <a:pt x="2318931" y="2696417"/>
                  </a:lnTo>
                  <a:lnTo>
                    <a:pt x="2318931" y="2695986"/>
                  </a:lnTo>
                  <a:lnTo>
                    <a:pt x="2319089" y="2695986"/>
                  </a:lnTo>
                  <a:lnTo>
                    <a:pt x="2319247" y="2695986"/>
                  </a:lnTo>
                  <a:lnTo>
                    <a:pt x="2319404" y="2695986"/>
                  </a:lnTo>
                  <a:lnTo>
                    <a:pt x="2319562" y="2695986"/>
                  </a:lnTo>
                  <a:lnTo>
                    <a:pt x="2319562" y="2695556"/>
                  </a:lnTo>
                  <a:lnTo>
                    <a:pt x="2319562" y="2695125"/>
                  </a:lnTo>
                  <a:lnTo>
                    <a:pt x="2319720" y="2695125"/>
                  </a:lnTo>
                  <a:lnTo>
                    <a:pt x="2319878" y="2695125"/>
                  </a:lnTo>
                  <a:lnTo>
                    <a:pt x="2320035" y="2695125"/>
                  </a:lnTo>
                  <a:lnTo>
                    <a:pt x="2320193" y="2695125"/>
                  </a:lnTo>
                  <a:lnTo>
                    <a:pt x="2320351" y="2695125"/>
                  </a:lnTo>
                  <a:lnTo>
                    <a:pt x="2320509" y="2695125"/>
                  </a:lnTo>
                  <a:lnTo>
                    <a:pt x="2320666" y="2695125"/>
                  </a:lnTo>
                  <a:lnTo>
                    <a:pt x="2320824" y="2695125"/>
                  </a:lnTo>
                  <a:lnTo>
                    <a:pt x="2320982" y="2695125"/>
                  </a:lnTo>
                  <a:lnTo>
                    <a:pt x="2320982" y="2694694"/>
                  </a:lnTo>
                  <a:lnTo>
                    <a:pt x="2321139" y="2694694"/>
                  </a:lnTo>
                  <a:lnTo>
                    <a:pt x="2321297" y="2694694"/>
                  </a:lnTo>
                  <a:lnTo>
                    <a:pt x="2321297" y="2694264"/>
                  </a:lnTo>
                  <a:lnTo>
                    <a:pt x="2321455" y="2694264"/>
                  </a:lnTo>
                  <a:lnTo>
                    <a:pt x="2321613" y="2694264"/>
                  </a:lnTo>
                  <a:lnTo>
                    <a:pt x="2321770" y="2694264"/>
                  </a:lnTo>
                  <a:lnTo>
                    <a:pt x="2321928" y="2694264"/>
                  </a:lnTo>
                  <a:lnTo>
                    <a:pt x="2322086" y="2694264"/>
                  </a:lnTo>
                  <a:lnTo>
                    <a:pt x="2322243" y="2694264"/>
                  </a:lnTo>
                  <a:lnTo>
                    <a:pt x="2322401" y="2694264"/>
                  </a:lnTo>
                  <a:lnTo>
                    <a:pt x="2322559" y="2694264"/>
                  </a:lnTo>
                  <a:lnTo>
                    <a:pt x="2322559" y="2693833"/>
                  </a:lnTo>
                  <a:lnTo>
                    <a:pt x="2322559" y="2693403"/>
                  </a:lnTo>
                  <a:lnTo>
                    <a:pt x="2322559" y="2692972"/>
                  </a:lnTo>
                  <a:lnTo>
                    <a:pt x="2322559" y="2692541"/>
                  </a:lnTo>
                  <a:lnTo>
                    <a:pt x="2322717" y="2692541"/>
                  </a:lnTo>
                  <a:lnTo>
                    <a:pt x="2322874" y="2692541"/>
                  </a:lnTo>
                  <a:lnTo>
                    <a:pt x="2323032" y="2692541"/>
                  </a:lnTo>
                  <a:lnTo>
                    <a:pt x="2323190" y="2692541"/>
                  </a:lnTo>
                  <a:lnTo>
                    <a:pt x="2323190" y="2692111"/>
                  </a:lnTo>
                  <a:lnTo>
                    <a:pt x="2323347" y="2692111"/>
                  </a:lnTo>
                  <a:lnTo>
                    <a:pt x="2323505" y="2692111"/>
                  </a:lnTo>
                  <a:lnTo>
                    <a:pt x="2323663" y="2692111"/>
                  </a:lnTo>
                  <a:lnTo>
                    <a:pt x="2323821" y="2692111"/>
                  </a:lnTo>
                  <a:lnTo>
                    <a:pt x="2323978" y="2692111"/>
                  </a:lnTo>
                  <a:lnTo>
                    <a:pt x="2323978" y="2691680"/>
                  </a:lnTo>
                  <a:lnTo>
                    <a:pt x="2324136" y="2691680"/>
                  </a:lnTo>
                  <a:lnTo>
                    <a:pt x="2324136" y="2691250"/>
                  </a:lnTo>
                  <a:lnTo>
                    <a:pt x="2324294" y="2691250"/>
                  </a:lnTo>
                  <a:lnTo>
                    <a:pt x="2324451" y="2691250"/>
                  </a:lnTo>
                  <a:lnTo>
                    <a:pt x="2324609" y="2691250"/>
                  </a:lnTo>
                  <a:lnTo>
                    <a:pt x="2324767" y="2691250"/>
                  </a:lnTo>
                  <a:lnTo>
                    <a:pt x="2324767" y="2690819"/>
                  </a:lnTo>
                  <a:lnTo>
                    <a:pt x="2324925" y="2690819"/>
                  </a:lnTo>
                  <a:lnTo>
                    <a:pt x="2324925" y="2690388"/>
                  </a:lnTo>
                  <a:lnTo>
                    <a:pt x="2324925" y="2689958"/>
                  </a:lnTo>
                  <a:lnTo>
                    <a:pt x="2325082" y="2689958"/>
                  </a:lnTo>
                  <a:lnTo>
                    <a:pt x="2325240" y="2689958"/>
                  </a:lnTo>
                  <a:lnTo>
                    <a:pt x="2325398" y="2689958"/>
                  </a:lnTo>
                  <a:lnTo>
                    <a:pt x="2325556" y="2689958"/>
                  </a:lnTo>
                  <a:lnTo>
                    <a:pt x="2325713" y="2689958"/>
                  </a:lnTo>
                  <a:lnTo>
                    <a:pt x="2325871" y="2689958"/>
                  </a:lnTo>
                  <a:lnTo>
                    <a:pt x="2325871" y="2689527"/>
                  </a:lnTo>
                  <a:lnTo>
                    <a:pt x="2326029" y="2689527"/>
                  </a:lnTo>
                  <a:lnTo>
                    <a:pt x="2326186" y="2689527"/>
                  </a:lnTo>
                  <a:lnTo>
                    <a:pt x="2326344" y="2689527"/>
                  </a:lnTo>
                  <a:lnTo>
                    <a:pt x="2326344" y="2689097"/>
                  </a:lnTo>
                  <a:lnTo>
                    <a:pt x="2326502" y="2689097"/>
                  </a:lnTo>
                  <a:lnTo>
                    <a:pt x="2326502" y="2688666"/>
                  </a:lnTo>
                  <a:lnTo>
                    <a:pt x="2326660" y="2688666"/>
                  </a:lnTo>
                  <a:lnTo>
                    <a:pt x="2326817" y="2688666"/>
                  </a:lnTo>
                  <a:lnTo>
                    <a:pt x="2326975" y="2688666"/>
                  </a:lnTo>
                  <a:lnTo>
                    <a:pt x="2327133" y="2688666"/>
                  </a:lnTo>
                  <a:lnTo>
                    <a:pt x="2327133" y="2688235"/>
                  </a:lnTo>
                  <a:lnTo>
                    <a:pt x="2327290" y="2688235"/>
                  </a:lnTo>
                  <a:lnTo>
                    <a:pt x="2327448" y="2688235"/>
                  </a:lnTo>
                  <a:lnTo>
                    <a:pt x="2327448" y="2687805"/>
                  </a:lnTo>
                  <a:lnTo>
                    <a:pt x="2327448" y="2687374"/>
                  </a:lnTo>
                  <a:lnTo>
                    <a:pt x="2327606" y="2687374"/>
                  </a:lnTo>
                  <a:lnTo>
                    <a:pt x="2327764" y="2687374"/>
                  </a:lnTo>
                  <a:lnTo>
                    <a:pt x="2327921" y="2687374"/>
                  </a:lnTo>
                  <a:lnTo>
                    <a:pt x="2328079" y="2687374"/>
                  </a:lnTo>
                  <a:lnTo>
                    <a:pt x="2328237" y="2687374"/>
                  </a:lnTo>
                  <a:lnTo>
                    <a:pt x="2328394" y="2687374"/>
                  </a:lnTo>
                  <a:lnTo>
                    <a:pt x="2328552" y="2687374"/>
                  </a:lnTo>
                  <a:lnTo>
                    <a:pt x="2328710" y="2687374"/>
                  </a:lnTo>
                  <a:lnTo>
                    <a:pt x="2328868" y="2687374"/>
                  </a:lnTo>
                  <a:lnTo>
                    <a:pt x="2329025" y="2687374"/>
                  </a:lnTo>
                  <a:lnTo>
                    <a:pt x="2329183" y="2687374"/>
                  </a:lnTo>
                  <a:lnTo>
                    <a:pt x="2329183" y="2686944"/>
                  </a:lnTo>
                  <a:lnTo>
                    <a:pt x="2329341" y="2686944"/>
                  </a:lnTo>
                  <a:lnTo>
                    <a:pt x="2329498" y="2686944"/>
                  </a:lnTo>
                  <a:lnTo>
                    <a:pt x="2329498" y="2686513"/>
                  </a:lnTo>
                  <a:lnTo>
                    <a:pt x="2329498" y="2686082"/>
                  </a:lnTo>
                  <a:lnTo>
                    <a:pt x="2329656" y="2686082"/>
                  </a:lnTo>
                  <a:lnTo>
                    <a:pt x="2329814" y="2686082"/>
                  </a:lnTo>
                  <a:lnTo>
                    <a:pt x="2329972" y="2686082"/>
                  </a:lnTo>
                  <a:lnTo>
                    <a:pt x="2329972" y="2685652"/>
                  </a:lnTo>
                  <a:lnTo>
                    <a:pt x="2330129" y="2685652"/>
                  </a:lnTo>
                  <a:lnTo>
                    <a:pt x="2330129" y="2685221"/>
                  </a:lnTo>
                  <a:lnTo>
                    <a:pt x="2330129" y="2684791"/>
                  </a:lnTo>
                  <a:lnTo>
                    <a:pt x="2330129" y="2684360"/>
                  </a:lnTo>
                  <a:lnTo>
                    <a:pt x="2330287" y="2684360"/>
                  </a:lnTo>
                  <a:lnTo>
                    <a:pt x="2330445" y="2684360"/>
                  </a:lnTo>
                  <a:lnTo>
                    <a:pt x="2330602" y="2684360"/>
                  </a:lnTo>
                  <a:lnTo>
                    <a:pt x="2330760" y="2684360"/>
                  </a:lnTo>
                  <a:lnTo>
                    <a:pt x="2330918" y="2684360"/>
                  </a:lnTo>
                  <a:lnTo>
                    <a:pt x="2331076" y="2684360"/>
                  </a:lnTo>
                  <a:lnTo>
                    <a:pt x="2331233" y="2684360"/>
                  </a:lnTo>
                  <a:lnTo>
                    <a:pt x="2331233" y="2683929"/>
                  </a:lnTo>
                  <a:lnTo>
                    <a:pt x="2331391" y="2683929"/>
                  </a:lnTo>
                  <a:lnTo>
                    <a:pt x="2331549" y="2683929"/>
                  </a:lnTo>
                  <a:lnTo>
                    <a:pt x="2331707" y="2683929"/>
                  </a:lnTo>
                  <a:lnTo>
                    <a:pt x="2331864" y="2683929"/>
                  </a:lnTo>
                  <a:lnTo>
                    <a:pt x="2332022" y="2683929"/>
                  </a:lnTo>
                  <a:lnTo>
                    <a:pt x="2332022" y="2683499"/>
                  </a:lnTo>
                  <a:lnTo>
                    <a:pt x="2332022" y="2683068"/>
                  </a:lnTo>
                  <a:lnTo>
                    <a:pt x="2332022" y="2682638"/>
                  </a:lnTo>
                  <a:lnTo>
                    <a:pt x="2332022" y="2682207"/>
                  </a:lnTo>
                  <a:lnTo>
                    <a:pt x="2332022" y="2681776"/>
                  </a:lnTo>
                  <a:lnTo>
                    <a:pt x="2332180" y="2681776"/>
                  </a:lnTo>
                  <a:lnTo>
                    <a:pt x="2332337" y="2681776"/>
                  </a:lnTo>
                  <a:lnTo>
                    <a:pt x="2332495" y="2681776"/>
                  </a:lnTo>
                  <a:lnTo>
                    <a:pt x="2332495" y="2681346"/>
                  </a:lnTo>
                  <a:lnTo>
                    <a:pt x="2332653" y="2681346"/>
                  </a:lnTo>
                  <a:lnTo>
                    <a:pt x="2332811" y="2681346"/>
                  </a:lnTo>
                  <a:lnTo>
                    <a:pt x="2332968" y="2681346"/>
                  </a:lnTo>
                  <a:lnTo>
                    <a:pt x="2332968" y="2680915"/>
                  </a:lnTo>
                  <a:lnTo>
                    <a:pt x="2333126" y="2680915"/>
                  </a:lnTo>
                  <a:lnTo>
                    <a:pt x="2333284" y="2680915"/>
                  </a:lnTo>
                  <a:lnTo>
                    <a:pt x="2333284" y="2680485"/>
                  </a:lnTo>
                  <a:lnTo>
                    <a:pt x="2333284" y="2680054"/>
                  </a:lnTo>
                  <a:lnTo>
                    <a:pt x="2333284" y="2679623"/>
                  </a:lnTo>
                  <a:lnTo>
                    <a:pt x="2333441" y="2679623"/>
                  </a:lnTo>
                  <a:lnTo>
                    <a:pt x="2333441" y="2679193"/>
                  </a:lnTo>
                  <a:lnTo>
                    <a:pt x="2333599" y="2679193"/>
                  </a:lnTo>
                  <a:lnTo>
                    <a:pt x="2333757" y="2679193"/>
                  </a:lnTo>
                  <a:lnTo>
                    <a:pt x="2333757" y="2678762"/>
                  </a:lnTo>
                  <a:lnTo>
                    <a:pt x="2333915" y="2678762"/>
                  </a:lnTo>
                  <a:lnTo>
                    <a:pt x="2334072" y="2678762"/>
                  </a:lnTo>
                  <a:lnTo>
                    <a:pt x="2334230" y="2678762"/>
                  </a:lnTo>
                  <a:lnTo>
                    <a:pt x="2334388" y="2678762"/>
                  </a:lnTo>
                  <a:lnTo>
                    <a:pt x="2334388" y="2678332"/>
                  </a:lnTo>
                  <a:lnTo>
                    <a:pt x="2334545" y="2678332"/>
                  </a:lnTo>
                  <a:lnTo>
                    <a:pt x="2334545" y="2677901"/>
                  </a:lnTo>
                  <a:lnTo>
                    <a:pt x="2334703" y="2677901"/>
                  </a:lnTo>
                  <a:lnTo>
                    <a:pt x="2334861" y="2677901"/>
                  </a:lnTo>
                  <a:lnTo>
                    <a:pt x="2334861" y="2677470"/>
                  </a:lnTo>
                  <a:lnTo>
                    <a:pt x="2335019" y="2677470"/>
                  </a:lnTo>
                  <a:lnTo>
                    <a:pt x="2335176" y="2677470"/>
                  </a:lnTo>
                  <a:lnTo>
                    <a:pt x="2335334" y="2677470"/>
                  </a:lnTo>
                  <a:lnTo>
                    <a:pt x="2335492" y="2677470"/>
                  </a:lnTo>
                  <a:lnTo>
                    <a:pt x="2335492" y="2677040"/>
                  </a:lnTo>
                  <a:lnTo>
                    <a:pt x="2335492" y="2676609"/>
                  </a:lnTo>
                  <a:lnTo>
                    <a:pt x="2335649" y="2676609"/>
                  </a:lnTo>
                  <a:lnTo>
                    <a:pt x="2335807" y="2676609"/>
                  </a:lnTo>
                  <a:lnTo>
                    <a:pt x="2335807" y="2676179"/>
                  </a:lnTo>
                  <a:lnTo>
                    <a:pt x="2335965" y="2676179"/>
                  </a:lnTo>
                  <a:lnTo>
                    <a:pt x="2335965" y="2675748"/>
                  </a:lnTo>
                  <a:lnTo>
                    <a:pt x="2336123" y="2675748"/>
                  </a:lnTo>
                  <a:lnTo>
                    <a:pt x="2336280" y="2675748"/>
                  </a:lnTo>
                  <a:lnTo>
                    <a:pt x="2336280" y="2675317"/>
                  </a:lnTo>
                  <a:lnTo>
                    <a:pt x="2336438" y="2675317"/>
                  </a:lnTo>
                  <a:lnTo>
                    <a:pt x="2336596" y="2675317"/>
                  </a:lnTo>
                  <a:lnTo>
                    <a:pt x="2336754" y="2675317"/>
                  </a:lnTo>
                  <a:lnTo>
                    <a:pt x="2336754" y="2674887"/>
                  </a:lnTo>
                  <a:lnTo>
                    <a:pt x="2336911" y="2674887"/>
                  </a:lnTo>
                  <a:lnTo>
                    <a:pt x="2337069" y="2674887"/>
                  </a:lnTo>
                  <a:lnTo>
                    <a:pt x="2337227" y="2674887"/>
                  </a:lnTo>
                  <a:lnTo>
                    <a:pt x="2337227" y="2674456"/>
                  </a:lnTo>
                  <a:lnTo>
                    <a:pt x="2337384" y="2674456"/>
                  </a:lnTo>
                  <a:lnTo>
                    <a:pt x="2337542" y="2674456"/>
                  </a:lnTo>
                  <a:lnTo>
                    <a:pt x="2337700" y="2674456"/>
                  </a:lnTo>
                  <a:lnTo>
                    <a:pt x="2337858" y="2674456"/>
                  </a:lnTo>
                  <a:lnTo>
                    <a:pt x="2337858" y="2674026"/>
                  </a:lnTo>
                  <a:lnTo>
                    <a:pt x="2338015" y="2674026"/>
                  </a:lnTo>
                  <a:lnTo>
                    <a:pt x="2338015" y="2673595"/>
                  </a:lnTo>
                  <a:lnTo>
                    <a:pt x="2338015" y="2673164"/>
                  </a:lnTo>
                  <a:lnTo>
                    <a:pt x="2338173" y="2673164"/>
                  </a:lnTo>
                  <a:lnTo>
                    <a:pt x="2338331" y="2673164"/>
                  </a:lnTo>
                  <a:lnTo>
                    <a:pt x="2338488" y="2673164"/>
                  </a:lnTo>
                  <a:lnTo>
                    <a:pt x="2338646" y="2673164"/>
                  </a:lnTo>
                  <a:lnTo>
                    <a:pt x="2338804" y="2673164"/>
                  </a:lnTo>
                  <a:lnTo>
                    <a:pt x="2338962" y="2673164"/>
                  </a:lnTo>
                  <a:lnTo>
                    <a:pt x="2339119" y="2673164"/>
                  </a:lnTo>
                  <a:lnTo>
                    <a:pt x="2339277" y="2673164"/>
                  </a:lnTo>
                  <a:lnTo>
                    <a:pt x="2339277" y="2672734"/>
                  </a:lnTo>
                  <a:lnTo>
                    <a:pt x="2339435" y="2672734"/>
                  </a:lnTo>
                  <a:lnTo>
                    <a:pt x="2339592" y="2672734"/>
                  </a:lnTo>
                  <a:lnTo>
                    <a:pt x="2339750" y="2672734"/>
                  </a:lnTo>
                  <a:lnTo>
                    <a:pt x="2339908" y="2672734"/>
                  </a:lnTo>
                  <a:lnTo>
                    <a:pt x="2340066" y="2672734"/>
                  </a:lnTo>
                  <a:lnTo>
                    <a:pt x="2340223" y="2672734"/>
                  </a:lnTo>
                  <a:lnTo>
                    <a:pt x="2340381" y="2672734"/>
                  </a:lnTo>
                  <a:lnTo>
                    <a:pt x="2340381" y="2672303"/>
                  </a:lnTo>
                  <a:lnTo>
                    <a:pt x="2340539" y="2672303"/>
                  </a:lnTo>
                  <a:lnTo>
                    <a:pt x="2340696" y="2672303"/>
                  </a:lnTo>
                  <a:lnTo>
                    <a:pt x="2340854" y="2672303"/>
                  </a:lnTo>
                  <a:lnTo>
                    <a:pt x="2341012" y="2672303"/>
                  </a:lnTo>
                  <a:lnTo>
                    <a:pt x="2341012" y="2671873"/>
                  </a:lnTo>
                  <a:lnTo>
                    <a:pt x="2341170" y="2671873"/>
                  </a:lnTo>
                  <a:lnTo>
                    <a:pt x="2341327" y="2671873"/>
                  </a:lnTo>
                  <a:lnTo>
                    <a:pt x="2341485" y="2671873"/>
                  </a:lnTo>
                  <a:lnTo>
                    <a:pt x="2341643" y="2671873"/>
                  </a:lnTo>
                  <a:lnTo>
                    <a:pt x="2341800" y="2671873"/>
                  </a:lnTo>
                  <a:lnTo>
                    <a:pt x="2341958" y="2671873"/>
                  </a:lnTo>
                  <a:lnTo>
                    <a:pt x="2342116" y="2671873"/>
                  </a:lnTo>
                  <a:lnTo>
                    <a:pt x="2342116" y="2671442"/>
                  </a:lnTo>
                  <a:lnTo>
                    <a:pt x="2342274" y="2671442"/>
                  </a:lnTo>
                  <a:lnTo>
                    <a:pt x="2342431" y="2671442"/>
                  </a:lnTo>
                  <a:lnTo>
                    <a:pt x="2342431" y="2671011"/>
                  </a:lnTo>
                  <a:lnTo>
                    <a:pt x="2342431" y="2670581"/>
                  </a:lnTo>
                  <a:lnTo>
                    <a:pt x="2342589" y="2670581"/>
                  </a:lnTo>
                  <a:lnTo>
                    <a:pt x="2342747" y="2670581"/>
                  </a:lnTo>
                  <a:lnTo>
                    <a:pt x="2342905" y="2670581"/>
                  </a:lnTo>
                  <a:lnTo>
                    <a:pt x="2343062" y="2670581"/>
                  </a:lnTo>
                  <a:lnTo>
                    <a:pt x="2343220" y="2670581"/>
                  </a:lnTo>
                  <a:lnTo>
                    <a:pt x="2343378" y="2670581"/>
                  </a:lnTo>
                  <a:lnTo>
                    <a:pt x="2343535" y="2670581"/>
                  </a:lnTo>
                  <a:lnTo>
                    <a:pt x="2343693" y="2670581"/>
                  </a:lnTo>
                  <a:lnTo>
                    <a:pt x="2343851" y="2670581"/>
                  </a:lnTo>
                  <a:lnTo>
                    <a:pt x="2344009" y="2670581"/>
                  </a:lnTo>
                  <a:lnTo>
                    <a:pt x="2344009" y="2670150"/>
                  </a:lnTo>
                  <a:lnTo>
                    <a:pt x="2344166" y="2670150"/>
                  </a:lnTo>
                  <a:lnTo>
                    <a:pt x="2344166" y="2669720"/>
                  </a:lnTo>
                  <a:lnTo>
                    <a:pt x="2344166" y="2669289"/>
                  </a:lnTo>
                  <a:lnTo>
                    <a:pt x="2344324" y="2669289"/>
                  </a:lnTo>
                  <a:lnTo>
                    <a:pt x="2344482" y="2669289"/>
                  </a:lnTo>
                  <a:lnTo>
                    <a:pt x="2344639" y="2669289"/>
                  </a:lnTo>
                  <a:lnTo>
                    <a:pt x="2344639" y="2668858"/>
                  </a:lnTo>
                  <a:lnTo>
                    <a:pt x="2344639" y="2668428"/>
                  </a:lnTo>
                  <a:lnTo>
                    <a:pt x="2344797" y="2668428"/>
                  </a:lnTo>
                  <a:lnTo>
                    <a:pt x="2344955" y="2668428"/>
                  </a:lnTo>
                  <a:lnTo>
                    <a:pt x="2344955" y="2667997"/>
                  </a:lnTo>
                  <a:lnTo>
                    <a:pt x="2344955" y="2667567"/>
                  </a:lnTo>
                  <a:lnTo>
                    <a:pt x="2345113" y="2667567"/>
                  </a:lnTo>
                  <a:lnTo>
                    <a:pt x="2345113" y="2667136"/>
                  </a:lnTo>
                  <a:lnTo>
                    <a:pt x="2345270" y="2667136"/>
                  </a:lnTo>
                  <a:lnTo>
                    <a:pt x="2345270" y="2666705"/>
                  </a:lnTo>
                  <a:lnTo>
                    <a:pt x="2345428" y="2666705"/>
                  </a:lnTo>
                  <a:lnTo>
                    <a:pt x="2345586" y="2666705"/>
                  </a:lnTo>
                  <a:lnTo>
                    <a:pt x="2345743" y="2666705"/>
                  </a:lnTo>
                  <a:lnTo>
                    <a:pt x="2345901" y="2666705"/>
                  </a:lnTo>
                  <a:lnTo>
                    <a:pt x="2346059" y="2666705"/>
                  </a:lnTo>
                  <a:lnTo>
                    <a:pt x="2346059" y="2666275"/>
                  </a:lnTo>
                  <a:lnTo>
                    <a:pt x="2346217" y="2666275"/>
                  </a:lnTo>
                  <a:lnTo>
                    <a:pt x="2346374" y="2666275"/>
                  </a:lnTo>
                  <a:lnTo>
                    <a:pt x="2346532" y="2666275"/>
                  </a:lnTo>
                  <a:lnTo>
                    <a:pt x="2346532" y="2665844"/>
                  </a:lnTo>
                  <a:lnTo>
                    <a:pt x="2346690" y="2665844"/>
                  </a:lnTo>
                  <a:lnTo>
                    <a:pt x="2346690" y="2665414"/>
                  </a:lnTo>
                  <a:lnTo>
                    <a:pt x="2346847" y="2665414"/>
                  </a:lnTo>
                  <a:lnTo>
                    <a:pt x="2346847" y="2664983"/>
                  </a:lnTo>
                  <a:lnTo>
                    <a:pt x="2347005" y="2664983"/>
                  </a:lnTo>
                  <a:lnTo>
                    <a:pt x="2347163" y="2664983"/>
                  </a:lnTo>
                  <a:lnTo>
                    <a:pt x="2347163" y="2664552"/>
                  </a:lnTo>
                  <a:lnTo>
                    <a:pt x="2347321" y="2664552"/>
                  </a:lnTo>
                  <a:lnTo>
                    <a:pt x="2347478" y="2664552"/>
                  </a:lnTo>
                  <a:lnTo>
                    <a:pt x="2347636" y="2664552"/>
                  </a:lnTo>
                  <a:lnTo>
                    <a:pt x="2347636" y="2664122"/>
                  </a:lnTo>
                  <a:lnTo>
                    <a:pt x="2347636" y="2663691"/>
                  </a:lnTo>
                  <a:lnTo>
                    <a:pt x="2347794" y="2663691"/>
                  </a:lnTo>
                  <a:lnTo>
                    <a:pt x="2347952" y="2663691"/>
                  </a:lnTo>
                  <a:lnTo>
                    <a:pt x="2348109" y="2663691"/>
                  </a:lnTo>
                  <a:lnTo>
                    <a:pt x="2348267" y="2663691"/>
                  </a:lnTo>
                  <a:lnTo>
                    <a:pt x="2348425" y="2663691"/>
                  </a:lnTo>
                  <a:lnTo>
                    <a:pt x="2348582" y="2663691"/>
                  </a:lnTo>
                  <a:lnTo>
                    <a:pt x="2348740" y="2663691"/>
                  </a:lnTo>
                  <a:lnTo>
                    <a:pt x="2348740" y="2663261"/>
                  </a:lnTo>
                  <a:lnTo>
                    <a:pt x="2348740" y="2662830"/>
                  </a:lnTo>
                  <a:lnTo>
                    <a:pt x="2348898" y="2662830"/>
                  </a:lnTo>
                  <a:lnTo>
                    <a:pt x="2348898" y="2662399"/>
                  </a:lnTo>
                  <a:lnTo>
                    <a:pt x="2349056" y="2662399"/>
                  </a:lnTo>
                  <a:lnTo>
                    <a:pt x="2349213" y="2662399"/>
                  </a:lnTo>
                  <a:lnTo>
                    <a:pt x="2349371" y="2662399"/>
                  </a:lnTo>
                  <a:lnTo>
                    <a:pt x="2349529" y="2662399"/>
                  </a:lnTo>
                  <a:lnTo>
                    <a:pt x="2349686" y="2662399"/>
                  </a:lnTo>
                  <a:lnTo>
                    <a:pt x="2349844" y="2662399"/>
                  </a:lnTo>
                  <a:lnTo>
                    <a:pt x="2350002" y="2662399"/>
                  </a:lnTo>
                  <a:lnTo>
                    <a:pt x="2350160" y="2662399"/>
                  </a:lnTo>
                  <a:lnTo>
                    <a:pt x="2350317" y="2662399"/>
                  </a:lnTo>
                  <a:lnTo>
                    <a:pt x="2350475" y="2662399"/>
                  </a:lnTo>
                  <a:lnTo>
                    <a:pt x="2350475" y="2661969"/>
                  </a:lnTo>
                  <a:lnTo>
                    <a:pt x="2350633" y="2661969"/>
                  </a:lnTo>
                  <a:lnTo>
                    <a:pt x="2350790" y="2661969"/>
                  </a:lnTo>
                  <a:lnTo>
                    <a:pt x="2350948" y="2661969"/>
                  </a:lnTo>
                  <a:lnTo>
                    <a:pt x="2351106" y="2661969"/>
                  </a:lnTo>
                  <a:lnTo>
                    <a:pt x="2351106" y="2661538"/>
                  </a:lnTo>
                  <a:lnTo>
                    <a:pt x="2351106" y="2661108"/>
                  </a:lnTo>
                  <a:lnTo>
                    <a:pt x="2351264" y="2661108"/>
                  </a:lnTo>
                  <a:lnTo>
                    <a:pt x="2351421" y="2661108"/>
                  </a:lnTo>
                  <a:lnTo>
                    <a:pt x="2351579" y="2661108"/>
                  </a:lnTo>
                  <a:lnTo>
                    <a:pt x="2351579" y="2660677"/>
                  </a:lnTo>
                  <a:lnTo>
                    <a:pt x="2351737" y="2660677"/>
                  </a:lnTo>
                  <a:lnTo>
                    <a:pt x="2351894" y="2660677"/>
                  </a:lnTo>
                  <a:lnTo>
                    <a:pt x="2351894" y="2660246"/>
                  </a:lnTo>
                  <a:lnTo>
                    <a:pt x="2352052" y="2660246"/>
                  </a:lnTo>
                  <a:lnTo>
                    <a:pt x="2352210" y="2660246"/>
                  </a:lnTo>
                  <a:lnTo>
                    <a:pt x="2352368" y="2660246"/>
                  </a:lnTo>
                  <a:lnTo>
                    <a:pt x="2352368" y="2659816"/>
                  </a:lnTo>
                  <a:lnTo>
                    <a:pt x="2352525" y="2659816"/>
                  </a:lnTo>
                  <a:lnTo>
                    <a:pt x="2352683" y="2659816"/>
                  </a:lnTo>
                  <a:lnTo>
                    <a:pt x="2352683" y="2659385"/>
                  </a:lnTo>
                  <a:lnTo>
                    <a:pt x="2352841" y="2659385"/>
                  </a:lnTo>
                  <a:lnTo>
                    <a:pt x="2352841" y="2658955"/>
                  </a:lnTo>
                  <a:lnTo>
                    <a:pt x="2352998" y="2658955"/>
                  </a:lnTo>
                  <a:lnTo>
                    <a:pt x="2353156" y="2658955"/>
                  </a:lnTo>
                  <a:lnTo>
                    <a:pt x="2353156" y="2658524"/>
                  </a:lnTo>
                  <a:lnTo>
                    <a:pt x="2353156" y="2658093"/>
                  </a:lnTo>
                  <a:lnTo>
                    <a:pt x="2353314" y="2658093"/>
                  </a:lnTo>
                  <a:lnTo>
                    <a:pt x="2353472" y="2658093"/>
                  </a:lnTo>
                  <a:lnTo>
                    <a:pt x="2353629" y="2658093"/>
                  </a:lnTo>
                  <a:lnTo>
                    <a:pt x="2353787" y="2658093"/>
                  </a:lnTo>
                  <a:lnTo>
                    <a:pt x="2353945" y="2658093"/>
                  </a:lnTo>
                  <a:lnTo>
                    <a:pt x="2354103" y="2658093"/>
                  </a:lnTo>
                  <a:lnTo>
                    <a:pt x="2354103" y="2657663"/>
                  </a:lnTo>
                  <a:lnTo>
                    <a:pt x="2354103" y="2657232"/>
                  </a:lnTo>
                  <a:lnTo>
                    <a:pt x="2354103" y="2656802"/>
                  </a:lnTo>
                  <a:lnTo>
                    <a:pt x="2354260" y="2656802"/>
                  </a:lnTo>
                  <a:lnTo>
                    <a:pt x="2354260" y="2656371"/>
                  </a:lnTo>
                  <a:lnTo>
                    <a:pt x="2354418" y="2656371"/>
                  </a:lnTo>
                  <a:lnTo>
                    <a:pt x="2354576" y="2656371"/>
                  </a:lnTo>
                  <a:lnTo>
                    <a:pt x="2354733" y="2656371"/>
                  </a:lnTo>
                  <a:lnTo>
                    <a:pt x="2354891" y="2656371"/>
                  </a:lnTo>
                  <a:lnTo>
                    <a:pt x="2355049" y="2656371"/>
                  </a:lnTo>
                  <a:lnTo>
                    <a:pt x="2355049" y="2655940"/>
                  </a:lnTo>
                  <a:lnTo>
                    <a:pt x="2355207" y="2655940"/>
                  </a:lnTo>
                  <a:lnTo>
                    <a:pt x="2355207" y="2655510"/>
                  </a:lnTo>
                  <a:lnTo>
                    <a:pt x="2355207" y="2655079"/>
                  </a:lnTo>
                  <a:lnTo>
                    <a:pt x="2355207" y="2654649"/>
                  </a:lnTo>
                  <a:lnTo>
                    <a:pt x="2355364" y="2654649"/>
                  </a:lnTo>
                  <a:lnTo>
                    <a:pt x="2355522" y="2654649"/>
                  </a:lnTo>
                  <a:lnTo>
                    <a:pt x="2355680" y="2654649"/>
                  </a:lnTo>
                  <a:lnTo>
                    <a:pt x="2355680" y="2654218"/>
                  </a:lnTo>
                  <a:lnTo>
                    <a:pt x="2355837" y="2654218"/>
                  </a:lnTo>
                  <a:lnTo>
                    <a:pt x="2355837" y="2653787"/>
                  </a:lnTo>
                  <a:lnTo>
                    <a:pt x="2355995" y="2653787"/>
                  </a:lnTo>
                  <a:lnTo>
                    <a:pt x="2356153" y="2653787"/>
                  </a:lnTo>
                  <a:lnTo>
                    <a:pt x="2356311" y="2653787"/>
                  </a:lnTo>
                  <a:lnTo>
                    <a:pt x="2356468" y="2653787"/>
                  </a:lnTo>
                  <a:lnTo>
                    <a:pt x="2356626" y="2653787"/>
                  </a:lnTo>
                  <a:lnTo>
                    <a:pt x="2356784" y="2653787"/>
                  </a:lnTo>
                  <a:lnTo>
                    <a:pt x="2356784" y="2653357"/>
                  </a:lnTo>
                  <a:lnTo>
                    <a:pt x="2356784" y="2652926"/>
                  </a:lnTo>
                  <a:lnTo>
                    <a:pt x="2356941" y="2652926"/>
                  </a:lnTo>
                  <a:lnTo>
                    <a:pt x="2356941" y="2652496"/>
                  </a:lnTo>
                  <a:lnTo>
                    <a:pt x="2357099" y="2652496"/>
                  </a:lnTo>
                  <a:lnTo>
                    <a:pt x="2357257" y="2652496"/>
                  </a:lnTo>
                  <a:lnTo>
                    <a:pt x="2357257" y="2652065"/>
                  </a:lnTo>
                  <a:lnTo>
                    <a:pt x="2357257" y="2651634"/>
                  </a:lnTo>
                  <a:lnTo>
                    <a:pt x="2357415" y="2651634"/>
                  </a:lnTo>
                  <a:lnTo>
                    <a:pt x="2357572" y="2651634"/>
                  </a:lnTo>
                  <a:lnTo>
                    <a:pt x="2357572" y="2651204"/>
                  </a:lnTo>
                  <a:lnTo>
                    <a:pt x="2357730" y="2651204"/>
                  </a:lnTo>
                  <a:lnTo>
                    <a:pt x="2357888" y="2651204"/>
                  </a:lnTo>
                  <a:lnTo>
                    <a:pt x="2358045" y="2651204"/>
                  </a:lnTo>
                  <a:lnTo>
                    <a:pt x="2358045" y="2650773"/>
                  </a:lnTo>
                  <a:lnTo>
                    <a:pt x="2358203" y="2650773"/>
                  </a:lnTo>
                  <a:lnTo>
                    <a:pt x="2358203" y="2650343"/>
                  </a:lnTo>
                  <a:lnTo>
                    <a:pt x="2358361" y="2650343"/>
                  </a:lnTo>
                  <a:lnTo>
                    <a:pt x="2358519" y="2650343"/>
                  </a:lnTo>
                  <a:lnTo>
                    <a:pt x="2358519" y="2649912"/>
                  </a:lnTo>
                  <a:lnTo>
                    <a:pt x="2358676" y="2649912"/>
                  </a:lnTo>
                  <a:lnTo>
                    <a:pt x="2358834" y="2649912"/>
                  </a:lnTo>
                  <a:lnTo>
                    <a:pt x="2358992" y="2649912"/>
                  </a:lnTo>
                  <a:lnTo>
                    <a:pt x="2358992" y="2649481"/>
                  </a:lnTo>
                  <a:lnTo>
                    <a:pt x="2359150" y="2649481"/>
                  </a:lnTo>
                  <a:lnTo>
                    <a:pt x="2359150" y="2649051"/>
                  </a:lnTo>
                  <a:lnTo>
                    <a:pt x="2359307" y="2649051"/>
                  </a:lnTo>
                  <a:lnTo>
                    <a:pt x="2359465" y="2649051"/>
                  </a:lnTo>
                  <a:lnTo>
                    <a:pt x="2359623" y="2649051"/>
                  </a:lnTo>
                  <a:lnTo>
                    <a:pt x="2359780" y="2649051"/>
                  </a:lnTo>
                  <a:lnTo>
                    <a:pt x="2359938" y="2649051"/>
                  </a:lnTo>
                  <a:lnTo>
                    <a:pt x="2360096" y="2649051"/>
                  </a:lnTo>
                  <a:lnTo>
                    <a:pt x="2360254" y="2649051"/>
                  </a:lnTo>
                  <a:lnTo>
                    <a:pt x="2360411" y="2649051"/>
                  </a:lnTo>
                  <a:lnTo>
                    <a:pt x="2360411" y="2648620"/>
                  </a:lnTo>
                  <a:lnTo>
                    <a:pt x="2360411" y="2648190"/>
                  </a:lnTo>
                  <a:lnTo>
                    <a:pt x="2360569" y="2648190"/>
                  </a:lnTo>
                  <a:lnTo>
                    <a:pt x="2360727" y="2648190"/>
                  </a:lnTo>
                  <a:lnTo>
                    <a:pt x="2360884" y="2648190"/>
                  </a:lnTo>
                  <a:lnTo>
                    <a:pt x="2361042" y="2648190"/>
                  </a:lnTo>
                  <a:lnTo>
                    <a:pt x="2361200" y="2648190"/>
                  </a:lnTo>
                  <a:lnTo>
                    <a:pt x="2361200" y="2647759"/>
                  </a:lnTo>
                  <a:lnTo>
                    <a:pt x="2361358" y="2647759"/>
                  </a:lnTo>
                  <a:lnTo>
                    <a:pt x="2361515" y="2647759"/>
                  </a:lnTo>
                  <a:lnTo>
                    <a:pt x="2361673" y="2647759"/>
                  </a:lnTo>
                  <a:lnTo>
                    <a:pt x="2361831" y="2647759"/>
                  </a:lnTo>
                  <a:lnTo>
                    <a:pt x="2361988" y="2647759"/>
                  </a:lnTo>
                  <a:lnTo>
                    <a:pt x="2361988" y="2647328"/>
                  </a:lnTo>
                  <a:lnTo>
                    <a:pt x="2361988" y="2646898"/>
                  </a:lnTo>
                  <a:lnTo>
                    <a:pt x="2362146" y="2646898"/>
                  </a:lnTo>
                  <a:lnTo>
                    <a:pt x="2362304" y="2646898"/>
                  </a:lnTo>
                  <a:lnTo>
                    <a:pt x="2362304" y="2646467"/>
                  </a:lnTo>
                  <a:lnTo>
                    <a:pt x="2362462" y="2646467"/>
                  </a:lnTo>
                  <a:lnTo>
                    <a:pt x="2362462" y="2646037"/>
                  </a:lnTo>
                  <a:lnTo>
                    <a:pt x="2362619" y="2646037"/>
                  </a:lnTo>
                  <a:lnTo>
                    <a:pt x="2362777" y="2646037"/>
                  </a:lnTo>
                  <a:lnTo>
                    <a:pt x="2362935" y="2646037"/>
                  </a:lnTo>
                  <a:lnTo>
                    <a:pt x="2363092" y="2646037"/>
                  </a:lnTo>
                  <a:lnTo>
                    <a:pt x="2363250" y="2646037"/>
                  </a:lnTo>
                  <a:lnTo>
                    <a:pt x="2363408" y="2646037"/>
                  </a:lnTo>
                  <a:lnTo>
                    <a:pt x="2363566" y="2646037"/>
                  </a:lnTo>
                  <a:lnTo>
                    <a:pt x="2363723" y="2646037"/>
                  </a:lnTo>
                  <a:lnTo>
                    <a:pt x="2363881" y="2646037"/>
                  </a:lnTo>
                  <a:lnTo>
                    <a:pt x="2364039" y="2646037"/>
                  </a:lnTo>
                  <a:lnTo>
                    <a:pt x="2364196" y="2646037"/>
                  </a:lnTo>
                  <a:lnTo>
                    <a:pt x="2364354" y="2646037"/>
                  </a:lnTo>
                  <a:lnTo>
                    <a:pt x="2364512" y="2646037"/>
                  </a:lnTo>
                  <a:lnTo>
                    <a:pt x="2364512" y="2645606"/>
                  </a:lnTo>
                  <a:lnTo>
                    <a:pt x="2364670" y="2645606"/>
                  </a:lnTo>
                  <a:lnTo>
                    <a:pt x="2364827" y="2645606"/>
                  </a:lnTo>
                  <a:lnTo>
                    <a:pt x="2364985" y="2645606"/>
                  </a:lnTo>
                  <a:lnTo>
                    <a:pt x="2365143" y="2645606"/>
                  </a:lnTo>
                  <a:lnTo>
                    <a:pt x="2365301" y="2645606"/>
                  </a:lnTo>
                  <a:lnTo>
                    <a:pt x="2365458" y="2645606"/>
                  </a:lnTo>
                  <a:lnTo>
                    <a:pt x="2365616" y="2645606"/>
                  </a:lnTo>
                  <a:lnTo>
                    <a:pt x="2365774" y="2645606"/>
                  </a:lnTo>
                  <a:lnTo>
                    <a:pt x="2365931" y="2645606"/>
                  </a:lnTo>
                  <a:lnTo>
                    <a:pt x="2365931" y="2645175"/>
                  </a:lnTo>
                  <a:lnTo>
                    <a:pt x="2366089" y="2645175"/>
                  </a:lnTo>
                  <a:lnTo>
                    <a:pt x="2366247" y="2645175"/>
                  </a:lnTo>
                  <a:lnTo>
                    <a:pt x="2366405" y="2645175"/>
                  </a:lnTo>
                  <a:lnTo>
                    <a:pt x="2366562" y="2645175"/>
                  </a:lnTo>
                  <a:lnTo>
                    <a:pt x="2366720" y="2645175"/>
                  </a:lnTo>
                  <a:lnTo>
                    <a:pt x="2366878" y="2645175"/>
                  </a:lnTo>
                  <a:lnTo>
                    <a:pt x="2366878" y="2644745"/>
                  </a:lnTo>
                  <a:lnTo>
                    <a:pt x="2366878" y="2644314"/>
                  </a:lnTo>
                  <a:lnTo>
                    <a:pt x="2367035" y="2644314"/>
                  </a:lnTo>
                  <a:lnTo>
                    <a:pt x="2367035" y="2643884"/>
                  </a:lnTo>
                  <a:lnTo>
                    <a:pt x="2367193" y="2643884"/>
                  </a:lnTo>
                  <a:lnTo>
                    <a:pt x="2367351" y="2643884"/>
                  </a:lnTo>
                  <a:lnTo>
                    <a:pt x="2367351" y="2643453"/>
                  </a:lnTo>
                  <a:lnTo>
                    <a:pt x="2367509" y="2643453"/>
                  </a:lnTo>
                  <a:lnTo>
                    <a:pt x="2367666" y="2643453"/>
                  </a:lnTo>
                  <a:lnTo>
                    <a:pt x="2367824" y="2643453"/>
                  </a:lnTo>
                  <a:lnTo>
                    <a:pt x="2367824" y="2643022"/>
                  </a:lnTo>
                  <a:lnTo>
                    <a:pt x="2367982" y="2643022"/>
                  </a:lnTo>
                  <a:lnTo>
                    <a:pt x="2368139" y="2643022"/>
                  </a:lnTo>
                  <a:lnTo>
                    <a:pt x="2368139" y="2642592"/>
                  </a:lnTo>
                  <a:lnTo>
                    <a:pt x="2368297" y="2642592"/>
                  </a:lnTo>
                  <a:lnTo>
                    <a:pt x="2368297" y="2642161"/>
                  </a:lnTo>
                  <a:lnTo>
                    <a:pt x="2368455" y="2642161"/>
                  </a:lnTo>
                  <a:lnTo>
                    <a:pt x="2368613" y="2642161"/>
                  </a:lnTo>
                  <a:lnTo>
                    <a:pt x="2368770" y="2642161"/>
                  </a:lnTo>
                  <a:lnTo>
                    <a:pt x="2368928" y="2642161"/>
                  </a:lnTo>
                  <a:lnTo>
                    <a:pt x="2369086" y="2642161"/>
                  </a:lnTo>
                  <a:lnTo>
                    <a:pt x="2369243" y="2642161"/>
                  </a:lnTo>
                  <a:lnTo>
                    <a:pt x="2369401" y="2642161"/>
                  </a:lnTo>
                  <a:lnTo>
                    <a:pt x="2369559" y="2642161"/>
                  </a:lnTo>
                  <a:lnTo>
                    <a:pt x="2369717" y="2642161"/>
                  </a:lnTo>
                  <a:lnTo>
                    <a:pt x="2369717" y="2641731"/>
                  </a:lnTo>
                  <a:lnTo>
                    <a:pt x="2369874" y="2641731"/>
                  </a:lnTo>
                  <a:lnTo>
                    <a:pt x="2370032" y="2641731"/>
                  </a:lnTo>
                  <a:lnTo>
                    <a:pt x="2370190" y="2641731"/>
                  </a:lnTo>
                  <a:lnTo>
                    <a:pt x="2370348" y="2641731"/>
                  </a:lnTo>
                  <a:lnTo>
                    <a:pt x="2370505" y="2641731"/>
                  </a:lnTo>
                  <a:lnTo>
                    <a:pt x="2370505" y="2641300"/>
                  </a:lnTo>
                  <a:lnTo>
                    <a:pt x="2370505" y="2640869"/>
                  </a:lnTo>
                  <a:lnTo>
                    <a:pt x="2370663" y="2640869"/>
                  </a:lnTo>
                  <a:lnTo>
                    <a:pt x="2370821" y="2640869"/>
                  </a:lnTo>
                  <a:lnTo>
                    <a:pt x="2370821" y="2640439"/>
                  </a:lnTo>
                  <a:lnTo>
                    <a:pt x="2370821" y="2640008"/>
                  </a:lnTo>
                  <a:lnTo>
                    <a:pt x="2370821" y="2639578"/>
                  </a:lnTo>
                  <a:lnTo>
                    <a:pt x="2370821" y="2639147"/>
                  </a:lnTo>
                  <a:lnTo>
                    <a:pt x="2370821" y="2638716"/>
                  </a:lnTo>
                  <a:lnTo>
                    <a:pt x="2370978" y="2638716"/>
                  </a:lnTo>
                  <a:lnTo>
                    <a:pt x="2371136" y="2638716"/>
                  </a:lnTo>
                  <a:lnTo>
                    <a:pt x="2371294" y="2638716"/>
                  </a:lnTo>
                  <a:lnTo>
                    <a:pt x="2371452" y="2638716"/>
                  </a:lnTo>
                  <a:lnTo>
                    <a:pt x="2371452" y="2638286"/>
                  </a:lnTo>
                  <a:lnTo>
                    <a:pt x="2371609" y="2638286"/>
                  </a:lnTo>
                  <a:lnTo>
                    <a:pt x="2371767" y="2638286"/>
                  </a:lnTo>
                  <a:lnTo>
                    <a:pt x="2371767" y="2637855"/>
                  </a:lnTo>
                  <a:lnTo>
                    <a:pt x="2371925" y="2637855"/>
                  </a:lnTo>
                  <a:lnTo>
                    <a:pt x="2372082" y="2637855"/>
                  </a:lnTo>
                  <a:lnTo>
                    <a:pt x="2372240" y="2637855"/>
                  </a:lnTo>
                  <a:lnTo>
                    <a:pt x="2372398" y="2637855"/>
                  </a:lnTo>
                  <a:lnTo>
                    <a:pt x="2372556" y="2637855"/>
                  </a:lnTo>
                  <a:lnTo>
                    <a:pt x="2372713" y="2637855"/>
                  </a:lnTo>
                  <a:lnTo>
                    <a:pt x="2372713" y="2637425"/>
                  </a:lnTo>
                  <a:lnTo>
                    <a:pt x="2372871" y="2637425"/>
                  </a:lnTo>
                  <a:lnTo>
                    <a:pt x="2373029" y="2637425"/>
                  </a:lnTo>
                  <a:lnTo>
                    <a:pt x="2373186" y="2637425"/>
                  </a:lnTo>
                  <a:lnTo>
                    <a:pt x="2373344" y="2637425"/>
                  </a:lnTo>
                  <a:lnTo>
                    <a:pt x="2373502" y="2637425"/>
                  </a:lnTo>
                  <a:lnTo>
                    <a:pt x="2373502" y="2636994"/>
                  </a:lnTo>
                  <a:lnTo>
                    <a:pt x="2373660" y="2636994"/>
                  </a:lnTo>
                  <a:lnTo>
                    <a:pt x="2373660" y="2636563"/>
                  </a:lnTo>
                  <a:lnTo>
                    <a:pt x="2373817" y="2636563"/>
                  </a:lnTo>
                  <a:lnTo>
                    <a:pt x="2373975" y="2636563"/>
                  </a:lnTo>
                  <a:lnTo>
                    <a:pt x="2374133" y="2636563"/>
                  </a:lnTo>
                  <a:lnTo>
                    <a:pt x="2374133" y="2636133"/>
                  </a:lnTo>
                  <a:lnTo>
                    <a:pt x="2374133" y="2635702"/>
                  </a:lnTo>
                  <a:lnTo>
                    <a:pt x="2374290" y="2635702"/>
                  </a:lnTo>
                  <a:lnTo>
                    <a:pt x="2374290" y="2635272"/>
                  </a:lnTo>
                  <a:lnTo>
                    <a:pt x="2374290" y="2634841"/>
                  </a:lnTo>
                  <a:lnTo>
                    <a:pt x="2374290" y="2634410"/>
                  </a:lnTo>
                  <a:lnTo>
                    <a:pt x="2374290" y="2633980"/>
                  </a:lnTo>
                  <a:lnTo>
                    <a:pt x="2374290" y="2633549"/>
                  </a:lnTo>
                  <a:lnTo>
                    <a:pt x="2374448" y="2633549"/>
                  </a:lnTo>
                  <a:lnTo>
                    <a:pt x="2374606" y="2633549"/>
                  </a:lnTo>
                  <a:lnTo>
                    <a:pt x="2374764" y="2633549"/>
                  </a:lnTo>
                  <a:lnTo>
                    <a:pt x="2374921" y="2633549"/>
                  </a:lnTo>
                  <a:lnTo>
                    <a:pt x="2375079" y="2633549"/>
                  </a:lnTo>
                  <a:lnTo>
                    <a:pt x="2375079" y="2633119"/>
                  </a:lnTo>
                  <a:lnTo>
                    <a:pt x="2375237" y="2633119"/>
                  </a:lnTo>
                  <a:lnTo>
                    <a:pt x="2375237" y="2632688"/>
                  </a:lnTo>
                  <a:lnTo>
                    <a:pt x="2375394" y="2632688"/>
                  </a:lnTo>
                  <a:lnTo>
                    <a:pt x="2375394" y="2632257"/>
                  </a:lnTo>
                  <a:lnTo>
                    <a:pt x="2375394" y="2631827"/>
                  </a:lnTo>
                  <a:lnTo>
                    <a:pt x="2375552" y="2631827"/>
                  </a:lnTo>
                  <a:lnTo>
                    <a:pt x="2375710" y="2631827"/>
                  </a:lnTo>
                  <a:lnTo>
                    <a:pt x="2375710" y="2631396"/>
                  </a:lnTo>
                  <a:lnTo>
                    <a:pt x="2375868" y="2631396"/>
                  </a:lnTo>
                  <a:lnTo>
                    <a:pt x="2376025" y="2631396"/>
                  </a:lnTo>
                  <a:lnTo>
                    <a:pt x="2376183" y="2631396"/>
                  </a:lnTo>
                  <a:lnTo>
                    <a:pt x="2376341" y="2631396"/>
                  </a:lnTo>
                  <a:lnTo>
                    <a:pt x="2376499" y="2631396"/>
                  </a:lnTo>
                  <a:lnTo>
                    <a:pt x="2376499" y="2630966"/>
                  </a:lnTo>
                  <a:lnTo>
                    <a:pt x="2376656" y="2630966"/>
                  </a:lnTo>
                  <a:lnTo>
                    <a:pt x="2376814" y="2630966"/>
                  </a:lnTo>
                  <a:lnTo>
                    <a:pt x="2376972" y="2630966"/>
                  </a:lnTo>
                  <a:lnTo>
                    <a:pt x="2376972" y="2630535"/>
                  </a:lnTo>
                  <a:lnTo>
                    <a:pt x="2376972" y="2630104"/>
                  </a:lnTo>
                  <a:lnTo>
                    <a:pt x="2377129" y="2630104"/>
                  </a:lnTo>
                  <a:lnTo>
                    <a:pt x="2377287" y="2630104"/>
                  </a:lnTo>
                  <a:lnTo>
                    <a:pt x="2377445" y="2630104"/>
                  </a:lnTo>
                  <a:lnTo>
                    <a:pt x="2377445" y="2629674"/>
                  </a:lnTo>
                  <a:lnTo>
                    <a:pt x="2377445" y="2629243"/>
                  </a:lnTo>
                  <a:lnTo>
                    <a:pt x="2377603" y="2629243"/>
                  </a:lnTo>
                  <a:lnTo>
                    <a:pt x="2377760" y="2629243"/>
                  </a:lnTo>
                  <a:lnTo>
                    <a:pt x="2377918" y="2629243"/>
                  </a:lnTo>
                  <a:lnTo>
                    <a:pt x="2378076" y="2629243"/>
                  </a:lnTo>
                  <a:lnTo>
                    <a:pt x="2378233" y="2629243"/>
                  </a:lnTo>
                  <a:lnTo>
                    <a:pt x="2378391" y="2629243"/>
                  </a:lnTo>
                  <a:lnTo>
                    <a:pt x="2378549" y="2629243"/>
                  </a:lnTo>
                  <a:lnTo>
                    <a:pt x="2378549" y="2628813"/>
                  </a:lnTo>
                  <a:lnTo>
                    <a:pt x="2378707" y="2628813"/>
                  </a:lnTo>
                  <a:lnTo>
                    <a:pt x="2378864" y="2628813"/>
                  </a:lnTo>
                  <a:lnTo>
                    <a:pt x="2379022" y="2628813"/>
                  </a:lnTo>
                  <a:lnTo>
                    <a:pt x="2379180" y="2628813"/>
                  </a:lnTo>
                  <a:lnTo>
                    <a:pt x="2379337" y="2628813"/>
                  </a:lnTo>
                  <a:lnTo>
                    <a:pt x="2379495" y="2628813"/>
                  </a:lnTo>
                  <a:lnTo>
                    <a:pt x="2379495" y="2628382"/>
                  </a:lnTo>
                  <a:lnTo>
                    <a:pt x="2379653" y="2628382"/>
                  </a:lnTo>
                  <a:lnTo>
                    <a:pt x="2379811" y="2628382"/>
                  </a:lnTo>
                  <a:lnTo>
                    <a:pt x="2379968" y="2628382"/>
                  </a:lnTo>
                  <a:lnTo>
                    <a:pt x="2379968" y="2627951"/>
                  </a:lnTo>
                  <a:lnTo>
                    <a:pt x="2380126" y="2627951"/>
                  </a:lnTo>
                  <a:lnTo>
                    <a:pt x="2380126" y="2627521"/>
                  </a:lnTo>
                  <a:lnTo>
                    <a:pt x="2380284" y="2627521"/>
                  </a:lnTo>
                  <a:lnTo>
                    <a:pt x="2380441" y="2627521"/>
                  </a:lnTo>
                  <a:lnTo>
                    <a:pt x="2380599" y="2627521"/>
                  </a:lnTo>
                  <a:lnTo>
                    <a:pt x="2380757" y="2627521"/>
                  </a:lnTo>
                  <a:lnTo>
                    <a:pt x="2380915" y="2627521"/>
                  </a:lnTo>
                  <a:lnTo>
                    <a:pt x="2381072" y="2627521"/>
                  </a:lnTo>
                  <a:lnTo>
                    <a:pt x="2381230" y="2627521"/>
                  </a:lnTo>
                  <a:lnTo>
                    <a:pt x="2381388" y="2627521"/>
                  </a:lnTo>
                  <a:lnTo>
                    <a:pt x="2381546" y="2627521"/>
                  </a:lnTo>
                  <a:lnTo>
                    <a:pt x="2381703" y="2627521"/>
                  </a:lnTo>
                  <a:lnTo>
                    <a:pt x="2381861" y="2627521"/>
                  </a:lnTo>
                  <a:lnTo>
                    <a:pt x="2382019" y="2627521"/>
                  </a:lnTo>
                  <a:lnTo>
                    <a:pt x="2382176" y="2627521"/>
                  </a:lnTo>
                  <a:lnTo>
                    <a:pt x="2382176" y="2627090"/>
                  </a:lnTo>
                  <a:lnTo>
                    <a:pt x="2382334" y="2627090"/>
                  </a:lnTo>
                  <a:lnTo>
                    <a:pt x="2382492" y="2627090"/>
                  </a:lnTo>
                  <a:lnTo>
                    <a:pt x="2382650" y="2627090"/>
                  </a:lnTo>
                  <a:lnTo>
                    <a:pt x="2382807" y="2627090"/>
                  </a:lnTo>
                  <a:lnTo>
                    <a:pt x="2382965" y="2627090"/>
                  </a:lnTo>
                  <a:lnTo>
                    <a:pt x="2383123" y="2627090"/>
                  </a:lnTo>
                  <a:lnTo>
                    <a:pt x="2383280" y="2627090"/>
                  </a:lnTo>
                  <a:lnTo>
                    <a:pt x="2383280" y="2626660"/>
                  </a:lnTo>
                  <a:lnTo>
                    <a:pt x="2383280" y="2626229"/>
                  </a:lnTo>
                  <a:lnTo>
                    <a:pt x="2383438" y="2626229"/>
                  </a:lnTo>
                  <a:lnTo>
                    <a:pt x="2383596" y="2626229"/>
                  </a:lnTo>
                  <a:lnTo>
                    <a:pt x="2383596" y="2625798"/>
                  </a:lnTo>
                  <a:lnTo>
                    <a:pt x="2383754" y="2625798"/>
                  </a:lnTo>
                  <a:lnTo>
                    <a:pt x="2383911" y="2625798"/>
                  </a:lnTo>
                  <a:lnTo>
                    <a:pt x="2383911" y="2625368"/>
                  </a:lnTo>
                  <a:lnTo>
                    <a:pt x="2384069" y="2625368"/>
                  </a:lnTo>
                  <a:lnTo>
                    <a:pt x="2384069" y="2624937"/>
                  </a:lnTo>
                  <a:lnTo>
                    <a:pt x="2384069" y="2624507"/>
                  </a:lnTo>
                  <a:lnTo>
                    <a:pt x="2384227" y="2624507"/>
                  </a:lnTo>
                  <a:lnTo>
                    <a:pt x="2384384" y="2624507"/>
                  </a:lnTo>
                  <a:lnTo>
                    <a:pt x="2384542" y="2624507"/>
                  </a:lnTo>
                  <a:lnTo>
                    <a:pt x="2384700" y="2624507"/>
                  </a:lnTo>
                  <a:lnTo>
                    <a:pt x="2384700" y="2624076"/>
                  </a:lnTo>
                  <a:lnTo>
                    <a:pt x="2384700" y="2623645"/>
                  </a:lnTo>
                  <a:lnTo>
                    <a:pt x="2384858" y="2623645"/>
                  </a:lnTo>
                  <a:lnTo>
                    <a:pt x="2384858" y="2623215"/>
                  </a:lnTo>
                  <a:lnTo>
                    <a:pt x="2385015" y="2623215"/>
                  </a:lnTo>
                  <a:lnTo>
                    <a:pt x="2385173" y="2623215"/>
                  </a:lnTo>
                  <a:lnTo>
                    <a:pt x="2385173" y="2622784"/>
                  </a:lnTo>
                  <a:lnTo>
                    <a:pt x="2385331" y="2622784"/>
                  </a:lnTo>
                  <a:lnTo>
                    <a:pt x="2385331" y="2622354"/>
                  </a:lnTo>
                  <a:lnTo>
                    <a:pt x="2385488" y="2622354"/>
                  </a:lnTo>
                  <a:lnTo>
                    <a:pt x="2385646" y="2622354"/>
                  </a:lnTo>
                  <a:lnTo>
                    <a:pt x="2385804" y="2622354"/>
                  </a:lnTo>
                  <a:lnTo>
                    <a:pt x="2385962" y="2622354"/>
                  </a:lnTo>
                  <a:lnTo>
                    <a:pt x="2386119" y="2622354"/>
                  </a:lnTo>
                  <a:lnTo>
                    <a:pt x="2386277" y="2622354"/>
                  </a:lnTo>
                  <a:lnTo>
                    <a:pt x="2386277" y="2621923"/>
                  </a:lnTo>
                  <a:lnTo>
                    <a:pt x="2386435" y="2621923"/>
                  </a:lnTo>
                  <a:lnTo>
                    <a:pt x="2386592" y="2621923"/>
                  </a:lnTo>
                  <a:lnTo>
                    <a:pt x="2386750" y="2621923"/>
                  </a:lnTo>
                  <a:lnTo>
                    <a:pt x="2386908" y="2621923"/>
                  </a:lnTo>
                  <a:lnTo>
                    <a:pt x="2387066" y="2621923"/>
                  </a:lnTo>
                  <a:lnTo>
                    <a:pt x="2387066" y="2621492"/>
                  </a:lnTo>
                  <a:lnTo>
                    <a:pt x="2387066" y="2621062"/>
                  </a:lnTo>
                  <a:lnTo>
                    <a:pt x="2387223" y="2621062"/>
                  </a:lnTo>
                  <a:lnTo>
                    <a:pt x="2387381" y="2621062"/>
                  </a:lnTo>
                  <a:lnTo>
                    <a:pt x="2387539" y="2621062"/>
                  </a:lnTo>
                  <a:lnTo>
                    <a:pt x="2387697" y="2621062"/>
                  </a:lnTo>
                  <a:lnTo>
                    <a:pt x="2387697" y="2620631"/>
                  </a:lnTo>
                  <a:lnTo>
                    <a:pt x="2387697" y="2620201"/>
                  </a:lnTo>
                  <a:lnTo>
                    <a:pt x="2387697" y="2619770"/>
                  </a:lnTo>
                  <a:lnTo>
                    <a:pt x="2387854" y="2619770"/>
                  </a:lnTo>
                  <a:lnTo>
                    <a:pt x="2388012" y="2619770"/>
                  </a:lnTo>
                  <a:lnTo>
                    <a:pt x="2388170" y="2619770"/>
                  </a:lnTo>
                  <a:lnTo>
                    <a:pt x="2388327" y="2619770"/>
                  </a:lnTo>
                  <a:lnTo>
                    <a:pt x="2388485" y="2619770"/>
                  </a:lnTo>
                  <a:lnTo>
                    <a:pt x="2388643" y="2619770"/>
                  </a:lnTo>
                  <a:lnTo>
                    <a:pt x="2388801" y="2619770"/>
                  </a:lnTo>
                  <a:lnTo>
                    <a:pt x="2388958" y="2619770"/>
                  </a:lnTo>
                  <a:lnTo>
                    <a:pt x="2389116" y="2619770"/>
                  </a:lnTo>
                  <a:lnTo>
                    <a:pt x="2389116" y="2619339"/>
                  </a:lnTo>
                  <a:lnTo>
                    <a:pt x="2389274" y="2619339"/>
                  </a:lnTo>
                  <a:lnTo>
                    <a:pt x="2389431" y="2619339"/>
                  </a:lnTo>
                  <a:lnTo>
                    <a:pt x="2389589" y="2619339"/>
                  </a:lnTo>
                  <a:lnTo>
                    <a:pt x="2389747" y="2619339"/>
                  </a:lnTo>
                  <a:lnTo>
                    <a:pt x="2389747" y="2618909"/>
                  </a:lnTo>
                  <a:lnTo>
                    <a:pt x="2389905" y="2618909"/>
                  </a:lnTo>
                  <a:lnTo>
                    <a:pt x="2390062" y="2618909"/>
                  </a:lnTo>
                  <a:lnTo>
                    <a:pt x="2390062" y="2618478"/>
                  </a:lnTo>
                  <a:lnTo>
                    <a:pt x="2390220" y="2618478"/>
                  </a:lnTo>
                  <a:lnTo>
                    <a:pt x="2390378" y="2618478"/>
                  </a:lnTo>
                  <a:lnTo>
                    <a:pt x="2390535" y="2618478"/>
                  </a:lnTo>
                  <a:lnTo>
                    <a:pt x="2390693" y="2618478"/>
                  </a:lnTo>
                  <a:lnTo>
                    <a:pt x="2390693" y="2618048"/>
                  </a:lnTo>
                  <a:lnTo>
                    <a:pt x="2390693" y="2617617"/>
                  </a:lnTo>
                  <a:lnTo>
                    <a:pt x="2390693" y="2617186"/>
                  </a:lnTo>
                  <a:lnTo>
                    <a:pt x="2390851" y="2617186"/>
                  </a:lnTo>
                  <a:lnTo>
                    <a:pt x="2391009" y="2617186"/>
                  </a:lnTo>
                  <a:lnTo>
                    <a:pt x="2391166" y="2617186"/>
                  </a:lnTo>
                  <a:lnTo>
                    <a:pt x="2391324" y="2617186"/>
                  </a:lnTo>
                  <a:lnTo>
                    <a:pt x="2391482" y="2617186"/>
                  </a:lnTo>
                  <a:lnTo>
                    <a:pt x="2391639" y="2617186"/>
                  </a:lnTo>
                  <a:lnTo>
                    <a:pt x="2391797" y="2617186"/>
                  </a:lnTo>
                  <a:lnTo>
                    <a:pt x="2391955" y="2617186"/>
                  </a:lnTo>
                  <a:lnTo>
                    <a:pt x="2391955" y="2616756"/>
                  </a:lnTo>
                  <a:lnTo>
                    <a:pt x="2392113" y="2616756"/>
                  </a:lnTo>
                  <a:lnTo>
                    <a:pt x="2392270" y="2616756"/>
                  </a:lnTo>
                  <a:lnTo>
                    <a:pt x="2392428" y="2616756"/>
                  </a:lnTo>
                  <a:lnTo>
                    <a:pt x="2392428" y="2616325"/>
                  </a:lnTo>
                  <a:lnTo>
                    <a:pt x="2392586" y="2616325"/>
                  </a:lnTo>
                  <a:lnTo>
                    <a:pt x="2392586" y="2615895"/>
                  </a:lnTo>
                  <a:lnTo>
                    <a:pt x="2392743" y="2615895"/>
                  </a:lnTo>
                  <a:lnTo>
                    <a:pt x="2392901" y="2615895"/>
                  </a:lnTo>
                  <a:lnTo>
                    <a:pt x="2392901" y="2615464"/>
                  </a:lnTo>
                  <a:lnTo>
                    <a:pt x="2393059" y="2615464"/>
                  </a:lnTo>
                  <a:lnTo>
                    <a:pt x="2393059" y="2615033"/>
                  </a:lnTo>
                  <a:lnTo>
                    <a:pt x="2393217" y="2615033"/>
                  </a:lnTo>
                  <a:lnTo>
                    <a:pt x="2393374" y="2615033"/>
                  </a:lnTo>
                  <a:lnTo>
                    <a:pt x="2393532" y="2615033"/>
                  </a:lnTo>
                  <a:lnTo>
                    <a:pt x="2393532" y="2614603"/>
                  </a:lnTo>
                  <a:lnTo>
                    <a:pt x="2393690" y="2614603"/>
                  </a:lnTo>
                  <a:lnTo>
                    <a:pt x="2393848" y="2614603"/>
                  </a:lnTo>
                  <a:lnTo>
                    <a:pt x="2394005" y="2614603"/>
                  </a:lnTo>
                  <a:lnTo>
                    <a:pt x="2394005" y="2614172"/>
                  </a:lnTo>
                  <a:lnTo>
                    <a:pt x="2394163" y="2614172"/>
                  </a:lnTo>
                  <a:lnTo>
                    <a:pt x="2394321" y="2614172"/>
                  </a:lnTo>
                  <a:lnTo>
                    <a:pt x="2394478" y="2614172"/>
                  </a:lnTo>
                  <a:lnTo>
                    <a:pt x="2394478" y="2613742"/>
                  </a:lnTo>
                  <a:lnTo>
                    <a:pt x="2394636" y="2613742"/>
                  </a:lnTo>
                  <a:lnTo>
                    <a:pt x="2394794" y="2613742"/>
                  </a:lnTo>
                  <a:lnTo>
                    <a:pt x="2394952" y="2613742"/>
                  </a:lnTo>
                  <a:lnTo>
                    <a:pt x="2395109" y="2613742"/>
                  </a:lnTo>
                  <a:lnTo>
                    <a:pt x="2395267" y="2613742"/>
                  </a:lnTo>
                  <a:lnTo>
                    <a:pt x="2395425" y="2613742"/>
                  </a:lnTo>
                  <a:lnTo>
                    <a:pt x="2395425" y="2613311"/>
                  </a:lnTo>
                  <a:lnTo>
                    <a:pt x="2395425" y="2612880"/>
                  </a:lnTo>
                  <a:lnTo>
                    <a:pt x="2395582" y="2612880"/>
                  </a:lnTo>
                  <a:lnTo>
                    <a:pt x="2395740" y="2612880"/>
                  </a:lnTo>
                  <a:lnTo>
                    <a:pt x="2395898" y="2612880"/>
                  </a:lnTo>
                  <a:lnTo>
                    <a:pt x="2395898" y="2612450"/>
                  </a:lnTo>
                  <a:lnTo>
                    <a:pt x="2396056" y="2612450"/>
                  </a:lnTo>
                  <a:lnTo>
                    <a:pt x="2396213" y="2612450"/>
                  </a:lnTo>
                  <a:lnTo>
                    <a:pt x="2396371" y="2612450"/>
                  </a:lnTo>
                  <a:lnTo>
                    <a:pt x="2396529" y="2612450"/>
                  </a:lnTo>
                  <a:lnTo>
                    <a:pt x="2396529" y="2612019"/>
                  </a:lnTo>
                  <a:lnTo>
                    <a:pt x="2396686" y="2612019"/>
                  </a:lnTo>
                  <a:lnTo>
                    <a:pt x="2396686" y="2611589"/>
                  </a:lnTo>
                  <a:lnTo>
                    <a:pt x="2396844" y="2611589"/>
                  </a:lnTo>
                  <a:lnTo>
                    <a:pt x="2397002" y="2611589"/>
                  </a:lnTo>
                  <a:lnTo>
                    <a:pt x="2397160" y="2611589"/>
                  </a:lnTo>
                  <a:lnTo>
                    <a:pt x="2397317" y="2611589"/>
                  </a:lnTo>
                  <a:lnTo>
                    <a:pt x="2397475" y="2611589"/>
                  </a:lnTo>
                  <a:lnTo>
                    <a:pt x="2397633" y="2611589"/>
                  </a:lnTo>
                  <a:lnTo>
                    <a:pt x="2397633" y="2611158"/>
                  </a:lnTo>
                  <a:lnTo>
                    <a:pt x="2397633" y="2610727"/>
                  </a:lnTo>
                  <a:lnTo>
                    <a:pt x="2397633" y="2610297"/>
                  </a:lnTo>
                  <a:lnTo>
                    <a:pt x="2397790" y="2610297"/>
                  </a:lnTo>
                  <a:lnTo>
                    <a:pt x="2397790" y="2609866"/>
                  </a:lnTo>
                  <a:lnTo>
                    <a:pt x="2397948" y="2609866"/>
                  </a:lnTo>
                  <a:lnTo>
                    <a:pt x="2398106" y="2609866"/>
                  </a:lnTo>
                  <a:lnTo>
                    <a:pt x="2398264" y="2609866"/>
                  </a:lnTo>
                  <a:lnTo>
                    <a:pt x="2398421" y="2609866"/>
                  </a:lnTo>
                  <a:lnTo>
                    <a:pt x="2398421" y="2609436"/>
                  </a:lnTo>
                  <a:lnTo>
                    <a:pt x="2398421" y="2609005"/>
                  </a:lnTo>
                  <a:lnTo>
                    <a:pt x="2398579" y="2609005"/>
                  </a:lnTo>
                  <a:lnTo>
                    <a:pt x="2398737" y="2609005"/>
                  </a:lnTo>
                  <a:lnTo>
                    <a:pt x="2398895" y="2609005"/>
                  </a:lnTo>
                  <a:lnTo>
                    <a:pt x="2398895" y="2608574"/>
                  </a:lnTo>
                  <a:lnTo>
                    <a:pt x="2398895" y="2608144"/>
                  </a:lnTo>
                  <a:lnTo>
                    <a:pt x="2399052" y="2608144"/>
                  </a:lnTo>
                  <a:lnTo>
                    <a:pt x="2399210" y="2608144"/>
                  </a:lnTo>
                  <a:lnTo>
                    <a:pt x="2399368" y="2608144"/>
                  </a:lnTo>
                  <a:lnTo>
                    <a:pt x="2399525" y="2608144"/>
                  </a:lnTo>
                  <a:lnTo>
                    <a:pt x="2399683" y="2608144"/>
                  </a:lnTo>
                  <a:lnTo>
                    <a:pt x="2399841" y="2608144"/>
                  </a:lnTo>
                  <a:lnTo>
                    <a:pt x="2399999" y="2608144"/>
                  </a:lnTo>
                  <a:lnTo>
                    <a:pt x="2400156" y="2608144"/>
                  </a:lnTo>
                  <a:lnTo>
                    <a:pt x="2400314" y="2608144"/>
                  </a:lnTo>
                  <a:lnTo>
                    <a:pt x="2400472" y="2608144"/>
                  </a:lnTo>
                  <a:lnTo>
                    <a:pt x="2400629" y="2608144"/>
                  </a:lnTo>
                  <a:lnTo>
                    <a:pt x="2400629" y="2607713"/>
                  </a:lnTo>
                  <a:lnTo>
                    <a:pt x="2400629" y="2607283"/>
                  </a:lnTo>
                  <a:lnTo>
                    <a:pt x="2400787" y="2607283"/>
                  </a:lnTo>
                  <a:lnTo>
                    <a:pt x="2400945" y="2607283"/>
                  </a:lnTo>
                  <a:lnTo>
                    <a:pt x="2400945" y="2606852"/>
                  </a:lnTo>
                  <a:lnTo>
                    <a:pt x="2400945" y="2606421"/>
                  </a:lnTo>
                  <a:lnTo>
                    <a:pt x="2401103" y="2606421"/>
                  </a:lnTo>
                  <a:lnTo>
                    <a:pt x="2401260" y="2606421"/>
                  </a:lnTo>
                  <a:lnTo>
                    <a:pt x="2401260" y="2605991"/>
                  </a:lnTo>
                  <a:lnTo>
                    <a:pt x="2401418" y="2605991"/>
                  </a:lnTo>
                  <a:lnTo>
                    <a:pt x="2401576" y="2605991"/>
                  </a:lnTo>
                  <a:lnTo>
                    <a:pt x="2401576" y="2605560"/>
                  </a:lnTo>
                  <a:lnTo>
                    <a:pt x="2401733" y="2605560"/>
                  </a:lnTo>
                  <a:lnTo>
                    <a:pt x="2401733" y="2605130"/>
                  </a:lnTo>
                  <a:lnTo>
                    <a:pt x="2401891" y="2605130"/>
                  </a:lnTo>
                  <a:lnTo>
                    <a:pt x="2402049" y="2605130"/>
                  </a:lnTo>
                  <a:lnTo>
                    <a:pt x="2402207" y="2605130"/>
                  </a:lnTo>
                  <a:lnTo>
                    <a:pt x="2402364" y="2605130"/>
                  </a:lnTo>
                  <a:lnTo>
                    <a:pt x="2402522" y="2605130"/>
                  </a:lnTo>
                  <a:lnTo>
                    <a:pt x="2402680" y="2605130"/>
                  </a:lnTo>
                  <a:lnTo>
                    <a:pt x="2402837" y="2605130"/>
                  </a:lnTo>
                  <a:lnTo>
                    <a:pt x="2402995" y="2605130"/>
                  </a:lnTo>
                  <a:lnTo>
                    <a:pt x="2403153" y="2605130"/>
                  </a:lnTo>
                  <a:lnTo>
                    <a:pt x="2403311" y="2605130"/>
                  </a:lnTo>
                  <a:lnTo>
                    <a:pt x="2403468" y="2605130"/>
                  </a:lnTo>
                  <a:lnTo>
                    <a:pt x="2403468" y="2604699"/>
                  </a:lnTo>
                  <a:lnTo>
                    <a:pt x="2403626" y="2604699"/>
                  </a:lnTo>
                  <a:lnTo>
                    <a:pt x="2403784" y="2604699"/>
                  </a:lnTo>
                  <a:lnTo>
                    <a:pt x="2403941" y="2604699"/>
                  </a:lnTo>
                  <a:lnTo>
                    <a:pt x="2404099" y="2604699"/>
                  </a:lnTo>
                  <a:lnTo>
                    <a:pt x="2404257" y="2604699"/>
                  </a:lnTo>
                  <a:lnTo>
                    <a:pt x="2404415" y="2604699"/>
                  </a:lnTo>
                  <a:lnTo>
                    <a:pt x="2404572" y="2604699"/>
                  </a:lnTo>
                  <a:lnTo>
                    <a:pt x="2404730" y="2604699"/>
                  </a:lnTo>
                  <a:lnTo>
                    <a:pt x="2404888" y="2604699"/>
                  </a:lnTo>
                  <a:lnTo>
                    <a:pt x="2405046" y="2604699"/>
                  </a:lnTo>
                  <a:lnTo>
                    <a:pt x="2405046" y="2604268"/>
                  </a:lnTo>
                  <a:lnTo>
                    <a:pt x="2405046" y="2603838"/>
                  </a:lnTo>
                  <a:lnTo>
                    <a:pt x="2405203" y="2603838"/>
                  </a:lnTo>
                  <a:lnTo>
                    <a:pt x="2405203" y="2603407"/>
                  </a:lnTo>
                  <a:lnTo>
                    <a:pt x="2405361" y="2603407"/>
                  </a:lnTo>
                  <a:lnTo>
                    <a:pt x="2405361" y="2602977"/>
                  </a:lnTo>
                  <a:lnTo>
                    <a:pt x="2405519" y="2602977"/>
                  </a:lnTo>
                  <a:lnTo>
                    <a:pt x="2405676" y="2602977"/>
                  </a:lnTo>
                  <a:lnTo>
                    <a:pt x="2405834" y="2602977"/>
                  </a:lnTo>
                  <a:lnTo>
                    <a:pt x="2405992" y="2602977"/>
                  </a:lnTo>
                  <a:lnTo>
                    <a:pt x="2405992" y="2602546"/>
                  </a:lnTo>
                  <a:lnTo>
                    <a:pt x="2405992" y="2602115"/>
                  </a:lnTo>
                  <a:lnTo>
                    <a:pt x="2406150" y="2602115"/>
                  </a:lnTo>
                  <a:lnTo>
                    <a:pt x="2406307" y="2602115"/>
                  </a:lnTo>
                  <a:lnTo>
                    <a:pt x="2406465" y="2602115"/>
                  </a:lnTo>
                  <a:lnTo>
                    <a:pt x="2406623" y="2602115"/>
                  </a:lnTo>
                  <a:lnTo>
                    <a:pt x="2406780" y="2602115"/>
                  </a:lnTo>
                  <a:lnTo>
                    <a:pt x="2406938" y="2602115"/>
                  </a:lnTo>
                  <a:lnTo>
                    <a:pt x="2407096" y="2602115"/>
                  </a:lnTo>
                  <a:lnTo>
                    <a:pt x="2407254" y="2602115"/>
                  </a:lnTo>
                  <a:lnTo>
                    <a:pt x="2407411" y="2602115"/>
                  </a:lnTo>
                  <a:lnTo>
                    <a:pt x="2407569" y="2602115"/>
                  </a:lnTo>
                  <a:lnTo>
                    <a:pt x="2407727" y="2602115"/>
                  </a:lnTo>
                  <a:lnTo>
                    <a:pt x="2407884" y="2602115"/>
                  </a:lnTo>
                  <a:lnTo>
                    <a:pt x="2408042" y="2602115"/>
                  </a:lnTo>
                  <a:lnTo>
                    <a:pt x="2408200" y="2602115"/>
                  </a:lnTo>
                  <a:lnTo>
                    <a:pt x="2408358" y="2602115"/>
                  </a:lnTo>
                  <a:lnTo>
                    <a:pt x="2408515" y="2602115"/>
                  </a:lnTo>
                  <a:lnTo>
                    <a:pt x="2408673" y="2602115"/>
                  </a:lnTo>
                  <a:lnTo>
                    <a:pt x="2408831" y="2602115"/>
                  </a:lnTo>
                  <a:lnTo>
                    <a:pt x="2408988" y="2602115"/>
                  </a:lnTo>
                  <a:lnTo>
                    <a:pt x="2409146" y="2602115"/>
                  </a:lnTo>
                  <a:lnTo>
                    <a:pt x="2409146" y="2601685"/>
                  </a:lnTo>
                  <a:lnTo>
                    <a:pt x="2409146" y="2601254"/>
                  </a:lnTo>
                  <a:lnTo>
                    <a:pt x="2409304" y="2601254"/>
                  </a:lnTo>
                  <a:lnTo>
                    <a:pt x="2409462" y="2601254"/>
                  </a:lnTo>
                  <a:lnTo>
                    <a:pt x="2409619" y="2601254"/>
                  </a:lnTo>
                  <a:lnTo>
                    <a:pt x="2409777" y="2601254"/>
                  </a:lnTo>
                  <a:lnTo>
                    <a:pt x="2409777" y="2600824"/>
                  </a:lnTo>
                  <a:lnTo>
                    <a:pt x="2409777" y="2600393"/>
                  </a:lnTo>
                  <a:lnTo>
                    <a:pt x="2409935" y="2600393"/>
                  </a:lnTo>
                  <a:lnTo>
                    <a:pt x="2409935" y="2599962"/>
                  </a:lnTo>
                  <a:lnTo>
                    <a:pt x="2410093" y="2599962"/>
                  </a:lnTo>
                  <a:lnTo>
                    <a:pt x="2410250" y="2599962"/>
                  </a:lnTo>
                  <a:lnTo>
                    <a:pt x="2410408" y="2599962"/>
                  </a:lnTo>
                  <a:lnTo>
                    <a:pt x="2410408" y="2599532"/>
                  </a:lnTo>
                  <a:lnTo>
                    <a:pt x="2410408" y="2599101"/>
                  </a:lnTo>
                  <a:lnTo>
                    <a:pt x="2410566" y="2599101"/>
                  </a:lnTo>
                  <a:lnTo>
                    <a:pt x="2410723" y="2599101"/>
                  </a:lnTo>
                  <a:lnTo>
                    <a:pt x="2410881" y="2599101"/>
                  </a:lnTo>
                  <a:lnTo>
                    <a:pt x="2411039" y="2599101"/>
                  </a:lnTo>
                  <a:lnTo>
                    <a:pt x="2411197" y="2599101"/>
                  </a:lnTo>
                  <a:lnTo>
                    <a:pt x="2411197" y="2598671"/>
                  </a:lnTo>
                  <a:lnTo>
                    <a:pt x="2411354" y="2598671"/>
                  </a:lnTo>
                  <a:lnTo>
                    <a:pt x="2411512" y="2598671"/>
                  </a:lnTo>
                  <a:lnTo>
                    <a:pt x="2411512" y="2598240"/>
                  </a:lnTo>
                  <a:lnTo>
                    <a:pt x="2411670" y="2598240"/>
                  </a:lnTo>
                  <a:lnTo>
                    <a:pt x="2411827" y="2598240"/>
                  </a:lnTo>
                  <a:lnTo>
                    <a:pt x="2411985" y="2598240"/>
                  </a:lnTo>
                  <a:lnTo>
                    <a:pt x="2412143" y="2598240"/>
                  </a:lnTo>
                  <a:lnTo>
                    <a:pt x="2412301" y="2598240"/>
                  </a:lnTo>
                  <a:lnTo>
                    <a:pt x="2412458" y="2598240"/>
                  </a:lnTo>
                  <a:lnTo>
                    <a:pt x="2412616" y="2598240"/>
                  </a:lnTo>
                  <a:lnTo>
                    <a:pt x="2412774" y="2598240"/>
                  </a:lnTo>
                  <a:lnTo>
                    <a:pt x="2412931" y="2598240"/>
                  </a:lnTo>
                  <a:lnTo>
                    <a:pt x="2413089" y="2598240"/>
                  </a:lnTo>
                  <a:lnTo>
                    <a:pt x="2413247" y="2598240"/>
                  </a:lnTo>
                  <a:lnTo>
                    <a:pt x="2413405" y="2598240"/>
                  </a:lnTo>
                  <a:lnTo>
                    <a:pt x="2413405" y="2597809"/>
                  </a:lnTo>
                  <a:lnTo>
                    <a:pt x="2413562" y="2597809"/>
                  </a:lnTo>
                  <a:lnTo>
                    <a:pt x="2413720" y="2597809"/>
                  </a:lnTo>
                  <a:lnTo>
                    <a:pt x="2413720" y="2597379"/>
                  </a:lnTo>
                  <a:lnTo>
                    <a:pt x="2413720" y="2596948"/>
                  </a:lnTo>
                  <a:lnTo>
                    <a:pt x="2413720" y="2596518"/>
                  </a:lnTo>
                  <a:lnTo>
                    <a:pt x="2413878" y="2596518"/>
                  </a:lnTo>
                  <a:lnTo>
                    <a:pt x="2414035" y="2596518"/>
                  </a:lnTo>
                  <a:lnTo>
                    <a:pt x="2414193" y="2596518"/>
                  </a:lnTo>
                  <a:lnTo>
                    <a:pt x="2414351" y="2596518"/>
                  </a:lnTo>
                  <a:lnTo>
                    <a:pt x="2414509" y="2596518"/>
                  </a:lnTo>
                  <a:lnTo>
                    <a:pt x="2414666" y="2596518"/>
                  </a:lnTo>
                  <a:lnTo>
                    <a:pt x="2414824" y="2596518"/>
                  </a:lnTo>
                  <a:lnTo>
                    <a:pt x="2414824" y="2596087"/>
                  </a:lnTo>
                  <a:lnTo>
                    <a:pt x="2414982" y="2596087"/>
                  </a:lnTo>
                  <a:lnTo>
                    <a:pt x="2415139" y="2596087"/>
                  </a:lnTo>
                  <a:lnTo>
                    <a:pt x="2415297" y="2596087"/>
                  </a:lnTo>
                  <a:lnTo>
                    <a:pt x="2415297" y="2595656"/>
                  </a:lnTo>
                  <a:lnTo>
                    <a:pt x="2415455" y="2595656"/>
                  </a:lnTo>
                  <a:lnTo>
                    <a:pt x="2415455" y="2595226"/>
                  </a:lnTo>
                  <a:lnTo>
                    <a:pt x="2415455" y="2594795"/>
                  </a:lnTo>
                  <a:lnTo>
                    <a:pt x="2415455" y="2594365"/>
                  </a:lnTo>
                  <a:lnTo>
                    <a:pt x="2415613" y="2594365"/>
                  </a:lnTo>
                  <a:lnTo>
                    <a:pt x="2415770" y="2594365"/>
                  </a:lnTo>
                  <a:lnTo>
                    <a:pt x="2415770" y="2593934"/>
                  </a:lnTo>
                  <a:lnTo>
                    <a:pt x="2415770" y="2593503"/>
                  </a:lnTo>
                  <a:lnTo>
                    <a:pt x="2415770" y="2593073"/>
                  </a:lnTo>
                  <a:lnTo>
                    <a:pt x="2415928" y="2593073"/>
                  </a:lnTo>
                  <a:lnTo>
                    <a:pt x="2416086" y="2593073"/>
                  </a:lnTo>
                  <a:lnTo>
                    <a:pt x="2416244" y="2593073"/>
                  </a:lnTo>
                  <a:lnTo>
                    <a:pt x="2416401" y="2593073"/>
                  </a:lnTo>
                  <a:lnTo>
                    <a:pt x="2416559" y="2593073"/>
                  </a:lnTo>
                  <a:lnTo>
                    <a:pt x="2416717" y="2593073"/>
                  </a:lnTo>
                  <a:lnTo>
                    <a:pt x="2416874" y="2593073"/>
                  </a:lnTo>
                  <a:lnTo>
                    <a:pt x="2417032" y="2593073"/>
                  </a:lnTo>
                  <a:lnTo>
                    <a:pt x="2417190" y="2593073"/>
                  </a:lnTo>
                  <a:lnTo>
                    <a:pt x="2417348" y="2593073"/>
                  </a:lnTo>
                  <a:lnTo>
                    <a:pt x="2417505" y="2593073"/>
                  </a:lnTo>
                  <a:lnTo>
                    <a:pt x="2417505" y="2592642"/>
                  </a:lnTo>
                  <a:lnTo>
                    <a:pt x="2417663" y="2592642"/>
                  </a:lnTo>
                  <a:lnTo>
                    <a:pt x="2417663" y="2592212"/>
                  </a:lnTo>
                  <a:lnTo>
                    <a:pt x="2417821" y="2592212"/>
                  </a:lnTo>
                  <a:lnTo>
                    <a:pt x="2417978" y="2592212"/>
                  </a:lnTo>
                  <a:lnTo>
                    <a:pt x="2418136" y="2592212"/>
                  </a:lnTo>
                  <a:lnTo>
                    <a:pt x="2418294" y="2592212"/>
                  </a:lnTo>
                  <a:lnTo>
                    <a:pt x="2418294" y="2591781"/>
                  </a:lnTo>
                  <a:lnTo>
                    <a:pt x="2418294" y="2591350"/>
                  </a:lnTo>
                  <a:lnTo>
                    <a:pt x="2418294" y="2590920"/>
                  </a:lnTo>
                  <a:lnTo>
                    <a:pt x="2418294" y="2590489"/>
                  </a:lnTo>
                  <a:lnTo>
                    <a:pt x="2418452" y="2590489"/>
                  </a:lnTo>
                  <a:lnTo>
                    <a:pt x="2418452" y="2590059"/>
                  </a:lnTo>
                  <a:lnTo>
                    <a:pt x="2418452" y="2589628"/>
                  </a:lnTo>
                  <a:lnTo>
                    <a:pt x="2418452" y="2589197"/>
                  </a:lnTo>
                  <a:lnTo>
                    <a:pt x="2418609" y="2589197"/>
                  </a:lnTo>
                  <a:lnTo>
                    <a:pt x="2418609" y="2588767"/>
                  </a:lnTo>
                  <a:lnTo>
                    <a:pt x="2418767" y="2588767"/>
                  </a:lnTo>
                  <a:lnTo>
                    <a:pt x="2418925" y="2588767"/>
                  </a:lnTo>
                  <a:lnTo>
                    <a:pt x="2419082" y="2588767"/>
                  </a:lnTo>
                  <a:lnTo>
                    <a:pt x="2419240" y="2588767"/>
                  </a:lnTo>
                  <a:lnTo>
                    <a:pt x="2419398" y="2588767"/>
                  </a:lnTo>
                  <a:lnTo>
                    <a:pt x="2419398" y="2588336"/>
                  </a:lnTo>
                  <a:lnTo>
                    <a:pt x="2419556" y="2588336"/>
                  </a:lnTo>
                  <a:lnTo>
                    <a:pt x="2419556" y="2587906"/>
                  </a:lnTo>
                  <a:lnTo>
                    <a:pt x="2419556" y="2587475"/>
                  </a:lnTo>
                  <a:lnTo>
                    <a:pt x="2419713" y="2587475"/>
                  </a:lnTo>
                  <a:lnTo>
                    <a:pt x="2419871" y="2587475"/>
                  </a:lnTo>
                  <a:lnTo>
                    <a:pt x="2419871" y="2587044"/>
                  </a:lnTo>
                  <a:lnTo>
                    <a:pt x="2419871" y="2586614"/>
                  </a:lnTo>
                  <a:lnTo>
                    <a:pt x="2420029" y="2586614"/>
                  </a:lnTo>
                  <a:lnTo>
                    <a:pt x="2420186" y="2586614"/>
                  </a:lnTo>
                  <a:lnTo>
                    <a:pt x="2420344" y="2586614"/>
                  </a:lnTo>
                  <a:lnTo>
                    <a:pt x="2420502" y="2586614"/>
                  </a:lnTo>
                  <a:lnTo>
                    <a:pt x="2420660" y="2586614"/>
                  </a:lnTo>
                  <a:lnTo>
                    <a:pt x="2420660" y="2586183"/>
                  </a:lnTo>
                  <a:lnTo>
                    <a:pt x="2420817" y="2586183"/>
                  </a:lnTo>
                  <a:lnTo>
                    <a:pt x="2420817" y="2585753"/>
                  </a:lnTo>
                  <a:lnTo>
                    <a:pt x="2420975" y="2585753"/>
                  </a:lnTo>
                  <a:lnTo>
                    <a:pt x="2421133" y="2585753"/>
                  </a:lnTo>
                  <a:lnTo>
                    <a:pt x="2421133" y="2585322"/>
                  </a:lnTo>
                  <a:lnTo>
                    <a:pt x="2421291" y="2585322"/>
                  </a:lnTo>
                  <a:lnTo>
                    <a:pt x="2421291" y="2584891"/>
                  </a:lnTo>
                  <a:lnTo>
                    <a:pt x="2421448" y="2584891"/>
                  </a:lnTo>
                  <a:lnTo>
                    <a:pt x="2421448" y="2584461"/>
                  </a:lnTo>
                  <a:lnTo>
                    <a:pt x="2421448" y="2584030"/>
                  </a:lnTo>
                  <a:lnTo>
                    <a:pt x="2421606" y="2584030"/>
                  </a:lnTo>
                  <a:lnTo>
                    <a:pt x="2421606" y="2583600"/>
                  </a:lnTo>
                  <a:lnTo>
                    <a:pt x="2421764" y="2583600"/>
                  </a:lnTo>
                  <a:lnTo>
                    <a:pt x="2421921" y="2583600"/>
                  </a:lnTo>
                  <a:lnTo>
                    <a:pt x="2422079" y="2583600"/>
                  </a:lnTo>
                  <a:lnTo>
                    <a:pt x="2422237" y="2583600"/>
                  </a:lnTo>
                  <a:lnTo>
                    <a:pt x="2422395" y="2583600"/>
                  </a:lnTo>
                  <a:lnTo>
                    <a:pt x="2422552" y="2583600"/>
                  </a:lnTo>
                  <a:lnTo>
                    <a:pt x="2422710" y="2583600"/>
                  </a:lnTo>
                  <a:lnTo>
                    <a:pt x="2422868" y="2583600"/>
                  </a:lnTo>
                  <a:lnTo>
                    <a:pt x="2423025" y="2583600"/>
                  </a:lnTo>
                  <a:lnTo>
                    <a:pt x="2423183" y="2583600"/>
                  </a:lnTo>
                  <a:lnTo>
                    <a:pt x="2423183" y="2583169"/>
                  </a:lnTo>
                  <a:lnTo>
                    <a:pt x="2423183" y="2582738"/>
                  </a:lnTo>
                  <a:lnTo>
                    <a:pt x="2423183" y="2582308"/>
                  </a:lnTo>
                  <a:lnTo>
                    <a:pt x="2423183" y="2581877"/>
                  </a:lnTo>
                  <a:lnTo>
                    <a:pt x="2423183" y="2581447"/>
                  </a:lnTo>
                  <a:lnTo>
                    <a:pt x="2423341" y="2581447"/>
                  </a:lnTo>
                  <a:lnTo>
                    <a:pt x="2423499" y="2581447"/>
                  </a:lnTo>
                  <a:lnTo>
                    <a:pt x="2423499" y="2581016"/>
                  </a:lnTo>
                  <a:lnTo>
                    <a:pt x="2423656" y="2581016"/>
                  </a:lnTo>
                  <a:lnTo>
                    <a:pt x="2423814" y="2581016"/>
                  </a:lnTo>
                  <a:lnTo>
                    <a:pt x="2423972" y="2581016"/>
                  </a:lnTo>
                  <a:lnTo>
                    <a:pt x="2424129" y="2581016"/>
                  </a:lnTo>
                  <a:lnTo>
                    <a:pt x="2424287" y="2581016"/>
                  </a:lnTo>
                  <a:lnTo>
                    <a:pt x="2424445" y="2581016"/>
                  </a:lnTo>
                  <a:lnTo>
                    <a:pt x="2424603" y="2581016"/>
                  </a:lnTo>
                  <a:lnTo>
                    <a:pt x="2424603" y="2580585"/>
                  </a:lnTo>
                  <a:lnTo>
                    <a:pt x="2424760" y="2580585"/>
                  </a:lnTo>
                  <a:lnTo>
                    <a:pt x="2424918" y="2580585"/>
                  </a:lnTo>
                  <a:lnTo>
                    <a:pt x="2425076" y="2580585"/>
                  </a:lnTo>
                  <a:lnTo>
                    <a:pt x="2425233" y="2580585"/>
                  </a:lnTo>
                  <a:lnTo>
                    <a:pt x="2425233" y="2580155"/>
                  </a:lnTo>
                  <a:lnTo>
                    <a:pt x="2425391" y="2580155"/>
                  </a:lnTo>
                  <a:lnTo>
                    <a:pt x="2425391" y="2579724"/>
                  </a:lnTo>
                  <a:lnTo>
                    <a:pt x="2425391" y="2579294"/>
                  </a:lnTo>
                  <a:lnTo>
                    <a:pt x="2425549" y="2579294"/>
                  </a:lnTo>
                  <a:lnTo>
                    <a:pt x="2425707" y="2579294"/>
                  </a:lnTo>
                  <a:lnTo>
                    <a:pt x="2425864" y="2579294"/>
                  </a:lnTo>
                  <a:lnTo>
                    <a:pt x="2426022" y="2579294"/>
                  </a:lnTo>
                  <a:lnTo>
                    <a:pt x="2426180" y="2579294"/>
                  </a:lnTo>
                  <a:lnTo>
                    <a:pt x="2426337" y="2579294"/>
                  </a:lnTo>
                  <a:lnTo>
                    <a:pt x="2426495" y="2579294"/>
                  </a:lnTo>
                  <a:lnTo>
                    <a:pt x="2426653" y="2579294"/>
                  </a:lnTo>
                  <a:lnTo>
                    <a:pt x="2426811" y="2579294"/>
                  </a:lnTo>
                  <a:lnTo>
                    <a:pt x="2426968" y="2579294"/>
                  </a:lnTo>
                  <a:lnTo>
                    <a:pt x="2427126" y="2579294"/>
                  </a:lnTo>
                  <a:lnTo>
                    <a:pt x="2427284" y="2579294"/>
                  </a:lnTo>
                  <a:lnTo>
                    <a:pt x="2427442" y="2579294"/>
                  </a:lnTo>
                  <a:lnTo>
                    <a:pt x="2427599" y="2579294"/>
                  </a:lnTo>
                  <a:lnTo>
                    <a:pt x="2427599" y="2578863"/>
                  </a:lnTo>
                  <a:lnTo>
                    <a:pt x="2427757" y="2578863"/>
                  </a:lnTo>
                  <a:lnTo>
                    <a:pt x="2427915" y="2578863"/>
                  </a:lnTo>
                  <a:lnTo>
                    <a:pt x="2428072" y="2578863"/>
                  </a:lnTo>
                  <a:lnTo>
                    <a:pt x="2428072" y="2578432"/>
                  </a:lnTo>
                  <a:lnTo>
                    <a:pt x="2428230" y="2578432"/>
                  </a:lnTo>
                  <a:lnTo>
                    <a:pt x="2428388" y="2578432"/>
                  </a:lnTo>
                  <a:lnTo>
                    <a:pt x="2428546" y="2578432"/>
                  </a:lnTo>
                  <a:lnTo>
                    <a:pt x="2428703" y="2578432"/>
                  </a:lnTo>
                  <a:lnTo>
                    <a:pt x="2428861" y="2578432"/>
                  </a:lnTo>
                  <a:lnTo>
                    <a:pt x="2428861" y="2578002"/>
                  </a:lnTo>
                  <a:lnTo>
                    <a:pt x="2429019" y="2578002"/>
                  </a:lnTo>
                  <a:lnTo>
                    <a:pt x="2429176" y="2578002"/>
                  </a:lnTo>
                  <a:lnTo>
                    <a:pt x="2429334" y="2578002"/>
                  </a:lnTo>
                  <a:lnTo>
                    <a:pt x="2429334" y="2577571"/>
                  </a:lnTo>
                  <a:lnTo>
                    <a:pt x="2429334" y="2577141"/>
                  </a:lnTo>
                  <a:lnTo>
                    <a:pt x="2429492" y="2577141"/>
                  </a:lnTo>
                  <a:lnTo>
                    <a:pt x="2429650" y="2577141"/>
                  </a:lnTo>
                  <a:lnTo>
                    <a:pt x="2429807" y="2577141"/>
                  </a:lnTo>
                  <a:lnTo>
                    <a:pt x="2429965" y="2577141"/>
                  </a:lnTo>
                  <a:lnTo>
                    <a:pt x="2430123" y="2577141"/>
                  </a:lnTo>
                  <a:lnTo>
                    <a:pt x="2430280" y="2577141"/>
                  </a:lnTo>
                  <a:lnTo>
                    <a:pt x="2430438" y="2577141"/>
                  </a:lnTo>
                  <a:lnTo>
                    <a:pt x="2430596" y="2577141"/>
                  </a:lnTo>
                  <a:lnTo>
                    <a:pt x="2430754" y="2577141"/>
                  </a:lnTo>
                  <a:lnTo>
                    <a:pt x="2430754" y="2576710"/>
                  </a:lnTo>
                  <a:lnTo>
                    <a:pt x="2430754" y="2576279"/>
                  </a:lnTo>
                  <a:lnTo>
                    <a:pt x="2430911" y="2576279"/>
                  </a:lnTo>
                  <a:lnTo>
                    <a:pt x="2431069" y="2576279"/>
                  </a:lnTo>
                  <a:lnTo>
                    <a:pt x="2431227" y="2576279"/>
                  </a:lnTo>
                  <a:lnTo>
                    <a:pt x="2431384" y="2576279"/>
                  </a:lnTo>
                  <a:lnTo>
                    <a:pt x="2431542" y="2576279"/>
                  </a:lnTo>
                  <a:lnTo>
                    <a:pt x="2431542" y="2575849"/>
                  </a:lnTo>
                  <a:lnTo>
                    <a:pt x="2431700" y="2575849"/>
                  </a:lnTo>
                  <a:lnTo>
                    <a:pt x="2431858" y="2575849"/>
                  </a:lnTo>
                  <a:lnTo>
                    <a:pt x="2432015" y="2575849"/>
                  </a:lnTo>
                  <a:lnTo>
                    <a:pt x="2432173" y="2575849"/>
                  </a:lnTo>
                  <a:lnTo>
                    <a:pt x="2432331" y="2575849"/>
                  </a:lnTo>
                  <a:lnTo>
                    <a:pt x="2432489" y="2575849"/>
                  </a:lnTo>
                  <a:lnTo>
                    <a:pt x="2432646" y="2575849"/>
                  </a:lnTo>
                  <a:lnTo>
                    <a:pt x="2432646" y="2575418"/>
                  </a:lnTo>
                  <a:lnTo>
                    <a:pt x="2432804" y="2575418"/>
                  </a:lnTo>
                  <a:lnTo>
                    <a:pt x="2432962" y="2575418"/>
                  </a:lnTo>
                  <a:lnTo>
                    <a:pt x="2432962" y="2574988"/>
                  </a:lnTo>
                  <a:lnTo>
                    <a:pt x="2433119" y="2574988"/>
                  </a:lnTo>
                  <a:lnTo>
                    <a:pt x="2433277" y="2574988"/>
                  </a:lnTo>
                  <a:lnTo>
                    <a:pt x="2433435" y="2574988"/>
                  </a:lnTo>
                  <a:lnTo>
                    <a:pt x="2433593" y="2574988"/>
                  </a:lnTo>
                  <a:lnTo>
                    <a:pt x="2433593" y="2574557"/>
                  </a:lnTo>
                  <a:lnTo>
                    <a:pt x="2433750" y="2574557"/>
                  </a:lnTo>
                  <a:lnTo>
                    <a:pt x="2433908" y="2574557"/>
                  </a:lnTo>
                  <a:lnTo>
                    <a:pt x="2434066" y="2574557"/>
                  </a:lnTo>
                  <a:lnTo>
                    <a:pt x="2434223" y="2574557"/>
                  </a:lnTo>
                  <a:lnTo>
                    <a:pt x="2434381" y="2574557"/>
                  </a:lnTo>
                  <a:lnTo>
                    <a:pt x="2434381" y="2574126"/>
                  </a:lnTo>
                  <a:lnTo>
                    <a:pt x="2434539" y="2574126"/>
                  </a:lnTo>
                  <a:lnTo>
                    <a:pt x="2434697" y="2574126"/>
                  </a:lnTo>
                  <a:lnTo>
                    <a:pt x="2434697" y="2573696"/>
                  </a:lnTo>
                  <a:lnTo>
                    <a:pt x="2434854" y="2573696"/>
                  </a:lnTo>
                  <a:lnTo>
                    <a:pt x="2435012" y="2573696"/>
                  </a:lnTo>
                  <a:lnTo>
                    <a:pt x="2435170" y="2573696"/>
                  </a:lnTo>
                  <a:lnTo>
                    <a:pt x="2435170" y="2573265"/>
                  </a:lnTo>
                  <a:lnTo>
                    <a:pt x="2435327" y="2573265"/>
                  </a:lnTo>
                  <a:lnTo>
                    <a:pt x="2435485" y="2573265"/>
                  </a:lnTo>
                  <a:lnTo>
                    <a:pt x="2435643" y="2573265"/>
                  </a:lnTo>
                  <a:lnTo>
                    <a:pt x="2435801" y="2573265"/>
                  </a:lnTo>
                  <a:lnTo>
                    <a:pt x="2435958" y="2573265"/>
                  </a:lnTo>
                  <a:lnTo>
                    <a:pt x="2436116" y="2573265"/>
                  </a:lnTo>
                  <a:lnTo>
                    <a:pt x="2436274" y="2573265"/>
                  </a:lnTo>
                  <a:lnTo>
                    <a:pt x="2436431" y="2573265"/>
                  </a:lnTo>
                  <a:lnTo>
                    <a:pt x="2436589" y="2573265"/>
                  </a:lnTo>
                  <a:lnTo>
                    <a:pt x="2436589" y="2572835"/>
                  </a:lnTo>
                  <a:lnTo>
                    <a:pt x="2436747" y="2572835"/>
                  </a:lnTo>
                  <a:lnTo>
                    <a:pt x="2436905" y="2572835"/>
                  </a:lnTo>
                  <a:lnTo>
                    <a:pt x="2436905" y="2572404"/>
                  </a:lnTo>
                  <a:lnTo>
                    <a:pt x="2437062" y="2572404"/>
                  </a:lnTo>
                  <a:lnTo>
                    <a:pt x="2437062" y="2571973"/>
                  </a:lnTo>
                  <a:lnTo>
                    <a:pt x="2437220" y="2571973"/>
                  </a:lnTo>
                  <a:lnTo>
                    <a:pt x="2437220" y="2571543"/>
                  </a:lnTo>
                  <a:lnTo>
                    <a:pt x="2437378" y="2571543"/>
                  </a:lnTo>
                  <a:lnTo>
                    <a:pt x="2437535" y="2571543"/>
                  </a:lnTo>
                  <a:lnTo>
                    <a:pt x="2437693" y="2571543"/>
                  </a:lnTo>
                  <a:lnTo>
                    <a:pt x="2437851" y="2571543"/>
                  </a:lnTo>
                  <a:lnTo>
                    <a:pt x="2438009" y="2571543"/>
                  </a:lnTo>
                  <a:lnTo>
                    <a:pt x="2438166" y="2571543"/>
                  </a:lnTo>
                  <a:lnTo>
                    <a:pt x="2438166" y="2571112"/>
                  </a:lnTo>
                  <a:lnTo>
                    <a:pt x="2438324" y="2571112"/>
                  </a:lnTo>
                  <a:lnTo>
                    <a:pt x="2438482" y="2571112"/>
                  </a:lnTo>
                  <a:lnTo>
                    <a:pt x="2438640" y="2571112"/>
                  </a:lnTo>
                  <a:lnTo>
                    <a:pt x="2438797" y="2571112"/>
                  </a:lnTo>
                  <a:lnTo>
                    <a:pt x="2438955" y="2571112"/>
                  </a:lnTo>
                  <a:lnTo>
                    <a:pt x="2439113" y="2571112"/>
                  </a:lnTo>
                  <a:lnTo>
                    <a:pt x="2439113" y="2570682"/>
                  </a:lnTo>
                  <a:lnTo>
                    <a:pt x="2439270" y="2570682"/>
                  </a:lnTo>
                  <a:lnTo>
                    <a:pt x="2439428" y="2570682"/>
                  </a:lnTo>
                  <a:lnTo>
                    <a:pt x="2439428" y="2570251"/>
                  </a:lnTo>
                  <a:lnTo>
                    <a:pt x="2439586" y="2570251"/>
                  </a:lnTo>
                  <a:lnTo>
                    <a:pt x="2439744" y="2570251"/>
                  </a:lnTo>
                  <a:lnTo>
                    <a:pt x="2439901" y="2570251"/>
                  </a:lnTo>
                  <a:lnTo>
                    <a:pt x="2440059" y="2570251"/>
                  </a:lnTo>
                  <a:lnTo>
                    <a:pt x="2440217" y="2570251"/>
                  </a:lnTo>
                  <a:lnTo>
                    <a:pt x="2440374" y="2570251"/>
                  </a:lnTo>
                  <a:lnTo>
                    <a:pt x="2440532" y="2570251"/>
                  </a:lnTo>
                  <a:lnTo>
                    <a:pt x="2440532" y="2569820"/>
                  </a:lnTo>
                  <a:lnTo>
                    <a:pt x="2440690" y="2569820"/>
                  </a:lnTo>
                  <a:lnTo>
                    <a:pt x="2440848" y="2569820"/>
                  </a:lnTo>
                  <a:lnTo>
                    <a:pt x="2441005" y="2569820"/>
                  </a:lnTo>
                  <a:lnTo>
                    <a:pt x="2441005" y="2569390"/>
                  </a:lnTo>
                  <a:lnTo>
                    <a:pt x="2441163" y="2569390"/>
                  </a:lnTo>
                  <a:lnTo>
                    <a:pt x="2441321" y="2569390"/>
                  </a:lnTo>
                  <a:lnTo>
                    <a:pt x="2441321" y="2568959"/>
                  </a:lnTo>
                  <a:lnTo>
                    <a:pt x="2441478" y="2568959"/>
                  </a:lnTo>
                  <a:lnTo>
                    <a:pt x="2441636" y="2568959"/>
                  </a:lnTo>
                  <a:lnTo>
                    <a:pt x="2441794" y="2568959"/>
                  </a:lnTo>
                  <a:lnTo>
                    <a:pt x="2441952" y="2568959"/>
                  </a:lnTo>
                  <a:lnTo>
                    <a:pt x="2442109" y="2568959"/>
                  </a:lnTo>
                  <a:lnTo>
                    <a:pt x="2442109" y="2568529"/>
                  </a:lnTo>
                  <a:lnTo>
                    <a:pt x="2442267" y="2568529"/>
                  </a:lnTo>
                  <a:lnTo>
                    <a:pt x="2442267" y="2568098"/>
                  </a:lnTo>
                  <a:lnTo>
                    <a:pt x="2442425" y="2568098"/>
                  </a:lnTo>
                  <a:lnTo>
                    <a:pt x="2442582" y="2568098"/>
                  </a:lnTo>
                  <a:lnTo>
                    <a:pt x="2442582" y="2567667"/>
                  </a:lnTo>
                  <a:lnTo>
                    <a:pt x="2442740" y="2567667"/>
                  </a:lnTo>
                  <a:lnTo>
                    <a:pt x="2442898" y="2567667"/>
                  </a:lnTo>
                  <a:lnTo>
                    <a:pt x="2443056" y="2567667"/>
                  </a:lnTo>
                  <a:lnTo>
                    <a:pt x="2443056" y="2567237"/>
                  </a:lnTo>
                  <a:lnTo>
                    <a:pt x="2443213" y="2567237"/>
                  </a:lnTo>
                  <a:lnTo>
                    <a:pt x="2443371" y="2567237"/>
                  </a:lnTo>
                  <a:lnTo>
                    <a:pt x="2443371" y="2566806"/>
                  </a:lnTo>
                  <a:lnTo>
                    <a:pt x="2443371" y="2566376"/>
                  </a:lnTo>
                  <a:lnTo>
                    <a:pt x="2443529" y="2566376"/>
                  </a:lnTo>
                  <a:lnTo>
                    <a:pt x="2443687" y="2566376"/>
                  </a:lnTo>
                  <a:lnTo>
                    <a:pt x="2443687" y="2565945"/>
                  </a:lnTo>
                  <a:lnTo>
                    <a:pt x="2443844" y="2565945"/>
                  </a:lnTo>
                  <a:lnTo>
                    <a:pt x="2444002" y="2565945"/>
                  </a:lnTo>
                  <a:lnTo>
                    <a:pt x="2444002" y="2565514"/>
                  </a:lnTo>
                  <a:lnTo>
                    <a:pt x="2444160" y="2565514"/>
                  </a:lnTo>
                  <a:lnTo>
                    <a:pt x="2444160" y="2565084"/>
                  </a:lnTo>
                  <a:lnTo>
                    <a:pt x="2444317" y="2565084"/>
                  </a:lnTo>
                  <a:lnTo>
                    <a:pt x="2444317" y="2564653"/>
                  </a:lnTo>
                  <a:lnTo>
                    <a:pt x="2444475" y="2564653"/>
                  </a:lnTo>
                  <a:lnTo>
                    <a:pt x="2444633" y="2564653"/>
                  </a:lnTo>
                  <a:lnTo>
                    <a:pt x="2444791" y="2564653"/>
                  </a:lnTo>
                  <a:lnTo>
                    <a:pt x="2444948" y="2564653"/>
                  </a:lnTo>
                  <a:lnTo>
                    <a:pt x="2445106" y="2564653"/>
                  </a:lnTo>
                  <a:lnTo>
                    <a:pt x="2445264" y="2564653"/>
                  </a:lnTo>
                  <a:lnTo>
                    <a:pt x="2445421" y="2564653"/>
                  </a:lnTo>
                  <a:lnTo>
                    <a:pt x="2445579" y="2564653"/>
                  </a:lnTo>
                  <a:lnTo>
                    <a:pt x="2445737" y="2564653"/>
                  </a:lnTo>
                  <a:lnTo>
                    <a:pt x="2445895" y="2564653"/>
                  </a:lnTo>
                  <a:lnTo>
                    <a:pt x="2446052" y="2564653"/>
                  </a:lnTo>
                  <a:lnTo>
                    <a:pt x="2446210" y="2564653"/>
                  </a:lnTo>
                  <a:lnTo>
                    <a:pt x="2446368" y="2564653"/>
                  </a:lnTo>
                  <a:lnTo>
                    <a:pt x="2446368" y="2564223"/>
                  </a:lnTo>
                  <a:lnTo>
                    <a:pt x="2446525" y="2564223"/>
                  </a:lnTo>
                  <a:lnTo>
                    <a:pt x="2446683" y="2564223"/>
                  </a:lnTo>
                  <a:lnTo>
                    <a:pt x="2446683" y="2563792"/>
                  </a:lnTo>
                  <a:lnTo>
                    <a:pt x="2446841" y="2563792"/>
                  </a:lnTo>
                  <a:lnTo>
                    <a:pt x="2446999" y="2563792"/>
                  </a:lnTo>
                  <a:lnTo>
                    <a:pt x="2446999" y="2563361"/>
                  </a:lnTo>
                  <a:lnTo>
                    <a:pt x="2447156" y="2563361"/>
                  </a:lnTo>
                  <a:lnTo>
                    <a:pt x="2447314" y="2563361"/>
                  </a:lnTo>
                  <a:lnTo>
                    <a:pt x="2447314" y="2562931"/>
                  </a:lnTo>
                  <a:lnTo>
                    <a:pt x="2447314" y="2562500"/>
                  </a:lnTo>
                  <a:lnTo>
                    <a:pt x="2447472" y="2562500"/>
                  </a:lnTo>
                  <a:lnTo>
                    <a:pt x="2447629" y="2562500"/>
                  </a:lnTo>
                  <a:lnTo>
                    <a:pt x="2447629" y="2562070"/>
                  </a:lnTo>
                  <a:lnTo>
                    <a:pt x="2447787" y="2562070"/>
                  </a:lnTo>
                  <a:lnTo>
                    <a:pt x="2447787" y="2561639"/>
                  </a:lnTo>
                  <a:lnTo>
                    <a:pt x="2447787" y="2561208"/>
                  </a:lnTo>
                  <a:lnTo>
                    <a:pt x="2447945" y="2561208"/>
                  </a:lnTo>
                  <a:lnTo>
                    <a:pt x="2447945" y="2560778"/>
                  </a:lnTo>
                  <a:lnTo>
                    <a:pt x="2447945" y="2560347"/>
                  </a:lnTo>
                  <a:lnTo>
                    <a:pt x="2448103" y="2560347"/>
                  </a:lnTo>
                  <a:lnTo>
                    <a:pt x="2448260" y="2560347"/>
                  </a:lnTo>
                  <a:lnTo>
                    <a:pt x="2448260" y="2559917"/>
                  </a:lnTo>
                  <a:lnTo>
                    <a:pt x="2448260" y="2559486"/>
                  </a:lnTo>
                  <a:lnTo>
                    <a:pt x="2448418" y="2559486"/>
                  </a:lnTo>
                  <a:lnTo>
                    <a:pt x="2448576" y="2559486"/>
                  </a:lnTo>
                  <a:lnTo>
                    <a:pt x="2448576" y="2559055"/>
                  </a:lnTo>
                  <a:lnTo>
                    <a:pt x="2448733" y="2559055"/>
                  </a:lnTo>
                  <a:lnTo>
                    <a:pt x="2448891" y="2559055"/>
                  </a:lnTo>
                  <a:lnTo>
                    <a:pt x="2449049" y="2559055"/>
                  </a:lnTo>
                  <a:lnTo>
                    <a:pt x="2449207" y="2559055"/>
                  </a:lnTo>
                  <a:lnTo>
                    <a:pt x="2449364" y="2559055"/>
                  </a:lnTo>
                  <a:lnTo>
                    <a:pt x="2449522" y="2559055"/>
                  </a:lnTo>
                  <a:lnTo>
                    <a:pt x="2449522" y="2558625"/>
                  </a:lnTo>
                  <a:lnTo>
                    <a:pt x="2449680" y="2558625"/>
                  </a:lnTo>
                  <a:lnTo>
                    <a:pt x="2449838" y="2558625"/>
                  </a:lnTo>
                  <a:lnTo>
                    <a:pt x="2449838" y="2558194"/>
                  </a:lnTo>
                  <a:lnTo>
                    <a:pt x="2449838" y="2557764"/>
                  </a:lnTo>
                  <a:lnTo>
                    <a:pt x="2449995" y="2557764"/>
                  </a:lnTo>
                  <a:lnTo>
                    <a:pt x="2449995" y="2557333"/>
                  </a:lnTo>
                  <a:lnTo>
                    <a:pt x="2450153" y="2557333"/>
                  </a:lnTo>
                  <a:lnTo>
                    <a:pt x="2450311" y="2557333"/>
                  </a:lnTo>
                  <a:lnTo>
                    <a:pt x="2450468" y="2557333"/>
                  </a:lnTo>
                  <a:lnTo>
                    <a:pt x="2450626" y="2557333"/>
                  </a:lnTo>
                  <a:lnTo>
                    <a:pt x="2450784" y="2557333"/>
                  </a:lnTo>
                  <a:lnTo>
                    <a:pt x="2450942" y="2557333"/>
                  </a:lnTo>
                  <a:lnTo>
                    <a:pt x="2450942" y="2556902"/>
                  </a:lnTo>
                  <a:lnTo>
                    <a:pt x="2451099" y="2556902"/>
                  </a:lnTo>
                  <a:lnTo>
                    <a:pt x="2451257" y="2556902"/>
                  </a:lnTo>
                  <a:lnTo>
                    <a:pt x="2451415" y="2556902"/>
                  </a:lnTo>
                  <a:lnTo>
                    <a:pt x="2451572" y="2556902"/>
                  </a:lnTo>
                  <a:lnTo>
                    <a:pt x="2451730" y="2556902"/>
                  </a:lnTo>
                  <a:lnTo>
                    <a:pt x="2451888" y="2556902"/>
                  </a:lnTo>
                  <a:lnTo>
                    <a:pt x="2452046" y="2556902"/>
                  </a:lnTo>
                  <a:lnTo>
                    <a:pt x="2452203" y="2556902"/>
                  </a:lnTo>
                  <a:lnTo>
                    <a:pt x="2452361" y="2556902"/>
                  </a:lnTo>
                  <a:lnTo>
                    <a:pt x="2452361" y="2556472"/>
                  </a:lnTo>
                  <a:lnTo>
                    <a:pt x="2452519" y="2556472"/>
                  </a:lnTo>
                  <a:lnTo>
                    <a:pt x="2452519" y="2556041"/>
                  </a:lnTo>
                  <a:lnTo>
                    <a:pt x="2452676" y="2556041"/>
                  </a:lnTo>
                  <a:lnTo>
                    <a:pt x="2452834" y="2556041"/>
                  </a:lnTo>
                  <a:lnTo>
                    <a:pt x="2452834" y="2555611"/>
                  </a:lnTo>
                  <a:lnTo>
                    <a:pt x="2452834" y="2555180"/>
                  </a:lnTo>
                  <a:lnTo>
                    <a:pt x="2452992" y="2555180"/>
                  </a:lnTo>
                  <a:lnTo>
                    <a:pt x="2453150" y="2555180"/>
                  </a:lnTo>
                  <a:lnTo>
                    <a:pt x="2453307" y="2555180"/>
                  </a:lnTo>
                  <a:lnTo>
                    <a:pt x="2453465" y="2555180"/>
                  </a:lnTo>
                  <a:lnTo>
                    <a:pt x="2453465" y="2554749"/>
                  </a:lnTo>
                  <a:lnTo>
                    <a:pt x="2453465" y="2554319"/>
                  </a:lnTo>
                  <a:lnTo>
                    <a:pt x="2453623" y="2554319"/>
                  </a:lnTo>
                  <a:lnTo>
                    <a:pt x="2453623" y="2553888"/>
                  </a:lnTo>
                  <a:lnTo>
                    <a:pt x="2453780" y="2553888"/>
                  </a:lnTo>
                  <a:lnTo>
                    <a:pt x="2453938" y="2553888"/>
                  </a:lnTo>
                  <a:lnTo>
                    <a:pt x="2454096" y="2553888"/>
                  </a:lnTo>
                  <a:lnTo>
                    <a:pt x="2454096" y="2553458"/>
                  </a:lnTo>
                  <a:lnTo>
                    <a:pt x="2454096" y="2553027"/>
                  </a:lnTo>
                  <a:lnTo>
                    <a:pt x="2454096" y="2552596"/>
                  </a:lnTo>
                  <a:lnTo>
                    <a:pt x="2454254" y="2552596"/>
                  </a:lnTo>
                  <a:lnTo>
                    <a:pt x="2454411" y="2552596"/>
                  </a:lnTo>
                  <a:lnTo>
                    <a:pt x="2454569" y="2552596"/>
                  </a:lnTo>
                  <a:lnTo>
                    <a:pt x="2454569" y="2552166"/>
                  </a:lnTo>
                  <a:lnTo>
                    <a:pt x="2454727" y="2552166"/>
                  </a:lnTo>
                  <a:lnTo>
                    <a:pt x="2454885" y="2552166"/>
                  </a:lnTo>
                  <a:lnTo>
                    <a:pt x="2455042" y="2552166"/>
                  </a:lnTo>
                  <a:lnTo>
                    <a:pt x="2455200" y="2552166"/>
                  </a:lnTo>
                  <a:lnTo>
                    <a:pt x="2455358" y="2552166"/>
                  </a:lnTo>
                  <a:lnTo>
                    <a:pt x="2455515" y="2552166"/>
                  </a:lnTo>
                  <a:lnTo>
                    <a:pt x="2455673" y="2552166"/>
                  </a:lnTo>
                  <a:lnTo>
                    <a:pt x="2455673" y="2551735"/>
                  </a:lnTo>
                  <a:lnTo>
                    <a:pt x="2455831" y="2551735"/>
                  </a:lnTo>
                  <a:lnTo>
                    <a:pt x="2455989" y="2551735"/>
                  </a:lnTo>
                  <a:lnTo>
                    <a:pt x="2455989" y="2551305"/>
                  </a:lnTo>
                  <a:lnTo>
                    <a:pt x="2455989" y="2550874"/>
                  </a:lnTo>
                  <a:lnTo>
                    <a:pt x="2456146" y="2550874"/>
                  </a:lnTo>
                  <a:lnTo>
                    <a:pt x="2456304" y="2550874"/>
                  </a:lnTo>
                  <a:lnTo>
                    <a:pt x="2456304" y="2550443"/>
                  </a:lnTo>
                  <a:lnTo>
                    <a:pt x="2456462" y="2550443"/>
                  </a:lnTo>
                  <a:lnTo>
                    <a:pt x="2456462" y="2550013"/>
                  </a:lnTo>
                  <a:lnTo>
                    <a:pt x="2456619" y="2550013"/>
                  </a:lnTo>
                  <a:lnTo>
                    <a:pt x="2456777" y="2550013"/>
                  </a:lnTo>
                  <a:lnTo>
                    <a:pt x="2456935" y="2550013"/>
                  </a:lnTo>
                  <a:lnTo>
                    <a:pt x="2456935" y="2549582"/>
                  </a:lnTo>
                  <a:lnTo>
                    <a:pt x="2457093" y="2549582"/>
                  </a:lnTo>
                  <a:lnTo>
                    <a:pt x="2457250" y="2549582"/>
                  </a:lnTo>
                  <a:lnTo>
                    <a:pt x="2457408" y="2549582"/>
                  </a:lnTo>
                  <a:lnTo>
                    <a:pt x="2457408" y="2549152"/>
                  </a:lnTo>
                  <a:lnTo>
                    <a:pt x="2457566" y="2549152"/>
                  </a:lnTo>
                  <a:lnTo>
                    <a:pt x="2457723" y="2549152"/>
                  </a:lnTo>
                  <a:lnTo>
                    <a:pt x="2457881" y="2549152"/>
                  </a:lnTo>
                  <a:lnTo>
                    <a:pt x="2458039" y="2549152"/>
                  </a:lnTo>
                  <a:lnTo>
                    <a:pt x="2458039" y="2548721"/>
                  </a:lnTo>
                  <a:lnTo>
                    <a:pt x="2458039" y="2548290"/>
                  </a:lnTo>
                  <a:lnTo>
                    <a:pt x="2458197" y="2548290"/>
                  </a:lnTo>
                  <a:lnTo>
                    <a:pt x="2458354" y="2548290"/>
                  </a:lnTo>
                  <a:lnTo>
                    <a:pt x="2458512" y="2548290"/>
                  </a:lnTo>
                  <a:lnTo>
                    <a:pt x="2458512" y="2547860"/>
                  </a:lnTo>
                  <a:lnTo>
                    <a:pt x="2458670" y="2547860"/>
                  </a:lnTo>
                  <a:lnTo>
                    <a:pt x="2458827" y="2547860"/>
                  </a:lnTo>
                  <a:lnTo>
                    <a:pt x="2458985" y="2547860"/>
                  </a:lnTo>
                  <a:lnTo>
                    <a:pt x="2459143" y="2547860"/>
                  </a:lnTo>
                  <a:lnTo>
                    <a:pt x="2459301" y="2547860"/>
                  </a:lnTo>
                  <a:lnTo>
                    <a:pt x="2459301" y="2547429"/>
                  </a:lnTo>
                  <a:lnTo>
                    <a:pt x="2459458" y="2547429"/>
                  </a:lnTo>
                  <a:lnTo>
                    <a:pt x="2459616" y="2547429"/>
                  </a:lnTo>
                  <a:lnTo>
                    <a:pt x="2459774" y="2547429"/>
                  </a:lnTo>
                  <a:lnTo>
                    <a:pt x="2459774" y="2546999"/>
                  </a:lnTo>
                  <a:lnTo>
                    <a:pt x="2459774" y="2546568"/>
                  </a:lnTo>
                  <a:lnTo>
                    <a:pt x="2459931" y="2546568"/>
                  </a:lnTo>
                  <a:lnTo>
                    <a:pt x="2460089" y="2546568"/>
                  </a:lnTo>
                  <a:lnTo>
                    <a:pt x="2460247" y="2546568"/>
                  </a:lnTo>
                  <a:lnTo>
                    <a:pt x="2460247" y="2546137"/>
                  </a:lnTo>
                  <a:lnTo>
                    <a:pt x="2460405" y="2546137"/>
                  </a:lnTo>
                  <a:lnTo>
                    <a:pt x="2460405" y="2545707"/>
                  </a:lnTo>
                  <a:lnTo>
                    <a:pt x="2460405" y="2545276"/>
                  </a:lnTo>
                  <a:lnTo>
                    <a:pt x="2460562" y="2545276"/>
                  </a:lnTo>
                  <a:lnTo>
                    <a:pt x="2460562" y="2544846"/>
                  </a:lnTo>
                  <a:lnTo>
                    <a:pt x="2460562" y="2544415"/>
                  </a:lnTo>
                  <a:lnTo>
                    <a:pt x="2460720" y="2544415"/>
                  </a:lnTo>
                  <a:lnTo>
                    <a:pt x="2460720" y="2543984"/>
                  </a:lnTo>
                  <a:lnTo>
                    <a:pt x="2460878" y="2543984"/>
                  </a:lnTo>
                  <a:lnTo>
                    <a:pt x="2461036" y="2543984"/>
                  </a:lnTo>
                  <a:lnTo>
                    <a:pt x="2461193" y="2543984"/>
                  </a:lnTo>
                  <a:lnTo>
                    <a:pt x="2461351" y="2543984"/>
                  </a:lnTo>
                  <a:lnTo>
                    <a:pt x="2461509" y="2543984"/>
                  </a:lnTo>
                  <a:lnTo>
                    <a:pt x="2461666" y="2543984"/>
                  </a:lnTo>
                  <a:lnTo>
                    <a:pt x="2461824" y="2543984"/>
                  </a:lnTo>
                  <a:lnTo>
                    <a:pt x="2461982" y="2543984"/>
                  </a:lnTo>
                  <a:lnTo>
                    <a:pt x="2462140" y="2543984"/>
                  </a:lnTo>
                  <a:lnTo>
                    <a:pt x="2462140" y="2543554"/>
                  </a:lnTo>
                  <a:lnTo>
                    <a:pt x="2462297" y="2543554"/>
                  </a:lnTo>
                  <a:lnTo>
                    <a:pt x="2462455" y="2543554"/>
                  </a:lnTo>
                  <a:lnTo>
                    <a:pt x="2462613" y="2543554"/>
                  </a:lnTo>
                  <a:lnTo>
                    <a:pt x="2462770" y="2543554"/>
                  </a:lnTo>
                  <a:lnTo>
                    <a:pt x="2462928" y="2543554"/>
                  </a:lnTo>
                  <a:lnTo>
                    <a:pt x="2463086" y="2543554"/>
                  </a:lnTo>
                  <a:lnTo>
                    <a:pt x="2463244" y="2543554"/>
                  </a:lnTo>
                  <a:lnTo>
                    <a:pt x="2463401" y="2543554"/>
                  </a:lnTo>
                  <a:lnTo>
                    <a:pt x="2463559" y="2543554"/>
                  </a:lnTo>
                  <a:lnTo>
                    <a:pt x="2463717" y="2543554"/>
                  </a:lnTo>
                  <a:lnTo>
                    <a:pt x="2463874" y="2543554"/>
                  </a:lnTo>
                  <a:lnTo>
                    <a:pt x="2464032" y="2543554"/>
                  </a:lnTo>
                  <a:lnTo>
                    <a:pt x="2464190" y="2543554"/>
                  </a:lnTo>
                  <a:lnTo>
                    <a:pt x="2464348" y="2543554"/>
                  </a:lnTo>
                  <a:lnTo>
                    <a:pt x="2464505" y="2543554"/>
                  </a:lnTo>
                  <a:lnTo>
                    <a:pt x="2464663" y="2543554"/>
                  </a:lnTo>
                  <a:lnTo>
                    <a:pt x="2464821" y="2543554"/>
                  </a:lnTo>
                  <a:lnTo>
                    <a:pt x="2464821" y="2543123"/>
                  </a:lnTo>
                  <a:lnTo>
                    <a:pt x="2464821" y="2542693"/>
                  </a:lnTo>
                  <a:lnTo>
                    <a:pt x="2464978" y="2542693"/>
                  </a:lnTo>
                  <a:lnTo>
                    <a:pt x="2465136" y="2542693"/>
                  </a:lnTo>
                  <a:lnTo>
                    <a:pt x="2465294" y="2542693"/>
                  </a:lnTo>
                  <a:lnTo>
                    <a:pt x="2465452" y="2542693"/>
                  </a:lnTo>
                  <a:lnTo>
                    <a:pt x="2465609" y="2542693"/>
                  </a:lnTo>
                  <a:lnTo>
                    <a:pt x="2465767" y="2542693"/>
                  </a:lnTo>
                  <a:lnTo>
                    <a:pt x="2465767" y="2542262"/>
                  </a:lnTo>
                  <a:lnTo>
                    <a:pt x="2465925" y="2542262"/>
                  </a:lnTo>
                  <a:lnTo>
                    <a:pt x="2466082" y="2542262"/>
                  </a:lnTo>
                  <a:lnTo>
                    <a:pt x="2466240" y="2542262"/>
                  </a:lnTo>
                  <a:lnTo>
                    <a:pt x="2466398" y="2542262"/>
                  </a:lnTo>
                  <a:lnTo>
                    <a:pt x="2466398" y="2541831"/>
                  </a:lnTo>
                  <a:lnTo>
                    <a:pt x="2466556" y="2541831"/>
                  </a:lnTo>
                  <a:lnTo>
                    <a:pt x="2466713" y="2541831"/>
                  </a:lnTo>
                  <a:lnTo>
                    <a:pt x="2466871" y="2541831"/>
                  </a:lnTo>
                  <a:lnTo>
                    <a:pt x="2467029" y="2541831"/>
                  </a:lnTo>
                  <a:lnTo>
                    <a:pt x="2467187" y="2541831"/>
                  </a:lnTo>
                  <a:lnTo>
                    <a:pt x="2467344" y="2541831"/>
                  </a:lnTo>
                  <a:lnTo>
                    <a:pt x="2467502" y="2541831"/>
                  </a:lnTo>
                  <a:lnTo>
                    <a:pt x="2467502" y="2541401"/>
                  </a:lnTo>
                  <a:lnTo>
                    <a:pt x="2467660" y="2541401"/>
                  </a:lnTo>
                  <a:lnTo>
                    <a:pt x="2467817" y="2541401"/>
                  </a:lnTo>
                  <a:lnTo>
                    <a:pt x="2467975" y="2541401"/>
                  </a:lnTo>
                  <a:lnTo>
                    <a:pt x="2468133" y="2541401"/>
                  </a:lnTo>
                  <a:lnTo>
                    <a:pt x="2468291" y="2541401"/>
                  </a:lnTo>
                  <a:lnTo>
                    <a:pt x="2468448" y="2541401"/>
                  </a:lnTo>
                  <a:lnTo>
                    <a:pt x="2468606" y="2541401"/>
                  </a:lnTo>
                  <a:lnTo>
                    <a:pt x="2468606" y="2540970"/>
                  </a:lnTo>
                  <a:lnTo>
                    <a:pt x="2468606" y="2540540"/>
                  </a:lnTo>
                  <a:lnTo>
                    <a:pt x="2468764" y="2540540"/>
                  </a:lnTo>
                  <a:lnTo>
                    <a:pt x="2468921" y="2540540"/>
                  </a:lnTo>
                  <a:lnTo>
                    <a:pt x="2469079" y="2540540"/>
                  </a:lnTo>
                  <a:lnTo>
                    <a:pt x="2469237" y="2540540"/>
                  </a:lnTo>
                  <a:lnTo>
                    <a:pt x="2469395" y="2540540"/>
                  </a:lnTo>
                  <a:lnTo>
                    <a:pt x="2469552" y="2540540"/>
                  </a:lnTo>
                  <a:lnTo>
                    <a:pt x="2469710" y="2540540"/>
                  </a:lnTo>
                  <a:lnTo>
                    <a:pt x="2469710" y="2540109"/>
                  </a:lnTo>
                  <a:lnTo>
                    <a:pt x="2469868" y="2540109"/>
                  </a:lnTo>
                  <a:lnTo>
                    <a:pt x="2469868" y="2539678"/>
                  </a:lnTo>
                  <a:lnTo>
                    <a:pt x="2470025" y="2539678"/>
                  </a:lnTo>
                  <a:lnTo>
                    <a:pt x="2470183" y="2539678"/>
                  </a:lnTo>
                  <a:lnTo>
                    <a:pt x="2470341" y="2539678"/>
                  </a:lnTo>
                  <a:lnTo>
                    <a:pt x="2470499" y="2539678"/>
                  </a:lnTo>
                  <a:lnTo>
                    <a:pt x="2470656" y="2539678"/>
                  </a:lnTo>
                  <a:lnTo>
                    <a:pt x="2470814" y="2539678"/>
                  </a:lnTo>
                  <a:lnTo>
                    <a:pt x="2470972" y="2539678"/>
                  </a:lnTo>
                  <a:lnTo>
                    <a:pt x="2471129" y="2539678"/>
                  </a:lnTo>
                  <a:lnTo>
                    <a:pt x="2471287" y="2539678"/>
                  </a:lnTo>
                  <a:lnTo>
                    <a:pt x="2471445" y="2539678"/>
                  </a:lnTo>
                  <a:lnTo>
                    <a:pt x="2471445" y="2539248"/>
                  </a:lnTo>
                  <a:lnTo>
                    <a:pt x="2471603" y="2539248"/>
                  </a:lnTo>
                  <a:lnTo>
                    <a:pt x="2471760" y="2539248"/>
                  </a:lnTo>
                  <a:lnTo>
                    <a:pt x="2471918" y="2539248"/>
                  </a:lnTo>
                  <a:lnTo>
                    <a:pt x="2471918" y="2538817"/>
                  </a:lnTo>
                  <a:lnTo>
                    <a:pt x="2472076" y="2538817"/>
                  </a:lnTo>
                  <a:lnTo>
                    <a:pt x="2472076" y="2538387"/>
                  </a:lnTo>
                  <a:lnTo>
                    <a:pt x="2472234" y="2538387"/>
                  </a:lnTo>
                  <a:lnTo>
                    <a:pt x="2472391" y="2538387"/>
                  </a:lnTo>
                  <a:lnTo>
                    <a:pt x="2472549" y="2538387"/>
                  </a:lnTo>
                  <a:lnTo>
                    <a:pt x="2472707" y="2538387"/>
                  </a:lnTo>
                  <a:lnTo>
                    <a:pt x="2472707" y="2537956"/>
                  </a:lnTo>
                  <a:lnTo>
                    <a:pt x="2472864" y="2537956"/>
                  </a:lnTo>
                  <a:lnTo>
                    <a:pt x="2472864" y="2537525"/>
                  </a:lnTo>
                  <a:lnTo>
                    <a:pt x="2473022" y="2537525"/>
                  </a:lnTo>
                  <a:lnTo>
                    <a:pt x="2473022" y="2537095"/>
                  </a:lnTo>
                  <a:lnTo>
                    <a:pt x="2473180" y="2537095"/>
                  </a:lnTo>
                  <a:lnTo>
                    <a:pt x="2473338" y="2537095"/>
                  </a:lnTo>
                  <a:lnTo>
                    <a:pt x="2473495" y="2537095"/>
                  </a:lnTo>
                  <a:lnTo>
                    <a:pt x="2473653" y="2537095"/>
                  </a:lnTo>
                  <a:lnTo>
                    <a:pt x="2473811" y="2537095"/>
                  </a:lnTo>
                  <a:lnTo>
                    <a:pt x="2473811" y="2536664"/>
                  </a:lnTo>
                  <a:lnTo>
                    <a:pt x="2473811" y="2536234"/>
                  </a:lnTo>
                  <a:lnTo>
                    <a:pt x="2473811" y="2535803"/>
                  </a:lnTo>
                  <a:lnTo>
                    <a:pt x="2473968" y="2535803"/>
                  </a:lnTo>
                  <a:lnTo>
                    <a:pt x="2474126" y="2535803"/>
                  </a:lnTo>
                  <a:lnTo>
                    <a:pt x="2474284" y="2535803"/>
                  </a:lnTo>
                  <a:lnTo>
                    <a:pt x="2474284" y="2535372"/>
                  </a:lnTo>
                  <a:lnTo>
                    <a:pt x="2474284" y="2534942"/>
                  </a:lnTo>
                  <a:lnTo>
                    <a:pt x="2474442" y="2534942"/>
                  </a:lnTo>
                  <a:lnTo>
                    <a:pt x="2474599" y="2534942"/>
                  </a:lnTo>
                  <a:lnTo>
                    <a:pt x="2474757" y="2534942"/>
                  </a:lnTo>
                  <a:lnTo>
                    <a:pt x="2474915" y="2534942"/>
                  </a:lnTo>
                  <a:lnTo>
                    <a:pt x="2475072" y="2534942"/>
                  </a:lnTo>
                  <a:lnTo>
                    <a:pt x="2475072" y="2534511"/>
                  </a:lnTo>
                  <a:lnTo>
                    <a:pt x="2475230" y="2534511"/>
                  </a:lnTo>
                  <a:lnTo>
                    <a:pt x="2475230" y="2534081"/>
                  </a:lnTo>
                  <a:lnTo>
                    <a:pt x="2475388" y="2534081"/>
                  </a:lnTo>
                  <a:lnTo>
                    <a:pt x="2475546" y="2534081"/>
                  </a:lnTo>
                  <a:lnTo>
                    <a:pt x="2475546" y="2533650"/>
                  </a:lnTo>
                  <a:lnTo>
                    <a:pt x="2475703" y="2533650"/>
                  </a:lnTo>
                  <a:lnTo>
                    <a:pt x="2475861" y="2533650"/>
                  </a:lnTo>
                  <a:lnTo>
                    <a:pt x="2476019" y="2533650"/>
                  </a:lnTo>
                  <a:lnTo>
                    <a:pt x="2476176" y="2533650"/>
                  </a:lnTo>
                  <a:lnTo>
                    <a:pt x="2476334" y="2533650"/>
                  </a:lnTo>
                  <a:lnTo>
                    <a:pt x="2476492" y="2533650"/>
                  </a:lnTo>
                  <a:lnTo>
                    <a:pt x="2476650" y="2533650"/>
                  </a:lnTo>
                  <a:lnTo>
                    <a:pt x="2476650" y="2533219"/>
                  </a:lnTo>
                  <a:lnTo>
                    <a:pt x="2476807" y="2533219"/>
                  </a:lnTo>
                  <a:lnTo>
                    <a:pt x="2476965" y="2533219"/>
                  </a:lnTo>
                  <a:lnTo>
                    <a:pt x="2477123" y="2533219"/>
                  </a:lnTo>
                  <a:lnTo>
                    <a:pt x="2477280" y="2533219"/>
                  </a:lnTo>
                  <a:lnTo>
                    <a:pt x="2477280" y="2532789"/>
                  </a:lnTo>
                  <a:lnTo>
                    <a:pt x="2477280" y="2532358"/>
                  </a:lnTo>
                  <a:lnTo>
                    <a:pt x="2477280" y="2531928"/>
                  </a:lnTo>
                  <a:lnTo>
                    <a:pt x="2477438" y="2531928"/>
                  </a:lnTo>
                  <a:lnTo>
                    <a:pt x="2477596" y="2531928"/>
                  </a:lnTo>
                  <a:lnTo>
                    <a:pt x="2477596" y="2531497"/>
                  </a:lnTo>
                  <a:lnTo>
                    <a:pt x="2477754" y="2531497"/>
                  </a:lnTo>
                  <a:lnTo>
                    <a:pt x="2477911" y="2531497"/>
                  </a:lnTo>
                  <a:lnTo>
                    <a:pt x="2478069" y="2531497"/>
                  </a:lnTo>
                  <a:lnTo>
                    <a:pt x="2478227" y="2531497"/>
                  </a:lnTo>
                  <a:lnTo>
                    <a:pt x="2478385" y="2531497"/>
                  </a:lnTo>
                  <a:lnTo>
                    <a:pt x="2478542" y="2531497"/>
                  </a:lnTo>
                  <a:lnTo>
                    <a:pt x="2478542" y="2531066"/>
                  </a:lnTo>
                  <a:lnTo>
                    <a:pt x="2478700" y="2531066"/>
                  </a:lnTo>
                  <a:lnTo>
                    <a:pt x="2478858" y="2531066"/>
                  </a:lnTo>
                  <a:lnTo>
                    <a:pt x="2478858" y="2530636"/>
                  </a:lnTo>
                  <a:lnTo>
                    <a:pt x="2479015" y="2530636"/>
                  </a:lnTo>
                  <a:lnTo>
                    <a:pt x="2479173" y="2530636"/>
                  </a:lnTo>
                  <a:lnTo>
                    <a:pt x="2479331" y="2530636"/>
                  </a:lnTo>
                  <a:lnTo>
                    <a:pt x="2479489" y="2530636"/>
                  </a:lnTo>
                  <a:lnTo>
                    <a:pt x="2479646" y="2530636"/>
                  </a:lnTo>
                  <a:lnTo>
                    <a:pt x="2479804" y="2530636"/>
                  </a:lnTo>
                  <a:lnTo>
                    <a:pt x="2479962" y="2530636"/>
                  </a:lnTo>
                  <a:lnTo>
                    <a:pt x="2479962" y="2530205"/>
                  </a:lnTo>
                  <a:lnTo>
                    <a:pt x="2480119" y="2530205"/>
                  </a:lnTo>
                  <a:lnTo>
                    <a:pt x="2480119" y="2529775"/>
                  </a:lnTo>
                  <a:lnTo>
                    <a:pt x="2480277" y="2529775"/>
                  </a:lnTo>
                  <a:lnTo>
                    <a:pt x="2480435" y="2529775"/>
                  </a:lnTo>
                  <a:lnTo>
                    <a:pt x="2480593" y="2529775"/>
                  </a:lnTo>
                  <a:lnTo>
                    <a:pt x="2480750" y="2529775"/>
                  </a:lnTo>
                  <a:lnTo>
                    <a:pt x="2480908" y="2529775"/>
                  </a:lnTo>
                  <a:lnTo>
                    <a:pt x="2480908" y="2529344"/>
                  </a:lnTo>
                  <a:lnTo>
                    <a:pt x="2481066" y="2529344"/>
                  </a:lnTo>
                  <a:lnTo>
                    <a:pt x="2481066" y="2528913"/>
                  </a:lnTo>
                  <a:lnTo>
                    <a:pt x="2481223" y="2528913"/>
                  </a:lnTo>
                  <a:lnTo>
                    <a:pt x="2481381" y="2528913"/>
                  </a:lnTo>
                  <a:lnTo>
                    <a:pt x="2481381" y="2528483"/>
                  </a:lnTo>
                  <a:lnTo>
                    <a:pt x="2481539" y="2528483"/>
                  </a:lnTo>
                  <a:lnTo>
                    <a:pt x="2481697" y="2528483"/>
                  </a:lnTo>
                  <a:lnTo>
                    <a:pt x="2481697" y="2528052"/>
                  </a:lnTo>
                  <a:lnTo>
                    <a:pt x="2481854" y="2528052"/>
                  </a:lnTo>
                  <a:lnTo>
                    <a:pt x="2482012" y="2528052"/>
                  </a:lnTo>
                  <a:lnTo>
                    <a:pt x="2482170" y="2528052"/>
                  </a:lnTo>
                  <a:lnTo>
                    <a:pt x="2482327" y="2528052"/>
                  </a:lnTo>
                  <a:lnTo>
                    <a:pt x="2482485" y="2528052"/>
                  </a:lnTo>
                  <a:lnTo>
                    <a:pt x="2482485" y="2527622"/>
                  </a:lnTo>
                  <a:lnTo>
                    <a:pt x="2482485" y="2527191"/>
                  </a:lnTo>
                  <a:lnTo>
                    <a:pt x="2482643" y="2527191"/>
                  </a:lnTo>
                  <a:lnTo>
                    <a:pt x="2482801" y="2527191"/>
                  </a:lnTo>
                  <a:lnTo>
                    <a:pt x="2482958" y="2527191"/>
                  </a:lnTo>
                  <a:lnTo>
                    <a:pt x="2483116" y="2527191"/>
                  </a:lnTo>
                  <a:lnTo>
                    <a:pt x="2483116" y="2526760"/>
                  </a:lnTo>
                  <a:lnTo>
                    <a:pt x="2483274" y="2526760"/>
                  </a:lnTo>
                  <a:lnTo>
                    <a:pt x="2483432" y="2526760"/>
                  </a:lnTo>
                  <a:lnTo>
                    <a:pt x="2483432" y="2526330"/>
                  </a:lnTo>
                  <a:lnTo>
                    <a:pt x="2483589" y="2526330"/>
                  </a:lnTo>
                  <a:lnTo>
                    <a:pt x="2483747" y="2526330"/>
                  </a:lnTo>
                  <a:lnTo>
                    <a:pt x="2483747" y="2525899"/>
                  </a:lnTo>
                  <a:lnTo>
                    <a:pt x="2483747" y="2525469"/>
                  </a:lnTo>
                  <a:lnTo>
                    <a:pt x="2483905" y="2525469"/>
                  </a:lnTo>
                  <a:lnTo>
                    <a:pt x="2484062" y="2525469"/>
                  </a:lnTo>
                  <a:lnTo>
                    <a:pt x="2484062" y="2525038"/>
                  </a:lnTo>
                  <a:lnTo>
                    <a:pt x="2484220" y="2525038"/>
                  </a:lnTo>
                  <a:lnTo>
                    <a:pt x="2484378" y="2525038"/>
                  </a:lnTo>
                  <a:lnTo>
                    <a:pt x="2484378" y="2524607"/>
                  </a:lnTo>
                  <a:lnTo>
                    <a:pt x="2484536" y="2524607"/>
                  </a:lnTo>
                  <a:lnTo>
                    <a:pt x="2484693" y="2524607"/>
                  </a:lnTo>
                  <a:lnTo>
                    <a:pt x="2484851" y="2524607"/>
                  </a:lnTo>
                  <a:lnTo>
                    <a:pt x="2485009" y="2524607"/>
                  </a:lnTo>
                  <a:lnTo>
                    <a:pt x="2485166" y="2524607"/>
                  </a:lnTo>
                  <a:lnTo>
                    <a:pt x="2485324" y="2524607"/>
                  </a:lnTo>
                  <a:lnTo>
                    <a:pt x="2485482" y="2524607"/>
                  </a:lnTo>
                  <a:lnTo>
                    <a:pt x="2485640" y="2524607"/>
                  </a:lnTo>
                  <a:lnTo>
                    <a:pt x="2485797" y="2524607"/>
                  </a:lnTo>
                  <a:lnTo>
                    <a:pt x="2485797" y="2524177"/>
                  </a:lnTo>
                  <a:lnTo>
                    <a:pt x="2485955" y="2524177"/>
                  </a:lnTo>
                  <a:lnTo>
                    <a:pt x="2486113" y="2524177"/>
                  </a:lnTo>
                  <a:lnTo>
                    <a:pt x="2486113" y="2523746"/>
                  </a:lnTo>
                  <a:lnTo>
                    <a:pt x="2486270" y="2523746"/>
                  </a:lnTo>
                  <a:lnTo>
                    <a:pt x="2486428" y="2523746"/>
                  </a:lnTo>
                  <a:lnTo>
                    <a:pt x="2486586" y="2523746"/>
                  </a:lnTo>
                  <a:lnTo>
                    <a:pt x="2486586" y="2523316"/>
                  </a:lnTo>
                  <a:lnTo>
                    <a:pt x="2486744" y="2523316"/>
                  </a:lnTo>
                  <a:lnTo>
                    <a:pt x="2486744" y="2522885"/>
                  </a:lnTo>
                  <a:lnTo>
                    <a:pt x="2486744" y="2522454"/>
                  </a:lnTo>
                  <a:lnTo>
                    <a:pt x="2486901" y="2522454"/>
                  </a:lnTo>
                  <a:lnTo>
                    <a:pt x="2487059" y="2522454"/>
                  </a:lnTo>
                  <a:lnTo>
                    <a:pt x="2487217" y="2522454"/>
                  </a:lnTo>
                  <a:lnTo>
                    <a:pt x="2487374" y="2522454"/>
                  </a:lnTo>
                  <a:lnTo>
                    <a:pt x="2487532" y="2522454"/>
                  </a:lnTo>
                  <a:lnTo>
                    <a:pt x="2487690" y="2522454"/>
                  </a:lnTo>
                  <a:lnTo>
                    <a:pt x="2487848" y="2522454"/>
                  </a:lnTo>
                  <a:lnTo>
                    <a:pt x="2487848" y="2522024"/>
                  </a:lnTo>
                  <a:lnTo>
                    <a:pt x="2487848" y="2521593"/>
                  </a:lnTo>
                  <a:lnTo>
                    <a:pt x="2488005" y="2521593"/>
                  </a:lnTo>
                  <a:lnTo>
                    <a:pt x="2488163" y="2521593"/>
                  </a:lnTo>
                  <a:lnTo>
                    <a:pt x="2488321" y="2521593"/>
                  </a:lnTo>
                  <a:lnTo>
                    <a:pt x="2488478" y="2521593"/>
                  </a:lnTo>
                  <a:lnTo>
                    <a:pt x="2488636" y="2521593"/>
                  </a:lnTo>
                  <a:lnTo>
                    <a:pt x="2488636" y="2521163"/>
                  </a:lnTo>
                  <a:lnTo>
                    <a:pt x="2488636" y="2520732"/>
                  </a:lnTo>
                  <a:lnTo>
                    <a:pt x="2488636" y="2520301"/>
                  </a:lnTo>
                  <a:lnTo>
                    <a:pt x="2488794" y="2520301"/>
                  </a:lnTo>
                  <a:lnTo>
                    <a:pt x="2488794" y="2519871"/>
                  </a:lnTo>
                  <a:lnTo>
                    <a:pt x="2488952" y="2519871"/>
                  </a:lnTo>
                  <a:lnTo>
                    <a:pt x="2488952" y="2519440"/>
                  </a:lnTo>
                  <a:lnTo>
                    <a:pt x="2489109" y="2519440"/>
                  </a:lnTo>
                  <a:lnTo>
                    <a:pt x="2489267" y="2519440"/>
                  </a:lnTo>
                  <a:lnTo>
                    <a:pt x="2489425" y="2519440"/>
                  </a:lnTo>
                  <a:lnTo>
                    <a:pt x="2489583" y="2519440"/>
                  </a:lnTo>
                  <a:lnTo>
                    <a:pt x="2489740" y="2519440"/>
                  </a:lnTo>
                  <a:lnTo>
                    <a:pt x="2489898" y="2519440"/>
                  </a:lnTo>
                  <a:lnTo>
                    <a:pt x="2490056" y="2519440"/>
                  </a:lnTo>
                  <a:lnTo>
                    <a:pt x="2490213" y="2519440"/>
                  </a:lnTo>
                  <a:lnTo>
                    <a:pt x="2490371" y="2519440"/>
                  </a:lnTo>
                  <a:lnTo>
                    <a:pt x="2490371" y="2519010"/>
                  </a:lnTo>
                  <a:lnTo>
                    <a:pt x="2490529" y="2519010"/>
                  </a:lnTo>
                  <a:lnTo>
                    <a:pt x="2490687" y="2519010"/>
                  </a:lnTo>
                  <a:lnTo>
                    <a:pt x="2490687" y="2518579"/>
                  </a:lnTo>
                  <a:lnTo>
                    <a:pt x="2490844" y="2518579"/>
                  </a:lnTo>
                  <a:lnTo>
                    <a:pt x="2491002" y="2518579"/>
                  </a:lnTo>
                  <a:lnTo>
                    <a:pt x="2491160" y="2518579"/>
                  </a:lnTo>
                  <a:lnTo>
                    <a:pt x="2491317" y="2518579"/>
                  </a:lnTo>
                  <a:lnTo>
                    <a:pt x="2491475" y="2518579"/>
                  </a:lnTo>
                  <a:lnTo>
                    <a:pt x="2491633" y="2518579"/>
                  </a:lnTo>
                  <a:lnTo>
                    <a:pt x="2491791" y="2518579"/>
                  </a:lnTo>
                  <a:lnTo>
                    <a:pt x="2491948" y="2518579"/>
                  </a:lnTo>
                  <a:lnTo>
                    <a:pt x="2492106" y="2518579"/>
                  </a:lnTo>
                  <a:lnTo>
                    <a:pt x="2492264" y="2518579"/>
                  </a:lnTo>
                  <a:lnTo>
                    <a:pt x="2492421" y="2518579"/>
                  </a:lnTo>
                  <a:lnTo>
                    <a:pt x="2492579" y="2518579"/>
                  </a:lnTo>
                  <a:lnTo>
                    <a:pt x="2492737" y="2518579"/>
                  </a:lnTo>
                  <a:lnTo>
                    <a:pt x="2492895" y="2518579"/>
                  </a:lnTo>
                  <a:lnTo>
                    <a:pt x="2493052" y="2518579"/>
                  </a:lnTo>
                  <a:lnTo>
                    <a:pt x="2493052" y="2518148"/>
                  </a:lnTo>
                  <a:lnTo>
                    <a:pt x="2493210" y="2518148"/>
                  </a:lnTo>
                  <a:lnTo>
                    <a:pt x="2493368" y="2518148"/>
                  </a:lnTo>
                  <a:lnTo>
                    <a:pt x="2493368" y="2517718"/>
                  </a:lnTo>
                  <a:lnTo>
                    <a:pt x="2493525" y="2517718"/>
                  </a:lnTo>
                  <a:lnTo>
                    <a:pt x="2493683" y="2517718"/>
                  </a:lnTo>
                  <a:lnTo>
                    <a:pt x="2493841" y="2517718"/>
                  </a:lnTo>
                  <a:lnTo>
                    <a:pt x="2493841" y="2517287"/>
                  </a:lnTo>
                  <a:lnTo>
                    <a:pt x="2493999" y="2517287"/>
                  </a:lnTo>
                  <a:lnTo>
                    <a:pt x="2494156" y="2517287"/>
                  </a:lnTo>
                  <a:lnTo>
                    <a:pt x="2494314" y="2517287"/>
                  </a:lnTo>
                  <a:lnTo>
                    <a:pt x="2494472" y="2517287"/>
                  </a:lnTo>
                  <a:lnTo>
                    <a:pt x="2494630" y="2517287"/>
                  </a:lnTo>
                  <a:lnTo>
                    <a:pt x="2494787" y="2517287"/>
                  </a:lnTo>
                  <a:lnTo>
                    <a:pt x="2494945" y="2517287"/>
                  </a:lnTo>
                  <a:lnTo>
                    <a:pt x="2494945" y="2516857"/>
                  </a:lnTo>
                  <a:lnTo>
                    <a:pt x="2495103" y="2516857"/>
                  </a:lnTo>
                  <a:lnTo>
                    <a:pt x="2495260" y="2516857"/>
                  </a:lnTo>
                  <a:lnTo>
                    <a:pt x="2495418" y="2516857"/>
                  </a:lnTo>
                  <a:lnTo>
                    <a:pt x="2495576" y="2516857"/>
                  </a:lnTo>
                  <a:lnTo>
                    <a:pt x="2495734" y="2516857"/>
                  </a:lnTo>
                  <a:lnTo>
                    <a:pt x="2495891" y="2516857"/>
                  </a:lnTo>
                  <a:lnTo>
                    <a:pt x="2496049" y="2516857"/>
                  </a:lnTo>
                  <a:lnTo>
                    <a:pt x="2496049" y="2516426"/>
                  </a:lnTo>
                  <a:lnTo>
                    <a:pt x="2496207" y="2516426"/>
                  </a:lnTo>
                  <a:lnTo>
                    <a:pt x="2496207" y="2515995"/>
                  </a:lnTo>
                  <a:lnTo>
                    <a:pt x="2496364" y="2515995"/>
                  </a:lnTo>
                  <a:lnTo>
                    <a:pt x="2496364" y="2515565"/>
                  </a:lnTo>
                  <a:lnTo>
                    <a:pt x="2496522" y="2515565"/>
                  </a:lnTo>
                  <a:lnTo>
                    <a:pt x="2496680" y="2515565"/>
                  </a:lnTo>
                  <a:lnTo>
                    <a:pt x="2496838" y="2515565"/>
                  </a:lnTo>
                  <a:lnTo>
                    <a:pt x="2496995" y="2515565"/>
                  </a:lnTo>
                  <a:lnTo>
                    <a:pt x="2497153" y="2515565"/>
                  </a:lnTo>
                  <a:lnTo>
                    <a:pt x="2497311" y="2515565"/>
                  </a:lnTo>
                  <a:lnTo>
                    <a:pt x="2497468" y="2515565"/>
                  </a:lnTo>
                  <a:lnTo>
                    <a:pt x="2497626" y="2515565"/>
                  </a:lnTo>
                  <a:lnTo>
                    <a:pt x="2497784" y="2515565"/>
                  </a:lnTo>
                  <a:lnTo>
                    <a:pt x="2497942" y="2515565"/>
                  </a:lnTo>
                  <a:lnTo>
                    <a:pt x="2497942" y="2515134"/>
                  </a:lnTo>
                  <a:lnTo>
                    <a:pt x="2497942" y="2514704"/>
                  </a:lnTo>
                  <a:lnTo>
                    <a:pt x="2498099" y="2514704"/>
                  </a:lnTo>
                  <a:lnTo>
                    <a:pt x="2498257" y="2514704"/>
                  </a:lnTo>
                  <a:lnTo>
                    <a:pt x="2498257" y="2514273"/>
                  </a:lnTo>
                  <a:lnTo>
                    <a:pt x="2498415" y="2514273"/>
                  </a:lnTo>
                  <a:lnTo>
                    <a:pt x="2498572" y="2514273"/>
                  </a:lnTo>
                  <a:lnTo>
                    <a:pt x="2498572" y="2513842"/>
                  </a:lnTo>
                  <a:lnTo>
                    <a:pt x="2498730" y="2513842"/>
                  </a:lnTo>
                  <a:lnTo>
                    <a:pt x="2498888" y="2513842"/>
                  </a:lnTo>
                  <a:lnTo>
                    <a:pt x="2499046" y="2513842"/>
                  </a:lnTo>
                  <a:lnTo>
                    <a:pt x="2499046" y="2513412"/>
                  </a:lnTo>
                  <a:lnTo>
                    <a:pt x="2499203" y="2513412"/>
                  </a:lnTo>
                  <a:lnTo>
                    <a:pt x="2499203" y="2512981"/>
                  </a:lnTo>
                  <a:lnTo>
                    <a:pt x="2499361" y="2512981"/>
                  </a:lnTo>
                  <a:lnTo>
                    <a:pt x="2499361" y="2512551"/>
                  </a:lnTo>
                  <a:lnTo>
                    <a:pt x="2499519" y="2512551"/>
                  </a:lnTo>
                  <a:lnTo>
                    <a:pt x="2499676" y="2512551"/>
                  </a:lnTo>
                  <a:lnTo>
                    <a:pt x="2499834" y="2512551"/>
                  </a:lnTo>
                  <a:lnTo>
                    <a:pt x="2499992" y="2512551"/>
                  </a:lnTo>
                  <a:lnTo>
                    <a:pt x="2500150" y="2512551"/>
                  </a:lnTo>
                  <a:lnTo>
                    <a:pt x="2500307" y="2512551"/>
                  </a:lnTo>
                  <a:lnTo>
                    <a:pt x="2500307" y="2512120"/>
                  </a:lnTo>
                  <a:lnTo>
                    <a:pt x="2500307" y="2511689"/>
                  </a:lnTo>
                  <a:lnTo>
                    <a:pt x="2500465" y="2511689"/>
                  </a:lnTo>
                  <a:lnTo>
                    <a:pt x="2500623" y="2511689"/>
                  </a:lnTo>
                  <a:lnTo>
                    <a:pt x="2500781" y="2511689"/>
                  </a:lnTo>
                  <a:lnTo>
                    <a:pt x="2500938" y="2511689"/>
                  </a:lnTo>
                  <a:lnTo>
                    <a:pt x="2500938" y="2511259"/>
                  </a:lnTo>
                  <a:lnTo>
                    <a:pt x="2501096" y="2511259"/>
                  </a:lnTo>
                  <a:lnTo>
                    <a:pt x="2501096" y="2510828"/>
                  </a:lnTo>
                  <a:lnTo>
                    <a:pt x="2501254" y="2510828"/>
                  </a:lnTo>
                  <a:lnTo>
                    <a:pt x="2501254" y="2510398"/>
                  </a:lnTo>
                  <a:lnTo>
                    <a:pt x="2501411" y="2510398"/>
                  </a:lnTo>
                  <a:lnTo>
                    <a:pt x="2501569" y="2510398"/>
                  </a:lnTo>
                  <a:lnTo>
                    <a:pt x="2501727" y="2510398"/>
                  </a:lnTo>
                  <a:lnTo>
                    <a:pt x="2501885" y="2510398"/>
                  </a:lnTo>
                  <a:lnTo>
                    <a:pt x="2501885" y="2509967"/>
                  </a:lnTo>
                  <a:lnTo>
                    <a:pt x="2501885" y="2509536"/>
                  </a:lnTo>
                  <a:lnTo>
                    <a:pt x="2502042" y="2509536"/>
                  </a:lnTo>
                  <a:lnTo>
                    <a:pt x="2502200" y="2509536"/>
                  </a:lnTo>
                  <a:lnTo>
                    <a:pt x="2502200" y="2509106"/>
                  </a:lnTo>
                  <a:lnTo>
                    <a:pt x="2502358" y="2509106"/>
                  </a:lnTo>
                  <a:lnTo>
                    <a:pt x="2502515" y="2509106"/>
                  </a:lnTo>
                  <a:lnTo>
                    <a:pt x="2502515" y="2508675"/>
                  </a:lnTo>
                  <a:lnTo>
                    <a:pt x="2502515" y="2508245"/>
                  </a:lnTo>
                  <a:lnTo>
                    <a:pt x="2502515" y="2507814"/>
                  </a:lnTo>
                  <a:lnTo>
                    <a:pt x="2502673" y="2507814"/>
                  </a:lnTo>
                  <a:lnTo>
                    <a:pt x="2502831" y="2507814"/>
                  </a:lnTo>
                  <a:lnTo>
                    <a:pt x="2502831" y="2507383"/>
                  </a:lnTo>
                  <a:lnTo>
                    <a:pt x="2502989" y="2507383"/>
                  </a:lnTo>
                  <a:lnTo>
                    <a:pt x="2503146" y="2507383"/>
                  </a:lnTo>
                  <a:lnTo>
                    <a:pt x="2503146" y="2506953"/>
                  </a:lnTo>
                  <a:lnTo>
                    <a:pt x="2503304" y="2506953"/>
                  </a:lnTo>
                  <a:lnTo>
                    <a:pt x="2503304" y="2506522"/>
                  </a:lnTo>
                  <a:lnTo>
                    <a:pt x="2503462" y="2506522"/>
                  </a:lnTo>
                  <a:lnTo>
                    <a:pt x="2503619" y="2506522"/>
                  </a:lnTo>
                  <a:lnTo>
                    <a:pt x="2503777" y="2506522"/>
                  </a:lnTo>
                  <a:lnTo>
                    <a:pt x="2503777" y="2506092"/>
                  </a:lnTo>
                  <a:lnTo>
                    <a:pt x="2503777" y="2505661"/>
                  </a:lnTo>
                  <a:lnTo>
                    <a:pt x="2503935" y="2505661"/>
                  </a:lnTo>
                  <a:lnTo>
                    <a:pt x="2504093" y="2505661"/>
                  </a:lnTo>
                  <a:lnTo>
                    <a:pt x="2504093" y="2505230"/>
                  </a:lnTo>
                  <a:lnTo>
                    <a:pt x="2504093" y="2504800"/>
                  </a:lnTo>
                  <a:lnTo>
                    <a:pt x="2504250" y="2504800"/>
                  </a:lnTo>
                  <a:lnTo>
                    <a:pt x="2504408" y="2504800"/>
                  </a:lnTo>
                  <a:lnTo>
                    <a:pt x="2504566" y="2504800"/>
                  </a:lnTo>
                  <a:lnTo>
                    <a:pt x="2504723" y="2504800"/>
                  </a:lnTo>
                  <a:lnTo>
                    <a:pt x="2504881" y="2504800"/>
                  </a:lnTo>
                  <a:lnTo>
                    <a:pt x="2505039" y="2504800"/>
                  </a:lnTo>
                  <a:lnTo>
                    <a:pt x="2505197" y="2504800"/>
                  </a:lnTo>
                  <a:lnTo>
                    <a:pt x="2505354" y="2504800"/>
                  </a:lnTo>
                  <a:lnTo>
                    <a:pt x="2505512" y="2504800"/>
                  </a:lnTo>
                  <a:lnTo>
                    <a:pt x="2505670" y="2504800"/>
                  </a:lnTo>
                  <a:lnTo>
                    <a:pt x="2505828" y="2504800"/>
                  </a:lnTo>
                  <a:lnTo>
                    <a:pt x="2505985" y="2504800"/>
                  </a:lnTo>
                  <a:lnTo>
                    <a:pt x="2505985" y="2504369"/>
                  </a:lnTo>
                  <a:lnTo>
                    <a:pt x="2505985" y="2503939"/>
                  </a:lnTo>
                  <a:lnTo>
                    <a:pt x="2506143" y="2503939"/>
                  </a:lnTo>
                  <a:lnTo>
                    <a:pt x="2506301" y="2503939"/>
                  </a:lnTo>
                  <a:lnTo>
                    <a:pt x="2506301" y="2503508"/>
                  </a:lnTo>
                  <a:lnTo>
                    <a:pt x="2506458" y="2503508"/>
                  </a:lnTo>
                  <a:lnTo>
                    <a:pt x="2506616" y="2503508"/>
                  </a:lnTo>
                  <a:lnTo>
                    <a:pt x="2506774" y="2503508"/>
                  </a:lnTo>
                  <a:lnTo>
                    <a:pt x="2506932" y="2503508"/>
                  </a:lnTo>
                  <a:lnTo>
                    <a:pt x="2506932" y="2503077"/>
                  </a:lnTo>
                  <a:lnTo>
                    <a:pt x="2507089" y="2503077"/>
                  </a:lnTo>
                  <a:lnTo>
                    <a:pt x="2507247" y="2503077"/>
                  </a:lnTo>
                  <a:lnTo>
                    <a:pt x="2507405" y="2503077"/>
                  </a:lnTo>
                  <a:lnTo>
                    <a:pt x="2507562" y="2503077"/>
                  </a:lnTo>
                  <a:lnTo>
                    <a:pt x="2507562" y="2502647"/>
                  </a:lnTo>
                  <a:lnTo>
                    <a:pt x="2507562" y="2502216"/>
                  </a:lnTo>
                  <a:lnTo>
                    <a:pt x="2507720" y="2502216"/>
                  </a:lnTo>
                  <a:lnTo>
                    <a:pt x="2507878" y="2502216"/>
                  </a:lnTo>
                  <a:lnTo>
                    <a:pt x="2508036" y="2502216"/>
                  </a:lnTo>
                  <a:lnTo>
                    <a:pt x="2508036" y="2501786"/>
                  </a:lnTo>
                  <a:lnTo>
                    <a:pt x="2508193" y="2501786"/>
                  </a:lnTo>
                  <a:lnTo>
                    <a:pt x="2508351" y="2501786"/>
                  </a:lnTo>
                  <a:lnTo>
                    <a:pt x="2508509" y="2501786"/>
                  </a:lnTo>
                  <a:lnTo>
                    <a:pt x="2508666" y="2501786"/>
                  </a:lnTo>
                  <a:lnTo>
                    <a:pt x="2508824" y="2501786"/>
                  </a:lnTo>
                  <a:lnTo>
                    <a:pt x="2508824" y="2501355"/>
                  </a:lnTo>
                  <a:lnTo>
                    <a:pt x="2508982" y="2501355"/>
                  </a:lnTo>
                  <a:lnTo>
                    <a:pt x="2509140" y="2501355"/>
                  </a:lnTo>
                  <a:lnTo>
                    <a:pt x="2509297" y="2501355"/>
                  </a:lnTo>
                  <a:lnTo>
                    <a:pt x="2509455" y="2501355"/>
                  </a:lnTo>
                  <a:lnTo>
                    <a:pt x="2509613" y="2501355"/>
                  </a:lnTo>
                  <a:lnTo>
                    <a:pt x="2509770" y="2501355"/>
                  </a:lnTo>
                  <a:lnTo>
                    <a:pt x="2509928" y="2501355"/>
                  </a:lnTo>
                  <a:lnTo>
                    <a:pt x="2510086" y="2501355"/>
                  </a:lnTo>
                  <a:lnTo>
                    <a:pt x="2510086" y="2500924"/>
                  </a:lnTo>
                  <a:lnTo>
                    <a:pt x="2510244" y="2500924"/>
                  </a:lnTo>
                  <a:lnTo>
                    <a:pt x="2510401" y="2500924"/>
                  </a:lnTo>
                  <a:lnTo>
                    <a:pt x="2510401" y="2500494"/>
                  </a:lnTo>
                  <a:lnTo>
                    <a:pt x="2510401" y="2500063"/>
                  </a:lnTo>
                  <a:lnTo>
                    <a:pt x="2510559" y="2500063"/>
                  </a:lnTo>
                  <a:lnTo>
                    <a:pt x="2510717" y="2500063"/>
                  </a:lnTo>
                  <a:lnTo>
                    <a:pt x="2510717" y="2499633"/>
                  </a:lnTo>
                  <a:lnTo>
                    <a:pt x="2510717" y="2499202"/>
                  </a:lnTo>
                  <a:lnTo>
                    <a:pt x="2510874" y="2499202"/>
                  </a:lnTo>
                  <a:lnTo>
                    <a:pt x="2510874" y="2498771"/>
                  </a:lnTo>
                  <a:lnTo>
                    <a:pt x="2510874" y="2498341"/>
                  </a:lnTo>
                  <a:lnTo>
                    <a:pt x="2511032" y="2498341"/>
                  </a:lnTo>
                  <a:lnTo>
                    <a:pt x="2511190" y="2498341"/>
                  </a:lnTo>
                  <a:lnTo>
                    <a:pt x="2511348" y="2498341"/>
                  </a:lnTo>
                  <a:lnTo>
                    <a:pt x="2511505" y="2498341"/>
                  </a:lnTo>
                  <a:lnTo>
                    <a:pt x="2511663" y="2498341"/>
                  </a:lnTo>
                  <a:lnTo>
                    <a:pt x="2511821" y="2498341"/>
                  </a:lnTo>
                  <a:lnTo>
                    <a:pt x="2511979" y="2498341"/>
                  </a:lnTo>
                  <a:lnTo>
                    <a:pt x="2512136" y="2498341"/>
                  </a:lnTo>
                  <a:lnTo>
                    <a:pt x="2512294" y="2498341"/>
                  </a:lnTo>
                  <a:lnTo>
                    <a:pt x="2512294" y="2497910"/>
                  </a:lnTo>
                  <a:lnTo>
                    <a:pt x="2512452" y="2497910"/>
                  </a:lnTo>
                  <a:lnTo>
                    <a:pt x="2512609" y="2497910"/>
                  </a:lnTo>
                  <a:lnTo>
                    <a:pt x="2512767" y="2497910"/>
                  </a:lnTo>
                  <a:lnTo>
                    <a:pt x="2512925" y="2497910"/>
                  </a:lnTo>
                  <a:lnTo>
                    <a:pt x="2513083" y="2497910"/>
                  </a:lnTo>
                  <a:lnTo>
                    <a:pt x="2513240" y="2497910"/>
                  </a:lnTo>
                  <a:lnTo>
                    <a:pt x="2513398" y="2497910"/>
                  </a:lnTo>
                  <a:lnTo>
                    <a:pt x="2513398" y="2497480"/>
                  </a:lnTo>
                  <a:lnTo>
                    <a:pt x="2513398" y="2497049"/>
                  </a:lnTo>
                  <a:lnTo>
                    <a:pt x="2513556" y="2497049"/>
                  </a:lnTo>
                  <a:lnTo>
                    <a:pt x="2513713" y="2497049"/>
                  </a:lnTo>
                  <a:lnTo>
                    <a:pt x="2513871" y="2497049"/>
                  </a:lnTo>
                  <a:lnTo>
                    <a:pt x="2514029" y="2497049"/>
                  </a:lnTo>
                  <a:lnTo>
                    <a:pt x="2514187" y="2497049"/>
                  </a:lnTo>
                  <a:lnTo>
                    <a:pt x="2514344" y="2497049"/>
                  </a:lnTo>
                  <a:lnTo>
                    <a:pt x="2514344" y="2496618"/>
                  </a:lnTo>
                  <a:lnTo>
                    <a:pt x="2514502" y="2496618"/>
                  </a:lnTo>
                  <a:lnTo>
                    <a:pt x="2514502" y="2496188"/>
                  </a:lnTo>
                  <a:lnTo>
                    <a:pt x="2514660" y="2496188"/>
                  </a:lnTo>
                  <a:lnTo>
                    <a:pt x="2514817" y="2496188"/>
                  </a:lnTo>
                  <a:lnTo>
                    <a:pt x="2514817" y="2495757"/>
                  </a:lnTo>
                  <a:lnTo>
                    <a:pt x="2514975" y="2495757"/>
                  </a:lnTo>
                  <a:lnTo>
                    <a:pt x="2515133" y="2495757"/>
                  </a:lnTo>
                  <a:lnTo>
                    <a:pt x="2515133" y="2495327"/>
                  </a:lnTo>
                  <a:lnTo>
                    <a:pt x="2515291" y="2495327"/>
                  </a:lnTo>
                  <a:lnTo>
                    <a:pt x="2515448" y="2495327"/>
                  </a:lnTo>
                  <a:lnTo>
                    <a:pt x="2515448" y="2494896"/>
                  </a:lnTo>
                  <a:lnTo>
                    <a:pt x="2515606" y="2494896"/>
                  </a:lnTo>
                  <a:lnTo>
                    <a:pt x="2515764" y="2494896"/>
                  </a:lnTo>
                  <a:lnTo>
                    <a:pt x="2515921" y="2494896"/>
                  </a:lnTo>
                  <a:lnTo>
                    <a:pt x="2515921" y="2494465"/>
                  </a:lnTo>
                  <a:lnTo>
                    <a:pt x="2516079" y="2494465"/>
                  </a:lnTo>
                  <a:lnTo>
                    <a:pt x="2516237" y="2494465"/>
                  </a:lnTo>
                  <a:lnTo>
                    <a:pt x="2516395" y="2494465"/>
                  </a:lnTo>
                  <a:lnTo>
                    <a:pt x="2516552" y="2494465"/>
                  </a:lnTo>
                  <a:lnTo>
                    <a:pt x="2516552" y="2494035"/>
                  </a:lnTo>
                  <a:lnTo>
                    <a:pt x="2516710" y="2494035"/>
                  </a:lnTo>
                  <a:lnTo>
                    <a:pt x="2516868" y="2494035"/>
                  </a:lnTo>
                  <a:lnTo>
                    <a:pt x="2516868" y="2493604"/>
                  </a:lnTo>
                  <a:lnTo>
                    <a:pt x="2517026" y="2493604"/>
                  </a:lnTo>
                  <a:lnTo>
                    <a:pt x="2517183" y="2493604"/>
                  </a:lnTo>
                  <a:lnTo>
                    <a:pt x="2517341" y="2493604"/>
                  </a:lnTo>
                  <a:lnTo>
                    <a:pt x="2517499" y="2493604"/>
                  </a:lnTo>
                  <a:lnTo>
                    <a:pt x="2517499" y="2493174"/>
                  </a:lnTo>
                  <a:lnTo>
                    <a:pt x="2517499" y="2492743"/>
                  </a:lnTo>
                  <a:lnTo>
                    <a:pt x="2517656" y="2492743"/>
                  </a:lnTo>
                  <a:lnTo>
                    <a:pt x="2517656" y="2492312"/>
                  </a:lnTo>
                  <a:lnTo>
                    <a:pt x="2517814" y="2492312"/>
                  </a:lnTo>
                  <a:lnTo>
                    <a:pt x="2517972" y="2492312"/>
                  </a:lnTo>
                  <a:lnTo>
                    <a:pt x="2518130" y="2492312"/>
                  </a:lnTo>
                  <a:lnTo>
                    <a:pt x="2518287" y="2492312"/>
                  </a:lnTo>
                  <a:lnTo>
                    <a:pt x="2518445" y="2492312"/>
                  </a:lnTo>
                  <a:lnTo>
                    <a:pt x="2518445" y="2491882"/>
                  </a:lnTo>
                  <a:lnTo>
                    <a:pt x="2518603" y="2491882"/>
                  </a:lnTo>
                  <a:lnTo>
                    <a:pt x="2518760" y="2491882"/>
                  </a:lnTo>
                  <a:lnTo>
                    <a:pt x="2518918" y="2491882"/>
                  </a:lnTo>
                  <a:lnTo>
                    <a:pt x="2519076" y="2491882"/>
                  </a:lnTo>
                  <a:lnTo>
                    <a:pt x="2519234" y="2491882"/>
                  </a:lnTo>
                  <a:lnTo>
                    <a:pt x="2519391" y="2491882"/>
                  </a:lnTo>
                  <a:lnTo>
                    <a:pt x="2519549" y="2491882"/>
                  </a:lnTo>
                  <a:lnTo>
                    <a:pt x="2519707" y="2491882"/>
                  </a:lnTo>
                  <a:lnTo>
                    <a:pt x="2519864" y="2491882"/>
                  </a:lnTo>
                  <a:lnTo>
                    <a:pt x="2520022" y="2491882"/>
                  </a:lnTo>
                  <a:lnTo>
                    <a:pt x="2520180" y="2491882"/>
                  </a:lnTo>
                  <a:lnTo>
                    <a:pt x="2520338" y="2491882"/>
                  </a:lnTo>
                  <a:lnTo>
                    <a:pt x="2520495" y="2491882"/>
                  </a:lnTo>
                  <a:lnTo>
                    <a:pt x="2520653" y="2491882"/>
                  </a:lnTo>
                  <a:lnTo>
                    <a:pt x="2520811" y="2491882"/>
                  </a:lnTo>
                  <a:lnTo>
                    <a:pt x="2520968" y="2491882"/>
                  </a:lnTo>
                  <a:lnTo>
                    <a:pt x="2521126" y="2491882"/>
                  </a:lnTo>
                  <a:lnTo>
                    <a:pt x="2521126" y="2491451"/>
                  </a:lnTo>
                  <a:lnTo>
                    <a:pt x="2521284" y="2491451"/>
                  </a:lnTo>
                  <a:lnTo>
                    <a:pt x="2521284" y="2491021"/>
                  </a:lnTo>
                  <a:lnTo>
                    <a:pt x="2521442" y="2491021"/>
                  </a:lnTo>
                  <a:lnTo>
                    <a:pt x="2521599" y="2491021"/>
                  </a:lnTo>
                  <a:lnTo>
                    <a:pt x="2521757" y="2491021"/>
                  </a:lnTo>
                  <a:lnTo>
                    <a:pt x="2521915" y="2491021"/>
                  </a:lnTo>
                  <a:lnTo>
                    <a:pt x="2522072" y="2491021"/>
                  </a:lnTo>
                  <a:lnTo>
                    <a:pt x="2522230" y="2491021"/>
                  </a:lnTo>
                  <a:lnTo>
                    <a:pt x="2522388" y="2491021"/>
                  </a:lnTo>
                  <a:lnTo>
                    <a:pt x="2522388" y="2490590"/>
                  </a:lnTo>
                  <a:lnTo>
                    <a:pt x="2522388" y="2490159"/>
                  </a:lnTo>
                  <a:lnTo>
                    <a:pt x="2522546" y="2490159"/>
                  </a:lnTo>
                  <a:lnTo>
                    <a:pt x="2522546" y="2489729"/>
                  </a:lnTo>
                  <a:lnTo>
                    <a:pt x="2522703" y="2489729"/>
                  </a:lnTo>
                  <a:lnTo>
                    <a:pt x="2522703" y="2489298"/>
                  </a:lnTo>
                  <a:lnTo>
                    <a:pt x="2522703" y="2488868"/>
                  </a:lnTo>
                  <a:lnTo>
                    <a:pt x="2522861" y="2488868"/>
                  </a:lnTo>
                  <a:lnTo>
                    <a:pt x="2523019" y="2488868"/>
                  </a:lnTo>
                  <a:lnTo>
                    <a:pt x="2523177" y="2488868"/>
                  </a:lnTo>
                  <a:lnTo>
                    <a:pt x="2523334" y="2488868"/>
                  </a:lnTo>
                  <a:lnTo>
                    <a:pt x="2523334" y="2488437"/>
                  </a:lnTo>
                  <a:lnTo>
                    <a:pt x="2523492" y="2488437"/>
                  </a:lnTo>
                  <a:lnTo>
                    <a:pt x="2523650" y="2488437"/>
                  </a:lnTo>
                  <a:lnTo>
                    <a:pt x="2523807" y="2488437"/>
                  </a:lnTo>
                  <a:lnTo>
                    <a:pt x="2523807" y="2488006"/>
                  </a:lnTo>
                  <a:lnTo>
                    <a:pt x="2523965" y="2488006"/>
                  </a:lnTo>
                  <a:lnTo>
                    <a:pt x="2523965" y="2487576"/>
                  </a:lnTo>
                  <a:lnTo>
                    <a:pt x="2524123" y="2487576"/>
                  </a:lnTo>
                  <a:lnTo>
                    <a:pt x="2524281" y="2487576"/>
                  </a:lnTo>
                  <a:lnTo>
                    <a:pt x="2524438" y="2487576"/>
                  </a:lnTo>
                  <a:lnTo>
                    <a:pt x="2524438" y="2487145"/>
                  </a:lnTo>
                  <a:lnTo>
                    <a:pt x="2524596" y="2487145"/>
                  </a:lnTo>
                  <a:lnTo>
                    <a:pt x="2524754" y="2487145"/>
                  </a:lnTo>
                  <a:lnTo>
                    <a:pt x="2524911" y="2487145"/>
                  </a:lnTo>
                  <a:lnTo>
                    <a:pt x="2525069" y="2487145"/>
                  </a:lnTo>
                  <a:lnTo>
                    <a:pt x="2525227" y="2487145"/>
                  </a:lnTo>
                  <a:lnTo>
                    <a:pt x="2525385" y="2487145"/>
                  </a:lnTo>
                  <a:lnTo>
                    <a:pt x="2525542" y="2487145"/>
                  </a:lnTo>
                  <a:lnTo>
                    <a:pt x="2525700" y="2487145"/>
                  </a:lnTo>
                  <a:lnTo>
                    <a:pt x="2525858" y="2487145"/>
                  </a:lnTo>
                  <a:lnTo>
                    <a:pt x="2526015" y="2487145"/>
                  </a:lnTo>
                  <a:lnTo>
                    <a:pt x="2526015" y="2486715"/>
                  </a:lnTo>
                  <a:lnTo>
                    <a:pt x="2526173" y="2486715"/>
                  </a:lnTo>
                  <a:lnTo>
                    <a:pt x="2526331" y="2486715"/>
                  </a:lnTo>
                  <a:lnTo>
                    <a:pt x="2526331" y="2486284"/>
                  </a:lnTo>
                  <a:lnTo>
                    <a:pt x="2526489" y="2486284"/>
                  </a:lnTo>
                  <a:lnTo>
                    <a:pt x="2526646" y="2486284"/>
                  </a:lnTo>
                  <a:lnTo>
                    <a:pt x="2526804" y="2486284"/>
                  </a:lnTo>
                  <a:lnTo>
                    <a:pt x="2526962" y="2486284"/>
                  </a:lnTo>
                  <a:lnTo>
                    <a:pt x="2527119" y="2486284"/>
                  </a:lnTo>
                  <a:lnTo>
                    <a:pt x="2527277" y="2486284"/>
                  </a:lnTo>
                  <a:lnTo>
                    <a:pt x="2527277" y="2485853"/>
                  </a:lnTo>
                  <a:lnTo>
                    <a:pt x="2527277" y="2485423"/>
                  </a:lnTo>
                  <a:lnTo>
                    <a:pt x="2527435" y="2485423"/>
                  </a:lnTo>
                  <a:lnTo>
                    <a:pt x="2527593" y="2485423"/>
                  </a:lnTo>
                  <a:lnTo>
                    <a:pt x="2527750" y="2485423"/>
                  </a:lnTo>
                  <a:lnTo>
                    <a:pt x="2527908" y="2485423"/>
                  </a:lnTo>
                  <a:lnTo>
                    <a:pt x="2528066" y="2485423"/>
                  </a:lnTo>
                  <a:lnTo>
                    <a:pt x="2528224" y="2485423"/>
                  </a:lnTo>
                  <a:lnTo>
                    <a:pt x="2528381" y="2485423"/>
                  </a:lnTo>
                  <a:lnTo>
                    <a:pt x="2528539" y="2485423"/>
                  </a:lnTo>
                  <a:lnTo>
                    <a:pt x="2528697" y="2485423"/>
                  </a:lnTo>
                  <a:lnTo>
                    <a:pt x="2528854" y="2485423"/>
                  </a:lnTo>
                  <a:lnTo>
                    <a:pt x="2529012" y="2485423"/>
                  </a:lnTo>
                  <a:lnTo>
                    <a:pt x="2529170" y="2485423"/>
                  </a:lnTo>
                  <a:lnTo>
                    <a:pt x="2529328" y="2485423"/>
                  </a:lnTo>
                  <a:lnTo>
                    <a:pt x="2529485" y="2485423"/>
                  </a:lnTo>
                  <a:lnTo>
                    <a:pt x="2529485" y="2484992"/>
                  </a:lnTo>
                  <a:lnTo>
                    <a:pt x="2529643" y="2484992"/>
                  </a:lnTo>
                  <a:lnTo>
                    <a:pt x="2529801" y="2484992"/>
                  </a:lnTo>
                  <a:lnTo>
                    <a:pt x="2529801" y="2484562"/>
                  </a:lnTo>
                  <a:lnTo>
                    <a:pt x="2529958" y="2484562"/>
                  </a:lnTo>
                  <a:lnTo>
                    <a:pt x="2530116" y="2484562"/>
                  </a:lnTo>
                  <a:lnTo>
                    <a:pt x="2530116" y="2484131"/>
                  </a:lnTo>
                  <a:lnTo>
                    <a:pt x="2530116" y="2483700"/>
                  </a:lnTo>
                  <a:lnTo>
                    <a:pt x="2530274" y="2483700"/>
                  </a:lnTo>
                  <a:lnTo>
                    <a:pt x="2530432" y="2483700"/>
                  </a:lnTo>
                  <a:lnTo>
                    <a:pt x="2530432" y="2483270"/>
                  </a:lnTo>
                  <a:lnTo>
                    <a:pt x="2530589" y="2483270"/>
                  </a:lnTo>
                  <a:lnTo>
                    <a:pt x="2530747" y="2483270"/>
                  </a:lnTo>
                  <a:lnTo>
                    <a:pt x="2530905" y="2483270"/>
                  </a:lnTo>
                  <a:lnTo>
                    <a:pt x="2531062" y="2483270"/>
                  </a:lnTo>
                  <a:lnTo>
                    <a:pt x="2531062" y="2482839"/>
                  </a:lnTo>
                  <a:lnTo>
                    <a:pt x="2531220" y="2482839"/>
                  </a:lnTo>
                  <a:lnTo>
                    <a:pt x="2531220" y="2482409"/>
                  </a:lnTo>
                  <a:lnTo>
                    <a:pt x="2531378" y="2482409"/>
                  </a:lnTo>
                  <a:lnTo>
                    <a:pt x="2531378" y="2481978"/>
                  </a:lnTo>
                  <a:lnTo>
                    <a:pt x="2531536" y="2481978"/>
                  </a:lnTo>
                  <a:lnTo>
                    <a:pt x="2531693" y="2481978"/>
                  </a:lnTo>
                  <a:lnTo>
                    <a:pt x="2531851" y="2481978"/>
                  </a:lnTo>
                  <a:lnTo>
                    <a:pt x="2532009" y="2481978"/>
                  </a:lnTo>
                  <a:lnTo>
                    <a:pt x="2532166" y="2481978"/>
                  </a:lnTo>
                  <a:lnTo>
                    <a:pt x="2532324" y="2481978"/>
                  </a:lnTo>
                  <a:lnTo>
                    <a:pt x="2532482" y="2481978"/>
                  </a:lnTo>
                  <a:lnTo>
                    <a:pt x="2532640" y="2481978"/>
                  </a:lnTo>
                  <a:lnTo>
                    <a:pt x="2532797" y="2481978"/>
                  </a:lnTo>
                  <a:lnTo>
                    <a:pt x="2532955" y="2481978"/>
                  </a:lnTo>
                  <a:lnTo>
                    <a:pt x="2533113" y="2481978"/>
                  </a:lnTo>
                  <a:lnTo>
                    <a:pt x="2533270" y="2481978"/>
                  </a:lnTo>
                  <a:lnTo>
                    <a:pt x="2533270" y="2481547"/>
                  </a:lnTo>
                  <a:lnTo>
                    <a:pt x="2533428" y="2481547"/>
                  </a:lnTo>
                  <a:lnTo>
                    <a:pt x="2533428" y="2481117"/>
                  </a:lnTo>
                  <a:lnTo>
                    <a:pt x="2533428" y="2480686"/>
                  </a:lnTo>
                  <a:lnTo>
                    <a:pt x="2533586" y="2480686"/>
                  </a:lnTo>
                  <a:lnTo>
                    <a:pt x="2533586" y="2480256"/>
                  </a:lnTo>
                  <a:lnTo>
                    <a:pt x="2533586" y="2479825"/>
                  </a:lnTo>
                  <a:lnTo>
                    <a:pt x="2533744" y="2479825"/>
                  </a:lnTo>
                  <a:lnTo>
                    <a:pt x="2533744" y="2479394"/>
                  </a:lnTo>
                  <a:lnTo>
                    <a:pt x="2533901" y="2479394"/>
                  </a:lnTo>
                  <a:lnTo>
                    <a:pt x="2534059" y="2479394"/>
                  </a:lnTo>
                  <a:lnTo>
                    <a:pt x="2534217" y="2479394"/>
                  </a:lnTo>
                  <a:lnTo>
                    <a:pt x="2534217" y="2478964"/>
                  </a:lnTo>
                  <a:lnTo>
                    <a:pt x="2534375" y="2478964"/>
                  </a:lnTo>
                  <a:lnTo>
                    <a:pt x="2534375" y="2478533"/>
                  </a:lnTo>
                  <a:lnTo>
                    <a:pt x="2534532" y="2478533"/>
                  </a:lnTo>
                  <a:lnTo>
                    <a:pt x="2534690" y="2478533"/>
                  </a:lnTo>
                  <a:lnTo>
                    <a:pt x="2534690" y="2478103"/>
                  </a:lnTo>
                  <a:lnTo>
                    <a:pt x="2534848" y="2478103"/>
                  </a:lnTo>
                  <a:lnTo>
                    <a:pt x="2535005" y="2478103"/>
                  </a:lnTo>
                  <a:lnTo>
                    <a:pt x="2535005" y="2477672"/>
                  </a:lnTo>
                  <a:lnTo>
                    <a:pt x="2535163" y="2477672"/>
                  </a:lnTo>
                  <a:lnTo>
                    <a:pt x="2535163" y="2477241"/>
                  </a:lnTo>
                  <a:lnTo>
                    <a:pt x="2535321" y="2477241"/>
                  </a:lnTo>
                  <a:lnTo>
                    <a:pt x="2535479" y="2477241"/>
                  </a:lnTo>
                  <a:lnTo>
                    <a:pt x="2535479" y="2476811"/>
                  </a:lnTo>
                  <a:lnTo>
                    <a:pt x="2535636" y="2476811"/>
                  </a:lnTo>
                  <a:lnTo>
                    <a:pt x="2535794" y="2476811"/>
                  </a:lnTo>
                  <a:lnTo>
                    <a:pt x="2535952" y="2476811"/>
                  </a:lnTo>
                  <a:lnTo>
                    <a:pt x="2536109" y="2476811"/>
                  </a:lnTo>
                  <a:lnTo>
                    <a:pt x="2536267" y="2476811"/>
                  </a:lnTo>
                  <a:lnTo>
                    <a:pt x="2536425" y="2476811"/>
                  </a:lnTo>
                  <a:lnTo>
                    <a:pt x="2536583" y="2476811"/>
                  </a:lnTo>
                  <a:lnTo>
                    <a:pt x="2536740" y="2476811"/>
                  </a:lnTo>
                  <a:lnTo>
                    <a:pt x="2536898" y="2476811"/>
                  </a:lnTo>
                  <a:lnTo>
                    <a:pt x="2536898" y="2476380"/>
                  </a:lnTo>
                  <a:lnTo>
                    <a:pt x="2537056" y="2476380"/>
                  </a:lnTo>
                  <a:lnTo>
                    <a:pt x="2537056" y="2475950"/>
                  </a:lnTo>
                  <a:lnTo>
                    <a:pt x="2537213" y="2475950"/>
                  </a:lnTo>
                  <a:lnTo>
                    <a:pt x="2537371" y="2475950"/>
                  </a:lnTo>
                  <a:lnTo>
                    <a:pt x="2537371" y="2475519"/>
                  </a:lnTo>
                  <a:lnTo>
                    <a:pt x="2537371" y="2475088"/>
                  </a:lnTo>
                  <a:lnTo>
                    <a:pt x="2537529" y="2475088"/>
                  </a:lnTo>
                  <a:lnTo>
                    <a:pt x="2537687" y="2475088"/>
                  </a:lnTo>
                  <a:lnTo>
                    <a:pt x="2537844" y="2475088"/>
                  </a:lnTo>
                  <a:lnTo>
                    <a:pt x="2538002" y="2475088"/>
                  </a:lnTo>
                  <a:lnTo>
                    <a:pt x="2538160" y="2475088"/>
                  </a:lnTo>
                  <a:lnTo>
                    <a:pt x="2538317" y="2475088"/>
                  </a:lnTo>
                  <a:lnTo>
                    <a:pt x="2538317" y="2474658"/>
                  </a:lnTo>
                  <a:lnTo>
                    <a:pt x="2538475" y="2474658"/>
                  </a:lnTo>
                  <a:lnTo>
                    <a:pt x="2538633" y="2474658"/>
                  </a:lnTo>
                  <a:lnTo>
                    <a:pt x="2538633" y="2474227"/>
                  </a:lnTo>
                  <a:lnTo>
                    <a:pt x="2538791" y="2474227"/>
                  </a:lnTo>
                  <a:lnTo>
                    <a:pt x="2538791" y="2473797"/>
                  </a:lnTo>
                  <a:lnTo>
                    <a:pt x="2538948" y="2473797"/>
                  </a:lnTo>
                  <a:lnTo>
                    <a:pt x="2538948" y="2473366"/>
                  </a:lnTo>
                  <a:lnTo>
                    <a:pt x="2538948" y="2472935"/>
                  </a:lnTo>
                  <a:lnTo>
                    <a:pt x="2538948" y="2472505"/>
                  </a:lnTo>
                  <a:lnTo>
                    <a:pt x="2538948" y="2472074"/>
                  </a:lnTo>
                  <a:lnTo>
                    <a:pt x="2539106" y="2472074"/>
                  </a:lnTo>
                  <a:lnTo>
                    <a:pt x="2539264" y="2472074"/>
                  </a:lnTo>
                  <a:lnTo>
                    <a:pt x="2539421" y="2472074"/>
                  </a:lnTo>
                  <a:lnTo>
                    <a:pt x="2539579" y="2472074"/>
                  </a:lnTo>
                  <a:lnTo>
                    <a:pt x="2539579" y="2471644"/>
                  </a:lnTo>
                  <a:lnTo>
                    <a:pt x="2539737" y="2471644"/>
                  </a:lnTo>
                  <a:lnTo>
                    <a:pt x="2539895" y="2471644"/>
                  </a:lnTo>
                  <a:lnTo>
                    <a:pt x="2540052" y="2471644"/>
                  </a:lnTo>
                  <a:lnTo>
                    <a:pt x="2540210" y="2471644"/>
                  </a:lnTo>
                  <a:lnTo>
                    <a:pt x="2540210" y="2471213"/>
                  </a:lnTo>
                  <a:lnTo>
                    <a:pt x="2540368" y="2471213"/>
                  </a:lnTo>
                  <a:lnTo>
                    <a:pt x="2540368" y="2470782"/>
                  </a:lnTo>
                  <a:lnTo>
                    <a:pt x="2540526" y="2470782"/>
                  </a:lnTo>
                  <a:lnTo>
                    <a:pt x="2540526" y="2470352"/>
                  </a:lnTo>
                  <a:lnTo>
                    <a:pt x="2540683" y="2470352"/>
                  </a:lnTo>
                  <a:lnTo>
                    <a:pt x="2540841" y="2470352"/>
                  </a:lnTo>
                  <a:lnTo>
                    <a:pt x="2540999" y="2470352"/>
                  </a:lnTo>
                  <a:lnTo>
                    <a:pt x="2540999" y="2469921"/>
                  </a:lnTo>
                  <a:lnTo>
                    <a:pt x="2541156" y="2469921"/>
                  </a:lnTo>
                  <a:lnTo>
                    <a:pt x="2541156" y="2469491"/>
                  </a:lnTo>
                  <a:lnTo>
                    <a:pt x="2541314" y="2469491"/>
                  </a:lnTo>
                  <a:lnTo>
                    <a:pt x="2541472" y="2469491"/>
                  </a:lnTo>
                  <a:lnTo>
                    <a:pt x="2541472" y="2469060"/>
                  </a:lnTo>
                  <a:lnTo>
                    <a:pt x="2541630" y="2469060"/>
                  </a:lnTo>
                  <a:lnTo>
                    <a:pt x="2541630" y="2468629"/>
                  </a:lnTo>
                  <a:lnTo>
                    <a:pt x="2541787" y="2468629"/>
                  </a:lnTo>
                  <a:lnTo>
                    <a:pt x="2541945" y="2468629"/>
                  </a:lnTo>
                  <a:lnTo>
                    <a:pt x="2542103" y="2468629"/>
                  </a:lnTo>
                  <a:lnTo>
                    <a:pt x="2542260" y="2468629"/>
                  </a:lnTo>
                  <a:lnTo>
                    <a:pt x="2542418" y="2468629"/>
                  </a:lnTo>
                  <a:lnTo>
                    <a:pt x="2542576" y="2468629"/>
                  </a:lnTo>
                  <a:lnTo>
                    <a:pt x="2542734" y="2468629"/>
                  </a:lnTo>
                  <a:lnTo>
                    <a:pt x="2542891" y="2468629"/>
                  </a:lnTo>
                  <a:lnTo>
                    <a:pt x="2543049" y="2468629"/>
                  </a:lnTo>
                  <a:lnTo>
                    <a:pt x="2543049" y="2468199"/>
                  </a:lnTo>
                  <a:lnTo>
                    <a:pt x="2543207" y="2468199"/>
                  </a:lnTo>
                  <a:lnTo>
                    <a:pt x="2543364" y="2468199"/>
                  </a:lnTo>
                  <a:lnTo>
                    <a:pt x="2543522" y="2468199"/>
                  </a:lnTo>
                  <a:lnTo>
                    <a:pt x="2543522" y="2467768"/>
                  </a:lnTo>
                  <a:lnTo>
                    <a:pt x="2543522" y="2467338"/>
                  </a:lnTo>
                  <a:lnTo>
                    <a:pt x="2543680" y="2467338"/>
                  </a:lnTo>
                  <a:lnTo>
                    <a:pt x="2543838" y="2467338"/>
                  </a:lnTo>
                  <a:lnTo>
                    <a:pt x="2543995" y="2467338"/>
                  </a:lnTo>
                  <a:lnTo>
                    <a:pt x="2543995" y="2466907"/>
                  </a:lnTo>
                  <a:lnTo>
                    <a:pt x="2544153" y="2466907"/>
                  </a:lnTo>
                  <a:lnTo>
                    <a:pt x="2544311" y="2466907"/>
                  </a:lnTo>
                  <a:lnTo>
                    <a:pt x="2544311" y="2466476"/>
                  </a:lnTo>
                  <a:lnTo>
                    <a:pt x="2544311" y="2466046"/>
                  </a:lnTo>
                  <a:lnTo>
                    <a:pt x="2544468" y="2466046"/>
                  </a:lnTo>
                  <a:lnTo>
                    <a:pt x="2544626" y="2466046"/>
                  </a:lnTo>
                  <a:lnTo>
                    <a:pt x="2544784" y="2466046"/>
                  </a:lnTo>
                  <a:lnTo>
                    <a:pt x="2544942" y="2466046"/>
                  </a:lnTo>
                  <a:lnTo>
                    <a:pt x="2545099" y="2466046"/>
                  </a:lnTo>
                  <a:lnTo>
                    <a:pt x="2545257" y="2466046"/>
                  </a:lnTo>
                  <a:lnTo>
                    <a:pt x="2545415" y="2466046"/>
                  </a:lnTo>
                  <a:lnTo>
                    <a:pt x="2545573" y="2466046"/>
                  </a:lnTo>
                  <a:lnTo>
                    <a:pt x="2545730" y="2466046"/>
                  </a:lnTo>
                  <a:lnTo>
                    <a:pt x="2545888" y="2466046"/>
                  </a:lnTo>
                  <a:lnTo>
                    <a:pt x="2546046" y="2466046"/>
                  </a:lnTo>
                  <a:lnTo>
                    <a:pt x="2546203" y="2466046"/>
                  </a:lnTo>
                  <a:lnTo>
                    <a:pt x="2546203" y="2465615"/>
                  </a:lnTo>
                  <a:lnTo>
                    <a:pt x="2546361" y="2465615"/>
                  </a:lnTo>
                  <a:lnTo>
                    <a:pt x="2546519" y="2465615"/>
                  </a:lnTo>
                  <a:lnTo>
                    <a:pt x="2546677" y="2465615"/>
                  </a:lnTo>
                  <a:lnTo>
                    <a:pt x="2546834" y="2465615"/>
                  </a:lnTo>
                  <a:lnTo>
                    <a:pt x="2546992" y="2465615"/>
                  </a:lnTo>
                  <a:lnTo>
                    <a:pt x="2547150" y="2465615"/>
                  </a:lnTo>
                  <a:lnTo>
                    <a:pt x="2547307" y="2465615"/>
                  </a:lnTo>
                  <a:lnTo>
                    <a:pt x="2547465" y="2465615"/>
                  </a:lnTo>
                  <a:lnTo>
                    <a:pt x="2547623" y="2465615"/>
                  </a:lnTo>
                  <a:lnTo>
                    <a:pt x="2547781" y="2465615"/>
                  </a:lnTo>
                  <a:lnTo>
                    <a:pt x="2547938" y="2465615"/>
                  </a:lnTo>
                  <a:lnTo>
                    <a:pt x="2548096" y="2465615"/>
                  </a:lnTo>
                  <a:lnTo>
                    <a:pt x="2548254" y="2465615"/>
                  </a:lnTo>
                  <a:lnTo>
                    <a:pt x="2548411" y="2465615"/>
                  </a:lnTo>
                  <a:lnTo>
                    <a:pt x="2548569" y="2465615"/>
                  </a:lnTo>
                  <a:lnTo>
                    <a:pt x="2548727" y="2465615"/>
                  </a:lnTo>
                  <a:lnTo>
                    <a:pt x="2548885" y="2465615"/>
                  </a:lnTo>
                  <a:lnTo>
                    <a:pt x="2549042" y="2465615"/>
                  </a:lnTo>
                  <a:lnTo>
                    <a:pt x="2549200" y="2465615"/>
                  </a:lnTo>
                  <a:lnTo>
                    <a:pt x="2549358" y="2465615"/>
                  </a:lnTo>
                  <a:lnTo>
                    <a:pt x="2549515" y="2465615"/>
                  </a:lnTo>
                  <a:lnTo>
                    <a:pt x="2549673" y="2465615"/>
                  </a:lnTo>
                  <a:lnTo>
                    <a:pt x="2549831" y="2465615"/>
                  </a:lnTo>
                  <a:lnTo>
                    <a:pt x="2549989" y="2465615"/>
                  </a:lnTo>
                  <a:lnTo>
                    <a:pt x="2550146" y="2465615"/>
                  </a:lnTo>
                  <a:lnTo>
                    <a:pt x="2550304" y="2465615"/>
                  </a:lnTo>
                  <a:lnTo>
                    <a:pt x="2550462" y="2465615"/>
                  </a:lnTo>
                  <a:lnTo>
                    <a:pt x="2550619" y="2465615"/>
                  </a:lnTo>
                  <a:lnTo>
                    <a:pt x="2550777" y="2465615"/>
                  </a:lnTo>
                  <a:lnTo>
                    <a:pt x="2550935" y="2465615"/>
                  </a:lnTo>
                  <a:lnTo>
                    <a:pt x="2550935" y="2465185"/>
                  </a:lnTo>
                  <a:lnTo>
                    <a:pt x="2551093" y="2465185"/>
                  </a:lnTo>
                  <a:lnTo>
                    <a:pt x="2551093" y="2464754"/>
                  </a:lnTo>
                  <a:lnTo>
                    <a:pt x="2551250" y="2464754"/>
                  </a:lnTo>
                  <a:lnTo>
                    <a:pt x="2551408" y="2464754"/>
                  </a:lnTo>
                  <a:lnTo>
                    <a:pt x="2551566" y="2464754"/>
                  </a:lnTo>
                  <a:lnTo>
                    <a:pt x="2551724" y="2464754"/>
                  </a:lnTo>
                  <a:lnTo>
                    <a:pt x="2551881" y="2464754"/>
                  </a:lnTo>
                  <a:lnTo>
                    <a:pt x="2552039" y="2464754"/>
                  </a:lnTo>
                  <a:lnTo>
                    <a:pt x="2552197" y="2464754"/>
                  </a:lnTo>
                  <a:lnTo>
                    <a:pt x="2552354" y="2464754"/>
                  </a:lnTo>
                  <a:lnTo>
                    <a:pt x="2552512" y="2464754"/>
                  </a:lnTo>
                  <a:lnTo>
                    <a:pt x="2552670" y="2464754"/>
                  </a:lnTo>
                  <a:lnTo>
                    <a:pt x="2552828" y="2464754"/>
                  </a:lnTo>
                  <a:lnTo>
                    <a:pt x="2552985" y="2464754"/>
                  </a:lnTo>
                  <a:lnTo>
                    <a:pt x="2552985" y="2464323"/>
                  </a:lnTo>
                  <a:lnTo>
                    <a:pt x="2553143" y="2464323"/>
                  </a:lnTo>
                  <a:lnTo>
                    <a:pt x="2553143" y="2463893"/>
                  </a:lnTo>
                  <a:lnTo>
                    <a:pt x="2553143" y="2463462"/>
                  </a:lnTo>
                  <a:lnTo>
                    <a:pt x="2553301" y="2463462"/>
                  </a:lnTo>
                  <a:lnTo>
                    <a:pt x="2553458" y="2463462"/>
                  </a:lnTo>
                  <a:lnTo>
                    <a:pt x="2553616" y="2463462"/>
                  </a:lnTo>
                  <a:lnTo>
                    <a:pt x="2553774" y="2463462"/>
                  </a:lnTo>
                  <a:lnTo>
                    <a:pt x="2553932" y="2463462"/>
                  </a:lnTo>
                  <a:lnTo>
                    <a:pt x="2554089" y="2463462"/>
                  </a:lnTo>
                  <a:lnTo>
                    <a:pt x="2554089" y="2463032"/>
                  </a:lnTo>
                  <a:lnTo>
                    <a:pt x="2554247" y="2463032"/>
                  </a:lnTo>
                  <a:lnTo>
                    <a:pt x="2554247" y="2462601"/>
                  </a:lnTo>
                  <a:lnTo>
                    <a:pt x="2554247" y="2462170"/>
                  </a:lnTo>
                  <a:lnTo>
                    <a:pt x="2554405" y="2462170"/>
                  </a:lnTo>
                  <a:lnTo>
                    <a:pt x="2554562" y="2462170"/>
                  </a:lnTo>
                  <a:lnTo>
                    <a:pt x="2554720" y="2462170"/>
                  </a:lnTo>
                  <a:lnTo>
                    <a:pt x="2554878" y="2462170"/>
                  </a:lnTo>
                  <a:lnTo>
                    <a:pt x="2555036" y="2462170"/>
                  </a:lnTo>
                  <a:lnTo>
                    <a:pt x="2555036" y="2461740"/>
                  </a:lnTo>
                  <a:lnTo>
                    <a:pt x="2555193" y="2461740"/>
                  </a:lnTo>
                  <a:lnTo>
                    <a:pt x="2555351" y="2461740"/>
                  </a:lnTo>
                  <a:lnTo>
                    <a:pt x="2555509" y="2461740"/>
                  </a:lnTo>
                  <a:lnTo>
                    <a:pt x="2555666" y="2461740"/>
                  </a:lnTo>
                  <a:lnTo>
                    <a:pt x="2555824" y="2461740"/>
                  </a:lnTo>
                  <a:lnTo>
                    <a:pt x="2555982" y="2461740"/>
                  </a:lnTo>
                  <a:lnTo>
                    <a:pt x="2555982" y="2461309"/>
                  </a:lnTo>
                  <a:lnTo>
                    <a:pt x="2556140" y="2461309"/>
                  </a:lnTo>
                  <a:lnTo>
                    <a:pt x="2556297" y="2461309"/>
                  </a:lnTo>
                  <a:lnTo>
                    <a:pt x="2556455" y="2461309"/>
                  </a:lnTo>
                  <a:lnTo>
                    <a:pt x="2556613" y="2461309"/>
                  </a:lnTo>
                  <a:lnTo>
                    <a:pt x="2556771" y="2461309"/>
                  </a:lnTo>
                  <a:lnTo>
                    <a:pt x="2556771" y="2460879"/>
                  </a:lnTo>
                  <a:lnTo>
                    <a:pt x="2556928" y="2460879"/>
                  </a:lnTo>
                  <a:lnTo>
                    <a:pt x="2557086" y="2460879"/>
                  </a:lnTo>
                  <a:lnTo>
                    <a:pt x="2557244" y="2460879"/>
                  </a:lnTo>
                  <a:lnTo>
                    <a:pt x="2557401" y="2460879"/>
                  </a:lnTo>
                  <a:lnTo>
                    <a:pt x="2557401" y="2460448"/>
                  </a:lnTo>
                  <a:lnTo>
                    <a:pt x="2557559" y="2460448"/>
                  </a:lnTo>
                  <a:lnTo>
                    <a:pt x="2557717" y="2460448"/>
                  </a:lnTo>
                  <a:lnTo>
                    <a:pt x="2557875" y="2460448"/>
                  </a:lnTo>
                  <a:lnTo>
                    <a:pt x="2558032" y="2460448"/>
                  </a:lnTo>
                  <a:lnTo>
                    <a:pt x="2558032" y="2460017"/>
                  </a:lnTo>
                  <a:lnTo>
                    <a:pt x="2558190" y="2460017"/>
                  </a:lnTo>
                  <a:lnTo>
                    <a:pt x="2558348" y="2460017"/>
                  </a:lnTo>
                  <a:lnTo>
                    <a:pt x="2558505" y="2460017"/>
                  </a:lnTo>
                  <a:lnTo>
                    <a:pt x="2558505" y="2459587"/>
                  </a:lnTo>
                  <a:lnTo>
                    <a:pt x="2558505" y="2459156"/>
                  </a:lnTo>
                  <a:lnTo>
                    <a:pt x="2558663" y="2459156"/>
                  </a:lnTo>
                  <a:lnTo>
                    <a:pt x="2558663" y="2458726"/>
                  </a:lnTo>
                  <a:lnTo>
                    <a:pt x="2558821" y="2458726"/>
                  </a:lnTo>
                  <a:lnTo>
                    <a:pt x="2558979" y="2458726"/>
                  </a:lnTo>
                  <a:lnTo>
                    <a:pt x="2558979" y="2458295"/>
                  </a:lnTo>
                  <a:lnTo>
                    <a:pt x="2558979" y="2457864"/>
                  </a:lnTo>
                  <a:lnTo>
                    <a:pt x="2558979" y="2457434"/>
                  </a:lnTo>
                  <a:lnTo>
                    <a:pt x="2559136" y="2457434"/>
                  </a:lnTo>
                  <a:lnTo>
                    <a:pt x="2559294" y="2457434"/>
                  </a:lnTo>
                  <a:lnTo>
                    <a:pt x="2559452" y="2457434"/>
                  </a:lnTo>
                  <a:lnTo>
                    <a:pt x="2559609" y="2457434"/>
                  </a:lnTo>
                  <a:lnTo>
                    <a:pt x="2559609" y="2457003"/>
                  </a:lnTo>
                  <a:lnTo>
                    <a:pt x="2559767" y="2457003"/>
                  </a:lnTo>
                  <a:lnTo>
                    <a:pt x="2559925" y="2457003"/>
                  </a:lnTo>
                  <a:lnTo>
                    <a:pt x="2560083" y="2457003"/>
                  </a:lnTo>
                  <a:lnTo>
                    <a:pt x="2560240" y="2457003"/>
                  </a:lnTo>
                  <a:lnTo>
                    <a:pt x="2560398" y="2457003"/>
                  </a:lnTo>
                  <a:lnTo>
                    <a:pt x="2560556" y="2457003"/>
                  </a:lnTo>
                  <a:lnTo>
                    <a:pt x="2560556" y="2456573"/>
                  </a:lnTo>
                  <a:lnTo>
                    <a:pt x="2560713" y="2456573"/>
                  </a:lnTo>
                  <a:lnTo>
                    <a:pt x="2560871" y="2456573"/>
                  </a:lnTo>
                  <a:lnTo>
                    <a:pt x="2561029" y="2456573"/>
                  </a:lnTo>
                  <a:lnTo>
                    <a:pt x="2561029" y="2456142"/>
                  </a:lnTo>
                  <a:lnTo>
                    <a:pt x="2561029" y="2455711"/>
                  </a:lnTo>
                  <a:lnTo>
                    <a:pt x="2561029" y="2455281"/>
                  </a:lnTo>
                  <a:lnTo>
                    <a:pt x="2561187" y="2455281"/>
                  </a:lnTo>
                  <a:lnTo>
                    <a:pt x="2561344" y="2455281"/>
                  </a:lnTo>
                  <a:lnTo>
                    <a:pt x="2561502" y="2455281"/>
                  </a:lnTo>
                  <a:lnTo>
                    <a:pt x="2561660" y="2455281"/>
                  </a:lnTo>
                  <a:lnTo>
                    <a:pt x="2561817" y="2455281"/>
                  </a:lnTo>
                  <a:lnTo>
                    <a:pt x="2561975" y="2455281"/>
                  </a:lnTo>
                  <a:lnTo>
                    <a:pt x="2562133" y="2455281"/>
                  </a:lnTo>
                  <a:lnTo>
                    <a:pt x="2562291" y="2455281"/>
                  </a:lnTo>
                  <a:lnTo>
                    <a:pt x="2562448" y="2455281"/>
                  </a:lnTo>
                  <a:lnTo>
                    <a:pt x="2562606" y="2455281"/>
                  </a:lnTo>
                  <a:lnTo>
                    <a:pt x="2562764" y="2455281"/>
                  </a:lnTo>
                  <a:lnTo>
                    <a:pt x="2562922" y="2455281"/>
                  </a:lnTo>
                  <a:lnTo>
                    <a:pt x="2563079" y="2455281"/>
                  </a:lnTo>
                  <a:lnTo>
                    <a:pt x="2563237" y="2455281"/>
                  </a:lnTo>
                  <a:lnTo>
                    <a:pt x="2563237" y="2454850"/>
                  </a:lnTo>
                  <a:lnTo>
                    <a:pt x="2563395" y="2454850"/>
                  </a:lnTo>
                  <a:lnTo>
                    <a:pt x="2563552" y="2454850"/>
                  </a:lnTo>
                  <a:lnTo>
                    <a:pt x="2563552" y="2454420"/>
                  </a:lnTo>
                  <a:lnTo>
                    <a:pt x="2563710" y="2454420"/>
                  </a:lnTo>
                  <a:lnTo>
                    <a:pt x="2563868" y="2454420"/>
                  </a:lnTo>
                  <a:lnTo>
                    <a:pt x="2564026" y="2454420"/>
                  </a:lnTo>
                  <a:lnTo>
                    <a:pt x="2564183" y="2454420"/>
                  </a:lnTo>
                  <a:lnTo>
                    <a:pt x="2564183" y="2453989"/>
                  </a:lnTo>
                  <a:lnTo>
                    <a:pt x="2564341" y="2453989"/>
                  </a:lnTo>
                  <a:lnTo>
                    <a:pt x="2564341" y="2453558"/>
                  </a:lnTo>
                  <a:lnTo>
                    <a:pt x="2564499" y="2453558"/>
                  </a:lnTo>
                  <a:lnTo>
                    <a:pt x="2564656" y="2453558"/>
                  </a:lnTo>
                  <a:lnTo>
                    <a:pt x="2564814" y="2453558"/>
                  </a:lnTo>
                  <a:lnTo>
                    <a:pt x="2564972" y="2453558"/>
                  </a:lnTo>
                  <a:lnTo>
                    <a:pt x="2565130" y="2453558"/>
                  </a:lnTo>
                  <a:lnTo>
                    <a:pt x="2565287" y="2453558"/>
                  </a:lnTo>
                  <a:lnTo>
                    <a:pt x="2565445" y="2453558"/>
                  </a:lnTo>
                  <a:lnTo>
                    <a:pt x="2565603" y="2453558"/>
                  </a:lnTo>
                  <a:lnTo>
                    <a:pt x="2565603" y="2453128"/>
                  </a:lnTo>
                  <a:lnTo>
                    <a:pt x="2565603" y="2452697"/>
                  </a:lnTo>
                  <a:lnTo>
                    <a:pt x="2565760" y="2452697"/>
                  </a:lnTo>
                  <a:lnTo>
                    <a:pt x="2565918" y="2452697"/>
                  </a:lnTo>
                  <a:lnTo>
                    <a:pt x="2565918" y="2452267"/>
                  </a:lnTo>
                  <a:lnTo>
                    <a:pt x="2566076" y="2452267"/>
                  </a:lnTo>
                  <a:lnTo>
                    <a:pt x="2566234" y="2452267"/>
                  </a:lnTo>
                  <a:lnTo>
                    <a:pt x="2566391" y="2452267"/>
                  </a:lnTo>
                  <a:lnTo>
                    <a:pt x="2566549" y="2452267"/>
                  </a:lnTo>
                  <a:lnTo>
                    <a:pt x="2566707" y="2452267"/>
                  </a:lnTo>
                  <a:lnTo>
                    <a:pt x="2566707" y="2451836"/>
                  </a:lnTo>
                  <a:lnTo>
                    <a:pt x="2566864" y="2451836"/>
                  </a:lnTo>
                  <a:lnTo>
                    <a:pt x="2567022" y="2451836"/>
                  </a:lnTo>
                  <a:lnTo>
                    <a:pt x="2567022" y="2451405"/>
                  </a:lnTo>
                  <a:lnTo>
                    <a:pt x="2567180" y="2451405"/>
                  </a:lnTo>
                  <a:lnTo>
                    <a:pt x="2567338" y="2451405"/>
                  </a:lnTo>
                  <a:lnTo>
                    <a:pt x="2567495" y="2451405"/>
                  </a:lnTo>
                  <a:lnTo>
                    <a:pt x="2567653" y="2451405"/>
                  </a:lnTo>
                  <a:lnTo>
                    <a:pt x="2567653" y="2450975"/>
                  </a:lnTo>
                  <a:lnTo>
                    <a:pt x="2567811" y="2450975"/>
                  </a:lnTo>
                  <a:lnTo>
                    <a:pt x="2567969" y="2450975"/>
                  </a:lnTo>
                  <a:lnTo>
                    <a:pt x="2568126" y="2450975"/>
                  </a:lnTo>
                  <a:lnTo>
                    <a:pt x="2568126" y="2450544"/>
                  </a:lnTo>
                  <a:lnTo>
                    <a:pt x="2568284" y="2450544"/>
                  </a:lnTo>
                  <a:lnTo>
                    <a:pt x="2568284" y="2450114"/>
                  </a:lnTo>
                  <a:lnTo>
                    <a:pt x="2568284" y="2449683"/>
                  </a:lnTo>
                  <a:lnTo>
                    <a:pt x="2568442" y="2449683"/>
                  </a:lnTo>
                  <a:lnTo>
                    <a:pt x="2568599" y="2449683"/>
                  </a:lnTo>
                  <a:lnTo>
                    <a:pt x="2568599" y="2449252"/>
                  </a:lnTo>
                  <a:lnTo>
                    <a:pt x="2568757" y="2449252"/>
                  </a:lnTo>
                  <a:lnTo>
                    <a:pt x="2568757" y="2448822"/>
                  </a:lnTo>
                  <a:lnTo>
                    <a:pt x="2568757" y="2448391"/>
                  </a:lnTo>
                  <a:lnTo>
                    <a:pt x="2568915" y="2448391"/>
                  </a:lnTo>
                  <a:lnTo>
                    <a:pt x="2569073" y="2448391"/>
                  </a:lnTo>
                  <a:lnTo>
                    <a:pt x="2569230" y="2448391"/>
                  </a:lnTo>
                  <a:lnTo>
                    <a:pt x="2569388" y="2448391"/>
                  </a:lnTo>
                  <a:lnTo>
                    <a:pt x="2569388" y="2447961"/>
                  </a:lnTo>
                  <a:lnTo>
                    <a:pt x="2569546" y="2447961"/>
                  </a:lnTo>
                  <a:lnTo>
                    <a:pt x="2569546" y="2447530"/>
                  </a:lnTo>
                  <a:lnTo>
                    <a:pt x="2569703" y="2447530"/>
                  </a:lnTo>
                  <a:lnTo>
                    <a:pt x="2569861" y="2447530"/>
                  </a:lnTo>
                  <a:lnTo>
                    <a:pt x="2570019" y="2447530"/>
                  </a:lnTo>
                  <a:lnTo>
                    <a:pt x="2570177" y="2447530"/>
                  </a:lnTo>
                  <a:lnTo>
                    <a:pt x="2570334" y="2447530"/>
                  </a:lnTo>
                  <a:lnTo>
                    <a:pt x="2570492" y="2447530"/>
                  </a:lnTo>
                  <a:lnTo>
                    <a:pt x="2570650" y="2447530"/>
                  </a:lnTo>
                  <a:lnTo>
                    <a:pt x="2570807" y="2447530"/>
                  </a:lnTo>
                  <a:lnTo>
                    <a:pt x="2570807" y="2447099"/>
                  </a:lnTo>
                  <a:lnTo>
                    <a:pt x="2570965" y="2447099"/>
                  </a:lnTo>
                  <a:lnTo>
                    <a:pt x="2571123" y="2447099"/>
                  </a:lnTo>
                  <a:lnTo>
                    <a:pt x="2571281" y="2447099"/>
                  </a:lnTo>
                  <a:lnTo>
                    <a:pt x="2571438" y="2447099"/>
                  </a:lnTo>
                  <a:lnTo>
                    <a:pt x="2571596" y="2447099"/>
                  </a:lnTo>
                  <a:lnTo>
                    <a:pt x="2571754" y="2447099"/>
                  </a:lnTo>
                  <a:lnTo>
                    <a:pt x="2571911" y="2447099"/>
                  </a:lnTo>
                  <a:lnTo>
                    <a:pt x="2572069" y="2447099"/>
                  </a:lnTo>
                  <a:lnTo>
                    <a:pt x="2572227" y="2447099"/>
                  </a:lnTo>
                  <a:lnTo>
                    <a:pt x="2572385" y="2447099"/>
                  </a:lnTo>
                  <a:lnTo>
                    <a:pt x="2572542" y="2447099"/>
                  </a:lnTo>
                  <a:lnTo>
                    <a:pt x="2572700" y="2447099"/>
                  </a:lnTo>
                  <a:lnTo>
                    <a:pt x="2572858" y="2447099"/>
                  </a:lnTo>
                  <a:lnTo>
                    <a:pt x="2573015" y="2447099"/>
                  </a:lnTo>
                  <a:lnTo>
                    <a:pt x="2573173" y="2447099"/>
                  </a:lnTo>
                  <a:lnTo>
                    <a:pt x="2573331" y="2447099"/>
                  </a:lnTo>
                  <a:lnTo>
                    <a:pt x="2573489" y="2447099"/>
                  </a:lnTo>
                  <a:lnTo>
                    <a:pt x="2573646" y="2447099"/>
                  </a:lnTo>
                  <a:lnTo>
                    <a:pt x="2573804" y="2447099"/>
                  </a:lnTo>
                  <a:lnTo>
                    <a:pt x="2573962" y="2447099"/>
                  </a:lnTo>
                  <a:lnTo>
                    <a:pt x="2574120" y="2447099"/>
                  </a:lnTo>
                  <a:lnTo>
                    <a:pt x="2574277" y="2447099"/>
                  </a:lnTo>
                  <a:lnTo>
                    <a:pt x="2574435" y="2447099"/>
                  </a:lnTo>
                  <a:lnTo>
                    <a:pt x="2574593" y="2447099"/>
                  </a:lnTo>
                  <a:lnTo>
                    <a:pt x="2574750" y="2447099"/>
                  </a:lnTo>
                  <a:lnTo>
                    <a:pt x="2574908" y="2447099"/>
                  </a:lnTo>
                  <a:lnTo>
                    <a:pt x="2575066" y="2447099"/>
                  </a:lnTo>
                  <a:lnTo>
                    <a:pt x="2575224" y="2447099"/>
                  </a:lnTo>
                  <a:lnTo>
                    <a:pt x="2575224" y="2446669"/>
                  </a:lnTo>
                  <a:lnTo>
                    <a:pt x="2575381" y="2446669"/>
                  </a:lnTo>
                  <a:lnTo>
                    <a:pt x="2575381" y="2446238"/>
                  </a:lnTo>
                  <a:lnTo>
                    <a:pt x="2575381" y="2445808"/>
                  </a:lnTo>
                  <a:lnTo>
                    <a:pt x="2575539" y="2445808"/>
                  </a:lnTo>
                  <a:lnTo>
                    <a:pt x="2575539" y="2445377"/>
                  </a:lnTo>
                  <a:lnTo>
                    <a:pt x="2575539" y="2444946"/>
                  </a:lnTo>
                  <a:lnTo>
                    <a:pt x="2575697" y="2444946"/>
                  </a:lnTo>
                  <a:lnTo>
                    <a:pt x="2575854" y="2444946"/>
                  </a:lnTo>
                  <a:lnTo>
                    <a:pt x="2576012" y="2444946"/>
                  </a:lnTo>
                  <a:lnTo>
                    <a:pt x="2576170" y="2444946"/>
                  </a:lnTo>
                  <a:lnTo>
                    <a:pt x="2576328" y="2444946"/>
                  </a:lnTo>
                  <a:lnTo>
                    <a:pt x="2576485" y="2444946"/>
                  </a:lnTo>
                  <a:lnTo>
                    <a:pt x="2576485" y="2444516"/>
                  </a:lnTo>
                  <a:lnTo>
                    <a:pt x="2576485" y="2444085"/>
                  </a:lnTo>
                  <a:lnTo>
                    <a:pt x="2576643" y="2444085"/>
                  </a:lnTo>
                  <a:lnTo>
                    <a:pt x="2576801" y="2444085"/>
                  </a:lnTo>
                  <a:lnTo>
                    <a:pt x="2576958" y="2444085"/>
                  </a:lnTo>
                  <a:lnTo>
                    <a:pt x="2577116" y="2444085"/>
                  </a:lnTo>
                  <a:lnTo>
                    <a:pt x="2577116" y="2443655"/>
                  </a:lnTo>
                  <a:lnTo>
                    <a:pt x="2577274" y="2443655"/>
                  </a:lnTo>
                  <a:lnTo>
                    <a:pt x="2577432" y="2443655"/>
                  </a:lnTo>
                  <a:lnTo>
                    <a:pt x="2577589" y="2443655"/>
                  </a:lnTo>
                  <a:lnTo>
                    <a:pt x="2577589" y="2443224"/>
                  </a:lnTo>
                  <a:lnTo>
                    <a:pt x="2577747" y="2443224"/>
                  </a:lnTo>
                  <a:lnTo>
                    <a:pt x="2577747" y="2442793"/>
                  </a:lnTo>
                  <a:lnTo>
                    <a:pt x="2577905" y="2442793"/>
                  </a:lnTo>
                  <a:lnTo>
                    <a:pt x="2578062" y="2442793"/>
                  </a:lnTo>
                  <a:lnTo>
                    <a:pt x="2578220" y="2442793"/>
                  </a:lnTo>
                  <a:lnTo>
                    <a:pt x="2578378" y="2442793"/>
                  </a:lnTo>
                  <a:lnTo>
                    <a:pt x="2578378" y="2442363"/>
                  </a:lnTo>
                  <a:lnTo>
                    <a:pt x="2578378" y="2441932"/>
                  </a:lnTo>
                  <a:lnTo>
                    <a:pt x="2578378" y="2441502"/>
                  </a:lnTo>
                  <a:lnTo>
                    <a:pt x="2578536" y="2441502"/>
                  </a:lnTo>
                  <a:lnTo>
                    <a:pt x="2578536" y="2441071"/>
                  </a:lnTo>
                  <a:lnTo>
                    <a:pt x="2578536" y="2440640"/>
                  </a:lnTo>
                  <a:lnTo>
                    <a:pt x="2578693" y="2440640"/>
                  </a:lnTo>
                  <a:lnTo>
                    <a:pt x="2578851" y="2440640"/>
                  </a:lnTo>
                  <a:lnTo>
                    <a:pt x="2578851" y="2440210"/>
                  </a:lnTo>
                  <a:lnTo>
                    <a:pt x="2579009" y="2440210"/>
                  </a:lnTo>
                  <a:lnTo>
                    <a:pt x="2579167" y="2440210"/>
                  </a:lnTo>
                  <a:lnTo>
                    <a:pt x="2579167" y="2439779"/>
                  </a:lnTo>
                  <a:lnTo>
                    <a:pt x="2579167" y="2439349"/>
                  </a:lnTo>
                  <a:lnTo>
                    <a:pt x="2579324" y="2439349"/>
                  </a:lnTo>
                  <a:lnTo>
                    <a:pt x="2579482" y="2439349"/>
                  </a:lnTo>
                  <a:lnTo>
                    <a:pt x="2579640" y="2439349"/>
                  </a:lnTo>
                  <a:lnTo>
                    <a:pt x="2579797" y="2439349"/>
                  </a:lnTo>
                  <a:lnTo>
                    <a:pt x="2579955" y="2439349"/>
                  </a:lnTo>
                  <a:lnTo>
                    <a:pt x="2580113" y="2439349"/>
                  </a:lnTo>
                  <a:lnTo>
                    <a:pt x="2580113" y="2438918"/>
                  </a:lnTo>
                  <a:lnTo>
                    <a:pt x="2580271" y="2438918"/>
                  </a:lnTo>
                  <a:lnTo>
                    <a:pt x="2580428" y="2438918"/>
                  </a:lnTo>
                  <a:lnTo>
                    <a:pt x="2580586" y="2438918"/>
                  </a:lnTo>
                  <a:lnTo>
                    <a:pt x="2580586" y="2438487"/>
                  </a:lnTo>
                  <a:lnTo>
                    <a:pt x="2580586" y="2438057"/>
                  </a:lnTo>
                  <a:lnTo>
                    <a:pt x="2580744" y="2438057"/>
                  </a:lnTo>
                  <a:lnTo>
                    <a:pt x="2580901" y="2438057"/>
                  </a:lnTo>
                  <a:lnTo>
                    <a:pt x="2581059" y="2438057"/>
                  </a:lnTo>
                  <a:lnTo>
                    <a:pt x="2581059" y="2437626"/>
                  </a:lnTo>
                  <a:lnTo>
                    <a:pt x="2581217" y="2437626"/>
                  </a:lnTo>
                  <a:lnTo>
                    <a:pt x="2581375" y="2437626"/>
                  </a:lnTo>
                  <a:lnTo>
                    <a:pt x="2581375" y="2437196"/>
                  </a:lnTo>
                  <a:lnTo>
                    <a:pt x="2581532" y="2437196"/>
                  </a:lnTo>
                  <a:lnTo>
                    <a:pt x="2581690" y="2437196"/>
                  </a:lnTo>
                  <a:lnTo>
                    <a:pt x="2581848" y="2437196"/>
                  </a:lnTo>
                  <a:lnTo>
                    <a:pt x="2582005" y="2437196"/>
                  </a:lnTo>
                  <a:lnTo>
                    <a:pt x="2582005" y="2436765"/>
                  </a:lnTo>
                  <a:lnTo>
                    <a:pt x="2582163" y="2436765"/>
                  </a:lnTo>
                  <a:lnTo>
                    <a:pt x="2582321" y="2436765"/>
                  </a:lnTo>
                  <a:lnTo>
                    <a:pt x="2582479" y="2436765"/>
                  </a:lnTo>
                  <a:lnTo>
                    <a:pt x="2582636" y="2436765"/>
                  </a:lnTo>
                  <a:lnTo>
                    <a:pt x="2582794" y="2436765"/>
                  </a:lnTo>
                  <a:lnTo>
                    <a:pt x="2582952" y="2436765"/>
                  </a:lnTo>
                  <a:lnTo>
                    <a:pt x="2583109" y="2436765"/>
                  </a:lnTo>
                  <a:lnTo>
                    <a:pt x="2583109" y="2436334"/>
                  </a:lnTo>
                  <a:lnTo>
                    <a:pt x="2583267" y="2436334"/>
                  </a:lnTo>
                  <a:lnTo>
                    <a:pt x="2583425" y="2436334"/>
                  </a:lnTo>
                  <a:lnTo>
                    <a:pt x="2583583" y="2436334"/>
                  </a:lnTo>
                  <a:lnTo>
                    <a:pt x="2583740" y="2436334"/>
                  </a:lnTo>
                  <a:lnTo>
                    <a:pt x="2583898" y="2436334"/>
                  </a:lnTo>
                  <a:lnTo>
                    <a:pt x="2584056" y="2436334"/>
                  </a:lnTo>
                  <a:lnTo>
                    <a:pt x="2584213" y="2436334"/>
                  </a:lnTo>
                  <a:lnTo>
                    <a:pt x="2584213" y="2435904"/>
                  </a:lnTo>
                  <a:lnTo>
                    <a:pt x="2584371" y="2435904"/>
                  </a:lnTo>
                  <a:lnTo>
                    <a:pt x="2584529" y="2435904"/>
                  </a:lnTo>
                  <a:lnTo>
                    <a:pt x="2584687" y="2435904"/>
                  </a:lnTo>
                  <a:lnTo>
                    <a:pt x="2584687" y="2435473"/>
                  </a:lnTo>
                  <a:lnTo>
                    <a:pt x="2584844" y="2435473"/>
                  </a:lnTo>
                  <a:lnTo>
                    <a:pt x="2584844" y="2435043"/>
                  </a:lnTo>
                  <a:lnTo>
                    <a:pt x="2584844" y="2434612"/>
                  </a:lnTo>
                  <a:lnTo>
                    <a:pt x="2584844" y="2434181"/>
                  </a:lnTo>
                  <a:lnTo>
                    <a:pt x="2584844" y="2433751"/>
                  </a:lnTo>
                  <a:lnTo>
                    <a:pt x="2585002" y="2433751"/>
                  </a:lnTo>
                  <a:lnTo>
                    <a:pt x="2585160" y="2433751"/>
                  </a:lnTo>
                  <a:lnTo>
                    <a:pt x="2585318" y="2433751"/>
                  </a:lnTo>
                  <a:lnTo>
                    <a:pt x="2585318" y="2433320"/>
                  </a:lnTo>
                  <a:lnTo>
                    <a:pt x="2585475" y="2433320"/>
                  </a:lnTo>
                  <a:lnTo>
                    <a:pt x="2585633" y="2433320"/>
                  </a:lnTo>
                  <a:lnTo>
                    <a:pt x="2585791" y="2433320"/>
                  </a:lnTo>
                  <a:lnTo>
                    <a:pt x="2585948" y="2433320"/>
                  </a:lnTo>
                  <a:lnTo>
                    <a:pt x="2586106" y="2433320"/>
                  </a:lnTo>
                  <a:lnTo>
                    <a:pt x="2586264" y="2433320"/>
                  </a:lnTo>
                  <a:lnTo>
                    <a:pt x="2586422" y="2433320"/>
                  </a:lnTo>
                  <a:lnTo>
                    <a:pt x="2586579" y="2433320"/>
                  </a:lnTo>
                  <a:lnTo>
                    <a:pt x="2586579" y="2432890"/>
                  </a:lnTo>
                  <a:lnTo>
                    <a:pt x="2586579" y="2432459"/>
                  </a:lnTo>
                  <a:lnTo>
                    <a:pt x="2586737" y="2432459"/>
                  </a:lnTo>
                  <a:lnTo>
                    <a:pt x="2586737" y="2432028"/>
                  </a:lnTo>
                  <a:lnTo>
                    <a:pt x="2586895" y="2432028"/>
                  </a:lnTo>
                  <a:lnTo>
                    <a:pt x="2587052" y="2432028"/>
                  </a:lnTo>
                  <a:lnTo>
                    <a:pt x="2587210" y="2432028"/>
                  </a:lnTo>
                  <a:lnTo>
                    <a:pt x="2587210" y="2431598"/>
                  </a:lnTo>
                  <a:lnTo>
                    <a:pt x="2587368" y="2431598"/>
                  </a:lnTo>
                  <a:lnTo>
                    <a:pt x="2587368" y="2431167"/>
                  </a:lnTo>
                  <a:lnTo>
                    <a:pt x="2587368" y="2430737"/>
                  </a:lnTo>
                  <a:lnTo>
                    <a:pt x="2587526" y="2430737"/>
                  </a:lnTo>
                  <a:lnTo>
                    <a:pt x="2587683" y="2430737"/>
                  </a:lnTo>
                  <a:lnTo>
                    <a:pt x="2587683" y="2430306"/>
                  </a:lnTo>
                  <a:lnTo>
                    <a:pt x="2587841" y="2430306"/>
                  </a:lnTo>
                  <a:lnTo>
                    <a:pt x="2587999" y="2430306"/>
                  </a:lnTo>
                  <a:lnTo>
                    <a:pt x="2588156" y="2430306"/>
                  </a:lnTo>
                  <a:lnTo>
                    <a:pt x="2588314" y="2430306"/>
                  </a:lnTo>
                  <a:lnTo>
                    <a:pt x="2588472" y="2430306"/>
                  </a:lnTo>
                  <a:lnTo>
                    <a:pt x="2588472" y="2429875"/>
                  </a:lnTo>
                  <a:lnTo>
                    <a:pt x="2588472" y="2429445"/>
                  </a:lnTo>
                  <a:lnTo>
                    <a:pt x="2588630" y="2429445"/>
                  </a:lnTo>
                  <a:lnTo>
                    <a:pt x="2588787" y="2429445"/>
                  </a:lnTo>
                  <a:lnTo>
                    <a:pt x="2588945" y="2429445"/>
                  </a:lnTo>
                  <a:lnTo>
                    <a:pt x="2589103" y="2429445"/>
                  </a:lnTo>
                  <a:lnTo>
                    <a:pt x="2589103" y="2429014"/>
                  </a:lnTo>
                  <a:lnTo>
                    <a:pt x="2589260" y="2429014"/>
                  </a:lnTo>
                  <a:lnTo>
                    <a:pt x="2589418" y="2429014"/>
                  </a:lnTo>
                  <a:lnTo>
                    <a:pt x="2589418" y="2428584"/>
                  </a:lnTo>
                  <a:lnTo>
                    <a:pt x="2589576" y="2428584"/>
                  </a:lnTo>
                  <a:lnTo>
                    <a:pt x="2589576" y="2428153"/>
                  </a:lnTo>
                  <a:lnTo>
                    <a:pt x="2589576" y="2427722"/>
                  </a:lnTo>
                  <a:lnTo>
                    <a:pt x="2589734" y="2427722"/>
                  </a:lnTo>
                  <a:lnTo>
                    <a:pt x="2589891" y="2427722"/>
                  </a:lnTo>
                  <a:lnTo>
                    <a:pt x="2590049" y="2427722"/>
                  </a:lnTo>
                  <a:lnTo>
                    <a:pt x="2590207" y="2427722"/>
                  </a:lnTo>
                  <a:lnTo>
                    <a:pt x="2590365" y="2427722"/>
                  </a:lnTo>
                  <a:lnTo>
                    <a:pt x="2590522" y="2427722"/>
                  </a:lnTo>
                  <a:lnTo>
                    <a:pt x="2590680" y="2427722"/>
                  </a:lnTo>
                  <a:lnTo>
                    <a:pt x="2590838" y="2427722"/>
                  </a:lnTo>
                  <a:lnTo>
                    <a:pt x="2590995" y="2427722"/>
                  </a:lnTo>
                  <a:lnTo>
                    <a:pt x="2590995" y="2427292"/>
                  </a:lnTo>
                  <a:lnTo>
                    <a:pt x="2591153" y="2427292"/>
                  </a:lnTo>
                  <a:lnTo>
                    <a:pt x="2591311" y="2427292"/>
                  </a:lnTo>
                  <a:lnTo>
                    <a:pt x="2591469" y="2427292"/>
                  </a:lnTo>
                  <a:lnTo>
                    <a:pt x="2591626" y="2427292"/>
                  </a:lnTo>
                  <a:lnTo>
                    <a:pt x="2591784" y="2427292"/>
                  </a:lnTo>
                  <a:lnTo>
                    <a:pt x="2591942" y="2427292"/>
                  </a:lnTo>
                  <a:lnTo>
                    <a:pt x="2592099" y="2427292"/>
                  </a:lnTo>
                  <a:lnTo>
                    <a:pt x="2592099" y="2426861"/>
                  </a:lnTo>
                  <a:lnTo>
                    <a:pt x="2592257" y="2426861"/>
                  </a:lnTo>
                  <a:lnTo>
                    <a:pt x="2592415" y="2426861"/>
                  </a:lnTo>
                  <a:lnTo>
                    <a:pt x="2592573" y="2426861"/>
                  </a:lnTo>
                  <a:lnTo>
                    <a:pt x="2592573" y="2426431"/>
                  </a:lnTo>
                  <a:lnTo>
                    <a:pt x="2592573" y="2426000"/>
                  </a:lnTo>
                  <a:lnTo>
                    <a:pt x="2592730" y="2426000"/>
                  </a:lnTo>
                  <a:lnTo>
                    <a:pt x="2592888" y="2426000"/>
                  </a:lnTo>
                  <a:lnTo>
                    <a:pt x="2592888" y="2425569"/>
                  </a:lnTo>
                  <a:lnTo>
                    <a:pt x="2592888" y="2425139"/>
                  </a:lnTo>
                  <a:lnTo>
                    <a:pt x="2593046" y="2425139"/>
                  </a:lnTo>
                  <a:lnTo>
                    <a:pt x="2593203" y="2425139"/>
                  </a:lnTo>
                  <a:lnTo>
                    <a:pt x="2593203" y="2424708"/>
                  </a:lnTo>
                  <a:lnTo>
                    <a:pt x="2593203" y="2424278"/>
                  </a:lnTo>
                  <a:lnTo>
                    <a:pt x="2593361" y="2424278"/>
                  </a:lnTo>
                  <a:lnTo>
                    <a:pt x="2593519" y="2424278"/>
                  </a:lnTo>
                  <a:lnTo>
                    <a:pt x="2593519" y="2423847"/>
                  </a:lnTo>
                  <a:lnTo>
                    <a:pt x="2593519" y="2423416"/>
                  </a:lnTo>
                  <a:lnTo>
                    <a:pt x="2593677" y="2423416"/>
                  </a:lnTo>
                  <a:lnTo>
                    <a:pt x="2593834" y="2423416"/>
                  </a:lnTo>
                  <a:lnTo>
                    <a:pt x="2593992" y="2423416"/>
                  </a:lnTo>
                  <a:lnTo>
                    <a:pt x="2593992" y="2422986"/>
                  </a:lnTo>
                  <a:lnTo>
                    <a:pt x="2594150" y="2422986"/>
                  </a:lnTo>
                  <a:lnTo>
                    <a:pt x="2594307" y="2422986"/>
                  </a:lnTo>
                  <a:lnTo>
                    <a:pt x="2594465" y="2422986"/>
                  </a:lnTo>
                  <a:lnTo>
                    <a:pt x="2594623" y="2422986"/>
                  </a:lnTo>
                  <a:lnTo>
                    <a:pt x="2594623" y="2422555"/>
                  </a:lnTo>
                  <a:lnTo>
                    <a:pt x="2594781" y="2422555"/>
                  </a:lnTo>
                  <a:lnTo>
                    <a:pt x="2594938" y="2422555"/>
                  </a:lnTo>
                  <a:lnTo>
                    <a:pt x="2595096" y="2422555"/>
                  </a:lnTo>
                  <a:lnTo>
                    <a:pt x="2595096" y="2422125"/>
                  </a:lnTo>
                  <a:lnTo>
                    <a:pt x="2595254" y="2422125"/>
                  </a:lnTo>
                  <a:lnTo>
                    <a:pt x="2595411" y="2422125"/>
                  </a:lnTo>
                  <a:lnTo>
                    <a:pt x="2595411" y="2421694"/>
                  </a:lnTo>
                  <a:lnTo>
                    <a:pt x="2595411" y="2421263"/>
                  </a:lnTo>
                  <a:lnTo>
                    <a:pt x="2595411" y="2420833"/>
                  </a:lnTo>
                  <a:lnTo>
                    <a:pt x="2595411" y="2420402"/>
                  </a:lnTo>
                  <a:lnTo>
                    <a:pt x="2595569" y="2420402"/>
                  </a:lnTo>
                  <a:lnTo>
                    <a:pt x="2595727" y="2420402"/>
                  </a:lnTo>
                  <a:lnTo>
                    <a:pt x="2595727" y="2419972"/>
                  </a:lnTo>
                  <a:lnTo>
                    <a:pt x="2595885" y="2419972"/>
                  </a:lnTo>
                  <a:lnTo>
                    <a:pt x="2595885" y="2419541"/>
                  </a:lnTo>
                  <a:lnTo>
                    <a:pt x="2595885" y="2419110"/>
                  </a:lnTo>
                  <a:lnTo>
                    <a:pt x="2596042" y="2419110"/>
                  </a:lnTo>
                  <a:lnTo>
                    <a:pt x="2596200" y="2419110"/>
                  </a:lnTo>
                  <a:lnTo>
                    <a:pt x="2596358" y="2419110"/>
                  </a:lnTo>
                  <a:lnTo>
                    <a:pt x="2596516" y="2419110"/>
                  </a:lnTo>
                  <a:lnTo>
                    <a:pt x="2596673" y="2419110"/>
                  </a:lnTo>
                  <a:lnTo>
                    <a:pt x="2596831" y="2419110"/>
                  </a:lnTo>
                  <a:lnTo>
                    <a:pt x="2596831" y="2418680"/>
                  </a:lnTo>
                  <a:lnTo>
                    <a:pt x="2596989" y="2418680"/>
                  </a:lnTo>
                  <a:lnTo>
                    <a:pt x="2597146" y="2418680"/>
                  </a:lnTo>
                  <a:lnTo>
                    <a:pt x="2597304" y="2418680"/>
                  </a:lnTo>
                  <a:lnTo>
                    <a:pt x="2597462" y="2418680"/>
                  </a:lnTo>
                  <a:lnTo>
                    <a:pt x="2597620" y="2418680"/>
                  </a:lnTo>
                  <a:lnTo>
                    <a:pt x="2597620" y="2418249"/>
                  </a:lnTo>
                  <a:lnTo>
                    <a:pt x="2597777" y="2418249"/>
                  </a:lnTo>
                  <a:lnTo>
                    <a:pt x="2597935" y="2418249"/>
                  </a:lnTo>
                  <a:lnTo>
                    <a:pt x="2597935" y="2417819"/>
                  </a:lnTo>
                  <a:lnTo>
                    <a:pt x="2597935" y="2417388"/>
                  </a:lnTo>
                  <a:lnTo>
                    <a:pt x="2598093" y="2417388"/>
                  </a:lnTo>
                  <a:lnTo>
                    <a:pt x="2598250" y="2417388"/>
                  </a:lnTo>
                  <a:lnTo>
                    <a:pt x="2598408" y="2417388"/>
                  </a:lnTo>
                  <a:lnTo>
                    <a:pt x="2598566" y="2417388"/>
                  </a:lnTo>
                  <a:lnTo>
                    <a:pt x="2598724" y="2417388"/>
                  </a:lnTo>
                  <a:lnTo>
                    <a:pt x="2598881" y="2417388"/>
                  </a:lnTo>
                  <a:lnTo>
                    <a:pt x="2599039" y="2417388"/>
                  </a:lnTo>
                  <a:lnTo>
                    <a:pt x="2599039" y="2416957"/>
                  </a:lnTo>
                  <a:lnTo>
                    <a:pt x="2599039" y="2416527"/>
                  </a:lnTo>
                  <a:lnTo>
                    <a:pt x="2599197" y="2416527"/>
                  </a:lnTo>
                  <a:lnTo>
                    <a:pt x="2599354" y="2416527"/>
                  </a:lnTo>
                  <a:lnTo>
                    <a:pt x="2599512" y="2416527"/>
                  </a:lnTo>
                  <a:lnTo>
                    <a:pt x="2599670" y="2416527"/>
                  </a:lnTo>
                  <a:lnTo>
                    <a:pt x="2599670" y="2416096"/>
                  </a:lnTo>
                  <a:lnTo>
                    <a:pt x="2599828" y="2416096"/>
                  </a:lnTo>
                  <a:lnTo>
                    <a:pt x="2599985" y="2416096"/>
                  </a:lnTo>
                  <a:lnTo>
                    <a:pt x="2599985" y="2415666"/>
                  </a:lnTo>
                  <a:lnTo>
                    <a:pt x="2599985" y="2415235"/>
                  </a:lnTo>
                  <a:lnTo>
                    <a:pt x="2600143" y="2415235"/>
                  </a:lnTo>
                  <a:lnTo>
                    <a:pt x="2600301" y="2415235"/>
                  </a:lnTo>
                  <a:lnTo>
                    <a:pt x="2600458" y="2415235"/>
                  </a:lnTo>
                  <a:lnTo>
                    <a:pt x="2600458" y="2414804"/>
                  </a:lnTo>
                  <a:lnTo>
                    <a:pt x="2600616" y="2414804"/>
                  </a:lnTo>
                  <a:lnTo>
                    <a:pt x="2600774" y="2414804"/>
                  </a:lnTo>
                  <a:lnTo>
                    <a:pt x="2600932" y="2414804"/>
                  </a:lnTo>
                  <a:lnTo>
                    <a:pt x="2601089" y="2414804"/>
                  </a:lnTo>
                  <a:lnTo>
                    <a:pt x="2601089" y="2414374"/>
                  </a:lnTo>
                  <a:lnTo>
                    <a:pt x="2601089" y="2413943"/>
                  </a:lnTo>
                  <a:lnTo>
                    <a:pt x="2601089" y="2413513"/>
                  </a:lnTo>
                  <a:lnTo>
                    <a:pt x="2601247" y="2413513"/>
                  </a:lnTo>
                  <a:lnTo>
                    <a:pt x="2601405" y="2413513"/>
                  </a:lnTo>
                  <a:lnTo>
                    <a:pt x="2601562" y="2413513"/>
                  </a:lnTo>
                  <a:lnTo>
                    <a:pt x="2601562" y="2413082"/>
                  </a:lnTo>
                  <a:lnTo>
                    <a:pt x="2601562" y="2412651"/>
                  </a:lnTo>
                  <a:lnTo>
                    <a:pt x="2601720" y="2412651"/>
                  </a:lnTo>
                  <a:lnTo>
                    <a:pt x="2601878" y="2412651"/>
                  </a:lnTo>
                  <a:lnTo>
                    <a:pt x="2601878" y="2412221"/>
                  </a:lnTo>
                  <a:lnTo>
                    <a:pt x="2601878" y="2411790"/>
                  </a:lnTo>
                  <a:lnTo>
                    <a:pt x="2602036" y="2411790"/>
                  </a:lnTo>
                  <a:lnTo>
                    <a:pt x="2602036" y="2411360"/>
                  </a:lnTo>
                  <a:lnTo>
                    <a:pt x="2602193" y="2411360"/>
                  </a:lnTo>
                  <a:lnTo>
                    <a:pt x="2602351" y="2411360"/>
                  </a:lnTo>
                  <a:lnTo>
                    <a:pt x="2602509" y="2411360"/>
                  </a:lnTo>
                  <a:lnTo>
                    <a:pt x="2602667" y="2411360"/>
                  </a:lnTo>
                  <a:lnTo>
                    <a:pt x="2602824" y="2411360"/>
                  </a:lnTo>
                  <a:lnTo>
                    <a:pt x="2602982" y="2411360"/>
                  </a:lnTo>
                  <a:lnTo>
                    <a:pt x="2602982" y="2410929"/>
                  </a:lnTo>
                  <a:lnTo>
                    <a:pt x="2603140" y="2410929"/>
                  </a:lnTo>
                  <a:lnTo>
                    <a:pt x="2603297" y="2410929"/>
                  </a:lnTo>
                  <a:lnTo>
                    <a:pt x="2603297" y="2410498"/>
                  </a:lnTo>
                  <a:lnTo>
                    <a:pt x="2603455" y="2410498"/>
                  </a:lnTo>
                  <a:lnTo>
                    <a:pt x="2603455" y="2410068"/>
                  </a:lnTo>
                  <a:lnTo>
                    <a:pt x="2603613" y="2410068"/>
                  </a:lnTo>
                  <a:lnTo>
                    <a:pt x="2603771" y="2410068"/>
                  </a:lnTo>
                  <a:lnTo>
                    <a:pt x="2603771" y="2409637"/>
                  </a:lnTo>
                  <a:lnTo>
                    <a:pt x="2603771" y="2409207"/>
                  </a:lnTo>
                  <a:lnTo>
                    <a:pt x="2603928" y="2409207"/>
                  </a:lnTo>
                  <a:lnTo>
                    <a:pt x="2604086" y="2409207"/>
                  </a:lnTo>
                  <a:lnTo>
                    <a:pt x="2604086" y="2408776"/>
                  </a:lnTo>
                  <a:lnTo>
                    <a:pt x="2604244" y="2408776"/>
                  </a:lnTo>
                  <a:lnTo>
                    <a:pt x="2604244" y="2408345"/>
                  </a:lnTo>
                  <a:lnTo>
                    <a:pt x="2604401" y="2408345"/>
                  </a:lnTo>
                  <a:lnTo>
                    <a:pt x="2604559" y="2408345"/>
                  </a:lnTo>
                  <a:lnTo>
                    <a:pt x="2604717" y="2408345"/>
                  </a:lnTo>
                  <a:lnTo>
                    <a:pt x="2604875" y="2408345"/>
                  </a:lnTo>
                  <a:lnTo>
                    <a:pt x="2605032" y="2408345"/>
                  </a:lnTo>
                  <a:lnTo>
                    <a:pt x="2605032" y="2407915"/>
                  </a:lnTo>
                  <a:lnTo>
                    <a:pt x="2605190" y="2407915"/>
                  </a:lnTo>
                  <a:lnTo>
                    <a:pt x="2605348" y="2407915"/>
                  </a:lnTo>
                  <a:lnTo>
                    <a:pt x="2605348" y="2407484"/>
                  </a:lnTo>
                  <a:lnTo>
                    <a:pt x="2605348" y="2407054"/>
                  </a:lnTo>
                  <a:lnTo>
                    <a:pt x="2605505" y="2407054"/>
                  </a:lnTo>
                  <a:lnTo>
                    <a:pt x="2605663" y="2407054"/>
                  </a:lnTo>
                  <a:lnTo>
                    <a:pt x="2605821" y="2407054"/>
                  </a:lnTo>
                  <a:lnTo>
                    <a:pt x="2605821" y="2406623"/>
                  </a:lnTo>
                  <a:lnTo>
                    <a:pt x="2605979" y="2406623"/>
                  </a:lnTo>
                  <a:lnTo>
                    <a:pt x="2606136" y="2406623"/>
                  </a:lnTo>
                  <a:lnTo>
                    <a:pt x="2606294" y="2406623"/>
                  </a:lnTo>
                  <a:lnTo>
                    <a:pt x="2606294" y="2406192"/>
                  </a:lnTo>
                  <a:lnTo>
                    <a:pt x="2606452" y="2406192"/>
                  </a:lnTo>
                  <a:lnTo>
                    <a:pt x="2606609" y="2406192"/>
                  </a:lnTo>
                  <a:lnTo>
                    <a:pt x="2606767" y="2406192"/>
                  </a:lnTo>
                  <a:lnTo>
                    <a:pt x="2606767" y="2405762"/>
                  </a:lnTo>
                  <a:lnTo>
                    <a:pt x="2606767" y="2405331"/>
                  </a:lnTo>
                  <a:lnTo>
                    <a:pt x="2606925" y="2405331"/>
                  </a:lnTo>
                  <a:lnTo>
                    <a:pt x="2607083" y="2405331"/>
                  </a:lnTo>
                  <a:lnTo>
                    <a:pt x="2607240" y="2405331"/>
                  </a:lnTo>
                  <a:lnTo>
                    <a:pt x="2607240" y="2404901"/>
                  </a:lnTo>
                  <a:lnTo>
                    <a:pt x="2607398" y="2404901"/>
                  </a:lnTo>
                  <a:lnTo>
                    <a:pt x="2607556" y="2404901"/>
                  </a:lnTo>
                  <a:lnTo>
                    <a:pt x="2607714" y="2404901"/>
                  </a:lnTo>
                  <a:lnTo>
                    <a:pt x="2607714" y="2404470"/>
                  </a:lnTo>
                  <a:lnTo>
                    <a:pt x="2607871" y="2404470"/>
                  </a:lnTo>
                  <a:lnTo>
                    <a:pt x="2607871" y="2404039"/>
                  </a:lnTo>
                  <a:lnTo>
                    <a:pt x="2608029" y="2404039"/>
                  </a:lnTo>
                  <a:lnTo>
                    <a:pt x="2608029" y="2403609"/>
                  </a:lnTo>
                  <a:lnTo>
                    <a:pt x="2608187" y="2403609"/>
                  </a:lnTo>
                  <a:lnTo>
                    <a:pt x="2608187" y="2403178"/>
                  </a:lnTo>
                  <a:lnTo>
                    <a:pt x="2608187" y="2402748"/>
                  </a:lnTo>
                  <a:lnTo>
                    <a:pt x="2608187" y="2402317"/>
                  </a:lnTo>
                  <a:lnTo>
                    <a:pt x="2608344" y="2402317"/>
                  </a:lnTo>
                  <a:lnTo>
                    <a:pt x="2608502" y="2402317"/>
                  </a:lnTo>
                  <a:lnTo>
                    <a:pt x="2608660" y="2402317"/>
                  </a:lnTo>
                  <a:lnTo>
                    <a:pt x="2608660" y="2401886"/>
                  </a:lnTo>
                  <a:lnTo>
                    <a:pt x="2608818" y="2401886"/>
                  </a:lnTo>
                  <a:lnTo>
                    <a:pt x="2608975" y="2401886"/>
                  </a:lnTo>
                  <a:lnTo>
                    <a:pt x="2609133" y="2401886"/>
                  </a:lnTo>
                  <a:lnTo>
                    <a:pt x="2609291" y="2401886"/>
                  </a:lnTo>
                  <a:lnTo>
                    <a:pt x="2609291" y="2401456"/>
                  </a:lnTo>
                  <a:lnTo>
                    <a:pt x="2609291" y="2401025"/>
                  </a:lnTo>
                  <a:lnTo>
                    <a:pt x="2609448" y="2401025"/>
                  </a:lnTo>
                  <a:lnTo>
                    <a:pt x="2609606" y="2401025"/>
                  </a:lnTo>
                  <a:lnTo>
                    <a:pt x="2609606" y="2400595"/>
                  </a:lnTo>
                  <a:lnTo>
                    <a:pt x="2609606" y="2400164"/>
                  </a:lnTo>
                  <a:lnTo>
                    <a:pt x="2609764" y="2400164"/>
                  </a:lnTo>
                  <a:lnTo>
                    <a:pt x="2609922" y="2400164"/>
                  </a:lnTo>
                  <a:lnTo>
                    <a:pt x="2610079" y="2400164"/>
                  </a:lnTo>
                  <a:lnTo>
                    <a:pt x="2610237" y="2400164"/>
                  </a:lnTo>
                  <a:lnTo>
                    <a:pt x="2610237" y="2399733"/>
                  </a:lnTo>
                  <a:lnTo>
                    <a:pt x="2610237" y="2399303"/>
                  </a:lnTo>
                  <a:lnTo>
                    <a:pt x="2610395" y="2399303"/>
                  </a:lnTo>
                  <a:lnTo>
                    <a:pt x="2610395" y="2398872"/>
                  </a:lnTo>
                  <a:lnTo>
                    <a:pt x="2610552" y="2398872"/>
                  </a:lnTo>
                  <a:lnTo>
                    <a:pt x="2610710" y="2398872"/>
                  </a:lnTo>
                  <a:lnTo>
                    <a:pt x="2610868" y="2398872"/>
                  </a:lnTo>
                  <a:lnTo>
                    <a:pt x="2611026" y="2398872"/>
                  </a:lnTo>
                  <a:lnTo>
                    <a:pt x="2611026" y="2398442"/>
                  </a:lnTo>
                  <a:lnTo>
                    <a:pt x="2611183" y="2398442"/>
                  </a:lnTo>
                  <a:lnTo>
                    <a:pt x="2611341" y="2398442"/>
                  </a:lnTo>
                  <a:lnTo>
                    <a:pt x="2611499" y="2398442"/>
                  </a:lnTo>
                  <a:lnTo>
                    <a:pt x="2611499" y="2398011"/>
                  </a:lnTo>
                  <a:lnTo>
                    <a:pt x="2611656" y="2398011"/>
                  </a:lnTo>
                  <a:lnTo>
                    <a:pt x="2611814" y="2398011"/>
                  </a:lnTo>
                  <a:lnTo>
                    <a:pt x="2611814" y="2397580"/>
                  </a:lnTo>
                  <a:lnTo>
                    <a:pt x="2611972" y="2397580"/>
                  </a:lnTo>
                  <a:lnTo>
                    <a:pt x="2612130" y="2397580"/>
                  </a:lnTo>
                  <a:lnTo>
                    <a:pt x="2612287" y="2397580"/>
                  </a:lnTo>
                  <a:lnTo>
                    <a:pt x="2612445" y="2397580"/>
                  </a:lnTo>
                  <a:lnTo>
                    <a:pt x="2612603" y="2397580"/>
                  </a:lnTo>
                  <a:lnTo>
                    <a:pt x="2612760" y="2397580"/>
                  </a:lnTo>
                  <a:lnTo>
                    <a:pt x="2612918" y="2397580"/>
                  </a:lnTo>
                  <a:lnTo>
                    <a:pt x="2613076" y="2397580"/>
                  </a:lnTo>
                  <a:lnTo>
                    <a:pt x="2613076" y="2397150"/>
                  </a:lnTo>
                  <a:lnTo>
                    <a:pt x="2613234" y="2397150"/>
                  </a:lnTo>
                  <a:lnTo>
                    <a:pt x="2613391" y="2397150"/>
                  </a:lnTo>
                  <a:lnTo>
                    <a:pt x="2613391" y="2396719"/>
                  </a:lnTo>
                  <a:lnTo>
                    <a:pt x="2613549" y="2396719"/>
                  </a:lnTo>
                  <a:lnTo>
                    <a:pt x="2613549" y="2396289"/>
                  </a:lnTo>
                  <a:lnTo>
                    <a:pt x="2613707" y="2396289"/>
                  </a:lnTo>
                  <a:lnTo>
                    <a:pt x="2613707" y="2395858"/>
                  </a:lnTo>
                  <a:lnTo>
                    <a:pt x="2613865" y="2395858"/>
                  </a:lnTo>
                  <a:lnTo>
                    <a:pt x="2614022" y="2395858"/>
                  </a:lnTo>
                  <a:lnTo>
                    <a:pt x="2614180" y="2395858"/>
                  </a:lnTo>
                  <a:lnTo>
                    <a:pt x="2614338" y="2395858"/>
                  </a:lnTo>
                  <a:lnTo>
                    <a:pt x="2614495" y="2395858"/>
                  </a:lnTo>
                  <a:lnTo>
                    <a:pt x="2614653" y="2395858"/>
                  </a:lnTo>
                  <a:lnTo>
                    <a:pt x="2614811" y="2395858"/>
                  </a:lnTo>
                  <a:lnTo>
                    <a:pt x="2614969" y="2395858"/>
                  </a:lnTo>
                  <a:lnTo>
                    <a:pt x="2615126" y="2395858"/>
                  </a:lnTo>
                  <a:lnTo>
                    <a:pt x="2615126" y="2395427"/>
                  </a:lnTo>
                  <a:lnTo>
                    <a:pt x="2615126" y="2394997"/>
                  </a:lnTo>
                  <a:lnTo>
                    <a:pt x="2615126" y="2394566"/>
                  </a:lnTo>
                  <a:lnTo>
                    <a:pt x="2615284" y="2394566"/>
                  </a:lnTo>
                  <a:lnTo>
                    <a:pt x="2615442" y="2394566"/>
                  </a:lnTo>
                  <a:lnTo>
                    <a:pt x="2615599" y="2394566"/>
                  </a:lnTo>
                  <a:lnTo>
                    <a:pt x="2615757" y="2394566"/>
                  </a:lnTo>
                  <a:lnTo>
                    <a:pt x="2615757" y="2394136"/>
                  </a:lnTo>
                  <a:lnTo>
                    <a:pt x="2615915" y="2394136"/>
                  </a:lnTo>
                  <a:lnTo>
                    <a:pt x="2615915" y="2393705"/>
                  </a:lnTo>
                  <a:lnTo>
                    <a:pt x="2615915" y="2393274"/>
                  </a:lnTo>
                  <a:lnTo>
                    <a:pt x="2616073" y="2393274"/>
                  </a:lnTo>
                  <a:lnTo>
                    <a:pt x="2616230" y="2393274"/>
                  </a:lnTo>
                  <a:lnTo>
                    <a:pt x="2616230" y="2392844"/>
                  </a:lnTo>
                  <a:lnTo>
                    <a:pt x="2616388" y="2392844"/>
                  </a:lnTo>
                  <a:lnTo>
                    <a:pt x="2616388" y="2392413"/>
                  </a:lnTo>
                  <a:lnTo>
                    <a:pt x="2616546" y="2392413"/>
                  </a:lnTo>
                  <a:lnTo>
                    <a:pt x="2616703" y="2392413"/>
                  </a:lnTo>
                  <a:lnTo>
                    <a:pt x="2616861" y="2392413"/>
                  </a:lnTo>
                  <a:lnTo>
                    <a:pt x="2617019" y="2392413"/>
                  </a:lnTo>
                  <a:lnTo>
                    <a:pt x="2617177" y="2392413"/>
                  </a:lnTo>
                  <a:lnTo>
                    <a:pt x="2617334" y="2392413"/>
                  </a:lnTo>
                  <a:lnTo>
                    <a:pt x="2617492" y="2392413"/>
                  </a:lnTo>
                  <a:lnTo>
                    <a:pt x="2617492" y="2391983"/>
                  </a:lnTo>
                  <a:lnTo>
                    <a:pt x="2617650" y="2391983"/>
                  </a:lnTo>
                  <a:lnTo>
                    <a:pt x="2617807" y="2391983"/>
                  </a:lnTo>
                  <a:lnTo>
                    <a:pt x="2617965" y="2391983"/>
                  </a:lnTo>
                  <a:lnTo>
                    <a:pt x="2617965" y="2391552"/>
                  </a:lnTo>
                  <a:lnTo>
                    <a:pt x="2618123" y="2391552"/>
                  </a:lnTo>
                  <a:lnTo>
                    <a:pt x="2618281" y="2391552"/>
                  </a:lnTo>
                  <a:lnTo>
                    <a:pt x="2618281" y="2391121"/>
                  </a:lnTo>
                  <a:lnTo>
                    <a:pt x="2618438" y="2391121"/>
                  </a:lnTo>
                  <a:lnTo>
                    <a:pt x="2618438" y="2390691"/>
                  </a:lnTo>
                  <a:lnTo>
                    <a:pt x="2618596" y="2390691"/>
                  </a:lnTo>
                  <a:lnTo>
                    <a:pt x="2618596" y="2390260"/>
                  </a:lnTo>
                  <a:lnTo>
                    <a:pt x="2618754" y="2390260"/>
                  </a:lnTo>
                  <a:lnTo>
                    <a:pt x="2618912" y="2390260"/>
                  </a:lnTo>
                  <a:lnTo>
                    <a:pt x="2619069" y="2390260"/>
                  </a:lnTo>
                  <a:lnTo>
                    <a:pt x="2619069" y="2389830"/>
                  </a:lnTo>
                  <a:lnTo>
                    <a:pt x="2619227" y="2389830"/>
                  </a:lnTo>
                  <a:lnTo>
                    <a:pt x="2619227" y="2389399"/>
                  </a:lnTo>
                  <a:lnTo>
                    <a:pt x="2619385" y="2389399"/>
                  </a:lnTo>
                  <a:lnTo>
                    <a:pt x="2619542" y="2389399"/>
                  </a:lnTo>
                  <a:lnTo>
                    <a:pt x="2619542" y="2388968"/>
                  </a:lnTo>
                  <a:lnTo>
                    <a:pt x="2619700" y="2388968"/>
                  </a:lnTo>
                  <a:lnTo>
                    <a:pt x="2619858" y="2388968"/>
                  </a:lnTo>
                  <a:lnTo>
                    <a:pt x="2619858" y="2388538"/>
                  </a:lnTo>
                  <a:lnTo>
                    <a:pt x="2620016" y="2388538"/>
                  </a:lnTo>
                  <a:lnTo>
                    <a:pt x="2620173" y="2388538"/>
                  </a:lnTo>
                  <a:lnTo>
                    <a:pt x="2620331" y="2388538"/>
                  </a:lnTo>
                  <a:lnTo>
                    <a:pt x="2620489" y="2388538"/>
                  </a:lnTo>
                  <a:lnTo>
                    <a:pt x="2620646" y="2388538"/>
                  </a:lnTo>
                  <a:lnTo>
                    <a:pt x="2620646" y="2388107"/>
                  </a:lnTo>
                  <a:lnTo>
                    <a:pt x="2620804" y="2388107"/>
                  </a:lnTo>
                  <a:lnTo>
                    <a:pt x="2620804" y="2387677"/>
                  </a:lnTo>
                  <a:lnTo>
                    <a:pt x="2620962" y="2387677"/>
                  </a:lnTo>
                  <a:lnTo>
                    <a:pt x="2621120" y="2387677"/>
                  </a:lnTo>
                  <a:lnTo>
                    <a:pt x="2621277" y="2387677"/>
                  </a:lnTo>
                  <a:lnTo>
                    <a:pt x="2621435" y="2387677"/>
                  </a:lnTo>
                  <a:lnTo>
                    <a:pt x="2621593" y="2387677"/>
                  </a:lnTo>
                  <a:lnTo>
                    <a:pt x="2621750" y="2387677"/>
                  </a:lnTo>
                  <a:lnTo>
                    <a:pt x="2621750" y="2387246"/>
                  </a:lnTo>
                  <a:lnTo>
                    <a:pt x="2621908" y="2387246"/>
                  </a:lnTo>
                  <a:lnTo>
                    <a:pt x="2622066" y="2387246"/>
                  </a:lnTo>
                  <a:lnTo>
                    <a:pt x="2622224" y="2387246"/>
                  </a:lnTo>
                  <a:lnTo>
                    <a:pt x="2622381" y="2387246"/>
                  </a:lnTo>
                  <a:lnTo>
                    <a:pt x="2622539" y="2387246"/>
                  </a:lnTo>
                  <a:lnTo>
                    <a:pt x="2622697" y="2387246"/>
                  </a:lnTo>
                  <a:lnTo>
                    <a:pt x="2622854" y="2387246"/>
                  </a:lnTo>
                  <a:lnTo>
                    <a:pt x="2623012" y="2387246"/>
                  </a:lnTo>
                  <a:lnTo>
                    <a:pt x="2623170" y="2387246"/>
                  </a:lnTo>
                  <a:lnTo>
                    <a:pt x="2623170" y="2386815"/>
                  </a:lnTo>
                  <a:lnTo>
                    <a:pt x="2623328" y="2386815"/>
                  </a:lnTo>
                  <a:lnTo>
                    <a:pt x="2623328" y="2386385"/>
                  </a:lnTo>
                  <a:lnTo>
                    <a:pt x="2623485" y="2386385"/>
                  </a:lnTo>
                  <a:lnTo>
                    <a:pt x="2623485" y="2385954"/>
                  </a:lnTo>
                  <a:lnTo>
                    <a:pt x="2623643" y="2385954"/>
                  </a:lnTo>
                  <a:lnTo>
                    <a:pt x="2623801" y="2385954"/>
                  </a:lnTo>
                  <a:lnTo>
                    <a:pt x="2623958" y="2385954"/>
                  </a:lnTo>
                  <a:lnTo>
                    <a:pt x="2624116" y="2385954"/>
                  </a:lnTo>
                  <a:lnTo>
                    <a:pt x="2624274" y="2385954"/>
                  </a:lnTo>
                  <a:lnTo>
                    <a:pt x="2624432" y="2385954"/>
                  </a:lnTo>
                  <a:lnTo>
                    <a:pt x="2624589" y="2385954"/>
                  </a:lnTo>
                  <a:lnTo>
                    <a:pt x="2624747" y="2385954"/>
                  </a:lnTo>
                  <a:lnTo>
                    <a:pt x="2624747" y="2385524"/>
                  </a:lnTo>
                  <a:lnTo>
                    <a:pt x="2624905" y="2385524"/>
                  </a:lnTo>
                  <a:lnTo>
                    <a:pt x="2625063" y="2385524"/>
                  </a:lnTo>
                  <a:lnTo>
                    <a:pt x="2625220" y="2385524"/>
                  </a:lnTo>
                  <a:lnTo>
                    <a:pt x="2625378" y="2385524"/>
                  </a:lnTo>
                  <a:lnTo>
                    <a:pt x="2625378" y="2385093"/>
                  </a:lnTo>
                  <a:lnTo>
                    <a:pt x="2625536" y="2385093"/>
                  </a:lnTo>
                  <a:lnTo>
                    <a:pt x="2625693" y="2385093"/>
                  </a:lnTo>
                  <a:lnTo>
                    <a:pt x="2625693" y="2384662"/>
                  </a:lnTo>
                  <a:lnTo>
                    <a:pt x="2625851" y="2384662"/>
                  </a:lnTo>
                  <a:lnTo>
                    <a:pt x="2626009" y="2384662"/>
                  </a:lnTo>
                  <a:lnTo>
                    <a:pt x="2626167" y="2384662"/>
                  </a:lnTo>
                  <a:lnTo>
                    <a:pt x="2626324" y="2384662"/>
                  </a:lnTo>
                  <a:lnTo>
                    <a:pt x="2626482" y="2384662"/>
                  </a:lnTo>
                  <a:lnTo>
                    <a:pt x="2626640" y="2384662"/>
                  </a:lnTo>
                  <a:lnTo>
                    <a:pt x="2626797" y="2384662"/>
                  </a:lnTo>
                  <a:lnTo>
                    <a:pt x="2626797" y="2384232"/>
                  </a:lnTo>
                  <a:lnTo>
                    <a:pt x="2626955" y="2384232"/>
                  </a:lnTo>
                  <a:lnTo>
                    <a:pt x="2627113" y="2384232"/>
                  </a:lnTo>
                  <a:lnTo>
                    <a:pt x="2627271" y="2384232"/>
                  </a:lnTo>
                  <a:lnTo>
                    <a:pt x="2627271" y="2383801"/>
                  </a:lnTo>
                  <a:lnTo>
                    <a:pt x="2627428" y="2383801"/>
                  </a:lnTo>
                  <a:lnTo>
                    <a:pt x="2627428" y="2383371"/>
                  </a:lnTo>
                  <a:lnTo>
                    <a:pt x="2627586" y="2383371"/>
                  </a:lnTo>
                  <a:lnTo>
                    <a:pt x="2627744" y="2383371"/>
                  </a:lnTo>
                  <a:lnTo>
                    <a:pt x="2627901" y="2383371"/>
                  </a:lnTo>
                  <a:lnTo>
                    <a:pt x="2628059" y="2383371"/>
                  </a:lnTo>
                  <a:lnTo>
                    <a:pt x="2628217" y="2383371"/>
                  </a:lnTo>
                  <a:lnTo>
                    <a:pt x="2628375" y="2383371"/>
                  </a:lnTo>
                  <a:lnTo>
                    <a:pt x="2628532" y="2383371"/>
                  </a:lnTo>
                  <a:lnTo>
                    <a:pt x="2628532" y="2382940"/>
                  </a:lnTo>
                  <a:lnTo>
                    <a:pt x="2628532" y="2382509"/>
                  </a:lnTo>
                  <a:lnTo>
                    <a:pt x="2628690" y="2382509"/>
                  </a:lnTo>
                  <a:lnTo>
                    <a:pt x="2628848" y="2382509"/>
                  </a:lnTo>
                  <a:lnTo>
                    <a:pt x="2628848" y="2382079"/>
                  </a:lnTo>
                  <a:lnTo>
                    <a:pt x="2629005" y="2382079"/>
                  </a:lnTo>
                  <a:lnTo>
                    <a:pt x="2629163" y="2382079"/>
                  </a:lnTo>
                  <a:lnTo>
                    <a:pt x="2629163" y="2381648"/>
                  </a:lnTo>
                  <a:lnTo>
                    <a:pt x="2629163" y="2381218"/>
                  </a:lnTo>
                  <a:lnTo>
                    <a:pt x="2629321" y="2381218"/>
                  </a:lnTo>
                  <a:lnTo>
                    <a:pt x="2629479" y="2381218"/>
                  </a:lnTo>
                  <a:lnTo>
                    <a:pt x="2629636" y="2381218"/>
                  </a:lnTo>
                  <a:lnTo>
                    <a:pt x="2629636" y="2380787"/>
                  </a:lnTo>
                  <a:lnTo>
                    <a:pt x="2629794" y="2380787"/>
                  </a:lnTo>
                  <a:lnTo>
                    <a:pt x="2629952" y="2380787"/>
                  </a:lnTo>
                  <a:lnTo>
                    <a:pt x="2630110" y="2380787"/>
                  </a:lnTo>
                  <a:lnTo>
                    <a:pt x="2630267" y="2380787"/>
                  </a:lnTo>
                  <a:lnTo>
                    <a:pt x="2630425" y="2380787"/>
                  </a:lnTo>
                  <a:lnTo>
                    <a:pt x="2630583" y="2380787"/>
                  </a:lnTo>
                  <a:lnTo>
                    <a:pt x="2630583" y="2380356"/>
                  </a:lnTo>
                  <a:lnTo>
                    <a:pt x="2630740" y="2380356"/>
                  </a:lnTo>
                  <a:lnTo>
                    <a:pt x="2630898" y="2380356"/>
                  </a:lnTo>
                  <a:lnTo>
                    <a:pt x="2631056" y="2380356"/>
                  </a:lnTo>
                  <a:lnTo>
                    <a:pt x="2631214" y="2380356"/>
                  </a:lnTo>
                  <a:lnTo>
                    <a:pt x="2631371" y="2380356"/>
                  </a:lnTo>
                  <a:lnTo>
                    <a:pt x="2631529" y="2380356"/>
                  </a:lnTo>
                  <a:lnTo>
                    <a:pt x="2631687" y="2380356"/>
                  </a:lnTo>
                  <a:lnTo>
                    <a:pt x="2631844" y="2380356"/>
                  </a:lnTo>
                  <a:lnTo>
                    <a:pt x="2631844" y="2379926"/>
                  </a:lnTo>
                  <a:lnTo>
                    <a:pt x="2632002" y="2379926"/>
                  </a:lnTo>
                  <a:lnTo>
                    <a:pt x="2632160" y="2379926"/>
                  </a:lnTo>
                  <a:lnTo>
                    <a:pt x="2632318" y="2379926"/>
                  </a:lnTo>
                  <a:lnTo>
                    <a:pt x="2632475" y="2379926"/>
                  </a:lnTo>
                  <a:lnTo>
                    <a:pt x="2632633" y="2379926"/>
                  </a:lnTo>
                  <a:lnTo>
                    <a:pt x="2632791" y="2379926"/>
                  </a:lnTo>
                  <a:lnTo>
                    <a:pt x="2632948" y="2379926"/>
                  </a:lnTo>
                  <a:lnTo>
                    <a:pt x="2633106" y="2379926"/>
                  </a:lnTo>
                  <a:lnTo>
                    <a:pt x="2633264" y="2379926"/>
                  </a:lnTo>
                  <a:lnTo>
                    <a:pt x="2633422" y="2379926"/>
                  </a:lnTo>
                  <a:lnTo>
                    <a:pt x="2633579" y="2379926"/>
                  </a:lnTo>
                  <a:lnTo>
                    <a:pt x="2633579" y="2379495"/>
                  </a:lnTo>
                  <a:lnTo>
                    <a:pt x="2633579" y="2379065"/>
                  </a:lnTo>
                  <a:lnTo>
                    <a:pt x="2633579" y="2378634"/>
                  </a:lnTo>
                  <a:lnTo>
                    <a:pt x="2633737" y="2378634"/>
                  </a:lnTo>
                  <a:lnTo>
                    <a:pt x="2633895" y="2378634"/>
                  </a:lnTo>
                  <a:lnTo>
                    <a:pt x="2634052" y="2378634"/>
                  </a:lnTo>
                  <a:lnTo>
                    <a:pt x="2634210" y="2378634"/>
                  </a:lnTo>
                  <a:lnTo>
                    <a:pt x="2634368" y="2378634"/>
                  </a:lnTo>
                  <a:lnTo>
                    <a:pt x="2634526" y="2378634"/>
                  </a:lnTo>
                  <a:lnTo>
                    <a:pt x="2634526" y="2378203"/>
                  </a:lnTo>
                  <a:lnTo>
                    <a:pt x="2634683" y="2378203"/>
                  </a:lnTo>
                  <a:lnTo>
                    <a:pt x="2634841" y="2378203"/>
                  </a:lnTo>
                  <a:lnTo>
                    <a:pt x="2634841" y="2377773"/>
                  </a:lnTo>
                  <a:lnTo>
                    <a:pt x="2634999" y="2377773"/>
                  </a:lnTo>
                  <a:lnTo>
                    <a:pt x="2635156" y="2377773"/>
                  </a:lnTo>
                  <a:lnTo>
                    <a:pt x="2635156" y="2377342"/>
                  </a:lnTo>
                  <a:lnTo>
                    <a:pt x="2635314" y="2377342"/>
                  </a:lnTo>
                  <a:lnTo>
                    <a:pt x="2635472" y="2377342"/>
                  </a:lnTo>
                  <a:lnTo>
                    <a:pt x="2635630" y="2377342"/>
                  </a:lnTo>
                  <a:lnTo>
                    <a:pt x="2635787" y="2377342"/>
                  </a:lnTo>
                  <a:lnTo>
                    <a:pt x="2635787" y="2376912"/>
                  </a:lnTo>
                  <a:lnTo>
                    <a:pt x="2635945" y="2376912"/>
                  </a:lnTo>
                  <a:lnTo>
                    <a:pt x="2636103" y="2376912"/>
                  </a:lnTo>
                  <a:lnTo>
                    <a:pt x="2636261" y="2376912"/>
                  </a:lnTo>
                  <a:lnTo>
                    <a:pt x="2636418" y="2376912"/>
                  </a:lnTo>
                  <a:lnTo>
                    <a:pt x="2636418" y="2376481"/>
                  </a:lnTo>
                  <a:lnTo>
                    <a:pt x="2636576" y="2376481"/>
                  </a:lnTo>
                  <a:lnTo>
                    <a:pt x="2636734" y="2376481"/>
                  </a:lnTo>
                  <a:lnTo>
                    <a:pt x="2636891" y="2376481"/>
                  </a:lnTo>
                  <a:lnTo>
                    <a:pt x="2637049" y="2376481"/>
                  </a:lnTo>
                  <a:lnTo>
                    <a:pt x="2637207" y="2376481"/>
                  </a:lnTo>
                  <a:lnTo>
                    <a:pt x="2637365" y="2376481"/>
                  </a:lnTo>
                  <a:lnTo>
                    <a:pt x="2637522" y="2376481"/>
                  </a:lnTo>
                  <a:lnTo>
                    <a:pt x="2637522" y="2376050"/>
                  </a:lnTo>
                  <a:lnTo>
                    <a:pt x="2637680" y="2376050"/>
                  </a:lnTo>
                  <a:lnTo>
                    <a:pt x="2637838" y="2376050"/>
                  </a:lnTo>
                  <a:lnTo>
                    <a:pt x="2637995" y="2376050"/>
                  </a:lnTo>
                  <a:lnTo>
                    <a:pt x="2638153" y="2376050"/>
                  </a:lnTo>
                  <a:lnTo>
                    <a:pt x="2638311" y="2376050"/>
                  </a:lnTo>
                  <a:lnTo>
                    <a:pt x="2638469" y="2376050"/>
                  </a:lnTo>
                  <a:lnTo>
                    <a:pt x="2638626" y="2376050"/>
                  </a:lnTo>
                  <a:lnTo>
                    <a:pt x="2638784" y="2376050"/>
                  </a:lnTo>
                  <a:lnTo>
                    <a:pt x="2638942" y="2376050"/>
                  </a:lnTo>
                  <a:lnTo>
                    <a:pt x="2638942" y="2375620"/>
                  </a:lnTo>
                  <a:lnTo>
                    <a:pt x="2639099" y="2375620"/>
                  </a:lnTo>
                  <a:lnTo>
                    <a:pt x="2639257" y="2375620"/>
                  </a:lnTo>
                  <a:lnTo>
                    <a:pt x="2639415" y="2375620"/>
                  </a:lnTo>
                  <a:lnTo>
                    <a:pt x="2639573" y="2375620"/>
                  </a:lnTo>
                  <a:lnTo>
                    <a:pt x="2639730" y="2375620"/>
                  </a:lnTo>
                  <a:lnTo>
                    <a:pt x="2639730" y="2375189"/>
                  </a:lnTo>
                  <a:lnTo>
                    <a:pt x="2639888" y="2375189"/>
                  </a:lnTo>
                  <a:lnTo>
                    <a:pt x="2640046" y="2375189"/>
                  </a:lnTo>
                  <a:lnTo>
                    <a:pt x="2640203" y="2375189"/>
                  </a:lnTo>
                  <a:lnTo>
                    <a:pt x="2640203" y="2374759"/>
                  </a:lnTo>
                  <a:lnTo>
                    <a:pt x="2640361" y="2374759"/>
                  </a:lnTo>
                  <a:lnTo>
                    <a:pt x="2640519" y="2374759"/>
                  </a:lnTo>
                  <a:lnTo>
                    <a:pt x="2640519" y="2374328"/>
                  </a:lnTo>
                  <a:lnTo>
                    <a:pt x="2640677" y="2374328"/>
                  </a:lnTo>
                  <a:lnTo>
                    <a:pt x="2640677" y="2373897"/>
                  </a:lnTo>
                  <a:lnTo>
                    <a:pt x="2640834" y="2373897"/>
                  </a:lnTo>
                  <a:lnTo>
                    <a:pt x="2640992" y="2373897"/>
                  </a:lnTo>
                  <a:lnTo>
                    <a:pt x="2640992" y="2373467"/>
                  </a:lnTo>
                  <a:lnTo>
                    <a:pt x="2641150" y="2373467"/>
                  </a:lnTo>
                  <a:lnTo>
                    <a:pt x="2641150" y="2373036"/>
                  </a:lnTo>
                  <a:lnTo>
                    <a:pt x="2641308" y="2373036"/>
                  </a:lnTo>
                  <a:lnTo>
                    <a:pt x="2641465" y="2373036"/>
                  </a:lnTo>
                  <a:lnTo>
                    <a:pt x="2641465" y="2372606"/>
                  </a:lnTo>
                  <a:lnTo>
                    <a:pt x="2641465" y="2372175"/>
                  </a:lnTo>
                  <a:lnTo>
                    <a:pt x="2641623" y="2372175"/>
                  </a:lnTo>
                  <a:lnTo>
                    <a:pt x="2641781" y="2372175"/>
                  </a:lnTo>
                  <a:lnTo>
                    <a:pt x="2641938" y="2372175"/>
                  </a:lnTo>
                  <a:lnTo>
                    <a:pt x="2642096" y="2372175"/>
                  </a:lnTo>
                  <a:lnTo>
                    <a:pt x="2642254" y="2372175"/>
                  </a:lnTo>
                  <a:lnTo>
                    <a:pt x="2642412" y="2372175"/>
                  </a:lnTo>
                  <a:lnTo>
                    <a:pt x="2642569" y="2372175"/>
                  </a:lnTo>
                  <a:lnTo>
                    <a:pt x="2642727" y="2372175"/>
                  </a:lnTo>
                  <a:lnTo>
                    <a:pt x="2642885" y="2372175"/>
                  </a:lnTo>
                  <a:lnTo>
                    <a:pt x="2643042" y="2372175"/>
                  </a:lnTo>
                  <a:lnTo>
                    <a:pt x="2643200" y="2372175"/>
                  </a:lnTo>
                  <a:lnTo>
                    <a:pt x="2643200" y="2371744"/>
                  </a:lnTo>
                  <a:lnTo>
                    <a:pt x="2643200" y="2371314"/>
                  </a:lnTo>
                  <a:lnTo>
                    <a:pt x="2643358" y="2371314"/>
                  </a:lnTo>
                  <a:lnTo>
                    <a:pt x="2643516" y="2371314"/>
                  </a:lnTo>
                  <a:lnTo>
                    <a:pt x="2643673" y="2371314"/>
                  </a:lnTo>
                  <a:lnTo>
                    <a:pt x="2643831" y="2371314"/>
                  </a:lnTo>
                  <a:lnTo>
                    <a:pt x="2643989" y="2371314"/>
                  </a:lnTo>
                  <a:lnTo>
                    <a:pt x="2644146" y="2371314"/>
                  </a:lnTo>
                  <a:lnTo>
                    <a:pt x="2644304" y="2371314"/>
                  </a:lnTo>
                  <a:lnTo>
                    <a:pt x="2644462" y="2371314"/>
                  </a:lnTo>
                  <a:lnTo>
                    <a:pt x="2644620" y="2371314"/>
                  </a:lnTo>
                  <a:lnTo>
                    <a:pt x="2644777" y="2371314"/>
                  </a:lnTo>
                  <a:lnTo>
                    <a:pt x="2644935" y="2371314"/>
                  </a:lnTo>
                  <a:lnTo>
                    <a:pt x="2645093" y="2371314"/>
                  </a:lnTo>
                  <a:lnTo>
                    <a:pt x="2645250" y="2371314"/>
                  </a:lnTo>
                  <a:lnTo>
                    <a:pt x="2645408" y="2371314"/>
                  </a:lnTo>
                  <a:lnTo>
                    <a:pt x="2645566" y="2371314"/>
                  </a:lnTo>
                  <a:lnTo>
                    <a:pt x="2645566" y="2370883"/>
                  </a:lnTo>
                  <a:lnTo>
                    <a:pt x="2645724" y="2370883"/>
                  </a:lnTo>
                  <a:lnTo>
                    <a:pt x="2645724" y="2370453"/>
                  </a:lnTo>
                  <a:lnTo>
                    <a:pt x="2645724" y="2370022"/>
                  </a:lnTo>
                  <a:lnTo>
                    <a:pt x="2645724" y="2369591"/>
                  </a:lnTo>
                  <a:lnTo>
                    <a:pt x="2645881" y="2369591"/>
                  </a:lnTo>
                  <a:lnTo>
                    <a:pt x="2646039" y="2369591"/>
                  </a:lnTo>
                  <a:lnTo>
                    <a:pt x="2646039" y="2369161"/>
                  </a:lnTo>
                  <a:lnTo>
                    <a:pt x="2646039" y="2368730"/>
                  </a:lnTo>
                  <a:lnTo>
                    <a:pt x="2646039" y="2368300"/>
                  </a:lnTo>
                  <a:lnTo>
                    <a:pt x="2646197" y="2368300"/>
                  </a:lnTo>
                  <a:lnTo>
                    <a:pt x="2646197" y="2367869"/>
                  </a:lnTo>
                  <a:lnTo>
                    <a:pt x="2646197" y="2367438"/>
                  </a:lnTo>
                  <a:lnTo>
                    <a:pt x="2646197" y="2367008"/>
                  </a:lnTo>
                  <a:lnTo>
                    <a:pt x="2646354" y="2367008"/>
                  </a:lnTo>
                  <a:lnTo>
                    <a:pt x="2646354" y="2366577"/>
                  </a:lnTo>
                  <a:lnTo>
                    <a:pt x="2646512" y="2366577"/>
                  </a:lnTo>
                  <a:lnTo>
                    <a:pt x="2646670" y="2366577"/>
                  </a:lnTo>
                  <a:lnTo>
                    <a:pt x="2646828" y="2366577"/>
                  </a:lnTo>
                  <a:lnTo>
                    <a:pt x="2646985" y="2366577"/>
                  </a:lnTo>
                  <a:lnTo>
                    <a:pt x="2647143" y="2366577"/>
                  </a:lnTo>
                  <a:lnTo>
                    <a:pt x="2647301" y="2366577"/>
                  </a:lnTo>
                  <a:lnTo>
                    <a:pt x="2647459" y="2366577"/>
                  </a:lnTo>
                  <a:lnTo>
                    <a:pt x="2647616" y="2366577"/>
                  </a:lnTo>
                  <a:lnTo>
                    <a:pt x="2647774" y="2366577"/>
                  </a:lnTo>
                  <a:lnTo>
                    <a:pt x="2647932" y="2366577"/>
                  </a:lnTo>
                  <a:lnTo>
                    <a:pt x="2648089" y="2366577"/>
                  </a:lnTo>
                  <a:lnTo>
                    <a:pt x="2648247" y="2366577"/>
                  </a:lnTo>
                  <a:lnTo>
                    <a:pt x="2648247" y="2366147"/>
                  </a:lnTo>
                  <a:lnTo>
                    <a:pt x="2648405" y="2366147"/>
                  </a:lnTo>
                  <a:lnTo>
                    <a:pt x="2648563" y="2366147"/>
                  </a:lnTo>
                  <a:lnTo>
                    <a:pt x="2648720" y="2366147"/>
                  </a:lnTo>
                  <a:lnTo>
                    <a:pt x="2648878" y="2366147"/>
                  </a:lnTo>
                  <a:lnTo>
                    <a:pt x="2649036" y="2366147"/>
                  </a:lnTo>
                  <a:lnTo>
                    <a:pt x="2649036" y="2365716"/>
                  </a:lnTo>
                  <a:lnTo>
                    <a:pt x="2649036" y="2365285"/>
                  </a:lnTo>
                  <a:lnTo>
                    <a:pt x="2649193" y="2365285"/>
                  </a:lnTo>
                  <a:lnTo>
                    <a:pt x="2649193" y="2364855"/>
                  </a:lnTo>
                  <a:lnTo>
                    <a:pt x="2649351" y="2364855"/>
                  </a:lnTo>
                  <a:lnTo>
                    <a:pt x="2649509" y="2364855"/>
                  </a:lnTo>
                  <a:lnTo>
                    <a:pt x="2649509" y="2364424"/>
                  </a:lnTo>
                  <a:lnTo>
                    <a:pt x="2649667" y="2364424"/>
                  </a:lnTo>
                  <a:lnTo>
                    <a:pt x="2649824" y="2364424"/>
                  </a:lnTo>
                  <a:lnTo>
                    <a:pt x="2649982" y="2364424"/>
                  </a:lnTo>
                  <a:lnTo>
                    <a:pt x="2649982" y="2363994"/>
                  </a:lnTo>
                  <a:lnTo>
                    <a:pt x="2650140" y="2363994"/>
                  </a:lnTo>
                  <a:lnTo>
                    <a:pt x="2650297" y="2363994"/>
                  </a:lnTo>
                  <a:lnTo>
                    <a:pt x="2650455" y="2363994"/>
                  </a:lnTo>
                  <a:lnTo>
                    <a:pt x="2650455" y="2363563"/>
                  </a:lnTo>
                  <a:lnTo>
                    <a:pt x="2650613" y="2363563"/>
                  </a:lnTo>
                  <a:lnTo>
                    <a:pt x="2650613" y="2363132"/>
                  </a:lnTo>
                  <a:lnTo>
                    <a:pt x="2650613" y="2362702"/>
                  </a:lnTo>
                  <a:lnTo>
                    <a:pt x="2650771" y="2362702"/>
                  </a:lnTo>
                  <a:lnTo>
                    <a:pt x="2650771" y="2362271"/>
                  </a:lnTo>
                  <a:lnTo>
                    <a:pt x="2650928" y="2362271"/>
                  </a:lnTo>
                  <a:lnTo>
                    <a:pt x="2650928" y="2361841"/>
                  </a:lnTo>
                  <a:lnTo>
                    <a:pt x="2650928" y="2361410"/>
                  </a:lnTo>
                  <a:lnTo>
                    <a:pt x="2650928" y="2360979"/>
                  </a:lnTo>
                  <a:lnTo>
                    <a:pt x="2651086" y="2360979"/>
                  </a:lnTo>
                  <a:lnTo>
                    <a:pt x="2651244" y="2360979"/>
                  </a:lnTo>
                  <a:lnTo>
                    <a:pt x="2651244" y="2360549"/>
                  </a:lnTo>
                  <a:lnTo>
                    <a:pt x="2651244" y="2360118"/>
                  </a:lnTo>
                  <a:lnTo>
                    <a:pt x="2651401" y="2360118"/>
                  </a:lnTo>
                  <a:lnTo>
                    <a:pt x="2651401" y="2359688"/>
                  </a:lnTo>
                  <a:lnTo>
                    <a:pt x="2651559" y="2359688"/>
                  </a:lnTo>
                  <a:lnTo>
                    <a:pt x="2651717" y="2359688"/>
                  </a:lnTo>
                  <a:lnTo>
                    <a:pt x="2651717" y="2359257"/>
                  </a:lnTo>
                  <a:lnTo>
                    <a:pt x="2651875" y="2359257"/>
                  </a:lnTo>
                  <a:lnTo>
                    <a:pt x="2652032" y="2359257"/>
                  </a:lnTo>
                  <a:lnTo>
                    <a:pt x="2652032" y="2358826"/>
                  </a:lnTo>
                  <a:lnTo>
                    <a:pt x="2652190" y="2358826"/>
                  </a:lnTo>
                  <a:lnTo>
                    <a:pt x="2652348" y="2358826"/>
                  </a:lnTo>
                  <a:lnTo>
                    <a:pt x="2652506" y="2358826"/>
                  </a:lnTo>
                  <a:lnTo>
                    <a:pt x="2652506" y="2358396"/>
                  </a:lnTo>
                  <a:lnTo>
                    <a:pt x="2652663" y="2358396"/>
                  </a:lnTo>
                  <a:lnTo>
                    <a:pt x="2652821" y="2358396"/>
                  </a:lnTo>
                  <a:lnTo>
                    <a:pt x="2652979" y="2358396"/>
                  </a:lnTo>
                  <a:lnTo>
                    <a:pt x="2653136" y="2358396"/>
                  </a:lnTo>
                  <a:lnTo>
                    <a:pt x="2653294" y="2358396"/>
                  </a:lnTo>
                  <a:lnTo>
                    <a:pt x="2653294" y="2357965"/>
                  </a:lnTo>
                  <a:lnTo>
                    <a:pt x="2653452" y="2357965"/>
                  </a:lnTo>
                  <a:lnTo>
                    <a:pt x="2653610" y="2357965"/>
                  </a:lnTo>
                  <a:lnTo>
                    <a:pt x="2653767" y="2357965"/>
                  </a:lnTo>
                  <a:lnTo>
                    <a:pt x="2653925" y="2357965"/>
                  </a:lnTo>
                  <a:lnTo>
                    <a:pt x="2654083" y="2357965"/>
                  </a:lnTo>
                  <a:lnTo>
                    <a:pt x="2654083" y="2357535"/>
                  </a:lnTo>
                  <a:lnTo>
                    <a:pt x="2654083" y="2357104"/>
                  </a:lnTo>
                  <a:lnTo>
                    <a:pt x="2654083" y="2356673"/>
                  </a:lnTo>
                  <a:lnTo>
                    <a:pt x="2654240" y="2356673"/>
                  </a:lnTo>
                  <a:lnTo>
                    <a:pt x="2654398" y="2356673"/>
                  </a:lnTo>
                  <a:lnTo>
                    <a:pt x="2654556" y="2356673"/>
                  </a:lnTo>
                  <a:lnTo>
                    <a:pt x="2654714" y="2356673"/>
                  </a:lnTo>
                  <a:lnTo>
                    <a:pt x="2654871" y="2356673"/>
                  </a:lnTo>
                  <a:lnTo>
                    <a:pt x="2655029" y="2356673"/>
                  </a:lnTo>
                  <a:lnTo>
                    <a:pt x="2655029" y="2356243"/>
                  </a:lnTo>
                  <a:lnTo>
                    <a:pt x="2655187" y="2356243"/>
                  </a:lnTo>
                  <a:lnTo>
                    <a:pt x="2655344" y="2356243"/>
                  </a:lnTo>
                  <a:lnTo>
                    <a:pt x="2655502" y="2356243"/>
                  </a:lnTo>
                  <a:lnTo>
                    <a:pt x="2655660" y="2356243"/>
                  </a:lnTo>
                  <a:lnTo>
                    <a:pt x="2655818" y="2356243"/>
                  </a:lnTo>
                  <a:lnTo>
                    <a:pt x="2655818" y="2355812"/>
                  </a:lnTo>
                  <a:lnTo>
                    <a:pt x="2655975" y="2355812"/>
                  </a:lnTo>
                  <a:lnTo>
                    <a:pt x="2656133" y="2355812"/>
                  </a:lnTo>
                  <a:lnTo>
                    <a:pt x="2656291" y="2355812"/>
                  </a:lnTo>
                  <a:lnTo>
                    <a:pt x="2656448" y="2355812"/>
                  </a:lnTo>
                  <a:lnTo>
                    <a:pt x="2656606" y="2355812"/>
                  </a:lnTo>
                  <a:lnTo>
                    <a:pt x="2656764" y="2355812"/>
                  </a:lnTo>
                  <a:lnTo>
                    <a:pt x="2656922" y="2355812"/>
                  </a:lnTo>
                  <a:lnTo>
                    <a:pt x="2656922" y="2355382"/>
                  </a:lnTo>
                  <a:lnTo>
                    <a:pt x="2657079" y="2355382"/>
                  </a:lnTo>
                  <a:lnTo>
                    <a:pt x="2657079" y="2354951"/>
                  </a:lnTo>
                  <a:lnTo>
                    <a:pt x="2657237" y="2354951"/>
                  </a:lnTo>
                  <a:lnTo>
                    <a:pt x="2657395" y="2354951"/>
                  </a:lnTo>
                  <a:lnTo>
                    <a:pt x="2657552" y="2354951"/>
                  </a:lnTo>
                  <a:lnTo>
                    <a:pt x="2657710" y="2354951"/>
                  </a:lnTo>
                  <a:lnTo>
                    <a:pt x="2657868" y="2354951"/>
                  </a:lnTo>
                  <a:lnTo>
                    <a:pt x="2657868" y="2354520"/>
                  </a:lnTo>
                  <a:lnTo>
                    <a:pt x="2658026" y="2354520"/>
                  </a:lnTo>
                  <a:lnTo>
                    <a:pt x="2658183" y="2354520"/>
                  </a:lnTo>
                  <a:lnTo>
                    <a:pt x="2658341" y="2354520"/>
                  </a:lnTo>
                  <a:lnTo>
                    <a:pt x="2658499" y="2354520"/>
                  </a:lnTo>
                  <a:lnTo>
                    <a:pt x="2658657" y="2354520"/>
                  </a:lnTo>
                  <a:lnTo>
                    <a:pt x="2658814" y="2354520"/>
                  </a:lnTo>
                  <a:lnTo>
                    <a:pt x="2658972" y="2354520"/>
                  </a:lnTo>
                  <a:lnTo>
                    <a:pt x="2659130" y="2354520"/>
                  </a:lnTo>
                  <a:lnTo>
                    <a:pt x="2659287" y="2354520"/>
                  </a:lnTo>
                  <a:lnTo>
                    <a:pt x="2659445" y="2354520"/>
                  </a:lnTo>
                  <a:lnTo>
                    <a:pt x="2659603" y="2354520"/>
                  </a:lnTo>
                  <a:lnTo>
                    <a:pt x="2659761" y="2354520"/>
                  </a:lnTo>
                  <a:lnTo>
                    <a:pt x="2659918" y="2354520"/>
                  </a:lnTo>
                  <a:lnTo>
                    <a:pt x="2660076" y="2354520"/>
                  </a:lnTo>
                  <a:lnTo>
                    <a:pt x="2660076" y="2354090"/>
                  </a:lnTo>
                  <a:lnTo>
                    <a:pt x="2660234" y="2354090"/>
                  </a:lnTo>
                  <a:lnTo>
                    <a:pt x="2660391" y="2354090"/>
                  </a:lnTo>
                  <a:lnTo>
                    <a:pt x="2660549" y="2354090"/>
                  </a:lnTo>
                  <a:lnTo>
                    <a:pt x="2660707" y="2354090"/>
                  </a:lnTo>
                  <a:lnTo>
                    <a:pt x="2660865" y="2354090"/>
                  </a:lnTo>
                  <a:lnTo>
                    <a:pt x="2661022" y="2354090"/>
                  </a:lnTo>
                  <a:lnTo>
                    <a:pt x="2661022" y="2353659"/>
                  </a:lnTo>
                  <a:lnTo>
                    <a:pt x="2661180" y="2353659"/>
                  </a:lnTo>
                  <a:lnTo>
                    <a:pt x="2661338" y="2353659"/>
                  </a:lnTo>
                  <a:lnTo>
                    <a:pt x="2661338" y="2353229"/>
                  </a:lnTo>
                  <a:lnTo>
                    <a:pt x="2661338" y="2352798"/>
                  </a:lnTo>
                  <a:lnTo>
                    <a:pt x="2661338" y="2352367"/>
                  </a:lnTo>
                  <a:lnTo>
                    <a:pt x="2661338" y="2351937"/>
                  </a:lnTo>
                  <a:lnTo>
                    <a:pt x="2661495" y="2351937"/>
                  </a:lnTo>
                  <a:lnTo>
                    <a:pt x="2661653" y="2351937"/>
                  </a:lnTo>
                  <a:lnTo>
                    <a:pt x="2661811" y="2351937"/>
                  </a:lnTo>
                  <a:lnTo>
                    <a:pt x="2661969" y="2351937"/>
                  </a:lnTo>
                  <a:lnTo>
                    <a:pt x="2662126" y="2351937"/>
                  </a:lnTo>
                  <a:lnTo>
                    <a:pt x="2662284" y="2351937"/>
                  </a:lnTo>
                  <a:lnTo>
                    <a:pt x="2662442" y="2351937"/>
                  </a:lnTo>
                  <a:lnTo>
                    <a:pt x="2662442" y="2351506"/>
                  </a:lnTo>
                  <a:lnTo>
                    <a:pt x="2662599" y="2351506"/>
                  </a:lnTo>
                  <a:lnTo>
                    <a:pt x="2662599" y="2351076"/>
                  </a:lnTo>
                  <a:lnTo>
                    <a:pt x="2662757" y="2351076"/>
                  </a:lnTo>
                  <a:lnTo>
                    <a:pt x="2662757" y="2350645"/>
                  </a:lnTo>
                  <a:lnTo>
                    <a:pt x="2662757" y="2350214"/>
                  </a:lnTo>
                  <a:lnTo>
                    <a:pt x="2662915" y="2350214"/>
                  </a:lnTo>
                  <a:lnTo>
                    <a:pt x="2663073" y="2350214"/>
                  </a:lnTo>
                  <a:lnTo>
                    <a:pt x="2663230" y="2350214"/>
                  </a:lnTo>
                  <a:lnTo>
                    <a:pt x="2663230" y="2349784"/>
                  </a:lnTo>
                  <a:lnTo>
                    <a:pt x="2663388" y="2349784"/>
                  </a:lnTo>
                  <a:lnTo>
                    <a:pt x="2663388" y="2349353"/>
                  </a:lnTo>
                  <a:lnTo>
                    <a:pt x="2663546" y="2349353"/>
                  </a:lnTo>
                  <a:lnTo>
                    <a:pt x="2663546" y="2348923"/>
                  </a:lnTo>
                  <a:lnTo>
                    <a:pt x="2663546" y="2348492"/>
                  </a:lnTo>
                  <a:lnTo>
                    <a:pt x="2663546" y="2348061"/>
                  </a:lnTo>
                  <a:lnTo>
                    <a:pt x="2663704" y="2348061"/>
                  </a:lnTo>
                  <a:lnTo>
                    <a:pt x="2663861" y="2348061"/>
                  </a:lnTo>
                  <a:lnTo>
                    <a:pt x="2664019" y="2348061"/>
                  </a:lnTo>
                  <a:lnTo>
                    <a:pt x="2664177" y="2348061"/>
                  </a:lnTo>
                  <a:lnTo>
                    <a:pt x="2664177" y="2347631"/>
                  </a:lnTo>
                  <a:lnTo>
                    <a:pt x="2664177" y="2347200"/>
                  </a:lnTo>
                  <a:lnTo>
                    <a:pt x="2664334" y="2347200"/>
                  </a:lnTo>
                  <a:lnTo>
                    <a:pt x="2664492" y="2347200"/>
                  </a:lnTo>
                  <a:lnTo>
                    <a:pt x="2664492" y="2346770"/>
                  </a:lnTo>
                  <a:lnTo>
                    <a:pt x="2664650" y="2346770"/>
                  </a:lnTo>
                  <a:lnTo>
                    <a:pt x="2664808" y="2346770"/>
                  </a:lnTo>
                  <a:lnTo>
                    <a:pt x="2664808" y="2346339"/>
                  </a:lnTo>
                  <a:lnTo>
                    <a:pt x="2664965" y="2346339"/>
                  </a:lnTo>
                  <a:lnTo>
                    <a:pt x="2665123" y="2346339"/>
                  </a:lnTo>
                  <a:lnTo>
                    <a:pt x="2665281" y="2346339"/>
                  </a:lnTo>
                  <a:lnTo>
                    <a:pt x="2665281" y="2345908"/>
                  </a:lnTo>
                  <a:lnTo>
                    <a:pt x="2665438" y="2345908"/>
                  </a:lnTo>
                  <a:lnTo>
                    <a:pt x="2665596" y="2345908"/>
                  </a:lnTo>
                  <a:lnTo>
                    <a:pt x="2665754" y="2345908"/>
                  </a:lnTo>
                  <a:lnTo>
                    <a:pt x="2665912" y="2345908"/>
                  </a:lnTo>
                  <a:lnTo>
                    <a:pt x="2665912" y="2345478"/>
                  </a:lnTo>
                  <a:lnTo>
                    <a:pt x="2666069" y="2345478"/>
                  </a:lnTo>
                  <a:lnTo>
                    <a:pt x="2666227" y="2345478"/>
                  </a:lnTo>
                  <a:lnTo>
                    <a:pt x="2666385" y="2345478"/>
                  </a:lnTo>
                  <a:lnTo>
                    <a:pt x="2666542" y="2345478"/>
                  </a:lnTo>
                  <a:lnTo>
                    <a:pt x="2666700" y="2345478"/>
                  </a:lnTo>
                  <a:lnTo>
                    <a:pt x="2666858" y="2345478"/>
                  </a:lnTo>
                  <a:lnTo>
                    <a:pt x="2667016" y="2345478"/>
                  </a:lnTo>
                  <a:lnTo>
                    <a:pt x="2667173" y="2345478"/>
                  </a:lnTo>
                  <a:lnTo>
                    <a:pt x="2667331" y="2345478"/>
                  </a:lnTo>
                  <a:lnTo>
                    <a:pt x="2667489" y="2345478"/>
                  </a:lnTo>
                  <a:lnTo>
                    <a:pt x="2667489" y="2345047"/>
                  </a:lnTo>
                  <a:lnTo>
                    <a:pt x="2667646" y="2345047"/>
                  </a:lnTo>
                  <a:lnTo>
                    <a:pt x="2667804" y="2345047"/>
                  </a:lnTo>
                  <a:lnTo>
                    <a:pt x="2667962" y="2345047"/>
                  </a:lnTo>
                  <a:lnTo>
                    <a:pt x="2668120" y="2345047"/>
                  </a:lnTo>
                  <a:lnTo>
                    <a:pt x="2668120" y="2344617"/>
                  </a:lnTo>
                  <a:lnTo>
                    <a:pt x="2668277" y="2344617"/>
                  </a:lnTo>
                  <a:lnTo>
                    <a:pt x="2668277" y="2344186"/>
                  </a:lnTo>
                  <a:lnTo>
                    <a:pt x="2668277" y="2343755"/>
                  </a:lnTo>
                  <a:lnTo>
                    <a:pt x="2668435" y="2343755"/>
                  </a:lnTo>
                  <a:lnTo>
                    <a:pt x="2668593" y="2343755"/>
                  </a:lnTo>
                  <a:lnTo>
                    <a:pt x="2668750" y="2343755"/>
                  </a:lnTo>
                  <a:lnTo>
                    <a:pt x="2668908" y="2343755"/>
                  </a:lnTo>
                  <a:lnTo>
                    <a:pt x="2668908" y="2343325"/>
                  </a:lnTo>
                  <a:lnTo>
                    <a:pt x="2669066" y="2343325"/>
                  </a:lnTo>
                  <a:lnTo>
                    <a:pt x="2669224" y="2343325"/>
                  </a:lnTo>
                  <a:lnTo>
                    <a:pt x="2669381" y="2343325"/>
                  </a:lnTo>
                  <a:lnTo>
                    <a:pt x="2669539" y="2343325"/>
                  </a:lnTo>
                  <a:lnTo>
                    <a:pt x="2669539" y="2342894"/>
                  </a:lnTo>
                  <a:lnTo>
                    <a:pt x="2669697" y="2342894"/>
                  </a:lnTo>
                  <a:lnTo>
                    <a:pt x="2669855" y="2342894"/>
                  </a:lnTo>
                  <a:lnTo>
                    <a:pt x="2669855" y="2342464"/>
                  </a:lnTo>
                  <a:lnTo>
                    <a:pt x="2670012" y="2342464"/>
                  </a:lnTo>
                  <a:lnTo>
                    <a:pt x="2670170" y="2342464"/>
                  </a:lnTo>
                  <a:lnTo>
                    <a:pt x="2670170" y="2342033"/>
                  </a:lnTo>
                  <a:lnTo>
                    <a:pt x="2670328" y="2342033"/>
                  </a:lnTo>
                  <a:lnTo>
                    <a:pt x="2670485" y="2342033"/>
                  </a:lnTo>
                  <a:lnTo>
                    <a:pt x="2670643" y="2342033"/>
                  </a:lnTo>
                  <a:lnTo>
                    <a:pt x="2670801" y="2342033"/>
                  </a:lnTo>
                  <a:lnTo>
                    <a:pt x="2670959" y="2342033"/>
                  </a:lnTo>
                  <a:lnTo>
                    <a:pt x="2670959" y="2341602"/>
                  </a:lnTo>
                  <a:lnTo>
                    <a:pt x="2671116" y="2341602"/>
                  </a:lnTo>
                  <a:lnTo>
                    <a:pt x="2671274" y="2341602"/>
                  </a:lnTo>
                  <a:lnTo>
                    <a:pt x="2671432" y="2341602"/>
                  </a:lnTo>
                  <a:lnTo>
                    <a:pt x="2671589" y="2341602"/>
                  </a:lnTo>
                  <a:lnTo>
                    <a:pt x="2671747" y="2341602"/>
                  </a:lnTo>
                  <a:lnTo>
                    <a:pt x="2671905" y="2341602"/>
                  </a:lnTo>
                  <a:lnTo>
                    <a:pt x="2672063" y="2341602"/>
                  </a:lnTo>
                  <a:lnTo>
                    <a:pt x="2672220" y="2341602"/>
                  </a:lnTo>
                  <a:lnTo>
                    <a:pt x="2672220" y="2341172"/>
                  </a:lnTo>
                  <a:lnTo>
                    <a:pt x="2672220" y="2340741"/>
                  </a:lnTo>
                  <a:lnTo>
                    <a:pt x="2672220" y="2340311"/>
                  </a:lnTo>
                  <a:lnTo>
                    <a:pt x="2672378" y="2340311"/>
                  </a:lnTo>
                  <a:lnTo>
                    <a:pt x="2672378" y="2339880"/>
                  </a:lnTo>
                  <a:lnTo>
                    <a:pt x="2672536" y="2339880"/>
                  </a:lnTo>
                  <a:lnTo>
                    <a:pt x="2672693" y="2339880"/>
                  </a:lnTo>
                  <a:lnTo>
                    <a:pt x="2672693" y="2339449"/>
                  </a:lnTo>
                  <a:lnTo>
                    <a:pt x="2672851" y="2339449"/>
                  </a:lnTo>
                  <a:lnTo>
                    <a:pt x="2673009" y="2339449"/>
                  </a:lnTo>
                  <a:lnTo>
                    <a:pt x="2673167" y="2339449"/>
                  </a:lnTo>
                  <a:lnTo>
                    <a:pt x="2673324" y="2339449"/>
                  </a:lnTo>
                  <a:lnTo>
                    <a:pt x="2673324" y="2339019"/>
                  </a:lnTo>
                  <a:lnTo>
                    <a:pt x="2673482" y="2339019"/>
                  </a:lnTo>
                  <a:lnTo>
                    <a:pt x="2673640" y="2339019"/>
                  </a:lnTo>
                  <a:lnTo>
                    <a:pt x="2673797" y="2339019"/>
                  </a:lnTo>
                  <a:lnTo>
                    <a:pt x="2673797" y="2338588"/>
                  </a:lnTo>
                  <a:lnTo>
                    <a:pt x="2673955" y="2338588"/>
                  </a:lnTo>
                  <a:lnTo>
                    <a:pt x="2674113" y="2338588"/>
                  </a:lnTo>
                  <a:lnTo>
                    <a:pt x="2674113" y="2338158"/>
                  </a:lnTo>
                  <a:lnTo>
                    <a:pt x="2674113" y="2337727"/>
                  </a:lnTo>
                  <a:lnTo>
                    <a:pt x="2674271" y="2337727"/>
                  </a:lnTo>
                  <a:lnTo>
                    <a:pt x="2674428" y="2337727"/>
                  </a:lnTo>
                  <a:lnTo>
                    <a:pt x="2674586" y="2337727"/>
                  </a:lnTo>
                  <a:lnTo>
                    <a:pt x="2674744" y="2337727"/>
                  </a:lnTo>
                  <a:lnTo>
                    <a:pt x="2674901" y="2337727"/>
                  </a:lnTo>
                  <a:lnTo>
                    <a:pt x="2674901" y="2337296"/>
                  </a:lnTo>
                  <a:lnTo>
                    <a:pt x="2675059" y="2337296"/>
                  </a:lnTo>
                  <a:lnTo>
                    <a:pt x="2675217" y="2337296"/>
                  </a:lnTo>
                  <a:lnTo>
                    <a:pt x="2675375" y="2337296"/>
                  </a:lnTo>
                  <a:lnTo>
                    <a:pt x="2675532" y="2337296"/>
                  </a:lnTo>
                  <a:lnTo>
                    <a:pt x="2675690" y="2337296"/>
                  </a:lnTo>
                  <a:lnTo>
                    <a:pt x="2675690" y="2336866"/>
                  </a:lnTo>
                  <a:lnTo>
                    <a:pt x="2675690" y="2336435"/>
                  </a:lnTo>
                  <a:lnTo>
                    <a:pt x="2675848" y="2336435"/>
                  </a:lnTo>
                  <a:lnTo>
                    <a:pt x="2675848" y="2336005"/>
                  </a:lnTo>
                  <a:lnTo>
                    <a:pt x="2675848" y="2335574"/>
                  </a:lnTo>
                  <a:lnTo>
                    <a:pt x="2676006" y="2335574"/>
                  </a:lnTo>
                  <a:lnTo>
                    <a:pt x="2676163" y="2335574"/>
                  </a:lnTo>
                  <a:lnTo>
                    <a:pt x="2676321" y="2335574"/>
                  </a:lnTo>
                  <a:lnTo>
                    <a:pt x="2676321" y="2335143"/>
                  </a:lnTo>
                  <a:lnTo>
                    <a:pt x="2676479" y="2335143"/>
                  </a:lnTo>
                  <a:lnTo>
                    <a:pt x="2676636" y="2335143"/>
                  </a:lnTo>
                  <a:lnTo>
                    <a:pt x="2676794" y="2335143"/>
                  </a:lnTo>
                  <a:lnTo>
                    <a:pt x="2676952" y="2335143"/>
                  </a:lnTo>
                  <a:lnTo>
                    <a:pt x="2677110" y="2335143"/>
                  </a:lnTo>
                  <a:lnTo>
                    <a:pt x="2677110" y="2334713"/>
                  </a:lnTo>
                  <a:lnTo>
                    <a:pt x="2677267" y="2334713"/>
                  </a:lnTo>
                  <a:lnTo>
                    <a:pt x="2677267" y="2334282"/>
                  </a:lnTo>
                  <a:lnTo>
                    <a:pt x="2677267" y="2333852"/>
                  </a:lnTo>
                  <a:lnTo>
                    <a:pt x="2677425" y="2333852"/>
                  </a:lnTo>
                  <a:lnTo>
                    <a:pt x="2677583" y="2333852"/>
                  </a:lnTo>
                  <a:lnTo>
                    <a:pt x="2677740" y="2333852"/>
                  </a:lnTo>
                  <a:lnTo>
                    <a:pt x="2677898" y="2333852"/>
                  </a:lnTo>
                  <a:lnTo>
                    <a:pt x="2677898" y="2333421"/>
                  </a:lnTo>
                  <a:lnTo>
                    <a:pt x="2678056" y="2333421"/>
                  </a:lnTo>
                  <a:lnTo>
                    <a:pt x="2678214" y="2333421"/>
                  </a:lnTo>
                  <a:lnTo>
                    <a:pt x="2678371" y="2333421"/>
                  </a:lnTo>
                  <a:lnTo>
                    <a:pt x="2678529" y="2333421"/>
                  </a:lnTo>
                  <a:lnTo>
                    <a:pt x="2678687" y="2333421"/>
                  </a:lnTo>
                  <a:lnTo>
                    <a:pt x="2678844" y="2333421"/>
                  </a:lnTo>
                  <a:lnTo>
                    <a:pt x="2679002" y="2333421"/>
                  </a:lnTo>
                  <a:lnTo>
                    <a:pt x="2679002" y="2332990"/>
                  </a:lnTo>
                  <a:lnTo>
                    <a:pt x="2679002" y="2332560"/>
                  </a:lnTo>
                  <a:lnTo>
                    <a:pt x="2679002" y="2332129"/>
                  </a:lnTo>
                  <a:lnTo>
                    <a:pt x="2679160" y="2332129"/>
                  </a:lnTo>
                  <a:lnTo>
                    <a:pt x="2679318" y="2332129"/>
                  </a:lnTo>
                  <a:lnTo>
                    <a:pt x="2679318" y="2331699"/>
                  </a:lnTo>
                  <a:lnTo>
                    <a:pt x="2679475" y="2331699"/>
                  </a:lnTo>
                  <a:lnTo>
                    <a:pt x="2679633" y="2331699"/>
                  </a:lnTo>
                  <a:lnTo>
                    <a:pt x="2679791" y="2331699"/>
                  </a:lnTo>
                  <a:lnTo>
                    <a:pt x="2679948" y="2331699"/>
                  </a:lnTo>
                  <a:lnTo>
                    <a:pt x="2680106" y="2331699"/>
                  </a:lnTo>
                  <a:lnTo>
                    <a:pt x="2680264" y="2331699"/>
                  </a:lnTo>
                  <a:lnTo>
                    <a:pt x="2680264" y="2331268"/>
                  </a:lnTo>
                  <a:lnTo>
                    <a:pt x="2680422" y="2331268"/>
                  </a:lnTo>
                  <a:lnTo>
                    <a:pt x="2680579" y="2331268"/>
                  </a:lnTo>
                  <a:lnTo>
                    <a:pt x="2680737" y="2331268"/>
                  </a:lnTo>
                  <a:lnTo>
                    <a:pt x="2680895" y="2331268"/>
                  </a:lnTo>
                  <a:lnTo>
                    <a:pt x="2681053" y="2331268"/>
                  </a:lnTo>
                  <a:lnTo>
                    <a:pt x="2681053" y="2330837"/>
                  </a:lnTo>
                  <a:lnTo>
                    <a:pt x="2681210" y="2330837"/>
                  </a:lnTo>
                  <a:lnTo>
                    <a:pt x="2681368" y="2330837"/>
                  </a:lnTo>
                  <a:lnTo>
                    <a:pt x="2681526" y="2330837"/>
                  </a:lnTo>
                  <a:lnTo>
                    <a:pt x="2681683" y="2330837"/>
                  </a:lnTo>
                  <a:lnTo>
                    <a:pt x="2681841" y="2330837"/>
                  </a:lnTo>
                  <a:lnTo>
                    <a:pt x="2681999" y="2330837"/>
                  </a:lnTo>
                  <a:lnTo>
                    <a:pt x="2682157" y="2330837"/>
                  </a:lnTo>
                  <a:lnTo>
                    <a:pt x="2682314" y="2330837"/>
                  </a:lnTo>
                  <a:lnTo>
                    <a:pt x="2682472" y="2330837"/>
                  </a:lnTo>
                  <a:lnTo>
                    <a:pt x="2682472" y="2330407"/>
                  </a:lnTo>
                  <a:lnTo>
                    <a:pt x="2682630" y="2330407"/>
                  </a:lnTo>
                  <a:lnTo>
                    <a:pt x="2682787" y="2330407"/>
                  </a:lnTo>
                  <a:lnTo>
                    <a:pt x="2682945" y="2330407"/>
                  </a:lnTo>
                  <a:lnTo>
                    <a:pt x="2682945" y="2329976"/>
                  </a:lnTo>
                  <a:lnTo>
                    <a:pt x="2683103" y="2329976"/>
                  </a:lnTo>
                  <a:lnTo>
                    <a:pt x="2683261" y="2329976"/>
                  </a:lnTo>
                  <a:lnTo>
                    <a:pt x="2683418" y="2329976"/>
                  </a:lnTo>
                  <a:lnTo>
                    <a:pt x="2683576" y="2329976"/>
                  </a:lnTo>
                  <a:lnTo>
                    <a:pt x="2683576" y="2329546"/>
                  </a:lnTo>
                  <a:lnTo>
                    <a:pt x="2683734" y="2329546"/>
                  </a:lnTo>
                  <a:lnTo>
                    <a:pt x="2683891" y="2329546"/>
                  </a:lnTo>
                  <a:lnTo>
                    <a:pt x="2684049" y="2329546"/>
                  </a:lnTo>
                  <a:lnTo>
                    <a:pt x="2684207" y="2329546"/>
                  </a:lnTo>
                  <a:lnTo>
                    <a:pt x="2684365" y="2329546"/>
                  </a:lnTo>
                  <a:lnTo>
                    <a:pt x="2684522" y="2329546"/>
                  </a:lnTo>
                  <a:lnTo>
                    <a:pt x="2684680" y="2329546"/>
                  </a:lnTo>
                  <a:lnTo>
                    <a:pt x="2684838" y="2329546"/>
                  </a:lnTo>
                  <a:lnTo>
                    <a:pt x="2684995" y="2329546"/>
                  </a:lnTo>
                  <a:lnTo>
                    <a:pt x="2684995" y="2329115"/>
                  </a:lnTo>
                  <a:lnTo>
                    <a:pt x="2685153" y="2329115"/>
                  </a:lnTo>
                  <a:lnTo>
                    <a:pt x="2685153" y="2328684"/>
                  </a:lnTo>
                  <a:lnTo>
                    <a:pt x="2685311" y="2328684"/>
                  </a:lnTo>
                  <a:lnTo>
                    <a:pt x="2685311" y="2328254"/>
                  </a:lnTo>
                  <a:lnTo>
                    <a:pt x="2685469" y="2328254"/>
                  </a:lnTo>
                  <a:lnTo>
                    <a:pt x="2685626" y="2328254"/>
                  </a:lnTo>
                  <a:lnTo>
                    <a:pt x="2685626" y="2327823"/>
                  </a:lnTo>
                  <a:lnTo>
                    <a:pt x="2685784" y="2327823"/>
                  </a:lnTo>
                  <a:lnTo>
                    <a:pt x="2685942" y="2327823"/>
                  </a:lnTo>
                  <a:lnTo>
                    <a:pt x="2686099" y="2327823"/>
                  </a:lnTo>
                  <a:lnTo>
                    <a:pt x="2686257" y="2327823"/>
                  </a:lnTo>
                  <a:lnTo>
                    <a:pt x="2686415" y="2327823"/>
                  </a:lnTo>
                  <a:lnTo>
                    <a:pt x="2686415" y="2327393"/>
                  </a:lnTo>
                  <a:lnTo>
                    <a:pt x="2686573" y="2327393"/>
                  </a:lnTo>
                  <a:lnTo>
                    <a:pt x="2686730" y="2327393"/>
                  </a:lnTo>
                  <a:lnTo>
                    <a:pt x="2686888" y="2327393"/>
                  </a:lnTo>
                  <a:lnTo>
                    <a:pt x="2687046" y="2327393"/>
                  </a:lnTo>
                  <a:lnTo>
                    <a:pt x="2687204" y="2327393"/>
                  </a:lnTo>
                  <a:lnTo>
                    <a:pt x="2687361" y="2327393"/>
                  </a:lnTo>
                  <a:lnTo>
                    <a:pt x="2687519" y="2327393"/>
                  </a:lnTo>
                  <a:lnTo>
                    <a:pt x="2687677" y="2327393"/>
                  </a:lnTo>
                  <a:lnTo>
                    <a:pt x="2687834" y="2327393"/>
                  </a:lnTo>
                  <a:lnTo>
                    <a:pt x="2687834" y="2326962"/>
                  </a:lnTo>
                  <a:lnTo>
                    <a:pt x="2687992" y="2326962"/>
                  </a:lnTo>
                  <a:lnTo>
                    <a:pt x="2687992" y="2326531"/>
                  </a:lnTo>
                  <a:lnTo>
                    <a:pt x="2688150" y="2326531"/>
                  </a:lnTo>
                  <a:lnTo>
                    <a:pt x="2688150" y="2326101"/>
                  </a:lnTo>
                  <a:lnTo>
                    <a:pt x="2688308" y="2326101"/>
                  </a:lnTo>
                  <a:lnTo>
                    <a:pt x="2688308" y="2325670"/>
                  </a:lnTo>
                  <a:lnTo>
                    <a:pt x="2688465" y="2325670"/>
                  </a:lnTo>
                  <a:lnTo>
                    <a:pt x="2688623" y="2325670"/>
                  </a:lnTo>
                  <a:lnTo>
                    <a:pt x="2688623" y="2325240"/>
                  </a:lnTo>
                  <a:lnTo>
                    <a:pt x="2688781" y="2325240"/>
                  </a:lnTo>
                  <a:lnTo>
                    <a:pt x="2688781" y="2324809"/>
                  </a:lnTo>
                  <a:lnTo>
                    <a:pt x="2688781" y="2324378"/>
                  </a:lnTo>
                  <a:lnTo>
                    <a:pt x="2688938" y="2324378"/>
                  </a:lnTo>
                  <a:lnTo>
                    <a:pt x="2689096" y="2324378"/>
                  </a:lnTo>
                  <a:lnTo>
                    <a:pt x="2689254" y="2324378"/>
                  </a:lnTo>
                  <a:lnTo>
                    <a:pt x="2689412" y="2324378"/>
                  </a:lnTo>
                  <a:lnTo>
                    <a:pt x="2689569" y="2324378"/>
                  </a:lnTo>
                  <a:lnTo>
                    <a:pt x="2689569" y="2323948"/>
                  </a:lnTo>
                  <a:lnTo>
                    <a:pt x="2689727" y="2323948"/>
                  </a:lnTo>
                  <a:lnTo>
                    <a:pt x="2689727" y="2323517"/>
                  </a:lnTo>
                  <a:lnTo>
                    <a:pt x="2689885" y="2323517"/>
                  </a:lnTo>
                  <a:lnTo>
                    <a:pt x="2689885" y="2323087"/>
                  </a:lnTo>
                  <a:lnTo>
                    <a:pt x="2690042" y="2323087"/>
                  </a:lnTo>
                  <a:lnTo>
                    <a:pt x="2690200" y="2323087"/>
                  </a:lnTo>
                  <a:lnTo>
                    <a:pt x="2690358" y="2323087"/>
                  </a:lnTo>
                  <a:lnTo>
                    <a:pt x="2690516" y="2323087"/>
                  </a:lnTo>
                  <a:lnTo>
                    <a:pt x="2690673" y="2323087"/>
                  </a:lnTo>
                  <a:lnTo>
                    <a:pt x="2690831" y="2323087"/>
                  </a:lnTo>
                  <a:lnTo>
                    <a:pt x="2690831" y="2322656"/>
                  </a:lnTo>
                  <a:lnTo>
                    <a:pt x="2690989" y="2322656"/>
                  </a:lnTo>
                  <a:lnTo>
                    <a:pt x="2690989" y="2322225"/>
                  </a:lnTo>
                  <a:lnTo>
                    <a:pt x="2691146" y="2322225"/>
                  </a:lnTo>
                  <a:lnTo>
                    <a:pt x="2691304" y="2322225"/>
                  </a:lnTo>
                  <a:lnTo>
                    <a:pt x="2691462" y="2322225"/>
                  </a:lnTo>
                  <a:lnTo>
                    <a:pt x="2691462" y="2321795"/>
                  </a:lnTo>
                  <a:lnTo>
                    <a:pt x="2691620" y="2321795"/>
                  </a:lnTo>
                  <a:lnTo>
                    <a:pt x="2691777" y="2321795"/>
                  </a:lnTo>
                  <a:lnTo>
                    <a:pt x="2691935" y="2321795"/>
                  </a:lnTo>
                  <a:lnTo>
                    <a:pt x="2692093" y="2321795"/>
                  </a:lnTo>
                  <a:lnTo>
                    <a:pt x="2692093" y="2321364"/>
                  </a:lnTo>
                  <a:lnTo>
                    <a:pt x="2692093" y="2320934"/>
                  </a:lnTo>
                  <a:lnTo>
                    <a:pt x="2692251" y="2320934"/>
                  </a:lnTo>
                  <a:lnTo>
                    <a:pt x="2692408" y="2320934"/>
                  </a:lnTo>
                  <a:lnTo>
                    <a:pt x="2692566" y="2320934"/>
                  </a:lnTo>
                  <a:lnTo>
                    <a:pt x="2692724" y="2320934"/>
                  </a:lnTo>
                  <a:lnTo>
                    <a:pt x="2692881" y="2320934"/>
                  </a:lnTo>
                  <a:lnTo>
                    <a:pt x="2693039" y="2320934"/>
                  </a:lnTo>
                  <a:lnTo>
                    <a:pt x="2693197" y="2320934"/>
                  </a:lnTo>
                  <a:lnTo>
                    <a:pt x="2693355" y="2320934"/>
                  </a:lnTo>
                  <a:lnTo>
                    <a:pt x="2693512" y="2320934"/>
                  </a:lnTo>
                  <a:lnTo>
                    <a:pt x="2693512" y="2320503"/>
                  </a:lnTo>
                  <a:lnTo>
                    <a:pt x="2693670" y="2320503"/>
                  </a:lnTo>
                  <a:lnTo>
                    <a:pt x="2693828" y="2320503"/>
                  </a:lnTo>
                  <a:lnTo>
                    <a:pt x="2693985" y="2320503"/>
                  </a:lnTo>
                  <a:lnTo>
                    <a:pt x="2694143" y="2320503"/>
                  </a:lnTo>
                  <a:lnTo>
                    <a:pt x="2694301" y="2320503"/>
                  </a:lnTo>
                  <a:lnTo>
                    <a:pt x="2694459" y="2320503"/>
                  </a:lnTo>
                  <a:lnTo>
                    <a:pt x="2694616" y="2320503"/>
                  </a:lnTo>
                  <a:lnTo>
                    <a:pt x="2694774" y="2320503"/>
                  </a:lnTo>
                  <a:lnTo>
                    <a:pt x="2694774" y="2320072"/>
                  </a:lnTo>
                  <a:lnTo>
                    <a:pt x="2694932" y="2320072"/>
                  </a:lnTo>
                  <a:lnTo>
                    <a:pt x="2695089" y="2320072"/>
                  </a:lnTo>
                  <a:lnTo>
                    <a:pt x="2695247" y="2320072"/>
                  </a:lnTo>
                  <a:lnTo>
                    <a:pt x="2695247" y="2319642"/>
                  </a:lnTo>
                  <a:lnTo>
                    <a:pt x="2695405" y="2319642"/>
                  </a:lnTo>
                  <a:lnTo>
                    <a:pt x="2695563" y="2319642"/>
                  </a:lnTo>
                  <a:lnTo>
                    <a:pt x="2695720" y="2319642"/>
                  </a:lnTo>
                  <a:lnTo>
                    <a:pt x="2695720" y="2319211"/>
                  </a:lnTo>
                  <a:lnTo>
                    <a:pt x="2695720" y="2318781"/>
                  </a:lnTo>
                  <a:lnTo>
                    <a:pt x="2695878" y="2318781"/>
                  </a:lnTo>
                  <a:lnTo>
                    <a:pt x="2696036" y="2318781"/>
                  </a:lnTo>
                  <a:lnTo>
                    <a:pt x="2696193" y="2318781"/>
                  </a:lnTo>
                  <a:lnTo>
                    <a:pt x="2696351" y="2318781"/>
                  </a:lnTo>
                  <a:lnTo>
                    <a:pt x="2696509" y="2318781"/>
                  </a:lnTo>
                  <a:lnTo>
                    <a:pt x="2696509" y="2318350"/>
                  </a:lnTo>
                  <a:lnTo>
                    <a:pt x="2696667" y="2318350"/>
                  </a:lnTo>
                  <a:lnTo>
                    <a:pt x="2696824" y="2318350"/>
                  </a:lnTo>
                  <a:lnTo>
                    <a:pt x="2696982" y="2318350"/>
                  </a:lnTo>
                  <a:lnTo>
                    <a:pt x="2697140" y="2318350"/>
                  </a:lnTo>
                  <a:lnTo>
                    <a:pt x="2697297" y="2318350"/>
                  </a:lnTo>
                  <a:lnTo>
                    <a:pt x="2697455" y="2318350"/>
                  </a:lnTo>
                  <a:lnTo>
                    <a:pt x="2697613" y="2318350"/>
                  </a:lnTo>
                  <a:lnTo>
                    <a:pt x="2697771" y="2318350"/>
                  </a:lnTo>
                  <a:lnTo>
                    <a:pt x="2697928" y="2318350"/>
                  </a:lnTo>
                  <a:lnTo>
                    <a:pt x="2697928" y="2317919"/>
                  </a:lnTo>
                  <a:lnTo>
                    <a:pt x="2698086" y="2317919"/>
                  </a:lnTo>
                  <a:lnTo>
                    <a:pt x="2698244" y="2317919"/>
                  </a:lnTo>
                  <a:lnTo>
                    <a:pt x="2698244" y="2317489"/>
                  </a:lnTo>
                  <a:lnTo>
                    <a:pt x="2698402" y="2317489"/>
                  </a:lnTo>
                  <a:lnTo>
                    <a:pt x="2698559" y="2317489"/>
                  </a:lnTo>
                  <a:lnTo>
                    <a:pt x="2698559" y="2317058"/>
                  </a:lnTo>
                  <a:lnTo>
                    <a:pt x="2698717" y="2317058"/>
                  </a:lnTo>
                  <a:lnTo>
                    <a:pt x="2698875" y="2317058"/>
                  </a:lnTo>
                  <a:lnTo>
                    <a:pt x="2699032" y="2317058"/>
                  </a:lnTo>
                  <a:lnTo>
                    <a:pt x="2699190" y="2317058"/>
                  </a:lnTo>
                  <a:lnTo>
                    <a:pt x="2699348" y="2317058"/>
                  </a:lnTo>
                  <a:lnTo>
                    <a:pt x="2699506" y="2317058"/>
                  </a:lnTo>
                  <a:lnTo>
                    <a:pt x="2699663" y="2317058"/>
                  </a:lnTo>
                  <a:lnTo>
                    <a:pt x="2699821" y="2317058"/>
                  </a:lnTo>
                  <a:lnTo>
                    <a:pt x="2699979" y="2317058"/>
                  </a:lnTo>
                  <a:lnTo>
                    <a:pt x="2700136" y="2317058"/>
                  </a:lnTo>
                  <a:lnTo>
                    <a:pt x="2700294" y="2317058"/>
                  </a:lnTo>
                  <a:lnTo>
                    <a:pt x="2700294" y="2316628"/>
                  </a:lnTo>
                  <a:lnTo>
                    <a:pt x="2700294" y="2316197"/>
                  </a:lnTo>
                  <a:lnTo>
                    <a:pt x="2700452" y="2316197"/>
                  </a:lnTo>
                  <a:lnTo>
                    <a:pt x="2700452" y="2315766"/>
                  </a:lnTo>
                  <a:lnTo>
                    <a:pt x="2700452" y="2315336"/>
                  </a:lnTo>
                  <a:lnTo>
                    <a:pt x="2700610" y="2315336"/>
                  </a:lnTo>
                  <a:lnTo>
                    <a:pt x="2700767" y="2315336"/>
                  </a:lnTo>
                  <a:lnTo>
                    <a:pt x="2700925" y="2315336"/>
                  </a:lnTo>
                  <a:lnTo>
                    <a:pt x="2701083" y="2315336"/>
                  </a:lnTo>
                  <a:lnTo>
                    <a:pt x="2701240" y="2315336"/>
                  </a:lnTo>
                  <a:lnTo>
                    <a:pt x="2701398" y="2315336"/>
                  </a:lnTo>
                  <a:lnTo>
                    <a:pt x="2701398" y="2314905"/>
                  </a:lnTo>
                  <a:lnTo>
                    <a:pt x="2701556" y="2314905"/>
                  </a:lnTo>
                  <a:lnTo>
                    <a:pt x="2701714" y="2314905"/>
                  </a:lnTo>
                  <a:lnTo>
                    <a:pt x="2701871" y="2314905"/>
                  </a:lnTo>
                  <a:lnTo>
                    <a:pt x="2702029" y="2314905"/>
                  </a:lnTo>
                  <a:lnTo>
                    <a:pt x="2702187" y="2314905"/>
                  </a:lnTo>
                  <a:lnTo>
                    <a:pt x="2702344" y="2314905"/>
                  </a:lnTo>
                  <a:lnTo>
                    <a:pt x="2702502" y="2314905"/>
                  </a:lnTo>
                  <a:lnTo>
                    <a:pt x="2702502" y="2314475"/>
                  </a:lnTo>
                  <a:lnTo>
                    <a:pt x="2702660" y="2314475"/>
                  </a:lnTo>
                  <a:lnTo>
                    <a:pt x="2702818" y="2314475"/>
                  </a:lnTo>
                  <a:lnTo>
                    <a:pt x="2702975" y="2314475"/>
                  </a:lnTo>
                  <a:lnTo>
                    <a:pt x="2703133" y="2314475"/>
                  </a:lnTo>
                  <a:lnTo>
                    <a:pt x="2703291" y="2314475"/>
                  </a:lnTo>
                  <a:lnTo>
                    <a:pt x="2703449" y="2314475"/>
                  </a:lnTo>
                  <a:lnTo>
                    <a:pt x="2703449" y="2314044"/>
                  </a:lnTo>
                  <a:lnTo>
                    <a:pt x="2703606" y="2314044"/>
                  </a:lnTo>
                  <a:lnTo>
                    <a:pt x="2703764" y="2314044"/>
                  </a:lnTo>
                  <a:lnTo>
                    <a:pt x="2703922" y="2314044"/>
                  </a:lnTo>
                  <a:lnTo>
                    <a:pt x="2704079" y="2314044"/>
                  </a:lnTo>
                  <a:lnTo>
                    <a:pt x="2704237" y="2314044"/>
                  </a:lnTo>
                  <a:lnTo>
                    <a:pt x="2704395" y="2314044"/>
                  </a:lnTo>
                  <a:lnTo>
                    <a:pt x="2704553" y="2314044"/>
                  </a:lnTo>
                  <a:lnTo>
                    <a:pt x="2704710" y="2314044"/>
                  </a:lnTo>
                  <a:lnTo>
                    <a:pt x="2704868" y="2314044"/>
                  </a:lnTo>
                  <a:lnTo>
                    <a:pt x="2704868" y="2313613"/>
                  </a:lnTo>
                  <a:lnTo>
                    <a:pt x="2705026" y="2313613"/>
                  </a:lnTo>
                  <a:lnTo>
                    <a:pt x="2705026" y="2313183"/>
                  </a:lnTo>
                  <a:lnTo>
                    <a:pt x="2705026" y="2312752"/>
                  </a:lnTo>
                  <a:lnTo>
                    <a:pt x="2705183" y="2312752"/>
                  </a:lnTo>
                  <a:lnTo>
                    <a:pt x="2705183" y="2312322"/>
                  </a:lnTo>
                  <a:lnTo>
                    <a:pt x="2705183" y="2311891"/>
                  </a:lnTo>
                  <a:lnTo>
                    <a:pt x="2705341" y="2311891"/>
                  </a:lnTo>
                  <a:lnTo>
                    <a:pt x="2705499" y="2311891"/>
                  </a:lnTo>
                  <a:lnTo>
                    <a:pt x="2705499" y="2311460"/>
                  </a:lnTo>
                  <a:lnTo>
                    <a:pt x="2705657" y="2311460"/>
                  </a:lnTo>
                  <a:lnTo>
                    <a:pt x="2705657" y="2311030"/>
                  </a:lnTo>
                  <a:lnTo>
                    <a:pt x="2705814" y="2311030"/>
                  </a:lnTo>
                  <a:lnTo>
                    <a:pt x="2705972" y="2311030"/>
                  </a:lnTo>
                  <a:lnTo>
                    <a:pt x="2705972" y="2310599"/>
                  </a:lnTo>
                  <a:lnTo>
                    <a:pt x="2705972" y="2310169"/>
                  </a:lnTo>
                  <a:lnTo>
                    <a:pt x="2706130" y="2310169"/>
                  </a:lnTo>
                  <a:lnTo>
                    <a:pt x="2706287" y="2310169"/>
                  </a:lnTo>
                  <a:lnTo>
                    <a:pt x="2706287" y="2309738"/>
                  </a:lnTo>
                  <a:lnTo>
                    <a:pt x="2706445" y="2309738"/>
                  </a:lnTo>
                  <a:lnTo>
                    <a:pt x="2706603" y="2309738"/>
                  </a:lnTo>
                  <a:lnTo>
                    <a:pt x="2706761" y="2309738"/>
                  </a:lnTo>
                  <a:lnTo>
                    <a:pt x="2706918" y="2309738"/>
                  </a:lnTo>
                  <a:lnTo>
                    <a:pt x="2707076" y="2309738"/>
                  </a:lnTo>
                  <a:lnTo>
                    <a:pt x="2707234" y="2309738"/>
                  </a:lnTo>
                  <a:lnTo>
                    <a:pt x="2707391" y="2309738"/>
                  </a:lnTo>
                  <a:lnTo>
                    <a:pt x="2707391" y="2309307"/>
                  </a:lnTo>
                  <a:lnTo>
                    <a:pt x="2707391" y="2308877"/>
                  </a:lnTo>
                  <a:lnTo>
                    <a:pt x="2707549" y="2308877"/>
                  </a:lnTo>
                  <a:lnTo>
                    <a:pt x="2707707" y="2308877"/>
                  </a:lnTo>
                  <a:lnTo>
                    <a:pt x="2707865" y="2308877"/>
                  </a:lnTo>
                  <a:lnTo>
                    <a:pt x="2708022" y="2308877"/>
                  </a:lnTo>
                  <a:lnTo>
                    <a:pt x="2708180" y="2308877"/>
                  </a:lnTo>
                  <a:lnTo>
                    <a:pt x="2708338" y="2308877"/>
                  </a:lnTo>
                  <a:lnTo>
                    <a:pt x="2708495" y="2308877"/>
                  </a:lnTo>
                  <a:lnTo>
                    <a:pt x="2708495" y="2308446"/>
                  </a:lnTo>
                  <a:lnTo>
                    <a:pt x="2708653" y="2308446"/>
                  </a:lnTo>
                  <a:lnTo>
                    <a:pt x="2708653" y="2308016"/>
                  </a:lnTo>
                  <a:lnTo>
                    <a:pt x="2708811" y="2308016"/>
                  </a:lnTo>
                  <a:lnTo>
                    <a:pt x="2708969" y="2308016"/>
                  </a:lnTo>
                  <a:lnTo>
                    <a:pt x="2709126" y="2308016"/>
                  </a:lnTo>
                  <a:lnTo>
                    <a:pt x="2709284" y="2308016"/>
                  </a:lnTo>
                  <a:lnTo>
                    <a:pt x="2709442" y="2308016"/>
                  </a:lnTo>
                  <a:lnTo>
                    <a:pt x="2709600" y="2308016"/>
                  </a:lnTo>
                  <a:lnTo>
                    <a:pt x="2709600" y="2307585"/>
                  </a:lnTo>
                  <a:lnTo>
                    <a:pt x="2709757" y="2307585"/>
                  </a:lnTo>
                  <a:lnTo>
                    <a:pt x="2709915" y="2307585"/>
                  </a:lnTo>
                  <a:lnTo>
                    <a:pt x="2710073" y="2307585"/>
                  </a:lnTo>
                  <a:lnTo>
                    <a:pt x="2710230" y="2307585"/>
                  </a:lnTo>
                  <a:lnTo>
                    <a:pt x="2710388" y="2307585"/>
                  </a:lnTo>
                  <a:lnTo>
                    <a:pt x="2710546" y="2307585"/>
                  </a:lnTo>
                  <a:lnTo>
                    <a:pt x="2710704" y="2307585"/>
                  </a:lnTo>
                  <a:lnTo>
                    <a:pt x="2710861" y="2307585"/>
                  </a:lnTo>
                  <a:lnTo>
                    <a:pt x="2711019" y="2307585"/>
                  </a:lnTo>
                  <a:lnTo>
                    <a:pt x="2711177" y="2307585"/>
                  </a:lnTo>
                  <a:lnTo>
                    <a:pt x="2711177" y="2307154"/>
                  </a:lnTo>
                  <a:lnTo>
                    <a:pt x="2711334" y="2307154"/>
                  </a:lnTo>
                  <a:lnTo>
                    <a:pt x="2711492" y="2307154"/>
                  </a:lnTo>
                  <a:lnTo>
                    <a:pt x="2711492" y="2306724"/>
                  </a:lnTo>
                  <a:lnTo>
                    <a:pt x="2711650" y="2306724"/>
                  </a:lnTo>
                  <a:lnTo>
                    <a:pt x="2711650" y="2306293"/>
                  </a:lnTo>
                  <a:lnTo>
                    <a:pt x="2711808" y="2306293"/>
                  </a:lnTo>
                  <a:lnTo>
                    <a:pt x="2711965" y="2306293"/>
                  </a:lnTo>
                  <a:lnTo>
                    <a:pt x="2712123" y="2306293"/>
                  </a:lnTo>
                  <a:lnTo>
                    <a:pt x="2712281" y="2306293"/>
                  </a:lnTo>
                  <a:lnTo>
                    <a:pt x="2712438" y="2306293"/>
                  </a:lnTo>
                  <a:lnTo>
                    <a:pt x="2712596" y="2306293"/>
                  </a:lnTo>
                  <a:lnTo>
                    <a:pt x="2712596" y="2305863"/>
                  </a:lnTo>
                  <a:lnTo>
                    <a:pt x="2712754" y="2305863"/>
                  </a:lnTo>
                  <a:lnTo>
                    <a:pt x="2712912" y="2305863"/>
                  </a:lnTo>
                  <a:lnTo>
                    <a:pt x="2713069" y="2305863"/>
                  </a:lnTo>
                  <a:lnTo>
                    <a:pt x="2713227" y="2305863"/>
                  </a:lnTo>
                  <a:lnTo>
                    <a:pt x="2713385" y="2305863"/>
                  </a:lnTo>
                  <a:lnTo>
                    <a:pt x="2713542" y="2305863"/>
                  </a:lnTo>
                  <a:lnTo>
                    <a:pt x="2713700" y="2305863"/>
                  </a:lnTo>
                  <a:lnTo>
                    <a:pt x="2713700" y="2305432"/>
                  </a:lnTo>
                  <a:lnTo>
                    <a:pt x="2713858" y="2305432"/>
                  </a:lnTo>
                  <a:lnTo>
                    <a:pt x="2714016" y="2305432"/>
                  </a:lnTo>
                  <a:lnTo>
                    <a:pt x="2714173" y="2305432"/>
                  </a:lnTo>
                  <a:lnTo>
                    <a:pt x="2714173" y="2305001"/>
                  </a:lnTo>
                  <a:lnTo>
                    <a:pt x="2714173" y="2304571"/>
                  </a:lnTo>
                  <a:lnTo>
                    <a:pt x="2714173" y="2304140"/>
                  </a:lnTo>
                  <a:lnTo>
                    <a:pt x="2714173" y="2303710"/>
                  </a:lnTo>
                  <a:lnTo>
                    <a:pt x="2714173" y="2303279"/>
                  </a:lnTo>
                  <a:lnTo>
                    <a:pt x="2714331" y="2303279"/>
                  </a:lnTo>
                  <a:lnTo>
                    <a:pt x="2714489" y="2303279"/>
                  </a:lnTo>
                  <a:lnTo>
                    <a:pt x="2714647" y="2303279"/>
                  </a:lnTo>
                  <a:lnTo>
                    <a:pt x="2714647" y="2302848"/>
                  </a:lnTo>
                  <a:lnTo>
                    <a:pt x="2714647" y="2302418"/>
                  </a:lnTo>
                  <a:lnTo>
                    <a:pt x="2714804" y="2302418"/>
                  </a:lnTo>
                  <a:lnTo>
                    <a:pt x="2714962" y="2302418"/>
                  </a:lnTo>
                  <a:lnTo>
                    <a:pt x="2715120" y="2302418"/>
                  </a:lnTo>
                  <a:lnTo>
                    <a:pt x="2715277" y="2302418"/>
                  </a:lnTo>
                  <a:lnTo>
                    <a:pt x="2715435" y="2302418"/>
                  </a:lnTo>
                  <a:lnTo>
                    <a:pt x="2715435" y="2301987"/>
                  </a:lnTo>
                  <a:lnTo>
                    <a:pt x="2715593" y="2301987"/>
                  </a:lnTo>
                  <a:lnTo>
                    <a:pt x="2715593" y="2301557"/>
                  </a:lnTo>
                  <a:lnTo>
                    <a:pt x="2715751" y="2301557"/>
                  </a:lnTo>
                  <a:lnTo>
                    <a:pt x="2715751" y="2301126"/>
                  </a:lnTo>
                  <a:lnTo>
                    <a:pt x="2715908" y="2301126"/>
                  </a:lnTo>
                  <a:lnTo>
                    <a:pt x="2716066" y="2301126"/>
                  </a:lnTo>
                  <a:lnTo>
                    <a:pt x="2716224" y="2301126"/>
                  </a:lnTo>
                  <a:lnTo>
                    <a:pt x="2716224" y="2300695"/>
                  </a:lnTo>
                  <a:lnTo>
                    <a:pt x="2716381" y="2300695"/>
                  </a:lnTo>
                  <a:lnTo>
                    <a:pt x="2716539" y="2300695"/>
                  </a:lnTo>
                  <a:lnTo>
                    <a:pt x="2716697" y="2300695"/>
                  </a:lnTo>
                  <a:lnTo>
                    <a:pt x="2716697" y="2300265"/>
                  </a:lnTo>
                  <a:lnTo>
                    <a:pt x="2716697" y="2299834"/>
                  </a:lnTo>
                  <a:lnTo>
                    <a:pt x="2716855" y="2299834"/>
                  </a:lnTo>
                  <a:lnTo>
                    <a:pt x="2717012" y="2299834"/>
                  </a:lnTo>
                  <a:lnTo>
                    <a:pt x="2717012" y="2299404"/>
                  </a:lnTo>
                  <a:lnTo>
                    <a:pt x="2717170" y="2299404"/>
                  </a:lnTo>
                  <a:lnTo>
                    <a:pt x="2717328" y="2299404"/>
                  </a:lnTo>
                  <a:lnTo>
                    <a:pt x="2717328" y="2298973"/>
                  </a:lnTo>
                  <a:lnTo>
                    <a:pt x="2717485" y="2298973"/>
                  </a:lnTo>
                  <a:lnTo>
                    <a:pt x="2717643" y="2298973"/>
                  </a:lnTo>
                  <a:lnTo>
                    <a:pt x="2717801" y="2298973"/>
                  </a:lnTo>
                  <a:lnTo>
                    <a:pt x="2717959" y="2298973"/>
                  </a:lnTo>
                  <a:lnTo>
                    <a:pt x="2717959" y="2298542"/>
                  </a:lnTo>
                  <a:lnTo>
                    <a:pt x="2718116" y="2298542"/>
                  </a:lnTo>
                  <a:lnTo>
                    <a:pt x="2718116" y="2298112"/>
                  </a:lnTo>
                  <a:lnTo>
                    <a:pt x="2718274" y="2298112"/>
                  </a:lnTo>
                  <a:lnTo>
                    <a:pt x="2718274" y="2297681"/>
                  </a:lnTo>
                  <a:lnTo>
                    <a:pt x="2718432" y="2297681"/>
                  </a:lnTo>
                  <a:lnTo>
                    <a:pt x="2718589" y="2297681"/>
                  </a:lnTo>
                  <a:lnTo>
                    <a:pt x="2718747" y="2297681"/>
                  </a:lnTo>
                  <a:lnTo>
                    <a:pt x="2718905" y="2297681"/>
                  </a:lnTo>
                  <a:lnTo>
                    <a:pt x="2719063" y="2297681"/>
                  </a:lnTo>
                  <a:lnTo>
                    <a:pt x="2719063" y="2297251"/>
                  </a:lnTo>
                  <a:lnTo>
                    <a:pt x="2719220" y="2297251"/>
                  </a:lnTo>
                  <a:lnTo>
                    <a:pt x="2719378" y="2297251"/>
                  </a:lnTo>
                  <a:lnTo>
                    <a:pt x="2719378" y="2296820"/>
                  </a:lnTo>
                  <a:lnTo>
                    <a:pt x="2719536" y="2296820"/>
                  </a:lnTo>
                  <a:lnTo>
                    <a:pt x="2719693" y="2296820"/>
                  </a:lnTo>
                  <a:lnTo>
                    <a:pt x="2719693" y="2296389"/>
                  </a:lnTo>
                  <a:lnTo>
                    <a:pt x="2719851" y="2296389"/>
                  </a:lnTo>
                  <a:lnTo>
                    <a:pt x="2720009" y="2296389"/>
                  </a:lnTo>
                  <a:lnTo>
                    <a:pt x="2720009" y="2295959"/>
                  </a:lnTo>
                  <a:lnTo>
                    <a:pt x="2720167" y="2295959"/>
                  </a:lnTo>
                  <a:lnTo>
                    <a:pt x="2720324" y="2295959"/>
                  </a:lnTo>
                  <a:lnTo>
                    <a:pt x="2720482" y="2295959"/>
                  </a:lnTo>
                  <a:lnTo>
                    <a:pt x="2720482" y="2295528"/>
                  </a:lnTo>
                  <a:lnTo>
                    <a:pt x="2720640" y="2295528"/>
                  </a:lnTo>
                  <a:lnTo>
                    <a:pt x="2720798" y="2295528"/>
                  </a:lnTo>
                  <a:lnTo>
                    <a:pt x="2720955" y="2295528"/>
                  </a:lnTo>
                  <a:lnTo>
                    <a:pt x="2721113" y="2295528"/>
                  </a:lnTo>
                  <a:lnTo>
                    <a:pt x="2721271" y="2295528"/>
                  </a:lnTo>
                  <a:lnTo>
                    <a:pt x="2721428" y="2295528"/>
                  </a:lnTo>
                  <a:lnTo>
                    <a:pt x="2721586" y="2295528"/>
                  </a:lnTo>
                  <a:lnTo>
                    <a:pt x="2721744" y="2295528"/>
                  </a:lnTo>
                  <a:lnTo>
                    <a:pt x="2721902" y="2295528"/>
                  </a:lnTo>
                  <a:lnTo>
                    <a:pt x="2721902" y="2295098"/>
                  </a:lnTo>
                  <a:lnTo>
                    <a:pt x="2722059" y="2295098"/>
                  </a:lnTo>
                  <a:lnTo>
                    <a:pt x="2722217" y="2295098"/>
                  </a:lnTo>
                  <a:lnTo>
                    <a:pt x="2722375" y="2295098"/>
                  </a:lnTo>
                  <a:lnTo>
                    <a:pt x="2722532" y="2295098"/>
                  </a:lnTo>
                  <a:lnTo>
                    <a:pt x="2722690" y="2295098"/>
                  </a:lnTo>
                  <a:lnTo>
                    <a:pt x="2722690" y="2294667"/>
                  </a:lnTo>
                  <a:lnTo>
                    <a:pt x="2722690" y="2294236"/>
                  </a:lnTo>
                  <a:lnTo>
                    <a:pt x="2722690" y="2293806"/>
                  </a:lnTo>
                  <a:lnTo>
                    <a:pt x="2722848" y="2293806"/>
                  </a:lnTo>
                  <a:lnTo>
                    <a:pt x="2723006" y="2293806"/>
                  </a:lnTo>
                  <a:lnTo>
                    <a:pt x="2723006" y="2293375"/>
                  </a:lnTo>
                  <a:lnTo>
                    <a:pt x="2723006" y="2292945"/>
                  </a:lnTo>
                  <a:lnTo>
                    <a:pt x="2723163" y="2292945"/>
                  </a:lnTo>
                  <a:lnTo>
                    <a:pt x="2723321" y="2292945"/>
                  </a:lnTo>
                  <a:lnTo>
                    <a:pt x="2723479" y="2292945"/>
                  </a:lnTo>
                  <a:lnTo>
                    <a:pt x="2723636" y="2292945"/>
                  </a:lnTo>
                  <a:lnTo>
                    <a:pt x="2723794" y="2292945"/>
                  </a:lnTo>
                  <a:lnTo>
                    <a:pt x="2723952" y="2292945"/>
                  </a:lnTo>
                  <a:lnTo>
                    <a:pt x="2724110" y="2292945"/>
                  </a:lnTo>
                  <a:lnTo>
                    <a:pt x="2724267" y="2292945"/>
                  </a:lnTo>
                  <a:lnTo>
                    <a:pt x="2724267" y="2292514"/>
                  </a:lnTo>
                  <a:lnTo>
                    <a:pt x="2724267" y="2292083"/>
                  </a:lnTo>
                  <a:lnTo>
                    <a:pt x="2724425" y="2292083"/>
                  </a:lnTo>
                  <a:lnTo>
                    <a:pt x="2724583" y="2292083"/>
                  </a:lnTo>
                  <a:lnTo>
                    <a:pt x="2724583" y="2291653"/>
                  </a:lnTo>
                  <a:lnTo>
                    <a:pt x="2724740" y="2291653"/>
                  </a:lnTo>
                  <a:lnTo>
                    <a:pt x="2724898" y="2291653"/>
                  </a:lnTo>
                  <a:lnTo>
                    <a:pt x="2725056" y="2291653"/>
                  </a:lnTo>
                  <a:lnTo>
                    <a:pt x="2725214" y="2291653"/>
                  </a:lnTo>
                  <a:lnTo>
                    <a:pt x="2725371" y="2291653"/>
                  </a:lnTo>
                  <a:lnTo>
                    <a:pt x="2725371" y="2291222"/>
                  </a:lnTo>
                  <a:lnTo>
                    <a:pt x="2725371" y="2290792"/>
                  </a:lnTo>
                  <a:lnTo>
                    <a:pt x="2725529" y="2290792"/>
                  </a:lnTo>
                  <a:lnTo>
                    <a:pt x="2725687" y="2290792"/>
                  </a:lnTo>
                  <a:lnTo>
                    <a:pt x="2725845" y="2290792"/>
                  </a:lnTo>
                  <a:lnTo>
                    <a:pt x="2726002" y="2290792"/>
                  </a:lnTo>
                  <a:lnTo>
                    <a:pt x="2726002" y="2290361"/>
                  </a:lnTo>
                  <a:lnTo>
                    <a:pt x="2726002" y="2289930"/>
                  </a:lnTo>
                  <a:lnTo>
                    <a:pt x="2726160" y="2289930"/>
                  </a:lnTo>
                  <a:lnTo>
                    <a:pt x="2726160" y="2289500"/>
                  </a:lnTo>
                  <a:lnTo>
                    <a:pt x="2726160" y="2289069"/>
                  </a:lnTo>
                  <a:lnTo>
                    <a:pt x="2726318" y="2289069"/>
                  </a:lnTo>
                  <a:lnTo>
                    <a:pt x="2726318" y="2288639"/>
                  </a:lnTo>
                  <a:lnTo>
                    <a:pt x="2726475" y="2288639"/>
                  </a:lnTo>
                  <a:lnTo>
                    <a:pt x="2726633" y="2288639"/>
                  </a:lnTo>
                  <a:lnTo>
                    <a:pt x="2726791" y="2288639"/>
                  </a:lnTo>
                  <a:lnTo>
                    <a:pt x="2726949" y="2288639"/>
                  </a:lnTo>
                  <a:lnTo>
                    <a:pt x="2727106" y="2288639"/>
                  </a:lnTo>
                  <a:lnTo>
                    <a:pt x="2727106" y="2288208"/>
                  </a:lnTo>
                  <a:lnTo>
                    <a:pt x="2727264" y="2288208"/>
                  </a:lnTo>
                  <a:lnTo>
                    <a:pt x="2727422" y="2288208"/>
                  </a:lnTo>
                  <a:lnTo>
                    <a:pt x="2727579" y="2288208"/>
                  </a:lnTo>
                  <a:lnTo>
                    <a:pt x="2727579" y="2287777"/>
                  </a:lnTo>
                  <a:lnTo>
                    <a:pt x="2727737" y="2287777"/>
                  </a:lnTo>
                  <a:lnTo>
                    <a:pt x="2727895" y="2287777"/>
                  </a:lnTo>
                  <a:lnTo>
                    <a:pt x="2728053" y="2287777"/>
                  </a:lnTo>
                  <a:lnTo>
                    <a:pt x="2728053" y="2287347"/>
                  </a:lnTo>
                  <a:lnTo>
                    <a:pt x="2728210" y="2287347"/>
                  </a:lnTo>
                  <a:lnTo>
                    <a:pt x="2728368" y="2287347"/>
                  </a:lnTo>
                  <a:lnTo>
                    <a:pt x="2728526" y="2287347"/>
                  </a:lnTo>
                  <a:lnTo>
                    <a:pt x="2728683" y="2287347"/>
                  </a:lnTo>
                  <a:lnTo>
                    <a:pt x="2728841" y="2287347"/>
                  </a:lnTo>
                  <a:lnTo>
                    <a:pt x="2728999" y="2287347"/>
                  </a:lnTo>
                  <a:lnTo>
                    <a:pt x="2729157" y="2287347"/>
                  </a:lnTo>
                  <a:lnTo>
                    <a:pt x="2729314" y="2287347"/>
                  </a:lnTo>
                  <a:lnTo>
                    <a:pt x="2729472" y="2287347"/>
                  </a:lnTo>
                  <a:lnTo>
                    <a:pt x="2729630" y="2287347"/>
                  </a:lnTo>
                  <a:lnTo>
                    <a:pt x="2729787" y="2287347"/>
                  </a:lnTo>
                  <a:lnTo>
                    <a:pt x="2729945" y="2287347"/>
                  </a:lnTo>
                  <a:lnTo>
                    <a:pt x="2730103" y="2287347"/>
                  </a:lnTo>
                  <a:lnTo>
                    <a:pt x="2730261" y="2287347"/>
                  </a:lnTo>
                  <a:lnTo>
                    <a:pt x="2730261" y="2286916"/>
                  </a:lnTo>
                  <a:lnTo>
                    <a:pt x="2730418" y="2286916"/>
                  </a:lnTo>
                  <a:lnTo>
                    <a:pt x="2730576" y="2286916"/>
                  </a:lnTo>
                  <a:lnTo>
                    <a:pt x="2730734" y="2286916"/>
                  </a:lnTo>
                  <a:lnTo>
                    <a:pt x="2730734" y="2286486"/>
                  </a:lnTo>
                  <a:lnTo>
                    <a:pt x="2730734" y="2286055"/>
                  </a:lnTo>
                  <a:lnTo>
                    <a:pt x="2730891" y="2286055"/>
                  </a:lnTo>
                  <a:lnTo>
                    <a:pt x="2731049" y="2286055"/>
                  </a:lnTo>
                  <a:lnTo>
                    <a:pt x="2731049" y="2285624"/>
                  </a:lnTo>
                  <a:lnTo>
                    <a:pt x="2731207" y="2285624"/>
                  </a:lnTo>
                  <a:lnTo>
                    <a:pt x="2731207" y="2285194"/>
                  </a:lnTo>
                  <a:lnTo>
                    <a:pt x="2731365" y="2285194"/>
                  </a:lnTo>
                  <a:lnTo>
                    <a:pt x="2731365" y="2284763"/>
                  </a:lnTo>
                  <a:lnTo>
                    <a:pt x="2731365" y="2284333"/>
                  </a:lnTo>
                  <a:lnTo>
                    <a:pt x="2731522" y="2284333"/>
                  </a:lnTo>
                  <a:lnTo>
                    <a:pt x="2731680" y="2284333"/>
                  </a:lnTo>
                  <a:lnTo>
                    <a:pt x="2731838" y="2284333"/>
                  </a:lnTo>
                  <a:lnTo>
                    <a:pt x="2731996" y="2284333"/>
                  </a:lnTo>
                  <a:lnTo>
                    <a:pt x="2732153" y="2284333"/>
                  </a:lnTo>
                  <a:lnTo>
                    <a:pt x="2732311" y="2284333"/>
                  </a:lnTo>
                  <a:lnTo>
                    <a:pt x="2732469" y="2284333"/>
                  </a:lnTo>
                  <a:lnTo>
                    <a:pt x="2732626" y="2284333"/>
                  </a:lnTo>
                  <a:lnTo>
                    <a:pt x="2732784" y="2284333"/>
                  </a:lnTo>
                  <a:lnTo>
                    <a:pt x="2732942" y="2284333"/>
                  </a:lnTo>
                  <a:lnTo>
                    <a:pt x="2732942" y="2283902"/>
                  </a:lnTo>
                  <a:lnTo>
                    <a:pt x="2733100" y="2283902"/>
                  </a:lnTo>
                  <a:lnTo>
                    <a:pt x="2733100" y="2283471"/>
                  </a:lnTo>
                  <a:lnTo>
                    <a:pt x="2733257" y="2283471"/>
                  </a:lnTo>
                  <a:lnTo>
                    <a:pt x="2733415" y="2283471"/>
                  </a:lnTo>
                  <a:lnTo>
                    <a:pt x="2733573" y="2283471"/>
                  </a:lnTo>
                  <a:lnTo>
                    <a:pt x="2733730" y="2283471"/>
                  </a:lnTo>
                  <a:lnTo>
                    <a:pt x="2733888" y="2283471"/>
                  </a:lnTo>
                  <a:lnTo>
                    <a:pt x="2734046" y="2283471"/>
                  </a:lnTo>
                  <a:lnTo>
                    <a:pt x="2734204" y="2283471"/>
                  </a:lnTo>
                  <a:lnTo>
                    <a:pt x="2734361" y="2283471"/>
                  </a:lnTo>
                  <a:lnTo>
                    <a:pt x="2734519" y="2283471"/>
                  </a:lnTo>
                  <a:lnTo>
                    <a:pt x="2734677" y="2283471"/>
                  </a:lnTo>
                  <a:lnTo>
                    <a:pt x="2734834" y="2283471"/>
                  </a:lnTo>
                  <a:lnTo>
                    <a:pt x="2734992" y="2283471"/>
                  </a:lnTo>
                  <a:lnTo>
                    <a:pt x="2735150" y="2283471"/>
                  </a:lnTo>
                  <a:lnTo>
                    <a:pt x="2735308" y="2283471"/>
                  </a:lnTo>
                  <a:lnTo>
                    <a:pt x="2735465" y="2283471"/>
                  </a:lnTo>
                  <a:lnTo>
                    <a:pt x="2735623" y="2283471"/>
                  </a:lnTo>
                  <a:lnTo>
                    <a:pt x="2735781" y="2283471"/>
                  </a:lnTo>
                  <a:lnTo>
                    <a:pt x="2735938" y="2283471"/>
                  </a:lnTo>
                  <a:lnTo>
                    <a:pt x="2736096" y="2283471"/>
                  </a:lnTo>
                  <a:lnTo>
                    <a:pt x="2736254" y="2283471"/>
                  </a:lnTo>
                  <a:lnTo>
                    <a:pt x="2736254" y="2283041"/>
                  </a:lnTo>
                  <a:lnTo>
                    <a:pt x="2736254" y="2282610"/>
                  </a:lnTo>
                  <a:lnTo>
                    <a:pt x="2736412" y="2282610"/>
                  </a:lnTo>
                  <a:lnTo>
                    <a:pt x="2736569" y="2282610"/>
                  </a:lnTo>
                  <a:lnTo>
                    <a:pt x="2736727" y="2282610"/>
                  </a:lnTo>
                  <a:lnTo>
                    <a:pt x="2736885" y="2282610"/>
                  </a:lnTo>
                  <a:lnTo>
                    <a:pt x="2737043" y="2282610"/>
                  </a:lnTo>
                  <a:lnTo>
                    <a:pt x="2737200" y="2282610"/>
                  </a:lnTo>
                  <a:lnTo>
                    <a:pt x="2737358" y="2282610"/>
                  </a:lnTo>
                  <a:lnTo>
                    <a:pt x="2737516" y="2282610"/>
                  </a:lnTo>
                  <a:lnTo>
                    <a:pt x="2737673" y="2282610"/>
                  </a:lnTo>
                  <a:lnTo>
                    <a:pt x="2737831" y="2282610"/>
                  </a:lnTo>
                  <a:lnTo>
                    <a:pt x="2737831" y="2282180"/>
                  </a:lnTo>
                  <a:lnTo>
                    <a:pt x="2737831" y="2281749"/>
                  </a:lnTo>
                  <a:lnTo>
                    <a:pt x="2737989" y="2281749"/>
                  </a:lnTo>
                  <a:lnTo>
                    <a:pt x="2738147" y="2281749"/>
                  </a:lnTo>
                  <a:lnTo>
                    <a:pt x="2738304" y="2281749"/>
                  </a:lnTo>
                  <a:lnTo>
                    <a:pt x="2738462" y="2281749"/>
                  </a:lnTo>
                  <a:lnTo>
                    <a:pt x="2738462" y="2281318"/>
                  </a:lnTo>
                  <a:lnTo>
                    <a:pt x="2738620" y="2281318"/>
                  </a:lnTo>
                  <a:lnTo>
                    <a:pt x="2738777" y="2281318"/>
                  </a:lnTo>
                  <a:lnTo>
                    <a:pt x="2738935" y="2281318"/>
                  </a:lnTo>
                  <a:lnTo>
                    <a:pt x="2739093" y="2281318"/>
                  </a:lnTo>
                  <a:lnTo>
                    <a:pt x="2739251" y="2281318"/>
                  </a:lnTo>
                  <a:lnTo>
                    <a:pt x="2739408" y="2281318"/>
                  </a:lnTo>
                  <a:lnTo>
                    <a:pt x="2739566" y="2281318"/>
                  </a:lnTo>
                  <a:lnTo>
                    <a:pt x="2739724" y="2281318"/>
                  </a:lnTo>
                  <a:lnTo>
                    <a:pt x="2739881" y="2281318"/>
                  </a:lnTo>
                  <a:lnTo>
                    <a:pt x="2740039" y="2281318"/>
                  </a:lnTo>
                  <a:lnTo>
                    <a:pt x="2740197" y="2281318"/>
                  </a:lnTo>
                  <a:lnTo>
                    <a:pt x="2740355" y="2281318"/>
                  </a:lnTo>
                  <a:lnTo>
                    <a:pt x="2740512" y="2281318"/>
                  </a:lnTo>
                  <a:lnTo>
                    <a:pt x="2740670" y="2281318"/>
                  </a:lnTo>
                  <a:lnTo>
                    <a:pt x="2740828" y="2281318"/>
                  </a:lnTo>
                  <a:lnTo>
                    <a:pt x="2740985" y="2281318"/>
                  </a:lnTo>
                  <a:lnTo>
                    <a:pt x="2740985" y="2280888"/>
                  </a:lnTo>
                  <a:lnTo>
                    <a:pt x="2741143" y="2280888"/>
                  </a:lnTo>
                  <a:lnTo>
                    <a:pt x="2741301" y="2280888"/>
                  </a:lnTo>
                  <a:lnTo>
                    <a:pt x="2741459" y="2280888"/>
                  </a:lnTo>
                  <a:lnTo>
                    <a:pt x="2741616" y="2280888"/>
                  </a:lnTo>
                  <a:lnTo>
                    <a:pt x="2741616" y="2280457"/>
                  </a:lnTo>
                  <a:lnTo>
                    <a:pt x="2741774" y="2280457"/>
                  </a:lnTo>
                  <a:lnTo>
                    <a:pt x="2741774" y="2280027"/>
                  </a:lnTo>
                  <a:lnTo>
                    <a:pt x="2741774" y="2279596"/>
                  </a:lnTo>
                  <a:lnTo>
                    <a:pt x="2741774" y="2279165"/>
                  </a:lnTo>
                  <a:lnTo>
                    <a:pt x="2741932" y="2279165"/>
                  </a:lnTo>
                  <a:lnTo>
                    <a:pt x="2741932" y="2278735"/>
                  </a:lnTo>
                  <a:lnTo>
                    <a:pt x="2742089" y="2278735"/>
                  </a:lnTo>
                  <a:lnTo>
                    <a:pt x="2742089" y="2278304"/>
                  </a:lnTo>
                  <a:lnTo>
                    <a:pt x="2742089" y="2277874"/>
                  </a:lnTo>
                  <a:lnTo>
                    <a:pt x="2742247" y="2277874"/>
                  </a:lnTo>
                  <a:lnTo>
                    <a:pt x="2742405" y="2277874"/>
                  </a:lnTo>
                  <a:lnTo>
                    <a:pt x="2742405" y="2277443"/>
                  </a:lnTo>
                  <a:lnTo>
                    <a:pt x="2742405" y="2277012"/>
                  </a:lnTo>
                  <a:lnTo>
                    <a:pt x="2742563" y="2277012"/>
                  </a:lnTo>
                  <a:lnTo>
                    <a:pt x="2742563" y="2276582"/>
                  </a:lnTo>
                  <a:lnTo>
                    <a:pt x="2742720" y="2276582"/>
                  </a:lnTo>
                  <a:lnTo>
                    <a:pt x="2742720" y="2276151"/>
                  </a:lnTo>
                  <a:lnTo>
                    <a:pt x="2742878" y="2276151"/>
                  </a:lnTo>
                  <a:lnTo>
                    <a:pt x="2743036" y="2276151"/>
                  </a:lnTo>
                  <a:lnTo>
                    <a:pt x="2743194" y="2276151"/>
                  </a:lnTo>
                  <a:lnTo>
                    <a:pt x="2743194" y="2275721"/>
                  </a:lnTo>
                  <a:lnTo>
                    <a:pt x="2743351" y="2275721"/>
                  </a:lnTo>
                  <a:lnTo>
                    <a:pt x="2743509" y="2275721"/>
                  </a:lnTo>
                  <a:lnTo>
                    <a:pt x="2743667" y="2275721"/>
                  </a:lnTo>
                  <a:lnTo>
                    <a:pt x="2743824" y="2275721"/>
                  </a:lnTo>
                  <a:lnTo>
                    <a:pt x="2743824" y="2275290"/>
                  </a:lnTo>
                  <a:lnTo>
                    <a:pt x="2743982" y="2275290"/>
                  </a:lnTo>
                  <a:lnTo>
                    <a:pt x="2744140" y="2275290"/>
                  </a:lnTo>
                  <a:lnTo>
                    <a:pt x="2744140" y="2274859"/>
                  </a:lnTo>
                  <a:lnTo>
                    <a:pt x="2744298" y="2274859"/>
                  </a:lnTo>
                  <a:lnTo>
                    <a:pt x="2744298" y="2274429"/>
                  </a:lnTo>
                  <a:lnTo>
                    <a:pt x="2744455" y="2274429"/>
                  </a:lnTo>
                  <a:lnTo>
                    <a:pt x="2744613" y="2274429"/>
                  </a:lnTo>
                  <a:lnTo>
                    <a:pt x="2744771" y="2274429"/>
                  </a:lnTo>
                  <a:lnTo>
                    <a:pt x="2744928" y="2274429"/>
                  </a:lnTo>
                  <a:lnTo>
                    <a:pt x="2745086" y="2274429"/>
                  </a:lnTo>
                  <a:lnTo>
                    <a:pt x="2745244" y="2274429"/>
                  </a:lnTo>
                  <a:lnTo>
                    <a:pt x="2745402" y="2274429"/>
                  </a:lnTo>
                  <a:lnTo>
                    <a:pt x="2745402" y="2273998"/>
                  </a:lnTo>
                  <a:lnTo>
                    <a:pt x="2745402" y="2273568"/>
                  </a:lnTo>
                  <a:lnTo>
                    <a:pt x="2745559" y="2273568"/>
                  </a:lnTo>
                  <a:lnTo>
                    <a:pt x="2745559" y="2273137"/>
                  </a:lnTo>
                  <a:lnTo>
                    <a:pt x="2745717" y="2273137"/>
                  </a:lnTo>
                  <a:lnTo>
                    <a:pt x="2745875" y="2273137"/>
                  </a:lnTo>
                  <a:lnTo>
                    <a:pt x="2746032" y="2273137"/>
                  </a:lnTo>
                  <a:lnTo>
                    <a:pt x="2746032" y="2272706"/>
                  </a:lnTo>
                  <a:lnTo>
                    <a:pt x="2746190" y="2272706"/>
                  </a:lnTo>
                  <a:lnTo>
                    <a:pt x="2746348" y="2272706"/>
                  </a:lnTo>
                  <a:lnTo>
                    <a:pt x="2746506" y="2272706"/>
                  </a:lnTo>
                  <a:lnTo>
                    <a:pt x="2746506" y="2272276"/>
                  </a:lnTo>
                  <a:lnTo>
                    <a:pt x="2746663" y="2272276"/>
                  </a:lnTo>
                  <a:lnTo>
                    <a:pt x="2746821" y="2272276"/>
                  </a:lnTo>
                  <a:lnTo>
                    <a:pt x="2746821" y="2271845"/>
                  </a:lnTo>
                  <a:lnTo>
                    <a:pt x="2746979" y="2271845"/>
                  </a:lnTo>
                  <a:lnTo>
                    <a:pt x="2747136" y="2271845"/>
                  </a:lnTo>
                  <a:lnTo>
                    <a:pt x="2747136" y="2271415"/>
                  </a:lnTo>
                  <a:lnTo>
                    <a:pt x="2747294" y="2271415"/>
                  </a:lnTo>
                  <a:lnTo>
                    <a:pt x="2747452" y="2271415"/>
                  </a:lnTo>
                  <a:lnTo>
                    <a:pt x="2747452" y="2270984"/>
                  </a:lnTo>
                  <a:lnTo>
                    <a:pt x="2747610" y="2270984"/>
                  </a:lnTo>
                  <a:lnTo>
                    <a:pt x="2747767" y="2270984"/>
                  </a:lnTo>
                  <a:lnTo>
                    <a:pt x="2747767" y="2270553"/>
                  </a:lnTo>
                  <a:lnTo>
                    <a:pt x="2747925" y="2270553"/>
                  </a:lnTo>
                  <a:lnTo>
                    <a:pt x="2747925" y="2270123"/>
                  </a:lnTo>
                  <a:lnTo>
                    <a:pt x="2748083" y="2270123"/>
                  </a:lnTo>
                  <a:lnTo>
                    <a:pt x="2748083" y="2269692"/>
                  </a:lnTo>
                  <a:lnTo>
                    <a:pt x="2748240" y="2269692"/>
                  </a:lnTo>
                  <a:lnTo>
                    <a:pt x="2748398" y="2269692"/>
                  </a:lnTo>
                  <a:lnTo>
                    <a:pt x="2748398" y="2269262"/>
                  </a:lnTo>
                  <a:lnTo>
                    <a:pt x="2748556" y="2269262"/>
                  </a:lnTo>
                  <a:lnTo>
                    <a:pt x="2748714" y="2269262"/>
                  </a:lnTo>
                  <a:lnTo>
                    <a:pt x="2748871" y="2269262"/>
                  </a:lnTo>
                  <a:lnTo>
                    <a:pt x="2749029" y="2269262"/>
                  </a:lnTo>
                  <a:lnTo>
                    <a:pt x="2749029" y="2268831"/>
                  </a:lnTo>
                  <a:lnTo>
                    <a:pt x="2749029" y="2268400"/>
                  </a:lnTo>
                  <a:lnTo>
                    <a:pt x="2749187" y="2268400"/>
                  </a:lnTo>
                  <a:lnTo>
                    <a:pt x="2749345" y="2268400"/>
                  </a:lnTo>
                  <a:lnTo>
                    <a:pt x="2749345" y="2267970"/>
                  </a:lnTo>
                  <a:lnTo>
                    <a:pt x="2749502" y="2267970"/>
                  </a:lnTo>
                  <a:lnTo>
                    <a:pt x="2749660" y="2267970"/>
                  </a:lnTo>
                  <a:lnTo>
                    <a:pt x="2749660" y="2267539"/>
                  </a:lnTo>
                  <a:lnTo>
                    <a:pt x="2749818" y="2267539"/>
                  </a:lnTo>
                  <a:lnTo>
                    <a:pt x="2749975" y="2267539"/>
                  </a:lnTo>
                  <a:lnTo>
                    <a:pt x="2750133" y="2267539"/>
                  </a:lnTo>
                  <a:lnTo>
                    <a:pt x="2750291" y="2267539"/>
                  </a:lnTo>
                  <a:lnTo>
                    <a:pt x="2750449" y="2267539"/>
                  </a:lnTo>
                  <a:lnTo>
                    <a:pt x="2750606" y="2267539"/>
                  </a:lnTo>
                  <a:lnTo>
                    <a:pt x="2750764" y="2267539"/>
                  </a:lnTo>
                  <a:lnTo>
                    <a:pt x="2750764" y="2267109"/>
                  </a:lnTo>
                  <a:lnTo>
                    <a:pt x="2750764" y="2266678"/>
                  </a:lnTo>
                  <a:lnTo>
                    <a:pt x="2750764" y="2266247"/>
                  </a:lnTo>
                  <a:lnTo>
                    <a:pt x="2750764" y="2265817"/>
                  </a:lnTo>
                  <a:lnTo>
                    <a:pt x="2750922" y="2265817"/>
                  </a:lnTo>
                  <a:lnTo>
                    <a:pt x="2751079" y="2265817"/>
                  </a:lnTo>
                  <a:lnTo>
                    <a:pt x="2751079" y="2265386"/>
                  </a:lnTo>
                  <a:lnTo>
                    <a:pt x="2751237" y="2265386"/>
                  </a:lnTo>
                  <a:lnTo>
                    <a:pt x="2751395" y="2265386"/>
                  </a:lnTo>
                  <a:lnTo>
                    <a:pt x="2751553" y="2265386"/>
                  </a:lnTo>
                  <a:lnTo>
                    <a:pt x="2751710" y="2265386"/>
                  </a:lnTo>
                  <a:lnTo>
                    <a:pt x="2751710" y="2264956"/>
                  </a:lnTo>
                  <a:lnTo>
                    <a:pt x="2751710" y="2264525"/>
                  </a:lnTo>
                  <a:lnTo>
                    <a:pt x="2751710" y="2264094"/>
                  </a:lnTo>
                  <a:lnTo>
                    <a:pt x="2751868" y="2264094"/>
                  </a:lnTo>
                  <a:lnTo>
                    <a:pt x="2752026" y="2264094"/>
                  </a:lnTo>
                  <a:lnTo>
                    <a:pt x="2752183" y="2264094"/>
                  </a:lnTo>
                  <a:lnTo>
                    <a:pt x="2752183" y="2263664"/>
                  </a:lnTo>
                  <a:lnTo>
                    <a:pt x="2752341" y="2263664"/>
                  </a:lnTo>
                  <a:lnTo>
                    <a:pt x="2752499" y="2263664"/>
                  </a:lnTo>
                  <a:lnTo>
                    <a:pt x="2752657" y="2263664"/>
                  </a:lnTo>
                  <a:lnTo>
                    <a:pt x="2752814" y="2263664"/>
                  </a:lnTo>
                  <a:lnTo>
                    <a:pt x="2752972" y="2263664"/>
                  </a:lnTo>
                  <a:lnTo>
                    <a:pt x="2752972" y="2263233"/>
                  </a:lnTo>
                  <a:lnTo>
                    <a:pt x="2753130" y="2263233"/>
                  </a:lnTo>
                  <a:lnTo>
                    <a:pt x="2753287" y="2263233"/>
                  </a:lnTo>
                  <a:lnTo>
                    <a:pt x="2753445" y="2263233"/>
                  </a:lnTo>
                  <a:lnTo>
                    <a:pt x="2753445" y="2262803"/>
                  </a:lnTo>
                  <a:lnTo>
                    <a:pt x="2753603" y="2262803"/>
                  </a:lnTo>
                  <a:lnTo>
                    <a:pt x="2753761" y="2262803"/>
                  </a:lnTo>
                  <a:lnTo>
                    <a:pt x="2753918" y="2262803"/>
                  </a:lnTo>
                  <a:lnTo>
                    <a:pt x="2754076" y="2262803"/>
                  </a:lnTo>
                  <a:lnTo>
                    <a:pt x="2754234" y="2262803"/>
                  </a:lnTo>
                  <a:lnTo>
                    <a:pt x="2754234" y="2262372"/>
                  </a:lnTo>
                  <a:lnTo>
                    <a:pt x="2754392" y="2262372"/>
                  </a:lnTo>
                  <a:lnTo>
                    <a:pt x="2754549" y="2262372"/>
                  </a:lnTo>
                  <a:lnTo>
                    <a:pt x="2754549" y="2261941"/>
                  </a:lnTo>
                  <a:lnTo>
                    <a:pt x="2754707" y="2261941"/>
                  </a:lnTo>
                  <a:lnTo>
                    <a:pt x="2754865" y="2261941"/>
                  </a:lnTo>
                  <a:lnTo>
                    <a:pt x="2755022" y="2261941"/>
                  </a:lnTo>
                  <a:lnTo>
                    <a:pt x="2755180" y="2261941"/>
                  </a:lnTo>
                  <a:lnTo>
                    <a:pt x="2755180" y="2261511"/>
                  </a:lnTo>
                  <a:lnTo>
                    <a:pt x="2755180" y="2261080"/>
                  </a:lnTo>
                  <a:lnTo>
                    <a:pt x="2755180" y="2260650"/>
                  </a:lnTo>
                  <a:lnTo>
                    <a:pt x="2755180" y="2260219"/>
                  </a:lnTo>
                  <a:lnTo>
                    <a:pt x="2755338" y="2260219"/>
                  </a:lnTo>
                  <a:lnTo>
                    <a:pt x="2755338" y="2259788"/>
                  </a:lnTo>
                  <a:lnTo>
                    <a:pt x="2755338" y="2259358"/>
                  </a:lnTo>
                  <a:lnTo>
                    <a:pt x="2755496" y="2259358"/>
                  </a:lnTo>
                  <a:lnTo>
                    <a:pt x="2755653" y="2259358"/>
                  </a:lnTo>
                  <a:lnTo>
                    <a:pt x="2755811" y="2259358"/>
                  </a:lnTo>
                  <a:lnTo>
                    <a:pt x="2755969" y="2259358"/>
                  </a:lnTo>
                  <a:lnTo>
                    <a:pt x="2756126" y="2259358"/>
                  </a:lnTo>
                  <a:lnTo>
                    <a:pt x="2756284" y="2259358"/>
                  </a:lnTo>
                  <a:lnTo>
                    <a:pt x="2756284" y="2258927"/>
                  </a:lnTo>
                  <a:lnTo>
                    <a:pt x="2756442" y="2258927"/>
                  </a:lnTo>
                  <a:lnTo>
                    <a:pt x="2756600" y="2258927"/>
                  </a:lnTo>
                  <a:lnTo>
                    <a:pt x="2756600" y="2258497"/>
                  </a:lnTo>
                  <a:lnTo>
                    <a:pt x="2756757" y="2258497"/>
                  </a:lnTo>
                  <a:lnTo>
                    <a:pt x="2756757" y="2258066"/>
                  </a:lnTo>
                  <a:lnTo>
                    <a:pt x="2756757" y="2257635"/>
                  </a:lnTo>
                  <a:lnTo>
                    <a:pt x="2756757" y="2257205"/>
                  </a:lnTo>
                  <a:lnTo>
                    <a:pt x="2756915" y="2257205"/>
                  </a:lnTo>
                  <a:lnTo>
                    <a:pt x="2757073" y="2257205"/>
                  </a:lnTo>
                  <a:lnTo>
                    <a:pt x="2757230" y="2257205"/>
                  </a:lnTo>
                  <a:lnTo>
                    <a:pt x="2757388" y="2257205"/>
                  </a:lnTo>
                  <a:lnTo>
                    <a:pt x="2757546" y="2257205"/>
                  </a:lnTo>
                  <a:lnTo>
                    <a:pt x="2757704" y="2257205"/>
                  </a:lnTo>
                  <a:lnTo>
                    <a:pt x="2757861" y="2257205"/>
                  </a:lnTo>
                  <a:lnTo>
                    <a:pt x="2757861" y="2256774"/>
                  </a:lnTo>
                  <a:lnTo>
                    <a:pt x="2757861" y="2256344"/>
                  </a:lnTo>
                  <a:lnTo>
                    <a:pt x="2758019" y="2256344"/>
                  </a:lnTo>
                  <a:lnTo>
                    <a:pt x="2758177" y="2256344"/>
                  </a:lnTo>
                  <a:lnTo>
                    <a:pt x="2758177" y="2255913"/>
                  </a:lnTo>
                  <a:lnTo>
                    <a:pt x="2758334" y="2255913"/>
                  </a:lnTo>
                  <a:lnTo>
                    <a:pt x="2758334" y="2255482"/>
                  </a:lnTo>
                  <a:lnTo>
                    <a:pt x="2758492" y="2255482"/>
                  </a:lnTo>
                  <a:lnTo>
                    <a:pt x="2758492" y="2255052"/>
                  </a:lnTo>
                  <a:lnTo>
                    <a:pt x="2758650" y="2255052"/>
                  </a:lnTo>
                  <a:lnTo>
                    <a:pt x="2758808" y="2255052"/>
                  </a:lnTo>
                  <a:lnTo>
                    <a:pt x="2758808" y="2254621"/>
                  </a:lnTo>
                  <a:lnTo>
                    <a:pt x="2758965" y="2254621"/>
                  </a:lnTo>
                  <a:lnTo>
                    <a:pt x="2758965" y="2254191"/>
                  </a:lnTo>
                  <a:lnTo>
                    <a:pt x="2759123" y="2254191"/>
                  </a:lnTo>
                  <a:lnTo>
                    <a:pt x="2759281" y="2254191"/>
                  </a:lnTo>
                  <a:lnTo>
                    <a:pt x="2759438" y="2254191"/>
                  </a:lnTo>
                  <a:lnTo>
                    <a:pt x="2759596" y="2254191"/>
                  </a:lnTo>
                  <a:lnTo>
                    <a:pt x="2759754" y="2254191"/>
                  </a:lnTo>
                  <a:lnTo>
                    <a:pt x="2759912" y="2254191"/>
                  </a:lnTo>
                  <a:lnTo>
                    <a:pt x="2759912" y="2253760"/>
                  </a:lnTo>
                  <a:lnTo>
                    <a:pt x="2759912" y="2253329"/>
                  </a:lnTo>
                  <a:lnTo>
                    <a:pt x="2759912" y="2252899"/>
                  </a:lnTo>
                  <a:lnTo>
                    <a:pt x="2760069" y="2252899"/>
                  </a:lnTo>
                  <a:lnTo>
                    <a:pt x="2760069" y="2252468"/>
                  </a:lnTo>
                  <a:lnTo>
                    <a:pt x="2760227" y="2252468"/>
                  </a:lnTo>
                  <a:lnTo>
                    <a:pt x="2760385" y="2252468"/>
                  </a:lnTo>
                  <a:lnTo>
                    <a:pt x="2760543" y="2252468"/>
                  </a:lnTo>
                  <a:lnTo>
                    <a:pt x="2760543" y="2252038"/>
                  </a:lnTo>
                  <a:lnTo>
                    <a:pt x="2760543" y="2251607"/>
                  </a:lnTo>
                  <a:lnTo>
                    <a:pt x="2760700" y="2251607"/>
                  </a:lnTo>
                  <a:lnTo>
                    <a:pt x="2760858" y="2251607"/>
                  </a:lnTo>
                  <a:lnTo>
                    <a:pt x="2760858" y="2251176"/>
                  </a:lnTo>
                  <a:lnTo>
                    <a:pt x="2760858" y="2250746"/>
                  </a:lnTo>
                  <a:lnTo>
                    <a:pt x="2761016" y="2250746"/>
                  </a:lnTo>
                  <a:lnTo>
                    <a:pt x="2761173" y="2250746"/>
                  </a:lnTo>
                  <a:lnTo>
                    <a:pt x="2761331" y="2250746"/>
                  </a:lnTo>
                  <a:lnTo>
                    <a:pt x="2761489" y="2250746"/>
                  </a:lnTo>
                  <a:lnTo>
                    <a:pt x="2761489" y="2250315"/>
                  </a:lnTo>
                  <a:lnTo>
                    <a:pt x="2761489" y="2249885"/>
                  </a:lnTo>
                  <a:lnTo>
                    <a:pt x="2761647" y="2249885"/>
                  </a:lnTo>
                  <a:lnTo>
                    <a:pt x="2761804" y="2249885"/>
                  </a:lnTo>
                  <a:lnTo>
                    <a:pt x="2761962" y="2249885"/>
                  </a:lnTo>
                  <a:lnTo>
                    <a:pt x="2762120" y="2249885"/>
                  </a:lnTo>
                  <a:lnTo>
                    <a:pt x="2762277" y="2249885"/>
                  </a:lnTo>
                  <a:lnTo>
                    <a:pt x="2762277" y="2249454"/>
                  </a:lnTo>
                  <a:lnTo>
                    <a:pt x="2762435" y="2249454"/>
                  </a:lnTo>
                  <a:lnTo>
                    <a:pt x="2762593" y="2249454"/>
                  </a:lnTo>
                  <a:lnTo>
                    <a:pt x="2762751" y="2249454"/>
                  </a:lnTo>
                  <a:lnTo>
                    <a:pt x="2762751" y="2249023"/>
                  </a:lnTo>
                  <a:lnTo>
                    <a:pt x="2762908" y="2249023"/>
                  </a:lnTo>
                  <a:lnTo>
                    <a:pt x="2763066" y="2249023"/>
                  </a:lnTo>
                  <a:lnTo>
                    <a:pt x="2763224" y="2249023"/>
                  </a:lnTo>
                  <a:lnTo>
                    <a:pt x="2763381" y="2249023"/>
                  </a:lnTo>
                  <a:lnTo>
                    <a:pt x="2763539" y="2249023"/>
                  </a:lnTo>
                  <a:lnTo>
                    <a:pt x="2763539" y="2248593"/>
                  </a:lnTo>
                  <a:lnTo>
                    <a:pt x="2763697" y="2248593"/>
                  </a:lnTo>
                  <a:lnTo>
                    <a:pt x="2763697" y="2248162"/>
                  </a:lnTo>
                  <a:lnTo>
                    <a:pt x="2763855" y="2248162"/>
                  </a:lnTo>
                  <a:lnTo>
                    <a:pt x="2764012" y="2248162"/>
                  </a:lnTo>
                  <a:lnTo>
                    <a:pt x="2764170" y="2248162"/>
                  </a:lnTo>
                  <a:lnTo>
                    <a:pt x="2764328" y="2248162"/>
                  </a:lnTo>
                  <a:lnTo>
                    <a:pt x="2764485" y="2248162"/>
                  </a:lnTo>
                  <a:lnTo>
                    <a:pt x="2764485" y="2247732"/>
                  </a:lnTo>
                  <a:lnTo>
                    <a:pt x="2764643" y="2247732"/>
                  </a:lnTo>
                  <a:lnTo>
                    <a:pt x="2764643" y="2247301"/>
                  </a:lnTo>
                  <a:lnTo>
                    <a:pt x="2764801" y="2247301"/>
                  </a:lnTo>
                  <a:lnTo>
                    <a:pt x="2764801" y="2246870"/>
                  </a:lnTo>
                  <a:lnTo>
                    <a:pt x="2764959" y="2246870"/>
                  </a:lnTo>
                  <a:lnTo>
                    <a:pt x="2765116" y="2246870"/>
                  </a:lnTo>
                  <a:lnTo>
                    <a:pt x="2765274" y="2246870"/>
                  </a:lnTo>
                  <a:lnTo>
                    <a:pt x="2765432" y="2246870"/>
                  </a:lnTo>
                  <a:lnTo>
                    <a:pt x="2765590" y="2246870"/>
                  </a:lnTo>
                  <a:lnTo>
                    <a:pt x="2765590" y="2246440"/>
                  </a:lnTo>
                  <a:lnTo>
                    <a:pt x="2765590" y="2246009"/>
                  </a:lnTo>
                  <a:lnTo>
                    <a:pt x="2765747" y="2246009"/>
                  </a:lnTo>
                  <a:lnTo>
                    <a:pt x="2765905" y="2246009"/>
                  </a:lnTo>
                  <a:lnTo>
                    <a:pt x="2766063" y="2246009"/>
                  </a:lnTo>
                  <a:lnTo>
                    <a:pt x="2766220" y="2246009"/>
                  </a:lnTo>
                  <a:lnTo>
                    <a:pt x="2766378" y="2246009"/>
                  </a:lnTo>
                  <a:lnTo>
                    <a:pt x="2766536" y="2246009"/>
                  </a:lnTo>
                  <a:lnTo>
                    <a:pt x="2766694" y="2246009"/>
                  </a:lnTo>
                  <a:lnTo>
                    <a:pt x="2766694" y="2245579"/>
                  </a:lnTo>
                  <a:lnTo>
                    <a:pt x="2766694" y="2245148"/>
                  </a:lnTo>
                  <a:lnTo>
                    <a:pt x="2766851" y="2245148"/>
                  </a:lnTo>
                  <a:lnTo>
                    <a:pt x="2767009" y="2245148"/>
                  </a:lnTo>
                  <a:lnTo>
                    <a:pt x="2767167" y="2245148"/>
                  </a:lnTo>
                  <a:lnTo>
                    <a:pt x="2767324" y="2245148"/>
                  </a:lnTo>
                  <a:lnTo>
                    <a:pt x="2767324" y="2244717"/>
                  </a:lnTo>
                  <a:lnTo>
                    <a:pt x="2767482" y="2244717"/>
                  </a:lnTo>
                  <a:lnTo>
                    <a:pt x="2767640" y="2244717"/>
                  </a:lnTo>
                  <a:lnTo>
                    <a:pt x="2767798" y="2244717"/>
                  </a:lnTo>
                  <a:lnTo>
                    <a:pt x="2767955" y="2244717"/>
                  </a:lnTo>
                  <a:lnTo>
                    <a:pt x="2767955" y="2244287"/>
                  </a:lnTo>
                  <a:lnTo>
                    <a:pt x="2767955" y="2243856"/>
                  </a:lnTo>
                  <a:lnTo>
                    <a:pt x="2768113" y="2243856"/>
                  </a:lnTo>
                  <a:lnTo>
                    <a:pt x="2768271" y="2243856"/>
                  </a:lnTo>
                  <a:lnTo>
                    <a:pt x="2768428" y="2243856"/>
                  </a:lnTo>
                  <a:lnTo>
                    <a:pt x="2768586" y="2243856"/>
                  </a:lnTo>
                  <a:lnTo>
                    <a:pt x="2768744" y="2243856"/>
                  </a:lnTo>
                  <a:lnTo>
                    <a:pt x="2768902" y="2243856"/>
                  </a:lnTo>
                  <a:lnTo>
                    <a:pt x="2769059" y="2243856"/>
                  </a:lnTo>
                  <a:lnTo>
                    <a:pt x="2769217" y="2243856"/>
                  </a:lnTo>
                  <a:lnTo>
                    <a:pt x="2769375" y="2243856"/>
                  </a:lnTo>
                  <a:lnTo>
                    <a:pt x="2769532" y="2243856"/>
                  </a:lnTo>
                  <a:lnTo>
                    <a:pt x="2769532" y="2243426"/>
                  </a:lnTo>
                  <a:lnTo>
                    <a:pt x="2769690" y="2243426"/>
                  </a:lnTo>
                  <a:lnTo>
                    <a:pt x="2769848" y="2243426"/>
                  </a:lnTo>
                  <a:lnTo>
                    <a:pt x="2770006" y="2243426"/>
                  </a:lnTo>
                  <a:lnTo>
                    <a:pt x="2770163" y="2243426"/>
                  </a:lnTo>
                  <a:lnTo>
                    <a:pt x="2770163" y="2242995"/>
                  </a:lnTo>
                  <a:lnTo>
                    <a:pt x="2770321" y="2242995"/>
                  </a:lnTo>
                  <a:lnTo>
                    <a:pt x="2770479" y="2242995"/>
                  </a:lnTo>
                  <a:lnTo>
                    <a:pt x="2770636" y="2242995"/>
                  </a:lnTo>
                  <a:lnTo>
                    <a:pt x="2770794" y="2242995"/>
                  </a:lnTo>
                  <a:lnTo>
                    <a:pt x="2770952" y="2242995"/>
                  </a:lnTo>
                  <a:lnTo>
                    <a:pt x="2770952" y="2242564"/>
                  </a:lnTo>
                  <a:lnTo>
                    <a:pt x="2770952" y="2242134"/>
                  </a:lnTo>
                  <a:lnTo>
                    <a:pt x="2771110" y="2242134"/>
                  </a:lnTo>
                  <a:lnTo>
                    <a:pt x="2771267" y="2242134"/>
                  </a:lnTo>
                  <a:lnTo>
                    <a:pt x="2771425" y="2242134"/>
                  </a:lnTo>
                  <a:lnTo>
                    <a:pt x="2771583" y="2242134"/>
                  </a:lnTo>
                  <a:lnTo>
                    <a:pt x="2771741" y="2242134"/>
                  </a:lnTo>
                  <a:lnTo>
                    <a:pt x="2771741" y="2241703"/>
                  </a:lnTo>
                  <a:lnTo>
                    <a:pt x="2771898" y="2241703"/>
                  </a:lnTo>
                  <a:lnTo>
                    <a:pt x="2772056" y="2241703"/>
                  </a:lnTo>
                  <a:lnTo>
                    <a:pt x="2772214" y="2241703"/>
                  </a:lnTo>
                  <a:lnTo>
                    <a:pt x="2772371" y="2241703"/>
                  </a:lnTo>
                  <a:lnTo>
                    <a:pt x="2772529" y="2241703"/>
                  </a:lnTo>
                  <a:lnTo>
                    <a:pt x="2772687" y="2241703"/>
                  </a:lnTo>
                  <a:lnTo>
                    <a:pt x="2772687" y="2241273"/>
                  </a:lnTo>
                  <a:lnTo>
                    <a:pt x="2772687" y="2240842"/>
                  </a:lnTo>
                  <a:lnTo>
                    <a:pt x="2772687" y="2240411"/>
                  </a:lnTo>
                  <a:lnTo>
                    <a:pt x="2772845" y="2240411"/>
                  </a:lnTo>
                  <a:lnTo>
                    <a:pt x="2773002" y="2240411"/>
                  </a:lnTo>
                  <a:lnTo>
                    <a:pt x="2773160" y="2240411"/>
                  </a:lnTo>
                  <a:lnTo>
                    <a:pt x="2773160" y="2239981"/>
                  </a:lnTo>
                  <a:lnTo>
                    <a:pt x="2773318" y="2239981"/>
                  </a:lnTo>
                  <a:lnTo>
                    <a:pt x="2773475" y="2239981"/>
                  </a:lnTo>
                  <a:lnTo>
                    <a:pt x="2773633" y="2239981"/>
                  </a:lnTo>
                  <a:lnTo>
                    <a:pt x="2773791" y="2239981"/>
                  </a:lnTo>
                  <a:lnTo>
                    <a:pt x="2773949" y="2239981"/>
                  </a:lnTo>
                  <a:lnTo>
                    <a:pt x="2774106" y="2239981"/>
                  </a:lnTo>
                  <a:lnTo>
                    <a:pt x="2774264" y="2239981"/>
                  </a:lnTo>
                  <a:lnTo>
                    <a:pt x="2774422" y="2239981"/>
                  </a:lnTo>
                  <a:lnTo>
                    <a:pt x="2774579" y="2239981"/>
                  </a:lnTo>
                  <a:lnTo>
                    <a:pt x="2774737" y="2239981"/>
                  </a:lnTo>
                  <a:lnTo>
                    <a:pt x="2774895" y="2239981"/>
                  </a:lnTo>
                  <a:lnTo>
                    <a:pt x="2775053" y="2239981"/>
                  </a:lnTo>
                  <a:lnTo>
                    <a:pt x="2775210" y="2239981"/>
                  </a:lnTo>
                  <a:lnTo>
                    <a:pt x="2775368" y="2239981"/>
                  </a:lnTo>
                  <a:lnTo>
                    <a:pt x="2775526" y="2239981"/>
                  </a:lnTo>
                  <a:lnTo>
                    <a:pt x="2775526" y="2239550"/>
                  </a:lnTo>
                  <a:lnTo>
                    <a:pt x="2775683" y="2239550"/>
                  </a:lnTo>
                  <a:lnTo>
                    <a:pt x="2775841" y="2239550"/>
                  </a:lnTo>
                  <a:lnTo>
                    <a:pt x="2775999" y="2239550"/>
                  </a:lnTo>
                  <a:lnTo>
                    <a:pt x="2776157" y="2239550"/>
                  </a:lnTo>
                  <a:lnTo>
                    <a:pt x="2776314" y="2239550"/>
                  </a:lnTo>
                  <a:lnTo>
                    <a:pt x="2776472" y="2239550"/>
                  </a:lnTo>
                  <a:lnTo>
                    <a:pt x="2776472" y="2239120"/>
                  </a:lnTo>
                  <a:lnTo>
                    <a:pt x="2776630" y="2239120"/>
                  </a:lnTo>
                  <a:lnTo>
                    <a:pt x="2776788" y="2239120"/>
                  </a:lnTo>
                  <a:lnTo>
                    <a:pt x="2776788" y="2238689"/>
                  </a:lnTo>
                  <a:lnTo>
                    <a:pt x="2776788" y="2238258"/>
                  </a:lnTo>
                  <a:lnTo>
                    <a:pt x="2776945" y="2238258"/>
                  </a:lnTo>
                  <a:lnTo>
                    <a:pt x="2777103" y="2238258"/>
                  </a:lnTo>
                  <a:lnTo>
                    <a:pt x="2777261" y="2238258"/>
                  </a:lnTo>
                  <a:lnTo>
                    <a:pt x="2777261" y="2237828"/>
                  </a:lnTo>
                  <a:lnTo>
                    <a:pt x="2777418" y="2237828"/>
                  </a:lnTo>
                  <a:lnTo>
                    <a:pt x="2777576" y="2237828"/>
                  </a:lnTo>
                  <a:lnTo>
                    <a:pt x="2777734" y="2237828"/>
                  </a:lnTo>
                  <a:lnTo>
                    <a:pt x="2777734" y="2237397"/>
                  </a:lnTo>
                  <a:lnTo>
                    <a:pt x="2777892" y="2237397"/>
                  </a:lnTo>
                  <a:lnTo>
                    <a:pt x="2778049" y="2237397"/>
                  </a:lnTo>
                  <a:lnTo>
                    <a:pt x="2778049" y="2236967"/>
                  </a:lnTo>
                  <a:lnTo>
                    <a:pt x="2778207" y="2236967"/>
                  </a:lnTo>
                  <a:lnTo>
                    <a:pt x="2778365" y="2236967"/>
                  </a:lnTo>
                  <a:lnTo>
                    <a:pt x="2778522" y="2236967"/>
                  </a:lnTo>
                  <a:lnTo>
                    <a:pt x="2778680" y="2236967"/>
                  </a:lnTo>
                  <a:lnTo>
                    <a:pt x="2778838" y="2236967"/>
                  </a:lnTo>
                  <a:lnTo>
                    <a:pt x="2778996" y="2236967"/>
                  </a:lnTo>
                  <a:lnTo>
                    <a:pt x="2779153" y="2236967"/>
                  </a:lnTo>
                  <a:lnTo>
                    <a:pt x="2779311" y="2236967"/>
                  </a:lnTo>
                  <a:lnTo>
                    <a:pt x="2779469" y="2236967"/>
                  </a:lnTo>
                  <a:lnTo>
                    <a:pt x="2779626" y="2236967"/>
                  </a:lnTo>
                  <a:lnTo>
                    <a:pt x="2779626" y="2236536"/>
                  </a:lnTo>
                  <a:lnTo>
                    <a:pt x="2779784" y="2236536"/>
                  </a:lnTo>
                  <a:lnTo>
                    <a:pt x="2779784" y="2236105"/>
                  </a:lnTo>
                  <a:lnTo>
                    <a:pt x="2779942" y="2236105"/>
                  </a:lnTo>
                  <a:lnTo>
                    <a:pt x="2779942" y="2235675"/>
                  </a:lnTo>
                  <a:lnTo>
                    <a:pt x="2780100" y="2235675"/>
                  </a:lnTo>
                  <a:lnTo>
                    <a:pt x="2780257" y="2235675"/>
                  </a:lnTo>
                  <a:lnTo>
                    <a:pt x="2780415" y="2235675"/>
                  </a:lnTo>
                  <a:lnTo>
                    <a:pt x="2780573" y="2235675"/>
                  </a:lnTo>
                  <a:lnTo>
                    <a:pt x="2780730" y="2235675"/>
                  </a:lnTo>
                  <a:lnTo>
                    <a:pt x="2780888" y="2235675"/>
                  </a:lnTo>
                  <a:lnTo>
                    <a:pt x="2781046" y="2235675"/>
                  </a:lnTo>
                  <a:lnTo>
                    <a:pt x="2781204" y="2235675"/>
                  </a:lnTo>
                  <a:lnTo>
                    <a:pt x="2781361" y="2235675"/>
                  </a:lnTo>
                  <a:lnTo>
                    <a:pt x="2781519" y="2235675"/>
                  </a:lnTo>
                  <a:lnTo>
                    <a:pt x="2781677" y="2235675"/>
                  </a:lnTo>
                  <a:lnTo>
                    <a:pt x="2781834" y="2235675"/>
                  </a:lnTo>
                  <a:lnTo>
                    <a:pt x="2781992" y="2235675"/>
                  </a:lnTo>
                  <a:lnTo>
                    <a:pt x="2782150" y="2235675"/>
                  </a:lnTo>
                  <a:lnTo>
                    <a:pt x="2782308" y="2235675"/>
                  </a:lnTo>
                  <a:lnTo>
                    <a:pt x="2782465" y="2235675"/>
                  </a:lnTo>
                  <a:lnTo>
                    <a:pt x="2782465" y="2235244"/>
                  </a:lnTo>
                  <a:lnTo>
                    <a:pt x="2782465" y="2234814"/>
                  </a:lnTo>
                  <a:lnTo>
                    <a:pt x="2782623" y="2234814"/>
                  </a:lnTo>
                  <a:lnTo>
                    <a:pt x="2782781" y="2234814"/>
                  </a:lnTo>
                  <a:lnTo>
                    <a:pt x="2782939" y="2234814"/>
                  </a:lnTo>
                  <a:lnTo>
                    <a:pt x="2783096" y="2234814"/>
                  </a:lnTo>
                  <a:lnTo>
                    <a:pt x="2783254" y="2234814"/>
                  </a:lnTo>
                  <a:lnTo>
                    <a:pt x="2783412" y="2234814"/>
                  </a:lnTo>
                  <a:lnTo>
                    <a:pt x="2783569" y="2234814"/>
                  </a:lnTo>
                  <a:lnTo>
                    <a:pt x="2783727" y="2234814"/>
                  </a:lnTo>
                  <a:lnTo>
                    <a:pt x="2783727" y="2234383"/>
                  </a:lnTo>
                  <a:lnTo>
                    <a:pt x="2783885" y="2234383"/>
                  </a:lnTo>
                  <a:lnTo>
                    <a:pt x="2783885" y="2233952"/>
                  </a:lnTo>
                  <a:lnTo>
                    <a:pt x="2783885" y="2233522"/>
                  </a:lnTo>
                  <a:lnTo>
                    <a:pt x="2784043" y="2233522"/>
                  </a:lnTo>
                  <a:lnTo>
                    <a:pt x="2784200" y="2233522"/>
                  </a:lnTo>
                  <a:lnTo>
                    <a:pt x="2784358" y="2233522"/>
                  </a:lnTo>
                  <a:lnTo>
                    <a:pt x="2784516" y="2233522"/>
                  </a:lnTo>
                  <a:lnTo>
                    <a:pt x="2784673" y="2233522"/>
                  </a:lnTo>
                  <a:lnTo>
                    <a:pt x="2784673" y="2233091"/>
                  </a:lnTo>
                  <a:lnTo>
                    <a:pt x="2784831" y="2233091"/>
                  </a:lnTo>
                  <a:lnTo>
                    <a:pt x="2784831" y="2232661"/>
                  </a:lnTo>
                  <a:lnTo>
                    <a:pt x="2784831" y="2232230"/>
                  </a:lnTo>
                  <a:lnTo>
                    <a:pt x="2784989" y="2232230"/>
                  </a:lnTo>
                  <a:lnTo>
                    <a:pt x="2785147" y="2232230"/>
                  </a:lnTo>
                  <a:lnTo>
                    <a:pt x="2785304" y="2232230"/>
                  </a:lnTo>
                  <a:lnTo>
                    <a:pt x="2785304" y="2231799"/>
                  </a:lnTo>
                  <a:lnTo>
                    <a:pt x="2785304" y="2231369"/>
                  </a:lnTo>
                  <a:lnTo>
                    <a:pt x="2785462" y="2231369"/>
                  </a:lnTo>
                  <a:lnTo>
                    <a:pt x="2785620" y="2231369"/>
                  </a:lnTo>
                  <a:lnTo>
                    <a:pt x="2785620" y="2230938"/>
                  </a:lnTo>
                  <a:lnTo>
                    <a:pt x="2785777" y="2230938"/>
                  </a:lnTo>
                  <a:lnTo>
                    <a:pt x="2785777" y="2230508"/>
                  </a:lnTo>
                  <a:lnTo>
                    <a:pt x="2785935" y="2230508"/>
                  </a:lnTo>
                  <a:lnTo>
                    <a:pt x="2786093" y="2230508"/>
                  </a:lnTo>
                  <a:lnTo>
                    <a:pt x="2786251" y="2230508"/>
                  </a:lnTo>
                  <a:lnTo>
                    <a:pt x="2786251" y="2230077"/>
                  </a:lnTo>
                  <a:lnTo>
                    <a:pt x="2786408" y="2230077"/>
                  </a:lnTo>
                  <a:lnTo>
                    <a:pt x="2786566" y="2230077"/>
                  </a:lnTo>
                  <a:lnTo>
                    <a:pt x="2786724" y="2230077"/>
                  </a:lnTo>
                  <a:lnTo>
                    <a:pt x="2786881" y="2230077"/>
                  </a:lnTo>
                  <a:lnTo>
                    <a:pt x="2786881" y="2229646"/>
                  </a:lnTo>
                  <a:lnTo>
                    <a:pt x="2787039" y="2229646"/>
                  </a:lnTo>
                  <a:lnTo>
                    <a:pt x="2787197" y="2229646"/>
                  </a:lnTo>
                  <a:lnTo>
                    <a:pt x="2787197" y="2229216"/>
                  </a:lnTo>
                  <a:lnTo>
                    <a:pt x="2787197" y="2228785"/>
                  </a:lnTo>
                  <a:lnTo>
                    <a:pt x="2787355" y="2228785"/>
                  </a:lnTo>
                  <a:lnTo>
                    <a:pt x="2787512" y="2228785"/>
                  </a:lnTo>
                  <a:lnTo>
                    <a:pt x="2787512" y="2228355"/>
                  </a:lnTo>
                  <a:lnTo>
                    <a:pt x="2787670" y="2228355"/>
                  </a:lnTo>
                  <a:lnTo>
                    <a:pt x="2787670" y="2227924"/>
                  </a:lnTo>
                  <a:lnTo>
                    <a:pt x="2787828" y="2227924"/>
                  </a:lnTo>
                  <a:lnTo>
                    <a:pt x="2787986" y="2227924"/>
                  </a:lnTo>
                  <a:lnTo>
                    <a:pt x="2787986" y="2227493"/>
                  </a:lnTo>
                  <a:lnTo>
                    <a:pt x="2787986" y="2227063"/>
                  </a:lnTo>
                  <a:lnTo>
                    <a:pt x="2788143" y="2227063"/>
                  </a:lnTo>
                  <a:lnTo>
                    <a:pt x="2788301" y="2227063"/>
                  </a:lnTo>
                  <a:lnTo>
                    <a:pt x="2788301" y="2226632"/>
                  </a:lnTo>
                  <a:lnTo>
                    <a:pt x="2788301" y="2226202"/>
                  </a:lnTo>
                  <a:lnTo>
                    <a:pt x="2788301" y="2225771"/>
                  </a:lnTo>
                  <a:lnTo>
                    <a:pt x="2788459" y="2225771"/>
                  </a:lnTo>
                  <a:lnTo>
                    <a:pt x="2788616" y="2225771"/>
                  </a:lnTo>
                  <a:lnTo>
                    <a:pt x="2788774" y="2225771"/>
                  </a:lnTo>
                  <a:lnTo>
                    <a:pt x="2788932" y="2225771"/>
                  </a:lnTo>
                  <a:lnTo>
                    <a:pt x="2789090" y="2225771"/>
                  </a:lnTo>
                  <a:lnTo>
                    <a:pt x="2789247" y="2225771"/>
                  </a:lnTo>
                  <a:lnTo>
                    <a:pt x="2789405" y="2225771"/>
                  </a:lnTo>
                  <a:lnTo>
                    <a:pt x="2789563" y="2225771"/>
                  </a:lnTo>
                  <a:lnTo>
                    <a:pt x="2789720" y="2225771"/>
                  </a:lnTo>
                  <a:lnTo>
                    <a:pt x="2789878" y="2225771"/>
                  </a:lnTo>
                  <a:lnTo>
                    <a:pt x="2790036" y="2225771"/>
                  </a:lnTo>
                  <a:lnTo>
                    <a:pt x="2790036" y="2225340"/>
                  </a:lnTo>
                  <a:lnTo>
                    <a:pt x="2790194" y="2225340"/>
                  </a:lnTo>
                  <a:lnTo>
                    <a:pt x="2790194" y="2224910"/>
                  </a:lnTo>
                  <a:lnTo>
                    <a:pt x="2790194" y="2224479"/>
                  </a:lnTo>
                  <a:lnTo>
                    <a:pt x="2790194" y="2224049"/>
                  </a:lnTo>
                  <a:lnTo>
                    <a:pt x="2790351" y="2224049"/>
                  </a:lnTo>
                  <a:lnTo>
                    <a:pt x="2790351" y="2223618"/>
                  </a:lnTo>
                  <a:lnTo>
                    <a:pt x="2790509" y="2223618"/>
                  </a:lnTo>
                  <a:lnTo>
                    <a:pt x="2790667" y="2223618"/>
                  </a:lnTo>
                  <a:lnTo>
                    <a:pt x="2790667" y="2223187"/>
                  </a:lnTo>
                  <a:lnTo>
                    <a:pt x="2790824" y="2223187"/>
                  </a:lnTo>
                  <a:lnTo>
                    <a:pt x="2790982" y="2223187"/>
                  </a:lnTo>
                  <a:lnTo>
                    <a:pt x="2791140" y="2223187"/>
                  </a:lnTo>
                  <a:lnTo>
                    <a:pt x="2791298" y="2223187"/>
                  </a:lnTo>
                  <a:lnTo>
                    <a:pt x="2791455" y="2223187"/>
                  </a:lnTo>
                  <a:lnTo>
                    <a:pt x="2791613" y="2223187"/>
                  </a:lnTo>
                  <a:lnTo>
                    <a:pt x="2791771" y="2223187"/>
                  </a:lnTo>
                  <a:lnTo>
                    <a:pt x="2791928" y="2223187"/>
                  </a:lnTo>
                  <a:lnTo>
                    <a:pt x="2792086" y="2223187"/>
                  </a:lnTo>
                  <a:lnTo>
                    <a:pt x="2792244" y="2223187"/>
                  </a:lnTo>
                  <a:lnTo>
                    <a:pt x="2792402" y="2223187"/>
                  </a:lnTo>
                  <a:lnTo>
                    <a:pt x="2792559" y="2223187"/>
                  </a:lnTo>
                  <a:lnTo>
                    <a:pt x="2792717" y="2223187"/>
                  </a:lnTo>
                  <a:lnTo>
                    <a:pt x="2792875" y="2223187"/>
                  </a:lnTo>
                  <a:lnTo>
                    <a:pt x="2793032" y="2223187"/>
                  </a:lnTo>
                  <a:lnTo>
                    <a:pt x="2793190" y="2223187"/>
                  </a:lnTo>
                  <a:lnTo>
                    <a:pt x="2793348" y="2223187"/>
                  </a:lnTo>
                  <a:lnTo>
                    <a:pt x="2793506" y="2223187"/>
                  </a:lnTo>
                  <a:lnTo>
                    <a:pt x="2793506" y="2222757"/>
                  </a:lnTo>
                  <a:lnTo>
                    <a:pt x="2793663" y="2222757"/>
                  </a:lnTo>
                  <a:lnTo>
                    <a:pt x="2793821" y="2222757"/>
                  </a:lnTo>
                  <a:lnTo>
                    <a:pt x="2793821" y="2222326"/>
                  </a:lnTo>
                  <a:lnTo>
                    <a:pt x="2793979" y="2222326"/>
                  </a:lnTo>
                  <a:lnTo>
                    <a:pt x="2794137" y="2222326"/>
                  </a:lnTo>
                  <a:lnTo>
                    <a:pt x="2794294" y="2222326"/>
                  </a:lnTo>
                  <a:lnTo>
                    <a:pt x="2794452" y="2222326"/>
                  </a:lnTo>
                  <a:lnTo>
                    <a:pt x="2794452" y="2221896"/>
                  </a:lnTo>
                  <a:lnTo>
                    <a:pt x="2794452" y="2221465"/>
                  </a:lnTo>
                  <a:lnTo>
                    <a:pt x="2794452" y="2221034"/>
                  </a:lnTo>
                  <a:lnTo>
                    <a:pt x="2794610" y="2221034"/>
                  </a:lnTo>
                  <a:lnTo>
                    <a:pt x="2794767" y="2221034"/>
                  </a:lnTo>
                  <a:lnTo>
                    <a:pt x="2794925" y="2221034"/>
                  </a:lnTo>
                  <a:lnTo>
                    <a:pt x="2795083" y="2221034"/>
                  </a:lnTo>
                  <a:lnTo>
                    <a:pt x="2795083" y="2220604"/>
                  </a:lnTo>
                  <a:lnTo>
                    <a:pt x="2795083" y="2220173"/>
                  </a:lnTo>
                  <a:lnTo>
                    <a:pt x="2795241" y="2220173"/>
                  </a:lnTo>
                  <a:lnTo>
                    <a:pt x="2795398" y="2220173"/>
                  </a:lnTo>
                  <a:lnTo>
                    <a:pt x="2795556" y="2220173"/>
                  </a:lnTo>
                  <a:lnTo>
                    <a:pt x="2795714" y="2220173"/>
                  </a:lnTo>
                  <a:lnTo>
                    <a:pt x="2795871" y="2220173"/>
                  </a:lnTo>
                  <a:lnTo>
                    <a:pt x="2795871" y="2219743"/>
                  </a:lnTo>
                  <a:lnTo>
                    <a:pt x="2796029" y="2219743"/>
                  </a:lnTo>
                  <a:lnTo>
                    <a:pt x="2796187" y="2219743"/>
                  </a:lnTo>
                  <a:lnTo>
                    <a:pt x="2796345" y="2219743"/>
                  </a:lnTo>
                  <a:lnTo>
                    <a:pt x="2796345" y="2219312"/>
                  </a:lnTo>
                  <a:lnTo>
                    <a:pt x="2796345" y="2218881"/>
                  </a:lnTo>
                  <a:lnTo>
                    <a:pt x="2796345" y="2218451"/>
                  </a:lnTo>
                  <a:lnTo>
                    <a:pt x="2796502" y="2218451"/>
                  </a:lnTo>
                  <a:lnTo>
                    <a:pt x="2796660" y="2218451"/>
                  </a:lnTo>
                  <a:lnTo>
                    <a:pt x="2796660" y="2218020"/>
                  </a:lnTo>
                  <a:lnTo>
                    <a:pt x="2796660" y="2217590"/>
                  </a:lnTo>
                  <a:lnTo>
                    <a:pt x="2796660" y="2217159"/>
                  </a:lnTo>
                  <a:lnTo>
                    <a:pt x="2796818" y="2217159"/>
                  </a:lnTo>
                  <a:lnTo>
                    <a:pt x="2796975" y="2217159"/>
                  </a:lnTo>
                  <a:lnTo>
                    <a:pt x="2797133" y="2217159"/>
                  </a:lnTo>
                  <a:lnTo>
                    <a:pt x="2797133" y="2216728"/>
                  </a:lnTo>
                  <a:lnTo>
                    <a:pt x="2797291" y="2216728"/>
                  </a:lnTo>
                  <a:lnTo>
                    <a:pt x="2797449" y="2216728"/>
                  </a:lnTo>
                  <a:lnTo>
                    <a:pt x="2797606" y="2216728"/>
                  </a:lnTo>
                  <a:lnTo>
                    <a:pt x="2797764" y="2216728"/>
                  </a:lnTo>
                  <a:lnTo>
                    <a:pt x="2797922" y="2216728"/>
                  </a:lnTo>
                  <a:lnTo>
                    <a:pt x="2798079" y="2216728"/>
                  </a:lnTo>
                  <a:lnTo>
                    <a:pt x="2798237" y="2216728"/>
                  </a:lnTo>
                  <a:lnTo>
                    <a:pt x="2798237" y="2216298"/>
                  </a:lnTo>
                  <a:lnTo>
                    <a:pt x="2798395" y="2216298"/>
                  </a:lnTo>
                  <a:lnTo>
                    <a:pt x="2798553" y="2216298"/>
                  </a:lnTo>
                  <a:lnTo>
                    <a:pt x="2798710" y="2216298"/>
                  </a:lnTo>
                  <a:lnTo>
                    <a:pt x="2798710" y="2215867"/>
                  </a:lnTo>
                  <a:lnTo>
                    <a:pt x="2798868" y="2215867"/>
                  </a:lnTo>
                  <a:lnTo>
                    <a:pt x="2798868" y="2215437"/>
                  </a:lnTo>
                  <a:lnTo>
                    <a:pt x="2798868" y="2215006"/>
                  </a:lnTo>
                  <a:lnTo>
                    <a:pt x="2798868" y="2214575"/>
                  </a:lnTo>
                  <a:lnTo>
                    <a:pt x="2799026" y="2214575"/>
                  </a:lnTo>
                  <a:lnTo>
                    <a:pt x="2799026" y="2214145"/>
                  </a:lnTo>
                  <a:lnTo>
                    <a:pt x="2799026" y="2213714"/>
                  </a:lnTo>
                  <a:lnTo>
                    <a:pt x="2799184" y="2213714"/>
                  </a:lnTo>
                  <a:lnTo>
                    <a:pt x="2799341" y="2213714"/>
                  </a:lnTo>
                  <a:lnTo>
                    <a:pt x="2799341" y="2213284"/>
                  </a:lnTo>
                  <a:lnTo>
                    <a:pt x="2799499" y="2213284"/>
                  </a:lnTo>
                  <a:lnTo>
                    <a:pt x="2799499" y="2212853"/>
                  </a:lnTo>
                  <a:lnTo>
                    <a:pt x="2799499" y="2212422"/>
                  </a:lnTo>
                  <a:lnTo>
                    <a:pt x="2799657" y="2212422"/>
                  </a:lnTo>
                  <a:lnTo>
                    <a:pt x="2799657" y="2211992"/>
                  </a:lnTo>
                  <a:lnTo>
                    <a:pt x="2799814" y="2211992"/>
                  </a:lnTo>
                  <a:lnTo>
                    <a:pt x="2799972" y="2211992"/>
                  </a:lnTo>
                  <a:lnTo>
                    <a:pt x="2799972" y="2211561"/>
                  </a:lnTo>
                  <a:lnTo>
                    <a:pt x="2799972" y="2211131"/>
                  </a:lnTo>
                  <a:lnTo>
                    <a:pt x="2799972" y="2210700"/>
                  </a:lnTo>
                  <a:lnTo>
                    <a:pt x="2799972" y="2210269"/>
                  </a:lnTo>
                  <a:lnTo>
                    <a:pt x="2800130" y="2210269"/>
                  </a:lnTo>
                  <a:lnTo>
                    <a:pt x="2800288" y="2210269"/>
                  </a:lnTo>
                  <a:lnTo>
                    <a:pt x="2800445" y="2210269"/>
                  </a:lnTo>
                  <a:lnTo>
                    <a:pt x="2800603" y="2210269"/>
                  </a:lnTo>
                  <a:lnTo>
                    <a:pt x="2800603" y="2209839"/>
                  </a:lnTo>
                  <a:lnTo>
                    <a:pt x="2800761" y="2209839"/>
                  </a:lnTo>
                  <a:lnTo>
                    <a:pt x="2800918" y="2209839"/>
                  </a:lnTo>
                  <a:lnTo>
                    <a:pt x="2800918" y="2209408"/>
                  </a:lnTo>
                  <a:lnTo>
                    <a:pt x="2801076" y="2209408"/>
                  </a:lnTo>
                  <a:lnTo>
                    <a:pt x="2801234" y="2209408"/>
                  </a:lnTo>
                  <a:lnTo>
                    <a:pt x="2801392" y="2209408"/>
                  </a:lnTo>
                  <a:lnTo>
                    <a:pt x="2801549" y="2209408"/>
                  </a:lnTo>
                  <a:lnTo>
                    <a:pt x="2801707" y="2209408"/>
                  </a:lnTo>
                  <a:lnTo>
                    <a:pt x="2801707" y="2208978"/>
                  </a:lnTo>
                  <a:lnTo>
                    <a:pt x="2801865" y="2208978"/>
                  </a:lnTo>
                  <a:lnTo>
                    <a:pt x="2801865" y="2208547"/>
                  </a:lnTo>
                  <a:lnTo>
                    <a:pt x="2802022" y="2208547"/>
                  </a:lnTo>
                  <a:lnTo>
                    <a:pt x="2802022" y="2208116"/>
                  </a:lnTo>
                  <a:lnTo>
                    <a:pt x="2802180" y="2208116"/>
                  </a:lnTo>
                  <a:lnTo>
                    <a:pt x="2802180" y="2207686"/>
                  </a:lnTo>
                  <a:lnTo>
                    <a:pt x="2802180" y="2207255"/>
                  </a:lnTo>
                  <a:lnTo>
                    <a:pt x="2802338" y="2207255"/>
                  </a:lnTo>
                  <a:lnTo>
                    <a:pt x="2802496" y="2207255"/>
                  </a:lnTo>
                  <a:lnTo>
                    <a:pt x="2802653" y="2207255"/>
                  </a:lnTo>
                  <a:lnTo>
                    <a:pt x="2802811" y="2207255"/>
                  </a:lnTo>
                  <a:lnTo>
                    <a:pt x="2802969" y="2207255"/>
                  </a:lnTo>
                  <a:lnTo>
                    <a:pt x="2802969" y="2206825"/>
                  </a:lnTo>
                  <a:lnTo>
                    <a:pt x="2803126" y="2206825"/>
                  </a:lnTo>
                  <a:lnTo>
                    <a:pt x="2803126" y="2206394"/>
                  </a:lnTo>
                  <a:lnTo>
                    <a:pt x="2803126" y="2205963"/>
                  </a:lnTo>
                  <a:lnTo>
                    <a:pt x="2803284" y="2205963"/>
                  </a:lnTo>
                  <a:lnTo>
                    <a:pt x="2803442" y="2205963"/>
                  </a:lnTo>
                  <a:lnTo>
                    <a:pt x="2803600" y="2205963"/>
                  </a:lnTo>
                  <a:lnTo>
                    <a:pt x="2803600" y="2205533"/>
                  </a:lnTo>
                  <a:lnTo>
                    <a:pt x="2803757" y="2205533"/>
                  </a:lnTo>
                  <a:lnTo>
                    <a:pt x="2803915" y="2205533"/>
                  </a:lnTo>
                  <a:lnTo>
                    <a:pt x="2803915" y="2205102"/>
                  </a:lnTo>
                  <a:lnTo>
                    <a:pt x="2804073" y="2205102"/>
                  </a:lnTo>
                  <a:lnTo>
                    <a:pt x="2804230" y="2205102"/>
                  </a:lnTo>
                  <a:lnTo>
                    <a:pt x="2804388" y="2205102"/>
                  </a:lnTo>
                  <a:lnTo>
                    <a:pt x="2804546" y="2205102"/>
                  </a:lnTo>
                  <a:lnTo>
                    <a:pt x="2804546" y="2204672"/>
                  </a:lnTo>
                  <a:lnTo>
                    <a:pt x="2804546" y="2204241"/>
                  </a:lnTo>
                  <a:lnTo>
                    <a:pt x="2804704" y="2204241"/>
                  </a:lnTo>
                  <a:lnTo>
                    <a:pt x="2804861" y="2204241"/>
                  </a:lnTo>
                  <a:lnTo>
                    <a:pt x="2805019" y="2204241"/>
                  </a:lnTo>
                  <a:lnTo>
                    <a:pt x="2805177" y="2204241"/>
                  </a:lnTo>
                  <a:lnTo>
                    <a:pt x="2805335" y="2204241"/>
                  </a:lnTo>
                  <a:lnTo>
                    <a:pt x="2805492" y="2204241"/>
                  </a:lnTo>
                  <a:lnTo>
                    <a:pt x="2805492" y="2203810"/>
                  </a:lnTo>
                  <a:lnTo>
                    <a:pt x="2805492" y="2203380"/>
                  </a:lnTo>
                  <a:lnTo>
                    <a:pt x="2805650" y="2203380"/>
                  </a:lnTo>
                  <a:lnTo>
                    <a:pt x="2805650" y="2202949"/>
                  </a:lnTo>
                  <a:lnTo>
                    <a:pt x="2805808" y="2202949"/>
                  </a:lnTo>
                  <a:lnTo>
                    <a:pt x="2805965" y="2202949"/>
                  </a:lnTo>
                  <a:lnTo>
                    <a:pt x="2806123" y="2202949"/>
                  </a:lnTo>
                  <a:lnTo>
                    <a:pt x="2806281" y="2202949"/>
                  </a:lnTo>
                  <a:lnTo>
                    <a:pt x="2806439" y="2202949"/>
                  </a:lnTo>
                  <a:lnTo>
                    <a:pt x="2806596" y="2202949"/>
                  </a:lnTo>
                  <a:lnTo>
                    <a:pt x="2806754" y="2202949"/>
                  </a:lnTo>
                  <a:lnTo>
                    <a:pt x="2806912" y="2202949"/>
                  </a:lnTo>
                  <a:lnTo>
                    <a:pt x="2807069" y="2202949"/>
                  </a:lnTo>
                  <a:lnTo>
                    <a:pt x="2807069" y="2202519"/>
                  </a:lnTo>
                  <a:lnTo>
                    <a:pt x="2807227" y="2202519"/>
                  </a:lnTo>
                  <a:lnTo>
                    <a:pt x="2807385" y="2202519"/>
                  </a:lnTo>
                  <a:lnTo>
                    <a:pt x="2807543" y="2202519"/>
                  </a:lnTo>
                  <a:lnTo>
                    <a:pt x="2807543" y="2202088"/>
                  </a:lnTo>
                  <a:lnTo>
                    <a:pt x="2807700" y="2202088"/>
                  </a:lnTo>
                  <a:lnTo>
                    <a:pt x="2807858" y="2202088"/>
                  </a:lnTo>
                  <a:lnTo>
                    <a:pt x="2807858" y="2201657"/>
                  </a:lnTo>
                  <a:lnTo>
                    <a:pt x="2807858" y="2201227"/>
                  </a:lnTo>
                  <a:lnTo>
                    <a:pt x="2808016" y="2201227"/>
                  </a:lnTo>
                  <a:lnTo>
                    <a:pt x="2808173" y="2201227"/>
                  </a:lnTo>
                  <a:lnTo>
                    <a:pt x="2808331" y="2201227"/>
                  </a:lnTo>
                  <a:lnTo>
                    <a:pt x="2808489" y="2201227"/>
                  </a:lnTo>
                  <a:lnTo>
                    <a:pt x="2808647" y="2201227"/>
                  </a:lnTo>
                  <a:lnTo>
                    <a:pt x="2808804" y="2201227"/>
                  </a:lnTo>
                  <a:lnTo>
                    <a:pt x="2808962" y="2201227"/>
                  </a:lnTo>
                  <a:lnTo>
                    <a:pt x="2809120" y="2201227"/>
                  </a:lnTo>
                  <a:lnTo>
                    <a:pt x="2809120" y="2200796"/>
                  </a:lnTo>
                  <a:lnTo>
                    <a:pt x="2809277" y="2200796"/>
                  </a:lnTo>
                  <a:lnTo>
                    <a:pt x="2809435" y="2200796"/>
                  </a:lnTo>
                  <a:lnTo>
                    <a:pt x="2809593" y="2200796"/>
                  </a:lnTo>
                  <a:lnTo>
                    <a:pt x="2809751" y="2200796"/>
                  </a:lnTo>
                  <a:lnTo>
                    <a:pt x="2809908" y="2200796"/>
                  </a:lnTo>
                  <a:lnTo>
                    <a:pt x="2810066" y="2200796"/>
                  </a:lnTo>
                  <a:lnTo>
                    <a:pt x="2810224" y="2200796"/>
                  </a:lnTo>
                  <a:lnTo>
                    <a:pt x="2810382" y="2200796"/>
                  </a:lnTo>
                  <a:lnTo>
                    <a:pt x="2810539" y="2200796"/>
                  </a:lnTo>
                  <a:lnTo>
                    <a:pt x="2810697" y="2200796"/>
                  </a:lnTo>
                  <a:lnTo>
                    <a:pt x="2810855" y="2200796"/>
                  </a:lnTo>
                  <a:lnTo>
                    <a:pt x="2811012" y="2200796"/>
                  </a:lnTo>
                  <a:lnTo>
                    <a:pt x="2811170" y="2200796"/>
                  </a:lnTo>
                  <a:lnTo>
                    <a:pt x="2811328" y="2200796"/>
                  </a:lnTo>
                  <a:lnTo>
                    <a:pt x="2811486" y="2200796"/>
                  </a:lnTo>
                  <a:lnTo>
                    <a:pt x="2811643" y="2200796"/>
                  </a:lnTo>
                  <a:lnTo>
                    <a:pt x="2811643" y="2200366"/>
                  </a:lnTo>
                  <a:lnTo>
                    <a:pt x="2811801" y="2200366"/>
                  </a:lnTo>
                  <a:lnTo>
                    <a:pt x="2811959" y="2200366"/>
                  </a:lnTo>
                  <a:lnTo>
                    <a:pt x="2812116" y="2200366"/>
                  </a:lnTo>
                  <a:lnTo>
                    <a:pt x="2812274" y="2200366"/>
                  </a:lnTo>
                  <a:lnTo>
                    <a:pt x="2812432" y="2200366"/>
                  </a:lnTo>
                  <a:lnTo>
                    <a:pt x="2812590" y="2200366"/>
                  </a:lnTo>
                  <a:lnTo>
                    <a:pt x="2812747" y="2200366"/>
                  </a:lnTo>
                  <a:lnTo>
                    <a:pt x="2812747" y="2199935"/>
                  </a:lnTo>
                  <a:lnTo>
                    <a:pt x="2812905" y="2199935"/>
                  </a:lnTo>
                  <a:lnTo>
                    <a:pt x="2813063" y="2199935"/>
                  </a:lnTo>
                  <a:lnTo>
                    <a:pt x="2813220" y="2199935"/>
                  </a:lnTo>
                  <a:lnTo>
                    <a:pt x="2813220" y="2199504"/>
                  </a:lnTo>
                  <a:lnTo>
                    <a:pt x="2813378" y="2199504"/>
                  </a:lnTo>
                  <a:lnTo>
                    <a:pt x="2813536" y="2199504"/>
                  </a:lnTo>
                  <a:lnTo>
                    <a:pt x="2813694" y="2199504"/>
                  </a:lnTo>
                  <a:lnTo>
                    <a:pt x="2813694" y="2199074"/>
                  </a:lnTo>
                  <a:lnTo>
                    <a:pt x="2813694" y="2198643"/>
                  </a:lnTo>
                  <a:lnTo>
                    <a:pt x="2813851" y="2198643"/>
                  </a:lnTo>
                  <a:lnTo>
                    <a:pt x="2814009" y="2198643"/>
                  </a:lnTo>
                  <a:lnTo>
                    <a:pt x="2814167" y="2198643"/>
                  </a:lnTo>
                  <a:lnTo>
                    <a:pt x="2814324" y="2198643"/>
                  </a:lnTo>
                  <a:lnTo>
                    <a:pt x="2814324" y="2198213"/>
                  </a:lnTo>
                  <a:lnTo>
                    <a:pt x="2814482" y="2198213"/>
                  </a:lnTo>
                  <a:lnTo>
                    <a:pt x="2814640" y="2198213"/>
                  </a:lnTo>
                  <a:lnTo>
                    <a:pt x="2814798" y="2198213"/>
                  </a:lnTo>
                  <a:lnTo>
                    <a:pt x="2814955" y="2198213"/>
                  </a:lnTo>
                  <a:lnTo>
                    <a:pt x="2815113" y="2198213"/>
                  </a:lnTo>
                  <a:lnTo>
                    <a:pt x="2815271" y="2198213"/>
                  </a:lnTo>
                  <a:lnTo>
                    <a:pt x="2815428" y="2198213"/>
                  </a:lnTo>
                  <a:lnTo>
                    <a:pt x="2815586" y="2198213"/>
                  </a:lnTo>
                  <a:lnTo>
                    <a:pt x="2815744" y="2198213"/>
                  </a:lnTo>
                  <a:lnTo>
                    <a:pt x="2815902" y="2198213"/>
                  </a:lnTo>
                  <a:lnTo>
                    <a:pt x="2816059" y="2198213"/>
                  </a:lnTo>
                  <a:lnTo>
                    <a:pt x="2816059" y="2197782"/>
                  </a:lnTo>
                  <a:lnTo>
                    <a:pt x="2816217" y="2197782"/>
                  </a:lnTo>
                  <a:lnTo>
                    <a:pt x="2816375" y="2197782"/>
                  </a:lnTo>
                  <a:lnTo>
                    <a:pt x="2816375" y="2197351"/>
                  </a:lnTo>
                  <a:lnTo>
                    <a:pt x="2816533" y="2197351"/>
                  </a:lnTo>
                  <a:lnTo>
                    <a:pt x="2816690" y="2197351"/>
                  </a:lnTo>
                  <a:lnTo>
                    <a:pt x="2816690" y="2196921"/>
                  </a:lnTo>
                  <a:lnTo>
                    <a:pt x="2816690" y="2196490"/>
                  </a:lnTo>
                  <a:lnTo>
                    <a:pt x="2816848" y="2196490"/>
                  </a:lnTo>
                  <a:lnTo>
                    <a:pt x="2817006" y="2196490"/>
                  </a:lnTo>
                  <a:lnTo>
                    <a:pt x="2817006" y="2196060"/>
                  </a:lnTo>
                  <a:lnTo>
                    <a:pt x="2817163" y="2196060"/>
                  </a:lnTo>
                  <a:lnTo>
                    <a:pt x="2817321" y="2196060"/>
                  </a:lnTo>
                  <a:lnTo>
                    <a:pt x="2817479" y="2196060"/>
                  </a:lnTo>
                  <a:lnTo>
                    <a:pt x="2817637" y="2196060"/>
                  </a:lnTo>
                  <a:lnTo>
                    <a:pt x="2817794" y="2196060"/>
                  </a:lnTo>
                  <a:lnTo>
                    <a:pt x="2817952" y="2196060"/>
                  </a:lnTo>
                  <a:lnTo>
                    <a:pt x="2818110" y="2196060"/>
                  </a:lnTo>
                  <a:lnTo>
                    <a:pt x="2818267" y="2196060"/>
                  </a:lnTo>
                  <a:lnTo>
                    <a:pt x="2818425" y="2196060"/>
                  </a:lnTo>
                  <a:lnTo>
                    <a:pt x="2818425" y="2195629"/>
                  </a:lnTo>
                  <a:lnTo>
                    <a:pt x="2818425" y="2195198"/>
                  </a:lnTo>
                  <a:lnTo>
                    <a:pt x="2818583" y="2195198"/>
                  </a:lnTo>
                  <a:lnTo>
                    <a:pt x="2818741" y="2195198"/>
                  </a:lnTo>
                  <a:lnTo>
                    <a:pt x="2818898" y="2195198"/>
                  </a:lnTo>
                  <a:lnTo>
                    <a:pt x="2819056" y="2195198"/>
                  </a:lnTo>
                  <a:lnTo>
                    <a:pt x="2819214" y="2195198"/>
                  </a:lnTo>
                  <a:lnTo>
                    <a:pt x="2819371" y="2195198"/>
                  </a:lnTo>
                  <a:lnTo>
                    <a:pt x="2819371" y="2194768"/>
                  </a:lnTo>
                  <a:lnTo>
                    <a:pt x="2819529" y="2194768"/>
                  </a:lnTo>
                  <a:lnTo>
                    <a:pt x="2819687" y="2194768"/>
                  </a:lnTo>
                  <a:lnTo>
                    <a:pt x="2819845" y="2194768"/>
                  </a:lnTo>
                  <a:lnTo>
                    <a:pt x="2820002" y="2194768"/>
                  </a:lnTo>
                  <a:lnTo>
                    <a:pt x="2820160" y="2194768"/>
                  </a:lnTo>
                  <a:lnTo>
                    <a:pt x="2820318" y="2194768"/>
                  </a:lnTo>
                  <a:lnTo>
                    <a:pt x="2820475" y="2194768"/>
                  </a:lnTo>
                  <a:lnTo>
                    <a:pt x="2820633" y="2194768"/>
                  </a:lnTo>
                  <a:lnTo>
                    <a:pt x="2820791" y="2194768"/>
                  </a:lnTo>
                  <a:lnTo>
                    <a:pt x="2820791" y="2194337"/>
                  </a:lnTo>
                  <a:lnTo>
                    <a:pt x="2820949" y="2194337"/>
                  </a:lnTo>
                  <a:lnTo>
                    <a:pt x="2821106" y="2194337"/>
                  </a:lnTo>
                  <a:lnTo>
                    <a:pt x="2821264" y="2194337"/>
                  </a:lnTo>
                  <a:lnTo>
                    <a:pt x="2821422" y="2194337"/>
                  </a:lnTo>
                  <a:lnTo>
                    <a:pt x="2821579" y="2194337"/>
                  </a:lnTo>
                  <a:lnTo>
                    <a:pt x="2821737" y="2194337"/>
                  </a:lnTo>
                  <a:lnTo>
                    <a:pt x="2821895" y="2194337"/>
                  </a:lnTo>
                  <a:lnTo>
                    <a:pt x="2821895" y="2193907"/>
                  </a:lnTo>
                  <a:lnTo>
                    <a:pt x="2822053" y="2193907"/>
                  </a:lnTo>
                  <a:lnTo>
                    <a:pt x="2822210" y="2193907"/>
                  </a:lnTo>
                  <a:lnTo>
                    <a:pt x="2822368" y="2193907"/>
                  </a:lnTo>
                  <a:lnTo>
                    <a:pt x="2822526" y="2193907"/>
                  </a:lnTo>
                  <a:lnTo>
                    <a:pt x="2822684" y="2193907"/>
                  </a:lnTo>
                  <a:lnTo>
                    <a:pt x="2822841" y="2193907"/>
                  </a:lnTo>
                  <a:lnTo>
                    <a:pt x="2822999" y="2193907"/>
                  </a:lnTo>
                  <a:lnTo>
                    <a:pt x="2823157" y="2193907"/>
                  </a:lnTo>
                  <a:lnTo>
                    <a:pt x="2823314" y="2193907"/>
                  </a:lnTo>
                  <a:lnTo>
                    <a:pt x="2823472" y="2193907"/>
                  </a:lnTo>
                  <a:lnTo>
                    <a:pt x="2823630" y="2193907"/>
                  </a:lnTo>
                  <a:lnTo>
                    <a:pt x="2823788" y="2193907"/>
                  </a:lnTo>
                  <a:lnTo>
                    <a:pt x="2823945" y="2193907"/>
                  </a:lnTo>
                  <a:lnTo>
                    <a:pt x="2823945" y="2193476"/>
                  </a:lnTo>
                  <a:lnTo>
                    <a:pt x="2824103" y="2193476"/>
                  </a:lnTo>
                  <a:lnTo>
                    <a:pt x="2824261" y="2193476"/>
                  </a:lnTo>
                  <a:lnTo>
                    <a:pt x="2824261" y="2193045"/>
                  </a:lnTo>
                  <a:lnTo>
                    <a:pt x="2824261" y="2192615"/>
                  </a:lnTo>
                  <a:lnTo>
                    <a:pt x="2824418" y="2192615"/>
                  </a:lnTo>
                  <a:lnTo>
                    <a:pt x="2824576" y="2192615"/>
                  </a:lnTo>
                  <a:lnTo>
                    <a:pt x="2824734" y="2192615"/>
                  </a:lnTo>
                  <a:lnTo>
                    <a:pt x="2824892" y="2192615"/>
                  </a:lnTo>
                  <a:lnTo>
                    <a:pt x="2825049" y="2192615"/>
                  </a:lnTo>
                  <a:lnTo>
                    <a:pt x="2825207" y="2192615"/>
                  </a:lnTo>
                  <a:lnTo>
                    <a:pt x="2825365" y="2192615"/>
                  </a:lnTo>
                  <a:lnTo>
                    <a:pt x="2825522" y="2192615"/>
                  </a:lnTo>
                  <a:lnTo>
                    <a:pt x="2825680" y="2192615"/>
                  </a:lnTo>
                  <a:lnTo>
                    <a:pt x="2825838" y="2192615"/>
                  </a:lnTo>
                  <a:lnTo>
                    <a:pt x="2825996" y="2192615"/>
                  </a:lnTo>
                  <a:lnTo>
                    <a:pt x="2826153" y="2192615"/>
                  </a:lnTo>
                  <a:lnTo>
                    <a:pt x="2826311" y="2192615"/>
                  </a:lnTo>
                  <a:lnTo>
                    <a:pt x="2826311" y="2192184"/>
                  </a:lnTo>
                  <a:lnTo>
                    <a:pt x="2826469" y="2192184"/>
                  </a:lnTo>
                  <a:lnTo>
                    <a:pt x="2826626" y="2192184"/>
                  </a:lnTo>
                  <a:lnTo>
                    <a:pt x="2826784" y="2192184"/>
                  </a:lnTo>
                  <a:lnTo>
                    <a:pt x="2826784" y="2191754"/>
                  </a:lnTo>
                  <a:lnTo>
                    <a:pt x="2826942" y="2191754"/>
                  </a:lnTo>
                  <a:lnTo>
                    <a:pt x="2827100" y="2191754"/>
                  </a:lnTo>
                  <a:lnTo>
                    <a:pt x="2827257" y="2191754"/>
                  </a:lnTo>
                  <a:lnTo>
                    <a:pt x="2827257" y="2191323"/>
                  </a:lnTo>
                  <a:lnTo>
                    <a:pt x="2827415" y="2191323"/>
                  </a:lnTo>
                  <a:lnTo>
                    <a:pt x="2827573" y="2191323"/>
                  </a:lnTo>
                  <a:lnTo>
                    <a:pt x="2827573" y="2190892"/>
                  </a:lnTo>
                  <a:lnTo>
                    <a:pt x="2827731" y="2190892"/>
                  </a:lnTo>
                  <a:lnTo>
                    <a:pt x="2827888" y="2190892"/>
                  </a:lnTo>
                  <a:lnTo>
                    <a:pt x="2828046" y="2190892"/>
                  </a:lnTo>
                  <a:lnTo>
                    <a:pt x="2828204" y="2190892"/>
                  </a:lnTo>
                  <a:lnTo>
                    <a:pt x="2828204" y="2190462"/>
                  </a:lnTo>
                  <a:lnTo>
                    <a:pt x="2828361" y="2190462"/>
                  </a:lnTo>
                  <a:lnTo>
                    <a:pt x="2828361" y="2190031"/>
                  </a:lnTo>
                  <a:lnTo>
                    <a:pt x="2828361" y="2189601"/>
                  </a:lnTo>
                  <a:lnTo>
                    <a:pt x="2828519" y="2189601"/>
                  </a:lnTo>
                  <a:lnTo>
                    <a:pt x="2828677" y="2189601"/>
                  </a:lnTo>
                  <a:lnTo>
                    <a:pt x="2828835" y="2189601"/>
                  </a:lnTo>
                  <a:lnTo>
                    <a:pt x="2828992" y="2189601"/>
                  </a:lnTo>
                  <a:lnTo>
                    <a:pt x="2829150" y="2189601"/>
                  </a:lnTo>
                  <a:lnTo>
                    <a:pt x="2829308" y="2189601"/>
                  </a:lnTo>
                  <a:lnTo>
                    <a:pt x="2829465" y="2189601"/>
                  </a:lnTo>
                  <a:lnTo>
                    <a:pt x="2829623" y="2189601"/>
                  </a:lnTo>
                  <a:lnTo>
                    <a:pt x="2829781" y="2189601"/>
                  </a:lnTo>
                  <a:lnTo>
                    <a:pt x="2829939" y="2189601"/>
                  </a:lnTo>
                  <a:lnTo>
                    <a:pt x="2830096" y="2189601"/>
                  </a:lnTo>
                  <a:lnTo>
                    <a:pt x="2830254" y="2189601"/>
                  </a:lnTo>
                  <a:lnTo>
                    <a:pt x="2830412" y="2189601"/>
                  </a:lnTo>
                  <a:lnTo>
                    <a:pt x="2830412" y="2189170"/>
                  </a:lnTo>
                  <a:lnTo>
                    <a:pt x="2830569" y="2189170"/>
                  </a:lnTo>
                  <a:lnTo>
                    <a:pt x="2830569" y="2188739"/>
                  </a:lnTo>
                  <a:lnTo>
                    <a:pt x="2830727" y="2188739"/>
                  </a:lnTo>
                  <a:lnTo>
                    <a:pt x="2830885" y="2188739"/>
                  </a:lnTo>
                  <a:lnTo>
                    <a:pt x="2831043" y="2188739"/>
                  </a:lnTo>
                  <a:lnTo>
                    <a:pt x="2831200" y="2188739"/>
                  </a:lnTo>
                  <a:lnTo>
                    <a:pt x="2831358" y="2188739"/>
                  </a:lnTo>
                  <a:lnTo>
                    <a:pt x="2831516" y="2188739"/>
                  </a:lnTo>
                  <a:lnTo>
                    <a:pt x="2831673" y="2188739"/>
                  </a:lnTo>
                  <a:lnTo>
                    <a:pt x="2831673" y="2188309"/>
                  </a:lnTo>
                  <a:lnTo>
                    <a:pt x="2831673" y="2187878"/>
                  </a:lnTo>
                  <a:lnTo>
                    <a:pt x="2831831" y="2187878"/>
                  </a:lnTo>
                  <a:lnTo>
                    <a:pt x="2831831" y="2187448"/>
                  </a:lnTo>
                  <a:lnTo>
                    <a:pt x="2831831" y="2187017"/>
                  </a:lnTo>
                  <a:lnTo>
                    <a:pt x="2831989" y="2187017"/>
                  </a:lnTo>
                  <a:lnTo>
                    <a:pt x="2832147" y="2187017"/>
                  </a:lnTo>
                  <a:lnTo>
                    <a:pt x="2832304" y="2187017"/>
                  </a:lnTo>
                  <a:lnTo>
                    <a:pt x="2832462" y="2187017"/>
                  </a:lnTo>
                  <a:lnTo>
                    <a:pt x="2832462" y="2186586"/>
                  </a:lnTo>
                  <a:lnTo>
                    <a:pt x="2832620" y="2186586"/>
                  </a:lnTo>
                  <a:lnTo>
                    <a:pt x="2832620" y="2186156"/>
                  </a:lnTo>
                  <a:lnTo>
                    <a:pt x="2832777" y="2186156"/>
                  </a:lnTo>
                  <a:lnTo>
                    <a:pt x="2832777" y="2185725"/>
                  </a:lnTo>
                  <a:lnTo>
                    <a:pt x="2832777" y="2185295"/>
                  </a:lnTo>
                  <a:lnTo>
                    <a:pt x="2832935" y="2185295"/>
                  </a:lnTo>
                  <a:lnTo>
                    <a:pt x="2833093" y="2185295"/>
                  </a:lnTo>
                  <a:lnTo>
                    <a:pt x="2833251" y="2185295"/>
                  </a:lnTo>
                  <a:lnTo>
                    <a:pt x="2833408" y="2185295"/>
                  </a:lnTo>
                  <a:lnTo>
                    <a:pt x="2833566" y="2185295"/>
                  </a:lnTo>
                  <a:lnTo>
                    <a:pt x="2833566" y="2184864"/>
                  </a:lnTo>
                  <a:lnTo>
                    <a:pt x="2833724" y="2184864"/>
                  </a:lnTo>
                  <a:lnTo>
                    <a:pt x="2833724" y="2184433"/>
                  </a:lnTo>
                  <a:lnTo>
                    <a:pt x="2833882" y="2184433"/>
                  </a:lnTo>
                  <a:lnTo>
                    <a:pt x="2833882" y="2184003"/>
                  </a:lnTo>
                  <a:lnTo>
                    <a:pt x="2834039" y="2184003"/>
                  </a:lnTo>
                  <a:lnTo>
                    <a:pt x="2834197" y="2184003"/>
                  </a:lnTo>
                  <a:lnTo>
                    <a:pt x="2834355" y="2184003"/>
                  </a:lnTo>
                  <a:lnTo>
                    <a:pt x="2834355" y="2183572"/>
                  </a:lnTo>
                  <a:lnTo>
                    <a:pt x="2834512" y="2183572"/>
                  </a:lnTo>
                  <a:lnTo>
                    <a:pt x="2834670" y="2183572"/>
                  </a:lnTo>
                  <a:lnTo>
                    <a:pt x="2834670" y="2183142"/>
                  </a:lnTo>
                  <a:lnTo>
                    <a:pt x="2834828" y="2183142"/>
                  </a:lnTo>
                  <a:lnTo>
                    <a:pt x="2834986" y="2183142"/>
                  </a:lnTo>
                  <a:lnTo>
                    <a:pt x="2835143" y="2183142"/>
                  </a:lnTo>
                  <a:lnTo>
                    <a:pt x="2835143" y="2182711"/>
                  </a:lnTo>
                  <a:lnTo>
                    <a:pt x="2835301" y="2182711"/>
                  </a:lnTo>
                  <a:lnTo>
                    <a:pt x="2835459" y="2182711"/>
                  </a:lnTo>
                  <a:lnTo>
                    <a:pt x="2835616" y="2182711"/>
                  </a:lnTo>
                  <a:lnTo>
                    <a:pt x="2835774" y="2182711"/>
                  </a:lnTo>
                  <a:lnTo>
                    <a:pt x="2835932" y="2182711"/>
                  </a:lnTo>
                  <a:lnTo>
                    <a:pt x="2836090" y="2182711"/>
                  </a:lnTo>
                  <a:lnTo>
                    <a:pt x="2836247" y="2182711"/>
                  </a:lnTo>
                  <a:lnTo>
                    <a:pt x="2836405" y="2182711"/>
                  </a:lnTo>
                  <a:lnTo>
                    <a:pt x="2836563" y="2182711"/>
                  </a:lnTo>
                  <a:lnTo>
                    <a:pt x="2836720" y="2182711"/>
                  </a:lnTo>
                  <a:lnTo>
                    <a:pt x="2836878" y="2182711"/>
                  </a:lnTo>
                  <a:lnTo>
                    <a:pt x="2836878" y="2182280"/>
                  </a:lnTo>
                  <a:lnTo>
                    <a:pt x="2837036" y="2182280"/>
                  </a:lnTo>
                  <a:lnTo>
                    <a:pt x="2837194" y="2182280"/>
                  </a:lnTo>
                  <a:lnTo>
                    <a:pt x="2837351" y="2182280"/>
                  </a:lnTo>
                  <a:lnTo>
                    <a:pt x="2837351" y="2181850"/>
                  </a:lnTo>
                  <a:lnTo>
                    <a:pt x="2837509" y="2181850"/>
                  </a:lnTo>
                  <a:lnTo>
                    <a:pt x="2837509" y="2181419"/>
                  </a:lnTo>
                  <a:lnTo>
                    <a:pt x="2837509" y="2180989"/>
                  </a:lnTo>
                  <a:lnTo>
                    <a:pt x="2837667" y="2180989"/>
                  </a:lnTo>
                  <a:lnTo>
                    <a:pt x="2837824" y="2180989"/>
                  </a:lnTo>
                  <a:lnTo>
                    <a:pt x="2837824" y="2180558"/>
                  </a:lnTo>
                  <a:lnTo>
                    <a:pt x="2837982" y="2180558"/>
                  </a:lnTo>
                  <a:lnTo>
                    <a:pt x="2838140" y="2180558"/>
                  </a:lnTo>
                  <a:lnTo>
                    <a:pt x="2838298" y="2180558"/>
                  </a:lnTo>
                  <a:lnTo>
                    <a:pt x="2838298" y="2180127"/>
                  </a:lnTo>
                  <a:lnTo>
                    <a:pt x="2838298" y="2179697"/>
                  </a:lnTo>
                  <a:lnTo>
                    <a:pt x="2838455" y="2179697"/>
                  </a:lnTo>
                  <a:lnTo>
                    <a:pt x="2838613" y="2179697"/>
                  </a:lnTo>
                  <a:lnTo>
                    <a:pt x="2838771" y="2179697"/>
                  </a:lnTo>
                  <a:lnTo>
                    <a:pt x="2838929" y="2179697"/>
                  </a:lnTo>
                  <a:lnTo>
                    <a:pt x="2839086" y="2179697"/>
                  </a:lnTo>
                  <a:lnTo>
                    <a:pt x="2839244" y="2179697"/>
                  </a:lnTo>
                  <a:lnTo>
                    <a:pt x="2839244" y="2179266"/>
                  </a:lnTo>
                  <a:lnTo>
                    <a:pt x="2839402" y="2179266"/>
                  </a:lnTo>
                  <a:lnTo>
                    <a:pt x="2839559" y="2179266"/>
                  </a:lnTo>
                  <a:lnTo>
                    <a:pt x="2839717" y="2179266"/>
                  </a:lnTo>
                  <a:lnTo>
                    <a:pt x="2839717" y="2178836"/>
                  </a:lnTo>
                  <a:lnTo>
                    <a:pt x="2839717" y="2178405"/>
                  </a:lnTo>
                  <a:lnTo>
                    <a:pt x="2839875" y="2178405"/>
                  </a:lnTo>
                  <a:lnTo>
                    <a:pt x="2840033" y="2178405"/>
                  </a:lnTo>
                  <a:lnTo>
                    <a:pt x="2840190" y="2178405"/>
                  </a:lnTo>
                  <a:lnTo>
                    <a:pt x="2840190" y="2177974"/>
                  </a:lnTo>
                  <a:lnTo>
                    <a:pt x="2840348" y="2177974"/>
                  </a:lnTo>
                  <a:lnTo>
                    <a:pt x="2840506" y="2177974"/>
                  </a:lnTo>
                  <a:lnTo>
                    <a:pt x="2840663" y="2177974"/>
                  </a:lnTo>
                  <a:lnTo>
                    <a:pt x="2840821" y="2177974"/>
                  </a:lnTo>
                  <a:lnTo>
                    <a:pt x="2840979" y="2177974"/>
                  </a:lnTo>
                  <a:lnTo>
                    <a:pt x="2841137" y="2177974"/>
                  </a:lnTo>
                  <a:lnTo>
                    <a:pt x="2841294" y="2177974"/>
                  </a:lnTo>
                  <a:lnTo>
                    <a:pt x="2841452" y="2177974"/>
                  </a:lnTo>
                  <a:lnTo>
                    <a:pt x="2841610" y="2177974"/>
                  </a:lnTo>
                  <a:lnTo>
                    <a:pt x="2841767" y="2177974"/>
                  </a:lnTo>
                  <a:lnTo>
                    <a:pt x="2841925" y="2177974"/>
                  </a:lnTo>
                  <a:lnTo>
                    <a:pt x="2841925" y="2177544"/>
                  </a:lnTo>
                  <a:lnTo>
                    <a:pt x="2841925" y="2177113"/>
                  </a:lnTo>
                  <a:lnTo>
                    <a:pt x="2842083" y="2177113"/>
                  </a:lnTo>
                  <a:lnTo>
                    <a:pt x="2842083" y="2176683"/>
                  </a:lnTo>
                  <a:lnTo>
                    <a:pt x="2842241" y="2176683"/>
                  </a:lnTo>
                  <a:lnTo>
                    <a:pt x="2842398" y="2176683"/>
                  </a:lnTo>
                  <a:lnTo>
                    <a:pt x="2842556" y="2176683"/>
                  </a:lnTo>
                  <a:lnTo>
                    <a:pt x="2842556" y="2176252"/>
                  </a:lnTo>
                  <a:lnTo>
                    <a:pt x="2842714" y="2176252"/>
                  </a:lnTo>
                  <a:lnTo>
                    <a:pt x="2842871" y="2176252"/>
                  </a:lnTo>
                  <a:lnTo>
                    <a:pt x="2843029" y="2176252"/>
                  </a:lnTo>
                  <a:lnTo>
                    <a:pt x="2843187" y="2176252"/>
                  </a:lnTo>
                  <a:lnTo>
                    <a:pt x="2843345" y="2176252"/>
                  </a:lnTo>
                  <a:lnTo>
                    <a:pt x="2843345" y="2175821"/>
                  </a:lnTo>
                  <a:lnTo>
                    <a:pt x="2843502" y="2175821"/>
                  </a:lnTo>
                  <a:lnTo>
                    <a:pt x="2843660" y="2175821"/>
                  </a:lnTo>
                  <a:lnTo>
                    <a:pt x="2843818" y="2175821"/>
                  </a:lnTo>
                  <a:lnTo>
                    <a:pt x="2843975" y="2175821"/>
                  </a:lnTo>
                  <a:lnTo>
                    <a:pt x="2844133" y="2175821"/>
                  </a:lnTo>
                  <a:lnTo>
                    <a:pt x="2844291" y="2175821"/>
                  </a:lnTo>
                  <a:lnTo>
                    <a:pt x="2844291" y="2175391"/>
                  </a:lnTo>
                  <a:lnTo>
                    <a:pt x="2844291" y="2174960"/>
                  </a:lnTo>
                  <a:lnTo>
                    <a:pt x="2844449" y="2174960"/>
                  </a:lnTo>
                  <a:lnTo>
                    <a:pt x="2844449" y="2174530"/>
                  </a:lnTo>
                  <a:lnTo>
                    <a:pt x="2844606" y="2174530"/>
                  </a:lnTo>
                  <a:lnTo>
                    <a:pt x="2844764" y="2174530"/>
                  </a:lnTo>
                  <a:lnTo>
                    <a:pt x="2844922" y="2174530"/>
                  </a:lnTo>
                  <a:lnTo>
                    <a:pt x="2844922" y="2174099"/>
                  </a:lnTo>
                  <a:lnTo>
                    <a:pt x="2845080" y="2174099"/>
                  </a:lnTo>
                  <a:lnTo>
                    <a:pt x="2845080" y="2173668"/>
                  </a:lnTo>
                  <a:lnTo>
                    <a:pt x="2845237" y="2173668"/>
                  </a:lnTo>
                  <a:lnTo>
                    <a:pt x="2845237" y="2173238"/>
                  </a:lnTo>
                  <a:lnTo>
                    <a:pt x="2845237" y="2172807"/>
                  </a:lnTo>
                  <a:lnTo>
                    <a:pt x="2845237" y="2172377"/>
                  </a:lnTo>
                  <a:lnTo>
                    <a:pt x="2845237" y="2171946"/>
                  </a:lnTo>
                  <a:lnTo>
                    <a:pt x="2845395" y="2171946"/>
                  </a:lnTo>
                  <a:lnTo>
                    <a:pt x="2845553" y="2171946"/>
                  </a:lnTo>
                  <a:lnTo>
                    <a:pt x="2845710" y="2171946"/>
                  </a:lnTo>
                  <a:lnTo>
                    <a:pt x="2845868" y="2171946"/>
                  </a:lnTo>
                  <a:lnTo>
                    <a:pt x="2846026" y="2171946"/>
                  </a:lnTo>
                  <a:lnTo>
                    <a:pt x="2846184" y="2171946"/>
                  </a:lnTo>
                  <a:lnTo>
                    <a:pt x="2846341" y="2171946"/>
                  </a:lnTo>
                  <a:lnTo>
                    <a:pt x="2846341" y="2171515"/>
                  </a:lnTo>
                  <a:lnTo>
                    <a:pt x="2846499" y="2171515"/>
                  </a:lnTo>
                  <a:lnTo>
                    <a:pt x="2846499" y="2171085"/>
                  </a:lnTo>
                  <a:lnTo>
                    <a:pt x="2846657" y="2171085"/>
                  </a:lnTo>
                  <a:lnTo>
                    <a:pt x="2846814" y="2171085"/>
                  </a:lnTo>
                  <a:lnTo>
                    <a:pt x="2846972" y="2171085"/>
                  </a:lnTo>
                  <a:lnTo>
                    <a:pt x="2847130" y="2171085"/>
                  </a:lnTo>
                  <a:lnTo>
                    <a:pt x="2847130" y="2170654"/>
                  </a:lnTo>
                  <a:lnTo>
                    <a:pt x="2847288" y="2170654"/>
                  </a:lnTo>
                  <a:lnTo>
                    <a:pt x="2847288" y="2170224"/>
                  </a:lnTo>
                  <a:lnTo>
                    <a:pt x="2847445" y="2170224"/>
                  </a:lnTo>
                  <a:lnTo>
                    <a:pt x="2847603" y="2170224"/>
                  </a:lnTo>
                  <a:lnTo>
                    <a:pt x="2847761" y="2170224"/>
                  </a:lnTo>
                  <a:lnTo>
                    <a:pt x="2847918" y="2170224"/>
                  </a:lnTo>
                  <a:lnTo>
                    <a:pt x="2847918" y="2169793"/>
                  </a:lnTo>
                  <a:lnTo>
                    <a:pt x="2848076" y="2169793"/>
                  </a:lnTo>
                  <a:lnTo>
                    <a:pt x="2848076" y="2169362"/>
                  </a:lnTo>
                  <a:lnTo>
                    <a:pt x="2848076" y="2168932"/>
                  </a:lnTo>
                  <a:lnTo>
                    <a:pt x="2848234" y="2168932"/>
                  </a:lnTo>
                  <a:lnTo>
                    <a:pt x="2848392" y="2168932"/>
                  </a:lnTo>
                  <a:lnTo>
                    <a:pt x="2848549" y="2168932"/>
                  </a:lnTo>
                  <a:lnTo>
                    <a:pt x="2848707" y="2168932"/>
                  </a:lnTo>
                  <a:lnTo>
                    <a:pt x="2848865" y="2168932"/>
                  </a:lnTo>
                  <a:lnTo>
                    <a:pt x="2848865" y="2168501"/>
                  </a:lnTo>
                  <a:lnTo>
                    <a:pt x="2848865" y="2168071"/>
                  </a:lnTo>
                  <a:lnTo>
                    <a:pt x="2849022" y="2168071"/>
                  </a:lnTo>
                  <a:lnTo>
                    <a:pt x="2849180" y="2168071"/>
                  </a:lnTo>
                  <a:lnTo>
                    <a:pt x="2849338" y="2168071"/>
                  </a:lnTo>
                  <a:lnTo>
                    <a:pt x="2849496" y="2168071"/>
                  </a:lnTo>
                  <a:lnTo>
                    <a:pt x="2849653" y="2168071"/>
                  </a:lnTo>
                  <a:lnTo>
                    <a:pt x="2849653" y="2167640"/>
                  </a:lnTo>
                  <a:lnTo>
                    <a:pt x="2849811" y="2167640"/>
                  </a:lnTo>
                  <a:lnTo>
                    <a:pt x="2849969" y="2167640"/>
                  </a:lnTo>
                  <a:lnTo>
                    <a:pt x="2850127" y="2167640"/>
                  </a:lnTo>
                  <a:lnTo>
                    <a:pt x="2850284" y="2167640"/>
                  </a:lnTo>
                  <a:lnTo>
                    <a:pt x="2850442" y="2167640"/>
                  </a:lnTo>
                  <a:lnTo>
                    <a:pt x="2850600" y="2167640"/>
                  </a:lnTo>
                  <a:lnTo>
                    <a:pt x="2850600" y="2167209"/>
                  </a:lnTo>
                  <a:lnTo>
                    <a:pt x="2850757" y="2167209"/>
                  </a:lnTo>
                  <a:lnTo>
                    <a:pt x="2850915" y="2167209"/>
                  </a:lnTo>
                  <a:lnTo>
                    <a:pt x="2850915" y="2166779"/>
                  </a:lnTo>
                  <a:lnTo>
                    <a:pt x="2851073" y="2166779"/>
                  </a:lnTo>
                  <a:lnTo>
                    <a:pt x="2851231" y="2166779"/>
                  </a:lnTo>
                  <a:lnTo>
                    <a:pt x="2851388" y="2166779"/>
                  </a:lnTo>
                  <a:lnTo>
                    <a:pt x="2851388" y="2166348"/>
                  </a:lnTo>
                  <a:lnTo>
                    <a:pt x="2851388" y="2165918"/>
                  </a:lnTo>
                  <a:lnTo>
                    <a:pt x="2851546" y="2165918"/>
                  </a:lnTo>
                  <a:lnTo>
                    <a:pt x="2851704" y="2165918"/>
                  </a:lnTo>
                  <a:lnTo>
                    <a:pt x="2851861" y="2165918"/>
                  </a:lnTo>
                  <a:lnTo>
                    <a:pt x="2851861" y="2165487"/>
                  </a:lnTo>
                  <a:lnTo>
                    <a:pt x="2852019" y="2165487"/>
                  </a:lnTo>
                  <a:lnTo>
                    <a:pt x="2852177" y="2165487"/>
                  </a:lnTo>
                  <a:lnTo>
                    <a:pt x="2852335" y="2165487"/>
                  </a:lnTo>
                  <a:lnTo>
                    <a:pt x="2852335" y="2165056"/>
                  </a:lnTo>
                  <a:lnTo>
                    <a:pt x="2852492" y="2165056"/>
                  </a:lnTo>
                  <a:lnTo>
                    <a:pt x="2852650" y="2165056"/>
                  </a:lnTo>
                  <a:lnTo>
                    <a:pt x="2852808" y="2165056"/>
                  </a:lnTo>
                  <a:lnTo>
                    <a:pt x="2852965" y="2165056"/>
                  </a:lnTo>
                  <a:lnTo>
                    <a:pt x="2852965" y="2164626"/>
                  </a:lnTo>
                  <a:lnTo>
                    <a:pt x="2852965" y="2164195"/>
                  </a:lnTo>
                  <a:lnTo>
                    <a:pt x="2853123" y="2164195"/>
                  </a:lnTo>
                  <a:lnTo>
                    <a:pt x="2853281" y="2164195"/>
                  </a:lnTo>
                  <a:lnTo>
                    <a:pt x="2853439" y="2164195"/>
                  </a:lnTo>
                  <a:lnTo>
                    <a:pt x="2853439" y="2163765"/>
                  </a:lnTo>
                  <a:lnTo>
                    <a:pt x="2853596" y="2163765"/>
                  </a:lnTo>
                  <a:lnTo>
                    <a:pt x="2853596" y="2163334"/>
                  </a:lnTo>
                  <a:lnTo>
                    <a:pt x="2853754" y="2163334"/>
                  </a:lnTo>
                  <a:lnTo>
                    <a:pt x="2853754" y="2162903"/>
                  </a:lnTo>
                  <a:lnTo>
                    <a:pt x="2853912" y="2162903"/>
                  </a:lnTo>
                  <a:lnTo>
                    <a:pt x="2853912" y="2162473"/>
                  </a:lnTo>
                  <a:lnTo>
                    <a:pt x="2854069" y="2162473"/>
                  </a:lnTo>
                  <a:lnTo>
                    <a:pt x="2854069" y="2162042"/>
                  </a:lnTo>
                  <a:lnTo>
                    <a:pt x="2854227" y="2162042"/>
                  </a:lnTo>
                  <a:lnTo>
                    <a:pt x="2854385" y="2162042"/>
                  </a:lnTo>
                  <a:lnTo>
                    <a:pt x="2854543" y="2162042"/>
                  </a:lnTo>
                  <a:lnTo>
                    <a:pt x="2854543" y="2161612"/>
                  </a:lnTo>
                  <a:lnTo>
                    <a:pt x="2854700" y="2161612"/>
                  </a:lnTo>
                  <a:lnTo>
                    <a:pt x="2854700" y="2161181"/>
                  </a:lnTo>
                  <a:lnTo>
                    <a:pt x="2854858" y="2161181"/>
                  </a:lnTo>
                  <a:lnTo>
                    <a:pt x="2855016" y="2161181"/>
                  </a:lnTo>
                  <a:lnTo>
                    <a:pt x="2855173" y="2161181"/>
                  </a:lnTo>
                  <a:lnTo>
                    <a:pt x="2855331" y="2161181"/>
                  </a:lnTo>
                  <a:lnTo>
                    <a:pt x="2855331" y="2160750"/>
                  </a:lnTo>
                  <a:lnTo>
                    <a:pt x="2855331" y="2160320"/>
                  </a:lnTo>
                  <a:lnTo>
                    <a:pt x="2855489" y="2160320"/>
                  </a:lnTo>
                  <a:lnTo>
                    <a:pt x="2855647" y="2160320"/>
                  </a:lnTo>
                  <a:lnTo>
                    <a:pt x="2855804" y="2160320"/>
                  </a:lnTo>
                  <a:lnTo>
                    <a:pt x="2855804" y="2159889"/>
                  </a:lnTo>
                  <a:lnTo>
                    <a:pt x="2855962" y="2159889"/>
                  </a:lnTo>
                  <a:lnTo>
                    <a:pt x="2856120" y="2159889"/>
                  </a:lnTo>
                  <a:lnTo>
                    <a:pt x="2856120" y="2159459"/>
                  </a:lnTo>
                  <a:lnTo>
                    <a:pt x="2856278" y="2159459"/>
                  </a:lnTo>
                  <a:lnTo>
                    <a:pt x="2856435" y="2159459"/>
                  </a:lnTo>
                  <a:lnTo>
                    <a:pt x="2856593" y="2159459"/>
                  </a:lnTo>
                  <a:lnTo>
                    <a:pt x="2856751" y="2159459"/>
                  </a:lnTo>
                  <a:lnTo>
                    <a:pt x="2856751" y="2159028"/>
                  </a:lnTo>
                  <a:lnTo>
                    <a:pt x="2856908" y="2159028"/>
                  </a:lnTo>
                  <a:lnTo>
                    <a:pt x="2857066" y="2159028"/>
                  </a:lnTo>
                  <a:lnTo>
                    <a:pt x="2857224" y="2159028"/>
                  </a:lnTo>
                  <a:lnTo>
                    <a:pt x="2857382" y="2159028"/>
                  </a:lnTo>
                  <a:lnTo>
                    <a:pt x="2857382" y="2158597"/>
                  </a:lnTo>
                  <a:lnTo>
                    <a:pt x="2857382" y="2158167"/>
                  </a:lnTo>
                  <a:lnTo>
                    <a:pt x="2857539" y="2158167"/>
                  </a:lnTo>
                  <a:lnTo>
                    <a:pt x="2857697" y="2158167"/>
                  </a:lnTo>
                  <a:lnTo>
                    <a:pt x="2857697" y="2157736"/>
                  </a:lnTo>
                  <a:lnTo>
                    <a:pt x="2857697" y="2157306"/>
                  </a:lnTo>
                  <a:lnTo>
                    <a:pt x="2857855" y="2157306"/>
                  </a:lnTo>
                  <a:lnTo>
                    <a:pt x="2858012" y="2157306"/>
                  </a:lnTo>
                  <a:lnTo>
                    <a:pt x="2858170" y="2157306"/>
                  </a:lnTo>
                  <a:lnTo>
                    <a:pt x="2858328" y="2157306"/>
                  </a:lnTo>
                  <a:lnTo>
                    <a:pt x="2858486" y="2157306"/>
                  </a:lnTo>
                  <a:lnTo>
                    <a:pt x="2858643" y="2157306"/>
                  </a:lnTo>
                  <a:lnTo>
                    <a:pt x="2858801" y="2157306"/>
                  </a:lnTo>
                  <a:lnTo>
                    <a:pt x="2858959" y="2157306"/>
                  </a:lnTo>
                  <a:lnTo>
                    <a:pt x="2858959" y="2156875"/>
                  </a:lnTo>
                  <a:lnTo>
                    <a:pt x="2858959" y="2156444"/>
                  </a:lnTo>
                  <a:lnTo>
                    <a:pt x="2859116" y="2156444"/>
                  </a:lnTo>
                  <a:lnTo>
                    <a:pt x="2859116" y="2156014"/>
                  </a:lnTo>
                  <a:lnTo>
                    <a:pt x="2859274" y="2156014"/>
                  </a:lnTo>
                  <a:lnTo>
                    <a:pt x="2859432" y="2156014"/>
                  </a:lnTo>
                  <a:lnTo>
                    <a:pt x="2859590" y="2156014"/>
                  </a:lnTo>
                  <a:lnTo>
                    <a:pt x="2859747" y="2156014"/>
                  </a:lnTo>
                  <a:lnTo>
                    <a:pt x="2859905" y="2156014"/>
                  </a:lnTo>
                  <a:lnTo>
                    <a:pt x="2860063" y="2156014"/>
                  </a:lnTo>
                  <a:lnTo>
                    <a:pt x="2860220" y="2156014"/>
                  </a:lnTo>
                  <a:lnTo>
                    <a:pt x="2860378" y="2156014"/>
                  </a:lnTo>
                  <a:lnTo>
                    <a:pt x="2860536" y="2156014"/>
                  </a:lnTo>
                  <a:lnTo>
                    <a:pt x="2860694" y="2156014"/>
                  </a:lnTo>
                  <a:lnTo>
                    <a:pt x="2860694" y="2155583"/>
                  </a:lnTo>
                  <a:lnTo>
                    <a:pt x="2860851" y="2155583"/>
                  </a:lnTo>
                  <a:lnTo>
                    <a:pt x="2861009" y="2155583"/>
                  </a:lnTo>
                  <a:lnTo>
                    <a:pt x="2861167" y="2155583"/>
                  </a:lnTo>
                  <a:lnTo>
                    <a:pt x="2861325" y="2155583"/>
                  </a:lnTo>
                  <a:lnTo>
                    <a:pt x="2861482" y="2155583"/>
                  </a:lnTo>
                  <a:lnTo>
                    <a:pt x="2861482" y="2155153"/>
                  </a:lnTo>
                  <a:lnTo>
                    <a:pt x="2861640" y="2155153"/>
                  </a:lnTo>
                  <a:lnTo>
                    <a:pt x="2861640" y="2154722"/>
                  </a:lnTo>
                  <a:lnTo>
                    <a:pt x="2861640" y="2154291"/>
                  </a:lnTo>
                  <a:lnTo>
                    <a:pt x="2861798" y="2154291"/>
                  </a:lnTo>
                  <a:lnTo>
                    <a:pt x="2861955" y="2154291"/>
                  </a:lnTo>
                  <a:lnTo>
                    <a:pt x="2862113" y="2154291"/>
                  </a:lnTo>
                  <a:lnTo>
                    <a:pt x="2862271" y="2154291"/>
                  </a:lnTo>
                  <a:lnTo>
                    <a:pt x="2862429" y="2154291"/>
                  </a:lnTo>
                  <a:lnTo>
                    <a:pt x="2862586" y="2154291"/>
                  </a:lnTo>
                  <a:lnTo>
                    <a:pt x="2862744" y="2154291"/>
                  </a:lnTo>
                  <a:lnTo>
                    <a:pt x="2862744" y="2153861"/>
                  </a:lnTo>
                  <a:lnTo>
                    <a:pt x="2862902" y="2153861"/>
                  </a:lnTo>
                  <a:lnTo>
                    <a:pt x="2863059" y="2153861"/>
                  </a:lnTo>
                  <a:lnTo>
                    <a:pt x="2863059" y="2153430"/>
                  </a:lnTo>
                  <a:lnTo>
                    <a:pt x="2863217" y="2153430"/>
                  </a:lnTo>
                  <a:lnTo>
                    <a:pt x="2863375" y="2153430"/>
                  </a:lnTo>
                  <a:lnTo>
                    <a:pt x="2863533" y="2153430"/>
                  </a:lnTo>
                  <a:lnTo>
                    <a:pt x="2863690" y="2153430"/>
                  </a:lnTo>
                  <a:lnTo>
                    <a:pt x="2863848" y="2153430"/>
                  </a:lnTo>
                  <a:lnTo>
                    <a:pt x="2864006" y="2153430"/>
                  </a:lnTo>
                  <a:lnTo>
                    <a:pt x="2864163" y="2153430"/>
                  </a:lnTo>
                  <a:lnTo>
                    <a:pt x="2864321" y="2153430"/>
                  </a:lnTo>
                  <a:lnTo>
                    <a:pt x="2864479" y="2153430"/>
                  </a:lnTo>
                  <a:lnTo>
                    <a:pt x="2864637" y="2153430"/>
                  </a:lnTo>
                  <a:lnTo>
                    <a:pt x="2864794" y="2153430"/>
                  </a:lnTo>
                  <a:lnTo>
                    <a:pt x="2864952" y="2153430"/>
                  </a:lnTo>
                  <a:lnTo>
                    <a:pt x="2865110" y="2153430"/>
                  </a:lnTo>
                  <a:lnTo>
                    <a:pt x="2865267" y="2153430"/>
                  </a:lnTo>
                  <a:lnTo>
                    <a:pt x="2865425" y="2153430"/>
                  </a:lnTo>
                  <a:lnTo>
                    <a:pt x="2865583" y="2153430"/>
                  </a:lnTo>
                  <a:lnTo>
                    <a:pt x="2865583" y="2153000"/>
                  </a:lnTo>
                  <a:lnTo>
                    <a:pt x="2865741" y="2153000"/>
                  </a:lnTo>
                  <a:lnTo>
                    <a:pt x="2865898" y="2153000"/>
                  </a:lnTo>
                  <a:lnTo>
                    <a:pt x="2866056" y="2153000"/>
                  </a:lnTo>
                  <a:lnTo>
                    <a:pt x="2866056" y="2152569"/>
                  </a:lnTo>
                  <a:lnTo>
                    <a:pt x="2866214" y="2152569"/>
                  </a:lnTo>
                  <a:lnTo>
                    <a:pt x="2866371" y="2152569"/>
                  </a:lnTo>
                  <a:lnTo>
                    <a:pt x="2866529" y="2152569"/>
                  </a:lnTo>
                  <a:lnTo>
                    <a:pt x="2866687" y="2152569"/>
                  </a:lnTo>
                  <a:lnTo>
                    <a:pt x="2866845" y="2152569"/>
                  </a:lnTo>
                  <a:lnTo>
                    <a:pt x="2867002" y="2152569"/>
                  </a:lnTo>
                  <a:lnTo>
                    <a:pt x="2867160" y="2152569"/>
                  </a:lnTo>
                  <a:lnTo>
                    <a:pt x="2867318" y="2152569"/>
                  </a:lnTo>
                  <a:lnTo>
                    <a:pt x="2867476" y="2152569"/>
                  </a:lnTo>
                  <a:lnTo>
                    <a:pt x="2867476" y="2152138"/>
                  </a:lnTo>
                  <a:lnTo>
                    <a:pt x="2867476" y="2151708"/>
                  </a:lnTo>
                  <a:lnTo>
                    <a:pt x="2867633" y="2151708"/>
                  </a:lnTo>
                  <a:lnTo>
                    <a:pt x="2867791" y="2151708"/>
                  </a:lnTo>
                  <a:lnTo>
                    <a:pt x="2867949" y="2151708"/>
                  </a:lnTo>
                  <a:lnTo>
                    <a:pt x="2867949" y="2151277"/>
                  </a:lnTo>
                  <a:lnTo>
                    <a:pt x="2867949" y="2150847"/>
                  </a:lnTo>
                  <a:lnTo>
                    <a:pt x="2867949" y="2150416"/>
                  </a:lnTo>
                  <a:lnTo>
                    <a:pt x="2868106" y="2150416"/>
                  </a:lnTo>
                  <a:lnTo>
                    <a:pt x="2868264" y="2150416"/>
                  </a:lnTo>
                  <a:lnTo>
                    <a:pt x="2868422" y="2150416"/>
                  </a:lnTo>
                  <a:lnTo>
                    <a:pt x="2868580" y="2150416"/>
                  </a:lnTo>
                  <a:lnTo>
                    <a:pt x="2868580" y="2149985"/>
                  </a:lnTo>
                  <a:lnTo>
                    <a:pt x="2868737" y="2149985"/>
                  </a:lnTo>
                  <a:lnTo>
                    <a:pt x="2868737" y="2149555"/>
                  </a:lnTo>
                  <a:lnTo>
                    <a:pt x="2868895" y="2149555"/>
                  </a:lnTo>
                  <a:lnTo>
                    <a:pt x="2868895" y="2149124"/>
                  </a:lnTo>
                  <a:lnTo>
                    <a:pt x="2869053" y="2149124"/>
                  </a:lnTo>
                  <a:lnTo>
                    <a:pt x="2869210" y="2149124"/>
                  </a:lnTo>
                  <a:lnTo>
                    <a:pt x="2869368" y="2149124"/>
                  </a:lnTo>
                  <a:lnTo>
                    <a:pt x="2869368" y="2148694"/>
                  </a:lnTo>
                  <a:lnTo>
                    <a:pt x="2869368" y="2148263"/>
                  </a:lnTo>
                  <a:lnTo>
                    <a:pt x="2869368" y="2147832"/>
                  </a:lnTo>
                  <a:lnTo>
                    <a:pt x="2869368" y="2147402"/>
                  </a:lnTo>
                  <a:lnTo>
                    <a:pt x="2869526" y="2147402"/>
                  </a:lnTo>
                  <a:lnTo>
                    <a:pt x="2869684" y="2147402"/>
                  </a:lnTo>
                  <a:lnTo>
                    <a:pt x="2869684" y="2146971"/>
                  </a:lnTo>
                  <a:lnTo>
                    <a:pt x="2869841" y="2146971"/>
                  </a:lnTo>
                  <a:lnTo>
                    <a:pt x="2869999" y="2146971"/>
                  </a:lnTo>
                  <a:lnTo>
                    <a:pt x="2870157" y="2146971"/>
                  </a:lnTo>
                  <a:lnTo>
                    <a:pt x="2870314" y="2146971"/>
                  </a:lnTo>
                  <a:lnTo>
                    <a:pt x="2870472" y="2146971"/>
                  </a:lnTo>
                  <a:lnTo>
                    <a:pt x="2870472" y="2146541"/>
                  </a:lnTo>
                  <a:lnTo>
                    <a:pt x="2870472" y="2146110"/>
                  </a:lnTo>
                  <a:lnTo>
                    <a:pt x="2870630" y="2146110"/>
                  </a:lnTo>
                  <a:lnTo>
                    <a:pt x="2870788" y="2146110"/>
                  </a:lnTo>
                  <a:lnTo>
                    <a:pt x="2870788" y="2145679"/>
                  </a:lnTo>
                  <a:lnTo>
                    <a:pt x="2870945" y="2145679"/>
                  </a:lnTo>
                  <a:lnTo>
                    <a:pt x="2871103" y="2145679"/>
                  </a:lnTo>
                  <a:lnTo>
                    <a:pt x="2871261" y="2145679"/>
                  </a:lnTo>
                  <a:lnTo>
                    <a:pt x="2871418" y="2145679"/>
                  </a:lnTo>
                  <a:lnTo>
                    <a:pt x="2871418" y="2145249"/>
                  </a:lnTo>
                  <a:lnTo>
                    <a:pt x="2871576" y="2145249"/>
                  </a:lnTo>
                  <a:lnTo>
                    <a:pt x="2871734" y="2145249"/>
                  </a:lnTo>
                  <a:lnTo>
                    <a:pt x="2871892" y="2145249"/>
                  </a:lnTo>
                  <a:lnTo>
                    <a:pt x="2872049" y="2145249"/>
                  </a:lnTo>
                  <a:lnTo>
                    <a:pt x="2872207" y="2145249"/>
                  </a:lnTo>
                  <a:lnTo>
                    <a:pt x="2872365" y="2145249"/>
                  </a:lnTo>
                  <a:lnTo>
                    <a:pt x="2872365" y="2144818"/>
                  </a:lnTo>
                  <a:lnTo>
                    <a:pt x="2872523" y="2144818"/>
                  </a:lnTo>
                  <a:lnTo>
                    <a:pt x="2872680" y="2144818"/>
                  </a:lnTo>
                  <a:lnTo>
                    <a:pt x="2872838" y="2144818"/>
                  </a:lnTo>
                  <a:lnTo>
                    <a:pt x="2872996" y="2144818"/>
                  </a:lnTo>
                  <a:lnTo>
                    <a:pt x="2872996" y="2144388"/>
                  </a:lnTo>
                  <a:lnTo>
                    <a:pt x="2873153" y="2144388"/>
                  </a:lnTo>
                  <a:lnTo>
                    <a:pt x="2873311" y="2144388"/>
                  </a:lnTo>
                  <a:lnTo>
                    <a:pt x="2873469" y="2144388"/>
                  </a:lnTo>
                  <a:lnTo>
                    <a:pt x="2873469" y="2143957"/>
                  </a:lnTo>
                  <a:lnTo>
                    <a:pt x="2873469" y="2143526"/>
                  </a:lnTo>
                  <a:lnTo>
                    <a:pt x="2873627" y="2143526"/>
                  </a:lnTo>
                  <a:lnTo>
                    <a:pt x="2873627" y="2143096"/>
                  </a:lnTo>
                  <a:lnTo>
                    <a:pt x="2873784" y="2143096"/>
                  </a:lnTo>
                  <a:lnTo>
                    <a:pt x="2873942" y="2143096"/>
                  </a:lnTo>
                  <a:lnTo>
                    <a:pt x="2874100" y="2143096"/>
                  </a:lnTo>
                  <a:lnTo>
                    <a:pt x="2874257" y="2143096"/>
                  </a:lnTo>
                  <a:lnTo>
                    <a:pt x="2874415" y="2143096"/>
                  </a:lnTo>
                  <a:lnTo>
                    <a:pt x="2874573" y="2143096"/>
                  </a:lnTo>
                  <a:lnTo>
                    <a:pt x="2874731" y="2143096"/>
                  </a:lnTo>
                  <a:lnTo>
                    <a:pt x="2874888" y="2143096"/>
                  </a:lnTo>
                  <a:lnTo>
                    <a:pt x="2875046" y="2143096"/>
                  </a:lnTo>
                  <a:lnTo>
                    <a:pt x="2875046" y="2142665"/>
                  </a:lnTo>
                  <a:lnTo>
                    <a:pt x="2875204" y="2142665"/>
                  </a:lnTo>
                  <a:lnTo>
                    <a:pt x="2875361" y="2142665"/>
                  </a:lnTo>
                  <a:lnTo>
                    <a:pt x="2875519" y="2142665"/>
                  </a:lnTo>
                  <a:lnTo>
                    <a:pt x="2875677" y="2142665"/>
                  </a:lnTo>
                  <a:lnTo>
                    <a:pt x="2875835" y="2142665"/>
                  </a:lnTo>
                  <a:lnTo>
                    <a:pt x="2875992" y="2142665"/>
                  </a:lnTo>
                  <a:lnTo>
                    <a:pt x="2876150" y="2142665"/>
                  </a:lnTo>
                  <a:lnTo>
                    <a:pt x="2876308" y="2142665"/>
                  </a:lnTo>
                  <a:lnTo>
                    <a:pt x="2876465" y="2142665"/>
                  </a:lnTo>
                  <a:lnTo>
                    <a:pt x="2876465" y="2142235"/>
                  </a:lnTo>
                  <a:lnTo>
                    <a:pt x="2876623" y="2142235"/>
                  </a:lnTo>
                  <a:lnTo>
                    <a:pt x="2876623" y="2141804"/>
                  </a:lnTo>
                  <a:lnTo>
                    <a:pt x="2876623" y="2141373"/>
                  </a:lnTo>
                  <a:lnTo>
                    <a:pt x="2876623" y="2140943"/>
                  </a:lnTo>
                  <a:lnTo>
                    <a:pt x="2876781" y="2140943"/>
                  </a:lnTo>
                  <a:lnTo>
                    <a:pt x="2876939" y="2140943"/>
                  </a:lnTo>
                  <a:lnTo>
                    <a:pt x="2876939" y="2140512"/>
                  </a:lnTo>
                  <a:lnTo>
                    <a:pt x="2877096" y="2140512"/>
                  </a:lnTo>
                  <a:lnTo>
                    <a:pt x="2877096" y="2140082"/>
                  </a:lnTo>
                  <a:lnTo>
                    <a:pt x="2877254" y="2140082"/>
                  </a:lnTo>
                  <a:lnTo>
                    <a:pt x="2877412" y="2140082"/>
                  </a:lnTo>
                  <a:lnTo>
                    <a:pt x="2877569" y="2140082"/>
                  </a:lnTo>
                  <a:lnTo>
                    <a:pt x="2877727" y="2140082"/>
                  </a:lnTo>
                  <a:lnTo>
                    <a:pt x="2877885" y="2140082"/>
                  </a:lnTo>
                  <a:lnTo>
                    <a:pt x="2878043" y="2140082"/>
                  </a:lnTo>
                  <a:lnTo>
                    <a:pt x="2878200" y="2140082"/>
                  </a:lnTo>
                  <a:lnTo>
                    <a:pt x="2878200" y="2139651"/>
                  </a:lnTo>
                  <a:lnTo>
                    <a:pt x="2878358" y="2139651"/>
                  </a:lnTo>
                  <a:lnTo>
                    <a:pt x="2878516" y="2139651"/>
                  </a:lnTo>
                  <a:lnTo>
                    <a:pt x="2878516" y="2139220"/>
                  </a:lnTo>
                  <a:lnTo>
                    <a:pt x="2878516" y="2138790"/>
                  </a:lnTo>
                  <a:lnTo>
                    <a:pt x="2878674" y="2138790"/>
                  </a:lnTo>
                  <a:lnTo>
                    <a:pt x="2878831" y="2138790"/>
                  </a:lnTo>
                  <a:lnTo>
                    <a:pt x="2878989" y="2138790"/>
                  </a:lnTo>
                  <a:lnTo>
                    <a:pt x="2879147" y="2138790"/>
                  </a:lnTo>
                  <a:lnTo>
                    <a:pt x="2879147" y="2138359"/>
                  </a:lnTo>
                  <a:lnTo>
                    <a:pt x="2879304" y="2138359"/>
                  </a:lnTo>
                  <a:lnTo>
                    <a:pt x="2879304" y="2137929"/>
                  </a:lnTo>
                  <a:lnTo>
                    <a:pt x="2879462" y="2137929"/>
                  </a:lnTo>
                  <a:lnTo>
                    <a:pt x="2879620" y="2137929"/>
                  </a:lnTo>
                  <a:lnTo>
                    <a:pt x="2879778" y="2137929"/>
                  </a:lnTo>
                  <a:lnTo>
                    <a:pt x="2879935" y="2137929"/>
                  </a:lnTo>
                  <a:lnTo>
                    <a:pt x="2880093" y="2137929"/>
                  </a:lnTo>
                  <a:lnTo>
                    <a:pt x="2880251" y="2137929"/>
                  </a:lnTo>
                  <a:lnTo>
                    <a:pt x="2880408" y="2137929"/>
                  </a:lnTo>
                  <a:lnTo>
                    <a:pt x="2880566" y="2137929"/>
                  </a:lnTo>
                  <a:lnTo>
                    <a:pt x="2880724" y="2137929"/>
                  </a:lnTo>
                  <a:lnTo>
                    <a:pt x="2880882" y="2137929"/>
                  </a:lnTo>
                  <a:lnTo>
                    <a:pt x="2881039" y="2137929"/>
                  </a:lnTo>
                  <a:lnTo>
                    <a:pt x="2881197" y="2137929"/>
                  </a:lnTo>
                  <a:lnTo>
                    <a:pt x="2881355" y="2137929"/>
                  </a:lnTo>
                  <a:lnTo>
                    <a:pt x="2881512" y="2137929"/>
                  </a:lnTo>
                  <a:lnTo>
                    <a:pt x="2881670" y="2137929"/>
                  </a:lnTo>
                  <a:lnTo>
                    <a:pt x="2881828" y="2137929"/>
                  </a:lnTo>
                  <a:lnTo>
                    <a:pt x="2881986" y="2137929"/>
                  </a:lnTo>
                  <a:lnTo>
                    <a:pt x="2882143" y="2137929"/>
                  </a:lnTo>
                  <a:lnTo>
                    <a:pt x="2882301" y="2137929"/>
                  </a:lnTo>
                  <a:lnTo>
                    <a:pt x="2882459" y="2137929"/>
                  </a:lnTo>
                  <a:lnTo>
                    <a:pt x="2882459" y="2137498"/>
                  </a:lnTo>
                  <a:lnTo>
                    <a:pt x="2882616" y="2137498"/>
                  </a:lnTo>
                  <a:lnTo>
                    <a:pt x="2882774" y="2137498"/>
                  </a:lnTo>
                  <a:lnTo>
                    <a:pt x="2882932" y="2137498"/>
                  </a:lnTo>
                  <a:lnTo>
                    <a:pt x="2883090" y="2137498"/>
                  </a:lnTo>
                  <a:lnTo>
                    <a:pt x="2883247" y="2137498"/>
                  </a:lnTo>
                  <a:lnTo>
                    <a:pt x="2883405" y="2137498"/>
                  </a:lnTo>
                  <a:lnTo>
                    <a:pt x="2883563" y="2137498"/>
                  </a:lnTo>
                  <a:lnTo>
                    <a:pt x="2883720" y="2137498"/>
                  </a:lnTo>
                  <a:lnTo>
                    <a:pt x="2883878" y="2137498"/>
                  </a:lnTo>
                  <a:lnTo>
                    <a:pt x="2884036" y="2137498"/>
                  </a:lnTo>
                  <a:lnTo>
                    <a:pt x="2884194" y="2137498"/>
                  </a:lnTo>
                  <a:lnTo>
                    <a:pt x="2884351" y="2137498"/>
                  </a:lnTo>
                  <a:lnTo>
                    <a:pt x="2884351" y="2137067"/>
                  </a:lnTo>
                  <a:lnTo>
                    <a:pt x="2884351" y="2136637"/>
                  </a:lnTo>
                  <a:lnTo>
                    <a:pt x="2884509" y="2136637"/>
                  </a:lnTo>
                  <a:lnTo>
                    <a:pt x="2884667" y="2136637"/>
                  </a:lnTo>
                  <a:lnTo>
                    <a:pt x="2884825" y="2136637"/>
                  </a:lnTo>
                  <a:lnTo>
                    <a:pt x="2884825" y="2136206"/>
                  </a:lnTo>
                  <a:lnTo>
                    <a:pt x="2884982" y="2136206"/>
                  </a:lnTo>
                  <a:lnTo>
                    <a:pt x="2885140" y="2136206"/>
                  </a:lnTo>
                  <a:lnTo>
                    <a:pt x="2885140" y="2135776"/>
                  </a:lnTo>
                  <a:lnTo>
                    <a:pt x="2885298" y="2135776"/>
                  </a:lnTo>
                  <a:lnTo>
                    <a:pt x="2885455" y="2135776"/>
                  </a:lnTo>
                  <a:lnTo>
                    <a:pt x="2885613" y="2135776"/>
                  </a:lnTo>
                  <a:lnTo>
                    <a:pt x="2885771" y="2135776"/>
                  </a:lnTo>
                  <a:lnTo>
                    <a:pt x="2885929" y="2135776"/>
                  </a:lnTo>
                  <a:lnTo>
                    <a:pt x="2885929" y="2135345"/>
                  </a:lnTo>
                  <a:lnTo>
                    <a:pt x="2885929" y="2134914"/>
                  </a:lnTo>
                  <a:lnTo>
                    <a:pt x="2886086" y="2134914"/>
                  </a:lnTo>
                  <a:lnTo>
                    <a:pt x="2886244" y="2134914"/>
                  </a:lnTo>
                  <a:lnTo>
                    <a:pt x="2886402" y="2134914"/>
                  </a:lnTo>
                  <a:lnTo>
                    <a:pt x="2886559" y="2134914"/>
                  </a:lnTo>
                  <a:lnTo>
                    <a:pt x="2886717" y="2134914"/>
                  </a:lnTo>
                  <a:lnTo>
                    <a:pt x="2886875" y="2134914"/>
                  </a:lnTo>
                  <a:lnTo>
                    <a:pt x="2887033" y="2134914"/>
                  </a:lnTo>
                  <a:lnTo>
                    <a:pt x="2887190" y="2134914"/>
                  </a:lnTo>
                  <a:lnTo>
                    <a:pt x="2887348" y="2134914"/>
                  </a:lnTo>
                  <a:lnTo>
                    <a:pt x="2887506" y="2134914"/>
                  </a:lnTo>
                  <a:lnTo>
                    <a:pt x="2887663" y="2134914"/>
                  </a:lnTo>
                  <a:lnTo>
                    <a:pt x="2887821" y="2134914"/>
                  </a:lnTo>
                  <a:lnTo>
                    <a:pt x="2887979" y="2134914"/>
                  </a:lnTo>
                  <a:lnTo>
                    <a:pt x="2888137" y="2134914"/>
                  </a:lnTo>
                  <a:lnTo>
                    <a:pt x="2888137" y="2134484"/>
                  </a:lnTo>
                  <a:lnTo>
                    <a:pt x="2888294" y="2134484"/>
                  </a:lnTo>
                  <a:lnTo>
                    <a:pt x="2888452" y="2134484"/>
                  </a:lnTo>
                  <a:lnTo>
                    <a:pt x="2888610" y="2134484"/>
                  </a:lnTo>
                  <a:lnTo>
                    <a:pt x="2888767" y="2134484"/>
                  </a:lnTo>
                  <a:lnTo>
                    <a:pt x="2888925" y="2134484"/>
                  </a:lnTo>
                  <a:lnTo>
                    <a:pt x="2889083" y="2134484"/>
                  </a:lnTo>
                  <a:lnTo>
                    <a:pt x="2889241" y="2134484"/>
                  </a:lnTo>
                  <a:lnTo>
                    <a:pt x="2889398" y="2134484"/>
                  </a:lnTo>
                  <a:lnTo>
                    <a:pt x="2889556" y="2134484"/>
                  </a:lnTo>
                  <a:lnTo>
                    <a:pt x="2889714" y="2134484"/>
                  </a:lnTo>
                  <a:lnTo>
                    <a:pt x="2889714" y="2134053"/>
                  </a:lnTo>
                  <a:lnTo>
                    <a:pt x="2889714" y="2133623"/>
                  </a:lnTo>
                  <a:lnTo>
                    <a:pt x="2889872" y="2133623"/>
                  </a:lnTo>
                  <a:lnTo>
                    <a:pt x="2890029" y="2133623"/>
                  </a:lnTo>
                  <a:lnTo>
                    <a:pt x="2890187" y="2133623"/>
                  </a:lnTo>
                  <a:lnTo>
                    <a:pt x="2890187" y="2133192"/>
                  </a:lnTo>
                  <a:lnTo>
                    <a:pt x="2890345" y="2133192"/>
                  </a:lnTo>
                  <a:lnTo>
                    <a:pt x="2890502" y="2133192"/>
                  </a:lnTo>
                  <a:lnTo>
                    <a:pt x="2890660" y="2133192"/>
                  </a:lnTo>
                  <a:lnTo>
                    <a:pt x="2890818" y="2133192"/>
                  </a:lnTo>
                  <a:lnTo>
                    <a:pt x="2890976" y="2133192"/>
                  </a:lnTo>
                  <a:lnTo>
                    <a:pt x="2891133" y="2133192"/>
                  </a:lnTo>
                  <a:lnTo>
                    <a:pt x="2891291" y="2133192"/>
                  </a:lnTo>
                  <a:lnTo>
                    <a:pt x="2891449" y="2133192"/>
                  </a:lnTo>
                  <a:lnTo>
                    <a:pt x="2891606" y="2133192"/>
                  </a:lnTo>
                  <a:lnTo>
                    <a:pt x="2891764" y="2133192"/>
                  </a:lnTo>
                  <a:lnTo>
                    <a:pt x="2891922" y="2133192"/>
                  </a:lnTo>
                  <a:lnTo>
                    <a:pt x="2891922" y="2132761"/>
                  </a:lnTo>
                  <a:lnTo>
                    <a:pt x="2892080" y="2132761"/>
                  </a:lnTo>
                  <a:lnTo>
                    <a:pt x="2892237" y="2132761"/>
                  </a:lnTo>
                  <a:lnTo>
                    <a:pt x="2892395" y="2132761"/>
                  </a:lnTo>
                  <a:lnTo>
                    <a:pt x="2892553" y="2132761"/>
                  </a:lnTo>
                  <a:lnTo>
                    <a:pt x="2892553" y="2132331"/>
                  </a:lnTo>
                  <a:lnTo>
                    <a:pt x="2892710" y="2132331"/>
                  </a:lnTo>
                  <a:lnTo>
                    <a:pt x="2892868" y="2132331"/>
                  </a:lnTo>
                  <a:lnTo>
                    <a:pt x="2893026" y="2132331"/>
                  </a:lnTo>
                  <a:lnTo>
                    <a:pt x="2893184" y="2132331"/>
                  </a:lnTo>
                  <a:lnTo>
                    <a:pt x="2893341" y="2132331"/>
                  </a:lnTo>
                  <a:lnTo>
                    <a:pt x="2893499" y="2132331"/>
                  </a:lnTo>
                  <a:lnTo>
                    <a:pt x="2893657" y="2132331"/>
                  </a:lnTo>
                  <a:lnTo>
                    <a:pt x="2893814" y="2132331"/>
                  </a:lnTo>
                  <a:lnTo>
                    <a:pt x="2893814" y="2131900"/>
                  </a:lnTo>
                  <a:lnTo>
                    <a:pt x="2893814" y="2131470"/>
                  </a:lnTo>
                  <a:lnTo>
                    <a:pt x="2893972" y="2131470"/>
                  </a:lnTo>
                  <a:lnTo>
                    <a:pt x="2894130" y="2131470"/>
                  </a:lnTo>
                  <a:lnTo>
                    <a:pt x="2894130" y="2131039"/>
                  </a:lnTo>
                  <a:lnTo>
                    <a:pt x="2894288" y="2131039"/>
                  </a:lnTo>
                  <a:lnTo>
                    <a:pt x="2894445" y="2131039"/>
                  </a:lnTo>
                  <a:lnTo>
                    <a:pt x="2894603" y="2131039"/>
                  </a:lnTo>
                  <a:lnTo>
                    <a:pt x="2894603" y="2130608"/>
                  </a:lnTo>
                  <a:lnTo>
                    <a:pt x="2894761" y="2130608"/>
                  </a:lnTo>
                  <a:lnTo>
                    <a:pt x="2894918" y="2130608"/>
                  </a:lnTo>
                  <a:lnTo>
                    <a:pt x="2894918" y="2130178"/>
                  </a:lnTo>
                  <a:lnTo>
                    <a:pt x="2894918" y="2129747"/>
                  </a:lnTo>
                  <a:lnTo>
                    <a:pt x="2895076" y="2129747"/>
                  </a:lnTo>
                  <a:lnTo>
                    <a:pt x="2895234" y="2129747"/>
                  </a:lnTo>
                  <a:lnTo>
                    <a:pt x="2895392" y="2129747"/>
                  </a:lnTo>
                  <a:lnTo>
                    <a:pt x="2895392" y="2129317"/>
                  </a:lnTo>
                  <a:lnTo>
                    <a:pt x="2895549" y="2129317"/>
                  </a:lnTo>
                  <a:lnTo>
                    <a:pt x="2895549" y="2128886"/>
                  </a:lnTo>
                  <a:lnTo>
                    <a:pt x="2895707" y="2128886"/>
                  </a:lnTo>
                  <a:lnTo>
                    <a:pt x="2895707" y="2128455"/>
                  </a:lnTo>
                  <a:lnTo>
                    <a:pt x="2895865" y="2128455"/>
                  </a:lnTo>
                  <a:lnTo>
                    <a:pt x="2896023" y="2128455"/>
                  </a:lnTo>
                  <a:lnTo>
                    <a:pt x="2896180" y="2128455"/>
                  </a:lnTo>
                  <a:lnTo>
                    <a:pt x="2896338" y="2128455"/>
                  </a:lnTo>
                  <a:lnTo>
                    <a:pt x="2896496" y="2128455"/>
                  </a:lnTo>
                  <a:lnTo>
                    <a:pt x="2896496" y="2128025"/>
                  </a:lnTo>
                  <a:lnTo>
                    <a:pt x="2896496" y="2127594"/>
                  </a:lnTo>
                  <a:lnTo>
                    <a:pt x="2896653" y="2127594"/>
                  </a:lnTo>
                  <a:lnTo>
                    <a:pt x="2896811" y="2127594"/>
                  </a:lnTo>
                  <a:lnTo>
                    <a:pt x="2896811" y="2127164"/>
                  </a:lnTo>
                  <a:lnTo>
                    <a:pt x="2896969" y="2127164"/>
                  </a:lnTo>
                  <a:lnTo>
                    <a:pt x="2897127" y="2127164"/>
                  </a:lnTo>
                  <a:lnTo>
                    <a:pt x="2897127" y="2126733"/>
                  </a:lnTo>
                  <a:lnTo>
                    <a:pt x="2897284" y="2126733"/>
                  </a:lnTo>
                  <a:lnTo>
                    <a:pt x="2897442" y="2126733"/>
                  </a:lnTo>
                  <a:lnTo>
                    <a:pt x="2897600" y="2126733"/>
                  </a:lnTo>
                  <a:lnTo>
                    <a:pt x="2897757" y="2126733"/>
                  </a:lnTo>
                  <a:lnTo>
                    <a:pt x="2897915" y="2126733"/>
                  </a:lnTo>
                  <a:lnTo>
                    <a:pt x="2898073" y="2126733"/>
                  </a:lnTo>
                  <a:lnTo>
                    <a:pt x="2898231" y="2126733"/>
                  </a:lnTo>
                  <a:lnTo>
                    <a:pt x="2898388" y="2126733"/>
                  </a:lnTo>
                  <a:lnTo>
                    <a:pt x="2898388" y="2126302"/>
                  </a:lnTo>
                  <a:lnTo>
                    <a:pt x="2898546" y="2126302"/>
                  </a:lnTo>
                  <a:lnTo>
                    <a:pt x="2898704" y="2126302"/>
                  </a:lnTo>
                  <a:lnTo>
                    <a:pt x="2898704" y="2125872"/>
                  </a:lnTo>
                  <a:lnTo>
                    <a:pt x="2898861" y="2125872"/>
                  </a:lnTo>
                  <a:lnTo>
                    <a:pt x="2899019" y="2125872"/>
                  </a:lnTo>
                  <a:lnTo>
                    <a:pt x="2899177" y="2125872"/>
                  </a:lnTo>
                  <a:lnTo>
                    <a:pt x="2899177" y="2125441"/>
                  </a:lnTo>
                  <a:lnTo>
                    <a:pt x="2899335" y="2125441"/>
                  </a:lnTo>
                  <a:lnTo>
                    <a:pt x="2899492" y="2125441"/>
                  </a:lnTo>
                  <a:lnTo>
                    <a:pt x="2899650" y="2125441"/>
                  </a:lnTo>
                  <a:lnTo>
                    <a:pt x="2899808" y="2125441"/>
                  </a:lnTo>
                  <a:lnTo>
                    <a:pt x="2899965" y="2125441"/>
                  </a:lnTo>
                  <a:lnTo>
                    <a:pt x="2899965" y="2125011"/>
                  </a:lnTo>
                  <a:lnTo>
                    <a:pt x="2900123" y="2125011"/>
                  </a:lnTo>
                  <a:lnTo>
                    <a:pt x="2900281" y="2125011"/>
                  </a:lnTo>
                  <a:lnTo>
                    <a:pt x="2900439" y="2125011"/>
                  </a:lnTo>
                  <a:lnTo>
                    <a:pt x="2900596" y="2125011"/>
                  </a:lnTo>
                  <a:lnTo>
                    <a:pt x="2900754" y="2125011"/>
                  </a:lnTo>
                  <a:lnTo>
                    <a:pt x="2900912" y="2125011"/>
                  </a:lnTo>
                  <a:lnTo>
                    <a:pt x="2901070" y="2125011"/>
                  </a:lnTo>
                  <a:lnTo>
                    <a:pt x="2901227" y="2125011"/>
                  </a:lnTo>
                  <a:lnTo>
                    <a:pt x="2901385" y="2125011"/>
                  </a:lnTo>
                  <a:lnTo>
                    <a:pt x="2901543" y="2125011"/>
                  </a:lnTo>
                  <a:lnTo>
                    <a:pt x="2901700" y="2125011"/>
                  </a:lnTo>
                  <a:lnTo>
                    <a:pt x="2901700" y="2124580"/>
                  </a:lnTo>
                  <a:lnTo>
                    <a:pt x="2901700" y="2124149"/>
                  </a:lnTo>
                  <a:lnTo>
                    <a:pt x="2901858" y="2124149"/>
                  </a:lnTo>
                  <a:lnTo>
                    <a:pt x="2902016" y="2124149"/>
                  </a:lnTo>
                  <a:lnTo>
                    <a:pt x="2902174" y="2124149"/>
                  </a:lnTo>
                  <a:lnTo>
                    <a:pt x="2902331" y="2124149"/>
                  </a:lnTo>
                  <a:lnTo>
                    <a:pt x="2902489" y="2124149"/>
                  </a:lnTo>
                  <a:lnTo>
                    <a:pt x="2902647" y="2124149"/>
                  </a:lnTo>
                  <a:lnTo>
                    <a:pt x="2902804" y="2124149"/>
                  </a:lnTo>
                  <a:lnTo>
                    <a:pt x="2902962" y="2124149"/>
                  </a:lnTo>
                  <a:lnTo>
                    <a:pt x="2903120" y="2124149"/>
                  </a:lnTo>
                  <a:lnTo>
                    <a:pt x="2903278" y="2124149"/>
                  </a:lnTo>
                  <a:lnTo>
                    <a:pt x="2903278" y="2123719"/>
                  </a:lnTo>
                  <a:lnTo>
                    <a:pt x="2903435" y="2123719"/>
                  </a:lnTo>
                  <a:lnTo>
                    <a:pt x="2903593" y="2123719"/>
                  </a:lnTo>
                  <a:lnTo>
                    <a:pt x="2903751" y="2123719"/>
                  </a:lnTo>
                  <a:lnTo>
                    <a:pt x="2903908" y="2123719"/>
                  </a:lnTo>
                  <a:lnTo>
                    <a:pt x="2903908" y="2123288"/>
                  </a:lnTo>
                  <a:lnTo>
                    <a:pt x="2904066" y="2123288"/>
                  </a:lnTo>
                  <a:lnTo>
                    <a:pt x="2904066" y="2122858"/>
                  </a:lnTo>
                  <a:lnTo>
                    <a:pt x="2904224" y="2122858"/>
                  </a:lnTo>
                  <a:lnTo>
                    <a:pt x="2904382" y="2122858"/>
                  </a:lnTo>
                  <a:lnTo>
                    <a:pt x="2904382" y="2122427"/>
                  </a:lnTo>
                  <a:lnTo>
                    <a:pt x="2904539" y="2122427"/>
                  </a:lnTo>
                  <a:lnTo>
                    <a:pt x="2904539" y="2121996"/>
                  </a:lnTo>
                  <a:lnTo>
                    <a:pt x="2904697" y="2121996"/>
                  </a:lnTo>
                  <a:lnTo>
                    <a:pt x="2904855" y="2121996"/>
                  </a:lnTo>
                  <a:lnTo>
                    <a:pt x="2905012" y="2121996"/>
                  </a:lnTo>
                  <a:lnTo>
                    <a:pt x="2905170" y="2121996"/>
                  </a:lnTo>
                  <a:lnTo>
                    <a:pt x="2905328" y="2121996"/>
                  </a:lnTo>
                  <a:lnTo>
                    <a:pt x="2905486" y="2121996"/>
                  </a:lnTo>
                  <a:lnTo>
                    <a:pt x="2905486" y="2121566"/>
                  </a:lnTo>
                  <a:lnTo>
                    <a:pt x="2905486" y="2121135"/>
                  </a:lnTo>
                  <a:lnTo>
                    <a:pt x="2905643" y="2121135"/>
                  </a:lnTo>
                  <a:lnTo>
                    <a:pt x="2905801" y="2121135"/>
                  </a:lnTo>
                  <a:lnTo>
                    <a:pt x="2905959" y="2121135"/>
                  </a:lnTo>
                  <a:lnTo>
                    <a:pt x="2906116" y="2121135"/>
                  </a:lnTo>
                  <a:lnTo>
                    <a:pt x="2906116" y="2120705"/>
                  </a:lnTo>
                  <a:lnTo>
                    <a:pt x="2906274" y="2120705"/>
                  </a:lnTo>
                  <a:lnTo>
                    <a:pt x="2906432" y="2120705"/>
                  </a:lnTo>
                  <a:lnTo>
                    <a:pt x="2906590" y="2120705"/>
                  </a:lnTo>
                  <a:lnTo>
                    <a:pt x="2906747" y="2120705"/>
                  </a:lnTo>
                  <a:lnTo>
                    <a:pt x="2906905" y="2120705"/>
                  </a:lnTo>
                  <a:lnTo>
                    <a:pt x="2907063" y="2120705"/>
                  </a:lnTo>
                  <a:lnTo>
                    <a:pt x="2907221" y="2120705"/>
                  </a:lnTo>
                  <a:lnTo>
                    <a:pt x="2907378" y="2120705"/>
                  </a:lnTo>
                  <a:lnTo>
                    <a:pt x="2907536" y="2120705"/>
                  </a:lnTo>
                  <a:lnTo>
                    <a:pt x="2907694" y="2120705"/>
                  </a:lnTo>
                  <a:lnTo>
                    <a:pt x="2907694" y="2120274"/>
                  </a:lnTo>
                  <a:lnTo>
                    <a:pt x="2907851" y="2120274"/>
                  </a:lnTo>
                  <a:lnTo>
                    <a:pt x="2908009" y="2120274"/>
                  </a:lnTo>
                  <a:lnTo>
                    <a:pt x="2908167" y="2120274"/>
                  </a:lnTo>
                  <a:lnTo>
                    <a:pt x="2908325" y="2120274"/>
                  </a:lnTo>
                  <a:lnTo>
                    <a:pt x="2908482" y="2120274"/>
                  </a:lnTo>
                  <a:lnTo>
                    <a:pt x="2908640" y="2120274"/>
                  </a:lnTo>
                  <a:lnTo>
                    <a:pt x="2908798" y="2120274"/>
                  </a:lnTo>
                  <a:lnTo>
                    <a:pt x="2908955" y="2120274"/>
                  </a:lnTo>
                  <a:lnTo>
                    <a:pt x="2909113" y="2120274"/>
                  </a:lnTo>
                  <a:lnTo>
                    <a:pt x="2909271" y="2120274"/>
                  </a:lnTo>
                  <a:lnTo>
                    <a:pt x="2909429" y="2120274"/>
                  </a:lnTo>
                  <a:lnTo>
                    <a:pt x="2909586" y="2120274"/>
                  </a:lnTo>
                  <a:lnTo>
                    <a:pt x="2909744" y="2120274"/>
                  </a:lnTo>
                  <a:lnTo>
                    <a:pt x="2909902" y="2120274"/>
                  </a:lnTo>
                  <a:lnTo>
                    <a:pt x="2910059" y="2120274"/>
                  </a:lnTo>
                  <a:lnTo>
                    <a:pt x="2910217" y="2120274"/>
                  </a:lnTo>
                  <a:lnTo>
                    <a:pt x="2910375" y="2120274"/>
                  </a:lnTo>
                  <a:lnTo>
                    <a:pt x="2910533" y="2120274"/>
                  </a:lnTo>
                  <a:lnTo>
                    <a:pt x="2910690" y="2120274"/>
                  </a:lnTo>
                  <a:lnTo>
                    <a:pt x="2910848" y="2120274"/>
                  </a:lnTo>
                  <a:lnTo>
                    <a:pt x="2911006" y="2120274"/>
                  </a:lnTo>
                  <a:lnTo>
                    <a:pt x="2911163" y="2120274"/>
                  </a:lnTo>
                  <a:lnTo>
                    <a:pt x="2911321" y="2120274"/>
                  </a:lnTo>
                  <a:lnTo>
                    <a:pt x="2911479" y="2120274"/>
                  </a:lnTo>
                  <a:lnTo>
                    <a:pt x="2911637" y="2120274"/>
                  </a:lnTo>
                  <a:lnTo>
                    <a:pt x="2911794" y="2120274"/>
                  </a:lnTo>
                  <a:lnTo>
                    <a:pt x="2911952" y="2120274"/>
                  </a:lnTo>
                  <a:lnTo>
                    <a:pt x="2912110" y="2120274"/>
                  </a:lnTo>
                  <a:lnTo>
                    <a:pt x="2912268" y="2120274"/>
                  </a:lnTo>
                  <a:lnTo>
                    <a:pt x="2912425" y="2120274"/>
                  </a:lnTo>
                  <a:lnTo>
                    <a:pt x="2912583" y="2120274"/>
                  </a:lnTo>
                  <a:lnTo>
                    <a:pt x="2912583" y="2119843"/>
                  </a:lnTo>
                  <a:lnTo>
                    <a:pt x="2912741" y="2119843"/>
                  </a:lnTo>
                  <a:lnTo>
                    <a:pt x="2912898" y="2119843"/>
                  </a:lnTo>
                  <a:lnTo>
                    <a:pt x="2913056" y="2119843"/>
                  </a:lnTo>
                  <a:lnTo>
                    <a:pt x="2913214" y="2119843"/>
                  </a:lnTo>
                  <a:lnTo>
                    <a:pt x="2913372" y="2119843"/>
                  </a:lnTo>
                  <a:lnTo>
                    <a:pt x="2913372" y="2119413"/>
                  </a:lnTo>
                  <a:lnTo>
                    <a:pt x="2913529" y="2119413"/>
                  </a:lnTo>
                  <a:lnTo>
                    <a:pt x="2913687" y="2119413"/>
                  </a:lnTo>
                  <a:lnTo>
                    <a:pt x="2913845" y="2119413"/>
                  </a:lnTo>
                  <a:lnTo>
                    <a:pt x="2914002" y="2119413"/>
                  </a:lnTo>
                  <a:lnTo>
                    <a:pt x="2914160" y="2119413"/>
                  </a:lnTo>
                  <a:lnTo>
                    <a:pt x="2914318" y="2119413"/>
                  </a:lnTo>
                  <a:lnTo>
                    <a:pt x="2914476" y="2119413"/>
                  </a:lnTo>
                  <a:lnTo>
                    <a:pt x="2914633" y="2119413"/>
                  </a:lnTo>
                  <a:lnTo>
                    <a:pt x="2914791" y="2119413"/>
                  </a:lnTo>
                  <a:lnTo>
                    <a:pt x="2914949" y="2119413"/>
                  </a:lnTo>
                  <a:lnTo>
                    <a:pt x="2914949" y="2118982"/>
                  </a:lnTo>
                  <a:lnTo>
                    <a:pt x="2915106" y="2118982"/>
                  </a:lnTo>
                  <a:lnTo>
                    <a:pt x="2915264" y="2118982"/>
                  </a:lnTo>
                  <a:lnTo>
                    <a:pt x="2915422" y="2118982"/>
                  </a:lnTo>
                  <a:lnTo>
                    <a:pt x="2915580" y="2118982"/>
                  </a:lnTo>
                  <a:lnTo>
                    <a:pt x="2915737" y="2118982"/>
                  </a:lnTo>
                  <a:lnTo>
                    <a:pt x="2915737" y="2118552"/>
                  </a:lnTo>
                  <a:lnTo>
                    <a:pt x="2915895" y="2118552"/>
                  </a:lnTo>
                  <a:lnTo>
                    <a:pt x="2916053" y="2118552"/>
                  </a:lnTo>
                  <a:lnTo>
                    <a:pt x="2916053" y="2118121"/>
                  </a:lnTo>
                  <a:lnTo>
                    <a:pt x="2916210" y="2118121"/>
                  </a:lnTo>
                  <a:lnTo>
                    <a:pt x="2916368" y="2118121"/>
                  </a:lnTo>
                  <a:lnTo>
                    <a:pt x="2916526" y="2118121"/>
                  </a:lnTo>
                  <a:lnTo>
                    <a:pt x="2916684" y="2118121"/>
                  </a:lnTo>
                  <a:lnTo>
                    <a:pt x="2916841" y="2118121"/>
                  </a:lnTo>
                  <a:lnTo>
                    <a:pt x="2916999" y="2118121"/>
                  </a:lnTo>
                  <a:lnTo>
                    <a:pt x="2917157" y="2118121"/>
                  </a:lnTo>
                  <a:lnTo>
                    <a:pt x="2917157" y="2117690"/>
                  </a:lnTo>
                  <a:lnTo>
                    <a:pt x="2917157" y="2117260"/>
                  </a:lnTo>
                  <a:lnTo>
                    <a:pt x="2917314" y="2117260"/>
                  </a:lnTo>
                  <a:lnTo>
                    <a:pt x="2917472" y="2117260"/>
                  </a:lnTo>
                  <a:lnTo>
                    <a:pt x="2917630" y="2117260"/>
                  </a:lnTo>
                  <a:lnTo>
                    <a:pt x="2917788" y="2117260"/>
                  </a:lnTo>
                  <a:lnTo>
                    <a:pt x="2917945" y="2117260"/>
                  </a:lnTo>
                  <a:lnTo>
                    <a:pt x="2918103" y="2117260"/>
                  </a:lnTo>
                  <a:lnTo>
                    <a:pt x="2918103" y="2116829"/>
                  </a:lnTo>
                  <a:lnTo>
                    <a:pt x="2918261" y="2116829"/>
                  </a:lnTo>
                  <a:lnTo>
                    <a:pt x="2918261" y="2116399"/>
                  </a:lnTo>
                  <a:lnTo>
                    <a:pt x="2918419" y="2116399"/>
                  </a:lnTo>
                  <a:lnTo>
                    <a:pt x="2918419" y="2115968"/>
                  </a:lnTo>
                  <a:lnTo>
                    <a:pt x="2918576" y="2115968"/>
                  </a:lnTo>
                  <a:lnTo>
                    <a:pt x="2918576" y="2115537"/>
                  </a:lnTo>
                  <a:lnTo>
                    <a:pt x="2918734" y="2115537"/>
                  </a:lnTo>
                  <a:lnTo>
                    <a:pt x="2918892" y="2115537"/>
                  </a:lnTo>
                  <a:lnTo>
                    <a:pt x="2919049" y="2115537"/>
                  </a:lnTo>
                  <a:lnTo>
                    <a:pt x="2919207" y="2115537"/>
                  </a:lnTo>
                  <a:lnTo>
                    <a:pt x="2919207" y="2115107"/>
                  </a:lnTo>
                  <a:lnTo>
                    <a:pt x="2919365" y="2115107"/>
                  </a:lnTo>
                  <a:lnTo>
                    <a:pt x="2919523" y="2115107"/>
                  </a:lnTo>
                  <a:lnTo>
                    <a:pt x="2919680" y="2115107"/>
                  </a:lnTo>
                  <a:lnTo>
                    <a:pt x="2919838" y="2115107"/>
                  </a:lnTo>
                  <a:lnTo>
                    <a:pt x="2919996" y="2115107"/>
                  </a:lnTo>
                  <a:lnTo>
                    <a:pt x="2919996" y="2114676"/>
                  </a:lnTo>
                  <a:lnTo>
                    <a:pt x="2919996" y="2114246"/>
                  </a:lnTo>
                  <a:lnTo>
                    <a:pt x="2920153" y="2114246"/>
                  </a:lnTo>
                  <a:lnTo>
                    <a:pt x="2920311" y="2114246"/>
                  </a:lnTo>
                  <a:lnTo>
                    <a:pt x="2920469" y="2114246"/>
                  </a:lnTo>
                  <a:lnTo>
                    <a:pt x="2920627" y="2114246"/>
                  </a:lnTo>
                  <a:lnTo>
                    <a:pt x="2920784" y="2114246"/>
                  </a:lnTo>
                  <a:lnTo>
                    <a:pt x="2920784" y="2113815"/>
                  </a:lnTo>
                  <a:lnTo>
                    <a:pt x="2920942" y="2113815"/>
                  </a:lnTo>
                  <a:lnTo>
                    <a:pt x="2920942" y="2113384"/>
                  </a:lnTo>
                  <a:lnTo>
                    <a:pt x="2920942" y="2112954"/>
                  </a:lnTo>
                  <a:lnTo>
                    <a:pt x="2921100" y="2112954"/>
                  </a:lnTo>
                  <a:lnTo>
                    <a:pt x="2921257" y="2112954"/>
                  </a:lnTo>
                  <a:lnTo>
                    <a:pt x="2921415" y="2112954"/>
                  </a:lnTo>
                  <a:lnTo>
                    <a:pt x="2921573" y="2112954"/>
                  </a:lnTo>
                  <a:lnTo>
                    <a:pt x="2921573" y="2112523"/>
                  </a:lnTo>
                  <a:lnTo>
                    <a:pt x="2921731" y="2112523"/>
                  </a:lnTo>
                  <a:lnTo>
                    <a:pt x="2921731" y="2112093"/>
                  </a:lnTo>
                  <a:lnTo>
                    <a:pt x="2921888" y="2112093"/>
                  </a:lnTo>
                  <a:lnTo>
                    <a:pt x="2922046" y="2112093"/>
                  </a:lnTo>
                  <a:lnTo>
                    <a:pt x="2922204" y="2112093"/>
                  </a:lnTo>
                  <a:lnTo>
                    <a:pt x="2922361" y="2112093"/>
                  </a:lnTo>
                  <a:lnTo>
                    <a:pt x="2922519" y="2112093"/>
                  </a:lnTo>
                  <a:lnTo>
                    <a:pt x="2922677" y="2112093"/>
                  </a:lnTo>
                  <a:lnTo>
                    <a:pt x="2922677" y="2111662"/>
                  </a:lnTo>
                  <a:lnTo>
                    <a:pt x="2922835" y="2111662"/>
                  </a:lnTo>
                  <a:lnTo>
                    <a:pt x="2922992" y="2111662"/>
                  </a:lnTo>
                  <a:lnTo>
                    <a:pt x="2922992" y="2111231"/>
                  </a:lnTo>
                  <a:lnTo>
                    <a:pt x="2923150" y="2111231"/>
                  </a:lnTo>
                  <a:lnTo>
                    <a:pt x="2923308" y="2111231"/>
                  </a:lnTo>
                  <a:lnTo>
                    <a:pt x="2923466" y="2111231"/>
                  </a:lnTo>
                  <a:lnTo>
                    <a:pt x="2923623" y="2111231"/>
                  </a:lnTo>
                  <a:lnTo>
                    <a:pt x="2923781" y="2111231"/>
                  </a:lnTo>
                  <a:lnTo>
                    <a:pt x="2923939" y="2111231"/>
                  </a:lnTo>
                  <a:lnTo>
                    <a:pt x="2923939" y="2110801"/>
                  </a:lnTo>
                  <a:lnTo>
                    <a:pt x="2924096" y="2110801"/>
                  </a:lnTo>
                  <a:lnTo>
                    <a:pt x="2924254" y="2110801"/>
                  </a:lnTo>
                  <a:lnTo>
                    <a:pt x="2924412" y="2110801"/>
                  </a:lnTo>
                  <a:lnTo>
                    <a:pt x="2924412" y="2110370"/>
                  </a:lnTo>
                  <a:lnTo>
                    <a:pt x="2924412" y="2109940"/>
                  </a:lnTo>
                  <a:lnTo>
                    <a:pt x="2924570" y="2109940"/>
                  </a:lnTo>
                  <a:lnTo>
                    <a:pt x="2924727" y="2109940"/>
                  </a:lnTo>
                  <a:lnTo>
                    <a:pt x="2924885" y="2109940"/>
                  </a:lnTo>
                  <a:lnTo>
                    <a:pt x="2925043" y="2109940"/>
                  </a:lnTo>
                  <a:lnTo>
                    <a:pt x="2925200" y="2109940"/>
                  </a:lnTo>
                  <a:lnTo>
                    <a:pt x="2925200" y="2109509"/>
                  </a:lnTo>
                  <a:lnTo>
                    <a:pt x="2925358" y="2109509"/>
                  </a:lnTo>
                  <a:lnTo>
                    <a:pt x="2925516" y="2109509"/>
                  </a:lnTo>
                  <a:lnTo>
                    <a:pt x="2925674" y="2109509"/>
                  </a:lnTo>
                  <a:lnTo>
                    <a:pt x="2925831" y="2109509"/>
                  </a:lnTo>
                  <a:lnTo>
                    <a:pt x="2925989" y="2109509"/>
                  </a:lnTo>
                  <a:lnTo>
                    <a:pt x="2925989" y="2109078"/>
                  </a:lnTo>
                  <a:lnTo>
                    <a:pt x="2926147" y="2109078"/>
                  </a:lnTo>
                  <a:lnTo>
                    <a:pt x="2926304" y="2109078"/>
                  </a:lnTo>
                  <a:lnTo>
                    <a:pt x="2926462" y="2109078"/>
                  </a:lnTo>
                  <a:lnTo>
                    <a:pt x="2926620" y="2109078"/>
                  </a:lnTo>
                  <a:lnTo>
                    <a:pt x="2926778" y="2109078"/>
                  </a:lnTo>
                  <a:lnTo>
                    <a:pt x="2926935" y="2109078"/>
                  </a:lnTo>
                  <a:lnTo>
                    <a:pt x="2926935" y="2108648"/>
                  </a:lnTo>
                  <a:lnTo>
                    <a:pt x="2926935" y="2108217"/>
                  </a:lnTo>
                  <a:lnTo>
                    <a:pt x="2927093" y="2108217"/>
                  </a:lnTo>
                  <a:lnTo>
                    <a:pt x="2927251" y="2108217"/>
                  </a:lnTo>
                  <a:lnTo>
                    <a:pt x="2927251" y="2107787"/>
                  </a:lnTo>
                  <a:lnTo>
                    <a:pt x="2927251" y="2107356"/>
                  </a:lnTo>
                  <a:lnTo>
                    <a:pt x="2927408" y="2107356"/>
                  </a:lnTo>
                  <a:lnTo>
                    <a:pt x="2927566" y="2107356"/>
                  </a:lnTo>
                  <a:lnTo>
                    <a:pt x="2927566" y="2106925"/>
                  </a:lnTo>
                  <a:lnTo>
                    <a:pt x="2927724" y="2106925"/>
                  </a:lnTo>
                  <a:lnTo>
                    <a:pt x="2927882" y="2106925"/>
                  </a:lnTo>
                  <a:lnTo>
                    <a:pt x="2928039" y="2106925"/>
                  </a:lnTo>
                  <a:lnTo>
                    <a:pt x="2928197" y="2106925"/>
                  </a:lnTo>
                  <a:lnTo>
                    <a:pt x="2928197" y="2106495"/>
                  </a:lnTo>
                  <a:lnTo>
                    <a:pt x="2928355" y="2106495"/>
                  </a:lnTo>
                  <a:lnTo>
                    <a:pt x="2928512" y="2106495"/>
                  </a:lnTo>
                  <a:lnTo>
                    <a:pt x="2928512" y="2106064"/>
                  </a:lnTo>
                  <a:lnTo>
                    <a:pt x="2928670" y="2106064"/>
                  </a:lnTo>
                  <a:lnTo>
                    <a:pt x="2928828" y="2106064"/>
                  </a:lnTo>
                  <a:lnTo>
                    <a:pt x="2928986" y="2106064"/>
                  </a:lnTo>
                  <a:lnTo>
                    <a:pt x="2929143" y="2106064"/>
                  </a:lnTo>
                  <a:lnTo>
                    <a:pt x="2929143" y="2105634"/>
                  </a:lnTo>
                  <a:lnTo>
                    <a:pt x="2929301" y="2105634"/>
                  </a:lnTo>
                  <a:lnTo>
                    <a:pt x="2929459" y="2105634"/>
                  </a:lnTo>
                  <a:lnTo>
                    <a:pt x="2929617" y="2105634"/>
                  </a:lnTo>
                  <a:lnTo>
                    <a:pt x="2929774" y="2105634"/>
                  </a:lnTo>
                  <a:lnTo>
                    <a:pt x="2929932" y="2105634"/>
                  </a:lnTo>
                  <a:lnTo>
                    <a:pt x="2930090" y="2105634"/>
                  </a:lnTo>
                  <a:lnTo>
                    <a:pt x="2930090" y="2105203"/>
                  </a:lnTo>
                  <a:lnTo>
                    <a:pt x="2930090" y="2104772"/>
                  </a:lnTo>
                  <a:lnTo>
                    <a:pt x="2930247" y="2104772"/>
                  </a:lnTo>
                  <a:lnTo>
                    <a:pt x="2930247" y="2104342"/>
                  </a:lnTo>
                  <a:lnTo>
                    <a:pt x="2930405" y="2104342"/>
                  </a:lnTo>
                  <a:lnTo>
                    <a:pt x="2930563" y="2104342"/>
                  </a:lnTo>
                  <a:lnTo>
                    <a:pt x="2930563" y="2103911"/>
                  </a:lnTo>
                  <a:lnTo>
                    <a:pt x="2930721" y="2103911"/>
                  </a:lnTo>
                  <a:lnTo>
                    <a:pt x="2930878" y="2103911"/>
                  </a:lnTo>
                  <a:lnTo>
                    <a:pt x="2931036" y="2103911"/>
                  </a:lnTo>
                  <a:lnTo>
                    <a:pt x="2931036" y="2103481"/>
                  </a:lnTo>
                  <a:lnTo>
                    <a:pt x="2931194" y="2103481"/>
                  </a:lnTo>
                  <a:lnTo>
                    <a:pt x="2931351" y="2103481"/>
                  </a:lnTo>
                  <a:lnTo>
                    <a:pt x="2931509" y="2103481"/>
                  </a:lnTo>
                  <a:lnTo>
                    <a:pt x="2931667" y="2103481"/>
                  </a:lnTo>
                  <a:lnTo>
                    <a:pt x="2931825" y="2103481"/>
                  </a:lnTo>
                  <a:lnTo>
                    <a:pt x="2931982" y="2103481"/>
                  </a:lnTo>
                  <a:lnTo>
                    <a:pt x="2932140" y="2103481"/>
                  </a:lnTo>
                  <a:lnTo>
                    <a:pt x="2932298" y="2103481"/>
                  </a:lnTo>
                  <a:lnTo>
                    <a:pt x="2932455" y="2103481"/>
                  </a:lnTo>
                  <a:lnTo>
                    <a:pt x="2932613" y="2103481"/>
                  </a:lnTo>
                  <a:lnTo>
                    <a:pt x="2932771" y="2103481"/>
                  </a:lnTo>
                  <a:lnTo>
                    <a:pt x="2932929" y="2103481"/>
                  </a:lnTo>
                  <a:lnTo>
                    <a:pt x="2933086" y="2103481"/>
                  </a:lnTo>
                  <a:lnTo>
                    <a:pt x="2933086" y="2103050"/>
                  </a:lnTo>
                  <a:lnTo>
                    <a:pt x="2933086" y="2102619"/>
                  </a:lnTo>
                  <a:lnTo>
                    <a:pt x="2933086" y="2102189"/>
                  </a:lnTo>
                  <a:lnTo>
                    <a:pt x="2933244" y="2102189"/>
                  </a:lnTo>
                  <a:lnTo>
                    <a:pt x="2933244" y="2101758"/>
                  </a:lnTo>
                  <a:lnTo>
                    <a:pt x="2933402" y="2101758"/>
                  </a:lnTo>
                  <a:lnTo>
                    <a:pt x="2933559" y="2101758"/>
                  </a:lnTo>
                  <a:lnTo>
                    <a:pt x="2933559" y="2101328"/>
                  </a:lnTo>
                  <a:lnTo>
                    <a:pt x="2933559" y="2100897"/>
                  </a:lnTo>
                  <a:lnTo>
                    <a:pt x="2933717" y="2100897"/>
                  </a:lnTo>
                  <a:lnTo>
                    <a:pt x="2933875" y="2100897"/>
                  </a:lnTo>
                  <a:lnTo>
                    <a:pt x="2934033" y="2100897"/>
                  </a:lnTo>
                  <a:lnTo>
                    <a:pt x="2934190" y="2100897"/>
                  </a:lnTo>
                  <a:lnTo>
                    <a:pt x="2934190" y="2100466"/>
                  </a:lnTo>
                  <a:lnTo>
                    <a:pt x="2934348" y="2100466"/>
                  </a:lnTo>
                  <a:lnTo>
                    <a:pt x="2934506" y="2100466"/>
                  </a:lnTo>
                  <a:lnTo>
                    <a:pt x="2934664" y="2100466"/>
                  </a:lnTo>
                  <a:lnTo>
                    <a:pt x="2934821" y="2100466"/>
                  </a:lnTo>
                  <a:lnTo>
                    <a:pt x="2934979" y="2100466"/>
                  </a:lnTo>
                  <a:lnTo>
                    <a:pt x="2934979" y="2100036"/>
                  </a:lnTo>
                  <a:lnTo>
                    <a:pt x="2935137" y="2100036"/>
                  </a:lnTo>
                  <a:lnTo>
                    <a:pt x="2935137" y="2099605"/>
                  </a:lnTo>
                  <a:lnTo>
                    <a:pt x="2935294" y="2099605"/>
                  </a:lnTo>
                  <a:lnTo>
                    <a:pt x="2935294" y="2099175"/>
                  </a:lnTo>
                  <a:lnTo>
                    <a:pt x="2935452" y="2099175"/>
                  </a:lnTo>
                  <a:lnTo>
                    <a:pt x="2935610" y="2099175"/>
                  </a:lnTo>
                  <a:lnTo>
                    <a:pt x="2935768" y="2099175"/>
                  </a:lnTo>
                  <a:lnTo>
                    <a:pt x="2935925" y="2099175"/>
                  </a:lnTo>
                  <a:lnTo>
                    <a:pt x="2935925" y="2098744"/>
                  </a:lnTo>
                  <a:lnTo>
                    <a:pt x="2936083" y="2098744"/>
                  </a:lnTo>
                  <a:lnTo>
                    <a:pt x="2936241" y="2098744"/>
                  </a:lnTo>
                  <a:lnTo>
                    <a:pt x="2936241" y="2098313"/>
                  </a:lnTo>
                  <a:lnTo>
                    <a:pt x="2936241" y="2097883"/>
                  </a:lnTo>
                  <a:lnTo>
                    <a:pt x="2936241" y="2097452"/>
                  </a:lnTo>
                  <a:lnTo>
                    <a:pt x="2936398" y="2097452"/>
                  </a:lnTo>
                  <a:lnTo>
                    <a:pt x="2936556" y="2097452"/>
                  </a:lnTo>
                  <a:lnTo>
                    <a:pt x="2936714" y="2097452"/>
                  </a:lnTo>
                  <a:lnTo>
                    <a:pt x="2936872" y="2097452"/>
                  </a:lnTo>
                  <a:lnTo>
                    <a:pt x="2936872" y="2097022"/>
                  </a:lnTo>
                  <a:lnTo>
                    <a:pt x="2937029" y="2097022"/>
                  </a:lnTo>
                  <a:lnTo>
                    <a:pt x="2937187" y="2097022"/>
                  </a:lnTo>
                  <a:lnTo>
                    <a:pt x="2937187" y="2096591"/>
                  </a:lnTo>
                  <a:lnTo>
                    <a:pt x="2937345" y="2096591"/>
                  </a:lnTo>
                  <a:lnTo>
                    <a:pt x="2937345" y="2096160"/>
                  </a:lnTo>
                  <a:lnTo>
                    <a:pt x="2937502" y="2096160"/>
                  </a:lnTo>
                  <a:lnTo>
                    <a:pt x="2937660" y="2096160"/>
                  </a:lnTo>
                  <a:lnTo>
                    <a:pt x="2937660" y="2095730"/>
                  </a:lnTo>
                  <a:lnTo>
                    <a:pt x="2937818" y="2095730"/>
                  </a:lnTo>
                  <a:lnTo>
                    <a:pt x="2937976" y="2095730"/>
                  </a:lnTo>
                  <a:lnTo>
                    <a:pt x="2938133" y="2095730"/>
                  </a:lnTo>
                  <a:lnTo>
                    <a:pt x="2938133" y="2095299"/>
                  </a:lnTo>
                  <a:lnTo>
                    <a:pt x="2938291" y="2095299"/>
                  </a:lnTo>
                  <a:lnTo>
                    <a:pt x="2938449" y="2095299"/>
                  </a:lnTo>
                  <a:lnTo>
                    <a:pt x="2938606" y="2095299"/>
                  </a:lnTo>
                  <a:lnTo>
                    <a:pt x="2938764" y="2095299"/>
                  </a:lnTo>
                  <a:lnTo>
                    <a:pt x="2938922" y="2095299"/>
                  </a:lnTo>
                  <a:lnTo>
                    <a:pt x="2939080" y="2095299"/>
                  </a:lnTo>
                  <a:lnTo>
                    <a:pt x="2939080" y="2094869"/>
                  </a:lnTo>
                  <a:lnTo>
                    <a:pt x="2939237" y="2094869"/>
                  </a:lnTo>
                  <a:lnTo>
                    <a:pt x="2939395" y="2094869"/>
                  </a:lnTo>
                  <a:lnTo>
                    <a:pt x="2939553" y="2094869"/>
                  </a:lnTo>
                  <a:lnTo>
                    <a:pt x="2939710" y="2094869"/>
                  </a:lnTo>
                  <a:lnTo>
                    <a:pt x="2939868" y="2094869"/>
                  </a:lnTo>
                  <a:lnTo>
                    <a:pt x="2940026" y="2094869"/>
                  </a:lnTo>
                  <a:lnTo>
                    <a:pt x="2940026" y="2094438"/>
                  </a:lnTo>
                  <a:lnTo>
                    <a:pt x="2940184" y="2094438"/>
                  </a:lnTo>
                  <a:lnTo>
                    <a:pt x="2940341" y="2094438"/>
                  </a:lnTo>
                  <a:lnTo>
                    <a:pt x="2940499" y="2094438"/>
                  </a:lnTo>
                  <a:lnTo>
                    <a:pt x="2940657" y="2094438"/>
                  </a:lnTo>
                  <a:lnTo>
                    <a:pt x="2940815" y="2094438"/>
                  </a:lnTo>
                  <a:lnTo>
                    <a:pt x="2940972" y="2094438"/>
                  </a:lnTo>
                  <a:lnTo>
                    <a:pt x="2940972" y="2094007"/>
                  </a:lnTo>
                  <a:lnTo>
                    <a:pt x="2941130" y="2094007"/>
                  </a:lnTo>
                  <a:lnTo>
                    <a:pt x="2941130" y="2093577"/>
                  </a:lnTo>
                  <a:lnTo>
                    <a:pt x="2941130" y="2093146"/>
                  </a:lnTo>
                  <a:lnTo>
                    <a:pt x="2941288" y="2093146"/>
                  </a:lnTo>
                  <a:lnTo>
                    <a:pt x="2941445" y="2093146"/>
                  </a:lnTo>
                  <a:lnTo>
                    <a:pt x="2941603" y="2093146"/>
                  </a:lnTo>
                  <a:lnTo>
                    <a:pt x="2941761" y="2093146"/>
                  </a:lnTo>
                  <a:lnTo>
                    <a:pt x="2941919" y="2093146"/>
                  </a:lnTo>
                  <a:lnTo>
                    <a:pt x="2942076" y="2093146"/>
                  </a:lnTo>
                  <a:lnTo>
                    <a:pt x="2942234" y="2093146"/>
                  </a:lnTo>
                  <a:lnTo>
                    <a:pt x="2942392" y="2093146"/>
                  </a:lnTo>
                  <a:lnTo>
                    <a:pt x="2942549" y="2093146"/>
                  </a:lnTo>
                  <a:lnTo>
                    <a:pt x="2942549" y="2092716"/>
                  </a:lnTo>
                  <a:lnTo>
                    <a:pt x="2942549" y="2092285"/>
                  </a:lnTo>
                  <a:lnTo>
                    <a:pt x="2942707" y="2092285"/>
                  </a:lnTo>
                  <a:lnTo>
                    <a:pt x="2942865" y="2092285"/>
                  </a:lnTo>
                  <a:lnTo>
                    <a:pt x="2942865" y="2091854"/>
                  </a:lnTo>
                  <a:lnTo>
                    <a:pt x="2943023" y="2091854"/>
                  </a:lnTo>
                  <a:lnTo>
                    <a:pt x="2943180" y="2091854"/>
                  </a:lnTo>
                  <a:lnTo>
                    <a:pt x="2943338" y="2091854"/>
                  </a:lnTo>
                  <a:lnTo>
                    <a:pt x="2943496" y="2091854"/>
                  </a:lnTo>
                  <a:lnTo>
                    <a:pt x="2943653" y="2091854"/>
                  </a:lnTo>
                  <a:lnTo>
                    <a:pt x="2943811" y="2091854"/>
                  </a:lnTo>
                  <a:lnTo>
                    <a:pt x="2943969" y="2091854"/>
                  </a:lnTo>
                  <a:lnTo>
                    <a:pt x="2944127" y="2091854"/>
                  </a:lnTo>
                  <a:lnTo>
                    <a:pt x="2944284" y="2091854"/>
                  </a:lnTo>
                  <a:lnTo>
                    <a:pt x="2944284" y="2091424"/>
                  </a:lnTo>
                  <a:lnTo>
                    <a:pt x="2944442" y="2091424"/>
                  </a:lnTo>
                  <a:lnTo>
                    <a:pt x="2944600" y="2091424"/>
                  </a:lnTo>
                  <a:lnTo>
                    <a:pt x="2944757" y="2091424"/>
                  </a:lnTo>
                  <a:lnTo>
                    <a:pt x="2944915" y="2091424"/>
                  </a:lnTo>
                  <a:lnTo>
                    <a:pt x="2945073" y="2091424"/>
                  </a:lnTo>
                  <a:lnTo>
                    <a:pt x="2945231" y="2091424"/>
                  </a:lnTo>
                  <a:lnTo>
                    <a:pt x="2945388" y="2091424"/>
                  </a:lnTo>
                  <a:lnTo>
                    <a:pt x="2945546" y="2091424"/>
                  </a:lnTo>
                  <a:lnTo>
                    <a:pt x="2945704" y="2091424"/>
                  </a:lnTo>
                  <a:lnTo>
                    <a:pt x="2945704" y="2090993"/>
                  </a:lnTo>
                  <a:lnTo>
                    <a:pt x="2945704" y="2090563"/>
                  </a:lnTo>
                  <a:lnTo>
                    <a:pt x="2945704" y="2090132"/>
                  </a:lnTo>
                  <a:lnTo>
                    <a:pt x="2945704" y="2089701"/>
                  </a:lnTo>
                  <a:lnTo>
                    <a:pt x="2945862" y="2089701"/>
                  </a:lnTo>
                  <a:lnTo>
                    <a:pt x="2946019" y="2089701"/>
                  </a:lnTo>
                  <a:lnTo>
                    <a:pt x="2946177" y="2089701"/>
                  </a:lnTo>
                  <a:lnTo>
                    <a:pt x="2946335" y="2089701"/>
                  </a:lnTo>
                  <a:lnTo>
                    <a:pt x="2946335" y="2089271"/>
                  </a:lnTo>
                  <a:lnTo>
                    <a:pt x="2946492" y="2089271"/>
                  </a:lnTo>
                  <a:lnTo>
                    <a:pt x="2946492" y="2088840"/>
                  </a:lnTo>
                  <a:lnTo>
                    <a:pt x="2946650" y="2088840"/>
                  </a:lnTo>
                  <a:lnTo>
                    <a:pt x="2946808" y="2088840"/>
                  </a:lnTo>
                  <a:lnTo>
                    <a:pt x="2946966" y="2088840"/>
                  </a:lnTo>
                  <a:lnTo>
                    <a:pt x="2947123" y="2088840"/>
                  </a:lnTo>
                  <a:lnTo>
                    <a:pt x="2947123" y="2088410"/>
                  </a:lnTo>
                  <a:lnTo>
                    <a:pt x="2947281" y="2088410"/>
                  </a:lnTo>
                  <a:lnTo>
                    <a:pt x="2947281" y="2087979"/>
                  </a:lnTo>
                  <a:lnTo>
                    <a:pt x="2947281" y="2087548"/>
                  </a:lnTo>
                  <a:lnTo>
                    <a:pt x="2947439" y="2087548"/>
                  </a:lnTo>
                  <a:lnTo>
                    <a:pt x="2947439" y="2087118"/>
                  </a:lnTo>
                  <a:lnTo>
                    <a:pt x="2947439" y="2086687"/>
                  </a:lnTo>
                  <a:lnTo>
                    <a:pt x="2947596" y="2086687"/>
                  </a:lnTo>
                  <a:lnTo>
                    <a:pt x="2947754" y="2086687"/>
                  </a:lnTo>
                  <a:lnTo>
                    <a:pt x="2947912" y="2086687"/>
                  </a:lnTo>
                  <a:lnTo>
                    <a:pt x="2948070" y="2086687"/>
                  </a:lnTo>
                  <a:lnTo>
                    <a:pt x="2948070" y="2086257"/>
                  </a:lnTo>
                  <a:lnTo>
                    <a:pt x="2948227" y="2086257"/>
                  </a:lnTo>
                  <a:lnTo>
                    <a:pt x="2948385" y="2086257"/>
                  </a:lnTo>
                  <a:lnTo>
                    <a:pt x="2948543" y="2086257"/>
                  </a:lnTo>
                  <a:lnTo>
                    <a:pt x="2948543" y="2085826"/>
                  </a:lnTo>
                  <a:lnTo>
                    <a:pt x="2948700" y="2085826"/>
                  </a:lnTo>
                  <a:lnTo>
                    <a:pt x="2948858" y="2085826"/>
                  </a:lnTo>
                  <a:lnTo>
                    <a:pt x="2949016" y="2085826"/>
                  </a:lnTo>
                  <a:lnTo>
                    <a:pt x="2949016" y="2085395"/>
                  </a:lnTo>
                  <a:lnTo>
                    <a:pt x="2949174" y="2085395"/>
                  </a:lnTo>
                  <a:lnTo>
                    <a:pt x="2949174" y="2084965"/>
                  </a:lnTo>
                  <a:lnTo>
                    <a:pt x="2949331" y="2084965"/>
                  </a:lnTo>
                  <a:lnTo>
                    <a:pt x="2949489" y="2084965"/>
                  </a:lnTo>
                  <a:lnTo>
                    <a:pt x="2949647" y="2084965"/>
                  </a:lnTo>
                  <a:lnTo>
                    <a:pt x="2949647" y="2084534"/>
                  </a:lnTo>
                  <a:lnTo>
                    <a:pt x="2949804" y="2084534"/>
                  </a:lnTo>
                  <a:lnTo>
                    <a:pt x="2949962" y="2084534"/>
                  </a:lnTo>
                  <a:lnTo>
                    <a:pt x="2950120" y="2084534"/>
                  </a:lnTo>
                  <a:lnTo>
                    <a:pt x="2950278" y="2084534"/>
                  </a:lnTo>
                  <a:lnTo>
                    <a:pt x="2950435" y="2084534"/>
                  </a:lnTo>
                  <a:lnTo>
                    <a:pt x="2950593" y="2084534"/>
                  </a:lnTo>
                  <a:lnTo>
                    <a:pt x="2950751" y="2084534"/>
                  </a:lnTo>
                  <a:lnTo>
                    <a:pt x="2950751" y="2084104"/>
                  </a:lnTo>
                  <a:lnTo>
                    <a:pt x="2950751" y="2083673"/>
                  </a:lnTo>
                  <a:lnTo>
                    <a:pt x="2950908" y="2083673"/>
                  </a:lnTo>
                  <a:lnTo>
                    <a:pt x="2951066" y="2083673"/>
                  </a:lnTo>
                  <a:lnTo>
                    <a:pt x="2951224" y="2083673"/>
                  </a:lnTo>
                  <a:lnTo>
                    <a:pt x="2951382" y="2083673"/>
                  </a:lnTo>
                  <a:lnTo>
                    <a:pt x="2951382" y="2083242"/>
                  </a:lnTo>
                  <a:lnTo>
                    <a:pt x="2951539" y="2083242"/>
                  </a:lnTo>
                  <a:lnTo>
                    <a:pt x="2951697" y="2083242"/>
                  </a:lnTo>
                  <a:lnTo>
                    <a:pt x="2951855" y="2083242"/>
                  </a:lnTo>
                  <a:lnTo>
                    <a:pt x="2952013" y="2083242"/>
                  </a:lnTo>
                  <a:lnTo>
                    <a:pt x="2952013" y="2082812"/>
                  </a:lnTo>
                  <a:lnTo>
                    <a:pt x="2952013" y="2082381"/>
                  </a:lnTo>
                  <a:lnTo>
                    <a:pt x="2952170" y="2082381"/>
                  </a:lnTo>
                  <a:lnTo>
                    <a:pt x="2952328" y="2082381"/>
                  </a:lnTo>
                  <a:lnTo>
                    <a:pt x="2952486" y="2082381"/>
                  </a:lnTo>
                  <a:lnTo>
                    <a:pt x="2952486" y="2081951"/>
                  </a:lnTo>
                  <a:lnTo>
                    <a:pt x="2952643" y="2081951"/>
                  </a:lnTo>
                  <a:lnTo>
                    <a:pt x="2952801" y="2081951"/>
                  </a:lnTo>
                  <a:lnTo>
                    <a:pt x="2952959" y="2081951"/>
                  </a:lnTo>
                  <a:lnTo>
                    <a:pt x="2953117" y="2081951"/>
                  </a:lnTo>
                  <a:lnTo>
                    <a:pt x="2953274" y="2081951"/>
                  </a:lnTo>
                  <a:lnTo>
                    <a:pt x="2953432" y="2081951"/>
                  </a:lnTo>
                  <a:lnTo>
                    <a:pt x="2953590" y="2081951"/>
                  </a:lnTo>
                  <a:lnTo>
                    <a:pt x="2953747" y="2081951"/>
                  </a:lnTo>
                  <a:lnTo>
                    <a:pt x="2953905" y="2081951"/>
                  </a:lnTo>
                  <a:lnTo>
                    <a:pt x="2954063" y="2081951"/>
                  </a:lnTo>
                  <a:lnTo>
                    <a:pt x="2954221" y="2081951"/>
                  </a:lnTo>
                  <a:lnTo>
                    <a:pt x="2954378" y="2081951"/>
                  </a:lnTo>
                  <a:lnTo>
                    <a:pt x="2954536" y="2081951"/>
                  </a:lnTo>
                  <a:lnTo>
                    <a:pt x="2954694" y="2081951"/>
                  </a:lnTo>
                  <a:lnTo>
                    <a:pt x="2954851" y="2081951"/>
                  </a:lnTo>
                  <a:lnTo>
                    <a:pt x="2955009" y="2081951"/>
                  </a:lnTo>
                  <a:lnTo>
                    <a:pt x="2955009" y="2081520"/>
                  </a:lnTo>
                  <a:lnTo>
                    <a:pt x="2955167" y="2081520"/>
                  </a:lnTo>
                  <a:lnTo>
                    <a:pt x="2955325" y="2081520"/>
                  </a:lnTo>
                  <a:lnTo>
                    <a:pt x="2955482" y="2081520"/>
                  </a:lnTo>
                  <a:lnTo>
                    <a:pt x="2955640" y="2081520"/>
                  </a:lnTo>
                  <a:lnTo>
                    <a:pt x="2955798" y="2081520"/>
                  </a:lnTo>
                  <a:lnTo>
                    <a:pt x="2955798" y="2081089"/>
                  </a:lnTo>
                  <a:lnTo>
                    <a:pt x="2955955" y="2081089"/>
                  </a:lnTo>
                  <a:lnTo>
                    <a:pt x="2955955" y="2080659"/>
                  </a:lnTo>
                  <a:lnTo>
                    <a:pt x="2956113" y="2080659"/>
                  </a:lnTo>
                  <a:lnTo>
                    <a:pt x="2956271" y="2080659"/>
                  </a:lnTo>
                  <a:lnTo>
                    <a:pt x="2956429" y="2080659"/>
                  </a:lnTo>
                  <a:lnTo>
                    <a:pt x="2956586" y="2080659"/>
                  </a:lnTo>
                  <a:lnTo>
                    <a:pt x="2956744" y="2080659"/>
                  </a:lnTo>
                  <a:lnTo>
                    <a:pt x="2956902" y="2080659"/>
                  </a:lnTo>
                  <a:lnTo>
                    <a:pt x="2957059" y="2080659"/>
                  </a:lnTo>
                  <a:lnTo>
                    <a:pt x="2957217" y="2080659"/>
                  </a:lnTo>
                  <a:lnTo>
                    <a:pt x="2957375" y="2080659"/>
                  </a:lnTo>
                  <a:lnTo>
                    <a:pt x="2957533" y="2080659"/>
                  </a:lnTo>
                  <a:lnTo>
                    <a:pt x="2957690" y="2080659"/>
                  </a:lnTo>
                  <a:lnTo>
                    <a:pt x="2957848" y="2080659"/>
                  </a:lnTo>
                  <a:lnTo>
                    <a:pt x="2958006" y="2080659"/>
                  </a:lnTo>
                  <a:lnTo>
                    <a:pt x="2958164" y="2080659"/>
                  </a:lnTo>
                  <a:lnTo>
                    <a:pt x="2958164" y="2080228"/>
                  </a:lnTo>
                  <a:lnTo>
                    <a:pt x="2958321" y="2080228"/>
                  </a:lnTo>
                  <a:lnTo>
                    <a:pt x="2958479" y="2080228"/>
                  </a:lnTo>
                  <a:lnTo>
                    <a:pt x="2958479" y="2079798"/>
                  </a:lnTo>
                  <a:lnTo>
                    <a:pt x="2958479" y="2079367"/>
                  </a:lnTo>
                  <a:lnTo>
                    <a:pt x="2958637" y="2079367"/>
                  </a:lnTo>
                  <a:lnTo>
                    <a:pt x="2958794" y="2079367"/>
                  </a:lnTo>
                  <a:lnTo>
                    <a:pt x="2958952" y="2079367"/>
                  </a:lnTo>
                  <a:lnTo>
                    <a:pt x="2959110" y="2079367"/>
                  </a:lnTo>
                  <a:lnTo>
                    <a:pt x="2959110" y="2078936"/>
                  </a:lnTo>
                  <a:lnTo>
                    <a:pt x="2959110" y="2078506"/>
                  </a:lnTo>
                  <a:lnTo>
                    <a:pt x="2959268" y="2078506"/>
                  </a:lnTo>
                  <a:lnTo>
                    <a:pt x="2959425" y="2078506"/>
                  </a:lnTo>
                  <a:lnTo>
                    <a:pt x="2959583" y="2078506"/>
                  </a:lnTo>
                  <a:lnTo>
                    <a:pt x="2959741" y="2078506"/>
                  </a:lnTo>
                  <a:lnTo>
                    <a:pt x="2959898" y="2078506"/>
                  </a:lnTo>
                  <a:lnTo>
                    <a:pt x="2960056" y="2078506"/>
                  </a:lnTo>
                  <a:lnTo>
                    <a:pt x="2960214" y="2078506"/>
                  </a:lnTo>
                  <a:lnTo>
                    <a:pt x="2960372" y="2078506"/>
                  </a:lnTo>
                  <a:lnTo>
                    <a:pt x="2960529" y="2078506"/>
                  </a:lnTo>
                  <a:lnTo>
                    <a:pt x="2960687" y="2078506"/>
                  </a:lnTo>
                  <a:lnTo>
                    <a:pt x="2960845" y="2078506"/>
                  </a:lnTo>
                  <a:lnTo>
                    <a:pt x="2961002" y="2078506"/>
                  </a:lnTo>
                  <a:lnTo>
                    <a:pt x="2961160" y="2078506"/>
                  </a:lnTo>
                  <a:lnTo>
                    <a:pt x="2961318" y="2078506"/>
                  </a:lnTo>
                  <a:lnTo>
                    <a:pt x="2961318" y="2078075"/>
                  </a:lnTo>
                  <a:lnTo>
                    <a:pt x="2961476" y="2078075"/>
                  </a:lnTo>
                  <a:lnTo>
                    <a:pt x="2961633" y="2078075"/>
                  </a:lnTo>
                  <a:lnTo>
                    <a:pt x="2961633" y="2077645"/>
                  </a:lnTo>
                  <a:lnTo>
                    <a:pt x="2961791" y="2077645"/>
                  </a:lnTo>
                  <a:lnTo>
                    <a:pt x="2961791" y="2077214"/>
                  </a:lnTo>
                  <a:lnTo>
                    <a:pt x="2961949" y="2077214"/>
                  </a:lnTo>
                  <a:lnTo>
                    <a:pt x="2962106" y="2077214"/>
                  </a:lnTo>
                  <a:lnTo>
                    <a:pt x="2962264" y="2077214"/>
                  </a:lnTo>
                  <a:lnTo>
                    <a:pt x="2962422" y="2077214"/>
                  </a:lnTo>
                  <a:lnTo>
                    <a:pt x="2962580" y="2077214"/>
                  </a:lnTo>
                  <a:lnTo>
                    <a:pt x="2962737" y="2077214"/>
                  </a:lnTo>
                  <a:lnTo>
                    <a:pt x="2962895" y="2077214"/>
                  </a:lnTo>
                  <a:lnTo>
                    <a:pt x="2963053" y="2077214"/>
                  </a:lnTo>
                  <a:lnTo>
                    <a:pt x="2963211" y="2077214"/>
                  </a:lnTo>
                  <a:lnTo>
                    <a:pt x="2963368" y="2077214"/>
                  </a:lnTo>
                  <a:lnTo>
                    <a:pt x="2963526" y="2077214"/>
                  </a:lnTo>
                  <a:lnTo>
                    <a:pt x="2963684" y="2077214"/>
                  </a:lnTo>
                  <a:lnTo>
                    <a:pt x="2963841" y="2077214"/>
                  </a:lnTo>
                  <a:lnTo>
                    <a:pt x="2963999" y="2077214"/>
                  </a:lnTo>
                  <a:lnTo>
                    <a:pt x="2963999" y="2076783"/>
                  </a:lnTo>
                  <a:lnTo>
                    <a:pt x="2964157" y="2076783"/>
                  </a:lnTo>
                  <a:lnTo>
                    <a:pt x="2964315" y="2076783"/>
                  </a:lnTo>
                  <a:lnTo>
                    <a:pt x="2964315" y="2076353"/>
                  </a:lnTo>
                  <a:lnTo>
                    <a:pt x="2964472" y="2076353"/>
                  </a:lnTo>
                  <a:lnTo>
                    <a:pt x="2964630" y="2076353"/>
                  </a:lnTo>
                  <a:lnTo>
                    <a:pt x="2964788" y="2076353"/>
                  </a:lnTo>
                  <a:lnTo>
                    <a:pt x="2964788" y="2075922"/>
                  </a:lnTo>
                  <a:lnTo>
                    <a:pt x="2964788" y="2075492"/>
                  </a:lnTo>
                  <a:lnTo>
                    <a:pt x="2964945" y="2075492"/>
                  </a:lnTo>
                  <a:lnTo>
                    <a:pt x="2965103" y="2075492"/>
                  </a:lnTo>
                  <a:lnTo>
                    <a:pt x="2965261" y="2075492"/>
                  </a:lnTo>
                  <a:lnTo>
                    <a:pt x="2965419" y="2075492"/>
                  </a:lnTo>
                  <a:lnTo>
                    <a:pt x="2965419" y="2075061"/>
                  </a:lnTo>
                  <a:lnTo>
                    <a:pt x="2965576" y="2075061"/>
                  </a:lnTo>
                  <a:lnTo>
                    <a:pt x="2965734" y="2075061"/>
                  </a:lnTo>
                  <a:lnTo>
                    <a:pt x="2965892" y="2075061"/>
                  </a:lnTo>
                  <a:lnTo>
                    <a:pt x="2966049" y="2075061"/>
                  </a:lnTo>
                  <a:lnTo>
                    <a:pt x="2966207" y="2075061"/>
                  </a:lnTo>
                  <a:lnTo>
                    <a:pt x="2966365" y="2075061"/>
                  </a:lnTo>
                  <a:lnTo>
                    <a:pt x="2966523" y="2075061"/>
                  </a:lnTo>
                  <a:lnTo>
                    <a:pt x="2966680" y="2075061"/>
                  </a:lnTo>
                  <a:lnTo>
                    <a:pt x="2966838" y="2075061"/>
                  </a:lnTo>
                  <a:lnTo>
                    <a:pt x="2966996" y="2075061"/>
                  </a:lnTo>
                  <a:lnTo>
                    <a:pt x="2967153" y="2075061"/>
                  </a:lnTo>
                  <a:lnTo>
                    <a:pt x="2967311" y="2075061"/>
                  </a:lnTo>
                  <a:lnTo>
                    <a:pt x="2967311" y="2074630"/>
                  </a:lnTo>
                  <a:lnTo>
                    <a:pt x="2967311" y="2074200"/>
                  </a:lnTo>
                  <a:lnTo>
                    <a:pt x="2967311" y="2073769"/>
                  </a:lnTo>
                  <a:lnTo>
                    <a:pt x="2967469" y="2073769"/>
                  </a:lnTo>
                  <a:lnTo>
                    <a:pt x="2967627" y="2073769"/>
                  </a:lnTo>
                  <a:lnTo>
                    <a:pt x="2967784" y="2073769"/>
                  </a:lnTo>
                  <a:lnTo>
                    <a:pt x="2967942" y="2073769"/>
                  </a:lnTo>
                  <a:lnTo>
                    <a:pt x="2968100" y="2073769"/>
                  </a:lnTo>
                  <a:lnTo>
                    <a:pt x="2968257" y="2073769"/>
                  </a:lnTo>
                  <a:lnTo>
                    <a:pt x="2968415" y="2073769"/>
                  </a:lnTo>
                  <a:lnTo>
                    <a:pt x="2968573" y="2073769"/>
                  </a:lnTo>
                  <a:lnTo>
                    <a:pt x="2968731" y="2073769"/>
                  </a:lnTo>
                  <a:lnTo>
                    <a:pt x="2968888" y="2073769"/>
                  </a:lnTo>
                  <a:lnTo>
                    <a:pt x="2968888" y="2073339"/>
                  </a:lnTo>
                  <a:lnTo>
                    <a:pt x="2969046" y="2073339"/>
                  </a:lnTo>
                  <a:lnTo>
                    <a:pt x="2969204" y="2073339"/>
                  </a:lnTo>
                  <a:lnTo>
                    <a:pt x="2969204" y="2072908"/>
                  </a:lnTo>
                  <a:lnTo>
                    <a:pt x="2969362" y="2072908"/>
                  </a:lnTo>
                  <a:lnTo>
                    <a:pt x="2969519" y="2072908"/>
                  </a:lnTo>
                  <a:lnTo>
                    <a:pt x="2969677" y="2072908"/>
                  </a:lnTo>
                  <a:lnTo>
                    <a:pt x="2969677" y="2072477"/>
                  </a:lnTo>
                  <a:lnTo>
                    <a:pt x="2969677" y="2072047"/>
                  </a:lnTo>
                  <a:lnTo>
                    <a:pt x="2969677" y="2071616"/>
                  </a:lnTo>
                  <a:lnTo>
                    <a:pt x="2969835" y="2071616"/>
                  </a:lnTo>
                  <a:lnTo>
                    <a:pt x="2969992" y="2071616"/>
                  </a:lnTo>
                  <a:lnTo>
                    <a:pt x="2970150" y="2071616"/>
                  </a:lnTo>
                  <a:lnTo>
                    <a:pt x="2970150" y="2071186"/>
                  </a:lnTo>
                  <a:lnTo>
                    <a:pt x="2970308" y="2071186"/>
                  </a:lnTo>
                  <a:lnTo>
                    <a:pt x="2970308" y="2070755"/>
                  </a:lnTo>
                  <a:lnTo>
                    <a:pt x="2970466" y="2070755"/>
                  </a:lnTo>
                  <a:lnTo>
                    <a:pt x="2970623" y="2070755"/>
                  </a:lnTo>
                  <a:lnTo>
                    <a:pt x="2970781" y="2070755"/>
                  </a:lnTo>
                  <a:lnTo>
                    <a:pt x="2970781" y="2070324"/>
                  </a:lnTo>
                  <a:lnTo>
                    <a:pt x="2970939" y="2070324"/>
                  </a:lnTo>
                  <a:lnTo>
                    <a:pt x="2971096" y="2070324"/>
                  </a:lnTo>
                  <a:lnTo>
                    <a:pt x="2971254" y="2070324"/>
                  </a:lnTo>
                  <a:lnTo>
                    <a:pt x="2971412" y="2070324"/>
                  </a:lnTo>
                  <a:lnTo>
                    <a:pt x="2971570" y="2070324"/>
                  </a:lnTo>
                  <a:lnTo>
                    <a:pt x="2971727" y="2070324"/>
                  </a:lnTo>
                  <a:lnTo>
                    <a:pt x="2971885" y="2070324"/>
                  </a:lnTo>
                  <a:lnTo>
                    <a:pt x="2972043" y="2070324"/>
                  </a:lnTo>
                  <a:lnTo>
                    <a:pt x="2972200" y="2070324"/>
                  </a:lnTo>
                  <a:lnTo>
                    <a:pt x="2972358" y="2070324"/>
                  </a:lnTo>
                  <a:lnTo>
                    <a:pt x="2972358" y="2069894"/>
                  </a:lnTo>
                  <a:lnTo>
                    <a:pt x="2972358" y="2069463"/>
                  </a:lnTo>
                  <a:lnTo>
                    <a:pt x="2972358" y="2069033"/>
                  </a:lnTo>
                  <a:lnTo>
                    <a:pt x="2972516" y="2069033"/>
                  </a:lnTo>
                  <a:lnTo>
                    <a:pt x="2972674" y="2069033"/>
                  </a:lnTo>
                  <a:lnTo>
                    <a:pt x="2972831" y="2069033"/>
                  </a:lnTo>
                  <a:lnTo>
                    <a:pt x="2972989" y="2069033"/>
                  </a:lnTo>
                  <a:lnTo>
                    <a:pt x="2973147" y="2069033"/>
                  </a:lnTo>
                  <a:lnTo>
                    <a:pt x="2973304" y="2069033"/>
                  </a:lnTo>
                  <a:lnTo>
                    <a:pt x="2973304" y="2068602"/>
                  </a:lnTo>
                  <a:lnTo>
                    <a:pt x="2973462" y="2068602"/>
                  </a:lnTo>
                  <a:lnTo>
                    <a:pt x="2973620" y="2068602"/>
                  </a:lnTo>
                  <a:lnTo>
                    <a:pt x="2973620" y="2068171"/>
                  </a:lnTo>
                  <a:lnTo>
                    <a:pt x="2973620" y="2067741"/>
                  </a:lnTo>
                  <a:lnTo>
                    <a:pt x="2973620" y="2067310"/>
                  </a:lnTo>
                  <a:lnTo>
                    <a:pt x="2973778" y="2067310"/>
                  </a:lnTo>
                  <a:lnTo>
                    <a:pt x="2973935" y="2067310"/>
                  </a:lnTo>
                  <a:lnTo>
                    <a:pt x="2974093" y="2067310"/>
                  </a:lnTo>
                  <a:lnTo>
                    <a:pt x="2974251" y="2067310"/>
                  </a:lnTo>
                  <a:lnTo>
                    <a:pt x="2974409" y="2067310"/>
                  </a:lnTo>
                  <a:lnTo>
                    <a:pt x="2974409" y="2066880"/>
                  </a:lnTo>
                  <a:lnTo>
                    <a:pt x="2974566" y="2066880"/>
                  </a:lnTo>
                  <a:lnTo>
                    <a:pt x="2974724" y="2066880"/>
                  </a:lnTo>
                  <a:lnTo>
                    <a:pt x="2974882" y="2066880"/>
                  </a:lnTo>
                  <a:lnTo>
                    <a:pt x="2975039" y="2066880"/>
                  </a:lnTo>
                  <a:lnTo>
                    <a:pt x="2975197" y="2066880"/>
                  </a:lnTo>
                  <a:lnTo>
                    <a:pt x="2975355" y="2066880"/>
                  </a:lnTo>
                  <a:lnTo>
                    <a:pt x="2975513" y="2066880"/>
                  </a:lnTo>
                  <a:lnTo>
                    <a:pt x="2975670" y="2066880"/>
                  </a:lnTo>
                  <a:lnTo>
                    <a:pt x="2975670" y="2066449"/>
                  </a:lnTo>
                  <a:lnTo>
                    <a:pt x="2975828" y="2066449"/>
                  </a:lnTo>
                  <a:lnTo>
                    <a:pt x="2975828" y="2066018"/>
                  </a:lnTo>
                  <a:lnTo>
                    <a:pt x="2975986" y="2066018"/>
                  </a:lnTo>
                  <a:lnTo>
                    <a:pt x="2976143" y="2066018"/>
                  </a:lnTo>
                  <a:lnTo>
                    <a:pt x="2976301" y="2066018"/>
                  </a:lnTo>
                  <a:lnTo>
                    <a:pt x="2976459" y="2066018"/>
                  </a:lnTo>
                  <a:lnTo>
                    <a:pt x="2976459" y="2065588"/>
                  </a:lnTo>
                  <a:lnTo>
                    <a:pt x="2976617" y="2065588"/>
                  </a:lnTo>
                  <a:lnTo>
                    <a:pt x="2976774" y="2065588"/>
                  </a:lnTo>
                  <a:lnTo>
                    <a:pt x="2976932" y="2065588"/>
                  </a:lnTo>
                  <a:lnTo>
                    <a:pt x="2977090" y="2065588"/>
                  </a:lnTo>
                  <a:lnTo>
                    <a:pt x="2977247" y="2065588"/>
                  </a:lnTo>
                  <a:lnTo>
                    <a:pt x="2977405" y="2065588"/>
                  </a:lnTo>
                  <a:lnTo>
                    <a:pt x="2977563" y="2065588"/>
                  </a:lnTo>
                  <a:lnTo>
                    <a:pt x="2977721" y="2065588"/>
                  </a:lnTo>
                  <a:lnTo>
                    <a:pt x="2977878" y="2065588"/>
                  </a:lnTo>
                  <a:lnTo>
                    <a:pt x="2977878" y="2065157"/>
                  </a:lnTo>
                  <a:lnTo>
                    <a:pt x="2977878" y="2064727"/>
                  </a:lnTo>
                  <a:lnTo>
                    <a:pt x="2977878" y="2064296"/>
                  </a:lnTo>
                  <a:lnTo>
                    <a:pt x="2978036" y="2064296"/>
                  </a:lnTo>
                  <a:lnTo>
                    <a:pt x="2978194" y="2064296"/>
                  </a:lnTo>
                  <a:lnTo>
                    <a:pt x="2978351" y="2064296"/>
                  </a:lnTo>
                  <a:lnTo>
                    <a:pt x="2978509" y="2064296"/>
                  </a:lnTo>
                  <a:lnTo>
                    <a:pt x="2978667" y="2064296"/>
                  </a:lnTo>
                  <a:lnTo>
                    <a:pt x="2978825" y="2064296"/>
                  </a:lnTo>
                  <a:lnTo>
                    <a:pt x="2978982" y="2064296"/>
                  </a:lnTo>
                  <a:lnTo>
                    <a:pt x="2979140" y="2064296"/>
                  </a:lnTo>
                  <a:lnTo>
                    <a:pt x="2979298" y="2064296"/>
                  </a:lnTo>
                  <a:lnTo>
                    <a:pt x="2979455" y="2064296"/>
                  </a:lnTo>
                  <a:lnTo>
                    <a:pt x="2979455" y="2063865"/>
                  </a:lnTo>
                  <a:lnTo>
                    <a:pt x="2979613" y="2063865"/>
                  </a:lnTo>
                  <a:lnTo>
                    <a:pt x="2979613" y="2063435"/>
                  </a:lnTo>
                  <a:lnTo>
                    <a:pt x="2979613" y="2063004"/>
                  </a:lnTo>
                  <a:lnTo>
                    <a:pt x="2979771" y="2063004"/>
                  </a:lnTo>
                  <a:lnTo>
                    <a:pt x="2979929" y="2063004"/>
                  </a:lnTo>
                  <a:lnTo>
                    <a:pt x="2979929" y="2062574"/>
                  </a:lnTo>
                  <a:lnTo>
                    <a:pt x="2980086" y="2062574"/>
                  </a:lnTo>
                  <a:lnTo>
                    <a:pt x="2980244" y="2062574"/>
                  </a:lnTo>
                  <a:lnTo>
                    <a:pt x="2980402" y="2062574"/>
                  </a:lnTo>
                  <a:lnTo>
                    <a:pt x="2980560" y="2062574"/>
                  </a:lnTo>
                  <a:lnTo>
                    <a:pt x="2980717" y="2062574"/>
                  </a:lnTo>
                  <a:lnTo>
                    <a:pt x="2980717" y="2062143"/>
                  </a:lnTo>
                  <a:lnTo>
                    <a:pt x="2980875" y="2062143"/>
                  </a:lnTo>
                  <a:lnTo>
                    <a:pt x="2980875" y="2061712"/>
                  </a:lnTo>
                  <a:lnTo>
                    <a:pt x="2981033" y="2061712"/>
                  </a:lnTo>
                  <a:lnTo>
                    <a:pt x="2981190" y="2061712"/>
                  </a:lnTo>
                  <a:lnTo>
                    <a:pt x="2981190" y="2061282"/>
                  </a:lnTo>
                  <a:lnTo>
                    <a:pt x="2981348" y="2061282"/>
                  </a:lnTo>
                  <a:lnTo>
                    <a:pt x="2981348" y="2060851"/>
                  </a:lnTo>
                  <a:lnTo>
                    <a:pt x="2981506" y="2060851"/>
                  </a:lnTo>
                  <a:lnTo>
                    <a:pt x="2981664" y="2060851"/>
                  </a:lnTo>
                  <a:lnTo>
                    <a:pt x="2981821" y="2060851"/>
                  </a:lnTo>
                  <a:lnTo>
                    <a:pt x="2981821" y="2060421"/>
                  </a:lnTo>
                  <a:lnTo>
                    <a:pt x="2981979" y="2060421"/>
                  </a:lnTo>
                  <a:lnTo>
                    <a:pt x="2982137" y="2060421"/>
                  </a:lnTo>
                  <a:lnTo>
                    <a:pt x="2982137" y="2059990"/>
                  </a:lnTo>
                  <a:lnTo>
                    <a:pt x="2982294" y="2059990"/>
                  </a:lnTo>
                  <a:lnTo>
                    <a:pt x="2982452" y="2059990"/>
                  </a:lnTo>
                  <a:lnTo>
                    <a:pt x="2982452" y="2059559"/>
                  </a:lnTo>
                  <a:lnTo>
                    <a:pt x="2982610" y="2059559"/>
                  </a:lnTo>
                  <a:lnTo>
                    <a:pt x="2982768" y="2059559"/>
                  </a:lnTo>
                  <a:lnTo>
                    <a:pt x="2982925" y="2059559"/>
                  </a:lnTo>
                  <a:lnTo>
                    <a:pt x="2983083" y="2059559"/>
                  </a:lnTo>
                  <a:lnTo>
                    <a:pt x="2983241" y="2059559"/>
                  </a:lnTo>
                  <a:lnTo>
                    <a:pt x="2983398" y="2059559"/>
                  </a:lnTo>
                  <a:lnTo>
                    <a:pt x="2983556" y="2059559"/>
                  </a:lnTo>
                  <a:lnTo>
                    <a:pt x="2983714" y="2059559"/>
                  </a:lnTo>
                  <a:lnTo>
                    <a:pt x="2983872" y="2059559"/>
                  </a:lnTo>
                  <a:lnTo>
                    <a:pt x="2983872" y="2059129"/>
                  </a:lnTo>
                  <a:lnTo>
                    <a:pt x="2984029" y="2059129"/>
                  </a:lnTo>
                  <a:lnTo>
                    <a:pt x="2984029" y="2058698"/>
                  </a:lnTo>
                  <a:lnTo>
                    <a:pt x="2984029" y="2058268"/>
                  </a:lnTo>
                  <a:lnTo>
                    <a:pt x="2984029" y="2057837"/>
                  </a:lnTo>
                  <a:lnTo>
                    <a:pt x="2984029" y="2057406"/>
                  </a:lnTo>
                  <a:lnTo>
                    <a:pt x="2984187" y="2057406"/>
                  </a:lnTo>
                  <a:lnTo>
                    <a:pt x="2984187" y="2056976"/>
                  </a:lnTo>
                  <a:lnTo>
                    <a:pt x="2984187" y="2056545"/>
                  </a:lnTo>
                  <a:lnTo>
                    <a:pt x="2984345" y="2056545"/>
                  </a:lnTo>
                  <a:lnTo>
                    <a:pt x="2984502" y="2056545"/>
                  </a:lnTo>
                  <a:lnTo>
                    <a:pt x="2984502" y="2056115"/>
                  </a:lnTo>
                  <a:lnTo>
                    <a:pt x="2984660" y="2056115"/>
                  </a:lnTo>
                  <a:lnTo>
                    <a:pt x="2984818" y="2056115"/>
                  </a:lnTo>
                  <a:lnTo>
                    <a:pt x="2984976" y="2056115"/>
                  </a:lnTo>
                  <a:lnTo>
                    <a:pt x="2984976" y="2055684"/>
                  </a:lnTo>
                  <a:lnTo>
                    <a:pt x="2985133" y="2055684"/>
                  </a:lnTo>
                  <a:lnTo>
                    <a:pt x="2985291" y="2055684"/>
                  </a:lnTo>
                  <a:lnTo>
                    <a:pt x="2985449" y="2055684"/>
                  </a:lnTo>
                  <a:lnTo>
                    <a:pt x="2985607" y="2055684"/>
                  </a:lnTo>
                  <a:lnTo>
                    <a:pt x="2985764" y="2055684"/>
                  </a:lnTo>
                  <a:lnTo>
                    <a:pt x="2985922" y="2055684"/>
                  </a:lnTo>
                  <a:lnTo>
                    <a:pt x="2986080" y="2055684"/>
                  </a:lnTo>
                  <a:lnTo>
                    <a:pt x="2986237" y="2055684"/>
                  </a:lnTo>
                  <a:lnTo>
                    <a:pt x="2986395" y="2055684"/>
                  </a:lnTo>
                  <a:lnTo>
                    <a:pt x="2986553" y="2055684"/>
                  </a:lnTo>
                  <a:lnTo>
                    <a:pt x="2986711" y="2055684"/>
                  </a:lnTo>
                  <a:lnTo>
                    <a:pt x="2986868" y="2055684"/>
                  </a:lnTo>
                  <a:lnTo>
                    <a:pt x="2986868" y="2055253"/>
                  </a:lnTo>
                  <a:lnTo>
                    <a:pt x="2987026" y="2055253"/>
                  </a:lnTo>
                  <a:lnTo>
                    <a:pt x="2987184" y="2055253"/>
                  </a:lnTo>
                  <a:lnTo>
                    <a:pt x="2987341" y="2055253"/>
                  </a:lnTo>
                  <a:lnTo>
                    <a:pt x="2987341" y="2054823"/>
                  </a:lnTo>
                  <a:lnTo>
                    <a:pt x="2987341" y="2054392"/>
                  </a:lnTo>
                  <a:lnTo>
                    <a:pt x="2987499" y="2054392"/>
                  </a:lnTo>
                  <a:lnTo>
                    <a:pt x="2987499" y="2053962"/>
                  </a:lnTo>
                  <a:lnTo>
                    <a:pt x="2987657" y="2053962"/>
                  </a:lnTo>
                  <a:lnTo>
                    <a:pt x="2987815" y="2053962"/>
                  </a:lnTo>
                  <a:lnTo>
                    <a:pt x="2987815" y="2053531"/>
                  </a:lnTo>
                  <a:lnTo>
                    <a:pt x="2987972" y="2053531"/>
                  </a:lnTo>
                  <a:lnTo>
                    <a:pt x="2988130" y="2053531"/>
                  </a:lnTo>
                  <a:lnTo>
                    <a:pt x="2988130" y="2053100"/>
                  </a:lnTo>
                  <a:lnTo>
                    <a:pt x="2988288" y="2053100"/>
                  </a:lnTo>
                  <a:lnTo>
                    <a:pt x="2988445" y="2053100"/>
                  </a:lnTo>
                  <a:lnTo>
                    <a:pt x="2988445" y="2052670"/>
                  </a:lnTo>
                  <a:lnTo>
                    <a:pt x="2988603" y="2052670"/>
                  </a:lnTo>
                  <a:lnTo>
                    <a:pt x="2988761" y="2052670"/>
                  </a:lnTo>
                  <a:lnTo>
                    <a:pt x="2988919" y="2052670"/>
                  </a:lnTo>
                  <a:lnTo>
                    <a:pt x="2988919" y="2052239"/>
                  </a:lnTo>
                  <a:lnTo>
                    <a:pt x="2988919" y="2051809"/>
                  </a:lnTo>
                  <a:lnTo>
                    <a:pt x="2988919" y="2051378"/>
                  </a:lnTo>
                  <a:lnTo>
                    <a:pt x="2989076" y="2051378"/>
                  </a:lnTo>
                  <a:lnTo>
                    <a:pt x="2989234" y="2051378"/>
                  </a:lnTo>
                  <a:lnTo>
                    <a:pt x="2989392" y="2051378"/>
                  </a:lnTo>
                  <a:lnTo>
                    <a:pt x="2989549" y="2051378"/>
                  </a:lnTo>
                  <a:lnTo>
                    <a:pt x="2989707" y="2051378"/>
                  </a:lnTo>
                  <a:lnTo>
                    <a:pt x="2989707" y="2050947"/>
                  </a:lnTo>
                  <a:lnTo>
                    <a:pt x="2989865" y="2050947"/>
                  </a:lnTo>
                  <a:lnTo>
                    <a:pt x="2990023" y="2050947"/>
                  </a:lnTo>
                  <a:lnTo>
                    <a:pt x="2990180" y="2050947"/>
                  </a:lnTo>
                  <a:lnTo>
                    <a:pt x="2990180" y="2050517"/>
                  </a:lnTo>
                  <a:lnTo>
                    <a:pt x="2990180" y="2050086"/>
                  </a:lnTo>
                  <a:lnTo>
                    <a:pt x="2990338" y="2050086"/>
                  </a:lnTo>
                  <a:lnTo>
                    <a:pt x="2990496" y="2050086"/>
                  </a:lnTo>
                  <a:lnTo>
                    <a:pt x="2990653" y="2050086"/>
                  </a:lnTo>
                  <a:lnTo>
                    <a:pt x="2990653" y="2049656"/>
                  </a:lnTo>
                  <a:lnTo>
                    <a:pt x="2990811" y="2049656"/>
                  </a:lnTo>
                  <a:lnTo>
                    <a:pt x="2990811" y="2049225"/>
                  </a:lnTo>
                  <a:lnTo>
                    <a:pt x="2990811" y="2048794"/>
                  </a:lnTo>
                  <a:lnTo>
                    <a:pt x="2990969" y="2048794"/>
                  </a:lnTo>
                  <a:lnTo>
                    <a:pt x="2990969" y="2048364"/>
                  </a:lnTo>
                  <a:lnTo>
                    <a:pt x="2991127" y="2048364"/>
                  </a:lnTo>
                  <a:lnTo>
                    <a:pt x="2991284" y="2048364"/>
                  </a:lnTo>
                  <a:lnTo>
                    <a:pt x="2991442" y="2048364"/>
                  </a:lnTo>
                  <a:lnTo>
                    <a:pt x="2991600" y="2048364"/>
                  </a:lnTo>
                  <a:lnTo>
                    <a:pt x="2991758" y="2048364"/>
                  </a:lnTo>
                  <a:lnTo>
                    <a:pt x="2991915" y="2048364"/>
                  </a:lnTo>
                  <a:lnTo>
                    <a:pt x="2992073" y="2048364"/>
                  </a:lnTo>
                  <a:lnTo>
                    <a:pt x="2992231" y="2048364"/>
                  </a:lnTo>
                  <a:lnTo>
                    <a:pt x="2992388" y="2048364"/>
                  </a:lnTo>
                  <a:lnTo>
                    <a:pt x="2992546" y="2048364"/>
                  </a:lnTo>
                  <a:lnTo>
                    <a:pt x="2992704" y="2048364"/>
                  </a:lnTo>
                  <a:lnTo>
                    <a:pt x="2992862" y="2048364"/>
                  </a:lnTo>
                  <a:lnTo>
                    <a:pt x="2993019" y="2048364"/>
                  </a:lnTo>
                  <a:lnTo>
                    <a:pt x="2993019" y="2047933"/>
                  </a:lnTo>
                  <a:lnTo>
                    <a:pt x="2993177" y="2047933"/>
                  </a:lnTo>
                  <a:lnTo>
                    <a:pt x="2993335" y="2047933"/>
                  </a:lnTo>
                  <a:lnTo>
                    <a:pt x="2993492" y="2047933"/>
                  </a:lnTo>
                  <a:lnTo>
                    <a:pt x="2993650" y="2047933"/>
                  </a:lnTo>
                  <a:lnTo>
                    <a:pt x="2993650" y="2047503"/>
                  </a:lnTo>
                  <a:lnTo>
                    <a:pt x="2993650" y="2047072"/>
                  </a:lnTo>
                  <a:lnTo>
                    <a:pt x="2993808" y="2047072"/>
                  </a:lnTo>
                  <a:lnTo>
                    <a:pt x="2993966" y="2047072"/>
                  </a:lnTo>
                  <a:lnTo>
                    <a:pt x="2994123" y="2047072"/>
                  </a:lnTo>
                  <a:lnTo>
                    <a:pt x="2994281" y="2047072"/>
                  </a:lnTo>
                  <a:lnTo>
                    <a:pt x="2994439" y="2047072"/>
                  </a:lnTo>
                  <a:lnTo>
                    <a:pt x="2994439" y="2046641"/>
                  </a:lnTo>
                  <a:lnTo>
                    <a:pt x="2994596" y="2046641"/>
                  </a:lnTo>
                  <a:lnTo>
                    <a:pt x="2994754" y="2046641"/>
                  </a:lnTo>
                  <a:lnTo>
                    <a:pt x="2994912" y="2046641"/>
                  </a:lnTo>
                  <a:lnTo>
                    <a:pt x="2994912" y="2046211"/>
                  </a:lnTo>
                  <a:lnTo>
                    <a:pt x="2995070" y="2046211"/>
                  </a:lnTo>
                  <a:lnTo>
                    <a:pt x="2995227" y="2046211"/>
                  </a:lnTo>
                  <a:lnTo>
                    <a:pt x="2995227" y="2045780"/>
                  </a:lnTo>
                  <a:lnTo>
                    <a:pt x="2995385" y="2045780"/>
                  </a:lnTo>
                  <a:lnTo>
                    <a:pt x="2995543" y="2045780"/>
                  </a:lnTo>
                  <a:lnTo>
                    <a:pt x="2995700" y="2045780"/>
                  </a:lnTo>
                  <a:lnTo>
                    <a:pt x="2995858" y="2045780"/>
                  </a:lnTo>
                  <a:lnTo>
                    <a:pt x="2995858" y="2045350"/>
                  </a:lnTo>
                  <a:lnTo>
                    <a:pt x="2996016" y="2045350"/>
                  </a:lnTo>
                  <a:lnTo>
                    <a:pt x="2996174" y="2045350"/>
                  </a:lnTo>
                  <a:lnTo>
                    <a:pt x="2996331" y="2045350"/>
                  </a:lnTo>
                  <a:lnTo>
                    <a:pt x="2996489" y="2045350"/>
                  </a:lnTo>
                  <a:lnTo>
                    <a:pt x="2996647" y="2045350"/>
                  </a:lnTo>
                  <a:lnTo>
                    <a:pt x="2996805" y="2045350"/>
                  </a:lnTo>
                  <a:lnTo>
                    <a:pt x="2996805" y="2044919"/>
                  </a:lnTo>
                  <a:lnTo>
                    <a:pt x="2996962" y="2044919"/>
                  </a:lnTo>
                  <a:lnTo>
                    <a:pt x="2997120" y="2044919"/>
                  </a:lnTo>
                  <a:lnTo>
                    <a:pt x="2997278" y="2044919"/>
                  </a:lnTo>
                  <a:lnTo>
                    <a:pt x="2997435" y="2044919"/>
                  </a:lnTo>
                  <a:lnTo>
                    <a:pt x="2997593" y="2044919"/>
                  </a:lnTo>
                  <a:lnTo>
                    <a:pt x="2997751" y="2044919"/>
                  </a:lnTo>
                  <a:lnTo>
                    <a:pt x="2997751" y="2044488"/>
                  </a:lnTo>
                  <a:lnTo>
                    <a:pt x="2997909" y="2044488"/>
                  </a:lnTo>
                  <a:lnTo>
                    <a:pt x="2998066" y="2044488"/>
                  </a:lnTo>
                  <a:lnTo>
                    <a:pt x="2998066" y="2044058"/>
                  </a:lnTo>
                  <a:lnTo>
                    <a:pt x="2998224" y="2044058"/>
                  </a:lnTo>
                  <a:lnTo>
                    <a:pt x="2998382" y="2044058"/>
                  </a:lnTo>
                  <a:lnTo>
                    <a:pt x="2998539" y="2044058"/>
                  </a:lnTo>
                  <a:lnTo>
                    <a:pt x="2998697" y="2044058"/>
                  </a:lnTo>
                  <a:lnTo>
                    <a:pt x="2998855" y="2044058"/>
                  </a:lnTo>
                  <a:lnTo>
                    <a:pt x="2999013" y="2044058"/>
                  </a:lnTo>
                  <a:lnTo>
                    <a:pt x="2999170" y="2044058"/>
                  </a:lnTo>
                  <a:lnTo>
                    <a:pt x="2999328" y="2044058"/>
                  </a:lnTo>
                  <a:lnTo>
                    <a:pt x="2999486" y="2044058"/>
                  </a:lnTo>
                  <a:lnTo>
                    <a:pt x="2999486" y="2043627"/>
                  </a:lnTo>
                  <a:lnTo>
                    <a:pt x="2999643" y="2043627"/>
                  </a:lnTo>
                  <a:lnTo>
                    <a:pt x="2999801" y="2043627"/>
                  </a:lnTo>
                  <a:lnTo>
                    <a:pt x="2999959" y="2043627"/>
                  </a:lnTo>
                  <a:lnTo>
                    <a:pt x="3000117" y="2043627"/>
                  </a:lnTo>
                  <a:lnTo>
                    <a:pt x="3000274" y="2043627"/>
                  </a:lnTo>
                  <a:lnTo>
                    <a:pt x="3000432" y="2043627"/>
                  </a:lnTo>
                  <a:lnTo>
                    <a:pt x="3000590" y="2043627"/>
                  </a:lnTo>
                  <a:lnTo>
                    <a:pt x="3000747" y="2043627"/>
                  </a:lnTo>
                  <a:lnTo>
                    <a:pt x="3000905" y="2043627"/>
                  </a:lnTo>
                  <a:lnTo>
                    <a:pt x="3001063" y="2043627"/>
                  </a:lnTo>
                  <a:lnTo>
                    <a:pt x="3001221" y="2043627"/>
                  </a:lnTo>
                  <a:lnTo>
                    <a:pt x="3001221" y="2043197"/>
                  </a:lnTo>
                  <a:lnTo>
                    <a:pt x="3001378" y="2043197"/>
                  </a:lnTo>
                  <a:lnTo>
                    <a:pt x="3001536" y="2043197"/>
                  </a:lnTo>
                  <a:lnTo>
                    <a:pt x="3001536" y="2042766"/>
                  </a:lnTo>
                  <a:lnTo>
                    <a:pt x="3001694" y="2042766"/>
                  </a:lnTo>
                  <a:lnTo>
                    <a:pt x="3001851" y="2042766"/>
                  </a:lnTo>
                  <a:lnTo>
                    <a:pt x="3002009" y="2042766"/>
                  </a:lnTo>
                  <a:lnTo>
                    <a:pt x="3002009" y="2042335"/>
                  </a:lnTo>
                  <a:lnTo>
                    <a:pt x="3002167" y="2042335"/>
                  </a:lnTo>
                  <a:lnTo>
                    <a:pt x="3002325" y="2042335"/>
                  </a:lnTo>
                  <a:lnTo>
                    <a:pt x="3002482" y="2042335"/>
                  </a:lnTo>
                  <a:lnTo>
                    <a:pt x="3002482" y="2041905"/>
                  </a:lnTo>
                  <a:lnTo>
                    <a:pt x="3002640" y="2041905"/>
                  </a:lnTo>
                  <a:lnTo>
                    <a:pt x="3002798" y="2041905"/>
                  </a:lnTo>
                  <a:lnTo>
                    <a:pt x="3002956" y="2041905"/>
                  </a:lnTo>
                  <a:lnTo>
                    <a:pt x="3003113" y="2041905"/>
                  </a:lnTo>
                  <a:lnTo>
                    <a:pt x="3003113" y="2041474"/>
                  </a:lnTo>
                  <a:lnTo>
                    <a:pt x="3003271" y="2041474"/>
                  </a:lnTo>
                  <a:lnTo>
                    <a:pt x="3003429" y="2041474"/>
                  </a:lnTo>
                  <a:lnTo>
                    <a:pt x="3003429" y="2041044"/>
                  </a:lnTo>
                  <a:lnTo>
                    <a:pt x="3003586" y="2041044"/>
                  </a:lnTo>
                  <a:lnTo>
                    <a:pt x="3003744" y="2041044"/>
                  </a:lnTo>
                  <a:lnTo>
                    <a:pt x="3003744" y="2040613"/>
                  </a:lnTo>
                  <a:lnTo>
                    <a:pt x="3003744" y="2040182"/>
                  </a:lnTo>
                  <a:lnTo>
                    <a:pt x="3003902" y="2040182"/>
                  </a:lnTo>
                  <a:lnTo>
                    <a:pt x="3004060" y="2040182"/>
                  </a:lnTo>
                  <a:lnTo>
                    <a:pt x="3004217" y="2040182"/>
                  </a:lnTo>
                  <a:lnTo>
                    <a:pt x="3004217" y="2039752"/>
                  </a:lnTo>
                  <a:lnTo>
                    <a:pt x="3004375" y="2039752"/>
                  </a:lnTo>
                  <a:lnTo>
                    <a:pt x="3004533" y="2039752"/>
                  </a:lnTo>
                  <a:lnTo>
                    <a:pt x="3004690" y="2039752"/>
                  </a:lnTo>
                  <a:lnTo>
                    <a:pt x="3004690" y="2039321"/>
                  </a:lnTo>
                  <a:lnTo>
                    <a:pt x="3004848" y="2039321"/>
                  </a:lnTo>
                  <a:lnTo>
                    <a:pt x="3004848" y="2038891"/>
                  </a:lnTo>
                  <a:lnTo>
                    <a:pt x="3005006" y="2038891"/>
                  </a:lnTo>
                  <a:lnTo>
                    <a:pt x="3005164" y="2038891"/>
                  </a:lnTo>
                  <a:lnTo>
                    <a:pt x="3005164" y="2038460"/>
                  </a:lnTo>
                  <a:lnTo>
                    <a:pt x="3005321" y="2038460"/>
                  </a:lnTo>
                  <a:lnTo>
                    <a:pt x="3005479" y="2038460"/>
                  </a:lnTo>
                  <a:lnTo>
                    <a:pt x="3005637" y="2038460"/>
                  </a:lnTo>
                  <a:lnTo>
                    <a:pt x="3005794" y="2038460"/>
                  </a:lnTo>
                  <a:lnTo>
                    <a:pt x="3005952" y="2038460"/>
                  </a:lnTo>
                  <a:lnTo>
                    <a:pt x="3006110" y="2038460"/>
                  </a:lnTo>
                  <a:lnTo>
                    <a:pt x="3006268" y="2038460"/>
                  </a:lnTo>
                  <a:lnTo>
                    <a:pt x="3006425" y="2038460"/>
                  </a:lnTo>
                  <a:lnTo>
                    <a:pt x="3006583" y="2038460"/>
                  </a:lnTo>
                  <a:lnTo>
                    <a:pt x="3006583" y="2038029"/>
                  </a:lnTo>
                  <a:lnTo>
                    <a:pt x="3006741" y="2038029"/>
                  </a:lnTo>
                  <a:lnTo>
                    <a:pt x="3006898" y="2038029"/>
                  </a:lnTo>
                  <a:lnTo>
                    <a:pt x="3007056" y="2038029"/>
                  </a:lnTo>
                  <a:lnTo>
                    <a:pt x="3007214" y="2038029"/>
                  </a:lnTo>
                  <a:lnTo>
                    <a:pt x="3007372" y="2038029"/>
                  </a:lnTo>
                  <a:lnTo>
                    <a:pt x="3007529" y="2038029"/>
                  </a:lnTo>
                  <a:lnTo>
                    <a:pt x="3007687" y="2038029"/>
                  </a:lnTo>
                  <a:lnTo>
                    <a:pt x="3007845" y="2038029"/>
                  </a:lnTo>
                  <a:lnTo>
                    <a:pt x="3007845" y="2037599"/>
                  </a:lnTo>
                  <a:lnTo>
                    <a:pt x="3008003" y="2037599"/>
                  </a:lnTo>
                  <a:lnTo>
                    <a:pt x="3008160" y="2037599"/>
                  </a:lnTo>
                  <a:lnTo>
                    <a:pt x="3008160" y="2037168"/>
                  </a:lnTo>
                  <a:lnTo>
                    <a:pt x="3008318" y="2037168"/>
                  </a:lnTo>
                  <a:lnTo>
                    <a:pt x="3008476" y="2037168"/>
                  </a:lnTo>
                  <a:lnTo>
                    <a:pt x="3008633" y="2037168"/>
                  </a:lnTo>
                  <a:lnTo>
                    <a:pt x="3008791" y="2037168"/>
                  </a:lnTo>
                  <a:lnTo>
                    <a:pt x="3008949" y="2037168"/>
                  </a:lnTo>
                  <a:lnTo>
                    <a:pt x="3009107" y="2037168"/>
                  </a:lnTo>
                  <a:lnTo>
                    <a:pt x="3009107" y="2036738"/>
                  </a:lnTo>
                  <a:lnTo>
                    <a:pt x="3009264" y="2036738"/>
                  </a:lnTo>
                  <a:lnTo>
                    <a:pt x="3009422" y="2036738"/>
                  </a:lnTo>
                  <a:lnTo>
                    <a:pt x="3009580" y="2036738"/>
                  </a:lnTo>
                  <a:lnTo>
                    <a:pt x="3009580" y="2036307"/>
                  </a:lnTo>
                  <a:lnTo>
                    <a:pt x="3009737" y="2036307"/>
                  </a:lnTo>
                  <a:lnTo>
                    <a:pt x="3009895" y="2036307"/>
                  </a:lnTo>
                  <a:lnTo>
                    <a:pt x="3009895" y="2035876"/>
                  </a:lnTo>
                  <a:lnTo>
                    <a:pt x="3010053" y="2035876"/>
                  </a:lnTo>
                  <a:lnTo>
                    <a:pt x="3010053" y="2035446"/>
                  </a:lnTo>
                  <a:lnTo>
                    <a:pt x="3010211" y="2035446"/>
                  </a:lnTo>
                  <a:lnTo>
                    <a:pt x="3010368" y="2035446"/>
                  </a:lnTo>
                  <a:lnTo>
                    <a:pt x="3010526" y="2035446"/>
                  </a:lnTo>
                  <a:lnTo>
                    <a:pt x="3010526" y="2035015"/>
                  </a:lnTo>
                  <a:lnTo>
                    <a:pt x="3010684" y="2035015"/>
                  </a:lnTo>
                  <a:lnTo>
                    <a:pt x="3010684" y="2034585"/>
                  </a:lnTo>
                  <a:lnTo>
                    <a:pt x="3010841" y="2034585"/>
                  </a:lnTo>
                  <a:lnTo>
                    <a:pt x="3010841" y="2034154"/>
                  </a:lnTo>
                  <a:lnTo>
                    <a:pt x="3010999" y="2034154"/>
                  </a:lnTo>
                  <a:lnTo>
                    <a:pt x="3011157" y="2034154"/>
                  </a:lnTo>
                  <a:lnTo>
                    <a:pt x="3011157" y="2033723"/>
                  </a:lnTo>
                  <a:lnTo>
                    <a:pt x="3011157" y="2033293"/>
                  </a:lnTo>
                  <a:lnTo>
                    <a:pt x="3011315" y="2033293"/>
                  </a:lnTo>
                  <a:lnTo>
                    <a:pt x="3011472" y="2033293"/>
                  </a:lnTo>
                  <a:lnTo>
                    <a:pt x="3011472" y="2032862"/>
                  </a:lnTo>
                  <a:lnTo>
                    <a:pt x="3011472" y="2032432"/>
                  </a:lnTo>
                  <a:lnTo>
                    <a:pt x="3011630" y="2032432"/>
                  </a:lnTo>
                  <a:lnTo>
                    <a:pt x="3011788" y="2032432"/>
                  </a:lnTo>
                  <a:lnTo>
                    <a:pt x="3011945" y="2032432"/>
                  </a:lnTo>
                  <a:lnTo>
                    <a:pt x="3011945" y="2032001"/>
                  </a:lnTo>
                  <a:lnTo>
                    <a:pt x="3012103" y="2032001"/>
                  </a:lnTo>
                  <a:lnTo>
                    <a:pt x="3012103" y="2031570"/>
                  </a:lnTo>
                  <a:lnTo>
                    <a:pt x="3012261" y="2031570"/>
                  </a:lnTo>
                  <a:lnTo>
                    <a:pt x="3012419" y="2031570"/>
                  </a:lnTo>
                  <a:lnTo>
                    <a:pt x="3012576" y="2031570"/>
                  </a:lnTo>
                  <a:lnTo>
                    <a:pt x="3012734" y="2031570"/>
                  </a:lnTo>
                  <a:lnTo>
                    <a:pt x="3012892" y="2031570"/>
                  </a:lnTo>
                  <a:lnTo>
                    <a:pt x="3013049" y="2031570"/>
                  </a:lnTo>
                  <a:lnTo>
                    <a:pt x="3013049" y="2031140"/>
                  </a:lnTo>
                  <a:lnTo>
                    <a:pt x="3013207" y="2031140"/>
                  </a:lnTo>
                  <a:lnTo>
                    <a:pt x="3013365" y="2031140"/>
                  </a:lnTo>
                  <a:lnTo>
                    <a:pt x="3013523" y="2031140"/>
                  </a:lnTo>
                  <a:lnTo>
                    <a:pt x="3013680" y="2031140"/>
                  </a:lnTo>
                  <a:lnTo>
                    <a:pt x="3013838" y="2031140"/>
                  </a:lnTo>
                  <a:lnTo>
                    <a:pt x="3013996" y="2031140"/>
                  </a:lnTo>
                  <a:lnTo>
                    <a:pt x="3014154" y="2031140"/>
                  </a:lnTo>
                  <a:lnTo>
                    <a:pt x="3014311" y="2031140"/>
                  </a:lnTo>
                  <a:lnTo>
                    <a:pt x="3014311" y="2030709"/>
                  </a:lnTo>
                  <a:lnTo>
                    <a:pt x="3014469" y="2030709"/>
                  </a:lnTo>
                  <a:lnTo>
                    <a:pt x="3014627" y="2030709"/>
                  </a:lnTo>
                  <a:lnTo>
                    <a:pt x="3014784" y="2030709"/>
                  </a:lnTo>
                  <a:lnTo>
                    <a:pt x="3014942" y="2030709"/>
                  </a:lnTo>
                  <a:lnTo>
                    <a:pt x="3014942" y="2030279"/>
                  </a:lnTo>
                  <a:lnTo>
                    <a:pt x="3015100" y="2030279"/>
                  </a:lnTo>
                  <a:lnTo>
                    <a:pt x="3015258" y="2030279"/>
                  </a:lnTo>
                  <a:lnTo>
                    <a:pt x="3015415" y="2030279"/>
                  </a:lnTo>
                  <a:lnTo>
                    <a:pt x="3015573" y="2030279"/>
                  </a:lnTo>
                  <a:lnTo>
                    <a:pt x="3015573" y="2029848"/>
                  </a:lnTo>
                  <a:lnTo>
                    <a:pt x="3015573" y="2029417"/>
                  </a:lnTo>
                  <a:lnTo>
                    <a:pt x="3015731" y="2029417"/>
                  </a:lnTo>
                  <a:lnTo>
                    <a:pt x="3015888" y="2029417"/>
                  </a:lnTo>
                  <a:lnTo>
                    <a:pt x="3016046" y="2029417"/>
                  </a:lnTo>
                  <a:lnTo>
                    <a:pt x="3016046" y="2028987"/>
                  </a:lnTo>
                  <a:lnTo>
                    <a:pt x="3016204" y="2028987"/>
                  </a:lnTo>
                  <a:lnTo>
                    <a:pt x="3016362" y="2028987"/>
                  </a:lnTo>
                  <a:lnTo>
                    <a:pt x="3016519" y="2028987"/>
                  </a:lnTo>
                  <a:lnTo>
                    <a:pt x="3016519" y="2028556"/>
                  </a:lnTo>
                  <a:lnTo>
                    <a:pt x="3016677" y="2028556"/>
                  </a:lnTo>
                  <a:lnTo>
                    <a:pt x="3016835" y="2028556"/>
                  </a:lnTo>
                  <a:lnTo>
                    <a:pt x="3016992" y="2028556"/>
                  </a:lnTo>
                  <a:lnTo>
                    <a:pt x="3017150" y="2028556"/>
                  </a:lnTo>
                  <a:lnTo>
                    <a:pt x="3017308" y="2028556"/>
                  </a:lnTo>
                  <a:lnTo>
                    <a:pt x="3017308" y="2028126"/>
                  </a:lnTo>
                  <a:lnTo>
                    <a:pt x="3017308" y="2027695"/>
                  </a:lnTo>
                  <a:lnTo>
                    <a:pt x="3017308" y="2027264"/>
                  </a:lnTo>
                  <a:lnTo>
                    <a:pt x="3017466" y="2027264"/>
                  </a:lnTo>
                  <a:lnTo>
                    <a:pt x="3017623" y="2027264"/>
                  </a:lnTo>
                  <a:lnTo>
                    <a:pt x="3017781" y="2027264"/>
                  </a:lnTo>
                  <a:lnTo>
                    <a:pt x="3017939" y="2027264"/>
                  </a:lnTo>
                  <a:lnTo>
                    <a:pt x="3018096" y="2027264"/>
                  </a:lnTo>
                  <a:lnTo>
                    <a:pt x="3018254" y="2027264"/>
                  </a:lnTo>
                  <a:lnTo>
                    <a:pt x="3018254" y="2026834"/>
                  </a:lnTo>
                  <a:lnTo>
                    <a:pt x="3018412" y="2026834"/>
                  </a:lnTo>
                  <a:lnTo>
                    <a:pt x="3018570" y="2026834"/>
                  </a:lnTo>
                  <a:lnTo>
                    <a:pt x="3018727" y="2026834"/>
                  </a:lnTo>
                  <a:lnTo>
                    <a:pt x="3018885" y="2026834"/>
                  </a:lnTo>
                  <a:lnTo>
                    <a:pt x="3018885" y="2026403"/>
                  </a:lnTo>
                  <a:lnTo>
                    <a:pt x="3019043" y="2026403"/>
                  </a:lnTo>
                  <a:lnTo>
                    <a:pt x="3019201" y="2026403"/>
                  </a:lnTo>
                  <a:lnTo>
                    <a:pt x="3019358" y="2026403"/>
                  </a:lnTo>
                  <a:lnTo>
                    <a:pt x="3019516" y="2026403"/>
                  </a:lnTo>
                  <a:lnTo>
                    <a:pt x="3019674" y="2026403"/>
                  </a:lnTo>
                  <a:lnTo>
                    <a:pt x="3019831" y="2026403"/>
                  </a:lnTo>
                  <a:lnTo>
                    <a:pt x="3019989" y="2026403"/>
                  </a:lnTo>
                  <a:lnTo>
                    <a:pt x="3020147" y="2026403"/>
                  </a:lnTo>
                  <a:lnTo>
                    <a:pt x="3020305" y="2026403"/>
                  </a:lnTo>
                  <a:lnTo>
                    <a:pt x="3020462" y="2026403"/>
                  </a:lnTo>
                  <a:lnTo>
                    <a:pt x="3020462" y="2025973"/>
                  </a:lnTo>
                  <a:lnTo>
                    <a:pt x="3020620" y="2025973"/>
                  </a:lnTo>
                  <a:lnTo>
                    <a:pt x="3020778" y="2025973"/>
                  </a:lnTo>
                  <a:lnTo>
                    <a:pt x="3020935" y="2025973"/>
                  </a:lnTo>
                  <a:lnTo>
                    <a:pt x="3021093" y="2025973"/>
                  </a:lnTo>
                  <a:lnTo>
                    <a:pt x="3021251" y="2025973"/>
                  </a:lnTo>
                  <a:lnTo>
                    <a:pt x="3021251" y="2025542"/>
                  </a:lnTo>
                  <a:lnTo>
                    <a:pt x="3021251" y="2025111"/>
                  </a:lnTo>
                  <a:lnTo>
                    <a:pt x="3021409" y="2025111"/>
                  </a:lnTo>
                  <a:lnTo>
                    <a:pt x="3021409" y="2024681"/>
                  </a:lnTo>
                  <a:lnTo>
                    <a:pt x="3021566" y="2024681"/>
                  </a:lnTo>
                  <a:lnTo>
                    <a:pt x="3021724" y="2024681"/>
                  </a:lnTo>
                  <a:lnTo>
                    <a:pt x="3021724" y="2024250"/>
                  </a:lnTo>
                  <a:lnTo>
                    <a:pt x="3021882" y="2024250"/>
                  </a:lnTo>
                  <a:lnTo>
                    <a:pt x="3022039" y="2024250"/>
                  </a:lnTo>
                  <a:lnTo>
                    <a:pt x="3022197" y="2024250"/>
                  </a:lnTo>
                  <a:lnTo>
                    <a:pt x="3022355" y="2024250"/>
                  </a:lnTo>
                  <a:lnTo>
                    <a:pt x="3022513" y="2024250"/>
                  </a:lnTo>
                  <a:lnTo>
                    <a:pt x="3022513" y="2023820"/>
                  </a:lnTo>
                  <a:lnTo>
                    <a:pt x="3022670" y="2023820"/>
                  </a:lnTo>
                  <a:lnTo>
                    <a:pt x="3022670" y="2023389"/>
                  </a:lnTo>
                  <a:lnTo>
                    <a:pt x="3022828" y="2023389"/>
                  </a:lnTo>
                  <a:lnTo>
                    <a:pt x="3022986" y="2023389"/>
                  </a:lnTo>
                  <a:lnTo>
                    <a:pt x="3023143" y="2023389"/>
                  </a:lnTo>
                  <a:lnTo>
                    <a:pt x="3023301" y="2023389"/>
                  </a:lnTo>
                  <a:lnTo>
                    <a:pt x="3023459" y="2023389"/>
                  </a:lnTo>
                  <a:lnTo>
                    <a:pt x="3023617" y="2023389"/>
                  </a:lnTo>
                  <a:lnTo>
                    <a:pt x="3023617" y="2022958"/>
                  </a:lnTo>
                  <a:lnTo>
                    <a:pt x="3023774" y="2022958"/>
                  </a:lnTo>
                  <a:lnTo>
                    <a:pt x="3023932" y="2022958"/>
                  </a:lnTo>
                  <a:lnTo>
                    <a:pt x="3024090" y="2022958"/>
                  </a:lnTo>
                  <a:lnTo>
                    <a:pt x="3024247" y="2022958"/>
                  </a:lnTo>
                  <a:lnTo>
                    <a:pt x="3024247" y="2022528"/>
                  </a:lnTo>
                  <a:lnTo>
                    <a:pt x="3024247" y="2022097"/>
                  </a:lnTo>
                  <a:lnTo>
                    <a:pt x="3024247" y="2021667"/>
                  </a:lnTo>
                  <a:lnTo>
                    <a:pt x="3024405" y="2021667"/>
                  </a:lnTo>
                  <a:lnTo>
                    <a:pt x="3024563" y="2021667"/>
                  </a:lnTo>
                  <a:lnTo>
                    <a:pt x="3024721" y="2021667"/>
                  </a:lnTo>
                  <a:lnTo>
                    <a:pt x="3024721" y="2021236"/>
                  </a:lnTo>
                  <a:lnTo>
                    <a:pt x="3024721" y="2020805"/>
                  </a:lnTo>
                  <a:lnTo>
                    <a:pt x="3024878" y="2020805"/>
                  </a:lnTo>
                  <a:lnTo>
                    <a:pt x="3024878" y="2020375"/>
                  </a:lnTo>
                  <a:lnTo>
                    <a:pt x="3024878" y="2019944"/>
                  </a:lnTo>
                  <a:lnTo>
                    <a:pt x="3024878" y="2019514"/>
                  </a:lnTo>
                  <a:lnTo>
                    <a:pt x="3025036" y="2019514"/>
                  </a:lnTo>
                  <a:lnTo>
                    <a:pt x="3025194" y="2019514"/>
                  </a:lnTo>
                  <a:lnTo>
                    <a:pt x="3025352" y="2019514"/>
                  </a:lnTo>
                  <a:lnTo>
                    <a:pt x="3025509" y="2019514"/>
                  </a:lnTo>
                  <a:lnTo>
                    <a:pt x="3025509" y="2019083"/>
                  </a:lnTo>
                  <a:lnTo>
                    <a:pt x="3025667" y="2019083"/>
                  </a:lnTo>
                  <a:lnTo>
                    <a:pt x="3025667" y="2018652"/>
                  </a:lnTo>
                  <a:lnTo>
                    <a:pt x="3025825" y="2018652"/>
                  </a:lnTo>
                  <a:lnTo>
                    <a:pt x="3025982" y="2018652"/>
                  </a:lnTo>
                  <a:lnTo>
                    <a:pt x="3026140" y="2018652"/>
                  </a:lnTo>
                  <a:lnTo>
                    <a:pt x="3026298" y="2018652"/>
                  </a:lnTo>
                  <a:lnTo>
                    <a:pt x="3026456" y="2018652"/>
                  </a:lnTo>
                  <a:lnTo>
                    <a:pt x="3026613" y="2018652"/>
                  </a:lnTo>
                  <a:lnTo>
                    <a:pt x="3026613" y="2018222"/>
                  </a:lnTo>
                  <a:lnTo>
                    <a:pt x="3026771" y="2018222"/>
                  </a:lnTo>
                  <a:lnTo>
                    <a:pt x="3026929" y="2018222"/>
                  </a:lnTo>
                  <a:lnTo>
                    <a:pt x="3027086" y="2018222"/>
                  </a:lnTo>
                  <a:lnTo>
                    <a:pt x="3027244" y="2018222"/>
                  </a:lnTo>
                  <a:lnTo>
                    <a:pt x="3027402" y="2018222"/>
                  </a:lnTo>
                  <a:lnTo>
                    <a:pt x="3027402" y="2017791"/>
                  </a:lnTo>
                  <a:lnTo>
                    <a:pt x="3027560" y="2017791"/>
                  </a:lnTo>
                  <a:lnTo>
                    <a:pt x="3027717" y="2017791"/>
                  </a:lnTo>
                  <a:lnTo>
                    <a:pt x="3027717" y="2017361"/>
                  </a:lnTo>
                  <a:lnTo>
                    <a:pt x="3027875" y="2017361"/>
                  </a:lnTo>
                  <a:lnTo>
                    <a:pt x="3028033" y="2017361"/>
                  </a:lnTo>
                  <a:lnTo>
                    <a:pt x="3028033" y="2016930"/>
                  </a:lnTo>
                  <a:lnTo>
                    <a:pt x="3028190" y="2016930"/>
                  </a:lnTo>
                  <a:lnTo>
                    <a:pt x="3028348" y="2016930"/>
                  </a:lnTo>
                  <a:lnTo>
                    <a:pt x="3028506" y="2016930"/>
                  </a:lnTo>
                  <a:lnTo>
                    <a:pt x="3028506" y="2016499"/>
                  </a:lnTo>
                  <a:lnTo>
                    <a:pt x="3028664" y="2016499"/>
                  </a:lnTo>
                  <a:lnTo>
                    <a:pt x="3028821" y="2016499"/>
                  </a:lnTo>
                  <a:lnTo>
                    <a:pt x="3028821" y="2016069"/>
                  </a:lnTo>
                  <a:lnTo>
                    <a:pt x="3028979" y="2016069"/>
                  </a:lnTo>
                  <a:lnTo>
                    <a:pt x="3029137" y="2016069"/>
                  </a:lnTo>
                  <a:lnTo>
                    <a:pt x="3029294" y="2016069"/>
                  </a:lnTo>
                  <a:lnTo>
                    <a:pt x="3029452" y="2016069"/>
                  </a:lnTo>
                  <a:lnTo>
                    <a:pt x="3029610" y="2016069"/>
                  </a:lnTo>
                  <a:lnTo>
                    <a:pt x="3029610" y="2015638"/>
                  </a:lnTo>
                  <a:lnTo>
                    <a:pt x="3029610" y="2015208"/>
                  </a:lnTo>
                  <a:lnTo>
                    <a:pt x="3029610" y="2014777"/>
                  </a:lnTo>
                  <a:lnTo>
                    <a:pt x="3029768" y="2014777"/>
                  </a:lnTo>
                  <a:lnTo>
                    <a:pt x="3029925" y="2014777"/>
                  </a:lnTo>
                  <a:lnTo>
                    <a:pt x="3030083" y="2014777"/>
                  </a:lnTo>
                  <a:lnTo>
                    <a:pt x="3030241" y="2014777"/>
                  </a:lnTo>
                  <a:lnTo>
                    <a:pt x="3030241" y="2014346"/>
                  </a:lnTo>
                  <a:lnTo>
                    <a:pt x="3030241" y="2013916"/>
                  </a:lnTo>
                  <a:lnTo>
                    <a:pt x="3030398" y="2013916"/>
                  </a:lnTo>
                  <a:lnTo>
                    <a:pt x="3030556" y="2013916"/>
                  </a:lnTo>
                  <a:lnTo>
                    <a:pt x="3030714" y="2013916"/>
                  </a:lnTo>
                  <a:lnTo>
                    <a:pt x="3030872" y="2013916"/>
                  </a:lnTo>
                  <a:lnTo>
                    <a:pt x="3031029" y="2013916"/>
                  </a:lnTo>
                  <a:lnTo>
                    <a:pt x="3031187" y="2013916"/>
                  </a:lnTo>
                  <a:lnTo>
                    <a:pt x="3031345" y="2013916"/>
                  </a:lnTo>
                  <a:lnTo>
                    <a:pt x="3031503" y="2013916"/>
                  </a:lnTo>
                  <a:lnTo>
                    <a:pt x="3031503" y="2013485"/>
                  </a:lnTo>
                  <a:lnTo>
                    <a:pt x="3031660" y="2013485"/>
                  </a:lnTo>
                  <a:lnTo>
                    <a:pt x="3031818" y="2013485"/>
                  </a:lnTo>
                  <a:lnTo>
                    <a:pt x="3031976" y="2013485"/>
                  </a:lnTo>
                  <a:lnTo>
                    <a:pt x="3032133" y="2013485"/>
                  </a:lnTo>
                  <a:lnTo>
                    <a:pt x="3032291" y="2013485"/>
                  </a:lnTo>
                  <a:lnTo>
                    <a:pt x="3032449" y="2013485"/>
                  </a:lnTo>
                  <a:lnTo>
                    <a:pt x="3032449" y="2013055"/>
                  </a:lnTo>
                  <a:lnTo>
                    <a:pt x="3032607" y="2013055"/>
                  </a:lnTo>
                  <a:lnTo>
                    <a:pt x="3032764" y="2013055"/>
                  </a:lnTo>
                  <a:lnTo>
                    <a:pt x="3032922" y="2013055"/>
                  </a:lnTo>
                  <a:lnTo>
                    <a:pt x="3033080" y="2013055"/>
                  </a:lnTo>
                  <a:lnTo>
                    <a:pt x="3033237" y="2013055"/>
                  </a:lnTo>
                  <a:lnTo>
                    <a:pt x="3033395" y="2013055"/>
                  </a:lnTo>
                  <a:lnTo>
                    <a:pt x="3033553" y="2013055"/>
                  </a:lnTo>
                  <a:lnTo>
                    <a:pt x="3033553" y="2012624"/>
                  </a:lnTo>
                  <a:lnTo>
                    <a:pt x="3033711" y="2012624"/>
                  </a:lnTo>
                  <a:lnTo>
                    <a:pt x="3033868" y="2012624"/>
                  </a:lnTo>
                  <a:lnTo>
                    <a:pt x="3034026" y="2012624"/>
                  </a:lnTo>
                  <a:lnTo>
                    <a:pt x="3034184" y="2012624"/>
                  </a:lnTo>
                  <a:lnTo>
                    <a:pt x="3034341" y="2012624"/>
                  </a:lnTo>
                  <a:lnTo>
                    <a:pt x="3034499" y="2012624"/>
                  </a:lnTo>
                  <a:lnTo>
                    <a:pt x="3034499" y="2012193"/>
                  </a:lnTo>
                  <a:lnTo>
                    <a:pt x="3034499" y="2011763"/>
                  </a:lnTo>
                  <a:lnTo>
                    <a:pt x="3034499" y="2011332"/>
                  </a:lnTo>
                  <a:lnTo>
                    <a:pt x="3034499" y="2010902"/>
                  </a:lnTo>
                  <a:lnTo>
                    <a:pt x="3034657" y="2010902"/>
                  </a:lnTo>
                  <a:lnTo>
                    <a:pt x="3034657" y="2010471"/>
                  </a:lnTo>
                  <a:lnTo>
                    <a:pt x="3034815" y="2010471"/>
                  </a:lnTo>
                  <a:lnTo>
                    <a:pt x="3034972" y="2010471"/>
                  </a:lnTo>
                  <a:lnTo>
                    <a:pt x="3035130" y="2010471"/>
                  </a:lnTo>
                  <a:lnTo>
                    <a:pt x="3035130" y="2010040"/>
                  </a:lnTo>
                  <a:lnTo>
                    <a:pt x="3035288" y="2010040"/>
                  </a:lnTo>
                  <a:lnTo>
                    <a:pt x="3035288" y="2009610"/>
                  </a:lnTo>
                  <a:lnTo>
                    <a:pt x="3035445" y="2009610"/>
                  </a:lnTo>
                  <a:lnTo>
                    <a:pt x="3035603" y="2009610"/>
                  </a:lnTo>
                  <a:lnTo>
                    <a:pt x="3035603" y="2009179"/>
                  </a:lnTo>
                  <a:lnTo>
                    <a:pt x="3035603" y="2008749"/>
                  </a:lnTo>
                  <a:lnTo>
                    <a:pt x="3035761" y="2008749"/>
                  </a:lnTo>
                  <a:lnTo>
                    <a:pt x="3035919" y="2008749"/>
                  </a:lnTo>
                  <a:lnTo>
                    <a:pt x="3035919" y="2008318"/>
                  </a:lnTo>
                  <a:lnTo>
                    <a:pt x="3036076" y="2008318"/>
                  </a:lnTo>
                  <a:lnTo>
                    <a:pt x="3036234" y="2008318"/>
                  </a:lnTo>
                  <a:lnTo>
                    <a:pt x="3036234" y="2007887"/>
                  </a:lnTo>
                  <a:lnTo>
                    <a:pt x="3036392" y="2007887"/>
                  </a:lnTo>
                  <a:lnTo>
                    <a:pt x="3036392" y="2007457"/>
                  </a:lnTo>
                  <a:lnTo>
                    <a:pt x="3036550" y="2007457"/>
                  </a:lnTo>
                  <a:lnTo>
                    <a:pt x="3036707" y="2007457"/>
                  </a:lnTo>
                  <a:lnTo>
                    <a:pt x="3036865" y="2007457"/>
                  </a:lnTo>
                  <a:lnTo>
                    <a:pt x="3037023" y="2007457"/>
                  </a:lnTo>
                  <a:lnTo>
                    <a:pt x="3037180" y="2007457"/>
                  </a:lnTo>
                  <a:lnTo>
                    <a:pt x="3037338" y="2007457"/>
                  </a:lnTo>
                  <a:lnTo>
                    <a:pt x="3037496" y="2007457"/>
                  </a:lnTo>
                  <a:lnTo>
                    <a:pt x="3037654" y="2007457"/>
                  </a:lnTo>
                  <a:lnTo>
                    <a:pt x="3037811" y="2007457"/>
                  </a:lnTo>
                  <a:lnTo>
                    <a:pt x="3037969" y="2007457"/>
                  </a:lnTo>
                  <a:lnTo>
                    <a:pt x="3038127" y="2007457"/>
                  </a:lnTo>
                  <a:lnTo>
                    <a:pt x="3038284" y="2007457"/>
                  </a:lnTo>
                  <a:lnTo>
                    <a:pt x="3038442" y="2007457"/>
                  </a:lnTo>
                  <a:lnTo>
                    <a:pt x="3038600" y="2007457"/>
                  </a:lnTo>
                  <a:lnTo>
                    <a:pt x="3038758" y="2007457"/>
                  </a:lnTo>
                  <a:lnTo>
                    <a:pt x="3038915" y="2007457"/>
                  </a:lnTo>
                  <a:lnTo>
                    <a:pt x="3039073" y="2007457"/>
                  </a:lnTo>
                  <a:lnTo>
                    <a:pt x="3039231" y="2007457"/>
                  </a:lnTo>
                  <a:lnTo>
                    <a:pt x="3039231" y="2007026"/>
                  </a:lnTo>
                  <a:lnTo>
                    <a:pt x="3039388" y="2007026"/>
                  </a:lnTo>
                  <a:lnTo>
                    <a:pt x="3039546" y="2007026"/>
                  </a:lnTo>
                  <a:lnTo>
                    <a:pt x="3039704" y="2007026"/>
                  </a:lnTo>
                  <a:lnTo>
                    <a:pt x="3039704" y="2006596"/>
                  </a:lnTo>
                  <a:lnTo>
                    <a:pt x="3039862" y="2006596"/>
                  </a:lnTo>
                  <a:lnTo>
                    <a:pt x="3039862" y="2006165"/>
                  </a:lnTo>
                  <a:lnTo>
                    <a:pt x="3039862" y="2005734"/>
                  </a:lnTo>
                  <a:lnTo>
                    <a:pt x="3040019" y="2005734"/>
                  </a:lnTo>
                  <a:lnTo>
                    <a:pt x="3040177" y="2005734"/>
                  </a:lnTo>
                  <a:lnTo>
                    <a:pt x="3040177" y="2005304"/>
                  </a:lnTo>
                  <a:lnTo>
                    <a:pt x="3040335" y="2005304"/>
                  </a:lnTo>
                  <a:lnTo>
                    <a:pt x="3040492" y="2005304"/>
                  </a:lnTo>
                  <a:lnTo>
                    <a:pt x="3040650" y="2005304"/>
                  </a:lnTo>
                  <a:lnTo>
                    <a:pt x="3040650" y="2004873"/>
                  </a:lnTo>
                  <a:lnTo>
                    <a:pt x="3040808" y="2004873"/>
                  </a:lnTo>
                  <a:lnTo>
                    <a:pt x="3040966" y="2004873"/>
                  </a:lnTo>
                  <a:lnTo>
                    <a:pt x="3041123" y="2004873"/>
                  </a:lnTo>
                  <a:lnTo>
                    <a:pt x="3041281" y="2004873"/>
                  </a:lnTo>
                  <a:lnTo>
                    <a:pt x="3041281" y="2004443"/>
                  </a:lnTo>
                  <a:lnTo>
                    <a:pt x="3041281" y="2004012"/>
                  </a:lnTo>
                  <a:lnTo>
                    <a:pt x="3041439" y="2004012"/>
                  </a:lnTo>
                  <a:lnTo>
                    <a:pt x="3041596" y="2004012"/>
                  </a:lnTo>
                  <a:lnTo>
                    <a:pt x="3041596" y="2003581"/>
                  </a:lnTo>
                  <a:lnTo>
                    <a:pt x="3041754" y="2003581"/>
                  </a:lnTo>
                  <a:lnTo>
                    <a:pt x="3041912" y="2003581"/>
                  </a:lnTo>
                  <a:lnTo>
                    <a:pt x="3041912" y="2003151"/>
                  </a:lnTo>
                  <a:lnTo>
                    <a:pt x="3042070" y="2003151"/>
                  </a:lnTo>
                  <a:lnTo>
                    <a:pt x="3042227" y="2003151"/>
                  </a:lnTo>
                  <a:lnTo>
                    <a:pt x="3042385" y="2003151"/>
                  </a:lnTo>
                  <a:lnTo>
                    <a:pt x="3042543" y="2003151"/>
                  </a:lnTo>
                  <a:lnTo>
                    <a:pt x="3042701" y="2003151"/>
                  </a:lnTo>
                  <a:lnTo>
                    <a:pt x="3042858" y="2003151"/>
                  </a:lnTo>
                  <a:lnTo>
                    <a:pt x="3042858" y="2002720"/>
                  </a:lnTo>
                  <a:lnTo>
                    <a:pt x="3043016" y="2002720"/>
                  </a:lnTo>
                  <a:lnTo>
                    <a:pt x="3043016" y="2002290"/>
                  </a:lnTo>
                  <a:lnTo>
                    <a:pt x="3043016" y="2001859"/>
                  </a:lnTo>
                  <a:lnTo>
                    <a:pt x="3043016" y="2001428"/>
                  </a:lnTo>
                  <a:lnTo>
                    <a:pt x="3043174" y="2001428"/>
                  </a:lnTo>
                  <a:lnTo>
                    <a:pt x="3043331" y="2001428"/>
                  </a:lnTo>
                  <a:lnTo>
                    <a:pt x="3043489" y="2001428"/>
                  </a:lnTo>
                  <a:lnTo>
                    <a:pt x="3043647" y="2001428"/>
                  </a:lnTo>
                  <a:lnTo>
                    <a:pt x="3043805" y="2001428"/>
                  </a:lnTo>
                  <a:lnTo>
                    <a:pt x="3043962" y="2001428"/>
                  </a:lnTo>
                  <a:lnTo>
                    <a:pt x="3044120" y="2001428"/>
                  </a:lnTo>
                  <a:lnTo>
                    <a:pt x="3044278" y="2001428"/>
                  </a:lnTo>
                  <a:lnTo>
                    <a:pt x="3044278" y="2000998"/>
                  </a:lnTo>
                  <a:lnTo>
                    <a:pt x="3044435" y="2000998"/>
                  </a:lnTo>
                  <a:lnTo>
                    <a:pt x="3044593" y="2000998"/>
                  </a:lnTo>
                  <a:lnTo>
                    <a:pt x="3044751" y="2000998"/>
                  </a:lnTo>
                  <a:lnTo>
                    <a:pt x="3044751" y="2000567"/>
                  </a:lnTo>
                  <a:lnTo>
                    <a:pt x="3044909" y="2000567"/>
                  </a:lnTo>
                  <a:lnTo>
                    <a:pt x="3045066" y="2000567"/>
                  </a:lnTo>
                  <a:lnTo>
                    <a:pt x="3045224" y="2000567"/>
                  </a:lnTo>
                  <a:lnTo>
                    <a:pt x="3045382" y="2000567"/>
                  </a:lnTo>
                  <a:lnTo>
                    <a:pt x="3045382" y="2000137"/>
                  </a:lnTo>
                  <a:lnTo>
                    <a:pt x="3045539" y="2000137"/>
                  </a:lnTo>
                  <a:lnTo>
                    <a:pt x="3045697" y="2000137"/>
                  </a:lnTo>
                  <a:lnTo>
                    <a:pt x="3045855" y="2000137"/>
                  </a:lnTo>
                  <a:lnTo>
                    <a:pt x="3046013" y="2000137"/>
                  </a:lnTo>
                  <a:lnTo>
                    <a:pt x="3046170" y="2000137"/>
                  </a:lnTo>
                  <a:lnTo>
                    <a:pt x="3046328" y="2000137"/>
                  </a:lnTo>
                  <a:lnTo>
                    <a:pt x="3046486" y="2000137"/>
                  </a:lnTo>
                  <a:lnTo>
                    <a:pt x="3046643" y="2000137"/>
                  </a:lnTo>
                  <a:lnTo>
                    <a:pt x="3046801" y="2000137"/>
                  </a:lnTo>
                  <a:lnTo>
                    <a:pt x="3046959" y="2000137"/>
                  </a:lnTo>
                  <a:lnTo>
                    <a:pt x="3047117" y="2000137"/>
                  </a:lnTo>
                  <a:lnTo>
                    <a:pt x="3047274" y="2000137"/>
                  </a:lnTo>
                  <a:lnTo>
                    <a:pt x="3047432" y="2000137"/>
                  </a:lnTo>
                  <a:lnTo>
                    <a:pt x="3047590" y="2000137"/>
                  </a:lnTo>
                  <a:lnTo>
                    <a:pt x="3047748" y="2000137"/>
                  </a:lnTo>
                  <a:lnTo>
                    <a:pt x="3047748" y="1999706"/>
                  </a:lnTo>
                  <a:lnTo>
                    <a:pt x="3047905" y="1999706"/>
                  </a:lnTo>
                  <a:lnTo>
                    <a:pt x="3048063" y="1999706"/>
                  </a:lnTo>
                  <a:lnTo>
                    <a:pt x="3048221" y="1999706"/>
                  </a:lnTo>
                  <a:lnTo>
                    <a:pt x="3048378" y="1999706"/>
                  </a:lnTo>
                  <a:lnTo>
                    <a:pt x="3048378" y="1999275"/>
                  </a:lnTo>
                  <a:lnTo>
                    <a:pt x="3048536" y="1999275"/>
                  </a:lnTo>
                  <a:lnTo>
                    <a:pt x="3048694" y="1999275"/>
                  </a:lnTo>
                  <a:lnTo>
                    <a:pt x="3048852" y="1999275"/>
                  </a:lnTo>
                  <a:lnTo>
                    <a:pt x="3048852" y="1998845"/>
                  </a:lnTo>
                  <a:lnTo>
                    <a:pt x="3049009" y="1998845"/>
                  </a:lnTo>
                  <a:lnTo>
                    <a:pt x="3049167" y="1998845"/>
                  </a:lnTo>
                  <a:lnTo>
                    <a:pt x="3049325" y="1998845"/>
                  </a:lnTo>
                  <a:lnTo>
                    <a:pt x="3049482" y="1998845"/>
                  </a:lnTo>
                  <a:lnTo>
                    <a:pt x="3049640" y="1998845"/>
                  </a:lnTo>
                  <a:lnTo>
                    <a:pt x="3049798" y="1998845"/>
                  </a:lnTo>
                  <a:lnTo>
                    <a:pt x="3049956" y="1998845"/>
                  </a:lnTo>
                  <a:lnTo>
                    <a:pt x="3050113" y="1998845"/>
                  </a:lnTo>
                  <a:lnTo>
                    <a:pt x="3050271" y="1998845"/>
                  </a:lnTo>
                  <a:lnTo>
                    <a:pt x="3050429" y="1998845"/>
                  </a:lnTo>
                  <a:lnTo>
                    <a:pt x="3050586" y="1998845"/>
                  </a:lnTo>
                  <a:lnTo>
                    <a:pt x="3050744" y="1998845"/>
                  </a:lnTo>
                  <a:lnTo>
                    <a:pt x="3050902" y="1998845"/>
                  </a:lnTo>
                  <a:lnTo>
                    <a:pt x="3050902" y="1998414"/>
                  </a:lnTo>
                  <a:lnTo>
                    <a:pt x="3051060" y="1998414"/>
                  </a:lnTo>
                  <a:lnTo>
                    <a:pt x="3051217" y="1998414"/>
                  </a:lnTo>
                  <a:lnTo>
                    <a:pt x="3051217" y="1997984"/>
                  </a:lnTo>
                  <a:lnTo>
                    <a:pt x="3051375" y="1997984"/>
                  </a:lnTo>
                  <a:lnTo>
                    <a:pt x="3051533" y="1997984"/>
                  </a:lnTo>
                  <a:lnTo>
                    <a:pt x="3051690" y="1997984"/>
                  </a:lnTo>
                  <a:lnTo>
                    <a:pt x="3051848" y="1997984"/>
                  </a:lnTo>
                  <a:lnTo>
                    <a:pt x="3052006" y="1997984"/>
                  </a:lnTo>
                  <a:lnTo>
                    <a:pt x="3052164" y="1997984"/>
                  </a:lnTo>
                  <a:lnTo>
                    <a:pt x="3052321" y="1997984"/>
                  </a:lnTo>
                  <a:lnTo>
                    <a:pt x="3052479" y="1997984"/>
                  </a:lnTo>
                  <a:lnTo>
                    <a:pt x="3052637" y="1997984"/>
                  </a:lnTo>
                  <a:lnTo>
                    <a:pt x="3052794" y="1997984"/>
                  </a:lnTo>
                  <a:lnTo>
                    <a:pt x="3052952" y="1997984"/>
                  </a:lnTo>
                  <a:lnTo>
                    <a:pt x="3053110" y="1997984"/>
                  </a:lnTo>
                  <a:lnTo>
                    <a:pt x="3053268" y="1997984"/>
                  </a:lnTo>
                  <a:lnTo>
                    <a:pt x="3053425" y="1997984"/>
                  </a:lnTo>
                  <a:lnTo>
                    <a:pt x="3053425" y="1997553"/>
                  </a:lnTo>
                  <a:lnTo>
                    <a:pt x="3053583" y="1997553"/>
                  </a:lnTo>
                  <a:lnTo>
                    <a:pt x="3053741" y="1997553"/>
                  </a:lnTo>
                  <a:lnTo>
                    <a:pt x="3053741" y="1997122"/>
                  </a:lnTo>
                  <a:lnTo>
                    <a:pt x="3053899" y="1997122"/>
                  </a:lnTo>
                  <a:lnTo>
                    <a:pt x="3053899" y="1996692"/>
                  </a:lnTo>
                  <a:lnTo>
                    <a:pt x="3054056" y="1996692"/>
                  </a:lnTo>
                  <a:lnTo>
                    <a:pt x="3054214" y="1996692"/>
                  </a:lnTo>
                  <a:lnTo>
                    <a:pt x="3054214" y="1996261"/>
                  </a:lnTo>
                  <a:lnTo>
                    <a:pt x="3054214" y="1995831"/>
                  </a:lnTo>
                  <a:lnTo>
                    <a:pt x="3054372" y="1995831"/>
                  </a:lnTo>
                  <a:lnTo>
                    <a:pt x="3054529" y="1995831"/>
                  </a:lnTo>
                  <a:lnTo>
                    <a:pt x="3054687" y="1995831"/>
                  </a:lnTo>
                  <a:lnTo>
                    <a:pt x="3054845" y="1995831"/>
                  </a:lnTo>
                  <a:lnTo>
                    <a:pt x="3055003" y="1995831"/>
                  </a:lnTo>
                  <a:lnTo>
                    <a:pt x="3055003" y="1995400"/>
                  </a:lnTo>
                  <a:lnTo>
                    <a:pt x="3055160" y="1995400"/>
                  </a:lnTo>
                  <a:lnTo>
                    <a:pt x="3055318" y="1995400"/>
                  </a:lnTo>
                  <a:lnTo>
                    <a:pt x="3055476" y="1995400"/>
                  </a:lnTo>
                  <a:lnTo>
                    <a:pt x="3055476" y="1994969"/>
                  </a:lnTo>
                  <a:lnTo>
                    <a:pt x="3055476" y="1994539"/>
                  </a:lnTo>
                  <a:lnTo>
                    <a:pt x="3055633" y="1994539"/>
                  </a:lnTo>
                  <a:lnTo>
                    <a:pt x="3055791" y="1994539"/>
                  </a:lnTo>
                  <a:lnTo>
                    <a:pt x="3055791" y="1994108"/>
                  </a:lnTo>
                  <a:lnTo>
                    <a:pt x="3055949" y="1994108"/>
                  </a:lnTo>
                  <a:lnTo>
                    <a:pt x="3055949" y="1993678"/>
                  </a:lnTo>
                  <a:lnTo>
                    <a:pt x="3055949" y="1993247"/>
                  </a:lnTo>
                  <a:lnTo>
                    <a:pt x="3056107" y="1993247"/>
                  </a:lnTo>
                  <a:lnTo>
                    <a:pt x="3056107" y="1992816"/>
                  </a:lnTo>
                  <a:lnTo>
                    <a:pt x="3056264" y="1992816"/>
                  </a:lnTo>
                  <a:lnTo>
                    <a:pt x="3056422" y="1992816"/>
                  </a:lnTo>
                  <a:lnTo>
                    <a:pt x="3056580" y="1992816"/>
                  </a:lnTo>
                  <a:lnTo>
                    <a:pt x="3056580" y="1992386"/>
                  </a:lnTo>
                  <a:lnTo>
                    <a:pt x="3056737" y="1992386"/>
                  </a:lnTo>
                  <a:lnTo>
                    <a:pt x="3056895" y="1992386"/>
                  </a:lnTo>
                  <a:lnTo>
                    <a:pt x="3057053" y="1992386"/>
                  </a:lnTo>
                  <a:lnTo>
                    <a:pt x="3057053" y="1991955"/>
                  </a:lnTo>
                  <a:lnTo>
                    <a:pt x="3057211" y="1991955"/>
                  </a:lnTo>
                  <a:lnTo>
                    <a:pt x="3057368" y="1991955"/>
                  </a:lnTo>
                  <a:lnTo>
                    <a:pt x="3057526" y="1991955"/>
                  </a:lnTo>
                  <a:lnTo>
                    <a:pt x="3057684" y="1991955"/>
                  </a:lnTo>
                  <a:lnTo>
                    <a:pt x="3057684" y="1991525"/>
                  </a:lnTo>
                  <a:lnTo>
                    <a:pt x="3057684" y="1991094"/>
                  </a:lnTo>
                  <a:lnTo>
                    <a:pt x="3057841" y="1991094"/>
                  </a:lnTo>
                  <a:lnTo>
                    <a:pt x="3057999" y="1991094"/>
                  </a:lnTo>
                  <a:lnTo>
                    <a:pt x="3058157" y="1991094"/>
                  </a:lnTo>
                  <a:lnTo>
                    <a:pt x="3058157" y="1990663"/>
                  </a:lnTo>
                  <a:lnTo>
                    <a:pt x="3058315" y="1990663"/>
                  </a:lnTo>
                  <a:lnTo>
                    <a:pt x="3058472" y="1990663"/>
                  </a:lnTo>
                  <a:lnTo>
                    <a:pt x="3058630" y="1990663"/>
                  </a:lnTo>
                  <a:lnTo>
                    <a:pt x="3058788" y="1990663"/>
                  </a:lnTo>
                  <a:lnTo>
                    <a:pt x="3058788" y="1990233"/>
                  </a:lnTo>
                  <a:lnTo>
                    <a:pt x="3058946" y="1990233"/>
                  </a:lnTo>
                  <a:lnTo>
                    <a:pt x="3059103" y="1990233"/>
                  </a:lnTo>
                  <a:lnTo>
                    <a:pt x="3059103" y="1989802"/>
                  </a:lnTo>
                  <a:lnTo>
                    <a:pt x="3059261" y="1989802"/>
                  </a:lnTo>
                  <a:lnTo>
                    <a:pt x="3059419" y="1989802"/>
                  </a:lnTo>
                  <a:lnTo>
                    <a:pt x="3059419" y="1989372"/>
                  </a:lnTo>
                  <a:lnTo>
                    <a:pt x="3059576" y="1989372"/>
                  </a:lnTo>
                  <a:lnTo>
                    <a:pt x="3059734" y="1989372"/>
                  </a:lnTo>
                  <a:lnTo>
                    <a:pt x="3059892" y="1989372"/>
                  </a:lnTo>
                  <a:lnTo>
                    <a:pt x="3060050" y="1989372"/>
                  </a:lnTo>
                  <a:lnTo>
                    <a:pt x="3060207" y="1989372"/>
                  </a:lnTo>
                  <a:lnTo>
                    <a:pt x="3060365" y="1989372"/>
                  </a:lnTo>
                  <a:lnTo>
                    <a:pt x="3060365" y="1988941"/>
                  </a:lnTo>
                  <a:lnTo>
                    <a:pt x="3060365" y="1988510"/>
                  </a:lnTo>
                  <a:lnTo>
                    <a:pt x="3060523" y="1988510"/>
                  </a:lnTo>
                  <a:lnTo>
                    <a:pt x="3060523" y="1988080"/>
                  </a:lnTo>
                  <a:lnTo>
                    <a:pt x="3060680" y="1988080"/>
                  </a:lnTo>
                  <a:lnTo>
                    <a:pt x="3060838" y="1988080"/>
                  </a:lnTo>
                  <a:lnTo>
                    <a:pt x="3060838" y="1987649"/>
                  </a:lnTo>
                  <a:lnTo>
                    <a:pt x="3060996" y="1987649"/>
                  </a:lnTo>
                  <a:lnTo>
                    <a:pt x="3060996" y="1987219"/>
                  </a:lnTo>
                  <a:lnTo>
                    <a:pt x="3061154" y="1987219"/>
                  </a:lnTo>
                  <a:lnTo>
                    <a:pt x="3061311" y="1987219"/>
                  </a:lnTo>
                  <a:lnTo>
                    <a:pt x="3061469" y="1987219"/>
                  </a:lnTo>
                  <a:lnTo>
                    <a:pt x="3061469" y="1986788"/>
                  </a:lnTo>
                  <a:lnTo>
                    <a:pt x="3061627" y="1986788"/>
                  </a:lnTo>
                  <a:lnTo>
                    <a:pt x="3061784" y="1986788"/>
                  </a:lnTo>
                  <a:lnTo>
                    <a:pt x="3061942" y="1986788"/>
                  </a:lnTo>
                  <a:lnTo>
                    <a:pt x="3061942" y="1986357"/>
                  </a:lnTo>
                  <a:lnTo>
                    <a:pt x="3062100" y="1986357"/>
                  </a:lnTo>
                  <a:lnTo>
                    <a:pt x="3062258" y="1986357"/>
                  </a:lnTo>
                  <a:lnTo>
                    <a:pt x="3062415" y="1986357"/>
                  </a:lnTo>
                  <a:lnTo>
                    <a:pt x="3062573" y="1986357"/>
                  </a:lnTo>
                  <a:lnTo>
                    <a:pt x="3062731" y="1986357"/>
                  </a:lnTo>
                  <a:lnTo>
                    <a:pt x="3062888" y="1986357"/>
                  </a:lnTo>
                  <a:lnTo>
                    <a:pt x="3063046" y="1986357"/>
                  </a:lnTo>
                  <a:lnTo>
                    <a:pt x="3063046" y="1985927"/>
                  </a:lnTo>
                  <a:lnTo>
                    <a:pt x="3063204" y="1985927"/>
                  </a:lnTo>
                  <a:lnTo>
                    <a:pt x="3063362" y="1985927"/>
                  </a:lnTo>
                  <a:lnTo>
                    <a:pt x="3063519" y="1985927"/>
                  </a:lnTo>
                  <a:lnTo>
                    <a:pt x="3063519" y="1985496"/>
                  </a:lnTo>
                  <a:lnTo>
                    <a:pt x="3063677" y="1985496"/>
                  </a:lnTo>
                  <a:lnTo>
                    <a:pt x="3063835" y="1985496"/>
                  </a:lnTo>
                  <a:lnTo>
                    <a:pt x="3063835" y="1985066"/>
                  </a:lnTo>
                  <a:lnTo>
                    <a:pt x="3063835" y="1984635"/>
                  </a:lnTo>
                  <a:lnTo>
                    <a:pt x="3063992" y="1984635"/>
                  </a:lnTo>
                  <a:lnTo>
                    <a:pt x="3064150" y="1984635"/>
                  </a:lnTo>
                  <a:lnTo>
                    <a:pt x="3064308" y="1984635"/>
                  </a:lnTo>
                  <a:lnTo>
                    <a:pt x="3064308" y="1984204"/>
                  </a:lnTo>
                  <a:lnTo>
                    <a:pt x="3064466" y="1984204"/>
                  </a:lnTo>
                  <a:lnTo>
                    <a:pt x="3064623" y="1984204"/>
                  </a:lnTo>
                  <a:lnTo>
                    <a:pt x="3064781" y="1984204"/>
                  </a:lnTo>
                  <a:lnTo>
                    <a:pt x="3064939" y="1984204"/>
                  </a:lnTo>
                  <a:lnTo>
                    <a:pt x="3064939" y="1983774"/>
                  </a:lnTo>
                  <a:lnTo>
                    <a:pt x="3064939" y="1983343"/>
                  </a:lnTo>
                  <a:lnTo>
                    <a:pt x="3065097" y="1983343"/>
                  </a:lnTo>
                  <a:lnTo>
                    <a:pt x="3065254" y="1983343"/>
                  </a:lnTo>
                  <a:lnTo>
                    <a:pt x="3065412" y="1983343"/>
                  </a:lnTo>
                  <a:lnTo>
                    <a:pt x="3065412" y="1982913"/>
                  </a:lnTo>
                  <a:lnTo>
                    <a:pt x="3065412" y="1982482"/>
                  </a:lnTo>
                  <a:lnTo>
                    <a:pt x="3065570" y="1982482"/>
                  </a:lnTo>
                  <a:lnTo>
                    <a:pt x="3065727" y="1982482"/>
                  </a:lnTo>
                  <a:lnTo>
                    <a:pt x="3065727" y="1982051"/>
                  </a:lnTo>
                  <a:lnTo>
                    <a:pt x="3065885" y="1982051"/>
                  </a:lnTo>
                  <a:lnTo>
                    <a:pt x="3066043" y="1982051"/>
                  </a:lnTo>
                  <a:lnTo>
                    <a:pt x="3066043" y="1981621"/>
                  </a:lnTo>
                  <a:lnTo>
                    <a:pt x="3066043" y="1981190"/>
                  </a:lnTo>
                  <a:lnTo>
                    <a:pt x="3066043" y="1980760"/>
                  </a:lnTo>
                  <a:lnTo>
                    <a:pt x="3066201" y="1980760"/>
                  </a:lnTo>
                  <a:lnTo>
                    <a:pt x="3066358" y="1980760"/>
                  </a:lnTo>
                  <a:lnTo>
                    <a:pt x="3066516" y="1980760"/>
                  </a:lnTo>
                  <a:lnTo>
                    <a:pt x="3066674" y="1980760"/>
                  </a:lnTo>
                  <a:lnTo>
                    <a:pt x="3066831" y="1980760"/>
                  </a:lnTo>
                  <a:lnTo>
                    <a:pt x="3066831" y="1980329"/>
                  </a:lnTo>
                  <a:lnTo>
                    <a:pt x="3066989" y="1980329"/>
                  </a:lnTo>
                  <a:lnTo>
                    <a:pt x="3067147" y="1980329"/>
                  </a:lnTo>
                  <a:lnTo>
                    <a:pt x="3067305" y="1980329"/>
                  </a:lnTo>
                  <a:lnTo>
                    <a:pt x="3067462" y="1980329"/>
                  </a:lnTo>
                  <a:lnTo>
                    <a:pt x="3067620" y="1980329"/>
                  </a:lnTo>
                  <a:lnTo>
                    <a:pt x="3067778" y="1980329"/>
                  </a:lnTo>
                  <a:lnTo>
                    <a:pt x="3067778" y="1979898"/>
                  </a:lnTo>
                  <a:lnTo>
                    <a:pt x="3067935" y="1979898"/>
                  </a:lnTo>
                  <a:lnTo>
                    <a:pt x="3068093" y="1979898"/>
                  </a:lnTo>
                  <a:lnTo>
                    <a:pt x="3068251" y="1979898"/>
                  </a:lnTo>
                  <a:lnTo>
                    <a:pt x="3068409" y="1979898"/>
                  </a:lnTo>
                  <a:lnTo>
                    <a:pt x="3068409" y="1979468"/>
                  </a:lnTo>
                  <a:lnTo>
                    <a:pt x="3068409" y="1979037"/>
                  </a:lnTo>
                  <a:lnTo>
                    <a:pt x="3068566" y="1979037"/>
                  </a:lnTo>
                  <a:lnTo>
                    <a:pt x="3068724" y="1979037"/>
                  </a:lnTo>
                  <a:lnTo>
                    <a:pt x="3068882" y="1979037"/>
                  </a:lnTo>
                  <a:lnTo>
                    <a:pt x="3069039" y="1979037"/>
                  </a:lnTo>
                  <a:lnTo>
                    <a:pt x="3069039" y="1978607"/>
                  </a:lnTo>
                  <a:lnTo>
                    <a:pt x="3069197" y="1978607"/>
                  </a:lnTo>
                  <a:lnTo>
                    <a:pt x="3069355" y="1978607"/>
                  </a:lnTo>
                  <a:lnTo>
                    <a:pt x="3069513" y="1978607"/>
                  </a:lnTo>
                  <a:lnTo>
                    <a:pt x="3069670" y="1978607"/>
                  </a:lnTo>
                  <a:lnTo>
                    <a:pt x="3069828" y="1978607"/>
                  </a:lnTo>
                  <a:lnTo>
                    <a:pt x="3069828" y="1978176"/>
                  </a:lnTo>
                  <a:lnTo>
                    <a:pt x="3069828" y="1977745"/>
                  </a:lnTo>
                  <a:lnTo>
                    <a:pt x="3069986" y="1977745"/>
                  </a:lnTo>
                  <a:lnTo>
                    <a:pt x="3070144" y="1977745"/>
                  </a:lnTo>
                  <a:lnTo>
                    <a:pt x="3070144" y="1977315"/>
                  </a:lnTo>
                  <a:lnTo>
                    <a:pt x="3070301" y="1977315"/>
                  </a:lnTo>
                  <a:lnTo>
                    <a:pt x="3070301" y="1976884"/>
                  </a:lnTo>
                  <a:lnTo>
                    <a:pt x="3070459" y="1976884"/>
                  </a:lnTo>
                  <a:lnTo>
                    <a:pt x="3070617" y="1976884"/>
                  </a:lnTo>
                  <a:lnTo>
                    <a:pt x="3070774" y="1976884"/>
                  </a:lnTo>
                  <a:lnTo>
                    <a:pt x="3070774" y="1976454"/>
                  </a:lnTo>
                  <a:lnTo>
                    <a:pt x="3070932" y="1976454"/>
                  </a:lnTo>
                  <a:lnTo>
                    <a:pt x="3071090" y="1976454"/>
                  </a:lnTo>
                  <a:lnTo>
                    <a:pt x="3071090" y="1976023"/>
                  </a:lnTo>
                  <a:lnTo>
                    <a:pt x="3071248" y="1976023"/>
                  </a:lnTo>
                  <a:lnTo>
                    <a:pt x="3071248" y="1975592"/>
                  </a:lnTo>
                  <a:lnTo>
                    <a:pt x="3071405" y="1975592"/>
                  </a:lnTo>
                  <a:lnTo>
                    <a:pt x="3071563" y="1975592"/>
                  </a:lnTo>
                  <a:lnTo>
                    <a:pt x="3071721" y="1975592"/>
                  </a:lnTo>
                  <a:lnTo>
                    <a:pt x="3071721" y="1975162"/>
                  </a:lnTo>
                  <a:lnTo>
                    <a:pt x="3071721" y="1974731"/>
                  </a:lnTo>
                  <a:lnTo>
                    <a:pt x="3071878" y="1974731"/>
                  </a:lnTo>
                  <a:lnTo>
                    <a:pt x="3072036" y="1974731"/>
                  </a:lnTo>
                  <a:lnTo>
                    <a:pt x="3072194" y="1974731"/>
                  </a:lnTo>
                  <a:lnTo>
                    <a:pt x="3072352" y="1974731"/>
                  </a:lnTo>
                  <a:lnTo>
                    <a:pt x="3072509" y="1974731"/>
                  </a:lnTo>
                  <a:lnTo>
                    <a:pt x="3072667" y="1974731"/>
                  </a:lnTo>
                  <a:lnTo>
                    <a:pt x="3072825" y="1974731"/>
                  </a:lnTo>
                  <a:lnTo>
                    <a:pt x="3072982" y="1974731"/>
                  </a:lnTo>
                  <a:lnTo>
                    <a:pt x="3073140" y="1974731"/>
                  </a:lnTo>
                  <a:lnTo>
                    <a:pt x="3073140" y="1974301"/>
                  </a:lnTo>
                  <a:lnTo>
                    <a:pt x="3073298" y="1974301"/>
                  </a:lnTo>
                  <a:lnTo>
                    <a:pt x="3073298" y="1973870"/>
                  </a:lnTo>
                  <a:lnTo>
                    <a:pt x="3073456" y="1973870"/>
                  </a:lnTo>
                  <a:lnTo>
                    <a:pt x="3073613" y="1973870"/>
                  </a:lnTo>
                  <a:lnTo>
                    <a:pt x="3073771" y="1973870"/>
                  </a:lnTo>
                  <a:lnTo>
                    <a:pt x="3073929" y="1973870"/>
                  </a:lnTo>
                  <a:lnTo>
                    <a:pt x="3073929" y="1973439"/>
                  </a:lnTo>
                  <a:lnTo>
                    <a:pt x="3074086" y="1973439"/>
                  </a:lnTo>
                  <a:lnTo>
                    <a:pt x="3074244" y="1973439"/>
                  </a:lnTo>
                  <a:lnTo>
                    <a:pt x="3074244" y="1973009"/>
                  </a:lnTo>
                  <a:lnTo>
                    <a:pt x="3074402" y="1973009"/>
                  </a:lnTo>
                  <a:lnTo>
                    <a:pt x="3074560" y="1973009"/>
                  </a:lnTo>
                  <a:lnTo>
                    <a:pt x="3074717" y="1973009"/>
                  </a:lnTo>
                  <a:lnTo>
                    <a:pt x="3074875" y="1973009"/>
                  </a:lnTo>
                  <a:lnTo>
                    <a:pt x="3075033" y="1973009"/>
                  </a:lnTo>
                  <a:lnTo>
                    <a:pt x="3075190" y="1973009"/>
                  </a:lnTo>
                  <a:lnTo>
                    <a:pt x="3075348" y="1973009"/>
                  </a:lnTo>
                  <a:lnTo>
                    <a:pt x="3075506" y="1973009"/>
                  </a:lnTo>
                  <a:lnTo>
                    <a:pt x="3075664" y="1973009"/>
                  </a:lnTo>
                  <a:lnTo>
                    <a:pt x="3075821" y="1973009"/>
                  </a:lnTo>
                  <a:lnTo>
                    <a:pt x="3075979" y="1973009"/>
                  </a:lnTo>
                  <a:lnTo>
                    <a:pt x="3076137" y="1973009"/>
                  </a:lnTo>
                  <a:lnTo>
                    <a:pt x="3076295" y="1973009"/>
                  </a:lnTo>
                  <a:lnTo>
                    <a:pt x="3076452" y="1973009"/>
                  </a:lnTo>
                  <a:lnTo>
                    <a:pt x="3076452" y="1972578"/>
                  </a:lnTo>
                  <a:lnTo>
                    <a:pt x="3076452" y="1972148"/>
                  </a:lnTo>
                  <a:lnTo>
                    <a:pt x="3076610" y="1972148"/>
                  </a:lnTo>
                  <a:lnTo>
                    <a:pt x="3076768" y="1972148"/>
                  </a:lnTo>
                  <a:lnTo>
                    <a:pt x="3076925" y="1972148"/>
                  </a:lnTo>
                  <a:lnTo>
                    <a:pt x="3077083" y="1972148"/>
                  </a:lnTo>
                  <a:lnTo>
                    <a:pt x="3077241" y="1972148"/>
                  </a:lnTo>
                  <a:lnTo>
                    <a:pt x="3077399" y="1972148"/>
                  </a:lnTo>
                  <a:lnTo>
                    <a:pt x="3077556" y="1972148"/>
                  </a:lnTo>
                  <a:lnTo>
                    <a:pt x="3077714" y="1972148"/>
                  </a:lnTo>
                  <a:lnTo>
                    <a:pt x="3077872" y="1972148"/>
                  </a:lnTo>
                  <a:lnTo>
                    <a:pt x="3078029" y="1972148"/>
                  </a:lnTo>
                  <a:lnTo>
                    <a:pt x="3078187" y="1972148"/>
                  </a:lnTo>
                  <a:lnTo>
                    <a:pt x="3078187" y="1971717"/>
                  </a:lnTo>
                  <a:lnTo>
                    <a:pt x="3078345" y="1971717"/>
                  </a:lnTo>
                  <a:lnTo>
                    <a:pt x="3078503" y="1971717"/>
                  </a:lnTo>
                  <a:lnTo>
                    <a:pt x="3078660" y="1971717"/>
                  </a:lnTo>
                  <a:lnTo>
                    <a:pt x="3078660" y="1971286"/>
                  </a:lnTo>
                  <a:lnTo>
                    <a:pt x="3078818" y="1971286"/>
                  </a:lnTo>
                  <a:lnTo>
                    <a:pt x="3078976" y="1971286"/>
                  </a:lnTo>
                  <a:lnTo>
                    <a:pt x="3079133" y="1971286"/>
                  </a:lnTo>
                  <a:lnTo>
                    <a:pt x="3079291" y="1971286"/>
                  </a:lnTo>
                  <a:lnTo>
                    <a:pt x="3079449" y="1971286"/>
                  </a:lnTo>
                  <a:lnTo>
                    <a:pt x="3079607" y="1971286"/>
                  </a:lnTo>
                  <a:lnTo>
                    <a:pt x="3079764" y="1971286"/>
                  </a:lnTo>
                  <a:lnTo>
                    <a:pt x="3079764" y="1970856"/>
                  </a:lnTo>
                  <a:lnTo>
                    <a:pt x="3079764" y="1970425"/>
                  </a:lnTo>
                  <a:lnTo>
                    <a:pt x="3079922" y="1970425"/>
                  </a:lnTo>
                  <a:lnTo>
                    <a:pt x="3080080" y="1970425"/>
                  </a:lnTo>
                  <a:lnTo>
                    <a:pt x="3080237" y="1970425"/>
                  </a:lnTo>
                  <a:lnTo>
                    <a:pt x="3080395" y="1970425"/>
                  </a:lnTo>
                  <a:lnTo>
                    <a:pt x="3080395" y="1969995"/>
                  </a:lnTo>
                  <a:lnTo>
                    <a:pt x="3080553" y="1969995"/>
                  </a:lnTo>
                  <a:lnTo>
                    <a:pt x="3080711" y="1969995"/>
                  </a:lnTo>
                  <a:lnTo>
                    <a:pt x="3080868" y="1969995"/>
                  </a:lnTo>
                  <a:lnTo>
                    <a:pt x="3081026" y="1969995"/>
                  </a:lnTo>
                  <a:lnTo>
                    <a:pt x="3081184" y="1969995"/>
                  </a:lnTo>
                  <a:lnTo>
                    <a:pt x="3081342" y="1969995"/>
                  </a:lnTo>
                  <a:lnTo>
                    <a:pt x="3081499" y="1969995"/>
                  </a:lnTo>
                  <a:lnTo>
                    <a:pt x="3081499" y="1969564"/>
                  </a:lnTo>
                  <a:lnTo>
                    <a:pt x="3081657" y="1969564"/>
                  </a:lnTo>
                  <a:lnTo>
                    <a:pt x="3081815" y="1969564"/>
                  </a:lnTo>
                  <a:lnTo>
                    <a:pt x="3081972" y="1969564"/>
                  </a:lnTo>
                  <a:lnTo>
                    <a:pt x="3082130" y="1969564"/>
                  </a:lnTo>
                  <a:lnTo>
                    <a:pt x="3082288" y="1969564"/>
                  </a:lnTo>
                  <a:lnTo>
                    <a:pt x="3082288" y="1969133"/>
                  </a:lnTo>
                  <a:lnTo>
                    <a:pt x="3082446" y="1969133"/>
                  </a:lnTo>
                  <a:lnTo>
                    <a:pt x="3082603" y="1969133"/>
                  </a:lnTo>
                  <a:lnTo>
                    <a:pt x="3082761" y="1969133"/>
                  </a:lnTo>
                  <a:lnTo>
                    <a:pt x="3082919" y="1969133"/>
                  </a:lnTo>
                  <a:lnTo>
                    <a:pt x="3082919" y="1968703"/>
                  </a:lnTo>
                  <a:lnTo>
                    <a:pt x="3083076" y="1968703"/>
                  </a:lnTo>
                  <a:lnTo>
                    <a:pt x="3083234" y="1968703"/>
                  </a:lnTo>
                  <a:lnTo>
                    <a:pt x="3083234" y="1968272"/>
                  </a:lnTo>
                  <a:lnTo>
                    <a:pt x="3083392" y="1968272"/>
                  </a:lnTo>
                  <a:lnTo>
                    <a:pt x="3083550" y="1968272"/>
                  </a:lnTo>
                  <a:lnTo>
                    <a:pt x="3083707" y="1968272"/>
                  </a:lnTo>
                  <a:lnTo>
                    <a:pt x="3083865" y="1968272"/>
                  </a:lnTo>
                  <a:lnTo>
                    <a:pt x="3084023" y="1968272"/>
                  </a:lnTo>
                  <a:lnTo>
                    <a:pt x="3084180" y="1968272"/>
                  </a:lnTo>
                  <a:lnTo>
                    <a:pt x="3084338" y="1968272"/>
                  </a:lnTo>
                  <a:lnTo>
                    <a:pt x="3084496" y="1968272"/>
                  </a:lnTo>
                  <a:lnTo>
                    <a:pt x="3084654" y="1968272"/>
                  </a:lnTo>
                  <a:lnTo>
                    <a:pt x="3084654" y="1967842"/>
                  </a:lnTo>
                  <a:lnTo>
                    <a:pt x="3084654" y="1967411"/>
                  </a:lnTo>
                  <a:lnTo>
                    <a:pt x="3084811" y="1967411"/>
                  </a:lnTo>
                  <a:lnTo>
                    <a:pt x="3084811" y="1966980"/>
                  </a:lnTo>
                  <a:lnTo>
                    <a:pt x="3084969" y="1966980"/>
                  </a:lnTo>
                  <a:lnTo>
                    <a:pt x="3084969" y="1966550"/>
                  </a:lnTo>
                  <a:lnTo>
                    <a:pt x="3084969" y="1966119"/>
                  </a:lnTo>
                  <a:lnTo>
                    <a:pt x="3085127" y="1966119"/>
                  </a:lnTo>
                  <a:lnTo>
                    <a:pt x="3085284" y="1966119"/>
                  </a:lnTo>
                  <a:lnTo>
                    <a:pt x="3085442" y="1966119"/>
                  </a:lnTo>
                  <a:lnTo>
                    <a:pt x="3085600" y="1966119"/>
                  </a:lnTo>
                  <a:lnTo>
                    <a:pt x="3085600" y="1965689"/>
                  </a:lnTo>
                  <a:lnTo>
                    <a:pt x="3085758" y="1965689"/>
                  </a:lnTo>
                  <a:lnTo>
                    <a:pt x="3085915" y="1965689"/>
                  </a:lnTo>
                  <a:lnTo>
                    <a:pt x="3086073" y="1965689"/>
                  </a:lnTo>
                  <a:lnTo>
                    <a:pt x="3086231" y="1965689"/>
                  </a:lnTo>
                  <a:lnTo>
                    <a:pt x="3086388" y="1965689"/>
                  </a:lnTo>
                  <a:lnTo>
                    <a:pt x="3086546" y="1965689"/>
                  </a:lnTo>
                  <a:lnTo>
                    <a:pt x="3086546" y="1965258"/>
                  </a:lnTo>
                  <a:lnTo>
                    <a:pt x="3086704" y="1965258"/>
                  </a:lnTo>
                  <a:lnTo>
                    <a:pt x="3086704" y="1964827"/>
                  </a:lnTo>
                  <a:lnTo>
                    <a:pt x="3086704" y="1964397"/>
                  </a:lnTo>
                  <a:lnTo>
                    <a:pt x="3086862" y="1964397"/>
                  </a:lnTo>
                  <a:lnTo>
                    <a:pt x="3087019" y="1964397"/>
                  </a:lnTo>
                  <a:lnTo>
                    <a:pt x="3087177" y="1964397"/>
                  </a:lnTo>
                  <a:lnTo>
                    <a:pt x="3087335" y="1964397"/>
                  </a:lnTo>
                  <a:lnTo>
                    <a:pt x="3087493" y="1964397"/>
                  </a:lnTo>
                  <a:lnTo>
                    <a:pt x="3087650" y="1964397"/>
                  </a:lnTo>
                  <a:lnTo>
                    <a:pt x="3087808" y="1964397"/>
                  </a:lnTo>
                  <a:lnTo>
                    <a:pt x="3087966" y="1964397"/>
                  </a:lnTo>
                  <a:lnTo>
                    <a:pt x="3087966" y="1963966"/>
                  </a:lnTo>
                  <a:lnTo>
                    <a:pt x="3088123" y="1963966"/>
                  </a:lnTo>
                  <a:lnTo>
                    <a:pt x="3088281" y="1963966"/>
                  </a:lnTo>
                  <a:lnTo>
                    <a:pt x="3088439" y="1963966"/>
                  </a:lnTo>
                  <a:lnTo>
                    <a:pt x="3088597" y="1963966"/>
                  </a:lnTo>
                  <a:lnTo>
                    <a:pt x="3088754" y="1963966"/>
                  </a:lnTo>
                  <a:lnTo>
                    <a:pt x="3088912" y="1963966"/>
                  </a:lnTo>
                  <a:lnTo>
                    <a:pt x="3089070" y="1963966"/>
                  </a:lnTo>
                  <a:lnTo>
                    <a:pt x="3089227" y="1963966"/>
                  </a:lnTo>
                  <a:lnTo>
                    <a:pt x="3089385" y="1963966"/>
                  </a:lnTo>
                  <a:lnTo>
                    <a:pt x="3089385" y="1963536"/>
                  </a:lnTo>
                  <a:lnTo>
                    <a:pt x="3089385" y="1963105"/>
                  </a:lnTo>
                  <a:lnTo>
                    <a:pt x="3089385" y="1962674"/>
                  </a:lnTo>
                  <a:lnTo>
                    <a:pt x="3089543" y="1962674"/>
                  </a:lnTo>
                  <a:lnTo>
                    <a:pt x="3089543" y="1962244"/>
                  </a:lnTo>
                  <a:lnTo>
                    <a:pt x="3089701" y="1962244"/>
                  </a:lnTo>
                  <a:lnTo>
                    <a:pt x="3089858" y="1962244"/>
                  </a:lnTo>
                  <a:lnTo>
                    <a:pt x="3090016" y="1962244"/>
                  </a:lnTo>
                  <a:lnTo>
                    <a:pt x="3090174" y="1962244"/>
                  </a:lnTo>
                  <a:lnTo>
                    <a:pt x="3090174" y="1961813"/>
                  </a:lnTo>
                  <a:lnTo>
                    <a:pt x="3090331" y="1961813"/>
                  </a:lnTo>
                  <a:lnTo>
                    <a:pt x="3090489" y="1961813"/>
                  </a:lnTo>
                  <a:lnTo>
                    <a:pt x="3090647" y="1961813"/>
                  </a:lnTo>
                  <a:lnTo>
                    <a:pt x="3090805" y="1961813"/>
                  </a:lnTo>
                  <a:lnTo>
                    <a:pt x="3090962" y="1961813"/>
                  </a:lnTo>
                  <a:lnTo>
                    <a:pt x="3091120" y="1961813"/>
                  </a:lnTo>
                  <a:lnTo>
                    <a:pt x="3091278" y="1961813"/>
                  </a:lnTo>
                  <a:lnTo>
                    <a:pt x="3091435" y="1961813"/>
                  </a:lnTo>
                  <a:lnTo>
                    <a:pt x="3091435" y="1961383"/>
                  </a:lnTo>
                  <a:lnTo>
                    <a:pt x="3091593" y="1961383"/>
                  </a:lnTo>
                  <a:lnTo>
                    <a:pt x="3091751" y="1961383"/>
                  </a:lnTo>
                  <a:lnTo>
                    <a:pt x="3091909" y="1961383"/>
                  </a:lnTo>
                  <a:lnTo>
                    <a:pt x="3092066" y="1961383"/>
                  </a:lnTo>
                  <a:lnTo>
                    <a:pt x="3092224" y="1961383"/>
                  </a:lnTo>
                  <a:lnTo>
                    <a:pt x="3092382" y="1961383"/>
                  </a:lnTo>
                  <a:lnTo>
                    <a:pt x="3092539" y="1961383"/>
                  </a:lnTo>
                  <a:lnTo>
                    <a:pt x="3092697" y="1961383"/>
                  </a:lnTo>
                  <a:lnTo>
                    <a:pt x="3092855" y="1961383"/>
                  </a:lnTo>
                  <a:lnTo>
                    <a:pt x="3093013" y="1961383"/>
                  </a:lnTo>
                  <a:lnTo>
                    <a:pt x="3093170" y="1961383"/>
                  </a:lnTo>
                  <a:lnTo>
                    <a:pt x="3093328" y="1961383"/>
                  </a:lnTo>
                  <a:lnTo>
                    <a:pt x="3093486" y="1961383"/>
                  </a:lnTo>
                  <a:lnTo>
                    <a:pt x="3093644" y="1961383"/>
                  </a:lnTo>
                  <a:lnTo>
                    <a:pt x="3093801" y="1961383"/>
                  </a:lnTo>
                  <a:lnTo>
                    <a:pt x="3093959" y="1961383"/>
                  </a:lnTo>
                  <a:lnTo>
                    <a:pt x="3094117" y="1961383"/>
                  </a:lnTo>
                  <a:lnTo>
                    <a:pt x="3094117" y="1960952"/>
                  </a:lnTo>
                  <a:lnTo>
                    <a:pt x="3094274" y="1960952"/>
                  </a:lnTo>
                  <a:lnTo>
                    <a:pt x="3094432" y="1960952"/>
                  </a:lnTo>
                  <a:lnTo>
                    <a:pt x="3094432" y="1960521"/>
                  </a:lnTo>
                  <a:lnTo>
                    <a:pt x="3094590" y="1960521"/>
                  </a:lnTo>
                  <a:lnTo>
                    <a:pt x="3094748" y="1960521"/>
                  </a:lnTo>
                  <a:lnTo>
                    <a:pt x="3094748" y="1960091"/>
                  </a:lnTo>
                  <a:lnTo>
                    <a:pt x="3094905" y="1960091"/>
                  </a:lnTo>
                  <a:lnTo>
                    <a:pt x="3095063" y="1960091"/>
                  </a:lnTo>
                  <a:lnTo>
                    <a:pt x="3095063" y="1959660"/>
                  </a:lnTo>
                  <a:lnTo>
                    <a:pt x="3095221" y="1959660"/>
                  </a:lnTo>
                  <a:lnTo>
                    <a:pt x="3095378" y="1959660"/>
                  </a:lnTo>
                  <a:lnTo>
                    <a:pt x="3095378" y="1959230"/>
                  </a:lnTo>
                  <a:lnTo>
                    <a:pt x="3095378" y="1958799"/>
                  </a:lnTo>
                  <a:lnTo>
                    <a:pt x="3095378" y="1958368"/>
                  </a:lnTo>
                  <a:lnTo>
                    <a:pt x="3095378" y="1957938"/>
                  </a:lnTo>
                  <a:lnTo>
                    <a:pt x="3095378" y="1957507"/>
                  </a:lnTo>
                  <a:lnTo>
                    <a:pt x="3095536" y="1957507"/>
                  </a:lnTo>
                  <a:lnTo>
                    <a:pt x="3095694" y="1957507"/>
                  </a:lnTo>
                  <a:lnTo>
                    <a:pt x="3095852" y="1957507"/>
                  </a:lnTo>
                  <a:lnTo>
                    <a:pt x="3096009" y="1957507"/>
                  </a:lnTo>
                  <a:lnTo>
                    <a:pt x="3096167" y="1957507"/>
                  </a:lnTo>
                  <a:lnTo>
                    <a:pt x="3096325" y="1957507"/>
                  </a:lnTo>
                  <a:lnTo>
                    <a:pt x="3096325" y="1957077"/>
                  </a:lnTo>
                  <a:lnTo>
                    <a:pt x="3096482" y="1957077"/>
                  </a:lnTo>
                  <a:lnTo>
                    <a:pt x="3096640" y="1957077"/>
                  </a:lnTo>
                  <a:lnTo>
                    <a:pt x="3096798" y="1957077"/>
                  </a:lnTo>
                  <a:lnTo>
                    <a:pt x="3096956" y="1957077"/>
                  </a:lnTo>
                  <a:lnTo>
                    <a:pt x="3097113" y="1957077"/>
                  </a:lnTo>
                  <a:lnTo>
                    <a:pt x="3097113" y="1956646"/>
                  </a:lnTo>
                  <a:lnTo>
                    <a:pt x="3097271" y="1956646"/>
                  </a:lnTo>
                  <a:lnTo>
                    <a:pt x="3097429" y="1956646"/>
                  </a:lnTo>
                  <a:lnTo>
                    <a:pt x="3097586" y="1956646"/>
                  </a:lnTo>
                  <a:lnTo>
                    <a:pt x="3097586" y="1956215"/>
                  </a:lnTo>
                  <a:lnTo>
                    <a:pt x="3097744" y="1956215"/>
                  </a:lnTo>
                  <a:lnTo>
                    <a:pt x="3097744" y="1955785"/>
                  </a:lnTo>
                  <a:lnTo>
                    <a:pt x="3097902" y="1955785"/>
                  </a:lnTo>
                  <a:lnTo>
                    <a:pt x="3098060" y="1955785"/>
                  </a:lnTo>
                  <a:lnTo>
                    <a:pt x="3098217" y="1955785"/>
                  </a:lnTo>
                  <a:lnTo>
                    <a:pt x="3098375" y="1955785"/>
                  </a:lnTo>
                  <a:lnTo>
                    <a:pt x="3098375" y="1955354"/>
                  </a:lnTo>
                  <a:lnTo>
                    <a:pt x="3098533" y="1955354"/>
                  </a:lnTo>
                  <a:lnTo>
                    <a:pt x="3098691" y="1955354"/>
                  </a:lnTo>
                  <a:lnTo>
                    <a:pt x="3098848" y="1955354"/>
                  </a:lnTo>
                  <a:lnTo>
                    <a:pt x="3099006" y="1955354"/>
                  </a:lnTo>
                  <a:lnTo>
                    <a:pt x="3099164" y="1955354"/>
                  </a:lnTo>
                  <a:lnTo>
                    <a:pt x="3099321" y="1955354"/>
                  </a:lnTo>
                  <a:lnTo>
                    <a:pt x="3099479" y="1955354"/>
                  </a:lnTo>
                  <a:lnTo>
                    <a:pt x="3099637" y="1955354"/>
                  </a:lnTo>
                  <a:lnTo>
                    <a:pt x="3099795" y="1955354"/>
                  </a:lnTo>
                  <a:lnTo>
                    <a:pt x="3099952" y="1955354"/>
                  </a:lnTo>
                  <a:lnTo>
                    <a:pt x="3100110" y="1955354"/>
                  </a:lnTo>
                  <a:lnTo>
                    <a:pt x="3100268" y="1955354"/>
                  </a:lnTo>
                  <a:lnTo>
                    <a:pt x="3100268" y="1954924"/>
                  </a:lnTo>
                  <a:lnTo>
                    <a:pt x="3100425" y="1954924"/>
                  </a:lnTo>
                  <a:lnTo>
                    <a:pt x="3100583" y="1954924"/>
                  </a:lnTo>
                  <a:lnTo>
                    <a:pt x="3100741" y="1954924"/>
                  </a:lnTo>
                  <a:lnTo>
                    <a:pt x="3100899" y="1954924"/>
                  </a:lnTo>
                  <a:lnTo>
                    <a:pt x="3101056" y="1954924"/>
                  </a:lnTo>
                  <a:lnTo>
                    <a:pt x="3101056" y="1954493"/>
                  </a:lnTo>
                  <a:lnTo>
                    <a:pt x="3101214" y="1954493"/>
                  </a:lnTo>
                  <a:lnTo>
                    <a:pt x="3101372" y="1954493"/>
                  </a:lnTo>
                  <a:lnTo>
                    <a:pt x="3101529" y="1954493"/>
                  </a:lnTo>
                  <a:lnTo>
                    <a:pt x="3101687" y="1954493"/>
                  </a:lnTo>
                  <a:lnTo>
                    <a:pt x="3101845" y="1954493"/>
                  </a:lnTo>
                  <a:lnTo>
                    <a:pt x="3101845" y="1954062"/>
                  </a:lnTo>
                  <a:lnTo>
                    <a:pt x="3102003" y="1954062"/>
                  </a:lnTo>
                  <a:lnTo>
                    <a:pt x="3102160" y="1954062"/>
                  </a:lnTo>
                  <a:lnTo>
                    <a:pt x="3102318" y="1954062"/>
                  </a:lnTo>
                  <a:lnTo>
                    <a:pt x="3102476" y="1954062"/>
                  </a:lnTo>
                  <a:lnTo>
                    <a:pt x="3102633" y="1954062"/>
                  </a:lnTo>
                  <a:lnTo>
                    <a:pt x="3102791" y="1954062"/>
                  </a:lnTo>
                  <a:lnTo>
                    <a:pt x="3102791" y="1953632"/>
                  </a:lnTo>
                  <a:lnTo>
                    <a:pt x="3102949" y="1953632"/>
                  </a:lnTo>
                  <a:lnTo>
                    <a:pt x="3102949" y="1953201"/>
                  </a:lnTo>
                  <a:lnTo>
                    <a:pt x="3103107" y="1953201"/>
                  </a:lnTo>
                  <a:lnTo>
                    <a:pt x="3103264" y="1953201"/>
                  </a:lnTo>
                  <a:lnTo>
                    <a:pt x="3103264" y="1952771"/>
                  </a:lnTo>
                  <a:lnTo>
                    <a:pt x="3103422" y="1952771"/>
                  </a:lnTo>
                  <a:lnTo>
                    <a:pt x="3103580" y="1952771"/>
                  </a:lnTo>
                  <a:lnTo>
                    <a:pt x="3103737" y="1952771"/>
                  </a:lnTo>
                  <a:lnTo>
                    <a:pt x="3103895" y="1952771"/>
                  </a:lnTo>
                  <a:lnTo>
                    <a:pt x="3104053" y="1952771"/>
                  </a:lnTo>
                  <a:lnTo>
                    <a:pt x="3104211" y="1952771"/>
                  </a:lnTo>
                  <a:lnTo>
                    <a:pt x="3104368" y="1952771"/>
                  </a:lnTo>
                  <a:lnTo>
                    <a:pt x="3104526" y="1952771"/>
                  </a:lnTo>
                  <a:lnTo>
                    <a:pt x="3104684" y="1952771"/>
                  </a:lnTo>
                  <a:lnTo>
                    <a:pt x="3104684" y="1952340"/>
                  </a:lnTo>
                  <a:lnTo>
                    <a:pt x="3104684" y="1951909"/>
                  </a:lnTo>
                  <a:lnTo>
                    <a:pt x="3104842" y="1951909"/>
                  </a:lnTo>
                  <a:lnTo>
                    <a:pt x="3104842" y="1951479"/>
                  </a:lnTo>
                  <a:lnTo>
                    <a:pt x="3104999" y="1951479"/>
                  </a:lnTo>
                  <a:lnTo>
                    <a:pt x="3105157" y="1951479"/>
                  </a:lnTo>
                  <a:lnTo>
                    <a:pt x="3105315" y="1951479"/>
                  </a:lnTo>
                  <a:lnTo>
                    <a:pt x="3105315" y="1951048"/>
                  </a:lnTo>
                  <a:lnTo>
                    <a:pt x="3105315" y="1950618"/>
                  </a:lnTo>
                  <a:lnTo>
                    <a:pt x="3105472" y="1950618"/>
                  </a:lnTo>
                  <a:lnTo>
                    <a:pt x="3105472" y="1950187"/>
                  </a:lnTo>
                  <a:lnTo>
                    <a:pt x="3105630" y="1950187"/>
                  </a:lnTo>
                  <a:lnTo>
                    <a:pt x="3105788" y="1950187"/>
                  </a:lnTo>
                  <a:lnTo>
                    <a:pt x="3105946" y="1950187"/>
                  </a:lnTo>
                  <a:lnTo>
                    <a:pt x="3106103" y="1950187"/>
                  </a:lnTo>
                  <a:lnTo>
                    <a:pt x="3106261" y="1950187"/>
                  </a:lnTo>
                  <a:lnTo>
                    <a:pt x="3106419" y="1950187"/>
                  </a:lnTo>
                  <a:lnTo>
                    <a:pt x="3106576" y="1950187"/>
                  </a:lnTo>
                  <a:lnTo>
                    <a:pt x="3106734" y="1950187"/>
                  </a:lnTo>
                  <a:lnTo>
                    <a:pt x="3106892" y="1950187"/>
                  </a:lnTo>
                  <a:lnTo>
                    <a:pt x="3107050" y="1950187"/>
                  </a:lnTo>
                  <a:lnTo>
                    <a:pt x="3107207" y="1950187"/>
                  </a:lnTo>
                  <a:lnTo>
                    <a:pt x="3107365" y="1950187"/>
                  </a:lnTo>
                  <a:lnTo>
                    <a:pt x="3107523" y="1950187"/>
                  </a:lnTo>
                  <a:lnTo>
                    <a:pt x="3107680" y="1950187"/>
                  </a:lnTo>
                  <a:lnTo>
                    <a:pt x="3107680" y="1949756"/>
                  </a:lnTo>
                  <a:lnTo>
                    <a:pt x="3107838" y="1949756"/>
                  </a:lnTo>
                  <a:lnTo>
                    <a:pt x="3107996" y="1949756"/>
                  </a:lnTo>
                  <a:lnTo>
                    <a:pt x="3108154" y="1949756"/>
                  </a:lnTo>
                  <a:lnTo>
                    <a:pt x="3108311" y="1949756"/>
                  </a:lnTo>
                  <a:lnTo>
                    <a:pt x="3108469" y="1949756"/>
                  </a:lnTo>
                  <a:lnTo>
                    <a:pt x="3108627" y="1949756"/>
                  </a:lnTo>
                  <a:lnTo>
                    <a:pt x="3108784" y="1949756"/>
                  </a:lnTo>
                  <a:lnTo>
                    <a:pt x="3108942" y="1949756"/>
                  </a:lnTo>
                  <a:lnTo>
                    <a:pt x="3109100" y="1949756"/>
                  </a:lnTo>
                  <a:lnTo>
                    <a:pt x="3109100" y="1949326"/>
                  </a:lnTo>
                  <a:lnTo>
                    <a:pt x="3109258" y="1949326"/>
                  </a:lnTo>
                  <a:lnTo>
                    <a:pt x="3109415" y="1949326"/>
                  </a:lnTo>
                  <a:lnTo>
                    <a:pt x="3109573" y="1949326"/>
                  </a:lnTo>
                  <a:lnTo>
                    <a:pt x="3109731" y="1949326"/>
                  </a:lnTo>
                  <a:lnTo>
                    <a:pt x="3109889" y="1949326"/>
                  </a:lnTo>
                  <a:lnTo>
                    <a:pt x="3110046" y="1949326"/>
                  </a:lnTo>
                  <a:lnTo>
                    <a:pt x="3110204" y="1949326"/>
                  </a:lnTo>
                  <a:lnTo>
                    <a:pt x="3110204" y="1948895"/>
                  </a:lnTo>
                  <a:lnTo>
                    <a:pt x="3110204" y="1948465"/>
                  </a:lnTo>
                  <a:lnTo>
                    <a:pt x="3110362" y="1948465"/>
                  </a:lnTo>
                  <a:lnTo>
                    <a:pt x="3110519" y="1948465"/>
                  </a:lnTo>
                  <a:lnTo>
                    <a:pt x="3110677" y="1948465"/>
                  </a:lnTo>
                  <a:lnTo>
                    <a:pt x="3110677" y="1948034"/>
                  </a:lnTo>
                  <a:lnTo>
                    <a:pt x="3110677" y="1947603"/>
                  </a:lnTo>
                  <a:lnTo>
                    <a:pt x="3110835" y="1947603"/>
                  </a:lnTo>
                  <a:lnTo>
                    <a:pt x="3110993" y="1947603"/>
                  </a:lnTo>
                  <a:lnTo>
                    <a:pt x="3110993" y="1947173"/>
                  </a:lnTo>
                  <a:lnTo>
                    <a:pt x="3111150" y="1947173"/>
                  </a:lnTo>
                  <a:lnTo>
                    <a:pt x="3111308" y="1947173"/>
                  </a:lnTo>
                  <a:lnTo>
                    <a:pt x="3111466" y="1947173"/>
                  </a:lnTo>
                  <a:lnTo>
                    <a:pt x="3111623" y="1947173"/>
                  </a:lnTo>
                  <a:lnTo>
                    <a:pt x="3111623" y="1946742"/>
                  </a:lnTo>
                  <a:lnTo>
                    <a:pt x="3111781" y="1946742"/>
                  </a:lnTo>
                  <a:lnTo>
                    <a:pt x="3111939" y="1946742"/>
                  </a:lnTo>
                  <a:lnTo>
                    <a:pt x="3112097" y="1946742"/>
                  </a:lnTo>
                  <a:lnTo>
                    <a:pt x="3112254" y="1946742"/>
                  </a:lnTo>
                  <a:lnTo>
                    <a:pt x="3112254" y="1946312"/>
                  </a:lnTo>
                  <a:lnTo>
                    <a:pt x="3112412" y="1946312"/>
                  </a:lnTo>
                  <a:lnTo>
                    <a:pt x="3112412" y="1945881"/>
                  </a:lnTo>
                  <a:lnTo>
                    <a:pt x="3112412" y="1945450"/>
                  </a:lnTo>
                  <a:lnTo>
                    <a:pt x="3112570" y="1945450"/>
                  </a:lnTo>
                  <a:lnTo>
                    <a:pt x="3112727" y="1945450"/>
                  </a:lnTo>
                  <a:lnTo>
                    <a:pt x="3112885" y="1945450"/>
                  </a:lnTo>
                  <a:lnTo>
                    <a:pt x="3113043" y="1945450"/>
                  </a:lnTo>
                  <a:lnTo>
                    <a:pt x="3113201" y="1945450"/>
                  </a:lnTo>
                  <a:lnTo>
                    <a:pt x="3113201" y="1945020"/>
                  </a:lnTo>
                  <a:lnTo>
                    <a:pt x="3113201" y="1944589"/>
                  </a:lnTo>
                  <a:lnTo>
                    <a:pt x="3113358" y="1944589"/>
                  </a:lnTo>
                  <a:lnTo>
                    <a:pt x="3113358" y="1944159"/>
                  </a:lnTo>
                  <a:lnTo>
                    <a:pt x="3113516" y="1944159"/>
                  </a:lnTo>
                  <a:lnTo>
                    <a:pt x="3113674" y="1944159"/>
                  </a:lnTo>
                  <a:lnTo>
                    <a:pt x="3113831" y="1944159"/>
                  </a:lnTo>
                  <a:lnTo>
                    <a:pt x="3113831" y="1943728"/>
                  </a:lnTo>
                  <a:lnTo>
                    <a:pt x="3113831" y="1943297"/>
                  </a:lnTo>
                  <a:lnTo>
                    <a:pt x="3113989" y="1943297"/>
                  </a:lnTo>
                  <a:lnTo>
                    <a:pt x="3114147" y="1943297"/>
                  </a:lnTo>
                  <a:lnTo>
                    <a:pt x="3114305" y="1943297"/>
                  </a:lnTo>
                  <a:lnTo>
                    <a:pt x="3114305" y="1942867"/>
                  </a:lnTo>
                  <a:lnTo>
                    <a:pt x="3114305" y="1942436"/>
                  </a:lnTo>
                  <a:lnTo>
                    <a:pt x="3114305" y="1942006"/>
                  </a:lnTo>
                  <a:lnTo>
                    <a:pt x="3114462" y="1942006"/>
                  </a:lnTo>
                  <a:lnTo>
                    <a:pt x="3114620" y="1942006"/>
                  </a:lnTo>
                  <a:lnTo>
                    <a:pt x="3114620" y="1941575"/>
                  </a:lnTo>
                  <a:lnTo>
                    <a:pt x="3114620" y="1941144"/>
                  </a:lnTo>
                  <a:lnTo>
                    <a:pt x="3114778" y="1941144"/>
                  </a:lnTo>
                  <a:lnTo>
                    <a:pt x="3114778" y="1940714"/>
                  </a:lnTo>
                  <a:lnTo>
                    <a:pt x="3114935" y="1940714"/>
                  </a:lnTo>
                  <a:lnTo>
                    <a:pt x="3115093" y="1940714"/>
                  </a:lnTo>
                  <a:lnTo>
                    <a:pt x="3115251" y="1940714"/>
                  </a:lnTo>
                  <a:lnTo>
                    <a:pt x="3115409" y="1940714"/>
                  </a:lnTo>
                  <a:lnTo>
                    <a:pt x="3115566" y="1940714"/>
                  </a:lnTo>
                  <a:lnTo>
                    <a:pt x="3115724" y="1940714"/>
                  </a:lnTo>
                  <a:lnTo>
                    <a:pt x="3115882" y="1940714"/>
                  </a:lnTo>
                  <a:lnTo>
                    <a:pt x="3115882" y="1940283"/>
                  </a:lnTo>
                  <a:lnTo>
                    <a:pt x="3116040" y="1940283"/>
                  </a:lnTo>
                  <a:lnTo>
                    <a:pt x="3116040" y="1939853"/>
                  </a:lnTo>
                  <a:lnTo>
                    <a:pt x="3116197" y="1939853"/>
                  </a:lnTo>
                  <a:lnTo>
                    <a:pt x="3116355" y="1939853"/>
                  </a:lnTo>
                  <a:lnTo>
                    <a:pt x="3116513" y="1939853"/>
                  </a:lnTo>
                  <a:lnTo>
                    <a:pt x="3116670" y="1939853"/>
                  </a:lnTo>
                  <a:lnTo>
                    <a:pt x="3116828" y="1939853"/>
                  </a:lnTo>
                  <a:lnTo>
                    <a:pt x="3116986" y="1939853"/>
                  </a:lnTo>
                  <a:lnTo>
                    <a:pt x="3117144" y="1939853"/>
                  </a:lnTo>
                  <a:lnTo>
                    <a:pt x="3117144" y="1939422"/>
                  </a:lnTo>
                  <a:lnTo>
                    <a:pt x="3117301" y="1939422"/>
                  </a:lnTo>
                  <a:lnTo>
                    <a:pt x="3117459" y="1939422"/>
                  </a:lnTo>
                  <a:lnTo>
                    <a:pt x="3117617" y="1939422"/>
                  </a:lnTo>
                  <a:lnTo>
                    <a:pt x="3117774" y="1939422"/>
                  </a:lnTo>
                  <a:lnTo>
                    <a:pt x="3117932" y="1939422"/>
                  </a:lnTo>
                  <a:lnTo>
                    <a:pt x="3118090" y="1939422"/>
                  </a:lnTo>
                  <a:lnTo>
                    <a:pt x="3118090" y="1938991"/>
                  </a:lnTo>
                  <a:lnTo>
                    <a:pt x="3118248" y="1938991"/>
                  </a:lnTo>
                  <a:lnTo>
                    <a:pt x="3118248" y="1938561"/>
                  </a:lnTo>
                  <a:lnTo>
                    <a:pt x="3118248" y="1938130"/>
                  </a:lnTo>
                  <a:lnTo>
                    <a:pt x="3118405" y="1938130"/>
                  </a:lnTo>
                  <a:lnTo>
                    <a:pt x="3118563" y="1938130"/>
                  </a:lnTo>
                  <a:lnTo>
                    <a:pt x="3118721" y="1938130"/>
                  </a:lnTo>
                  <a:lnTo>
                    <a:pt x="3118878" y="1938130"/>
                  </a:lnTo>
                  <a:lnTo>
                    <a:pt x="3119036" y="1938130"/>
                  </a:lnTo>
                  <a:lnTo>
                    <a:pt x="3119194" y="1938130"/>
                  </a:lnTo>
                  <a:lnTo>
                    <a:pt x="3119352" y="1938130"/>
                  </a:lnTo>
                  <a:lnTo>
                    <a:pt x="3119509" y="1938130"/>
                  </a:lnTo>
                  <a:lnTo>
                    <a:pt x="3119509" y="1937700"/>
                  </a:lnTo>
                  <a:lnTo>
                    <a:pt x="3119509" y="1937269"/>
                  </a:lnTo>
                  <a:lnTo>
                    <a:pt x="3119509" y="1936838"/>
                  </a:lnTo>
                  <a:lnTo>
                    <a:pt x="3119667" y="1936838"/>
                  </a:lnTo>
                  <a:lnTo>
                    <a:pt x="3119825" y="1936838"/>
                  </a:lnTo>
                  <a:lnTo>
                    <a:pt x="3119982" y="1936838"/>
                  </a:lnTo>
                  <a:lnTo>
                    <a:pt x="3120140" y="1936838"/>
                  </a:lnTo>
                  <a:lnTo>
                    <a:pt x="3120298" y="1936838"/>
                  </a:lnTo>
                  <a:lnTo>
                    <a:pt x="3120298" y="1936408"/>
                  </a:lnTo>
                  <a:lnTo>
                    <a:pt x="3120456" y="1936408"/>
                  </a:lnTo>
                  <a:lnTo>
                    <a:pt x="3120613" y="1936408"/>
                  </a:lnTo>
                  <a:lnTo>
                    <a:pt x="3120613" y="1935977"/>
                  </a:lnTo>
                  <a:lnTo>
                    <a:pt x="3120771" y="1935977"/>
                  </a:lnTo>
                  <a:lnTo>
                    <a:pt x="3120771" y="1935547"/>
                  </a:lnTo>
                  <a:lnTo>
                    <a:pt x="3120929" y="1935547"/>
                  </a:lnTo>
                  <a:lnTo>
                    <a:pt x="3121087" y="1935547"/>
                  </a:lnTo>
                  <a:lnTo>
                    <a:pt x="3121244" y="1935547"/>
                  </a:lnTo>
                  <a:lnTo>
                    <a:pt x="3121402" y="1935547"/>
                  </a:lnTo>
                  <a:lnTo>
                    <a:pt x="3121560" y="1935547"/>
                  </a:lnTo>
                  <a:lnTo>
                    <a:pt x="3121717" y="1935547"/>
                  </a:lnTo>
                  <a:lnTo>
                    <a:pt x="3121875" y="1935547"/>
                  </a:lnTo>
                  <a:lnTo>
                    <a:pt x="3122033" y="1935547"/>
                  </a:lnTo>
                  <a:lnTo>
                    <a:pt x="3122191" y="1935547"/>
                  </a:lnTo>
                  <a:lnTo>
                    <a:pt x="3122348" y="1935547"/>
                  </a:lnTo>
                  <a:lnTo>
                    <a:pt x="3122506" y="1935547"/>
                  </a:lnTo>
                  <a:lnTo>
                    <a:pt x="3122664" y="1935547"/>
                  </a:lnTo>
                  <a:lnTo>
                    <a:pt x="3122821" y="1935547"/>
                  </a:lnTo>
                  <a:lnTo>
                    <a:pt x="3122979" y="1935547"/>
                  </a:lnTo>
                  <a:lnTo>
                    <a:pt x="3122979" y="1935116"/>
                  </a:lnTo>
                  <a:lnTo>
                    <a:pt x="3123137" y="1935116"/>
                  </a:lnTo>
                  <a:lnTo>
                    <a:pt x="3123295" y="1935116"/>
                  </a:lnTo>
                  <a:lnTo>
                    <a:pt x="3123452" y="1935116"/>
                  </a:lnTo>
                  <a:lnTo>
                    <a:pt x="3123610" y="1935116"/>
                  </a:lnTo>
                  <a:lnTo>
                    <a:pt x="3123610" y="1934685"/>
                  </a:lnTo>
                  <a:lnTo>
                    <a:pt x="3123768" y="1934685"/>
                  </a:lnTo>
                  <a:lnTo>
                    <a:pt x="3123925" y="1934685"/>
                  </a:lnTo>
                  <a:lnTo>
                    <a:pt x="3124083" y="1934685"/>
                  </a:lnTo>
                  <a:lnTo>
                    <a:pt x="3124241" y="1934685"/>
                  </a:lnTo>
                  <a:lnTo>
                    <a:pt x="3124241" y="1934255"/>
                  </a:lnTo>
                  <a:lnTo>
                    <a:pt x="3124241" y="1933824"/>
                  </a:lnTo>
                  <a:lnTo>
                    <a:pt x="3124399" y="1933824"/>
                  </a:lnTo>
                  <a:lnTo>
                    <a:pt x="3124556" y="1933824"/>
                  </a:lnTo>
                  <a:lnTo>
                    <a:pt x="3124714" y="1933824"/>
                  </a:lnTo>
                  <a:lnTo>
                    <a:pt x="3124714" y="1933394"/>
                  </a:lnTo>
                  <a:lnTo>
                    <a:pt x="3124872" y="1933394"/>
                  </a:lnTo>
                  <a:lnTo>
                    <a:pt x="3125029" y="1933394"/>
                  </a:lnTo>
                  <a:lnTo>
                    <a:pt x="3125187" y="1933394"/>
                  </a:lnTo>
                  <a:lnTo>
                    <a:pt x="3125345" y="1933394"/>
                  </a:lnTo>
                  <a:lnTo>
                    <a:pt x="3125503" y="1933394"/>
                  </a:lnTo>
                  <a:lnTo>
                    <a:pt x="3125503" y="1932963"/>
                  </a:lnTo>
                  <a:lnTo>
                    <a:pt x="3125503" y="1932532"/>
                  </a:lnTo>
                  <a:lnTo>
                    <a:pt x="3125660" y="1932532"/>
                  </a:lnTo>
                  <a:lnTo>
                    <a:pt x="3125818" y="1932532"/>
                  </a:lnTo>
                  <a:lnTo>
                    <a:pt x="3125818" y="1932102"/>
                  </a:lnTo>
                  <a:lnTo>
                    <a:pt x="3125976" y="1932102"/>
                  </a:lnTo>
                  <a:lnTo>
                    <a:pt x="3126133" y="1932102"/>
                  </a:lnTo>
                  <a:lnTo>
                    <a:pt x="3126291" y="1932102"/>
                  </a:lnTo>
                  <a:lnTo>
                    <a:pt x="3126449" y="1932102"/>
                  </a:lnTo>
                  <a:lnTo>
                    <a:pt x="3126607" y="1932102"/>
                  </a:lnTo>
                  <a:lnTo>
                    <a:pt x="3126764" y="1932102"/>
                  </a:lnTo>
                  <a:lnTo>
                    <a:pt x="3126922" y="1932102"/>
                  </a:lnTo>
                  <a:lnTo>
                    <a:pt x="3126922" y="1931671"/>
                  </a:lnTo>
                  <a:lnTo>
                    <a:pt x="3127080" y="1931671"/>
                  </a:lnTo>
                  <a:lnTo>
                    <a:pt x="3127238" y="1931671"/>
                  </a:lnTo>
                  <a:lnTo>
                    <a:pt x="3127395" y="1931671"/>
                  </a:lnTo>
                  <a:lnTo>
                    <a:pt x="3127553" y="1931671"/>
                  </a:lnTo>
                  <a:lnTo>
                    <a:pt x="3127711" y="1931671"/>
                  </a:lnTo>
                  <a:lnTo>
                    <a:pt x="3127868" y="1931671"/>
                  </a:lnTo>
                  <a:lnTo>
                    <a:pt x="3127868" y="1931241"/>
                  </a:lnTo>
                  <a:lnTo>
                    <a:pt x="3127868" y="1930810"/>
                  </a:lnTo>
                  <a:lnTo>
                    <a:pt x="3128026" y="1930810"/>
                  </a:lnTo>
                  <a:lnTo>
                    <a:pt x="3128184" y="1930810"/>
                  </a:lnTo>
                  <a:lnTo>
                    <a:pt x="3128184" y="1930379"/>
                  </a:lnTo>
                  <a:lnTo>
                    <a:pt x="3128342" y="1930379"/>
                  </a:lnTo>
                  <a:lnTo>
                    <a:pt x="3128499" y="1930379"/>
                  </a:lnTo>
                  <a:lnTo>
                    <a:pt x="3128657" y="1930379"/>
                  </a:lnTo>
                  <a:lnTo>
                    <a:pt x="3128657" y="1929949"/>
                  </a:lnTo>
                  <a:lnTo>
                    <a:pt x="3128657" y="1929518"/>
                  </a:lnTo>
                  <a:lnTo>
                    <a:pt x="3128657" y="1929088"/>
                  </a:lnTo>
                  <a:lnTo>
                    <a:pt x="3128815" y="1929088"/>
                  </a:lnTo>
                  <a:lnTo>
                    <a:pt x="3128815" y="1928657"/>
                  </a:lnTo>
                  <a:lnTo>
                    <a:pt x="3128972" y="1928657"/>
                  </a:lnTo>
                  <a:lnTo>
                    <a:pt x="3128972" y="1928226"/>
                  </a:lnTo>
                  <a:lnTo>
                    <a:pt x="3129130" y="1928226"/>
                  </a:lnTo>
                  <a:lnTo>
                    <a:pt x="3129288" y="1928226"/>
                  </a:lnTo>
                  <a:lnTo>
                    <a:pt x="3129446" y="1928226"/>
                  </a:lnTo>
                  <a:lnTo>
                    <a:pt x="3129446" y="1927796"/>
                  </a:lnTo>
                  <a:lnTo>
                    <a:pt x="3129446" y="1927365"/>
                  </a:lnTo>
                  <a:lnTo>
                    <a:pt x="3129603" y="1927365"/>
                  </a:lnTo>
                  <a:lnTo>
                    <a:pt x="3129603" y="1926935"/>
                  </a:lnTo>
                  <a:lnTo>
                    <a:pt x="3129761" y="1926935"/>
                  </a:lnTo>
                  <a:lnTo>
                    <a:pt x="3129919" y="1926935"/>
                  </a:lnTo>
                  <a:lnTo>
                    <a:pt x="3130076" y="1926935"/>
                  </a:lnTo>
                  <a:lnTo>
                    <a:pt x="3130234" y="1926935"/>
                  </a:lnTo>
                  <a:lnTo>
                    <a:pt x="3130392" y="1926935"/>
                  </a:lnTo>
                  <a:lnTo>
                    <a:pt x="3130550" y="1926935"/>
                  </a:lnTo>
                  <a:lnTo>
                    <a:pt x="3130550" y="1926504"/>
                  </a:lnTo>
                  <a:lnTo>
                    <a:pt x="3130707" y="1926504"/>
                  </a:lnTo>
                  <a:lnTo>
                    <a:pt x="3130865" y="1926504"/>
                  </a:lnTo>
                  <a:lnTo>
                    <a:pt x="3131023" y="1926504"/>
                  </a:lnTo>
                  <a:lnTo>
                    <a:pt x="3131180" y="1926504"/>
                  </a:lnTo>
                  <a:lnTo>
                    <a:pt x="3131338" y="1926504"/>
                  </a:lnTo>
                  <a:lnTo>
                    <a:pt x="3131496" y="1926504"/>
                  </a:lnTo>
                  <a:lnTo>
                    <a:pt x="3131654" y="1926504"/>
                  </a:lnTo>
                  <a:lnTo>
                    <a:pt x="3131811" y="1926504"/>
                  </a:lnTo>
                  <a:lnTo>
                    <a:pt x="3131969" y="1926504"/>
                  </a:lnTo>
                  <a:lnTo>
                    <a:pt x="3132127" y="1926504"/>
                  </a:lnTo>
                  <a:lnTo>
                    <a:pt x="3132127" y="1926073"/>
                  </a:lnTo>
                  <a:lnTo>
                    <a:pt x="3132127" y="1925643"/>
                  </a:lnTo>
                  <a:lnTo>
                    <a:pt x="3132127" y="1925212"/>
                  </a:lnTo>
                  <a:lnTo>
                    <a:pt x="3132285" y="1925212"/>
                  </a:lnTo>
                  <a:lnTo>
                    <a:pt x="3132442" y="1925212"/>
                  </a:lnTo>
                  <a:lnTo>
                    <a:pt x="3132600" y="1925212"/>
                  </a:lnTo>
                  <a:lnTo>
                    <a:pt x="3132600" y="1924782"/>
                  </a:lnTo>
                  <a:lnTo>
                    <a:pt x="3132600" y="1924351"/>
                  </a:lnTo>
                  <a:lnTo>
                    <a:pt x="3132600" y="1923920"/>
                  </a:lnTo>
                  <a:lnTo>
                    <a:pt x="3132600" y="1923490"/>
                  </a:lnTo>
                  <a:lnTo>
                    <a:pt x="3132758" y="1923490"/>
                  </a:lnTo>
                  <a:lnTo>
                    <a:pt x="3132915" y="1923490"/>
                  </a:lnTo>
                  <a:lnTo>
                    <a:pt x="3133073" y="1923490"/>
                  </a:lnTo>
                  <a:lnTo>
                    <a:pt x="3133231" y="1923490"/>
                  </a:lnTo>
                  <a:lnTo>
                    <a:pt x="3133389" y="1923490"/>
                  </a:lnTo>
                  <a:lnTo>
                    <a:pt x="3133546" y="1923490"/>
                  </a:lnTo>
                  <a:lnTo>
                    <a:pt x="3133704" y="1923490"/>
                  </a:lnTo>
                  <a:lnTo>
                    <a:pt x="3133862" y="1923490"/>
                  </a:lnTo>
                  <a:lnTo>
                    <a:pt x="3134019" y="1923490"/>
                  </a:lnTo>
                  <a:lnTo>
                    <a:pt x="3134177" y="1923490"/>
                  </a:lnTo>
                  <a:lnTo>
                    <a:pt x="3134335" y="1923490"/>
                  </a:lnTo>
                  <a:lnTo>
                    <a:pt x="3134335" y="1923059"/>
                  </a:lnTo>
                  <a:lnTo>
                    <a:pt x="3134493" y="1923059"/>
                  </a:lnTo>
                  <a:lnTo>
                    <a:pt x="3134650" y="1923059"/>
                  </a:lnTo>
                  <a:lnTo>
                    <a:pt x="3134808" y="1923059"/>
                  </a:lnTo>
                  <a:lnTo>
                    <a:pt x="3134966" y="1923059"/>
                  </a:lnTo>
                  <a:lnTo>
                    <a:pt x="3135123" y="1923059"/>
                  </a:lnTo>
                  <a:lnTo>
                    <a:pt x="3135281" y="1923059"/>
                  </a:lnTo>
                  <a:lnTo>
                    <a:pt x="3135439" y="1923059"/>
                  </a:lnTo>
                  <a:lnTo>
                    <a:pt x="3135597" y="1923059"/>
                  </a:lnTo>
                  <a:lnTo>
                    <a:pt x="3135754" y="1923059"/>
                  </a:lnTo>
                  <a:lnTo>
                    <a:pt x="3135912" y="1923059"/>
                  </a:lnTo>
                  <a:lnTo>
                    <a:pt x="3136070" y="1923059"/>
                  </a:lnTo>
                  <a:lnTo>
                    <a:pt x="3136227" y="1923059"/>
                  </a:lnTo>
                  <a:lnTo>
                    <a:pt x="3136385" y="1923059"/>
                  </a:lnTo>
                  <a:lnTo>
                    <a:pt x="3136543" y="1923059"/>
                  </a:lnTo>
                  <a:lnTo>
                    <a:pt x="3136701" y="1923059"/>
                  </a:lnTo>
                  <a:lnTo>
                    <a:pt x="3136858" y="1923059"/>
                  </a:lnTo>
                  <a:lnTo>
                    <a:pt x="3137016" y="1923059"/>
                  </a:lnTo>
                  <a:lnTo>
                    <a:pt x="3137174" y="1923059"/>
                  </a:lnTo>
                  <a:lnTo>
                    <a:pt x="3137331" y="1923059"/>
                  </a:lnTo>
                  <a:lnTo>
                    <a:pt x="3137489" y="1923059"/>
                  </a:lnTo>
                  <a:lnTo>
                    <a:pt x="3137647" y="1923059"/>
                  </a:lnTo>
                  <a:lnTo>
                    <a:pt x="3137805" y="1923059"/>
                  </a:lnTo>
                  <a:lnTo>
                    <a:pt x="3137962" y="1923059"/>
                  </a:lnTo>
                  <a:lnTo>
                    <a:pt x="3138120" y="1923059"/>
                  </a:lnTo>
                  <a:lnTo>
                    <a:pt x="3138120" y="1922629"/>
                  </a:lnTo>
                  <a:lnTo>
                    <a:pt x="3138120" y="1922198"/>
                  </a:lnTo>
                  <a:lnTo>
                    <a:pt x="3138278" y="1922198"/>
                  </a:lnTo>
                  <a:lnTo>
                    <a:pt x="3138436" y="1922198"/>
                  </a:lnTo>
                  <a:lnTo>
                    <a:pt x="3138593" y="1922198"/>
                  </a:lnTo>
                  <a:lnTo>
                    <a:pt x="3138751" y="1922198"/>
                  </a:lnTo>
                  <a:lnTo>
                    <a:pt x="3138751" y="1921767"/>
                  </a:lnTo>
                  <a:lnTo>
                    <a:pt x="3138909" y="1921767"/>
                  </a:lnTo>
                  <a:lnTo>
                    <a:pt x="3139066" y="1921767"/>
                  </a:lnTo>
                  <a:lnTo>
                    <a:pt x="3139066" y="1921337"/>
                  </a:lnTo>
                  <a:lnTo>
                    <a:pt x="3139066" y="1920906"/>
                  </a:lnTo>
                  <a:lnTo>
                    <a:pt x="3139224" y="1920906"/>
                  </a:lnTo>
                  <a:lnTo>
                    <a:pt x="3139382" y="1920906"/>
                  </a:lnTo>
                  <a:lnTo>
                    <a:pt x="3139540" y="1920906"/>
                  </a:lnTo>
                  <a:lnTo>
                    <a:pt x="3139697" y="1920906"/>
                  </a:lnTo>
                  <a:lnTo>
                    <a:pt x="3139855" y="1920906"/>
                  </a:lnTo>
                  <a:lnTo>
                    <a:pt x="3140013" y="1920906"/>
                  </a:lnTo>
                  <a:lnTo>
                    <a:pt x="3140170" y="1920906"/>
                  </a:lnTo>
                  <a:lnTo>
                    <a:pt x="3140328" y="1920906"/>
                  </a:lnTo>
                  <a:lnTo>
                    <a:pt x="3140486" y="1920906"/>
                  </a:lnTo>
                  <a:lnTo>
                    <a:pt x="3140644" y="1920906"/>
                  </a:lnTo>
                  <a:lnTo>
                    <a:pt x="3140801" y="1920906"/>
                  </a:lnTo>
                  <a:lnTo>
                    <a:pt x="3140801" y="1920476"/>
                  </a:lnTo>
                  <a:lnTo>
                    <a:pt x="3140959" y="1920476"/>
                  </a:lnTo>
                  <a:lnTo>
                    <a:pt x="3140959" y="1920045"/>
                  </a:lnTo>
                  <a:lnTo>
                    <a:pt x="3141117" y="1920045"/>
                  </a:lnTo>
                  <a:lnTo>
                    <a:pt x="3141274" y="1920045"/>
                  </a:lnTo>
                  <a:lnTo>
                    <a:pt x="3141432" y="1920045"/>
                  </a:lnTo>
                  <a:lnTo>
                    <a:pt x="3141590" y="1920045"/>
                  </a:lnTo>
                  <a:lnTo>
                    <a:pt x="3141748" y="1920045"/>
                  </a:lnTo>
                  <a:lnTo>
                    <a:pt x="3141748" y="1919614"/>
                  </a:lnTo>
                  <a:lnTo>
                    <a:pt x="3141748" y="1919184"/>
                  </a:lnTo>
                  <a:lnTo>
                    <a:pt x="3141905" y="1919184"/>
                  </a:lnTo>
                  <a:lnTo>
                    <a:pt x="3142063" y="1919184"/>
                  </a:lnTo>
                  <a:lnTo>
                    <a:pt x="3142221" y="1919184"/>
                  </a:lnTo>
                  <a:lnTo>
                    <a:pt x="3142378" y="1919184"/>
                  </a:lnTo>
                  <a:lnTo>
                    <a:pt x="3142536" y="1919184"/>
                  </a:lnTo>
                  <a:lnTo>
                    <a:pt x="3142694" y="1919184"/>
                  </a:lnTo>
                  <a:lnTo>
                    <a:pt x="3142852" y="1919184"/>
                  </a:lnTo>
                  <a:lnTo>
                    <a:pt x="3143009" y="1919184"/>
                  </a:lnTo>
                  <a:lnTo>
                    <a:pt x="3143167" y="1919184"/>
                  </a:lnTo>
                  <a:lnTo>
                    <a:pt x="3143325" y="1919184"/>
                  </a:lnTo>
                  <a:lnTo>
                    <a:pt x="3143483" y="1919184"/>
                  </a:lnTo>
                  <a:lnTo>
                    <a:pt x="3143640" y="1919184"/>
                  </a:lnTo>
                  <a:lnTo>
                    <a:pt x="3143798" y="1919184"/>
                  </a:lnTo>
                  <a:lnTo>
                    <a:pt x="3143956" y="1919184"/>
                  </a:lnTo>
                  <a:lnTo>
                    <a:pt x="3144113" y="1919184"/>
                  </a:lnTo>
                  <a:lnTo>
                    <a:pt x="3144113" y="1918753"/>
                  </a:lnTo>
                  <a:lnTo>
                    <a:pt x="3144271" y="1918753"/>
                  </a:lnTo>
                  <a:lnTo>
                    <a:pt x="3144429" y="1918753"/>
                  </a:lnTo>
                  <a:lnTo>
                    <a:pt x="3144587" y="1918753"/>
                  </a:lnTo>
                  <a:lnTo>
                    <a:pt x="3144587" y="1918323"/>
                  </a:lnTo>
                  <a:lnTo>
                    <a:pt x="3144744" y="1918323"/>
                  </a:lnTo>
                  <a:lnTo>
                    <a:pt x="3144744" y="1917892"/>
                  </a:lnTo>
                  <a:lnTo>
                    <a:pt x="3144902" y="1917892"/>
                  </a:lnTo>
                  <a:lnTo>
                    <a:pt x="3144902" y="1917461"/>
                  </a:lnTo>
                  <a:lnTo>
                    <a:pt x="3144902" y="1917031"/>
                  </a:lnTo>
                  <a:lnTo>
                    <a:pt x="3145060" y="1917031"/>
                  </a:lnTo>
                  <a:lnTo>
                    <a:pt x="3145217" y="1917031"/>
                  </a:lnTo>
                  <a:lnTo>
                    <a:pt x="3145375" y="1917031"/>
                  </a:lnTo>
                  <a:lnTo>
                    <a:pt x="3145375" y="1916600"/>
                  </a:lnTo>
                  <a:lnTo>
                    <a:pt x="3145533" y="1916600"/>
                  </a:lnTo>
                  <a:lnTo>
                    <a:pt x="3145533" y="1916170"/>
                  </a:lnTo>
                  <a:lnTo>
                    <a:pt x="3145691" y="1916170"/>
                  </a:lnTo>
                  <a:lnTo>
                    <a:pt x="3145848" y="1916170"/>
                  </a:lnTo>
                  <a:lnTo>
                    <a:pt x="3146006" y="1916170"/>
                  </a:lnTo>
                  <a:lnTo>
                    <a:pt x="3146164" y="1916170"/>
                  </a:lnTo>
                  <a:lnTo>
                    <a:pt x="3146321" y="1916170"/>
                  </a:lnTo>
                  <a:lnTo>
                    <a:pt x="3146479" y="1916170"/>
                  </a:lnTo>
                  <a:lnTo>
                    <a:pt x="3146637" y="1916170"/>
                  </a:lnTo>
                  <a:lnTo>
                    <a:pt x="3146795" y="1916170"/>
                  </a:lnTo>
                  <a:lnTo>
                    <a:pt x="3146795" y="1915739"/>
                  </a:lnTo>
                  <a:lnTo>
                    <a:pt x="3146952" y="1915739"/>
                  </a:lnTo>
                  <a:lnTo>
                    <a:pt x="3146952" y="1915308"/>
                  </a:lnTo>
                  <a:lnTo>
                    <a:pt x="3146952" y="1914878"/>
                  </a:lnTo>
                  <a:lnTo>
                    <a:pt x="3147110" y="1914878"/>
                  </a:lnTo>
                  <a:lnTo>
                    <a:pt x="3147268" y="1914878"/>
                  </a:lnTo>
                  <a:lnTo>
                    <a:pt x="3147425" y="1914878"/>
                  </a:lnTo>
                  <a:lnTo>
                    <a:pt x="3147583" y="1914878"/>
                  </a:lnTo>
                  <a:lnTo>
                    <a:pt x="3147741" y="1914878"/>
                  </a:lnTo>
                  <a:lnTo>
                    <a:pt x="3147899" y="1914878"/>
                  </a:lnTo>
                  <a:lnTo>
                    <a:pt x="3148056" y="1914878"/>
                  </a:lnTo>
                  <a:lnTo>
                    <a:pt x="3148214" y="1914878"/>
                  </a:lnTo>
                  <a:lnTo>
                    <a:pt x="3148372" y="1914878"/>
                  </a:lnTo>
                  <a:lnTo>
                    <a:pt x="3148529" y="1914878"/>
                  </a:lnTo>
                  <a:lnTo>
                    <a:pt x="3148687" y="1914878"/>
                  </a:lnTo>
                  <a:lnTo>
                    <a:pt x="3148845" y="1914878"/>
                  </a:lnTo>
                  <a:lnTo>
                    <a:pt x="3149003" y="1914878"/>
                  </a:lnTo>
                  <a:lnTo>
                    <a:pt x="3149003" y="1914447"/>
                  </a:lnTo>
                  <a:lnTo>
                    <a:pt x="3149160" y="1914447"/>
                  </a:lnTo>
                  <a:lnTo>
                    <a:pt x="3149160" y="1914017"/>
                  </a:lnTo>
                  <a:lnTo>
                    <a:pt x="3149318" y="1914017"/>
                  </a:lnTo>
                  <a:lnTo>
                    <a:pt x="3149318" y="1913586"/>
                  </a:lnTo>
                  <a:lnTo>
                    <a:pt x="3149476" y="1913586"/>
                  </a:lnTo>
                  <a:lnTo>
                    <a:pt x="3149634" y="1913586"/>
                  </a:lnTo>
                  <a:lnTo>
                    <a:pt x="3149791" y="1913586"/>
                  </a:lnTo>
                  <a:lnTo>
                    <a:pt x="3149791" y="1913155"/>
                  </a:lnTo>
                  <a:lnTo>
                    <a:pt x="3149949" y="1913155"/>
                  </a:lnTo>
                  <a:lnTo>
                    <a:pt x="3150107" y="1913155"/>
                  </a:lnTo>
                  <a:lnTo>
                    <a:pt x="3150107" y="1912725"/>
                  </a:lnTo>
                  <a:lnTo>
                    <a:pt x="3150107" y="1912294"/>
                  </a:lnTo>
                  <a:lnTo>
                    <a:pt x="3150264" y="1912294"/>
                  </a:lnTo>
                  <a:lnTo>
                    <a:pt x="3150422" y="1912294"/>
                  </a:lnTo>
                  <a:lnTo>
                    <a:pt x="3150422" y="1911864"/>
                  </a:lnTo>
                  <a:lnTo>
                    <a:pt x="3150580" y="1911864"/>
                  </a:lnTo>
                  <a:lnTo>
                    <a:pt x="3150580" y="1911433"/>
                  </a:lnTo>
                  <a:lnTo>
                    <a:pt x="3150738" y="1911433"/>
                  </a:lnTo>
                  <a:lnTo>
                    <a:pt x="3150895" y="1911433"/>
                  </a:lnTo>
                  <a:lnTo>
                    <a:pt x="3151053" y="1911433"/>
                  </a:lnTo>
                  <a:lnTo>
                    <a:pt x="3151211" y="1911433"/>
                  </a:lnTo>
                  <a:lnTo>
                    <a:pt x="3151368" y="1911433"/>
                  </a:lnTo>
                  <a:lnTo>
                    <a:pt x="3151526" y="1911433"/>
                  </a:lnTo>
                  <a:lnTo>
                    <a:pt x="3151684" y="1911433"/>
                  </a:lnTo>
                  <a:lnTo>
                    <a:pt x="3151842" y="1911433"/>
                  </a:lnTo>
                  <a:lnTo>
                    <a:pt x="3151999" y="1911433"/>
                  </a:lnTo>
                  <a:lnTo>
                    <a:pt x="3151999" y="1911002"/>
                  </a:lnTo>
                  <a:lnTo>
                    <a:pt x="3152157" y="1911002"/>
                  </a:lnTo>
                  <a:lnTo>
                    <a:pt x="3152315" y="1911002"/>
                  </a:lnTo>
                  <a:lnTo>
                    <a:pt x="3152472" y="1911002"/>
                  </a:lnTo>
                  <a:lnTo>
                    <a:pt x="3152630" y="1911002"/>
                  </a:lnTo>
                  <a:lnTo>
                    <a:pt x="3152788" y="1911002"/>
                  </a:lnTo>
                  <a:lnTo>
                    <a:pt x="3152946" y="1911002"/>
                  </a:lnTo>
                  <a:lnTo>
                    <a:pt x="3153103" y="1911002"/>
                  </a:lnTo>
                  <a:lnTo>
                    <a:pt x="3153261" y="1911002"/>
                  </a:lnTo>
                  <a:lnTo>
                    <a:pt x="3153419" y="1911002"/>
                  </a:lnTo>
                  <a:lnTo>
                    <a:pt x="3153576" y="1911002"/>
                  </a:lnTo>
                  <a:lnTo>
                    <a:pt x="3153734" y="1911002"/>
                  </a:lnTo>
                  <a:lnTo>
                    <a:pt x="3153892" y="1911002"/>
                  </a:lnTo>
                  <a:lnTo>
                    <a:pt x="3154050" y="1911002"/>
                  </a:lnTo>
                  <a:lnTo>
                    <a:pt x="3154207" y="1911002"/>
                  </a:lnTo>
                  <a:lnTo>
                    <a:pt x="3154207" y="1910572"/>
                  </a:lnTo>
                  <a:lnTo>
                    <a:pt x="3154365" y="1910572"/>
                  </a:lnTo>
                  <a:lnTo>
                    <a:pt x="3154365" y="1910141"/>
                  </a:lnTo>
                  <a:lnTo>
                    <a:pt x="3154523" y="1910141"/>
                  </a:lnTo>
                  <a:lnTo>
                    <a:pt x="3154681" y="1910141"/>
                  </a:lnTo>
                  <a:lnTo>
                    <a:pt x="3154838" y="1910141"/>
                  </a:lnTo>
                  <a:lnTo>
                    <a:pt x="3154996" y="1910141"/>
                  </a:lnTo>
                  <a:lnTo>
                    <a:pt x="3155154" y="1910141"/>
                  </a:lnTo>
                  <a:lnTo>
                    <a:pt x="3155311" y="1910141"/>
                  </a:lnTo>
                  <a:lnTo>
                    <a:pt x="3155469" y="1910141"/>
                  </a:lnTo>
                  <a:lnTo>
                    <a:pt x="3155627" y="1910141"/>
                  </a:lnTo>
                  <a:lnTo>
                    <a:pt x="3155785" y="1910141"/>
                  </a:lnTo>
                  <a:lnTo>
                    <a:pt x="3155942" y="1910141"/>
                  </a:lnTo>
                  <a:lnTo>
                    <a:pt x="3156100" y="1910141"/>
                  </a:lnTo>
                  <a:lnTo>
                    <a:pt x="3156100" y="1909711"/>
                  </a:lnTo>
                  <a:lnTo>
                    <a:pt x="3156100" y="1909280"/>
                  </a:lnTo>
                  <a:lnTo>
                    <a:pt x="3156258" y="1909280"/>
                  </a:lnTo>
                  <a:lnTo>
                    <a:pt x="3156415" y="1909280"/>
                  </a:lnTo>
                  <a:lnTo>
                    <a:pt x="3156573" y="1909280"/>
                  </a:lnTo>
                  <a:lnTo>
                    <a:pt x="3156731" y="1909280"/>
                  </a:lnTo>
                  <a:lnTo>
                    <a:pt x="3156889" y="1909280"/>
                  </a:lnTo>
                  <a:lnTo>
                    <a:pt x="3157046" y="1909280"/>
                  </a:lnTo>
                  <a:lnTo>
                    <a:pt x="3157204" y="1909280"/>
                  </a:lnTo>
                  <a:lnTo>
                    <a:pt x="3157362" y="1909280"/>
                  </a:lnTo>
                  <a:lnTo>
                    <a:pt x="3157519" y="1909280"/>
                  </a:lnTo>
                  <a:lnTo>
                    <a:pt x="3157677" y="1909280"/>
                  </a:lnTo>
                  <a:lnTo>
                    <a:pt x="3157835" y="1909280"/>
                  </a:lnTo>
                  <a:lnTo>
                    <a:pt x="3157835" y="1908849"/>
                  </a:lnTo>
                  <a:lnTo>
                    <a:pt x="3157835" y="1908419"/>
                  </a:lnTo>
                  <a:lnTo>
                    <a:pt x="3157993" y="1908419"/>
                  </a:lnTo>
                  <a:lnTo>
                    <a:pt x="3158150" y="1908419"/>
                  </a:lnTo>
                  <a:lnTo>
                    <a:pt x="3158308" y="1908419"/>
                  </a:lnTo>
                  <a:lnTo>
                    <a:pt x="3158466" y="1908419"/>
                  </a:lnTo>
                  <a:lnTo>
                    <a:pt x="3158623" y="1908419"/>
                  </a:lnTo>
                  <a:lnTo>
                    <a:pt x="3158623" y="1907988"/>
                  </a:lnTo>
                  <a:lnTo>
                    <a:pt x="3158781" y="1907988"/>
                  </a:lnTo>
                  <a:lnTo>
                    <a:pt x="3158939" y="1907988"/>
                  </a:lnTo>
                  <a:lnTo>
                    <a:pt x="3159097" y="1907988"/>
                  </a:lnTo>
                  <a:lnTo>
                    <a:pt x="3159254" y="1907988"/>
                  </a:lnTo>
                  <a:lnTo>
                    <a:pt x="3159412" y="1907988"/>
                  </a:lnTo>
                  <a:lnTo>
                    <a:pt x="3159412" y="1907558"/>
                  </a:lnTo>
                  <a:lnTo>
                    <a:pt x="3159570" y="1907558"/>
                  </a:lnTo>
                  <a:lnTo>
                    <a:pt x="3159727" y="1907558"/>
                  </a:lnTo>
                  <a:lnTo>
                    <a:pt x="3159727" y="1907127"/>
                  </a:lnTo>
                  <a:lnTo>
                    <a:pt x="3159885" y="1907127"/>
                  </a:lnTo>
                  <a:lnTo>
                    <a:pt x="3160043" y="1907127"/>
                  </a:lnTo>
                  <a:lnTo>
                    <a:pt x="3160201" y="1907127"/>
                  </a:lnTo>
                  <a:lnTo>
                    <a:pt x="3160201" y="1906696"/>
                  </a:lnTo>
                  <a:lnTo>
                    <a:pt x="3160201" y="1906266"/>
                  </a:lnTo>
                  <a:lnTo>
                    <a:pt x="3160358" y="1906266"/>
                  </a:lnTo>
                  <a:lnTo>
                    <a:pt x="3160516" y="1906266"/>
                  </a:lnTo>
                  <a:lnTo>
                    <a:pt x="3160674" y="1906266"/>
                  </a:lnTo>
                  <a:lnTo>
                    <a:pt x="3160832" y="1906266"/>
                  </a:lnTo>
                  <a:lnTo>
                    <a:pt x="3160989" y="1906266"/>
                  </a:lnTo>
                  <a:lnTo>
                    <a:pt x="3161147" y="1906266"/>
                  </a:lnTo>
                  <a:lnTo>
                    <a:pt x="3161147" y="1905835"/>
                  </a:lnTo>
                  <a:lnTo>
                    <a:pt x="3161305" y="1905835"/>
                  </a:lnTo>
                  <a:lnTo>
                    <a:pt x="3161462" y="1905835"/>
                  </a:lnTo>
                  <a:lnTo>
                    <a:pt x="3161620" y="1905835"/>
                  </a:lnTo>
                  <a:lnTo>
                    <a:pt x="3161620" y="1905405"/>
                  </a:lnTo>
                  <a:lnTo>
                    <a:pt x="3161778" y="1905405"/>
                  </a:lnTo>
                  <a:lnTo>
                    <a:pt x="3161778" y="1904974"/>
                  </a:lnTo>
                  <a:lnTo>
                    <a:pt x="3161936" y="1904974"/>
                  </a:lnTo>
                  <a:lnTo>
                    <a:pt x="3161936" y="1904543"/>
                  </a:lnTo>
                  <a:lnTo>
                    <a:pt x="3162093" y="1904543"/>
                  </a:lnTo>
                  <a:lnTo>
                    <a:pt x="3162251" y="1904543"/>
                  </a:lnTo>
                  <a:lnTo>
                    <a:pt x="3162409" y="1904543"/>
                  </a:lnTo>
                  <a:lnTo>
                    <a:pt x="3162566" y="1904543"/>
                  </a:lnTo>
                  <a:lnTo>
                    <a:pt x="3162724" y="1904543"/>
                  </a:lnTo>
                  <a:lnTo>
                    <a:pt x="3162882" y="1904543"/>
                  </a:lnTo>
                  <a:lnTo>
                    <a:pt x="3162882" y="1904113"/>
                  </a:lnTo>
                  <a:lnTo>
                    <a:pt x="3163040" y="1904113"/>
                  </a:lnTo>
                  <a:lnTo>
                    <a:pt x="3163197" y="1904113"/>
                  </a:lnTo>
                  <a:lnTo>
                    <a:pt x="3163355" y="1904113"/>
                  </a:lnTo>
                  <a:lnTo>
                    <a:pt x="3163513" y="1904113"/>
                  </a:lnTo>
                  <a:lnTo>
                    <a:pt x="3163513" y="1903682"/>
                  </a:lnTo>
                  <a:lnTo>
                    <a:pt x="3163670" y="1903682"/>
                  </a:lnTo>
                  <a:lnTo>
                    <a:pt x="3163828" y="1903682"/>
                  </a:lnTo>
                  <a:lnTo>
                    <a:pt x="3163986" y="1903682"/>
                  </a:lnTo>
                  <a:lnTo>
                    <a:pt x="3163986" y="1903252"/>
                  </a:lnTo>
                  <a:lnTo>
                    <a:pt x="3164144" y="1903252"/>
                  </a:lnTo>
                  <a:lnTo>
                    <a:pt x="3164301" y="1903252"/>
                  </a:lnTo>
                  <a:lnTo>
                    <a:pt x="3164459" y="1903252"/>
                  </a:lnTo>
                  <a:lnTo>
                    <a:pt x="3164617" y="1903252"/>
                  </a:lnTo>
                  <a:lnTo>
                    <a:pt x="3164774" y="1903252"/>
                  </a:lnTo>
                  <a:lnTo>
                    <a:pt x="3164932" y="1903252"/>
                  </a:lnTo>
                  <a:lnTo>
                    <a:pt x="3165090" y="1903252"/>
                  </a:lnTo>
                  <a:lnTo>
                    <a:pt x="3165090" y="1902821"/>
                  </a:lnTo>
                  <a:lnTo>
                    <a:pt x="3165248" y="1902821"/>
                  </a:lnTo>
                  <a:lnTo>
                    <a:pt x="3165248" y="1902390"/>
                  </a:lnTo>
                  <a:lnTo>
                    <a:pt x="3165405" y="1902390"/>
                  </a:lnTo>
                  <a:lnTo>
                    <a:pt x="3165563" y="1902390"/>
                  </a:lnTo>
                  <a:lnTo>
                    <a:pt x="3165721" y="1902390"/>
                  </a:lnTo>
                  <a:lnTo>
                    <a:pt x="3165878" y="1902390"/>
                  </a:lnTo>
                  <a:lnTo>
                    <a:pt x="3165878" y="1901960"/>
                  </a:lnTo>
                  <a:lnTo>
                    <a:pt x="3165878" y="1901529"/>
                  </a:lnTo>
                  <a:lnTo>
                    <a:pt x="3166036" y="1901529"/>
                  </a:lnTo>
                  <a:lnTo>
                    <a:pt x="3166194" y="1901529"/>
                  </a:lnTo>
                  <a:lnTo>
                    <a:pt x="3166352" y="1901529"/>
                  </a:lnTo>
                  <a:lnTo>
                    <a:pt x="3166509" y="1901529"/>
                  </a:lnTo>
                  <a:lnTo>
                    <a:pt x="3166667" y="1901529"/>
                  </a:lnTo>
                  <a:lnTo>
                    <a:pt x="3166825" y="1901529"/>
                  </a:lnTo>
                  <a:lnTo>
                    <a:pt x="3166825" y="1901099"/>
                  </a:lnTo>
                  <a:lnTo>
                    <a:pt x="3166983" y="1901099"/>
                  </a:lnTo>
                  <a:lnTo>
                    <a:pt x="3167140" y="1901099"/>
                  </a:lnTo>
                  <a:lnTo>
                    <a:pt x="3167298" y="1901099"/>
                  </a:lnTo>
                  <a:lnTo>
                    <a:pt x="3167298" y="1900668"/>
                  </a:lnTo>
                  <a:lnTo>
                    <a:pt x="3167456" y="1900668"/>
                  </a:lnTo>
                  <a:lnTo>
                    <a:pt x="3167456" y="1900237"/>
                  </a:lnTo>
                  <a:lnTo>
                    <a:pt x="3167613" y="1900237"/>
                  </a:lnTo>
                  <a:lnTo>
                    <a:pt x="3167771" y="1900237"/>
                  </a:lnTo>
                  <a:lnTo>
                    <a:pt x="3167929" y="1900237"/>
                  </a:lnTo>
                  <a:lnTo>
                    <a:pt x="3167929" y="1899807"/>
                  </a:lnTo>
                  <a:lnTo>
                    <a:pt x="3168087" y="1899807"/>
                  </a:lnTo>
                  <a:lnTo>
                    <a:pt x="3168244" y="1899807"/>
                  </a:lnTo>
                  <a:lnTo>
                    <a:pt x="3168244" y="1899376"/>
                  </a:lnTo>
                  <a:lnTo>
                    <a:pt x="3168244" y="1898946"/>
                  </a:lnTo>
                  <a:lnTo>
                    <a:pt x="3168402" y="1898946"/>
                  </a:lnTo>
                  <a:lnTo>
                    <a:pt x="3168560" y="1898946"/>
                  </a:lnTo>
                  <a:lnTo>
                    <a:pt x="3168717" y="1898946"/>
                  </a:lnTo>
                  <a:lnTo>
                    <a:pt x="3168875" y="1898946"/>
                  </a:lnTo>
                  <a:lnTo>
                    <a:pt x="3169033" y="1898946"/>
                  </a:lnTo>
                  <a:lnTo>
                    <a:pt x="3169191" y="1898946"/>
                  </a:lnTo>
                  <a:lnTo>
                    <a:pt x="3169191" y="1898515"/>
                  </a:lnTo>
                  <a:lnTo>
                    <a:pt x="3169348" y="1898515"/>
                  </a:lnTo>
                  <a:lnTo>
                    <a:pt x="3169506" y="1898515"/>
                  </a:lnTo>
                  <a:lnTo>
                    <a:pt x="3169506" y="1898084"/>
                  </a:lnTo>
                  <a:lnTo>
                    <a:pt x="3169664" y="1898084"/>
                  </a:lnTo>
                  <a:lnTo>
                    <a:pt x="3169821" y="1898084"/>
                  </a:lnTo>
                  <a:lnTo>
                    <a:pt x="3169979" y="1898084"/>
                  </a:lnTo>
                  <a:lnTo>
                    <a:pt x="3170137" y="1898084"/>
                  </a:lnTo>
                  <a:lnTo>
                    <a:pt x="3170295" y="1898084"/>
                  </a:lnTo>
                  <a:lnTo>
                    <a:pt x="3170452" y="1898084"/>
                  </a:lnTo>
                  <a:lnTo>
                    <a:pt x="3170452" y="1897654"/>
                  </a:lnTo>
                  <a:lnTo>
                    <a:pt x="3170610" y="1897654"/>
                  </a:lnTo>
                  <a:lnTo>
                    <a:pt x="3170768" y="1897654"/>
                  </a:lnTo>
                  <a:lnTo>
                    <a:pt x="3170925" y="1897654"/>
                  </a:lnTo>
                  <a:lnTo>
                    <a:pt x="3171083" y="1897654"/>
                  </a:lnTo>
                  <a:lnTo>
                    <a:pt x="3171241" y="1897654"/>
                  </a:lnTo>
                  <a:lnTo>
                    <a:pt x="3171399" y="1897654"/>
                  </a:lnTo>
                  <a:lnTo>
                    <a:pt x="3171399" y="1897223"/>
                  </a:lnTo>
                  <a:lnTo>
                    <a:pt x="3171556" y="1897223"/>
                  </a:lnTo>
                  <a:lnTo>
                    <a:pt x="3171556" y="1896793"/>
                  </a:lnTo>
                  <a:lnTo>
                    <a:pt x="3171714" y="1896793"/>
                  </a:lnTo>
                  <a:lnTo>
                    <a:pt x="3171714" y="1896362"/>
                  </a:lnTo>
                  <a:lnTo>
                    <a:pt x="3171872" y="1896362"/>
                  </a:lnTo>
                  <a:lnTo>
                    <a:pt x="3172030" y="1896362"/>
                  </a:lnTo>
                  <a:lnTo>
                    <a:pt x="3172187" y="1896362"/>
                  </a:lnTo>
                  <a:lnTo>
                    <a:pt x="3172345" y="1896362"/>
                  </a:lnTo>
                  <a:lnTo>
                    <a:pt x="3172503" y="1896362"/>
                  </a:lnTo>
                  <a:lnTo>
                    <a:pt x="3172503" y="1895931"/>
                  </a:lnTo>
                  <a:lnTo>
                    <a:pt x="3172660" y="1895931"/>
                  </a:lnTo>
                  <a:lnTo>
                    <a:pt x="3172818" y="1895931"/>
                  </a:lnTo>
                  <a:lnTo>
                    <a:pt x="3172976" y="1895931"/>
                  </a:lnTo>
                  <a:lnTo>
                    <a:pt x="3172976" y="1895501"/>
                  </a:lnTo>
                  <a:lnTo>
                    <a:pt x="3172976" y="1895070"/>
                  </a:lnTo>
                  <a:lnTo>
                    <a:pt x="3173134" y="1895070"/>
                  </a:lnTo>
                  <a:lnTo>
                    <a:pt x="3173291" y="1895070"/>
                  </a:lnTo>
                  <a:lnTo>
                    <a:pt x="3173449" y="1895070"/>
                  </a:lnTo>
                  <a:lnTo>
                    <a:pt x="3173607" y="1895070"/>
                  </a:lnTo>
                  <a:lnTo>
                    <a:pt x="3173764" y="1895070"/>
                  </a:lnTo>
                  <a:lnTo>
                    <a:pt x="3173922" y="1895070"/>
                  </a:lnTo>
                  <a:lnTo>
                    <a:pt x="3174080" y="1895070"/>
                  </a:lnTo>
                  <a:lnTo>
                    <a:pt x="3174238" y="1895070"/>
                  </a:lnTo>
                  <a:lnTo>
                    <a:pt x="3174395" y="1895070"/>
                  </a:lnTo>
                  <a:lnTo>
                    <a:pt x="3174553" y="1895070"/>
                  </a:lnTo>
                  <a:lnTo>
                    <a:pt x="3174711" y="1895070"/>
                  </a:lnTo>
                  <a:lnTo>
                    <a:pt x="3174868" y="1895070"/>
                  </a:lnTo>
                  <a:lnTo>
                    <a:pt x="3175026" y="1895070"/>
                  </a:lnTo>
                  <a:lnTo>
                    <a:pt x="3175184" y="1895070"/>
                  </a:lnTo>
                  <a:lnTo>
                    <a:pt x="3175342" y="1895070"/>
                  </a:lnTo>
                  <a:lnTo>
                    <a:pt x="3175499" y="1895070"/>
                  </a:lnTo>
                  <a:lnTo>
                    <a:pt x="3175657" y="1895070"/>
                  </a:lnTo>
                  <a:lnTo>
                    <a:pt x="3175815" y="1895070"/>
                  </a:lnTo>
                  <a:lnTo>
                    <a:pt x="3175972" y="1895070"/>
                  </a:lnTo>
                  <a:lnTo>
                    <a:pt x="3176130" y="1895070"/>
                  </a:lnTo>
                  <a:lnTo>
                    <a:pt x="3176288" y="1895070"/>
                  </a:lnTo>
                  <a:lnTo>
                    <a:pt x="3176446" y="1895070"/>
                  </a:lnTo>
                  <a:lnTo>
                    <a:pt x="3176446" y="1894640"/>
                  </a:lnTo>
                  <a:lnTo>
                    <a:pt x="3176603" y="1894640"/>
                  </a:lnTo>
                  <a:lnTo>
                    <a:pt x="3176603" y="1894209"/>
                  </a:lnTo>
                  <a:lnTo>
                    <a:pt x="3176761" y="1894209"/>
                  </a:lnTo>
                  <a:lnTo>
                    <a:pt x="3176919" y="1894209"/>
                  </a:lnTo>
                  <a:lnTo>
                    <a:pt x="3176919" y="1893778"/>
                  </a:lnTo>
                  <a:lnTo>
                    <a:pt x="3177076" y="1893778"/>
                  </a:lnTo>
                  <a:lnTo>
                    <a:pt x="3177076" y="1893348"/>
                  </a:lnTo>
                  <a:lnTo>
                    <a:pt x="3177076" y="1892917"/>
                  </a:lnTo>
                  <a:lnTo>
                    <a:pt x="3177234" y="1892917"/>
                  </a:lnTo>
                  <a:lnTo>
                    <a:pt x="3177392" y="1892917"/>
                  </a:lnTo>
                  <a:lnTo>
                    <a:pt x="3177392" y="1892487"/>
                  </a:lnTo>
                  <a:lnTo>
                    <a:pt x="3177392" y="1892056"/>
                  </a:lnTo>
                  <a:lnTo>
                    <a:pt x="3177550" y="1892056"/>
                  </a:lnTo>
                  <a:lnTo>
                    <a:pt x="3177707" y="1892056"/>
                  </a:lnTo>
                  <a:lnTo>
                    <a:pt x="3177865" y="1892056"/>
                  </a:lnTo>
                  <a:lnTo>
                    <a:pt x="3178023" y="1892056"/>
                  </a:lnTo>
                  <a:lnTo>
                    <a:pt x="3178023" y="1891625"/>
                  </a:lnTo>
                  <a:lnTo>
                    <a:pt x="3178181" y="1891625"/>
                  </a:lnTo>
                  <a:lnTo>
                    <a:pt x="3178338" y="1891625"/>
                  </a:lnTo>
                  <a:lnTo>
                    <a:pt x="3178496" y="1891625"/>
                  </a:lnTo>
                  <a:lnTo>
                    <a:pt x="3178654" y="1891625"/>
                  </a:lnTo>
                  <a:lnTo>
                    <a:pt x="3178811" y="1891625"/>
                  </a:lnTo>
                  <a:lnTo>
                    <a:pt x="3178969" y="1891625"/>
                  </a:lnTo>
                  <a:lnTo>
                    <a:pt x="3178969" y="1891195"/>
                  </a:lnTo>
                  <a:lnTo>
                    <a:pt x="3179127" y="1891195"/>
                  </a:lnTo>
                  <a:lnTo>
                    <a:pt x="3179127" y="1890764"/>
                  </a:lnTo>
                  <a:lnTo>
                    <a:pt x="3179285" y="1890764"/>
                  </a:lnTo>
                  <a:lnTo>
                    <a:pt x="3179442" y="1890764"/>
                  </a:lnTo>
                  <a:lnTo>
                    <a:pt x="3179600" y="1890764"/>
                  </a:lnTo>
                  <a:lnTo>
                    <a:pt x="3179600" y="1890334"/>
                  </a:lnTo>
                  <a:lnTo>
                    <a:pt x="3179758" y="1890334"/>
                  </a:lnTo>
                  <a:lnTo>
                    <a:pt x="3179758" y="1889903"/>
                  </a:lnTo>
                  <a:lnTo>
                    <a:pt x="3179915" y="1889903"/>
                  </a:lnTo>
                  <a:lnTo>
                    <a:pt x="3180073" y="1889903"/>
                  </a:lnTo>
                  <a:lnTo>
                    <a:pt x="3180231" y="1889903"/>
                  </a:lnTo>
                  <a:lnTo>
                    <a:pt x="3180231" y="1889472"/>
                  </a:lnTo>
                  <a:lnTo>
                    <a:pt x="3180389" y="1889472"/>
                  </a:lnTo>
                  <a:lnTo>
                    <a:pt x="3180546" y="1889472"/>
                  </a:lnTo>
                  <a:lnTo>
                    <a:pt x="3180704" y="1889472"/>
                  </a:lnTo>
                  <a:lnTo>
                    <a:pt x="3180704" y="1889042"/>
                  </a:lnTo>
                  <a:lnTo>
                    <a:pt x="3180862" y="1889042"/>
                  </a:lnTo>
                  <a:lnTo>
                    <a:pt x="3181019" y="1889042"/>
                  </a:lnTo>
                  <a:lnTo>
                    <a:pt x="3181019" y="1888611"/>
                  </a:lnTo>
                  <a:lnTo>
                    <a:pt x="3181177" y="1888611"/>
                  </a:lnTo>
                  <a:lnTo>
                    <a:pt x="3181177" y="1888181"/>
                  </a:lnTo>
                  <a:lnTo>
                    <a:pt x="3181335" y="1888181"/>
                  </a:lnTo>
                  <a:lnTo>
                    <a:pt x="3181493" y="1888181"/>
                  </a:lnTo>
                  <a:lnTo>
                    <a:pt x="3181650" y="1888181"/>
                  </a:lnTo>
                  <a:lnTo>
                    <a:pt x="3181808" y="1888181"/>
                  </a:lnTo>
                  <a:lnTo>
                    <a:pt x="3181966" y="1888181"/>
                  </a:lnTo>
                  <a:lnTo>
                    <a:pt x="3181966" y="1887750"/>
                  </a:lnTo>
                  <a:lnTo>
                    <a:pt x="3182123" y="1887750"/>
                  </a:lnTo>
                  <a:lnTo>
                    <a:pt x="3182123" y="1887319"/>
                  </a:lnTo>
                  <a:lnTo>
                    <a:pt x="3182281" y="1887319"/>
                  </a:lnTo>
                  <a:lnTo>
                    <a:pt x="3182281" y="1886889"/>
                  </a:lnTo>
                  <a:lnTo>
                    <a:pt x="3182439" y="1886889"/>
                  </a:lnTo>
                  <a:lnTo>
                    <a:pt x="3182439" y="1886458"/>
                  </a:lnTo>
                  <a:lnTo>
                    <a:pt x="3182439" y="1886028"/>
                  </a:lnTo>
                  <a:lnTo>
                    <a:pt x="3182597" y="1886028"/>
                  </a:lnTo>
                  <a:lnTo>
                    <a:pt x="3182754" y="1886028"/>
                  </a:lnTo>
                  <a:lnTo>
                    <a:pt x="3182912" y="1886028"/>
                  </a:lnTo>
                  <a:lnTo>
                    <a:pt x="3183070" y="1886028"/>
                  </a:lnTo>
                  <a:lnTo>
                    <a:pt x="3183228" y="1886028"/>
                  </a:lnTo>
                  <a:lnTo>
                    <a:pt x="3183385" y="1886028"/>
                  </a:lnTo>
                  <a:lnTo>
                    <a:pt x="3183543" y="1886028"/>
                  </a:lnTo>
                  <a:lnTo>
                    <a:pt x="3183701" y="1886028"/>
                  </a:lnTo>
                  <a:lnTo>
                    <a:pt x="3183701" y="1885597"/>
                  </a:lnTo>
                  <a:lnTo>
                    <a:pt x="3183858" y="1885597"/>
                  </a:lnTo>
                  <a:lnTo>
                    <a:pt x="3183858" y="1885166"/>
                  </a:lnTo>
                  <a:lnTo>
                    <a:pt x="3184016" y="1885166"/>
                  </a:lnTo>
                  <a:lnTo>
                    <a:pt x="3184016" y="1884736"/>
                  </a:lnTo>
                  <a:lnTo>
                    <a:pt x="3184174" y="1884736"/>
                  </a:lnTo>
                  <a:lnTo>
                    <a:pt x="3184332" y="1884736"/>
                  </a:lnTo>
                  <a:lnTo>
                    <a:pt x="3184489" y="1884736"/>
                  </a:lnTo>
                  <a:lnTo>
                    <a:pt x="3184489" y="1884305"/>
                  </a:lnTo>
                  <a:lnTo>
                    <a:pt x="3184647" y="1884305"/>
                  </a:lnTo>
                  <a:lnTo>
                    <a:pt x="3184805" y="1884305"/>
                  </a:lnTo>
                  <a:lnTo>
                    <a:pt x="3184962" y="1884305"/>
                  </a:lnTo>
                  <a:lnTo>
                    <a:pt x="3184962" y="1883875"/>
                  </a:lnTo>
                  <a:lnTo>
                    <a:pt x="3185120" y="1883875"/>
                  </a:lnTo>
                  <a:lnTo>
                    <a:pt x="3185120" y="1883444"/>
                  </a:lnTo>
                  <a:lnTo>
                    <a:pt x="3185278" y="1883444"/>
                  </a:lnTo>
                  <a:lnTo>
                    <a:pt x="3185436" y="1883444"/>
                  </a:lnTo>
                  <a:lnTo>
                    <a:pt x="3185436" y="1883013"/>
                  </a:lnTo>
                  <a:lnTo>
                    <a:pt x="3185593" y="1883013"/>
                  </a:lnTo>
                  <a:lnTo>
                    <a:pt x="3185751" y="1883013"/>
                  </a:lnTo>
                  <a:lnTo>
                    <a:pt x="3185909" y="1883013"/>
                  </a:lnTo>
                  <a:lnTo>
                    <a:pt x="3186066" y="1883013"/>
                  </a:lnTo>
                  <a:lnTo>
                    <a:pt x="3186066" y="1882583"/>
                  </a:lnTo>
                  <a:lnTo>
                    <a:pt x="3186224" y="1882583"/>
                  </a:lnTo>
                  <a:lnTo>
                    <a:pt x="3186382" y="1882583"/>
                  </a:lnTo>
                  <a:lnTo>
                    <a:pt x="3186382" y="1882152"/>
                  </a:lnTo>
                  <a:lnTo>
                    <a:pt x="3186540" y="1882152"/>
                  </a:lnTo>
                  <a:lnTo>
                    <a:pt x="3186540" y="1881722"/>
                  </a:lnTo>
                  <a:lnTo>
                    <a:pt x="3186697" y="1881722"/>
                  </a:lnTo>
                  <a:lnTo>
                    <a:pt x="3186855" y="1881722"/>
                  </a:lnTo>
                  <a:lnTo>
                    <a:pt x="3187013" y="1881722"/>
                  </a:lnTo>
                  <a:lnTo>
                    <a:pt x="3187170" y="1881722"/>
                  </a:lnTo>
                  <a:lnTo>
                    <a:pt x="3187328" y="1881722"/>
                  </a:lnTo>
                  <a:lnTo>
                    <a:pt x="3187486" y="1881722"/>
                  </a:lnTo>
                  <a:lnTo>
                    <a:pt x="3187486" y="1881291"/>
                  </a:lnTo>
                  <a:lnTo>
                    <a:pt x="3187644" y="1881291"/>
                  </a:lnTo>
                  <a:lnTo>
                    <a:pt x="3187801" y="1881291"/>
                  </a:lnTo>
                  <a:lnTo>
                    <a:pt x="3187959" y="1881291"/>
                  </a:lnTo>
                  <a:lnTo>
                    <a:pt x="3188117" y="1881291"/>
                  </a:lnTo>
                  <a:lnTo>
                    <a:pt x="3188274" y="1881291"/>
                  </a:lnTo>
                  <a:lnTo>
                    <a:pt x="3188432" y="1881291"/>
                  </a:lnTo>
                  <a:lnTo>
                    <a:pt x="3188590" y="1881291"/>
                  </a:lnTo>
                  <a:lnTo>
                    <a:pt x="3188590" y="1880860"/>
                  </a:lnTo>
                  <a:lnTo>
                    <a:pt x="3188748" y="1880860"/>
                  </a:lnTo>
                  <a:lnTo>
                    <a:pt x="3188905" y="1880860"/>
                  </a:lnTo>
                  <a:lnTo>
                    <a:pt x="3189063" y="1880860"/>
                  </a:lnTo>
                  <a:lnTo>
                    <a:pt x="3189063" y="1880430"/>
                  </a:lnTo>
                  <a:lnTo>
                    <a:pt x="3189063" y="1879999"/>
                  </a:lnTo>
                  <a:lnTo>
                    <a:pt x="3189221" y="1879999"/>
                  </a:lnTo>
                  <a:lnTo>
                    <a:pt x="3189379" y="1879999"/>
                  </a:lnTo>
                  <a:lnTo>
                    <a:pt x="3189536" y="1879999"/>
                  </a:lnTo>
                  <a:lnTo>
                    <a:pt x="3189536" y="1879569"/>
                  </a:lnTo>
                  <a:lnTo>
                    <a:pt x="3189694" y="1879569"/>
                  </a:lnTo>
                  <a:lnTo>
                    <a:pt x="3189852" y="1879569"/>
                  </a:lnTo>
                  <a:lnTo>
                    <a:pt x="3190009" y="1879569"/>
                  </a:lnTo>
                  <a:lnTo>
                    <a:pt x="3190009" y="1879138"/>
                  </a:lnTo>
                  <a:lnTo>
                    <a:pt x="3190167" y="1879138"/>
                  </a:lnTo>
                  <a:lnTo>
                    <a:pt x="3190325" y="1879138"/>
                  </a:lnTo>
                  <a:lnTo>
                    <a:pt x="3190483" y="1879138"/>
                  </a:lnTo>
                  <a:lnTo>
                    <a:pt x="3190483" y="1878707"/>
                  </a:lnTo>
                  <a:lnTo>
                    <a:pt x="3190640" y="1878707"/>
                  </a:lnTo>
                  <a:lnTo>
                    <a:pt x="3190798" y="1878707"/>
                  </a:lnTo>
                  <a:lnTo>
                    <a:pt x="3190798" y="1878277"/>
                  </a:lnTo>
                  <a:lnTo>
                    <a:pt x="3190798" y="1877846"/>
                  </a:lnTo>
                  <a:lnTo>
                    <a:pt x="3190956" y="1877846"/>
                  </a:lnTo>
                  <a:lnTo>
                    <a:pt x="3191113" y="1877846"/>
                  </a:lnTo>
                  <a:lnTo>
                    <a:pt x="3191271" y="1877846"/>
                  </a:lnTo>
                  <a:lnTo>
                    <a:pt x="3191429" y="1877846"/>
                  </a:lnTo>
                  <a:lnTo>
                    <a:pt x="3191587" y="1877846"/>
                  </a:lnTo>
                  <a:lnTo>
                    <a:pt x="3191744" y="1877846"/>
                  </a:lnTo>
                  <a:lnTo>
                    <a:pt x="3191902" y="1877846"/>
                  </a:lnTo>
                  <a:lnTo>
                    <a:pt x="3192060" y="1877846"/>
                  </a:lnTo>
                  <a:lnTo>
                    <a:pt x="3192217" y="1877846"/>
                  </a:lnTo>
                  <a:lnTo>
                    <a:pt x="3192375" y="1877846"/>
                  </a:lnTo>
                  <a:lnTo>
                    <a:pt x="3192533" y="1877846"/>
                  </a:lnTo>
                  <a:lnTo>
                    <a:pt x="3192691" y="1877846"/>
                  </a:lnTo>
                  <a:lnTo>
                    <a:pt x="3192848" y="1877846"/>
                  </a:lnTo>
                  <a:lnTo>
                    <a:pt x="3192848" y="1877416"/>
                  </a:lnTo>
                  <a:lnTo>
                    <a:pt x="3193006" y="1877416"/>
                  </a:lnTo>
                  <a:lnTo>
                    <a:pt x="3193164" y="1877416"/>
                  </a:lnTo>
                  <a:lnTo>
                    <a:pt x="3193321" y="1877416"/>
                  </a:lnTo>
                  <a:lnTo>
                    <a:pt x="3193321" y="1876985"/>
                  </a:lnTo>
                  <a:lnTo>
                    <a:pt x="3193479" y="1876985"/>
                  </a:lnTo>
                  <a:lnTo>
                    <a:pt x="3193637" y="1876985"/>
                  </a:lnTo>
                  <a:lnTo>
                    <a:pt x="3193795" y="1876985"/>
                  </a:lnTo>
                  <a:lnTo>
                    <a:pt x="3193952" y="1876985"/>
                  </a:lnTo>
                  <a:lnTo>
                    <a:pt x="3194110" y="1876985"/>
                  </a:lnTo>
                  <a:lnTo>
                    <a:pt x="3194268" y="1876985"/>
                  </a:lnTo>
                  <a:lnTo>
                    <a:pt x="3194268" y="1876554"/>
                  </a:lnTo>
                  <a:lnTo>
                    <a:pt x="3194426" y="1876554"/>
                  </a:lnTo>
                  <a:lnTo>
                    <a:pt x="3194583" y="1876554"/>
                  </a:lnTo>
                  <a:lnTo>
                    <a:pt x="3194741" y="1876554"/>
                  </a:lnTo>
                  <a:lnTo>
                    <a:pt x="3194899" y="1876554"/>
                  </a:lnTo>
                  <a:lnTo>
                    <a:pt x="3195056" y="1876554"/>
                  </a:lnTo>
                  <a:lnTo>
                    <a:pt x="3195214" y="1876554"/>
                  </a:lnTo>
                  <a:lnTo>
                    <a:pt x="3195372" y="1876554"/>
                  </a:lnTo>
                  <a:lnTo>
                    <a:pt x="3195530" y="1876554"/>
                  </a:lnTo>
                  <a:lnTo>
                    <a:pt x="3195687" y="1876554"/>
                  </a:lnTo>
                  <a:lnTo>
                    <a:pt x="3195845" y="1876554"/>
                  </a:lnTo>
                  <a:lnTo>
                    <a:pt x="3196003" y="1876554"/>
                  </a:lnTo>
                  <a:lnTo>
                    <a:pt x="3196003" y="1876124"/>
                  </a:lnTo>
                  <a:lnTo>
                    <a:pt x="3196160" y="1876124"/>
                  </a:lnTo>
                  <a:lnTo>
                    <a:pt x="3196318" y="1876124"/>
                  </a:lnTo>
                  <a:lnTo>
                    <a:pt x="3196476" y="1876124"/>
                  </a:lnTo>
                  <a:lnTo>
                    <a:pt x="3196634" y="1876124"/>
                  </a:lnTo>
                  <a:lnTo>
                    <a:pt x="3196791" y="1876124"/>
                  </a:lnTo>
                  <a:lnTo>
                    <a:pt x="3196949" y="1876124"/>
                  </a:lnTo>
                  <a:lnTo>
                    <a:pt x="3197107" y="1876124"/>
                  </a:lnTo>
                  <a:lnTo>
                    <a:pt x="3197264" y="1876124"/>
                  </a:lnTo>
                  <a:lnTo>
                    <a:pt x="3197422" y="1876124"/>
                  </a:lnTo>
                  <a:lnTo>
                    <a:pt x="3197580" y="1876124"/>
                  </a:lnTo>
                  <a:lnTo>
                    <a:pt x="3197580" y="1875693"/>
                  </a:lnTo>
                  <a:lnTo>
                    <a:pt x="3197738" y="1875693"/>
                  </a:lnTo>
                  <a:lnTo>
                    <a:pt x="3197895" y="1875693"/>
                  </a:lnTo>
                  <a:lnTo>
                    <a:pt x="3198053" y="1875693"/>
                  </a:lnTo>
                  <a:lnTo>
                    <a:pt x="3198211" y="1875693"/>
                  </a:lnTo>
                  <a:lnTo>
                    <a:pt x="3198368" y="1875693"/>
                  </a:lnTo>
                  <a:lnTo>
                    <a:pt x="3198526" y="1875693"/>
                  </a:lnTo>
                  <a:lnTo>
                    <a:pt x="3198684" y="1875693"/>
                  </a:lnTo>
                  <a:lnTo>
                    <a:pt x="3198842" y="1875693"/>
                  </a:lnTo>
                  <a:lnTo>
                    <a:pt x="3198999" y="1875693"/>
                  </a:lnTo>
                  <a:lnTo>
                    <a:pt x="3199157" y="1875693"/>
                  </a:lnTo>
                  <a:lnTo>
                    <a:pt x="3199315" y="1875693"/>
                  </a:lnTo>
                  <a:lnTo>
                    <a:pt x="3199315" y="1875263"/>
                  </a:lnTo>
                  <a:lnTo>
                    <a:pt x="3199472" y="1875263"/>
                  </a:lnTo>
                  <a:lnTo>
                    <a:pt x="3199630" y="1875263"/>
                  </a:lnTo>
                  <a:lnTo>
                    <a:pt x="3199788" y="1875263"/>
                  </a:lnTo>
                  <a:lnTo>
                    <a:pt x="3199946" y="1875263"/>
                  </a:lnTo>
                  <a:lnTo>
                    <a:pt x="3200103" y="1875263"/>
                  </a:lnTo>
                  <a:lnTo>
                    <a:pt x="3200103" y="1874832"/>
                  </a:lnTo>
                  <a:lnTo>
                    <a:pt x="3200261" y="1874832"/>
                  </a:lnTo>
                  <a:lnTo>
                    <a:pt x="3200419" y="1874832"/>
                  </a:lnTo>
                  <a:lnTo>
                    <a:pt x="3200577" y="1874832"/>
                  </a:lnTo>
                  <a:lnTo>
                    <a:pt x="3200734" y="1874832"/>
                  </a:lnTo>
                  <a:lnTo>
                    <a:pt x="3200892" y="1874832"/>
                  </a:lnTo>
                  <a:lnTo>
                    <a:pt x="3200892" y="1874401"/>
                  </a:lnTo>
                  <a:lnTo>
                    <a:pt x="3201050" y="1874401"/>
                  </a:lnTo>
                  <a:lnTo>
                    <a:pt x="3201207" y="1874401"/>
                  </a:lnTo>
                  <a:lnTo>
                    <a:pt x="3201207" y="1873971"/>
                  </a:lnTo>
                  <a:lnTo>
                    <a:pt x="3201365" y="1873971"/>
                  </a:lnTo>
                  <a:lnTo>
                    <a:pt x="3201365" y="1873540"/>
                  </a:lnTo>
                  <a:lnTo>
                    <a:pt x="3201523" y="1873540"/>
                  </a:lnTo>
                  <a:lnTo>
                    <a:pt x="3201523" y="1873110"/>
                  </a:lnTo>
                  <a:lnTo>
                    <a:pt x="3201523" y="1872679"/>
                  </a:lnTo>
                  <a:lnTo>
                    <a:pt x="3201681" y="1872679"/>
                  </a:lnTo>
                  <a:lnTo>
                    <a:pt x="3201838" y="1872679"/>
                  </a:lnTo>
                  <a:lnTo>
                    <a:pt x="3201838" y="1872248"/>
                  </a:lnTo>
                  <a:lnTo>
                    <a:pt x="3201996" y="1872248"/>
                  </a:lnTo>
                  <a:lnTo>
                    <a:pt x="3202154" y="1872248"/>
                  </a:lnTo>
                  <a:lnTo>
                    <a:pt x="3202311" y="1872248"/>
                  </a:lnTo>
                  <a:lnTo>
                    <a:pt x="3202469" y="1872248"/>
                  </a:lnTo>
                  <a:lnTo>
                    <a:pt x="3202627" y="1872248"/>
                  </a:lnTo>
                  <a:lnTo>
                    <a:pt x="3202785" y="1872248"/>
                  </a:lnTo>
                  <a:lnTo>
                    <a:pt x="3202942" y="1872248"/>
                  </a:lnTo>
                  <a:lnTo>
                    <a:pt x="3203100" y="1872248"/>
                  </a:lnTo>
                  <a:lnTo>
                    <a:pt x="3203258" y="1872248"/>
                  </a:lnTo>
                  <a:lnTo>
                    <a:pt x="3203415" y="1872248"/>
                  </a:lnTo>
                  <a:lnTo>
                    <a:pt x="3203573" y="1872248"/>
                  </a:lnTo>
                  <a:lnTo>
                    <a:pt x="3203573" y="1871818"/>
                  </a:lnTo>
                  <a:lnTo>
                    <a:pt x="3203573" y="1871387"/>
                  </a:lnTo>
                  <a:lnTo>
                    <a:pt x="3203573" y="1870957"/>
                  </a:lnTo>
                  <a:lnTo>
                    <a:pt x="3203731" y="1870957"/>
                  </a:lnTo>
                  <a:lnTo>
                    <a:pt x="3203889" y="1870957"/>
                  </a:lnTo>
                  <a:lnTo>
                    <a:pt x="3204046" y="1870957"/>
                  </a:lnTo>
                  <a:lnTo>
                    <a:pt x="3204204" y="1870957"/>
                  </a:lnTo>
                  <a:lnTo>
                    <a:pt x="3204362" y="1870957"/>
                  </a:lnTo>
                  <a:lnTo>
                    <a:pt x="3204519" y="1870957"/>
                  </a:lnTo>
                  <a:lnTo>
                    <a:pt x="3204677" y="1870957"/>
                  </a:lnTo>
                  <a:lnTo>
                    <a:pt x="3204835" y="1870957"/>
                  </a:lnTo>
                  <a:lnTo>
                    <a:pt x="3204993" y="1870957"/>
                  </a:lnTo>
                  <a:lnTo>
                    <a:pt x="3205150" y="1870957"/>
                  </a:lnTo>
                  <a:lnTo>
                    <a:pt x="3205308" y="1870957"/>
                  </a:lnTo>
                  <a:lnTo>
                    <a:pt x="3205466" y="1870957"/>
                  </a:lnTo>
                  <a:lnTo>
                    <a:pt x="3205624" y="1870957"/>
                  </a:lnTo>
                  <a:lnTo>
                    <a:pt x="3205781" y="1870957"/>
                  </a:lnTo>
                  <a:lnTo>
                    <a:pt x="3205939" y="1870957"/>
                  </a:lnTo>
                  <a:lnTo>
                    <a:pt x="3205939" y="1870526"/>
                  </a:lnTo>
                  <a:lnTo>
                    <a:pt x="3206097" y="1870526"/>
                  </a:lnTo>
                  <a:lnTo>
                    <a:pt x="3206254" y="1870526"/>
                  </a:lnTo>
                  <a:lnTo>
                    <a:pt x="3206412" y="1870526"/>
                  </a:lnTo>
                  <a:lnTo>
                    <a:pt x="3206570" y="1870526"/>
                  </a:lnTo>
                  <a:lnTo>
                    <a:pt x="3206728" y="1870526"/>
                  </a:lnTo>
                  <a:lnTo>
                    <a:pt x="3206885" y="1870526"/>
                  </a:lnTo>
                  <a:lnTo>
                    <a:pt x="3207043" y="1870526"/>
                  </a:lnTo>
                  <a:lnTo>
                    <a:pt x="3207201" y="1870526"/>
                  </a:lnTo>
                  <a:lnTo>
                    <a:pt x="3207358" y="1870526"/>
                  </a:lnTo>
                  <a:lnTo>
                    <a:pt x="3207516" y="1870526"/>
                  </a:lnTo>
                  <a:lnTo>
                    <a:pt x="3207674" y="1870526"/>
                  </a:lnTo>
                  <a:lnTo>
                    <a:pt x="3207832" y="1870526"/>
                  </a:lnTo>
                  <a:lnTo>
                    <a:pt x="3207989" y="1870526"/>
                  </a:lnTo>
                  <a:lnTo>
                    <a:pt x="3208147" y="1870526"/>
                  </a:lnTo>
                  <a:lnTo>
                    <a:pt x="3208305" y="1870526"/>
                  </a:lnTo>
                  <a:lnTo>
                    <a:pt x="3208305" y="1870095"/>
                  </a:lnTo>
                  <a:lnTo>
                    <a:pt x="3208462" y="1870095"/>
                  </a:lnTo>
                  <a:lnTo>
                    <a:pt x="3208620" y="1870095"/>
                  </a:lnTo>
                  <a:lnTo>
                    <a:pt x="3208778" y="1870095"/>
                  </a:lnTo>
                  <a:lnTo>
                    <a:pt x="3208936" y="1870095"/>
                  </a:lnTo>
                  <a:lnTo>
                    <a:pt x="3209093" y="1870095"/>
                  </a:lnTo>
                  <a:lnTo>
                    <a:pt x="3209251" y="1870095"/>
                  </a:lnTo>
                  <a:lnTo>
                    <a:pt x="3209409" y="1870095"/>
                  </a:lnTo>
                  <a:lnTo>
                    <a:pt x="3209409" y="1869665"/>
                  </a:lnTo>
                  <a:lnTo>
                    <a:pt x="3209566" y="1869665"/>
                  </a:lnTo>
                  <a:lnTo>
                    <a:pt x="3209724" y="1869665"/>
                  </a:lnTo>
                  <a:lnTo>
                    <a:pt x="3209882" y="1869665"/>
                  </a:lnTo>
                  <a:lnTo>
                    <a:pt x="3210040" y="1869665"/>
                  </a:lnTo>
                  <a:lnTo>
                    <a:pt x="3210197" y="1869665"/>
                  </a:lnTo>
                  <a:lnTo>
                    <a:pt x="3210355" y="1869665"/>
                  </a:lnTo>
                  <a:lnTo>
                    <a:pt x="3210513" y="1869665"/>
                  </a:lnTo>
                  <a:lnTo>
                    <a:pt x="3210670" y="1869665"/>
                  </a:lnTo>
                  <a:lnTo>
                    <a:pt x="3210828" y="1869665"/>
                  </a:lnTo>
                  <a:lnTo>
                    <a:pt x="3210986" y="1869665"/>
                  </a:lnTo>
                  <a:lnTo>
                    <a:pt x="3211144" y="1869665"/>
                  </a:lnTo>
                  <a:lnTo>
                    <a:pt x="3211301" y="1869665"/>
                  </a:lnTo>
                  <a:lnTo>
                    <a:pt x="3211459" y="1869665"/>
                  </a:lnTo>
                  <a:lnTo>
                    <a:pt x="3211617" y="1869665"/>
                  </a:lnTo>
                  <a:lnTo>
                    <a:pt x="3211775" y="1869665"/>
                  </a:lnTo>
                  <a:lnTo>
                    <a:pt x="3211932" y="1869665"/>
                  </a:lnTo>
                  <a:lnTo>
                    <a:pt x="3212090" y="1869665"/>
                  </a:lnTo>
                  <a:lnTo>
                    <a:pt x="3212248" y="1869665"/>
                  </a:lnTo>
                  <a:lnTo>
                    <a:pt x="3212248" y="1869234"/>
                  </a:lnTo>
                  <a:lnTo>
                    <a:pt x="3212248" y="1868804"/>
                  </a:lnTo>
                  <a:lnTo>
                    <a:pt x="3212405" y="1868804"/>
                  </a:lnTo>
                  <a:lnTo>
                    <a:pt x="3212563" y="1868804"/>
                  </a:lnTo>
                  <a:lnTo>
                    <a:pt x="3212721" y="1868804"/>
                  </a:lnTo>
                  <a:lnTo>
                    <a:pt x="3212879" y="1868804"/>
                  </a:lnTo>
                  <a:lnTo>
                    <a:pt x="3213036" y="1868804"/>
                  </a:lnTo>
                  <a:lnTo>
                    <a:pt x="3213036" y="1868373"/>
                  </a:lnTo>
                  <a:lnTo>
                    <a:pt x="3213036" y="1867942"/>
                  </a:lnTo>
                  <a:lnTo>
                    <a:pt x="3213036" y="1867512"/>
                  </a:lnTo>
                  <a:lnTo>
                    <a:pt x="3213194" y="1867512"/>
                  </a:lnTo>
                  <a:lnTo>
                    <a:pt x="3213352" y="1867512"/>
                  </a:lnTo>
                  <a:lnTo>
                    <a:pt x="3213352" y="1867081"/>
                  </a:lnTo>
                  <a:lnTo>
                    <a:pt x="3213509" y="1867081"/>
                  </a:lnTo>
                  <a:lnTo>
                    <a:pt x="3213667" y="1867081"/>
                  </a:lnTo>
                  <a:lnTo>
                    <a:pt x="3213667" y="1866651"/>
                  </a:lnTo>
                  <a:lnTo>
                    <a:pt x="3213825" y="1866651"/>
                  </a:lnTo>
                  <a:lnTo>
                    <a:pt x="3213983" y="1866651"/>
                  </a:lnTo>
                  <a:lnTo>
                    <a:pt x="3214140" y="1866651"/>
                  </a:lnTo>
                  <a:lnTo>
                    <a:pt x="3214298" y="1866651"/>
                  </a:lnTo>
                  <a:lnTo>
                    <a:pt x="3214456" y="1866651"/>
                  </a:lnTo>
                  <a:lnTo>
                    <a:pt x="3214456" y="1866220"/>
                  </a:lnTo>
                  <a:lnTo>
                    <a:pt x="3214613" y="1866220"/>
                  </a:lnTo>
                  <a:lnTo>
                    <a:pt x="3214613" y="1865789"/>
                  </a:lnTo>
                  <a:lnTo>
                    <a:pt x="3214771" y="1865789"/>
                  </a:lnTo>
                  <a:lnTo>
                    <a:pt x="3214771" y="1865359"/>
                  </a:lnTo>
                  <a:lnTo>
                    <a:pt x="3214771" y="1864928"/>
                  </a:lnTo>
                  <a:lnTo>
                    <a:pt x="3214929" y="1864928"/>
                  </a:lnTo>
                  <a:lnTo>
                    <a:pt x="3214929" y="1864498"/>
                  </a:lnTo>
                  <a:lnTo>
                    <a:pt x="3215087" y="1864498"/>
                  </a:lnTo>
                  <a:lnTo>
                    <a:pt x="3215244" y="1864498"/>
                  </a:lnTo>
                  <a:lnTo>
                    <a:pt x="3215402" y="1864498"/>
                  </a:lnTo>
                  <a:lnTo>
                    <a:pt x="3215560" y="1864498"/>
                  </a:lnTo>
                  <a:lnTo>
                    <a:pt x="3215717" y="1864498"/>
                  </a:lnTo>
                  <a:lnTo>
                    <a:pt x="3215875" y="1864498"/>
                  </a:lnTo>
                  <a:lnTo>
                    <a:pt x="3216033" y="1864498"/>
                  </a:lnTo>
                  <a:lnTo>
                    <a:pt x="3216191" y="1864498"/>
                  </a:lnTo>
                  <a:lnTo>
                    <a:pt x="3216191" y="1864067"/>
                  </a:lnTo>
                  <a:lnTo>
                    <a:pt x="3216348" y="1864067"/>
                  </a:lnTo>
                  <a:lnTo>
                    <a:pt x="3216506" y="1864067"/>
                  </a:lnTo>
                  <a:lnTo>
                    <a:pt x="3216664" y="1864067"/>
                  </a:lnTo>
                  <a:lnTo>
                    <a:pt x="3216822" y="1864067"/>
                  </a:lnTo>
                  <a:lnTo>
                    <a:pt x="3216822" y="1863636"/>
                  </a:lnTo>
                  <a:lnTo>
                    <a:pt x="3216979" y="1863636"/>
                  </a:lnTo>
                  <a:lnTo>
                    <a:pt x="3217137" y="1863636"/>
                  </a:lnTo>
                  <a:lnTo>
                    <a:pt x="3217295" y="1863636"/>
                  </a:lnTo>
                  <a:lnTo>
                    <a:pt x="3217452" y="1863636"/>
                  </a:lnTo>
                  <a:lnTo>
                    <a:pt x="3217610" y="1863636"/>
                  </a:lnTo>
                  <a:lnTo>
                    <a:pt x="3217768" y="1863636"/>
                  </a:lnTo>
                  <a:lnTo>
                    <a:pt x="3217768" y="1863206"/>
                  </a:lnTo>
                  <a:lnTo>
                    <a:pt x="3217768" y="1862775"/>
                  </a:lnTo>
                  <a:lnTo>
                    <a:pt x="3217768" y="1862345"/>
                  </a:lnTo>
                  <a:lnTo>
                    <a:pt x="3217926" y="1862345"/>
                  </a:lnTo>
                  <a:lnTo>
                    <a:pt x="3218083" y="1862345"/>
                  </a:lnTo>
                  <a:lnTo>
                    <a:pt x="3218241" y="1862345"/>
                  </a:lnTo>
                  <a:lnTo>
                    <a:pt x="3218399" y="1862345"/>
                  </a:lnTo>
                  <a:lnTo>
                    <a:pt x="3218556" y="1862345"/>
                  </a:lnTo>
                  <a:lnTo>
                    <a:pt x="3218714" y="1862345"/>
                  </a:lnTo>
                  <a:lnTo>
                    <a:pt x="3218714" y="1861914"/>
                  </a:lnTo>
                  <a:lnTo>
                    <a:pt x="3218714" y="1861483"/>
                  </a:lnTo>
                  <a:lnTo>
                    <a:pt x="3218872" y="1861483"/>
                  </a:lnTo>
                  <a:lnTo>
                    <a:pt x="3219030" y="1861483"/>
                  </a:lnTo>
                  <a:lnTo>
                    <a:pt x="3219187" y="1861483"/>
                  </a:lnTo>
                  <a:lnTo>
                    <a:pt x="3219345" y="1861483"/>
                  </a:lnTo>
                  <a:lnTo>
                    <a:pt x="3219503" y="1861483"/>
                  </a:lnTo>
                  <a:lnTo>
                    <a:pt x="3219660" y="1861483"/>
                  </a:lnTo>
                  <a:lnTo>
                    <a:pt x="3219818" y="1861483"/>
                  </a:lnTo>
                  <a:lnTo>
                    <a:pt x="3219976" y="1861483"/>
                  </a:lnTo>
                  <a:lnTo>
                    <a:pt x="3219976" y="1861053"/>
                  </a:lnTo>
                  <a:lnTo>
                    <a:pt x="3219976" y="1860622"/>
                  </a:lnTo>
                  <a:lnTo>
                    <a:pt x="3220134" y="1860622"/>
                  </a:lnTo>
                  <a:lnTo>
                    <a:pt x="3220291" y="1860622"/>
                  </a:lnTo>
                  <a:lnTo>
                    <a:pt x="3220449" y="1860622"/>
                  </a:lnTo>
                  <a:lnTo>
                    <a:pt x="3220607" y="1860622"/>
                  </a:lnTo>
                  <a:lnTo>
                    <a:pt x="3220607" y="1860192"/>
                  </a:lnTo>
                  <a:lnTo>
                    <a:pt x="3220764" y="1860192"/>
                  </a:lnTo>
                  <a:lnTo>
                    <a:pt x="3220922" y="1860192"/>
                  </a:lnTo>
                  <a:lnTo>
                    <a:pt x="3221080" y="1860192"/>
                  </a:lnTo>
                  <a:lnTo>
                    <a:pt x="3221238" y="1860192"/>
                  </a:lnTo>
                  <a:lnTo>
                    <a:pt x="3221238" y="1859761"/>
                  </a:lnTo>
                  <a:lnTo>
                    <a:pt x="3221395" y="1859761"/>
                  </a:lnTo>
                  <a:lnTo>
                    <a:pt x="3221395" y="1859330"/>
                  </a:lnTo>
                  <a:lnTo>
                    <a:pt x="3221553" y="1859330"/>
                  </a:lnTo>
                  <a:lnTo>
                    <a:pt x="3221711" y="1859330"/>
                  </a:lnTo>
                  <a:lnTo>
                    <a:pt x="3221868" y="1859330"/>
                  </a:lnTo>
                  <a:lnTo>
                    <a:pt x="3222026" y="1859330"/>
                  </a:lnTo>
                  <a:lnTo>
                    <a:pt x="3222026" y="1858900"/>
                  </a:lnTo>
                  <a:lnTo>
                    <a:pt x="3222184" y="1858900"/>
                  </a:lnTo>
                  <a:lnTo>
                    <a:pt x="3222342" y="1858900"/>
                  </a:lnTo>
                  <a:lnTo>
                    <a:pt x="3222342" y="1858469"/>
                  </a:lnTo>
                  <a:lnTo>
                    <a:pt x="3222499" y="1858469"/>
                  </a:lnTo>
                  <a:lnTo>
                    <a:pt x="3222657" y="1858469"/>
                  </a:lnTo>
                  <a:lnTo>
                    <a:pt x="3222815" y="1858469"/>
                  </a:lnTo>
                  <a:lnTo>
                    <a:pt x="3222973" y="1858469"/>
                  </a:lnTo>
                  <a:lnTo>
                    <a:pt x="3222973" y="1858039"/>
                  </a:lnTo>
                  <a:lnTo>
                    <a:pt x="3223130" y="1858039"/>
                  </a:lnTo>
                  <a:lnTo>
                    <a:pt x="3223130" y="1857608"/>
                  </a:lnTo>
                  <a:lnTo>
                    <a:pt x="3223288" y="1857608"/>
                  </a:lnTo>
                  <a:lnTo>
                    <a:pt x="3223446" y="1857608"/>
                  </a:lnTo>
                  <a:lnTo>
                    <a:pt x="3223603" y="1857608"/>
                  </a:lnTo>
                  <a:lnTo>
                    <a:pt x="3223761" y="1857608"/>
                  </a:lnTo>
                  <a:lnTo>
                    <a:pt x="3223919" y="1857608"/>
                  </a:lnTo>
                  <a:lnTo>
                    <a:pt x="3224077" y="1857608"/>
                  </a:lnTo>
                  <a:lnTo>
                    <a:pt x="3224234" y="1857608"/>
                  </a:lnTo>
                  <a:lnTo>
                    <a:pt x="3224392" y="1857608"/>
                  </a:lnTo>
                  <a:lnTo>
                    <a:pt x="3224550" y="1857608"/>
                  </a:lnTo>
                  <a:lnTo>
                    <a:pt x="3224707" y="1857608"/>
                  </a:lnTo>
                  <a:lnTo>
                    <a:pt x="3224865" y="1857608"/>
                  </a:lnTo>
                  <a:lnTo>
                    <a:pt x="3225023" y="1857608"/>
                  </a:lnTo>
                  <a:lnTo>
                    <a:pt x="3225023" y="1857177"/>
                  </a:lnTo>
                  <a:lnTo>
                    <a:pt x="3225181" y="1857177"/>
                  </a:lnTo>
                  <a:lnTo>
                    <a:pt x="3225338" y="1857177"/>
                  </a:lnTo>
                  <a:lnTo>
                    <a:pt x="3225496" y="1857177"/>
                  </a:lnTo>
                  <a:lnTo>
                    <a:pt x="3225654" y="1857177"/>
                  </a:lnTo>
                  <a:lnTo>
                    <a:pt x="3225654" y="1856747"/>
                  </a:lnTo>
                  <a:lnTo>
                    <a:pt x="3225811" y="1856747"/>
                  </a:lnTo>
                  <a:lnTo>
                    <a:pt x="3225969" y="1856747"/>
                  </a:lnTo>
                  <a:lnTo>
                    <a:pt x="3225969" y="1856316"/>
                  </a:lnTo>
                  <a:lnTo>
                    <a:pt x="3226127" y="1856316"/>
                  </a:lnTo>
                  <a:lnTo>
                    <a:pt x="3226285" y="1856316"/>
                  </a:lnTo>
                  <a:lnTo>
                    <a:pt x="3226442" y="1856316"/>
                  </a:lnTo>
                  <a:lnTo>
                    <a:pt x="3226600" y="1856316"/>
                  </a:lnTo>
                  <a:lnTo>
                    <a:pt x="3226758" y="1856316"/>
                  </a:lnTo>
                  <a:lnTo>
                    <a:pt x="3226758" y="1855886"/>
                  </a:lnTo>
                  <a:lnTo>
                    <a:pt x="3226758" y="1855455"/>
                  </a:lnTo>
                  <a:lnTo>
                    <a:pt x="3226915" y="1855455"/>
                  </a:lnTo>
                  <a:lnTo>
                    <a:pt x="3227073" y="1855455"/>
                  </a:lnTo>
                  <a:lnTo>
                    <a:pt x="3227231" y="1855455"/>
                  </a:lnTo>
                  <a:lnTo>
                    <a:pt x="3227389" y="1855455"/>
                  </a:lnTo>
                  <a:lnTo>
                    <a:pt x="3227546" y="1855455"/>
                  </a:lnTo>
                  <a:lnTo>
                    <a:pt x="3227704" y="1855455"/>
                  </a:lnTo>
                  <a:lnTo>
                    <a:pt x="3227862" y="1855455"/>
                  </a:lnTo>
                  <a:lnTo>
                    <a:pt x="3227862" y="1855024"/>
                  </a:lnTo>
                  <a:lnTo>
                    <a:pt x="3228020" y="1855024"/>
                  </a:lnTo>
                  <a:lnTo>
                    <a:pt x="3228177" y="1855024"/>
                  </a:lnTo>
                  <a:lnTo>
                    <a:pt x="3228335" y="1855024"/>
                  </a:lnTo>
                  <a:lnTo>
                    <a:pt x="3228335" y="1854594"/>
                  </a:lnTo>
                  <a:lnTo>
                    <a:pt x="3228493" y="1854594"/>
                  </a:lnTo>
                  <a:lnTo>
                    <a:pt x="3228650" y="1854594"/>
                  </a:lnTo>
                  <a:lnTo>
                    <a:pt x="3228808" y="1854594"/>
                  </a:lnTo>
                  <a:lnTo>
                    <a:pt x="3228966" y="1854594"/>
                  </a:lnTo>
                  <a:lnTo>
                    <a:pt x="3229124" y="1854594"/>
                  </a:lnTo>
                  <a:lnTo>
                    <a:pt x="3229281" y="1854594"/>
                  </a:lnTo>
                  <a:lnTo>
                    <a:pt x="3229439" y="1854594"/>
                  </a:lnTo>
                  <a:lnTo>
                    <a:pt x="3229597" y="1854594"/>
                  </a:lnTo>
                  <a:lnTo>
                    <a:pt x="3229754" y="1854594"/>
                  </a:lnTo>
                  <a:lnTo>
                    <a:pt x="3229912" y="1854594"/>
                  </a:lnTo>
                  <a:lnTo>
                    <a:pt x="3230070" y="1854594"/>
                  </a:lnTo>
                  <a:lnTo>
                    <a:pt x="3230228" y="1854594"/>
                  </a:lnTo>
                  <a:lnTo>
                    <a:pt x="3230228" y="1854163"/>
                  </a:lnTo>
                  <a:lnTo>
                    <a:pt x="3230385" y="1854163"/>
                  </a:lnTo>
                  <a:lnTo>
                    <a:pt x="3230543" y="1854163"/>
                  </a:lnTo>
                  <a:lnTo>
                    <a:pt x="3230701" y="1854163"/>
                  </a:lnTo>
                  <a:lnTo>
                    <a:pt x="3230858" y="1854163"/>
                  </a:lnTo>
                  <a:lnTo>
                    <a:pt x="3231016" y="1854163"/>
                  </a:lnTo>
                  <a:lnTo>
                    <a:pt x="3231016" y="1853733"/>
                  </a:lnTo>
                  <a:lnTo>
                    <a:pt x="3231174" y="1853733"/>
                  </a:lnTo>
                  <a:lnTo>
                    <a:pt x="3231174" y="1853302"/>
                  </a:lnTo>
                  <a:lnTo>
                    <a:pt x="3231174" y="1852871"/>
                  </a:lnTo>
                  <a:lnTo>
                    <a:pt x="3231332" y="1852871"/>
                  </a:lnTo>
                  <a:lnTo>
                    <a:pt x="3231489" y="1852871"/>
                  </a:lnTo>
                  <a:lnTo>
                    <a:pt x="3231489" y="1852441"/>
                  </a:lnTo>
                  <a:lnTo>
                    <a:pt x="3231647" y="1852441"/>
                  </a:lnTo>
                  <a:lnTo>
                    <a:pt x="3231647" y="1852010"/>
                  </a:lnTo>
                  <a:lnTo>
                    <a:pt x="3231647" y="1851580"/>
                  </a:lnTo>
                  <a:lnTo>
                    <a:pt x="3231805" y="1851580"/>
                  </a:lnTo>
                  <a:lnTo>
                    <a:pt x="3231805" y="1851149"/>
                  </a:lnTo>
                  <a:lnTo>
                    <a:pt x="3231962" y="1851149"/>
                  </a:lnTo>
                  <a:lnTo>
                    <a:pt x="3232120" y="1851149"/>
                  </a:lnTo>
                  <a:lnTo>
                    <a:pt x="3232278" y="1851149"/>
                  </a:lnTo>
                  <a:lnTo>
                    <a:pt x="3232436" y="1851149"/>
                  </a:lnTo>
                  <a:lnTo>
                    <a:pt x="3232593" y="1851149"/>
                  </a:lnTo>
                  <a:lnTo>
                    <a:pt x="3232751" y="1851149"/>
                  </a:lnTo>
                  <a:lnTo>
                    <a:pt x="3232909" y="1851149"/>
                  </a:lnTo>
                  <a:lnTo>
                    <a:pt x="3232909" y="1850718"/>
                  </a:lnTo>
                  <a:lnTo>
                    <a:pt x="3233066" y="1850718"/>
                  </a:lnTo>
                  <a:lnTo>
                    <a:pt x="3233066" y="1850288"/>
                  </a:lnTo>
                  <a:lnTo>
                    <a:pt x="3233224" y="1850288"/>
                  </a:lnTo>
                  <a:lnTo>
                    <a:pt x="3233382" y="1850288"/>
                  </a:lnTo>
                  <a:lnTo>
                    <a:pt x="3233540" y="1850288"/>
                  </a:lnTo>
                  <a:lnTo>
                    <a:pt x="3233697" y="1850288"/>
                  </a:lnTo>
                  <a:lnTo>
                    <a:pt x="3233855" y="1850288"/>
                  </a:lnTo>
                  <a:lnTo>
                    <a:pt x="3234013" y="1850288"/>
                  </a:lnTo>
                  <a:lnTo>
                    <a:pt x="3234171" y="1850288"/>
                  </a:lnTo>
                  <a:lnTo>
                    <a:pt x="3234328" y="1850288"/>
                  </a:lnTo>
                  <a:lnTo>
                    <a:pt x="3234486" y="1850288"/>
                  </a:lnTo>
                  <a:lnTo>
                    <a:pt x="3234644" y="1850288"/>
                  </a:lnTo>
                  <a:lnTo>
                    <a:pt x="3234801" y="1850288"/>
                  </a:lnTo>
                  <a:lnTo>
                    <a:pt x="3234959" y="1850288"/>
                  </a:lnTo>
                  <a:lnTo>
                    <a:pt x="3235117" y="1850288"/>
                  </a:lnTo>
                  <a:lnTo>
                    <a:pt x="3235275" y="1850288"/>
                  </a:lnTo>
                  <a:lnTo>
                    <a:pt x="3235432" y="1850288"/>
                  </a:lnTo>
                  <a:lnTo>
                    <a:pt x="3235590" y="1850288"/>
                  </a:lnTo>
                  <a:lnTo>
                    <a:pt x="3235590" y="1849857"/>
                  </a:lnTo>
                  <a:lnTo>
                    <a:pt x="3235590" y="1849427"/>
                  </a:lnTo>
                  <a:lnTo>
                    <a:pt x="3235748" y="1849427"/>
                  </a:lnTo>
                  <a:lnTo>
                    <a:pt x="3235905" y="1849427"/>
                  </a:lnTo>
                  <a:lnTo>
                    <a:pt x="3235905" y="1848996"/>
                  </a:lnTo>
                  <a:lnTo>
                    <a:pt x="3236063" y="1848996"/>
                  </a:lnTo>
                  <a:lnTo>
                    <a:pt x="3236221" y="1848996"/>
                  </a:lnTo>
                  <a:lnTo>
                    <a:pt x="3236379" y="1848996"/>
                  </a:lnTo>
                  <a:lnTo>
                    <a:pt x="3236536" y="1848996"/>
                  </a:lnTo>
                  <a:lnTo>
                    <a:pt x="3236536" y="1848565"/>
                  </a:lnTo>
                  <a:lnTo>
                    <a:pt x="3236694" y="1848565"/>
                  </a:lnTo>
                  <a:lnTo>
                    <a:pt x="3236694" y="1848135"/>
                  </a:lnTo>
                  <a:lnTo>
                    <a:pt x="3236852" y="1848135"/>
                  </a:lnTo>
                  <a:lnTo>
                    <a:pt x="3237009" y="1848135"/>
                  </a:lnTo>
                  <a:lnTo>
                    <a:pt x="3237167" y="1848135"/>
                  </a:lnTo>
                  <a:lnTo>
                    <a:pt x="3237325" y="1848135"/>
                  </a:lnTo>
                  <a:lnTo>
                    <a:pt x="3237483" y="1848135"/>
                  </a:lnTo>
                  <a:lnTo>
                    <a:pt x="3237640" y="1848135"/>
                  </a:lnTo>
                  <a:lnTo>
                    <a:pt x="3237798" y="1848135"/>
                  </a:lnTo>
                  <a:lnTo>
                    <a:pt x="3237956" y="1848135"/>
                  </a:lnTo>
                  <a:lnTo>
                    <a:pt x="3238113" y="1848135"/>
                  </a:lnTo>
                  <a:lnTo>
                    <a:pt x="3238271" y="1848135"/>
                  </a:lnTo>
                  <a:lnTo>
                    <a:pt x="3238429" y="1848135"/>
                  </a:lnTo>
                  <a:lnTo>
                    <a:pt x="3238587" y="1848135"/>
                  </a:lnTo>
                  <a:lnTo>
                    <a:pt x="3238744" y="1848135"/>
                  </a:lnTo>
                  <a:lnTo>
                    <a:pt x="3238902" y="1848135"/>
                  </a:lnTo>
                  <a:lnTo>
                    <a:pt x="3238902" y="1847704"/>
                  </a:lnTo>
                  <a:lnTo>
                    <a:pt x="3239060" y="1847704"/>
                  </a:lnTo>
                  <a:lnTo>
                    <a:pt x="3239217" y="1847704"/>
                  </a:lnTo>
                  <a:lnTo>
                    <a:pt x="3239375" y="1847704"/>
                  </a:lnTo>
                  <a:lnTo>
                    <a:pt x="3239375" y="1847274"/>
                  </a:lnTo>
                  <a:lnTo>
                    <a:pt x="3239533" y="1847274"/>
                  </a:lnTo>
                  <a:lnTo>
                    <a:pt x="3239533" y="1846843"/>
                  </a:lnTo>
                  <a:lnTo>
                    <a:pt x="3239691" y="1846843"/>
                  </a:lnTo>
                  <a:lnTo>
                    <a:pt x="3239691" y="1846412"/>
                  </a:lnTo>
                  <a:lnTo>
                    <a:pt x="3239848" y="1846412"/>
                  </a:lnTo>
                  <a:lnTo>
                    <a:pt x="3240006" y="1846412"/>
                  </a:lnTo>
                  <a:lnTo>
                    <a:pt x="3240006" y="1845982"/>
                  </a:lnTo>
                  <a:lnTo>
                    <a:pt x="3240006" y="1845551"/>
                  </a:lnTo>
                  <a:lnTo>
                    <a:pt x="3240164" y="1845551"/>
                  </a:lnTo>
                  <a:lnTo>
                    <a:pt x="3240322" y="1845551"/>
                  </a:lnTo>
                  <a:lnTo>
                    <a:pt x="3240479" y="1845551"/>
                  </a:lnTo>
                  <a:lnTo>
                    <a:pt x="3240637" y="1845551"/>
                  </a:lnTo>
                  <a:lnTo>
                    <a:pt x="3240795" y="1845551"/>
                  </a:lnTo>
                  <a:lnTo>
                    <a:pt x="3240952" y="1845551"/>
                  </a:lnTo>
                  <a:lnTo>
                    <a:pt x="3241110" y="1845551"/>
                  </a:lnTo>
                  <a:lnTo>
                    <a:pt x="3241268" y="1845551"/>
                  </a:lnTo>
                  <a:lnTo>
                    <a:pt x="3241426" y="1845551"/>
                  </a:lnTo>
                  <a:lnTo>
                    <a:pt x="3241583" y="1845551"/>
                  </a:lnTo>
                  <a:lnTo>
                    <a:pt x="3241741" y="1845551"/>
                  </a:lnTo>
                  <a:lnTo>
                    <a:pt x="3241899" y="1845551"/>
                  </a:lnTo>
                  <a:lnTo>
                    <a:pt x="3242056" y="1845551"/>
                  </a:lnTo>
                  <a:lnTo>
                    <a:pt x="3242056" y="1845121"/>
                  </a:lnTo>
                  <a:lnTo>
                    <a:pt x="3242214" y="1845121"/>
                  </a:lnTo>
                  <a:lnTo>
                    <a:pt x="3242372" y="1845121"/>
                  </a:lnTo>
                  <a:lnTo>
                    <a:pt x="3242530" y="1845121"/>
                  </a:lnTo>
                  <a:lnTo>
                    <a:pt x="3242687" y="1845121"/>
                  </a:lnTo>
                  <a:lnTo>
                    <a:pt x="3242845" y="1845121"/>
                  </a:lnTo>
                  <a:lnTo>
                    <a:pt x="3242845" y="1844690"/>
                  </a:lnTo>
                  <a:lnTo>
                    <a:pt x="3243003" y="1844690"/>
                  </a:lnTo>
                  <a:lnTo>
                    <a:pt x="3243160" y="1844690"/>
                  </a:lnTo>
                  <a:lnTo>
                    <a:pt x="3243318" y="1844690"/>
                  </a:lnTo>
                  <a:lnTo>
                    <a:pt x="3243476" y="1844690"/>
                  </a:lnTo>
                  <a:lnTo>
                    <a:pt x="3243634" y="1844690"/>
                  </a:lnTo>
                  <a:lnTo>
                    <a:pt x="3243791" y="1844690"/>
                  </a:lnTo>
                  <a:lnTo>
                    <a:pt x="3243949" y="1844690"/>
                  </a:lnTo>
                  <a:lnTo>
                    <a:pt x="3243949" y="1844259"/>
                  </a:lnTo>
                  <a:lnTo>
                    <a:pt x="3244107" y="1844259"/>
                  </a:lnTo>
                  <a:lnTo>
                    <a:pt x="3244107" y="1843829"/>
                  </a:lnTo>
                  <a:lnTo>
                    <a:pt x="3244264" y="1843829"/>
                  </a:lnTo>
                  <a:lnTo>
                    <a:pt x="3244264" y="1843398"/>
                  </a:lnTo>
                  <a:lnTo>
                    <a:pt x="3244422" y="1843398"/>
                  </a:lnTo>
                  <a:lnTo>
                    <a:pt x="3244580" y="1843398"/>
                  </a:lnTo>
                  <a:lnTo>
                    <a:pt x="3244738" y="1843398"/>
                  </a:lnTo>
                  <a:lnTo>
                    <a:pt x="3244895" y="1843398"/>
                  </a:lnTo>
                  <a:lnTo>
                    <a:pt x="3244895" y="1842968"/>
                  </a:lnTo>
                  <a:lnTo>
                    <a:pt x="3244895" y="1842537"/>
                  </a:lnTo>
                  <a:lnTo>
                    <a:pt x="3244895" y="1842106"/>
                  </a:lnTo>
                  <a:lnTo>
                    <a:pt x="3245053" y="1842106"/>
                  </a:lnTo>
                  <a:lnTo>
                    <a:pt x="3245053" y="1841676"/>
                  </a:lnTo>
                  <a:lnTo>
                    <a:pt x="3245211" y="1841676"/>
                  </a:lnTo>
                  <a:lnTo>
                    <a:pt x="3245369" y="1841676"/>
                  </a:lnTo>
                  <a:lnTo>
                    <a:pt x="3245369" y="1841245"/>
                  </a:lnTo>
                  <a:lnTo>
                    <a:pt x="3245526" y="1841245"/>
                  </a:lnTo>
                  <a:lnTo>
                    <a:pt x="3245684" y="1841245"/>
                  </a:lnTo>
                  <a:lnTo>
                    <a:pt x="3245842" y="1841245"/>
                  </a:lnTo>
                  <a:lnTo>
                    <a:pt x="3245999" y="1841245"/>
                  </a:lnTo>
                  <a:lnTo>
                    <a:pt x="3246157" y="1841245"/>
                  </a:lnTo>
                  <a:lnTo>
                    <a:pt x="3246157" y="1840815"/>
                  </a:lnTo>
                  <a:lnTo>
                    <a:pt x="3246315" y="1840815"/>
                  </a:lnTo>
                  <a:lnTo>
                    <a:pt x="3246473" y="1840815"/>
                  </a:lnTo>
                  <a:lnTo>
                    <a:pt x="3246630" y="1840815"/>
                  </a:lnTo>
                  <a:lnTo>
                    <a:pt x="3246788" y="1840815"/>
                  </a:lnTo>
                  <a:lnTo>
                    <a:pt x="3246946" y="1840815"/>
                  </a:lnTo>
                  <a:lnTo>
                    <a:pt x="3246946" y="1840384"/>
                  </a:lnTo>
                  <a:lnTo>
                    <a:pt x="3247103" y="1840384"/>
                  </a:lnTo>
                  <a:lnTo>
                    <a:pt x="3247261" y="1840384"/>
                  </a:lnTo>
                  <a:lnTo>
                    <a:pt x="3247419" y="1840384"/>
                  </a:lnTo>
                  <a:lnTo>
                    <a:pt x="3247577" y="1840384"/>
                  </a:lnTo>
                  <a:lnTo>
                    <a:pt x="3247734" y="1840384"/>
                  </a:lnTo>
                  <a:lnTo>
                    <a:pt x="3247734" y="1839953"/>
                  </a:lnTo>
                  <a:lnTo>
                    <a:pt x="3247734" y="1839523"/>
                  </a:lnTo>
                  <a:lnTo>
                    <a:pt x="3247734" y="1839092"/>
                  </a:lnTo>
                  <a:lnTo>
                    <a:pt x="3247892" y="1839092"/>
                  </a:lnTo>
                  <a:lnTo>
                    <a:pt x="3248050" y="1839092"/>
                  </a:lnTo>
                  <a:lnTo>
                    <a:pt x="3248050" y="1838662"/>
                  </a:lnTo>
                  <a:lnTo>
                    <a:pt x="3248050" y="1838231"/>
                  </a:lnTo>
                  <a:lnTo>
                    <a:pt x="3248207" y="1838231"/>
                  </a:lnTo>
                  <a:lnTo>
                    <a:pt x="3248365" y="1838231"/>
                  </a:lnTo>
                  <a:lnTo>
                    <a:pt x="3248523" y="1838231"/>
                  </a:lnTo>
                  <a:lnTo>
                    <a:pt x="3248681" y="1838231"/>
                  </a:lnTo>
                  <a:lnTo>
                    <a:pt x="3248681" y="1837800"/>
                  </a:lnTo>
                  <a:lnTo>
                    <a:pt x="3248838" y="1837800"/>
                  </a:lnTo>
                  <a:lnTo>
                    <a:pt x="3248996" y="1837800"/>
                  </a:lnTo>
                  <a:lnTo>
                    <a:pt x="3249154" y="1837800"/>
                  </a:lnTo>
                  <a:lnTo>
                    <a:pt x="3249311" y="1837800"/>
                  </a:lnTo>
                  <a:lnTo>
                    <a:pt x="3249469" y="1837800"/>
                  </a:lnTo>
                  <a:lnTo>
                    <a:pt x="3249627" y="1837800"/>
                  </a:lnTo>
                  <a:lnTo>
                    <a:pt x="3249785" y="1837800"/>
                  </a:lnTo>
                  <a:lnTo>
                    <a:pt x="3249942" y="1837800"/>
                  </a:lnTo>
                  <a:lnTo>
                    <a:pt x="3249942" y="1837370"/>
                  </a:lnTo>
                  <a:lnTo>
                    <a:pt x="3250100" y="1837370"/>
                  </a:lnTo>
                  <a:lnTo>
                    <a:pt x="3250258" y="1837370"/>
                  </a:lnTo>
                  <a:lnTo>
                    <a:pt x="3250415" y="1837370"/>
                  </a:lnTo>
                  <a:lnTo>
                    <a:pt x="3250573" y="1837370"/>
                  </a:lnTo>
                  <a:lnTo>
                    <a:pt x="3250731" y="1837370"/>
                  </a:lnTo>
                  <a:lnTo>
                    <a:pt x="3250889" y="1837370"/>
                  </a:lnTo>
                  <a:lnTo>
                    <a:pt x="3251046" y="1837370"/>
                  </a:lnTo>
                  <a:lnTo>
                    <a:pt x="3251046" y="1836939"/>
                  </a:lnTo>
                  <a:lnTo>
                    <a:pt x="3251204" y="1836939"/>
                  </a:lnTo>
                  <a:lnTo>
                    <a:pt x="3251362" y="1836939"/>
                  </a:lnTo>
                  <a:lnTo>
                    <a:pt x="3251520" y="1836939"/>
                  </a:lnTo>
                  <a:lnTo>
                    <a:pt x="3251520" y="1836509"/>
                  </a:lnTo>
                  <a:lnTo>
                    <a:pt x="3251677" y="1836509"/>
                  </a:lnTo>
                  <a:lnTo>
                    <a:pt x="3251835" y="1836509"/>
                  </a:lnTo>
                  <a:lnTo>
                    <a:pt x="3251993" y="1836509"/>
                  </a:lnTo>
                  <a:lnTo>
                    <a:pt x="3252150" y="1836509"/>
                  </a:lnTo>
                  <a:lnTo>
                    <a:pt x="3252150" y="1836078"/>
                  </a:lnTo>
                  <a:lnTo>
                    <a:pt x="3252308" y="1836078"/>
                  </a:lnTo>
                  <a:lnTo>
                    <a:pt x="3252466" y="1836078"/>
                  </a:lnTo>
                  <a:lnTo>
                    <a:pt x="3252624" y="1836078"/>
                  </a:lnTo>
                  <a:lnTo>
                    <a:pt x="3252781" y="1836078"/>
                  </a:lnTo>
                  <a:lnTo>
                    <a:pt x="3252939" y="1836078"/>
                  </a:lnTo>
                  <a:lnTo>
                    <a:pt x="3252939" y="1835647"/>
                  </a:lnTo>
                  <a:lnTo>
                    <a:pt x="3253097" y="1835647"/>
                  </a:lnTo>
                  <a:lnTo>
                    <a:pt x="3253254" y="1835647"/>
                  </a:lnTo>
                  <a:lnTo>
                    <a:pt x="3253412" y="1835647"/>
                  </a:lnTo>
                  <a:lnTo>
                    <a:pt x="3253412" y="1835217"/>
                  </a:lnTo>
                  <a:lnTo>
                    <a:pt x="3253570" y="1835217"/>
                  </a:lnTo>
                  <a:lnTo>
                    <a:pt x="3253728" y="1835217"/>
                  </a:lnTo>
                  <a:lnTo>
                    <a:pt x="3253728" y="1834786"/>
                  </a:lnTo>
                  <a:lnTo>
                    <a:pt x="3253885" y="1834786"/>
                  </a:lnTo>
                  <a:lnTo>
                    <a:pt x="3254043" y="1834786"/>
                  </a:lnTo>
                  <a:lnTo>
                    <a:pt x="3254201" y="1834786"/>
                  </a:lnTo>
                  <a:lnTo>
                    <a:pt x="3254201" y="1834356"/>
                  </a:lnTo>
                  <a:lnTo>
                    <a:pt x="3254358" y="1834356"/>
                  </a:lnTo>
                  <a:lnTo>
                    <a:pt x="3254516" y="1834356"/>
                  </a:lnTo>
                  <a:lnTo>
                    <a:pt x="3254516" y="1833925"/>
                  </a:lnTo>
                  <a:lnTo>
                    <a:pt x="3254516" y="1833494"/>
                  </a:lnTo>
                  <a:lnTo>
                    <a:pt x="3254674" y="1833494"/>
                  </a:lnTo>
                  <a:lnTo>
                    <a:pt x="3254832" y="1833494"/>
                  </a:lnTo>
                  <a:lnTo>
                    <a:pt x="3254832" y="1833064"/>
                  </a:lnTo>
                  <a:lnTo>
                    <a:pt x="3254989" y="1833064"/>
                  </a:lnTo>
                  <a:lnTo>
                    <a:pt x="3255147" y="1833064"/>
                  </a:lnTo>
                  <a:lnTo>
                    <a:pt x="3255305" y="1833064"/>
                  </a:lnTo>
                  <a:lnTo>
                    <a:pt x="3255462" y="1833064"/>
                  </a:lnTo>
                  <a:lnTo>
                    <a:pt x="3255462" y="1832633"/>
                  </a:lnTo>
                  <a:lnTo>
                    <a:pt x="3255620" y="1832633"/>
                  </a:lnTo>
                  <a:lnTo>
                    <a:pt x="3255620" y="1832203"/>
                  </a:lnTo>
                  <a:lnTo>
                    <a:pt x="3255778" y="1832203"/>
                  </a:lnTo>
                  <a:lnTo>
                    <a:pt x="3255936" y="1832203"/>
                  </a:lnTo>
                  <a:lnTo>
                    <a:pt x="3256093" y="1832203"/>
                  </a:lnTo>
                  <a:lnTo>
                    <a:pt x="3256251" y="1832203"/>
                  </a:lnTo>
                  <a:lnTo>
                    <a:pt x="3256409" y="1832203"/>
                  </a:lnTo>
                  <a:lnTo>
                    <a:pt x="3256409" y="1831772"/>
                  </a:lnTo>
                  <a:lnTo>
                    <a:pt x="3256567" y="1831772"/>
                  </a:lnTo>
                  <a:lnTo>
                    <a:pt x="3256724" y="1831772"/>
                  </a:lnTo>
                  <a:lnTo>
                    <a:pt x="3256882" y="1831772"/>
                  </a:lnTo>
                  <a:lnTo>
                    <a:pt x="3257040" y="1831772"/>
                  </a:lnTo>
                  <a:lnTo>
                    <a:pt x="3257197" y="1831772"/>
                  </a:lnTo>
                  <a:lnTo>
                    <a:pt x="3257355" y="1831772"/>
                  </a:lnTo>
                  <a:lnTo>
                    <a:pt x="3257513" y="1831772"/>
                  </a:lnTo>
                  <a:lnTo>
                    <a:pt x="3257671" y="1831772"/>
                  </a:lnTo>
                  <a:lnTo>
                    <a:pt x="3257828" y="1831772"/>
                  </a:lnTo>
                  <a:lnTo>
                    <a:pt x="3257986" y="1831772"/>
                  </a:lnTo>
                  <a:lnTo>
                    <a:pt x="3258144" y="1831772"/>
                  </a:lnTo>
                  <a:lnTo>
                    <a:pt x="3258144" y="1831341"/>
                  </a:lnTo>
                  <a:lnTo>
                    <a:pt x="3258301" y="1831341"/>
                  </a:lnTo>
                  <a:lnTo>
                    <a:pt x="3258459" y="1831341"/>
                  </a:lnTo>
                  <a:lnTo>
                    <a:pt x="3258617" y="1831341"/>
                  </a:lnTo>
                  <a:lnTo>
                    <a:pt x="3258775" y="1831341"/>
                  </a:lnTo>
                  <a:lnTo>
                    <a:pt x="3258775" y="1830911"/>
                  </a:lnTo>
                  <a:lnTo>
                    <a:pt x="3258932" y="1830911"/>
                  </a:lnTo>
                  <a:lnTo>
                    <a:pt x="3259090" y="1830911"/>
                  </a:lnTo>
                  <a:lnTo>
                    <a:pt x="3259090" y="1830480"/>
                  </a:lnTo>
                  <a:lnTo>
                    <a:pt x="3259090" y="1830050"/>
                  </a:lnTo>
                  <a:lnTo>
                    <a:pt x="3259248" y="1830050"/>
                  </a:lnTo>
                  <a:lnTo>
                    <a:pt x="3259248" y="1829619"/>
                  </a:lnTo>
                  <a:lnTo>
                    <a:pt x="3259405" y="1829619"/>
                  </a:lnTo>
                  <a:lnTo>
                    <a:pt x="3259563" y="1829619"/>
                  </a:lnTo>
                  <a:lnTo>
                    <a:pt x="3259721" y="1829619"/>
                  </a:lnTo>
                  <a:lnTo>
                    <a:pt x="3259879" y="1829619"/>
                  </a:lnTo>
                  <a:lnTo>
                    <a:pt x="3260036" y="1829619"/>
                  </a:lnTo>
                  <a:lnTo>
                    <a:pt x="3260194" y="1829619"/>
                  </a:lnTo>
                  <a:lnTo>
                    <a:pt x="3260352" y="1829619"/>
                  </a:lnTo>
                  <a:lnTo>
                    <a:pt x="3260509" y="1829619"/>
                  </a:lnTo>
                  <a:lnTo>
                    <a:pt x="3260667" y="1829619"/>
                  </a:lnTo>
                  <a:lnTo>
                    <a:pt x="3260667" y="1829188"/>
                  </a:lnTo>
                  <a:lnTo>
                    <a:pt x="3260825" y="1829188"/>
                  </a:lnTo>
                  <a:lnTo>
                    <a:pt x="3260983" y="1829188"/>
                  </a:lnTo>
                  <a:lnTo>
                    <a:pt x="3260983" y="1828758"/>
                  </a:lnTo>
                  <a:lnTo>
                    <a:pt x="3261140" y="1828758"/>
                  </a:lnTo>
                  <a:lnTo>
                    <a:pt x="3261298" y="1828758"/>
                  </a:lnTo>
                  <a:lnTo>
                    <a:pt x="3261298" y="1828327"/>
                  </a:lnTo>
                  <a:lnTo>
                    <a:pt x="3261456" y="1828327"/>
                  </a:lnTo>
                  <a:lnTo>
                    <a:pt x="3261613" y="1828327"/>
                  </a:lnTo>
                  <a:lnTo>
                    <a:pt x="3261771" y="1828327"/>
                  </a:lnTo>
                  <a:lnTo>
                    <a:pt x="3261929" y="1828327"/>
                  </a:lnTo>
                  <a:lnTo>
                    <a:pt x="3262087" y="1828327"/>
                  </a:lnTo>
                  <a:lnTo>
                    <a:pt x="3262244" y="1828327"/>
                  </a:lnTo>
                  <a:lnTo>
                    <a:pt x="3262402" y="1828327"/>
                  </a:lnTo>
                  <a:lnTo>
                    <a:pt x="3262560" y="1828327"/>
                  </a:lnTo>
                  <a:lnTo>
                    <a:pt x="3262718" y="1828327"/>
                  </a:lnTo>
                  <a:lnTo>
                    <a:pt x="3262875" y="1828327"/>
                  </a:lnTo>
                  <a:lnTo>
                    <a:pt x="3263033" y="1828327"/>
                  </a:lnTo>
                  <a:lnTo>
                    <a:pt x="3263191" y="1828327"/>
                  </a:lnTo>
                  <a:lnTo>
                    <a:pt x="3263348" y="1828327"/>
                  </a:lnTo>
                  <a:lnTo>
                    <a:pt x="3263506" y="1828327"/>
                  </a:lnTo>
                  <a:lnTo>
                    <a:pt x="3263506" y="1827897"/>
                  </a:lnTo>
                  <a:lnTo>
                    <a:pt x="3263664" y="1827897"/>
                  </a:lnTo>
                  <a:lnTo>
                    <a:pt x="3263822" y="1827897"/>
                  </a:lnTo>
                  <a:lnTo>
                    <a:pt x="3263822" y="1827466"/>
                  </a:lnTo>
                  <a:lnTo>
                    <a:pt x="3263979" y="1827466"/>
                  </a:lnTo>
                  <a:lnTo>
                    <a:pt x="3263979" y="1827035"/>
                  </a:lnTo>
                  <a:lnTo>
                    <a:pt x="3264137" y="1827035"/>
                  </a:lnTo>
                  <a:lnTo>
                    <a:pt x="3264295" y="1827035"/>
                  </a:lnTo>
                  <a:lnTo>
                    <a:pt x="3264452" y="1827035"/>
                  </a:lnTo>
                  <a:lnTo>
                    <a:pt x="3264610" y="1827035"/>
                  </a:lnTo>
                  <a:lnTo>
                    <a:pt x="3264768" y="1827035"/>
                  </a:lnTo>
                  <a:lnTo>
                    <a:pt x="3264768" y="1826605"/>
                  </a:lnTo>
                  <a:lnTo>
                    <a:pt x="3264768" y="1826174"/>
                  </a:lnTo>
                  <a:lnTo>
                    <a:pt x="3264926" y="1826174"/>
                  </a:lnTo>
                  <a:lnTo>
                    <a:pt x="3265083" y="1826174"/>
                  </a:lnTo>
                  <a:lnTo>
                    <a:pt x="3265241" y="1826174"/>
                  </a:lnTo>
                  <a:lnTo>
                    <a:pt x="3265399" y="1826174"/>
                  </a:lnTo>
                  <a:lnTo>
                    <a:pt x="3265556" y="1826174"/>
                  </a:lnTo>
                  <a:lnTo>
                    <a:pt x="3265714" y="1826174"/>
                  </a:lnTo>
                  <a:lnTo>
                    <a:pt x="3265872" y="1826174"/>
                  </a:lnTo>
                  <a:lnTo>
                    <a:pt x="3266030" y="1826174"/>
                  </a:lnTo>
                  <a:lnTo>
                    <a:pt x="3266187" y="1826174"/>
                  </a:lnTo>
                  <a:lnTo>
                    <a:pt x="3266345" y="1826174"/>
                  </a:lnTo>
                  <a:lnTo>
                    <a:pt x="3266503" y="1826174"/>
                  </a:lnTo>
                  <a:lnTo>
                    <a:pt x="3266660" y="1826174"/>
                  </a:lnTo>
                  <a:lnTo>
                    <a:pt x="3266818" y="1826174"/>
                  </a:lnTo>
                  <a:lnTo>
                    <a:pt x="3266818" y="1825744"/>
                  </a:lnTo>
                  <a:lnTo>
                    <a:pt x="3266818" y="1825313"/>
                  </a:lnTo>
                  <a:lnTo>
                    <a:pt x="3266976" y="1825313"/>
                  </a:lnTo>
                  <a:lnTo>
                    <a:pt x="3267134" y="1825313"/>
                  </a:lnTo>
                  <a:lnTo>
                    <a:pt x="3267291" y="1825313"/>
                  </a:lnTo>
                  <a:lnTo>
                    <a:pt x="3267449" y="1825313"/>
                  </a:lnTo>
                  <a:lnTo>
                    <a:pt x="3267449" y="1824882"/>
                  </a:lnTo>
                  <a:lnTo>
                    <a:pt x="3267607" y="1824882"/>
                  </a:lnTo>
                  <a:lnTo>
                    <a:pt x="3267765" y="1824882"/>
                  </a:lnTo>
                  <a:lnTo>
                    <a:pt x="3267922" y="1824882"/>
                  </a:lnTo>
                  <a:lnTo>
                    <a:pt x="3268080" y="1824882"/>
                  </a:lnTo>
                  <a:lnTo>
                    <a:pt x="3268238" y="1824882"/>
                  </a:lnTo>
                  <a:lnTo>
                    <a:pt x="3268395" y="1824882"/>
                  </a:lnTo>
                  <a:lnTo>
                    <a:pt x="3268553" y="1824882"/>
                  </a:lnTo>
                  <a:lnTo>
                    <a:pt x="3268711" y="1824882"/>
                  </a:lnTo>
                  <a:lnTo>
                    <a:pt x="3268711" y="1824452"/>
                  </a:lnTo>
                  <a:lnTo>
                    <a:pt x="3268869" y="1824452"/>
                  </a:lnTo>
                  <a:lnTo>
                    <a:pt x="3268869" y="1824021"/>
                  </a:lnTo>
                  <a:lnTo>
                    <a:pt x="3268869" y="1823591"/>
                  </a:lnTo>
                  <a:lnTo>
                    <a:pt x="3269026" y="1823591"/>
                  </a:lnTo>
                  <a:lnTo>
                    <a:pt x="3269184" y="1823591"/>
                  </a:lnTo>
                  <a:lnTo>
                    <a:pt x="3269342" y="1823591"/>
                  </a:lnTo>
                  <a:lnTo>
                    <a:pt x="3269342" y="1823160"/>
                  </a:lnTo>
                  <a:lnTo>
                    <a:pt x="3269342" y="1822729"/>
                  </a:lnTo>
                  <a:lnTo>
                    <a:pt x="3269499" y="1822729"/>
                  </a:lnTo>
                  <a:lnTo>
                    <a:pt x="3269657" y="1822729"/>
                  </a:lnTo>
                  <a:lnTo>
                    <a:pt x="3269815" y="1822729"/>
                  </a:lnTo>
                  <a:lnTo>
                    <a:pt x="3269815" y="1822299"/>
                  </a:lnTo>
                  <a:lnTo>
                    <a:pt x="3269973" y="1822299"/>
                  </a:lnTo>
                  <a:lnTo>
                    <a:pt x="3270130" y="1822299"/>
                  </a:lnTo>
                  <a:lnTo>
                    <a:pt x="3270288" y="1822299"/>
                  </a:lnTo>
                  <a:lnTo>
                    <a:pt x="3270446" y="1822299"/>
                  </a:lnTo>
                  <a:lnTo>
                    <a:pt x="3270603" y="1822299"/>
                  </a:lnTo>
                  <a:lnTo>
                    <a:pt x="3270761" y="1822299"/>
                  </a:lnTo>
                  <a:lnTo>
                    <a:pt x="3270761" y="1821868"/>
                  </a:lnTo>
                  <a:lnTo>
                    <a:pt x="3270919" y="1821868"/>
                  </a:lnTo>
                  <a:lnTo>
                    <a:pt x="3271077" y="1821868"/>
                  </a:lnTo>
                  <a:lnTo>
                    <a:pt x="3271234" y="1821868"/>
                  </a:lnTo>
                  <a:lnTo>
                    <a:pt x="3271392" y="1821868"/>
                  </a:lnTo>
                  <a:lnTo>
                    <a:pt x="3271550" y="1821868"/>
                  </a:lnTo>
                  <a:lnTo>
                    <a:pt x="3271707" y="1821868"/>
                  </a:lnTo>
                  <a:lnTo>
                    <a:pt x="3271865" y="1821868"/>
                  </a:lnTo>
                  <a:lnTo>
                    <a:pt x="3272023" y="1821868"/>
                  </a:lnTo>
                  <a:lnTo>
                    <a:pt x="3272181" y="1821868"/>
                  </a:lnTo>
                  <a:lnTo>
                    <a:pt x="3272338" y="1821868"/>
                  </a:lnTo>
                  <a:lnTo>
                    <a:pt x="3272496" y="1821868"/>
                  </a:lnTo>
                  <a:lnTo>
                    <a:pt x="3272654" y="1821868"/>
                  </a:lnTo>
                  <a:lnTo>
                    <a:pt x="3272811" y="1821868"/>
                  </a:lnTo>
                  <a:lnTo>
                    <a:pt x="3272969" y="1821868"/>
                  </a:lnTo>
                  <a:lnTo>
                    <a:pt x="3273127" y="1821868"/>
                  </a:lnTo>
                  <a:lnTo>
                    <a:pt x="3273127" y="1821438"/>
                  </a:lnTo>
                  <a:lnTo>
                    <a:pt x="3273127" y="1821007"/>
                  </a:lnTo>
                  <a:lnTo>
                    <a:pt x="3273285" y="1821007"/>
                  </a:lnTo>
                  <a:lnTo>
                    <a:pt x="3273442" y="1821007"/>
                  </a:lnTo>
                  <a:lnTo>
                    <a:pt x="3273600" y="1821007"/>
                  </a:lnTo>
                  <a:lnTo>
                    <a:pt x="3273758" y="1821007"/>
                  </a:lnTo>
                  <a:lnTo>
                    <a:pt x="3273916" y="1821007"/>
                  </a:lnTo>
                  <a:lnTo>
                    <a:pt x="3274073" y="1821007"/>
                  </a:lnTo>
                  <a:lnTo>
                    <a:pt x="3274073" y="1820576"/>
                  </a:lnTo>
                  <a:lnTo>
                    <a:pt x="3274231" y="1820576"/>
                  </a:lnTo>
                  <a:lnTo>
                    <a:pt x="3274231" y="1820146"/>
                  </a:lnTo>
                  <a:lnTo>
                    <a:pt x="3274389" y="1820146"/>
                  </a:lnTo>
                  <a:lnTo>
                    <a:pt x="3274389" y="1819715"/>
                  </a:lnTo>
                  <a:lnTo>
                    <a:pt x="3274546" y="1819715"/>
                  </a:lnTo>
                  <a:lnTo>
                    <a:pt x="3274704" y="1819715"/>
                  </a:lnTo>
                  <a:lnTo>
                    <a:pt x="3274704" y="1819285"/>
                  </a:lnTo>
                  <a:lnTo>
                    <a:pt x="3274862" y="1819285"/>
                  </a:lnTo>
                  <a:lnTo>
                    <a:pt x="3274862" y="1818854"/>
                  </a:lnTo>
                  <a:lnTo>
                    <a:pt x="3275020" y="1818854"/>
                  </a:lnTo>
                  <a:lnTo>
                    <a:pt x="3275177" y="1818854"/>
                  </a:lnTo>
                  <a:lnTo>
                    <a:pt x="3275335" y="1818854"/>
                  </a:lnTo>
                  <a:lnTo>
                    <a:pt x="3275335" y="1818423"/>
                  </a:lnTo>
                  <a:lnTo>
                    <a:pt x="3275335" y="1817993"/>
                  </a:lnTo>
                  <a:lnTo>
                    <a:pt x="3275335" y="1817562"/>
                  </a:lnTo>
                  <a:lnTo>
                    <a:pt x="3275493" y="1817562"/>
                  </a:lnTo>
                  <a:lnTo>
                    <a:pt x="3275650" y="1817562"/>
                  </a:lnTo>
                  <a:lnTo>
                    <a:pt x="3275808" y="1817562"/>
                  </a:lnTo>
                  <a:lnTo>
                    <a:pt x="3275966" y="1817562"/>
                  </a:lnTo>
                  <a:lnTo>
                    <a:pt x="3276124" y="1817562"/>
                  </a:lnTo>
                  <a:lnTo>
                    <a:pt x="3276281" y="1817562"/>
                  </a:lnTo>
                  <a:lnTo>
                    <a:pt x="3276439" y="1817562"/>
                  </a:lnTo>
                  <a:lnTo>
                    <a:pt x="3276597" y="1817562"/>
                  </a:lnTo>
                  <a:lnTo>
                    <a:pt x="3276597" y="1817132"/>
                  </a:lnTo>
                  <a:lnTo>
                    <a:pt x="3276754" y="1817132"/>
                  </a:lnTo>
                  <a:lnTo>
                    <a:pt x="3276912" y="1817132"/>
                  </a:lnTo>
                  <a:lnTo>
                    <a:pt x="3277070" y="1817132"/>
                  </a:lnTo>
                  <a:lnTo>
                    <a:pt x="3277070" y="1816701"/>
                  </a:lnTo>
                  <a:lnTo>
                    <a:pt x="3277070" y="1816270"/>
                  </a:lnTo>
                  <a:lnTo>
                    <a:pt x="3277228" y="1816270"/>
                  </a:lnTo>
                  <a:lnTo>
                    <a:pt x="3277385" y="1816270"/>
                  </a:lnTo>
                  <a:lnTo>
                    <a:pt x="3277543" y="1816270"/>
                  </a:lnTo>
                  <a:lnTo>
                    <a:pt x="3277701" y="1816270"/>
                  </a:lnTo>
                  <a:lnTo>
                    <a:pt x="3277858" y="1816270"/>
                  </a:lnTo>
                  <a:lnTo>
                    <a:pt x="3278016" y="1816270"/>
                  </a:lnTo>
                  <a:lnTo>
                    <a:pt x="3278174" y="1816270"/>
                  </a:lnTo>
                  <a:lnTo>
                    <a:pt x="3278332" y="1816270"/>
                  </a:lnTo>
                  <a:lnTo>
                    <a:pt x="3278489" y="1816270"/>
                  </a:lnTo>
                  <a:lnTo>
                    <a:pt x="3278647" y="1816270"/>
                  </a:lnTo>
                  <a:lnTo>
                    <a:pt x="3278647" y="1815840"/>
                  </a:lnTo>
                  <a:lnTo>
                    <a:pt x="3278647" y="1815409"/>
                  </a:lnTo>
                  <a:lnTo>
                    <a:pt x="3278647" y="1814979"/>
                  </a:lnTo>
                  <a:lnTo>
                    <a:pt x="3278805" y="1814979"/>
                  </a:lnTo>
                  <a:lnTo>
                    <a:pt x="3278963" y="1814979"/>
                  </a:lnTo>
                  <a:lnTo>
                    <a:pt x="3279120" y="1814979"/>
                  </a:lnTo>
                  <a:lnTo>
                    <a:pt x="3279278" y="1814979"/>
                  </a:lnTo>
                  <a:lnTo>
                    <a:pt x="3279278" y="1814548"/>
                  </a:lnTo>
                  <a:lnTo>
                    <a:pt x="3279436" y="1814548"/>
                  </a:lnTo>
                  <a:lnTo>
                    <a:pt x="3279436" y="1814117"/>
                  </a:lnTo>
                  <a:lnTo>
                    <a:pt x="3279593" y="1814117"/>
                  </a:lnTo>
                  <a:lnTo>
                    <a:pt x="3279751" y="1814117"/>
                  </a:lnTo>
                  <a:lnTo>
                    <a:pt x="3279751" y="1813687"/>
                  </a:lnTo>
                  <a:lnTo>
                    <a:pt x="3279909" y="1813687"/>
                  </a:lnTo>
                  <a:lnTo>
                    <a:pt x="3279909" y="1813256"/>
                  </a:lnTo>
                  <a:lnTo>
                    <a:pt x="3280067" y="1813256"/>
                  </a:lnTo>
                  <a:lnTo>
                    <a:pt x="3280224" y="1813256"/>
                  </a:lnTo>
                  <a:lnTo>
                    <a:pt x="3280382" y="1813256"/>
                  </a:lnTo>
                  <a:lnTo>
                    <a:pt x="3280540" y="1813256"/>
                  </a:lnTo>
                  <a:lnTo>
                    <a:pt x="3280697" y="1813256"/>
                  </a:lnTo>
                  <a:lnTo>
                    <a:pt x="3280697" y="1812826"/>
                  </a:lnTo>
                  <a:lnTo>
                    <a:pt x="3280855" y="1812826"/>
                  </a:lnTo>
                  <a:lnTo>
                    <a:pt x="3280855" y="1812395"/>
                  </a:lnTo>
                  <a:lnTo>
                    <a:pt x="3281013" y="1812395"/>
                  </a:lnTo>
                  <a:lnTo>
                    <a:pt x="3281171" y="1812395"/>
                  </a:lnTo>
                  <a:lnTo>
                    <a:pt x="3281328" y="1812395"/>
                  </a:lnTo>
                  <a:lnTo>
                    <a:pt x="3281486" y="1812395"/>
                  </a:lnTo>
                  <a:lnTo>
                    <a:pt x="3281644" y="1812395"/>
                  </a:lnTo>
                  <a:lnTo>
                    <a:pt x="3281801" y="1812395"/>
                  </a:lnTo>
                  <a:lnTo>
                    <a:pt x="3281959" y="1812395"/>
                  </a:lnTo>
                  <a:lnTo>
                    <a:pt x="3282117" y="1812395"/>
                  </a:lnTo>
                  <a:lnTo>
                    <a:pt x="3282275" y="1812395"/>
                  </a:lnTo>
                  <a:lnTo>
                    <a:pt x="3282432" y="1812395"/>
                  </a:lnTo>
                  <a:lnTo>
                    <a:pt x="3282590" y="1812395"/>
                  </a:lnTo>
                  <a:lnTo>
                    <a:pt x="3282748" y="1812395"/>
                  </a:lnTo>
                  <a:lnTo>
                    <a:pt x="3282905" y="1812395"/>
                  </a:lnTo>
                  <a:lnTo>
                    <a:pt x="3282905" y="1811964"/>
                  </a:lnTo>
                  <a:lnTo>
                    <a:pt x="3282905" y="1811534"/>
                  </a:lnTo>
                  <a:lnTo>
                    <a:pt x="3283063" y="1811534"/>
                  </a:lnTo>
                  <a:lnTo>
                    <a:pt x="3283063" y="1811103"/>
                  </a:lnTo>
                  <a:lnTo>
                    <a:pt x="3283221" y="1811103"/>
                  </a:lnTo>
                  <a:lnTo>
                    <a:pt x="3283379" y="1811103"/>
                  </a:lnTo>
                  <a:lnTo>
                    <a:pt x="3283536" y="1811103"/>
                  </a:lnTo>
                  <a:lnTo>
                    <a:pt x="3283694" y="1811103"/>
                  </a:lnTo>
                  <a:lnTo>
                    <a:pt x="3283694" y="1810673"/>
                  </a:lnTo>
                  <a:lnTo>
                    <a:pt x="3283852" y="1810673"/>
                  </a:lnTo>
                  <a:lnTo>
                    <a:pt x="3284009" y="1810673"/>
                  </a:lnTo>
                  <a:lnTo>
                    <a:pt x="3284167" y="1810673"/>
                  </a:lnTo>
                  <a:lnTo>
                    <a:pt x="3284167" y="1810242"/>
                  </a:lnTo>
                  <a:lnTo>
                    <a:pt x="3284325" y="1810242"/>
                  </a:lnTo>
                  <a:lnTo>
                    <a:pt x="3284483" y="1810242"/>
                  </a:lnTo>
                  <a:lnTo>
                    <a:pt x="3284640" y="1810242"/>
                  </a:lnTo>
                  <a:lnTo>
                    <a:pt x="3284798" y="1810242"/>
                  </a:lnTo>
                  <a:lnTo>
                    <a:pt x="3284956" y="1810242"/>
                  </a:lnTo>
                  <a:lnTo>
                    <a:pt x="3285114" y="1810242"/>
                  </a:lnTo>
                  <a:lnTo>
                    <a:pt x="3285271" y="1810242"/>
                  </a:lnTo>
                  <a:lnTo>
                    <a:pt x="3285271" y="1809811"/>
                  </a:lnTo>
                  <a:lnTo>
                    <a:pt x="3285429" y="1809811"/>
                  </a:lnTo>
                  <a:lnTo>
                    <a:pt x="3285429" y="1809381"/>
                  </a:lnTo>
                  <a:lnTo>
                    <a:pt x="3285587" y="1809381"/>
                  </a:lnTo>
                  <a:lnTo>
                    <a:pt x="3285744" y="1809381"/>
                  </a:lnTo>
                  <a:lnTo>
                    <a:pt x="3285902" y="1809381"/>
                  </a:lnTo>
                  <a:lnTo>
                    <a:pt x="3286060" y="1809381"/>
                  </a:lnTo>
                  <a:lnTo>
                    <a:pt x="3286218" y="1809381"/>
                  </a:lnTo>
                  <a:lnTo>
                    <a:pt x="3286218" y="1808950"/>
                  </a:lnTo>
                  <a:lnTo>
                    <a:pt x="3286375" y="1808950"/>
                  </a:lnTo>
                  <a:lnTo>
                    <a:pt x="3286375" y="1808520"/>
                  </a:lnTo>
                  <a:lnTo>
                    <a:pt x="3286533" y="1808520"/>
                  </a:lnTo>
                  <a:lnTo>
                    <a:pt x="3286691" y="1808520"/>
                  </a:lnTo>
                  <a:lnTo>
                    <a:pt x="3286691" y="1808089"/>
                  </a:lnTo>
                  <a:lnTo>
                    <a:pt x="3286848" y="1808089"/>
                  </a:lnTo>
                  <a:lnTo>
                    <a:pt x="3287006" y="1808089"/>
                  </a:lnTo>
                  <a:lnTo>
                    <a:pt x="3287164" y="1808089"/>
                  </a:lnTo>
                  <a:lnTo>
                    <a:pt x="3287322" y="1808089"/>
                  </a:lnTo>
                  <a:lnTo>
                    <a:pt x="3287479" y="1808089"/>
                  </a:lnTo>
                  <a:lnTo>
                    <a:pt x="3287637" y="1808089"/>
                  </a:lnTo>
                  <a:lnTo>
                    <a:pt x="3287795" y="1808089"/>
                  </a:lnTo>
                  <a:lnTo>
                    <a:pt x="3287952" y="1808089"/>
                  </a:lnTo>
                  <a:lnTo>
                    <a:pt x="3288110" y="1808089"/>
                  </a:lnTo>
                  <a:lnTo>
                    <a:pt x="3288268" y="1808089"/>
                  </a:lnTo>
                  <a:lnTo>
                    <a:pt x="3288426" y="1808089"/>
                  </a:lnTo>
                  <a:lnTo>
                    <a:pt x="3288583" y="1808089"/>
                  </a:lnTo>
                  <a:lnTo>
                    <a:pt x="3288741" y="1808089"/>
                  </a:lnTo>
                  <a:lnTo>
                    <a:pt x="3288899" y="1808089"/>
                  </a:lnTo>
                  <a:lnTo>
                    <a:pt x="3289056" y="1808089"/>
                  </a:lnTo>
                  <a:lnTo>
                    <a:pt x="3289056" y="1807658"/>
                  </a:lnTo>
                  <a:lnTo>
                    <a:pt x="3289214" y="1807658"/>
                  </a:lnTo>
                  <a:lnTo>
                    <a:pt x="3289372" y="1807658"/>
                  </a:lnTo>
                  <a:lnTo>
                    <a:pt x="3289530" y="1807658"/>
                  </a:lnTo>
                  <a:lnTo>
                    <a:pt x="3289687" y="1807658"/>
                  </a:lnTo>
                  <a:lnTo>
                    <a:pt x="3289845" y="1807658"/>
                  </a:lnTo>
                  <a:lnTo>
                    <a:pt x="3290003" y="1807658"/>
                  </a:lnTo>
                  <a:lnTo>
                    <a:pt x="3290161" y="1807658"/>
                  </a:lnTo>
                  <a:lnTo>
                    <a:pt x="3290318" y="1807658"/>
                  </a:lnTo>
                  <a:lnTo>
                    <a:pt x="3290476" y="1807658"/>
                  </a:lnTo>
                  <a:lnTo>
                    <a:pt x="3290634" y="1807658"/>
                  </a:lnTo>
                  <a:lnTo>
                    <a:pt x="3290791" y="1807658"/>
                  </a:lnTo>
                  <a:lnTo>
                    <a:pt x="3290949" y="1807658"/>
                  </a:lnTo>
                  <a:lnTo>
                    <a:pt x="3291107" y="1807658"/>
                  </a:lnTo>
                  <a:lnTo>
                    <a:pt x="3291265" y="1807658"/>
                  </a:lnTo>
                  <a:lnTo>
                    <a:pt x="3291422" y="1807658"/>
                  </a:lnTo>
                  <a:lnTo>
                    <a:pt x="3291422" y="1807228"/>
                  </a:lnTo>
                  <a:lnTo>
                    <a:pt x="3291422" y="1806797"/>
                  </a:lnTo>
                  <a:lnTo>
                    <a:pt x="3291580" y="1806797"/>
                  </a:lnTo>
                  <a:lnTo>
                    <a:pt x="3291738" y="1806797"/>
                  </a:lnTo>
                  <a:lnTo>
                    <a:pt x="3291738" y="1806367"/>
                  </a:lnTo>
                  <a:lnTo>
                    <a:pt x="3291895" y="1806367"/>
                  </a:lnTo>
                  <a:lnTo>
                    <a:pt x="3292053" y="1806367"/>
                  </a:lnTo>
                  <a:lnTo>
                    <a:pt x="3292211" y="1806367"/>
                  </a:lnTo>
                  <a:lnTo>
                    <a:pt x="3292211" y="1805936"/>
                  </a:lnTo>
                  <a:lnTo>
                    <a:pt x="3292211" y="1805505"/>
                  </a:lnTo>
                  <a:lnTo>
                    <a:pt x="3292369" y="1805505"/>
                  </a:lnTo>
                  <a:lnTo>
                    <a:pt x="3292526" y="1805505"/>
                  </a:lnTo>
                  <a:lnTo>
                    <a:pt x="3292684" y="1805505"/>
                  </a:lnTo>
                  <a:lnTo>
                    <a:pt x="3292684" y="1805075"/>
                  </a:lnTo>
                  <a:lnTo>
                    <a:pt x="3292842" y="1805075"/>
                  </a:lnTo>
                  <a:lnTo>
                    <a:pt x="3292999" y="1805075"/>
                  </a:lnTo>
                  <a:lnTo>
                    <a:pt x="3293157" y="1805075"/>
                  </a:lnTo>
                  <a:lnTo>
                    <a:pt x="3293315" y="1805075"/>
                  </a:lnTo>
                  <a:lnTo>
                    <a:pt x="3293473" y="1805075"/>
                  </a:lnTo>
                  <a:lnTo>
                    <a:pt x="3293630" y="1805075"/>
                  </a:lnTo>
                  <a:lnTo>
                    <a:pt x="3293788" y="1805075"/>
                  </a:lnTo>
                  <a:lnTo>
                    <a:pt x="3293788" y="1804644"/>
                  </a:lnTo>
                  <a:lnTo>
                    <a:pt x="3293946" y="1804644"/>
                  </a:lnTo>
                  <a:lnTo>
                    <a:pt x="3293946" y="1804214"/>
                  </a:lnTo>
                  <a:lnTo>
                    <a:pt x="3294103" y="1804214"/>
                  </a:lnTo>
                  <a:lnTo>
                    <a:pt x="3294261" y="1804214"/>
                  </a:lnTo>
                  <a:lnTo>
                    <a:pt x="3294261" y="1803783"/>
                  </a:lnTo>
                  <a:lnTo>
                    <a:pt x="3294419" y="1803783"/>
                  </a:lnTo>
                  <a:lnTo>
                    <a:pt x="3294577" y="1803783"/>
                  </a:lnTo>
                  <a:lnTo>
                    <a:pt x="3294577" y="1803352"/>
                  </a:lnTo>
                  <a:lnTo>
                    <a:pt x="3294734" y="1803352"/>
                  </a:lnTo>
                  <a:lnTo>
                    <a:pt x="3294734" y="1802922"/>
                  </a:lnTo>
                  <a:lnTo>
                    <a:pt x="3294892" y="1802922"/>
                  </a:lnTo>
                  <a:lnTo>
                    <a:pt x="3295050" y="1802922"/>
                  </a:lnTo>
                  <a:lnTo>
                    <a:pt x="3295207" y="1802922"/>
                  </a:lnTo>
                  <a:lnTo>
                    <a:pt x="3295365" y="1802922"/>
                  </a:lnTo>
                  <a:lnTo>
                    <a:pt x="3295523" y="1802922"/>
                  </a:lnTo>
                  <a:lnTo>
                    <a:pt x="3295681" y="1802922"/>
                  </a:lnTo>
                  <a:lnTo>
                    <a:pt x="3295838" y="1802922"/>
                  </a:lnTo>
                  <a:lnTo>
                    <a:pt x="3295996" y="1802922"/>
                  </a:lnTo>
                  <a:lnTo>
                    <a:pt x="3296154" y="1802922"/>
                  </a:lnTo>
                  <a:lnTo>
                    <a:pt x="3296154" y="1802491"/>
                  </a:lnTo>
                  <a:lnTo>
                    <a:pt x="3296312" y="1802491"/>
                  </a:lnTo>
                  <a:lnTo>
                    <a:pt x="3296469" y="1802491"/>
                  </a:lnTo>
                  <a:lnTo>
                    <a:pt x="3296627" y="1802491"/>
                  </a:lnTo>
                  <a:lnTo>
                    <a:pt x="3296627" y="1802061"/>
                  </a:lnTo>
                  <a:lnTo>
                    <a:pt x="3296785" y="1802061"/>
                  </a:lnTo>
                  <a:lnTo>
                    <a:pt x="3296942" y="1802061"/>
                  </a:lnTo>
                  <a:lnTo>
                    <a:pt x="3296942" y="1801630"/>
                  </a:lnTo>
                  <a:lnTo>
                    <a:pt x="3297100" y="1801630"/>
                  </a:lnTo>
                  <a:lnTo>
                    <a:pt x="3297258" y="1801630"/>
                  </a:lnTo>
                  <a:lnTo>
                    <a:pt x="3297416" y="1801630"/>
                  </a:lnTo>
                  <a:lnTo>
                    <a:pt x="3297573" y="1801630"/>
                  </a:lnTo>
                  <a:lnTo>
                    <a:pt x="3297731" y="1801630"/>
                  </a:lnTo>
                  <a:lnTo>
                    <a:pt x="3297889" y="1801630"/>
                  </a:lnTo>
                  <a:lnTo>
                    <a:pt x="3298046" y="1801630"/>
                  </a:lnTo>
                  <a:lnTo>
                    <a:pt x="3298204" y="1801630"/>
                  </a:lnTo>
                  <a:lnTo>
                    <a:pt x="3298362" y="1801630"/>
                  </a:lnTo>
                  <a:lnTo>
                    <a:pt x="3298362" y="1801199"/>
                  </a:lnTo>
                  <a:lnTo>
                    <a:pt x="3298362" y="1800769"/>
                  </a:lnTo>
                  <a:lnTo>
                    <a:pt x="3298520" y="1800769"/>
                  </a:lnTo>
                  <a:lnTo>
                    <a:pt x="3298677" y="1800769"/>
                  </a:lnTo>
                  <a:lnTo>
                    <a:pt x="3298677" y="1800338"/>
                  </a:lnTo>
                  <a:lnTo>
                    <a:pt x="3298835" y="1800338"/>
                  </a:lnTo>
                  <a:lnTo>
                    <a:pt x="3298993" y="1800338"/>
                  </a:lnTo>
                  <a:lnTo>
                    <a:pt x="3299150" y="1800338"/>
                  </a:lnTo>
                  <a:lnTo>
                    <a:pt x="3299308" y="1800338"/>
                  </a:lnTo>
                  <a:lnTo>
                    <a:pt x="3299308" y="1799908"/>
                  </a:lnTo>
                  <a:lnTo>
                    <a:pt x="3299466" y="1799908"/>
                  </a:lnTo>
                  <a:lnTo>
                    <a:pt x="3299624" y="1799908"/>
                  </a:lnTo>
                  <a:lnTo>
                    <a:pt x="3299781" y="1799908"/>
                  </a:lnTo>
                  <a:lnTo>
                    <a:pt x="3299939" y="1799908"/>
                  </a:lnTo>
                  <a:lnTo>
                    <a:pt x="3300097" y="1799908"/>
                  </a:lnTo>
                  <a:lnTo>
                    <a:pt x="3300254" y="1799908"/>
                  </a:lnTo>
                  <a:lnTo>
                    <a:pt x="3300412" y="1799908"/>
                  </a:lnTo>
                  <a:lnTo>
                    <a:pt x="3300570" y="1799908"/>
                  </a:lnTo>
                  <a:lnTo>
                    <a:pt x="3300570" y="1799477"/>
                  </a:lnTo>
                  <a:lnTo>
                    <a:pt x="3300728" y="1799477"/>
                  </a:lnTo>
                  <a:lnTo>
                    <a:pt x="3300885" y="1799477"/>
                  </a:lnTo>
                  <a:lnTo>
                    <a:pt x="3301043" y="1799477"/>
                  </a:lnTo>
                  <a:lnTo>
                    <a:pt x="3301201" y="1799477"/>
                  </a:lnTo>
                  <a:lnTo>
                    <a:pt x="3301201" y="1799046"/>
                  </a:lnTo>
                  <a:lnTo>
                    <a:pt x="3301201" y="1798616"/>
                  </a:lnTo>
                  <a:lnTo>
                    <a:pt x="3301359" y="1798616"/>
                  </a:lnTo>
                  <a:lnTo>
                    <a:pt x="3301516" y="1798616"/>
                  </a:lnTo>
                  <a:lnTo>
                    <a:pt x="3301674" y="1798616"/>
                  </a:lnTo>
                  <a:lnTo>
                    <a:pt x="3301674" y="1798185"/>
                  </a:lnTo>
                  <a:lnTo>
                    <a:pt x="3301832" y="1798185"/>
                  </a:lnTo>
                  <a:lnTo>
                    <a:pt x="3301832" y="1797755"/>
                  </a:lnTo>
                  <a:lnTo>
                    <a:pt x="3301989" y="1797755"/>
                  </a:lnTo>
                  <a:lnTo>
                    <a:pt x="3302147" y="1797755"/>
                  </a:lnTo>
                  <a:lnTo>
                    <a:pt x="3302305" y="1797755"/>
                  </a:lnTo>
                  <a:lnTo>
                    <a:pt x="3302463" y="1797755"/>
                  </a:lnTo>
                  <a:lnTo>
                    <a:pt x="3302463" y="1797324"/>
                  </a:lnTo>
                  <a:lnTo>
                    <a:pt x="3302620" y="1797324"/>
                  </a:lnTo>
                  <a:lnTo>
                    <a:pt x="3302778" y="1797324"/>
                  </a:lnTo>
                  <a:lnTo>
                    <a:pt x="3302936" y="1797324"/>
                  </a:lnTo>
                  <a:lnTo>
                    <a:pt x="3303093" y="1797324"/>
                  </a:lnTo>
                  <a:lnTo>
                    <a:pt x="3303251" y="1797324"/>
                  </a:lnTo>
                  <a:lnTo>
                    <a:pt x="3303251" y="1796893"/>
                  </a:lnTo>
                  <a:lnTo>
                    <a:pt x="3303409" y="1796893"/>
                  </a:lnTo>
                  <a:lnTo>
                    <a:pt x="3303567" y="1796893"/>
                  </a:lnTo>
                  <a:lnTo>
                    <a:pt x="3303567" y="1796463"/>
                  </a:lnTo>
                  <a:lnTo>
                    <a:pt x="3303724" y="1796463"/>
                  </a:lnTo>
                  <a:lnTo>
                    <a:pt x="3303882" y="1796463"/>
                  </a:lnTo>
                  <a:lnTo>
                    <a:pt x="3304040" y="1796463"/>
                  </a:lnTo>
                  <a:lnTo>
                    <a:pt x="3304040" y="1796032"/>
                  </a:lnTo>
                  <a:lnTo>
                    <a:pt x="3304197" y="1796032"/>
                  </a:lnTo>
                  <a:lnTo>
                    <a:pt x="3304355" y="1796032"/>
                  </a:lnTo>
                  <a:lnTo>
                    <a:pt x="3304513" y="1796032"/>
                  </a:lnTo>
                  <a:lnTo>
                    <a:pt x="3304671" y="1796032"/>
                  </a:lnTo>
                  <a:lnTo>
                    <a:pt x="3304828" y="1796032"/>
                  </a:lnTo>
                  <a:lnTo>
                    <a:pt x="3304986" y="1796032"/>
                  </a:lnTo>
                  <a:lnTo>
                    <a:pt x="3305144" y="1796032"/>
                  </a:lnTo>
                  <a:lnTo>
                    <a:pt x="3305301" y="1796032"/>
                  </a:lnTo>
                  <a:lnTo>
                    <a:pt x="3305459" y="1796032"/>
                  </a:lnTo>
                  <a:lnTo>
                    <a:pt x="3305617" y="1796032"/>
                  </a:lnTo>
                  <a:lnTo>
                    <a:pt x="3305775" y="1796032"/>
                  </a:lnTo>
                  <a:lnTo>
                    <a:pt x="3305932" y="1796032"/>
                  </a:lnTo>
                  <a:lnTo>
                    <a:pt x="3306090" y="1796032"/>
                  </a:lnTo>
                  <a:lnTo>
                    <a:pt x="3306248" y="1796032"/>
                  </a:lnTo>
                  <a:lnTo>
                    <a:pt x="3306248" y="1795602"/>
                  </a:lnTo>
                  <a:lnTo>
                    <a:pt x="3306405" y="1795602"/>
                  </a:lnTo>
                  <a:lnTo>
                    <a:pt x="3306563" y="1795602"/>
                  </a:lnTo>
                  <a:lnTo>
                    <a:pt x="3306721" y="1795602"/>
                  </a:lnTo>
                  <a:lnTo>
                    <a:pt x="3306879" y="1795602"/>
                  </a:lnTo>
                  <a:lnTo>
                    <a:pt x="3307036" y="1795602"/>
                  </a:lnTo>
                  <a:lnTo>
                    <a:pt x="3307194" y="1795602"/>
                  </a:lnTo>
                  <a:lnTo>
                    <a:pt x="3307352" y="1795602"/>
                  </a:lnTo>
                  <a:lnTo>
                    <a:pt x="3307510" y="1795602"/>
                  </a:lnTo>
                  <a:lnTo>
                    <a:pt x="3307667" y="1795602"/>
                  </a:lnTo>
                  <a:lnTo>
                    <a:pt x="3307825" y="1795602"/>
                  </a:lnTo>
                  <a:lnTo>
                    <a:pt x="3307825" y="1795171"/>
                  </a:lnTo>
                  <a:lnTo>
                    <a:pt x="3307983" y="1795171"/>
                  </a:lnTo>
                  <a:lnTo>
                    <a:pt x="3308140" y="1795171"/>
                  </a:lnTo>
                  <a:lnTo>
                    <a:pt x="3308298" y="1795171"/>
                  </a:lnTo>
                  <a:lnTo>
                    <a:pt x="3308456" y="1795171"/>
                  </a:lnTo>
                  <a:lnTo>
                    <a:pt x="3308614" y="1795171"/>
                  </a:lnTo>
                  <a:lnTo>
                    <a:pt x="3308771" y="1795171"/>
                  </a:lnTo>
                  <a:lnTo>
                    <a:pt x="3308929" y="1795171"/>
                  </a:lnTo>
                  <a:lnTo>
                    <a:pt x="3309087" y="1795171"/>
                  </a:lnTo>
                  <a:lnTo>
                    <a:pt x="3309087" y="1794740"/>
                  </a:lnTo>
                  <a:lnTo>
                    <a:pt x="3309244" y="1794740"/>
                  </a:lnTo>
                  <a:lnTo>
                    <a:pt x="3309402" y="1794740"/>
                  </a:lnTo>
                  <a:lnTo>
                    <a:pt x="3309560" y="1794740"/>
                  </a:lnTo>
                  <a:lnTo>
                    <a:pt x="3309718" y="1794740"/>
                  </a:lnTo>
                  <a:lnTo>
                    <a:pt x="3309718" y="1794310"/>
                  </a:lnTo>
                  <a:lnTo>
                    <a:pt x="3309875" y="1794310"/>
                  </a:lnTo>
                  <a:lnTo>
                    <a:pt x="3310033" y="1794310"/>
                  </a:lnTo>
                  <a:lnTo>
                    <a:pt x="3310191" y="1794310"/>
                  </a:lnTo>
                  <a:lnTo>
                    <a:pt x="3310348" y="1794310"/>
                  </a:lnTo>
                  <a:lnTo>
                    <a:pt x="3310506" y="1794310"/>
                  </a:lnTo>
                  <a:lnTo>
                    <a:pt x="3310664" y="1794310"/>
                  </a:lnTo>
                  <a:lnTo>
                    <a:pt x="3310822" y="1794310"/>
                  </a:lnTo>
                  <a:lnTo>
                    <a:pt x="3310979" y="1794310"/>
                  </a:lnTo>
                  <a:lnTo>
                    <a:pt x="3311137" y="1794310"/>
                  </a:lnTo>
                  <a:lnTo>
                    <a:pt x="3311295" y="1794310"/>
                  </a:lnTo>
                  <a:lnTo>
                    <a:pt x="3311295" y="1793879"/>
                  </a:lnTo>
                  <a:lnTo>
                    <a:pt x="3311452" y="1793879"/>
                  </a:lnTo>
                  <a:lnTo>
                    <a:pt x="3311610" y="1793879"/>
                  </a:lnTo>
                  <a:lnTo>
                    <a:pt x="3311610" y="1793449"/>
                  </a:lnTo>
                  <a:lnTo>
                    <a:pt x="3311768" y="1793449"/>
                  </a:lnTo>
                  <a:lnTo>
                    <a:pt x="3311768" y="1793018"/>
                  </a:lnTo>
                  <a:lnTo>
                    <a:pt x="3311926" y="1793018"/>
                  </a:lnTo>
                  <a:lnTo>
                    <a:pt x="3312083" y="1793018"/>
                  </a:lnTo>
                  <a:lnTo>
                    <a:pt x="3312241" y="1793018"/>
                  </a:lnTo>
                  <a:lnTo>
                    <a:pt x="3312399" y="1793018"/>
                  </a:lnTo>
                  <a:lnTo>
                    <a:pt x="3312556" y="1793018"/>
                  </a:lnTo>
                  <a:lnTo>
                    <a:pt x="3312714" y="1793018"/>
                  </a:lnTo>
                  <a:lnTo>
                    <a:pt x="3312872" y="1793018"/>
                  </a:lnTo>
                  <a:lnTo>
                    <a:pt x="3313030" y="1793018"/>
                  </a:lnTo>
                  <a:lnTo>
                    <a:pt x="3313187" y="1793018"/>
                  </a:lnTo>
                  <a:lnTo>
                    <a:pt x="3313345" y="1793018"/>
                  </a:lnTo>
                  <a:lnTo>
                    <a:pt x="3313503" y="1793018"/>
                  </a:lnTo>
                  <a:lnTo>
                    <a:pt x="3313661" y="1793018"/>
                  </a:lnTo>
                  <a:lnTo>
                    <a:pt x="3313818" y="1793018"/>
                  </a:lnTo>
                  <a:lnTo>
                    <a:pt x="3313818" y="1792587"/>
                  </a:lnTo>
                  <a:lnTo>
                    <a:pt x="3313976" y="1792587"/>
                  </a:lnTo>
                  <a:lnTo>
                    <a:pt x="3314134" y="1792587"/>
                  </a:lnTo>
                  <a:lnTo>
                    <a:pt x="3314291" y="1792587"/>
                  </a:lnTo>
                  <a:lnTo>
                    <a:pt x="3314291" y="1792157"/>
                  </a:lnTo>
                  <a:lnTo>
                    <a:pt x="3314449" y="1792157"/>
                  </a:lnTo>
                  <a:lnTo>
                    <a:pt x="3314449" y="1791726"/>
                  </a:lnTo>
                  <a:lnTo>
                    <a:pt x="3314607" y="1791726"/>
                  </a:lnTo>
                  <a:lnTo>
                    <a:pt x="3314765" y="1791726"/>
                  </a:lnTo>
                  <a:lnTo>
                    <a:pt x="3314922" y="1791726"/>
                  </a:lnTo>
                  <a:lnTo>
                    <a:pt x="3314922" y="1791296"/>
                  </a:lnTo>
                  <a:lnTo>
                    <a:pt x="3315080" y="1791296"/>
                  </a:lnTo>
                  <a:lnTo>
                    <a:pt x="3315238" y="1791296"/>
                  </a:lnTo>
                  <a:lnTo>
                    <a:pt x="3315395" y="1791296"/>
                  </a:lnTo>
                  <a:lnTo>
                    <a:pt x="3315553" y="1791296"/>
                  </a:lnTo>
                  <a:lnTo>
                    <a:pt x="3315711" y="1791296"/>
                  </a:lnTo>
                  <a:lnTo>
                    <a:pt x="3315869" y="1791296"/>
                  </a:lnTo>
                  <a:lnTo>
                    <a:pt x="3316026" y="1791296"/>
                  </a:lnTo>
                  <a:lnTo>
                    <a:pt x="3316184" y="1791296"/>
                  </a:lnTo>
                  <a:lnTo>
                    <a:pt x="3316184" y="1790865"/>
                  </a:lnTo>
                  <a:lnTo>
                    <a:pt x="3316342" y="1790865"/>
                  </a:lnTo>
                  <a:lnTo>
                    <a:pt x="3316499" y="1790865"/>
                  </a:lnTo>
                  <a:lnTo>
                    <a:pt x="3316657" y="1790865"/>
                  </a:lnTo>
                  <a:lnTo>
                    <a:pt x="3316815" y="1790865"/>
                  </a:lnTo>
                  <a:lnTo>
                    <a:pt x="3316973" y="1790865"/>
                  </a:lnTo>
                  <a:lnTo>
                    <a:pt x="3316973" y="1790434"/>
                  </a:lnTo>
                  <a:lnTo>
                    <a:pt x="3316973" y="1790004"/>
                  </a:lnTo>
                  <a:lnTo>
                    <a:pt x="3316973" y="1789573"/>
                  </a:lnTo>
                  <a:lnTo>
                    <a:pt x="3317130" y="1789573"/>
                  </a:lnTo>
                  <a:lnTo>
                    <a:pt x="3317288" y="1789573"/>
                  </a:lnTo>
                  <a:lnTo>
                    <a:pt x="3317446" y="1789573"/>
                  </a:lnTo>
                  <a:lnTo>
                    <a:pt x="3317603" y="1789573"/>
                  </a:lnTo>
                  <a:lnTo>
                    <a:pt x="3317761" y="1789573"/>
                  </a:lnTo>
                  <a:lnTo>
                    <a:pt x="3317761" y="1789143"/>
                  </a:lnTo>
                  <a:lnTo>
                    <a:pt x="3317761" y="1788712"/>
                  </a:lnTo>
                  <a:lnTo>
                    <a:pt x="3317919" y="1788712"/>
                  </a:lnTo>
                  <a:lnTo>
                    <a:pt x="3318077" y="1788712"/>
                  </a:lnTo>
                  <a:lnTo>
                    <a:pt x="3318234" y="1788712"/>
                  </a:lnTo>
                  <a:lnTo>
                    <a:pt x="3318392" y="1788712"/>
                  </a:lnTo>
                  <a:lnTo>
                    <a:pt x="3318550" y="1788712"/>
                  </a:lnTo>
                  <a:lnTo>
                    <a:pt x="3318708" y="1788712"/>
                  </a:lnTo>
                  <a:lnTo>
                    <a:pt x="3318865" y="1788712"/>
                  </a:lnTo>
                  <a:lnTo>
                    <a:pt x="3318865" y="1788281"/>
                  </a:lnTo>
                  <a:lnTo>
                    <a:pt x="3319023" y="1788281"/>
                  </a:lnTo>
                  <a:lnTo>
                    <a:pt x="3319023" y="1787851"/>
                  </a:lnTo>
                  <a:lnTo>
                    <a:pt x="3319181" y="1787851"/>
                  </a:lnTo>
                  <a:lnTo>
                    <a:pt x="3319181" y="1787420"/>
                  </a:lnTo>
                  <a:lnTo>
                    <a:pt x="3319338" y="1787420"/>
                  </a:lnTo>
                  <a:lnTo>
                    <a:pt x="3319338" y="1786990"/>
                  </a:lnTo>
                  <a:lnTo>
                    <a:pt x="3319496" y="1786990"/>
                  </a:lnTo>
                  <a:lnTo>
                    <a:pt x="3319496" y="1786559"/>
                  </a:lnTo>
                  <a:lnTo>
                    <a:pt x="3319654" y="1786559"/>
                  </a:lnTo>
                  <a:lnTo>
                    <a:pt x="3319812" y="1786559"/>
                  </a:lnTo>
                  <a:lnTo>
                    <a:pt x="3319969" y="1786559"/>
                  </a:lnTo>
                  <a:lnTo>
                    <a:pt x="3320127" y="1786559"/>
                  </a:lnTo>
                  <a:lnTo>
                    <a:pt x="3320285" y="1786559"/>
                  </a:lnTo>
                  <a:lnTo>
                    <a:pt x="3320442" y="1786559"/>
                  </a:lnTo>
                  <a:lnTo>
                    <a:pt x="3320600" y="1786559"/>
                  </a:lnTo>
                  <a:lnTo>
                    <a:pt x="3320600" y="1786128"/>
                  </a:lnTo>
                  <a:lnTo>
                    <a:pt x="3320758" y="1786128"/>
                  </a:lnTo>
                  <a:lnTo>
                    <a:pt x="3320916" y="1786128"/>
                  </a:lnTo>
                  <a:lnTo>
                    <a:pt x="3321073" y="1786128"/>
                  </a:lnTo>
                  <a:lnTo>
                    <a:pt x="3321231" y="1786128"/>
                  </a:lnTo>
                  <a:lnTo>
                    <a:pt x="3321389" y="1786128"/>
                  </a:lnTo>
                  <a:lnTo>
                    <a:pt x="3321546" y="1786128"/>
                  </a:lnTo>
                  <a:lnTo>
                    <a:pt x="3321704" y="1786128"/>
                  </a:lnTo>
                  <a:lnTo>
                    <a:pt x="3321862" y="1786128"/>
                  </a:lnTo>
                  <a:lnTo>
                    <a:pt x="3322020" y="1786128"/>
                  </a:lnTo>
                  <a:lnTo>
                    <a:pt x="3322177" y="1786128"/>
                  </a:lnTo>
                  <a:lnTo>
                    <a:pt x="3322335" y="1786128"/>
                  </a:lnTo>
                  <a:lnTo>
                    <a:pt x="3322493" y="1786128"/>
                  </a:lnTo>
                  <a:lnTo>
                    <a:pt x="3322650" y="1786128"/>
                  </a:lnTo>
                  <a:lnTo>
                    <a:pt x="3322808" y="1786128"/>
                  </a:lnTo>
                  <a:lnTo>
                    <a:pt x="3322966" y="1786128"/>
                  </a:lnTo>
                  <a:lnTo>
                    <a:pt x="3322966" y="1785698"/>
                  </a:lnTo>
                  <a:lnTo>
                    <a:pt x="3323124" y="1785698"/>
                  </a:lnTo>
                  <a:lnTo>
                    <a:pt x="3323281" y="1785698"/>
                  </a:lnTo>
                  <a:lnTo>
                    <a:pt x="3323439" y="1785698"/>
                  </a:lnTo>
                  <a:lnTo>
                    <a:pt x="3323597" y="1785698"/>
                  </a:lnTo>
                  <a:lnTo>
                    <a:pt x="3323597" y="1785267"/>
                  </a:lnTo>
                  <a:lnTo>
                    <a:pt x="3323754" y="1785267"/>
                  </a:lnTo>
                  <a:lnTo>
                    <a:pt x="3323912" y="1785267"/>
                  </a:lnTo>
                  <a:lnTo>
                    <a:pt x="3324070" y="1785267"/>
                  </a:lnTo>
                  <a:lnTo>
                    <a:pt x="3324228" y="1785267"/>
                  </a:lnTo>
                  <a:lnTo>
                    <a:pt x="3324228" y="1784837"/>
                  </a:lnTo>
                  <a:lnTo>
                    <a:pt x="3324385" y="1784837"/>
                  </a:lnTo>
                  <a:lnTo>
                    <a:pt x="3324385" y="1784406"/>
                  </a:lnTo>
                  <a:lnTo>
                    <a:pt x="3324543" y="1784406"/>
                  </a:lnTo>
                  <a:lnTo>
                    <a:pt x="3324701" y="1784406"/>
                  </a:lnTo>
                  <a:lnTo>
                    <a:pt x="3324859" y="1784406"/>
                  </a:lnTo>
                  <a:lnTo>
                    <a:pt x="3325016" y="1784406"/>
                  </a:lnTo>
                  <a:lnTo>
                    <a:pt x="3325174" y="1784406"/>
                  </a:lnTo>
                  <a:lnTo>
                    <a:pt x="3325174" y="1783975"/>
                  </a:lnTo>
                  <a:lnTo>
                    <a:pt x="3325332" y="1783975"/>
                  </a:lnTo>
                  <a:lnTo>
                    <a:pt x="3325332" y="1783545"/>
                  </a:lnTo>
                  <a:lnTo>
                    <a:pt x="3325489" y="1783545"/>
                  </a:lnTo>
                  <a:lnTo>
                    <a:pt x="3325647" y="1783545"/>
                  </a:lnTo>
                  <a:lnTo>
                    <a:pt x="3325805" y="1783545"/>
                  </a:lnTo>
                  <a:lnTo>
                    <a:pt x="3325963" y="1783545"/>
                  </a:lnTo>
                  <a:lnTo>
                    <a:pt x="3326120" y="1783545"/>
                  </a:lnTo>
                  <a:lnTo>
                    <a:pt x="3326278" y="1783545"/>
                  </a:lnTo>
                  <a:lnTo>
                    <a:pt x="3326436" y="1783545"/>
                  </a:lnTo>
                  <a:lnTo>
                    <a:pt x="3326593" y="1783545"/>
                  </a:lnTo>
                  <a:lnTo>
                    <a:pt x="3326751" y="1783545"/>
                  </a:lnTo>
                  <a:lnTo>
                    <a:pt x="3326909" y="1783545"/>
                  </a:lnTo>
                  <a:lnTo>
                    <a:pt x="3327067" y="1783545"/>
                  </a:lnTo>
                  <a:lnTo>
                    <a:pt x="3327067" y="1783114"/>
                  </a:lnTo>
                  <a:lnTo>
                    <a:pt x="3327224" y="1783114"/>
                  </a:lnTo>
                  <a:lnTo>
                    <a:pt x="3327382" y="1783114"/>
                  </a:lnTo>
                  <a:lnTo>
                    <a:pt x="3327540" y="1783114"/>
                  </a:lnTo>
                  <a:lnTo>
                    <a:pt x="3327697" y="1783114"/>
                  </a:lnTo>
                  <a:lnTo>
                    <a:pt x="3327855" y="1783114"/>
                  </a:lnTo>
                  <a:lnTo>
                    <a:pt x="3327855" y="1782684"/>
                  </a:lnTo>
                  <a:lnTo>
                    <a:pt x="3328013" y="1782684"/>
                  </a:lnTo>
                  <a:lnTo>
                    <a:pt x="3328013" y="1782253"/>
                  </a:lnTo>
                  <a:lnTo>
                    <a:pt x="3328171" y="1782253"/>
                  </a:lnTo>
                  <a:lnTo>
                    <a:pt x="3328171" y="1781822"/>
                  </a:lnTo>
                  <a:lnTo>
                    <a:pt x="3328328" y="1781822"/>
                  </a:lnTo>
                  <a:lnTo>
                    <a:pt x="3328486" y="1781822"/>
                  </a:lnTo>
                  <a:lnTo>
                    <a:pt x="3328486" y="1781392"/>
                  </a:lnTo>
                  <a:lnTo>
                    <a:pt x="3328644" y="1781392"/>
                  </a:lnTo>
                  <a:lnTo>
                    <a:pt x="3328801" y="1781392"/>
                  </a:lnTo>
                  <a:lnTo>
                    <a:pt x="3328959" y="1781392"/>
                  </a:lnTo>
                  <a:lnTo>
                    <a:pt x="3328959" y="1780961"/>
                  </a:lnTo>
                  <a:lnTo>
                    <a:pt x="3328959" y="1780531"/>
                  </a:lnTo>
                  <a:lnTo>
                    <a:pt x="3329117" y="1780531"/>
                  </a:lnTo>
                  <a:lnTo>
                    <a:pt x="3329117" y="1780100"/>
                  </a:lnTo>
                  <a:lnTo>
                    <a:pt x="3329117" y="1779669"/>
                  </a:lnTo>
                  <a:lnTo>
                    <a:pt x="3329275" y="1779669"/>
                  </a:lnTo>
                  <a:lnTo>
                    <a:pt x="3329432" y="1779669"/>
                  </a:lnTo>
                  <a:lnTo>
                    <a:pt x="3329590" y="1779669"/>
                  </a:lnTo>
                  <a:lnTo>
                    <a:pt x="3329748" y="1779669"/>
                  </a:lnTo>
                  <a:lnTo>
                    <a:pt x="3329748" y="1779239"/>
                  </a:lnTo>
                  <a:lnTo>
                    <a:pt x="3329748" y="1778808"/>
                  </a:lnTo>
                  <a:lnTo>
                    <a:pt x="3329906" y="1778808"/>
                  </a:lnTo>
                  <a:lnTo>
                    <a:pt x="3330063" y="1778808"/>
                  </a:lnTo>
                  <a:lnTo>
                    <a:pt x="3330063" y="1778378"/>
                  </a:lnTo>
                  <a:lnTo>
                    <a:pt x="3330221" y="1778378"/>
                  </a:lnTo>
                  <a:lnTo>
                    <a:pt x="3330379" y="1778378"/>
                  </a:lnTo>
                  <a:lnTo>
                    <a:pt x="3330379" y="1777947"/>
                  </a:lnTo>
                  <a:lnTo>
                    <a:pt x="3330536" y="1777947"/>
                  </a:lnTo>
                  <a:lnTo>
                    <a:pt x="3330694" y="1777947"/>
                  </a:lnTo>
                  <a:lnTo>
                    <a:pt x="3330694" y="1777516"/>
                  </a:lnTo>
                  <a:lnTo>
                    <a:pt x="3330852" y="1777516"/>
                  </a:lnTo>
                  <a:lnTo>
                    <a:pt x="3331010" y="1777516"/>
                  </a:lnTo>
                  <a:lnTo>
                    <a:pt x="3331167" y="1777516"/>
                  </a:lnTo>
                  <a:lnTo>
                    <a:pt x="3331325" y="1777516"/>
                  </a:lnTo>
                  <a:lnTo>
                    <a:pt x="3331483" y="1777516"/>
                  </a:lnTo>
                  <a:lnTo>
                    <a:pt x="3331640" y="1777516"/>
                  </a:lnTo>
                  <a:lnTo>
                    <a:pt x="3331798" y="1777516"/>
                  </a:lnTo>
                  <a:lnTo>
                    <a:pt x="3331956" y="1777516"/>
                  </a:lnTo>
                  <a:lnTo>
                    <a:pt x="3332114" y="1777516"/>
                  </a:lnTo>
                  <a:lnTo>
                    <a:pt x="3332271" y="1777516"/>
                  </a:lnTo>
                  <a:lnTo>
                    <a:pt x="3332429" y="1777516"/>
                  </a:lnTo>
                  <a:lnTo>
                    <a:pt x="3332587" y="1777516"/>
                  </a:lnTo>
                  <a:lnTo>
                    <a:pt x="3332587" y="1777086"/>
                  </a:lnTo>
                  <a:lnTo>
                    <a:pt x="3332587" y="1776655"/>
                  </a:lnTo>
                  <a:lnTo>
                    <a:pt x="3332744" y="1776655"/>
                  </a:lnTo>
                  <a:lnTo>
                    <a:pt x="3332902" y="1776655"/>
                  </a:lnTo>
                  <a:lnTo>
                    <a:pt x="3333060" y="1776655"/>
                  </a:lnTo>
                  <a:lnTo>
                    <a:pt x="3333218" y="1776655"/>
                  </a:lnTo>
                  <a:lnTo>
                    <a:pt x="3333375" y="1776655"/>
                  </a:lnTo>
                  <a:lnTo>
                    <a:pt x="3333533" y="1776655"/>
                  </a:lnTo>
                  <a:lnTo>
                    <a:pt x="3333691" y="1776655"/>
                  </a:lnTo>
                  <a:lnTo>
                    <a:pt x="3333848" y="1776655"/>
                  </a:lnTo>
                  <a:lnTo>
                    <a:pt x="3334006" y="1776655"/>
                  </a:lnTo>
                  <a:lnTo>
                    <a:pt x="3334164" y="1776655"/>
                  </a:lnTo>
                  <a:lnTo>
                    <a:pt x="3334164" y="1776225"/>
                  </a:lnTo>
                  <a:lnTo>
                    <a:pt x="3334164" y="1775794"/>
                  </a:lnTo>
                  <a:lnTo>
                    <a:pt x="3334322" y="1775794"/>
                  </a:lnTo>
                  <a:lnTo>
                    <a:pt x="3334479" y="1775794"/>
                  </a:lnTo>
                  <a:lnTo>
                    <a:pt x="3334637" y="1775794"/>
                  </a:lnTo>
                  <a:lnTo>
                    <a:pt x="3334795" y="1775794"/>
                  </a:lnTo>
                  <a:lnTo>
                    <a:pt x="3334952" y="1775794"/>
                  </a:lnTo>
                  <a:lnTo>
                    <a:pt x="3335110" y="1775794"/>
                  </a:lnTo>
                  <a:lnTo>
                    <a:pt x="3335268" y="1775794"/>
                  </a:lnTo>
                  <a:lnTo>
                    <a:pt x="3335268" y="1775363"/>
                  </a:lnTo>
                  <a:lnTo>
                    <a:pt x="3335426" y="1775363"/>
                  </a:lnTo>
                  <a:lnTo>
                    <a:pt x="3335426" y="1774933"/>
                  </a:lnTo>
                  <a:lnTo>
                    <a:pt x="3335583" y="1774933"/>
                  </a:lnTo>
                  <a:lnTo>
                    <a:pt x="3335741" y="1774933"/>
                  </a:lnTo>
                  <a:lnTo>
                    <a:pt x="3335899" y="1774933"/>
                  </a:lnTo>
                  <a:lnTo>
                    <a:pt x="3336057" y="1774933"/>
                  </a:lnTo>
                  <a:lnTo>
                    <a:pt x="3336214" y="1774933"/>
                  </a:lnTo>
                  <a:lnTo>
                    <a:pt x="3336372" y="1774933"/>
                  </a:lnTo>
                  <a:lnTo>
                    <a:pt x="3336530" y="1774933"/>
                  </a:lnTo>
                  <a:lnTo>
                    <a:pt x="3336687" y="1774933"/>
                  </a:lnTo>
                  <a:lnTo>
                    <a:pt x="3336687" y="1774502"/>
                  </a:lnTo>
                  <a:lnTo>
                    <a:pt x="3336845" y="1774502"/>
                  </a:lnTo>
                  <a:lnTo>
                    <a:pt x="3337003" y="1774502"/>
                  </a:lnTo>
                  <a:lnTo>
                    <a:pt x="3337003" y="1774072"/>
                  </a:lnTo>
                  <a:lnTo>
                    <a:pt x="3337003" y="1773641"/>
                  </a:lnTo>
                  <a:lnTo>
                    <a:pt x="3337161" y="1773641"/>
                  </a:lnTo>
                  <a:lnTo>
                    <a:pt x="3337161" y="1773210"/>
                  </a:lnTo>
                  <a:lnTo>
                    <a:pt x="3337318" y="1773210"/>
                  </a:lnTo>
                  <a:lnTo>
                    <a:pt x="3337318" y="1772780"/>
                  </a:lnTo>
                  <a:lnTo>
                    <a:pt x="3337476" y="1772780"/>
                  </a:lnTo>
                  <a:lnTo>
                    <a:pt x="3337634" y="1772780"/>
                  </a:lnTo>
                  <a:lnTo>
                    <a:pt x="3337791" y="1772780"/>
                  </a:lnTo>
                  <a:lnTo>
                    <a:pt x="3337949" y="1772780"/>
                  </a:lnTo>
                  <a:lnTo>
                    <a:pt x="3338107" y="1772780"/>
                  </a:lnTo>
                  <a:lnTo>
                    <a:pt x="3338265" y="1772780"/>
                  </a:lnTo>
                  <a:lnTo>
                    <a:pt x="3338422" y="1772780"/>
                  </a:lnTo>
                  <a:lnTo>
                    <a:pt x="3338422" y="1772349"/>
                  </a:lnTo>
                  <a:lnTo>
                    <a:pt x="3338580" y="1772349"/>
                  </a:lnTo>
                  <a:lnTo>
                    <a:pt x="3338580" y="1771919"/>
                  </a:lnTo>
                  <a:lnTo>
                    <a:pt x="3338738" y="1771919"/>
                  </a:lnTo>
                  <a:lnTo>
                    <a:pt x="3338895" y="1771919"/>
                  </a:lnTo>
                  <a:lnTo>
                    <a:pt x="3339053" y="1771919"/>
                  </a:lnTo>
                  <a:lnTo>
                    <a:pt x="3339211" y="1771919"/>
                  </a:lnTo>
                  <a:lnTo>
                    <a:pt x="3339369" y="1771919"/>
                  </a:lnTo>
                  <a:lnTo>
                    <a:pt x="3339369" y="1771488"/>
                  </a:lnTo>
                  <a:lnTo>
                    <a:pt x="3339369" y="1771057"/>
                  </a:lnTo>
                  <a:lnTo>
                    <a:pt x="3339526" y="1771057"/>
                  </a:lnTo>
                  <a:lnTo>
                    <a:pt x="3339684" y="1771057"/>
                  </a:lnTo>
                  <a:lnTo>
                    <a:pt x="3339684" y="1770627"/>
                  </a:lnTo>
                  <a:lnTo>
                    <a:pt x="3339842" y="1770627"/>
                  </a:lnTo>
                  <a:lnTo>
                    <a:pt x="3339999" y="1770627"/>
                  </a:lnTo>
                  <a:lnTo>
                    <a:pt x="3340157" y="1770627"/>
                  </a:lnTo>
                  <a:lnTo>
                    <a:pt x="3340157" y="1770196"/>
                  </a:lnTo>
                  <a:lnTo>
                    <a:pt x="3340315" y="1770196"/>
                  </a:lnTo>
                  <a:lnTo>
                    <a:pt x="3340473" y="1770196"/>
                  </a:lnTo>
                  <a:lnTo>
                    <a:pt x="3340630" y="1770196"/>
                  </a:lnTo>
                  <a:lnTo>
                    <a:pt x="3340788" y="1770196"/>
                  </a:lnTo>
                  <a:lnTo>
                    <a:pt x="3340788" y="1769766"/>
                  </a:lnTo>
                  <a:lnTo>
                    <a:pt x="3340946" y="1769766"/>
                  </a:lnTo>
                  <a:lnTo>
                    <a:pt x="3341104" y="1769766"/>
                  </a:lnTo>
                  <a:lnTo>
                    <a:pt x="3341261" y="1769766"/>
                  </a:lnTo>
                  <a:lnTo>
                    <a:pt x="3341419" y="1769766"/>
                  </a:lnTo>
                  <a:lnTo>
                    <a:pt x="3341577" y="1769766"/>
                  </a:lnTo>
                  <a:lnTo>
                    <a:pt x="3341577" y="1769335"/>
                  </a:lnTo>
                  <a:lnTo>
                    <a:pt x="3341734" y="1769335"/>
                  </a:lnTo>
                  <a:lnTo>
                    <a:pt x="3341892" y="1769335"/>
                  </a:lnTo>
                  <a:lnTo>
                    <a:pt x="3342050" y="1769335"/>
                  </a:lnTo>
                  <a:lnTo>
                    <a:pt x="3342208" y="1769335"/>
                  </a:lnTo>
                  <a:lnTo>
                    <a:pt x="3342365" y="1769335"/>
                  </a:lnTo>
                  <a:lnTo>
                    <a:pt x="3342523" y="1769335"/>
                  </a:lnTo>
                  <a:lnTo>
                    <a:pt x="3342681" y="1769335"/>
                  </a:lnTo>
                  <a:lnTo>
                    <a:pt x="3342838" y="1769335"/>
                  </a:lnTo>
                  <a:lnTo>
                    <a:pt x="3342838" y="1768904"/>
                  </a:lnTo>
                  <a:lnTo>
                    <a:pt x="3342996" y="1768904"/>
                  </a:lnTo>
                  <a:lnTo>
                    <a:pt x="3342996" y="1768474"/>
                  </a:lnTo>
                  <a:lnTo>
                    <a:pt x="3342996" y="1768043"/>
                  </a:lnTo>
                  <a:lnTo>
                    <a:pt x="3343154" y="1768043"/>
                  </a:lnTo>
                  <a:lnTo>
                    <a:pt x="3343312" y="1768043"/>
                  </a:lnTo>
                  <a:lnTo>
                    <a:pt x="3343469" y="1768043"/>
                  </a:lnTo>
                  <a:lnTo>
                    <a:pt x="3343627" y="1768043"/>
                  </a:lnTo>
                  <a:lnTo>
                    <a:pt x="3343785" y="1768043"/>
                  </a:lnTo>
                  <a:lnTo>
                    <a:pt x="3343785" y="1767613"/>
                  </a:lnTo>
                  <a:lnTo>
                    <a:pt x="3343942" y="1767613"/>
                  </a:lnTo>
                  <a:lnTo>
                    <a:pt x="3344100" y="1767613"/>
                  </a:lnTo>
                  <a:lnTo>
                    <a:pt x="3344258" y="1767613"/>
                  </a:lnTo>
                  <a:lnTo>
                    <a:pt x="3344416" y="1767613"/>
                  </a:lnTo>
                  <a:lnTo>
                    <a:pt x="3344573" y="1767613"/>
                  </a:lnTo>
                  <a:lnTo>
                    <a:pt x="3344731" y="1767613"/>
                  </a:lnTo>
                  <a:lnTo>
                    <a:pt x="3344889" y="1767613"/>
                  </a:lnTo>
                  <a:lnTo>
                    <a:pt x="3345046" y="1767613"/>
                  </a:lnTo>
                  <a:lnTo>
                    <a:pt x="3345204" y="1767613"/>
                  </a:lnTo>
                  <a:lnTo>
                    <a:pt x="3345362" y="1767613"/>
                  </a:lnTo>
                  <a:lnTo>
                    <a:pt x="3345520" y="1767613"/>
                  </a:lnTo>
                  <a:lnTo>
                    <a:pt x="3345677" y="1767613"/>
                  </a:lnTo>
                  <a:lnTo>
                    <a:pt x="3345835" y="1767613"/>
                  </a:lnTo>
                  <a:lnTo>
                    <a:pt x="3345835" y="1767182"/>
                  </a:lnTo>
                  <a:lnTo>
                    <a:pt x="3345993" y="1767182"/>
                  </a:lnTo>
                  <a:lnTo>
                    <a:pt x="3346150" y="1767182"/>
                  </a:lnTo>
                  <a:lnTo>
                    <a:pt x="3346308" y="1767182"/>
                  </a:lnTo>
                  <a:lnTo>
                    <a:pt x="3346308" y="1766751"/>
                  </a:lnTo>
                  <a:lnTo>
                    <a:pt x="3346466" y="1766751"/>
                  </a:lnTo>
                  <a:lnTo>
                    <a:pt x="3346624" y="1766751"/>
                  </a:lnTo>
                  <a:lnTo>
                    <a:pt x="3346624" y="1766321"/>
                  </a:lnTo>
                  <a:lnTo>
                    <a:pt x="3346781" y="1766321"/>
                  </a:lnTo>
                  <a:lnTo>
                    <a:pt x="3346939" y="1766321"/>
                  </a:lnTo>
                  <a:lnTo>
                    <a:pt x="3347097" y="1766321"/>
                  </a:lnTo>
                  <a:lnTo>
                    <a:pt x="3347255" y="1766321"/>
                  </a:lnTo>
                  <a:lnTo>
                    <a:pt x="3347412" y="1766321"/>
                  </a:lnTo>
                  <a:lnTo>
                    <a:pt x="3347412" y="1765890"/>
                  </a:lnTo>
                  <a:lnTo>
                    <a:pt x="3347570" y="1765890"/>
                  </a:lnTo>
                  <a:lnTo>
                    <a:pt x="3347728" y="1765890"/>
                  </a:lnTo>
                  <a:lnTo>
                    <a:pt x="3347885" y="1765890"/>
                  </a:lnTo>
                  <a:lnTo>
                    <a:pt x="3347885" y="1765460"/>
                  </a:lnTo>
                  <a:lnTo>
                    <a:pt x="3348043" y="1765460"/>
                  </a:lnTo>
                  <a:lnTo>
                    <a:pt x="3348043" y="1765029"/>
                  </a:lnTo>
                  <a:lnTo>
                    <a:pt x="3348201" y="1765029"/>
                  </a:lnTo>
                  <a:lnTo>
                    <a:pt x="3348359" y="1765029"/>
                  </a:lnTo>
                  <a:lnTo>
                    <a:pt x="3348359" y="1764598"/>
                  </a:lnTo>
                  <a:lnTo>
                    <a:pt x="3348516" y="1764598"/>
                  </a:lnTo>
                  <a:lnTo>
                    <a:pt x="3348674" y="1764598"/>
                  </a:lnTo>
                  <a:lnTo>
                    <a:pt x="3348832" y="1764598"/>
                  </a:lnTo>
                  <a:lnTo>
                    <a:pt x="3348989" y="1764598"/>
                  </a:lnTo>
                  <a:lnTo>
                    <a:pt x="3349147" y="1764598"/>
                  </a:lnTo>
                  <a:lnTo>
                    <a:pt x="3349305" y="1764598"/>
                  </a:lnTo>
                  <a:lnTo>
                    <a:pt x="3349463" y="1764598"/>
                  </a:lnTo>
                  <a:lnTo>
                    <a:pt x="3349620" y="1764598"/>
                  </a:lnTo>
                  <a:lnTo>
                    <a:pt x="3349778" y="1764598"/>
                  </a:lnTo>
                  <a:lnTo>
                    <a:pt x="3349936" y="1764598"/>
                  </a:lnTo>
                  <a:lnTo>
                    <a:pt x="3350093" y="1764598"/>
                  </a:lnTo>
                  <a:lnTo>
                    <a:pt x="3350251" y="1764598"/>
                  </a:lnTo>
                  <a:lnTo>
                    <a:pt x="3350409" y="1764598"/>
                  </a:lnTo>
                  <a:lnTo>
                    <a:pt x="3350567" y="1764598"/>
                  </a:lnTo>
                  <a:lnTo>
                    <a:pt x="3350724" y="1764598"/>
                  </a:lnTo>
                  <a:lnTo>
                    <a:pt x="3350882" y="1764598"/>
                  </a:lnTo>
                  <a:lnTo>
                    <a:pt x="3351040" y="1764598"/>
                  </a:lnTo>
                  <a:lnTo>
                    <a:pt x="3351197" y="1764598"/>
                  </a:lnTo>
                  <a:lnTo>
                    <a:pt x="3351355" y="1764598"/>
                  </a:lnTo>
                  <a:lnTo>
                    <a:pt x="3351513" y="1764598"/>
                  </a:lnTo>
                  <a:lnTo>
                    <a:pt x="3351671" y="1764598"/>
                  </a:lnTo>
                  <a:lnTo>
                    <a:pt x="3351828" y="1764598"/>
                  </a:lnTo>
                  <a:lnTo>
                    <a:pt x="3351986" y="1764598"/>
                  </a:lnTo>
                  <a:lnTo>
                    <a:pt x="3352144" y="1764598"/>
                  </a:lnTo>
                  <a:lnTo>
                    <a:pt x="3352302" y="1764598"/>
                  </a:lnTo>
                  <a:lnTo>
                    <a:pt x="3352459" y="1764598"/>
                  </a:lnTo>
                  <a:lnTo>
                    <a:pt x="3352459" y="1764168"/>
                  </a:lnTo>
                  <a:lnTo>
                    <a:pt x="3352459" y="1763737"/>
                  </a:lnTo>
                  <a:lnTo>
                    <a:pt x="3352459" y="1763307"/>
                  </a:lnTo>
                  <a:lnTo>
                    <a:pt x="3352459" y="1762876"/>
                  </a:lnTo>
                  <a:lnTo>
                    <a:pt x="3352617" y="1762876"/>
                  </a:lnTo>
                  <a:lnTo>
                    <a:pt x="3352617" y="1762445"/>
                  </a:lnTo>
                  <a:lnTo>
                    <a:pt x="3352775" y="1762445"/>
                  </a:lnTo>
                  <a:lnTo>
                    <a:pt x="3352932" y="1762445"/>
                  </a:lnTo>
                  <a:lnTo>
                    <a:pt x="3352932" y="1762015"/>
                  </a:lnTo>
                  <a:lnTo>
                    <a:pt x="3353090" y="1762015"/>
                  </a:lnTo>
                  <a:lnTo>
                    <a:pt x="3353248" y="1762015"/>
                  </a:lnTo>
                  <a:lnTo>
                    <a:pt x="3353406" y="1762015"/>
                  </a:lnTo>
                  <a:lnTo>
                    <a:pt x="3353563" y="1762015"/>
                  </a:lnTo>
                  <a:lnTo>
                    <a:pt x="3353721" y="1762015"/>
                  </a:lnTo>
                  <a:lnTo>
                    <a:pt x="3353879" y="1762015"/>
                  </a:lnTo>
                  <a:lnTo>
                    <a:pt x="3354036" y="1762015"/>
                  </a:lnTo>
                  <a:lnTo>
                    <a:pt x="3354194" y="1762015"/>
                  </a:lnTo>
                  <a:lnTo>
                    <a:pt x="3354352" y="1762015"/>
                  </a:lnTo>
                  <a:lnTo>
                    <a:pt x="3354510" y="1762015"/>
                  </a:lnTo>
                  <a:lnTo>
                    <a:pt x="3354667" y="1762015"/>
                  </a:lnTo>
                  <a:lnTo>
                    <a:pt x="3354825" y="1762015"/>
                  </a:lnTo>
                  <a:lnTo>
                    <a:pt x="3354983" y="1762015"/>
                  </a:lnTo>
                  <a:lnTo>
                    <a:pt x="3355140" y="1762015"/>
                  </a:lnTo>
                  <a:lnTo>
                    <a:pt x="3355298" y="1762015"/>
                  </a:lnTo>
                  <a:lnTo>
                    <a:pt x="3355298" y="1761584"/>
                  </a:lnTo>
                  <a:lnTo>
                    <a:pt x="3355456" y="1761584"/>
                  </a:lnTo>
                  <a:lnTo>
                    <a:pt x="3355614" y="1761584"/>
                  </a:lnTo>
                  <a:lnTo>
                    <a:pt x="3355771" y="1761584"/>
                  </a:lnTo>
                  <a:lnTo>
                    <a:pt x="3355929" y="1761584"/>
                  </a:lnTo>
                  <a:lnTo>
                    <a:pt x="3356087" y="1761584"/>
                  </a:lnTo>
                  <a:lnTo>
                    <a:pt x="3356244" y="1761584"/>
                  </a:lnTo>
                  <a:lnTo>
                    <a:pt x="3356402" y="1761584"/>
                  </a:lnTo>
                  <a:lnTo>
                    <a:pt x="3356560" y="1761584"/>
                  </a:lnTo>
                  <a:lnTo>
                    <a:pt x="3356560" y="1761154"/>
                  </a:lnTo>
                  <a:lnTo>
                    <a:pt x="3356718" y="1761154"/>
                  </a:lnTo>
                  <a:lnTo>
                    <a:pt x="3356875" y="1761154"/>
                  </a:lnTo>
                  <a:lnTo>
                    <a:pt x="3357033" y="1761154"/>
                  </a:lnTo>
                  <a:lnTo>
                    <a:pt x="3357033" y="1760723"/>
                  </a:lnTo>
                  <a:lnTo>
                    <a:pt x="3357033" y="1760292"/>
                  </a:lnTo>
                  <a:lnTo>
                    <a:pt x="3357191" y="1760292"/>
                  </a:lnTo>
                  <a:lnTo>
                    <a:pt x="3357348" y="1760292"/>
                  </a:lnTo>
                  <a:lnTo>
                    <a:pt x="3357506" y="1760292"/>
                  </a:lnTo>
                  <a:lnTo>
                    <a:pt x="3357664" y="1760292"/>
                  </a:lnTo>
                  <a:lnTo>
                    <a:pt x="3357822" y="1760292"/>
                  </a:lnTo>
                  <a:lnTo>
                    <a:pt x="3357979" y="1760292"/>
                  </a:lnTo>
                  <a:lnTo>
                    <a:pt x="3358137" y="1760292"/>
                  </a:lnTo>
                  <a:lnTo>
                    <a:pt x="3358295" y="1760292"/>
                  </a:lnTo>
                  <a:lnTo>
                    <a:pt x="3358453" y="1760292"/>
                  </a:lnTo>
                  <a:lnTo>
                    <a:pt x="3358610" y="1760292"/>
                  </a:lnTo>
                  <a:lnTo>
                    <a:pt x="3358768" y="1760292"/>
                  </a:lnTo>
                  <a:lnTo>
                    <a:pt x="3358768" y="1759862"/>
                  </a:lnTo>
                  <a:lnTo>
                    <a:pt x="3358926" y="1759862"/>
                  </a:lnTo>
                  <a:lnTo>
                    <a:pt x="3359083" y="1759862"/>
                  </a:lnTo>
                  <a:lnTo>
                    <a:pt x="3359241" y="1759862"/>
                  </a:lnTo>
                  <a:lnTo>
                    <a:pt x="3359399" y="1759862"/>
                  </a:lnTo>
                  <a:lnTo>
                    <a:pt x="3359557" y="1759862"/>
                  </a:lnTo>
                  <a:lnTo>
                    <a:pt x="3359714" y="1759862"/>
                  </a:lnTo>
                  <a:lnTo>
                    <a:pt x="3359872" y="1759862"/>
                  </a:lnTo>
                  <a:lnTo>
                    <a:pt x="3360030" y="1759862"/>
                  </a:lnTo>
                  <a:lnTo>
                    <a:pt x="3360030" y="1759431"/>
                  </a:lnTo>
                  <a:lnTo>
                    <a:pt x="3360187" y="1759431"/>
                  </a:lnTo>
                  <a:lnTo>
                    <a:pt x="3360345" y="1759431"/>
                  </a:lnTo>
                  <a:lnTo>
                    <a:pt x="3360503" y="1759431"/>
                  </a:lnTo>
                  <a:lnTo>
                    <a:pt x="3360503" y="1759001"/>
                  </a:lnTo>
                  <a:lnTo>
                    <a:pt x="3360661" y="1759001"/>
                  </a:lnTo>
                  <a:lnTo>
                    <a:pt x="3360661" y="1758570"/>
                  </a:lnTo>
                  <a:lnTo>
                    <a:pt x="3360661" y="1758139"/>
                  </a:lnTo>
                  <a:lnTo>
                    <a:pt x="3360818" y="1758139"/>
                  </a:lnTo>
                  <a:lnTo>
                    <a:pt x="3360976" y="1758139"/>
                  </a:lnTo>
                  <a:lnTo>
                    <a:pt x="3361134" y="1758139"/>
                  </a:lnTo>
                  <a:lnTo>
                    <a:pt x="3361291" y="1758139"/>
                  </a:lnTo>
                  <a:lnTo>
                    <a:pt x="3361449" y="1758139"/>
                  </a:lnTo>
                  <a:lnTo>
                    <a:pt x="3361607" y="1758139"/>
                  </a:lnTo>
                  <a:lnTo>
                    <a:pt x="3361765" y="1758139"/>
                  </a:lnTo>
                  <a:lnTo>
                    <a:pt x="3361922" y="1758139"/>
                  </a:lnTo>
                  <a:lnTo>
                    <a:pt x="3362080" y="1758139"/>
                  </a:lnTo>
                  <a:lnTo>
                    <a:pt x="3362238" y="1758139"/>
                  </a:lnTo>
                  <a:lnTo>
                    <a:pt x="3362238" y="1757709"/>
                  </a:lnTo>
                  <a:lnTo>
                    <a:pt x="3362395" y="1757709"/>
                  </a:lnTo>
                  <a:lnTo>
                    <a:pt x="3362553" y="1757709"/>
                  </a:lnTo>
                  <a:lnTo>
                    <a:pt x="3362711" y="1757709"/>
                  </a:lnTo>
                  <a:lnTo>
                    <a:pt x="3362869" y="1757709"/>
                  </a:lnTo>
                  <a:lnTo>
                    <a:pt x="3363026" y="1757709"/>
                  </a:lnTo>
                  <a:lnTo>
                    <a:pt x="3363184" y="1757709"/>
                  </a:lnTo>
                  <a:lnTo>
                    <a:pt x="3363342" y="1757709"/>
                  </a:lnTo>
                  <a:lnTo>
                    <a:pt x="3363500" y="1757709"/>
                  </a:lnTo>
                  <a:lnTo>
                    <a:pt x="3363657" y="1757709"/>
                  </a:lnTo>
                  <a:lnTo>
                    <a:pt x="3363815" y="1757709"/>
                  </a:lnTo>
                  <a:lnTo>
                    <a:pt x="3363973" y="1757709"/>
                  </a:lnTo>
                  <a:lnTo>
                    <a:pt x="3364130" y="1757709"/>
                  </a:lnTo>
                  <a:lnTo>
                    <a:pt x="3364288" y="1757709"/>
                  </a:lnTo>
                  <a:lnTo>
                    <a:pt x="3364446" y="1757709"/>
                  </a:lnTo>
                  <a:lnTo>
                    <a:pt x="3364604" y="1757709"/>
                  </a:lnTo>
                  <a:lnTo>
                    <a:pt x="3364761" y="1757709"/>
                  </a:lnTo>
                  <a:lnTo>
                    <a:pt x="3364761" y="1757278"/>
                  </a:lnTo>
                  <a:lnTo>
                    <a:pt x="3364919" y="1757278"/>
                  </a:lnTo>
                  <a:lnTo>
                    <a:pt x="3364919" y="1756848"/>
                  </a:lnTo>
                  <a:lnTo>
                    <a:pt x="3365077" y="1756848"/>
                  </a:lnTo>
                  <a:lnTo>
                    <a:pt x="3365077" y="1756417"/>
                  </a:lnTo>
                  <a:lnTo>
                    <a:pt x="3365234" y="1756417"/>
                  </a:lnTo>
                  <a:lnTo>
                    <a:pt x="3365234" y="1755986"/>
                  </a:lnTo>
                  <a:lnTo>
                    <a:pt x="3365392" y="1755986"/>
                  </a:lnTo>
                  <a:lnTo>
                    <a:pt x="3365550" y="1755986"/>
                  </a:lnTo>
                  <a:lnTo>
                    <a:pt x="3365708" y="1755986"/>
                  </a:lnTo>
                  <a:lnTo>
                    <a:pt x="3365865" y="1755986"/>
                  </a:lnTo>
                  <a:lnTo>
                    <a:pt x="3366023" y="1755986"/>
                  </a:lnTo>
                  <a:lnTo>
                    <a:pt x="3366181" y="1755986"/>
                  </a:lnTo>
                  <a:lnTo>
                    <a:pt x="3366338" y="1755986"/>
                  </a:lnTo>
                  <a:lnTo>
                    <a:pt x="3366338" y="1755556"/>
                  </a:lnTo>
                  <a:lnTo>
                    <a:pt x="3366496" y="1755556"/>
                  </a:lnTo>
                  <a:lnTo>
                    <a:pt x="3366654" y="1755556"/>
                  </a:lnTo>
                  <a:lnTo>
                    <a:pt x="3366812" y="1755556"/>
                  </a:lnTo>
                  <a:lnTo>
                    <a:pt x="3366812" y="1755125"/>
                  </a:lnTo>
                  <a:lnTo>
                    <a:pt x="3366969" y="1755125"/>
                  </a:lnTo>
                  <a:lnTo>
                    <a:pt x="3367127" y="1755125"/>
                  </a:lnTo>
                  <a:lnTo>
                    <a:pt x="3367285" y="1755125"/>
                  </a:lnTo>
                  <a:lnTo>
                    <a:pt x="3367285" y="1754695"/>
                  </a:lnTo>
                  <a:lnTo>
                    <a:pt x="3367442" y="1754695"/>
                  </a:lnTo>
                  <a:lnTo>
                    <a:pt x="3367600" y="1754695"/>
                  </a:lnTo>
                  <a:lnTo>
                    <a:pt x="3367758" y="1754695"/>
                  </a:lnTo>
                  <a:lnTo>
                    <a:pt x="3367916" y="1754695"/>
                  </a:lnTo>
                  <a:lnTo>
                    <a:pt x="3367916" y="1754264"/>
                  </a:lnTo>
                  <a:lnTo>
                    <a:pt x="3368073" y="1754264"/>
                  </a:lnTo>
                  <a:lnTo>
                    <a:pt x="3368231" y="1754264"/>
                  </a:lnTo>
                  <a:lnTo>
                    <a:pt x="3368389" y="1754264"/>
                  </a:lnTo>
                  <a:lnTo>
                    <a:pt x="3368389" y="1753833"/>
                  </a:lnTo>
                  <a:lnTo>
                    <a:pt x="3368389" y="1753403"/>
                  </a:lnTo>
                  <a:lnTo>
                    <a:pt x="3368389" y="1752972"/>
                  </a:lnTo>
                  <a:lnTo>
                    <a:pt x="3368546" y="1752972"/>
                  </a:lnTo>
                  <a:lnTo>
                    <a:pt x="3368546" y="1752542"/>
                  </a:lnTo>
                  <a:lnTo>
                    <a:pt x="3368704" y="1752542"/>
                  </a:lnTo>
                  <a:lnTo>
                    <a:pt x="3368862" y="1752542"/>
                  </a:lnTo>
                  <a:lnTo>
                    <a:pt x="3369020" y="1752542"/>
                  </a:lnTo>
                  <a:lnTo>
                    <a:pt x="3369177" y="1752542"/>
                  </a:lnTo>
                  <a:lnTo>
                    <a:pt x="3369335" y="1752542"/>
                  </a:lnTo>
                  <a:lnTo>
                    <a:pt x="3369493" y="1752542"/>
                  </a:lnTo>
                  <a:lnTo>
                    <a:pt x="3369651" y="1752542"/>
                  </a:lnTo>
                  <a:lnTo>
                    <a:pt x="3369808" y="1752542"/>
                  </a:lnTo>
                  <a:lnTo>
                    <a:pt x="3369808" y="1752111"/>
                  </a:lnTo>
                  <a:lnTo>
                    <a:pt x="3369808" y="1751680"/>
                  </a:lnTo>
                  <a:lnTo>
                    <a:pt x="3369966" y="1751680"/>
                  </a:lnTo>
                  <a:lnTo>
                    <a:pt x="3370124" y="1751680"/>
                  </a:lnTo>
                  <a:lnTo>
                    <a:pt x="3370281" y="1751680"/>
                  </a:lnTo>
                  <a:lnTo>
                    <a:pt x="3370439" y="1751680"/>
                  </a:lnTo>
                  <a:lnTo>
                    <a:pt x="3370597" y="1751680"/>
                  </a:lnTo>
                  <a:lnTo>
                    <a:pt x="3370755" y="1751680"/>
                  </a:lnTo>
                  <a:lnTo>
                    <a:pt x="3370755" y="1751250"/>
                  </a:lnTo>
                  <a:lnTo>
                    <a:pt x="3370912" y="1751250"/>
                  </a:lnTo>
                  <a:lnTo>
                    <a:pt x="3371070" y="1751250"/>
                  </a:lnTo>
                  <a:lnTo>
                    <a:pt x="3371228" y="1751250"/>
                  </a:lnTo>
                  <a:lnTo>
                    <a:pt x="3371228" y="1750819"/>
                  </a:lnTo>
                  <a:lnTo>
                    <a:pt x="3371385" y="1750819"/>
                  </a:lnTo>
                  <a:lnTo>
                    <a:pt x="3371543" y="1750819"/>
                  </a:lnTo>
                  <a:lnTo>
                    <a:pt x="3371701" y="1750819"/>
                  </a:lnTo>
                  <a:lnTo>
                    <a:pt x="3371859" y="1750819"/>
                  </a:lnTo>
                  <a:lnTo>
                    <a:pt x="3372016" y="1750819"/>
                  </a:lnTo>
                  <a:lnTo>
                    <a:pt x="3372174" y="1750819"/>
                  </a:lnTo>
                  <a:lnTo>
                    <a:pt x="3372332" y="1750819"/>
                  </a:lnTo>
                  <a:lnTo>
                    <a:pt x="3372489" y="1750819"/>
                  </a:lnTo>
                  <a:lnTo>
                    <a:pt x="3372647" y="1750819"/>
                  </a:lnTo>
                  <a:lnTo>
                    <a:pt x="3372805" y="1750819"/>
                  </a:lnTo>
                  <a:lnTo>
                    <a:pt x="3372963" y="1750819"/>
                  </a:lnTo>
                  <a:lnTo>
                    <a:pt x="3373120" y="1750819"/>
                  </a:lnTo>
                  <a:lnTo>
                    <a:pt x="3373278" y="1750819"/>
                  </a:lnTo>
                  <a:lnTo>
                    <a:pt x="3373436" y="1750819"/>
                  </a:lnTo>
                  <a:lnTo>
                    <a:pt x="3373436" y="1750389"/>
                  </a:lnTo>
                  <a:lnTo>
                    <a:pt x="3373593" y="1750389"/>
                  </a:lnTo>
                  <a:lnTo>
                    <a:pt x="3373593" y="1749958"/>
                  </a:lnTo>
                  <a:lnTo>
                    <a:pt x="3373751" y="1749958"/>
                  </a:lnTo>
                  <a:lnTo>
                    <a:pt x="3373751" y="1749527"/>
                  </a:lnTo>
                  <a:lnTo>
                    <a:pt x="3373751" y="1749097"/>
                  </a:lnTo>
                  <a:lnTo>
                    <a:pt x="3373909" y="1749097"/>
                  </a:lnTo>
                  <a:lnTo>
                    <a:pt x="3374067" y="1749097"/>
                  </a:lnTo>
                  <a:lnTo>
                    <a:pt x="3374224" y="1749097"/>
                  </a:lnTo>
                  <a:lnTo>
                    <a:pt x="3374382" y="1749097"/>
                  </a:lnTo>
                  <a:lnTo>
                    <a:pt x="3374540" y="1749097"/>
                  </a:lnTo>
                  <a:lnTo>
                    <a:pt x="3374697" y="1749097"/>
                  </a:lnTo>
                  <a:lnTo>
                    <a:pt x="3374855" y="1749097"/>
                  </a:lnTo>
                  <a:lnTo>
                    <a:pt x="3374855" y="1748666"/>
                  </a:lnTo>
                  <a:lnTo>
                    <a:pt x="3375013" y="1748666"/>
                  </a:lnTo>
                  <a:lnTo>
                    <a:pt x="3375171" y="1748666"/>
                  </a:lnTo>
                  <a:lnTo>
                    <a:pt x="3375171" y="1748236"/>
                  </a:lnTo>
                  <a:lnTo>
                    <a:pt x="3375328" y="1748236"/>
                  </a:lnTo>
                  <a:lnTo>
                    <a:pt x="3375328" y="1747805"/>
                  </a:lnTo>
                  <a:lnTo>
                    <a:pt x="3375486" y="1747805"/>
                  </a:lnTo>
                  <a:lnTo>
                    <a:pt x="3375644" y="1747805"/>
                  </a:lnTo>
                  <a:lnTo>
                    <a:pt x="3375802" y="1747805"/>
                  </a:lnTo>
                  <a:lnTo>
                    <a:pt x="3375959" y="1747805"/>
                  </a:lnTo>
                  <a:lnTo>
                    <a:pt x="3376117" y="1747805"/>
                  </a:lnTo>
                  <a:lnTo>
                    <a:pt x="3376275" y="1747805"/>
                  </a:lnTo>
                  <a:lnTo>
                    <a:pt x="3376275" y="1747374"/>
                  </a:lnTo>
                  <a:lnTo>
                    <a:pt x="3376432" y="1747374"/>
                  </a:lnTo>
                  <a:lnTo>
                    <a:pt x="3376590" y="1747374"/>
                  </a:lnTo>
                  <a:lnTo>
                    <a:pt x="3376748" y="1747374"/>
                  </a:lnTo>
                  <a:lnTo>
                    <a:pt x="3376906" y="1747374"/>
                  </a:lnTo>
                  <a:lnTo>
                    <a:pt x="3377063" y="1747374"/>
                  </a:lnTo>
                  <a:lnTo>
                    <a:pt x="3377063" y="1746944"/>
                  </a:lnTo>
                  <a:lnTo>
                    <a:pt x="3377221" y="1746944"/>
                  </a:lnTo>
                  <a:lnTo>
                    <a:pt x="3377221" y="1746513"/>
                  </a:lnTo>
                  <a:lnTo>
                    <a:pt x="3377221" y="1746083"/>
                  </a:lnTo>
                  <a:lnTo>
                    <a:pt x="3377379" y="1746083"/>
                  </a:lnTo>
                  <a:lnTo>
                    <a:pt x="3377379" y="1745652"/>
                  </a:lnTo>
                  <a:lnTo>
                    <a:pt x="3377536" y="1745652"/>
                  </a:lnTo>
                  <a:lnTo>
                    <a:pt x="3377536" y="1745221"/>
                  </a:lnTo>
                  <a:lnTo>
                    <a:pt x="3377694" y="1745221"/>
                  </a:lnTo>
                  <a:lnTo>
                    <a:pt x="3377852" y="1745221"/>
                  </a:lnTo>
                  <a:lnTo>
                    <a:pt x="3377852" y="1744791"/>
                  </a:lnTo>
                  <a:lnTo>
                    <a:pt x="3378010" y="1744791"/>
                  </a:lnTo>
                  <a:lnTo>
                    <a:pt x="3378167" y="1744791"/>
                  </a:lnTo>
                  <a:lnTo>
                    <a:pt x="3378167" y="1744360"/>
                  </a:lnTo>
                  <a:lnTo>
                    <a:pt x="3378325" y="1744360"/>
                  </a:lnTo>
                  <a:lnTo>
                    <a:pt x="3378325" y="1743930"/>
                  </a:lnTo>
                  <a:lnTo>
                    <a:pt x="3378483" y="1743930"/>
                  </a:lnTo>
                  <a:lnTo>
                    <a:pt x="3378640" y="1743930"/>
                  </a:lnTo>
                  <a:lnTo>
                    <a:pt x="3378798" y="1743930"/>
                  </a:lnTo>
                  <a:lnTo>
                    <a:pt x="3378956" y="1743930"/>
                  </a:lnTo>
                  <a:lnTo>
                    <a:pt x="3379114" y="1743930"/>
                  </a:lnTo>
                  <a:lnTo>
                    <a:pt x="3379271" y="1743930"/>
                  </a:lnTo>
                  <a:lnTo>
                    <a:pt x="3379429" y="1743930"/>
                  </a:lnTo>
                  <a:lnTo>
                    <a:pt x="3379587" y="1743930"/>
                  </a:lnTo>
                  <a:lnTo>
                    <a:pt x="3379587" y="1743499"/>
                  </a:lnTo>
                  <a:lnTo>
                    <a:pt x="3379744" y="1743499"/>
                  </a:lnTo>
                  <a:lnTo>
                    <a:pt x="3379902" y="1743499"/>
                  </a:lnTo>
                  <a:lnTo>
                    <a:pt x="3380060" y="1743499"/>
                  </a:lnTo>
                  <a:lnTo>
                    <a:pt x="3380218" y="1743499"/>
                  </a:lnTo>
                  <a:lnTo>
                    <a:pt x="3380375" y="1743499"/>
                  </a:lnTo>
                  <a:lnTo>
                    <a:pt x="3380533" y="1743499"/>
                  </a:lnTo>
                  <a:lnTo>
                    <a:pt x="3380691" y="1743499"/>
                  </a:lnTo>
                  <a:lnTo>
                    <a:pt x="3380849" y="1743499"/>
                  </a:lnTo>
                  <a:lnTo>
                    <a:pt x="3381006" y="1743499"/>
                  </a:lnTo>
                  <a:lnTo>
                    <a:pt x="3381164" y="1743499"/>
                  </a:lnTo>
                  <a:lnTo>
                    <a:pt x="3381164" y="1743068"/>
                  </a:lnTo>
                  <a:lnTo>
                    <a:pt x="3381322" y="1743068"/>
                  </a:lnTo>
                  <a:lnTo>
                    <a:pt x="3381479" y="1743068"/>
                  </a:lnTo>
                  <a:lnTo>
                    <a:pt x="3381479" y="1742638"/>
                  </a:lnTo>
                  <a:lnTo>
                    <a:pt x="3381637" y="1742638"/>
                  </a:lnTo>
                  <a:lnTo>
                    <a:pt x="3381795" y="1742638"/>
                  </a:lnTo>
                  <a:lnTo>
                    <a:pt x="3381795" y="1742207"/>
                  </a:lnTo>
                  <a:lnTo>
                    <a:pt x="3381795" y="1741777"/>
                  </a:lnTo>
                  <a:lnTo>
                    <a:pt x="3381953" y="1741777"/>
                  </a:lnTo>
                  <a:lnTo>
                    <a:pt x="3382110" y="1741777"/>
                  </a:lnTo>
                  <a:lnTo>
                    <a:pt x="3382268" y="1741777"/>
                  </a:lnTo>
                  <a:lnTo>
                    <a:pt x="3382426" y="1741777"/>
                  </a:lnTo>
                  <a:lnTo>
                    <a:pt x="3382426" y="1741346"/>
                  </a:lnTo>
                  <a:lnTo>
                    <a:pt x="3382583" y="1741346"/>
                  </a:lnTo>
                  <a:lnTo>
                    <a:pt x="3382741" y="1741346"/>
                  </a:lnTo>
                  <a:lnTo>
                    <a:pt x="3382899" y="1741346"/>
                  </a:lnTo>
                  <a:lnTo>
                    <a:pt x="3383057" y="1741346"/>
                  </a:lnTo>
                  <a:lnTo>
                    <a:pt x="3383214" y="1741346"/>
                  </a:lnTo>
                  <a:lnTo>
                    <a:pt x="3383372" y="1741346"/>
                  </a:lnTo>
                  <a:lnTo>
                    <a:pt x="3383530" y="1741346"/>
                  </a:lnTo>
                  <a:lnTo>
                    <a:pt x="3383687" y="1741346"/>
                  </a:lnTo>
                  <a:lnTo>
                    <a:pt x="3383845" y="1741346"/>
                  </a:lnTo>
                  <a:lnTo>
                    <a:pt x="3384003" y="1741346"/>
                  </a:lnTo>
                  <a:lnTo>
                    <a:pt x="3384161" y="1741346"/>
                  </a:lnTo>
                  <a:lnTo>
                    <a:pt x="3384318" y="1741346"/>
                  </a:lnTo>
                  <a:lnTo>
                    <a:pt x="3384476" y="1741346"/>
                  </a:lnTo>
                  <a:lnTo>
                    <a:pt x="3384476" y="1740915"/>
                  </a:lnTo>
                  <a:lnTo>
                    <a:pt x="3384634" y="1740915"/>
                  </a:lnTo>
                  <a:lnTo>
                    <a:pt x="3384791" y="1740915"/>
                  </a:lnTo>
                  <a:lnTo>
                    <a:pt x="3384791" y="1740485"/>
                  </a:lnTo>
                  <a:lnTo>
                    <a:pt x="3384949" y="1740485"/>
                  </a:lnTo>
                  <a:lnTo>
                    <a:pt x="3385107" y="1740485"/>
                  </a:lnTo>
                  <a:lnTo>
                    <a:pt x="3385265" y="1740485"/>
                  </a:lnTo>
                  <a:lnTo>
                    <a:pt x="3385422" y="1740485"/>
                  </a:lnTo>
                  <a:lnTo>
                    <a:pt x="3385580" y="1740485"/>
                  </a:lnTo>
                  <a:lnTo>
                    <a:pt x="3385738" y="1740485"/>
                  </a:lnTo>
                  <a:lnTo>
                    <a:pt x="3385895" y="1740485"/>
                  </a:lnTo>
                  <a:lnTo>
                    <a:pt x="3386053" y="1740485"/>
                  </a:lnTo>
                  <a:lnTo>
                    <a:pt x="3386211" y="1740485"/>
                  </a:lnTo>
                  <a:lnTo>
                    <a:pt x="3386369" y="1740485"/>
                  </a:lnTo>
                  <a:lnTo>
                    <a:pt x="3386369" y="1740054"/>
                  </a:lnTo>
                  <a:lnTo>
                    <a:pt x="3386526" y="1740054"/>
                  </a:lnTo>
                  <a:lnTo>
                    <a:pt x="3386684" y="1740054"/>
                  </a:lnTo>
                  <a:lnTo>
                    <a:pt x="3386842" y="1740054"/>
                  </a:lnTo>
                  <a:lnTo>
                    <a:pt x="3387000" y="1740054"/>
                  </a:lnTo>
                  <a:lnTo>
                    <a:pt x="3387000" y="1739624"/>
                  </a:lnTo>
                  <a:lnTo>
                    <a:pt x="3387157" y="1739624"/>
                  </a:lnTo>
                  <a:lnTo>
                    <a:pt x="3387315" y="1739624"/>
                  </a:lnTo>
                  <a:lnTo>
                    <a:pt x="3387473" y="1739624"/>
                  </a:lnTo>
                  <a:lnTo>
                    <a:pt x="3387630" y="1739624"/>
                  </a:lnTo>
                  <a:lnTo>
                    <a:pt x="3387788" y="1739624"/>
                  </a:lnTo>
                  <a:lnTo>
                    <a:pt x="3387788" y="1739193"/>
                  </a:lnTo>
                  <a:lnTo>
                    <a:pt x="3387788" y="1738762"/>
                  </a:lnTo>
                  <a:lnTo>
                    <a:pt x="3387946" y="1738762"/>
                  </a:lnTo>
                  <a:lnTo>
                    <a:pt x="3388104" y="1738762"/>
                  </a:lnTo>
                  <a:lnTo>
                    <a:pt x="3388261" y="1738762"/>
                  </a:lnTo>
                  <a:lnTo>
                    <a:pt x="3388419" y="1738762"/>
                  </a:lnTo>
                  <a:lnTo>
                    <a:pt x="3388577" y="1738762"/>
                  </a:lnTo>
                  <a:lnTo>
                    <a:pt x="3388734" y="1738762"/>
                  </a:lnTo>
                  <a:lnTo>
                    <a:pt x="3388734" y="1738332"/>
                  </a:lnTo>
                  <a:lnTo>
                    <a:pt x="3388892" y="1738332"/>
                  </a:lnTo>
                  <a:lnTo>
                    <a:pt x="3389050" y="1738332"/>
                  </a:lnTo>
                  <a:lnTo>
                    <a:pt x="3389208" y="1738332"/>
                  </a:lnTo>
                  <a:lnTo>
                    <a:pt x="3389365" y="1738332"/>
                  </a:lnTo>
                  <a:lnTo>
                    <a:pt x="3389523" y="1738332"/>
                  </a:lnTo>
                  <a:lnTo>
                    <a:pt x="3389681" y="1738332"/>
                  </a:lnTo>
                  <a:lnTo>
                    <a:pt x="3389838" y="1738332"/>
                  </a:lnTo>
                  <a:lnTo>
                    <a:pt x="3389996" y="1738332"/>
                  </a:lnTo>
                  <a:lnTo>
                    <a:pt x="3390154" y="1738332"/>
                  </a:lnTo>
                  <a:lnTo>
                    <a:pt x="3390312" y="1738332"/>
                  </a:lnTo>
                  <a:lnTo>
                    <a:pt x="3390469" y="1738332"/>
                  </a:lnTo>
                  <a:lnTo>
                    <a:pt x="3390627" y="1738332"/>
                  </a:lnTo>
                  <a:lnTo>
                    <a:pt x="3390627" y="1737901"/>
                  </a:lnTo>
                  <a:lnTo>
                    <a:pt x="3390785" y="1737901"/>
                  </a:lnTo>
                  <a:lnTo>
                    <a:pt x="3390942" y="1737901"/>
                  </a:lnTo>
                  <a:lnTo>
                    <a:pt x="3391100" y="1737901"/>
                  </a:lnTo>
                  <a:lnTo>
                    <a:pt x="3391100" y="1737471"/>
                  </a:lnTo>
                  <a:lnTo>
                    <a:pt x="3391258" y="1737471"/>
                  </a:lnTo>
                  <a:lnTo>
                    <a:pt x="3391416" y="1737471"/>
                  </a:lnTo>
                  <a:lnTo>
                    <a:pt x="3391573" y="1737471"/>
                  </a:lnTo>
                  <a:lnTo>
                    <a:pt x="3391731" y="1737471"/>
                  </a:lnTo>
                  <a:lnTo>
                    <a:pt x="3391731" y="1737040"/>
                  </a:lnTo>
                  <a:lnTo>
                    <a:pt x="3391889" y="1737040"/>
                  </a:lnTo>
                  <a:lnTo>
                    <a:pt x="3391889" y="1736609"/>
                  </a:lnTo>
                  <a:lnTo>
                    <a:pt x="3392047" y="1736609"/>
                  </a:lnTo>
                  <a:lnTo>
                    <a:pt x="3392204" y="1736609"/>
                  </a:lnTo>
                  <a:lnTo>
                    <a:pt x="3392204" y="1736179"/>
                  </a:lnTo>
                  <a:lnTo>
                    <a:pt x="3392204" y="1735748"/>
                  </a:lnTo>
                  <a:lnTo>
                    <a:pt x="3392362" y="1735748"/>
                  </a:lnTo>
                  <a:lnTo>
                    <a:pt x="3392520" y="1735748"/>
                  </a:lnTo>
                  <a:lnTo>
                    <a:pt x="3392677" y="1735748"/>
                  </a:lnTo>
                  <a:lnTo>
                    <a:pt x="3392835" y="1735748"/>
                  </a:lnTo>
                  <a:lnTo>
                    <a:pt x="3392835" y="1735318"/>
                  </a:lnTo>
                  <a:lnTo>
                    <a:pt x="3392993" y="1735318"/>
                  </a:lnTo>
                  <a:lnTo>
                    <a:pt x="3392993" y="1734887"/>
                  </a:lnTo>
                  <a:lnTo>
                    <a:pt x="3393151" y="1734887"/>
                  </a:lnTo>
                  <a:lnTo>
                    <a:pt x="3393308" y="1734887"/>
                  </a:lnTo>
                  <a:lnTo>
                    <a:pt x="3393466" y="1734887"/>
                  </a:lnTo>
                  <a:lnTo>
                    <a:pt x="3393466" y="1734456"/>
                  </a:lnTo>
                  <a:lnTo>
                    <a:pt x="3393624" y="1734456"/>
                  </a:lnTo>
                  <a:lnTo>
                    <a:pt x="3393781" y="1734456"/>
                  </a:lnTo>
                  <a:lnTo>
                    <a:pt x="3393939" y="1734456"/>
                  </a:lnTo>
                  <a:lnTo>
                    <a:pt x="3394097" y="1734456"/>
                  </a:lnTo>
                  <a:lnTo>
                    <a:pt x="3394097" y="1734026"/>
                  </a:lnTo>
                  <a:lnTo>
                    <a:pt x="3394097" y="1733595"/>
                  </a:lnTo>
                  <a:lnTo>
                    <a:pt x="3394255" y="1733595"/>
                  </a:lnTo>
                  <a:lnTo>
                    <a:pt x="3394412" y="1733595"/>
                  </a:lnTo>
                  <a:lnTo>
                    <a:pt x="3394412" y="1733165"/>
                  </a:lnTo>
                  <a:lnTo>
                    <a:pt x="3394412" y="1732734"/>
                  </a:lnTo>
                  <a:lnTo>
                    <a:pt x="3394412" y="1732303"/>
                  </a:lnTo>
                  <a:lnTo>
                    <a:pt x="3394570" y="1732303"/>
                  </a:lnTo>
                  <a:lnTo>
                    <a:pt x="3394728" y="1732303"/>
                  </a:lnTo>
                  <a:lnTo>
                    <a:pt x="3394885" y="1732303"/>
                  </a:lnTo>
                  <a:lnTo>
                    <a:pt x="3395043" y="1732303"/>
                  </a:lnTo>
                  <a:lnTo>
                    <a:pt x="3395043" y="1731873"/>
                  </a:lnTo>
                  <a:lnTo>
                    <a:pt x="3395043" y="1731442"/>
                  </a:lnTo>
                  <a:lnTo>
                    <a:pt x="3395201" y="1731442"/>
                  </a:lnTo>
                  <a:lnTo>
                    <a:pt x="3395359" y="1731442"/>
                  </a:lnTo>
                  <a:lnTo>
                    <a:pt x="3395516" y="1731442"/>
                  </a:lnTo>
                  <a:lnTo>
                    <a:pt x="3395516" y="1731012"/>
                  </a:lnTo>
                  <a:lnTo>
                    <a:pt x="3395674" y="1731012"/>
                  </a:lnTo>
                  <a:lnTo>
                    <a:pt x="3395832" y="1731012"/>
                  </a:lnTo>
                  <a:lnTo>
                    <a:pt x="3395989" y="1731012"/>
                  </a:lnTo>
                  <a:lnTo>
                    <a:pt x="3396147" y="1731012"/>
                  </a:lnTo>
                  <a:lnTo>
                    <a:pt x="3396305" y="1731012"/>
                  </a:lnTo>
                  <a:lnTo>
                    <a:pt x="3396463" y="1731012"/>
                  </a:lnTo>
                  <a:lnTo>
                    <a:pt x="3396463" y="1730581"/>
                  </a:lnTo>
                  <a:lnTo>
                    <a:pt x="3396620" y="1730581"/>
                  </a:lnTo>
                  <a:lnTo>
                    <a:pt x="3396778" y="1730581"/>
                  </a:lnTo>
                  <a:lnTo>
                    <a:pt x="3396936" y="1730581"/>
                  </a:lnTo>
                  <a:lnTo>
                    <a:pt x="3397093" y="1730581"/>
                  </a:lnTo>
                  <a:lnTo>
                    <a:pt x="3397251" y="1730581"/>
                  </a:lnTo>
                  <a:lnTo>
                    <a:pt x="3397409" y="1730581"/>
                  </a:lnTo>
                  <a:lnTo>
                    <a:pt x="3397567" y="1730581"/>
                  </a:lnTo>
                  <a:lnTo>
                    <a:pt x="3397724" y="1730581"/>
                  </a:lnTo>
                  <a:lnTo>
                    <a:pt x="3397882" y="1730581"/>
                  </a:lnTo>
                  <a:lnTo>
                    <a:pt x="3398040" y="1730581"/>
                  </a:lnTo>
                  <a:lnTo>
                    <a:pt x="3398198" y="1730581"/>
                  </a:lnTo>
                  <a:lnTo>
                    <a:pt x="3398355" y="1730581"/>
                  </a:lnTo>
                  <a:lnTo>
                    <a:pt x="3398513" y="1730581"/>
                  </a:lnTo>
                  <a:lnTo>
                    <a:pt x="3398671" y="1730581"/>
                  </a:lnTo>
                  <a:lnTo>
                    <a:pt x="3398828" y="1730581"/>
                  </a:lnTo>
                  <a:lnTo>
                    <a:pt x="3398828" y="1730150"/>
                  </a:lnTo>
                  <a:lnTo>
                    <a:pt x="3398986" y="1730150"/>
                  </a:lnTo>
                  <a:lnTo>
                    <a:pt x="3399144" y="1730150"/>
                  </a:lnTo>
                  <a:lnTo>
                    <a:pt x="3399302" y="1730150"/>
                  </a:lnTo>
                  <a:lnTo>
                    <a:pt x="3399459" y="1730150"/>
                  </a:lnTo>
                  <a:lnTo>
                    <a:pt x="3399459" y="1729720"/>
                  </a:lnTo>
                  <a:lnTo>
                    <a:pt x="3399617" y="1729720"/>
                  </a:lnTo>
                  <a:lnTo>
                    <a:pt x="3399775" y="1729720"/>
                  </a:lnTo>
                  <a:lnTo>
                    <a:pt x="3399932" y="1729720"/>
                  </a:lnTo>
                  <a:lnTo>
                    <a:pt x="3400090" y="1729720"/>
                  </a:lnTo>
                  <a:lnTo>
                    <a:pt x="3400090" y="1729289"/>
                  </a:lnTo>
                  <a:lnTo>
                    <a:pt x="3400090" y="1728859"/>
                  </a:lnTo>
                  <a:lnTo>
                    <a:pt x="3400248" y="1728859"/>
                  </a:lnTo>
                  <a:lnTo>
                    <a:pt x="3400406" y="1728859"/>
                  </a:lnTo>
                  <a:lnTo>
                    <a:pt x="3400563" y="1728859"/>
                  </a:lnTo>
                  <a:lnTo>
                    <a:pt x="3400563" y="1728428"/>
                  </a:lnTo>
                  <a:lnTo>
                    <a:pt x="3400721" y="1728428"/>
                  </a:lnTo>
                  <a:lnTo>
                    <a:pt x="3400879" y="1728428"/>
                  </a:lnTo>
                  <a:lnTo>
                    <a:pt x="3400879" y="1727997"/>
                  </a:lnTo>
                  <a:lnTo>
                    <a:pt x="3401036" y="1727997"/>
                  </a:lnTo>
                  <a:lnTo>
                    <a:pt x="3401194" y="1727997"/>
                  </a:lnTo>
                  <a:lnTo>
                    <a:pt x="3401352" y="1727997"/>
                  </a:lnTo>
                  <a:lnTo>
                    <a:pt x="3401510" y="1727997"/>
                  </a:lnTo>
                  <a:lnTo>
                    <a:pt x="3401667" y="1727997"/>
                  </a:lnTo>
                  <a:lnTo>
                    <a:pt x="3401825" y="1727997"/>
                  </a:lnTo>
                  <a:lnTo>
                    <a:pt x="3401983" y="1727997"/>
                  </a:lnTo>
                  <a:lnTo>
                    <a:pt x="3402140" y="1727997"/>
                  </a:lnTo>
                  <a:lnTo>
                    <a:pt x="3402140" y="1727567"/>
                  </a:lnTo>
                  <a:lnTo>
                    <a:pt x="3402298" y="1727567"/>
                  </a:lnTo>
                  <a:lnTo>
                    <a:pt x="3402456" y="1727567"/>
                  </a:lnTo>
                  <a:lnTo>
                    <a:pt x="3402614" y="1727567"/>
                  </a:lnTo>
                  <a:lnTo>
                    <a:pt x="3402771" y="1727567"/>
                  </a:lnTo>
                  <a:lnTo>
                    <a:pt x="3402771" y="1727136"/>
                  </a:lnTo>
                  <a:lnTo>
                    <a:pt x="3402771" y="1726706"/>
                  </a:lnTo>
                  <a:lnTo>
                    <a:pt x="3402771" y="1726275"/>
                  </a:lnTo>
                  <a:lnTo>
                    <a:pt x="3402929" y="1726275"/>
                  </a:lnTo>
                  <a:lnTo>
                    <a:pt x="3403087" y="1726275"/>
                  </a:lnTo>
                  <a:lnTo>
                    <a:pt x="3403087" y="1725844"/>
                  </a:lnTo>
                  <a:lnTo>
                    <a:pt x="3403245" y="1725844"/>
                  </a:lnTo>
                  <a:lnTo>
                    <a:pt x="3403402" y="1725844"/>
                  </a:lnTo>
                  <a:lnTo>
                    <a:pt x="3403560" y="1725844"/>
                  </a:lnTo>
                  <a:lnTo>
                    <a:pt x="3403718" y="1725844"/>
                  </a:lnTo>
                  <a:lnTo>
                    <a:pt x="3403718" y="1725414"/>
                  </a:lnTo>
                  <a:lnTo>
                    <a:pt x="3403875" y="1725414"/>
                  </a:lnTo>
                  <a:lnTo>
                    <a:pt x="3404033" y="1725414"/>
                  </a:lnTo>
                  <a:lnTo>
                    <a:pt x="3404191" y="1725414"/>
                  </a:lnTo>
                  <a:lnTo>
                    <a:pt x="3404349" y="1725414"/>
                  </a:lnTo>
                  <a:lnTo>
                    <a:pt x="3404506" y="1725414"/>
                  </a:lnTo>
                  <a:lnTo>
                    <a:pt x="3404664" y="1725414"/>
                  </a:lnTo>
                  <a:lnTo>
                    <a:pt x="3404664" y="1724983"/>
                  </a:lnTo>
                  <a:lnTo>
                    <a:pt x="3404822" y="1724983"/>
                  </a:lnTo>
                  <a:lnTo>
                    <a:pt x="3404979" y="1724983"/>
                  </a:lnTo>
                  <a:lnTo>
                    <a:pt x="3405137" y="1724983"/>
                  </a:lnTo>
                  <a:lnTo>
                    <a:pt x="3405295" y="1724983"/>
                  </a:lnTo>
                  <a:lnTo>
                    <a:pt x="3405295" y="1724553"/>
                  </a:lnTo>
                  <a:lnTo>
                    <a:pt x="3405453" y="1724553"/>
                  </a:lnTo>
                  <a:lnTo>
                    <a:pt x="3405610" y="1724553"/>
                  </a:lnTo>
                  <a:lnTo>
                    <a:pt x="3405768" y="1724553"/>
                  </a:lnTo>
                  <a:lnTo>
                    <a:pt x="3405768" y="1724122"/>
                  </a:lnTo>
                  <a:lnTo>
                    <a:pt x="3405926" y="1724122"/>
                  </a:lnTo>
                  <a:lnTo>
                    <a:pt x="3406083" y="1724122"/>
                  </a:lnTo>
                  <a:lnTo>
                    <a:pt x="3406241" y="1724122"/>
                  </a:lnTo>
                  <a:lnTo>
                    <a:pt x="3406399" y="1724122"/>
                  </a:lnTo>
                  <a:lnTo>
                    <a:pt x="3406557" y="1724122"/>
                  </a:lnTo>
                  <a:lnTo>
                    <a:pt x="3406714" y="1724122"/>
                  </a:lnTo>
                  <a:lnTo>
                    <a:pt x="3406872" y="1724122"/>
                  </a:lnTo>
                  <a:lnTo>
                    <a:pt x="3407030" y="1724122"/>
                  </a:lnTo>
                  <a:lnTo>
                    <a:pt x="3407187" y="1724122"/>
                  </a:lnTo>
                  <a:lnTo>
                    <a:pt x="3407345" y="1724122"/>
                  </a:lnTo>
                  <a:lnTo>
                    <a:pt x="3407345" y="1723691"/>
                  </a:lnTo>
                  <a:lnTo>
                    <a:pt x="3407503" y="1723691"/>
                  </a:lnTo>
                  <a:lnTo>
                    <a:pt x="3407661" y="1723691"/>
                  </a:lnTo>
                  <a:lnTo>
                    <a:pt x="3407661" y="1723261"/>
                  </a:lnTo>
                  <a:lnTo>
                    <a:pt x="3407818" y="1723261"/>
                  </a:lnTo>
                  <a:lnTo>
                    <a:pt x="3407976" y="1723261"/>
                  </a:lnTo>
                  <a:lnTo>
                    <a:pt x="3407976" y="1722830"/>
                  </a:lnTo>
                  <a:lnTo>
                    <a:pt x="3408134" y="1722830"/>
                  </a:lnTo>
                  <a:lnTo>
                    <a:pt x="3408291" y="1722830"/>
                  </a:lnTo>
                  <a:lnTo>
                    <a:pt x="3408449" y="1722830"/>
                  </a:lnTo>
                  <a:lnTo>
                    <a:pt x="3408449" y="1722400"/>
                  </a:lnTo>
                  <a:lnTo>
                    <a:pt x="3408607" y="1722400"/>
                  </a:lnTo>
                  <a:lnTo>
                    <a:pt x="3408765" y="1722400"/>
                  </a:lnTo>
                  <a:lnTo>
                    <a:pt x="3408922" y="1722400"/>
                  </a:lnTo>
                  <a:lnTo>
                    <a:pt x="3409080" y="1722400"/>
                  </a:lnTo>
                  <a:lnTo>
                    <a:pt x="3409080" y="1721969"/>
                  </a:lnTo>
                  <a:lnTo>
                    <a:pt x="3409080" y="1721538"/>
                  </a:lnTo>
                  <a:lnTo>
                    <a:pt x="3409238" y="1721538"/>
                  </a:lnTo>
                  <a:lnTo>
                    <a:pt x="3409238" y="1721108"/>
                  </a:lnTo>
                  <a:lnTo>
                    <a:pt x="3409238" y="1720677"/>
                  </a:lnTo>
                  <a:lnTo>
                    <a:pt x="3409396" y="1720677"/>
                  </a:lnTo>
                  <a:lnTo>
                    <a:pt x="3409553" y="1720677"/>
                  </a:lnTo>
                  <a:lnTo>
                    <a:pt x="3409711" y="1720677"/>
                  </a:lnTo>
                  <a:lnTo>
                    <a:pt x="3409869" y="1720677"/>
                  </a:lnTo>
                  <a:lnTo>
                    <a:pt x="3409869" y="1720247"/>
                  </a:lnTo>
                  <a:lnTo>
                    <a:pt x="3409869" y="1719816"/>
                  </a:lnTo>
                  <a:lnTo>
                    <a:pt x="3410026" y="1719816"/>
                  </a:lnTo>
                  <a:lnTo>
                    <a:pt x="3410184" y="1719816"/>
                  </a:lnTo>
                  <a:lnTo>
                    <a:pt x="3410342" y="1719816"/>
                  </a:lnTo>
                  <a:lnTo>
                    <a:pt x="3410500" y="1719816"/>
                  </a:lnTo>
                  <a:lnTo>
                    <a:pt x="3410657" y="1719816"/>
                  </a:lnTo>
                  <a:lnTo>
                    <a:pt x="3410815" y="1719816"/>
                  </a:lnTo>
                  <a:lnTo>
                    <a:pt x="3410973" y="1719816"/>
                  </a:lnTo>
                  <a:lnTo>
                    <a:pt x="3411130" y="1719816"/>
                  </a:lnTo>
                  <a:lnTo>
                    <a:pt x="3411288" y="1719816"/>
                  </a:lnTo>
                  <a:lnTo>
                    <a:pt x="3411446" y="1719816"/>
                  </a:lnTo>
                  <a:lnTo>
                    <a:pt x="3411446" y="1719385"/>
                  </a:lnTo>
                  <a:lnTo>
                    <a:pt x="3411604" y="1719385"/>
                  </a:lnTo>
                  <a:lnTo>
                    <a:pt x="3411761" y="1719385"/>
                  </a:lnTo>
                  <a:lnTo>
                    <a:pt x="3411761" y="1718955"/>
                  </a:lnTo>
                  <a:lnTo>
                    <a:pt x="3411919" y="1718955"/>
                  </a:lnTo>
                  <a:lnTo>
                    <a:pt x="3412077" y="1718955"/>
                  </a:lnTo>
                  <a:lnTo>
                    <a:pt x="3412234" y="1718955"/>
                  </a:lnTo>
                  <a:lnTo>
                    <a:pt x="3412392" y="1718955"/>
                  </a:lnTo>
                  <a:lnTo>
                    <a:pt x="3412550" y="1718955"/>
                  </a:lnTo>
                  <a:lnTo>
                    <a:pt x="3412708" y="1718955"/>
                  </a:lnTo>
                  <a:lnTo>
                    <a:pt x="3412708" y="1718524"/>
                  </a:lnTo>
                  <a:lnTo>
                    <a:pt x="3412708" y="1718094"/>
                  </a:lnTo>
                  <a:lnTo>
                    <a:pt x="3412865" y="1718094"/>
                  </a:lnTo>
                  <a:lnTo>
                    <a:pt x="3413023" y="1718094"/>
                  </a:lnTo>
                  <a:lnTo>
                    <a:pt x="3413181" y="1718094"/>
                  </a:lnTo>
                  <a:lnTo>
                    <a:pt x="3413338" y="1718094"/>
                  </a:lnTo>
                  <a:lnTo>
                    <a:pt x="3413496" y="1718094"/>
                  </a:lnTo>
                  <a:lnTo>
                    <a:pt x="3413654" y="1718094"/>
                  </a:lnTo>
                  <a:lnTo>
                    <a:pt x="3413812" y="1718094"/>
                  </a:lnTo>
                  <a:lnTo>
                    <a:pt x="3413969" y="1718094"/>
                  </a:lnTo>
                  <a:lnTo>
                    <a:pt x="3414127" y="1718094"/>
                  </a:lnTo>
                  <a:lnTo>
                    <a:pt x="3414285" y="1718094"/>
                  </a:lnTo>
                  <a:lnTo>
                    <a:pt x="3414443" y="1718094"/>
                  </a:lnTo>
                  <a:lnTo>
                    <a:pt x="3414600" y="1718094"/>
                  </a:lnTo>
                  <a:lnTo>
                    <a:pt x="3414758" y="1718094"/>
                  </a:lnTo>
                  <a:lnTo>
                    <a:pt x="3414916" y="1718094"/>
                  </a:lnTo>
                  <a:lnTo>
                    <a:pt x="3415073" y="1718094"/>
                  </a:lnTo>
                  <a:lnTo>
                    <a:pt x="3415231" y="1718094"/>
                  </a:lnTo>
                  <a:lnTo>
                    <a:pt x="3415389" y="1718094"/>
                  </a:lnTo>
                  <a:lnTo>
                    <a:pt x="3415547" y="1718094"/>
                  </a:lnTo>
                  <a:lnTo>
                    <a:pt x="3415547" y="1717663"/>
                  </a:lnTo>
                  <a:lnTo>
                    <a:pt x="3415547" y="1717232"/>
                  </a:lnTo>
                  <a:lnTo>
                    <a:pt x="3415704" y="1717232"/>
                  </a:lnTo>
                  <a:lnTo>
                    <a:pt x="3415862" y="1717232"/>
                  </a:lnTo>
                  <a:lnTo>
                    <a:pt x="3415862" y="1716802"/>
                  </a:lnTo>
                  <a:lnTo>
                    <a:pt x="3415862" y="1716371"/>
                  </a:lnTo>
                  <a:lnTo>
                    <a:pt x="3416020" y="1716371"/>
                  </a:lnTo>
                  <a:lnTo>
                    <a:pt x="3416177" y="1716371"/>
                  </a:lnTo>
                  <a:lnTo>
                    <a:pt x="3416335" y="1716371"/>
                  </a:lnTo>
                  <a:lnTo>
                    <a:pt x="3416493" y="1716371"/>
                  </a:lnTo>
                  <a:lnTo>
                    <a:pt x="3416493" y="1715941"/>
                  </a:lnTo>
                  <a:lnTo>
                    <a:pt x="3416651" y="1715941"/>
                  </a:lnTo>
                  <a:lnTo>
                    <a:pt x="3416808" y="1715941"/>
                  </a:lnTo>
                  <a:lnTo>
                    <a:pt x="3416808" y="1715510"/>
                  </a:lnTo>
                  <a:lnTo>
                    <a:pt x="3416808" y="1715079"/>
                  </a:lnTo>
                  <a:lnTo>
                    <a:pt x="3416808" y="1714649"/>
                  </a:lnTo>
                  <a:lnTo>
                    <a:pt x="3416966" y="1714649"/>
                  </a:lnTo>
                  <a:lnTo>
                    <a:pt x="3417124" y="1714649"/>
                  </a:lnTo>
                  <a:lnTo>
                    <a:pt x="3417281" y="1714649"/>
                  </a:lnTo>
                  <a:lnTo>
                    <a:pt x="3417439" y="1714649"/>
                  </a:lnTo>
                  <a:lnTo>
                    <a:pt x="3417597" y="1714649"/>
                  </a:lnTo>
                  <a:lnTo>
                    <a:pt x="3417755" y="1714649"/>
                  </a:lnTo>
                  <a:lnTo>
                    <a:pt x="3417912" y="1714649"/>
                  </a:lnTo>
                  <a:lnTo>
                    <a:pt x="3417912" y="1714218"/>
                  </a:lnTo>
                  <a:lnTo>
                    <a:pt x="3418070" y="1714218"/>
                  </a:lnTo>
                  <a:lnTo>
                    <a:pt x="3418070" y="1713788"/>
                  </a:lnTo>
                  <a:lnTo>
                    <a:pt x="3418228" y="1713788"/>
                  </a:lnTo>
                  <a:lnTo>
                    <a:pt x="3418385" y="1713788"/>
                  </a:lnTo>
                  <a:lnTo>
                    <a:pt x="3418385" y="1713357"/>
                  </a:lnTo>
                  <a:lnTo>
                    <a:pt x="3418543" y="1713357"/>
                  </a:lnTo>
                  <a:lnTo>
                    <a:pt x="3418701" y="1713357"/>
                  </a:lnTo>
                  <a:lnTo>
                    <a:pt x="3418859" y="1713357"/>
                  </a:lnTo>
                  <a:lnTo>
                    <a:pt x="3419016" y="1713357"/>
                  </a:lnTo>
                  <a:lnTo>
                    <a:pt x="3419174" y="1713357"/>
                  </a:lnTo>
                  <a:lnTo>
                    <a:pt x="3419332" y="1713357"/>
                  </a:lnTo>
                  <a:lnTo>
                    <a:pt x="3419489" y="1713357"/>
                  </a:lnTo>
                  <a:lnTo>
                    <a:pt x="3419647" y="1713357"/>
                  </a:lnTo>
                  <a:lnTo>
                    <a:pt x="3419647" y="1712926"/>
                  </a:lnTo>
                  <a:lnTo>
                    <a:pt x="3419805" y="1712926"/>
                  </a:lnTo>
                  <a:lnTo>
                    <a:pt x="3419963" y="1712926"/>
                  </a:lnTo>
                  <a:lnTo>
                    <a:pt x="3420120" y="1712926"/>
                  </a:lnTo>
                  <a:lnTo>
                    <a:pt x="3420120" y="1712496"/>
                  </a:lnTo>
                  <a:lnTo>
                    <a:pt x="3420278" y="1712496"/>
                  </a:lnTo>
                  <a:lnTo>
                    <a:pt x="3420436" y="1712496"/>
                  </a:lnTo>
                  <a:lnTo>
                    <a:pt x="3420594" y="1712496"/>
                  </a:lnTo>
                  <a:lnTo>
                    <a:pt x="3420751" y="1712496"/>
                  </a:lnTo>
                  <a:lnTo>
                    <a:pt x="3420909" y="1712496"/>
                  </a:lnTo>
                  <a:lnTo>
                    <a:pt x="3421067" y="1712496"/>
                  </a:lnTo>
                  <a:lnTo>
                    <a:pt x="3421224" y="1712496"/>
                  </a:lnTo>
                  <a:lnTo>
                    <a:pt x="3421382" y="1712496"/>
                  </a:lnTo>
                  <a:lnTo>
                    <a:pt x="3421382" y="1712065"/>
                  </a:lnTo>
                  <a:lnTo>
                    <a:pt x="3421382" y="1711635"/>
                  </a:lnTo>
                  <a:lnTo>
                    <a:pt x="3421540" y="1711635"/>
                  </a:lnTo>
                  <a:lnTo>
                    <a:pt x="3421540" y="1711204"/>
                  </a:lnTo>
                  <a:lnTo>
                    <a:pt x="3421698" y="1711204"/>
                  </a:lnTo>
                  <a:lnTo>
                    <a:pt x="3421855" y="1711204"/>
                  </a:lnTo>
                  <a:lnTo>
                    <a:pt x="3422013" y="1711204"/>
                  </a:lnTo>
                  <a:lnTo>
                    <a:pt x="3422171" y="1711204"/>
                  </a:lnTo>
                  <a:lnTo>
                    <a:pt x="3422328" y="1711204"/>
                  </a:lnTo>
                  <a:lnTo>
                    <a:pt x="3422486" y="1711204"/>
                  </a:lnTo>
                  <a:lnTo>
                    <a:pt x="3422644" y="1711204"/>
                  </a:lnTo>
                  <a:lnTo>
                    <a:pt x="3422802" y="1711204"/>
                  </a:lnTo>
                  <a:lnTo>
                    <a:pt x="3422959" y="1711204"/>
                  </a:lnTo>
                  <a:lnTo>
                    <a:pt x="3423117" y="1711204"/>
                  </a:lnTo>
                  <a:lnTo>
                    <a:pt x="3423275" y="1711204"/>
                  </a:lnTo>
                  <a:lnTo>
                    <a:pt x="3423432" y="1711204"/>
                  </a:lnTo>
                  <a:lnTo>
                    <a:pt x="3423590" y="1711204"/>
                  </a:lnTo>
                  <a:lnTo>
                    <a:pt x="3423748" y="1711204"/>
                  </a:lnTo>
                  <a:lnTo>
                    <a:pt x="3423906" y="1711204"/>
                  </a:lnTo>
                  <a:lnTo>
                    <a:pt x="3423906" y="1710773"/>
                  </a:lnTo>
                  <a:lnTo>
                    <a:pt x="3424063" y="1710773"/>
                  </a:lnTo>
                  <a:lnTo>
                    <a:pt x="3424063" y="1710343"/>
                  </a:lnTo>
                  <a:lnTo>
                    <a:pt x="3424221" y="1710343"/>
                  </a:lnTo>
                  <a:lnTo>
                    <a:pt x="3424379" y="1710343"/>
                  </a:lnTo>
                  <a:lnTo>
                    <a:pt x="3424536" y="1710343"/>
                  </a:lnTo>
                  <a:lnTo>
                    <a:pt x="3424536" y="1709912"/>
                  </a:lnTo>
                  <a:lnTo>
                    <a:pt x="3424536" y="1709482"/>
                  </a:lnTo>
                  <a:lnTo>
                    <a:pt x="3424536" y="1709051"/>
                  </a:lnTo>
                  <a:lnTo>
                    <a:pt x="3424536" y="1708620"/>
                  </a:lnTo>
                  <a:lnTo>
                    <a:pt x="3424694" y="1708620"/>
                  </a:lnTo>
                  <a:lnTo>
                    <a:pt x="3424852" y="1708620"/>
                  </a:lnTo>
                  <a:lnTo>
                    <a:pt x="3425010" y="1708620"/>
                  </a:lnTo>
                  <a:lnTo>
                    <a:pt x="3425167" y="1708620"/>
                  </a:lnTo>
                  <a:lnTo>
                    <a:pt x="3425325" y="1708620"/>
                  </a:lnTo>
                  <a:lnTo>
                    <a:pt x="3425483" y="1708620"/>
                  </a:lnTo>
                  <a:lnTo>
                    <a:pt x="3425641" y="1708620"/>
                  </a:lnTo>
                  <a:lnTo>
                    <a:pt x="3425798" y="1708620"/>
                  </a:lnTo>
                  <a:lnTo>
                    <a:pt x="3425956" y="1708620"/>
                  </a:lnTo>
                  <a:lnTo>
                    <a:pt x="3425956" y="1708190"/>
                  </a:lnTo>
                  <a:lnTo>
                    <a:pt x="3426114" y="1708190"/>
                  </a:lnTo>
                  <a:lnTo>
                    <a:pt x="3426271" y="1708190"/>
                  </a:lnTo>
                  <a:lnTo>
                    <a:pt x="3426271" y="1707759"/>
                  </a:lnTo>
                  <a:lnTo>
                    <a:pt x="3426429" y="1707759"/>
                  </a:lnTo>
                  <a:lnTo>
                    <a:pt x="3426429" y="1707329"/>
                  </a:lnTo>
                  <a:lnTo>
                    <a:pt x="3426587" y="1707329"/>
                  </a:lnTo>
                  <a:lnTo>
                    <a:pt x="3426745" y="1707329"/>
                  </a:lnTo>
                  <a:lnTo>
                    <a:pt x="3426902" y="1707329"/>
                  </a:lnTo>
                  <a:lnTo>
                    <a:pt x="3427060" y="1707329"/>
                  </a:lnTo>
                  <a:lnTo>
                    <a:pt x="3427218" y="1707329"/>
                  </a:lnTo>
                  <a:lnTo>
                    <a:pt x="3427375" y="1707329"/>
                  </a:lnTo>
                  <a:lnTo>
                    <a:pt x="3427533" y="1707329"/>
                  </a:lnTo>
                  <a:lnTo>
                    <a:pt x="3427691" y="1707329"/>
                  </a:lnTo>
                  <a:lnTo>
                    <a:pt x="3427849" y="1707329"/>
                  </a:lnTo>
                  <a:lnTo>
                    <a:pt x="3427849" y="1706898"/>
                  </a:lnTo>
                  <a:lnTo>
                    <a:pt x="3428006" y="1706898"/>
                  </a:lnTo>
                  <a:lnTo>
                    <a:pt x="3428006" y="1706467"/>
                  </a:lnTo>
                  <a:lnTo>
                    <a:pt x="3428164" y="1706467"/>
                  </a:lnTo>
                  <a:lnTo>
                    <a:pt x="3428322" y="1706467"/>
                  </a:lnTo>
                  <a:lnTo>
                    <a:pt x="3428479" y="1706467"/>
                  </a:lnTo>
                  <a:lnTo>
                    <a:pt x="3428637" y="1706467"/>
                  </a:lnTo>
                  <a:lnTo>
                    <a:pt x="3428795" y="1706467"/>
                  </a:lnTo>
                  <a:lnTo>
                    <a:pt x="3428953" y="1706467"/>
                  </a:lnTo>
                  <a:lnTo>
                    <a:pt x="3429110" y="1706467"/>
                  </a:lnTo>
                  <a:lnTo>
                    <a:pt x="3429268" y="1706467"/>
                  </a:lnTo>
                  <a:lnTo>
                    <a:pt x="3429268" y="1706037"/>
                  </a:lnTo>
                  <a:lnTo>
                    <a:pt x="3429426" y="1706037"/>
                  </a:lnTo>
                  <a:lnTo>
                    <a:pt x="3429583" y="1706037"/>
                  </a:lnTo>
                  <a:lnTo>
                    <a:pt x="3429583" y="1705606"/>
                  </a:lnTo>
                  <a:lnTo>
                    <a:pt x="3429741" y="1705606"/>
                  </a:lnTo>
                  <a:lnTo>
                    <a:pt x="3429899" y="1705606"/>
                  </a:lnTo>
                  <a:lnTo>
                    <a:pt x="3430057" y="1705606"/>
                  </a:lnTo>
                  <a:lnTo>
                    <a:pt x="3430214" y="1705606"/>
                  </a:lnTo>
                  <a:lnTo>
                    <a:pt x="3430372" y="1705606"/>
                  </a:lnTo>
                  <a:lnTo>
                    <a:pt x="3430372" y="1705176"/>
                  </a:lnTo>
                  <a:lnTo>
                    <a:pt x="3430530" y="1705176"/>
                  </a:lnTo>
                  <a:lnTo>
                    <a:pt x="3430530" y="1704745"/>
                  </a:lnTo>
                  <a:lnTo>
                    <a:pt x="3430687" y="1704745"/>
                  </a:lnTo>
                  <a:lnTo>
                    <a:pt x="3430845" y="1704745"/>
                  </a:lnTo>
                  <a:lnTo>
                    <a:pt x="3431003" y="1704745"/>
                  </a:lnTo>
                  <a:lnTo>
                    <a:pt x="3431161" y="1704745"/>
                  </a:lnTo>
                  <a:lnTo>
                    <a:pt x="3431161" y="1704314"/>
                  </a:lnTo>
                  <a:lnTo>
                    <a:pt x="3431161" y="1703884"/>
                  </a:lnTo>
                  <a:lnTo>
                    <a:pt x="3431318" y="1703884"/>
                  </a:lnTo>
                  <a:lnTo>
                    <a:pt x="3431476" y="1703884"/>
                  </a:lnTo>
                  <a:lnTo>
                    <a:pt x="3431634" y="1703884"/>
                  </a:lnTo>
                  <a:lnTo>
                    <a:pt x="3431792" y="1703884"/>
                  </a:lnTo>
                  <a:lnTo>
                    <a:pt x="3431792" y="1703453"/>
                  </a:lnTo>
                  <a:lnTo>
                    <a:pt x="3431949" y="1703453"/>
                  </a:lnTo>
                  <a:lnTo>
                    <a:pt x="3432107" y="1703453"/>
                  </a:lnTo>
                  <a:lnTo>
                    <a:pt x="3432265" y="1703453"/>
                  </a:lnTo>
                  <a:lnTo>
                    <a:pt x="3432422" y="1703453"/>
                  </a:lnTo>
                  <a:lnTo>
                    <a:pt x="3432580" y="1703453"/>
                  </a:lnTo>
                  <a:lnTo>
                    <a:pt x="3432738" y="1703453"/>
                  </a:lnTo>
                  <a:lnTo>
                    <a:pt x="3432896" y="1703453"/>
                  </a:lnTo>
                  <a:lnTo>
                    <a:pt x="3433053" y="1703453"/>
                  </a:lnTo>
                  <a:lnTo>
                    <a:pt x="3433211" y="1703453"/>
                  </a:lnTo>
                  <a:lnTo>
                    <a:pt x="3433211" y="1703023"/>
                  </a:lnTo>
                  <a:lnTo>
                    <a:pt x="3433369" y="1703023"/>
                  </a:lnTo>
                  <a:lnTo>
                    <a:pt x="3433526" y="1703023"/>
                  </a:lnTo>
                  <a:lnTo>
                    <a:pt x="3433684" y="1703023"/>
                  </a:lnTo>
                  <a:lnTo>
                    <a:pt x="3433842" y="1703023"/>
                  </a:lnTo>
                  <a:lnTo>
                    <a:pt x="3434000" y="1703023"/>
                  </a:lnTo>
                  <a:lnTo>
                    <a:pt x="3434000" y="1702592"/>
                  </a:lnTo>
                  <a:lnTo>
                    <a:pt x="3434000" y="1702161"/>
                  </a:lnTo>
                  <a:lnTo>
                    <a:pt x="3434157" y="1702161"/>
                  </a:lnTo>
                  <a:lnTo>
                    <a:pt x="3434315" y="1702161"/>
                  </a:lnTo>
                  <a:lnTo>
                    <a:pt x="3434473" y="1702161"/>
                  </a:lnTo>
                  <a:lnTo>
                    <a:pt x="3434473" y="1701731"/>
                  </a:lnTo>
                  <a:lnTo>
                    <a:pt x="3434630" y="1701731"/>
                  </a:lnTo>
                  <a:lnTo>
                    <a:pt x="3434788" y="1701731"/>
                  </a:lnTo>
                  <a:lnTo>
                    <a:pt x="3434946" y="1701731"/>
                  </a:lnTo>
                  <a:lnTo>
                    <a:pt x="3434946" y="1701300"/>
                  </a:lnTo>
                  <a:lnTo>
                    <a:pt x="3435104" y="1701300"/>
                  </a:lnTo>
                  <a:lnTo>
                    <a:pt x="3435104" y="1700870"/>
                  </a:lnTo>
                  <a:lnTo>
                    <a:pt x="3435261" y="1700870"/>
                  </a:lnTo>
                  <a:lnTo>
                    <a:pt x="3435419" y="1700870"/>
                  </a:lnTo>
                  <a:lnTo>
                    <a:pt x="3435577" y="1700870"/>
                  </a:lnTo>
                  <a:lnTo>
                    <a:pt x="3435734" y="1700870"/>
                  </a:lnTo>
                  <a:lnTo>
                    <a:pt x="3435892" y="1700870"/>
                  </a:lnTo>
                  <a:lnTo>
                    <a:pt x="3436050" y="1700870"/>
                  </a:lnTo>
                  <a:lnTo>
                    <a:pt x="3436208" y="1700870"/>
                  </a:lnTo>
                  <a:lnTo>
                    <a:pt x="3436365" y="1700870"/>
                  </a:lnTo>
                  <a:lnTo>
                    <a:pt x="3436523" y="1700870"/>
                  </a:lnTo>
                  <a:lnTo>
                    <a:pt x="3436523" y="1700439"/>
                  </a:lnTo>
                  <a:lnTo>
                    <a:pt x="3436523" y="1700008"/>
                  </a:lnTo>
                  <a:lnTo>
                    <a:pt x="3436523" y="1699578"/>
                  </a:lnTo>
                  <a:lnTo>
                    <a:pt x="3436523" y="1699147"/>
                  </a:lnTo>
                  <a:lnTo>
                    <a:pt x="3436523" y="1698717"/>
                  </a:lnTo>
                  <a:lnTo>
                    <a:pt x="3436681" y="1698717"/>
                  </a:lnTo>
                  <a:lnTo>
                    <a:pt x="3436839" y="1698717"/>
                  </a:lnTo>
                  <a:lnTo>
                    <a:pt x="3436996" y="1698717"/>
                  </a:lnTo>
                  <a:lnTo>
                    <a:pt x="3437154" y="1698717"/>
                  </a:lnTo>
                  <a:lnTo>
                    <a:pt x="3437312" y="1698717"/>
                  </a:lnTo>
                  <a:lnTo>
                    <a:pt x="3437469" y="1698717"/>
                  </a:lnTo>
                  <a:lnTo>
                    <a:pt x="3437627" y="1698717"/>
                  </a:lnTo>
                  <a:lnTo>
                    <a:pt x="3437785" y="1698717"/>
                  </a:lnTo>
                  <a:lnTo>
                    <a:pt x="3437785" y="1698286"/>
                  </a:lnTo>
                  <a:lnTo>
                    <a:pt x="3437943" y="1698286"/>
                  </a:lnTo>
                  <a:lnTo>
                    <a:pt x="3437943" y="1697855"/>
                  </a:lnTo>
                  <a:lnTo>
                    <a:pt x="3438100" y="1697855"/>
                  </a:lnTo>
                  <a:lnTo>
                    <a:pt x="3438258" y="1697855"/>
                  </a:lnTo>
                  <a:lnTo>
                    <a:pt x="3438416" y="1697855"/>
                  </a:lnTo>
                  <a:lnTo>
                    <a:pt x="3438573" y="1697855"/>
                  </a:lnTo>
                  <a:lnTo>
                    <a:pt x="3438731" y="1697855"/>
                  </a:lnTo>
                  <a:lnTo>
                    <a:pt x="3438889" y="1697855"/>
                  </a:lnTo>
                  <a:lnTo>
                    <a:pt x="3439047" y="1697855"/>
                  </a:lnTo>
                  <a:lnTo>
                    <a:pt x="3439204" y="1697855"/>
                  </a:lnTo>
                  <a:lnTo>
                    <a:pt x="3439204" y="1697425"/>
                  </a:lnTo>
                  <a:lnTo>
                    <a:pt x="3439204" y="1696994"/>
                  </a:lnTo>
                  <a:lnTo>
                    <a:pt x="3439362" y="1696994"/>
                  </a:lnTo>
                  <a:lnTo>
                    <a:pt x="3439362" y="1696564"/>
                  </a:lnTo>
                  <a:lnTo>
                    <a:pt x="3439520" y="1696564"/>
                  </a:lnTo>
                  <a:lnTo>
                    <a:pt x="3439677" y="1696564"/>
                  </a:lnTo>
                  <a:lnTo>
                    <a:pt x="3439835" y="1696564"/>
                  </a:lnTo>
                  <a:lnTo>
                    <a:pt x="3439993" y="1696564"/>
                  </a:lnTo>
                  <a:lnTo>
                    <a:pt x="3440151" y="1696564"/>
                  </a:lnTo>
                  <a:lnTo>
                    <a:pt x="3440308" y="1696564"/>
                  </a:lnTo>
                  <a:lnTo>
                    <a:pt x="3440308" y="1696133"/>
                  </a:lnTo>
                  <a:lnTo>
                    <a:pt x="3440466" y="1696133"/>
                  </a:lnTo>
                  <a:lnTo>
                    <a:pt x="3440624" y="1696133"/>
                  </a:lnTo>
                  <a:lnTo>
                    <a:pt x="3440781" y="1696133"/>
                  </a:lnTo>
                  <a:lnTo>
                    <a:pt x="3440939" y="1696133"/>
                  </a:lnTo>
                  <a:lnTo>
                    <a:pt x="3441097" y="1696133"/>
                  </a:lnTo>
                  <a:lnTo>
                    <a:pt x="3441255" y="1696133"/>
                  </a:lnTo>
                  <a:lnTo>
                    <a:pt x="3441412" y="1696133"/>
                  </a:lnTo>
                  <a:lnTo>
                    <a:pt x="3441412" y="1695702"/>
                  </a:lnTo>
                  <a:lnTo>
                    <a:pt x="3441570" y="1695702"/>
                  </a:lnTo>
                  <a:lnTo>
                    <a:pt x="3441728" y="1695702"/>
                  </a:lnTo>
                  <a:lnTo>
                    <a:pt x="3441885" y="1695702"/>
                  </a:lnTo>
                  <a:lnTo>
                    <a:pt x="3441885" y="1695272"/>
                  </a:lnTo>
                  <a:lnTo>
                    <a:pt x="3442043" y="1695272"/>
                  </a:lnTo>
                  <a:lnTo>
                    <a:pt x="3442043" y="1694841"/>
                  </a:lnTo>
                  <a:lnTo>
                    <a:pt x="3442043" y="1694411"/>
                  </a:lnTo>
                  <a:lnTo>
                    <a:pt x="3442043" y="1693980"/>
                  </a:lnTo>
                  <a:lnTo>
                    <a:pt x="3442201" y="1693980"/>
                  </a:lnTo>
                  <a:lnTo>
                    <a:pt x="3442359" y="1693980"/>
                  </a:lnTo>
                  <a:lnTo>
                    <a:pt x="3442359" y="1693549"/>
                  </a:lnTo>
                  <a:lnTo>
                    <a:pt x="3442516" y="1693549"/>
                  </a:lnTo>
                  <a:lnTo>
                    <a:pt x="3442516" y="1693119"/>
                  </a:lnTo>
                  <a:lnTo>
                    <a:pt x="3442674" y="1693119"/>
                  </a:lnTo>
                  <a:lnTo>
                    <a:pt x="3442832" y="1693119"/>
                  </a:lnTo>
                  <a:lnTo>
                    <a:pt x="3442990" y="1693119"/>
                  </a:lnTo>
                  <a:lnTo>
                    <a:pt x="3443147" y="1693119"/>
                  </a:lnTo>
                  <a:lnTo>
                    <a:pt x="3443305" y="1693119"/>
                  </a:lnTo>
                  <a:lnTo>
                    <a:pt x="3443463" y="1693119"/>
                  </a:lnTo>
                  <a:lnTo>
                    <a:pt x="3443620" y="1693119"/>
                  </a:lnTo>
                  <a:lnTo>
                    <a:pt x="3443778" y="1693119"/>
                  </a:lnTo>
                  <a:lnTo>
                    <a:pt x="3443778" y="1692688"/>
                  </a:lnTo>
                  <a:lnTo>
                    <a:pt x="3443936" y="1692688"/>
                  </a:lnTo>
                  <a:lnTo>
                    <a:pt x="3444094" y="1692688"/>
                  </a:lnTo>
                  <a:lnTo>
                    <a:pt x="3444094" y="1692258"/>
                  </a:lnTo>
                  <a:lnTo>
                    <a:pt x="3444251" y="1692258"/>
                  </a:lnTo>
                  <a:lnTo>
                    <a:pt x="3444409" y="1692258"/>
                  </a:lnTo>
                  <a:lnTo>
                    <a:pt x="3444567" y="1692258"/>
                  </a:lnTo>
                  <a:lnTo>
                    <a:pt x="3444724" y="1692258"/>
                  </a:lnTo>
                  <a:lnTo>
                    <a:pt x="3444882" y="1692258"/>
                  </a:lnTo>
                  <a:lnTo>
                    <a:pt x="3445040" y="1692258"/>
                  </a:lnTo>
                  <a:lnTo>
                    <a:pt x="3445198" y="1692258"/>
                  </a:lnTo>
                  <a:lnTo>
                    <a:pt x="3445198" y="1691827"/>
                  </a:lnTo>
                  <a:lnTo>
                    <a:pt x="3445355" y="1691827"/>
                  </a:lnTo>
                  <a:lnTo>
                    <a:pt x="3445355" y="1691396"/>
                  </a:lnTo>
                  <a:lnTo>
                    <a:pt x="3445513" y="1691396"/>
                  </a:lnTo>
                  <a:lnTo>
                    <a:pt x="3445671" y="1691396"/>
                  </a:lnTo>
                  <a:lnTo>
                    <a:pt x="3445828" y="1691396"/>
                  </a:lnTo>
                  <a:lnTo>
                    <a:pt x="3445986" y="1691396"/>
                  </a:lnTo>
                  <a:lnTo>
                    <a:pt x="3445986" y="1690966"/>
                  </a:lnTo>
                  <a:lnTo>
                    <a:pt x="3446144" y="1690966"/>
                  </a:lnTo>
                  <a:lnTo>
                    <a:pt x="3446302" y="1690966"/>
                  </a:lnTo>
                  <a:lnTo>
                    <a:pt x="3446459" y="1690966"/>
                  </a:lnTo>
                  <a:lnTo>
                    <a:pt x="3446617" y="1690966"/>
                  </a:lnTo>
                  <a:lnTo>
                    <a:pt x="3446617" y="1690535"/>
                  </a:lnTo>
                  <a:lnTo>
                    <a:pt x="3446617" y="1690105"/>
                  </a:lnTo>
                  <a:lnTo>
                    <a:pt x="3446775" y="1690105"/>
                  </a:lnTo>
                  <a:lnTo>
                    <a:pt x="3446932" y="1690105"/>
                  </a:lnTo>
                  <a:lnTo>
                    <a:pt x="3447090" y="1690105"/>
                  </a:lnTo>
                  <a:lnTo>
                    <a:pt x="3447090" y="1689674"/>
                  </a:lnTo>
                  <a:lnTo>
                    <a:pt x="3447248" y="1689674"/>
                  </a:lnTo>
                  <a:lnTo>
                    <a:pt x="3447248" y="1689243"/>
                  </a:lnTo>
                  <a:lnTo>
                    <a:pt x="3447406" y="1689243"/>
                  </a:lnTo>
                  <a:lnTo>
                    <a:pt x="3447563" y="1689243"/>
                  </a:lnTo>
                  <a:lnTo>
                    <a:pt x="3447721" y="1689243"/>
                  </a:lnTo>
                  <a:lnTo>
                    <a:pt x="3447879" y="1689243"/>
                  </a:lnTo>
                  <a:lnTo>
                    <a:pt x="3447879" y="1688813"/>
                  </a:lnTo>
                  <a:lnTo>
                    <a:pt x="3448036" y="1688813"/>
                  </a:lnTo>
                  <a:lnTo>
                    <a:pt x="3448036" y="1688382"/>
                  </a:lnTo>
                  <a:lnTo>
                    <a:pt x="3448194" y="1688382"/>
                  </a:lnTo>
                  <a:lnTo>
                    <a:pt x="3448194" y="1687952"/>
                  </a:lnTo>
                  <a:lnTo>
                    <a:pt x="3448352" y="1687952"/>
                  </a:lnTo>
                  <a:lnTo>
                    <a:pt x="3448510" y="1687952"/>
                  </a:lnTo>
                  <a:lnTo>
                    <a:pt x="3448510" y="1687521"/>
                  </a:lnTo>
                  <a:lnTo>
                    <a:pt x="3448667" y="1687521"/>
                  </a:lnTo>
                  <a:lnTo>
                    <a:pt x="3448825" y="1687521"/>
                  </a:lnTo>
                  <a:lnTo>
                    <a:pt x="3448825" y="1687090"/>
                  </a:lnTo>
                  <a:lnTo>
                    <a:pt x="3448983" y="1687090"/>
                  </a:lnTo>
                  <a:lnTo>
                    <a:pt x="3449141" y="1687090"/>
                  </a:lnTo>
                  <a:lnTo>
                    <a:pt x="3449298" y="1687090"/>
                  </a:lnTo>
                  <a:lnTo>
                    <a:pt x="3449456" y="1687090"/>
                  </a:lnTo>
                  <a:lnTo>
                    <a:pt x="3449614" y="1687090"/>
                  </a:lnTo>
                  <a:lnTo>
                    <a:pt x="3449771" y="1687090"/>
                  </a:lnTo>
                  <a:lnTo>
                    <a:pt x="3449929" y="1687090"/>
                  </a:lnTo>
                  <a:lnTo>
                    <a:pt x="3449929" y="1686660"/>
                  </a:lnTo>
                  <a:lnTo>
                    <a:pt x="3450087" y="1686660"/>
                  </a:lnTo>
                  <a:lnTo>
                    <a:pt x="3450245" y="1686660"/>
                  </a:lnTo>
                  <a:lnTo>
                    <a:pt x="3450402" y="1686660"/>
                  </a:lnTo>
                  <a:lnTo>
                    <a:pt x="3450402" y="1686229"/>
                  </a:lnTo>
                  <a:lnTo>
                    <a:pt x="3450402" y="1685799"/>
                  </a:lnTo>
                  <a:lnTo>
                    <a:pt x="3450402" y="1685368"/>
                  </a:lnTo>
                  <a:lnTo>
                    <a:pt x="3450560" y="1685368"/>
                  </a:lnTo>
                  <a:lnTo>
                    <a:pt x="3450718" y="1685368"/>
                  </a:lnTo>
                  <a:lnTo>
                    <a:pt x="3450875" y="1685368"/>
                  </a:lnTo>
                  <a:lnTo>
                    <a:pt x="3451033" y="1685368"/>
                  </a:lnTo>
                  <a:lnTo>
                    <a:pt x="3451191" y="1685368"/>
                  </a:lnTo>
                  <a:lnTo>
                    <a:pt x="3451349" y="1685368"/>
                  </a:lnTo>
                  <a:lnTo>
                    <a:pt x="3451506" y="1685368"/>
                  </a:lnTo>
                  <a:lnTo>
                    <a:pt x="3451664" y="1685368"/>
                  </a:lnTo>
                  <a:lnTo>
                    <a:pt x="3451664" y="1684937"/>
                  </a:lnTo>
                  <a:lnTo>
                    <a:pt x="3451822" y="1684937"/>
                  </a:lnTo>
                  <a:lnTo>
                    <a:pt x="3451979" y="1684937"/>
                  </a:lnTo>
                  <a:lnTo>
                    <a:pt x="3452137" y="1684937"/>
                  </a:lnTo>
                  <a:lnTo>
                    <a:pt x="3452295" y="1684937"/>
                  </a:lnTo>
                  <a:lnTo>
                    <a:pt x="3452295" y="1684507"/>
                  </a:lnTo>
                  <a:lnTo>
                    <a:pt x="3452453" y="1684507"/>
                  </a:lnTo>
                  <a:lnTo>
                    <a:pt x="3452610" y="1684507"/>
                  </a:lnTo>
                  <a:lnTo>
                    <a:pt x="3452768" y="1684507"/>
                  </a:lnTo>
                  <a:lnTo>
                    <a:pt x="3452926" y="1684507"/>
                  </a:lnTo>
                  <a:lnTo>
                    <a:pt x="3453083" y="1684507"/>
                  </a:lnTo>
                  <a:lnTo>
                    <a:pt x="3453241" y="1684507"/>
                  </a:lnTo>
                  <a:lnTo>
                    <a:pt x="3453399" y="1684507"/>
                  </a:lnTo>
                  <a:lnTo>
                    <a:pt x="3453557" y="1684507"/>
                  </a:lnTo>
                  <a:lnTo>
                    <a:pt x="3453714" y="1684507"/>
                  </a:lnTo>
                  <a:lnTo>
                    <a:pt x="3453872" y="1684507"/>
                  </a:lnTo>
                  <a:lnTo>
                    <a:pt x="3454030" y="1684507"/>
                  </a:lnTo>
                  <a:lnTo>
                    <a:pt x="3454188" y="1684507"/>
                  </a:lnTo>
                  <a:lnTo>
                    <a:pt x="3454188" y="1684076"/>
                  </a:lnTo>
                  <a:lnTo>
                    <a:pt x="3454188" y="1683646"/>
                  </a:lnTo>
                  <a:lnTo>
                    <a:pt x="3454188" y="1683215"/>
                  </a:lnTo>
                  <a:lnTo>
                    <a:pt x="3454345" y="1683215"/>
                  </a:lnTo>
                  <a:lnTo>
                    <a:pt x="3454345" y="1682784"/>
                  </a:lnTo>
                  <a:lnTo>
                    <a:pt x="3454503" y="1682784"/>
                  </a:lnTo>
                  <a:lnTo>
                    <a:pt x="3454661" y="1682784"/>
                  </a:lnTo>
                  <a:lnTo>
                    <a:pt x="3454818" y="1682784"/>
                  </a:lnTo>
                  <a:lnTo>
                    <a:pt x="3454976" y="1682784"/>
                  </a:lnTo>
                  <a:lnTo>
                    <a:pt x="3455134" y="1682784"/>
                  </a:lnTo>
                  <a:lnTo>
                    <a:pt x="3455134" y="1682354"/>
                  </a:lnTo>
                  <a:lnTo>
                    <a:pt x="3455292" y="1682354"/>
                  </a:lnTo>
                  <a:lnTo>
                    <a:pt x="3455449" y="1682354"/>
                  </a:lnTo>
                  <a:lnTo>
                    <a:pt x="3455607" y="1682354"/>
                  </a:lnTo>
                  <a:lnTo>
                    <a:pt x="3455765" y="1682354"/>
                  </a:lnTo>
                  <a:lnTo>
                    <a:pt x="3455922" y="1682354"/>
                  </a:lnTo>
                  <a:lnTo>
                    <a:pt x="3456080" y="1682354"/>
                  </a:lnTo>
                  <a:lnTo>
                    <a:pt x="3456238" y="1682354"/>
                  </a:lnTo>
                  <a:lnTo>
                    <a:pt x="3456396" y="1682354"/>
                  </a:lnTo>
                  <a:lnTo>
                    <a:pt x="3456553" y="1682354"/>
                  </a:lnTo>
                  <a:lnTo>
                    <a:pt x="3456711" y="1682354"/>
                  </a:lnTo>
                  <a:lnTo>
                    <a:pt x="3456869" y="1682354"/>
                  </a:lnTo>
                  <a:lnTo>
                    <a:pt x="3457026" y="1682354"/>
                  </a:lnTo>
                  <a:lnTo>
                    <a:pt x="3457184" y="1682354"/>
                  </a:lnTo>
                  <a:lnTo>
                    <a:pt x="3457342" y="1682354"/>
                  </a:lnTo>
                  <a:lnTo>
                    <a:pt x="3457500" y="1682354"/>
                  </a:lnTo>
                  <a:lnTo>
                    <a:pt x="3457657" y="1682354"/>
                  </a:lnTo>
                  <a:lnTo>
                    <a:pt x="3457815" y="1682354"/>
                  </a:lnTo>
                  <a:lnTo>
                    <a:pt x="3457815" y="1681923"/>
                  </a:lnTo>
                  <a:lnTo>
                    <a:pt x="3457815" y="1681493"/>
                  </a:lnTo>
                  <a:lnTo>
                    <a:pt x="3457973" y="1681493"/>
                  </a:lnTo>
                  <a:lnTo>
                    <a:pt x="3457973" y="1681062"/>
                  </a:lnTo>
                  <a:lnTo>
                    <a:pt x="3458130" y="1681062"/>
                  </a:lnTo>
                  <a:lnTo>
                    <a:pt x="3458288" y="1681062"/>
                  </a:lnTo>
                  <a:lnTo>
                    <a:pt x="3458446" y="1681062"/>
                  </a:lnTo>
                  <a:lnTo>
                    <a:pt x="3458604" y="1681062"/>
                  </a:lnTo>
                  <a:lnTo>
                    <a:pt x="3458761" y="1681062"/>
                  </a:lnTo>
                  <a:lnTo>
                    <a:pt x="3458919" y="1681062"/>
                  </a:lnTo>
                  <a:lnTo>
                    <a:pt x="3458919" y="1680631"/>
                  </a:lnTo>
                  <a:lnTo>
                    <a:pt x="3459077" y="1680631"/>
                  </a:lnTo>
                  <a:lnTo>
                    <a:pt x="3459234" y="1680631"/>
                  </a:lnTo>
                  <a:lnTo>
                    <a:pt x="3459234" y="1680201"/>
                  </a:lnTo>
                  <a:lnTo>
                    <a:pt x="3459392" y="1680201"/>
                  </a:lnTo>
                  <a:lnTo>
                    <a:pt x="3459392" y="1679770"/>
                  </a:lnTo>
                  <a:lnTo>
                    <a:pt x="3459550" y="1679770"/>
                  </a:lnTo>
                  <a:lnTo>
                    <a:pt x="3459550" y="1679340"/>
                  </a:lnTo>
                  <a:lnTo>
                    <a:pt x="3459708" y="1679340"/>
                  </a:lnTo>
                  <a:lnTo>
                    <a:pt x="3459708" y="1678909"/>
                  </a:lnTo>
                  <a:lnTo>
                    <a:pt x="3459865" y="1678909"/>
                  </a:lnTo>
                  <a:lnTo>
                    <a:pt x="3460023" y="1678909"/>
                  </a:lnTo>
                  <a:lnTo>
                    <a:pt x="3460181" y="1678909"/>
                  </a:lnTo>
                  <a:lnTo>
                    <a:pt x="3460339" y="1678909"/>
                  </a:lnTo>
                  <a:lnTo>
                    <a:pt x="3460339" y="1678478"/>
                  </a:lnTo>
                  <a:lnTo>
                    <a:pt x="3460496" y="1678478"/>
                  </a:lnTo>
                  <a:lnTo>
                    <a:pt x="3460654" y="1678478"/>
                  </a:lnTo>
                  <a:lnTo>
                    <a:pt x="3460812" y="1678478"/>
                  </a:lnTo>
                  <a:lnTo>
                    <a:pt x="3460969" y="1678478"/>
                  </a:lnTo>
                  <a:lnTo>
                    <a:pt x="3460969" y="1678048"/>
                  </a:lnTo>
                  <a:lnTo>
                    <a:pt x="3461127" y="1678048"/>
                  </a:lnTo>
                  <a:lnTo>
                    <a:pt x="3461285" y="1678048"/>
                  </a:lnTo>
                  <a:lnTo>
                    <a:pt x="3461443" y="1678048"/>
                  </a:lnTo>
                  <a:lnTo>
                    <a:pt x="3461600" y="1678048"/>
                  </a:lnTo>
                  <a:lnTo>
                    <a:pt x="3461758" y="1678048"/>
                  </a:lnTo>
                  <a:lnTo>
                    <a:pt x="3461916" y="1678048"/>
                  </a:lnTo>
                  <a:lnTo>
                    <a:pt x="3462073" y="1678048"/>
                  </a:lnTo>
                  <a:lnTo>
                    <a:pt x="3462231" y="1678048"/>
                  </a:lnTo>
                  <a:lnTo>
                    <a:pt x="3462389" y="1678048"/>
                  </a:lnTo>
                  <a:lnTo>
                    <a:pt x="3462389" y="1677617"/>
                  </a:lnTo>
                  <a:lnTo>
                    <a:pt x="3462389" y="1677187"/>
                  </a:lnTo>
                  <a:lnTo>
                    <a:pt x="3462547" y="1677187"/>
                  </a:lnTo>
                  <a:lnTo>
                    <a:pt x="3462704" y="1677187"/>
                  </a:lnTo>
                  <a:lnTo>
                    <a:pt x="3462704" y="1676756"/>
                  </a:lnTo>
                  <a:lnTo>
                    <a:pt x="3462862" y="1676756"/>
                  </a:lnTo>
                  <a:lnTo>
                    <a:pt x="3463020" y="1676756"/>
                  </a:lnTo>
                  <a:lnTo>
                    <a:pt x="3463020" y="1676325"/>
                  </a:lnTo>
                  <a:lnTo>
                    <a:pt x="3463177" y="1676325"/>
                  </a:lnTo>
                  <a:lnTo>
                    <a:pt x="3463177" y="1675895"/>
                  </a:lnTo>
                  <a:lnTo>
                    <a:pt x="3463335" y="1675895"/>
                  </a:lnTo>
                  <a:lnTo>
                    <a:pt x="3463493" y="1675895"/>
                  </a:lnTo>
                  <a:lnTo>
                    <a:pt x="3463651" y="1675895"/>
                  </a:lnTo>
                  <a:lnTo>
                    <a:pt x="3463808" y="1675895"/>
                  </a:lnTo>
                  <a:lnTo>
                    <a:pt x="3463808" y="1675464"/>
                  </a:lnTo>
                  <a:lnTo>
                    <a:pt x="3463966" y="1675464"/>
                  </a:lnTo>
                  <a:lnTo>
                    <a:pt x="3463966" y="1675034"/>
                  </a:lnTo>
                  <a:lnTo>
                    <a:pt x="3464124" y="1675034"/>
                  </a:lnTo>
                  <a:lnTo>
                    <a:pt x="3464281" y="1675034"/>
                  </a:lnTo>
                  <a:lnTo>
                    <a:pt x="3464439" y="1675034"/>
                  </a:lnTo>
                  <a:lnTo>
                    <a:pt x="3464597" y="1675034"/>
                  </a:lnTo>
                  <a:lnTo>
                    <a:pt x="3464755" y="1675034"/>
                  </a:lnTo>
                  <a:lnTo>
                    <a:pt x="3464912" y="1675034"/>
                  </a:lnTo>
                  <a:lnTo>
                    <a:pt x="3465070" y="1675034"/>
                  </a:lnTo>
                  <a:lnTo>
                    <a:pt x="3465228" y="1675034"/>
                  </a:lnTo>
                  <a:lnTo>
                    <a:pt x="3465386" y="1675034"/>
                  </a:lnTo>
                  <a:lnTo>
                    <a:pt x="3465543" y="1675034"/>
                  </a:lnTo>
                  <a:lnTo>
                    <a:pt x="3465701" y="1675034"/>
                  </a:lnTo>
                  <a:lnTo>
                    <a:pt x="3465859" y="1675034"/>
                  </a:lnTo>
                  <a:lnTo>
                    <a:pt x="3466016" y="1675034"/>
                  </a:lnTo>
                  <a:lnTo>
                    <a:pt x="3466174" y="1675034"/>
                  </a:lnTo>
                  <a:lnTo>
                    <a:pt x="3466332" y="1675034"/>
                  </a:lnTo>
                  <a:lnTo>
                    <a:pt x="3466490" y="1675034"/>
                  </a:lnTo>
                  <a:lnTo>
                    <a:pt x="3466490" y="1674603"/>
                  </a:lnTo>
                  <a:lnTo>
                    <a:pt x="3466647" y="1674603"/>
                  </a:lnTo>
                  <a:lnTo>
                    <a:pt x="3466805" y="1674603"/>
                  </a:lnTo>
                  <a:lnTo>
                    <a:pt x="3466963" y="1674603"/>
                  </a:lnTo>
                  <a:lnTo>
                    <a:pt x="3466963" y="1674172"/>
                  </a:lnTo>
                  <a:lnTo>
                    <a:pt x="3467120" y="1674172"/>
                  </a:lnTo>
                  <a:lnTo>
                    <a:pt x="3467278" y="1674172"/>
                  </a:lnTo>
                  <a:lnTo>
                    <a:pt x="3467436" y="1674172"/>
                  </a:lnTo>
                  <a:lnTo>
                    <a:pt x="3467594" y="1674172"/>
                  </a:lnTo>
                  <a:lnTo>
                    <a:pt x="3467594" y="1673742"/>
                  </a:lnTo>
                  <a:lnTo>
                    <a:pt x="3467751" y="1673742"/>
                  </a:lnTo>
                  <a:lnTo>
                    <a:pt x="3467751" y="1673311"/>
                  </a:lnTo>
                  <a:lnTo>
                    <a:pt x="3467909" y="1673311"/>
                  </a:lnTo>
                  <a:lnTo>
                    <a:pt x="3468067" y="1673311"/>
                  </a:lnTo>
                  <a:lnTo>
                    <a:pt x="3468224" y="1673311"/>
                  </a:lnTo>
                  <a:lnTo>
                    <a:pt x="3468382" y="1673311"/>
                  </a:lnTo>
                  <a:lnTo>
                    <a:pt x="3468540" y="1673311"/>
                  </a:lnTo>
                  <a:lnTo>
                    <a:pt x="3468698" y="1673311"/>
                  </a:lnTo>
                  <a:lnTo>
                    <a:pt x="3468698" y="1672881"/>
                  </a:lnTo>
                  <a:lnTo>
                    <a:pt x="3468855" y="1672881"/>
                  </a:lnTo>
                  <a:lnTo>
                    <a:pt x="3469013" y="1672881"/>
                  </a:lnTo>
                  <a:lnTo>
                    <a:pt x="3469171" y="1672881"/>
                  </a:lnTo>
                  <a:lnTo>
                    <a:pt x="3469328" y="1672881"/>
                  </a:lnTo>
                  <a:lnTo>
                    <a:pt x="3469486" y="1672881"/>
                  </a:lnTo>
                  <a:lnTo>
                    <a:pt x="3469644" y="1672881"/>
                  </a:lnTo>
                  <a:lnTo>
                    <a:pt x="3469802" y="1672881"/>
                  </a:lnTo>
                  <a:lnTo>
                    <a:pt x="3469959" y="1672881"/>
                  </a:lnTo>
                  <a:lnTo>
                    <a:pt x="3470117" y="1672881"/>
                  </a:lnTo>
                  <a:lnTo>
                    <a:pt x="3470275" y="1672881"/>
                  </a:lnTo>
                  <a:lnTo>
                    <a:pt x="3470432" y="1672881"/>
                  </a:lnTo>
                  <a:lnTo>
                    <a:pt x="3470590" y="1672881"/>
                  </a:lnTo>
                  <a:lnTo>
                    <a:pt x="3470590" y="1672450"/>
                  </a:lnTo>
                  <a:lnTo>
                    <a:pt x="3470748" y="1672450"/>
                  </a:lnTo>
                  <a:lnTo>
                    <a:pt x="3470906" y="1672450"/>
                  </a:lnTo>
                  <a:lnTo>
                    <a:pt x="3471063" y="1672450"/>
                  </a:lnTo>
                  <a:lnTo>
                    <a:pt x="3471221" y="1672450"/>
                  </a:lnTo>
                  <a:lnTo>
                    <a:pt x="3471379" y="1672450"/>
                  </a:lnTo>
                  <a:lnTo>
                    <a:pt x="3471537" y="1672450"/>
                  </a:lnTo>
                  <a:lnTo>
                    <a:pt x="3471537" y="1672019"/>
                  </a:lnTo>
                  <a:lnTo>
                    <a:pt x="3471537" y="1671589"/>
                  </a:lnTo>
                  <a:lnTo>
                    <a:pt x="3471694" y="1671589"/>
                  </a:lnTo>
                  <a:lnTo>
                    <a:pt x="3471694" y="1671158"/>
                  </a:lnTo>
                  <a:lnTo>
                    <a:pt x="3471694" y="1670728"/>
                  </a:lnTo>
                  <a:lnTo>
                    <a:pt x="3471852" y="1670728"/>
                  </a:lnTo>
                  <a:lnTo>
                    <a:pt x="3472010" y="1670728"/>
                  </a:lnTo>
                  <a:lnTo>
                    <a:pt x="3472167" y="1670728"/>
                  </a:lnTo>
                  <a:lnTo>
                    <a:pt x="3472325" y="1670728"/>
                  </a:lnTo>
                  <a:lnTo>
                    <a:pt x="3472483" y="1670728"/>
                  </a:lnTo>
                  <a:lnTo>
                    <a:pt x="3472641" y="1670728"/>
                  </a:lnTo>
                  <a:lnTo>
                    <a:pt x="3472798" y="1670728"/>
                  </a:lnTo>
                  <a:lnTo>
                    <a:pt x="3472798" y="1670297"/>
                  </a:lnTo>
                  <a:lnTo>
                    <a:pt x="3472956" y="1670297"/>
                  </a:lnTo>
                  <a:lnTo>
                    <a:pt x="3473114" y="1670297"/>
                  </a:lnTo>
                  <a:lnTo>
                    <a:pt x="3473271" y="1670297"/>
                  </a:lnTo>
                  <a:lnTo>
                    <a:pt x="3473429" y="1670297"/>
                  </a:lnTo>
                  <a:lnTo>
                    <a:pt x="3473587" y="1670297"/>
                  </a:lnTo>
                  <a:lnTo>
                    <a:pt x="3473745" y="1670297"/>
                  </a:lnTo>
                  <a:lnTo>
                    <a:pt x="3473902" y="1670297"/>
                  </a:lnTo>
                  <a:lnTo>
                    <a:pt x="3473902" y="1669866"/>
                  </a:lnTo>
                  <a:lnTo>
                    <a:pt x="3474060" y="1669866"/>
                  </a:lnTo>
                  <a:lnTo>
                    <a:pt x="3474218" y="1669866"/>
                  </a:lnTo>
                  <a:lnTo>
                    <a:pt x="3474375" y="1669866"/>
                  </a:lnTo>
                  <a:lnTo>
                    <a:pt x="3474375" y="1669436"/>
                  </a:lnTo>
                  <a:lnTo>
                    <a:pt x="3474533" y="1669436"/>
                  </a:lnTo>
                  <a:lnTo>
                    <a:pt x="3474533" y="1669005"/>
                  </a:lnTo>
                  <a:lnTo>
                    <a:pt x="3474533" y="1668575"/>
                  </a:lnTo>
                  <a:lnTo>
                    <a:pt x="3474691" y="1668575"/>
                  </a:lnTo>
                  <a:lnTo>
                    <a:pt x="3474849" y="1668575"/>
                  </a:lnTo>
                  <a:lnTo>
                    <a:pt x="3474849" y="1668144"/>
                  </a:lnTo>
                  <a:lnTo>
                    <a:pt x="3475006" y="1668144"/>
                  </a:lnTo>
                  <a:lnTo>
                    <a:pt x="3475164" y="1668144"/>
                  </a:lnTo>
                  <a:lnTo>
                    <a:pt x="3475164" y="1667713"/>
                  </a:lnTo>
                  <a:lnTo>
                    <a:pt x="3475322" y="1667713"/>
                  </a:lnTo>
                  <a:lnTo>
                    <a:pt x="3475479" y="1667713"/>
                  </a:lnTo>
                  <a:lnTo>
                    <a:pt x="3475637" y="1667713"/>
                  </a:lnTo>
                  <a:lnTo>
                    <a:pt x="3475795" y="1667713"/>
                  </a:lnTo>
                  <a:lnTo>
                    <a:pt x="3475953" y="1667713"/>
                  </a:lnTo>
                  <a:lnTo>
                    <a:pt x="3476110" y="1667713"/>
                  </a:lnTo>
                  <a:lnTo>
                    <a:pt x="3476268" y="1667713"/>
                  </a:lnTo>
                  <a:lnTo>
                    <a:pt x="3476426" y="1667713"/>
                  </a:lnTo>
                  <a:lnTo>
                    <a:pt x="3476426" y="1667283"/>
                  </a:lnTo>
                  <a:lnTo>
                    <a:pt x="3476584" y="1667283"/>
                  </a:lnTo>
                  <a:lnTo>
                    <a:pt x="3476741" y="1667283"/>
                  </a:lnTo>
                  <a:lnTo>
                    <a:pt x="3476899" y="1667283"/>
                  </a:lnTo>
                  <a:lnTo>
                    <a:pt x="3477057" y="1667283"/>
                  </a:lnTo>
                  <a:lnTo>
                    <a:pt x="3477214" y="1667283"/>
                  </a:lnTo>
                  <a:lnTo>
                    <a:pt x="3477214" y="1666852"/>
                  </a:lnTo>
                  <a:lnTo>
                    <a:pt x="3477372" y="1666852"/>
                  </a:lnTo>
                  <a:lnTo>
                    <a:pt x="3477530" y="1666852"/>
                  </a:lnTo>
                  <a:lnTo>
                    <a:pt x="3477688" y="1666852"/>
                  </a:lnTo>
                  <a:lnTo>
                    <a:pt x="3477845" y="1666852"/>
                  </a:lnTo>
                  <a:lnTo>
                    <a:pt x="3478003" y="1666852"/>
                  </a:lnTo>
                  <a:lnTo>
                    <a:pt x="3478003" y="1666422"/>
                  </a:lnTo>
                  <a:lnTo>
                    <a:pt x="3478161" y="1666422"/>
                  </a:lnTo>
                  <a:lnTo>
                    <a:pt x="3478318" y="1666422"/>
                  </a:lnTo>
                  <a:lnTo>
                    <a:pt x="3478476" y="1666422"/>
                  </a:lnTo>
                  <a:lnTo>
                    <a:pt x="3478634" y="1666422"/>
                  </a:lnTo>
                  <a:lnTo>
                    <a:pt x="3478792" y="1666422"/>
                  </a:lnTo>
                  <a:lnTo>
                    <a:pt x="3478949" y="1666422"/>
                  </a:lnTo>
                  <a:lnTo>
                    <a:pt x="3479107" y="1666422"/>
                  </a:lnTo>
                  <a:lnTo>
                    <a:pt x="3479265" y="1666422"/>
                  </a:lnTo>
                  <a:lnTo>
                    <a:pt x="3479422" y="1666422"/>
                  </a:lnTo>
                  <a:lnTo>
                    <a:pt x="3479580" y="1666422"/>
                  </a:lnTo>
                  <a:lnTo>
                    <a:pt x="3479738" y="1666422"/>
                  </a:lnTo>
                  <a:lnTo>
                    <a:pt x="3479738" y="1665991"/>
                  </a:lnTo>
                  <a:lnTo>
                    <a:pt x="3479896" y="1665991"/>
                  </a:lnTo>
                  <a:lnTo>
                    <a:pt x="3480053" y="1665991"/>
                  </a:lnTo>
                  <a:lnTo>
                    <a:pt x="3480053" y="1665560"/>
                  </a:lnTo>
                  <a:lnTo>
                    <a:pt x="3480211" y="1665560"/>
                  </a:lnTo>
                  <a:lnTo>
                    <a:pt x="3480369" y="1665560"/>
                  </a:lnTo>
                  <a:lnTo>
                    <a:pt x="3480369" y="1665130"/>
                  </a:lnTo>
                  <a:lnTo>
                    <a:pt x="3480369" y="1664699"/>
                  </a:lnTo>
                  <a:lnTo>
                    <a:pt x="3480369" y="1664269"/>
                  </a:lnTo>
                  <a:lnTo>
                    <a:pt x="3480369" y="1663838"/>
                  </a:lnTo>
                  <a:lnTo>
                    <a:pt x="3480526" y="1663838"/>
                  </a:lnTo>
                  <a:lnTo>
                    <a:pt x="3480526" y="1663407"/>
                  </a:lnTo>
                  <a:lnTo>
                    <a:pt x="3480684" y="1663407"/>
                  </a:lnTo>
                  <a:lnTo>
                    <a:pt x="3480842" y="1663407"/>
                  </a:lnTo>
                  <a:lnTo>
                    <a:pt x="3480842" y="1662977"/>
                  </a:lnTo>
                  <a:lnTo>
                    <a:pt x="3481000" y="1662977"/>
                  </a:lnTo>
                  <a:lnTo>
                    <a:pt x="3481000" y="1662546"/>
                  </a:lnTo>
                  <a:lnTo>
                    <a:pt x="3481000" y="1662116"/>
                  </a:lnTo>
                  <a:lnTo>
                    <a:pt x="3481157" y="1662116"/>
                  </a:lnTo>
                  <a:lnTo>
                    <a:pt x="3481315" y="1662116"/>
                  </a:lnTo>
                  <a:lnTo>
                    <a:pt x="3481315" y="1661685"/>
                  </a:lnTo>
                  <a:lnTo>
                    <a:pt x="3481473" y="1661685"/>
                  </a:lnTo>
                  <a:lnTo>
                    <a:pt x="3481630" y="1661685"/>
                  </a:lnTo>
                  <a:lnTo>
                    <a:pt x="3481788" y="1661685"/>
                  </a:lnTo>
                  <a:lnTo>
                    <a:pt x="3481946" y="1661685"/>
                  </a:lnTo>
                  <a:lnTo>
                    <a:pt x="3482104" y="1661685"/>
                  </a:lnTo>
                  <a:lnTo>
                    <a:pt x="3482261" y="1661685"/>
                  </a:lnTo>
                  <a:lnTo>
                    <a:pt x="3482261" y="1661254"/>
                  </a:lnTo>
                  <a:lnTo>
                    <a:pt x="3482261" y="1660824"/>
                  </a:lnTo>
                  <a:lnTo>
                    <a:pt x="3482419" y="1660824"/>
                  </a:lnTo>
                  <a:lnTo>
                    <a:pt x="3482577" y="1660824"/>
                  </a:lnTo>
                  <a:lnTo>
                    <a:pt x="3482735" y="1660824"/>
                  </a:lnTo>
                  <a:lnTo>
                    <a:pt x="3482892" y="1660824"/>
                  </a:lnTo>
                  <a:lnTo>
                    <a:pt x="3483050" y="1660824"/>
                  </a:lnTo>
                  <a:lnTo>
                    <a:pt x="3483208" y="1660824"/>
                  </a:lnTo>
                  <a:lnTo>
                    <a:pt x="3483365" y="1660824"/>
                  </a:lnTo>
                  <a:lnTo>
                    <a:pt x="3483365" y="1660393"/>
                  </a:lnTo>
                  <a:lnTo>
                    <a:pt x="3483523" y="1660393"/>
                  </a:lnTo>
                  <a:lnTo>
                    <a:pt x="3483681" y="1660393"/>
                  </a:lnTo>
                  <a:lnTo>
                    <a:pt x="3483839" y="1660393"/>
                  </a:lnTo>
                  <a:lnTo>
                    <a:pt x="3483839" y="1659963"/>
                  </a:lnTo>
                  <a:lnTo>
                    <a:pt x="3483996" y="1659963"/>
                  </a:lnTo>
                  <a:lnTo>
                    <a:pt x="3483996" y="1659532"/>
                  </a:lnTo>
                  <a:lnTo>
                    <a:pt x="3483996" y="1659101"/>
                  </a:lnTo>
                  <a:lnTo>
                    <a:pt x="3484154" y="1659101"/>
                  </a:lnTo>
                  <a:lnTo>
                    <a:pt x="3484312" y="1659101"/>
                  </a:lnTo>
                  <a:lnTo>
                    <a:pt x="3484469" y="1659101"/>
                  </a:lnTo>
                  <a:lnTo>
                    <a:pt x="3484627" y="1659101"/>
                  </a:lnTo>
                  <a:lnTo>
                    <a:pt x="3484785" y="1659101"/>
                  </a:lnTo>
                  <a:lnTo>
                    <a:pt x="3484943" y="1659101"/>
                  </a:lnTo>
                  <a:lnTo>
                    <a:pt x="3485100" y="1659101"/>
                  </a:lnTo>
                  <a:lnTo>
                    <a:pt x="3485258" y="1659101"/>
                  </a:lnTo>
                  <a:lnTo>
                    <a:pt x="3485416" y="1659101"/>
                  </a:lnTo>
                  <a:lnTo>
                    <a:pt x="3485573" y="1659101"/>
                  </a:lnTo>
                  <a:lnTo>
                    <a:pt x="3485573" y="1658671"/>
                  </a:lnTo>
                  <a:lnTo>
                    <a:pt x="3485731" y="1658671"/>
                  </a:lnTo>
                  <a:lnTo>
                    <a:pt x="3485889" y="1658671"/>
                  </a:lnTo>
                  <a:lnTo>
                    <a:pt x="3486047" y="1658671"/>
                  </a:lnTo>
                  <a:lnTo>
                    <a:pt x="3486047" y="1658240"/>
                  </a:lnTo>
                  <a:lnTo>
                    <a:pt x="3486047" y="1657810"/>
                  </a:lnTo>
                  <a:lnTo>
                    <a:pt x="3486204" y="1657810"/>
                  </a:lnTo>
                  <a:lnTo>
                    <a:pt x="3486362" y="1657810"/>
                  </a:lnTo>
                  <a:lnTo>
                    <a:pt x="3486520" y="1657810"/>
                  </a:lnTo>
                  <a:lnTo>
                    <a:pt x="3486677" y="1657810"/>
                  </a:lnTo>
                  <a:lnTo>
                    <a:pt x="3486835" y="1657810"/>
                  </a:lnTo>
                  <a:lnTo>
                    <a:pt x="3486993" y="1657810"/>
                  </a:lnTo>
                  <a:lnTo>
                    <a:pt x="3487151" y="1657810"/>
                  </a:lnTo>
                  <a:lnTo>
                    <a:pt x="3487151" y="1657379"/>
                  </a:lnTo>
                  <a:lnTo>
                    <a:pt x="3487308" y="1657379"/>
                  </a:lnTo>
                  <a:lnTo>
                    <a:pt x="3487466" y="1657379"/>
                  </a:lnTo>
                  <a:lnTo>
                    <a:pt x="3487624" y="1657379"/>
                  </a:lnTo>
                  <a:lnTo>
                    <a:pt x="3487782" y="1657379"/>
                  </a:lnTo>
                  <a:lnTo>
                    <a:pt x="3487939" y="1657379"/>
                  </a:lnTo>
                  <a:lnTo>
                    <a:pt x="3487939" y="1656948"/>
                  </a:lnTo>
                  <a:lnTo>
                    <a:pt x="3488097" y="1656948"/>
                  </a:lnTo>
                  <a:lnTo>
                    <a:pt x="3488255" y="1656948"/>
                  </a:lnTo>
                  <a:lnTo>
                    <a:pt x="3488412" y="1656948"/>
                  </a:lnTo>
                  <a:lnTo>
                    <a:pt x="3488570" y="1656948"/>
                  </a:lnTo>
                  <a:lnTo>
                    <a:pt x="3488728" y="1656948"/>
                  </a:lnTo>
                  <a:lnTo>
                    <a:pt x="3488886" y="1656948"/>
                  </a:lnTo>
                  <a:lnTo>
                    <a:pt x="3489043" y="1656948"/>
                  </a:lnTo>
                  <a:lnTo>
                    <a:pt x="3489201" y="1656948"/>
                  </a:lnTo>
                  <a:lnTo>
                    <a:pt x="3489359" y="1656948"/>
                  </a:lnTo>
                  <a:lnTo>
                    <a:pt x="3489359" y="1656518"/>
                  </a:lnTo>
                  <a:lnTo>
                    <a:pt x="3489359" y="1656087"/>
                  </a:lnTo>
                  <a:lnTo>
                    <a:pt x="3489516" y="1656087"/>
                  </a:lnTo>
                  <a:lnTo>
                    <a:pt x="3489674" y="1656087"/>
                  </a:lnTo>
                  <a:lnTo>
                    <a:pt x="3489832" y="1656087"/>
                  </a:lnTo>
                  <a:lnTo>
                    <a:pt x="3489990" y="1656087"/>
                  </a:lnTo>
                  <a:lnTo>
                    <a:pt x="3490147" y="1656087"/>
                  </a:lnTo>
                  <a:lnTo>
                    <a:pt x="3490305" y="1656087"/>
                  </a:lnTo>
                  <a:lnTo>
                    <a:pt x="3490463" y="1656087"/>
                  </a:lnTo>
                  <a:lnTo>
                    <a:pt x="3490463" y="1655657"/>
                  </a:lnTo>
                  <a:lnTo>
                    <a:pt x="3490463" y="1655226"/>
                  </a:lnTo>
                  <a:lnTo>
                    <a:pt x="3490620" y="1655226"/>
                  </a:lnTo>
                  <a:lnTo>
                    <a:pt x="3490778" y="1655226"/>
                  </a:lnTo>
                  <a:lnTo>
                    <a:pt x="3490936" y="1655226"/>
                  </a:lnTo>
                  <a:lnTo>
                    <a:pt x="3491094" y="1655226"/>
                  </a:lnTo>
                  <a:lnTo>
                    <a:pt x="3491251" y="1655226"/>
                  </a:lnTo>
                  <a:lnTo>
                    <a:pt x="3491409" y="1655226"/>
                  </a:lnTo>
                  <a:lnTo>
                    <a:pt x="3491567" y="1655226"/>
                  </a:lnTo>
                  <a:lnTo>
                    <a:pt x="3491724" y="1655226"/>
                  </a:lnTo>
                  <a:lnTo>
                    <a:pt x="3491882" y="1655226"/>
                  </a:lnTo>
                  <a:lnTo>
                    <a:pt x="3492040" y="1655226"/>
                  </a:lnTo>
                  <a:lnTo>
                    <a:pt x="3492040" y="1654795"/>
                  </a:lnTo>
                  <a:lnTo>
                    <a:pt x="3492198" y="1654795"/>
                  </a:lnTo>
                  <a:lnTo>
                    <a:pt x="3492355" y="1654795"/>
                  </a:lnTo>
                  <a:lnTo>
                    <a:pt x="3492513" y="1654795"/>
                  </a:lnTo>
                  <a:lnTo>
                    <a:pt x="3492671" y="1654795"/>
                  </a:lnTo>
                  <a:lnTo>
                    <a:pt x="3492671" y="1654365"/>
                  </a:lnTo>
                  <a:lnTo>
                    <a:pt x="3492828" y="1654365"/>
                  </a:lnTo>
                  <a:lnTo>
                    <a:pt x="3492986" y="1654365"/>
                  </a:lnTo>
                  <a:lnTo>
                    <a:pt x="3493144" y="1654365"/>
                  </a:lnTo>
                  <a:lnTo>
                    <a:pt x="3493302" y="1654365"/>
                  </a:lnTo>
                  <a:lnTo>
                    <a:pt x="3493459" y="1654365"/>
                  </a:lnTo>
                  <a:lnTo>
                    <a:pt x="3493459" y="1653934"/>
                  </a:lnTo>
                  <a:lnTo>
                    <a:pt x="3493617" y="1653934"/>
                  </a:lnTo>
                  <a:lnTo>
                    <a:pt x="3493775" y="1653934"/>
                  </a:lnTo>
                  <a:lnTo>
                    <a:pt x="3493933" y="1653934"/>
                  </a:lnTo>
                  <a:lnTo>
                    <a:pt x="3493933" y="1653504"/>
                  </a:lnTo>
                  <a:lnTo>
                    <a:pt x="3494090" y="1653504"/>
                  </a:lnTo>
                  <a:lnTo>
                    <a:pt x="3494248" y="1653504"/>
                  </a:lnTo>
                  <a:lnTo>
                    <a:pt x="3494406" y="1653504"/>
                  </a:lnTo>
                  <a:lnTo>
                    <a:pt x="3494563" y="1653504"/>
                  </a:lnTo>
                  <a:lnTo>
                    <a:pt x="3494563" y="1653073"/>
                  </a:lnTo>
                  <a:lnTo>
                    <a:pt x="3494563" y="1652642"/>
                  </a:lnTo>
                  <a:lnTo>
                    <a:pt x="3494721" y="1652642"/>
                  </a:lnTo>
                  <a:lnTo>
                    <a:pt x="3494879" y="1652642"/>
                  </a:lnTo>
                  <a:lnTo>
                    <a:pt x="3495037" y="1652642"/>
                  </a:lnTo>
                  <a:lnTo>
                    <a:pt x="3495194" y="1652642"/>
                  </a:lnTo>
                  <a:lnTo>
                    <a:pt x="3495194" y="1652212"/>
                  </a:lnTo>
                  <a:lnTo>
                    <a:pt x="3495352" y="1652212"/>
                  </a:lnTo>
                  <a:lnTo>
                    <a:pt x="3495510" y="1652212"/>
                  </a:lnTo>
                  <a:lnTo>
                    <a:pt x="3495510" y="1651781"/>
                  </a:lnTo>
                  <a:lnTo>
                    <a:pt x="3495510" y="1651351"/>
                  </a:lnTo>
                  <a:lnTo>
                    <a:pt x="3495667" y="1651351"/>
                  </a:lnTo>
                  <a:lnTo>
                    <a:pt x="3495825" y="1651351"/>
                  </a:lnTo>
                  <a:lnTo>
                    <a:pt x="3495983" y="1651351"/>
                  </a:lnTo>
                  <a:lnTo>
                    <a:pt x="3496141" y="1651351"/>
                  </a:lnTo>
                  <a:lnTo>
                    <a:pt x="3496298" y="1651351"/>
                  </a:lnTo>
                  <a:lnTo>
                    <a:pt x="3496456" y="1651351"/>
                  </a:lnTo>
                  <a:lnTo>
                    <a:pt x="3496614" y="1651351"/>
                  </a:lnTo>
                  <a:lnTo>
                    <a:pt x="3496771" y="1651351"/>
                  </a:lnTo>
                  <a:lnTo>
                    <a:pt x="3496929" y="1651351"/>
                  </a:lnTo>
                  <a:lnTo>
                    <a:pt x="3497087" y="1651351"/>
                  </a:lnTo>
                  <a:lnTo>
                    <a:pt x="3497245" y="1651351"/>
                  </a:lnTo>
                  <a:lnTo>
                    <a:pt x="3497402" y="1651351"/>
                  </a:lnTo>
                  <a:lnTo>
                    <a:pt x="3497560" y="1651351"/>
                  </a:lnTo>
                  <a:lnTo>
                    <a:pt x="3497718" y="1651351"/>
                  </a:lnTo>
                  <a:lnTo>
                    <a:pt x="3497875" y="1651351"/>
                  </a:lnTo>
                  <a:lnTo>
                    <a:pt x="3498033" y="1651351"/>
                  </a:lnTo>
                  <a:lnTo>
                    <a:pt x="3498191" y="1651351"/>
                  </a:lnTo>
                  <a:lnTo>
                    <a:pt x="3498349" y="1651351"/>
                  </a:lnTo>
                  <a:lnTo>
                    <a:pt x="3498506" y="1651351"/>
                  </a:lnTo>
                  <a:lnTo>
                    <a:pt x="3498506" y="1650920"/>
                  </a:lnTo>
                  <a:lnTo>
                    <a:pt x="3498664" y="1650920"/>
                  </a:lnTo>
                  <a:lnTo>
                    <a:pt x="3498822" y="1650920"/>
                  </a:lnTo>
                  <a:lnTo>
                    <a:pt x="3498822" y="1650489"/>
                  </a:lnTo>
                  <a:lnTo>
                    <a:pt x="3498822" y="1650059"/>
                  </a:lnTo>
                  <a:lnTo>
                    <a:pt x="3498980" y="1650059"/>
                  </a:lnTo>
                  <a:lnTo>
                    <a:pt x="3499137" y="1650059"/>
                  </a:lnTo>
                  <a:lnTo>
                    <a:pt x="3499295" y="1650059"/>
                  </a:lnTo>
                  <a:lnTo>
                    <a:pt x="3499453" y="1650059"/>
                  </a:lnTo>
                  <a:lnTo>
                    <a:pt x="3499453" y="1649628"/>
                  </a:lnTo>
                  <a:lnTo>
                    <a:pt x="3499453" y="1649198"/>
                  </a:lnTo>
                  <a:lnTo>
                    <a:pt x="3499610" y="1649198"/>
                  </a:lnTo>
                  <a:lnTo>
                    <a:pt x="3499768" y="1649198"/>
                  </a:lnTo>
                  <a:lnTo>
                    <a:pt x="3499926" y="1649198"/>
                  </a:lnTo>
                  <a:lnTo>
                    <a:pt x="3500084" y="1649198"/>
                  </a:lnTo>
                  <a:lnTo>
                    <a:pt x="3500241" y="1649198"/>
                  </a:lnTo>
                  <a:lnTo>
                    <a:pt x="3500399" y="1649198"/>
                  </a:lnTo>
                  <a:lnTo>
                    <a:pt x="3500557" y="1649198"/>
                  </a:lnTo>
                  <a:lnTo>
                    <a:pt x="3500557" y="1648767"/>
                  </a:lnTo>
                  <a:lnTo>
                    <a:pt x="3500714" y="1648767"/>
                  </a:lnTo>
                  <a:lnTo>
                    <a:pt x="3500872" y="1648767"/>
                  </a:lnTo>
                  <a:lnTo>
                    <a:pt x="3501030" y="1648767"/>
                  </a:lnTo>
                  <a:lnTo>
                    <a:pt x="3501030" y="1648336"/>
                  </a:lnTo>
                  <a:lnTo>
                    <a:pt x="3501188" y="1648336"/>
                  </a:lnTo>
                  <a:lnTo>
                    <a:pt x="3501345" y="1648336"/>
                  </a:lnTo>
                  <a:lnTo>
                    <a:pt x="3501503" y="1648336"/>
                  </a:lnTo>
                  <a:lnTo>
                    <a:pt x="3501661" y="1648336"/>
                  </a:lnTo>
                  <a:lnTo>
                    <a:pt x="3501818" y="1648336"/>
                  </a:lnTo>
                  <a:lnTo>
                    <a:pt x="3501976" y="1648336"/>
                  </a:lnTo>
                  <a:lnTo>
                    <a:pt x="3502134" y="1648336"/>
                  </a:lnTo>
                  <a:lnTo>
                    <a:pt x="3502292" y="1648336"/>
                  </a:lnTo>
                  <a:lnTo>
                    <a:pt x="3502449" y="1648336"/>
                  </a:lnTo>
                  <a:lnTo>
                    <a:pt x="3502607" y="1648336"/>
                  </a:lnTo>
                  <a:lnTo>
                    <a:pt x="3502607" y="1647906"/>
                  </a:lnTo>
                  <a:lnTo>
                    <a:pt x="3502765" y="1647906"/>
                  </a:lnTo>
                  <a:lnTo>
                    <a:pt x="3502922" y="1647906"/>
                  </a:lnTo>
                  <a:lnTo>
                    <a:pt x="3503080" y="1647906"/>
                  </a:lnTo>
                  <a:lnTo>
                    <a:pt x="3503238" y="1647906"/>
                  </a:lnTo>
                  <a:lnTo>
                    <a:pt x="3503396" y="1647906"/>
                  </a:lnTo>
                  <a:lnTo>
                    <a:pt x="3503396" y="1647475"/>
                  </a:lnTo>
                  <a:lnTo>
                    <a:pt x="3503553" y="1647475"/>
                  </a:lnTo>
                  <a:lnTo>
                    <a:pt x="3503711" y="1647475"/>
                  </a:lnTo>
                  <a:lnTo>
                    <a:pt x="3503869" y="1647475"/>
                  </a:lnTo>
                  <a:lnTo>
                    <a:pt x="3504026" y="1647475"/>
                  </a:lnTo>
                  <a:lnTo>
                    <a:pt x="3504026" y="1647045"/>
                  </a:lnTo>
                  <a:lnTo>
                    <a:pt x="3504026" y="1646614"/>
                  </a:lnTo>
                  <a:lnTo>
                    <a:pt x="3504184" y="1646614"/>
                  </a:lnTo>
                  <a:lnTo>
                    <a:pt x="3504342" y="1646614"/>
                  </a:lnTo>
                  <a:lnTo>
                    <a:pt x="3504342" y="1646183"/>
                  </a:lnTo>
                  <a:lnTo>
                    <a:pt x="3504500" y="1646183"/>
                  </a:lnTo>
                  <a:lnTo>
                    <a:pt x="3504500" y="1645753"/>
                  </a:lnTo>
                  <a:lnTo>
                    <a:pt x="3504657" y="1645753"/>
                  </a:lnTo>
                  <a:lnTo>
                    <a:pt x="3504657" y="1645322"/>
                  </a:lnTo>
                  <a:lnTo>
                    <a:pt x="3504815" y="1645322"/>
                  </a:lnTo>
                  <a:lnTo>
                    <a:pt x="3504815" y="1644892"/>
                  </a:lnTo>
                  <a:lnTo>
                    <a:pt x="3504973" y="1644892"/>
                  </a:lnTo>
                  <a:lnTo>
                    <a:pt x="3505131" y="1644892"/>
                  </a:lnTo>
                  <a:lnTo>
                    <a:pt x="3505288" y="1644892"/>
                  </a:lnTo>
                  <a:lnTo>
                    <a:pt x="3505446" y="1644892"/>
                  </a:lnTo>
                  <a:lnTo>
                    <a:pt x="3505446" y="1644461"/>
                  </a:lnTo>
                  <a:lnTo>
                    <a:pt x="3505446" y="1644030"/>
                  </a:lnTo>
                  <a:lnTo>
                    <a:pt x="3505604" y="1644030"/>
                  </a:lnTo>
                  <a:lnTo>
                    <a:pt x="3505761" y="1644030"/>
                  </a:lnTo>
                  <a:lnTo>
                    <a:pt x="3505919" y="1644030"/>
                  </a:lnTo>
                  <a:lnTo>
                    <a:pt x="3506077" y="1644030"/>
                  </a:lnTo>
                  <a:lnTo>
                    <a:pt x="3506235" y="1644030"/>
                  </a:lnTo>
                  <a:lnTo>
                    <a:pt x="3506235" y="1643600"/>
                  </a:lnTo>
                  <a:lnTo>
                    <a:pt x="3506392" y="1643600"/>
                  </a:lnTo>
                  <a:lnTo>
                    <a:pt x="3506550" y="1643600"/>
                  </a:lnTo>
                  <a:lnTo>
                    <a:pt x="3506708" y="1643600"/>
                  </a:lnTo>
                  <a:lnTo>
                    <a:pt x="3506865" y="1643600"/>
                  </a:lnTo>
                  <a:lnTo>
                    <a:pt x="3507023" y="1643600"/>
                  </a:lnTo>
                  <a:lnTo>
                    <a:pt x="3507023" y="1643169"/>
                  </a:lnTo>
                  <a:lnTo>
                    <a:pt x="3507181" y="1643169"/>
                  </a:lnTo>
                  <a:lnTo>
                    <a:pt x="3507339" y="1643169"/>
                  </a:lnTo>
                  <a:lnTo>
                    <a:pt x="3507339" y="1642739"/>
                  </a:lnTo>
                  <a:lnTo>
                    <a:pt x="3507339" y="1642308"/>
                  </a:lnTo>
                  <a:lnTo>
                    <a:pt x="3507496" y="1642308"/>
                  </a:lnTo>
                  <a:lnTo>
                    <a:pt x="3507654" y="1642308"/>
                  </a:lnTo>
                  <a:lnTo>
                    <a:pt x="3507812" y="1642308"/>
                  </a:lnTo>
                  <a:lnTo>
                    <a:pt x="3507969" y="1642308"/>
                  </a:lnTo>
                  <a:lnTo>
                    <a:pt x="3508127" y="1642308"/>
                  </a:lnTo>
                  <a:lnTo>
                    <a:pt x="3508285" y="1642308"/>
                  </a:lnTo>
                  <a:lnTo>
                    <a:pt x="3508443" y="1642308"/>
                  </a:lnTo>
                  <a:lnTo>
                    <a:pt x="3508600" y="1642308"/>
                  </a:lnTo>
                  <a:lnTo>
                    <a:pt x="3508758" y="1642308"/>
                  </a:lnTo>
                  <a:lnTo>
                    <a:pt x="3508916" y="1642308"/>
                  </a:lnTo>
                  <a:lnTo>
                    <a:pt x="3508916" y="1641877"/>
                  </a:lnTo>
                  <a:lnTo>
                    <a:pt x="3509073" y="1641877"/>
                  </a:lnTo>
                  <a:lnTo>
                    <a:pt x="3509231" y="1641877"/>
                  </a:lnTo>
                  <a:lnTo>
                    <a:pt x="3509389" y="1641877"/>
                  </a:lnTo>
                  <a:lnTo>
                    <a:pt x="3509547" y="1641877"/>
                  </a:lnTo>
                  <a:lnTo>
                    <a:pt x="3509547" y="1641447"/>
                  </a:lnTo>
                  <a:lnTo>
                    <a:pt x="3509704" y="1641447"/>
                  </a:lnTo>
                  <a:lnTo>
                    <a:pt x="3509862" y="1641447"/>
                  </a:lnTo>
                  <a:lnTo>
                    <a:pt x="3510020" y="1641447"/>
                  </a:lnTo>
                  <a:lnTo>
                    <a:pt x="3510178" y="1641447"/>
                  </a:lnTo>
                  <a:lnTo>
                    <a:pt x="3510335" y="1641447"/>
                  </a:lnTo>
                  <a:lnTo>
                    <a:pt x="3510493" y="1641447"/>
                  </a:lnTo>
                  <a:lnTo>
                    <a:pt x="3510651" y="1641447"/>
                  </a:lnTo>
                  <a:lnTo>
                    <a:pt x="3510808" y="1641447"/>
                  </a:lnTo>
                  <a:lnTo>
                    <a:pt x="3510966" y="1641447"/>
                  </a:lnTo>
                  <a:lnTo>
                    <a:pt x="3511124" y="1641447"/>
                  </a:lnTo>
                  <a:lnTo>
                    <a:pt x="3511282" y="1641447"/>
                  </a:lnTo>
                  <a:lnTo>
                    <a:pt x="3511439" y="1641447"/>
                  </a:lnTo>
                  <a:lnTo>
                    <a:pt x="3511597" y="1641447"/>
                  </a:lnTo>
                  <a:lnTo>
                    <a:pt x="3511755" y="1641447"/>
                  </a:lnTo>
                  <a:lnTo>
                    <a:pt x="3511755" y="1641016"/>
                  </a:lnTo>
                  <a:lnTo>
                    <a:pt x="3511755" y="1640586"/>
                  </a:lnTo>
                  <a:lnTo>
                    <a:pt x="3511912" y="1640586"/>
                  </a:lnTo>
                  <a:lnTo>
                    <a:pt x="3512070" y="1640586"/>
                  </a:lnTo>
                  <a:lnTo>
                    <a:pt x="3512228" y="1640586"/>
                  </a:lnTo>
                  <a:lnTo>
                    <a:pt x="3512386" y="1640586"/>
                  </a:lnTo>
                  <a:lnTo>
                    <a:pt x="3512543" y="1640586"/>
                  </a:lnTo>
                  <a:lnTo>
                    <a:pt x="3512701" y="1640586"/>
                  </a:lnTo>
                  <a:lnTo>
                    <a:pt x="3512859" y="1640586"/>
                  </a:lnTo>
                  <a:lnTo>
                    <a:pt x="3513016" y="1640586"/>
                  </a:lnTo>
                  <a:lnTo>
                    <a:pt x="3513174" y="1640586"/>
                  </a:lnTo>
                  <a:lnTo>
                    <a:pt x="3513332" y="1640586"/>
                  </a:lnTo>
                  <a:lnTo>
                    <a:pt x="3513490" y="1640586"/>
                  </a:lnTo>
                  <a:lnTo>
                    <a:pt x="3513647" y="1640586"/>
                  </a:lnTo>
                  <a:lnTo>
                    <a:pt x="3513805" y="1640586"/>
                  </a:lnTo>
                  <a:lnTo>
                    <a:pt x="3513805" y="1640155"/>
                  </a:lnTo>
                  <a:lnTo>
                    <a:pt x="3513963" y="1640155"/>
                  </a:lnTo>
                  <a:lnTo>
                    <a:pt x="3514120" y="1640155"/>
                  </a:lnTo>
                  <a:lnTo>
                    <a:pt x="3514278" y="1640155"/>
                  </a:lnTo>
                  <a:lnTo>
                    <a:pt x="3514436" y="1640155"/>
                  </a:lnTo>
                  <a:lnTo>
                    <a:pt x="3514594" y="1640155"/>
                  </a:lnTo>
                  <a:lnTo>
                    <a:pt x="3514751" y="1640155"/>
                  </a:lnTo>
                  <a:lnTo>
                    <a:pt x="3514909" y="1640155"/>
                  </a:lnTo>
                  <a:lnTo>
                    <a:pt x="3515067" y="1640155"/>
                  </a:lnTo>
                  <a:lnTo>
                    <a:pt x="3515224" y="1640155"/>
                  </a:lnTo>
                  <a:lnTo>
                    <a:pt x="3515382" y="1640155"/>
                  </a:lnTo>
                  <a:lnTo>
                    <a:pt x="3515540" y="1640155"/>
                  </a:lnTo>
                  <a:lnTo>
                    <a:pt x="3515540" y="1639724"/>
                  </a:lnTo>
                  <a:lnTo>
                    <a:pt x="3515540" y="1639294"/>
                  </a:lnTo>
                  <a:lnTo>
                    <a:pt x="3515698" y="1639294"/>
                  </a:lnTo>
                  <a:lnTo>
                    <a:pt x="3515855" y="1639294"/>
                  </a:lnTo>
                  <a:lnTo>
                    <a:pt x="3515855" y="1638863"/>
                  </a:lnTo>
                  <a:lnTo>
                    <a:pt x="3516013" y="1638863"/>
                  </a:lnTo>
                  <a:lnTo>
                    <a:pt x="3516171" y="1638863"/>
                  </a:lnTo>
                  <a:lnTo>
                    <a:pt x="3516329" y="1638863"/>
                  </a:lnTo>
                  <a:lnTo>
                    <a:pt x="3516486" y="1638863"/>
                  </a:lnTo>
                  <a:lnTo>
                    <a:pt x="3516644" y="1638863"/>
                  </a:lnTo>
                  <a:lnTo>
                    <a:pt x="3516802" y="1638863"/>
                  </a:lnTo>
                  <a:lnTo>
                    <a:pt x="3516959" y="1638863"/>
                  </a:lnTo>
                  <a:lnTo>
                    <a:pt x="3517117" y="1638863"/>
                  </a:lnTo>
                  <a:lnTo>
                    <a:pt x="3517275" y="1638863"/>
                  </a:lnTo>
                  <a:lnTo>
                    <a:pt x="3517433" y="1638863"/>
                  </a:lnTo>
                  <a:lnTo>
                    <a:pt x="3517590" y="1638863"/>
                  </a:lnTo>
                  <a:lnTo>
                    <a:pt x="3517748" y="1638863"/>
                  </a:lnTo>
                  <a:lnTo>
                    <a:pt x="3517906" y="1638863"/>
                  </a:lnTo>
                  <a:lnTo>
                    <a:pt x="3518063" y="1638863"/>
                  </a:lnTo>
                  <a:lnTo>
                    <a:pt x="3518063" y="1638433"/>
                  </a:lnTo>
                  <a:lnTo>
                    <a:pt x="3518221" y="1638433"/>
                  </a:lnTo>
                  <a:lnTo>
                    <a:pt x="3518379" y="1638433"/>
                  </a:lnTo>
                  <a:lnTo>
                    <a:pt x="3518537" y="1638433"/>
                  </a:lnTo>
                  <a:lnTo>
                    <a:pt x="3518694" y="1638433"/>
                  </a:lnTo>
                  <a:lnTo>
                    <a:pt x="3518852" y="1638433"/>
                  </a:lnTo>
                  <a:lnTo>
                    <a:pt x="3519010" y="1638433"/>
                  </a:lnTo>
                  <a:lnTo>
                    <a:pt x="3519010" y="1638002"/>
                  </a:lnTo>
                  <a:lnTo>
                    <a:pt x="3519167" y="1638002"/>
                  </a:lnTo>
                  <a:lnTo>
                    <a:pt x="3519325" y="1638002"/>
                  </a:lnTo>
                  <a:lnTo>
                    <a:pt x="3519483" y="1638002"/>
                  </a:lnTo>
                  <a:lnTo>
                    <a:pt x="3519483" y="1637571"/>
                  </a:lnTo>
                  <a:lnTo>
                    <a:pt x="3519641" y="1637571"/>
                  </a:lnTo>
                  <a:lnTo>
                    <a:pt x="3519798" y="1637571"/>
                  </a:lnTo>
                  <a:lnTo>
                    <a:pt x="3519956" y="1637571"/>
                  </a:lnTo>
                  <a:lnTo>
                    <a:pt x="3520114" y="1637571"/>
                  </a:lnTo>
                  <a:lnTo>
                    <a:pt x="3520114" y="1637141"/>
                  </a:lnTo>
                  <a:lnTo>
                    <a:pt x="3520271" y="1637141"/>
                  </a:lnTo>
                  <a:lnTo>
                    <a:pt x="3520429" y="1637141"/>
                  </a:lnTo>
                  <a:lnTo>
                    <a:pt x="3520587" y="1637141"/>
                  </a:lnTo>
                  <a:lnTo>
                    <a:pt x="3520745" y="1637141"/>
                  </a:lnTo>
                  <a:lnTo>
                    <a:pt x="3520902" y="1637141"/>
                  </a:lnTo>
                  <a:lnTo>
                    <a:pt x="3521060" y="1637141"/>
                  </a:lnTo>
                  <a:lnTo>
                    <a:pt x="3521218" y="1637141"/>
                  </a:lnTo>
                  <a:lnTo>
                    <a:pt x="3521218" y="1636710"/>
                  </a:lnTo>
                  <a:lnTo>
                    <a:pt x="3521218" y="1636280"/>
                  </a:lnTo>
                  <a:lnTo>
                    <a:pt x="3521375" y="1636280"/>
                  </a:lnTo>
                  <a:lnTo>
                    <a:pt x="3521375" y="1635849"/>
                  </a:lnTo>
                  <a:lnTo>
                    <a:pt x="3521533" y="1635849"/>
                  </a:lnTo>
                  <a:lnTo>
                    <a:pt x="3521691" y="1635849"/>
                  </a:lnTo>
                  <a:lnTo>
                    <a:pt x="3521691" y="1635418"/>
                  </a:lnTo>
                  <a:lnTo>
                    <a:pt x="3521849" y="1635418"/>
                  </a:lnTo>
                  <a:lnTo>
                    <a:pt x="3521849" y="1634988"/>
                  </a:lnTo>
                  <a:lnTo>
                    <a:pt x="3521849" y="1634557"/>
                  </a:lnTo>
                  <a:lnTo>
                    <a:pt x="3522006" y="1634557"/>
                  </a:lnTo>
                  <a:lnTo>
                    <a:pt x="3522164" y="1634557"/>
                  </a:lnTo>
                  <a:lnTo>
                    <a:pt x="3522322" y="1634557"/>
                  </a:lnTo>
                  <a:lnTo>
                    <a:pt x="3522322" y="1634127"/>
                  </a:lnTo>
                  <a:lnTo>
                    <a:pt x="3522480" y="1634127"/>
                  </a:lnTo>
                  <a:lnTo>
                    <a:pt x="3522637" y="1634127"/>
                  </a:lnTo>
                  <a:lnTo>
                    <a:pt x="3522795" y="1634127"/>
                  </a:lnTo>
                  <a:lnTo>
                    <a:pt x="3522953" y="1634127"/>
                  </a:lnTo>
                  <a:lnTo>
                    <a:pt x="3523110" y="1634127"/>
                  </a:lnTo>
                  <a:lnTo>
                    <a:pt x="3523268" y="1634127"/>
                  </a:lnTo>
                  <a:lnTo>
                    <a:pt x="3523426" y="1634127"/>
                  </a:lnTo>
                  <a:lnTo>
                    <a:pt x="3523584" y="1634127"/>
                  </a:lnTo>
                  <a:lnTo>
                    <a:pt x="3523741" y="1634127"/>
                  </a:lnTo>
                  <a:lnTo>
                    <a:pt x="3523899" y="1634127"/>
                  </a:lnTo>
                  <a:lnTo>
                    <a:pt x="3524057" y="1634127"/>
                  </a:lnTo>
                  <a:lnTo>
                    <a:pt x="3524057" y="1633696"/>
                  </a:lnTo>
                  <a:lnTo>
                    <a:pt x="3524214" y="1633696"/>
                  </a:lnTo>
                  <a:lnTo>
                    <a:pt x="3524372" y="1633696"/>
                  </a:lnTo>
                  <a:lnTo>
                    <a:pt x="3524530" y="1633696"/>
                  </a:lnTo>
                  <a:lnTo>
                    <a:pt x="3524688" y="1633696"/>
                  </a:lnTo>
                  <a:lnTo>
                    <a:pt x="3524845" y="1633696"/>
                  </a:lnTo>
                  <a:lnTo>
                    <a:pt x="3525003" y="1633696"/>
                  </a:lnTo>
                  <a:lnTo>
                    <a:pt x="3525161" y="1633696"/>
                  </a:lnTo>
                  <a:lnTo>
                    <a:pt x="3525318" y="1633696"/>
                  </a:lnTo>
                  <a:lnTo>
                    <a:pt x="3525476" y="1633696"/>
                  </a:lnTo>
                  <a:lnTo>
                    <a:pt x="3525634" y="1633696"/>
                  </a:lnTo>
                  <a:lnTo>
                    <a:pt x="3525792" y="1633696"/>
                  </a:lnTo>
                  <a:lnTo>
                    <a:pt x="3525792" y="1633265"/>
                  </a:lnTo>
                  <a:lnTo>
                    <a:pt x="3525949" y="1633265"/>
                  </a:lnTo>
                  <a:lnTo>
                    <a:pt x="3526107" y="1633265"/>
                  </a:lnTo>
                  <a:lnTo>
                    <a:pt x="3526107" y="1632835"/>
                  </a:lnTo>
                  <a:lnTo>
                    <a:pt x="3526265" y="1632835"/>
                  </a:lnTo>
                  <a:lnTo>
                    <a:pt x="3526422" y="1632835"/>
                  </a:lnTo>
                  <a:lnTo>
                    <a:pt x="3526580" y="1632835"/>
                  </a:lnTo>
                  <a:lnTo>
                    <a:pt x="3526738" y="1632835"/>
                  </a:lnTo>
                  <a:lnTo>
                    <a:pt x="3526896" y="1632835"/>
                  </a:lnTo>
                  <a:lnTo>
                    <a:pt x="3527053" y="1632835"/>
                  </a:lnTo>
                  <a:lnTo>
                    <a:pt x="3527211" y="1632835"/>
                  </a:lnTo>
                  <a:lnTo>
                    <a:pt x="3527369" y="1632835"/>
                  </a:lnTo>
                  <a:lnTo>
                    <a:pt x="3527527" y="1632835"/>
                  </a:lnTo>
                  <a:lnTo>
                    <a:pt x="3527684" y="1632835"/>
                  </a:lnTo>
                  <a:lnTo>
                    <a:pt x="3527842" y="1632835"/>
                  </a:lnTo>
                  <a:lnTo>
                    <a:pt x="3528000" y="1632835"/>
                  </a:lnTo>
                  <a:lnTo>
                    <a:pt x="3528000" y="1632404"/>
                  </a:lnTo>
                  <a:lnTo>
                    <a:pt x="3528157" y="1632404"/>
                  </a:lnTo>
                  <a:lnTo>
                    <a:pt x="3528315" y="1632404"/>
                  </a:lnTo>
                  <a:lnTo>
                    <a:pt x="3528473" y="1632404"/>
                  </a:lnTo>
                  <a:lnTo>
                    <a:pt x="3528473" y="1631974"/>
                  </a:lnTo>
                  <a:lnTo>
                    <a:pt x="3528631" y="1631974"/>
                  </a:lnTo>
                  <a:lnTo>
                    <a:pt x="3528788" y="1631974"/>
                  </a:lnTo>
                  <a:lnTo>
                    <a:pt x="3528946" y="1631974"/>
                  </a:lnTo>
                  <a:lnTo>
                    <a:pt x="3528946" y="1631543"/>
                  </a:lnTo>
                  <a:lnTo>
                    <a:pt x="3529104" y="1631543"/>
                  </a:lnTo>
                  <a:lnTo>
                    <a:pt x="3529261" y="1631543"/>
                  </a:lnTo>
                  <a:lnTo>
                    <a:pt x="3529419" y="1631543"/>
                  </a:lnTo>
                  <a:lnTo>
                    <a:pt x="3529577" y="1631543"/>
                  </a:lnTo>
                  <a:lnTo>
                    <a:pt x="3529735" y="1631543"/>
                  </a:lnTo>
                  <a:lnTo>
                    <a:pt x="3529892" y="1631543"/>
                  </a:lnTo>
                  <a:lnTo>
                    <a:pt x="3530050" y="1631543"/>
                  </a:lnTo>
                  <a:lnTo>
                    <a:pt x="3530208" y="1631543"/>
                  </a:lnTo>
                  <a:lnTo>
                    <a:pt x="3530365" y="1631543"/>
                  </a:lnTo>
                  <a:lnTo>
                    <a:pt x="3530365" y="1631112"/>
                  </a:lnTo>
                  <a:lnTo>
                    <a:pt x="3530523" y="1631112"/>
                  </a:lnTo>
                  <a:lnTo>
                    <a:pt x="3530681" y="1631112"/>
                  </a:lnTo>
                  <a:lnTo>
                    <a:pt x="3530681" y="1630682"/>
                  </a:lnTo>
                  <a:lnTo>
                    <a:pt x="3530681" y="1630251"/>
                  </a:lnTo>
                  <a:lnTo>
                    <a:pt x="3530839" y="1630251"/>
                  </a:lnTo>
                  <a:lnTo>
                    <a:pt x="3530996" y="1630251"/>
                  </a:lnTo>
                  <a:lnTo>
                    <a:pt x="3531154" y="1630251"/>
                  </a:lnTo>
                  <a:lnTo>
                    <a:pt x="3531312" y="1630251"/>
                  </a:lnTo>
                  <a:lnTo>
                    <a:pt x="3531312" y="1629821"/>
                  </a:lnTo>
                  <a:lnTo>
                    <a:pt x="3531469" y="1629821"/>
                  </a:lnTo>
                  <a:lnTo>
                    <a:pt x="3531627" y="1629821"/>
                  </a:lnTo>
                  <a:lnTo>
                    <a:pt x="3531785" y="1629821"/>
                  </a:lnTo>
                  <a:lnTo>
                    <a:pt x="3531943" y="1629821"/>
                  </a:lnTo>
                  <a:lnTo>
                    <a:pt x="3532100" y="1629821"/>
                  </a:lnTo>
                  <a:lnTo>
                    <a:pt x="3532258" y="1629821"/>
                  </a:lnTo>
                  <a:lnTo>
                    <a:pt x="3532416" y="1629821"/>
                  </a:lnTo>
                  <a:lnTo>
                    <a:pt x="3532573" y="1629821"/>
                  </a:lnTo>
                  <a:lnTo>
                    <a:pt x="3532731" y="1629821"/>
                  </a:lnTo>
                  <a:lnTo>
                    <a:pt x="3532889" y="1629821"/>
                  </a:lnTo>
                  <a:lnTo>
                    <a:pt x="3532889" y="1629390"/>
                  </a:lnTo>
                  <a:lnTo>
                    <a:pt x="3533047" y="1629390"/>
                  </a:lnTo>
                  <a:lnTo>
                    <a:pt x="3533204" y="1629390"/>
                  </a:lnTo>
                  <a:lnTo>
                    <a:pt x="3533362" y="1629390"/>
                  </a:lnTo>
                  <a:lnTo>
                    <a:pt x="3533520" y="1629390"/>
                  </a:lnTo>
                  <a:lnTo>
                    <a:pt x="3533678" y="1629390"/>
                  </a:lnTo>
                  <a:lnTo>
                    <a:pt x="3533835" y="1629390"/>
                  </a:lnTo>
                  <a:lnTo>
                    <a:pt x="3533993" y="1629390"/>
                  </a:lnTo>
                  <a:lnTo>
                    <a:pt x="3533993" y="1628959"/>
                  </a:lnTo>
                  <a:lnTo>
                    <a:pt x="3534151" y="1628959"/>
                  </a:lnTo>
                  <a:lnTo>
                    <a:pt x="3534308" y="1628959"/>
                  </a:lnTo>
                  <a:lnTo>
                    <a:pt x="3534466" y="1628959"/>
                  </a:lnTo>
                  <a:lnTo>
                    <a:pt x="3534466" y="1628529"/>
                  </a:lnTo>
                  <a:lnTo>
                    <a:pt x="3534624" y="1628529"/>
                  </a:lnTo>
                  <a:lnTo>
                    <a:pt x="3534782" y="1628529"/>
                  </a:lnTo>
                  <a:lnTo>
                    <a:pt x="3534939" y="1628529"/>
                  </a:lnTo>
                  <a:lnTo>
                    <a:pt x="3534939" y="1628098"/>
                  </a:lnTo>
                  <a:lnTo>
                    <a:pt x="3535097" y="1628098"/>
                  </a:lnTo>
                  <a:lnTo>
                    <a:pt x="3535097" y="1627668"/>
                  </a:lnTo>
                  <a:lnTo>
                    <a:pt x="3535255" y="1627668"/>
                  </a:lnTo>
                  <a:lnTo>
                    <a:pt x="3535412" y="1627668"/>
                  </a:lnTo>
                  <a:lnTo>
                    <a:pt x="3535570" y="1627668"/>
                  </a:lnTo>
                  <a:lnTo>
                    <a:pt x="3535728" y="1627668"/>
                  </a:lnTo>
                  <a:lnTo>
                    <a:pt x="3535886" y="1627668"/>
                  </a:lnTo>
                  <a:lnTo>
                    <a:pt x="3536043" y="1627668"/>
                  </a:lnTo>
                  <a:lnTo>
                    <a:pt x="3536201" y="1627668"/>
                  </a:lnTo>
                  <a:lnTo>
                    <a:pt x="3536201" y="1627237"/>
                  </a:lnTo>
                  <a:lnTo>
                    <a:pt x="3536359" y="1627237"/>
                  </a:lnTo>
                  <a:lnTo>
                    <a:pt x="3536516" y="1627237"/>
                  </a:lnTo>
                  <a:lnTo>
                    <a:pt x="3536674" y="1627237"/>
                  </a:lnTo>
                  <a:lnTo>
                    <a:pt x="3536832" y="1627237"/>
                  </a:lnTo>
                  <a:lnTo>
                    <a:pt x="3536990" y="1627237"/>
                  </a:lnTo>
                  <a:lnTo>
                    <a:pt x="3536990" y="1626806"/>
                  </a:lnTo>
                  <a:lnTo>
                    <a:pt x="3537147" y="1626806"/>
                  </a:lnTo>
                  <a:lnTo>
                    <a:pt x="3537305" y="1626806"/>
                  </a:lnTo>
                  <a:lnTo>
                    <a:pt x="3537305" y="1626376"/>
                  </a:lnTo>
                  <a:lnTo>
                    <a:pt x="3537463" y="1626376"/>
                  </a:lnTo>
                  <a:lnTo>
                    <a:pt x="3537620" y="1626376"/>
                  </a:lnTo>
                  <a:lnTo>
                    <a:pt x="3537778" y="1626376"/>
                  </a:lnTo>
                  <a:lnTo>
                    <a:pt x="3537936" y="1626376"/>
                  </a:lnTo>
                  <a:lnTo>
                    <a:pt x="3538094" y="1626376"/>
                  </a:lnTo>
                  <a:lnTo>
                    <a:pt x="3538251" y="1626376"/>
                  </a:lnTo>
                  <a:lnTo>
                    <a:pt x="3538251" y="1625945"/>
                  </a:lnTo>
                  <a:lnTo>
                    <a:pt x="3538409" y="1625945"/>
                  </a:lnTo>
                  <a:lnTo>
                    <a:pt x="3538567" y="1625945"/>
                  </a:lnTo>
                  <a:lnTo>
                    <a:pt x="3538725" y="1625945"/>
                  </a:lnTo>
                  <a:lnTo>
                    <a:pt x="3538882" y="1625945"/>
                  </a:lnTo>
                  <a:lnTo>
                    <a:pt x="3539040" y="1625945"/>
                  </a:lnTo>
                  <a:lnTo>
                    <a:pt x="3539198" y="1625945"/>
                  </a:lnTo>
                  <a:lnTo>
                    <a:pt x="3539355" y="1625945"/>
                  </a:lnTo>
                  <a:lnTo>
                    <a:pt x="3539513" y="1625945"/>
                  </a:lnTo>
                  <a:lnTo>
                    <a:pt x="3539671" y="1625945"/>
                  </a:lnTo>
                  <a:lnTo>
                    <a:pt x="3539671" y="1625515"/>
                  </a:lnTo>
                  <a:lnTo>
                    <a:pt x="3539829" y="1625515"/>
                  </a:lnTo>
                  <a:lnTo>
                    <a:pt x="3539986" y="1625515"/>
                  </a:lnTo>
                  <a:lnTo>
                    <a:pt x="3540144" y="1625515"/>
                  </a:lnTo>
                  <a:lnTo>
                    <a:pt x="3540302" y="1625515"/>
                  </a:lnTo>
                  <a:lnTo>
                    <a:pt x="3540459" y="1625515"/>
                  </a:lnTo>
                  <a:lnTo>
                    <a:pt x="3540617" y="1625515"/>
                  </a:lnTo>
                  <a:lnTo>
                    <a:pt x="3540775" y="1625515"/>
                  </a:lnTo>
                  <a:lnTo>
                    <a:pt x="3540933" y="1625515"/>
                  </a:lnTo>
                  <a:lnTo>
                    <a:pt x="3540933" y="1625084"/>
                  </a:lnTo>
                  <a:lnTo>
                    <a:pt x="3541090" y="1625084"/>
                  </a:lnTo>
                  <a:lnTo>
                    <a:pt x="3541248" y="1625084"/>
                  </a:lnTo>
                  <a:lnTo>
                    <a:pt x="3541248" y="1624653"/>
                  </a:lnTo>
                  <a:lnTo>
                    <a:pt x="3541406" y="1624653"/>
                  </a:lnTo>
                  <a:lnTo>
                    <a:pt x="3541563" y="1624653"/>
                  </a:lnTo>
                  <a:lnTo>
                    <a:pt x="3541721" y="1624653"/>
                  </a:lnTo>
                  <a:lnTo>
                    <a:pt x="3541879" y="1624653"/>
                  </a:lnTo>
                  <a:lnTo>
                    <a:pt x="3542037" y="1624653"/>
                  </a:lnTo>
                  <a:lnTo>
                    <a:pt x="3542037" y="1624223"/>
                  </a:lnTo>
                  <a:lnTo>
                    <a:pt x="3542194" y="1624223"/>
                  </a:lnTo>
                  <a:lnTo>
                    <a:pt x="3542352" y="1624223"/>
                  </a:lnTo>
                  <a:lnTo>
                    <a:pt x="3542510" y="1624223"/>
                  </a:lnTo>
                  <a:lnTo>
                    <a:pt x="3542667" y="1624223"/>
                  </a:lnTo>
                  <a:lnTo>
                    <a:pt x="3542825" y="1624223"/>
                  </a:lnTo>
                  <a:lnTo>
                    <a:pt x="3542983" y="1624223"/>
                  </a:lnTo>
                  <a:lnTo>
                    <a:pt x="3543141" y="1624223"/>
                  </a:lnTo>
                  <a:lnTo>
                    <a:pt x="3543141" y="1623792"/>
                  </a:lnTo>
                  <a:lnTo>
                    <a:pt x="3543298" y="1623792"/>
                  </a:lnTo>
                  <a:lnTo>
                    <a:pt x="3543456" y="1623792"/>
                  </a:lnTo>
                  <a:lnTo>
                    <a:pt x="3543614" y="1623792"/>
                  </a:lnTo>
                  <a:lnTo>
                    <a:pt x="3543771" y="1623792"/>
                  </a:lnTo>
                  <a:lnTo>
                    <a:pt x="3543929" y="1623792"/>
                  </a:lnTo>
                  <a:lnTo>
                    <a:pt x="3544087" y="1623792"/>
                  </a:lnTo>
                  <a:lnTo>
                    <a:pt x="3544245" y="1623792"/>
                  </a:lnTo>
                  <a:lnTo>
                    <a:pt x="3544245" y="1623362"/>
                  </a:lnTo>
                  <a:lnTo>
                    <a:pt x="3544402" y="1623362"/>
                  </a:lnTo>
                  <a:lnTo>
                    <a:pt x="3544560" y="1623362"/>
                  </a:lnTo>
                  <a:lnTo>
                    <a:pt x="3544718" y="1623362"/>
                  </a:lnTo>
                  <a:lnTo>
                    <a:pt x="3544876" y="1623362"/>
                  </a:lnTo>
                  <a:lnTo>
                    <a:pt x="3544876" y="1622931"/>
                  </a:lnTo>
                  <a:lnTo>
                    <a:pt x="3545033" y="1622931"/>
                  </a:lnTo>
                  <a:lnTo>
                    <a:pt x="3545191" y="1622931"/>
                  </a:lnTo>
                  <a:lnTo>
                    <a:pt x="3545349" y="1622931"/>
                  </a:lnTo>
                  <a:lnTo>
                    <a:pt x="3545506" y="1622931"/>
                  </a:lnTo>
                  <a:lnTo>
                    <a:pt x="3545664" y="1622931"/>
                  </a:lnTo>
                  <a:lnTo>
                    <a:pt x="3545822" y="1622931"/>
                  </a:lnTo>
                  <a:lnTo>
                    <a:pt x="3545980" y="1622931"/>
                  </a:lnTo>
                  <a:lnTo>
                    <a:pt x="3545980" y="1622500"/>
                  </a:lnTo>
                  <a:lnTo>
                    <a:pt x="3546137" y="1622500"/>
                  </a:lnTo>
                  <a:lnTo>
                    <a:pt x="3546295" y="1622500"/>
                  </a:lnTo>
                  <a:lnTo>
                    <a:pt x="3546453" y="1622500"/>
                  </a:lnTo>
                  <a:lnTo>
                    <a:pt x="3546610" y="1622500"/>
                  </a:lnTo>
                  <a:lnTo>
                    <a:pt x="3546768" y="1622500"/>
                  </a:lnTo>
                  <a:lnTo>
                    <a:pt x="3546926" y="1622500"/>
                  </a:lnTo>
                  <a:lnTo>
                    <a:pt x="3547084" y="1622500"/>
                  </a:lnTo>
                  <a:lnTo>
                    <a:pt x="3547241" y="1622500"/>
                  </a:lnTo>
                  <a:lnTo>
                    <a:pt x="3547399" y="1622500"/>
                  </a:lnTo>
                  <a:lnTo>
                    <a:pt x="3547557" y="1622500"/>
                  </a:lnTo>
                  <a:lnTo>
                    <a:pt x="3547714" y="1622500"/>
                  </a:lnTo>
                  <a:lnTo>
                    <a:pt x="3547872" y="1622500"/>
                  </a:lnTo>
                  <a:lnTo>
                    <a:pt x="3548030" y="1622500"/>
                  </a:lnTo>
                  <a:lnTo>
                    <a:pt x="3548030" y="1622070"/>
                  </a:lnTo>
                  <a:lnTo>
                    <a:pt x="3548188" y="1622070"/>
                  </a:lnTo>
                  <a:lnTo>
                    <a:pt x="3548345" y="1622070"/>
                  </a:lnTo>
                  <a:lnTo>
                    <a:pt x="3548503" y="1622070"/>
                  </a:lnTo>
                  <a:lnTo>
                    <a:pt x="3548661" y="1622070"/>
                  </a:lnTo>
                  <a:lnTo>
                    <a:pt x="3548661" y="1621639"/>
                  </a:lnTo>
                  <a:lnTo>
                    <a:pt x="3548818" y="1621639"/>
                  </a:lnTo>
                  <a:lnTo>
                    <a:pt x="3548976" y="1621639"/>
                  </a:lnTo>
                  <a:lnTo>
                    <a:pt x="3549134" y="1621639"/>
                  </a:lnTo>
                  <a:lnTo>
                    <a:pt x="3549292" y="1621639"/>
                  </a:lnTo>
                  <a:lnTo>
                    <a:pt x="3549449" y="1621639"/>
                  </a:lnTo>
                  <a:lnTo>
                    <a:pt x="3549607" y="1621639"/>
                  </a:lnTo>
                  <a:lnTo>
                    <a:pt x="3549765" y="1621639"/>
                  </a:lnTo>
                  <a:lnTo>
                    <a:pt x="3549923" y="1621639"/>
                  </a:lnTo>
                  <a:lnTo>
                    <a:pt x="3549923" y="1621209"/>
                  </a:lnTo>
                  <a:lnTo>
                    <a:pt x="3550080" y="1621209"/>
                  </a:lnTo>
                  <a:lnTo>
                    <a:pt x="3550238" y="1621209"/>
                  </a:lnTo>
                  <a:lnTo>
                    <a:pt x="3550396" y="1621209"/>
                  </a:lnTo>
                  <a:lnTo>
                    <a:pt x="3550396" y="1620778"/>
                  </a:lnTo>
                  <a:lnTo>
                    <a:pt x="3550553" y="1620778"/>
                  </a:lnTo>
                  <a:lnTo>
                    <a:pt x="3550711" y="1620778"/>
                  </a:lnTo>
                  <a:lnTo>
                    <a:pt x="3550711" y="1620347"/>
                  </a:lnTo>
                  <a:lnTo>
                    <a:pt x="3550869" y="1620347"/>
                  </a:lnTo>
                  <a:lnTo>
                    <a:pt x="3551027" y="1620347"/>
                  </a:lnTo>
                  <a:lnTo>
                    <a:pt x="3551184" y="1620347"/>
                  </a:lnTo>
                  <a:lnTo>
                    <a:pt x="3551342" y="1620347"/>
                  </a:lnTo>
                  <a:lnTo>
                    <a:pt x="3551342" y="1619917"/>
                  </a:lnTo>
                  <a:lnTo>
                    <a:pt x="3551500" y="1619917"/>
                  </a:lnTo>
                  <a:lnTo>
                    <a:pt x="3551657" y="1619917"/>
                  </a:lnTo>
                  <a:lnTo>
                    <a:pt x="3551815" y="1619917"/>
                  </a:lnTo>
                  <a:lnTo>
                    <a:pt x="3551973" y="1619917"/>
                  </a:lnTo>
                  <a:lnTo>
                    <a:pt x="3552131" y="1619917"/>
                  </a:lnTo>
                  <a:lnTo>
                    <a:pt x="3552288" y="1619917"/>
                  </a:lnTo>
                  <a:lnTo>
                    <a:pt x="3552446" y="1619917"/>
                  </a:lnTo>
                  <a:lnTo>
                    <a:pt x="3552604" y="1619917"/>
                  </a:lnTo>
                  <a:lnTo>
                    <a:pt x="3552761" y="1619917"/>
                  </a:lnTo>
                  <a:lnTo>
                    <a:pt x="3552919" y="1619917"/>
                  </a:lnTo>
                  <a:lnTo>
                    <a:pt x="3552919" y="1619486"/>
                  </a:lnTo>
                  <a:lnTo>
                    <a:pt x="3552919" y="1619056"/>
                  </a:lnTo>
                  <a:lnTo>
                    <a:pt x="3552919" y="1618625"/>
                  </a:lnTo>
                  <a:lnTo>
                    <a:pt x="3553077" y="1618625"/>
                  </a:lnTo>
                  <a:lnTo>
                    <a:pt x="3553235" y="1618625"/>
                  </a:lnTo>
                  <a:lnTo>
                    <a:pt x="3553392" y="1618625"/>
                  </a:lnTo>
                  <a:lnTo>
                    <a:pt x="3553550" y="1618625"/>
                  </a:lnTo>
                  <a:lnTo>
                    <a:pt x="3553708" y="1618625"/>
                  </a:lnTo>
                  <a:lnTo>
                    <a:pt x="3553865" y="1618625"/>
                  </a:lnTo>
                  <a:lnTo>
                    <a:pt x="3554023" y="1618625"/>
                  </a:lnTo>
                  <a:lnTo>
                    <a:pt x="3554181" y="1618625"/>
                  </a:lnTo>
                  <a:lnTo>
                    <a:pt x="3554181" y="1618194"/>
                  </a:lnTo>
                  <a:lnTo>
                    <a:pt x="3554181" y="1617764"/>
                  </a:lnTo>
                  <a:lnTo>
                    <a:pt x="3554339" y="1617764"/>
                  </a:lnTo>
                  <a:lnTo>
                    <a:pt x="3554496" y="1617764"/>
                  </a:lnTo>
                  <a:lnTo>
                    <a:pt x="3554654" y="1617764"/>
                  </a:lnTo>
                  <a:lnTo>
                    <a:pt x="3554812" y="1617764"/>
                  </a:lnTo>
                  <a:lnTo>
                    <a:pt x="3554812" y="1617333"/>
                  </a:lnTo>
                  <a:lnTo>
                    <a:pt x="3554969" y="1617333"/>
                  </a:lnTo>
                  <a:lnTo>
                    <a:pt x="3555127" y="1617333"/>
                  </a:lnTo>
                  <a:lnTo>
                    <a:pt x="3555285" y="1617333"/>
                  </a:lnTo>
                  <a:lnTo>
                    <a:pt x="3555443" y="1617333"/>
                  </a:lnTo>
                  <a:lnTo>
                    <a:pt x="3555600" y="1617333"/>
                  </a:lnTo>
                  <a:lnTo>
                    <a:pt x="3555758" y="1617333"/>
                  </a:lnTo>
                  <a:lnTo>
                    <a:pt x="3555916" y="1617333"/>
                  </a:lnTo>
                  <a:lnTo>
                    <a:pt x="3556074" y="1617333"/>
                  </a:lnTo>
                  <a:lnTo>
                    <a:pt x="3556231" y="1617333"/>
                  </a:lnTo>
                  <a:lnTo>
                    <a:pt x="3556389" y="1617333"/>
                  </a:lnTo>
                  <a:lnTo>
                    <a:pt x="3556547" y="1617333"/>
                  </a:lnTo>
                  <a:lnTo>
                    <a:pt x="3556704" y="1617333"/>
                  </a:lnTo>
                  <a:lnTo>
                    <a:pt x="3556862" y="1617333"/>
                  </a:lnTo>
                  <a:lnTo>
                    <a:pt x="3557020" y="1617333"/>
                  </a:lnTo>
                  <a:lnTo>
                    <a:pt x="3557178" y="1617333"/>
                  </a:lnTo>
                  <a:lnTo>
                    <a:pt x="3557335" y="1617333"/>
                  </a:lnTo>
                  <a:lnTo>
                    <a:pt x="3557335" y="1616903"/>
                  </a:lnTo>
                  <a:lnTo>
                    <a:pt x="3557493" y="1616903"/>
                  </a:lnTo>
                  <a:lnTo>
                    <a:pt x="3557651" y="1616903"/>
                  </a:lnTo>
                  <a:lnTo>
                    <a:pt x="3557808" y="1616903"/>
                  </a:lnTo>
                  <a:lnTo>
                    <a:pt x="3557966" y="1616903"/>
                  </a:lnTo>
                  <a:lnTo>
                    <a:pt x="3558124" y="1616903"/>
                  </a:lnTo>
                  <a:lnTo>
                    <a:pt x="3558282" y="1616903"/>
                  </a:lnTo>
                  <a:lnTo>
                    <a:pt x="3558439" y="1616903"/>
                  </a:lnTo>
                  <a:lnTo>
                    <a:pt x="3558597" y="1616903"/>
                  </a:lnTo>
                  <a:lnTo>
                    <a:pt x="3558597" y="1616472"/>
                  </a:lnTo>
                  <a:lnTo>
                    <a:pt x="3558755" y="1616472"/>
                  </a:lnTo>
                  <a:lnTo>
                    <a:pt x="3558912" y="1616472"/>
                  </a:lnTo>
                  <a:lnTo>
                    <a:pt x="3559070" y="1616472"/>
                  </a:lnTo>
                  <a:lnTo>
                    <a:pt x="3559070" y="1616041"/>
                  </a:lnTo>
                  <a:lnTo>
                    <a:pt x="3559228" y="1616041"/>
                  </a:lnTo>
                  <a:lnTo>
                    <a:pt x="3559386" y="1616041"/>
                  </a:lnTo>
                  <a:lnTo>
                    <a:pt x="3559386" y="1615611"/>
                  </a:lnTo>
                  <a:lnTo>
                    <a:pt x="3559543" y="1615611"/>
                  </a:lnTo>
                  <a:lnTo>
                    <a:pt x="3559701" y="1615611"/>
                  </a:lnTo>
                  <a:lnTo>
                    <a:pt x="3559859" y="1615611"/>
                  </a:lnTo>
                  <a:lnTo>
                    <a:pt x="3560016" y="1615611"/>
                  </a:lnTo>
                  <a:lnTo>
                    <a:pt x="3560174" y="1615611"/>
                  </a:lnTo>
                  <a:lnTo>
                    <a:pt x="3560332" y="1615611"/>
                  </a:lnTo>
                  <a:lnTo>
                    <a:pt x="3560332" y="1615180"/>
                  </a:lnTo>
                  <a:lnTo>
                    <a:pt x="3560490" y="1615180"/>
                  </a:lnTo>
                  <a:lnTo>
                    <a:pt x="3560647" y="1615180"/>
                  </a:lnTo>
                  <a:lnTo>
                    <a:pt x="3560805" y="1615180"/>
                  </a:lnTo>
                  <a:lnTo>
                    <a:pt x="3560963" y="1615180"/>
                  </a:lnTo>
                  <a:lnTo>
                    <a:pt x="3560963" y="1614750"/>
                  </a:lnTo>
                  <a:lnTo>
                    <a:pt x="3560963" y="1614319"/>
                  </a:lnTo>
                  <a:lnTo>
                    <a:pt x="3560963" y="1613888"/>
                  </a:lnTo>
                  <a:lnTo>
                    <a:pt x="3561121" y="1613888"/>
                  </a:lnTo>
                  <a:lnTo>
                    <a:pt x="3561278" y="1613888"/>
                  </a:lnTo>
                  <a:lnTo>
                    <a:pt x="3561278" y="1613458"/>
                  </a:lnTo>
                  <a:lnTo>
                    <a:pt x="3561436" y="1613458"/>
                  </a:lnTo>
                  <a:lnTo>
                    <a:pt x="3561594" y="1613458"/>
                  </a:lnTo>
                  <a:lnTo>
                    <a:pt x="3561751" y="1613458"/>
                  </a:lnTo>
                  <a:lnTo>
                    <a:pt x="3561909" y="1613458"/>
                  </a:lnTo>
                  <a:lnTo>
                    <a:pt x="3561909" y="1613027"/>
                  </a:lnTo>
                  <a:lnTo>
                    <a:pt x="3562067" y="1613027"/>
                  </a:lnTo>
                  <a:lnTo>
                    <a:pt x="3562225" y="1613027"/>
                  </a:lnTo>
                  <a:lnTo>
                    <a:pt x="3562382" y="1613027"/>
                  </a:lnTo>
                  <a:lnTo>
                    <a:pt x="3562540" y="1613027"/>
                  </a:lnTo>
                  <a:lnTo>
                    <a:pt x="3562698" y="1613027"/>
                  </a:lnTo>
                  <a:lnTo>
                    <a:pt x="3562855" y="1613027"/>
                  </a:lnTo>
                  <a:lnTo>
                    <a:pt x="3563013" y="1613027"/>
                  </a:lnTo>
                  <a:lnTo>
                    <a:pt x="3563171" y="1613027"/>
                  </a:lnTo>
                  <a:lnTo>
                    <a:pt x="3563329" y="1613027"/>
                  </a:lnTo>
                  <a:lnTo>
                    <a:pt x="3563486" y="1613027"/>
                  </a:lnTo>
                  <a:lnTo>
                    <a:pt x="3563644" y="1613027"/>
                  </a:lnTo>
                  <a:lnTo>
                    <a:pt x="3563802" y="1613027"/>
                  </a:lnTo>
                  <a:lnTo>
                    <a:pt x="3563959" y="1613027"/>
                  </a:lnTo>
                  <a:lnTo>
                    <a:pt x="3564117" y="1613027"/>
                  </a:lnTo>
                  <a:lnTo>
                    <a:pt x="3564275" y="1613027"/>
                  </a:lnTo>
                  <a:lnTo>
                    <a:pt x="3564433" y="1613027"/>
                  </a:lnTo>
                  <a:lnTo>
                    <a:pt x="3564590" y="1613027"/>
                  </a:lnTo>
                  <a:lnTo>
                    <a:pt x="3564748" y="1613027"/>
                  </a:lnTo>
                  <a:lnTo>
                    <a:pt x="3564906" y="1613027"/>
                  </a:lnTo>
                  <a:lnTo>
                    <a:pt x="3565063" y="1613027"/>
                  </a:lnTo>
                  <a:lnTo>
                    <a:pt x="3565221" y="1613027"/>
                  </a:lnTo>
                  <a:lnTo>
                    <a:pt x="3565379" y="1613027"/>
                  </a:lnTo>
                  <a:lnTo>
                    <a:pt x="3565537" y="1613027"/>
                  </a:lnTo>
                  <a:lnTo>
                    <a:pt x="3565694" y="1613027"/>
                  </a:lnTo>
                  <a:lnTo>
                    <a:pt x="3565852" y="1613027"/>
                  </a:lnTo>
                  <a:lnTo>
                    <a:pt x="3566010" y="1613027"/>
                  </a:lnTo>
                  <a:lnTo>
                    <a:pt x="3566010" y="1612597"/>
                  </a:lnTo>
                  <a:lnTo>
                    <a:pt x="3566167" y="1612597"/>
                  </a:lnTo>
                  <a:lnTo>
                    <a:pt x="3566167" y="1612166"/>
                  </a:lnTo>
                  <a:lnTo>
                    <a:pt x="3566167" y="1611735"/>
                  </a:lnTo>
                  <a:lnTo>
                    <a:pt x="3566325" y="1611735"/>
                  </a:lnTo>
                  <a:lnTo>
                    <a:pt x="3566483" y="1611735"/>
                  </a:lnTo>
                  <a:lnTo>
                    <a:pt x="3566641" y="1611735"/>
                  </a:lnTo>
                  <a:lnTo>
                    <a:pt x="3566798" y="1611735"/>
                  </a:lnTo>
                  <a:lnTo>
                    <a:pt x="3566956" y="1611735"/>
                  </a:lnTo>
                  <a:lnTo>
                    <a:pt x="3567114" y="1611735"/>
                  </a:lnTo>
                  <a:lnTo>
                    <a:pt x="3567272" y="1611735"/>
                  </a:lnTo>
                  <a:lnTo>
                    <a:pt x="3567272" y="1611305"/>
                  </a:lnTo>
                  <a:lnTo>
                    <a:pt x="3567429" y="1611305"/>
                  </a:lnTo>
                  <a:lnTo>
                    <a:pt x="3567587" y="1611305"/>
                  </a:lnTo>
                  <a:lnTo>
                    <a:pt x="3567745" y="1611305"/>
                  </a:lnTo>
                  <a:lnTo>
                    <a:pt x="3567745" y="1610874"/>
                  </a:lnTo>
                  <a:lnTo>
                    <a:pt x="3567902" y="1610874"/>
                  </a:lnTo>
                  <a:lnTo>
                    <a:pt x="3568060" y="1610874"/>
                  </a:lnTo>
                  <a:lnTo>
                    <a:pt x="3568218" y="1610874"/>
                  </a:lnTo>
                  <a:lnTo>
                    <a:pt x="3568376" y="1610874"/>
                  </a:lnTo>
                  <a:lnTo>
                    <a:pt x="3568533" y="1610874"/>
                  </a:lnTo>
                  <a:lnTo>
                    <a:pt x="3568691" y="1610874"/>
                  </a:lnTo>
                  <a:lnTo>
                    <a:pt x="3568849" y="1610874"/>
                  </a:lnTo>
                  <a:lnTo>
                    <a:pt x="3569006" y="1610874"/>
                  </a:lnTo>
                  <a:lnTo>
                    <a:pt x="3569006" y="1610444"/>
                  </a:lnTo>
                  <a:lnTo>
                    <a:pt x="3569164" y="1610444"/>
                  </a:lnTo>
                  <a:lnTo>
                    <a:pt x="3569322" y="1610444"/>
                  </a:lnTo>
                  <a:lnTo>
                    <a:pt x="3569480" y="1610444"/>
                  </a:lnTo>
                  <a:lnTo>
                    <a:pt x="3569637" y="1610444"/>
                  </a:lnTo>
                  <a:lnTo>
                    <a:pt x="3569795" y="1610444"/>
                  </a:lnTo>
                  <a:lnTo>
                    <a:pt x="3569953" y="1610444"/>
                  </a:lnTo>
                  <a:lnTo>
                    <a:pt x="3570110" y="1610444"/>
                  </a:lnTo>
                  <a:lnTo>
                    <a:pt x="3570110" y="1610013"/>
                  </a:lnTo>
                  <a:lnTo>
                    <a:pt x="3570110" y="1609582"/>
                  </a:lnTo>
                  <a:lnTo>
                    <a:pt x="3570268" y="1609582"/>
                  </a:lnTo>
                  <a:lnTo>
                    <a:pt x="3570426" y="1609582"/>
                  </a:lnTo>
                  <a:lnTo>
                    <a:pt x="3570584" y="1609582"/>
                  </a:lnTo>
                  <a:lnTo>
                    <a:pt x="3570741" y="1609582"/>
                  </a:lnTo>
                  <a:lnTo>
                    <a:pt x="3570899" y="1609582"/>
                  </a:lnTo>
                  <a:lnTo>
                    <a:pt x="3570899" y="1609152"/>
                  </a:lnTo>
                  <a:lnTo>
                    <a:pt x="3570899" y="1608721"/>
                  </a:lnTo>
                  <a:lnTo>
                    <a:pt x="3571057" y="1608721"/>
                  </a:lnTo>
                  <a:lnTo>
                    <a:pt x="3571214" y="1608721"/>
                  </a:lnTo>
                  <a:lnTo>
                    <a:pt x="3571372" y="1608721"/>
                  </a:lnTo>
                  <a:lnTo>
                    <a:pt x="3571530" y="1608721"/>
                  </a:lnTo>
                  <a:lnTo>
                    <a:pt x="3571688" y="1608721"/>
                  </a:lnTo>
                  <a:lnTo>
                    <a:pt x="3571845" y="1608721"/>
                  </a:lnTo>
                  <a:lnTo>
                    <a:pt x="3572003" y="1608721"/>
                  </a:lnTo>
                  <a:lnTo>
                    <a:pt x="3572161" y="1608721"/>
                  </a:lnTo>
                  <a:lnTo>
                    <a:pt x="3572319" y="1608721"/>
                  </a:lnTo>
                  <a:lnTo>
                    <a:pt x="3572476" y="1608721"/>
                  </a:lnTo>
                  <a:lnTo>
                    <a:pt x="3572634" y="1608721"/>
                  </a:lnTo>
                  <a:lnTo>
                    <a:pt x="3572792" y="1608721"/>
                  </a:lnTo>
                  <a:lnTo>
                    <a:pt x="3572792" y="1608291"/>
                  </a:lnTo>
                  <a:lnTo>
                    <a:pt x="3572949" y="1608291"/>
                  </a:lnTo>
                  <a:lnTo>
                    <a:pt x="3573107" y="1608291"/>
                  </a:lnTo>
                  <a:lnTo>
                    <a:pt x="3573107" y="1607860"/>
                  </a:lnTo>
                  <a:lnTo>
                    <a:pt x="3573107" y="1607429"/>
                  </a:lnTo>
                  <a:lnTo>
                    <a:pt x="3573265" y="1607429"/>
                  </a:lnTo>
                  <a:lnTo>
                    <a:pt x="3573423" y="1607429"/>
                  </a:lnTo>
                  <a:lnTo>
                    <a:pt x="3573580" y="1607429"/>
                  </a:lnTo>
                  <a:lnTo>
                    <a:pt x="3573738" y="1607429"/>
                  </a:lnTo>
                  <a:lnTo>
                    <a:pt x="3573738" y="1606999"/>
                  </a:lnTo>
                  <a:lnTo>
                    <a:pt x="3573738" y="1606568"/>
                  </a:lnTo>
                  <a:lnTo>
                    <a:pt x="3573738" y="1606138"/>
                  </a:lnTo>
                  <a:lnTo>
                    <a:pt x="3573896" y="1606138"/>
                  </a:lnTo>
                  <a:lnTo>
                    <a:pt x="3574053" y="1606138"/>
                  </a:lnTo>
                  <a:lnTo>
                    <a:pt x="3574211" y="1606138"/>
                  </a:lnTo>
                  <a:lnTo>
                    <a:pt x="3574369" y="1606138"/>
                  </a:lnTo>
                  <a:lnTo>
                    <a:pt x="3574369" y="1605707"/>
                  </a:lnTo>
                  <a:lnTo>
                    <a:pt x="3574527" y="1605707"/>
                  </a:lnTo>
                  <a:lnTo>
                    <a:pt x="3574684" y="1605707"/>
                  </a:lnTo>
                  <a:lnTo>
                    <a:pt x="3574842" y="1605707"/>
                  </a:lnTo>
                  <a:lnTo>
                    <a:pt x="3575000" y="1605707"/>
                  </a:lnTo>
                  <a:lnTo>
                    <a:pt x="3575157" y="1605707"/>
                  </a:lnTo>
                  <a:lnTo>
                    <a:pt x="3575315" y="1605707"/>
                  </a:lnTo>
                  <a:lnTo>
                    <a:pt x="3575473" y="1605707"/>
                  </a:lnTo>
                  <a:lnTo>
                    <a:pt x="3575631" y="1605707"/>
                  </a:lnTo>
                  <a:lnTo>
                    <a:pt x="3575788" y="1605707"/>
                  </a:lnTo>
                  <a:lnTo>
                    <a:pt x="3575946" y="1605707"/>
                  </a:lnTo>
                  <a:lnTo>
                    <a:pt x="3576104" y="1605707"/>
                  </a:lnTo>
                  <a:lnTo>
                    <a:pt x="3576261" y="1605707"/>
                  </a:lnTo>
                  <a:lnTo>
                    <a:pt x="3576419" y="1605707"/>
                  </a:lnTo>
                  <a:lnTo>
                    <a:pt x="3576577" y="1605707"/>
                  </a:lnTo>
                  <a:lnTo>
                    <a:pt x="3576735" y="1605707"/>
                  </a:lnTo>
                  <a:lnTo>
                    <a:pt x="3576892" y="1605707"/>
                  </a:lnTo>
                  <a:lnTo>
                    <a:pt x="3576892" y="1605276"/>
                  </a:lnTo>
                  <a:lnTo>
                    <a:pt x="3577050" y="1605276"/>
                  </a:lnTo>
                  <a:lnTo>
                    <a:pt x="3577208" y="1605276"/>
                  </a:lnTo>
                  <a:lnTo>
                    <a:pt x="3577365" y="1605276"/>
                  </a:lnTo>
                  <a:lnTo>
                    <a:pt x="3577365" y="1604846"/>
                  </a:lnTo>
                  <a:lnTo>
                    <a:pt x="3577523" y="1604846"/>
                  </a:lnTo>
                  <a:lnTo>
                    <a:pt x="3577681" y="1604846"/>
                  </a:lnTo>
                  <a:lnTo>
                    <a:pt x="3577681" y="1604415"/>
                  </a:lnTo>
                  <a:lnTo>
                    <a:pt x="3577681" y="1603985"/>
                  </a:lnTo>
                  <a:lnTo>
                    <a:pt x="3577839" y="1603985"/>
                  </a:lnTo>
                  <a:lnTo>
                    <a:pt x="3577839" y="1603554"/>
                  </a:lnTo>
                  <a:lnTo>
                    <a:pt x="3577996" y="1603554"/>
                  </a:lnTo>
                  <a:lnTo>
                    <a:pt x="3578154" y="1603554"/>
                  </a:lnTo>
                  <a:lnTo>
                    <a:pt x="3578154" y="1603123"/>
                  </a:lnTo>
                  <a:lnTo>
                    <a:pt x="3578154" y="1602693"/>
                  </a:lnTo>
                  <a:lnTo>
                    <a:pt x="3578312" y="1602693"/>
                  </a:lnTo>
                  <a:lnTo>
                    <a:pt x="3578312" y="1602262"/>
                  </a:lnTo>
                  <a:lnTo>
                    <a:pt x="3578312" y="1601832"/>
                  </a:lnTo>
                  <a:lnTo>
                    <a:pt x="3578470" y="1601832"/>
                  </a:lnTo>
                  <a:lnTo>
                    <a:pt x="3578470" y="1601401"/>
                  </a:lnTo>
                  <a:lnTo>
                    <a:pt x="3578627" y="1601401"/>
                  </a:lnTo>
                  <a:lnTo>
                    <a:pt x="3578785" y="1601401"/>
                  </a:lnTo>
                  <a:lnTo>
                    <a:pt x="3578943" y="1601401"/>
                  </a:lnTo>
                  <a:lnTo>
                    <a:pt x="3579100" y="1601401"/>
                  </a:lnTo>
                  <a:lnTo>
                    <a:pt x="3579258" y="1601401"/>
                  </a:lnTo>
                  <a:lnTo>
                    <a:pt x="3579258" y="1600970"/>
                  </a:lnTo>
                  <a:lnTo>
                    <a:pt x="3579258" y="1600540"/>
                  </a:lnTo>
                  <a:lnTo>
                    <a:pt x="3579258" y="1600109"/>
                  </a:lnTo>
                  <a:lnTo>
                    <a:pt x="3579416" y="1600109"/>
                  </a:lnTo>
                  <a:lnTo>
                    <a:pt x="3579416" y="1599679"/>
                  </a:lnTo>
                  <a:lnTo>
                    <a:pt x="3579574" y="1599679"/>
                  </a:lnTo>
                  <a:lnTo>
                    <a:pt x="3579731" y="1599679"/>
                  </a:lnTo>
                  <a:lnTo>
                    <a:pt x="3579889" y="1599679"/>
                  </a:lnTo>
                  <a:lnTo>
                    <a:pt x="3580047" y="1599679"/>
                  </a:lnTo>
                  <a:lnTo>
                    <a:pt x="3580047" y="1599248"/>
                  </a:lnTo>
                  <a:lnTo>
                    <a:pt x="3580047" y="1598817"/>
                  </a:lnTo>
                  <a:lnTo>
                    <a:pt x="3580204" y="1598817"/>
                  </a:lnTo>
                  <a:lnTo>
                    <a:pt x="3580362" y="1598817"/>
                  </a:lnTo>
                  <a:lnTo>
                    <a:pt x="3580520" y="1598817"/>
                  </a:lnTo>
                  <a:lnTo>
                    <a:pt x="3580678" y="1598817"/>
                  </a:lnTo>
                  <a:lnTo>
                    <a:pt x="3580835" y="1598817"/>
                  </a:lnTo>
                  <a:lnTo>
                    <a:pt x="3580993" y="1598817"/>
                  </a:lnTo>
                  <a:lnTo>
                    <a:pt x="3580993" y="1598387"/>
                  </a:lnTo>
                  <a:lnTo>
                    <a:pt x="3580993" y="1597956"/>
                  </a:lnTo>
                  <a:lnTo>
                    <a:pt x="3580993" y="1597526"/>
                  </a:lnTo>
                  <a:lnTo>
                    <a:pt x="3580993" y="1597095"/>
                  </a:lnTo>
                  <a:lnTo>
                    <a:pt x="3580993" y="1596664"/>
                  </a:lnTo>
                  <a:lnTo>
                    <a:pt x="3580993" y="1596234"/>
                  </a:lnTo>
                  <a:lnTo>
                    <a:pt x="3581151" y="1596234"/>
                  </a:lnTo>
                  <a:lnTo>
                    <a:pt x="3581308" y="1596234"/>
                  </a:lnTo>
                  <a:lnTo>
                    <a:pt x="3581466" y="1596234"/>
                  </a:lnTo>
                  <a:lnTo>
                    <a:pt x="3581624" y="1596234"/>
                  </a:lnTo>
                  <a:lnTo>
                    <a:pt x="3581782" y="1596234"/>
                  </a:lnTo>
                  <a:lnTo>
                    <a:pt x="3581939" y="1596234"/>
                  </a:lnTo>
                  <a:lnTo>
                    <a:pt x="3582097" y="1596234"/>
                  </a:lnTo>
                  <a:lnTo>
                    <a:pt x="3582255" y="1596234"/>
                  </a:lnTo>
                  <a:lnTo>
                    <a:pt x="3582412" y="1596234"/>
                  </a:lnTo>
                  <a:lnTo>
                    <a:pt x="3582570" y="1596234"/>
                  </a:lnTo>
                  <a:lnTo>
                    <a:pt x="3582728" y="1596234"/>
                  </a:lnTo>
                  <a:lnTo>
                    <a:pt x="3582886" y="1596234"/>
                  </a:lnTo>
                  <a:lnTo>
                    <a:pt x="3583043" y="1596234"/>
                  </a:lnTo>
                  <a:lnTo>
                    <a:pt x="3583201" y="1596234"/>
                  </a:lnTo>
                  <a:lnTo>
                    <a:pt x="3583359" y="1596234"/>
                  </a:lnTo>
                  <a:lnTo>
                    <a:pt x="3583517" y="1596234"/>
                  </a:lnTo>
                  <a:lnTo>
                    <a:pt x="3583674" y="1596234"/>
                  </a:lnTo>
                  <a:lnTo>
                    <a:pt x="3583832" y="1596234"/>
                  </a:lnTo>
                  <a:lnTo>
                    <a:pt x="3583990" y="1596234"/>
                  </a:lnTo>
                  <a:lnTo>
                    <a:pt x="3584147" y="1596234"/>
                  </a:lnTo>
                  <a:lnTo>
                    <a:pt x="3584305" y="1596234"/>
                  </a:lnTo>
                  <a:lnTo>
                    <a:pt x="3584305" y="1595803"/>
                  </a:lnTo>
                  <a:lnTo>
                    <a:pt x="3584463" y="1595803"/>
                  </a:lnTo>
                  <a:lnTo>
                    <a:pt x="3584621" y="1595803"/>
                  </a:lnTo>
                  <a:lnTo>
                    <a:pt x="3584778" y="1595803"/>
                  </a:lnTo>
                  <a:lnTo>
                    <a:pt x="3584936" y="1595803"/>
                  </a:lnTo>
                  <a:lnTo>
                    <a:pt x="3585094" y="1595803"/>
                  </a:lnTo>
                  <a:lnTo>
                    <a:pt x="3585094" y="1595373"/>
                  </a:lnTo>
                  <a:lnTo>
                    <a:pt x="3585251" y="1595373"/>
                  </a:lnTo>
                  <a:lnTo>
                    <a:pt x="3585409" y="1595373"/>
                  </a:lnTo>
                  <a:lnTo>
                    <a:pt x="3585567" y="1595373"/>
                  </a:lnTo>
                  <a:lnTo>
                    <a:pt x="3585725" y="1595373"/>
                  </a:lnTo>
                  <a:lnTo>
                    <a:pt x="3585882" y="1595373"/>
                  </a:lnTo>
                  <a:lnTo>
                    <a:pt x="3586040" y="1595373"/>
                  </a:lnTo>
                  <a:lnTo>
                    <a:pt x="3586040" y="1594942"/>
                  </a:lnTo>
                  <a:lnTo>
                    <a:pt x="3586198" y="1594942"/>
                  </a:lnTo>
                  <a:lnTo>
                    <a:pt x="3586355" y="1594942"/>
                  </a:lnTo>
                  <a:lnTo>
                    <a:pt x="3586355" y="1594511"/>
                  </a:lnTo>
                  <a:lnTo>
                    <a:pt x="3586513" y="1594511"/>
                  </a:lnTo>
                  <a:lnTo>
                    <a:pt x="3586671" y="1594511"/>
                  </a:lnTo>
                  <a:lnTo>
                    <a:pt x="3586829" y="1594511"/>
                  </a:lnTo>
                  <a:lnTo>
                    <a:pt x="3586986" y="1594511"/>
                  </a:lnTo>
                  <a:lnTo>
                    <a:pt x="3587144" y="1594511"/>
                  </a:lnTo>
                  <a:lnTo>
                    <a:pt x="3587302" y="1594511"/>
                  </a:lnTo>
                  <a:lnTo>
                    <a:pt x="3587459" y="1594511"/>
                  </a:lnTo>
                  <a:lnTo>
                    <a:pt x="3587617" y="1594511"/>
                  </a:lnTo>
                  <a:lnTo>
                    <a:pt x="3587775" y="1594511"/>
                  </a:lnTo>
                  <a:lnTo>
                    <a:pt x="3587775" y="1594081"/>
                  </a:lnTo>
                  <a:lnTo>
                    <a:pt x="3587933" y="1594081"/>
                  </a:lnTo>
                  <a:lnTo>
                    <a:pt x="3587933" y="1593650"/>
                  </a:lnTo>
                  <a:lnTo>
                    <a:pt x="3587933" y="1593220"/>
                  </a:lnTo>
                  <a:lnTo>
                    <a:pt x="3588090" y="1593220"/>
                  </a:lnTo>
                  <a:lnTo>
                    <a:pt x="3588248" y="1593220"/>
                  </a:lnTo>
                  <a:lnTo>
                    <a:pt x="3588406" y="1593220"/>
                  </a:lnTo>
                  <a:lnTo>
                    <a:pt x="3588563" y="1593220"/>
                  </a:lnTo>
                  <a:lnTo>
                    <a:pt x="3588563" y="1592789"/>
                  </a:lnTo>
                  <a:lnTo>
                    <a:pt x="3588563" y="1592358"/>
                  </a:lnTo>
                  <a:lnTo>
                    <a:pt x="3588721" y="1592358"/>
                  </a:lnTo>
                  <a:lnTo>
                    <a:pt x="3588879" y="1592358"/>
                  </a:lnTo>
                  <a:lnTo>
                    <a:pt x="3589037" y="1592358"/>
                  </a:lnTo>
                  <a:lnTo>
                    <a:pt x="3589194" y="1592358"/>
                  </a:lnTo>
                  <a:lnTo>
                    <a:pt x="3589194" y="1591928"/>
                  </a:lnTo>
                  <a:lnTo>
                    <a:pt x="3589352" y="1591928"/>
                  </a:lnTo>
                  <a:lnTo>
                    <a:pt x="3589510" y="1591928"/>
                  </a:lnTo>
                  <a:lnTo>
                    <a:pt x="3589668" y="1591928"/>
                  </a:lnTo>
                  <a:lnTo>
                    <a:pt x="3589825" y="1591928"/>
                  </a:lnTo>
                  <a:lnTo>
                    <a:pt x="3589983" y="1591928"/>
                  </a:lnTo>
                  <a:lnTo>
                    <a:pt x="3590141" y="1591928"/>
                  </a:lnTo>
                  <a:lnTo>
                    <a:pt x="3590298" y="1591928"/>
                  </a:lnTo>
                  <a:lnTo>
                    <a:pt x="3590456" y="1591928"/>
                  </a:lnTo>
                  <a:lnTo>
                    <a:pt x="3590614" y="1591928"/>
                  </a:lnTo>
                  <a:lnTo>
                    <a:pt x="3590772" y="1591928"/>
                  </a:lnTo>
                  <a:lnTo>
                    <a:pt x="3590929" y="1591928"/>
                  </a:lnTo>
                  <a:lnTo>
                    <a:pt x="3591087" y="1591928"/>
                  </a:lnTo>
                  <a:lnTo>
                    <a:pt x="3591245" y="1591928"/>
                  </a:lnTo>
                  <a:lnTo>
                    <a:pt x="3591402" y="1591928"/>
                  </a:lnTo>
                  <a:lnTo>
                    <a:pt x="3591402" y="1591497"/>
                  </a:lnTo>
                  <a:lnTo>
                    <a:pt x="3591560" y="1591497"/>
                  </a:lnTo>
                  <a:lnTo>
                    <a:pt x="3591718" y="1591497"/>
                  </a:lnTo>
                  <a:lnTo>
                    <a:pt x="3591876" y="1591497"/>
                  </a:lnTo>
                  <a:lnTo>
                    <a:pt x="3592033" y="1591497"/>
                  </a:lnTo>
                  <a:lnTo>
                    <a:pt x="3592033" y="1591067"/>
                  </a:lnTo>
                  <a:lnTo>
                    <a:pt x="3592191" y="1591067"/>
                  </a:lnTo>
                  <a:lnTo>
                    <a:pt x="3592349" y="1591067"/>
                  </a:lnTo>
                  <a:lnTo>
                    <a:pt x="3592506" y="1591067"/>
                  </a:lnTo>
                  <a:lnTo>
                    <a:pt x="3592664" y="1591067"/>
                  </a:lnTo>
                  <a:lnTo>
                    <a:pt x="3592822" y="1591067"/>
                  </a:lnTo>
                  <a:lnTo>
                    <a:pt x="3592980" y="1591067"/>
                  </a:lnTo>
                  <a:lnTo>
                    <a:pt x="3592980" y="1590636"/>
                  </a:lnTo>
                  <a:lnTo>
                    <a:pt x="3593137" y="1590636"/>
                  </a:lnTo>
                  <a:lnTo>
                    <a:pt x="3593295" y="1590636"/>
                  </a:lnTo>
                  <a:lnTo>
                    <a:pt x="3593453" y="1590636"/>
                  </a:lnTo>
                  <a:lnTo>
                    <a:pt x="3593453" y="1590205"/>
                  </a:lnTo>
                  <a:lnTo>
                    <a:pt x="3593610" y="1590205"/>
                  </a:lnTo>
                  <a:lnTo>
                    <a:pt x="3593768" y="1590205"/>
                  </a:lnTo>
                  <a:lnTo>
                    <a:pt x="3593926" y="1590205"/>
                  </a:lnTo>
                  <a:lnTo>
                    <a:pt x="3594084" y="1590205"/>
                  </a:lnTo>
                  <a:lnTo>
                    <a:pt x="3594241" y="1590205"/>
                  </a:lnTo>
                  <a:lnTo>
                    <a:pt x="3594399" y="1590205"/>
                  </a:lnTo>
                  <a:lnTo>
                    <a:pt x="3594557" y="1590205"/>
                  </a:lnTo>
                  <a:lnTo>
                    <a:pt x="3594714" y="1590205"/>
                  </a:lnTo>
                  <a:lnTo>
                    <a:pt x="3594872" y="1590205"/>
                  </a:lnTo>
                  <a:lnTo>
                    <a:pt x="3594872" y="1589775"/>
                  </a:lnTo>
                  <a:lnTo>
                    <a:pt x="3595030" y="1589775"/>
                  </a:lnTo>
                  <a:lnTo>
                    <a:pt x="3595188" y="1589775"/>
                  </a:lnTo>
                  <a:lnTo>
                    <a:pt x="3595345" y="1589775"/>
                  </a:lnTo>
                  <a:lnTo>
                    <a:pt x="3595503" y="1589775"/>
                  </a:lnTo>
                  <a:lnTo>
                    <a:pt x="3595661" y="1589775"/>
                  </a:lnTo>
                  <a:lnTo>
                    <a:pt x="3595819" y="1589775"/>
                  </a:lnTo>
                  <a:lnTo>
                    <a:pt x="3595976" y="1589775"/>
                  </a:lnTo>
                  <a:lnTo>
                    <a:pt x="3596134" y="1589775"/>
                  </a:lnTo>
                  <a:lnTo>
                    <a:pt x="3596292" y="1589775"/>
                  </a:lnTo>
                  <a:lnTo>
                    <a:pt x="3596449" y="1589775"/>
                  </a:lnTo>
                  <a:lnTo>
                    <a:pt x="3596607" y="1589775"/>
                  </a:lnTo>
                  <a:lnTo>
                    <a:pt x="3596607" y="1589344"/>
                  </a:lnTo>
                  <a:lnTo>
                    <a:pt x="3596765" y="1589344"/>
                  </a:lnTo>
                  <a:lnTo>
                    <a:pt x="3596923" y="1589344"/>
                  </a:lnTo>
                  <a:lnTo>
                    <a:pt x="3597080" y="1589344"/>
                  </a:lnTo>
                  <a:lnTo>
                    <a:pt x="3597238" y="1589344"/>
                  </a:lnTo>
                  <a:lnTo>
                    <a:pt x="3597396" y="1589344"/>
                  </a:lnTo>
                  <a:lnTo>
                    <a:pt x="3597553" y="1589344"/>
                  </a:lnTo>
                  <a:lnTo>
                    <a:pt x="3597711" y="1589344"/>
                  </a:lnTo>
                  <a:lnTo>
                    <a:pt x="3597711" y="1588914"/>
                  </a:lnTo>
                  <a:lnTo>
                    <a:pt x="3597869" y="1588914"/>
                  </a:lnTo>
                  <a:lnTo>
                    <a:pt x="3597869" y="1588483"/>
                  </a:lnTo>
                  <a:lnTo>
                    <a:pt x="3597869" y="1588052"/>
                  </a:lnTo>
                  <a:lnTo>
                    <a:pt x="3597869" y="1587622"/>
                  </a:lnTo>
                  <a:lnTo>
                    <a:pt x="3597869" y="1587191"/>
                  </a:lnTo>
                  <a:lnTo>
                    <a:pt x="3597869" y="1586761"/>
                  </a:lnTo>
                  <a:lnTo>
                    <a:pt x="3598027" y="1586761"/>
                  </a:lnTo>
                  <a:lnTo>
                    <a:pt x="3598184" y="1586761"/>
                  </a:lnTo>
                  <a:lnTo>
                    <a:pt x="3598342" y="1586761"/>
                  </a:lnTo>
                  <a:lnTo>
                    <a:pt x="3598500" y="1586761"/>
                  </a:lnTo>
                  <a:lnTo>
                    <a:pt x="3598657" y="1586761"/>
                  </a:lnTo>
                  <a:lnTo>
                    <a:pt x="3598815" y="1586761"/>
                  </a:lnTo>
                  <a:lnTo>
                    <a:pt x="3598815" y="1586330"/>
                  </a:lnTo>
                  <a:lnTo>
                    <a:pt x="3598973" y="1586330"/>
                  </a:lnTo>
                  <a:lnTo>
                    <a:pt x="3599131" y="1586330"/>
                  </a:lnTo>
                  <a:lnTo>
                    <a:pt x="3599288" y="1586330"/>
                  </a:lnTo>
                  <a:lnTo>
                    <a:pt x="3599288" y="1585899"/>
                  </a:lnTo>
                  <a:lnTo>
                    <a:pt x="3599446" y="1585899"/>
                  </a:lnTo>
                  <a:lnTo>
                    <a:pt x="3599604" y="1585899"/>
                  </a:lnTo>
                  <a:lnTo>
                    <a:pt x="3599604" y="1585469"/>
                  </a:lnTo>
                  <a:lnTo>
                    <a:pt x="3599761" y="1585469"/>
                  </a:lnTo>
                  <a:lnTo>
                    <a:pt x="3599919" y="1585469"/>
                  </a:lnTo>
                  <a:lnTo>
                    <a:pt x="3600077" y="1585469"/>
                  </a:lnTo>
                  <a:lnTo>
                    <a:pt x="3600077" y="1585038"/>
                  </a:lnTo>
                  <a:lnTo>
                    <a:pt x="3600077" y="1584608"/>
                  </a:lnTo>
                  <a:lnTo>
                    <a:pt x="3600235" y="1584608"/>
                  </a:lnTo>
                  <a:lnTo>
                    <a:pt x="3600392" y="1584608"/>
                  </a:lnTo>
                  <a:lnTo>
                    <a:pt x="3600550" y="1584608"/>
                  </a:lnTo>
                  <a:lnTo>
                    <a:pt x="3600708" y="1584608"/>
                  </a:lnTo>
                  <a:lnTo>
                    <a:pt x="3600866" y="1584608"/>
                  </a:lnTo>
                  <a:lnTo>
                    <a:pt x="3601023" y="1584608"/>
                  </a:lnTo>
                  <a:lnTo>
                    <a:pt x="3601181" y="1584608"/>
                  </a:lnTo>
                  <a:lnTo>
                    <a:pt x="3601339" y="1584608"/>
                  </a:lnTo>
                  <a:lnTo>
                    <a:pt x="3601496" y="1584608"/>
                  </a:lnTo>
                  <a:lnTo>
                    <a:pt x="3601496" y="1584177"/>
                  </a:lnTo>
                  <a:lnTo>
                    <a:pt x="3601654" y="1584177"/>
                  </a:lnTo>
                  <a:lnTo>
                    <a:pt x="3601812" y="1584177"/>
                  </a:lnTo>
                  <a:lnTo>
                    <a:pt x="3601970" y="1584177"/>
                  </a:lnTo>
                  <a:lnTo>
                    <a:pt x="3602127" y="1584177"/>
                  </a:lnTo>
                  <a:lnTo>
                    <a:pt x="3602285" y="1584177"/>
                  </a:lnTo>
                  <a:lnTo>
                    <a:pt x="3602443" y="1584177"/>
                  </a:lnTo>
                  <a:lnTo>
                    <a:pt x="3602600" y="1584177"/>
                  </a:lnTo>
                  <a:lnTo>
                    <a:pt x="3602758" y="1584177"/>
                  </a:lnTo>
                  <a:lnTo>
                    <a:pt x="3602916" y="1584177"/>
                  </a:lnTo>
                  <a:lnTo>
                    <a:pt x="3603074" y="1584177"/>
                  </a:lnTo>
                  <a:lnTo>
                    <a:pt x="3603231" y="1584177"/>
                  </a:lnTo>
                  <a:lnTo>
                    <a:pt x="3603389" y="1584177"/>
                  </a:lnTo>
                  <a:lnTo>
                    <a:pt x="3603547" y="1584177"/>
                  </a:lnTo>
                  <a:lnTo>
                    <a:pt x="3603704" y="1584177"/>
                  </a:lnTo>
                  <a:lnTo>
                    <a:pt x="3603862" y="1584177"/>
                  </a:lnTo>
                  <a:lnTo>
                    <a:pt x="3604020" y="1584177"/>
                  </a:lnTo>
                  <a:lnTo>
                    <a:pt x="3604178" y="1584177"/>
                  </a:lnTo>
                  <a:lnTo>
                    <a:pt x="3604335" y="1584177"/>
                  </a:lnTo>
                  <a:lnTo>
                    <a:pt x="3604493" y="1584177"/>
                  </a:lnTo>
                  <a:lnTo>
                    <a:pt x="3604651" y="1584177"/>
                  </a:lnTo>
                  <a:lnTo>
                    <a:pt x="3604808" y="1584177"/>
                  </a:lnTo>
                  <a:lnTo>
                    <a:pt x="3604808" y="1583746"/>
                  </a:lnTo>
                  <a:lnTo>
                    <a:pt x="3604966" y="1583746"/>
                  </a:lnTo>
                  <a:lnTo>
                    <a:pt x="3605124" y="1583746"/>
                  </a:lnTo>
                  <a:lnTo>
                    <a:pt x="3605124" y="1583316"/>
                  </a:lnTo>
                  <a:lnTo>
                    <a:pt x="3605282" y="1583316"/>
                  </a:lnTo>
                  <a:lnTo>
                    <a:pt x="3605439" y="1583316"/>
                  </a:lnTo>
                  <a:lnTo>
                    <a:pt x="3605597" y="1583316"/>
                  </a:lnTo>
                  <a:lnTo>
                    <a:pt x="3605755" y="1583316"/>
                  </a:lnTo>
                  <a:lnTo>
                    <a:pt x="3605755" y="1582885"/>
                  </a:lnTo>
                  <a:lnTo>
                    <a:pt x="3605912" y="1582885"/>
                  </a:lnTo>
                  <a:lnTo>
                    <a:pt x="3606070" y="1582885"/>
                  </a:lnTo>
                  <a:lnTo>
                    <a:pt x="3606070" y="1582455"/>
                  </a:lnTo>
                  <a:lnTo>
                    <a:pt x="3606228" y="1582455"/>
                  </a:lnTo>
                  <a:lnTo>
                    <a:pt x="3606228" y="1582024"/>
                  </a:lnTo>
                  <a:lnTo>
                    <a:pt x="3606386" y="1582024"/>
                  </a:lnTo>
                  <a:lnTo>
                    <a:pt x="3606386" y="1581593"/>
                  </a:lnTo>
                  <a:lnTo>
                    <a:pt x="3606543" y="1581593"/>
                  </a:lnTo>
                  <a:lnTo>
                    <a:pt x="3606701" y="1581593"/>
                  </a:lnTo>
                  <a:lnTo>
                    <a:pt x="3606859" y="1581593"/>
                  </a:lnTo>
                  <a:lnTo>
                    <a:pt x="3607017" y="1581593"/>
                  </a:lnTo>
                  <a:lnTo>
                    <a:pt x="3607174" y="1581593"/>
                  </a:lnTo>
                  <a:lnTo>
                    <a:pt x="3607332" y="1581593"/>
                  </a:lnTo>
                  <a:lnTo>
                    <a:pt x="3607490" y="1581593"/>
                  </a:lnTo>
                  <a:lnTo>
                    <a:pt x="3607490" y="1581163"/>
                  </a:lnTo>
                  <a:lnTo>
                    <a:pt x="3607647" y="1581163"/>
                  </a:lnTo>
                  <a:lnTo>
                    <a:pt x="3607805" y="1581163"/>
                  </a:lnTo>
                  <a:lnTo>
                    <a:pt x="3607805" y="1580732"/>
                  </a:lnTo>
                  <a:lnTo>
                    <a:pt x="3607963" y="1580732"/>
                  </a:lnTo>
                  <a:lnTo>
                    <a:pt x="3608121" y="1580732"/>
                  </a:lnTo>
                  <a:lnTo>
                    <a:pt x="3608278" y="1580732"/>
                  </a:lnTo>
                  <a:lnTo>
                    <a:pt x="3608436" y="1580732"/>
                  </a:lnTo>
                  <a:lnTo>
                    <a:pt x="3608436" y="1580302"/>
                  </a:lnTo>
                  <a:lnTo>
                    <a:pt x="3608594" y="1580302"/>
                  </a:lnTo>
                  <a:lnTo>
                    <a:pt x="3608751" y="1580302"/>
                  </a:lnTo>
                  <a:lnTo>
                    <a:pt x="3608751" y="1579871"/>
                  </a:lnTo>
                  <a:lnTo>
                    <a:pt x="3608751" y="1579440"/>
                  </a:lnTo>
                  <a:lnTo>
                    <a:pt x="3608909" y="1579440"/>
                  </a:lnTo>
                  <a:lnTo>
                    <a:pt x="3609067" y="1579440"/>
                  </a:lnTo>
                  <a:lnTo>
                    <a:pt x="3609225" y="1579440"/>
                  </a:lnTo>
                  <a:lnTo>
                    <a:pt x="3609382" y="1579440"/>
                  </a:lnTo>
                  <a:lnTo>
                    <a:pt x="3609540" y="1579440"/>
                  </a:lnTo>
                  <a:lnTo>
                    <a:pt x="3609698" y="1579440"/>
                  </a:lnTo>
                  <a:lnTo>
                    <a:pt x="3609855" y="1579440"/>
                  </a:lnTo>
                  <a:lnTo>
                    <a:pt x="3610013" y="1579440"/>
                  </a:lnTo>
                  <a:lnTo>
                    <a:pt x="3610171" y="1579440"/>
                  </a:lnTo>
                  <a:lnTo>
                    <a:pt x="3610329" y="1579440"/>
                  </a:lnTo>
                  <a:lnTo>
                    <a:pt x="3610486" y="1579440"/>
                  </a:lnTo>
                  <a:lnTo>
                    <a:pt x="3610644" y="1579440"/>
                  </a:lnTo>
                  <a:lnTo>
                    <a:pt x="3610802" y="1579440"/>
                  </a:lnTo>
                  <a:lnTo>
                    <a:pt x="3610959" y="1579440"/>
                  </a:lnTo>
                  <a:lnTo>
                    <a:pt x="3610959" y="1579010"/>
                  </a:lnTo>
                  <a:lnTo>
                    <a:pt x="3611117" y="1579010"/>
                  </a:lnTo>
                  <a:lnTo>
                    <a:pt x="3611275" y="1579010"/>
                  </a:lnTo>
                  <a:lnTo>
                    <a:pt x="3611433" y="1579010"/>
                  </a:lnTo>
                  <a:lnTo>
                    <a:pt x="3611433" y="1578579"/>
                  </a:lnTo>
                  <a:lnTo>
                    <a:pt x="3611590" y="1578579"/>
                  </a:lnTo>
                  <a:lnTo>
                    <a:pt x="3611748" y="1578579"/>
                  </a:lnTo>
                  <a:lnTo>
                    <a:pt x="3611748" y="1578149"/>
                  </a:lnTo>
                  <a:lnTo>
                    <a:pt x="3611906" y="1578149"/>
                  </a:lnTo>
                  <a:lnTo>
                    <a:pt x="3612064" y="1578149"/>
                  </a:lnTo>
                  <a:lnTo>
                    <a:pt x="3612221" y="1578149"/>
                  </a:lnTo>
                  <a:lnTo>
                    <a:pt x="3612379" y="1578149"/>
                  </a:lnTo>
                  <a:lnTo>
                    <a:pt x="3612537" y="1578149"/>
                  </a:lnTo>
                  <a:lnTo>
                    <a:pt x="3612537" y="1577718"/>
                  </a:lnTo>
                  <a:lnTo>
                    <a:pt x="3612694" y="1577718"/>
                  </a:lnTo>
                  <a:lnTo>
                    <a:pt x="3612852" y="1577718"/>
                  </a:lnTo>
                  <a:lnTo>
                    <a:pt x="3612852" y="1577287"/>
                  </a:lnTo>
                  <a:lnTo>
                    <a:pt x="3613010" y="1577287"/>
                  </a:lnTo>
                  <a:lnTo>
                    <a:pt x="3613168" y="1577287"/>
                  </a:lnTo>
                  <a:lnTo>
                    <a:pt x="3613168" y="1576857"/>
                  </a:lnTo>
                  <a:lnTo>
                    <a:pt x="3613325" y="1576857"/>
                  </a:lnTo>
                  <a:lnTo>
                    <a:pt x="3613325" y="1576426"/>
                  </a:lnTo>
                  <a:lnTo>
                    <a:pt x="3613325" y="1575996"/>
                  </a:lnTo>
                  <a:lnTo>
                    <a:pt x="3613483" y="1575996"/>
                  </a:lnTo>
                  <a:lnTo>
                    <a:pt x="3613483" y="1575565"/>
                  </a:lnTo>
                  <a:lnTo>
                    <a:pt x="3613641" y="1575565"/>
                  </a:lnTo>
                  <a:lnTo>
                    <a:pt x="3613798" y="1575565"/>
                  </a:lnTo>
                  <a:lnTo>
                    <a:pt x="3613956" y="1575565"/>
                  </a:lnTo>
                  <a:lnTo>
                    <a:pt x="3614114" y="1575565"/>
                  </a:lnTo>
                  <a:lnTo>
                    <a:pt x="3614272" y="1575565"/>
                  </a:lnTo>
                  <a:lnTo>
                    <a:pt x="3614272" y="1575134"/>
                  </a:lnTo>
                  <a:lnTo>
                    <a:pt x="3614429" y="1575134"/>
                  </a:lnTo>
                  <a:lnTo>
                    <a:pt x="3614587" y="1575134"/>
                  </a:lnTo>
                  <a:lnTo>
                    <a:pt x="3614745" y="1575134"/>
                  </a:lnTo>
                  <a:lnTo>
                    <a:pt x="3614902" y="1575134"/>
                  </a:lnTo>
                  <a:lnTo>
                    <a:pt x="3615060" y="1575134"/>
                  </a:lnTo>
                  <a:lnTo>
                    <a:pt x="3615218" y="1575134"/>
                  </a:lnTo>
                  <a:lnTo>
                    <a:pt x="3615376" y="1575134"/>
                  </a:lnTo>
                  <a:lnTo>
                    <a:pt x="3615533" y="1575134"/>
                  </a:lnTo>
                  <a:lnTo>
                    <a:pt x="3615533" y="1574704"/>
                  </a:lnTo>
                  <a:lnTo>
                    <a:pt x="3615691" y="1574704"/>
                  </a:lnTo>
                  <a:lnTo>
                    <a:pt x="3615849" y="1574704"/>
                  </a:lnTo>
                  <a:lnTo>
                    <a:pt x="3616006" y="1574704"/>
                  </a:lnTo>
                  <a:lnTo>
                    <a:pt x="3616164" y="1574704"/>
                  </a:lnTo>
                  <a:lnTo>
                    <a:pt x="3616322" y="1574704"/>
                  </a:lnTo>
                  <a:lnTo>
                    <a:pt x="3616480" y="1574704"/>
                  </a:lnTo>
                  <a:lnTo>
                    <a:pt x="3616480" y="1574273"/>
                  </a:lnTo>
                  <a:lnTo>
                    <a:pt x="3616637" y="1574273"/>
                  </a:lnTo>
                  <a:lnTo>
                    <a:pt x="3616795" y="1574273"/>
                  </a:lnTo>
                  <a:lnTo>
                    <a:pt x="3616953" y="1574273"/>
                  </a:lnTo>
                  <a:lnTo>
                    <a:pt x="3617110" y="1574273"/>
                  </a:lnTo>
                  <a:lnTo>
                    <a:pt x="3617110" y="1573843"/>
                  </a:lnTo>
                  <a:lnTo>
                    <a:pt x="3617110" y="1573412"/>
                  </a:lnTo>
                  <a:lnTo>
                    <a:pt x="3617268" y="1573412"/>
                  </a:lnTo>
                  <a:lnTo>
                    <a:pt x="3617426" y="1573412"/>
                  </a:lnTo>
                  <a:lnTo>
                    <a:pt x="3617584" y="1573412"/>
                  </a:lnTo>
                  <a:lnTo>
                    <a:pt x="3617741" y="1573412"/>
                  </a:lnTo>
                  <a:lnTo>
                    <a:pt x="3617899" y="1573412"/>
                  </a:lnTo>
                  <a:lnTo>
                    <a:pt x="3618057" y="1573412"/>
                  </a:lnTo>
                  <a:lnTo>
                    <a:pt x="3618057" y="1572981"/>
                  </a:lnTo>
                  <a:lnTo>
                    <a:pt x="3618215" y="1572981"/>
                  </a:lnTo>
                  <a:lnTo>
                    <a:pt x="3618372" y="1572981"/>
                  </a:lnTo>
                  <a:lnTo>
                    <a:pt x="3618530" y="1572981"/>
                  </a:lnTo>
                  <a:lnTo>
                    <a:pt x="3618530" y="1572551"/>
                  </a:lnTo>
                  <a:lnTo>
                    <a:pt x="3618530" y="1572120"/>
                  </a:lnTo>
                  <a:lnTo>
                    <a:pt x="3618530" y="1571690"/>
                  </a:lnTo>
                  <a:lnTo>
                    <a:pt x="3618688" y="1571690"/>
                  </a:lnTo>
                  <a:lnTo>
                    <a:pt x="3618845" y="1571690"/>
                  </a:lnTo>
                  <a:lnTo>
                    <a:pt x="3618845" y="1571259"/>
                  </a:lnTo>
                  <a:lnTo>
                    <a:pt x="3619003" y="1571259"/>
                  </a:lnTo>
                  <a:lnTo>
                    <a:pt x="3619003" y="1570828"/>
                  </a:lnTo>
                  <a:lnTo>
                    <a:pt x="3619003" y="1570398"/>
                  </a:lnTo>
                  <a:lnTo>
                    <a:pt x="3619161" y="1570398"/>
                  </a:lnTo>
                  <a:lnTo>
                    <a:pt x="3619161" y="1569967"/>
                  </a:lnTo>
                  <a:lnTo>
                    <a:pt x="3619319" y="1569967"/>
                  </a:lnTo>
                  <a:lnTo>
                    <a:pt x="3619476" y="1569967"/>
                  </a:lnTo>
                  <a:lnTo>
                    <a:pt x="3619634" y="1569967"/>
                  </a:lnTo>
                  <a:lnTo>
                    <a:pt x="3619792" y="1569967"/>
                  </a:lnTo>
                  <a:lnTo>
                    <a:pt x="3619949" y="1569967"/>
                  </a:lnTo>
                  <a:lnTo>
                    <a:pt x="3620107" y="1569967"/>
                  </a:lnTo>
                  <a:lnTo>
                    <a:pt x="3620265" y="1569967"/>
                  </a:lnTo>
                  <a:lnTo>
                    <a:pt x="3620265" y="1569537"/>
                  </a:lnTo>
                  <a:lnTo>
                    <a:pt x="3620423" y="1569537"/>
                  </a:lnTo>
                  <a:lnTo>
                    <a:pt x="3620423" y="1569106"/>
                  </a:lnTo>
                  <a:lnTo>
                    <a:pt x="3620580" y="1569106"/>
                  </a:lnTo>
                  <a:lnTo>
                    <a:pt x="3620738" y="1569106"/>
                  </a:lnTo>
                  <a:lnTo>
                    <a:pt x="3620896" y="1569106"/>
                  </a:lnTo>
                  <a:lnTo>
                    <a:pt x="3621053" y="1569106"/>
                  </a:lnTo>
                  <a:lnTo>
                    <a:pt x="3621211" y="1569106"/>
                  </a:lnTo>
                  <a:lnTo>
                    <a:pt x="3621369" y="1569106"/>
                  </a:lnTo>
                  <a:lnTo>
                    <a:pt x="3621527" y="1569106"/>
                  </a:lnTo>
                  <a:lnTo>
                    <a:pt x="3621684" y="1569106"/>
                  </a:lnTo>
                  <a:lnTo>
                    <a:pt x="3621842" y="1569106"/>
                  </a:lnTo>
                  <a:lnTo>
                    <a:pt x="3622000" y="1569106"/>
                  </a:lnTo>
                  <a:lnTo>
                    <a:pt x="3622157" y="1569106"/>
                  </a:lnTo>
                  <a:lnTo>
                    <a:pt x="3622315" y="1569106"/>
                  </a:lnTo>
                  <a:lnTo>
                    <a:pt x="3622473" y="1569106"/>
                  </a:lnTo>
                  <a:lnTo>
                    <a:pt x="3622631" y="1569106"/>
                  </a:lnTo>
                  <a:lnTo>
                    <a:pt x="3622788" y="1569106"/>
                  </a:lnTo>
                  <a:lnTo>
                    <a:pt x="3622946" y="1569106"/>
                  </a:lnTo>
                  <a:lnTo>
                    <a:pt x="3623104" y="1569106"/>
                  </a:lnTo>
                  <a:lnTo>
                    <a:pt x="3623262" y="1569106"/>
                  </a:lnTo>
                  <a:lnTo>
                    <a:pt x="3623419" y="1569106"/>
                  </a:lnTo>
                  <a:lnTo>
                    <a:pt x="3623577" y="1569106"/>
                  </a:lnTo>
                  <a:lnTo>
                    <a:pt x="3623735" y="1569106"/>
                  </a:lnTo>
                  <a:lnTo>
                    <a:pt x="3623735" y="1568675"/>
                  </a:lnTo>
                  <a:lnTo>
                    <a:pt x="3623735" y="1568245"/>
                  </a:lnTo>
                  <a:lnTo>
                    <a:pt x="3623735" y="1567814"/>
                  </a:lnTo>
                  <a:lnTo>
                    <a:pt x="3623892" y="1567814"/>
                  </a:lnTo>
                  <a:lnTo>
                    <a:pt x="3623892" y="1567384"/>
                  </a:lnTo>
                  <a:lnTo>
                    <a:pt x="3624050" y="1567384"/>
                  </a:lnTo>
                  <a:lnTo>
                    <a:pt x="3624208" y="1567384"/>
                  </a:lnTo>
                  <a:lnTo>
                    <a:pt x="3624208" y="1566953"/>
                  </a:lnTo>
                  <a:lnTo>
                    <a:pt x="3624366" y="1566953"/>
                  </a:lnTo>
                  <a:lnTo>
                    <a:pt x="3624366" y="1566522"/>
                  </a:lnTo>
                  <a:lnTo>
                    <a:pt x="3624523" y="1566522"/>
                  </a:lnTo>
                  <a:lnTo>
                    <a:pt x="3624681" y="1566522"/>
                  </a:lnTo>
                  <a:lnTo>
                    <a:pt x="3624839" y="1566522"/>
                  </a:lnTo>
                  <a:lnTo>
                    <a:pt x="3624996" y="1566522"/>
                  </a:lnTo>
                  <a:lnTo>
                    <a:pt x="3624996" y="1566092"/>
                  </a:lnTo>
                  <a:lnTo>
                    <a:pt x="3624996" y="1565661"/>
                  </a:lnTo>
                  <a:lnTo>
                    <a:pt x="3625154" y="1565661"/>
                  </a:lnTo>
                  <a:lnTo>
                    <a:pt x="3625312" y="1565661"/>
                  </a:lnTo>
                  <a:lnTo>
                    <a:pt x="3625470" y="1565661"/>
                  </a:lnTo>
                  <a:lnTo>
                    <a:pt x="3625627" y="1565661"/>
                  </a:lnTo>
                  <a:lnTo>
                    <a:pt x="3625627" y="1565231"/>
                  </a:lnTo>
                  <a:lnTo>
                    <a:pt x="3625785" y="1565231"/>
                  </a:lnTo>
                  <a:lnTo>
                    <a:pt x="3625943" y="1565231"/>
                  </a:lnTo>
                  <a:lnTo>
                    <a:pt x="3625943" y="1564800"/>
                  </a:lnTo>
                  <a:lnTo>
                    <a:pt x="3626100" y="1564800"/>
                  </a:lnTo>
                  <a:lnTo>
                    <a:pt x="3626258" y="1564800"/>
                  </a:lnTo>
                  <a:lnTo>
                    <a:pt x="3626258" y="1564369"/>
                  </a:lnTo>
                  <a:lnTo>
                    <a:pt x="3626416" y="1564369"/>
                  </a:lnTo>
                  <a:lnTo>
                    <a:pt x="3626574" y="1564369"/>
                  </a:lnTo>
                  <a:lnTo>
                    <a:pt x="3626731" y="1564369"/>
                  </a:lnTo>
                  <a:lnTo>
                    <a:pt x="3626889" y="1564369"/>
                  </a:lnTo>
                  <a:lnTo>
                    <a:pt x="3627047" y="1564369"/>
                  </a:lnTo>
                  <a:lnTo>
                    <a:pt x="3627204" y="1564369"/>
                  </a:lnTo>
                  <a:lnTo>
                    <a:pt x="3627362" y="1564369"/>
                  </a:lnTo>
                  <a:lnTo>
                    <a:pt x="3627520" y="1564369"/>
                  </a:lnTo>
                  <a:lnTo>
                    <a:pt x="3627678" y="1564369"/>
                  </a:lnTo>
                  <a:lnTo>
                    <a:pt x="3627835" y="1564369"/>
                  </a:lnTo>
                  <a:lnTo>
                    <a:pt x="3627835" y="1563939"/>
                  </a:lnTo>
                  <a:lnTo>
                    <a:pt x="3627993" y="1563939"/>
                  </a:lnTo>
                  <a:lnTo>
                    <a:pt x="3628151" y="1563939"/>
                  </a:lnTo>
                  <a:lnTo>
                    <a:pt x="3628308" y="1563939"/>
                  </a:lnTo>
                  <a:lnTo>
                    <a:pt x="3628466" y="1563939"/>
                  </a:lnTo>
                  <a:lnTo>
                    <a:pt x="3628624" y="1563939"/>
                  </a:lnTo>
                  <a:lnTo>
                    <a:pt x="3628782" y="1563939"/>
                  </a:lnTo>
                  <a:lnTo>
                    <a:pt x="3628939" y="1563939"/>
                  </a:lnTo>
                  <a:lnTo>
                    <a:pt x="3629097" y="1563939"/>
                  </a:lnTo>
                  <a:lnTo>
                    <a:pt x="3629255" y="1563939"/>
                  </a:lnTo>
                  <a:lnTo>
                    <a:pt x="3629413" y="1563939"/>
                  </a:lnTo>
                  <a:lnTo>
                    <a:pt x="3629570" y="1563939"/>
                  </a:lnTo>
                  <a:lnTo>
                    <a:pt x="3629728" y="1563939"/>
                  </a:lnTo>
                  <a:lnTo>
                    <a:pt x="3629886" y="1563939"/>
                  </a:lnTo>
                  <a:lnTo>
                    <a:pt x="3630043" y="1563939"/>
                  </a:lnTo>
                  <a:lnTo>
                    <a:pt x="3630201" y="1563939"/>
                  </a:lnTo>
                  <a:lnTo>
                    <a:pt x="3630201" y="1563508"/>
                  </a:lnTo>
                  <a:lnTo>
                    <a:pt x="3630359" y="1563508"/>
                  </a:lnTo>
                  <a:lnTo>
                    <a:pt x="3630517" y="1563508"/>
                  </a:lnTo>
                  <a:lnTo>
                    <a:pt x="3630517" y="1563078"/>
                  </a:lnTo>
                  <a:lnTo>
                    <a:pt x="3630674" y="1563078"/>
                  </a:lnTo>
                  <a:lnTo>
                    <a:pt x="3630832" y="1563078"/>
                  </a:lnTo>
                  <a:lnTo>
                    <a:pt x="3630990" y="1563078"/>
                  </a:lnTo>
                  <a:lnTo>
                    <a:pt x="3631147" y="1563078"/>
                  </a:lnTo>
                  <a:lnTo>
                    <a:pt x="3631305" y="1563078"/>
                  </a:lnTo>
                  <a:lnTo>
                    <a:pt x="3631463" y="1563078"/>
                  </a:lnTo>
                  <a:lnTo>
                    <a:pt x="3631621" y="1563078"/>
                  </a:lnTo>
                  <a:lnTo>
                    <a:pt x="3631778" y="1563078"/>
                  </a:lnTo>
                  <a:lnTo>
                    <a:pt x="3631936" y="1563078"/>
                  </a:lnTo>
                  <a:lnTo>
                    <a:pt x="3631936" y="1562647"/>
                  </a:lnTo>
                  <a:lnTo>
                    <a:pt x="3632094" y="1562647"/>
                  </a:lnTo>
                  <a:lnTo>
                    <a:pt x="3632251" y="1562647"/>
                  </a:lnTo>
                  <a:lnTo>
                    <a:pt x="3632409" y="1562647"/>
                  </a:lnTo>
                  <a:lnTo>
                    <a:pt x="3632567" y="1562647"/>
                  </a:lnTo>
                  <a:lnTo>
                    <a:pt x="3632725" y="1562647"/>
                  </a:lnTo>
                  <a:lnTo>
                    <a:pt x="3632882" y="1562647"/>
                  </a:lnTo>
                  <a:lnTo>
                    <a:pt x="3633040" y="1562647"/>
                  </a:lnTo>
                  <a:lnTo>
                    <a:pt x="3633198" y="1562647"/>
                  </a:lnTo>
                  <a:lnTo>
                    <a:pt x="3633198" y="1562216"/>
                  </a:lnTo>
                  <a:lnTo>
                    <a:pt x="3633355" y="1562216"/>
                  </a:lnTo>
                  <a:lnTo>
                    <a:pt x="3633513" y="1562216"/>
                  </a:lnTo>
                  <a:lnTo>
                    <a:pt x="3633671" y="1562216"/>
                  </a:lnTo>
                  <a:lnTo>
                    <a:pt x="3633671" y="1561786"/>
                  </a:lnTo>
                  <a:lnTo>
                    <a:pt x="3633829" y="1561786"/>
                  </a:lnTo>
                  <a:lnTo>
                    <a:pt x="3633986" y="1561786"/>
                  </a:lnTo>
                  <a:lnTo>
                    <a:pt x="3634144" y="1561786"/>
                  </a:lnTo>
                  <a:lnTo>
                    <a:pt x="3634302" y="1561786"/>
                  </a:lnTo>
                  <a:lnTo>
                    <a:pt x="3634460" y="1561786"/>
                  </a:lnTo>
                  <a:lnTo>
                    <a:pt x="3634617" y="1561786"/>
                  </a:lnTo>
                  <a:lnTo>
                    <a:pt x="3634775" y="1561786"/>
                  </a:lnTo>
                  <a:lnTo>
                    <a:pt x="3634933" y="1561786"/>
                  </a:lnTo>
                  <a:lnTo>
                    <a:pt x="3634933" y="1561355"/>
                  </a:lnTo>
                  <a:lnTo>
                    <a:pt x="3634933" y="1560925"/>
                  </a:lnTo>
                  <a:lnTo>
                    <a:pt x="3635090" y="1560925"/>
                  </a:lnTo>
                  <a:lnTo>
                    <a:pt x="3635248" y="1560925"/>
                  </a:lnTo>
                  <a:lnTo>
                    <a:pt x="3635406" y="1560925"/>
                  </a:lnTo>
                  <a:lnTo>
                    <a:pt x="3635564" y="1560925"/>
                  </a:lnTo>
                  <a:lnTo>
                    <a:pt x="3635564" y="1560494"/>
                  </a:lnTo>
                  <a:lnTo>
                    <a:pt x="3635721" y="1560494"/>
                  </a:lnTo>
                  <a:lnTo>
                    <a:pt x="3635879" y="1560494"/>
                  </a:lnTo>
                  <a:lnTo>
                    <a:pt x="3636037" y="1560494"/>
                  </a:lnTo>
                  <a:lnTo>
                    <a:pt x="3636037" y="1560063"/>
                  </a:lnTo>
                  <a:lnTo>
                    <a:pt x="3636194" y="1560063"/>
                  </a:lnTo>
                  <a:lnTo>
                    <a:pt x="3636352" y="1560063"/>
                  </a:lnTo>
                  <a:lnTo>
                    <a:pt x="3636352" y="1559633"/>
                  </a:lnTo>
                  <a:lnTo>
                    <a:pt x="3636510" y="1559633"/>
                  </a:lnTo>
                  <a:lnTo>
                    <a:pt x="3636668" y="1559633"/>
                  </a:lnTo>
                  <a:lnTo>
                    <a:pt x="3636825" y="1559633"/>
                  </a:lnTo>
                  <a:lnTo>
                    <a:pt x="3636983" y="1559633"/>
                  </a:lnTo>
                  <a:lnTo>
                    <a:pt x="3637141" y="1559633"/>
                  </a:lnTo>
                  <a:lnTo>
                    <a:pt x="3637141" y="1559202"/>
                  </a:lnTo>
                  <a:lnTo>
                    <a:pt x="3637298" y="1559202"/>
                  </a:lnTo>
                  <a:lnTo>
                    <a:pt x="3637456" y="1559202"/>
                  </a:lnTo>
                  <a:lnTo>
                    <a:pt x="3637614" y="1559202"/>
                  </a:lnTo>
                  <a:lnTo>
                    <a:pt x="3637772" y="1559202"/>
                  </a:lnTo>
                  <a:lnTo>
                    <a:pt x="3637929" y="1559202"/>
                  </a:lnTo>
                  <a:lnTo>
                    <a:pt x="3638087" y="1559202"/>
                  </a:lnTo>
                  <a:lnTo>
                    <a:pt x="3638245" y="1559202"/>
                  </a:lnTo>
                  <a:lnTo>
                    <a:pt x="3638402" y="1559202"/>
                  </a:lnTo>
                  <a:lnTo>
                    <a:pt x="3638402" y="1558772"/>
                  </a:lnTo>
                  <a:lnTo>
                    <a:pt x="3638402" y="1558341"/>
                  </a:lnTo>
                  <a:lnTo>
                    <a:pt x="3638560" y="1558341"/>
                  </a:lnTo>
                  <a:lnTo>
                    <a:pt x="3638718" y="1558341"/>
                  </a:lnTo>
                  <a:lnTo>
                    <a:pt x="3638876" y="1558341"/>
                  </a:lnTo>
                  <a:lnTo>
                    <a:pt x="3639033" y="1558341"/>
                  </a:lnTo>
                  <a:lnTo>
                    <a:pt x="3639191" y="1558341"/>
                  </a:lnTo>
                  <a:lnTo>
                    <a:pt x="3639191" y="1557910"/>
                  </a:lnTo>
                  <a:lnTo>
                    <a:pt x="3639349" y="1557910"/>
                  </a:lnTo>
                  <a:lnTo>
                    <a:pt x="3639506" y="1557910"/>
                  </a:lnTo>
                  <a:lnTo>
                    <a:pt x="3639664" y="1557910"/>
                  </a:lnTo>
                  <a:lnTo>
                    <a:pt x="3639822" y="1557910"/>
                  </a:lnTo>
                  <a:lnTo>
                    <a:pt x="3639980" y="1557910"/>
                  </a:lnTo>
                  <a:lnTo>
                    <a:pt x="3639980" y="1557480"/>
                  </a:lnTo>
                  <a:lnTo>
                    <a:pt x="3640137" y="1557480"/>
                  </a:lnTo>
                  <a:lnTo>
                    <a:pt x="3640295" y="1557480"/>
                  </a:lnTo>
                  <a:lnTo>
                    <a:pt x="3640453" y="1557480"/>
                  </a:lnTo>
                  <a:lnTo>
                    <a:pt x="3640611" y="1557480"/>
                  </a:lnTo>
                  <a:lnTo>
                    <a:pt x="3640768" y="1557480"/>
                  </a:lnTo>
                  <a:lnTo>
                    <a:pt x="3640926" y="1557480"/>
                  </a:lnTo>
                  <a:lnTo>
                    <a:pt x="3641084" y="1557480"/>
                  </a:lnTo>
                  <a:lnTo>
                    <a:pt x="3641241" y="1557480"/>
                  </a:lnTo>
                  <a:lnTo>
                    <a:pt x="3641399" y="1557480"/>
                  </a:lnTo>
                  <a:lnTo>
                    <a:pt x="3641557" y="1557480"/>
                  </a:lnTo>
                  <a:lnTo>
                    <a:pt x="3641715" y="1557480"/>
                  </a:lnTo>
                  <a:lnTo>
                    <a:pt x="3641872" y="1557480"/>
                  </a:lnTo>
                  <a:lnTo>
                    <a:pt x="3642030" y="1557480"/>
                  </a:lnTo>
                  <a:lnTo>
                    <a:pt x="3642188" y="1557480"/>
                  </a:lnTo>
                  <a:lnTo>
                    <a:pt x="3642345" y="1557480"/>
                  </a:lnTo>
                  <a:lnTo>
                    <a:pt x="3642503" y="1557480"/>
                  </a:lnTo>
                  <a:lnTo>
                    <a:pt x="3642661" y="1557480"/>
                  </a:lnTo>
                  <a:lnTo>
                    <a:pt x="3642819" y="1557480"/>
                  </a:lnTo>
                  <a:lnTo>
                    <a:pt x="3642976" y="1557480"/>
                  </a:lnTo>
                  <a:lnTo>
                    <a:pt x="3643134" y="1557480"/>
                  </a:lnTo>
                  <a:lnTo>
                    <a:pt x="3643292" y="1557480"/>
                  </a:lnTo>
                  <a:lnTo>
                    <a:pt x="3643449" y="1557480"/>
                  </a:lnTo>
                  <a:lnTo>
                    <a:pt x="3643449" y="1557049"/>
                  </a:lnTo>
                  <a:lnTo>
                    <a:pt x="3643607" y="1557049"/>
                  </a:lnTo>
                  <a:lnTo>
                    <a:pt x="3643765" y="1557049"/>
                  </a:lnTo>
                  <a:lnTo>
                    <a:pt x="3643923" y="1557049"/>
                  </a:lnTo>
                  <a:lnTo>
                    <a:pt x="3644080" y="1557049"/>
                  </a:lnTo>
                  <a:lnTo>
                    <a:pt x="3644080" y="1556619"/>
                  </a:lnTo>
                  <a:lnTo>
                    <a:pt x="3644238" y="1556619"/>
                  </a:lnTo>
                  <a:lnTo>
                    <a:pt x="3644396" y="1556619"/>
                  </a:lnTo>
                  <a:lnTo>
                    <a:pt x="3644553" y="1556619"/>
                  </a:lnTo>
                  <a:lnTo>
                    <a:pt x="3644711" y="1556619"/>
                  </a:lnTo>
                  <a:lnTo>
                    <a:pt x="3644869" y="1556619"/>
                  </a:lnTo>
                  <a:lnTo>
                    <a:pt x="3645027" y="1556619"/>
                  </a:lnTo>
                  <a:lnTo>
                    <a:pt x="3645184" y="1556619"/>
                  </a:lnTo>
                  <a:lnTo>
                    <a:pt x="3645342" y="1556619"/>
                  </a:lnTo>
                  <a:lnTo>
                    <a:pt x="3645500" y="1556619"/>
                  </a:lnTo>
                  <a:lnTo>
                    <a:pt x="3645500" y="1556188"/>
                  </a:lnTo>
                  <a:lnTo>
                    <a:pt x="3645658" y="1556188"/>
                  </a:lnTo>
                  <a:lnTo>
                    <a:pt x="3645815" y="1556188"/>
                  </a:lnTo>
                  <a:lnTo>
                    <a:pt x="3645973" y="1556188"/>
                  </a:lnTo>
                  <a:lnTo>
                    <a:pt x="3646131" y="1556188"/>
                  </a:lnTo>
                  <a:lnTo>
                    <a:pt x="3646288" y="1556188"/>
                  </a:lnTo>
                  <a:lnTo>
                    <a:pt x="3646446" y="1556188"/>
                  </a:lnTo>
                  <a:lnTo>
                    <a:pt x="3646604" y="1556188"/>
                  </a:lnTo>
                  <a:lnTo>
                    <a:pt x="3646762" y="1556188"/>
                  </a:lnTo>
                  <a:lnTo>
                    <a:pt x="3646762" y="1555757"/>
                  </a:lnTo>
                  <a:lnTo>
                    <a:pt x="3646762" y="1555327"/>
                  </a:lnTo>
                  <a:lnTo>
                    <a:pt x="3646919" y="1555327"/>
                  </a:lnTo>
                  <a:lnTo>
                    <a:pt x="3647077" y="1555327"/>
                  </a:lnTo>
                  <a:lnTo>
                    <a:pt x="3647235" y="1555327"/>
                  </a:lnTo>
                  <a:lnTo>
                    <a:pt x="3647392" y="1555327"/>
                  </a:lnTo>
                  <a:lnTo>
                    <a:pt x="3647550" y="1555327"/>
                  </a:lnTo>
                  <a:lnTo>
                    <a:pt x="3647708" y="1555327"/>
                  </a:lnTo>
                  <a:lnTo>
                    <a:pt x="3647708" y="1554896"/>
                  </a:lnTo>
                  <a:lnTo>
                    <a:pt x="3647866" y="1554896"/>
                  </a:lnTo>
                  <a:lnTo>
                    <a:pt x="3647866" y="1554466"/>
                  </a:lnTo>
                  <a:lnTo>
                    <a:pt x="3647866" y="1554035"/>
                  </a:lnTo>
                  <a:lnTo>
                    <a:pt x="3648023" y="1554035"/>
                  </a:lnTo>
                  <a:lnTo>
                    <a:pt x="3648181" y="1554035"/>
                  </a:lnTo>
                  <a:lnTo>
                    <a:pt x="3648339" y="1554035"/>
                  </a:lnTo>
                  <a:lnTo>
                    <a:pt x="3648496" y="1554035"/>
                  </a:lnTo>
                  <a:lnTo>
                    <a:pt x="3648654" y="1554035"/>
                  </a:lnTo>
                  <a:lnTo>
                    <a:pt x="3648654" y="1553604"/>
                  </a:lnTo>
                  <a:lnTo>
                    <a:pt x="3648812" y="1553604"/>
                  </a:lnTo>
                  <a:lnTo>
                    <a:pt x="3648812" y="1553174"/>
                  </a:lnTo>
                  <a:lnTo>
                    <a:pt x="3648970" y="1553174"/>
                  </a:lnTo>
                  <a:lnTo>
                    <a:pt x="3649127" y="1553174"/>
                  </a:lnTo>
                  <a:lnTo>
                    <a:pt x="3649285" y="1553174"/>
                  </a:lnTo>
                  <a:lnTo>
                    <a:pt x="3649443" y="1553174"/>
                  </a:lnTo>
                  <a:lnTo>
                    <a:pt x="3649600" y="1553174"/>
                  </a:lnTo>
                  <a:lnTo>
                    <a:pt x="3649758" y="1553174"/>
                  </a:lnTo>
                  <a:lnTo>
                    <a:pt x="3649916" y="1553174"/>
                  </a:lnTo>
                  <a:lnTo>
                    <a:pt x="3650074" y="1553174"/>
                  </a:lnTo>
                  <a:lnTo>
                    <a:pt x="3650231" y="1553174"/>
                  </a:lnTo>
                  <a:lnTo>
                    <a:pt x="3650231" y="1552743"/>
                  </a:lnTo>
                  <a:lnTo>
                    <a:pt x="3650231" y="1552313"/>
                  </a:lnTo>
                  <a:lnTo>
                    <a:pt x="3650389" y="1552313"/>
                  </a:lnTo>
                  <a:lnTo>
                    <a:pt x="3650547" y="1552313"/>
                  </a:lnTo>
                  <a:lnTo>
                    <a:pt x="3650704" y="1552313"/>
                  </a:lnTo>
                  <a:lnTo>
                    <a:pt x="3650862" y="1552313"/>
                  </a:lnTo>
                  <a:lnTo>
                    <a:pt x="3651020" y="1552313"/>
                  </a:lnTo>
                  <a:lnTo>
                    <a:pt x="3651020" y="1551882"/>
                  </a:lnTo>
                  <a:lnTo>
                    <a:pt x="3651178" y="1551882"/>
                  </a:lnTo>
                  <a:lnTo>
                    <a:pt x="3651335" y="1551882"/>
                  </a:lnTo>
                  <a:lnTo>
                    <a:pt x="3651493" y="1551882"/>
                  </a:lnTo>
                  <a:lnTo>
                    <a:pt x="3651493" y="1551451"/>
                  </a:lnTo>
                  <a:lnTo>
                    <a:pt x="3651651" y="1551451"/>
                  </a:lnTo>
                  <a:lnTo>
                    <a:pt x="3651809" y="1551451"/>
                  </a:lnTo>
                  <a:lnTo>
                    <a:pt x="3651966" y="1551451"/>
                  </a:lnTo>
                  <a:lnTo>
                    <a:pt x="3652124" y="1551451"/>
                  </a:lnTo>
                  <a:lnTo>
                    <a:pt x="3652282" y="1551451"/>
                  </a:lnTo>
                  <a:lnTo>
                    <a:pt x="3652439" y="1551451"/>
                  </a:lnTo>
                  <a:lnTo>
                    <a:pt x="3652597" y="1551451"/>
                  </a:lnTo>
                  <a:lnTo>
                    <a:pt x="3652755" y="1551451"/>
                  </a:lnTo>
                  <a:lnTo>
                    <a:pt x="3652913" y="1551451"/>
                  </a:lnTo>
                  <a:lnTo>
                    <a:pt x="3653070" y="1551451"/>
                  </a:lnTo>
                  <a:lnTo>
                    <a:pt x="3653228" y="1551451"/>
                  </a:lnTo>
                  <a:lnTo>
                    <a:pt x="3653386" y="1551451"/>
                  </a:lnTo>
                  <a:lnTo>
                    <a:pt x="3653543" y="1551451"/>
                  </a:lnTo>
                  <a:lnTo>
                    <a:pt x="3653701" y="1551451"/>
                  </a:lnTo>
                  <a:lnTo>
                    <a:pt x="3653859" y="1551451"/>
                  </a:lnTo>
                  <a:lnTo>
                    <a:pt x="3654017" y="1551451"/>
                  </a:lnTo>
                  <a:lnTo>
                    <a:pt x="3654174" y="1551451"/>
                  </a:lnTo>
                  <a:lnTo>
                    <a:pt x="3654332" y="1551451"/>
                  </a:lnTo>
                  <a:lnTo>
                    <a:pt x="3654332" y="1551021"/>
                  </a:lnTo>
                  <a:lnTo>
                    <a:pt x="3654490" y="1551021"/>
                  </a:lnTo>
                  <a:lnTo>
                    <a:pt x="3654647" y="1551021"/>
                  </a:lnTo>
                  <a:lnTo>
                    <a:pt x="3654805" y="1551021"/>
                  </a:lnTo>
                  <a:lnTo>
                    <a:pt x="3654963" y="1551021"/>
                  </a:lnTo>
                  <a:lnTo>
                    <a:pt x="3655121" y="1551021"/>
                  </a:lnTo>
                  <a:lnTo>
                    <a:pt x="3655278" y="1551021"/>
                  </a:lnTo>
                  <a:lnTo>
                    <a:pt x="3655436" y="1551021"/>
                  </a:lnTo>
                  <a:lnTo>
                    <a:pt x="3655436" y="1550590"/>
                  </a:lnTo>
                  <a:lnTo>
                    <a:pt x="3655594" y="1550590"/>
                  </a:lnTo>
                  <a:lnTo>
                    <a:pt x="3655594" y="1550160"/>
                  </a:lnTo>
                  <a:lnTo>
                    <a:pt x="3655751" y="1550160"/>
                  </a:lnTo>
                  <a:lnTo>
                    <a:pt x="3655909" y="1550160"/>
                  </a:lnTo>
                  <a:lnTo>
                    <a:pt x="3656067" y="1550160"/>
                  </a:lnTo>
                  <a:lnTo>
                    <a:pt x="3656067" y="1549729"/>
                  </a:lnTo>
                  <a:lnTo>
                    <a:pt x="3656225" y="1549729"/>
                  </a:lnTo>
                  <a:lnTo>
                    <a:pt x="3656382" y="1549729"/>
                  </a:lnTo>
                  <a:lnTo>
                    <a:pt x="3656540" y="1549729"/>
                  </a:lnTo>
                  <a:lnTo>
                    <a:pt x="3656540" y="1549298"/>
                  </a:lnTo>
                  <a:lnTo>
                    <a:pt x="3656540" y="1548868"/>
                  </a:lnTo>
                  <a:lnTo>
                    <a:pt x="3656698" y="1548868"/>
                  </a:lnTo>
                  <a:lnTo>
                    <a:pt x="3656698" y="1548437"/>
                  </a:lnTo>
                  <a:lnTo>
                    <a:pt x="3656855" y="1548437"/>
                  </a:lnTo>
                  <a:lnTo>
                    <a:pt x="3657013" y="1548437"/>
                  </a:lnTo>
                  <a:lnTo>
                    <a:pt x="3657171" y="1548437"/>
                  </a:lnTo>
                  <a:lnTo>
                    <a:pt x="3657329" y="1548437"/>
                  </a:lnTo>
                  <a:lnTo>
                    <a:pt x="3657486" y="1548437"/>
                  </a:lnTo>
                  <a:lnTo>
                    <a:pt x="3657644" y="1548437"/>
                  </a:lnTo>
                  <a:lnTo>
                    <a:pt x="3657802" y="1548437"/>
                  </a:lnTo>
                  <a:lnTo>
                    <a:pt x="3657802" y="1548007"/>
                  </a:lnTo>
                  <a:lnTo>
                    <a:pt x="3657960" y="1548007"/>
                  </a:lnTo>
                  <a:lnTo>
                    <a:pt x="3657960" y="1547576"/>
                  </a:lnTo>
                  <a:lnTo>
                    <a:pt x="3658117" y="1547576"/>
                  </a:lnTo>
                  <a:lnTo>
                    <a:pt x="3658275" y="1547576"/>
                  </a:lnTo>
                  <a:lnTo>
                    <a:pt x="3658433" y="1547576"/>
                  </a:lnTo>
                  <a:lnTo>
                    <a:pt x="3658590" y="1547576"/>
                  </a:lnTo>
                  <a:lnTo>
                    <a:pt x="3658590" y="1547145"/>
                  </a:lnTo>
                  <a:lnTo>
                    <a:pt x="3658748" y="1547145"/>
                  </a:lnTo>
                  <a:lnTo>
                    <a:pt x="3658906" y="1547145"/>
                  </a:lnTo>
                  <a:lnTo>
                    <a:pt x="3659064" y="1547145"/>
                  </a:lnTo>
                  <a:lnTo>
                    <a:pt x="3659221" y="1547145"/>
                  </a:lnTo>
                  <a:lnTo>
                    <a:pt x="3659379" y="1547145"/>
                  </a:lnTo>
                  <a:lnTo>
                    <a:pt x="3659537" y="1547145"/>
                  </a:lnTo>
                  <a:lnTo>
                    <a:pt x="3659537" y="1546715"/>
                  </a:lnTo>
                  <a:lnTo>
                    <a:pt x="3659694" y="1546715"/>
                  </a:lnTo>
                  <a:lnTo>
                    <a:pt x="3659852" y="1546715"/>
                  </a:lnTo>
                  <a:lnTo>
                    <a:pt x="3660010" y="1546715"/>
                  </a:lnTo>
                  <a:lnTo>
                    <a:pt x="3660168" y="1546715"/>
                  </a:lnTo>
                  <a:lnTo>
                    <a:pt x="3660168" y="1546284"/>
                  </a:lnTo>
                  <a:lnTo>
                    <a:pt x="3660325" y="1546284"/>
                  </a:lnTo>
                  <a:lnTo>
                    <a:pt x="3660325" y="1545854"/>
                  </a:lnTo>
                  <a:lnTo>
                    <a:pt x="3660483" y="1545854"/>
                  </a:lnTo>
                  <a:lnTo>
                    <a:pt x="3660641" y="1545854"/>
                  </a:lnTo>
                  <a:lnTo>
                    <a:pt x="3660798" y="1545854"/>
                  </a:lnTo>
                  <a:lnTo>
                    <a:pt x="3660956" y="1545854"/>
                  </a:lnTo>
                  <a:lnTo>
                    <a:pt x="3661114" y="1545854"/>
                  </a:lnTo>
                  <a:lnTo>
                    <a:pt x="3661114" y="1545423"/>
                  </a:lnTo>
                  <a:lnTo>
                    <a:pt x="3661114" y="1544992"/>
                  </a:lnTo>
                  <a:lnTo>
                    <a:pt x="3661272" y="1544992"/>
                  </a:lnTo>
                  <a:lnTo>
                    <a:pt x="3661272" y="1544562"/>
                  </a:lnTo>
                  <a:lnTo>
                    <a:pt x="3661429" y="1544562"/>
                  </a:lnTo>
                  <a:lnTo>
                    <a:pt x="3661587" y="1544562"/>
                  </a:lnTo>
                  <a:lnTo>
                    <a:pt x="3661745" y="1544562"/>
                  </a:lnTo>
                  <a:lnTo>
                    <a:pt x="3661902" y="1544562"/>
                  </a:lnTo>
                  <a:lnTo>
                    <a:pt x="3662060" y="1544562"/>
                  </a:lnTo>
                  <a:lnTo>
                    <a:pt x="3662218" y="1544562"/>
                  </a:lnTo>
                  <a:lnTo>
                    <a:pt x="3662376" y="1544562"/>
                  </a:lnTo>
                  <a:lnTo>
                    <a:pt x="3662376" y="1544131"/>
                  </a:lnTo>
                  <a:lnTo>
                    <a:pt x="3662533" y="1544131"/>
                  </a:lnTo>
                  <a:lnTo>
                    <a:pt x="3662691" y="1544131"/>
                  </a:lnTo>
                  <a:lnTo>
                    <a:pt x="3662849" y="1544131"/>
                  </a:lnTo>
                  <a:lnTo>
                    <a:pt x="3663007" y="1544131"/>
                  </a:lnTo>
                  <a:lnTo>
                    <a:pt x="3663164" y="1544131"/>
                  </a:lnTo>
                  <a:lnTo>
                    <a:pt x="3663164" y="1543701"/>
                  </a:lnTo>
                  <a:lnTo>
                    <a:pt x="3663164" y="1543270"/>
                  </a:lnTo>
                  <a:lnTo>
                    <a:pt x="3663322" y="1543270"/>
                  </a:lnTo>
                  <a:lnTo>
                    <a:pt x="3663480" y="1543270"/>
                  </a:lnTo>
                  <a:lnTo>
                    <a:pt x="3663637" y="1543270"/>
                  </a:lnTo>
                  <a:lnTo>
                    <a:pt x="3663795" y="1543270"/>
                  </a:lnTo>
                  <a:lnTo>
                    <a:pt x="3663953" y="1543270"/>
                  </a:lnTo>
                  <a:lnTo>
                    <a:pt x="3664111" y="1543270"/>
                  </a:lnTo>
                  <a:lnTo>
                    <a:pt x="3664268" y="1543270"/>
                  </a:lnTo>
                  <a:lnTo>
                    <a:pt x="3664268" y="1542839"/>
                  </a:lnTo>
                  <a:lnTo>
                    <a:pt x="3664268" y="1542409"/>
                  </a:lnTo>
                  <a:lnTo>
                    <a:pt x="3664426" y="1542409"/>
                  </a:lnTo>
                  <a:lnTo>
                    <a:pt x="3664584" y="1542409"/>
                  </a:lnTo>
                  <a:lnTo>
                    <a:pt x="3664741" y="1542409"/>
                  </a:lnTo>
                  <a:lnTo>
                    <a:pt x="3664899" y="1542409"/>
                  </a:lnTo>
                  <a:lnTo>
                    <a:pt x="3665057" y="1542409"/>
                  </a:lnTo>
                  <a:lnTo>
                    <a:pt x="3665215" y="1542409"/>
                  </a:lnTo>
                  <a:lnTo>
                    <a:pt x="3665372" y="1542409"/>
                  </a:lnTo>
                  <a:lnTo>
                    <a:pt x="3665530" y="1542409"/>
                  </a:lnTo>
                  <a:lnTo>
                    <a:pt x="3665688" y="1542409"/>
                  </a:lnTo>
                  <a:lnTo>
                    <a:pt x="3665845" y="1542409"/>
                  </a:lnTo>
                  <a:lnTo>
                    <a:pt x="3666003" y="1542409"/>
                  </a:lnTo>
                  <a:lnTo>
                    <a:pt x="3666161" y="1542409"/>
                  </a:lnTo>
                  <a:lnTo>
                    <a:pt x="3666319" y="1542409"/>
                  </a:lnTo>
                  <a:lnTo>
                    <a:pt x="3666476" y="1542409"/>
                  </a:lnTo>
                  <a:lnTo>
                    <a:pt x="3666476" y="1541978"/>
                  </a:lnTo>
                  <a:lnTo>
                    <a:pt x="3666634" y="1541978"/>
                  </a:lnTo>
                  <a:lnTo>
                    <a:pt x="3666792" y="1541978"/>
                  </a:lnTo>
                  <a:lnTo>
                    <a:pt x="3666949" y="1541978"/>
                  </a:lnTo>
                  <a:lnTo>
                    <a:pt x="3667107" y="1541978"/>
                  </a:lnTo>
                  <a:lnTo>
                    <a:pt x="3667265" y="1541978"/>
                  </a:lnTo>
                  <a:lnTo>
                    <a:pt x="3667423" y="1541978"/>
                  </a:lnTo>
                  <a:lnTo>
                    <a:pt x="3667580" y="1541978"/>
                  </a:lnTo>
                  <a:lnTo>
                    <a:pt x="3667738" y="1541978"/>
                  </a:lnTo>
                  <a:lnTo>
                    <a:pt x="3667896" y="1541978"/>
                  </a:lnTo>
                  <a:lnTo>
                    <a:pt x="3668053" y="1541978"/>
                  </a:lnTo>
                  <a:lnTo>
                    <a:pt x="3668211" y="1541978"/>
                  </a:lnTo>
                  <a:lnTo>
                    <a:pt x="3668369" y="1541978"/>
                  </a:lnTo>
                  <a:lnTo>
                    <a:pt x="3668527" y="1541978"/>
                  </a:lnTo>
                  <a:lnTo>
                    <a:pt x="3668527" y="1541548"/>
                  </a:lnTo>
                  <a:lnTo>
                    <a:pt x="3668684" y="1541548"/>
                  </a:lnTo>
                  <a:lnTo>
                    <a:pt x="3668684" y="1541117"/>
                  </a:lnTo>
                  <a:lnTo>
                    <a:pt x="3668842" y="1541117"/>
                  </a:lnTo>
                  <a:lnTo>
                    <a:pt x="3669000" y="1541117"/>
                  </a:lnTo>
                  <a:lnTo>
                    <a:pt x="3669158" y="1541117"/>
                  </a:lnTo>
                  <a:lnTo>
                    <a:pt x="3669315" y="1541117"/>
                  </a:lnTo>
                  <a:lnTo>
                    <a:pt x="3669473" y="1541117"/>
                  </a:lnTo>
                  <a:lnTo>
                    <a:pt x="3669631" y="1541117"/>
                  </a:lnTo>
                  <a:lnTo>
                    <a:pt x="3669631" y="1540686"/>
                  </a:lnTo>
                  <a:lnTo>
                    <a:pt x="3669788" y="1540686"/>
                  </a:lnTo>
                  <a:lnTo>
                    <a:pt x="3669946" y="1540686"/>
                  </a:lnTo>
                  <a:lnTo>
                    <a:pt x="3669946" y="1540256"/>
                  </a:lnTo>
                  <a:lnTo>
                    <a:pt x="3670104" y="1540256"/>
                  </a:lnTo>
                  <a:lnTo>
                    <a:pt x="3670104" y="1539825"/>
                  </a:lnTo>
                  <a:lnTo>
                    <a:pt x="3670262" y="1539825"/>
                  </a:lnTo>
                  <a:lnTo>
                    <a:pt x="3670262" y="1539395"/>
                  </a:lnTo>
                  <a:lnTo>
                    <a:pt x="3670419" y="1539395"/>
                  </a:lnTo>
                  <a:lnTo>
                    <a:pt x="3670419" y="1538964"/>
                  </a:lnTo>
                  <a:lnTo>
                    <a:pt x="3670577" y="1538964"/>
                  </a:lnTo>
                  <a:lnTo>
                    <a:pt x="3670735" y="1538964"/>
                  </a:lnTo>
                  <a:lnTo>
                    <a:pt x="3670892" y="1538964"/>
                  </a:lnTo>
                  <a:lnTo>
                    <a:pt x="3671050" y="1538964"/>
                  </a:lnTo>
                  <a:lnTo>
                    <a:pt x="3671208" y="1538964"/>
                  </a:lnTo>
                  <a:lnTo>
                    <a:pt x="3671366" y="1538964"/>
                  </a:lnTo>
                  <a:lnTo>
                    <a:pt x="3671523" y="1538964"/>
                  </a:lnTo>
                  <a:lnTo>
                    <a:pt x="3671681" y="1538964"/>
                  </a:lnTo>
                  <a:lnTo>
                    <a:pt x="3671839" y="1538964"/>
                  </a:lnTo>
                  <a:lnTo>
                    <a:pt x="3671996" y="1538964"/>
                  </a:lnTo>
                  <a:lnTo>
                    <a:pt x="3672154" y="1538964"/>
                  </a:lnTo>
                  <a:lnTo>
                    <a:pt x="3672312" y="1538964"/>
                  </a:lnTo>
                  <a:lnTo>
                    <a:pt x="3672470" y="1538964"/>
                  </a:lnTo>
                  <a:lnTo>
                    <a:pt x="3672627" y="1538964"/>
                  </a:lnTo>
                  <a:lnTo>
                    <a:pt x="3672785" y="1538964"/>
                  </a:lnTo>
                  <a:lnTo>
                    <a:pt x="3672943" y="1538964"/>
                  </a:lnTo>
                  <a:lnTo>
                    <a:pt x="3673100" y="1538964"/>
                  </a:lnTo>
                  <a:lnTo>
                    <a:pt x="3673258" y="1538964"/>
                  </a:lnTo>
                  <a:lnTo>
                    <a:pt x="3673416" y="1538964"/>
                  </a:lnTo>
                  <a:lnTo>
                    <a:pt x="3673574" y="1538964"/>
                  </a:lnTo>
                  <a:lnTo>
                    <a:pt x="3673731" y="1538964"/>
                  </a:lnTo>
                  <a:lnTo>
                    <a:pt x="3673731" y="1538533"/>
                  </a:lnTo>
                  <a:lnTo>
                    <a:pt x="3673731" y="1538103"/>
                  </a:lnTo>
                  <a:lnTo>
                    <a:pt x="3673731" y="1537672"/>
                  </a:lnTo>
                  <a:lnTo>
                    <a:pt x="3673889" y="1537672"/>
                  </a:lnTo>
                  <a:lnTo>
                    <a:pt x="3673889" y="1537242"/>
                  </a:lnTo>
                  <a:lnTo>
                    <a:pt x="3674047" y="1537242"/>
                  </a:lnTo>
                  <a:lnTo>
                    <a:pt x="3674047" y="1536811"/>
                  </a:lnTo>
                  <a:lnTo>
                    <a:pt x="3674205" y="1536811"/>
                  </a:lnTo>
                  <a:lnTo>
                    <a:pt x="3674205" y="1536380"/>
                  </a:lnTo>
                  <a:lnTo>
                    <a:pt x="3674362" y="1536380"/>
                  </a:lnTo>
                  <a:lnTo>
                    <a:pt x="3674362" y="1535950"/>
                  </a:lnTo>
                  <a:lnTo>
                    <a:pt x="3674362" y="1535519"/>
                  </a:lnTo>
                  <a:lnTo>
                    <a:pt x="3674520" y="1535519"/>
                  </a:lnTo>
                  <a:lnTo>
                    <a:pt x="3674678" y="1535519"/>
                  </a:lnTo>
                  <a:lnTo>
                    <a:pt x="3674835" y="1535519"/>
                  </a:lnTo>
                  <a:lnTo>
                    <a:pt x="3674993" y="1535519"/>
                  </a:lnTo>
                  <a:lnTo>
                    <a:pt x="3675151" y="1535519"/>
                  </a:lnTo>
                  <a:lnTo>
                    <a:pt x="3675309" y="1535519"/>
                  </a:lnTo>
                  <a:lnTo>
                    <a:pt x="3675466" y="1535519"/>
                  </a:lnTo>
                  <a:lnTo>
                    <a:pt x="3675466" y="1535089"/>
                  </a:lnTo>
                  <a:lnTo>
                    <a:pt x="3675624" y="1535089"/>
                  </a:lnTo>
                  <a:lnTo>
                    <a:pt x="3675624" y="1534658"/>
                  </a:lnTo>
                  <a:lnTo>
                    <a:pt x="3675782" y="1534658"/>
                  </a:lnTo>
                  <a:lnTo>
                    <a:pt x="3675939" y="1534658"/>
                  </a:lnTo>
                  <a:lnTo>
                    <a:pt x="3676097" y="1534658"/>
                  </a:lnTo>
                  <a:lnTo>
                    <a:pt x="3676255" y="1534658"/>
                  </a:lnTo>
                  <a:lnTo>
                    <a:pt x="3676413" y="1534658"/>
                  </a:lnTo>
                  <a:lnTo>
                    <a:pt x="3676570" y="1534658"/>
                  </a:lnTo>
                  <a:lnTo>
                    <a:pt x="3676728" y="1534658"/>
                  </a:lnTo>
                  <a:lnTo>
                    <a:pt x="3676886" y="1534658"/>
                  </a:lnTo>
                  <a:lnTo>
                    <a:pt x="3677043" y="1534658"/>
                  </a:lnTo>
                  <a:lnTo>
                    <a:pt x="3677201" y="1534658"/>
                  </a:lnTo>
                  <a:lnTo>
                    <a:pt x="3677359" y="1534658"/>
                  </a:lnTo>
                  <a:lnTo>
                    <a:pt x="3677517" y="1534658"/>
                  </a:lnTo>
                  <a:lnTo>
                    <a:pt x="3677674" y="1534658"/>
                  </a:lnTo>
                  <a:lnTo>
                    <a:pt x="3677832" y="1534658"/>
                  </a:lnTo>
                  <a:lnTo>
                    <a:pt x="3677990" y="1534658"/>
                  </a:lnTo>
                  <a:lnTo>
                    <a:pt x="3678147" y="1534658"/>
                  </a:lnTo>
                  <a:lnTo>
                    <a:pt x="3678305" y="1534658"/>
                  </a:lnTo>
                  <a:lnTo>
                    <a:pt x="3678463" y="1534658"/>
                  </a:lnTo>
                  <a:lnTo>
                    <a:pt x="3678621" y="1534658"/>
                  </a:lnTo>
                  <a:lnTo>
                    <a:pt x="3678778" y="1534658"/>
                  </a:lnTo>
                  <a:lnTo>
                    <a:pt x="3678936" y="1534658"/>
                  </a:lnTo>
                  <a:lnTo>
                    <a:pt x="3679094" y="1534658"/>
                  </a:lnTo>
                  <a:lnTo>
                    <a:pt x="3679251" y="1534658"/>
                  </a:lnTo>
                  <a:lnTo>
                    <a:pt x="3679409" y="1534658"/>
                  </a:lnTo>
                  <a:lnTo>
                    <a:pt x="3679567" y="1534658"/>
                  </a:lnTo>
                  <a:lnTo>
                    <a:pt x="3679567" y="1534227"/>
                  </a:lnTo>
                  <a:lnTo>
                    <a:pt x="3679725" y="1534227"/>
                  </a:lnTo>
                  <a:lnTo>
                    <a:pt x="3679882" y="1534227"/>
                  </a:lnTo>
                  <a:lnTo>
                    <a:pt x="3680040" y="1534227"/>
                  </a:lnTo>
                  <a:lnTo>
                    <a:pt x="3680040" y="1533797"/>
                  </a:lnTo>
                  <a:lnTo>
                    <a:pt x="3680198" y="1533797"/>
                  </a:lnTo>
                  <a:lnTo>
                    <a:pt x="3680198" y="1533366"/>
                  </a:lnTo>
                  <a:lnTo>
                    <a:pt x="3680356" y="1533366"/>
                  </a:lnTo>
                  <a:lnTo>
                    <a:pt x="3680356" y="1532936"/>
                  </a:lnTo>
                  <a:lnTo>
                    <a:pt x="3680513" y="1532936"/>
                  </a:lnTo>
                  <a:lnTo>
                    <a:pt x="3680671" y="1532936"/>
                  </a:lnTo>
                  <a:lnTo>
                    <a:pt x="3680671" y="1532505"/>
                  </a:lnTo>
                  <a:lnTo>
                    <a:pt x="3680829" y="1532505"/>
                  </a:lnTo>
                  <a:lnTo>
                    <a:pt x="3680829" y="1532074"/>
                  </a:lnTo>
                  <a:lnTo>
                    <a:pt x="3680986" y="1532074"/>
                  </a:lnTo>
                  <a:lnTo>
                    <a:pt x="3680986" y="1531644"/>
                  </a:lnTo>
                  <a:lnTo>
                    <a:pt x="3681144" y="1531644"/>
                  </a:lnTo>
                  <a:lnTo>
                    <a:pt x="3681302" y="1531644"/>
                  </a:lnTo>
                  <a:lnTo>
                    <a:pt x="3681460" y="1531644"/>
                  </a:lnTo>
                  <a:lnTo>
                    <a:pt x="3681617" y="1531644"/>
                  </a:lnTo>
                  <a:lnTo>
                    <a:pt x="3681775" y="1531644"/>
                  </a:lnTo>
                  <a:lnTo>
                    <a:pt x="3681933" y="1531644"/>
                  </a:lnTo>
                  <a:lnTo>
                    <a:pt x="3682090" y="1531644"/>
                  </a:lnTo>
                  <a:lnTo>
                    <a:pt x="3682248" y="1531644"/>
                  </a:lnTo>
                  <a:lnTo>
                    <a:pt x="3682406" y="1531644"/>
                  </a:lnTo>
                  <a:lnTo>
                    <a:pt x="3682564" y="1531644"/>
                  </a:lnTo>
                  <a:lnTo>
                    <a:pt x="3682564" y="1531213"/>
                  </a:lnTo>
                  <a:lnTo>
                    <a:pt x="3682721" y="1531213"/>
                  </a:lnTo>
                  <a:lnTo>
                    <a:pt x="3682879" y="1531213"/>
                  </a:lnTo>
                  <a:lnTo>
                    <a:pt x="3683037" y="1531213"/>
                  </a:lnTo>
                  <a:lnTo>
                    <a:pt x="3683194" y="1531213"/>
                  </a:lnTo>
                  <a:lnTo>
                    <a:pt x="3683352" y="1531213"/>
                  </a:lnTo>
                  <a:lnTo>
                    <a:pt x="3683510" y="1531213"/>
                  </a:lnTo>
                  <a:lnTo>
                    <a:pt x="3683668" y="1531213"/>
                  </a:lnTo>
                  <a:lnTo>
                    <a:pt x="3683825" y="1531213"/>
                  </a:lnTo>
                  <a:lnTo>
                    <a:pt x="3683983" y="1531213"/>
                  </a:lnTo>
                  <a:lnTo>
                    <a:pt x="3684141" y="1531213"/>
                  </a:lnTo>
                  <a:lnTo>
                    <a:pt x="3684298" y="1531213"/>
                  </a:lnTo>
                  <a:lnTo>
                    <a:pt x="3684298" y="1530783"/>
                  </a:lnTo>
                  <a:lnTo>
                    <a:pt x="3684456" y="1530783"/>
                  </a:lnTo>
                  <a:lnTo>
                    <a:pt x="3684614" y="1530783"/>
                  </a:lnTo>
                  <a:lnTo>
                    <a:pt x="3684772" y="1530783"/>
                  </a:lnTo>
                  <a:lnTo>
                    <a:pt x="3684772" y="1530352"/>
                  </a:lnTo>
                  <a:lnTo>
                    <a:pt x="3684929" y="1530352"/>
                  </a:lnTo>
                  <a:lnTo>
                    <a:pt x="3685087" y="1530352"/>
                  </a:lnTo>
                  <a:lnTo>
                    <a:pt x="3685245" y="1530352"/>
                  </a:lnTo>
                  <a:lnTo>
                    <a:pt x="3685403" y="1530352"/>
                  </a:lnTo>
                  <a:lnTo>
                    <a:pt x="3685560" y="1530352"/>
                  </a:lnTo>
                  <a:lnTo>
                    <a:pt x="3685718" y="1530352"/>
                  </a:lnTo>
                  <a:lnTo>
                    <a:pt x="3685876" y="1530352"/>
                  </a:lnTo>
                  <a:lnTo>
                    <a:pt x="3686033" y="1530352"/>
                  </a:lnTo>
                  <a:lnTo>
                    <a:pt x="3686033" y="1529921"/>
                  </a:lnTo>
                  <a:lnTo>
                    <a:pt x="3686191" y="1529921"/>
                  </a:lnTo>
                  <a:lnTo>
                    <a:pt x="3686349" y="1529921"/>
                  </a:lnTo>
                  <a:lnTo>
                    <a:pt x="3686507" y="1529921"/>
                  </a:lnTo>
                  <a:lnTo>
                    <a:pt x="3686507" y="1529491"/>
                  </a:lnTo>
                  <a:lnTo>
                    <a:pt x="3686507" y="1529060"/>
                  </a:lnTo>
                  <a:lnTo>
                    <a:pt x="3686664" y="1529060"/>
                  </a:lnTo>
                  <a:lnTo>
                    <a:pt x="3686822" y="1529060"/>
                  </a:lnTo>
                  <a:lnTo>
                    <a:pt x="3686980" y="1529060"/>
                  </a:lnTo>
                  <a:lnTo>
                    <a:pt x="3687137" y="1529060"/>
                  </a:lnTo>
                  <a:lnTo>
                    <a:pt x="3687295" y="1529060"/>
                  </a:lnTo>
                  <a:lnTo>
                    <a:pt x="3687295" y="1528630"/>
                  </a:lnTo>
                  <a:lnTo>
                    <a:pt x="3687453" y="1528630"/>
                  </a:lnTo>
                  <a:lnTo>
                    <a:pt x="3687611" y="1528630"/>
                  </a:lnTo>
                  <a:lnTo>
                    <a:pt x="3687768" y="1528630"/>
                  </a:lnTo>
                  <a:lnTo>
                    <a:pt x="3687926" y="1528630"/>
                  </a:lnTo>
                  <a:lnTo>
                    <a:pt x="3687926" y="1528199"/>
                  </a:lnTo>
                  <a:lnTo>
                    <a:pt x="3688084" y="1528199"/>
                  </a:lnTo>
                  <a:lnTo>
                    <a:pt x="3688241" y="1528199"/>
                  </a:lnTo>
                  <a:lnTo>
                    <a:pt x="3688399" y="1528199"/>
                  </a:lnTo>
                  <a:lnTo>
                    <a:pt x="3688557" y="1528199"/>
                  </a:lnTo>
                  <a:lnTo>
                    <a:pt x="3688557" y="1527768"/>
                  </a:lnTo>
                  <a:lnTo>
                    <a:pt x="3688715" y="1527768"/>
                  </a:lnTo>
                  <a:lnTo>
                    <a:pt x="3688872" y="1527768"/>
                  </a:lnTo>
                  <a:lnTo>
                    <a:pt x="3689030" y="1527768"/>
                  </a:lnTo>
                  <a:lnTo>
                    <a:pt x="3689188" y="1527768"/>
                  </a:lnTo>
                  <a:lnTo>
                    <a:pt x="3689345" y="1527768"/>
                  </a:lnTo>
                  <a:lnTo>
                    <a:pt x="3689503" y="1527768"/>
                  </a:lnTo>
                  <a:lnTo>
                    <a:pt x="3689661" y="1527768"/>
                  </a:lnTo>
                  <a:lnTo>
                    <a:pt x="3689819" y="1527768"/>
                  </a:lnTo>
                  <a:lnTo>
                    <a:pt x="3689976" y="1527768"/>
                  </a:lnTo>
                  <a:lnTo>
                    <a:pt x="3689976" y="1527338"/>
                  </a:lnTo>
                  <a:lnTo>
                    <a:pt x="3690134" y="1527338"/>
                  </a:lnTo>
                  <a:lnTo>
                    <a:pt x="3690292" y="1527338"/>
                  </a:lnTo>
                  <a:lnTo>
                    <a:pt x="3690449" y="1527338"/>
                  </a:lnTo>
                  <a:lnTo>
                    <a:pt x="3690607" y="1527338"/>
                  </a:lnTo>
                  <a:lnTo>
                    <a:pt x="3690765" y="1527338"/>
                  </a:lnTo>
                  <a:lnTo>
                    <a:pt x="3690923" y="1527338"/>
                  </a:lnTo>
                  <a:lnTo>
                    <a:pt x="3691080" y="1527338"/>
                  </a:lnTo>
                  <a:lnTo>
                    <a:pt x="3691238" y="1527338"/>
                  </a:lnTo>
                  <a:lnTo>
                    <a:pt x="3691396" y="1527338"/>
                  </a:lnTo>
                  <a:lnTo>
                    <a:pt x="3691554" y="1527338"/>
                  </a:lnTo>
                  <a:lnTo>
                    <a:pt x="3691711" y="1527338"/>
                  </a:lnTo>
                  <a:lnTo>
                    <a:pt x="3691869" y="1527338"/>
                  </a:lnTo>
                  <a:lnTo>
                    <a:pt x="3692027" y="1527338"/>
                  </a:lnTo>
                  <a:lnTo>
                    <a:pt x="3692184" y="1527338"/>
                  </a:lnTo>
                  <a:lnTo>
                    <a:pt x="3692342" y="1527338"/>
                  </a:lnTo>
                  <a:lnTo>
                    <a:pt x="3692500" y="1527338"/>
                  </a:lnTo>
                  <a:lnTo>
                    <a:pt x="3692500" y="1526907"/>
                  </a:lnTo>
                  <a:lnTo>
                    <a:pt x="3692500" y="1526477"/>
                  </a:lnTo>
                  <a:lnTo>
                    <a:pt x="3692658" y="1526477"/>
                  </a:lnTo>
                  <a:lnTo>
                    <a:pt x="3692815" y="1526477"/>
                  </a:lnTo>
                  <a:lnTo>
                    <a:pt x="3692973" y="1526477"/>
                  </a:lnTo>
                  <a:lnTo>
                    <a:pt x="3693131" y="1526477"/>
                  </a:lnTo>
                  <a:lnTo>
                    <a:pt x="3693131" y="1526046"/>
                  </a:lnTo>
                  <a:lnTo>
                    <a:pt x="3693288" y="1526046"/>
                  </a:lnTo>
                  <a:lnTo>
                    <a:pt x="3693446" y="1526046"/>
                  </a:lnTo>
                  <a:lnTo>
                    <a:pt x="3693604" y="1526046"/>
                  </a:lnTo>
                  <a:lnTo>
                    <a:pt x="3693762" y="1526046"/>
                  </a:lnTo>
                  <a:lnTo>
                    <a:pt x="3693919" y="1526046"/>
                  </a:lnTo>
                  <a:lnTo>
                    <a:pt x="3693919" y="1525615"/>
                  </a:lnTo>
                  <a:lnTo>
                    <a:pt x="3693919" y="1525185"/>
                  </a:lnTo>
                  <a:lnTo>
                    <a:pt x="3693919" y="1524754"/>
                  </a:lnTo>
                  <a:lnTo>
                    <a:pt x="3693919" y="1524324"/>
                  </a:lnTo>
                  <a:lnTo>
                    <a:pt x="3694077" y="1524324"/>
                  </a:lnTo>
                  <a:lnTo>
                    <a:pt x="3694235" y="1524324"/>
                  </a:lnTo>
                  <a:lnTo>
                    <a:pt x="3694392" y="1524324"/>
                  </a:lnTo>
                  <a:lnTo>
                    <a:pt x="3694550" y="1524324"/>
                  </a:lnTo>
                  <a:lnTo>
                    <a:pt x="3694708" y="1524324"/>
                  </a:lnTo>
                  <a:lnTo>
                    <a:pt x="3694866" y="1524324"/>
                  </a:lnTo>
                  <a:lnTo>
                    <a:pt x="3694866" y="1523893"/>
                  </a:lnTo>
                  <a:lnTo>
                    <a:pt x="3695023" y="1523893"/>
                  </a:lnTo>
                  <a:lnTo>
                    <a:pt x="3695181" y="1523893"/>
                  </a:lnTo>
                  <a:lnTo>
                    <a:pt x="3695339" y="1523893"/>
                  </a:lnTo>
                  <a:lnTo>
                    <a:pt x="3695496" y="1523893"/>
                  </a:lnTo>
                  <a:lnTo>
                    <a:pt x="3695496" y="1523462"/>
                  </a:lnTo>
                  <a:lnTo>
                    <a:pt x="3695654" y="1523462"/>
                  </a:lnTo>
                  <a:lnTo>
                    <a:pt x="3695654" y="1523032"/>
                  </a:lnTo>
                  <a:lnTo>
                    <a:pt x="3695812" y="1523032"/>
                  </a:lnTo>
                  <a:lnTo>
                    <a:pt x="3695970" y="1523032"/>
                  </a:lnTo>
                  <a:lnTo>
                    <a:pt x="3695970" y="1522601"/>
                  </a:lnTo>
                  <a:lnTo>
                    <a:pt x="3695970" y="1522171"/>
                  </a:lnTo>
                  <a:lnTo>
                    <a:pt x="3696127" y="1522171"/>
                  </a:lnTo>
                  <a:lnTo>
                    <a:pt x="3696127" y="1521740"/>
                  </a:lnTo>
                  <a:lnTo>
                    <a:pt x="3696285" y="1521740"/>
                  </a:lnTo>
                  <a:lnTo>
                    <a:pt x="3696443" y="1521740"/>
                  </a:lnTo>
                  <a:lnTo>
                    <a:pt x="3696601" y="1521740"/>
                  </a:lnTo>
                  <a:lnTo>
                    <a:pt x="3696758" y="1521740"/>
                  </a:lnTo>
                  <a:lnTo>
                    <a:pt x="3696916" y="1521740"/>
                  </a:lnTo>
                  <a:lnTo>
                    <a:pt x="3696916" y="1521309"/>
                  </a:lnTo>
                  <a:lnTo>
                    <a:pt x="3696916" y="1520879"/>
                  </a:lnTo>
                  <a:lnTo>
                    <a:pt x="3697074" y="1520879"/>
                  </a:lnTo>
                  <a:lnTo>
                    <a:pt x="3697231" y="1520879"/>
                  </a:lnTo>
                  <a:lnTo>
                    <a:pt x="3697389" y="1520879"/>
                  </a:lnTo>
                  <a:lnTo>
                    <a:pt x="3697547" y="1520879"/>
                  </a:lnTo>
                  <a:lnTo>
                    <a:pt x="3697705" y="1520879"/>
                  </a:lnTo>
                  <a:lnTo>
                    <a:pt x="3697862" y="1520879"/>
                  </a:lnTo>
                  <a:lnTo>
                    <a:pt x="3697862" y="1520448"/>
                  </a:lnTo>
                  <a:lnTo>
                    <a:pt x="3698020" y="1520448"/>
                  </a:lnTo>
                  <a:lnTo>
                    <a:pt x="3698020" y="1520018"/>
                  </a:lnTo>
                  <a:lnTo>
                    <a:pt x="3698178" y="1520018"/>
                  </a:lnTo>
                  <a:lnTo>
                    <a:pt x="3698335" y="1520018"/>
                  </a:lnTo>
                  <a:lnTo>
                    <a:pt x="3698493" y="1520018"/>
                  </a:lnTo>
                  <a:lnTo>
                    <a:pt x="3698651" y="1520018"/>
                  </a:lnTo>
                  <a:lnTo>
                    <a:pt x="3698809" y="1520018"/>
                  </a:lnTo>
                  <a:lnTo>
                    <a:pt x="3698966" y="1520018"/>
                  </a:lnTo>
                  <a:lnTo>
                    <a:pt x="3699124" y="1520018"/>
                  </a:lnTo>
                  <a:lnTo>
                    <a:pt x="3699124" y="1519587"/>
                  </a:lnTo>
                  <a:lnTo>
                    <a:pt x="3699282" y="1519587"/>
                  </a:lnTo>
                  <a:lnTo>
                    <a:pt x="3699439" y="1519587"/>
                  </a:lnTo>
                  <a:lnTo>
                    <a:pt x="3699439" y="1519156"/>
                  </a:lnTo>
                  <a:lnTo>
                    <a:pt x="3699439" y="1518726"/>
                  </a:lnTo>
                  <a:lnTo>
                    <a:pt x="3699597" y="1518726"/>
                  </a:lnTo>
                  <a:lnTo>
                    <a:pt x="3699755" y="1518726"/>
                  </a:lnTo>
                  <a:lnTo>
                    <a:pt x="3699913" y="1518726"/>
                  </a:lnTo>
                  <a:lnTo>
                    <a:pt x="3700070" y="1518726"/>
                  </a:lnTo>
                  <a:lnTo>
                    <a:pt x="3700228" y="1518726"/>
                  </a:lnTo>
                  <a:lnTo>
                    <a:pt x="3700386" y="1518726"/>
                  </a:lnTo>
                  <a:lnTo>
                    <a:pt x="3700543" y="1518726"/>
                  </a:lnTo>
                  <a:lnTo>
                    <a:pt x="3700543" y="1518295"/>
                  </a:lnTo>
                  <a:lnTo>
                    <a:pt x="3700701" y="1518295"/>
                  </a:lnTo>
                  <a:lnTo>
                    <a:pt x="3700859" y="1518295"/>
                  </a:lnTo>
                  <a:lnTo>
                    <a:pt x="3700859" y="1517865"/>
                  </a:lnTo>
                  <a:lnTo>
                    <a:pt x="3700859" y="1517434"/>
                  </a:lnTo>
                  <a:lnTo>
                    <a:pt x="3701017" y="1517434"/>
                  </a:lnTo>
                  <a:lnTo>
                    <a:pt x="3701174" y="1517434"/>
                  </a:lnTo>
                  <a:lnTo>
                    <a:pt x="3701332" y="1517434"/>
                  </a:lnTo>
                  <a:lnTo>
                    <a:pt x="3701490" y="1517434"/>
                  </a:lnTo>
                  <a:lnTo>
                    <a:pt x="3701647" y="1517434"/>
                  </a:lnTo>
                  <a:lnTo>
                    <a:pt x="3701805" y="1517434"/>
                  </a:lnTo>
                  <a:lnTo>
                    <a:pt x="3701963" y="1517434"/>
                  </a:lnTo>
                  <a:lnTo>
                    <a:pt x="3701963" y="1517003"/>
                  </a:lnTo>
                  <a:lnTo>
                    <a:pt x="3702121" y="1517003"/>
                  </a:lnTo>
                  <a:lnTo>
                    <a:pt x="3702278" y="1517003"/>
                  </a:lnTo>
                  <a:lnTo>
                    <a:pt x="3702436" y="1517003"/>
                  </a:lnTo>
                  <a:lnTo>
                    <a:pt x="3702594" y="1517003"/>
                  </a:lnTo>
                  <a:lnTo>
                    <a:pt x="3702752" y="1517003"/>
                  </a:lnTo>
                  <a:lnTo>
                    <a:pt x="3702909" y="1517003"/>
                  </a:lnTo>
                  <a:lnTo>
                    <a:pt x="3703067" y="1517003"/>
                  </a:lnTo>
                  <a:lnTo>
                    <a:pt x="3703225" y="1517003"/>
                  </a:lnTo>
                  <a:lnTo>
                    <a:pt x="3703382" y="1517003"/>
                  </a:lnTo>
                  <a:lnTo>
                    <a:pt x="3703540" y="1517003"/>
                  </a:lnTo>
                  <a:lnTo>
                    <a:pt x="3703698" y="1517003"/>
                  </a:lnTo>
                  <a:lnTo>
                    <a:pt x="3703856" y="1517003"/>
                  </a:lnTo>
                  <a:lnTo>
                    <a:pt x="3704013" y="1517003"/>
                  </a:lnTo>
                  <a:lnTo>
                    <a:pt x="3704171" y="1517003"/>
                  </a:lnTo>
                  <a:lnTo>
                    <a:pt x="3704329" y="1517003"/>
                  </a:lnTo>
                  <a:lnTo>
                    <a:pt x="3704486" y="1517003"/>
                  </a:lnTo>
                  <a:lnTo>
                    <a:pt x="3704644" y="1517003"/>
                  </a:lnTo>
                  <a:lnTo>
                    <a:pt x="3704644" y="1516573"/>
                  </a:lnTo>
                  <a:lnTo>
                    <a:pt x="3704802" y="1516573"/>
                  </a:lnTo>
                  <a:lnTo>
                    <a:pt x="3704802" y="1516142"/>
                  </a:lnTo>
                  <a:lnTo>
                    <a:pt x="3704960" y="1516142"/>
                  </a:lnTo>
                  <a:lnTo>
                    <a:pt x="3705117" y="1516142"/>
                  </a:lnTo>
                  <a:lnTo>
                    <a:pt x="3705117" y="1515712"/>
                  </a:lnTo>
                  <a:lnTo>
                    <a:pt x="3705275" y="1515712"/>
                  </a:lnTo>
                  <a:lnTo>
                    <a:pt x="3705275" y="1515281"/>
                  </a:lnTo>
                  <a:lnTo>
                    <a:pt x="3705275" y="1514850"/>
                  </a:lnTo>
                  <a:lnTo>
                    <a:pt x="3705433" y="1514850"/>
                  </a:lnTo>
                  <a:lnTo>
                    <a:pt x="3705433" y="1514420"/>
                  </a:lnTo>
                  <a:lnTo>
                    <a:pt x="3705590" y="1514420"/>
                  </a:lnTo>
                  <a:lnTo>
                    <a:pt x="3705748" y="1514420"/>
                  </a:lnTo>
                  <a:lnTo>
                    <a:pt x="3705906" y="1514420"/>
                  </a:lnTo>
                  <a:lnTo>
                    <a:pt x="3706064" y="1514420"/>
                  </a:lnTo>
                  <a:lnTo>
                    <a:pt x="3706221" y="1514420"/>
                  </a:lnTo>
                  <a:lnTo>
                    <a:pt x="3706379" y="1514420"/>
                  </a:lnTo>
                  <a:lnTo>
                    <a:pt x="3706537" y="1514420"/>
                  </a:lnTo>
                  <a:lnTo>
                    <a:pt x="3706694" y="1514420"/>
                  </a:lnTo>
                  <a:lnTo>
                    <a:pt x="3706852" y="1514420"/>
                  </a:lnTo>
                  <a:lnTo>
                    <a:pt x="3707010" y="1514420"/>
                  </a:lnTo>
                  <a:lnTo>
                    <a:pt x="3707010" y="1513989"/>
                  </a:lnTo>
                  <a:lnTo>
                    <a:pt x="3707168" y="1513989"/>
                  </a:lnTo>
                  <a:lnTo>
                    <a:pt x="3707325" y="1513989"/>
                  </a:lnTo>
                  <a:lnTo>
                    <a:pt x="3707483" y="1513989"/>
                  </a:lnTo>
                  <a:lnTo>
                    <a:pt x="3707641" y="1513989"/>
                  </a:lnTo>
                  <a:lnTo>
                    <a:pt x="3707799" y="1513989"/>
                  </a:lnTo>
                  <a:lnTo>
                    <a:pt x="3707956" y="1513989"/>
                  </a:lnTo>
                  <a:lnTo>
                    <a:pt x="3708114" y="1513989"/>
                  </a:lnTo>
                  <a:lnTo>
                    <a:pt x="3708272" y="1513989"/>
                  </a:lnTo>
                  <a:lnTo>
                    <a:pt x="3708429" y="1513989"/>
                  </a:lnTo>
                  <a:lnTo>
                    <a:pt x="3708429" y="1513559"/>
                  </a:lnTo>
                  <a:lnTo>
                    <a:pt x="3708587" y="1513559"/>
                  </a:lnTo>
                  <a:lnTo>
                    <a:pt x="3708745" y="1513559"/>
                  </a:lnTo>
                  <a:lnTo>
                    <a:pt x="3708903" y="1513559"/>
                  </a:lnTo>
                  <a:lnTo>
                    <a:pt x="3709060" y="1513559"/>
                  </a:lnTo>
                  <a:lnTo>
                    <a:pt x="3709218" y="1513559"/>
                  </a:lnTo>
                  <a:lnTo>
                    <a:pt x="3709376" y="1513559"/>
                  </a:lnTo>
                  <a:lnTo>
                    <a:pt x="3709533" y="1513559"/>
                  </a:lnTo>
                  <a:lnTo>
                    <a:pt x="3709533" y="1513128"/>
                  </a:lnTo>
                  <a:lnTo>
                    <a:pt x="3709533" y="1512697"/>
                  </a:lnTo>
                  <a:lnTo>
                    <a:pt x="3709533" y="1512267"/>
                  </a:lnTo>
                  <a:lnTo>
                    <a:pt x="3709691" y="1512267"/>
                  </a:lnTo>
                  <a:lnTo>
                    <a:pt x="3709849" y="1512267"/>
                  </a:lnTo>
                  <a:lnTo>
                    <a:pt x="3709849" y="1511836"/>
                  </a:lnTo>
                  <a:lnTo>
                    <a:pt x="3710007" y="1511836"/>
                  </a:lnTo>
                  <a:lnTo>
                    <a:pt x="3710164" y="1511836"/>
                  </a:lnTo>
                  <a:lnTo>
                    <a:pt x="3710322" y="1511836"/>
                  </a:lnTo>
                  <a:lnTo>
                    <a:pt x="3710480" y="1511836"/>
                  </a:lnTo>
                  <a:lnTo>
                    <a:pt x="3710637" y="1511836"/>
                  </a:lnTo>
                  <a:lnTo>
                    <a:pt x="3710795" y="1511836"/>
                  </a:lnTo>
                  <a:lnTo>
                    <a:pt x="3710953" y="1511836"/>
                  </a:lnTo>
                  <a:lnTo>
                    <a:pt x="3710953" y="1511406"/>
                  </a:lnTo>
                  <a:lnTo>
                    <a:pt x="3711111" y="1511406"/>
                  </a:lnTo>
                  <a:lnTo>
                    <a:pt x="3711111" y="1510975"/>
                  </a:lnTo>
                  <a:lnTo>
                    <a:pt x="3711268" y="1510975"/>
                  </a:lnTo>
                  <a:lnTo>
                    <a:pt x="3711268" y="1510544"/>
                  </a:lnTo>
                  <a:lnTo>
                    <a:pt x="3711426" y="1510544"/>
                  </a:lnTo>
                  <a:lnTo>
                    <a:pt x="3711426" y="1510114"/>
                  </a:lnTo>
                  <a:lnTo>
                    <a:pt x="3711584" y="1510114"/>
                  </a:lnTo>
                  <a:lnTo>
                    <a:pt x="3711584" y="1509683"/>
                  </a:lnTo>
                  <a:lnTo>
                    <a:pt x="3711584" y="1509253"/>
                  </a:lnTo>
                  <a:lnTo>
                    <a:pt x="3711584" y="1508822"/>
                  </a:lnTo>
                  <a:lnTo>
                    <a:pt x="3711741" y="1508822"/>
                  </a:lnTo>
                  <a:lnTo>
                    <a:pt x="3711899" y="1508822"/>
                  </a:lnTo>
                  <a:lnTo>
                    <a:pt x="3712057" y="1508822"/>
                  </a:lnTo>
                  <a:lnTo>
                    <a:pt x="3712215" y="1508822"/>
                  </a:lnTo>
                  <a:lnTo>
                    <a:pt x="3712372" y="1508822"/>
                  </a:lnTo>
                  <a:lnTo>
                    <a:pt x="3712530" y="1508822"/>
                  </a:lnTo>
                  <a:lnTo>
                    <a:pt x="3712688" y="1508822"/>
                  </a:lnTo>
                  <a:lnTo>
                    <a:pt x="3712845" y="1508822"/>
                  </a:lnTo>
                  <a:lnTo>
                    <a:pt x="3712845" y="1508391"/>
                  </a:lnTo>
                  <a:lnTo>
                    <a:pt x="3713003" y="1508391"/>
                  </a:lnTo>
                  <a:lnTo>
                    <a:pt x="3713161" y="1508391"/>
                  </a:lnTo>
                  <a:lnTo>
                    <a:pt x="3713319" y="1508391"/>
                  </a:lnTo>
                  <a:lnTo>
                    <a:pt x="3713476" y="1508391"/>
                  </a:lnTo>
                  <a:lnTo>
                    <a:pt x="3713634" y="1508391"/>
                  </a:lnTo>
                  <a:lnTo>
                    <a:pt x="3713634" y="1507961"/>
                  </a:lnTo>
                  <a:lnTo>
                    <a:pt x="3713792" y="1507961"/>
                  </a:lnTo>
                  <a:lnTo>
                    <a:pt x="3713950" y="1507961"/>
                  </a:lnTo>
                  <a:lnTo>
                    <a:pt x="3714107" y="1507961"/>
                  </a:lnTo>
                  <a:lnTo>
                    <a:pt x="3714265" y="1507961"/>
                  </a:lnTo>
                  <a:lnTo>
                    <a:pt x="3714423" y="1507961"/>
                  </a:lnTo>
                  <a:lnTo>
                    <a:pt x="3714580" y="1507961"/>
                  </a:lnTo>
                  <a:lnTo>
                    <a:pt x="3714738" y="1507961"/>
                  </a:lnTo>
                  <a:lnTo>
                    <a:pt x="3714896" y="1507961"/>
                  </a:lnTo>
                  <a:lnTo>
                    <a:pt x="3715054" y="1507961"/>
                  </a:lnTo>
                  <a:lnTo>
                    <a:pt x="3715211" y="1507961"/>
                  </a:lnTo>
                  <a:lnTo>
                    <a:pt x="3715211" y="1507530"/>
                  </a:lnTo>
                  <a:lnTo>
                    <a:pt x="3715369" y="1507530"/>
                  </a:lnTo>
                  <a:lnTo>
                    <a:pt x="3715527" y="1507530"/>
                  </a:lnTo>
                  <a:lnTo>
                    <a:pt x="3715684" y="1507530"/>
                  </a:lnTo>
                  <a:lnTo>
                    <a:pt x="3715842" y="1507530"/>
                  </a:lnTo>
                  <a:lnTo>
                    <a:pt x="3716000" y="1507530"/>
                  </a:lnTo>
                  <a:lnTo>
                    <a:pt x="3716158" y="1507530"/>
                  </a:lnTo>
                  <a:lnTo>
                    <a:pt x="3716315" y="1507530"/>
                  </a:lnTo>
                  <a:lnTo>
                    <a:pt x="3716473" y="1507530"/>
                  </a:lnTo>
                  <a:lnTo>
                    <a:pt x="3716631" y="1507530"/>
                  </a:lnTo>
                  <a:lnTo>
                    <a:pt x="3716788" y="1507530"/>
                  </a:lnTo>
                  <a:lnTo>
                    <a:pt x="3716946" y="1507530"/>
                  </a:lnTo>
                  <a:lnTo>
                    <a:pt x="3717104" y="1507530"/>
                  </a:lnTo>
                  <a:lnTo>
                    <a:pt x="3717262" y="1507530"/>
                  </a:lnTo>
                  <a:lnTo>
                    <a:pt x="3717419" y="1507530"/>
                  </a:lnTo>
                  <a:lnTo>
                    <a:pt x="3717577" y="1507530"/>
                  </a:lnTo>
                  <a:lnTo>
                    <a:pt x="3717735" y="1507530"/>
                  </a:lnTo>
                  <a:lnTo>
                    <a:pt x="3717892" y="1507530"/>
                  </a:lnTo>
                  <a:lnTo>
                    <a:pt x="3718050" y="1507530"/>
                  </a:lnTo>
                  <a:lnTo>
                    <a:pt x="3718208" y="1507530"/>
                  </a:lnTo>
                  <a:lnTo>
                    <a:pt x="3718366" y="1507530"/>
                  </a:lnTo>
                  <a:lnTo>
                    <a:pt x="3718523" y="1507530"/>
                  </a:lnTo>
                  <a:lnTo>
                    <a:pt x="3718681" y="1507530"/>
                  </a:lnTo>
                  <a:lnTo>
                    <a:pt x="3718839" y="1507530"/>
                  </a:lnTo>
                  <a:lnTo>
                    <a:pt x="3718839" y="1507100"/>
                  </a:lnTo>
                  <a:lnTo>
                    <a:pt x="3718997" y="1507100"/>
                  </a:lnTo>
                  <a:lnTo>
                    <a:pt x="3719154" y="1507100"/>
                  </a:lnTo>
                  <a:lnTo>
                    <a:pt x="3719312" y="1507100"/>
                  </a:lnTo>
                  <a:lnTo>
                    <a:pt x="3719312" y="1506669"/>
                  </a:lnTo>
                  <a:lnTo>
                    <a:pt x="3719470" y="1506669"/>
                  </a:lnTo>
                  <a:lnTo>
                    <a:pt x="3719627" y="1506669"/>
                  </a:lnTo>
                  <a:lnTo>
                    <a:pt x="3719785" y="1506669"/>
                  </a:lnTo>
                  <a:lnTo>
                    <a:pt x="3719943" y="1506669"/>
                  </a:lnTo>
                  <a:lnTo>
                    <a:pt x="3719943" y="1506238"/>
                  </a:lnTo>
                  <a:lnTo>
                    <a:pt x="3720101" y="1506238"/>
                  </a:lnTo>
                  <a:lnTo>
                    <a:pt x="3720101" y="1505808"/>
                  </a:lnTo>
                  <a:lnTo>
                    <a:pt x="3720258" y="1505808"/>
                  </a:lnTo>
                  <a:lnTo>
                    <a:pt x="3720416" y="1505808"/>
                  </a:lnTo>
                  <a:lnTo>
                    <a:pt x="3720416" y="1505377"/>
                  </a:lnTo>
                  <a:lnTo>
                    <a:pt x="3720574" y="1505377"/>
                  </a:lnTo>
                  <a:lnTo>
                    <a:pt x="3720731" y="1505377"/>
                  </a:lnTo>
                  <a:lnTo>
                    <a:pt x="3720889" y="1505377"/>
                  </a:lnTo>
                  <a:lnTo>
                    <a:pt x="3721047" y="1505377"/>
                  </a:lnTo>
                  <a:lnTo>
                    <a:pt x="3721205" y="1505377"/>
                  </a:lnTo>
                  <a:lnTo>
                    <a:pt x="3721362" y="1505377"/>
                  </a:lnTo>
                  <a:lnTo>
                    <a:pt x="3721520" y="1505377"/>
                  </a:lnTo>
                  <a:lnTo>
                    <a:pt x="3721678" y="1505377"/>
                  </a:lnTo>
                  <a:lnTo>
                    <a:pt x="3721835" y="1505377"/>
                  </a:lnTo>
                  <a:lnTo>
                    <a:pt x="3721993" y="1505377"/>
                  </a:lnTo>
                  <a:lnTo>
                    <a:pt x="3721993" y="1504947"/>
                  </a:lnTo>
                  <a:lnTo>
                    <a:pt x="3721993" y="1504516"/>
                  </a:lnTo>
                  <a:lnTo>
                    <a:pt x="3722151" y="1504516"/>
                  </a:lnTo>
                  <a:lnTo>
                    <a:pt x="3722309" y="1504516"/>
                  </a:lnTo>
                  <a:lnTo>
                    <a:pt x="3722309" y="1504085"/>
                  </a:lnTo>
                  <a:lnTo>
                    <a:pt x="3722466" y="1504085"/>
                  </a:lnTo>
                  <a:lnTo>
                    <a:pt x="3722624" y="1504085"/>
                  </a:lnTo>
                  <a:lnTo>
                    <a:pt x="3722782" y="1504085"/>
                  </a:lnTo>
                  <a:lnTo>
                    <a:pt x="3722939" y="1504085"/>
                  </a:lnTo>
                  <a:lnTo>
                    <a:pt x="3723097" y="1504085"/>
                  </a:lnTo>
                  <a:lnTo>
                    <a:pt x="3723255" y="1504085"/>
                  </a:lnTo>
                  <a:lnTo>
                    <a:pt x="3723255" y="1503655"/>
                  </a:lnTo>
                  <a:lnTo>
                    <a:pt x="3723413" y="1503655"/>
                  </a:lnTo>
                  <a:lnTo>
                    <a:pt x="3723570" y="1503655"/>
                  </a:lnTo>
                  <a:lnTo>
                    <a:pt x="3723728" y="1503655"/>
                  </a:lnTo>
                  <a:lnTo>
                    <a:pt x="3723886" y="1503655"/>
                  </a:lnTo>
                  <a:lnTo>
                    <a:pt x="3723886" y="1503224"/>
                  </a:lnTo>
                  <a:lnTo>
                    <a:pt x="3724043" y="1503224"/>
                  </a:lnTo>
                  <a:lnTo>
                    <a:pt x="3724201" y="1503224"/>
                  </a:lnTo>
                  <a:lnTo>
                    <a:pt x="3724359" y="1503224"/>
                  </a:lnTo>
                  <a:lnTo>
                    <a:pt x="3724517" y="1503224"/>
                  </a:lnTo>
                  <a:lnTo>
                    <a:pt x="3724674" y="1503224"/>
                  </a:lnTo>
                  <a:lnTo>
                    <a:pt x="3724832" y="1503224"/>
                  </a:lnTo>
                  <a:lnTo>
                    <a:pt x="3724990" y="1503224"/>
                  </a:lnTo>
                  <a:lnTo>
                    <a:pt x="3725148" y="1503224"/>
                  </a:lnTo>
                  <a:lnTo>
                    <a:pt x="3725148" y="1502794"/>
                  </a:lnTo>
                  <a:lnTo>
                    <a:pt x="3725305" y="1502794"/>
                  </a:lnTo>
                  <a:lnTo>
                    <a:pt x="3725305" y="1502363"/>
                  </a:lnTo>
                  <a:lnTo>
                    <a:pt x="3725463" y="1502363"/>
                  </a:lnTo>
                  <a:lnTo>
                    <a:pt x="3725463" y="1501932"/>
                  </a:lnTo>
                  <a:lnTo>
                    <a:pt x="3725621" y="1501932"/>
                  </a:lnTo>
                  <a:lnTo>
                    <a:pt x="3725778" y="1501932"/>
                  </a:lnTo>
                  <a:lnTo>
                    <a:pt x="3725936" y="1501932"/>
                  </a:lnTo>
                  <a:lnTo>
                    <a:pt x="3726094" y="1501932"/>
                  </a:lnTo>
                  <a:lnTo>
                    <a:pt x="3726252" y="1501932"/>
                  </a:lnTo>
                  <a:lnTo>
                    <a:pt x="3726409" y="1501932"/>
                  </a:lnTo>
                  <a:lnTo>
                    <a:pt x="3726567" y="1501932"/>
                  </a:lnTo>
                  <a:lnTo>
                    <a:pt x="3726725" y="1501932"/>
                  </a:lnTo>
                  <a:lnTo>
                    <a:pt x="3726882" y="1501932"/>
                  </a:lnTo>
                  <a:lnTo>
                    <a:pt x="3727040" y="1501932"/>
                  </a:lnTo>
                  <a:lnTo>
                    <a:pt x="3727040" y="1501502"/>
                  </a:lnTo>
                  <a:lnTo>
                    <a:pt x="3727198" y="1501502"/>
                  </a:lnTo>
                  <a:lnTo>
                    <a:pt x="3727356" y="1501502"/>
                  </a:lnTo>
                  <a:lnTo>
                    <a:pt x="3727513" y="1501502"/>
                  </a:lnTo>
                  <a:lnTo>
                    <a:pt x="3727671" y="1501502"/>
                  </a:lnTo>
                  <a:lnTo>
                    <a:pt x="3727829" y="1501502"/>
                  </a:lnTo>
                  <a:lnTo>
                    <a:pt x="3727986" y="1501502"/>
                  </a:lnTo>
                  <a:lnTo>
                    <a:pt x="3728144" y="1501502"/>
                  </a:lnTo>
                  <a:lnTo>
                    <a:pt x="3728302" y="1501502"/>
                  </a:lnTo>
                  <a:lnTo>
                    <a:pt x="3728460" y="1501502"/>
                  </a:lnTo>
                  <a:lnTo>
                    <a:pt x="3728617" y="1501502"/>
                  </a:lnTo>
                  <a:lnTo>
                    <a:pt x="3728617" y="1501071"/>
                  </a:lnTo>
                  <a:lnTo>
                    <a:pt x="3728775" y="1501071"/>
                  </a:lnTo>
                  <a:lnTo>
                    <a:pt x="3728933" y="1501071"/>
                  </a:lnTo>
                  <a:lnTo>
                    <a:pt x="3729090" y="1501071"/>
                  </a:lnTo>
                  <a:lnTo>
                    <a:pt x="3729248" y="1501071"/>
                  </a:lnTo>
                  <a:lnTo>
                    <a:pt x="3729248" y="1500641"/>
                  </a:lnTo>
                  <a:lnTo>
                    <a:pt x="3729248" y="1500210"/>
                  </a:lnTo>
                  <a:lnTo>
                    <a:pt x="3729406" y="1500210"/>
                  </a:lnTo>
                  <a:lnTo>
                    <a:pt x="3729406" y="1499779"/>
                  </a:lnTo>
                  <a:lnTo>
                    <a:pt x="3729406" y="1499349"/>
                  </a:lnTo>
                  <a:lnTo>
                    <a:pt x="3729564" y="1499349"/>
                  </a:lnTo>
                  <a:lnTo>
                    <a:pt x="3729721" y="1499349"/>
                  </a:lnTo>
                  <a:lnTo>
                    <a:pt x="3729879" y="1499349"/>
                  </a:lnTo>
                  <a:lnTo>
                    <a:pt x="3730037" y="1499349"/>
                  </a:lnTo>
                  <a:lnTo>
                    <a:pt x="3730194" y="1499349"/>
                  </a:lnTo>
                  <a:lnTo>
                    <a:pt x="3730194" y="1498918"/>
                  </a:lnTo>
                  <a:lnTo>
                    <a:pt x="3730194" y="1498488"/>
                  </a:lnTo>
                  <a:lnTo>
                    <a:pt x="3730352" y="1498488"/>
                  </a:lnTo>
                  <a:lnTo>
                    <a:pt x="3730510" y="1498488"/>
                  </a:lnTo>
                  <a:lnTo>
                    <a:pt x="3730668" y="1498488"/>
                  </a:lnTo>
                  <a:lnTo>
                    <a:pt x="3730825" y="1498488"/>
                  </a:lnTo>
                  <a:lnTo>
                    <a:pt x="3730983" y="1498488"/>
                  </a:lnTo>
                  <a:lnTo>
                    <a:pt x="3731141" y="1498488"/>
                  </a:lnTo>
                  <a:lnTo>
                    <a:pt x="3731299" y="1498488"/>
                  </a:lnTo>
                  <a:lnTo>
                    <a:pt x="3731456" y="1498488"/>
                  </a:lnTo>
                  <a:lnTo>
                    <a:pt x="3731614" y="1498488"/>
                  </a:lnTo>
                  <a:lnTo>
                    <a:pt x="3731772" y="1498488"/>
                  </a:lnTo>
                  <a:lnTo>
                    <a:pt x="3731929" y="1498488"/>
                  </a:lnTo>
                  <a:lnTo>
                    <a:pt x="3731929" y="1498057"/>
                  </a:lnTo>
                  <a:lnTo>
                    <a:pt x="3732087" y="1498057"/>
                  </a:lnTo>
                  <a:lnTo>
                    <a:pt x="3732245" y="1498057"/>
                  </a:lnTo>
                  <a:lnTo>
                    <a:pt x="3732403" y="1498057"/>
                  </a:lnTo>
                  <a:lnTo>
                    <a:pt x="3732403" y="1497626"/>
                  </a:lnTo>
                  <a:lnTo>
                    <a:pt x="3732560" y="1497626"/>
                  </a:lnTo>
                  <a:lnTo>
                    <a:pt x="3732560" y="1497196"/>
                  </a:lnTo>
                  <a:lnTo>
                    <a:pt x="3732718" y="1497196"/>
                  </a:lnTo>
                  <a:lnTo>
                    <a:pt x="3732718" y="1496765"/>
                  </a:lnTo>
                  <a:lnTo>
                    <a:pt x="3732876" y="1496765"/>
                  </a:lnTo>
                  <a:lnTo>
                    <a:pt x="3733033" y="1496765"/>
                  </a:lnTo>
                  <a:lnTo>
                    <a:pt x="3733191" y="1496765"/>
                  </a:lnTo>
                  <a:lnTo>
                    <a:pt x="3733349" y="1496765"/>
                  </a:lnTo>
                  <a:lnTo>
                    <a:pt x="3733507" y="1496765"/>
                  </a:lnTo>
                  <a:lnTo>
                    <a:pt x="3733507" y="1496335"/>
                  </a:lnTo>
                  <a:lnTo>
                    <a:pt x="3733507" y="1495904"/>
                  </a:lnTo>
                  <a:lnTo>
                    <a:pt x="3733664" y="1495904"/>
                  </a:lnTo>
                  <a:lnTo>
                    <a:pt x="3733664" y="1495473"/>
                  </a:lnTo>
                  <a:lnTo>
                    <a:pt x="3733822" y="1495473"/>
                  </a:lnTo>
                  <a:lnTo>
                    <a:pt x="3733822" y="1495043"/>
                  </a:lnTo>
                  <a:lnTo>
                    <a:pt x="3733980" y="1495043"/>
                  </a:lnTo>
                  <a:lnTo>
                    <a:pt x="3734137" y="1495043"/>
                  </a:lnTo>
                  <a:lnTo>
                    <a:pt x="3734295" y="1495043"/>
                  </a:lnTo>
                  <a:lnTo>
                    <a:pt x="3734295" y="1494612"/>
                  </a:lnTo>
                  <a:lnTo>
                    <a:pt x="3734295" y="1494182"/>
                  </a:lnTo>
                  <a:lnTo>
                    <a:pt x="3734453" y="1494182"/>
                  </a:lnTo>
                  <a:lnTo>
                    <a:pt x="3734611" y="1494182"/>
                  </a:lnTo>
                  <a:lnTo>
                    <a:pt x="3734768" y="1494182"/>
                  </a:lnTo>
                  <a:lnTo>
                    <a:pt x="3734768" y="1493751"/>
                  </a:lnTo>
                  <a:lnTo>
                    <a:pt x="3734926" y="1493751"/>
                  </a:lnTo>
                  <a:lnTo>
                    <a:pt x="3735084" y="1493751"/>
                  </a:lnTo>
                  <a:lnTo>
                    <a:pt x="3735084" y="1493320"/>
                  </a:lnTo>
                  <a:lnTo>
                    <a:pt x="3735241" y="1493320"/>
                  </a:lnTo>
                  <a:lnTo>
                    <a:pt x="3735399" y="1493320"/>
                  </a:lnTo>
                  <a:lnTo>
                    <a:pt x="3735557" y="1493320"/>
                  </a:lnTo>
                  <a:lnTo>
                    <a:pt x="3735557" y="1492890"/>
                  </a:lnTo>
                  <a:lnTo>
                    <a:pt x="3735715" y="1492890"/>
                  </a:lnTo>
                  <a:lnTo>
                    <a:pt x="3735715" y="1492459"/>
                  </a:lnTo>
                  <a:lnTo>
                    <a:pt x="3735715" y="1492029"/>
                  </a:lnTo>
                  <a:lnTo>
                    <a:pt x="3735872" y="1492029"/>
                  </a:lnTo>
                  <a:lnTo>
                    <a:pt x="3735872" y="1491598"/>
                  </a:lnTo>
                  <a:lnTo>
                    <a:pt x="3736030" y="1491598"/>
                  </a:lnTo>
                  <a:lnTo>
                    <a:pt x="3736188" y="1491598"/>
                  </a:lnTo>
                  <a:lnTo>
                    <a:pt x="3736346" y="1491598"/>
                  </a:lnTo>
                  <a:lnTo>
                    <a:pt x="3736503" y="1491598"/>
                  </a:lnTo>
                  <a:lnTo>
                    <a:pt x="3736661" y="1491598"/>
                  </a:lnTo>
                  <a:lnTo>
                    <a:pt x="3736819" y="1491598"/>
                  </a:lnTo>
                  <a:lnTo>
                    <a:pt x="3736819" y="1491167"/>
                  </a:lnTo>
                  <a:lnTo>
                    <a:pt x="3736976" y="1491167"/>
                  </a:lnTo>
                  <a:lnTo>
                    <a:pt x="3737134" y="1491167"/>
                  </a:lnTo>
                  <a:lnTo>
                    <a:pt x="3737134" y="1490737"/>
                  </a:lnTo>
                  <a:lnTo>
                    <a:pt x="3737292" y="1490737"/>
                  </a:lnTo>
                  <a:lnTo>
                    <a:pt x="3737450" y="1490737"/>
                  </a:lnTo>
                  <a:lnTo>
                    <a:pt x="3737607" y="1490737"/>
                  </a:lnTo>
                  <a:lnTo>
                    <a:pt x="3737765" y="1490737"/>
                  </a:lnTo>
                  <a:lnTo>
                    <a:pt x="3737923" y="1490737"/>
                  </a:lnTo>
                  <a:lnTo>
                    <a:pt x="3738080" y="1490737"/>
                  </a:lnTo>
                  <a:lnTo>
                    <a:pt x="3738238" y="1490737"/>
                  </a:lnTo>
                  <a:lnTo>
                    <a:pt x="3738396" y="1490737"/>
                  </a:lnTo>
                  <a:lnTo>
                    <a:pt x="3738554" y="1490737"/>
                  </a:lnTo>
                  <a:lnTo>
                    <a:pt x="3738711" y="1490737"/>
                  </a:lnTo>
                  <a:lnTo>
                    <a:pt x="3738869" y="1490737"/>
                  </a:lnTo>
                  <a:lnTo>
                    <a:pt x="3738869" y="1490306"/>
                  </a:lnTo>
                  <a:lnTo>
                    <a:pt x="3739027" y="1490306"/>
                  </a:lnTo>
                  <a:lnTo>
                    <a:pt x="3739184" y="1490306"/>
                  </a:lnTo>
                  <a:lnTo>
                    <a:pt x="3739184" y="1489876"/>
                  </a:lnTo>
                  <a:lnTo>
                    <a:pt x="3739184" y="1489445"/>
                  </a:lnTo>
                  <a:lnTo>
                    <a:pt x="3739342" y="1489445"/>
                  </a:lnTo>
                  <a:lnTo>
                    <a:pt x="3739342" y="1489014"/>
                  </a:lnTo>
                  <a:lnTo>
                    <a:pt x="3739500" y="1489014"/>
                  </a:lnTo>
                  <a:lnTo>
                    <a:pt x="3739658" y="1489014"/>
                  </a:lnTo>
                  <a:lnTo>
                    <a:pt x="3739815" y="1489014"/>
                  </a:lnTo>
                  <a:lnTo>
                    <a:pt x="3739973" y="1489014"/>
                  </a:lnTo>
                  <a:lnTo>
                    <a:pt x="3739973" y="1488584"/>
                  </a:lnTo>
                  <a:lnTo>
                    <a:pt x="3740131" y="1488584"/>
                  </a:lnTo>
                  <a:lnTo>
                    <a:pt x="3740288" y="1488584"/>
                  </a:lnTo>
                  <a:lnTo>
                    <a:pt x="3740446" y="1488584"/>
                  </a:lnTo>
                  <a:lnTo>
                    <a:pt x="3740604" y="1488584"/>
                  </a:lnTo>
                  <a:lnTo>
                    <a:pt x="3740762" y="1488584"/>
                  </a:lnTo>
                  <a:lnTo>
                    <a:pt x="3740919" y="1488584"/>
                  </a:lnTo>
                  <a:lnTo>
                    <a:pt x="3740919" y="1488153"/>
                  </a:lnTo>
                  <a:lnTo>
                    <a:pt x="3741077" y="1488153"/>
                  </a:lnTo>
                  <a:lnTo>
                    <a:pt x="3741235" y="1488153"/>
                  </a:lnTo>
                  <a:lnTo>
                    <a:pt x="3741392" y="1488153"/>
                  </a:lnTo>
                  <a:lnTo>
                    <a:pt x="3741550" y="1488153"/>
                  </a:lnTo>
                  <a:lnTo>
                    <a:pt x="3741708" y="1488153"/>
                  </a:lnTo>
                  <a:lnTo>
                    <a:pt x="3741866" y="1488153"/>
                  </a:lnTo>
                  <a:lnTo>
                    <a:pt x="3742023" y="1488153"/>
                  </a:lnTo>
                  <a:lnTo>
                    <a:pt x="3742181" y="1488153"/>
                  </a:lnTo>
                  <a:lnTo>
                    <a:pt x="3742339" y="1488153"/>
                  </a:lnTo>
                  <a:lnTo>
                    <a:pt x="3742339" y="1487723"/>
                  </a:lnTo>
                  <a:lnTo>
                    <a:pt x="3742339" y="1487292"/>
                  </a:lnTo>
                  <a:lnTo>
                    <a:pt x="3742339" y="1486861"/>
                  </a:lnTo>
                  <a:lnTo>
                    <a:pt x="3742339" y="1486431"/>
                  </a:lnTo>
                  <a:lnTo>
                    <a:pt x="3742339" y="1486000"/>
                  </a:lnTo>
                  <a:lnTo>
                    <a:pt x="3742497" y="1486000"/>
                  </a:lnTo>
                  <a:lnTo>
                    <a:pt x="3742654" y="1486000"/>
                  </a:lnTo>
                  <a:lnTo>
                    <a:pt x="3742654" y="1485570"/>
                  </a:lnTo>
                  <a:lnTo>
                    <a:pt x="3742812" y="1485570"/>
                  </a:lnTo>
                  <a:lnTo>
                    <a:pt x="3742970" y="1485570"/>
                  </a:lnTo>
                  <a:lnTo>
                    <a:pt x="3743127" y="1485570"/>
                  </a:lnTo>
                  <a:lnTo>
                    <a:pt x="3743285" y="1485570"/>
                  </a:lnTo>
                  <a:lnTo>
                    <a:pt x="3743443" y="1485570"/>
                  </a:lnTo>
                  <a:lnTo>
                    <a:pt x="3743601" y="1485570"/>
                  </a:lnTo>
                  <a:lnTo>
                    <a:pt x="3743758" y="1485570"/>
                  </a:lnTo>
                  <a:lnTo>
                    <a:pt x="3743916" y="1485570"/>
                  </a:lnTo>
                  <a:lnTo>
                    <a:pt x="3744074" y="1485570"/>
                  </a:lnTo>
                  <a:lnTo>
                    <a:pt x="3744231" y="1485570"/>
                  </a:lnTo>
                  <a:lnTo>
                    <a:pt x="3744389" y="1485570"/>
                  </a:lnTo>
                  <a:lnTo>
                    <a:pt x="3744547" y="1485570"/>
                  </a:lnTo>
                  <a:lnTo>
                    <a:pt x="3744705" y="1485570"/>
                  </a:lnTo>
                  <a:lnTo>
                    <a:pt x="3744705" y="1485139"/>
                  </a:lnTo>
                  <a:lnTo>
                    <a:pt x="3744862" y="1485139"/>
                  </a:lnTo>
                  <a:lnTo>
                    <a:pt x="3744862" y="1484708"/>
                  </a:lnTo>
                  <a:lnTo>
                    <a:pt x="3745020" y="1484708"/>
                  </a:lnTo>
                  <a:lnTo>
                    <a:pt x="3745178" y="1484708"/>
                  </a:lnTo>
                  <a:lnTo>
                    <a:pt x="3745335" y="1484708"/>
                  </a:lnTo>
                  <a:lnTo>
                    <a:pt x="3745493" y="1484708"/>
                  </a:lnTo>
                  <a:lnTo>
                    <a:pt x="3745651" y="1484708"/>
                  </a:lnTo>
                  <a:lnTo>
                    <a:pt x="3745809" y="1484708"/>
                  </a:lnTo>
                  <a:lnTo>
                    <a:pt x="3745966" y="1484708"/>
                  </a:lnTo>
                  <a:lnTo>
                    <a:pt x="3746124" y="1484708"/>
                  </a:lnTo>
                  <a:lnTo>
                    <a:pt x="3746282" y="1484708"/>
                  </a:lnTo>
                  <a:lnTo>
                    <a:pt x="3746439" y="1484708"/>
                  </a:lnTo>
                  <a:lnTo>
                    <a:pt x="3746597" y="1484708"/>
                  </a:lnTo>
                  <a:lnTo>
                    <a:pt x="3746755" y="1484708"/>
                  </a:lnTo>
                  <a:lnTo>
                    <a:pt x="3746913" y="1484708"/>
                  </a:lnTo>
                  <a:lnTo>
                    <a:pt x="3746913" y="1484278"/>
                  </a:lnTo>
                  <a:lnTo>
                    <a:pt x="3747070" y="1484278"/>
                  </a:lnTo>
                  <a:lnTo>
                    <a:pt x="3747228" y="1484278"/>
                  </a:lnTo>
                  <a:lnTo>
                    <a:pt x="3747386" y="1484278"/>
                  </a:lnTo>
                  <a:lnTo>
                    <a:pt x="3747544" y="1484278"/>
                  </a:lnTo>
                  <a:lnTo>
                    <a:pt x="3747701" y="1484278"/>
                  </a:lnTo>
                  <a:lnTo>
                    <a:pt x="3747859" y="1484278"/>
                  </a:lnTo>
                  <a:lnTo>
                    <a:pt x="3748017" y="1484278"/>
                  </a:lnTo>
                  <a:lnTo>
                    <a:pt x="3748174" y="1484278"/>
                  </a:lnTo>
                  <a:lnTo>
                    <a:pt x="3748332" y="1484278"/>
                  </a:lnTo>
                  <a:lnTo>
                    <a:pt x="3748490" y="1484278"/>
                  </a:lnTo>
                  <a:lnTo>
                    <a:pt x="3748648" y="1484278"/>
                  </a:lnTo>
                  <a:lnTo>
                    <a:pt x="3748805" y="1484278"/>
                  </a:lnTo>
                  <a:lnTo>
                    <a:pt x="3748963" y="1484278"/>
                  </a:lnTo>
                  <a:lnTo>
                    <a:pt x="3749121" y="1484278"/>
                  </a:lnTo>
                  <a:lnTo>
                    <a:pt x="3749278" y="1484278"/>
                  </a:lnTo>
                  <a:lnTo>
                    <a:pt x="3749436" y="1484278"/>
                  </a:lnTo>
                  <a:lnTo>
                    <a:pt x="3749436" y="1483847"/>
                  </a:lnTo>
                  <a:lnTo>
                    <a:pt x="3749594" y="1483847"/>
                  </a:lnTo>
                  <a:lnTo>
                    <a:pt x="3749752" y="1483847"/>
                  </a:lnTo>
                  <a:lnTo>
                    <a:pt x="3749909" y="1483847"/>
                  </a:lnTo>
                  <a:lnTo>
                    <a:pt x="3749909" y="1483417"/>
                  </a:lnTo>
                  <a:lnTo>
                    <a:pt x="3750067" y="1483417"/>
                  </a:lnTo>
                  <a:lnTo>
                    <a:pt x="3750225" y="1483417"/>
                  </a:lnTo>
                  <a:lnTo>
                    <a:pt x="3750225" y="1482986"/>
                  </a:lnTo>
                  <a:lnTo>
                    <a:pt x="3750382" y="1482986"/>
                  </a:lnTo>
                  <a:lnTo>
                    <a:pt x="3750540" y="1482986"/>
                  </a:lnTo>
                  <a:lnTo>
                    <a:pt x="3750698" y="1482986"/>
                  </a:lnTo>
                  <a:lnTo>
                    <a:pt x="3750856" y="1482986"/>
                  </a:lnTo>
                  <a:lnTo>
                    <a:pt x="3751013" y="1482986"/>
                  </a:lnTo>
                  <a:lnTo>
                    <a:pt x="3751171" y="1482986"/>
                  </a:lnTo>
                  <a:lnTo>
                    <a:pt x="3751329" y="1482986"/>
                  </a:lnTo>
                  <a:lnTo>
                    <a:pt x="3751486" y="1482986"/>
                  </a:lnTo>
                  <a:lnTo>
                    <a:pt x="3751644" y="1482986"/>
                  </a:lnTo>
                  <a:lnTo>
                    <a:pt x="3751802" y="1482986"/>
                  </a:lnTo>
                  <a:lnTo>
                    <a:pt x="3751960" y="1482986"/>
                  </a:lnTo>
                  <a:lnTo>
                    <a:pt x="3752117" y="1482986"/>
                  </a:lnTo>
                  <a:lnTo>
                    <a:pt x="3752117" y="1482555"/>
                  </a:lnTo>
                  <a:lnTo>
                    <a:pt x="3752275" y="1482555"/>
                  </a:lnTo>
                  <a:lnTo>
                    <a:pt x="3752433" y="1482555"/>
                  </a:lnTo>
                  <a:lnTo>
                    <a:pt x="3752590" y="1482555"/>
                  </a:lnTo>
                  <a:lnTo>
                    <a:pt x="3752748" y="1482555"/>
                  </a:lnTo>
                  <a:lnTo>
                    <a:pt x="3752906" y="1482555"/>
                  </a:lnTo>
                  <a:lnTo>
                    <a:pt x="3753064" y="1482555"/>
                  </a:lnTo>
                  <a:lnTo>
                    <a:pt x="3753221" y="1482555"/>
                  </a:lnTo>
                  <a:lnTo>
                    <a:pt x="3753221" y="1482125"/>
                  </a:lnTo>
                  <a:lnTo>
                    <a:pt x="3753379" y="1482125"/>
                  </a:lnTo>
                  <a:lnTo>
                    <a:pt x="3753537" y="1482125"/>
                  </a:lnTo>
                  <a:lnTo>
                    <a:pt x="3753695" y="1482125"/>
                  </a:lnTo>
                  <a:lnTo>
                    <a:pt x="3753852" y="1482125"/>
                  </a:lnTo>
                  <a:lnTo>
                    <a:pt x="3754010" y="1482125"/>
                  </a:lnTo>
                  <a:lnTo>
                    <a:pt x="3754168" y="1482125"/>
                  </a:lnTo>
                  <a:lnTo>
                    <a:pt x="3754325" y="1482125"/>
                  </a:lnTo>
                  <a:lnTo>
                    <a:pt x="3754483" y="1482125"/>
                  </a:lnTo>
                  <a:lnTo>
                    <a:pt x="3754641" y="1482125"/>
                  </a:lnTo>
                  <a:lnTo>
                    <a:pt x="3754799" y="1482125"/>
                  </a:lnTo>
                  <a:lnTo>
                    <a:pt x="3754956" y="1482125"/>
                  </a:lnTo>
                  <a:lnTo>
                    <a:pt x="3755114" y="1482125"/>
                  </a:lnTo>
                  <a:lnTo>
                    <a:pt x="3755272" y="1482125"/>
                  </a:lnTo>
                  <a:lnTo>
                    <a:pt x="3755272" y="1481694"/>
                  </a:lnTo>
                  <a:lnTo>
                    <a:pt x="3755429" y="1481694"/>
                  </a:lnTo>
                  <a:lnTo>
                    <a:pt x="3755429" y="1481264"/>
                  </a:lnTo>
                  <a:lnTo>
                    <a:pt x="3755587" y="1481264"/>
                  </a:lnTo>
                  <a:lnTo>
                    <a:pt x="3755745" y="1481264"/>
                  </a:lnTo>
                  <a:lnTo>
                    <a:pt x="3755903" y="1481264"/>
                  </a:lnTo>
                  <a:lnTo>
                    <a:pt x="3756060" y="1481264"/>
                  </a:lnTo>
                  <a:lnTo>
                    <a:pt x="3756060" y="1480833"/>
                  </a:lnTo>
                  <a:lnTo>
                    <a:pt x="3756218" y="1480833"/>
                  </a:lnTo>
                  <a:lnTo>
                    <a:pt x="3756376" y="1480833"/>
                  </a:lnTo>
                  <a:lnTo>
                    <a:pt x="3756533" y="1480833"/>
                  </a:lnTo>
                  <a:lnTo>
                    <a:pt x="3756691" y="1480833"/>
                  </a:lnTo>
                  <a:lnTo>
                    <a:pt x="3756849" y="1480833"/>
                  </a:lnTo>
                  <a:lnTo>
                    <a:pt x="3757007" y="1480833"/>
                  </a:lnTo>
                  <a:lnTo>
                    <a:pt x="3757164" y="1480833"/>
                  </a:lnTo>
                  <a:lnTo>
                    <a:pt x="3757164" y="1480402"/>
                  </a:lnTo>
                  <a:lnTo>
                    <a:pt x="3757322" y="1480402"/>
                  </a:lnTo>
                  <a:lnTo>
                    <a:pt x="3757480" y="1480402"/>
                  </a:lnTo>
                  <a:lnTo>
                    <a:pt x="3757637" y="1480402"/>
                  </a:lnTo>
                  <a:lnTo>
                    <a:pt x="3757795" y="1480402"/>
                  </a:lnTo>
                  <a:lnTo>
                    <a:pt x="3757953" y="1480402"/>
                  </a:lnTo>
                  <a:lnTo>
                    <a:pt x="3757953" y="1479972"/>
                  </a:lnTo>
                  <a:lnTo>
                    <a:pt x="3758111" y="1479972"/>
                  </a:lnTo>
                  <a:lnTo>
                    <a:pt x="3758268" y="1479972"/>
                  </a:lnTo>
                  <a:lnTo>
                    <a:pt x="3758426" y="1479972"/>
                  </a:lnTo>
                  <a:lnTo>
                    <a:pt x="3758584" y="1479972"/>
                  </a:lnTo>
                  <a:lnTo>
                    <a:pt x="3758742" y="1479972"/>
                  </a:lnTo>
                  <a:lnTo>
                    <a:pt x="3758899" y="1479972"/>
                  </a:lnTo>
                  <a:lnTo>
                    <a:pt x="3759057" y="1479972"/>
                  </a:lnTo>
                  <a:lnTo>
                    <a:pt x="3759057" y="1479541"/>
                  </a:lnTo>
                  <a:lnTo>
                    <a:pt x="3759057" y="1479111"/>
                  </a:lnTo>
                  <a:lnTo>
                    <a:pt x="3759215" y="1479111"/>
                  </a:lnTo>
                  <a:lnTo>
                    <a:pt x="3759372" y="1479111"/>
                  </a:lnTo>
                  <a:lnTo>
                    <a:pt x="3759530" y="1479111"/>
                  </a:lnTo>
                  <a:lnTo>
                    <a:pt x="3759688" y="1479111"/>
                  </a:lnTo>
                  <a:lnTo>
                    <a:pt x="3759846" y="1479111"/>
                  </a:lnTo>
                  <a:lnTo>
                    <a:pt x="3760003" y="1479111"/>
                  </a:lnTo>
                  <a:lnTo>
                    <a:pt x="3760161" y="1479111"/>
                  </a:lnTo>
                  <a:lnTo>
                    <a:pt x="3760319" y="1479111"/>
                  </a:lnTo>
                  <a:lnTo>
                    <a:pt x="3760476" y="1479111"/>
                  </a:lnTo>
                  <a:lnTo>
                    <a:pt x="3760634" y="1479111"/>
                  </a:lnTo>
                  <a:lnTo>
                    <a:pt x="3760792" y="1479111"/>
                  </a:lnTo>
                  <a:lnTo>
                    <a:pt x="3760950" y="1479111"/>
                  </a:lnTo>
                  <a:lnTo>
                    <a:pt x="3760950" y="1478680"/>
                  </a:lnTo>
                  <a:lnTo>
                    <a:pt x="3761107" y="1478680"/>
                  </a:lnTo>
                  <a:lnTo>
                    <a:pt x="3761265" y="1478680"/>
                  </a:lnTo>
                  <a:lnTo>
                    <a:pt x="3761423" y="1478680"/>
                  </a:lnTo>
                  <a:lnTo>
                    <a:pt x="3761580" y="1478680"/>
                  </a:lnTo>
                  <a:lnTo>
                    <a:pt x="3761738" y="1478680"/>
                  </a:lnTo>
                  <a:lnTo>
                    <a:pt x="3761738" y="1478249"/>
                  </a:lnTo>
                  <a:lnTo>
                    <a:pt x="3761896" y="1478249"/>
                  </a:lnTo>
                  <a:lnTo>
                    <a:pt x="3762054" y="1478249"/>
                  </a:lnTo>
                  <a:lnTo>
                    <a:pt x="3762211" y="1478249"/>
                  </a:lnTo>
                  <a:lnTo>
                    <a:pt x="3762369" y="1478249"/>
                  </a:lnTo>
                  <a:lnTo>
                    <a:pt x="3762527" y="1478249"/>
                  </a:lnTo>
                  <a:lnTo>
                    <a:pt x="3762684" y="1478249"/>
                  </a:lnTo>
                  <a:lnTo>
                    <a:pt x="3762842" y="1478249"/>
                  </a:lnTo>
                  <a:lnTo>
                    <a:pt x="3763000" y="1478249"/>
                  </a:lnTo>
                  <a:lnTo>
                    <a:pt x="3763158" y="1478249"/>
                  </a:lnTo>
                  <a:lnTo>
                    <a:pt x="3763315" y="1478249"/>
                  </a:lnTo>
                  <a:lnTo>
                    <a:pt x="3763473" y="1478249"/>
                  </a:lnTo>
                  <a:lnTo>
                    <a:pt x="3763473" y="1477819"/>
                  </a:lnTo>
                  <a:lnTo>
                    <a:pt x="3763631" y="1477819"/>
                  </a:lnTo>
                  <a:lnTo>
                    <a:pt x="3763631" y="1477388"/>
                  </a:lnTo>
                  <a:lnTo>
                    <a:pt x="3763788" y="1477388"/>
                  </a:lnTo>
                  <a:lnTo>
                    <a:pt x="3763946" y="1477388"/>
                  </a:lnTo>
                  <a:lnTo>
                    <a:pt x="3764104" y="1477388"/>
                  </a:lnTo>
                  <a:lnTo>
                    <a:pt x="3764262" y="1477388"/>
                  </a:lnTo>
                  <a:lnTo>
                    <a:pt x="3764262" y="1476958"/>
                  </a:lnTo>
                  <a:lnTo>
                    <a:pt x="3764419" y="1476958"/>
                  </a:lnTo>
                  <a:lnTo>
                    <a:pt x="3764577" y="1476958"/>
                  </a:lnTo>
                  <a:lnTo>
                    <a:pt x="3764577" y="1476527"/>
                  </a:lnTo>
                  <a:lnTo>
                    <a:pt x="3764735" y="1476527"/>
                  </a:lnTo>
                  <a:lnTo>
                    <a:pt x="3764893" y="1476527"/>
                  </a:lnTo>
                  <a:lnTo>
                    <a:pt x="3765050" y="1476527"/>
                  </a:lnTo>
                  <a:lnTo>
                    <a:pt x="3765050" y="1476096"/>
                  </a:lnTo>
                  <a:lnTo>
                    <a:pt x="3765050" y="1475666"/>
                  </a:lnTo>
                  <a:lnTo>
                    <a:pt x="3765208" y="1475666"/>
                  </a:lnTo>
                  <a:lnTo>
                    <a:pt x="3765366" y="1475666"/>
                  </a:lnTo>
                  <a:lnTo>
                    <a:pt x="3765366" y="1475235"/>
                  </a:lnTo>
                  <a:lnTo>
                    <a:pt x="3765523" y="1475235"/>
                  </a:lnTo>
                  <a:lnTo>
                    <a:pt x="3765681" y="1475235"/>
                  </a:lnTo>
                  <a:lnTo>
                    <a:pt x="3765839" y="1475235"/>
                  </a:lnTo>
                  <a:lnTo>
                    <a:pt x="3765839" y="1474805"/>
                  </a:lnTo>
                  <a:lnTo>
                    <a:pt x="3765997" y="1474805"/>
                  </a:lnTo>
                  <a:lnTo>
                    <a:pt x="3766154" y="1474805"/>
                  </a:lnTo>
                  <a:lnTo>
                    <a:pt x="3766312" y="1474805"/>
                  </a:lnTo>
                  <a:lnTo>
                    <a:pt x="3766312" y="1474374"/>
                  </a:lnTo>
                  <a:lnTo>
                    <a:pt x="3766470" y="1474374"/>
                  </a:lnTo>
                  <a:lnTo>
                    <a:pt x="3766627" y="1474374"/>
                  </a:lnTo>
                  <a:lnTo>
                    <a:pt x="3766785" y="1474374"/>
                  </a:lnTo>
                  <a:lnTo>
                    <a:pt x="3766943" y="1474374"/>
                  </a:lnTo>
                  <a:lnTo>
                    <a:pt x="3767101" y="1474374"/>
                  </a:lnTo>
                  <a:lnTo>
                    <a:pt x="3767101" y="1473943"/>
                  </a:lnTo>
                  <a:lnTo>
                    <a:pt x="3767101" y="1473513"/>
                  </a:lnTo>
                  <a:lnTo>
                    <a:pt x="3767258" y="1473513"/>
                  </a:lnTo>
                  <a:lnTo>
                    <a:pt x="3767258" y="1473082"/>
                  </a:lnTo>
                  <a:lnTo>
                    <a:pt x="3767416" y="1473082"/>
                  </a:lnTo>
                  <a:lnTo>
                    <a:pt x="3767574" y="1473082"/>
                  </a:lnTo>
                  <a:lnTo>
                    <a:pt x="3767731" y="1473082"/>
                  </a:lnTo>
                  <a:lnTo>
                    <a:pt x="3767731" y="1472652"/>
                  </a:lnTo>
                  <a:lnTo>
                    <a:pt x="3767889" y="1472652"/>
                  </a:lnTo>
                  <a:lnTo>
                    <a:pt x="3768047" y="1472652"/>
                  </a:lnTo>
                  <a:lnTo>
                    <a:pt x="3768047" y="1472221"/>
                  </a:lnTo>
                  <a:lnTo>
                    <a:pt x="3768205" y="1472221"/>
                  </a:lnTo>
                  <a:lnTo>
                    <a:pt x="3768362" y="1472221"/>
                  </a:lnTo>
                  <a:lnTo>
                    <a:pt x="3768520" y="1472221"/>
                  </a:lnTo>
                  <a:lnTo>
                    <a:pt x="3768520" y="1471790"/>
                  </a:lnTo>
                  <a:lnTo>
                    <a:pt x="3768678" y="1471790"/>
                  </a:lnTo>
                  <a:lnTo>
                    <a:pt x="3768835" y="1471790"/>
                  </a:lnTo>
                  <a:lnTo>
                    <a:pt x="3768993" y="1471790"/>
                  </a:lnTo>
                  <a:lnTo>
                    <a:pt x="3768993" y="1471360"/>
                  </a:lnTo>
                  <a:lnTo>
                    <a:pt x="3769151" y="1471360"/>
                  </a:lnTo>
                  <a:lnTo>
                    <a:pt x="3769309" y="1471360"/>
                  </a:lnTo>
                  <a:lnTo>
                    <a:pt x="3769466" y="1471360"/>
                  </a:lnTo>
                  <a:lnTo>
                    <a:pt x="3769624" y="1471360"/>
                  </a:lnTo>
                  <a:lnTo>
                    <a:pt x="3769624" y="1470929"/>
                  </a:lnTo>
                  <a:lnTo>
                    <a:pt x="3769624" y="1470499"/>
                  </a:lnTo>
                  <a:lnTo>
                    <a:pt x="3769782" y="1470499"/>
                  </a:lnTo>
                  <a:lnTo>
                    <a:pt x="3769940" y="1470499"/>
                  </a:lnTo>
                  <a:lnTo>
                    <a:pt x="3769940" y="1470068"/>
                  </a:lnTo>
                  <a:lnTo>
                    <a:pt x="3770097" y="1470068"/>
                  </a:lnTo>
                  <a:lnTo>
                    <a:pt x="3770255" y="1470068"/>
                  </a:lnTo>
                  <a:lnTo>
                    <a:pt x="3770413" y="1470068"/>
                  </a:lnTo>
                  <a:lnTo>
                    <a:pt x="3770413" y="1469637"/>
                  </a:lnTo>
                  <a:lnTo>
                    <a:pt x="3770570" y="1469637"/>
                  </a:lnTo>
                  <a:lnTo>
                    <a:pt x="3770728" y="1469637"/>
                  </a:lnTo>
                  <a:lnTo>
                    <a:pt x="3770728" y="1469207"/>
                  </a:lnTo>
                  <a:lnTo>
                    <a:pt x="3770886" y="1469207"/>
                  </a:lnTo>
                  <a:lnTo>
                    <a:pt x="3771044" y="1469207"/>
                  </a:lnTo>
                  <a:lnTo>
                    <a:pt x="3771201" y="1469207"/>
                  </a:lnTo>
                  <a:lnTo>
                    <a:pt x="3771359" y="1469207"/>
                  </a:lnTo>
                  <a:lnTo>
                    <a:pt x="3771517" y="1469207"/>
                  </a:lnTo>
                  <a:lnTo>
                    <a:pt x="3771674" y="1469207"/>
                  </a:lnTo>
                  <a:lnTo>
                    <a:pt x="3771832" y="1469207"/>
                  </a:lnTo>
                  <a:lnTo>
                    <a:pt x="3771990" y="1469207"/>
                  </a:lnTo>
                  <a:lnTo>
                    <a:pt x="3771990" y="1468776"/>
                  </a:lnTo>
                  <a:lnTo>
                    <a:pt x="3772148" y="1468776"/>
                  </a:lnTo>
                  <a:lnTo>
                    <a:pt x="3772305" y="1468776"/>
                  </a:lnTo>
                  <a:lnTo>
                    <a:pt x="3772463" y="1468776"/>
                  </a:lnTo>
                  <a:lnTo>
                    <a:pt x="3772621" y="1468776"/>
                  </a:lnTo>
                  <a:lnTo>
                    <a:pt x="3772621" y="1468346"/>
                  </a:lnTo>
                  <a:lnTo>
                    <a:pt x="3772778" y="1468346"/>
                  </a:lnTo>
                  <a:lnTo>
                    <a:pt x="3772936" y="1468346"/>
                  </a:lnTo>
                  <a:lnTo>
                    <a:pt x="3773094" y="1468346"/>
                  </a:lnTo>
                  <a:lnTo>
                    <a:pt x="3773252" y="1468346"/>
                  </a:lnTo>
                  <a:lnTo>
                    <a:pt x="3773252" y="1467915"/>
                  </a:lnTo>
                  <a:lnTo>
                    <a:pt x="3773409" y="1467915"/>
                  </a:lnTo>
                  <a:lnTo>
                    <a:pt x="3773567" y="1467915"/>
                  </a:lnTo>
                  <a:lnTo>
                    <a:pt x="3773725" y="1467915"/>
                  </a:lnTo>
                  <a:lnTo>
                    <a:pt x="3773882" y="1467915"/>
                  </a:lnTo>
                  <a:lnTo>
                    <a:pt x="3774040" y="1467915"/>
                  </a:lnTo>
                  <a:lnTo>
                    <a:pt x="3774198" y="1467915"/>
                  </a:lnTo>
                  <a:lnTo>
                    <a:pt x="3774356" y="1467915"/>
                  </a:lnTo>
                  <a:lnTo>
                    <a:pt x="3774513" y="1467915"/>
                  </a:lnTo>
                  <a:lnTo>
                    <a:pt x="3774671" y="1467915"/>
                  </a:lnTo>
                  <a:lnTo>
                    <a:pt x="3774829" y="1467915"/>
                  </a:lnTo>
                  <a:lnTo>
                    <a:pt x="3774986" y="1467915"/>
                  </a:lnTo>
                  <a:lnTo>
                    <a:pt x="3775144" y="1467915"/>
                  </a:lnTo>
                  <a:lnTo>
                    <a:pt x="3775144" y="1467484"/>
                  </a:lnTo>
                  <a:lnTo>
                    <a:pt x="3775302" y="1467484"/>
                  </a:lnTo>
                  <a:lnTo>
                    <a:pt x="3775460" y="1467484"/>
                  </a:lnTo>
                  <a:lnTo>
                    <a:pt x="3775617" y="1467484"/>
                  </a:lnTo>
                  <a:lnTo>
                    <a:pt x="3775775" y="1467484"/>
                  </a:lnTo>
                  <a:lnTo>
                    <a:pt x="3775933" y="1467484"/>
                  </a:lnTo>
                  <a:lnTo>
                    <a:pt x="3776091" y="1467484"/>
                  </a:lnTo>
                  <a:lnTo>
                    <a:pt x="3776091" y="1467054"/>
                  </a:lnTo>
                  <a:lnTo>
                    <a:pt x="3776248" y="1467054"/>
                  </a:lnTo>
                  <a:lnTo>
                    <a:pt x="3776248" y="1466623"/>
                  </a:lnTo>
                  <a:lnTo>
                    <a:pt x="3776406" y="1466623"/>
                  </a:lnTo>
                  <a:lnTo>
                    <a:pt x="3776564" y="1466623"/>
                  </a:lnTo>
                  <a:lnTo>
                    <a:pt x="3776721" y="1466623"/>
                  </a:lnTo>
                  <a:lnTo>
                    <a:pt x="3776879" y="1466623"/>
                  </a:lnTo>
                  <a:lnTo>
                    <a:pt x="3776879" y="1466193"/>
                  </a:lnTo>
                  <a:lnTo>
                    <a:pt x="3777037" y="1466193"/>
                  </a:lnTo>
                  <a:lnTo>
                    <a:pt x="3777195" y="1466193"/>
                  </a:lnTo>
                  <a:lnTo>
                    <a:pt x="3777352" y="1466193"/>
                  </a:lnTo>
                  <a:lnTo>
                    <a:pt x="3777510" y="1466193"/>
                  </a:lnTo>
                  <a:lnTo>
                    <a:pt x="3777668" y="1466193"/>
                  </a:lnTo>
                  <a:lnTo>
                    <a:pt x="3777825" y="1466193"/>
                  </a:lnTo>
                  <a:lnTo>
                    <a:pt x="3777983" y="1466193"/>
                  </a:lnTo>
                  <a:lnTo>
                    <a:pt x="3777983" y="1465762"/>
                  </a:lnTo>
                  <a:lnTo>
                    <a:pt x="3778141" y="1465762"/>
                  </a:lnTo>
                  <a:lnTo>
                    <a:pt x="3778299" y="1465762"/>
                  </a:lnTo>
                  <a:lnTo>
                    <a:pt x="3778456" y="1465762"/>
                  </a:lnTo>
                  <a:lnTo>
                    <a:pt x="3778614" y="1465762"/>
                  </a:lnTo>
                  <a:lnTo>
                    <a:pt x="3778772" y="1465762"/>
                  </a:lnTo>
                  <a:lnTo>
                    <a:pt x="3778929" y="1465762"/>
                  </a:lnTo>
                  <a:lnTo>
                    <a:pt x="3779087" y="1465762"/>
                  </a:lnTo>
                  <a:lnTo>
                    <a:pt x="3779087" y="1465331"/>
                  </a:lnTo>
                  <a:lnTo>
                    <a:pt x="3779245" y="1465331"/>
                  </a:lnTo>
                  <a:lnTo>
                    <a:pt x="3779403" y="1465331"/>
                  </a:lnTo>
                  <a:lnTo>
                    <a:pt x="3779560" y="1465331"/>
                  </a:lnTo>
                  <a:lnTo>
                    <a:pt x="3779560" y="1464901"/>
                  </a:lnTo>
                  <a:lnTo>
                    <a:pt x="3779718" y="1464901"/>
                  </a:lnTo>
                  <a:lnTo>
                    <a:pt x="3779876" y="1464901"/>
                  </a:lnTo>
                  <a:lnTo>
                    <a:pt x="3779876" y="1464470"/>
                  </a:lnTo>
                  <a:lnTo>
                    <a:pt x="3779876" y="1464040"/>
                  </a:lnTo>
                  <a:lnTo>
                    <a:pt x="3780033" y="1464040"/>
                  </a:lnTo>
                  <a:lnTo>
                    <a:pt x="3780191" y="1464040"/>
                  </a:lnTo>
                  <a:lnTo>
                    <a:pt x="3780349" y="1464040"/>
                  </a:lnTo>
                  <a:lnTo>
                    <a:pt x="3780507" y="1464040"/>
                  </a:lnTo>
                  <a:lnTo>
                    <a:pt x="3780664" y="1464040"/>
                  </a:lnTo>
                  <a:lnTo>
                    <a:pt x="3780822" y="1464040"/>
                  </a:lnTo>
                  <a:lnTo>
                    <a:pt x="3780980" y="1464040"/>
                  </a:lnTo>
                  <a:lnTo>
                    <a:pt x="3781138" y="1464040"/>
                  </a:lnTo>
                  <a:lnTo>
                    <a:pt x="3781295" y="1464040"/>
                  </a:lnTo>
                  <a:lnTo>
                    <a:pt x="3781453" y="1464040"/>
                  </a:lnTo>
                  <a:lnTo>
                    <a:pt x="3781611" y="1464040"/>
                  </a:lnTo>
                  <a:lnTo>
                    <a:pt x="3781768" y="1464040"/>
                  </a:lnTo>
                  <a:lnTo>
                    <a:pt x="3781768" y="1463609"/>
                  </a:lnTo>
                  <a:lnTo>
                    <a:pt x="3781926" y="1463609"/>
                  </a:lnTo>
                  <a:lnTo>
                    <a:pt x="3781926" y="1463178"/>
                  </a:lnTo>
                  <a:lnTo>
                    <a:pt x="3782084" y="1463178"/>
                  </a:lnTo>
                  <a:lnTo>
                    <a:pt x="3782242" y="1463178"/>
                  </a:lnTo>
                  <a:lnTo>
                    <a:pt x="3782399" y="1463178"/>
                  </a:lnTo>
                  <a:lnTo>
                    <a:pt x="3782557" y="1463178"/>
                  </a:lnTo>
                  <a:lnTo>
                    <a:pt x="3782715" y="1463178"/>
                  </a:lnTo>
                  <a:lnTo>
                    <a:pt x="3782715" y="1462748"/>
                  </a:lnTo>
                  <a:lnTo>
                    <a:pt x="3782872" y="1462748"/>
                  </a:lnTo>
                  <a:lnTo>
                    <a:pt x="3782872" y="1462317"/>
                  </a:lnTo>
                  <a:lnTo>
                    <a:pt x="3782872" y="1461887"/>
                  </a:lnTo>
                  <a:lnTo>
                    <a:pt x="3783030" y="1461887"/>
                  </a:lnTo>
                  <a:lnTo>
                    <a:pt x="3783188" y="1461887"/>
                  </a:lnTo>
                  <a:lnTo>
                    <a:pt x="3783346" y="1461887"/>
                  </a:lnTo>
                  <a:lnTo>
                    <a:pt x="3783503" y="1461887"/>
                  </a:lnTo>
                  <a:lnTo>
                    <a:pt x="3783661" y="1461887"/>
                  </a:lnTo>
                  <a:lnTo>
                    <a:pt x="3783819" y="1461887"/>
                  </a:lnTo>
                  <a:lnTo>
                    <a:pt x="3783976" y="1461887"/>
                  </a:lnTo>
                  <a:lnTo>
                    <a:pt x="3784134" y="1461887"/>
                  </a:lnTo>
                  <a:lnTo>
                    <a:pt x="3784292" y="1461887"/>
                  </a:lnTo>
                  <a:lnTo>
                    <a:pt x="3784450" y="1461887"/>
                  </a:lnTo>
                  <a:lnTo>
                    <a:pt x="3784607" y="1461887"/>
                  </a:lnTo>
                  <a:lnTo>
                    <a:pt x="3784607" y="1461456"/>
                  </a:lnTo>
                  <a:lnTo>
                    <a:pt x="3784765" y="1461456"/>
                  </a:lnTo>
                  <a:lnTo>
                    <a:pt x="3784923" y="1461456"/>
                  </a:lnTo>
                  <a:lnTo>
                    <a:pt x="3784923" y="1461025"/>
                  </a:lnTo>
                  <a:lnTo>
                    <a:pt x="3784923" y="1460595"/>
                  </a:lnTo>
                  <a:lnTo>
                    <a:pt x="3785080" y="1460595"/>
                  </a:lnTo>
                  <a:lnTo>
                    <a:pt x="3785238" y="1460595"/>
                  </a:lnTo>
                  <a:lnTo>
                    <a:pt x="3785396" y="1460595"/>
                  </a:lnTo>
                  <a:lnTo>
                    <a:pt x="3785554" y="1460595"/>
                  </a:lnTo>
                  <a:lnTo>
                    <a:pt x="3785554" y="1460164"/>
                  </a:lnTo>
                  <a:lnTo>
                    <a:pt x="3785711" y="1460164"/>
                  </a:lnTo>
                  <a:lnTo>
                    <a:pt x="3785869" y="1460164"/>
                  </a:lnTo>
                  <a:lnTo>
                    <a:pt x="3786027" y="1460164"/>
                  </a:lnTo>
                  <a:lnTo>
                    <a:pt x="3786184" y="1460164"/>
                  </a:lnTo>
                  <a:lnTo>
                    <a:pt x="3786342" y="1460164"/>
                  </a:lnTo>
                  <a:lnTo>
                    <a:pt x="3786500" y="1460164"/>
                  </a:lnTo>
                  <a:lnTo>
                    <a:pt x="3786658" y="1460164"/>
                  </a:lnTo>
                  <a:lnTo>
                    <a:pt x="3786815" y="1460164"/>
                  </a:lnTo>
                  <a:lnTo>
                    <a:pt x="3786973" y="1460164"/>
                  </a:lnTo>
                  <a:lnTo>
                    <a:pt x="3787131" y="1460164"/>
                  </a:lnTo>
                  <a:lnTo>
                    <a:pt x="3787289" y="1460164"/>
                  </a:lnTo>
                  <a:lnTo>
                    <a:pt x="3787289" y="1459734"/>
                  </a:lnTo>
                  <a:lnTo>
                    <a:pt x="3787446" y="1459734"/>
                  </a:lnTo>
                  <a:lnTo>
                    <a:pt x="3787604" y="1459734"/>
                  </a:lnTo>
                  <a:lnTo>
                    <a:pt x="3787762" y="1459734"/>
                  </a:lnTo>
                  <a:lnTo>
                    <a:pt x="3787762" y="1459303"/>
                  </a:lnTo>
                  <a:lnTo>
                    <a:pt x="3787919" y="1459303"/>
                  </a:lnTo>
                  <a:lnTo>
                    <a:pt x="3788077" y="1459303"/>
                  </a:lnTo>
                  <a:lnTo>
                    <a:pt x="3788077" y="1458872"/>
                  </a:lnTo>
                  <a:lnTo>
                    <a:pt x="3788235" y="1458872"/>
                  </a:lnTo>
                  <a:lnTo>
                    <a:pt x="3788393" y="1458872"/>
                  </a:lnTo>
                  <a:lnTo>
                    <a:pt x="3788550" y="1458872"/>
                  </a:lnTo>
                  <a:lnTo>
                    <a:pt x="3788708" y="1458872"/>
                  </a:lnTo>
                  <a:lnTo>
                    <a:pt x="3788866" y="1458872"/>
                  </a:lnTo>
                  <a:lnTo>
                    <a:pt x="3789023" y="1458872"/>
                  </a:lnTo>
                  <a:lnTo>
                    <a:pt x="3789181" y="1458872"/>
                  </a:lnTo>
                  <a:lnTo>
                    <a:pt x="3789339" y="1458872"/>
                  </a:lnTo>
                  <a:lnTo>
                    <a:pt x="3789497" y="1458872"/>
                  </a:lnTo>
                  <a:lnTo>
                    <a:pt x="3789654" y="1458872"/>
                  </a:lnTo>
                  <a:lnTo>
                    <a:pt x="3789812" y="1458872"/>
                  </a:lnTo>
                  <a:lnTo>
                    <a:pt x="3789970" y="1458872"/>
                  </a:lnTo>
                  <a:lnTo>
                    <a:pt x="3790127" y="1458872"/>
                  </a:lnTo>
                  <a:lnTo>
                    <a:pt x="3790285" y="1458872"/>
                  </a:lnTo>
                  <a:lnTo>
                    <a:pt x="3790443" y="1458872"/>
                  </a:lnTo>
                  <a:lnTo>
                    <a:pt x="3790601" y="1458872"/>
                  </a:lnTo>
                  <a:lnTo>
                    <a:pt x="3790758" y="1458872"/>
                  </a:lnTo>
                  <a:lnTo>
                    <a:pt x="3790758" y="1458442"/>
                  </a:lnTo>
                  <a:lnTo>
                    <a:pt x="3790916" y="1458442"/>
                  </a:lnTo>
                  <a:lnTo>
                    <a:pt x="3790916" y="1458011"/>
                  </a:lnTo>
                  <a:lnTo>
                    <a:pt x="3791074" y="1458011"/>
                  </a:lnTo>
                  <a:lnTo>
                    <a:pt x="3791231" y="1458011"/>
                  </a:lnTo>
                  <a:lnTo>
                    <a:pt x="3791231" y="1457581"/>
                  </a:lnTo>
                  <a:lnTo>
                    <a:pt x="3791389" y="1457581"/>
                  </a:lnTo>
                  <a:lnTo>
                    <a:pt x="3791547" y="1457581"/>
                  </a:lnTo>
                  <a:lnTo>
                    <a:pt x="3791705" y="1457581"/>
                  </a:lnTo>
                  <a:lnTo>
                    <a:pt x="3791862" y="1457581"/>
                  </a:lnTo>
                  <a:lnTo>
                    <a:pt x="3792020" y="1457581"/>
                  </a:lnTo>
                  <a:lnTo>
                    <a:pt x="3792178" y="1457581"/>
                  </a:lnTo>
                  <a:lnTo>
                    <a:pt x="3792336" y="1457581"/>
                  </a:lnTo>
                  <a:lnTo>
                    <a:pt x="3792493" y="1457581"/>
                  </a:lnTo>
                  <a:lnTo>
                    <a:pt x="3792493" y="1457150"/>
                  </a:lnTo>
                  <a:lnTo>
                    <a:pt x="3792651" y="1457150"/>
                  </a:lnTo>
                  <a:lnTo>
                    <a:pt x="3792651" y="1456719"/>
                  </a:lnTo>
                  <a:lnTo>
                    <a:pt x="3792809" y="1456719"/>
                  </a:lnTo>
                  <a:lnTo>
                    <a:pt x="3792966" y="1456719"/>
                  </a:lnTo>
                  <a:lnTo>
                    <a:pt x="3793124" y="1456719"/>
                  </a:lnTo>
                  <a:lnTo>
                    <a:pt x="3793124" y="1456289"/>
                  </a:lnTo>
                  <a:lnTo>
                    <a:pt x="3793282" y="1456289"/>
                  </a:lnTo>
                  <a:lnTo>
                    <a:pt x="3793440" y="1456289"/>
                  </a:lnTo>
                  <a:lnTo>
                    <a:pt x="3793597" y="1456289"/>
                  </a:lnTo>
                  <a:lnTo>
                    <a:pt x="3793597" y="1455858"/>
                  </a:lnTo>
                  <a:lnTo>
                    <a:pt x="3793755" y="1455858"/>
                  </a:lnTo>
                  <a:lnTo>
                    <a:pt x="3793913" y="1455858"/>
                  </a:lnTo>
                  <a:lnTo>
                    <a:pt x="3794070" y="1455858"/>
                  </a:lnTo>
                  <a:lnTo>
                    <a:pt x="3794228" y="1455858"/>
                  </a:lnTo>
                  <a:lnTo>
                    <a:pt x="3794386" y="1455858"/>
                  </a:lnTo>
                  <a:lnTo>
                    <a:pt x="3794544" y="1455858"/>
                  </a:lnTo>
                  <a:lnTo>
                    <a:pt x="3794701" y="1455858"/>
                  </a:lnTo>
                  <a:lnTo>
                    <a:pt x="3794859" y="1455858"/>
                  </a:lnTo>
                  <a:lnTo>
                    <a:pt x="3794859" y="1455428"/>
                  </a:lnTo>
                  <a:lnTo>
                    <a:pt x="3795017" y="1455428"/>
                  </a:lnTo>
                  <a:lnTo>
                    <a:pt x="3795174" y="1455428"/>
                  </a:lnTo>
                  <a:lnTo>
                    <a:pt x="3795332" y="1455428"/>
                  </a:lnTo>
                  <a:lnTo>
                    <a:pt x="3795490" y="1455428"/>
                  </a:lnTo>
                  <a:lnTo>
                    <a:pt x="3795490" y="1454997"/>
                  </a:lnTo>
                  <a:lnTo>
                    <a:pt x="3795648" y="1454997"/>
                  </a:lnTo>
                  <a:lnTo>
                    <a:pt x="3795648" y="1454566"/>
                  </a:lnTo>
                  <a:lnTo>
                    <a:pt x="3795805" y="1454566"/>
                  </a:lnTo>
                  <a:lnTo>
                    <a:pt x="3795963" y="1454566"/>
                  </a:lnTo>
                  <a:lnTo>
                    <a:pt x="3796121" y="1454566"/>
                  </a:lnTo>
                  <a:lnTo>
                    <a:pt x="3796278" y="1454566"/>
                  </a:lnTo>
                  <a:lnTo>
                    <a:pt x="3796436" y="1454566"/>
                  </a:lnTo>
                  <a:lnTo>
                    <a:pt x="3796594" y="1454566"/>
                  </a:lnTo>
                  <a:lnTo>
                    <a:pt x="3796752" y="1454566"/>
                  </a:lnTo>
                  <a:lnTo>
                    <a:pt x="3796909" y="1454566"/>
                  </a:lnTo>
                  <a:lnTo>
                    <a:pt x="3797067" y="1454566"/>
                  </a:lnTo>
                  <a:lnTo>
                    <a:pt x="3797225" y="1454566"/>
                  </a:lnTo>
                  <a:lnTo>
                    <a:pt x="3797382" y="1454566"/>
                  </a:lnTo>
                  <a:lnTo>
                    <a:pt x="3797540" y="1454566"/>
                  </a:lnTo>
                  <a:lnTo>
                    <a:pt x="3797698" y="1454566"/>
                  </a:lnTo>
                  <a:lnTo>
                    <a:pt x="3797856" y="1454566"/>
                  </a:lnTo>
                  <a:lnTo>
                    <a:pt x="3798013" y="1454566"/>
                  </a:lnTo>
                  <a:lnTo>
                    <a:pt x="3798171" y="1454566"/>
                  </a:lnTo>
                  <a:lnTo>
                    <a:pt x="3798329" y="1454566"/>
                  </a:lnTo>
                  <a:lnTo>
                    <a:pt x="3798487" y="1454566"/>
                  </a:lnTo>
                  <a:lnTo>
                    <a:pt x="3798487" y="1454136"/>
                  </a:lnTo>
                  <a:lnTo>
                    <a:pt x="3798644" y="1454136"/>
                  </a:lnTo>
                  <a:lnTo>
                    <a:pt x="3798802" y="1454136"/>
                  </a:lnTo>
                  <a:lnTo>
                    <a:pt x="3798960" y="1454136"/>
                  </a:lnTo>
                  <a:lnTo>
                    <a:pt x="3798960" y="1453705"/>
                  </a:lnTo>
                  <a:lnTo>
                    <a:pt x="3799117" y="1453705"/>
                  </a:lnTo>
                  <a:lnTo>
                    <a:pt x="3799275" y="1453705"/>
                  </a:lnTo>
                  <a:lnTo>
                    <a:pt x="3799433" y="1453705"/>
                  </a:lnTo>
                  <a:lnTo>
                    <a:pt x="3799591" y="1453705"/>
                  </a:lnTo>
                  <a:lnTo>
                    <a:pt x="3799748" y="1453705"/>
                  </a:lnTo>
                  <a:lnTo>
                    <a:pt x="3799906" y="1453705"/>
                  </a:lnTo>
                  <a:lnTo>
                    <a:pt x="3800064" y="1453705"/>
                  </a:lnTo>
                  <a:lnTo>
                    <a:pt x="3800221" y="1453705"/>
                  </a:lnTo>
                  <a:lnTo>
                    <a:pt x="3800221" y="1453275"/>
                  </a:lnTo>
                  <a:lnTo>
                    <a:pt x="3800379" y="1453275"/>
                  </a:lnTo>
                  <a:lnTo>
                    <a:pt x="3800537" y="1453275"/>
                  </a:lnTo>
                  <a:lnTo>
                    <a:pt x="3800695" y="1453275"/>
                  </a:lnTo>
                  <a:lnTo>
                    <a:pt x="3800852" y="1453275"/>
                  </a:lnTo>
                  <a:lnTo>
                    <a:pt x="3801010" y="1453275"/>
                  </a:lnTo>
                  <a:lnTo>
                    <a:pt x="3801010" y="1452844"/>
                  </a:lnTo>
                  <a:lnTo>
                    <a:pt x="3801168" y="1452844"/>
                  </a:lnTo>
                  <a:lnTo>
                    <a:pt x="3801168" y="1452413"/>
                  </a:lnTo>
                  <a:lnTo>
                    <a:pt x="3801325" y="1452413"/>
                  </a:lnTo>
                  <a:lnTo>
                    <a:pt x="3801483" y="1452413"/>
                  </a:lnTo>
                  <a:lnTo>
                    <a:pt x="3801641" y="1452413"/>
                  </a:lnTo>
                  <a:lnTo>
                    <a:pt x="3801799" y="1452413"/>
                  </a:lnTo>
                  <a:lnTo>
                    <a:pt x="3801956" y="1452413"/>
                  </a:lnTo>
                  <a:lnTo>
                    <a:pt x="3802114" y="1452413"/>
                  </a:lnTo>
                  <a:lnTo>
                    <a:pt x="3802272" y="1452413"/>
                  </a:lnTo>
                  <a:lnTo>
                    <a:pt x="3802429" y="1452413"/>
                  </a:lnTo>
                  <a:lnTo>
                    <a:pt x="3802587" y="1452413"/>
                  </a:lnTo>
                  <a:lnTo>
                    <a:pt x="3802745" y="1452413"/>
                  </a:lnTo>
                  <a:lnTo>
                    <a:pt x="3802903" y="1452413"/>
                  </a:lnTo>
                  <a:lnTo>
                    <a:pt x="3803060" y="1452413"/>
                  </a:lnTo>
                  <a:lnTo>
                    <a:pt x="3803218" y="1452413"/>
                  </a:lnTo>
                  <a:lnTo>
                    <a:pt x="3803376" y="1452413"/>
                  </a:lnTo>
                  <a:lnTo>
                    <a:pt x="3803533" y="1452413"/>
                  </a:lnTo>
                  <a:lnTo>
                    <a:pt x="3803691" y="1452413"/>
                  </a:lnTo>
                  <a:lnTo>
                    <a:pt x="3803849" y="1452413"/>
                  </a:lnTo>
                  <a:lnTo>
                    <a:pt x="3804007" y="1452413"/>
                  </a:lnTo>
                  <a:lnTo>
                    <a:pt x="3804164" y="1452413"/>
                  </a:lnTo>
                  <a:lnTo>
                    <a:pt x="3804322" y="1452413"/>
                  </a:lnTo>
                  <a:lnTo>
                    <a:pt x="3804480" y="1452413"/>
                  </a:lnTo>
                  <a:lnTo>
                    <a:pt x="3804638" y="1452413"/>
                  </a:lnTo>
                  <a:lnTo>
                    <a:pt x="3804795" y="1452413"/>
                  </a:lnTo>
                  <a:lnTo>
                    <a:pt x="3804795" y="1451983"/>
                  </a:lnTo>
                  <a:lnTo>
                    <a:pt x="3804953" y="1451983"/>
                  </a:lnTo>
                  <a:lnTo>
                    <a:pt x="3804953" y="1451552"/>
                  </a:lnTo>
                  <a:lnTo>
                    <a:pt x="3805111" y="1451552"/>
                  </a:lnTo>
                  <a:lnTo>
                    <a:pt x="3805268" y="1451552"/>
                  </a:lnTo>
                  <a:lnTo>
                    <a:pt x="3805426" y="1451552"/>
                  </a:lnTo>
                  <a:lnTo>
                    <a:pt x="3805584" y="1451552"/>
                  </a:lnTo>
                  <a:lnTo>
                    <a:pt x="3805584" y="1451122"/>
                  </a:lnTo>
                  <a:lnTo>
                    <a:pt x="3805742" y="1451122"/>
                  </a:lnTo>
                  <a:lnTo>
                    <a:pt x="3805899" y="1451122"/>
                  </a:lnTo>
                  <a:lnTo>
                    <a:pt x="3806057" y="1451122"/>
                  </a:lnTo>
                  <a:lnTo>
                    <a:pt x="3806215" y="1451122"/>
                  </a:lnTo>
                  <a:lnTo>
                    <a:pt x="3806215" y="1450691"/>
                  </a:lnTo>
                  <a:lnTo>
                    <a:pt x="3806372" y="1450691"/>
                  </a:lnTo>
                  <a:lnTo>
                    <a:pt x="3806372" y="1450260"/>
                  </a:lnTo>
                  <a:lnTo>
                    <a:pt x="3806530" y="1450260"/>
                  </a:lnTo>
                  <a:lnTo>
                    <a:pt x="3806688" y="1450260"/>
                  </a:lnTo>
                  <a:lnTo>
                    <a:pt x="3806846" y="1450260"/>
                  </a:lnTo>
                  <a:lnTo>
                    <a:pt x="3807003" y="1450260"/>
                  </a:lnTo>
                  <a:lnTo>
                    <a:pt x="3807161" y="1450260"/>
                  </a:lnTo>
                  <a:lnTo>
                    <a:pt x="3807319" y="1450260"/>
                  </a:lnTo>
                  <a:lnTo>
                    <a:pt x="3807476" y="1450260"/>
                  </a:lnTo>
                  <a:lnTo>
                    <a:pt x="3807476" y="1449830"/>
                  </a:lnTo>
                  <a:lnTo>
                    <a:pt x="3807634" y="1449830"/>
                  </a:lnTo>
                  <a:lnTo>
                    <a:pt x="3807792" y="1449830"/>
                  </a:lnTo>
                  <a:lnTo>
                    <a:pt x="3807950" y="1449830"/>
                  </a:lnTo>
                  <a:lnTo>
                    <a:pt x="3808107" y="1449830"/>
                  </a:lnTo>
                  <a:lnTo>
                    <a:pt x="3808107" y="1449399"/>
                  </a:lnTo>
                  <a:lnTo>
                    <a:pt x="3808265" y="1449399"/>
                  </a:lnTo>
                  <a:lnTo>
                    <a:pt x="3808265" y="1448969"/>
                  </a:lnTo>
                  <a:lnTo>
                    <a:pt x="3808423" y="1448969"/>
                  </a:lnTo>
                  <a:lnTo>
                    <a:pt x="3808423" y="1448538"/>
                  </a:lnTo>
                  <a:lnTo>
                    <a:pt x="3808580" y="1448538"/>
                  </a:lnTo>
                  <a:lnTo>
                    <a:pt x="3808738" y="1448538"/>
                  </a:lnTo>
                  <a:lnTo>
                    <a:pt x="3808738" y="1448107"/>
                  </a:lnTo>
                  <a:lnTo>
                    <a:pt x="3808896" y="1448107"/>
                  </a:lnTo>
                  <a:lnTo>
                    <a:pt x="3809054" y="1448107"/>
                  </a:lnTo>
                  <a:lnTo>
                    <a:pt x="3809211" y="1448107"/>
                  </a:lnTo>
                  <a:lnTo>
                    <a:pt x="3809211" y="1447677"/>
                  </a:lnTo>
                  <a:lnTo>
                    <a:pt x="3809369" y="1447677"/>
                  </a:lnTo>
                  <a:lnTo>
                    <a:pt x="3809527" y="1447677"/>
                  </a:lnTo>
                  <a:lnTo>
                    <a:pt x="3809527" y="1447246"/>
                  </a:lnTo>
                  <a:lnTo>
                    <a:pt x="3809527" y="1446816"/>
                  </a:lnTo>
                  <a:lnTo>
                    <a:pt x="3809685" y="1446816"/>
                  </a:lnTo>
                  <a:lnTo>
                    <a:pt x="3809842" y="1446816"/>
                  </a:lnTo>
                  <a:lnTo>
                    <a:pt x="3809842" y="1446385"/>
                  </a:lnTo>
                  <a:lnTo>
                    <a:pt x="3810000" y="1446385"/>
                  </a:lnTo>
                  <a:lnTo>
                    <a:pt x="3810158" y="1446385"/>
                  </a:lnTo>
                  <a:lnTo>
                    <a:pt x="3810158" y="1445954"/>
                  </a:lnTo>
                  <a:lnTo>
                    <a:pt x="3810315" y="1445954"/>
                  </a:lnTo>
                  <a:lnTo>
                    <a:pt x="3810473" y="1445954"/>
                  </a:lnTo>
                  <a:lnTo>
                    <a:pt x="3810473" y="1445524"/>
                  </a:lnTo>
                  <a:lnTo>
                    <a:pt x="3810631" y="1445524"/>
                  </a:lnTo>
                  <a:lnTo>
                    <a:pt x="3810789" y="1445524"/>
                  </a:lnTo>
                  <a:lnTo>
                    <a:pt x="3810946" y="1445524"/>
                  </a:lnTo>
                  <a:lnTo>
                    <a:pt x="3811104" y="1445524"/>
                  </a:lnTo>
                  <a:lnTo>
                    <a:pt x="3811262" y="1445524"/>
                  </a:lnTo>
                  <a:lnTo>
                    <a:pt x="3811419" y="1445524"/>
                  </a:lnTo>
                  <a:lnTo>
                    <a:pt x="3811577" y="1445524"/>
                  </a:lnTo>
                  <a:lnTo>
                    <a:pt x="3811577" y="1445093"/>
                  </a:lnTo>
                  <a:lnTo>
                    <a:pt x="3811735" y="1445093"/>
                  </a:lnTo>
                  <a:lnTo>
                    <a:pt x="3811893" y="1445093"/>
                  </a:lnTo>
                  <a:lnTo>
                    <a:pt x="3812050" y="1445093"/>
                  </a:lnTo>
                  <a:lnTo>
                    <a:pt x="3812208" y="1445093"/>
                  </a:lnTo>
                  <a:lnTo>
                    <a:pt x="3812366" y="1445093"/>
                  </a:lnTo>
                  <a:lnTo>
                    <a:pt x="3812366" y="1444663"/>
                  </a:lnTo>
                  <a:lnTo>
                    <a:pt x="3812523" y="1444663"/>
                  </a:lnTo>
                  <a:lnTo>
                    <a:pt x="3812681" y="1444663"/>
                  </a:lnTo>
                  <a:lnTo>
                    <a:pt x="3812839" y="1444663"/>
                  </a:lnTo>
                  <a:lnTo>
                    <a:pt x="3812997" y="1444663"/>
                  </a:lnTo>
                  <a:lnTo>
                    <a:pt x="3813154" y="1444663"/>
                  </a:lnTo>
                  <a:lnTo>
                    <a:pt x="3813154" y="1444232"/>
                  </a:lnTo>
                  <a:lnTo>
                    <a:pt x="3813154" y="1443801"/>
                  </a:lnTo>
                  <a:lnTo>
                    <a:pt x="3813154" y="1443371"/>
                  </a:lnTo>
                  <a:lnTo>
                    <a:pt x="3813312" y="1443371"/>
                  </a:lnTo>
                  <a:lnTo>
                    <a:pt x="3813470" y="1443371"/>
                  </a:lnTo>
                  <a:lnTo>
                    <a:pt x="3813627" y="1443371"/>
                  </a:lnTo>
                  <a:lnTo>
                    <a:pt x="3813785" y="1443371"/>
                  </a:lnTo>
                  <a:lnTo>
                    <a:pt x="3813785" y="1442940"/>
                  </a:lnTo>
                  <a:lnTo>
                    <a:pt x="3813943" y="1442940"/>
                  </a:lnTo>
                  <a:lnTo>
                    <a:pt x="3814101" y="1442940"/>
                  </a:lnTo>
                  <a:lnTo>
                    <a:pt x="3814258" y="1442940"/>
                  </a:lnTo>
                  <a:lnTo>
                    <a:pt x="3814416" y="1442940"/>
                  </a:lnTo>
                  <a:lnTo>
                    <a:pt x="3814416" y="1442510"/>
                  </a:lnTo>
                  <a:lnTo>
                    <a:pt x="3814574" y="1442510"/>
                  </a:lnTo>
                  <a:lnTo>
                    <a:pt x="3814574" y="1442079"/>
                  </a:lnTo>
                  <a:lnTo>
                    <a:pt x="3814574" y="1441648"/>
                  </a:lnTo>
                  <a:lnTo>
                    <a:pt x="3814731" y="1441648"/>
                  </a:lnTo>
                  <a:lnTo>
                    <a:pt x="3814889" y="1441648"/>
                  </a:lnTo>
                  <a:lnTo>
                    <a:pt x="3815047" y="1441648"/>
                  </a:lnTo>
                  <a:lnTo>
                    <a:pt x="3815205" y="1441648"/>
                  </a:lnTo>
                  <a:lnTo>
                    <a:pt x="3815362" y="1441648"/>
                  </a:lnTo>
                  <a:lnTo>
                    <a:pt x="3815362" y="1441218"/>
                  </a:lnTo>
                  <a:lnTo>
                    <a:pt x="3815362" y="1440787"/>
                  </a:lnTo>
                  <a:lnTo>
                    <a:pt x="3815362" y="1440357"/>
                  </a:lnTo>
                  <a:lnTo>
                    <a:pt x="3815520" y="1440357"/>
                  </a:lnTo>
                  <a:lnTo>
                    <a:pt x="3815678" y="1440357"/>
                  </a:lnTo>
                  <a:lnTo>
                    <a:pt x="3815678" y="1439926"/>
                  </a:lnTo>
                  <a:lnTo>
                    <a:pt x="3815836" y="1439926"/>
                  </a:lnTo>
                  <a:lnTo>
                    <a:pt x="3815993" y="1439926"/>
                  </a:lnTo>
                  <a:lnTo>
                    <a:pt x="3816151" y="1439926"/>
                  </a:lnTo>
                  <a:lnTo>
                    <a:pt x="3816309" y="1439926"/>
                  </a:lnTo>
                  <a:lnTo>
                    <a:pt x="3816466" y="1439926"/>
                  </a:lnTo>
                  <a:lnTo>
                    <a:pt x="3816466" y="1439495"/>
                  </a:lnTo>
                  <a:lnTo>
                    <a:pt x="3816624" y="1439495"/>
                  </a:lnTo>
                  <a:lnTo>
                    <a:pt x="3816782" y="1439495"/>
                  </a:lnTo>
                  <a:lnTo>
                    <a:pt x="3816940" y="1439495"/>
                  </a:lnTo>
                  <a:lnTo>
                    <a:pt x="3817097" y="1439495"/>
                  </a:lnTo>
                  <a:lnTo>
                    <a:pt x="3817255" y="1439495"/>
                  </a:lnTo>
                  <a:lnTo>
                    <a:pt x="3817413" y="1439495"/>
                  </a:lnTo>
                  <a:lnTo>
                    <a:pt x="3817570" y="1439495"/>
                  </a:lnTo>
                  <a:lnTo>
                    <a:pt x="3817728" y="1439495"/>
                  </a:lnTo>
                  <a:lnTo>
                    <a:pt x="3817886" y="1439495"/>
                  </a:lnTo>
                  <a:lnTo>
                    <a:pt x="3818044" y="1439495"/>
                  </a:lnTo>
                  <a:lnTo>
                    <a:pt x="3818201" y="1439495"/>
                  </a:lnTo>
                  <a:lnTo>
                    <a:pt x="3818201" y="1439065"/>
                  </a:lnTo>
                  <a:lnTo>
                    <a:pt x="3818359" y="1439065"/>
                  </a:lnTo>
                  <a:lnTo>
                    <a:pt x="3818517" y="1439065"/>
                  </a:lnTo>
                  <a:lnTo>
                    <a:pt x="3818674" y="1439065"/>
                  </a:lnTo>
                  <a:lnTo>
                    <a:pt x="3818832" y="1439065"/>
                  </a:lnTo>
                  <a:lnTo>
                    <a:pt x="3818990" y="1439065"/>
                  </a:lnTo>
                  <a:lnTo>
                    <a:pt x="3819148" y="1439065"/>
                  </a:lnTo>
                  <a:lnTo>
                    <a:pt x="3819305" y="1439065"/>
                  </a:lnTo>
                  <a:lnTo>
                    <a:pt x="3819305" y="1438634"/>
                  </a:lnTo>
                  <a:lnTo>
                    <a:pt x="3819463" y="1438634"/>
                  </a:lnTo>
                  <a:lnTo>
                    <a:pt x="3819621" y="1438634"/>
                  </a:lnTo>
                  <a:lnTo>
                    <a:pt x="3819778" y="1438634"/>
                  </a:lnTo>
                  <a:lnTo>
                    <a:pt x="3819936" y="1438634"/>
                  </a:lnTo>
                  <a:lnTo>
                    <a:pt x="3820094" y="1438634"/>
                  </a:lnTo>
                  <a:lnTo>
                    <a:pt x="3820252" y="1438634"/>
                  </a:lnTo>
                  <a:lnTo>
                    <a:pt x="3820409" y="1438634"/>
                  </a:lnTo>
                  <a:lnTo>
                    <a:pt x="3820567" y="1438634"/>
                  </a:lnTo>
                  <a:lnTo>
                    <a:pt x="3820725" y="1438634"/>
                  </a:lnTo>
                  <a:lnTo>
                    <a:pt x="3820883" y="1438634"/>
                  </a:lnTo>
                  <a:lnTo>
                    <a:pt x="3821040" y="1438634"/>
                  </a:lnTo>
                  <a:lnTo>
                    <a:pt x="3821198" y="1438634"/>
                  </a:lnTo>
                  <a:lnTo>
                    <a:pt x="3821198" y="1438204"/>
                  </a:lnTo>
                  <a:lnTo>
                    <a:pt x="3821356" y="1438204"/>
                  </a:lnTo>
                  <a:lnTo>
                    <a:pt x="3821513" y="1438204"/>
                  </a:lnTo>
                  <a:lnTo>
                    <a:pt x="3821671" y="1438204"/>
                  </a:lnTo>
                  <a:lnTo>
                    <a:pt x="3821829" y="1438204"/>
                  </a:lnTo>
                  <a:lnTo>
                    <a:pt x="3821987" y="1438204"/>
                  </a:lnTo>
                  <a:lnTo>
                    <a:pt x="3821987" y="1437773"/>
                  </a:lnTo>
                  <a:lnTo>
                    <a:pt x="3822144" y="1437773"/>
                  </a:lnTo>
                  <a:lnTo>
                    <a:pt x="3822302" y="1437773"/>
                  </a:lnTo>
                  <a:lnTo>
                    <a:pt x="3822460" y="1437773"/>
                  </a:lnTo>
                  <a:lnTo>
                    <a:pt x="3822617" y="1437773"/>
                  </a:lnTo>
                  <a:lnTo>
                    <a:pt x="3822775" y="1437773"/>
                  </a:lnTo>
                  <a:lnTo>
                    <a:pt x="3822933" y="1437773"/>
                  </a:lnTo>
                  <a:lnTo>
                    <a:pt x="3823091" y="1437773"/>
                  </a:lnTo>
                  <a:lnTo>
                    <a:pt x="3823248" y="1437773"/>
                  </a:lnTo>
                  <a:lnTo>
                    <a:pt x="3823406" y="1437773"/>
                  </a:lnTo>
                  <a:lnTo>
                    <a:pt x="3823564" y="1437773"/>
                  </a:lnTo>
                  <a:lnTo>
                    <a:pt x="3823721" y="1437773"/>
                  </a:lnTo>
                  <a:lnTo>
                    <a:pt x="3823879" y="1437773"/>
                  </a:lnTo>
                  <a:lnTo>
                    <a:pt x="3824037" y="1437773"/>
                  </a:lnTo>
                  <a:lnTo>
                    <a:pt x="3824195" y="1437773"/>
                  </a:lnTo>
                  <a:lnTo>
                    <a:pt x="3824352" y="1437773"/>
                  </a:lnTo>
                  <a:lnTo>
                    <a:pt x="3824510" y="1437773"/>
                  </a:lnTo>
                  <a:lnTo>
                    <a:pt x="3824668" y="1437773"/>
                  </a:lnTo>
                  <a:lnTo>
                    <a:pt x="3824825" y="1437773"/>
                  </a:lnTo>
                  <a:lnTo>
                    <a:pt x="3824983" y="1437773"/>
                  </a:lnTo>
                  <a:lnTo>
                    <a:pt x="3824983" y="1437342"/>
                  </a:lnTo>
                  <a:lnTo>
                    <a:pt x="3825141" y="1437342"/>
                  </a:lnTo>
                  <a:lnTo>
                    <a:pt x="3825299" y="1437342"/>
                  </a:lnTo>
                  <a:lnTo>
                    <a:pt x="3825456" y="1437342"/>
                  </a:lnTo>
                  <a:lnTo>
                    <a:pt x="3825456" y="1436912"/>
                  </a:lnTo>
                  <a:lnTo>
                    <a:pt x="3825614" y="1436912"/>
                  </a:lnTo>
                  <a:lnTo>
                    <a:pt x="3825772" y="1436912"/>
                  </a:lnTo>
                  <a:lnTo>
                    <a:pt x="3825929" y="1436912"/>
                  </a:lnTo>
                  <a:lnTo>
                    <a:pt x="3826087" y="1436912"/>
                  </a:lnTo>
                  <a:lnTo>
                    <a:pt x="3826087" y="1436481"/>
                  </a:lnTo>
                  <a:lnTo>
                    <a:pt x="3826245" y="1436481"/>
                  </a:lnTo>
                  <a:lnTo>
                    <a:pt x="3826403" y="1436481"/>
                  </a:lnTo>
                  <a:lnTo>
                    <a:pt x="3826560" y="1436481"/>
                  </a:lnTo>
                  <a:lnTo>
                    <a:pt x="3826718" y="1436481"/>
                  </a:lnTo>
                  <a:lnTo>
                    <a:pt x="3826876" y="1436481"/>
                  </a:lnTo>
                  <a:lnTo>
                    <a:pt x="3827034" y="1436481"/>
                  </a:lnTo>
                  <a:lnTo>
                    <a:pt x="3827191" y="1436481"/>
                  </a:lnTo>
                  <a:lnTo>
                    <a:pt x="3827349" y="1436481"/>
                  </a:lnTo>
                  <a:lnTo>
                    <a:pt x="3827507" y="1436481"/>
                  </a:lnTo>
                  <a:lnTo>
                    <a:pt x="3827664" y="1436481"/>
                  </a:lnTo>
                  <a:lnTo>
                    <a:pt x="3827664" y="1436051"/>
                  </a:lnTo>
                  <a:lnTo>
                    <a:pt x="3827822" y="1436051"/>
                  </a:lnTo>
                  <a:lnTo>
                    <a:pt x="3827980" y="1436051"/>
                  </a:lnTo>
                  <a:lnTo>
                    <a:pt x="3828138" y="1436051"/>
                  </a:lnTo>
                  <a:lnTo>
                    <a:pt x="3828295" y="1436051"/>
                  </a:lnTo>
                  <a:lnTo>
                    <a:pt x="3828295" y="1435620"/>
                  </a:lnTo>
                  <a:lnTo>
                    <a:pt x="3828453" y="1435620"/>
                  </a:lnTo>
                  <a:lnTo>
                    <a:pt x="3828611" y="1435620"/>
                  </a:lnTo>
                  <a:lnTo>
                    <a:pt x="3828768" y="1435620"/>
                  </a:lnTo>
                  <a:lnTo>
                    <a:pt x="3828926" y="1435620"/>
                  </a:lnTo>
                  <a:lnTo>
                    <a:pt x="3829084" y="1435620"/>
                  </a:lnTo>
                  <a:lnTo>
                    <a:pt x="3829242" y="1435620"/>
                  </a:lnTo>
                  <a:lnTo>
                    <a:pt x="3829242" y="1435189"/>
                  </a:lnTo>
                  <a:lnTo>
                    <a:pt x="3829399" y="1435189"/>
                  </a:lnTo>
                  <a:lnTo>
                    <a:pt x="3829557" y="1435189"/>
                  </a:lnTo>
                  <a:lnTo>
                    <a:pt x="3829715" y="1435189"/>
                  </a:lnTo>
                  <a:lnTo>
                    <a:pt x="3829872" y="1435189"/>
                  </a:lnTo>
                  <a:lnTo>
                    <a:pt x="3830030" y="1435189"/>
                  </a:lnTo>
                  <a:lnTo>
                    <a:pt x="3830188" y="1435189"/>
                  </a:lnTo>
                  <a:lnTo>
                    <a:pt x="3830188" y="1434759"/>
                  </a:lnTo>
                  <a:lnTo>
                    <a:pt x="3830346" y="1434759"/>
                  </a:lnTo>
                  <a:lnTo>
                    <a:pt x="3830503" y="1434759"/>
                  </a:lnTo>
                  <a:lnTo>
                    <a:pt x="3830661" y="1434759"/>
                  </a:lnTo>
                  <a:lnTo>
                    <a:pt x="3830819" y="1434759"/>
                  </a:lnTo>
                  <a:lnTo>
                    <a:pt x="3830976" y="1434759"/>
                  </a:lnTo>
                  <a:lnTo>
                    <a:pt x="3831134" y="1434759"/>
                  </a:lnTo>
                  <a:lnTo>
                    <a:pt x="3831292" y="1434759"/>
                  </a:lnTo>
                  <a:lnTo>
                    <a:pt x="3831450" y="1434759"/>
                  </a:lnTo>
                  <a:lnTo>
                    <a:pt x="3831450" y="1434328"/>
                  </a:lnTo>
                  <a:lnTo>
                    <a:pt x="3831607" y="1434328"/>
                  </a:lnTo>
                  <a:lnTo>
                    <a:pt x="3831765" y="1434328"/>
                  </a:lnTo>
                  <a:lnTo>
                    <a:pt x="3831923" y="1434328"/>
                  </a:lnTo>
                  <a:lnTo>
                    <a:pt x="3832081" y="1434328"/>
                  </a:lnTo>
                  <a:lnTo>
                    <a:pt x="3832238" y="1434328"/>
                  </a:lnTo>
                  <a:lnTo>
                    <a:pt x="3832396" y="1434328"/>
                  </a:lnTo>
                  <a:lnTo>
                    <a:pt x="3832554" y="1434328"/>
                  </a:lnTo>
                  <a:lnTo>
                    <a:pt x="3832711" y="1434328"/>
                  </a:lnTo>
                  <a:lnTo>
                    <a:pt x="3832869" y="1434328"/>
                  </a:lnTo>
                  <a:lnTo>
                    <a:pt x="3833027" y="1434328"/>
                  </a:lnTo>
                  <a:lnTo>
                    <a:pt x="3833185" y="1434328"/>
                  </a:lnTo>
                  <a:lnTo>
                    <a:pt x="3833342" y="1434328"/>
                  </a:lnTo>
                  <a:lnTo>
                    <a:pt x="3833342" y="1433898"/>
                  </a:lnTo>
                  <a:lnTo>
                    <a:pt x="3833500" y="1433898"/>
                  </a:lnTo>
                  <a:lnTo>
                    <a:pt x="3833658" y="1433898"/>
                  </a:lnTo>
                  <a:lnTo>
                    <a:pt x="3833658" y="1433467"/>
                  </a:lnTo>
                  <a:lnTo>
                    <a:pt x="3833815" y="1433467"/>
                  </a:lnTo>
                  <a:lnTo>
                    <a:pt x="3833973" y="1433467"/>
                  </a:lnTo>
                  <a:lnTo>
                    <a:pt x="3834131" y="1433467"/>
                  </a:lnTo>
                  <a:lnTo>
                    <a:pt x="3834289" y="1433467"/>
                  </a:lnTo>
                  <a:lnTo>
                    <a:pt x="3834446" y="1433467"/>
                  </a:lnTo>
                  <a:lnTo>
                    <a:pt x="3834604" y="1433467"/>
                  </a:lnTo>
                  <a:lnTo>
                    <a:pt x="3834604" y="1433036"/>
                  </a:lnTo>
                  <a:lnTo>
                    <a:pt x="3834762" y="1433036"/>
                  </a:lnTo>
                  <a:lnTo>
                    <a:pt x="3834919" y="1433036"/>
                  </a:lnTo>
                  <a:lnTo>
                    <a:pt x="3835077" y="1433036"/>
                  </a:lnTo>
                  <a:lnTo>
                    <a:pt x="3835077" y="1432606"/>
                  </a:lnTo>
                  <a:lnTo>
                    <a:pt x="3835235" y="1432606"/>
                  </a:lnTo>
                  <a:lnTo>
                    <a:pt x="3835393" y="1432606"/>
                  </a:lnTo>
                  <a:lnTo>
                    <a:pt x="3835550" y="1432606"/>
                  </a:lnTo>
                  <a:lnTo>
                    <a:pt x="3835550" y="1432175"/>
                  </a:lnTo>
                  <a:lnTo>
                    <a:pt x="3835708" y="1432175"/>
                  </a:lnTo>
                  <a:lnTo>
                    <a:pt x="3835866" y="1432175"/>
                  </a:lnTo>
                  <a:lnTo>
                    <a:pt x="3836023" y="1432175"/>
                  </a:lnTo>
                  <a:lnTo>
                    <a:pt x="3836181" y="1432175"/>
                  </a:lnTo>
                  <a:lnTo>
                    <a:pt x="3836339" y="1432175"/>
                  </a:lnTo>
                  <a:lnTo>
                    <a:pt x="3836339" y="1431745"/>
                  </a:lnTo>
                  <a:lnTo>
                    <a:pt x="3836339" y="1431314"/>
                  </a:lnTo>
                  <a:lnTo>
                    <a:pt x="3836497" y="1431314"/>
                  </a:lnTo>
                  <a:lnTo>
                    <a:pt x="3836497" y="1430883"/>
                  </a:lnTo>
                  <a:lnTo>
                    <a:pt x="3836497" y="1430453"/>
                  </a:lnTo>
                  <a:lnTo>
                    <a:pt x="3836497" y="1430022"/>
                  </a:lnTo>
                  <a:lnTo>
                    <a:pt x="3836497" y="1429592"/>
                  </a:lnTo>
                  <a:lnTo>
                    <a:pt x="3836654" y="1429592"/>
                  </a:lnTo>
                  <a:lnTo>
                    <a:pt x="3836812" y="1429592"/>
                  </a:lnTo>
                  <a:lnTo>
                    <a:pt x="3836970" y="1429592"/>
                  </a:lnTo>
                  <a:lnTo>
                    <a:pt x="3837127" y="1429592"/>
                  </a:lnTo>
                  <a:lnTo>
                    <a:pt x="3837285" y="1429592"/>
                  </a:lnTo>
                  <a:lnTo>
                    <a:pt x="3837443" y="1429592"/>
                  </a:lnTo>
                  <a:lnTo>
                    <a:pt x="3837601" y="1429592"/>
                  </a:lnTo>
                  <a:lnTo>
                    <a:pt x="3837601" y="1429161"/>
                  </a:lnTo>
                  <a:lnTo>
                    <a:pt x="3837758" y="1429161"/>
                  </a:lnTo>
                  <a:lnTo>
                    <a:pt x="3837916" y="1429161"/>
                  </a:lnTo>
                  <a:lnTo>
                    <a:pt x="3837916" y="1428730"/>
                  </a:lnTo>
                  <a:lnTo>
                    <a:pt x="3838074" y="1428730"/>
                  </a:lnTo>
                  <a:lnTo>
                    <a:pt x="3838074" y="1428300"/>
                  </a:lnTo>
                  <a:lnTo>
                    <a:pt x="3838232" y="1428300"/>
                  </a:lnTo>
                  <a:lnTo>
                    <a:pt x="3838389" y="1428300"/>
                  </a:lnTo>
                  <a:lnTo>
                    <a:pt x="3838547" y="1428300"/>
                  </a:lnTo>
                  <a:lnTo>
                    <a:pt x="3838705" y="1428300"/>
                  </a:lnTo>
                  <a:lnTo>
                    <a:pt x="3838862" y="1428300"/>
                  </a:lnTo>
                  <a:lnTo>
                    <a:pt x="3839020" y="1428300"/>
                  </a:lnTo>
                  <a:lnTo>
                    <a:pt x="3839178" y="1428300"/>
                  </a:lnTo>
                  <a:lnTo>
                    <a:pt x="3839336" y="1428300"/>
                  </a:lnTo>
                  <a:lnTo>
                    <a:pt x="3839493" y="1428300"/>
                  </a:lnTo>
                  <a:lnTo>
                    <a:pt x="3839651" y="1428300"/>
                  </a:lnTo>
                  <a:lnTo>
                    <a:pt x="3839809" y="1428300"/>
                  </a:lnTo>
                  <a:lnTo>
                    <a:pt x="3839966" y="1428300"/>
                  </a:lnTo>
                  <a:lnTo>
                    <a:pt x="3840124" y="1428300"/>
                  </a:lnTo>
                  <a:lnTo>
                    <a:pt x="3840282" y="1428300"/>
                  </a:lnTo>
                  <a:lnTo>
                    <a:pt x="3840440" y="1428300"/>
                  </a:lnTo>
                  <a:lnTo>
                    <a:pt x="3840597" y="1428300"/>
                  </a:lnTo>
                  <a:lnTo>
                    <a:pt x="3840597" y="1427869"/>
                  </a:lnTo>
                  <a:lnTo>
                    <a:pt x="3840755" y="1427869"/>
                  </a:lnTo>
                  <a:lnTo>
                    <a:pt x="3840913" y="1427869"/>
                  </a:lnTo>
                  <a:lnTo>
                    <a:pt x="3841070" y="1427869"/>
                  </a:lnTo>
                  <a:lnTo>
                    <a:pt x="3841228" y="1427869"/>
                  </a:lnTo>
                  <a:lnTo>
                    <a:pt x="3841386" y="1427869"/>
                  </a:lnTo>
                  <a:lnTo>
                    <a:pt x="3841544" y="1427869"/>
                  </a:lnTo>
                  <a:lnTo>
                    <a:pt x="3841701" y="1427869"/>
                  </a:lnTo>
                  <a:lnTo>
                    <a:pt x="3841859" y="1427869"/>
                  </a:lnTo>
                  <a:lnTo>
                    <a:pt x="3842017" y="1427869"/>
                  </a:lnTo>
                  <a:lnTo>
                    <a:pt x="3842017" y="1427439"/>
                  </a:lnTo>
                  <a:lnTo>
                    <a:pt x="3842174" y="1427439"/>
                  </a:lnTo>
                  <a:lnTo>
                    <a:pt x="3842332" y="1427439"/>
                  </a:lnTo>
                  <a:lnTo>
                    <a:pt x="3842490" y="1427439"/>
                  </a:lnTo>
                  <a:lnTo>
                    <a:pt x="3842490" y="1427008"/>
                  </a:lnTo>
                  <a:lnTo>
                    <a:pt x="3842490" y="1426577"/>
                  </a:lnTo>
                  <a:lnTo>
                    <a:pt x="3842648" y="1426577"/>
                  </a:lnTo>
                  <a:lnTo>
                    <a:pt x="3842805" y="1426577"/>
                  </a:lnTo>
                  <a:lnTo>
                    <a:pt x="3842963" y="1426577"/>
                  </a:lnTo>
                  <a:lnTo>
                    <a:pt x="3843121" y="1426577"/>
                  </a:lnTo>
                  <a:lnTo>
                    <a:pt x="3843279" y="1426577"/>
                  </a:lnTo>
                  <a:lnTo>
                    <a:pt x="3843279" y="1426147"/>
                  </a:lnTo>
                  <a:lnTo>
                    <a:pt x="3843436" y="1426147"/>
                  </a:lnTo>
                  <a:lnTo>
                    <a:pt x="3843436" y="1425716"/>
                  </a:lnTo>
                  <a:lnTo>
                    <a:pt x="3843594" y="1425716"/>
                  </a:lnTo>
                  <a:lnTo>
                    <a:pt x="3843752" y="1425716"/>
                  </a:lnTo>
                  <a:lnTo>
                    <a:pt x="3843909" y="1425716"/>
                  </a:lnTo>
                  <a:lnTo>
                    <a:pt x="3844067" y="1425716"/>
                  </a:lnTo>
                  <a:lnTo>
                    <a:pt x="3844225" y="1425716"/>
                  </a:lnTo>
                  <a:lnTo>
                    <a:pt x="3844383" y="1425716"/>
                  </a:lnTo>
                  <a:lnTo>
                    <a:pt x="3844383" y="1425286"/>
                  </a:lnTo>
                  <a:lnTo>
                    <a:pt x="3844540" y="1425286"/>
                  </a:lnTo>
                  <a:lnTo>
                    <a:pt x="3844698" y="1425286"/>
                  </a:lnTo>
                  <a:lnTo>
                    <a:pt x="3844856" y="1425286"/>
                  </a:lnTo>
                  <a:lnTo>
                    <a:pt x="3844856" y="1424855"/>
                  </a:lnTo>
                  <a:lnTo>
                    <a:pt x="3845013" y="1424855"/>
                  </a:lnTo>
                  <a:lnTo>
                    <a:pt x="3845171" y="1424855"/>
                  </a:lnTo>
                  <a:lnTo>
                    <a:pt x="3845329" y="1424855"/>
                  </a:lnTo>
                  <a:lnTo>
                    <a:pt x="3845487" y="1424855"/>
                  </a:lnTo>
                  <a:lnTo>
                    <a:pt x="3845644" y="1424855"/>
                  </a:lnTo>
                  <a:lnTo>
                    <a:pt x="3845644" y="1424424"/>
                  </a:lnTo>
                  <a:lnTo>
                    <a:pt x="3845802" y="1424424"/>
                  </a:lnTo>
                  <a:lnTo>
                    <a:pt x="3845960" y="1424424"/>
                  </a:lnTo>
                  <a:lnTo>
                    <a:pt x="3846117" y="1424424"/>
                  </a:lnTo>
                  <a:lnTo>
                    <a:pt x="3846275" y="1424424"/>
                  </a:lnTo>
                  <a:lnTo>
                    <a:pt x="3846433" y="1424424"/>
                  </a:lnTo>
                  <a:lnTo>
                    <a:pt x="3846591" y="1424424"/>
                  </a:lnTo>
                  <a:lnTo>
                    <a:pt x="3846748" y="1424424"/>
                  </a:lnTo>
                  <a:lnTo>
                    <a:pt x="3846748" y="1423994"/>
                  </a:lnTo>
                  <a:lnTo>
                    <a:pt x="3846906" y="1423994"/>
                  </a:lnTo>
                  <a:lnTo>
                    <a:pt x="3846906" y="1423563"/>
                  </a:lnTo>
                  <a:lnTo>
                    <a:pt x="3846906" y="1423133"/>
                  </a:lnTo>
                  <a:lnTo>
                    <a:pt x="3847064" y="1423133"/>
                  </a:lnTo>
                  <a:lnTo>
                    <a:pt x="3847064" y="1422702"/>
                  </a:lnTo>
                  <a:lnTo>
                    <a:pt x="3847221" y="1422702"/>
                  </a:lnTo>
                  <a:lnTo>
                    <a:pt x="3847379" y="1422702"/>
                  </a:lnTo>
                  <a:lnTo>
                    <a:pt x="3847537" y="1422702"/>
                  </a:lnTo>
                  <a:lnTo>
                    <a:pt x="3847537" y="1422271"/>
                  </a:lnTo>
                  <a:lnTo>
                    <a:pt x="3847695" y="1422271"/>
                  </a:lnTo>
                  <a:lnTo>
                    <a:pt x="3847695" y="1421841"/>
                  </a:lnTo>
                  <a:lnTo>
                    <a:pt x="3847852" y="1421841"/>
                  </a:lnTo>
                  <a:lnTo>
                    <a:pt x="3847852" y="1421410"/>
                  </a:lnTo>
                  <a:lnTo>
                    <a:pt x="3847852" y="1420980"/>
                  </a:lnTo>
                  <a:lnTo>
                    <a:pt x="3848010" y="1420980"/>
                  </a:lnTo>
                  <a:lnTo>
                    <a:pt x="3848168" y="1420980"/>
                  </a:lnTo>
                  <a:lnTo>
                    <a:pt x="3848325" y="1420980"/>
                  </a:lnTo>
                  <a:lnTo>
                    <a:pt x="3848483" y="1420980"/>
                  </a:lnTo>
                  <a:lnTo>
                    <a:pt x="3848483" y="1420549"/>
                  </a:lnTo>
                  <a:lnTo>
                    <a:pt x="3848641" y="1420549"/>
                  </a:lnTo>
                  <a:lnTo>
                    <a:pt x="3848799" y="1420549"/>
                  </a:lnTo>
                  <a:lnTo>
                    <a:pt x="3848956" y="1420549"/>
                  </a:lnTo>
                  <a:lnTo>
                    <a:pt x="3849114" y="1420549"/>
                  </a:lnTo>
                  <a:lnTo>
                    <a:pt x="3849272" y="1420549"/>
                  </a:lnTo>
                  <a:lnTo>
                    <a:pt x="3849430" y="1420549"/>
                  </a:lnTo>
                  <a:lnTo>
                    <a:pt x="3849587" y="1420549"/>
                  </a:lnTo>
                  <a:lnTo>
                    <a:pt x="3849745" y="1420549"/>
                  </a:lnTo>
                  <a:lnTo>
                    <a:pt x="3849903" y="1420549"/>
                  </a:lnTo>
                  <a:lnTo>
                    <a:pt x="3850060" y="1420549"/>
                  </a:lnTo>
                  <a:lnTo>
                    <a:pt x="3850060" y="1420118"/>
                  </a:lnTo>
                  <a:lnTo>
                    <a:pt x="3850218" y="1420118"/>
                  </a:lnTo>
                  <a:lnTo>
                    <a:pt x="3850376" y="1420118"/>
                  </a:lnTo>
                  <a:lnTo>
                    <a:pt x="3850534" y="1420118"/>
                  </a:lnTo>
                  <a:lnTo>
                    <a:pt x="3850691" y="1420118"/>
                  </a:lnTo>
                  <a:lnTo>
                    <a:pt x="3850691" y="1419688"/>
                  </a:lnTo>
                  <a:lnTo>
                    <a:pt x="3850849" y="1419688"/>
                  </a:lnTo>
                  <a:lnTo>
                    <a:pt x="3851007" y="1419688"/>
                  </a:lnTo>
                  <a:lnTo>
                    <a:pt x="3851164" y="1419688"/>
                  </a:lnTo>
                  <a:lnTo>
                    <a:pt x="3851322" y="1419688"/>
                  </a:lnTo>
                  <a:lnTo>
                    <a:pt x="3851480" y="1419688"/>
                  </a:lnTo>
                  <a:lnTo>
                    <a:pt x="3851638" y="1419688"/>
                  </a:lnTo>
                  <a:lnTo>
                    <a:pt x="3851795" y="1419688"/>
                  </a:lnTo>
                  <a:lnTo>
                    <a:pt x="3851795" y="1419257"/>
                  </a:lnTo>
                  <a:lnTo>
                    <a:pt x="3851953" y="1419257"/>
                  </a:lnTo>
                  <a:lnTo>
                    <a:pt x="3851953" y="1418827"/>
                  </a:lnTo>
                  <a:lnTo>
                    <a:pt x="3852111" y="1418827"/>
                  </a:lnTo>
                  <a:lnTo>
                    <a:pt x="3852268" y="1418827"/>
                  </a:lnTo>
                  <a:lnTo>
                    <a:pt x="3852426" y="1418827"/>
                  </a:lnTo>
                  <a:lnTo>
                    <a:pt x="3852426" y="1418396"/>
                  </a:lnTo>
                  <a:lnTo>
                    <a:pt x="3852584" y="1418396"/>
                  </a:lnTo>
                  <a:lnTo>
                    <a:pt x="3852742" y="1418396"/>
                  </a:lnTo>
                  <a:lnTo>
                    <a:pt x="3852899" y="1418396"/>
                  </a:lnTo>
                  <a:lnTo>
                    <a:pt x="3852899" y="1417965"/>
                  </a:lnTo>
                  <a:lnTo>
                    <a:pt x="3853057" y="1417965"/>
                  </a:lnTo>
                  <a:lnTo>
                    <a:pt x="3853215" y="1417965"/>
                  </a:lnTo>
                  <a:lnTo>
                    <a:pt x="3853372" y="1417965"/>
                  </a:lnTo>
                  <a:lnTo>
                    <a:pt x="3853530" y="1417965"/>
                  </a:lnTo>
                  <a:lnTo>
                    <a:pt x="3853688" y="1417965"/>
                  </a:lnTo>
                  <a:lnTo>
                    <a:pt x="3853846" y="1417965"/>
                  </a:lnTo>
                  <a:lnTo>
                    <a:pt x="3854003" y="1417965"/>
                  </a:lnTo>
                  <a:lnTo>
                    <a:pt x="3854161" y="1417965"/>
                  </a:lnTo>
                  <a:lnTo>
                    <a:pt x="3854319" y="1417965"/>
                  </a:lnTo>
                  <a:lnTo>
                    <a:pt x="3854477" y="1417965"/>
                  </a:lnTo>
                  <a:lnTo>
                    <a:pt x="3854634" y="1417965"/>
                  </a:lnTo>
                  <a:lnTo>
                    <a:pt x="3854792" y="1417965"/>
                  </a:lnTo>
                  <a:lnTo>
                    <a:pt x="3854950" y="1417965"/>
                  </a:lnTo>
                  <a:lnTo>
                    <a:pt x="3855107" y="1417965"/>
                  </a:lnTo>
                  <a:lnTo>
                    <a:pt x="3855265" y="1417965"/>
                  </a:lnTo>
                  <a:lnTo>
                    <a:pt x="3855423" y="1417965"/>
                  </a:lnTo>
                  <a:lnTo>
                    <a:pt x="3855581" y="1417965"/>
                  </a:lnTo>
                  <a:lnTo>
                    <a:pt x="3855738" y="1417965"/>
                  </a:lnTo>
                  <a:lnTo>
                    <a:pt x="3855896" y="1417965"/>
                  </a:lnTo>
                  <a:lnTo>
                    <a:pt x="3855896" y="1417535"/>
                  </a:lnTo>
                  <a:lnTo>
                    <a:pt x="3856054" y="1417535"/>
                  </a:lnTo>
                  <a:lnTo>
                    <a:pt x="3856211" y="1417535"/>
                  </a:lnTo>
                  <a:lnTo>
                    <a:pt x="3856369" y="1417535"/>
                  </a:lnTo>
                  <a:lnTo>
                    <a:pt x="3856369" y="1417104"/>
                  </a:lnTo>
                  <a:lnTo>
                    <a:pt x="3856527" y="1417104"/>
                  </a:lnTo>
                  <a:lnTo>
                    <a:pt x="3856685" y="1417104"/>
                  </a:lnTo>
                  <a:lnTo>
                    <a:pt x="3856842" y="1417104"/>
                  </a:lnTo>
                  <a:lnTo>
                    <a:pt x="3857000" y="1417104"/>
                  </a:lnTo>
                  <a:lnTo>
                    <a:pt x="3857158" y="1417104"/>
                  </a:lnTo>
                  <a:lnTo>
                    <a:pt x="3857158" y="1416674"/>
                  </a:lnTo>
                  <a:lnTo>
                    <a:pt x="3857315" y="1416674"/>
                  </a:lnTo>
                  <a:lnTo>
                    <a:pt x="3857315" y="1416243"/>
                  </a:lnTo>
                  <a:lnTo>
                    <a:pt x="3857473" y="1416243"/>
                  </a:lnTo>
                  <a:lnTo>
                    <a:pt x="3857631" y="1416243"/>
                  </a:lnTo>
                  <a:lnTo>
                    <a:pt x="3857789" y="1416243"/>
                  </a:lnTo>
                  <a:lnTo>
                    <a:pt x="3857946" y="1416243"/>
                  </a:lnTo>
                  <a:lnTo>
                    <a:pt x="3857946" y="1415812"/>
                  </a:lnTo>
                  <a:lnTo>
                    <a:pt x="3858104" y="1415812"/>
                  </a:lnTo>
                  <a:lnTo>
                    <a:pt x="3858104" y="1415382"/>
                  </a:lnTo>
                  <a:lnTo>
                    <a:pt x="3858262" y="1415382"/>
                  </a:lnTo>
                  <a:lnTo>
                    <a:pt x="3858419" y="1415382"/>
                  </a:lnTo>
                  <a:lnTo>
                    <a:pt x="3858577" y="1415382"/>
                  </a:lnTo>
                  <a:lnTo>
                    <a:pt x="3858735" y="1415382"/>
                  </a:lnTo>
                  <a:lnTo>
                    <a:pt x="3858893" y="1415382"/>
                  </a:lnTo>
                  <a:lnTo>
                    <a:pt x="3859050" y="1415382"/>
                  </a:lnTo>
                  <a:lnTo>
                    <a:pt x="3859208" y="1415382"/>
                  </a:lnTo>
                  <a:lnTo>
                    <a:pt x="3859366" y="1415382"/>
                  </a:lnTo>
                  <a:lnTo>
                    <a:pt x="3859523" y="1415382"/>
                  </a:lnTo>
                  <a:lnTo>
                    <a:pt x="3859681" y="1415382"/>
                  </a:lnTo>
                  <a:lnTo>
                    <a:pt x="3859839" y="1415382"/>
                  </a:lnTo>
                  <a:lnTo>
                    <a:pt x="3859997" y="1415382"/>
                  </a:lnTo>
                  <a:lnTo>
                    <a:pt x="3859997" y="1414951"/>
                  </a:lnTo>
                  <a:lnTo>
                    <a:pt x="3860154" y="1414951"/>
                  </a:lnTo>
                  <a:lnTo>
                    <a:pt x="3860312" y="1414951"/>
                  </a:lnTo>
                  <a:lnTo>
                    <a:pt x="3860470" y="1414951"/>
                  </a:lnTo>
                  <a:lnTo>
                    <a:pt x="3860628" y="1414951"/>
                  </a:lnTo>
                  <a:lnTo>
                    <a:pt x="3860785" y="1414951"/>
                  </a:lnTo>
                  <a:lnTo>
                    <a:pt x="3860785" y="1414521"/>
                  </a:lnTo>
                  <a:lnTo>
                    <a:pt x="3860943" y="1414521"/>
                  </a:lnTo>
                  <a:lnTo>
                    <a:pt x="3861101" y="1414521"/>
                  </a:lnTo>
                  <a:lnTo>
                    <a:pt x="3861258" y="1414521"/>
                  </a:lnTo>
                  <a:lnTo>
                    <a:pt x="3861416" y="1414521"/>
                  </a:lnTo>
                  <a:lnTo>
                    <a:pt x="3861574" y="1414521"/>
                  </a:lnTo>
                  <a:lnTo>
                    <a:pt x="3861732" y="1414521"/>
                  </a:lnTo>
                  <a:lnTo>
                    <a:pt x="3861889" y="1414521"/>
                  </a:lnTo>
                  <a:lnTo>
                    <a:pt x="3862047" y="1414521"/>
                  </a:lnTo>
                  <a:lnTo>
                    <a:pt x="3862205" y="1414521"/>
                  </a:lnTo>
                  <a:lnTo>
                    <a:pt x="3862205" y="1414090"/>
                  </a:lnTo>
                  <a:lnTo>
                    <a:pt x="3862362" y="1414090"/>
                  </a:lnTo>
                  <a:lnTo>
                    <a:pt x="3862362" y="1413659"/>
                  </a:lnTo>
                  <a:lnTo>
                    <a:pt x="3862520" y="1413659"/>
                  </a:lnTo>
                  <a:lnTo>
                    <a:pt x="3862678" y="1413659"/>
                  </a:lnTo>
                  <a:lnTo>
                    <a:pt x="3862836" y="1413659"/>
                  </a:lnTo>
                  <a:lnTo>
                    <a:pt x="3862993" y="1413659"/>
                  </a:lnTo>
                  <a:lnTo>
                    <a:pt x="3863151" y="1413659"/>
                  </a:lnTo>
                  <a:lnTo>
                    <a:pt x="3863309" y="1413659"/>
                  </a:lnTo>
                  <a:lnTo>
                    <a:pt x="3863466" y="1413659"/>
                  </a:lnTo>
                  <a:lnTo>
                    <a:pt x="3863624" y="1413659"/>
                  </a:lnTo>
                  <a:lnTo>
                    <a:pt x="3863782" y="1413659"/>
                  </a:lnTo>
                  <a:lnTo>
                    <a:pt x="3863782" y="1413229"/>
                  </a:lnTo>
                  <a:lnTo>
                    <a:pt x="3863940" y="1413229"/>
                  </a:lnTo>
                  <a:lnTo>
                    <a:pt x="3864097" y="1413229"/>
                  </a:lnTo>
                  <a:lnTo>
                    <a:pt x="3864255" y="1413229"/>
                  </a:lnTo>
                  <a:lnTo>
                    <a:pt x="3864413" y="1413229"/>
                  </a:lnTo>
                  <a:lnTo>
                    <a:pt x="3864570" y="1413229"/>
                  </a:lnTo>
                  <a:lnTo>
                    <a:pt x="3864728" y="1413229"/>
                  </a:lnTo>
                  <a:lnTo>
                    <a:pt x="3864886" y="1413229"/>
                  </a:lnTo>
                  <a:lnTo>
                    <a:pt x="3865044" y="1413229"/>
                  </a:lnTo>
                  <a:lnTo>
                    <a:pt x="3865201" y="1413229"/>
                  </a:lnTo>
                  <a:lnTo>
                    <a:pt x="3865359" y="1413229"/>
                  </a:lnTo>
                  <a:lnTo>
                    <a:pt x="3865517" y="1413229"/>
                  </a:lnTo>
                  <a:lnTo>
                    <a:pt x="3865674" y="1413229"/>
                  </a:lnTo>
                  <a:lnTo>
                    <a:pt x="3865832" y="1413229"/>
                  </a:lnTo>
                  <a:lnTo>
                    <a:pt x="3865990" y="1413229"/>
                  </a:lnTo>
                  <a:lnTo>
                    <a:pt x="3866148" y="1413229"/>
                  </a:lnTo>
                  <a:lnTo>
                    <a:pt x="3866305" y="1413229"/>
                  </a:lnTo>
                  <a:lnTo>
                    <a:pt x="3866305" y="1412798"/>
                  </a:lnTo>
                  <a:lnTo>
                    <a:pt x="3866463" y="1412798"/>
                  </a:lnTo>
                  <a:lnTo>
                    <a:pt x="3866621" y="1412798"/>
                  </a:lnTo>
                  <a:lnTo>
                    <a:pt x="3866779" y="1412798"/>
                  </a:lnTo>
                  <a:lnTo>
                    <a:pt x="3866936" y="1412798"/>
                  </a:lnTo>
                  <a:lnTo>
                    <a:pt x="3867094" y="1412798"/>
                  </a:lnTo>
                  <a:lnTo>
                    <a:pt x="3867094" y="1412368"/>
                  </a:lnTo>
                  <a:lnTo>
                    <a:pt x="3867252" y="1412368"/>
                  </a:lnTo>
                  <a:lnTo>
                    <a:pt x="3867409" y="1412368"/>
                  </a:lnTo>
                  <a:lnTo>
                    <a:pt x="3867409" y="1411937"/>
                  </a:lnTo>
                  <a:lnTo>
                    <a:pt x="3867567" y="1411937"/>
                  </a:lnTo>
                  <a:lnTo>
                    <a:pt x="3867725" y="1411937"/>
                  </a:lnTo>
                  <a:lnTo>
                    <a:pt x="3867883" y="1411937"/>
                  </a:lnTo>
                  <a:lnTo>
                    <a:pt x="3868040" y="1411937"/>
                  </a:lnTo>
                  <a:lnTo>
                    <a:pt x="3868040" y="1411506"/>
                  </a:lnTo>
                  <a:lnTo>
                    <a:pt x="3868198" y="1411506"/>
                  </a:lnTo>
                  <a:lnTo>
                    <a:pt x="3868356" y="1411506"/>
                  </a:lnTo>
                  <a:lnTo>
                    <a:pt x="3868513" y="1411506"/>
                  </a:lnTo>
                  <a:lnTo>
                    <a:pt x="3868671" y="1411506"/>
                  </a:lnTo>
                  <a:lnTo>
                    <a:pt x="3868671" y="1411076"/>
                  </a:lnTo>
                  <a:lnTo>
                    <a:pt x="3868829" y="1411076"/>
                  </a:lnTo>
                  <a:lnTo>
                    <a:pt x="3868987" y="1411076"/>
                  </a:lnTo>
                  <a:lnTo>
                    <a:pt x="3868987" y="1410645"/>
                  </a:lnTo>
                  <a:lnTo>
                    <a:pt x="3869144" y="1410645"/>
                  </a:lnTo>
                  <a:lnTo>
                    <a:pt x="3869302" y="1410645"/>
                  </a:lnTo>
                  <a:lnTo>
                    <a:pt x="3869460" y="1410645"/>
                  </a:lnTo>
                  <a:lnTo>
                    <a:pt x="3869617" y="1410645"/>
                  </a:lnTo>
                  <a:lnTo>
                    <a:pt x="3869775" y="1410645"/>
                  </a:lnTo>
                  <a:lnTo>
                    <a:pt x="3869933" y="1410645"/>
                  </a:lnTo>
                  <a:lnTo>
                    <a:pt x="3870091" y="1410645"/>
                  </a:lnTo>
                  <a:lnTo>
                    <a:pt x="3870248" y="1410645"/>
                  </a:lnTo>
                  <a:lnTo>
                    <a:pt x="3870248" y="1410215"/>
                  </a:lnTo>
                  <a:lnTo>
                    <a:pt x="3870406" y="1410215"/>
                  </a:lnTo>
                  <a:lnTo>
                    <a:pt x="3870564" y="1410215"/>
                  </a:lnTo>
                  <a:lnTo>
                    <a:pt x="3870721" y="1410215"/>
                  </a:lnTo>
                  <a:lnTo>
                    <a:pt x="3870879" y="1410215"/>
                  </a:lnTo>
                  <a:lnTo>
                    <a:pt x="3871037" y="1410215"/>
                  </a:lnTo>
                  <a:lnTo>
                    <a:pt x="3871195" y="1410215"/>
                  </a:lnTo>
                  <a:lnTo>
                    <a:pt x="3871352" y="1410215"/>
                  </a:lnTo>
                  <a:lnTo>
                    <a:pt x="3871510" y="1410215"/>
                  </a:lnTo>
                  <a:lnTo>
                    <a:pt x="3871668" y="1410215"/>
                  </a:lnTo>
                  <a:lnTo>
                    <a:pt x="3871826" y="1410215"/>
                  </a:lnTo>
                  <a:lnTo>
                    <a:pt x="3871983" y="1410215"/>
                  </a:lnTo>
                  <a:lnTo>
                    <a:pt x="3872141" y="1410215"/>
                  </a:lnTo>
                  <a:lnTo>
                    <a:pt x="3872299" y="1410215"/>
                  </a:lnTo>
                  <a:lnTo>
                    <a:pt x="3872456" y="1410215"/>
                  </a:lnTo>
                  <a:lnTo>
                    <a:pt x="3872614" y="1410215"/>
                  </a:lnTo>
                  <a:lnTo>
                    <a:pt x="3872614" y="1409784"/>
                  </a:lnTo>
                  <a:lnTo>
                    <a:pt x="3872772" y="1409784"/>
                  </a:lnTo>
                  <a:lnTo>
                    <a:pt x="3872930" y="1409784"/>
                  </a:lnTo>
                  <a:lnTo>
                    <a:pt x="3873087" y="1409784"/>
                  </a:lnTo>
                  <a:lnTo>
                    <a:pt x="3873245" y="1409784"/>
                  </a:lnTo>
                  <a:lnTo>
                    <a:pt x="3873403" y="1409784"/>
                  </a:lnTo>
                  <a:lnTo>
                    <a:pt x="3873560" y="1409784"/>
                  </a:lnTo>
                  <a:lnTo>
                    <a:pt x="3873718" y="1409784"/>
                  </a:lnTo>
                  <a:lnTo>
                    <a:pt x="3873876" y="1409784"/>
                  </a:lnTo>
                  <a:lnTo>
                    <a:pt x="3873876" y="1409353"/>
                  </a:lnTo>
                  <a:lnTo>
                    <a:pt x="3873876" y="1408923"/>
                  </a:lnTo>
                  <a:lnTo>
                    <a:pt x="3874034" y="1408923"/>
                  </a:lnTo>
                  <a:lnTo>
                    <a:pt x="3874191" y="1408923"/>
                  </a:lnTo>
                  <a:lnTo>
                    <a:pt x="3874191" y="1408492"/>
                  </a:lnTo>
                  <a:lnTo>
                    <a:pt x="3874191" y="1408062"/>
                  </a:lnTo>
                  <a:lnTo>
                    <a:pt x="3874191" y="1407631"/>
                  </a:lnTo>
                  <a:lnTo>
                    <a:pt x="3874349" y="1407631"/>
                  </a:lnTo>
                  <a:lnTo>
                    <a:pt x="3874507" y="1407631"/>
                  </a:lnTo>
                  <a:lnTo>
                    <a:pt x="3874664" y="1407631"/>
                  </a:lnTo>
                  <a:lnTo>
                    <a:pt x="3874822" y="1407631"/>
                  </a:lnTo>
                  <a:lnTo>
                    <a:pt x="3874822" y="1407200"/>
                  </a:lnTo>
                  <a:lnTo>
                    <a:pt x="3874980" y="1407200"/>
                  </a:lnTo>
                  <a:lnTo>
                    <a:pt x="3875138" y="1407200"/>
                  </a:lnTo>
                  <a:lnTo>
                    <a:pt x="3875295" y="1407200"/>
                  </a:lnTo>
                  <a:lnTo>
                    <a:pt x="3875453" y="1407200"/>
                  </a:lnTo>
                  <a:lnTo>
                    <a:pt x="3875611" y="1407200"/>
                  </a:lnTo>
                  <a:lnTo>
                    <a:pt x="3875611" y="1406770"/>
                  </a:lnTo>
                  <a:lnTo>
                    <a:pt x="3875768" y="1406770"/>
                  </a:lnTo>
                  <a:lnTo>
                    <a:pt x="3875926" y="1406770"/>
                  </a:lnTo>
                  <a:lnTo>
                    <a:pt x="3876084" y="1406770"/>
                  </a:lnTo>
                  <a:lnTo>
                    <a:pt x="3876242" y="1406770"/>
                  </a:lnTo>
                  <a:lnTo>
                    <a:pt x="3876399" y="1406770"/>
                  </a:lnTo>
                  <a:lnTo>
                    <a:pt x="3876557" y="1406770"/>
                  </a:lnTo>
                  <a:lnTo>
                    <a:pt x="3876557" y="1406339"/>
                  </a:lnTo>
                  <a:lnTo>
                    <a:pt x="3876715" y="1406339"/>
                  </a:lnTo>
                  <a:lnTo>
                    <a:pt x="3876872" y="1406339"/>
                  </a:lnTo>
                  <a:lnTo>
                    <a:pt x="3877030" y="1406339"/>
                  </a:lnTo>
                  <a:lnTo>
                    <a:pt x="3877030" y="1405909"/>
                  </a:lnTo>
                  <a:lnTo>
                    <a:pt x="3877188" y="1405909"/>
                  </a:lnTo>
                  <a:lnTo>
                    <a:pt x="3877346" y="1405909"/>
                  </a:lnTo>
                  <a:lnTo>
                    <a:pt x="3877503" y="1405909"/>
                  </a:lnTo>
                  <a:lnTo>
                    <a:pt x="3877661" y="1405909"/>
                  </a:lnTo>
                  <a:lnTo>
                    <a:pt x="3877819" y="1405909"/>
                  </a:lnTo>
                  <a:lnTo>
                    <a:pt x="3877977" y="1405909"/>
                  </a:lnTo>
                  <a:lnTo>
                    <a:pt x="3878134" y="1405909"/>
                  </a:lnTo>
                  <a:lnTo>
                    <a:pt x="3878292" y="1405909"/>
                  </a:lnTo>
                  <a:lnTo>
                    <a:pt x="3878450" y="1405909"/>
                  </a:lnTo>
                  <a:lnTo>
                    <a:pt x="3878607" y="1405909"/>
                  </a:lnTo>
                  <a:lnTo>
                    <a:pt x="3878765" y="1405909"/>
                  </a:lnTo>
                  <a:lnTo>
                    <a:pt x="3878923" y="1405909"/>
                  </a:lnTo>
                  <a:lnTo>
                    <a:pt x="3879081" y="1405909"/>
                  </a:lnTo>
                  <a:lnTo>
                    <a:pt x="3879238" y="1405909"/>
                  </a:lnTo>
                  <a:lnTo>
                    <a:pt x="3879396" y="1405909"/>
                  </a:lnTo>
                  <a:lnTo>
                    <a:pt x="3879554" y="1405909"/>
                  </a:lnTo>
                  <a:lnTo>
                    <a:pt x="3879711" y="1405909"/>
                  </a:lnTo>
                  <a:lnTo>
                    <a:pt x="3879869" y="1405909"/>
                  </a:lnTo>
                  <a:lnTo>
                    <a:pt x="3880027" y="1405909"/>
                  </a:lnTo>
                  <a:lnTo>
                    <a:pt x="3880185" y="1405909"/>
                  </a:lnTo>
                  <a:lnTo>
                    <a:pt x="3880342" y="1405909"/>
                  </a:lnTo>
                  <a:lnTo>
                    <a:pt x="3880500" y="1405909"/>
                  </a:lnTo>
                  <a:lnTo>
                    <a:pt x="3880658" y="1405909"/>
                  </a:lnTo>
                  <a:lnTo>
                    <a:pt x="3880815" y="1405909"/>
                  </a:lnTo>
                  <a:lnTo>
                    <a:pt x="3880815" y="1405478"/>
                  </a:lnTo>
                  <a:lnTo>
                    <a:pt x="3880973" y="1405478"/>
                  </a:lnTo>
                  <a:lnTo>
                    <a:pt x="3881131" y="1405478"/>
                  </a:lnTo>
                  <a:lnTo>
                    <a:pt x="3881131" y="1405047"/>
                  </a:lnTo>
                  <a:lnTo>
                    <a:pt x="3881289" y="1405047"/>
                  </a:lnTo>
                  <a:lnTo>
                    <a:pt x="3881446" y="1405047"/>
                  </a:lnTo>
                  <a:lnTo>
                    <a:pt x="3881604" y="1405047"/>
                  </a:lnTo>
                  <a:lnTo>
                    <a:pt x="3881762" y="1405047"/>
                  </a:lnTo>
                  <a:lnTo>
                    <a:pt x="3881919" y="1405047"/>
                  </a:lnTo>
                  <a:lnTo>
                    <a:pt x="3881919" y="1404617"/>
                  </a:lnTo>
                  <a:lnTo>
                    <a:pt x="3882077" y="1404617"/>
                  </a:lnTo>
                  <a:lnTo>
                    <a:pt x="3882235" y="1404617"/>
                  </a:lnTo>
                  <a:lnTo>
                    <a:pt x="3882393" y="1404617"/>
                  </a:lnTo>
                  <a:lnTo>
                    <a:pt x="3882550" y="1404617"/>
                  </a:lnTo>
                  <a:lnTo>
                    <a:pt x="3882708" y="1404617"/>
                  </a:lnTo>
                  <a:lnTo>
                    <a:pt x="3882866" y="1404617"/>
                  </a:lnTo>
                  <a:lnTo>
                    <a:pt x="3883024" y="1404617"/>
                  </a:lnTo>
                  <a:lnTo>
                    <a:pt x="3883181" y="1404617"/>
                  </a:lnTo>
                  <a:lnTo>
                    <a:pt x="3883339" y="1404617"/>
                  </a:lnTo>
                  <a:lnTo>
                    <a:pt x="3883497" y="1404617"/>
                  </a:lnTo>
                  <a:lnTo>
                    <a:pt x="3883497" y="1404186"/>
                  </a:lnTo>
                  <a:lnTo>
                    <a:pt x="3883654" y="1404186"/>
                  </a:lnTo>
                  <a:lnTo>
                    <a:pt x="3883654" y="1403756"/>
                  </a:lnTo>
                  <a:lnTo>
                    <a:pt x="3883812" y="1403756"/>
                  </a:lnTo>
                  <a:lnTo>
                    <a:pt x="3883970" y="1403756"/>
                  </a:lnTo>
                  <a:lnTo>
                    <a:pt x="3884128" y="1403756"/>
                  </a:lnTo>
                  <a:lnTo>
                    <a:pt x="3884285" y="1403756"/>
                  </a:lnTo>
                  <a:lnTo>
                    <a:pt x="3884443" y="1403756"/>
                  </a:lnTo>
                  <a:lnTo>
                    <a:pt x="3884601" y="1403756"/>
                  </a:lnTo>
                  <a:lnTo>
                    <a:pt x="3884758" y="1403756"/>
                  </a:lnTo>
                  <a:lnTo>
                    <a:pt x="3884758" y="1403325"/>
                  </a:lnTo>
                  <a:lnTo>
                    <a:pt x="3884916" y="1403325"/>
                  </a:lnTo>
                  <a:lnTo>
                    <a:pt x="3885074" y="1403325"/>
                  </a:lnTo>
                  <a:lnTo>
                    <a:pt x="3885232" y="1403325"/>
                  </a:lnTo>
                  <a:lnTo>
                    <a:pt x="3885389" y="1403325"/>
                  </a:lnTo>
                  <a:lnTo>
                    <a:pt x="3885547" y="1403325"/>
                  </a:lnTo>
                  <a:lnTo>
                    <a:pt x="3885705" y="1403325"/>
                  </a:lnTo>
                  <a:lnTo>
                    <a:pt x="3885862" y="1403325"/>
                  </a:lnTo>
                  <a:lnTo>
                    <a:pt x="3886020" y="1403325"/>
                  </a:lnTo>
                  <a:lnTo>
                    <a:pt x="3886178" y="1403325"/>
                  </a:lnTo>
                  <a:lnTo>
                    <a:pt x="3886178" y="1402894"/>
                  </a:lnTo>
                  <a:lnTo>
                    <a:pt x="3886336" y="1402894"/>
                  </a:lnTo>
                  <a:lnTo>
                    <a:pt x="3886493" y="1402894"/>
                  </a:lnTo>
                  <a:lnTo>
                    <a:pt x="3886651" y="1402894"/>
                  </a:lnTo>
                  <a:lnTo>
                    <a:pt x="3886809" y="1402894"/>
                  </a:lnTo>
                  <a:lnTo>
                    <a:pt x="3886966" y="1402894"/>
                  </a:lnTo>
                  <a:lnTo>
                    <a:pt x="3887124" y="1402894"/>
                  </a:lnTo>
                  <a:lnTo>
                    <a:pt x="3887282" y="1402894"/>
                  </a:lnTo>
                  <a:lnTo>
                    <a:pt x="3887282" y="1402464"/>
                  </a:lnTo>
                  <a:lnTo>
                    <a:pt x="3887440" y="1402464"/>
                  </a:lnTo>
                  <a:lnTo>
                    <a:pt x="3887597" y="1402464"/>
                  </a:lnTo>
                  <a:lnTo>
                    <a:pt x="3887597" y="1402033"/>
                  </a:lnTo>
                  <a:lnTo>
                    <a:pt x="3887755" y="1402033"/>
                  </a:lnTo>
                  <a:lnTo>
                    <a:pt x="3887913" y="1402033"/>
                  </a:lnTo>
                  <a:lnTo>
                    <a:pt x="3888070" y="1402033"/>
                  </a:lnTo>
                  <a:lnTo>
                    <a:pt x="3888228" y="1402033"/>
                  </a:lnTo>
                  <a:lnTo>
                    <a:pt x="3888386" y="1402033"/>
                  </a:lnTo>
                  <a:lnTo>
                    <a:pt x="3888544" y="1402033"/>
                  </a:lnTo>
                  <a:lnTo>
                    <a:pt x="3888701" y="1402033"/>
                  </a:lnTo>
                  <a:lnTo>
                    <a:pt x="3888859" y="1402033"/>
                  </a:lnTo>
                  <a:lnTo>
                    <a:pt x="3889017" y="1402033"/>
                  </a:lnTo>
                  <a:lnTo>
                    <a:pt x="3889175" y="1402033"/>
                  </a:lnTo>
                  <a:lnTo>
                    <a:pt x="3889332" y="1402033"/>
                  </a:lnTo>
                  <a:lnTo>
                    <a:pt x="3889490" y="1402033"/>
                  </a:lnTo>
                  <a:lnTo>
                    <a:pt x="3889648" y="1402033"/>
                  </a:lnTo>
                  <a:lnTo>
                    <a:pt x="3889805" y="1402033"/>
                  </a:lnTo>
                  <a:lnTo>
                    <a:pt x="3889963" y="1402033"/>
                  </a:lnTo>
                  <a:lnTo>
                    <a:pt x="3889963" y="1401603"/>
                  </a:lnTo>
                  <a:lnTo>
                    <a:pt x="3890121" y="1401603"/>
                  </a:lnTo>
                  <a:lnTo>
                    <a:pt x="3890279" y="1401603"/>
                  </a:lnTo>
                  <a:lnTo>
                    <a:pt x="3890279" y="1401172"/>
                  </a:lnTo>
                  <a:lnTo>
                    <a:pt x="3890436" y="1401172"/>
                  </a:lnTo>
                  <a:lnTo>
                    <a:pt x="3890594" y="1401172"/>
                  </a:lnTo>
                  <a:lnTo>
                    <a:pt x="3890752" y="1401172"/>
                  </a:lnTo>
                  <a:lnTo>
                    <a:pt x="3890909" y="1401172"/>
                  </a:lnTo>
                  <a:lnTo>
                    <a:pt x="3891067" y="1401172"/>
                  </a:lnTo>
                  <a:lnTo>
                    <a:pt x="3891225" y="1401172"/>
                  </a:lnTo>
                  <a:lnTo>
                    <a:pt x="3891383" y="1401172"/>
                  </a:lnTo>
                  <a:lnTo>
                    <a:pt x="3891383" y="1400741"/>
                  </a:lnTo>
                  <a:lnTo>
                    <a:pt x="3891540" y="1400741"/>
                  </a:lnTo>
                  <a:lnTo>
                    <a:pt x="3891698" y="1400741"/>
                  </a:lnTo>
                  <a:lnTo>
                    <a:pt x="3891856" y="1400741"/>
                  </a:lnTo>
                  <a:lnTo>
                    <a:pt x="3892013" y="1400741"/>
                  </a:lnTo>
                  <a:lnTo>
                    <a:pt x="3892171" y="1400741"/>
                  </a:lnTo>
                  <a:lnTo>
                    <a:pt x="3892329" y="1400741"/>
                  </a:lnTo>
                  <a:lnTo>
                    <a:pt x="3892487" y="1400741"/>
                  </a:lnTo>
                  <a:lnTo>
                    <a:pt x="3892487" y="1400311"/>
                  </a:lnTo>
                  <a:lnTo>
                    <a:pt x="3892644" y="1400311"/>
                  </a:lnTo>
                  <a:lnTo>
                    <a:pt x="3892644" y="1399880"/>
                  </a:lnTo>
                  <a:lnTo>
                    <a:pt x="3892802" y="1399880"/>
                  </a:lnTo>
                  <a:lnTo>
                    <a:pt x="3892802" y="1399450"/>
                  </a:lnTo>
                  <a:lnTo>
                    <a:pt x="3892802" y="1399019"/>
                  </a:lnTo>
                  <a:lnTo>
                    <a:pt x="3892960" y="1399019"/>
                  </a:lnTo>
                  <a:lnTo>
                    <a:pt x="3893117" y="1399019"/>
                  </a:lnTo>
                  <a:lnTo>
                    <a:pt x="3893117" y="1398588"/>
                  </a:lnTo>
                  <a:lnTo>
                    <a:pt x="3893275" y="1398588"/>
                  </a:lnTo>
                  <a:lnTo>
                    <a:pt x="3893433" y="1398588"/>
                  </a:lnTo>
                  <a:lnTo>
                    <a:pt x="3893591" y="1398588"/>
                  </a:lnTo>
                  <a:lnTo>
                    <a:pt x="3893748" y="1398588"/>
                  </a:lnTo>
                  <a:lnTo>
                    <a:pt x="3893906" y="1398588"/>
                  </a:lnTo>
                  <a:lnTo>
                    <a:pt x="3894064" y="1398588"/>
                  </a:lnTo>
                  <a:lnTo>
                    <a:pt x="3894222" y="1398588"/>
                  </a:lnTo>
                  <a:lnTo>
                    <a:pt x="3894379" y="1398588"/>
                  </a:lnTo>
                  <a:lnTo>
                    <a:pt x="3894537" y="1398588"/>
                  </a:lnTo>
                  <a:lnTo>
                    <a:pt x="3894695" y="1398588"/>
                  </a:lnTo>
                  <a:lnTo>
                    <a:pt x="3894852" y="1398588"/>
                  </a:lnTo>
                  <a:lnTo>
                    <a:pt x="3895010" y="1398588"/>
                  </a:lnTo>
                  <a:lnTo>
                    <a:pt x="3895168" y="1398588"/>
                  </a:lnTo>
                  <a:lnTo>
                    <a:pt x="3895326" y="1398588"/>
                  </a:lnTo>
                  <a:lnTo>
                    <a:pt x="3895483" y="1398588"/>
                  </a:lnTo>
                  <a:lnTo>
                    <a:pt x="3895641" y="1398588"/>
                  </a:lnTo>
                  <a:lnTo>
                    <a:pt x="3895799" y="1398588"/>
                  </a:lnTo>
                  <a:lnTo>
                    <a:pt x="3895956" y="1398588"/>
                  </a:lnTo>
                  <a:lnTo>
                    <a:pt x="3895956" y="1398158"/>
                  </a:lnTo>
                  <a:lnTo>
                    <a:pt x="3896114" y="1398158"/>
                  </a:lnTo>
                  <a:lnTo>
                    <a:pt x="3896114" y="1397727"/>
                  </a:lnTo>
                  <a:lnTo>
                    <a:pt x="3896272" y="1397727"/>
                  </a:lnTo>
                  <a:lnTo>
                    <a:pt x="3896430" y="1397727"/>
                  </a:lnTo>
                  <a:lnTo>
                    <a:pt x="3896430" y="1397297"/>
                  </a:lnTo>
                  <a:lnTo>
                    <a:pt x="3896587" y="1397297"/>
                  </a:lnTo>
                  <a:lnTo>
                    <a:pt x="3896745" y="1397297"/>
                  </a:lnTo>
                  <a:lnTo>
                    <a:pt x="3896903" y="1397297"/>
                  </a:lnTo>
                  <a:lnTo>
                    <a:pt x="3897060" y="1397297"/>
                  </a:lnTo>
                  <a:lnTo>
                    <a:pt x="3897218" y="1397297"/>
                  </a:lnTo>
                  <a:lnTo>
                    <a:pt x="3897376" y="1397297"/>
                  </a:lnTo>
                  <a:lnTo>
                    <a:pt x="3897534" y="1397297"/>
                  </a:lnTo>
                  <a:lnTo>
                    <a:pt x="3897691" y="1397297"/>
                  </a:lnTo>
                  <a:lnTo>
                    <a:pt x="3897849" y="1397297"/>
                  </a:lnTo>
                  <a:lnTo>
                    <a:pt x="3898007" y="1397297"/>
                  </a:lnTo>
                  <a:lnTo>
                    <a:pt x="3898164" y="1397297"/>
                  </a:lnTo>
                  <a:lnTo>
                    <a:pt x="3898164" y="1396866"/>
                  </a:lnTo>
                  <a:lnTo>
                    <a:pt x="3898322" y="1396866"/>
                  </a:lnTo>
                  <a:lnTo>
                    <a:pt x="3898480" y="1396866"/>
                  </a:lnTo>
                  <a:lnTo>
                    <a:pt x="3898638" y="1396866"/>
                  </a:lnTo>
                  <a:lnTo>
                    <a:pt x="3898795" y="1396866"/>
                  </a:lnTo>
                  <a:lnTo>
                    <a:pt x="3898953" y="1396866"/>
                  </a:lnTo>
                  <a:lnTo>
                    <a:pt x="3899111" y="1396866"/>
                  </a:lnTo>
                  <a:lnTo>
                    <a:pt x="3899268" y="1396866"/>
                  </a:lnTo>
                  <a:lnTo>
                    <a:pt x="3899268" y="1396435"/>
                  </a:lnTo>
                  <a:lnTo>
                    <a:pt x="3899426" y="1396435"/>
                  </a:lnTo>
                  <a:lnTo>
                    <a:pt x="3899584" y="1396435"/>
                  </a:lnTo>
                  <a:lnTo>
                    <a:pt x="3899742" y="1396435"/>
                  </a:lnTo>
                  <a:lnTo>
                    <a:pt x="3899899" y="1396435"/>
                  </a:lnTo>
                  <a:lnTo>
                    <a:pt x="3900057" y="1396435"/>
                  </a:lnTo>
                  <a:lnTo>
                    <a:pt x="3900215" y="1396435"/>
                  </a:lnTo>
                  <a:lnTo>
                    <a:pt x="3900215" y="1396005"/>
                  </a:lnTo>
                  <a:lnTo>
                    <a:pt x="3900373" y="1396005"/>
                  </a:lnTo>
                  <a:lnTo>
                    <a:pt x="3900530" y="1396005"/>
                  </a:lnTo>
                  <a:lnTo>
                    <a:pt x="3900688" y="1396005"/>
                  </a:lnTo>
                  <a:lnTo>
                    <a:pt x="3900688" y="1395574"/>
                  </a:lnTo>
                  <a:lnTo>
                    <a:pt x="3900688" y="1395144"/>
                  </a:lnTo>
                  <a:lnTo>
                    <a:pt x="3900688" y="1394713"/>
                  </a:lnTo>
                  <a:lnTo>
                    <a:pt x="3900846" y="1394713"/>
                  </a:lnTo>
                  <a:lnTo>
                    <a:pt x="3901003" y="1394713"/>
                  </a:lnTo>
                  <a:lnTo>
                    <a:pt x="3901003" y="1394282"/>
                  </a:lnTo>
                  <a:lnTo>
                    <a:pt x="3901161" y="1394282"/>
                  </a:lnTo>
                  <a:lnTo>
                    <a:pt x="3901319" y="1394282"/>
                  </a:lnTo>
                  <a:lnTo>
                    <a:pt x="3901477" y="1394282"/>
                  </a:lnTo>
                  <a:lnTo>
                    <a:pt x="3901634" y="1394282"/>
                  </a:lnTo>
                  <a:lnTo>
                    <a:pt x="3901634" y="1393852"/>
                  </a:lnTo>
                  <a:lnTo>
                    <a:pt x="3901792" y="1393852"/>
                  </a:lnTo>
                  <a:lnTo>
                    <a:pt x="3901950" y="1393852"/>
                  </a:lnTo>
                  <a:lnTo>
                    <a:pt x="3902107" y="1393852"/>
                  </a:lnTo>
                  <a:lnTo>
                    <a:pt x="3902265" y="1393852"/>
                  </a:lnTo>
                  <a:lnTo>
                    <a:pt x="3902423" y="1393852"/>
                  </a:lnTo>
                  <a:lnTo>
                    <a:pt x="3902423" y="1393421"/>
                  </a:lnTo>
                  <a:lnTo>
                    <a:pt x="3902581" y="1393421"/>
                  </a:lnTo>
                  <a:lnTo>
                    <a:pt x="3902581" y="1392991"/>
                  </a:lnTo>
                  <a:lnTo>
                    <a:pt x="3902738" y="1392991"/>
                  </a:lnTo>
                  <a:lnTo>
                    <a:pt x="3902896" y="1392991"/>
                  </a:lnTo>
                  <a:lnTo>
                    <a:pt x="3903054" y="1392991"/>
                  </a:lnTo>
                  <a:lnTo>
                    <a:pt x="3903211" y="1392991"/>
                  </a:lnTo>
                  <a:lnTo>
                    <a:pt x="3903369" y="1392991"/>
                  </a:lnTo>
                  <a:lnTo>
                    <a:pt x="3903527" y="1392991"/>
                  </a:lnTo>
                  <a:lnTo>
                    <a:pt x="3903685" y="1392991"/>
                  </a:lnTo>
                  <a:lnTo>
                    <a:pt x="3903685" y="1392560"/>
                  </a:lnTo>
                  <a:lnTo>
                    <a:pt x="3903842" y="1392560"/>
                  </a:lnTo>
                  <a:lnTo>
                    <a:pt x="3904000" y="1392560"/>
                  </a:lnTo>
                  <a:lnTo>
                    <a:pt x="3904158" y="1392560"/>
                  </a:lnTo>
                  <a:lnTo>
                    <a:pt x="3904315" y="1392560"/>
                  </a:lnTo>
                  <a:lnTo>
                    <a:pt x="3904473" y="1392560"/>
                  </a:lnTo>
                  <a:lnTo>
                    <a:pt x="3904631" y="1392560"/>
                  </a:lnTo>
                  <a:lnTo>
                    <a:pt x="3904631" y="1392129"/>
                  </a:lnTo>
                  <a:lnTo>
                    <a:pt x="3904789" y="1392129"/>
                  </a:lnTo>
                  <a:lnTo>
                    <a:pt x="3904946" y="1392129"/>
                  </a:lnTo>
                  <a:lnTo>
                    <a:pt x="3904946" y="1391699"/>
                  </a:lnTo>
                  <a:lnTo>
                    <a:pt x="3905104" y="1391699"/>
                  </a:lnTo>
                  <a:lnTo>
                    <a:pt x="3905262" y="1391699"/>
                  </a:lnTo>
                  <a:lnTo>
                    <a:pt x="3905420" y="1391699"/>
                  </a:lnTo>
                  <a:lnTo>
                    <a:pt x="3905577" y="1391699"/>
                  </a:lnTo>
                  <a:lnTo>
                    <a:pt x="3905735" y="1391699"/>
                  </a:lnTo>
                  <a:lnTo>
                    <a:pt x="3905893" y="1391699"/>
                  </a:lnTo>
                  <a:lnTo>
                    <a:pt x="3906050" y="1391699"/>
                  </a:lnTo>
                  <a:lnTo>
                    <a:pt x="3906208" y="1391699"/>
                  </a:lnTo>
                  <a:lnTo>
                    <a:pt x="3906366" y="1391699"/>
                  </a:lnTo>
                  <a:lnTo>
                    <a:pt x="3906366" y="1391268"/>
                  </a:lnTo>
                  <a:lnTo>
                    <a:pt x="3906524" y="1391268"/>
                  </a:lnTo>
                  <a:lnTo>
                    <a:pt x="3906524" y="1390838"/>
                  </a:lnTo>
                  <a:lnTo>
                    <a:pt x="3906681" y="1390838"/>
                  </a:lnTo>
                  <a:lnTo>
                    <a:pt x="3906839" y="1390838"/>
                  </a:lnTo>
                  <a:lnTo>
                    <a:pt x="3906997" y="1390838"/>
                  </a:lnTo>
                  <a:lnTo>
                    <a:pt x="3907154" y="1390838"/>
                  </a:lnTo>
                  <a:lnTo>
                    <a:pt x="3907312" y="1390838"/>
                  </a:lnTo>
                  <a:lnTo>
                    <a:pt x="3907470" y="1390838"/>
                  </a:lnTo>
                  <a:lnTo>
                    <a:pt x="3907628" y="1390838"/>
                  </a:lnTo>
                  <a:lnTo>
                    <a:pt x="3907785" y="1390838"/>
                  </a:lnTo>
                  <a:lnTo>
                    <a:pt x="3907943" y="1390838"/>
                  </a:lnTo>
                  <a:lnTo>
                    <a:pt x="3908101" y="1390838"/>
                  </a:lnTo>
                  <a:lnTo>
                    <a:pt x="3908258" y="1390838"/>
                  </a:lnTo>
                  <a:lnTo>
                    <a:pt x="3908416" y="1390838"/>
                  </a:lnTo>
                  <a:lnTo>
                    <a:pt x="3908574" y="1390838"/>
                  </a:lnTo>
                  <a:lnTo>
                    <a:pt x="3908732" y="1390838"/>
                  </a:lnTo>
                  <a:lnTo>
                    <a:pt x="3908889" y="1390838"/>
                  </a:lnTo>
                  <a:lnTo>
                    <a:pt x="3909047" y="1390838"/>
                  </a:lnTo>
                  <a:lnTo>
                    <a:pt x="3909205" y="1390838"/>
                  </a:lnTo>
                  <a:lnTo>
                    <a:pt x="3909362" y="1390838"/>
                  </a:lnTo>
                  <a:lnTo>
                    <a:pt x="3909362" y="1390407"/>
                  </a:lnTo>
                  <a:lnTo>
                    <a:pt x="3909362" y="1389976"/>
                  </a:lnTo>
                  <a:lnTo>
                    <a:pt x="3909520" y="1389976"/>
                  </a:lnTo>
                  <a:lnTo>
                    <a:pt x="3909520" y="1389546"/>
                  </a:lnTo>
                  <a:lnTo>
                    <a:pt x="3909678" y="1389546"/>
                  </a:lnTo>
                  <a:lnTo>
                    <a:pt x="3909836" y="1389546"/>
                  </a:lnTo>
                  <a:lnTo>
                    <a:pt x="3909993" y="1389546"/>
                  </a:lnTo>
                  <a:lnTo>
                    <a:pt x="3910151" y="1389546"/>
                  </a:lnTo>
                  <a:lnTo>
                    <a:pt x="3910309" y="1389546"/>
                  </a:lnTo>
                  <a:lnTo>
                    <a:pt x="3910466" y="1389546"/>
                  </a:lnTo>
                  <a:lnTo>
                    <a:pt x="3910624" y="1389546"/>
                  </a:lnTo>
                  <a:lnTo>
                    <a:pt x="3910782" y="1389546"/>
                  </a:lnTo>
                  <a:lnTo>
                    <a:pt x="3910782" y="1389115"/>
                  </a:lnTo>
                  <a:lnTo>
                    <a:pt x="3910940" y="1389115"/>
                  </a:lnTo>
                  <a:lnTo>
                    <a:pt x="3911097" y="1389115"/>
                  </a:lnTo>
                  <a:lnTo>
                    <a:pt x="3911255" y="1389115"/>
                  </a:lnTo>
                  <a:lnTo>
                    <a:pt x="3911413" y="1389115"/>
                  </a:lnTo>
                  <a:lnTo>
                    <a:pt x="3911571" y="1389115"/>
                  </a:lnTo>
                  <a:lnTo>
                    <a:pt x="3911728" y="1389115"/>
                  </a:lnTo>
                  <a:lnTo>
                    <a:pt x="3911886" y="1389115"/>
                  </a:lnTo>
                  <a:lnTo>
                    <a:pt x="3912044" y="1389115"/>
                  </a:lnTo>
                  <a:lnTo>
                    <a:pt x="3912044" y="1388685"/>
                  </a:lnTo>
                  <a:lnTo>
                    <a:pt x="3912201" y="1388685"/>
                  </a:lnTo>
                  <a:lnTo>
                    <a:pt x="3912359" y="1388685"/>
                  </a:lnTo>
                  <a:lnTo>
                    <a:pt x="3912517" y="1388685"/>
                  </a:lnTo>
                  <a:lnTo>
                    <a:pt x="3912675" y="1388685"/>
                  </a:lnTo>
                  <a:lnTo>
                    <a:pt x="3912832" y="1388685"/>
                  </a:lnTo>
                  <a:lnTo>
                    <a:pt x="3912990" y="1388685"/>
                  </a:lnTo>
                  <a:lnTo>
                    <a:pt x="3913148" y="1388685"/>
                  </a:lnTo>
                  <a:lnTo>
                    <a:pt x="3913148" y="1388254"/>
                  </a:lnTo>
                  <a:lnTo>
                    <a:pt x="3913305" y="1388254"/>
                  </a:lnTo>
                  <a:lnTo>
                    <a:pt x="3913305" y="1387823"/>
                  </a:lnTo>
                  <a:lnTo>
                    <a:pt x="3913463" y="1387823"/>
                  </a:lnTo>
                  <a:lnTo>
                    <a:pt x="3913621" y="1387823"/>
                  </a:lnTo>
                  <a:lnTo>
                    <a:pt x="3913621" y="1387393"/>
                  </a:lnTo>
                  <a:lnTo>
                    <a:pt x="3913779" y="1387393"/>
                  </a:lnTo>
                  <a:lnTo>
                    <a:pt x="3913936" y="1387393"/>
                  </a:lnTo>
                  <a:lnTo>
                    <a:pt x="3913936" y="1386962"/>
                  </a:lnTo>
                  <a:lnTo>
                    <a:pt x="3914094" y="1386962"/>
                  </a:lnTo>
                  <a:lnTo>
                    <a:pt x="3914252" y="1386962"/>
                  </a:lnTo>
                  <a:lnTo>
                    <a:pt x="3914409" y="1386962"/>
                  </a:lnTo>
                  <a:lnTo>
                    <a:pt x="3914567" y="1386962"/>
                  </a:lnTo>
                  <a:lnTo>
                    <a:pt x="3914725" y="1386962"/>
                  </a:lnTo>
                  <a:lnTo>
                    <a:pt x="3914883" y="1386962"/>
                  </a:lnTo>
                  <a:lnTo>
                    <a:pt x="3915040" y="1386962"/>
                  </a:lnTo>
                  <a:lnTo>
                    <a:pt x="3915198" y="1386962"/>
                  </a:lnTo>
                  <a:lnTo>
                    <a:pt x="3915198" y="1386532"/>
                  </a:lnTo>
                  <a:lnTo>
                    <a:pt x="3915356" y="1386532"/>
                  </a:lnTo>
                  <a:lnTo>
                    <a:pt x="3915513" y="1386532"/>
                  </a:lnTo>
                  <a:lnTo>
                    <a:pt x="3915671" y="1386532"/>
                  </a:lnTo>
                  <a:lnTo>
                    <a:pt x="3915829" y="1386532"/>
                  </a:lnTo>
                  <a:lnTo>
                    <a:pt x="3915987" y="1386532"/>
                  </a:lnTo>
                  <a:lnTo>
                    <a:pt x="3915987" y="1386101"/>
                  </a:lnTo>
                  <a:lnTo>
                    <a:pt x="3916144" y="1386101"/>
                  </a:lnTo>
                  <a:lnTo>
                    <a:pt x="3916302" y="1386101"/>
                  </a:lnTo>
                  <a:lnTo>
                    <a:pt x="3916460" y="1386101"/>
                  </a:lnTo>
                  <a:lnTo>
                    <a:pt x="3916618" y="1386101"/>
                  </a:lnTo>
                  <a:lnTo>
                    <a:pt x="3916618" y="1385670"/>
                  </a:lnTo>
                  <a:lnTo>
                    <a:pt x="3916618" y="1385240"/>
                  </a:lnTo>
                  <a:lnTo>
                    <a:pt x="3916775" y="1385240"/>
                  </a:lnTo>
                  <a:lnTo>
                    <a:pt x="3916775" y="1384809"/>
                  </a:lnTo>
                  <a:lnTo>
                    <a:pt x="3916775" y="1384379"/>
                  </a:lnTo>
                  <a:lnTo>
                    <a:pt x="3916775" y="1383948"/>
                  </a:lnTo>
                  <a:lnTo>
                    <a:pt x="3916933" y="1383948"/>
                  </a:lnTo>
                  <a:lnTo>
                    <a:pt x="3917091" y="1383948"/>
                  </a:lnTo>
                  <a:lnTo>
                    <a:pt x="3917248" y="1383948"/>
                  </a:lnTo>
                  <a:lnTo>
                    <a:pt x="3917406" y="1383948"/>
                  </a:lnTo>
                  <a:lnTo>
                    <a:pt x="3917564" y="1383948"/>
                  </a:lnTo>
                  <a:lnTo>
                    <a:pt x="3917722" y="1383948"/>
                  </a:lnTo>
                  <a:lnTo>
                    <a:pt x="3917879" y="1383948"/>
                  </a:lnTo>
                  <a:lnTo>
                    <a:pt x="3918037" y="1383948"/>
                  </a:lnTo>
                  <a:lnTo>
                    <a:pt x="3918195" y="1383948"/>
                  </a:lnTo>
                  <a:lnTo>
                    <a:pt x="3918352" y="1383948"/>
                  </a:lnTo>
                  <a:lnTo>
                    <a:pt x="3918510" y="1383948"/>
                  </a:lnTo>
                  <a:lnTo>
                    <a:pt x="3918668" y="1383948"/>
                  </a:lnTo>
                  <a:lnTo>
                    <a:pt x="3918826" y="1383948"/>
                  </a:lnTo>
                  <a:lnTo>
                    <a:pt x="3918983" y="1383948"/>
                  </a:lnTo>
                  <a:lnTo>
                    <a:pt x="3919141" y="1383948"/>
                  </a:lnTo>
                  <a:lnTo>
                    <a:pt x="3919299" y="1383948"/>
                  </a:lnTo>
                  <a:lnTo>
                    <a:pt x="3919456" y="1383948"/>
                  </a:lnTo>
                  <a:lnTo>
                    <a:pt x="3919456" y="1383517"/>
                  </a:lnTo>
                  <a:lnTo>
                    <a:pt x="3919614" y="1383517"/>
                  </a:lnTo>
                  <a:lnTo>
                    <a:pt x="3919772" y="1383517"/>
                  </a:lnTo>
                  <a:lnTo>
                    <a:pt x="3919930" y="1383517"/>
                  </a:lnTo>
                  <a:lnTo>
                    <a:pt x="3920087" y="1383517"/>
                  </a:lnTo>
                  <a:lnTo>
                    <a:pt x="3920245" y="1383517"/>
                  </a:lnTo>
                  <a:lnTo>
                    <a:pt x="3920403" y="1383517"/>
                  </a:lnTo>
                  <a:lnTo>
                    <a:pt x="3920403" y="1383087"/>
                  </a:lnTo>
                  <a:lnTo>
                    <a:pt x="3920403" y="1382656"/>
                  </a:lnTo>
                  <a:lnTo>
                    <a:pt x="3920560" y="1382656"/>
                  </a:lnTo>
                  <a:lnTo>
                    <a:pt x="3920560" y="1382226"/>
                  </a:lnTo>
                  <a:lnTo>
                    <a:pt x="3920718" y="1382226"/>
                  </a:lnTo>
                  <a:lnTo>
                    <a:pt x="3920718" y="1381795"/>
                  </a:lnTo>
                  <a:lnTo>
                    <a:pt x="3920718" y="1381364"/>
                  </a:lnTo>
                  <a:lnTo>
                    <a:pt x="3920876" y="1381364"/>
                  </a:lnTo>
                  <a:lnTo>
                    <a:pt x="3921034" y="1381364"/>
                  </a:lnTo>
                  <a:lnTo>
                    <a:pt x="3921191" y="1381364"/>
                  </a:lnTo>
                  <a:lnTo>
                    <a:pt x="3921349" y="1381364"/>
                  </a:lnTo>
                  <a:lnTo>
                    <a:pt x="3921507" y="1381364"/>
                  </a:lnTo>
                  <a:lnTo>
                    <a:pt x="3921664" y="1381364"/>
                  </a:lnTo>
                  <a:lnTo>
                    <a:pt x="3921664" y="1380934"/>
                  </a:lnTo>
                  <a:lnTo>
                    <a:pt x="3921822" y="1380934"/>
                  </a:lnTo>
                  <a:lnTo>
                    <a:pt x="3921980" y="1380934"/>
                  </a:lnTo>
                  <a:lnTo>
                    <a:pt x="3922138" y="1380934"/>
                  </a:lnTo>
                  <a:lnTo>
                    <a:pt x="3922295" y="1380934"/>
                  </a:lnTo>
                  <a:lnTo>
                    <a:pt x="3922453" y="1380934"/>
                  </a:lnTo>
                  <a:lnTo>
                    <a:pt x="3922611" y="1380934"/>
                  </a:lnTo>
                  <a:lnTo>
                    <a:pt x="3922611" y="1380503"/>
                  </a:lnTo>
                  <a:lnTo>
                    <a:pt x="3922769" y="1380503"/>
                  </a:lnTo>
                  <a:lnTo>
                    <a:pt x="3922926" y="1380503"/>
                  </a:lnTo>
                  <a:lnTo>
                    <a:pt x="3923084" y="1380503"/>
                  </a:lnTo>
                  <a:lnTo>
                    <a:pt x="3923242" y="1380503"/>
                  </a:lnTo>
                  <a:lnTo>
                    <a:pt x="3923242" y="1380073"/>
                  </a:lnTo>
                  <a:lnTo>
                    <a:pt x="3923242" y="1379642"/>
                  </a:lnTo>
                  <a:lnTo>
                    <a:pt x="3923399" y="1379642"/>
                  </a:lnTo>
                  <a:lnTo>
                    <a:pt x="3923399" y="1379211"/>
                  </a:lnTo>
                  <a:lnTo>
                    <a:pt x="3923557" y="1379211"/>
                  </a:lnTo>
                  <a:lnTo>
                    <a:pt x="3923557" y="1378781"/>
                  </a:lnTo>
                  <a:lnTo>
                    <a:pt x="3923557" y="1378350"/>
                  </a:lnTo>
                  <a:lnTo>
                    <a:pt x="3923715" y="1378350"/>
                  </a:lnTo>
                  <a:lnTo>
                    <a:pt x="3923873" y="1378350"/>
                  </a:lnTo>
                  <a:lnTo>
                    <a:pt x="3924030" y="1378350"/>
                  </a:lnTo>
                  <a:lnTo>
                    <a:pt x="3924188" y="1378350"/>
                  </a:lnTo>
                  <a:lnTo>
                    <a:pt x="3924188" y="1377920"/>
                  </a:lnTo>
                  <a:lnTo>
                    <a:pt x="3924346" y="1377920"/>
                  </a:lnTo>
                  <a:lnTo>
                    <a:pt x="3924503" y="1377920"/>
                  </a:lnTo>
                  <a:lnTo>
                    <a:pt x="3924661" y="1377920"/>
                  </a:lnTo>
                  <a:lnTo>
                    <a:pt x="3924819" y="1377920"/>
                  </a:lnTo>
                  <a:lnTo>
                    <a:pt x="3924977" y="1377920"/>
                  </a:lnTo>
                  <a:lnTo>
                    <a:pt x="3925134" y="1377920"/>
                  </a:lnTo>
                  <a:lnTo>
                    <a:pt x="3925292" y="1377920"/>
                  </a:lnTo>
                  <a:lnTo>
                    <a:pt x="3925450" y="1377920"/>
                  </a:lnTo>
                  <a:lnTo>
                    <a:pt x="3925607" y="1377920"/>
                  </a:lnTo>
                  <a:lnTo>
                    <a:pt x="3925765" y="1377920"/>
                  </a:lnTo>
                  <a:lnTo>
                    <a:pt x="3925923" y="1377920"/>
                  </a:lnTo>
                  <a:lnTo>
                    <a:pt x="3926081" y="1377920"/>
                  </a:lnTo>
                  <a:lnTo>
                    <a:pt x="3926238" y="1377920"/>
                  </a:lnTo>
                  <a:lnTo>
                    <a:pt x="3926238" y="1377489"/>
                  </a:lnTo>
                  <a:lnTo>
                    <a:pt x="3926238" y="1377058"/>
                  </a:lnTo>
                  <a:lnTo>
                    <a:pt x="3926396" y="1377058"/>
                  </a:lnTo>
                  <a:lnTo>
                    <a:pt x="3926554" y="1377058"/>
                  </a:lnTo>
                  <a:lnTo>
                    <a:pt x="3926711" y="1377058"/>
                  </a:lnTo>
                  <a:lnTo>
                    <a:pt x="3926869" y="1377058"/>
                  </a:lnTo>
                  <a:lnTo>
                    <a:pt x="3926869" y="1376628"/>
                  </a:lnTo>
                  <a:lnTo>
                    <a:pt x="3927027" y="1376628"/>
                  </a:lnTo>
                  <a:lnTo>
                    <a:pt x="3927185" y="1376628"/>
                  </a:lnTo>
                  <a:lnTo>
                    <a:pt x="3927342" y="1376628"/>
                  </a:lnTo>
                  <a:lnTo>
                    <a:pt x="3927500" y="1376628"/>
                  </a:lnTo>
                  <a:lnTo>
                    <a:pt x="3927658" y="1376628"/>
                  </a:lnTo>
                  <a:lnTo>
                    <a:pt x="3927816" y="1376628"/>
                  </a:lnTo>
                  <a:lnTo>
                    <a:pt x="3927816" y="1376197"/>
                  </a:lnTo>
                  <a:lnTo>
                    <a:pt x="3927973" y="1376197"/>
                  </a:lnTo>
                  <a:lnTo>
                    <a:pt x="3928131" y="1376197"/>
                  </a:lnTo>
                  <a:lnTo>
                    <a:pt x="3928289" y="1376197"/>
                  </a:lnTo>
                  <a:lnTo>
                    <a:pt x="3928446" y="1376197"/>
                  </a:lnTo>
                  <a:lnTo>
                    <a:pt x="3928446" y="1375767"/>
                  </a:lnTo>
                  <a:lnTo>
                    <a:pt x="3928446" y="1375336"/>
                  </a:lnTo>
                  <a:lnTo>
                    <a:pt x="3928604" y="1375336"/>
                  </a:lnTo>
                  <a:lnTo>
                    <a:pt x="3928604" y="1374905"/>
                  </a:lnTo>
                  <a:lnTo>
                    <a:pt x="3928604" y="1374475"/>
                  </a:lnTo>
                  <a:lnTo>
                    <a:pt x="3928604" y="1374044"/>
                  </a:lnTo>
                  <a:lnTo>
                    <a:pt x="3928762" y="1374044"/>
                  </a:lnTo>
                  <a:lnTo>
                    <a:pt x="3928920" y="1374044"/>
                  </a:lnTo>
                  <a:lnTo>
                    <a:pt x="3929077" y="1374044"/>
                  </a:lnTo>
                  <a:lnTo>
                    <a:pt x="3929235" y="1374044"/>
                  </a:lnTo>
                  <a:lnTo>
                    <a:pt x="3929393" y="1374044"/>
                  </a:lnTo>
                  <a:lnTo>
                    <a:pt x="3929550" y="1374044"/>
                  </a:lnTo>
                  <a:lnTo>
                    <a:pt x="3929708" y="1374044"/>
                  </a:lnTo>
                  <a:lnTo>
                    <a:pt x="3929708" y="1373614"/>
                  </a:lnTo>
                  <a:lnTo>
                    <a:pt x="3929866" y="1373614"/>
                  </a:lnTo>
                  <a:lnTo>
                    <a:pt x="3930024" y="1373614"/>
                  </a:lnTo>
                  <a:lnTo>
                    <a:pt x="3930181" y="1373614"/>
                  </a:lnTo>
                  <a:lnTo>
                    <a:pt x="3930181" y="1373183"/>
                  </a:lnTo>
                  <a:lnTo>
                    <a:pt x="3930339" y="1373183"/>
                  </a:lnTo>
                  <a:lnTo>
                    <a:pt x="3930497" y="1373183"/>
                  </a:lnTo>
                  <a:lnTo>
                    <a:pt x="3930654" y="1373183"/>
                  </a:lnTo>
                  <a:lnTo>
                    <a:pt x="3930812" y="1373183"/>
                  </a:lnTo>
                  <a:lnTo>
                    <a:pt x="3930812" y="1372752"/>
                  </a:lnTo>
                  <a:lnTo>
                    <a:pt x="3930812" y="1372322"/>
                  </a:lnTo>
                  <a:lnTo>
                    <a:pt x="3930812" y="1371891"/>
                  </a:lnTo>
                  <a:lnTo>
                    <a:pt x="3930970" y="1371891"/>
                  </a:lnTo>
                  <a:lnTo>
                    <a:pt x="3931128" y="1371891"/>
                  </a:lnTo>
                  <a:lnTo>
                    <a:pt x="3931285" y="1371891"/>
                  </a:lnTo>
                  <a:lnTo>
                    <a:pt x="3931443" y="1371891"/>
                  </a:lnTo>
                  <a:lnTo>
                    <a:pt x="3931443" y="1371461"/>
                  </a:lnTo>
                  <a:lnTo>
                    <a:pt x="3931601" y="1371461"/>
                  </a:lnTo>
                  <a:lnTo>
                    <a:pt x="3931758" y="1371461"/>
                  </a:lnTo>
                  <a:lnTo>
                    <a:pt x="3931916" y="1371461"/>
                  </a:lnTo>
                  <a:lnTo>
                    <a:pt x="3931916" y="1371030"/>
                  </a:lnTo>
                  <a:lnTo>
                    <a:pt x="3931916" y="1370599"/>
                  </a:lnTo>
                  <a:lnTo>
                    <a:pt x="3932074" y="1370599"/>
                  </a:lnTo>
                  <a:lnTo>
                    <a:pt x="3932232" y="1370599"/>
                  </a:lnTo>
                  <a:lnTo>
                    <a:pt x="3932232" y="1370169"/>
                  </a:lnTo>
                  <a:lnTo>
                    <a:pt x="3932389" y="1370169"/>
                  </a:lnTo>
                  <a:lnTo>
                    <a:pt x="3932389" y="1369738"/>
                  </a:lnTo>
                  <a:lnTo>
                    <a:pt x="3932547" y="1369738"/>
                  </a:lnTo>
                  <a:lnTo>
                    <a:pt x="3932705" y="1369738"/>
                  </a:lnTo>
                  <a:lnTo>
                    <a:pt x="3932862" y="1369738"/>
                  </a:lnTo>
                  <a:lnTo>
                    <a:pt x="3933020" y="1369738"/>
                  </a:lnTo>
                  <a:lnTo>
                    <a:pt x="3933178" y="1369738"/>
                  </a:lnTo>
                  <a:lnTo>
                    <a:pt x="3933178" y="1369308"/>
                  </a:lnTo>
                  <a:lnTo>
                    <a:pt x="3933336" y="1369308"/>
                  </a:lnTo>
                  <a:lnTo>
                    <a:pt x="3933493" y="1369308"/>
                  </a:lnTo>
                  <a:lnTo>
                    <a:pt x="3933493" y="1368877"/>
                  </a:lnTo>
                  <a:lnTo>
                    <a:pt x="3933651" y="1368877"/>
                  </a:lnTo>
                  <a:lnTo>
                    <a:pt x="3933809" y="1368877"/>
                  </a:lnTo>
                  <a:lnTo>
                    <a:pt x="3933967" y="1368877"/>
                  </a:lnTo>
                  <a:lnTo>
                    <a:pt x="3933967" y="1368446"/>
                  </a:lnTo>
                  <a:lnTo>
                    <a:pt x="3934124" y="1368446"/>
                  </a:lnTo>
                  <a:lnTo>
                    <a:pt x="3934282" y="1368446"/>
                  </a:lnTo>
                  <a:lnTo>
                    <a:pt x="3934440" y="1368446"/>
                  </a:lnTo>
                  <a:lnTo>
                    <a:pt x="3934440" y="1368016"/>
                  </a:lnTo>
                  <a:lnTo>
                    <a:pt x="3934597" y="1368016"/>
                  </a:lnTo>
                  <a:lnTo>
                    <a:pt x="3934597" y="1367585"/>
                  </a:lnTo>
                  <a:lnTo>
                    <a:pt x="3934755" y="1367585"/>
                  </a:lnTo>
                  <a:lnTo>
                    <a:pt x="3934755" y="1367155"/>
                  </a:lnTo>
                  <a:lnTo>
                    <a:pt x="3934913" y="1367155"/>
                  </a:lnTo>
                  <a:lnTo>
                    <a:pt x="3935071" y="1367155"/>
                  </a:lnTo>
                  <a:lnTo>
                    <a:pt x="3935228" y="1367155"/>
                  </a:lnTo>
                  <a:lnTo>
                    <a:pt x="3935386" y="1367155"/>
                  </a:lnTo>
                  <a:lnTo>
                    <a:pt x="3935544" y="1367155"/>
                  </a:lnTo>
                  <a:lnTo>
                    <a:pt x="3935701" y="1367155"/>
                  </a:lnTo>
                  <a:lnTo>
                    <a:pt x="3935701" y="1366724"/>
                  </a:lnTo>
                  <a:lnTo>
                    <a:pt x="3935859" y="1366724"/>
                  </a:lnTo>
                  <a:lnTo>
                    <a:pt x="3936017" y="1366724"/>
                  </a:lnTo>
                  <a:lnTo>
                    <a:pt x="3936175" y="1366724"/>
                  </a:lnTo>
                  <a:lnTo>
                    <a:pt x="3936332" y="1366724"/>
                  </a:lnTo>
                  <a:lnTo>
                    <a:pt x="3936490" y="1366724"/>
                  </a:lnTo>
                  <a:lnTo>
                    <a:pt x="3936648" y="1366724"/>
                  </a:lnTo>
                  <a:lnTo>
                    <a:pt x="3936648" y="1366293"/>
                  </a:lnTo>
                  <a:lnTo>
                    <a:pt x="3936805" y="1366293"/>
                  </a:lnTo>
                  <a:lnTo>
                    <a:pt x="3936963" y="1366293"/>
                  </a:lnTo>
                  <a:lnTo>
                    <a:pt x="3936963" y="1365863"/>
                  </a:lnTo>
                  <a:lnTo>
                    <a:pt x="3937121" y="1365863"/>
                  </a:lnTo>
                  <a:lnTo>
                    <a:pt x="3937121" y="1365432"/>
                  </a:lnTo>
                  <a:lnTo>
                    <a:pt x="3937279" y="1365432"/>
                  </a:lnTo>
                  <a:lnTo>
                    <a:pt x="3937436" y="1365432"/>
                  </a:lnTo>
                  <a:lnTo>
                    <a:pt x="3937436" y="1365002"/>
                  </a:lnTo>
                  <a:lnTo>
                    <a:pt x="3937594" y="1365002"/>
                  </a:lnTo>
                  <a:lnTo>
                    <a:pt x="3937594" y="1364571"/>
                  </a:lnTo>
                  <a:lnTo>
                    <a:pt x="3937752" y="1364571"/>
                  </a:lnTo>
                  <a:lnTo>
                    <a:pt x="3937909" y="1364571"/>
                  </a:lnTo>
                  <a:lnTo>
                    <a:pt x="3938067" y="1364571"/>
                  </a:lnTo>
                  <a:lnTo>
                    <a:pt x="3938225" y="1364571"/>
                  </a:lnTo>
                  <a:lnTo>
                    <a:pt x="3938383" y="1364571"/>
                  </a:lnTo>
                  <a:lnTo>
                    <a:pt x="3938540" y="1364571"/>
                  </a:lnTo>
                  <a:lnTo>
                    <a:pt x="3938698" y="1364571"/>
                  </a:lnTo>
                  <a:lnTo>
                    <a:pt x="3938856" y="1364571"/>
                  </a:lnTo>
                  <a:lnTo>
                    <a:pt x="3939013" y="1364571"/>
                  </a:lnTo>
                  <a:lnTo>
                    <a:pt x="3939013" y="1364140"/>
                  </a:lnTo>
                  <a:lnTo>
                    <a:pt x="3939013" y="1363710"/>
                  </a:lnTo>
                  <a:lnTo>
                    <a:pt x="3939171" y="1363710"/>
                  </a:lnTo>
                  <a:lnTo>
                    <a:pt x="3939329" y="1363710"/>
                  </a:lnTo>
                  <a:lnTo>
                    <a:pt x="3939487" y="1363710"/>
                  </a:lnTo>
                  <a:lnTo>
                    <a:pt x="3939487" y="1363279"/>
                  </a:lnTo>
                  <a:lnTo>
                    <a:pt x="3939644" y="1363279"/>
                  </a:lnTo>
                  <a:lnTo>
                    <a:pt x="3939802" y="1363279"/>
                  </a:lnTo>
                  <a:lnTo>
                    <a:pt x="3939960" y="1363279"/>
                  </a:lnTo>
                  <a:lnTo>
                    <a:pt x="3940118" y="1363279"/>
                  </a:lnTo>
                  <a:lnTo>
                    <a:pt x="3940275" y="1363279"/>
                  </a:lnTo>
                  <a:lnTo>
                    <a:pt x="3940433" y="1363279"/>
                  </a:lnTo>
                  <a:lnTo>
                    <a:pt x="3940433" y="1362849"/>
                  </a:lnTo>
                  <a:lnTo>
                    <a:pt x="3940591" y="1362849"/>
                  </a:lnTo>
                  <a:lnTo>
                    <a:pt x="3940748" y="1362849"/>
                  </a:lnTo>
                  <a:lnTo>
                    <a:pt x="3940906" y="1362849"/>
                  </a:lnTo>
                  <a:lnTo>
                    <a:pt x="3941064" y="1362849"/>
                  </a:lnTo>
                  <a:lnTo>
                    <a:pt x="3941064" y="1362418"/>
                  </a:lnTo>
                  <a:lnTo>
                    <a:pt x="3941222" y="1362418"/>
                  </a:lnTo>
                  <a:lnTo>
                    <a:pt x="3941379" y="1362418"/>
                  </a:lnTo>
                  <a:lnTo>
                    <a:pt x="3941379" y="1361987"/>
                  </a:lnTo>
                  <a:lnTo>
                    <a:pt x="3941537" y="1361987"/>
                  </a:lnTo>
                  <a:lnTo>
                    <a:pt x="3941537" y="1361557"/>
                  </a:lnTo>
                  <a:lnTo>
                    <a:pt x="3941695" y="1361557"/>
                  </a:lnTo>
                  <a:lnTo>
                    <a:pt x="3941852" y="1361557"/>
                  </a:lnTo>
                  <a:lnTo>
                    <a:pt x="3942010" y="1361557"/>
                  </a:lnTo>
                  <a:lnTo>
                    <a:pt x="3942168" y="1361557"/>
                  </a:lnTo>
                  <a:lnTo>
                    <a:pt x="3942326" y="1361557"/>
                  </a:lnTo>
                  <a:lnTo>
                    <a:pt x="3942483" y="1361557"/>
                  </a:lnTo>
                  <a:lnTo>
                    <a:pt x="3942483" y="1361126"/>
                  </a:lnTo>
                  <a:lnTo>
                    <a:pt x="3942483" y="1360696"/>
                  </a:lnTo>
                  <a:lnTo>
                    <a:pt x="3942641" y="1360696"/>
                  </a:lnTo>
                  <a:lnTo>
                    <a:pt x="3942799" y="1360696"/>
                  </a:lnTo>
                  <a:lnTo>
                    <a:pt x="3942956" y="1360696"/>
                  </a:lnTo>
                  <a:lnTo>
                    <a:pt x="3943114" y="1360696"/>
                  </a:lnTo>
                  <a:lnTo>
                    <a:pt x="3943272" y="1360696"/>
                  </a:lnTo>
                  <a:lnTo>
                    <a:pt x="3943272" y="1360265"/>
                  </a:lnTo>
                  <a:lnTo>
                    <a:pt x="3943272" y="1359834"/>
                  </a:lnTo>
                  <a:lnTo>
                    <a:pt x="3943430" y="1359834"/>
                  </a:lnTo>
                  <a:lnTo>
                    <a:pt x="3943587" y="1359834"/>
                  </a:lnTo>
                  <a:lnTo>
                    <a:pt x="3943745" y="1359834"/>
                  </a:lnTo>
                  <a:lnTo>
                    <a:pt x="3943903" y="1359834"/>
                  </a:lnTo>
                  <a:lnTo>
                    <a:pt x="3944060" y="1359834"/>
                  </a:lnTo>
                  <a:lnTo>
                    <a:pt x="3944218" y="1359834"/>
                  </a:lnTo>
                  <a:lnTo>
                    <a:pt x="3944376" y="1359834"/>
                  </a:lnTo>
                  <a:lnTo>
                    <a:pt x="3944534" y="1359834"/>
                  </a:lnTo>
                  <a:lnTo>
                    <a:pt x="3944691" y="1359834"/>
                  </a:lnTo>
                  <a:lnTo>
                    <a:pt x="3944849" y="1359834"/>
                  </a:lnTo>
                  <a:lnTo>
                    <a:pt x="3944849" y="1359404"/>
                  </a:lnTo>
                  <a:lnTo>
                    <a:pt x="3944849" y="1358973"/>
                  </a:lnTo>
                  <a:lnTo>
                    <a:pt x="3945007" y="1358973"/>
                  </a:lnTo>
                  <a:lnTo>
                    <a:pt x="3945165" y="1358973"/>
                  </a:lnTo>
                  <a:lnTo>
                    <a:pt x="3945322" y="1358973"/>
                  </a:lnTo>
                  <a:lnTo>
                    <a:pt x="3945480" y="1358973"/>
                  </a:lnTo>
                  <a:lnTo>
                    <a:pt x="3945638" y="1358973"/>
                  </a:lnTo>
                  <a:lnTo>
                    <a:pt x="3945795" y="1358973"/>
                  </a:lnTo>
                  <a:lnTo>
                    <a:pt x="3945795" y="1358543"/>
                  </a:lnTo>
                  <a:lnTo>
                    <a:pt x="3945953" y="1358543"/>
                  </a:lnTo>
                  <a:lnTo>
                    <a:pt x="3946111" y="1358543"/>
                  </a:lnTo>
                  <a:lnTo>
                    <a:pt x="3946269" y="1358543"/>
                  </a:lnTo>
                  <a:lnTo>
                    <a:pt x="3946426" y="1358543"/>
                  </a:lnTo>
                  <a:lnTo>
                    <a:pt x="3946584" y="1358543"/>
                  </a:lnTo>
                  <a:lnTo>
                    <a:pt x="3946742" y="1358543"/>
                  </a:lnTo>
                  <a:lnTo>
                    <a:pt x="3946899" y="1358543"/>
                  </a:lnTo>
                  <a:lnTo>
                    <a:pt x="3947057" y="1358543"/>
                  </a:lnTo>
                  <a:lnTo>
                    <a:pt x="3947215" y="1358543"/>
                  </a:lnTo>
                  <a:lnTo>
                    <a:pt x="3947373" y="1358543"/>
                  </a:lnTo>
                  <a:lnTo>
                    <a:pt x="3947530" y="1358543"/>
                  </a:lnTo>
                  <a:lnTo>
                    <a:pt x="3947530" y="1358112"/>
                  </a:lnTo>
                  <a:lnTo>
                    <a:pt x="3947688" y="1358112"/>
                  </a:lnTo>
                  <a:lnTo>
                    <a:pt x="3947846" y="1358112"/>
                  </a:lnTo>
                  <a:lnTo>
                    <a:pt x="3948003" y="1358112"/>
                  </a:lnTo>
                  <a:lnTo>
                    <a:pt x="3948161" y="1358112"/>
                  </a:lnTo>
                  <a:lnTo>
                    <a:pt x="3948161" y="1357681"/>
                  </a:lnTo>
                  <a:lnTo>
                    <a:pt x="3948319" y="1357681"/>
                  </a:lnTo>
                  <a:lnTo>
                    <a:pt x="3948319" y="1357251"/>
                  </a:lnTo>
                  <a:lnTo>
                    <a:pt x="3948477" y="1357251"/>
                  </a:lnTo>
                  <a:lnTo>
                    <a:pt x="3948477" y="1356820"/>
                  </a:lnTo>
                  <a:lnTo>
                    <a:pt x="3948477" y="1356390"/>
                  </a:lnTo>
                  <a:lnTo>
                    <a:pt x="3948477" y="1355959"/>
                  </a:lnTo>
                  <a:lnTo>
                    <a:pt x="3948634" y="1355959"/>
                  </a:lnTo>
                  <a:lnTo>
                    <a:pt x="3948792" y="1355959"/>
                  </a:lnTo>
                  <a:lnTo>
                    <a:pt x="3948950" y="1355959"/>
                  </a:lnTo>
                  <a:lnTo>
                    <a:pt x="3949107" y="1355959"/>
                  </a:lnTo>
                  <a:lnTo>
                    <a:pt x="3949265" y="1355959"/>
                  </a:lnTo>
                  <a:lnTo>
                    <a:pt x="3949423" y="1355959"/>
                  </a:lnTo>
                  <a:lnTo>
                    <a:pt x="3949581" y="1355959"/>
                  </a:lnTo>
                  <a:lnTo>
                    <a:pt x="3949738" y="1355959"/>
                  </a:lnTo>
                  <a:lnTo>
                    <a:pt x="3949896" y="1355959"/>
                  </a:lnTo>
                  <a:lnTo>
                    <a:pt x="3950054" y="1355959"/>
                  </a:lnTo>
                  <a:lnTo>
                    <a:pt x="3950211" y="1355959"/>
                  </a:lnTo>
                  <a:lnTo>
                    <a:pt x="3950211" y="1355528"/>
                  </a:lnTo>
                  <a:lnTo>
                    <a:pt x="3950369" y="1355528"/>
                  </a:lnTo>
                  <a:lnTo>
                    <a:pt x="3950527" y="1355528"/>
                  </a:lnTo>
                  <a:lnTo>
                    <a:pt x="3950685" y="1355528"/>
                  </a:lnTo>
                  <a:lnTo>
                    <a:pt x="3950842" y="1355528"/>
                  </a:lnTo>
                  <a:lnTo>
                    <a:pt x="3950842" y="1355098"/>
                  </a:lnTo>
                  <a:lnTo>
                    <a:pt x="3951000" y="1355098"/>
                  </a:lnTo>
                  <a:lnTo>
                    <a:pt x="3951158" y="1355098"/>
                  </a:lnTo>
                  <a:lnTo>
                    <a:pt x="3951316" y="1355098"/>
                  </a:lnTo>
                  <a:lnTo>
                    <a:pt x="3951473" y="1355098"/>
                  </a:lnTo>
                  <a:lnTo>
                    <a:pt x="3951473" y="1354667"/>
                  </a:lnTo>
                  <a:lnTo>
                    <a:pt x="3951631" y="1354667"/>
                  </a:lnTo>
                  <a:lnTo>
                    <a:pt x="3951631" y="1354237"/>
                  </a:lnTo>
                  <a:lnTo>
                    <a:pt x="3951789" y="1354237"/>
                  </a:lnTo>
                  <a:lnTo>
                    <a:pt x="3951946" y="1354237"/>
                  </a:lnTo>
                  <a:lnTo>
                    <a:pt x="3952104" y="1354237"/>
                  </a:lnTo>
                  <a:lnTo>
                    <a:pt x="3952262" y="1354237"/>
                  </a:lnTo>
                  <a:lnTo>
                    <a:pt x="3952420" y="1354237"/>
                  </a:lnTo>
                  <a:lnTo>
                    <a:pt x="3952420" y="1353806"/>
                  </a:lnTo>
                  <a:lnTo>
                    <a:pt x="3952577" y="1353806"/>
                  </a:lnTo>
                  <a:lnTo>
                    <a:pt x="3952735" y="1353806"/>
                  </a:lnTo>
                  <a:lnTo>
                    <a:pt x="3952893" y="1353806"/>
                  </a:lnTo>
                  <a:lnTo>
                    <a:pt x="3953050" y="1353806"/>
                  </a:lnTo>
                  <a:lnTo>
                    <a:pt x="3953208" y="1353806"/>
                  </a:lnTo>
                  <a:lnTo>
                    <a:pt x="3953366" y="1353806"/>
                  </a:lnTo>
                  <a:lnTo>
                    <a:pt x="3953366" y="1353375"/>
                  </a:lnTo>
                  <a:lnTo>
                    <a:pt x="3953524" y="1353375"/>
                  </a:lnTo>
                  <a:lnTo>
                    <a:pt x="3953681" y="1353375"/>
                  </a:lnTo>
                  <a:lnTo>
                    <a:pt x="3953839" y="1353375"/>
                  </a:lnTo>
                  <a:lnTo>
                    <a:pt x="3953997" y="1353375"/>
                  </a:lnTo>
                  <a:lnTo>
                    <a:pt x="3953997" y="1352945"/>
                  </a:lnTo>
                  <a:lnTo>
                    <a:pt x="3954154" y="1352945"/>
                  </a:lnTo>
                  <a:lnTo>
                    <a:pt x="3954312" y="1352945"/>
                  </a:lnTo>
                  <a:lnTo>
                    <a:pt x="3954470" y="1352945"/>
                  </a:lnTo>
                  <a:lnTo>
                    <a:pt x="3954628" y="1352945"/>
                  </a:lnTo>
                  <a:lnTo>
                    <a:pt x="3954785" y="1352945"/>
                  </a:lnTo>
                  <a:lnTo>
                    <a:pt x="3954785" y="1352514"/>
                  </a:lnTo>
                  <a:lnTo>
                    <a:pt x="3954943" y="1352514"/>
                  </a:lnTo>
                  <a:lnTo>
                    <a:pt x="3954943" y="1352084"/>
                  </a:lnTo>
                  <a:lnTo>
                    <a:pt x="3955101" y="1352084"/>
                  </a:lnTo>
                  <a:lnTo>
                    <a:pt x="3955258" y="1352084"/>
                  </a:lnTo>
                  <a:lnTo>
                    <a:pt x="3955258" y="1351653"/>
                  </a:lnTo>
                  <a:lnTo>
                    <a:pt x="3955416" y="1351653"/>
                  </a:lnTo>
                  <a:lnTo>
                    <a:pt x="3955574" y="1351653"/>
                  </a:lnTo>
                  <a:lnTo>
                    <a:pt x="3955732" y="1351653"/>
                  </a:lnTo>
                  <a:lnTo>
                    <a:pt x="3955732" y="1351222"/>
                  </a:lnTo>
                  <a:lnTo>
                    <a:pt x="3955732" y="1350792"/>
                  </a:lnTo>
                  <a:lnTo>
                    <a:pt x="3955889" y="1350792"/>
                  </a:lnTo>
                  <a:lnTo>
                    <a:pt x="3955889" y="1350361"/>
                  </a:lnTo>
                  <a:lnTo>
                    <a:pt x="3956047" y="1350361"/>
                  </a:lnTo>
                  <a:lnTo>
                    <a:pt x="3956205" y="1350361"/>
                  </a:lnTo>
                  <a:lnTo>
                    <a:pt x="3956363" y="1350361"/>
                  </a:lnTo>
                  <a:lnTo>
                    <a:pt x="3956363" y="1349931"/>
                  </a:lnTo>
                  <a:lnTo>
                    <a:pt x="3956520" y="1349931"/>
                  </a:lnTo>
                  <a:lnTo>
                    <a:pt x="3956678" y="1349931"/>
                  </a:lnTo>
                  <a:lnTo>
                    <a:pt x="3956836" y="1349931"/>
                  </a:lnTo>
                  <a:lnTo>
                    <a:pt x="3956993" y="1349931"/>
                  </a:lnTo>
                  <a:lnTo>
                    <a:pt x="3956993" y="1349500"/>
                  </a:lnTo>
                  <a:lnTo>
                    <a:pt x="3956993" y="1349069"/>
                  </a:lnTo>
                  <a:lnTo>
                    <a:pt x="3956993" y="1348639"/>
                  </a:lnTo>
                  <a:lnTo>
                    <a:pt x="3957151" y="1348639"/>
                  </a:lnTo>
                  <a:lnTo>
                    <a:pt x="3957151" y="1348208"/>
                  </a:lnTo>
                  <a:lnTo>
                    <a:pt x="3957309" y="1348208"/>
                  </a:lnTo>
                  <a:lnTo>
                    <a:pt x="3957467" y="1348208"/>
                  </a:lnTo>
                  <a:lnTo>
                    <a:pt x="3957467" y="1347778"/>
                  </a:lnTo>
                  <a:lnTo>
                    <a:pt x="3957624" y="1347778"/>
                  </a:lnTo>
                  <a:lnTo>
                    <a:pt x="3957782" y="1347778"/>
                  </a:lnTo>
                  <a:lnTo>
                    <a:pt x="3957940" y="1347778"/>
                  </a:lnTo>
                  <a:lnTo>
                    <a:pt x="3958097" y="1347778"/>
                  </a:lnTo>
                  <a:lnTo>
                    <a:pt x="3958255" y="1347778"/>
                  </a:lnTo>
                  <a:lnTo>
                    <a:pt x="3958413" y="1347778"/>
                  </a:lnTo>
                  <a:lnTo>
                    <a:pt x="3958571" y="1347778"/>
                  </a:lnTo>
                  <a:lnTo>
                    <a:pt x="3958728" y="1347778"/>
                  </a:lnTo>
                  <a:lnTo>
                    <a:pt x="3958886" y="1347778"/>
                  </a:lnTo>
                  <a:lnTo>
                    <a:pt x="3959044" y="1347778"/>
                  </a:lnTo>
                  <a:lnTo>
                    <a:pt x="3959201" y="1347778"/>
                  </a:lnTo>
                  <a:lnTo>
                    <a:pt x="3959201" y="1347347"/>
                  </a:lnTo>
                  <a:lnTo>
                    <a:pt x="3959201" y="1346916"/>
                  </a:lnTo>
                  <a:lnTo>
                    <a:pt x="3959359" y="1346916"/>
                  </a:lnTo>
                  <a:lnTo>
                    <a:pt x="3959517" y="1346916"/>
                  </a:lnTo>
                  <a:lnTo>
                    <a:pt x="3959675" y="1346916"/>
                  </a:lnTo>
                  <a:lnTo>
                    <a:pt x="3959832" y="1346916"/>
                  </a:lnTo>
                  <a:lnTo>
                    <a:pt x="3959990" y="1346916"/>
                  </a:lnTo>
                  <a:lnTo>
                    <a:pt x="3960148" y="1346916"/>
                  </a:lnTo>
                  <a:lnTo>
                    <a:pt x="3960148" y="1346486"/>
                  </a:lnTo>
                  <a:lnTo>
                    <a:pt x="3960305" y="1346486"/>
                  </a:lnTo>
                  <a:lnTo>
                    <a:pt x="3960305" y="1346055"/>
                  </a:lnTo>
                  <a:lnTo>
                    <a:pt x="3960463" y="1346055"/>
                  </a:lnTo>
                  <a:lnTo>
                    <a:pt x="3960621" y="1346055"/>
                  </a:lnTo>
                  <a:lnTo>
                    <a:pt x="3960779" y="1346055"/>
                  </a:lnTo>
                  <a:lnTo>
                    <a:pt x="3960779" y="1345625"/>
                  </a:lnTo>
                  <a:lnTo>
                    <a:pt x="3960936" y="1345625"/>
                  </a:lnTo>
                  <a:lnTo>
                    <a:pt x="3960936" y="1345194"/>
                  </a:lnTo>
                  <a:lnTo>
                    <a:pt x="3960936" y="1344763"/>
                  </a:lnTo>
                  <a:lnTo>
                    <a:pt x="3961094" y="1344763"/>
                  </a:lnTo>
                  <a:lnTo>
                    <a:pt x="3961252" y="1344763"/>
                  </a:lnTo>
                  <a:lnTo>
                    <a:pt x="3961409" y="1344763"/>
                  </a:lnTo>
                  <a:lnTo>
                    <a:pt x="3961567" y="1344763"/>
                  </a:lnTo>
                  <a:lnTo>
                    <a:pt x="3961725" y="1344763"/>
                  </a:lnTo>
                  <a:lnTo>
                    <a:pt x="3961883" y="1344763"/>
                  </a:lnTo>
                  <a:lnTo>
                    <a:pt x="3962040" y="1344763"/>
                  </a:lnTo>
                  <a:lnTo>
                    <a:pt x="3962040" y="1344333"/>
                  </a:lnTo>
                  <a:lnTo>
                    <a:pt x="3962040" y="1343902"/>
                  </a:lnTo>
                  <a:lnTo>
                    <a:pt x="3962198" y="1343902"/>
                  </a:lnTo>
                  <a:lnTo>
                    <a:pt x="3962356" y="1343902"/>
                  </a:lnTo>
                  <a:lnTo>
                    <a:pt x="3962514" y="1343902"/>
                  </a:lnTo>
                  <a:lnTo>
                    <a:pt x="3962671" y="1343902"/>
                  </a:lnTo>
                  <a:lnTo>
                    <a:pt x="3962671" y="1343472"/>
                  </a:lnTo>
                  <a:lnTo>
                    <a:pt x="3962829" y="1343472"/>
                  </a:lnTo>
                  <a:lnTo>
                    <a:pt x="3962987" y="1343472"/>
                  </a:lnTo>
                  <a:lnTo>
                    <a:pt x="3963144" y="1343472"/>
                  </a:lnTo>
                  <a:lnTo>
                    <a:pt x="3963302" y="1343472"/>
                  </a:lnTo>
                  <a:lnTo>
                    <a:pt x="3963460" y="1343472"/>
                  </a:lnTo>
                  <a:lnTo>
                    <a:pt x="3963618" y="1343472"/>
                  </a:lnTo>
                  <a:lnTo>
                    <a:pt x="3963775" y="1343472"/>
                  </a:lnTo>
                  <a:lnTo>
                    <a:pt x="3963933" y="1343472"/>
                  </a:lnTo>
                  <a:lnTo>
                    <a:pt x="3963933" y="1343041"/>
                  </a:lnTo>
                  <a:lnTo>
                    <a:pt x="3963933" y="1342610"/>
                  </a:lnTo>
                  <a:lnTo>
                    <a:pt x="3964091" y="1342610"/>
                  </a:lnTo>
                  <a:lnTo>
                    <a:pt x="3964248" y="1342610"/>
                  </a:lnTo>
                  <a:lnTo>
                    <a:pt x="3964406" y="1342610"/>
                  </a:lnTo>
                  <a:lnTo>
                    <a:pt x="3964564" y="1342610"/>
                  </a:lnTo>
                  <a:lnTo>
                    <a:pt x="3964722" y="1342610"/>
                  </a:lnTo>
                  <a:lnTo>
                    <a:pt x="3964879" y="1342610"/>
                  </a:lnTo>
                  <a:lnTo>
                    <a:pt x="3964879" y="1342180"/>
                  </a:lnTo>
                  <a:lnTo>
                    <a:pt x="3965037" y="1342180"/>
                  </a:lnTo>
                  <a:lnTo>
                    <a:pt x="3965195" y="1342180"/>
                  </a:lnTo>
                  <a:lnTo>
                    <a:pt x="3965352" y="1342180"/>
                  </a:lnTo>
                  <a:lnTo>
                    <a:pt x="3965352" y="1341749"/>
                  </a:lnTo>
                  <a:lnTo>
                    <a:pt x="3965510" y="1341749"/>
                  </a:lnTo>
                  <a:lnTo>
                    <a:pt x="3965668" y="1341749"/>
                  </a:lnTo>
                  <a:lnTo>
                    <a:pt x="3965826" y="1341749"/>
                  </a:lnTo>
                  <a:lnTo>
                    <a:pt x="3965983" y="1341749"/>
                  </a:lnTo>
                  <a:lnTo>
                    <a:pt x="3966141" y="1341749"/>
                  </a:lnTo>
                  <a:lnTo>
                    <a:pt x="3966299" y="1341749"/>
                  </a:lnTo>
                  <a:lnTo>
                    <a:pt x="3966456" y="1341749"/>
                  </a:lnTo>
                  <a:lnTo>
                    <a:pt x="3966614" y="1341749"/>
                  </a:lnTo>
                  <a:lnTo>
                    <a:pt x="3966772" y="1341749"/>
                  </a:lnTo>
                  <a:lnTo>
                    <a:pt x="3966930" y="1341749"/>
                  </a:lnTo>
                  <a:lnTo>
                    <a:pt x="3967087" y="1341749"/>
                  </a:lnTo>
                  <a:lnTo>
                    <a:pt x="3967087" y="1341319"/>
                  </a:lnTo>
                  <a:lnTo>
                    <a:pt x="3967087" y="1340888"/>
                  </a:lnTo>
                  <a:lnTo>
                    <a:pt x="3967245" y="1340888"/>
                  </a:lnTo>
                  <a:lnTo>
                    <a:pt x="3967403" y="1340888"/>
                  </a:lnTo>
                  <a:lnTo>
                    <a:pt x="3967561" y="1340888"/>
                  </a:lnTo>
                  <a:lnTo>
                    <a:pt x="3967718" y="1340888"/>
                  </a:lnTo>
                  <a:lnTo>
                    <a:pt x="3967876" y="1340888"/>
                  </a:lnTo>
                  <a:lnTo>
                    <a:pt x="3968034" y="1340888"/>
                  </a:lnTo>
                  <a:lnTo>
                    <a:pt x="3968191" y="1340888"/>
                  </a:lnTo>
                  <a:lnTo>
                    <a:pt x="3968349" y="1340888"/>
                  </a:lnTo>
                  <a:lnTo>
                    <a:pt x="3968507" y="1340888"/>
                  </a:lnTo>
                  <a:lnTo>
                    <a:pt x="3968665" y="1340888"/>
                  </a:lnTo>
                  <a:lnTo>
                    <a:pt x="3968665" y="1340457"/>
                  </a:lnTo>
                  <a:lnTo>
                    <a:pt x="3968822" y="1340457"/>
                  </a:lnTo>
                  <a:lnTo>
                    <a:pt x="3968980" y="1340457"/>
                  </a:lnTo>
                  <a:lnTo>
                    <a:pt x="3969138" y="1340457"/>
                  </a:lnTo>
                  <a:lnTo>
                    <a:pt x="3969295" y="1340457"/>
                  </a:lnTo>
                  <a:lnTo>
                    <a:pt x="3969453" y="1340457"/>
                  </a:lnTo>
                  <a:lnTo>
                    <a:pt x="3969611" y="1340457"/>
                  </a:lnTo>
                  <a:lnTo>
                    <a:pt x="3969769" y="1340457"/>
                  </a:lnTo>
                  <a:lnTo>
                    <a:pt x="3969769" y="1340027"/>
                  </a:lnTo>
                  <a:lnTo>
                    <a:pt x="3969769" y="1339596"/>
                  </a:lnTo>
                  <a:lnTo>
                    <a:pt x="3969926" y="1339596"/>
                  </a:lnTo>
                  <a:lnTo>
                    <a:pt x="3970084" y="1339596"/>
                  </a:lnTo>
                  <a:lnTo>
                    <a:pt x="3970242" y="1339596"/>
                  </a:lnTo>
                  <a:lnTo>
                    <a:pt x="3970242" y="1339166"/>
                  </a:lnTo>
                  <a:lnTo>
                    <a:pt x="3970399" y="1339166"/>
                  </a:lnTo>
                  <a:lnTo>
                    <a:pt x="3970557" y="1339166"/>
                  </a:lnTo>
                  <a:lnTo>
                    <a:pt x="3970715" y="1339166"/>
                  </a:lnTo>
                  <a:lnTo>
                    <a:pt x="3970873" y="1339166"/>
                  </a:lnTo>
                  <a:lnTo>
                    <a:pt x="3971030" y="1339166"/>
                  </a:lnTo>
                  <a:lnTo>
                    <a:pt x="3971188" y="1339166"/>
                  </a:lnTo>
                  <a:lnTo>
                    <a:pt x="3971346" y="1339166"/>
                  </a:lnTo>
                  <a:lnTo>
                    <a:pt x="3971503" y="1339166"/>
                  </a:lnTo>
                  <a:lnTo>
                    <a:pt x="3971661" y="1339166"/>
                  </a:lnTo>
                  <a:lnTo>
                    <a:pt x="3971661" y="1338735"/>
                  </a:lnTo>
                  <a:lnTo>
                    <a:pt x="3971819" y="1338735"/>
                  </a:lnTo>
                  <a:lnTo>
                    <a:pt x="3971977" y="1338735"/>
                  </a:lnTo>
                  <a:lnTo>
                    <a:pt x="3972134" y="1338735"/>
                  </a:lnTo>
                  <a:lnTo>
                    <a:pt x="3972292" y="1338735"/>
                  </a:lnTo>
                  <a:lnTo>
                    <a:pt x="3972450" y="1338735"/>
                  </a:lnTo>
                  <a:lnTo>
                    <a:pt x="3972607" y="1338735"/>
                  </a:lnTo>
                  <a:lnTo>
                    <a:pt x="3972607" y="1338304"/>
                  </a:lnTo>
                  <a:lnTo>
                    <a:pt x="3972765" y="1338304"/>
                  </a:lnTo>
                  <a:lnTo>
                    <a:pt x="3972923" y="1338304"/>
                  </a:lnTo>
                  <a:lnTo>
                    <a:pt x="3973081" y="1338304"/>
                  </a:lnTo>
                  <a:lnTo>
                    <a:pt x="3973238" y="1338304"/>
                  </a:lnTo>
                  <a:lnTo>
                    <a:pt x="3973238" y="1337874"/>
                  </a:lnTo>
                  <a:lnTo>
                    <a:pt x="3973396" y="1337874"/>
                  </a:lnTo>
                  <a:lnTo>
                    <a:pt x="3973554" y="1337874"/>
                  </a:lnTo>
                  <a:lnTo>
                    <a:pt x="3973554" y="1337443"/>
                  </a:lnTo>
                  <a:lnTo>
                    <a:pt x="3973712" y="1337443"/>
                  </a:lnTo>
                  <a:lnTo>
                    <a:pt x="3973869" y="1337443"/>
                  </a:lnTo>
                  <a:lnTo>
                    <a:pt x="3974027" y="1337443"/>
                  </a:lnTo>
                  <a:lnTo>
                    <a:pt x="3974185" y="1337443"/>
                  </a:lnTo>
                  <a:lnTo>
                    <a:pt x="3974342" y="1337443"/>
                  </a:lnTo>
                  <a:lnTo>
                    <a:pt x="3974500" y="1337443"/>
                  </a:lnTo>
                  <a:lnTo>
                    <a:pt x="3974658" y="1337443"/>
                  </a:lnTo>
                  <a:lnTo>
                    <a:pt x="3974816" y="1337443"/>
                  </a:lnTo>
                  <a:lnTo>
                    <a:pt x="3974816" y="1337013"/>
                  </a:lnTo>
                  <a:lnTo>
                    <a:pt x="3974973" y="1337013"/>
                  </a:lnTo>
                  <a:lnTo>
                    <a:pt x="3975131" y="1337013"/>
                  </a:lnTo>
                  <a:lnTo>
                    <a:pt x="3975289" y="1337013"/>
                  </a:lnTo>
                  <a:lnTo>
                    <a:pt x="3975446" y="1337013"/>
                  </a:lnTo>
                  <a:lnTo>
                    <a:pt x="3975604" y="1337013"/>
                  </a:lnTo>
                  <a:lnTo>
                    <a:pt x="3975762" y="1337013"/>
                  </a:lnTo>
                  <a:lnTo>
                    <a:pt x="3975920" y="1337013"/>
                  </a:lnTo>
                  <a:lnTo>
                    <a:pt x="3976077" y="1337013"/>
                  </a:lnTo>
                  <a:lnTo>
                    <a:pt x="3976235" y="1337013"/>
                  </a:lnTo>
                  <a:lnTo>
                    <a:pt x="3976393" y="1337013"/>
                  </a:lnTo>
                  <a:lnTo>
                    <a:pt x="3976550" y="1337013"/>
                  </a:lnTo>
                  <a:lnTo>
                    <a:pt x="3976550" y="1336582"/>
                  </a:lnTo>
                  <a:lnTo>
                    <a:pt x="3976708" y="1336582"/>
                  </a:lnTo>
                  <a:lnTo>
                    <a:pt x="3976708" y="1336151"/>
                  </a:lnTo>
                  <a:lnTo>
                    <a:pt x="3976866" y="1336151"/>
                  </a:lnTo>
                  <a:lnTo>
                    <a:pt x="3977024" y="1336151"/>
                  </a:lnTo>
                  <a:lnTo>
                    <a:pt x="3977181" y="1336151"/>
                  </a:lnTo>
                  <a:lnTo>
                    <a:pt x="3977339" y="1336151"/>
                  </a:lnTo>
                  <a:lnTo>
                    <a:pt x="3977497" y="1336151"/>
                  </a:lnTo>
                  <a:lnTo>
                    <a:pt x="3977654" y="1336151"/>
                  </a:lnTo>
                  <a:lnTo>
                    <a:pt x="3977812" y="1336151"/>
                  </a:lnTo>
                  <a:lnTo>
                    <a:pt x="3977970" y="1336151"/>
                  </a:lnTo>
                  <a:lnTo>
                    <a:pt x="3978128" y="1336151"/>
                  </a:lnTo>
                  <a:lnTo>
                    <a:pt x="3978285" y="1336151"/>
                  </a:lnTo>
                  <a:lnTo>
                    <a:pt x="3978285" y="1335721"/>
                  </a:lnTo>
                  <a:lnTo>
                    <a:pt x="3978443" y="1335721"/>
                  </a:lnTo>
                  <a:lnTo>
                    <a:pt x="3978443" y="1335290"/>
                  </a:lnTo>
                  <a:lnTo>
                    <a:pt x="3978601" y="1335290"/>
                  </a:lnTo>
                  <a:lnTo>
                    <a:pt x="3978601" y="1334860"/>
                  </a:lnTo>
                  <a:lnTo>
                    <a:pt x="3978759" y="1334860"/>
                  </a:lnTo>
                  <a:lnTo>
                    <a:pt x="3978916" y="1334860"/>
                  </a:lnTo>
                  <a:lnTo>
                    <a:pt x="3979074" y="1334860"/>
                  </a:lnTo>
                  <a:lnTo>
                    <a:pt x="3979232" y="1334860"/>
                  </a:lnTo>
                  <a:lnTo>
                    <a:pt x="3979389" y="1334860"/>
                  </a:lnTo>
                  <a:lnTo>
                    <a:pt x="3979547" y="1334860"/>
                  </a:lnTo>
                  <a:lnTo>
                    <a:pt x="3979705" y="1334860"/>
                  </a:lnTo>
                  <a:lnTo>
                    <a:pt x="3979863" y="1334860"/>
                  </a:lnTo>
                  <a:lnTo>
                    <a:pt x="3980020" y="1334860"/>
                  </a:lnTo>
                  <a:lnTo>
                    <a:pt x="3980178" y="1334860"/>
                  </a:lnTo>
                  <a:lnTo>
                    <a:pt x="3980178" y="1334429"/>
                  </a:lnTo>
                  <a:lnTo>
                    <a:pt x="3980336" y="1334429"/>
                  </a:lnTo>
                  <a:lnTo>
                    <a:pt x="3980493" y="1334429"/>
                  </a:lnTo>
                  <a:lnTo>
                    <a:pt x="3980651" y="1334429"/>
                  </a:lnTo>
                  <a:lnTo>
                    <a:pt x="3980651" y="1333998"/>
                  </a:lnTo>
                  <a:lnTo>
                    <a:pt x="3980809" y="1333998"/>
                  </a:lnTo>
                  <a:lnTo>
                    <a:pt x="3980967" y="1333998"/>
                  </a:lnTo>
                  <a:lnTo>
                    <a:pt x="3981124" y="1333998"/>
                  </a:lnTo>
                  <a:lnTo>
                    <a:pt x="3981282" y="1333998"/>
                  </a:lnTo>
                  <a:lnTo>
                    <a:pt x="3981440" y="1333998"/>
                  </a:lnTo>
                  <a:lnTo>
                    <a:pt x="3981597" y="1333998"/>
                  </a:lnTo>
                  <a:lnTo>
                    <a:pt x="3981755" y="1333998"/>
                  </a:lnTo>
                  <a:lnTo>
                    <a:pt x="3981755" y="1333568"/>
                  </a:lnTo>
                  <a:lnTo>
                    <a:pt x="3981913" y="1333568"/>
                  </a:lnTo>
                  <a:lnTo>
                    <a:pt x="3981913" y="1333137"/>
                  </a:lnTo>
                  <a:lnTo>
                    <a:pt x="3981913" y="1332707"/>
                  </a:lnTo>
                  <a:lnTo>
                    <a:pt x="3982071" y="1332707"/>
                  </a:lnTo>
                  <a:lnTo>
                    <a:pt x="3982228" y="1332707"/>
                  </a:lnTo>
                  <a:lnTo>
                    <a:pt x="3982386" y="1332707"/>
                  </a:lnTo>
                  <a:lnTo>
                    <a:pt x="3982544" y="1332707"/>
                  </a:lnTo>
                  <a:lnTo>
                    <a:pt x="3982701" y="1332707"/>
                  </a:lnTo>
                  <a:lnTo>
                    <a:pt x="3982859" y="1332707"/>
                  </a:lnTo>
                  <a:lnTo>
                    <a:pt x="3983017" y="1332707"/>
                  </a:lnTo>
                  <a:lnTo>
                    <a:pt x="3983175" y="1332707"/>
                  </a:lnTo>
                  <a:lnTo>
                    <a:pt x="3983332" y="1332707"/>
                  </a:lnTo>
                  <a:lnTo>
                    <a:pt x="3983332" y="1332276"/>
                  </a:lnTo>
                  <a:lnTo>
                    <a:pt x="3983490" y="1332276"/>
                  </a:lnTo>
                  <a:lnTo>
                    <a:pt x="3983648" y="1332276"/>
                  </a:lnTo>
                  <a:lnTo>
                    <a:pt x="3983805" y="1332276"/>
                  </a:lnTo>
                  <a:lnTo>
                    <a:pt x="3983963" y="1332276"/>
                  </a:lnTo>
                  <a:lnTo>
                    <a:pt x="3984121" y="1332276"/>
                  </a:lnTo>
                  <a:lnTo>
                    <a:pt x="3984279" y="1332276"/>
                  </a:lnTo>
                  <a:lnTo>
                    <a:pt x="3984436" y="1332276"/>
                  </a:lnTo>
                  <a:lnTo>
                    <a:pt x="3984594" y="1332276"/>
                  </a:lnTo>
                  <a:lnTo>
                    <a:pt x="3984752" y="1332276"/>
                  </a:lnTo>
                  <a:lnTo>
                    <a:pt x="3984910" y="1332276"/>
                  </a:lnTo>
                  <a:lnTo>
                    <a:pt x="3984910" y="1331845"/>
                  </a:lnTo>
                  <a:lnTo>
                    <a:pt x="3984910" y="1331415"/>
                  </a:lnTo>
                  <a:lnTo>
                    <a:pt x="3985067" y="1331415"/>
                  </a:lnTo>
                  <a:lnTo>
                    <a:pt x="3985225" y="1331415"/>
                  </a:lnTo>
                  <a:lnTo>
                    <a:pt x="3985383" y="1331415"/>
                  </a:lnTo>
                  <a:lnTo>
                    <a:pt x="3985540" y="1331415"/>
                  </a:lnTo>
                  <a:lnTo>
                    <a:pt x="3985698" y="1331415"/>
                  </a:lnTo>
                  <a:lnTo>
                    <a:pt x="3985698" y="1330984"/>
                  </a:lnTo>
                  <a:lnTo>
                    <a:pt x="3985856" y="1330984"/>
                  </a:lnTo>
                  <a:lnTo>
                    <a:pt x="3985856" y="1330554"/>
                  </a:lnTo>
                  <a:lnTo>
                    <a:pt x="3986014" y="1330554"/>
                  </a:lnTo>
                  <a:lnTo>
                    <a:pt x="3986171" y="1330554"/>
                  </a:lnTo>
                  <a:lnTo>
                    <a:pt x="3986329" y="1330554"/>
                  </a:lnTo>
                  <a:lnTo>
                    <a:pt x="3986487" y="1330554"/>
                  </a:lnTo>
                  <a:lnTo>
                    <a:pt x="3986644" y="1330554"/>
                  </a:lnTo>
                  <a:lnTo>
                    <a:pt x="3986802" y="1330554"/>
                  </a:lnTo>
                  <a:lnTo>
                    <a:pt x="3986802" y="1330123"/>
                  </a:lnTo>
                  <a:lnTo>
                    <a:pt x="3986960" y="1330123"/>
                  </a:lnTo>
                  <a:lnTo>
                    <a:pt x="3987118" y="1330123"/>
                  </a:lnTo>
                  <a:lnTo>
                    <a:pt x="3987275" y="1330123"/>
                  </a:lnTo>
                  <a:lnTo>
                    <a:pt x="3987433" y="1330123"/>
                  </a:lnTo>
                  <a:lnTo>
                    <a:pt x="3987591" y="1330123"/>
                  </a:lnTo>
                  <a:lnTo>
                    <a:pt x="3987748" y="1330123"/>
                  </a:lnTo>
                  <a:lnTo>
                    <a:pt x="3987906" y="1330123"/>
                  </a:lnTo>
                  <a:lnTo>
                    <a:pt x="3988064" y="1330123"/>
                  </a:lnTo>
                  <a:lnTo>
                    <a:pt x="3988222" y="1330123"/>
                  </a:lnTo>
                  <a:lnTo>
                    <a:pt x="3988379" y="1330123"/>
                  </a:lnTo>
                  <a:lnTo>
                    <a:pt x="3988537" y="1330123"/>
                  </a:lnTo>
                  <a:lnTo>
                    <a:pt x="3988695" y="1330123"/>
                  </a:lnTo>
                  <a:lnTo>
                    <a:pt x="3988852" y="1330123"/>
                  </a:lnTo>
                  <a:lnTo>
                    <a:pt x="3989010" y="1330123"/>
                  </a:lnTo>
                  <a:lnTo>
                    <a:pt x="3989168" y="1330123"/>
                  </a:lnTo>
                  <a:lnTo>
                    <a:pt x="3989326" y="1330123"/>
                  </a:lnTo>
                  <a:lnTo>
                    <a:pt x="3989483" y="1330123"/>
                  </a:lnTo>
                  <a:lnTo>
                    <a:pt x="3989641" y="1330123"/>
                  </a:lnTo>
                  <a:lnTo>
                    <a:pt x="3989799" y="1330123"/>
                  </a:lnTo>
                  <a:lnTo>
                    <a:pt x="3989799" y="1329692"/>
                  </a:lnTo>
                  <a:lnTo>
                    <a:pt x="3989799" y="1329262"/>
                  </a:lnTo>
                  <a:lnTo>
                    <a:pt x="3989957" y="1329262"/>
                  </a:lnTo>
                  <a:lnTo>
                    <a:pt x="3990114" y="1329262"/>
                  </a:lnTo>
                  <a:lnTo>
                    <a:pt x="3990272" y="1329262"/>
                  </a:lnTo>
                  <a:lnTo>
                    <a:pt x="3990430" y="1329262"/>
                  </a:lnTo>
                  <a:lnTo>
                    <a:pt x="3990587" y="1329262"/>
                  </a:lnTo>
                  <a:lnTo>
                    <a:pt x="3990587" y="1328831"/>
                  </a:lnTo>
                  <a:lnTo>
                    <a:pt x="3990587" y="1328401"/>
                  </a:lnTo>
                  <a:lnTo>
                    <a:pt x="3990745" y="1328401"/>
                  </a:lnTo>
                  <a:lnTo>
                    <a:pt x="3990903" y="1328401"/>
                  </a:lnTo>
                  <a:lnTo>
                    <a:pt x="3991061" y="1328401"/>
                  </a:lnTo>
                  <a:lnTo>
                    <a:pt x="3991218" y="1328401"/>
                  </a:lnTo>
                  <a:lnTo>
                    <a:pt x="3991376" y="1328401"/>
                  </a:lnTo>
                  <a:lnTo>
                    <a:pt x="3991534" y="1328401"/>
                  </a:lnTo>
                  <a:lnTo>
                    <a:pt x="3991691" y="1328401"/>
                  </a:lnTo>
                  <a:lnTo>
                    <a:pt x="3991849" y="1328401"/>
                  </a:lnTo>
                  <a:lnTo>
                    <a:pt x="3992007" y="1328401"/>
                  </a:lnTo>
                  <a:lnTo>
                    <a:pt x="3992165" y="1328401"/>
                  </a:lnTo>
                  <a:lnTo>
                    <a:pt x="3992322" y="1328401"/>
                  </a:lnTo>
                  <a:lnTo>
                    <a:pt x="3992322" y="1327970"/>
                  </a:lnTo>
                  <a:lnTo>
                    <a:pt x="3992322" y="1327539"/>
                  </a:lnTo>
                  <a:lnTo>
                    <a:pt x="3992480" y="1327539"/>
                  </a:lnTo>
                  <a:lnTo>
                    <a:pt x="3992480" y="1327109"/>
                  </a:lnTo>
                  <a:lnTo>
                    <a:pt x="3992638" y="1327109"/>
                  </a:lnTo>
                  <a:lnTo>
                    <a:pt x="3992795" y="1327109"/>
                  </a:lnTo>
                  <a:lnTo>
                    <a:pt x="3992953" y="1327109"/>
                  </a:lnTo>
                  <a:lnTo>
                    <a:pt x="3993111" y="1327109"/>
                  </a:lnTo>
                  <a:lnTo>
                    <a:pt x="3993269" y="1327109"/>
                  </a:lnTo>
                  <a:lnTo>
                    <a:pt x="3993426" y="1327109"/>
                  </a:lnTo>
                  <a:lnTo>
                    <a:pt x="3993584" y="1327109"/>
                  </a:lnTo>
                  <a:lnTo>
                    <a:pt x="3993742" y="1327109"/>
                  </a:lnTo>
                  <a:lnTo>
                    <a:pt x="3993899" y="1327109"/>
                  </a:lnTo>
                  <a:lnTo>
                    <a:pt x="3994057" y="1327109"/>
                  </a:lnTo>
                  <a:lnTo>
                    <a:pt x="3994215" y="1327109"/>
                  </a:lnTo>
                  <a:lnTo>
                    <a:pt x="3994373" y="1327109"/>
                  </a:lnTo>
                  <a:lnTo>
                    <a:pt x="3994530" y="1327109"/>
                  </a:lnTo>
                  <a:lnTo>
                    <a:pt x="3994688" y="1327109"/>
                  </a:lnTo>
                  <a:lnTo>
                    <a:pt x="3994846" y="1327109"/>
                  </a:lnTo>
                  <a:lnTo>
                    <a:pt x="3994846" y="1326678"/>
                  </a:lnTo>
                  <a:lnTo>
                    <a:pt x="3995003" y="1326678"/>
                  </a:lnTo>
                  <a:lnTo>
                    <a:pt x="3995161" y="1326678"/>
                  </a:lnTo>
                  <a:lnTo>
                    <a:pt x="3995319" y="1326678"/>
                  </a:lnTo>
                  <a:lnTo>
                    <a:pt x="3995477" y="1326678"/>
                  </a:lnTo>
                  <a:lnTo>
                    <a:pt x="3995634" y="1326678"/>
                  </a:lnTo>
                  <a:lnTo>
                    <a:pt x="3995792" y="1326678"/>
                  </a:lnTo>
                  <a:lnTo>
                    <a:pt x="3995950" y="1326678"/>
                  </a:lnTo>
                  <a:lnTo>
                    <a:pt x="3996108" y="1326678"/>
                  </a:lnTo>
                  <a:lnTo>
                    <a:pt x="3996108" y="1326248"/>
                  </a:lnTo>
                  <a:lnTo>
                    <a:pt x="3996265" y="1326248"/>
                  </a:lnTo>
                  <a:lnTo>
                    <a:pt x="3996265" y="1325817"/>
                  </a:lnTo>
                  <a:lnTo>
                    <a:pt x="3996265" y="1325386"/>
                  </a:lnTo>
                  <a:lnTo>
                    <a:pt x="3996423" y="1325386"/>
                  </a:lnTo>
                  <a:lnTo>
                    <a:pt x="3996423" y="1324956"/>
                  </a:lnTo>
                  <a:lnTo>
                    <a:pt x="3996581" y="1324956"/>
                  </a:lnTo>
                  <a:lnTo>
                    <a:pt x="3996738" y="1324956"/>
                  </a:lnTo>
                  <a:lnTo>
                    <a:pt x="3996896" y="1324956"/>
                  </a:lnTo>
                  <a:lnTo>
                    <a:pt x="3997054" y="1324956"/>
                  </a:lnTo>
                  <a:lnTo>
                    <a:pt x="3997212" y="1324956"/>
                  </a:lnTo>
                  <a:lnTo>
                    <a:pt x="3997369" y="1324956"/>
                  </a:lnTo>
                  <a:lnTo>
                    <a:pt x="3997369" y="1324525"/>
                  </a:lnTo>
                  <a:lnTo>
                    <a:pt x="3997369" y="1324095"/>
                  </a:lnTo>
                  <a:lnTo>
                    <a:pt x="3997527" y="1324095"/>
                  </a:lnTo>
                  <a:lnTo>
                    <a:pt x="3997527" y="1323664"/>
                  </a:lnTo>
                  <a:lnTo>
                    <a:pt x="3997685" y="1323664"/>
                  </a:lnTo>
                  <a:lnTo>
                    <a:pt x="3997842" y="1323664"/>
                  </a:lnTo>
                  <a:lnTo>
                    <a:pt x="3998000" y="1323664"/>
                  </a:lnTo>
                  <a:lnTo>
                    <a:pt x="3998000" y="1323233"/>
                  </a:lnTo>
                  <a:lnTo>
                    <a:pt x="3998158" y="1323233"/>
                  </a:lnTo>
                  <a:lnTo>
                    <a:pt x="3998316" y="1323233"/>
                  </a:lnTo>
                  <a:lnTo>
                    <a:pt x="3998473" y="1323233"/>
                  </a:lnTo>
                  <a:lnTo>
                    <a:pt x="3998631" y="1323233"/>
                  </a:lnTo>
                  <a:lnTo>
                    <a:pt x="3998631" y="1322803"/>
                  </a:lnTo>
                  <a:lnTo>
                    <a:pt x="3998789" y="1322803"/>
                  </a:lnTo>
                  <a:lnTo>
                    <a:pt x="3998946" y="1322803"/>
                  </a:lnTo>
                  <a:lnTo>
                    <a:pt x="3998946" y="1322372"/>
                  </a:lnTo>
                  <a:lnTo>
                    <a:pt x="3999104" y="1322372"/>
                  </a:lnTo>
                  <a:lnTo>
                    <a:pt x="3999262" y="1322372"/>
                  </a:lnTo>
                  <a:lnTo>
                    <a:pt x="3999420" y="1322372"/>
                  </a:lnTo>
                  <a:lnTo>
                    <a:pt x="3999577" y="1322372"/>
                  </a:lnTo>
                  <a:lnTo>
                    <a:pt x="3999735" y="1322372"/>
                  </a:lnTo>
                  <a:lnTo>
                    <a:pt x="3999893" y="1322372"/>
                  </a:lnTo>
                  <a:lnTo>
                    <a:pt x="3999893" y="1321942"/>
                  </a:lnTo>
                  <a:lnTo>
                    <a:pt x="4000050" y="1321942"/>
                  </a:lnTo>
                  <a:lnTo>
                    <a:pt x="4000208" y="1321942"/>
                  </a:lnTo>
                  <a:lnTo>
                    <a:pt x="4000366" y="1321942"/>
                  </a:lnTo>
                  <a:lnTo>
                    <a:pt x="4000366" y="1321511"/>
                  </a:lnTo>
                  <a:lnTo>
                    <a:pt x="4000524" y="1321511"/>
                  </a:lnTo>
                  <a:lnTo>
                    <a:pt x="4000681" y="1321511"/>
                  </a:lnTo>
                  <a:lnTo>
                    <a:pt x="4000839" y="1321511"/>
                  </a:lnTo>
                  <a:lnTo>
                    <a:pt x="4000997" y="1321511"/>
                  </a:lnTo>
                  <a:lnTo>
                    <a:pt x="4001155" y="1321511"/>
                  </a:lnTo>
                  <a:lnTo>
                    <a:pt x="4001312" y="1321511"/>
                  </a:lnTo>
                  <a:lnTo>
                    <a:pt x="4001470" y="1321511"/>
                  </a:lnTo>
                  <a:lnTo>
                    <a:pt x="4001628" y="1321511"/>
                  </a:lnTo>
                  <a:lnTo>
                    <a:pt x="4001785" y="1321511"/>
                  </a:lnTo>
                  <a:lnTo>
                    <a:pt x="4001785" y="1321080"/>
                  </a:lnTo>
                  <a:lnTo>
                    <a:pt x="4001943" y="1321080"/>
                  </a:lnTo>
                  <a:lnTo>
                    <a:pt x="4002101" y="1321080"/>
                  </a:lnTo>
                  <a:lnTo>
                    <a:pt x="4002101" y="1320650"/>
                  </a:lnTo>
                  <a:lnTo>
                    <a:pt x="4002259" y="1320650"/>
                  </a:lnTo>
                  <a:lnTo>
                    <a:pt x="4002416" y="1320650"/>
                  </a:lnTo>
                  <a:lnTo>
                    <a:pt x="4002574" y="1320650"/>
                  </a:lnTo>
                  <a:lnTo>
                    <a:pt x="4002732" y="1320650"/>
                  </a:lnTo>
                  <a:lnTo>
                    <a:pt x="4002889" y="1320650"/>
                  </a:lnTo>
                  <a:lnTo>
                    <a:pt x="4003047" y="1320650"/>
                  </a:lnTo>
                  <a:lnTo>
                    <a:pt x="4003205" y="1320650"/>
                  </a:lnTo>
                  <a:lnTo>
                    <a:pt x="4003363" y="1320650"/>
                  </a:lnTo>
                  <a:lnTo>
                    <a:pt x="4003520" y="1320650"/>
                  </a:lnTo>
                  <a:lnTo>
                    <a:pt x="4003678" y="1320650"/>
                  </a:lnTo>
                  <a:lnTo>
                    <a:pt x="4003836" y="1320650"/>
                  </a:lnTo>
                  <a:lnTo>
                    <a:pt x="4003993" y="1320650"/>
                  </a:lnTo>
                  <a:lnTo>
                    <a:pt x="4004151" y="1320650"/>
                  </a:lnTo>
                  <a:lnTo>
                    <a:pt x="4004309" y="1320650"/>
                  </a:lnTo>
                  <a:lnTo>
                    <a:pt x="4004467" y="1320650"/>
                  </a:lnTo>
                  <a:lnTo>
                    <a:pt x="4004624" y="1320650"/>
                  </a:lnTo>
                  <a:lnTo>
                    <a:pt x="4004624" y="1320219"/>
                  </a:lnTo>
                  <a:lnTo>
                    <a:pt x="4004782" y="1320219"/>
                  </a:lnTo>
                  <a:lnTo>
                    <a:pt x="4004940" y="1320219"/>
                  </a:lnTo>
                  <a:lnTo>
                    <a:pt x="4004940" y="1319789"/>
                  </a:lnTo>
                  <a:lnTo>
                    <a:pt x="4005097" y="1319789"/>
                  </a:lnTo>
                  <a:lnTo>
                    <a:pt x="4005255" y="1319789"/>
                  </a:lnTo>
                  <a:lnTo>
                    <a:pt x="4005413" y="1319789"/>
                  </a:lnTo>
                  <a:lnTo>
                    <a:pt x="4005571" y="1319789"/>
                  </a:lnTo>
                  <a:lnTo>
                    <a:pt x="4005728" y="1319789"/>
                  </a:lnTo>
                  <a:lnTo>
                    <a:pt x="4005886" y="1319789"/>
                  </a:lnTo>
                  <a:lnTo>
                    <a:pt x="4006044" y="1319789"/>
                  </a:lnTo>
                  <a:lnTo>
                    <a:pt x="4006044" y="1319358"/>
                  </a:lnTo>
                  <a:lnTo>
                    <a:pt x="4006201" y="1319358"/>
                  </a:lnTo>
                  <a:lnTo>
                    <a:pt x="4006359" y="1319358"/>
                  </a:lnTo>
                  <a:lnTo>
                    <a:pt x="4006517" y="1319358"/>
                  </a:lnTo>
                  <a:lnTo>
                    <a:pt x="4006517" y="1318927"/>
                  </a:lnTo>
                  <a:lnTo>
                    <a:pt x="4006675" y="1318927"/>
                  </a:lnTo>
                  <a:lnTo>
                    <a:pt x="4006832" y="1318927"/>
                  </a:lnTo>
                  <a:lnTo>
                    <a:pt x="4006832" y="1318497"/>
                  </a:lnTo>
                  <a:lnTo>
                    <a:pt x="4006990" y="1318497"/>
                  </a:lnTo>
                  <a:lnTo>
                    <a:pt x="4007148" y="1318497"/>
                  </a:lnTo>
                  <a:lnTo>
                    <a:pt x="4007306" y="1318497"/>
                  </a:lnTo>
                  <a:lnTo>
                    <a:pt x="4007463" y="1318497"/>
                  </a:lnTo>
                  <a:lnTo>
                    <a:pt x="4007621" y="1318497"/>
                  </a:lnTo>
                  <a:lnTo>
                    <a:pt x="4007779" y="1318497"/>
                  </a:lnTo>
                  <a:lnTo>
                    <a:pt x="4007936" y="1318497"/>
                  </a:lnTo>
                  <a:lnTo>
                    <a:pt x="4007936" y="1318066"/>
                  </a:lnTo>
                  <a:lnTo>
                    <a:pt x="4008094" y="1318066"/>
                  </a:lnTo>
                  <a:lnTo>
                    <a:pt x="4008252" y="1318066"/>
                  </a:lnTo>
                  <a:lnTo>
                    <a:pt x="4008410" y="1318066"/>
                  </a:lnTo>
                  <a:lnTo>
                    <a:pt x="4008567" y="1318066"/>
                  </a:lnTo>
                  <a:lnTo>
                    <a:pt x="4008725" y="1318066"/>
                  </a:lnTo>
                  <a:lnTo>
                    <a:pt x="4008883" y="1318066"/>
                  </a:lnTo>
                  <a:lnTo>
                    <a:pt x="4008883" y="1317636"/>
                  </a:lnTo>
                  <a:lnTo>
                    <a:pt x="4009040" y="1317636"/>
                  </a:lnTo>
                  <a:lnTo>
                    <a:pt x="4009040" y="1317205"/>
                  </a:lnTo>
                  <a:lnTo>
                    <a:pt x="4009198" y="1317205"/>
                  </a:lnTo>
                  <a:lnTo>
                    <a:pt x="4009356" y="1317205"/>
                  </a:lnTo>
                  <a:lnTo>
                    <a:pt x="4009356" y="1316774"/>
                  </a:lnTo>
                  <a:lnTo>
                    <a:pt x="4009514" y="1316774"/>
                  </a:lnTo>
                  <a:lnTo>
                    <a:pt x="4009671" y="1316774"/>
                  </a:lnTo>
                  <a:lnTo>
                    <a:pt x="4009829" y="1316774"/>
                  </a:lnTo>
                  <a:lnTo>
                    <a:pt x="4009829" y="1316344"/>
                  </a:lnTo>
                  <a:lnTo>
                    <a:pt x="4009987" y="1316344"/>
                  </a:lnTo>
                  <a:lnTo>
                    <a:pt x="4010144" y="1316344"/>
                  </a:lnTo>
                  <a:lnTo>
                    <a:pt x="4010302" y="1316344"/>
                  </a:lnTo>
                  <a:lnTo>
                    <a:pt x="4010460" y="1316344"/>
                  </a:lnTo>
                  <a:lnTo>
                    <a:pt x="4010618" y="1316344"/>
                  </a:lnTo>
                  <a:lnTo>
                    <a:pt x="4010775" y="1316344"/>
                  </a:lnTo>
                  <a:lnTo>
                    <a:pt x="4010775" y="1315913"/>
                  </a:lnTo>
                  <a:lnTo>
                    <a:pt x="4010933" y="1315913"/>
                  </a:lnTo>
                  <a:lnTo>
                    <a:pt x="4010933" y="1315483"/>
                  </a:lnTo>
                  <a:lnTo>
                    <a:pt x="4011091" y="1315483"/>
                  </a:lnTo>
                  <a:lnTo>
                    <a:pt x="4011248" y="1315483"/>
                  </a:lnTo>
                  <a:lnTo>
                    <a:pt x="4011248" y="1315052"/>
                  </a:lnTo>
                  <a:lnTo>
                    <a:pt x="4011406" y="1315052"/>
                  </a:lnTo>
                  <a:lnTo>
                    <a:pt x="4011564" y="1315052"/>
                  </a:lnTo>
                  <a:lnTo>
                    <a:pt x="4011722" y="1315052"/>
                  </a:lnTo>
                  <a:lnTo>
                    <a:pt x="4011879" y="1315052"/>
                  </a:lnTo>
                  <a:lnTo>
                    <a:pt x="4011879" y="1314621"/>
                  </a:lnTo>
                  <a:lnTo>
                    <a:pt x="4012037" y="1314621"/>
                  </a:lnTo>
                  <a:lnTo>
                    <a:pt x="4012195" y="1314621"/>
                  </a:lnTo>
                  <a:lnTo>
                    <a:pt x="4012352" y="1314621"/>
                  </a:lnTo>
                  <a:lnTo>
                    <a:pt x="4012510" y="1314621"/>
                  </a:lnTo>
                  <a:lnTo>
                    <a:pt x="4012668" y="1314621"/>
                  </a:lnTo>
                  <a:lnTo>
                    <a:pt x="4012826" y="1314621"/>
                  </a:lnTo>
                  <a:lnTo>
                    <a:pt x="4012983" y="1314621"/>
                  </a:lnTo>
                  <a:lnTo>
                    <a:pt x="4013141" y="1314621"/>
                  </a:lnTo>
                  <a:lnTo>
                    <a:pt x="4013299" y="1314621"/>
                  </a:lnTo>
                  <a:lnTo>
                    <a:pt x="4013457" y="1314621"/>
                  </a:lnTo>
                  <a:lnTo>
                    <a:pt x="4013614" y="1314621"/>
                  </a:lnTo>
                  <a:lnTo>
                    <a:pt x="4013772" y="1314621"/>
                  </a:lnTo>
                  <a:lnTo>
                    <a:pt x="4013930" y="1314621"/>
                  </a:lnTo>
                  <a:lnTo>
                    <a:pt x="4014087" y="1314621"/>
                  </a:lnTo>
                  <a:lnTo>
                    <a:pt x="4014245" y="1314621"/>
                  </a:lnTo>
                  <a:lnTo>
                    <a:pt x="4014403" y="1314621"/>
                  </a:lnTo>
                  <a:lnTo>
                    <a:pt x="4014403" y="1314191"/>
                  </a:lnTo>
                  <a:lnTo>
                    <a:pt x="4014561" y="1314191"/>
                  </a:lnTo>
                  <a:lnTo>
                    <a:pt x="4014718" y="1314191"/>
                  </a:lnTo>
                  <a:lnTo>
                    <a:pt x="4014876" y="1314191"/>
                  </a:lnTo>
                  <a:lnTo>
                    <a:pt x="4015034" y="1314191"/>
                  </a:lnTo>
                  <a:lnTo>
                    <a:pt x="4015191" y="1314191"/>
                  </a:lnTo>
                  <a:lnTo>
                    <a:pt x="4015349" y="1314191"/>
                  </a:lnTo>
                  <a:lnTo>
                    <a:pt x="4015507" y="1314191"/>
                  </a:lnTo>
                  <a:lnTo>
                    <a:pt x="4015507" y="1313760"/>
                  </a:lnTo>
                  <a:lnTo>
                    <a:pt x="4015665" y="1313760"/>
                  </a:lnTo>
                  <a:lnTo>
                    <a:pt x="4015822" y="1313760"/>
                  </a:lnTo>
                  <a:lnTo>
                    <a:pt x="4015980" y="1313760"/>
                  </a:lnTo>
                  <a:lnTo>
                    <a:pt x="4016138" y="1313760"/>
                  </a:lnTo>
                  <a:lnTo>
                    <a:pt x="4016295" y="1313760"/>
                  </a:lnTo>
                  <a:lnTo>
                    <a:pt x="4016453" y="1313760"/>
                  </a:lnTo>
                  <a:lnTo>
                    <a:pt x="4016611" y="1313760"/>
                  </a:lnTo>
                  <a:lnTo>
                    <a:pt x="4016769" y="1313760"/>
                  </a:lnTo>
                  <a:lnTo>
                    <a:pt x="4016926" y="1313760"/>
                  </a:lnTo>
                  <a:lnTo>
                    <a:pt x="4017084" y="1313760"/>
                  </a:lnTo>
                  <a:lnTo>
                    <a:pt x="4017242" y="1313760"/>
                  </a:lnTo>
                  <a:lnTo>
                    <a:pt x="4017399" y="1313760"/>
                  </a:lnTo>
                  <a:lnTo>
                    <a:pt x="4017557" y="1313760"/>
                  </a:lnTo>
                  <a:lnTo>
                    <a:pt x="4017715" y="1313760"/>
                  </a:lnTo>
                  <a:lnTo>
                    <a:pt x="4017873" y="1313760"/>
                  </a:lnTo>
                  <a:lnTo>
                    <a:pt x="4018030" y="1313760"/>
                  </a:lnTo>
                  <a:lnTo>
                    <a:pt x="4018188" y="1313760"/>
                  </a:lnTo>
                  <a:lnTo>
                    <a:pt x="4018346" y="1313760"/>
                  </a:lnTo>
                  <a:lnTo>
                    <a:pt x="4018504" y="1313760"/>
                  </a:lnTo>
                  <a:lnTo>
                    <a:pt x="4018661" y="1313760"/>
                  </a:lnTo>
                  <a:lnTo>
                    <a:pt x="4018819" y="1313760"/>
                  </a:lnTo>
                  <a:lnTo>
                    <a:pt x="4018977" y="1313760"/>
                  </a:lnTo>
                  <a:lnTo>
                    <a:pt x="4019134" y="1313760"/>
                  </a:lnTo>
                  <a:lnTo>
                    <a:pt x="4019292" y="1313760"/>
                  </a:lnTo>
                  <a:lnTo>
                    <a:pt x="4019450" y="1313760"/>
                  </a:lnTo>
                  <a:lnTo>
                    <a:pt x="4019608" y="1313760"/>
                  </a:lnTo>
                  <a:lnTo>
                    <a:pt x="4019765" y="1313760"/>
                  </a:lnTo>
                  <a:lnTo>
                    <a:pt x="4019923" y="1313760"/>
                  </a:lnTo>
                  <a:lnTo>
                    <a:pt x="4020081" y="1313760"/>
                  </a:lnTo>
                  <a:lnTo>
                    <a:pt x="4020238" y="1313760"/>
                  </a:lnTo>
                  <a:lnTo>
                    <a:pt x="4020396" y="1313760"/>
                  </a:lnTo>
                  <a:lnTo>
                    <a:pt x="4020396" y="1313330"/>
                  </a:lnTo>
                  <a:lnTo>
                    <a:pt x="4020554" y="1313330"/>
                  </a:lnTo>
                  <a:lnTo>
                    <a:pt x="4020712" y="1313330"/>
                  </a:lnTo>
                  <a:lnTo>
                    <a:pt x="4020869" y="1313330"/>
                  </a:lnTo>
                  <a:lnTo>
                    <a:pt x="4021027" y="1313330"/>
                  </a:lnTo>
                  <a:lnTo>
                    <a:pt x="4021185" y="1313330"/>
                  </a:lnTo>
                  <a:lnTo>
                    <a:pt x="4021342" y="1313330"/>
                  </a:lnTo>
                  <a:lnTo>
                    <a:pt x="4021500" y="1313330"/>
                  </a:lnTo>
                  <a:lnTo>
                    <a:pt x="4021658" y="1313330"/>
                  </a:lnTo>
                  <a:lnTo>
                    <a:pt x="4021658" y="1312899"/>
                  </a:lnTo>
                  <a:lnTo>
                    <a:pt x="4021816" y="1312899"/>
                  </a:lnTo>
                  <a:lnTo>
                    <a:pt x="4021973" y="1312899"/>
                  </a:lnTo>
                  <a:lnTo>
                    <a:pt x="4021973" y="1312468"/>
                  </a:lnTo>
                  <a:lnTo>
                    <a:pt x="4022131" y="1312468"/>
                  </a:lnTo>
                  <a:lnTo>
                    <a:pt x="4022289" y="1312468"/>
                  </a:lnTo>
                  <a:lnTo>
                    <a:pt x="4022446" y="1312468"/>
                  </a:lnTo>
                  <a:lnTo>
                    <a:pt x="4022604" y="1312468"/>
                  </a:lnTo>
                  <a:lnTo>
                    <a:pt x="4022762" y="1312468"/>
                  </a:lnTo>
                  <a:lnTo>
                    <a:pt x="4022920" y="1312468"/>
                  </a:lnTo>
                  <a:lnTo>
                    <a:pt x="4022920" y="1312038"/>
                  </a:lnTo>
                  <a:lnTo>
                    <a:pt x="4023077" y="1312038"/>
                  </a:lnTo>
                  <a:lnTo>
                    <a:pt x="4023235" y="1312038"/>
                  </a:lnTo>
                  <a:lnTo>
                    <a:pt x="4023235" y="1311607"/>
                  </a:lnTo>
                  <a:lnTo>
                    <a:pt x="4023393" y="1311607"/>
                  </a:lnTo>
                  <a:lnTo>
                    <a:pt x="4023393" y="1311177"/>
                  </a:lnTo>
                  <a:lnTo>
                    <a:pt x="4023550" y="1311177"/>
                  </a:lnTo>
                  <a:lnTo>
                    <a:pt x="4023708" y="1311177"/>
                  </a:lnTo>
                  <a:lnTo>
                    <a:pt x="4023866" y="1311177"/>
                  </a:lnTo>
                  <a:lnTo>
                    <a:pt x="4023866" y="1310746"/>
                  </a:lnTo>
                  <a:lnTo>
                    <a:pt x="4024024" y="1310746"/>
                  </a:lnTo>
                  <a:lnTo>
                    <a:pt x="4024181" y="1310746"/>
                  </a:lnTo>
                  <a:lnTo>
                    <a:pt x="4024339" y="1310746"/>
                  </a:lnTo>
                  <a:lnTo>
                    <a:pt x="4024339" y="1310315"/>
                  </a:lnTo>
                  <a:lnTo>
                    <a:pt x="4024497" y="1310315"/>
                  </a:lnTo>
                  <a:lnTo>
                    <a:pt x="4024497" y="1309885"/>
                  </a:lnTo>
                  <a:lnTo>
                    <a:pt x="4024497" y="1309454"/>
                  </a:lnTo>
                  <a:lnTo>
                    <a:pt x="4024655" y="1309454"/>
                  </a:lnTo>
                  <a:lnTo>
                    <a:pt x="4024812" y="1309454"/>
                  </a:lnTo>
                  <a:lnTo>
                    <a:pt x="4024970" y="1309454"/>
                  </a:lnTo>
                  <a:lnTo>
                    <a:pt x="4025128" y="1309454"/>
                  </a:lnTo>
                  <a:lnTo>
                    <a:pt x="4025285" y="1309454"/>
                  </a:lnTo>
                  <a:lnTo>
                    <a:pt x="4025443" y="1309454"/>
                  </a:lnTo>
                  <a:lnTo>
                    <a:pt x="4025443" y="1309024"/>
                  </a:lnTo>
                  <a:lnTo>
                    <a:pt x="4025601" y="1309024"/>
                  </a:lnTo>
                  <a:lnTo>
                    <a:pt x="4025601" y="1308593"/>
                  </a:lnTo>
                  <a:lnTo>
                    <a:pt x="4025759" y="1308593"/>
                  </a:lnTo>
                  <a:lnTo>
                    <a:pt x="4025916" y="1308593"/>
                  </a:lnTo>
                  <a:lnTo>
                    <a:pt x="4026074" y="1308593"/>
                  </a:lnTo>
                  <a:lnTo>
                    <a:pt x="4026232" y="1308593"/>
                  </a:lnTo>
                  <a:lnTo>
                    <a:pt x="4026389" y="1308593"/>
                  </a:lnTo>
                  <a:lnTo>
                    <a:pt x="4026547" y="1308593"/>
                  </a:lnTo>
                  <a:lnTo>
                    <a:pt x="4026705" y="1308593"/>
                  </a:lnTo>
                  <a:lnTo>
                    <a:pt x="4026863" y="1308593"/>
                  </a:lnTo>
                  <a:lnTo>
                    <a:pt x="4027020" y="1308593"/>
                  </a:lnTo>
                  <a:lnTo>
                    <a:pt x="4027020" y="1308162"/>
                  </a:lnTo>
                  <a:lnTo>
                    <a:pt x="4027178" y="1308162"/>
                  </a:lnTo>
                  <a:lnTo>
                    <a:pt x="4027336" y="1308162"/>
                  </a:lnTo>
                  <a:lnTo>
                    <a:pt x="4027493" y="1308162"/>
                  </a:lnTo>
                  <a:lnTo>
                    <a:pt x="4027651" y="1308162"/>
                  </a:lnTo>
                  <a:lnTo>
                    <a:pt x="4027809" y="1308162"/>
                  </a:lnTo>
                  <a:lnTo>
                    <a:pt x="4027967" y="1308162"/>
                  </a:lnTo>
                  <a:lnTo>
                    <a:pt x="4027967" y="1307732"/>
                  </a:lnTo>
                  <a:lnTo>
                    <a:pt x="4028124" y="1307732"/>
                  </a:lnTo>
                  <a:lnTo>
                    <a:pt x="4028124" y="1307301"/>
                  </a:lnTo>
                  <a:lnTo>
                    <a:pt x="4028282" y="1307301"/>
                  </a:lnTo>
                  <a:lnTo>
                    <a:pt x="4028440" y="1307301"/>
                  </a:lnTo>
                  <a:lnTo>
                    <a:pt x="4028440" y="1306871"/>
                  </a:lnTo>
                  <a:lnTo>
                    <a:pt x="4028597" y="1306871"/>
                  </a:lnTo>
                  <a:lnTo>
                    <a:pt x="4028755" y="1306871"/>
                  </a:lnTo>
                  <a:lnTo>
                    <a:pt x="4028913" y="1306871"/>
                  </a:lnTo>
                  <a:lnTo>
                    <a:pt x="4029071" y="1306871"/>
                  </a:lnTo>
                  <a:lnTo>
                    <a:pt x="4029228" y="1306871"/>
                  </a:lnTo>
                  <a:lnTo>
                    <a:pt x="4029228" y="1306440"/>
                  </a:lnTo>
                  <a:lnTo>
                    <a:pt x="4029228" y="1306009"/>
                  </a:lnTo>
                  <a:lnTo>
                    <a:pt x="4029386" y="1306009"/>
                  </a:lnTo>
                  <a:lnTo>
                    <a:pt x="4029544" y="1306009"/>
                  </a:lnTo>
                  <a:lnTo>
                    <a:pt x="4029702" y="1306009"/>
                  </a:lnTo>
                  <a:lnTo>
                    <a:pt x="4029859" y="1306009"/>
                  </a:lnTo>
                  <a:lnTo>
                    <a:pt x="4029859" y="1305579"/>
                  </a:lnTo>
                  <a:lnTo>
                    <a:pt x="4030017" y="1305579"/>
                  </a:lnTo>
                  <a:lnTo>
                    <a:pt x="4030175" y="1305579"/>
                  </a:lnTo>
                  <a:lnTo>
                    <a:pt x="4030332" y="1305579"/>
                  </a:lnTo>
                  <a:lnTo>
                    <a:pt x="4030490" y="1305579"/>
                  </a:lnTo>
                  <a:lnTo>
                    <a:pt x="4030648" y="1305579"/>
                  </a:lnTo>
                  <a:lnTo>
                    <a:pt x="4030806" y="1305579"/>
                  </a:lnTo>
                  <a:lnTo>
                    <a:pt x="4030963" y="1305579"/>
                  </a:lnTo>
                  <a:lnTo>
                    <a:pt x="4031121" y="1305579"/>
                  </a:lnTo>
                  <a:lnTo>
                    <a:pt x="4031279" y="1305579"/>
                  </a:lnTo>
                  <a:lnTo>
                    <a:pt x="4031436" y="1305579"/>
                  </a:lnTo>
                  <a:lnTo>
                    <a:pt x="4031594" y="1305579"/>
                  </a:lnTo>
                  <a:lnTo>
                    <a:pt x="4031752" y="1305579"/>
                  </a:lnTo>
                  <a:lnTo>
                    <a:pt x="4031910" y="1305579"/>
                  </a:lnTo>
                  <a:lnTo>
                    <a:pt x="4032067" y="1305579"/>
                  </a:lnTo>
                  <a:lnTo>
                    <a:pt x="4032225" y="1305579"/>
                  </a:lnTo>
                  <a:lnTo>
                    <a:pt x="4032383" y="1305579"/>
                  </a:lnTo>
                  <a:lnTo>
                    <a:pt x="4032540" y="1305579"/>
                  </a:lnTo>
                  <a:lnTo>
                    <a:pt x="4032698" y="1305579"/>
                  </a:lnTo>
                  <a:lnTo>
                    <a:pt x="4032856" y="1305579"/>
                  </a:lnTo>
                  <a:lnTo>
                    <a:pt x="4033014" y="1305579"/>
                  </a:lnTo>
                  <a:lnTo>
                    <a:pt x="4033171" y="1305579"/>
                  </a:lnTo>
                  <a:lnTo>
                    <a:pt x="4033171" y="1305148"/>
                  </a:lnTo>
                  <a:lnTo>
                    <a:pt x="4033171" y="1304718"/>
                  </a:lnTo>
                  <a:lnTo>
                    <a:pt x="4033329" y="1304718"/>
                  </a:lnTo>
                  <a:lnTo>
                    <a:pt x="4033487" y="1304718"/>
                  </a:lnTo>
                  <a:lnTo>
                    <a:pt x="4033644" y="1304718"/>
                  </a:lnTo>
                  <a:lnTo>
                    <a:pt x="4033644" y="1304287"/>
                  </a:lnTo>
                  <a:lnTo>
                    <a:pt x="4033644" y="1303856"/>
                  </a:lnTo>
                  <a:lnTo>
                    <a:pt x="4033802" y="1303856"/>
                  </a:lnTo>
                  <a:lnTo>
                    <a:pt x="4033802" y="1303426"/>
                  </a:lnTo>
                  <a:lnTo>
                    <a:pt x="4033960" y="1303426"/>
                  </a:lnTo>
                  <a:lnTo>
                    <a:pt x="4033960" y="1302995"/>
                  </a:lnTo>
                  <a:lnTo>
                    <a:pt x="4034118" y="1302995"/>
                  </a:lnTo>
                  <a:lnTo>
                    <a:pt x="4034275" y="1302995"/>
                  </a:lnTo>
                  <a:lnTo>
                    <a:pt x="4034433" y="1302995"/>
                  </a:lnTo>
                  <a:lnTo>
                    <a:pt x="4034591" y="1302995"/>
                  </a:lnTo>
                  <a:lnTo>
                    <a:pt x="4034748" y="1302995"/>
                  </a:lnTo>
                  <a:lnTo>
                    <a:pt x="4034906" y="1302995"/>
                  </a:lnTo>
                  <a:lnTo>
                    <a:pt x="4035064" y="1302995"/>
                  </a:lnTo>
                  <a:lnTo>
                    <a:pt x="4035222" y="1302995"/>
                  </a:lnTo>
                  <a:lnTo>
                    <a:pt x="4035379" y="1302995"/>
                  </a:lnTo>
                  <a:lnTo>
                    <a:pt x="4035537" y="1302995"/>
                  </a:lnTo>
                  <a:lnTo>
                    <a:pt x="4035695" y="1302995"/>
                  </a:lnTo>
                  <a:lnTo>
                    <a:pt x="4035695" y="1302565"/>
                  </a:lnTo>
                  <a:lnTo>
                    <a:pt x="4035853" y="1302565"/>
                  </a:lnTo>
                  <a:lnTo>
                    <a:pt x="4036010" y="1302565"/>
                  </a:lnTo>
                  <a:lnTo>
                    <a:pt x="4036168" y="1302565"/>
                  </a:lnTo>
                  <a:lnTo>
                    <a:pt x="4036326" y="1302565"/>
                  </a:lnTo>
                  <a:lnTo>
                    <a:pt x="4036326" y="1302134"/>
                  </a:lnTo>
                  <a:lnTo>
                    <a:pt x="4036483" y="1302134"/>
                  </a:lnTo>
                  <a:lnTo>
                    <a:pt x="4036641" y="1302134"/>
                  </a:lnTo>
                  <a:lnTo>
                    <a:pt x="4036799" y="1302134"/>
                  </a:lnTo>
                  <a:lnTo>
                    <a:pt x="4036957" y="1302134"/>
                  </a:lnTo>
                  <a:lnTo>
                    <a:pt x="4037114" y="1302134"/>
                  </a:lnTo>
                  <a:lnTo>
                    <a:pt x="4037272" y="1302134"/>
                  </a:lnTo>
                  <a:lnTo>
                    <a:pt x="4037430" y="1302134"/>
                  </a:lnTo>
                  <a:lnTo>
                    <a:pt x="4037587" y="1302134"/>
                  </a:lnTo>
                  <a:lnTo>
                    <a:pt x="4037745" y="1302134"/>
                  </a:lnTo>
                  <a:lnTo>
                    <a:pt x="4037903" y="1302134"/>
                  </a:lnTo>
                  <a:lnTo>
                    <a:pt x="4038061" y="1302134"/>
                  </a:lnTo>
                  <a:lnTo>
                    <a:pt x="4038218" y="1302134"/>
                  </a:lnTo>
                  <a:lnTo>
                    <a:pt x="4038376" y="1302134"/>
                  </a:lnTo>
                  <a:lnTo>
                    <a:pt x="4038534" y="1302134"/>
                  </a:lnTo>
                  <a:lnTo>
                    <a:pt x="4038534" y="1301703"/>
                  </a:lnTo>
                  <a:lnTo>
                    <a:pt x="4038691" y="1301703"/>
                  </a:lnTo>
                  <a:lnTo>
                    <a:pt x="4038691" y="1301273"/>
                  </a:lnTo>
                  <a:lnTo>
                    <a:pt x="4038849" y="1301273"/>
                  </a:lnTo>
                  <a:lnTo>
                    <a:pt x="4038849" y="1300842"/>
                  </a:lnTo>
                  <a:lnTo>
                    <a:pt x="4039007" y="1300842"/>
                  </a:lnTo>
                  <a:lnTo>
                    <a:pt x="4039165" y="1300842"/>
                  </a:lnTo>
                  <a:lnTo>
                    <a:pt x="4039322" y="1300842"/>
                  </a:lnTo>
                  <a:lnTo>
                    <a:pt x="4039480" y="1300842"/>
                  </a:lnTo>
                  <a:lnTo>
                    <a:pt x="4039638" y="1300842"/>
                  </a:lnTo>
                  <a:lnTo>
                    <a:pt x="4039795" y="1300842"/>
                  </a:lnTo>
                  <a:lnTo>
                    <a:pt x="4039953" y="1300842"/>
                  </a:lnTo>
                  <a:lnTo>
                    <a:pt x="4040111" y="1300842"/>
                  </a:lnTo>
                  <a:lnTo>
                    <a:pt x="4040269" y="1300842"/>
                  </a:lnTo>
                  <a:lnTo>
                    <a:pt x="4040269" y="1300412"/>
                  </a:lnTo>
                  <a:lnTo>
                    <a:pt x="4040426" y="1300412"/>
                  </a:lnTo>
                  <a:lnTo>
                    <a:pt x="4040584" y="1300412"/>
                  </a:lnTo>
                  <a:lnTo>
                    <a:pt x="4040584" y="1299981"/>
                  </a:lnTo>
                  <a:lnTo>
                    <a:pt x="4040742" y="1299981"/>
                  </a:lnTo>
                  <a:lnTo>
                    <a:pt x="4040900" y="1299981"/>
                  </a:lnTo>
                  <a:lnTo>
                    <a:pt x="4041057" y="1299981"/>
                  </a:lnTo>
                  <a:lnTo>
                    <a:pt x="4041215" y="1299981"/>
                  </a:lnTo>
                  <a:lnTo>
                    <a:pt x="4041373" y="1299981"/>
                  </a:lnTo>
                  <a:lnTo>
                    <a:pt x="4041530" y="1299981"/>
                  </a:lnTo>
                  <a:lnTo>
                    <a:pt x="4041688" y="1299981"/>
                  </a:lnTo>
                  <a:lnTo>
                    <a:pt x="4041846" y="1299981"/>
                  </a:lnTo>
                  <a:lnTo>
                    <a:pt x="4042004" y="1299981"/>
                  </a:lnTo>
                  <a:lnTo>
                    <a:pt x="4042161" y="1299981"/>
                  </a:lnTo>
                  <a:lnTo>
                    <a:pt x="4042319" y="1299981"/>
                  </a:lnTo>
                  <a:lnTo>
                    <a:pt x="4042477" y="1299981"/>
                  </a:lnTo>
                  <a:lnTo>
                    <a:pt x="4042634" y="1299981"/>
                  </a:lnTo>
                  <a:lnTo>
                    <a:pt x="4042792" y="1299981"/>
                  </a:lnTo>
                  <a:lnTo>
                    <a:pt x="4042950" y="1299981"/>
                  </a:lnTo>
                  <a:lnTo>
                    <a:pt x="4043108" y="1299981"/>
                  </a:lnTo>
                  <a:lnTo>
                    <a:pt x="4043108" y="1299550"/>
                  </a:lnTo>
                  <a:lnTo>
                    <a:pt x="4043265" y="1299550"/>
                  </a:lnTo>
                  <a:lnTo>
                    <a:pt x="4043423" y="1299550"/>
                  </a:lnTo>
                  <a:lnTo>
                    <a:pt x="4043423" y="1299120"/>
                  </a:lnTo>
                  <a:lnTo>
                    <a:pt x="4043581" y="1299120"/>
                  </a:lnTo>
                  <a:lnTo>
                    <a:pt x="4043738" y="1299120"/>
                  </a:lnTo>
                  <a:lnTo>
                    <a:pt x="4043738" y="1298689"/>
                  </a:lnTo>
                  <a:lnTo>
                    <a:pt x="4043896" y="1298689"/>
                  </a:lnTo>
                  <a:lnTo>
                    <a:pt x="4044054" y="1298689"/>
                  </a:lnTo>
                  <a:lnTo>
                    <a:pt x="4044212" y="1298689"/>
                  </a:lnTo>
                  <a:lnTo>
                    <a:pt x="4044369" y="1298689"/>
                  </a:lnTo>
                  <a:lnTo>
                    <a:pt x="4044527" y="1298689"/>
                  </a:lnTo>
                  <a:lnTo>
                    <a:pt x="4044685" y="1298689"/>
                  </a:lnTo>
                  <a:lnTo>
                    <a:pt x="4044842" y="1298689"/>
                  </a:lnTo>
                  <a:lnTo>
                    <a:pt x="4045000" y="1298689"/>
                  </a:lnTo>
                  <a:lnTo>
                    <a:pt x="4045000" y="1298259"/>
                  </a:lnTo>
                  <a:lnTo>
                    <a:pt x="4045158" y="1298259"/>
                  </a:lnTo>
                  <a:lnTo>
                    <a:pt x="4045316" y="1298259"/>
                  </a:lnTo>
                  <a:lnTo>
                    <a:pt x="4045473" y="1298259"/>
                  </a:lnTo>
                  <a:lnTo>
                    <a:pt x="4045631" y="1298259"/>
                  </a:lnTo>
                  <a:lnTo>
                    <a:pt x="4045631" y="1297828"/>
                  </a:lnTo>
                  <a:lnTo>
                    <a:pt x="4045789" y="1297828"/>
                  </a:lnTo>
                  <a:lnTo>
                    <a:pt x="4045946" y="1297828"/>
                  </a:lnTo>
                  <a:lnTo>
                    <a:pt x="4046104" y="1297828"/>
                  </a:lnTo>
                  <a:lnTo>
                    <a:pt x="4046104" y="1297397"/>
                  </a:lnTo>
                  <a:lnTo>
                    <a:pt x="4046104" y="1296967"/>
                  </a:lnTo>
                  <a:lnTo>
                    <a:pt x="4046104" y="1296536"/>
                  </a:lnTo>
                  <a:lnTo>
                    <a:pt x="4046104" y="1296106"/>
                  </a:lnTo>
                  <a:lnTo>
                    <a:pt x="4046104" y="1295675"/>
                  </a:lnTo>
                  <a:lnTo>
                    <a:pt x="4046262" y="1295675"/>
                  </a:lnTo>
                  <a:lnTo>
                    <a:pt x="4046420" y="1295675"/>
                  </a:lnTo>
                  <a:lnTo>
                    <a:pt x="4046577" y="1295675"/>
                  </a:lnTo>
                  <a:lnTo>
                    <a:pt x="4046735" y="1295675"/>
                  </a:lnTo>
                  <a:lnTo>
                    <a:pt x="4046893" y="1295675"/>
                  </a:lnTo>
                  <a:lnTo>
                    <a:pt x="4047051" y="1295675"/>
                  </a:lnTo>
                  <a:lnTo>
                    <a:pt x="4047208" y="1295675"/>
                  </a:lnTo>
                  <a:lnTo>
                    <a:pt x="4047366" y="1295675"/>
                  </a:lnTo>
                  <a:lnTo>
                    <a:pt x="4047524" y="1295675"/>
                  </a:lnTo>
                  <a:lnTo>
                    <a:pt x="4047524" y="1295244"/>
                  </a:lnTo>
                  <a:lnTo>
                    <a:pt x="4047681" y="1295244"/>
                  </a:lnTo>
                  <a:lnTo>
                    <a:pt x="4047839" y="1295244"/>
                  </a:lnTo>
                  <a:lnTo>
                    <a:pt x="4047997" y="1295244"/>
                  </a:lnTo>
                  <a:lnTo>
                    <a:pt x="4048155" y="1295244"/>
                  </a:lnTo>
                  <a:lnTo>
                    <a:pt x="4048312" y="1295244"/>
                  </a:lnTo>
                  <a:lnTo>
                    <a:pt x="4048470" y="1295244"/>
                  </a:lnTo>
                  <a:lnTo>
                    <a:pt x="4048628" y="1295244"/>
                  </a:lnTo>
                  <a:lnTo>
                    <a:pt x="4048785" y="1295244"/>
                  </a:lnTo>
                  <a:lnTo>
                    <a:pt x="4048943" y="1295244"/>
                  </a:lnTo>
                  <a:lnTo>
                    <a:pt x="4049101" y="1295244"/>
                  </a:lnTo>
                  <a:lnTo>
                    <a:pt x="4049101" y="1294814"/>
                  </a:lnTo>
                  <a:lnTo>
                    <a:pt x="4049259" y="1294814"/>
                  </a:lnTo>
                  <a:lnTo>
                    <a:pt x="4049416" y="1294814"/>
                  </a:lnTo>
                  <a:lnTo>
                    <a:pt x="4049574" y="1294814"/>
                  </a:lnTo>
                  <a:lnTo>
                    <a:pt x="4049732" y="1294814"/>
                  </a:lnTo>
                  <a:lnTo>
                    <a:pt x="4049732" y="1294383"/>
                  </a:lnTo>
                  <a:lnTo>
                    <a:pt x="4049889" y="1294383"/>
                  </a:lnTo>
                  <a:lnTo>
                    <a:pt x="4050047" y="1294383"/>
                  </a:lnTo>
                  <a:lnTo>
                    <a:pt x="4050205" y="1294383"/>
                  </a:lnTo>
                  <a:lnTo>
                    <a:pt x="4050363" y="1294383"/>
                  </a:lnTo>
                  <a:lnTo>
                    <a:pt x="4050520" y="1294383"/>
                  </a:lnTo>
                  <a:lnTo>
                    <a:pt x="4050678" y="1294383"/>
                  </a:lnTo>
                  <a:lnTo>
                    <a:pt x="4050836" y="1294383"/>
                  </a:lnTo>
                  <a:lnTo>
                    <a:pt x="4050836" y="1293953"/>
                  </a:lnTo>
                  <a:lnTo>
                    <a:pt x="4050993" y="1293953"/>
                  </a:lnTo>
                  <a:lnTo>
                    <a:pt x="4051151" y="1293953"/>
                  </a:lnTo>
                  <a:lnTo>
                    <a:pt x="4051309" y="1293953"/>
                  </a:lnTo>
                  <a:lnTo>
                    <a:pt x="4051467" y="1293953"/>
                  </a:lnTo>
                  <a:lnTo>
                    <a:pt x="4051467" y="1293522"/>
                  </a:lnTo>
                  <a:lnTo>
                    <a:pt x="4051624" y="1293522"/>
                  </a:lnTo>
                  <a:lnTo>
                    <a:pt x="4051782" y="1293522"/>
                  </a:lnTo>
                  <a:lnTo>
                    <a:pt x="4051940" y="1293522"/>
                  </a:lnTo>
                  <a:lnTo>
                    <a:pt x="4052098" y="1293522"/>
                  </a:lnTo>
                  <a:lnTo>
                    <a:pt x="4052255" y="1293522"/>
                  </a:lnTo>
                  <a:lnTo>
                    <a:pt x="4052255" y="1293091"/>
                  </a:lnTo>
                  <a:lnTo>
                    <a:pt x="4052413" y="1293091"/>
                  </a:lnTo>
                  <a:lnTo>
                    <a:pt x="4052571" y="1293091"/>
                  </a:lnTo>
                  <a:lnTo>
                    <a:pt x="4052571" y="1292661"/>
                  </a:lnTo>
                  <a:lnTo>
                    <a:pt x="4052728" y="1292661"/>
                  </a:lnTo>
                  <a:lnTo>
                    <a:pt x="4052886" y="1292661"/>
                  </a:lnTo>
                  <a:lnTo>
                    <a:pt x="4053044" y="1292661"/>
                  </a:lnTo>
                  <a:lnTo>
                    <a:pt x="4053044" y="1292230"/>
                  </a:lnTo>
                  <a:lnTo>
                    <a:pt x="4053202" y="1292230"/>
                  </a:lnTo>
                  <a:lnTo>
                    <a:pt x="4053359" y="1292230"/>
                  </a:lnTo>
                  <a:lnTo>
                    <a:pt x="4053517" y="1292230"/>
                  </a:lnTo>
                  <a:lnTo>
                    <a:pt x="4053675" y="1292230"/>
                  </a:lnTo>
                  <a:lnTo>
                    <a:pt x="4053832" y="1292230"/>
                  </a:lnTo>
                  <a:lnTo>
                    <a:pt x="4053990" y="1292230"/>
                  </a:lnTo>
                  <a:lnTo>
                    <a:pt x="4054148" y="1292230"/>
                  </a:lnTo>
                  <a:lnTo>
                    <a:pt x="4054306" y="1292230"/>
                  </a:lnTo>
                  <a:lnTo>
                    <a:pt x="4054463" y="1292230"/>
                  </a:lnTo>
                  <a:lnTo>
                    <a:pt x="4054621" y="1292230"/>
                  </a:lnTo>
                  <a:lnTo>
                    <a:pt x="4054779" y="1292230"/>
                  </a:lnTo>
                  <a:lnTo>
                    <a:pt x="4054936" y="1292230"/>
                  </a:lnTo>
                  <a:lnTo>
                    <a:pt x="4055094" y="1292230"/>
                  </a:lnTo>
                  <a:lnTo>
                    <a:pt x="4055252" y="1292230"/>
                  </a:lnTo>
                  <a:lnTo>
                    <a:pt x="4055410" y="1292230"/>
                  </a:lnTo>
                  <a:lnTo>
                    <a:pt x="4055567" y="1292230"/>
                  </a:lnTo>
                  <a:lnTo>
                    <a:pt x="4055725" y="1292230"/>
                  </a:lnTo>
                  <a:lnTo>
                    <a:pt x="4055883" y="1292230"/>
                  </a:lnTo>
                  <a:lnTo>
                    <a:pt x="4056040" y="1292230"/>
                  </a:lnTo>
                  <a:lnTo>
                    <a:pt x="4056198" y="1292230"/>
                  </a:lnTo>
                  <a:lnTo>
                    <a:pt x="4056356" y="1292230"/>
                  </a:lnTo>
                  <a:lnTo>
                    <a:pt x="4056514" y="1292230"/>
                  </a:lnTo>
                  <a:lnTo>
                    <a:pt x="4056671" y="1292230"/>
                  </a:lnTo>
                  <a:lnTo>
                    <a:pt x="4056671" y="1291800"/>
                  </a:lnTo>
                  <a:lnTo>
                    <a:pt x="4056829" y="1291800"/>
                  </a:lnTo>
                  <a:lnTo>
                    <a:pt x="4056987" y="1291800"/>
                  </a:lnTo>
                  <a:lnTo>
                    <a:pt x="4057144" y="1291800"/>
                  </a:lnTo>
                  <a:lnTo>
                    <a:pt x="4057302" y="1291800"/>
                  </a:lnTo>
                  <a:lnTo>
                    <a:pt x="4057460" y="1291800"/>
                  </a:lnTo>
                  <a:lnTo>
                    <a:pt x="4057618" y="1291800"/>
                  </a:lnTo>
                  <a:lnTo>
                    <a:pt x="4057775" y="1291800"/>
                  </a:lnTo>
                  <a:lnTo>
                    <a:pt x="4057933" y="1291800"/>
                  </a:lnTo>
                  <a:lnTo>
                    <a:pt x="4058091" y="1291800"/>
                  </a:lnTo>
                  <a:lnTo>
                    <a:pt x="4058091" y="1291369"/>
                  </a:lnTo>
                  <a:lnTo>
                    <a:pt x="4058249" y="1291369"/>
                  </a:lnTo>
                  <a:lnTo>
                    <a:pt x="4058406" y="1291369"/>
                  </a:lnTo>
                  <a:lnTo>
                    <a:pt x="4058564" y="1291369"/>
                  </a:lnTo>
                  <a:lnTo>
                    <a:pt x="4058722" y="1291369"/>
                  </a:lnTo>
                  <a:lnTo>
                    <a:pt x="4058879" y="1291369"/>
                  </a:lnTo>
                  <a:lnTo>
                    <a:pt x="4059037" y="1291369"/>
                  </a:lnTo>
                  <a:lnTo>
                    <a:pt x="4059195" y="1291369"/>
                  </a:lnTo>
                  <a:lnTo>
                    <a:pt x="4059353" y="1291369"/>
                  </a:lnTo>
                  <a:lnTo>
                    <a:pt x="4059510" y="1291369"/>
                  </a:lnTo>
                  <a:lnTo>
                    <a:pt x="4059668" y="1291369"/>
                  </a:lnTo>
                  <a:lnTo>
                    <a:pt x="4059826" y="1291369"/>
                  </a:lnTo>
                  <a:lnTo>
                    <a:pt x="4059983" y="1291369"/>
                  </a:lnTo>
                  <a:lnTo>
                    <a:pt x="4060141" y="1291369"/>
                  </a:lnTo>
                  <a:lnTo>
                    <a:pt x="4060299" y="1291369"/>
                  </a:lnTo>
                  <a:lnTo>
                    <a:pt x="4060299" y="1290938"/>
                  </a:lnTo>
                  <a:lnTo>
                    <a:pt x="4060299" y="1290508"/>
                  </a:lnTo>
                  <a:lnTo>
                    <a:pt x="4060457" y="1290508"/>
                  </a:lnTo>
                  <a:lnTo>
                    <a:pt x="4060614" y="1290508"/>
                  </a:lnTo>
                  <a:lnTo>
                    <a:pt x="4060772" y="1290508"/>
                  </a:lnTo>
                  <a:lnTo>
                    <a:pt x="4060772" y="1290077"/>
                  </a:lnTo>
                  <a:lnTo>
                    <a:pt x="4060930" y="1290077"/>
                  </a:lnTo>
                  <a:lnTo>
                    <a:pt x="4061087" y="1290077"/>
                  </a:lnTo>
                  <a:lnTo>
                    <a:pt x="4061245" y="1290077"/>
                  </a:lnTo>
                  <a:lnTo>
                    <a:pt x="4061245" y="1289647"/>
                  </a:lnTo>
                  <a:lnTo>
                    <a:pt x="4061403" y="1289647"/>
                  </a:lnTo>
                  <a:lnTo>
                    <a:pt x="4061561" y="1289647"/>
                  </a:lnTo>
                  <a:lnTo>
                    <a:pt x="4061718" y="1289647"/>
                  </a:lnTo>
                  <a:lnTo>
                    <a:pt x="4061718" y="1289216"/>
                  </a:lnTo>
                  <a:lnTo>
                    <a:pt x="4061876" y="1289216"/>
                  </a:lnTo>
                  <a:lnTo>
                    <a:pt x="4062034" y="1289216"/>
                  </a:lnTo>
                  <a:lnTo>
                    <a:pt x="4062191" y="1289216"/>
                  </a:lnTo>
                  <a:lnTo>
                    <a:pt x="4062349" y="1289216"/>
                  </a:lnTo>
                  <a:lnTo>
                    <a:pt x="4062507" y="1289216"/>
                  </a:lnTo>
                  <a:lnTo>
                    <a:pt x="4062665" y="1289216"/>
                  </a:lnTo>
                  <a:lnTo>
                    <a:pt x="4062822" y="1289216"/>
                  </a:lnTo>
                  <a:lnTo>
                    <a:pt x="4062980" y="1289216"/>
                  </a:lnTo>
                  <a:lnTo>
                    <a:pt x="4063138" y="1289216"/>
                  </a:lnTo>
                  <a:lnTo>
                    <a:pt x="4063296" y="1289216"/>
                  </a:lnTo>
                  <a:lnTo>
                    <a:pt x="4063296" y="1288785"/>
                  </a:lnTo>
                  <a:lnTo>
                    <a:pt x="4063453" y="1288785"/>
                  </a:lnTo>
                  <a:lnTo>
                    <a:pt x="4063611" y="1288785"/>
                  </a:lnTo>
                  <a:lnTo>
                    <a:pt x="4063769" y="1288785"/>
                  </a:lnTo>
                  <a:lnTo>
                    <a:pt x="4063926" y="1288785"/>
                  </a:lnTo>
                  <a:lnTo>
                    <a:pt x="4064084" y="1288785"/>
                  </a:lnTo>
                  <a:lnTo>
                    <a:pt x="4064242" y="1288785"/>
                  </a:lnTo>
                  <a:lnTo>
                    <a:pt x="4064242" y="1288355"/>
                  </a:lnTo>
                  <a:lnTo>
                    <a:pt x="4064400" y="1288355"/>
                  </a:lnTo>
                  <a:lnTo>
                    <a:pt x="4064557" y="1288355"/>
                  </a:lnTo>
                  <a:lnTo>
                    <a:pt x="4064715" y="1288355"/>
                  </a:lnTo>
                  <a:lnTo>
                    <a:pt x="4064873" y="1288355"/>
                  </a:lnTo>
                  <a:lnTo>
                    <a:pt x="4065030" y="1288355"/>
                  </a:lnTo>
                  <a:lnTo>
                    <a:pt x="4065030" y="1287924"/>
                  </a:lnTo>
                  <a:lnTo>
                    <a:pt x="4065188" y="1287924"/>
                  </a:lnTo>
                  <a:lnTo>
                    <a:pt x="4065346" y="1287924"/>
                  </a:lnTo>
                  <a:lnTo>
                    <a:pt x="4065504" y="1287924"/>
                  </a:lnTo>
                  <a:lnTo>
                    <a:pt x="4065661" y="1287924"/>
                  </a:lnTo>
                  <a:lnTo>
                    <a:pt x="4065819" y="1287924"/>
                  </a:lnTo>
                  <a:lnTo>
                    <a:pt x="4065977" y="1287924"/>
                  </a:lnTo>
                  <a:lnTo>
                    <a:pt x="4066134" y="1287924"/>
                  </a:lnTo>
                  <a:lnTo>
                    <a:pt x="4066292" y="1287924"/>
                  </a:lnTo>
                  <a:lnTo>
                    <a:pt x="4066450" y="1287924"/>
                  </a:lnTo>
                  <a:lnTo>
                    <a:pt x="4066450" y="1287494"/>
                  </a:lnTo>
                  <a:lnTo>
                    <a:pt x="4066608" y="1287494"/>
                  </a:lnTo>
                  <a:lnTo>
                    <a:pt x="4066765" y="1287494"/>
                  </a:lnTo>
                  <a:lnTo>
                    <a:pt x="4066923" y="1287494"/>
                  </a:lnTo>
                  <a:lnTo>
                    <a:pt x="4067081" y="1287494"/>
                  </a:lnTo>
                  <a:lnTo>
                    <a:pt x="4067081" y="1287063"/>
                  </a:lnTo>
                  <a:lnTo>
                    <a:pt x="4067238" y="1287063"/>
                  </a:lnTo>
                  <a:lnTo>
                    <a:pt x="4067238" y="1286632"/>
                  </a:lnTo>
                  <a:lnTo>
                    <a:pt x="4067396" y="1286632"/>
                  </a:lnTo>
                  <a:lnTo>
                    <a:pt x="4067554" y="1286632"/>
                  </a:lnTo>
                  <a:lnTo>
                    <a:pt x="4067712" y="1286632"/>
                  </a:lnTo>
                  <a:lnTo>
                    <a:pt x="4067869" y="1286632"/>
                  </a:lnTo>
                  <a:lnTo>
                    <a:pt x="4067869" y="1286202"/>
                  </a:lnTo>
                  <a:lnTo>
                    <a:pt x="4068027" y="1286202"/>
                  </a:lnTo>
                  <a:lnTo>
                    <a:pt x="4068185" y="1286202"/>
                  </a:lnTo>
                  <a:lnTo>
                    <a:pt x="4068342" y="1286202"/>
                  </a:lnTo>
                  <a:lnTo>
                    <a:pt x="4068500" y="1286202"/>
                  </a:lnTo>
                  <a:lnTo>
                    <a:pt x="4068658" y="1286202"/>
                  </a:lnTo>
                  <a:lnTo>
                    <a:pt x="4068816" y="1286202"/>
                  </a:lnTo>
                  <a:lnTo>
                    <a:pt x="4068973" y="1286202"/>
                  </a:lnTo>
                  <a:lnTo>
                    <a:pt x="4069131" y="1286202"/>
                  </a:lnTo>
                  <a:lnTo>
                    <a:pt x="4069289" y="1286202"/>
                  </a:lnTo>
                  <a:lnTo>
                    <a:pt x="4069447" y="1286202"/>
                  </a:lnTo>
                  <a:lnTo>
                    <a:pt x="4069604" y="1286202"/>
                  </a:lnTo>
                  <a:lnTo>
                    <a:pt x="4069762" y="1286202"/>
                  </a:lnTo>
                  <a:lnTo>
                    <a:pt x="4069920" y="1286202"/>
                  </a:lnTo>
                  <a:lnTo>
                    <a:pt x="4069920" y="1285771"/>
                  </a:lnTo>
                  <a:lnTo>
                    <a:pt x="4069920" y="1285341"/>
                  </a:lnTo>
                  <a:lnTo>
                    <a:pt x="4070077" y="1285341"/>
                  </a:lnTo>
                  <a:lnTo>
                    <a:pt x="4070235" y="1285341"/>
                  </a:lnTo>
                  <a:lnTo>
                    <a:pt x="4070393" y="1285341"/>
                  </a:lnTo>
                  <a:lnTo>
                    <a:pt x="4070551" y="1285341"/>
                  </a:lnTo>
                  <a:lnTo>
                    <a:pt x="4070708" y="1285341"/>
                  </a:lnTo>
                  <a:lnTo>
                    <a:pt x="4070866" y="1285341"/>
                  </a:lnTo>
                  <a:lnTo>
                    <a:pt x="4071024" y="1285341"/>
                  </a:lnTo>
                  <a:lnTo>
                    <a:pt x="4071181" y="1285341"/>
                  </a:lnTo>
                  <a:lnTo>
                    <a:pt x="4071339" y="1285341"/>
                  </a:lnTo>
                  <a:lnTo>
                    <a:pt x="4071339" y="1284910"/>
                  </a:lnTo>
                  <a:lnTo>
                    <a:pt x="4071497" y="1284910"/>
                  </a:lnTo>
                  <a:lnTo>
                    <a:pt x="4071655" y="1284910"/>
                  </a:lnTo>
                  <a:lnTo>
                    <a:pt x="4071812" y="1284910"/>
                  </a:lnTo>
                  <a:lnTo>
                    <a:pt x="4071970" y="1284910"/>
                  </a:lnTo>
                  <a:lnTo>
                    <a:pt x="4072128" y="1284910"/>
                  </a:lnTo>
                  <a:lnTo>
                    <a:pt x="4072285" y="1284910"/>
                  </a:lnTo>
                  <a:lnTo>
                    <a:pt x="4072443" y="1284910"/>
                  </a:lnTo>
                  <a:lnTo>
                    <a:pt x="4072601" y="1284910"/>
                  </a:lnTo>
                  <a:lnTo>
                    <a:pt x="4072759" y="1284910"/>
                  </a:lnTo>
                  <a:lnTo>
                    <a:pt x="4072916" y="1284910"/>
                  </a:lnTo>
                  <a:lnTo>
                    <a:pt x="4073074" y="1284910"/>
                  </a:lnTo>
                  <a:lnTo>
                    <a:pt x="4073232" y="1284910"/>
                  </a:lnTo>
                  <a:lnTo>
                    <a:pt x="4073389" y="1284910"/>
                  </a:lnTo>
                  <a:lnTo>
                    <a:pt x="4073547" y="1284910"/>
                  </a:lnTo>
                  <a:lnTo>
                    <a:pt x="4073705" y="1284910"/>
                  </a:lnTo>
                  <a:lnTo>
                    <a:pt x="4073863" y="1284910"/>
                  </a:lnTo>
                  <a:lnTo>
                    <a:pt x="4074020" y="1284910"/>
                  </a:lnTo>
                  <a:lnTo>
                    <a:pt x="4074178" y="1284910"/>
                  </a:lnTo>
                  <a:lnTo>
                    <a:pt x="4074336" y="1284910"/>
                  </a:lnTo>
                  <a:lnTo>
                    <a:pt x="4074494" y="1284910"/>
                  </a:lnTo>
                  <a:lnTo>
                    <a:pt x="4074651" y="1284910"/>
                  </a:lnTo>
                  <a:lnTo>
                    <a:pt x="4074809" y="1284910"/>
                  </a:lnTo>
                  <a:lnTo>
                    <a:pt x="4074967" y="1284910"/>
                  </a:lnTo>
                  <a:lnTo>
                    <a:pt x="4075124" y="1284910"/>
                  </a:lnTo>
                  <a:lnTo>
                    <a:pt x="4075282" y="1284910"/>
                  </a:lnTo>
                  <a:lnTo>
                    <a:pt x="4075440" y="1284910"/>
                  </a:lnTo>
                  <a:lnTo>
                    <a:pt x="4075440" y="1284479"/>
                  </a:lnTo>
                  <a:lnTo>
                    <a:pt x="4075598" y="1284479"/>
                  </a:lnTo>
                  <a:lnTo>
                    <a:pt x="4075755" y="1284479"/>
                  </a:lnTo>
                  <a:lnTo>
                    <a:pt x="4075913" y="1284479"/>
                  </a:lnTo>
                  <a:lnTo>
                    <a:pt x="4076071" y="1284479"/>
                  </a:lnTo>
                  <a:lnTo>
                    <a:pt x="4076228" y="1284479"/>
                  </a:lnTo>
                  <a:lnTo>
                    <a:pt x="4076386" y="1284479"/>
                  </a:lnTo>
                  <a:lnTo>
                    <a:pt x="4076544" y="1284479"/>
                  </a:lnTo>
                  <a:lnTo>
                    <a:pt x="4076702" y="1284479"/>
                  </a:lnTo>
                  <a:lnTo>
                    <a:pt x="4076859" y="1284479"/>
                  </a:lnTo>
                  <a:lnTo>
                    <a:pt x="4077017" y="1284479"/>
                  </a:lnTo>
                  <a:lnTo>
                    <a:pt x="4077175" y="1284479"/>
                  </a:lnTo>
                  <a:lnTo>
                    <a:pt x="4077332" y="1284479"/>
                  </a:lnTo>
                  <a:lnTo>
                    <a:pt x="4077490" y="1284479"/>
                  </a:lnTo>
                  <a:lnTo>
                    <a:pt x="4077648" y="1284479"/>
                  </a:lnTo>
                  <a:lnTo>
                    <a:pt x="4077806" y="1284479"/>
                  </a:lnTo>
                  <a:lnTo>
                    <a:pt x="4077806" y="1284049"/>
                  </a:lnTo>
                  <a:lnTo>
                    <a:pt x="4077963" y="1284049"/>
                  </a:lnTo>
                  <a:lnTo>
                    <a:pt x="4078121" y="1284049"/>
                  </a:lnTo>
                  <a:lnTo>
                    <a:pt x="4078279" y="1284049"/>
                  </a:lnTo>
                  <a:lnTo>
                    <a:pt x="4078436" y="1284049"/>
                  </a:lnTo>
                  <a:lnTo>
                    <a:pt x="4078594" y="1284049"/>
                  </a:lnTo>
                  <a:lnTo>
                    <a:pt x="4078752" y="1284049"/>
                  </a:lnTo>
                  <a:lnTo>
                    <a:pt x="4078910" y="1284049"/>
                  </a:lnTo>
                  <a:lnTo>
                    <a:pt x="4079067" y="1284049"/>
                  </a:lnTo>
                  <a:lnTo>
                    <a:pt x="4079225" y="1284049"/>
                  </a:lnTo>
                  <a:lnTo>
                    <a:pt x="4079225" y="1283618"/>
                  </a:lnTo>
                  <a:lnTo>
                    <a:pt x="4079225" y="1283188"/>
                  </a:lnTo>
                  <a:lnTo>
                    <a:pt x="4079225" y="1282757"/>
                  </a:lnTo>
                  <a:lnTo>
                    <a:pt x="4079225" y="1282326"/>
                  </a:lnTo>
                  <a:lnTo>
                    <a:pt x="4079383" y="1282326"/>
                  </a:lnTo>
                  <a:lnTo>
                    <a:pt x="4079540" y="1282326"/>
                  </a:lnTo>
                  <a:lnTo>
                    <a:pt x="4079698" y="1282326"/>
                  </a:lnTo>
                  <a:lnTo>
                    <a:pt x="4079698" y="1281896"/>
                  </a:lnTo>
                  <a:lnTo>
                    <a:pt x="4079856" y="1281896"/>
                  </a:lnTo>
                  <a:lnTo>
                    <a:pt x="4080014" y="1281896"/>
                  </a:lnTo>
                  <a:lnTo>
                    <a:pt x="4080171" y="1281896"/>
                  </a:lnTo>
                  <a:lnTo>
                    <a:pt x="4080329" y="1281896"/>
                  </a:lnTo>
                  <a:lnTo>
                    <a:pt x="4080487" y="1281896"/>
                  </a:lnTo>
                  <a:lnTo>
                    <a:pt x="4080645" y="1281896"/>
                  </a:lnTo>
                  <a:lnTo>
                    <a:pt x="4080802" y="1281896"/>
                  </a:lnTo>
                  <a:lnTo>
                    <a:pt x="4080802" y="1281465"/>
                  </a:lnTo>
                  <a:lnTo>
                    <a:pt x="4080960" y="1281465"/>
                  </a:lnTo>
                  <a:lnTo>
                    <a:pt x="4081118" y="1281465"/>
                  </a:lnTo>
                  <a:lnTo>
                    <a:pt x="4081275" y="1281465"/>
                  </a:lnTo>
                  <a:lnTo>
                    <a:pt x="4081433" y="1281465"/>
                  </a:lnTo>
                  <a:lnTo>
                    <a:pt x="4081591" y="1281465"/>
                  </a:lnTo>
                  <a:lnTo>
                    <a:pt x="4081749" y="1281465"/>
                  </a:lnTo>
                  <a:lnTo>
                    <a:pt x="4081906" y="1281465"/>
                  </a:lnTo>
                  <a:lnTo>
                    <a:pt x="4082064" y="1281465"/>
                  </a:lnTo>
                  <a:lnTo>
                    <a:pt x="4082222" y="1281465"/>
                  </a:lnTo>
                  <a:lnTo>
                    <a:pt x="4082379" y="1281465"/>
                  </a:lnTo>
                  <a:lnTo>
                    <a:pt x="4082537" y="1281465"/>
                  </a:lnTo>
                  <a:lnTo>
                    <a:pt x="4082695" y="1281465"/>
                  </a:lnTo>
                  <a:lnTo>
                    <a:pt x="4082853" y="1281465"/>
                  </a:lnTo>
                  <a:lnTo>
                    <a:pt x="4083010" y="1281465"/>
                  </a:lnTo>
                  <a:lnTo>
                    <a:pt x="4083168" y="1281465"/>
                  </a:lnTo>
                  <a:lnTo>
                    <a:pt x="4083326" y="1281465"/>
                  </a:lnTo>
                  <a:lnTo>
                    <a:pt x="4083483" y="1281465"/>
                  </a:lnTo>
                  <a:lnTo>
                    <a:pt x="4083483" y="1281035"/>
                  </a:lnTo>
                  <a:lnTo>
                    <a:pt x="4083483" y="1280604"/>
                  </a:lnTo>
                  <a:lnTo>
                    <a:pt x="4083641" y="1280604"/>
                  </a:lnTo>
                  <a:lnTo>
                    <a:pt x="4083641" y="1280173"/>
                  </a:lnTo>
                  <a:lnTo>
                    <a:pt x="4083799" y="1280173"/>
                  </a:lnTo>
                  <a:lnTo>
                    <a:pt x="4083957" y="1280173"/>
                  </a:lnTo>
                  <a:lnTo>
                    <a:pt x="4084114" y="1280173"/>
                  </a:lnTo>
                  <a:lnTo>
                    <a:pt x="4084272" y="1280173"/>
                  </a:lnTo>
                  <a:lnTo>
                    <a:pt x="4084430" y="1280173"/>
                  </a:lnTo>
                  <a:lnTo>
                    <a:pt x="4084430" y="1279743"/>
                  </a:lnTo>
                  <a:lnTo>
                    <a:pt x="4084587" y="1279743"/>
                  </a:lnTo>
                  <a:lnTo>
                    <a:pt x="4084745" y="1279743"/>
                  </a:lnTo>
                  <a:lnTo>
                    <a:pt x="4084903" y="1279743"/>
                  </a:lnTo>
                  <a:lnTo>
                    <a:pt x="4085061" y="1279743"/>
                  </a:lnTo>
                  <a:lnTo>
                    <a:pt x="4085218" y="1279743"/>
                  </a:lnTo>
                  <a:lnTo>
                    <a:pt x="4085218" y="1279312"/>
                  </a:lnTo>
                  <a:lnTo>
                    <a:pt x="4085376" y="1279312"/>
                  </a:lnTo>
                  <a:lnTo>
                    <a:pt x="4085534" y="1279312"/>
                  </a:lnTo>
                  <a:lnTo>
                    <a:pt x="4085691" y="1279312"/>
                  </a:lnTo>
                  <a:lnTo>
                    <a:pt x="4085849" y="1279312"/>
                  </a:lnTo>
                  <a:lnTo>
                    <a:pt x="4086007" y="1279312"/>
                  </a:lnTo>
                  <a:lnTo>
                    <a:pt x="4086165" y="1279312"/>
                  </a:lnTo>
                  <a:lnTo>
                    <a:pt x="4086322" y="1279312"/>
                  </a:lnTo>
                  <a:lnTo>
                    <a:pt x="4086480" y="1279312"/>
                  </a:lnTo>
                  <a:lnTo>
                    <a:pt x="4086638" y="1279312"/>
                  </a:lnTo>
                  <a:lnTo>
                    <a:pt x="4086796" y="1279312"/>
                  </a:lnTo>
                  <a:lnTo>
                    <a:pt x="4086796" y="1278882"/>
                  </a:lnTo>
                  <a:lnTo>
                    <a:pt x="4086953" y="1278882"/>
                  </a:lnTo>
                  <a:lnTo>
                    <a:pt x="4087111" y="1278882"/>
                  </a:lnTo>
                  <a:lnTo>
                    <a:pt x="4087111" y="1278451"/>
                  </a:lnTo>
                  <a:lnTo>
                    <a:pt x="4087111" y="1278020"/>
                  </a:lnTo>
                  <a:lnTo>
                    <a:pt x="4087269" y="1278020"/>
                  </a:lnTo>
                  <a:lnTo>
                    <a:pt x="4087426" y="1278020"/>
                  </a:lnTo>
                  <a:lnTo>
                    <a:pt x="4087584" y="1278020"/>
                  </a:lnTo>
                  <a:lnTo>
                    <a:pt x="4087742" y="1278020"/>
                  </a:lnTo>
                  <a:lnTo>
                    <a:pt x="4087900" y="1278020"/>
                  </a:lnTo>
                  <a:lnTo>
                    <a:pt x="4087900" y="1277590"/>
                  </a:lnTo>
                  <a:lnTo>
                    <a:pt x="4088057" y="1277590"/>
                  </a:lnTo>
                  <a:lnTo>
                    <a:pt x="4088215" y="1277590"/>
                  </a:lnTo>
                  <a:lnTo>
                    <a:pt x="4088215" y="1277159"/>
                  </a:lnTo>
                  <a:lnTo>
                    <a:pt x="4088373" y="1277159"/>
                  </a:lnTo>
                  <a:lnTo>
                    <a:pt x="4088530" y="1277159"/>
                  </a:lnTo>
                  <a:lnTo>
                    <a:pt x="4088688" y="1277159"/>
                  </a:lnTo>
                  <a:lnTo>
                    <a:pt x="4088846" y="1277159"/>
                  </a:lnTo>
                  <a:lnTo>
                    <a:pt x="4089004" y="1277159"/>
                  </a:lnTo>
                  <a:lnTo>
                    <a:pt x="4089161" y="1277159"/>
                  </a:lnTo>
                  <a:lnTo>
                    <a:pt x="4089161" y="1276729"/>
                  </a:lnTo>
                  <a:lnTo>
                    <a:pt x="4089319" y="1276729"/>
                  </a:lnTo>
                  <a:lnTo>
                    <a:pt x="4089319" y="1276298"/>
                  </a:lnTo>
                  <a:lnTo>
                    <a:pt x="4089477" y="1276298"/>
                  </a:lnTo>
                  <a:lnTo>
                    <a:pt x="4089477" y="1275867"/>
                  </a:lnTo>
                  <a:lnTo>
                    <a:pt x="4089477" y="1275437"/>
                  </a:lnTo>
                  <a:lnTo>
                    <a:pt x="4089634" y="1275437"/>
                  </a:lnTo>
                  <a:lnTo>
                    <a:pt x="4089792" y="1275437"/>
                  </a:lnTo>
                  <a:lnTo>
                    <a:pt x="4089950" y="1275437"/>
                  </a:lnTo>
                  <a:lnTo>
                    <a:pt x="4090108" y="1275437"/>
                  </a:lnTo>
                  <a:lnTo>
                    <a:pt x="4090265" y="1275437"/>
                  </a:lnTo>
                  <a:lnTo>
                    <a:pt x="4090423" y="1275437"/>
                  </a:lnTo>
                  <a:lnTo>
                    <a:pt x="4090581" y="1275437"/>
                  </a:lnTo>
                  <a:lnTo>
                    <a:pt x="4090738" y="1275437"/>
                  </a:lnTo>
                  <a:lnTo>
                    <a:pt x="4090896" y="1275437"/>
                  </a:lnTo>
                  <a:lnTo>
                    <a:pt x="4091054" y="1275437"/>
                  </a:lnTo>
                  <a:lnTo>
                    <a:pt x="4091212" y="1275437"/>
                  </a:lnTo>
                  <a:lnTo>
                    <a:pt x="4091369" y="1275437"/>
                  </a:lnTo>
                  <a:lnTo>
                    <a:pt x="4091527" y="1275437"/>
                  </a:lnTo>
                  <a:lnTo>
                    <a:pt x="4091685" y="1275437"/>
                  </a:lnTo>
                  <a:lnTo>
                    <a:pt x="4091843" y="1275437"/>
                  </a:lnTo>
                  <a:lnTo>
                    <a:pt x="4092000" y="1275437"/>
                  </a:lnTo>
                  <a:lnTo>
                    <a:pt x="4092158" y="1275437"/>
                  </a:lnTo>
                  <a:lnTo>
                    <a:pt x="4092316" y="1275437"/>
                  </a:lnTo>
                  <a:lnTo>
                    <a:pt x="4092473" y="1275437"/>
                  </a:lnTo>
                  <a:lnTo>
                    <a:pt x="4092631" y="1275437"/>
                  </a:lnTo>
                  <a:lnTo>
                    <a:pt x="4092789" y="1275437"/>
                  </a:lnTo>
                  <a:lnTo>
                    <a:pt x="4092947" y="1275437"/>
                  </a:lnTo>
                  <a:lnTo>
                    <a:pt x="4093104" y="1275437"/>
                  </a:lnTo>
                  <a:lnTo>
                    <a:pt x="4093262" y="1275437"/>
                  </a:lnTo>
                  <a:lnTo>
                    <a:pt x="4093420" y="1275437"/>
                  </a:lnTo>
                  <a:lnTo>
                    <a:pt x="4093577" y="1275437"/>
                  </a:lnTo>
                  <a:lnTo>
                    <a:pt x="4093735" y="1275437"/>
                  </a:lnTo>
                  <a:lnTo>
                    <a:pt x="4093893" y="1275437"/>
                  </a:lnTo>
                  <a:lnTo>
                    <a:pt x="4094051" y="1275437"/>
                  </a:lnTo>
                  <a:lnTo>
                    <a:pt x="4094208" y="1275437"/>
                  </a:lnTo>
                  <a:lnTo>
                    <a:pt x="4094366" y="1275437"/>
                  </a:lnTo>
                  <a:lnTo>
                    <a:pt x="4094366" y="1275006"/>
                  </a:lnTo>
                  <a:lnTo>
                    <a:pt x="4094524" y="1275006"/>
                  </a:lnTo>
                  <a:lnTo>
                    <a:pt x="4094681" y="1275006"/>
                  </a:lnTo>
                  <a:lnTo>
                    <a:pt x="4094839" y="1275006"/>
                  </a:lnTo>
                  <a:lnTo>
                    <a:pt x="4094997" y="1275006"/>
                  </a:lnTo>
                  <a:lnTo>
                    <a:pt x="4094997" y="1274576"/>
                  </a:lnTo>
                  <a:lnTo>
                    <a:pt x="4095155" y="1274576"/>
                  </a:lnTo>
                  <a:lnTo>
                    <a:pt x="4095312" y="1274576"/>
                  </a:lnTo>
                  <a:lnTo>
                    <a:pt x="4095312" y="1274145"/>
                  </a:lnTo>
                  <a:lnTo>
                    <a:pt x="4095312" y="1273714"/>
                  </a:lnTo>
                  <a:lnTo>
                    <a:pt x="4095470" y="1273714"/>
                  </a:lnTo>
                  <a:lnTo>
                    <a:pt x="4095470" y="1273284"/>
                  </a:lnTo>
                  <a:lnTo>
                    <a:pt x="4095628" y="1273284"/>
                  </a:lnTo>
                  <a:lnTo>
                    <a:pt x="4095785" y="1273284"/>
                  </a:lnTo>
                  <a:lnTo>
                    <a:pt x="4095943" y="1273284"/>
                  </a:lnTo>
                  <a:lnTo>
                    <a:pt x="4096101" y="1273284"/>
                  </a:lnTo>
                  <a:lnTo>
                    <a:pt x="4096101" y="1272853"/>
                  </a:lnTo>
                  <a:lnTo>
                    <a:pt x="4096259" y="1272853"/>
                  </a:lnTo>
                  <a:lnTo>
                    <a:pt x="4096416" y="1272853"/>
                  </a:lnTo>
                  <a:lnTo>
                    <a:pt x="4096574" y="1272853"/>
                  </a:lnTo>
                  <a:lnTo>
                    <a:pt x="4096574" y="1272423"/>
                  </a:lnTo>
                  <a:lnTo>
                    <a:pt x="4096732" y="1272423"/>
                  </a:lnTo>
                  <a:lnTo>
                    <a:pt x="4096732" y="1271992"/>
                  </a:lnTo>
                  <a:lnTo>
                    <a:pt x="4096889" y="1271992"/>
                  </a:lnTo>
                  <a:lnTo>
                    <a:pt x="4097047" y="1271992"/>
                  </a:lnTo>
                  <a:lnTo>
                    <a:pt x="4097047" y="1271561"/>
                  </a:lnTo>
                  <a:lnTo>
                    <a:pt x="4097047" y="1271131"/>
                  </a:lnTo>
                  <a:lnTo>
                    <a:pt x="4097047" y="1270700"/>
                  </a:lnTo>
                  <a:lnTo>
                    <a:pt x="4097047" y="1270270"/>
                  </a:lnTo>
                  <a:lnTo>
                    <a:pt x="4097205" y="1270270"/>
                  </a:lnTo>
                  <a:lnTo>
                    <a:pt x="4097363" y="1270270"/>
                  </a:lnTo>
                  <a:lnTo>
                    <a:pt x="4097520" y="1270270"/>
                  </a:lnTo>
                  <a:lnTo>
                    <a:pt x="4097520" y="1269839"/>
                  </a:lnTo>
                  <a:lnTo>
                    <a:pt x="4097678" y="1269839"/>
                  </a:lnTo>
                  <a:lnTo>
                    <a:pt x="4097836" y="1269839"/>
                  </a:lnTo>
                  <a:lnTo>
                    <a:pt x="4097994" y="1269839"/>
                  </a:lnTo>
                  <a:lnTo>
                    <a:pt x="4098151" y="1269839"/>
                  </a:lnTo>
                  <a:lnTo>
                    <a:pt x="4098309" y="1269839"/>
                  </a:lnTo>
                  <a:lnTo>
                    <a:pt x="4098309" y="1269408"/>
                  </a:lnTo>
                  <a:lnTo>
                    <a:pt x="4098467" y="1269408"/>
                  </a:lnTo>
                  <a:lnTo>
                    <a:pt x="4098624" y="1269408"/>
                  </a:lnTo>
                  <a:lnTo>
                    <a:pt x="4098624" y="1268978"/>
                  </a:lnTo>
                  <a:lnTo>
                    <a:pt x="4098782" y="1268978"/>
                  </a:lnTo>
                  <a:lnTo>
                    <a:pt x="4098940" y="1268978"/>
                  </a:lnTo>
                  <a:lnTo>
                    <a:pt x="4098940" y="1268547"/>
                  </a:lnTo>
                  <a:lnTo>
                    <a:pt x="4099098" y="1268547"/>
                  </a:lnTo>
                  <a:lnTo>
                    <a:pt x="4099098" y="1268117"/>
                  </a:lnTo>
                  <a:lnTo>
                    <a:pt x="4099255" y="1268117"/>
                  </a:lnTo>
                  <a:lnTo>
                    <a:pt x="4099255" y="1267686"/>
                  </a:lnTo>
                  <a:lnTo>
                    <a:pt x="4099413" y="1267686"/>
                  </a:lnTo>
                  <a:lnTo>
                    <a:pt x="4099571" y="1267686"/>
                  </a:lnTo>
                  <a:lnTo>
                    <a:pt x="4099728" y="1267686"/>
                  </a:lnTo>
                  <a:lnTo>
                    <a:pt x="4099886" y="1267686"/>
                  </a:lnTo>
                  <a:lnTo>
                    <a:pt x="4100044" y="1267686"/>
                  </a:lnTo>
                  <a:lnTo>
                    <a:pt x="4100202" y="1267686"/>
                  </a:lnTo>
                  <a:lnTo>
                    <a:pt x="4100359" y="1267686"/>
                  </a:lnTo>
                  <a:lnTo>
                    <a:pt x="4100517" y="1267686"/>
                  </a:lnTo>
                  <a:lnTo>
                    <a:pt x="4100675" y="1267686"/>
                  </a:lnTo>
                  <a:lnTo>
                    <a:pt x="4100832" y="1267686"/>
                  </a:lnTo>
                  <a:lnTo>
                    <a:pt x="4100990" y="1267686"/>
                  </a:lnTo>
                  <a:lnTo>
                    <a:pt x="4100990" y="1267255"/>
                  </a:lnTo>
                  <a:lnTo>
                    <a:pt x="4101148" y="1267255"/>
                  </a:lnTo>
                  <a:lnTo>
                    <a:pt x="4101306" y="1267255"/>
                  </a:lnTo>
                  <a:lnTo>
                    <a:pt x="4101463" y="1267255"/>
                  </a:lnTo>
                  <a:lnTo>
                    <a:pt x="4101621" y="1267255"/>
                  </a:lnTo>
                  <a:lnTo>
                    <a:pt x="4101779" y="1267255"/>
                  </a:lnTo>
                  <a:lnTo>
                    <a:pt x="4101936" y="1267255"/>
                  </a:lnTo>
                  <a:lnTo>
                    <a:pt x="4102094" y="1267255"/>
                  </a:lnTo>
                  <a:lnTo>
                    <a:pt x="4102252" y="1267255"/>
                  </a:lnTo>
                  <a:lnTo>
                    <a:pt x="4102410" y="1267255"/>
                  </a:lnTo>
                  <a:lnTo>
                    <a:pt x="4102567" y="1267255"/>
                  </a:lnTo>
                  <a:lnTo>
                    <a:pt x="4102725" y="1267255"/>
                  </a:lnTo>
                  <a:lnTo>
                    <a:pt x="4102883" y="1267255"/>
                  </a:lnTo>
                  <a:lnTo>
                    <a:pt x="4103041" y="1267255"/>
                  </a:lnTo>
                  <a:lnTo>
                    <a:pt x="4103041" y="1266825"/>
                  </a:lnTo>
                  <a:lnTo>
                    <a:pt x="4103198" y="1266825"/>
                  </a:lnTo>
                  <a:lnTo>
                    <a:pt x="4103198" y="1266394"/>
                  </a:lnTo>
                  <a:lnTo>
                    <a:pt x="4103356" y="1266394"/>
                  </a:lnTo>
                  <a:lnTo>
                    <a:pt x="4103514" y="1266394"/>
                  </a:lnTo>
                  <a:lnTo>
                    <a:pt x="4103514" y="1265964"/>
                  </a:lnTo>
                  <a:lnTo>
                    <a:pt x="4103671" y="1265964"/>
                  </a:lnTo>
                  <a:lnTo>
                    <a:pt x="4103829" y="1265964"/>
                  </a:lnTo>
                  <a:lnTo>
                    <a:pt x="4103987" y="1265964"/>
                  </a:lnTo>
                  <a:lnTo>
                    <a:pt x="4104145" y="1265964"/>
                  </a:lnTo>
                  <a:lnTo>
                    <a:pt x="4104302" y="1265964"/>
                  </a:lnTo>
                  <a:lnTo>
                    <a:pt x="4104460" y="1265964"/>
                  </a:lnTo>
                  <a:lnTo>
                    <a:pt x="4104618" y="1265964"/>
                  </a:lnTo>
                  <a:lnTo>
                    <a:pt x="4104775" y="1265964"/>
                  </a:lnTo>
                  <a:lnTo>
                    <a:pt x="4104775" y="1265533"/>
                  </a:lnTo>
                  <a:lnTo>
                    <a:pt x="4104933" y="1265533"/>
                  </a:lnTo>
                  <a:lnTo>
                    <a:pt x="4105091" y="1265533"/>
                  </a:lnTo>
                  <a:lnTo>
                    <a:pt x="4105249" y="1265533"/>
                  </a:lnTo>
                  <a:lnTo>
                    <a:pt x="4105406" y="1265533"/>
                  </a:lnTo>
                  <a:lnTo>
                    <a:pt x="4105406" y="1265102"/>
                  </a:lnTo>
                  <a:lnTo>
                    <a:pt x="4105564" y="1265102"/>
                  </a:lnTo>
                  <a:lnTo>
                    <a:pt x="4105722" y="1265102"/>
                  </a:lnTo>
                  <a:lnTo>
                    <a:pt x="4105879" y="1265102"/>
                  </a:lnTo>
                  <a:lnTo>
                    <a:pt x="4106037" y="1265102"/>
                  </a:lnTo>
                  <a:lnTo>
                    <a:pt x="4106195" y="1265102"/>
                  </a:lnTo>
                  <a:lnTo>
                    <a:pt x="4106353" y="1265102"/>
                  </a:lnTo>
                  <a:lnTo>
                    <a:pt x="4106353" y="1264672"/>
                  </a:lnTo>
                  <a:lnTo>
                    <a:pt x="4106510" y="1264672"/>
                  </a:lnTo>
                  <a:lnTo>
                    <a:pt x="4106668" y="1264672"/>
                  </a:lnTo>
                  <a:lnTo>
                    <a:pt x="4106826" y="1264672"/>
                  </a:lnTo>
                  <a:lnTo>
                    <a:pt x="4106983" y="1264672"/>
                  </a:lnTo>
                  <a:lnTo>
                    <a:pt x="4106983" y="1264241"/>
                  </a:lnTo>
                  <a:lnTo>
                    <a:pt x="4107141" y="1264241"/>
                  </a:lnTo>
                  <a:lnTo>
                    <a:pt x="4107141" y="1263811"/>
                  </a:lnTo>
                  <a:lnTo>
                    <a:pt x="4107299" y="1263811"/>
                  </a:lnTo>
                  <a:lnTo>
                    <a:pt x="4107457" y="1263811"/>
                  </a:lnTo>
                  <a:lnTo>
                    <a:pt x="4107457" y="1263380"/>
                  </a:lnTo>
                  <a:lnTo>
                    <a:pt x="4107614" y="1263380"/>
                  </a:lnTo>
                  <a:lnTo>
                    <a:pt x="4107772" y="1263380"/>
                  </a:lnTo>
                  <a:lnTo>
                    <a:pt x="4107930" y="1263380"/>
                  </a:lnTo>
                  <a:lnTo>
                    <a:pt x="4108087" y="1263380"/>
                  </a:lnTo>
                  <a:lnTo>
                    <a:pt x="4108245" y="1263380"/>
                  </a:lnTo>
                  <a:lnTo>
                    <a:pt x="4108403" y="1263380"/>
                  </a:lnTo>
                  <a:lnTo>
                    <a:pt x="4108561" y="1263380"/>
                  </a:lnTo>
                  <a:lnTo>
                    <a:pt x="4108718" y="1263380"/>
                  </a:lnTo>
                  <a:lnTo>
                    <a:pt x="4108876" y="1263380"/>
                  </a:lnTo>
                  <a:lnTo>
                    <a:pt x="4109034" y="1263380"/>
                  </a:lnTo>
                  <a:lnTo>
                    <a:pt x="4109192" y="1263380"/>
                  </a:lnTo>
                  <a:lnTo>
                    <a:pt x="4109192" y="1262949"/>
                  </a:lnTo>
                  <a:lnTo>
                    <a:pt x="4109349" y="1262949"/>
                  </a:lnTo>
                  <a:lnTo>
                    <a:pt x="4109507" y="1262949"/>
                  </a:lnTo>
                  <a:lnTo>
                    <a:pt x="4109665" y="1262949"/>
                  </a:lnTo>
                  <a:lnTo>
                    <a:pt x="4109665" y="1262519"/>
                  </a:lnTo>
                  <a:lnTo>
                    <a:pt x="4109822" y="1262519"/>
                  </a:lnTo>
                  <a:lnTo>
                    <a:pt x="4109980" y="1262519"/>
                  </a:lnTo>
                  <a:lnTo>
                    <a:pt x="4110138" y="1262519"/>
                  </a:lnTo>
                  <a:lnTo>
                    <a:pt x="4110296" y="1262519"/>
                  </a:lnTo>
                  <a:lnTo>
                    <a:pt x="4110453" y="1262519"/>
                  </a:lnTo>
                  <a:lnTo>
                    <a:pt x="4110611" y="1262519"/>
                  </a:lnTo>
                  <a:lnTo>
                    <a:pt x="4110769" y="1262519"/>
                  </a:lnTo>
                  <a:lnTo>
                    <a:pt x="4110926" y="1262519"/>
                  </a:lnTo>
                  <a:lnTo>
                    <a:pt x="4110926" y="1262088"/>
                  </a:lnTo>
                  <a:lnTo>
                    <a:pt x="4111084" y="1262088"/>
                  </a:lnTo>
                  <a:lnTo>
                    <a:pt x="4111242" y="1262088"/>
                  </a:lnTo>
                  <a:lnTo>
                    <a:pt x="4111400" y="1262088"/>
                  </a:lnTo>
                  <a:lnTo>
                    <a:pt x="4111557" y="1262088"/>
                  </a:lnTo>
                  <a:lnTo>
                    <a:pt x="4111715" y="1262088"/>
                  </a:lnTo>
                  <a:lnTo>
                    <a:pt x="4111873" y="1262088"/>
                  </a:lnTo>
                  <a:lnTo>
                    <a:pt x="4112030" y="1262088"/>
                  </a:lnTo>
                  <a:lnTo>
                    <a:pt x="4112188" y="1262088"/>
                  </a:lnTo>
                  <a:lnTo>
                    <a:pt x="4112346" y="1262088"/>
                  </a:lnTo>
                  <a:lnTo>
                    <a:pt x="4112504" y="1262088"/>
                  </a:lnTo>
                  <a:lnTo>
                    <a:pt x="4112661" y="1262088"/>
                  </a:lnTo>
                  <a:lnTo>
                    <a:pt x="4112661" y="1261658"/>
                  </a:lnTo>
                  <a:lnTo>
                    <a:pt x="4112819" y="1261658"/>
                  </a:lnTo>
                  <a:lnTo>
                    <a:pt x="4112977" y="1261658"/>
                  </a:lnTo>
                  <a:lnTo>
                    <a:pt x="4113134" y="1261658"/>
                  </a:lnTo>
                  <a:lnTo>
                    <a:pt x="4113292" y="1261658"/>
                  </a:lnTo>
                  <a:lnTo>
                    <a:pt x="4113450" y="1261658"/>
                  </a:lnTo>
                  <a:lnTo>
                    <a:pt x="4113608" y="1261658"/>
                  </a:lnTo>
                  <a:lnTo>
                    <a:pt x="4113765" y="1261658"/>
                  </a:lnTo>
                  <a:lnTo>
                    <a:pt x="4113923" y="1261658"/>
                  </a:lnTo>
                  <a:lnTo>
                    <a:pt x="4114081" y="1261658"/>
                  </a:lnTo>
                  <a:lnTo>
                    <a:pt x="4114081" y="1261227"/>
                  </a:lnTo>
                  <a:lnTo>
                    <a:pt x="4114239" y="1261227"/>
                  </a:lnTo>
                  <a:lnTo>
                    <a:pt x="4114396" y="1261227"/>
                  </a:lnTo>
                  <a:lnTo>
                    <a:pt x="4114554" y="1261227"/>
                  </a:lnTo>
                  <a:lnTo>
                    <a:pt x="4114554" y="1260796"/>
                  </a:lnTo>
                  <a:lnTo>
                    <a:pt x="4114554" y="1260366"/>
                  </a:lnTo>
                  <a:lnTo>
                    <a:pt x="4114712" y="1260366"/>
                  </a:lnTo>
                  <a:lnTo>
                    <a:pt x="4114712" y="1259935"/>
                  </a:lnTo>
                  <a:lnTo>
                    <a:pt x="4114869" y="1259935"/>
                  </a:lnTo>
                  <a:lnTo>
                    <a:pt x="4115027" y="1259935"/>
                  </a:lnTo>
                  <a:lnTo>
                    <a:pt x="4115185" y="1259935"/>
                  </a:lnTo>
                  <a:lnTo>
                    <a:pt x="4115343" y="1259935"/>
                  </a:lnTo>
                  <a:lnTo>
                    <a:pt x="4115500" y="1259935"/>
                  </a:lnTo>
                  <a:lnTo>
                    <a:pt x="4115500" y="1259505"/>
                  </a:lnTo>
                  <a:lnTo>
                    <a:pt x="4115658" y="1259505"/>
                  </a:lnTo>
                  <a:lnTo>
                    <a:pt x="4115816" y="1259505"/>
                  </a:lnTo>
                  <a:lnTo>
                    <a:pt x="4115973" y="1259505"/>
                  </a:lnTo>
                  <a:lnTo>
                    <a:pt x="4116131" y="1259505"/>
                  </a:lnTo>
                  <a:lnTo>
                    <a:pt x="4116289" y="1259505"/>
                  </a:lnTo>
                  <a:lnTo>
                    <a:pt x="4116447" y="1259505"/>
                  </a:lnTo>
                  <a:lnTo>
                    <a:pt x="4116604" y="1259505"/>
                  </a:lnTo>
                  <a:lnTo>
                    <a:pt x="4116762" y="1259505"/>
                  </a:lnTo>
                  <a:lnTo>
                    <a:pt x="4116920" y="1259505"/>
                  </a:lnTo>
                  <a:lnTo>
                    <a:pt x="4117077" y="1259505"/>
                  </a:lnTo>
                  <a:lnTo>
                    <a:pt x="4117235" y="1259505"/>
                  </a:lnTo>
                  <a:lnTo>
                    <a:pt x="4117393" y="1259505"/>
                  </a:lnTo>
                  <a:lnTo>
                    <a:pt x="4117551" y="1259505"/>
                  </a:lnTo>
                  <a:lnTo>
                    <a:pt x="4117708" y="1259505"/>
                  </a:lnTo>
                  <a:lnTo>
                    <a:pt x="4117866" y="1259505"/>
                  </a:lnTo>
                  <a:lnTo>
                    <a:pt x="4118024" y="1259505"/>
                  </a:lnTo>
                  <a:lnTo>
                    <a:pt x="4118181" y="1259505"/>
                  </a:lnTo>
                  <a:lnTo>
                    <a:pt x="4118181" y="1259074"/>
                  </a:lnTo>
                  <a:lnTo>
                    <a:pt x="4118339" y="1259074"/>
                  </a:lnTo>
                  <a:lnTo>
                    <a:pt x="4118497" y="1259074"/>
                  </a:lnTo>
                  <a:lnTo>
                    <a:pt x="4118497" y="1258643"/>
                  </a:lnTo>
                  <a:lnTo>
                    <a:pt x="4118655" y="1258643"/>
                  </a:lnTo>
                  <a:lnTo>
                    <a:pt x="4118655" y="1258213"/>
                  </a:lnTo>
                  <a:lnTo>
                    <a:pt x="4118812" y="1258213"/>
                  </a:lnTo>
                  <a:lnTo>
                    <a:pt x="4118970" y="1258213"/>
                  </a:lnTo>
                  <a:lnTo>
                    <a:pt x="4119128" y="1258213"/>
                  </a:lnTo>
                  <a:lnTo>
                    <a:pt x="4119128" y="1257782"/>
                  </a:lnTo>
                  <a:lnTo>
                    <a:pt x="4119285" y="1257782"/>
                  </a:lnTo>
                  <a:lnTo>
                    <a:pt x="4119443" y="1257782"/>
                  </a:lnTo>
                  <a:lnTo>
                    <a:pt x="4119601" y="1257782"/>
                  </a:lnTo>
                  <a:lnTo>
                    <a:pt x="4119759" y="1257782"/>
                  </a:lnTo>
                  <a:lnTo>
                    <a:pt x="4119916" y="1257782"/>
                  </a:lnTo>
                  <a:lnTo>
                    <a:pt x="4120074" y="1257782"/>
                  </a:lnTo>
                  <a:lnTo>
                    <a:pt x="4120232" y="1257782"/>
                  </a:lnTo>
                  <a:lnTo>
                    <a:pt x="4120232" y="1257352"/>
                  </a:lnTo>
                  <a:lnTo>
                    <a:pt x="4120390" y="1257352"/>
                  </a:lnTo>
                  <a:lnTo>
                    <a:pt x="4120547" y="1257352"/>
                  </a:lnTo>
                  <a:lnTo>
                    <a:pt x="4120705" y="1257352"/>
                  </a:lnTo>
                  <a:lnTo>
                    <a:pt x="4120863" y="1257352"/>
                  </a:lnTo>
                  <a:lnTo>
                    <a:pt x="4121020" y="1257352"/>
                  </a:lnTo>
                  <a:lnTo>
                    <a:pt x="4121178" y="1257352"/>
                  </a:lnTo>
                  <a:lnTo>
                    <a:pt x="4121336" y="1257352"/>
                  </a:lnTo>
                  <a:lnTo>
                    <a:pt x="4121494" y="1257352"/>
                  </a:lnTo>
                  <a:lnTo>
                    <a:pt x="4121651" y="1257352"/>
                  </a:lnTo>
                  <a:lnTo>
                    <a:pt x="4121651" y="1256921"/>
                  </a:lnTo>
                  <a:lnTo>
                    <a:pt x="4121651" y="1256490"/>
                  </a:lnTo>
                  <a:lnTo>
                    <a:pt x="4121809" y="1256490"/>
                  </a:lnTo>
                  <a:lnTo>
                    <a:pt x="4121967" y="1256490"/>
                  </a:lnTo>
                  <a:lnTo>
                    <a:pt x="4122124" y="1256490"/>
                  </a:lnTo>
                  <a:lnTo>
                    <a:pt x="4122282" y="1256490"/>
                  </a:lnTo>
                  <a:lnTo>
                    <a:pt x="4122440" y="1256490"/>
                  </a:lnTo>
                  <a:lnTo>
                    <a:pt x="4122440" y="1256060"/>
                  </a:lnTo>
                  <a:lnTo>
                    <a:pt x="4122598" y="1256060"/>
                  </a:lnTo>
                  <a:lnTo>
                    <a:pt x="4122755" y="1256060"/>
                  </a:lnTo>
                  <a:lnTo>
                    <a:pt x="4122913" y="1256060"/>
                  </a:lnTo>
                  <a:lnTo>
                    <a:pt x="4123071" y="1256060"/>
                  </a:lnTo>
                  <a:lnTo>
                    <a:pt x="4123228" y="1256060"/>
                  </a:lnTo>
                  <a:lnTo>
                    <a:pt x="4123228" y="1255629"/>
                  </a:lnTo>
                  <a:lnTo>
                    <a:pt x="4123386" y="1255629"/>
                  </a:lnTo>
                  <a:lnTo>
                    <a:pt x="4123544" y="1255629"/>
                  </a:lnTo>
                  <a:lnTo>
                    <a:pt x="4123544" y="1255199"/>
                  </a:lnTo>
                  <a:lnTo>
                    <a:pt x="4123702" y="1255199"/>
                  </a:lnTo>
                  <a:lnTo>
                    <a:pt x="4123859" y="1255199"/>
                  </a:lnTo>
                  <a:lnTo>
                    <a:pt x="4124017" y="1255199"/>
                  </a:lnTo>
                  <a:lnTo>
                    <a:pt x="4124175" y="1255199"/>
                  </a:lnTo>
                  <a:lnTo>
                    <a:pt x="4124332" y="1255199"/>
                  </a:lnTo>
                  <a:lnTo>
                    <a:pt x="4124490" y="1255199"/>
                  </a:lnTo>
                  <a:lnTo>
                    <a:pt x="4124648" y="1255199"/>
                  </a:lnTo>
                  <a:lnTo>
                    <a:pt x="4124806" y="1255199"/>
                  </a:lnTo>
                  <a:lnTo>
                    <a:pt x="4124963" y="1255199"/>
                  </a:lnTo>
                  <a:lnTo>
                    <a:pt x="4125121" y="1255199"/>
                  </a:lnTo>
                  <a:lnTo>
                    <a:pt x="4125279" y="1255199"/>
                  </a:lnTo>
                  <a:lnTo>
                    <a:pt x="4125437" y="1255199"/>
                  </a:lnTo>
                  <a:lnTo>
                    <a:pt x="4125437" y="1254768"/>
                  </a:lnTo>
                  <a:lnTo>
                    <a:pt x="4125594" y="1254768"/>
                  </a:lnTo>
                  <a:lnTo>
                    <a:pt x="4125752" y="1254768"/>
                  </a:lnTo>
                  <a:lnTo>
                    <a:pt x="4125910" y="1254768"/>
                  </a:lnTo>
                  <a:lnTo>
                    <a:pt x="4126067" y="1254768"/>
                  </a:lnTo>
                  <a:lnTo>
                    <a:pt x="4126225" y="1254768"/>
                  </a:lnTo>
                  <a:lnTo>
                    <a:pt x="4126383" y="1254768"/>
                  </a:lnTo>
                  <a:lnTo>
                    <a:pt x="4126541" y="1254768"/>
                  </a:lnTo>
                  <a:lnTo>
                    <a:pt x="4126698" y="1254768"/>
                  </a:lnTo>
                  <a:lnTo>
                    <a:pt x="4126856" y="1254768"/>
                  </a:lnTo>
                  <a:lnTo>
                    <a:pt x="4127014" y="1254768"/>
                  </a:lnTo>
                  <a:lnTo>
                    <a:pt x="4127171" y="1254768"/>
                  </a:lnTo>
                  <a:lnTo>
                    <a:pt x="4127329" y="1254768"/>
                  </a:lnTo>
                  <a:lnTo>
                    <a:pt x="4127329" y="1254337"/>
                  </a:lnTo>
                  <a:lnTo>
                    <a:pt x="4127487" y="1254337"/>
                  </a:lnTo>
                  <a:lnTo>
                    <a:pt x="4127645" y="1254337"/>
                  </a:lnTo>
                  <a:lnTo>
                    <a:pt x="4127802" y="1254337"/>
                  </a:lnTo>
                  <a:lnTo>
                    <a:pt x="4127802" y="1253907"/>
                  </a:lnTo>
                  <a:lnTo>
                    <a:pt x="4127960" y="1253907"/>
                  </a:lnTo>
                  <a:lnTo>
                    <a:pt x="4128118" y="1253907"/>
                  </a:lnTo>
                  <a:lnTo>
                    <a:pt x="4128275" y="1253907"/>
                  </a:lnTo>
                  <a:lnTo>
                    <a:pt x="4128275" y="1253476"/>
                  </a:lnTo>
                  <a:lnTo>
                    <a:pt x="4128433" y="1253476"/>
                  </a:lnTo>
                  <a:lnTo>
                    <a:pt x="4128591" y="1253476"/>
                  </a:lnTo>
                  <a:lnTo>
                    <a:pt x="4128749" y="1253476"/>
                  </a:lnTo>
                  <a:lnTo>
                    <a:pt x="4128906" y="1253476"/>
                  </a:lnTo>
                  <a:lnTo>
                    <a:pt x="4129064" y="1253476"/>
                  </a:lnTo>
                  <a:lnTo>
                    <a:pt x="4129222" y="1253476"/>
                  </a:lnTo>
                  <a:lnTo>
                    <a:pt x="4129222" y="1253046"/>
                  </a:lnTo>
                  <a:lnTo>
                    <a:pt x="4129379" y="1253046"/>
                  </a:lnTo>
                  <a:lnTo>
                    <a:pt x="4129537" y="1253046"/>
                  </a:lnTo>
                  <a:lnTo>
                    <a:pt x="4129695" y="1253046"/>
                  </a:lnTo>
                  <a:lnTo>
                    <a:pt x="4129853" y="1253046"/>
                  </a:lnTo>
                  <a:lnTo>
                    <a:pt x="4130010" y="1253046"/>
                  </a:lnTo>
                  <a:lnTo>
                    <a:pt x="4130168" y="1253046"/>
                  </a:lnTo>
                  <a:lnTo>
                    <a:pt x="4130326" y="1253046"/>
                  </a:lnTo>
                  <a:lnTo>
                    <a:pt x="4130483" y="1253046"/>
                  </a:lnTo>
                  <a:lnTo>
                    <a:pt x="4130641" y="1253046"/>
                  </a:lnTo>
                  <a:lnTo>
                    <a:pt x="4130799" y="1253046"/>
                  </a:lnTo>
                  <a:lnTo>
                    <a:pt x="4130957" y="1253046"/>
                  </a:lnTo>
                  <a:lnTo>
                    <a:pt x="4130957" y="1252615"/>
                  </a:lnTo>
                  <a:lnTo>
                    <a:pt x="4131114" y="1252615"/>
                  </a:lnTo>
                  <a:lnTo>
                    <a:pt x="4131272" y="1252615"/>
                  </a:lnTo>
                  <a:lnTo>
                    <a:pt x="4131430" y="1252615"/>
                  </a:lnTo>
                  <a:lnTo>
                    <a:pt x="4131430" y="1252184"/>
                  </a:lnTo>
                  <a:lnTo>
                    <a:pt x="4131588" y="1252184"/>
                  </a:lnTo>
                  <a:lnTo>
                    <a:pt x="4131745" y="1252184"/>
                  </a:lnTo>
                  <a:lnTo>
                    <a:pt x="4131903" y="1252184"/>
                  </a:lnTo>
                  <a:lnTo>
                    <a:pt x="4131903" y="1251754"/>
                  </a:lnTo>
                  <a:lnTo>
                    <a:pt x="4132061" y="1251754"/>
                  </a:lnTo>
                  <a:lnTo>
                    <a:pt x="4132218" y="1251754"/>
                  </a:lnTo>
                  <a:lnTo>
                    <a:pt x="4132376" y="1251754"/>
                  </a:lnTo>
                  <a:lnTo>
                    <a:pt x="4132534" y="1251754"/>
                  </a:lnTo>
                  <a:lnTo>
                    <a:pt x="4132692" y="1251754"/>
                  </a:lnTo>
                  <a:lnTo>
                    <a:pt x="4132849" y="1251754"/>
                  </a:lnTo>
                  <a:lnTo>
                    <a:pt x="4133007" y="1251754"/>
                  </a:lnTo>
                  <a:lnTo>
                    <a:pt x="4133165" y="1251754"/>
                  </a:lnTo>
                  <a:lnTo>
                    <a:pt x="4133322" y="1251754"/>
                  </a:lnTo>
                  <a:lnTo>
                    <a:pt x="4133480" y="1251754"/>
                  </a:lnTo>
                  <a:lnTo>
                    <a:pt x="4133638" y="1251754"/>
                  </a:lnTo>
                  <a:lnTo>
                    <a:pt x="4133796" y="1251754"/>
                  </a:lnTo>
                  <a:lnTo>
                    <a:pt x="4133796" y="1251323"/>
                  </a:lnTo>
                  <a:lnTo>
                    <a:pt x="4133953" y="1251323"/>
                  </a:lnTo>
                  <a:lnTo>
                    <a:pt x="4133953" y="1250893"/>
                  </a:lnTo>
                  <a:lnTo>
                    <a:pt x="4133953" y="1250462"/>
                  </a:lnTo>
                  <a:lnTo>
                    <a:pt x="4133953" y="1250031"/>
                  </a:lnTo>
                  <a:lnTo>
                    <a:pt x="4134111" y="1250031"/>
                  </a:lnTo>
                  <a:lnTo>
                    <a:pt x="4134269" y="1250031"/>
                  </a:lnTo>
                  <a:lnTo>
                    <a:pt x="4134269" y="1249601"/>
                  </a:lnTo>
                  <a:lnTo>
                    <a:pt x="4134269" y="1249170"/>
                  </a:lnTo>
                  <a:lnTo>
                    <a:pt x="4134269" y="1248740"/>
                  </a:lnTo>
                  <a:lnTo>
                    <a:pt x="4134269" y="1248309"/>
                  </a:lnTo>
                  <a:lnTo>
                    <a:pt x="4134426" y="1248309"/>
                  </a:lnTo>
                  <a:lnTo>
                    <a:pt x="4134584" y="1248309"/>
                  </a:lnTo>
                  <a:lnTo>
                    <a:pt x="4134742" y="1248309"/>
                  </a:lnTo>
                  <a:lnTo>
                    <a:pt x="4134900" y="1248309"/>
                  </a:lnTo>
                  <a:lnTo>
                    <a:pt x="4135057" y="1248309"/>
                  </a:lnTo>
                  <a:lnTo>
                    <a:pt x="4135215" y="1248309"/>
                  </a:lnTo>
                  <a:lnTo>
                    <a:pt x="4135215" y="1247878"/>
                  </a:lnTo>
                  <a:lnTo>
                    <a:pt x="4135373" y="1247878"/>
                  </a:lnTo>
                  <a:lnTo>
                    <a:pt x="4135373" y="1247448"/>
                  </a:lnTo>
                  <a:lnTo>
                    <a:pt x="4135530" y="1247448"/>
                  </a:lnTo>
                  <a:lnTo>
                    <a:pt x="4135530" y="1247017"/>
                  </a:lnTo>
                  <a:lnTo>
                    <a:pt x="4135688" y="1247017"/>
                  </a:lnTo>
                  <a:lnTo>
                    <a:pt x="4135846" y="1247017"/>
                  </a:lnTo>
                  <a:lnTo>
                    <a:pt x="4136004" y="1247017"/>
                  </a:lnTo>
                  <a:lnTo>
                    <a:pt x="4136161" y="1247017"/>
                  </a:lnTo>
                  <a:lnTo>
                    <a:pt x="4136319" y="1247017"/>
                  </a:lnTo>
                  <a:lnTo>
                    <a:pt x="4136477" y="1247017"/>
                  </a:lnTo>
                  <a:lnTo>
                    <a:pt x="4136635" y="1247017"/>
                  </a:lnTo>
                  <a:lnTo>
                    <a:pt x="4136792" y="1247017"/>
                  </a:lnTo>
                  <a:lnTo>
                    <a:pt x="4136950" y="1247017"/>
                  </a:lnTo>
                  <a:lnTo>
                    <a:pt x="4137108" y="1247017"/>
                  </a:lnTo>
                  <a:lnTo>
                    <a:pt x="4137265" y="1247017"/>
                  </a:lnTo>
                  <a:lnTo>
                    <a:pt x="4137423" y="1247017"/>
                  </a:lnTo>
                  <a:lnTo>
                    <a:pt x="4137423" y="1246587"/>
                  </a:lnTo>
                  <a:lnTo>
                    <a:pt x="4137581" y="1246587"/>
                  </a:lnTo>
                  <a:lnTo>
                    <a:pt x="4137739" y="1246587"/>
                  </a:lnTo>
                  <a:lnTo>
                    <a:pt x="4137739" y="1246156"/>
                  </a:lnTo>
                  <a:lnTo>
                    <a:pt x="4137896" y="1246156"/>
                  </a:lnTo>
                  <a:lnTo>
                    <a:pt x="4138054" y="1246156"/>
                  </a:lnTo>
                  <a:lnTo>
                    <a:pt x="4138054" y="1245725"/>
                  </a:lnTo>
                  <a:lnTo>
                    <a:pt x="4138212" y="1245725"/>
                  </a:lnTo>
                  <a:lnTo>
                    <a:pt x="4138369" y="1245725"/>
                  </a:lnTo>
                  <a:lnTo>
                    <a:pt x="4138527" y="1245725"/>
                  </a:lnTo>
                  <a:lnTo>
                    <a:pt x="4138685" y="1245725"/>
                  </a:lnTo>
                  <a:lnTo>
                    <a:pt x="4138685" y="1245295"/>
                  </a:lnTo>
                  <a:lnTo>
                    <a:pt x="4138843" y="1245295"/>
                  </a:lnTo>
                  <a:lnTo>
                    <a:pt x="4139000" y="1245295"/>
                  </a:lnTo>
                  <a:lnTo>
                    <a:pt x="4139158" y="1245295"/>
                  </a:lnTo>
                  <a:lnTo>
                    <a:pt x="4139316" y="1245295"/>
                  </a:lnTo>
                  <a:lnTo>
                    <a:pt x="4139473" y="1245295"/>
                  </a:lnTo>
                  <a:lnTo>
                    <a:pt x="4139473" y="1244864"/>
                  </a:lnTo>
                  <a:lnTo>
                    <a:pt x="4139631" y="1244864"/>
                  </a:lnTo>
                  <a:lnTo>
                    <a:pt x="4139789" y="1244864"/>
                  </a:lnTo>
                  <a:lnTo>
                    <a:pt x="4139947" y="1244864"/>
                  </a:lnTo>
                  <a:lnTo>
                    <a:pt x="4140104" y="1244864"/>
                  </a:lnTo>
                  <a:lnTo>
                    <a:pt x="4140262" y="1244864"/>
                  </a:lnTo>
                  <a:lnTo>
                    <a:pt x="4140420" y="1244864"/>
                  </a:lnTo>
                  <a:lnTo>
                    <a:pt x="4140577" y="1244864"/>
                  </a:lnTo>
                  <a:lnTo>
                    <a:pt x="4140735" y="1244864"/>
                  </a:lnTo>
                  <a:lnTo>
                    <a:pt x="4140893" y="1244864"/>
                  </a:lnTo>
                  <a:lnTo>
                    <a:pt x="4141051" y="1244864"/>
                  </a:lnTo>
                  <a:lnTo>
                    <a:pt x="4141208" y="1244864"/>
                  </a:lnTo>
                  <a:lnTo>
                    <a:pt x="4141208" y="1244434"/>
                  </a:lnTo>
                  <a:lnTo>
                    <a:pt x="4141366" y="1244434"/>
                  </a:lnTo>
                  <a:lnTo>
                    <a:pt x="4141366" y="1244003"/>
                  </a:lnTo>
                  <a:lnTo>
                    <a:pt x="4141524" y="1244003"/>
                  </a:lnTo>
                  <a:lnTo>
                    <a:pt x="4141681" y="1244003"/>
                  </a:lnTo>
                  <a:lnTo>
                    <a:pt x="4141839" y="1244003"/>
                  </a:lnTo>
                  <a:lnTo>
                    <a:pt x="4141997" y="1244003"/>
                  </a:lnTo>
                  <a:lnTo>
                    <a:pt x="4142155" y="1244003"/>
                  </a:lnTo>
                  <a:lnTo>
                    <a:pt x="4142312" y="1244003"/>
                  </a:lnTo>
                  <a:lnTo>
                    <a:pt x="4142470" y="1244003"/>
                  </a:lnTo>
                  <a:lnTo>
                    <a:pt x="4142628" y="1244003"/>
                  </a:lnTo>
                  <a:lnTo>
                    <a:pt x="4142786" y="1244003"/>
                  </a:lnTo>
                  <a:lnTo>
                    <a:pt x="4142943" y="1244003"/>
                  </a:lnTo>
                  <a:lnTo>
                    <a:pt x="4143101" y="1244003"/>
                  </a:lnTo>
                  <a:lnTo>
                    <a:pt x="4143259" y="1244003"/>
                  </a:lnTo>
                  <a:lnTo>
                    <a:pt x="4143259" y="1243572"/>
                  </a:lnTo>
                  <a:lnTo>
                    <a:pt x="4143259" y="1243142"/>
                  </a:lnTo>
                  <a:lnTo>
                    <a:pt x="4143416" y="1243142"/>
                  </a:lnTo>
                  <a:lnTo>
                    <a:pt x="4143574" y="1243142"/>
                  </a:lnTo>
                  <a:lnTo>
                    <a:pt x="4143732" y="1243142"/>
                  </a:lnTo>
                  <a:lnTo>
                    <a:pt x="4143732" y="1242711"/>
                  </a:lnTo>
                  <a:lnTo>
                    <a:pt x="4143890" y="1242711"/>
                  </a:lnTo>
                  <a:lnTo>
                    <a:pt x="4143890" y="1242281"/>
                  </a:lnTo>
                  <a:lnTo>
                    <a:pt x="4144047" y="1242281"/>
                  </a:lnTo>
                  <a:lnTo>
                    <a:pt x="4144047" y="1241850"/>
                  </a:lnTo>
                  <a:lnTo>
                    <a:pt x="4144205" y="1241850"/>
                  </a:lnTo>
                  <a:lnTo>
                    <a:pt x="4144205" y="1241419"/>
                  </a:lnTo>
                  <a:lnTo>
                    <a:pt x="4144363" y="1241419"/>
                  </a:lnTo>
                  <a:lnTo>
                    <a:pt x="4144520" y="1241419"/>
                  </a:lnTo>
                  <a:lnTo>
                    <a:pt x="4144678" y="1241419"/>
                  </a:lnTo>
                  <a:lnTo>
                    <a:pt x="4144836" y="1241419"/>
                  </a:lnTo>
                  <a:lnTo>
                    <a:pt x="4144994" y="1241419"/>
                  </a:lnTo>
                  <a:lnTo>
                    <a:pt x="4145151" y="1241419"/>
                  </a:lnTo>
                  <a:lnTo>
                    <a:pt x="4145151" y="1240989"/>
                  </a:lnTo>
                  <a:lnTo>
                    <a:pt x="4145309" y="1240989"/>
                  </a:lnTo>
                  <a:lnTo>
                    <a:pt x="4145467" y="1240989"/>
                  </a:lnTo>
                  <a:lnTo>
                    <a:pt x="4145624" y="1240989"/>
                  </a:lnTo>
                  <a:lnTo>
                    <a:pt x="4145782" y="1240989"/>
                  </a:lnTo>
                  <a:lnTo>
                    <a:pt x="4145940" y="1240989"/>
                  </a:lnTo>
                  <a:lnTo>
                    <a:pt x="4146098" y="1240989"/>
                  </a:lnTo>
                  <a:lnTo>
                    <a:pt x="4146098" y="1240558"/>
                  </a:lnTo>
                  <a:lnTo>
                    <a:pt x="4146255" y="1240558"/>
                  </a:lnTo>
                  <a:lnTo>
                    <a:pt x="4146413" y="1240558"/>
                  </a:lnTo>
                  <a:lnTo>
                    <a:pt x="4146571" y="1240558"/>
                  </a:lnTo>
                  <a:lnTo>
                    <a:pt x="4146728" y="1240558"/>
                  </a:lnTo>
                  <a:lnTo>
                    <a:pt x="4146886" y="1240558"/>
                  </a:lnTo>
                  <a:lnTo>
                    <a:pt x="4147044" y="1240558"/>
                  </a:lnTo>
                  <a:lnTo>
                    <a:pt x="4147202" y="1240558"/>
                  </a:lnTo>
                  <a:lnTo>
                    <a:pt x="4147359" y="1240558"/>
                  </a:lnTo>
                  <a:lnTo>
                    <a:pt x="4147517" y="1240558"/>
                  </a:lnTo>
                  <a:lnTo>
                    <a:pt x="4147675" y="1240558"/>
                  </a:lnTo>
                  <a:lnTo>
                    <a:pt x="4147832" y="1240558"/>
                  </a:lnTo>
                  <a:lnTo>
                    <a:pt x="4147990" y="1240558"/>
                  </a:lnTo>
                  <a:lnTo>
                    <a:pt x="4148148" y="1240558"/>
                  </a:lnTo>
                  <a:lnTo>
                    <a:pt x="4148306" y="1240558"/>
                  </a:lnTo>
                  <a:lnTo>
                    <a:pt x="4148306" y="1240128"/>
                  </a:lnTo>
                  <a:lnTo>
                    <a:pt x="4148463" y="1240128"/>
                  </a:lnTo>
                  <a:lnTo>
                    <a:pt x="4148621" y="1240128"/>
                  </a:lnTo>
                  <a:lnTo>
                    <a:pt x="4148621" y="1239697"/>
                  </a:lnTo>
                  <a:lnTo>
                    <a:pt x="4148779" y="1239697"/>
                  </a:lnTo>
                  <a:lnTo>
                    <a:pt x="4148779" y="1239266"/>
                  </a:lnTo>
                  <a:lnTo>
                    <a:pt x="4148937" y="1239266"/>
                  </a:lnTo>
                  <a:lnTo>
                    <a:pt x="4148937" y="1238836"/>
                  </a:lnTo>
                  <a:lnTo>
                    <a:pt x="4149094" y="1238836"/>
                  </a:lnTo>
                  <a:lnTo>
                    <a:pt x="4149094" y="1238405"/>
                  </a:lnTo>
                  <a:lnTo>
                    <a:pt x="4149252" y="1238405"/>
                  </a:lnTo>
                  <a:lnTo>
                    <a:pt x="4149410" y="1238405"/>
                  </a:lnTo>
                  <a:lnTo>
                    <a:pt x="4149567" y="1238405"/>
                  </a:lnTo>
                  <a:lnTo>
                    <a:pt x="4149725" y="1238405"/>
                  </a:lnTo>
                  <a:lnTo>
                    <a:pt x="4149883" y="1238405"/>
                  </a:lnTo>
                  <a:lnTo>
                    <a:pt x="4149883" y="1237975"/>
                  </a:lnTo>
                  <a:lnTo>
                    <a:pt x="4150041" y="1237975"/>
                  </a:lnTo>
                  <a:lnTo>
                    <a:pt x="4150198" y="1237975"/>
                  </a:lnTo>
                  <a:lnTo>
                    <a:pt x="4150198" y="1237544"/>
                  </a:lnTo>
                  <a:lnTo>
                    <a:pt x="4150198" y="1237113"/>
                  </a:lnTo>
                  <a:lnTo>
                    <a:pt x="4150356" y="1237113"/>
                  </a:lnTo>
                  <a:lnTo>
                    <a:pt x="4150514" y="1237113"/>
                  </a:lnTo>
                  <a:lnTo>
                    <a:pt x="4150671" y="1237113"/>
                  </a:lnTo>
                  <a:lnTo>
                    <a:pt x="4150671" y="1236683"/>
                  </a:lnTo>
                  <a:lnTo>
                    <a:pt x="4150671" y="1236252"/>
                  </a:lnTo>
                  <a:lnTo>
                    <a:pt x="4150671" y="1235822"/>
                  </a:lnTo>
                  <a:lnTo>
                    <a:pt x="4150829" y="1235822"/>
                  </a:lnTo>
                  <a:lnTo>
                    <a:pt x="4150987" y="1235822"/>
                  </a:lnTo>
                  <a:lnTo>
                    <a:pt x="4151145" y="1235822"/>
                  </a:lnTo>
                  <a:lnTo>
                    <a:pt x="4151145" y="1235391"/>
                  </a:lnTo>
                  <a:lnTo>
                    <a:pt x="4151302" y="1235391"/>
                  </a:lnTo>
                  <a:lnTo>
                    <a:pt x="4151460" y="1235391"/>
                  </a:lnTo>
                  <a:lnTo>
                    <a:pt x="4151460" y="1234960"/>
                  </a:lnTo>
                  <a:lnTo>
                    <a:pt x="4151618" y="1234960"/>
                  </a:lnTo>
                  <a:lnTo>
                    <a:pt x="4151775" y="1234960"/>
                  </a:lnTo>
                  <a:lnTo>
                    <a:pt x="4151933" y="1234960"/>
                  </a:lnTo>
                  <a:lnTo>
                    <a:pt x="4152091" y="1234960"/>
                  </a:lnTo>
                  <a:lnTo>
                    <a:pt x="4152091" y="1234530"/>
                  </a:lnTo>
                  <a:lnTo>
                    <a:pt x="4152249" y="1234530"/>
                  </a:lnTo>
                  <a:lnTo>
                    <a:pt x="4152406" y="1234530"/>
                  </a:lnTo>
                  <a:lnTo>
                    <a:pt x="4152564" y="1234530"/>
                  </a:lnTo>
                  <a:lnTo>
                    <a:pt x="4152722" y="1234530"/>
                  </a:lnTo>
                  <a:lnTo>
                    <a:pt x="4152879" y="1234530"/>
                  </a:lnTo>
                  <a:lnTo>
                    <a:pt x="4152879" y="1234099"/>
                  </a:lnTo>
                  <a:lnTo>
                    <a:pt x="4152879" y="1233669"/>
                  </a:lnTo>
                  <a:lnTo>
                    <a:pt x="4153037" y="1233669"/>
                  </a:lnTo>
                  <a:lnTo>
                    <a:pt x="4153195" y="1233669"/>
                  </a:lnTo>
                  <a:lnTo>
                    <a:pt x="4153353" y="1233669"/>
                  </a:lnTo>
                  <a:lnTo>
                    <a:pt x="4153353" y="1233238"/>
                  </a:lnTo>
                  <a:lnTo>
                    <a:pt x="4153510" y="1233238"/>
                  </a:lnTo>
                  <a:lnTo>
                    <a:pt x="4153668" y="1233238"/>
                  </a:lnTo>
                  <a:lnTo>
                    <a:pt x="4153826" y="1233238"/>
                  </a:lnTo>
                  <a:lnTo>
                    <a:pt x="4153984" y="1233238"/>
                  </a:lnTo>
                  <a:lnTo>
                    <a:pt x="4153984" y="1232807"/>
                  </a:lnTo>
                  <a:lnTo>
                    <a:pt x="4154141" y="1232807"/>
                  </a:lnTo>
                  <a:lnTo>
                    <a:pt x="4154299" y="1232807"/>
                  </a:lnTo>
                  <a:lnTo>
                    <a:pt x="4154299" y="1232377"/>
                  </a:lnTo>
                  <a:lnTo>
                    <a:pt x="4154457" y="1232377"/>
                  </a:lnTo>
                  <a:lnTo>
                    <a:pt x="4154457" y="1231946"/>
                  </a:lnTo>
                  <a:lnTo>
                    <a:pt x="4154457" y="1231516"/>
                  </a:lnTo>
                  <a:lnTo>
                    <a:pt x="4154614" y="1231516"/>
                  </a:lnTo>
                  <a:lnTo>
                    <a:pt x="4154614" y="1231085"/>
                  </a:lnTo>
                  <a:lnTo>
                    <a:pt x="4154772" y="1231085"/>
                  </a:lnTo>
                  <a:lnTo>
                    <a:pt x="4154930" y="1231085"/>
                  </a:lnTo>
                  <a:lnTo>
                    <a:pt x="4155088" y="1231085"/>
                  </a:lnTo>
                  <a:lnTo>
                    <a:pt x="4155245" y="1231085"/>
                  </a:lnTo>
                  <a:lnTo>
                    <a:pt x="4155245" y="1230654"/>
                  </a:lnTo>
                  <a:lnTo>
                    <a:pt x="4155403" y="1230654"/>
                  </a:lnTo>
                  <a:lnTo>
                    <a:pt x="4155561" y="1230654"/>
                  </a:lnTo>
                  <a:lnTo>
                    <a:pt x="4155718" y="1230654"/>
                  </a:lnTo>
                  <a:lnTo>
                    <a:pt x="4155876" y="1230654"/>
                  </a:lnTo>
                  <a:lnTo>
                    <a:pt x="4156034" y="1230654"/>
                  </a:lnTo>
                  <a:lnTo>
                    <a:pt x="4156034" y="1230224"/>
                  </a:lnTo>
                  <a:lnTo>
                    <a:pt x="4156192" y="1230224"/>
                  </a:lnTo>
                  <a:lnTo>
                    <a:pt x="4156192" y="1229793"/>
                  </a:lnTo>
                  <a:lnTo>
                    <a:pt x="4156349" y="1229793"/>
                  </a:lnTo>
                  <a:lnTo>
                    <a:pt x="4156507" y="1229793"/>
                  </a:lnTo>
                  <a:lnTo>
                    <a:pt x="4156507" y="1229363"/>
                  </a:lnTo>
                  <a:lnTo>
                    <a:pt x="4156665" y="1229363"/>
                  </a:lnTo>
                  <a:lnTo>
                    <a:pt x="4156822" y="1229363"/>
                  </a:lnTo>
                  <a:lnTo>
                    <a:pt x="4156980" y="1229363"/>
                  </a:lnTo>
                  <a:lnTo>
                    <a:pt x="4156980" y="1228932"/>
                  </a:lnTo>
                  <a:lnTo>
                    <a:pt x="4156980" y="1228501"/>
                  </a:lnTo>
                  <a:lnTo>
                    <a:pt x="4157138" y="1228501"/>
                  </a:lnTo>
                  <a:lnTo>
                    <a:pt x="4157296" y="1228501"/>
                  </a:lnTo>
                  <a:lnTo>
                    <a:pt x="4157453" y="1228501"/>
                  </a:lnTo>
                  <a:lnTo>
                    <a:pt x="4157453" y="1228071"/>
                  </a:lnTo>
                  <a:lnTo>
                    <a:pt x="4157611" y="1228071"/>
                  </a:lnTo>
                  <a:lnTo>
                    <a:pt x="4157769" y="1228071"/>
                  </a:lnTo>
                  <a:lnTo>
                    <a:pt x="4157926" y="1228071"/>
                  </a:lnTo>
                  <a:lnTo>
                    <a:pt x="4158084" y="1228071"/>
                  </a:lnTo>
                  <a:lnTo>
                    <a:pt x="4158242" y="1228071"/>
                  </a:lnTo>
                  <a:lnTo>
                    <a:pt x="4158400" y="1228071"/>
                  </a:lnTo>
                  <a:lnTo>
                    <a:pt x="4158400" y="1227640"/>
                  </a:lnTo>
                  <a:lnTo>
                    <a:pt x="4158557" y="1227640"/>
                  </a:lnTo>
                  <a:lnTo>
                    <a:pt x="4158557" y="1227210"/>
                  </a:lnTo>
                  <a:lnTo>
                    <a:pt x="4158715" y="1227210"/>
                  </a:lnTo>
                  <a:lnTo>
                    <a:pt x="4158715" y="1226779"/>
                  </a:lnTo>
                  <a:lnTo>
                    <a:pt x="4158873" y="1226779"/>
                  </a:lnTo>
                  <a:lnTo>
                    <a:pt x="4159030" y="1226779"/>
                  </a:lnTo>
                  <a:lnTo>
                    <a:pt x="4159188" y="1226779"/>
                  </a:lnTo>
                  <a:lnTo>
                    <a:pt x="4159346" y="1226779"/>
                  </a:lnTo>
                  <a:lnTo>
                    <a:pt x="4159504" y="1226779"/>
                  </a:lnTo>
                  <a:lnTo>
                    <a:pt x="4159661" y="1226779"/>
                  </a:lnTo>
                  <a:lnTo>
                    <a:pt x="4159819" y="1226779"/>
                  </a:lnTo>
                  <a:lnTo>
                    <a:pt x="4159977" y="1226779"/>
                  </a:lnTo>
                  <a:lnTo>
                    <a:pt x="4160135" y="1226779"/>
                  </a:lnTo>
                  <a:lnTo>
                    <a:pt x="4160135" y="1226348"/>
                  </a:lnTo>
                  <a:lnTo>
                    <a:pt x="4160292" y="1226348"/>
                  </a:lnTo>
                  <a:lnTo>
                    <a:pt x="4160292" y="1225918"/>
                  </a:lnTo>
                  <a:lnTo>
                    <a:pt x="4160450" y="1225918"/>
                  </a:lnTo>
                  <a:lnTo>
                    <a:pt x="4160608" y="1225918"/>
                  </a:lnTo>
                  <a:lnTo>
                    <a:pt x="4160765" y="1225918"/>
                  </a:lnTo>
                  <a:lnTo>
                    <a:pt x="4160765" y="1225487"/>
                  </a:lnTo>
                  <a:lnTo>
                    <a:pt x="4160923" y="1225487"/>
                  </a:lnTo>
                  <a:lnTo>
                    <a:pt x="4161081" y="1225487"/>
                  </a:lnTo>
                  <a:lnTo>
                    <a:pt x="4161239" y="1225487"/>
                  </a:lnTo>
                  <a:lnTo>
                    <a:pt x="4161396" y="1225487"/>
                  </a:lnTo>
                  <a:lnTo>
                    <a:pt x="4161554" y="1225487"/>
                  </a:lnTo>
                  <a:lnTo>
                    <a:pt x="4161712" y="1225487"/>
                  </a:lnTo>
                  <a:lnTo>
                    <a:pt x="4161869" y="1225487"/>
                  </a:lnTo>
                  <a:lnTo>
                    <a:pt x="4162027" y="1225487"/>
                  </a:lnTo>
                  <a:lnTo>
                    <a:pt x="4162185" y="1225487"/>
                  </a:lnTo>
                  <a:lnTo>
                    <a:pt x="4162185" y="1225057"/>
                  </a:lnTo>
                  <a:lnTo>
                    <a:pt x="4162343" y="1225057"/>
                  </a:lnTo>
                  <a:lnTo>
                    <a:pt x="4162500" y="1225057"/>
                  </a:lnTo>
                  <a:lnTo>
                    <a:pt x="4162500" y="1224626"/>
                  </a:lnTo>
                  <a:lnTo>
                    <a:pt x="4162658" y="1224626"/>
                  </a:lnTo>
                  <a:lnTo>
                    <a:pt x="4162816" y="1224626"/>
                  </a:lnTo>
                  <a:lnTo>
                    <a:pt x="4162973" y="1224626"/>
                  </a:lnTo>
                  <a:lnTo>
                    <a:pt x="4163131" y="1224626"/>
                  </a:lnTo>
                  <a:lnTo>
                    <a:pt x="4163289" y="1224626"/>
                  </a:lnTo>
                  <a:lnTo>
                    <a:pt x="4163447" y="1224626"/>
                  </a:lnTo>
                  <a:lnTo>
                    <a:pt x="4163604" y="1224626"/>
                  </a:lnTo>
                  <a:lnTo>
                    <a:pt x="4163762" y="1224626"/>
                  </a:lnTo>
                  <a:lnTo>
                    <a:pt x="4163920" y="1224626"/>
                  </a:lnTo>
                  <a:lnTo>
                    <a:pt x="4164077" y="1224626"/>
                  </a:lnTo>
                  <a:lnTo>
                    <a:pt x="4164235" y="1224626"/>
                  </a:lnTo>
                  <a:lnTo>
                    <a:pt x="4164393" y="1224626"/>
                  </a:lnTo>
                  <a:lnTo>
                    <a:pt x="4164551" y="1224626"/>
                  </a:lnTo>
                  <a:lnTo>
                    <a:pt x="4164708" y="1224626"/>
                  </a:lnTo>
                  <a:lnTo>
                    <a:pt x="4164866" y="1224626"/>
                  </a:lnTo>
                  <a:lnTo>
                    <a:pt x="4165024" y="1224626"/>
                  </a:lnTo>
                  <a:lnTo>
                    <a:pt x="4165182" y="1224626"/>
                  </a:lnTo>
                  <a:lnTo>
                    <a:pt x="4165339" y="1224626"/>
                  </a:lnTo>
                  <a:lnTo>
                    <a:pt x="4165497" y="1224626"/>
                  </a:lnTo>
                  <a:lnTo>
                    <a:pt x="4165655" y="1224626"/>
                  </a:lnTo>
                  <a:lnTo>
                    <a:pt x="4165812" y="1224626"/>
                  </a:lnTo>
                  <a:lnTo>
                    <a:pt x="4165970" y="1224626"/>
                  </a:lnTo>
                  <a:lnTo>
                    <a:pt x="4165970" y="1224195"/>
                  </a:lnTo>
                  <a:lnTo>
                    <a:pt x="4166128" y="1224195"/>
                  </a:lnTo>
                  <a:lnTo>
                    <a:pt x="4166286" y="1224195"/>
                  </a:lnTo>
                  <a:lnTo>
                    <a:pt x="4166286" y="1223765"/>
                  </a:lnTo>
                  <a:lnTo>
                    <a:pt x="4166443" y="1223765"/>
                  </a:lnTo>
                  <a:lnTo>
                    <a:pt x="4166601" y="1223765"/>
                  </a:lnTo>
                  <a:lnTo>
                    <a:pt x="4166759" y="1223765"/>
                  </a:lnTo>
                  <a:lnTo>
                    <a:pt x="4166916" y="1223765"/>
                  </a:lnTo>
                  <a:lnTo>
                    <a:pt x="4167074" y="1223765"/>
                  </a:lnTo>
                  <a:lnTo>
                    <a:pt x="4167232" y="1223765"/>
                  </a:lnTo>
                  <a:lnTo>
                    <a:pt x="4167390" y="1223765"/>
                  </a:lnTo>
                  <a:lnTo>
                    <a:pt x="4167547" y="1223765"/>
                  </a:lnTo>
                  <a:lnTo>
                    <a:pt x="4167705" y="1223765"/>
                  </a:lnTo>
                  <a:lnTo>
                    <a:pt x="4167863" y="1223765"/>
                  </a:lnTo>
                  <a:lnTo>
                    <a:pt x="4168020" y="1223765"/>
                  </a:lnTo>
                  <a:lnTo>
                    <a:pt x="4168178" y="1223765"/>
                  </a:lnTo>
                  <a:lnTo>
                    <a:pt x="4168336" y="1223765"/>
                  </a:lnTo>
                  <a:lnTo>
                    <a:pt x="4168494" y="1223765"/>
                  </a:lnTo>
                  <a:lnTo>
                    <a:pt x="4168651" y="1223765"/>
                  </a:lnTo>
                  <a:lnTo>
                    <a:pt x="4168809" y="1223765"/>
                  </a:lnTo>
                  <a:lnTo>
                    <a:pt x="4168967" y="1223765"/>
                  </a:lnTo>
                  <a:lnTo>
                    <a:pt x="4169124" y="1223765"/>
                  </a:lnTo>
                  <a:lnTo>
                    <a:pt x="4169124" y="1223334"/>
                  </a:lnTo>
                  <a:lnTo>
                    <a:pt x="4169124" y="1222904"/>
                  </a:lnTo>
                  <a:lnTo>
                    <a:pt x="4169282" y="1222904"/>
                  </a:lnTo>
                  <a:lnTo>
                    <a:pt x="4169440" y="1222904"/>
                  </a:lnTo>
                  <a:lnTo>
                    <a:pt x="4169598" y="1222904"/>
                  </a:lnTo>
                  <a:lnTo>
                    <a:pt x="4169598" y="1222473"/>
                  </a:lnTo>
                  <a:lnTo>
                    <a:pt x="4169755" y="1222473"/>
                  </a:lnTo>
                  <a:lnTo>
                    <a:pt x="4169755" y="1222042"/>
                  </a:lnTo>
                  <a:lnTo>
                    <a:pt x="4169913" y="1222042"/>
                  </a:lnTo>
                  <a:lnTo>
                    <a:pt x="4170071" y="1222042"/>
                  </a:lnTo>
                  <a:lnTo>
                    <a:pt x="4170228" y="1222042"/>
                  </a:lnTo>
                  <a:lnTo>
                    <a:pt x="4170386" y="1222042"/>
                  </a:lnTo>
                  <a:lnTo>
                    <a:pt x="4170544" y="1222042"/>
                  </a:lnTo>
                  <a:lnTo>
                    <a:pt x="4170702" y="1222042"/>
                  </a:lnTo>
                  <a:lnTo>
                    <a:pt x="4170859" y="1222042"/>
                  </a:lnTo>
                  <a:lnTo>
                    <a:pt x="4171017" y="1222042"/>
                  </a:lnTo>
                  <a:lnTo>
                    <a:pt x="4171017" y="1221612"/>
                  </a:lnTo>
                  <a:lnTo>
                    <a:pt x="4171175" y="1221612"/>
                  </a:lnTo>
                  <a:lnTo>
                    <a:pt x="4171333" y="1221612"/>
                  </a:lnTo>
                  <a:lnTo>
                    <a:pt x="4171490" y="1221612"/>
                  </a:lnTo>
                  <a:lnTo>
                    <a:pt x="4171648" y="1221612"/>
                  </a:lnTo>
                  <a:lnTo>
                    <a:pt x="4171806" y="1221612"/>
                  </a:lnTo>
                  <a:lnTo>
                    <a:pt x="4171963" y="1221612"/>
                  </a:lnTo>
                  <a:lnTo>
                    <a:pt x="4172121" y="1221612"/>
                  </a:lnTo>
                  <a:lnTo>
                    <a:pt x="4172279" y="1221612"/>
                  </a:lnTo>
                  <a:lnTo>
                    <a:pt x="4172437" y="1221612"/>
                  </a:lnTo>
                  <a:lnTo>
                    <a:pt x="4172437" y="1221181"/>
                  </a:lnTo>
                  <a:lnTo>
                    <a:pt x="4172594" y="1221181"/>
                  </a:lnTo>
                  <a:lnTo>
                    <a:pt x="4172752" y="1221181"/>
                  </a:lnTo>
                  <a:lnTo>
                    <a:pt x="4172752" y="1220751"/>
                  </a:lnTo>
                  <a:lnTo>
                    <a:pt x="4172910" y="1220751"/>
                  </a:lnTo>
                  <a:lnTo>
                    <a:pt x="4173067" y="1220751"/>
                  </a:lnTo>
                  <a:lnTo>
                    <a:pt x="4173225" y="1220751"/>
                  </a:lnTo>
                  <a:lnTo>
                    <a:pt x="4173383" y="1220751"/>
                  </a:lnTo>
                  <a:lnTo>
                    <a:pt x="4173541" y="1220751"/>
                  </a:lnTo>
                  <a:lnTo>
                    <a:pt x="4173698" y="1220751"/>
                  </a:lnTo>
                  <a:lnTo>
                    <a:pt x="4173856" y="1220751"/>
                  </a:lnTo>
                  <a:lnTo>
                    <a:pt x="4174014" y="1220751"/>
                  </a:lnTo>
                  <a:lnTo>
                    <a:pt x="4174171" y="1220751"/>
                  </a:lnTo>
                  <a:lnTo>
                    <a:pt x="4174171" y="1220320"/>
                  </a:lnTo>
                  <a:lnTo>
                    <a:pt x="4174171" y="1219889"/>
                  </a:lnTo>
                  <a:lnTo>
                    <a:pt x="4174329" y="1219889"/>
                  </a:lnTo>
                  <a:lnTo>
                    <a:pt x="4174487" y="1219889"/>
                  </a:lnTo>
                  <a:lnTo>
                    <a:pt x="4174645" y="1219889"/>
                  </a:lnTo>
                  <a:lnTo>
                    <a:pt x="4174802" y="1219889"/>
                  </a:lnTo>
                  <a:lnTo>
                    <a:pt x="4174960" y="1219889"/>
                  </a:lnTo>
                  <a:lnTo>
                    <a:pt x="4175118" y="1219889"/>
                  </a:lnTo>
                  <a:lnTo>
                    <a:pt x="4175118" y="1219459"/>
                  </a:lnTo>
                  <a:lnTo>
                    <a:pt x="4175275" y="1219459"/>
                  </a:lnTo>
                  <a:lnTo>
                    <a:pt x="4175433" y="1219459"/>
                  </a:lnTo>
                  <a:lnTo>
                    <a:pt x="4175591" y="1219459"/>
                  </a:lnTo>
                  <a:lnTo>
                    <a:pt x="4175749" y="1219459"/>
                  </a:lnTo>
                  <a:lnTo>
                    <a:pt x="4175906" y="1219459"/>
                  </a:lnTo>
                  <a:lnTo>
                    <a:pt x="4175906" y="1219028"/>
                  </a:lnTo>
                  <a:lnTo>
                    <a:pt x="4176064" y="1219028"/>
                  </a:lnTo>
                  <a:lnTo>
                    <a:pt x="4176222" y="1219028"/>
                  </a:lnTo>
                  <a:lnTo>
                    <a:pt x="4176222" y="1218598"/>
                  </a:lnTo>
                  <a:lnTo>
                    <a:pt x="4176380" y="1218598"/>
                  </a:lnTo>
                  <a:lnTo>
                    <a:pt x="4176537" y="1218598"/>
                  </a:lnTo>
                  <a:lnTo>
                    <a:pt x="4176695" y="1218598"/>
                  </a:lnTo>
                  <a:lnTo>
                    <a:pt x="4176853" y="1218598"/>
                  </a:lnTo>
                  <a:lnTo>
                    <a:pt x="4177010" y="1218598"/>
                  </a:lnTo>
                  <a:lnTo>
                    <a:pt x="4177168" y="1218598"/>
                  </a:lnTo>
                  <a:lnTo>
                    <a:pt x="4177326" y="1218598"/>
                  </a:lnTo>
                  <a:lnTo>
                    <a:pt x="4177484" y="1218598"/>
                  </a:lnTo>
                  <a:lnTo>
                    <a:pt x="4177641" y="1218598"/>
                  </a:lnTo>
                  <a:lnTo>
                    <a:pt x="4177799" y="1218598"/>
                  </a:lnTo>
                  <a:lnTo>
                    <a:pt x="4177957" y="1218598"/>
                  </a:lnTo>
                  <a:lnTo>
                    <a:pt x="4178114" y="1218598"/>
                  </a:lnTo>
                  <a:lnTo>
                    <a:pt x="4178272" y="1218598"/>
                  </a:lnTo>
                  <a:lnTo>
                    <a:pt x="4178272" y="1218167"/>
                  </a:lnTo>
                  <a:lnTo>
                    <a:pt x="4178430" y="1218167"/>
                  </a:lnTo>
                  <a:lnTo>
                    <a:pt x="4178430" y="1217736"/>
                  </a:lnTo>
                  <a:lnTo>
                    <a:pt x="4178588" y="1217736"/>
                  </a:lnTo>
                  <a:lnTo>
                    <a:pt x="4178588" y="1217306"/>
                  </a:lnTo>
                  <a:lnTo>
                    <a:pt x="4178745" y="1217306"/>
                  </a:lnTo>
                  <a:lnTo>
                    <a:pt x="4178903" y="1217306"/>
                  </a:lnTo>
                  <a:lnTo>
                    <a:pt x="4179061" y="1217306"/>
                  </a:lnTo>
                  <a:lnTo>
                    <a:pt x="4179218" y="1217306"/>
                  </a:lnTo>
                  <a:lnTo>
                    <a:pt x="4179376" y="1217306"/>
                  </a:lnTo>
                  <a:lnTo>
                    <a:pt x="4179534" y="1217306"/>
                  </a:lnTo>
                  <a:lnTo>
                    <a:pt x="4179692" y="1217306"/>
                  </a:lnTo>
                  <a:lnTo>
                    <a:pt x="4179849" y="1217306"/>
                  </a:lnTo>
                  <a:lnTo>
                    <a:pt x="4180007" y="1217306"/>
                  </a:lnTo>
                  <a:lnTo>
                    <a:pt x="4180165" y="1217306"/>
                  </a:lnTo>
                  <a:lnTo>
                    <a:pt x="4180165" y="1216875"/>
                  </a:lnTo>
                  <a:lnTo>
                    <a:pt x="4180322" y="1216875"/>
                  </a:lnTo>
                  <a:lnTo>
                    <a:pt x="4180322" y="1216445"/>
                  </a:lnTo>
                  <a:lnTo>
                    <a:pt x="4180480" y="1216445"/>
                  </a:lnTo>
                  <a:lnTo>
                    <a:pt x="4180638" y="1216445"/>
                  </a:lnTo>
                  <a:lnTo>
                    <a:pt x="4180796" y="1216445"/>
                  </a:lnTo>
                  <a:lnTo>
                    <a:pt x="4180796" y="1216014"/>
                  </a:lnTo>
                  <a:lnTo>
                    <a:pt x="4180953" y="1216014"/>
                  </a:lnTo>
                  <a:lnTo>
                    <a:pt x="4181111" y="1216014"/>
                  </a:lnTo>
                  <a:lnTo>
                    <a:pt x="4181269" y="1216014"/>
                  </a:lnTo>
                  <a:lnTo>
                    <a:pt x="4181426" y="1216014"/>
                  </a:lnTo>
                  <a:lnTo>
                    <a:pt x="4181584" y="1216014"/>
                  </a:lnTo>
                  <a:lnTo>
                    <a:pt x="4181584" y="1215583"/>
                  </a:lnTo>
                  <a:lnTo>
                    <a:pt x="4181742" y="1215583"/>
                  </a:lnTo>
                  <a:lnTo>
                    <a:pt x="4181900" y="1215583"/>
                  </a:lnTo>
                  <a:lnTo>
                    <a:pt x="4182057" y="1215583"/>
                  </a:lnTo>
                  <a:lnTo>
                    <a:pt x="4182215" y="1215583"/>
                  </a:lnTo>
                  <a:lnTo>
                    <a:pt x="4182373" y="1215583"/>
                  </a:lnTo>
                  <a:lnTo>
                    <a:pt x="4182531" y="1215583"/>
                  </a:lnTo>
                  <a:lnTo>
                    <a:pt x="4182688" y="1215583"/>
                  </a:lnTo>
                  <a:lnTo>
                    <a:pt x="4182846" y="1215583"/>
                  </a:lnTo>
                  <a:lnTo>
                    <a:pt x="4183004" y="1215583"/>
                  </a:lnTo>
                  <a:lnTo>
                    <a:pt x="4183004" y="1215153"/>
                  </a:lnTo>
                  <a:lnTo>
                    <a:pt x="4183161" y="1215153"/>
                  </a:lnTo>
                  <a:lnTo>
                    <a:pt x="4183319" y="1215153"/>
                  </a:lnTo>
                  <a:lnTo>
                    <a:pt x="4183477" y="1215153"/>
                  </a:lnTo>
                  <a:lnTo>
                    <a:pt x="4183635" y="1215153"/>
                  </a:lnTo>
                  <a:lnTo>
                    <a:pt x="4183792" y="1215153"/>
                  </a:lnTo>
                  <a:lnTo>
                    <a:pt x="4183950" y="1215153"/>
                  </a:lnTo>
                  <a:lnTo>
                    <a:pt x="4184108" y="1215153"/>
                  </a:lnTo>
                  <a:lnTo>
                    <a:pt x="4184265" y="1215153"/>
                  </a:lnTo>
                  <a:lnTo>
                    <a:pt x="4184423" y="1215153"/>
                  </a:lnTo>
                  <a:lnTo>
                    <a:pt x="4184423" y="1214722"/>
                  </a:lnTo>
                  <a:lnTo>
                    <a:pt x="4184581" y="1214722"/>
                  </a:lnTo>
                  <a:lnTo>
                    <a:pt x="4184739" y="1214722"/>
                  </a:lnTo>
                  <a:lnTo>
                    <a:pt x="4184896" y="1214722"/>
                  </a:lnTo>
                  <a:lnTo>
                    <a:pt x="4185054" y="1214722"/>
                  </a:lnTo>
                  <a:lnTo>
                    <a:pt x="4185212" y="1214722"/>
                  </a:lnTo>
                  <a:lnTo>
                    <a:pt x="4185212" y="1214292"/>
                  </a:lnTo>
                  <a:lnTo>
                    <a:pt x="4185369" y="1214292"/>
                  </a:lnTo>
                  <a:lnTo>
                    <a:pt x="4185527" y="1214292"/>
                  </a:lnTo>
                  <a:lnTo>
                    <a:pt x="4185685" y="1214292"/>
                  </a:lnTo>
                  <a:lnTo>
                    <a:pt x="4185843" y="1214292"/>
                  </a:lnTo>
                  <a:lnTo>
                    <a:pt x="4186000" y="1214292"/>
                  </a:lnTo>
                  <a:lnTo>
                    <a:pt x="4186000" y="1213861"/>
                  </a:lnTo>
                  <a:lnTo>
                    <a:pt x="4186158" y="1213861"/>
                  </a:lnTo>
                  <a:lnTo>
                    <a:pt x="4186316" y="1213861"/>
                  </a:lnTo>
                  <a:lnTo>
                    <a:pt x="4186473" y="1213861"/>
                  </a:lnTo>
                  <a:lnTo>
                    <a:pt x="4186631" y="1213861"/>
                  </a:lnTo>
                  <a:lnTo>
                    <a:pt x="4186789" y="1213861"/>
                  </a:lnTo>
                  <a:lnTo>
                    <a:pt x="4186947" y="1213861"/>
                  </a:lnTo>
                  <a:lnTo>
                    <a:pt x="4187104" y="1213861"/>
                  </a:lnTo>
                  <a:lnTo>
                    <a:pt x="4187262" y="1213861"/>
                  </a:lnTo>
                  <a:lnTo>
                    <a:pt x="4187420" y="1213861"/>
                  </a:lnTo>
                  <a:lnTo>
                    <a:pt x="4187578" y="1213861"/>
                  </a:lnTo>
                  <a:lnTo>
                    <a:pt x="4187578" y="1213430"/>
                  </a:lnTo>
                  <a:lnTo>
                    <a:pt x="4187578" y="1213000"/>
                  </a:lnTo>
                  <a:lnTo>
                    <a:pt x="4187735" y="1213000"/>
                  </a:lnTo>
                  <a:lnTo>
                    <a:pt x="4187735" y="1212569"/>
                  </a:lnTo>
                  <a:lnTo>
                    <a:pt x="4187893" y="1212569"/>
                  </a:lnTo>
                  <a:lnTo>
                    <a:pt x="4187893" y="1212139"/>
                  </a:lnTo>
                  <a:lnTo>
                    <a:pt x="4188051" y="1212139"/>
                  </a:lnTo>
                  <a:lnTo>
                    <a:pt x="4188208" y="1212139"/>
                  </a:lnTo>
                  <a:lnTo>
                    <a:pt x="4188208" y="1211708"/>
                  </a:lnTo>
                  <a:lnTo>
                    <a:pt x="4188366" y="1211708"/>
                  </a:lnTo>
                  <a:lnTo>
                    <a:pt x="4188366" y="1211277"/>
                  </a:lnTo>
                  <a:lnTo>
                    <a:pt x="4188524" y="1211277"/>
                  </a:lnTo>
                  <a:lnTo>
                    <a:pt x="4188682" y="1211277"/>
                  </a:lnTo>
                  <a:lnTo>
                    <a:pt x="4188682" y="1210847"/>
                  </a:lnTo>
                  <a:lnTo>
                    <a:pt x="4188839" y="1210847"/>
                  </a:lnTo>
                  <a:lnTo>
                    <a:pt x="4188997" y="1210847"/>
                  </a:lnTo>
                  <a:lnTo>
                    <a:pt x="4189155" y="1210847"/>
                  </a:lnTo>
                  <a:lnTo>
                    <a:pt x="4189312" y="1210847"/>
                  </a:lnTo>
                  <a:lnTo>
                    <a:pt x="4189312" y="1210416"/>
                  </a:lnTo>
                  <a:lnTo>
                    <a:pt x="4189470" y="1210416"/>
                  </a:lnTo>
                  <a:lnTo>
                    <a:pt x="4189628" y="1210416"/>
                  </a:lnTo>
                  <a:lnTo>
                    <a:pt x="4189628" y="1209986"/>
                  </a:lnTo>
                  <a:lnTo>
                    <a:pt x="4189786" y="1209986"/>
                  </a:lnTo>
                  <a:lnTo>
                    <a:pt x="4189943" y="1209986"/>
                  </a:lnTo>
                  <a:lnTo>
                    <a:pt x="4190101" y="1209986"/>
                  </a:lnTo>
                  <a:lnTo>
                    <a:pt x="4190259" y="1209986"/>
                  </a:lnTo>
                  <a:lnTo>
                    <a:pt x="4190416" y="1209986"/>
                  </a:lnTo>
                  <a:lnTo>
                    <a:pt x="4190574" y="1209986"/>
                  </a:lnTo>
                  <a:lnTo>
                    <a:pt x="4190732" y="1209986"/>
                  </a:lnTo>
                  <a:lnTo>
                    <a:pt x="4190732" y="1209555"/>
                  </a:lnTo>
                  <a:lnTo>
                    <a:pt x="4190732" y="1209124"/>
                  </a:lnTo>
                  <a:lnTo>
                    <a:pt x="4190732" y="1208694"/>
                  </a:lnTo>
                  <a:lnTo>
                    <a:pt x="4190890" y="1208694"/>
                  </a:lnTo>
                  <a:lnTo>
                    <a:pt x="4190890" y="1208263"/>
                  </a:lnTo>
                  <a:lnTo>
                    <a:pt x="4191047" y="1208263"/>
                  </a:lnTo>
                  <a:lnTo>
                    <a:pt x="4191205" y="1208263"/>
                  </a:lnTo>
                  <a:lnTo>
                    <a:pt x="4191363" y="1208263"/>
                  </a:lnTo>
                  <a:lnTo>
                    <a:pt x="4191363" y="1207833"/>
                  </a:lnTo>
                  <a:lnTo>
                    <a:pt x="4191520" y="1207833"/>
                  </a:lnTo>
                  <a:lnTo>
                    <a:pt x="4191678" y="1207833"/>
                  </a:lnTo>
                  <a:lnTo>
                    <a:pt x="4191836" y="1207833"/>
                  </a:lnTo>
                  <a:lnTo>
                    <a:pt x="4191994" y="1207833"/>
                  </a:lnTo>
                  <a:lnTo>
                    <a:pt x="4192151" y="1207833"/>
                  </a:lnTo>
                  <a:lnTo>
                    <a:pt x="4192151" y="1207402"/>
                  </a:lnTo>
                  <a:lnTo>
                    <a:pt x="4192309" y="1207402"/>
                  </a:lnTo>
                  <a:lnTo>
                    <a:pt x="4192467" y="1207402"/>
                  </a:lnTo>
                  <a:lnTo>
                    <a:pt x="4192624" y="1207402"/>
                  </a:lnTo>
                  <a:lnTo>
                    <a:pt x="4192782" y="1207402"/>
                  </a:lnTo>
                  <a:lnTo>
                    <a:pt x="4192782" y="1206971"/>
                  </a:lnTo>
                  <a:lnTo>
                    <a:pt x="4192782" y="1206541"/>
                  </a:lnTo>
                  <a:lnTo>
                    <a:pt x="4192940" y="1206541"/>
                  </a:lnTo>
                  <a:lnTo>
                    <a:pt x="4193098" y="1206541"/>
                  </a:lnTo>
                  <a:lnTo>
                    <a:pt x="4193255" y="1206541"/>
                  </a:lnTo>
                  <a:lnTo>
                    <a:pt x="4193255" y="1206110"/>
                  </a:lnTo>
                  <a:lnTo>
                    <a:pt x="4193255" y="1205680"/>
                  </a:lnTo>
                  <a:lnTo>
                    <a:pt x="4193413" y="1205680"/>
                  </a:lnTo>
                  <a:lnTo>
                    <a:pt x="4193571" y="1205680"/>
                  </a:lnTo>
                  <a:lnTo>
                    <a:pt x="4193571" y="1205249"/>
                  </a:lnTo>
                  <a:lnTo>
                    <a:pt x="4193571" y="1204818"/>
                  </a:lnTo>
                  <a:lnTo>
                    <a:pt x="4193729" y="1204818"/>
                  </a:lnTo>
                  <a:lnTo>
                    <a:pt x="4193886" y="1204818"/>
                  </a:lnTo>
                  <a:lnTo>
                    <a:pt x="4194044" y="1204818"/>
                  </a:lnTo>
                  <a:lnTo>
                    <a:pt x="4194202" y="1204818"/>
                  </a:lnTo>
                  <a:lnTo>
                    <a:pt x="4194359" y="1204818"/>
                  </a:lnTo>
                  <a:lnTo>
                    <a:pt x="4194517" y="1204818"/>
                  </a:lnTo>
                  <a:lnTo>
                    <a:pt x="4194675" y="1204818"/>
                  </a:lnTo>
                  <a:lnTo>
                    <a:pt x="4194675" y="1204388"/>
                  </a:lnTo>
                  <a:lnTo>
                    <a:pt x="4194675" y="1203957"/>
                  </a:lnTo>
                  <a:lnTo>
                    <a:pt x="4194675" y="1203527"/>
                  </a:lnTo>
                  <a:lnTo>
                    <a:pt x="4194833" y="1203527"/>
                  </a:lnTo>
                  <a:lnTo>
                    <a:pt x="4194833" y="1203096"/>
                  </a:lnTo>
                  <a:lnTo>
                    <a:pt x="4194990" y="1203096"/>
                  </a:lnTo>
                  <a:lnTo>
                    <a:pt x="4195148" y="1203096"/>
                  </a:lnTo>
                  <a:lnTo>
                    <a:pt x="4195306" y="1203096"/>
                  </a:lnTo>
                  <a:lnTo>
                    <a:pt x="4195463" y="1203096"/>
                  </a:lnTo>
                  <a:lnTo>
                    <a:pt x="4195463" y="1202665"/>
                  </a:lnTo>
                  <a:lnTo>
                    <a:pt x="4195621" y="1202665"/>
                  </a:lnTo>
                  <a:lnTo>
                    <a:pt x="4195779" y="1202665"/>
                  </a:lnTo>
                  <a:lnTo>
                    <a:pt x="4195937" y="1202665"/>
                  </a:lnTo>
                  <a:lnTo>
                    <a:pt x="4196094" y="1202665"/>
                  </a:lnTo>
                  <a:lnTo>
                    <a:pt x="4196252" y="1202665"/>
                  </a:lnTo>
                  <a:lnTo>
                    <a:pt x="4196410" y="1202665"/>
                  </a:lnTo>
                  <a:lnTo>
                    <a:pt x="4196567" y="1202665"/>
                  </a:lnTo>
                  <a:lnTo>
                    <a:pt x="4196725" y="1202665"/>
                  </a:lnTo>
                  <a:lnTo>
                    <a:pt x="4196883" y="1202665"/>
                  </a:lnTo>
                  <a:lnTo>
                    <a:pt x="4197041" y="1202665"/>
                  </a:lnTo>
                  <a:lnTo>
                    <a:pt x="4197198" y="1202665"/>
                  </a:lnTo>
                  <a:lnTo>
                    <a:pt x="4197356" y="1202665"/>
                  </a:lnTo>
                  <a:lnTo>
                    <a:pt x="4197514" y="1202665"/>
                  </a:lnTo>
                  <a:lnTo>
                    <a:pt x="4197671" y="1202665"/>
                  </a:lnTo>
                  <a:lnTo>
                    <a:pt x="4197829" y="1202665"/>
                  </a:lnTo>
                  <a:lnTo>
                    <a:pt x="4197829" y="1202235"/>
                  </a:lnTo>
                  <a:lnTo>
                    <a:pt x="4197987" y="1202235"/>
                  </a:lnTo>
                  <a:lnTo>
                    <a:pt x="4198145" y="1202235"/>
                  </a:lnTo>
                  <a:lnTo>
                    <a:pt x="4198302" y="1202235"/>
                  </a:lnTo>
                  <a:lnTo>
                    <a:pt x="4198460" y="1202235"/>
                  </a:lnTo>
                  <a:lnTo>
                    <a:pt x="4198618" y="1202235"/>
                  </a:lnTo>
                  <a:lnTo>
                    <a:pt x="4198776" y="1202235"/>
                  </a:lnTo>
                  <a:lnTo>
                    <a:pt x="4198933" y="1202235"/>
                  </a:lnTo>
                  <a:lnTo>
                    <a:pt x="4199091" y="1202235"/>
                  </a:lnTo>
                  <a:lnTo>
                    <a:pt x="4199091" y="1201804"/>
                  </a:lnTo>
                  <a:lnTo>
                    <a:pt x="4199249" y="1201804"/>
                  </a:lnTo>
                  <a:lnTo>
                    <a:pt x="4199406" y="1201804"/>
                  </a:lnTo>
                  <a:lnTo>
                    <a:pt x="4199564" y="1201804"/>
                  </a:lnTo>
                  <a:lnTo>
                    <a:pt x="4199722" y="1201804"/>
                  </a:lnTo>
                  <a:lnTo>
                    <a:pt x="4199880" y="1201804"/>
                  </a:lnTo>
                  <a:lnTo>
                    <a:pt x="4200037" y="1201804"/>
                  </a:lnTo>
                  <a:lnTo>
                    <a:pt x="4200195" y="1201804"/>
                  </a:lnTo>
                  <a:lnTo>
                    <a:pt x="4200195" y="1201374"/>
                  </a:lnTo>
                  <a:lnTo>
                    <a:pt x="4200195" y="1200943"/>
                  </a:lnTo>
                  <a:lnTo>
                    <a:pt x="4200353" y="1200943"/>
                  </a:lnTo>
                  <a:lnTo>
                    <a:pt x="4200510" y="1200943"/>
                  </a:lnTo>
                  <a:lnTo>
                    <a:pt x="4200668" y="1200943"/>
                  </a:lnTo>
                  <a:lnTo>
                    <a:pt x="4200826" y="1200943"/>
                  </a:lnTo>
                  <a:lnTo>
                    <a:pt x="4200984" y="1200943"/>
                  </a:lnTo>
                  <a:lnTo>
                    <a:pt x="4201141" y="1200943"/>
                  </a:lnTo>
                  <a:lnTo>
                    <a:pt x="4201299" y="1200943"/>
                  </a:lnTo>
                  <a:lnTo>
                    <a:pt x="4201299" y="1200512"/>
                  </a:lnTo>
                  <a:lnTo>
                    <a:pt x="4201457" y="1200512"/>
                  </a:lnTo>
                  <a:lnTo>
                    <a:pt x="4201457" y="1200082"/>
                  </a:lnTo>
                  <a:lnTo>
                    <a:pt x="4201614" y="1200082"/>
                  </a:lnTo>
                  <a:lnTo>
                    <a:pt x="4201772" y="1200082"/>
                  </a:lnTo>
                  <a:lnTo>
                    <a:pt x="4201930" y="1200082"/>
                  </a:lnTo>
                  <a:lnTo>
                    <a:pt x="4202088" y="1200082"/>
                  </a:lnTo>
                  <a:lnTo>
                    <a:pt x="4202245" y="1200082"/>
                  </a:lnTo>
                  <a:lnTo>
                    <a:pt x="4202403" y="1200082"/>
                  </a:lnTo>
                  <a:lnTo>
                    <a:pt x="4202561" y="1200082"/>
                  </a:lnTo>
                  <a:lnTo>
                    <a:pt x="4202561" y="1199651"/>
                  </a:lnTo>
                  <a:lnTo>
                    <a:pt x="4202718" y="1199651"/>
                  </a:lnTo>
                  <a:lnTo>
                    <a:pt x="4202876" y="1199651"/>
                  </a:lnTo>
                  <a:lnTo>
                    <a:pt x="4203034" y="1199651"/>
                  </a:lnTo>
                  <a:lnTo>
                    <a:pt x="4203192" y="1199651"/>
                  </a:lnTo>
                  <a:lnTo>
                    <a:pt x="4203349" y="1199651"/>
                  </a:lnTo>
                  <a:lnTo>
                    <a:pt x="4203507" y="1199651"/>
                  </a:lnTo>
                  <a:lnTo>
                    <a:pt x="4203665" y="1199651"/>
                  </a:lnTo>
                  <a:lnTo>
                    <a:pt x="4203665" y="1199221"/>
                  </a:lnTo>
                  <a:lnTo>
                    <a:pt x="4203822" y="1199221"/>
                  </a:lnTo>
                  <a:lnTo>
                    <a:pt x="4203980" y="1199221"/>
                  </a:lnTo>
                  <a:lnTo>
                    <a:pt x="4204138" y="1199221"/>
                  </a:lnTo>
                  <a:lnTo>
                    <a:pt x="4204138" y="1198790"/>
                  </a:lnTo>
                  <a:lnTo>
                    <a:pt x="4204138" y="1198359"/>
                  </a:lnTo>
                  <a:lnTo>
                    <a:pt x="4204296" y="1198359"/>
                  </a:lnTo>
                  <a:lnTo>
                    <a:pt x="4204453" y="1198359"/>
                  </a:lnTo>
                  <a:lnTo>
                    <a:pt x="4204611" y="1198359"/>
                  </a:lnTo>
                  <a:lnTo>
                    <a:pt x="4204769" y="1198359"/>
                  </a:lnTo>
                  <a:lnTo>
                    <a:pt x="4204927" y="1198359"/>
                  </a:lnTo>
                  <a:lnTo>
                    <a:pt x="4205084" y="1198359"/>
                  </a:lnTo>
                  <a:lnTo>
                    <a:pt x="4205242" y="1198359"/>
                  </a:lnTo>
                  <a:lnTo>
                    <a:pt x="4205400" y="1198359"/>
                  </a:lnTo>
                  <a:lnTo>
                    <a:pt x="4205400" y="1197929"/>
                  </a:lnTo>
                  <a:lnTo>
                    <a:pt x="4205557" y="1197929"/>
                  </a:lnTo>
                  <a:lnTo>
                    <a:pt x="4205557" y="1197498"/>
                  </a:lnTo>
                  <a:lnTo>
                    <a:pt x="4205557" y="1197068"/>
                  </a:lnTo>
                  <a:lnTo>
                    <a:pt x="4205715" y="1197068"/>
                  </a:lnTo>
                  <a:lnTo>
                    <a:pt x="4205873" y="1197068"/>
                  </a:lnTo>
                  <a:lnTo>
                    <a:pt x="4206031" y="1197068"/>
                  </a:lnTo>
                  <a:lnTo>
                    <a:pt x="4206031" y="1196637"/>
                  </a:lnTo>
                  <a:lnTo>
                    <a:pt x="4206188" y="1196637"/>
                  </a:lnTo>
                  <a:lnTo>
                    <a:pt x="4206346" y="1196637"/>
                  </a:lnTo>
                  <a:lnTo>
                    <a:pt x="4206504" y="1196637"/>
                  </a:lnTo>
                  <a:lnTo>
                    <a:pt x="4206661" y="1196637"/>
                  </a:lnTo>
                  <a:lnTo>
                    <a:pt x="4206819" y="1196637"/>
                  </a:lnTo>
                  <a:lnTo>
                    <a:pt x="4206977" y="1196637"/>
                  </a:lnTo>
                  <a:lnTo>
                    <a:pt x="4207135" y="1196637"/>
                  </a:lnTo>
                  <a:lnTo>
                    <a:pt x="4207292" y="1196637"/>
                  </a:lnTo>
                  <a:lnTo>
                    <a:pt x="4207450" y="1196637"/>
                  </a:lnTo>
                  <a:lnTo>
                    <a:pt x="4207608" y="1196637"/>
                  </a:lnTo>
                  <a:lnTo>
                    <a:pt x="4207765" y="1196637"/>
                  </a:lnTo>
                  <a:lnTo>
                    <a:pt x="4207765" y="1196206"/>
                  </a:lnTo>
                  <a:lnTo>
                    <a:pt x="4207923" y="1196206"/>
                  </a:lnTo>
                  <a:lnTo>
                    <a:pt x="4208081" y="1196206"/>
                  </a:lnTo>
                  <a:lnTo>
                    <a:pt x="4208239" y="1196206"/>
                  </a:lnTo>
                  <a:lnTo>
                    <a:pt x="4208396" y="1196206"/>
                  </a:lnTo>
                  <a:lnTo>
                    <a:pt x="4208554" y="1196206"/>
                  </a:lnTo>
                  <a:lnTo>
                    <a:pt x="4208712" y="1196206"/>
                  </a:lnTo>
                  <a:lnTo>
                    <a:pt x="4208869" y="1196206"/>
                  </a:lnTo>
                  <a:lnTo>
                    <a:pt x="4209027" y="1196206"/>
                  </a:lnTo>
                  <a:lnTo>
                    <a:pt x="4209185" y="1196206"/>
                  </a:lnTo>
                  <a:lnTo>
                    <a:pt x="4209343" y="1196206"/>
                  </a:lnTo>
                  <a:lnTo>
                    <a:pt x="4209500" y="1196206"/>
                  </a:lnTo>
                  <a:lnTo>
                    <a:pt x="4209658" y="1196206"/>
                  </a:lnTo>
                  <a:lnTo>
                    <a:pt x="4209816" y="1196206"/>
                  </a:lnTo>
                  <a:lnTo>
                    <a:pt x="4209974" y="1196206"/>
                  </a:lnTo>
                  <a:lnTo>
                    <a:pt x="4210131" y="1196206"/>
                  </a:lnTo>
                  <a:lnTo>
                    <a:pt x="4210289" y="1196206"/>
                  </a:lnTo>
                  <a:lnTo>
                    <a:pt x="4210447" y="1196206"/>
                  </a:lnTo>
                  <a:lnTo>
                    <a:pt x="4210604" y="1196206"/>
                  </a:lnTo>
                  <a:lnTo>
                    <a:pt x="4210762" y="1196206"/>
                  </a:lnTo>
                  <a:lnTo>
                    <a:pt x="4210920" y="1196206"/>
                  </a:lnTo>
                  <a:lnTo>
                    <a:pt x="4210920" y="1195776"/>
                  </a:lnTo>
                  <a:lnTo>
                    <a:pt x="4210920" y="1195345"/>
                  </a:lnTo>
                  <a:lnTo>
                    <a:pt x="4210920" y="1194915"/>
                  </a:lnTo>
                  <a:lnTo>
                    <a:pt x="4211078" y="1194915"/>
                  </a:lnTo>
                  <a:lnTo>
                    <a:pt x="4211235" y="1194915"/>
                  </a:lnTo>
                  <a:lnTo>
                    <a:pt x="4211393" y="1194915"/>
                  </a:lnTo>
                  <a:lnTo>
                    <a:pt x="4211551" y="1194915"/>
                  </a:lnTo>
                  <a:lnTo>
                    <a:pt x="4211708" y="1194915"/>
                  </a:lnTo>
                  <a:lnTo>
                    <a:pt x="4211866" y="1194915"/>
                  </a:lnTo>
                  <a:lnTo>
                    <a:pt x="4212024" y="1194915"/>
                  </a:lnTo>
                  <a:lnTo>
                    <a:pt x="4212182" y="1194915"/>
                  </a:lnTo>
                  <a:lnTo>
                    <a:pt x="4212339" y="1194915"/>
                  </a:lnTo>
                  <a:lnTo>
                    <a:pt x="4212497" y="1194915"/>
                  </a:lnTo>
                  <a:lnTo>
                    <a:pt x="4212655" y="1194915"/>
                  </a:lnTo>
                  <a:lnTo>
                    <a:pt x="4212812" y="1194915"/>
                  </a:lnTo>
                  <a:lnTo>
                    <a:pt x="4212812" y="1194484"/>
                  </a:lnTo>
                  <a:lnTo>
                    <a:pt x="4212970" y="1194484"/>
                  </a:lnTo>
                  <a:lnTo>
                    <a:pt x="4213128" y="1194484"/>
                  </a:lnTo>
                  <a:lnTo>
                    <a:pt x="4213286" y="1194484"/>
                  </a:lnTo>
                  <a:lnTo>
                    <a:pt x="4213443" y="1194484"/>
                  </a:lnTo>
                  <a:lnTo>
                    <a:pt x="4213601" y="1194484"/>
                  </a:lnTo>
                  <a:lnTo>
                    <a:pt x="4213759" y="1194484"/>
                  </a:lnTo>
                  <a:lnTo>
                    <a:pt x="4213916" y="1194484"/>
                  </a:lnTo>
                  <a:lnTo>
                    <a:pt x="4214074" y="1194484"/>
                  </a:lnTo>
                  <a:lnTo>
                    <a:pt x="4214074" y="1194053"/>
                  </a:lnTo>
                  <a:lnTo>
                    <a:pt x="4214232" y="1194053"/>
                  </a:lnTo>
                  <a:lnTo>
                    <a:pt x="4214390" y="1194053"/>
                  </a:lnTo>
                  <a:lnTo>
                    <a:pt x="4214547" y="1194053"/>
                  </a:lnTo>
                  <a:lnTo>
                    <a:pt x="4214705" y="1194053"/>
                  </a:lnTo>
                  <a:lnTo>
                    <a:pt x="4214705" y="1193623"/>
                  </a:lnTo>
                  <a:lnTo>
                    <a:pt x="4214705" y="1193192"/>
                  </a:lnTo>
                  <a:lnTo>
                    <a:pt x="4214863" y="1193192"/>
                  </a:lnTo>
                  <a:lnTo>
                    <a:pt x="4214863" y="1192762"/>
                  </a:lnTo>
                  <a:lnTo>
                    <a:pt x="4215020" y="1192762"/>
                  </a:lnTo>
                  <a:lnTo>
                    <a:pt x="4215178" y="1192762"/>
                  </a:lnTo>
                  <a:lnTo>
                    <a:pt x="4215336" y="1192762"/>
                  </a:lnTo>
                  <a:lnTo>
                    <a:pt x="4215494" y="1192762"/>
                  </a:lnTo>
                  <a:lnTo>
                    <a:pt x="4215651" y="1192762"/>
                  </a:lnTo>
                  <a:lnTo>
                    <a:pt x="4215809" y="1192762"/>
                  </a:lnTo>
                  <a:lnTo>
                    <a:pt x="4215809" y="1192331"/>
                  </a:lnTo>
                  <a:lnTo>
                    <a:pt x="4215967" y="1192331"/>
                  </a:lnTo>
                  <a:lnTo>
                    <a:pt x="4216125" y="1192331"/>
                  </a:lnTo>
                  <a:lnTo>
                    <a:pt x="4216282" y="1192331"/>
                  </a:lnTo>
                  <a:lnTo>
                    <a:pt x="4216440" y="1192331"/>
                  </a:lnTo>
                  <a:lnTo>
                    <a:pt x="4216598" y="1192331"/>
                  </a:lnTo>
                  <a:lnTo>
                    <a:pt x="4216755" y="1192331"/>
                  </a:lnTo>
                  <a:lnTo>
                    <a:pt x="4216755" y="1191900"/>
                  </a:lnTo>
                  <a:lnTo>
                    <a:pt x="4216913" y="1191900"/>
                  </a:lnTo>
                  <a:lnTo>
                    <a:pt x="4217071" y="1191900"/>
                  </a:lnTo>
                  <a:lnTo>
                    <a:pt x="4217229" y="1191900"/>
                  </a:lnTo>
                  <a:lnTo>
                    <a:pt x="4217386" y="1191900"/>
                  </a:lnTo>
                  <a:lnTo>
                    <a:pt x="4217544" y="1191900"/>
                  </a:lnTo>
                  <a:lnTo>
                    <a:pt x="4217702" y="1191900"/>
                  </a:lnTo>
                  <a:lnTo>
                    <a:pt x="4217859" y="1191900"/>
                  </a:lnTo>
                  <a:lnTo>
                    <a:pt x="4218017" y="1191900"/>
                  </a:lnTo>
                  <a:lnTo>
                    <a:pt x="4218175" y="1191900"/>
                  </a:lnTo>
                  <a:lnTo>
                    <a:pt x="4218333" y="1191900"/>
                  </a:lnTo>
                  <a:lnTo>
                    <a:pt x="4218490" y="1191900"/>
                  </a:lnTo>
                  <a:lnTo>
                    <a:pt x="4218648" y="1191900"/>
                  </a:lnTo>
                  <a:lnTo>
                    <a:pt x="4218648" y="1191470"/>
                  </a:lnTo>
                  <a:lnTo>
                    <a:pt x="4218806" y="1191470"/>
                  </a:lnTo>
                  <a:lnTo>
                    <a:pt x="4218806" y="1191039"/>
                  </a:lnTo>
                  <a:lnTo>
                    <a:pt x="4218963" y="1191039"/>
                  </a:lnTo>
                  <a:lnTo>
                    <a:pt x="4219121" y="1191039"/>
                  </a:lnTo>
                  <a:lnTo>
                    <a:pt x="4219121" y="1190609"/>
                  </a:lnTo>
                  <a:lnTo>
                    <a:pt x="4219279" y="1190609"/>
                  </a:lnTo>
                  <a:lnTo>
                    <a:pt x="4219437" y="1190609"/>
                  </a:lnTo>
                  <a:lnTo>
                    <a:pt x="4219594" y="1190609"/>
                  </a:lnTo>
                  <a:lnTo>
                    <a:pt x="4219594" y="1190178"/>
                  </a:lnTo>
                  <a:lnTo>
                    <a:pt x="4219752" y="1190178"/>
                  </a:lnTo>
                  <a:lnTo>
                    <a:pt x="4219752" y="1189747"/>
                  </a:lnTo>
                  <a:lnTo>
                    <a:pt x="4219910" y="1189747"/>
                  </a:lnTo>
                  <a:lnTo>
                    <a:pt x="4219910" y="1189317"/>
                  </a:lnTo>
                  <a:lnTo>
                    <a:pt x="4220067" y="1189317"/>
                  </a:lnTo>
                  <a:lnTo>
                    <a:pt x="4220225" y="1189317"/>
                  </a:lnTo>
                  <a:lnTo>
                    <a:pt x="4220383" y="1189317"/>
                  </a:lnTo>
                  <a:lnTo>
                    <a:pt x="4220541" y="1189317"/>
                  </a:lnTo>
                  <a:lnTo>
                    <a:pt x="4220541" y="1188886"/>
                  </a:lnTo>
                  <a:lnTo>
                    <a:pt x="4220698" y="1188886"/>
                  </a:lnTo>
                  <a:lnTo>
                    <a:pt x="4220698" y="1188456"/>
                  </a:lnTo>
                  <a:lnTo>
                    <a:pt x="4220856" y="1188456"/>
                  </a:lnTo>
                  <a:lnTo>
                    <a:pt x="4221014" y="1188456"/>
                  </a:lnTo>
                  <a:lnTo>
                    <a:pt x="4221171" y="1188456"/>
                  </a:lnTo>
                  <a:lnTo>
                    <a:pt x="4221329" y="1188456"/>
                  </a:lnTo>
                  <a:lnTo>
                    <a:pt x="4221329" y="1188025"/>
                  </a:lnTo>
                  <a:lnTo>
                    <a:pt x="4221329" y="1187594"/>
                  </a:lnTo>
                  <a:lnTo>
                    <a:pt x="4221487" y="1187594"/>
                  </a:lnTo>
                  <a:lnTo>
                    <a:pt x="4221645" y="1187594"/>
                  </a:lnTo>
                  <a:lnTo>
                    <a:pt x="4221802" y="1187594"/>
                  </a:lnTo>
                  <a:lnTo>
                    <a:pt x="4221960" y="1187594"/>
                  </a:lnTo>
                  <a:lnTo>
                    <a:pt x="4222118" y="1187594"/>
                  </a:lnTo>
                  <a:lnTo>
                    <a:pt x="4222276" y="1187594"/>
                  </a:lnTo>
                  <a:lnTo>
                    <a:pt x="4222433" y="1187594"/>
                  </a:lnTo>
                  <a:lnTo>
                    <a:pt x="4222591" y="1187594"/>
                  </a:lnTo>
                  <a:lnTo>
                    <a:pt x="4222749" y="1187594"/>
                  </a:lnTo>
                  <a:lnTo>
                    <a:pt x="4222906" y="1187594"/>
                  </a:lnTo>
                  <a:lnTo>
                    <a:pt x="4223064" y="1187594"/>
                  </a:lnTo>
                  <a:lnTo>
                    <a:pt x="4223222" y="1187594"/>
                  </a:lnTo>
                  <a:lnTo>
                    <a:pt x="4223380" y="1187594"/>
                  </a:lnTo>
                  <a:lnTo>
                    <a:pt x="4223537" y="1187594"/>
                  </a:lnTo>
                  <a:lnTo>
                    <a:pt x="4223537" y="1187164"/>
                  </a:lnTo>
                  <a:lnTo>
                    <a:pt x="4223695" y="1187164"/>
                  </a:lnTo>
                  <a:lnTo>
                    <a:pt x="4223853" y="1187164"/>
                  </a:lnTo>
                  <a:lnTo>
                    <a:pt x="4224010" y="1187164"/>
                  </a:lnTo>
                  <a:lnTo>
                    <a:pt x="4224168" y="1187164"/>
                  </a:lnTo>
                  <a:lnTo>
                    <a:pt x="4224326" y="1187164"/>
                  </a:lnTo>
                  <a:lnTo>
                    <a:pt x="4224484" y="1187164"/>
                  </a:lnTo>
                  <a:lnTo>
                    <a:pt x="4224641" y="1187164"/>
                  </a:lnTo>
                  <a:lnTo>
                    <a:pt x="4224799" y="1187164"/>
                  </a:lnTo>
                  <a:lnTo>
                    <a:pt x="4224799" y="1186733"/>
                  </a:lnTo>
                  <a:lnTo>
                    <a:pt x="4224957" y="1186733"/>
                  </a:lnTo>
                  <a:lnTo>
                    <a:pt x="4224957" y="1186303"/>
                  </a:lnTo>
                  <a:lnTo>
                    <a:pt x="4225114" y="1186303"/>
                  </a:lnTo>
                  <a:lnTo>
                    <a:pt x="4225272" y="1186303"/>
                  </a:lnTo>
                  <a:lnTo>
                    <a:pt x="4225430" y="1186303"/>
                  </a:lnTo>
                  <a:lnTo>
                    <a:pt x="4225588" y="1186303"/>
                  </a:lnTo>
                  <a:lnTo>
                    <a:pt x="4225588" y="1185872"/>
                  </a:lnTo>
                  <a:lnTo>
                    <a:pt x="4225745" y="1185872"/>
                  </a:lnTo>
                  <a:lnTo>
                    <a:pt x="4225903" y="1185872"/>
                  </a:lnTo>
                  <a:lnTo>
                    <a:pt x="4226061" y="1185872"/>
                  </a:lnTo>
                  <a:lnTo>
                    <a:pt x="4226218" y="1185872"/>
                  </a:lnTo>
                  <a:lnTo>
                    <a:pt x="4226376" y="1185872"/>
                  </a:lnTo>
                  <a:lnTo>
                    <a:pt x="4226534" y="1185872"/>
                  </a:lnTo>
                  <a:lnTo>
                    <a:pt x="4226692" y="1185872"/>
                  </a:lnTo>
                  <a:lnTo>
                    <a:pt x="4226849" y="1185872"/>
                  </a:lnTo>
                  <a:lnTo>
                    <a:pt x="4226849" y="1185441"/>
                  </a:lnTo>
                  <a:lnTo>
                    <a:pt x="4227007" y="1185441"/>
                  </a:lnTo>
                  <a:lnTo>
                    <a:pt x="4227165" y="1185441"/>
                  </a:lnTo>
                  <a:lnTo>
                    <a:pt x="4227165" y="1185011"/>
                  </a:lnTo>
                  <a:lnTo>
                    <a:pt x="4227165" y="1184580"/>
                  </a:lnTo>
                  <a:lnTo>
                    <a:pt x="4227323" y="1184580"/>
                  </a:lnTo>
                  <a:lnTo>
                    <a:pt x="4227480" y="1184580"/>
                  </a:lnTo>
                  <a:lnTo>
                    <a:pt x="4227638" y="1184580"/>
                  </a:lnTo>
                  <a:lnTo>
                    <a:pt x="4227796" y="1184580"/>
                  </a:lnTo>
                  <a:lnTo>
                    <a:pt x="4227953" y="1184580"/>
                  </a:lnTo>
                  <a:lnTo>
                    <a:pt x="4228111" y="1184580"/>
                  </a:lnTo>
                  <a:lnTo>
                    <a:pt x="4228111" y="1184150"/>
                  </a:lnTo>
                  <a:lnTo>
                    <a:pt x="4228269" y="1184150"/>
                  </a:lnTo>
                  <a:lnTo>
                    <a:pt x="4228269" y="1183719"/>
                  </a:lnTo>
                  <a:lnTo>
                    <a:pt x="4228269" y="1183288"/>
                  </a:lnTo>
                  <a:lnTo>
                    <a:pt x="4228427" y="1183288"/>
                  </a:lnTo>
                  <a:lnTo>
                    <a:pt x="4228427" y="1182858"/>
                  </a:lnTo>
                  <a:lnTo>
                    <a:pt x="4228584" y="1182858"/>
                  </a:lnTo>
                  <a:lnTo>
                    <a:pt x="4228742" y="1182858"/>
                  </a:lnTo>
                  <a:lnTo>
                    <a:pt x="4228900" y="1182858"/>
                  </a:lnTo>
                  <a:lnTo>
                    <a:pt x="4229057" y="1182858"/>
                  </a:lnTo>
                  <a:lnTo>
                    <a:pt x="4229057" y="1182427"/>
                  </a:lnTo>
                  <a:lnTo>
                    <a:pt x="4229215" y="1182427"/>
                  </a:lnTo>
                  <a:lnTo>
                    <a:pt x="4229215" y="1181997"/>
                  </a:lnTo>
                  <a:lnTo>
                    <a:pt x="4229373" y="1181997"/>
                  </a:lnTo>
                  <a:lnTo>
                    <a:pt x="4229531" y="1181997"/>
                  </a:lnTo>
                  <a:lnTo>
                    <a:pt x="4229688" y="1181997"/>
                  </a:lnTo>
                  <a:lnTo>
                    <a:pt x="4229846" y="1181997"/>
                  </a:lnTo>
                  <a:lnTo>
                    <a:pt x="4230004" y="1181997"/>
                  </a:lnTo>
                  <a:lnTo>
                    <a:pt x="4230004" y="1181566"/>
                  </a:lnTo>
                  <a:lnTo>
                    <a:pt x="4230161" y="1181566"/>
                  </a:lnTo>
                  <a:lnTo>
                    <a:pt x="4230319" y="1181566"/>
                  </a:lnTo>
                  <a:lnTo>
                    <a:pt x="4230477" y="1181566"/>
                  </a:lnTo>
                  <a:lnTo>
                    <a:pt x="4230635" y="1181566"/>
                  </a:lnTo>
                  <a:lnTo>
                    <a:pt x="4230792" y="1181566"/>
                  </a:lnTo>
                  <a:lnTo>
                    <a:pt x="4230950" y="1181566"/>
                  </a:lnTo>
                  <a:lnTo>
                    <a:pt x="4231108" y="1181566"/>
                  </a:lnTo>
                  <a:lnTo>
                    <a:pt x="4231265" y="1181566"/>
                  </a:lnTo>
                  <a:lnTo>
                    <a:pt x="4231423" y="1181566"/>
                  </a:lnTo>
                  <a:lnTo>
                    <a:pt x="4231423" y="1181135"/>
                  </a:lnTo>
                  <a:lnTo>
                    <a:pt x="4231581" y="1181135"/>
                  </a:lnTo>
                  <a:lnTo>
                    <a:pt x="4231739" y="1181135"/>
                  </a:lnTo>
                  <a:lnTo>
                    <a:pt x="4231739" y="1180705"/>
                  </a:lnTo>
                  <a:lnTo>
                    <a:pt x="4231896" y="1180705"/>
                  </a:lnTo>
                  <a:lnTo>
                    <a:pt x="4231896" y="1180274"/>
                  </a:lnTo>
                  <a:lnTo>
                    <a:pt x="4232054" y="1180274"/>
                  </a:lnTo>
                  <a:lnTo>
                    <a:pt x="4232212" y="1180274"/>
                  </a:lnTo>
                  <a:lnTo>
                    <a:pt x="4232369" y="1180274"/>
                  </a:lnTo>
                  <a:lnTo>
                    <a:pt x="4232527" y="1180274"/>
                  </a:lnTo>
                  <a:lnTo>
                    <a:pt x="4232685" y="1180274"/>
                  </a:lnTo>
                  <a:lnTo>
                    <a:pt x="4232843" y="1180274"/>
                  </a:lnTo>
                  <a:lnTo>
                    <a:pt x="4233000" y="1180274"/>
                  </a:lnTo>
                  <a:lnTo>
                    <a:pt x="4233158" y="1180274"/>
                  </a:lnTo>
                  <a:lnTo>
                    <a:pt x="4233316" y="1180274"/>
                  </a:lnTo>
                  <a:lnTo>
                    <a:pt x="4233474" y="1180274"/>
                  </a:lnTo>
                  <a:lnTo>
                    <a:pt x="4233631" y="1180274"/>
                  </a:lnTo>
                  <a:lnTo>
                    <a:pt x="4233789" y="1180274"/>
                  </a:lnTo>
                  <a:lnTo>
                    <a:pt x="4233947" y="1180274"/>
                  </a:lnTo>
                  <a:lnTo>
                    <a:pt x="4234104" y="1180274"/>
                  </a:lnTo>
                  <a:lnTo>
                    <a:pt x="4234262" y="1180274"/>
                  </a:lnTo>
                  <a:lnTo>
                    <a:pt x="4234420" y="1180274"/>
                  </a:lnTo>
                  <a:lnTo>
                    <a:pt x="4234420" y="1179844"/>
                  </a:lnTo>
                  <a:lnTo>
                    <a:pt x="4234578" y="1179844"/>
                  </a:lnTo>
                  <a:lnTo>
                    <a:pt x="4234735" y="1179844"/>
                  </a:lnTo>
                  <a:lnTo>
                    <a:pt x="4234893" y="1179844"/>
                  </a:lnTo>
                  <a:lnTo>
                    <a:pt x="4235051" y="1179844"/>
                  </a:lnTo>
                  <a:lnTo>
                    <a:pt x="4235208" y="1179844"/>
                  </a:lnTo>
                  <a:lnTo>
                    <a:pt x="4235366" y="1179844"/>
                  </a:lnTo>
                  <a:lnTo>
                    <a:pt x="4235524" y="1179844"/>
                  </a:lnTo>
                  <a:lnTo>
                    <a:pt x="4235682" y="1179844"/>
                  </a:lnTo>
                  <a:lnTo>
                    <a:pt x="4235839" y="1179844"/>
                  </a:lnTo>
                  <a:lnTo>
                    <a:pt x="4235997" y="1179844"/>
                  </a:lnTo>
                  <a:lnTo>
                    <a:pt x="4235997" y="1179413"/>
                  </a:lnTo>
                  <a:lnTo>
                    <a:pt x="4235997" y="1178982"/>
                  </a:lnTo>
                  <a:lnTo>
                    <a:pt x="4236155" y="1178982"/>
                  </a:lnTo>
                  <a:lnTo>
                    <a:pt x="4236312" y="1178982"/>
                  </a:lnTo>
                  <a:lnTo>
                    <a:pt x="4236312" y="1178552"/>
                  </a:lnTo>
                  <a:lnTo>
                    <a:pt x="4236312" y="1178121"/>
                  </a:lnTo>
                  <a:lnTo>
                    <a:pt x="4236470" y="1178121"/>
                  </a:lnTo>
                  <a:lnTo>
                    <a:pt x="4236628" y="1178121"/>
                  </a:lnTo>
                  <a:lnTo>
                    <a:pt x="4236786" y="1178121"/>
                  </a:lnTo>
                  <a:lnTo>
                    <a:pt x="4236943" y="1178121"/>
                  </a:lnTo>
                  <a:lnTo>
                    <a:pt x="4236943" y="1177691"/>
                  </a:lnTo>
                  <a:lnTo>
                    <a:pt x="4237101" y="1177691"/>
                  </a:lnTo>
                  <a:lnTo>
                    <a:pt x="4237259" y="1177691"/>
                  </a:lnTo>
                  <a:lnTo>
                    <a:pt x="4237416" y="1177691"/>
                  </a:lnTo>
                  <a:lnTo>
                    <a:pt x="4237574" y="1177691"/>
                  </a:lnTo>
                  <a:lnTo>
                    <a:pt x="4237732" y="1177691"/>
                  </a:lnTo>
                  <a:lnTo>
                    <a:pt x="4237890" y="1177691"/>
                  </a:lnTo>
                  <a:lnTo>
                    <a:pt x="4238047" y="1177691"/>
                  </a:lnTo>
                  <a:lnTo>
                    <a:pt x="4238205" y="1177691"/>
                  </a:lnTo>
                  <a:lnTo>
                    <a:pt x="4238363" y="1177691"/>
                  </a:lnTo>
                  <a:lnTo>
                    <a:pt x="4238521" y="1177691"/>
                  </a:lnTo>
                  <a:lnTo>
                    <a:pt x="4238678" y="1177691"/>
                  </a:lnTo>
                  <a:lnTo>
                    <a:pt x="4238836" y="1177691"/>
                  </a:lnTo>
                  <a:lnTo>
                    <a:pt x="4238836" y="1177260"/>
                  </a:lnTo>
                  <a:lnTo>
                    <a:pt x="4238994" y="1177260"/>
                  </a:lnTo>
                  <a:lnTo>
                    <a:pt x="4239151" y="1177260"/>
                  </a:lnTo>
                  <a:lnTo>
                    <a:pt x="4239309" y="1177260"/>
                  </a:lnTo>
                  <a:lnTo>
                    <a:pt x="4239309" y="1176829"/>
                  </a:lnTo>
                  <a:lnTo>
                    <a:pt x="4239309" y="1176399"/>
                  </a:lnTo>
                  <a:lnTo>
                    <a:pt x="4239467" y="1176399"/>
                  </a:lnTo>
                  <a:lnTo>
                    <a:pt x="4239625" y="1176399"/>
                  </a:lnTo>
                  <a:lnTo>
                    <a:pt x="4239782" y="1176399"/>
                  </a:lnTo>
                  <a:lnTo>
                    <a:pt x="4239782" y="1175968"/>
                  </a:lnTo>
                  <a:lnTo>
                    <a:pt x="4239940" y="1175968"/>
                  </a:lnTo>
                  <a:lnTo>
                    <a:pt x="4239940" y="1175538"/>
                  </a:lnTo>
                  <a:lnTo>
                    <a:pt x="4240098" y="1175538"/>
                  </a:lnTo>
                  <a:lnTo>
                    <a:pt x="4240255" y="1175538"/>
                  </a:lnTo>
                  <a:lnTo>
                    <a:pt x="4240413" y="1175538"/>
                  </a:lnTo>
                  <a:lnTo>
                    <a:pt x="4240571" y="1175538"/>
                  </a:lnTo>
                  <a:lnTo>
                    <a:pt x="4240729" y="1175538"/>
                  </a:lnTo>
                  <a:lnTo>
                    <a:pt x="4240886" y="1175538"/>
                  </a:lnTo>
                  <a:lnTo>
                    <a:pt x="4241044" y="1175538"/>
                  </a:lnTo>
                  <a:lnTo>
                    <a:pt x="4241202" y="1175538"/>
                  </a:lnTo>
                  <a:lnTo>
                    <a:pt x="4241359" y="1175538"/>
                  </a:lnTo>
                  <a:lnTo>
                    <a:pt x="4241517" y="1175538"/>
                  </a:lnTo>
                  <a:lnTo>
                    <a:pt x="4241675" y="1175538"/>
                  </a:lnTo>
                  <a:lnTo>
                    <a:pt x="4241833" y="1175538"/>
                  </a:lnTo>
                  <a:lnTo>
                    <a:pt x="4241990" y="1175538"/>
                  </a:lnTo>
                  <a:lnTo>
                    <a:pt x="4241990" y="1175107"/>
                  </a:lnTo>
                  <a:lnTo>
                    <a:pt x="4242148" y="1175107"/>
                  </a:lnTo>
                  <a:lnTo>
                    <a:pt x="4242306" y="1175107"/>
                  </a:lnTo>
                  <a:lnTo>
                    <a:pt x="4242463" y="1175107"/>
                  </a:lnTo>
                  <a:lnTo>
                    <a:pt x="4242621" y="1175107"/>
                  </a:lnTo>
                  <a:lnTo>
                    <a:pt x="4242779" y="1175107"/>
                  </a:lnTo>
                  <a:lnTo>
                    <a:pt x="4242779" y="1174676"/>
                  </a:lnTo>
                  <a:lnTo>
                    <a:pt x="4242937" y="1174676"/>
                  </a:lnTo>
                  <a:lnTo>
                    <a:pt x="4243094" y="1174676"/>
                  </a:lnTo>
                  <a:lnTo>
                    <a:pt x="4243094" y="1174246"/>
                  </a:lnTo>
                  <a:lnTo>
                    <a:pt x="4243252" y="1174246"/>
                  </a:lnTo>
                  <a:lnTo>
                    <a:pt x="4243410" y="1174246"/>
                  </a:lnTo>
                  <a:lnTo>
                    <a:pt x="4243567" y="1174246"/>
                  </a:lnTo>
                  <a:lnTo>
                    <a:pt x="4243725" y="1174246"/>
                  </a:lnTo>
                  <a:lnTo>
                    <a:pt x="4243883" y="1174246"/>
                  </a:lnTo>
                  <a:lnTo>
                    <a:pt x="4244041" y="1174246"/>
                  </a:lnTo>
                  <a:lnTo>
                    <a:pt x="4244041" y="1173815"/>
                  </a:lnTo>
                  <a:lnTo>
                    <a:pt x="4244198" y="1173815"/>
                  </a:lnTo>
                  <a:lnTo>
                    <a:pt x="4244356" y="1173815"/>
                  </a:lnTo>
                  <a:lnTo>
                    <a:pt x="4244514" y="1173815"/>
                  </a:lnTo>
                  <a:lnTo>
                    <a:pt x="4244672" y="1173815"/>
                  </a:lnTo>
                  <a:lnTo>
                    <a:pt x="4244829" y="1173815"/>
                  </a:lnTo>
                  <a:lnTo>
                    <a:pt x="4244987" y="1173815"/>
                  </a:lnTo>
                  <a:lnTo>
                    <a:pt x="4245145" y="1173815"/>
                  </a:lnTo>
                  <a:lnTo>
                    <a:pt x="4245302" y="1173815"/>
                  </a:lnTo>
                  <a:lnTo>
                    <a:pt x="4245460" y="1173815"/>
                  </a:lnTo>
                  <a:lnTo>
                    <a:pt x="4245618" y="1173815"/>
                  </a:lnTo>
                  <a:lnTo>
                    <a:pt x="4245618" y="1173385"/>
                  </a:lnTo>
                  <a:lnTo>
                    <a:pt x="4245776" y="1173385"/>
                  </a:lnTo>
                  <a:lnTo>
                    <a:pt x="4245933" y="1173385"/>
                  </a:lnTo>
                  <a:lnTo>
                    <a:pt x="4245933" y="1172954"/>
                  </a:lnTo>
                  <a:lnTo>
                    <a:pt x="4246091" y="1172954"/>
                  </a:lnTo>
                  <a:lnTo>
                    <a:pt x="4246249" y="1172954"/>
                  </a:lnTo>
                  <a:lnTo>
                    <a:pt x="4246249" y="1172523"/>
                  </a:lnTo>
                  <a:lnTo>
                    <a:pt x="4246406" y="1172523"/>
                  </a:lnTo>
                  <a:lnTo>
                    <a:pt x="4246564" y="1172523"/>
                  </a:lnTo>
                  <a:lnTo>
                    <a:pt x="4246722" y="1172523"/>
                  </a:lnTo>
                  <a:lnTo>
                    <a:pt x="4246880" y="1172523"/>
                  </a:lnTo>
                  <a:lnTo>
                    <a:pt x="4247037" y="1172523"/>
                  </a:lnTo>
                  <a:lnTo>
                    <a:pt x="4247195" y="1172523"/>
                  </a:lnTo>
                  <a:lnTo>
                    <a:pt x="4247353" y="1172523"/>
                  </a:lnTo>
                  <a:lnTo>
                    <a:pt x="4247510" y="1172523"/>
                  </a:lnTo>
                  <a:lnTo>
                    <a:pt x="4247510" y="1172093"/>
                  </a:lnTo>
                  <a:lnTo>
                    <a:pt x="4247668" y="1172093"/>
                  </a:lnTo>
                  <a:lnTo>
                    <a:pt x="4247826" y="1172093"/>
                  </a:lnTo>
                  <a:lnTo>
                    <a:pt x="4247984" y="1172093"/>
                  </a:lnTo>
                  <a:lnTo>
                    <a:pt x="4247984" y="1171662"/>
                  </a:lnTo>
                  <a:lnTo>
                    <a:pt x="4248141" y="1171662"/>
                  </a:lnTo>
                  <a:lnTo>
                    <a:pt x="4248141" y="1171232"/>
                  </a:lnTo>
                  <a:lnTo>
                    <a:pt x="4248299" y="1171232"/>
                  </a:lnTo>
                  <a:lnTo>
                    <a:pt x="4248299" y="1170801"/>
                  </a:lnTo>
                  <a:lnTo>
                    <a:pt x="4248457" y="1170801"/>
                  </a:lnTo>
                  <a:lnTo>
                    <a:pt x="4248457" y="1170370"/>
                  </a:lnTo>
                  <a:lnTo>
                    <a:pt x="4248614" y="1170370"/>
                  </a:lnTo>
                  <a:lnTo>
                    <a:pt x="4248772" y="1170370"/>
                  </a:lnTo>
                  <a:lnTo>
                    <a:pt x="4248930" y="1170370"/>
                  </a:lnTo>
                  <a:lnTo>
                    <a:pt x="4249088" y="1170370"/>
                  </a:lnTo>
                  <a:lnTo>
                    <a:pt x="4249245" y="1170370"/>
                  </a:lnTo>
                  <a:lnTo>
                    <a:pt x="4249245" y="1169940"/>
                  </a:lnTo>
                  <a:lnTo>
                    <a:pt x="4249403" y="1169940"/>
                  </a:lnTo>
                  <a:lnTo>
                    <a:pt x="4249561" y="1169940"/>
                  </a:lnTo>
                  <a:lnTo>
                    <a:pt x="4249719" y="1169940"/>
                  </a:lnTo>
                  <a:lnTo>
                    <a:pt x="4249876" y="1169940"/>
                  </a:lnTo>
                  <a:lnTo>
                    <a:pt x="4250034" y="1169940"/>
                  </a:lnTo>
                  <a:lnTo>
                    <a:pt x="4250192" y="1169940"/>
                  </a:lnTo>
                  <a:lnTo>
                    <a:pt x="4250349" y="1169940"/>
                  </a:lnTo>
                  <a:lnTo>
                    <a:pt x="4250349" y="1169509"/>
                  </a:lnTo>
                  <a:lnTo>
                    <a:pt x="4250507" y="1169509"/>
                  </a:lnTo>
                  <a:lnTo>
                    <a:pt x="4250665" y="1169509"/>
                  </a:lnTo>
                  <a:lnTo>
                    <a:pt x="4250823" y="1169509"/>
                  </a:lnTo>
                  <a:lnTo>
                    <a:pt x="4250980" y="1169509"/>
                  </a:lnTo>
                  <a:lnTo>
                    <a:pt x="4251138" y="1169509"/>
                  </a:lnTo>
                  <a:lnTo>
                    <a:pt x="4251296" y="1169509"/>
                  </a:lnTo>
                  <a:lnTo>
                    <a:pt x="4251453" y="1169509"/>
                  </a:lnTo>
                  <a:lnTo>
                    <a:pt x="4251611" y="1169509"/>
                  </a:lnTo>
                  <a:lnTo>
                    <a:pt x="4251769" y="1169509"/>
                  </a:lnTo>
                  <a:lnTo>
                    <a:pt x="4251927" y="1169509"/>
                  </a:lnTo>
                  <a:lnTo>
                    <a:pt x="4252084" y="1169509"/>
                  </a:lnTo>
                  <a:lnTo>
                    <a:pt x="4252242" y="1169509"/>
                  </a:lnTo>
                  <a:lnTo>
                    <a:pt x="4252400" y="1169509"/>
                  </a:lnTo>
                  <a:lnTo>
                    <a:pt x="4252557" y="1169509"/>
                  </a:lnTo>
                  <a:lnTo>
                    <a:pt x="4252715" y="1169509"/>
                  </a:lnTo>
                  <a:lnTo>
                    <a:pt x="4252715" y="1169079"/>
                  </a:lnTo>
                  <a:lnTo>
                    <a:pt x="4252873" y="1169079"/>
                  </a:lnTo>
                  <a:lnTo>
                    <a:pt x="4253031" y="1169079"/>
                  </a:lnTo>
                  <a:lnTo>
                    <a:pt x="4253188" y="1169079"/>
                  </a:lnTo>
                  <a:lnTo>
                    <a:pt x="4253346" y="1169079"/>
                  </a:lnTo>
                  <a:lnTo>
                    <a:pt x="4253504" y="1169079"/>
                  </a:lnTo>
                  <a:lnTo>
                    <a:pt x="4253661" y="1169079"/>
                  </a:lnTo>
                  <a:lnTo>
                    <a:pt x="4253819" y="1169079"/>
                  </a:lnTo>
                  <a:lnTo>
                    <a:pt x="4253819" y="1168648"/>
                  </a:lnTo>
                  <a:lnTo>
                    <a:pt x="4253977" y="1168648"/>
                  </a:lnTo>
                  <a:lnTo>
                    <a:pt x="4254135" y="1168648"/>
                  </a:lnTo>
                  <a:lnTo>
                    <a:pt x="4254292" y="1168648"/>
                  </a:lnTo>
                  <a:lnTo>
                    <a:pt x="4254450" y="1168648"/>
                  </a:lnTo>
                  <a:lnTo>
                    <a:pt x="4254608" y="1168648"/>
                  </a:lnTo>
                  <a:lnTo>
                    <a:pt x="4254608" y="1168217"/>
                  </a:lnTo>
                  <a:lnTo>
                    <a:pt x="4254765" y="1168217"/>
                  </a:lnTo>
                  <a:lnTo>
                    <a:pt x="4254765" y="1167787"/>
                  </a:lnTo>
                  <a:lnTo>
                    <a:pt x="4254923" y="1167787"/>
                  </a:lnTo>
                  <a:lnTo>
                    <a:pt x="4254923" y="1167356"/>
                  </a:lnTo>
                  <a:lnTo>
                    <a:pt x="4255081" y="1167356"/>
                  </a:lnTo>
                  <a:lnTo>
                    <a:pt x="4255239" y="1167356"/>
                  </a:lnTo>
                  <a:lnTo>
                    <a:pt x="4255396" y="1167356"/>
                  </a:lnTo>
                  <a:lnTo>
                    <a:pt x="4255554" y="1167356"/>
                  </a:lnTo>
                  <a:lnTo>
                    <a:pt x="4255712" y="1167356"/>
                  </a:lnTo>
                  <a:lnTo>
                    <a:pt x="4255870" y="1167356"/>
                  </a:lnTo>
                  <a:lnTo>
                    <a:pt x="4256027" y="1167356"/>
                  </a:lnTo>
                  <a:lnTo>
                    <a:pt x="4256027" y="1166926"/>
                  </a:lnTo>
                  <a:lnTo>
                    <a:pt x="4256185" y="1166926"/>
                  </a:lnTo>
                  <a:lnTo>
                    <a:pt x="4256343" y="1166926"/>
                  </a:lnTo>
                  <a:lnTo>
                    <a:pt x="4256343" y="1166495"/>
                  </a:lnTo>
                  <a:lnTo>
                    <a:pt x="4256500" y="1166495"/>
                  </a:lnTo>
                  <a:lnTo>
                    <a:pt x="4256658" y="1166495"/>
                  </a:lnTo>
                  <a:lnTo>
                    <a:pt x="4256816" y="1166495"/>
                  </a:lnTo>
                  <a:lnTo>
                    <a:pt x="4256816" y="1166064"/>
                  </a:lnTo>
                  <a:lnTo>
                    <a:pt x="4256974" y="1166064"/>
                  </a:lnTo>
                  <a:lnTo>
                    <a:pt x="4257131" y="1166064"/>
                  </a:lnTo>
                  <a:lnTo>
                    <a:pt x="4257289" y="1166064"/>
                  </a:lnTo>
                  <a:lnTo>
                    <a:pt x="4257447" y="1166064"/>
                  </a:lnTo>
                  <a:lnTo>
                    <a:pt x="4257604" y="1166064"/>
                  </a:lnTo>
                  <a:lnTo>
                    <a:pt x="4257604" y="1165634"/>
                  </a:lnTo>
                  <a:lnTo>
                    <a:pt x="4257762" y="1165634"/>
                  </a:lnTo>
                  <a:lnTo>
                    <a:pt x="4257920" y="1165634"/>
                  </a:lnTo>
                  <a:lnTo>
                    <a:pt x="4257920" y="1165203"/>
                  </a:lnTo>
                  <a:lnTo>
                    <a:pt x="4258078" y="1165203"/>
                  </a:lnTo>
                  <a:lnTo>
                    <a:pt x="4258235" y="1165203"/>
                  </a:lnTo>
                  <a:lnTo>
                    <a:pt x="4258393" y="1165203"/>
                  </a:lnTo>
                  <a:lnTo>
                    <a:pt x="4258551" y="1165203"/>
                  </a:lnTo>
                  <a:lnTo>
                    <a:pt x="4258708" y="1165203"/>
                  </a:lnTo>
                  <a:lnTo>
                    <a:pt x="4258866" y="1165203"/>
                  </a:lnTo>
                  <a:lnTo>
                    <a:pt x="4259024" y="1165203"/>
                  </a:lnTo>
                  <a:lnTo>
                    <a:pt x="4259024" y="1164773"/>
                  </a:lnTo>
                  <a:lnTo>
                    <a:pt x="4259024" y="1164342"/>
                  </a:lnTo>
                  <a:lnTo>
                    <a:pt x="4259182" y="1164342"/>
                  </a:lnTo>
                  <a:lnTo>
                    <a:pt x="4259339" y="1164342"/>
                  </a:lnTo>
                  <a:lnTo>
                    <a:pt x="4259339" y="1163911"/>
                  </a:lnTo>
                  <a:lnTo>
                    <a:pt x="4259497" y="1163911"/>
                  </a:lnTo>
                  <a:lnTo>
                    <a:pt x="4259655" y="1163911"/>
                  </a:lnTo>
                  <a:lnTo>
                    <a:pt x="4259812" y="1163911"/>
                  </a:lnTo>
                  <a:lnTo>
                    <a:pt x="4259970" y="1163911"/>
                  </a:lnTo>
                  <a:lnTo>
                    <a:pt x="4260128" y="1163911"/>
                  </a:lnTo>
                  <a:lnTo>
                    <a:pt x="4260286" y="1163911"/>
                  </a:lnTo>
                  <a:lnTo>
                    <a:pt x="4260443" y="1163911"/>
                  </a:lnTo>
                  <a:lnTo>
                    <a:pt x="4260601" y="1163911"/>
                  </a:lnTo>
                  <a:lnTo>
                    <a:pt x="4260759" y="1163911"/>
                  </a:lnTo>
                  <a:lnTo>
                    <a:pt x="4260917" y="1163911"/>
                  </a:lnTo>
                  <a:lnTo>
                    <a:pt x="4261074" y="1163911"/>
                  </a:lnTo>
                  <a:lnTo>
                    <a:pt x="4261232" y="1163911"/>
                  </a:lnTo>
                  <a:lnTo>
                    <a:pt x="4261232" y="1163481"/>
                  </a:lnTo>
                  <a:lnTo>
                    <a:pt x="4261390" y="1163481"/>
                  </a:lnTo>
                  <a:lnTo>
                    <a:pt x="4261547" y="1163481"/>
                  </a:lnTo>
                  <a:lnTo>
                    <a:pt x="4261705" y="1163481"/>
                  </a:lnTo>
                  <a:lnTo>
                    <a:pt x="4261863" y="1163481"/>
                  </a:lnTo>
                  <a:lnTo>
                    <a:pt x="4262021" y="1163481"/>
                  </a:lnTo>
                  <a:lnTo>
                    <a:pt x="4262178" y="1163481"/>
                  </a:lnTo>
                  <a:lnTo>
                    <a:pt x="4262178" y="1163050"/>
                  </a:lnTo>
                  <a:lnTo>
                    <a:pt x="4262336" y="1163050"/>
                  </a:lnTo>
                  <a:lnTo>
                    <a:pt x="4262494" y="1163050"/>
                  </a:lnTo>
                  <a:lnTo>
                    <a:pt x="4262651" y="1163050"/>
                  </a:lnTo>
                  <a:lnTo>
                    <a:pt x="4262809" y="1163050"/>
                  </a:lnTo>
                  <a:lnTo>
                    <a:pt x="4262967" y="1163050"/>
                  </a:lnTo>
                  <a:lnTo>
                    <a:pt x="4263125" y="1163050"/>
                  </a:lnTo>
                  <a:lnTo>
                    <a:pt x="4263282" y="1163050"/>
                  </a:lnTo>
                  <a:lnTo>
                    <a:pt x="4263440" y="1163050"/>
                  </a:lnTo>
                  <a:lnTo>
                    <a:pt x="4263598" y="1163050"/>
                  </a:lnTo>
                  <a:lnTo>
                    <a:pt x="4263755" y="1163050"/>
                  </a:lnTo>
                  <a:lnTo>
                    <a:pt x="4263913" y="1163050"/>
                  </a:lnTo>
                  <a:lnTo>
                    <a:pt x="4264071" y="1163050"/>
                  </a:lnTo>
                  <a:lnTo>
                    <a:pt x="4264071" y="1162620"/>
                  </a:lnTo>
                  <a:lnTo>
                    <a:pt x="4264229" y="1162620"/>
                  </a:lnTo>
                  <a:lnTo>
                    <a:pt x="4264386" y="1162620"/>
                  </a:lnTo>
                  <a:lnTo>
                    <a:pt x="4264544" y="1162620"/>
                  </a:lnTo>
                  <a:lnTo>
                    <a:pt x="4264702" y="1162620"/>
                  </a:lnTo>
                  <a:lnTo>
                    <a:pt x="4264859" y="1162620"/>
                  </a:lnTo>
                  <a:lnTo>
                    <a:pt x="4265017" y="1162620"/>
                  </a:lnTo>
                  <a:lnTo>
                    <a:pt x="4265175" y="1162620"/>
                  </a:lnTo>
                  <a:lnTo>
                    <a:pt x="4265175" y="1162189"/>
                  </a:lnTo>
                  <a:lnTo>
                    <a:pt x="4265333" y="1162189"/>
                  </a:lnTo>
                  <a:lnTo>
                    <a:pt x="4265490" y="1162189"/>
                  </a:lnTo>
                  <a:lnTo>
                    <a:pt x="4265648" y="1162189"/>
                  </a:lnTo>
                  <a:lnTo>
                    <a:pt x="4265806" y="1162189"/>
                  </a:lnTo>
                  <a:lnTo>
                    <a:pt x="4265963" y="1162189"/>
                  </a:lnTo>
                  <a:lnTo>
                    <a:pt x="4265963" y="1161758"/>
                  </a:lnTo>
                  <a:lnTo>
                    <a:pt x="4266121" y="1161758"/>
                  </a:lnTo>
                  <a:lnTo>
                    <a:pt x="4266279" y="1161758"/>
                  </a:lnTo>
                  <a:lnTo>
                    <a:pt x="4266437" y="1161758"/>
                  </a:lnTo>
                  <a:lnTo>
                    <a:pt x="4266437" y="1161328"/>
                  </a:lnTo>
                  <a:lnTo>
                    <a:pt x="4266437" y="1160897"/>
                  </a:lnTo>
                  <a:lnTo>
                    <a:pt x="4266594" y="1160897"/>
                  </a:lnTo>
                  <a:lnTo>
                    <a:pt x="4266752" y="1160897"/>
                  </a:lnTo>
                  <a:lnTo>
                    <a:pt x="4266910" y="1160897"/>
                  </a:lnTo>
                  <a:lnTo>
                    <a:pt x="4267068" y="1160897"/>
                  </a:lnTo>
                  <a:lnTo>
                    <a:pt x="4267225" y="1160897"/>
                  </a:lnTo>
                  <a:lnTo>
                    <a:pt x="4267225" y="1160467"/>
                  </a:lnTo>
                  <a:lnTo>
                    <a:pt x="4267383" y="1160467"/>
                  </a:lnTo>
                  <a:lnTo>
                    <a:pt x="4267541" y="1160467"/>
                  </a:lnTo>
                  <a:lnTo>
                    <a:pt x="4267698" y="1160467"/>
                  </a:lnTo>
                  <a:lnTo>
                    <a:pt x="4267856" y="1160467"/>
                  </a:lnTo>
                  <a:lnTo>
                    <a:pt x="4268014" y="1160467"/>
                  </a:lnTo>
                  <a:lnTo>
                    <a:pt x="4268014" y="1160036"/>
                  </a:lnTo>
                  <a:lnTo>
                    <a:pt x="4268172" y="1160036"/>
                  </a:lnTo>
                  <a:lnTo>
                    <a:pt x="4268329" y="1160036"/>
                  </a:lnTo>
                  <a:lnTo>
                    <a:pt x="4268487" y="1160036"/>
                  </a:lnTo>
                  <a:lnTo>
                    <a:pt x="4268645" y="1160036"/>
                  </a:lnTo>
                  <a:lnTo>
                    <a:pt x="4268645" y="1159605"/>
                  </a:lnTo>
                  <a:lnTo>
                    <a:pt x="4268802" y="1159605"/>
                  </a:lnTo>
                  <a:lnTo>
                    <a:pt x="4268802" y="1159175"/>
                  </a:lnTo>
                  <a:lnTo>
                    <a:pt x="4268960" y="1159175"/>
                  </a:lnTo>
                  <a:lnTo>
                    <a:pt x="4269118" y="1159175"/>
                  </a:lnTo>
                  <a:lnTo>
                    <a:pt x="4269276" y="1159175"/>
                  </a:lnTo>
                  <a:lnTo>
                    <a:pt x="4269276" y="1158744"/>
                  </a:lnTo>
                  <a:lnTo>
                    <a:pt x="4269433" y="1158744"/>
                  </a:lnTo>
                  <a:lnTo>
                    <a:pt x="4269433" y="1158314"/>
                  </a:lnTo>
                  <a:lnTo>
                    <a:pt x="4269591" y="1158314"/>
                  </a:lnTo>
                  <a:lnTo>
                    <a:pt x="4269749" y="1158314"/>
                  </a:lnTo>
                  <a:lnTo>
                    <a:pt x="4269906" y="1158314"/>
                  </a:lnTo>
                  <a:lnTo>
                    <a:pt x="4270064" y="1158314"/>
                  </a:lnTo>
                  <a:lnTo>
                    <a:pt x="4270222" y="1158314"/>
                  </a:lnTo>
                  <a:lnTo>
                    <a:pt x="4270380" y="1158314"/>
                  </a:lnTo>
                  <a:lnTo>
                    <a:pt x="4270537" y="1158314"/>
                  </a:lnTo>
                  <a:lnTo>
                    <a:pt x="4270695" y="1158314"/>
                  </a:lnTo>
                  <a:lnTo>
                    <a:pt x="4270853" y="1158314"/>
                  </a:lnTo>
                  <a:lnTo>
                    <a:pt x="4271010" y="1158314"/>
                  </a:lnTo>
                  <a:lnTo>
                    <a:pt x="4271168" y="1158314"/>
                  </a:lnTo>
                  <a:lnTo>
                    <a:pt x="4271168" y="1157883"/>
                  </a:lnTo>
                  <a:lnTo>
                    <a:pt x="4271326" y="1157883"/>
                  </a:lnTo>
                  <a:lnTo>
                    <a:pt x="4271326" y="1157452"/>
                  </a:lnTo>
                  <a:lnTo>
                    <a:pt x="4271484" y="1157452"/>
                  </a:lnTo>
                  <a:lnTo>
                    <a:pt x="4271641" y="1157452"/>
                  </a:lnTo>
                  <a:lnTo>
                    <a:pt x="4271799" y="1157452"/>
                  </a:lnTo>
                  <a:lnTo>
                    <a:pt x="4271957" y="1157452"/>
                  </a:lnTo>
                  <a:lnTo>
                    <a:pt x="4272115" y="1157452"/>
                  </a:lnTo>
                  <a:lnTo>
                    <a:pt x="4272115" y="1157022"/>
                  </a:lnTo>
                  <a:lnTo>
                    <a:pt x="4272272" y="1157022"/>
                  </a:lnTo>
                  <a:lnTo>
                    <a:pt x="4272430" y="1157022"/>
                  </a:lnTo>
                  <a:lnTo>
                    <a:pt x="4272588" y="1157022"/>
                  </a:lnTo>
                  <a:lnTo>
                    <a:pt x="4272745" y="1157022"/>
                  </a:lnTo>
                  <a:lnTo>
                    <a:pt x="4272745" y="1156591"/>
                  </a:lnTo>
                  <a:lnTo>
                    <a:pt x="4272903" y="1156591"/>
                  </a:lnTo>
                  <a:lnTo>
                    <a:pt x="4273061" y="1156591"/>
                  </a:lnTo>
                  <a:lnTo>
                    <a:pt x="4273219" y="1156591"/>
                  </a:lnTo>
                  <a:lnTo>
                    <a:pt x="4273219" y="1156161"/>
                  </a:lnTo>
                  <a:lnTo>
                    <a:pt x="4273376" y="1156161"/>
                  </a:lnTo>
                  <a:lnTo>
                    <a:pt x="4273534" y="1156161"/>
                  </a:lnTo>
                  <a:lnTo>
                    <a:pt x="4273692" y="1156161"/>
                  </a:lnTo>
                  <a:lnTo>
                    <a:pt x="4273849" y="1156161"/>
                  </a:lnTo>
                  <a:lnTo>
                    <a:pt x="4274007" y="1156161"/>
                  </a:lnTo>
                  <a:lnTo>
                    <a:pt x="4274165" y="1156161"/>
                  </a:lnTo>
                  <a:lnTo>
                    <a:pt x="4274165" y="1155730"/>
                  </a:lnTo>
                  <a:lnTo>
                    <a:pt x="4274165" y="1155299"/>
                  </a:lnTo>
                  <a:lnTo>
                    <a:pt x="4274323" y="1155299"/>
                  </a:lnTo>
                  <a:lnTo>
                    <a:pt x="4274480" y="1155299"/>
                  </a:lnTo>
                  <a:lnTo>
                    <a:pt x="4274638" y="1155299"/>
                  </a:lnTo>
                  <a:lnTo>
                    <a:pt x="4274796" y="1155299"/>
                  </a:lnTo>
                  <a:lnTo>
                    <a:pt x="4274953" y="1155299"/>
                  </a:lnTo>
                  <a:lnTo>
                    <a:pt x="4275111" y="1155299"/>
                  </a:lnTo>
                  <a:lnTo>
                    <a:pt x="4275111" y="1154869"/>
                  </a:lnTo>
                  <a:lnTo>
                    <a:pt x="4275269" y="1154869"/>
                  </a:lnTo>
                  <a:lnTo>
                    <a:pt x="4275427" y="1154869"/>
                  </a:lnTo>
                  <a:lnTo>
                    <a:pt x="4275584" y="1154869"/>
                  </a:lnTo>
                  <a:lnTo>
                    <a:pt x="4275742" y="1154869"/>
                  </a:lnTo>
                  <a:lnTo>
                    <a:pt x="4275900" y="1154869"/>
                  </a:lnTo>
                  <a:lnTo>
                    <a:pt x="4276057" y="1154869"/>
                  </a:lnTo>
                  <a:lnTo>
                    <a:pt x="4276057" y="1154438"/>
                  </a:lnTo>
                  <a:lnTo>
                    <a:pt x="4276215" y="1154438"/>
                  </a:lnTo>
                  <a:lnTo>
                    <a:pt x="4276215" y="1154008"/>
                  </a:lnTo>
                  <a:lnTo>
                    <a:pt x="4276215" y="1153577"/>
                  </a:lnTo>
                  <a:lnTo>
                    <a:pt x="4276373" y="1153577"/>
                  </a:lnTo>
                  <a:lnTo>
                    <a:pt x="4276531" y="1153577"/>
                  </a:lnTo>
                  <a:lnTo>
                    <a:pt x="4276688" y="1153577"/>
                  </a:lnTo>
                  <a:lnTo>
                    <a:pt x="4276846" y="1153577"/>
                  </a:lnTo>
                  <a:lnTo>
                    <a:pt x="4276846" y="1153146"/>
                  </a:lnTo>
                  <a:lnTo>
                    <a:pt x="4277004" y="1153146"/>
                  </a:lnTo>
                  <a:lnTo>
                    <a:pt x="4277161" y="1153146"/>
                  </a:lnTo>
                  <a:lnTo>
                    <a:pt x="4277319" y="1153146"/>
                  </a:lnTo>
                  <a:lnTo>
                    <a:pt x="4277477" y="1153146"/>
                  </a:lnTo>
                  <a:lnTo>
                    <a:pt x="4277635" y="1153146"/>
                  </a:lnTo>
                  <a:lnTo>
                    <a:pt x="4277792" y="1153146"/>
                  </a:lnTo>
                  <a:lnTo>
                    <a:pt x="4277792" y="1152716"/>
                  </a:lnTo>
                  <a:lnTo>
                    <a:pt x="4277950" y="1152716"/>
                  </a:lnTo>
                  <a:lnTo>
                    <a:pt x="4278108" y="1152716"/>
                  </a:lnTo>
                  <a:lnTo>
                    <a:pt x="4278266" y="1152716"/>
                  </a:lnTo>
                  <a:lnTo>
                    <a:pt x="4278423" y="1152716"/>
                  </a:lnTo>
                  <a:lnTo>
                    <a:pt x="4278581" y="1152716"/>
                  </a:lnTo>
                  <a:lnTo>
                    <a:pt x="4278739" y="1152716"/>
                  </a:lnTo>
                  <a:lnTo>
                    <a:pt x="4278896" y="1152716"/>
                  </a:lnTo>
                  <a:lnTo>
                    <a:pt x="4278896" y="1152285"/>
                  </a:lnTo>
                  <a:lnTo>
                    <a:pt x="4279054" y="1152285"/>
                  </a:lnTo>
                  <a:lnTo>
                    <a:pt x="4279212" y="1152285"/>
                  </a:lnTo>
                  <a:lnTo>
                    <a:pt x="4279370" y="1152285"/>
                  </a:lnTo>
                  <a:lnTo>
                    <a:pt x="4279527" y="1152285"/>
                  </a:lnTo>
                  <a:lnTo>
                    <a:pt x="4279527" y="1151855"/>
                  </a:lnTo>
                  <a:lnTo>
                    <a:pt x="4279685" y="1151855"/>
                  </a:lnTo>
                  <a:lnTo>
                    <a:pt x="4279843" y="1151855"/>
                  </a:lnTo>
                  <a:lnTo>
                    <a:pt x="4280000" y="1151855"/>
                  </a:lnTo>
                  <a:lnTo>
                    <a:pt x="4280000" y="1151424"/>
                  </a:lnTo>
                  <a:lnTo>
                    <a:pt x="4280158" y="1151424"/>
                  </a:lnTo>
                  <a:lnTo>
                    <a:pt x="4280316" y="1151424"/>
                  </a:lnTo>
                  <a:lnTo>
                    <a:pt x="4280474" y="1151424"/>
                  </a:lnTo>
                  <a:lnTo>
                    <a:pt x="4280631" y="1151424"/>
                  </a:lnTo>
                  <a:lnTo>
                    <a:pt x="4280789" y="1151424"/>
                  </a:lnTo>
                  <a:lnTo>
                    <a:pt x="4280947" y="1151424"/>
                  </a:lnTo>
                  <a:lnTo>
                    <a:pt x="4280947" y="1150993"/>
                  </a:lnTo>
                  <a:lnTo>
                    <a:pt x="4281104" y="1150993"/>
                  </a:lnTo>
                  <a:lnTo>
                    <a:pt x="4281262" y="1150993"/>
                  </a:lnTo>
                  <a:lnTo>
                    <a:pt x="4281420" y="1150993"/>
                  </a:lnTo>
                  <a:lnTo>
                    <a:pt x="4281578" y="1150993"/>
                  </a:lnTo>
                  <a:lnTo>
                    <a:pt x="4281735" y="1150993"/>
                  </a:lnTo>
                  <a:lnTo>
                    <a:pt x="4281893" y="1150993"/>
                  </a:lnTo>
                  <a:lnTo>
                    <a:pt x="4282051" y="1150993"/>
                  </a:lnTo>
                  <a:lnTo>
                    <a:pt x="4282208" y="1150993"/>
                  </a:lnTo>
                  <a:lnTo>
                    <a:pt x="4282366" y="1150993"/>
                  </a:lnTo>
                  <a:lnTo>
                    <a:pt x="4282366" y="1150563"/>
                  </a:lnTo>
                  <a:lnTo>
                    <a:pt x="4282524" y="1150563"/>
                  </a:lnTo>
                  <a:lnTo>
                    <a:pt x="4282682" y="1150563"/>
                  </a:lnTo>
                  <a:lnTo>
                    <a:pt x="4282839" y="1150563"/>
                  </a:lnTo>
                  <a:lnTo>
                    <a:pt x="4282839" y="1150132"/>
                  </a:lnTo>
                  <a:lnTo>
                    <a:pt x="4282997" y="1150132"/>
                  </a:lnTo>
                  <a:lnTo>
                    <a:pt x="4283155" y="1150132"/>
                  </a:lnTo>
                  <a:lnTo>
                    <a:pt x="4283313" y="1150132"/>
                  </a:lnTo>
                  <a:lnTo>
                    <a:pt x="4283470" y="1150132"/>
                  </a:lnTo>
                  <a:lnTo>
                    <a:pt x="4283628" y="1150132"/>
                  </a:lnTo>
                  <a:lnTo>
                    <a:pt x="4283628" y="1149702"/>
                  </a:lnTo>
                  <a:lnTo>
                    <a:pt x="4283786" y="1149702"/>
                  </a:lnTo>
                  <a:lnTo>
                    <a:pt x="4283943" y="1149702"/>
                  </a:lnTo>
                  <a:lnTo>
                    <a:pt x="4283943" y="1149271"/>
                  </a:lnTo>
                  <a:lnTo>
                    <a:pt x="4284101" y="1149271"/>
                  </a:lnTo>
                  <a:lnTo>
                    <a:pt x="4284259" y="1149271"/>
                  </a:lnTo>
                  <a:lnTo>
                    <a:pt x="4284417" y="1149271"/>
                  </a:lnTo>
                  <a:lnTo>
                    <a:pt x="4284574" y="1149271"/>
                  </a:lnTo>
                  <a:lnTo>
                    <a:pt x="4284732" y="1149271"/>
                  </a:lnTo>
                  <a:lnTo>
                    <a:pt x="4284890" y="1149271"/>
                  </a:lnTo>
                  <a:lnTo>
                    <a:pt x="4285047" y="1149271"/>
                  </a:lnTo>
                  <a:lnTo>
                    <a:pt x="4285205" y="1149271"/>
                  </a:lnTo>
                  <a:lnTo>
                    <a:pt x="4285363" y="1149271"/>
                  </a:lnTo>
                  <a:lnTo>
                    <a:pt x="4285521" y="1149271"/>
                  </a:lnTo>
                  <a:lnTo>
                    <a:pt x="4285521" y="1148840"/>
                  </a:lnTo>
                  <a:lnTo>
                    <a:pt x="4285521" y="1148410"/>
                  </a:lnTo>
                  <a:lnTo>
                    <a:pt x="4285678" y="1148410"/>
                  </a:lnTo>
                  <a:lnTo>
                    <a:pt x="4285836" y="1148410"/>
                  </a:lnTo>
                  <a:lnTo>
                    <a:pt x="4285994" y="1148410"/>
                  </a:lnTo>
                  <a:lnTo>
                    <a:pt x="4285994" y="1147979"/>
                  </a:lnTo>
                  <a:lnTo>
                    <a:pt x="4285994" y="1147549"/>
                  </a:lnTo>
                  <a:lnTo>
                    <a:pt x="4285994" y="1147118"/>
                  </a:lnTo>
                  <a:lnTo>
                    <a:pt x="4286151" y="1147118"/>
                  </a:lnTo>
                  <a:lnTo>
                    <a:pt x="4286151" y="1146687"/>
                  </a:lnTo>
                  <a:lnTo>
                    <a:pt x="4286151" y="1146257"/>
                  </a:lnTo>
                  <a:lnTo>
                    <a:pt x="4286151" y="1145826"/>
                  </a:lnTo>
                  <a:lnTo>
                    <a:pt x="4286309" y="1145826"/>
                  </a:lnTo>
                  <a:lnTo>
                    <a:pt x="4286467" y="1145826"/>
                  </a:lnTo>
                  <a:lnTo>
                    <a:pt x="4286625" y="1145826"/>
                  </a:lnTo>
                  <a:lnTo>
                    <a:pt x="4286782" y="1145826"/>
                  </a:lnTo>
                  <a:lnTo>
                    <a:pt x="4286940" y="1145826"/>
                  </a:lnTo>
                  <a:lnTo>
                    <a:pt x="4287098" y="1145826"/>
                  </a:lnTo>
                  <a:lnTo>
                    <a:pt x="4287255" y="1145826"/>
                  </a:lnTo>
                  <a:lnTo>
                    <a:pt x="4287413" y="1145826"/>
                  </a:lnTo>
                  <a:lnTo>
                    <a:pt x="4287571" y="1145826"/>
                  </a:lnTo>
                  <a:lnTo>
                    <a:pt x="4287729" y="1145826"/>
                  </a:lnTo>
                  <a:lnTo>
                    <a:pt x="4287729" y="1145396"/>
                  </a:lnTo>
                  <a:lnTo>
                    <a:pt x="4287886" y="1145396"/>
                  </a:lnTo>
                  <a:lnTo>
                    <a:pt x="4288044" y="1145396"/>
                  </a:lnTo>
                  <a:lnTo>
                    <a:pt x="4288044" y="1144965"/>
                  </a:lnTo>
                  <a:lnTo>
                    <a:pt x="4288044" y="1144534"/>
                  </a:lnTo>
                  <a:lnTo>
                    <a:pt x="4288202" y="1144534"/>
                  </a:lnTo>
                  <a:lnTo>
                    <a:pt x="4288359" y="1144534"/>
                  </a:lnTo>
                  <a:lnTo>
                    <a:pt x="4288359" y="1144104"/>
                  </a:lnTo>
                  <a:lnTo>
                    <a:pt x="4288517" y="1144104"/>
                  </a:lnTo>
                  <a:lnTo>
                    <a:pt x="4288675" y="1144104"/>
                  </a:lnTo>
                  <a:lnTo>
                    <a:pt x="4288675" y="1143673"/>
                  </a:lnTo>
                  <a:lnTo>
                    <a:pt x="4288833" y="1143673"/>
                  </a:lnTo>
                  <a:lnTo>
                    <a:pt x="4288990" y="1143673"/>
                  </a:lnTo>
                  <a:lnTo>
                    <a:pt x="4288990" y="1143243"/>
                  </a:lnTo>
                  <a:lnTo>
                    <a:pt x="4288990" y="1142812"/>
                  </a:lnTo>
                  <a:lnTo>
                    <a:pt x="4289148" y="1142812"/>
                  </a:lnTo>
                  <a:lnTo>
                    <a:pt x="4289306" y="1142812"/>
                  </a:lnTo>
                  <a:lnTo>
                    <a:pt x="4289464" y="1142812"/>
                  </a:lnTo>
                  <a:lnTo>
                    <a:pt x="4289621" y="1142812"/>
                  </a:lnTo>
                  <a:lnTo>
                    <a:pt x="4289779" y="1142812"/>
                  </a:lnTo>
                  <a:lnTo>
                    <a:pt x="4289937" y="1142812"/>
                  </a:lnTo>
                  <a:lnTo>
                    <a:pt x="4290094" y="1142812"/>
                  </a:lnTo>
                  <a:lnTo>
                    <a:pt x="4290252" y="1142812"/>
                  </a:lnTo>
                  <a:lnTo>
                    <a:pt x="4290410" y="1142812"/>
                  </a:lnTo>
                  <a:lnTo>
                    <a:pt x="4290568" y="1142812"/>
                  </a:lnTo>
                  <a:lnTo>
                    <a:pt x="4290568" y="1142381"/>
                  </a:lnTo>
                  <a:lnTo>
                    <a:pt x="4290725" y="1142381"/>
                  </a:lnTo>
                  <a:lnTo>
                    <a:pt x="4290883" y="1142381"/>
                  </a:lnTo>
                  <a:lnTo>
                    <a:pt x="4291041" y="1142381"/>
                  </a:lnTo>
                  <a:lnTo>
                    <a:pt x="4291041" y="1141951"/>
                  </a:lnTo>
                  <a:lnTo>
                    <a:pt x="4291198" y="1141951"/>
                  </a:lnTo>
                  <a:lnTo>
                    <a:pt x="4291356" y="1141951"/>
                  </a:lnTo>
                  <a:lnTo>
                    <a:pt x="4291514" y="1141951"/>
                  </a:lnTo>
                  <a:lnTo>
                    <a:pt x="4291514" y="1141520"/>
                  </a:lnTo>
                  <a:lnTo>
                    <a:pt x="4291514" y="1141090"/>
                  </a:lnTo>
                  <a:lnTo>
                    <a:pt x="4291672" y="1141090"/>
                  </a:lnTo>
                  <a:lnTo>
                    <a:pt x="4291829" y="1141090"/>
                  </a:lnTo>
                  <a:lnTo>
                    <a:pt x="4291987" y="1141090"/>
                  </a:lnTo>
                  <a:lnTo>
                    <a:pt x="4292145" y="1141090"/>
                  </a:lnTo>
                  <a:lnTo>
                    <a:pt x="4292302" y="1141090"/>
                  </a:lnTo>
                  <a:lnTo>
                    <a:pt x="4292460" y="1141090"/>
                  </a:lnTo>
                  <a:lnTo>
                    <a:pt x="4292618" y="1141090"/>
                  </a:lnTo>
                  <a:lnTo>
                    <a:pt x="4292776" y="1141090"/>
                  </a:lnTo>
                  <a:lnTo>
                    <a:pt x="4292933" y="1141090"/>
                  </a:lnTo>
                  <a:lnTo>
                    <a:pt x="4293091" y="1141090"/>
                  </a:lnTo>
                  <a:lnTo>
                    <a:pt x="4293249" y="1141090"/>
                  </a:lnTo>
                  <a:lnTo>
                    <a:pt x="4293406" y="1141090"/>
                  </a:lnTo>
                  <a:lnTo>
                    <a:pt x="4293564" y="1141090"/>
                  </a:lnTo>
                  <a:lnTo>
                    <a:pt x="4293564" y="1140659"/>
                  </a:lnTo>
                  <a:lnTo>
                    <a:pt x="4293722" y="1140659"/>
                  </a:lnTo>
                  <a:lnTo>
                    <a:pt x="4293880" y="1140659"/>
                  </a:lnTo>
                  <a:lnTo>
                    <a:pt x="4294037" y="1140659"/>
                  </a:lnTo>
                  <a:lnTo>
                    <a:pt x="4294037" y="1140228"/>
                  </a:lnTo>
                  <a:lnTo>
                    <a:pt x="4294195" y="1140228"/>
                  </a:lnTo>
                  <a:lnTo>
                    <a:pt x="4294353" y="1140228"/>
                  </a:lnTo>
                  <a:lnTo>
                    <a:pt x="4294353" y="1139798"/>
                  </a:lnTo>
                  <a:lnTo>
                    <a:pt x="4294510" y="1139798"/>
                  </a:lnTo>
                  <a:lnTo>
                    <a:pt x="4294668" y="1139798"/>
                  </a:lnTo>
                  <a:lnTo>
                    <a:pt x="4294826" y="1139798"/>
                  </a:lnTo>
                  <a:lnTo>
                    <a:pt x="4294984" y="1139798"/>
                  </a:lnTo>
                  <a:lnTo>
                    <a:pt x="4295141" y="1139798"/>
                  </a:lnTo>
                  <a:lnTo>
                    <a:pt x="4295299" y="1139798"/>
                  </a:lnTo>
                  <a:lnTo>
                    <a:pt x="4295457" y="1139798"/>
                  </a:lnTo>
                  <a:lnTo>
                    <a:pt x="4295615" y="1139798"/>
                  </a:lnTo>
                  <a:lnTo>
                    <a:pt x="4295615" y="1139367"/>
                  </a:lnTo>
                  <a:lnTo>
                    <a:pt x="4295772" y="1139367"/>
                  </a:lnTo>
                  <a:lnTo>
                    <a:pt x="4295772" y="1138937"/>
                  </a:lnTo>
                  <a:lnTo>
                    <a:pt x="4295930" y="1138937"/>
                  </a:lnTo>
                  <a:lnTo>
                    <a:pt x="4296088" y="1138937"/>
                  </a:lnTo>
                  <a:lnTo>
                    <a:pt x="4296245" y="1138937"/>
                  </a:lnTo>
                  <a:lnTo>
                    <a:pt x="4296403" y="1138937"/>
                  </a:lnTo>
                  <a:lnTo>
                    <a:pt x="4296561" y="1138937"/>
                  </a:lnTo>
                  <a:lnTo>
                    <a:pt x="4296719" y="1138937"/>
                  </a:lnTo>
                  <a:lnTo>
                    <a:pt x="4296876" y="1138937"/>
                  </a:lnTo>
                  <a:lnTo>
                    <a:pt x="4297034" y="1138937"/>
                  </a:lnTo>
                  <a:lnTo>
                    <a:pt x="4297034" y="1138506"/>
                  </a:lnTo>
                  <a:lnTo>
                    <a:pt x="4297192" y="1138506"/>
                  </a:lnTo>
                  <a:lnTo>
                    <a:pt x="4297349" y="1138506"/>
                  </a:lnTo>
                  <a:lnTo>
                    <a:pt x="4297507" y="1138506"/>
                  </a:lnTo>
                  <a:lnTo>
                    <a:pt x="4297507" y="1138075"/>
                  </a:lnTo>
                  <a:lnTo>
                    <a:pt x="4297665" y="1138075"/>
                  </a:lnTo>
                  <a:lnTo>
                    <a:pt x="4297823" y="1138075"/>
                  </a:lnTo>
                  <a:lnTo>
                    <a:pt x="4297980" y="1138075"/>
                  </a:lnTo>
                  <a:lnTo>
                    <a:pt x="4297980" y="1137645"/>
                  </a:lnTo>
                  <a:lnTo>
                    <a:pt x="4297980" y="1137214"/>
                  </a:lnTo>
                  <a:lnTo>
                    <a:pt x="4297980" y="1136784"/>
                  </a:lnTo>
                  <a:lnTo>
                    <a:pt x="4298138" y="1136784"/>
                  </a:lnTo>
                  <a:lnTo>
                    <a:pt x="4298296" y="1136784"/>
                  </a:lnTo>
                  <a:lnTo>
                    <a:pt x="4298453" y="1136784"/>
                  </a:lnTo>
                  <a:lnTo>
                    <a:pt x="4298611" y="1136784"/>
                  </a:lnTo>
                  <a:lnTo>
                    <a:pt x="4298769" y="1136784"/>
                  </a:lnTo>
                  <a:lnTo>
                    <a:pt x="4298927" y="1136784"/>
                  </a:lnTo>
                  <a:lnTo>
                    <a:pt x="4298927" y="1136353"/>
                  </a:lnTo>
                  <a:lnTo>
                    <a:pt x="4299084" y="1136353"/>
                  </a:lnTo>
                  <a:lnTo>
                    <a:pt x="4299242" y="1136353"/>
                  </a:lnTo>
                  <a:lnTo>
                    <a:pt x="4299400" y="1136353"/>
                  </a:lnTo>
                  <a:lnTo>
                    <a:pt x="4299400" y="1135922"/>
                  </a:lnTo>
                  <a:lnTo>
                    <a:pt x="4299557" y="1135922"/>
                  </a:lnTo>
                  <a:lnTo>
                    <a:pt x="4299715" y="1135922"/>
                  </a:lnTo>
                  <a:lnTo>
                    <a:pt x="4299873" y="1135922"/>
                  </a:lnTo>
                  <a:lnTo>
                    <a:pt x="4300031" y="1135922"/>
                  </a:lnTo>
                  <a:lnTo>
                    <a:pt x="4300188" y="1135922"/>
                  </a:lnTo>
                  <a:lnTo>
                    <a:pt x="4300346" y="1135922"/>
                  </a:lnTo>
                  <a:lnTo>
                    <a:pt x="4300504" y="1135922"/>
                  </a:lnTo>
                  <a:lnTo>
                    <a:pt x="4300504" y="1135492"/>
                  </a:lnTo>
                  <a:lnTo>
                    <a:pt x="4300504" y="1135061"/>
                  </a:lnTo>
                  <a:lnTo>
                    <a:pt x="4300662" y="1135061"/>
                  </a:lnTo>
                  <a:lnTo>
                    <a:pt x="4300819" y="1135061"/>
                  </a:lnTo>
                  <a:lnTo>
                    <a:pt x="4300977" y="1135061"/>
                  </a:lnTo>
                  <a:lnTo>
                    <a:pt x="4301135" y="1135061"/>
                  </a:lnTo>
                  <a:lnTo>
                    <a:pt x="4301135" y="1134631"/>
                  </a:lnTo>
                  <a:lnTo>
                    <a:pt x="4301135" y="1134200"/>
                  </a:lnTo>
                  <a:lnTo>
                    <a:pt x="4301292" y="1134200"/>
                  </a:lnTo>
                  <a:lnTo>
                    <a:pt x="4301450" y="1134200"/>
                  </a:lnTo>
                  <a:lnTo>
                    <a:pt x="4301450" y="1133769"/>
                  </a:lnTo>
                  <a:lnTo>
                    <a:pt x="4301608" y="1133769"/>
                  </a:lnTo>
                  <a:lnTo>
                    <a:pt x="4301766" y="1133769"/>
                  </a:lnTo>
                  <a:lnTo>
                    <a:pt x="4301766" y="1133339"/>
                  </a:lnTo>
                  <a:lnTo>
                    <a:pt x="4301923" y="1133339"/>
                  </a:lnTo>
                  <a:lnTo>
                    <a:pt x="4302081" y="1133339"/>
                  </a:lnTo>
                  <a:lnTo>
                    <a:pt x="4302239" y="1133339"/>
                  </a:lnTo>
                  <a:lnTo>
                    <a:pt x="4302396" y="1133339"/>
                  </a:lnTo>
                  <a:lnTo>
                    <a:pt x="4302396" y="1132908"/>
                  </a:lnTo>
                  <a:lnTo>
                    <a:pt x="4302554" y="1132908"/>
                  </a:lnTo>
                  <a:lnTo>
                    <a:pt x="4302712" y="1132908"/>
                  </a:lnTo>
                  <a:lnTo>
                    <a:pt x="4302712" y="1132478"/>
                  </a:lnTo>
                  <a:lnTo>
                    <a:pt x="4302870" y="1132478"/>
                  </a:lnTo>
                  <a:lnTo>
                    <a:pt x="4303027" y="1132478"/>
                  </a:lnTo>
                  <a:lnTo>
                    <a:pt x="4303185" y="1132478"/>
                  </a:lnTo>
                  <a:lnTo>
                    <a:pt x="4303343" y="1132478"/>
                  </a:lnTo>
                  <a:lnTo>
                    <a:pt x="4303500" y="1132478"/>
                  </a:lnTo>
                  <a:lnTo>
                    <a:pt x="4303658" y="1132478"/>
                  </a:lnTo>
                  <a:lnTo>
                    <a:pt x="4303816" y="1132478"/>
                  </a:lnTo>
                  <a:lnTo>
                    <a:pt x="4303974" y="1132478"/>
                  </a:lnTo>
                  <a:lnTo>
                    <a:pt x="4304131" y="1132478"/>
                  </a:lnTo>
                  <a:lnTo>
                    <a:pt x="4304289" y="1132478"/>
                  </a:lnTo>
                  <a:lnTo>
                    <a:pt x="4304447" y="1132478"/>
                  </a:lnTo>
                  <a:lnTo>
                    <a:pt x="4304604" y="1132478"/>
                  </a:lnTo>
                  <a:lnTo>
                    <a:pt x="4304762" y="1132478"/>
                  </a:lnTo>
                  <a:lnTo>
                    <a:pt x="4304920" y="1132478"/>
                  </a:lnTo>
                  <a:lnTo>
                    <a:pt x="4305078" y="1132478"/>
                  </a:lnTo>
                  <a:lnTo>
                    <a:pt x="4305235" y="1132478"/>
                  </a:lnTo>
                  <a:lnTo>
                    <a:pt x="4305393" y="1132478"/>
                  </a:lnTo>
                  <a:lnTo>
                    <a:pt x="4305551" y="1132478"/>
                  </a:lnTo>
                  <a:lnTo>
                    <a:pt x="4305708" y="1132478"/>
                  </a:lnTo>
                  <a:lnTo>
                    <a:pt x="4305866" y="1132478"/>
                  </a:lnTo>
                  <a:lnTo>
                    <a:pt x="4306024" y="1132478"/>
                  </a:lnTo>
                  <a:lnTo>
                    <a:pt x="4306182" y="1132478"/>
                  </a:lnTo>
                  <a:lnTo>
                    <a:pt x="4306339" y="1132478"/>
                  </a:lnTo>
                  <a:lnTo>
                    <a:pt x="4306497" y="1132478"/>
                  </a:lnTo>
                  <a:lnTo>
                    <a:pt x="4306497" y="1132047"/>
                  </a:lnTo>
                  <a:lnTo>
                    <a:pt x="4306655" y="1132047"/>
                  </a:lnTo>
                  <a:lnTo>
                    <a:pt x="4306813" y="1132047"/>
                  </a:lnTo>
                  <a:lnTo>
                    <a:pt x="4306970" y="1132047"/>
                  </a:lnTo>
                  <a:lnTo>
                    <a:pt x="4307128" y="1132047"/>
                  </a:lnTo>
                  <a:lnTo>
                    <a:pt x="4307286" y="1132047"/>
                  </a:lnTo>
                  <a:lnTo>
                    <a:pt x="4307286" y="1131616"/>
                  </a:lnTo>
                  <a:lnTo>
                    <a:pt x="4307443" y="1131616"/>
                  </a:lnTo>
                  <a:lnTo>
                    <a:pt x="4307601" y="1131616"/>
                  </a:lnTo>
                  <a:lnTo>
                    <a:pt x="4307601" y="1131186"/>
                  </a:lnTo>
                  <a:lnTo>
                    <a:pt x="4307759" y="1131186"/>
                  </a:lnTo>
                  <a:lnTo>
                    <a:pt x="4307917" y="1131186"/>
                  </a:lnTo>
                  <a:lnTo>
                    <a:pt x="4307917" y="1130755"/>
                  </a:lnTo>
                  <a:lnTo>
                    <a:pt x="4308074" y="1130755"/>
                  </a:lnTo>
                  <a:lnTo>
                    <a:pt x="4308232" y="1130755"/>
                  </a:lnTo>
                  <a:lnTo>
                    <a:pt x="4308390" y="1130755"/>
                  </a:lnTo>
                  <a:lnTo>
                    <a:pt x="4308390" y="1130325"/>
                  </a:lnTo>
                  <a:lnTo>
                    <a:pt x="4308547" y="1130325"/>
                  </a:lnTo>
                  <a:lnTo>
                    <a:pt x="4308705" y="1130325"/>
                  </a:lnTo>
                  <a:lnTo>
                    <a:pt x="4308705" y="1129894"/>
                  </a:lnTo>
                  <a:lnTo>
                    <a:pt x="4308863" y="1129894"/>
                  </a:lnTo>
                  <a:lnTo>
                    <a:pt x="4309021" y="1129894"/>
                  </a:lnTo>
                  <a:lnTo>
                    <a:pt x="4309178" y="1129894"/>
                  </a:lnTo>
                  <a:lnTo>
                    <a:pt x="4309336" y="1129894"/>
                  </a:lnTo>
                  <a:lnTo>
                    <a:pt x="4309494" y="1129894"/>
                  </a:lnTo>
                  <a:lnTo>
                    <a:pt x="4309651" y="1129894"/>
                  </a:lnTo>
                  <a:lnTo>
                    <a:pt x="4309651" y="1129463"/>
                  </a:lnTo>
                  <a:lnTo>
                    <a:pt x="4309651" y="1129033"/>
                  </a:lnTo>
                  <a:lnTo>
                    <a:pt x="4309809" y="1129033"/>
                  </a:lnTo>
                  <a:lnTo>
                    <a:pt x="4309967" y="1129033"/>
                  </a:lnTo>
                  <a:lnTo>
                    <a:pt x="4310125" y="1129033"/>
                  </a:lnTo>
                  <a:lnTo>
                    <a:pt x="4310282" y="1129033"/>
                  </a:lnTo>
                  <a:lnTo>
                    <a:pt x="4310440" y="1129033"/>
                  </a:lnTo>
                  <a:lnTo>
                    <a:pt x="4310598" y="1129033"/>
                  </a:lnTo>
                  <a:lnTo>
                    <a:pt x="4310755" y="1129033"/>
                  </a:lnTo>
                  <a:lnTo>
                    <a:pt x="4310913" y="1129033"/>
                  </a:lnTo>
                  <a:lnTo>
                    <a:pt x="4311071" y="1129033"/>
                  </a:lnTo>
                  <a:lnTo>
                    <a:pt x="4311229" y="1129033"/>
                  </a:lnTo>
                  <a:lnTo>
                    <a:pt x="4311229" y="1128602"/>
                  </a:lnTo>
                  <a:lnTo>
                    <a:pt x="4311229" y="1128172"/>
                  </a:lnTo>
                  <a:lnTo>
                    <a:pt x="4311386" y="1128172"/>
                  </a:lnTo>
                  <a:lnTo>
                    <a:pt x="4311544" y="1128172"/>
                  </a:lnTo>
                  <a:lnTo>
                    <a:pt x="4311702" y="1128172"/>
                  </a:lnTo>
                  <a:lnTo>
                    <a:pt x="4311702" y="1127741"/>
                  </a:lnTo>
                  <a:lnTo>
                    <a:pt x="4311860" y="1127741"/>
                  </a:lnTo>
                  <a:lnTo>
                    <a:pt x="4312017" y="1127741"/>
                  </a:lnTo>
                  <a:lnTo>
                    <a:pt x="4312175" y="1127741"/>
                  </a:lnTo>
                  <a:lnTo>
                    <a:pt x="4312175" y="1127310"/>
                  </a:lnTo>
                  <a:lnTo>
                    <a:pt x="4312333" y="1127310"/>
                  </a:lnTo>
                  <a:lnTo>
                    <a:pt x="4312490" y="1127310"/>
                  </a:lnTo>
                  <a:lnTo>
                    <a:pt x="4312648" y="1127310"/>
                  </a:lnTo>
                  <a:lnTo>
                    <a:pt x="4312806" y="1127310"/>
                  </a:lnTo>
                  <a:lnTo>
                    <a:pt x="4312964" y="1127310"/>
                  </a:lnTo>
                  <a:lnTo>
                    <a:pt x="4313121" y="1127310"/>
                  </a:lnTo>
                  <a:lnTo>
                    <a:pt x="4313121" y="1126880"/>
                  </a:lnTo>
                  <a:lnTo>
                    <a:pt x="4313121" y="1126449"/>
                  </a:lnTo>
                  <a:lnTo>
                    <a:pt x="4313279" y="1126449"/>
                  </a:lnTo>
                  <a:lnTo>
                    <a:pt x="4313279" y="1126019"/>
                  </a:lnTo>
                  <a:lnTo>
                    <a:pt x="4313437" y="1126019"/>
                  </a:lnTo>
                  <a:lnTo>
                    <a:pt x="4313437" y="1125588"/>
                  </a:lnTo>
                  <a:lnTo>
                    <a:pt x="4313594" y="1125588"/>
                  </a:lnTo>
                  <a:lnTo>
                    <a:pt x="4313752" y="1125588"/>
                  </a:lnTo>
                  <a:lnTo>
                    <a:pt x="4313910" y="1125588"/>
                  </a:lnTo>
                  <a:lnTo>
                    <a:pt x="4313910" y="1125157"/>
                  </a:lnTo>
                  <a:lnTo>
                    <a:pt x="4314068" y="1125157"/>
                  </a:lnTo>
                  <a:lnTo>
                    <a:pt x="4314225" y="1125157"/>
                  </a:lnTo>
                  <a:lnTo>
                    <a:pt x="4314383" y="1125157"/>
                  </a:lnTo>
                  <a:lnTo>
                    <a:pt x="4314383" y="1124727"/>
                  </a:lnTo>
                  <a:lnTo>
                    <a:pt x="4314541" y="1124727"/>
                  </a:lnTo>
                  <a:lnTo>
                    <a:pt x="4314698" y="1124727"/>
                  </a:lnTo>
                  <a:lnTo>
                    <a:pt x="4314856" y="1124727"/>
                  </a:lnTo>
                  <a:lnTo>
                    <a:pt x="4315014" y="1124727"/>
                  </a:lnTo>
                  <a:lnTo>
                    <a:pt x="4315172" y="1124727"/>
                  </a:lnTo>
                  <a:lnTo>
                    <a:pt x="4315329" y="1124727"/>
                  </a:lnTo>
                  <a:lnTo>
                    <a:pt x="4315487" y="1124727"/>
                  </a:lnTo>
                  <a:lnTo>
                    <a:pt x="4315645" y="1124727"/>
                  </a:lnTo>
                  <a:lnTo>
                    <a:pt x="4315645" y="1124296"/>
                  </a:lnTo>
                  <a:lnTo>
                    <a:pt x="4315802" y="1124296"/>
                  </a:lnTo>
                  <a:lnTo>
                    <a:pt x="4315960" y="1124296"/>
                  </a:lnTo>
                  <a:lnTo>
                    <a:pt x="4316118" y="1124296"/>
                  </a:lnTo>
                  <a:lnTo>
                    <a:pt x="4316276" y="1124296"/>
                  </a:lnTo>
                  <a:lnTo>
                    <a:pt x="4316276" y="1123866"/>
                  </a:lnTo>
                  <a:lnTo>
                    <a:pt x="4316433" y="1123866"/>
                  </a:lnTo>
                  <a:lnTo>
                    <a:pt x="4316591" y="1123866"/>
                  </a:lnTo>
                  <a:lnTo>
                    <a:pt x="4316591" y="1123435"/>
                  </a:lnTo>
                  <a:lnTo>
                    <a:pt x="4316749" y="1123435"/>
                  </a:lnTo>
                  <a:lnTo>
                    <a:pt x="4316906" y="1123435"/>
                  </a:lnTo>
                  <a:lnTo>
                    <a:pt x="4317064" y="1123435"/>
                  </a:lnTo>
                  <a:lnTo>
                    <a:pt x="4317222" y="1123435"/>
                  </a:lnTo>
                  <a:lnTo>
                    <a:pt x="4317380" y="1123435"/>
                  </a:lnTo>
                  <a:lnTo>
                    <a:pt x="4317537" y="1123435"/>
                  </a:lnTo>
                  <a:lnTo>
                    <a:pt x="4317695" y="1123435"/>
                  </a:lnTo>
                  <a:lnTo>
                    <a:pt x="4317853" y="1123435"/>
                  </a:lnTo>
                  <a:lnTo>
                    <a:pt x="4318011" y="1123435"/>
                  </a:lnTo>
                  <a:lnTo>
                    <a:pt x="4318168" y="1123435"/>
                  </a:lnTo>
                  <a:lnTo>
                    <a:pt x="4318326" y="1123435"/>
                  </a:lnTo>
                  <a:lnTo>
                    <a:pt x="4318484" y="1123435"/>
                  </a:lnTo>
                  <a:lnTo>
                    <a:pt x="4318641" y="1123435"/>
                  </a:lnTo>
                  <a:lnTo>
                    <a:pt x="4318799" y="1123435"/>
                  </a:lnTo>
                  <a:lnTo>
                    <a:pt x="4318957" y="1123435"/>
                  </a:lnTo>
                  <a:lnTo>
                    <a:pt x="4318957" y="1123004"/>
                  </a:lnTo>
                  <a:lnTo>
                    <a:pt x="4319115" y="1123004"/>
                  </a:lnTo>
                  <a:lnTo>
                    <a:pt x="4319115" y="1122574"/>
                  </a:lnTo>
                  <a:lnTo>
                    <a:pt x="4319272" y="1122574"/>
                  </a:lnTo>
                  <a:lnTo>
                    <a:pt x="4319272" y="1122143"/>
                  </a:lnTo>
                  <a:lnTo>
                    <a:pt x="4319430" y="1122143"/>
                  </a:lnTo>
                  <a:lnTo>
                    <a:pt x="4319588" y="1122143"/>
                  </a:lnTo>
                  <a:lnTo>
                    <a:pt x="4319745" y="1122143"/>
                  </a:lnTo>
                  <a:lnTo>
                    <a:pt x="4319745" y="1121713"/>
                  </a:lnTo>
                  <a:lnTo>
                    <a:pt x="4319903" y="1121713"/>
                  </a:lnTo>
                  <a:lnTo>
                    <a:pt x="4320061" y="1121713"/>
                  </a:lnTo>
                  <a:lnTo>
                    <a:pt x="4320061" y="1121282"/>
                  </a:lnTo>
                  <a:lnTo>
                    <a:pt x="4320219" y="1121282"/>
                  </a:lnTo>
                  <a:lnTo>
                    <a:pt x="4320376" y="1121282"/>
                  </a:lnTo>
                  <a:lnTo>
                    <a:pt x="4320534" y="1121282"/>
                  </a:lnTo>
                  <a:lnTo>
                    <a:pt x="4320692" y="1121282"/>
                  </a:lnTo>
                  <a:lnTo>
                    <a:pt x="4320692" y="1120851"/>
                  </a:lnTo>
                  <a:lnTo>
                    <a:pt x="4320849" y="1120851"/>
                  </a:lnTo>
                  <a:lnTo>
                    <a:pt x="4321007" y="1120851"/>
                  </a:lnTo>
                  <a:lnTo>
                    <a:pt x="4321165" y="1120851"/>
                  </a:lnTo>
                  <a:lnTo>
                    <a:pt x="4321323" y="1120851"/>
                  </a:lnTo>
                  <a:lnTo>
                    <a:pt x="4321480" y="1120851"/>
                  </a:lnTo>
                  <a:lnTo>
                    <a:pt x="4321638" y="1120851"/>
                  </a:lnTo>
                  <a:lnTo>
                    <a:pt x="4321796" y="1120851"/>
                  </a:lnTo>
                  <a:lnTo>
                    <a:pt x="4321953" y="1120851"/>
                  </a:lnTo>
                  <a:lnTo>
                    <a:pt x="4322111" y="1120851"/>
                  </a:lnTo>
                  <a:lnTo>
                    <a:pt x="4322269" y="1120851"/>
                  </a:lnTo>
                  <a:lnTo>
                    <a:pt x="4322269" y="1120421"/>
                  </a:lnTo>
                  <a:lnTo>
                    <a:pt x="4322269" y="1119990"/>
                  </a:lnTo>
                  <a:lnTo>
                    <a:pt x="4322427" y="1119990"/>
                  </a:lnTo>
                  <a:lnTo>
                    <a:pt x="4322584" y="1119990"/>
                  </a:lnTo>
                  <a:lnTo>
                    <a:pt x="4322742" y="1119990"/>
                  </a:lnTo>
                  <a:lnTo>
                    <a:pt x="4322900" y="1119990"/>
                  </a:lnTo>
                  <a:lnTo>
                    <a:pt x="4323058" y="1119990"/>
                  </a:lnTo>
                  <a:lnTo>
                    <a:pt x="4323058" y="1119560"/>
                  </a:lnTo>
                  <a:lnTo>
                    <a:pt x="4323215" y="1119560"/>
                  </a:lnTo>
                  <a:lnTo>
                    <a:pt x="4323373" y="1119560"/>
                  </a:lnTo>
                  <a:lnTo>
                    <a:pt x="4323531" y="1119560"/>
                  </a:lnTo>
                  <a:lnTo>
                    <a:pt x="4323688" y="1119560"/>
                  </a:lnTo>
                  <a:lnTo>
                    <a:pt x="4323846" y="1119560"/>
                  </a:lnTo>
                  <a:lnTo>
                    <a:pt x="4324004" y="1119560"/>
                  </a:lnTo>
                  <a:lnTo>
                    <a:pt x="4324162" y="1119560"/>
                  </a:lnTo>
                  <a:lnTo>
                    <a:pt x="4324319" y="1119560"/>
                  </a:lnTo>
                  <a:lnTo>
                    <a:pt x="4324477" y="1119560"/>
                  </a:lnTo>
                  <a:lnTo>
                    <a:pt x="4324635" y="1119560"/>
                  </a:lnTo>
                  <a:lnTo>
                    <a:pt x="4324792" y="1119560"/>
                  </a:lnTo>
                  <a:lnTo>
                    <a:pt x="4324792" y="1119129"/>
                  </a:lnTo>
                  <a:lnTo>
                    <a:pt x="4324950" y="1119129"/>
                  </a:lnTo>
                  <a:lnTo>
                    <a:pt x="4325108" y="1119129"/>
                  </a:lnTo>
                  <a:lnTo>
                    <a:pt x="4325266" y="1119129"/>
                  </a:lnTo>
                  <a:lnTo>
                    <a:pt x="4325423" y="1119129"/>
                  </a:lnTo>
                  <a:lnTo>
                    <a:pt x="4325581" y="1119129"/>
                  </a:lnTo>
                  <a:lnTo>
                    <a:pt x="4325739" y="1119129"/>
                  </a:lnTo>
                  <a:lnTo>
                    <a:pt x="4325739" y="1118698"/>
                  </a:lnTo>
                  <a:lnTo>
                    <a:pt x="4325896" y="1118698"/>
                  </a:lnTo>
                  <a:lnTo>
                    <a:pt x="4325896" y="1118268"/>
                  </a:lnTo>
                  <a:lnTo>
                    <a:pt x="4326054" y="1118268"/>
                  </a:lnTo>
                  <a:lnTo>
                    <a:pt x="4326212" y="1118268"/>
                  </a:lnTo>
                  <a:lnTo>
                    <a:pt x="4326370" y="1118268"/>
                  </a:lnTo>
                  <a:lnTo>
                    <a:pt x="4326527" y="1118268"/>
                  </a:lnTo>
                  <a:lnTo>
                    <a:pt x="4326685" y="1118268"/>
                  </a:lnTo>
                  <a:lnTo>
                    <a:pt x="4326843" y="1118268"/>
                  </a:lnTo>
                  <a:lnTo>
                    <a:pt x="4327000" y="1118268"/>
                  </a:lnTo>
                  <a:lnTo>
                    <a:pt x="4327158" y="1118268"/>
                  </a:lnTo>
                  <a:lnTo>
                    <a:pt x="4327316" y="1118268"/>
                  </a:lnTo>
                  <a:lnTo>
                    <a:pt x="4327474" y="1118268"/>
                  </a:lnTo>
                  <a:lnTo>
                    <a:pt x="4327631" y="1118268"/>
                  </a:lnTo>
                  <a:lnTo>
                    <a:pt x="4327789" y="1118268"/>
                  </a:lnTo>
                  <a:lnTo>
                    <a:pt x="4327947" y="1118268"/>
                  </a:lnTo>
                  <a:lnTo>
                    <a:pt x="4328104" y="1118268"/>
                  </a:lnTo>
                  <a:lnTo>
                    <a:pt x="4328262" y="1118268"/>
                  </a:lnTo>
                  <a:lnTo>
                    <a:pt x="4328420" y="1118268"/>
                  </a:lnTo>
                  <a:lnTo>
                    <a:pt x="4328578" y="1118268"/>
                  </a:lnTo>
                  <a:lnTo>
                    <a:pt x="4328735" y="1118268"/>
                  </a:lnTo>
                  <a:lnTo>
                    <a:pt x="4328735" y="1117837"/>
                  </a:lnTo>
                  <a:lnTo>
                    <a:pt x="4328735" y="1117407"/>
                  </a:lnTo>
                  <a:lnTo>
                    <a:pt x="4328893" y="1117407"/>
                  </a:lnTo>
                  <a:lnTo>
                    <a:pt x="4328893" y="1116976"/>
                  </a:lnTo>
                  <a:lnTo>
                    <a:pt x="4329051" y="1116976"/>
                  </a:lnTo>
                  <a:lnTo>
                    <a:pt x="4329209" y="1116976"/>
                  </a:lnTo>
                  <a:lnTo>
                    <a:pt x="4329366" y="1116976"/>
                  </a:lnTo>
                  <a:lnTo>
                    <a:pt x="4329524" y="1116976"/>
                  </a:lnTo>
                  <a:lnTo>
                    <a:pt x="4329682" y="1116976"/>
                  </a:lnTo>
                  <a:lnTo>
                    <a:pt x="4329839" y="1116976"/>
                  </a:lnTo>
                  <a:lnTo>
                    <a:pt x="4329997" y="1116976"/>
                  </a:lnTo>
                  <a:lnTo>
                    <a:pt x="4330155" y="1116976"/>
                  </a:lnTo>
                  <a:lnTo>
                    <a:pt x="4330313" y="1116976"/>
                  </a:lnTo>
                  <a:lnTo>
                    <a:pt x="4330313" y="1116545"/>
                  </a:lnTo>
                  <a:lnTo>
                    <a:pt x="4330313" y="1116115"/>
                  </a:lnTo>
                  <a:lnTo>
                    <a:pt x="4330470" y="1116115"/>
                  </a:lnTo>
                  <a:lnTo>
                    <a:pt x="4330628" y="1116115"/>
                  </a:lnTo>
                  <a:lnTo>
                    <a:pt x="4330786" y="1116115"/>
                  </a:lnTo>
                  <a:lnTo>
                    <a:pt x="4330943" y="1116115"/>
                  </a:lnTo>
                  <a:lnTo>
                    <a:pt x="4331101" y="1116115"/>
                  </a:lnTo>
                  <a:lnTo>
                    <a:pt x="4331259" y="1116115"/>
                  </a:lnTo>
                  <a:lnTo>
                    <a:pt x="4331417" y="1116115"/>
                  </a:lnTo>
                  <a:lnTo>
                    <a:pt x="4331574" y="1116115"/>
                  </a:lnTo>
                  <a:lnTo>
                    <a:pt x="4331574" y="1115684"/>
                  </a:lnTo>
                  <a:lnTo>
                    <a:pt x="4331732" y="1115684"/>
                  </a:lnTo>
                  <a:lnTo>
                    <a:pt x="4331732" y="1115254"/>
                  </a:lnTo>
                  <a:lnTo>
                    <a:pt x="4331890" y="1115254"/>
                  </a:lnTo>
                  <a:lnTo>
                    <a:pt x="4332047" y="1115254"/>
                  </a:lnTo>
                  <a:lnTo>
                    <a:pt x="4332205" y="1115254"/>
                  </a:lnTo>
                  <a:lnTo>
                    <a:pt x="4332363" y="1115254"/>
                  </a:lnTo>
                  <a:lnTo>
                    <a:pt x="4332363" y="1114823"/>
                  </a:lnTo>
                  <a:lnTo>
                    <a:pt x="4332363" y="1114392"/>
                  </a:lnTo>
                  <a:lnTo>
                    <a:pt x="4332521" y="1114392"/>
                  </a:lnTo>
                  <a:lnTo>
                    <a:pt x="4332678" y="1114392"/>
                  </a:lnTo>
                  <a:lnTo>
                    <a:pt x="4332836" y="1114392"/>
                  </a:lnTo>
                  <a:lnTo>
                    <a:pt x="4332994" y="1114392"/>
                  </a:lnTo>
                  <a:lnTo>
                    <a:pt x="4333151" y="1114392"/>
                  </a:lnTo>
                  <a:lnTo>
                    <a:pt x="4333309" y="1114392"/>
                  </a:lnTo>
                  <a:lnTo>
                    <a:pt x="4333467" y="1114392"/>
                  </a:lnTo>
                  <a:lnTo>
                    <a:pt x="4333625" y="1114392"/>
                  </a:lnTo>
                  <a:lnTo>
                    <a:pt x="4333782" y="1114392"/>
                  </a:lnTo>
                  <a:lnTo>
                    <a:pt x="4333782" y="1113962"/>
                  </a:lnTo>
                  <a:lnTo>
                    <a:pt x="4333940" y="1113962"/>
                  </a:lnTo>
                  <a:lnTo>
                    <a:pt x="4334098" y="1113962"/>
                  </a:lnTo>
                  <a:lnTo>
                    <a:pt x="4334256" y="1113962"/>
                  </a:lnTo>
                  <a:lnTo>
                    <a:pt x="4334413" y="1113962"/>
                  </a:lnTo>
                  <a:lnTo>
                    <a:pt x="4334413" y="1113531"/>
                  </a:lnTo>
                  <a:lnTo>
                    <a:pt x="4334571" y="1113531"/>
                  </a:lnTo>
                  <a:lnTo>
                    <a:pt x="4334729" y="1113531"/>
                  </a:lnTo>
                  <a:lnTo>
                    <a:pt x="4334886" y="1113531"/>
                  </a:lnTo>
                  <a:lnTo>
                    <a:pt x="4334886" y="1113101"/>
                  </a:lnTo>
                  <a:lnTo>
                    <a:pt x="4335044" y="1113101"/>
                  </a:lnTo>
                  <a:lnTo>
                    <a:pt x="4335202" y="1113101"/>
                  </a:lnTo>
                  <a:lnTo>
                    <a:pt x="4335360" y="1113101"/>
                  </a:lnTo>
                  <a:lnTo>
                    <a:pt x="4335517" y="1113101"/>
                  </a:lnTo>
                  <a:lnTo>
                    <a:pt x="4335675" y="1113101"/>
                  </a:lnTo>
                  <a:lnTo>
                    <a:pt x="4335833" y="1113101"/>
                  </a:lnTo>
                  <a:lnTo>
                    <a:pt x="4335990" y="1113101"/>
                  </a:lnTo>
                  <a:lnTo>
                    <a:pt x="4335990" y="1112670"/>
                  </a:lnTo>
                  <a:lnTo>
                    <a:pt x="4336148" y="1112670"/>
                  </a:lnTo>
                  <a:lnTo>
                    <a:pt x="4336306" y="1112670"/>
                  </a:lnTo>
                  <a:lnTo>
                    <a:pt x="4336306" y="1112239"/>
                  </a:lnTo>
                  <a:lnTo>
                    <a:pt x="4336464" y="1112239"/>
                  </a:lnTo>
                  <a:lnTo>
                    <a:pt x="4336621" y="1112239"/>
                  </a:lnTo>
                  <a:lnTo>
                    <a:pt x="4336779" y="1112239"/>
                  </a:lnTo>
                  <a:lnTo>
                    <a:pt x="4336937" y="1112239"/>
                  </a:lnTo>
                  <a:lnTo>
                    <a:pt x="4337094" y="1112239"/>
                  </a:lnTo>
                  <a:lnTo>
                    <a:pt x="4337252" y="1112239"/>
                  </a:lnTo>
                  <a:lnTo>
                    <a:pt x="4337410" y="1112239"/>
                  </a:lnTo>
                  <a:lnTo>
                    <a:pt x="4337568" y="1112239"/>
                  </a:lnTo>
                  <a:lnTo>
                    <a:pt x="4337725" y="1112239"/>
                  </a:lnTo>
                  <a:lnTo>
                    <a:pt x="4337883" y="1112239"/>
                  </a:lnTo>
                  <a:lnTo>
                    <a:pt x="4338041" y="1112239"/>
                  </a:lnTo>
                  <a:lnTo>
                    <a:pt x="4338198" y="1112239"/>
                  </a:lnTo>
                  <a:lnTo>
                    <a:pt x="4338198" y="1111809"/>
                  </a:lnTo>
                  <a:lnTo>
                    <a:pt x="4338356" y="1111809"/>
                  </a:lnTo>
                  <a:lnTo>
                    <a:pt x="4338356" y="1111378"/>
                  </a:lnTo>
                  <a:lnTo>
                    <a:pt x="4338514" y="1111378"/>
                  </a:lnTo>
                  <a:lnTo>
                    <a:pt x="4338672" y="1111378"/>
                  </a:lnTo>
                  <a:lnTo>
                    <a:pt x="4338829" y="1111378"/>
                  </a:lnTo>
                  <a:lnTo>
                    <a:pt x="4338987" y="1111378"/>
                  </a:lnTo>
                  <a:lnTo>
                    <a:pt x="4339145" y="1111378"/>
                  </a:lnTo>
                  <a:lnTo>
                    <a:pt x="4339302" y="1111378"/>
                  </a:lnTo>
                  <a:lnTo>
                    <a:pt x="4339302" y="1110948"/>
                  </a:lnTo>
                  <a:lnTo>
                    <a:pt x="4339460" y="1110948"/>
                  </a:lnTo>
                  <a:lnTo>
                    <a:pt x="4339618" y="1110948"/>
                  </a:lnTo>
                  <a:lnTo>
                    <a:pt x="4339776" y="1110948"/>
                  </a:lnTo>
                  <a:lnTo>
                    <a:pt x="4339776" y="1110517"/>
                  </a:lnTo>
                  <a:lnTo>
                    <a:pt x="4339933" y="1110517"/>
                  </a:lnTo>
                  <a:lnTo>
                    <a:pt x="4340091" y="1110517"/>
                  </a:lnTo>
                  <a:lnTo>
                    <a:pt x="4340249" y="1110517"/>
                  </a:lnTo>
                  <a:lnTo>
                    <a:pt x="4340407" y="1110517"/>
                  </a:lnTo>
                  <a:lnTo>
                    <a:pt x="4340564" y="1110517"/>
                  </a:lnTo>
                  <a:lnTo>
                    <a:pt x="4340722" y="1110517"/>
                  </a:lnTo>
                  <a:lnTo>
                    <a:pt x="4340880" y="1110517"/>
                  </a:lnTo>
                  <a:lnTo>
                    <a:pt x="4341037" y="1110517"/>
                  </a:lnTo>
                  <a:lnTo>
                    <a:pt x="4341195" y="1110517"/>
                  </a:lnTo>
                  <a:lnTo>
                    <a:pt x="4341353" y="1110517"/>
                  </a:lnTo>
                  <a:lnTo>
                    <a:pt x="4341511" y="1110517"/>
                  </a:lnTo>
                  <a:lnTo>
                    <a:pt x="4341668" y="1110517"/>
                  </a:lnTo>
                  <a:lnTo>
                    <a:pt x="4341826" y="1110517"/>
                  </a:lnTo>
                  <a:lnTo>
                    <a:pt x="4341984" y="1110517"/>
                  </a:lnTo>
                  <a:lnTo>
                    <a:pt x="4342141" y="1110517"/>
                  </a:lnTo>
                  <a:lnTo>
                    <a:pt x="4342299" y="1110517"/>
                  </a:lnTo>
                  <a:lnTo>
                    <a:pt x="4342299" y="1110086"/>
                  </a:lnTo>
                  <a:lnTo>
                    <a:pt x="4342457" y="1110086"/>
                  </a:lnTo>
                  <a:lnTo>
                    <a:pt x="4342615" y="1110086"/>
                  </a:lnTo>
                  <a:lnTo>
                    <a:pt x="4342615" y="1109656"/>
                  </a:lnTo>
                  <a:lnTo>
                    <a:pt x="4342772" y="1109656"/>
                  </a:lnTo>
                  <a:lnTo>
                    <a:pt x="4342930" y="1109656"/>
                  </a:lnTo>
                  <a:lnTo>
                    <a:pt x="4342930" y="1109225"/>
                  </a:lnTo>
                  <a:lnTo>
                    <a:pt x="4343088" y="1109225"/>
                  </a:lnTo>
                  <a:lnTo>
                    <a:pt x="4343245" y="1109225"/>
                  </a:lnTo>
                  <a:lnTo>
                    <a:pt x="4343403" y="1109225"/>
                  </a:lnTo>
                  <a:lnTo>
                    <a:pt x="4343561" y="1109225"/>
                  </a:lnTo>
                  <a:lnTo>
                    <a:pt x="4343719" y="1109225"/>
                  </a:lnTo>
                  <a:lnTo>
                    <a:pt x="4343876" y="1109225"/>
                  </a:lnTo>
                  <a:lnTo>
                    <a:pt x="4344034" y="1109225"/>
                  </a:lnTo>
                  <a:lnTo>
                    <a:pt x="4344192" y="1109225"/>
                  </a:lnTo>
                  <a:lnTo>
                    <a:pt x="4344349" y="1109225"/>
                  </a:lnTo>
                  <a:lnTo>
                    <a:pt x="4344507" y="1109225"/>
                  </a:lnTo>
                  <a:lnTo>
                    <a:pt x="4344507" y="1108795"/>
                  </a:lnTo>
                  <a:lnTo>
                    <a:pt x="4344665" y="1108795"/>
                  </a:lnTo>
                  <a:lnTo>
                    <a:pt x="4344823" y="1108795"/>
                  </a:lnTo>
                  <a:lnTo>
                    <a:pt x="4344980" y="1108795"/>
                  </a:lnTo>
                  <a:lnTo>
                    <a:pt x="4345138" y="1108795"/>
                  </a:lnTo>
                  <a:lnTo>
                    <a:pt x="4345296" y="1108795"/>
                  </a:lnTo>
                  <a:lnTo>
                    <a:pt x="4345454" y="1108795"/>
                  </a:lnTo>
                  <a:lnTo>
                    <a:pt x="4345611" y="1108795"/>
                  </a:lnTo>
                  <a:lnTo>
                    <a:pt x="4345769" y="1108795"/>
                  </a:lnTo>
                  <a:lnTo>
                    <a:pt x="4345927" y="1108795"/>
                  </a:lnTo>
                  <a:lnTo>
                    <a:pt x="4346084" y="1108795"/>
                  </a:lnTo>
                  <a:lnTo>
                    <a:pt x="4346242" y="1108795"/>
                  </a:lnTo>
                  <a:lnTo>
                    <a:pt x="4346400" y="1108795"/>
                  </a:lnTo>
                  <a:lnTo>
                    <a:pt x="4346558" y="1108795"/>
                  </a:lnTo>
                  <a:lnTo>
                    <a:pt x="4346715" y="1108795"/>
                  </a:lnTo>
                  <a:lnTo>
                    <a:pt x="4346873" y="1108795"/>
                  </a:lnTo>
                  <a:lnTo>
                    <a:pt x="4347031" y="1108795"/>
                  </a:lnTo>
                  <a:lnTo>
                    <a:pt x="4347031" y="1108364"/>
                  </a:lnTo>
                  <a:lnTo>
                    <a:pt x="4347031" y="1107933"/>
                  </a:lnTo>
                  <a:lnTo>
                    <a:pt x="4347188" y="1107933"/>
                  </a:lnTo>
                  <a:lnTo>
                    <a:pt x="4347346" y="1107933"/>
                  </a:lnTo>
                  <a:lnTo>
                    <a:pt x="4347504" y="1107933"/>
                  </a:lnTo>
                  <a:lnTo>
                    <a:pt x="4347662" y="1107933"/>
                  </a:lnTo>
                  <a:lnTo>
                    <a:pt x="4347819" y="1107933"/>
                  </a:lnTo>
                  <a:lnTo>
                    <a:pt x="4347977" y="1107933"/>
                  </a:lnTo>
                  <a:lnTo>
                    <a:pt x="4348135" y="1107933"/>
                  </a:lnTo>
                  <a:lnTo>
                    <a:pt x="4348292" y="1107933"/>
                  </a:lnTo>
                  <a:lnTo>
                    <a:pt x="4348450" y="1107933"/>
                  </a:lnTo>
                  <a:lnTo>
                    <a:pt x="4348608" y="1107933"/>
                  </a:lnTo>
                  <a:lnTo>
                    <a:pt x="4348766" y="1107933"/>
                  </a:lnTo>
                  <a:lnTo>
                    <a:pt x="4348923" y="1107933"/>
                  </a:lnTo>
                  <a:lnTo>
                    <a:pt x="4348923" y="1107503"/>
                  </a:lnTo>
                  <a:lnTo>
                    <a:pt x="4349081" y="1107503"/>
                  </a:lnTo>
                  <a:lnTo>
                    <a:pt x="4349239" y="1107503"/>
                  </a:lnTo>
                  <a:lnTo>
                    <a:pt x="4349396" y="1107503"/>
                  </a:lnTo>
                  <a:lnTo>
                    <a:pt x="4349554" y="1107503"/>
                  </a:lnTo>
                  <a:lnTo>
                    <a:pt x="4349712" y="1107503"/>
                  </a:lnTo>
                  <a:lnTo>
                    <a:pt x="4349870" y="1107503"/>
                  </a:lnTo>
                  <a:lnTo>
                    <a:pt x="4350027" y="1107503"/>
                  </a:lnTo>
                  <a:lnTo>
                    <a:pt x="4350185" y="1107503"/>
                  </a:lnTo>
                  <a:lnTo>
                    <a:pt x="4350343" y="1107503"/>
                  </a:lnTo>
                  <a:lnTo>
                    <a:pt x="4350500" y="1107503"/>
                  </a:lnTo>
                  <a:lnTo>
                    <a:pt x="4350500" y="1107072"/>
                  </a:lnTo>
                  <a:lnTo>
                    <a:pt x="4350500" y="1106642"/>
                  </a:lnTo>
                  <a:lnTo>
                    <a:pt x="4350658" y="1106642"/>
                  </a:lnTo>
                  <a:lnTo>
                    <a:pt x="4350816" y="1106642"/>
                  </a:lnTo>
                  <a:lnTo>
                    <a:pt x="4350816" y="1106211"/>
                  </a:lnTo>
                  <a:lnTo>
                    <a:pt x="4350974" y="1106211"/>
                  </a:lnTo>
                  <a:lnTo>
                    <a:pt x="4351131" y="1106211"/>
                  </a:lnTo>
                  <a:lnTo>
                    <a:pt x="4351289" y="1106211"/>
                  </a:lnTo>
                  <a:lnTo>
                    <a:pt x="4351447" y="1106211"/>
                  </a:lnTo>
                  <a:lnTo>
                    <a:pt x="4351605" y="1106211"/>
                  </a:lnTo>
                  <a:lnTo>
                    <a:pt x="4351762" y="1106211"/>
                  </a:lnTo>
                  <a:lnTo>
                    <a:pt x="4351920" y="1106211"/>
                  </a:lnTo>
                  <a:lnTo>
                    <a:pt x="4352078" y="1106211"/>
                  </a:lnTo>
                  <a:lnTo>
                    <a:pt x="4352235" y="1106211"/>
                  </a:lnTo>
                  <a:lnTo>
                    <a:pt x="4352393" y="1106211"/>
                  </a:lnTo>
                  <a:lnTo>
                    <a:pt x="4352551" y="1106211"/>
                  </a:lnTo>
                  <a:lnTo>
                    <a:pt x="4352709" y="1106211"/>
                  </a:lnTo>
                  <a:lnTo>
                    <a:pt x="4352866" y="1106211"/>
                  </a:lnTo>
                  <a:lnTo>
                    <a:pt x="4353024" y="1106211"/>
                  </a:lnTo>
                  <a:lnTo>
                    <a:pt x="4353182" y="1106211"/>
                  </a:lnTo>
                  <a:lnTo>
                    <a:pt x="4353339" y="1106211"/>
                  </a:lnTo>
                  <a:lnTo>
                    <a:pt x="4353497" y="1106211"/>
                  </a:lnTo>
                  <a:lnTo>
                    <a:pt x="4353655" y="1106211"/>
                  </a:lnTo>
                  <a:lnTo>
                    <a:pt x="4353655" y="1105780"/>
                  </a:lnTo>
                  <a:lnTo>
                    <a:pt x="4353813" y="1105780"/>
                  </a:lnTo>
                  <a:lnTo>
                    <a:pt x="4353970" y="1105780"/>
                  </a:lnTo>
                  <a:lnTo>
                    <a:pt x="4354128" y="1105780"/>
                  </a:lnTo>
                  <a:lnTo>
                    <a:pt x="4354286" y="1105780"/>
                  </a:lnTo>
                  <a:lnTo>
                    <a:pt x="4354443" y="1105780"/>
                  </a:lnTo>
                  <a:lnTo>
                    <a:pt x="4354601" y="1105780"/>
                  </a:lnTo>
                  <a:lnTo>
                    <a:pt x="4354759" y="1105780"/>
                  </a:lnTo>
                  <a:lnTo>
                    <a:pt x="4354759" y="1105350"/>
                  </a:lnTo>
                  <a:lnTo>
                    <a:pt x="4354917" y="1105350"/>
                  </a:lnTo>
                  <a:lnTo>
                    <a:pt x="4354917" y="1104919"/>
                  </a:lnTo>
                  <a:lnTo>
                    <a:pt x="4355074" y="1104919"/>
                  </a:lnTo>
                  <a:lnTo>
                    <a:pt x="4355232" y="1104919"/>
                  </a:lnTo>
                  <a:lnTo>
                    <a:pt x="4355232" y="1104489"/>
                  </a:lnTo>
                  <a:lnTo>
                    <a:pt x="4355390" y="1104489"/>
                  </a:lnTo>
                  <a:lnTo>
                    <a:pt x="4355547" y="1104489"/>
                  </a:lnTo>
                  <a:lnTo>
                    <a:pt x="4355705" y="1104489"/>
                  </a:lnTo>
                  <a:lnTo>
                    <a:pt x="4355705" y="1104058"/>
                  </a:lnTo>
                  <a:lnTo>
                    <a:pt x="4355863" y="1104058"/>
                  </a:lnTo>
                  <a:lnTo>
                    <a:pt x="4356021" y="1104058"/>
                  </a:lnTo>
                  <a:lnTo>
                    <a:pt x="4356178" y="1104058"/>
                  </a:lnTo>
                  <a:lnTo>
                    <a:pt x="4356336" y="1104058"/>
                  </a:lnTo>
                  <a:lnTo>
                    <a:pt x="4356494" y="1104058"/>
                  </a:lnTo>
                  <a:lnTo>
                    <a:pt x="4356652" y="1104058"/>
                  </a:lnTo>
                  <a:lnTo>
                    <a:pt x="4356809" y="1104058"/>
                  </a:lnTo>
                  <a:lnTo>
                    <a:pt x="4356967" y="1104058"/>
                  </a:lnTo>
                  <a:lnTo>
                    <a:pt x="4357125" y="1104058"/>
                  </a:lnTo>
                  <a:lnTo>
                    <a:pt x="4357282" y="1104058"/>
                  </a:lnTo>
                  <a:lnTo>
                    <a:pt x="4357440" y="1104058"/>
                  </a:lnTo>
                  <a:lnTo>
                    <a:pt x="4357598" y="1104058"/>
                  </a:lnTo>
                  <a:lnTo>
                    <a:pt x="4357756" y="1104058"/>
                  </a:lnTo>
                  <a:lnTo>
                    <a:pt x="4357913" y="1104058"/>
                  </a:lnTo>
                  <a:lnTo>
                    <a:pt x="4358071" y="1104058"/>
                  </a:lnTo>
                  <a:lnTo>
                    <a:pt x="4358071" y="1103627"/>
                  </a:lnTo>
                  <a:lnTo>
                    <a:pt x="4358229" y="1103627"/>
                  </a:lnTo>
                  <a:lnTo>
                    <a:pt x="4358386" y="1103627"/>
                  </a:lnTo>
                  <a:lnTo>
                    <a:pt x="4358544" y="1103627"/>
                  </a:lnTo>
                  <a:lnTo>
                    <a:pt x="4358702" y="1103627"/>
                  </a:lnTo>
                  <a:lnTo>
                    <a:pt x="4358860" y="1103627"/>
                  </a:lnTo>
                  <a:lnTo>
                    <a:pt x="4358860" y="1103197"/>
                  </a:lnTo>
                  <a:lnTo>
                    <a:pt x="4359017" y="1103197"/>
                  </a:lnTo>
                  <a:lnTo>
                    <a:pt x="4359175" y="1103197"/>
                  </a:lnTo>
                  <a:lnTo>
                    <a:pt x="4359333" y="1103197"/>
                  </a:lnTo>
                  <a:lnTo>
                    <a:pt x="4359490" y="1103197"/>
                  </a:lnTo>
                  <a:lnTo>
                    <a:pt x="4359490" y="1102766"/>
                  </a:lnTo>
                  <a:lnTo>
                    <a:pt x="4359648" y="1102766"/>
                  </a:lnTo>
                  <a:lnTo>
                    <a:pt x="4359806" y="1102766"/>
                  </a:lnTo>
                  <a:lnTo>
                    <a:pt x="4359964" y="1102766"/>
                  </a:lnTo>
                  <a:lnTo>
                    <a:pt x="4360121" y="1102766"/>
                  </a:lnTo>
                  <a:lnTo>
                    <a:pt x="4360279" y="1102766"/>
                  </a:lnTo>
                  <a:lnTo>
                    <a:pt x="4360437" y="1102766"/>
                  </a:lnTo>
                  <a:lnTo>
                    <a:pt x="4360594" y="1102766"/>
                  </a:lnTo>
                  <a:lnTo>
                    <a:pt x="4360752" y="1102766"/>
                  </a:lnTo>
                  <a:lnTo>
                    <a:pt x="4360910" y="1102766"/>
                  </a:lnTo>
                  <a:lnTo>
                    <a:pt x="4361068" y="1102766"/>
                  </a:lnTo>
                  <a:lnTo>
                    <a:pt x="4361225" y="1102766"/>
                  </a:lnTo>
                  <a:lnTo>
                    <a:pt x="4361383" y="1102766"/>
                  </a:lnTo>
                  <a:lnTo>
                    <a:pt x="4361541" y="1102766"/>
                  </a:lnTo>
                  <a:lnTo>
                    <a:pt x="4361698" y="1102766"/>
                  </a:lnTo>
                  <a:lnTo>
                    <a:pt x="4361856" y="1102766"/>
                  </a:lnTo>
                  <a:lnTo>
                    <a:pt x="4362014" y="1102766"/>
                  </a:lnTo>
                  <a:lnTo>
                    <a:pt x="4362014" y="1102336"/>
                  </a:lnTo>
                  <a:lnTo>
                    <a:pt x="4362172" y="1102336"/>
                  </a:lnTo>
                  <a:lnTo>
                    <a:pt x="4362329" y="1102336"/>
                  </a:lnTo>
                  <a:lnTo>
                    <a:pt x="4362487" y="1102336"/>
                  </a:lnTo>
                  <a:lnTo>
                    <a:pt x="4362487" y="1101905"/>
                  </a:lnTo>
                  <a:lnTo>
                    <a:pt x="4362645" y="1101905"/>
                  </a:lnTo>
                  <a:lnTo>
                    <a:pt x="4362803" y="1101905"/>
                  </a:lnTo>
                  <a:lnTo>
                    <a:pt x="4362960" y="1101905"/>
                  </a:lnTo>
                  <a:lnTo>
                    <a:pt x="4363118" y="1101905"/>
                  </a:lnTo>
                  <a:lnTo>
                    <a:pt x="4363276" y="1101905"/>
                  </a:lnTo>
                  <a:lnTo>
                    <a:pt x="4363433" y="1101905"/>
                  </a:lnTo>
                  <a:lnTo>
                    <a:pt x="4363591" y="1101905"/>
                  </a:lnTo>
                  <a:lnTo>
                    <a:pt x="4363749" y="1101905"/>
                  </a:lnTo>
                  <a:lnTo>
                    <a:pt x="4363749" y="1101474"/>
                  </a:lnTo>
                  <a:lnTo>
                    <a:pt x="4363907" y="1101474"/>
                  </a:lnTo>
                  <a:lnTo>
                    <a:pt x="4364064" y="1101474"/>
                  </a:lnTo>
                  <a:lnTo>
                    <a:pt x="4364222" y="1101474"/>
                  </a:lnTo>
                  <a:lnTo>
                    <a:pt x="4364222" y="1101044"/>
                  </a:lnTo>
                  <a:lnTo>
                    <a:pt x="4364380" y="1101044"/>
                  </a:lnTo>
                  <a:lnTo>
                    <a:pt x="4364380" y="1100613"/>
                  </a:lnTo>
                  <a:lnTo>
                    <a:pt x="4364537" y="1100613"/>
                  </a:lnTo>
                  <a:lnTo>
                    <a:pt x="4364695" y="1100613"/>
                  </a:lnTo>
                  <a:lnTo>
                    <a:pt x="4364853" y="1100613"/>
                  </a:lnTo>
                  <a:lnTo>
                    <a:pt x="4365011" y="1100613"/>
                  </a:lnTo>
                  <a:lnTo>
                    <a:pt x="4365011" y="1100183"/>
                  </a:lnTo>
                  <a:lnTo>
                    <a:pt x="4365168" y="1100183"/>
                  </a:lnTo>
                  <a:lnTo>
                    <a:pt x="4365168" y="1099752"/>
                  </a:lnTo>
                  <a:lnTo>
                    <a:pt x="4365326" y="1099752"/>
                  </a:lnTo>
                  <a:lnTo>
                    <a:pt x="4365326" y="1099321"/>
                  </a:lnTo>
                  <a:lnTo>
                    <a:pt x="4365484" y="1099321"/>
                  </a:lnTo>
                  <a:lnTo>
                    <a:pt x="4365484" y="1098891"/>
                  </a:lnTo>
                  <a:lnTo>
                    <a:pt x="4365641" y="1098891"/>
                  </a:lnTo>
                  <a:lnTo>
                    <a:pt x="4365799" y="1098891"/>
                  </a:lnTo>
                  <a:lnTo>
                    <a:pt x="4365799" y="1098460"/>
                  </a:lnTo>
                  <a:lnTo>
                    <a:pt x="4365957" y="1098460"/>
                  </a:lnTo>
                  <a:lnTo>
                    <a:pt x="4366115" y="1098460"/>
                  </a:lnTo>
                  <a:lnTo>
                    <a:pt x="4366272" y="1098460"/>
                  </a:lnTo>
                  <a:lnTo>
                    <a:pt x="4366272" y="1098030"/>
                  </a:lnTo>
                  <a:lnTo>
                    <a:pt x="4366430" y="1098030"/>
                  </a:lnTo>
                  <a:lnTo>
                    <a:pt x="4366588" y="1098030"/>
                  </a:lnTo>
                  <a:lnTo>
                    <a:pt x="4366745" y="1098030"/>
                  </a:lnTo>
                  <a:lnTo>
                    <a:pt x="4366745" y="1097599"/>
                  </a:lnTo>
                  <a:lnTo>
                    <a:pt x="4366903" y="1097599"/>
                  </a:lnTo>
                  <a:lnTo>
                    <a:pt x="4367061" y="1097599"/>
                  </a:lnTo>
                  <a:lnTo>
                    <a:pt x="4367219" y="1097599"/>
                  </a:lnTo>
                  <a:lnTo>
                    <a:pt x="4367219" y="1097168"/>
                  </a:lnTo>
                  <a:lnTo>
                    <a:pt x="4367219" y="1096738"/>
                  </a:lnTo>
                  <a:lnTo>
                    <a:pt x="4367376" y="1096738"/>
                  </a:lnTo>
                  <a:lnTo>
                    <a:pt x="4367534" y="1096738"/>
                  </a:lnTo>
                  <a:lnTo>
                    <a:pt x="4367692" y="1096738"/>
                  </a:lnTo>
                  <a:lnTo>
                    <a:pt x="4367692" y="1096307"/>
                  </a:lnTo>
                  <a:lnTo>
                    <a:pt x="4367849" y="1096307"/>
                  </a:lnTo>
                  <a:lnTo>
                    <a:pt x="4368007" y="1096307"/>
                  </a:lnTo>
                  <a:lnTo>
                    <a:pt x="4368165" y="1096307"/>
                  </a:lnTo>
                  <a:lnTo>
                    <a:pt x="4368323" y="1096307"/>
                  </a:lnTo>
                  <a:lnTo>
                    <a:pt x="4368480" y="1096307"/>
                  </a:lnTo>
                  <a:lnTo>
                    <a:pt x="4368480" y="1095877"/>
                  </a:lnTo>
                  <a:lnTo>
                    <a:pt x="4368638" y="1095877"/>
                  </a:lnTo>
                  <a:lnTo>
                    <a:pt x="4368638" y="1095446"/>
                  </a:lnTo>
                  <a:lnTo>
                    <a:pt x="4368796" y="1095446"/>
                  </a:lnTo>
                  <a:lnTo>
                    <a:pt x="4368796" y="1095015"/>
                  </a:lnTo>
                  <a:lnTo>
                    <a:pt x="4368954" y="1095015"/>
                  </a:lnTo>
                  <a:lnTo>
                    <a:pt x="4369111" y="1095015"/>
                  </a:lnTo>
                  <a:lnTo>
                    <a:pt x="4369269" y="1095015"/>
                  </a:lnTo>
                  <a:lnTo>
                    <a:pt x="4369427" y="1095015"/>
                  </a:lnTo>
                  <a:lnTo>
                    <a:pt x="4369584" y="1095015"/>
                  </a:lnTo>
                  <a:lnTo>
                    <a:pt x="4369742" y="1095015"/>
                  </a:lnTo>
                  <a:lnTo>
                    <a:pt x="4369900" y="1095015"/>
                  </a:lnTo>
                  <a:lnTo>
                    <a:pt x="4370058" y="1095015"/>
                  </a:lnTo>
                  <a:lnTo>
                    <a:pt x="4370215" y="1095015"/>
                  </a:lnTo>
                  <a:lnTo>
                    <a:pt x="4370373" y="1095015"/>
                  </a:lnTo>
                  <a:lnTo>
                    <a:pt x="4370531" y="1095015"/>
                  </a:lnTo>
                  <a:lnTo>
                    <a:pt x="4370688" y="1095015"/>
                  </a:lnTo>
                  <a:lnTo>
                    <a:pt x="4370846" y="1095015"/>
                  </a:lnTo>
                  <a:lnTo>
                    <a:pt x="4370846" y="1094585"/>
                  </a:lnTo>
                  <a:lnTo>
                    <a:pt x="4371004" y="1094585"/>
                  </a:lnTo>
                  <a:lnTo>
                    <a:pt x="4371004" y="1094154"/>
                  </a:lnTo>
                  <a:lnTo>
                    <a:pt x="4371162" y="1094154"/>
                  </a:lnTo>
                  <a:lnTo>
                    <a:pt x="4371319" y="1094154"/>
                  </a:lnTo>
                  <a:lnTo>
                    <a:pt x="4371477" y="1094154"/>
                  </a:lnTo>
                  <a:lnTo>
                    <a:pt x="4371635" y="1094154"/>
                  </a:lnTo>
                  <a:lnTo>
                    <a:pt x="4371792" y="1094154"/>
                  </a:lnTo>
                  <a:lnTo>
                    <a:pt x="4371950" y="1094154"/>
                  </a:lnTo>
                  <a:lnTo>
                    <a:pt x="4372108" y="1094154"/>
                  </a:lnTo>
                  <a:lnTo>
                    <a:pt x="4372266" y="1094154"/>
                  </a:lnTo>
                  <a:lnTo>
                    <a:pt x="4372266" y="1093724"/>
                  </a:lnTo>
                  <a:lnTo>
                    <a:pt x="4372423" y="1093724"/>
                  </a:lnTo>
                  <a:lnTo>
                    <a:pt x="4372581" y="1093724"/>
                  </a:lnTo>
                  <a:lnTo>
                    <a:pt x="4372581" y="1093293"/>
                  </a:lnTo>
                  <a:lnTo>
                    <a:pt x="4372739" y="1093293"/>
                  </a:lnTo>
                  <a:lnTo>
                    <a:pt x="4372896" y="1093293"/>
                  </a:lnTo>
                  <a:lnTo>
                    <a:pt x="4373054" y="1093293"/>
                  </a:lnTo>
                  <a:lnTo>
                    <a:pt x="4373212" y="1093293"/>
                  </a:lnTo>
                  <a:lnTo>
                    <a:pt x="4373370" y="1093293"/>
                  </a:lnTo>
                  <a:lnTo>
                    <a:pt x="4373527" y="1093293"/>
                  </a:lnTo>
                  <a:lnTo>
                    <a:pt x="4373685" y="1093293"/>
                  </a:lnTo>
                  <a:lnTo>
                    <a:pt x="4373843" y="1093293"/>
                  </a:lnTo>
                  <a:lnTo>
                    <a:pt x="4374001" y="1093293"/>
                  </a:lnTo>
                  <a:lnTo>
                    <a:pt x="4374001" y="1092862"/>
                  </a:lnTo>
                  <a:lnTo>
                    <a:pt x="4374158" y="1092862"/>
                  </a:lnTo>
                  <a:lnTo>
                    <a:pt x="4374316" y="1092862"/>
                  </a:lnTo>
                  <a:lnTo>
                    <a:pt x="4374474" y="1092862"/>
                  </a:lnTo>
                  <a:lnTo>
                    <a:pt x="4374631" y="1092862"/>
                  </a:lnTo>
                  <a:lnTo>
                    <a:pt x="4374789" y="1092862"/>
                  </a:lnTo>
                  <a:lnTo>
                    <a:pt x="4374789" y="1092432"/>
                  </a:lnTo>
                  <a:lnTo>
                    <a:pt x="4374789" y="1092001"/>
                  </a:lnTo>
                  <a:lnTo>
                    <a:pt x="4374947" y="1092001"/>
                  </a:lnTo>
                  <a:lnTo>
                    <a:pt x="4374947" y="1091571"/>
                  </a:lnTo>
                  <a:lnTo>
                    <a:pt x="4375105" y="1091571"/>
                  </a:lnTo>
                  <a:lnTo>
                    <a:pt x="4375262" y="1091571"/>
                  </a:lnTo>
                  <a:lnTo>
                    <a:pt x="4375420" y="1091571"/>
                  </a:lnTo>
                  <a:lnTo>
                    <a:pt x="4375578" y="1091571"/>
                  </a:lnTo>
                  <a:lnTo>
                    <a:pt x="4375735" y="1091571"/>
                  </a:lnTo>
                  <a:lnTo>
                    <a:pt x="4375893" y="1091571"/>
                  </a:lnTo>
                  <a:lnTo>
                    <a:pt x="4376051" y="1091571"/>
                  </a:lnTo>
                  <a:lnTo>
                    <a:pt x="4376051" y="1091140"/>
                  </a:lnTo>
                  <a:lnTo>
                    <a:pt x="4376209" y="1091140"/>
                  </a:lnTo>
                  <a:lnTo>
                    <a:pt x="4376366" y="1091140"/>
                  </a:lnTo>
                  <a:lnTo>
                    <a:pt x="4376524" y="1091140"/>
                  </a:lnTo>
                  <a:lnTo>
                    <a:pt x="4376682" y="1091140"/>
                  </a:lnTo>
                  <a:lnTo>
                    <a:pt x="4376839" y="1091140"/>
                  </a:lnTo>
                  <a:lnTo>
                    <a:pt x="4376997" y="1091140"/>
                  </a:lnTo>
                  <a:lnTo>
                    <a:pt x="4377155" y="1091140"/>
                  </a:lnTo>
                  <a:lnTo>
                    <a:pt x="4377313" y="1091140"/>
                  </a:lnTo>
                  <a:lnTo>
                    <a:pt x="4377470" y="1091140"/>
                  </a:lnTo>
                  <a:lnTo>
                    <a:pt x="4377628" y="1091140"/>
                  </a:lnTo>
                  <a:lnTo>
                    <a:pt x="4377786" y="1091140"/>
                  </a:lnTo>
                  <a:lnTo>
                    <a:pt x="4377786" y="1090709"/>
                  </a:lnTo>
                  <a:lnTo>
                    <a:pt x="4377943" y="1090709"/>
                  </a:lnTo>
                  <a:lnTo>
                    <a:pt x="4378101" y="1090709"/>
                  </a:lnTo>
                  <a:lnTo>
                    <a:pt x="4378259" y="1090709"/>
                  </a:lnTo>
                  <a:lnTo>
                    <a:pt x="4378417" y="1090709"/>
                  </a:lnTo>
                  <a:lnTo>
                    <a:pt x="4378574" y="1090709"/>
                  </a:lnTo>
                  <a:lnTo>
                    <a:pt x="4378732" y="1090709"/>
                  </a:lnTo>
                  <a:lnTo>
                    <a:pt x="4378890" y="1090709"/>
                  </a:lnTo>
                  <a:lnTo>
                    <a:pt x="4379047" y="1090709"/>
                  </a:lnTo>
                  <a:lnTo>
                    <a:pt x="4379205" y="1090709"/>
                  </a:lnTo>
                  <a:lnTo>
                    <a:pt x="4379363" y="1090709"/>
                  </a:lnTo>
                  <a:lnTo>
                    <a:pt x="4379521" y="1090709"/>
                  </a:lnTo>
                  <a:lnTo>
                    <a:pt x="4379678" y="1090709"/>
                  </a:lnTo>
                  <a:lnTo>
                    <a:pt x="4379678" y="1090279"/>
                  </a:lnTo>
                  <a:lnTo>
                    <a:pt x="4379836" y="1090279"/>
                  </a:lnTo>
                  <a:lnTo>
                    <a:pt x="4379994" y="1090279"/>
                  </a:lnTo>
                  <a:lnTo>
                    <a:pt x="4380152" y="1090279"/>
                  </a:lnTo>
                  <a:lnTo>
                    <a:pt x="4380309" y="1090279"/>
                  </a:lnTo>
                  <a:lnTo>
                    <a:pt x="4380309" y="1089848"/>
                  </a:lnTo>
                  <a:lnTo>
                    <a:pt x="4380309" y="1089418"/>
                  </a:lnTo>
                  <a:lnTo>
                    <a:pt x="4380467" y="1089418"/>
                  </a:lnTo>
                  <a:lnTo>
                    <a:pt x="4380625" y="1089418"/>
                  </a:lnTo>
                  <a:lnTo>
                    <a:pt x="4380782" y="1089418"/>
                  </a:lnTo>
                  <a:lnTo>
                    <a:pt x="4380940" y="1089418"/>
                  </a:lnTo>
                  <a:lnTo>
                    <a:pt x="4381098" y="1089418"/>
                  </a:lnTo>
                  <a:lnTo>
                    <a:pt x="4381098" y="1088987"/>
                  </a:lnTo>
                  <a:lnTo>
                    <a:pt x="4381256" y="1088987"/>
                  </a:lnTo>
                  <a:lnTo>
                    <a:pt x="4381413" y="1088987"/>
                  </a:lnTo>
                  <a:lnTo>
                    <a:pt x="4381571" y="1088987"/>
                  </a:lnTo>
                  <a:lnTo>
                    <a:pt x="4381729" y="1088987"/>
                  </a:lnTo>
                  <a:lnTo>
                    <a:pt x="4381886" y="1088987"/>
                  </a:lnTo>
                  <a:lnTo>
                    <a:pt x="4382044" y="1088987"/>
                  </a:lnTo>
                  <a:lnTo>
                    <a:pt x="4382202" y="1088987"/>
                  </a:lnTo>
                  <a:lnTo>
                    <a:pt x="4382360" y="1088987"/>
                  </a:lnTo>
                  <a:lnTo>
                    <a:pt x="4382517" y="1088987"/>
                  </a:lnTo>
                  <a:lnTo>
                    <a:pt x="4382675" y="1088987"/>
                  </a:lnTo>
                  <a:lnTo>
                    <a:pt x="4382833" y="1088987"/>
                  </a:lnTo>
                  <a:lnTo>
                    <a:pt x="4382990" y="1088987"/>
                  </a:lnTo>
                  <a:lnTo>
                    <a:pt x="4383148" y="1088987"/>
                  </a:lnTo>
                  <a:lnTo>
                    <a:pt x="4383306" y="1088987"/>
                  </a:lnTo>
                  <a:lnTo>
                    <a:pt x="4383306" y="1088556"/>
                  </a:lnTo>
                  <a:lnTo>
                    <a:pt x="4383306" y="1088126"/>
                  </a:lnTo>
                  <a:lnTo>
                    <a:pt x="4383464" y="1088126"/>
                  </a:lnTo>
                  <a:lnTo>
                    <a:pt x="4383621" y="1088126"/>
                  </a:lnTo>
                  <a:lnTo>
                    <a:pt x="4383779" y="1088126"/>
                  </a:lnTo>
                  <a:lnTo>
                    <a:pt x="4383937" y="1088126"/>
                  </a:lnTo>
                  <a:lnTo>
                    <a:pt x="4384094" y="1088126"/>
                  </a:lnTo>
                  <a:lnTo>
                    <a:pt x="4384252" y="1088126"/>
                  </a:lnTo>
                  <a:lnTo>
                    <a:pt x="4384410" y="1088126"/>
                  </a:lnTo>
                  <a:lnTo>
                    <a:pt x="4384410" y="1087695"/>
                  </a:lnTo>
                  <a:lnTo>
                    <a:pt x="4384568" y="1087695"/>
                  </a:lnTo>
                  <a:lnTo>
                    <a:pt x="4384725" y="1087695"/>
                  </a:lnTo>
                  <a:lnTo>
                    <a:pt x="4384883" y="1087695"/>
                  </a:lnTo>
                  <a:lnTo>
                    <a:pt x="4385041" y="1087695"/>
                  </a:lnTo>
                  <a:lnTo>
                    <a:pt x="4385199" y="1087695"/>
                  </a:lnTo>
                  <a:lnTo>
                    <a:pt x="4385356" y="1087695"/>
                  </a:lnTo>
                  <a:lnTo>
                    <a:pt x="4385514" y="1087695"/>
                  </a:lnTo>
                  <a:lnTo>
                    <a:pt x="4385672" y="1087695"/>
                  </a:lnTo>
                  <a:lnTo>
                    <a:pt x="4385829" y="1087695"/>
                  </a:lnTo>
                  <a:lnTo>
                    <a:pt x="4385987" y="1087695"/>
                  </a:lnTo>
                  <a:lnTo>
                    <a:pt x="4385987" y="1087265"/>
                  </a:lnTo>
                  <a:lnTo>
                    <a:pt x="4386145" y="1087265"/>
                  </a:lnTo>
                  <a:lnTo>
                    <a:pt x="4386303" y="1087265"/>
                  </a:lnTo>
                  <a:lnTo>
                    <a:pt x="4386460" y="1087265"/>
                  </a:lnTo>
                  <a:lnTo>
                    <a:pt x="4386618" y="1087265"/>
                  </a:lnTo>
                  <a:lnTo>
                    <a:pt x="4386776" y="1087265"/>
                  </a:lnTo>
                  <a:lnTo>
                    <a:pt x="4386933" y="1087265"/>
                  </a:lnTo>
                  <a:lnTo>
                    <a:pt x="4387091" y="1087265"/>
                  </a:lnTo>
                  <a:lnTo>
                    <a:pt x="4387249" y="1087265"/>
                  </a:lnTo>
                  <a:lnTo>
                    <a:pt x="4387407" y="1087265"/>
                  </a:lnTo>
                  <a:lnTo>
                    <a:pt x="4387564" y="1087265"/>
                  </a:lnTo>
                  <a:lnTo>
                    <a:pt x="4387722" y="1087265"/>
                  </a:lnTo>
                  <a:lnTo>
                    <a:pt x="4387880" y="1087265"/>
                  </a:lnTo>
                  <a:lnTo>
                    <a:pt x="4388037" y="1087265"/>
                  </a:lnTo>
                  <a:lnTo>
                    <a:pt x="4388195" y="1087265"/>
                  </a:lnTo>
                  <a:lnTo>
                    <a:pt x="4388353" y="1087265"/>
                  </a:lnTo>
                  <a:lnTo>
                    <a:pt x="4388353" y="1086834"/>
                  </a:lnTo>
                  <a:lnTo>
                    <a:pt x="4388511" y="1086834"/>
                  </a:lnTo>
                  <a:lnTo>
                    <a:pt x="4388668" y="1086834"/>
                  </a:lnTo>
                  <a:lnTo>
                    <a:pt x="4388826" y="1086834"/>
                  </a:lnTo>
                  <a:lnTo>
                    <a:pt x="4388826" y="1086403"/>
                  </a:lnTo>
                  <a:lnTo>
                    <a:pt x="4388984" y="1086403"/>
                  </a:lnTo>
                  <a:lnTo>
                    <a:pt x="4388984" y="1085973"/>
                  </a:lnTo>
                  <a:lnTo>
                    <a:pt x="4388984" y="1085542"/>
                  </a:lnTo>
                  <a:lnTo>
                    <a:pt x="4389141" y="1085542"/>
                  </a:lnTo>
                  <a:lnTo>
                    <a:pt x="4389141" y="1085112"/>
                  </a:lnTo>
                  <a:lnTo>
                    <a:pt x="4389299" y="1085112"/>
                  </a:lnTo>
                  <a:lnTo>
                    <a:pt x="4389457" y="1085112"/>
                  </a:lnTo>
                  <a:lnTo>
                    <a:pt x="4389615" y="1085112"/>
                  </a:lnTo>
                  <a:lnTo>
                    <a:pt x="4389615" y="1084681"/>
                  </a:lnTo>
                  <a:lnTo>
                    <a:pt x="4389615" y="1084250"/>
                  </a:lnTo>
                  <a:lnTo>
                    <a:pt x="4389772" y="1084250"/>
                  </a:lnTo>
                  <a:lnTo>
                    <a:pt x="4389930" y="1084250"/>
                  </a:lnTo>
                  <a:lnTo>
                    <a:pt x="4390088" y="1084250"/>
                  </a:lnTo>
                  <a:lnTo>
                    <a:pt x="4390245" y="1084250"/>
                  </a:lnTo>
                  <a:lnTo>
                    <a:pt x="4390403" y="1084250"/>
                  </a:lnTo>
                  <a:lnTo>
                    <a:pt x="4390561" y="1084250"/>
                  </a:lnTo>
                  <a:lnTo>
                    <a:pt x="4390719" y="1084250"/>
                  </a:lnTo>
                  <a:lnTo>
                    <a:pt x="4390876" y="1084250"/>
                  </a:lnTo>
                  <a:lnTo>
                    <a:pt x="4391034" y="1084250"/>
                  </a:lnTo>
                  <a:lnTo>
                    <a:pt x="4391192" y="1084250"/>
                  </a:lnTo>
                  <a:lnTo>
                    <a:pt x="4391350" y="1084250"/>
                  </a:lnTo>
                  <a:lnTo>
                    <a:pt x="4391507" y="1084250"/>
                  </a:lnTo>
                  <a:lnTo>
                    <a:pt x="4391665" y="1084250"/>
                  </a:lnTo>
                  <a:lnTo>
                    <a:pt x="4391823" y="1084250"/>
                  </a:lnTo>
                  <a:lnTo>
                    <a:pt x="4391980" y="1084250"/>
                  </a:lnTo>
                  <a:lnTo>
                    <a:pt x="4392138" y="1084250"/>
                  </a:lnTo>
                  <a:lnTo>
                    <a:pt x="4392296" y="1084250"/>
                  </a:lnTo>
                  <a:lnTo>
                    <a:pt x="4392454" y="1084250"/>
                  </a:lnTo>
                  <a:lnTo>
                    <a:pt x="4392454" y="1083820"/>
                  </a:lnTo>
                  <a:lnTo>
                    <a:pt x="4392454" y="1083389"/>
                  </a:lnTo>
                  <a:lnTo>
                    <a:pt x="4392454" y="1082959"/>
                  </a:lnTo>
                  <a:lnTo>
                    <a:pt x="4392611" y="1082959"/>
                  </a:lnTo>
                  <a:lnTo>
                    <a:pt x="4392611" y="1082528"/>
                  </a:lnTo>
                  <a:lnTo>
                    <a:pt x="4392769" y="1082528"/>
                  </a:lnTo>
                  <a:lnTo>
                    <a:pt x="4392927" y="1082528"/>
                  </a:lnTo>
                  <a:lnTo>
                    <a:pt x="4393084" y="1082528"/>
                  </a:lnTo>
                  <a:lnTo>
                    <a:pt x="4393242" y="1082528"/>
                  </a:lnTo>
                  <a:lnTo>
                    <a:pt x="4393242" y="1082097"/>
                  </a:lnTo>
                  <a:lnTo>
                    <a:pt x="4393400" y="1082097"/>
                  </a:lnTo>
                  <a:lnTo>
                    <a:pt x="4393558" y="1082097"/>
                  </a:lnTo>
                  <a:lnTo>
                    <a:pt x="4393715" y="1082097"/>
                  </a:lnTo>
                  <a:lnTo>
                    <a:pt x="4393873" y="1082097"/>
                  </a:lnTo>
                  <a:lnTo>
                    <a:pt x="4394031" y="1082097"/>
                  </a:lnTo>
                  <a:lnTo>
                    <a:pt x="4394031" y="1081667"/>
                  </a:lnTo>
                  <a:lnTo>
                    <a:pt x="4394188" y="1081667"/>
                  </a:lnTo>
                  <a:lnTo>
                    <a:pt x="4394346" y="1081667"/>
                  </a:lnTo>
                  <a:lnTo>
                    <a:pt x="4394504" y="1081667"/>
                  </a:lnTo>
                  <a:lnTo>
                    <a:pt x="4394662" y="1081667"/>
                  </a:lnTo>
                  <a:lnTo>
                    <a:pt x="4394819" y="1081667"/>
                  </a:lnTo>
                  <a:lnTo>
                    <a:pt x="4394977" y="1081667"/>
                  </a:lnTo>
                  <a:lnTo>
                    <a:pt x="4395135" y="1081667"/>
                  </a:lnTo>
                  <a:lnTo>
                    <a:pt x="4395292" y="1081667"/>
                  </a:lnTo>
                  <a:lnTo>
                    <a:pt x="4395450" y="1081667"/>
                  </a:lnTo>
                  <a:lnTo>
                    <a:pt x="4395608" y="1081667"/>
                  </a:lnTo>
                  <a:lnTo>
                    <a:pt x="4395766" y="1081667"/>
                  </a:lnTo>
                  <a:lnTo>
                    <a:pt x="4395923" y="1081667"/>
                  </a:lnTo>
                  <a:lnTo>
                    <a:pt x="4396081" y="1081667"/>
                  </a:lnTo>
                  <a:lnTo>
                    <a:pt x="4396239" y="1081667"/>
                  </a:lnTo>
                  <a:lnTo>
                    <a:pt x="4396397" y="1081667"/>
                  </a:lnTo>
                  <a:lnTo>
                    <a:pt x="4396554" y="1081667"/>
                  </a:lnTo>
                  <a:lnTo>
                    <a:pt x="4396712" y="1081667"/>
                  </a:lnTo>
                  <a:lnTo>
                    <a:pt x="4396712" y="1081236"/>
                  </a:lnTo>
                  <a:lnTo>
                    <a:pt x="4396870" y="1081236"/>
                  </a:lnTo>
                  <a:lnTo>
                    <a:pt x="4397027" y="1081236"/>
                  </a:lnTo>
                  <a:lnTo>
                    <a:pt x="4397185" y="1081236"/>
                  </a:lnTo>
                  <a:lnTo>
                    <a:pt x="4397343" y="1081236"/>
                  </a:lnTo>
                  <a:lnTo>
                    <a:pt x="4397501" y="1081236"/>
                  </a:lnTo>
                  <a:lnTo>
                    <a:pt x="4397501" y="1080806"/>
                  </a:lnTo>
                  <a:lnTo>
                    <a:pt x="4397658" y="1080806"/>
                  </a:lnTo>
                  <a:lnTo>
                    <a:pt x="4397816" y="1080806"/>
                  </a:lnTo>
                  <a:lnTo>
                    <a:pt x="4397974" y="1080806"/>
                  </a:lnTo>
                  <a:lnTo>
                    <a:pt x="4397974" y="1080375"/>
                  </a:lnTo>
                  <a:lnTo>
                    <a:pt x="4398131" y="1080375"/>
                  </a:lnTo>
                  <a:lnTo>
                    <a:pt x="4398289" y="1080375"/>
                  </a:lnTo>
                  <a:lnTo>
                    <a:pt x="4398289" y="1079944"/>
                  </a:lnTo>
                  <a:lnTo>
                    <a:pt x="4398447" y="1079944"/>
                  </a:lnTo>
                  <a:lnTo>
                    <a:pt x="4398605" y="1079944"/>
                  </a:lnTo>
                  <a:lnTo>
                    <a:pt x="4398762" y="1079944"/>
                  </a:lnTo>
                  <a:lnTo>
                    <a:pt x="4398920" y="1079944"/>
                  </a:lnTo>
                  <a:lnTo>
                    <a:pt x="4399078" y="1079944"/>
                  </a:lnTo>
                  <a:lnTo>
                    <a:pt x="4399078" y="1079514"/>
                  </a:lnTo>
                  <a:lnTo>
                    <a:pt x="4399235" y="1079514"/>
                  </a:lnTo>
                  <a:lnTo>
                    <a:pt x="4399393" y="1079514"/>
                  </a:lnTo>
                  <a:lnTo>
                    <a:pt x="4399551" y="1079514"/>
                  </a:lnTo>
                  <a:lnTo>
                    <a:pt x="4399709" y="1079514"/>
                  </a:lnTo>
                  <a:lnTo>
                    <a:pt x="4399709" y="1079083"/>
                  </a:lnTo>
                  <a:lnTo>
                    <a:pt x="4399866" y="1079083"/>
                  </a:lnTo>
                  <a:lnTo>
                    <a:pt x="4400024" y="1079083"/>
                  </a:lnTo>
                  <a:lnTo>
                    <a:pt x="4400182" y="1079083"/>
                  </a:lnTo>
                  <a:lnTo>
                    <a:pt x="4400182" y="1078653"/>
                  </a:lnTo>
                  <a:lnTo>
                    <a:pt x="4400339" y="1078653"/>
                  </a:lnTo>
                  <a:lnTo>
                    <a:pt x="4400497" y="1078653"/>
                  </a:lnTo>
                  <a:lnTo>
                    <a:pt x="4400655" y="1078653"/>
                  </a:lnTo>
                  <a:lnTo>
                    <a:pt x="4400813" y="1078653"/>
                  </a:lnTo>
                  <a:lnTo>
                    <a:pt x="4400970" y="1078653"/>
                  </a:lnTo>
                  <a:lnTo>
                    <a:pt x="4400970" y="1078222"/>
                  </a:lnTo>
                  <a:lnTo>
                    <a:pt x="4400970" y="1077791"/>
                  </a:lnTo>
                  <a:lnTo>
                    <a:pt x="4400970" y="1077361"/>
                  </a:lnTo>
                  <a:lnTo>
                    <a:pt x="4401128" y="1077361"/>
                  </a:lnTo>
                  <a:lnTo>
                    <a:pt x="4401128" y="1076930"/>
                  </a:lnTo>
                  <a:lnTo>
                    <a:pt x="4401286" y="1076930"/>
                  </a:lnTo>
                  <a:lnTo>
                    <a:pt x="4401286" y="1076500"/>
                  </a:lnTo>
                  <a:lnTo>
                    <a:pt x="4401443" y="1076500"/>
                  </a:lnTo>
                  <a:lnTo>
                    <a:pt x="4401601" y="1076500"/>
                  </a:lnTo>
                  <a:lnTo>
                    <a:pt x="4401759" y="1076500"/>
                  </a:lnTo>
                  <a:lnTo>
                    <a:pt x="4401917" y="1076500"/>
                  </a:lnTo>
                  <a:lnTo>
                    <a:pt x="4402074" y="1076500"/>
                  </a:lnTo>
                  <a:lnTo>
                    <a:pt x="4402232" y="1076500"/>
                  </a:lnTo>
                  <a:lnTo>
                    <a:pt x="4402390" y="1076500"/>
                  </a:lnTo>
                  <a:lnTo>
                    <a:pt x="4402548" y="1076500"/>
                  </a:lnTo>
                  <a:lnTo>
                    <a:pt x="4402705" y="1076500"/>
                  </a:lnTo>
                  <a:lnTo>
                    <a:pt x="4402863" y="1076500"/>
                  </a:lnTo>
                  <a:lnTo>
                    <a:pt x="4403021" y="1076500"/>
                  </a:lnTo>
                  <a:lnTo>
                    <a:pt x="4403178" y="1076500"/>
                  </a:lnTo>
                  <a:lnTo>
                    <a:pt x="4403336" y="1076500"/>
                  </a:lnTo>
                  <a:lnTo>
                    <a:pt x="4403336" y="1076069"/>
                  </a:lnTo>
                  <a:lnTo>
                    <a:pt x="4403494" y="1076069"/>
                  </a:lnTo>
                  <a:lnTo>
                    <a:pt x="4403652" y="1076069"/>
                  </a:lnTo>
                  <a:lnTo>
                    <a:pt x="4403809" y="1076069"/>
                  </a:lnTo>
                  <a:lnTo>
                    <a:pt x="4403967" y="1076069"/>
                  </a:lnTo>
                  <a:lnTo>
                    <a:pt x="4404125" y="1076069"/>
                  </a:lnTo>
                  <a:lnTo>
                    <a:pt x="4404282" y="1076069"/>
                  </a:lnTo>
                  <a:lnTo>
                    <a:pt x="4404440" y="1076069"/>
                  </a:lnTo>
                  <a:lnTo>
                    <a:pt x="4404440" y="1075638"/>
                  </a:lnTo>
                  <a:lnTo>
                    <a:pt x="4404598" y="1075638"/>
                  </a:lnTo>
                  <a:lnTo>
                    <a:pt x="4404756" y="1075638"/>
                  </a:lnTo>
                  <a:lnTo>
                    <a:pt x="4404913" y="1075638"/>
                  </a:lnTo>
                  <a:lnTo>
                    <a:pt x="4405071" y="1075638"/>
                  </a:lnTo>
                  <a:lnTo>
                    <a:pt x="4405229" y="1075638"/>
                  </a:lnTo>
                  <a:lnTo>
                    <a:pt x="4405386" y="1075638"/>
                  </a:lnTo>
                  <a:lnTo>
                    <a:pt x="4405386" y="1075208"/>
                  </a:lnTo>
                  <a:lnTo>
                    <a:pt x="4405544" y="1075208"/>
                  </a:lnTo>
                  <a:lnTo>
                    <a:pt x="4405702" y="1075208"/>
                  </a:lnTo>
                  <a:lnTo>
                    <a:pt x="4405860" y="1075208"/>
                  </a:lnTo>
                  <a:lnTo>
                    <a:pt x="4406017" y="1075208"/>
                  </a:lnTo>
                  <a:lnTo>
                    <a:pt x="4406175" y="1075208"/>
                  </a:lnTo>
                  <a:lnTo>
                    <a:pt x="4406333" y="1075208"/>
                  </a:lnTo>
                  <a:lnTo>
                    <a:pt x="4406490" y="1075208"/>
                  </a:lnTo>
                  <a:lnTo>
                    <a:pt x="4406648" y="1075208"/>
                  </a:lnTo>
                  <a:lnTo>
                    <a:pt x="4406806" y="1075208"/>
                  </a:lnTo>
                  <a:lnTo>
                    <a:pt x="4406964" y="1075208"/>
                  </a:lnTo>
                  <a:lnTo>
                    <a:pt x="4406964" y="1074777"/>
                  </a:lnTo>
                  <a:lnTo>
                    <a:pt x="4407121" y="1074777"/>
                  </a:lnTo>
                  <a:lnTo>
                    <a:pt x="4407279" y="1074777"/>
                  </a:lnTo>
                  <a:lnTo>
                    <a:pt x="4407437" y="1074777"/>
                  </a:lnTo>
                  <a:lnTo>
                    <a:pt x="4407595" y="1074777"/>
                  </a:lnTo>
                  <a:lnTo>
                    <a:pt x="4407752" y="1074777"/>
                  </a:lnTo>
                  <a:lnTo>
                    <a:pt x="4407910" y="1074777"/>
                  </a:lnTo>
                  <a:lnTo>
                    <a:pt x="4408068" y="1074777"/>
                  </a:lnTo>
                  <a:lnTo>
                    <a:pt x="4408225" y="1074777"/>
                  </a:lnTo>
                  <a:lnTo>
                    <a:pt x="4408225" y="1074347"/>
                  </a:lnTo>
                  <a:lnTo>
                    <a:pt x="4408383" y="1074347"/>
                  </a:lnTo>
                  <a:lnTo>
                    <a:pt x="4408541" y="1074347"/>
                  </a:lnTo>
                  <a:lnTo>
                    <a:pt x="4408699" y="1074347"/>
                  </a:lnTo>
                  <a:lnTo>
                    <a:pt x="4408856" y="1074347"/>
                  </a:lnTo>
                  <a:lnTo>
                    <a:pt x="4409014" y="1074347"/>
                  </a:lnTo>
                  <a:lnTo>
                    <a:pt x="4409172" y="1074347"/>
                  </a:lnTo>
                  <a:lnTo>
                    <a:pt x="4409329" y="1074347"/>
                  </a:lnTo>
                  <a:lnTo>
                    <a:pt x="4409329" y="1073916"/>
                  </a:lnTo>
                  <a:lnTo>
                    <a:pt x="4409487" y="1073916"/>
                  </a:lnTo>
                  <a:lnTo>
                    <a:pt x="4409645" y="1073916"/>
                  </a:lnTo>
                  <a:lnTo>
                    <a:pt x="4409803" y="1073916"/>
                  </a:lnTo>
                  <a:lnTo>
                    <a:pt x="4409960" y="1073916"/>
                  </a:lnTo>
                  <a:lnTo>
                    <a:pt x="4410118" y="1073916"/>
                  </a:lnTo>
                  <a:lnTo>
                    <a:pt x="4410276" y="1073916"/>
                  </a:lnTo>
                  <a:lnTo>
                    <a:pt x="4410433" y="1073916"/>
                  </a:lnTo>
                  <a:lnTo>
                    <a:pt x="4410591" y="1073916"/>
                  </a:lnTo>
                  <a:lnTo>
                    <a:pt x="4410749" y="1073916"/>
                  </a:lnTo>
                  <a:lnTo>
                    <a:pt x="4410907" y="1073916"/>
                  </a:lnTo>
                  <a:lnTo>
                    <a:pt x="4411064" y="1073916"/>
                  </a:lnTo>
                  <a:lnTo>
                    <a:pt x="4411222" y="1073916"/>
                  </a:lnTo>
                  <a:lnTo>
                    <a:pt x="4411380" y="1073916"/>
                  </a:lnTo>
                  <a:lnTo>
                    <a:pt x="4411380" y="1073485"/>
                  </a:lnTo>
                  <a:lnTo>
                    <a:pt x="4411537" y="1073485"/>
                  </a:lnTo>
                  <a:lnTo>
                    <a:pt x="4411695" y="1073485"/>
                  </a:lnTo>
                  <a:lnTo>
                    <a:pt x="4411853" y="1073485"/>
                  </a:lnTo>
                  <a:lnTo>
                    <a:pt x="4412011" y="1073485"/>
                  </a:lnTo>
                  <a:lnTo>
                    <a:pt x="4412011" y="1073055"/>
                  </a:lnTo>
                  <a:lnTo>
                    <a:pt x="4412011" y="1072624"/>
                  </a:lnTo>
                  <a:lnTo>
                    <a:pt x="4412168" y="1072624"/>
                  </a:lnTo>
                  <a:lnTo>
                    <a:pt x="4412326" y="1072624"/>
                  </a:lnTo>
                  <a:lnTo>
                    <a:pt x="4412484" y="1072624"/>
                  </a:lnTo>
                  <a:lnTo>
                    <a:pt x="4412484" y="1072194"/>
                  </a:lnTo>
                  <a:lnTo>
                    <a:pt x="4412641" y="1072194"/>
                  </a:lnTo>
                  <a:lnTo>
                    <a:pt x="4412799" y="1072194"/>
                  </a:lnTo>
                  <a:lnTo>
                    <a:pt x="4412957" y="1072194"/>
                  </a:lnTo>
                  <a:lnTo>
                    <a:pt x="4413115" y="1072194"/>
                  </a:lnTo>
                  <a:lnTo>
                    <a:pt x="4413272" y="1072194"/>
                  </a:lnTo>
                  <a:lnTo>
                    <a:pt x="4413430" y="1072194"/>
                  </a:lnTo>
                  <a:lnTo>
                    <a:pt x="4413588" y="1072194"/>
                  </a:lnTo>
                  <a:lnTo>
                    <a:pt x="4413746" y="1072194"/>
                  </a:lnTo>
                  <a:lnTo>
                    <a:pt x="4413903" y="1072194"/>
                  </a:lnTo>
                  <a:lnTo>
                    <a:pt x="4414061" y="1072194"/>
                  </a:lnTo>
                  <a:lnTo>
                    <a:pt x="4414219" y="1072194"/>
                  </a:lnTo>
                  <a:lnTo>
                    <a:pt x="4414376" y="1072194"/>
                  </a:lnTo>
                  <a:lnTo>
                    <a:pt x="4414534" y="1072194"/>
                  </a:lnTo>
                  <a:lnTo>
                    <a:pt x="4414534" y="1071763"/>
                  </a:lnTo>
                  <a:lnTo>
                    <a:pt x="4414692" y="1071763"/>
                  </a:lnTo>
                  <a:lnTo>
                    <a:pt x="4414850" y="1071763"/>
                  </a:lnTo>
                  <a:lnTo>
                    <a:pt x="4415007" y="1071763"/>
                  </a:lnTo>
                  <a:lnTo>
                    <a:pt x="4415165" y="1071763"/>
                  </a:lnTo>
                  <a:lnTo>
                    <a:pt x="4415323" y="1071763"/>
                  </a:lnTo>
                  <a:lnTo>
                    <a:pt x="4415480" y="1071763"/>
                  </a:lnTo>
                  <a:lnTo>
                    <a:pt x="4415480" y="1071332"/>
                  </a:lnTo>
                  <a:lnTo>
                    <a:pt x="4415638" y="1071332"/>
                  </a:lnTo>
                  <a:lnTo>
                    <a:pt x="4415638" y="1070902"/>
                  </a:lnTo>
                  <a:lnTo>
                    <a:pt x="4415796" y="1070902"/>
                  </a:lnTo>
                  <a:lnTo>
                    <a:pt x="4415796" y="1070471"/>
                  </a:lnTo>
                  <a:lnTo>
                    <a:pt x="4415796" y="1070041"/>
                  </a:lnTo>
                  <a:lnTo>
                    <a:pt x="4415954" y="1070041"/>
                  </a:lnTo>
                  <a:lnTo>
                    <a:pt x="4416111" y="1070041"/>
                  </a:lnTo>
                  <a:lnTo>
                    <a:pt x="4416269" y="1070041"/>
                  </a:lnTo>
                  <a:lnTo>
                    <a:pt x="4416427" y="1070041"/>
                  </a:lnTo>
                  <a:lnTo>
                    <a:pt x="4416584" y="1070041"/>
                  </a:lnTo>
                  <a:lnTo>
                    <a:pt x="4416742" y="1070041"/>
                  </a:lnTo>
                  <a:lnTo>
                    <a:pt x="4416900" y="1070041"/>
                  </a:lnTo>
                  <a:lnTo>
                    <a:pt x="4417058" y="1070041"/>
                  </a:lnTo>
                  <a:lnTo>
                    <a:pt x="4417215" y="1070041"/>
                  </a:lnTo>
                  <a:lnTo>
                    <a:pt x="4417215" y="1069610"/>
                  </a:lnTo>
                  <a:lnTo>
                    <a:pt x="4417373" y="1069610"/>
                  </a:lnTo>
                  <a:lnTo>
                    <a:pt x="4417373" y="1069179"/>
                  </a:lnTo>
                  <a:lnTo>
                    <a:pt x="4417531" y="1069179"/>
                  </a:lnTo>
                  <a:lnTo>
                    <a:pt x="4417688" y="1069179"/>
                  </a:lnTo>
                  <a:lnTo>
                    <a:pt x="4417846" y="1069179"/>
                  </a:lnTo>
                  <a:lnTo>
                    <a:pt x="4418004" y="1069179"/>
                  </a:lnTo>
                  <a:lnTo>
                    <a:pt x="4418162" y="1069179"/>
                  </a:lnTo>
                  <a:lnTo>
                    <a:pt x="4418162" y="1068749"/>
                  </a:lnTo>
                  <a:lnTo>
                    <a:pt x="4418319" y="1068749"/>
                  </a:lnTo>
                  <a:lnTo>
                    <a:pt x="4418477" y="1068749"/>
                  </a:lnTo>
                  <a:lnTo>
                    <a:pt x="4418635" y="1068749"/>
                  </a:lnTo>
                  <a:lnTo>
                    <a:pt x="4418793" y="1068749"/>
                  </a:lnTo>
                  <a:lnTo>
                    <a:pt x="4418950" y="1068749"/>
                  </a:lnTo>
                  <a:lnTo>
                    <a:pt x="4419108" y="1068749"/>
                  </a:lnTo>
                  <a:lnTo>
                    <a:pt x="4419108" y="1068318"/>
                  </a:lnTo>
                  <a:lnTo>
                    <a:pt x="4419266" y="1068318"/>
                  </a:lnTo>
                  <a:lnTo>
                    <a:pt x="4419423" y="1068318"/>
                  </a:lnTo>
                  <a:lnTo>
                    <a:pt x="4419581" y="1068318"/>
                  </a:lnTo>
                  <a:lnTo>
                    <a:pt x="4419739" y="1068318"/>
                  </a:lnTo>
                  <a:lnTo>
                    <a:pt x="4419897" y="1068318"/>
                  </a:lnTo>
                  <a:lnTo>
                    <a:pt x="4420054" y="1068318"/>
                  </a:lnTo>
                  <a:lnTo>
                    <a:pt x="4420212" y="1068318"/>
                  </a:lnTo>
                  <a:lnTo>
                    <a:pt x="4420370" y="1068318"/>
                  </a:lnTo>
                  <a:lnTo>
                    <a:pt x="4420527" y="1068318"/>
                  </a:lnTo>
                  <a:lnTo>
                    <a:pt x="4420685" y="1068318"/>
                  </a:lnTo>
                  <a:lnTo>
                    <a:pt x="4420843" y="1068318"/>
                  </a:lnTo>
                  <a:lnTo>
                    <a:pt x="4420843" y="1067888"/>
                  </a:lnTo>
                  <a:lnTo>
                    <a:pt x="4420843" y="1067457"/>
                  </a:lnTo>
                  <a:lnTo>
                    <a:pt x="4421001" y="1067457"/>
                  </a:lnTo>
                  <a:lnTo>
                    <a:pt x="4421158" y="1067457"/>
                  </a:lnTo>
                  <a:lnTo>
                    <a:pt x="4421316" y="1067457"/>
                  </a:lnTo>
                  <a:lnTo>
                    <a:pt x="4421474" y="1067457"/>
                  </a:lnTo>
                  <a:lnTo>
                    <a:pt x="4421631" y="1067457"/>
                  </a:lnTo>
                  <a:lnTo>
                    <a:pt x="4421789" y="1067457"/>
                  </a:lnTo>
                  <a:lnTo>
                    <a:pt x="4421789" y="1067026"/>
                  </a:lnTo>
                  <a:lnTo>
                    <a:pt x="4421947" y="1067026"/>
                  </a:lnTo>
                  <a:lnTo>
                    <a:pt x="4422105" y="1067026"/>
                  </a:lnTo>
                  <a:lnTo>
                    <a:pt x="4422262" y="1067026"/>
                  </a:lnTo>
                  <a:lnTo>
                    <a:pt x="4422420" y="1067026"/>
                  </a:lnTo>
                  <a:lnTo>
                    <a:pt x="4422578" y="1067026"/>
                  </a:lnTo>
                  <a:lnTo>
                    <a:pt x="4422735" y="1067026"/>
                  </a:lnTo>
                  <a:lnTo>
                    <a:pt x="4422893" y="1067026"/>
                  </a:lnTo>
                  <a:lnTo>
                    <a:pt x="4422893" y="1066596"/>
                  </a:lnTo>
                  <a:lnTo>
                    <a:pt x="4423051" y="1066596"/>
                  </a:lnTo>
                  <a:lnTo>
                    <a:pt x="4423209" y="1066596"/>
                  </a:lnTo>
                  <a:lnTo>
                    <a:pt x="4423366" y="1066596"/>
                  </a:lnTo>
                  <a:lnTo>
                    <a:pt x="4423524" y="1066596"/>
                  </a:lnTo>
                  <a:lnTo>
                    <a:pt x="4423682" y="1066596"/>
                  </a:lnTo>
                  <a:lnTo>
                    <a:pt x="4423839" y="1066596"/>
                  </a:lnTo>
                  <a:lnTo>
                    <a:pt x="4423997" y="1066596"/>
                  </a:lnTo>
                  <a:lnTo>
                    <a:pt x="4423997" y="1066165"/>
                  </a:lnTo>
                  <a:lnTo>
                    <a:pt x="4424155" y="1066165"/>
                  </a:lnTo>
                  <a:lnTo>
                    <a:pt x="4424313" y="1066165"/>
                  </a:lnTo>
                  <a:lnTo>
                    <a:pt x="4424470" y="1066165"/>
                  </a:lnTo>
                  <a:lnTo>
                    <a:pt x="4424470" y="1065735"/>
                  </a:lnTo>
                  <a:lnTo>
                    <a:pt x="4424470" y="1065304"/>
                  </a:lnTo>
                  <a:lnTo>
                    <a:pt x="4424470" y="1064873"/>
                  </a:lnTo>
                  <a:lnTo>
                    <a:pt x="4424628" y="1064873"/>
                  </a:lnTo>
                  <a:lnTo>
                    <a:pt x="4424786" y="1064873"/>
                  </a:lnTo>
                  <a:lnTo>
                    <a:pt x="4424786" y="1064443"/>
                  </a:lnTo>
                  <a:lnTo>
                    <a:pt x="4424944" y="1064443"/>
                  </a:lnTo>
                  <a:lnTo>
                    <a:pt x="4425101" y="1064443"/>
                  </a:lnTo>
                  <a:lnTo>
                    <a:pt x="4425259" y="1064443"/>
                  </a:lnTo>
                  <a:lnTo>
                    <a:pt x="4425417" y="1064443"/>
                  </a:lnTo>
                  <a:lnTo>
                    <a:pt x="4425417" y="1064012"/>
                  </a:lnTo>
                  <a:lnTo>
                    <a:pt x="4425574" y="1064012"/>
                  </a:lnTo>
                  <a:lnTo>
                    <a:pt x="4425732" y="1064012"/>
                  </a:lnTo>
                  <a:lnTo>
                    <a:pt x="4425890" y="1064012"/>
                  </a:lnTo>
                  <a:lnTo>
                    <a:pt x="4426048" y="1064012"/>
                  </a:lnTo>
                  <a:lnTo>
                    <a:pt x="4426205" y="1064012"/>
                  </a:lnTo>
                  <a:lnTo>
                    <a:pt x="4426363" y="1064012"/>
                  </a:lnTo>
                  <a:lnTo>
                    <a:pt x="4426521" y="1064012"/>
                  </a:lnTo>
                  <a:lnTo>
                    <a:pt x="4426678" y="1064012"/>
                  </a:lnTo>
                  <a:lnTo>
                    <a:pt x="4426836" y="1064012"/>
                  </a:lnTo>
                  <a:lnTo>
                    <a:pt x="4426994" y="1064012"/>
                  </a:lnTo>
                  <a:lnTo>
                    <a:pt x="4427152" y="1064012"/>
                  </a:lnTo>
                  <a:lnTo>
                    <a:pt x="4427309" y="1064012"/>
                  </a:lnTo>
                  <a:lnTo>
                    <a:pt x="4427309" y="1063582"/>
                  </a:lnTo>
                  <a:lnTo>
                    <a:pt x="4427467" y="1063582"/>
                  </a:lnTo>
                  <a:lnTo>
                    <a:pt x="4427467" y="1063151"/>
                  </a:lnTo>
                  <a:lnTo>
                    <a:pt x="4427467" y="1062720"/>
                  </a:lnTo>
                  <a:lnTo>
                    <a:pt x="4427625" y="1062720"/>
                  </a:lnTo>
                  <a:lnTo>
                    <a:pt x="4427782" y="1062720"/>
                  </a:lnTo>
                  <a:lnTo>
                    <a:pt x="4427940" y="1062720"/>
                  </a:lnTo>
                  <a:lnTo>
                    <a:pt x="4428098" y="1062720"/>
                  </a:lnTo>
                  <a:lnTo>
                    <a:pt x="4428256" y="1062720"/>
                  </a:lnTo>
                  <a:lnTo>
                    <a:pt x="4428413" y="1062720"/>
                  </a:lnTo>
                  <a:lnTo>
                    <a:pt x="4428413" y="1062290"/>
                  </a:lnTo>
                  <a:lnTo>
                    <a:pt x="4428413" y="1061859"/>
                  </a:lnTo>
                  <a:lnTo>
                    <a:pt x="4428571" y="1061859"/>
                  </a:lnTo>
                  <a:lnTo>
                    <a:pt x="4428729" y="1061859"/>
                  </a:lnTo>
                  <a:lnTo>
                    <a:pt x="4428886" y="1061859"/>
                  </a:lnTo>
                  <a:lnTo>
                    <a:pt x="4429044" y="1061859"/>
                  </a:lnTo>
                  <a:lnTo>
                    <a:pt x="4429202" y="1061859"/>
                  </a:lnTo>
                  <a:lnTo>
                    <a:pt x="4429360" y="1061859"/>
                  </a:lnTo>
                  <a:lnTo>
                    <a:pt x="4429360" y="1061429"/>
                  </a:lnTo>
                  <a:lnTo>
                    <a:pt x="4429517" y="1061429"/>
                  </a:lnTo>
                  <a:lnTo>
                    <a:pt x="4429675" y="1061429"/>
                  </a:lnTo>
                  <a:lnTo>
                    <a:pt x="4429833" y="1061429"/>
                  </a:lnTo>
                  <a:lnTo>
                    <a:pt x="4429833" y="1060998"/>
                  </a:lnTo>
                  <a:lnTo>
                    <a:pt x="4429990" y="1060998"/>
                  </a:lnTo>
                  <a:lnTo>
                    <a:pt x="4430148" y="1060998"/>
                  </a:lnTo>
                  <a:lnTo>
                    <a:pt x="4430306" y="1060998"/>
                  </a:lnTo>
                  <a:lnTo>
                    <a:pt x="4430464" y="1060998"/>
                  </a:lnTo>
                  <a:lnTo>
                    <a:pt x="4430464" y="1060567"/>
                  </a:lnTo>
                  <a:lnTo>
                    <a:pt x="4430621" y="1060567"/>
                  </a:lnTo>
                  <a:lnTo>
                    <a:pt x="4430779" y="1060567"/>
                  </a:lnTo>
                  <a:lnTo>
                    <a:pt x="4430937" y="1060567"/>
                  </a:lnTo>
                  <a:lnTo>
                    <a:pt x="4431095" y="1060567"/>
                  </a:lnTo>
                  <a:lnTo>
                    <a:pt x="4431252" y="1060567"/>
                  </a:lnTo>
                  <a:lnTo>
                    <a:pt x="4431410" y="1060567"/>
                  </a:lnTo>
                  <a:lnTo>
                    <a:pt x="4431568" y="1060567"/>
                  </a:lnTo>
                  <a:lnTo>
                    <a:pt x="4431725" y="1060567"/>
                  </a:lnTo>
                  <a:lnTo>
                    <a:pt x="4431883" y="1060567"/>
                  </a:lnTo>
                  <a:lnTo>
                    <a:pt x="4432041" y="1060567"/>
                  </a:lnTo>
                  <a:lnTo>
                    <a:pt x="4432199" y="1060567"/>
                  </a:lnTo>
                  <a:lnTo>
                    <a:pt x="4432356" y="1060567"/>
                  </a:lnTo>
                  <a:lnTo>
                    <a:pt x="4432514" y="1060567"/>
                  </a:lnTo>
                  <a:lnTo>
                    <a:pt x="4432672" y="1060567"/>
                  </a:lnTo>
                  <a:lnTo>
                    <a:pt x="4432829" y="1060567"/>
                  </a:lnTo>
                  <a:lnTo>
                    <a:pt x="4432829" y="1060137"/>
                  </a:lnTo>
                  <a:lnTo>
                    <a:pt x="4432987" y="1060137"/>
                  </a:lnTo>
                  <a:lnTo>
                    <a:pt x="4433145" y="1060137"/>
                  </a:lnTo>
                  <a:lnTo>
                    <a:pt x="4433303" y="1060137"/>
                  </a:lnTo>
                  <a:lnTo>
                    <a:pt x="4433460" y="1060137"/>
                  </a:lnTo>
                  <a:lnTo>
                    <a:pt x="4433618" y="1060137"/>
                  </a:lnTo>
                  <a:lnTo>
                    <a:pt x="4433776" y="1060137"/>
                  </a:lnTo>
                  <a:lnTo>
                    <a:pt x="4433933" y="1060137"/>
                  </a:lnTo>
                  <a:lnTo>
                    <a:pt x="4434091" y="1060137"/>
                  </a:lnTo>
                  <a:lnTo>
                    <a:pt x="4434249" y="1060137"/>
                  </a:lnTo>
                  <a:lnTo>
                    <a:pt x="4434407" y="1060137"/>
                  </a:lnTo>
                  <a:lnTo>
                    <a:pt x="4434564" y="1060137"/>
                  </a:lnTo>
                  <a:lnTo>
                    <a:pt x="4434722" y="1060137"/>
                  </a:lnTo>
                  <a:lnTo>
                    <a:pt x="4434880" y="1060137"/>
                  </a:lnTo>
                  <a:lnTo>
                    <a:pt x="4435037" y="1060137"/>
                  </a:lnTo>
                  <a:lnTo>
                    <a:pt x="4435195" y="1060137"/>
                  </a:lnTo>
                  <a:lnTo>
                    <a:pt x="4435353" y="1060137"/>
                  </a:lnTo>
                  <a:lnTo>
                    <a:pt x="4435511" y="1060137"/>
                  </a:lnTo>
                  <a:lnTo>
                    <a:pt x="4435668" y="1060137"/>
                  </a:lnTo>
                  <a:lnTo>
                    <a:pt x="4435826" y="1060137"/>
                  </a:lnTo>
                  <a:lnTo>
                    <a:pt x="4435984" y="1060137"/>
                  </a:lnTo>
                  <a:lnTo>
                    <a:pt x="4436142" y="1060137"/>
                  </a:lnTo>
                  <a:lnTo>
                    <a:pt x="4436142" y="1059706"/>
                  </a:lnTo>
                  <a:lnTo>
                    <a:pt x="4436299" y="1059706"/>
                  </a:lnTo>
                  <a:lnTo>
                    <a:pt x="4436457" y="1059706"/>
                  </a:lnTo>
                  <a:lnTo>
                    <a:pt x="4436615" y="1059706"/>
                  </a:lnTo>
                  <a:lnTo>
                    <a:pt x="4436772" y="1059706"/>
                  </a:lnTo>
                  <a:lnTo>
                    <a:pt x="4436930" y="1059706"/>
                  </a:lnTo>
                  <a:lnTo>
                    <a:pt x="4437088" y="1059706"/>
                  </a:lnTo>
                  <a:lnTo>
                    <a:pt x="4437246" y="1059706"/>
                  </a:lnTo>
                  <a:lnTo>
                    <a:pt x="4437403" y="1059706"/>
                  </a:lnTo>
                  <a:lnTo>
                    <a:pt x="4437403" y="1059276"/>
                  </a:lnTo>
                  <a:lnTo>
                    <a:pt x="4437561" y="1059276"/>
                  </a:lnTo>
                  <a:lnTo>
                    <a:pt x="4437719" y="1059276"/>
                  </a:lnTo>
                  <a:lnTo>
                    <a:pt x="4437719" y="1058845"/>
                  </a:lnTo>
                  <a:lnTo>
                    <a:pt x="4437719" y="1058414"/>
                  </a:lnTo>
                  <a:lnTo>
                    <a:pt x="4437876" y="1058414"/>
                  </a:lnTo>
                  <a:lnTo>
                    <a:pt x="4438034" y="1058414"/>
                  </a:lnTo>
                  <a:lnTo>
                    <a:pt x="4438192" y="1058414"/>
                  </a:lnTo>
                  <a:lnTo>
                    <a:pt x="4438192" y="1057984"/>
                  </a:lnTo>
                  <a:lnTo>
                    <a:pt x="4438350" y="1057984"/>
                  </a:lnTo>
                  <a:lnTo>
                    <a:pt x="4438507" y="1057984"/>
                  </a:lnTo>
                  <a:lnTo>
                    <a:pt x="4438665" y="1057984"/>
                  </a:lnTo>
                  <a:lnTo>
                    <a:pt x="4438665" y="1057553"/>
                  </a:lnTo>
                  <a:lnTo>
                    <a:pt x="4438823" y="1057553"/>
                  </a:lnTo>
                  <a:lnTo>
                    <a:pt x="4438980" y="1057553"/>
                  </a:lnTo>
                  <a:lnTo>
                    <a:pt x="4439138" y="1057553"/>
                  </a:lnTo>
                  <a:lnTo>
                    <a:pt x="4439296" y="1057553"/>
                  </a:lnTo>
                  <a:lnTo>
                    <a:pt x="4439454" y="1057553"/>
                  </a:lnTo>
                  <a:lnTo>
                    <a:pt x="4439611" y="1057553"/>
                  </a:lnTo>
                  <a:lnTo>
                    <a:pt x="4439611" y="1057123"/>
                  </a:lnTo>
                  <a:lnTo>
                    <a:pt x="4439769" y="1057123"/>
                  </a:lnTo>
                  <a:lnTo>
                    <a:pt x="4439927" y="1057123"/>
                  </a:lnTo>
                  <a:lnTo>
                    <a:pt x="4440084" y="1057123"/>
                  </a:lnTo>
                  <a:lnTo>
                    <a:pt x="4440242" y="1057123"/>
                  </a:lnTo>
                  <a:lnTo>
                    <a:pt x="4440400" y="1057123"/>
                  </a:lnTo>
                  <a:lnTo>
                    <a:pt x="4440558" y="1057123"/>
                  </a:lnTo>
                  <a:lnTo>
                    <a:pt x="4440715" y="1057123"/>
                  </a:lnTo>
                  <a:lnTo>
                    <a:pt x="4440715" y="1056692"/>
                  </a:lnTo>
                  <a:lnTo>
                    <a:pt x="4440873" y="1056692"/>
                  </a:lnTo>
                  <a:lnTo>
                    <a:pt x="4441031" y="1056692"/>
                  </a:lnTo>
                  <a:lnTo>
                    <a:pt x="4441031" y="1056261"/>
                  </a:lnTo>
                  <a:lnTo>
                    <a:pt x="4441188" y="1056261"/>
                  </a:lnTo>
                  <a:lnTo>
                    <a:pt x="4441346" y="1056261"/>
                  </a:lnTo>
                  <a:lnTo>
                    <a:pt x="4441504" y="1056261"/>
                  </a:lnTo>
                  <a:lnTo>
                    <a:pt x="4441662" y="1056261"/>
                  </a:lnTo>
                  <a:lnTo>
                    <a:pt x="4441819" y="1056261"/>
                  </a:lnTo>
                  <a:lnTo>
                    <a:pt x="4441977" y="1056261"/>
                  </a:lnTo>
                  <a:lnTo>
                    <a:pt x="4441977" y="1055831"/>
                  </a:lnTo>
                  <a:lnTo>
                    <a:pt x="4442135" y="1055831"/>
                  </a:lnTo>
                  <a:lnTo>
                    <a:pt x="4442293" y="1055831"/>
                  </a:lnTo>
                  <a:lnTo>
                    <a:pt x="4442450" y="1055831"/>
                  </a:lnTo>
                  <a:lnTo>
                    <a:pt x="4442608" y="1055831"/>
                  </a:lnTo>
                  <a:lnTo>
                    <a:pt x="4442766" y="1055831"/>
                  </a:lnTo>
                  <a:lnTo>
                    <a:pt x="4442923" y="1055831"/>
                  </a:lnTo>
                  <a:lnTo>
                    <a:pt x="4442923" y="1055400"/>
                  </a:lnTo>
                  <a:lnTo>
                    <a:pt x="4443081" y="1055400"/>
                  </a:lnTo>
                  <a:lnTo>
                    <a:pt x="4443239" y="1055400"/>
                  </a:lnTo>
                  <a:lnTo>
                    <a:pt x="4443397" y="1055400"/>
                  </a:lnTo>
                  <a:lnTo>
                    <a:pt x="4443554" y="1055400"/>
                  </a:lnTo>
                  <a:lnTo>
                    <a:pt x="4443712" y="1055400"/>
                  </a:lnTo>
                  <a:lnTo>
                    <a:pt x="4443870" y="1055400"/>
                  </a:lnTo>
                  <a:lnTo>
                    <a:pt x="4444027" y="1055400"/>
                  </a:lnTo>
                  <a:lnTo>
                    <a:pt x="4444185" y="1055400"/>
                  </a:lnTo>
                  <a:lnTo>
                    <a:pt x="4444343" y="1055400"/>
                  </a:lnTo>
                  <a:lnTo>
                    <a:pt x="4444501" y="1055400"/>
                  </a:lnTo>
                  <a:lnTo>
                    <a:pt x="4444501" y="1054970"/>
                  </a:lnTo>
                  <a:lnTo>
                    <a:pt x="4444658" y="1054970"/>
                  </a:lnTo>
                  <a:lnTo>
                    <a:pt x="4444816" y="1054970"/>
                  </a:lnTo>
                  <a:lnTo>
                    <a:pt x="4444974" y="1054970"/>
                  </a:lnTo>
                  <a:lnTo>
                    <a:pt x="4445131" y="1054970"/>
                  </a:lnTo>
                  <a:lnTo>
                    <a:pt x="4445289" y="1054970"/>
                  </a:lnTo>
                  <a:lnTo>
                    <a:pt x="4445447" y="1054970"/>
                  </a:lnTo>
                  <a:lnTo>
                    <a:pt x="4445605" y="1054970"/>
                  </a:lnTo>
                  <a:lnTo>
                    <a:pt x="4445762" y="1054970"/>
                  </a:lnTo>
                  <a:lnTo>
                    <a:pt x="4445920" y="1054970"/>
                  </a:lnTo>
                  <a:lnTo>
                    <a:pt x="4446078" y="1054970"/>
                  </a:lnTo>
                  <a:lnTo>
                    <a:pt x="4446235" y="1054970"/>
                  </a:lnTo>
                  <a:lnTo>
                    <a:pt x="4446393" y="1054970"/>
                  </a:lnTo>
                  <a:lnTo>
                    <a:pt x="4446551" y="1054970"/>
                  </a:lnTo>
                  <a:lnTo>
                    <a:pt x="4446709" y="1054970"/>
                  </a:lnTo>
                  <a:lnTo>
                    <a:pt x="4446866" y="1054970"/>
                  </a:lnTo>
                  <a:lnTo>
                    <a:pt x="4447024" y="1054970"/>
                  </a:lnTo>
                  <a:lnTo>
                    <a:pt x="4447182" y="1054970"/>
                  </a:lnTo>
                  <a:lnTo>
                    <a:pt x="4447182" y="1054539"/>
                  </a:lnTo>
                  <a:lnTo>
                    <a:pt x="4447340" y="1054539"/>
                  </a:lnTo>
                  <a:lnTo>
                    <a:pt x="4447340" y="1054108"/>
                  </a:lnTo>
                  <a:lnTo>
                    <a:pt x="4447497" y="1054108"/>
                  </a:lnTo>
                  <a:lnTo>
                    <a:pt x="4447655" y="1054108"/>
                  </a:lnTo>
                  <a:lnTo>
                    <a:pt x="4447655" y="1053678"/>
                  </a:lnTo>
                  <a:lnTo>
                    <a:pt x="4447655" y="1053247"/>
                  </a:lnTo>
                  <a:lnTo>
                    <a:pt x="4447813" y="1053247"/>
                  </a:lnTo>
                  <a:lnTo>
                    <a:pt x="4447970" y="1053247"/>
                  </a:lnTo>
                  <a:lnTo>
                    <a:pt x="4447970" y="1052817"/>
                  </a:lnTo>
                  <a:lnTo>
                    <a:pt x="4447970" y="1052386"/>
                  </a:lnTo>
                  <a:lnTo>
                    <a:pt x="4448128" y="1052386"/>
                  </a:lnTo>
                  <a:lnTo>
                    <a:pt x="4448286" y="1052386"/>
                  </a:lnTo>
                  <a:lnTo>
                    <a:pt x="4448444" y="1052386"/>
                  </a:lnTo>
                  <a:lnTo>
                    <a:pt x="4448601" y="1052386"/>
                  </a:lnTo>
                  <a:lnTo>
                    <a:pt x="4448759" y="1052386"/>
                  </a:lnTo>
                  <a:lnTo>
                    <a:pt x="4448917" y="1052386"/>
                  </a:lnTo>
                  <a:lnTo>
                    <a:pt x="4448917" y="1051955"/>
                  </a:lnTo>
                  <a:lnTo>
                    <a:pt x="4449074" y="1051955"/>
                  </a:lnTo>
                  <a:lnTo>
                    <a:pt x="4449232" y="1051955"/>
                  </a:lnTo>
                  <a:lnTo>
                    <a:pt x="4449390" y="1051955"/>
                  </a:lnTo>
                  <a:lnTo>
                    <a:pt x="4449548" y="1051955"/>
                  </a:lnTo>
                  <a:lnTo>
                    <a:pt x="4449548" y="1051525"/>
                  </a:lnTo>
                  <a:lnTo>
                    <a:pt x="4449705" y="1051525"/>
                  </a:lnTo>
                  <a:lnTo>
                    <a:pt x="4449863" y="1051525"/>
                  </a:lnTo>
                  <a:lnTo>
                    <a:pt x="4450021" y="1051525"/>
                  </a:lnTo>
                  <a:lnTo>
                    <a:pt x="4450178" y="1051525"/>
                  </a:lnTo>
                  <a:lnTo>
                    <a:pt x="4450178" y="1051094"/>
                  </a:lnTo>
                  <a:lnTo>
                    <a:pt x="4450336" y="1051094"/>
                  </a:lnTo>
                  <a:lnTo>
                    <a:pt x="4450494" y="1051094"/>
                  </a:lnTo>
                  <a:lnTo>
                    <a:pt x="4450652" y="1051094"/>
                  </a:lnTo>
                  <a:lnTo>
                    <a:pt x="4450809" y="1051094"/>
                  </a:lnTo>
                  <a:lnTo>
                    <a:pt x="4450967" y="1051094"/>
                  </a:lnTo>
                  <a:lnTo>
                    <a:pt x="4451125" y="1051094"/>
                  </a:lnTo>
                  <a:lnTo>
                    <a:pt x="4451282" y="1051094"/>
                  </a:lnTo>
                  <a:lnTo>
                    <a:pt x="4451282" y="1050664"/>
                  </a:lnTo>
                  <a:lnTo>
                    <a:pt x="4451440" y="1050664"/>
                  </a:lnTo>
                  <a:lnTo>
                    <a:pt x="4451598" y="1050664"/>
                  </a:lnTo>
                  <a:lnTo>
                    <a:pt x="4451756" y="1050664"/>
                  </a:lnTo>
                  <a:lnTo>
                    <a:pt x="4451913" y="1050664"/>
                  </a:lnTo>
                  <a:lnTo>
                    <a:pt x="4452071" y="1050664"/>
                  </a:lnTo>
                  <a:lnTo>
                    <a:pt x="4452229" y="1050664"/>
                  </a:lnTo>
                  <a:lnTo>
                    <a:pt x="4452386" y="1050664"/>
                  </a:lnTo>
                  <a:lnTo>
                    <a:pt x="4452544" y="1050664"/>
                  </a:lnTo>
                  <a:lnTo>
                    <a:pt x="4452702" y="1050664"/>
                  </a:lnTo>
                  <a:lnTo>
                    <a:pt x="4452860" y="1050664"/>
                  </a:lnTo>
                  <a:lnTo>
                    <a:pt x="4453017" y="1050664"/>
                  </a:lnTo>
                  <a:lnTo>
                    <a:pt x="4453175" y="1050664"/>
                  </a:lnTo>
                  <a:lnTo>
                    <a:pt x="4453333" y="1050664"/>
                  </a:lnTo>
                  <a:lnTo>
                    <a:pt x="4453491" y="1050664"/>
                  </a:lnTo>
                  <a:lnTo>
                    <a:pt x="4453648" y="1050664"/>
                  </a:lnTo>
                  <a:lnTo>
                    <a:pt x="4453806" y="1050664"/>
                  </a:lnTo>
                  <a:lnTo>
                    <a:pt x="4453964" y="1050664"/>
                  </a:lnTo>
                  <a:lnTo>
                    <a:pt x="4453964" y="1050233"/>
                  </a:lnTo>
                  <a:lnTo>
                    <a:pt x="4454121" y="1050233"/>
                  </a:lnTo>
                  <a:lnTo>
                    <a:pt x="4454121" y="1049802"/>
                  </a:lnTo>
                  <a:lnTo>
                    <a:pt x="4454279" y="1049802"/>
                  </a:lnTo>
                  <a:lnTo>
                    <a:pt x="4454437" y="1049802"/>
                  </a:lnTo>
                  <a:lnTo>
                    <a:pt x="4454595" y="1049802"/>
                  </a:lnTo>
                  <a:lnTo>
                    <a:pt x="4454752" y="1049802"/>
                  </a:lnTo>
                  <a:lnTo>
                    <a:pt x="4454910" y="1049802"/>
                  </a:lnTo>
                  <a:lnTo>
                    <a:pt x="4455068" y="1049802"/>
                  </a:lnTo>
                  <a:lnTo>
                    <a:pt x="4455225" y="1049802"/>
                  </a:lnTo>
                  <a:lnTo>
                    <a:pt x="4455383" y="1049802"/>
                  </a:lnTo>
                  <a:lnTo>
                    <a:pt x="4455541" y="1049802"/>
                  </a:lnTo>
                  <a:lnTo>
                    <a:pt x="4455699" y="1049802"/>
                  </a:lnTo>
                  <a:lnTo>
                    <a:pt x="4455856" y="1049802"/>
                  </a:lnTo>
                  <a:lnTo>
                    <a:pt x="4456014" y="1049802"/>
                  </a:lnTo>
                  <a:lnTo>
                    <a:pt x="4456172" y="1049802"/>
                  </a:lnTo>
                  <a:lnTo>
                    <a:pt x="4456172" y="1049372"/>
                  </a:lnTo>
                  <a:lnTo>
                    <a:pt x="4456329" y="1049372"/>
                  </a:lnTo>
                  <a:lnTo>
                    <a:pt x="4456487" y="1049372"/>
                  </a:lnTo>
                  <a:lnTo>
                    <a:pt x="4456645" y="1049372"/>
                  </a:lnTo>
                  <a:lnTo>
                    <a:pt x="4456803" y="1049372"/>
                  </a:lnTo>
                  <a:lnTo>
                    <a:pt x="4456960" y="1049372"/>
                  </a:lnTo>
                  <a:lnTo>
                    <a:pt x="4457118" y="1049372"/>
                  </a:lnTo>
                  <a:lnTo>
                    <a:pt x="4457276" y="1049372"/>
                  </a:lnTo>
                  <a:lnTo>
                    <a:pt x="4457433" y="1049372"/>
                  </a:lnTo>
                  <a:lnTo>
                    <a:pt x="4457591" y="1049372"/>
                  </a:lnTo>
                  <a:lnTo>
                    <a:pt x="4457749" y="1049372"/>
                  </a:lnTo>
                  <a:lnTo>
                    <a:pt x="4457749" y="1048941"/>
                  </a:lnTo>
                  <a:lnTo>
                    <a:pt x="4457749" y="1048511"/>
                  </a:lnTo>
                  <a:lnTo>
                    <a:pt x="4457907" y="1048511"/>
                  </a:lnTo>
                  <a:lnTo>
                    <a:pt x="4458064" y="1048511"/>
                  </a:lnTo>
                  <a:lnTo>
                    <a:pt x="4458222" y="1048511"/>
                  </a:lnTo>
                  <a:lnTo>
                    <a:pt x="4458380" y="1048511"/>
                  </a:lnTo>
                  <a:lnTo>
                    <a:pt x="4458538" y="1048511"/>
                  </a:lnTo>
                  <a:lnTo>
                    <a:pt x="4458695" y="1048511"/>
                  </a:lnTo>
                  <a:lnTo>
                    <a:pt x="4458853" y="1048511"/>
                  </a:lnTo>
                  <a:lnTo>
                    <a:pt x="4458853" y="1048080"/>
                  </a:lnTo>
                  <a:lnTo>
                    <a:pt x="4459011" y="1048080"/>
                  </a:lnTo>
                  <a:lnTo>
                    <a:pt x="4459168" y="1048080"/>
                  </a:lnTo>
                  <a:lnTo>
                    <a:pt x="4459326" y="1048080"/>
                  </a:lnTo>
                  <a:lnTo>
                    <a:pt x="4459326" y="1047649"/>
                  </a:lnTo>
                  <a:lnTo>
                    <a:pt x="4459484" y="1047649"/>
                  </a:lnTo>
                  <a:lnTo>
                    <a:pt x="4459484" y="1047219"/>
                  </a:lnTo>
                  <a:lnTo>
                    <a:pt x="4459484" y="1046788"/>
                  </a:lnTo>
                  <a:lnTo>
                    <a:pt x="4459642" y="1046788"/>
                  </a:lnTo>
                  <a:lnTo>
                    <a:pt x="4459799" y="1046788"/>
                  </a:lnTo>
                  <a:lnTo>
                    <a:pt x="4459957" y="1046788"/>
                  </a:lnTo>
                  <a:lnTo>
                    <a:pt x="4459957" y="1046358"/>
                  </a:lnTo>
                  <a:lnTo>
                    <a:pt x="4460115" y="1046358"/>
                  </a:lnTo>
                  <a:lnTo>
                    <a:pt x="4460272" y="1046358"/>
                  </a:lnTo>
                  <a:lnTo>
                    <a:pt x="4460430" y="1046358"/>
                  </a:lnTo>
                  <a:lnTo>
                    <a:pt x="4460588" y="1046358"/>
                  </a:lnTo>
                  <a:lnTo>
                    <a:pt x="4460746" y="1046358"/>
                  </a:lnTo>
                  <a:lnTo>
                    <a:pt x="4460903" y="1046358"/>
                  </a:lnTo>
                  <a:lnTo>
                    <a:pt x="4461061" y="1046358"/>
                  </a:lnTo>
                  <a:lnTo>
                    <a:pt x="4461219" y="1046358"/>
                  </a:lnTo>
                  <a:lnTo>
                    <a:pt x="4461376" y="1046358"/>
                  </a:lnTo>
                  <a:lnTo>
                    <a:pt x="4461534" y="1046358"/>
                  </a:lnTo>
                  <a:lnTo>
                    <a:pt x="4461692" y="1046358"/>
                  </a:lnTo>
                  <a:lnTo>
                    <a:pt x="4461850" y="1046358"/>
                  </a:lnTo>
                  <a:lnTo>
                    <a:pt x="4462007" y="1046358"/>
                  </a:lnTo>
                  <a:lnTo>
                    <a:pt x="4462007" y="1045927"/>
                  </a:lnTo>
                  <a:lnTo>
                    <a:pt x="4462165" y="1045927"/>
                  </a:lnTo>
                  <a:lnTo>
                    <a:pt x="4462323" y="1045927"/>
                  </a:lnTo>
                  <a:lnTo>
                    <a:pt x="4462480" y="1045927"/>
                  </a:lnTo>
                  <a:lnTo>
                    <a:pt x="4462638" y="1045927"/>
                  </a:lnTo>
                  <a:lnTo>
                    <a:pt x="4462796" y="1045927"/>
                  </a:lnTo>
                  <a:lnTo>
                    <a:pt x="4462954" y="1045927"/>
                  </a:lnTo>
                  <a:lnTo>
                    <a:pt x="4462954" y="1045496"/>
                  </a:lnTo>
                  <a:lnTo>
                    <a:pt x="4463111" y="1045496"/>
                  </a:lnTo>
                  <a:lnTo>
                    <a:pt x="4463269" y="1045496"/>
                  </a:lnTo>
                  <a:lnTo>
                    <a:pt x="4463427" y="1045496"/>
                  </a:lnTo>
                  <a:lnTo>
                    <a:pt x="4463584" y="1045496"/>
                  </a:lnTo>
                  <a:lnTo>
                    <a:pt x="4463742" y="1045496"/>
                  </a:lnTo>
                  <a:lnTo>
                    <a:pt x="4463900" y="1045496"/>
                  </a:lnTo>
                  <a:lnTo>
                    <a:pt x="4464058" y="1045496"/>
                  </a:lnTo>
                  <a:lnTo>
                    <a:pt x="4464215" y="1045496"/>
                  </a:lnTo>
                  <a:lnTo>
                    <a:pt x="4464373" y="1045496"/>
                  </a:lnTo>
                  <a:lnTo>
                    <a:pt x="4464531" y="1045496"/>
                  </a:lnTo>
                  <a:lnTo>
                    <a:pt x="4464689" y="1045496"/>
                  </a:lnTo>
                  <a:lnTo>
                    <a:pt x="4464846" y="1045496"/>
                  </a:lnTo>
                  <a:lnTo>
                    <a:pt x="4464846" y="1045066"/>
                  </a:lnTo>
                  <a:lnTo>
                    <a:pt x="4464846" y="1044635"/>
                  </a:lnTo>
                  <a:lnTo>
                    <a:pt x="4465004" y="1044635"/>
                  </a:lnTo>
                  <a:lnTo>
                    <a:pt x="4465162" y="1044635"/>
                  </a:lnTo>
                  <a:lnTo>
                    <a:pt x="4465319" y="1044635"/>
                  </a:lnTo>
                  <a:lnTo>
                    <a:pt x="4465477" y="1044635"/>
                  </a:lnTo>
                  <a:lnTo>
                    <a:pt x="4465635" y="1044635"/>
                  </a:lnTo>
                  <a:lnTo>
                    <a:pt x="4465793" y="1044635"/>
                  </a:lnTo>
                  <a:lnTo>
                    <a:pt x="4465950" y="1044635"/>
                  </a:lnTo>
                  <a:lnTo>
                    <a:pt x="4466108" y="1044635"/>
                  </a:lnTo>
                  <a:lnTo>
                    <a:pt x="4466266" y="1044635"/>
                  </a:lnTo>
                  <a:lnTo>
                    <a:pt x="4466423" y="1044635"/>
                  </a:lnTo>
                  <a:lnTo>
                    <a:pt x="4466581" y="1044635"/>
                  </a:lnTo>
                  <a:lnTo>
                    <a:pt x="4466739" y="1044635"/>
                  </a:lnTo>
                  <a:lnTo>
                    <a:pt x="4466739" y="1044205"/>
                  </a:lnTo>
                  <a:lnTo>
                    <a:pt x="4466897" y="1044205"/>
                  </a:lnTo>
                  <a:lnTo>
                    <a:pt x="4467054" y="1044205"/>
                  </a:lnTo>
                  <a:lnTo>
                    <a:pt x="4467212" y="1044205"/>
                  </a:lnTo>
                  <a:lnTo>
                    <a:pt x="4467370" y="1044205"/>
                  </a:lnTo>
                  <a:lnTo>
                    <a:pt x="4467527" y="1044205"/>
                  </a:lnTo>
                  <a:lnTo>
                    <a:pt x="4467685" y="1044205"/>
                  </a:lnTo>
                  <a:lnTo>
                    <a:pt x="4467685" y="1043774"/>
                  </a:lnTo>
                  <a:lnTo>
                    <a:pt x="4467843" y="1043774"/>
                  </a:lnTo>
                  <a:lnTo>
                    <a:pt x="4468001" y="1043774"/>
                  </a:lnTo>
                  <a:lnTo>
                    <a:pt x="4468158" y="1043774"/>
                  </a:lnTo>
                  <a:lnTo>
                    <a:pt x="4468316" y="1043774"/>
                  </a:lnTo>
                  <a:lnTo>
                    <a:pt x="4468474" y="1043774"/>
                  </a:lnTo>
                  <a:lnTo>
                    <a:pt x="4468631" y="1043774"/>
                  </a:lnTo>
                  <a:lnTo>
                    <a:pt x="4468789" y="1043774"/>
                  </a:lnTo>
                  <a:lnTo>
                    <a:pt x="4468947" y="1043774"/>
                  </a:lnTo>
                  <a:lnTo>
                    <a:pt x="4468947" y="1043343"/>
                  </a:lnTo>
                  <a:lnTo>
                    <a:pt x="4469105" y="1043343"/>
                  </a:lnTo>
                  <a:lnTo>
                    <a:pt x="4469262" y="1043343"/>
                  </a:lnTo>
                  <a:lnTo>
                    <a:pt x="4469420" y="1043343"/>
                  </a:lnTo>
                  <a:lnTo>
                    <a:pt x="4469578" y="1043343"/>
                  </a:lnTo>
                  <a:lnTo>
                    <a:pt x="4469736" y="1043343"/>
                  </a:lnTo>
                  <a:lnTo>
                    <a:pt x="4469736" y="1042913"/>
                  </a:lnTo>
                  <a:lnTo>
                    <a:pt x="4469893" y="1042913"/>
                  </a:lnTo>
                  <a:lnTo>
                    <a:pt x="4470051" y="1042913"/>
                  </a:lnTo>
                  <a:lnTo>
                    <a:pt x="4470209" y="1042913"/>
                  </a:lnTo>
                  <a:lnTo>
                    <a:pt x="4470366" y="1042913"/>
                  </a:lnTo>
                  <a:lnTo>
                    <a:pt x="4470524" y="1042913"/>
                  </a:lnTo>
                  <a:lnTo>
                    <a:pt x="4470682" y="1042913"/>
                  </a:lnTo>
                  <a:lnTo>
                    <a:pt x="4470840" y="1042913"/>
                  </a:lnTo>
                  <a:lnTo>
                    <a:pt x="4470997" y="1042913"/>
                  </a:lnTo>
                  <a:lnTo>
                    <a:pt x="4470997" y="1042482"/>
                  </a:lnTo>
                  <a:lnTo>
                    <a:pt x="4471155" y="1042482"/>
                  </a:lnTo>
                  <a:lnTo>
                    <a:pt x="4471313" y="1042482"/>
                  </a:lnTo>
                  <a:lnTo>
                    <a:pt x="4471470" y="1042482"/>
                  </a:lnTo>
                  <a:lnTo>
                    <a:pt x="4471628" y="1042482"/>
                  </a:lnTo>
                  <a:lnTo>
                    <a:pt x="4471628" y="1042052"/>
                  </a:lnTo>
                  <a:lnTo>
                    <a:pt x="4471786" y="1042052"/>
                  </a:lnTo>
                  <a:lnTo>
                    <a:pt x="4471944" y="1042052"/>
                  </a:lnTo>
                  <a:lnTo>
                    <a:pt x="4472101" y="1042052"/>
                  </a:lnTo>
                  <a:lnTo>
                    <a:pt x="4472259" y="1042052"/>
                  </a:lnTo>
                  <a:lnTo>
                    <a:pt x="4472417" y="1042052"/>
                  </a:lnTo>
                  <a:lnTo>
                    <a:pt x="4472574" y="1042052"/>
                  </a:lnTo>
                  <a:lnTo>
                    <a:pt x="4472732" y="1042052"/>
                  </a:lnTo>
                  <a:lnTo>
                    <a:pt x="4472890" y="1042052"/>
                  </a:lnTo>
                  <a:lnTo>
                    <a:pt x="4473048" y="1042052"/>
                  </a:lnTo>
                  <a:lnTo>
                    <a:pt x="4473205" y="1042052"/>
                  </a:lnTo>
                  <a:lnTo>
                    <a:pt x="4473363" y="1042052"/>
                  </a:lnTo>
                  <a:lnTo>
                    <a:pt x="4473521" y="1042052"/>
                  </a:lnTo>
                  <a:lnTo>
                    <a:pt x="4473678" y="1042052"/>
                  </a:lnTo>
                  <a:lnTo>
                    <a:pt x="4473836" y="1042052"/>
                  </a:lnTo>
                  <a:lnTo>
                    <a:pt x="4473994" y="1042052"/>
                  </a:lnTo>
                  <a:lnTo>
                    <a:pt x="4474152" y="1042052"/>
                  </a:lnTo>
                  <a:lnTo>
                    <a:pt x="4474309" y="1042052"/>
                  </a:lnTo>
                  <a:lnTo>
                    <a:pt x="4474467" y="1042052"/>
                  </a:lnTo>
                  <a:lnTo>
                    <a:pt x="4474625" y="1042052"/>
                  </a:lnTo>
                  <a:lnTo>
                    <a:pt x="4474782" y="1042052"/>
                  </a:lnTo>
                  <a:lnTo>
                    <a:pt x="4474940" y="1042052"/>
                  </a:lnTo>
                  <a:lnTo>
                    <a:pt x="4475098" y="1042052"/>
                  </a:lnTo>
                  <a:lnTo>
                    <a:pt x="4475256" y="1042052"/>
                  </a:lnTo>
                  <a:lnTo>
                    <a:pt x="4475413" y="1042052"/>
                  </a:lnTo>
                  <a:lnTo>
                    <a:pt x="4475571" y="1042052"/>
                  </a:lnTo>
                  <a:lnTo>
                    <a:pt x="4475729" y="1042052"/>
                  </a:lnTo>
                  <a:lnTo>
                    <a:pt x="4475887" y="1042052"/>
                  </a:lnTo>
                  <a:lnTo>
                    <a:pt x="4475887" y="1041621"/>
                  </a:lnTo>
                  <a:lnTo>
                    <a:pt x="4476044" y="1041621"/>
                  </a:lnTo>
                  <a:lnTo>
                    <a:pt x="4476202" y="1041621"/>
                  </a:lnTo>
                  <a:lnTo>
                    <a:pt x="4476360" y="1041621"/>
                  </a:lnTo>
                  <a:lnTo>
                    <a:pt x="4476517" y="1041621"/>
                  </a:lnTo>
                  <a:lnTo>
                    <a:pt x="4476675" y="1041621"/>
                  </a:lnTo>
                  <a:lnTo>
                    <a:pt x="4476833" y="1041621"/>
                  </a:lnTo>
                  <a:lnTo>
                    <a:pt x="4476991" y="1041621"/>
                  </a:lnTo>
                  <a:lnTo>
                    <a:pt x="4477148" y="1041621"/>
                  </a:lnTo>
                  <a:lnTo>
                    <a:pt x="4477306" y="1041621"/>
                  </a:lnTo>
                  <a:lnTo>
                    <a:pt x="4477464" y="1041621"/>
                  </a:lnTo>
                  <a:lnTo>
                    <a:pt x="4477621" y="1041621"/>
                  </a:lnTo>
                  <a:lnTo>
                    <a:pt x="4477779" y="1041621"/>
                  </a:lnTo>
                  <a:lnTo>
                    <a:pt x="4477937" y="1041621"/>
                  </a:lnTo>
                  <a:lnTo>
                    <a:pt x="4478095" y="1041621"/>
                  </a:lnTo>
                  <a:lnTo>
                    <a:pt x="4478252" y="1041621"/>
                  </a:lnTo>
                  <a:lnTo>
                    <a:pt x="4478410" y="1041621"/>
                  </a:lnTo>
                  <a:lnTo>
                    <a:pt x="4478568" y="1041621"/>
                  </a:lnTo>
                  <a:lnTo>
                    <a:pt x="4478568" y="1041190"/>
                  </a:lnTo>
                  <a:lnTo>
                    <a:pt x="4478725" y="1041190"/>
                  </a:lnTo>
                  <a:lnTo>
                    <a:pt x="4478883" y="1041190"/>
                  </a:lnTo>
                  <a:lnTo>
                    <a:pt x="4479041" y="1041190"/>
                  </a:lnTo>
                  <a:lnTo>
                    <a:pt x="4479199" y="1041190"/>
                  </a:lnTo>
                  <a:lnTo>
                    <a:pt x="4479356" y="1041190"/>
                  </a:lnTo>
                  <a:lnTo>
                    <a:pt x="4479514" y="1041190"/>
                  </a:lnTo>
                  <a:lnTo>
                    <a:pt x="4479672" y="1041190"/>
                  </a:lnTo>
                  <a:lnTo>
                    <a:pt x="4479829" y="1041190"/>
                  </a:lnTo>
                  <a:lnTo>
                    <a:pt x="4479987" y="1041190"/>
                  </a:lnTo>
                  <a:lnTo>
                    <a:pt x="4480145" y="1041190"/>
                  </a:lnTo>
                  <a:lnTo>
                    <a:pt x="4480303" y="1041190"/>
                  </a:lnTo>
                  <a:lnTo>
                    <a:pt x="4480460" y="1041190"/>
                  </a:lnTo>
                  <a:lnTo>
                    <a:pt x="4480618" y="1041190"/>
                  </a:lnTo>
                  <a:lnTo>
                    <a:pt x="4480776" y="1041190"/>
                  </a:lnTo>
                  <a:lnTo>
                    <a:pt x="4480776" y="1040760"/>
                  </a:lnTo>
                  <a:lnTo>
                    <a:pt x="4480934" y="1040760"/>
                  </a:lnTo>
                  <a:lnTo>
                    <a:pt x="4480934" y="1040329"/>
                  </a:lnTo>
                  <a:lnTo>
                    <a:pt x="4481091" y="1040329"/>
                  </a:lnTo>
                  <a:lnTo>
                    <a:pt x="4481249" y="1040329"/>
                  </a:lnTo>
                  <a:lnTo>
                    <a:pt x="4481407" y="1040329"/>
                  </a:lnTo>
                  <a:lnTo>
                    <a:pt x="4481564" y="1040329"/>
                  </a:lnTo>
                  <a:lnTo>
                    <a:pt x="4481722" y="1040329"/>
                  </a:lnTo>
                  <a:lnTo>
                    <a:pt x="4481722" y="1039899"/>
                  </a:lnTo>
                  <a:lnTo>
                    <a:pt x="4481880" y="1039899"/>
                  </a:lnTo>
                  <a:lnTo>
                    <a:pt x="4482038" y="1039899"/>
                  </a:lnTo>
                  <a:lnTo>
                    <a:pt x="4482195" y="1039899"/>
                  </a:lnTo>
                  <a:lnTo>
                    <a:pt x="4482353" y="1039899"/>
                  </a:lnTo>
                  <a:lnTo>
                    <a:pt x="4482353" y="1039468"/>
                  </a:lnTo>
                  <a:lnTo>
                    <a:pt x="4482511" y="1039468"/>
                  </a:lnTo>
                  <a:lnTo>
                    <a:pt x="4482668" y="1039468"/>
                  </a:lnTo>
                  <a:lnTo>
                    <a:pt x="4482826" y="1039468"/>
                  </a:lnTo>
                  <a:lnTo>
                    <a:pt x="4482826" y="1039037"/>
                  </a:lnTo>
                  <a:lnTo>
                    <a:pt x="4482984" y="1039037"/>
                  </a:lnTo>
                  <a:lnTo>
                    <a:pt x="4483142" y="1039037"/>
                  </a:lnTo>
                  <a:lnTo>
                    <a:pt x="4483299" y="1039037"/>
                  </a:lnTo>
                  <a:lnTo>
                    <a:pt x="4483457" y="1039037"/>
                  </a:lnTo>
                  <a:lnTo>
                    <a:pt x="4483615" y="1039037"/>
                  </a:lnTo>
                  <a:lnTo>
                    <a:pt x="4483772" y="1039037"/>
                  </a:lnTo>
                  <a:lnTo>
                    <a:pt x="4483930" y="1039037"/>
                  </a:lnTo>
                  <a:lnTo>
                    <a:pt x="4484088" y="1039037"/>
                  </a:lnTo>
                  <a:lnTo>
                    <a:pt x="4484246" y="1039037"/>
                  </a:lnTo>
                  <a:lnTo>
                    <a:pt x="4484403" y="1039037"/>
                  </a:lnTo>
                  <a:lnTo>
                    <a:pt x="4484561" y="1039037"/>
                  </a:lnTo>
                  <a:lnTo>
                    <a:pt x="4484719" y="1039037"/>
                  </a:lnTo>
                  <a:lnTo>
                    <a:pt x="4484876" y="1039037"/>
                  </a:lnTo>
                  <a:lnTo>
                    <a:pt x="4485034" y="1039037"/>
                  </a:lnTo>
                  <a:lnTo>
                    <a:pt x="4485192" y="1039037"/>
                  </a:lnTo>
                  <a:lnTo>
                    <a:pt x="4485192" y="1038607"/>
                  </a:lnTo>
                  <a:lnTo>
                    <a:pt x="4485350" y="1038607"/>
                  </a:lnTo>
                  <a:lnTo>
                    <a:pt x="4485507" y="1038607"/>
                  </a:lnTo>
                  <a:lnTo>
                    <a:pt x="4485507" y="1038176"/>
                  </a:lnTo>
                  <a:lnTo>
                    <a:pt x="4485507" y="1037746"/>
                  </a:lnTo>
                  <a:lnTo>
                    <a:pt x="4485665" y="1037746"/>
                  </a:lnTo>
                  <a:lnTo>
                    <a:pt x="4485823" y="1037746"/>
                  </a:lnTo>
                  <a:lnTo>
                    <a:pt x="4485980" y="1037746"/>
                  </a:lnTo>
                  <a:lnTo>
                    <a:pt x="4486138" y="1037746"/>
                  </a:lnTo>
                  <a:lnTo>
                    <a:pt x="4486296" y="1037746"/>
                  </a:lnTo>
                  <a:lnTo>
                    <a:pt x="4486454" y="1037746"/>
                  </a:lnTo>
                  <a:lnTo>
                    <a:pt x="4486611" y="1037746"/>
                  </a:lnTo>
                  <a:lnTo>
                    <a:pt x="4486769" y="1037746"/>
                  </a:lnTo>
                  <a:lnTo>
                    <a:pt x="4486927" y="1037746"/>
                  </a:lnTo>
                  <a:lnTo>
                    <a:pt x="4487085" y="1037746"/>
                  </a:lnTo>
                  <a:lnTo>
                    <a:pt x="4487242" y="1037746"/>
                  </a:lnTo>
                  <a:lnTo>
                    <a:pt x="4487400" y="1037746"/>
                  </a:lnTo>
                  <a:lnTo>
                    <a:pt x="4487400" y="1037315"/>
                  </a:lnTo>
                  <a:lnTo>
                    <a:pt x="4487558" y="1037315"/>
                  </a:lnTo>
                  <a:lnTo>
                    <a:pt x="4487558" y="1036884"/>
                  </a:lnTo>
                  <a:lnTo>
                    <a:pt x="4487715" y="1036884"/>
                  </a:lnTo>
                  <a:lnTo>
                    <a:pt x="4487873" y="1036884"/>
                  </a:lnTo>
                  <a:lnTo>
                    <a:pt x="4488031" y="1036884"/>
                  </a:lnTo>
                  <a:lnTo>
                    <a:pt x="4488031" y="1036454"/>
                  </a:lnTo>
                  <a:lnTo>
                    <a:pt x="4488189" y="1036454"/>
                  </a:lnTo>
                  <a:lnTo>
                    <a:pt x="4488346" y="1036454"/>
                  </a:lnTo>
                  <a:lnTo>
                    <a:pt x="4488504" y="1036454"/>
                  </a:lnTo>
                  <a:lnTo>
                    <a:pt x="4488662" y="1036454"/>
                  </a:lnTo>
                  <a:lnTo>
                    <a:pt x="4488819" y="1036454"/>
                  </a:lnTo>
                  <a:lnTo>
                    <a:pt x="4488977" y="1036454"/>
                  </a:lnTo>
                  <a:lnTo>
                    <a:pt x="4489135" y="1036454"/>
                  </a:lnTo>
                  <a:lnTo>
                    <a:pt x="4489293" y="1036454"/>
                  </a:lnTo>
                  <a:lnTo>
                    <a:pt x="4489450" y="1036454"/>
                  </a:lnTo>
                  <a:lnTo>
                    <a:pt x="4489608" y="1036454"/>
                  </a:lnTo>
                  <a:lnTo>
                    <a:pt x="4489766" y="1036454"/>
                  </a:lnTo>
                  <a:lnTo>
                    <a:pt x="4489766" y="1036023"/>
                  </a:lnTo>
                  <a:lnTo>
                    <a:pt x="4489923" y="1036023"/>
                  </a:lnTo>
                  <a:lnTo>
                    <a:pt x="4490081" y="1036023"/>
                  </a:lnTo>
                  <a:lnTo>
                    <a:pt x="4490239" y="1036023"/>
                  </a:lnTo>
                  <a:lnTo>
                    <a:pt x="4490397" y="1036023"/>
                  </a:lnTo>
                  <a:lnTo>
                    <a:pt x="4490397" y="1035593"/>
                  </a:lnTo>
                  <a:lnTo>
                    <a:pt x="4490554" y="1035593"/>
                  </a:lnTo>
                  <a:lnTo>
                    <a:pt x="4490712" y="1035593"/>
                  </a:lnTo>
                  <a:lnTo>
                    <a:pt x="4490870" y="1035593"/>
                  </a:lnTo>
                  <a:lnTo>
                    <a:pt x="4491027" y="1035593"/>
                  </a:lnTo>
                  <a:lnTo>
                    <a:pt x="4491185" y="1035593"/>
                  </a:lnTo>
                  <a:lnTo>
                    <a:pt x="4491343" y="1035593"/>
                  </a:lnTo>
                  <a:lnTo>
                    <a:pt x="4491343" y="1035162"/>
                  </a:lnTo>
                  <a:lnTo>
                    <a:pt x="4491501" y="1035162"/>
                  </a:lnTo>
                  <a:lnTo>
                    <a:pt x="4491658" y="1035162"/>
                  </a:lnTo>
                  <a:lnTo>
                    <a:pt x="4491816" y="1035162"/>
                  </a:lnTo>
                  <a:lnTo>
                    <a:pt x="4491974" y="1035162"/>
                  </a:lnTo>
                  <a:lnTo>
                    <a:pt x="4491974" y="1034731"/>
                  </a:lnTo>
                  <a:lnTo>
                    <a:pt x="4492132" y="1034731"/>
                  </a:lnTo>
                  <a:lnTo>
                    <a:pt x="4492289" y="1034731"/>
                  </a:lnTo>
                  <a:lnTo>
                    <a:pt x="4492289" y="1034301"/>
                  </a:lnTo>
                  <a:lnTo>
                    <a:pt x="4492447" y="1034301"/>
                  </a:lnTo>
                  <a:lnTo>
                    <a:pt x="4492605" y="1034301"/>
                  </a:lnTo>
                  <a:lnTo>
                    <a:pt x="4492762" y="1034301"/>
                  </a:lnTo>
                  <a:lnTo>
                    <a:pt x="4492920" y="1034301"/>
                  </a:lnTo>
                  <a:lnTo>
                    <a:pt x="4493078" y="1034301"/>
                  </a:lnTo>
                  <a:lnTo>
                    <a:pt x="4493236" y="1034301"/>
                  </a:lnTo>
                  <a:lnTo>
                    <a:pt x="4493393" y="1034301"/>
                  </a:lnTo>
                  <a:lnTo>
                    <a:pt x="4493393" y="1033870"/>
                  </a:lnTo>
                  <a:lnTo>
                    <a:pt x="4493551" y="1033870"/>
                  </a:lnTo>
                  <a:lnTo>
                    <a:pt x="4493709" y="1033870"/>
                  </a:lnTo>
                  <a:lnTo>
                    <a:pt x="4493866" y="1033870"/>
                  </a:lnTo>
                  <a:lnTo>
                    <a:pt x="4494024" y="1033870"/>
                  </a:lnTo>
                  <a:lnTo>
                    <a:pt x="4494024" y="1033440"/>
                  </a:lnTo>
                  <a:lnTo>
                    <a:pt x="4494182" y="1033440"/>
                  </a:lnTo>
                  <a:lnTo>
                    <a:pt x="4494340" y="1033440"/>
                  </a:lnTo>
                  <a:lnTo>
                    <a:pt x="4494340" y="1033009"/>
                  </a:lnTo>
                  <a:lnTo>
                    <a:pt x="4494497" y="1033009"/>
                  </a:lnTo>
                  <a:lnTo>
                    <a:pt x="4494655" y="1033009"/>
                  </a:lnTo>
                  <a:lnTo>
                    <a:pt x="4494813" y="1033009"/>
                  </a:lnTo>
                  <a:lnTo>
                    <a:pt x="4494970" y="1033009"/>
                  </a:lnTo>
                  <a:lnTo>
                    <a:pt x="4495128" y="1033009"/>
                  </a:lnTo>
                  <a:lnTo>
                    <a:pt x="4495286" y="1033009"/>
                  </a:lnTo>
                  <a:lnTo>
                    <a:pt x="4495444" y="1033009"/>
                  </a:lnTo>
                  <a:lnTo>
                    <a:pt x="4495601" y="1033009"/>
                  </a:lnTo>
                  <a:lnTo>
                    <a:pt x="4495759" y="1033009"/>
                  </a:lnTo>
                  <a:lnTo>
                    <a:pt x="4495917" y="1033009"/>
                  </a:lnTo>
                  <a:lnTo>
                    <a:pt x="4496074" y="1033009"/>
                  </a:lnTo>
                  <a:lnTo>
                    <a:pt x="4496232" y="1033009"/>
                  </a:lnTo>
                  <a:lnTo>
                    <a:pt x="4496390" y="1033009"/>
                  </a:lnTo>
                  <a:lnTo>
                    <a:pt x="4496548" y="1033009"/>
                  </a:lnTo>
                  <a:lnTo>
                    <a:pt x="4496705" y="1033009"/>
                  </a:lnTo>
                  <a:lnTo>
                    <a:pt x="4496863" y="1033009"/>
                  </a:lnTo>
                  <a:lnTo>
                    <a:pt x="4497021" y="1033009"/>
                  </a:lnTo>
                  <a:lnTo>
                    <a:pt x="4497178" y="1033009"/>
                  </a:lnTo>
                  <a:lnTo>
                    <a:pt x="4497336" y="1033009"/>
                  </a:lnTo>
                  <a:lnTo>
                    <a:pt x="4497494" y="1033009"/>
                  </a:lnTo>
                  <a:lnTo>
                    <a:pt x="4497652" y="1033009"/>
                  </a:lnTo>
                  <a:lnTo>
                    <a:pt x="4497652" y="1032578"/>
                  </a:lnTo>
                  <a:lnTo>
                    <a:pt x="4497809" y="1032578"/>
                  </a:lnTo>
                  <a:lnTo>
                    <a:pt x="4497967" y="1032578"/>
                  </a:lnTo>
                  <a:lnTo>
                    <a:pt x="4498125" y="1032578"/>
                  </a:lnTo>
                  <a:lnTo>
                    <a:pt x="4498283" y="1032578"/>
                  </a:lnTo>
                  <a:lnTo>
                    <a:pt x="4498440" y="1032578"/>
                  </a:lnTo>
                  <a:lnTo>
                    <a:pt x="4498440" y="1032148"/>
                  </a:lnTo>
                  <a:lnTo>
                    <a:pt x="4498440" y="1031717"/>
                  </a:lnTo>
                  <a:lnTo>
                    <a:pt x="4498598" y="1031717"/>
                  </a:lnTo>
                  <a:lnTo>
                    <a:pt x="4498756" y="1031717"/>
                  </a:lnTo>
                  <a:lnTo>
                    <a:pt x="4498913" y="1031717"/>
                  </a:lnTo>
                  <a:lnTo>
                    <a:pt x="4499071" y="1031717"/>
                  </a:lnTo>
                  <a:lnTo>
                    <a:pt x="4499229" y="1031717"/>
                  </a:lnTo>
                  <a:lnTo>
                    <a:pt x="4499229" y="1031287"/>
                  </a:lnTo>
                  <a:lnTo>
                    <a:pt x="4499229" y="1030856"/>
                  </a:lnTo>
                  <a:lnTo>
                    <a:pt x="4499387" y="1030856"/>
                  </a:lnTo>
                  <a:lnTo>
                    <a:pt x="4499544" y="1030856"/>
                  </a:lnTo>
                  <a:lnTo>
                    <a:pt x="4499702" y="1030856"/>
                  </a:lnTo>
                  <a:lnTo>
                    <a:pt x="4499860" y="1030856"/>
                  </a:lnTo>
                  <a:lnTo>
                    <a:pt x="4500017" y="1030856"/>
                  </a:lnTo>
                  <a:lnTo>
                    <a:pt x="4500175" y="1030856"/>
                  </a:lnTo>
                  <a:lnTo>
                    <a:pt x="4500333" y="1030856"/>
                  </a:lnTo>
                  <a:lnTo>
                    <a:pt x="4500491" y="1030856"/>
                  </a:lnTo>
                  <a:lnTo>
                    <a:pt x="4500648" y="1030856"/>
                  </a:lnTo>
                  <a:lnTo>
                    <a:pt x="4500806" y="1030856"/>
                  </a:lnTo>
                  <a:lnTo>
                    <a:pt x="4500806" y="1030425"/>
                  </a:lnTo>
                  <a:lnTo>
                    <a:pt x="4500964" y="1030425"/>
                  </a:lnTo>
                  <a:lnTo>
                    <a:pt x="4501121" y="1030425"/>
                  </a:lnTo>
                  <a:lnTo>
                    <a:pt x="4501279" y="1030425"/>
                  </a:lnTo>
                  <a:lnTo>
                    <a:pt x="4501437" y="1030425"/>
                  </a:lnTo>
                  <a:lnTo>
                    <a:pt x="4501595" y="1030425"/>
                  </a:lnTo>
                  <a:lnTo>
                    <a:pt x="4501595" y="1029995"/>
                  </a:lnTo>
                  <a:lnTo>
                    <a:pt x="4501752" y="1029995"/>
                  </a:lnTo>
                  <a:lnTo>
                    <a:pt x="4501910" y="1029995"/>
                  </a:lnTo>
                  <a:lnTo>
                    <a:pt x="4502068" y="1029995"/>
                  </a:lnTo>
                  <a:lnTo>
                    <a:pt x="4502225" y="1029995"/>
                  </a:lnTo>
                  <a:lnTo>
                    <a:pt x="4502383" y="1029995"/>
                  </a:lnTo>
                  <a:lnTo>
                    <a:pt x="4502541" y="1029995"/>
                  </a:lnTo>
                  <a:lnTo>
                    <a:pt x="4502699" y="1029995"/>
                  </a:lnTo>
                  <a:lnTo>
                    <a:pt x="4502856" y="1029995"/>
                  </a:lnTo>
                  <a:lnTo>
                    <a:pt x="4503014" y="1029995"/>
                  </a:lnTo>
                  <a:lnTo>
                    <a:pt x="4503172" y="1029995"/>
                  </a:lnTo>
                  <a:lnTo>
                    <a:pt x="4503329" y="1029995"/>
                  </a:lnTo>
                  <a:lnTo>
                    <a:pt x="4503487" y="1029995"/>
                  </a:lnTo>
                  <a:lnTo>
                    <a:pt x="4503645" y="1029995"/>
                  </a:lnTo>
                  <a:lnTo>
                    <a:pt x="4503645" y="1029564"/>
                  </a:lnTo>
                  <a:lnTo>
                    <a:pt x="4503803" y="1029564"/>
                  </a:lnTo>
                  <a:lnTo>
                    <a:pt x="4503960" y="1029564"/>
                  </a:lnTo>
                  <a:lnTo>
                    <a:pt x="4504118" y="1029564"/>
                  </a:lnTo>
                  <a:lnTo>
                    <a:pt x="4504118" y="1029134"/>
                  </a:lnTo>
                  <a:lnTo>
                    <a:pt x="4504276" y="1029134"/>
                  </a:lnTo>
                  <a:lnTo>
                    <a:pt x="4504434" y="1029134"/>
                  </a:lnTo>
                  <a:lnTo>
                    <a:pt x="4504591" y="1029134"/>
                  </a:lnTo>
                  <a:lnTo>
                    <a:pt x="4504749" y="1029134"/>
                  </a:lnTo>
                  <a:lnTo>
                    <a:pt x="4504907" y="1029134"/>
                  </a:lnTo>
                  <a:lnTo>
                    <a:pt x="4505064" y="1029134"/>
                  </a:lnTo>
                  <a:lnTo>
                    <a:pt x="4505222" y="1029134"/>
                  </a:lnTo>
                  <a:lnTo>
                    <a:pt x="4505380" y="1029134"/>
                  </a:lnTo>
                  <a:lnTo>
                    <a:pt x="4505538" y="1029134"/>
                  </a:lnTo>
                  <a:lnTo>
                    <a:pt x="4505695" y="1029134"/>
                  </a:lnTo>
                  <a:lnTo>
                    <a:pt x="4505853" y="1029134"/>
                  </a:lnTo>
                  <a:lnTo>
                    <a:pt x="4506011" y="1029134"/>
                  </a:lnTo>
                  <a:lnTo>
                    <a:pt x="4506168" y="1029134"/>
                  </a:lnTo>
                  <a:lnTo>
                    <a:pt x="4506326" y="1029134"/>
                  </a:lnTo>
                  <a:lnTo>
                    <a:pt x="4506484" y="1029134"/>
                  </a:lnTo>
                  <a:lnTo>
                    <a:pt x="4506484" y="1028703"/>
                  </a:lnTo>
                  <a:lnTo>
                    <a:pt x="4506642" y="1028703"/>
                  </a:lnTo>
                  <a:lnTo>
                    <a:pt x="4506799" y="1028703"/>
                  </a:lnTo>
                  <a:lnTo>
                    <a:pt x="4506957" y="1028703"/>
                  </a:lnTo>
                  <a:lnTo>
                    <a:pt x="4507115" y="1028703"/>
                  </a:lnTo>
                  <a:lnTo>
                    <a:pt x="4507272" y="1028703"/>
                  </a:lnTo>
                  <a:lnTo>
                    <a:pt x="4507430" y="1028703"/>
                  </a:lnTo>
                  <a:lnTo>
                    <a:pt x="4507588" y="1028703"/>
                  </a:lnTo>
                  <a:lnTo>
                    <a:pt x="4507746" y="1028703"/>
                  </a:lnTo>
                  <a:lnTo>
                    <a:pt x="4507903" y="1028703"/>
                  </a:lnTo>
                  <a:lnTo>
                    <a:pt x="4508061" y="1028703"/>
                  </a:lnTo>
                  <a:lnTo>
                    <a:pt x="4508219" y="1028703"/>
                  </a:lnTo>
                  <a:lnTo>
                    <a:pt x="4508219" y="1028272"/>
                  </a:lnTo>
                  <a:lnTo>
                    <a:pt x="4508219" y="1027842"/>
                  </a:lnTo>
                  <a:lnTo>
                    <a:pt x="4508376" y="1027842"/>
                  </a:lnTo>
                  <a:lnTo>
                    <a:pt x="4508534" y="1027842"/>
                  </a:lnTo>
                  <a:lnTo>
                    <a:pt x="4508534" y="1027411"/>
                  </a:lnTo>
                  <a:lnTo>
                    <a:pt x="4508692" y="1027411"/>
                  </a:lnTo>
                  <a:lnTo>
                    <a:pt x="4508850" y="1027411"/>
                  </a:lnTo>
                  <a:lnTo>
                    <a:pt x="4508850" y="1026981"/>
                  </a:lnTo>
                  <a:lnTo>
                    <a:pt x="4509007" y="1026981"/>
                  </a:lnTo>
                  <a:lnTo>
                    <a:pt x="4509165" y="1026981"/>
                  </a:lnTo>
                  <a:lnTo>
                    <a:pt x="4509323" y="1026981"/>
                  </a:lnTo>
                  <a:lnTo>
                    <a:pt x="4509323" y="1026550"/>
                  </a:lnTo>
                  <a:lnTo>
                    <a:pt x="4509481" y="1026550"/>
                  </a:lnTo>
                  <a:lnTo>
                    <a:pt x="4509638" y="1026550"/>
                  </a:lnTo>
                  <a:lnTo>
                    <a:pt x="4509796" y="1026550"/>
                  </a:lnTo>
                  <a:lnTo>
                    <a:pt x="4509954" y="1026550"/>
                  </a:lnTo>
                  <a:lnTo>
                    <a:pt x="4510111" y="1026550"/>
                  </a:lnTo>
                  <a:lnTo>
                    <a:pt x="4510269" y="1026550"/>
                  </a:lnTo>
                  <a:lnTo>
                    <a:pt x="4510427" y="1026550"/>
                  </a:lnTo>
                  <a:lnTo>
                    <a:pt x="4510585" y="1026550"/>
                  </a:lnTo>
                  <a:lnTo>
                    <a:pt x="4510742" y="1026550"/>
                  </a:lnTo>
                  <a:lnTo>
                    <a:pt x="4510900" y="1026550"/>
                  </a:lnTo>
                  <a:lnTo>
                    <a:pt x="4511058" y="1026550"/>
                  </a:lnTo>
                  <a:lnTo>
                    <a:pt x="4511215" y="1026550"/>
                  </a:lnTo>
                  <a:lnTo>
                    <a:pt x="4511373" y="1026550"/>
                  </a:lnTo>
                  <a:lnTo>
                    <a:pt x="4511373" y="1026119"/>
                  </a:lnTo>
                  <a:lnTo>
                    <a:pt x="4511531" y="1026119"/>
                  </a:lnTo>
                  <a:lnTo>
                    <a:pt x="4511689" y="1026119"/>
                  </a:lnTo>
                  <a:lnTo>
                    <a:pt x="4511846" y="1026119"/>
                  </a:lnTo>
                  <a:lnTo>
                    <a:pt x="4511846" y="1025689"/>
                  </a:lnTo>
                  <a:lnTo>
                    <a:pt x="4512004" y="1025689"/>
                  </a:lnTo>
                  <a:lnTo>
                    <a:pt x="4512162" y="1025689"/>
                  </a:lnTo>
                  <a:lnTo>
                    <a:pt x="4512319" y="1025689"/>
                  </a:lnTo>
                  <a:lnTo>
                    <a:pt x="4512477" y="1025689"/>
                  </a:lnTo>
                  <a:lnTo>
                    <a:pt x="4512635" y="1025689"/>
                  </a:lnTo>
                  <a:lnTo>
                    <a:pt x="4512793" y="1025689"/>
                  </a:lnTo>
                  <a:lnTo>
                    <a:pt x="4512950" y="1025689"/>
                  </a:lnTo>
                  <a:lnTo>
                    <a:pt x="4513108" y="1025689"/>
                  </a:lnTo>
                  <a:lnTo>
                    <a:pt x="4513266" y="1025689"/>
                  </a:lnTo>
                  <a:lnTo>
                    <a:pt x="4513423" y="1025689"/>
                  </a:lnTo>
                  <a:lnTo>
                    <a:pt x="4513581" y="1025689"/>
                  </a:lnTo>
                  <a:lnTo>
                    <a:pt x="4513739" y="1025689"/>
                  </a:lnTo>
                  <a:lnTo>
                    <a:pt x="4513897" y="1025689"/>
                  </a:lnTo>
                  <a:lnTo>
                    <a:pt x="4514054" y="1025689"/>
                  </a:lnTo>
                  <a:lnTo>
                    <a:pt x="4514212" y="1025689"/>
                  </a:lnTo>
                  <a:lnTo>
                    <a:pt x="4514370" y="1025689"/>
                  </a:lnTo>
                  <a:lnTo>
                    <a:pt x="4514527" y="1025689"/>
                  </a:lnTo>
                  <a:lnTo>
                    <a:pt x="4514685" y="1025689"/>
                  </a:lnTo>
                  <a:lnTo>
                    <a:pt x="4514843" y="1025689"/>
                  </a:lnTo>
                  <a:lnTo>
                    <a:pt x="4515001" y="1025689"/>
                  </a:lnTo>
                  <a:lnTo>
                    <a:pt x="4515001" y="1025258"/>
                  </a:lnTo>
                  <a:lnTo>
                    <a:pt x="4515158" y="1025258"/>
                  </a:lnTo>
                  <a:lnTo>
                    <a:pt x="4515316" y="1025258"/>
                  </a:lnTo>
                  <a:lnTo>
                    <a:pt x="4515474" y="1025258"/>
                  </a:lnTo>
                  <a:lnTo>
                    <a:pt x="4515632" y="1025258"/>
                  </a:lnTo>
                  <a:lnTo>
                    <a:pt x="4515789" y="1025258"/>
                  </a:lnTo>
                  <a:lnTo>
                    <a:pt x="4515947" y="1025258"/>
                  </a:lnTo>
                  <a:lnTo>
                    <a:pt x="4516105" y="1025258"/>
                  </a:lnTo>
                  <a:lnTo>
                    <a:pt x="4516262" y="1025258"/>
                  </a:lnTo>
                  <a:lnTo>
                    <a:pt x="4516420" y="1025258"/>
                  </a:lnTo>
                  <a:lnTo>
                    <a:pt x="4516578" y="1025258"/>
                  </a:lnTo>
                  <a:lnTo>
                    <a:pt x="4516736" y="1025258"/>
                  </a:lnTo>
                  <a:lnTo>
                    <a:pt x="4516893" y="1025258"/>
                  </a:lnTo>
                  <a:lnTo>
                    <a:pt x="4517051" y="1025258"/>
                  </a:lnTo>
                  <a:lnTo>
                    <a:pt x="4517051" y="1024828"/>
                  </a:lnTo>
                  <a:lnTo>
                    <a:pt x="4517209" y="1024828"/>
                  </a:lnTo>
                  <a:lnTo>
                    <a:pt x="4517366" y="1024828"/>
                  </a:lnTo>
                  <a:lnTo>
                    <a:pt x="4517366" y="1024397"/>
                  </a:lnTo>
                  <a:lnTo>
                    <a:pt x="4517524" y="1024397"/>
                  </a:lnTo>
                  <a:lnTo>
                    <a:pt x="4517682" y="1024397"/>
                  </a:lnTo>
                  <a:lnTo>
                    <a:pt x="4517840" y="1024397"/>
                  </a:lnTo>
                  <a:lnTo>
                    <a:pt x="4517840" y="1023966"/>
                  </a:lnTo>
                  <a:lnTo>
                    <a:pt x="4517997" y="1023966"/>
                  </a:lnTo>
                  <a:lnTo>
                    <a:pt x="4518155" y="1023966"/>
                  </a:lnTo>
                  <a:lnTo>
                    <a:pt x="4518313" y="1023966"/>
                  </a:lnTo>
                  <a:lnTo>
                    <a:pt x="4518470" y="1023966"/>
                  </a:lnTo>
                  <a:lnTo>
                    <a:pt x="4518470" y="1023536"/>
                  </a:lnTo>
                  <a:lnTo>
                    <a:pt x="4518628" y="1023536"/>
                  </a:lnTo>
                  <a:lnTo>
                    <a:pt x="4518628" y="1023105"/>
                  </a:lnTo>
                  <a:lnTo>
                    <a:pt x="4518628" y="1022675"/>
                  </a:lnTo>
                  <a:lnTo>
                    <a:pt x="4518628" y="1022244"/>
                  </a:lnTo>
                  <a:lnTo>
                    <a:pt x="4518786" y="1022244"/>
                  </a:lnTo>
                  <a:lnTo>
                    <a:pt x="4518944" y="1022244"/>
                  </a:lnTo>
                  <a:lnTo>
                    <a:pt x="4519101" y="1022244"/>
                  </a:lnTo>
                  <a:lnTo>
                    <a:pt x="4519259" y="1022244"/>
                  </a:lnTo>
                  <a:lnTo>
                    <a:pt x="4519417" y="1022244"/>
                  </a:lnTo>
                  <a:lnTo>
                    <a:pt x="4519574" y="1022244"/>
                  </a:lnTo>
                  <a:lnTo>
                    <a:pt x="4519732" y="1022244"/>
                  </a:lnTo>
                  <a:lnTo>
                    <a:pt x="4519890" y="1022244"/>
                  </a:lnTo>
                  <a:lnTo>
                    <a:pt x="4519890" y="1021813"/>
                  </a:lnTo>
                  <a:lnTo>
                    <a:pt x="4520048" y="1021813"/>
                  </a:lnTo>
                  <a:lnTo>
                    <a:pt x="4520205" y="1021813"/>
                  </a:lnTo>
                  <a:lnTo>
                    <a:pt x="4520363" y="1021813"/>
                  </a:lnTo>
                  <a:lnTo>
                    <a:pt x="4520521" y="1021813"/>
                  </a:lnTo>
                  <a:lnTo>
                    <a:pt x="4520521" y="1021383"/>
                  </a:lnTo>
                  <a:lnTo>
                    <a:pt x="4520679" y="1021383"/>
                  </a:lnTo>
                  <a:lnTo>
                    <a:pt x="4520836" y="1021383"/>
                  </a:lnTo>
                  <a:lnTo>
                    <a:pt x="4520994" y="1021383"/>
                  </a:lnTo>
                  <a:lnTo>
                    <a:pt x="4521152" y="1021383"/>
                  </a:lnTo>
                  <a:lnTo>
                    <a:pt x="4521152" y="1020952"/>
                  </a:lnTo>
                  <a:lnTo>
                    <a:pt x="4521309" y="1020952"/>
                  </a:lnTo>
                  <a:lnTo>
                    <a:pt x="4521467" y="1020952"/>
                  </a:lnTo>
                  <a:lnTo>
                    <a:pt x="4521467" y="1020522"/>
                  </a:lnTo>
                  <a:lnTo>
                    <a:pt x="4521625" y="1020522"/>
                  </a:lnTo>
                  <a:lnTo>
                    <a:pt x="4521783" y="1020522"/>
                  </a:lnTo>
                  <a:lnTo>
                    <a:pt x="4521940" y="1020522"/>
                  </a:lnTo>
                  <a:lnTo>
                    <a:pt x="4522098" y="1020522"/>
                  </a:lnTo>
                  <a:lnTo>
                    <a:pt x="4522256" y="1020522"/>
                  </a:lnTo>
                  <a:lnTo>
                    <a:pt x="4522413" y="1020522"/>
                  </a:lnTo>
                  <a:lnTo>
                    <a:pt x="4522413" y="1020091"/>
                  </a:lnTo>
                  <a:lnTo>
                    <a:pt x="4522571" y="1020091"/>
                  </a:lnTo>
                  <a:lnTo>
                    <a:pt x="4522571" y="1019660"/>
                  </a:lnTo>
                  <a:lnTo>
                    <a:pt x="4522729" y="1019660"/>
                  </a:lnTo>
                  <a:lnTo>
                    <a:pt x="4522887" y="1019660"/>
                  </a:lnTo>
                  <a:lnTo>
                    <a:pt x="4523044" y="1019660"/>
                  </a:lnTo>
                  <a:lnTo>
                    <a:pt x="4523202" y="1019660"/>
                  </a:lnTo>
                  <a:lnTo>
                    <a:pt x="4523360" y="1019660"/>
                  </a:lnTo>
                  <a:lnTo>
                    <a:pt x="4523517" y="1019660"/>
                  </a:lnTo>
                  <a:lnTo>
                    <a:pt x="4523517" y="1019230"/>
                  </a:lnTo>
                  <a:lnTo>
                    <a:pt x="4523675" y="1019230"/>
                  </a:lnTo>
                  <a:lnTo>
                    <a:pt x="4523833" y="1019230"/>
                  </a:lnTo>
                  <a:lnTo>
                    <a:pt x="4523991" y="1019230"/>
                  </a:lnTo>
                  <a:lnTo>
                    <a:pt x="4524148" y="1019230"/>
                  </a:lnTo>
                  <a:lnTo>
                    <a:pt x="4524306" y="1019230"/>
                  </a:lnTo>
                  <a:lnTo>
                    <a:pt x="4524464" y="1019230"/>
                  </a:lnTo>
                  <a:lnTo>
                    <a:pt x="4524464" y="1018799"/>
                  </a:lnTo>
                  <a:lnTo>
                    <a:pt x="4524621" y="1018799"/>
                  </a:lnTo>
                  <a:lnTo>
                    <a:pt x="4524621" y="1018369"/>
                  </a:lnTo>
                  <a:lnTo>
                    <a:pt x="4524779" y="1018369"/>
                  </a:lnTo>
                  <a:lnTo>
                    <a:pt x="4524937" y="1018369"/>
                  </a:lnTo>
                  <a:lnTo>
                    <a:pt x="4525095" y="1018369"/>
                  </a:lnTo>
                  <a:lnTo>
                    <a:pt x="4525252" y="1018369"/>
                  </a:lnTo>
                  <a:lnTo>
                    <a:pt x="4525252" y="1017938"/>
                  </a:lnTo>
                  <a:lnTo>
                    <a:pt x="4525410" y="1017938"/>
                  </a:lnTo>
                  <a:lnTo>
                    <a:pt x="4525410" y="1017507"/>
                  </a:lnTo>
                  <a:lnTo>
                    <a:pt x="4525568" y="1017507"/>
                  </a:lnTo>
                  <a:lnTo>
                    <a:pt x="4525725" y="1017507"/>
                  </a:lnTo>
                  <a:lnTo>
                    <a:pt x="4525725" y="1017077"/>
                  </a:lnTo>
                  <a:lnTo>
                    <a:pt x="4525883" y="1017077"/>
                  </a:lnTo>
                  <a:lnTo>
                    <a:pt x="4526041" y="1017077"/>
                  </a:lnTo>
                  <a:lnTo>
                    <a:pt x="4526199" y="1017077"/>
                  </a:lnTo>
                  <a:lnTo>
                    <a:pt x="4526356" y="1017077"/>
                  </a:lnTo>
                  <a:lnTo>
                    <a:pt x="4526514" y="1017077"/>
                  </a:lnTo>
                  <a:lnTo>
                    <a:pt x="4526672" y="1017077"/>
                  </a:lnTo>
                  <a:lnTo>
                    <a:pt x="4526830" y="1017077"/>
                  </a:lnTo>
                  <a:lnTo>
                    <a:pt x="4526987" y="1017077"/>
                  </a:lnTo>
                  <a:lnTo>
                    <a:pt x="4527145" y="1017077"/>
                  </a:lnTo>
                  <a:lnTo>
                    <a:pt x="4527303" y="1017077"/>
                  </a:lnTo>
                  <a:lnTo>
                    <a:pt x="4527303" y="1016646"/>
                  </a:lnTo>
                  <a:lnTo>
                    <a:pt x="4527460" y="1016646"/>
                  </a:lnTo>
                  <a:lnTo>
                    <a:pt x="4527618" y="1016646"/>
                  </a:lnTo>
                  <a:lnTo>
                    <a:pt x="4527776" y="1016646"/>
                  </a:lnTo>
                  <a:lnTo>
                    <a:pt x="4527934" y="1016646"/>
                  </a:lnTo>
                  <a:lnTo>
                    <a:pt x="4528091" y="1016646"/>
                  </a:lnTo>
                  <a:lnTo>
                    <a:pt x="4528249" y="1016646"/>
                  </a:lnTo>
                  <a:lnTo>
                    <a:pt x="4528407" y="1016646"/>
                  </a:lnTo>
                  <a:lnTo>
                    <a:pt x="4528407" y="1016216"/>
                  </a:lnTo>
                  <a:lnTo>
                    <a:pt x="4528564" y="1016216"/>
                  </a:lnTo>
                  <a:lnTo>
                    <a:pt x="4528722" y="1016216"/>
                  </a:lnTo>
                  <a:lnTo>
                    <a:pt x="4528880" y="1016216"/>
                  </a:lnTo>
                  <a:lnTo>
                    <a:pt x="4529038" y="1016216"/>
                  </a:lnTo>
                  <a:lnTo>
                    <a:pt x="4529195" y="1016216"/>
                  </a:lnTo>
                  <a:lnTo>
                    <a:pt x="4529353" y="1016216"/>
                  </a:lnTo>
                  <a:lnTo>
                    <a:pt x="4529511" y="1016216"/>
                  </a:lnTo>
                  <a:lnTo>
                    <a:pt x="4529668" y="1016216"/>
                  </a:lnTo>
                  <a:lnTo>
                    <a:pt x="4529826" y="1016216"/>
                  </a:lnTo>
                  <a:lnTo>
                    <a:pt x="4529826" y="1015785"/>
                  </a:lnTo>
                  <a:lnTo>
                    <a:pt x="4529984" y="1015785"/>
                  </a:lnTo>
                  <a:lnTo>
                    <a:pt x="4530142" y="1015785"/>
                  </a:lnTo>
                  <a:lnTo>
                    <a:pt x="4530299" y="1015785"/>
                  </a:lnTo>
                  <a:lnTo>
                    <a:pt x="4530457" y="1015785"/>
                  </a:lnTo>
                  <a:lnTo>
                    <a:pt x="4530615" y="1015785"/>
                  </a:lnTo>
                  <a:lnTo>
                    <a:pt x="4530772" y="1015785"/>
                  </a:lnTo>
                  <a:lnTo>
                    <a:pt x="4530930" y="1015785"/>
                  </a:lnTo>
                  <a:lnTo>
                    <a:pt x="4531088" y="1015785"/>
                  </a:lnTo>
                  <a:lnTo>
                    <a:pt x="4531246" y="1015785"/>
                  </a:lnTo>
                  <a:lnTo>
                    <a:pt x="4531403" y="1015785"/>
                  </a:lnTo>
                  <a:lnTo>
                    <a:pt x="4531561" y="1015785"/>
                  </a:lnTo>
                  <a:lnTo>
                    <a:pt x="4531719" y="1015785"/>
                  </a:lnTo>
                  <a:lnTo>
                    <a:pt x="4531719" y="1015354"/>
                  </a:lnTo>
                  <a:lnTo>
                    <a:pt x="4531877" y="1015354"/>
                  </a:lnTo>
                  <a:lnTo>
                    <a:pt x="4532034" y="1015354"/>
                  </a:lnTo>
                  <a:lnTo>
                    <a:pt x="4532192" y="1015354"/>
                  </a:lnTo>
                  <a:lnTo>
                    <a:pt x="4532350" y="1015354"/>
                  </a:lnTo>
                  <a:lnTo>
                    <a:pt x="4532507" y="1015354"/>
                  </a:lnTo>
                  <a:lnTo>
                    <a:pt x="4532665" y="1015354"/>
                  </a:lnTo>
                  <a:lnTo>
                    <a:pt x="4532823" y="1015354"/>
                  </a:lnTo>
                  <a:lnTo>
                    <a:pt x="4532981" y="1015354"/>
                  </a:lnTo>
                  <a:lnTo>
                    <a:pt x="4533138" y="1015354"/>
                  </a:lnTo>
                  <a:lnTo>
                    <a:pt x="4533296" y="1015354"/>
                  </a:lnTo>
                  <a:lnTo>
                    <a:pt x="4533454" y="1015354"/>
                  </a:lnTo>
                  <a:lnTo>
                    <a:pt x="4533611" y="1015354"/>
                  </a:lnTo>
                  <a:lnTo>
                    <a:pt x="4533769" y="1015354"/>
                  </a:lnTo>
                  <a:lnTo>
                    <a:pt x="4533927" y="1015354"/>
                  </a:lnTo>
                  <a:lnTo>
                    <a:pt x="4534085" y="1015354"/>
                  </a:lnTo>
                  <a:lnTo>
                    <a:pt x="4534085" y="1014924"/>
                  </a:lnTo>
                  <a:lnTo>
                    <a:pt x="4534242" y="1014924"/>
                  </a:lnTo>
                  <a:lnTo>
                    <a:pt x="4534400" y="1014924"/>
                  </a:lnTo>
                  <a:lnTo>
                    <a:pt x="4534558" y="1014924"/>
                  </a:lnTo>
                  <a:lnTo>
                    <a:pt x="4534715" y="1014924"/>
                  </a:lnTo>
                  <a:lnTo>
                    <a:pt x="4534873" y="1014924"/>
                  </a:lnTo>
                  <a:lnTo>
                    <a:pt x="4535031" y="1014924"/>
                  </a:lnTo>
                  <a:lnTo>
                    <a:pt x="4535189" y="1014924"/>
                  </a:lnTo>
                  <a:lnTo>
                    <a:pt x="4535189" y="1014493"/>
                  </a:lnTo>
                  <a:lnTo>
                    <a:pt x="4535189" y="1014063"/>
                  </a:lnTo>
                  <a:lnTo>
                    <a:pt x="4535346" y="1014063"/>
                  </a:lnTo>
                  <a:lnTo>
                    <a:pt x="4535504" y="1014063"/>
                  </a:lnTo>
                  <a:lnTo>
                    <a:pt x="4535662" y="1014063"/>
                  </a:lnTo>
                  <a:lnTo>
                    <a:pt x="4535819" y="1014063"/>
                  </a:lnTo>
                  <a:lnTo>
                    <a:pt x="4535977" y="1014063"/>
                  </a:lnTo>
                  <a:lnTo>
                    <a:pt x="4536135" y="1014063"/>
                  </a:lnTo>
                  <a:lnTo>
                    <a:pt x="4536293" y="1014063"/>
                  </a:lnTo>
                  <a:lnTo>
                    <a:pt x="4536450" y="1014063"/>
                  </a:lnTo>
                  <a:lnTo>
                    <a:pt x="4536608" y="1014063"/>
                  </a:lnTo>
                  <a:lnTo>
                    <a:pt x="4536766" y="1014063"/>
                  </a:lnTo>
                  <a:lnTo>
                    <a:pt x="4536923" y="1014063"/>
                  </a:lnTo>
                  <a:lnTo>
                    <a:pt x="4537081" y="1014063"/>
                  </a:lnTo>
                  <a:lnTo>
                    <a:pt x="4537239" y="1014063"/>
                  </a:lnTo>
                  <a:lnTo>
                    <a:pt x="4537397" y="1014063"/>
                  </a:lnTo>
                  <a:lnTo>
                    <a:pt x="4537554" y="1014063"/>
                  </a:lnTo>
                  <a:lnTo>
                    <a:pt x="4537554" y="1013632"/>
                  </a:lnTo>
                  <a:lnTo>
                    <a:pt x="4537712" y="1013632"/>
                  </a:lnTo>
                  <a:lnTo>
                    <a:pt x="4537870" y="1013632"/>
                  </a:lnTo>
                  <a:lnTo>
                    <a:pt x="4538028" y="1013632"/>
                  </a:lnTo>
                  <a:lnTo>
                    <a:pt x="4538028" y="1013201"/>
                  </a:lnTo>
                  <a:lnTo>
                    <a:pt x="4538185" y="1013201"/>
                  </a:lnTo>
                  <a:lnTo>
                    <a:pt x="4538343" y="1013201"/>
                  </a:lnTo>
                  <a:lnTo>
                    <a:pt x="4538501" y="1013201"/>
                  </a:lnTo>
                  <a:lnTo>
                    <a:pt x="4538658" y="1013201"/>
                  </a:lnTo>
                  <a:lnTo>
                    <a:pt x="4538658" y="1012771"/>
                  </a:lnTo>
                  <a:lnTo>
                    <a:pt x="4538816" y="1012771"/>
                  </a:lnTo>
                  <a:lnTo>
                    <a:pt x="4538974" y="1012771"/>
                  </a:lnTo>
                  <a:lnTo>
                    <a:pt x="4539132" y="1012771"/>
                  </a:lnTo>
                  <a:lnTo>
                    <a:pt x="4539289" y="1012771"/>
                  </a:lnTo>
                  <a:lnTo>
                    <a:pt x="4539447" y="1012771"/>
                  </a:lnTo>
                  <a:lnTo>
                    <a:pt x="4539605" y="1012771"/>
                  </a:lnTo>
                  <a:lnTo>
                    <a:pt x="4539762" y="1012771"/>
                  </a:lnTo>
                  <a:lnTo>
                    <a:pt x="4539920" y="1012771"/>
                  </a:lnTo>
                  <a:lnTo>
                    <a:pt x="4540078" y="1012771"/>
                  </a:lnTo>
                  <a:lnTo>
                    <a:pt x="4540078" y="1012340"/>
                  </a:lnTo>
                  <a:lnTo>
                    <a:pt x="4540236" y="1012340"/>
                  </a:lnTo>
                  <a:lnTo>
                    <a:pt x="4540393" y="1012340"/>
                  </a:lnTo>
                  <a:lnTo>
                    <a:pt x="4540551" y="1012340"/>
                  </a:lnTo>
                  <a:lnTo>
                    <a:pt x="4540551" y="1011910"/>
                  </a:lnTo>
                  <a:lnTo>
                    <a:pt x="4540709" y="1011910"/>
                  </a:lnTo>
                  <a:lnTo>
                    <a:pt x="4540709" y="1011479"/>
                  </a:lnTo>
                  <a:lnTo>
                    <a:pt x="4540866" y="1011479"/>
                  </a:lnTo>
                  <a:lnTo>
                    <a:pt x="4541024" y="1011479"/>
                  </a:lnTo>
                  <a:lnTo>
                    <a:pt x="4541182" y="1011479"/>
                  </a:lnTo>
                  <a:lnTo>
                    <a:pt x="4541340" y="1011479"/>
                  </a:lnTo>
                  <a:lnTo>
                    <a:pt x="4541497" y="1011479"/>
                  </a:lnTo>
                  <a:lnTo>
                    <a:pt x="4541655" y="1011479"/>
                  </a:lnTo>
                  <a:lnTo>
                    <a:pt x="4541655" y="1011048"/>
                  </a:lnTo>
                  <a:lnTo>
                    <a:pt x="4541813" y="1011048"/>
                  </a:lnTo>
                  <a:lnTo>
                    <a:pt x="4541970" y="1011048"/>
                  </a:lnTo>
                  <a:lnTo>
                    <a:pt x="4542128" y="1011048"/>
                  </a:lnTo>
                  <a:lnTo>
                    <a:pt x="4542286" y="1011048"/>
                  </a:lnTo>
                  <a:lnTo>
                    <a:pt x="4542444" y="1011048"/>
                  </a:lnTo>
                  <a:lnTo>
                    <a:pt x="4542601" y="1011048"/>
                  </a:lnTo>
                  <a:lnTo>
                    <a:pt x="4542759" y="1011048"/>
                  </a:lnTo>
                  <a:lnTo>
                    <a:pt x="4542917" y="1011048"/>
                  </a:lnTo>
                  <a:lnTo>
                    <a:pt x="4542917" y="1010618"/>
                  </a:lnTo>
                  <a:lnTo>
                    <a:pt x="4543075" y="1010618"/>
                  </a:lnTo>
                  <a:lnTo>
                    <a:pt x="4543232" y="1010618"/>
                  </a:lnTo>
                  <a:lnTo>
                    <a:pt x="4543390" y="1010618"/>
                  </a:lnTo>
                  <a:lnTo>
                    <a:pt x="4543548" y="1010618"/>
                  </a:lnTo>
                  <a:lnTo>
                    <a:pt x="4543705" y="1010618"/>
                  </a:lnTo>
                  <a:lnTo>
                    <a:pt x="4543705" y="1010187"/>
                  </a:lnTo>
                  <a:lnTo>
                    <a:pt x="4543863" y="1010187"/>
                  </a:lnTo>
                  <a:lnTo>
                    <a:pt x="4544021" y="1010187"/>
                  </a:lnTo>
                  <a:lnTo>
                    <a:pt x="4544179" y="1010187"/>
                  </a:lnTo>
                  <a:lnTo>
                    <a:pt x="4544336" y="1010187"/>
                  </a:lnTo>
                  <a:lnTo>
                    <a:pt x="4544494" y="1010187"/>
                  </a:lnTo>
                  <a:lnTo>
                    <a:pt x="4544652" y="1010187"/>
                  </a:lnTo>
                  <a:lnTo>
                    <a:pt x="4544809" y="1010187"/>
                  </a:lnTo>
                  <a:lnTo>
                    <a:pt x="4544809" y="1009757"/>
                  </a:lnTo>
                  <a:lnTo>
                    <a:pt x="4544967" y="1009757"/>
                  </a:lnTo>
                  <a:lnTo>
                    <a:pt x="4545125" y="1009757"/>
                  </a:lnTo>
                  <a:lnTo>
                    <a:pt x="4545283" y="1009757"/>
                  </a:lnTo>
                  <a:lnTo>
                    <a:pt x="4545440" y="1009757"/>
                  </a:lnTo>
                  <a:lnTo>
                    <a:pt x="4545598" y="1009757"/>
                  </a:lnTo>
                  <a:lnTo>
                    <a:pt x="4545756" y="1009757"/>
                  </a:lnTo>
                  <a:lnTo>
                    <a:pt x="4545913" y="1009757"/>
                  </a:lnTo>
                  <a:lnTo>
                    <a:pt x="4546071" y="1009757"/>
                  </a:lnTo>
                  <a:lnTo>
                    <a:pt x="4546229" y="1009757"/>
                  </a:lnTo>
                  <a:lnTo>
                    <a:pt x="4546387" y="1009757"/>
                  </a:lnTo>
                  <a:lnTo>
                    <a:pt x="4546544" y="1009757"/>
                  </a:lnTo>
                  <a:lnTo>
                    <a:pt x="4546702" y="1009757"/>
                  </a:lnTo>
                  <a:lnTo>
                    <a:pt x="4546860" y="1009757"/>
                  </a:lnTo>
                  <a:lnTo>
                    <a:pt x="4546860" y="1009326"/>
                  </a:lnTo>
                  <a:lnTo>
                    <a:pt x="4547017" y="1009326"/>
                  </a:lnTo>
                  <a:lnTo>
                    <a:pt x="4547017" y="1008895"/>
                  </a:lnTo>
                  <a:lnTo>
                    <a:pt x="4547017" y="1008465"/>
                  </a:lnTo>
                  <a:lnTo>
                    <a:pt x="4547175" y="1008465"/>
                  </a:lnTo>
                  <a:lnTo>
                    <a:pt x="4547333" y="1008465"/>
                  </a:lnTo>
                  <a:lnTo>
                    <a:pt x="4547491" y="1008465"/>
                  </a:lnTo>
                  <a:lnTo>
                    <a:pt x="4547648" y="1008465"/>
                  </a:lnTo>
                  <a:lnTo>
                    <a:pt x="4547806" y="1008465"/>
                  </a:lnTo>
                  <a:lnTo>
                    <a:pt x="4547806" y="1008034"/>
                  </a:lnTo>
                  <a:lnTo>
                    <a:pt x="4547964" y="1008034"/>
                  </a:lnTo>
                  <a:lnTo>
                    <a:pt x="4548121" y="1008034"/>
                  </a:lnTo>
                  <a:lnTo>
                    <a:pt x="4548279" y="1008034"/>
                  </a:lnTo>
                  <a:lnTo>
                    <a:pt x="4548279" y="1007604"/>
                  </a:lnTo>
                  <a:lnTo>
                    <a:pt x="4548437" y="1007604"/>
                  </a:lnTo>
                  <a:lnTo>
                    <a:pt x="4548595" y="1007604"/>
                  </a:lnTo>
                  <a:lnTo>
                    <a:pt x="4548752" y="1007604"/>
                  </a:lnTo>
                  <a:lnTo>
                    <a:pt x="4548910" y="1007604"/>
                  </a:lnTo>
                  <a:lnTo>
                    <a:pt x="4549068" y="1007604"/>
                  </a:lnTo>
                  <a:lnTo>
                    <a:pt x="4549226" y="1007604"/>
                  </a:lnTo>
                  <a:lnTo>
                    <a:pt x="4549383" y="1007604"/>
                  </a:lnTo>
                  <a:lnTo>
                    <a:pt x="4549541" y="1007604"/>
                  </a:lnTo>
                  <a:lnTo>
                    <a:pt x="4549699" y="1007604"/>
                  </a:lnTo>
                  <a:lnTo>
                    <a:pt x="4549856" y="1007604"/>
                  </a:lnTo>
                  <a:lnTo>
                    <a:pt x="4550014" y="1007604"/>
                  </a:lnTo>
                  <a:lnTo>
                    <a:pt x="4550172" y="1007604"/>
                  </a:lnTo>
                  <a:lnTo>
                    <a:pt x="4550330" y="1007604"/>
                  </a:lnTo>
                  <a:lnTo>
                    <a:pt x="4550330" y="1007173"/>
                  </a:lnTo>
                  <a:lnTo>
                    <a:pt x="4550487" y="1007173"/>
                  </a:lnTo>
                  <a:lnTo>
                    <a:pt x="4550645" y="1007173"/>
                  </a:lnTo>
                  <a:lnTo>
                    <a:pt x="4550645" y="1006742"/>
                  </a:lnTo>
                  <a:lnTo>
                    <a:pt x="4550803" y="1006742"/>
                  </a:lnTo>
                  <a:lnTo>
                    <a:pt x="4550960" y="1006742"/>
                  </a:lnTo>
                  <a:lnTo>
                    <a:pt x="4551118" y="1006742"/>
                  </a:lnTo>
                  <a:lnTo>
                    <a:pt x="4551276" y="1006742"/>
                  </a:lnTo>
                  <a:lnTo>
                    <a:pt x="4551434" y="1006742"/>
                  </a:lnTo>
                  <a:lnTo>
                    <a:pt x="4551434" y="1006312"/>
                  </a:lnTo>
                  <a:lnTo>
                    <a:pt x="4551591" y="1006312"/>
                  </a:lnTo>
                  <a:lnTo>
                    <a:pt x="4551749" y="1006312"/>
                  </a:lnTo>
                  <a:lnTo>
                    <a:pt x="4551907" y="1006312"/>
                  </a:lnTo>
                  <a:lnTo>
                    <a:pt x="4552064" y="1006312"/>
                  </a:lnTo>
                  <a:lnTo>
                    <a:pt x="4552222" y="1006312"/>
                  </a:lnTo>
                  <a:lnTo>
                    <a:pt x="4552222" y="1005881"/>
                  </a:lnTo>
                  <a:lnTo>
                    <a:pt x="4552380" y="1005881"/>
                  </a:lnTo>
                  <a:lnTo>
                    <a:pt x="4552538" y="1005881"/>
                  </a:lnTo>
                  <a:lnTo>
                    <a:pt x="4552695" y="1005881"/>
                  </a:lnTo>
                  <a:lnTo>
                    <a:pt x="4552853" y="1005881"/>
                  </a:lnTo>
                  <a:lnTo>
                    <a:pt x="4553011" y="1005881"/>
                  </a:lnTo>
                  <a:lnTo>
                    <a:pt x="4553011" y="1005451"/>
                  </a:lnTo>
                  <a:lnTo>
                    <a:pt x="4553168" y="1005451"/>
                  </a:lnTo>
                  <a:lnTo>
                    <a:pt x="4553326" y="1005451"/>
                  </a:lnTo>
                  <a:lnTo>
                    <a:pt x="4553484" y="1005451"/>
                  </a:lnTo>
                  <a:lnTo>
                    <a:pt x="4553642" y="1005451"/>
                  </a:lnTo>
                  <a:lnTo>
                    <a:pt x="4553642" y="1005020"/>
                  </a:lnTo>
                  <a:lnTo>
                    <a:pt x="4553799" y="1005020"/>
                  </a:lnTo>
                  <a:lnTo>
                    <a:pt x="4553957" y="1005020"/>
                  </a:lnTo>
                  <a:lnTo>
                    <a:pt x="4553957" y="1004589"/>
                  </a:lnTo>
                  <a:lnTo>
                    <a:pt x="4554115" y="1004589"/>
                  </a:lnTo>
                  <a:lnTo>
                    <a:pt x="4554273" y="1004589"/>
                  </a:lnTo>
                  <a:lnTo>
                    <a:pt x="4554273" y="1004159"/>
                  </a:lnTo>
                  <a:lnTo>
                    <a:pt x="4554430" y="1004159"/>
                  </a:lnTo>
                  <a:lnTo>
                    <a:pt x="4554588" y="1004159"/>
                  </a:lnTo>
                  <a:lnTo>
                    <a:pt x="4554746" y="1004159"/>
                  </a:lnTo>
                  <a:lnTo>
                    <a:pt x="4554903" y="1004159"/>
                  </a:lnTo>
                  <a:lnTo>
                    <a:pt x="4554903" y="1003728"/>
                  </a:lnTo>
                  <a:lnTo>
                    <a:pt x="4555061" y="1003728"/>
                  </a:lnTo>
                  <a:lnTo>
                    <a:pt x="4555061" y="1003298"/>
                  </a:lnTo>
                  <a:lnTo>
                    <a:pt x="4555219" y="1003298"/>
                  </a:lnTo>
                  <a:lnTo>
                    <a:pt x="4555377" y="1003298"/>
                  </a:lnTo>
                  <a:lnTo>
                    <a:pt x="4555534" y="1003298"/>
                  </a:lnTo>
                  <a:lnTo>
                    <a:pt x="4555692" y="1003298"/>
                  </a:lnTo>
                  <a:lnTo>
                    <a:pt x="4555850" y="1003298"/>
                  </a:lnTo>
                  <a:lnTo>
                    <a:pt x="4556007" y="1003298"/>
                  </a:lnTo>
                  <a:lnTo>
                    <a:pt x="4556165" y="1003298"/>
                  </a:lnTo>
                  <a:lnTo>
                    <a:pt x="4556323" y="1003298"/>
                  </a:lnTo>
                  <a:lnTo>
                    <a:pt x="4556481" y="1003298"/>
                  </a:lnTo>
                  <a:lnTo>
                    <a:pt x="4556638" y="1003298"/>
                  </a:lnTo>
                  <a:lnTo>
                    <a:pt x="4556796" y="1003298"/>
                  </a:lnTo>
                  <a:lnTo>
                    <a:pt x="4556954" y="1003298"/>
                  </a:lnTo>
                  <a:lnTo>
                    <a:pt x="4557111" y="1003298"/>
                  </a:lnTo>
                  <a:lnTo>
                    <a:pt x="4557111" y="1002867"/>
                  </a:lnTo>
                  <a:lnTo>
                    <a:pt x="4557269" y="1002867"/>
                  </a:lnTo>
                  <a:lnTo>
                    <a:pt x="4557269" y="1002436"/>
                  </a:lnTo>
                  <a:lnTo>
                    <a:pt x="4557427" y="1002436"/>
                  </a:lnTo>
                  <a:lnTo>
                    <a:pt x="4557427" y="1002006"/>
                  </a:lnTo>
                  <a:lnTo>
                    <a:pt x="4557585" y="1002006"/>
                  </a:lnTo>
                  <a:lnTo>
                    <a:pt x="4557585" y="1001575"/>
                  </a:lnTo>
                  <a:lnTo>
                    <a:pt x="4557585" y="1001145"/>
                  </a:lnTo>
                  <a:lnTo>
                    <a:pt x="4557742" y="1001145"/>
                  </a:lnTo>
                  <a:lnTo>
                    <a:pt x="4557900" y="1001145"/>
                  </a:lnTo>
                  <a:lnTo>
                    <a:pt x="4558058" y="1001145"/>
                  </a:lnTo>
                  <a:lnTo>
                    <a:pt x="4558058" y="1000714"/>
                  </a:lnTo>
                  <a:lnTo>
                    <a:pt x="4558215" y="1000714"/>
                  </a:lnTo>
                  <a:lnTo>
                    <a:pt x="4558215" y="1000283"/>
                  </a:lnTo>
                  <a:lnTo>
                    <a:pt x="4558373" y="1000283"/>
                  </a:lnTo>
                  <a:lnTo>
                    <a:pt x="4558373" y="999853"/>
                  </a:lnTo>
                  <a:lnTo>
                    <a:pt x="4558531" y="999853"/>
                  </a:lnTo>
                  <a:lnTo>
                    <a:pt x="4558531" y="999422"/>
                  </a:lnTo>
                  <a:lnTo>
                    <a:pt x="4558689" y="999422"/>
                  </a:lnTo>
                  <a:lnTo>
                    <a:pt x="4558846" y="999422"/>
                  </a:lnTo>
                  <a:lnTo>
                    <a:pt x="4559004" y="999422"/>
                  </a:lnTo>
                  <a:lnTo>
                    <a:pt x="4559162" y="999422"/>
                  </a:lnTo>
                  <a:lnTo>
                    <a:pt x="4559319" y="999422"/>
                  </a:lnTo>
                  <a:lnTo>
                    <a:pt x="4559477" y="999422"/>
                  </a:lnTo>
                  <a:lnTo>
                    <a:pt x="4559477" y="998992"/>
                  </a:lnTo>
                  <a:lnTo>
                    <a:pt x="4559477" y="998561"/>
                  </a:lnTo>
                  <a:lnTo>
                    <a:pt x="4559477" y="998130"/>
                  </a:lnTo>
                  <a:lnTo>
                    <a:pt x="4559635" y="998130"/>
                  </a:lnTo>
                  <a:lnTo>
                    <a:pt x="4559793" y="998130"/>
                  </a:lnTo>
                  <a:lnTo>
                    <a:pt x="4559793" y="997700"/>
                  </a:lnTo>
                  <a:lnTo>
                    <a:pt x="4559950" y="997700"/>
                  </a:lnTo>
                  <a:lnTo>
                    <a:pt x="4560108" y="997700"/>
                  </a:lnTo>
                  <a:lnTo>
                    <a:pt x="4560266" y="997700"/>
                  </a:lnTo>
                  <a:lnTo>
                    <a:pt x="4560424" y="997700"/>
                  </a:lnTo>
                  <a:lnTo>
                    <a:pt x="4560581" y="997700"/>
                  </a:lnTo>
                  <a:lnTo>
                    <a:pt x="4560739" y="997700"/>
                  </a:lnTo>
                  <a:lnTo>
                    <a:pt x="4560897" y="997700"/>
                  </a:lnTo>
                  <a:lnTo>
                    <a:pt x="4561054" y="997700"/>
                  </a:lnTo>
                  <a:lnTo>
                    <a:pt x="4561212" y="997700"/>
                  </a:lnTo>
                  <a:lnTo>
                    <a:pt x="4561370" y="997700"/>
                  </a:lnTo>
                  <a:lnTo>
                    <a:pt x="4561370" y="997269"/>
                  </a:lnTo>
                  <a:lnTo>
                    <a:pt x="4561528" y="997269"/>
                  </a:lnTo>
                  <a:lnTo>
                    <a:pt x="4561528" y="996839"/>
                  </a:lnTo>
                  <a:lnTo>
                    <a:pt x="4561685" y="996839"/>
                  </a:lnTo>
                  <a:lnTo>
                    <a:pt x="4561685" y="996408"/>
                  </a:lnTo>
                  <a:lnTo>
                    <a:pt x="4561843" y="996408"/>
                  </a:lnTo>
                  <a:lnTo>
                    <a:pt x="4562001" y="996408"/>
                  </a:lnTo>
                  <a:lnTo>
                    <a:pt x="4562158" y="996408"/>
                  </a:lnTo>
                  <a:lnTo>
                    <a:pt x="4562316" y="996408"/>
                  </a:lnTo>
                  <a:lnTo>
                    <a:pt x="4562316" y="995977"/>
                  </a:lnTo>
                  <a:lnTo>
                    <a:pt x="4562474" y="995977"/>
                  </a:lnTo>
                  <a:lnTo>
                    <a:pt x="4562632" y="995977"/>
                  </a:lnTo>
                  <a:lnTo>
                    <a:pt x="4562789" y="995977"/>
                  </a:lnTo>
                  <a:lnTo>
                    <a:pt x="4562789" y="995547"/>
                  </a:lnTo>
                  <a:lnTo>
                    <a:pt x="4562947" y="995547"/>
                  </a:lnTo>
                  <a:lnTo>
                    <a:pt x="4563105" y="995547"/>
                  </a:lnTo>
                  <a:lnTo>
                    <a:pt x="4563105" y="995116"/>
                  </a:lnTo>
                  <a:lnTo>
                    <a:pt x="4563262" y="995116"/>
                  </a:lnTo>
                  <a:lnTo>
                    <a:pt x="4563420" y="995116"/>
                  </a:lnTo>
                  <a:lnTo>
                    <a:pt x="4563578" y="995116"/>
                  </a:lnTo>
                  <a:lnTo>
                    <a:pt x="4563736" y="995116"/>
                  </a:lnTo>
                  <a:lnTo>
                    <a:pt x="4563893" y="995116"/>
                  </a:lnTo>
                  <a:lnTo>
                    <a:pt x="4563893" y="994686"/>
                  </a:lnTo>
                  <a:lnTo>
                    <a:pt x="4564051" y="994686"/>
                  </a:lnTo>
                  <a:lnTo>
                    <a:pt x="4564209" y="994686"/>
                  </a:lnTo>
                  <a:lnTo>
                    <a:pt x="4564366" y="994686"/>
                  </a:lnTo>
                  <a:lnTo>
                    <a:pt x="4564524" y="994686"/>
                  </a:lnTo>
                  <a:lnTo>
                    <a:pt x="4564682" y="994686"/>
                  </a:lnTo>
                  <a:lnTo>
                    <a:pt x="4564840" y="994686"/>
                  </a:lnTo>
                  <a:lnTo>
                    <a:pt x="4564997" y="994686"/>
                  </a:lnTo>
                  <a:lnTo>
                    <a:pt x="4565155" y="994686"/>
                  </a:lnTo>
                  <a:lnTo>
                    <a:pt x="4565155" y="994255"/>
                  </a:lnTo>
                  <a:lnTo>
                    <a:pt x="4565313" y="994255"/>
                  </a:lnTo>
                  <a:lnTo>
                    <a:pt x="4565471" y="994255"/>
                  </a:lnTo>
                  <a:lnTo>
                    <a:pt x="4565471" y="993824"/>
                  </a:lnTo>
                  <a:lnTo>
                    <a:pt x="4565628" y="993824"/>
                  </a:lnTo>
                  <a:lnTo>
                    <a:pt x="4565786" y="993824"/>
                  </a:lnTo>
                  <a:lnTo>
                    <a:pt x="4565944" y="993824"/>
                  </a:lnTo>
                  <a:lnTo>
                    <a:pt x="4566101" y="993824"/>
                  </a:lnTo>
                  <a:lnTo>
                    <a:pt x="4566259" y="993824"/>
                  </a:lnTo>
                  <a:lnTo>
                    <a:pt x="4566417" y="993824"/>
                  </a:lnTo>
                  <a:lnTo>
                    <a:pt x="4566575" y="993824"/>
                  </a:lnTo>
                  <a:lnTo>
                    <a:pt x="4566732" y="993824"/>
                  </a:lnTo>
                  <a:lnTo>
                    <a:pt x="4566890" y="993824"/>
                  </a:lnTo>
                  <a:lnTo>
                    <a:pt x="4567048" y="993824"/>
                  </a:lnTo>
                  <a:lnTo>
                    <a:pt x="4567205" y="993824"/>
                  </a:lnTo>
                  <a:lnTo>
                    <a:pt x="4567363" y="993824"/>
                  </a:lnTo>
                  <a:lnTo>
                    <a:pt x="4567521" y="993824"/>
                  </a:lnTo>
                  <a:lnTo>
                    <a:pt x="4567679" y="993824"/>
                  </a:lnTo>
                  <a:lnTo>
                    <a:pt x="4567836" y="993824"/>
                  </a:lnTo>
                  <a:lnTo>
                    <a:pt x="4567994" y="993824"/>
                  </a:lnTo>
                  <a:lnTo>
                    <a:pt x="4568152" y="993824"/>
                  </a:lnTo>
                  <a:lnTo>
                    <a:pt x="4568309" y="993824"/>
                  </a:lnTo>
                  <a:lnTo>
                    <a:pt x="4568467" y="993824"/>
                  </a:lnTo>
                  <a:lnTo>
                    <a:pt x="4568625" y="993824"/>
                  </a:lnTo>
                  <a:lnTo>
                    <a:pt x="4568783" y="993824"/>
                  </a:lnTo>
                  <a:lnTo>
                    <a:pt x="4568940" y="993824"/>
                  </a:lnTo>
                  <a:lnTo>
                    <a:pt x="4569098" y="993824"/>
                  </a:lnTo>
                  <a:lnTo>
                    <a:pt x="4569098" y="993394"/>
                  </a:lnTo>
                  <a:lnTo>
                    <a:pt x="4569256" y="993394"/>
                  </a:lnTo>
                  <a:lnTo>
                    <a:pt x="4569256" y="992963"/>
                  </a:lnTo>
                  <a:lnTo>
                    <a:pt x="4569413" y="992963"/>
                  </a:lnTo>
                  <a:lnTo>
                    <a:pt x="4569571" y="992963"/>
                  </a:lnTo>
                  <a:lnTo>
                    <a:pt x="4569571" y="992533"/>
                  </a:lnTo>
                  <a:lnTo>
                    <a:pt x="4569729" y="992533"/>
                  </a:lnTo>
                  <a:lnTo>
                    <a:pt x="4569887" y="992533"/>
                  </a:lnTo>
                  <a:lnTo>
                    <a:pt x="4570044" y="992533"/>
                  </a:lnTo>
                  <a:lnTo>
                    <a:pt x="4570202" y="992533"/>
                  </a:lnTo>
                  <a:lnTo>
                    <a:pt x="4570202" y="992102"/>
                  </a:lnTo>
                  <a:lnTo>
                    <a:pt x="4570360" y="992102"/>
                  </a:lnTo>
                  <a:lnTo>
                    <a:pt x="4570360" y="991671"/>
                  </a:lnTo>
                  <a:lnTo>
                    <a:pt x="4570360" y="991241"/>
                  </a:lnTo>
                  <a:lnTo>
                    <a:pt x="4570517" y="991241"/>
                  </a:lnTo>
                  <a:lnTo>
                    <a:pt x="4570675" y="991241"/>
                  </a:lnTo>
                  <a:lnTo>
                    <a:pt x="4570833" y="991241"/>
                  </a:lnTo>
                  <a:lnTo>
                    <a:pt x="4570833" y="990810"/>
                  </a:lnTo>
                  <a:lnTo>
                    <a:pt x="4570833" y="990380"/>
                  </a:lnTo>
                  <a:lnTo>
                    <a:pt x="4570991" y="990380"/>
                  </a:lnTo>
                  <a:lnTo>
                    <a:pt x="4571148" y="990380"/>
                  </a:lnTo>
                  <a:lnTo>
                    <a:pt x="4571306" y="990380"/>
                  </a:lnTo>
                  <a:lnTo>
                    <a:pt x="4571306" y="989949"/>
                  </a:lnTo>
                  <a:lnTo>
                    <a:pt x="4571306" y="989518"/>
                  </a:lnTo>
                  <a:lnTo>
                    <a:pt x="4571464" y="989518"/>
                  </a:lnTo>
                  <a:lnTo>
                    <a:pt x="4571464" y="989088"/>
                  </a:lnTo>
                  <a:lnTo>
                    <a:pt x="4571622" y="989088"/>
                  </a:lnTo>
                  <a:lnTo>
                    <a:pt x="4571622" y="988657"/>
                  </a:lnTo>
                  <a:lnTo>
                    <a:pt x="4571779" y="988657"/>
                  </a:lnTo>
                  <a:lnTo>
                    <a:pt x="4571779" y="988227"/>
                  </a:lnTo>
                  <a:lnTo>
                    <a:pt x="4571937" y="988227"/>
                  </a:lnTo>
                  <a:lnTo>
                    <a:pt x="4572095" y="988227"/>
                  </a:lnTo>
                  <a:lnTo>
                    <a:pt x="4572095" y="987796"/>
                  </a:lnTo>
                  <a:lnTo>
                    <a:pt x="4572095" y="987365"/>
                  </a:lnTo>
                  <a:lnTo>
                    <a:pt x="4572252" y="987365"/>
                  </a:lnTo>
                  <a:lnTo>
                    <a:pt x="4572410" y="987365"/>
                  </a:lnTo>
                  <a:lnTo>
                    <a:pt x="4572568" y="987365"/>
                  </a:lnTo>
                  <a:lnTo>
                    <a:pt x="4572726" y="987365"/>
                  </a:lnTo>
                  <a:lnTo>
                    <a:pt x="4572883" y="987365"/>
                  </a:lnTo>
                  <a:lnTo>
                    <a:pt x="4573041" y="987365"/>
                  </a:lnTo>
                  <a:lnTo>
                    <a:pt x="4573199" y="987365"/>
                  </a:lnTo>
                  <a:lnTo>
                    <a:pt x="4573199" y="986935"/>
                  </a:lnTo>
                  <a:lnTo>
                    <a:pt x="4573356" y="986935"/>
                  </a:lnTo>
                  <a:lnTo>
                    <a:pt x="4573514" y="986935"/>
                  </a:lnTo>
                  <a:lnTo>
                    <a:pt x="4573672" y="986935"/>
                  </a:lnTo>
                  <a:lnTo>
                    <a:pt x="4573830" y="986935"/>
                  </a:lnTo>
                  <a:lnTo>
                    <a:pt x="4573987" y="986935"/>
                  </a:lnTo>
                  <a:lnTo>
                    <a:pt x="4574145" y="986935"/>
                  </a:lnTo>
                  <a:lnTo>
                    <a:pt x="4574303" y="986935"/>
                  </a:lnTo>
                  <a:lnTo>
                    <a:pt x="4574460" y="986935"/>
                  </a:lnTo>
                  <a:lnTo>
                    <a:pt x="4574618" y="986935"/>
                  </a:lnTo>
                  <a:lnTo>
                    <a:pt x="4574776" y="986935"/>
                  </a:lnTo>
                  <a:lnTo>
                    <a:pt x="4574934" y="986935"/>
                  </a:lnTo>
                  <a:lnTo>
                    <a:pt x="4575091" y="986935"/>
                  </a:lnTo>
                  <a:lnTo>
                    <a:pt x="4575249" y="986935"/>
                  </a:lnTo>
                  <a:lnTo>
                    <a:pt x="4575407" y="986935"/>
                  </a:lnTo>
                  <a:lnTo>
                    <a:pt x="4575564" y="986935"/>
                  </a:lnTo>
                  <a:lnTo>
                    <a:pt x="4575722" y="986935"/>
                  </a:lnTo>
                  <a:lnTo>
                    <a:pt x="4575880" y="986935"/>
                  </a:lnTo>
                  <a:lnTo>
                    <a:pt x="4576038" y="986935"/>
                  </a:lnTo>
                  <a:lnTo>
                    <a:pt x="4576195" y="986935"/>
                  </a:lnTo>
                  <a:lnTo>
                    <a:pt x="4576353" y="986935"/>
                  </a:lnTo>
                  <a:lnTo>
                    <a:pt x="4576353" y="986504"/>
                  </a:lnTo>
                  <a:lnTo>
                    <a:pt x="4576511" y="986504"/>
                  </a:lnTo>
                  <a:lnTo>
                    <a:pt x="4576668" y="986504"/>
                  </a:lnTo>
                  <a:lnTo>
                    <a:pt x="4576826" y="986504"/>
                  </a:lnTo>
                  <a:lnTo>
                    <a:pt x="4576984" y="986504"/>
                  </a:lnTo>
                  <a:lnTo>
                    <a:pt x="4577142" y="986504"/>
                  </a:lnTo>
                  <a:lnTo>
                    <a:pt x="4577299" y="986504"/>
                  </a:lnTo>
                  <a:lnTo>
                    <a:pt x="4577299" y="986074"/>
                  </a:lnTo>
                  <a:lnTo>
                    <a:pt x="4577457" y="986074"/>
                  </a:lnTo>
                  <a:lnTo>
                    <a:pt x="4577457" y="985643"/>
                  </a:lnTo>
                  <a:lnTo>
                    <a:pt x="4577457" y="985212"/>
                  </a:lnTo>
                  <a:lnTo>
                    <a:pt x="4577615" y="985212"/>
                  </a:lnTo>
                  <a:lnTo>
                    <a:pt x="4577773" y="985212"/>
                  </a:lnTo>
                  <a:lnTo>
                    <a:pt x="4577930" y="985212"/>
                  </a:lnTo>
                  <a:lnTo>
                    <a:pt x="4578088" y="985212"/>
                  </a:lnTo>
                  <a:lnTo>
                    <a:pt x="4578246" y="985212"/>
                  </a:lnTo>
                  <a:lnTo>
                    <a:pt x="4578403" y="985212"/>
                  </a:lnTo>
                  <a:lnTo>
                    <a:pt x="4578403" y="984782"/>
                  </a:lnTo>
                  <a:lnTo>
                    <a:pt x="4578561" y="984782"/>
                  </a:lnTo>
                  <a:lnTo>
                    <a:pt x="4578719" y="984782"/>
                  </a:lnTo>
                  <a:lnTo>
                    <a:pt x="4578877" y="984782"/>
                  </a:lnTo>
                  <a:lnTo>
                    <a:pt x="4579034" y="984782"/>
                  </a:lnTo>
                  <a:lnTo>
                    <a:pt x="4579192" y="984782"/>
                  </a:lnTo>
                  <a:lnTo>
                    <a:pt x="4579350" y="984782"/>
                  </a:lnTo>
                  <a:lnTo>
                    <a:pt x="4579507" y="984782"/>
                  </a:lnTo>
                  <a:lnTo>
                    <a:pt x="4579665" y="984782"/>
                  </a:lnTo>
                  <a:lnTo>
                    <a:pt x="4579823" y="984782"/>
                  </a:lnTo>
                  <a:lnTo>
                    <a:pt x="4579981" y="984782"/>
                  </a:lnTo>
                  <a:lnTo>
                    <a:pt x="4580138" y="984782"/>
                  </a:lnTo>
                  <a:lnTo>
                    <a:pt x="4580296" y="984782"/>
                  </a:lnTo>
                  <a:lnTo>
                    <a:pt x="4580454" y="984782"/>
                  </a:lnTo>
                  <a:lnTo>
                    <a:pt x="4580611" y="984782"/>
                  </a:lnTo>
                  <a:lnTo>
                    <a:pt x="4580769" y="984782"/>
                  </a:lnTo>
                  <a:lnTo>
                    <a:pt x="4580927" y="984782"/>
                  </a:lnTo>
                  <a:lnTo>
                    <a:pt x="4581085" y="984782"/>
                  </a:lnTo>
                  <a:lnTo>
                    <a:pt x="4581242" y="984782"/>
                  </a:lnTo>
                  <a:lnTo>
                    <a:pt x="4581400" y="984782"/>
                  </a:lnTo>
                  <a:lnTo>
                    <a:pt x="4581400" y="984351"/>
                  </a:lnTo>
                  <a:lnTo>
                    <a:pt x="4581558" y="984351"/>
                  </a:lnTo>
                  <a:lnTo>
                    <a:pt x="4581715" y="984351"/>
                  </a:lnTo>
                  <a:lnTo>
                    <a:pt x="4581873" y="984351"/>
                  </a:lnTo>
                  <a:lnTo>
                    <a:pt x="4582031" y="984351"/>
                  </a:lnTo>
                  <a:lnTo>
                    <a:pt x="4582189" y="984351"/>
                  </a:lnTo>
                  <a:lnTo>
                    <a:pt x="4582189" y="983921"/>
                  </a:lnTo>
                  <a:lnTo>
                    <a:pt x="4582346" y="983921"/>
                  </a:lnTo>
                  <a:lnTo>
                    <a:pt x="4582504" y="983921"/>
                  </a:lnTo>
                  <a:lnTo>
                    <a:pt x="4582662" y="983921"/>
                  </a:lnTo>
                  <a:lnTo>
                    <a:pt x="4582820" y="983921"/>
                  </a:lnTo>
                  <a:lnTo>
                    <a:pt x="4582977" y="983921"/>
                  </a:lnTo>
                  <a:lnTo>
                    <a:pt x="4583135" y="983921"/>
                  </a:lnTo>
                  <a:lnTo>
                    <a:pt x="4583293" y="983921"/>
                  </a:lnTo>
                  <a:lnTo>
                    <a:pt x="4583450" y="983921"/>
                  </a:lnTo>
                  <a:lnTo>
                    <a:pt x="4583608" y="983921"/>
                  </a:lnTo>
                  <a:lnTo>
                    <a:pt x="4583766" y="983921"/>
                  </a:lnTo>
                  <a:lnTo>
                    <a:pt x="4583924" y="983921"/>
                  </a:lnTo>
                  <a:lnTo>
                    <a:pt x="4584081" y="983921"/>
                  </a:lnTo>
                  <a:lnTo>
                    <a:pt x="4584239" y="983921"/>
                  </a:lnTo>
                  <a:lnTo>
                    <a:pt x="4584397" y="983921"/>
                  </a:lnTo>
                  <a:lnTo>
                    <a:pt x="4584554" y="983921"/>
                  </a:lnTo>
                  <a:lnTo>
                    <a:pt x="4584712" y="983921"/>
                  </a:lnTo>
                  <a:lnTo>
                    <a:pt x="4584870" y="983921"/>
                  </a:lnTo>
                  <a:lnTo>
                    <a:pt x="4585028" y="983921"/>
                  </a:lnTo>
                  <a:lnTo>
                    <a:pt x="4585185" y="983921"/>
                  </a:lnTo>
                  <a:lnTo>
                    <a:pt x="4585343" y="983921"/>
                  </a:lnTo>
                  <a:lnTo>
                    <a:pt x="4585343" y="983490"/>
                  </a:lnTo>
                  <a:lnTo>
                    <a:pt x="4585343" y="983059"/>
                  </a:lnTo>
                  <a:lnTo>
                    <a:pt x="4585501" y="983059"/>
                  </a:lnTo>
                  <a:lnTo>
                    <a:pt x="4585658" y="983059"/>
                  </a:lnTo>
                  <a:lnTo>
                    <a:pt x="4585816" y="983059"/>
                  </a:lnTo>
                  <a:lnTo>
                    <a:pt x="4585816" y="982629"/>
                  </a:lnTo>
                  <a:lnTo>
                    <a:pt x="4585974" y="982629"/>
                  </a:lnTo>
                  <a:lnTo>
                    <a:pt x="4586132" y="982629"/>
                  </a:lnTo>
                  <a:lnTo>
                    <a:pt x="4586289" y="982629"/>
                  </a:lnTo>
                  <a:lnTo>
                    <a:pt x="4586289" y="982198"/>
                  </a:lnTo>
                  <a:lnTo>
                    <a:pt x="4586447" y="982198"/>
                  </a:lnTo>
                  <a:lnTo>
                    <a:pt x="4586447" y="981768"/>
                  </a:lnTo>
                  <a:lnTo>
                    <a:pt x="4586605" y="981768"/>
                  </a:lnTo>
                  <a:lnTo>
                    <a:pt x="4586762" y="981768"/>
                  </a:lnTo>
                  <a:lnTo>
                    <a:pt x="4586920" y="981768"/>
                  </a:lnTo>
                  <a:lnTo>
                    <a:pt x="4587078" y="981768"/>
                  </a:lnTo>
                  <a:lnTo>
                    <a:pt x="4587236" y="981768"/>
                  </a:lnTo>
                  <a:lnTo>
                    <a:pt x="4587393" y="981768"/>
                  </a:lnTo>
                  <a:lnTo>
                    <a:pt x="4587551" y="981768"/>
                  </a:lnTo>
                  <a:lnTo>
                    <a:pt x="4587709" y="981768"/>
                  </a:lnTo>
                  <a:lnTo>
                    <a:pt x="4587866" y="981768"/>
                  </a:lnTo>
                  <a:lnTo>
                    <a:pt x="4588024" y="981768"/>
                  </a:lnTo>
                  <a:lnTo>
                    <a:pt x="4588182" y="981768"/>
                  </a:lnTo>
                  <a:lnTo>
                    <a:pt x="4588182" y="981337"/>
                  </a:lnTo>
                  <a:lnTo>
                    <a:pt x="4588340" y="981337"/>
                  </a:lnTo>
                  <a:lnTo>
                    <a:pt x="4588497" y="981337"/>
                  </a:lnTo>
                  <a:lnTo>
                    <a:pt x="4588655" y="981337"/>
                  </a:lnTo>
                  <a:lnTo>
                    <a:pt x="4588655" y="980906"/>
                  </a:lnTo>
                  <a:lnTo>
                    <a:pt x="4588813" y="980906"/>
                  </a:lnTo>
                  <a:lnTo>
                    <a:pt x="4588971" y="980906"/>
                  </a:lnTo>
                  <a:lnTo>
                    <a:pt x="4588971" y="980476"/>
                  </a:lnTo>
                  <a:lnTo>
                    <a:pt x="4589128" y="980476"/>
                  </a:lnTo>
                  <a:lnTo>
                    <a:pt x="4589286" y="980476"/>
                  </a:lnTo>
                  <a:lnTo>
                    <a:pt x="4589286" y="980045"/>
                  </a:lnTo>
                  <a:lnTo>
                    <a:pt x="4589286" y="979615"/>
                  </a:lnTo>
                  <a:lnTo>
                    <a:pt x="4589444" y="979615"/>
                  </a:lnTo>
                  <a:lnTo>
                    <a:pt x="4589601" y="979615"/>
                  </a:lnTo>
                  <a:lnTo>
                    <a:pt x="4589601" y="979184"/>
                  </a:lnTo>
                  <a:lnTo>
                    <a:pt x="4589601" y="978753"/>
                  </a:lnTo>
                  <a:lnTo>
                    <a:pt x="4589759" y="978753"/>
                  </a:lnTo>
                  <a:lnTo>
                    <a:pt x="4589917" y="978753"/>
                  </a:lnTo>
                  <a:lnTo>
                    <a:pt x="4590075" y="978753"/>
                  </a:lnTo>
                  <a:lnTo>
                    <a:pt x="4590232" y="978753"/>
                  </a:lnTo>
                  <a:lnTo>
                    <a:pt x="4590390" y="978753"/>
                  </a:lnTo>
                  <a:lnTo>
                    <a:pt x="4590548" y="978753"/>
                  </a:lnTo>
                  <a:lnTo>
                    <a:pt x="4590705" y="978753"/>
                  </a:lnTo>
                  <a:lnTo>
                    <a:pt x="4590863" y="978753"/>
                  </a:lnTo>
                  <a:lnTo>
                    <a:pt x="4591021" y="978753"/>
                  </a:lnTo>
                  <a:lnTo>
                    <a:pt x="4591021" y="978323"/>
                  </a:lnTo>
                  <a:lnTo>
                    <a:pt x="4591179" y="978323"/>
                  </a:lnTo>
                  <a:lnTo>
                    <a:pt x="4591336" y="978323"/>
                  </a:lnTo>
                  <a:lnTo>
                    <a:pt x="4591494" y="978323"/>
                  </a:lnTo>
                  <a:lnTo>
                    <a:pt x="4591652" y="978323"/>
                  </a:lnTo>
                  <a:lnTo>
                    <a:pt x="4591652" y="977892"/>
                  </a:lnTo>
                  <a:lnTo>
                    <a:pt x="4591809" y="977892"/>
                  </a:lnTo>
                  <a:lnTo>
                    <a:pt x="4591967" y="977892"/>
                  </a:lnTo>
                  <a:lnTo>
                    <a:pt x="4592125" y="977892"/>
                  </a:lnTo>
                  <a:lnTo>
                    <a:pt x="4592125" y="977462"/>
                  </a:lnTo>
                  <a:lnTo>
                    <a:pt x="4592283" y="977462"/>
                  </a:lnTo>
                  <a:lnTo>
                    <a:pt x="4592283" y="977031"/>
                  </a:lnTo>
                  <a:lnTo>
                    <a:pt x="4592440" y="977031"/>
                  </a:lnTo>
                  <a:lnTo>
                    <a:pt x="4592598" y="977031"/>
                  </a:lnTo>
                  <a:lnTo>
                    <a:pt x="4592756" y="977031"/>
                  </a:lnTo>
                  <a:lnTo>
                    <a:pt x="4592913" y="977031"/>
                  </a:lnTo>
                  <a:lnTo>
                    <a:pt x="4593071" y="977031"/>
                  </a:lnTo>
                  <a:lnTo>
                    <a:pt x="4593229" y="977031"/>
                  </a:lnTo>
                  <a:lnTo>
                    <a:pt x="4593229" y="976600"/>
                  </a:lnTo>
                  <a:lnTo>
                    <a:pt x="4593387" y="976600"/>
                  </a:lnTo>
                  <a:lnTo>
                    <a:pt x="4593544" y="976600"/>
                  </a:lnTo>
                  <a:lnTo>
                    <a:pt x="4593702" y="976600"/>
                  </a:lnTo>
                  <a:lnTo>
                    <a:pt x="4593860" y="976600"/>
                  </a:lnTo>
                  <a:lnTo>
                    <a:pt x="4594018" y="976600"/>
                  </a:lnTo>
                  <a:lnTo>
                    <a:pt x="4594175" y="976600"/>
                  </a:lnTo>
                  <a:lnTo>
                    <a:pt x="4594175" y="976170"/>
                  </a:lnTo>
                  <a:lnTo>
                    <a:pt x="4594333" y="976170"/>
                  </a:lnTo>
                  <a:lnTo>
                    <a:pt x="4594491" y="976170"/>
                  </a:lnTo>
                  <a:lnTo>
                    <a:pt x="4594648" y="976170"/>
                  </a:lnTo>
                  <a:lnTo>
                    <a:pt x="4594648" y="975739"/>
                  </a:lnTo>
                  <a:lnTo>
                    <a:pt x="4594648" y="975309"/>
                  </a:lnTo>
                  <a:lnTo>
                    <a:pt x="4594806" y="975309"/>
                  </a:lnTo>
                  <a:lnTo>
                    <a:pt x="4594964" y="975309"/>
                  </a:lnTo>
                  <a:lnTo>
                    <a:pt x="4595122" y="975309"/>
                  </a:lnTo>
                  <a:lnTo>
                    <a:pt x="4595279" y="975309"/>
                  </a:lnTo>
                  <a:lnTo>
                    <a:pt x="4595437" y="975309"/>
                  </a:lnTo>
                  <a:lnTo>
                    <a:pt x="4595595" y="975309"/>
                  </a:lnTo>
                  <a:lnTo>
                    <a:pt x="4595752" y="975309"/>
                  </a:lnTo>
                  <a:lnTo>
                    <a:pt x="4595910" y="975309"/>
                  </a:lnTo>
                  <a:lnTo>
                    <a:pt x="4596068" y="975309"/>
                  </a:lnTo>
                  <a:lnTo>
                    <a:pt x="4596226" y="975309"/>
                  </a:lnTo>
                  <a:lnTo>
                    <a:pt x="4596383" y="975309"/>
                  </a:lnTo>
                  <a:lnTo>
                    <a:pt x="4596541" y="975309"/>
                  </a:lnTo>
                  <a:lnTo>
                    <a:pt x="4596699" y="975309"/>
                  </a:lnTo>
                  <a:lnTo>
                    <a:pt x="4596856" y="975309"/>
                  </a:lnTo>
                  <a:lnTo>
                    <a:pt x="4597014" y="975309"/>
                  </a:lnTo>
                  <a:lnTo>
                    <a:pt x="4597172" y="975309"/>
                  </a:lnTo>
                  <a:lnTo>
                    <a:pt x="4597330" y="975309"/>
                  </a:lnTo>
                  <a:lnTo>
                    <a:pt x="4597487" y="975309"/>
                  </a:lnTo>
                  <a:lnTo>
                    <a:pt x="4597645" y="975309"/>
                  </a:lnTo>
                  <a:lnTo>
                    <a:pt x="4597803" y="975309"/>
                  </a:lnTo>
                  <a:lnTo>
                    <a:pt x="4597960" y="975309"/>
                  </a:lnTo>
                  <a:lnTo>
                    <a:pt x="4598118" y="975309"/>
                  </a:lnTo>
                  <a:lnTo>
                    <a:pt x="4598276" y="975309"/>
                  </a:lnTo>
                  <a:lnTo>
                    <a:pt x="4598434" y="975309"/>
                  </a:lnTo>
                  <a:lnTo>
                    <a:pt x="4598591" y="975309"/>
                  </a:lnTo>
                  <a:lnTo>
                    <a:pt x="4598749" y="975309"/>
                  </a:lnTo>
                  <a:lnTo>
                    <a:pt x="4598907" y="975309"/>
                  </a:lnTo>
                  <a:lnTo>
                    <a:pt x="4598907" y="974878"/>
                  </a:lnTo>
                  <a:lnTo>
                    <a:pt x="4599064" y="974878"/>
                  </a:lnTo>
                  <a:lnTo>
                    <a:pt x="4599222" y="974878"/>
                  </a:lnTo>
                  <a:lnTo>
                    <a:pt x="4599380" y="974878"/>
                  </a:lnTo>
                  <a:lnTo>
                    <a:pt x="4599538" y="974878"/>
                  </a:lnTo>
                  <a:lnTo>
                    <a:pt x="4599695" y="974878"/>
                  </a:lnTo>
                  <a:lnTo>
                    <a:pt x="4599853" y="974878"/>
                  </a:lnTo>
                  <a:lnTo>
                    <a:pt x="4600011" y="974878"/>
                  </a:lnTo>
                  <a:lnTo>
                    <a:pt x="4600169" y="974878"/>
                  </a:lnTo>
                  <a:lnTo>
                    <a:pt x="4600326" y="974878"/>
                  </a:lnTo>
                  <a:lnTo>
                    <a:pt x="4600484" y="974878"/>
                  </a:lnTo>
                  <a:lnTo>
                    <a:pt x="4600642" y="974878"/>
                  </a:lnTo>
                  <a:lnTo>
                    <a:pt x="4600799" y="974878"/>
                  </a:lnTo>
                  <a:lnTo>
                    <a:pt x="4600957" y="974878"/>
                  </a:lnTo>
                  <a:lnTo>
                    <a:pt x="4601115" y="974878"/>
                  </a:lnTo>
                  <a:lnTo>
                    <a:pt x="4601273" y="974878"/>
                  </a:lnTo>
                  <a:lnTo>
                    <a:pt x="4601430" y="974878"/>
                  </a:lnTo>
                  <a:lnTo>
                    <a:pt x="4601588" y="974878"/>
                  </a:lnTo>
                  <a:lnTo>
                    <a:pt x="4601746" y="974878"/>
                  </a:lnTo>
                  <a:lnTo>
                    <a:pt x="4601903" y="974878"/>
                  </a:lnTo>
                  <a:lnTo>
                    <a:pt x="4601903" y="974447"/>
                  </a:lnTo>
                  <a:lnTo>
                    <a:pt x="4602061" y="974447"/>
                  </a:lnTo>
                  <a:lnTo>
                    <a:pt x="4602219" y="974447"/>
                  </a:lnTo>
                  <a:lnTo>
                    <a:pt x="4602377" y="974447"/>
                  </a:lnTo>
                  <a:lnTo>
                    <a:pt x="4602534" y="974447"/>
                  </a:lnTo>
                  <a:lnTo>
                    <a:pt x="4602692" y="974447"/>
                  </a:lnTo>
                  <a:lnTo>
                    <a:pt x="4602850" y="974447"/>
                  </a:lnTo>
                  <a:lnTo>
                    <a:pt x="4603007" y="974447"/>
                  </a:lnTo>
                  <a:lnTo>
                    <a:pt x="4603165" y="974447"/>
                  </a:lnTo>
                  <a:lnTo>
                    <a:pt x="4603323" y="974447"/>
                  </a:lnTo>
                  <a:lnTo>
                    <a:pt x="4603481" y="974447"/>
                  </a:lnTo>
                  <a:lnTo>
                    <a:pt x="4603638" y="974447"/>
                  </a:lnTo>
                  <a:lnTo>
                    <a:pt x="4603796" y="974447"/>
                  </a:lnTo>
                  <a:lnTo>
                    <a:pt x="4603954" y="974447"/>
                  </a:lnTo>
                  <a:lnTo>
                    <a:pt x="4604111" y="974447"/>
                  </a:lnTo>
                  <a:lnTo>
                    <a:pt x="4604269" y="974447"/>
                  </a:lnTo>
                  <a:lnTo>
                    <a:pt x="4604427" y="974447"/>
                  </a:lnTo>
                  <a:lnTo>
                    <a:pt x="4604585" y="974447"/>
                  </a:lnTo>
                  <a:lnTo>
                    <a:pt x="4604742" y="974447"/>
                  </a:lnTo>
                  <a:lnTo>
                    <a:pt x="4604900" y="974447"/>
                  </a:lnTo>
                  <a:lnTo>
                    <a:pt x="4604900" y="974017"/>
                  </a:lnTo>
                  <a:lnTo>
                    <a:pt x="4605058" y="974017"/>
                  </a:lnTo>
                  <a:lnTo>
                    <a:pt x="4605216" y="974017"/>
                  </a:lnTo>
                  <a:lnTo>
                    <a:pt x="4605373" y="974017"/>
                  </a:lnTo>
                  <a:lnTo>
                    <a:pt x="4605531" y="974017"/>
                  </a:lnTo>
                  <a:lnTo>
                    <a:pt x="4605689" y="974017"/>
                  </a:lnTo>
                  <a:lnTo>
                    <a:pt x="4605846" y="974017"/>
                  </a:lnTo>
                  <a:lnTo>
                    <a:pt x="4606004" y="974017"/>
                  </a:lnTo>
                  <a:lnTo>
                    <a:pt x="4606162" y="974017"/>
                  </a:lnTo>
                  <a:lnTo>
                    <a:pt x="4606320" y="974017"/>
                  </a:lnTo>
                  <a:lnTo>
                    <a:pt x="4606477" y="974017"/>
                  </a:lnTo>
                  <a:lnTo>
                    <a:pt x="4606477" y="973586"/>
                  </a:lnTo>
                  <a:lnTo>
                    <a:pt x="4606635" y="973586"/>
                  </a:lnTo>
                  <a:lnTo>
                    <a:pt x="4606793" y="973586"/>
                  </a:lnTo>
                  <a:lnTo>
                    <a:pt x="4606950" y="973586"/>
                  </a:lnTo>
                  <a:lnTo>
                    <a:pt x="4607108" y="973586"/>
                  </a:lnTo>
                  <a:lnTo>
                    <a:pt x="4607266" y="973586"/>
                  </a:lnTo>
                  <a:lnTo>
                    <a:pt x="4607424" y="973586"/>
                  </a:lnTo>
                  <a:lnTo>
                    <a:pt x="4607581" y="973586"/>
                  </a:lnTo>
                  <a:lnTo>
                    <a:pt x="4607739" y="973586"/>
                  </a:lnTo>
                  <a:lnTo>
                    <a:pt x="4607897" y="973586"/>
                  </a:lnTo>
                  <a:lnTo>
                    <a:pt x="4608054" y="973586"/>
                  </a:lnTo>
                  <a:lnTo>
                    <a:pt x="4608212" y="973586"/>
                  </a:lnTo>
                  <a:lnTo>
                    <a:pt x="4608212" y="973156"/>
                  </a:lnTo>
                  <a:lnTo>
                    <a:pt x="4608212" y="972725"/>
                  </a:lnTo>
                  <a:lnTo>
                    <a:pt x="4608370" y="972725"/>
                  </a:lnTo>
                  <a:lnTo>
                    <a:pt x="4608528" y="972725"/>
                  </a:lnTo>
                  <a:lnTo>
                    <a:pt x="4608528" y="972294"/>
                  </a:lnTo>
                  <a:lnTo>
                    <a:pt x="4608685" y="972294"/>
                  </a:lnTo>
                  <a:lnTo>
                    <a:pt x="4608843" y="972294"/>
                  </a:lnTo>
                  <a:lnTo>
                    <a:pt x="4609001" y="972294"/>
                  </a:lnTo>
                  <a:lnTo>
                    <a:pt x="4609158" y="972294"/>
                  </a:lnTo>
                  <a:lnTo>
                    <a:pt x="4609316" y="972294"/>
                  </a:lnTo>
                  <a:lnTo>
                    <a:pt x="4609474" y="972294"/>
                  </a:lnTo>
                  <a:lnTo>
                    <a:pt x="4609632" y="972294"/>
                  </a:lnTo>
                  <a:lnTo>
                    <a:pt x="4609789" y="972294"/>
                  </a:lnTo>
                  <a:lnTo>
                    <a:pt x="4609947" y="972294"/>
                  </a:lnTo>
                  <a:lnTo>
                    <a:pt x="4610105" y="972294"/>
                  </a:lnTo>
                  <a:lnTo>
                    <a:pt x="4610262" y="972294"/>
                  </a:lnTo>
                  <a:lnTo>
                    <a:pt x="4610420" y="972294"/>
                  </a:lnTo>
                  <a:lnTo>
                    <a:pt x="4610578" y="972294"/>
                  </a:lnTo>
                  <a:lnTo>
                    <a:pt x="4610736" y="972294"/>
                  </a:lnTo>
                  <a:lnTo>
                    <a:pt x="4610893" y="972294"/>
                  </a:lnTo>
                  <a:lnTo>
                    <a:pt x="4611051" y="972294"/>
                  </a:lnTo>
                  <a:lnTo>
                    <a:pt x="4611209" y="972294"/>
                  </a:lnTo>
                  <a:lnTo>
                    <a:pt x="4611367" y="972294"/>
                  </a:lnTo>
                  <a:lnTo>
                    <a:pt x="4611524" y="972294"/>
                  </a:lnTo>
                  <a:lnTo>
                    <a:pt x="4611524" y="971864"/>
                  </a:lnTo>
                  <a:lnTo>
                    <a:pt x="4611682" y="971864"/>
                  </a:lnTo>
                  <a:lnTo>
                    <a:pt x="4611840" y="971864"/>
                  </a:lnTo>
                  <a:lnTo>
                    <a:pt x="4611997" y="971864"/>
                  </a:lnTo>
                  <a:lnTo>
                    <a:pt x="4612155" y="971864"/>
                  </a:lnTo>
                  <a:lnTo>
                    <a:pt x="4612155" y="971433"/>
                  </a:lnTo>
                  <a:lnTo>
                    <a:pt x="4612313" y="971433"/>
                  </a:lnTo>
                  <a:lnTo>
                    <a:pt x="4612471" y="971433"/>
                  </a:lnTo>
                  <a:lnTo>
                    <a:pt x="4612628" y="971433"/>
                  </a:lnTo>
                  <a:lnTo>
                    <a:pt x="4612786" y="971433"/>
                  </a:lnTo>
                  <a:lnTo>
                    <a:pt x="4612944" y="971433"/>
                  </a:lnTo>
                  <a:lnTo>
                    <a:pt x="4613101" y="971433"/>
                  </a:lnTo>
                  <a:lnTo>
                    <a:pt x="4613259" y="971433"/>
                  </a:lnTo>
                  <a:lnTo>
                    <a:pt x="4613417" y="971433"/>
                  </a:lnTo>
                  <a:lnTo>
                    <a:pt x="4613575" y="971433"/>
                  </a:lnTo>
                  <a:lnTo>
                    <a:pt x="4613732" y="971433"/>
                  </a:lnTo>
                  <a:lnTo>
                    <a:pt x="4613890" y="971433"/>
                  </a:lnTo>
                  <a:lnTo>
                    <a:pt x="4614048" y="971433"/>
                  </a:lnTo>
                  <a:lnTo>
                    <a:pt x="4614048" y="971003"/>
                  </a:lnTo>
                  <a:lnTo>
                    <a:pt x="4614205" y="971003"/>
                  </a:lnTo>
                  <a:lnTo>
                    <a:pt x="4614205" y="970572"/>
                  </a:lnTo>
                  <a:lnTo>
                    <a:pt x="4614205" y="970141"/>
                  </a:lnTo>
                  <a:lnTo>
                    <a:pt x="4614363" y="970141"/>
                  </a:lnTo>
                  <a:lnTo>
                    <a:pt x="4614521" y="970141"/>
                  </a:lnTo>
                  <a:lnTo>
                    <a:pt x="4614679" y="970141"/>
                  </a:lnTo>
                  <a:lnTo>
                    <a:pt x="4614836" y="970141"/>
                  </a:lnTo>
                  <a:lnTo>
                    <a:pt x="4614836" y="969711"/>
                  </a:lnTo>
                  <a:lnTo>
                    <a:pt x="4614994" y="969711"/>
                  </a:lnTo>
                  <a:lnTo>
                    <a:pt x="4615152" y="969711"/>
                  </a:lnTo>
                  <a:lnTo>
                    <a:pt x="4615309" y="969711"/>
                  </a:lnTo>
                  <a:lnTo>
                    <a:pt x="4615467" y="969711"/>
                  </a:lnTo>
                  <a:lnTo>
                    <a:pt x="4615625" y="969711"/>
                  </a:lnTo>
                  <a:lnTo>
                    <a:pt x="4615625" y="969280"/>
                  </a:lnTo>
                  <a:lnTo>
                    <a:pt x="4615783" y="969280"/>
                  </a:lnTo>
                  <a:lnTo>
                    <a:pt x="4615940" y="969280"/>
                  </a:lnTo>
                  <a:lnTo>
                    <a:pt x="4615940" y="968850"/>
                  </a:lnTo>
                  <a:lnTo>
                    <a:pt x="4615940" y="968419"/>
                  </a:lnTo>
                  <a:lnTo>
                    <a:pt x="4616098" y="968419"/>
                  </a:lnTo>
                  <a:lnTo>
                    <a:pt x="4616256" y="968419"/>
                  </a:lnTo>
                  <a:lnTo>
                    <a:pt x="4616414" y="968419"/>
                  </a:lnTo>
                  <a:lnTo>
                    <a:pt x="4616414" y="967988"/>
                  </a:lnTo>
                  <a:lnTo>
                    <a:pt x="4616571" y="967988"/>
                  </a:lnTo>
                  <a:lnTo>
                    <a:pt x="4616729" y="967988"/>
                  </a:lnTo>
                  <a:lnTo>
                    <a:pt x="4616887" y="967988"/>
                  </a:lnTo>
                  <a:lnTo>
                    <a:pt x="4617044" y="967988"/>
                  </a:lnTo>
                  <a:lnTo>
                    <a:pt x="4617202" y="967988"/>
                  </a:lnTo>
                  <a:lnTo>
                    <a:pt x="4617360" y="967988"/>
                  </a:lnTo>
                  <a:lnTo>
                    <a:pt x="4617360" y="967558"/>
                  </a:lnTo>
                  <a:lnTo>
                    <a:pt x="4617518" y="967558"/>
                  </a:lnTo>
                  <a:lnTo>
                    <a:pt x="4617675" y="967558"/>
                  </a:lnTo>
                  <a:lnTo>
                    <a:pt x="4617833" y="967558"/>
                  </a:lnTo>
                  <a:lnTo>
                    <a:pt x="4617991" y="967558"/>
                  </a:lnTo>
                  <a:lnTo>
                    <a:pt x="4618148" y="967558"/>
                  </a:lnTo>
                  <a:lnTo>
                    <a:pt x="4618148" y="967127"/>
                  </a:lnTo>
                  <a:lnTo>
                    <a:pt x="4618148" y="966697"/>
                  </a:lnTo>
                  <a:lnTo>
                    <a:pt x="4618148" y="966266"/>
                  </a:lnTo>
                  <a:lnTo>
                    <a:pt x="4618306" y="966266"/>
                  </a:lnTo>
                  <a:lnTo>
                    <a:pt x="4618464" y="966266"/>
                  </a:lnTo>
                  <a:lnTo>
                    <a:pt x="4618622" y="966266"/>
                  </a:lnTo>
                  <a:lnTo>
                    <a:pt x="4618779" y="966266"/>
                  </a:lnTo>
                  <a:lnTo>
                    <a:pt x="4618937" y="966266"/>
                  </a:lnTo>
                  <a:lnTo>
                    <a:pt x="4619095" y="966266"/>
                  </a:lnTo>
                  <a:lnTo>
                    <a:pt x="4619252" y="966266"/>
                  </a:lnTo>
                  <a:lnTo>
                    <a:pt x="4619410" y="966266"/>
                  </a:lnTo>
                  <a:lnTo>
                    <a:pt x="4619568" y="966266"/>
                  </a:lnTo>
                  <a:lnTo>
                    <a:pt x="4619726" y="966266"/>
                  </a:lnTo>
                  <a:lnTo>
                    <a:pt x="4619883" y="966266"/>
                  </a:lnTo>
                  <a:lnTo>
                    <a:pt x="4620041" y="966266"/>
                  </a:lnTo>
                  <a:lnTo>
                    <a:pt x="4620199" y="966266"/>
                  </a:lnTo>
                  <a:lnTo>
                    <a:pt x="4620199" y="965835"/>
                  </a:lnTo>
                  <a:lnTo>
                    <a:pt x="4620356" y="965835"/>
                  </a:lnTo>
                  <a:lnTo>
                    <a:pt x="4620514" y="965835"/>
                  </a:lnTo>
                  <a:lnTo>
                    <a:pt x="4620514" y="965405"/>
                  </a:lnTo>
                  <a:lnTo>
                    <a:pt x="4620672" y="965405"/>
                  </a:lnTo>
                  <a:lnTo>
                    <a:pt x="4620830" y="965405"/>
                  </a:lnTo>
                  <a:lnTo>
                    <a:pt x="4620987" y="965405"/>
                  </a:lnTo>
                  <a:lnTo>
                    <a:pt x="4621145" y="965405"/>
                  </a:lnTo>
                  <a:lnTo>
                    <a:pt x="4621303" y="965405"/>
                  </a:lnTo>
                  <a:lnTo>
                    <a:pt x="4621460" y="965405"/>
                  </a:lnTo>
                  <a:lnTo>
                    <a:pt x="4621460" y="964974"/>
                  </a:lnTo>
                  <a:lnTo>
                    <a:pt x="4621618" y="964974"/>
                  </a:lnTo>
                  <a:lnTo>
                    <a:pt x="4621776" y="964974"/>
                  </a:lnTo>
                  <a:lnTo>
                    <a:pt x="4621934" y="964974"/>
                  </a:lnTo>
                  <a:lnTo>
                    <a:pt x="4621934" y="964544"/>
                  </a:lnTo>
                  <a:lnTo>
                    <a:pt x="4622091" y="964544"/>
                  </a:lnTo>
                  <a:lnTo>
                    <a:pt x="4622249" y="964544"/>
                  </a:lnTo>
                  <a:lnTo>
                    <a:pt x="4622407" y="964544"/>
                  </a:lnTo>
                  <a:lnTo>
                    <a:pt x="4622565" y="964544"/>
                  </a:lnTo>
                  <a:lnTo>
                    <a:pt x="4622565" y="964113"/>
                  </a:lnTo>
                  <a:lnTo>
                    <a:pt x="4622565" y="963682"/>
                  </a:lnTo>
                  <a:lnTo>
                    <a:pt x="4622722" y="963682"/>
                  </a:lnTo>
                  <a:lnTo>
                    <a:pt x="4622880" y="963682"/>
                  </a:lnTo>
                  <a:lnTo>
                    <a:pt x="4623038" y="963682"/>
                  </a:lnTo>
                  <a:lnTo>
                    <a:pt x="4623195" y="963682"/>
                  </a:lnTo>
                  <a:lnTo>
                    <a:pt x="4623353" y="963682"/>
                  </a:lnTo>
                  <a:lnTo>
                    <a:pt x="4623511" y="963682"/>
                  </a:lnTo>
                  <a:lnTo>
                    <a:pt x="4623511" y="963252"/>
                  </a:lnTo>
                  <a:lnTo>
                    <a:pt x="4623669" y="963252"/>
                  </a:lnTo>
                  <a:lnTo>
                    <a:pt x="4623826" y="963252"/>
                  </a:lnTo>
                  <a:lnTo>
                    <a:pt x="4623984" y="963252"/>
                  </a:lnTo>
                  <a:lnTo>
                    <a:pt x="4624142" y="963252"/>
                  </a:lnTo>
                  <a:lnTo>
                    <a:pt x="4624299" y="963252"/>
                  </a:lnTo>
                  <a:lnTo>
                    <a:pt x="4624457" y="963252"/>
                  </a:lnTo>
                  <a:lnTo>
                    <a:pt x="4624615" y="963252"/>
                  </a:lnTo>
                  <a:lnTo>
                    <a:pt x="4624773" y="963252"/>
                  </a:lnTo>
                  <a:lnTo>
                    <a:pt x="4624773" y="962821"/>
                  </a:lnTo>
                  <a:lnTo>
                    <a:pt x="4624930" y="962821"/>
                  </a:lnTo>
                  <a:lnTo>
                    <a:pt x="4625088" y="962821"/>
                  </a:lnTo>
                  <a:lnTo>
                    <a:pt x="4625246" y="962821"/>
                  </a:lnTo>
                  <a:lnTo>
                    <a:pt x="4625403" y="962821"/>
                  </a:lnTo>
                  <a:lnTo>
                    <a:pt x="4625403" y="962391"/>
                  </a:lnTo>
                  <a:lnTo>
                    <a:pt x="4625403" y="961960"/>
                  </a:lnTo>
                  <a:lnTo>
                    <a:pt x="4625561" y="961960"/>
                  </a:lnTo>
                  <a:lnTo>
                    <a:pt x="4625719" y="961960"/>
                  </a:lnTo>
                  <a:lnTo>
                    <a:pt x="4625877" y="961960"/>
                  </a:lnTo>
                  <a:lnTo>
                    <a:pt x="4626034" y="961960"/>
                  </a:lnTo>
                  <a:lnTo>
                    <a:pt x="4626034" y="961529"/>
                  </a:lnTo>
                  <a:lnTo>
                    <a:pt x="4626192" y="961529"/>
                  </a:lnTo>
                  <a:lnTo>
                    <a:pt x="4626350" y="961529"/>
                  </a:lnTo>
                  <a:lnTo>
                    <a:pt x="4626507" y="961529"/>
                  </a:lnTo>
                  <a:lnTo>
                    <a:pt x="4626665" y="961529"/>
                  </a:lnTo>
                  <a:lnTo>
                    <a:pt x="4626823" y="961529"/>
                  </a:lnTo>
                  <a:lnTo>
                    <a:pt x="4626981" y="961529"/>
                  </a:lnTo>
                  <a:lnTo>
                    <a:pt x="4626981" y="961099"/>
                  </a:lnTo>
                  <a:lnTo>
                    <a:pt x="4627138" y="961099"/>
                  </a:lnTo>
                  <a:lnTo>
                    <a:pt x="4627296" y="961099"/>
                  </a:lnTo>
                  <a:lnTo>
                    <a:pt x="4627454" y="961099"/>
                  </a:lnTo>
                  <a:lnTo>
                    <a:pt x="4627612" y="961099"/>
                  </a:lnTo>
                  <a:lnTo>
                    <a:pt x="4627769" y="961099"/>
                  </a:lnTo>
                  <a:lnTo>
                    <a:pt x="4627927" y="961099"/>
                  </a:lnTo>
                  <a:lnTo>
                    <a:pt x="4628085" y="961099"/>
                  </a:lnTo>
                  <a:lnTo>
                    <a:pt x="4628242" y="961099"/>
                  </a:lnTo>
                  <a:lnTo>
                    <a:pt x="4628242" y="960668"/>
                  </a:lnTo>
                  <a:lnTo>
                    <a:pt x="4628400" y="960668"/>
                  </a:lnTo>
                  <a:lnTo>
                    <a:pt x="4628558" y="960668"/>
                  </a:lnTo>
                  <a:lnTo>
                    <a:pt x="4628558" y="960238"/>
                  </a:lnTo>
                  <a:lnTo>
                    <a:pt x="4628716" y="960238"/>
                  </a:lnTo>
                  <a:lnTo>
                    <a:pt x="4628873" y="960238"/>
                  </a:lnTo>
                  <a:lnTo>
                    <a:pt x="4629031" y="960238"/>
                  </a:lnTo>
                  <a:lnTo>
                    <a:pt x="4629189" y="960238"/>
                  </a:lnTo>
                  <a:lnTo>
                    <a:pt x="4629189" y="959807"/>
                  </a:lnTo>
                  <a:lnTo>
                    <a:pt x="4629346" y="959807"/>
                  </a:lnTo>
                  <a:lnTo>
                    <a:pt x="4629504" y="959807"/>
                  </a:lnTo>
                  <a:lnTo>
                    <a:pt x="4629504" y="959376"/>
                  </a:lnTo>
                  <a:lnTo>
                    <a:pt x="4629662" y="959376"/>
                  </a:lnTo>
                  <a:lnTo>
                    <a:pt x="4629662" y="958946"/>
                  </a:lnTo>
                  <a:lnTo>
                    <a:pt x="4629820" y="958946"/>
                  </a:lnTo>
                  <a:lnTo>
                    <a:pt x="4629977" y="958946"/>
                  </a:lnTo>
                  <a:lnTo>
                    <a:pt x="4630135" y="958946"/>
                  </a:lnTo>
                  <a:lnTo>
                    <a:pt x="4630293" y="958946"/>
                  </a:lnTo>
                  <a:lnTo>
                    <a:pt x="4630450" y="958946"/>
                  </a:lnTo>
                  <a:lnTo>
                    <a:pt x="4630450" y="958515"/>
                  </a:lnTo>
                  <a:lnTo>
                    <a:pt x="4630608" y="958515"/>
                  </a:lnTo>
                  <a:lnTo>
                    <a:pt x="4630766" y="958515"/>
                  </a:lnTo>
                  <a:lnTo>
                    <a:pt x="4630924" y="958515"/>
                  </a:lnTo>
                  <a:lnTo>
                    <a:pt x="4631081" y="958515"/>
                  </a:lnTo>
                  <a:lnTo>
                    <a:pt x="4631239" y="958515"/>
                  </a:lnTo>
                  <a:lnTo>
                    <a:pt x="4631397" y="958515"/>
                  </a:lnTo>
                  <a:lnTo>
                    <a:pt x="4631554" y="958515"/>
                  </a:lnTo>
                  <a:lnTo>
                    <a:pt x="4631712" y="958515"/>
                  </a:lnTo>
                  <a:lnTo>
                    <a:pt x="4631870" y="958515"/>
                  </a:lnTo>
                  <a:lnTo>
                    <a:pt x="4632028" y="958515"/>
                  </a:lnTo>
                  <a:lnTo>
                    <a:pt x="4632185" y="958515"/>
                  </a:lnTo>
                  <a:lnTo>
                    <a:pt x="4632343" y="958515"/>
                  </a:lnTo>
                  <a:lnTo>
                    <a:pt x="4632501" y="958515"/>
                  </a:lnTo>
                  <a:lnTo>
                    <a:pt x="4632658" y="958515"/>
                  </a:lnTo>
                  <a:lnTo>
                    <a:pt x="4632816" y="958515"/>
                  </a:lnTo>
                  <a:lnTo>
                    <a:pt x="4632974" y="958515"/>
                  </a:lnTo>
                  <a:lnTo>
                    <a:pt x="4633132" y="958515"/>
                  </a:lnTo>
                  <a:lnTo>
                    <a:pt x="4633289" y="958515"/>
                  </a:lnTo>
                  <a:lnTo>
                    <a:pt x="4633447" y="958515"/>
                  </a:lnTo>
                  <a:lnTo>
                    <a:pt x="4633605" y="958515"/>
                  </a:lnTo>
                  <a:lnTo>
                    <a:pt x="4633763" y="958515"/>
                  </a:lnTo>
                  <a:lnTo>
                    <a:pt x="4633920" y="958515"/>
                  </a:lnTo>
                  <a:lnTo>
                    <a:pt x="4633920" y="958085"/>
                  </a:lnTo>
                  <a:lnTo>
                    <a:pt x="4633920" y="957654"/>
                  </a:lnTo>
                  <a:lnTo>
                    <a:pt x="4634078" y="957654"/>
                  </a:lnTo>
                  <a:lnTo>
                    <a:pt x="4634236" y="957654"/>
                  </a:lnTo>
                  <a:lnTo>
                    <a:pt x="4634393" y="957654"/>
                  </a:lnTo>
                  <a:lnTo>
                    <a:pt x="4634393" y="957223"/>
                  </a:lnTo>
                  <a:lnTo>
                    <a:pt x="4634551" y="957223"/>
                  </a:lnTo>
                  <a:lnTo>
                    <a:pt x="4634709" y="957223"/>
                  </a:lnTo>
                  <a:lnTo>
                    <a:pt x="4634867" y="957223"/>
                  </a:lnTo>
                  <a:lnTo>
                    <a:pt x="4635024" y="957223"/>
                  </a:lnTo>
                  <a:lnTo>
                    <a:pt x="4635182" y="957223"/>
                  </a:lnTo>
                  <a:lnTo>
                    <a:pt x="4635182" y="956793"/>
                  </a:lnTo>
                  <a:lnTo>
                    <a:pt x="4635182" y="956362"/>
                  </a:lnTo>
                  <a:lnTo>
                    <a:pt x="4635340" y="956362"/>
                  </a:lnTo>
                  <a:lnTo>
                    <a:pt x="4635340" y="955932"/>
                  </a:lnTo>
                  <a:lnTo>
                    <a:pt x="4635497" y="955932"/>
                  </a:lnTo>
                  <a:lnTo>
                    <a:pt x="4635655" y="955932"/>
                  </a:lnTo>
                  <a:lnTo>
                    <a:pt x="4635813" y="955932"/>
                  </a:lnTo>
                  <a:lnTo>
                    <a:pt x="4635971" y="955932"/>
                  </a:lnTo>
                  <a:lnTo>
                    <a:pt x="4636128" y="955932"/>
                  </a:lnTo>
                  <a:lnTo>
                    <a:pt x="4636286" y="955932"/>
                  </a:lnTo>
                  <a:lnTo>
                    <a:pt x="4636444" y="955932"/>
                  </a:lnTo>
                  <a:lnTo>
                    <a:pt x="4636601" y="955932"/>
                  </a:lnTo>
                  <a:lnTo>
                    <a:pt x="4636759" y="955932"/>
                  </a:lnTo>
                  <a:lnTo>
                    <a:pt x="4636917" y="955932"/>
                  </a:lnTo>
                  <a:lnTo>
                    <a:pt x="4637075" y="955932"/>
                  </a:lnTo>
                  <a:lnTo>
                    <a:pt x="4637075" y="955501"/>
                  </a:lnTo>
                  <a:lnTo>
                    <a:pt x="4637232" y="955501"/>
                  </a:lnTo>
                  <a:lnTo>
                    <a:pt x="4637390" y="955501"/>
                  </a:lnTo>
                  <a:lnTo>
                    <a:pt x="4637548" y="955501"/>
                  </a:lnTo>
                  <a:lnTo>
                    <a:pt x="4637705" y="955501"/>
                  </a:lnTo>
                  <a:lnTo>
                    <a:pt x="4637705" y="955070"/>
                  </a:lnTo>
                  <a:lnTo>
                    <a:pt x="4637705" y="954640"/>
                  </a:lnTo>
                  <a:lnTo>
                    <a:pt x="4637863" y="954640"/>
                  </a:lnTo>
                  <a:lnTo>
                    <a:pt x="4638021" y="954640"/>
                  </a:lnTo>
                  <a:lnTo>
                    <a:pt x="4638179" y="954640"/>
                  </a:lnTo>
                  <a:lnTo>
                    <a:pt x="4638336" y="954640"/>
                  </a:lnTo>
                  <a:lnTo>
                    <a:pt x="4638494" y="954640"/>
                  </a:lnTo>
                  <a:lnTo>
                    <a:pt x="4638652" y="954640"/>
                  </a:lnTo>
                  <a:lnTo>
                    <a:pt x="4638809" y="954640"/>
                  </a:lnTo>
                  <a:lnTo>
                    <a:pt x="4638967" y="954640"/>
                  </a:lnTo>
                  <a:lnTo>
                    <a:pt x="4639125" y="954640"/>
                  </a:lnTo>
                  <a:lnTo>
                    <a:pt x="4639283" y="954640"/>
                  </a:lnTo>
                  <a:lnTo>
                    <a:pt x="4639440" y="954640"/>
                  </a:lnTo>
                  <a:lnTo>
                    <a:pt x="4639598" y="954640"/>
                  </a:lnTo>
                  <a:lnTo>
                    <a:pt x="4639756" y="954640"/>
                  </a:lnTo>
                  <a:lnTo>
                    <a:pt x="4639914" y="954640"/>
                  </a:lnTo>
                  <a:lnTo>
                    <a:pt x="4639914" y="954209"/>
                  </a:lnTo>
                  <a:lnTo>
                    <a:pt x="4640071" y="954209"/>
                  </a:lnTo>
                  <a:lnTo>
                    <a:pt x="4640229" y="954209"/>
                  </a:lnTo>
                  <a:lnTo>
                    <a:pt x="4640387" y="954209"/>
                  </a:lnTo>
                  <a:lnTo>
                    <a:pt x="4640544" y="954209"/>
                  </a:lnTo>
                  <a:lnTo>
                    <a:pt x="4640702" y="954209"/>
                  </a:lnTo>
                  <a:lnTo>
                    <a:pt x="4640860" y="954209"/>
                  </a:lnTo>
                  <a:lnTo>
                    <a:pt x="4641018" y="954209"/>
                  </a:lnTo>
                  <a:lnTo>
                    <a:pt x="4641175" y="954209"/>
                  </a:lnTo>
                  <a:lnTo>
                    <a:pt x="4641175" y="953779"/>
                  </a:lnTo>
                  <a:lnTo>
                    <a:pt x="4641333" y="953779"/>
                  </a:lnTo>
                  <a:lnTo>
                    <a:pt x="4641491" y="953779"/>
                  </a:lnTo>
                  <a:lnTo>
                    <a:pt x="4641491" y="953348"/>
                  </a:lnTo>
                  <a:lnTo>
                    <a:pt x="4641648" y="953348"/>
                  </a:lnTo>
                  <a:lnTo>
                    <a:pt x="4641806" y="953348"/>
                  </a:lnTo>
                  <a:lnTo>
                    <a:pt x="4641964" y="953348"/>
                  </a:lnTo>
                  <a:lnTo>
                    <a:pt x="4642122" y="953348"/>
                  </a:lnTo>
                  <a:lnTo>
                    <a:pt x="4642279" y="953348"/>
                  </a:lnTo>
                  <a:lnTo>
                    <a:pt x="4642437" y="953348"/>
                  </a:lnTo>
                  <a:lnTo>
                    <a:pt x="4642595" y="953348"/>
                  </a:lnTo>
                  <a:lnTo>
                    <a:pt x="4642752" y="953348"/>
                  </a:lnTo>
                  <a:lnTo>
                    <a:pt x="4642910" y="953348"/>
                  </a:lnTo>
                  <a:lnTo>
                    <a:pt x="4643068" y="953348"/>
                  </a:lnTo>
                  <a:lnTo>
                    <a:pt x="4643226" y="953348"/>
                  </a:lnTo>
                  <a:lnTo>
                    <a:pt x="4643383" y="953348"/>
                  </a:lnTo>
                  <a:lnTo>
                    <a:pt x="4643541" y="953348"/>
                  </a:lnTo>
                  <a:lnTo>
                    <a:pt x="4643699" y="953348"/>
                  </a:lnTo>
                  <a:lnTo>
                    <a:pt x="4643856" y="953348"/>
                  </a:lnTo>
                  <a:lnTo>
                    <a:pt x="4644014" y="953348"/>
                  </a:lnTo>
                  <a:lnTo>
                    <a:pt x="4644172" y="953348"/>
                  </a:lnTo>
                  <a:lnTo>
                    <a:pt x="4644330" y="953348"/>
                  </a:lnTo>
                  <a:lnTo>
                    <a:pt x="4644487" y="953348"/>
                  </a:lnTo>
                  <a:lnTo>
                    <a:pt x="4644645" y="953348"/>
                  </a:lnTo>
                  <a:lnTo>
                    <a:pt x="4644803" y="953348"/>
                  </a:lnTo>
                  <a:lnTo>
                    <a:pt x="4644961" y="953348"/>
                  </a:lnTo>
                  <a:lnTo>
                    <a:pt x="4645118" y="953348"/>
                  </a:lnTo>
                  <a:lnTo>
                    <a:pt x="4645276" y="953348"/>
                  </a:lnTo>
                  <a:lnTo>
                    <a:pt x="4645434" y="953348"/>
                  </a:lnTo>
                  <a:lnTo>
                    <a:pt x="4645591" y="953348"/>
                  </a:lnTo>
                  <a:lnTo>
                    <a:pt x="4645749" y="953348"/>
                  </a:lnTo>
                  <a:lnTo>
                    <a:pt x="4645907" y="953348"/>
                  </a:lnTo>
                  <a:lnTo>
                    <a:pt x="4646065" y="953348"/>
                  </a:lnTo>
                  <a:lnTo>
                    <a:pt x="4646222" y="953348"/>
                  </a:lnTo>
                  <a:lnTo>
                    <a:pt x="4646380" y="953348"/>
                  </a:lnTo>
                  <a:lnTo>
                    <a:pt x="4646538" y="953348"/>
                  </a:lnTo>
                  <a:lnTo>
                    <a:pt x="4646695" y="953348"/>
                  </a:lnTo>
                  <a:lnTo>
                    <a:pt x="4646853" y="953348"/>
                  </a:lnTo>
                  <a:lnTo>
                    <a:pt x="4647011" y="953348"/>
                  </a:lnTo>
                  <a:lnTo>
                    <a:pt x="4647011" y="952917"/>
                  </a:lnTo>
                  <a:lnTo>
                    <a:pt x="4647169" y="952917"/>
                  </a:lnTo>
                  <a:lnTo>
                    <a:pt x="4647326" y="952917"/>
                  </a:lnTo>
                  <a:lnTo>
                    <a:pt x="4647484" y="952917"/>
                  </a:lnTo>
                  <a:lnTo>
                    <a:pt x="4647642" y="952917"/>
                  </a:lnTo>
                  <a:lnTo>
                    <a:pt x="4647642" y="952487"/>
                  </a:lnTo>
                  <a:lnTo>
                    <a:pt x="4647799" y="952487"/>
                  </a:lnTo>
                  <a:lnTo>
                    <a:pt x="4647957" y="952487"/>
                  </a:lnTo>
                  <a:lnTo>
                    <a:pt x="4648115" y="952487"/>
                  </a:lnTo>
                  <a:lnTo>
                    <a:pt x="4648273" y="952487"/>
                  </a:lnTo>
                  <a:lnTo>
                    <a:pt x="4648430" y="952487"/>
                  </a:lnTo>
                  <a:lnTo>
                    <a:pt x="4648430" y="952056"/>
                  </a:lnTo>
                  <a:lnTo>
                    <a:pt x="4648588" y="952056"/>
                  </a:lnTo>
                  <a:lnTo>
                    <a:pt x="4648746" y="952056"/>
                  </a:lnTo>
                  <a:lnTo>
                    <a:pt x="4648903" y="952056"/>
                  </a:lnTo>
                  <a:lnTo>
                    <a:pt x="4649061" y="952056"/>
                  </a:lnTo>
                  <a:lnTo>
                    <a:pt x="4649219" y="952056"/>
                  </a:lnTo>
                  <a:lnTo>
                    <a:pt x="4649377" y="952056"/>
                  </a:lnTo>
                  <a:lnTo>
                    <a:pt x="4649534" y="952056"/>
                  </a:lnTo>
                  <a:lnTo>
                    <a:pt x="4649692" y="952056"/>
                  </a:lnTo>
                  <a:lnTo>
                    <a:pt x="4649692" y="951626"/>
                  </a:lnTo>
                  <a:lnTo>
                    <a:pt x="4649850" y="951626"/>
                  </a:lnTo>
                  <a:lnTo>
                    <a:pt x="4650007" y="951626"/>
                  </a:lnTo>
                  <a:lnTo>
                    <a:pt x="4650165" y="951626"/>
                  </a:lnTo>
                  <a:lnTo>
                    <a:pt x="4650165" y="951195"/>
                  </a:lnTo>
                  <a:lnTo>
                    <a:pt x="4650323" y="951195"/>
                  </a:lnTo>
                  <a:lnTo>
                    <a:pt x="4650481" y="951195"/>
                  </a:lnTo>
                  <a:lnTo>
                    <a:pt x="4650638" y="951195"/>
                  </a:lnTo>
                  <a:lnTo>
                    <a:pt x="4650638" y="950764"/>
                  </a:lnTo>
                  <a:lnTo>
                    <a:pt x="4650796" y="950764"/>
                  </a:lnTo>
                  <a:lnTo>
                    <a:pt x="4650954" y="950764"/>
                  </a:lnTo>
                  <a:lnTo>
                    <a:pt x="4651112" y="950764"/>
                  </a:lnTo>
                  <a:lnTo>
                    <a:pt x="4651269" y="950764"/>
                  </a:lnTo>
                  <a:lnTo>
                    <a:pt x="4651427" y="950764"/>
                  </a:lnTo>
                  <a:lnTo>
                    <a:pt x="4651427" y="950334"/>
                  </a:lnTo>
                  <a:lnTo>
                    <a:pt x="4651585" y="950334"/>
                  </a:lnTo>
                  <a:lnTo>
                    <a:pt x="4651742" y="950334"/>
                  </a:lnTo>
                  <a:lnTo>
                    <a:pt x="4651900" y="950334"/>
                  </a:lnTo>
                  <a:lnTo>
                    <a:pt x="4652058" y="950334"/>
                  </a:lnTo>
                  <a:lnTo>
                    <a:pt x="4652058" y="949903"/>
                  </a:lnTo>
                  <a:lnTo>
                    <a:pt x="4652216" y="949903"/>
                  </a:lnTo>
                  <a:lnTo>
                    <a:pt x="4652373" y="949903"/>
                  </a:lnTo>
                  <a:lnTo>
                    <a:pt x="4652531" y="949903"/>
                  </a:lnTo>
                  <a:lnTo>
                    <a:pt x="4652689" y="949903"/>
                  </a:lnTo>
                  <a:lnTo>
                    <a:pt x="4652846" y="949903"/>
                  </a:lnTo>
                  <a:lnTo>
                    <a:pt x="4653004" y="949903"/>
                  </a:lnTo>
                  <a:lnTo>
                    <a:pt x="4653162" y="949903"/>
                  </a:lnTo>
                  <a:lnTo>
                    <a:pt x="4653320" y="949903"/>
                  </a:lnTo>
                  <a:lnTo>
                    <a:pt x="4653477" y="949903"/>
                  </a:lnTo>
                  <a:lnTo>
                    <a:pt x="4653635" y="949903"/>
                  </a:lnTo>
                  <a:lnTo>
                    <a:pt x="4653793" y="949903"/>
                  </a:lnTo>
                  <a:lnTo>
                    <a:pt x="4653793" y="949473"/>
                  </a:lnTo>
                  <a:lnTo>
                    <a:pt x="4653793" y="949042"/>
                  </a:lnTo>
                  <a:lnTo>
                    <a:pt x="4653950" y="949042"/>
                  </a:lnTo>
                  <a:lnTo>
                    <a:pt x="4654108" y="949042"/>
                  </a:lnTo>
                  <a:lnTo>
                    <a:pt x="4654266" y="949042"/>
                  </a:lnTo>
                  <a:lnTo>
                    <a:pt x="4654424" y="949042"/>
                  </a:lnTo>
                  <a:lnTo>
                    <a:pt x="4654581" y="949042"/>
                  </a:lnTo>
                  <a:lnTo>
                    <a:pt x="4654739" y="949042"/>
                  </a:lnTo>
                  <a:lnTo>
                    <a:pt x="4654897" y="949042"/>
                  </a:lnTo>
                  <a:lnTo>
                    <a:pt x="4655054" y="949042"/>
                  </a:lnTo>
                  <a:lnTo>
                    <a:pt x="4655212" y="949042"/>
                  </a:lnTo>
                  <a:lnTo>
                    <a:pt x="4655370" y="949042"/>
                  </a:lnTo>
                  <a:lnTo>
                    <a:pt x="4655528" y="949042"/>
                  </a:lnTo>
                  <a:lnTo>
                    <a:pt x="4655528" y="948611"/>
                  </a:lnTo>
                  <a:lnTo>
                    <a:pt x="4655685" y="948611"/>
                  </a:lnTo>
                  <a:lnTo>
                    <a:pt x="4655843" y="948611"/>
                  </a:lnTo>
                  <a:lnTo>
                    <a:pt x="4656001" y="948611"/>
                  </a:lnTo>
                  <a:lnTo>
                    <a:pt x="4656159" y="948611"/>
                  </a:lnTo>
                  <a:lnTo>
                    <a:pt x="4656316" y="948611"/>
                  </a:lnTo>
                  <a:lnTo>
                    <a:pt x="4656474" y="948611"/>
                  </a:lnTo>
                  <a:lnTo>
                    <a:pt x="4656632" y="948611"/>
                  </a:lnTo>
                  <a:lnTo>
                    <a:pt x="4656789" y="948611"/>
                  </a:lnTo>
                  <a:lnTo>
                    <a:pt x="4656789" y="948181"/>
                  </a:lnTo>
                  <a:lnTo>
                    <a:pt x="4656947" y="948181"/>
                  </a:lnTo>
                  <a:lnTo>
                    <a:pt x="4656947" y="947750"/>
                  </a:lnTo>
                  <a:lnTo>
                    <a:pt x="4657105" y="947750"/>
                  </a:lnTo>
                  <a:lnTo>
                    <a:pt x="4657105" y="947320"/>
                  </a:lnTo>
                  <a:lnTo>
                    <a:pt x="4657105" y="946889"/>
                  </a:lnTo>
                  <a:lnTo>
                    <a:pt x="4657263" y="946889"/>
                  </a:lnTo>
                  <a:lnTo>
                    <a:pt x="4657420" y="946889"/>
                  </a:lnTo>
                  <a:lnTo>
                    <a:pt x="4657578" y="946889"/>
                  </a:lnTo>
                  <a:lnTo>
                    <a:pt x="4657736" y="946889"/>
                  </a:lnTo>
                  <a:lnTo>
                    <a:pt x="4657893" y="946889"/>
                  </a:lnTo>
                  <a:lnTo>
                    <a:pt x="4658051" y="946889"/>
                  </a:lnTo>
                  <a:lnTo>
                    <a:pt x="4658209" y="946889"/>
                  </a:lnTo>
                  <a:lnTo>
                    <a:pt x="4658367" y="946889"/>
                  </a:lnTo>
                  <a:lnTo>
                    <a:pt x="4658524" y="946889"/>
                  </a:lnTo>
                  <a:lnTo>
                    <a:pt x="4658682" y="946889"/>
                  </a:lnTo>
                  <a:lnTo>
                    <a:pt x="4658840" y="946889"/>
                  </a:lnTo>
                  <a:lnTo>
                    <a:pt x="4658997" y="946889"/>
                  </a:lnTo>
                  <a:lnTo>
                    <a:pt x="4659155" y="946889"/>
                  </a:lnTo>
                  <a:lnTo>
                    <a:pt x="4659313" y="946889"/>
                  </a:lnTo>
                  <a:lnTo>
                    <a:pt x="4659313" y="946458"/>
                  </a:lnTo>
                  <a:lnTo>
                    <a:pt x="4659313" y="946028"/>
                  </a:lnTo>
                  <a:lnTo>
                    <a:pt x="4659471" y="946028"/>
                  </a:lnTo>
                  <a:lnTo>
                    <a:pt x="4659628" y="946028"/>
                  </a:lnTo>
                  <a:lnTo>
                    <a:pt x="4659786" y="946028"/>
                  </a:lnTo>
                  <a:lnTo>
                    <a:pt x="4659944" y="946028"/>
                  </a:lnTo>
                  <a:lnTo>
                    <a:pt x="4660101" y="946028"/>
                  </a:lnTo>
                  <a:lnTo>
                    <a:pt x="4660259" y="946028"/>
                  </a:lnTo>
                  <a:lnTo>
                    <a:pt x="4660417" y="946028"/>
                  </a:lnTo>
                  <a:lnTo>
                    <a:pt x="4660417" y="945597"/>
                  </a:lnTo>
                  <a:lnTo>
                    <a:pt x="4660575" y="945597"/>
                  </a:lnTo>
                  <a:lnTo>
                    <a:pt x="4660732" y="945597"/>
                  </a:lnTo>
                  <a:lnTo>
                    <a:pt x="4660890" y="945597"/>
                  </a:lnTo>
                  <a:lnTo>
                    <a:pt x="4661048" y="945597"/>
                  </a:lnTo>
                  <a:lnTo>
                    <a:pt x="4661048" y="945167"/>
                  </a:lnTo>
                  <a:lnTo>
                    <a:pt x="4661205" y="945167"/>
                  </a:lnTo>
                  <a:lnTo>
                    <a:pt x="4661363" y="945167"/>
                  </a:lnTo>
                  <a:lnTo>
                    <a:pt x="4661363" y="944736"/>
                  </a:lnTo>
                  <a:lnTo>
                    <a:pt x="4661363" y="944305"/>
                  </a:lnTo>
                  <a:lnTo>
                    <a:pt x="4661521" y="944305"/>
                  </a:lnTo>
                  <a:lnTo>
                    <a:pt x="4661679" y="944305"/>
                  </a:lnTo>
                  <a:lnTo>
                    <a:pt x="4661836" y="944305"/>
                  </a:lnTo>
                  <a:lnTo>
                    <a:pt x="4661994" y="944305"/>
                  </a:lnTo>
                  <a:lnTo>
                    <a:pt x="4661994" y="943875"/>
                  </a:lnTo>
                  <a:lnTo>
                    <a:pt x="4662152" y="943875"/>
                  </a:lnTo>
                  <a:lnTo>
                    <a:pt x="4662152" y="943444"/>
                  </a:lnTo>
                  <a:lnTo>
                    <a:pt x="4662310" y="943444"/>
                  </a:lnTo>
                  <a:lnTo>
                    <a:pt x="4662467" y="943444"/>
                  </a:lnTo>
                  <a:lnTo>
                    <a:pt x="4662625" y="943444"/>
                  </a:lnTo>
                  <a:lnTo>
                    <a:pt x="4662783" y="943444"/>
                  </a:lnTo>
                  <a:lnTo>
                    <a:pt x="4662940" y="943444"/>
                  </a:lnTo>
                  <a:lnTo>
                    <a:pt x="4663098" y="943444"/>
                  </a:lnTo>
                  <a:lnTo>
                    <a:pt x="4663256" y="943444"/>
                  </a:lnTo>
                  <a:lnTo>
                    <a:pt x="4663414" y="943444"/>
                  </a:lnTo>
                  <a:lnTo>
                    <a:pt x="4663571" y="943444"/>
                  </a:lnTo>
                  <a:lnTo>
                    <a:pt x="4663729" y="943444"/>
                  </a:lnTo>
                  <a:lnTo>
                    <a:pt x="4663887" y="943444"/>
                  </a:lnTo>
                  <a:lnTo>
                    <a:pt x="4664044" y="943444"/>
                  </a:lnTo>
                  <a:lnTo>
                    <a:pt x="4664202" y="943444"/>
                  </a:lnTo>
                  <a:lnTo>
                    <a:pt x="4664360" y="943444"/>
                  </a:lnTo>
                  <a:lnTo>
                    <a:pt x="4664518" y="943444"/>
                  </a:lnTo>
                  <a:lnTo>
                    <a:pt x="4664675" y="943444"/>
                  </a:lnTo>
                  <a:lnTo>
                    <a:pt x="4664833" y="943444"/>
                  </a:lnTo>
                  <a:lnTo>
                    <a:pt x="4664833" y="943014"/>
                  </a:lnTo>
                  <a:lnTo>
                    <a:pt x="4664991" y="943014"/>
                  </a:lnTo>
                  <a:lnTo>
                    <a:pt x="4665148" y="943014"/>
                  </a:lnTo>
                  <a:lnTo>
                    <a:pt x="4665306" y="943014"/>
                  </a:lnTo>
                  <a:lnTo>
                    <a:pt x="4665464" y="943014"/>
                  </a:lnTo>
                  <a:lnTo>
                    <a:pt x="4665622" y="943014"/>
                  </a:lnTo>
                  <a:lnTo>
                    <a:pt x="4665779" y="943014"/>
                  </a:lnTo>
                  <a:lnTo>
                    <a:pt x="4665937" y="943014"/>
                  </a:lnTo>
                  <a:lnTo>
                    <a:pt x="4666095" y="943014"/>
                  </a:lnTo>
                  <a:lnTo>
                    <a:pt x="4666095" y="942583"/>
                  </a:lnTo>
                  <a:lnTo>
                    <a:pt x="4666252" y="942583"/>
                  </a:lnTo>
                  <a:lnTo>
                    <a:pt x="4666410" y="942583"/>
                  </a:lnTo>
                  <a:lnTo>
                    <a:pt x="4666568" y="942583"/>
                  </a:lnTo>
                  <a:lnTo>
                    <a:pt x="4666568" y="942152"/>
                  </a:lnTo>
                  <a:lnTo>
                    <a:pt x="4666726" y="942152"/>
                  </a:lnTo>
                  <a:lnTo>
                    <a:pt x="4666883" y="942152"/>
                  </a:lnTo>
                  <a:lnTo>
                    <a:pt x="4667041" y="942152"/>
                  </a:lnTo>
                  <a:lnTo>
                    <a:pt x="4667041" y="941722"/>
                  </a:lnTo>
                  <a:lnTo>
                    <a:pt x="4667199" y="941722"/>
                  </a:lnTo>
                  <a:lnTo>
                    <a:pt x="4667357" y="941722"/>
                  </a:lnTo>
                  <a:lnTo>
                    <a:pt x="4667514" y="941722"/>
                  </a:lnTo>
                  <a:lnTo>
                    <a:pt x="4667672" y="941722"/>
                  </a:lnTo>
                  <a:lnTo>
                    <a:pt x="4667830" y="941722"/>
                  </a:lnTo>
                  <a:lnTo>
                    <a:pt x="4667987" y="941722"/>
                  </a:lnTo>
                  <a:lnTo>
                    <a:pt x="4668145" y="941722"/>
                  </a:lnTo>
                  <a:lnTo>
                    <a:pt x="4668303" y="941722"/>
                  </a:lnTo>
                  <a:lnTo>
                    <a:pt x="4668303" y="941291"/>
                  </a:lnTo>
                  <a:lnTo>
                    <a:pt x="4668461" y="941291"/>
                  </a:lnTo>
                  <a:lnTo>
                    <a:pt x="4668461" y="940861"/>
                  </a:lnTo>
                  <a:lnTo>
                    <a:pt x="4668618" y="940861"/>
                  </a:lnTo>
                  <a:lnTo>
                    <a:pt x="4668776" y="940861"/>
                  </a:lnTo>
                  <a:lnTo>
                    <a:pt x="4668776" y="940430"/>
                  </a:lnTo>
                  <a:lnTo>
                    <a:pt x="4668934" y="940430"/>
                  </a:lnTo>
                  <a:lnTo>
                    <a:pt x="4669091" y="940430"/>
                  </a:lnTo>
                  <a:lnTo>
                    <a:pt x="4669091" y="939999"/>
                  </a:lnTo>
                  <a:lnTo>
                    <a:pt x="4669249" y="939999"/>
                  </a:lnTo>
                  <a:lnTo>
                    <a:pt x="4669249" y="939569"/>
                  </a:lnTo>
                  <a:lnTo>
                    <a:pt x="4669407" y="939569"/>
                  </a:lnTo>
                  <a:lnTo>
                    <a:pt x="4669565" y="939569"/>
                  </a:lnTo>
                  <a:lnTo>
                    <a:pt x="4669565" y="939138"/>
                  </a:lnTo>
                  <a:lnTo>
                    <a:pt x="4669722" y="939138"/>
                  </a:lnTo>
                  <a:lnTo>
                    <a:pt x="4669880" y="939138"/>
                  </a:lnTo>
                  <a:lnTo>
                    <a:pt x="4670038" y="939138"/>
                  </a:lnTo>
                  <a:lnTo>
                    <a:pt x="4670195" y="939138"/>
                  </a:lnTo>
                  <a:lnTo>
                    <a:pt x="4670353" y="939138"/>
                  </a:lnTo>
                  <a:lnTo>
                    <a:pt x="4670511" y="939138"/>
                  </a:lnTo>
                  <a:lnTo>
                    <a:pt x="4670669" y="939138"/>
                  </a:lnTo>
                  <a:lnTo>
                    <a:pt x="4670669" y="938708"/>
                  </a:lnTo>
                  <a:lnTo>
                    <a:pt x="4670826" y="938708"/>
                  </a:lnTo>
                  <a:lnTo>
                    <a:pt x="4670984" y="938708"/>
                  </a:lnTo>
                  <a:lnTo>
                    <a:pt x="4671142" y="938708"/>
                  </a:lnTo>
                  <a:lnTo>
                    <a:pt x="4671299" y="938708"/>
                  </a:lnTo>
                  <a:lnTo>
                    <a:pt x="4671457" y="938708"/>
                  </a:lnTo>
                  <a:lnTo>
                    <a:pt x="4671615" y="938708"/>
                  </a:lnTo>
                  <a:lnTo>
                    <a:pt x="4671773" y="938708"/>
                  </a:lnTo>
                  <a:lnTo>
                    <a:pt x="4671930" y="938708"/>
                  </a:lnTo>
                  <a:lnTo>
                    <a:pt x="4672088" y="938708"/>
                  </a:lnTo>
                  <a:lnTo>
                    <a:pt x="4672088" y="938277"/>
                  </a:lnTo>
                  <a:lnTo>
                    <a:pt x="4672246" y="938277"/>
                  </a:lnTo>
                  <a:lnTo>
                    <a:pt x="4672403" y="938277"/>
                  </a:lnTo>
                  <a:lnTo>
                    <a:pt x="4672561" y="938277"/>
                  </a:lnTo>
                  <a:lnTo>
                    <a:pt x="4672719" y="938277"/>
                  </a:lnTo>
                  <a:lnTo>
                    <a:pt x="4672877" y="938277"/>
                  </a:lnTo>
                  <a:lnTo>
                    <a:pt x="4673034" y="938277"/>
                  </a:lnTo>
                  <a:lnTo>
                    <a:pt x="4673192" y="938277"/>
                  </a:lnTo>
                  <a:lnTo>
                    <a:pt x="4673350" y="938277"/>
                  </a:lnTo>
                  <a:lnTo>
                    <a:pt x="4673508" y="938277"/>
                  </a:lnTo>
                  <a:lnTo>
                    <a:pt x="4673665" y="938277"/>
                  </a:lnTo>
                  <a:lnTo>
                    <a:pt x="4673823" y="938277"/>
                  </a:lnTo>
                  <a:lnTo>
                    <a:pt x="4673981" y="938277"/>
                  </a:lnTo>
                  <a:lnTo>
                    <a:pt x="4674138" y="938277"/>
                  </a:lnTo>
                  <a:lnTo>
                    <a:pt x="4674296" y="938277"/>
                  </a:lnTo>
                  <a:lnTo>
                    <a:pt x="4674454" y="938277"/>
                  </a:lnTo>
                  <a:lnTo>
                    <a:pt x="4674612" y="938277"/>
                  </a:lnTo>
                  <a:lnTo>
                    <a:pt x="4674769" y="938277"/>
                  </a:lnTo>
                  <a:lnTo>
                    <a:pt x="4674769" y="937846"/>
                  </a:lnTo>
                  <a:lnTo>
                    <a:pt x="4674927" y="937846"/>
                  </a:lnTo>
                  <a:lnTo>
                    <a:pt x="4675085" y="937846"/>
                  </a:lnTo>
                  <a:lnTo>
                    <a:pt x="4675242" y="937846"/>
                  </a:lnTo>
                  <a:lnTo>
                    <a:pt x="4675400" y="937846"/>
                  </a:lnTo>
                  <a:lnTo>
                    <a:pt x="4675558" y="937846"/>
                  </a:lnTo>
                  <a:lnTo>
                    <a:pt x="4675716" y="937846"/>
                  </a:lnTo>
                  <a:lnTo>
                    <a:pt x="4675873" y="937846"/>
                  </a:lnTo>
                  <a:lnTo>
                    <a:pt x="4676031" y="937846"/>
                  </a:lnTo>
                  <a:lnTo>
                    <a:pt x="4676189" y="937846"/>
                  </a:lnTo>
                  <a:lnTo>
                    <a:pt x="4676346" y="937846"/>
                  </a:lnTo>
                  <a:lnTo>
                    <a:pt x="4676504" y="937846"/>
                  </a:lnTo>
                  <a:lnTo>
                    <a:pt x="4676662" y="937846"/>
                  </a:lnTo>
                  <a:lnTo>
                    <a:pt x="4676820" y="937846"/>
                  </a:lnTo>
                  <a:lnTo>
                    <a:pt x="4676977" y="937846"/>
                  </a:lnTo>
                  <a:lnTo>
                    <a:pt x="4677135" y="937846"/>
                  </a:lnTo>
                  <a:lnTo>
                    <a:pt x="4677293" y="937846"/>
                  </a:lnTo>
                  <a:lnTo>
                    <a:pt x="4677293" y="937416"/>
                  </a:lnTo>
                  <a:lnTo>
                    <a:pt x="4677450" y="937416"/>
                  </a:lnTo>
                  <a:lnTo>
                    <a:pt x="4677450" y="936985"/>
                  </a:lnTo>
                  <a:lnTo>
                    <a:pt x="4677608" y="936985"/>
                  </a:lnTo>
                  <a:lnTo>
                    <a:pt x="4677766" y="936985"/>
                  </a:lnTo>
                  <a:lnTo>
                    <a:pt x="4677924" y="936985"/>
                  </a:lnTo>
                  <a:lnTo>
                    <a:pt x="4678081" y="936985"/>
                  </a:lnTo>
                  <a:lnTo>
                    <a:pt x="4678239" y="936985"/>
                  </a:lnTo>
                  <a:lnTo>
                    <a:pt x="4678397" y="936985"/>
                  </a:lnTo>
                  <a:lnTo>
                    <a:pt x="4678397" y="936555"/>
                  </a:lnTo>
                  <a:lnTo>
                    <a:pt x="4678555" y="936555"/>
                  </a:lnTo>
                  <a:lnTo>
                    <a:pt x="4678712" y="936555"/>
                  </a:lnTo>
                  <a:lnTo>
                    <a:pt x="4678870" y="936555"/>
                  </a:lnTo>
                  <a:lnTo>
                    <a:pt x="4678870" y="936124"/>
                  </a:lnTo>
                  <a:lnTo>
                    <a:pt x="4679028" y="936124"/>
                  </a:lnTo>
                  <a:lnTo>
                    <a:pt x="4679185" y="936124"/>
                  </a:lnTo>
                  <a:lnTo>
                    <a:pt x="4679343" y="936124"/>
                  </a:lnTo>
                  <a:lnTo>
                    <a:pt x="4679501" y="936124"/>
                  </a:lnTo>
                  <a:lnTo>
                    <a:pt x="4679659" y="936124"/>
                  </a:lnTo>
                  <a:lnTo>
                    <a:pt x="4679816" y="936124"/>
                  </a:lnTo>
                  <a:lnTo>
                    <a:pt x="4679974" y="936124"/>
                  </a:lnTo>
                  <a:lnTo>
                    <a:pt x="4680132" y="936124"/>
                  </a:lnTo>
                  <a:lnTo>
                    <a:pt x="4680289" y="936124"/>
                  </a:lnTo>
                  <a:lnTo>
                    <a:pt x="4680447" y="936124"/>
                  </a:lnTo>
                  <a:lnTo>
                    <a:pt x="4680605" y="936124"/>
                  </a:lnTo>
                  <a:lnTo>
                    <a:pt x="4680763" y="936124"/>
                  </a:lnTo>
                  <a:lnTo>
                    <a:pt x="4680763" y="935693"/>
                  </a:lnTo>
                  <a:lnTo>
                    <a:pt x="4680763" y="935263"/>
                  </a:lnTo>
                  <a:lnTo>
                    <a:pt x="4680920" y="935263"/>
                  </a:lnTo>
                  <a:lnTo>
                    <a:pt x="4681078" y="935263"/>
                  </a:lnTo>
                  <a:lnTo>
                    <a:pt x="4681236" y="935263"/>
                  </a:lnTo>
                  <a:lnTo>
                    <a:pt x="4681393" y="935263"/>
                  </a:lnTo>
                  <a:lnTo>
                    <a:pt x="4681393" y="934832"/>
                  </a:lnTo>
                  <a:lnTo>
                    <a:pt x="4681551" y="934832"/>
                  </a:lnTo>
                  <a:lnTo>
                    <a:pt x="4681709" y="934832"/>
                  </a:lnTo>
                  <a:lnTo>
                    <a:pt x="4681709" y="934402"/>
                  </a:lnTo>
                  <a:lnTo>
                    <a:pt x="4681867" y="934402"/>
                  </a:lnTo>
                  <a:lnTo>
                    <a:pt x="4682024" y="934402"/>
                  </a:lnTo>
                  <a:lnTo>
                    <a:pt x="4682182" y="934402"/>
                  </a:lnTo>
                  <a:lnTo>
                    <a:pt x="4682340" y="934402"/>
                  </a:lnTo>
                  <a:lnTo>
                    <a:pt x="4682497" y="934402"/>
                  </a:lnTo>
                  <a:lnTo>
                    <a:pt x="4682655" y="934402"/>
                  </a:lnTo>
                  <a:lnTo>
                    <a:pt x="4682813" y="934402"/>
                  </a:lnTo>
                  <a:lnTo>
                    <a:pt x="4682971" y="934402"/>
                  </a:lnTo>
                  <a:lnTo>
                    <a:pt x="4682971" y="933971"/>
                  </a:lnTo>
                  <a:lnTo>
                    <a:pt x="4682971" y="933540"/>
                  </a:lnTo>
                  <a:lnTo>
                    <a:pt x="4682971" y="933110"/>
                  </a:lnTo>
                  <a:lnTo>
                    <a:pt x="4683128" y="933110"/>
                  </a:lnTo>
                  <a:lnTo>
                    <a:pt x="4683286" y="933110"/>
                  </a:lnTo>
                  <a:lnTo>
                    <a:pt x="4683444" y="933110"/>
                  </a:lnTo>
                  <a:lnTo>
                    <a:pt x="4683601" y="933110"/>
                  </a:lnTo>
                  <a:lnTo>
                    <a:pt x="4683601" y="932679"/>
                  </a:lnTo>
                  <a:lnTo>
                    <a:pt x="4683601" y="932249"/>
                  </a:lnTo>
                  <a:lnTo>
                    <a:pt x="4683759" y="932249"/>
                  </a:lnTo>
                  <a:lnTo>
                    <a:pt x="4683917" y="932249"/>
                  </a:lnTo>
                  <a:lnTo>
                    <a:pt x="4684075" y="932249"/>
                  </a:lnTo>
                  <a:lnTo>
                    <a:pt x="4684232" y="932249"/>
                  </a:lnTo>
                  <a:lnTo>
                    <a:pt x="4684390" y="932249"/>
                  </a:lnTo>
                  <a:lnTo>
                    <a:pt x="4684390" y="931818"/>
                  </a:lnTo>
                  <a:lnTo>
                    <a:pt x="4684548" y="931818"/>
                  </a:lnTo>
                  <a:lnTo>
                    <a:pt x="4684706" y="931818"/>
                  </a:lnTo>
                  <a:lnTo>
                    <a:pt x="4684863" y="931818"/>
                  </a:lnTo>
                  <a:lnTo>
                    <a:pt x="4684863" y="931387"/>
                  </a:lnTo>
                  <a:lnTo>
                    <a:pt x="4685021" y="931387"/>
                  </a:lnTo>
                  <a:lnTo>
                    <a:pt x="4685179" y="931387"/>
                  </a:lnTo>
                  <a:lnTo>
                    <a:pt x="4685336" y="931387"/>
                  </a:lnTo>
                  <a:lnTo>
                    <a:pt x="4685494" y="931387"/>
                  </a:lnTo>
                  <a:lnTo>
                    <a:pt x="4685652" y="931387"/>
                  </a:lnTo>
                  <a:lnTo>
                    <a:pt x="4685810" y="931387"/>
                  </a:lnTo>
                  <a:lnTo>
                    <a:pt x="4685810" y="930957"/>
                  </a:lnTo>
                  <a:lnTo>
                    <a:pt x="4685967" y="930957"/>
                  </a:lnTo>
                  <a:lnTo>
                    <a:pt x="4686125" y="930957"/>
                  </a:lnTo>
                  <a:lnTo>
                    <a:pt x="4686283" y="930957"/>
                  </a:lnTo>
                  <a:lnTo>
                    <a:pt x="4686440" y="930957"/>
                  </a:lnTo>
                  <a:lnTo>
                    <a:pt x="4686440" y="930526"/>
                  </a:lnTo>
                  <a:lnTo>
                    <a:pt x="4686598" y="930526"/>
                  </a:lnTo>
                  <a:lnTo>
                    <a:pt x="4686756" y="930526"/>
                  </a:lnTo>
                  <a:lnTo>
                    <a:pt x="4686756" y="930096"/>
                  </a:lnTo>
                  <a:lnTo>
                    <a:pt x="4686914" y="930096"/>
                  </a:lnTo>
                  <a:lnTo>
                    <a:pt x="4686914" y="929665"/>
                  </a:lnTo>
                  <a:lnTo>
                    <a:pt x="4687071" y="929665"/>
                  </a:lnTo>
                  <a:lnTo>
                    <a:pt x="4687229" y="929665"/>
                  </a:lnTo>
                  <a:lnTo>
                    <a:pt x="4687387" y="929665"/>
                  </a:lnTo>
                  <a:lnTo>
                    <a:pt x="4687544" y="929665"/>
                  </a:lnTo>
                  <a:lnTo>
                    <a:pt x="4687702" y="929665"/>
                  </a:lnTo>
                  <a:lnTo>
                    <a:pt x="4687702" y="929234"/>
                  </a:lnTo>
                  <a:lnTo>
                    <a:pt x="4687860" y="929234"/>
                  </a:lnTo>
                  <a:lnTo>
                    <a:pt x="4688018" y="929234"/>
                  </a:lnTo>
                  <a:lnTo>
                    <a:pt x="4688175" y="929234"/>
                  </a:lnTo>
                  <a:lnTo>
                    <a:pt x="4688333" y="929234"/>
                  </a:lnTo>
                  <a:lnTo>
                    <a:pt x="4688491" y="929234"/>
                  </a:lnTo>
                  <a:lnTo>
                    <a:pt x="4688648" y="929234"/>
                  </a:lnTo>
                  <a:lnTo>
                    <a:pt x="4688648" y="928804"/>
                  </a:lnTo>
                  <a:lnTo>
                    <a:pt x="4688806" y="928804"/>
                  </a:lnTo>
                  <a:lnTo>
                    <a:pt x="4688964" y="928804"/>
                  </a:lnTo>
                  <a:lnTo>
                    <a:pt x="4688964" y="928373"/>
                  </a:lnTo>
                  <a:lnTo>
                    <a:pt x="4689122" y="928373"/>
                  </a:lnTo>
                  <a:lnTo>
                    <a:pt x="4689279" y="928373"/>
                  </a:lnTo>
                  <a:lnTo>
                    <a:pt x="4689279" y="927943"/>
                  </a:lnTo>
                  <a:lnTo>
                    <a:pt x="4689279" y="927512"/>
                  </a:lnTo>
                  <a:lnTo>
                    <a:pt x="4689437" y="927512"/>
                  </a:lnTo>
                  <a:lnTo>
                    <a:pt x="4689595" y="927512"/>
                  </a:lnTo>
                  <a:lnTo>
                    <a:pt x="4689753" y="927512"/>
                  </a:lnTo>
                  <a:lnTo>
                    <a:pt x="4689910" y="927512"/>
                  </a:lnTo>
                  <a:lnTo>
                    <a:pt x="4689910" y="927081"/>
                  </a:lnTo>
                  <a:lnTo>
                    <a:pt x="4690068" y="927081"/>
                  </a:lnTo>
                  <a:lnTo>
                    <a:pt x="4690226" y="927081"/>
                  </a:lnTo>
                  <a:lnTo>
                    <a:pt x="4690383" y="927081"/>
                  </a:lnTo>
                  <a:lnTo>
                    <a:pt x="4690541" y="927081"/>
                  </a:lnTo>
                  <a:lnTo>
                    <a:pt x="4690699" y="927081"/>
                  </a:lnTo>
                  <a:lnTo>
                    <a:pt x="4690857" y="927081"/>
                  </a:lnTo>
                  <a:lnTo>
                    <a:pt x="4691014" y="927081"/>
                  </a:lnTo>
                  <a:lnTo>
                    <a:pt x="4691172" y="927081"/>
                  </a:lnTo>
                  <a:lnTo>
                    <a:pt x="4691330" y="927081"/>
                  </a:lnTo>
                  <a:lnTo>
                    <a:pt x="4691487" y="927081"/>
                  </a:lnTo>
                  <a:lnTo>
                    <a:pt x="4691645" y="927081"/>
                  </a:lnTo>
                  <a:lnTo>
                    <a:pt x="4691803" y="927081"/>
                  </a:lnTo>
                  <a:lnTo>
                    <a:pt x="4691961" y="927081"/>
                  </a:lnTo>
                  <a:lnTo>
                    <a:pt x="4692118" y="927081"/>
                  </a:lnTo>
                  <a:lnTo>
                    <a:pt x="4692276" y="927081"/>
                  </a:lnTo>
                  <a:lnTo>
                    <a:pt x="4692434" y="927081"/>
                  </a:lnTo>
                  <a:lnTo>
                    <a:pt x="4692591" y="927081"/>
                  </a:lnTo>
                  <a:lnTo>
                    <a:pt x="4692749" y="927081"/>
                  </a:lnTo>
                  <a:lnTo>
                    <a:pt x="4692749" y="926651"/>
                  </a:lnTo>
                  <a:lnTo>
                    <a:pt x="4692907" y="926651"/>
                  </a:lnTo>
                  <a:lnTo>
                    <a:pt x="4692907" y="926220"/>
                  </a:lnTo>
                  <a:lnTo>
                    <a:pt x="4693065" y="926220"/>
                  </a:lnTo>
                  <a:lnTo>
                    <a:pt x="4693065" y="925790"/>
                  </a:lnTo>
                  <a:lnTo>
                    <a:pt x="4693222" y="925790"/>
                  </a:lnTo>
                  <a:lnTo>
                    <a:pt x="4693380" y="925790"/>
                  </a:lnTo>
                  <a:lnTo>
                    <a:pt x="4693380" y="925359"/>
                  </a:lnTo>
                  <a:lnTo>
                    <a:pt x="4693538" y="925359"/>
                  </a:lnTo>
                  <a:lnTo>
                    <a:pt x="4693695" y="925359"/>
                  </a:lnTo>
                  <a:lnTo>
                    <a:pt x="4693853" y="925359"/>
                  </a:lnTo>
                  <a:lnTo>
                    <a:pt x="4693853" y="924928"/>
                  </a:lnTo>
                  <a:lnTo>
                    <a:pt x="4694011" y="924928"/>
                  </a:lnTo>
                  <a:lnTo>
                    <a:pt x="4694011" y="924498"/>
                  </a:lnTo>
                  <a:lnTo>
                    <a:pt x="4694169" y="924498"/>
                  </a:lnTo>
                  <a:lnTo>
                    <a:pt x="4694326" y="924498"/>
                  </a:lnTo>
                  <a:lnTo>
                    <a:pt x="4694484" y="924498"/>
                  </a:lnTo>
                  <a:lnTo>
                    <a:pt x="4694642" y="924498"/>
                  </a:lnTo>
                  <a:lnTo>
                    <a:pt x="4694799" y="924498"/>
                  </a:lnTo>
                  <a:lnTo>
                    <a:pt x="4694957" y="924498"/>
                  </a:lnTo>
                  <a:lnTo>
                    <a:pt x="4695115" y="924498"/>
                  </a:lnTo>
                  <a:lnTo>
                    <a:pt x="4695273" y="924498"/>
                  </a:lnTo>
                  <a:lnTo>
                    <a:pt x="4695430" y="924498"/>
                  </a:lnTo>
                  <a:lnTo>
                    <a:pt x="4695588" y="924498"/>
                  </a:lnTo>
                  <a:lnTo>
                    <a:pt x="4695746" y="924498"/>
                  </a:lnTo>
                  <a:lnTo>
                    <a:pt x="4695904" y="924498"/>
                  </a:lnTo>
                  <a:lnTo>
                    <a:pt x="4696061" y="924498"/>
                  </a:lnTo>
                  <a:lnTo>
                    <a:pt x="4696219" y="924498"/>
                  </a:lnTo>
                  <a:lnTo>
                    <a:pt x="4696377" y="924498"/>
                  </a:lnTo>
                  <a:lnTo>
                    <a:pt x="4696534" y="924498"/>
                  </a:lnTo>
                  <a:lnTo>
                    <a:pt x="4696692" y="924498"/>
                  </a:lnTo>
                  <a:lnTo>
                    <a:pt x="4696850" y="924498"/>
                  </a:lnTo>
                  <a:lnTo>
                    <a:pt x="4696850" y="924067"/>
                  </a:lnTo>
                  <a:lnTo>
                    <a:pt x="4697008" y="924067"/>
                  </a:lnTo>
                  <a:lnTo>
                    <a:pt x="4697165" y="924067"/>
                  </a:lnTo>
                  <a:lnTo>
                    <a:pt x="4697323" y="924067"/>
                  </a:lnTo>
                  <a:lnTo>
                    <a:pt x="4697323" y="923637"/>
                  </a:lnTo>
                  <a:lnTo>
                    <a:pt x="4697481" y="923637"/>
                  </a:lnTo>
                  <a:lnTo>
                    <a:pt x="4697638" y="923637"/>
                  </a:lnTo>
                  <a:lnTo>
                    <a:pt x="4697796" y="923637"/>
                  </a:lnTo>
                  <a:lnTo>
                    <a:pt x="4697954" y="923637"/>
                  </a:lnTo>
                  <a:lnTo>
                    <a:pt x="4698112" y="923637"/>
                  </a:lnTo>
                  <a:lnTo>
                    <a:pt x="4698269" y="923637"/>
                  </a:lnTo>
                  <a:lnTo>
                    <a:pt x="4698427" y="923637"/>
                  </a:lnTo>
                  <a:lnTo>
                    <a:pt x="4698585" y="923637"/>
                  </a:lnTo>
                  <a:lnTo>
                    <a:pt x="4698742" y="923637"/>
                  </a:lnTo>
                  <a:lnTo>
                    <a:pt x="4698900" y="923637"/>
                  </a:lnTo>
                  <a:lnTo>
                    <a:pt x="4699058" y="923637"/>
                  </a:lnTo>
                  <a:lnTo>
                    <a:pt x="4699216" y="923637"/>
                  </a:lnTo>
                  <a:lnTo>
                    <a:pt x="4699373" y="923637"/>
                  </a:lnTo>
                  <a:lnTo>
                    <a:pt x="4699373" y="923206"/>
                  </a:lnTo>
                  <a:lnTo>
                    <a:pt x="4699531" y="923206"/>
                  </a:lnTo>
                  <a:lnTo>
                    <a:pt x="4699689" y="923206"/>
                  </a:lnTo>
                  <a:lnTo>
                    <a:pt x="4699846" y="923206"/>
                  </a:lnTo>
                  <a:lnTo>
                    <a:pt x="4700004" y="923206"/>
                  </a:lnTo>
                  <a:lnTo>
                    <a:pt x="4700162" y="923206"/>
                  </a:lnTo>
                  <a:lnTo>
                    <a:pt x="4700320" y="923206"/>
                  </a:lnTo>
                  <a:lnTo>
                    <a:pt x="4700477" y="923206"/>
                  </a:lnTo>
                  <a:lnTo>
                    <a:pt x="4700635" y="923206"/>
                  </a:lnTo>
                  <a:lnTo>
                    <a:pt x="4700793" y="923206"/>
                  </a:lnTo>
                  <a:lnTo>
                    <a:pt x="4700951" y="923206"/>
                  </a:lnTo>
                  <a:lnTo>
                    <a:pt x="4701108" y="923206"/>
                  </a:lnTo>
                  <a:lnTo>
                    <a:pt x="4701266" y="923206"/>
                  </a:lnTo>
                  <a:lnTo>
                    <a:pt x="4701266" y="922775"/>
                  </a:lnTo>
                  <a:lnTo>
                    <a:pt x="4701266" y="922345"/>
                  </a:lnTo>
                  <a:lnTo>
                    <a:pt x="4701266" y="921914"/>
                  </a:lnTo>
                  <a:lnTo>
                    <a:pt x="4701266" y="921484"/>
                  </a:lnTo>
                  <a:lnTo>
                    <a:pt x="4701424" y="921484"/>
                  </a:lnTo>
                  <a:lnTo>
                    <a:pt x="4701581" y="921484"/>
                  </a:lnTo>
                  <a:lnTo>
                    <a:pt x="4701581" y="921053"/>
                  </a:lnTo>
                  <a:lnTo>
                    <a:pt x="4701739" y="921053"/>
                  </a:lnTo>
                  <a:lnTo>
                    <a:pt x="4701897" y="921053"/>
                  </a:lnTo>
                  <a:lnTo>
                    <a:pt x="4702055" y="921053"/>
                  </a:lnTo>
                  <a:lnTo>
                    <a:pt x="4702212" y="921053"/>
                  </a:lnTo>
                  <a:lnTo>
                    <a:pt x="4702370" y="921053"/>
                  </a:lnTo>
                  <a:lnTo>
                    <a:pt x="4702528" y="921053"/>
                  </a:lnTo>
                  <a:lnTo>
                    <a:pt x="4702685" y="921053"/>
                  </a:lnTo>
                  <a:lnTo>
                    <a:pt x="4702843" y="921053"/>
                  </a:lnTo>
                  <a:lnTo>
                    <a:pt x="4703001" y="921053"/>
                  </a:lnTo>
                  <a:lnTo>
                    <a:pt x="4703159" y="921053"/>
                  </a:lnTo>
                  <a:lnTo>
                    <a:pt x="4703316" y="921053"/>
                  </a:lnTo>
                  <a:lnTo>
                    <a:pt x="4703316" y="920622"/>
                  </a:lnTo>
                  <a:lnTo>
                    <a:pt x="4703474" y="920622"/>
                  </a:lnTo>
                  <a:lnTo>
                    <a:pt x="4703632" y="920622"/>
                  </a:lnTo>
                  <a:lnTo>
                    <a:pt x="4703789" y="920622"/>
                  </a:lnTo>
                  <a:lnTo>
                    <a:pt x="4703947" y="920622"/>
                  </a:lnTo>
                  <a:lnTo>
                    <a:pt x="4704105" y="920622"/>
                  </a:lnTo>
                  <a:lnTo>
                    <a:pt x="4704105" y="920192"/>
                  </a:lnTo>
                  <a:lnTo>
                    <a:pt x="4704263" y="920192"/>
                  </a:lnTo>
                  <a:lnTo>
                    <a:pt x="4704420" y="920192"/>
                  </a:lnTo>
                  <a:lnTo>
                    <a:pt x="4704578" y="920192"/>
                  </a:lnTo>
                  <a:lnTo>
                    <a:pt x="4704736" y="920192"/>
                  </a:lnTo>
                  <a:lnTo>
                    <a:pt x="4704893" y="920192"/>
                  </a:lnTo>
                  <a:lnTo>
                    <a:pt x="4705051" y="920192"/>
                  </a:lnTo>
                  <a:lnTo>
                    <a:pt x="4705209" y="920192"/>
                  </a:lnTo>
                  <a:lnTo>
                    <a:pt x="4705367" y="920192"/>
                  </a:lnTo>
                  <a:lnTo>
                    <a:pt x="4705524" y="920192"/>
                  </a:lnTo>
                  <a:lnTo>
                    <a:pt x="4705524" y="919761"/>
                  </a:lnTo>
                  <a:lnTo>
                    <a:pt x="4705524" y="919331"/>
                  </a:lnTo>
                  <a:lnTo>
                    <a:pt x="4705682" y="919331"/>
                  </a:lnTo>
                  <a:lnTo>
                    <a:pt x="4705682" y="918900"/>
                  </a:lnTo>
                  <a:lnTo>
                    <a:pt x="4705840" y="918900"/>
                  </a:lnTo>
                  <a:lnTo>
                    <a:pt x="4705997" y="918900"/>
                  </a:lnTo>
                  <a:lnTo>
                    <a:pt x="4706155" y="918900"/>
                  </a:lnTo>
                  <a:lnTo>
                    <a:pt x="4706313" y="918900"/>
                  </a:lnTo>
                  <a:lnTo>
                    <a:pt x="4706471" y="918900"/>
                  </a:lnTo>
                  <a:lnTo>
                    <a:pt x="4706471" y="918469"/>
                  </a:lnTo>
                  <a:lnTo>
                    <a:pt x="4706471" y="918039"/>
                  </a:lnTo>
                  <a:lnTo>
                    <a:pt x="4706471" y="917608"/>
                  </a:lnTo>
                  <a:lnTo>
                    <a:pt x="4706628" y="917608"/>
                  </a:lnTo>
                  <a:lnTo>
                    <a:pt x="4706786" y="917608"/>
                  </a:lnTo>
                  <a:lnTo>
                    <a:pt x="4706944" y="917608"/>
                  </a:lnTo>
                  <a:lnTo>
                    <a:pt x="4707102" y="917608"/>
                  </a:lnTo>
                  <a:lnTo>
                    <a:pt x="4707259" y="917608"/>
                  </a:lnTo>
                  <a:lnTo>
                    <a:pt x="4707417" y="917608"/>
                  </a:lnTo>
                  <a:lnTo>
                    <a:pt x="4707575" y="917608"/>
                  </a:lnTo>
                  <a:lnTo>
                    <a:pt x="4707732" y="917608"/>
                  </a:lnTo>
                  <a:lnTo>
                    <a:pt x="4707890" y="917608"/>
                  </a:lnTo>
                  <a:lnTo>
                    <a:pt x="4708048" y="917608"/>
                  </a:lnTo>
                  <a:lnTo>
                    <a:pt x="4708206" y="917608"/>
                  </a:lnTo>
                  <a:lnTo>
                    <a:pt x="4708206" y="917178"/>
                  </a:lnTo>
                  <a:lnTo>
                    <a:pt x="4708206" y="916747"/>
                  </a:lnTo>
                  <a:lnTo>
                    <a:pt x="4708206" y="916316"/>
                  </a:lnTo>
                  <a:lnTo>
                    <a:pt x="4708363" y="916316"/>
                  </a:lnTo>
                  <a:lnTo>
                    <a:pt x="4708521" y="916316"/>
                  </a:lnTo>
                  <a:lnTo>
                    <a:pt x="4708679" y="916316"/>
                  </a:lnTo>
                  <a:lnTo>
                    <a:pt x="4708679" y="915886"/>
                  </a:lnTo>
                  <a:lnTo>
                    <a:pt x="4708836" y="915886"/>
                  </a:lnTo>
                  <a:lnTo>
                    <a:pt x="4708994" y="915886"/>
                  </a:lnTo>
                  <a:lnTo>
                    <a:pt x="4709152" y="915886"/>
                  </a:lnTo>
                  <a:lnTo>
                    <a:pt x="4709310" y="915886"/>
                  </a:lnTo>
                  <a:lnTo>
                    <a:pt x="4709467" y="915886"/>
                  </a:lnTo>
                  <a:lnTo>
                    <a:pt x="4709467" y="915455"/>
                  </a:lnTo>
                  <a:lnTo>
                    <a:pt x="4709625" y="915455"/>
                  </a:lnTo>
                  <a:lnTo>
                    <a:pt x="4709625" y="915025"/>
                  </a:lnTo>
                  <a:lnTo>
                    <a:pt x="4709783" y="915025"/>
                  </a:lnTo>
                  <a:lnTo>
                    <a:pt x="4709783" y="914594"/>
                  </a:lnTo>
                  <a:lnTo>
                    <a:pt x="4709940" y="914594"/>
                  </a:lnTo>
                  <a:lnTo>
                    <a:pt x="4710098" y="914594"/>
                  </a:lnTo>
                  <a:lnTo>
                    <a:pt x="4710256" y="914594"/>
                  </a:lnTo>
                  <a:lnTo>
                    <a:pt x="4710414" y="914594"/>
                  </a:lnTo>
                  <a:lnTo>
                    <a:pt x="4710414" y="914163"/>
                  </a:lnTo>
                  <a:lnTo>
                    <a:pt x="4710571" y="914163"/>
                  </a:lnTo>
                  <a:lnTo>
                    <a:pt x="4710571" y="913733"/>
                  </a:lnTo>
                  <a:lnTo>
                    <a:pt x="4710729" y="913733"/>
                  </a:lnTo>
                  <a:lnTo>
                    <a:pt x="4710729" y="913302"/>
                  </a:lnTo>
                  <a:lnTo>
                    <a:pt x="4710887" y="913302"/>
                  </a:lnTo>
                  <a:lnTo>
                    <a:pt x="4711044" y="913302"/>
                  </a:lnTo>
                  <a:lnTo>
                    <a:pt x="4711202" y="913302"/>
                  </a:lnTo>
                  <a:lnTo>
                    <a:pt x="4711360" y="913302"/>
                  </a:lnTo>
                  <a:lnTo>
                    <a:pt x="4711518" y="913302"/>
                  </a:lnTo>
                  <a:lnTo>
                    <a:pt x="4711675" y="913302"/>
                  </a:lnTo>
                  <a:lnTo>
                    <a:pt x="4711833" y="913302"/>
                  </a:lnTo>
                  <a:lnTo>
                    <a:pt x="4711991" y="913302"/>
                  </a:lnTo>
                  <a:lnTo>
                    <a:pt x="4712148" y="913302"/>
                  </a:lnTo>
                  <a:lnTo>
                    <a:pt x="4712306" y="913302"/>
                  </a:lnTo>
                  <a:lnTo>
                    <a:pt x="4712464" y="913302"/>
                  </a:lnTo>
                  <a:lnTo>
                    <a:pt x="4712622" y="913302"/>
                  </a:lnTo>
                  <a:lnTo>
                    <a:pt x="4712622" y="912872"/>
                  </a:lnTo>
                  <a:lnTo>
                    <a:pt x="4712622" y="912441"/>
                  </a:lnTo>
                  <a:lnTo>
                    <a:pt x="4712779" y="912441"/>
                  </a:lnTo>
                  <a:lnTo>
                    <a:pt x="4712937" y="912441"/>
                  </a:lnTo>
                  <a:lnTo>
                    <a:pt x="4713095" y="912441"/>
                  </a:lnTo>
                  <a:lnTo>
                    <a:pt x="4713253" y="912441"/>
                  </a:lnTo>
                  <a:lnTo>
                    <a:pt x="4713410" y="912441"/>
                  </a:lnTo>
                  <a:lnTo>
                    <a:pt x="4713568" y="912441"/>
                  </a:lnTo>
                  <a:lnTo>
                    <a:pt x="4713568" y="912010"/>
                  </a:lnTo>
                  <a:lnTo>
                    <a:pt x="4713726" y="912010"/>
                  </a:lnTo>
                  <a:lnTo>
                    <a:pt x="4713883" y="912010"/>
                  </a:lnTo>
                  <a:lnTo>
                    <a:pt x="4714041" y="912010"/>
                  </a:lnTo>
                  <a:lnTo>
                    <a:pt x="4714199" y="912010"/>
                  </a:lnTo>
                  <a:lnTo>
                    <a:pt x="4714357" y="912010"/>
                  </a:lnTo>
                  <a:lnTo>
                    <a:pt x="4714514" y="912010"/>
                  </a:lnTo>
                  <a:lnTo>
                    <a:pt x="4714672" y="912010"/>
                  </a:lnTo>
                  <a:lnTo>
                    <a:pt x="4714830" y="912010"/>
                  </a:lnTo>
                  <a:lnTo>
                    <a:pt x="4714987" y="912010"/>
                  </a:lnTo>
                  <a:lnTo>
                    <a:pt x="4714987" y="911580"/>
                  </a:lnTo>
                  <a:lnTo>
                    <a:pt x="4715145" y="911580"/>
                  </a:lnTo>
                  <a:lnTo>
                    <a:pt x="4715303" y="911580"/>
                  </a:lnTo>
                  <a:lnTo>
                    <a:pt x="4715461" y="911580"/>
                  </a:lnTo>
                  <a:lnTo>
                    <a:pt x="4715618" y="911580"/>
                  </a:lnTo>
                  <a:lnTo>
                    <a:pt x="4715776" y="911580"/>
                  </a:lnTo>
                  <a:lnTo>
                    <a:pt x="4715934" y="911580"/>
                  </a:lnTo>
                  <a:lnTo>
                    <a:pt x="4716091" y="911580"/>
                  </a:lnTo>
                  <a:lnTo>
                    <a:pt x="4716249" y="911580"/>
                  </a:lnTo>
                  <a:lnTo>
                    <a:pt x="4716407" y="911580"/>
                  </a:lnTo>
                  <a:lnTo>
                    <a:pt x="4716565" y="911580"/>
                  </a:lnTo>
                  <a:lnTo>
                    <a:pt x="4716722" y="911580"/>
                  </a:lnTo>
                  <a:lnTo>
                    <a:pt x="4716880" y="911580"/>
                  </a:lnTo>
                  <a:lnTo>
                    <a:pt x="4717038" y="911580"/>
                  </a:lnTo>
                  <a:lnTo>
                    <a:pt x="4717195" y="911580"/>
                  </a:lnTo>
                  <a:lnTo>
                    <a:pt x="4717353" y="911580"/>
                  </a:lnTo>
                  <a:lnTo>
                    <a:pt x="4717511" y="911580"/>
                  </a:lnTo>
                  <a:lnTo>
                    <a:pt x="4717669" y="911580"/>
                  </a:lnTo>
                  <a:lnTo>
                    <a:pt x="4717826" y="911580"/>
                  </a:lnTo>
                  <a:lnTo>
                    <a:pt x="4717984" y="911580"/>
                  </a:lnTo>
                  <a:lnTo>
                    <a:pt x="4718142" y="911580"/>
                  </a:lnTo>
                  <a:lnTo>
                    <a:pt x="4718300" y="911580"/>
                  </a:lnTo>
                  <a:lnTo>
                    <a:pt x="4718457" y="911580"/>
                  </a:lnTo>
                  <a:lnTo>
                    <a:pt x="4718615" y="911580"/>
                  </a:lnTo>
                  <a:lnTo>
                    <a:pt x="4718773" y="911580"/>
                  </a:lnTo>
                  <a:lnTo>
                    <a:pt x="4718930" y="911580"/>
                  </a:lnTo>
                  <a:lnTo>
                    <a:pt x="4719088" y="911580"/>
                  </a:lnTo>
                  <a:lnTo>
                    <a:pt x="4719246" y="911580"/>
                  </a:lnTo>
                  <a:lnTo>
                    <a:pt x="4719404" y="911580"/>
                  </a:lnTo>
                  <a:lnTo>
                    <a:pt x="4719561" y="911580"/>
                  </a:lnTo>
                  <a:lnTo>
                    <a:pt x="4719719" y="911580"/>
                  </a:lnTo>
                  <a:lnTo>
                    <a:pt x="4719877" y="911580"/>
                  </a:lnTo>
                  <a:lnTo>
                    <a:pt x="4720034" y="911580"/>
                  </a:lnTo>
                  <a:lnTo>
                    <a:pt x="4720192" y="911580"/>
                  </a:lnTo>
                  <a:lnTo>
                    <a:pt x="4720350" y="911580"/>
                  </a:lnTo>
                  <a:lnTo>
                    <a:pt x="4720508" y="911580"/>
                  </a:lnTo>
                  <a:lnTo>
                    <a:pt x="4720665" y="911580"/>
                  </a:lnTo>
                  <a:lnTo>
                    <a:pt x="4720823" y="911580"/>
                  </a:lnTo>
                  <a:lnTo>
                    <a:pt x="4720981" y="911580"/>
                  </a:lnTo>
                  <a:lnTo>
                    <a:pt x="4721138" y="911580"/>
                  </a:lnTo>
                  <a:lnTo>
                    <a:pt x="4721296" y="911580"/>
                  </a:lnTo>
                  <a:lnTo>
                    <a:pt x="4721454" y="911580"/>
                  </a:lnTo>
                  <a:lnTo>
                    <a:pt x="4721612" y="911580"/>
                  </a:lnTo>
                  <a:lnTo>
                    <a:pt x="4721769" y="911580"/>
                  </a:lnTo>
                  <a:lnTo>
                    <a:pt x="4721927" y="911580"/>
                  </a:lnTo>
                  <a:lnTo>
                    <a:pt x="4722085" y="911580"/>
                  </a:lnTo>
                  <a:lnTo>
                    <a:pt x="4722085" y="911149"/>
                  </a:lnTo>
                  <a:lnTo>
                    <a:pt x="4722242" y="911149"/>
                  </a:lnTo>
                  <a:lnTo>
                    <a:pt x="4722400" y="911149"/>
                  </a:lnTo>
                  <a:lnTo>
                    <a:pt x="4722558" y="911149"/>
                  </a:lnTo>
                  <a:lnTo>
                    <a:pt x="4722716" y="911149"/>
                  </a:lnTo>
                  <a:lnTo>
                    <a:pt x="4722716" y="910719"/>
                  </a:lnTo>
                  <a:lnTo>
                    <a:pt x="4722716" y="910288"/>
                  </a:lnTo>
                  <a:lnTo>
                    <a:pt x="4722716" y="909857"/>
                  </a:lnTo>
                  <a:lnTo>
                    <a:pt x="4722873" y="909857"/>
                  </a:lnTo>
                  <a:lnTo>
                    <a:pt x="4723031" y="909857"/>
                  </a:lnTo>
                  <a:lnTo>
                    <a:pt x="4723189" y="909857"/>
                  </a:lnTo>
                  <a:lnTo>
                    <a:pt x="4723346" y="909857"/>
                  </a:lnTo>
                  <a:lnTo>
                    <a:pt x="4723504" y="909857"/>
                  </a:lnTo>
                  <a:lnTo>
                    <a:pt x="4723662" y="909857"/>
                  </a:lnTo>
                  <a:lnTo>
                    <a:pt x="4723820" y="909857"/>
                  </a:lnTo>
                  <a:lnTo>
                    <a:pt x="4723977" y="909857"/>
                  </a:lnTo>
                  <a:lnTo>
                    <a:pt x="4724135" y="909857"/>
                  </a:lnTo>
                  <a:lnTo>
                    <a:pt x="4724293" y="909857"/>
                  </a:lnTo>
                  <a:lnTo>
                    <a:pt x="4724451" y="909857"/>
                  </a:lnTo>
                  <a:lnTo>
                    <a:pt x="4724608" y="909857"/>
                  </a:lnTo>
                  <a:lnTo>
                    <a:pt x="4724766" y="909857"/>
                  </a:lnTo>
                  <a:lnTo>
                    <a:pt x="4724924" y="909857"/>
                  </a:lnTo>
                  <a:lnTo>
                    <a:pt x="4725081" y="909857"/>
                  </a:lnTo>
                  <a:lnTo>
                    <a:pt x="4725239" y="909857"/>
                  </a:lnTo>
                  <a:lnTo>
                    <a:pt x="4725397" y="909857"/>
                  </a:lnTo>
                  <a:lnTo>
                    <a:pt x="4725555" y="909857"/>
                  </a:lnTo>
                  <a:lnTo>
                    <a:pt x="4725712" y="909857"/>
                  </a:lnTo>
                  <a:lnTo>
                    <a:pt x="4725870" y="909857"/>
                  </a:lnTo>
                  <a:lnTo>
                    <a:pt x="4726028" y="909857"/>
                  </a:lnTo>
                  <a:lnTo>
                    <a:pt x="4726185" y="909857"/>
                  </a:lnTo>
                  <a:lnTo>
                    <a:pt x="4726343" y="909857"/>
                  </a:lnTo>
                  <a:lnTo>
                    <a:pt x="4726501" y="909857"/>
                  </a:lnTo>
                  <a:lnTo>
                    <a:pt x="4726659" y="909857"/>
                  </a:lnTo>
                  <a:lnTo>
                    <a:pt x="4726659" y="909427"/>
                  </a:lnTo>
                  <a:lnTo>
                    <a:pt x="4726816" y="909427"/>
                  </a:lnTo>
                  <a:lnTo>
                    <a:pt x="4726974" y="909427"/>
                  </a:lnTo>
                  <a:lnTo>
                    <a:pt x="4727132" y="909427"/>
                  </a:lnTo>
                  <a:lnTo>
                    <a:pt x="4727289" y="909427"/>
                  </a:lnTo>
                  <a:lnTo>
                    <a:pt x="4727447" y="909427"/>
                  </a:lnTo>
                  <a:lnTo>
                    <a:pt x="4727605" y="909427"/>
                  </a:lnTo>
                  <a:lnTo>
                    <a:pt x="4727763" y="909427"/>
                  </a:lnTo>
                  <a:lnTo>
                    <a:pt x="4727920" y="909427"/>
                  </a:lnTo>
                  <a:lnTo>
                    <a:pt x="4728078" y="909427"/>
                  </a:lnTo>
                  <a:lnTo>
                    <a:pt x="4728078" y="908996"/>
                  </a:lnTo>
                  <a:lnTo>
                    <a:pt x="4728236" y="908996"/>
                  </a:lnTo>
                  <a:lnTo>
                    <a:pt x="4728393" y="908996"/>
                  </a:lnTo>
                  <a:lnTo>
                    <a:pt x="4728551" y="908996"/>
                  </a:lnTo>
                  <a:lnTo>
                    <a:pt x="4728709" y="908996"/>
                  </a:lnTo>
                  <a:lnTo>
                    <a:pt x="4728867" y="908996"/>
                  </a:lnTo>
                  <a:lnTo>
                    <a:pt x="4729024" y="908996"/>
                  </a:lnTo>
                  <a:lnTo>
                    <a:pt x="4729024" y="908566"/>
                  </a:lnTo>
                  <a:lnTo>
                    <a:pt x="4729182" y="908566"/>
                  </a:lnTo>
                  <a:lnTo>
                    <a:pt x="4729340" y="908566"/>
                  </a:lnTo>
                  <a:lnTo>
                    <a:pt x="4729340" y="908135"/>
                  </a:lnTo>
                  <a:lnTo>
                    <a:pt x="4729498" y="908135"/>
                  </a:lnTo>
                  <a:lnTo>
                    <a:pt x="4729655" y="908135"/>
                  </a:lnTo>
                  <a:lnTo>
                    <a:pt x="4729813" y="908135"/>
                  </a:lnTo>
                  <a:lnTo>
                    <a:pt x="4729971" y="908135"/>
                  </a:lnTo>
                  <a:lnTo>
                    <a:pt x="4730128" y="908135"/>
                  </a:lnTo>
                  <a:lnTo>
                    <a:pt x="4730128" y="907704"/>
                  </a:lnTo>
                  <a:lnTo>
                    <a:pt x="4730286" y="907704"/>
                  </a:lnTo>
                  <a:lnTo>
                    <a:pt x="4730444" y="907704"/>
                  </a:lnTo>
                  <a:lnTo>
                    <a:pt x="4730602" y="907704"/>
                  </a:lnTo>
                  <a:lnTo>
                    <a:pt x="4730759" y="907704"/>
                  </a:lnTo>
                  <a:lnTo>
                    <a:pt x="4730759" y="907274"/>
                  </a:lnTo>
                  <a:lnTo>
                    <a:pt x="4730917" y="907274"/>
                  </a:lnTo>
                  <a:lnTo>
                    <a:pt x="4731075" y="907274"/>
                  </a:lnTo>
                  <a:lnTo>
                    <a:pt x="4731075" y="906843"/>
                  </a:lnTo>
                  <a:lnTo>
                    <a:pt x="4731232" y="906843"/>
                  </a:lnTo>
                  <a:lnTo>
                    <a:pt x="4731232" y="906413"/>
                  </a:lnTo>
                  <a:lnTo>
                    <a:pt x="4731390" y="906413"/>
                  </a:lnTo>
                  <a:lnTo>
                    <a:pt x="4731548" y="906413"/>
                  </a:lnTo>
                  <a:lnTo>
                    <a:pt x="4731548" y="905982"/>
                  </a:lnTo>
                  <a:lnTo>
                    <a:pt x="4731706" y="905982"/>
                  </a:lnTo>
                  <a:lnTo>
                    <a:pt x="4731706" y="905551"/>
                  </a:lnTo>
                  <a:lnTo>
                    <a:pt x="4731863" y="905551"/>
                  </a:lnTo>
                  <a:lnTo>
                    <a:pt x="4732021" y="905551"/>
                  </a:lnTo>
                  <a:lnTo>
                    <a:pt x="4732021" y="905121"/>
                  </a:lnTo>
                  <a:lnTo>
                    <a:pt x="4732179" y="905121"/>
                  </a:lnTo>
                  <a:lnTo>
                    <a:pt x="4732336" y="905121"/>
                  </a:lnTo>
                  <a:lnTo>
                    <a:pt x="4732494" y="905121"/>
                  </a:lnTo>
                  <a:lnTo>
                    <a:pt x="4732652" y="905121"/>
                  </a:lnTo>
                  <a:lnTo>
                    <a:pt x="4732810" y="905121"/>
                  </a:lnTo>
                  <a:lnTo>
                    <a:pt x="4732967" y="905121"/>
                  </a:lnTo>
                  <a:lnTo>
                    <a:pt x="4733125" y="905121"/>
                  </a:lnTo>
                  <a:lnTo>
                    <a:pt x="4733283" y="905121"/>
                  </a:lnTo>
                  <a:lnTo>
                    <a:pt x="4733440" y="905121"/>
                  </a:lnTo>
                  <a:lnTo>
                    <a:pt x="4733598" y="905121"/>
                  </a:lnTo>
                  <a:lnTo>
                    <a:pt x="4733756" y="905121"/>
                  </a:lnTo>
                  <a:lnTo>
                    <a:pt x="4733914" y="905121"/>
                  </a:lnTo>
                  <a:lnTo>
                    <a:pt x="4734071" y="905121"/>
                  </a:lnTo>
                  <a:lnTo>
                    <a:pt x="4734229" y="905121"/>
                  </a:lnTo>
                  <a:lnTo>
                    <a:pt x="4734387" y="905121"/>
                  </a:lnTo>
                  <a:lnTo>
                    <a:pt x="4734544" y="905121"/>
                  </a:lnTo>
                  <a:lnTo>
                    <a:pt x="4734544" y="904690"/>
                  </a:lnTo>
                  <a:lnTo>
                    <a:pt x="4734702" y="904690"/>
                  </a:lnTo>
                  <a:lnTo>
                    <a:pt x="4734860" y="904690"/>
                  </a:lnTo>
                  <a:lnTo>
                    <a:pt x="4735018" y="904690"/>
                  </a:lnTo>
                  <a:lnTo>
                    <a:pt x="4735175" y="904690"/>
                  </a:lnTo>
                  <a:lnTo>
                    <a:pt x="4735333" y="904690"/>
                  </a:lnTo>
                  <a:lnTo>
                    <a:pt x="4735491" y="904690"/>
                  </a:lnTo>
                  <a:lnTo>
                    <a:pt x="4735649" y="904690"/>
                  </a:lnTo>
                  <a:lnTo>
                    <a:pt x="4735649" y="904260"/>
                  </a:lnTo>
                  <a:lnTo>
                    <a:pt x="4735806" y="904260"/>
                  </a:lnTo>
                  <a:lnTo>
                    <a:pt x="4735964" y="904260"/>
                  </a:lnTo>
                  <a:lnTo>
                    <a:pt x="4736122" y="904260"/>
                  </a:lnTo>
                  <a:lnTo>
                    <a:pt x="4736279" y="904260"/>
                  </a:lnTo>
                  <a:lnTo>
                    <a:pt x="4736437" y="904260"/>
                  </a:lnTo>
                  <a:lnTo>
                    <a:pt x="4736595" y="904260"/>
                  </a:lnTo>
                  <a:lnTo>
                    <a:pt x="4736753" y="904260"/>
                  </a:lnTo>
                  <a:lnTo>
                    <a:pt x="4736910" y="904260"/>
                  </a:lnTo>
                  <a:lnTo>
                    <a:pt x="4737068" y="904260"/>
                  </a:lnTo>
                  <a:lnTo>
                    <a:pt x="4737068" y="903829"/>
                  </a:lnTo>
                  <a:lnTo>
                    <a:pt x="4737226" y="903829"/>
                  </a:lnTo>
                  <a:lnTo>
                    <a:pt x="4737226" y="903398"/>
                  </a:lnTo>
                  <a:lnTo>
                    <a:pt x="4737383" y="903398"/>
                  </a:lnTo>
                  <a:lnTo>
                    <a:pt x="4737541" y="903398"/>
                  </a:lnTo>
                  <a:lnTo>
                    <a:pt x="4737699" y="903398"/>
                  </a:lnTo>
                  <a:lnTo>
                    <a:pt x="4737857" y="903398"/>
                  </a:lnTo>
                  <a:lnTo>
                    <a:pt x="4738014" y="903398"/>
                  </a:lnTo>
                  <a:lnTo>
                    <a:pt x="4738014" y="902968"/>
                  </a:lnTo>
                  <a:lnTo>
                    <a:pt x="4738172" y="902968"/>
                  </a:lnTo>
                  <a:lnTo>
                    <a:pt x="4738330" y="902968"/>
                  </a:lnTo>
                  <a:lnTo>
                    <a:pt x="4738487" y="902968"/>
                  </a:lnTo>
                  <a:lnTo>
                    <a:pt x="4738645" y="902968"/>
                  </a:lnTo>
                  <a:lnTo>
                    <a:pt x="4738803" y="902968"/>
                  </a:lnTo>
                  <a:lnTo>
                    <a:pt x="4738803" y="902537"/>
                  </a:lnTo>
                  <a:lnTo>
                    <a:pt x="4738961" y="902537"/>
                  </a:lnTo>
                  <a:lnTo>
                    <a:pt x="4739118" y="902537"/>
                  </a:lnTo>
                  <a:lnTo>
                    <a:pt x="4739276" y="902537"/>
                  </a:lnTo>
                  <a:lnTo>
                    <a:pt x="4739434" y="902537"/>
                  </a:lnTo>
                  <a:lnTo>
                    <a:pt x="4739434" y="902107"/>
                  </a:lnTo>
                  <a:lnTo>
                    <a:pt x="4739591" y="902107"/>
                  </a:lnTo>
                  <a:lnTo>
                    <a:pt x="4739749" y="902107"/>
                  </a:lnTo>
                  <a:lnTo>
                    <a:pt x="4739907" y="902107"/>
                  </a:lnTo>
                  <a:lnTo>
                    <a:pt x="4740065" y="902107"/>
                  </a:lnTo>
                  <a:lnTo>
                    <a:pt x="4740222" y="902107"/>
                  </a:lnTo>
                  <a:lnTo>
                    <a:pt x="4740222" y="901676"/>
                  </a:lnTo>
                  <a:lnTo>
                    <a:pt x="4740380" y="901676"/>
                  </a:lnTo>
                  <a:lnTo>
                    <a:pt x="4740380" y="901245"/>
                  </a:lnTo>
                  <a:lnTo>
                    <a:pt x="4740538" y="901245"/>
                  </a:lnTo>
                  <a:lnTo>
                    <a:pt x="4740696" y="901245"/>
                  </a:lnTo>
                  <a:lnTo>
                    <a:pt x="4740853" y="901245"/>
                  </a:lnTo>
                  <a:lnTo>
                    <a:pt x="4741011" y="901245"/>
                  </a:lnTo>
                  <a:lnTo>
                    <a:pt x="4741169" y="901245"/>
                  </a:lnTo>
                  <a:lnTo>
                    <a:pt x="4741326" y="901245"/>
                  </a:lnTo>
                  <a:lnTo>
                    <a:pt x="4741484" y="901245"/>
                  </a:lnTo>
                  <a:lnTo>
                    <a:pt x="4741642" y="901245"/>
                  </a:lnTo>
                  <a:lnTo>
                    <a:pt x="4741800" y="901245"/>
                  </a:lnTo>
                  <a:lnTo>
                    <a:pt x="4741957" y="901245"/>
                  </a:lnTo>
                  <a:lnTo>
                    <a:pt x="4741957" y="900815"/>
                  </a:lnTo>
                  <a:lnTo>
                    <a:pt x="4742115" y="900815"/>
                  </a:lnTo>
                  <a:lnTo>
                    <a:pt x="4742273" y="900815"/>
                  </a:lnTo>
                  <a:lnTo>
                    <a:pt x="4742430" y="900815"/>
                  </a:lnTo>
                  <a:lnTo>
                    <a:pt x="4742430" y="900384"/>
                  </a:lnTo>
                  <a:lnTo>
                    <a:pt x="4742588" y="900384"/>
                  </a:lnTo>
                  <a:lnTo>
                    <a:pt x="4742746" y="900384"/>
                  </a:lnTo>
                  <a:lnTo>
                    <a:pt x="4742904" y="900384"/>
                  </a:lnTo>
                  <a:lnTo>
                    <a:pt x="4742904" y="899954"/>
                  </a:lnTo>
                  <a:lnTo>
                    <a:pt x="4742904" y="899523"/>
                  </a:lnTo>
                  <a:lnTo>
                    <a:pt x="4743061" y="899523"/>
                  </a:lnTo>
                  <a:lnTo>
                    <a:pt x="4743061" y="899092"/>
                  </a:lnTo>
                  <a:lnTo>
                    <a:pt x="4743219" y="899092"/>
                  </a:lnTo>
                  <a:lnTo>
                    <a:pt x="4743377" y="899092"/>
                  </a:lnTo>
                  <a:lnTo>
                    <a:pt x="4743377" y="898662"/>
                  </a:lnTo>
                  <a:lnTo>
                    <a:pt x="4743534" y="898662"/>
                  </a:lnTo>
                  <a:lnTo>
                    <a:pt x="4743692" y="898662"/>
                  </a:lnTo>
                  <a:lnTo>
                    <a:pt x="4743850" y="898662"/>
                  </a:lnTo>
                  <a:lnTo>
                    <a:pt x="4744008" y="898662"/>
                  </a:lnTo>
                  <a:lnTo>
                    <a:pt x="4744165" y="898662"/>
                  </a:lnTo>
                  <a:lnTo>
                    <a:pt x="4744323" y="898662"/>
                  </a:lnTo>
                  <a:lnTo>
                    <a:pt x="4744481" y="898662"/>
                  </a:lnTo>
                  <a:lnTo>
                    <a:pt x="4744638" y="898662"/>
                  </a:lnTo>
                  <a:lnTo>
                    <a:pt x="4744796" y="898662"/>
                  </a:lnTo>
                  <a:lnTo>
                    <a:pt x="4744796" y="898231"/>
                  </a:lnTo>
                  <a:lnTo>
                    <a:pt x="4744954" y="898231"/>
                  </a:lnTo>
                  <a:lnTo>
                    <a:pt x="4745112" y="898231"/>
                  </a:lnTo>
                  <a:lnTo>
                    <a:pt x="4745269" y="898231"/>
                  </a:lnTo>
                  <a:lnTo>
                    <a:pt x="4745427" y="898231"/>
                  </a:lnTo>
                  <a:lnTo>
                    <a:pt x="4745585" y="898231"/>
                  </a:lnTo>
                  <a:lnTo>
                    <a:pt x="4745742" y="898231"/>
                  </a:lnTo>
                  <a:lnTo>
                    <a:pt x="4745900" y="898231"/>
                  </a:lnTo>
                  <a:lnTo>
                    <a:pt x="4746058" y="898231"/>
                  </a:lnTo>
                  <a:lnTo>
                    <a:pt x="4746216" y="898231"/>
                  </a:lnTo>
                  <a:lnTo>
                    <a:pt x="4746373" y="898231"/>
                  </a:lnTo>
                  <a:lnTo>
                    <a:pt x="4746531" y="898231"/>
                  </a:lnTo>
                  <a:lnTo>
                    <a:pt x="4746531" y="897801"/>
                  </a:lnTo>
                  <a:lnTo>
                    <a:pt x="4746689" y="897801"/>
                  </a:lnTo>
                  <a:lnTo>
                    <a:pt x="4746847" y="897801"/>
                  </a:lnTo>
                  <a:lnTo>
                    <a:pt x="4747004" y="897801"/>
                  </a:lnTo>
                  <a:lnTo>
                    <a:pt x="4747162" y="897801"/>
                  </a:lnTo>
                  <a:lnTo>
                    <a:pt x="4747320" y="897801"/>
                  </a:lnTo>
                  <a:lnTo>
                    <a:pt x="4747477" y="897801"/>
                  </a:lnTo>
                  <a:lnTo>
                    <a:pt x="4747635" y="897801"/>
                  </a:lnTo>
                  <a:lnTo>
                    <a:pt x="4747793" y="897801"/>
                  </a:lnTo>
                  <a:lnTo>
                    <a:pt x="4747793" y="897370"/>
                  </a:lnTo>
                  <a:lnTo>
                    <a:pt x="4747951" y="897370"/>
                  </a:lnTo>
                  <a:lnTo>
                    <a:pt x="4748108" y="897370"/>
                  </a:lnTo>
                  <a:lnTo>
                    <a:pt x="4748266" y="897370"/>
                  </a:lnTo>
                  <a:lnTo>
                    <a:pt x="4748424" y="897370"/>
                  </a:lnTo>
                  <a:lnTo>
                    <a:pt x="4748581" y="897370"/>
                  </a:lnTo>
                  <a:lnTo>
                    <a:pt x="4748739" y="897370"/>
                  </a:lnTo>
                  <a:lnTo>
                    <a:pt x="4748897" y="897370"/>
                  </a:lnTo>
                  <a:lnTo>
                    <a:pt x="4748897" y="896939"/>
                  </a:lnTo>
                  <a:lnTo>
                    <a:pt x="4749055" y="896939"/>
                  </a:lnTo>
                  <a:lnTo>
                    <a:pt x="4749212" y="896939"/>
                  </a:lnTo>
                  <a:lnTo>
                    <a:pt x="4749370" y="896939"/>
                  </a:lnTo>
                  <a:lnTo>
                    <a:pt x="4749528" y="896939"/>
                  </a:lnTo>
                  <a:lnTo>
                    <a:pt x="4749685" y="896939"/>
                  </a:lnTo>
                  <a:lnTo>
                    <a:pt x="4749843" y="896939"/>
                  </a:lnTo>
                  <a:lnTo>
                    <a:pt x="4750001" y="896939"/>
                  </a:lnTo>
                  <a:lnTo>
                    <a:pt x="4750159" y="896939"/>
                  </a:lnTo>
                  <a:lnTo>
                    <a:pt x="4750316" y="896939"/>
                  </a:lnTo>
                  <a:lnTo>
                    <a:pt x="4750474" y="896939"/>
                  </a:lnTo>
                  <a:lnTo>
                    <a:pt x="4750632" y="896939"/>
                  </a:lnTo>
                  <a:lnTo>
                    <a:pt x="4750789" y="896939"/>
                  </a:lnTo>
                  <a:lnTo>
                    <a:pt x="4750947" y="896939"/>
                  </a:lnTo>
                  <a:lnTo>
                    <a:pt x="4751105" y="896939"/>
                  </a:lnTo>
                  <a:lnTo>
                    <a:pt x="4751105" y="896509"/>
                  </a:lnTo>
                  <a:lnTo>
                    <a:pt x="4751105" y="896078"/>
                  </a:lnTo>
                  <a:lnTo>
                    <a:pt x="4751263" y="896078"/>
                  </a:lnTo>
                  <a:lnTo>
                    <a:pt x="4751420" y="896078"/>
                  </a:lnTo>
                  <a:lnTo>
                    <a:pt x="4751578" y="896078"/>
                  </a:lnTo>
                  <a:lnTo>
                    <a:pt x="4751736" y="896078"/>
                  </a:lnTo>
                  <a:lnTo>
                    <a:pt x="4751736" y="895648"/>
                  </a:lnTo>
                  <a:lnTo>
                    <a:pt x="4751894" y="895648"/>
                  </a:lnTo>
                  <a:lnTo>
                    <a:pt x="4752051" y="895648"/>
                  </a:lnTo>
                  <a:lnTo>
                    <a:pt x="4752051" y="895217"/>
                  </a:lnTo>
                  <a:lnTo>
                    <a:pt x="4752209" y="895217"/>
                  </a:lnTo>
                  <a:lnTo>
                    <a:pt x="4752367" y="895217"/>
                  </a:lnTo>
                  <a:lnTo>
                    <a:pt x="4752524" y="895217"/>
                  </a:lnTo>
                  <a:lnTo>
                    <a:pt x="4752682" y="895217"/>
                  </a:lnTo>
                  <a:lnTo>
                    <a:pt x="4752840" y="895217"/>
                  </a:lnTo>
                  <a:lnTo>
                    <a:pt x="4752998" y="895217"/>
                  </a:lnTo>
                  <a:lnTo>
                    <a:pt x="4753155" y="895217"/>
                  </a:lnTo>
                  <a:lnTo>
                    <a:pt x="4753155" y="894786"/>
                  </a:lnTo>
                  <a:lnTo>
                    <a:pt x="4753155" y="894356"/>
                  </a:lnTo>
                  <a:lnTo>
                    <a:pt x="4753155" y="893925"/>
                  </a:lnTo>
                  <a:lnTo>
                    <a:pt x="4753313" y="893925"/>
                  </a:lnTo>
                  <a:lnTo>
                    <a:pt x="4753471" y="893925"/>
                  </a:lnTo>
                  <a:lnTo>
                    <a:pt x="4753628" y="893925"/>
                  </a:lnTo>
                  <a:lnTo>
                    <a:pt x="4753786" y="893925"/>
                  </a:lnTo>
                  <a:lnTo>
                    <a:pt x="4753944" y="893925"/>
                  </a:lnTo>
                  <a:lnTo>
                    <a:pt x="4754102" y="893925"/>
                  </a:lnTo>
                  <a:lnTo>
                    <a:pt x="4754259" y="893925"/>
                  </a:lnTo>
                  <a:lnTo>
                    <a:pt x="4754417" y="893925"/>
                  </a:lnTo>
                  <a:lnTo>
                    <a:pt x="4754575" y="893925"/>
                  </a:lnTo>
                  <a:lnTo>
                    <a:pt x="4754732" y="893925"/>
                  </a:lnTo>
                  <a:lnTo>
                    <a:pt x="4754732" y="893495"/>
                  </a:lnTo>
                  <a:lnTo>
                    <a:pt x="4754890" y="893495"/>
                  </a:lnTo>
                  <a:lnTo>
                    <a:pt x="4755048" y="893495"/>
                  </a:lnTo>
                  <a:lnTo>
                    <a:pt x="4755206" y="893495"/>
                  </a:lnTo>
                  <a:lnTo>
                    <a:pt x="4755363" y="893495"/>
                  </a:lnTo>
                  <a:lnTo>
                    <a:pt x="4755521" y="893495"/>
                  </a:lnTo>
                  <a:lnTo>
                    <a:pt x="4755679" y="893495"/>
                  </a:lnTo>
                  <a:lnTo>
                    <a:pt x="4755679" y="893064"/>
                  </a:lnTo>
                  <a:lnTo>
                    <a:pt x="4755836" y="893064"/>
                  </a:lnTo>
                  <a:lnTo>
                    <a:pt x="4755994" y="893064"/>
                  </a:lnTo>
                  <a:lnTo>
                    <a:pt x="4756152" y="893064"/>
                  </a:lnTo>
                  <a:lnTo>
                    <a:pt x="4756152" y="892633"/>
                  </a:lnTo>
                  <a:lnTo>
                    <a:pt x="4756152" y="892203"/>
                  </a:lnTo>
                  <a:lnTo>
                    <a:pt x="4756310" y="892203"/>
                  </a:lnTo>
                  <a:lnTo>
                    <a:pt x="4756467" y="892203"/>
                  </a:lnTo>
                  <a:lnTo>
                    <a:pt x="4756625" y="892203"/>
                  </a:lnTo>
                  <a:lnTo>
                    <a:pt x="4756783" y="892203"/>
                  </a:lnTo>
                  <a:lnTo>
                    <a:pt x="4756940" y="892203"/>
                  </a:lnTo>
                  <a:lnTo>
                    <a:pt x="4757098" y="892203"/>
                  </a:lnTo>
                  <a:lnTo>
                    <a:pt x="4757256" y="892203"/>
                  </a:lnTo>
                  <a:lnTo>
                    <a:pt x="4757414" y="892203"/>
                  </a:lnTo>
                  <a:lnTo>
                    <a:pt x="4757571" y="892203"/>
                  </a:lnTo>
                  <a:lnTo>
                    <a:pt x="4757729" y="892203"/>
                  </a:lnTo>
                  <a:lnTo>
                    <a:pt x="4757887" y="892203"/>
                  </a:lnTo>
                  <a:lnTo>
                    <a:pt x="4757887" y="891772"/>
                  </a:lnTo>
                  <a:lnTo>
                    <a:pt x="4758045" y="891772"/>
                  </a:lnTo>
                  <a:lnTo>
                    <a:pt x="4758202" y="891772"/>
                  </a:lnTo>
                  <a:lnTo>
                    <a:pt x="4758360" y="891772"/>
                  </a:lnTo>
                  <a:lnTo>
                    <a:pt x="4758518" y="891772"/>
                  </a:lnTo>
                  <a:lnTo>
                    <a:pt x="4758675" y="891772"/>
                  </a:lnTo>
                  <a:lnTo>
                    <a:pt x="4758833" y="891772"/>
                  </a:lnTo>
                  <a:lnTo>
                    <a:pt x="4758991" y="891772"/>
                  </a:lnTo>
                  <a:lnTo>
                    <a:pt x="4758991" y="891342"/>
                  </a:lnTo>
                  <a:lnTo>
                    <a:pt x="4759149" y="891342"/>
                  </a:lnTo>
                  <a:lnTo>
                    <a:pt x="4759306" y="891342"/>
                  </a:lnTo>
                  <a:lnTo>
                    <a:pt x="4759464" y="891342"/>
                  </a:lnTo>
                  <a:lnTo>
                    <a:pt x="4759622" y="891342"/>
                  </a:lnTo>
                  <a:lnTo>
                    <a:pt x="4759779" y="891342"/>
                  </a:lnTo>
                  <a:lnTo>
                    <a:pt x="4759937" y="891342"/>
                  </a:lnTo>
                  <a:lnTo>
                    <a:pt x="4760095" y="891342"/>
                  </a:lnTo>
                  <a:lnTo>
                    <a:pt x="4760253" y="891342"/>
                  </a:lnTo>
                  <a:lnTo>
                    <a:pt x="4760410" y="891342"/>
                  </a:lnTo>
                  <a:lnTo>
                    <a:pt x="4760568" y="891342"/>
                  </a:lnTo>
                  <a:lnTo>
                    <a:pt x="4760726" y="891342"/>
                  </a:lnTo>
                  <a:lnTo>
                    <a:pt x="4760883" y="891342"/>
                  </a:lnTo>
                  <a:lnTo>
                    <a:pt x="4761041" y="891342"/>
                  </a:lnTo>
                  <a:lnTo>
                    <a:pt x="4761199" y="891342"/>
                  </a:lnTo>
                  <a:lnTo>
                    <a:pt x="4761357" y="891342"/>
                  </a:lnTo>
                  <a:lnTo>
                    <a:pt x="4761514" y="891342"/>
                  </a:lnTo>
                  <a:lnTo>
                    <a:pt x="4761672" y="891342"/>
                  </a:lnTo>
                  <a:lnTo>
                    <a:pt x="4761672" y="890911"/>
                  </a:lnTo>
                  <a:lnTo>
                    <a:pt x="4761830" y="890911"/>
                  </a:lnTo>
                  <a:lnTo>
                    <a:pt x="4761987" y="890911"/>
                  </a:lnTo>
                  <a:lnTo>
                    <a:pt x="4762145" y="890911"/>
                  </a:lnTo>
                  <a:lnTo>
                    <a:pt x="4762145" y="890480"/>
                  </a:lnTo>
                  <a:lnTo>
                    <a:pt x="4762303" y="890480"/>
                  </a:lnTo>
                  <a:lnTo>
                    <a:pt x="4762461" y="890480"/>
                  </a:lnTo>
                  <a:lnTo>
                    <a:pt x="4762618" y="890480"/>
                  </a:lnTo>
                  <a:lnTo>
                    <a:pt x="4762776" y="890480"/>
                  </a:lnTo>
                  <a:lnTo>
                    <a:pt x="4762934" y="890480"/>
                  </a:lnTo>
                  <a:lnTo>
                    <a:pt x="4762934" y="890050"/>
                  </a:lnTo>
                  <a:lnTo>
                    <a:pt x="4763092" y="890050"/>
                  </a:lnTo>
                  <a:lnTo>
                    <a:pt x="4763249" y="890050"/>
                  </a:lnTo>
                  <a:lnTo>
                    <a:pt x="4763407" y="890050"/>
                  </a:lnTo>
                  <a:lnTo>
                    <a:pt x="4763565" y="890050"/>
                  </a:lnTo>
                  <a:lnTo>
                    <a:pt x="4763722" y="890050"/>
                  </a:lnTo>
                  <a:lnTo>
                    <a:pt x="4763880" y="890050"/>
                  </a:lnTo>
                  <a:lnTo>
                    <a:pt x="4764038" y="890050"/>
                  </a:lnTo>
                  <a:lnTo>
                    <a:pt x="4764196" y="890050"/>
                  </a:lnTo>
                  <a:lnTo>
                    <a:pt x="4764353" y="890050"/>
                  </a:lnTo>
                  <a:lnTo>
                    <a:pt x="4764511" y="890050"/>
                  </a:lnTo>
                  <a:lnTo>
                    <a:pt x="4764511" y="889619"/>
                  </a:lnTo>
                  <a:lnTo>
                    <a:pt x="4764511" y="889189"/>
                  </a:lnTo>
                  <a:lnTo>
                    <a:pt x="4764669" y="889189"/>
                  </a:lnTo>
                  <a:lnTo>
                    <a:pt x="4764826" y="889189"/>
                  </a:lnTo>
                  <a:lnTo>
                    <a:pt x="4764826" y="888758"/>
                  </a:lnTo>
                  <a:lnTo>
                    <a:pt x="4764826" y="888327"/>
                  </a:lnTo>
                  <a:lnTo>
                    <a:pt x="4764826" y="887897"/>
                  </a:lnTo>
                  <a:lnTo>
                    <a:pt x="4764984" y="887897"/>
                  </a:lnTo>
                  <a:lnTo>
                    <a:pt x="4765142" y="887897"/>
                  </a:lnTo>
                  <a:lnTo>
                    <a:pt x="4765300" y="887897"/>
                  </a:lnTo>
                  <a:lnTo>
                    <a:pt x="4765457" y="887897"/>
                  </a:lnTo>
                  <a:lnTo>
                    <a:pt x="4765615" y="887897"/>
                  </a:lnTo>
                  <a:lnTo>
                    <a:pt x="4765773" y="887897"/>
                  </a:lnTo>
                  <a:lnTo>
                    <a:pt x="4765930" y="887897"/>
                  </a:lnTo>
                  <a:lnTo>
                    <a:pt x="4765930" y="887466"/>
                  </a:lnTo>
                  <a:lnTo>
                    <a:pt x="4765930" y="887036"/>
                  </a:lnTo>
                  <a:lnTo>
                    <a:pt x="4766088" y="887036"/>
                  </a:lnTo>
                  <a:lnTo>
                    <a:pt x="4766246" y="887036"/>
                  </a:lnTo>
                  <a:lnTo>
                    <a:pt x="4766404" y="887036"/>
                  </a:lnTo>
                  <a:lnTo>
                    <a:pt x="4766561" y="887036"/>
                  </a:lnTo>
                  <a:lnTo>
                    <a:pt x="4766719" y="887036"/>
                  </a:lnTo>
                  <a:lnTo>
                    <a:pt x="4766719" y="886605"/>
                  </a:lnTo>
                  <a:lnTo>
                    <a:pt x="4766877" y="886605"/>
                  </a:lnTo>
                  <a:lnTo>
                    <a:pt x="4767034" y="886605"/>
                  </a:lnTo>
                  <a:lnTo>
                    <a:pt x="4767192" y="886605"/>
                  </a:lnTo>
                  <a:lnTo>
                    <a:pt x="4767350" y="886605"/>
                  </a:lnTo>
                  <a:lnTo>
                    <a:pt x="4767508" y="886605"/>
                  </a:lnTo>
                  <a:lnTo>
                    <a:pt x="4767665" y="886605"/>
                  </a:lnTo>
                  <a:lnTo>
                    <a:pt x="4767665" y="886174"/>
                  </a:lnTo>
                  <a:lnTo>
                    <a:pt x="4767665" y="885744"/>
                  </a:lnTo>
                  <a:lnTo>
                    <a:pt x="4767823" y="885744"/>
                  </a:lnTo>
                  <a:lnTo>
                    <a:pt x="4767981" y="885744"/>
                  </a:lnTo>
                  <a:lnTo>
                    <a:pt x="4767981" y="885313"/>
                  </a:lnTo>
                  <a:lnTo>
                    <a:pt x="4767981" y="884883"/>
                  </a:lnTo>
                  <a:lnTo>
                    <a:pt x="4768138" y="884883"/>
                  </a:lnTo>
                  <a:lnTo>
                    <a:pt x="4768296" y="884883"/>
                  </a:lnTo>
                  <a:lnTo>
                    <a:pt x="4768454" y="884883"/>
                  </a:lnTo>
                  <a:lnTo>
                    <a:pt x="4768612" y="884883"/>
                  </a:lnTo>
                  <a:lnTo>
                    <a:pt x="4768769" y="884883"/>
                  </a:lnTo>
                  <a:lnTo>
                    <a:pt x="4768927" y="884883"/>
                  </a:lnTo>
                  <a:lnTo>
                    <a:pt x="4769085" y="884883"/>
                  </a:lnTo>
                  <a:lnTo>
                    <a:pt x="4769243" y="884883"/>
                  </a:lnTo>
                  <a:lnTo>
                    <a:pt x="4769400" y="884883"/>
                  </a:lnTo>
                  <a:lnTo>
                    <a:pt x="4769558" y="884883"/>
                  </a:lnTo>
                  <a:lnTo>
                    <a:pt x="4769716" y="884883"/>
                  </a:lnTo>
                  <a:lnTo>
                    <a:pt x="4769873" y="884883"/>
                  </a:lnTo>
                  <a:lnTo>
                    <a:pt x="4770031" y="884883"/>
                  </a:lnTo>
                  <a:lnTo>
                    <a:pt x="4770189" y="884883"/>
                  </a:lnTo>
                  <a:lnTo>
                    <a:pt x="4770347" y="884883"/>
                  </a:lnTo>
                  <a:lnTo>
                    <a:pt x="4770504" y="884883"/>
                  </a:lnTo>
                  <a:lnTo>
                    <a:pt x="4770662" y="884883"/>
                  </a:lnTo>
                  <a:lnTo>
                    <a:pt x="4770820" y="884883"/>
                  </a:lnTo>
                  <a:lnTo>
                    <a:pt x="4770977" y="884883"/>
                  </a:lnTo>
                  <a:lnTo>
                    <a:pt x="4770977" y="884452"/>
                  </a:lnTo>
                  <a:lnTo>
                    <a:pt x="4771135" y="884452"/>
                  </a:lnTo>
                  <a:lnTo>
                    <a:pt x="4771293" y="884452"/>
                  </a:lnTo>
                  <a:lnTo>
                    <a:pt x="4771451" y="884452"/>
                  </a:lnTo>
                  <a:lnTo>
                    <a:pt x="4771608" y="884452"/>
                  </a:lnTo>
                  <a:lnTo>
                    <a:pt x="4771766" y="884452"/>
                  </a:lnTo>
                  <a:lnTo>
                    <a:pt x="4771924" y="884452"/>
                  </a:lnTo>
                  <a:lnTo>
                    <a:pt x="4772081" y="884452"/>
                  </a:lnTo>
                  <a:lnTo>
                    <a:pt x="4772239" y="884452"/>
                  </a:lnTo>
                  <a:lnTo>
                    <a:pt x="4772397" y="884452"/>
                  </a:lnTo>
                  <a:lnTo>
                    <a:pt x="4772555" y="884452"/>
                  </a:lnTo>
                  <a:lnTo>
                    <a:pt x="4772712" y="884452"/>
                  </a:lnTo>
                  <a:lnTo>
                    <a:pt x="4772870" y="884452"/>
                  </a:lnTo>
                  <a:lnTo>
                    <a:pt x="4772870" y="884021"/>
                  </a:lnTo>
                  <a:lnTo>
                    <a:pt x="4773028" y="884021"/>
                  </a:lnTo>
                  <a:lnTo>
                    <a:pt x="4773028" y="883591"/>
                  </a:lnTo>
                  <a:lnTo>
                    <a:pt x="4773185" y="883591"/>
                  </a:lnTo>
                  <a:lnTo>
                    <a:pt x="4773343" y="883591"/>
                  </a:lnTo>
                  <a:lnTo>
                    <a:pt x="4773501" y="883591"/>
                  </a:lnTo>
                  <a:lnTo>
                    <a:pt x="4773659" y="883591"/>
                  </a:lnTo>
                  <a:lnTo>
                    <a:pt x="4773816" y="883591"/>
                  </a:lnTo>
                  <a:lnTo>
                    <a:pt x="4773974" y="883591"/>
                  </a:lnTo>
                  <a:lnTo>
                    <a:pt x="4774132" y="883591"/>
                  </a:lnTo>
                  <a:lnTo>
                    <a:pt x="4774290" y="883591"/>
                  </a:lnTo>
                  <a:lnTo>
                    <a:pt x="4774447" y="883591"/>
                  </a:lnTo>
                  <a:lnTo>
                    <a:pt x="4774605" y="883591"/>
                  </a:lnTo>
                  <a:lnTo>
                    <a:pt x="4774763" y="883591"/>
                  </a:lnTo>
                  <a:lnTo>
                    <a:pt x="4774920" y="883591"/>
                  </a:lnTo>
                  <a:lnTo>
                    <a:pt x="4775078" y="883591"/>
                  </a:lnTo>
                  <a:lnTo>
                    <a:pt x="4775236" y="883591"/>
                  </a:lnTo>
                  <a:lnTo>
                    <a:pt x="4775394" y="883591"/>
                  </a:lnTo>
                  <a:lnTo>
                    <a:pt x="4775551" y="883591"/>
                  </a:lnTo>
                  <a:lnTo>
                    <a:pt x="4775551" y="883160"/>
                  </a:lnTo>
                  <a:lnTo>
                    <a:pt x="4775551" y="882730"/>
                  </a:lnTo>
                  <a:lnTo>
                    <a:pt x="4775709" y="882730"/>
                  </a:lnTo>
                  <a:lnTo>
                    <a:pt x="4775867" y="882730"/>
                  </a:lnTo>
                  <a:lnTo>
                    <a:pt x="4776024" y="882730"/>
                  </a:lnTo>
                  <a:lnTo>
                    <a:pt x="4776182" y="882730"/>
                  </a:lnTo>
                  <a:lnTo>
                    <a:pt x="4776340" y="882730"/>
                  </a:lnTo>
                  <a:lnTo>
                    <a:pt x="4776498" y="882730"/>
                  </a:lnTo>
                  <a:lnTo>
                    <a:pt x="4776655" y="882730"/>
                  </a:lnTo>
                  <a:lnTo>
                    <a:pt x="4776813" y="882730"/>
                  </a:lnTo>
                  <a:lnTo>
                    <a:pt x="4776971" y="882730"/>
                  </a:lnTo>
                  <a:lnTo>
                    <a:pt x="4777128" y="882730"/>
                  </a:lnTo>
                  <a:lnTo>
                    <a:pt x="4777128" y="882299"/>
                  </a:lnTo>
                  <a:lnTo>
                    <a:pt x="4777286" y="882299"/>
                  </a:lnTo>
                  <a:lnTo>
                    <a:pt x="4777444" y="882299"/>
                  </a:lnTo>
                  <a:lnTo>
                    <a:pt x="4777602" y="882299"/>
                  </a:lnTo>
                  <a:lnTo>
                    <a:pt x="4777759" y="882299"/>
                  </a:lnTo>
                  <a:lnTo>
                    <a:pt x="4777917" y="882299"/>
                  </a:lnTo>
                  <a:lnTo>
                    <a:pt x="4778075" y="882299"/>
                  </a:lnTo>
                  <a:lnTo>
                    <a:pt x="4778232" y="882299"/>
                  </a:lnTo>
                  <a:lnTo>
                    <a:pt x="4778390" y="882299"/>
                  </a:lnTo>
                  <a:lnTo>
                    <a:pt x="4778390" y="881868"/>
                  </a:lnTo>
                  <a:lnTo>
                    <a:pt x="4778548" y="881868"/>
                  </a:lnTo>
                  <a:lnTo>
                    <a:pt x="4778706" y="881868"/>
                  </a:lnTo>
                  <a:lnTo>
                    <a:pt x="4778863" y="881868"/>
                  </a:lnTo>
                  <a:lnTo>
                    <a:pt x="4779021" y="881868"/>
                  </a:lnTo>
                  <a:lnTo>
                    <a:pt x="4779179" y="881868"/>
                  </a:lnTo>
                  <a:lnTo>
                    <a:pt x="4779336" y="881868"/>
                  </a:lnTo>
                  <a:lnTo>
                    <a:pt x="4779494" y="881868"/>
                  </a:lnTo>
                  <a:lnTo>
                    <a:pt x="4779652" y="881868"/>
                  </a:lnTo>
                  <a:lnTo>
                    <a:pt x="4779652" y="881438"/>
                  </a:lnTo>
                  <a:lnTo>
                    <a:pt x="4779652" y="881007"/>
                  </a:lnTo>
                  <a:lnTo>
                    <a:pt x="4779810" y="881007"/>
                  </a:lnTo>
                  <a:lnTo>
                    <a:pt x="4779967" y="881007"/>
                  </a:lnTo>
                  <a:lnTo>
                    <a:pt x="4780125" y="881007"/>
                  </a:lnTo>
                  <a:lnTo>
                    <a:pt x="4780283" y="881007"/>
                  </a:lnTo>
                  <a:lnTo>
                    <a:pt x="4780283" y="880577"/>
                  </a:lnTo>
                  <a:lnTo>
                    <a:pt x="4780441" y="880577"/>
                  </a:lnTo>
                  <a:lnTo>
                    <a:pt x="4780598" y="880577"/>
                  </a:lnTo>
                  <a:lnTo>
                    <a:pt x="4780598" y="880146"/>
                  </a:lnTo>
                  <a:lnTo>
                    <a:pt x="4780756" y="880146"/>
                  </a:lnTo>
                  <a:lnTo>
                    <a:pt x="4780756" y="879715"/>
                  </a:lnTo>
                  <a:lnTo>
                    <a:pt x="4780914" y="879715"/>
                  </a:lnTo>
                  <a:lnTo>
                    <a:pt x="4781071" y="879715"/>
                  </a:lnTo>
                  <a:lnTo>
                    <a:pt x="4781229" y="879715"/>
                  </a:lnTo>
                  <a:lnTo>
                    <a:pt x="4781387" y="879715"/>
                  </a:lnTo>
                  <a:lnTo>
                    <a:pt x="4781545" y="879715"/>
                  </a:lnTo>
                  <a:lnTo>
                    <a:pt x="4781545" y="879285"/>
                  </a:lnTo>
                  <a:lnTo>
                    <a:pt x="4781702" y="879285"/>
                  </a:lnTo>
                  <a:lnTo>
                    <a:pt x="4781860" y="879285"/>
                  </a:lnTo>
                  <a:lnTo>
                    <a:pt x="4782018" y="879285"/>
                  </a:lnTo>
                  <a:lnTo>
                    <a:pt x="4782175" y="879285"/>
                  </a:lnTo>
                  <a:lnTo>
                    <a:pt x="4782333" y="879285"/>
                  </a:lnTo>
                  <a:lnTo>
                    <a:pt x="4782491" y="879285"/>
                  </a:lnTo>
                  <a:lnTo>
                    <a:pt x="4782649" y="879285"/>
                  </a:lnTo>
                  <a:lnTo>
                    <a:pt x="4782806" y="879285"/>
                  </a:lnTo>
                  <a:lnTo>
                    <a:pt x="4782964" y="879285"/>
                  </a:lnTo>
                  <a:lnTo>
                    <a:pt x="4783122" y="879285"/>
                  </a:lnTo>
                  <a:lnTo>
                    <a:pt x="4783279" y="879285"/>
                  </a:lnTo>
                  <a:lnTo>
                    <a:pt x="4783437" y="879285"/>
                  </a:lnTo>
                  <a:lnTo>
                    <a:pt x="4783595" y="879285"/>
                  </a:lnTo>
                  <a:lnTo>
                    <a:pt x="4783753" y="879285"/>
                  </a:lnTo>
                  <a:lnTo>
                    <a:pt x="4783910" y="879285"/>
                  </a:lnTo>
                  <a:lnTo>
                    <a:pt x="4784068" y="879285"/>
                  </a:lnTo>
                  <a:lnTo>
                    <a:pt x="4784226" y="879285"/>
                  </a:lnTo>
                  <a:lnTo>
                    <a:pt x="4784383" y="879285"/>
                  </a:lnTo>
                  <a:lnTo>
                    <a:pt x="4784541" y="879285"/>
                  </a:lnTo>
                  <a:lnTo>
                    <a:pt x="4784541" y="878854"/>
                  </a:lnTo>
                  <a:lnTo>
                    <a:pt x="4784541" y="878424"/>
                  </a:lnTo>
                  <a:lnTo>
                    <a:pt x="4784541" y="877993"/>
                  </a:lnTo>
                  <a:lnTo>
                    <a:pt x="4784699" y="877993"/>
                  </a:lnTo>
                  <a:lnTo>
                    <a:pt x="4784699" y="877562"/>
                  </a:lnTo>
                  <a:lnTo>
                    <a:pt x="4784857" y="877562"/>
                  </a:lnTo>
                  <a:lnTo>
                    <a:pt x="4785014" y="877562"/>
                  </a:lnTo>
                  <a:lnTo>
                    <a:pt x="4785172" y="877562"/>
                  </a:lnTo>
                  <a:lnTo>
                    <a:pt x="4785330" y="877562"/>
                  </a:lnTo>
                  <a:lnTo>
                    <a:pt x="4785487" y="877562"/>
                  </a:lnTo>
                  <a:lnTo>
                    <a:pt x="4785645" y="877562"/>
                  </a:lnTo>
                  <a:lnTo>
                    <a:pt x="4785803" y="877562"/>
                  </a:lnTo>
                  <a:lnTo>
                    <a:pt x="4785803" y="877132"/>
                  </a:lnTo>
                  <a:lnTo>
                    <a:pt x="4785961" y="877132"/>
                  </a:lnTo>
                  <a:lnTo>
                    <a:pt x="4785961" y="876701"/>
                  </a:lnTo>
                  <a:lnTo>
                    <a:pt x="4786118" y="876701"/>
                  </a:lnTo>
                  <a:lnTo>
                    <a:pt x="4786276" y="876701"/>
                  </a:lnTo>
                  <a:lnTo>
                    <a:pt x="4786434" y="876701"/>
                  </a:lnTo>
                  <a:lnTo>
                    <a:pt x="4786592" y="876701"/>
                  </a:lnTo>
                  <a:lnTo>
                    <a:pt x="4786749" y="876701"/>
                  </a:lnTo>
                  <a:lnTo>
                    <a:pt x="4786907" y="876701"/>
                  </a:lnTo>
                  <a:lnTo>
                    <a:pt x="4786907" y="876271"/>
                  </a:lnTo>
                  <a:lnTo>
                    <a:pt x="4787065" y="876271"/>
                  </a:lnTo>
                  <a:lnTo>
                    <a:pt x="4787222" y="876271"/>
                  </a:lnTo>
                  <a:lnTo>
                    <a:pt x="4787380" y="876271"/>
                  </a:lnTo>
                  <a:lnTo>
                    <a:pt x="4787538" y="876271"/>
                  </a:lnTo>
                  <a:lnTo>
                    <a:pt x="4787696" y="876271"/>
                  </a:lnTo>
                  <a:lnTo>
                    <a:pt x="4787853" y="876271"/>
                  </a:lnTo>
                  <a:lnTo>
                    <a:pt x="4788011" y="876271"/>
                  </a:lnTo>
                  <a:lnTo>
                    <a:pt x="4788169" y="876271"/>
                  </a:lnTo>
                  <a:lnTo>
                    <a:pt x="4788326" y="876271"/>
                  </a:lnTo>
                  <a:lnTo>
                    <a:pt x="4788484" y="876271"/>
                  </a:lnTo>
                  <a:lnTo>
                    <a:pt x="4788484" y="875840"/>
                  </a:lnTo>
                  <a:lnTo>
                    <a:pt x="4788642" y="875840"/>
                  </a:lnTo>
                  <a:lnTo>
                    <a:pt x="4788800" y="875840"/>
                  </a:lnTo>
                  <a:lnTo>
                    <a:pt x="4788957" y="875840"/>
                  </a:lnTo>
                  <a:lnTo>
                    <a:pt x="4789115" y="875840"/>
                  </a:lnTo>
                  <a:lnTo>
                    <a:pt x="4789273" y="875840"/>
                  </a:lnTo>
                  <a:lnTo>
                    <a:pt x="4789430" y="875840"/>
                  </a:lnTo>
                  <a:lnTo>
                    <a:pt x="4789588" y="875840"/>
                  </a:lnTo>
                  <a:lnTo>
                    <a:pt x="4789746" y="875840"/>
                  </a:lnTo>
                  <a:lnTo>
                    <a:pt x="4789904" y="875840"/>
                  </a:lnTo>
                  <a:lnTo>
                    <a:pt x="4790061" y="875840"/>
                  </a:lnTo>
                  <a:lnTo>
                    <a:pt x="4790219" y="875840"/>
                  </a:lnTo>
                  <a:lnTo>
                    <a:pt x="4790377" y="875840"/>
                  </a:lnTo>
                  <a:lnTo>
                    <a:pt x="4790534" y="875840"/>
                  </a:lnTo>
                  <a:lnTo>
                    <a:pt x="4790692" y="875840"/>
                  </a:lnTo>
                  <a:lnTo>
                    <a:pt x="4790850" y="875840"/>
                  </a:lnTo>
                  <a:lnTo>
                    <a:pt x="4791008" y="875840"/>
                  </a:lnTo>
                  <a:lnTo>
                    <a:pt x="4791165" y="875840"/>
                  </a:lnTo>
                  <a:lnTo>
                    <a:pt x="4791323" y="875840"/>
                  </a:lnTo>
                  <a:lnTo>
                    <a:pt x="4791481" y="875840"/>
                  </a:lnTo>
                  <a:lnTo>
                    <a:pt x="4791639" y="875840"/>
                  </a:lnTo>
                  <a:lnTo>
                    <a:pt x="4791796" y="875840"/>
                  </a:lnTo>
                  <a:lnTo>
                    <a:pt x="4791954" y="875840"/>
                  </a:lnTo>
                  <a:lnTo>
                    <a:pt x="4792112" y="875840"/>
                  </a:lnTo>
                  <a:lnTo>
                    <a:pt x="4792269" y="875840"/>
                  </a:lnTo>
                  <a:lnTo>
                    <a:pt x="4792427" y="875840"/>
                  </a:lnTo>
                  <a:lnTo>
                    <a:pt x="4792585" y="875840"/>
                  </a:lnTo>
                  <a:lnTo>
                    <a:pt x="4792743" y="875840"/>
                  </a:lnTo>
                  <a:lnTo>
                    <a:pt x="4792900" y="875840"/>
                  </a:lnTo>
                  <a:lnTo>
                    <a:pt x="4793058" y="875840"/>
                  </a:lnTo>
                  <a:lnTo>
                    <a:pt x="4793058" y="875409"/>
                  </a:lnTo>
                  <a:lnTo>
                    <a:pt x="4793216" y="875409"/>
                  </a:lnTo>
                  <a:lnTo>
                    <a:pt x="4793373" y="875409"/>
                  </a:lnTo>
                  <a:lnTo>
                    <a:pt x="4793531" y="875409"/>
                  </a:lnTo>
                  <a:lnTo>
                    <a:pt x="4793689" y="875409"/>
                  </a:lnTo>
                  <a:lnTo>
                    <a:pt x="4793847" y="875409"/>
                  </a:lnTo>
                  <a:lnTo>
                    <a:pt x="4794004" y="875409"/>
                  </a:lnTo>
                  <a:lnTo>
                    <a:pt x="4794004" y="874979"/>
                  </a:lnTo>
                  <a:lnTo>
                    <a:pt x="4794162" y="874979"/>
                  </a:lnTo>
                  <a:lnTo>
                    <a:pt x="4794162" y="874548"/>
                  </a:lnTo>
                  <a:lnTo>
                    <a:pt x="4794162" y="874118"/>
                  </a:lnTo>
                  <a:lnTo>
                    <a:pt x="4794320" y="874118"/>
                  </a:lnTo>
                  <a:lnTo>
                    <a:pt x="4794477" y="874118"/>
                  </a:lnTo>
                  <a:lnTo>
                    <a:pt x="4794635" y="874118"/>
                  </a:lnTo>
                  <a:lnTo>
                    <a:pt x="4794793" y="874118"/>
                  </a:lnTo>
                  <a:lnTo>
                    <a:pt x="4794951" y="874118"/>
                  </a:lnTo>
                  <a:lnTo>
                    <a:pt x="4795108" y="874118"/>
                  </a:lnTo>
                  <a:lnTo>
                    <a:pt x="4795266" y="874118"/>
                  </a:lnTo>
                  <a:lnTo>
                    <a:pt x="4795424" y="874118"/>
                  </a:lnTo>
                  <a:lnTo>
                    <a:pt x="4795581" y="874118"/>
                  </a:lnTo>
                  <a:lnTo>
                    <a:pt x="4795581" y="873687"/>
                  </a:lnTo>
                  <a:lnTo>
                    <a:pt x="4795739" y="873687"/>
                  </a:lnTo>
                  <a:lnTo>
                    <a:pt x="4795897" y="873687"/>
                  </a:lnTo>
                  <a:lnTo>
                    <a:pt x="4795897" y="873256"/>
                  </a:lnTo>
                  <a:lnTo>
                    <a:pt x="4796055" y="873256"/>
                  </a:lnTo>
                  <a:lnTo>
                    <a:pt x="4796212" y="873256"/>
                  </a:lnTo>
                  <a:lnTo>
                    <a:pt x="4796370" y="873256"/>
                  </a:lnTo>
                  <a:lnTo>
                    <a:pt x="4796528" y="873256"/>
                  </a:lnTo>
                  <a:lnTo>
                    <a:pt x="4796685" y="873256"/>
                  </a:lnTo>
                  <a:lnTo>
                    <a:pt x="4796843" y="873256"/>
                  </a:lnTo>
                  <a:lnTo>
                    <a:pt x="4797001" y="873256"/>
                  </a:lnTo>
                  <a:lnTo>
                    <a:pt x="4797001" y="872826"/>
                  </a:lnTo>
                  <a:lnTo>
                    <a:pt x="4797159" y="872826"/>
                  </a:lnTo>
                  <a:lnTo>
                    <a:pt x="4797316" y="872826"/>
                  </a:lnTo>
                  <a:lnTo>
                    <a:pt x="4797474" y="872826"/>
                  </a:lnTo>
                  <a:lnTo>
                    <a:pt x="4797632" y="872826"/>
                  </a:lnTo>
                  <a:lnTo>
                    <a:pt x="4797790" y="872826"/>
                  </a:lnTo>
                  <a:lnTo>
                    <a:pt x="4797947" y="872826"/>
                  </a:lnTo>
                  <a:lnTo>
                    <a:pt x="4798105" y="872826"/>
                  </a:lnTo>
                  <a:lnTo>
                    <a:pt x="4798263" y="872826"/>
                  </a:lnTo>
                  <a:lnTo>
                    <a:pt x="4798263" y="872395"/>
                  </a:lnTo>
                  <a:lnTo>
                    <a:pt x="4798263" y="871965"/>
                  </a:lnTo>
                  <a:lnTo>
                    <a:pt x="4798420" y="871965"/>
                  </a:lnTo>
                  <a:lnTo>
                    <a:pt x="4798578" y="871965"/>
                  </a:lnTo>
                  <a:lnTo>
                    <a:pt x="4798578" y="871534"/>
                  </a:lnTo>
                  <a:lnTo>
                    <a:pt x="4798736" y="871534"/>
                  </a:lnTo>
                  <a:lnTo>
                    <a:pt x="4798894" y="871534"/>
                  </a:lnTo>
                  <a:lnTo>
                    <a:pt x="4799051" y="871534"/>
                  </a:lnTo>
                  <a:lnTo>
                    <a:pt x="4799209" y="871534"/>
                  </a:lnTo>
                  <a:lnTo>
                    <a:pt x="4799367" y="871534"/>
                  </a:lnTo>
                  <a:lnTo>
                    <a:pt x="4799524" y="871534"/>
                  </a:lnTo>
                  <a:lnTo>
                    <a:pt x="4799682" y="871534"/>
                  </a:lnTo>
                  <a:lnTo>
                    <a:pt x="4799682" y="871103"/>
                  </a:lnTo>
                  <a:lnTo>
                    <a:pt x="4799840" y="871103"/>
                  </a:lnTo>
                  <a:lnTo>
                    <a:pt x="4799840" y="870673"/>
                  </a:lnTo>
                  <a:lnTo>
                    <a:pt x="4799998" y="870673"/>
                  </a:lnTo>
                  <a:lnTo>
                    <a:pt x="4800155" y="870673"/>
                  </a:lnTo>
                  <a:lnTo>
                    <a:pt x="4800155" y="870242"/>
                  </a:lnTo>
                  <a:lnTo>
                    <a:pt x="4800155" y="869812"/>
                  </a:lnTo>
                  <a:lnTo>
                    <a:pt x="4800313" y="869812"/>
                  </a:lnTo>
                  <a:lnTo>
                    <a:pt x="4800471" y="869812"/>
                  </a:lnTo>
                  <a:lnTo>
                    <a:pt x="4800471" y="869381"/>
                  </a:lnTo>
                  <a:lnTo>
                    <a:pt x="4800628" y="869381"/>
                  </a:lnTo>
                  <a:lnTo>
                    <a:pt x="4800786" y="869381"/>
                  </a:lnTo>
                  <a:lnTo>
                    <a:pt x="4800944" y="869381"/>
                  </a:lnTo>
                  <a:lnTo>
                    <a:pt x="4801102" y="869381"/>
                  </a:lnTo>
                  <a:lnTo>
                    <a:pt x="4801102" y="868950"/>
                  </a:lnTo>
                  <a:lnTo>
                    <a:pt x="4801259" y="868950"/>
                  </a:lnTo>
                  <a:lnTo>
                    <a:pt x="4801417" y="868950"/>
                  </a:lnTo>
                  <a:lnTo>
                    <a:pt x="4801575" y="868950"/>
                  </a:lnTo>
                  <a:lnTo>
                    <a:pt x="4801732" y="868950"/>
                  </a:lnTo>
                  <a:lnTo>
                    <a:pt x="4801890" y="868950"/>
                  </a:lnTo>
                  <a:lnTo>
                    <a:pt x="4802048" y="868950"/>
                  </a:lnTo>
                  <a:lnTo>
                    <a:pt x="4802206" y="868950"/>
                  </a:lnTo>
                  <a:lnTo>
                    <a:pt x="4802363" y="868950"/>
                  </a:lnTo>
                  <a:lnTo>
                    <a:pt x="4802363" y="868520"/>
                  </a:lnTo>
                  <a:lnTo>
                    <a:pt x="4802521" y="868520"/>
                  </a:lnTo>
                  <a:lnTo>
                    <a:pt x="4802679" y="868520"/>
                  </a:lnTo>
                  <a:lnTo>
                    <a:pt x="4802837" y="868520"/>
                  </a:lnTo>
                  <a:lnTo>
                    <a:pt x="4802994" y="868520"/>
                  </a:lnTo>
                  <a:lnTo>
                    <a:pt x="4802994" y="868089"/>
                  </a:lnTo>
                  <a:lnTo>
                    <a:pt x="4802994" y="867659"/>
                  </a:lnTo>
                  <a:lnTo>
                    <a:pt x="4802994" y="867228"/>
                  </a:lnTo>
                  <a:lnTo>
                    <a:pt x="4802994" y="866797"/>
                  </a:lnTo>
                  <a:lnTo>
                    <a:pt x="4802994" y="866367"/>
                  </a:lnTo>
                  <a:lnTo>
                    <a:pt x="4803152" y="866367"/>
                  </a:lnTo>
                  <a:lnTo>
                    <a:pt x="4803310" y="866367"/>
                  </a:lnTo>
                  <a:lnTo>
                    <a:pt x="4803467" y="866367"/>
                  </a:lnTo>
                  <a:lnTo>
                    <a:pt x="4803625" y="866367"/>
                  </a:lnTo>
                  <a:lnTo>
                    <a:pt x="4803625" y="865936"/>
                  </a:lnTo>
                  <a:lnTo>
                    <a:pt x="4803783" y="865936"/>
                  </a:lnTo>
                  <a:lnTo>
                    <a:pt x="4803941" y="865936"/>
                  </a:lnTo>
                  <a:lnTo>
                    <a:pt x="4804098" y="865936"/>
                  </a:lnTo>
                  <a:lnTo>
                    <a:pt x="4804256" y="865936"/>
                  </a:lnTo>
                  <a:lnTo>
                    <a:pt x="4804414" y="865936"/>
                  </a:lnTo>
                  <a:lnTo>
                    <a:pt x="4804571" y="865936"/>
                  </a:lnTo>
                  <a:lnTo>
                    <a:pt x="4804729" y="865936"/>
                  </a:lnTo>
                  <a:lnTo>
                    <a:pt x="4804887" y="865936"/>
                  </a:lnTo>
                  <a:lnTo>
                    <a:pt x="4804887" y="865506"/>
                  </a:lnTo>
                  <a:lnTo>
                    <a:pt x="4805045" y="865506"/>
                  </a:lnTo>
                  <a:lnTo>
                    <a:pt x="4805045" y="865075"/>
                  </a:lnTo>
                  <a:lnTo>
                    <a:pt x="4805202" y="865075"/>
                  </a:lnTo>
                  <a:lnTo>
                    <a:pt x="4805360" y="865075"/>
                  </a:lnTo>
                  <a:lnTo>
                    <a:pt x="4805518" y="865075"/>
                  </a:lnTo>
                  <a:lnTo>
                    <a:pt x="4805675" y="865075"/>
                  </a:lnTo>
                  <a:lnTo>
                    <a:pt x="4805833" y="865075"/>
                  </a:lnTo>
                  <a:lnTo>
                    <a:pt x="4805991" y="865075"/>
                  </a:lnTo>
                  <a:lnTo>
                    <a:pt x="4806149" y="865075"/>
                  </a:lnTo>
                  <a:lnTo>
                    <a:pt x="4806306" y="865075"/>
                  </a:lnTo>
                  <a:lnTo>
                    <a:pt x="4806464" y="865075"/>
                  </a:lnTo>
                  <a:lnTo>
                    <a:pt x="4806622" y="865075"/>
                  </a:lnTo>
                  <a:lnTo>
                    <a:pt x="4806779" y="865075"/>
                  </a:lnTo>
                  <a:lnTo>
                    <a:pt x="4806937" y="865075"/>
                  </a:lnTo>
                  <a:lnTo>
                    <a:pt x="4807095" y="865075"/>
                  </a:lnTo>
                  <a:lnTo>
                    <a:pt x="4807253" y="865075"/>
                  </a:lnTo>
                  <a:lnTo>
                    <a:pt x="4807253" y="864644"/>
                  </a:lnTo>
                  <a:lnTo>
                    <a:pt x="4807410" y="864644"/>
                  </a:lnTo>
                  <a:lnTo>
                    <a:pt x="4807568" y="864644"/>
                  </a:lnTo>
                  <a:lnTo>
                    <a:pt x="4807726" y="864644"/>
                  </a:lnTo>
                  <a:lnTo>
                    <a:pt x="4807726" y="864214"/>
                  </a:lnTo>
                  <a:lnTo>
                    <a:pt x="4807883" y="864214"/>
                  </a:lnTo>
                  <a:lnTo>
                    <a:pt x="4807883" y="863783"/>
                  </a:lnTo>
                  <a:lnTo>
                    <a:pt x="4808041" y="863783"/>
                  </a:lnTo>
                  <a:lnTo>
                    <a:pt x="4808199" y="863783"/>
                  </a:lnTo>
                  <a:lnTo>
                    <a:pt x="4808357" y="863783"/>
                  </a:lnTo>
                  <a:lnTo>
                    <a:pt x="4808514" y="863783"/>
                  </a:lnTo>
                  <a:lnTo>
                    <a:pt x="4808672" y="863783"/>
                  </a:lnTo>
                  <a:lnTo>
                    <a:pt x="4808830" y="863783"/>
                  </a:lnTo>
                  <a:lnTo>
                    <a:pt x="4808988" y="863783"/>
                  </a:lnTo>
                  <a:lnTo>
                    <a:pt x="4808988" y="863353"/>
                  </a:lnTo>
                  <a:lnTo>
                    <a:pt x="4809145" y="863353"/>
                  </a:lnTo>
                  <a:lnTo>
                    <a:pt x="4809145" y="862922"/>
                  </a:lnTo>
                  <a:lnTo>
                    <a:pt x="4809303" y="862922"/>
                  </a:lnTo>
                  <a:lnTo>
                    <a:pt x="4809303" y="862491"/>
                  </a:lnTo>
                  <a:lnTo>
                    <a:pt x="4809461" y="862491"/>
                  </a:lnTo>
                  <a:lnTo>
                    <a:pt x="4809618" y="862491"/>
                  </a:lnTo>
                  <a:lnTo>
                    <a:pt x="4809776" y="862491"/>
                  </a:lnTo>
                  <a:lnTo>
                    <a:pt x="4809934" y="862491"/>
                  </a:lnTo>
                  <a:lnTo>
                    <a:pt x="4810092" y="862491"/>
                  </a:lnTo>
                  <a:lnTo>
                    <a:pt x="4810249" y="862491"/>
                  </a:lnTo>
                  <a:lnTo>
                    <a:pt x="4810407" y="862491"/>
                  </a:lnTo>
                  <a:lnTo>
                    <a:pt x="4810407" y="862061"/>
                  </a:lnTo>
                  <a:lnTo>
                    <a:pt x="4810565" y="862061"/>
                  </a:lnTo>
                  <a:lnTo>
                    <a:pt x="4810722" y="862061"/>
                  </a:lnTo>
                  <a:lnTo>
                    <a:pt x="4810880" y="862061"/>
                  </a:lnTo>
                  <a:lnTo>
                    <a:pt x="4811038" y="862061"/>
                  </a:lnTo>
                  <a:lnTo>
                    <a:pt x="4811196" y="862061"/>
                  </a:lnTo>
                  <a:lnTo>
                    <a:pt x="4811353" y="862061"/>
                  </a:lnTo>
                  <a:lnTo>
                    <a:pt x="4811511" y="862061"/>
                  </a:lnTo>
                  <a:lnTo>
                    <a:pt x="4811669" y="862061"/>
                  </a:lnTo>
                  <a:lnTo>
                    <a:pt x="4811826" y="862061"/>
                  </a:lnTo>
                  <a:lnTo>
                    <a:pt x="4811984" y="862061"/>
                  </a:lnTo>
                  <a:lnTo>
                    <a:pt x="4812142" y="862061"/>
                  </a:lnTo>
                  <a:lnTo>
                    <a:pt x="4812300" y="862061"/>
                  </a:lnTo>
                  <a:lnTo>
                    <a:pt x="4812457" y="862061"/>
                  </a:lnTo>
                  <a:lnTo>
                    <a:pt x="4812615" y="862061"/>
                  </a:lnTo>
                  <a:lnTo>
                    <a:pt x="4812615" y="861630"/>
                  </a:lnTo>
                  <a:lnTo>
                    <a:pt x="4812773" y="861630"/>
                  </a:lnTo>
                  <a:lnTo>
                    <a:pt x="4812930" y="861630"/>
                  </a:lnTo>
                  <a:lnTo>
                    <a:pt x="4813088" y="861630"/>
                  </a:lnTo>
                  <a:lnTo>
                    <a:pt x="4813246" y="861630"/>
                  </a:lnTo>
                  <a:lnTo>
                    <a:pt x="4813404" y="861630"/>
                  </a:lnTo>
                  <a:lnTo>
                    <a:pt x="4813561" y="861630"/>
                  </a:lnTo>
                  <a:lnTo>
                    <a:pt x="4813719" y="861630"/>
                  </a:lnTo>
                  <a:lnTo>
                    <a:pt x="4813719" y="861200"/>
                  </a:lnTo>
                  <a:lnTo>
                    <a:pt x="4813877" y="861200"/>
                  </a:lnTo>
                  <a:lnTo>
                    <a:pt x="4814035" y="861200"/>
                  </a:lnTo>
                  <a:lnTo>
                    <a:pt x="4814192" y="861200"/>
                  </a:lnTo>
                  <a:lnTo>
                    <a:pt x="4814350" y="861200"/>
                  </a:lnTo>
                  <a:lnTo>
                    <a:pt x="4814508" y="861200"/>
                  </a:lnTo>
                  <a:lnTo>
                    <a:pt x="4814665" y="861200"/>
                  </a:lnTo>
                  <a:lnTo>
                    <a:pt x="4814823" y="861200"/>
                  </a:lnTo>
                  <a:lnTo>
                    <a:pt x="4814981" y="861200"/>
                  </a:lnTo>
                  <a:lnTo>
                    <a:pt x="4815139" y="861200"/>
                  </a:lnTo>
                  <a:lnTo>
                    <a:pt x="4815139" y="860769"/>
                  </a:lnTo>
                  <a:lnTo>
                    <a:pt x="4815296" y="860769"/>
                  </a:lnTo>
                  <a:lnTo>
                    <a:pt x="4815454" y="860769"/>
                  </a:lnTo>
                  <a:lnTo>
                    <a:pt x="4815612" y="860769"/>
                  </a:lnTo>
                  <a:lnTo>
                    <a:pt x="4815612" y="860338"/>
                  </a:lnTo>
                  <a:lnTo>
                    <a:pt x="4815769" y="860338"/>
                  </a:lnTo>
                  <a:lnTo>
                    <a:pt x="4815927" y="860338"/>
                  </a:lnTo>
                  <a:lnTo>
                    <a:pt x="4815927" y="859908"/>
                  </a:lnTo>
                  <a:lnTo>
                    <a:pt x="4816085" y="859908"/>
                  </a:lnTo>
                  <a:lnTo>
                    <a:pt x="4816085" y="859477"/>
                  </a:lnTo>
                  <a:lnTo>
                    <a:pt x="4816243" y="859477"/>
                  </a:lnTo>
                  <a:lnTo>
                    <a:pt x="4816243" y="859047"/>
                  </a:lnTo>
                  <a:lnTo>
                    <a:pt x="4816400" y="859047"/>
                  </a:lnTo>
                  <a:lnTo>
                    <a:pt x="4816558" y="859047"/>
                  </a:lnTo>
                  <a:lnTo>
                    <a:pt x="4816716" y="859047"/>
                  </a:lnTo>
                  <a:lnTo>
                    <a:pt x="4816716" y="858616"/>
                  </a:lnTo>
                  <a:lnTo>
                    <a:pt x="4816873" y="858616"/>
                  </a:lnTo>
                  <a:lnTo>
                    <a:pt x="4817031" y="858616"/>
                  </a:lnTo>
                  <a:lnTo>
                    <a:pt x="4817189" y="858616"/>
                  </a:lnTo>
                  <a:lnTo>
                    <a:pt x="4817347" y="858616"/>
                  </a:lnTo>
                  <a:lnTo>
                    <a:pt x="4817347" y="858185"/>
                  </a:lnTo>
                  <a:lnTo>
                    <a:pt x="4817504" y="858185"/>
                  </a:lnTo>
                  <a:lnTo>
                    <a:pt x="4817662" y="858185"/>
                  </a:lnTo>
                  <a:lnTo>
                    <a:pt x="4817662" y="857755"/>
                  </a:lnTo>
                  <a:lnTo>
                    <a:pt x="4817820" y="857755"/>
                  </a:lnTo>
                  <a:lnTo>
                    <a:pt x="4817820" y="857324"/>
                  </a:lnTo>
                  <a:lnTo>
                    <a:pt x="4817977" y="857324"/>
                  </a:lnTo>
                  <a:lnTo>
                    <a:pt x="4818135" y="857324"/>
                  </a:lnTo>
                  <a:lnTo>
                    <a:pt x="4818293" y="857324"/>
                  </a:lnTo>
                  <a:lnTo>
                    <a:pt x="4818451" y="857324"/>
                  </a:lnTo>
                  <a:lnTo>
                    <a:pt x="4818608" y="857324"/>
                  </a:lnTo>
                  <a:lnTo>
                    <a:pt x="4818766" y="857324"/>
                  </a:lnTo>
                  <a:lnTo>
                    <a:pt x="4818924" y="857324"/>
                  </a:lnTo>
                  <a:lnTo>
                    <a:pt x="4819081" y="857324"/>
                  </a:lnTo>
                  <a:lnTo>
                    <a:pt x="4819239" y="857324"/>
                  </a:lnTo>
                  <a:lnTo>
                    <a:pt x="4819397" y="857324"/>
                  </a:lnTo>
                  <a:lnTo>
                    <a:pt x="4819555" y="857324"/>
                  </a:lnTo>
                  <a:lnTo>
                    <a:pt x="4819712" y="857324"/>
                  </a:lnTo>
                  <a:lnTo>
                    <a:pt x="4819870" y="857324"/>
                  </a:lnTo>
                  <a:lnTo>
                    <a:pt x="4820028" y="857324"/>
                  </a:lnTo>
                  <a:lnTo>
                    <a:pt x="4820186" y="857324"/>
                  </a:lnTo>
                  <a:lnTo>
                    <a:pt x="4820343" y="857324"/>
                  </a:lnTo>
                  <a:lnTo>
                    <a:pt x="4820501" y="857324"/>
                  </a:lnTo>
                  <a:lnTo>
                    <a:pt x="4820659" y="857324"/>
                  </a:lnTo>
                  <a:lnTo>
                    <a:pt x="4820816" y="857324"/>
                  </a:lnTo>
                  <a:lnTo>
                    <a:pt x="4820974" y="857324"/>
                  </a:lnTo>
                  <a:lnTo>
                    <a:pt x="4821132" y="857324"/>
                  </a:lnTo>
                  <a:lnTo>
                    <a:pt x="4821290" y="857324"/>
                  </a:lnTo>
                  <a:lnTo>
                    <a:pt x="4821447" y="857324"/>
                  </a:lnTo>
                  <a:lnTo>
                    <a:pt x="4821605" y="857324"/>
                  </a:lnTo>
                  <a:lnTo>
                    <a:pt x="4821763" y="857324"/>
                  </a:lnTo>
                  <a:lnTo>
                    <a:pt x="4821920" y="857324"/>
                  </a:lnTo>
                  <a:lnTo>
                    <a:pt x="4822078" y="857324"/>
                  </a:lnTo>
                  <a:lnTo>
                    <a:pt x="4822078" y="856894"/>
                  </a:lnTo>
                  <a:lnTo>
                    <a:pt x="4822236" y="856894"/>
                  </a:lnTo>
                  <a:lnTo>
                    <a:pt x="4822394" y="856894"/>
                  </a:lnTo>
                  <a:lnTo>
                    <a:pt x="4822551" y="856894"/>
                  </a:lnTo>
                  <a:lnTo>
                    <a:pt x="4822551" y="856463"/>
                  </a:lnTo>
                  <a:lnTo>
                    <a:pt x="4822709" y="856463"/>
                  </a:lnTo>
                  <a:lnTo>
                    <a:pt x="4822867" y="856463"/>
                  </a:lnTo>
                  <a:lnTo>
                    <a:pt x="4823024" y="856463"/>
                  </a:lnTo>
                  <a:lnTo>
                    <a:pt x="4823182" y="856463"/>
                  </a:lnTo>
                  <a:lnTo>
                    <a:pt x="4823340" y="856463"/>
                  </a:lnTo>
                  <a:lnTo>
                    <a:pt x="4823498" y="856463"/>
                  </a:lnTo>
                  <a:lnTo>
                    <a:pt x="4823498" y="856032"/>
                  </a:lnTo>
                  <a:lnTo>
                    <a:pt x="4823655" y="856032"/>
                  </a:lnTo>
                  <a:lnTo>
                    <a:pt x="4823813" y="856032"/>
                  </a:lnTo>
                  <a:lnTo>
                    <a:pt x="4823971" y="856032"/>
                  </a:lnTo>
                  <a:lnTo>
                    <a:pt x="4824128" y="856032"/>
                  </a:lnTo>
                  <a:lnTo>
                    <a:pt x="4824128" y="855602"/>
                  </a:lnTo>
                  <a:lnTo>
                    <a:pt x="4824286" y="855602"/>
                  </a:lnTo>
                  <a:lnTo>
                    <a:pt x="4824444" y="855602"/>
                  </a:lnTo>
                  <a:lnTo>
                    <a:pt x="4824602" y="855602"/>
                  </a:lnTo>
                  <a:lnTo>
                    <a:pt x="4824759" y="855602"/>
                  </a:lnTo>
                  <a:lnTo>
                    <a:pt x="4824917" y="855602"/>
                  </a:lnTo>
                  <a:lnTo>
                    <a:pt x="4825075" y="855602"/>
                  </a:lnTo>
                  <a:lnTo>
                    <a:pt x="4825233" y="855602"/>
                  </a:lnTo>
                  <a:lnTo>
                    <a:pt x="4825390" y="855602"/>
                  </a:lnTo>
                  <a:lnTo>
                    <a:pt x="4825548" y="855602"/>
                  </a:lnTo>
                  <a:lnTo>
                    <a:pt x="4825706" y="855602"/>
                  </a:lnTo>
                  <a:lnTo>
                    <a:pt x="4825863" y="855602"/>
                  </a:lnTo>
                  <a:lnTo>
                    <a:pt x="4826021" y="855602"/>
                  </a:lnTo>
                  <a:lnTo>
                    <a:pt x="4826021" y="855171"/>
                  </a:lnTo>
                  <a:lnTo>
                    <a:pt x="4826179" y="855171"/>
                  </a:lnTo>
                  <a:lnTo>
                    <a:pt x="4826337" y="855171"/>
                  </a:lnTo>
                  <a:lnTo>
                    <a:pt x="4826494" y="855171"/>
                  </a:lnTo>
                  <a:lnTo>
                    <a:pt x="4826652" y="855171"/>
                  </a:lnTo>
                  <a:lnTo>
                    <a:pt x="4826810" y="855171"/>
                  </a:lnTo>
                  <a:lnTo>
                    <a:pt x="4826967" y="855171"/>
                  </a:lnTo>
                  <a:lnTo>
                    <a:pt x="4827125" y="855171"/>
                  </a:lnTo>
                  <a:lnTo>
                    <a:pt x="4827283" y="855171"/>
                  </a:lnTo>
                  <a:lnTo>
                    <a:pt x="4827441" y="855171"/>
                  </a:lnTo>
                  <a:lnTo>
                    <a:pt x="4827598" y="855171"/>
                  </a:lnTo>
                  <a:lnTo>
                    <a:pt x="4827756" y="855171"/>
                  </a:lnTo>
                  <a:lnTo>
                    <a:pt x="4827914" y="855171"/>
                  </a:lnTo>
                  <a:lnTo>
                    <a:pt x="4828071" y="855171"/>
                  </a:lnTo>
                  <a:lnTo>
                    <a:pt x="4828229" y="855171"/>
                  </a:lnTo>
                  <a:lnTo>
                    <a:pt x="4828387" y="855171"/>
                  </a:lnTo>
                  <a:lnTo>
                    <a:pt x="4828387" y="854741"/>
                  </a:lnTo>
                  <a:lnTo>
                    <a:pt x="4828545" y="854741"/>
                  </a:lnTo>
                  <a:lnTo>
                    <a:pt x="4828702" y="854741"/>
                  </a:lnTo>
                  <a:lnTo>
                    <a:pt x="4828860" y="854741"/>
                  </a:lnTo>
                  <a:lnTo>
                    <a:pt x="4829018" y="854741"/>
                  </a:lnTo>
                  <a:lnTo>
                    <a:pt x="4829175" y="854741"/>
                  </a:lnTo>
                  <a:lnTo>
                    <a:pt x="4829175" y="854310"/>
                  </a:lnTo>
                  <a:lnTo>
                    <a:pt x="4829333" y="854310"/>
                  </a:lnTo>
                  <a:lnTo>
                    <a:pt x="4829491" y="854310"/>
                  </a:lnTo>
                  <a:lnTo>
                    <a:pt x="4829649" y="854310"/>
                  </a:lnTo>
                  <a:lnTo>
                    <a:pt x="4829649" y="853879"/>
                  </a:lnTo>
                  <a:lnTo>
                    <a:pt x="4829806" y="853879"/>
                  </a:lnTo>
                  <a:lnTo>
                    <a:pt x="4829964" y="853879"/>
                  </a:lnTo>
                  <a:lnTo>
                    <a:pt x="4829964" y="853449"/>
                  </a:lnTo>
                  <a:lnTo>
                    <a:pt x="4830122" y="853449"/>
                  </a:lnTo>
                  <a:lnTo>
                    <a:pt x="4830122" y="853018"/>
                  </a:lnTo>
                  <a:lnTo>
                    <a:pt x="4830279" y="853018"/>
                  </a:lnTo>
                  <a:lnTo>
                    <a:pt x="4830437" y="853018"/>
                  </a:lnTo>
                  <a:lnTo>
                    <a:pt x="4830595" y="853018"/>
                  </a:lnTo>
                  <a:lnTo>
                    <a:pt x="4830753" y="853018"/>
                  </a:lnTo>
                  <a:lnTo>
                    <a:pt x="4830910" y="853018"/>
                  </a:lnTo>
                  <a:lnTo>
                    <a:pt x="4831068" y="853018"/>
                  </a:lnTo>
                  <a:lnTo>
                    <a:pt x="4831226" y="853018"/>
                  </a:lnTo>
                  <a:lnTo>
                    <a:pt x="4831384" y="853018"/>
                  </a:lnTo>
                  <a:lnTo>
                    <a:pt x="4831384" y="852588"/>
                  </a:lnTo>
                  <a:lnTo>
                    <a:pt x="4831541" y="852588"/>
                  </a:lnTo>
                  <a:lnTo>
                    <a:pt x="4831699" y="852588"/>
                  </a:lnTo>
                  <a:lnTo>
                    <a:pt x="4831857" y="852588"/>
                  </a:lnTo>
                  <a:lnTo>
                    <a:pt x="4832014" y="852588"/>
                  </a:lnTo>
                  <a:lnTo>
                    <a:pt x="4832172" y="852588"/>
                  </a:lnTo>
                  <a:lnTo>
                    <a:pt x="4832330" y="852588"/>
                  </a:lnTo>
                  <a:lnTo>
                    <a:pt x="4832488" y="852588"/>
                  </a:lnTo>
                  <a:lnTo>
                    <a:pt x="4832645" y="852588"/>
                  </a:lnTo>
                  <a:lnTo>
                    <a:pt x="4832803" y="852588"/>
                  </a:lnTo>
                  <a:lnTo>
                    <a:pt x="4832961" y="852588"/>
                  </a:lnTo>
                  <a:lnTo>
                    <a:pt x="4833118" y="852588"/>
                  </a:lnTo>
                  <a:lnTo>
                    <a:pt x="4833276" y="852588"/>
                  </a:lnTo>
                  <a:lnTo>
                    <a:pt x="4833434" y="852588"/>
                  </a:lnTo>
                  <a:lnTo>
                    <a:pt x="4833592" y="852588"/>
                  </a:lnTo>
                  <a:lnTo>
                    <a:pt x="4833749" y="852588"/>
                  </a:lnTo>
                  <a:lnTo>
                    <a:pt x="4833907" y="852588"/>
                  </a:lnTo>
                  <a:lnTo>
                    <a:pt x="4834065" y="852588"/>
                  </a:lnTo>
                  <a:lnTo>
                    <a:pt x="4834222" y="852588"/>
                  </a:lnTo>
                  <a:lnTo>
                    <a:pt x="4834222" y="852157"/>
                  </a:lnTo>
                  <a:lnTo>
                    <a:pt x="4834380" y="852157"/>
                  </a:lnTo>
                  <a:lnTo>
                    <a:pt x="4834538" y="852157"/>
                  </a:lnTo>
                  <a:lnTo>
                    <a:pt x="4834696" y="852157"/>
                  </a:lnTo>
                  <a:lnTo>
                    <a:pt x="4834853" y="852157"/>
                  </a:lnTo>
                  <a:lnTo>
                    <a:pt x="4835011" y="852157"/>
                  </a:lnTo>
                  <a:lnTo>
                    <a:pt x="4835169" y="852157"/>
                  </a:lnTo>
                  <a:lnTo>
                    <a:pt x="4835326" y="852157"/>
                  </a:lnTo>
                  <a:lnTo>
                    <a:pt x="4835484" y="852157"/>
                  </a:lnTo>
                  <a:lnTo>
                    <a:pt x="4835642" y="852157"/>
                  </a:lnTo>
                  <a:lnTo>
                    <a:pt x="4835800" y="852157"/>
                  </a:lnTo>
                  <a:lnTo>
                    <a:pt x="4835957" y="852157"/>
                  </a:lnTo>
                  <a:lnTo>
                    <a:pt x="4836115" y="852157"/>
                  </a:lnTo>
                  <a:lnTo>
                    <a:pt x="4836273" y="852157"/>
                  </a:lnTo>
                  <a:lnTo>
                    <a:pt x="4836431" y="852157"/>
                  </a:lnTo>
                  <a:lnTo>
                    <a:pt x="4836588" y="852157"/>
                  </a:lnTo>
                  <a:lnTo>
                    <a:pt x="4836746" y="852157"/>
                  </a:lnTo>
                  <a:lnTo>
                    <a:pt x="4836904" y="852157"/>
                  </a:lnTo>
                  <a:lnTo>
                    <a:pt x="4837061" y="852157"/>
                  </a:lnTo>
                  <a:lnTo>
                    <a:pt x="4837061" y="851726"/>
                  </a:lnTo>
                  <a:lnTo>
                    <a:pt x="4837219" y="851726"/>
                  </a:lnTo>
                  <a:lnTo>
                    <a:pt x="4837377" y="851726"/>
                  </a:lnTo>
                  <a:lnTo>
                    <a:pt x="4837535" y="851726"/>
                  </a:lnTo>
                  <a:lnTo>
                    <a:pt x="4837692" y="851726"/>
                  </a:lnTo>
                  <a:lnTo>
                    <a:pt x="4837850" y="851726"/>
                  </a:lnTo>
                  <a:lnTo>
                    <a:pt x="4838008" y="851726"/>
                  </a:lnTo>
                  <a:lnTo>
                    <a:pt x="4838165" y="851726"/>
                  </a:lnTo>
                  <a:lnTo>
                    <a:pt x="4838323" y="851726"/>
                  </a:lnTo>
                  <a:lnTo>
                    <a:pt x="4838481" y="851726"/>
                  </a:lnTo>
                  <a:lnTo>
                    <a:pt x="4838481" y="851296"/>
                  </a:lnTo>
                  <a:lnTo>
                    <a:pt x="4838639" y="851296"/>
                  </a:lnTo>
                  <a:lnTo>
                    <a:pt x="4838796" y="851296"/>
                  </a:lnTo>
                  <a:lnTo>
                    <a:pt x="4838954" y="851296"/>
                  </a:lnTo>
                  <a:lnTo>
                    <a:pt x="4839112" y="851296"/>
                  </a:lnTo>
                  <a:lnTo>
                    <a:pt x="4839269" y="851296"/>
                  </a:lnTo>
                  <a:lnTo>
                    <a:pt x="4839427" y="851296"/>
                  </a:lnTo>
                  <a:lnTo>
                    <a:pt x="4839585" y="851296"/>
                  </a:lnTo>
                  <a:lnTo>
                    <a:pt x="4839585" y="850865"/>
                  </a:lnTo>
                  <a:lnTo>
                    <a:pt x="4839743" y="850865"/>
                  </a:lnTo>
                  <a:lnTo>
                    <a:pt x="4839900" y="850865"/>
                  </a:lnTo>
                  <a:lnTo>
                    <a:pt x="4840058" y="850865"/>
                  </a:lnTo>
                  <a:lnTo>
                    <a:pt x="4840058" y="850435"/>
                  </a:lnTo>
                  <a:lnTo>
                    <a:pt x="4840058" y="850004"/>
                  </a:lnTo>
                  <a:lnTo>
                    <a:pt x="4840216" y="850004"/>
                  </a:lnTo>
                  <a:lnTo>
                    <a:pt x="4840373" y="850004"/>
                  </a:lnTo>
                  <a:lnTo>
                    <a:pt x="4840531" y="850004"/>
                  </a:lnTo>
                  <a:lnTo>
                    <a:pt x="4840689" y="850004"/>
                  </a:lnTo>
                  <a:lnTo>
                    <a:pt x="4840847" y="850004"/>
                  </a:lnTo>
                  <a:lnTo>
                    <a:pt x="4840847" y="849573"/>
                  </a:lnTo>
                  <a:lnTo>
                    <a:pt x="4841004" y="849573"/>
                  </a:lnTo>
                  <a:lnTo>
                    <a:pt x="4841162" y="849573"/>
                  </a:lnTo>
                  <a:lnTo>
                    <a:pt x="4841320" y="849573"/>
                  </a:lnTo>
                  <a:lnTo>
                    <a:pt x="4841477" y="849573"/>
                  </a:lnTo>
                  <a:lnTo>
                    <a:pt x="4841635" y="849573"/>
                  </a:lnTo>
                  <a:lnTo>
                    <a:pt x="4841793" y="849573"/>
                  </a:lnTo>
                  <a:lnTo>
                    <a:pt x="4841951" y="849573"/>
                  </a:lnTo>
                  <a:lnTo>
                    <a:pt x="4842108" y="849573"/>
                  </a:lnTo>
                  <a:lnTo>
                    <a:pt x="4842266" y="849573"/>
                  </a:lnTo>
                  <a:lnTo>
                    <a:pt x="4842424" y="849573"/>
                  </a:lnTo>
                  <a:lnTo>
                    <a:pt x="4842582" y="849573"/>
                  </a:lnTo>
                  <a:lnTo>
                    <a:pt x="4842739" y="849573"/>
                  </a:lnTo>
                  <a:lnTo>
                    <a:pt x="4842897" y="849573"/>
                  </a:lnTo>
                  <a:lnTo>
                    <a:pt x="4843055" y="849573"/>
                  </a:lnTo>
                  <a:lnTo>
                    <a:pt x="4843212" y="849573"/>
                  </a:lnTo>
                  <a:lnTo>
                    <a:pt x="4843370" y="849573"/>
                  </a:lnTo>
                  <a:lnTo>
                    <a:pt x="4843528" y="849573"/>
                  </a:lnTo>
                  <a:lnTo>
                    <a:pt x="4843686" y="849573"/>
                  </a:lnTo>
                  <a:lnTo>
                    <a:pt x="4843686" y="849143"/>
                  </a:lnTo>
                  <a:lnTo>
                    <a:pt x="4843843" y="849143"/>
                  </a:lnTo>
                  <a:lnTo>
                    <a:pt x="4844001" y="849143"/>
                  </a:lnTo>
                  <a:lnTo>
                    <a:pt x="4844159" y="849143"/>
                  </a:lnTo>
                  <a:lnTo>
                    <a:pt x="4844316" y="849143"/>
                  </a:lnTo>
                  <a:lnTo>
                    <a:pt x="4844474" y="849143"/>
                  </a:lnTo>
                  <a:lnTo>
                    <a:pt x="4844474" y="848712"/>
                  </a:lnTo>
                  <a:lnTo>
                    <a:pt x="4844474" y="848282"/>
                  </a:lnTo>
                  <a:lnTo>
                    <a:pt x="4844632" y="848282"/>
                  </a:lnTo>
                  <a:lnTo>
                    <a:pt x="4844790" y="848282"/>
                  </a:lnTo>
                  <a:lnTo>
                    <a:pt x="4844790" y="847851"/>
                  </a:lnTo>
                  <a:lnTo>
                    <a:pt x="4844947" y="847851"/>
                  </a:lnTo>
                  <a:lnTo>
                    <a:pt x="4844947" y="847420"/>
                  </a:lnTo>
                  <a:lnTo>
                    <a:pt x="4845105" y="847420"/>
                  </a:lnTo>
                  <a:lnTo>
                    <a:pt x="4845263" y="847420"/>
                  </a:lnTo>
                  <a:lnTo>
                    <a:pt x="4845420" y="847420"/>
                  </a:lnTo>
                  <a:lnTo>
                    <a:pt x="4845578" y="847420"/>
                  </a:lnTo>
                  <a:lnTo>
                    <a:pt x="4845736" y="847420"/>
                  </a:lnTo>
                  <a:lnTo>
                    <a:pt x="4845894" y="847420"/>
                  </a:lnTo>
                  <a:lnTo>
                    <a:pt x="4846051" y="847420"/>
                  </a:lnTo>
                  <a:lnTo>
                    <a:pt x="4846209" y="847420"/>
                  </a:lnTo>
                  <a:lnTo>
                    <a:pt x="4846367" y="847420"/>
                  </a:lnTo>
                  <a:lnTo>
                    <a:pt x="4846524" y="847420"/>
                  </a:lnTo>
                  <a:lnTo>
                    <a:pt x="4846524" y="846990"/>
                  </a:lnTo>
                  <a:lnTo>
                    <a:pt x="4846524" y="846559"/>
                  </a:lnTo>
                  <a:lnTo>
                    <a:pt x="4846682" y="846559"/>
                  </a:lnTo>
                  <a:lnTo>
                    <a:pt x="4846840" y="846559"/>
                  </a:lnTo>
                  <a:lnTo>
                    <a:pt x="4846840" y="846129"/>
                  </a:lnTo>
                  <a:lnTo>
                    <a:pt x="4846998" y="846129"/>
                  </a:lnTo>
                  <a:lnTo>
                    <a:pt x="4847155" y="846129"/>
                  </a:lnTo>
                  <a:lnTo>
                    <a:pt x="4847313" y="846129"/>
                  </a:lnTo>
                  <a:lnTo>
                    <a:pt x="4847313" y="845698"/>
                  </a:lnTo>
                  <a:lnTo>
                    <a:pt x="4847471" y="845698"/>
                  </a:lnTo>
                  <a:lnTo>
                    <a:pt x="4847629" y="845698"/>
                  </a:lnTo>
                  <a:lnTo>
                    <a:pt x="4847786" y="845698"/>
                  </a:lnTo>
                  <a:lnTo>
                    <a:pt x="4847786" y="845267"/>
                  </a:lnTo>
                  <a:lnTo>
                    <a:pt x="4847944" y="845267"/>
                  </a:lnTo>
                  <a:lnTo>
                    <a:pt x="4847944" y="844837"/>
                  </a:lnTo>
                  <a:lnTo>
                    <a:pt x="4847944" y="844406"/>
                  </a:lnTo>
                  <a:lnTo>
                    <a:pt x="4848102" y="844406"/>
                  </a:lnTo>
                  <a:lnTo>
                    <a:pt x="4848259" y="844406"/>
                  </a:lnTo>
                  <a:lnTo>
                    <a:pt x="4848417" y="844406"/>
                  </a:lnTo>
                  <a:lnTo>
                    <a:pt x="4848575" y="844406"/>
                  </a:lnTo>
                  <a:lnTo>
                    <a:pt x="4848733" y="844406"/>
                  </a:lnTo>
                  <a:lnTo>
                    <a:pt x="4848890" y="844406"/>
                  </a:lnTo>
                  <a:lnTo>
                    <a:pt x="4849048" y="844406"/>
                  </a:lnTo>
                  <a:lnTo>
                    <a:pt x="4849048" y="843976"/>
                  </a:lnTo>
                  <a:lnTo>
                    <a:pt x="4849206" y="843976"/>
                  </a:lnTo>
                  <a:lnTo>
                    <a:pt x="4849363" y="843976"/>
                  </a:lnTo>
                  <a:lnTo>
                    <a:pt x="4849521" y="843976"/>
                  </a:lnTo>
                  <a:lnTo>
                    <a:pt x="4849679" y="843976"/>
                  </a:lnTo>
                  <a:lnTo>
                    <a:pt x="4849837" y="843976"/>
                  </a:lnTo>
                  <a:lnTo>
                    <a:pt x="4849994" y="843976"/>
                  </a:lnTo>
                  <a:lnTo>
                    <a:pt x="4850152" y="843976"/>
                  </a:lnTo>
                  <a:lnTo>
                    <a:pt x="4850152" y="843545"/>
                  </a:lnTo>
                  <a:lnTo>
                    <a:pt x="4850310" y="843545"/>
                  </a:lnTo>
                  <a:lnTo>
                    <a:pt x="4850310" y="843114"/>
                  </a:lnTo>
                  <a:lnTo>
                    <a:pt x="4850467" y="843114"/>
                  </a:lnTo>
                  <a:lnTo>
                    <a:pt x="4850625" y="843114"/>
                  </a:lnTo>
                  <a:lnTo>
                    <a:pt x="4850783" y="843114"/>
                  </a:lnTo>
                  <a:lnTo>
                    <a:pt x="4850941" y="843114"/>
                  </a:lnTo>
                  <a:lnTo>
                    <a:pt x="4851098" y="843114"/>
                  </a:lnTo>
                  <a:lnTo>
                    <a:pt x="4851256" y="843114"/>
                  </a:lnTo>
                  <a:lnTo>
                    <a:pt x="4851414" y="843114"/>
                  </a:lnTo>
                  <a:lnTo>
                    <a:pt x="4851571" y="843114"/>
                  </a:lnTo>
                  <a:lnTo>
                    <a:pt x="4851571" y="842684"/>
                  </a:lnTo>
                  <a:lnTo>
                    <a:pt x="4851729" y="842684"/>
                  </a:lnTo>
                  <a:lnTo>
                    <a:pt x="4851887" y="842684"/>
                  </a:lnTo>
                  <a:lnTo>
                    <a:pt x="4852045" y="842684"/>
                  </a:lnTo>
                  <a:lnTo>
                    <a:pt x="4852045" y="842253"/>
                  </a:lnTo>
                  <a:lnTo>
                    <a:pt x="4852045" y="841823"/>
                  </a:lnTo>
                  <a:lnTo>
                    <a:pt x="4852202" y="841823"/>
                  </a:lnTo>
                  <a:lnTo>
                    <a:pt x="4852360" y="841823"/>
                  </a:lnTo>
                  <a:lnTo>
                    <a:pt x="4852518" y="841823"/>
                  </a:lnTo>
                  <a:lnTo>
                    <a:pt x="4852518" y="841392"/>
                  </a:lnTo>
                  <a:lnTo>
                    <a:pt x="4852675" y="841392"/>
                  </a:lnTo>
                  <a:lnTo>
                    <a:pt x="4852833" y="841392"/>
                  </a:lnTo>
                  <a:lnTo>
                    <a:pt x="4852991" y="841392"/>
                  </a:lnTo>
                  <a:lnTo>
                    <a:pt x="4853149" y="841392"/>
                  </a:lnTo>
                  <a:lnTo>
                    <a:pt x="4853306" y="841392"/>
                  </a:lnTo>
                  <a:lnTo>
                    <a:pt x="4853464" y="841392"/>
                  </a:lnTo>
                  <a:lnTo>
                    <a:pt x="4853622" y="841392"/>
                  </a:lnTo>
                  <a:lnTo>
                    <a:pt x="4853780" y="841392"/>
                  </a:lnTo>
                  <a:lnTo>
                    <a:pt x="4853937" y="841392"/>
                  </a:lnTo>
                  <a:lnTo>
                    <a:pt x="4854095" y="841392"/>
                  </a:lnTo>
                  <a:lnTo>
                    <a:pt x="4854253" y="841392"/>
                  </a:lnTo>
                  <a:lnTo>
                    <a:pt x="4854410" y="841392"/>
                  </a:lnTo>
                  <a:lnTo>
                    <a:pt x="4854568" y="841392"/>
                  </a:lnTo>
                  <a:lnTo>
                    <a:pt x="4854568" y="840961"/>
                  </a:lnTo>
                  <a:lnTo>
                    <a:pt x="4854726" y="840961"/>
                  </a:lnTo>
                  <a:lnTo>
                    <a:pt x="4854884" y="840961"/>
                  </a:lnTo>
                  <a:lnTo>
                    <a:pt x="4855041" y="840961"/>
                  </a:lnTo>
                  <a:lnTo>
                    <a:pt x="4855199" y="840961"/>
                  </a:lnTo>
                  <a:lnTo>
                    <a:pt x="4855357" y="840961"/>
                  </a:lnTo>
                  <a:lnTo>
                    <a:pt x="4855514" y="840961"/>
                  </a:lnTo>
                  <a:lnTo>
                    <a:pt x="4855672" y="840961"/>
                  </a:lnTo>
                  <a:lnTo>
                    <a:pt x="4855830" y="840961"/>
                  </a:lnTo>
                  <a:lnTo>
                    <a:pt x="4855988" y="840961"/>
                  </a:lnTo>
                  <a:lnTo>
                    <a:pt x="4856145" y="840961"/>
                  </a:lnTo>
                  <a:lnTo>
                    <a:pt x="4856303" y="840961"/>
                  </a:lnTo>
                  <a:lnTo>
                    <a:pt x="4856461" y="840961"/>
                  </a:lnTo>
                  <a:lnTo>
                    <a:pt x="4856618" y="840961"/>
                  </a:lnTo>
                  <a:lnTo>
                    <a:pt x="4856776" y="840961"/>
                  </a:lnTo>
                  <a:lnTo>
                    <a:pt x="4856934" y="840961"/>
                  </a:lnTo>
                  <a:lnTo>
                    <a:pt x="4857092" y="840961"/>
                  </a:lnTo>
                  <a:lnTo>
                    <a:pt x="4857249" y="840961"/>
                  </a:lnTo>
                  <a:lnTo>
                    <a:pt x="4857407" y="840961"/>
                  </a:lnTo>
                  <a:lnTo>
                    <a:pt x="4857565" y="840961"/>
                  </a:lnTo>
                  <a:lnTo>
                    <a:pt x="4857722" y="840961"/>
                  </a:lnTo>
                  <a:lnTo>
                    <a:pt x="4857880" y="840961"/>
                  </a:lnTo>
                  <a:lnTo>
                    <a:pt x="4858038" y="840961"/>
                  </a:lnTo>
                  <a:lnTo>
                    <a:pt x="4858196" y="840961"/>
                  </a:lnTo>
                  <a:lnTo>
                    <a:pt x="4858353" y="840961"/>
                  </a:lnTo>
                  <a:lnTo>
                    <a:pt x="4858511" y="840961"/>
                  </a:lnTo>
                  <a:lnTo>
                    <a:pt x="4858669" y="840961"/>
                  </a:lnTo>
                  <a:lnTo>
                    <a:pt x="4858826" y="840961"/>
                  </a:lnTo>
                  <a:lnTo>
                    <a:pt x="4858984" y="840961"/>
                  </a:lnTo>
                  <a:lnTo>
                    <a:pt x="4858984" y="840531"/>
                  </a:lnTo>
                  <a:lnTo>
                    <a:pt x="4859142" y="840531"/>
                  </a:lnTo>
                  <a:lnTo>
                    <a:pt x="4859300" y="840531"/>
                  </a:lnTo>
                  <a:lnTo>
                    <a:pt x="4859457" y="840531"/>
                  </a:lnTo>
                  <a:lnTo>
                    <a:pt x="4859615" y="840531"/>
                  </a:lnTo>
                  <a:lnTo>
                    <a:pt x="4859773" y="840531"/>
                  </a:lnTo>
                  <a:lnTo>
                    <a:pt x="4859931" y="840531"/>
                  </a:lnTo>
                  <a:lnTo>
                    <a:pt x="4860088" y="840531"/>
                  </a:lnTo>
                  <a:lnTo>
                    <a:pt x="4860246" y="840531"/>
                  </a:lnTo>
                  <a:lnTo>
                    <a:pt x="4860404" y="840531"/>
                  </a:lnTo>
                  <a:lnTo>
                    <a:pt x="4860561" y="840531"/>
                  </a:lnTo>
                  <a:lnTo>
                    <a:pt x="4860719" y="840531"/>
                  </a:lnTo>
                  <a:lnTo>
                    <a:pt x="4860877" y="840531"/>
                  </a:lnTo>
                  <a:lnTo>
                    <a:pt x="4861035" y="840531"/>
                  </a:lnTo>
                  <a:lnTo>
                    <a:pt x="4861035" y="840100"/>
                  </a:lnTo>
                  <a:lnTo>
                    <a:pt x="4861035" y="839670"/>
                  </a:lnTo>
                  <a:lnTo>
                    <a:pt x="4861192" y="839670"/>
                  </a:lnTo>
                  <a:lnTo>
                    <a:pt x="4861350" y="839670"/>
                  </a:lnTo>
                  <a:lnTo>
                    <a:pt x="4861508" y="839670"/>
                  </a:lnTo>
                  <a:lnTo>
                    <a:pt x="4861508" y="839239"/>
                  </a:lnTo>
                  <a:lnTo>
                    <a:pt x="4861665" y="839239"/>
                  </a:lnTo>
                  <a:lnTo>
                    <a:pt x="4861823" y="839239"/>
                  </a:lnTo>
                  <a:lnTo>
                    <a:pt x="4861981" y="839239"/>
                  </a:lnTo>
                  <a:lnTo>
                    <a:pt x="4862139" y="839239"/>
                  </a:lnTo>
                  <a:lnTo>
                    <a:pt x="4862139" y="838808"/>
                  </a:lnTo>
                  <a:lnTo>
                    <a:pt x="4862296" y="838808"/>
                  </a:lnTo>
                  <a:lnTo>
                    <a:pt x="4862296" y="838378"/>
                  </a:lnTo>
                  <a:lnTo>
                    <a:pt x="4862454" y="838378"/>
                  </a:lnTo>
                  <a:lnTo>
                    <a:pt x="4862612" y="838378"/>
                  </a:lnTo>
                  <a:lnTo>
                    <a:pt x="4862769" y="838378"/>
                  </a:lnTo>
                  <a:lnTo>
                    <a:pt x="4862769" y="837947"/>
                  </a:lnTo>
                  <a:lnTo>
                    <a:pt x="4862927" y="837947"/>
                  </a:lnTo>
                  <a:lnTo>
                    <a:pt x="4863085" y="837947"/>
                  </a:lnTo>
                  <a:lnTo>
                    <a:pt x="4863243" y="837947"/>
                  </a:lnTo>
                  <a:lnTo>
                    <a:pt x="4863243" y="837517"/>
                  </a:lnTo>
                  <a:lnTo>
                    <a:pt x="4863243" y="837086"/>
                  </a:lnTo>
                  <a:lnTo>
                    <a:pt x="4863400" y="837086"/>
                  </a:lnTo>
                  <a:lnTo>
                    <a:pt x="4863558" y="837086"/>
                  </a:lnTo>
                  <a:lnTo>
                    <a:pt x="4863716" y="837086"/>
                  </a:lnTo>
                  <a:lnTo>
                    <a:pt x="4863873" y="837086"/>
                  </a:lnTo>
                  <a:lnTo>
                    <a:pt x="4864031" y="837086"/>
                  </a:lnTo>
                  <a:lnTo>
                    <a:pt x="4864189" y="837086"/>
                  </a:lnTo>
                  <a:lnTo>
                    <a:pt x="4864189" y="836655"/>
                  </a:lnTo>
                  <a:lnTo>
                    <a:pt x="4864347" y="836655"/>
                  </a:lnTo>
                  <a:lnTo>
                    <a:pt x="4864504" y="836655"/>
                  </a:lnTo>
                  <a:lnTo>
                    <a:pt x="4864662" y="836655"/>
                  </a:lnTo>
                  <a:lnTo>
                    <a:pt x="4864820" y="836655"/>
                  </a:lnTo>
                  <a:lnTo>
                    <a:pt x="4864820" y="836225"/>
                  </a:lnTo>
                  <a:lnTo>
                    <a:pt x="4864978" y="836225"/>
                  </a:lnTo>
                  <a:lnTo>
                    <a:pt x="4864978" y="835794"/>
                  </a:lnTo>
                  <a:lnTo>
                    <a:pt x="4865135" y="835794"/>
                  </a:lnTo>
                  <a:lnTo>
                    <a:pt x="4865293" y="835794"/>
                  </a:lnTo>
                  <a:lnTo>
                    <a:pt x="4865451" y="835794"/>
                  </a:lnTo>
                  <a:lnTo>
                    <a:pt x="4865451" y="835364"/>
                  </a:lnTo>
                  <a:lnTo>
                    <a:pt x="4865608" y="835364"/>
                  </a:lnTo>
                  <a:lnTo>
                    <a:pt x="4865766" y="835364"/>
                  </a:lnTo>
                  <a:lnTo>
                    <a:pt x="4865924" y="835364"/>
                  </a:lnTo>
                  <a:lnTo>
                    <a:pt x="4865924" y="834933"/>
                  </a:lnTo>
                  <a:lnTo>
                    <a:pt x="4865924" y="834502"/>
                  </a:lnTo>
                  <a:lnTo>
                    <a:pt x="4866082" y="834502"/>
                  </a:lnTo>
                  <a:lnTo>
                    <a:pt x="4866239" y="834502"/>
                  </a:lnTo>
                  <a:lnTo>
                    <a:pt x="4866397" y="834502"/>
                  </a:lnTo>
                  <a:lnTo>
                    <a:pt x="4866555" y="834502"/>
                  </a:lnTo>
                  <a:lnTo>
                    <a:pt x="4866712" y="834502"/>
                  </a:lnTo>
                  <a:lnTo>
                    <a:pt x="4866712" y="834072"/>
                  </a:lnTo>
                  <a:lnTo>
                    <a:pt x="4866870" y="834072"/>
                  </a:lnTo>
                  <a:lnTo>
                    <a:pt x="4867028" y="834072"/>
                  </a:lnTo>
                  <a:lnTo>
                    <a:pt x="4867186" y="834072"/>
                  </a:lnTo>
                  <a:lnTo>
                    <a:pt x="4867343" y="834072"/>
                  </a:lnTo>
                  <a:lnTo>
                    <a:pt x="4867501" y="834072"/>
                  </a:lnTo>
                  <a:lnTo>
                    <a:pt x="4867659" y="834072"/>
                  </a:lnTo>
                  <a:lnTo>
                    <a:pt x="4867816" y="834072"/>
                  </a:lnTo>
                  <a:lnTo>
                    <a:pt x="4867974" y="834072"/>
                  </a:lnTo>
                  <a:lnTo>
                    <a:pt x="4868132" y="834072"/>
                  </a:lnTo>
                  <a:lnTo>
                    <a:pt x="4868290" y="834072"/>
                  </a:lnTo>
                  <a:lnTo>
                    <a:pt x="4868447" y="834072"/>
                  </a:lnTo>
                  <a:lnTo>
                    <a:pt x="4868605" y="834072"/>
                  </a:lnTo>
                  <a:lnTo>
                    <a:pt x="4868763" y="834072"/>
                  </a:lnTo>
                  <a:lnTo>
                    <a:pt x="4868763" y="833641"/>
                  </a:lnTo>
                  <a:lnTo>
                    <a:pt x="4868920" y="833641"/>
                  </a:lnTo>
                  <a:lnTo>
                    <a:pt x="4869078" y="833641"/>
                  </a:lnTo>
                  <a:lnTo>
                    <a:pt x="4869236" y="833641"/>
                  </a:lnTo>
                  <a:lnTo>
                    <a:pt x="4869236" y="833211"/>
                  </a:lnTo>
                  <a:lnTo>
                    <a:pt x="4869236" y="832780"/>
                  </a:lnTo>
                  <a:lnTo>
                    <a:pt x="4869394" y="832780"/>
                  </a:lnTo>
                  <a:lnTo>
                    <a:pt x="4869551" y="832780"/>
                  </a:lnTo>
                  <a:lnTo>
                    <a:pt x="4869709" y="832780"/>
                  </a:lnTo>
                  <a:lnTo>
                    <a:pt x="4869867" y="832780"/>
                  </a:lnTo>
                  <a:lnTo>
                    <a:pt x="4870024" y="832780"/>
                  </a:lnTo>
                  <a:lnTo>
                    <a:pt x="4870182" y="832780"/>
                  </a:lnTo>
                  <a:lnTo>
                    <a:pt x="4870340" y="832780"/>
                  </a:lnTo>
                  <a:lnTo>
                    <a:pt x="4870498" y="832780"/>
                  </a:lnTo>
                  <a:lnTo>
                    <a:pt x="4870655" y="832780"/>
                  </a:lnTo>
                  <a:lnTo>
                    <a:pt x="4870813" y="832780"/>
                  </a:lnTo>
                  <a:lnTo>
                    <a:pt x="4870971" y="832780"/>
                  </a:lnTo>
                  <a:lnTo>
                    <a:pt x="4871129" y="832780"/>
                  </a:lnTo>
                  <a:lnTo>
                    <a:pt x="4871286" y="832780"/>
                  </a:lnTo>
                  <a:lnTo>
                    <a:pt x="4871444" y="832780"/>
                  </a:lnTo>
                  <a:lnTo>
                    <a:pt x="4871602" y="832780"/>
                  </a:lnTo>
                  <a:lnTo>
                    <a:pt x="4871759" y="832780"/>
                  </a:lnTo>
                  <a:lnTo>
                    <a:pt x="4871917" y="832780"/>
                  </a:lnTo>
                  <a:lnTo>
                    <a:pt x="4872075" y="832780"/>
                  </a:lnTo>
                  <a:lnTo>
                    <a:pt x="4872233" y="832780"/>
                  </a:lnTo>
                  <a:lnTo>
                    <a:pt x="4872390" y="832780"/>
                  </a:lnTo>
                  <a:lnTo>
                    <a:pt x="4872548" y="832780"/>
                  </a:lnTo>
                  <a:lnTo>
                    <a:pt x="4872706" y="832780"/>
                  </a:lnTo>
                  <a:lnTo>
                    <a:pt x="4872863" y="832780"/>
                  </a:lnTo>
                  <a:lnTo>
                    <a:pt x="4872863" y="832349"/>
                  </a:lnTo>
                  <a:lnTo>
                    <a:pt x="4873021" y="832349"/>
                  </a:lnTo>
                  <a:lnTo>
                    <a:pt x="4873179" y="832349"/>
                  </a:lnTo>
                  <a:lnTo>
                    <a:pt x="4873337" y="832349"/>
                  </a:lnTo>
                  <a:lnTo>
                    <a:pt x="4873494" y="832349"/>
                  </a:lnTo>
                  <a:lnTo>
                    <a:pt x="4873652" y="832349"/>
                  </a:lnTo>
                  <a:lnTo>
                    <a:pt x="4873652" y="831919"/>
                  </a:lnTo>
                  <a:lnTo>
                    <a:pt x="4873810" y="831919"/>
                  </a:lnTo>
                  <a:lnTo>
                    <a:pt x="4873967" y="831919"/>
                  </a:lnTo>
                  <a:lnTo>
                    <a:pt x="4874125" y="831919"/>
                  </a:lnTo>
                  <a:lnTo>
                    <a:pt x="4874283" y="831919"/>
                  </a:lnTo>
                  <a:lnTo>
                    <a:pt x="4874441" y="831919"/>
                  </a:lnTo>
                  <a:lnTo>
                    <a:pt x="4874598" y="831919"/>
                  </a:lnTo>
                  <a:lnTo>
                    <a:pt x="4874598" y="831488"/>
                  </a:lnTo>
                  <a:lnTo>
                    <a:pt x="4874756" y="831488"/>
                  </a:lnTo>
                  <a:lnTo>
                    <a:pt x="4874914" y="831488"/>
                  </a:lnTo>
                  <a:lnTo>
                    <a:pt x="4875071" y="831488"/>
                  </a:lnTo>
                  <a:lnTo>
                    <a:pt x="4875229" y="831488"/>
                  </a:lnTo>
                  <a:lnTo>
                    <a:pt x="4875387" y="831488"/>
                  </a:lnTo>
                  <a:lnTo>
                    <a:pt x="4875545" y="831488"/>
                  </a:lnTo>
                  <a:lnTo>
                    <a:pt x="4875702" y="831488"/>
                  </a:lnTo>
                  <a:lnTo>
                    <a:pt x="4875860" y="831488"/>
                  </a:lnTo>
                  <a:lnTo>
                    <a:pt x="4876018" y="831488"/>
                  </a:lnTo>
                  <a:lnTo>
                    <a:pt x="4876176" y="831488"/>
                  </a:lnTo>
                  <a:lnTo>
                    <a:pt x="4876176" y="831058"/>
                  </a:lnTo>
                  <a:lnTo>
                    <a:pt x="4876333" y="831058"/>
                  </a:lnTo>
                  <a:lnTo>
                    <a:pt x="4876333" y="830627"/>
                  </a:lnTo>
                  <a:lnTo>
                    <a:pt x="4876491" y="830627"/>
                  </a:lnTo>
                  <a:lnTo>
                    <a:pt x="4876649" y="830627"/>
                  </a:lnTo>
                  <a:lnTo>
                    <a:pt x="4876806" y="830627"/>
                  </a:lnTo>
                  <a:lnTo>
                    <a:pt x="4876964" y="830627"/>
                  </a:lnTo>
                  <a:lnTo>
                    <a:pt x="4876964" y="830196"/>
                  </a:lnTo>
                  <a:lnTo>
                    <a:pt x="4877122" y="830196"/>
                  </a:lnTo>
                  <a:lnTo>
                    <a:pt x="4877122" y="829766"/>
                  </a:lnTo>
                  <a:lnTo>
                    <a:pt x="4877280" y="829766"/>
                  </a:lnTo>
                  <a:lnTo>
                    <a:pt x="4877437" y="829766"/>
                  </a:lnTo>
                  <a:lnTo>
                    <a:pt x="4877437" y="829335"/>
                  </a:lnTo>
                  <a:lnTo>
                    <a:pt x="4877595" y="829335"/>
                  </a:lnTo>
                  <a:lnTo>
                    <a:pt x="4877753" y="829335"/>
                  </a:lnTo>
                  <a:lnTo>
                    <a:pt x="4877910" y="829335"/>
                  </a:lnTo>
                  <a:lnTo>
                    <a:pt x="4877910" y="828905"/>
                  </a:lnTo>
                  <a:lnTo>
                    <a:pt x="4878068" y="828905"/>
                  </a:lnTo>
                  <a:lnTo>
                    <a:pt x="4878226" y="828905"/>
                  </a:lnTo>
                  <a:lnTo>
                    <a:pt x="4878384" y="828905"/>
                  </a:lnTo>
                  <a:lnTo>
                    <a:pt x="4878541" y="828905"/>
                  </a:lnTo>
                  <a:lnTo>
                    <a:pt x="4878699" y="828905"/>
                  </a:lnTo>
                  <a:lnTo>
                    <a:pt x="4878857" y="828905"/>
                  </a:lnTo>
                  <a:lnTo>
                    <a:pt x="4879014" y="828905"/>
                  </a:lnTo>
                  <a:lnTo>
                    <a:pt x="4879014" y="828474"/>
                  </a:lnTo>
                  <a:lnTo>
                    <a:pt x="4879172" y="828474"/>
                  </a:lnTo>
                  <a:lnTo>
                    <a:pt x="4879330" y="828474"/>
                  </a:lnTo>
                  <a:lnTo>
                    <a:pt x="4879488" y="828474"/>
                  </a:lnTo>
                  <a:lnTo>
                    <a:pt x="4879645" y="828474"/>
                  </a:lnTo>
                  <a:lnTo>
                    <a:pt x="4879803" y="828474"/>
                  </a:lnTo>
                  <a:lnTo>
                    <a:pt x="4879961" y="828474"/>
                  </a:lnTo>
                  <a:lnTo>
                    <a:pt x="4880118" y="828474"/>
                  </a:lnTo>
                  <a:lnTo>
                    <a:pt x="4880276" y="828474"/>
                  </a:lnTo>
                  <a:lnTo>
                    <a:pt x="4880434" y="828474"/>
                  </a:lnTo>
                  <a:lnTo>
                    <a:pt x="4880592" y="828474"/>
                  </a:lnTo>
                  <a:lnTo>
                    <a:pt x="4880749" y="828474"/>
                  </a:lnTo>
                  <a:lnTo>
                    <a:pt x="4880749" y="828043"/>
                  </a:lnTo>
                  <a:lnTo>
                    <a:pt x="4880907" y="828043"/>
                  </a:lnTo>
                  <a:lnTo>
                    <a:pt x="4880907" y="827613"/>
                  </a:lnTo>
                  <a:lnTo>
                    <a:pt x="4881065" y="827613"/>
                  </a:lnTo>
                  <a:lnTo>
                    <a:pt x="4881222" y="827613"/>
                  </a:lnTo>
                  <a:lnTo>
                    <a:pt x="4881380" y="827613"/>
                  </a:lnTo>
                  <a:lnTo>
                    <a:pt x="4881538" y="827613"/>
                  </a:lnTo>
                  <a:lnTo>
                    <a:pt x="4881696" y="827613"/>
                  </a:lnTo>
                  <a:lnTo>
                    <a:pt x="4881853" y="827613"/>
                  </a:lnTo>
                  <a:lnTo>
                    <a:pt x="4882011" y="827613"/>
                  </a:lnTo>
                  <a:lnTo>
                    <a:pt x="4882011" y="827182"/>
                  </a:lnTo>
                  <a:lnTo>
                    <a:pt x="4882169" y="827182"/>
                  </a:lnTo>
                  <a:lnTo>
                    <a:pt x="4882327" y="827182"/>
                  </a:lnTo>
                  <a:lnTo>
                    <a:pt x="4882484" y="827182"/>
                  </a:lnTo>
                  <a:lnTo>
                    <a:pt x="4882642" y="827182"/>
                  </a:lnTo>
                  <a:lnTo>
                    <a:pt x="4882800" y="827182"/>
                  </a:lnTo>
                  <a:lnTo>
                    <a:pt x="4882957" y="827182"/>
                  </a:lnTo>
                  <a:lnTo>
                    <a:pt x="4883115" y="827182"/>
                  </a:lnTo>
                  <a:lnTo>
                    <a:pt x="4883273" y="827182"/>
                  </a:lnTo>
                  <a:lnTo>
                    <a:pt x="4883431" y="827182"/>
                  </a:lnTo>
                  <a:lnTo>
                    <a:pt x="4883588" y="827182"/>
                  </a:lnTo>
                  <a:lnTo>
                    <a:pt x="4883746" y="827182"/>
                  </a:lnTo>
                  <a:lnTo>
                    <a:pt x="4883904" y="827182"/>
                  </a:lnTo>
                  <a:lnTo>
                    <a:pt x="4884061" y="827182"/>
                  </a:lnTo>
                  <a:lnTo>
                    <a:pt x="4884219" y="827182"/>
                  </a:lnTo>
                  <a:lnTo>
                    <a:pt x="4884219" y="826752"/>
                  </a:lnTo>
                  <a:lnTo>
                    <a:pt x="4884377" y="826752"/>
                  </a:lnTo>
                  <a:lnTo>
                    <a:pt x="4884535" y="826752"/>
                  </a:lnTo>
                  <a:lnTo>
                    <a:pt x="4884535" y="826321"/>
                  </a:lnTo>
                  <a:lnTo>
                    <a:pt x="4884692" y="826321"/>
                  </a:lnTo>
                  <a:lnTo>
                    <a:pt x="4884850" y="826321"/>
                  </a:lnTo>
                  <a:lnTo>
                    <a:pt x="4885008" y="826321"/>
                  </a:lnTo>
                  <a:lnTo>
                    <a:pt x="4885165" y="826321"/>
                  </a:lnTo>
                  <a:lnTo>
                    <a:pt x="4885165" y="825890"/>
                  </a:lnTo>
                  <a:lnTo>
                    <a:pt x="4885323" y="825890"/>
                  </a:lnTo>
                  <a:lnTo>
                    <a:pt x="4885481" y="825890"/>
                  </a:lnTo>
                  <a:lnTo>
                    <a:pt x="4885639" y="825890"/>
                  </a:lnTo>
                  <a:lnTo>
                    <a:pt x="4885796" y="825890"/>
                  </a:lnTo>
                  <a:lnTo>
                    <a:pt x="4885954" y="825890"/>
                  </a:lnTo>
                  <a:lnTo>
                    <a:pt x="4886112" y="825890"/>
                  </a:lnTo>
                  <a:lnTo>
                    <a:pt x="4886269" y="825890"/>
                  </a:lnTo>
                  <a:lnTo>
                    <a:pt x="4886427" y="825890"/>
                  </a:lnTo>
                  <a:lnTo>
                    <a:pt x="4886427" y="825460"/>
                  </a:lnTo>
                  <a:lnTo>
                    <a:pt x="4886585" y="825460"/>
                  </a:lnTo>
                  <a:lnTo>
                    <a:pt x="4886743" y="825460"/>
                  </a:lnTo>
                  <a:lnTo>
                    <a:pt x="4886900" y="825460"/>
                  </a:lnTo>
                  <a:lnTo>
                    <a:pt x="4887058" y="825460"/>
                  </a:lnTo>
                  <a:lnTo>
                    <a:pt x="4887216" y="825460"/>
                  </a:lnTo>
                  <a:lnTo>
                    <a:pt x="4887374" y="825460"/>
                  </a:lnTo>
                  <a:lnTo>
                    <a:pt x="4887531" y="825460"/>
                  </a:lnTo>
                  <a:lnTo>
                    <a:pt x="4887689" y="825460"/>
                  </a:lnTo>
                  <a:lnTo>
                    <a:pt x="4887847" y="825460"/>
                  </a:lnTo>
                  <a:lnTo>
                    <a:pt x="4888004" y="825460"/>
                  </a:lnTo>
                  <a:lnTo>
                    <a:pt x="4888004" y="825029"/>
                  </a:lnTo>
                  <a:lnTo>
                    <a:pt x="4888004" y="824599"/>
                  </a:lnTo>
                  <a:lnTo>
                    <a:pt x="4888162" y="824599"/>
                  </a:lnTo>
                  <a:lnTo>
                    <a:pt x="4888320" y="824599"/>
                  </a:lnTo>
                  <a:lnTo>
                    <a:pt x="4888478" y="824599"/>
                  </a:lnTo>
                  <a:lnTo>
                    <a:pt x="4888635" y="824599"/>
                  </a:lnTo>
                  <a:lnTo>
                    <a:pt x="4888793" y="824599"/>
                  </a:lnTo>
                  <a:lnTo>
                    <a:pt x="4888793" y="824168"/>
                  </a:lnTo>
                  <a:lnTo>
                    <a:pt x="4888951" y="824168"/>
                  </a:lnTo>
                  <a:lnTo>
                    <a:pt x="4889108" y="824168"/>
                  </a:lnTo>
                  <a:lnTo>
                    <a:pt x="4889108" y="823737"/>
                  </a:lnTo>
                  <a:lnTo>
                    <a:pt x="4889266" y="823737"/>
                  </a:lnTo>
                  <a:lnTo>
                    <a:pt x="4889424" y="823737"/>
                  </a:lnTo>
                  <a:lnTo>
                    <a:pt x="4889424" y="823307"/>
                  </a:lnTo>
                  <a:lnTo>
                    <a:pt x="4889424" y="822876"/>
                  </a:lnTo>
                  <a:lnTo>
                    <a:pt x="4889582" y="822876"/>
                  </a:lnTo>
                  <a:lnTo>
                    <a:pt x="4889739" y="822876"/>
                  </a:lnTo>
                  <a:lnTo>
                    <a:pt x="4889897" y="822876"/>
                  </a:lnTo>
                  <a:lnTo>
                    <a:pt x="4889897" y="822446"/>
                  </a:lnTo>
                  <a:lnTo>
                    <a:pt x="4890055" y="822446"/>
                  </a:lnTo>
                  <a:lnTo>
                    <a:pt x="4890212" y="822446"/>
                  </a:lnTo>
                  <a:lnTo>
                    <a:pt x="4890212" y="822015"/>
                  </a:lnTo>
                  <a:lnTo>
                    <a:pt x="4890370" y="822015"/>
                  </a:lnTo>
                  <a:lnTo>
                    <a:pt x="4890528" y="822015"/>
                  </a:lnTo>
                  <a:lnTo>
                    <a:pt x="4890686" y="822015"/>
                  </a:lnTo>
                  <a:lnTo>
                    <a:pt x="4890843" y="822015"/>
                  </a:lnTo>
                  <a:lnTo>
                    <a:pt x="4891001" y="822015"/>
                  </a:lnTo>
                  <a:lnTo>
                    <a:pt x="4891001" y="821584"/>
                  </a:lnTo>
                  <a:lnTo>
                    <a:pt x="4891159" y="821584"/>
                  </a:lnTo>
                  <a:lnTo>
                    <a:pt x="4891316" y="821584"/>
                  </a:lnTo>
                  <a:lnTo>
                    <a:pt x="4891474" y="821584"/>
                  </a:lnTo>
                  <a:lnTo>
                    <a:pt x="4891632" y="821584"/>
                  </a:lnTo>
                  <a:lnTo>
                    <a:pt x="4891790" y="821584"/>
                  </a:lnTo>
                  <a:lnTo>
                    <a:pt x="4891947" y="821584"/>
                  </a:lnTo>
                  <a:lnTo>
                    <a:pt x="4892105" y="821584"/>
                  </a:lnTo>
                  <a:lnTo>
                    <a:pt x="4892263" y="821584"/>
                  </a:lnTo>
                  <a:lnTo>
                    <a:pt x="4892420" y="821584"/>
                  </a:lnTo>
                  <a:lnTo>
                    <a:pt x="4892578" y="821584"/>
                  </a:lnTo>
                  <a:lnTo>
                    <a:pt x="4892736" y="821584"/>
                  </a:lnTo>
                  <a:lnTo>
                    <a:pt x="4892736" y="821154"/>
                  </a:lnTo>
                  <a:lnTo>
                    <a:pt x="4892736" y="820723"/>
                  </a:lnTo>
                  <a:lnTo>
                    <a:pt x="4892894" y="820723"/>
                  </a:lnTo>
                  <a:lnTo>
                    <a:pt x="4893051" y="820723"/>
                  </a:lnTo>
                  <a:lnTo>
                    <a:pt x="4893209" y="820723"/>
                  </a:lnTo>
                  <a:lnTo>
                    <a:pt x="4893367" y="820723"/>
                  </a:lnTo>
                  <a:lnTo>
                    <a:pt x="4893525" y="820723"/>
                  </a:lnTo>
                  <a:lnTo>
                    <a:pt x="4893682" y="820723"/>
                  </a:lnTo>
                  <a:lnTo>
                    <a:pt x="4893840" y="820723"/>
                  </a:lnTo>
                  <a:lnTo>
                    <a:pt x="4893998" y="820723"/>
                  </a:lnTo>
                  <a:lnTo>
                    <a:pt x="4894155" y="820723"/>
                  </a:lnTo>
                  <a:lnTo>
                    <a:pt x="4894313" y="820723"/>
                  </a:lnTo>
                  <a:lnTo>
                    <a:pt x="4894313" y="820293"/>
                  </a:lnTo>
                  <a:lnTo>
                    <a:pt x="4894471" y="820293"/>
                  </a:lnTo>
                  <a:lnTo>
                    <a:pt x="4894629" y="820293"/>
                  </a:lnTo>
                  <a:lnTo>
                    <a:pt x="4894786" y="820293"/>
                  </a:lnTo>
                  <a:lnTo>
                    <a:pt x="4894944" y="820293"/>
                  </a:lnTo>
                  <a:lnTo>
                    <a:pt x="4895102" y="820293"/>
                  </a:lnTo>
                  <a:lnTo>
                    <a:pt x="4895102" y="819862"/>
                  </a:lnTo>
                  <a:lnTo>
                    <a:pt x="4895102" y="819431"/>
                  </a:lnTo>
                  <a:lnTo>
                    <a:pt x="4895259" y="819431"/>
                  </a:lnTo>
                  <a:lnTo>
                    <a:pt x="4895417" y="819431"/>
                  </a:lnTo>
                  <a:lnTo>
                    <a:pt x="4895575" y="819431"/>
                  </a:lnTo>
                  <a:lnTo>
                    <a:pt x="4895733" y="819431"/>
                  </a:lnTo>
                  <a:lnTo>
                    <a:pt x="4895890" y="819431"/>
                  </a:lnTo>
                  <a:lnTo>
                    <a:pt x="4896048" y="819431"/>
                  </a:lnTo>
                  <a:lnTo>
                    <a:pt x="4896206" y="819431"/>
                  </a:lnTo>
                  <a:lnTo>
                    <a:pt x="4896363" y="819431"/>
                  </a:lnTo>
                  <a:lnTo>
                    <a:pt x="4896521" y="819431"/>
                  </a:lnTo>
                  <a:lnTo>
                    <a:pt x="4896679" y="819431"/>
                  </a:lnTo>
                  <a:lnTo>
                    <a:pt x="4896837" y="819431"/>
                  </a:lnTo>
                  <a:lnTo>
                    <a:pt x="4896994" y="819431"/>
                  </a:lnTo>
                  <a:lnTo>
                    <a:pt x="4897152" y="819431"/>
                  </a:lnTo>
                  <a:lnTo>
                    <a:pt x="4897310" y="819431"/>
                  </a:lnTo>
                  <a:lnTo>
                    <a:pt x="4897467" y="819431"/>
                  </a:lnTo>
                  <a:lnTo>
                    <a:pt x="4897467" y="819001"/>
                  </a:lnTo>
                  <a:lnTo>
                    <a:pt x="4897625" y="819001"/>
                  </a:lnTo>
                  <a:lnTo>
                    <a:pt x="4897783" y="819001"/>
                  </a:lnTo>
                  <a:lnTo>
                    <a:pt x="4897941" y="819001"/>
                  </a:lnTo>
                  <a:lnTo>
                    <a:pt x="4898098" y="819001"/>
                  </a:lnTo>
                  <a:lnTo>
                    <a:pt x="4898256" y="819001"/>
                  </a:lnTo>
                  <a:lnTo>
                    <a:pt x="4898256" y="818570"/>
                  </a:lnTo>
                  <a:lnTo>
                    <a:pt x="4898414" y="818570"/>
                  </a:lnTo>
                  <a:lnTo>
                    <a:pt x="4898414" y="818140"/>
                  </a:lnTo>
                  <a:lnTo>
                    <a:pt x="4898414" y="817709"/>
                  </a:lnTo>
                  <a:lnTo>
                    <a:pt x="4898572" y="817709"/>
                  </a:lnTo>
                  <a:lnTo>
                    <a:pt x="4898572" y="817278"/>
                  </a:lnTo>
                  <a:lnTo>
                    <a:pt x="4898729" y="817278"/>
                  </a:lnTo>
                  <a:lnTo>
                    <a:pt x="4898887" y="817278"/>
                  </a:lnTo>
                  <a:lnTo>
                    <a:pt x="4899045" y="817278"/>
                  </a:lnTo>
                  <a:lnTo>
                    <a:pt x="4899202" y="817278"/>
                  </a:lnTo>
                  <a:lnTo>
                    <a:pt x="4899202" y="816848"/>
                  </a:lnTo>
                  <a:lnTo>
                    <a:pt x="4899202" y="816417"/>
                  </a:lnTo>
                  <a:lnTo>
                    <a:pt x="4899360" y="816417"/>
                  </a:lnTo>
                  <a:lnTo>
                    <a:pt x="4899518" y="816417"/>
                  </a:lnTo>
                  <a:lnTo>
                    <a:pt x="4899518" y="815987"/>
                  </a:lnTo>
                  <a:lnTo>
                    <a:pt x="4899676" y="815987"/>
                  </a:lnTo>
                  <a:lnTo>
                    <a:pt x="4899833" y="815987"/>
                  </a:lnTo>
                  <a:lnTo>
                    <a:pt x="4899991" y="815987"/>
                  </a:lnTo>
                  <a:lnTo>
                    <a:pt x="4900149" y="815987"/>
                  </a:lnTo>
                  <a:lnTo>
                    <a:pt x="4900306" y="815987"/>
                  </a:lnTo>
                  <a:lnTo>
                    <a:pt x="4900464" y="815987"/>
                  </a:lnTo>
                  <a:lnTo>
                    <a:pt x="4900622" y="815987"/>
                  </a:lnTo>
                  <a:lnTo>
                    <a:pt x="4900780" y="815987"/>
                  </a:lnTo>
                  <a:lnTo>
                    <a:pt x="4900937" y="815987"/>
                  </a:lnTo>
                  <a:lnTo>
                    <a:pt x="4901095" y="815987"/>
                  </a:lnTo>
                  <a:lnTo>
                    <a:pt x="4901253" y="815987"/>
                  </a:lnTo>
                  <a:lnTo>
                    <a:pt x="4901410" y="815987"/>
                  </a:lnTo>
                  <a:lnTo>
                    <a:pt x="4901568" y="815987"/>
                  </a:lnTo>
                  <a:lnTo>
                    <a:pt x="4901726" y="815987"/>
                  </a:lnTo>
                  <a:lnTo>
                    <a:pt x="4901884" y="815987"/>
                  </a:lnTo>
                  <a:lnTo>
                    <a:pt x="4902041" y="815987"/>
                  </a:lnTo>
                  <a:lnTo>
                    <a:pt x="4902199" y="815987"/>
                  </a:lnTo>
                  <a:lnTo>
                    <a:pt x="4902357" y="815987"/>
                  </a:lnTo>
                  <a:lnTo>
                    <a:pt x="4902514" y="815987"/>
                  </a:lnTo>
                  <a:lnTo>
                    <a:pt x="4902514" y="815556"/>
                  </a:lnTo>
                  <a:lnTo>
                    <a:pt x="4902672" y="815556"/>
                  </a:lnTo>
                  <a:lnTo>
                    <a:pt x="4902830" y="815556"/>
                  </a:lnTo>
                  <a:lnTo>
                    <a:pt x="4902988" y="815556"/>
                  </a:lnTo>
                  <a:lnTo>
                    <a:pt x="4903145" y="815556"/>
                  </a:lnTo>
                  <a:lnTo>
                    <a:pt x="4903303" y="815556"/>
                  </a:lnTo>
                  <a:lnTo>
                    <a:pt x="4903303" y="815125"/>
                  </a:lnTo>
                  <a:lnTo>
                    <a:pt x="4903303" y="814695"/>
                  </a:lnTo>
                  <a:lnTo>
                    <a:pt x="4903461" y="814695"/>
                  </a:lnTo>
                  <a:lnTo>
                    <a:pt x="4903618" y="814695"/>
                  </a:lnTo>
                  <a:lnTo>
                    <a:pt x="4903776" y="814695"/>
                  </a:lnTo>
                  <a:lnTo>
                    <a:pt x="4903934" y="814695"/>
                  </a:lnTo>
                  <a:lnTo>
                    <a:pt x="4904092" y="814695"/>
                  </a:lnTo>
                  <a:lnTo>
                    <a:pt x="4904249" y="814695"/>
                  </a:lnTo>
                  <a:lnTo>
                    <a:pt x="4904407" y="814695"/>
                  </a:lnTo>
                  <a:lnTo>
                    <a:pt x="4904565" y="814695"/>
                  </a:lnTo>
                  <a:lnTo>
                    <a:pt x="4904565" y="814264"/>
                  </a:lnTo>
                  <a:lnTo>
                    <a:pt x="4904723" y="814264"/>
                  </a:lnTo>
                  <a:lnTo>
                    <a:pt x="4904880" y="814264"/>
                  </a:lnTo>
                  <a:lnTo>
                    <a:pt x="4904880" y="813834"/>
                  </a:lnTo>
                  <a:lnTo>
                    <a:pt x="4905038" y="813834"/>
                  </a:lnTo>
                  <a:lnTo>
                    <a:pt x="4905196" y="813834"/>
                  </a:lnTo>
                  <a:lnTo>
                    <a:pt x="4905353" y="813834"/>
                  </a:lnTo>
                  <a:lnTo>
                    <a:pt x="4905511" y="813834"/>
                  </a:lnTo>
                  <a:lnTo>
                    <a:pt x="4905669" y="813834"/>
                  </a:lnTo>
                  <a:lnTo>
                    <a:pt x="4905827" y="813834"/>
                  </a:lnTo>
                  <a:lnTo>
                    <a:pt x="4905984" y="813834"/>
                  </a:lnTo>
                  <a:lnTo>
                    <a:pt x="4906142" y="813834"/>
                  </a:lnTo>
                  <a:lnTo>
                    <a:pt x="4906300" y="813834"/>
                  </a:lnTo>
                  <a:lnTo>
                    <a:pt x="4906457" y="813834"/>
                  </a:lnTo>
                  <a:lnTo>
                    <a:pt x="4906615" y="813834"/>
                  </a:lnTo>
                  <a:lnTo>
                    <a:pt x="4906773" y="813834"/>
                  </a:lnTo>
                  <a:lnTo>
                    <a:pt x="4906931" y="813834"/>
                  </a:lnTo>
                  <a:lnTo>
                    <a:pt x="4907088" y="813834"/>
                  </a:lnTo>
                  <a:lnTo>
                    <a:pt x="4907246" y="813834"/>
                  </a:lnTo>
                  <a:lnTo>
                    <a:pt x="4907246" y="813403"/>
                  </a:lnTo>
                  <a:lnTo>
                    <a:pt x="4907404" y="813403"/>
                  </a:lnTo>
                  <a:lnTo>
                    <a:pt x="4907404" y="812972"/>
                  </a:lnTo>
                  <a:lnTo>
                    <a:pt x="4907561" y="812972"/>
                  </a:lnTo>
                  <a:lnTo>
                    <a:pt x="4907561" y="812542"/>
                  </a:lnTo>
                  <a:lnTo>
                    <a:pt x="4907719" y="812542"/>
                  </a:lnTo>
                  <a:lnTo>
                    <a:pt x="4907877" y="812542"/>
                  </a:lnTo>
                  <a:lnTo>
                    <a:pt x="4908035" y="812542"/>
                  </a:lnTo>
                  <a:lnTo>
                    <a:pt x="4908192" y="812542"/>
                  </a:lnTo>
                  <a:lnTo>
                    <a:pt x="4908350" y="812542"/>
                  </a:lnTo>
                  <a:lnTo>
                    <a:pt x="4908508" y="812542"/>
                  </a:lnTo>
                  <a:lnTo>
                    <a:pt x="4908665" y="812542"/>
                  </a:lnTo>
                  <a:lnTo>
                    <a:pt x="4908823" y="812542"/>
                  </a:lnTo>
                  <a:lnTo>
                    <a:pt x="4908981" y="812542"/>
                  </a:lnTo>
                  <a:lnTo>
                    <a:pt x="4909139" y="812542"/>
                  </a:lnTo>
                  <a:lnTo>
                    <a:pt x="4909296" y="812542"/>
                  </a:lnTo>
                  <a:lnTo>
                    <a:pt x="4909454" y="812542"/>
                  </a:lnTo>
                  <a:lnTo>
                    <a:pt x="4909612" y="812542"/>
                  </a:lnTo>
                  <a:lnTo>
                    <a:pt x="4909770" y="812542"/>
                  </a:lnTo>
                  <a:lnTo>
                    <a:pt x="4909770" y="812111"/>
                  </a:lnTo>
                  <a:lnTo>
                    <a:pt x="4909770" y="811681"/>
                  </a:lnTo>
                  <a:lnTo>
                    <a:pt x="4909770" y="811250"/>
                  </a:lnTo>
                  <a:lnTo>
                    <a:pt x="4909927" y="811250"/>
                  </a:lnTo>
                  <a:lnTo>
                    <a:pt x="4910085" y="811250"/>
                  </a:lnTo>
                  <a:lnTo>
                    <a:pt x="4910243" y="811250"/>
                  </a:lnTo>
                  <a:lnTo>
                    <a:pt x="4910400" y="811250"/>
                  </a:lnTo>
                  <a:lnTo>
                    <a:pt x="4910400" y="810819"/>
                  </a:lnTo>
                  <a:lnTo>
                    <a:pt x="4910400" y="810389"/>
                  </a:lnTo>
                  <a:lnTo>
                    <a:pt x="4910400" y="809958"/>
                  </a:lnTo>
                  <a:lnTo>
                    <a:pt x="4910558" y="809958"/>
                  </a:lnTo>
                  <a:lnTo>
                    <a:pt x="4910716" y="809958"/>
                  </a:lnTo>
                  <a:lnTo>
                    <a:pt x="4910874" y="809958"/>
                  </a:lnTo>
                  <a:lnTo>
                    <a:pt x="4910874" y="809528"/>
                  </a:lnTo>
                  <a:lnTo>
                    <a:pt x="4911031" y="809528"/>
                  </a:lnTo>
                  <a:lnTo>
                    <a:pt x="4911189" y="809528"/>
                  </a:lnTo>
                  <a:lnTo>
                    <a:pt x="4911189" y="809097"/>
                  </a:lnTo>
                  <a:lnTo>
                    <a:pt x="4911347" y="809097"/>
                  </a:lnTo>
                  <a:lnTo>
                    <a:pt x="4911504" y="809097"/>
                  </a:lnTo>
                  <a:lnTo>
                    <a:pt x="4911504" y="808666"/>
                  </a:lnTo>
                  <a:lnTo>
                    <a:pt x="4911662" y="808666"/>
                  </a:lnTo>
                  <a:lnTo>
                    <a:pt x="4911820" y="808666"/>
                  </a:lnTo>
                  <a:lnTo>
                    <a:pt x="4911978" y="808666"/>
                  </a:lnTo>
                  <a:lnTo>
                    <a:pt x="4912135" y="808666"/>
                  </a:lnTo>
                  <a:lnTo>
                    <a:pt x="4912293" y="808666"/>
                  </a:lnTo>
                  <a:lnTo>
                    <a:pt x="4912451" y="808666"/>
                  </a:lnTo>
                  <a:lnTo>
                    <a:pt x="4912608" y="808666"/>
                  </a:lnTo>
                  <a:lnTo>
                    <a:pt x="4912766" y="808666"/>
                  </a:lnTo>
                  <a:lnTo>
                    <a:pt x="4912924" y="808666"/>
                  </a:lnTo>
                  <a:lnTo>
                    <a:pt x="4913082" y="808666"/>
                  </a:lnTo>
                  <a:lnTo>
                    <a:pt x="4913239" y="808666"/>
                  </a:lnTo>
                  <a:lnTo>
                    <a:pt x="4913397" y="808666"/>
                  </a:lnTo>
                  <a:lnTo>
                    <a:pt x="4913555" y="808666"/>
                  </a:lnTo>
                  <a:lnTo>
                    <a:pt x="4913712" y="808666"/>
                  </a:lnTo>
                  <a:lnTo>
                    <a:pt x="4913870" y="808666"/>
                  </a:lnTo>
                  <a:lnTo>
                    <a:pt x="4914028" y="808666"/>
                  </a:lnTo>
                  <a:lnTo>
                    <a:pt x="4914028" y="808236"/>
                  </a:lnTo>
                  <a:lnTo>
                    <a:pt x="4914186" y="808236"/>
                  </a:lnTo>
                  <a:lnTo>
                    <a:pt x="4914343" y="808236"/>
                  </a:lnTo>
                  <a:lnTo>
                    <a:pt x="4914501" y="808236"/>
                  </a:lnTo>
                  <a:lnTo>
                    <a:pt x="4914659" y="808236"/>
                  </a:lnTo>
                  <a:lnTo>
                    <a:pt x="4914816" y="808236"/>
                  </a:lnTo>
                  <a:lnTo>
                    <a:pt x="4914816" y="807805"/>
                  </a:lnTo>
                  <a:lnTo>
                    <a:pt x="4914974" y="807805"/>
                  </a:lnTo>
                  <a:lnTo>
                    <a:pt x="4915132" y="807805"/>
                  </a:lnTo>
                  <a:lnTo>
                    <a:pt x="4915290" y="807805"/>
                  </a:lnTo>
                  <a:lnTo>
                    <a:pt x="4915447" y="807805"/>
                  </a:lnTo>
                  <a:lnTo>
                    <a:pt x="4915605" y="807805"/>
                  </a:lnTo>
                  <a:lnTo>
                    <a:pt x="4915763" y="807805"/>
                  </a:lnTo>
                  <a:lnTo>
                    <a:pt x="4915763" y="807375"/>
                  </a:lnTo>
                  <a:lnTo>
                    <a:pt x="4915921" y="807375"/>
                  </a:lnTo>
                  <a:lnTo>
                    <a:pt x="4916078" y="807375"/>
                  </a:lnTo>
                  <a:lnTo>
                    <a:pt x="4916236" y="807375"/>
                  </a:lnTo>
                  <a:lnTo>
                    <a:pt x="4916394" y="807375"/>
                  </a:lnTo>
                  <a:lnTo>
                    <a:pt x="4916551" y="807375"/>
                  </a:lnTo>
                  <a:lnTo>
                    <a:pt x="4916709" y="807375"/>
                  </a:lnTo>
                  <a:lnTo>
                    <a:pt x="4916867" y="807375"/>
                  </a:lnTo>
                  <a:lnTo>
                    <a:pt x="4917025" y="807375"/>
                  </a:lnTo>
                  <a:lnTo>
                    <a:pt x="4917182" y="807375"/>
                  </a:lnTo>
                  <a:lnTo>
                    <a:pt x="4917340" y="807375"/>
                  </a:lnTo>
                  <a:lnTo>
                    <a:pt x="4917498" y="807375"/>
                  </a:lnTo>
                  <a:lnTo>
                    <a:pt x="4917498" y="806944"/>
                  </a:lnTo>
                  <a:lnTo>
                    <a:pt x="4917655" y="806944"/>
                  </a:lnTo>
                  <a:lnTo>
                    <a:pt x="4917813" y="806944"/>
                  </a:lnTo>
                  <a:lnTo>
                    <a:pt x="4917971" y="806944"/>
                  </a:lnTo>
                  <a:lnTo>
                    <a:pt x="4918129" y="806944"/>
                  </a:lnTo>
                  <a:lnTo>
                    <a:pt x="4918286" y="806944"/>
                  </a:lnTo>
                  <a:lnTo>
                    <a:pt x="4918444" y="806944"/>
                  </a:lnTo>
                  <a:lnTo>
                    <a:pt x="4918602" y="806944"/>
                  </a:lnTo>
                  <a:lnTo>
                    <a:pt x="4918759" y="806944"/>
                  </a:lnTo>
                  <a:lnTo>
                    <a:pt x="4918917" y="806944"/>
                  </a:lnTo>
                  <a:lnTo>
                    <a:pt x="4919075" y="806944"/>
                  </a:lnTo>
                  <a:lnTo>
                    <a:pt x="4919233" y="806944"/>
                  </a:lnTo>
                  <a:lnTo>
                    <a:pt x="4919390" y="806944"/>
                  </a:lnTo>
                  <a:lnTo>
                    <a:pt x="4919548" y="806944"/>
                  </a:lnTo>
                  <a:lnTo>
                    <a:pt x="4919706" y="806944"/>
                  </a:lnTo>
                  <a:lnTo>
                    <a:pt x="4919863" y="806944"/>
                  </a:lnTo>
                  <a:lnTo>
                    <a:pt x="4920021" y="806944"/>
                  </a:lnTo>
                  <a:lnTo>
                    <a:pt x="4920179" y="806944"/>
                  </a:lnTo>
                  <a:lnTo>
                    <a:pt x="4920337" y="806944"/>
                  </a:lnTo>
                  <a:lnTo>
                    <a:pt x="4920494" y="806944"/>
                  </a:lnTo>
                  <a:lnTo>
                    <a:pt x="4920652" y="806944"/>
                  </a:lnTo>
                  <a:lnTo>
                    <a:pt x="4920810" y="806944"/>
                  </a:lnTo>
                  <a:lnTo>
                    <a:pt x="4920967" y="806944"/>
                  </a:lnTo>
                  <a:lnTo>
                    <a:pt x="4921125" y="806944"/>
                  </a:lnTo>
                  <a:lnTo>
                    <a:pt x="4921283" y="806944"/>
                  </a:lnTo>
                  <a:lnTo>
                    <a:pt x="4921283" y="806513"/>
                  </a:lnTo>
                  <a:lnTo>
                    <a:pt x="4921283" y="806083"/>
                  </a:lnTo>
                  <a:lnTo>
                    <a:pt x="4921441" y="806083"/>
                  </a:lnTo>
                  <a:lnTo>
                    <a:pt x="4921598" y="806083"/>
                  </a:lnTo>
                  <a:lnTo>
                    <a:pt x="4921756" y="806083"/>
                  </a:lnTo>
                  <a:lnTo>
                    <a:pt x="4921914" y="806083"/>
                  </a:lnTo>
                  <a:lnTo>
                    <a:pt x="4922072" y="806083"/>
                  </a:lnTo>
                  <a:lnTo>
                    <a:pt x="4922072" y="805652"/>
                  </a:lnTo>
                  <a:lnTo>
                    <a:pt x="4922229" y="805652"/>
                  </a:lnTo>
                  <a:lnTo>
                    <a:pt x="4922387" y="805652"/>
                  </a:lnTo>
                  <a:lnTo>
                    <a:pt x="4922545" y="805652"/>
                  </a:lnTo>
                  <a:lnTo>
                    <a:pt x="4922702" y="805652"/>
                  </a:lnTo>
                  <a:lnTo>
                    <a:pt x="4922860" y="805652"/>
                  </a:lnTo>
                  <a:lnTo>
                    <a:pt x="4923018" y="805652"/>
                  </a:lnTo>
                  <a:lnTo>
                    <a:pt x="4923176" y="805652"/>
                  </a:lnTo>
                  <a:lnTo>
                    <a:pt x="4923333" y="805652"/>
                  </a:lnTo>
                  <a:lnTo>
                    <a:pt x="4923491" y="805652"/>
                  </a:lnTo>
                  <a:lnTo>
                    <a:pt x="4923649" y="805652"/>
                  </a:lnTo>
                  <a:lnTo>
                    <a:pt x="4923649" y="805222"/>
                  </a:lnTo>
                  <a:lnTo>
                    <a:pt x="4923806" y="805222"/>
                  </a:lnTo>
                  <a:lnTo>
                    <a:pt x="4923964" y="805222"/>
                  </a:lnTo>
                  <a:lnTo>
                    <a:pt x="4924122" y="805222"/>
                  </a:lnTo>
                  <a:lnTo>
                    <a:pt x="4924122" y="804791"/>
                  </a:lnTo>
                  <a:lnTo>
                    <a:pt x="4924280" y="804791"/>
                  </a:lnTo>
                  <a:lnTo>
                    <a:pt x="4924437" y="804791"/>
                  </a:lnTo>
                  <a:lnTo>
                    <a:pt x="4924595" y="804791"/>
                  </a:lnTo>
                  <a:lnTo>
                    <a:pt x="4924753" y="804791"/>
                  </a:lnTo>
                  <a:lnTo>
                    <a:pt x="4924910" y="804791"/>
                  </a:lnTo>
                  <a:lnTo>
                    <a:pt x="4925068" y="804791"/>
                  </a:lnTo>
                  <a:lnTo>
                    <a:pt x="4925068" y="804360"/>
                  </a:lnTo>
                  <a:lnTo>
                    <a:pt x="4925068" y="803930"/>
                  </a:lnTo>
                  <a:lnTo>
                    <a:pt x="4925226" y="803930"/>
                  </a:lnTo>
                  <a:lnTo>
                    <a:pt x="4925384" y="803930"/>
                  </a:lnTo>
                  <a:lnTo>
                    <a:pt x="4925541" y="803930"/>
                  </a:lnTo>
                  <a:lnTo>
                    <a:pt x="4925699" y="803930"/>
                  </a:lnTo>
                  <a:lnTo>
                    <a:pt x="4925857" y="803930"/>
                  </a:lnTo>
                  <a:lnTo>
                    <a:pt x="4926014" y="803930"/>
                  </a:lnTo>
                  <a:lnTo>
                    <a:pt x="4926172" y="803930"/>
                  </a:lnTo>
                  <a:lnTo>
                    <a:pt x="4926330" y="803930"/>
                  </a:lnTo>
                  <a:lnTo>
                    <a:pt x="4926488" y="803930"/>
                  </a:lnTo>
                  <a:lnTo>
                    <a:pt x="4926645" y="803930"/>
                  </a:lnTo>
                  <a:lnTo>
                    <a:pt x="4926803" y="803930"/>
                  </a:lnTo>
                  <a:lnTo>
                    <a:pt x="4926961" y="803930"/>
                  </a:lnTo>
                  <a:lnTo>
                    <a:pt x="4927119" y="803930"/>
                  </a:lnTo>
                  <a:lnTo>
                    <a:pt x="4927276" y="803930"/>
                  </a:lnTo>
                  <a:lnTo>
                    <a:pt x="4927434" y="803930"/>
                  </a:lnTo>
                  <a:lnTo>
                    <a:pt x="4927592" y="803930"/>
                  </a:lnTo>
                  <a:lnTo>
                    <a:pt x="4927749" y="803930"/>
                  </a:lnTo>
                  <a:lnTo>
                    <a:pt x="4927907" y="803930"/>
                  </a:lnTo>
                  <a:lnTo>
                    <a:pt x="4928065" y="803930"/>
                  </a:lnTo>
                  <a:lnTo>
                    <a:pt x="4928223" y="803930"/>
                  </a:lnTo>
                  <a:lnTo>
                    <a:pt x="4928223" y="803499"/>
                  </a:lnTo>
                  <a:lnTo>
                    <a:pt x="4928380" y="803499"/>
                  </a:lnTo>
                  <a:lnTo>
                    <a:pt x="4928538" y="803499"/>
                  </a:lnTo>
                  <a:lnTo>
                    <a:pt x="4928696" y="803499"/>
                  </a:lnTo>
                  <a:lnTo>
                    <a:pt x="4928853" y="803499"/>
                  </a:lnTo>
                  <a:lnTo>
                    <a:pt x="4929011" y="803499"/>
                  </a:lnTo>
                  <a:lnTo>
                    <a:pt x="4929169" y="803499"/>
                  </a:lnTo>
                  <a:lnTo>
                    <a:pt x="4929327" y="803499"/>
                  </a:lnTo>
                  <a:lnTo>
                    <a:pt x="4929484" y="803499"/>
                  </a:lnTo>
                  <a:lnTo>
                    <a:pt x="4929642" y="803499"/>
                  </a:lnTo>
                  <a:lnTo>
                    <a:pt x="4929800" y="803499"/>
                  </a:lnTo>
                  <a:lnTo>
                    <a:pt x="4929957" y="803499"/>
                  </a:lnTo>
                  <a:lnTo>
                    <a:pt x="4930115" y="803499"/>
                  </a:lnTo>
                  <a:lnTo>
                    <a:pt x="4930273" y="803499"/>
                  </a:lnTo>
                  <a:lnTo>
                    <a:pt x="4930273" y="803069"/>
                  </a:lnTo>
                  <a:lnTo>
                    <a:pt x="4930431" y="803069"/>
                  </a:lnTo>
                  <a:lnTo>
                    <a:pt x="4930588" y="803069"/>
                  </a:lnTo>
                  <a:lnTo>
                    <a:pt x="4930746" y="803069"/>
                  </a:lnTo>
                  <a:lnTo>
                    <a:pt x="4930746" y="802638"/>
                  </a:lnTo>
                  <a:lnTo>
                    <a:pt x="4930904" y="802638"/>
                  </a:lnTo>
                  <a:lnTo>
                    <a:pt x="4931061" y="802638"/>
                  </a:lnTo>
                  <a:lnTo>
                    <a:pt x="4931219" y="802638"/>
                  </a:lnTo>
                  <a:lnTo>
                    <a:pt x="4931377" y="802638"/>
                  </a:lnTo>
                  <a:lnTo>
                    <a:pt x="4931535" y="802638"/>
                  </a:lnTo>
                  <a:lnTo>
                    <a:pt x="4931692" y="802638"/>
                  </a:lnTo>
                  <a:lnTo>
                    <a:pt x="4931850" y="802638"/>
                  </a:lnTo>
                  <a:lnTo>
                    <a:pt x="4932008" y="802638"/>
                  </a:lnTo>
                  <a:lnTo>
                    <a:pt x="4932165" y="802638"/>
                  </a:lnTo>
                  <a:lnTo>
                    <a:pt x="4932323" y="802638"/>
                  </a:lnTo>
                  <a:lnTo>
                    <a:pt x="4932481" y="802638"/>
                  </a:lnTo>
                  <a:lnTo>
                    <a:pt x="4932481" y="802207"/>
                  </a:lnTo>
                  <a:lnTo>
                    <a:pt x="4932639" y="802207"/>
                  </a:lnTo>
                  <a:lnTo>
                    <a:pt x="4932796" y="802207"/>
                  </a:lnTo>
                  <a:lnTo>
                    <a:pt x="4932954" y="802207"/>
                  </a:lnTo>
                  <a:lnTo>
                    <a:pt x="4933112" y="802207"/>
                  </a:lnTo>
                  <a:lnTo>
                    <a:pt x="4933270" y="802207"/>
                  </a:lnTo>
                  <a:lnTo>
                    <a:pt x="4933427" y="802207"/>
                  </a:lnTo>
                  <a:lnTo>
                    <a:pt x="4933585" y="802207"/>
                  </a:lnTo>
                  <a:lnTo>
                    <a:pt x="4933743" y="802207"/>
                  </a:lnTo>
                  <a:lnTo>
                    <a:pt x="4933900" y="802207"/>
                  </a:lnTo>
                  <a:lnTo>
                    <a:pt x="4933900" y="801777"/>
                  </a:lnTo>
                  <a:lnTo>
                    <a:pt x="4933900" y="801346"/>
                  </a:lnTo>
                  <a:lnTo>
                    <a:pt x="4934058" y="801346"/>
                  </a:lnTo>
                  <a:lnTo>
                    <a:pt x="4934216" y="801346"/>
                  </a:lnTo>
                  <a:lnTo>
                    <a:pt x="4934216" y="800916"/>
                  </a:lnTo>
                  <a:lnTo>
                    <a:pt x="4934374" y="800916"/>
                  </a:lnTo>
                  <a:lnTo>
                    <a:pt x="4934531" y="800916"/>
                  </a:lnTo>
                  <a:lnTo>
                    <a:pt x="4934689" y="800916"/>
                  </a:lnTo>
                  <a:lnTo>
                    <a:pt x="4934847" y="800916"/>
                  </a:lnTo>
                  <a:lnTo>
                    <a:pt x="4935004" y="800916"/>
                  </a:lnTo>
                  <a:lnTo>
                    <a:pt x="4935004" y="800485"/>
                  </a:lnTo>
                  <a:lnTo>
                    <a:pt x="4935004" y="800054"/>
                  </a:lnTo>
                  <a:lnTo>
                    <a:pt x="4935162" y="800054"/>
                  </a:lnTo>
                  <a:lnTo>
                    <a:pt x="4935320" y="800054"/>
                  </a:lnTo>
                  <a:lnTo>
                    <a:pt x="4935478" y="800054"/>
                  </a:lnTo>
                  <a:lnTo>
                    <a:pt x="4935635" y="800054"/>
                  </a:lnTo>
                  <a:lnTo>
                    <a:pt x="4935793" y="800054"/>
                  </a:lnTo>
                  <a:lnTo>
                    <a:pt x="4935951" y="800054"/>
                  </a:lnTo>
                  <a:lnTo>
                    <a:pt x="4936108" y="800054"/>
                  </a:lnTo>
                  <a:lnTo>
                    <a:pt x="4936108" y="799624"/>
                  </a:lnTo>
                  <a:lnTo>
                    <a:pt x="4936266" y="799624"/>
                  </a:lnTo>
                  <a:lnTo>
                    <a:pt x="4936424" y="799624"/>
                  </a:lnTo>
                  <a:lnTo>
                    <a:pt x="4936582" y="799624"/>
                  </a:lnTo>
                  <a:lnTo>
                    <a:pt x="4936739" y="799624"/>
                  </a:lnTo>
                  <a:lnTo>
                    <a:pt x="4936897" y="799624"/>
                  </a:lnTo>
                  <a:lnTo>
                    <a:pt x="4937055" y="799624"/>
                  </a:lnTo>
                  <a:lnTo>
                    <a:pt x="4937212" y="799624"/>
                  </a:lnTo>
                  <a:lnTo>
                    <a:pt x="4937370" y="799624"/>
                  </a:lnTo>
                  <a:lnTo>
                    <a:pt x="4937528" y="799624"/>
                  </a:lnTo>
                  <a:lnTo>
                    <a:pt x="4937686" y="799624"/>
                  </a:lnTo>
                  <a:lnTo>
                    <a:pt x="4937843" y="799624"/>
                  </a:lnTo>
                  <a:lnTo>
                    <a:pt x="4938001" y="799624"/>
                  </a:lnTo>
                  <a:lnTo>
                    <a:pt x="4938001" y="799193"/>
                  </a:lnTo>
                  <a:lnTo>
                    <a:pt x="4938159" y="799193"/>
                  </a:lnTo>
                  <a:lnTo>
                    <a:pt x="4938317" y="799193"/>
                  </a:lnTo>
                  <a:lnTo>
                    <a:pt x="4938474" y="799193"/>
                  </a:lnTo>
                  <a:lnTo>
                    <a:pt x="4938632" y="799193"/>
                  </a:lnTo>
                  <a:lnTo>
                    <a:pt x="4938790" y="799193"/>
                  </a:lnTo>
                  <a:lnTo>
                    <a:pt x="4938947" y="799193"/>
                  </a:lnTo>
                  <a:lnTo>
                    <a:pt x="4938947" y="798763"/>
                  </a:lnTo>
                  <a:lnTo>
                    <a:pt x="4939105" y="798763"/>
                  </a:lnTo>
                  <a:lnTo>
                    <a:pt x="4939263" y="798763"/>
                  </a:lnTo>
                  <a:lnTo>
                    <a:pt x="4939263" y="798332"/>
                  </a:lnTo>
                  <a:lnTo>
                    <a:pt x="4939421" y="798332"/>
                  </a:lnTo>
                  <a:lnTo>
                    <a:pt x="4939421" y="797901"/>
                  </a:lnTo>
                  <a:lnTo>
                    <a:pt x="4939421" y="797471"/>
                  </a:lnTo>
                  <a:lnTo>
                    <a:pt x="4939578" y="797471"/>
                  </a:lnTo>
                  <a:lnTo>
                    <a:pt x="4939578" y="797040"/>
                  </a:lnTo>
                  <a:lnTo>
                    <a:pt x="4939736" y="797040"/>
                  </a:lnTo>
                  <a:lnTo>
                    <a:pt x="4939894" y="797040"/>
                  </a:lnTo>
                  <a:lnTo>
                    <a:pt x="4940051" y="797040"/>
                  </a:lnTo>
                  <a:lnTo>
                    <a:pt x="4940051" y="796610"/>
                  </a:lnTo>
                  <a:lnTo>
                    <a:pt x="4940051" y="796179"/>
                  </a:lnTo>
                  <a:lnTo>
                    <a:pt x="4940209" y="796179"/>
                  </a:lnTo>
                  <a:lnTo>
                    <a:pt x="4940367" y="796179"/>
                  </a:lnTo>
                  <a:lnTo>
                    <a:pt x="4940525" y="796179"/>
                  </a:lnTo>
                  <a:lnTo>
                    <a:pt x="4940682" y="796179"/>
                  </a:lnTo>
                  <a:lnTo>
                    <a:pt x="4940682" y="795748"/>
                  </a:lnTo>
                  <a:lnTo>
                    <a:pt x="4940682" y="795318"/>
                  </a:lnTo>
                  <a:lnTo>
                    <a:pt x="4940840" y="795318"/>
                  </a:lnTo>
                  <a:lnTo>
                    <a:pt x="4940998" y="795318"/>
                  </a:lnTo>
                  <a:lnTo>
                    <a:pt x="4941155" y="795318"/>
                  </a:lnTo>
                  <a:lnTo>
                    <a:pt x="4941313" y="795318"/>
                  </a:lnTo>
                  <a:lnTo>
                    <a:pt x="4941471" y="795318"/>
                  </a:lnTo>
                  <a:lnTo>
                    <a:pt x="4941471" y="794887"/>
                  </a:lnTo>
                  <a:lnTo>
                    <a:pt x="4941629" y="794887"/>
                  </a:lnTo>
                  <a:lnTo>
                    <a:pt x="4941786" y="794887"/>
                  </a:lnTo>
                  <a:lnTo>
                    <a:pt x="4941944" y="794887"/>
                  </a:lnTo>
                  <a:lnTo>
                    <a:pt x="4942102" y="794887"/>
                  </a:lnTo>
                  <a:lnTo>
                    <a:pt x="4942102" y="794457"/>
                  </a:lnTo>
                  <a:lnTo>
                    <a:pt x="4942259" y="794457"/>
                  </a:lnTo>
                  <a:lnTo>
                    <a:pt x="4942417" y="794457"/>
                  </a:lnTo>
                  <a:lnTo>
                    <a:pt x="4942417" y="794026"/>
                  </a:lnTo>
                  <a:lnTo>
                    <a:pt x="4942575" y="794026"/>
                  </a:lnTo>
                  <a:lnTo>
                    <a:pt x="4942733" y="794026"/>
                  </a:lnTo>
                  <a:lnTo>
                    <a:pt x="4942890" y="794026"/>
                  </a:lnTo>
                  <a:lnTo>
                    <a:pt x="4943048" y="794026"/>
                  </a:lnTo>
                  <a:lnTo>
                    <a:pt x="4943206" y="794026"/>
                  </a:lnTo>
                  <a:lnTo>
                    <a:pt x="4943363" y="794026"/>
                  </a:lnTo>
                  <a:lnTo>
                    <a:pt x="4943521" y="794026"/>
                  </a:lnTo>
                  <a:lnTo>
                    <a:pt x="4943679" y="794026"/>
                  </a:lnTo>
                  <a:lnTo>
                    <a:pt x="4943837" y="794026"/>
                  </a:lnTo>
                  <a:lnTo>
                    <a:pt x="4943994" y="794026"/>
                  </a:lnTo>
                  <a:lnTo>
                    <a:pt x="4943994" y="793595"/>
                  </a:lnTo>
                  <a:lnTo>
                    <a:pt x="4944152" y="793595"/>
                  </a:lnTo>
                  <a:lnTo>
                    <a:pt x="4944310" y="793595"/>
                  </a:lnTo>
                  <a:lnTo>
                    <a:pt x="4944468" y="793595"/>
                  </a:lnTo>
                  <a:lnTo>
                    <a:pt x="4944625" y="793595"/>
                  </a:lnTo>
                  <a:lnTo>
                    <a:pt x="4944783" y="793595"/>
                  </a:lnTo>
                  <a:lnTo>
                    <a:pt x="4944941" y="793595"/>
                  </a:lnTo>
                  <a:lnTo>
                    <a:pt x="4945098" y="793595"/>
                  </a:lnTo>
                  <a:lnTo>
                    <a:pt x="4945256" y="793595"/>
                  </a:lnTo>
                  <a:lnTo>
                    <a:pt x="4945256" y="793165"/>
                  </a:lnTo>
                  <a:lnTo>
                    <a:pt x="4945414" y="793165"/>
                  </a:lnTo>
                  <a:lnTo>
                    <a:pt x="4945572" y="793165"/>
                  </a:lnTo>
                  <a:lnTo>
                    <a:pt x="4945729" y="793165"/>
                  </a:lnTo>
                  <a:lnTo>
                    <a:pt x="4945887" y="793165"/>
                  </a:lnTo>
                  <a:lnTo>
                    <a:pt x="4946045" y="793165"/>
                  </a:lnTo>
                  <a:lnTo>
                    <a:pt x="4946202" y="793165"/>
                  </a:lnTo>
                  <a:lnTo>
                    <a:pt x="4946202" y="792734"/>
                  </a:lnTo>
                  <a:lnTo>
                    <a:pt x="4946360" y="792734"/>
                  </a:lnTo>
                  <a:lnTo>
                    <a:pt x="4946518" y="792734"/>
                  </a:lnTo>
                  <a:lnTo>
                    <a:pt x="4946676" y="792734"/>
                  </a:lnTo>
                  <a:lnTo>
                    <a:pt x="4946833" y="792734"/>
                  </a:lnTo>
                  <a:lnTo>
                    <a:pt x="4946991" y="792734"/>
                  </a:lnTo>
                  <a:lnTo>
                    <a:pt x="4947149" y="792734"/>
                  </a:lnTo>
                  <a:lnTo>
                    <a:pt x="4947306" y="792734"/>
                  </a:lnTo>
                  <a:lnTo>
                    <a:pt x="4947464" y="792734"/>
                  </a:lnTo>
                  <a:lnTo>
                    <a:pt x="4947464" y="792304"/>
                  </a:lnTo>
                  <a:lnTo>
                    <a:pt x="4947622" y="792304"/>
                  </a:lnTo>
                  <a:lnTo>
                    <a:pt x="4947622" y="791873"/>
                  </a:lnTo>
                  <a:lnTo>
                    <a:pt x="4947622" y="791442"/>
                  </a:lnTo>
                  <a:lnTo>
                    <a:pt x="4947780" y="791442"/>
                  </a:lnTo>
                  <a:lnTo>
                    <a:pt x="4947937" y="791442"/>
                  </a:lnTo>
                  <a:lnTo>
                    <a:pt x="4948095" y="791442"/>
                  </a:lnTo>
                  <a:lnTo>
                    <a:pt x="4948253" y="791442"/>
                  </a:lnTo>
                  <a:lnTo>
                    <a:pt x="4948410" y="791442"/>
                  </a:lnTo>
                  <a:lnTo>
                    <a:pt x="4948568" y="791442"/>
                  </a:lnTo>
                  <a:lnTo>
                    <a:pt x="4948568" y="791012"/>
                  </a:lnTo>
                  <a:lnTo>
                    <a:pt x="4948568" y="790581"/>
                  </a:lnTo>
                  <a:lnTo>
                    <a:pt x="4948726" y="790581"/>
                  </a:lnTo>
                  <a:lnTo>
                    <a:pt x="4948726" y="790151"/>
                  </a:lnTo>
                  <a:lnTo>
                    <a:pt x="4948884" y="790151"/>
                  </a:lnTo>
                  <a:lnTo>
                    <a:pt x="4949041" y="790151"/>
                  </a:lnTo>
                  <a:lnTo>
                    <a:pt x="4949199" y="790151"/>
                  </a:lnTo>
                  <a:lnTo>
                    <a:pt x="4949199" y="789720"/>
                  </a:lnTo>
                  <a:lnTo>
                    <a:pt x="4949357" y="789720"/>
                  </a:lnTo>
                  <a:lnTo>
                    <a:pt x="4949515" y="789720"/>
                  </a:lnTo>
                  <a:lnTo>
                    <a:pt x="4949515" y="789289"/>
                  </a:lnTo>
                  <a:lnTo>
                    <a:pt x="4949672" y="789289"/>
                  </a:lnTo>
                  <a:lnTo>
                    <a:pt x="4949830" y="789289"/>
                  </a:lnTo>
                  <a:lnTo>
                    <a:pt x="4949988" y="789289"/>
                  </a:lnTo>
                  <a:lnTo>
                    <a:pt x="4950145" y="789289"/>
                  </a:lnTo>
                  <a:lnTo>
                    <a:pt x="4950303" y="789289"/>
                  </a:lnTo>
                  <a:lnTo>
                    <a:pt x="4950303" y="788859"/>
                  </a:lnTo>
                  <a:lnTo>
                    <a:pt x="4950461" y="788859"/>
                  </a:lnTo>
                  <a:lnTo>
                    <a:pt x="4950461" y="788428"/>
                  </a:lnTo>
                  <a:lnTo>
                    <a:pt x="4950619" y="788428"/>
                  </a:lnTo>
                  <a:lnTo>
                    <a:pt x="4950619" y="787998"/>
                  </a:lnTo>
                  <a:lnTo>
                    <a:pt x="4950619" y="787567"/>
                  </a:lnTo>
                  <a:lnTo>
                    <a:pt x="4950776" y="787567"/>
                  </a:lnTo>
                  <a:lnTo>
                    <a:pt x="4950934" y="787567"/>
                  </a:lnTo>
                  <a:lnTo>
                    <a:pt x="4951092" y="787567"/>
                  </a:lnTo>
                  <a:lnTo>
                    <a:pt x="4951249" y="787567"/>
                  </a:lnTo>
                  <a:lnTo>
                    <a:pt x="4951407" y="787567"/>
                  </a:lnTo>
                  <a:lnTo>
                    <a:pt x="4951565" y="787567"/>
                  </a:lnTo>
                  <a:lnTo>
                    <a:pt x="4951723" y="787567"/>
                  </a:lnTo>
                  <a:lnTo>
                    <a:pt x="4951880" y="787567"/>
                  </a:lnTo>
                  <a:lnTo>
                    <a:pt x="4952038" y="787567"/>
                  </a:lnTo>
                  <a:lnTo>
                    <a:pt x="4952196" y="787567"/>
                  </a:lnTo>
                  <a:lnTo>
                    <a:pt x="4952353" y="787567"/>
                  </a:lnTo>
                  <a:lnTo>
                    <a:pt x="4952511" y="787567"/>
                  </a:lnTo>
                  <a:lnTo>
                    <a:pt x="4952669" y="787567"/>
                  </a:lnTo>
                  <a:lnTo>
                    <a:pt x="4952827" y="787567"/>
                  </a:lnTo>
                  <a:lnTo>
                    <a:pt x="4952984" y="787567"/>
                  </a:lnTo>
                  <a:lnTo>
                    <a:pt x="4953142" y="787567"/>
                  </a:lnTo>
                  <a:lnTo>
                    <a:pt x="4953300" y="787567"/>
                  </a:lnTo>
                  <a:lnTo>
                    <a:pt x="4953457" y="787567"/>
                  </a:lnTo>
                  <a:lnTo>
                    <a:pt x="4953615" y="787567"/>
                  </a:lnTo>
                  <a:lnTo>
                    <a:pt x="4953615" y="787136"/>
                  </a:lnTo>
                  <a:lnTo>
                    <a:pt x="4953773" y="787136"/>
                  </a:lnTo>
                  <a:lnTo>
                    <a:pt x="4953931" y="787136"/>
                  </a:lnTo>
                  <a:lnTo>
                    <a:pt x="4954088" y="787136"/>
                  </a:lnTo>
                  <a:lnTo>
                    <a:pt x="4954246" y="787136"/>
                  </a:lnTo>
                  <a:lnTo>
                    <a:pt x="4954404" y="787136"/>
                  </a:lnTo>
                  <a:lnTo>
                    <a:pt x="4954561" y="787136"/>
                  </a:lnTo>
                  <a:lnTo>
                    <a:pt x="4954719" y="787136"/>
                  </a:lnTo>
                  <a:lnTo>
                    <a:pt x="4954877" y="787136"/>
                  </a:lnTo>
                  <a:lnTo>
                    <a:pt x="4955035" y="787136"/>
                  </a:lnTo>
                  <a:lnTo>
                    <a:pt x="4955192" y="787136"/>
                  </a:lnTo>
                  <a:lnTo>
                    <a:pt x="4955350" y="787136"/>
                  </a:lnTo>
                  <a:lnTo>
                    <a:pt x="4955508" y="787136"/>
                  </a:lnTo>
                  <a:lnTo>
                    <a:pt x="4955666" y="787136"/>
                  </a:lnTo>
                  <a:lnTo>
                    <a:pt x="4955823" y="787136"/>
                  </a:lnTo>
                  <a:lnTo>
                    <a:pt x="4955981" y="787136"/>
                  </a:lnTo>
                  <a:lnTo>
                    <a:pt x="4956139" y="787136"/>
                  </a:lnTo>
                  <a:lnTo>
                    <a:pt x="4956296" y="787136"/>
                  </a:lnTo>
                  <a:lnTo>
                    <a:pt x="4956454" y="787136"/>
                  </a:lnTo>
                  <a:lnTo>
                    <a:pt x="4956612" y="787136"/>
                  </a:lnTo>
                  <a:lnTo>
                    <a:pt x="4956770" y="787136"/>
                  </a:lnTo>
                  <a:lnTo>
                    <a:pt x="4956927" y="787136"/>
                  </a:lnTo>
                  <a:lnTo>
                    <a:pt x="4957085" y="787136"/>
                  </a:lnTo>
                  <a:lnTo>
                    <a:pt x="4957243" y="787136"/>
                  </a:lnTo>
                  <a:lnTo>
                    <a:pt x="4957400" y="787136"/>
                  </a:lnTo>
                  <a:lnTo>
                    <a:pt x="4957558" y="787136"/>
                  </a:lnTo>
                  <a:lnTo>
                    <a:pt x="4957716" y="787136"/>
                  </a:lnTo>
                  <a:lnTo>
                    <a:pt x="4957874" y="787136"/>
                  </a:lnTo>
                  <a:lnTo>
                    <a:pt x="4957874" y="786706"/>
                  </a:lnTo>
                  <a:lnTo>
                    <a:pt x="4958031" y="786706"/>
                  </a:lnTo>
                  <a:lnTo>
                    <a:pt x="4958189" y="786706"/>
                  </a:lnTo>
                  <a:lnTo>
                    <a:pt x="4958347" y="786706"/>
                  </a:lnTo>
                  <a:lnTo>
                    <a:pt x="4958504" y="786706"/>
                  </a:lnTo>
                  <a:lnTo>
                    <a:pt x="4958662" y="786706"/>
                  </a:lnTo>
                  <a:lnTo>
                    <a:pt x="4958820" y="786706"/>
                  </a:lnTo>
                  <a:lnTo>
                    <a:pt x="4958978" y="786706"/>
                  </a:lnTo>
                  <a:lnTo>
                    <a:pt x="4958978" y="786275"/>
                  </a:lnTo>
                  <a:lnTo>
                    <a:pt x="4959135" y="786275"/>
                  </a:lnTo>
                  <a:lnTo>
                    <a:pt x="4959293" y="786275"/>
                  </a:lnTo>
                  <a:lnTo>
                    <a:pt x="4959293" y="785845"/>
                  </a:lnTo>
                  <a:lnTo>
                    <a:pt x="4959451" y="785845"/>
                  </a:lnTo>
                  <a:lnTo>
                    <a:pt x="4959608" y="785845"/>
                  </a:lnTo>
                  <a:lnTo>
                    <a:pt x="4959766" y="785845"/>
                  </a:lnTo>
                  <a:lnTo>
                    <a:pt x="4959924" y="785845"/>
                  </a:lnTo>
                  <a:lnTo>
                    <a:pt x="4960082" y="785845"/>
                  </a:lnTo>
                  <a:lnTo>
                    <a:pt x="4960239" y="785845"/>
                  </a:lnTo>
                  <a:lnTo>
                    <a:pt x="4960397" y="785845"/>
                  </a:lnTo>
                  <a:lnTo>
                    <a:pt x="4960555" y="785845"/>
                  </a:lnTo>
                  <a:lnTo>
                    <a:pt x="4960713" y="785845"/>
                  </a:lnTo>
                  <a:lnTo>
                    <a:pt x="4960713" y="785414"/>
                  </a:lnTo>
                  <a:lnTo>
                    <a:pt x="4960870" y="785414"/>
                  </a:lnTo>
                  <a:lnTo>
                    <a:pt x="4961028" y="785414"/>
                  </a:lnTo>
                  <a:lnTo>
                    <a:pt x="4961186" y="785414"/>
                  </a:lnTo>
                  <a:lnTo>
                    <a:pt x="4961343" y="785414"/>
                  </a:lnTo>
                  <a:lnTo>
                    <a:pt x="4961501" y="785414"/>
                  </a:lnTo>
                  <a:lnTo>
                    <a:pt x="4961659" y="785414"/>
                  </a:lnTo>
                  <a:lnTo>
                    <a:pt x="4961817" y="785414"/>
                  </a:lnTo>
                  <a:lnTo>
                    <a:pt x="4961974" y="785414"/>
                  </a:lnTo>
                  <a:lnTo>
                    <a:pt x="4961974" y="784983"/>
                  </a:lnTo>
                  <a:lnTo>
                    <a:pt x="4962132" y="784983"/>
                  </a:lnTo>
                  <a:lnTo>
                    <a:pt x="4962290" y="784983"/>
                  </a:lnTo>
                  <a:lnTo>
                    <a:pt x="4962447" y="784983"/>
                  </a:lnTo>
                  <a:lnTo>
                    <a:pt x="4962605" y="784983"/>
                  </a:lnTo>
                  <a:lnTo>
                    <a:pt x="4962763" y="784983"/>
                  </a:lnTo>
                  <a:lnTo>
                    <a:pt x="4962763" y="784553"/>
                  </a:lnTo>
                  <a:lnTo>
                    <a:pt x="4962921" y="784553"/>
                  </a:lnTo>
                  <a:lnTo>
                    <a:pt x="4963078" y="784553"/>
                  </a:lnTo>
                  <a:lnTo>
                    <a:pt x="4963236" y="784553"/>
                  </a:lnTo>
                  <a:lnTo>
                    <a:pt x="4963394" y="784553"/>
                  </a:lnTo>
                  <a:lnTo>
                    <a:pt x="4963551" y="784553"/>
                  </a:lnTo>
                  <a:lnTo>
                    <a:pt x="4963709" y="784553"/>
                  </a:lnTo>
                  <a:lnTo>
                    <a:pt x="4963867" y="784553"/>
                  </a:lnTo>
                  <a:lnTo>
                    <a:pt x="4963867" y="784122"/>
                  </a:lnTo>
                  <a:lnTo>
                    <a:pt x="4964025" y="784122"/>
                  </a:lnTo>
                  <a:lnTo>
                    <a:pt x="4964182" y="784122"/>
                  </a:lnTo>
                  <a:lnTo>
                    <a:pt x="4964340" y="784122"/>
                  </a:lnTo>
                  <a:lnTo>
                    <a:pt x="4964498" y="784122"/>
                  </a:lnTo>
                  <a:lnTo>
                    <a:pt x="4964655" y="784122"/>
                  </a:lnTo>
                  <a:lnTo>
                    <a:pt x="4964655" y="783692"/>
                  </a:lnTo>
                  <a:lnTo>
                    <a:pt x="4964655" y="783261"/>
                  </a:lnTo>
                  <a:lnTo>
                    <a:pt x="4964813" y="783261"/>
                  </a:lnTo>
                  <a:lnTo>
                    <a:pt x="4964971" y="783261"/>
                  </a:lnTo>
                  <a:lnTo>
                    <a:pt x="4965129" y="783261"/>
                  </a:lnTo>
                  <a:lnTo>
                    <a:pt x="4965286" y="783261"/>
                  </a:lnTo>
                  <a:lnTo>
                    <a:pt x="4965444" y="783261"/>
                  </a:lnTo>
                  <a:lnTo>
                    <a:pt x="4965602" y="783261"/>
                  </a:lnTo>
                  <a:lnTo>
                    <a:pt x="4965759" y="783261"/>
                  </a:lnTo>
                  <a:lnTo>
                    <a:pt x="4965917" y="783261"/>
                  </a:lnTo>
                  <a:lnTo>
                    <a:pt x="4966075" y="783261"/>
                  </a:lnTo>
                  <a:lnTo>
                    <a:pt x="4966233" y="783261"/>
                  </a:lnTo>
                  <a:lnTo>
                    <a:pt x="4966390" y="783261"/>
                  </a:lnTo>
                  <a:lnTo>
                    <a:pt x="4966548" y="783261"/>
                  </a:lnTo>
                  <a:lnTo>
                    <a:pt x="4966706" y="783261"/>
                  </a:lnTo>
                  <a:lnTo>
                    <a:pt x="4966706" y="782830"/>
                  </a:lnTo>
                  <a:lnTo>
                    <a:pt x="4966864" y="782830"/>
                  </a:lnTo>
                  <a:lnTo>
                    <a:pt x="4967021" y="782830"/>
                  </a:lnTo>
                  <a:lnTo>
                    <a:pt x="4967179" y="782830"/>
                  </a:lnTo>
                  <a:lnTo>
                    <a:pt x="4967337" y="782830"/>
                  </a:lnTo>
                  <a:lnTo>
                    <a:pt x="4967494" y="782830"/>
                  </a:lnTo>
                  <a:lnTo>
                    <a:pt x="4967652" y="782830"/>
                  </a:lnTo>
                  <a:lnTo>
                    <a:pt x="4967810" y="782830"/>
                  </a:lnTo>
                  <a:lnTo>
                    <a:pt x="4967968" y="782830"/>
                  </a:lnTo>
                  <a:lnTo>
                    <a:pt x="4968125" y="782830"/>
                  </a:lnTo>
                  <a:lnTo>
                    <a:pt x="4968125" y="782400"/>
                  </a:lnTo>
                  <a:lnTo>
                    <a:pt x="4968283" y="782400"/>
                  </a:lnTo>
                  <a:lnTo>
                    <a:pt x="4968441" y="782400"/>
                  </a:lnTo>
                  <a:lnTo>
                    <a:pt x="4968598" y="782400"/>
                  </a:lnTo>
                  <a:lnTo>
                    <a:pt x="4968756" y="782400"/>
                  </a:lnTo>
                  <a:lnTo>
                    <a:pt x="4968756" y="781969"/>
                  </a:lnTo>
                  <a:lnTo>
                    <a:pt x="4968914" y="781969"/>
                  </a:lnTo>
                  <a:lnTo>
                    <a:pt x="4969072" y="781969"/>
                  </a:lnTo>
                  <a:lnTo>
                    <a:pt x="4969229" y="781969"/>
                  </a:lnTo>
                  <a:lnTo>
                    <a:pt x="4969387" y="781969"/>
                  </a:lnTo>
                  <a:lnTo>
                    <a:pt x="4969545" y="781969"/>
                  </a:lnTo>
                  <a:lnTo>
                    <a:pt x="4969702" y="781969"/>
                  </a:lnTo>
                  <a:lnTo>
                    <a:pt x="4969860" y="781969"/>
                  </a:lnTo>
                  <a:lnTo>
                    <a:pt x="4970018" y="781969"/>
                  </a:lnTo>
                  <a:lnTo>
                    <a:pt x="4970176" y="781969"/>
                  </a:lnTo>
                  <a:lnTo>
                    <a:pt x="4970333" y="781969"/>
                  </a:lnTo>
                  <a:lnTo>
                    <a:pt x="4970491" y="781969"/>
                  </a:lnTo>
                  <a:lnTo>
                    <a:pt x="4970491" y="781539"/>
                  </a:lnTo>
                  <a:lnTo>
                    <a:pt x="4970649" y="781539"/>
                  </a:lnTo>
                  <a:lnTo>
                    <a:pt x="4970806" y="781539"/>
                  </a:lnTo>
                  <a:lnTo>
                    <a:pt x="4970964" y="781539"/>
                  </a:lnTo>
                  <a:lnTo>
                    <a:pt x="4971122" y="781539"/>
                  </a:lnTo>
                  <a:lnTo>
                    <a:pt x="4971280" y="781539"/>
                  </a:lnTo>
                  <a:lnTo>
                    <a:pt x="4971437" y="781539"/>
                  </a:lnTo>
                  <a:lnTo>
                    <a:pt x="4971437" y="781108"/>
                  </a:lnTo>
                  <a:lnTo>
                    <a:pt x="4971595" y="781108"/>
                  </a:lnTo>
                  <a:lnTo>
                    <a:pt x="4971753" y="781108"/>
                  </a:lnTo>
                  <a:lnTo>
                    <a:pt x="4971753" y="780677"/>
                  </a:lnTo>
                  <a:lnTo>
                    <a:pt x="4971753" y="780247"/>
                  </a:lnTo>
                  <a:lnTo>
                    <a:pt x="4971911" y="780247"/>
                  </a:lnTo>
                  <a:lnTo>
                    <a:pt x="4971911" y="779816"/>
                  </a:lnTo>
                  <a:lnTo>
                    <a:pt x="4972068" y="779816"/>
                  </a:lnTo>
                  <a:lnTo>
                    <a:pt x="4972226" y="779816"/>
                  </a:lnTo>
                  <a:lnTo>
                    <a:pt x="4972384" y="779816"/>
                  </a:lnTo>
                  <a:lnTo>
                    <a:pt x="4972541" y="779816"/>
                  </a:lnTo>
                  <a:lnTo>
                    <a:pt x="4972699" y="779816"/>
                  </a:lnTo>
                  <a:lnTo>
                    <a:pt x="4972699" y="779386"/>
                  </a:lnTo>
                  <a:lnTo>
                    <a:pt x="4972857" y="779386"/>
                  </a:lnTo>
                  <a:lnTo>
                    <a:pt x="4973015" y="779386"/>
                  </a:lnTo>
                  <a:lnTo>
                    <a:pt x="4973172" y="779386"/>
                  </a:lnTo>
                  <a:lnTo>
                    <a:pt x="4973330" y="779386"/>
                  </a:lnTo>
                  <a:lnTo>
                    <a:pt x="4973330" y="778955"/>
                  </a:lnTo>
                  <a:lnTo>
                    <a:pt x="4973330" y="778524"/>
                  </a:lnTo>
                  <a:lnTo>
                    <a:pt x="4973488" y="778524"/>
                  </a:lnTo>
                  <a:lnTo>
                    <a:pt x="4973645" y="778524"/>
                  </a:lnTo>
                  <a:lnTo>
                    <a:pt x="4973803" y="778524"/>
                  </a:lnTo>
                  <a:lnTo>
                    <a:pt x="4973961" y="778524"/>
                  </a:lnTo>
                  <a:lnTo>
                    <a:pt x="4974119" y="778524"/>
                  </a:lnTo>
                  <a:lnTo>
                    <a:pt x="4974276" y="778524"/>
                  </a:lnTo>
                  <a:lnTo>
                    <a:pt x="4974434" y="778524"/>
                  </a:lnTo>
                  <a:lnTo>
                    <a:pt x="4974434" y="778094"/>
                  </a:lnTo>
                  <a:lnTo>
                    <a:pt x="4974592" y="778094"/>
                  </a:lnTo>
                  <a:lnTo>
                    <a:pt x="4974749" y="778094"/>
                  </a:lnTo>
                  <a:lnTo>
                    <a:pt x="4974907" y="778094"/>
                  </a:lnTo>
                  <a:lnTo>
                    <a:pt x="4975065" y="778094"/>
                  </a:lnTo>
                  <a:lnTo>
                    <a:pt x="4975223" y="778094"/>
                  </a:lnTo>
                  <a:lnTo>
                    <a:pt x="4975380" y="778094"/>
                  </a:lnTo>
                  <a:lnTo>
                    <a:pt x="4975538" y="778094"/>
                  </a:lnTo>
                  <a:lnTo>
                    <a:pt x="4975696" y="778094"/>
                  </a:lnTo>
                  <a:lnTo>
                    <a:pt x="4975696" y="777663"/>
                  </a:lnTo>
                  <a:lnTo>
                    <a:pt x="4975853" y="777663"/>
                  </a:lnTo>
                  <a:lnTo>
                    <a:pt x="4976011" y="777663"/>
                  </a:lnTo>
                  <a:lnTo>
                    <a:pt x="4976169" y="777663"/>
                  </a:lnTo>
                  <a:lnTo>
                    <a:pt x="4976327" y="777663"/>
                  </a:lnTo>
                  <a:lnTo>
                    <a:pt x="4976327" y="777233"/>
                  </a:lnTo>
                  <a:lnTo>
                    <a:pt x="4976484" y="777233"/>
                  </a:lnTo>
                  <a:lnTo>
                    <a:pt x="4976642" y="777233"/>
                  </a:lnTo>
                  <a:lnTo>
                    <a:pt x="4976800" y="777233"/>
                  </a:lnTo>
                  <a:lnTo>
                    <a:pt x="4976800" y="776802"/>
                  </a:lnTo>
                  <a:lnTo>
                    <a:pt x="4976957" y="776802"/>
                  </a:lnTo>
                  <a:lnTo>
                    <a:pt x="4977115" y="776802"/>
                  </a:lnTo>
                  <a:lnTo>
                    <a:pt x="4977273" y="776802"/>
                  </a:lnTo>
                  <a:lnTo>
                    <a:pt x="4977431" y="776802"/>
                  </a:lnTo>
                  <a:lnTo>
                    <a:pt x="4977588" y="776802"/>
                  </a:lnTo>
                  <a:lnTo>
                    <a:pt x="4977746" y="776802"/>
                  </a:lnTo>
                  <a:lnTo>
                    <a:pt x="4977904" y="776802"/>
                  </a:lnTo>
                  <a:lnTo>
                    <a:pt x="4978062" y="776802"/>
                  </a:lnTo>
                  <a:lnTo>
                    <a:pt x="4978219" y="776802"/>
                  </a:lnTo>
                  <a:lnTo>
                    <a:pt x="4978219" y="776371"/>
                  </a:lnTo>
                  <a:lnTo>
                    <a:pt x="4978219" y="775941"/>
                  </a:lnTo>
                  <a:lnTo>
                    <a:pt x="4978377" y="775941"/>
                  </a:lnTo>
                  <a:lnTo>
                    <a:pt x="4978535" y="775941"/>
                  </a:lnTo>
                  <a:lnTo>
                    <a:pt x="4978692" y="775941"/>
                  </a:lnTo>
                  <a:lnTo>
                    <a:pt x="4978850" y="775941"/>
                  </a:lnTo>
                  <a:lnTo>
                    <a:pt x="4979008" y="775941"/>
                  </a:lnTo>
                  <a:lnTo>
                    <a:pt x="4979166" y="775941"/>
                  </a:lnTo>
                  <a:lnTo>
                    <a:pt x="4979323" y="775941"/>
                  </a:lnTo>
                  <a:lnTo>
                    <a:pt x="4979481" y="775941"/>
                  </a:lnTo>
                  <a:lnTo>
                    <a:pt x="4979639" y="775941"/>
                  </a:lnTo>
                  <a:lnTo>
                    <a:pt x="4979796" y="775941"/>
                  </a:lnTo>
                  <a:lnTo>
                    <a:pt x="4979954" y="775941"/>
                  </a:lnTo>
                  <a:lnTo>
                    <a:pt x="4980112" y="775941"/>
                  </a:lnTo>
                  <a:lnTo>
                    <a:pt x="4980270" y="775941"/>
                  </a:lnTo>
                  <a:lnTo>
                    <a:pt x="4980427" y="775941"/>
                  </a:lnTo>
                  <a:lnTo>
                    <a:pt x="4980585" y="775941"/>
                  </a:lnTo>
                  <a:lnTo>
                    <a:pt x="4980743" y="775941"/>
                  </a:lnTo>
                  <a:lnTo>
                    <a:pt x="4980900" y="775941"/>
                  </a:lnTo>
                  <a:lnTo>
                    <a:pt x="4981058" y="775941"/>
                  </a:lnTo>
                  <a:lnTo>
                    <a:pt x="4981058" y="775510"/>
                  </a:lnTo>
                  <a:lnTo>
                    <a:pt x="4981216" y="775510"/>
                  </a:lnTo>
                  <a:lnTo>
                    <a:pt x="4981216" y="775080"/>
                  </a:lnTo>
                  <a:lnTo>
                    <a:pt x="4981374" y="775080"/>
                  </a:lnTo>
                  <a:lnTo>
                    <a:pt x="4981531" y="775080"/>
                  </a:lnTo>
                  <a:lnTo>
                    <a:pt x="4981689" y="775080"/>
                  </a:lnTo>
                  <a:lnTo>
                    <a:pt x="4981847" y="775080"/>
                  </a:lnTo>
                  <a:lnTo>
                    <a:pt x="4982004" y="775080"/>
                  </a:lnTo>
                  <a:lnTo>
                    <a:pt x="4982004" y="774649"/>
                  </a:lnTo>
                  <a:lnTo>
                    <a:pt x="4982162" y="774649"/>
                  </a:lnTo>
                  <a:lnTo>
                    <a:pt x="4982320" y="774649"/>
                  </a:lnTo>
                  <a:lnTo>
                    <a:pt x="4982478" y="774649"/>
                  </a:lnTo>
                  <a:lnTo>
                    <a:pt x="4982478" y="774218"/>
                  </a:lnTo>
                  <a:lnTo>
                    <a:pt x="4982635" y="774218"/>
                  </a:lnTo>
                  <a:lnTo>
                    <a:pt x="4982793" y="774218"/>
                  </a:lnTo>
                  <a:lnTo>
                    <a:pt x="4982951" y="774218"/>
                  </a:lnTo>
                  <a:lnTo>
                    <a:pt x="4983109" y="774218"/>
                  </a:lnTo>
                  <a:lnTo>
                    <a:pt x="4983266" y="774218"/>
                  </a:lnTo>
                  <a:lnTo>
                    <a:pt x="4983424" y="774218"/>
                  </a:lnTo>
                  <a:lnTo>
                    <a:pt x="4983582" y="774218"/>
                  </a:lnTo>
                  <a:lnTo>
                    <a:pt x="4983739" y="774218"/>
                  </a:lnTo>
                  <a:lnTo>
                    <a:pt x="4983897" y="774218"/>
                  </a:lnTo>
                  <a:lnTo>
                    <a:pt x="4984055" y="774218"/>
                  </a:lnTo>
                  <a:lnTo>
                    <a:pt x="4984055" y="773788"/>
                  </a:lnTo>
                  <a:lnTo>
                    <a:pt x="4984213" y="773788"/>
                  </a:lnTo>
                  <a:lnTo>
                    <a:pt x="4984370" y="773788"/>
                  </a:lnTo>
                  <a:lnTo>
                    <a:pt x="4984528" y="773788"/>
                  </a:lnTo>
                  <a:lnTo>
                    <a:pt x="4984528" y="773357"/>
                  </a:lnTo>
                  <a:lnTo>
                    <a:pt x="4984686" y="773357"/>
                  </a:lnTo>
                  <a:lnTo>
                    <a:pt x="4984843" y="773357"/>
                  </a:lnTo>
                  <a:lnTo>
                    <a:pt x="4985001" y="773357"/>
                  </a:lnTo>
                  <a:lnTo>
                    <a:pt x="4985159" y="773357"/>
                  </a:lnTo>
                  <a:lnTo>
                    <a:pt x="4985317" y="773357"/>
                  </a:lnTo>
                  <a:lnTo>
                    <a:pt x="4985474" y="773357"/>
                  </a:lnTo>
                  <a:lnTo>
                    <a:pt x="4985632" y="773357"/>
                  </a:lnTo>
                  <a:lnTo>
                    <a:pt x="4985790" y="773357"/>
                  </a:lnTo>
                  <a:lnTo>
                    <a:pt x="4985947" y="773357"/>
                  </a:lnTo>
                  <a:lnTo>
                    <a:pt x="4985947" y="772927"/>
                  </a:lnTo>
                  <a:lnTo>
                    <a:pt x="4986105" y="772927"/>
                  </a:lnTo>
                  <a:lnTo>
                    <a:pt x="4986105" y="772496"/>
                  </a:lnTo>
                  <a:lnTo>
                    <a:pt x="4986263" y="772496"/>
                  </a:lnTo>
                  <a:lnTo>
                    <a:pt x="4986421" y="772496"/>
                  </a:lnTo>
                  <a:lnTo>
                    <a:pt x="4986578" y="772496"/>
                  </a:lnTo>
                  <a:lnTo>
                    <a:pt x="4986736" y="772496"/>
                  </a:lnTo>
                  <a:lnTo>
                    <a:pt x="4986894" y="772496"/>
                  </a:lnTo>
                  <a:lnTo>
                    <a:pt x="4987051" y="772496"/>
                  </a:lnTo>
                  <a:lnTo>
                    <a:pt x="4987051" y="772065"/>
                  </a:lnTo>
                  <a:lnTo>
                    <a:pt x="4987209" y="772065"/>
                  </a:lnTo>
                  <a:lnTo>
                    <a:pt x="4987367" y="772065"/>
                  </a:lnTo>
                  <a:lnTo>
                    <a:pt x="4987525" y="772065"/>
                  </a:lnTo>
                  <a:lnTo>
                    <a:pt x="4987682" y="772065"/>
                  </a:lnTo>
                  <a:lnTo>
                    <a:pt x="4987840" y="772065"/>
                  </a:lnTo>
                  <a:lnTo>
                    <a:pt x="4987998" y="772065"/>
                  </a:lnTo>
                  <a:lnTo>
                    <a:pt x="4988155" y="772065"/>
                  </a:lnTo>
                  <a:lnTo>
                    <a:pt x="4988313" y="772065"/>
                  </a:lnTo>
                  <a:lnTo>
                    <a:pt x="4988471" y="772065"/>
                  </a:lnTo>
                  <a:lnTo>
                    <a:pt x="4988629" y="772065"/>
                  </a:lnTo>
                  <a:lnTo>
                    <a:pt x="4988629" y="771635"/>
                  </a:lnTo>
                  <a:lnTo>
                    <a:pt x="4988786" y="771635"/>
                  </a:lnTo>
                  <a:lnTo>
                    <a:pt x="4988944" y="771635"/>
                  </a:lnTo>
                  <a:lnTo>
                    <a:pt x="4989102" y="771635"/>
                  </a:lnTo>
                  <a:lnTo>
                    <a:pt x="4989102" y="771204"/>
                  </a:lnTo>
                  <a:lnTo>
                    <a:pt x="4989260" y="771204"/>
                  </a:lnTo>
                  <a:lnTo>
                    <a:pt x="4989417" y="771204"/>
                  </a:lnTo>
                  <a:lnTo>
                    <a:pt x="4989575" y="771204"/>
                  </a:lnTo>
                  <a:lnTo>
                    <a:pt x="4989733" y="771204"/>
                  </a:lnTo>
                  <a:lnTo>
                    <a:pt x="4989890" y="771204"/>
                  </a:lnTo>
                  <a:lnTo>
                    <a:pt x="4990048" y="771204"/>
                  </a:lnTo>
                  <a:lnTo>
                    <a:pt x="4990206" y="771204"/>
                  </a:lnTo>
                  <a:lnTo>
                    <a:pt x="4990364" y="771204"/>
                  </a:lnTo>
                  <a:lnTo>
                    <a:pt x="4990521" y="771204"/>
                  </a:lnTo>
                  <a:lnTo>
                    <a:pt x="4990679" y="771204"/>
                  </a:lnTo>
                  <a:lnTo>
                    <a:pt x="4990837" y="771204"/>
                  </a:lnTo>
                  <a:lnTo>
                    <a:pt x="4990994" y="771204"/>
                  </a:lnTo>
                  <a:lnTo>
                    <a:pt x="4991152" y="771204"/>
                  </a:lnTo>
                  <a:lnTo>
                    <a:pt x="4991310" y="771204"/>
                  </a:lnTo>
                  <a:lnTo>
                    <a:pt x="4991468" y="771204"/>
                  </a:lnTo>
                  <a:lnTo>
                    <a:pt x="4991625" y="771204"/>
                  </a:lnTo>
                  <a:lnTo>
                    <a:pt x="4991783" y="771204"/>
                  </a:lnTo>
                  <a:lnTo>
                    <a:pt x="4991941" y="771204"/>
                  </a:lnTo>
                  <a:lnTo>
                    <a:pt x="4992098" y="771204"/>
                  </a:lnTo>
                  <a:lnTo>
                    <a:pt x="4992098" y="770774"/>
                  </a:lnTo>
                  <a:lnTo>
                    <a:pt x="4992256" y="770774"/>
                  </a:lnTo>
                  <a:lnTo>
                    <a:pt x="4992256" y="770343"/>
                  </a:lnTo>
                  <a:lnTo>
                    <a:pt x="4992414" y="770343"/>
                  </a:lnTo>
                  <a:lnTo>
                    <a:pt x="4992572" y="770343"/>
                  </a:lnTo>
                  <a:lnTo>
                    <a:pt x="4992729" y="770343"/>
                  </a:lnTo>
                  <a:lnTo>
                    <a:pt x="4992887" y="770343"/>
                  </a:lnTo>
                  <a:lnTo>
                    <a:pt x="4992887" y="769912"/>
                  </a:lnTo>
                  <a:lnTo>
                    <a:pt x="4993045" y="769912"/>
                  </a:lnTo>
                  <a:lnTo>
                    <a:pt x="4993202" y="769912"/>
                  </a:lnTo>
                  <a:lnTo>
                    <a:pt x="4993360" y="769912"/>
                  </a:lnTo>
                  <a:lnTo>
                    <a:pt x="4993518" y="769912"/>
                  </a:lnTo>
                  <a:lnTo>
                    <a:pt x="4993518" y="769482"/>
                  </a:lnTo>
                  <a:lnTo>
                    <a:pt x="4993518" y="769051"/>
                  </a:lnTo>
                  <a:lnTo>
                    <a:pt x="4993676" y="769051"/>
                  </a:lnTo>
                  <a:lnTo>
                    <a:pt x="4993833" y="769051"/>
                  </a:lnTo>
                  <a:lnTo>
                    <a:pt x="4993991" y="769051"/>
                  </a:lnTo>
                  <a:lnTo>
                    <a:pt x="4994149" y="769051"/>
                  </a:lnTo>
                  <a:lnTo>
                    <a:pt x="4994306" y="769051"/>
                  </a:lnTo>
                  <a:lnTo>
                    <a:pt x="4994464" y="769051"/>
                  </a:lnTo>
                  <a:lnTo>
                    <a:pt x="4994622" y="769051"/>
                  </a:lnTo>
                  <a:lnTo>
                    <a:pt x="4994780" y="769051"/>
                  </a:lnTo>
                  <a:lnTo>
                    <a:pt x="4994937" y="769051"/>
                  </a:lnTo>
                  <a:lnTo>
                    <a:pt x="4995095" y="769051"/>
                  </a:lnTo>
                  <a:lnTo>
                    <a:pt x="4995253" y="769051"/>
                  </a:lnTo>
                  <a:lnTo>
                    <a:pt x="4995411" y="769051"/>
                  </a:lnTo>
                  <a:lnTo>
                    <a:pt x="4995568" y="769051"/>
                  </a:lnTo>
                  <a:lnTo>
                    <a:pt x="4995726" y="769051"/>
                  </a:lnTo>
                  <a:lnTo>
                    <a:pt x="4995884" y="769051"/>
                  </a:lnTo>
                  <a:lnTo>
                    <a:pt x="4996041" y="769051"/>
                  </a:lnTo>
                  <a:lnTo>
                    <a:pt x="4996199" y="769051"/>
                  </a:lnTo>
                  <a:lnTo>
                    <a:pt x="4996199" y="768621"/>
                  </a:lnTo>
                  <a:lnTo>
                    <a:pt x="4996199" y="768190"/>
                  </a:lnTo>
                  <a:lnTo>
                    <a:pt x="4996199" y="767759"/>
                  </a:lnTo>
                  <a:lnTo>
                    <a:pt x="4996357" y="767759"/>
                  </a:lnTo>
                  <a:lnTo>
                    <a:pt x="4996357" y="767329"/>
                  </a:lnTo>
                  <a:lnTo>
                    <a:pt x="4996515" y="767329"/>
                  </a:lnTo>
                  <a:lnTo>
                    <a:pt x="4996672" y="767329"/>
                  </a:lnTo>
                  <a:lnTo>
                    <a:pt x="4996830" y="767329"/>
                  </a:lnTo>
                  <a:lnTo>
                    <a:pt x="4996830" y="766898"/>
                  </a:lnTo>
                  <a:lnTo>
                    <a:pt x="4996988" y="766898"/>
                  </a:lnTo>
                  <a:lnTo>
                    <a:pt x="4997145" y="766898"/>
                  </a:lnTo>
                  <a:lnTo>
                    <a:pt x="4997303" y="766898"/>
                  </a:lnTo>
                  <a:lnTo>
                    <a:pt x="4997461" y="766898"/>
                  </a:lnTo>
                  <a:lnTo>
                    <a:pt x="4997619" y="766898"/>
                  </a:lnTo>
                  <a:lnTo>
                    <a:pt x="4997619" y="766468"/>
                  </a:lnTo>
                  <a:lnTo>
                    <a:pt x="4997776" y="766468"/>
                  </a:lnTo>
                  <a:lnTo>
                    <a:pt x="4997776" y="766037"/>
                  </a:lnTo>
                  <a:lnTo>
                    <a:pt x="4997934" y="766037"/>
                  </a:lnTo>
                  <a:lnTo>
                    <a:pt x="4998092" y="766037"/>
                  </a:lnTo>
                  <a:lnTo>
                    <a:pt x="4998092" y="765606"/>
                  </a:lnTo>
                  <a:lnTo>
                    <a:pt x="4998249" y="765606"/>
                  </a:lnTo>
                  <a:lnTo>
                    <a:pt x="4998407" y="765606"/>
                  </a:lnTo>
                  <a:lnTo>
                    <a:pt x="4998565" y="765606"/>
                  </a:lnTo>
                  <a:lnTo>
                    <a:pt x="4998723" y="765606"/>
                  </a:lnTo>
                  <a:lnTo>
                    <a:pt x="4998880" y="765606"/>
                  </a:lnTo>
                  <a:lnTo>
                    <a:pt x="4999038" y="765606"/>
                  </a:lnTo>
                  <a:lnTo>
                    <a:pt x="4999196" y="765606"/>
                  </a:lnTo>
                  <a:lnTo>
                    <a:pt x="4999353" y="765606"/>
                  </a:lnTo>
                  <a:lnTo>
                    <a:pt x="4999511" y="765606"/>
                  </a:lnTo>
                  <a:lnTo>
                    <a:pt x="4999511" y="765176"/>
                  </a:lnTo>
                  <a:lnTo>
                    <a:pt x="4999669" y="765176"/>
                  </a:lnTo>
                  <a:lnTo>
                    <a:pt x="4999827" y="765176"/>
                  </a:lnTo>
                  <a:lnTo>
                    <a:pt x="4999984" y="765176"/>
                  </a:lnTo>
                  <a:lnTo>
                    <a:pt x="5000142" y="765176"/>
                  </a:lnTo>
                  <a:lnTo>
                    <a:pt x="5000300" y="765176"/>
                  </a:lnTo>
                  <a:lnTo>
                    <a:pt x="5000458" y="765176"/>
                  </a:lnTo>
                  <a:lnTo>
                    <a:pt x="5000615" y="765176"/>
                  </a:lnTo>
                  <a:lnTo>
                    <a:pt x="5000773" y="765176"/>
                  </a:lnTo>
                  <a:lnTo>
                    <a:pt x="5000931" y="765176"/>
                  </a:lnTo>
                  <a:lnTo>
                    <a:pt x="5001088" y="765176"/>
                  </a:lnTo>
                  <a:lnTo>
                    <a:pt x="5001246" y="765176"/>
                  </a:lnTo>
                  <a:lnTo>
                    <a:pt x="5001404" y="765176"/>
                  </a:lnTo>
                  <a:lnTo>
                    <a:pt x="5001562" y="765176"/>
                  </a:lnTo>
                  <a:lnTo>
                    <a:pt x="5001719" y="765176"/>
                  </a:lnTo>
                  <a:lnTo>
                    <a:pt x="5001877" y="765176"/>
                  </a:lnTo>
                  <a:lnTo>
                    <a:pt x="5002035" y="765176"/>
                  </a:lnTo>
                  <a:lnTo>
                    <a:pt x="5002192" y="765176"/>
                  </a:lnTo>
                  <a:lnTo>
                    <a:pt x="5002350" y="765176"/>
                  </a:lnTo>
                  <a:lnTo>
                    <a:pt x="5002508" y="765176"/>
                  </a:lnTo>
                  <a:lnTo>
                    <a:pt x="5002666" y="765176"/>
                  </a:lnTo>
                  <a:lnTo>
                    <a:pt x="5002823" y="765176"/>
                  </a:lnTo>
                  <a:lnTo>
                    <a:pt x="5002823" y="764745"/>
                  </a:lnTo>
                  <a:lnTo>
                    <a:pt x="5002981" y="764745"/>
                  </a:lnTo>
                  <a:lnTo>
                    <a:pt x="5003139" y="764745"/>
                  </a:lnTo>
                  <a:lnTo>
                    <a:pt x="5003296" y="764745"/>
                  </a:lnTo>
                  <a:lnTo>
                    <a:pt x="5003454" y="764745"/>
                  </a:lnTo>
                  <a:lnTo>
                    <a:pt x="5003612" y="764745"/>
                  </a:lnTo>
                  <a:lnTo>
                    <a:pt x="5003770" y="764745"/>
                  </a:lnTo>
                  <a:lnTo>
                    <a:pt x="5003927" y="764745"/>
                  </a:lnTo>
                  <a:lnTo>
                    <a:pt x="5004085" y="764745"/>
                  </a:lnTo>
                  <a:lnTo>
                    <a:pt x="5004243" y="764745"/>
                  </a:lnTo>
                  <a:lnTo>
                    <a:pt x="5004243" y="764315"/>
                  </a:lnTo>
                  <a:lnTo>
                    <a:pt x="5004400" y="764315"/>
                  </a:lnTo>
                  <a:lnTo>
                    <a:pt x="5004558" y="764315"/>
                  </a:lnTo>
                  <a:lnTo>
                    <a:pt x="5004716" y="764315"/>
                  </a:lnTo>
                  <a:lnTo>
                    <a:pt x="5004716" y="763884"/>
                  </a:lnTo>
                  <a:lnTo>
                    <a:pt x="5004874" y="763884"/>
                  </a:lnTo>
                  <a:lnTo>
                    <a:pt x="5005031" y="763884"/>
                  </a:lnTo>
                  <a:lnTo>
                    <a:pt x="5005189" y="763884"/>
                  </a:lnTo>
                  <a:lnTo>
                    <a:pt x="5005189" y="763453"/>
                  </a:lnTo>
                  <a:lnTo>
                    <a:pt x="5005347" y="763453"/>
                  </a:lnTo>
                  <a:lnTo>
                    <a:pt x="5005504" y="763453"/>
                  </a:lnTo>
                  <a:lnTo>
                    <a:pt x="5005662" y="763453"/>
                  </a:lnTo>
                  <a:lnTo>
                    <a:pt x="5005820" y="763453"/>
                  </a:lnTo>
                  <a:lnTo>
                    <a:pt x="5005978" y="763453"/>
                  </a:lnTo>
                  <a:lnTo>
                    <a:pt x="5005978" y="763023"/>
                  </a:lnTo>
                  <a:lnTo>
                    <a:pt x="5006135" y="763023"/>
                  </a:lnTo>
                  <a:lnTo>
                    <a:pt x="5006293" y="763023"/>
                  </a:lnTo>
                  <a:lnTo>
                    <a:pt x="5006451" y="763023"/>
                  </a:lnTo>
                  <a:lnTo>
                    <a:pt x="5006451" y="762592"/>
                  </a:lnTo>
                  <a:lnTo>
                    <a:pt x="5006609" y="762592"/>
                  </a:lnTo>
                  <a:lnTo>
                    <a:pt x="5006766" y="762592"/>
                  </a:lnTo>
                  <a:lnTo>
                    <a:pt x="5006924" y="762592"/>
                  </a:lnTo>
                  <a:lnTo>
                    <a:pt x="5007082" y="762592"/>
                  </a:lnTo>
                  <a:lnTo>
                    <a:pt x="5007239" y="762592"/>
                  </a:lnTo>
                  <a:lnTo>
                    <a:pt x="5007397" y="762592"/>
                  </a:lnTo>
                  <a:lnTo>
                    <a:pt x="5007555" y="762592"/>
                  </a:lnTo>
                  <a:lnTo>
                    <a:pt x="5007555" y="762162"/>
                  </a:lnTo>
                  <a:lnTo>
                    <a:pt x="5007555" y="761731"/>
                  </a:lnTo>
                  <a:lnTo>
                    <a:pt x="5007713" y="761731"/>
                  </a:lnTo>
                  <a:lnTo>
                    <a:pt x="5007870" y="761731"/>
                  </a:lnTo>
                  <a:lnTo>
                    <a:pt x="5008028" y="761731"/>
                  </a:lnTo>
                  <a:lnTo>
                    <a:pt x="5008186" y="761731"/>
                  </a:lnTo>
                  <a:lnTo>
                    <a:pt x="5008343" y="761731"/>
                  </a:lnTo>
                  <a:lnTo>
                    <a:pt x="5008343" y="761300"/>
                  </a:lnTo>
                  <a:lnTo>
                    <a:pt x="5008501" y="761300"/>
                  </a:lnTo>
                  <a:lnTo>
                    <a:pt x="5008659" y="761300"/>
                  </a:lnTo>
                  <a:lnTo>
                    <a:pt x="5008817" y="761300"/>
                  </a:lnTo>
                  <a:lnTo>
                    <a:pt x="5008974" y="761300"/>
                  </a:lnTo>
                  <a:lnTo>
                    <a:pt x="5009132" y="761300"/>
                  </a:lnTo>
                  <a:lnTo>
                    <a:pt x="5009290" y="761300"/>
                  </a:lnTo>
                  <a:lnTo>
                    <a:pt x="5009290" y="760870"/>
                  </a:lnTo>
                  <a:lnTo>
                    <a:pt x="5009447" y="760870"/>
                  </a:lnTo>
                  <a:lnTo>
                    <a:pt x="5009447" y="760439"/>
                  </a:lnTo>
                  <a:lnTo>
                    <a:pt x="5009605" y="760439"/>
                  </a:lnTo>
                  <a:lnTo>
                    <a:pt x="5009763" y="760439"/>
                  </a:lnTo>
                  <a:lnTo>
                    <a:pt x="5009921" y="760439"/>
                  </a:lnTo>
                  <a:lnTo>
                    <a:pt x="5010078" y="760439"/>
                  </a:lnTo>
                  <a:lnTo>
                    <a:pt x="5010078" y="760009"/>
                  </a:lnTo>
                  <a:lnTo>
                    <a:pt x="5010078" y="759578"/>
                  </a:lnTo>
                  <a:lnTo>
                    <a:pt x="5010078" y="759147"/>
                  </a:lnTo>
                  <a:lnTo>
                    <a:pt x="5010236" y="759147"/>
                  </a:lnTo>
                  <a:lnTo>
                    <a:pt x="5010394" y="759147"/>
                  </a:lnTo>
                  <a:lnTo>
                    <a:pt x="5010551" y="759147"/>
                  </a:lnTo>
                  <a:lnTo>
                    <a:pt x="5010709" y="759147"/>
                  </a:lnTo>
                  <a:lnTo>
                    <a:pt x="5010867" y="759147"/>
                  </a:lnTo>
                  <a:lnTo>
                    <a:pt x="5011025" y="759147"/>
                  </a:lnTo>
                  <a:lnTo>
                    <a:pt x="5011025" y="758717"/>
                  </a:lnTo>
                  <a:lnTo>
                    <a:pt x="5011182" y="758717"/>
                  </a:lnTo>
                  <a:lnTo>
                    <a:pt x="5011340" y="758717"/>
                  </a:lnTo>
                  <a:lnTo>
                    <a:pt x="5011498" y="758717"/>
                  </a:lnTo>
                  <a:lnTo>
                    <a:pt x="5011656" y="758717"/>
                  </a:lnTo>
                  <a:lnTo>
                    <a:pt x="5011656" y="758286"/>
                  </a:lnTo>
                  <a:lnTo>
                    <a:pt x="5011813" y="758286"/>
                  </a:lnTo>
                  <a:lnTo>
                    <a:pt x="5011971" y="758286"/>
                  </a:lnTo>
                  <a:lnTo>
                    <a:pt x="5012129" y="758286"/>
                  </a:lnTo>
                  <a:lnTo>
                    <a:pt x="5012286" y="758286"/>
                  </a:lnTo>
                  <a:lnTo>
                    <a:pt x="5012444" y="758286"/>
                  </a:lnTo>
                  <a:lnTo>
                    <a:pt x="5012602" y="758286"/>
                  </a:lnTo>
                  <a:lnTo>
                    <a:pt x="5012760" y="758286"/>
                  </a:lnTo>
                  <a:lnTo>
                    <a:pt x="5012917" y="758286"/>
                  </a:lnTo>
                  <a:lnTo>
                    <a:pt x="5013075" y="758286"/>
                  </a:lnTo>
                  <a:lnTo>
                    <a:pt x="5013233" y="758286"/>
                  </a:lnTo>
                  <a:lnTo>
                    <a:pt x="5013233" y="757856"/>
                  </a:lnTo>
                  <a:lnTo>
                    <a:pt x="5013390" y="757856"/>
                  </a:lnTo>
                  <a:lnTo>
                    <a:pt x="5013390" y="757425"/>
                  </a:lnTo>
                  <a:lnTo>
                    <a:pt x="5013548" y="757425"/>
                  </a:lnTo>
                  <a:lnTo>
                    <a:pt x="5013706" y="757425"/>
                  </a:lnTo>
                  <a:lnTo>
                    <a:pt x="5013864" y="757425"/>
                  </a:lnTo>
                  <a:lnTo>
                    <a:pt x="5014021" y="757425"/>
                  </a:lnTo>
                  <a:lnTo>
                    <a:pt x="5014179" y="757425"/>
                  </a:lnTo>
                  <a:lnTo>
                    <a:pt x="5014337" y="757425"/>
                  </a:lnTo>
                  <a:lnTo>
                    <a:pt x="5014337" y="756994"/>
                  </a:lnTo>
                  <a:lnTo>
                    <a:pt x="5014494" y="756994"/>
                  </a:lnTo>
                  <a:lnTo>
                    <a:pt x="5014652" y="756994"/>
                  </a:lnTo>
                  <a:lnTo>
                    <a:pt x="5014810" y="756994"/>
                  </a:lnTo>
                  <a:lnTo>
                    <a:pt x="5014968" y="756994"/>
                  </a:lnTo>
                  <a:lnTo>
                    <a:pt x="5015125" y="756994"/>
                  </a:lnTo>
                  <a:lnTo>
                    <a:pt x="5015125" y="756564"/>
                  </a:lnTo>
                  <a:lnTo>
                    <a:pt x="5015125" y="756133"/>
                  </a:lnTo>
                  <a:lnTo>
                    <a:pt x="5015283" y="756133"/>
                  </a:lnTo>
                  <a:lnTo>
                    <a:pt x="5015283" y="755703"/>
                  </a:lnTo>
                  <a:lnTo>
                    <a:pt x="5015441" y="755703"/>
                  </a:lnTo>
                  <a:lnTo>
                    <a:pt x="5015598" y="755703"/>
                  </a:lnTo>
                  <a:lnTo>
                    <a:pt x="5015756" y="755703"/>
                  </a:lnTo>
                  <a:lnTo>
                    <a:pt x="5015914" y="755703"/>
                  </a:lnTo>
                  <a:lnTo>
                    <a:pt x="5016072" y="755703"/>
                  </a:lnTo>
                  <a:lnTo>
                    <a:pt x="5016229" y="755703"/>
                  </a:lnTo>
                  <a:lnTo>
                    <a:pt x="5016387" y="755703"/>
                  </a:lnTo>
                  <a:lnTo>
                    <a:pt x="5016545" y="755703"/>
                  </a:lnTo>
                  <a:lnTo>
                    <a:pt x="5016702" y="755703"/>
                  </a:lnTo>
                  <a:lnTo>
                    <a:pt x="5016860" y="755703"/>
                  </a:lnTo>
                  <a:lnTo>
                    <a:pt x="5017018" y="755703"/>
                  </a:lnTo>
                  <a:lnTo>
                    <a:pt x="5017018" y="755272"/>
                  </a:lnTo>
                  <a:lnTo>
                    <a:pt x="5017176" y="755272"/>
                  </a:lnTo>
                  <a:lnTo>
                    <a:pt x="5017333" y="755272"/>
                  </a:lnTo>
                  <a:lnTo>
                    <a:pt x="5017333" y="754841"/>
                  </a:lnTo>
                  <a:lnTo>
                    <a:pt x="5017491" y="754841"/>
                  </a:lnTo>
                  <a:lnTo>
                    <a:pt x="5017649" y="754841"/>
                  </a:lnTo>
                  <a:lnTo>
                    <a:pt x="5017807" y="754841"/>
                  </a:lnTo>
                  <a:lnTo>
                    <a:pt x="5017964" y="754841"/>
                  </a:lnTo>
                  <a:lnTo>
                    <a:pt x="5018122" y="754841"/>
                  </a:lnTo>
                  <a:lnTo>
                    <a:pt x="5018280" y="754841"/>
                  </a:lnTo>
                  <a:lnTo>
                    <a:pt x="5018280" y="754411"/>
                  </a:lnTo>
                  <a:lnTo>
                    <a:pt x="5018437" y="754411"/>
                  </a:lnTo>
                  <a:lnTo>
                    <a:pt x="5018595" y="754411"/>
                  </a:lnTo>
                  <a:lnTo>
                    <a:pt x="5018753" y="754411"/>
                  </a:lnTo>
                  <a:lnTo>
                    <a:pt x="5018911" y="754411"/>
                  </a:lnTo>
                  <a:lnTo>
                    <a:pt x="5019068" y="754411"/>
                  </a:lnTo>
                  <a:lnTo>
                    <a:pt x="5019226" y="754411"/>
                  </a:lnTo>
                  <a:lnTo>
                    <a:pt x="5019384" y="754411"/>
                  </a:lnTo>
                  <a:lnTo>
                    <a:pt x="5019541" y="754411"/>
                  </a:lnTo>
                  <a:lnTo>
                    <a:pt x="5019699" y="754411"/>
                  </a:lnTo>
                  <a:lnTo>
                    <a:pt x="5019857" y="754411"/>
                  </a:lnTo>
                  <a:lnTo>
                    <a:pt x="5020015" y="754411"/>
                  </a:lnTo>
                  <a:lnTo>
                    <a:pt x="5020172" y="754411"/>
                  </a:lnTo>
                  <a:lnTo>
                    <a:pt x="5020330" y="754411"/>
                  </a:lnTo>
                  <a:lnTo>
                    <a:pt x="5020330" y="753980"/>
                  </a:lnTo>
                  <a:lnTo>
                    <a:pt x="5020488" y="753980"/>
                  </a:lnTo>
                  <a:lnTo>
                    <a:pt x="5020645" y="753980"/>
                  </a:lnTo>
                  <a:lnTo>
                    <a:pt x="5020803" y="753980"/>
                  </a:lnTo>
                  <a:lnTo>
                    <a:pt x="5020961" y="753980"/>
                  </a:lnTo>
                  <a:lnTo>
                    <a:pt x="5021119" y="753980"/>
                  </a:lnTo>
                  <a:lnTo>
                    <a:pt x="5021276" y="753980"/>
                  </a:lnTo>
                  <a:lnTo>
                    <a:pt x="5021276" y="753550"/>
                  </a:lnTo>
                  <a:lnTo>
                    <a:pt x="5021434" y="753550"/>
                  </a:lnTo>
                  <a:lnTo>
                    <a:pt x="5021592" y="753550"/>
                  </a:lnTo>
                  <a:lnTo>
                    <a:pt x="5021749" y="753550"/>
                  </a:lnTo>
                  <a:lnTo>
                    <a:pt x="5021907" y="753550"/>
                  </a:lnTo>
                  <a:lnTo>
                    <a:pt x="5022065" y="753550"/>
                  </a:lnTo>
                  <a:lnTo>
                    <a:pt x="5022223" y="753550"/>
                  </a:lnTo>
                  <a:lnTo>
                    <a:pt x="5022223" y="753119"/>
                  </a:lnTo>
                  <a:lnTo>
                    <a:pt x="5022380" y="753119"/>
                  </a:lnTo>
                  <a:lnTo>
                    <a:pt x="5022380" y="752688"/>
                  </a:lnTo>
                  <a:lnTo>
                    <a:pt x="5022538" y="752688"/>
                  </a:lnTo>
                  <a:lnTo>
                    <a:pt x="5022538" y="752258"/>
                  </a:lnTo>
                  <a:lnTo>
                    <a:pt x="5022696" y="752258"/>
                  </a:lnTo>
                  <a:lnTo>
                    <a:pt x="5022854" y="752258"/>
                  </a:lnTo>
                  <a:lnTo>
                    <a:pt x="5022854" y="751827"/>
                  </a:lnTo>
                  <a:lnTo>
                    <a:pt x="5023011" y="751827"/>
                  </a:lnTo>
                  <a:lnTo>
                    <a:pt x="5023169" y="751827"/>
                  </a:lnTo>
                  <a:lnTo>
                    <a:pt x="5023327" y="751827"/>
                  </a:lnTo>
                  <a:lnTo>
                    <a:pt x="5023484" y="751827"/>
                  </a:lnTo>
                  <a:lnTo>
                    <a:pt x="5023642" y="751827"/>
                  </a:lnTo>
                  <a:lnTo>
                    <a:pt x="5023800" y="751827"/>
                  </a:lnTo>
                  <a:lnTo>
                    <a:pt x="5023958" y="751827"/>
                  </a:lnTo>
                  <a:lnTo>
                    <a:pt x="5024115" y="751827"/>
                  </a:lnTo>
                  <a:lnTo>
                    <a:pt x="5024273" y="751827"/>
                  </a:lnTo>
                  <a:lnTo>
                    <a:pt x="5024431" y="751827"/>
                  </a:lnTo>
                  <a:lnTo>
                    <a:pt x="5024588" y="751827"/>
                  </a:lnTo>
                  <a:lnTo>
                    <a:pt x="5024746" y="751827"/>
                  </a:lnTo>
                  <a:lnTo>
                    <a:pt x="5024746" y="751397"/>
                  </a:lnTo>
                  <a:lnTo>
                    <a:pt x="5024904" y="751397"/>
                  </a:lnTo>
                  <a:lnTo>
                    <a:pt x="5025062" y="751397"/>
                  </a:lnTo>
                  <a:lnTo>
                    <a:pt x="5025219" y="751397"/>
                  </a:lnTo>
                  <a:lnTo>
                    <a:pt x="5025377" y="751397"/>
                  </a:lnTo>
                  <a:lnTo>
                    <a:pt x="5025535" y="751397"/>
                  </a:lnTo>
                  <a:lnTo>
                    <a:pt x="5025692" y="751397"/>
                  </a:lnTo>
                  <a:lnTo>
                    <a:pt x="5025692" y="750966"/>
                  </a:lnTo>
                  <a:lnTo>
                    <a:pt x="5025850" y="750966"/>
                  </a:lnTo>
                  <a:lnTo>
                    <a:pt x="5026008" y="750966"/>
                  </a:lnTo>
                  <a:lnTo>
                    <a:pt x="5026008" y="750535"/>
                  </a:lnTo>
                  <a:lnTo>
                    <a:pt x="5026166" y="750535"/>
                  </a:lnTo>
                  <a:lnTo>
                    <a:pt x="5026323" y="750535"/>
                  </a:lnTo>
                  <a:lnTo>
                    <a:pt x="5026481" y="750535"/>
                  </a:lnTo>
                  <a:lnTo>
                    <a:pt x="5026639" y="750535"/>
                  </a:lnTo>
                  <a:lnTo>
                    <a:pt x="5026796" y="750535"/>
                  </a:lnTo>
                  <a:lnTo>
                    <a:pt x="5026954" y="750535"/>
                  </a:lnTo>
                  <a:lnTo>
                    <a:pt x="5027112" y="750535"/>
                  </a:lnTo>
                  <a:lnTo>
                    <a:pt x="5027270" y="750535"/>
                  </a:lnTo>
                  <a:lnTo>
                    <a:pt x="5027427" y="750535"/>
                  </a:lnTo>
                  <a:lnTo>
                    <a:pt x="5027585" y="750535"/>
                  </a:lnTo>
                  <a:lnTo>
                    <a:pt x="5027743" y="750535"/>
                  </a:lnTo>
                  <a:lnTo>
                    <a:pt x="5027900" y="750535"/>
                  </a:lnTo>
                  <a:lnTo>
                    <a:pt x="5028058" y="750535"/>
                  </a:lnTo>
                  <a:lnTo>
                    <a:pt x="5028216" y="750535"/>
                  </a:lnTo>
                  <a:lnTo>
                    <a:pt x="5028374" y="750535"/>
                  </a:lnTo>
                  <a:lnTo>
                    <a:pt x="5028531" y="750535"/>
                  </a:lnTo>
                  <a:lnTo>
                    <a:pt x="5028689" y="750535"/>
                  </a:lnTo>
                  <a:lnTo>
                    <a:pt x="5028847" y="750535"/>
                  </a:lnTo>
                  <a:lnTo>
                    <a:pt x="5029005" y="750535"/>
                  </a:lnTo>
                  <a:lnTo>
                    <a:pt x="5029162" y="750535"/>
                  </a:lnTo>
                  <a:lnTo>
                    <a:pt x="5029320" y="750535"/>
                  </a:lnTo>
                  <a:lnTo>
                    <a:pt x="5029478" y="750535"/>
                  </a:lnTo>
                  <a:lnTo>
                    <a:pt x="5029635" y="750535"/>
                  </a:lnTo>
                  <a:lnTo>
                    <a:pt x="5029793" y="750535"/>
                  </a:lnTo>
                  <a:lnTo>
                    <a:pt x="5029951" y="750535"/>
                  </a:lnTo>
                  <a:lnTo>
                    <a:pt x="5030109" y="750535"/>
                  </a:lnTo>
                  <a:lnTo>
                    <a:pt x="5030266" y="750535"/>
                  </a:lnTo>
                  <a:lnTo>
                    <a:pt x="5030424" y="750535"/>
                  </a:lnTo>
                  <a:lnTo>
                    <a:pt x="5030582" y="750535"/>
                  </a:lnTo>
                  <a:lnTo>
                    <a:pt x="5030739" y="750535"/>
                  </a:lnTo>
                  <a:lnTo>
                    <a:pt x="5030897" y="750535"/>
                  </a:lnTo>
                  <a:lnTo>
                    <a:pt x="5031055" y="750535"/>
                  </a:lnTo>
                  <a:lnTo>
                    <a:pt x="5031213" y="750535"/>
                  </a:lnTo>
                  <a:lnTo>
                    <a:pt x="5031213" y="750105"/>
                  </a:lnTo>
                  <a:lnTo>
                    <a:pt x="5031370" y="750105"/>
                  </a:lnTo>
                  <a:lnTo>
                    <a:pt x="5031528" y="750105"/>
                  </a:lnTo>
                  <a:lnTo>
                    <a:pt x="5031686" y="750105"/>
                  </a:lnTo>
                  <a:lnTo>
                    <a:pt x="5031843" y="750105"/>
                  </a:lnTo>
                  <a:lnTo>
                    <a:pt x="5032001" y="750105"/>
                  </a:lnTo>
                  <a:lnTo>
                    <a:pt x="5032001" y="749674"/>
                  </a:lnTo>
                  <a:lnTo>
                    <a:pt x="5032001" y="749244"/>
                  </a:lnTo>
                  <a:lnTo>
                    <a:pt x="5032001" y="748813"/>
                  </a:lnTo>
                  <a:lnTo>
                    <a:pt x="5032001" y="748382"/>
                  </a:lnTo>
                  <a:lnTo>
                    <a:pt x="5032159" y="748382"/>
                  </a:lnTo>
                  <a:lnTo>
                    <a:pt x="5032317" y="748382"/>
                  </a:lnTo>
                  <a:lnTo>
                    <a:pt x="5032317" y="747952"/>
                  </a:lnTo>
                  <a:lnTo>
                    <a:pt x="5032474" y="747952"/>
                  </a:lnTo>
                  <a:lnTo>
                    <a:pt x="5032632" y="747952"/>
                  </a:lnTo>
                  <a:lnTo>
                    <a:pt x="5032790" y="747952"/>
                  </a:lnTo>
                  <a:lnTo>
                    <a:pt x="5032947" y="747952"/>
                  </a:lnTo>
                  <a:lnTo>
                    <a:pt x="5033105" y="747952"/>
                  </a:lnTo>
                  <a:lnTo>
                    <a:pt x="5033263" y="747952"/>
                  </a:lnTo>
                  <a:lnTo>
                    <a:pt x="5033421" y="747952"/>
                  </a:lnTo>
                  <a:lnTo>
                    <a:pt x="5033421" y="747521"/>
                  </a:lnTo>
                  <a:lnTo>
                    <a:pt x="5033578" y="747521"/>
                  </a:lnTo>
                  <a:lnTo>
                    <a:pt x="5033736" y="747521"/>
                  </a:lnTo>
                  <a:lnTo>
                    <a:pt x="5033894" y="747521"/>
                  </a:lnTo>
                  <a:lnTo>
                    <a:pt x="5034052" y="747521"/>
                  </a:lnTo>
                  <a:lnTo>
                    <a:pt x="5034209" y="747521"/>
                  </a:lnTo>
                  <a:lnTo>
                    <a:pt x="5034367" y="747521"/>
                  </a:lnTo>
                  <a:lnTo>
                    <a:pt x="5034525" y="747521"/>
                  </a:lnTo>
                  <a:lnTo>
                    <a:pt x="5034682" y="747521"/>
                  </a:lnTo>
                  <a:lnTo>
                    <a:pt x="5034840" y="747521"/>
                  </a:lnTo>
                  <a:lnTo>
                    <a:pt x="5034998" y="747521"/>
                  </a:lnTo>
                  <a:lnTo>
                    <a:pt x="5035156" y="747521"/>
                  </a:lnTo>
                  <a:lnTo>
                    <a:pt x="5035313" y="747521"/>
                  </a:lnTo>
                  <a:lnTo>
                    <a:pt x="5035471" y="747521"/>
                  </a:lnTo>
                  <a:lnTo>
                    <a:pt x="5035629" y="747521"/>
                  </a:lnTo>
                  <a:lnTo>
                    <a:pt x="5035786" y="747521"/>
                  </a:lnTo>
                  <a:lnTo>
                    <a:pt x="5035944" y="747521"/>
                  </a:lnTo>
                  <a:lnTo>
                    <a:pt x="5036102" y="747521"/>
                  </a:lnTo>
                  <a:lnTo>
                    <a:pt x="5036260" y="747521"/>
                  </a:lnTo>
                  <a:lnTo>
                    <a:pt x="5036260" y="747091"/>
                  </a:lnTo>
                  <a:lnTo>
                    <a:pt x="5036417" y="747091"/>
                  </a:lnTo>
                  <a:lnTo>
                    <a:pt x="5036575" y="747091"/>
                  </a:lnTo>
                  <a:lnTo>
                    <a:pt x="5036733" y="747091"/>
                  </a:lnTo>
                  <a:lnTo>
                    <a:pt x="5036890" y="747091"/>
                  </a:lnTo>
                  <a:lnTo>
                    <a:pt x="5037048" y="747091"/>
                  </a:lnTo>
                  <a:lnTo>
                    <a:pt x="5037206" y="747091"/>
                  </a:lnTo>
                  <a:lnTo>
                    <a:pt x="5037364" y="747091"/>
                  </a:lnTo>
                  <a:lnTo>
                    <a:pt x="5037521" y="747091"/>
                  </a:lnTo>
                  <a:lnTo>
                    <a:pt x="5037679" y="747091"/>
                  </a:lnTo>
                  <a:lnTo>
                    <a:pt x="5037837" y="747091"/>
                  </a:lnTo>
                  <a:lnTo>
                    <a:pt x="5037994" y="747091"/>
                  </a:lnTo>
                  <a:lnTo>
                    <a:pt x="5038152" y="747091"/>
                  </a:lnTo>
                  <a:lnTo>
                    <a:pt x="5038310" y="747091"/>
                  </a:lnTo>
                  <a:lnTo>
                    <a:pt x="5038468" y="747091"/>
                  </a:lnTo>
                  <a:lnTo>
                    <a:pt x="5038625" y="747091"/>
                  </a:lnTo>
                  <a:lnTo>
                    <a:pt x="5038783" y="747091"/>
                  </a:lnTo>
                  <a:lnTo>
                    <a:pt x="5038941" y="747091"/>
                  </a:lnTo>
                  <a:lnTo>
                    <a:pt x="5038941" y="746660"/>
                  </a:lnTo>
                  <a:lnTo>
                    <a:pt x="5039098" y="746660"/>
                  </a:lnTo>
                  <a:lnTo>
                    <a:pt x="5039098" y="746229"/>
                  </a:lnTo>
                  <a:lnTo>
                    <a:pt x="5039256" y="746229"/>
                  </a:lnTo>
                  <a:lnTo>
                    <a:pt x="5039414" y="746229"/>
                  </a:lnTo>
                  <a:lnTo>
                    <a:pt x="5039572" y="746229"/>
                  </a:lnTo>
                  <a:lnTo>
                    <a:pt x="5039572" y="745799"/>
                  </a:lnTo>
                  <a:lnTo>
                    <a:pt x="5039572" y="745368"/>
                  </a:lnTo>
                  <a:lnTo>
                    <a:pt x="5039729" y="745368"/>
                  </a:lnTo>
                  <a:lnTo>
                    <a:pt x="5039887" y="745368"/>
                  </a:lnTo>
                  <a:lnTo>
                    <a:pt x="5040045" y="745368"/>
                  </a:lnTo>
                  <a:lnTo>
                    <a:pt x="5040203" y="745368"/>
                  </a:lnTo>
                  <a:lnTo>
                    <a:pt x="5040360" y="745368"/>
                  </a:lnTo>
                  <a:lnTo>
                    <a:pt x="5040518" y="745368"/>
                  </a:lnTo>
                  <a:lnTo>
                    <a:pt x="5040676" y="745368"/>
                  </a:lnTo>
                  <a:lnTo>
                    <a:pt x="5040833" y="745368"/>
                  </a:lnTo>
                  <a:lnTo>
                    <a:pt x="5040991" y="745368"/>
                  </a:lnTo>
                  <a:lnTo>
                    <a:pt x="5041149" y="745368"/>
                  </a:lnTo>
                  <a:lnTo>
                    <a:pt x="5041307" y="745368"/>
                  </a:lnTo>
                  <a:lnTo>
                    <a:pt x="5041464" y="745368"/>
                  </a:lnTo>
                  <a:lnTo>
                    <a:pt x="5041622" y="745368"/>
                  </a:lnTo>
                  <a:lnTo>
                    <a:pt x="5041780" y="745368"/>
                  </a:lnTo>
                  <a:lnTo>
                    <a:pt x="5041937" y="745368"/>
                  </a:lnTo>
                  <a:lnTo>
                    <a:pt x="5042095" y="745368"/>
                  </a:lnTo>
                  <a:lnTo>
                    <a:pt x="5042253" y="745368"/>
                  </a:lnTo>
                  <a:lnTo>
                    <a:pt x="5042411" y="745368"/>
                  </a:lnTo>
                  <a:lnTo>
                    <a:pt x="5042568" y="745368"/>
                  </a:lnTo>
                  <a:lnTo>
                    <a:pt x="5042568" y="744938"/>
                  </a:lnTo>
                  <a:lnTo>
                    <a:pt x="5042726" y="744938"/>
                  </a:lnTo>
                  <a:lnTo>
                    <a:pt x="5042884" y="744938"/>
                  </a:lnTo>
                  <a:lnTo>
                    <a:pt x="5043041" y="744938"/>
                  </a:lnTo>
                  <a:lnTo>
                    <a:pt x="5043199" y="744938"/>
                  </a:lnTo>
                  <a:lnTo>
                    <a:pt x="5043357" y="744938"/>
                  </a:lnTo>
                  <a:lnTo>
                    <a:pt x="5043515" y="744938"/>
                  </a:lnTo>
                  <a:lnTo>
                    <a:pt x="5043672" y="744938"/>
                  </a:lnTo>
                  <a:lnTo>
                    <a:pt x="5043830" y="744938"/>
                  </a:lnTo>
                  <a:lnTo>
                    <a:pt x="5043988" y="744938"/>
                  </a:lnTo>
                  <a:lnTo>
                    <a:pt x="5044145" y="744938"/>
                  </a:lnTo>
                  <a:lnTo>
                    <a:pt x="5044303" y="744938"/>
                  </a:lnTo>
                  <a:lnTo>
                    <a:pt x="5044461" y="744938"/>
                  </a:lnTo>
                  <a:lnTo>
                    <a:pt x="5044619" y="744938"/>
                  </a:lnTo>
                  <a:lnTo>
                    <a:pt x="5044776" y="744938"/>
                  </a:lnTo>
                  <a:lnTo>
                    <a:pt x="5044776" y="744507"/>
                  </a:lnTo>
                  <a:lnTo>
                    <a:pt x="5044934" y="744507"/>
                  </a:lnTo>
                  <a:lnTo>
                    <a:pt x="5045092" y="744507"/>
                  </a:lnTo>
                  <a:lnTo>
                    <a:pt x="5045250" y="744507"/>
                  </a:lnTo>
                  <a:lnTo>
                    <a:pt x="5045407" y="744507"/>
                  </a:lnTo>
                  <a:lnTo>
                    <a:pt x="5045565" y="744507"/>
                  </a:lnTo>
                  <a:lnTo>
                    <a:pt x="5045723" y="744507"/>
                  </a:lnTo>
                  <a:lnTo>
                    <a:pt x="5045880" y="744507"/>
                  </a:lnTo>
                  <a:lnTo>
                    <a:pt x="5046038" y="744507"/>
                  </a:lnTo>
                  <a:lnTo>
                    <a:pt x="5046196" y="744507"/>
                  </a:lnTo>
                  <a:lnTo>
                    <a:pt x="5046354" y="744507"/>
                  </a:lnTo>
                  <a:lnTo>
                    <a:pt x="5046511" y="744507"/>
                  </a:lnTo>
                  <a:lnTo>
                    <a:pt x="5046511" y="744076"/>
                  </a:lnTo>
                  <a:lnTo>
                    <a:pt x="5046669" y="744076"/>
                  </a:lnTo>
                  <a:lnTo>
                    <a:pt x="5046827" y="744076"/>
                  </a:lnTo>
                  <a:lnTo>
                    <a:pt x="5046984" y="744076"/>
                  </a:lnTo>
                  <a:lnTo>
                    <a:pt x="5047142" y="744076"/>
                  </a:lnTo>
                  <a:lnTo>
                    <a:pt x="5047300" y="744076"/>
                  </a:lnTo>
                  <a:lnTo>
                    <a:pt x="5047300" y="743646"/>
                  </a:lnTo>
                  <a:lnTo>
                    <a:pt x="5047458" y="743646"/>
                  </a:lnTo>
                  <a:lnTo>
                    <a:pt x="5047615" y="743646"/>
                  </a:lnTo>
                  <a:lnTo>
                    <a:pt x="5047773" y="743646"/>
                  </a:lnTo>
                  <a:lnTo>
                    <a:pt x="5047931" y="743646"/>
                  </a:lnTo>
                  <a:lnTo>
                    <a:pt x="5048088" y="743646"/>
                  </a:lnTo>
                  <a:lnTo>
                    <a:pt x="5048246" y="743646"/>
                  </a:lnTo>
                  <a:lnTo>
                    <a:pt x="5048404" y="743646"/>
                  </a:lnTo>
                  <a:lnTo>
                    <a:pt x="5048562" y="743646"/>
                  </a:lnTo>
                  <a:lnTo>
                    <a:pt x="5048719" y="743646"/>
                  </a:lnTo>
                  <a:lnTo>
                    <a:pt x="5048719" y="743215"/>
                  </a:lnTo>
                  <a:lnTo>
                    <a:pt x="5048877" y="743215"/>
                  </a:lnTo>
                  <a:lnTo>
                    <a:pt x="5049035" y="743215"/>
                  </a:lnTo>
                  <a:lnTo>
                    <a:pt x="5049192" y="743215"/>
                  </a:lnTo>
                  <a:lnTo>
                    <a:pt x="5049350" y="743215"/>
                  </a:lnTo>
                  <a:lnTo>
                    <a:pt x="5049508" y="743215"/>
                  </a:lnTo>
                  <a:lnTo>
                    <a:pt x="5049666" y="743215"/>
                  </a:lnTo>
                  <a:lnTo>
                    <a:pt x="5049823" y="743215"/>
                  </a:lnTo>
                  <a:lnTo>
                    <a:pt x="5049981" y="743215"/>
                  </a:lnTo>
                  <a:lnTo>
                    <a:pt x="5050139" y="743215"/>
                  </a:lnTo>
                  <a:lnTo>
                    <a:pt x="5050139" y="742785"/>
                  </a:lnTo>
                  <a:lnTo>
                    <a:pt x="5050296" y="742785"/>
                  </a:lnTo>
                  <a:lnTo>
                    <a:pt x="5050454" y="742785"/>
                  </a:lnTo>
                  <a:lnTo>
                    <a:pt x="5050612" y="742785"/>
                  </a:lnTo>
                  <a:lnTo>
                    <a:pt x="5050770" y="742785"/>
                  </a:lnTo>
                  <a:lnTo>
                    <a:pt x="5050927" y="742785"/>
                  </a:lnTo>
                  <a:lnTo>
                    <a:pt x="5050927" y="742354"/>
                  </a:lnTo>
                  <a:lnTo>
                    <a:pt x="5051085" y="742354"/>
                  </a:lnTo>
                  <a:lnTo>
                    <a:pt x="5051243" y="742354"/>
                  </a:lnTo>
                  <a:lnTo>
                    <a:pt x="5051401" y="742354"/>
                  </a:lnTo>
                  <a:lnTo>
                    <a:pt x="5051558" y="742354"/>
                  </a:lnTo>
                  <a:lnTo>
                    <a:pt x="5051716" y="742354"/>
                  </a:lnTo>
                  <a:lnTo>
                    <a:pt x="5051716" y="741923"/>
                  </a:lnTo>
                  <a:lnTo>
                    <a:pt x="5051716" y="741493"/>
                  </a:lnTo>
                  <a:lnTo>
                    <a:pt x="5051716" y="741062"/>
                  </a:lnTo>
                  <a:lnTo>
                    <a:pt x="5051874" y="741062"/>
                  </a:lnTo>
                  <a:lnTo>
                    <a:pt x="5052031" y="741062"/>
                  </a:lnTo>
                  <a:lnTo>
                    <a:pt x="5052189" y="741062"/>
                  </a:lnTo>
                  <a:lnTo>
                    <a:pt x="5052347" y="741062"/>
                  </a:lnTo>
                  <a:lnTo>
                    <a:pt x="5052505" y="741062"/>
                  </a:lnTo>
                  <a:lnTo>
                    <a:pt x="5052662" y="741062"/>
                  </a:lnTo>
                  <a:lnTo>
                    <a:pt x="5052662" y="740632"/>
                  </a:lnTo>
                  <a:lnTo>
                    <a:pt x="5052820" y="740632"/>
                  </a:lnTo>
                  <a:lnTo>
                    <a:pt x="5052978" y="740632"/>
                  </a:lnTo>
                  <a:lnTo>
                    <a:pt x="5053135" y="740632"/>
                  </a:lnTo>
                  <a:lnTo>
                    <a:pt x="5053135" y="740201"/>
                  </a:lnTo>
                  <a:lnTo>
                    <a:pt x="5053293" y="740201"/>
                  </a:lnTo>
                  <a:lnTo>
                    <a:pt x="5053451" y="740201"/>
                  </a:lnTo>
                  <a:lnTo>
                    <a:pt x="5053609" y="740201"/>
                  </a:lnTo>
                  <a:lnTo>
                    <a:pt x="5053609" y="739770"/>
                  </a:lnTo>
                  <a:lnTo>
                    <a:pt x="5053766" y="739770"/>
                  </a:lnTo>
                  <a:lnTo>
                    <a:pt x="5053924" y="739770"/>
                  </a:lnTo>
                  <a:lnTo>
                    <a:pt x="5054082" y="739770"/>
                  </a:lnTo>
                  <a:lnTo>
                    <a:pt x="5054082" y="739340"/>
                  </a:lnTo>
                  <a:lnTo>
                    <a:pt x="5054239" y="739340"/>
                  </a:lnTo>
                  <a:lnTo>
                    <a:pt x="5054397" y="739340"/>
                  </a:lnTo>
                  <a:lnTo>
                    <a:pt x="5054555" y="739340"/>
                  </a:lnTo>
                  <a:lnTo>
                    <a:pt x="5054713" y="739340"/>
                  </a:lnTo>
                  <a:lnTo>
                    <a:pt x="5054713" y="738909"/>
                  </a:lnTo>
                  <a:lnTo>
                    <a:pt x="5054870" y="738909"/>
                  </a:lnTo>
                  <a:lnTo>
                    <a:pt x="5055028" y="738909"/>
                  </a:lnTo>
                  <a:lnTo>
                    <a:pt x="5055186" y="738909"/>
                  </a:lnTo>
                  <a:lnTo>
                    <a:pt x="5055186" y="738479"/>
                  </a:lnTo>
                  <a:lnTo>
                    <a:pt x="5055343" y="738479"/>
                  </a:lnTo>
                  <a:lnTo>
                    <a:pt x="5055501" y="738479"/>
                  </a:lnTo>
                  <a:lnTo>
                    <a:pt x="5055501" y="738048"/>
                  </a:lnTo>
                  <a:lnTo>
                    <a:pt x="5055659" y="738048"/>
                  </a:lnTo>
                  <a:lnTo>
                    <a:pt x="5055817" y="738048"/>
                  </a:lnTo>
                  <a:lnTo>
                    <a:pt x="5055974" y="738048"/>
                  </a:lnTo>
                  <a:lnTo>
                    <a:pt x="5056132" y="738048"/>
                  </a:lnTo>
                  <a:lnTo>
                    <a:pt x="5056290" y="738048"/>
                  </a:lnTo>
                  <a:lnTo>
                    <a:pt x="5056448" y="738048"/>
                  </a:lnTo>
                  <a:lnTo>
                    <a:pt x="5056448" y="737617"/>
                  </a:lnTo>
                  <a:lnTo>
                    <a:pt x="5056448" y="737187"/>
                  </a:lnTo>
                  <a:lnTo>
                    <a:pt x="5056605" y="737187"/>
                  </a:lnTo>
                  <a:lnTo>
                    <a:pt x="5056763" y="737187"/>
                  </a:lnTo>
                  <a:lnTo>
                    <a:pt x="5056921" y="737187"/>
                  </a:lnTo>
                  <a:lnTo>
                    <a:pt x="5056921" y="736756"/>
                  </a:lnTo>
                  <a:lnTo>
                    <a:pt x="5057078" y="736756"/>
                  </a:lnTo>
                  <a:lnTo>
                    <a:pt x="5057236" y="736756"/>
                  </a:lnTo>
                  <a:lnTo>
                    <a:pt x="5057394" y="736756"/>
                  </a:lnTo>
                  <a:lnTo>
                    <a:pt x="5057552" y="736756"/>
                  </a:lnTo>
                  <a:lnTo>
                    <a:pt x="5057552" y="736326"/>
                  </a:lnTo>
                  <a:lnTo>
                    <a:pt x="5057709" y="736326"/>
                  </a:lnTo>
                  <a:lnTo>
                    <a:pt x="5057867" y="736326"/>
                  </a:lnTo>
                  <a:lnTo>
                    <a:pt x="5058025" y="736326"/>
                  </a:lnTo>
                  <a:lnTo>
                    <a:pt x="5058182" y="736326"/>
                  </a:lnTo>
                  <a:lnTo>
                    <a:pt x="5058340" y="736326"/>
                  </a:lnTo>
                  <a:lnTo>
                    <a:pt x="5058498" y="736326"/>
                  </a:lnTo>
                  <a:lnTo>
                    <a:pt x="5058498" y="735895"/>
                  </a:lnTo>
                  <a:lnTo>
                    <a:pt x="5058656" y="735895"/>
                  </a:lnTo>
                  <a:lnTo>
                    <a:pt x="5058813" y="735895"/>
                  </a:lnTo>
                  <a:lnTo>
                    <a:pt x="5058971" y="735895"/>
                  </a:lnTo>
                  <a:lnTo>
                    <a:pt x="5059129" y="735895"/>
                  </a:lnTo>
                  <a:lnTo>
                    <a:pt x="5059286" y="735895"/>
                  </a:lnTo>
                  <a:lnTo>
                    <a:pt x="5059444" y="735895"/>
                  </a:lnTo>
                  <a:lnTo>
                    <a:pt x="5059602" y="735895"/>
                  </a:lnTo>
                  <a:lnTo>
                    <a:pt x="5059760" y="735895"/>
                  </a:lnTo>
                  <a:lnTo>
                    <a:pt x="5059917" y="735895"/>
                  </a:lnTo>
                  <a:lnTo>
                    <a:pt x="5060075" y="735895"/>
                  </a:lnTo>
                  <a:lnTo>
                    <a:pt x="5060075" y="735464"/>
                  </a:lnTo>
                  <a:lnTo>
                    <a:pt x="5060233" y="735464"/>
                  </a:lnTo>
                  <a:lnTo>
                    <a:pt x="5060390" y="735464"/>
                  </a:lnTo>
                  <a:lnTo>
                    <a:pt x="5060390" y="735034"/>
                  </a:lnTo>
                  <a:lnTo>
                    <a:pt x="5060548" y="735034"/>
                  </a:lnTo>
                  <a:lnTo>
                    <a:pt x="5060548" y="734603"/>
                  </a:lnTo>
                  <a:lnTo>
                    <a:pt x="5060706" y="734603"/>
                  </a:lnTo>
                  <a:lnTo>
                    <a:pt x="5060706" y="734173"/>
                  </a:lnTo>
                  <a:lnTo>
                    <a:pt x="5060864" y="734173"/>
                  </a:lnTo>
                  <a:lnTo>
                    <a:pt x="5060864" y="733742"/>
                  </a:lnTo>
                  <a:lnTo>
                    <a:pt x="5061021" y="733742"/>
                  </a:lnTo>
                  <a:lnTo>
                    <a:pt x="5061179" y="733742"/>
                  </a:lnTo>
                  <a:lnTo>
                    <a:pt x="5061337" y="733742"/>
                  </a:lnTo>
                  <a:lnTo>
                    <a:pt x="5061494" y="733742"/>
                  </a:lnTo>
                  <a:lnTo>
                    <a:pt x="5061652" y="733742"/>
                  </a:lnTo>
                  <a:lnTo>
                    <a:pt x="5061810" y="733742"/>
                  </a:lnTo>
                  <a:lnTo>
                    <a:pt x="5061968" y="733742"/>
                  </a:lnTo>
                  <a:lnTo>
                    <a:pt x="5062125" y="733742"/>
                  </a:lnTo>
                  <a:lnTo>
                    <a:pt x="5062283" y="733742"/>
                  </a:lnTo>
                  <a:lnTo>
                    <a:pt x="5062441" y="733742"/>
                  </a:lnTo>
                  <a:lnTo>
                    <a:pt x="5062599" y="733742"/>
                  </a:lnTo>
                  <a:lnTo>
                    <a:pt x="5062756" y="733742"/>
                  </a:lnTo>
                  <a:lnTo>
                    <a:pt x="5062914" y="733742"/>
                  </a:lnTo>
                  <a:lnTo>
                    <a:pt x="5063072" y="733742"/>
                  </a:lnTo>
                  <a:lnTo>
                    <a:pt x="5063229" y="733742"/>
                  </a:lnTo>
                  <a:lnTo>
                    <a:pt x="5063387" y="733742"/>
                  </a:lnTo>
                  <a:lnTo>
                    <a:pt x="5063545" y="733742"/>
                  </a:lnTo>
                  <a:lnTo>
                    <a:pt x="5063545" y="733311"/>
                  </a:lnTo>
                  <a:lnTo>
                    <a:pt x="5063703" y="733311"/>
                  </a:lnTo>
                  <a:lnTo>
                    <a:pt x="5063860" y="733311"/>
                  </a:lnTo>
                  <a:lnTo>
                    <a:pt x="5064018" y="733311"/>
                  </a:lnTo>
                  <a:lnTo>
                    <a:pt x="5064176" y="733311"/>
                  </a:lnTo>
                  <a:lnTo>
                    <a:pt x="5064333" y="733311"/>
                  </a:lnTo>
                  <a:lnTo>
                    <a:pt x="5064491" y="733311"/>
                  </a:lnTo>
                  <a:lnTo>
                    <a:pt x="5064649" y="733311"/>
                  </a:lnTo>
                  <a:lnTo>
                    <a:pt x="5064807" y="733311"/>
                  </a:lnTo>
                  <a:lnTo>
                    <a:pt x="5064964" y="733311"/>
                  </a:lnTo>
                  <a:lnTo>
                    <a:pt x="5065122" y="733311"/>
                  </a:lnTo>
                  <a:lnTo>
                    <a:pt x="5065280" y="733311"/>
                  </a:lnTo>
                  <a:lnTo>
                    <a:pt x="5065280" y="732881"/>
                  </a:lnTo>
                  <a:lnTo>
                    <a:pt x="5065437" y="732881"/>
                  </a:lnTo>
                  <a:lnTo>
                    <a:pt x="5065595" y="732881"/>
                  </a:lnTo>
                  <a:lnTo>
                    <a:pt x="5065753" y="732881"/>
                  </a:lnTo>
                  <a:lnTo>
                    <a:pt x="5065911" y="732881"/>
                  </a:lnTo>
                  <a:lnTo>
                    <a:pt x="5065911" y="732450"/>
                  </a:lnTo>
                  <a:lnTo>
                    <a:pt x="5066068" y="732450"/>
                  </a:lnTo>
                  <a:lnTo>
                    <a:pt x="5066226" y="732450"/>
                  </a:lnTo>
                  <a:lnTo>
                    <a:pt x="5066384" y="732450"/>
                  </a:lnTo>
                  <a:lnTo>
                    <a:pt x="5066541" y="732450"/>
                  </a:lnTo>
                  <a:lnTo>
                    <a:pt x="5066699" y="732450"/>
                  </a:lnTo>
                  <a:lnTo>
                    <a:pt x="5066857" y="732450"/>
                  </a:lnTo>
                  <a:lnTo>
                    <a:pt x="5067015" y="732450"/>
                  </a:lnTo>
                  <a:lnTo>
                    <a:pt x="5067015" y="732020"/>
                  </a:lnTo>
                  <a:lnTo>
                    <a:pt x="5067172" y="732020"/>
                  </a:lnTo>
                  <a:lnTo>
                    <a:pt x="5067330" y="732020"/>
                  </a:lnTo>
                  <a:lnTo>
                    <a:pt x="5067488" y="732020"/>
                  </a:lnTo>
                  <a:lnTo>
                    <a:pt x="5067645" y="732020"/>
                  </a:lnTo>
                  <a:lnTo>
                    <a:pt x="5067803" y="732020"/>
                  </a:lnTo>
                  <a:lnTo>
                    <a:pt x="5067961" y="732020"/>
                  </a:lnTo>
                  <a:lnTo>
                    <a:pt x="5068119" y="732020"/>
                  </a:lnTo>
                  <a:lnTo>
                    <a:pt x="5068119" y="731589"/>
                  </a:lnTo>
                  <a:lnTo>
                    <a:pt x="5068276" y="731589"/>
                  </a:lnTo>
                  <a:lnTo>
                    <a:pt x="5068434" y="731589"/>
                  </a:lnTo>
                  <a:lnTo>
                    <a:pt x="5068592" y="731589"/>
                  </a:lnTo>
                  <a:lnTo>
                    <a:pt x="5068750" y="731589"/>
                  </a:lnTo>
                  <a:lnTo>
                    <a:pt x="5068907" y="731589"/>
                  </a:lnTo>
                  <a:lnTo>
                    <a:pt x="5068907" y="731158"/>
                  </a:lnTo>
                  <a:lnTo>
                    <a:pt x="5069065" y="731158"/>
                  </a:lnTo>
                  <a:lnTo>
                    <a:pt x="5069065" y="730728"/>
                  </a:lnTo>
                  <a:lnTo>
                    <a:pt x="5069223" y="730728"/>
                  </a:lnTo>
                  <a:lnTo>
                    <a:pt x="5069380" y="730728"/>
                  </a:lnTo>
                  <a:lnTo>
                    <a:pt x="5069380" y="730297"/>
                  </a:lnTo>
                  <a:lnTo>
                    <a:pt x="5069380" y="729867"/>
                  </a:lnTo>
                  <a:lnTo>
                    <a:pt x="5069538" y="729867"/>
                  </a:lnTo>
                  <a:lnTo>
                    <a:pt x="5069696" y="729867"/>
                  </a:lnTo>
                  <a:lnTo>
                    <a:pt x="5069854" y="729867"/>
                  </a:lnTo>
                  <a:lnTo>
                    <a:pt x="5070011" y="729867"/>
                  </a:lnTo>
                  <a:lnTo>
                    <a:pt x="5070169" y="729867"/>
                  </a:lnTo>
                  <a:lnTo>
                    <a:pt x="5070169" y="729436"/>
                  </a:lnTo>
                  <a:lnTo>
                    <a:pt x="5070327" y="729436"/>
                  </a:lnTo>
                  <a:lnTo>
                    <a:pt x="5070484" y="729436"/>
                  </a:lnTo>
                  <a:lnTo>
                    <a:pt x="5070642" y="729436"/>
                  </a:lnTo>
                  <a:lnTo>
                    <a:pt x="5070800" y="729436"/>
                  </a:lnTo>
                  <a:lnTo>
                    <a:pt x="5070958" y="729436"/>
                  </a:lnTo>
                  <a:lnTo>
                    <a:pt x="5071115" y="729436"/>
                  </a:lnTo>
                  <a:lnTo>
                    <a:pt x="5071273" y="729436"/>
                  </a:lnTo>
                  <a:lnTo>
                    <a:pt x="5071431" y="729436"/>
                  </a:lnTo>
                  <a:lnTo>
                    <a:pt x="5071588" y="729436"/>
                  </a:lnTo>
                  <a:lnTo>
                    <a:pt x="5071746" y="729436"/>
                  </a:lnTo>
                  <a:lnTo>
                    <a:pt x="5071904" y="729436"/>
                  </a:lnTo>
                  <a:lnTo>
                    <a:pt x="5072062" y="729436"/>
                  </a:lnTo>
                  <a:lnTo>
                    <a:pt x="5072219" y="729436"/>
                  </a:lnTo>
                  <a:lnTo>
                    <a:pt x="5072377" y="729436"/>
                  </a:lnTo>
                  <a:lnTo>
                    <a:pt x="5072535" y="729436"/>
                  </a:lnTo>
                  <a:lnTo>
                    <a:pt x="5072692" y="729436"/>
                  </a:lnTo>
                  <a:lnTo>
                    <a:pt x="5072850" y="729436"/>
                  </a:lnTo>
                  <a:lnTo>
                    <a:pt x="5073008" y="729436"/>
                  </a:lnTo>
                  <a:lnTo>
                    <a:pt x="5073166" y="729436"/>
                  </a:lnTo>
                  <a:lnTo>
                    <a:pt x="5073323" y="729436"/>
                  </a:lnTo>
                  <a:lnTo>
                    <a:pt x="5073481" y="729436"/>
                  </a:lnTo>
                  <a:lnTo>
                    <a:pt x="5073639" y="729436"/>
                  </a:lnTo>
                  <a:lnTo>
                    <a:pt x="5073797" y="729436"/>
                  </a:lnTo>
                  <a:lnTo>
                    <a:pt x="5073797" y="729005"/>
                  </a:lnTo>
                  <a:lnTo>
                    <a:pt x="5073954" y="729005"/>
                  </a:lnTo>
                  <a:lnTo>
                    <a:pt x="5074112" y="729005"/>
                  </a:lnTo>
                  <a:lnTo>
                    <a:pt x="5074270" y="729005"/>
                  </a:lnTo>
                  <a:lnTo>
                    <a:pt x="5074427" y="729005"/>
                  </a:lnTo>
                  <a:lnTo>
                    <a:pt x="5074585" y="729005"/>
                  </a:lnTo>
                  <a:lnTo>
                    <a:pt x="5074743" y="729005"/>
                  </a:lnTo>
                  <a:lnTo>
                    <a:pt x="5074901" y="729005"/>
                  </a:lnTo>
                  <a:lnTo>
                    <a:pt x="5075058" y="729005"/>
                  </a:lnTo>
                  <a:lnTo>
                    <a:pt x="5075216" y="729005"/>
                  </a:lnTo>
                  <a:lnTo>
                    <a:pt x="5075216" y="728575"/>
                  </a:lnTo>
                  <a:lnTo>
                    <a:pt x="5075374" y="728575"/>
                  </a:lnTo>
                  <a:lnTo>
                    <a:pt x="5075531" y="728575"/>
                  </a:lnTo>
                  <a:lnTo>
                    <a:pt x="5075689" y="728575"/>
                  </a:lnTo>
                  <a:lnTo>
                    <a:pt x="5075847" y="728575"/>
                  </a:lnTo>
                  <a:lnTo>
                    <a:pt x="5076005" y="728575"/>
                  </a:lnTo>
                  <a:lnTo>
                    <a:pt x="5076162" y="728575"/>
                  </a:lnTo>
                  <a:lnTo>
                    <a:pt x="5076320" y="728575"/>
                  </a:lnTo>
                  <a:lnTo>
                    <a:pt x="5076478" y="728575"/>
                  </a:lnTo>
                  <a:lnTo>
                    <a:pt x="5076635" y="728575"/>
                  </a:lnTo>
                  <a:lnTo>
                    <a:pt x="5076635" y="728144"/>
                  </a:lnTo>
                  <a:lnTo>
                    <a:pt x="5076793" y="728144"/>
                  </a:lnTo>
                  <a:lnTo>
                    <a:pt x="5076951" y="728144"/>
                  </a:lnTo>
                  <a:lnTo>
                    <a:pt x="5077109" y="728144"/>
                  </a:lnTo>
                  <a:lnTo>
                    <a:pt x="5077266" y="728144"/>
                  </a:lnTo>
                  <a:lnTo>
                    <a:pt x="5077424" y="728144"/>
                  </a:lnTo>
                  <a:lnTo>
                    <a:pt x="5077582" y="728144"/>
                  </a:lnTo>
                  <a:lnTo>
                    <a:pt x="5077739" y="728144"/>
                  </a:lnTo>
                  <a:lnTo>
                    <a:pt x="5077739" y="727714"/>
                  </a:lnTo>
                  <a:lnTo>
                    <a:pt x="5077739" y="727283"/>
                  </a:lnTo>
                  <a:lnTo>
                    <a:pt x="5077897" y="727283"/>
                  </a:lnTo>
                  <a:lnTo>
                    <a:pt x="5078055" y="727283"/>
                  </a:lnTo>
                  <a:lnTo>
                    <a:pt x="5078213" y="727283"/>
                  </a:lnTo>
                  <a:lnTo>
                    <a:pt x="5078370" y="727283"/>
                  </a:lnTo>
                  <a:lnTo>
                    <a:pt x="5078528" y="727283"/>
                  </a:lnTo>
                  <a:lnTo>
                    <a:pt x="5078686" y="727283"/>
                  </a:lnTo>
                  <a:lnTo>
                    <a:pt x="5078843" y="727283"/>
                  </a:lnTo>
                  <a:lnTo>
                    <a:pt x="5079001" y="727283"/>
                  </a:lnTo>
                  <a:lnTo>
                    <a:pt x="5079159" y="727283"/>
                  </a:lnTo>
                  <a:lnTo>
                    <a:pt x="5079317" y="727283"/>
                  </a:lnTo>
                  <a:lnTo>
                    <a:pt x="5079474" y="727283"/>
                  </a:lnTo>
                  <a:lnTo>
                    <a:pt x="5079632" y="727283"/>
                  </a:lnTo>
                  <a:lnTo>
                    <a:pt x="5079790" y="727283"/>
                  </a:lnTo>
                  <a:lnTo>
                    <a:pt x="5079948" y="727283"/>
                  </a:lnTo>
                  <a:lnTo>
                    <a:pt x="5079948" y="726852"/>
                  </a:lnTo>
                  <a:lnTo>
                    <a:pt x="5080105" y="726852"/>
                  </a:lnTo>
                  <a:lnTo>
                    <a:pt x="5080263" y="726852"/>
                  </a:lnTo>
                  <a:lnTo>
                    <a:pt x="5080421" y="726852"/>
                  </a:lnTo>
                  <a:lnTo>
                    <a:pt x="5080578" y="726852"/>
                  </a:lnTo>
                  <a:lnTo>
                    <a:pt x="5080736" y="726852"/>
                  </a:lnTo>
                  <a:lnTo>
                    <a:pt x="5080894" y="726852"/>
                  </a:lnTo>
                  <a:lnTo>
                    <a:pt x="5081052" y="726852"/>
                  </a:lnTo>
                  <a:lnTo>
                    <a:pt x="5081209" y="726852"/>
                  </a:lnTo>
                  <a:lnTo>
                    <a:pt x="5081367" y="726852"/>
                  </a:lnTo>
                  <a:lnTo>
                    <a:pt x="5081525" y="726852"/>
                  </a:lnTo>
                  <a:lnTo>
                    <a:pt x="5081525" y="726422"/>
                  </a:lnTo>
                  <a:lnTo>
                    <a:pt x="5081682" y="726422"/>
                  </a:lnTo>
                  <a:lnTo>
                    <a:pt x="5081840" y="726422"/>
                  </a:lnTo>
                  <a:lnTo>
                    <a:pt x="5081840" y="725991"/>
                  </a:lnTo>
                  <a:lnTo>
                    <a:pt x="5081998" y="725991"/>
                  </a:lnTo>
                  <a:lnTo>
                    <a:pt x="5081998" y="725561"/>
                  </a:lnTo>
                  <a:lnTo>
                    <a:pt x="5082156" y="725561"/>
                  </a:lnTo>
                  <a:lnTo>
                    <a:pt x="5082313" y="725561"/>
                  </a:lnTo>
                  <a:lnTo>
                    <a:pt x="5082471" y="725561"/>
                  </a:lnTo>
                  <a:lnTo>
                    <a:pt x="5082629" y="725561"/>
                  </a:lnTo>
                  <a:lnTo>
                    <a:pt x="5082786" y="725561"/>
                  </a:lnTo>
                  <a:lnTo>
                    <a:pt x="5082944" y="725561"/>
                  </a:lnTo>
                  <a:lnTo>
                    <a:pt x="5083102" y="725561"/>
                  </a:lnTo>
                  <a:lnTo>
                    <a:pt x="5083260" y="725561"/>
                  </a:lnTo>
                  <a:lnTo>
                    <a:pt x="5083417" y="725561"/>
                  </a:lnTo>
                  <a:lnTo>
                    <a:pt x="5083575" y="725561"/>
                  </a:lnTo>
                  <a:lnTo>
                    <a:pt x="5083733" y="725561"/>
                  </a:lnTo>
                  <a:lnTo>
                    <a:pt x="5083890" y="725561"/>
                  </a:lnTo>
                  <a:lnTo>
                    <a:pt x="5084048" y="725561"/>
                  </a:lnTo>
                  <a:lnTo>
                    <a:pt x="5084048" y="725130"/>
                  </a:lnTo>
                  <a:lnTo>
                    <a:pt x="5084206" y="725130"/>
                  </a:lnTo>
                  <a:lnTo>
                    <a:pt x="5084364" y="725130"/>
                  </a:lnTo>
                  <a:lnTo>
                    <a:pt x="5084521" y="725130"/>
                  </a:lnTo>
                  <a:lnTo>
                    <a:pt x="5084679" y="725130"/>
                  </a:lnTo>
                  <a:lnTo>
                    <a:pt x="5084837" y="725130"/>
                  </a:lnTo>
                  <a:lnTo>
                    <a:pt x="5084995" y="725130"/>
                  </a:lnTo>
                  <a:lnTo>
                    <a:pt x="5085152" y="725130"/>
                  </a:lnTo>
                  <a:lnTo>
                    <a:pt x="5085310" y="725130"/>
                  </a:lnTo>
                  <a:lnTo>
                    <a:pt x="5085468" y="725130"/>
                  </a:lnTo>
                  <a:lnTo>
                    <a:pt x="5085625" y="725130"/>
                  </a:lnTo>
                  <a:lnTo>
                    <a:pt x="5085783" y="725130"/>
                  </a:lnTo>
                  <a:lnTo>
                    <a:pt x="5085783" y="724699"/>
                  </a:lnTo>
                  <a:lnTo>
                    <a:pt x="5085941" y="724699"/>
                  </a:lnTo>
                  <a:lnTo>
                    <a:pt x="5085941" y="724269"/>
                  </a:lnTo>
                  <a:lnTo>
                    <a:pt x="5086099" y="724269"/>
                  </a:lnTo>
                  <a:lnTo>
                    <a:pt x="5086256" y="724269"/>
                  </a:lnTo>
                  <a:lnTo>
                    <a:pt x="5086414" y="724269"/>
                  </a:lnTo>
                  <a:lnTo>
                    <a:pt x="5086572" y="724269"/>
                  </a:lnTo>
                  <a:lnTo>
                    <a:pt x="5086572" y="723838"/>
                  </a:lnTo>
                  <a:lnTo>
                    <a:pt x="5086729" y="723838"/>
                  </a:lnTo>
                  <a:lnTo>
                    <a:pt x="5086887" y="723838"/>
                  </a:lnTo>
                  <a:lnTo>
                    <a:pt x="5087045" y="723838"/>
                  </a:lnTo>
                  <a:lnTo>
                    <a:pt x="5087203" y="723838"/>
                  </a:lnTo>
                  <a:lnTo>
                    <a:pt x="5087360" y="723838"/>
                  </a:lnTo>
                  <a:lnTo>
                    <a:pt x="5087518" y="723838"/>
                  </a:lnTo>
                  <a:lnTo>
                    <a:pt x="5087676" y="723838"/>
                  </a:lnTo>
                  <a:lnTo>
                    <a:pt x="5087833" y="723838"/>
                  </a:lnTo>
                  <a:lnTo>
                    <a:pt x="5087833" y="723408"/>
                  </a:lnTo>
                  <a:lnTo>
                    <a:pt x="5087991" y="723408"/>
                  </a:lnTo>
                  <a:lnTo>
                    <a:pt x="5088149" y="723408"/>
                  </a:lnTo>
                  <a:lnTo>
                    <a:pt x="5088307" y="723408"/>
                  </a:lnTo>
                  <a:lnTo>
                    <a:pt x="5088307" y="722977"/>
                  </a:lnTo>
                  <a:lnTo>
                    <a:pt x="5088464" y="722977"/>
                  </a:lnTo>
                  <a:lnTo>
                    <a:pt x="5088622" y="722977"/>
                  </a:lnTo>
                  <a:lnTo>
                    <a:pt x="5088780" y="722977"/>
                  </a:lnTo>
                  <a:lnTo>
                    <a:pt x="5088937" y="722977"/>
                  </a:lnTo>
                  <a:lnTo>
                    <a:pt x="5089095" y="722977"/>
                  </a:lnTo>
                  <a:lnTo>
                    <a:pt x="5089095" y="722546"/>
                  </a:lnTo>
                  <a:lnTo>
                    <a:pt x="5089095" y="722116"/>
                  </a:lnTo>
                  <a:lnTo>
                    <a:pt x="5089253" y="722116"/>
                  </a:lnTo>
                  <a:lnTo>
                    <a:pt x="5089411" y="722116"/>
                  </a:lnTo>
                  <a:lnTo>
                    <a:pt x="5089568" y="722116"/>
                  </a:lnTo>
                  <a:lnTo>
                    <a:pt x="5089726" y="722116"/>
                  </a:lnTo>
                  <a:lnTo>
                    <a:pt x="5089884" y="722116"/>
                  </a:lnTo>
                  <a:lnTo>
                    <a:pt x="5090041" y="722116"/>
                  </a:lnTo>
                  <a:lnTo>
                    <a:pt x="5090199" y="722116"/>
                  </a:lnTo>
                  <a:lnTo>
                    <a:pt x="5090357" y="722116"/>
                  </a:lnTo>
                  <a:lnTo>
                    <a:pt x="5090515" y="722116"/>
                  </a:lnTo>
                  <a:lnTo>
                    <a:pt x="5090672" y="722116"/>
                  </a:lnTo>
                  <a:lnTo>
                    <a:pt x="5090830" y="722116"/>
                  </a:lnTo>
                  <a:lnTo>
                    <a:pt x="5090988" y="722116"/>
                  </a:lnTo>
                  <a:lnTo>
                    <a:pt x="5091146" y="722116"/>
                  </a:lnTo>
                  <a:lnTo>
                    <a:pt x="5091303" y="722116"/>
                  </a:lnTo>
                  <a:lnTo>
                    <a:pt x="5091461" y="722116"/>
                  </a:lnTo>
                  <a:lnTo>
                    <a:pt x="5091619" y="722116"/>
                  </a:lnTo>
                  <a:lnTo>
                    <a:pt x="5091776" y="722116"/>
                  </a:lnTo>
                  <a:lnTo>
                    <a:pt x="5091934" y="722116"/>
                  </a:lnTo>
                  <a:lnTo>
                    <a:pt x="5092092" y="722116"/>
                  </a:lnTo>
                  <a:lnTo>
                    <a:pt x="5092250" y="722116"/>
                  </a:lnTo>
                  <a:lnTo>
                    <a:pt x="5092407" y="722116"/>
                  </a:lnTo>
                  <a:lnTo>
                    <a:pt x="5092565" y="722116"/>
                  </a:lnTo>
                  <a:lnTo>
                    <a:pt x="5092723" y="722116"/>
                  </a:lnTo>
                  <a:lnTo>
                    <a:pt x="5092723" y="721685"/>
                  </a:lnTo>
                  <a:lnTo>
                    <a:pt x="5092880" y="721685"/>
                  </a:lnTo>
                  <a:lnTo>
                    <a:pt x="5093038" y="721685"/>
                  </a:lnTo>
                  <a:lnTo>
                    <a:pt x="5093196" y="721685"/>
                  </a:lnTo>
                  <a:lnTo>
                    <a:pt x="5093354" y="721685"/>
                  </a:lnTo>
                  <a:lnTo>
                    <a:pt x="5093511" y="721685"/>
                  </a:lnTo>
                  <a:lnTo>
                    <a:pt x="5093669" y="721685"/>
                  </a:lnTo>
                  <a:lnTo>
                    <a:pt x="5093827" y="721685"/>
                  </a:lnTo>
                  <a:lnTo>
                    <a:pt x="5093984" y="721685"/>
                  </a:lnTo>
                  <a:lnTo>
                    <a:pt x="5094142" y="721685"/>
                  </a:lnTo>
                  <a:lnTo>
                    <a:pt x="5094300" y="721685"/>
                  </a:lnTo>
                  <a:lnTo>
                    <a:pt x="5094458" y="721685"/>
                  </a:lnTo>
                  <a:lnTo>
                    <a:pt x="5094615" y="721685"/>
                  </a:lnTo>
                  <a:lnTo>
                    <a:pt x="5094773" y="721685"/>
                  </a:lnTo>
                  <a:lnTo>
                    <a:pt x="5094931" y="721685"/>
                  </a:lnTo>
                  <a:lnTo>
                    <a:pt x="5095088" y="721685"/>
                  </a:lnTo>
                  <a:lnTo>
                    <a:pt x="5095246" y="721685"/>
                  </a:lnTo>
                  <a:lnTo>
                    <a:pt x="5095404" y="721685"/>
                  </a:lnTo>
                  <a:lnTo>
                    <a:pt x="5095562" y="721685"/>
                  </a:lnTo>
                  <a:lnTo>
                    <a:pt x="5095719" y="721685"/>
                  </a:lnTo>
                  <a:lnTo>
                    <a:pt x="5095877" y="721685"/>
                  </a:lnTo>
                  <a:lnTo>
                    <a:pt x="5096035" y="721685"/>
                  </a:lnTo>
                  <a:lnTo>
                    <a:pt x="5096193" y="721685"/>
                  </a:lnTo>
                  <a:lnTo>
                    <a:pt x="5096350" y="721685"/>
                  </a:lnTo>
                  <a:lnTo>
                    <a:pt x="5096508" y="721685"/>
                  </a:lnTo>
                  <a:lnTo>
                    <a:pt x="5096666" y="721685"/>
                  </a:lnTo>
                  <a:lnTo>
                    <a:pt x="5096823" y="721685"/>
                  </a:lnTo>
                  <a:lnTo>
                    <a:pt x="5096981" y="721685"/>
                  </a:lnTo>
                  <a:lnTo>
                    <a:pt x="5097139" y="721685"/>
                  </a:lnTo>
                  <a:lnTo>
                    <a:pt x="5097297" y="721685"/>
                  </a:lnTo>
                  <a:lnTo>
                    <a:pt x="5097454" y="721685"/>
                  </a:lnTo>
                  <a:lnTo>
                    <a:pt x="5097612" y="721685"/>
                  </a:lnTo>
                  <a:lnTo>
                    <a:pt x="5097612" y="721255"/>
                  </a:lnTo>
                  <a:lnTo>
                    <a:pt x="5097770" y="721255"/>
                  </a:lnTo>
                  <a:lnTo>
                    <a:pt x="5097927" y="721255"/>
                  </a:lnTo>
                  <a:lnTo>
                    <a:pt x="5098085" y="721255"/>
                  </a:lnTo>
                  <a:lnTo>
                    <a:pt x="5098243" y="721255"/>
                  </a:lnTo>
                  <a:lnTo>
                    <a:pt x="5098401" y="721255"/>
                  </a:lnTo>
                  <a:lnTo>
                    <a:pt x="5098558" y="721255"/>
                  </a:lnTo>
                  <a:lnTo>
                    <a:pt x="5098716" y="721255"/>
                  </a:lnTo>
                  <a:lnTo>
                    <a:pt x="5098874" y="721255"/>
                  </a:lnTo>
                  <a:lnTo>
                    <a:pt x="5099031" y="721255"/>
                  </a:lnTo>
                  <a:lnTo>
                    <a:pt x="5099189" y="721255"/>
                  </a:lnTo>
                  <a:lnTo>
                    <a:pt x="5099347" y="721255"/>
                  </a:lnTo>
                  <a:lnTo>
                    <a:pt x="5099505" y="721255"/>
                  </a:lnTo>
                  <a:lnTo>
                    <a:pt x="5099662" y="721255"/>
                  </a:lnTo>
                  <a:lnTo>
                    <a:pt x="5099820" y="721255"/>
                  </a:lnTo>
                  <a:lnTo>
                    <a:pt x="5099978" y="721255"/>
                  </a:lnTo>
                  <a:lnTo>
                    <a:pt x="5100135" y="721255"/>
                  </a:lnTo>
                  <a:lnTo>
                    <a:pt x="5100293" y="721255"/>
                  </a:lnTo>
                  <a:lnTo>
                    <a:pt x="5100451" y="721255"/>
                  </a:lnTo>
                  <a:lnTo>
                    <a:pt x="5100609" y="721255"/>
                  </a:lnTo>
                  <a:lnTo>
                    <a:pt x="5100766" y="721255"/>
                  </a:lnTo>
                  <a:lnTo>
                    <a:pt x="5100766" y="720824"/>
                  </a:lnTo>
                  <a:lnTo>
                    <a:pt x="5100924" y="720824"/>
                  </a:lnTo>
                  <a:lnTo>
                    <a:pt x="5101082" y="720824"/>
                  </a:lnTo>
                  <a:lnTo>
                    <a:pt x="5101239" y="720824"/>
                  </a:lnTo>
                  <a:lnTo>
                    <a:pt x="5101397" y="720824"/>
                  </a:lnTo>
                  <a:lnTo>
                    <a:pt x="5101555" y="720824"/>
                  </a:lnTo>
                  <a:lnTo>
                    <a:pt x="5101713" y="720824"/>
                  </a:lnTo>
                  <a:lnTo>
                    <a:pt x="5101870" y="720824"/>
                  </a:lnTo>
                  <a:lnTo>
                    <a:pt x="5102028" y="720824"/>
                  </a:lnTo>
                  <a:lnTo>
                    <a:pt x="5102186" y="720824"/>
                  </a:lnTo>
                  <a:lnTo>
                    <a:pt x="5102344" y="720824"/>
                  </a:lnTo>
                  <a:lnTo>
                    <a:pt x="5102344" y="720393"/>
                  </a:lnTo>
                  <a:lnTo>
                    <a:pt x="5102501" y="720393"/>
                  </a:lnTo>
                  <a:lnTo>
                    <a:pt x="5102659" y="720393"/>
                  </a:lnTo>
                  <a:lnTo>
                    <a:pt x="5102817" y="720393"/>
                  </a:lnTo>
                  <a:lnTo>
                    <a:pt x="5102974" y="720393"/>
                  </a:lnTo>
                  <a:lnTo>
                    <a:pt x="5103132" y="720393"/>
                  </a:lnTo>
                  <a:lnTo>
                    <a:pt x="5103290" y="720393"/>
                  </a:lnTo>
                  <a:lnTo>
                    <a:pt x="5103448" y="720393"/>
                  </a:lnTo>
                  <a:lnTo>
                    <a:pt x="5103605" y="720393"/>
                  </a:lnTo>
                  <a:lnTo>
                    <a:pt x="5103763" y="720393"/>
                  </a:lnTo>
                  <a:lnTo>
                    <a:pt x="5103921" y="720393"/>
                  </a:lnTo>
                  <a:lnTo>
                    <a:pt x="5104078" y="720393"/>
                  </a:lnTo>
                  <a:lnTo>
                    <a:pt x="5104236" y="720393"/>
                  </a:lnTo>
                  <a:lnTo>
                    <a:pt x="5104394" y="720393"/>
                  </a:lnTo>
                  <a:lnTo>
                    <a:pt x="5104552" y="720393"/>
                  </a:lnTo>
                  <a:lnTo>
                    <a:pt x="5104552" y="719963"/>
                  </a:lnTo>
                  <a:lnTo>
                    <a:pt x="5104709" y="719963"/>
                  </a:lnTo>
                  <a:lnTo>
                    <a:pt x="5104867" y="719963"/>
                  </a:lnTo>
                  <a:lnTo>
                    <a:pt x="5104867" y="719532"/>
                  </a:lnTo>
                  <a:lnTo>
                    <a:pt x="5104867" y="719102"/>
                  </a:lnTo>
                  <a:lnTo>
                    <a:pt x="5105025" y="719102"/>
                  </a:lnTo>
                  <a:lnTo>
                    <a:pt x="5105025" y="718671"/>
                  </a:lnTo>
                  <a:lnTo>
                    <a:pt x="5105182" y="718671"/>
                  </a:lnTo>
                  <a:lnTo>
                    <a:pt x="5105340" y="718671"/>
                  </a:lnTo>
                  <a:lnTo>
                    <a:pt x="5105498" y="718671"/>
                  </a:lnTo>
                  <a:lnTo>
                    <a:pt x="5105656" y="718671"/>
                  </a:lnTo>
                  <a:lnTo>
                    <a:pt x="5105656" y="718240"/>
                  </a:lnTo>
                  <a:lnTo>
                    <a:pt x="5105813" y="718240"/>
                  </a:lnTo>
                  <a:lnTo>
                    <a:pt x="5105813" y="717810"/>
                  </a:lnTo>
                  <a:lnTo>
                    <a:pt x="5105971" y="717810"/>
                  </a:lnTo>
                  <a:lnTo>
                    <a:pt x="5106129" y="717810"/>
                  </a:lnTo>
                  <a:lnTo>
                    <a:pt x="5106286" y="717810"/>
                  </a:lnTo>
                  <a:lnTo>
                    <a:pt x="5106444" y="717810"/>
                  </a:lnTo>
                  <a:lnTo>
                    <a:pt x="5106444" y="717379"/>
                  </a:lnTo>
                  <a:lnTo>
                    <a:pt x="5106602" y="717379"/>
                  </a:lnTo>
                  <a:lnTo>
                    <a:pt x="5106760" y="717379"/>
                  </a:lnTo>
                  <a:lnTo>
                    <a:pt x="5106917" y="717379"/>
                  </a:lnTo>
                  <a:lnTo>
                    <a:pt x="5107075" y="717379"/>
                  </a:lnTo>
                  <a:lnTo>
                    <a:pt x="5107233" y="717379"/>
                  </a:lnTo>
                  <a:lnTo>
                    <a:pt x="5107391" y="717379"/>
                  </a:lnTo>
                  <a:lnTo>
                    <a:pt x="5107548" y="717379"/>
                  </a:lnTo>
                  <a:lnTo>
                    <a:pt x="5107706" y="717379"/>
                  </a:lnTo>
                  <a:lnTo>
                    <a:pt x="5107864" y="717379"/>
                  </a:lnTo>
                  <a:lnTo>
                    <a:pt x="5108021" y="717379"/>
                  </a:lnTo>
                  <a:lnTo>
                    <a:pt x="5108179" y="717379"/>
                  </a:lnTo>
                  <a:lnTo>
                    <a:pt x="5108337" y="717379"/>
                  </a:lnTo>
                  <a:lnTo>
                    <a:pt x="5108495" y="717379"/>
                  </a:lnTo>
                  <a:lnTo>
                    <a:pt x="5108652" y="717379"/>
                  </a:lnTo>
                  <a:lnTo>
                    <a:pt x="5108810" y="717379"/>
                  </a:lnTo>
                  <a:lnTo>
                    <a:pt x="5108968" y="717379"/>
                  </a:lnTo>
                  <a:lnTo>
                    <a:pt x="5109125" y="717379"/>
                  </a:lnTo>
                  <a:lnTo>
                    <a:pt x="5109125" y="716949"/>
                  </a:lnTo>
                  <a:lnTo>
                    <a:pt x="5109283" y="716949"/>
                  </a:lnTo>
                  <a:lnTo>
                    <a:pt x="5109441" y="716949"/>
                  </a:lnTo>
                  <a:lnTo>
                    <a:pt x="5109599" y="716949"/>
                  </a:lnTo>
                  <a:lnTo>
                    <a:pt x="5109756" y="716949"/>
                  </a:lnTo>
                  <a:lnTo>
                    <a:pt x="5109914" y="716949"/>
                  </a:lnTo>
                  <a:lnTo>
                    <a:pt x="5110072" y="716949"/>
                  </a:lnTo>
                  <a:lnTo>
                    <a:pt x="5110072" y="716518"/>
                  </a:lnTo>
                  <a:lnTo>
                    <a:pt x="5110229" y="716518"/>
                  </a:lnTo>
                  <a:lnTo>
                    <a:pt x="5110387" y="716518"/>
                  </a:lnTo>
                  <a:lnTo>
                    <a:pt x="5110545" y="716518"/>
                  </a:lnTo>
                  <a:lnTo>
                    <a:pt x="5110703" y="716518"/>
                  </a:lnTo>
                  <a:lnTo>
                    <a:pt x="5110860" y="716518"/>
                  </a:lnTo>
                  <a:lnTo>
                    <a:pt x="5111018" y="716518"/>
                  </a:lnTo>
                  <a:lnTo>
                    <a:pt x="5111176" y="716518"/>
                  </a:lnTo>
                  <a:lnTo>
                    <a:pt x="5111333" y="716518"/>
                  </a:lnTo>
                  <a:lnTo>
                    <a:pt x="5111491" y="716518"/>
                  </a:lnTo>
                  <a:lnTo>
                    <a:pt x="5111491" y="716087"/>
                  </a:lnTo>
                  <a:lnTo>
                    <a:pt x="5111649" y="716087"/>
                  </a:lnTo>
                  <a:lnTo>
                    <a:pt x="5111807" y="716087"/>
                  </a:lnTo>
                  <a:lnTo>
                    <a:pt x="5111964" y="716087"/>
                  </a:lnTo>
                  <a:lnTo>
                    <a:pt x="5112122" y="716087"/>
                  </a:lnTo>
                  <a:lnTo>
                    <a:pt x="5112122" y="715657"/>
                  </a:lnTo>
                  <a:lnTo>
                    <a:pt x="5112280" y="715657"/>
                  </a:lnTo>
                  <a:lnTo>
                    <a:pt x="5112437" y="715657"/>
                  </a:lnTo>
                  <a:lnTo>
                    <a:pt x="5112595" y="715657"/>
                  </a:lnTo>
                  <a:lnTo>
                    <a:pt x="5112753" y="715657"/>
                  </a:lnTo>
                  <a:lnTo>
                    <a:pt x="5112911" y="715657"/>
                  </a:lnTo>
                  <a:lnTo>
                    <a:pt x="5113068" y="715657"/>
                  </a:lnTo>
                  <a:lnTo>
                    <a:pt x="5113226" y="715657"/>
                  </a:lnTo>
                  <a:lnTo>
                    <a:pt x="5113384" y="715657"/>
                  </a:lnTo>
                  <a:lnTo>
                    <a:pt x="5113384" y="715226"/>
                  </a:lnTo>
                  <a:lnTo>
                    <a:pt x="5113542" y="715226"/>
                  </a:lnTo>
                  <a:lnTo>
                    <a:pt x="5113699" y="715226"/>
                  </a:lnTo>
                  <a:lnTo>
                    <a:pt x="5113857" y="715226"/>
                  </a:lnTo>
                  <a:lnTo>
                    <a:pt x="5114015" y="715226"/>
                  </a:lnTo>
                  <a:lnTo>
                    <a:pt x="5114172" y="715226"/>
                  </a:lnTo>
                  <a:lnTo>
                    <a:pt x="5114330" y="715226"/>
                  </a:lnTo>
                  <a:lnTo>
                    <a:pt x="5114488" y="715226"/>
                  </a:lnTo>
                  <a:lnTo>
                    <a:pt x="5114646" y="715226"/>
                  </a:lnTo>
                  <a:lnTo>
                    <a:pt x="5114803" y="715226"/>
                  </a:lnTo>
                  <a:lnTo>
                    <a:pt x="5114961" y="715226"/>
                  </a:lnTo>
                  <a:lnTo>
                    <a:pt x="5115119" y="715226"/>
                  </a:lnTo>
                  <a:lnTo>
                    <a:pt x="5115276" y="715226"/>
                  </a:lnTo>
                  <a:lnTo>
                    <a:pt x="5115434" y="715226"/>
                  </a:lnTo>
                  <a:lnTo>
                    <a:pt x="5115592" y="715226"/>
                  </a:lnTo>
                  <a:lnTo>
                    <a:pt x="5115750" y="715226"/>
                  </a:lnTo>
                  <a:lnTo>
                    <a:pt x="5115907" y="715226"/>
                  </a:lnTo>
                  <a:lnTo>
                    <a:pt x="5115907" y="714796"/>
                  </a:lnTo>
                  <a:lnTo>
                    <a:pt x="5116065" y="714796"/>
                  </a:lnTo>
                  <a:lnTo>
                    <a:pt x="5116223" y="714796"/>
                  </a:lnTo>
                  <a:lnTo>
                    <a:pt x="5116380" y="714796"/>
                  </a:lnTo>
                  <a:lnTo>
                    <a:pt x="5116538" y="714796"/>
                  </a:lnTo>
                  <a:lnTo>
                    <a:pt x="5116696" y="714796"/>
                  </a:lnTo>
                  <a:lnTo>
                    <a:pt x="5116854" y="714796"/>
                  </a:lnTo>
                  <a:lnTo>
                    <a:pt x="5117011" y="714796"/>
                  </a:lnTo>
                  <a:lnTo>
                    <a:pt x="5117169" y="714796"/>
                  </a:lnTo>
                  <a:lnTo>
                    <a:pt x="5117327" y="714796"/>
                  </a:lnTo>
                  <a:lnTo>
                    <a:pt x="5117484" y="714796"/>
                  </a:lnTo>
                  <a:lnTo>
                    <a:pt x="5117484" y="714365"/>
                  </a:lnTo>
                  <a:lnTo>
                    <a:pt x="5117642" y="714365"/>
                  </a:lnTo>
                  <a:lnTo>
                    <a:pt x="5117800" y="714365"/>
                  </a:lnTo>
                  <a:lnTo>
                    <a:pt x="5117800" y="713934"/>
                  </a:lnTo>
                  <a:lnTo>
                    <a:pt x="5117958" y="713934"/>
                  </a:lnTo>
                  <a:lnTo>
                    <a:pt x="5118115" y="713934"/>
                  </a:lnTo>
                  <a:lnTo>
                    <a:pt x="5118273" y="713934"/>
                  </a:lnTo>
                  <a:lnTo>
                    <a:pt x="5118431" y="713934"/>
                  </a:lnTo>
                  <a:lnTo>
                    <a:pt x="5118589" y="713934"/>
                  </a:lnTo>
                  <a:lnTo>
                    <a:pt x="5118746" y="713934"/>
                  </a:lnTo>
                  <a:lnTo>
                    <a:pt x="5118904" y="713934"/>
                  </a:lnTo>
                  <a:lnTo>
                    <a:pt x="5119062" y="713934"/>
                  </a:lnTo>
                  <a:lnTo>
                    <a:pt x="5119062" y="713504"/>
                  </a:lnTo>
                  <a:lnTo>
                    <a:pt x="5119219" y="713504"/>
                  </a:lnTo>
                  <a:lnTo>
                    <a:pt x="5119377" y="713504"/>
                  </a:lnTo>
                  <a:lnTo>
                    <a:pt x="5119535" y="713504"/>
                  </a:lnTo>
                  <a:lnTo>
                    <a:pt x="5119693" y="713504"/>
                  </a:lnTo>
                  <a:lnTo>
                    <a:pt x="5119850" y="713504"/>
                  </a:lnTo>
                  <a:lnTo>
                    <a:pt x="5120008" y="713504"/>
                  </a:lnTo>
                  <a:lnTo>
                    <a:pt x="5120166" y="713504"/>
                  </a:lnTo>
                  <a:lnTo>
                    <a:pt x="5120323" y="713504"/>
                  </a:lnTo>
                  <a:lnTo>
                    <a:pt x="5120481" y="713504"/>
                  </a:lnTo>
                  <a:lnTo>
                    <a:pt x="5120639" y="713504"/>
                  </a:lnTo>
                  <a:lnTo>
                    <a:pt x="5120797" y="713504"/>
                  </a:lnTo>
                  <a:lnTo>
                    <a:pt x="5120954" y="713504"/>
                  </a:lnTo>
                  <a:lnTo>
                    <a:pt x="5121112" y="713504"/>
                  </a:lnTo>
                  <a:lnTo>
                    <a:pt x="5121270" y="713504"/>
                  </a:lnTo>
                  <a:lnTo>
                    <a:pt x="5121427" y="713504"/>
                  </a:lnTo>
                  <a:lnTo>
                    <a:pt x="5121585" y="713504"/>
                  </a:lnTo>
                  <a:lnTo>
                    <a:pt x="5121743" y="713504"/>
                  </a:lnTo>
                  <a:lnTo>
                    <a:pt x="5121901" y="713504"/>
                  </a:lnTo>
                  <a:lnTo>
                    <a:pt x="5122058" y="713504"/>
                  </a:lnTo>
                  <a:lnTo>
                    <a:pt x="5122216" y="713504"/>
                  </a:lnTo>
                  <a:lnTo>
                    <a:pt x="5122216" y="713073"/>
                  </a:lnTo>
                  <a:lnTo>
                    <a:pt x="5122374" y="713073"/>
                  </a:lnTo>
                  <a:lnTo>
                    <a:pt x="5122531" y="713073"/>
                  </a:lnTo>
                  <a:lnTo>
                    <a:pt x="5122689" y="713073"/>
                  </a:lnTo>
                  <a:lnTo>
                    <a:pt x="5122847" y="713073"/>
                  </a:lnTo>
                  <a:lnTo>
                    <a:pt x="5123005" y="713073"/>
                  </a:lnTo>
                  <a:lnTo>
                    <a:pt x="5123162" y="713073"/>
                  </a:lnTo>
                  <a:lnTo>
                    <a:pt x="5123320" y="713073"/>
                  </a:lnTo>
                  <a:lnTo>
                    <a:pt x="5123478" y="713073"/>
                  </a:lnTo>
                  <a:lnTo>
                    <a:pt x="5123635" y="713073"/>
                  </a:lnTo>
                  <a:lnTo>
                    <a:pt x="5123793" y="713073"/>
                  </a:lnTo>
                  <a:lnTo>
                    <a:pt x="5123951" y="713073"/>
                  </a:lnTo>
                  <a:lnTo>
                    <a:pt x="5124109" y="713073"/>
                  </a:lnTo>
                  <a:lnTo>
                    <a:pt x="5124266" y="713073"/>
                  </a:lnTo>
                  <a:lnTo>
                    <a:pt x="5124424" y="713073"/>
                  </a:lnTo>
                  <a:lnTo>
                    <a:pt x="5124424" y="712643"/>
                  </a:lnTo>
                  <a:lnTo>
                    <a:pt x="5124582" y="712643"/>
                  </a:lnTo>
                  <a:lnTo>
                    <a:pt x="5124740" y="712643"/>
                  </a:lnTo>
                  <a:lnTo>
                    <a:pt x="5124897" y="712643"/>
                  </a:lnTo>
                  <a:lnTo>
                    <a:pt x="5125055" y="712643"/>
                  </a:lnTo>
                  <a:lnTo>
                    <a:pt x="5125213" y="712643"/>
                  </a:lnTo>
                  <a:lnTo>
                    <a:pt x="5125370" y="712643"/>
                  </a:lnTo>
                  <a:lnTo>
                    <a:pt x="5125370" y="712212"/>
                  </a:lnTo>
                  <a:lnTo>
                    <a:pt x="5125528" y="712212"/>
                  </a:lnTo>
                  <a:lnTo>
                    <a:pt x="5125686" y="712212"/>
                  </a:lnTo>
                  <a:lnTo>
                    <a:pt x="5125844" y="712212"/>
                  </a:lnTo>
                  <a:lnTo>
                    <a:pt x="5126001" y="712212"/>
                  </a:lnTo>
                  <a:lnTo>
                    <a:pt x="5126001" y="711781"/>
                  </a:lnTo>
                  <a:lnTo>
                    <a:pt x="5126159" y="711781"/>
                  </a:lnTo>
                  <a:lnTo>
                    <a:pt x="5126159" y="711351"/>
                  </a:lnTo>
                  <a:lnTo>
                    <a:pt x="5126317" y="711351"/>
                  </a:lnTo>
                  <a:lnTo>
                    <a:pt x="5126474" y="711351"/>
                  </a:lnTo>
                  <a:lnTo>
                    <a:pt x="5126632" y="711351"/>
                  </a:lnTo>
                  <a:lnTo>
                    <a:pt x="5126790" y="711351"/>
                  </a:lnTo>
                  <a:lnTo>
                    <a:pt x="5126948" y="711351"/>
                  </a:lnTo>
                  <a:lnTo>
                    <a:pt x="5126948" y="710920"/>
                  </a:lnTo>
                  <a:lnTo>
                    <a:pt x="5127105" y="710920"/>
                  </a:lnTo>
                  <a:lnTo>
                    <a:pt x="5127263" y="710920"/>
                  </a:lnTo>
                  <a:lnTo>
                    <a:pt x="5127421" y="710920"/>
                  </a:lnTo>
                  <a:lnTo>
                    <a:pt x="5127578" y="710920"/>
                  </a:lnTo>
                  <a:lnTo>
                    <a:pt x="5127736" y="710920"/>
                  </a:lnTo>
                  <a:lnTo>
                    <a:pt x="5127894" y="710920"/>
                  </a:lnTo>
                  <a:lnTo>
                    <a:pt x="5128052" y="710920"/>
                  </a:lnTo>
                  <a:lnTo>
                    <a:pt x="5128052" y="710490"/>
                  </a:lnTo>
                  <a:lnTo>
                    <a:pt x="5128209" y="710490"/>
                  </a:lnTo>
                  <a:lnTo>
                    <a:pt x="5128367" y="710490"/>
                  </a:lnTo>
                  <a:lnTo>
                    <a:pt x="5128525" y="710490"/>
                  </a:lnTo>
                  <a:lnTo>
                    <a:pt x="5128682" y="710490"/>
                  </a:lnTo>
                  <a:lnTo>
                    <a:pt x="5128840" y="710490"/>
                  </a:lnTo>
                  <a:lnTo>
                    <a:pt x="5128998" y="710490"/>
                  </a:lnTo>
                  <a:lnTo>
                    <a:pt x="5129156" y="710490"/>
                  </a:lnTo>
                  <a:lnTo>
                    <a:pt x="5129156" y="710059"/>
                  </a:lnTo>
                  <a:lnTo>
                    <a:pt x="5129313" y="710059"/>
                  </a:lnTo>
                  <a:lnTo>
                    <a:pt x="5129471" y="710059"/>
                  </a:lnTo>
                  <a:lnTo>
                    <a:pt x="5129629" y="710059"/>
                  </a:lnTo>
                  <a:lnTo>
                    <a:pt x="5129786" y="710059"/>
                  </a:lnTo>
                  <a:lnTo>
                    <a:pt x="5129944" y="710059"/>
                  </a:lnTo>
                  <a:lnTo>
                    <a:pt x="5130102" y="710059"/>
                  </a:lnTo>
                  <a:lnTo>
                    <a:pt x="5130260" y="710059"/>
                  </a:lnTo>
                  <a:lnTo>
                    <a:pt x="5130260" y="709628"/>
                  </a:lnTo>
                  <a:lnTo>
                    <a:pt x="5130417" y="709628"/>
                  </a:lnTo>
                  <a:lnTo>
                    <a:pt x="5130575" y="709628"/>
                  </a:lnTo>
                  <a:lnTo>
                    <a:pt x="5130733" y="709628"/>
                  </a:lnTo>
                  <a:lnTo>
                    <a:pt x="5130891" y="709628"/>
                  </a:lnTo>
                  <a:lnTo>
                    <a:pt x="5131048" y="709628"/>
                  </a:lnTo>
                  <a:lnTo>
                    <a:pt x="5131206" y="709628"/>
                  </a:lnTo>
                  <a:lnTo>
                    <a:pt x="5131364" y="709628"/>
                  </a:lnTo>
                  <a:lnTo>
                    <a:pt x="5131364" y="709198"/>
                  </a:lnTo>
                  <a:lnTo>
                    <a:pt x="5131521" y="709198"/>
                  </a:lnTo>
                  <a:lnTo>
                    <a:pt x="5131679" y="709198"/>
                  </a:lnTo>
                  <a:lnTo>
                    <a:pt x="5131837" y="709198"/>
                  </a:lnTo>
                  <a:lnTo>
                    <a:pt x="5131995" y="709198"/>
                  </a:lnTo>
                  <a:lnTo>
                    <a:pt x="5132152" y="709198"/>
                  </a:lnTo>
                  <a:lnTo>
                    <a:pt x="5132310" y="709198"/>
                  </a:lnTo>
                  <a:lnTo>
                    <a:pt x="5132468" y="709198"/>
                  </a:lnTo>
                  <a:lnTo>
                    <a:pt x="5132625" y="709198"/>
                  </a:lnTo>
                  <a:lnTo>
                    <a:pt x="5132783" y="709198"/>
                  </a:lnTo>
                  <a:lnTo>
                    <a:pt x="5132941" y="709198"/>
                  </a:lnTo>
                  <a:lnTo>
                    <a:pt x="5133099" y="709198"/>
                  </a:lnTo>
                  <a:lnTo>
                    <a:pt x="5133256" y="709198"/>
                  </a:lnTo>
                  <a:lnTo>
                    <a:pt x="5133414" y="709198"/>
                  </a:lnTo>
                  <a:lnTo>
                    <a:pt x="5133572" y="709198"/>
                  </a:lnTo>
                  <a:lnTo>
                    <a:pt x="5133729" y="709198"/>
                  </a:lnTo>
                  <a:lnTo>
                    <a:pt x="5133887" y="709198"/>
                  </a:lnTo>
                  <a:lnTo>
                    <a:pt x="5133887" y="708767"/>
                  </a:lnTo>
                  <a:lnTo>
                    <a:pt x="5134045" y="708767"/>
                  </a:lnTo>
                  <a:lnTo>
                    <a:pt x="5134203" y="708767"/>
                  </a:lnTo>
                  <a:lnTo>
                    <a:pt x="5134360" y="708767"/>
                  </a:lnTo>
                  <a:lnTo>
                    <a:pt x="5134518" y="708767"/>
                  </a:lnTo>
                  <a:lnTo>
                    <a:pt x="5134676" y="708767"/>
                  </a:lnTo>
                  <a:lnTo>
                    <a:pt x="5134833" y="708767"/>
                  </a:lnTo>
                  <a:lnTo>
                    <a:pt x="5134833" y="708337"/>
                  </a:lnTo>
                  <a:lnTo>
                    <a:pt x="5134991" y="708337"/>
                  </a:lnTo>
                  <a:lnTo>
                    <a:pt x="5135149" y="708337"/>
                  </a:lnTo>
                  <a:lnTo>
                    <a:pt x="5135307" y="708337"/>
                  </a:lnTo>
                  <a:lnTo>
                    <a:pt x="5135464" y="708337"/>
                  </a:lnTo>
                  <a:lnTo>
                    <a:pt x="5135622" y="708337"/>
                  </a:lnTo>
                  <a:lnTo>
                    <a:pt x="5135780" y="708337"/>
                  </a:lnTo>
                  <a:lnTo>
                    <a:pt x="5135938" y="708337"/>
                  </a:lnTo>
                  <a:lnTo>
                    <a:pt x="5136095" y="708337"/>
                  </a:lnTo>
                  <a:lnTo>
                    <a:pt x="5136253" y="708337"/>
                  </a:lnTo>
                  <a:lnTo>
                    <a:pt x="5136411" y="708337"/>
                  </a:lnTo>
                  <a:lnTo>
                    <a:pt x="5136568" y="708337"/>
                  </a:lnTo>
                  <a:lnTo>
                    <a:pt x="5136726" y="708337"/>
                  </a:lnTo>
                  <a:lnTo>
                    <a:pt x="5136884" y="708337"/>
                  </a:lnTo>
                  <a:lnTo>
                    <a:pt x="5137042" y="708337"/>
                  </a:lnTo>
                  <a:lnTo>
                    <a:pt x="5137199" y="708337"/>
                  </a:lnTo>
                  <a:lnTo>
                    <a:pt x="5137199" y="707906"/>
                  </a:lnTo>
                  <a:lnTo>
                    <a:pt x="5137357" y="707906"/>
                  </a:lnTo>
                  <a:lnTo>
                    <a:pt x="5137515" y="707906"/>
                  </a:lnTo>
                  <a:lnTo>
                    <a:pt x="5137672" y="707906"/>
                  </a:lnTo>
                  <a:lnTo>
                    <a:pt x="5137830" y="707906"/>
                  </a:lnTo>
                  <a:lnTo>
                    <a:pt x="5137988" y="707906"/>
                  </a:lnTo>
                  <a:lnTo>
                    <a:pt x="5138146" y="707906"/>
                  </a:lnTo>
                  <a:lnTo>
                    <a:pt x="5138303" y="707906"/>
                  </a:lnTo>
                  <a:lnTo>
                    <a:pt x="5138461" y="707906"/>
                  </a:lnTo>
                  <a:lnTo>
                    <a:pt x="5138619" y="707906"/>
                  </a:lnTo>
                  <a:lnTo>
                    <a:pt x="5138776" y="707906"/>
                  </a:lnTo>
                  <a:lnTo>
                    <a:pt x="5138934" y="707906"/>
                  </a:lnTo>
                  <a:lnTo>
                    <a:pt x="5139092" y="707906"/>
                  </a:lnTo>
                  <a:lnTo>
                    <a:pt x="5139250" y="707906"/>
                  </a:lnTo>
                  <a:lnTo>
                    <a:pt x="5139407" y="707906"/>
                  </a:lnTo>
                  <a:lnTo>
                    <a:pt x="5139565" y="707906"/>
                  </a:lnTo>
                  <a:lnTo>
                    <a:pt x="5139723" y="707906"/>
                  </a:lnTo>
                  <a:lnTo>
                    <a:pt x="5139880" y="707906"/>
                  </a:lnTo>
                  <a:lnTo>
                    <a:pt x="5139880" y="707475"/>
                  </a:lnTo>
                  <a:lnTo>
                    <a:pt x="5140038" y="707475"/>
                  </a:lnTo>
                  <a:lnTo>
                    <a:pt x="5140196" y="707475"/>
                  </a:lnTo>
                  <a:lnTo>
                    <a:pt x="5140354" y="707475"/>
                  </a:lnTo>
                  <a:lnTo>
                    <a:pt x="5140511" y="707475"/>
                  </a:lnTo>
                  <a:lnTo>
                    <a:pt x="5140669" y="707475"/>
                  </a:lnTo>
                  <a:lnTo>
                    <a:pt x="5140827" y="707475"/>
                  </a:lnTo>
                  <a:lnTo>
                    <a:pt x="5140984" y="707475"/>
                  </a:lnTo>
                  <a:lnTo>
                    <a:pt x="5141142" y="707475"/>
                  </a:lnTo>
                  <a:lnTo>
                    <a:pt x="5141142" y="707045"/>
                  </a:lnTo>
                  <a:lnTo>
                    <a:pt x="5141300" y="707045"/>
                  </a:lnTo>
                  <a:lnTo>
                    <a:pt x="5141458" y="707045"/>
                  </a:lnTo>
                  <a:lnTo>
                    <a:pt x="5141615" y="707045"/>
                  </a:lnTo>
                  <a:lnTo>
                    <a:pt x="5141773" y="707045"/>
                  </a:lnTo>
                  <a:lnTo>
                    <a:pt x="5141931" y="707045"/>
                  </a:lnTo>
                  <a:lnTo>
                    <a:pt x="5142089" y="707045"/>
                  </a:lnTo>
                  <a:lnTo>
                    <a:pt x="5142246" y="707045"/>
                  </a:lnTo>
                  <a:lnTo>
                    <a:pt x="5142404" y="707045"/>
                  </a:lnTo>
                  <a:lnTo>
                    <a:pt x="5142562" y="707045"/>
                  </a:lnTo>
                  <a:lnTo>
                    <a:pt x="5142719" y="707045"/>
                  </a:lnTo>
                  <a:lnTo>
                    <a:pt x="5142877" y="707045"/>
                  </a:lnTo>
                  <a:lnTo>
                    <a:pt x="5143035" y="707045"/>
                  </a:lnTo>
                  <a:lnTo>
                    <a:pt x="5143035" y="706614"/>
                  </a:lnTo>
                  <a:lnTo>
                    <a:pt x="5143193" y="706614"/>
                  </a:lnTo>
                  <a:lnTo>
                    <a:pt x="5143350" y="706614"/>
                  </a:lnTo>
                  <a:lnTo>
                    <a:pt x="5143350" y="706184"/>
                  </a:lnTo>
                  <a:lnTo>
                    <a:pt x="5143350" y="705753"/>
                  </a:lnTo>
                  <a:lnTo>
                    <a:pt x="5143508" y="705753"/>
                  </a:lnTo>
                  <a:lnTo>
                    <a:pt x="5143666" y="705753"/>
                  </a:lnTo>
                  <a:lnTo>
                    <a:pt x="5143823" y="705753"/>
                  </a:lnTo>
                  <a:lnTo>
                    <a:pt x="5143981" y="705753"/>
                  </a:lnTo>
                  <a:lnTo>
                    <a:pt x="5144139" y="705753"/>
                  </a:lnTo>
                  <a:lnTo>
                    <a:pt x="5144297" y="705753"/>
                  </a:lnTo>
                  <a:lnTo>
                    <a:pt x="5144454" y="705753"/>
                  </a:lnTo>
                  <a:lnTo>
                    <a:pt x="5144612" y="705753"/>
                  </a:lnTo>
                  <a:lnTo>
                    <a:pt x="5144612" y="705322"/>
                  </a:lnTo>
                  <a:lnTo>
                    <a:pt x="5144770" y="705322"/>
                  </a:lnTo>
                  <a:lnTo>
                    <a:pt x="5144927" y="705322"/>
                  </a:lnTo>
                  <a:lnTo>
                    <a:pt x="5145085" y="705322"/>
                  </a:lnTo>
                  <a:lnTo>
                    <a:pt x="5145243" y="705322"/>
                  </a:lnTo>
                  <a:lnTo>
                    <a:pt x="5145401" y="705322"/>
                  </a:lnTo>
                  <a:lnTo>
                    <a:pt x="5145558" y="705322"/>
                  </a:lnTo>
                  <a:lnTo>
                    <a:pt x="5145716" y="705322"/>
                  </a:lnTo>
                  <a:lnTo>
                    <a:pt x="5145716" y="704892"/>
                  </a:lnTo>
                  <a:lnTo>
                    <a:pt x="5145874" y="704892"/>
                  </a:lnTo>
                  <a:lnTo>
                    <a:pt x="5145874" y="704461"/>
                  </a:lnTo>
                  <a:lnTo>
                    <a:pt x="5146031" y="704461"/>
                  </a:lnTo>
                  <a:lnTo>
                    <a:pt x="5146189" y="704461"/>
                  </a:lnTo>
                  <a:lnTo>
                    <a:pt x="5146347" y="704461"/>
                  </a:lnTo>
                  <a:lnTo>
                    <a:pt x="5146505" y="704461"/>
                  </a:lnTo>
                  <a:lnTo>
                    <a:pt x="5146662" y="704461"/>
                  </a:lnTo>
                  <a:lnTo>
                    <a:pt x="5146820" y="704461"/>
                  </a:lnTo>
                  <a:lnTo>
                    <a:pt x="5146820" y="704031"/>
                  </a:lnTo>
                  <a:lnTo>
                    <a:pt x="5146978" y="704031"/>
                  </a:lnTo>
                  <a:lnTo>
                    <a:pt x="5147136" y="704031"/>
                  </a:lnTo>
                  <a:lnTo>
                    <a:pt x="5147136" y="703600"/>
                  </a:lnTo>
                  <a:lnTo>
                    <a:pt x="5147136" y="703169"/>
                  </a:lnTo>
                  <a:lnTo>
                    <a:pt x="5147136" y="702739"/>
                  </a:lnTo>
                  <a:lnTo>
                    <a:pt x="5147136" y="702308"/>
                  </a:lnTo>
                  <a:lnTo>
                    <a:pt x="5147293" y="702308"/>
                  </a:lnTo>
                  <a:lnTo>
                    <a:pt x="5147451" y="702308"/>
                  </a:lnTo>
                  <a:lnTo>
                    <a:pt x="5147609" y="702308"/>
                  </a:lnTo>
                  <a:lnTo>
                    <a:pt x="5147766" y="702308"/>
                  </a:lnTo>
                  <a:lnTo>
                    <a:pt x="5147924" y="702308"/>
                  </a:lnTo>
                  <a:lnTo>
                    <a:pt x="5148082" y="702308"/>
                  </a:lnTo>
                  <a:lnTo>
                    <a:pt x="5148240" y="702308"/>
                  </a:lnTo>
                  <a:lnTo>
                    <a:pt x="5148397" y="702308"/>
                  </a:lnTo>
                  <a:lnTo>
                    <a:pt x="5148555" y="702308"/>
                  </a:lnTo>
                  <a:lnTo>
                    <a:pt x="5148713" y="702308"/>
                  </a:lnTo>
                  <a:lnTo>
                    <a:pt x="5148870" y="702308"/>
                  </a:lnTo>
                  <a:lnTo>
                    <a:pt x="5149028" y="702308"/>
                  </a:lnTo>
                  <a:lnTo>
                    <a:pt x="5149186" y="702308"/>
                  </a:lnTo>
                  <a:lnTo>
                    <a:pt x="5149344" y="702308"/>
                  </a:lnTo>
                  <a:lnTo>
                    <a:pt x="5149344" y="701878"/>
                  </a:lnTo>
                  <a:lnTo>
                    <a:pt x="5149344" y="701447"/>
                  </a:lnTo>
                  <a:lnTo>
                    <a:pt x="5149501" y="701447"/>
                  </a:lnTo>
                  <a:lnTo>
                    <a:pt x="5149659" y="701447"/>
                  </a:lnTo>
                  <a:lnTo>
                    <a:pt x="5149817" y="701447"/>
                  </a:lnTo>
                  <a:lnTo>
                    <a:pt x="5149974" y="701447"/>
                  </a:lnTo>
                  <a:lnTo>
                    <a:pt x="5150132" y="701447"/>
                  </a:lnTo>
                  <a:lnTo>
                    <a:pt x="5150290" y="701447"/>
                  </a:lnTo>
                  <a:lnTo>
                    <a:pt x="5150448" y="701447"/>
                  </a:lnTo>
                  <a:lnTo>
                    <a:pt x="5150605" y="701447"/>
                  </a:lnTo>
                  <a:lnTo>
                    <a:pt x="5150763" y="701447"/>
                  </a:lnTo>
                  <a:lnTo>
                    <a:pt x="5150921" y="701447"/>
                  </a:lnTo>
                  <a:lnTo>
                    <a:pt x="5151078" y="701447"/>
                  </a:lnTo>
                  <a:lnTo>
                    <a:pt x="5151236" y="701447"/>
                  </a:lnTo>
                  <a:lnTo>
                    <a:pt x="5151394" y="701447"/>
                  </a:lnTo>
                  <a:lnTo>
                    <a:pt x="5151552" y="701447"/>
                  </a:lnTo>
                  <a:lnTo>
                    <a:pt x="5151709" y="701447"/>
                  </a:lnTo>
                  <a:lnTo>
                    <a:pt x="5151867" y="701447"/>
                  </a:lnTo>
                  <a:lnTo>
                    <a:pt x="5152025" y="701447"/>
                  </a:lnTo>
                  <a:lnTo>
                    <a:pt x="5152182" y="701447"/>
                  </a:lnTo>
                  <a:lnTo>
                    <a:pt x="5152340" y="701447"/>
                  </a:lnTo>
                  <a:lnTo>
                    <a:pt x="5152498" y="701447"/>
                  </a:lnTo>
                  <a:lnTo>
                    <a:pt x="5152656" y="701447"/>
                  </a:lnTo>
                  <a:lnTo>
                    <a:pt x="5152813" y="701447"/>
                  </a:lnTo>
                  <a:lnTo>
                    <a:pt x="5152971" y="701447"/>
                  </a:lnTo>
                  <a:lnTo>
                    <a:pt x="5153129" y="701447"/>
                  </a:lnTo>
                  <a:lnTo>
                    <a:pt x="5153129" y="701016"/>
                  </a:lnTo>
                  <a:lnTo>
                    <a:pt x="5153287" y="701016"/>
                  </a:lnTo>
                  <a:lnTo>
                    <a:pt x="5153444" y="701016"/>
                  </a:lnTo>
                  <a:lnTo>
                    <a:pt x="5153602" y="701016"/>
                  </a:lnTo>
                  <a:lnTo>
                    <a:pt x="5153760" y="701016"/>
                  </a:lnTo>
                  <a:lnTo>
                    <a:pt x="5153760" y="700586"/>
                  </a:lnTo>
                  <a:lnTo>
                    <a:pt x="5153917" y="700586"/>
                  </a:lnTo>
                  <a:lnTo>
                    <a:pt x="5154075" y="700586"/>
                  </a:lnTo>
                  <a:lnTo>
                    <a:pt x="5154233" y="700586"/>
                  </a:lnTo>
                  <a:lnTo>
                    <a:pt x="5154233" y="700155"/>
                  </a:lnTo>
                  <a:lnTo>
                    <a:pt x="5154391" y="700155"/>
                  </a:lnTo>
                  <a:lnTo>
                    <a:pt x="5154548" y="700155"/>
                  </a:lnTo>
                  <a:lnTo>
                    <a:pt x="5154706" y="700155"/>
                  </a:lnTo>
                  <a:lnTo>
                    <a:pt x="5154864" y="700155"/>
                  </a:lnTo>
                  <a:lnTo>
                    <a:pt x="5155021" y="700155"/>
                  </a:lnTo>
                  <a:lnTo>
                    <a:pt x="5155179" y="700155"/>
                  </a:lnTo>
                  <a:lnTo>
                    <a:pt x="5155337" y="700155"/>
                  </a:lnTo>
                  <a:lnTo>
                    <a:pt x="5155495" y="700155"/>
                  </a:lnTo>
                  <a:lnTo>
                    <a:pt x="5155652" y="700155"/>
                  </a:lnTo>
                  <a:lnTo>
                    <a:pt x="5155810" y="700155"/>
                  </a:lnTo>
                  <a:lnTo>
                    <a:pt x="5155968" y="700155"/>
                  </a:lnTo>
                  <a:lnTo>
                    <a:pt x="5156125" y="700155"/>
                  </a:lnTo>
                  <a:lnTo>
                    <a:pt x="5156283" y="700155"/>
                  </a:lnTo>
                  <a:lnTo>
                    <a:pt x="5156441" y="700155"/>
                  </a:lnTo>
                  <a:lnTo>
                    <a:pt x="5156599" y="700155"/>
                  </a:lnTo>
                  <a:lnTo>
                    <a:pt x="5156756" y="700155"/>
                  </a:lnTo>
                  <a:lnTo>
                    <a:pt x="5156914" y="700155"/>
                  </a:lnTo>
                  <a:lnTo>
                    <a:pt x="5157072" y="700155"/>
                  </a:lnTo>
                  <a:lnTo>
                    <a:pt x="5157229" y="700155"/>
                  </a:lnTo>
                  <a:lnTo>
                    <a:pt x="5157387" y="700155"/>
                  </a:lnTo>
                  <a:lnTo>
                    <a:pt x="5157545" y="700155"/>
                  </a:lnTo>
                  <a:lnTo>
                    <a:pt x="5157703" y="700155"/>
                  </a:lnTo>
                  <a:lnTo>
                    <a:pt x="5157860" y="700155"/>
                  </a:lnTo>
                  <a:lnTo>
                    <a:pt x="5158018" y="700155"/>
                  </a:lnTo>
                  <a:lnTo>
                    <a:pt x="5158176" y="700155"/>
                  </a:lnTo>
                  <a:lnTo>
                    <a:pt x="5158334" y="700155"/>
                  </a:lnTo>
                  <a:lnTo>
                    <a:pt x="5158491" y="700155"/>
                  </a:lnTo>
                  <a:lnTo>
                    <a:pt x="5158649" y="700155"/>
                  </a:lnTo>
                  <a:lnTo>
                    <a:pt x="5158807" y="700155"/>
                  </a:lnTo>
                  <a:lnTo>
                    <a:pt x="5158964" y="700155"/>
                  </a:lnTo>
                  <a:lnTo>
                    <a:pt x="5159122" y="700155"/>
                  </a:lnTo>
                  <a:lnTo>
                    <a:pt x="5159122" y="699725"/>
                  </a:lnTo>
                  <a:lnTo>
                    <a:pt x="5159280" y="699725"/>
                  </a:lnTo>
                  <a:lnTo>
                    <a:pt x="5159438" y="699725"/>
                  </a:lnTo>
                  <a:lnTo>
                    <a:pt x="5159595" y="699725"/>
                  </a:lnTo>
                  <a:lnTo>
                    <a:pt x="5159753" y="699725"/>
                  </a:lnTo>
                  <a:lnTo>
                    <a:pt x="5159911" y="699725"/>
                  </a:lnTo>
                  <a:lnTo>
                    <a:pt x="5160068" y="699725"/>
                  </a:lnTo>
                  <a:lnTo>
                    <a:pt x="5160226" y="699725"/>
                  </a:lnTo>
                  <a:lnTo>
                    <a:pt x="5160384" y="699725"/>
                  </a:lnTo>
                  <a:lnTo>
                    <a:pt x="5160542" y="699725"/>
                  </a:lnTo>
                  <a:lnTo>
                    <a:pt x="5160542" y="699294"/>
                  </a:lnTo>
                  <a:lnTo>
                    <a:pt x="5160699" y="699294"/>
                  </a:lnTo>
                  <a:lnTo>
                    <a:pt x="5160699" y="698863"/>
                  </a:lnTo>
                  <a:lnTo>
                    <a:pt x="5160699" y="698433"/>
                  </a:lnTo>
                  <a:lnTo>
                    <a:pt x="5160857" y="698433"/>
                  </a:lnTo>
                  <a:lnTo>
                    <a:pt x="5161015" y="698433"/>
                  </a:lnTo>
                  <a:lnTo>
                    <a:pt x="5161172" y="698433"/>
                  </a:lnTo>
                  <a:lnTo>
                    <a:pt x="5161330" y="698433"/>
                  </a:lnTo>
                  <a:lnTo>
                    <a:pt x="5161488" y="698433"/>
                  </a:lnTo>
                  <a:lnTo>
                    <a:pt x="5161646" y="698433"/>
                  </a:lnTo>
                  <a:lnTo>
                    <a:pt x="5161803" y="698433"/>
                  </a:lnTo>
                  <a:lnTo>
                    <a:pt x="5161961" y="698433"/>
                  </a:lnTo>
                  <a:lnTo>
                    <a:pt x="5162119" y="698433"/>
                  </a:lnTo>
                  <a:lnTo>
                    <a:pt x="5162276" y="698433"/>
                  </a:lnTo>
                  <a:lnTo>
                    <a:pt x="5162434" y="698433"/>
                  </a:lnTo>
                  <a:lnTo>
                    <a:pt x="5162592" y="698433"/>
                  </a:lnTo>
                  <a:lnTo>
                    <a:pt x="5162750" y="698433"/>
                  </a:lnTo>
                  <a:lnTo>
                    <a:pt x="5162907" y="698433"/>
                  </a:lnTo>
                  <a:lnTo>
                    <a:pt x="5163065" y="698433"/>
                  </a:lnTo>
                  <a:lnTo>
                    <a:pt x="5163223" y="698433"/>
                  </a:lnTo>
                  <a:lnTo>
                    <a:pt x="5163380" y="698433"/>
                  </a:lnTo>
                  <a:lnTo>
                    <a:pt x="5163538" y="698433"/>
                  </a:lnTo>
                  <a:lnTo>
                    <a:pt x="5163696" y="698433"/>
                  </a:lnTo>
                  <a:lnTo>
                    <a:pt x="5163854" y="698433"/>
                  </a:lnTo>
                  <a:lnTo>
                    <a:pt x="5164011" y="698433"/>
                  </a:lnTo>
                  <a:lnTo>
                    <a:pt x="5164169" y="698433"/>
                  </a:lnTo>
                  <a:lnTo>
                    <a:pt x="5164327" y="698433"/>
                  </a:lnTo>
                  <a:lnTo>
                    <a:pt x="5164327" y="698002"/>
                  </a:lnTo>
                  <a:lnTo>
                    <a:pt x="5164327" y="697572"/>
                  </a:lnTo>
                  <a:lnTo>
                    <a:pt x="5164485" y="697572"/>
                  </a:lnTo>
                  <a:lnTo>
                    <a:pt x="5164642" y="697572"/>
                  </a:lnTo>
                  <a:lnTo>
                    <a:pt x="5164800" y="697572"/>
                  </a:lnTo>
                  <a:lnTo>
                    <a:pt x="5164958" y="697572"/>
                  </a:lnTo>
                  <a:lnTo>
                    <a:pt x="5165115" y="697572"/>
                  </a:lnTo>
                  <a:lnTo>
                    <a:pt x="5165273" y="697572"/>
                  </a:lnTo>
                  <a:lnTo>
                    <a:pt x="5165431" y="697572"/>
                  </a:lnTo>
                  <a:lnTo>
                    <a:pt x="5165589" y="697572"/>
                  </a:lnTo>
                  <a:lnTo>
                    <a:pt x="5165746" y="697572"/>
                  </a:lnTo>
                  <a:lnTo>
                    <a:pt x="5165904" y="697572"/>
                  </a:lnTo>
                  <a:lnTo>
                    <a:pt x="5166062" y="697572"/>
                  </a:lnTo>
                  <a:lnTo>
                    <a:pt x="5166219" y="697572"/>
                  </a:lnTo>
                  <a:lnTo>
                    <a:pt x="5166219" y="697141"/>
                  </a:lnTo>
                  <a:lnTo>
                    <a:pt x="5166377" y="697141"/>
                  </a:lnTo>
                  <a:lnTo>
                    <a:pt x="5166535" y="697141"/>
                  </a:lnTo>
                  <a:lnTo>
                    <a:pt x="5166693" y="697141"/>
                  </a:lnTo>
                  <a:lnTo>
                    <a:pt x="5166850" y="697141"/>
                  </a:lnTo>
                  <a:lnTo>
                    <a:pt x="5167008" y="697141"/>
                  </a:lnTo>
                  <a:lnTo>
                    <a:pt x="5167008" y="696710"/>
                  </a:lnTo>
                  <a:lnTo>
                    <a:pt x="5167166" y="696710"/>
                  </a:lnTo>
                  <a:lnTo>
                    <a:pt x="5167323" y="696710"/>
                  </a:lnTo>
                  <a:lnTo>
                    <a:pt x="5167323" y="696280"/>
                  </a:lnTo>
                  <a:lnTo>
                    <a:pt x="5167323" y="695849"/>
                  </a:lnTo>
                  <a:lnTo>
                    <a:pt x="5167481" y="695849"/>
                  </a:lnTo>
                  <a:lnTo>
                    <a:pt x="5167639" y="695849"/>
                  </a:lnTo>
                  <a:lnTo>
                    <a:pt x="5167797" y="695849"/>
                  </a:lnTo>
                  <a:lnTo>
                    <a:pt x="5167954" y="695849"/>
                  </a:lnTo>
                  <a:lnTo>
                    <a:pt x="5168112" y="695849"/>
                  </a:lnTo>
                  <a:lnTo>
                    <a:pt x="5168270" y="695849"/>
                  </a:lnTo>
                  <a:lnTo>
                    <a:pt x="5168270" y="695419"/>
                  </a:lnTo>
                  <a:lnTo>
                    <a:pt x="5168427" y="695419"/>
                  </a:lnTo>
                  <a:lnTo>
                    <a:pt x="5168427" y="694988"/>
                  </a:lnTo>
                  <a:lnTo>
                    <a:pt x="5168585" y="694988"/>
                  </a:lnTo>
                  <a:lnTo>
                    <a:pt x="5168743" y="694988"/>
                  </a:lnTo>
                  <a:lnTo>
                    <a:pt x="5168901" y="694988"/>
                  </a:lnTo>
                  <a:lnTo>
                    <a:pt x="5169058" y="694988"/>
                  </a:lnTo>
                  <a:lnTo>
                    <a:pt x="5169216" y="694988"/>
                  </a:lnTo>
                  <a:lnTo>
                    <a:pt x="5169374" y="694988"/>
                  </a:lnTo>
                  <a:lnTo>
                    <a:pt x="5169532" y="694988"/>
                  </a:lnTo>
                  <a:lnTo>
                    <a:pt x="5169689" y="694988"/>
                  </a:lnTo>
                  <a:lnTo>
                    <a:pt x="5169847" y="694988"/>
                  </a:lnTo>
                  <a:lnTo>
                    <a:pt x="5170005" y="694988"/>
                  </a:lnTo>
                  <a:lnTo>
                    <a:pt x="5170162" y="694988"/>
                  </a:lnTo>
                  <a:lnTo>
                    <a:pt x="5170320" y="694988"/>
                  </a:lnTo>
                  <a:lnTo>
                    <a:pt x="5170478" y="694988"/>
                  </a:lnTo>
                  <a:lnTo>
                    <a:pt x="5170636" y="694988"/>
                  </a:lnTo>
                  <a:lnTo>
                    <a:pt x="5170793" y="694988"/>
                  </a:lnTo>
                  <a:lnTo>
                    <a:pt x="5170951" y="694988"/>
                  </a:lnTo>
                  <a:lnTo>
                    <a:pt x="5171109" y="694988"/>
                  </a:lnTo>
                  <a:lnTo>
                    <a:pt x="5171266" y="694988"/>
                  </a:lnTo>
                  <a:lnTo>
                    <a:pt x="5171424" y="694988"/>
                  </a:lnTo>
                  <a:lnTo>
                    <a:pt x="5171582" y="694988"/>
                  </a:lnTo>
                  <a:lnTo>
                    <a:pt x="5171582" y="694557"/>
                  </a:lnTo>
                  <a:lnTo>
                    <a:pt x="5171740" y="694557"/>
                  </a:lnTo>
                  <a:lnTo>
                    <a:pt x="5171740" y="694127"/>
                  </a:lnTo>
                  <a:lnTo>
                    <a:pt x="5171897" y="694127"/>
                  </a:lnTo>
                  <a:lnTo>
                    <a:pt x="5172055" y="694127"/>
                  </a:lnTo>
                  <a:lnTo>
                    <a:pt x="5172213" y="694127"/>
                  </a:lnTo>
                  <a:lnTo>
                    <a:pt x="5172370" y="694127"/>
                  </a:lnTo>
                  <a:lnTo>
                    <a:pt x="5172528" y="694127"/>
                  </a:lnTo>
                  <a:lnTo>
                    <a:pt x="5172686" y="694127"/>
                  </a:lnTo>
                  <a:lnTo>
                    <a:pt x="5172844" y="694127"/>
                  </a:lnTo>
                  <a:lnTo>
                    <a:pt x="5173001" y="694127"/>
                  </a:lnTo>
                  <a:lnTo>
                    <a:pt x="5173159" y="694127"/>
                  </a:lnTo>
                  <a:lnTo>
                    <a:pt x="5173317" y="694127"/>
                  </a:lnTo>
                  <a:lnTo>
                    <a:pt x="5173474" y="694127"/>
                  </a:lnTo>
                  <a:lnTo>
                    <a:pt x="5173632" y="694127"/>
                  </a:lnTo>
                  <a:lnTo>
                    <a:pt x="5173790" y="694127"/>
                  </a:lnTo>
                  <a:lnTo>
                    <a:pt x="5173948" y="694127"/>
                  </a:lnTo>
                  <a:lnTo>
                    <a:pt x="5174105" y="694127"/>
                  </a:lnTo>
                  <a:lnTo>
                    <a:pt x="5174263" y="694127"/>
                  </a:lnTo>
                  <a:lnTo>
                    <a:pt x="5174421" y="694127"/>
                  </a:lnTo>
                  <a:lnTo>
                    <a:pt x="5174578" y="694127"/>
                  </a:lnTo>
                  <a:lnTo>
                    <a:pt x="5174736" y="694127"/>
                  </a:lnTo>
                  <a:lnTo>
                    <a:pt x="5174894" y="694127"/>
                  </a:lnTo>
                  <a:lnTo>
                    <a:pt x="5175052" y="694127"/>
                  </a:lnTo>
                  <a:lnTo>
                    <a:pt x="5175209" y="694127"/>
                  </a:lnTo>
                  <a:lnTo>
                    <a:pt x="5175367" y="694127"/>
                  </a:lnTo>
                  <a:lnTo>
                    <a:pt x="5175525" y="694127"/>
                  </a:lnTo>
                  <a:lnTo>
                    <a:pt x="5175683" y="694127"/>
                  </a:lnTo>
                  <a:lnTo>
                    <a:pt x="5175840" y="694127"/>
                  </a:lnTo>
                  <a:lnTo>
                    <a:pt x="5175840" y="693696"/>
                  </a:lnTo>
                  <a:lnTo>
                    <a:pt x="5175998" y="693696"/>
                  </a:lnTo>
                  <a:lnTo>
                    <a:pt x="5176156" y="693696"/>
                  </a:lnTo>
                  <a:lnTo>
                    <a:pt x="5176313" y="693696"/>
                  </a:lnTo>
                  <a:lnTo>
                    <a:pt x="5176471" y="693696"/>
                  </a:lnTo>
                  <a:lnTo>
                    <a:pt x="5176629" y="693696"/>
                  </a:lnTo>
                  <a:lnTo>
                    <a:pt x="5176787" y="693696"/>
                  </a:lnTo>
                  <a:lnTo>
                    <a:pt x="5176944" y="693696"/>
                  </a:lnTo>
                  <a:lnTo>
                    <a:pt x="5176944" y="693266"/>
                  </a:lnTo>
                  <a:lnTo>
                    <a:pt x="5177102" y="693266"/>
                  </a:lnTo>
                  <a:lnTo>
                    <a:pt x="5177102" y="692835"/>
                  </a:lnTo>
                  <a:lnTo>
                    <a:pt x="5177260" y="692835"/>
                  </a:lnTo>
                  <a:lnTo>
                    <a:pt x="5177417" y="692835"/>
                  </a:lnTo>
                  <a:lnTo>
                    <a:pt x="5177575" y="692835"/>
                  </a:lnTo>
                  <a:lnTo>
                    <a:pt x="5177575" y="692404"/>
                  </a:lnTo>
                  <a:lnTo>
                    <a:pt x="5177733" y="692404"/>
                  </a:lnTo>
                  <a:lnTo>
                    <a:pt x="5177891" y="692404"/>
                  </a:lnTo>
                  <a:lnTo>
                    <a:pt x="5178048" y="692404"/>
                  </a:lnTo>
                  <a:lnTo>
                    <a:pt x="5178206" y="692404"/>
                  </a:lnTo>
                  <a:lnTo>
                    <a:pt x="5178206" y="691974"/>
                  </a:lnTo>
                  <a:lnTo>
                    <a:pt x="5178364" y="691974"/>
                  </a:lnTo>
                  <a:lnTo>
                    <a:pt x="5178521" y="691974"/>
                  </a:lnTo>
                  <a:lnTo>
                    <a:pt x="5178679" y="691974"/>
                  </a:lnTo>
                  <a:lnTo>
                    <a:pt x="5178837" y="691974"/>
                  </a:lnTo>
                  <a:lnTo>
                    <a:pt x="5178995" y="691974"/>
                  </a:lnTo>
                  <a:lnTo>
                    <a:pt x="5178995" y="691543"/>
                  </a:lnTo>
                  <a:lnTo>
                    <a:pt x="5179152" y="691543"/>
                  </a:lnTo>
                  <a:lnTo>
                    <a:pt x="5179310" y="691543"/>
                  </a:lnTo>
                  <a:lnTo>
                    <a:pt x="5179468" y="691543"/>
                  </a:lnTo>
                  <a:lnTo>
                    <a:pt x="5179625" y="691543"/>
                  </a:lnTo>
                  <a:lnTo>
                    <a:pt x="5179783" y="691543"/>
                  </a:lnTo>
                  <a:lnTo>
                    <a:pt x="5179941" y="691543"/>
                  </a:lnTo>
                  <a:lnTo>
                    <a:pt x="5180099" y="691543"/>
                  </a:lnTo>
                  <a:lnTo>
                    <a:pt x="5180256" y="691543"/>
                  </a:lnTo>
                  <a:lnTo>
                    <a:pt x="5180414" y="691543"/>
                  </a:lnTo>
                  <a:lnTo>
                    <a:pt x="5180572" y="691543"/>
                  </a:lnTo>
                  <a:lnTo>
                    <a:pt x="5180730" y="691543"/>
                  </a:lnTo>
                  <a:lnTo>
                    <a:pt x="5180730" y="691113"/>
                  </a:lnTo>
                  <a:lnTo>
                    <a:pt x="5180887" y="691113"/>
                  </a:lnTo>
                  <a:lnTo>
                    <a:pt x="5181045" y="691113"/>
                  </a:lnTo>
                  <a:lnTo>
                    <a:pt x="5181203" y="691113"/>
                  </a:lnTo>
                  <a:lnTo>
                    <a:pt x="5181360" y="691113"/>
                  </a:lnTo>
                  <a:lnTo>
                    <a:pt x="5181518" y="691113"/>
                  </a:lnTo>
                  <a:lnTo>
                    <a:pt x="5181676" y="691113"/>
                  </a:lnTo>
                  <a:lnTo>
                    <a:pt x="5181834" y="691113"/>
                  </a:lnTo>
                  <a:lnTo>
                    <a:pt x="5181991" y="691113"/>
                  </a:lnTo>
                  <a:lnTo>
                    <a:pt x="5182149" y="691113"/>
                  </a:lnTo>
                  <a:lnTo>
                    <a:pt x="5182307" y="691113"/>
                  </a:lnTo>
                  <a:lnTo>
                    <a:pt x="5182464" y="691113"/>
                  </a:lnTo>
                  <a:lnTo>
                    <a:pt x="5182622" y="691113"/>
                  </a:lnTo>
                  <a:lnTo>
                    <a:pt x="5182622" y="690682"/>
                  </a:lnTo>
                  <a:lnTo>
                    <a:pt x="5182780" y="690682"/>
                  </a:lnTo>
                  <a:lnTo>
                    <a:pt x="5182938" y="690682"/>
                  </a:lnTo>
                  <a:lnTo>
                    <a:pt x="5183095" y="690682"/>
                  </a:lnTo>
                  <a:lnTo>
                    <a:pt x="5183253" y="690682"/>
                  </a:lnTo>
                  <a:lnTo>
                    <a:pt x="5183411" y="690682"/>
                  </a:lnTo>
                  <a:lnTo>
                    <a:pt x="5183568" y="690682"/>
                  </a:lnTo>
                  <a:lnTo>
                    <a:pt x="5183726" y="690682"/>
                  </a:lnTo>
                  <a:lnTo>
                    <a:pt x="5183726" y="690251"/>
                  </a:lnTo>
                  <a:lnTo>
                    <a:pt x="5183884" y="690251"/>
                  </a:lnTo>
                  <a:lnTo>
                    <a:pt x="5184042" y="690251"/>
                  </a:lnTo>
                  <a:lnTo>
                    <a:pt x="5184042" y="689821"/>
                  </a:lnTo>
                  <a:lnTo>
                    <a:pt x="5184199" y="689821"/>
                  </a:lnTo>
                  <a:lnTo>
                    <a:pt x="5184357" y="689821"/>
                  </a:lnTo>
                  <a:lnTo>
                    <a:pt x="5184515" y="689821"/>
                  </a:lnTo>
                  <a:lnTo>
                    <a:pt x="5184672" y="689821"/>
                  </a:lnTo>
                  <a:lnTo>
                    <a:pt x="5184830" y="689821"/>
                  </a:lnTo>
                  <a:lnTo>
                    <a:pt x="5184988" y="689821"/>
                  </a:lnTo>
                  <a:lnTo>
                    <a:pt x="5185146" y="689821"/>
                  </a:lnTo>
                  <a:lnTo>
                    <a:pt x="5185303" y="689821"/>
                  </a:lnTo>
                  <a:lnTo>
                    <a:pt x="5185461" y="689821"/>
                  </a:lnTo>
                  <a:lnTo>
                    <a:pt x="5185619" y="689821"/>
                  </a:lnTo>
                  <a:lnTo>
                    <a:pt x="5185776" y="689821"/>
                  </a:lnTo>
                  <a:lnTo>
                    <a:pt x="5185934" y="689821"/>
                  </a:lnTo>
                  <a:lnTo>
                    <a:pt x="5186092" y="689821"/>
                  </a:lnTo>
                  <a:lnTo>
                    <a:pt x="5186250" y="689821"/>
                  </a:lnTo>
                  <a:lnTo>
                    <a:pt x="5186407" y="689821"/>
                  </a:lnTo>
                  <a:lnTo>
                    <a:pt x="5186565" y="689821"/>
                  </a:lnTo>
                  <a:lnTo>
                    <a:pt x="5186723" y="689821"/>
                  </a:lnTo>
                  <a:lnTo>
                    <a:pt x="5186881" y="689821"/>
                  </a:lnTo>
                  <a:lnTo>
                    <a:pt x="5187038" y="689821"/>
                  </a:lnTo>
                  <a:lnTo>
                    <a:pt x="5187196" y="689821"/>
                  </a:lnTo>
                  <a:lnTo>
                    <a:pt x="5187354" y="689821"/>
                  </a:lnTo>
                  <a:lnTo>
                    <a:pt x="5187511" y="689821"/>
                  </a:lnTo>
                  <a:lnTo>
                    <a:pt x="5187669" y="689821"/>
                  </a:lnTo>
                  <a:lnTo>
                    <a:pt x="5187827" y="689821"/>
                  </a:lnTo>
                  <a:lnTo>
                    <a:pt x="5187985" y="689821"/>
                  </a:lnTo>
                  <a:lnTo>
                    <a:pt x="5188142" y="689821"/>
                  </a:lnTo>
                  <a:lnTo>
                    <a:pt x="5188300" y="689821"/>
                  </a:lnTo>
                  <a:lnTo>
                    <a:pt x="5188300" y="689390"/>
                  </a:lnTo>
                  <a:lnTo>
                    <a:pt x="5188458" y="689390"/>
                  </a:lnTo>
                  <a:lnTo>
                    <a:pt x="5188615" y="689390"/>
                  </a:lnTo>
                  <a:lnTo>
                    <a:pt x="5188773" y="689390"/>
                  </a:lnTo>
                  <a:lnTo>
                    <a:pt x="5188931" y="689390"/>
                  </a:lnTo>
                  <a:lnTo>
                    <a:pt x="5189089" y="689390"/>
                  </a:lnTo>
                  <a:lnTo>
                    <a:pt x="5189246" y="689390"/>
                  </a:lnTo>
                  <a:lnTo>
                    <a:pt x="5189246" y="688960"/>
                  </a:lnTo>
                  <a:lnTo>
                    <a:pt x="5189404" y="688960"/>
                  </a:lnTo>
                  <a:lnTo>
                    <a:pt x="5189562" y="688960"/>
                  </a:lnTo>
                  <a:lnTo>
                    <a:pt x="5189562" y="688529"/>
                  </a:lnTo>
                  <a:lnTo>
                    <a:pt x="5189562" y="688098"/>
                  </a:lnTo>
                  <a:lnTo>
                    <a:pt x="5189719" y="688098"/>
                  </a:lnTo>
                  <a:lnTo>
                    <a:pt x="5189877" y="688098"/>
                  </a:lnTo>
                  <a:lnTo>
                    <a:pt x="5190035" y="688098"/>
                  </a:lnTo>
                  <a:lnTo>
                    <a:pt x="5190193" y="688098"/>
                  </a:lnTo>
                  <a:lnTo>
                    <a:pt x="5190350" y="688098"/>
                  </a:lnTo>
                  <a:lnTo>
                    <a:pt x="5190508" y="688098"/>
                  </a:lnTo>
                  <a:lnTo>
                    <a:pt x="5190508" y="687668"/>
                  </a:lnTo>
                  <a:lnTo>
                    <a:pt x="5190666" y="687668"/>
                  </a:lnTo>
                  <a:lnTo>
                    <a:pt x="5190823" y="687668"/>
                  </a:lnTo>
                  <a:lnTo>
                    <a:pt x="5190823" y="687237"/>
                  </a:lnTo>
                  <a:lnTo>
                    <a:pt x="5190823" y="686807"/>
                  </a:lnTo>
                  <a:lnTo>
                    <a:pt x="5190981" y="686807"/>
                  </a:lnTo>
                  <a:lnTo>
                    <a:pt x="5191139" y="686807"/>
                  </a:lnTo>
                  <a:lnTo>
                    <a:pt x="5191297" y="686807"/>
                  </a:lnTo>
                  <a:lnTo>
                    <a:pt x="5191454" y="686807"/>
                  </a:lnTo>
                  <a:lnTo>
                    <a:pt x="5191612" y="686807"/>
                  </a:lnTo>
                  <a:lnTo>
                    <a:pt x="5191770" y="686807"/>
                  </a:lnTo>
                  <a:lnTo>
                    <a:pt x="5191928" y="686807"/>
                  </a:lnTo>
                  <a:lnTo>
                    <a:pt x="5192085" y="686807"/>
                  </a:lnTo>
                  <a:lnTo>
                    <a:pt x="5192243" y="686807"/>
                  </a:lnTo>
                  <a:lnTo>
                    <a:pt x="5192401" y="686807"/>
                  </a:lnTo>
                  <a:lnTo>
                    <a:pt x="5192558" y="686807"/>
                  </a:lnTo>
                  <a:lnTo>
                    <a:pt x="5192716" y="686807"/>
                  </a:lnTo>
                  <a:lnTo>
                    <a:pt x="5192874" y="686807"/>
                  </a:lnTo>
                  <a:lnTo>
                    <a:pt x="5193032" y="686807"/>
                  </a:lnTo>
                  <a:lnTo>
                    <a:pt x="5193189" y="686807"/>
                  </a:lnTo>
                  <a:lnTo>
                    <a:pt x="5193347" y="686807"/>
                  </a:lnTo>
                  <a:lnTo>
                    <a:pt x="5193505" y="686807"/>
                  </a:lnTo>
                  <a:lnTo>
                    <a:pt x="5193662" y="686807"/>
                  </a:lnTo>
                  <a:lnTo>
                    <a:pt x="5193820" y="686807"/>
                  </a:lnTo>
                  <a:lnTo>
                    <a:pt x="5193978" y="686807"/>
                  </a:lnTo>
                  <a:lnTo>
                    <a:pt x="5193978" y="686376"/>
                  </a:lnTo>
                  <a:lnTo>
                    <a:pt x="5194136" y="686376"/>
                  </a:lnTo>
                  <a:lnTo>
                    <a:pt x="5194136" y="685945"/>
                  </a:lnTo>
                  <a:lnTo>
                    <a:pt x="5194136" y="685515"/>
                  </a:lnTo>
                  <a:lnTo>
                    <a:pt x="5194136" y="685084"/>
                  </a:lnTo>
                  <a:lnTo>
                    <a:pt x="5194293" y="685084"/>
                  </a:lnTo>
                  <a:lnTo>
                    <a:pt x="5194451" y="685084"/>
                  </a:lnTo>
                  <a:lnTo>
                    <a:pt x="5194609" y="685084"/>
                  </a:lnTo>
                  <a:lnTo>
                    <a:pt x="5194766" y="685084"/>
                  </a:lnTo>
                  <a:lnTo>
                    <a:pt x="5194924" y="685084"/>
                  </a:lnTo>
                  <a:lnTo>
                    <a:pt x="5195082" y="685084"/>
                  </a:lnTo>
                  <a:lnTo>
                    <a:pt x="5195240" y="685084"/>
                  </a:lnTo>
                  <a:lnTo>
                    <a:pt x="5195397" y="685084"/>
                  </a:lnTo>
                  <a:lnTo>
                    <a:pt x="5195555" y="685084"/>
                  </a:lnTo>
                  <a:lnTo>
                    <a:pt x="5195713" y="685084"/>
                  </a:lnTo>
                  <a:lnTo>
                    <a:pt x="5195870" y="685084"/>
                  </a:lnTo>
                  <a:lnTo>
                    <a:pt x="5196028" y="685084"/>
                  </a:lnTo>
                  <a:lnTo>
                    <a:pt x="5196186" y="685084"/>
                  </a:lnTo>
                  <a:lnTo>
                    <a:pt x="5196344" y="685084"/>
                  </a:lnTo>
                  <a:lnTo>
                    <a:pt x="5196344" y="684654"/>
                  </a:lnTo>
                  <a:lnTo>
                    <a:pt x="5196501" y="684654"/>
                  </a:lnTo>
                  <a:lnTo>
                    <a:pt x="5196659" y="684654"/>
                  </a:lnTo>
                  <a:lnTo>
                    <a:pt x="5196817" y="684654"/>
                  </a:lnTo>
                  <a:lnTo>
                    <a:pt x="5196974" y="684654"/>
                  </a:lnTo>
                  <a:lnTo>
                    <a:pt x="5197132" y="684654"/>
                  </a:lnTo>
                  <a:lnTo>
                    <a:pt x="5197290" y="684654"/>
                  </a:lnTo>
                  <a:lnTo>
                    <a:pt x="5197290" y="684223"/>
                  </a:lnTo>
                  <a:lnTo>
                    <a:pt x="5197448" y="684223"/>
                  </a:lnTo>
                  <a:lnTo>
                    <a:pt x="5197605" y="684223"/>
                  </a:lnTo>
                  <a:lnTo>
                    <a:pt x="5197763" y="684223"/>
                  </a:lnTo>
                  <a:lnTo>
                    <a:pt x="5197921" y="684223"/>
                  </a:lnTo>
                  <a:lnTo>
                    <a:pt x="5198079" y="684223"/>
                  </a:lnTo>
                  <a:lnTo>
                    <a:pt x="5198236" y="684223"/>
                  </a:lnTo>
                  <a:lnTo>
                    <a:pt x="5198394" y="684223"/>
                  </a:lnTo>
                  <a:lnTo>
                    <a:pt x="5198552" y="684223"/>
                  </a:lnTo>
                  <a:lnTo>
                    <a:pt x="5198709" y="684223"/>
                  </a:lnTo>
                  <a:lnTo>
                    <a:pt x="5198867" y="684223"/>
                  </a:lnTo>
                  <a:lnTo>
                    <a:pt x="5199025" y="684223"/>
                  </a:lnTo>
                  <a:lnTo>
                    <a:pt x="5199183" y="684223"/>
                  </a:lnTo>
                  <a:lnTo>
                    <a:pt x="5199340" y="684223"/>
                  </a:lnTo>
                  <a:lnTo>
                    <a:pt x="5199498" y="684223"/>
                  </a:lnTo>
                  <a:lnTo>
                    <a:pt x="5199656" y="684223"/>
                  </a:lnTo>
                  <a:lnTo>
                    <a:pt x="5199813" y="684223"/>
                  </a:lnTo>
                  <a:lnTo>
                    <a:pt x="5199971" y="684223"/>
                  </a:lnTo>
                  <a:lnTo>
                    <a:pt x="5200129" y="684223"/>
                  </a:lnTo>
                  <a:lnTo>
                    <a:pt x="5200287" y="684223"/>
                  </a:lnTo>
                  <a:lnTo>
                    <a:pt x="5200444" y="684223"/>
                  </a:lnTo>
                  <a:lnTo>
                    <a:pt x="5200602" y="684223"/>
                  </a:lnTo>
                  <a:lnTo>
                    <a:pt x="5200760" y="684223"/>
                  </a:lnTo>
                  <a:lnTo>
                    <a:pt x="5200917" y="684223"/>
                  </a:lnTo>
                  <a:lnTo>
                    <a:pt x="5201075" y="684223"/>
                  </a:lnTo>
                  <a:lnTo>
                    <a:pt x="5201233" y="684223"/>
                  </a:lnTo>
                  <a:lnTo>
                    <a:pt x="5201233" y="683792"/>
                  </a:lnTo>
                  <a:lnTo>
                    <a:pt x="5201391" y="683792"/>
                  </a:lnTo>
                  <a:lnTo>
                    <a:pt x="5201548" y="683792"/>
                  </a:lnTo>
                  <a:lnTo>
                    <a:pt x="5201706" y="683792"/>
                  </a:lnTo>
                  <a:lnTo>
                    <a:pt x="5201864" y="683792"/>
                  </a:lnTo>
                  <a:lnTo>
                    <a:pt x="5202021" y="683792"/>
                  </a:lnTo>
                  <a:lnTo>
                    <a:pt x="5202179" y="683792"/>
                  </a:lnTo>
                  <a:lnTo>
                    <a:pt x="5202337" y="683792"/>
                  </a:lnTo>
                  <a:lnTo>
                    <a:pt x="5202495" y="683792"/>
                  </a:lnTo>
                  <a:lnTo>
                    <a:pt x="5202652" y="683792"/>
                  </a:lnTo>
                  <a:lnTo>
                    <a:pt x="5202810" y="683792"/>
                  </a:lnTo>
                  <a:lnTo>
                    <a:pt x="5202968" y="683792"/>
                  </a:lnTo>
                  <a:lnTo>
                    <a:pt x="5203125" y="683792"/>
                  </a:lnTo>
                  <a:lnTo>
                    <a:pt x="5203283" y="683792"/>
                  </a:lnTo>
                  <a:lnTo>
                    <a:pt x="5203441" y="683792"/>
                  </a:lnTo>
                  <a:lnTo>
                    <a:pt x="5203599" y="683792"/>
                  </a:lnTo>
                  <a:lnTo>
                    <a:pt x="5203756" y="683792"/>
                  </a:lnTo>
                  <a:lnTo>
                    <a:pt x="5203756" y="683362"/>
                  </a:lnTo>
                  <a:lnTo>
                    <a:pt x="5203914" y="683362"/>
                  </a:lnTo>
                  <a:lnTo>
                    <a:pt x="5204072" y="683362"/>
                  </a:lnTo>
                  <a:lnTo>
                    <a:pt x="5204230" y="683362"/>
                  </a:lnTo>
                  <a:lnTo>
                    <a:pt x="5204387" y="683362"/>
                  </a:lnTo>
                  <a:lnTo>
                    <a:pt x="5204545" y="683362"/>
                  </a:lnTo>
                  <a:lnTo>
                    <a:pt x="5204703" y="683362"/>
                  </a:lnTo>
                  <a:lnTo>
                    <a:pt x="5204860" y="683362"/>
                  </a:lnTo>
                  <a:lnTo>
                    <a:pt x="5205018" y="683362"/>
                  </a:lnTo>
                  <a:lnTo>
                    <a:pt x="5205176" y="683362"/>
                  </a:lnTo>
                  <a:lnTo>
                    <a:pt x="5205176" y="682931"/>
                  </a:lnTo>
                  <a:lnTo>
                    <a:pt x="5205334" y="682931"/>
                  </a:lnTo>
                  <a:lnTo>
                    <a:pt x="5205334" y="682501"/>
                  </a:lnTo>
                  <a:lnTo>
                    <a:pt x="5205491" y="682501"/>
                  </a:lnTo>
                  <a:lnTo>
                    <a:pt x="5205649" y="682501"/>
                  </a:lnTo>
                  <a:lnTo>
                    <a:pt x="5205807" y="682501"/>
                  </a:lnTo>
                  <a:lnTo>
                    <a:pt x="5205964" y="682501"/>
                  </a:lnTo>
                  <a:lnTo>
                    <a:pt x="5206122" y="682501"/>
                  </a:lnTo>
                  <a:lnTo>
                    <a:pt x="5206280" y="682501"/>
                  </a:lnTo>
                  <a:lnTo>
                    <a:pt x="5206438" y="682501"/>
                  </a:lnTo>
                  <a:lnTo>
                    <a:pt x="5206595" y="682501"/>
                  </a:lnTo>
                  <a:lnTo>
                    <a:pt x="5206595" y="682070"/>
                  </a:lnTo>
                  <a:lnTo>
                    <a:pt x="5206753" y="682070"/>
                  </a:lnTo>
                  <a:lnTo>
                    <a:pt x="5206911" y="682070"/>
                  </a:lnTo>
                  <a:lnTo>
                    <a:pt x="5207068" y="682070"/>
                  </a:lnTo>
                  <a:lnTo>
                    <a:pt x="5207226" y="682070"/>
                  </a:lnTo>
                  <a:lnTo>
                    <a:pt x="5207384" y="682070"/>
                  </a:lnTo>
                  <a:lnTo>
                    <a:pt x="5207384" y="681639"/>
                  </a:lnTo>
                  <a:lnTo>
                    <a:pt x="5207542" y="681639"/>
                  </a:lnTo>
                  <a:lnTo>
                    <a:pt x="5207699" y="681639"/>
                  </a:lnTo>
                  <a:lnTo>
                    <a:pt x="5207857" y="681639"/>
                  </a:lnTo>
                  <a:lnTo>
                    <a:pt x="5208015" y="681639"/>
                  </a:lnTo>
                  <a:lnTo>
                    <a:pt x="5208015" y="681209"/>
                  </a:lnTo>
                  <a:lnTo>
                    <a:pt x="5208172" y="681209"/>
                  </a:lnTo>
                  <a:lnTo>
                    <a:pt x="5208330" y="681209"/>
                  </a:lnTo>
                  <a:lnTo>
                    <a:pt x="5208488" y="681209"/>
                  </a:lnTo>
                  <a:lnTo>
                    <a:pt x="5208646" y="681209"/>
                  </a:lnTo>
                  <a:lnTo>
                    <a:pt x="5208803" y="681209"/>
                  </a:lnTo>
                  <a:lnTo>
                    <a:pt x="5208961" y="681209"/>
                  </a:lnTo>
                  <a:lnTo>
                    <a:pt x="5209119" y="681209"/>
                  </a:lnTo>
                  <a:lnTo>
                    <a:pt x="5209119" y="680778"/>
                  </a:lnTo>
                  <a:lnTo>
                    <a:pt x="5209277" y="680778"/>
                  </a:lnTo>
                  <a:lnTo>
                    <a:pt x="5209434" y="680778"/>
                  </a:lnTo>
                  <a:lnTo>
                    <a:pt x="5209592" y="680778"/>
                  </a:lnTo>
                  <a:lnTo>
                    <a:pt x="5209750" y="680778"/>
                  </a:lnTo>
                  <a:lnTo>
                    <a:pt x="5209907" y="680778"/>
                  </a:lnTo>
                  <a:lnTo>
                    <a:pt x="5210065" y="680778"/>
                  </a:lnTo>
                  <a:lnTo>
                    <a:pt x="5210223" y="680778"/>
                  </a:lnTo>
                  <a:lnTo>
                    <a:pt x="5210381" y="680778"/>
                  </a:lnTo>
                  <a:lnTo>
                    <a:pt x="5210381" y="680348"/>
                  </a:lnTo>
                  <a:lnTo>
                    <a:pt x="5210538" y="680348"/>
                  </a:lnTo>
                  <a:lnTo>
                    <a:pt x="5210696" y="680348"/>
                  </a:lnTo>
                  <a:lnTo>
                    <a:pt x="5210696" y="679917"/>
                  </a:lnTo>
                  <a:lnTo>
                    <a:pt x="5210696" y="679486"/>
                  </a:lnTo>
                  <a:lnTo>
                    <a:pt x="5210854" y="679486"/>
                  </a:lnTo>
                  <a:lnTo>
                    <a:pt x="5211011" y="679486"/>
                  </a:lnTo>
                  <a:lnTo>
                    <a:pt x="5211169" y="679486"/>
                  </a:lnTo>
                  <a:lnTo>
                    <a:pt x="5211327" y="679486"/>
                  </a:lnTo>
                  <a:lnTo>
                    <a:pt x="5211485" y="679486"/>
                  </a:lnTo>
                  <a:lnTo>
                    <a:pt x="5211642" y="679486"/>
                  </a:lnTo>
                  <a:lnTo>
                    <a:pt x="5211800" y="679486"/>
                  </a:lnTo>
                  <a:lnTo>
                    <a:pt x="5211958" y="679486"/>
                  </a:lnTo>
                  <a:lnTo>
                    <a:pt x="5212115" y="679486"/>
                  </a:lnTo>
                  <a:lnTo>
                    <a:pt x="5212273" y="679486"/>
                  </a:lnTo>
                  <a:lnTo>
                    <a:pt x="5212273" y="679056"/>
                  </a:lnTo>
                  <a:lnTo>
                    <a:pt x="5212431" y="679056"/>
                  </a:lnTo>
                  <a:lnTo>
                    <a:pt x="5212589" y="679056"/>
                  </a:lnTo>
                  <a:lnTo>
                    <a:pt x="5212746" y="679056"/>
                  </a:lnTo>
                  <a:lnTo>
                    <a:pt x="5212904" y="679056"/>
                  </a:lnTo>
                  <a:lnTo>
                    <a:pt x="5213062" y="679056"/>
                  </a:lnTo>
                  <a:lnTo>
                    <a:pt x="5213219" y="679056"/>
                  </a:lnTo>
                  <a:lnTo>
                    <a:pt x="5213377" y="679056"/>
                  </a:lnTo>
                  <a:lnTo>
                    <a:pt x="5213535" y="679056"/>
                  </a:lnTo>
                  <a:lnTo>
                    <a:pt x="5213693" y="679056"/>
                  </a:lnTo>
                  <a:lnTo>
                    <a:pt x="5213850" y="679056"/>
                  </a:lnTo>
                  <a:lnTo>
                    <a:pt x="5214008" y="679056"/>
                  </a:lnTo>
                  <a:lnTo>
                    <a:pt x="5214166" y="679056"/>
                  </a:lnTo>
                  <a:lnTo>
                    <a:pt x="5214323" y="679056"/>
                  </a:lnTo>
                  <a:lnTo>
                    <a:pt x="5214481" y="679056"/>
                  </a:lnTo>
                  <a:lnTo>
                    <a:pt x="5214639" y="679056"/>
                  </a:lnTo>
                  <a:lnTo>
                    <a:pt x="5214797" y="679056"/>
                  </a:lnTo>
                  <a:lnTo>
                    <a:pt x="5214954" y="679056"/>
                  </a:lnTo>
                  <a:lnTo>
                    <a:pt x="5214954" y="678625"/>
                  </a:lnTo>
                  <a:lnTo>
                    <a:pt x="5215112" y="678625"/>
                  </a:lnTo>
                  <a:lnTo>
                    <a:pt x="5215112" y="678195"/>
                  </a:lnTo>
                  <a:lnTo>
                    <a:pt x="5215270" y="678195"/>
                  </a:lnTo>
                  <a:lnTo>
                    <a:pt x="5215270" y="677764"/>
                  </a:lnTo>
                  <a:lnTo>
                    <a:pt x="5215428" y="677764"/>
                  </a:lnTo>
                  <a:lnTo>
                    <a:pt x="5215585" y="677764"/>
                  </a:lnTo>
                  <a:lnTo>
                    <a:pt x="5215743" y="677764"/>
                  </a:lnTo>
                  <a:lnTo>
                    <a:pt x="5215901" y="677764"/>
                  </a:lnTo>
                  <a:lnTo>
                    <a:pt x="5216058" y="677764"/>
                  </a:lnTo>
                  <a:lnTo>
                    <a:pt x="5216216" y="677764"/>
                  </a:lnTo>
                  <a:lnTo>
                    <a:pt x="5216216" y="677333"/>
                  </a:lnTo>
                  <a:lnTo>
                    <a:pt x="5216374" y="677333"/>
                  </a:lnTo>
                  <a:lnTo>
                    <a:pt x="5216374" y="676903"/>
                  </a:lnTo>
                  <a:lnTo>
                    <a:pt x="5216532" y="676903"/>
                  </a:lnTo>
                  <a:lnTo>
                    <a:pt x="5216689" y="676903"/>
                  </a:lnTo>
                  <a:lnTo>
                    <a:pt x="5216847" y="676903"/>
                  </a:lnTo>
                  <a:lnTo>
                    <a:pt x="5217005" y="676903"/>
                  </a:lnTo>
                  <a:lnTo>
                    <a:pt x="5217162" y="676903"/>
                  </a:lnTo>
                  <a:lnTo>
                    <a:pt x="5217320" y="676903"/>
                  </a:lnTo>
                  <a:lnTo>
                    <a:pt x="5217478" y="676903"/>
                  </a:lnTo>
                  <a:lnTo>
                    <a:pt x="5217636" y="676903"/>
                  </a:lnTo>
                  <a:lnTo>
                    <a:pt x="5217793" y="676903"/>
                  </a:lnTo>
                  <a:lnTo>
                    <a:pt x="5217951" y="676903"/>
                  </a:lnTo>
                  <a:lnTo>
                    <a:pt x="5218109" y="676903"/>
                  </a:lnTo>
                  <a:lnTo>
                    <a:pt x="5218109" y="676472"/>
                  </a:lnTo>
                  <a:lnTo>
                    <a:pt x="5218266" y="676472"/>
                  </a:lnTo>
                  <a:lnTo>
                    <a:pt x="5218266" y="676042"/>
                  </a:lnTo>
                  <a:lnTo>
                    <a:pt x="5218424" y="676042"/>
                  </a:lnTo>
                  <a:lnTo>
                    <a:pt x="5218424" y="675611"/>
                  </a:lnTo>
                  <a:lnTo>
                    <a:pt x="5218582" y="675611"/>
                  </a:lnTo>
                  <a:lnTo>
                    <a:pt x="5218740" y="675611"/>
                  </a:lnTo>
                  <a:lnTo>
                    <a:pt x="5218897" y="675611"/>
                  </a:lnTo>
                  <a:lnTo>
                    <a:pt x="5219055" y="675611"/>
                  </a:lnTo>
                  <a:lnTo>
                    <a:pt x="5219213" y="675611"/>
                  </a:lnTo>
                  <a:lnTo>
                    <a:pt x="5219370" y="675611"/>
                  </a:lnTo>
                  <a:lnTo>
                    <a:pt x="5219528" y="675611"/>
                  </a:lnTo>
                  <a:lnTo>
                    <a:pt x="5219686" y="675611"/>
                  </a:lnTo>
                  <a:lnTo>
                    <a:pt x="5219844" y="675611"/>
                  </a:lnTo>
                  <a:lnTo>
                    <a:pt x="5220001" y="675611"/>
                  </a:lnTo>
                  <a:lnTo>
                    <a:pt x="5220159" y="675611"/>
                  </a:lnTo>
                  <a:lnTo>
                    <a:pt x="5220317" y="675611"/>
                  </a:lnTo>
                  <a:lnTo>
                    <a:pt x="5220475" y="675611"/>
                  </a:lnTo>
                  <a:lnTo>
                    <a:pt x="5220632" y="675611"/>
                  </a:lnTo>
                  <a:lnTo>
                    <a:pt x="5220790" y="675611"/>
                  </a:lnTo>
                  <a:lnTo>
                    <a:pt x="5220948" y="675611"/>
                  </a:lnTo>
                  <a:lnTo>
                    <a:pt x="5221105" y="675611"/>
                  </a:lnTo>
                  <a:lnTo>
                    <a:pt x="5221263" y="675611"/>
                  </a:lnTo>
                  <a:lnTo>
                    <a:pt x="5221421" y="675611"/>
                  </a:lnTo>
                  <a:lnTo>
                    <a:pt x="5221579" y="675611"/>
                  </a:lnTo>
                  <a:lnTo>
                    <a:pt x="5221579" y="675180"/>
                  </a:lnTo>
                  <a:lnTo>
                    <a:pt x="5221736" y="675180"/>
                  </a:lnTo>
                  <a:lnTo>
                    <a:pt x="5221894" y="675180"/>
                  </a:lnTo>
                  <a:lnTo>
                    <a:pt x="5221894" y="674750"/>
                  </a:lnTo>
                  <a:lnTo>
                    <a:pt x="5222052" y="674750"/>
                  </a:lnTo>
                  <a:lnTo>
                    <a:pt x="5222209" y="674750"/>
                  </a:lnTo>
                  <a:lnTo>
                    <a:pt x="5222367" y="674750"/>
                  </a:lnTo>
                  <a:lnTo>
                    <a:pt x="5222367" y="674319"/>
                  </a:lnTo>
                  <a:lnTo>
                    <a:pt x="5222525" y="674319"/>
                  </a:lnTo>
                  <a:lnTo>
                    <a:pt x="5222683" y="674319"/>
                  </a:lnTo>
                  <a:lnTo>
                    <a:pt x="5222840" y="674319"/>
                  </a:lnTo>
                  <a:lnTo>
                    <a:pt x="5222998" y="674319"/>
                  </a:lnTo>
                  <a:lnTo>
                    <a:pt x="5223156" y="674319"/>
                  </a:lnTo>
                  <a:lnTo>
                    <a:pt x="5223313" y="674319"/>
                  </a:lnTo>
                  <a:lnTo>
                    <a:pt x="5223471" y="674319"/>
                  </a:lnTo>
                  <a:lnTo>
                    <a:pt x="5223629" y="674319"/>
                  </a:lnTo>
                  <a:lnTo>
                    <a:pt x="5223629" y="673889"/>
                  </a:lnTo>
                  <a:lnTo>
                    <a:pt x="5223787" y="673889"/>
                  </a:lnTo>
                  <a:lnTo>
                    <a:pt x="5223944" y="673889"/>
                  </a:lnTo>
                  <a:lnTo>
                    <a:pt x="5224102" y="673889"/>
                  </a:lnTo>
                  <a:lnTo>
                    <a:pt x="5224260" y="673889"/>
                  </a:lnTo>
                  <a:lnTo>
                    <a:pt x="5224417" y="673889"/>
                  </a:lnTo>
                  <a:lnTo>
                    <a:pt x="5224575" y="673889"/>
                  </a:lnTo>
                  <a:lnTo>
                    <a:pt x="5224733" y="673889"/>
                  </a:lnTo>
                  <a:lnTo>
                    <a:pt x="5224891" y="673889"/>
                  </a:lnTo>
                  <a:lnTo>
                    <a:pt x="5225048" y="673889"/>
                  </a:lnTo>
                  <a:lnTo>
                    <a:pt x="5225206" y="673889"/>
                  </a:lnTo>
                  <a:lnTo>
                    <a:pt x="5225364" y="673889"/>
                  </a:lnTo>
                  <a:lnTo>
                    <a:pt x="5225521" y="673889"/>
                  </a:lnTo>
                  <a:lnTo>
                    <a:pt x="5225679" y="673889"/>
                  </a:lnTo>
                  <a:lnTo>
                    <a:pt x="5225837" y="673889"/>
                  </a:lnTo>
                  <a:lnTo>
                    <a:pt x="5225995" y="673889"/>
                  </a:lnTo>
                  <a:lnTo>
                    <a:pt x="5226152" y="673889"/>
                  </a:lnTo>
                  <a:lnTo>
                    <a:pt x="5226310" y="673889"/>
                  </a:lnTo>
                  <a:lnTo>
                    <a:pt x="5226468" y="673889"/>
                  </a:lnTo>
                  <a:lnTo>
                    <a:pt x="5226626" y="673889"/>
                  </a:lnTo>
                  <a:lnTo>
                    <a:pt x="5226783" y="673889"/>
                  </a:lnTo>
                  <a:lnTo>
                    <a:pt x="5226783" y="673458"/>
                  </a:lnTo>
                  <a:lnTo>
                    <a:pt x="5226941" y="673458"/>
                  </a:lnTo>
                  <a:lnTo>
                    <a:pt x="5227099" y="673458"/>
                  </a:lnTo>
                  <a:lnTo>
                    <a:pt x="5227256" y="673458"/>
                  </a:lnTo>
                  <a:lnTo>
                    <a:pt x="5227414" y="673458"/>
                  </a:lnTo>
                  <a:lnTo>
                    <a:pt x="5227572" y="673458"/>
                  </a:lnTo>
                  <a:lnTo>
                    <a:pt x="5227730" y="673458"/>
                  </a:lnTo>
                  <a:lnTo>
                    <a:pt x="5227730" y="673027"/>
                  </a:lnTo>
                  <a:lnTo>
                    <a:pt x="5227887" y="673027"/>
                  </a:lnTo>
                  <a:lnTo>
                    <a:pt x="5228045" y="673027"/>
                  </a:lnTo>
                  <a:lnTo>
                    <a:pt x="5228203" y="673027"/>
                  </a:lnTo>
                  <a:lnTo>
                    <a:pt x="5228360" y="673027"/>
                  </a:lnTo>
                  <a:lnTo>
                    <a:pt x="5228518" y="673027"/>
                  </a:lnTo>
                  <a:lnTo>
                    <a:pt x="5228676" y="673027"/>
                  </a:lnTo>
                  <a:lnTo>
                    <a:pt x="5228834" y="673027"/>
                  </a:lnTo>
                  <a:lnTo>
                    <a:pt x="5228991" y="673027"/>
                  </a:lnTo>
                  <a:lnTo>
                    <a:pt x="5229149" y="673027"/>
                  </a:lnTo>
                  <a:lnTo>
                    <a:pt x="5229307" y="673027"/>
                  </a:lnTo>
                  <a:lnTo>
                    <a:pt x="5229464" y="673027"/>
                  </a:lnTo>
                  <a:lnTo>
                    <a:pt x="5229622" y="673027"/>
                  </a:lnTo>
                  <a:lnTo>
                    <a:pt x="5229780" y="673027"/>
                  </a:lnTo>
                  <a:lnTo>
                    <a:pt x="5229938" y="673027"/>
                  </a:lnTo>
                  <a:lnTo>
                    <a:pt x="5230095" y="673027"/>
                  </a:lnTo>
                  <a:lnTo>
                    <a:pt x="5230253" y="673027"/>
                  </a:lnTo>
                  <a:lnTo>
                    <a:pt x="5230253" y="672597"/>
                  </a:lnTo>
                  <a:lnTo>
                    <a:pt x="5230411" y="672597"/>
                  </a:lnTo>
                  <a:lnTo>
                    <a:pt x="5230568" y="672597"/>
                  </a:lnTo>
                  <a:lnTo>
                    <a:pt x="5230568" y="672166"/>
                  </a:lnTo>
                  <a:lnTo>
                    <a:pt x="5230726" y="672166"/>
                  </a:lnTo>
                  <a:lnTo>
                    <a:pt x="5230884" y="672166"/>
                  </a:lnTo>
                  <a:lnTo>
                    <a:pt x="5230884" y="671736"/>
                  </a:lnTo>
                  <a:lnTo>
                    <a:pt x="5231042" y="671736"/>
                  </a:lnTo>
                  <a:lnTo>
                    <a:pt x="5231042" y="671305"/>
                  </a:lnTo>
                  <a:lnTo>
                    <a:pt x="5231199" y="671305"/>
                  </a:lnTo>
                  <a:lnTo>
                    <a:pt x="5231199" y="670874"/>
                  </a:lnTo>
                  <a:lnTo>
                    <a:pt x="5231357" y="670874"/>
                  </a:lnTo>
                  <a:lnTo>
                    <a:pt x="5231515" y="670874"/>
                  </a:lnTo>
                  <a:lnTo>
                    <a:pt x="5231673" y="670874"/>
                  </a:lnTo>
                  <a:lnTo>
                    <a:pt x="5231830" y="670874"/>
                  </a:lnTo>
                  <a:lnTo>
                    <a:pt x="5231988" y="670874"/>
                  </a:lnTo>
                  <a:lnTo>
                    <a:pt x="5232146" y="670874"/>
                  </a:lnTo>
                  <a:lnTo>
                    <a:pt x="5232146" y="670444"/>
                  </a:lnTo>
                  <a:lnTo>
                    <a:pt x="5232303" y="670444"/>
                  </a:lnTo>
                  <a:lnTo>
                    <a:pt x="5232461" y="670444"/>
                  </a:lnTo>
                  <a:lnTo>
                    <a:pt x="5232619" y="670444"/>
                  </a:lnTo>
                  <a:lnTo>
                    <a:pt x="5232777" y="670444"/>
                  </a:lnTo>
                  <a:lnTo>
                    <a:pt x="5232934" y="670444"/>
                  </a:lnTo>
                  <a:lnTo>
                    <a:pt x="5233092" y="670444"/>
                  </a:lnTo>
                  <a:lnTo>
                    <a:pt x="5233250" y="670444"/>
                  </a:lnTo>
                  <a:lnTo>
                    <a:pt x="5233407" y="670444"/>
                  </a:lnTo>
                  <a:lnTo>
                    <a:pt x="5233565" y="670444"/>
                  </a:lnTo>
                  <a:lnTo>
                    <a:pt x="5233723" y="670444"/>
                  </a:lnTo>
                  <a:lnTo>
                    <a:pt x="5233881" y="670444"/>
                  </a:lnTo>
                  <a:lnTo>
                    <a:pt x="5234038" y="670444"/>
                  </a:lnTo>
                  <a:lnTo>
                    <a:pt x="5234196" y="670444"/>
                  </a:lnTo>
                  <a:lnTo>
                    <a:pt x="5234196" y="670013"/>
                  </a:lnTo>
                  <a:lnTo>
                    <a:pt x="5234354" y="670013"/>
                  </a:lnTo>
                  <a:lnTo>
                    <a:pt x="5234511" y="670013"/>
                  </a:lnTo>
                  <a:lnTo>
                    <a:pt x="5234511" y="669583"/>
                  </a:lnTo>
                  <a:lnTo>
                    <a:pt x="5234669" y="669583"/>
                  </a:lnTo>
                  <a:lnTo>
                    <a:pt x="5234827" y="669583"/>
                  </a:lnTo>
                  <a:lnTo>
                    <a:pt x="5234985" y="669583"/>
                  </a:lnTo>
                  <a:lnTo>
                    <a:pt x="5235142" y="669583"/>
                  </a:lnTo>
                  <a:lnTo>
                    <a:pt x="5235300" y="669583"/>
                  </a:lnTo>
                  <a:lnTo>
                    <a:pt x="5235458" y="669583"/>
                  </a:lnTo>
                  <a:lnTo>
                    <a:pt x="5235615" y="669583"/>
                  </a:lnTo>
                  <a:lnTo>
                    <a:pt x="5235773" y="669583"/>
                  </a:lnTo>
                  <a:lnTo>
                    <a:pt x="5235931" y="669583"/>
                  </a:lnTo>
                  <a:lnTo>
                    <a:pt x="5236089" y="669583"/>
                  </a:lnTo>
                  <a:lnTo>
                    <a:pt x="5236246" y="669583"/>
                  </a:lnTo>
                  <a:lnTo>
                    <a:pt x="5236404" y="669583"/>
                  </a:lnTo>
                  <a:lnTo>
                    <a:pt x="5236562" y="669583"/>
                  </a:lnTo>
                  <a:lnTo>
                    <a:pt x="5236719" y="669583"/>
                  </a:lnTo>
                  <a:lnTo>
                    <a:pt x="5236877" y="669583"/>
                  </a:lnTo>
                  <a:lnTo>
                    <a:pt x="5237035" y="669583"/>
                  </a:lnTo>
                  <a:lnTo>
                    <a:pt x="5237193" y="669583"/>
                  </a:lnTo>
                  <a:lnTo>
                    <a:pt x="5237350" y="669583"/>
                  </a:lnTo>
                  <a:lnTo>
                    <a:pt x="5237508" y="669583"/>
                  </a:lnTo>
                  <a:lnTo>
                    <a:pt x="5237666" y="669583"/>
                  </a:lnTo>
                  <a:lnTo>
                    <a:pt x="5237824" y="669583"/>
                  </a:lnTo>
                  <a:lnTo>
                    <a:pt x="5237981" y="669583"/>
                  </a:lnTo>
                  <a:lnTo>
                    <a:pt x="5238139" y="669583"/>
                  </a:lnTo>
                  <a:lnTo>
                    <a:pt x="5238297" y="669583"/>
                  </a:lnTo>
                  <a:lnTo>
                    <a:pt x="5238454" y="669583"/>
                  </a:lnTo>
                  <a:lnTo>
                    <a:pt x="5238612" y="669583"/>
                  </a:lnTo>
                  <a:lnTo>
                    <a:pt x="5238770" y="669583"/>
                  </a:lnTo>
                  <a:lnTo>
                    <a:pt x="5238928" y="669583"/>
                  </a:lnTo>
                  <a:lnTo>
                    <a:pt x="5238928" y="669152"/>
                  </a:lnTo>
                  <a:lnTo>
                    <a:pt x="5239085" y="669152"/>
                  </a:lnTo>
                  <a:lnTo>
                    <a:pt x="5239243" y="669152"/>
                  </a:lnTo>
                  <a:lnTo>
                    <a:pt x="5239401" y="669152"/>
                  </a:lnTo>
                  <a:lnTo>
                    <a:pt x="5239558" y="669152"/>
                  </a:lnTo>
                  <a:lnTo>
                    <a:pt x="5239716" y="669152"/>
                  </a:lnTo>
                  <a:lnTo>
                    <a:pt x="5239874" y="669152"/>
                  </a:lnTo>
                  <a:lnTo>
                    <a:pt x="5240032" y="669152"/>
                  </a:lnTo>
                  <a:lnTo>
                    <a:pt x="5240189" y="669152"/>
                  </a:lnTo>
                  <a:lnTo>
                    <a:pt x="5240347" y="669152"/>
                  </a:lnTo>
                  <a:lnTo>
                    <a:pt x="5240505" y="669152"/>
                  </a:lnTo>
                  <a:lnTo>
                    <a:pt x="5240662" y="669152"/>
                  </a:lnTo>
                  <a:lnTo>
                    <a:pt x="5240820" y="669152"/>
                  </a:lnTo>
                  <a:lnTo>
                    <a:pt x="5240978" y="669152"/>
                  </a:lnTo>
                  <a:lnTo>
                    <a:pt x="5241136" y="669152"/>
                  </a:lnTo>
                  <a:lnTo>
                    <a:pt x="5241293" y="669152"/>
                  </a:lnTo>
                  <a:lnTo>
                    <a:pt x="5241451" y="669152"/>
                  </a:lnTo>
                  <a:lnTo>
                    <a:pt x="5241609" y="669152"/>
                  </a:lnTo>
                  <a:lnTo>
                    <a:pt x="5241766" y="669152"/>
                  </a:lnTo>
                  <a:lnTo>
                    <a:pt x="5241924" y="669152"/>
                  </a:lnTo>
                  <a:lnTo>
                    <a:pt x="5242082" y="669152"/>
                  </a:lnTo>
                  <a:lnTo>
                    <a:pt x="5242240" y="669152"/>
                  </a:lnTo>
                  <a:lnTo>
                    <a:pt x="5242397" y="669152"/>
                  </a:lnTo>
                  <a:lnTo>
                    <a:pt x="5242555" y="669152"/>
                  </a:lnTo>
                  <a:lnTo>
                    <a:pt x="5242555" y="668721"/>
                  </a:lnTo>
                  <a:lnTo>
                    <a:pt x="5242713" y="668721"/>
                  </a:lnTo>
                  <a:lnTo>
                    <a:pt x="5242871" y="668721"/>
                  </a:lnTo>
                  <a:lnTo>
                    <a:pt x="5243028" y="668721"/>
                  </a:lnTo>
                  <a:lnTo>
                    <a:pt x="5243186" y="668721"/>
                  </a:lnTo>
                  <a:lnTo>
                    <a:pt x="5243344" y="668721"/>
                  </a:lnTo>
                  <a:lnTo>
                    <a:pt x="5243501" y="668721"/>
                  </a:lnTo>
                  <a:lnTo>
                    <a:pt x="5243659" y="668721"/>
                  </a:lnTo>
                  <a:lnTo>
                    <a:pt x="5243817" y="668721"/>
                  </a:lnTo>
                  <a:lnTo>
                    <a:pt x="5243975" y="668721"/>
                  </a:lnTo>
                  <a:lnTo>
                    <a:pt x="5243975" y="668291"/>
                  </a:lnTo>
                  <a:lnTo>
                    <a:pt x="5244132" y="668291"/>
                  </a:lnTo>
                  <a:lnTo>
                    <a:pt x="5244132" y="667860"/>
                  </a:lnTo>
                  <a:lnTo>
                    <a:pt x="5244290" y="667860"/>
                  </a:lnTo>
                  <a:lnTo>
                    <a:pt x="5244448" y="667860"/>
                  </a:lnTo>
                  <a:lnTo>
                    <a:pt x="5244448" y="667430"/>
                  </a:lnTo>
                  <a:lnTo>
                    <a:pt x="5244605" y="667430"/>
                  </a:lnTo>
                  <a:lnTo>
                    <a:pt x="5244763" y="667430"/>
                  </a:lnTo>
                  <a:lnTo>
                    <a:pt x="5244921" y="667430"/>
                  </a:lnTo>
                  <a:lnTo>
                    <a:pt x="5244921" y="666999"/>
                  </a:lnTo>
                  <a:lnTo>
                    <a:pt x="5245079" y="666999"/>
                  </a:lnTo>
                  <a:lnTo>
                    <a:pt x="5245236" y="666999"/>
                  </a:lnTo>
                  <a:lnTo>
                    <a:pt x="5245394" y="666999"/>
                  </a:lnTo>
                  <a:lnTo>
                    <a:pt x="5245394" y="666568"/>
                  </a:lnTo>
                  <a:lnTo>
                    <a:pt x="5245552" y="666568"/>
                  </a:lnTo>
                  <a:lnTo>
                    <a:pt x="5245709" y="666568"/>
                  </a:lnTo>
                  <a:lnTo>
                    <a:pt x="5245867" y="666568"/>
                  </a:lnTo>
                  <a:lnTo>
                    <a:pt x="5246025" y="666568"/>
                  </a:lnTo>
                  <a:lnTo>
                    <a:pt x="5246183" y="666568"/>
                  </a:lnTo>
                  <a:lnTo>
                    <a:pt x="5246183" y="666138"/>
                  </a:lnTo>
                  <a:lnTo>
                    <a:pt x="5246340" y="666138"/>
                  </a:lnTo>
                  <a:lnTo>
                    <a:pt x="5246498" y="666138"/>
                  </a:lnTo>
                  <a:lnTo>
                    <a:pt x="5246656" y="666138"/>
                  </a:lnTo>
                  <a:lnTo>
                    <a:pt x="5246813" y="666138"/>
                  </a:lnTo>
                  <a:lnTo>
                    <a:pt x="5246971" y="666138"/>
                  </a:lnTo>
                  <a:lnTo>
                    <a:pt x="5247129" y="666138"/>
                  </a:lnTo>
                  <a:lnTo>
                    <a:pt x="5247287" y="666138"/>
                  </a:lnTo>
                  <a:lnTo>
                    <a:pt x="5247444" y="666138"/>
                  </a:lnTo>
                  <a:lnTo>
                    <a:pt x="5247602" y="666138"/>
                  </a:lnTo>
                  <a:lnTo>
                    <a:pt x="5247760" y="666138"/>
                  </a:lnTo>
                  <a:lnTo>
                    <a:pt x="5247917" y="666138"/>
                  </a:lnTo>
                  <a:lnTo>
                    <a:pt x="5248075" y="666138"/>
                  </a:lnTo>
                  <a:lnTo>
                    <a:pt x="5248233" y="666138"/>
                  </a:lnTo>
                  <a:lnTo>
                    <a:pt x="5248391" y="666138"/>
                  </a:lnTo>
                  <a:lnTo>
                    <a:pt x="5248548" y="666138"/>
                  </a:lnTo>
                  <a:lnTo>
                    <a:pt x="5248706" y="666138"/>
                  </a:lnTo>
                  <a:lnTo>
                    <a:pt x="5248706" y="665707"/>
                  </a:lnTo>
                  <a:lnTo>
                    <a:pt x="5248864" y="665707"/>
                  </a:lnTo>
                  <a:lnTo>
                    <a:pt x="5248864" y="665277"/>
                  </a:lnTo>
                  <a:lnTo>
                    <a:pt x="5249022" y="665277"/>
                  </a:lnTo>
                  <a:lnTo>
                    <a:pt x="5249179" y="665277"/>
                  </a:lnTo>
                  <a:lnTo>
                    <a:pt x="5249337" y="665277"/>
                  </a:lnTo>
                  <a:lnTo>
                    <a:pt x="5249495" y="665277"/>
                  </a:lnTo>
                  <a:lnTo>
                    <a:pt x="5249652" y="665277"/>
                  </a:lnTo>
                  <a:lnTo>
                    <a:pt x="5249810" y="665277"/>
                  </a:lnTo>
                  <a:lnTo>
                    <a:pt x="5249968" y="665277"/>
                  </a:lnTo>
                  <a:lnTo>
                    <a:pt x="5250126" y="665277"/>
                  </a:lnTo>
                  <a:lnTo>
                    <a:pt x="5250283" y="665277"/>
                  </a:lnTo>
                  <a:lnTo>
                    <a:pt x="5250441" y="665277"/>
                  </a:lnTo>
                  <a:lnTo>
                    <a:pt x="5250599" y="665277"/>
                  </a:lnTo>
                  <a:lnTo>
                    <a:pt x="5250756" y="665277"/>
                  </a:lnTo>
                  <a:lnTo>
                    <a:pt x="5250914" y="665277"/>
                  </a:lnTo>
                  <a:lnTo>
                    <a:pt x="5251072" y="665277"/>
                  </a:lnTo>
                  <a:lnTo>
                    <a:pt x="5251230" y="665277"/>
                  </a:lnTo>
                  <a:lnTo>
                    <a:pt x="5251230" y="664846"/>
                  </a:lnTo>
                  <a:lnTo>
                    <a:pt x="5251387" y="664846"/>
                  </a:lnTo>
                  <a:lnTo>
                    <a:pt x="5251545" y="664846"/>
                  </a:lnTo>
                  <a:lnTo>
                    <a:pt x="5251703" y="664846"/>
                  </a:lnTo>
                  <a:lnTo>
                    <a:pt x="5251860" y="664846"/>
                  </a:lnTo>
                  <a:lnTo>
                    <a:pt x="5252018" y="664846"/>
                  </a:lnTo>
                  <a:lnTo>
                    <a:pt x="5252176" y="664846"/>
                  </a:lnTo>
                  <a:lnTo>
                    <a:pt x="5252334" y="664846"/>
                  </a:lnTo>
                  <a:lnTo>
                    <a:pt x="5252491" y="664846"/>
                  </a:lnTo>
                  <a:lnTo>
                    <a:pt x="5252649" y="664846"/>
                  </a:lnTo>
                  <a:lnTo>
                    <a:pt x="5252807" y="664846"/>
                  </a:lnTo>
                  <a:lnTo>
                    <a:pt x="5252964" y="664846"/>
                  </a:lnTo>
                  <a:lnTo>
                    <a:pt x="5253122" y="664846"/>
                  </a:lnTo>
                  <a:lnTo>
                    <a:pt x="5253280" y="664846"/>
                  </a:lnTo>
                  <a:lnTo>
                    <a:pt x="5253438" y="664846"/>
                  </a:lnTo>
                  <a:lnTo>
                    <a:pt x="5253595" y="664846"/>
                  </a:lnTo>
                  <a:lnTo>
                    <a:pt x="5253753" y="664846"/>
                  </a:lnTo>
                  <a:lnTo>
                    <a:pt x="5253911" y="664846"/>
                  </a:lnTo>
                  <a:lnTo>
                    <a:pt x="5253911" y="664415"/>
                  </a:lnTo>
                  <a:lnTo>
                    <a:pt x="5254069" y="664415"/>
                  </a:lnTo>
                  <a:lnTo>
                    <a:pt x="5254226" y="664415"/>
                  </a:lnTo>
                  <a:lnTo>
                    <a:pt x="5254384" y="664415"/>
                  </a:lnTo>
                  <a:lnTo>
                    <a:pt x="5254542" y="664415"/>
                  </a:lnTo>
                  <a:lnTo>
                    <a:pt x="5254699" y="664415"/>
                  </a:lnTo>
                  <a:lnTo>
                    <a:pt x="5254857" y="664415"/>
                  </a:lnTo>
                  <a:lnTo>
                    <a:pt x="5255015" y="664415"/>
                  </a:lnTo>
                  <a:lnTo>
                    <a:pt x="5255173" y="664415"/>
                  </a:lnTo>
                  <a:lnTo>
                    <a:pt x="5255173" y="663985"/>
                  </a:lnTo>
                  <a:lnTo>
                    <a:pt x="5255330" y="663985"/>
                  </a:lnTo>
                  <a:lnTo>
                    <a:pt x="5255488" y="663985"/>
                  </a:lnTo>
                  <a:lnTo>
                    <a:pt x="5255646" y="663985"/>
                  </a:lnTo>
                  <a:lnTo>
                    <a:pt x="5255803" y="663985"/>
                  </a:lnTo>
                  <a:lnTo>
                    <a:pt x="5255961" y="663985"/>
                  </a:lnTo>
                  <a:lnTo>
                    <a:pt x="5255961" y="663554"/>
                  </a:lnTo>
                  <a:lnTo>
                    <a:pt x="5256119" y="663554"/>
                  </a:lnTo>
                  <a:lnTo>
                    <a:pt x="5256277" y="663554"/>
                  </a:lnTo>
                  <a:lnTo>
                    <a:pt x="5256434" y="663554"/>
                  </a:lnTo>
                  <a:lnTo>
                    <a:pt x="5256592" y="663554"/>
                  </a:lnTo>
                  <a:lnTo>
                    <a:pt x="5256750" y="663554"/>
                  </a:lnTo>
                  <a:lnTo>
                    <a:pt x="5256907" y="663554"/>
                  </a:lnTo>
                  <a:lnTo>
                    <a:pt x="5257065" y="663554"/>
                  </a:lnTo>
                  <a:lnTo>
                    <a:pt x="5257223" y="663554"/>
                  </a:lnTo>
                  <a:lnTo>
                    <a:pt x="5257381" y="663554"/>
                  </a:lnTo>
                  <a:lnTo>
                    <a:pt x="5257538" y="663554"/>
                  </a:lnTo>
                  <a:lnTo>
                    <a:pt x="5257696" y="663554"/>
                  </a:lnTo>
                  <a:lnTo>
                    <a:pt x="5257696" y="663124"/>
                  </a:lnTo>
                  <a:lnTo>
                    <a:pt x="5257854" y="663124"/>
                  </a:lnTo>
                  <a:lnTo>
                    <a:pt x="5258011" y="663124"/>
                  </a:lnTo>
                  <a:lnTo>
                    <a:pt x="5258169" y="663124"/>
                  </a:lnTo>
                  <a:lnTo>
                    <a:pt x="5258327" y="663124"/>
                  </a:lnTo>
                  <a:lnTo>
                    <a:pt x="5258485" y="663124"/>
                  </a:lnTo>
                  <a:lnTo>
                    <a:pt x="5258642" y="663124"/>
                  </a:lnTo>
                  <a:lnTo>
                    <a:pt x="5258800" y="663124"/>
                  </a:lnTo>
                  <a:lnTo>
                    <a:pt x="5258958" y="663124"/>
                  </a:lnTo>
                  <a:lnTo>
                    <a:pt x="5259115" y="663124"/>
                  </a:lnTo>
                  <a:lnTo>
                    <a:pt x="5259115" y="662693"/>
                  </a:lnTo>
                  <a:lnTo>
                    <a:pt x="5259273" y="662693"/>
                  </a:lnTo>
                  <a:lnTo>
                    <a:pt x="5259431" y="662693"/>
                  </a:lnTo>
                  <a:lnTo>
                    <a:pt x="5259589" y="662693"/>
                  </a:lnTo>
                  <a:lnTo>
                    <a:pt x="5259746" y="662693"/>
                  </a:lnTo>
                  <a:lnTo>
                    <a:pt x="5259904" y="662693"/>
                  </a:lnTo>
                  <a:lnTo>
                    <a:pt x="5260062" y="662693"/>
                  </a:lnTo>
                  <a:lnTo>
                    <a:pt x="5260220" y="662693"/>
                  </a:lnTo>
                  <a:lnTo>
                    <a:pt x="5260377" y="662693"/>
                  </a:lnTo>
                  <a:lnTo>
                    <a:pt x="5260535" y="662693"/>
                  </a:lnTo>
                  <a:lnTo>
                    <a:pt x="5260693" y="662693"/>
                  </a:lnTo>
                  <a:lnTo>
                    <a:pt x="5260850" y="662693"/>
                  </a:lnTo>
                  <a:lnTo>
                    <a:pt x="5260850" y="662262"/>
                  </a:lnTo>
                  <a:lnTo>
                    <a:pt x="5261008" y="662262"/>
                  </a:lnTo>
                  <a:lnTo>
                    <a:pt x="5261166" y="662262"/>
                  </a:lnTo>
                  <a:lnTo>
                    <a:pt x="5261166" y="661832"/>
                  </a:lnTo>
                  <a:lnTo>
                    <a:pt x="5261324" y="661832"/>
                  </a:lnTo>
                  <a:lnTo>
                    <a:pt x="5261481" y="661832"/>
                  </a:lnTo>
                  <a:lnTo>
                    <a:pt x="5261481" y="661401"/>
                  </a:lnTo>
                  <a:lnTo>
                    <a:pt x="5261639" y="661401"/>
                  </a:lnTo>
                  <a:lnTo>
                    <a:pt x="5261797" y="661401"/>
                  </a:lnTo>
                  <a:lnTo>
                    <a:pt x="5261797" y="660971"/>
                  </a:lnTo>
                  <a:lnTo>
                    <a:pt x="5261954" y="660971"/>
                  </a:lnTo>
                  <a:lnTo>
                    <a:pt x="5262112" y="660971"/>
                  </a:lnTo>
                  <a:lnTo>
                    <a:pt x="5262270" y="660971"/>
                  </a:lnTo>
                  <a:lnTo>
                    <a:pt x="5262270" y="660540"/>
                  </a:lnTo>
                  <a:lnTo>
                    <a:pt x="5262428" y="660540"/>
                  </a:lnTo>
                  <a:lnTo>
                    <a:pt x="5262585" y="660540"/>
                  </a:lnTo>
                  <a:lnTo>
                    <a:pt x="5262743" y="660540"/>
                  </a:lnTo>
                  <a:lnTo>
                    <a:pt x="5262901" y="660540"/>
                  </a:lnTo>
                  <a:lnTo>
                    <a:pt x="5263058" y="660540"/>
                  </a:lnTo>
                  <a:lnTo>
                    <a:pt x="5263216" y="660540"/>
                  </a:lnTo>
                  <a:lnTo>
                    <a:pt x="5263374" y="660540"/>
                  </a:lnTo>
                  <a:lnTo>
                    <a:pt x="5263532" y="660540"/>
                  </a:lnTo>
                  <a:lnTo>
                    <a:pt x="5263689" y="660540"/>
                  </a:lnTo>
                  <a:lnTo>
                    <a:pt x="5263847" y="660540"/>
                  </a:lnTo>
                  <a:lnTo>
                    <a:pt x="5264005" y="660540"/>
                  </a:lnTo>
                  <a:lnTo>
                    <a:pt x="5264162" y="660540"/>
                  </a:lnTo>
                  <a:lnTo>
                    <a:pt x="5264320" y="660540"/>
                  </a:lnTo>
                  <a:lnTo>
                    <a:pt x="5264478" y="660540"/>
                  </a:lnTo>
                  <a:lnTo>
                    <a:pt x="5264636" y="660540"/>
                  </a:lnTo>
                  <a:lnTo>
                    <a:pt x="5264793" y="660540"/>
                  </a:lnTo>
                  <a:lnTo>
                    <a:pt x="5264951" y="660540"/>
                  </a:lnTo>
                  <a:lnTo>
                    <a:pt x="5265109" y="660540"/>
                  </a:lnTo>
                  <a:lnTo>
                    <a:pt x="5265267" y="660540"/>
                  </a:lnTo>
                  <a:lnTo>
                    <a:pt x="5265424" y="660540"/>
                  </a:lnTo>
                  <a:lnTo>
                    <a:pt x="5265582" y="660540"/>
                  </a:lnTo>
                  <a:lnTo>
                    <a:pt x="5265740" y="660540"/>
                  </a:lnTo>
                  <a:lnTo>
                    <a:pt x="5265897" y="660540"/>
                  </a:lnTo>
                  <a:lnTo>
                    <a:pt x="5266055" y="660540"/>
                  </a:lnTo>
                  <a:lnTo>
                    <a:pt x="5266055" y="660109"/>
                  </a:lnTo>
                  <a:lnTo>
                    <a:pt x="5266213" y="660109"/>
                  </a:lnTo>
                  <a:lnTo>
                    <a:pt x="5266371" y="660109"/>
                  </a:lnTo>
                  <a:lnTo>
                    <a:pt x="5266528" y="660109"/>
                  </a:lnTo>
                  <a:lnTo>
                    <a:pt x="5266686" y="660109"/>
                  </a:lnTo>
                  <a:lnTo>
                    <a:pt x="5266844" y="660109"/>
                  </a:lnTo>
                  <a:lnTo>
                    <a:pt x="5267001" y="660109"/>
                  </a:lnTo>
                  <a:lnTo>
                    <a:pt x="5267159" y="660109"/>
                  </a:lnTo>
                  <a:lnTo>
                    <a:pt x="5267317" y="660109"/>
                  </a:lnTo>
                  <a:lnTo>
                    <a:pt x="5267475" y="660109"/>
                  </a:lnTo>
                  <a:lnTo>
                    <a:pt x="5267632" y="660109"/>
                  </a:lnTo>
                  <a:lnTo>
                    <a:pt x="5267790" y="660109"/>
                  </a:lnTo>
                  <a:lnTo>
                    <a:pt x="5267948" y="660109"/>
                  </a:lnTo>
                  <a:lnTo>
                    <a:pt x="5268105" y="660109"/>
                  </a:lnTo>
                  <a:lnTo>
                    <a:pt x="5268263" y="660109"/>
                  </a:lnTo>
                  <a:lnTo>
                    <a:pt x="5268421" y="660109"/>
                  </a:lnTo>
                  <a:lnTo>
                    <a:pt x="5268579" y="660109"/>
                  </a:lnTo>
                  <a:lnTo>
                    <a:pt x="5268736" y="660109"/>
                  </a:lnTo>
                  <a:lnTo>
                    <a:pt x="5268894" y="660109"/>
                  </a:lnTo>
                  <a:lnTo>
                    <a:pt x="5269052" y="660109"/>
                  </a:lnTo>
                  <a:lnTo>
                    <a:pt x="5269209" y="660109"/>
                  </a:lnTo>
                  <a:lnTo>
                    <a:pt x="5269367" y="660109"/>
                  </a:lnTo>
                  <a:lnTo>
                    <a:pt x="5269525" y="660109"/>
                  </a:lnTo>
                  <a:lnTo>
                    <a:pt x="5269683" y="660109"/>
                  </a:lnTo>
                  <a:lnTo>
                    <a:pt x="5269840" y="660109"/>
                  </a:lnTo>
                  <a:lnTo>
                    <a:pt x="5269998" y="660109"/>
                  </a:lnTo>
                  <a:lnTo>
                    <a:pt x="5270156" y="660109"/>
                  </a:lnTo>
                  <a:lnTo>
                    <a:pt x="5270313" y="660109"/>
                  </a:lnTo>
                  <a:lnTo>
                    <a:pt x="5270471" y="660109"/>
                  </a:lnTo>
                  <a:lnTo>
                    <a:pt x="5270629" y="660109"/>
                  </a:lnTo>
                  <a:lnTo>
                    <a:pt x="5270629" y="659679"/>
                  </a:lnTo>
                  <a:lnTo>
                    <a:pt x="5270787" y="659679"/>
                  </a:lnTo>
                  <a:lnTo>
                    <a:pt x="5270944" y="659679"/>
                  </a:lnTo>
                  <a:lnTo>
                    <a:pt x="5271102" y="659679"/>
                  </a:lnTo>
                  <a:lnTo>
                    <a:pt x="5271260" y="659679"/>
                  </a:lnTo>
                  <a:lnTo>
                    <a:pt x="5271418" y="659679"/>
                  </a:lnTo>
                  <a:lnTo>
                    <a:pt x="5271575" y="659679"/>
                  </a:lnTo>
                  <a:lnTo>
                    <a:pt x="5271733" y="659679"/>
                  </a:lnTo>
                  <a:lnTo>
                    <a:pt x="5271891" y="659679"/>
                  </a:lnTo>
                  <a:lnTo>
                    <a:pt x="5272048" y="659679"/>
                  </a:lnTo>
                  <a:lnTo>
                    <a:pt x="5272206" y="659679"/>
                  </a:lnTo>
                  <a:lnTo>
                    <a:pt x="5272364" y="659679"/>
                  </a:lnTo>
                  <a:lnTo>
                    <a:pt x="5272522" y="659679"/>
                  </a:lnTo>
                  <a:lnTo>
                    <a:pt x="5272679" y="659679"/>
                  </a:lnTo>
                  <a:lnTo>
                    <a:pt x="5272679" y="659248"/>
                  </a:lnTo>
                  <a:lnTo>
                    <a:pt x="5272837" y="659248"/>
                  </a:lnTo>
                  <a:lnTo>
                    <a:pt x="5272995" y="659248"/>
                  </a:lnTo>
                  <a:lnTo>
                    <a:pt x="5273152" y="659248"/>
                  </a:lnTo>
                  <a:lnTo>
                    <a:pt x="5273310" y="659248"/>
                  </a:lnTo>
                  <a:lnTo>
                    <a:pt x="5273468" y="659248"/>
                  </a:lnTo>
                  <a:lnTo>
                    <a:pt x="5273626" y="659248"/>
                  </a:lnTo>
                  <a:lnTo>
                    <a:pt x="5273783" y="659248"/>
                  </a:lnTo>
                  <a:lnTo>
                    <a:pt x="5273941" y="659248"/>
                  </a:lnTo>
                  <a:lnTo>
                    <a:pt x="5274099" y="659248"/>
                  </a:lnTo>
                  <a:lnTo>
                    <a:pt x="5274256" y="659248"/>
                  </a:lnTo>
                  <a:lnTo>
                    <a:pt x="5274256" y="658818"/>
                  </a:lnTo>
                  <a:lnTo>
                    <a:pt x="5274414" y="658818"/>
                  </a:lnTo>
                  <a:lnTo>
                    <a:pt x="5274572" y="658818"/>
                  </a:lnTo>
                  <a:lnTo>
                    <a:pt x="5274730" y="658818"/>
                  </a:lnTo>
                  <a:lnTo>
                    <a:pt x="5274887" y="658818"/>
                  </a:lnTo>
                  <a:lnTo>
                    <a:pt x="5275045" y="658818"/>
                  </a:lnTo>
                  <a:lnTo>
                    <a:pt x="5275203" y="658818"/>
                  </a:lnTo>
                  <a:lnTo>
                    <a:pt x="5275360" y="658818"/>
                  </a:lnTo>
                  <a:lnTo>
                    <a:pt x="5275518" y="658818"/>
                  </a:lnTo>
                  <a:lnTo>
                    <a:pt x="5275676" y="658818"/>
                  </a:lnTo>
                  <a:lnTo>
                    <a:pt x="5275834" y="658818"/>
                  </a:lnTo>
                  <a:lnTo>
                    <a:pt x="5275991" y="658818"/>
                  </a:lnTo>
                  <a:lnTo>
                    <a:pt x="5276149" y="658818"/>
                  </a:lnTo>
                  <a:lnTo>
                    <a:pt x="5276307" y="658818"/>
                  </a:lnTo>
                  <a:lnTo>
                    <a:pt x="5276464" y="658818"/>
                  </a:lnTo>
                  <a:lnTo>
                    <a:pt x="5276622" y="658818"/>
                  </a:lnTo>
                  <a:lnTo>
                    <a:pt x="5276780" y="658818"/>
                  </a:lnTo>
                  <a:lnTo>
                    <a:pt x="5276938" y="658818"/>
                  </a:lnTo>
                  <a:lnTo>
                    <a:pt x="5277095" y="658818"/>
                  </a:lnTo>
                  <a:lnTo>
                    <a:pt x="5277253" y="658818"/>
                  </a:lnTo>
                  <a:lnTo>
                    <a:pt x="5277411" y="658818"/>
                  </a:lnTo>
                  <a:lnTo>
                    <a:pt x="5277411" y="658387"/>
                  </a:lnTo>
                  <a:lnTo>
                    <a:pt x="5277569" y="658387"/>
                  </a:lnTo>
                  <a:lnTo>
                    <a:pt x="5277726" y="658387"/>
                  </a:lnTo>
                  <a:lnTo>
                    <a:pt x="5277884" y="658387"/>
                  </a:lnTo>
                  <a:lnTo>
                    <a:pt x="5278042" y="658387"/>
                  </a:lnTo>
                  <a:lnTo>
                    <a:pt x="5278199" y="658387"/>
                  </a:lnTo>
                  <a:lnTo>
                    <a:pt x="5278199" y="657956"/>
                  </a:lnTo>
                  <a:lnTo>
                    <a:pt x="5278357" y="657956"/>
                  </a:lnTo>
                  <a:lnTo>
                    <a:pt x="5278515" y="657956"/>
                  </a:lnTo>
                  <a:lnTo>
                    <a:pt x="5278673" y="657956"/>
                  </a:lnTo>
                  <a:lnTo>
                    <a:pt x="5278830" y="657956"/>
                  </a:lnTo>
                  <a:lnTo>
                    <a:pt x="5278988" y="657956"/>
                  </a:lnTo>
                  <a:lnTo>
                    <a:pt x="5279146" y="657956"/>
                  </a:lnTo>
                  <a:lnTo>
                    <a:pt x="5279303" y="657956"/>
                  </a:lnTo>
                  <a:lnTo>
                    <a:pt x="5279461" y="657956"/>
                  </a:lnTo>
                  <a:lnTo>
                    <a:pt x="5279619" y="657956"/>
                  </a:lnTo>
                  <a:lnTo>
                    <a:pt x="5279619" y="657526"/>
                  </a:lnTo>
                  <a:lnTo>
                    <a:pt x="5279777" y="657526"/>
                  </a:lnTo>
                  <a:lnTo>
                    <a:pt x="5279934" y="657526"/>
                  </a:lnTo>
                  <a:lnTo>
                    <a:pt x="5280092" y="657526"/>
                  </a:lnTo>
                  <a:lnTo>
                    <a:pt x="5280250" y="657526"/>
                  </a:lnTo>
                  <a:lnTo>
                    <a:pt x="5280407" y="657526"/>
                  </a:lnTo>
                  <a:lnTo>
                    <a:pt x="5280565" y="657526"/>
                  </a:lnTo>
                  <a:lnTo>
                    <a:pt x="5280723" y="657526"/>
                  </a:lnTo>
                  <a:lnTo>
                    <a:pt x="5280881" y="657526"/>
                  </a:lnTo>
                  <a:lnTo>
                    <a:pt x="5281038" y="657526"/>
                  </a:lnTo>
                  <a:lnTo>
                    <a:pt x="5281196" y="657526"/>
                  </a:lnTo>
                  <a:lnTo>
                    <a:pt x="5281354" y="657526"/>
                  </a:lnTo>
                  <a:lnTo>
                    <a:pt x="5281511" y="657526"/>
                  </a:lnTo>
                  <a:lnTo>
                    <a:pt x="5281669" y="657526"/>
                  </a:lnTo>
                  <a:lnTo>
                    <a:pt x="5281827" y="657526"/>
                  </a:lnTo>
                  <a:lnTo>
                    <a:pt x="5281985" y="657526"/>
                  </a:lnTo>
                  <a:lnTo>
                    <a:pt x="5282142" y="657526"/>
                  </a:lnTo>
                  <a:lnTo>
                    <a:pt x="5282300" y="657526"/>
                  </a:lnTo>
                  <a:lnTo>
                    <a:pt x="5282300" y="657095"/>
                  </a:lnTo>
                  <a:lnTo>
                    <a:pt x="5282458" y="657095"/>
                  </a:lnTo>
                  <a:lnTo>
                    <a:pt x="5282616" y="657095"/>
                  </a:lnTo>
                  <a:lnTo>
                    <a:pt x="5282773" y="657095"/>
                  </a:lnTo>
                  <a:lnTo>
                    <a:pt x="5282931" y="657095"/>
                  </a:lnTo>
                  <a:lnTo>
                    <a:pt x="5283089" y="657095"/>
                  </a:lnTo>
                  <a:lnTo>
                    <a:pt x="5283246" y="657095"/>
                  </a:lnTo>
                  <a:lnTo>
                    <a:pt x="5283404" y="657095"/>
                  </a:lnTo>
                  <a:lnTo>
                    <a:pt x="5283404" y="656665"/>
                  </a:lnTo>
                  <a:lnTo>
                    <a:pt x="5283562" y="656665"/>
                  </a:lnTo>
                  <a:lnTo>
                    <a:pt x="5283720" y="656665"/>
                  </a:lnTo>
                  <a:lnTo>
                    <a:pt x="5283877" y="656665"/>
                  </a:lnTo>
                  <a:lnTo>
                    <a:pt x="5284035" y="656665"/>
                  </a:lnTo>
                  <a:lnTo>
                    <a:pt x="5284193" y="656665"/>
                  </a:lnTo>
                  <a:lnTo>
                    <a:pt x="5284350" y="656665"/>
                  </a:lnTo>
                  <a:lnTo>
                    <a:pt x="5284508" y="656665"/>
                  </a:lnTo>
                  <a:lnTo>
                    <a:pt x="5284666" y="656665"/>
                  </a:lnTo>
                  <a:lnTo>
                    <a:pt x="5284666" y="656234"/>
                  </a:lnTo>
                  <a:lnTo>
                    <a:pt x="5284824" y="656234"/>
                  </a:lnTo>
                  <a:lnTo>
                    <a:pt x="5284981" y="656234"/>
                  </a:lnTo>
                  <a:lnTo>
                    <a:pt x="5285139" y="656234"/>
                  </a:lnTo>
                  <a:lnTo>
                    <a:pt x="5285297" y="656234"/>
                  </a:lnTo>
                  <a:lnTo>
                    <a:pt x="5285454" y="656234"/>
                  </a:lnTo>
                  <a:lnTo>
                    <a:pt x="5285612" y="656234"/>
                  </a:lnTo>
                  <a:lnTo>
                    <a:pt x="5285770" y="656234"/>
                  </a:lnTo>
                  <a:lnTo>
                    <a:pt x="5285928" y="656234"/>
                  </a:lnTo>
                  <a:lnTo>
                    <a:pt x="5286085" y="656234"/>
                  </a:lnTo>
                  <a:lnTo>
                    <a:pt x="5286243" y="656234"/>
                  </a:lnTo>
                  <a:lnTo>
                    <a:pt x="5286401" y="656234"/>
                  </a:lnTo>
                  <a:lnTo>
                    <a:pt x="5286558" y="656234"/>
                  </a:lnTo>
                  <a:lnTo>
                    <a:pt x="5286716" y="656234"/>
                  </a:lnTo>
                  <a:lnTo>
                    <a:pt x="5286874" y="656234"/>
                  </a:lnTo>
                  <a:lnTo>
                    <a:pt x="5286874" y="655803"/>
                  </a:lnTo>
                  <a:lnTo>
                    <a:pt x="5287032" y="655803"/>
                  </a:lnTo>
                  <a:lnTo>
                    <a:pt x="5287189" y="655803"/>
                  </a:lnTo>
                  <a:lnTo>
                    <a:pt x="5287347" y="655803"/>
                  </a:lnTo>
                  <a:lnTo>
                    <a:pt x="5287505" y="655803"/>
                  </a:lnTo>
                  <a:lnTo>
                    <a:pt x="5287662" y="655803"/>
                  </a:lnTo>
                  <a:lnTo>
                    <a:pt x="5287662" y="655373"/>
                  </a:lnTo>
                  <a:lnTo>
                    <a:pt x="5287662" y="654942"/>
                  </a:lnTo>
                  <a:lnTo>
                    <a:pt x="5287820" y="654942"/>
                  </a:lnTo>
                  <a:lnTo>
                    <a:pt x="5287978" y="654942"/>
                  </a:lnTo>
                  <a:lnTo>
                    <a:pt x="5288136" y="654942"/>
                  </a:lnTo>
                  <a:lnTo>
                    <a:pt x="5288136" y="654512"/>
                  </a:lnTo>
                  <a:lnTo>
                    <a:pt x="5288293" y="654512"/>
                  </a:lnTo>
                  <a:lnTo>
                    <a:pt x="5288451" y="654512"/>
                  </a:lnTo>
                  <a:lnTo>
                    <a:pt x="5288451" y="654081"/>
                  </a:lnTo>
                  <a:lnTo>
                    <a:pt x="5288609" y="654081"/>
                  </a:lnTo>
                  <a:lnTo>
                    <a:pt x="5288767" y="654081"/>
                  </a:lnTo>
                  <a:lnTo>
                    <a:pt x="5288924" y="654081"/>
                  </a:lnTo>
                  <a:lnTo>
                    <a:pt x="5289082" y="654081"/>
                  </a:lnTo>
                  <a:lnTo>
                    <a:pt x="5289082" y="653650"/>
                  </a:lnTo>
                  <a:lnTo>
                    <a:pt x="5289240" y="653650"/>
                  </a:lnTo>
                  <a:lnTo>
                    <a:pt x="5289397" y="653650"/>
                  </a:lnTo>
                  <a:lnTo>
                    <a:pt x="5289555" y="653650"/>
                  </a:lnTo>
                  <a:lnTo>
                    <a:pt x="5289713" y="653650"/>
                  </a:lnTo>
                  <a:lnTo>
                    <a:pt x="5289871" y="653650"/>
                  </a:lnTo>
                  <a:lnTo>
                    <a:pt x="5290028" y="653650"/>
                  </a:lnTo>
                  <a:lnTo>
                    <a:pt x="5290028" y="653220"/>
                  </a:lnTo>
                  <a:lnTo>
                    <a:pt x="5290028" y="652789"/>
                  </a:lnTo>
                  <a:lnTo>
                    <a:pt x="5290186" y="652789"/>
                  </a:lnTo>
                  <a:lnTo>
                    <a:pt x="5290344" y="652789"/>
                  </a:lnTo>
                  <a:lnTo>
                    <a:pt x="5290501" y="652789"/>
                  </a:lnTo>
                  <a:lnTo>
                    <a:pt x="5290659" y="652789"/>
                  </a:lnTo>
                  <a:lnTo>
                    <a:pt x="5290659" y="652359"/>
                  </a:lnTo>
                  <a:lnTo>
                    <a:pt x="5290817" y="652359"/>
                  </a:lnTo>
                  <a:lnTo>
                    <a:pt x="5290975" y="652359"/>
                  </a:lnTo>
                  <a:lnTo>
                    <a:pt x="5291132" y="652359"/>
                  </a:lnTo>
                  <a:lnTo>
                    <a:pt x="5291290" y="652359"/>
                  </a:lnTo>
                  <a:lnTo>
                    <a:pt x="5291448" y="652359"/>
                  </a:lnTo>
                  <a:lnTo>
                    <a:pt x="5291605" y="652359"/>
                  </a:lnTo>
                  <a:lnTo>
                    <a:pt x="5291763" y="652359"/>
                  </a:lnTo>
                  <a:lnTo>
                    <a:pt x="5291921" y="652359"/>
                  </a:lnTo>
                  <a:lnTo>
                    <a:pt x="5292079" y="652359"/>
                  </a:lnTo>
                  <a:lnTo>
                    <a:pt x="5292236" y="652359"/>
                  </a:lnTo>
                  <a:lnTo>
                    <a:pt x="5292394" y="652359"/>
                  </a:lnTo>
                  <a:lnTo>
                    <a:pt x="5292552" y="652359"/>
                  </a:lnTo>
                  <a:lnTo>
                    <a:pt x="5292709" y="652359"/>
                  </a:lnTo>
                  <a:lnTo>
                    <a:pt x="5292867" y="652359"/>
                  </a:lnTo>
                  <a:lnTo>
                    <a:pt x="5293025" y="652359"/>
                  </a:lnTo>
                  <a:lnTo>
                    <a:pt x="5293183" y="652359"/>
                  </a:lnTo>
                  <a:lnTo>
                    <a:pt x="5293183" y="651928"/>
                  </a:lnTo>
                  <a:lnTo>
                    <a:pt x="5293340" y="651928"/>
                  </a:lnTo>
                  <a:lnTo>
                    <a:pt x="5293498" y="651928"/>
                  </a:lnTo>
                  <a:lnTo>
                    <a:pt x="5293656" y="651928"/>
                  </a:lnTo>
                  <a:lnTo>
                    <a:pt x="5293814" y="651928"/>
                  </a:lnTo>
                  <a:lnTo>
                    <a:pt x="5293814" y="651497"/>
                  </a:lnTo>
                  <a:lnTo>
                    <a:pt x="5293971" y="651497"/>
                  </a:lnTo>
                  <a:lnTo>
                    <a:pt x="5294129" y="651497"/>
                  </a:lnTo>
                  <a:lnTo>
                    <a:pt x="5294287" y="651497"/>
                  </a:lnTo>
                  <a:lnTo>
                    <a:pt x="5294444" y="651497"/>
                  </a:lnTo>
                  <a:lnTo>
                    <a:pt x="5294602" y="651497"/>
                  </a:lnTo>
                  <a:lnTo>
                    <a:pt x="5294760" y="651497"/>
                  </a:lnTo>
                  <a:lnTo>
                    <a:pt x="5294760" y="651067"/>
                  </a:lnTo>
                  <a:lnTo>
                    <a:pt x="5294918" y="651067"/>
                  </a:lnTo>
                  <a:lnTo>
                    <a:pt x="5295075" y="651067"/>
                  </a:lnTo>
                  <a:lnTo>
                    <a:pt x="5295075" y="650636"/>
                  </a:lnTo>
                  <a:lnTo>
                    <a:pt x="5295233" y="650636"/>
                  </a:lnTo>
                  <a:lnTo>
                    <a:pt x="5295391" y="650636"/>
                  </a:lnTo>
                  <a:lnTo>
                    <a:pt x="5295548" y="650636"/>
                  </a:lnTo>
                  <a:lnTo>
                    <a:pt x="5295706" y="650636"/>
                  </a:lnTo>
                  <a:lnTo>
                    <a:pt x="5295864" y="650636"/>
                  </a:lnTo>
                  <a:lnTo>
                    <a:pt x="5295864" y="650206"/>
                  </a:lnTo>
                  <a:lnTo>
                    <a:pt x="5296022" y="650206"/>
                  </a:lnTo>
                  <a:lnTo>
                    <a:pt x="5296179" y="650206"/>
                  </a:lnTo>
                  <a:lnTo>
                    <a:pt x="5296337" y="650206"/>
                  </a:lnTo>
                  <a:lnTo>
                    <a:pt x="5296495" y="650206"/>
                  </a:lnTo>
                  <a:lnTo>
                    <a:pt x="5296652" y="650206"/>
                  </a:lnTo>
                  <a:lnTo>
                    <a:pt x="5296810" y="650206"/>
                  </a:lnTo>
                  <a:lnTo>
                    <a:pt x="5296968" y="650206"/>
                  </a:lnTo>
                  <a:lnTo>
                    <a:pt x="5297126" y="650206"/>
                  </a:lnTo>
                  <a:lnTo>
                    <a:pt x="5297283" y="650206"/>
                  </a:lnTo>
                  <a:lnTo>
                    <a:pt x="5297441" y="650206"/>
                  </a:lnTo>
                  <a:lnTo>
                    <a:pt x="5297599" y="650206"/>
                  </a:lnTo>
                  <a:lnTo>
                    <a:pt x="5297756" y="650206"/>
                  </a:lnTo>
                  <a:lnTo>
                    <a:pt x="5297914" y="650206"/>
                  </a:lnTo>
                  <a:lnTo>
                    <a:pt x="5298072" y="650206"/>
                  </a:lnTo>
                  <a:lnTo>
                    <a:pt x="5298230" y="650206"/>
                  </a:lnTo>
                  <a:lnTo>
                    <a:pt x="5298387" y="650206"/>
                  </a:lnTo>
                  <a:lnTo>
                    <a:pt x="5298387" y="649775"/>
                  </a:lnTo>
                  <a:lnTo>
                    <a:pt x="5298545" y="649775"/>
                  </a:lnTo>
                  <a:lnTo>
                    <a:pt x="5298703" y="649775"/>
                  </a:lnTo>
                  <a:lnTo>
                    <a:pt x="5298860" y="649775"/>
                  </a:lnTo>
                  <a:lnTo>
                    <a:pt x="5299018" y="649775"/>
                  </a:lnTo>
                  <a:lnTo>
                    <a:pt x="5299176" y="649775"/>
                  </a:lnTo>
                  <a:lnTo>
                    <a:pt x="5299334" y="649775"/>
                  </a:lnTo>
                  <a:lnTo>
                    <a:pt x="5299491" y="649775"/>
                  </a:lnTo>
                  <a:lnTo>
                    <a:pt x="5299649" y="649775"/>
                  </a:lnTo>
                  <a:lnTo>
                    <a:pt x="5299649" y="649344"/>
                  </a:lnTo>
                  <a:lnTo>
                    <a:pt x="5299807" y="649344"/>
                  </a:lnTo>
                  <a:lnTo>
                    <a:pt x="5299965" y="649344"/>
                  </a:lnTo>
                  <a:lnTo>
                    <a:pt x="5300122" y="649344"/>
                  </a:lnTo>
                  <a:lnTo>
                    <a:pt x="5300280" y="649344"/>
                  </a:lnTo>
                  <a:lnTo>
                    <a:pt x="5300438" y="649344"/>
                  </a:lnTo>
                  <a:lnTo>
                    <a:pt x="5300595" y="649344"/>
                  </a:lnTo>
                  <a:lnTo>
                    <a:pt x="5300753" y="649344"/>
                  </a:lnTo>
                  <a:lnTo>
                    <a:pt x="5300911" y="649344"/>
                  </a:lnTo>
                  <a:lnTo>
                    <a:pt x="5301069" y="649344"/>
                  </a:lnTo>
                  <a:lnTo>
                    <a:pt x="5301226" y="649344"/>
                  </a:lnTo>
                  <a:lnTo>
                    <a:pt x="5301384" y="649344"/>
                  </a:lnTo>
                  <a:lnTo>
                    <a:pt x="5301542" y="649344"/>
                  </a:lnTo>
                  <a:lnTo>
                    <a:pt x="5301699" y="649344"/>
                  </a:lnTo>
                  <a:lnTo>
                    <a:pt x="5301857" y="649344"/>
                  </a:lnTo>
                  <a:lnTo>
                    <a:pt x="5302015" y="649344"/>
                  </a:lnTo>
                  <a:lnTo>
                    <a:pt x="5302173" y="649344"/>
                  </a:lnTo>
                  <a:lnTo>
                    <a:pt x="5302330" y="649344"/>
                  </a:lnTo>
                  <a:lnTo>
                    <a:pt x="5302488" y="649344"/>
                  </a:lnTo>
                  <a:lnTo>
                    <a:pt x="5302646" y="649344"/>
                  </a:lnTo>
                  <a:lnTo>
                    <a:pt x="5302646" y="648914"/>
                  </a:lnTo>
                  <a:lnTo>
                    <a:pt x="5302803" y="648914"/>
                  </a:lnTo>
                  <a:lnTo>
                    <a:pt x="5302961" y="648914"/>
                  </a:lnTo>
                  <a:lnTo>
                    <a:pt x="5303119" y="648914"/>
                  </a:lnTo>
                  <a:lnTo>
                    <a:pt x="5303277" y="648914"/>
                  </a:lnTo>
                  <a:lnTo>
                    <a:pt x="5303277" y="648483"/>
                  </a:lnTo>
                  <a:lnTo>
                    <a:pt x="5303434" y="648483"/>
                  </a:lnTo>
                  <a:lnTo>
                    <a:pt x="5303592" y="648483"/>
                  </a:lnTo>
                  <a:lnTo>
                    <a:pt x="5303750" y="648483"/>
                  </a:lnTo>
                  <a:lnTo>
                    <a:pt x="5303907" y="648483"/>
                  </a:lnTo>
                  <a:lnTo>
                    <a:pt x="5303907" y="648053"/>
                  </a:lnTo>
                  <a:lnTo>
                    <a:pt x="5303907" y="647622"/>
                  </a:lnTo>
                  <a:lnTo>
                    <a:pt x="5304065" y="647622"/>
                  </a:lnTo>
                  <a:lnTo>
                    <a:pt x="5304223" y="647622"/>
                  </a:lnTo>
                  <a:lnTo>
                    <a:pt x="5304381" y="647622"/>
                  </a:lnTo>
                  <a:lnTo>
                    <a:pt x="5304381" y="647191"/>
                  </a:lnTo>
                  <a:lnTo>
                    <a:pt x="5304538" y="647191"/>
                  </a:lnTo>
                  <a:lnTo>
                    <a:pt x="5304538" y="646761"/>
                  </a:lnTo>
                  <a:lnTo>
                    <a:pt x="5304696" y="646761"/>
                  </a:lnTo>
                  <a:lnTo>
                    <a:pt x="5304854" y="646761"/>
                  </a:lnTo>
                  <a:lnTo>
                    <a:pt x="5305012" y="646761"/>
                  </a:lnTo>
                  <a:lnTo>
                    <a:pt x="5305012" y="646330"/>
                  </a:lnTo>
                  <a:lnTo>
                    <a:pt x="5305169" y="646330"/>
                  </a:lnTo>
                  <a:lnTo>
                    <a:pt x="5305327" y="646330"/>
                  </a:lnTo>
                  <a:lnTo>
                    <a:pt x="5305485" y="646330"/>
                  </a:lnTo>
                  <a:lnTo>
                    <a:pt x="5305642" y="646330"/>
                  </a:lnTo>
                  <a:lnTo>
                    <a:pt x="5305800" y="646330"/>
                  </a:lnTo>
                  <a:lnTo>
                    <a:pt x="5305958" y="646330"/>
                  </a:lnTo>
                  <a:lnTo>
                    <a:pt x="5306116" y="646330"/>
                  </a:lnTo>
                  <a:lnTo>
                    <a:pt x="5306273" y="646330"/>
                  </a:lnTo>
                  <a:lnTo>
                    <a:pt x="5306431" y="646330"/>
                  </a:lnTo>
                  <a:lnTo>
                    <a:pt x="5306589" y="646330"/>
                  </a:lnTo>
                  <a:lnTo>
                    <a:pt x="5306746" y="646330"/>
                  </a:lnTo>
                  <a:lnTo>
                    <a:pt x="5306904" y="646330"/>
                  </a:lnTo>
                  <a:lnTo>
                    <a:pt x="5307062" y="646330"/>
                  </a:lnTo>
                  <a:lnTo>
                    <a:pt x="5307220" y="646330"/>
                  </a:lnTo>
                  <a:lnTo>
                    <a:pt x="5307377" y="646330"/>
                  </a:lnTo>
                  <a:lnTo>
                    <a:pt x="5307535" y="646330"/>
                  </a:lnTo>
                  <a:lnTo>
                    <a:pt x="5307693" y="646330"/>
                  </a:lnTo>
                  <a:lnTo>
                    <a:pt x="5307850" y="646330"/>
                  </a:lnTo>
                  <a:lnTo>
                    <a:pt x="5308008" y="646330"/>
                  </a:lnTo>
                  <a:lnTo>
                    <a:pt x="5308008" y="645900"/>
                  </a:lnTo>
                  <a:lnTo>
                    <a:pt x="5308166" y="645900"/>
                  </a:lnTo>
                  <a:lnTo>
                    <a:pt x="5308324" y="645900"/>
                  </a:lnTo>
                  <a:lnTo>
                    <a:pt x="5308481" y="645900"/>
                  </a:lnTo>
                  <a:lnTo>
                    <a:pt x="5308639" y="645900"/>
                  </a:lnTo>
                  <a:lnTo>
                    <a:pt x="5308797" y="645900"/>
                  </a:lnTo>
                  <a:lnTo>
                    <a:pt x="5308954" y="645900"/>
                  </a:lnTo>
                  <a:lnTo>
                    <a:pt x="5309112" y="645900"/>
                  </a:lnTo>
                  <a:lnTo>
                    <a:pt x="5309112" y="645469"/>
                  </a:lnTo>
                  <a:lnTo>
                    <a:pt x="5309270" y="645469"/>
                  </a:lnTo>
                  <a:lnTo>
                    <a:pt x="5309428" y="645469"/>
                  </a:lnTo>
                  <a:lnTo>
                    <a:pt x="5309585" y="645469"/>
                  </a:lnTo>
                  <a:lnTo>
                    <a:pt x="5309743" y="645469"/>
                  </a:lnTo>
                  <a:lnTo>
                    <a:pt x="5309901" y="645469"/>
                  </a:lnTo>
                  <a:lnTo>
                    <a:pt x="5310058" y="645469"/>
                  </a:lnTo>
                  <a:lnTo>
                    <a:pt x="5310216" y="645469"/>
                  </a:lnTo>
                  <a:lnTo>
                    <a:pt x="5310374" y="645469"/>
                  </a:lnTo>
                  <a:lnTo>
                    <a:pt x="5310532" y="645469"/>
                  </a:lnTo>
                  <a:lnTo>
                    <a:pt x="5310689" y="645469"/>
                  </a:lnTo>
                  <a:lnTo>
                    <a:pt x="5310847" y="645469"/>
                  </a:lnTo>
                  <a:lnTo>
                    <a:pt x="5310847" y="645038"/>
                  </a:lnTo>
                  <a:lnTo>
                    <a:pt x="5311005" y="645038"/>
                  </a:lnTo>
                  <a:lnTo>
                    <a:pt x="5311163" y="645038"/>
                  </a:lnTo>
                  <a:lnTo>
                    <a:pt x="5311320" y="645038"/>
                  </a:lnTo>
                  <a:lnTo>
                    <a:pt x="5311478" y="645038"/>
                  </a:lnTo>
                  <a:lnTo>
                    <a:pt x="5311636" y="645038"/>
                  </a:lnTo>
                  <a:lnTo>
                    <a:pt x="5311636" y="644608"/>
                  </a:lnTo>
                  <a:lnTo>
                    <a:pt x="5311636" y="644177"/>
                  </a:lnTo>
                  <a:lnTo>
                    <a:pt x="5311793" y="644177"/>
                  </a:lnTo>
                  <a:lnTo>
                    <a:pt x="5311951" y="644177"/>
                  </a:lnTo>
                  <a:lnTo>
                    <a:pt x="5312109" y="644177"/>
                  </a:lnTo>
                  <a:lnTo>
                    <a:pt x="5312267" y="644177"/>
                  </a:lnTo>
                  <a:lnTo>
                    <a:pt x="5312267" y="643747"/>
                  </a:lnTo>
                  <a:lnTo>
                    <a:pt x="5312424" y="643747"/>
                  </a:lnTo>
                  <a:lnTo>
                    <a:pt x="5312582" y="643747"/>
                  </a:lnTo>
                  <a:lnTo>
                    <a:pt x="5312582" y="643316"/>
                  </a:lnTo>
                  <a:lnTo>
                    <a:pt x="5312740" y="643316"/>
                  </a:lnTo>
                  <a:lnTo>
                    <a:pt x="5312897" y="643316"/>
                  </a:lnTo>
                  <a:lnTo>
                    <a:pt x="5313055" y="643316"/>
                  </a:lnTo>
                  <a:lnTo>
                    <a:pt x="5313213" y="643316"/>
                  </a:lnTo>
                  <a:lnTo>
                    <a:pt x="5313371" y="643316"/>
                  </a:lnTo>
                  <a:lnTo>
                    <a:pt x="5313528" y="643316"/>
                  </a:lnTo>
                  <a:lnTo>
                    <a:pt x="5313686" y="643316"/>
                  </a:lnTo>
                  <a:lnTo>
                    <a:pt x="5313686" y="642885"/>
                  </a:lnTo>
                  <a:lnTo>
                    <a:pt x="5313844" y="642885"/>
                  </a:lnTo>
                  <a:lnTo>
                    <a:pt x="5314001" y="642885"/>
                  </a:lnTo>
                  <a:lnTo>
                    <a:pt x="5314159" y="642885"/>
                  </a:lnTo>
                  <a:lnTo>
                    <a:pt x="5314317" y="642885"/>
                  </a:lnTo>
                  <a:lnTo>
                    <a:pt x="5314317" y="642455"/>
                  </a:lnTo>
                  <a:lnTo>
                    <a:pt x="5314317" y="642024"/>
                  </a:lnTo>
                  <a:lnTo>
                    <a:pt x="5314475" y="642024"/>
                  </a:lnTo>
                  <a:lnTo>
                    <a:pt x="5314632" y="642024"/>
                  </a:lnTo>
                  <a:lnTo>
                    <a:pt x="5314790" y="642024"/>
                  </a:lnTo>
                  <a:lnTo>
                    <a:pt x="5314948" y="642024"/>
                  </a:lnTo>
                  <a:lnTo>
                    <a:pt x="5315105" y="642024"/>
                  </a:lnTo>
                  <a:lnTo>
                    <a:pt x="5315263" y="642024"/>
                  </a:lnTo>
                  <a:lnTo>
                    <a:pt x="5315421" y="642024"/>
                  </a:lnTo>
                  <a:lnTo>
                    <a:pt x="5315421" y="641594"/>
                  </a:lnTo>
                  <a:lnTo>
                    <a:pt x="5315421" y="641163"/>
                  </a:lnTo>
                  <a:lnTo>
                    <a:pt x="5315421" y="640732"/>
                  </a:lnTo>
                  <a:lnTo>
                    <a:pt x="5315421" y="640302"/>
                  </a:lnTo>
                  <a:lnTo>
                    <a:pt x="5315579" y="640302"/>
                  </a:lnTo>
                  <a:lnTo>
                    <a:pt x="5315736" y="640302"/>
                  </a:lnTo>
                  <a:lnTo>
                    <a:pt x="5315736" y="639871"/>
                  </a:lnTo>
                  <a:lnTo>
                    <a:pt x="5315894" y="639871"/>
                  </a:lnTo>
                  <a:lnTo>
                    <a:pt x="5316052" y="639871"/>
                  </a:lnTo>
                  <a:lnTo>
                    <a:pt x="5316052" y="639441"/>
                  </a:lnTo>
                  <a:lnTo>
                    <a:pt x="5316210" y="639441"/>
                  </a:lnTo>
                  <a:lnTo>
                    <a:pt x="5316367" y="639441"/>
                  </a:lnTo>
                  <a:lnTo>
                    <a:pt x="5316525" y="639441"/>
                  </a:lnTo>
                  <a:lnTo>
                    <a:pt x="5316683" y="639441"/>
                  </a:lnTo>
                  <a:lnTo>
                    <a:pt x="5316840" y="639441"/>
                  </a:lnTo>
                  <a:lnTo>
                    <a:pt x="5316998" y="639441"/>
                  </a:lnTo>
                  <a:lnTo>
                    <a:pt x="5317156" y="639441"/>
                  </a:lnTo>
                  <a:lnTo>
                    <a:pt x="5317314" y="639441"/>
                  </a:lnTo>
                  <a:lnTo>
                    <a:pt x="5317314" y="639010"/>
                  </a:lnTo>
                  <a:lnTo>
                    <a:pt x="5317471" y="639010"/>
                  </a:lnTo>
                  <a:lnTo>
                    <a:pt x="5317629" y="639010"/>
                  </a:lnTo>
                  <a:lnTo>
                    <a:pt x="5317787" y="639010"/>
                  </a:lnTo>
                  <a:lnTo>
                    <a:pt x="5317944" y="639010"/>
                  </a:lnTo>
                  <a:lnTo>
                    <a:pt x="5318102" y="639010"/>
                  </a:lnTo>
                  <a:lnTo>
                    <a:pt x="5318260" y="639010"/>
                  </a:lnTo>
                  <a:lnTo>
                    <a:pt x="5318260" y="638579"/>
                  </a:lnTo>
                  <a:lnTo>
                    <a:pt x="5318260" y="638149"/>
                  </a:lnTo>
                  <a:lnTo>
                    <a:pt x="5318418" y="638149"/>
                  </a:lnTo>
                  <a:lnTo>
                    <a:pt x="5318575" y="638149"/>
                  </a:lnTo>
                  <a:lnTo>
                    <a:pt x="5318733" y="638149"/>
                  </a:lnTo>
                  <a:lnTo>
                    <a:pt x="5318891" y="638149"/>
                  </a:lnTo>
                  <a:lnTo>
                    <a:pt x="5319048" y="638149"/>
                  </a:lnTo>
                  <a:lnTo>
                    <a:pt x="5319206" y="638149"/>
                  </a:lnTo>
                  <a:lnTo>
                    <a:pt x="5319364" y="638149"/>
                  </a:lnTo>
                  <a:lnTo>
                    <a:pt x="5319522" y="638149"/>
                  </a:lnTo>
                  <a:lnTo>
                    <a:pt x="5319522" y="637718"/>
                  </a:lnTo>
                  <a:lnTo>
                    <a:pt x="5319679" y="637718"/>
                  </a:lnTo>
                  <a:lnTo>
                    <a:pt x="5319837" y="637718"/>
                  </a:lnTo>
                  <a:lnTo>
                    <a:pt x="5319995" y="637718"/>
                  </a:lnTo>
                  <a:lnTo>
                    <a:pt x="5320152" y="637718"/>
                  </a:lnTo>
                  <a:lnTo>
                    <a:pt x="5320310" y="637718"/>
                  </a:lnTo>
                  <a:lnTo>
                    <a:pt x="5320468" y="637718"/>
                  </a:lnTo>
                  <a:lnTo>
                    <a:pt x="5320626" y="637718"/>
                  </a:lnTo>
                  <a:lnTo>
                    <a:pt x="5320783" y="637718"/>
                  </a:lnTo>
                  <a:lnTo>
                    <a:pt x="5320941" y="637718"/>
                  </a:lnTo>
                  <a:lnTo>
                    <a:pt x="5321099" y="637718"/>
                  </a:lnTo>
                  <a:lnTo>
                    <a:pt x="5321256" y="637718"/>
                  </a:lnTo>
                  <a:lnTo>
                    <a:pt x="5321414" y="637718"/>
                  </a:lnTo>
                  <a:lnTo>
                    <a:pt x="5321572" y="637718"/>
                  </a:lnTo>
                  <a:lnTo>
                    <a:pt x="5321730" y="637718"/>
                  </a:lnTo>
                  <a:lnTo>
                    <a:pt x="5321730" y="637288"/>
                  </a:lnTo>
                  <a:lnTo>
                    <a:pt x="5321730" y="636857"/>
                  </a:lnTo>
                  <a:lnTo>
                    <a:pt x="5321887" y="636857"/>
                  </a:lnTo>
                  <a:lnTo>
                    <a:pt x="5322045" y="636857"/>
                  </a:lnTo>
                  <a:lnTo>
                    <a:pt x="5322203" y="636857"/>
                  </a:lnTo>
                  <a:lnTo>
                    <a:pt x="5322361" y="636857"/>
                  </a:lnTo>
                  <a:lnTo>
                    <a:pt x="5322518" y="636857"/>
                  </a:lnTo>
                  <a:lnTo>
                    <a:pt x="5322676" y="636857"/>
                  </a:lnTo>
                  <a:lnTo>
                    <a:pt x="5322834" y="636857"/>
                  </a:lnTo>
                  <a:lnTo>
                    <a:pt x="5322991" y="636857"/>
                  </a:lnTo>
                  <a:lnTo>
                    <a:pt x="5323149" y="636857"/>
                  </a:lnTo>
                  <a:lnTo>
                    <a:pt x="5323307" y="636857"/>
                  </a:lnTo>
                  <a:lnTo>
                    <a:pt x="5323465" y="636857"/>
                  </a:lnTo>
                  <a:lnTo>
                    <a:pt x="5323622" y="636857"/>
                  </a:lnTo>
                  <a:lnTo>
                    <a:pt x="5323622" y="636426"/>
                  </a:lnTo>
                  <a:lnTo>
                    <a:pt x="5323780" y="636426"/>
                  </a:lnTo>
                  <a:lnTo>
                    <a:pt x="5323938" y="636426"/>
                  </a:lnTo>
                  <a:lnTo>
                    <a:pt x="5324095" y="636426"/>
                  </a:lnTo>
                  <a:lnTo>
                    <a:pt x="5324253" y="636426"/>
                  </a:lnTo>
                  <a:lnTo>
                    <a:pt x="5324411" y="636426"/>
                  </a:lnTo>
                  <a:lnTo>
                    <a:pt x="5324569" y="636426"/>
                  </a:lnTo>
                  <a:lnTo>
                    <a:pt x="5324726" y="636426"/>
                  </a:lnTo>
                  <a:lnTo>
                    <a:pt x="5324884" y="636426"/>
                  </a:lnTo>
                  <a:lnTo>
                    <a:pt x="5325042" y="636426"/>
                  </a:lnTo>
                  <a:lnTo>
                    <a:pt x="5325042" y="635996"/>
                  </a:lnTo>
                  <a:lnTo>
                    <a:pt x="5325199" y="635996"/>
                  </a:lnTo>
                  <a:lnTo>
                    <a:pt x="5325357" y="635996"/>
                  </a:lnTo>
                  <a:lnTo>
                    <a:pt x="5325357" y="635565"/>
                  </a:lnTo>
                  <a:lnTo>
                    <a:pt x="5325515" y="635565"/>
                  </a:lnTo>
                  <a:lnTo>
                    <a:pt x="5325673" y="635565"/>
                  </a:lnTo>
                  <a:lnTo>
                    <a:pt x="5325830" y="635565"/>
                  </a:lnTo>
                  <a:lnTo>
                    <a:pt x="5325988" y="635565"/>
                  </a:lnTo>
                  <a:lnTo>
                    <a:pt x="5326146" y="635565"/>
                  </a:lnTo>
                  <a:lnTo>
                    <a:pt x="5326303" y="635565"/>
                  </a:lnTo>
                  <a:lnTo>
                    <a:pt x="5326303" y="635135"/>
                  </a:lnTo>
                  <a:lnTo>
                    <a:pt x="5326461" y="635135"/>
                  </a:lnTo>
                  <a:lnTo>
                    <a:pt x="5326619" y="635135"/>
                  </a:lnTo>
                  <a:lnTo>
                    <a:pt x="5326777" y="635135"/>
                  </a:lnTo>
                  <a:lnTo>
                    <a:pt x="5326934" y="635135"/>
                  </a:lnTo>
                  <a:lnTo>
                    <a:pt x="5327092" y="635135"/>
                  </a:lnTo>
                  <a:lnTo>
                    <a:pt x="5327092" y="634704"/>
                  </a:lnTo>
                  <a:lnTo>
                    <a:pt x="5327250" y="634704"/>
                  </a:lnTo>
                  <a:lnTo>
                    <a:pt x="5327408" y="634704"/>
                  </a:lnTo>
                  <a:lnTo>
                    <a:pt x="5327565" y="634704"/>
                  </a:lnTo>
                  <a:lnTo>
                    <a:pt x="5327723" y="634704"/>
                  </a:lnTo>
                  <a:lnTo>
                    <a:pt x="5327881" y="634704"/>
                  </a:lnTo>
                  <a:lnTo>
                    <a:pt x="5327881" y="634273"/>
                  </a:lnTo>
                  <a:lnTo>
                    <a:pt x="5328038" y="634273"/>
                  </a:lnTo>
                  <a:lnTo>
                    <a:pt x="5328196" y="634273"/>
                  </a:lnTo>
                  <a:lnTo>
                    <a:pt x="5328354" y="634273"/>
                  </a:lnTo>
                  <a:lnTo>
                    <a:pt x="5328354" y="633843"/>
                  </a:lnTo>
                  <a:lnTo>
                    <a:pt x="5328512" y="633843"/>
                  </a:lnTo>
                  <a:lnTo>
                    <a:pt x="5328669" y="633843"/>
                  </a:lnTo>
                  <a:lnTo>
                    <a:pt x="5328827" y="633843"/>
                  </a:lnTo>
                  <a:lnTo>
                    <a:pt x="5328985" y="633843"/>
                  </a:lnTo>
                  <a:lnTo>
                    <a:pt x="5329142" y="633843"/>
                  </a:lnTo>
                  <a:lnTo>
                    <a:pt x="5329300" y="633843"/>
                  </a:lnTo>
                  <a:lnTo>
                    <a:pt x="5329458" y="633843"/>
                  </a:lnTo>
                  <a:lnTo>
                    <a:pt x="5329616" y="633843"/>
                  </a:lnTo>
                  <a:lnTo>
                    <a:pt x="5329773" y="633843"/>
                  </a:lnTo>
                  <a:lnTo>
                    <a:pt x="5329931" y="633843"/>
                  </a:lnTo>
                  <a:lnTo>
                    <a:pt x="5330089" y="633843"/>
                  </a:lnTo>
                  <a:lnTo>
                    <a:pt x="5330246" y="633843"/>
                  </a:lnTo>
                  <a:lnTo>
                    <a:pt x="5330404" y="633843"/>
                  </a:lnTo>
                  <a:lnTo>
                    <a:pt x="5330562" y="633843"/>
                  </a:lnTo>
                  <a:lnTo>
                    <a:pt x="5330720" y="633843"/>
                  </a:lnTo>
                  <a:lnTo>
                    <a:pt x="5330720" y="633412"/>
                  </a:lnTo>
                  <a:lnTo>
                    <a:pt x="5330877" y="633412"/>
                  </a:lnTo>
                  <a:lnTo>
                    <a:pt x="5331035" y="633412"/>
                  </a:lnTo>
                  <a:lnTo>
                    <a:pt x="5331193" y="633412"/>
                  </a:lnTo>
                  <a:lnTo>
                    <a:pt x="5331350" y="633412"/>
                  </a:lnTo>
                  <a:lnTo>
                    <a:pt x="5331508" y="633412"/>
                  </a:lnTo>
                  <a:lnTo>
                    <a:pt x="5331666" y="633412"/>
                  </a:lnTo>
                  <a:lnTo>
                    <a:pt x="5331824" y="633412"/>
                  </a:lnTo>
                  <a:lnTo>
                    <a:pt x="5331981" y="633412"/>
                  </a:lnTo>
                  <a:lnTo>
                    <a:pt x="5332139" y="633412"/>
                  </a:lnTo>
                  <a:lnTo>
                    <a:pt x="5332297" y="633412"/>
                  </a:lnTo>
                  <a:lnTo>
                    <a:pt x="5332454" y="633412"/>
                  </a:lnTo>
                  <a:lnTo>
                    <a:pt x="5332454" y="632982"/>
                  </a:lnTo>
                  <a:lnTo>
                    <a:pt x="5332612" y="632982"/>
                  </a:lnTo>
                  <a:lnTo>
                    <a:pt x="5332770" y="632982"/>
                  </a:lnTo>
                  <a:lnTo>
                    <a:pt x="5332928" y="632982"/>
                  </a:lnTo>
                  <a:lnTo>
                    <a:pt x="5333085" y="632982"/>
                  </a:lnTo>
                  <a:lnTo>
                    <a:pt x="5333243" y="632982"/>
                  </a:lnTo>
                  <a:lnTo>
                    <a:pt x="5333401" y="632982"/>
                  </a:lnTo>
                  <a:lnTo>
                    <a:pt x="5333559" y="632982"/>
                  </a:lnTo>
                  <a:lnTo>
                    <a:pt x="5333716" y="632982"/>
                  </a:lnTo>
                  <a:lnTo>
                    <a:pt x="5333716" y="632551"/>
                  </a:lnTo>
                  <a:lnTo>
                    <a:pt x="5333874" y="632551"/>
                  </a:lnTo>
                  <a:lnTo>
                    <a:pt x="5334032" y="632551"/>
                  </a:lnTo>
                  <a:lnTo>
                    <a:pt x="5334189" y="632551"/>
                  </a:lnTo>
                  <a:lnTo>
                    <a:pt x="5334347" y="632551"/>
                  </a:lnTo>
                  <a:lnTo>
                    <a:pt x="5334505" y="632551"/>
                  </a:lnTo>
                  <a:lnTo>
                    <a:pt x="5334663" y="632551"/>
                  </a:lnTo>
                  <a:lnTo>
                    <a:pt x="5334820" y="632551"/>
                  </a:lnTo>
                  <a:lnTo>
                    <a:pt x="5334978" y="632551"/>
                  </a:lnTo>
                  <a:lnTo>
                    <a:pt x="5335136" y="632551"/>
                  </a:lnTo>
                  <a:lnTo>
                    <a:pt x="5335293" y="632551"/>
                  </a:lnTo>
                  <a:lnTo>
                    <a:pt x="5335293" y="632120"/>
                  </a:lnTo>
                  <a:lnTo>
                    <a:pt x="5335293" y="631690"/>
                  </a:lnTo>
                  <a:lnTo>
                    <a:pt x="5335451" y="631690"/>
                  </a:lnTo>
                  <a:lnTo>
                    <a:pt x="5335609" y="631690"/>
                  </a:lnTo>
                  <a:lnTo>
                    <a:pt x="5335767" y="631690"/>
                  </a:lnTo>
                  <a:lnTo>
                    <a:pt x="5335767" y="631259"/>
                  </a:lnTo>
                  <a:lnTo>
                    <a:pt x="5335767" y="630829"/>
                  </a:lnTo>
                  <a:lnTo>
                    <a:pt x="5335924" y="630829"/>
                  </a:lnTo>
                  <a:lnTo>
                    <a:pt x="5336082" y="630829"/>
                  </a:lnTo>
                  <a:lnTo>
                    <a:pt x="5336240" y="630829"/>
                  </a:lnTo>
                  <a:lnTo>
                    <a:pt x="5336240" y="630398"/>
                  </a:lnTo>
                  <a:lnTo>
                    <a:pt x="5336397" y="630398"/>
                  </a:lnTo>
                  <a:lnTo>
                    <a:pt x="5336555" y="630398"/>
                  </a:lnTo>
                  <a:lnTo>
                    <a:pt x="5336713" y="630398"/>
                  </a:lnTo>
                  <a:lnTo>
                    <a:pt x="5336871" y="630398"/>
                  </a:lnTo>
                  <a:lnTo>
                    <a:pt x="5337028" y="630398"/>
                  </a:lnTo>
                  <a:lnTo>
                    <a:pt x="5337186" y="630398"/>
                  </a:lnTo>
                  <a:lnTo>
                    <a:pt x="5337344" y="630398"/>
                  </a:lnTo>
                  <a:lnTo>
                    <a:pt x="5337501" y="630398"/>
                  </a:lnTo>
                  <a:lnTo>
                    <a:pt x="5337659" y="630398"/>
                  </a:lnTo>
                  <a:lnTo>
                    <a:pt x="5337817" y="630398"/>
                  </a:lnTo>
                  <a:lnTo>
                    <a:pt x="5337975" y="630398"/>
                  </a:lnTo>
                  <a:lnTo>
                    <a:pt x="5338132" y="630398"/>
                  </a:lnTo>
                  <a:lnTo>
                    <a:pt x="5338290" y="630398"/>
                  </a:lnTo>
                  <a:lnTo>
                    <a:pt x="5338448" y="630398"/>
                  </a:lnTo>
                  <a:lnTo>
                    <a:pt x="5338606" y="630398"/>
                  </a:lnTo>
                  <a:lnTo>
                    <a:pt x="5338763" y="630398"/>
                  </a:lnTo>
                  <a:lnTo>
                    <a:pt x="5338921" y="630398"/>
                  </a:lnTo>
                  <a:lnTo>
                    <a:pt x="5339079" y="630398"/>
                  </a:lnTo>
                  <a:lnTo>
                    <a:pt x="5339236" y="630398"/>
                  </a:lnTo>
                  <a:lnTo>
                    <a:pt x="5339394" y="630398"/>
                  </a:lnTo>
                  <a:lnTo>
                    <a:pt x="5339552" y="630398"/>
                  </a:lnTo>
                  <a:lnTo>
                    <a:pt x="5339710" y="630398"/>
                  </a:lnTo>
                  <a:lnTo>
                    <a:pt x="5339867" y="630398"/>
                  </a:lnTo>
                  <a:lnTo>
                    <a:pt x="5340025" y="630398"/>
                  </a:lnTo>
                  <a:lnTo>
                    <a:pt x="5340183" y="630398"/>
                  </a:lnTo>
                  <a:lnTo>
                    <a:pt x="5340340" y="630398"/>
                  </a:lnTo>
                  <a:lnTo>
                    <a:pt x="5340498" y="630398"/>
                  </a:lnTo>
                  <a:lnTo>
                    <a:pt x="5340656" y="630398"/>
                  </a:lnTo>
                  <a:lnTo>
                    <a:pt x="5340814" y="630398"/>
                  </a:lnTo>
                  <a:lnTo>
                    <a:pt x="5340971" y="630398"/>
                  </a:lnTo>
                  <a:lnTo>
                    <a:pt x="5340971" y="629967"/>
                  </a:lnTo>
                  <a:lnTo>
                    <a:pt x="5340971" y="629537"/>
                  </a:lnTo>
                  <a:lnTo>
                    <a:pt x="5340971" y="629106"/>
                  </a:lnTo>
                  <a:lnTo>
                    <a:pt x="5341129" y="629106"/>
                  </a:lnTo>
                  <a:lnTo>
                    <a:pt x="5341287" y="629106"/>
                  </a:lnTo>
                  <a:lnTo>
                    <a:pt x="5341444" y="629106"/>
                  </a:lnTo>
                  <a:lnTo>
                    <a:pt x="5341602" y="629106"/>
                  </a:lnTo>
                  <a:lnTo>
                    <a:pt x="5341760" y="629106"/>
                  </a:lnTo>
                  <a:lnTo>
                    <a:pt x="5341918" y="629106"/>
                  </a:lnTo>
                  <a:lnTo>
                    <a:pt x="5342075" y="629106"/>
                  </a:lnTo>
                  <a:lnTo>
                    <a:pt x="5342233" y="629106"/>
                  </a:lnTo>
                  <a:lnTo>
                    <a:pt x="5342391" y="629106"/>
                  </a:lnTo>
                  <a:lnTo>
                    <a:pt x="5342548" y="629106"/>
                  </a:lnTo>
                  <a:lnTo>
                    <a:pt x="5342706" y="629106"/>
                  </a:lnTo>
                  <a:lnTo>
                    <a:pt x="5342706" y="628676"/>
                  </a:lnTo>
                  <a:lnTo>
                    <a:pt x="5342864" y="628676"/>
                  </a:lnTo>
                  <a:lnTo>
                    <a:pt x="5343022" y="628676"/>
                  </a:lnTo>
                  <a:lnTo>
                    <a:pt x="5343179" y="628676"/>
                  </a:lnTo>
                  <a:lnTo>
                    <a:pt x="5343179" y="628245"/>
                  </a:lnTo>
                  <a:lnTo>
                    <a:pt x="5343337" y="628245"/>
                  </a:lnTo>
                  <a:lnTo>
                    <a:pt x="5343495" y="628245"/>
                  </a:lnTo>
                  <a:lnTo>
                    <a:pt x="5343652" y="628245"/>
                  </a:lnTo>
                  <a:lnTo>
                    <a:pt x="5343810" y="628245"/>
                  </a:lnTo>
                  <a:lnTo>
                    <a:pt x="5343810" y="627814"/>
                  </a:lnTo>
                  <a:lnTo>
                    <a:pt x="5343968" y="627814"/>
                  </a:lnTo>
                  <a:lnTo>
                    <a:pt x="5344126" y="627814"/>
                  </a:lnTo>
                  <a:lnTo>
                    <a:pt x="5344283" y="627814"/>
                  </a:lnTo>
                  <a:lnTo>
                    <a:pt x="5344441" y="627814"/>
                  </a:lnTo>
                  <a:lnTo>
                    <a:pt x="5344441" y="627384"/>
                  </a:lnTo>
                  <a:lnTo>
                    <a:pt x="5344599" y="627384"/>
                  </a:lnTo>
                  <a:lnTo>
                    <a:pt x="5344757" y="627384"/>
                  </a:lnTo>
                  <a:lnTo>
                    <a:pt x="5344914" y="627384"/>
                  </a:lnTo>
                  <a:lnTo>
                    <a:pt x="5345072" y="627384"/>
                  </a:lnTo>
                  <a:lnTo>
                    <a:pt x="5345230" y="627384"/>
                  </a:lnTo>
                  <a:lnTo>
                    <a:pt x="5345387" y="627384"/>
                  </a:lnTo>
                  <a:lnTo>
                    <a:pt x="5345545" y="627384"/>
                  </a:lnTo>
                  <a:lnTo>
                    <a:pt x="5345703" y="627384"/>
                  </a:lnTo>
                  <a:lnTo>
                    <a:pt x="5345861" y="627384"/>
                  </a:lnTo>
                  <a:lnTo>
                    <a:pt x="5346018" y="627384"/>
                  </a:lnTo>
                  <a:lnTo>
                    <a:pt x="5346176" y="627384"/>
                  </a:lnTo>
                  <a:lnTo>
                    <a:pt x="5346334" y="627384"/>
                  </a:lnTo>
                  <a:lnTo>
                    <a:pt x="5346491" y="627384"/>
                  </a:lnTo>
                  <a:lnTo>
                    <a:pt x="5346649" y="627384"/>
                  </a:lnTo>
                  <a:lnTo>
                    <a:pt x="5346807" y="627384"/>
                  </a:lnTo>
                  <a:lnTo>
                    <a:pt x="5346807" y="626953"/>
                  </a:lnTo>
                  <a:lnTo>
                    <a:pt x="5346965" y="626953"/>
                  </a:lnTo>
                  <a:lnTo>
                    <a:pt x="5347122" y="626953"/>
                  </a:lnTo>
                  <a:lnTo>
                    <a:pt x="5347280" y="626953"/>
                  </a:lnTo>
                  <a:lnTo>
                    <a:pt x="5347280" y="626523"/>
                  </a:lnTo>
                  <a:lnTo>
                    <a:pt x="5347280" y="626092"/>
                  </a:lnTo>
                  <a:lnTo>
                    <a:pt x="5347438" y="626092"/>
                  </a:lnTo>
                  <a:lnTo>
                    <a:pt x="5347595" y="626092"/>
                  </a:lnTo>
                  <a:lnTo>
                    <a:pt x="5347753" y="626092"/>
                  </a:lnTo>
                  <a:lnTo>
                    <a:pt x="5347753" y="625661"/>
                  </a:lnTo>
                  <a:lnTo>
                    <a:pt x="5347911" y="625661"/>
                  </a:lnTo>
                  <a:lnTo>
                    <a:pt x="5348069" y="625661"/>
                  </a:lnTo>
                  <a:lnTo>
                    <a:pt x="5348226" y="625661"/>
                  </a:lnTo>
                  <a:lnTo>
                    <a:pt x="5348384" y="625661"/>
                  </a:lnTo>
                  <a:lnTo>
                    <a:pt x="5348542" y="625661"/>
                  </a:lnTo>
                  <a:lnTo>
                    <a:pt x="5348542" y="625231"/>
                  </a:lnTo>
                  <a:lnTo>
                    <a:pt x="5348699" y="625231"/>
                  </a:lnTo>
                  <a:lnTo>
                    <a:pt x="5348699" y="624800"/>
                  </a:lnTo>
                  <a:lnTo>
                    <a:pt x="5348857" y="624800"/>
                  </a:lnTo>
                  <a:lnTo>
                    <a:pt x="5349015" y="624800"/>
                  </a:lnTo>
                  <a:lnTo>
                    <a:pt x="5349173" y="624800"/>
                  </a:lnTo>
                  <a:lnTo>
                    <a:pt x="5349330" y="624800"/>
                  </a:lnTo>
                  <a:lnTo>
                    <a:pt x="5349488" y="624800"/>
                  </a:lnTo>
                  <a:lnTo>
                    <a:pt x="5349646" y="624800"/>
                  </a:lnTo>
                  <a:lnTo>
                    <a:pt x="5349803" y="624800"/>
                  </a:lnTo>
                  <a:lnTo>
                    <a:pt x="5349803" y="624370"/>
                  </a:lnTo>
                  <a:lnTo>
                    <a:pt x="5349961" y="624370"/>
                  </a:lnTo>
                  <a:lnTo>
                    <a:pt x="5350119" y="624370"/>
                  </a:lnTo>
                  <a:lnTo>
                    <a:pt x="5350277" y="624370"/>
                  </a:lnTo>
                  <a:lnTo>
                    <a:pt x="5350434" y="624370"/>
                  </a:lnTo>
                  <a:lnTo>
                    <a:pt x="5350592" y="624370"/>
                  </a:lnTo>
                  <a:lnTo>
                    <a:pt x="5350750" y="624370"/>
                  </a:lnTo>
                  <a:lnTo>
                    <a:pt x="5350908" y="624370"/>
                  </a:lnTo>
                  <a:lnTo>
                    <a:pt x="5351065" y="624370"/>
                  </a:lnTo>
                  <a:lnTo>
                    <a:pt x="5351223" y="624370"/>
                  </a:lnTo>
                  <a:lnTo>
                    <a:pt x="5351381" y="624370"/>
                  </a:lnTo>
                  <a:lnTo>
                    <a:pt x="5351538" y="624370"/>
                  </a:lnTo>
                  <a:lnTo>
                    <a:pt x="5351696" y="624370"/>
                  </a:lnTo>
                  <a:lnTo>
                    <a:pt x="5351854" y="624370"/>
                  </a:lnTo>
                  <a:lnTo>
                    <a:pt x="5352012" y="624370"/>
                  </a:lnTo>
                  <a:lnTo>
                    <a:pt x="5352169" y="624370"/>
                  </a:lnTo>
                  <a:lnTo>
                    <a:pt x="5352327" y="624370"/>
                  </a:lnTo>
                  <a:lnTo>
                    <a:pt x="5352485" y="624370"/>
                  </a:lnTo>
                  <a:lnTo>
                    <a:pt x="5352642" y="624370"/>
                  </a:lnTo>
                  <a:lnTo>
                    <a:pt x="5352800" y="624370"/>
                  </a:lnTo>
                  <a:lnTo>
                    <a:pt x="5352800" y="623939"/>
                  </a:lnTo>
                  <a:lnTo>
                    <a:pt x="5352958" y="623939"/>
                  </a:lnTo>
                  <a:lnTo>
                    <a:pt x="5353116" y="623939"/>
                  </a:lnTo>
                  <a:lnTo>
                    <a:pt x="5353273" y="623939"/>
                  </a:lnTo>
                  <a:lnTo>
                    <a:pt x="5353431" y="623939"/>
                  </a:lnTo>
                  <a:lnTo>
                    <a:pt x="5353589" y="623939"/>
                  </a:lnTo>
                  <a:lnTo>
                    <a:pt x="5353746" y="623939"/>
                  </a:lnTo>
                  <a:lnTo>
                    <a:pt x="5353904" y="623939"/>
                  </a:lnTo>
                  <a:lnTo>
                    <a:pt x="5354062" y="623939"/>
                  </a:lnTo>
                  <a:lnTo>
                    <a:pt x="5354062" y="623508"/>
                  </a:lnTo>
                  <a:lnTo>
                    <a:pt x="5354220" y="623508"/>
                  </a:lnTo>
                  <a:lnTo>
                    <a:pt x="5354377" y="623508"/>
                  </a:lnTo>
                  <a:lnTo>
                    <a:pt x="5354535" y="623508"/>
                  </a:lnTo>
                  <a:lnTo>
                    <a:pt x="5354693" y="623508"/>
                  </a:lnTo>
                  <a:lnTo>
                    <a:pt x="5354850" y="623508"/>
                  </a:lnTo>
                  <a:lnTo>
                    <a:pt x="5355008" y="623508"/>
                  </a:lnTo>
                  <a:lnTo>
                    <a:pt x="5355166" y="623508"/>
                  </a:lnTo>
                  <a:lnTo>
                    <a:pt x="5355324" y="623508"/>
                  </a:lnTo>
                  <a:lnTo>
                    <a:pt x="5355481" y="623508"/>
                  </a:lnTo>
                  <a:lnTo>
                    <a:pt x="5355481" y="623078"/>
                  </a:lnTo>
                  <a:lnTo>
                    <a:pt x="5355639" y="623078"/>
                  </a:lnTo>
                  <a:lnTo>
                    <a:pt x="5355797" y="623078"/>
                  </a:lnTo>
                  <a:lnTo>
                    <a:pt x="5355955" y="623078"/>
                  </a:lnTo>
                  <a:lnTo>
                    <a:pt x="5356112" y="623078"/>
                  </a:lnTo>
                  <a:lnTo>
                    <a:pt x="5356112" y="622647"/>
                  </a:lnTo>
                  <a:lnTo>
                    <a:pt x="5356270" y="622647"/>
                  </a:lnTo>
                  <a:lnTo>
                    <a:pt x="5356428" y="622647"/>
                  </a:lnTo>
                  <a:lnTo>
                    <a:pt x="5356585" y="622647"/>
                  </a:lnTo>
                  <a:lnTo>
                    <a:pt x="5356743" y="622647"/>
                  </a:lnTo>
                  <a:lnTo>
                    <a:pt x="5356901" y="622647"/>
                  </a:lnTo>
                  <a:lnTo>
                    <a:pt x="5357059" y="622647"/>
                  </a:lnTo>
                  <a:lnTo>
                    <a:pt x="5357216" y="622647"/>
                  </a:lnTo>
                  <a:lnTo>
                    <a:pt x="5357374" y="622647"/>
                  </a:lnTo>
                  <a:lnTo>
                    <a:pt x="5357374" y="622217"/>
                  </a:lnTo>
                  <a:lnTo>
                    <a:pt x="5357374" y="621786"/>
                  </a:lnTo>
                  <a:lnTo>
                    <a:pt x="5357532" y="621786"/>
                  </a:lnTo>
                  <a:lnTo>
                    <a:pt x="5357689" y="621786"/>
                  </a:lnTo>
                  <a:lnTo>
                    <a:pt x="5357689" y="621355"/>
                  </a:lnTo>
                  <a:lnTo>
                    <a:pt x="5357847" y="621355"/>
                  </a:lnTo>
                  <a:lnTo>
                    <a:pt x="5357847" y="620925"/>
                  </a:lnTo>
                  <a:lnTo>
                    <a:pt x="5358005" y="620925"/>
                  </a:lnTo>
                  <a:lnTo>
                    <a:pt x="5358163" y="620925"/>
                  </a:lnTo>
                  <a:lnTo>
                    <a:pt x="5358320" y="620925"/>
                  </a:lnTo>
                  <a:lnTo>
                    <a:pt x="5358320" y="620494"/>
                  </a:lnTo>
                  <a:lnTo>
                    <a:pt x="5358478" y="620494"/>
                  </a:lnTo>
                  <a:lnTo>
                    <a:pt x="5358636" y="620494"/>
                  </a:lnTo>
                  <a:lnTo>
                    <a:pt x="5358793" y="620494"/>
                  </a:lnTo>
                  <a:lnTo>
                    <a:pt x="5358951" y="620494"/>
                  </a:lnTo>
                  <a:lnTo>
                    <a:pt x="5359109" y="620494"/>
                  </a:lnTo>
                  <a:lnTo>
                    <a:pt x="5359267" y="620494"/>
                  </a:lnTo>
                  <a:lnTo>
                    <a:pt x="5359424" y="620494"/>
                  </a:lnTo>
                  <a:lnTo>
                    <a:pt x="5359582" y="620494"/>
                  </a:lnTo>
                  <a:lnTo>
                    <a:pt x="5359582" y="620064"/>
                  </a:lnTo>
                  <a:lnTo>
                    <a:pt x="5359740" y="620064"/>
                  </a:lnTo>
                  <a:lnTo>
                    <a:pt x="5359897" y="620064"/>
                  </a:lnTo>
                  <a:lnTo>
                    <a:pt x="5359897" y="619633"/>
                  </a:lnTo>
                  <a:lnTo>
                    <a:pt x="5360055" y="619633"/>
                  </a:lnTo>
                  <a:lnTo>
                    <a:pt x="5360213" y="619633"/>
                  </a:lnTo>
                  <a:lnTo>
                    <a:pt x="5360371" y="619633"/>
                  </a:lnTo>
                  <a:lnTo>
                    <a:pt x="5360528" y="619633"/>
                  </a:lnTo>
                  <a:lnTo>
                    <a:pt x="5360686" y="619633"/>
                  </a:lnTo>
                  <a:lnTo>
                    <a:pt x="5360844" y="619633"/>
                  </a:lnTo>
                  <a:lnTo>
                    <a:pt x="5361001" y="619633"/>
                  </a:lnTo>
                  <a:lnTo>
                    <a:pt x="5361159" y="619633"/>
                  </a:lnTo>
                  <a:lnTo>
                    <a:pt x="5361317" y="619633"/>
                  </a:lnTo>
                  <a:lnTo>
                    <a:pt x="5361475" y="619633"/>
                  </a:lnTo>
                  <a:lnTo>
                    <a:pt x="5361632" y="619633"/>
                  </a:lnTo>
                  <a:lnTo>
                    <a:pt x="5361790" y="619633"/>
                  </a:lnTo>
                  <a:lnTo>
                    <a:pt x="5361790" y="619202"/>
                  </a:lnTo>
                  <a:lnTo>
                    <a:pt x="5361790" y="618772"/>
                  </a:lnTo>
                  <a:lnTo>
                    <a:pt x="5361948" y="618772"/>
                  </a:lnTo>
                  <a:lnTo>
                    <a:pt x="5362106" y="618772"/>
                  </a:lnTo>
                  <a:lnTo>
                    <a:pt x="5362263" y="618772"/>
                  </a:lnTo>
                  <a:lnTo>
                    <a:pt x="5362421" y="618772"/>
                  </a:lnTo>
                  <a:lnTo>
                    <a:pt x="5362579" y="618772"/>
                  </a:lnTo>
                  <a:lnTo>
                    <a:pt x="5362736" y="618772"/>
                  </a:lnTo>
                  <a:lnTo>
                    <a:pt x="5362894" y="618772"/>
                  </a:lnTo>
                  <a:lnTo>
                    <a:pt x="5363052" y="618772"/>
                  </a:lnTo>
                  <a:lnTo>
                    <a:pt x="5363210" y="618772"/>
                  </a:lnTo>
                  <a:lnTo>
                    <a:pt x="5363367" y="618772"/>
                  </a:lnTo>
                  <a:lnTo>
                    <a:pt x="5363525" y="618772"/>
                  </a:lnTo>
                  <a:lnTo>
                    <a:pt x="5363525" y="618341"/>
                  </a:lnTo>
                  <a:lnTo>
                    <a:pt x="5363683" y="618341"/>
                  </a:lnTo>
                  <a:lnTo>
                    <a:pt x="5363840" y="618341"/>
                  </a:lnTo>
                  <a:lnTo>
                    <a:pt x="5363840" y="617911"/>
                  </a:lnTo>
                  <a:lnTo>
                    <a:pt x="5363998" y="617911"/>
                  </a:lnTo>
                  <a:lnTo>
                    <a:pt x="5364156" y="617911"/>
                  </a:lnTo>
                  <a:lnTo>
                    <a:pt x="5364156" y="617480"/>
                  </a:lnTo>
                  <a:lnTo>
                    <a:pt x="5364314" y="617480"/>
                  </a:lnTo>
                  <a:lnTo>
                    <a:pt x="5364471" y="617480"/>
                  </a:lnTo>
                  <a:lnTo>
                    <a:pt x="5364629" y="617480"/>
                  </a:lnTo>
                  <a:lnTo>
                    <a:pt x="5364787" y="617480"/>
                  </a:lnTo>
                  <a:lnTo>
                    <a:pt x="5364787" y="617049"/>
                  </a:lnTo>
                  <a:lnTo>
                    <a:pt x="5364944" y="617049"/>
                  </a:lnTo>
                  <a:lnTo>
                    <a:pt x="5364944" y="616619"/>
                  </a:lnTo>
                  <a:lnTo>
                    <a:pt x="5365102" y="616619"/>
                  </a:lnTo>
                  <a:lnTo>
                    <a:pt x="5365260" y="616619"/>
                  </a:lnTo>
                  <a:lnTo>
                    <a:pt x="5365418" y="616619"/>
                  </a:lnTo>
                  <a:lnTo>
                    <a:pt x="5365418" y="616188"/>
                  </a:lnTo>
                  <a:lnTo>
                    <a:pt x="5365575" y="616188"/>
                  </a:lnTo>
                  <a:lnTo>
                    <a:pt x="5365733" y="616188"/>
                  </a:lnTo>
                  <a:lnTo>
                    <a:pt x="5365891" y="616188"/>
                  </a:lnTo>
                  <a:lnTo>
                    <a:pt x="5366048" y="616188"/>
                  </a:lnTo>
                  <a:lnTo>
                    <a:pt x="5366048" y="615758"/>
                  </a:lnTo>
                  <a:lnTo>
                    <a:pt x="5366206" y="615758"/>
                  </a:lnTo>
                  <a:lnTo>
                    <a:pt x="5366364" y="615758"/>
                  </a:lnTo>
                  <a:lnTo>
                    <a:pt x="5366522" y="615758"/>
                  </a:lnTo>
                  <a:lnTo>
                    <a:pt x="5366679" y="615758"/>
                  </a:lnTo>
                  <a:lnTo>
                    <a:pt x="5366837" y="615758"/>
                  </a:lnTo>
                  <a:lnTo>
                    <a:pt x="5366995" y="615758"/>
                  </a:lnTo>
                  <a:lnTo>
                    <a:pt x="5367153" y="615758"/>
                  </a:lnTo>
                  <a:lnTo>
                    <a:pt x="5367310" y="615758"/>
                  </a:lnTo>
                  <a:lnTo>
                    <a:pt x="5367468" y="615758"/>
                  </a:lnTo>
                  <a:lnTo>
                    <a:pt x="5367468" y="615327"/>
                  </a:lnTo>
                  <a:lnTo>
                    <a:pt x="5367626" y="615327"/>
                  </a:lnTo>
                  <a:lnTo>
                    <a:pt x="5367783" y="615327"/>
                  </a:lnTo>
                  <a:lnTo>
                    <a:pt x="5367941" y="615327"/>
                  </a:lnTo>
                  <a:lnTo>
                    <a:pt x="5368099" y="615327"/>
                  </a:lnTo>
                  <a:lnTo>
                    <a:pt x="5368257" y="615327"/>
                  </a:lnTo>
                  <a:lnTo>
                    <a:pt x="5368414" y="615327"/>
                  </a:lnTo>
                  <a:lnTo>
                    <a:pt x="5368572" y="615327"/>
                  </a:lnTo>
                  <a:lnTo>
                    <a:pt x="5368730" y="615327"/>
                  </a:lnTo>
                  <a:lnTo>
                    <a:pt x="5368887" y="615327"/>
                  </a:lnTo>
                  <a:lnTo>
                    <a:pt x="5369045" y="615327"/>
                  </a:lnTo>
                  <a:lnTo>
                    <a:pt x="5369203" y="615327"/>
                  </a:lnTo>
                  <a:lnTo>
                    <a:pt x="5369361" y="615327"/>
                  </a:lnTo>
                  <a:lnTo>
                    <a:pt x="5369518" y="615327"/>
                  </a:lnTo>
                  <a:lnTo>
                    <a:pt x="5369676" y="615327"/>
                  </a:lnTo>
                  <a:lnTo>
                    <a:pt x="5369834" y="615327"/>
                  </a:lnTo>
                  <a:lnTo>
                    <a:pt x="5369991" y="615327"/>
                  </a:lnTo>
                  <a:lnTo>
                    <a:pt x="5370149" y="615327"/>
                  </a:lnTo>
                  <a:lnTo>
                    <a:pt x="5370307" y="615327"/>
                  </a:lnTo>
                  <a:lnTo>
                    <a:pt x="5370465" y="615327"/>
                  </a:lnTo>
                  <a:lnTo>
                    <a:pt x="5370622" y="615327"/>
                  </a:lnTo>
                  <a:lnTo>
                    <a:pt x="5370780" y="615327"/>
                  </a:lnTo>
                  <a:lnTo>
                    <a:pt x="5370780" y="614896"/>
                  </a:lnTo>
                  <a:lnTo>
                    <a:pt x="5370938" y="614896"/>
                  </a:lnTo>
                  <a:lnTo>
                    <a:pt x="5371095" y="614896"/>
                  </a:lnTo>
                  <a:lnTo>
                    <a:pt x="5371095" y="614466"/>
                  </a:lnTo>
                  <a:lnTo>
                    <a:pt x="5371253" y="614466"/>
                  </a:lnTo>
                  <a:lnTo>
                    <a:pt x="5371411" y="614466"/>
                  </a:lnTo>
                  <a:lnTo>
                    <a:pt x="5371569" y="614466"/>
                  </a:lnTo>
                  <a:lnTo>
                    <a:pt x="5371726" y="614466"/>
                  </a:lnTo>
                  <a:lnTo>
                    <a:pt x="5371884" y="614466"/>
                  </a:lnTo>
                  <a:lnTo>
                    <a:pt x="5372042" y="614466"/>
                  </a:lnTo>
                  <a:lnTo>
                    <a:pt x="5372199" y="614466"/>
                  </a:lnTo>
                  <a:lnTo>
                    <a:pt x="5372357" y="614466"/>
                  </a:lnTo>
                  <a:lnTo>
                    <a:pt x="5372515" y="614466"/>
                  </a:lnTo>
                  <a:lnTo>
                    <a:pt x="5372673" y="614466"/>
                  </a:lnTo>
                  <a:lnTo>
                    <a:pt x="5372830" y="614466"/>
                  </a:lnTo>
                  <a:lnTo>
                    <a:pt x="5372988" y="614466"/>
                  </a:lnTo>
                  <a:lnTo>
                    <a:pt x="5373146" y="614466"/>
                  </a:lnTo>
                  <a:lnTo>
                    <a:pt x="5373304" y="614466"/>
                  </a:lnTo>
                  <a:lnTo>
                    <a:pt x="5373304" y="614035"/>
                  </a:lnTo>
                  <a:lnTo>
                    <a:pt x="5373461" y="614035"/>
                  </a:lnTo>
                  <a:lnTo>
                    <a:pt x="5373619" y="614035"/>
                  </a:lnTo>
                  <a:lnTo>
                    <a:pt x="5373777" y="614035"/>
                  </a:lnTo>
                  <a:lnTo>
                    <a:pt x="5373934" y="614035"/>
                  </a:lnTo>
                  <a:lnTo>
                    <a:pt x="5374092" y="614035"/>
                  </a:lnTo>
                  <a:lnTo>
                    <a:pt x="5374250" y="614035"/>
                  </a:lnTo>
                  <a:lnTo>
                    <a:pt x="5374408" y="614035"/>
                  </a:lnTo>
                  <a:lnTo>
                    <a:pt x="5374408" y="613605"/>
                  </a:lnTo>
                  <a:lnTo>
                    <a:pt x="5374565" y="613605"/>
                  </a:lnTo>
                  <a:lnTo>
                    <a:pt x="5374565" y="613174"/>
                  </a:lnTo>
                  <a:lnTo>
                    <a:pt x="5374723" y="613174"/>
                  </a:lnTo>
                  <a:lnTo>
                    <a:pt x="5374881" y="613174"/>
                  </a:lnTo>
                  <a:lnTo>
                    <a:pt x="5375038" y="613174"/>
                  </a:lnTo>
                  <a:lnTo>
                    <a:pt x="5375196" y="613174"/>
                  </a:lnTo>
                  <a:lnTo>
                    <a:pt x="5375354" y="613174"/>
                  </a:lnTo>
                  <a:lnTo>
                    <a:pt x="5375512" y="613174"/>
                  </a:lnTo>
                  <a:lnTo>
                    <a:pt x="5375669" y="613174"/>
                  </a:lnTo>
                  <a:lnTo>
                    <a:pt x="5375827" y="613174"/>
                  </a:lnTo>
                  <a:lnTo>
                    <a:pt x="5375985" y="613174"/>
                  </a:lnTo>
                  <a:lnTo>
                    <a:pt x="5376142" y="613174"/>
                  </a:lnTo>
                  <a:lnTo>
                    <a:pt x="5376300" y="613174"/>
                  </a:lnTo>
                  <a:lnTo>
                    <a:pt x="5376458" y="613174"/>
                  </a:lnTo>
                  <a:lnTo>
                    <a:pt x="5376616" y="613174"/>
                  </a:lnTo>
                  <a:lnTo>
                    <a:pt x="5376773" y="613174"/>
                  </a:lnTo>
                  <a:lnTo>
                    <a:pt x="5376931" y="613174"/>
                  </a:lnTo>
                  <a:lnTo>
                    <a:pt x="5377089" y="613174"/>
                  </a:lnTo>
                  <a:lnTo>
                    <a:pt x="5377089" y="612743"/>
                  </a:lnTo>
                  <a:lnTo>
                    <a:pt x="5377246" y="612743"/>
                  </a:lnTo>
                  <a:lnTo>
                    <a:pt x="5377404" y="612743"/>
                  </a:lnTo>
                  <a:lnTo>
                    <a:pt x="5377562" y="612743"/>
                  </a:lnTo>
                  <a:lnTo>
                    <a:pt x="5377720" y="612743"/>
                  </a:lnTo>
                  <a:lnTo>
                    <a:pt x="5377877" y="612743"/>
                  </a:lnTo>
                  <a:lnTo>
                    <a:pt x="5378035" y="612743"/>
                  </a:lnTo>
                  <a:lnTo>
                    <a:pt x="5378193" y="612743"/>
                  </a:lnTo>
                  <a:lnTo>
                    <a:pt x="5378351" y="612743"/>
                  </a:lnTo>
                  <a:lnTo>
                    <a:pt x="5378508" y="612743"/>
                  </a:lnTo>
                  <a:lnTo>
                    <a:pt x="5378666" y="612743"/>
                  </a:lnTo>
                  <a:lnTo>
                    <a:pt x="5378824" y="612743"/>
                  </a:lnTo>
                  <a:lnTo>
                    <a:pt x="5378981" y="612743"/>
                  </a:lnTo>
                  <a:lnTo>
                    <a:pt x="5378981" y="612313"/>
                  </a:lnTo>
                  <a:lnTo>
                    <a:pt x="5379139" y="612313"/>
                  </a:lnTo>
                  <a:lnTo>
                    <a:pt x="5379297" y="612313"/>
                  </a:lnTo>
                  <a:lnTo>
                    <a:pt x="5379455" y="612313"/>
                  </a:lnTo>
                  <a:lnTo>
                    <a:pt x="5379612" y="612313"/>
                  </a:lnTo>
                  <a:lnTo>
                    <a:pt x="5379770" y="612313"/>
                  </a:lnTo>
                  <a:lnTo>
                    <a:pt x="5379928" y="612313"/>
                  </a:lnTo>
                  <a:lnTo>
                    <a:pt x="5380085" y="612313"/>
                  </a:lnTo>
                  <a:lnTo>
                    <a:pt x="5380243" y="612313"/>
                  </a:lnTo>
                  <a:lnTo>
                    <a:pt x="5380401" y="612313"/>
                  </a:lnTo>
                  <a:lnTo>
                    <a:pt x="5380559" y="612313"/>
                  </a:lnTo>
                  <a:lnTo>
                    <a:pt x="5380716" y="612313"/>
                  </a:lnTo>
                  <a:lnTo>
                    <a:pt x="5380874" y="612313"/>
                  </a:lnTo>
                  <a:lnTo>
                    <a:pt x="5381032" y="612313"/>
                  </a:lnTo>
                  <a:lnTo>
                    <a:pt x="5381189" y="612313"/>
                  </a:lnTo>
                  <a:lnTo>
                    <a:pt x="5381189" y="611882"/>
                  </a:lnTo>
                  <a:lnTo>
                    <a:pt x="5381347" y="611882"/>
                  </a:lnTo>
                  <a:lnTo>
                    <a:pt x="5381505" y="611882"/>
                  </a:lnTo>
                  <a:lnTo>
                    <a:pt x="5381663" y="611882"/>
                  </a:lnTo>
                  <a:lnTo>
                    <a:pt x="5381820" y="611882"/>
                  </a:lnTo>
                  <a:lnTo>
                    <a:pt x="5381978" y="611882"/>
                  </a:lnTo>
                  <a:lnTo>
                    <a:pt x="5382136" y="611882"/>
                  </a:lnTo>
                  <a:lnTo>
                    <a:pt x="5382293" y="611882"/>
                  </a:lnTo>
                  <a:lnTo>
                    <a:pt x="5382451" y="611882"/>
                  </a:lnTo>
                  <a:lnTo>
                    <a:pt x="5382609" y="611882"/>
                  </a:lnTo>
                  <a:lnTo>
                    <a:pt x="5382767" y="611882"/>
                  </a:lnTo>
                  <a:lnTo>
                    <a:pt x="5382924" y="611882"/>
                  </a:lnTo>
                  <a:lnTo>
                    <a:pt x="5382924" y="611452"/>
                  </a:lnTo>
                  <a:lnTo>
                    <a:pt x="5383082" y="611452"/>
                  </a:lnTo>
                  <a:lnTo>
                    <a:pt x="5383240" y="611452"/>
                  </a:lnTo>
                  <a:lnTo>
                    <a:pt x="5383397" y="611452"/>
                  </a:lnTo>
                  <a:lnTo>
                    <a:pt x="5383397" y="611021"/>
                  </a:lnTo>
                  <a:lnTo>
                    <a:pt x="5383555" y="611021"/>
                  </a:lnTo>
                  <a:lnTo>
                    <a:pt x="5383713" y="611021"/>
                  </a:lnTo>
                  <a:lnTo>
                    <a:pt x="5383871" y="611021"/>
                  </a:lnTo>
                  <a:lnTo>
                    <a:pt x="5384028" y="611021"/>
                  </a:lnTo>
                  <a:lnTo>
                    <a:pt x="5384186" y="611021"/>
                  </a:lnTo>
                  <a:lnTo>
                    <a:pt x="5384344" y="611021"/>
                  </a:lnTo>
                  <a:lnTo>
                    <a:pt x="5384502" y="611021"/>
                  </a:lnTo>
                  <a:lnTo>
                    <a:pt x="5384659" y="611021"/>
                  </a:lnTo>
                  <a:lnTo>
                    <a:pt x="5384817" y="611021"/>
                  </a:lnTo>
                  <a:lnTo>
                    <a:pt x="5384975" y="611021"/>
                  </a:lnTo>
                  <a:lnTo>
                    <a:pt x="5385132" y="611021"/>
                  </a:lnTo>
                  <a:lnTo>
                    <a:pt x="5385290" y="611021"/>
                  </a:lnTo>
                  <a:lnTo>
                    <a:pt x="5385448" y="611021"/>
                  </a:lnTo>
                  <a:lnTo>
                    <a:pt x="5385606" y="611021"/>
                  </a:lnTo>
                  <a:lnTo>
                    <a:pt x="5385763" y="611021"/>
                  </a:lnTo>
                  <a:lnTo>
                    <a:pt x="5385921" y="611021"/>
                  </a:lnTo>
                  <a:lnTo>
                    <a:pt x="5386079" y="611021"/>
                  </a:lnTo>
                  <a:lnTo>
                    <a:pt x="5386236" y="611021"/>
                  </a:lnTo>
                  <a:lnTo>
                    <a:pt x="5386394" y="611021"/>
                  </a:lnTo>
                  <a:lnTo>
                    <a:pt x="5386552" y="611021"/>
                  </a:lnTo>
                  <a:lnTo>
                    <a:pt x="5386552" y="610590"/>
                  </a:lnTo>
                  <a:lnTo>
                    <a:pt x="5386710" y="610590"/>
                  </a:lnTo>
                  <a:lnTo>
                    <a:pt x="5386867" y="610590"/>
                  </a:lnTo>
                  <a:lnTo>
                    <a:pt x="5387025" y="610590"/>
                  </a:lnTo>
                  <a:lnTo>
                    <a:pt x="5387183" y="610590"/>
                  </a:lnTo>
                  <a:lnTo>
                    <a:pt x="5387183" y="610160"/>
                  </a:lnTo>
                  <a:lnTo>
                    <a:pt x="5387340" y="610160"/>
                  </a:lnTo>
                  <a:lnTo>
                    <a:pt x="5387498" y="610160"/>
                  </a:lnTo>
                  <a:lnTo>
                    <a:pt x="5387656" y="610160"/>
                  </a:lnTo>
                  <a:lnTo>
                    <a:pt x="5387814" y="610160"/>
                  </a:lnTo>
                  <a:lnTo>
                    <a:pt x="5387971" y="610160"/>
                  </a:lnTo>
                  <a:lnTo>
                    <a:pt x="5388129" y="610160"/>
                  </a:lnTo>
                  <a:lnTo>
                    <a:pt x="5388287" y="610160"/>
                  </a:lnTo>
                  <a:lnTo>
                    <a:pt x="5388444" y="610160"/>
                  </a:lnTo>
                  <a:lnTo>
                    <a:pt x="5388602" y="610160"/>
                  </a:lnTo>
                  <a:lnTo>
                    <a:pt x="5388602" y="609729"/>
                  </a:lnTo>
                  <a:lnTo>
                    <a:pt x="5388760" y="609729"/>
                  </a:lnTo>
                  <a:lnTo>
                    <a:pt x="5388918" y="609729"/>
                  </a:lnTo>
                  <a:lnTo>
                    <a:pt x="5388918" y="609299"/>
                  </a:lnTo>
                  <a:lnTo>
                    <a:pt x="5389075" y="609299"/>
                  </a:lnTo>
                  <a:lnTo>
                    <a:pt x="5389233" y="609299"/>
                  </a:lnTo>
                  <a:lnTo>
                    <a:pt x="5389233" y="608868"/>
                  </a:lnTo>
                  <a:lnTo>
                    <a:pt x="5389391" y="608868"/>
                  </a:lnTo>
                  <a:lnTo>
                    <a:pt x="5389549" y="608868"/>
                  </a:lnTo>
                  <a:lnTo>
                    <a:pt x="5389706" y="608868"/>
                  </a:lnTo>
                  <a:lnTo>
                    <a:pt x="5389864" y="608868"/>
                  </a:lnTo>
                  <a:lnTo>
                    <a:pt x="5390022" y="608868"/>
                  </a:lnTo>
                  <a:lnTo>
                    <a:pt x="5390179" y="608868"/>
                  </a:lnTo>
                  <a:lnTo>
                    <a:pt x="5390337" y="608868"/>
                  </a:lnTo>
                  <a:lnTo>
                    <a:pt x="5390495" y="608868"/>
                  </a:lnTo>
                  <a:lnTo>
                    <a:pt x="5390653" y="608868"/>
                  </a:lnTo>
                  <a:lnTo>
                    <a:pt x="5390653" y="608437"/>
                  </a:lnTo>
                  <a:lnTo>
                    <a:pt x="5390810" y="608437"/>
                  </a:lnTo>
                  <a:lnTo>
                    <a:pt x="5390968" y="608437"/>
                  </a:lnTo>
                  <a:lnTo>
                    <a:pt x="5391126" y="608437"/>
                  </a:lnTo>
                  <a:lnTo>
                    <a:pt x="5391283" y="608437"/>
                  </a:lnTo>
                  <a:lnTo>
                    <a:pt x="5391441" y="608437"/>
                  </a:lnTo>
                  <a:lnTo>
                    <a:pt x="5391441" y="608007"/>
                  </a:lnTo>
                  <a:lnTo>
                    <a:pt x="5391441" y="607576"/>
                  </a:lnTo>
                  <a:lnTo>
                    <a:pt x="5391599" y="607576"/>
                  </a:lnTo>
                  <a:lnTo>
                    <a:pt x="5391757" y="607576"/>
                  </a:lnTo>
                  <a:lnTo>
                    <a:pt x="5391914" y="607576"/>
                  </a:lnTo>
                  <a:lnTo>
                    <a:pt x="5392072" y="607576"/>
                  </a:lnTo>
                  <a:lnTo>
                    <a:pt x="5392230" y="607576"/>
                  </a:lnTo>
                  <a:lnTo>
                    <a:pt x="5392387" y="607576"/>
                  </a:lnTo>
                  <a:lnTo>
                    <a:pt x="5392545" y="607576"/>
                  </a:lnTo>
                  <a:lnTo>
                    <a:pt x="5392703" y="607576"/>
                  </a:lnTo>
                  <a:lnTo>
                    <a:pt x="5392861" y="607576"/>
                  </a:lnTo>
                  <a:lnTo>
                    <a:pt x="5393018" y="607576"/>
                  </a:lnTo>
                  <a:lnTo>
                    <a:pt x="5393176" y="607576"/>
                  </a:lnTo>
                  <a:lnTo>
                    <a:pt x="5393334" y="607576"/>
                  </a:lnTo>
                  <a:lnTo>
                    <a:pt x="5393491" y="607576"/>
                  </a:lnTo>
                  <a:lnTo>
                    <a:pt x="5393649" y="607576"/>
                  </a:lnTo>
                  <a:lnTo>
                    <a:pt x="5393807" y="607576"/>
                  </a:lnTo>
                  <a:lnTo>
                    <a:pt x="5393965" y="607576"/>
                  </a:lnTo>
                  <a:lnTo>
                    <a:pt x="5394122" y="607576"/>
                  </a:lnTo>
                  <a:lnTo>
                    <a:pt x="5394280" y="607576"/>
                  </a:lnTo>
                  <a:lnTo>
                    <a:pt x="5394280" y="607146"/>
                  </a:lnTo>
                  <a:lnTo>
                    <a:pt x="5394438" y="607146"/>
                  </a:lnTo>
                  <a:lnTo>
                    <a:pt x="5394595" y="607146"/>
                  </a:lnTo>
                  <a:lnTo>
                    <a:pt x="5394753" y="607146"/>
                  </a:lnTo>
                  <a:lnTo>
                    <a:pt x="5394911" y="607146"/>
                  </a:lnTo>
                  <a:lnTo>
                    <a:pt x="5394911" y="606715"/>
                  </a:lnTo>
                  <a:lnTo>
                    <a:pt x="5395069" y="606715"/>
                  </a:lnTo>
                  <a:lnTo>
                    <a:pt x="5395226" y="606715"/>
                  </a:lnTo>
                  <a:lnTo>
                    <a:pt x="5395384" y="606715"/>
                  </a:lnTo>
                  <a:lnTo>
                    <a:pt x="5395542" y="606715"/>
                  </a:lnTo>
                  <a:lnTo>
                    <a:pt x="5395700" y="606715"/>
                  </a:lnTo>
                  <a:lnTo>
                    <a:pt x="5395857" y="606715"/>
                  </a:lnTo>
                  <a:lnTo>
                    <a:pt x="5396015" y="606715"/>
                  </a:lnTo>
                  <a:lnTo>
                    <a:pt x="5396015" y="606284"/>
                  </a:lnTo>
                  <a:lnTo>
                    <a:pt x="5396173" y="606284"/>
                  </a:lnTo>
                  <a:lnTo>
                    <a:pt x="5396330" y="606284"/>
                  </a:lnTo>
                  <a:lnTo>
                    <a:pt x="5396488" y="606284"/>
                  </a:lnTo>
                  <a:lnTo>
                    <a:pt x="5396488" y="605854"/>
                  </a:lnTo>
                  <a:lnTo>
                    <a:pt x="5396646" y="605854"/>
                  </a:lnTo>
                  <a:lnTo>
                    <a:pt x="5396804" y="605854"/>
                  </a:lnTo>
                  <a:lnTo>
                    <a:pt x="5396961" y="605854"/>
                  </a:lnTo>
                  <a:lnTo>
                    <a:pt x="5397119" y="605854"/>
                  </a:lnTo>
                  <a:lnTo>
                    <a:pt x="5397277" y="605854"/>
                  </a:lnTo>
                  <a:lnTo>
                    <a:pt x="5397434" y="605854"/>
                  </a:lnTo>
                  <a:lnTo>
                    <a:pt x="5397592" y="605854"/>
                  </a:lnTo>
                  <a:lnTo>
                    <a:pt x="5397750" y="605854"/>
                  </a:lnTo>
                  <a:lnTo>
                    <a:pt x="5397908" y="605854"/>
                  </a:lnTo>
                  <a:lnTo>
                    <a:pt x="5398065" y="605854"/>
                  </a:lnTo>
                  <a:lnTo>
                    <a:pt x="5398223" y="605854"/>
                  </a:lnTo>
                  <a:lnTo>
                    <a:pt x="5398381" y="605854"/>
                  </a:lnTo>
                  <a:lnTo>
                    <a:pt x="5398538" y="605854"/>
                  </a:lnTo>
                  <a:lnTo>
                    <a:pt x="5398538" y="605423"/>
                  </a:lnTo>
                  <a:lnTo>
                    <a:pt x="5398696" y="605423"/>
                  </a:lnTo>
                  <a:lnTo>
                    <a:pt x="5398696" y="604993"/>
                  </a:lnTo>
                  <a:lnTo>
                    <a:pt x="5398854" y="604993"/>
                  </a:lnTo>
                  <a:lnTo>
                    <a:pt x="5398854" y="604562"/>
                  </a:lnTo>
                  <a:lnTo>
                    <a:pt x="5399012" y="604562"/>
                  </a:lnTo>
                  <a:lnTo>
                    <a:pt x="5399169" y="604562"/>
                  </a:lnTo>
                  <a:lnTo>
                    <a:pt x="5399169" y="604131"/>
                  </a:lnTo>
                  <a:lnTo>
                    <a:pt x="5399327" y="604131"/>
                  </a:lnTo>
                  <a:lnTo>
                    <a:pt x="5399485" y="604131"/>
                  </a:lnTo>
                  <a:lnTo>
                    <a:pt x="5399642" y="604131"/>
                  </a:lnTo>
                  <a:lnTo>
                    <a:pt x="5399800" y="604131"/>
                  </a:lnTo>
                  <a:lnTo>
                    <a:pt x="5399958" y="604131"/>
                  </a:lnTo>
                  <a:lnTo>
                    <a:pt x="5399958" y="603701"/>
                  </a:lnTo>
                  <a:lnTo>
                    <a:pt x="5400116" y="603701"/>
                  </a:lnTo>
                  <a:lnTo>
                    <a:pt x="5400273" y="603701"/>
                  </a:lnTo>
                  <a:lnTo>
                    <a:pt x="5400431" y="603701"/>
                  </a:lnTo>
                  <a:lnTo>
                    <a:pt x="5400589" y="603701"/>
                  </a:lnTo>
                  <a:lnTo>
                    <a:pt x="5400747" y="603701"/>
                  </a:lnTo>
                  <a:lnTo>
                    <a:pt x="5400904" y="603701"/>
                  </a:lnTo>
                  <a:lnTo>
                    <a:pt x="5401062" y="603701"/>
                  </a:lnTo>
                  <a:lnTo>
                    <a:pt x="5401220" y="603701"/>
                  </a:lnTo>
                  <a:lnTo>
                    <a:pt x="5401377" y="603701"/>
                  </a:lnTo>
                  <a:lnTo>
                    <a:pt x="5401377" y="603270"/>
                  </a:lnTo>
                  <a:lnTo>
                    <a:pt x="5401377" y="602840"/>
                  </a:lnTo>
                  <a:lnTo>
                    <a:pt x="5401535" y="602840"/>
                  </a:lnTo>
                  <a:lnTo>
                    <a:pt x="5401693" y="602840"/>
                  </a:lnTo>
                  <a:lnTo>
                    <a:pt x="5401851" y="602840"/>
                  </a:lnTo>
                  <a:lnTo>
                    <a:pt x="5402008" y="602840"/>
                  </a:lnTo>
                  <a:lnTo>
                    <a:pt x="5402166" y="602840"/>
                  </a:lnTo>
                  <a:lnTo>
                    <a:pt x="5402324" y="602840"/>
                  </a:lnTo>
                  <a:lnTo>
                    <a:pt x="5402481" y="602840"/>
                  </a:lnTo>
                  <a:lnTo>
                    <a:pt x="5402639" y="602840"/>
                  </a:lnTo>
                  <a:lnTo>
                    <a:pt x="5402797" y="602840"/>
                  </a:lnTo>
                  <a:lnTo>
                    <a:pt x="5402955" y="602840"/>
                  </a:lnTo>
                  <a:lnTo>
                    <a:pt x="5403112" y="602840"/>
                  </a:lnTo>
                  <a:lnTo>
                    <a:pt x="5403270" y="602840"/>
                  </a:lnTo>
                  <a:lnTo>
                    <a:pt x="5403270" y="602409"/>
                  </a:lnTo>
                  <a:lnTo>
                    <a:pt x="5403428" y="602409"/>
                  </a:lnTo>
                  <a:lnTo>
                    <a:pt x="5403428" y="601978"/>
                  </a:lnTo>
                  <a:lnTo>
                    <a:pt x="5403585" y="601978"/>
                  </a:lnTo>
                  <a:lnTo>
                    <a:pt x="5403743" y="601978"/>
                  </a:lnTo>
                  <a:lnTo>
                    <a:pt x="5403901" y="601978"/>
                  </a:lnTo>
                  <a:lnTo>
                    <a:pt x="5404059" y="601978"/>
                  </a:lnTo>
                  <a:lnTo>
                    <a:pt x="5404216" y="601978"/>
                  </a:lnTo>
                  <a:lnTo>
                    <a:pt x="5404374" y="601978"/>
                  </a:lnTo>
                  <a:lnTo>
                    <a:pt x="5404532" y="601978"/>
                  </a:lnTo>
                  <a:lnTo>
                    <a:pt x="5404532" y="601548"/>
                  </a:lnTo>
                  <a:lnTo>
                    <a:pt x="5404689" y="601548"/>
                  </a:lnTo>
                  <a:lnTo>
                    <a:pt x="5404689" y="601117"/>
                  </a:lnTo>
                  <a:lnTo>
                    <a:pt x="5404689" y="600687"/>
                  </a:lnTo>
                  <a:lnTo>
                    <a:pt x="5404847" y="600687"/>
                  </a:lnTo>
                  <a:lnTo>
                    <a:pt x="5405005" y="600687"/>
                  </a:lnTo>
                  <a:lnTo>
                    <a:pt x="5405163" y="600687"/>
                  </a:lnTo>
                  <a:lnTo>
                    <a:pt x="5405320" y="600687"/>
                  </a:lnTo>
                  <a:lnTo>
                    <a:pt x="5405478" y="600687"/>
                  </a:lnTo>
                  <a:lnTo>
                    <a:pt x="5405636" y="600687"/>
                  </a:lnTo>
                  <a:lnTo>
                    <a:pt x="5405793" y="600687"/>
                  </a:lnTo>
                  <a:lnTo>
                    <a:pt x="5405951" y="600687"/>
                  </a:lnTo>
                  <a:lnTo>
                    <a:pt x="5405951" y="600256"/>
                  </a:lnTo>
                  <a:lnTo>
                    <a:pt x="5406109" y="600256"/>
                  </a:lnTo>
                  <a:lnTo>
                    <a:pt x="5406267" y="600256"/>
                  </a:lnTo>
                  <a:lnTo>
                    <a:pt x="5406424" y="600256"/>
                  </a:lnTo>
                  <a:lnTo>
                    <a:pt x="5406424" y="599825"/>
                  </a:lnTo>
                  <a:lnTo>
                    <a:pt x="5406582" y="599825"/>
                  </a:lnTo>
                  <a:lnTo>
                    <a:pt x="5406740" y="599825"/>
                  </a:lnTo>
                  <a:lnTo>
                    <a:pt x="5406898" y="599825"/>
                  </a:lnTo>
                  <a:lnTo>
                    <a:pt x="5407055" y="599825"/>
                  </a:lnTo>
                  <a:lnTo>
                    <a:pt x="5407213" y="599825"/>
                  </a:lnTo>
                  <a:lnTo>
                    <a:pt x="5407371" y="599825"/>
                  </a:lnTo>
                  <a:lnTo>
                    <a:pt x="5407528" y="599825"/>
                  </a:lnTo>
                  <a:lnTo>
                    <a:pt x="5407686" y="599825"/>
                  </a:lnTo>
                  <a:lnTo>
                    <a:pt x="5407844" y="599825"/>
                  </a:lnTo>
                  <a:lnTo>
                    <a:pt x="5408002" y="599825"/>
                  </a:lnTo>
                  <a:lnTo>
                    <a:pt x="5408159" y="599825"/>
                  </a:lnTo>
                  <a:lnTo>
                    <a:pt x="5408317" y="599825"/>
                  </a:lnTo>
                  <a:lnTo>
                    <a:pt x="5408475" y="599825"/>
                  </a:lnTo>
                  <a:lnTo>
                    <a:pt x="5408632" y="599825"/>
                  </a:lnTo>
                  <a:lnTo>
                    <a:pt x="5408790" y="599825"/>
                  </a:lnTo>
                  <a:lnTo>
                    <a:pt x="5408790" y="599395"/>
                  </a:lnTo>
                  <a:lnTo>
                    <a:pt x="5408948" y="599395"/>
                  </a:lnTo>
                  <a:lnTo>
                    <a:pt x="5409106" y="599395"/>
                  </a:lnTo>
                  <a:lnTo>
                    <a:pt x="5409263" y="599395"/>
                  </a:lnTo>
                  <a:lnTo>
                    <a:pt x="5409421" y="599395"/>
                  </a:lnTo>
                  <a:lnTo>
                    <a:pt x="5409579" y="599395"/>
                  </a:lnTo>
                  <a:lnTo>
                    <a:pt x="5409736" y="599395"/>
                  </a:lnTo>
                  <a:lnTo>
                    <a:pt x="5409894" y="599395"/>
                  </a:lnTo>
                  <a:lnTo>
                    <a:pt x="5410052" y="599395"/>
                  </a:lnTo>
                  <a:lnTo>
                    <a:pt x="5410210" y="599395"/>
                  </a:lnTo>
                  <a:lnTo>
                    <a:pt x="5410367" y="599395"/>
                  </a:lnTo>
                  <a:lnTo>
                    <a:pt x="5410525" y="599395"/>
                  </a:lnTo>
                  <a:lnTo>
                    <a:pt x="5410683" y="599395"/>
                  </a:lnTo>
                  <a:lnTo>
                    <a:pt x="5410840" y="599395"/>
                  </a:lnTo>
                  <a:lnTo>
                    <a:pt x="5410998" y="599395"/>
                  </a:lnTo>
                  <a:lnTo>
                    <a:pt x="5411156" y="599395"/>
                  </a:lnTo>
                  <a:lnTo>
                    <a:pt x="5411156" y="598964"/>
                  </a:lnTo>
                  <a:lnTo>
                    <a:pt x="5411314" y="598964"/>
                  </a:lnTo>
                  <a:lnTo>
                    <a:pt x="5411471" y="598964"/>
                  </a:lnTo>
                  <a:lnTo>
                    <a:pt x="5411629" y="598964"/>
                  </a:lnTo>
                  <a:lnTo>
                    <a:pt x="5411787" y="598964"/>
                  </a:lnTo>
                  <a:lnTo>
                    <a:pt x="5411944" y="598964"/>
                  </a:lnTo>
                  <a:lnTo>
                    <a:pt x="5412102" y="598964"/>
                  </a:lnTo>
                  <a:lnTo>
                    <a:pt x="5412260" y="598964"/>
                  </a:lnTo>
                  <a:lnTo>
                    <a:pt x="5412418" y="598964"/>
                  </a:lnTo>
                  <a:lnTo>
                    <a:pt x="5412575" y="598964"/>
                  </a:lnTo>
                  <a:lnTo>
                    <a:pt x="5412733" y="598964"/>
                  </a:lnTo>
                  <a:lnTo>
                    <a:pt x="5412891" y="598964"/>
                  </a:lnTo>
                  <a:lnTo>
                    <a:pt x="5413049" y="598964"/>
                  </a:lnTo>
                  <a:lnTo>
                    <a:pt x="5413206" y="598964"/>
                  </a:lnTo>
                  <a:lnTo>
                    <a:pt x="5413364" y="598964"/>
                  </a:lnTo>
                  <a:lnTo>
                    <a:pt x="5413364" y="598534"/>
                  </a:lnTo>
                  <a:lnTo>
                    <a:pt x="5413522" y="598534"/>
                  </a:lnTo>
                  <a:lnTo>
                    <a:pt x="5413679" y="598534"/>
                  </a:lnTo>
                  <a:lnTo>
                    <a:pt x="5413679" y="598103"/>
                  </a:lnTo>
                  <a:lnTo>
                    <a:pt x="5413837" y="598103"/>
                  </a:lnTo>
                  <a:lnTo>
                    <a:pt x="5413995" y="598103"/>
                  </a:lnTo>
                  <a:lnTo>
                    <a:pt x="5414153" y="598103"/>
                  </a:lnTo>
                  <a:lnTo>
                    <a:pt x="5414310" y="598103"/>
                  </a:lnTo>
                  <a:lnTo>
                    <a:pt x="5414468" y="598103"/>
                  </a:lnTo>
                  <a:lnTo>
                    <a:pt x="5414626" y="598103"/>
                  </a:lnTo>
                  <a:lnTo>
                    <a:pt x="5414783" y="598103"/>
                  </a:lnTo>
                  <a:lnTo>
                    <a:pt x="5414941" y="598103"/>
                  </a:lnTo>
                  <a:lnTo>
                    <a:pt x="5415099" y="598103"/>
                  </a:lnTo>
                  <a:lnTo>
                    <a:pt x="5415257" y="598103"/>
                  </a:lnTo>
                  <a:lnTo>
                    <a:pt x="5415414" y="598103"/>
                  </a:lnTo>
                  <a:lnTo>
                    <a:pt x="5415572" y="598103"/>
                  </a:lnTo>
                  <a:lnTo>
                    <a:pt x="5415730" y="598103"/>
                  </a:lnTo>
                  <a:lnTo>
                    <a:pt x="5415887" y="598103"/>
                  </a:lnTo>
                  <a:lnTo>
                    <a:pt x="5416045" y="598103"/>
                  </a:lnTo>
                  <a:lnTo>
                    <a:pt x="5416203" y="598103"/>
                  </a:lnTo>
                  <a:lnTo>
                    <a:pt x="5416361" y="598103"/>
                  </a:lnTo>
                  <a:lnTo>
                    <a:pt x="5416518" y="598103"/>
                  </a:lnTo>
                  <a:lnTo>
                    <a:pt x="5416676" y="598103"/>
                  </a:lnTo>
                  <a:lnTo>
                    <a:pt x="5416834" y="598103"/>
                  </a:lnTo>
                  <a:lnTo>
                    <a:pt x="5416991" y="598103"/>
                  </a:lnTo>
                  <a:lnTo>
                    <a:pt x="5417149" y="598103"/>
                  </a:lnTo>
                  <a:lnTo>
                    <a:pt x="5417149" y="597672"/>
                  </a:lnTo>
                  <a:lnTo>
                    <a:pt x="5417149" y="597242"/>
                  </a:lnTo>
                  <a:lnTo>
                    <a:pt x="5417307" y="597242"/>
                  </a:lnTo>
                  <a:lnTo>
                    <a:pt x="5417307" y="596811"/>
                  </a:lnTo>
                  <a:lnTo>
                    <a:pt x="5417465" y="596811"/>
                  </a:lnTo>
                  <a:lnTo>
                    <a:pt x="5417622" y="596811"/>
                  </a:lnTo>
                  <a:lnTo>
                    <a:pt x="5417622" y="596381"/>
                  </a:lnTo>
                  <a:lnTo>
                    <a:pt x="5417780" y="596381"/>
                  </a:lnTo>
                  <a:lnTo>
                    <a:pt x="5417938" y="596381"/>
                  </a:lnTo>
                  <a:lnTo>
                    <a:pt x="5418096" y="596381"/>
                  </a:lnTo>
                  <a:lnTo>
                    <a:pt x="5418253" y="596381"/>
                  </a:lnTo>
                  <a:lnTo>
                    <a:pt x="5418411" y="596381"/>
                  </a:lnTo>
                  <a:lnTo>
                    <a:pt x="5418569" y="596381"/>
                  </a:lnTo>
                  <a:lnTo>
                    <a:pt x="5418726" y="596381"/>
                  </a:lnTo>
                  <a:lnTo>
                    <a:pt x="5418726" y="595950"/>
                  </a:lnTo>
                  <a:lnTo>
                    <a:pt x="5418884" y="595950"/>
                  </a:lnTo>
                  <a:lnTo>
                    <a:pt x="5419042" y="595950"/>
                  </a:lnTo>
                  <a:lnTo>
                    <a:pt x="5419200" y="595950"/>
                  </a:lnTo>
                  <a:lnTo>
                    <a:pt x="5419357" y="595950"/>
                  </a:lnTo>
                  <a:lnTo>
                    <a:pt x="5419515" y="595950"/>
                  </a:lnTo>
                  <a:lnTo>
                    <a:pt x="5419673" y="595950"/>
                  </a:lnTo>
                  <a:lnTo>
                    <a:pt x="5419830" y="595950"/>
                  </a:lnTo>
                  <a:lnTo>
                    <a:pt x="5419988" y="595950"/>
                  </a:lnTo>
                  <a:lnTo>
                    <a:pt x="5420146" y="595950"/>
                  </a:lnTo>
                  <a:lnTo>
                    <a:pt x="5420304" y="595950"/>
                  </a:lnTo>
                  <a:lnTo>
                    <a:pt x="5420461" y="595950"/>
                  </a:lnTo>
                  <a:lnTo>
                    <a:pt x="5420619" y="595950"/>
                  </a:lnTo>
                  <a:lnTo>
                    <a:pt x="5420619" y="595519"/>
                  </a:lnTo>
                  <a:lnTo>
                    <a:pt x="5420777" y="595519"/>
                  </a:lnTo>
                  <a:lnTo>
                    <a:pt x="5420934" y="595519"/>
                  </a:lnTo>
                  <a:lnTo>
                    <a:pt x="5421092" y="595519"/>
                  </a:lnTo>
                  <a:lnTo>
                    <a:pt x="5421092" y="595089"/>
                  </a:lnTo>
                  <a:lnTo>
                    <a:pt x="5421250" y="595089"/>
                  </a:lnTo>
                  <a:lnTo>
                    <a:pt x="5421408" y="595089"/>
                  </a:lnTo>
                  <a:lnTo>
                    <a:pt x="5421565" y="595089"/>
                  </a:lnTo>
                  <a:lnTo>
                    <a:pt x="5421723" y="595089"/>
                  </a:lnTo>
                  <a:lnTo>
                    <a:pt x="5421881" y="595089"/>
                  </a:lnTo>
                  <a:lnTo>
                    <a:pt x="5422038" y="595089"/>
                  </a:lnTo>
                  <a:lnTo>
                    <a:pt x="5422196" y="595089"/>
                  </a:lnTo>
                  <a:lnTo>
                    <a:pt x="5422354" y="595089"/>
                  </a:lnTo>
                  <a:lnTo>
                    <a:pt x="5422512" y="595089"/>
                  </a:lnTo>
                  <a:lnTo>
                    <a:pt x="5422669" y="595089"/>
                  </a:lnTo>
                  <a:lnTo>
                    <a:pt x="5422827" y="595089"/>
                  </a:lnTo>
                  <a:lnTo>
                    <a:pt x="5422985" y="595089"/>
                  </a:lnTo>
                  <a:lnTo>
                    <a:pt x="5423142" y="595089"/>
                  </a:lnTo>
                  <a:lnTo>
                    <a:pt x="5423300" y="595089"/>
                  </a:lnTo>
                  <a:lnTo>
                    <a:pt x="5423458" y="595089"/>
                  </a:lnTo>
                  <a:lnTo>
                    <a:pt x="5423458" y="594658"/>
                  </a:lnTo>
                  <a:lnTo>
                    <a:pt x="5423616" y="594658"/>
                  </a:lnTo>
                  <a:lnTo>
                    <a:pt x="5423773" y="594658"/>
                  </a:lnTo>
                  <a:lnTo>
                    <a:pt x="5423931" y="594658"/>
                  </a:lnTo>
                  <a:lnTo>
                    <a:pt x="5424089" y="594658"/>
                  </a:lnTo>
                  <a:lnTo>
                    <a:pt x="5424247" y="594658"/>
                  </a:lnTo>
                  <a:lnTo>
                    <a:pt x="5424404" y="594658"/>
                  </a:lnTo>
                  <a:lnTo>
                    <a:pt x="5424562" y="594658"/>
                  </a:lnTo>
                  <a:lnTo>
                    <a:pt x="5424720" y="594658"/>
                  </a:lnTo>
                  <a:lnTo>
                    <a:pt x="5424720" y="594228"/>
                  </a:lnTo>
                  <a:lnTo>
                    <a:pt x="5424877" y="594228"/>
                  </a:lnTo>
                  <a:lnTo>
                    <a:pt x="5424877" y="593797"/>
                  </a:lnTo>
                  <a:lnTo>
                    <a:pt x="5425035" y="593797"/>
                  </a:lnTo>
                  <a:lnTo>
                    <a:pt x="5425193" y="593797"/>
                  </a:lnTo>
                  <a:lnTo>
                    <a:pt x="5425351" y="593797"/>
                  </a:lnTo>
                  <a:lnTo>
                    <a:pt x="5425351" y="593366"/>
                  </a:lnTo>
                  <a:lnTo>
                    <a:pt x="5425508" y="593366"/>
                  </a:lnTo>
                  <a:lnTo>
                    <a:pt x="5425666" y="593366"/>
                  </a:lnTo>
                  <a:lnTo>
                    <a:pt x="5425824" y="593366"/>
                  </a:lnTo>
                  <a:lnTo>
                    <a:pt x="5425981" y="593366"/>
                  </a:lnTo>
                  <a:lnTo>
                    <a:pt x="5426139" y="593366"/>
                  </a:lnTo>
                  <a:lnTo>
                    <a:pt x="5426297" y="593366"/>
                  </a:lnTo>
                  <a:lnTo>
                    <a:pt x="5426455" y="593366"/>
                  </a:lnTo>
                  <a:lnTo>
                    <a:pt x="5426612" y="593366"/>
                  </a:lnTo>
                  <a:lnTo>
                    <a:pt x="5426612" y="592936"/>
                  </a:lnTo>
                  <a:lnTo>
                    <a:pt x="5426770" y="592936"/>
                  </a:lnTo>
                  <a:lnTo>
                    <a:pt x="5426928" y="592936"/>
                  </a:lnTo>
                  <a:lnTo>
                    <a:pt x="5427085" y="592936"/>
                  </a:lnTo>
                  <a:lnTo>
                    <a:pt x="5427243" y="592936"/>
                  </a:lnTo>
                  <a:lnTo>
                    <a:pt x="5427401" y="592936"/>
                  </a:lnTo>
                  <a:lnTo>
                    <a:pt x="5427559" y="592936"/>
                  </a:lnTo>
                  <a:lnTo>
                    <a:pt x="5427716" y="592936"/>
                  </a:lnTo>
                  <a:lnTo>
                    <a:pt x="5427874" y="592936"/>
                  </a:lnTo>
                  <a:lnTo>
                    <a:pt x="5428032" y="592936"/>
                  </a:lnTo>
                  <a:lnTo>
                    <a:pt x="5428189" y="592936"/>
                  </a:lnTo>
                  <a:lnTo>
                    <a:pt x="5428347" y="592936"/>
                  </a:lnTo>
                  <a:lnTo>
                    <a:pt x="5428505" y="592936"/>
                  </a:lnTo>
                  <a:lnTo>
                    <a:pt x="5428663" y="592936"/>
                  </a:lnTo>
                  <a:lnTo>
                    <a:pt x="5428820" y="592936"/>
                  </a:lnTo>
                  <a:lnTo>
                    <a:pt x="5428820" y="592505"/>
                  </a:lnTo>
                  <a:lnTo>
                    <a:pt x="5428978" y="592505"/>
                  </a:lnTo>
                  <a:lnTo>
                    <a:pt x="5429136" y="592505"/>
                  </a:lnTo>
                  <a:lnTo>
                    <a:pt x="5429294" y="592505"/>
                  </a:lnTo>
                  <a:lnTo>
                    <a:pt x="5429451" y="592505"/>
                  </a:lnTo>
                  <a:lnTo>
                    <a:pt x="5429609" y="592505"/>
                  </a:lnTo>
                  <a:lnTo>
                    <a:pt x="5429767" y="592505"/>
                  </a:lnTo>
                  <a:lnTo>
                    <a:pt x="5429924" y="592505"/>
                  </a:lnTo>
                  <a:lnTo>
                    <a:pt x="5430082" y="592505"/>
                  </a:lnTo>
                  <a:lnTo>
                    <a:pt x="5430240" y="592505"/>
                  </a:lnTo>
                  <a:lnTo>
                    <a:pt x="5430398" y="592505"/>
                  </a:lnTo>
                  <a:lnTo>
                    <a:pt x="5430555" y="592505"/>
                  </a:lnTo>
                  <a:lnTo>
                    <a:pt x="5430713" y="592505"/>
                  </a:lnTo>
                  <a:lnTo>
                    <a:pt x="5430871" y="592505"/>
                  </a:lnTo>
                  <a:lnTo>
                    <a:pt x="5431028" y="592505"/>
                  </a:lnTo>
                  <a:lnTo>
                    <a:pt x="5431186" y="592505"/>
                  </a:lnTo>
                  <a:lnTo>
                    <a:pt x="5431344" y="592505"/>
                  </a:lnTo>
                  <a:lnTo>
                    <a:pt x="5431502" y="592505"/>
                  </a:lnTo>
                  <a:lnTo>
                    <a:pt x="5431659" y="592505"/>
                  </a:lnTo>
                  <a:lnTo>
                    <a:pt x="5431817" y="592505"/>
                  </a:lnTo>
                  <a:lnTo>
                    <a:pt x="5431975" y="592505"/>
                  </a:lnTo>
                  <a:lnTo>
                    <a:pt x="5431975" y="592075"/>
                  </a:lnTo>
                  <a:lnTo>
                    <a:pt x="5432132" y="592075"/>
                  </a:lnTo>
                  <a:lnTo>
                    <a:pt x="5432290" y="592075"/>
                  </a:lnTo>
                  <a:lnTo>
                    <a:pt x="5432448" y="592075"/>
                  </a:lnTo>
                  <a:lnTo>
                    <a:pt x="5432448" y="591644"/>
                  </a:lnTo>
                  <a:lnTo>
                    <a:pt x="5432448" y="591213"/>
                  </a:lnTo>
                  <a:lnTo>
                    <a:pt x="5432606" y="591213"/>
                  </a:lnTo>
                  <a:lnTo>
                    <a:pt x="5432606" y="590783"/>
                  </a:lnTo>
                  <a:lnTo>
                    <a:pt x="5432763" y="590783"/>
                  </a:lnTo>
                  <a:lnTo>
                    <a:pt x="5432921" y="590783"/>
                  </a:lnTo>
                  <a:lnTo>
                    <a:pt x="5433079" y="590783"/>
                  </a:lnTo>
                  <a:lnTo>
                    <a:pt x="5433236" y="590783"/>
                  </a:lnTo>
                  <a:lnTo>
                    <a:pt x="5433394" y="590783"/>
                  </a:lnTo>
                  <a:lnTo>
                    <a:pt x="5433552" y="590783"/>
                  </a:lnTo>
                  <a:lnTo>
                    <a:pt x="5433710" y="590783"/>
                  </a:lnTo>
                  <a:lnTo>
                    <a:pt x="5433867" y="590783"/>
                  </a:lnTo>
                  <a:lnTo>
                    <a:pt x="5434025" y="590783"/>
                  </a:lnTo>
                  <a:lnTo>
                    <a:pt x="5434183" y="590783"/>
                  </a:lnTo>
                  <a:lnTo>
                    <a:pt x="5434340" y="590783"/>
                  </a:lnTo>
                  <a:lnTo>
                    <a:pt x="5434498" y="590783"/>
                  </a:lnTo>
                  <a:lnTo>
                    <a:pt x="5434656" y="590783"/>
                  </a:lnTo>
                  <a:lnTo>
                    <a:pt x="5434814" y="590783"/>
                  </a:lnTo>
                  <a:lnTo>
                    <a:pt x="5434971" y="590783"/>
                  </a:lnTo>
                  <a:lnTo>
                    <a:pt x="5435129" y="590783"/>
                  </a:lnTo>
                  <a:lnTo>
                    <a:pt x="5435287" y="590783"/>
                  </a:lnTo>
                  <a:lnTo>
                    <a:pt x="5435445" y="590783"/>
                  </a:lnTo>
                  <a:lnTo>
                    <a:pt x="5435445" y="590352"/>
                  </a:lnTo>
                  <a:lnTo>
                    <a:pt x="5435602" y="590352"/>
                  </a:lnTo>
                  <a:lnTo>
                    <a:pt x="5435760" y="590352"/>
                  </a:lnTo>
                  <a:lnTo>
                    <a:pt x="5435918" y="590352"/>
                  </a:lnTo>
                  <a:lnTo>
                    <a:pt x="5436075" y="590352"/>
                  </a:lnTo>
                  <a:lnTo>
                    <a:pt x="5436233" y="590352"/>
                  </a:lnTo>
                  <a:lnTo>
                    <a:pt x="5436391" y="590352"/>
                  </a:lnTo>
                  <a:lnTo>
                    <a:pt x="5436549" y="590352"/>
                  </a:lnTo>
                  <a:lnTo>
                    <a:pt x="5436706" y="590352"/>
                  </a:lnTo>
                  <a:lnTo>
                    <a:pt x="5436864" y="590352"/>
                  </a:lnTo>
                  <a:lnTo>
                    <a:pt x="5437022" y="590352"/>
                  </a:lnTo>
                  <a:lnTo>
                    <a:pt x="5437179" y="590352"/>
                  </a:lnTo>
                  <a:lnTo>
                    <a:pt x="5437337" y="590352"/>
                  </a:lnTo>
                  <a:lnTo>
                    <a:pt x="5437495" y="590352"/>
                  </a:lnTo>
                  <a:lnTo>
                    <a:pt x="5437653" y="590352"/>
                  </a:lnTo>
                  <a:lnTo>
                    <a:pt x="5437810" y="590352"/>
                  </a:lnTo>
                  <a:lnTo>
                    <a:pt x="5437968" y="590352"/>
                  </a:lnTo>
                  <a:lnTo>
                    <a:pt x="5438126" y="590352"/>
                  </a:lnTo>
                  <a:lnTo>
                    <a:pt x="5438283" y="590352"/>
                  </a:lnTo>
                  <a:lnTo>
                    <a:pt x="5438441" y="590352"/>
                  </a:lnTo>
                  <a:lnTo>
                    <a:pt x="5438599" y="590352"/>
                  </a:lnTo>
                  <a:lnTo>
                    <a:pt x="5438757" y="590352"/>
                  </a:lnTo>
                  <a:lnTo>
                    <a:pt x="5438914" y="590352"/>
                  </a:lnTo>
                  <a:lnTo>
                    <a:pt x="5439072" y="590352"/>
                  </a:lnTo>
                  <a:lnTo>
                    <a:pt x="5439230" y="590352"/>
                  </a:lnTo>
                  <a:lnTo>
                    <a:pt x="5439387" y="590352"/>
                  </a:lnTo>
                  <a:lnTo>
                    <a:pt x="5439545" y="590352"/>
                  </a:lnTo>
                  <a:lnTo>
                    <a:pt x="5439545" y="589922"/>
                  </a:lnTo>
                  <a:lnTo>
                    <a:pt x="5439703" y="589922"/>
                  </a:lnTo>
                  <a:lnTo>
                    <a:pt x="5439861" y="589922"/>
                  </a:lnTo>
                  <a:lnTo>
                    <a:pt x="5440018" y="589922"/>
                  </a:lnTo>
                  <a:lnTo>
                    <a:pt x="5440176" y="589922"/>
                  </a:lnTo>
                  <a:lnTo>
                    <a:pt x="5440334" y="589922"/>
                  </a:lnTo>
                  <a:lnTo>
                    <a:pt x="5440334" y="589491"/>
                  </a:lnTo>
                  <a:lnTo>
                    <a:pt x="5440492" y="589491"/>
                  </a:lnTo>
                  <a:lnTo>
                    <a:pt x="5440649" y="589491"/>
                  </a:lnTo>
                  <a:lnTo>
                    <a:pt x="5440807" y="589491"/>
                  </a:lnTo>
                  <a:lnTo>
                    <a:pt x="5440965" y="589491"/>
                  </a:lnTo>
                  <a:lnTo>
                    <a:pt x="5441122" y="589491"/>
                  </a:lnTo>
                  <a:lnTo>
                    <a:pt x="5441280" y="589491"/>
                  </a:lnTo>
                  <a:lnTo>
                    <a:pt x="5441438" y="589491"/>
                  </a:lnTo>
                  <a:lnTo>
                    <a:pt x="5441596" y="589491"/>
                  </a:lnTo>
                  <a:lnTo>
                    <a:pt x="5441753" y="589491"/>
                  </a:lnTo>
                  <a:lnTo>
                    <a:pt x="5441911" y="589491"/>
                  </a:lnTo>
                  <a:lnTo>
                    <a:pt x="5442069" y="589491"/>
                  </a:lnTo>
                  <a:lnTo>
                    <a:pt x="5442226" y="589491"/>
                  </a:lnTo>
                  <a:lnTo>
                    <a:pt x="5442384" y="589491"/>
                  </a:lnTo>
                  <a:lnTo>
                    <a:pt x="5442542" y="589491"/>
                  </a:lnTo>
                  <a:lnTo>
                    <a:pt x="5442700" y="589491"/>
                  </a:lnTo>
                  <a:lnTo>
                    <a:pt x="5442857" y="589491"/>
                  </a:lnTo>
                  <a:lnTo>
                    <a:pt x="5443015" y="589491"/>
                  </a:lnTo>
                  <a:lnTo>
                    <a:pt x="5443173" y="589491"/>
                  </a:lnTo>
                  <a:lnTo>
                    <a:pt x="5443173" y="589060"/>
                  </a:lnTo>
                  <a:lnTo>
                    <a:pt x="5443330" y="589060"/>
                  </a:lnTo>
                  <a:lnTo>
                    <a:pt x="5443488" y="589060"/>
                  </a:lnTo>
                  <a:lnTo>
                    <a:pt x="5443646" y="589060"/>
                  </a:lnTo>
                  <a:lnTo>
                    <a:pt x="5443804" y="589060"/>
                  </a:lnTo>
                  <a:lnTo>
                    <a:pt x="5443961" y="589060"/>
                  </a:lnTo>
                  <a:lnTo>
                    <a:pt x="5444119" y="589060"/>
                  </a:lnTo>
                  <a:lnTo>
                    <a:pt x="5444277" y="589060"/>
                  </a:lnTo>
                  <a:lnTo>
                    <a:pt x="5444434" y="589060"/>
                  </a:lnTo>
                  <a:lnTo>
                    <a:pt x="5444592" y="589060"/>
                  </a:lnTo>
                  <a:lnTo>
                    <a:pt x="5444750" y="589060"/>
                  </a:lnTo>
                  <a:lnTo>
                    <a:pt x="5444908" y="589060"/>
                  </a:lnTo>
                  <a:lnTo>
                    <a:pt x="5445065" y="589060"/>
                  </a:lnTo>
                  <a:lnTo>
                    <a:pt x="5445223" y="589060"/>
                  </a:lnTo>
                  <a:lnTo>
                    <a:pt x="5445381" y="589060"/>
                  </a:lnTo>
                  <a:lnTo>
                    <a:pt x="5445381" y="588630"/>
                  </a:lnTo>
                  <a:lnTo>
                    <a:pt x="5445538" y="588630"/>
                  </a:lnTo>
                  <a:lnTo>
                    <a:pt x="5445696" y="588630"/>
                  </a:lnTo>
                  <a:lnTo>
                    <a:pt x="5445854" y="588630"/>
                  </a:lnTo>
                  <a:lnTo>
                    <a:pt x="5446012" y="588630"/>
                  </a:lnTo>
                  <a:lnTo>
                    <a:pt x="5446169" y="588630"/>
                  </a:lnTo>
                  <a:lnTo>
                    <a:pt x="5446327" y="588630"/>
                  </a:lnTo>
                  <a:lnTo>
                    <a:pt x="5446485" y="588630"/>
                  </a:lnTo>
                  <a:lnTo>
                    <a:pt x="5446643" y="588630"/>
                  </a:lnTo>
                  <a:lnTo>
                    <a:pt x="5446800" y="588630"/>
                  </a:lnTo>
                  <a:lnTo>
                    <a:pt x="5446958" y="588630"/>
                  </a:lnTo>
                  <a:lnTo>
                    <a:pt x="5447116" y="588630"/>
                  </a:lnTo>
                  <a:lnTo>
                    <a:pt x="5447273" y="588630"/>
                  </a:lnTo>
                  <a:lnTo>
                    <a:pt x="5447273" y="588199"/>
                  </a:lnTo>
                  <a:lnTo>
                    <a:pt x="5447431" y="588199"/>
                  </a:lnTo>
                  <a:lnTo>
                    <a:pt x="5447589" y="588199"/>
                  </a:lnTo>
                  <a:lnTo>
                    <a:pt x="5447747" y="588199"/>
                  </a:lnTo>
                  <a:lnTo>
                    <a:pt x="5447904" y="588199"/>
                  </a:lnTo>
                  <a:lnTo>
                    <a:pt x="5448062" y="588199"/>
                  </a:lnTo>
                  <a:lnTo>
                    <a:pt x="5448062" y="587769"/>
                  </a:lnTo>
                  <a:lnTo>
                    <a:pt x="5448062" y="587338"/>
                  </a:lnTo>
                  <a:lnTo>
                    <a:pt x="5448220" y="587338"/>
                  </a:lnTo>
                  <a:lnTo>
                    <a:pt x="5448377" y="587338"/>
                  </a:lnTo>
                  <a:lnTo>
                    <a:pt x="5448535" y="587338"/>
                  </a:lnTo>
                  <a:lnTo>
                    <a:pt x="5448693" y="587338"/>
                  </a:lnTo>
                  <a:lnTo>
                    <a:pt x="5448851" y="587338"/>
                  </a:lnTo>
                  <a:lnTo>
                    <a:pt x="5449008" y="587338"/>
                  </a:lnTo>
                  <a:lnTo>
                    <a:pt x="5449166" y="587338"/>
                  </a:lnTo>
                  <a:lnTo>
                    <a:pt x="5449324" y="587338"/>
                  </a:lnTo>
                  <a:lnTo>
                    <a:pt x="5449324" y="586907"/>
                  </a:lnTo>
                  <a:lnTo>
                    <a:pt x="5449481" y="586907"/>
                  </a:lnTo>
                  <a:lnTo>
                    <a:pt x="5449639" y="586907"/>
                  </a:lnTo>
                  <a:lnTo>
                    <a:pt x="5449797" y="586907"/>
                  </a:lnTo>
                  <a:lnTo>
                    <a:pt x="5449955" y="586907"/>
                  </a:lnTo>
                  <a:lnTo>
                    <a:pt x="5449955" y="586477"/>
                  </a:lnTo>
                  <a:lnTo>
                    <a:pt x="5450112" y="586477"/>
                  </a:lnTo>
                  <a:lnTo>
                    <a:pt x="5450270" y="586477"/>
                  </a:lnTo>
                  <a:lnTo>
                    <a:pt x="5450428" y="586477"/>
                  </a:lnTo>
                  <a:lnTo>
                    <a:pt x="5450585" y="586477"/>
                  </a:lnTo>
                  <a:lnTo>
                    <a:pt x="5450743" y="586477"/>
                  </a:lnTo>
                  <a:lnTo>
                    <a:pt x="5450743" y="586046"/>
                  </a:lnTo>
                  <a:lnTo>
                    <a:pt x="5450901" y="586046"/>
                  </a:lnTo>
                  <a:lnTo>
                    <a:pt x="5451059" y="586046"/>
                  </a:lnTo>
                  <a:lnTo>
                    <a:pt x="5451216" y="586046"/>
                  </a:lnTo>
                  <a:lnTo>
                    <a:pt x="5451374" y="586046"/>
                  </a:lnTo>
                  <a:lnTo>
                    <a:pt x="5451532" y="586046"/>
                  </a:lnTo>
                  <a:lnTo>
                    <a:pt x="5451690" y="586046"/>
                  </a:lnTo>
                  <a:lnTo>
                    <a:pt x="5451847" y="586046"/>
                  </a:lnTo>
                  <a:lnTo>
                    <a:pt x="5452005" y="586046"/>
                  </a:lnTo>
                  <a:lnTo>
                    <a:pt x="5452163" y="586046"/>
                  </a:lnTo>
                  <a:lnTo>
                    <a:pt x="5452320" y="586046"/>
                  </a:lnTo>
                  <a:lnTo>
                    <a:pt x="5452478" y="586046"/>
                  </a:lnTo>
                  <a:lnTo>
                    <a:pt x="5452636" y="586046"/>
                  </a:lnTo>
                  <a:lnTo>
                    <a:pt x="5452794" y="586046"/>
                  </a:lnTo>
                  <a:lnTo>
                    <a:pt x="5452951" y="586046"/>
                  </a:lnTo>
                  <a:lnTo>
                    <a:pt x="5453109" y="586046"/>
                  </a:lnTo>
                  <a:lnTo>
                    <a:pt x="5453267" y="586046"/>
                  </a:lnTo>
                  <a:lnTo>
                    <a:pt x="5453424" y="586046"/>
                  </a:lnTo>
                  <a:lnTo>
                    <a:pt x="5453582" y="586046"/>
                  </a:lnTo>
                  <a:lnTo>
                    <a:pt x="5453740" y="586046"/>
                  </a:lnTo>
                  <a:lnTo>
                    <a:pt x="5453898" y="586046"/>
                  </a:lnTo>
                  <a:lnTo>
                    <a:pt x="5454055" y="586046"/>
                  </a:lnTo>
                  <a:lnTo>
                    <a:pt x="5454213" y="586046"/>
                  </a:lnTo>
                  <a:lnTo>
                    <a:pt x="5454371" y="586046"/>
                  </a:lnTo>
                  <a:lnTo>
                    <a:pt x="5454528" y="586046"/>
                  </a:lnTo>
                  <a:lnTo>
                    <a:pt x="5454686" y="586046"/>
                  </a:lnTo>
                  <a:lnTo>
                    <a:pt x="5454844" y="586046"/>
                  </a:lnTo>
                  <a:lnTo>
                    <a:pt x="5455002" y="586046"/>
                  </a:lnTo>
                  <a:lnTo>
                    <a:pt x="5455159" y="586046"/>
                  </a:lnTo>
                  <a:lnTo>
                    <a:pt x="5455317" y="586046"/>
                  </a:lnTo>
                  <a:lnTo>
                    <a:pt x="5455475" y="586046"/>
                  </a:lnTo>
                  <a:lnTo>
                    <a:pt x="5455632" y="586046"/>
                  </a:lnTo>
                  <a:lnTo>
                    <a:pt x="5455790" y="586046"/>
                  </a:lnTo>
                  <a:lnTo>
                    <a:pt x="5455948" y="586046"/>
                  </a:lnTo>
                  <a:lnTo>
                    <a:pt x="5455948" y="585616"/>
                  </a:lnTo>
                  <a:lnTo>
                    <a:pt x="5456106" y="585616"/>
                  </a:lnTo>
                  <a:lnTo>
                    <a:pt x="5456263" y="585616"/>
                  </a:lnTo>
                  <a:lnTo>
                    <a:pt x="5456421" y="585616"/>
                  </a:lnTo>
                  <a:lnTo>
                    <a:pt x="5456579" y="585616"/>
                  </a:lnTo>
                  <a:lnTo>
                    <a:pt x="5456736" y="585616"/>
                  </a:lnTo>
                  <a:lnTo>
                    <a:pt x="5456894" y="585616"/>
                  </a:lnTo>
                  <a:lnTo>
                    <a:pt x="5457052" y="585616"/>
                  </a:lnTo>
                  <a:lnTo>
                    <a:pt x="5457210" y="585616"/>
                  </a:lnTo>
                  <a:lnTo>
                    <a:pt x="5457367" y="585616"/>
                  </a:lnTo>
                  <a:lnTo>
                    <a:pt x="5457525" y="585616"/>
                  </a:lnTo>
                  <a:lnTo>
                    <a:pt x="5457683" y="585616"/>
                  </a:lnTo>
                  <a:lnTo>
                    <a:pt x="5457683" y="585185"/>
                  </a:lnTo>
                  <a:lnTo>
                    <a:pt x="5457841" y="585185"/>
                  </a:lnTo>
                  <a:lnTo>
                    <a:pt x="5457998" y="585185"/>
                  </a:lnTo>
                  <a:lnTo>
                    <a:pt x="5458156" y="585185"/>
                  </a:lnTo>
                  <a:lnTo>
                    <a:pt x="5458314" y="585185"/>
                  </a:lnTo>
                  <a:lnTo>
                    <a:pt x="5458471" y="585185"/>
                  </a:lnTo>
                  <a:lnTo>
                    <a:pt x="5458629" y="585185"/>
                  </a:lnTo>
                  <a:lnTo>
                    <a:pt x="5458629" y="584754"/>
                  </a:lnTo>
                  <a:lnTo>
                    <a:pt x="5458787" y="584754"/>
                  </a:lnTo>
                  <a:lnTo>
                    <a:pt x="5458945" y="584754"/>
                  </a:lnTo>
                  <a:lnTo>
                    <a:pt x="5459102" y="584754"/>
                  </a:lnTo>
                  <a:lnTo>
                    <a:pt x="5459260" y="584754"/>
                  </a:lnTo>
                  <a:lnTo>
                    <a:pt x="5459260" y="584324"/>
                  </a:lnTo>
                  <a:lnTo>
                    <a:pt x="5459418" y="584324"/>
                  </a:lnTo>
                  <a:lnTo>
                    <a:pt x="5459575" y="584324"/>
                  </a:lnTo>
                  <a:lnTo>
                    <a:pt x="5459733" y="584324"/>
                  </a:lnTo>
                  <a:lnTo>
                    <a:pt x="5459891" y="584324"/>
                  </a:lnTo>
                  <a:lnTo>
                    <a:pt x="5460049" y="584324"/>
                  </a:lnTo>
                  <a:lnTo>
                    <a:pt x="5460206" y="584324"/>
                  </a:lnTo>
                  <a:lnTo>
                    <a:pt x="5460206" y="583893"/>
                  </a:lnTo>
                  <a:lnTo>
                    <a:pt x="5460364" y="583893"/>
                  </a:lnTo>
                  <a:lnTo>
                    <a:pt x="5460522" y="583893"/>
                  </a:lnTo>
                  <a:lnTo>
                    <a:pt x="5460679" y="583893"/>
                  </a:lnTo>
                  <a:lnTo>
                    <a:pt x="5460837" y="583893"/>
                  </a:lnTo>
                  <a:lnTo>
                    <a:pt x="5460995" y="583893"/>
                  </a:lnTo>
                  <a:lnTo>
                    <a:pt x="5461153" y="583893"/>
                  </a:lnTo>
                  <a:lnTo>
                    <a:pt x="5461310" y="583893"/>
                  </a:lnTo>
                  <a:lnTo>
                    <a:pt x="5461468" y="583893"/>
                  </a:lnTo>
                  <a:lnTo>
                    <a:pt x="5461626" y="583893"/>
                  </a:lnTo>
                  <a:lnTo>
                    <a:pt x="5461783" y="583893"/>
                  </a:lnTo>
                  <a:lnTo>
                    <a:pt x="5461941" y="583893"/>
                  </a:lnTo>
                  <a:lnTo>
                    <a:pt x="5462099" y="583893"/>
                  </a:lnTo>
                  <a:lnTo>
                    <a:pt x="5462257" y="583893"/>
                  </a:lnTo>
                  <a:lnTo>
                    <a:pt x="5462414" y="583893"/>
                  </a:lnTo>
                  <a:lnTo>
                    <a:pt x="5462572" y="583893"/>
                  </a:lnTo>
                  <a:lnTo>
                    <a:pt x="5462730" y="583893"/>
                  </a:lnTo>
                  <a:lnTo>
                    <a:pt x="5462888" y="583893"/>
                  </a:lnTo>
                  <a:lnTo>
                    <a:pt x="5463045" y="583893"/>
                  </a:lnTo>
                  <a:lnTo>
                    <a:pt x="5463203" y="583893"/>
                  </a:lnTo>
                  <a:lnTo>
                    <a:pt x="5463361" y="583893"/>
                  </a:lnTo>
                  <a:lnTo>
                    <a:pt x="5463518" y="583893"/>
                  </a:lnTo>
                  <a:lnTo>
                    <a:pt x="5463676" y="583893"/>
                  </a:lnTo>
                  <a:lnTo>
                    <a:pt x="5463834" y="583893"/>
                  </a:lnTo>
                  <a:lnTo>
                    <a:pt x="5463992" y="583893"/>
                  </a:lnTo>
                  <a:lnTo>
                    <a:pt x="5464149" y="583893"/>
                  </a:lnTo>
                  <a:lnTo>
                    <a:pt x="5464307" y="583893"/>
                  </a:lnTo>
                  <a:lnTo>
                    <a:pt x="5464465" y="583893"/>
                  </a:lnTo>
                  <a:lnTo>
                    <a:pt x="5464622" y="583893"/>
                  </a:lnTo>
                  <a:lnTo>
                    <a:pt x="5464780" y="583893"/>
                  </a:lnTo>
                  <a:lnTo>
                    <a:pt x="5464938" y="583893"/>
                  </a:lnTo>
                  <a:lnTo>
                    <a:pt x="5465096" y="583893"/>
                  </a:lnTo>
                  <a:lnTo>
                    <a:pt x="5465253" y="583893"/>
                  </a:lnTo>
                  <a:lnTo>
                    <a:pt x="5465411" y="583893"/>
                  </a:lnTo>
                  <a:lnTo>
                    <a:pt x="5465569" y="583893"/>
                  </a:lnTo>
                  <a:lnTo>
                    <a:pt x="5465569" y="583463"/>
                  </a:lnTo>
                  <a:lnTo>
                    <a:pt x="5465726" y="583463"/>
                  </a:lnTo>
                  <a:lnTo>
                    <a:pt x="5465884" y="583463"/>
                  </a:lnTo>
                  <a:lnTo>
                    <a:pt x="5466042" y="583463"/>
                  </a:lnTo>
                  <a:lnTo>
                    <a:pt x="5466042" y="583032"/>
                  </a:lnTo>
                  <a:lnTo>
                    <a:pt x="5466200" y="583032"/>
                  </a:lnTo>
                  <a:lnTo>
                    <a:pt x="5466357" y="583032"/>
                  </a:lnTo>
                  <a:lnTo>
                    <a:pt x="5466515" y="583032"/>
                  </a:lnTo>
                  <a:lnTo>
                    <a:pt x="5466673" y="583032"/>
                  </a:lnTo>
                  <a:lnTo>
                    <a:pt x="5466830" y="583032"/>
                  </a:lnTo>
                  <a:lnTo>
                    <a:pt x="5466988" y="583032"/>
                  </a:lnTo>
                  <a:lnTo>
                    <a:pt x="5467146" y="583032"/>
                  </a:lnTo>
                  <a:lnTo>
                    <a:pt x="5467304" y="583032"/>
                  </a:lnTo>
                  <a:lnTo>
                    <a:pt x="5467461" y="583032"/>
                  </a:lnTo>
                  <a:lnTo>
                    <a:pt x="5467619" y="583032"/>
                  </a:lnTo>
                  <a:lnTo>
                    <a:pt x="5467777" y="583032"/>
                  </a:lnTo>
                  <a:lnTo>
                    <a:pt x="5467934" y="583032"/>
                  </a:lnTo>
                  <a:lnTo>
                    <a:pt x="5468092" y="583032"/>
                  </a:lnTo>
                  <a:lnTo>
                    <a:pt x="5468250" y="583032"/>
                  </a:lnTo>
                  <a:lnTo>
                    <a:pt x="5468408" y="583032"/>
                  </a:lnTo>
                  <a:lnTo>
                    <a:pt x="5468408" y="582601"/>
                  </a:lnTo>
                  <a:lnTo>
                    <a:pt x="5468565" y="582601"/>
                  </a:lnTo>
                  <a:lnTo>
                    <a:pt x="5468723" y="582601"/>
                  </a:lnTo>
                  <a:lnTo>
                    <a:pt x="5468881" y="582601"/>
                  </a:lnTo>
                  <a:lnTo>
                    <a:pt x="5468881" y="582171"/>
                  </a:lnTo>
                  <a:lnTo>
                    <a:pt x="5468881" y="581740"/>
                  </a:lnTo>
                  <a:lnTo>
                    <a:pt x="5469039" y="581740"/>
                  </a:lnTo>
                  <a:lnTo>
                    <a:pt x="5469196" y="581740"/>
                  </a:lnTo>
                  <a:lnTo>
                    <a:pt x="5469354" y="581740"/>
                  </a:lnTo>
                  <a:lnTo>
                    <a:pt x="5469512" y="581740"/>
                  </a:lnTo>
                  <a:lnTo>
                    <a:pt x="5469669" y="581740"/>
                  </a:lnTo>
                  <a:lnTo>
                    <a:pt x="5469669" y="581310"/>
                  </a:lnTo>
                  <a:lnTo>
                    <a:pt x="5469827" y="581310"/>
                  </a:lnTo>
                  <a:lnTo>
                    <a:pt x="5469985" y="581310"/>
                  </a:lnTo>
                  <a:lnTo>
                    <a:pt x="5470143" y="581310"/>
                  </a:lnTo>
                  <a:lnTo>
                    <a:pt x="5470143" y="580879"/>
                  </a:lnTo>
                  <a:lnTo>
                    <a:pt x="5470300" y="580879"/>
                  </a:lnTo>
                  <a:lnTo>
                    <a:pt x="5470458" y="580879"/>
                  </a:lnTo>
                  <a:lnTo>
                    <a:pt x="5470616" y="580879"/>
                  </a:lnTo>
                  <a:lnTo>
                    <a:pt x="5470773" y="580879"/>
                  </a:lnTo>
                  <a:lnTo>
                    <a:pt x="5470931" y="580879"/>
                  </a:lnTo>
                  <a:lnTo>
                    <a:pt x="5471089" y="580879"/>
                  </a:lnTo>
                  <a:lnTo>
                    <a:pt x="5471247" y="580879"/>
                  </a:lnTo>
                  <a:lnTo>
                    <a:pt x="5471404" y="580879"/>
                  </a:lnTo>
                  <a:lnTo>
                    <a:pt x="5471562" y="580879"/>
                  </a:lnTo>
                  <a:lnTo>
                    <a:pt x="5471720" y="580879"/>
                  </a:lnTo>
                  <a:lnTo>
                    <a:pt x="5471720" y="580448"/>
                  </a:lnTo>
                  <a:lnTo>
                    <a:pt x="5471877" y="580448"/>
                  </a:lnTo>
                  <a:lnTo>
                    <a:pt x="5472035" y="580448"/>
                  </a:lnTo>
                  <a:lnTo>
                    <a:pt x="5472193" y="580448"/>
                  </a:lnTo>
                  <a:lnTo>
                    <a:pt x="5472351" y="580448"/>
                  </a:lnTo>
                  <a:lnTo>
                    <a:pt x="5472508" y="580448"/>
                  </a:lnTo>
                  <a:lnTo>
                    <a:pt x="5472666" y="580448"/>
                  </a:lnTo>
                  <a:lnTo>
                    <a:pt x="5472824" y="580448"/>
                  </a:lnTo>
                  <a:lnTo>
                    <a:pt x="5472981" y="580448"/>
                  </a:lnTo>
                  <a:lnTo>
                    <a:pt x="5472981" y="580018"/>
                  </a:lnTo>
                  <a:lnTo>
                    <a:pt x="5473139" y="580018"/>
                  </a:lnTo>
                  <a:lnTo>
                    <a:pt x="5473297" y="580018"/>
                  </a:lnTo>
                  <a:lnTo>
                    <a:pt x="5473455" y="580018"/>
                  </a:lnTo>
                  <a:lnTo>
                    <a:pt x="5473612" y="580018"/>
                  </a:lnTo>
                  <a:lnTo>
                    <a:pt x="5473770" y="580018"/>
                  </a:lnTo>
                  <a:lnTo>
                    <a:pt x="5473928" y="580018"/>
                  </a:lnTo>
                  <a:lnTo>
                    <a:pt x="5474086" y="580018"/>
                  </a:lnTo>
                  <a:lnTo>
                    <a:pt x="5474086" y="579587"/>
                  </a:lnTo>
                  <a:lnTo>
                    <a:pt x="5474243" y="579587"/>
                  </a:lnTo>
                  <a:lnTo>
                    <a:pt x="5474401" y="579587"/>
                  </a:lnTo>
                  <a:lnTo>
                    <a:pt x="5474559" y="579587"/>
                  </a:lnTo>
                  <a:lnTo>
                    <a:pt x="5474716" y="579587"/>
                  </a:lnTo>
                  <a:lnTo>
                    <a:pt x="5474874" y="579587"/>
                  </a:lnTo>
                  <a:lnTo>
                    <a:pt x="5475032" y="579587"/>
                  </a:lnTo>
                  <a:lnTo>
                    <a:pt x="5475190" y="579587"/>
                  </a:lnTo>
                  <a:lnTo>
                    <a:pt x="5475347" y="579587"/>
                  </a:lnTo>
                  <a:lnTo>
                    <a:pt x="5475347" y="579157"/>
                  </a:lnTo>
                  <a:lnTo>
                    <a:pt x="5475505" y="579157"/>
                  </a:lnTo>
                  <a:lnTo>
                    <a:pt x="5475663" y="579157"/>
                  </a:lnTo>
                  <a:lnTo>
                    <a:pt x="5475820" y="579157"/>
                  </a:lnTo>
                  <a:lnTo>
                    <a:pt x="5475978" y="579157"/>
                  </a:lnTo>
                  <a:lnTo>
                    <a:pt x="5476136" y="579157"/>
                  </a:lnTo>
                  <a:lnTo>
                    <a:pt x="5476136" y="578726"/>
                  </a:lnTo>
                  <a:lnTo>
                    <a:pt x="5476136" y="578295"/>
                  </a:lnTo>
                  <a:lnTo>
                    <a:pt x="5476294" y="578295"/>
                  </a:lnTo>
                  <a:lnTo>
                    <a:pt x="5476451" y="578295"/>
                  </a:lnTo>
                  <a:lnTo>
                    <a:pt x="5476451" y="577865"/>
                  </a:lnTo>
                  <a:lnTo>
                    <a:pt x="5476609" y="577865"/>
                  </a:lnTo>
                  <a:lnTo>
                    <a:pt x="5476767" y="577865"/>
                  </a:lnTo>
                  <a:lnTo>
                    <a:pt x="5476924" y="577865"/>
                  </a:lnTo>
                  <a:lnTo>
                    <a:pt x="5477082" y="577865"/>
                  </a:lnTo>
                  <a:lnTo>
                    <a:pt x="5477240" y="577865"/>
                  </a:lnTo>
                  <a:lnTo>
                    <a:pt x="5477240" y="577434"/>
                  </a:lnTo>
                  <a:lnTo>
                    <a:pt x="5477398" y="577434"/>
                  </a:lnTo>
                  <a:lnTo>
                    <a:pt x="5477555" y="577434"/>
                  </a:lnTo>
                  <a:lnTo>
                    <a:pt x="5477713" y="577434"/>
                  </a:lnTo>
                  <a:lnTo>
                    <a:pt x="5477871" y="577434"/>
                  </a:lnTo>
                  <a:lnTo>
                    <a:pt x="5478028" y="577434"/>
                  </a:lnTo>
                  <a:lnTo>
                    <a:pt x="5478186" y="577434"/>
                  </a:lnTo>
                  <a:lnTo>
                    <a:pt x="5478344" y="577434"/>
                  </a:lnTo>
                  <a:lnTo>
                    <a:pt x="5478502" y="577434"/>
                  </a:lnTo>
                  <a:lnTo>
                    <a:pt x="5478659" y="577434"/>
                  </a:lnTo>
                  <a:lnTo>
                    <a:pt x="5478817" y="577434"/>
                  </a:lnTo>
                  <a:lnTo>
                    <a:pt x="5478975" y="577434"/>
                  </a:lnTo>
                  <a:lnTo>
                    <a:pt x="5479132" y="577434"/>
                  </a:lnTo>
                  <a:lnTo>
                    <a:pt x="5479290" y="577434"/>
                  </a:lnTo>
                  <a:lnTo>
                    <a:pt x="5479448" y="577434"/>
                  </a:lnTo>
                  <a:lnTo>
                    <a:pt x="5479606" y="577434"/>
                  </a:lnTo>
                  <a:lnTo>
                    <a:pt x="5479763" y="577434"/>
                  </a:lnTo>
                  <a:lnTo>
                    <a:pt x="5479921" y="577434"/>
                  </a:lnTo>
                  <a:lnTo>
                    <a:pt x="5480079" y="577434"/>
                  </a:lnTo>
                  <a:lnTo>
                    <a:pt x="5480237" y="577434"/>
                  </a:lnTo>
                  <a:lnTo>
                    <a:pt x="5480394" y="577434"/>
                  </a:lnTo>
                  <a:lnTo>
                    <a:pt x="5480552" y="577434"/>
                  </a:lnTo>
                  <a:lnTo>
                    <a:pt x="5480710" y="577434"/>
                  </a:lnTo>
                  <a:lnTo>
                    <a:pt x="5480867" y="577434"/>
                  </a:lnTo>
                  <a:lnTo>
                    <a:pt x="5480867" y="577004"/>
                  </a:lnTo>
                  <a:lnTo>
                    <a:pt x="5481025" y="577004"/>
                  </a:lnTo>
                  <a:lnTo>
                    <a:pt x="5481025" y="576573"/>
                  </a:lnTo>
                  <a:lnTo>
                    <a:pt x="5481183" y="576573"/>
                  </a:lnTo>
                  <a:lnTo>
                    <a:pt x="5481341" y="576573"/>
                  </a:lnTo>
                  <a:lnTo>
                    <a:pt x="5481498" y="576573"/>
                  </a:lnTo>
                  <a:lnTo>
                    <a:pt x="5481656" y="576573"/>
                  </a:lnTo>
                  <a:lnTo>
                    <a:pt x="5481814" y="576573"/>
                  </a:lnTo>
                  <a:lnTo>
                    <a:pt x="5481971" y="576573"/>
                  </a:lnTo>
                  <a:lnTo>
                    <a:pt x="5482129" y="576573"/>
                  </a:lnTo>
                  <a:lnTo>
                    <a:pt x="5482287" y="576573"/>
                  </a:lnTo>
                  <a:lnTo>
                    <a:pt x="5482445" y="576573"/>
                  </a:lnTo>
                  <a:lnTo>
                    <a:pt x="5482602" y="576573"/>
                  </a:lnTo>
                  <a:lnTo>
                    <a:pt x="5482760" y="576573"/>
                  </a:lnTo>
                  <a:lnTo>
                    <a:pt x="5482760" y="576142"/>
                  </a:lnTo>
                  <a:lnTo>
                    <a:pt x="5482918" y="576142"/>
                  </a:lnTo>
                  <a:lnTo>
                    <a:pt x="5483075" y="576142"/>
                  </a:lnTo>
                  <a:lnTo>
                    <a:pt x="5483233" y="576142"/>
                  </a:lnTo>
                  <a:lnTo>
                    <a:pt x="5483391" y="576142"/>
                  </a:lnTo>
                  <a:lnTo>
                    <a:pt x="5483549" y="576142"/>
                  </a:lnTo>
                  <a:lnTo>
                    <a:pt x="5483706" y="576142"/>
                  </a:lnTo>
                  <a:lnTo>
                    <a:pt x="5483864" y="576142"/>
                  </a:lnTo>
                  <a:lnTo>
                    <a:pt x="5483864" y="575712"/>
                  </a:lnTo>
                  <a:lnTo>
                    <a:pt x="5484022" y="575712"/>
                  </a:lnTo>
                  <a:lnTo>
                    <a:pt x="5484179" y="575712"/>
                  </a:lnTo>
                  <a:lnTo>
                    <a:pt x="5484337" y="575712"/>
                  </a:lnTo>
                  <a:lnTo>
                    <a:pt x="5484495" y="575712"/>
                  </a:lnTo>
                  <a:lnTo>
                    <a:pt x="5484653" y="575712"/>
                  </a:lnTo>
                  <a:lnTo>
                    <a:pt x="5484653" y="575281"/>
                  </a:lnTo>
                  <a:lnTo>
                    <a:pt x="5484810" y="575281"/>
                  </a:lnTo>
                  <a:lnTo>
                    <a:pt x="5484968" y="575281"/>
                  </a:lnTo>
                  <a:lnTo>
                    <a:pt x="5484968" y="574851"/>
                  </a:lnTo>
                  <a:lnTo>
                    <a:pt x="5485126" y="574851"/>
                  </a:lnTo>
                  <a:lnTo>
                    <a:pt x="5485283" y="574851"/>
                  </a:lnTo>
                  <a:lnTo>
                    <a:pt x="5485441" y="574851"/>
                  </a:lnTo>
                  <a:lnTo>
                    <a:pt x="5485599" y="574851"/>
                  </a:lnTo>
                  <a:lnTo>
                    <a:pt x="5485757" y="574851"/>
                  </a:lnTo>
                  <a:lnTo>
                    <a:pt x="5485914" y="574851"/>
                  </a:lnTo>
                  <a:lnTo>
                    <a:pt x="5486072" y="574851"/>
                  </a:lnTo>
                  <a:lnTo>
                    <a:pt x="5486230" y="574851"/>
                  </a:lnTo>
                  <a:lnTo>
                    <a:pt x="5486388" y="574851"/>
                  </a:lnTo>
                  <a:lnTo>
                    <a:pt x="5486545" y="574851"/>
                  </a:lnTo>
                  <a:lnTo>
                    <a:pt x="5486703" y="574851"/>
                  </a:lnTo>
                  <a:lnTo>
                    <a:pt x="5486861" y="574851"/>
                  </a:lnTo>
                  <a:lnTo>
                    <a:pt x="5487018" y="574851"/>
                  </a:lnTo>
                  <a:lnTo>
                    <a:pt x="5487176" y="574851"/>
                  </a:lnTo>
                  <a:lnTo>
                    <a:pt x="5487334" y="574851"/>
                  </a:lnTo>
                  <a:lnTo>
                    <a:pt x="5487492" y="574851"/>
                  </a:lnTo>
                  <a:lnTo>
                    <a:pt x="5487649" y="574851"/>
                  </a:lnTo>
                  <a:lnTo>
                    <a:pt x="5487649" y="574420"/>
                  </a:lnTo>
                  <a:lnTo>
                    <a:pt x="5487649" y="573989"/>
                  </a:lnTo>
                  <a:lnTo>
                    <a:pt x="5487807" y="573989"/>
                  </a:lnTo>
                  <a:lnTo>
                    <a:pt x="5487965" y="573989"/>
                  </a:lnTo>
                  <a:lnTo>
                    <a:pt x="5488122" y="573989"/>
                  </a:lnTo>
                  <a:lnTo>
                    <a:pt x="5488280" y="573989"/>
                  </a:lnTo>
                  <a:lnTo>
                    <a:pt x="5488438" y="573989"/>
                  </a:lnTo>
                  <a:lnTo>
                    <a:pt x="5488596" y="573989"/>
                  </a:lnTo>
                  <a:lnTo>
                    <a:pt x="5488753" y="573989"/>
                  </a:lnTo>
                  <a:lnTo>
                    <a:pt x="5488911" y="573989"/>
                  </a:lnTo>
                  <a:lnTo>
                    <a:pt x="5489069" y="573989"/>
                  </a:lnTo>
                  <a:lnTo>
                    <a:pt x="5489226" y="573989"/>
                  </a:lnTo>
                  <a:lnTo>
                    <a:pt x="5489384" y="573989"/>
                  </a:lnTo>
                  <a:lnTo>
                    <a:pt x="5489542" y="573989"/>
                  </a:lnTo>
                  <a:lnTo>
                    <a:pt x="5489700" y="573989"/>
                  </a:lnTo>
                  <a:lnTo>
                    <a:pt x="5489857" y="573989"/>
                  </a:lnTo>
                  <a:lnTo>
                    <a:pt x="5490015" y="573989"/>
                  </a:lnTo>
                  <a:lnTo>
                    <a:pt x="5490173" y="573989"/>
                  </a:lnTo>
                  <a:lnTo>
                    <a:pt x="5490330" y="573989"/>
                  </a:lnTo>
                  <a:lnTo>
                    <a:pt x="5490488" y="573989"/>
                  </a:lnTo>
                  <a:lnTo>
                    <a:pt x="5490488" y="573559"/>
                  </a:lnTo>
                  <a:lnTo>
                    <a:pt x="5490646" y="573559"/>
                  </a:lnTo>
                  <a:lnTo>
                    <a:pt x="5490804" y="573559"/>
                  </a:lnTo>
                  <a:lnTo>
                    <a:pt x="5490961" y="573559"/>
                  </a:lnTo>
                  <a:lnTo>
                    <a:pt x="5491119" y="573559"/>
                  </a:lnTo>
                  <a:lnTo>
                    <a:pt x="5491277" y="573559"/>
                  </a:lnTo>
                  <a:lnTo>
                    <a:pt x="5491435" y="573559"/>
                  </a:lnTo>
                  <a:lnTo>
                    <a:pt x="5491592" y="573559"/>
                  </a:lnTo>
                  <a:lnTo>
                    <a:pt x="5491750" y="573559"/>
                  </a:lnTo>
                  <a:lnTo>
                    <a:pt x="5491750" y="573128"/>
                  </a:lnTo>
                  <a:lnTo>
                    <a:pt x="5491908" y="573128"/>
                  </a:lnTo>
                  <a:lnTo>
                    <a:pt x="5492065" y="573128"/>
                  </a:lnTo>
                  <a:lnTo>
                    <a:pt x="5492065" y="572698"/>
                  </a:lnTo>
                  <a:lnTo>
                    <a:pt x="5492065" y="572267"/>
                  </a:lnTo>
                  <a:lnTo>
                    <a:pt x="5492223" y="572267"/>
                  </a:lnTo>
                  <a:lnTo>
                    <a:pt x="5492223" y="571836"/>
                  </a:lnTo>
                  <a:lnTo>
                    <a:pt x="5492381" y="571836"/>
                  </a:lnTo>
                  <a:lnTo>
                    <a:pt x="5492539" y="571836"/>
                  </a:lnTo>
                  <a:lnTo>
                    <a:pt x="5492696" y="571836"/>
                  </a:lnTo>
                  <a:lnTo>
                    <a:pt x="5492696" y="571406"/>
                  </a:lnTo>
                  <a:lnTo>
                    <a:pt x="5492854" y="571406"/>
                  </a:lnTo>
                  <a:lnTo>
                    <a:pt x="5493012" y="571406"/>
                  </a:lnTo>
                  <a:lnTo>
                    <a:pt x="5493169" y="571406"/>
                  </a:lnTo>
                  <a:lnTo>
                    <a:pt x="5493327" y="571406"/>
                  </a:lnTo>
                  <a:lnTo>
                    <a:pt x="5493485" y="571406"/>
                  </a:lnTo>
                  <a:lnTo>
                    <a:pt x="5493643" y="571406"/>
                  </a:lnTo>
                  <a:lnTo>
                    <a:pt x="5493800" y="571406"/>
                  </a:lnTo>
                  <a:lnTo>
                    <a:pt x="5493958" y="571406"/>
                  </a:lnTo>
                  <a:lnTo>
                    <a:pt x="5493958" y="570975"/>
                  </a:lnTo>
                  <a:lnTo>
                    <a:pt x="5494116" y="570975"/>
                  </a:lnTo>
                  <a:lnTo>
                    <a:pt x="5494273" y="570975"/>
                  </a:lnTo>
                  <a:lnTo>
                    <a:pt x="5494431" y="570975"/>
                  </a:lnTo>
                  <a:lnTo>
                    <a:pt x="5494589" y="570975"/>
                  </a:lnTo>
                  <a:lnTo>
                    <a:pt x="5494747" y="570975"/>
                  </a:lnTo>
                  <a:lnTo>
                    <a:pt x="5494904" y="570975"/>
                  </a:lnTo>
                  <a:lnTo>
                    <a:pt x="5495062" y="570975"/>
                  </a:lnTo>
                  <a:lnTo>
                    <a:pt x="5495220" y="570975"/>
                  </a:lnTo>
                  <a:lnTo>
                    <a:pt x="5495377" y="570975"/>
                  </a:lnTo>
                  <a:lnTo>
                    <a:pt x="5495535" y="570975"/>
                  </a:lnTo>
                  <a:lnTo>
                    <a:pt x="5495693" y="570975"/>
                  </a:lnTo>
                  <a:lnTo>
                    <a:pt x="5495851" y="570975"/>
                  </a:lnTo>
                  <a:lnTo>
                    <a:pt x="5496008" y="570975"/>
                  </a:lnTo>
                  <a:lnTo>
                    <a:pt x="5496166" y="570975"/>
                  </a:lnTo>
                  <a:lnTo>
                    <a:pt x="5496324" y="570975"/>
                  </a:lnTo>
                  <a:lnTo>
                    <a:pt x="5496481" y="570975"/>
                  </a:lnTo>
                  <a:lnTo>
                    <a:pt x="5496639" y="570975"/>
                  </a:lnTo>
                  <a:lnTo>
                    <a:pt x="5496639" y="570545"/>
                  </a:lnTo>
                  <a:lnTo>
                    <a:pt x="5496797" y="570545"/>
                  </a:lnTo>
                  <a:lnTo>
                    <a:pt x="5496955" y="570545"/>
                  </a:lnTo>
                  <a:lnTo>
                    <a:pt x="5497112" y="570545"/>
                  </a:lnTo>
                  <a:lnTo>
                    <a:pt x="5497270" y="570545"/>
                  </a:lnTo>
                  <a:lnTo>
                    <a:pt x="5497428" y="570545"/>
                  </a:lnTo>
                  <a:lnTo>
                    <a:pt x="5497586" y="570545"/>
                  </a:lnTo>
                  <a:lnTo>
                    <a:pt x="5497743" y="570545"/>
                  </a:lnTo>
                  <a:lnTo>
                    <a:pt x="5497901" y="570545"/>
                  </a:lnTo>
                  <a:lnTo>
                    <a:pt x="5498059" y="570545"/>
                  </a:lnTo>
                  <a:lnTo>
                    <a:pt x="5498216" y="570545"/>
                  </a:lnTo>
                  <a:lnTo>
                    <a:pt x="5498374" y="570545"/>
                  </a:lnTo>
                  <a:lnTo>
                    <a:pt x="5498532" y="570545"/>
                  </a:lnTo>
                  <a:lnTo>
                    <a:pt x="5498690" y="570545"/>
                  </a:lnTo>
                  <a:lnTo>
                    <a:pt x="5498847" y="570545"/>
                  </a:lnTo>
                  <a:lnTo>
                    <a:pt x="5499005" y="570545"/>
                  </a:lnTo>
                  <a:lnTo>
                    <a:pt x="5499163" y="570545"/>
                  </a:lnTo>
                  <a:lnTo>
                    <a:pt x="5499320" y="570545"/>
                  </a:lnTo>
                  <a:lnTo>
                    <a:pt x="5499320" y="570114"/>
                  </a:lnTo>
                  <a:lnTo>
                    <a:pt x="5499320" y="569683"/>
                  </a:lnTo>
                  <a:lnTo>
                    <a:pt x="5499478" y="569683"/>
                  </a:lnTo>
                  <a:lnTo>
                    <a:pt x="5499636" y="569683"/>
                  </a:lnTo>
                  <a:lnTo>
                    <a:pt x="5499794" y="569683"/>
                  </a:lnTo>
                  <a:lnTo>
                    <a:pt x="5499951" y="569683"/>
                  </a:lnTo>
                  <a:lnTo>
                    <a:pt x="5500109" y="569683"/>
                  </a:lnTo>
                  <a:lnTo>
                    <a:pt x="5500267" y="569683"/>
                  </a:lnTo>
                  <a:lnTo>
                    <a:pt x="5500267" y="569253"/>
                  </a:lnTo>
                  <a:lnTo>
                    <a:pt x="5500424" y="569253"/>
                  </a:lnTo>
                  <a:lnTo>
                    <a:pt x="5500582" y="569253"/>
                  </a:lnTo>
                  <a:lnTo>
                    <a:pt x="5500740" y="569253"/>
                  </a:lnTo>
                  <a:lnTo>
                    <a:pt x="5500898" y="569253"/>
                  </a:lnTo>
                  <a:lnTo>
                    <a:pt x="5500898" y="568822"/>
                  </a:lnTo>
                  <a:lnTo>
                    <a:pt x="5501055" y="568822"/>
                  </a:lnTo>
                  <a:lnTo>
                    <a:pt x="5501213" y="568822"/>
                  </a:lnTo>
                  <a:lnTo>
                    <a:pt x="5501213" y="568392"/>
                  </a:lnTo>
                  <a:lnTo>
                    <a:pt x="5501371" y="568392"/>
                  </a:lnTo>
                  <a:lnTo>
                    <a:pt x="5501528" y="568392"/>
                  </a:lnTo>
                  <a:lnTo>
                    <a:pt x="5501686" y="568392"/>
                  </a:lnTo>
                  <a:lnTo>
                    <a:pt x="5501844" y="568392"/>
                  </a:lnTo>
                  <a:lnTo>
                    <a:pt x="5502002" y="568392"/>
                  </a:lnTo>
                  <a:lnTo>
                    <a:pt x="5502159" y="568392"/>
                  </a:lnTo>
                  <a:lnTo>
                    <a:pt x="5502159" y="567961"/>
                  </a:lnTo>
                  <a:lnTo>
                    <a:pt x="5502317" y="567961"/>
                  </a:lnTo>
                  <a:lnTo>
                    <a:pt x="5502475" y="567961"/>
                  </a:lnTo>
                  <a:lnTo>
                    <a:pt x="5502633" y="567961"/>
                  </a:lnTo>
                  <a:lnTo>
                    <a:pt x="5502790" y="567961"/>
                  </a:lnTo>
                  <a:lnTo>
                    <a:pt x="5502948" y="567961"/>
                  </a:lnTo>
                  <a:lnTo>
                    <a:pt x="5502948" y="567530"/>
                  </a:lnTo>
                  <a:lnTo>
                    <a:pt x="5503106" y="567530"/>
                  </a:lnTo>
                  <a:lnTo>
                    <a:pt x="5503106" y="567100"/>
                  </a:lnTo>
                  <a:lnTo>
                    <a:pt x="5503263" y="567100"/>
                  </a:lnTo>
                  <a:lnTo>
                    <a:pt x="5503421" y="567100"/>
                  </a:lnTo>
                  <a:lnTo>
                    <a:pt x="5503579" y="567100"/>
                  </a:lnTo>
                  <a:lnTo>
                    <a:pt x="5503579" y="566669"/>
                  </a:lnTo>
                  <a:lnTo>
                    <a:pt x="5503737" y="566669"/>
                  </a:lnTo>
                  <a:lnTo>
                    <a:pt x="5503894" y="566669"/>
                  </a:lnTo>
                  <a:lnTo>
                    <a:pt x="5503894" y="566239"/>
                  </a:lnTo>
                  <a:lnTo>
                    <a:pt x="5504052" y="566239"/>
                  </a:lnTo>
                  <a:lnTo>
                    <a:pt x="5504210" y="566239"/>
                  </a:lnTo>
                  <a:lnTo>
                    <a:pt x="5504367" y="566239"/>
                  </a:lnTo>
                  <a:lnTo>
                    <a:pt x="5504367" y="565808"/>
                  </a:lnTo>
                  <a:lnTo>
                    <a:pt x="5504525" y="565808"/>
                  </a:lnTo>
                  <a:lnTo>
                    <a:pt x="5504683" y="565808"/>
                  </a:lnTo>
                  <a:lnTo>
                    <a:pt x="5504841" y="565808"/>
                  </a:lnTo>
                  <a:lnTo>
                    <a:pt x="5504998" y="565808"/>
                  </a:lnTo>
                  <a:lnTo>
                    <a:pt x="5505156" y="565808"/>
                  </a:lnTo>
                  <a:lnTo>
                    <a:pt x="5505314" y="565808"/>
                  </a:lnTo>
                  <a:lnTo>
                    <a:pt x="5505471" y="565808"/>
                  </a:lnTo>
                  <a:lnTo>
                    <a:pt x="5505629" y="565808"/>
                  </a:lnTo>
                  <a:lnTo>
                    <a:pt x="5505787" y="565808"/>
                  </a:lnTo>
                  <a:lnTo>
                    <a:pt x="5505945" y="565808"/>
                  </a:lnTo>
                  <a:lnTo>
                    <a:pt x="5506102" y="565808"/>
                  </a:lnTo>
                  <a:lnTo>
                    <a:pt x="5506260" y="565808"/>
                  </a:lnTo>
                  <a:lnTo>
                    <a:pt x="5506418" y="565808"/>
                  </a:lnTo>
                  <a:lnTo>
                    <a:pt x="5506575" y="565808"/>
                  </a:lnTo>
                  <a:lnTo>
                    <a:pt x="5506733" y="565808"/>
                  </a:lnTo>
                  <a:lnTo>
                    <a:pt x="5506891" y="565808"/>
                  </a:lnTo>
                  <a:lnTo>
                    <a:pt x="5507049" y="565808"/>
                  </a:lnTo>
                  <a:lnTo>
                    <a:pt x="5507206" y="565808"/>
                  </a:lnTo>
                  <a:lnTo>
                    <a:pt x="5507364" y="565808"/>
                  </a:lnTo>
                  <a:lnTo>
                    <a:pt x="5507522" y="565808"/>
                  </a:lnTo>
                  <a:lnTo>
                    <a:pt x="5507679" y="565808"/>
                  </a:lnTo>
                  <a:lnTo>
                    <a:pt x="5507837" y="565808"/>
                  </a:lnTo>
                  <a:lnTo>
                    <a:pt x="5507995" y="565808"/>
                  </a:lnTo>
                  <a:lnTo>
                    <a:pt x="5508153" y="565808"/>
                  </a:lnTo>
                  <a:lnTo>
                    <a:pt x="5508310" y="565808"/>
                  </a:lnTo>
                  <a:lnTo>
                    <a:pt x="5508468" y="565808"/>
                  </a:lnTo>
                  <a:lnTo>
                    <a:pt x="5508626" y="565808"/>
                  </a:lnTo>
                  <a:lnTo>
                    <a:pt x="5508784" y="565808"/>
                  </a:lnTo>
                  <a:lnTo>
                    <a:pt x="5508941" y="565808"/>
                  </a:lnTo>
                  <a:lnTo>
                    <a:pt x="5509099" y="565808"/>
                  </a:lnTo>
                  <a:lnTo>
                    <a:pt x="5509257" y="565808"/>
                  </a:lnTo>
                  <a:lnTo>
                    <a:pt x="5509414" y="565808"/>
                  </a:lnTo>
                  <a:lnTo>
                    <a:pt x="5509572" y="565808"/>
                  </a:lnTo>
                  <a:lnTo>
                    <a:pt x="5509730" y="565808"/>
                  </a:lnTo>
                  <a:lnTo>
                    <a:pt x="5509888" y="565808"/>
                  </a:lnTo>
                  <a:lnTo>
                    <a:pt x="5510045" y="565808"/>
                  </a:lnTo>
                  <a:lnTo>
                    <a:pt x="5510203" y="565808"/>
                  </a:lnTo>
                  <a:lnTo>
                    <a:pt x="5510361" y="565808"/>
                  </a:lnTo>
                  <a:lnTo>
                    <a:pt x="5510518" y="565808"/>
                  </a:lnTo>
                  <a:lnTo>
                    <a:pt x="5510676" y="565808"/>
                  </a:lnTo>
                  <a:lnTo>
                    <a:pt x="5510834" y="565808"/>
                  </a:lnTo>
                  <a:lnTo>
                    <a:pt x="5510992" y="565808"/>
                  </a:lnTo>
                  <a:lnTo>
                    <a:pt x="5511149" y="565808"/>
                  </a:lnTo>
                  <a:lnTo>
                    <a:pt x="5511307" y="565808"/>
                  </a:lnTo>
                  <a:lnTo>
                    <a:pt x="5511465" y="565808"/>
                  </a:lnTo>
                  <a:lnTo>
                    <a:pt x="5511622" y="565808"/>
                  </a:lnTo>
                  <a:lnTo>
                    <a:pt x="5511622" y="565377"/>
                  </a:lnTo>
                  <a:lnTo>
                    <a:pt x="5511780" y="565377"/>
                  </a:lnTo>
                  <a:lnTo>
                    <a:pt x="5511938" y="565377"/>
                  </a:lnTo>
                  <a:lnTo>
                    <a:pt x="5512096" y="565377"/>
                  </a:lnTo>
                  <a:lnTo>
                    <a:pt x="5512253" y="565377"/>
                  </a:lnTo>
                  <a:lnTo>
                    <a:pt x="5512411" y="565377"/>
                  </a:lnTo>
                  <a:lnTo>
                    <a:pt x="5512569" y="565377"/>
                  </a:lnTo>
                  <a:lnTo>
                    <a:pt x="5512726" y="565377"/>
                  </a:lnTo>
                  <a:lnTo>
                    <a:pt x="5512884" y="565377"/>
                  </a:lnTo>
                  <a:lnTo>
                    <a:pt x="5513042" y="565377"/>
                  </a:lnTo>
                  <a:lnTo>
                    <a:pt x="5513200" y="565377"/>
                  </a:lnTo>
                  <a:lnTo>
                    <a:pt x="5513200" y="564947"/>
                  </a:lnTo>
                  <a:lnTo>
                    <a:pt x="5513357" y="564947"/>
                  </a:lnTo>
                  <a:lnTo>
                    <a:pt x="5513515" y="564947"/>
                  </a:lnTo>
                  <a:lnTo>
                    <a:pt x="5513673" y="564947"/>
                  </a:lnTo>
                  <a:lnTo>
                    <a:pt x="5513673" y="564516"/>
                  </a:lnTo>
                  <a:lnTo>
                    <a:pt x="5513673" y="564086"/>
                  </a:lnTo>
                  <a:lnTo>
                    <a:pt x="5513831" y="564086"/>
                  </a:lnTo>
                  <a:lnTo>
                    <a:pt x="5513988" y="564086"/>
                  </a:lnTo>
                  <a:lnTo>
                    <a:pt x="5514146" y="564086"/>
                  </a:lnTo>
                  <a:lnTo>
                    <a:pt x="5514304" y="564086"/>
                  </a:lnTo>
                  <a:lnTo>
                    <a:pt x="5514461" y="564086"/>
                  </a:lnTo>
                  <a:lnTo>
                    <a:pt x="5514619" y="564086"/>
                  </a:lnTo>
                  <a:lnTo>
                    <a:pt x="5514619" y="563655"/>
                  </a:lnTo>
                  <a:lnTo>
                    <a:pt x="5514777" y="563655"/>
                  </a:lnTo>
                  <a:lnTo>
                    <a:pt x="5514935" y="563655"/>
                  </a:lnTo>
                  <a:lnTo>
                    <a:pt x="5515092" y="563655"/>
                  </a:lnTo>
                  <a:lnTo>
                    <a:pt x="5515250" y="563655"/>
                  </a:lnTo>
                  <a:lnTo>
                    <a:pt x="5515408" y="563655"/>
                  </a:lnTo>
                  <a:lnTo>
                    <a:pt x="5515408" y="563224"/>
                  </a:lnTo>
                  <a:lnTo>
                    <a:pt x="5515408" y="562794"/>
                  </a:lnTo>
                  <a:lnTo>
                    <a:pt x="5515565" y="562794"/>
                  </a:lnTo>
                  <a:lnTo>
                    <a:pt x="5515723" y="562794"/>
                  </a:lnTo>
                  <a:lnTo>
                    <a:pt x="5515881" y="562794"/>
                  </a:lnTo>
                  <a:lnTo>
                    <a:pt x="5516039" y="562794"/>
                  </a:lnTo>
                  <a:lnTo>
                    <a:pt x="5516196" y="562794"/>
                  </a:lnTo>
                  <a:lnTo>
                    <a:pt x="5516354" y="562794"/>
                  </a:lnTo>
                  <a:lnTo>
                    <a:pt x="5516512" y="562794"/>
                  </a:lnTo>
                  <a:lnTo>
                    <a:pt x="5516669" y="562794"/>
                  </a:lnTo>
                  <a:lnTo>
                    <a:pt x="5516827" y="562794"/>
                  </a:lnTo>
                  <a:lnTo>
                    <a:pt x="5516985" y="562794"/>
                  </a:lnTo>
                  <a:lnTo>
                    <a:pt x="5517143" y="562794"/>
                  </a:lnTo>
                  <a:lnTo>
                    <a:pt x="5517300" y="562794"/>
                  </a:lnTo>
                  <a:lnTo>
                    <a:pt x="5517458" y="562794"/>
                  </a:lnTo>
                  <a:lnTo>
                    <a:pt x="5517616" y="562794"/>
                  </a:lnTo>
                  <a:lnTo>
                    <a:pt x="5517773" y="562794"/>
                  </a:lnTo>
                  <a:lnTo>
                    <a:pt x="5517931" y="562794"/>
                  </a:lnTo>
                  <a:lnTo>
                    <a:pt x="5518089" y="562794"/>
                  </a:lnTo>
                  <a:lnTo>
                    <a:pt x="5518247" y="562794"/>
                  </a:lnTo>
                  <a:lnTo>
                    <a:pt x="5518404" y="562794"/>
                  </a:lnTo>
                  <a:lnTo>
                    <a:pt x="5518562" y="562794"/>
                  </a:lnTo>
                  <a:lnTo>
                    <a:pt x="5518720" y="562794"/>
                  </a:lnTo>
                  <a:lnTo>
                    <a:pt x="5518877" y="562794"/>
                  </a:lnTo>
                  <a:lnTo>
                    <a:pt x="5519035" y="562794"/>
                  </a:lnTo>
                  <a:lnTo>
                    <a:pt x="5519193" y="562794"/>
                  </a:lnTo>
                  <a:lnTo>
                    <a:pt x="5519351" y="562794"/>
                  </a:lnTo>
                  <a:lnTo>
                    <a:pt x="5519508" y="562794"/>
                  </a:lnTo>
                  <a:lnTo>
                    <a:pt x="5519666" y="562794"/>
                  </a:lnTo>
                  <a:lnTo>
                    <a:pt x="5519824" y="562794"/>
                  </a:lnTo>
                  <a:lnTo>
                    <a:pt x="5519824" y="562363"/>
                  </a:lnTo>
                  <a:lnTo>
                    <a:pt x="5519982" y="562363"/>
                  </a:lnTo>
                  <a:lnTo>
                    <a:pt x="5520139" y="562363"/>
                  </a:lnTo>
                  <a:lnTo>
                    <a:pt x="5520297" y="562363"/>
                  </a:lnTo>
                  <a:lnTo>
                    <a:pt x="5520455" y="562363"/>
                  </a:lnTo>
                  <a:lnTo>
                    <a:pt x="5520612" y="562363"/>
                  </a:lnTo>
                  <a:lnTo>
                    <a:pt x="5520770" y="562363"/>
                  </a:lnTo>
                  <a:lnTo>
                    <a:pt x="5520928" y="562363"/>
                  </a:lnTo>
                  <a:lnTo>
                    <a:pt x="5521086" y="562363"/>
                  </a:lnTo>
                  <a:lnTo>
                    <a:pt x="5521243" y="562363"/>
                  </a:lnTo>
                  <a:lnTo>
                    <a:pt x="5521401" y="562363"/>
                  </a:lnTo>
                  <a:lnTo>
                    <a:pt x="5521559" y="562363"/>
                  </a:lnTo>
                  <a:lnTo>
                    <a:pt x="5521716" y="562363"/>
                  </a:lnTo>
                  <a:lnTo>
                    <a:pt x="5521874" y="562363"/>
                  </a:lnTo>
                  <a:lnTo>
                    <a:pt x="5522032" y="562363"/>
                  </a:lnTo>
                  <a:lnTo>
                    <a:pt x="5522190" y="562363"/>
                  </a:lnTo>
                  <a:lnTo>
                    <a:pt x="5522347" y="562363"/>
                  </a:lnTo>
                  <a:lnTo>
                    <a:pt x="5522505" y="562363"/>
                  </a:lnTo>
                  <a:lnTo>
                    <a:pt x="5522663" y="562363"/>
                  </a:lnTo>
                  <a:lnTo>
                    <a:pt x="5522820" y="562363"/>
                  </a:lnTo>
                  <a:lnTo>
                    <a:pt x="5522978" y="562363"/>
                  </a:lnTo>
                  <a:lnTo>
                    <a:pt x="5523136" y="562363"/>
                  </a:lnTo>
                  <a:lnTo>
                    <a:pt x="5523294" y="562363"/>
                  </a:lnTo>
                  <a:lnTo>
                    <a:pt x="5523294" y="561933"/>
                  </a:lnTo>
                  <a:lnTo>
                    <a:pt x="5523451" y="561933"/>
                  </a:lnTo>
                  <a:lnTo>
                    <a:pt x="5523609" y="561933"/>
                  </a:lnTo>
                  <a:lnTo>
                    <a:pt x="5523767" y="561933"/>
                  </a:lnTo>
                  <a:lnTo>
                    <a:pt x="5523924" y="561933"/>
                  </a:lnTo>
                  <a:lnTo>
                    <a:pt x="5524082" y="561933"/>
                  </a:lnTo>
                  <a:lnTo>
                    <a:pt x="5524240" y="561933"/>
                  </a:lnTo>
                  <a:lnTo>
                    <a:pt x="5524398" y="561933"/>
                  </a:lnTo>
                  <a:lnTo>
                    <a:pt x="5524555" y="561933"/>
                  </a:lnTo>
                  <a:lnTo>
                    <a:pt x="5524713" y="561933"/>
                  </a:lnTo>
                  <a:lnTo>
                    <a:pt x="5524871" y="561933"/>
                  </a:lnTo>
                  <a:lnTo>
                    <a:pt x="5525029" y="561933"/>
                  </a:lnTo>
                  <a:lnTo>
                    <a:pt x="5525186" y="561933"/>
                  </a:lnTo>
                  <a:lnTo>
                    <a:pt x="5525344" y="561933"/>
                  </a:lnTo>
                  <a:lnTo>
                    <a:pt x="5525502" y="561933"/>
                  </a:lnTo>
                  <a:lnTo>
                    <a:pt x="5525659" y="561933"/>
                  </a:lnTo>
                  <a:lnTo>
                    <a:pt x="5525659" y="561502"/>
                  </a:lnTo>
                  <a:lnTo>
                    <a:pt x="5525817" y="561502"/>
                  </a:lnTo>
                  <a:lnTo>
                    <a:pt x="5525975" y="561502"/>
                  </a:lnTo>
                  <a:lnTo>
                    <a:pt x="5526133" y="561502"/>
                  </a:lnTo>
                  <a:lnTo>
                    <a:pt x="5526133" y="561071"/>
                  </a:lnTo>
                  <a:lnTo>
                    <a:pt x="5526290" y="561071"/>
                  </a:lnTo>
                  <a:lnTo>
                    <a:pt x="5526448" y="561071"/>
                  </a:lnTo>
                  <a:lnTo>
                    <a:pt x="5526606" y="561071"/>
                  </a:lnTo>
                  <a:lnTo>
                    <a:pt x="5526763" y="561071"/>
                  </a:lnTo>
                  <a:lnTo>
                    <a:pt x="5526763" y="560641"/>
                  </a:lnTo>
                  <a:lnTo>
                    <a:pt x="5526921" y="560641"/>
                  </a:lnTo>
                  <a:lnTo>
                    <a:pt x="5527079" y="560641"/>
                  </a:lnTo>
                  <a:lnTo>
                    <a:pt x="5527237" y="560641"/>
                  </a:lnTo>
                  <a:lnTo>
                    <a:pt x="5527394" y="560641"/>
                  </a:lnTo>
                  <a:lnTo>
                    <a:pt x="5527552" y="560641"/>
                  </a:lnTo>
                  <a:lnTo>
                    <a:pt x="5527710" y="560641"/>
                  </a:lnTo>
                  <a:lnTo>
                    <a:pt x="5527867" y="560641"/>
                  </a:lnTo>
                  <a:lnTo>
                    <a:pt x="5528025" y="560641"/>
                  </a:lnTo>
                  <a:lnTo>
                    <a:pt x="5528183" y="560641"/>
                  </a:lnTo>
                  <a:lnTo>
                    <a:pt x="5528341" y="560641"/>
                  </a:lnTo>
                  <a:lnTo>
                    <a:pt x="5528498" y="560641"/>
                  </a:lnTo>
                  <a:lnTo>
                    <a:pt x="5528656" y="560641"/>
                  </a:lnTo>
                  <a:lnTo>
                    <a:pt x="5528814" y="560641"/>
                  </a:lnTo>
                  <a:lnTo>
                    <a:pt x="5528971" y="560641"/>
                  </a:lnTo>
                  <a:lnTo>
                    <a:pt x="5529129" y="560641"/>
                  </a:lnTo>
                  <a:lnTo>
                    <a:pt x="5529287" y="560641"/>
                  </a:lnTo>
                  <a:lnTo>
                    <a:pt x="5529445" y="560641"/>
                  </a:lnTo>
                  <a:lnTo>
                    <a:pt x="5529602" y="560641"/>
                  </a:lnTo>
                  <a:lnTo>
                    <a:pt x="5529760" y="560641"/>
                  </a:lnTo>
                  <a:lnTo>
                    <a:pt x="5529918" y="560641"/>
                  </a:lnTo>
                  <a:lnTo>
                    <a:pt x="5530075" y="560641"/>
                  </a:lnTo>
                  <a:lnTo>
                    <a:pt x="5530233" y="560641"/>
                  </a:lnTo>
                  <a:lnTo>
                    <a:pt x="5530391" y="560641"/>
                  </a:lnTo>
                  <a:lnTo>
                    <a:pt x="5530549" y="560641"/>
                  </a:lnTo>
                  <a:lnTo>
                    <a:pt x="5530706" y="560641"/>
                  </a:lnTo>
                  <a:lnTo>
                    <a:pt x="5530864" y="560641"/>
                  </a:lnTo>
                  <a:lnTo>
                    <a:pt x="5531022" y="560641"/>
                  </a:lnTo>
                  <a:lnTo>
                    <a:pt x="5531180" y="560641"/>
                  </a:lnTo>
                  <a:lnTo>
                    <a:pt x="5531337" y="560641"/>
                  </a:lnTo>
                  <a:lnTo>
                    <a:pt x="5531495" y="560641"/>
                  </a:lnTo>
                  <a:lnTo>
                    <a:pt x="5531653" y="560641"/>
                  </a:lnTo>
                  <a:lnTo>
                    <a:pt x="5531810" y="560641"/>
                  </a:lnTo>
                  <a:lnTo>
                    <a:pt x="5531968" y="560641"/>
                  </a:lnTo>
                  <a:lnTo>
                    <a:pt x="5532126" y="560641"/>
                  </a:lnTo>
                  <a:lnTo>
                    <a:pt x="5532284" y="560641"/>
                  </a:lnTo>
                  <a:lnTo>
                    <a:pt x="5532441" y="560641"/>
                  </a:lnTo>
                  <a:lnTo>
                    <a:pt x="5532599" y="560641"/>
                  </a:lnTo>
                  <a:lnTo>
                    <a:pt x="5532757" y="560641"/>
                  </a:lnTo>
                  <a:lnTo>
                    <a:pt x="5532914" y="560641"/>
                  </a:lnTo>
                  <a:lnTo>
                    <a:pt x="5533072" y="560641"/>
                  </a:lnTo>
                  <a:lnTo>
                    <a:pt x="5533230" y="560641"/>
                  </a:lnTo>
                  <a:lnTo>
                    <a:pt x="5533388" y="560641"/>
                  </a:lnTo>
                  <a:lnTo>
                    <a:pt x="5533388" y="560210"/>
                  </a:lnTo>
                  <a:lnTo>
                    <a:pt x="5533545" y="560210"/>
                  </a:lnTo>
                  <a:lnTo>
                    <a:pt x="5533703" y="560210"/>
                  </a:lnTo>
                  <a:lnTo>
                    <a:pt x="5533861" y="560210"/>
                  </a:lnTo>
                  <a:lnTo>
                    <a:pt x="5534018" y="560210"/>
                  </a:lnTo>
                  <a:lnTo>
                    <a:pt x="5534176" y="560210"/>
                  </a:lnTo>
                  <a:lnTo>
                    <a:pt x="5534334" y="560210"/>
                  </a:lnTo>
                  <a:lnTo>
                    <a:pt x="5534492" y="560210"/>
                  </a:lnTo>
                  <a:lnTo>
                    <a:pt x="5534649" y="560210"/>
                  </a:lnTo>
                  <a:lnTo>
                    <a:pt x="5534807" y="560210"/>
                  </a:lnTo>
                  <a:lnTo>
                    <a:pt x="5534965" y="560210"/>
                  </a:lnTo>
                  <a:lnTo>
                    <a:pt x="5535122" y="560210"/>
                  </a:lnTo>
                  <a:lnTo>
                    <a:pt x="5535280" y="560210"/>
                  </a:lnTo>
                  <a:lnTo>
                    <a:pt x="5535438" y="560210"/>
                  </a:lnTo>
                  <a:lnTo>
                    <a:pt x="5535596" y="560210"/>
                  </a:lnTo>
                  <a:lnTo>
                    <a:pt x="5535596" y="559780"/>
                  </a:lnTo>
                  <a:lnTo>
                    <a:pt x="5535753" y="559780"/>
                  </a:lnTo>
                  <a:lnTo>
                    <a:pt x="5535911" y="559780"/>
                  </a:lnTo>
                  <a:lnTo>
                    <a:pt x="5536069" y="559780"/>
                  </a:lnTo>
                  <a:lnTo>
                    <a:pt x="5536227" y="559780"/>
                  </a:lnTo>
                  <a:lnTo>
                    <a:pt x="5536384" y="559780"/>
                  </a:lnTo>
                  <a:lnTo>
                    <a:pt x="5536542" y="559780"/>
                  </a:lnTo>
                  <a:lnTo>
                    <a:pt x="5536700" y="559780"/>
                  </a:lnTo>
                  <a:lnTo>
                    <a:pt x="5536857" y="559780"/>
                  </a:lnTo>
                  <a:lnTo>
                    <a:pt x="5537015" y="559780"/>
                  </a:lnTo>
                  <a:lnTo>
                    <a:pt x="5537173" y="559780"/>
                  </a:lnTo>
                  <a:lnTo>
                    <a:pt x="5537331" y="559780"/>
                  </a:lnTo>
                  <a:lnTo>
                    <a:pt x="5537488" y="559780"/>
                  </a:lnTo>
                  <a:lnTo>
                    <a:pt x="5537488" y="559349"/>
                  </a:lnTo>
                  <a:lnTo>
                    <a:pt x="5537646" y="559349"/>
                  </a:lnTo>
                  <a:lnTo>
                    <a:pt x="5537804" y="559349"/>
                  </a:lnTo>
                  <a:lnTo>
                    <a:pt x="5537961" y="559349"/>
                  </a:lnTo>
                  <a:lnTo>
                    <a:pt x="5538119" y="559349"/>
                  </a:lnTo>
                  <a:lnTo>
                    <a:pt x="5538277" y="559349"/>
                  </a:lnTo>
                  <a:lnTo>
                    <a:pt x="5538435" y="559349"/>
                  </a:lnTo>
                  <a:lnTo>
                    <a:pt x="5538592" y="559349"/>
                  </a:lnTo>
                  <a:lnTo>
                    <a:pt x="5538750" y="559349"/>
                  </a:lnTo>
                  <a:lnTo>
                    <a:pt x="5538908" y="559349"/>
                  </a:lnTo>
                  <a:lnTo>
                    <a:pt x="5539065" y="559349"/>
                  </a:lnTo>
                  <a:lnTo>
                    <a:pt x="5539223" y="559349"/>
                  </a:lnTo>
                  <a:lnTo>
                    <a:pt x="5539223" y="558918"/>
                  </a:lnTo>
                  <a:lnTo>
                    <a:pt x="5539381" y="558918"/>
                  </a:lnTo>
                  <a:lnTo>
                    <a:pt x="5539539" y="558918"/>
                  </a:lnTo>
                  <a:lnTo>
                    <a:pt x="5539696" y="558918"/>
                  </a:lnTo>
                  <a:lnTo>
                    <a:pt x="5539854" y="558918"/>
                  </a:lnTo>
                  <a:lnTo>
                    <a:pt x="5540012" y="558918"/>
                  </a:lnTo>
                  <a:lnTo>
                    <a:pt x="5540169" y="558918"/>
                  </a:lnTo>
                  <a:lnTo>
                    <a:pt x="5540327" y="558918"/>
                  </a:lnTo>
                  <a:lnTo>
                    <a:pt x="5540327" y="558488"/>
                  </a:lnTo>
                  <a:lnTo>
                    <a:pt x="5540485" y="558488"/>
                  </a:lnTo>
                  <a:lnTo>
                    <a:pt x="5540643" y="558488"/>
                  </a:lnTo>
                  <a:lnTo>
                    <a:pt x="5540800" y="558488"/>
                  </a:lnTo>
                  <a:lnTo>
                    <a:pt x="5540958" y="558488"/>
                  </a:lnTo>
                  <a:lnTo>
                    <a:pt x="5540958" y="558057"/>
                  </a:lnTo>
                  <a:lnTo>
                    <a:pt x="5541116" y="558057"/>
                  </a:lnTo>
                  <a:lnTo>
                    <a:pt x="5541273" y="558057"/>
                  </a:lnTo>
                  <a:lnTo>
                    <a:pt x="5541431" y="558057"/>
                  </a:lnTo>
                  <a:lnTo>
                    <a:pt x="5541589" y="558057"/>
                  </a:lnTo>
                  <a:lnTo>
                    <a:pt x="5541747" y="558057"/>
                  </a:lnTo>
                  <a:lnTo>
                    <a:pt x="5541904" y="558057"/>
                  </a:lnTo>
                  <a:lnTo>
                    <a:pt x="5542062" y="558057"/>
                  </a:lnTo>
                  <a:lnTo>
                    <a:pt x="5542220" y="558057"/>
                  </a:lnTo>
                  <a:lnTo>
                    <a:pt x="5542378" y="558057"/>
                  </a:lnTo>
                  <a:lnTo>
                    <a:pt x="5542535" y="558057"/>
                  </a:lnTo>
                  <a:lnTo>
                    <a:pt x="5542693" y="558057"/>
                  </a:lnTo>
                  <a:lnTo>
                    <a:pt x="5542851" y="558057"/>
                  </a:lnTo>
                  <a:lnTo>
                    <a:pt x="5543008" y="558057"/>
                  </a:lnTo>
                  <a:lnTo>
                    <a:pt x="5543166" y="558057"/>
                  </a:lnTo>
                  <a:lnTo>
                    <a:pt x="5543324" y="558057"/>
                  </a:lnTo>
                  <a:lnTo>
                    <a:pt x="5543324" y="557627"/>
                  </a:lnTo>
                  <a:lnTo>
                    <a:pt x="5543324" y="557196"/>
                  </a:lnTo>
                  <a:lnTo>
                    <a:pt x="5543482" y="557196"/>
                  </a:lnTo>
                  <a:lnTo>
                    <a:pt x="5543639" y="557196"/>
                  </a:lnTo>
                  <a:lnTo>
                    <a:pt x="5543797" y="557196"/>
                  </a:lnTo>
                  <a:lnTo>
                    <a:pt x="5543797" y="556765"/>
                  </a:lnTo>
                  <a:lnTo>
                    <a:pt x="5543955" y="556765"/>
                  </a:lnTo>
                  <a:lnTo>
                    <a:pt x="5544112" y="556765"/>
                  </a:lnTo>
                  <a:lnTo>
                    <a:pt x="5544270" y="556765"/>
                  </a:lnTo>
                  <a:lnTo>
                    <a:pt x="5544428" y="556765"/>
                  </a:lnTo>
                  <a:lnTo>
                    <a:pt x="5544586" y="556765"/>
                  </a:lnTo>
                  <a:lnTo>
                    <a:pt x="5544743" y="556765"/>
                  </a:lnTo>
                  <a:lnTo>
                    <a:pt x="5544901" y="556765"/>
                  </a:lnTo>
                  <a:lnTo>
                    <a:pt x="5545059" y="556765"/>
                  </a:lnTo>
                  <a:lnTo>
                    <a:pt x="5545216" y="556765"/>
                  </a:lnTo>
                  <a:lnTo>
                    <a:pt x="5545374" y="556765"/>
                  </a:lnTo>
                  <a:lnTo>
                    <a:pt x="5545532" y="556765"/>
                  </a:lnTo>
                  <a:lnTo>
                    <a:pt x="5545690" y="556765"/>
                  </a:lnTo>
                  <a:lnTo>
                    <a:pt x="5545847" y="556765"/>
                  </a:lnTo>
                  <a:lnTo>
                    <a:pt x="5546005" y="556765"/>
                  </a:lnTo>
                  <a:lnTo>
                    <a:pt x="5546163" y="556765"/>
                  </a:lnTo>
                  <a:lnTo>
                    <a:pt x="5546320" y="556765"/>
                  </a:lnTo>
                  <a:lnTo>
                    <a:pt x="5546478" y="556765"/>
                  </a:lnTo>
                  <a:lnTo>
                    <a:pt x="5546636" y="556765"/>
                  </a:lnTo>
                  <a:lnTo>
                    <a:pt x="5546794" y="556765"/>
                  </a:lnTo>
                  <a:lnTo>
                    <a:pt x="5546951" y="556765"/>
                  </a:lnTo>
                  <a:lnTo>
                    <a:pt x="5547109" y="556765"/>
                  </a:lnTo>
                  <a:lnTo>
                    <a:pt x="5547267" y="556765"/>
                  </a:lnTo>
                  <a:lnTo>
                    <a:pt x="5547425" y="556765"/>
                  </a:lnTo>
                  <a:lnTo>
                    <a:pt x="5547582" y="556765"/>
                  </a:lnTo>
                  <a:lnTo>
                    <a:pt x="5547740" y="556765"/>
                  </a:lnTo>
                  <a:lnTo>
                    <a:pt x="5547898" y="556765"/>
                  </a:lnTo>
                  <a:lnTo>
                    <a:pt x="5548055" y="556765"/>
                  </a:lnTo>
                  <a:lnTo>
                    <a:pt x="5548213" y="556765"/>
                  </a:lnTo>
                  <a:lnTo>
                    <a:pt x="5548371" y="556765"/>
                  </a:lnTo>
                  <a:lnTo>
                    <a:pt x="5548529" y="556765"/>
                  </a:lnTo>
                  <a:lnTo>
                    <a:pt x="5548529" y="556335"/>
                  </a:lnTo>
                  <a:lnTo>
                    <a:pt x="5548686" y="556335"/>
                  </a:lnTo>
                  <a:lnTo>
                    <a:pt x="5548686" y="555904"/>
                  </a:lnTo>
                  <a:lnTo>
                    <a:pt x="5548686" y="555474"/>
                  </a:lnTo>
                  <a:lnTo>
                    <a:pt x="5548844" y="555474"/>
                  </a:lnTo>
                  <a:lnTo>
                    <a:pt x="5549002" y="555474"/>
                  </a:lnTo>
                  <a:lnTo>
                    <a:pt x="5549159" y="555474"/>
                  </a:lnTo>
                  <a:lnTo>
                    <a:pt x="5549317" y="555474"/>
                  </a:lnTo>
                  <a:lnTo>
                    <a:pt x="5549475" y="555474"/>
                  </a:lnTo>
                  <a:lnTo>
                    <a:pt x="5549633" y="555474"/>
                  </a:lnTo>
                  <a:lnTo>
                    <a:pt x="5549633" y="555043"/>
                  </a:lnTo>
                  <a:lnTo>
                    <a:pt x="5549633" y="554612"/>
                  </a:lnTo>
                  <a:lnTo>
                    <a:pt x="5549790" y="554612"/>
                  </a:lnTo>
                  <a:lnTo>
                    <a:pt x="5549948" y="554612"/>
                  </a:lnTo>
                  <a:lnTo>
                    <a:pt x="5550106" y="554612"/>
                  </a:lnTo>
                  <a:lnTo>
                    <a:pt x="5550263" y="554612"/>
                  </a:lnTo>
                  <a:lnTo>
                    <a:pt x="5550421" y="554612"/>
                  </a:lnTo>
                  <a:lnTo>
                    <a:pt x="5550579" y="554612"/>
                  </a:lnTo>
                  <a:lnTo>
                    <a:pt x="5550737" y="554612"/>
                  </a:lnTo>
                  <a:lnTo>
                    <a:pt x="5550894" y="554612"/>
                  </a:lnTo>
                  <a:lnTo>
                    <a:pt x="5551052" y="554612"/>
                  </a:lnTo>
                  <a:lnTo>
                    <a:pt x="5551210" y="554612"/>
                  </a:lnTo>
                  <a:lnTo>
                    <a:pt x="5551367" y="554612"/>
                  </a:lnTo>
                  <a:lnTo>
                    <a:pt x="5551525" y="554612"/>
                  </a:lnTo>
                  <a:lnTo>
                    <a:pt x="5551683" y="554612"/>
                  </a:lnTo>
                  <a:lnTo>
                    <a:pt x="5551841" y="554612"/>
                  </a:lnTo>
                  <a:lnTo>
                    <a:pt x="5551841" y="554182"/>
                  </a:lnTo>
                  <a:lnTo>
                    <a:pt x="5551841" y="553751"/>
                  </a:lnTo>
                  <a:lnTo>
                    <a:pt x="5551998" y="553751"/>
                  </a:lnTo>
                  <a:lnTo>
                    <a:pt x="5552156" y="553751"/>
                  </a:lnTo>
                  <a:lnTo>
                    <a:pt x="5552314" y="553751"/>
                  </a:lnTo>
                  <a:lnTo>
                    <a:pt x="5552314" y="553321"/>
                  </a:lnTo>
                  <a:lnTo>
                    <a:pt x="5552471" y="553321"/>
                  </a:lnTo>
                  <a:lnTo>
                    <a:pt x="5552629" y="553321"/>
                  </a:lnTo>
                  <a:lnTo>
                    <a:pt x="5552787" y="553321"/>
                  </a:lnTo>
                  <a:lnTo>
                    <a:pt x="5552945" y="553321"/>
                  </a:lnTo>
                  <a:lnTo>
                    <a:pt x="5552945" y="552890"/>
                  </a:lnTo>
                  <a:lnTo>
                    <a:pt x="5553102" y="552890"/>
                  </a:lnTo>
                  <a:lnTo>
                    <a:pt x="5553260" y="552890"/>
                  </a:lnTo>
                  <a:lnTo>
                    <a:pt x="5553418" y="552890"/>
                  </a:lnTo>
                  <a:lnTo>
                    <a:pt x="5553576" y="552890"/>
                  </a:lnTo>
                  <a:lnTo>
                    <a:pt x="5553733" y="552890"/>
                  </a:lnTo>
                  <a:lnTo>
                    <a:pt x="5553891" y="552890"/>
                  </a:lnTo>
                  <a:lnTo>
                    <a:pt x="5554049" y="552890"/>
                  </a:lnTo>
                  <a:lnTo>
                    <a:pt x="5554206" y="552890"/>
                  </a:lnTo>
                  <a:lnTo>
                    <a:pt x="5554364" y="552890"/>
                  </a:lnTo>
                  <a:lnTo>
                    <a:pt x="5554364" y="552459"/>
                  </a:lnTo>
                  <a:lnTo>
                    <a:pt x="5554522" y="552459"/>
                  </a:lnTo>
                  <a:lnTo>
                    <a:pt x="5554680" y="552459"/>
                  </a:lnTo>
                  <a:lnTo>
                    <a:pt x="5554837" y="552459"/>
                  </a:lnTo>
                  <a:lnTo>
                    <a:pt x="5554995" y="552459"/>
                  </a:lnTo>
                  <a:lnTo>
                    <a:pt x="5555153" y="552459"/>
                  </a:lnTo>
                  <a:lnTo>
                    <a:pt x="5555310" y="552459"/>
                  </a:lnTo>
                  <a:lnTo>
                    <a:pt x="5555468" y="552459"/>
                  </a:lnTo>
                  <a:lnTo>
                    <a:pt x="5555626" y="552459"/>
                  </a:lnTo>
                  <a:lnTo>
                    <a:pt x="5555626" y="552029"/>
                  </a:lnTo>
                  <a:lnTo>
                    <a:pt x="5555784" y="552029"/>
                  </a:lnTo>
                  <a:lnTo>
                    <a:pt x="5555941" y="552029"/>
                  </a:lnTo>
                  <a:lnTo>
                    <a:pt x="5556099" y="552029"/>
                  </a:lnTo>
                  <a:lnTo>
                    <a:pt x="5556257" y="552029"/>
                  </a:lnTo>
                  <a:lnTo>
                    <a:pt x="5556257" y="551598"/>
                  </a:lnTo>
                  <a:lnTo>
                    <a:pt x="5556414" y="551598"/>
                  </a:lnTo>
                  <a:lnTo>
                    <a:pt x="5556572" y="551598"/>
                  </a:lnTo>
                  <a:lnTo>
                    <a:pt x="5556572" y="551168"/>
                  </a:lnTo>
                  <a:lnTo>
                    <a:pt x="5556730" y="551168"/>
                  </a:lnTo>
                  <a:lnTo>
                    <a:pt x="5556730" y="550737"/>
                  </a:lnTo>
                  <a:lnTo>
                    <a:pt x="5556888" y="550737"/>
                  </a:lnTo>
                  <a:lnTo>
                    <a:pt x="5557045" y="550737"/>
                  </a:lnTo>
                  <a:lnTo>
                    <a:pt x="5557203" y="550737"/>
                  </a:lnTo>
                  <a:lnTo>
                    <a:pt x="5557361" y="550737"/>
                  </a:lnTo>
                  <a:lnTo>
                    <a:pt x="5557518" y="550737"/>
                  </a:lnTo>
                  <a:lnTo>
                    <a:pt x="5557676" y="550737"/>
                  </a:lnTo>
                  <a:lnTo>
                    <a:pt x="5557834" y="550737"/>
                  </a:lnTo>
                  <a:lnTo>
                    <a:pt x="5557992" y="550737"/>
                  </a:lnTo>
                  <a:lnTo>
                    <a:pt x="5558149" y="550737"/>
                  </a:lnTo>
                  <a:lnTo>
                    <a:pt x="5558307" y="550737"/>
                  </a:lnTo>
                  <a:lnTo>
                    <a:pt x="5558307" y="550306"/>
                  </a:lnTo>
                  <a:lnTo>
                    <a:pt x="5558465" y="550306"/>
                  </a:lnTo>
                  <a:lnTo>
                    <a:pt x="5558622" y="550306"/>
                  </a:lnTo>
                  <a:lnTo>
                    <a:pt x="5558622" y="549876"/>
                  </a:lnTo>
                  <a:lnTo>
                    <a:pt x="5558780" y="549876"/>
                  </a:lnTo>
                  <a:lnTo>
                    <a:pt x="5558938" y="549876"/>
                  </a:lnTo>
                  <a:lnTo>
                    <a:pt x="5559096" y="549876"/>
                  </a:lnTo>
                  <a:lnTo>
                    <a:pt x="5559253" y="549876"/>
                  </a:lnTo>
                  <a:lnTo>
                    <a:pt x="5559411" y="549876"/>
                  </a:lnTo>
                  <a:lnTo>
                    <a:pt x="5559569" y="549876"/>
                  </a:lnTo>
                  <a:lnTo>
                    <a:pt x="5559727" y="549876"/>
                  </a:lnTo>
                  <a:lnTo>
                    <a:pt x="5559727" y="549445"/>
                  </a:lnTo>
                  <a:lnTo>
                    <a:pt x="5559884" y="549445"/>
                  </a:lnTo>
                  <a:lnTo>
                    <a:pt x="5560042" y="549445"/>
                  </a:lnTo>
                  <a:lnTo>
                    <a:pt x="5560200" y="549445"/>
                  </a:lnTo>
                  <a:lnTo>
                    <a:pt x="5560357" y="549445"/>
                  </a:lnTo>
                  <a:lnTo>
                    <a:pt x="5560515" y="549445"/>
                  </a:lnTo>
                  <a:lnTo>
                    <a:pt x="5560673" y="549445"/>
                  </a:lnTo>
                  <a:lnTo>
                    <a:pt x="5560831" y="549445"/>
                  </a:lnTo>
                  <a:lnTo>
                    <a:pt x="5560988" y="549445"/>
                  </a:lnTo>
                  <a:lnTo>
                    <a:pt x="5561146" y="549445"/>
                  </a:lnTo>
                  <a:lnTo>
                    <a:pt x="5561304" y="549445"/>
                  </a:lnTo>
                  <a:lnTo>
                    <a:pt x="5561461" y="549445"/>
                  </a:lnTo>
                  <a:lnTo>
                    <a:pt x="5561619" y="549445"/>
                  </a:lnTo>
                  <a:lnTo>
                    <a:pt x="5561777" y="549445"/>
                  </a:lnTo>
                  <a:lnTo>
                    <a:pt x="5561935" y="549445"/>
                  </a:lnTo>
                  <a:lnTo>
                    <a:pt x="5562092" y="549445"/>
                  </a:lnTo>
                  <a:lnTo>
                    <a:pt x="5562250" y="549445"/>
                  </a:lnTo>
                  <a:lnTo>
                    <a:pt x="5562408" y="549445"/>
                  </a:lnTo>
                  <a:lnTo>
                    <a:pt x="5562565" y="549445"/>
                  </a:lnTo>
                  <a:lnTo>
                    <a:pt x="5562723" y="549445"/>
                  </a:lnTo>
                  <a:lnTo>
                    <a:pt x="5562723" y="549015"/>
                  </a:lnTo>
                  <a:lnTo>
                    <a:pt x="5562881" y="549015"/>
                  </a:lnTo>
                  <a:lnTo>
                    <a:pt x="5563039" y="549015"/>
                  </a:lnTo>
                  <a:lnTo>
                    <a:pt x="5563196" y="549015"/>
                  </a:lnTo>
                  <a:lnTo>
                    <a:pt x="5563354" y="549015"/>
                  </a:lnTo>
                  <a:lnTo>
                    <a:pt x="5563512" y="549015"/>
                  </a:lnTo>
                  <a:lnTo>
                    <a:pt x="5563669" y="549015"/>
                  </a:lnTo>
                  <a:lnTo>
                    <a:pt x="5563827" y="549015"/>
                  </a:lnTo>
                  <a:lnTo>
                    <a:pt x="5563985" y="549015"/>
                  </a:lnTo>
                  <a:lnTo>
                    <a:pt x="5564143" y="549015"/>
                  </a:lnTo>
                  <a:lnTo>
                    <a:pt x="5564300" y="549015"/>
                  </a:lnTo>
                  <a:lnTo>
                    <a:pt x="5564458" y="549015"/>
                  </a:lnTo>
                  <a:lnTo>
                    <a:pt x="5564616" y="549015"/>
                  </a:lnTo>
                  <a:lnTo>
                    <a:pt x="5564774" y="549015"/>
                  </a:lnTo>
                  <a:lnTo>
                    <a:pt x="5564931" y="549015"/>
                  </a:lnTo>
                  <a:lnTo>
                    <a:pt x="5565089" y="549015"/>
                  </a:lnTo>
                  <a:lnTo>
                    <a:pt x="5565247" y="549015"/>
                  </a:lnTo>
                  <a:lnTo>
                    <a:pt x="5565404" y="549015"/>
                  </a:lnTo>
                  <a:lnTo>
                    <a:pt x="5565562" y="549015"/>
                  </a:lnTo>
                  <a:lnTo>
                    <a:pt x="5565720" y="549015"/>
                  </a:lnTo>
                  <a:lnTo>
                    <a:pt x="5565720" y="548584"/>
                  </a:lnTo>
                  <a:lnTo>
                    <a:pt x="5565878" y="548584"/>
                  </a:lnTo>
                  <a:lnTo>
                    <a:pt x="5566035" y="548584"/>
                  </a:lnTo>
                  <a:lnTo>
                    <a:pt x="5566035" y="548153"/>
                  </a:lnTo>
                  <a:lnTo>
                    <a:pt x="5566193" y="548153"/>
                  </a:lnTo>
                  <a:lnTo>
                    <a:pt x="5566351" y="548153"/>
                  </a:lnTo>
                  <a:lnTo>
                    <a:pt x="5566508" y="548153"/>
                  </a:lnTo>
                  <a:lnTo>
                    <a:pt x="5566666" y="548153"/>
                  </a:lnTo>
                  <a:lnTo>
                    <a:pt x="5566824" y="548153"/>
                  </a:lnTo>
                  <a:lnTo>
                    <a:pt x="5566982" y="548153"/>
                  </a:lnTo>
                  <a:lnTo>
                    <a:pt x="5567139" y="548153"/>
                  </a:lnTo>
                  <a:lnTo>
                    <a:pt x="5567297" y="548153"/>
                  </a:lnTo>
                  <a:lnTo>
                    <a:pt x="5567455" y="548153"/>
                  </a:lnTo>
                  <a:lnTo>
                    <a:pt x="5567455" y="547723"/>
                  </a:lnTo>
                  <a:lnTo>
                    <a:pt x="5567612" y="547723"/>
                  </a:lnTo>
                  <a:lnTo>
                    <a:pt x="5567770" y="547723"/>
                  </a:lnTo>
                  <a:lnTo>
                    <a:pt x="5567928" y="547723"/>
                  </a:lnTo>
                  <a:lnTo>
                    <a:pt x="5568086" y="547723"/>
                  </a:lnTo>
                  <a:lnTo>
                    <a:pt x="5568243" y="547723"/>
                  </a:lnTo>
                  <a:lnTo>
                    <a:pt x="5568401" y="547723"/>
                  </a:lnTo>
                  <a:lnTo>
                    <a:pt x="5568559" y="547723"/>
                  </a:lnTo>
                  <a:lnTo>
                    <a:pt x="5568716" y="547723"/>
                  </a:lnTo>
                  <a:lnTo>
                    <a:pt x="5568874" y="547723"/>
                  </a:lnTo>
                  <a:lnTo>
                    <a:pt x="5569032" y="547723"/>
                  </a:lnTo>
                  <a:lnTo>
                    <a:pt x="5569190" y="547723"/>
                  </a:lnTo>
                  <a:lnTo>
                    <a:pt x="5569190" y="547292"/>
                  </a:lnTo>
                  <a:lnTo>
                    <a:pt x="5569347" y="547292"/>
                  </a:lnTo>
                  <a:lnTo>
                    <a:pt x="5569505" y="547292"/>
                  </a:lnTo>
                  <a:lnTo>
                    <a:pt x="5569663" y="547292"/>
                  </a:lnTo>
                  <a:lnTo>
                    <a:pt x="5569820" y="547292"/>
                  </a:lnTo>
                  <a:lnTo>
                    <a:pt x="5569820" y="546862"/>
                  </a:lnTo>
                  <a:lnTo>
                    <a:pt x="5569978" y="546862"/>
                  </a:lnTo>
                  <a:lnTo>
                    <a:pt x="5570136" y="546862"/>
                  </a:lnTo>
                  <a:lnTo>
                    <a:pt x="5570294" y="546862"/>
                  </a:lnTo>
                  <a:lnTo>
                    <a:pt x="5570451" y="546862"/>
                  </a:lnTo>
                  <a:lnTo>
                    <a:pt x="5570609" y="546862"/>
                  </a:lnTo>
                  <a:lnTo>
                    <a:pt x="5570767" y="546862"/>
                  </a:lnTo>
                  <a:lnTo>
                    <a:pt x="5570767" y="546431"/>
                  </a:lnTo>
                  <a:lnTo>
                    <a:pt x="5570925" y="546431"/>
                  </a:lnTo>
                  <a:lnTo>
                    <a:pt x="5571082" y="546431"/>
                  </a:lnTo>
                  <a:lnTo>
                    <a:pt x="5571082" y="546000"/>
                  </a:lnTo>
                  <a:lnTo>
                    <a:pt x="5571082" y="545570"/>
                  </a:lnTo>
                  <a:lnTo>
                    <a:pt x="5571240" y="545570"/>
                  </a:lnTo>
                  <a:lnTo>
                    <a:pt x="5571398" y="545570"/>
                  </a:lnTo>
                  <a:lnTo>
                    <a:pt x="5571555" y="545570"/>
                  </a:lnTo>
                  <a:lnTo>
                    <a:pt x="5571713" y="545570"/>
                  </a:lnTo>
                  <a:lnTo>
                    <a:pt x="5571871" y="545570"/>
                  </a:lnTo>
                  <a:lnTo>
                    <a:pt x="5572029" y="545570"/>
                  </a:lnTo>
                  <a:lnTo>
                    <a:pt x="5572186" y="545570"/>
                  </a:lnTo>
                  <a:lnTo>
                    <a:pt x="5572344" y="545570"/>
                  </a:lnTo>
                  <a:lnTo>
                    <a:pt x="5572502" y="545570"/>
                  </a:lnTo>
                  <a:lnTo>
                    <a:pt x="5572659" y="545570"/>
                  </a:lnTo>
                  <a:lnTo>
                    <a:pt x="5572817" y="545570"/>
                  </a:lnTo>
                  <a:lnTo>
                    <a:pt x="5572975" y="545570"/>
                  </a:lnTo>
                  <a:lnTo>
                    <a:pt x="5573133" y="545570"/>
                  </a:lnTo>
                  <a:lnTo>
                    <a:pt x="5573290" y="545570"/>
                  </a:lnTo>
                  <a:lnTo>
                    <a:pt x="5573448" y="545570"/>
                  </a:lnTo>
                  <a:lnTo>
                    <a:pt x="5573606" y="545570"/>
                  </a:lnTo>
                  <a:lnTo>
                    <a:pt x="5573763" y="545570"/>
                  </a:lnTo>
                  <a:lnTo>
                    <a:pt x="5573921" y="545570"/>
                  </a:lnTo>
                  <a:lnTo>
                    <a:pt x="5574079" y="545570"/>
                  </a:lnTo>
                  <a:lnTo>
                    <a:pt x="5574237" y="545570"/>
                  </a:lnTo>
                  <a:lnTo>
                    <a:pt x="5574394" y="545570"/>
                  </a:lnTo>
                  <a:lnTo>
                    <a:pt x="5574552" y="545570"/>
                  </a:lnTo>
                  <a:lnTo>
                    <a:pt x="5574710" y="545570"/>
                  </a:lnTo>
                  <a:lnTo>
                    <a:pt x="5574710" y="545139"/>
                  </a:lnTo>
                  <a:lnTo>
                    <a:pt x="5574867" y="545139"/>
                  </a:lnTo>
                  <a:lnTo>
                    <a:pt x="5575025" y="545139"/>
                  </a:lnTo>
                  <a:lnTo>
                    <a:pt x="5575183" y="545139"/>
                  </a:lnTo>
                  <a:lnTo>
                    <a:pt x="5575341" y="545139"/>
                  </a:lnTo>
                  <a:lnTo>
                    <a:pt x="5575498" y="545139"/>
                  </a:lnTo>
                  <a:lnTo>
                    <a:pt x="5575656" y="545139"/>
                  </a:lnTo>
                  <a:lnTo>
                    <a:pt x="5575656" y="544709"/>
                  </a:lnTo>
                  <a:lnTo>
                    <a:pt x="5575814" y="544709"/>
                  </a:lnTo>
                  <a:lnTo>
                    <a:pt x="5575972" y="544709"/>
                  </a:lnTo>
                  <a:lnTo>
                    <a:pt x="5575972" y="544278"/>
                  </a:lnTo>
                  <a:lnTo>
                    <a:pt x="5575972" y="543847"/>
                  </a:lnTo>
                  <a:lnTo>
                    <a:pt x="5576129" y="543847"/>
                  </a:lnTo>
                  <a:lnTo>
                    <a:pt x="5576129" y="543417"/>
                  </a:lnTo>
                  <a:lnTo>
                    <a:pt x="5576287" y="543417"/>
                  </a:lnTo>
                  <a:lnTo>
                    <a:pt x="5576445" y="543417"/>
                  </a:lnTo>
                  <a:lnTo>
                    <a:pt x="5576602" y="543417"/>
                  </a:lnTo>
                  <a:lnTo>
                    <a:pt x="5576760" y="543417"/>
                  </a:lnTo>
                  <a:lnTo>
                    <a:pt x="5576918" y="543417"/>
                  </a:lnTo>
                  <a:lnTo>
                    <a:pt x="5577076" y="543417"/>
                  </a:lnTo>
                  <a:lnTo>
                    <a:pt x="5577076" y="542986"/>
                  </a:lnTo>
                  <a:lnTo>
                    <a:pt x="5577233" y="542986"/>
                  </a:lnTo>
                  <a:lnTo>
                    <a:pt x="5577391" y="542986"/>
                  </a:lnTo>
                  <a:lnTo>
                    <a:pt x="5577549" y="542986"/>
                  </a:lnTo>
                  <a:lnTo>
                    <a:pt x="5577706" y="542986"/>
                  </a:lnTo>
                  <a:lnTo>
                    <a:pt x="5577864" y="542986"/>
                  </a:lnTo>
                  <a:lnTo>
                    <a:pt x="5578022" y="542986"/>
                  </a:lnTo>
                  <a:lnTo>
                    <a:pt x="5578180" y="542986"/>
                  </a:lnTo>
                  <a:lnTo>
                    <a:pt x="5578337" y="542986"/>
                  </a:lnTo>
                  <a:lnTo>
                    <a:pt x="5578495" y="542986"/>
                  </a:lnTo>
                  <a:lnTo>
                    <a:pt x="5578653" y="542986"/>
                  </a:lnTo>
                  <a:lnTo>
                    <a:pt x="5578810" y="542986"/>
                  </a:lnTo>
                  <a:lnTo>
                    <a:pt x="5578968" y="542986"/>
                  </a:lnTo>
                  <a:lnTo>
                    <a:pt x="5579126" y="542986"/>
                  </a:lnTo>
                  <a:lnTo>
                    <a:pt x="5579284" y="542986"/>
                  </a:lnTo>
                  <a:lnTo>
                    <a:pt x="5579441" y="542986"/>
                  </a:lnTo>
                  <a:lnTo>
                    <a:pt x="5579441" y="542556"/>
                  </a:lnTo>
                  <a:lnTo>
                    <a:pt x="5579599" y="542556"/>
                  </a:lnTo>
                  <a:lnTo>
                    <a:pt x="5579599" y="542125"/>
                  </a:lnTo>
                  <a:lnTo>
                    <a:pt x="5579599" y="541694"/>
                  </a:lnTo>
                  <a:lnTo>
                    <a:pt x="5579599" y="541264"/>
                  </a:lnTo>
                  <a:lnTo>
                    <a:pt x="5579757" y="541264"/>
                  </a:lnTo>
                  <a:lnTo>
                    <a:pt x="5579914" y="541264"/>
                  </a:lnTo>
                  <a:lnTo>
                    <a:pt x="5580072" y="541264"/>
                  </a:lnTo>
                  <a:lnTo>
                    <a:pt x="5580230" y="541264"/>
                  </a:lnTo>
                  <a:lnTo>
                    <a:pt x="5580388" y="541264"/>
                  </a:lnTo>
                  <a:lnTo>
                    <a:pt x="5580388" y="540833"/>
                  </a:lnTo>
                  <a:lnTo>
                    <a:pt x="5580388" y="540403"/>
                  </a:lnTo>
                  <a:lnTo>
                    <a:pt x="5580545" y="540403"/>
                  </a:lnTo>
                  <a:lnTo>
                    <a:pt x="5580545" y="539972"/>
                  </a:lnTo>
                  <a:lnTo>
                    <a:pt x="5580703" y="539972"/>
                  </a:lnTo>
                  <a:lnTo>
                    <a:pt x="5580861" y="539972"/>
                  </a:lnTo>
                  <a:lnTo>
                    <a:pt x="5580861" y="539541"/>
                  </a:lnTo>
                  <a:lnTo>
                    <a:pt x="5581018" y="539541"/>
                  </a:lnTo>
                  <a:lnTo>
                    <a:pt x="5581018" y="539111"/>
                  </a:lnTo>
                  <a:lnTo>
                    <a:pt x="5581176" y="539111"/>
                  </a:lnTo>
                  <a:lnTo>
                    <a:pt x="5581334" y="539111"/>
                  </a:lnTo>
                  <a:lnTo>
                    <a:pt x="5581334" y="538680"/>
                  </a:lnTo>
                  <a:lnTo>
                    <a:pt x="5581492" y="538680"/>
                  </a:lnTo>
                  <a:lnTo>
                    <a:pt x="5581649" y="538680"/>
                  </a:lnTo>
                  <a:lnTo>
                    <a:pt x="5581807" y="538680"/>
                  </a:lnTo>
                  <a:lnTo>
                    <a:pt x="5581965" y="538680"/>
                  </a:lnTo>
                  <a:lnTo>
                    <a:pt x="5582123" y="538680"/>
                  </a:lnTo>
                  <a:lnTo>
                    <a:pt x="5582280" y="538680"/>
                  </a:lnTo>
                  <a:lnTo>
                    <a:pt x="5582438" y="538680"/>
                  </a:lnTo>
                  <a:lnTo>
                    <a:pt x="5582596" y="538680"/>
                  </a:lnTo>
                  <a:lnTo>
                    <a:pt x="5582753" y="538680"/>
                  </a:lnTo>
                  <a:lnTo>
                    <a:pt x="5582911" y="538680"/>
                  </a:lnTo>
                  <a:lnTo>
                    <a:pt x="5583069" y="538680"/>
                  </a:lnTo>
                  <a:lnTo>
                    <a:pt x="5583227" y="538680"/>
                  </a:lnTo>
                  <a:lnTo>
                    <a:pt x="5583384" y="538680"/>
                  </a:lnTo>
                  <a:lnTo>
                    <a:pt x="5583542" y="538680"/>
                  </a:lnTo>
                  <a:lnTo>
                    <a:pt x="5583700" y="538680"/>
                  </a:lnTo>
                  <a:lnTo>
                    <a:pt x="5583857" y="538680"/>
                  </a:lnTo>
                  <a:lnTo>
                    <a:pt x="5584015" y="538680"/>
                  </a:lnTo>
                  <a:lnTo>
                    <a:pt x="5584173" y="538680"/>
                  </a:lnTo>
                  <a:lnTo>
                    <a:pt x="5584331" y="538680"/>
                  </a:lnTo>
                  <a:lnTo>
                    <a:pt x="5584488" y="538680"/>
                  </a:lnTo>
                  <a:lnTo>
                    <a:pt x="5584646" y="538680"/>
                  </a:lnTo>
                  <a:lnTo>
                    <a:pt x="5584804" y="538680"/>
                  </a:lnTo>
                  <a:lnTo>
                    <a:pt x="5584961" y="538680"/>
                  </a:lnTo>
                  <a:lnTo>
                    <a:pt x="5584961" y="538250"/>
                  </a:lnTo>
                  <a:lnTo>
                    <a:pt x="5585119" y="538250"/>
                  </a:lnTo>
                  <a:lnTo>
                    <a:pt x="5585277" y="538250"/>
                  </a:lnTo>
                  <a:lnTo>
                    <a:pt x="5585277" y="537819"/>
                  </a:lnTo>
                  <a:lnTo>
                    <a:pt x="5585435" y="537819"/>
                  </a:lnTo>
                  <a:lnTo>
                    <a:pt x="5585592" y="537819"/>
                  </a:lnTo>
                  <a:lnTo>
                    <a:pt x="5585750" y="537819"/>
                  </a:lnTo>
                  <a:lnTo>
                    <a:pt x="5585908" y="537819"/>
                  </a:lnTo>
                  <a:lnTo>
                    <a:pt x="5586065" y="537819"/>
                  </a:lnTo>
                  <a:lnTo>
                    <a:pt x="5586223" y="537819"/>
                  </a:lnTo>
                  <a:lnTo>
                    <a:pt x="5586381" y="537819"/>
                  </a:lnTo>
                  <a:lnTo>
                    <a:pt x="5586539" y="537819"/>
                  </a:lnTo>
                  <a:lnTo>
                    <a:pt x="5586696" y="537819"/>
                  </a:lnTo>
                  <a:lnTo>
                    <a:pt x="5586854" y="537819"/>
                  </a:lnTo>
                  <a:lnTo>
                    <a:pt x="5587012" y="537819"/>
                  </a:lnTo>
                  <a:lnTo>
                    <a:pt x="5587170" y="537819"/>
                  </a:lnTo>
                  <a:lnTo>
                    <a:pt x="5587327" y="537819"/>
                  </a:lnTo>
                  <a:lnTo>
                    <a:pt x="5587485" y="537819"/>
                  </a:lnTo>
                  <a:lnTo>
                    <a:pt x="5587643" y="537819"/>
                  </a:lnTo>
                  <a:lnTo>
                    <a:pt x="5587800" y="537819"/>
                  </a:lnTo>
                  <a:lnTo>
                    <a:pt x="5587958" y="537819"/>
                  </a:lnTo>
                  <a:lnTo>
                    <a:pt x="5588116" y="537819"/>
                  </a:lnTo>
                  <a:lnTo>
                    <a:pt x="5588274" y="537819"/>
                  </a:lnTo>
                  <a:lnTo>
                    <a:pt x="5588431" y="537819"/>
                  </a:lnTo>
                  <a:lnTo>
                    <a:pt x="5588589" y="537819"/>
                  </a:lnTo>
                  <a:lnTo>
                    <a:pt x="5588747" y="537819"/>
                  </a:lnTo>
                  <a:lnTo>
                    <a:pt x="5588904" y="537819"/>
                  </a:lnTo>
                  <a:lnTo>
                    <a:pt x="5588904" y="537388"/>
                  </a:lnTo>
                  <a:lnTo>
                    <a:pt x="5589062" y="537388"/>
                  </a:lnTo>
                  <a:lnTo>
                    <a:pt x="5589220" y="537388"/>
                  </a:lnTo>
                  <a:lnTo>
                    <a:pt x="5589378" y="537388"/>
                  </a:lnTo>
                  <a:lnTo>
                    <a:pt x="5589535" y="537388"/>
                  </a:lnTo>
                  <a:lnTo>
                    <a:pt x="5589693" y="537388"/>
                  </a:lnTo>
                  <a:lnTo>
                    <a:pt x="5589851" y="537388"/>
                  </a:lnTo>
                  <a:lnTo>
                    <a:pt x="5590008" y="537388"/>
                  </a:lnTo>
                  <a:lnTo>
                    <a:pt x="5590166" y="537388"/>
                  </a:lnTo>
                  <a:lnTo>
                    <a:pt x="5590166" y="536958"/>
                  </a:lnTo>
                  <a:lnTo>
                    <a:pt x="5590166" y="536527"/>
                  </a:lnTo>
                  <a:lnTo>
                    <a:pt x="5590324" y="536527"/>
                  </a:lnTo>
                  <a:lnTo>
                    <a:pt x="5590482" y="536527"/>
                  </a:lnTo>
                  <a:lnTo>
                    <a:pt x="5590639" y="536527"/>
                  </a:lnTo>
                  <a:lnTo>
                    <a:pt x="5590797" y="536527"/>
                  </a:lnTo>
                  <a:lnTo>
                    <a:pt x="5590955" y="536527"/>
                  </a:lnTo>
                  <a:lnTo>
                    <a:pt x="5590955" y="536097"/>
                  </a:lnTo>
                  <a:lnTo>
                    <a:pt x="5591112" y="536097"/>
                  </a:lnTo>
                  <a:lnTo>
                    <a:pt x="5591112" y="535666"/>
                  </a:lnTo>
                  <a:lnTo>
                    <a:pt x="5591270" y="535666"/>
                  </a:lnTo>
                  <a:lnTo>
                    <a:pt x="5591428" y="535666"/>
                  </a:lnTo>
                  <a:lnTo>
                    <a:pt x="5591586" y="535666"/>
                  </a:lnTo>
                  <a:lnTo>
                    <a:pt x="5591743" y="535666"/>
                  </a:lnTo>
                  <a:lnTo>
                    <a:pt x="5591901" y="535666"/>
                  </a:lnTo>
                  <a:lnTo>
                    <a:pt x="5592059" y="535666"/>
                  </a:lnTo>
                  <a:lnTo>
                    <a:pt x="5592216" y="535666"/>
                  </a:lnTo>
                  <a:lnTo>
                    <a:pt x="5592374" y="535666"/>
                  </a:lnTo>
                  <a:lnTo>
                    <a:pt x="5592374" y="535235"/>
                  </a:lnTo>
                  <a:lnTo>
                    <a:pt x="5592532" y="535235"/>
                  </a:lnTo>
                  <a:lnTo>
                    <a:pt x="5592690" y="535235"/>
                  </a:lnTo>
                  <a:lnTo>
                    <a:pt x="5592847" y="535235"/>
                  </a:lnTo>
                  <a:lnTo>
                    <a:pt x="5593005" y="535235"/>
                  </a:lnTo>
                  <a:lnTo>
                    <a:pt x="5593163" y="535235"/>
                  </a:lnTo>
                  <a:lnTo>
                    <a:pt x="5593163" y="534805"/>
                  </a:lnTo>
                  <a:lnTo>
                    <a:pt x="5593321" y="534805"/>
                  </a:lnTo>
                  <a:lnTo>
                    <a:pt x="5593478" y="534805"/>
                  </a:lnTo>
                  <a:lnTo>
                    <a:pt x="5593636" y="534805"/>
                  </a:lnTo>
                  <a:lnTo>
                    <a:pt x="5593794" y="534805"/>
                  </a:lnTo>
                  <a:lnTo>
                    <a:pt x="5593951" y="534805"/>
                  </a:lnTo>
                  <a:lnTo>
                    <a:pt x="5594109" y="534805"/>
                  </a:lnTo>
                  <a:lnTo>
                    <a:pt x="5594267" y="534805"/>
                  </a:lnTo>
                  <a:lnTo>
                    <a:pt x="5594425" y="534805"/>
                  </a:lnTo>
                  <a:lnTo>
                    <a:pt x="5594582" y="534805"/>
                  </a:lnTo>
                  <a:lnTo>
                    <a:pt x="5594740" y="534805"/>
                  </a:lnTo>
                  <a:lnTo>
                    <a:pt x="5594898" y="534805"/>
                  </a:lnTo>
                  <a:lnTo>
                    <a:pt x="5595055" y="534805"/>
                  </a:lnTo>
                  <a:lnTo>
                    <a:pt x="5595213" y="534805"/>
                  </a:lnTo>
                  <a:lnTo>
                    <a:pt x="5595371" y="534805"/>
                  </a:lnTo>
                  <a:lnTo>
                    <a:pt x="5595371" y="534374"/>
                  </a:lnTo>
                  <a:lnTo>
                    <a:pt x="5595529" y="534374"/>
                  </a:lnTo>
                  <a:lnTo>
                    <a:pt x="5595686" y="534374"/>
                  </a:lnTo>
                  <a:lnTo>
                    <a:pt x="5595844" y="534374"/>
                  </a:lnTo>
                  <a:lnTo>
                    <a:pt x="5596002" y="534374"/>
                  </a:lnTo>
                  <a:lnTo>
                    <a:pt x="5596159" y="534374"/>
                  </a:lnTo>
                  <a:lnTo>
                    <a:pt x="5596159" y="533944"/>
                  </a:lnTo>
                  <a:lnTo>
                    <a:pt x="5596317" y="533944"/>
                  </a:lnTo>
                  <a:lnTo>
                    <a:pt x="5596475" y="533944"/>
                  </a:lnTo>
                  <a:lnTo>
                    <a:pt x="5596633" y="533944"/>
                  </a:lnTo>
                  <a:lnTo>
                    <a:pt x="5596790" y="533944"/>
                  </a:lnTo>
                  <a:lnTo>
                    <a:pt x="5596790" y="533513"/>
                  </a:lnTo>
                  <a:lnTo>
                    <a:pt x="5596948" y="533513"/>
                  </a:lnTo>
                  <a:lnTo>
                    <a:pt x="5597106" y="533513"/>
                  </a:lnTo>
                  <a:lnTo>
                    <a:pt x="5597263" y="533513"/>
                  </a:lnTo>
                  <a:lnTo>
                    <a:pt x="5597421" y="533513"/>
                  </a:lnTo>
                  <a:lnTo>
                    <a:pt x="5597579" y="533513"/>
                  </a:lnTo>
                  <a:lnTo>
                    <a:pt x="5597737" y="533513"/>
                  </a:lnTo>
                  <a:lnTo>
                    <a:pt x="5597894" y="533513"/>
                  </a:lnTo>
                  <a:lnTo>
                    <a:pt x="5597894" y="533082"/>
                  </a:lnTo>
                  <a:lnTo>
                    <a:pt x="5598052" y="533082"/>
                  </a:lnTo>
                  <a:lnTo>
                    <a:pt x="5598052" y="532652"/>
                  </a:lnTo>
                  <a:lnTo>
                    <a:pt x="5598210" y="532652"/>
                  </a:lnTo>
                  <a:lnTo>
                    <a:pt x="5598368" y="532652"/>
                  </a:lnTo>
                  <a:lnTo>
                    <a:pt x="5598525" y="532652"/>
                  </a:lnTo>
                  <a:lnTo>
                    <a:pt x="5598683" y="532652"/>
                  </a:lnTo>
                  <a:lnTo>
                    <a:pt x="5598841" y="532652"/>
                  </a:lnTo>
                  <a:lnTo>
                    <a:pt x="5598841" y="532221"/>
                  </a:lnTo>
                  <a:lnTo>
                    <a:pt x="5598998" y="532221"/>
                  </a:lnTo>
                  <a:lnTo>
                    <a:pt x="5599156" y="532221"/>
                  </a:lnTo>
                  <a:lnTo>
                    <a:pt x="5599314" y="532221"/>
                  </a:lnTo>
                  <a:lnTo>
                    <a:pt x="5599472" y="532221"/>
                  </a:lnTo>
                  <a:lnTo>
                    <a:pt x="5599629" y="532221"/>
                  </a:lnTo>
                  <a:lnTo>
                    <a:pt x="5599787" y="532221"/>
                  </a:lnTo>
                  <a:lnTo>
                    <a:pt x="5599945" y="532221"/>
                  </a:lnTo>
                  <a:lnTo>
                    <a:pt x="5600102" y="532221"/>
                  </a:lnTo>
                  <a:lnTo>
                    <a:pt x="5600260" y="532221"/>
                  </a:lnTo>
                  <a:lnTo>
                    <a:pt x="5600418" y="532221"/>
                  </a:lnTo>
                  <a:lnTo>
                    <a:pt x="5600576" y="532221"/>
                  </a:lnTo>
                  <a:lnTo>
                    <a:pt x="5600733" y="532221"/>
                  </a:lnTo>
                  <a:lnTo>
                    <a:pt x="5600733" y="531791"/>
                  </a:lnTo>
                  <a:lnTo>
                    <a:pt x="5600891" y="531791"/>
                  </a:lnTo>
                  <a:lnTo>
                    <a:pt x="5601049" y="531791"/>
                  </a:lnTo>
                  <a:lnTo>
                    <a:pt x="5601206" y="531791"/>
                  </a:lnTo>
                  <a:lnTo>
                    <a:pt x="5601364" y="531791"/>
                  </a:lnTo>
                  <a:lnTo>
                    <a:pt x="5601522" y="531791"/>
                  </a:lnTo>
                  <a:lnTo>
                    <a:pt x="5601680" y="531791"/>
                  </a:lnTo>
                  <a:lnTo>
                    <a:pt x="5601837" y="531791"/>
                  </a:lnTo>
                  <a:lnTo>
                    <a:pt x="5601995" y="531791"/>
                  </a:lnTo>
                  <a:lnTo>
                    <a:pt x="5601995" y="531360"/>
                  </a:lnTo>
                  <a:lnTo>
                    <a:pt x="5602153" y="531360"/>
                  </a:lnTo>
                  <a:lnTo>
                    <a:pt x="5602310" y="531360"/>
                  </a:lnTo>
                  <a:lnTo>
                    <a:pt x="5602468" y="531360"/>
                  </a:lnTo>
                  <a:lnTo>
                    <a:pt x="5602626" y="531360"/>
                  </a:lnTo>
                  <a:lnTo>
                    <a:pt x="5602784" y="531360"/>
                  </a:lnTo>
                  <a:lnTo>
                    <a:pt x="5602941" y="531360"/>
                  </a:lnTo>
                  <a:lnTo>
                    <a:pt x="5603099" y="531360"/>
                  </a:lnTo>
                  <a:lnTo>
                    <a:pt x="5603257" y="531360"/>
                  </a:lnTo>
                  <a:lnTo>
                    <a:pt x="5603414" y="531360"/>
                  </a:lnTo>
                  <a:lnTo>
                    <a:pt x="5603572" y="531360"/>
                  </a:lnTo>
                  <a:lnTo>
                    <a:pt x="5603730" y="531360"/>
                  </a:lnTo>
                  <a:lnTo>
                    <a:pt x="5603730" y="530929"/>
                  </a:lnTo>
                  <a:lnTo>
                    <a:pt x="5603888" y="530929"/>
                  </a:lnTo>
                  <a:lnTo>
                    <a:pt x="5604045" y="530929"/>
                  </a:lnTo>
                  <a:lnTo>
                    <a:pt x="5604203" y="530929"/>
                  </a:lnTo>
                  <a:lnTo>
                    <a:pt x="5604361" y="530929"/>
                  </a:lnTo>
                  <a:lnTo>
                    <a:pt x="5604361" y="530499"/>
                  </a:lnTo>
                  <a:lnTo>
                    <a:pt x="5604519" y="530499"/>
                  </a:lnTo>
                  <a:lnTo>
                    <a:pt x="5604676" y="530499"/>
                  </a:lnTo>
                  <a:lnTo>
                    <a:pt x="5604834" y="530499"/>
                  </a:lnTo>
                  <a:lnTo>
                    <a:pt x="5604992" y="530499"/>
                  </a:lnTo>
                  <a:lnTo>
                    <a:pt x="5605149" y="530499"/>
                  </a:lnTo>
                  <a:lnTo>
                    <a:pt x="5605307" y="530499"/>
                  </a:lnTo>
                  <a:lnTo>
                    <a:pt x="5605307" y="530068"/>
                  </a:lnTo>
                  <a:lnTo>
                    <a:pt x="5605465" y="530068"/>
                  </a:lnTo>
                  <a:lnTo>
                    <a:pt x="5605623" y="530068"/>
                  </a:lnTo>
                  <a:lnTo>
                    <a:pt x="5605780" y="530068"/>
                  </a:lnTo>
                  <a:lnTo>
                    <a:pt x="5605938" y="530068"/>
                  </a:lnTo>
                  <a:lnTo>
                    <a:pt x="5606096" y="530068"/>
                  </a:lnTo>
                  <a:lnTo>
                    <a:pt x="5606253" y="530068"/>
                  </a:lnTo>
                  <a:lnTo>
                    <a:pt x="5606411" y="530068"/>
                  </a:lnTo>
                  <a:lnTo>
                    <a:pt x="5606569" y="530068"/>
                  </a:lnTo>
                  <a:lnTo>
                    <a:pt x="5606727" y="530068"/>
                  </a:lnTo>
                  <a:lnTo>
                    <a:pt x="5606884" y="530068"/>
                  </a:lnTo>
                  <a:lnTo>
                    <a:pt x="5607042" y="530068"/>
                  </a:lnTo>
                  <a:lnTo>
                    <a:pt x="5607200" y="530068"/>
                  </a:lnTo>
                  <a:lnTo>
                    <a:pt x="5607200" y="529638"/>
                  </a:lnTo>
                  <a:lnTo>
                    <a:pt x="5607357" y="529638"/>
                  </a:lnTo>
                  <a:lnTo>
                    <a:pt x="5607515" y="529638"/>
                  </a:lnTo>
                  <a:lnTo>
                    <a:pt x="5607673" y="529638"/>
                  </a:lnTo>
                  <a:lnTo>
                    <a:pt x="5607831" y="529638"/>
                  </a:lnTo>
                  <a:lnTo>
                    <a:pt x="5607988" y="529638"/>
                  </a:lnTo>
                  <a:lnTo>
                    <a:pt x="5608146" y="529638"/>
                  </a:lnTo>
                  <a:lnTo>
                    <a:pt x="5608304" y="529638"/>
                  </a:lnTo>
                  <a:lnTo>
                    <a:pt x="5608461" y="529638"/>
                  </a:lnTo>
                  <a:lnTo>
                    <a:pt x="5608619" y="529638"/>
                  </a:lnTo>
                  <a:lnTo>
                    <a:pt x="5608777" y="529638"/>
                  </a:lnTo>
                  <a:lnTo>
                    <a:pt x="5608935" y="529638"/>
                  </a:lnTo>
                  <a:lnTo>
                    <a:pt x="5609092" y="529638"/>
                  </a:lnTo>
                  <a:lnTo>
                    <a:pt x="5609092" y="529207"/>
                  </a:lnTo>
                  <a:lnTo>
                    <a:pt x="5609250" y="529207"/>
                  </a:lnTo>
                  <a:lnTo>
                    <a:pt x="5609408" y="529207"/>
                  </a:lnTo>
                  <a:lnTo>
                    <a:pt x="5609566" y="529207"/>
                  </a:lnTo>
                  <a:lnTo>
                    <a:pt x="5609723" y="529207"/>
                  </a:lnTo>
                  <a:lnTo>
                    <a:pt x="5609723" y="528776"/>
                  </a:lnTo>
                  <a:lnTo>
                    <a:pt x="5609881" y="528776"/>
                  </a:lnTo>
                  <a:lnTo>
                    <a:pt x="5610039" y="528776"/>
                  </a:lnTo>
                  <a:lnTo>
                    <a:pt x="5610196" y="528776"/>
                  </a:lnTo>
                  <a:lnTo>
                    <a:pt x="5610354" y="528776"/>
                  </a:lnTo>
                  <a:lnTo>
                    <a:pt x="5610354" y="528346"/>
                  </a:lnTo>
                  <a:lnTo>
                    <a:pt x="5610512" y="528346"/>
                  </a:lnTo>
                  <a:lnTo>
                    <a:pt x="5610670" y="528346"/>
                  </a:lnTo>
                  <a:lnTo>
                    <a:pt x="5610670" y="527915"/>
                  </a:lnTo>
                  <a:lnTo>
                    <a:pt x="5610827" y="527915"/>
                  </a:lnTo>
                  <a:lnTo>
                    <a:pt x="5610827" y="527485"/>
                  </a:lnTo>
                  <a:lnTo>
                    <a:pt x="5610985" y="527485"/>
                  </a:lnTo>
                  <a:lnTo>
                    <a:pt x="5611143" y="527485"/>
                  </a:lnTo>
                  <a:lnTo>
                    <a:pt x="5611300" y="527485"/>
                  </a:lnTo>
                  <a:lnTo>
                    <a:pt x="5611458" y="527485"/>
                  </a:lnTo>
                  <a:lnTo>
                    <a:pt x="5611616" y="527485"/>
                  </a:lnTo>
                  <a:lnTo>
                    <a:pt x="5611774" y="527485"/>
                  </a:lnTo>
                  <a:lnTo>
                    <a:pt x="5611931" y="527485"/>
                  </a:lnTo>
                  <a:lnTo>
                    <a:pt x="5612089" y="527485"/>
                  </a:lnTo>
                  <a:lnTo>
                    <a:pt x="5612247" y="527485"/>
                  </a:lnTo>
                  <a:lnTo>
                    <a:pt x="5612404" y="527485"/>
                  </a:lnTo>
                  <a:lnTo>
                    <a:pt x="5612562" y="527485"/>
                  </a:lnTo>
                  <a:lnTo>
                    <a:pt x="5612720" y="527485"/>
                  </a:lnTo>
                  <a:lnTo>
                    <a:pt x="5612878" y="527485"/>
                  </a:lnTo>
                  <a:lnTo>
                    <a:pt x="5613035" y="527485"/>
                  </a:lnTo>
                  <a:lnTo>
                    <a:pt x="5613035" y="527054"/>
                  </a:lnTo>
                  <a:lnTo>
                    <a:pt x="5613193" y="527054"/>
                  </a:lnTo>
                  <a:lnTo>
                    <a:pt x="5613351" y="527054"/>
                  </a:lnTo>
                  <a:lnTo>
                    <a:pt x="5613508" y="527054"/>
                  </a:lnTo>
                  <a:lnTo>
                    <a:pt x="5613666" y="527054"/>
                  </a:lnTo>
                  <a:lnTo>
                    <a:pt x="5613824" y="527054"/>
                  </a:lnTo>
                  <a:lnTo>
                    <a:pt x="5613982" y="527054"/>
                  </a:lnTo>
                  <a:lnTo>
                    <a:pt x="5614139" y="527054"/>
                  </a:lnTo>
                  <a:lnTo>
                    <a:pt x="5614297" y="527054"/>
                  </a:lnTo>
                  <a:lnTo>
                    <a:pt x="5614455" y="527054"/>
                  </a:lnTo>
                  <a:lnTo>
                    <a:pt x="5614612" y="527054"/>
                  </a:lnTo>
                  <a:lnTo>
                    <a:pt x="5614770" y="527054"/>
                  </a:lnTo>
                  <a:lnTo>
                    <a:pt x="5614928" y="527054"/>
                  </a:lnTo>
                  <a:lnTo>
                    <a:pt x="5615086" y="527054"/>
                  </a:lnTo>
                  <a:lnTo>
                    <a:pt x="5615243" y="527054"/>
                  </a:lnTo>
                  <a:lnTo>
                    <a:pt x="5615243" y="526623"/>
                  </a:lnTo>
                  <a:lnTo>
                    <a:pt x="5615401" y="526623"/>
                  </a:lnTo>
                  <a:lnTo>
                    <a:pt x="5615559" y="526623"/>
                  </a:lnTo>
                  <a:lnTo>
                    <a:pt x="5615717" y="526623"/>
                  </a:lnTo>
                  <a:lnTo>
                    <a:pt x="5615874" y="526623"/>
                  </a:lnTo>
                  <a:lnTo>
                    <a:pt x="5616032" y="526623"/>
                  </a:lnTo>
                  <a:lnTo>
                    <a:pt x="5616190" y="526623"/>
                  </a:lnTo>
                  <a:lnTo>
                    <a:pt x="5616347" y="526623"/>
                  </a:lnTo>
                  <a:lnTo>
                    <a:pt x="5616505" y="526623"/>
                  </a:lnTo>
                  <a:lnTo>
                    <a:pt x="5616663" y="526623"/>
                  </a:lnTo>
                  <a:lnTo>
                    <a:pt x="5616821" y="526623"/>
                  </a:lnTo>
                  <a:lnTo>
                    <a:pt x="5616978" y="526623"/>
                  </a:lnTo>
                  <a:lnTo>
                    <a:pt x="5617136" y="526623"/>
                  </a:lnTo>
                  <a:lnTo>
                    <a:pt x="5617294" y="526623"/>
                  </a:lnTo>
                  <a:lnTo>
                    <a:pt x="5617451" y="526623"/>
                  </a:lnTo>
                  <a:lnTo>
                    <a:pt x="5617609" y="526623"/>
                  </a:lnTo>
                  <a:lnTo>
                    <a:pt x="5617767" y="526623"/>
                  </a:lnTo>
                  <a:lnTo>
                    <a:pt x="5617925" y="526623"/>
                  </a:lnTo>
                  <a:lnTo>
                    <a:pt x="5618082" y="526623"/>
                  </a:lnTo>
                  <a:lnTo>
                    <a:pt x="5618240" y="526623"/>
                  </a:lnTo>
                  <a:lnTo>
                    <a:pt x="5618398" y="526623"/>
                  </a:lnTo>
                  <a:lnTo>
                    <a:pt x="5618555" y="526623"/>
                  </a:lnTo>
                  <a:lnTo>
                    <a:pt x="5618713" y="526623"/>
                  </a:lnTo>
                  <a:lnTo>
                    <a:pt x="5618871" y="526623"/>
                  </a:lnTo>
                  <a:lnTo>
                    <a:pt x="5619029" y="526623"/>
                  </a:lnTo>
                  <a:lnTo>
                    <a:pt x="5619186" y="526623"/>
                  </a:lnTo>
                  <a:lnTo>
                    <a:pt x="5619344" y="526623"/>
                  </a:lnTo>
                  <a:lnTo>
                    <a:pt x="5619502" y="526623"/>
                  </a:lnTo>
                  <a:lnTo>
                    <a:pt x="5619659" y="526623"/>
                  </a:lnTo>
                  <a:lnTo>
                    <a:pt x="5619817" y="526623"/>
                  </a:lnTo>
                  <a:lnTo>
                    <a:pt x="5619975" y="526623"/>
                  </a:lnTo>
                  <a:lnTo>
                    <a:pt x="5620133" y="526623"/>
                  </a:lnTo>
                  <a:lnTo>
                    <a:pt x="5620290" y="526623"/>
                  </a:lnTo>
                  <a:lnTo>
                    <a:pt x="5620448" y="526623"/>
                  </a:lnTo>
                  <a:lnTo>
                    <a:pt x="5620606" y="526623"/>
                  </a:lnTo>
                  <a:lnTo>
                    <a:pt x="5620764" y="526623"/>
                  </a:lnTo>
                  <a:lnTo>
                    <a:pt x="5620921" y="526623"/>
                  </a:lnTo>
                  <a:lnTo>
                    <a:pt x="5620921" y="526193"/>
                  </a:lnTo>
                  <a:lnTo>
                    <a:pt x="5621079" y="526193"/>
                  </a:lnTo>
                  <a:lnTo>
                    <a:pt x="5621237" y="526193"/>
                  </a:lnTo>
                  <a:lnTo>
                    <a:pt x="5621237" y="525762"/>
                  </a:lnTo>
                  <a:lnTo>
                    <a:pt x="5621394" y="525762"/>
                  </a:lnTo>
                  <a:lnTo>
                    <a:pt x="5621552" y="525762"/>
                  </a:lnTo>
                  <a:lnTo>
                    <a:pt x="5621710" y="525762"/>
                  </a:lnTo>
                  <a:lnTo>
                    <a:pt x="5621868" y="525762"/>
                  </a:lnTo>
                  <a:lnTo>
                    <a:pt x="5622025" y="525762"/>
                  </a:lnTo>
                  <a:lnTo>
                    <a:pt x="5622183" y="525762"/>
                  </a:lnTo>
                  <a:lnTo>
                    <a:pt x="5622341" y="525762"/>
                  </a:lnTo>
                  <a:lnTo>
                    <a:pt x="5622498" y="525762"/>
                  </a:lnTo>
                  <a:lnTo>
                    <a:pt x="5622656" y="525762"/>
                  </a:lnTo>
                  <a:lnTo>
                    <a:pt x="5622814" y="525762"/>
                  </a:lnTo>
                  <a:lnTo>
                    <a:pt x="5622972" y="525762"/>
                  </a:lnTo>
                  <a:lnTo>
                    <a:pt x="5623129" y="525762"/>
                  </a:lnTo>
                  <a:lnTo>
                    <a:pt x="5623287" y="525762"/>
                  </a:lnTo>
                  <a:lnTo>
                    <a:pt x="5623445" y="525762"/>
                  </a:lnTo>
                  <a:lnTo>
                    <a:pt x="5623602" y="525762"/>
                  </a:lnTo>
                  <a:lnTo>
                    <a:pt x="5623760" y="525762"/>
                  </a:lnTo>
                  <a:lnTo>
                    <a:pt x="5623918" y="525762"/>
                  </a:lnTo>
                  <a:lnTo>
                    <a:pt x="5624076" y="525762"/>
                  </a:lnTo>
                  <a:lnTo>
                    <a:pt x="5624233" y="525762"/>
                  </a:lnTo>
                  <a:lnTo>
                    <a:pt x="5624391" y="525762"/>
                  </a:lnTo>
                  <a:lnTo>
                    <a:pt x="5624549" y="525762"/>
                  </a:lnTo>
                  <a:lnTo>
                    <a:pt x="5624549" y="525332"/>
                  </a:lnTo>
                  <a:lnTo>
                    <a:pt x="5624706" y="525332"/>
                  </a:lnTo>
                  <a:lnTo>
                    <a:pt x="5624864" y="525332"/>
                  </a:lnTo>
                  <a:lnTo>
                    <a:pt x="5625022" y="525332"/>
                  </a:lnTo>
                  <a:lnTo>
                    <a:pt x="5625180" y="525332"/>
                  </a:lnTo>
                  <a:lnTo>
                    <a:pt x="5625337" y="525332"/>
                  </a:lnTo>
                  <a:lnTo>
                    <a:pt x="5625495" y="525332"/>
                  </a:lnTo>
                  <a:lnTo>
                    <a:pt x="5625653" y="525332"/>
                  </a:lnTo>
                  <a:lnTo>
                    <a:pt x="5625810" y="525332"/>
                  </a:lnTo>
                  <a:lnTo>
                    <a:pt x="5625968" y="525332"/>
                  </a:lnTo>
                  <a:lnTo>
                    <a:pt x="5626126" y="525332"/>
                  </a:lnTo>
                  <a:lnTo>
                    <a:pt x="5626284" y="525332"/>
                  </a:lnTo>
                  <a:lnTo>
                    <a:pt x="5626441" y="525332"/>
                  </a:lnTo>
                  <a:lnTo>
                    <a:pt x="5626599" y="525332"/>
                  </a:lnTo>
                  <a:lnTo>
                    <a:pt x="5626757" y="525332"/>
                  </a:lnTo>
                  <a:lnTo>
                    <a:pt x="5626757" y="524901"/>
                  </a:lnTo>
                  <a:lnTo>
                    <a:pt x="5626915" y="524901"/>
                  </a:lnTo>
                  <a:lnTo>
                    <a:pt x="5627072" y="524901"/>
                  </a:lnTo>
                  <a:lnTo>
                    <a:pt x="5627230" y="524901"/>
                  </a:lnTo>
                  <a:lnTo>
                    <a:pt x="5627388" y="524901"/>
                  </a:lnTo>
                  <a:lnTo>
                    <a:pt x="5627545" y="524901"/>
                  </a:lnTo>
                  <a:lnTo>
                    <a:pt x="5627703" y="524901"/>
                  </a:lnTo>
                  <a:lnTo>
                    <a:pt x="5627861" y="524901"/>
                  </a:lnTo>
                  <a:lnTo>
                    <a:pt x="5628019" y="524901"/>
                  </a:lnTo>
                  <a:lnTo>
                    <a:pt x="5628176" y="524901"/>
                  </a:lnTo>
                  <a:lnTo>
                    <a:pt x="5628334" y="524901"/>
                  </a:lnTo>
                  <a:lnTo>
                    <a:pt x="5628492" y="524901"/>
                  </a:lnTo>
                  <a:lnTo>
                    <a:pt x="5628649" y="524901"/>
                  </a:lnTo>
                  <a:lnTo>
                    <a:pt x="5628807" y="524901"/>
                  </a:lnTo>
                  <a:lnTo>
                    <a:pt x="5628965" y="524901"/>
                  </a:lnTo>
                  <a:lnTo>
                    <a:pt x="5629123" y="524901"/>
                  </a:lnTo>
                  <a:lnTo>
                    <a:pt x="5629280" y="524901"/>
                  </a:lnTo>
                  <a:lnTo>
                    <a:pt x="5629438" y="524901"/>
                  </a:lnTo>
                  <a:lnTo>
                    <a:pt x="5629596" y="524901"/>
                  </a:lnTo>
                  <a:lnTo>
                    <a:pt x="5629753" y="524901"/>
                  </a:lnTo>
                  <a:lnTo>
                    <a:pt x="5629911" y="524901"/>
                  </a:lnTo>
                  <a:lnTo>
                    <a:pt x="5630069" y="524901"/>
                  </a:lnTo>
                  <a:lnTo>
                    <a:pt x="5630227" y="524901"/>
                  </a:lnTo>
                  <a:lnTo>
                    <a:pt x="5630384" y="524901"/>
                  </a:lnTo>
                  <a:lnTo>
                    <a:pt x="5630542" y="524901"/>
                  </a:lnTo>
                  <a:lnTo>
                    <a:pt x="5630700" y="524901"/>
                  </a:lnTo>
                  <a:lnTo>
                    <a:pt x="5630857" y="524901"/>
                  </a:lnTo>
                  <a:lnTo>
                    <a:pt x="5630857" y="524470"/>
                  </a:lnTo>
                  <a:lnTo>
                    <a:pt x="5631015" y="524470"/>
                  </a:lnTo>
                  <a:lnTo>
                    <a:pt x="5631015" y="524040"/>
                  </a:lnTo>
                  <a:lnTo>
                    <a:pt x="5631173" y="524040"/>
                  </a:lnTo>
                  <a:lnTo>
                    <a:pt x="5631331" y="524040"/>
                  </a:lnTo>
                  <a:lnTo>
                    <a:pt x="5631488" y="524040"/>
                  </a:lnTo>
                  <a:lnTo>
                    <a:pt x="5631646" y="524040"/>
                  </a:lnTo>
                  <a:lnTo>
                    <a:pt x="5631804" y="524040"/>
                  </a:lnTo>
                  <a:lnTo>
                    <a:pt x="5631961" y="524040"/>
                  </a:lnTo>
                  <a:lnTo>
                    <a:pt x="5632119" y="524040"/>
                  </a:lnTo>
                  <a:lnTo>
                    <a:pt x="5632277" y="524040"/>
                  </a:lnTo>
                  <a:lnTo>
                    <a:pt x="5632435" y="524040"/>
                  </a:lnTo>
                  <a:lnTo>
                    <a:pt x="5632592" y="524040"/>
                  </a:lnTo>
                  <a:lnTo>
                    <a:pt x="5632592" y="523609"/>
                  </a:lnTo>
                  <a:lnTo>
                    <a:pt x="5632750" y="523609"/>
                  </a:lnTo>
                  <a:lnTo>
                    <a:pt x="5632908" y="523609"/>
                  </a:lnTo>
                  <a:lnTo>
                    <a:pt x="5633066" y="523609"/>
                  </a:lnTo>
                  <a:lnTo>
                    <a:pt x="5633223" y="523609"/>
                  </a:lnTo>
                  <a:lnTo>
                    <a:pt x="5633381" y="523609"/>
                  </a:lnTo>
                  <a:lnTo>
                    <a:pt x="5633539" y="523609"/>
                  </a:lnTo>
                  <a:lnTo>
                    <a:pt x="5633696" y="523609"/>
                  </a:lnTo>
                  <a:lnTo>
                    <a:pt x="5633854" y="523609"/>
                  </a:lnTo>
                  <a:lnTo>
                    <a:pt x="5634012" y="523609"/>
                  </a:lnTo>
                  <a:lnTo>
                    <a:pt x="5634170" y="523609"/>
                  </a:lnTo>
                  <a:lnTo>
                    <a:pt x="5634327" y="523609"/>
                  </a:lnTo>
                  <a:lnTo>
                    <a:pt x="5634485" y="523609"/>
                  </a:lnTo>
                  <a:lnTo>
                    <a:pt x="5634643" y="523609"/>
                  </a:lnTo>
                  <a:lnTo>
                    <a:pt x="5634800" y="523609"/>
                  </a:lnTo>
                  <a:lnTo>
                    <a:pt x="5634958" y="523609"/>
                  </a:lnTo>
                  <a:lnTo>
                    <a:pt x="5634958" y="523179"/>
                  </a:lnTo>
                  <a:lnTo>
                    <a:pt x="5635116" y="523179"/>
                  </a:lnTo>
                  <a:lnTo>
                    <a:pt x="5635274" y="523179"/>
                  </a:lnTo>
                  <a:lnTo>
                    <a:pt x="5635431" y="523179"/>
                  </a:lnTo>
                  <a:lnTo>
                    <a:pt x="5635589" y="523179"/>
                  </a:lnTo>
                  <a:lnTo>
                    <a:pt x="5635747" y="523179"/>
                  </a:lnTo>
                  <a:lnTo>
                    <a:pt x="5635904" y="523179"/>
                  </a:lnTo>
                  <a:lnTo>
                    <a:pt x="5636062" y="523179"/>
                  </a:lnTo>
                  <a:lnTo>
                    <a:pt x="5636220" y="523179"/>
                  </a:lnTo>
                  <a:lnTo>
                    <a:pt x="5636378" y="523179"/>
                  </a:lnTo>
                  <a:lnTo>
                    <a:pt x="5636378" y="522748"/>
                  </a:lnTo>
                  <a:lnTo>
                    <a:pt x="5636535" y="522748"/>
                  </a:lnTo>
                  <a:lnTo>
                    <a:pt x="5636693" y="522748"/>
                  </a:lnTo>
                  <a:lnTo>
                    <a:pt x="5636851" y="522748"/>
                  </a:lnTo>
                  <a:lnTo>
                    <a:pt x="5636851" y="522317"/>
                  </a:lnTo>
                  <a:lnTo>
                    <a:pt x="5637008" y="522317"/>
                  </a:lnTo>
                  <a:lnTo>
                    <a:pt x="5637166" y="522317"/>
                  </a:lnTo>
                  <a:lnTo>
                    <a:pt x="5637324" y="522317"/>
                  </a:lnTo>
                  <a:lnTo>
                    <a:pt x="5637482" y="522317"/>
                  </a:lnTo>
                  <a:lnTo>
                    <a:pt x="5637639" y="522317"/>
                  </a:lnTo>
                  <a:lnTo>
                    <a:pt x="5637797" y="522317"/>
                  </a:lnTo>
                  <a:lnTo>
                    <a:pt x="5637955" y="522317"/>
                  </a:lnTo>
                  <a:lnTo>
                    <a:pt x="5638113" y="522317"/>
                  </a:lnTo>
                  <a:lnTo>
                    <a:pt x="5638270" y="522317"/>
                  </a:lnTo>
                  <a:lnTo>
                    <a:pt x="5638428" y="522317"/>
                  </a:lnTo>
                  <a:lnTo>
                    <a:pt x="5638586" y="522317"/>
                  </a:lnTo>
                  <a:lnTo>
                    <a:pt x="5638743" y="522317"/>
                  </a:lnTo>
                  <a:lnTo>
                    <a:pt x="5638901" y="522317"/>
                  </a:lnTo>
                  <a:lnTo>
                    <a:pt x="5638901" y="521887"/>
                  </a:lnTo>
                  <a:lnTo>
                    <a:pt x="5639059" y="521887"/>
                  </a:lnTo>
                  <a:lnTo>
                    <a:pt x="5639217" y="521887"/>
                  </a:lnTo>
                  <a:lnTo>
                    <a:pt x="5639374" y="521887"/>
                  </a:lnTo>
                  <a:lnTo>
                    <a:pt x="5639532" y="521887"/>
                  </a:lnTo>
                  <a:lnTo>
                    <a:pt x="5639690" y="521887"/>
                  </a:lnTo>
                  <a:lnTo>
                    <a:pt x="5639847" y="521887"/>
                  </a:lnTo>
                  <a:lnTo>
                    <a:pt x="5640005" y="521887"/>
                  </a:lnTo>
                  <a:lnTo>
                    <a:pt x="5640005" y="521456"/>
                  </a:lnTo>
                  <a:lnTo>
                    <a:pt x="5640163" y="521456"/>
                  </a:lnTo>
                  <a:lnTo>
                    <a:pt x="5640321" y="521456"/>
                  </a:lnTo>
                  <a:lnTo>
                    <a:pt x="5640478" y="521456"/>
                  </a:lnTo>
                  <a:lnTo>
                    <a:pt x="5640636" y="521456"/>
                  </a:lnTo>
                  <a:lnTo>
                    <a:pt x="5640794" y="521456"/>
                  </a:lnTo>
                  <a:lnTo>
                    <a:pt x="5640951" y="521456"/>
                  </a:lnTo>
                  <a:lnTo>
                    <a:pt x="5641109" y="521456"/>
                  </a:lnTo>
                  <a:lnTo>
                    <a:pt x="5641109" y="521026"/>
                  </a:lnTo>
                  <a:lnTo>
                    <a:pt x="5641267" y="521026"/>
                  </a:lnTo>
                  <a:lnTo>
                    <a:pt x="5641425" y="521026"/>
                  </a:lnTo>
                  <a:lnTo>
                    <a:pt x="5641582" y="521026"/>
                  </a:lnTo>
                  <a:lnTo>
                    <a:pt x="5641582" y="520595"/>
                  </a:lnTo>
                  <a:lnTo>
                    <a:pt x="5641740" y="520595"/>
                  </a:lnTo>
                  <a:lnTo>
                    <a:pt x="5641898" y="520595"/>
                  </a:lnTo>
                  <a:lnTo>
                    <a:pt x="5642055" y="520595"/>
                  </a:lnTo>
                  <a:lnTo>
                    <a:pt x="5642213" y="520595"/>
                  </a:lnTo>
                  <a:lnTo>
                    <a:pt x="5642371" y="520595"/>
                  </a:lnTo>
                  <a:lnTo>
                    <a:pt x="5642371" y="520164"/>
                  </a:lnTo>
                  <a:lnTo>
                    <a:pt x="5642529" y="520164"/>
                  </a:lnTo>
                  <a:lnTo>
                    <a:pt x="5642686" y="520164"/>
                  </a:lnTo>
                  <a:lnTo>
                    <a:pt x="5642844" y="520164"/>
                  </a:lnTo>
                  <a:lnTo>
                    <a:pt x="5643002" y="520164"/>
                  </a:lnTo>
                  <a:lnTo>
                    <a:pt x="5643159" y="520164"/>
                  </a:lnTo>
                  <a:lnTo>
                    <a:pt x="5643159" y="519734"/>
                  </a:lnTo>
                  <a:lnTo>
                    <a:pt x="5643317" y="519734"/>
                  </a:lnTo>
                  <a:lnTo>
                    <a:pt x="5643475" y="519734"/>
                  </a:lnTo>
                  <a:lnTo>
                    <a:pt x="5643633" y="519734"/>
                  </a:lnTo>
                  <a:lnTo>
                    <a:pt x="5643790" y="519734"/>
                  </a:lnTo>
                  <a:lnTo>
                    <a:pt x="5643948" y="519734"/>
                  </a:lnTo>
                  <a:lnTo>
                    <a:pt x="5643948" y="519303"/>
                  </a:lnTo>
                  <a:lnTo>
                    <a:pt x="5644106" y="519303"/>
                  </a:lnTo>
                  <a:lnTo>
                    <a:pt x="5644264" y="519303"/>
                  </a:lnTo>
                  <a:lnTo>
                    <a:pt x="5644421" y="519303"/>
                  </a:lnTo>
                  <a:lnTo>
                    <a:pt x="5644579" y="519303"/>
                  </a:lnTo>
                  <a:lnTo>
                    <a:pt x="5644737" y="519303"/>
                  </a:lnTo>
                  <a:lnTo>
                    <a:pt x="5644894" y="519303"/>
                  </a:lnTo>
                  <a:lnTo>
                    <a:pt x="5645052" y="519303"/>
                  </a:lnTo>
                  <a:lnTo>
                    <a:pt x="5645052" y="518873"/>
                  </a:lnTo>
                  <a:lnTo>
                    <a:pt x="5645210" y="518873"/>
                  </a:lnTo>
                  <a:lnTo>
                    <a:pt x="5645368" y="518873"/>
                  </a:lnTo>
                  <a:lnTo>
                    <a:pt x="5645525" y="518873"/>
                  </a:lnTo>
                  <a:lnTo>
                    <a:pt x="5645683" y="518873"/>
                  </a:lnTo>
                  <a:lnTo>
                    <a:pt x="5645841" y="518873"/>
                  </a:lnTo>
                  <a:lnTo>
                    <a:pt x="5645998" y="518873"/>
                  </a:lnTo>
                  <a:lnTo>
                    <a:pt x="5646156" y="518873"/>
                  </a:lnTo>
                  <a:lnTo>
                    <a:pt x="5646156" y="518442"/>
                  </a:lnTo>
                  <a:lnTo>
                    <a:pt x="5646156" y="518011"/>
                  </a:lnTo>
                  <a:lnTo>
                    <a:pt x="5646314" y="518011"/>
                  </a:lnTo>
                  <a:lnTo>
                    <a:pt x="5646314" y="517581"/>
                  </a:lnTo>
                  <a:lnTo>
                    <a:pt x="5646472" y="517581"/>
                  </a:lnTo>
                  <a:lnTo>
                    <a:pt x="5646472" y="517150"/>
                  </a:lnTo>
                  <a:lnTo>
                    <a:pt x="5646629" y="517150"/>
                  </a:lnTo>
                  <a:lnTo>
                    <a:pt x="5646787" y="517150"/>
                  </a:lnTo>
                  <a:lnTo>
                    <a:pt x="5646945" y="517150"/>
                  </a:lnTo>
                  <a:lnTo>
                    <a:pt x="5646945" y="516720"/>
                  </a:lnTo>
                  <a:lnTo>
                    <a:pt x="5646945" y="516289"/>
                  </a:lnTo>
                  <a:lnTo>
                    <a:pt x="5647102" y="516289"/>
                  </a:lnTo>
                  <a:lnTo>
                    <a:pt x="5647260" y="516289"/>
                  </a:lnTo>
                  <a:lnTo>
                    <a:pt x="5647260" y="515858"/>
                  </a:lnTo>
                  <a:lnTo>
                    <a:pt x="5647418" y="515858"/>
                  </a:lnTo>
                  <a:lnTo>
                    <a:pt x="5647418" y="515428"/>
                  </a:lnTo>
                  <a:lnTo>
                    <a:pt x="5647576" y="515428"/>
                  </a:lnTo>
                  <a:lnTo>
                    <a:pt x="5647576" y="514997"/>
                  </a:lnTo>
                  <a:lnTo>
                    <a:pt x="5647733" y="514997"/>
                  </a:lnTo>
                  <a:lnTo>
                    <a:pt x="5647891" y="514997"/>
                  </a:lnTo>
                  <a:lnTo>
                    <a:pt x="5648049" y="514997"/>
                  </a:lnTo>
                  <a:lnTo>
                    <a:pt x="5648206" y="514997"/>
                  </a:lnTo>
                  <a:lnTo>
                    <a:pt x="5648206" y="514567"/>
                  </a:lnTo>
                  <a:lnTo>
                    <a:pt x="5648206" y="514136"/>
                  </a:lnTo>
                  <a:lnTo>
                    <a:pt x="5648364" y="514136"/>
                  </a:lnTo>
                  <a:lnTo>
                    <a:pt x="5648522" y="514136"/>
                  </a:lnTo>
                  <a:lnTo>
                    <a:pt x="5648680" y="514136"/>
                  </a:lnTo>
                  <a:lnTo>
                    <a:pt x="5648837" y="514136"/>
                  </a:lnTo>
                  <a:lnTo>
                    <a:pt x="5648995" y="514136"/>
                  </a:lnTo>
                  <a:lnTo>
                    <a:pt x="5649153" y="514136"/>
                  </a:lnTo>
                  <a:lnTo>
                    <a:pt x="5649311" y="514136"/>
                  </a:lnTo>
                  <a:lnTo>
                    <a:pt x="5649468" y="514136"/>
                  </a:lnTo>
                  <a:lnTo>
                    <a:pt x="5649626" y="514136"/>
                  </a:lnTo>
                  <a:lnTo>
                    <a:pt x="5649784" y="514136"/>
                  </a:lnTo>
                  <a:lnTo>
                    <a:pt x="5649941" y="514136"/>
                  </a:lnTo>
                  <a:lnTo>
                    <a:pt x="5650099" y="514136"/>
                  </a:lnTo>
                  <a:lnTo>
                    <a:pt x="5650257" y="514136"/>
                  </a:lnTo>
                  <a:lnTo>
                    <a:pt x="5650415" y="514136"/>
                  </a:lnTo>
                  <a:lnTo>
                    <a:pt x="5650572" y="514136"/>
                  </a:lnTo>
                  <a:lnTo>
                    <a:pt x="5650572" y="513705"/>
                  </a:lnTo>
                  <a:lnTo>
                    <a:pt x="5650730" y="513705"/>
                  </a:lnTo>
                  <a:lnTo>
                    <a:pt x="5650888" y="513705"/>
                  </a:lnTo>
                  <a:lnTo>
                    <a:pt x="5651045" y="513705"/>
                  </a:lnTo>
                  <a:lnTo>
                    <a:pt x="5651203" y="513705"/>
                  </a:lnTo>
                  <a:lnTo>
                    <a:pt x="5651361" y="513705"/>
                  </a:lnTo>
                  <a:lnTo>
                    <a:pt x="5651519" y="513705"/>
                  </a:lnTo>
                  <a:lnTo>
                    <a:pt x="5651676" y="513705"/>
                  </a:lnTo>
                  <a:lnTo>
                    <a:pt x="5651834" y="513705"/>
                  </a:lnTo>
                  <a:lnTo>
                    <a:pt x="5651992" y="513705"/>
                  </a:lnTo>
                  <a:lnTo>
                    <a:pt x="5652149" y="513705"/>
                  </a:lnTo>
                  <a:lnTo>
                    <a:pt x="5652307" y="513705"/>
                  </a:lnTo>
                  <a:lnTo>
                    <a:pt x="5652465" y="513705"/>
                  </a:lnTo>
                  <a:lnTo>
                    <a:pt x="5652623" y="513705"/>
                  </a:lnTo>
                  <a:lnTo>
                    <a:pt x="5652780" y="513705"/>
                  </a:lnTo>
                  <a:lnTo>
                    <a:pt x="5652938" y="513705"/>
                  </a:lnTo>
                  <a:lnTo>
                    <a:pt x="5653096" y="513705"/>
                  </a:lnTo>
                  <a:lnTo>
                    <a:pt x="5653253" y="513705"/>
                  </a:lnTo>
                  <a:lnTo>
                    <a:pt x="5653411" y="513705"/>
                  </a:lnTo>
                  <a:lnTo>
                    <a:pt x="5653569" y="513705"/>
                  </a:lnTo>
                  <a:lnTo>
                    <a:pt x="5653727" y="513705"/>
                  </a:lnTo>
                  <a:lnTo>
                    <a:pt x="5653884" y="513705"/>
                  </a:lnTo>
                  <a:lnTo>
                    <a:pt x="5654042" y="513705"/>
                  </a:lnTo>
                  <a:lnTo>
                    <a:pt x="5654042" y="513275"/>
                  </a:lnTo>
                  <a:lnTo>
                    <a:pt x="5654200" y="513275"/>
                  </a:lnTo>
                  <a:lnTo>
                    <a:pt x="5654357" y="513275"/>
                  </a:lnTo>
                  <a:lnTo>
                    <a:pt x="5654515" y="513275"/>
                  </a:lnTo>
                  <a:lnTo>
                    <a:pt x="5654673" y="513275"/>
                  </a:lnTo>
                  <a:lnTo>
                    <a:pt x="5654831" y="513275"/>
                  </a:lnTo>
                  <a:lnTo>
                    <a:pt x="5654988" y="513275"/>
                  </a:lnTo>
                  <a:lnTo>
                    <a:pt x="5655146" y="513275"/>
                  </a:lnTo>
                  <a:lnTo>
                    <a:pt x="5655304" y="513275"/>
                  </a:lnTo>
                  <a:lnTo>
                    <a:pt x="5655462" y="513275"/>
                  </a:lnTo>
                  <a:lnTo>
                    <a:pt x="5655619" y="513275"/>
                  </a:lnTo>
                  <a:lnTo>
                    <a:pt x="5655777" y="513275"/>
                  </a:lnTo>
                  <a:lnTo>
                    <a:pt x="5655777" y="512844"/>
                  </a:lnTo>
                  <a:lnTo>
                    <a:pt x="5655935" y="512844"/>
                  </a:lnTo>
                  <a:lnTo>
                    <a:pt x="5656092" y="512844"/>
                  </a:lnTo>
                  <a:lnTo>
                    <a:pt x="5656250" y="512844"/>
                  </a:lnTo>
                  <a:lnTo>
                    <a:pt x="5656408" y="512844"/>
                  </a:lnTo>
                  <a:lnTo>
                    <a:pt x="5656566" y="512844"/>
                  </a:lnTo>
                  <a:lnTo>
                    <a:pt x="5656723" y="512844"/>
                  </a:lnTo>
                  <a:lnTo>
                    <a:pt x="5656881" y="512844"/>
                  </a:lnTo>
                  <a:lnTo>
                    <a:pt x="5657039" y="512844"/>
                  </a:lnTo>
                  <a:lnTo>
                    <a:pt x="5657039" y="512414"/>
                  </a:lnTo>
                  <a:lnTo>
                    <a:pt x="5657196" y="512414"/>
                  </a:lnTo>
                  <a:lnTo>
                    <a:pt x="5657354" y="512414"/>
                  </a:lnTo>
                  <a:lnTo>
                    <a:pt x="5657512" y="512414"/>
                  </a:lnTo>
                  <a:lnTo>
                    <a:pt x="5657670" y="512414"/>
                  </a:lnTo>
                  <a:lnTo>
                    <a:pt x="5657827" y="512414"/>
                  </a:lnTo>
                  <a:lnTo>
                    <a:pt x="5657985" y="512414"/>
                  </a:lnTo>
                  <a:lnTo>
                    <a:pt x="5658143" y="512414"/>
                  </a:lnTo>
                  <a:lnTo>
                    <a:pt x="5658143" y="511983"/>
                  </a:lnTo>
                  <a:lnTo>
                    <a:pt x="5658300" y="511983"/>
                  </a:lnTo>
                  <a:lnTo>
                    <a:pt x="5658458" y="511983"/>
                  </a:lnTo>
                  <a:lnTo>
                    <a:pt x="5658616" y="511983"/>
                  </a:lnTo>
                  <a:lnTo>
                    <a:pt x="5658616" y="511552"/>
                  </a:lnTo>
                  <a:lnTo>
                    <a:pt x="5658774" y="511552"/>
                  </a:lnTo>
                  <a:lnTo>
                    <a:pt x="5658931" y="511552"/>
                  </a:lnTo>
                  <a:lnTo>
                    <a:pt x="5659089" y="511552"/>
                  </a:lnTo>
                  <a:lnTo>
                    <a:pt x="5659247" y="511552"/>
                  </a:lnTo>
                  <a:lnTo>
                    <a:pt x="5659404" y="511552"/>
                  </a:lnTo>
                  <a:lnTo>
                    <a:pt x="5659562" y="511552"/>
                  </a:lnTo>
                  <a:lnTo>
                    <a:pt x="5659720" y="511552"/>
                  </a:lnTo>
                  <a:lnTo>
                    <a:pt x="5659878" y="511552"/>
                  </a:lnTo>
                  <a:lnTo>
                    <a:pt x="5660035" y="511552"/>
                  </a:lnTo>
                  <a:lnTo>
                    <a:pt x="5660193" y="511552"/>
                  </a:lnTo>
                  <a:lnTo>
                    <a:pt x="5660351" y="511552"/>
                  </a:lnTo>
                  <a:lnTo>
                    <a:pt x="5660509" y="511552"/>
                  </a:lnTo>
                  <a:lnTo>
                    <a:pt x="5660666" y="511552"/>
                  </a:lnTo>
                  <a:lnTo>
                    <a:pt x="5660824" y="511552"/>
                  </a:lnTo>
                  <a:lnTo>
                    <a:pt x="5660982" y="511552"/>
                  </a:lnTo>
                  <a:lnTo>
                    <a:pt x="5661139" y="511552"/>
                  </a:lnTo>
                  <a:lnTo>
                    <a:pt x="5661139" y="511122"/>
                  </a:lnTo>
                  <a:lnTo>
                    <a:pt x="5661139" y="510691"/>
                  </a:lnTo>
                  <a:lnTo>
                    <a:pt x="5661297" y="510691"/>
                  </a:lnTo>
                  <a:lnTo>
                    <a:pt x="5661455" y="510691"/>
                  </a:lnTo>
                  <a:lnTo>
                    <a:pt x="5661613" y="510691"/>
                  </a:lnTo>
                  <a:lnTo>
                    <a:pt x="5661770" y="510691"/>
                  </a:lnTo>
                  <a:lnTo>
                    <a:pt x="5661928" y="510691"/>
                  </a:lnTo>
                  <a:lnTo>
                    <a:pt x="5662086" y="510691"/>
                  </a:lnTo>
                  <a:lnTo>
                    <a:pt x="5662243" y="510691"/>
                  </a:lnTo>
                  <a:lnTo>
                    <a:pt x="5662401" y="510691"/>
                  </a:lnTo>
                  <a:lnTo>
                    <a:pt x="5662401" y="510261"/>
                  </a:lnTo>
                  <a:lnTo>
                    <a:pt x="5662559" y="510261"/>
                  </a:lnTo>
                  <a:lnTo>
                    <a:pt x="5662717" y="510261"/>
                  </a:lnTo>
                  <a:lnTo>
                    <a:pt x="5662874" y="510261"/>
                  </a:lnTo>
                  <a:lnTo>
                    <a:pt x="5663032" y="510261"/>
                  </a:lnTo>
                  <a:lnTo>
                    <a:pt x="5663190" y="510261"/>
                  </a:lnTo>
                  <a:lnTo>
                    <a:pt x="5663347" y="510261"/>
                  </a:lnTo>
                  <a:lnTo>
                    <a:pt x="5663347" y="509830"/>
                  </a:lnTo>
                  <a:lnTo>
                    <a:pt x="5663505" y="509830"/>
                  </a:lnTo>
                  <a:lnTo>
                    <a:pt x="5663663" y="509830"/>
                  </a:lnTo>
                  <a:lnTo>
                    <a:pt x="5663821" y="509830"/>
                  </a:lnTo>
                  <a:lnTo>
                    <a:pt x="5663821" y="509399"/>
                  </a:lnTo>
                  <a:lnTo>
                    <a:pt x="5663978" y="509399"/>
                  </a:lnTo>
                  <a:lnTo>
                    <a:pt x="5664136" y="509399"/>
                  </a:lnTo>
                  <a:lnTo>
                    <a:pt x="5664294" y="509399"/>
                  </a:lnTo>
                  <a:lnTo>
                    <a:pt x="5664451" y="509399"/>
                  </a:lnTo>
                  <a:lnTo>
                    <a:pt x="5664609" y="509399"/>
                  </a:lnTo>
                  <a:lnTo>
                    <a:pt x="5664767" y="509399"/>
                  </a:lnTo>
                  <a:lnTo>
                    <a:pt x="5664925" y="509399"/>
                  </a:lnTo>
                  <a:lnTo>
                    <a:pt x="5665082" y="509399"/>
                  </a:lnTo>
                  <a:lnTo>
                    <a:pt x="5665240" y="509399"/>
                  </a:lnTo>
                  <a:lnTo>
                    <a:pt x="5665398" y="509399"/>
                  </a:lnTo>
                  <a:lnTo>
                    <a:pt x="5665555" y="509399"/>
                  </a:lnTo>
                  <a:lnTo>
                    <a:pt x="5665713" y="509399"/>
                  </a:lnTo>
                  <a:lnTo>
                    <a:pt x="5665871" y="509399"/>
                  </a:lnTo>
                  <a:lnTo>
                    <a:pt x="5666029" y="509399"/>
                  </a:lnTo>
                  <a:lnTo>
                    <a:pt x="5666186" y="509399"/>
                  </a:lnTo>
                  <a:lnTo>
                    <a:pt x="5666344" y="509399"/>
                  </a:lnTo>
                  <a:lnTo>
                    <a:pt x="5666502" y="509399"/>
                  </a:lnTo>
                  <a:lnTo>
                    <a:pt x="5666660" y="509399"/>
                  </a:lnTo>
                  <a:lnTo>
                    <a:pt x="5666817" y="509399"/>
                  </a:lnTo>
                  <a:lnTo>
                    <a:pt x="5666975" y="509399"/>
                  </a:lnTo>
                  <a:lnTo>
                    <a:pt x="5667133" y="509399"/>
                  </a:lnTo>
                  <a:lnTo>
                    <a:pt x="5667133" y="508969"/>
                  </a:lnTo>
                  <a:lnTo>
                    <a:pt x="5667290" y="508969"/>
                  </a:lnTo>
                  <a:lnTo>
                    <a:pt x="5667448" y="508969"/>
                  </a:lnTo>
                  <a:lnTo>
                    <a:pt x="5667606" y="508969"/>
                  </a:lnTo>
                  <a:lnTo>
                    <a:pt x="5667764" y="508969"/>
                  </a:lnTo>
                  <a:lnTo>
                    <a:pt x="5667921" y="508969"/>
                  </a:lnTo>
                  <a:lnTo>
                    <a:pt x="5668079" y="508969"/>
                  </a:lnTo>
                  <a:lnTo>
                    <a:pt x="5668237" y="508969"/>
                  </a:lnTo>
                  <a:lnTo>
                    <a:pt x="5668394" y="508969"/>
                  </a:lnTo>
                  <a:lnTo>
                    <a:pt x="5668552" y="508969"/>
                  </a:lnTo>
                  <a:lnTo>
                    <a:pt x="5668710" y="508969"/>
                  </a:lnTo>
                  <a:lnTo>
                    <a:pt x="5668868" y="508969"/>
                  </a:lnTo>
                  <a:lnTo>
                    <a:pt x="5669025" y="508969"/>
                  </a:lnTo>
                  <a:lnTo>
                    <a:pt x="5669183" y="508969"/>
                  </a:lnTo>
                  <a:lnTo>
                    <a:pt x="5669341" y="508969"/>
                  </a:lnTo>
                  <a:lnTo>
                    <a:pt x="5669498" y="508969"/>
                  </a:lnTo>
                  <a:lnTo>
                    <a:pt x="5669498" y="508538"/>
                  </a:lnTo>
                  <a:lnTo>
                    <a:pt x="5669656" y="508538"/>
                  </a:lnTo>
                  <a:lnTo>
                    <a:pt x="5669814" y="508538"/>
                  </a:lnTo>
                  <a:lnTo>
                    <a:pt x="5669972" y="508538"/>
                  </a:lnTo>
                  <a:lnTo>
                    <a:pt x="5670129" y="508538"/>
                  </a:lnTo>
                  <a:lnTo>
                    <a:pt x="5670287" y="508538"/>
                  </a:lnTo>
                  <a:lnTo>
                    <a:pt x="5670445" y="508538"/>
                  </a:lnTo>
                  <a:lnTo>
                    <a:pt x="5670602" y="508538"/>
                  </a:lnTo>
                  <a:lnTo>
                    <a:pt x="5670602" y="508108"/>
                  </a:lnTo>
                  <a:lnTo>
                    <a:pt x="5670760" y="508108"/>
                  </a:lnTo>
                  <a:lnTo>
                    <a:pt x="5670918" y="508108"/>
                  </a:lnTo>
                  <a:lnTo>
                    <a:pt x="5671076" y="508108"/>
                  </a:lnTo>
                  <a:lnTo>
                    <a:pt x="5671233" y="508108"/>
                  </a:lnTo>
                  <a:lnTo>
                    <a:pt x="5671233" y="507677"/>
                  </a:lnTo>
                  <a:lnTo>
                    <a:pt x="5671391" y="507677"/>
                  </a:lnTo>
                  <a:lnTo>
                    <a:pt x="5671549" y="507677"/>
                  </a:lnTo>
                  <a:lnTo>
                    <a:pt x="5671707" y="507677"/>
                  </a:lnTo>
                  <a:lnTo>
                    <a:pt x="5671864" y="507677"/>
                  </a:lnTo>
                  <a:lnTo>
                    <a:pt x="5672022" y="507677"/>
                  </a:lnTo>
                  <a:lnTo>
                    <a:pt x="5672180" y="507677"/>
                  </a:lnTo>
                  <a:lnTo>
                    <a:pt x="5672337" y="507677"/>
                  </a:lnTo>
                  <a:lnTo>
                    <a:pt x="5672495" y="507677"/>
                  </a:lnTo>
                  <a:lnTo>
                    <a:pt x="5672653" y="507677"/>
                  </a:lnTo>
                  <a:lnTo>
                    <a:pt x="5672811" y="507677"/>
                  </a:lnTo>
                  <a:lnTo>
                    <a:pt x="5672968" y="507677"/>
                  </a:lnTo>
                  <a:lnTo>
                    <a:pt x="5673126" y="507677"/>
                  </a:lnTo>
                  <a:lnTo>
                    <a:pt x="5673284" y="507677"/>
                  </a:lnTo>
                  <a:lnTo>
                    <a:pt x="5673441" y="507677"/>
                  </a:lnTo>
                  <a:lnTo>
                    <a:pt x="5673599" y="507677"/>
                  </a:lnTo>
                  <a:lnTo>
                    <a:pt x="5673757" y="507677"/>
                  </a:lnTo>
                  <a:lnTo>
                    <a:pt x="5673915" y="507677"/>
                  </a:lnTo>
                  <a:lnTo>
                    <a:pt x="5674072" y="507677"/>
                  </a:lnTo>
                  <a:lnTo>
                    <a:pt x="5674072" y="507246"/>
                  </a:lnTo>
                  <a:lnTo>
                    <a:pt x="5674230" y="507246"/>
                  </a:lnTo>
                  <a:lnTo>
                    <a:pt x="5674388" y="507246"/>
                  </a:lnTo>
                  <a:lnTo>
                    <a:pt x="5674545" y="507246"/>
                  </a:lnTo>
                  <a:lnTo>
                    <a:pt x="5674703" y="507246"/>
                  </a:lnTo>
                  <a:lnTo>
                    <a:pt x="5674703" y="506816"/>
                  </a:lnTo>
                  <a:lnTo>
                    <a:pt x="5674861" y="506816"/>
                  </a:lnTo>
                  <a:lnTo>
                    <a:pt x="5675019" y="506816"/>
                  </a:lnTo>
                  <a:lnTo>
                    <a:pt x="5675019" y="506385"/>
                  </a:lnTo>
                  <a:lnTo>
                    <a:pt x="5675176" y="506385"/>
                  </a:lnTo>
                  <a:lnTo>
                    <a:pt x="5675334" y="506385"/>
                  </a:lnTo>
                  <a:lnTo>
                    <a:pt x="5675492" y="506385"/>
                  </a:lnTo>
                  <a:lnTo>
                    <a:pt x="5675649" y="506385"/>
                  </a:lnTo>
                  <a:lnTo>
                    <a:pt x="5675807" y="506385"/>
                  </a:lnTo>
                  <a:lnTo>
                    <a:pt x="5675965" y="506385"/>
                  </a:lnTo>
                  <a:lnTo>
                    <a:pt x="5676123" y="506385"/>
                  </a:lnTo>
                  <a:lnTo>
                    <a:pt x="5676280" y="506385"/>
                  </a:lnTo>
                  <a:lnTo>
                    <a:pt x="5676438" y="506385"/>
                  </a:lnTo>
                  <a:lnTo>
                    <a:pt x="5676596" y="506385"/>
                  </a:lnTo>
                  <a:lnTo>
                    <a:pt x="5676753" y="506385"/>
                  </a:lnTo>
                  <a:lnTo>
                    <a:pt x="5676911" y="506385"/>
                  </a:lnTo>
                  <a:lnTo>
                    <a:pt x="5677069" y="506385"/>
                  </a:lnTo>
                  <a:lnTo>
                    <a:pt x="5677227" y="506385"/>
                  </a:lnTo>
                  <a:lnTo>
                    <a:pt x="5677384" y="506385"/>
                  </a:lnTo>
                  <a:lnTo>
                    <a:pt x="5677542" y="506385"/>
                  </a:lnTo>
                  <a:lnTo>
                    <a:pt x="5677542" y="505955"/>
                  </a:lnTo>
                  <a:lnTo>
                    <a:pt x="5677700" y="505955"/>
                  </a:lnTo>
                  <a:lnTo>
                    <a:pt x="5677858" y="505955"/>
                  </a:lnTo>
                  <a:lnTo>
                    <a:pt x="5678015" y="505955"/>
                  </a:lnTo>
                  <a:lnTo>
                    <a:pt x="5678015" y="505524"/>
                  </a:lnTo>
                  <a:lnTo>
                    <a:pt x="5678173" y="505524"/>
                  </a:lnTo>
                  <a:lnTo>
                    <a:pt x="5678331" y="505524"/>
                  </a:lnTo>
                  <a:lnTo>
                    <a:pt x="5678488" y="505524"/>
                  </a:lnTo>
                  <a:lnTo>
                    <a:pt x="5678646" y="505524"/>
                  </a:lnTo>
                  <a:lnTo>
                    <a:pt x="5678646" y="505093"/>
                  </a:lnTo>
                  <a:lnTo>
                    <a:pt x="5678646" y="504663"/>
                  </a:lnTo>
                  <a:lnTo>
                    <a:pt x="5678804" y="504663"/>
                  </a:lnTo>
                  <a:lnTo>
                    <a:pt x="5678962" y="504663"/>
                  </a:lnTo>
                  <a:lnTo>
                    <a:pt x="5679119" y="504663"/>
                  </a:lnTo>
                  <a:lnTo>
                    <a:pt x="5679277" y="504663"/>
                  </a:lnTo>
                  <a:lnTo>
                    <a:pt x="5679435" y="504663"/>
                  </a:lnTo>
                  <a:lnTo>
                    <a:pt x="5679592" y="504663"/>
                  </a:lnTo>
                  <a:lnTo>
                    <a:pt x="5679750" y="504663"/>
                  </a:lnTo>
                  <a:lnTo>
                    <a:pt x="5679908" y="504663"/>
                  </a:lnTo>
                  <a:lnTo>
                    <a:pt x="5680066" y="504663"/>
                  </a:lnTo>
                  <a:lnTo>
                    <a:pt x="5680066" y="504232"/>
                  </a:lnTo>
                  <a:lnTo>
                    <a:pt x="5680223" y="504232"/>
                  </a:lnTo>
                  <a:lnTo>
                    <a:pt x="5680381" y="504232"/>
                  </a:lnTo>
                  <a:lnTo>
                    <a:pt x="5680539" y="504232"/>
                  </a:lnTo>
                  <a:lnTo>
                    <a:pt x="5680696" y="504232"/>
                  </a:lnTo>
                  <a:lnTo>
                    <a:pt x="5680854" y="504232"/>
                  </a:lnTo>
                  <a:lnTo>
                    <a:pt x="5681012" y="504232"/>
                  </a:lnTo>
                  <a:lnTo>
                    <a:pt x="5681170" y="504232"/>
                  </a:lnTo>
                  <a:lnTo>
                    <a:pt x="5681327" y="504232"/>
                  </a:lnTo>
                  <a:lnTo>
                    <a:pt x="5681485" y="504232"/>
                  </a:lnTo>
                  <a:lnTo>
                    <a:pt x="5681643" y="504232"/>
                  </a:lnTo>
                  <a:lnTo>
                    <a:pt x="5681800" y="504232"/>
                  </a:lnTo>
                  <a:lnTo>
                    <a:pt x="5681958" y="504232"/>
                  </a:lnTo>
                  <a:lnTo>
                    <a:pt x="5682116" y="504232"/>
                  </a:lnTo>
                  <a:lnTo>
                    <a:pt x="5682274" y="504232"/>
                  </a:lnTo>
                  <a:lnTo>
                    <a:pt x="5682431" y="504232"/>
                  </a:lnTo>
                  <a:lnTo>
                    <a:pt x="5682589" y="504232"/>
                  </a:lnTo>
                  <a:lnTo>
                    <a:pt x="5682747" y="504232"/>
                  </a:lnTo>
                  <a:lnTo>
                    <a:pt x="5682905" y="504232"/>
                  </a:lnTo>
                  <a:lnTo>
                    <a:pt x="5682905" y="503802"/>
                  </a:lnTo>
                  <a:lnTo>
                    <a:pt x="5683062" y="503802"/>
                  </a:lnTo>
                  <a:lnTo>
                    <a:pt x="5683220" y="503802"/>
                  </a:lnTo>
                  <a:lnTo>
                    <a:pt x="5683378" y="503802"/>
                  </a:lnTo>
                  <a:lnTo>
                    <a:pt x="5683535" y="503802"/>
                  </a:lnTo>
                  <a:lnTo>
                    <a:pt x="5683693" y="503802"/>
                  </a:lnTo>
                  <a:lnTo>
                    <a:pt x="5683851" y="503802"/>
                  </a:lnTo>
                  <a:lnTo>
                    <a:pt x="5683851" y="503371"/>
                  </a:lnTo>
                  <a:lnTo>
                    <a:pt x="5684009" y="503371"/>
                  </a:lnTo>
                  <a:lnTo>
                    <a:pt x="5684166" y="503371"/>
                  </a:lnTo>
                  <a:lnTo>
                    <a:pt x="5684324" y="503371"/>
                  </a:lnTo>
                  <a:lnTo>
                    <a:pt x="5684482" y="503371"/>
                  </a:lnTo>
                  <a:lnTo>
                    <a:pt x="5684639" y="503371"/>
                  </a:lnTo>
                  <a:lnTo>
                    <a:pt x="5684797" y="503371"/>
                  </a:lnTo>
                  <a:lnTo>
                    <a:pt x="5684955" y="503371"/>
                  </a:lnTo>
                  <a:lnTo>
                    <a:pt x="5685113" y="503371"/>
                  </a:lnTo>
                  <a:lnTo>
                    <a:pt x="5685270" y="503371"/>
                  </a:lnTo>
                  <a:lnTo>
                    <a:pt x="5685428" y="503371"/>
                  </a:lnTo>
                  <a:lnTo>
                    <a:pt x="5685586" y="503371"/>
                  </a:lnTo>
                  <a:lnTo>
                    <a:pt x="5685743" y="503371"/>
                  </a:lnTo>
                  <a:lnTo>
                    <a:pt x="5685901" y="503371"/>
                  </a:lnTo>
                  <a:lnTo>
                    <a:pt x="5686059" y="503371"/>
                  </a:lnTo>
                  <a:lnTo>
                    <a:pt x="5686217" y="503371"/>
                  </a:lnTo>
                  <a:lnTo>
                    <a:pt x="5686374" y="503371"/>
                  </a:lnTo>
                  <a:lnTo>
                    <a:pt x="5686532" y="503371"/>
                  </a:lnTo>
                  <a:lnTo>
                    <a:pt x="5686690" y="503371"/>
                  </a:lnTo>
                  <a:lnTo>
                    <a:pt x="5686847" y="503371"/>
                  </a:lnTo>
                  <a:lnTo>
                    <a:pt x="5687005" y="503371"/>
                  </a:lnTo>
                  <a:lnTo>
                    <a:pt x="5687163" y="503371"/>
                  </a:lnTo>
                  <a:lnTo>
                    <a:pt x="5687321" y="503371"/>
                  </a:lnTo>
                  <a:lnTo>
                    <a:pt x="5687478" y="503371"/>
                  </a:lnTo>
                  <a:lnTo>
                    <a:pt x="5687636" y="503371"/>
                  </a:lnTo>
                  <a:lnTo>
                    <a:pt x="5687794" y="503371"/>
                  </a:lnTo>
                  <a:lnTo>
                    <a:pt x="5687951" y="503371"/>
                  </a:lnTo>
                  <a:lnTo>
                    <a:pt x="5688109" y="503371"/>
                  </a:lnTo>
                  <a:lnTo>
                    <a:pt x="5688267" y="503371"/>
                  </a:lnTo>
                  <a:lnTo>
                    <a:pt x="5688425" y="503371"/>
                  </a:lnTo>
                  <a:lnTo>
                    <a:pt x="5688582" y="503371"/>
                  </a:lnTo>
                  <a:lnTo>
                    <a:pt x="5688740" y="503371"/>
                  </a:lnTo>
                  <a:lnTo>
                    <a:pt x="5688898" y="503371"/>
                  </a:lnTo>
                  <a:lnTo>
                    <a:pt x="5689056" y="503371"/>
                  </a:lnTo>
                  <a:lnTo>
                    <a:pt x="5689213" y="503371"/>
                  </a:lnTo>
                  <a:lnTo>
                    <a:pt x="5689371" y="503371"/>
                  </a:lnTo>
                  <a:lnTo>
                    <a:pt x="5689529" y="503371"/>
                  </a:lnTo>
                  <a:lnTo>
                    <a:pt x="5689686" y="503371"/>
                  </a:lnTo>
                  <a:lnTo>
                    <a:pt x="5689844" y="503371"/>
                  </a:lnTo>
                  <a:lnTo>
                    <a:pt x="5690002" y="503371"/>
                  </a:lnTo>
                  <a:lnTo>
                    <a:pt x="5690002" y="502940"/>
                  </a:lnTo>
                  <a:lnTo>
                    <a:pt x="5690160" y="502940"/>
                  </a:lnTo>
                  <a:lnTo>
                    <a:pt x="5690317" y="502940"/>
                  </a:lnTo>
                  <a:lnTo>
                    <a:pt x="5690475" y="502940"/>
                  </a:lnTo>
                  <a:lnTo>
                    <a:pt x="5690633" y="502940"/>
                  </a:lnTo>
                  <a:lnTo>
                    <a:pt x="5690790" y="502940"/>
                  </a:lnTo>
                  <a:lnTo>
                    <a:pt x="5690948" y="502940"/>
                  </a:lnTo>
                  <a:lnTo>
                    <a:pt x="5691106" y="502940"/>
                  </a:lnTo>
                  <a:lnTo>
                    <a:pt x="5691264" y="502940"/>
                  </a:lnTo>
                  <a:lnTo>
                    <a:pt x="5691421" y="502940"/>
                  </a:lnTo>
                  <a:lnTo>
                    <a:pt x="5691579" y="502940"/>
                  </a:lnTo>
                  <a:lnTo>
                    <a:pt x="5691737" y="502940"/>
                  </a:lnTo>
                  <a:lnTo>
                    <a:pt x="5691894" y="502940"/>
                  </a:lnTo>
                  <a:lnTo>
                    <a:pt x="5692052" y="502940"/>
                  </a:lnTo>
                  <a:lnTo>
                    <a:pt x="5692210" y="502940"/>
                  </a:lnTo>
                  <a:lnTo>
                    <a:pt x="5692368" y="502940"/>
                  </a:lnTo>
                  <a:lnTo>
                    <a:pt x="5692525" y="502940"/>
                  </a:lnTo>
                  <a:lnTo>
                    <a:pt x="5692683" y="502940"/>
                  </a:lnTo>
                  <a:lnTo>
                    <a:pt x="5692683" y="502510"/>
                  </a:lnTo>
                  <a:lnTo>
                    <a:pt x="5692841" y="502510"/>
                  </a:lnTo>
                  <a:lnTo>
                    <a:pt x="5692998" y="502510"/>
                  </a:lnTo>
                  <a:lnTo>
                    <a:pt x="5693156" y="502510"/>
                  </a:lnTo>
                  <a:lnTo>
                    <a:pt x="5693314" y="502510"/>
                  </a:lnTo>
                  <a:lnTo>
                    <a:pt x="5693472" y="502510"/>
                  </a:lnTo>
                  <a:lnTo>
                    <a:pt x="5693629" y="502510"/>
                  </a:lnTo>
                  <a:lnTo>
                    <a:pt x="5693787" y="502510"/>
                  </a:lnTo>
                  <a:lnTo>
                    <a:pt x="5693945" y="502510"/>
                  </a:lnTo>
                  <a:lnTo>
                    <a:pt x="5693945" y="502079"/>
                  </a:lnTo>
                  <a:lnTo>
                    <a:pt x="5694102" y="502079"/>
                  </a:lnTo>
                  <a:lnTo>
                    <a:pt x="5694260" y="502079"/>
                  </a:lnTo>
                  <a:lnTo>
                    <a:pt x="5694418" y="502079"/>
                  </a:lnTo>
                  <a:lnTo>
                    <a:pt x="5694576" y="502079"/>
                  </a:lnTo>
                  <a:lnTo>
                    <a:pt x="5694733" y="502079"/>
                  </a:lnTo>
                  <a:lnTo>
                    <a:pt x="5694891" y="502079"/>
                  </a:lnTo>
                  <a:lnTo>
                    <a:pt x="5694891" y="501649"/>
                  </a:lnTo>
                  <a:lnTo>
                    <a:pt x="5695049" y="501649"/>
                  </a:lnTo>
                  <a:lnTo>
                    <a:pt x="5695207" y="501649"/>
                  </a:lnTo>
                  <a:lnTo>
                    <a:pt x="5695364" y="501649"/>
                  </a:lnTo>
                  <a:lnTo>
                    <a:pt x="5695364" y="501218"/>
                  </a:lnTo>
                  <a:lnTo>
                    <a:pt x="5695364" y="500787"/>
                  </a:lnTo>
                  <a:lnTo>
                    <a:pt x="5695522" y="500787"/>
                  </a:lnTo>
                  <a:lnTo>
                    <a:pt x="5695680" y="500787"/>
                  </a:lnTo>
                  <a:lnTo>
                    <a:pt x="5695837" y="500787"/>
                  </a:lnTo>
                  <a:lnTo>
                    <a:pt x="5695995" y="500787"/>
                  </a:lnTo>
                  <a:lnTo>
                    <a:pt x="5696153" y="500787"/>
                  </a:lnTo>
                  <a:lnTo>
                    <a:pt x="5696311" y="500787"/>
                  </a:lnTo>
                  <a:lnTo>
                    <a:pt x="5696468" y="500787"/>
                  </a:lnTo>
                  <a:lnTo>
                    <a:pt x="5696626" y="500787"/>
                  </a:lnTo>
                  <a:lnTo>
                    <a:pt x="5696784" y="500787"/>
                  </a:lnTo>
                  <a:lnTo>
                    <a:pt x="5696941" y="500787"/>
                  </a:lnTo>
                  <a:lnTo>
                    <a:pt x="5697099" y="500787"/>
                  </a:lnTo>
                  <a:lnTo>
                    <a:pt x="5697257" y="500787"/>
                  </a:lnTo>
                  <a:lnTo>
                    <a:pt x="5697257" y="500357"/>
                  </a:lnTo>
                  <a:lnTo>
                    <a:pt x="5697415" y="500357"/>
                  </a:lnTo>
                  <a:lnTo>
                    <a:pt x="5697572" y="500357"/>
                  </a:lnTo>
                  <a:lnTo>
                    <a:pt x="5697730" y="500357"/>
                  </a:lnTo>
                  <a:lnTo>
                    <a:pt x="5697888" y="500357"/>
                  </a:lnTo>
                  <a:lnTo>
                    <a:pt x="5698045" y="500357"/>
                  </a:lnTo>
                  <a:lnTo>
                    <a:pt x="5698203" y="500357"/>
                  </a:lnTo>
                  <a:lnTo>
                    <a:pt x="5698361" y="500357"/>
                  </a:lnTo>
                  <a:lnTo>
                    <a:pt x="5698519" y="500357"/>
                  </a:lnTo>
                  <a:lnTo>
                    <a:pt x="5698676" y="500357"/>
                  </a:lnTo>
                  <a:lnTo>
                    <a:pt x="5698834" y="500357"/>
                  </a:lnTo>
                  <a:lnTo>
                    <a:pt x="5698992" y="500357"/>
                  </a:lnTo>
                  <a:lnTo>
                    <a:pt x="5698992" y="499926"/>
                  </a:lnTo>
                  <a:lnTo>
                    <a:pt x="5699149" y="499926"/>
                  </a:lnTo>
                  <a:lnTo>
                    <a:pt x="5699307" y="499926"/>
                  </a:lnTo>
                  <a:lnTo>
                    <a:pt x="5699465" y="499926"/>
                  </a:lnTo>
                  <a:lnTo>
                    <a:pt x="5699623" y="499926"/>
                  </a:lnTo>
                  <a:lnTo>
                    <a:pt x="5699780" y="499926"/>
                  </a:lnTo>
                  <a:lnTo>
                    <a:pt x="5699938" y="499926"/>
                  </a:lnTo>
                  <a:lnTo>
                    <a:pt x="5700096" y="499926"/>
                  </a:lnTo>
                  <a:lnTo>
                    <a:pt x="5700096" y="499496"/>
                  </a:lnTo>
                  <a:lnTo>
                    <a:pt x="5700254" y="499496"/>
                  </a:lnTo>
                  <a:lnTo>
                    <a:pt x="5700411" y="499496"/>
                  </a:lnTo>
                  <a:lnTo>
                    <a:pt x="5700569" y="499496"/>
                  </a:lnTo>
                  <a:lnTo>
                    <a:pt x="5700727" y="499496"/>
                  </a:lnTo>
                  <a:lnTo>
                    <a:pt x="5700884" y="499496"/>
                  </a:lnTo>
                  <a:lnTo>
                    <a:pt x="5701042" y="499496"/>
                  </a:lnTo>
                  <a:lnTo>
                    <a:pt x="5701200" y="499496"/>
                  </a:lnTo>
                  <a:lnTo>
                    <a:pt x="5701358" y="499496"/>
                  </a:lnTo>
                  <a:lnTo>
                    <a:pt x="5701515" y="499496"/>
                  </a:lnTo>
                  <a:lnTo>
                    <a:pt x="5701673" y="499496"/>
                  </a:lnTo>
                  <a:lnTo>
                    <a:pt x="5701831" y="499496"/>
                  </a:lnTo>
                  <a:lnTo>
                    <a:pt x="5701988" y="499496"/>
                  </a:lnTo>
                  <a:lnTo>
                    <a:pt x="5702146" y="499496"/>
                  </a:lnTo>
                  <a:lnTo>
                    <a:pt x="5702146" y="499065"/>
                  </a:lnTo>
                  <a:lnTo>
                    <a:pt x="5702304" y="499065"/>
                  </a:lnTo>
                  <a:lnTo>
                    <a:pt x="5702462" y="499065"/>
                  </a:lnTo>
                  <a:lnTo>
                    <a:pt x="5702619" y="499065"/>
                  </a:lnTo>
                  <a:lnTo>
                    <a:pt x="5702777" y="499065"/>
                  </a:lnTo>
                  <a:lnTo>
                    <a:pt x="5702935" y="499065"/>
                  </a:lnTo>
                  <a:lnTo>
                    <a:pt x="5703092" y="499065"/>
                  </a:lnTo>
                  <a:lnTo>
                    <a:pt x="5703250" y="499065"/>
                  </a:lnTo>
                  <a:lnTo>
                    <a:pt x="5703250" y="498634"/>
                  </a:lnTo>
                  <a:lnTo>
                    <a:pt x="5703408" y="498634"/>
                  </a:lnTo>
                  <a:lnTo>
                    <a:pt x="5703566" y="498634"/>
                  </a:lnTo>
                  <a:lnTo>
                    <a:pt x="5703723" y="498634"/>
                  </a:lnTo>
                  <a:lnTo>
                    <a:pt x="5703881" y="498634"/>
                  </a:lnTo>
                  <a:lnTo>
                    <a:pt x="5704039" y="498634"/>
                  </a:lnTo>
                  <a:lnTo>
                    <a:pt x="5704196" y="498634"/>
                  </a:lnTo>
                  <a:lnTo>
                    <a:pt x="5704354" y="498634"/>
                  </a:lnTo>
                  <a:lnTo>
                    <a:pt x="5704512" y="498634"/>
                  </a:lnTo>
                  <a:lnTo>
                    <a:pt x="5704670" y="498634"/>
                  </a:lnTo>
                  <a:lnTo>
                    <a:pt x="5704827" y="498634"/>
                  </a:lnTo>
                  <a:lnTo>
                    <a:pt x="5704985" y="498634"/>
                  </a:lnTo>
                  <a:lnTo>
                    <a:pt x="5705143" y="498634"/>
                  </a:lnTo>
                  <a:lnTo>
                    <a:pt x="5705300" y="498634"/>
                  </a:lnTo>
                  <a:lnTo>
                    <a:pt x="5705458" y="498634"/>
                  </a:lnTo>
                  <a:lnTo>
                    <a:pt x="5705616" y="498634"/>
                  </a:lnTo>
                  <a:lnTo>
                    <a:pt x="5705774" y="498634"/>
                  </a:lnTo>
                  <a:lnTo>
                    <a:pt x="5705931" y="498634"/>
                  </a:lnTo>
                  <a:lnTo>
                    <a:pt x="5705931" y="498204"/>
                  </a:lnTo>
                  <a:lnTo>
                    <a:pt x="5705931" y="497773"/>
                  </a:lnTo>
                  <a:lnTo>
                    <a:pt x="5706089" y="497773"/>
                  </a:lnTo>
                  <a:lnTo>
                    <a:pt x="5706247" y="497773"/>
                  </a:lnTo>
                  <a:lnTo>
                    <a:pt x="5706405" y="497773"/>
                  </a:lnTo>
                  <a:lnTo>
                    <a:pt x="5706562" y="497773"/>
                  </a:lnTo>
                  <a:lnTo>
                    <a:pt x="5706720" y="497773"/>
                  </a:lnTo>
                  <a:lnTo>
                    <a:pt x="5706878" y="497773"/>
                  </a:lnTo>
                  <a:lnTo>
                    <a:pt x="5707035" y="497773"/>
                  </a:lnTo>
                  <a:lnTo>
                    <a:pt x="5707193" y="497773"/>
                  </a:lnTo>
                  <a:lnTo>
                    <a:pt x="5707351" y="497773"/>
                  </a:lnTo>
                  <a:lnTo>
                    <a:pt x="5707509" y="497773"/>
                  </a:lnTo>
                  <a:lnTo>
                    <a:pt x="5707666" y="497773"/>
                  </a:lnTo>
                  <a:lnTo>
                    <a:pt x="5707666" y="497343"/>
                  </a:lnTo>
                  <a:lnTo>
                    <a:pt x="5707824" y="497343"/>
                  </a:lnTo>
                  <a:lnTo>
                    <a:pt x="5707982" y="497343"/>
                  </a:lnTo>
                  <a:lnTo>
                    <a:pt x="5708139" y="497343"/>
                  </a:lnTo>
                  <a:lnTo>
                    <a:pt x="5708297" y="497343"/>
                  </a:lnTo>
                  <a:lnTo>
                    <a:pt x="5708297" y="496912"/>
                  </a:lnTo>
                  <a:lnTo>
                    <a:pt x="5708455" y="496912"/>
                  </a:lnTo>
                  <a:lnTo>
                    <a:pt x="5708613" y="496912"/>
                  </a:lnTo>
                  <a:lnTo>
                    <a:pt x="5708770" y="496912"/>
                  </a:lnTo>
                  <a:lnTo>
                    <a:pt x="5708770" y="496481"/>
                  </a:lnTo>
                  <a:lnTo>
                    <a:pt x="5708928" y="496481"/>
                  </a:lnTo>
                  <a:lnTo>
                    <a:pt x="5709086" y="496481"/>
                  </a:lnTo>
                  <a:lnTo>
                    <a:pt x="5709086" y="496051"/>
                  </a:lnTo>
                  <a:lnTo>
                    <a:pt x="5709243" y="496051"/>
                  </a:lnTo>
                  <a:lnTo>
                    <a:pt x="5709401" y="496051"/>
                  </a:lnTo>
                  <a:lnTo>
                    <a:pt x="5709559" y="496051"/>
                  </a:lnTo>
                  <a:lnTo>
                    <a:pt x="5709717" y="496051"/>
                  </a:lnTo>
                  <a:lnTo>
                    <a:pt x="5709874" y="496051"/>
                  </a:lnTo>
                  <a:lnTo>
                    <a:pt x="5710032" y="496051"/>
                  </a:lnTo>
                  <a:lnTo>
                    <a:pt x="5710190" y="496051"/>
                  </a:lnTo>
                  <a:lnTo>
                    <a:pt x="5710347" y="496051"/>
                  </a:lnTo>
                  <a:lnTo>
                    <a:pt x="5710505" y="496051"/>
                  </a:lnTo>
                  <a:lnTo>
                    <a:pt x="5710663" y="496051"/>
                  </a:lnTo>
                  <a:lnTo>
                    <a:pt x="5710821" y="496051"/>
                  </a:lnTo>
                  <a:lnTo>
                    <a:pt x="5710821" y="495620"/>
                  </a:lnTo>
                  <a:lnTo>
                    <a:pt x="5710978" y="495620"/>
                  </a:lnTo>
                  <a:lnTo>
                    <a:pt x="5711136" y="495620"/>
                  </a:lnTo>
                  <a:lnTo>
                    <a:pt x="5711294" y="495620"/>
                  </a:lnTo>
                  <a:lnTo>
                    <a:pt x="5711294" y="495190"/>
                  </a:lnTo>
                  <a:lnTo>
                    <a:pt x="5711452" y="495190"/>
                  </a:lnTo>
                  <a:lnTo>
                    <a:pt x="5711452" y="494759"/>
                  </a:lnTo>
                  <a:lnTo>
                    <a:pt x="5711609" y="494759"/>
                  </a:lnTo>
                  <a:lnTo>
                    <a:pt x="5711767" y="494759"/>
                  </a:lnTo>
                  <a:lnTo>
                    <a:pt x="5711925" y="494759"/>
                  </a:lnTo>
                  <a:lnTo>
                    <a:pt x="5712082" y="494759"/>
                  </a:lnTo>
                  <a:lnTo>
                    <a:pt x="5712240" y="494759"/>
                  </a:lnTo>
                  <a:lnTo>
                    <a:pt x="5712398" y="494759"/>
                  </a:lnTo>
                  <a:lnTo>
                    <a:pt x="5712556" y="494759"/>
                  </a:lnTo>
                  <a:lnTo>
                    <a:pt x="5712713" y="494759"/>
                  </a:lnTo>
                  <a:lnTo>
                    <a:pt x="5712871" y="494759"/>
                  </a:lnTo>
                  <a:lnTo>
                    <a:pt x="5713029" y="494759"/>
                  </a:lnTo>
                  <a:lnTo>
                    <a:pt x="5713186" y="494759"/>
                  </a:lnTo>
                  <a:lnTo>
                    <a:pt x="5713344" y="494759"/>
                  </a:lnTo>
                  <a:lnTo>
                    <a:pt x="5713502" y="494759"/>
                  </a:lnTo>
                  <a:lnTo>
                    <a:pt x="5713660" y="494759"/>
                  </a:lnTo>
                  <a:lnTo>
                    <a:pt x="5713817" y="494759"/>
                  </a:lnTo>
                  <a:lnTo>
                    <a:pt x="5713975" y="494759"/>
                  </a:lnTo>
                  <a:lnTo>
                    <a:pt x="5714133" y="494759"/>
                  </a:lnTo>
                  <a:lnTo>
                    <a:pt x="5714290" y="494759"/>
                  </a:lnTo>
                  <a:lnTo>
                    <a:pt x="5714448" y="494759"/>
                  </a:lnTo>
                  <a:lnTo>
                    <a:pt x="5714606" y="494759"/>
                  </a:lnTo>
                  <a:lnTo>
                    <a:pt x="5714764" y="494759"/>
                  </a:lnTo>
                  <a:lnTo>
                    <a:pt x="5714921" y="494759"/>
                  </a:lnTo>
                  <a:lnTo>
                    <a:pt x="5715079" y="494759"/>
                  </a:lnTo>
                  <a:lnTo>
                    <a:pt x="5715237" y="494759"/>
                  </a:lnTo>
                  <a:lnTo>
                    <a:pt x="5715394" y="494759"/>
                  </a:lnTo>
                  <a:lnTo>
                    <a:pt x="5715552" y="494759"/>
                  </a:lnTo>
                  <a:lnTo>
                    <a:pt x="5715710" y="494759"/>
                  </a:lnTo>
                  <a:lnTo>
                    <a:pt x="5715868" y="494759"/>
                  </a:lnTo>
                  <a:lnTo>
                    <a:pt x="5716025" y="494759"/>
                  </a:lnTo>
                  <a:lnTo>
                    <a:pt x="5716183" y="494759"/>
                  </a:lnTo>
                  <a:lnTo>
                    <a:pt x="5716341" y="494759"/>
                  </a:lnTo>
                  <a:lnTo>
                    <a:pt x="5716498" y="494759"/>
                  </a:lnTo>
                  <a:lnTo>
                    <a:pt x="5716656" y="494759"/>
                  </a:lnTo>
                  <a:lnTo>
                    <a:pt x="5716814" y="494759"/>
                  </a:lnTo>
                  <a:lnTo>
                    <a:pt x="5716972" y="494759"/>
                  </a:lnTo>
                  <a:lnTo>
                    <a:pt x="5717129" y="494759"/>
                  </a:lnTo>
                  <a:lnTo>
                    <a:pt x="5717287" y="494759"/>
                  </a:lnTo>
                  <a:lnTo>
                    <a:pt x="5717445" y="494759"/>
                  </a:lnTo>
                  <a:lnTo>
                    <a:pt x="5717603" y="494759"/>
                  </a:lnTo>
                  <a:lnTo>
                    <a:pt x="5717760" y="494759"/>
                  </a:lnTo>
                  <a:lnTo>
                    <a:pt x="5717918" y="494759"/>
                  </a:lnTo>
                  <a:lnTo>
                    <a:pt x="5718076" y="494759"/>
                  </a:lnTo>
                  <a:lnTo>
                    <a:pt x="5718233" y="494759"/>
                  </a:lnTo>
                  <a:lnTo>
                    <a:pt x="5718391" y="494759"/>
                  </a:lnTo>
                  <a:lnTo>
                    <a:pt x="5718549" y="494759"/>
                  </a:lnTo>
                  <a:lnTo>
                    <a:pt x="5718707" y="494759"/>
                  </a:lnTo>
                  <a:lnTo>
                    <a:pt x="5718864" y="494759"/>
                  </a:lnTo>
                  <a:lnTo>
                    <a:pt x="5719022" y="494759"/>
                  </a:lnTo>
                  <a:lnTo>
                    <a:pt x="5719180" y="494759"/>
                  </a:lnTo>
                  <a:lnTo>
                    <a:pt x="5719337" y="494759"/>
                  </a:lnTo>
                  <a:lnTo>
                    <a:pt x="5719495" y="494759"/>
                  </a:lnTo>
                  <a:lnTo>
                    <a:pt x="5719653" y="494759"/>
                  </a:lnTo>
                  <a:lnTo>
                    <a:pt x="5719811" y="494759"/>
                  </a:lnTo>
                  <a:lnTo>
                    <a:pt x="5719811" y="494328"/>
                  </a:lnTo>
                  <a:lnTo>
                    <a:pt x="5719968" y="494328"/>
                  </a:lnTo>
                  <a:lnTo>
                    <a:pt x="5719968" y="493898"/>
                  </a:lnTo>
                  <a:lnTo>
                    <a:pt x="5720126" y="493898"/>
                  </a:lnTo>
                  <a:lnTo>
                    <a:pt x="5720284" y="493898"/>
                  </a:lnTo>
                  <a:lnTo>
                    <a:pt x="5720441" y="493898"/>
                  </a:lnTo>
                  <a:lnTo>
                    <a:pt x="5720599" y="493898"/>
                  </a:lnTo>
                  <a:lnTo>
                    <a:pt x="5720757" y="493898"/>
                  </a:lnTo>
                  <a:lnTo>
                    <a:pt x="5720915" y="493898"/>
                  </a:lnTo>
                  <a:lnTo>
                    <a:pt x="5721072" y="493898"/>
                  </a:lnTo>
                  <a:lnTo>
                    <a:pt x="5721230" y="493898"/>
                  </a:lnTo>
                  <a:lnTo>
                    <a:pt x="5721230" y="493467"/>
                  </a:lnTo>
                  <a:lnTo>
                    <a:pt x="5721388" y="493467"/>
                  </a:lnTo>
                  <a:lnTo>
                    <a:pt x="5721545" y="493467"/>
                  </a:lnTo>
                  <a:lnTo>
                    <a:pt x="5721703" y="493467"/>
                  </a:lnTo>
                  <a:lnTo>
                    <a:pt x="5721861" y="493467"/>
                  </a:lnTo>
                  <a:lnTo>
                    <a:pt x="5722019" y="493467"/>
                  </a:lnTo>
                  <a:lnTo>
                    <a:pt x="5722176" y="493467"/>
                  </a:lnTo>
                  <a:lnTo>
                    <a:pt x="5722334" y="493467"/>
                  </a:lnTo>
                  <a:lnTo>
                    <a:pt x="5722492" y="493467"/>
                  </a:lnTo>
                  <a:lnTo>
                    <a:pt x="5722650" y="493467"/>
                  </a:lnTo>
                  <a:lnTo>
                    <a:pt x="5722807" y="493467"/>
                  </a:lnTo>
                  <a:lnTo>
                    <a:pt x="5722965" y="493467"/>
                  </a:lnTo>
                  <a:lnTo>
                    <a:pt x="5723123" y="493467"/>
                  </a:lnTo>
                  <a:lnTo>
                    <a:pt x="5723280" y="493467"/>
                  </a:lnTo>
                  <a:lnTo>
                    <a:pt x="5723438" y="493467"/>
                  </a:lnTo>
                  <a:lnTo>
                    <a:pt x="5723596" y="493467"/>
                  </a:lnTo>
                  <a:lnTo>
                    <a:pt x="5723754" y="493467"/>
                  </a:lnTo>
                  <a:lnTo>
                    <a:pt x="5723911" y="493467"/>
                  </a:lnTo>
                  <a:lnTo>
                    <a:pt x="5724069" y="493467"/>
                  </a:lnTo>
                  <a:lnTo>
                    <a:pt x="5724227" y="493467"/>
                  </a:lnTo>
                  <a:lnTo>
                    <a:pt x="5724384" y="493467"/>
                  </a:lnTo>
                  <a:lnTo>
                    <a:pt x="5724542" y="493467"/>
                  </a:lnTo>
                  <a:lnTo>
                    <a:pt x="5724700" y="493467"/>
                  </a:lnTo>
                  <a:lnTo>
                    <a:pt x="5724858" y="493467"/>
                  </a:lnTo>
                  <a:lnTo>
                    <a:pt x="5725015" y="493467"/>
                  </a:lnTo>
                  <a:lnTo>
                    <a:pt x="5725173" y="493467"/>
                  </a:lnTo>
                  <a:lnTo>
                    <a:pt x="5725331" y="493467"/>
                  </a:lnTo>
                  <a:lnTo>
                    <a:pt x="5725488" y="493467"/>
                  </a:lnTo>
                  <a:lnTo>
                    <a:pt x="5725646" y="493467"/>
                  </a:lnTo>
                  <a:lnTo>
                    <a:pt x="5725804" y="493467"/>
                  </a:lnTo>
                  <a:lnTo>
                    <a:pt x="5725962" y="493467"/>
                  </a:lnTo>
                  <a:lnTo>
                    <a:pt x="5726119" y="493467"/>
                  </a:lnTo>
                  <a:lnTo>
                    <a:pt x="5726277" y="493467"/>
                  </a:lnTo>
                  <a:lnTo>
                    <a:pt x="5726435" y="493467"/>
                  </a:lnTo>
                  <a:lnTo>
                    <a:pt x="5726592" y="493467"/>
                  </a:lnTo>
                  <a:lnTo>
                    <a:pt x="5726750" y="493467"/>
                  </a:lnTo>
                  <a:lnTo>
                    <a:pt x="5726908" y="493467"/>
                  </a:lnTo>
                  <a:lnTo>
                    <a:pt x="5727066" y="493467"/>
                  </a:lnTo>
                  <a:lnTo>
                    <a:pt x="5727223" y="493467"/>
                  </a:lnTo>
                  <a:lnTo>
                    <a:pt x="5727381" y="493467"/>
                  </a:lnTo>
                  <a:lnTo>
                    <a:pt x="5727381" y="493037"/>
                  </a:lnTo>
                  <a:lnTo>
                    <a:pt x="5727539" y="493037"/>
                  </a:lnTo>
                  <a:lnTo>
                    <a:pt x="5727696" y="493037"/>
                  </a:lnTo>
                  <a:lnTo>
                    <a:pt x="5727696" y="492606"/>
                  </a:lnTo>
                  <a:lnTo>
                    <a:pt x="5727854" y="492606"/>
                  </a:lnTo>
                  <a:lnTo>
                    <a:pt x="5728012" y="492606"/>
                  </a:lnTo>
                  <a:lnTo>
                    <a:pt x="5728170" y="492606"/>
                  </a:lnTo>
                  <a:lnTo>
                    <a:pt x="5728170" y="492175"/>
                  </a:lnTo>
                  <a:lnTo>
                    <a:pt x="5728327" y="492175"/>
                  </a:lnTo>
                  <a:lnTo>
                    <a:pt x="5728485" y="492175"/>
                  </a:lnTo>
                  <a:lnTo>
                    <a:pt x="5728643" y="492175"/>
                  </a:lnTo>
                  <a:lnTo>
                    <a:pt x="5728801" y="492175"/>
                  </a:lnTo>
                  <a:lnTo>
                    <a:pt x="5728801" y="491745"/>
                  </a:lnTo>
                  <a:lnTo>
                    <a:pt x="5728958" y="491745"/>
                  </a:lnTo>
                  <a:lnTo>
                    <a:pt x="5729116" y="491745"/>
                  </a:lnTo>
                  <a:lnTo>
                    <a:pt x="5729274" y="491745"/>
                  </a:lnTo>
                  <a:lnTo>
                    <a:pt x="5729431" y="491745"/>
                  </a:lnTo>
                  <a:lnTo>
                    <a:pt x="5729589" y="491745"/>
                  </a:lnTo>
                  <a:lnTo>
                    <a:pt x="5729747" y="491745"/>
                  </a:lnTo>
                  <a:lnTo>
                    <a:pt x="5729905" y="491745"/>
                  </a:lnTo>
                  <a:lnTo>
                    <a:pt x="5730062" y="491745"/>
                  </a:lnTo>
                  <a:lnTo>
                    <a:pt x="5730220" y="491745"/>
                  </a:lnTo>
                  <a:lnTo>
                    <a:pt x="5730378" y="491745"/>
                  </a:lnTo>
                  <a:lnTo>
                    <a:pt x="5730378" y="491314"/>
                  </a:lnTo>
                  <a:lnTo>
                    <a:pt x="5730378" y="490884"/>
                  </a:lnTo>
                  <a:lnTo>
                    <a:pt x="5730535" y="490884"/>
                  </a:lnTo>
                  <a:lnTo>
                    <a:pt x="5730693" y="490884"/>
                  </a:lnTo>
                  <a:lnTo>
                    <a:pt x="5730851" y="490884"/>
                  </a:lnTo>
                  <a:lnTo>
                    <a:pt x="5731009" y="490884"/>
                  </a:lnTo>
                  <a:lnTo>
                    <a:pt x="5731166" y="490884"/>
                  </a:lnTo>
                  <a:lnTo>
                    <a:pt x="5731324" y="490884"/>
                  </a:lnTo>
                  <a:lnTo>
                    <a:pt x="5731482" y="490884"/>
                  </a:lnTo>
                  <a:lnTo>
                    <a:pt x="5731639" y="490884"/>
                  </a:lnTo>
                  <a:lnTo>
                    <a:pt x="5731797" y="490884"/>
                  </a:lnTo>
                  <a:lnTo>
                    <a:pt x="5731955" y="490884"/>
                  </a:lnTo>
                  <a:lnTo>
                    <a:pt x="5732113" y="490884"/>
                  </a:lnTo>
                  <a:lnTo>
                    <a:pt x="5732270" y="490884"/>
                  </a:lnTo>
                  <a:lnTo>
                    <a:pt x="5732428" y="490884"/>
                  </a:lnTo>
                  <a:lnTo>
                    <a:pt x="5732586" y="490884"/>
                  </a:lnTo>
                  <a:lnTo>
                    <a:pt x="5732743" y="490884"/>
                  </a:lnTo>
                  <a:lnTo>
                    <a:pt x="5732901" y="490884"/>
                  </a:lnTo>
                  <a:lnTo>
                    <a:pt x="5733059" y="490884"/>
                  </a:lnTo>
                  <a:lnTo>
                    <a:pt x="5733217" y="490884"/>
                  </a:lnTo>
                  <a:lnTo>
                    <a:pt x="5733374" y="490884"/>
                  </a:lnTo>
                  <a:lnTo>
                    <a:pt x="5733374" y="490453"/>
                  </a:lnTo>
                  <a:lnTo>
                    <a:pt x="5733532" y="490453"/>
                  </a:lnTo>
                  <a:lnTo>
                    <a:pt x="5733690" y="490453"/>
                  </a:lnTo>
                  <a:lnTo>
                    <a:pt x="5733848" y="490453"/>
                  </a:lnTo>
                  <a:lnTo>
                    <a:pt x="5734005" y="490453"/>
                  </a:lnTo>
                  <a:lnTo>
                    <a:pt x="5734163" y="490453"/>
                  </a:lnTo>
                  <a:lnTo>
                    <a:pt x="5734163" y="490022"/>
                  </a:lnTo>
                  <a:lnTo>
                    <a:pt x="5734321" y="490022"/>
                  </a:lnTo>
                  <a:lnTo>
                    <a:pt x="5734478" y="490022"/>
                  </a:lnTo>
                  <a:lnTo>
                    <a:pt x="5734636" y="490022"/>
                  </a:lnTo>
                  <a:lnTo>
                    <a:pt x="5734794" y="490022"/>
                  </a:lnTo>
                  <a:lnTo>
                    <a:pt x="5734952" y="490022"/>
                  </a:lnTo>
                  <a:lnTo>
                    <a:pt x="5735109" y="490022"/>
                  </a:lnTo>
                  <a:lnTo>
                    <a:pt x="5735267" y="490022"/>
                  </a:lnTo>
                  <a:lnTo>
                    <a:pt x="5735425" y="490022"/>
                  </a:lnTo>
                  <a:lnTo>
                    <a:pt x="5735425" y="489592"/>
                  </a:lnTo>
                  <a:lnTo>
                    <a:pt x="5735582" y="489592"/>
                  </a:lnTo>
                  <a:lnTo>
                    <a:pt x="5735740" y="489592"/>
                  </a:lnTo>
                  <a:lnTo>
                    <a:pt x="5735898" y="489592"/>
                  </a:lnTo>
                  <a:lnTo>
                    <a:pt x="5736056" y="489592"/>
                  </a:lnTo>
                  <a:lnTo>
                    <a:pt x="5736213" y="489592"/>
                  </a:lnTo>
                  <a:lnTo>
                    <a:pt x="5736371" y="489592"/>
                  </a:lnTo>
                  <a:lnTo>
                    <a:pt x="5736529" y="489592"/>
                  </a:lnTo>
                  <a:lnTo>
                    <a:pt x="5736686" y="489592"/>
                  </a:lnTo>
                  <a:lnTo>
                    <a:pt x="5736844" y="489592"/>
                  </a:lnTo>
                  <a:lnTo>
                    <a:pt x="5737002" y="489592"/>
                  </a:lnTo>
                  <a:lnTo>
                    <a:pt x="5737160" y="489592"/>
                  </a:lnTo>
                  <a:lnTo>
                    <a:pt x="5737317" y="489592"/>
                  </a:lnTo>
                  <a:lnTo>
                    <a:pt x="5737475" y="489592"/>
                  </a:lnTo>
                  <a:lnTo>
                    <a:pt x="5737475" y="489161"/>
                  </a:lnTo>
                  <a:lnTo>
                    <a:pt x="5737633" y="489161"/>
                  </a:lnTo>
                  <a:lnTo>
                    <a:pt x="5737633" y="488731"/>
                  </a:lnTo>
                  <a:lnTo>
                    <a:pt x="5737790" y="488731"/>
                  </a:lnTo>
                  <a:lnTo>
                    <a:pt x="5737948" y="488731"/>
                  </a:lnTo>
                  <a:lnTo>
                    <a:pt x="5738106" y="488731"/>
                  </a:lnTo>
                  <a:lnTo>
                    <a:pt x="5738264" y="488731"/>
                  </a:lnTo>
                  <a:lnTo>
                    <a:pt x="5738421" y="488731"/>
                  </a:lnTo>
                  <a:lnTo>
                    <a:pt x="5738579" y="488731"/>
                  </a:lnTo>
                  <a:lnTo>
                    <a:pt x="5738737" y="488731"/>
                  </a:lnTo>
                  <a:lnTo>
                    <a:pt x="5738894" y="488731"/>
                  </a:lnTo>
                  <a:lnTo>
                    <a:pt x="5739052" y="488731"/>
                  </a:lnTo>
                  <a:lnTo>
                    <a:pt x="5739210" y="488731"/>
                  </a:lnTo>
                  <a:lnTo>
                    <a:pt x="5739368" y="488731"/>
                  </a:lnTo>
                  <a:lnTo>
                    <a:pt x="5739525" y="488731"/>
                  </a:lnTo>
                  <a:lnTo>
                    <a:pt x="5739683" y="488731"/>
                  </a:lnTo>
                  <a:lnTo>
                    <a:pt x="5739841" y="488731"/>
                  </a:lnTo>
                  <a:lnTo>
                    <a:pt x="5739999" y="488731"/>
                  </a:lnTo>
                  <a:lnTo>
                    <a:pt x="5740156" y="488731"/>
                  </a:lnTo>
                  <a:lnTo>
                    <a:pt x="5740314" y="488731"/>
                  </a:lnTo>
                  <a:lnTo>
                    <a:pt x="5740314" y="488300"/>
                  </a:lnTo>
                  <a:lnTo>
                    <a:pt x="5740472" y="488300"/>
                  </a:lnTo>
                  <a:lnTo>
                    <a:pt x="5740629" y="488300"/>
                  </a:lnTo>
                  <a:lnTo>
                    <a:pt x="5740787" y="488300"/>
                  </a:lnTo>
                  <a:lnTo>
                    <a:pt x="5740945" y="488300"/>
                  </a:lnTo>
                  <a:lnTo>
                    <a:pt x="5741103" y="488300"/>
                  </a:lnTo>
                  <a:lnTo>
                    <a:pt x="5741103" y="487869"/>
                  </a:lnTo>
                  <a:lnTo>
                    <a:pt x="5741260" y="487869"/>
                  </a:lnTo>
                  <a:lnTo>
                    <a:pt x="5741418" y="487869"/>
                  </a:lnTo>
                  <a:lnTo>
                    <a:pt x="5741576" y="487869"/>
                  </a:lnTo>
                  <a:lnTo>
                    <a:pt x="5741733" y="487869"/>
                  </a:lnTo>
                  <a:lnTo>
                    <a:pt x="5741891" y="487869"/>
                  </a:lnTo>
                  <a:lnTo>
                    <a:pt x="5742049" y="487869"/>
                  </a:lnTo>
                  <a:lnTo>
                    <a:pt x="5742207" y="487869"/>
                  </a:lnTo>
                  <a:lnTo>
                    <a:pt x="5742364" y="487869"/>
                  </a:lnTo>
                  <a:lnTo>
                    <a:pt x="5742522" y="487869"/>
                  </a:lnTo>
                  <a:lnTo>
                    <a:pt x="5742522" y="487439"/>
                  </a:lnTo>
                  <a:lnTo>
                    <a:pt x="5742680" y="487439"/>
                  </a:lnTo>
                  <a:lnTo>
                    <a:pt x="5742837" y="487439"/>
                  </a:lnTo>
                  <a:lnTo>
                    <a:pt x="5742995" y="487439"/>
                  </a:lnTo>
                  <a:lnTo>
                    <a:pt x="5743153" y="487439"/>
                  </a:lnTo>
                  <a:lnTo>
                    <a:pt x="5743311" y="487439"/>
                  </a:lnTo>
                  <a:lnTo>
                    <a:pt x="5743468" y="487439"/>
                  </a:lnTo>
                  <a:lnTo>
                    <a:pt x="5743626" y="487439"/>
                  </a:lnTo>
                  <a:lnTo>
                    <a:pt x="5743784" y="487439"/>
                  </a:lnTo>
                  <a:lnTo>
                    <a:pt x="5743941" y="487439"/>
                  </a:lnTo>
                  <a:lnTo>
                    <a:pt x="5744099" y="487439"/>
                  </a:lnTo>
                  <a:lnTo>
                    <a:pt x="5744257" y="487439"/>
                  </a:lnTo>
                  <a:lnTo>
                    <a:pt x="5744415" y="487439"/>
                  </a:lnTo>
                  <a:lnTo>
                    <a:pt x="5744572" y="487439"/>
                  </a:lnTo>
                  <a:lnTo>
                    <a:pt x="5744572" y="487008"/>
                  </a:lnTo>
                  <a:lnTo>
                    <a:pt x="5744730" y="487008"/>
                  </a:lnTo>
                  <a:lnTo>
                    <a:pt x="5744888" y="487008"/>
                  </a:lnTo>
                  <a:lnTo>
                    <a:pt x="5745046" y="487008"/>
                  </a:lnTo>
                  <a:lnTo>
                    <a:pt x="5745203" y="487008"/>
                  </a:lnTo>
                  <a:lnTo>
                    <a:pt x="5745361" y="487008"/>
                  </a:lnTo>
                  <a:lnTo>
                    <a:pt x="5745519" y="487008"/>
                  </a:lnTo>
                  <a:lnTo>
                    <a:pt x="5745676" y="487008"/>
                  </a:lnTo>
                  <a:lnTo>
                    <a:pt x="5745834" y="487008"/>
                  </a:lnTo>
                  <a:lnTo>
                    <a:pt x="5745992" y="487008"/>
                  </a:lnTo>
                  <a:lnTo>
                    <a:pt x="5745992" y="486578"/>
                  </a:lnTo>
                  <a:lnTo>
                    <a:pt x="5746150" y="486578"/>
                  </a:lnTo>
                  <a:lnTo>
                    <a:pt x="5746150" y="486147"/>
                  </a:lnTo>
                  <a:lnTo>
                    <a:pt x="5746150" y="485716"/>
                  </a:lnTo>
                  <a:lnTo>
                    <a:pt x="5746307" y="485716"/>
                  </a:lnTo>
                  <a:lnTo>
                    <a:pt x="5746465" y="485716"/>
                  </a:lnTo>
                  <a:lnTo>
                    <a:pt x="5746465" y="485286"/>
                  </a:lnTo>
                  <a:lnTo>
                    <a:pt x="5746623" y="485286"/>
                  </a:lnTo>
                  <a:lnTo>
                    <a:pt x="5746780" y="485286"/>
                  </a:lnTo>
                  <a:lnTo>
                    <a:pt x="5746938" y="485286"/>
                  </a:lnTo>
                  <a:lnTo>
                    <a:pt x="5747096" y="485286"/>
                  </a:lnTo>
                  <a:lnTo>
                    <a:pt x="5747254" y="485286"/>
                  </a:lnTo>
                  <a:lnTo>
                    <a:pt x="5747411" y="485286"/>
                  </a:lnTo>
                  <a:lnTo>
                    <a:pt x="5747569" y="485286"/>
                  </a:lnTo>
                  <a:lnTo>
                    <a:pt x="5747727" y="485286"/>
                  </a:lnTo>
                  <a:lnTo>
                    <a:pt x="5747884" y="485286"/>
                  </a:lnTo>
                  <a:lnTo>
                    <a:pt x="5748042" y="485286"/>
                  </a:lnTo>
                  <a:lnTo>
                    <a:pt x="5748200" y="485286"/>
                  </a:lnTo>
                  <a:lnTo>
                    <a:pt x="5748358" y="485286"/>
                  </a:lnTo>
                  <a:lnTo>
                    <a:pt x="5748515" y="485286"/>
                  </a:lnTo>
                  <a:lnTo>
                    <a:pt x="5748673" y="485286"/>
                  </a:lnTo>
                  <a:lnTo>
                    <a:pt x="5748831" y="485286"/>
                  </a:lnTo>
                  <a:lnTo>
                    <a:pt x="5748988" y="485286"/>
                  </a:lnTo>
                  <a:lnTo>
                    <a:pt x="5749146" y="485286"/>
                  </a:lnTo>
                  <a:lnTo>
                    <a:pt x="5749304" y="485286"/>
                  </a:lnTo>
                  <a:lnTo>
                    <a:pt x="5749462" y="485286"/>
                  </a:lnTo>
                  <a:lnTo>
                    <a:pt x="5749619" y="485286"/>
                  </a:lnTo>
                  <a:lnTo>
                    <a:pt x="5749777" y="485286"/>
                  </a:lnTo>
                  <a:lnTo>
                    <a:pt x="5749935" y="485286"/>
                  </a:lnTo>
                  <a:lnTo>
                    <a:pt x="5750092" y="485286"/>
                  </a:lnTo>
                  <a:lnTo>
                    <a:pt x="5750250" y="485286"/>
                  </a:lnTo>
                  <a:lnTo>
                    <a:pt x="5750408" y="485286"/>
                  </a:lnTo>
                  <a:lnTo>
                    <a:pt x="5750566" y="485286"/>
                  </a:lnTo>
                  <a:lnTo>
                    <a:pt x="5750723" y="485286"/>
                  </a:lnTo>
                  <a:lnTo>
                    <a:pt x="5750881" y="485286"/>
                  </a:lnTo>
                  <a:lnTo>
                    <a:pt x="5751039" y="485286"/>
                  </a:lnTo>
                  <a:lnTo>
                    <a:pt x="5751197" y="485286"/>
                  </a:lnTo>
                  <a:lnTo>
                    <a:pt x="5751354" y="485286"/>
                  </a:lnTo>
                  <a:lnTo>
                    <a:pt x="5751354" y="484855"/>
                  </a:lnTo>
                  <a:lnTo>
                    <a:pt x="5751354" y="484425"/>
                  </a:lnTo>
                  <a:lnTo>
                    <a:pt x="5751512" y="484425"/>
                  </a:lnTo>
                  <a:lnTo>
                    <a:pt x="5751670" y="484425"/>
                  </a:lnTo>
                  <a:lnTo>
                    <a:pt x="5751827" y="484425"/>
                  </a:lnTo>
                  <a:lnTo>
                    <a:pt x="5751827" y="483994"/>
                  </a:lnTo>
                  <a:lnTo>
                    <a:pt x="5751985" y="483994"/>
                  </a:lnTo>
                  <a:lnTo>
                    <a:pt x="5752143" y="483994"/>
                  </a:lnTo>
                  <a:lnTo>
                    <a:pt x="5752301" y="483994"/>
                  </a:lnTo>
                  <a:lnTo>
                    <a:pt x="5752458" y="483994"/>
                  </a:lnTo>
                  <a:lnTo>
                    <a:pt x="5752616" y="483994"/>
                  </a:lnTo>
                  <a:lnTo>
                    <a:pt x="5752616" y="483563"/>
                  </a:lnTo>
                  <a:lnTo>
                    <a:pt x="5752774" y="483563"/>
                  </a:lnTo>
                  <a:lnTo>
                    <a:pt x="5752931" y="483563"/>
                  </a:lnTo>
                  <a:lnTo>
                    <a:pt x="5753089" y="483563"/>
                  </a:lnTo>
                  <a:lnTo>
                    <a:pt x="5753247" y="483563"/>
                  </a:lnTo>
                  <a:lnTo>
                    <a:pt x="5753405" y="483563"/>
                  </a:lnTo>
                  <a:lnTo>
                    <a:pt x="5753562" y="483563"/>
                  </a:lnTo>
                  <a:lnTo>
                    <a:pt x="5753720" y="483563"/>
                  </a:lnTo>
                  <a:lnTo>
                    <a:pt x="5753720" y="483133"/>
                  </a:lnTo>
                  <a:lnTo>
                    <a:pt x="5753878" y="483133"/>
                  </a:lnTo>
                  <a:lnTo>
                    <a:pt x="5754035" y="483133"/>
                  </a:lnTo>
                  <a:lnTo>
                    <a:pt x="5754035" y="482702"/>
                  </a:lnTo>
                  <a:lnTo>
                    <a:pt x="5754193" y="482702"/>
                  </a:lnTo>
                  <a:lnTo>
                    <a:pt x="5754351" y="482702"/>
                  </a:lnTo>
                  <a:lnTo>
                    <a:pt x="5754509" y="482702"/>
                  </a:lnTo>
                  <a:lnTo>
                    <a:pt x="5754666" y="482702"/>
                  </a:lnTo>
                  <a:lnTo>
                    <a:pt x="5754824" y="482702"/>
                  </a:lnTo>
                  <a:lnTo>
                    <a:pt x="5754982" y="482702"/>
                  </a:lnTo>
                  <a:lnTo>
                    <a:pt x="5755139" y="482702"/>
                  </a:lnTo>
                  <a:lnTo>
                    <a:pt x="5755297" y="482702"/>
                  </a:lnTo>
                  <a:lnTo>
                    <a:pt x="5755455" y="482702"/>
                  </a:lnTo>
                  <a:lnTo>
                    <a:pt x="5755613" y="482702"/>
                  </a:lnTo>
                  <a:lnTo>
                    <a:pt x="5755770" y="482702"/>
                  </a:lnTo>
                  <a:lnTo>
                    <a:pt x="5755928" y="482702"/>
                  </a:lnTo>
                  <a:lnTo>
                    <a:pt x="5756086" y="482702"/>
                  </a:lnTo>
                  <a:lnTo>
                    <a:pt x="5756244" y="482702"/>
                  </a:lnTo>
                  <a:lnTo>
                    <a:pt x="5756401" y="482702"/>
                  </a:lnTo>
                  <a:lnTo>
                    <a:pt x="5756559" y="482702"/>
                  </a:lnTo>
                  <a:lnTo>
                    <a:pt x="5756717" y="482702"/>
                  </a:lnTo>
                  <a:lnTo>
                    <a:pt x="5756874" y="482702"/>
                  </a:lnTo>
                  <a:lnTo>
                    <a:pt x="5757032" y="482702"/>
                  </a:lnTo>
                  <a:lnTo>
                    <a:pt x="5757190" y="482702"/>
                  </a:lnTo>
                  <a:lnTo>
                    <a:pt x="5757348" y="482702"/>
                  </a:lnTo>
                  <a:lnTo>
                    <a:pt x="5757505" y="482702"/>
                  </a:lnTo>
                  <a:lnTo>
                    <a:pt x="5757663" y="482702"/>
                  </a:lnTo>
                  <a:lnTo>
                    <a:pt x="5757663" y="482272"/>
                  </a:lnTo>
                  <a:lnTo>
                    <a:pt x="5757821" y="482272"/>
                  </a:lnTo>
                  <a:lnTo>
                    <a:pt x="5757978" y="482272"/>
                  </a:lnTo>
                  <a:lnTo>
                    <a:pt x="5757978" y="481841"/>
                  </a:lnTo>
                  <a:lnTo>
                    <a:pt x="5758136" y="481841"/>
                  </a:lnTo>
                  <a:lnTo>
                    <a:pt x="5758294" y="481841"/>
                  </a:lnTo>
                  <a:lnTo>
                    <a:pt x="5758452" y="481841"/>
                  </a:lnTo>
                  <a:lnTo>
                    <a:pt x="5758609" y="481841"/>
                  </a:lnTo>
                  <a:lnTo>
                    <a:pt x="5758767" y="481841"/>
                  </a:lnTo>
                  <a:lnTo>
                    <a:pt x="5758925" y="481841"/>
                  </a:lnTo>
                  <a:lnTo>
                    <a:pt x="5759082" y="481841"/>
                  </a:lnTo>
                  <a:lnTo>
                    <a:pt x="5759240" y="481841"/>
                  </a:lnTo>
                  <a:lnTo>
                    <a:pt x="5759398" y="481841"/>
                  </a:lnTo>
                  <a:lnTo>
                    <a:pt x="5759556" y="481841"/>
                  </a:lnTo>
                  <a:lnTo>
                    <a:pt x="5759556" y="481410"/>
                  </a:lnTo>
                  <a:lnTo>
                    <a:pt x="5759713" y="481410"/>
                  </a:lnTo>
                  <a:lnTo>
                    <a:pt x="5759871" y="481410"/>
                  </a:lnTo>
                  <a:lnTo>
                    <a:pt x="5760029" y="481410"/>
                  </a:lnTo>
                  <a:lnTo>
                    <a:pt x="5760186" y="481410"/>
                  </a:lnTo>
                  <a:lnTo>
                    <a:pt x="5760186" y="480980"/>
                  </a:lnTo>
                  <a:lnTo>
                    <a:pt x="5760344" y="480980"/>
                  </a:lnTo>
                  <a:lnTo>
                    <a:pt x="5760344" y="480549"/>
                  </a:lnTo>
                  <a:lnTo>
                    <a:pt x="5760502" y="480549"/>
                  </a:lnTo>
                  <a:lnTo>
                    <a:pt x="5760660" y="480549"/>
                  </a:lnTo>
                  <a:lnTo>
                    <a:pt x="5760817" y="480549"/>
                  </a:lnTo>
                  <a:lnTo>
                    <a:pt x="5760975" y="480549"/>
                  </a:lnTo>
                  <a:lnTo>
                    <a:pt x="5761133" y="480549"/>
                  </a:lnTo>
                  <a:lnTo>
                    <a:pt x="5761290" y="480549"/>
                  </a:lnTo>
                  <a:lnTo>
                    <a:pt x="5761448" y="480549"/>
                  </a:lnTo>
                  <a:lnTo>
                    <a:pt x="5761606" y="480549"/>
                  </a:lnTo>
                  <a:lnTo>
                    <a:pt x="5761764" y="480549"/>
                  </a:lnTo>
                  <a:lnTo>
                    <a:pt x="5761921" y="480549"/>
                  </a:lnTo>
                  <a:lnTo>
                    <a:pt x="5762079" y="480549"/>
                  </a:lnTo>
                  <a:lnTo>
                    <a:pt x="5762237" y="480549"/>
                  </a:lnTo>
                  <a:lnTo>
                    <a:pt x="5762395" y="480549"/>
                  </a:lnTo>
                  <a:lnTo>
                    <a:pt x="5762395" y="480119"/>
                  </a:lnTo>
                  <a:lnTo>
                    <a:pt x="5762395" y="479688"/>
                  </a:lnTo>
                  <a:lnTo>
                    <a:pt x="5762552" y="479688"/>
                  </a:lnTo>
                  <a:lnTo>
                    <a:pt x="5762710" y="479688"/>
                  </a:lnTo>
                  <a:lnTo>
                    <a:pt x="5762868" y="479688"/>
                  </a:lnTo>
                  <a:lnTo>
                    <a:pt x="5763025" y="479688"/>
                  </a:lnTo>
                  <a:lnTo>
                    <a:pt x="5763183" y="479688"/>
                  </a:lnTo>
                  <a:lnTo>
                    <a:pt x="5763341" y="479688"/>
                  </a:lnTo>
                  <a:lnTo>
                    <a:pt x="5763499" y="479688"/>
                  </a:lnTo>
                  <a:lnTo>
                    <a:pt x="5763656" y="479688"/>
                  </a:lnTo>
                  <a:lnTo>
                    <a:pt x="5763814" y="479688"/>
                  </a:lnTo>
                  <a:lnTo>
                    <a:pt x="5763972" y="479688"/>
                  </a:lnTo>
                  <a:lnTo>
                    <a:pt x="5763972" y="479257"/>
                  </a:lnTo>
                  <a:lnTo>
                    <a:pt x="5764129" y="479257"/>
                  </a:lnTo>
                  <a:lnTo>
                    <a:pt x="5764287" y="479257"/>
                  </a:lnTo>
                  <a:lnTo>
                    <a:pt x="5764287" y="478827"/>
                  </a:lnTo>
                  <a:lnTo>
                    <a:pt x="5764445" y="478827"/>
                  </a:lnTo>
                  <a:lnTo>
                    <a:pt x="5764603" y="478827"/>
                  </a:lnTo>
                  <a:lnTo>
                    <a:pt x="5764760" y="478827"/>
                  </a:lnTo>
                  <a:lnTo>
                    <a:pt x="5764918" y="478827"/>
                  </a:lnTo>
                  <a:lnTo>
                    <a:pt x="5765076" y="478827"/>
                  </a:lnTo>
                  <a:lnTo>
                    <a:pt x="5765233" y="478827"/>
                  </a:lnTo>
                  <a:lnTo>
                    <a:pt x="5765391" y="478827"/>
                  </a:lnTo>
                  <a:lnTo>
                    <a:pt x="5765549" y="478827"/>
                  </a:lnTo>
                  <a:lnTo>
                    <a:pt x="5765707" y="478827"/>
                  </a:lnTo>
                  <a:lnTo>
                    <a:pt x="5765864" y="478827"/>
                  </a:lnTo>
                  <a:lnTo>
                    <a:pt x="5766022" y="478827"/>
                  </a:lnTo>
                  <a:lnTo>
                    <a:pt x="5766180" y="478827"/>
                  </a:lnTo>
                  <a:lnTo>
                    <a:pt x="5766180" y="478396"/>
                  </a:lnTo>
                  <a:lnTo>
                    <a:pt x="5766337" y="478396"/>
                  </a:lnTo>
                  <a:lnTo>
                    <a:pt x="5766495" y="478396"/>
                  </a:lnTo>
                  <a:lnTo>
                    <a:pt x="5766495" y="477966"/>
                  </a:lnTo>
                  <a:lnTo>
                    <a:pt x="5766653" y="477966"/>
                  </a:lnTo>
                  <a:lnTo>
                    <a:pt x="5766811" y="477966"/>
                  </a:lnTo>
                  <a:lnTo>
                    <a:pt x="5766968" y="477966"/>
                  </a:lnTo>
                  <a:lnTo>
                    <a:pt x="5767126" y="477966"/>
                  </a:lnTo>
                  <a:lnTo>
                    <a:pt x="5767284" y="477966"/>
                  </a:lnTo>
                  <a:lnTo>
                    <a:pt x="5767441" y="477966"/>
                  </a:lnTo>
                  <a:lnTo>
                    <a:pt x="5767599" y="477966"/>
                  </a:lnTo>
                  <a:lnTo>
                    <a:pt x="5767757" y="477966"/>
                  </a:lnTo>
                  <a:lnTo>
                    <a:pt x="5767915" y="477966"/>
                  </a:lnTo>
                  <a:lnTo>
                    <a:pt x="5768072" y="477966"/>
                  </a:lnTo>
                  <a:lnTo>
                    <a:pt x="5768230" y="477966"/>
                  </a:lnTo>
                  <a:lnTo>
                    <a:pt x="5768388" y="477966"/>
                  </a:lnTo>
                  <a:lnTo>
                    <a:pt x="5768546" y="477966"/>
                  </a:lnTo>
                  <a:lnTo>
                    <a:pt x="5768703" y="477966"/>
                  </a:lnTo>
                  <a:lnTo>
                    <a:pt x="5768861" y="477966"/>
                  </a:lnTo>
                  <a:lnTo>
                    <a:pt x="5769019" y="477966"/>
                  </a:lnTo>
                  <a:lnTo>
                    <a:pt x="5769176" y="477966"/>
                  </a:lnTo>
                  <a:lnTo>
                    <a:pt x="5769334" y="477966"/>
                  </a:lnTo>
                  <a:lnTo>
                    <a:pt x="5769492" y="477966"/>
                  </a:lnTo>
                  <a:lnTo>
                    <a:pt x="5769650" y="477966"/>
                  </a:lnTo>
                  <a:lnTo>
                    <a:pt x="5769807" y="477966"/>
                  </a:lnTo>
                  <a:lnTo>
                    <a:pt x="5769965" y="477966"/>
                  </a:lnTo>
                  <a:lnTo>
                    <a:pt x="5769965" y="477535"/>
                  </a:lnTo>
                  <a:lnTo>
                    <a:pt x="5770123" y="477535"/>
                  </a:lnTo>
                  <a:lnTo>
                    <a:pt x="5770280" y="477535"/>
                  </a:lnTo>
                  <a:lnTo>
                    <a:pt x="5770438" y="477535"/>
                  </a:lnTo>
                  <a:lnTo>
                    <a:pt x="5770596" y="477535"/>
                  </a:lnTo>
                  <a:lnTo>
                    <a:pt x="5770754" y="477535"/>
                  </a:lnTo>
                  <a:lnTo>
                    <a:pt x="5770911" y="477535"/>
                  </a:lnTo>
                  <a:lnTo>
                    <a:pt x="5771069" y="477535"/>
                  </a:lnTo>
                  <a:lnTo>
                    <a:pt x="5771227" y="477535"/>
                  </a:lnTo>
                  <a:lnTo>
                    <a:pt x="5771384" y="477535"/>
                  </a:lnTo>
                  <a:lnTo>
                    <a:pt x="5771542" y="477535"/>
                  </a:lnTo>
                  <a:lnTo>
                    <a:pt x="5771700" y="477535"/>
                  </a:lnTo>
                  <a:lnTo>
                    <a:pt x="5771858" y="477535"/>
                  </a:lnTo>
                  <a:lnTo>
                    <a:pt x="5772015" y="477535"/>
                  </a:lnTo>
                  <a:lnTo>
                    <a:pt x="5772015" y="477104"/>
                  </a:lnTo>
                  <a:lnTo>
                    <a:pt x="5772173" y="477104"/>
                  </a:lnTo>
                  <a:lnTo>
                    <a:pt x="5772331" y="477104"/>
                  </a:lnTo>
                  <a:lnTo>
                    <a:pt x="5772331" y="476674"/>
                  </a:lnTo>
                  <a:lnTo>
                    <a:pt x="5772488" y="476674"/>
                  </a:lnTo>
                  <a:lnTo>
                    <a:pt x="5772646" y="476674"/>
                  </a:lnTo>
                  <a:lnTo>
                    <a:pt x="5772804" y="476674"/>
                  </a:lnTo>
                  <a:lnTo>
                    <a:pt x="5772962" y="476674"/>
                  </a:lnTo>
                  <a:lnTo>
                    <a:pt x="5773119" y="476674"/>
                  </a:lnTo>
                  <a:lnTo>
                    <a:pt x="5773277" y="476674"/>
                  </a:lnTo>
                  <a:lnTo>
                    <a:pt x="5773435" y="476674"/>
                  </a:lnTo>
                  <a:lnTo>
                    <a:pt x="5773593" y="476674"/>
                  </a:lnTo>
                  <a:lnTo>
                    <a:pt x="5773750" y="476674"/>
                  </a:lnTo>
                  <a:lnTo>
                    <a:pt x="5773908" y="476674"/>
                  </a:lnTo>
                  <a:lnTo>
                    <a:pt x="5774066" y="476674"/>
                  </a:lnTo>
                  <a:lnTo>
                    <a:pt x="5774223" y="476674"/>
                  </a:lnTo>
                  <a:lnTo>
                    <a:pt x="5774381" y="476674"/>
                  </a:lnTo>
                  <a:lnTo>
                    <a:pt x="5774539" y="476674"/>
                  </a:lnTo>
                  <a:lnTo>
                    <a:pt x="5774697" y="476674"/>
                  </a:lnTo>
                  <a:lnTo>
                    <a:pt x="5774697" y="476243"/>
                  </a:lnTo>
                  <a:lnTo>
                    <a:pt x="5774854" y="476243"/>
                  </a:lnTo>
                  <a:lnTo>
                    <a:pt x="5775012" y="476243"/>
                  </a:lnTo>
                  <a:lnTo>
                    <a:pt x="5775170" y="476243"/>
                  </a:lnTo>
                  <a:lnTo>
                    <a:pt x="5775327" y="476243"/>
                  </a:lnTo>
                  <a:lnTo>
                    <a:pt x="5775485" y="476243"/>
                  </a:lnTo>
                  <a:lnTo>
                    <a:pt x="5775643" y="476243"/>
                  </a:lnTo>
                  <a:lnTo>
                    <a:pt x="5775801" y="476243"/>
                  </a:lnTo>
                  <a:lnTo>
                    <a:pt x="5775958" y="476243"/>
                  </a:lnTo>
                  <a:lnTo>
                    <a:pt x="5776116" y="476243"/>
                  </a:lnTo>
                  <a:lnTo>
                    <a:pt x="5776274" y="476243"/>
                  </a:lnTo>
                  <a:lnTo>
                    <a:pt x="5776431" y="476243"/>
                  </a:lnTo>
                  <a:lnTo>
                    <a:pt x="5776589" y="476243"/>
                  </a:lnTo>
                  <a:lnTo>
                    <a:pt x="5776747" y="476243"/>
                  </a:lnTo>
                  <a:lnTo>
                    <a:pt x="5776905" y="476243"/>
                  </a:lnTo>
                  <a:lnTo>
                    <a:pt x="5777062" y="476243"/>
                  </a:lnTo>
                  <a:lnTo>
                    <a:pt x="5777220" y="476243"/>
                  </a:lnTo>
                  <a:lnTo>
                    <a:pt x="5777220" y="475813"/>
                  </a:lnTo>
                  <a:lnTo>
                    <a:pt x="5777378" y="475813"/>
                  </a:lnTo>
                  <a:lnTo>
                    <a:pt x="5777535" y="475813"/>
                  </a:lnTo>
                  <a:lnTo>
                    <a:pt x="5777693" y="475813"/>
                  </a:lnTo>
                  <a:lnTo>
                    <a:pt x="5777851" y="475813"/>
                  </a:lnTo>
                  <a:lnTo>
                    <a:pt x="5778009" y="475813"/>
                  </a:lnTo>
                  <a:lnTo>
                    <a:pt x="5778166" y="475813"/>
                  </a:lnTo>
                  <a:lnTo>
                    <a:pt x="5778324" y="475813"/>
                  </a:lnTo>
                  <a:lnTo>
                    <a:pt x="5778482" y="475813"/>
                  </a:lnTo>
                  <a:lnTo>
                    <a:pt x="5778639" y="475813"/>
                  </a:lnTo>
                  <a:lnTo>
                    <a:pt x="5778797" y="475813"/>
                  </a:lnTo>
                  <a:lnTo>
                    <a:pt x="5778955" y="475813"/>
                  </a:lnTo>
                  <a:lnTo>
                    <a:pt x="5779113" y="475813"/>
                  </a:lnTo>
                  <a:lnTo>
                    <a:pt x="5779113" y="475382"/>
                  </a:lnTo>
                  <a:lnTo>
                    <a:pt x="5779270" y="475382"/>
                  </a:lnTo>
                  <a:lnTo>
                    <a:pt x="5779428" y="475382"/>
                  </a:lnTo>
                  <a:lnTo>
                    <a:pt x="5779586" y="475382"/>
                  </a:lnTo>
                  <a:lnTo>
                    <a:pt x="5779744" y="475382"/>
                  </a:lnTo>
                  <a:lnTo>
                    <a:pt x="5779901" y="475382"/>
                  </a:lnTo>
                  <a:lnTo>
                    <a:pt x="5780059" y="475382"/>
                  </a:lnTo>
                  <a:lnTo>
                    <a:pt x="5780217" y="475382"/>
                  </a:lnTo>
                  <a:lnTo>
                    <a:pt x="5780374" y="475382"/>
                  </a:lnTo>
                  <a:lnTo>
                    <a:pt x="5780374" y="474951"/>
                  </a:lnTo>
                  <a:lnTo>
                    <a:pt x="5780532" y="474951"/>
                  </a:lnTo>
                  <a:lnTo>
                    <a:pt x="5780532" y="474521"/>
                  </a:lnTo>
                  <a:lnTo>
                    <a:pt x="5780690" y="474521"/>
                  </a:lnTo>
                  <a:lnTo>
                    <a:pt x="5780690" y="474090"/>
                  </a:lnTo>
                  <a:lnTo>
                    <a:pt x="5780848" y="474090"/>
                  </a:lnTo>
                  <a:lnTo>
                    <a:pt x="5781005" y="474090"/>
                  </a:lnTo>
                  <a:lnTo>
                    <a:pt x="5781163" y="474090"/>
                  </a:lnTo>
                  <a:lnTo>
                    <a:pt x="5781321" y="474090"/>
                  </a:lnTo>
                  <a:lnTo>
                    <a:pt x="5781478" y="474090"/>
                  </a:lnTo>
                  <a:lnTo>
                    <a:pt x="5781636" y="474090"/>
                  </a:lnTo>
                  <a:lnTo>
                    <a:pt x="5781794" y="474090"/>
                  </a:lnTo>
                  <a:lnTo>
                    <a:pt x="5781794" y="473660"/>
                  </a:lnTo>
                  <a:lnTo>
                    <a:pt x="5781952" y="473660"/>
                  </a:lnTo>
                  <a:lnTo>
                    <a:pt x="5782109" y="473660"/>
                  </a:lnTo>
                  <a:lnTo>
                    <a:pt x="5782267" y="473660"/>
                  </a:lnTo>
                  <a:lnTo>
                    <a:pt x="5782425" y="473660"/>
                  </a:lnTo>
                  <a:lnTo>
                    <a:pt x="5782582" y="473660"/>
                  </a:lnTo>
                  <a:lnTo>
                    <a:pt x="5782740" y="473660"/>
                  </a:lnTo>
                  <a:lnTo>
                    <a:pt x="5782898" y="473660"/>
                  </a:lnTo>
                  <a:lnTo>
                    <a:pt x="5783056" y="473660"/>
                  </a:lnTo>
                  <a:lnTo>
                    <a:pt x="5783056" y="473229"/>
                  </a:lnTo>
                  <a:lnTo>
                    <a:pt x="5783056" y="472798"/>
                  </a:lnTo>
                  <a:lnTo>
                    <a:pt x="5783213" y="472798"/>
                  </a:lnTo>
                  <a:lnTo>
                    <a:pt x="5783371" y="472798"/>
                  </a:lnTo>
                  <a:lnTo>
                    <a:pt x="5783371" y="472368"/>
                  </a:lnTo>
                  <a:lnTo>
                    <a:pt x="5783529" y="472368"/>
                  </a:lnTo>
                  <a:lnTo>
                    <a:pt x="5783686" y="472368"/>
                  </a:lnTo>
                  <a:lnTo>
                    <a:pt x="5783844" y="472368"/>
                  </a:lnTo>
                  <a:lnTo>
                    <a:pt x="5784002" y="472368"/>
                  </a:lnTo>
                  <a:lnTo>
                    <a:pt x="5784160" y="472368"/>
                  </a:lnTo>
                  <a:lnTo>
                    <a:pt x="5784317" y="472368"/>
                  </a:lnTo>
                  <a:lnTo>
                    <a:pt x="5784475" y="472368"/>
                  </a:lnTo>
                  <a:lnTo>
                    <a:pt x="5784633" y="472368"/>
                  </a:lnTo>
                  <a:lnTo>
                    <a:pt x="5784791" y="472368"/>
                  </a:lnTo>
                  <a:lnTo>
                    <a:pt x="5784948" y="472368"/>
                  </a:lnTo>
                  <a:lnTo>
                    <a:pt x="5785106" y="472368"/>
                  </a:lnTo>
                  <a:lnTo>
                    <a:pt x="5785264" y="472368"/>
                  </a:lnTo>
                  <a:lnTo>
                    <a:pt x="5785421" y="472368"/>
                  </a:lnTo>
                  <a:lnTo>
                    <a:pt x="5785421" y="471937"/>
                  </a:lnTo>
                  <a:lnTo>
                    <a:pt x="5785579" y="471937"/>
                  </a:lnTo>
                  <a:lnTo>
                    <a:pt x="5785737" y="471937"/>
                  </a:lnTo>
                  <a:lnTo>
                    <a:pt x="5785895" y="471937"/>
                  </a:lnTo>
                  <a:lnTo>
                    <a:pt x="5786052" y="471937"/>
                  </a:lnTo>
                  <a:lnTo>
                    <a:pt x="5786210" y="471937"/>
                  </a:lnTo>
                  <a:lnTo>
                    <a:pt x="5786368" y="471937"/>
                  </a:lnTo>
                  <a:lnTo>
                    <a:pt x="5786525" y="471937"/>
                  </a:lnTo>
                  <a:lnTo>
                    <a:pt x="5786683" y="471937"/>
                  </a:lnTo>
                  <a:lnTo>
                    <a:pt x="5786841" y="471937"/>
                  </a:lnTo>
                  <a:lnTo>
                    <a:pt x="5786999" y="471937"/>
                  </a:lnTo>
                  <a:lnTo>
                    <a:pt x="5786999" y="471507"/>
                  </a:lnTo>
                  <a:lnTo>
                    <a:pt x="5787156" y="471507"/>
                  </a:lnTo>
                  <a:lnTo>
                    <a:pt x="5787314" y="471507"/>
                  </a:lnTo>
                  <a:lnTo>
                    <a:pt x="5787472" y="471507"/>
                  </a:lnTo>
                  <a:lnTo>
                    <a:pt x="5787629" y="471507"/>
                  </a:lnTo>
                  <a:lnTo>
                    <a:pt x="5787629" y="471076"/>
                  </a:lnTo>
                  <a:lnTo>
                    <a:pt x="5787787" y="471076"/>
                  </a:lnTo>
                  <a:lnTo>
                    <a:pt x="5787945" y="471076"/>
                  </a:lnTo>
                  <a:lnTo>
                    <a:pt x="5788103" y="471076"/>
                  </a:lnTo>
                  <a:lnTo>
                    <a:pt x="5788260" y="471076"/>
                  </a:lnTo>
                  <a:lnTo>
                    <a:pt x="5788418" y="471076"/>
                  </a:lnTo>
                  <a:lnTo>
                    <a:pt x="5788576" y="471076"/>
                  </a:lnTo>
                  <a:lnTo>
                    <a:pt x="5788733" y="471076"/>
                  </a:lnTo>
                  <a:lnTo>
                    <a:pt x="5788891" y="471076"/>
                  </a:lnTo>
                  <a:lnTo>
                    <a:pt x="5789049" y="471076"/>
                  </a:lnTo>
                  <a:lnTo>
                    <a:pt x="5789207" y="471076"/>
                  </a:lnTo>
                  <a:lnTo>
                    <a:pt x="5789364" y="471076"/>
                  </a:lnTo>
                  <a:lnTo>
                    <a:pt x="5789522" y="471076"/>
                  </a:lnTo>
                  <a:lnTo>
                    <a:pt x="5789680" y="471076"/>
                  </a:lnTo>
                  <a:lnTo>
                    <a:pt x="5789837" y="471076"/>
                  </a:lnTo>
                  <a:lnTo>
                    <a:pt x="5789995" y="471076"/>
                  </a:lnTo>
                  <a:lnTo>
                    <a:pt x="5790153" y="471076"/>
                  </a:lnTo>
                  <a:lnTo>
                    <a:pt x="5790311" y="471076"/>
                  </a:lnTo>
                  <a:lnTo>
                    <a:pt x="5790468" y="471076"/>
                  </a:lnTo>
                  <a:lnTo>
                    <a:pt x="5790468" y="470645"/>
                  </a:lnTo>
                  <a:lnTo>
                    <a:pt x="5790626" y="470645"/>
                  </a:lnTo>
                  <a:lnTo>
                    <a:pt x="5790626" y="470215"/>
                  </a:lnTo>
                  <a:lnTo>
                    <a:pt x="5790784" y="470215"/>
                  </a:lnTo>
                  <a:lnTo>
                    <a:pt x="5790942" y="470215"/>
                  </a:lnTo>
                  <a:lnTo>
                    <a:pt x="5791099" y="470215"/>
                  </a:lnTo>
                  <a:lnTo>
                    <a:pt x="5791257" y="470215"/>
                  </a:lnTo>
                  <a:lnTo>
                    <a:pt x="5791415" y="470215"/>
                  </a:lnTo>
                  <a:lnTo>
                    <a:pt x="5791415" y="469784"/>
                  </a:lnTo>
                  <a:lnTo>
                    <a:pt x="5791572" y="469784"/>
                  </a:lnTo>
                  <a:lnTo>
                    <a:pt x="5791572" y="469354"/>
                  </a:lnTo>
                  <a:lnTo>
                    <a:pt x="5791730" y="469354"/>
                  </a:lnTo>
                  <a:lnTo>
                    <a:pt x="5791888" y="469354"/>
                  </a:lnTo>
                  <a:lnTo>
                    <a:pt x="5791888" y="468923"/>
                  </a:lnTo>
                  <a:lnTo>
                    <a:pt x="5792046" y="468923"/>
                  </a:lnTo>
                  <a:lnTo>
                    <a:pt x="5792046" y="468492"/>
                  </a:lnTo>
                  <a:lnTo>
                    <a:pt x="5792203" y="468492"/>
                  </a:lnTo>
                  <a:lnTo>
                    <a:pt x="5792361" y="468492"/>
                  </a:lnTo>
                  <a:lnTo>
                    <a:pt x="5792519" y="468492"/>
                  </a:lnTo>
                  <a:lnTo>
                    <a:pt x="5792676" y="468492"/>
                  </a:lnTo>
                  <a:lnTo>
                    <a:pt x="5792834" y="468492"/>
                  </a:lnTo>
                  <a:lnTo>
                    <a:pt x="5792992" y="468492"/>
                  </a:lnTo>
                  <a:lnTo>
                    <a:pt x="5793150" y="468492"/>
                  </a:lnTo>
                  <a:lnTo>
                    <a:pt x="5793307" y="468492"/>
                  </a:lnTo>
                  <a:lnTo>
                    <a:pt x="5793465" y="468492"/>
                  </a:lnTo>
                  <a:lnTo>
                    <a:pt x="5793623" y="468492"/>
                  </a:lnTo>
                  <a:lnTo>
                    <a:pt x="5793780" y="468492"/>
                  </a:lnTo>
                  <a:lnTo>
                    <a:pt x="5793780" y="468062"/>
                  </a:lnTo>
                  <a:lnTo>
                    <a:pt x="5793938" y="468062"/>
                  </a:lnTo>
                  <a:lnTo>
                    <a:pt x="5794096" y="468062"/>
                  </a:lnTo>
                  <a:lnTo>
                    <a:pt x="5794254" y="468062"/>
                  </a:lnTo>
                  <a:lnTo>
                    <a:pt x="5794411" y="468062"/>
                  </a:lnTo>
                  <a:lnTo>
                    <a:pt x="5794569" y="468062"/>
                  </a:lnTo>
                  <a:lnTo>
                    <a:pt x="5794727" y="468062"/>
                  </a:lnTo>
                  <a:lnTo>
                    <a:pt x="5794884" y="468062"/>
                  </a:lnTo>
                  <a:lnTo>
                    <a:pt x="5795042" y="468062"/>
                  </a:lnTo>
                  <a:lnTo>
                    <a:pt x="5795200" y="468062"/>
                  </a:lnTo>
                  <a:lnTo>
                    <a:pt x="5795358" y="468062"/>
                  </a:lnTo>
                  <a:lnTo>
                    <a:pt x="5795358" y="467631"/>
                  </a:lnTo>
                  <a:lnTo>
                    <a:pt x="5795515" y="467631"/>
                  </a:lnTo>
                  <a:lnTo>
                    <a:pt x="5795515" y="467201"/>
                  </a:lnTo>
                  <a:lnTo>
                    <a:pt x="5795515" y="466770"/>
                  </a:lnTo>
                  <a:lnTo>
                    <a:pt x="5795673" y="466770"/>
                  </a:lnTo>
                  <a:lnTo>
                    <a:pt x="5795831" y="466770"/>
                  </a:lnTo>
                  <a:lnTo>
                    <a:pt x="5795989" y="466770"/>
                  </a:lnTo>
                  <a:lnTo>
                    <a:pt x="5795989" y="466339"/>
                  </a:lnTo>
                  <a:lnTo>
                    <a:pt x="5796146" y="466339"/>
                  </a:lnTo>
                  <a:lnTo>
                    <a:pt x="5796304" y="466339"/>
                  </a:lnTo>
                  <a:lnTo>
                    <a:pt x="5796462" y="466339"/>
                  </a:lnTo>
                  <a:lnTo>
                    <a:pt x="5796619" y="466339"/>
                  </a:lnTo>
                  <a:lnTo>
                    <a:pt x="5796777" y="466339"/>
                  </a:lnTo>
                  <a:lnTo>
                    <a:pt x="5796935" y="466339"/>
                  </a:lnTo>
                  <a:lnTo>
                    <a:pt x="5797093" y="466339"/>
                  </a:lnTo>
                  <a:lnTo>
                    <a:pt x="5797250" y="466339"/>
                  </a:lnTo>
                  <a:lnTo>
                    <a:pt x="5797408" y="466339"/>
                  </a:lnTo>
                  <a:lnTo>
                    <a:pt x="5797566" y="466339"/>
                  </a:lnTo>
                  <a:lnTo>
                    <a:pt x="5797723" y="466339"/>
                  </a:lnTo>
                  <a:lnTo>
                    <a:pt x="5797723" y="465909"/>
                  </a:lnTo>
                  <a:lnTo>
                    <a:pt x="5797881" y="465909"/>
                  </a:lnTo>
                  <a:lnTo>
                    <a:pt x="5797881" y="465478"/>
                  </a:lnTo>
                  <a:lnTo>
                    <a:pt x="5798039" y="465478"/>
                  </a:lnTo>
                  <a:lnTo>
                    <a:pt x="5798197" y="465478"/>
                  </a:lnTo>
                  <a:lnTo>
                    <a:pt x="5798354" y="465478"/>
                  </a:lnTo>
                  <a:lnTo>
                    <a:pt x="5798512" y="465478"/>
                  </a:lnTo>
                  <a:lnTo>
                    <a:pt x="5798670" y="465478"/>
                  </a:lnTo>
                  <a:lnTo>
                    <a:pt x="5798827" y="465478"/>
                  </a:lnTo>
                  <a:lnTo>
                    <a:pt x="5798985" y="465478"/>
                  </a:lnTo>
                  <a:lnTo>
                    <a:pt x="5798985" y="465048"/>
                  </a:lnTo>
                  <a:lnTo>
                    <a:pt x="5799143" y="465048"/>
                  </a:lnTo>
                  <a:lnTo>
                    <a:pt x="5799301" y="465048"/>
                  </a:lnTo>
                  <a:lnTo>
                    <a:pt x="5799301" y="464617"/>
                  </a:lnTo>
                  <a:lnTo>
                    <a:pt x="5799458" y="464617"/>
                  </a:lnTo>
                  <a:lnTo>
                    <a:pt x="5799458" y="464186"/>
                  </a:lnTo>
                  <a:lnTo>
                    <a:pt x="5799616" y="464186"/>
                  </a:lnTo>
                  <a:lnTo>
                    <a:pt x="5799774" y="464186"/>
                  </a:lnTo>
                  <a:lnTo>
                    <a:pt x="5799931" y="464186"/>
                  </a:lnTo>
                  <a:lnTo>
                    <a:pt x="5800089" y="464186"/>
                  </a:lnTo>
                  <a:lnTo>
                    <a:pt x="5800247" y="464186"/>
                  </a:lnTo>
                  <a:lnTo>
                    <a:pt x="5800405" y="464186"/>
                  </a:lnTo>
                  <a:lnTo>
                    <a:pt x="5800562" y="464186"/>
                  </a:lnTo>
                  <a:lnTo>
                    <a:pt x="5800720" y="464186"/>
                  </a:lnTo>
                  <a:lnTo>
                    <a:pt x="5800878" y="464186"/>
                  </a:lnTo>
                  <a:lnTo>
                    <a:pt x="5801035" y="464186"/>
                  </a:lnTo>
                  <a:lnTo>
                    <a:pt x="5801193" y="464186"/>
                  </a:lnTo>
                  <a:lnTo>
                    <a:pt x="5801351" y="464186"/>
                  </a:lnTo>
                  <a:lnTo>
                    <a:pt x="5801509" y="464186"/>
                  </a:lnTo>
                  <a:lnTo>
                    <a:pt x="5801666" y="464186"/>
                  </a:lnTo>
                  <a:lnTo>
                    <a:pt x="5801824" y="464186"/>
                  </a:lnTo>
                  <a:lnTo>
                    <a:pt x="5801982" y="464186"/>
                  </a:lnTo>
                  <a:lnTo>
                    <a:pt x="5802140" y="464186"/>
                  </a:lnTo>
                  <a:lnTo>
                    <a:pt x="5802297" y="464186"/>
                  </a:lnTo>
                  <a:lnTo>
                    <a:pt x="5802455" y="464186"/>
                  </a:lnTo>
                  <a:lnTo>
                    <a:pt x="5802613" y="464186"/>
                  </a:lnTo>
                  <a:lnTo>
                    <a:pt x="5802613" y="463756"/>
                  </a:lnTo>
                  <a:lnTo>
                    <a:pt x="5802770" y="463756"/>
                  </a:lnTo>
                  <a:lnTo>
                    <a:pt x="5802928" y="463756"/>
                  </a:lnTo>
                  <a:lnTo>
                    <a:pt x="5803086" y="463756"/>
                  </a:lnTo>
                  <a:lnTo>
                    <a:pt x="5803244" y="463756"/>
                  </a:lnTo>
                  <a:lnTo>
                    <a:pt x="5803401" y="463756"/>
                  </a:lnTo>
                  <a:lnTo>
                    <a:pt x="5803559" y="463756"/>
                  </a:lnTo>
                  <a:lnTo>
                    <a:pt x="5803717" y="463756"/>
                  </a:lnTo>
                  <a:lnTo>
                    <a:pt x="5803874" y="463756"/>
                  </a:lnTo>
                  <a:lnTo>
                    <a:pt x="5804032" y="463756"/>
                  </a:lnTo>
                  <a:lnTo>
                    <a:pt x="5804190" y="463756"/>
                  </a:lnTo>
                  <a:lnTo>
                    <a:pt x="5804348" y="463756"/>
                  </a:lnTo>
                  <a:lnTo>
                    <a:pt x="5804505" y="463756"/>
                  </a:lnTo>
                  <a:lnTo>
                    <a:pt x="5804663" y="463756"/>
                  </a:lnTo>
                  <a:lnTo>
                    <a:pt x="5804821" y="463756"/>
                  </a:lnTo>
                  <a:lnTo>
                    <a:pt x="5804978" y="463756"/>
                  </a:lnTo>
                  <a:lnTo>
                    <a:pt x="5805136" y="463756"/>
                  </a:lnTo>
                  <a:lnTo>
                    <a:pt x="5805136" y="463325"/>
                  </a:lnTo>
                  <a:lnTo>
                    <a:pt x="5805136" y="462895"/>
                  </a:lnTo>
                  <a:lnTo>
                    <a:pt x="5805294" y="462895"/>
                  </a:lnTo>
                  <a:lnTo>
                    <a:pt x="5805452" y="462895"/>
                  </a:lnTo>
                  <a:lnTo>
                    <a:pt x="5805609" y="462895"/>
                  </a:lnTo>
                  <a:lnTo>
                    <a:pt x="5805767" y="462895"/>
                  </a:lnTo>
                  <a:lnTo>
                    <a:pt x="5805925" y="462895"/>
                  </a:lnTo>
                  <a:lnTo>
                    <a:pt x="5806082" y="462895"/>
                  </a:lnTo>
                  <a:lnTo>
                    <a:pt x="5806240" y="462895"/>
                  </a:lnTo>
                  <a:lnTo>
                    <a:pt x="5806398" y="462895"/>
                  </a:lnTo>
                  <a:lnTo>
                    <a:pt x="5806556" y="462895"/>
                  </a:lnTo>
                  <a:lnTo>
                    <a:pt x="5806713" y="462895"/>
                  </a:lnTo>
                  <a:lnTo>
                    <a:pt x="5806871" y="462895"/>
                  </a:lnTo>
                  <a:lnTo>
                    <a:pt x="5807029" y="462895"/>
                  </a:lnTo>
                  <a:lnTo>
                    <a:pt x="5807029" y="462464"/>
                  </a:lnTo>
                  <a:lnTo>
                    <a:pt x="5807187" y="462464"/>
                  </a:lnTo>
                  <a:lnTo>
                    <a:pt x="5807344" y="462464"/>
                  </a:lnTo>
                  <a:lnTo>
                    <a:pt x="5807502" y="462464"/>
                  </a:lnTo>
                  <a:lnTo>
                    <a:pt x="5807660" y="462464"/>
                  </a:lnTo>
                  <a:lnTo>
                    <a:pt x="5807817" y="462464"/>
                  </a:lnTo>
                  <a:lnTo>
                    <a:pt x="5807975" y="462464"/>
                  </a:lnTo>
                  <a:lnTo>
                    <a:pt x="5808133" y="462464"/>
                  </a:lnTo>
                  <a:lnTo>
                    <a:pt x="5808291" y="462464"/>
                  </a:lnTo>
                  <a:lnTo>
                    <a:pt x="5808291" y="462033"/>
                  </a:lnTo>
                  <a:lnTo>
                    <a:pt x="5808448" y="462033"/>
                  </a:lnTo>
                  <a:lnTo>
                    <a:pt x="5808606" y="462033"/>
                  </a:lnTo>
                  <a:lnTo>
                    <a:pt x="5808764" y="462033"/>
                  </a:lnTo>
                  <a:lnTo>
                    <a:pt x="5808921" y="462033"/>
                  </a:lnTo>
                  <a:lnTo>
                    <a:pt x="5809079" y="462033"/>
                  </a:lnTo>
                  <a:lnTo>
                    <a:pt x="5809237" y="462033"/>
                  </a:lnTo>
                  <a:lnTo>
                    <a:pt x="5809395" y="462033"/>
                  </a:lnTo>
                  <a:lnTo>
                    <a:pt x="5809552" y="462033"/>
                  </a:lnTo>
                  <a:lnTo>
                    <a:pt x="5809710" y="462033"/>
                  </a:lnTo>
                  <a:lnTo>
                    <a:pt x="5809868" y="462033"/>
                  </a:lnTo>
                  <a:lnTo>
                    <a:pt x="5809868" y="461603"/>
                  </a:lnTo>
                  <a:lnTo>
                    <a:pt x="5810025" y="461603"/>
                  </a:lnTo>
                  <a:lnTo>
                    <a:pt x="5810183" y="461603"/>
                  </a:lnTo>
                  <a:lnTo>
                    <a:pt x="5810341" y="461603"/>
                  </a:lnTo>
                  <a:lnTo>
                    <a:pt x="5810341" y="461172"/>
                  </a:lnTo>
                  <a:lnTo>
                    <a:pt x="5810499" y="461172"/>
                  </a:lnTo>
                  <a:lnTo>
                    <a:pt x="5810656" y="461172"/>
                  </a:lnTo>
                  <a:lnTo>
                    <a:pt x="5810814" y="461172"/>
                  </a:lnTo>
                  <a:lnTo>
                    <a:pt x="5810972" y="461172"/>
                  </a:lnTo>
                  <a:lnTo>
                    <a:pt x="5811129" y="461172"/>
                  </a:lnTo>
                  <a:lnTo>
                    <a:pt x="5811287" y="461172"/>
                  </a:lnTo>
                  <a:lnTo>
                    <a:pt x="5811445" y="461172"/>
                  </a:lnTo>
                  <a:lnTo>
                    <a:pt x="5811603" y="461172"/>
                  </a:lnTo>
                  <a:lnTo>
                    <a:pt x="5811760" y="461172"/>
                  </a:lnTo>
                  <a:lnTo>
                    <a:pt x="5811760" y="460742"/>
                  </a:lnTo>
                  <a:lnTo>
                    <a:pt x="5811918" y="460742"/>
                  </a:lnTo>
                  <a:lnTo>
                    <a:pt x="5812076" y="460742"/>
                  </a:lnTo>
                  <a:lnTo>
                    <a:pt x="5812233" y="460742"/>
                  </a:lnTo>
                  <a:lnTo>
                    <a:pt x="5812233" y="460311"/>
                  </a:lnTo>
                  <a:lnTo>
                    <a:pt x="5812391" y="460311"/>
                  </a:lnTo>
                  <a:lnTo>
                    <a:pt x="5812391" y="459880"/>
                  </a:lnTo>
                  <a:lnTo>
                    <a:pt x="5812549" y="459880"/>
                  </a:lnTo>
                  <a:lnTo>
                    <a:pt x="5812707" y="459880"/>
                  </a:lnTo>
                  <a:lnTo>
                    <a:pt x="5812864" y="459880"/>
                  </a:lnTo>
                  <a:lnTo>
                    <a:pt x="5813022" y="459880"/>
                  </a:lnTo>
                  <a:lnTo>
                    <a:pt x="5813022" y="459450"/>
                  </a:lnTo>
                  <a:lnTo>
                    <a:pt x="5813180" y="459450"/>
                  </a:lnTo>
                  <a:lnTo>
                    <a:pt x="5813338" y="459450"/>
                  </a:lnTo>
                  <a:lnTo>
                    <a:pt x="5813495" y="459450"/>
                  </a:lnTo>
                  <a:lnTo>
                    <a:pt x="5813653" y="459450"/>
                  </a:lnTo>
                  <a:lnTo>
                    <a:pt x="5813811" y="459450"/>
                  </a:lnTo>
                  <a:lnTo>
                    <a:pt x="5813968" y="459450"/>
                  </a:lnTo>
                  <a:lnTo>
                    <a:pt x="5813968" y="459019"/>
                  </a:lnTo>
                  <a:lnTo>
                    <a:pt x="5814126" y="459019"/>
                  </a:lnTo>
                  <a:lnTo>
                    <a:pt x="5814284" y="459019"/>
                  </a:lnTo>
                  <a:lnTo>
                    <a:pt x="5814442" y="459019"/>
                  </a:lnTo>
                  <a:lnTo>
                    <a:pt x="5814599" y="459019"/>
                  </a:lnTo>
                  <a:lnTo>
                    <a:pt x="5814757" y="459019"/>
                  </a:lnTo>
                  <a:lnTo>
                    <a:pt x="5814915" y="459019"/>
                  </a:lnTo>
                  <a:lnTo>
                    <a:pt x="5815072" y="459019"/>
                  </a:lnTo>
                  <a:lnTo>
                    <a:pt x="5815230" y="459019"/>
                  </a:lnTo>
                  <a:lnTo>
                    <a:pt x="5815388" y="459019"/>
                  </a:lnTo>
                  <a:lnTo>
                    <a:pt x="5815546" y="459019"/>
                  </a:lnTo>
                  <a:lnTo>
                    <a:pt x="5815703" y="459019"/>
                  </a:lnTo>
                  <a:lnTo>
                    <a:pt x="5815861" y="459019"/>
                  </a:lnTo>
                  <a:lnTo>
                    <a:pt x="5816019" y="459019"/>
                  </a:lnTo>
                  <a:lnTo>
                    <a:pt x="5816176" y="459019"/>
                  </a:lnTo>
                  <a:lnTo>
                    <a:pt x="5816334" y="459019"/>
                  </a:lnTo>
                  <a:lnTo>
                    <a:pt x="5816334" y="458589"/>
                  </a:lnTo>
                  <a:lnTo>
                    <a:pt x="5816492" y="458589"/>
                  </a:lnTo>
                  <a:lnTo>
                    <a:pt x="5816650" y="458589"/>
                  </a:lnTo>
                  <a:lnTo>
                    <a:pt x="5816807" y="458589"/>
                  </a:lnTo>
                  <a:lnTo>
                    <a:pt x="5816807" y="458158"/>
                  </a:lnTo>
                  <a:lnTo>
                    <a:pt x="5816965" y="458158"/>
                  </a:lnTo>
                  <a:lnTo>
                    <a:pt x="5816965" y="457727"/>
                  </a:lnTo>
                  <a:lnTo>
                    <a:pt x="5817123" y="457727"/>
                  </a:lnTo>
                  <a:lnTo>
                    <a:pt x="5817280" y="457727"/>
                  </a:lnTo>
                  <a:lnTo>
                    <a:pt x="5817438" y="457727"/>
                  </a:lnTo>
                  <a:lnTo>
                    <a:pt x="5817596" y="457727"/>
                  </a:lnTo>
                  <a:lnTo>
                    <a:pt x="5817754" y="457727"/>
                  </a:lnTo>
                  <a:lnTo>
                    <a:pt x="5817911" y="457727"/>
                  </a:lnTo>
                  <a:lnTo>
                    <a:pt x="5818069" y="457727"/>
                  </a:lnTo>
                  <a:lnTo>
                    <a:pt x="5818069" y="457297"/>
                  </a:lnTo>
                  <a:lnTo>
                    <a:pt x="5818227" y="457297"/>
                  </a:lnTo>
                  <a:lnTo>
                    <a:pt x="5818385" y="457297"/>
                  </a:lnTo>
                  <a:lnTo>
                    <a:pt x="5818542" y="457297"/>
                  </a:lnTo>
                  <a:lnTo>
                    <a:pt x="5818700" y="457297"/>
                  </a:lnTo>
                  <a:lnTo>
                    <a:pt x="5818858" y="457297"/>
                  </a:lnTo>
                  <a:lnTo>
                    <a:pt x="5819015" y="457297"/>
                  </a:lnTo>
                  <a:lnTo>
                    <a:pt x="5819173" y="457297"/>
                  </a:lnTo>
                  <a:lnTo>
                    <a:pt x="5819331" y="457297"/>
                  </a:lnTo>
                  <a:lnTo>
                    <a:pt x="5819489" y="457297"/>
                  </a:lnTo>
                  <a:lnTo>
                    <a:pt x="5819646" y="457297"/>
                  </a:lnTo>
                  <a:lnTo>
                    <a:pt x="5819646" y="456866"/>
                  </a:lnTo>
                  <a:lnTo>
                    <a:pt x="5819804" y="456866"/>
                  </a:lnTo>
                  <a:lnTo>
                    <a:pt x="5819962" y="456866"/>
                  </a:lnTo>
                  <a:lnTo>
                    <a:pt x="5820119" y="456866"/>
                  </a:lnTo>
                  <a:lnTo>
                    <a:pt x="5820277" y="456866"/>
                  </a:lnTo>
                  <a:lnTo>
                    <a:pt x="5820435" y="456866"/>
                  </a:lnTo>
                  <a:lnTo>
                    <a:pt x="5820593" y="456866"/>
                  </a:lnTo>
                  <a:lnTo>
                    <a:pt x="5820593" y="456436"/>
                  </a:lnTo>
                  <a:lnTo>
                    <a:pt x="5820750" y="456436"/>
                  </a:lnTo>
                  <a:lnTo>
                    <a:pt x="5820750" y="456005"/>
                  </a:lnTo>
                  <a:lnTo>
                    <a:pt x="5820908" y="456005"/>
                  </a:lnTo>
                  <a:lnTo>
                    <a:pt x="5821066" y="456005"/>
                  </a:lnTo>
                  <a:lnTo>
                    <a:pt x="5821223" y="456005"/>
                  </a:lnTo>
                  <a:lnTo>
                    <a:pt x="5821381" y="456005"/>
                  </a:lnTo>
                  <a:lnTo>
                    <a:pt x="5821539" y="456005"/>
                  </a:lnTo>
                  <a:lnTo>
                    <a:pt x="5821697" y="456005"/>
                  </a:lnTo>
                  <a:lnTo>
                    <a:pt x="5821697" y="455574"/>
                  </a:lnTo>
                  <a:lnTo>
                    <a:pt x="5821854" y="455574"/>
                  </a:lnTo>
                  <a:lnTo>
                    <a:pt x="5822012" y="455574"/>
                  </a:lnTo>
                  <a:lnTo>
                    <a:pt x="5822170" y="455574"/>
                  </a:lnTo>
                  <a:lnTo>
                    <a:pt x="5822327" y="455574"/>
                  </a:lnTo>
                  <a:lnTo>
                    <a:pt x="5822485" y="455574"/>
                  </a:lnTo>
                  <a:lnTo>
                    <a:pt x="5822643" y="455574"/>
                  </a:lnTo>
                  <a:lnTo>
                    <a:pt x="5822801" y="455574"/>
                  </a:lnTo>
                  <a:lnTo>
                    <a:pt x="5822958" y="455574"/>
                  </a:lnTo>
                  <a:lnTo>
                    <a:pt x="5823116" y="455574"/>
                  </a:lnTo>
                  <a:lnTo>
                    <a:pt x="5823274" y="455574"/>
                  </a:lnTo>
                  <a:lnTo>
                    <a:pt x="5823431" y="455574"/>
                  </a:lnTo>
                  <a:lnTo>
                    <a:pt x="5823589" y="455574"/>
                  </a:lnTo>
                  <a:lnTo>
                    <a:pt x="5823589" y="455144"/>
                  </a:lnTo>
                  <a:lnTo>
                    <a:pt x="5823747" y="455144"/>
                  </a:lnTo>
                  <a:lnTo>
                    <a:pt x="5823905" y="455144"/>
                  </a:lnTo>
                  <a:lnTo>
                    <a:pt x="5823905" y="454713"/>
                  </a:lnTo>
                  <a:lnTo>
                    <a:pt x="5824062" y="454713"/>
                  </a:lnTo>
                  <a:lnTo>
                    <a:pt x="5824220" y="454713"/>
                  </a:lnTo>
                  <a:lnTo>
                    <a:pt x="5824378" y="454713"/>
                  </a:lnTo>
                  <a:lnTo>
                    <a:pt x="5824536" y="454713"/>
                  </a:lnTo>
                  <a:lnTo>
                    <a:pt x="5824693" y="454713"/>
                  </a:lnTo>
                  <a:lnTo>
                    <a:pt x="5824851" y="454713"/>
                  </a:lnTo>
                  <a:lnTo>
                    <a:pt x="5825009" y="454713"/>
                  </a:lnTo>
                  <a:lnTo>
                    <a:pt x="5825166" y="454713"/>
                  </a:lnTo>
                  <a:lnTo>
                    <a:pt x="5825324" y="454713"/>
                  </a:lnTo>
                  <a:lnTo>
                    <a:pt x="5825482" y="454713"/>
                  </a:lnTo>
                  <a:lnTo>
                    <a:pt x="5825640" y="454713"/>
                  </a:lnTo>
                  <a:lnTo>
                    <a:pt x="5825797" y="454713"/>
                  </a:lnTo>
                  <a:lnTo>
                    <a:pt x="5825955" y="454713"/>
                  </a:lnTo>
                  <a:lnTo>
                    <a:pt x="5826113" y="454713"/>
                  </a:lnTo>
                  <a:lnTo>
                    <a:pt x="5826113" y="454283"/>
                  </a:lnTo>
                  <a:lnTo>
                    <a:pt x="5826270" y="454283"/>
                  </a:lnTo>
                  <a:lnTo>
                    <a:pt x="5826428" y="454283"/>
                  </a:lnTo>
                  <a:lnTo>
                    <a:pt x="5826586" y="454283"/>
                  </a:lnTo>
                  <a:lnTo>
                    <a:pt x="5826744" y="454283"/>
                  </a:lnTo>
                  <a:lnTo>
                    <a:pt x="5826901" y="454283"/>
                  </a:lnTo>
                  <a:lnTo>
                    <a:pt x="5827059" y="454283"/>
                  </a:lnTo>
                  <a:lnTo>
                    <a:pt x="5827217" y="454283"/>
                  </a:lnTo>
                  <a:lnTo>
                    <a:pt x="5827374" y="454283"/>
                  </a:lnTo>
                  <a:lnTo>
                    <a:pt x="5827532" y="454283"/>
                  </a:lnTo>
                  <a:lnTo>
                    <a:pt x="5827690" y="454283"/>
                  </a:lnTo>
                  <a:lnTo>
                    <a:pt x="5827848" y="454283"/>
                  </a:lnTo>
                  <a:lnTo>
                    <a:pt x="5828005" y="454283"/>
                  </a:lnTo>
                  <a:lnTo>
                    <a:pt x="5828163" y="454283"/>
                  </a:lnTo>
                  <a:lnTo>
                    <a:pt x="5828163" y="453852"/>
                  </a:lnTo>
                  <a:lnTo>
                    <a:pt x="5828321" y="453852"/>
                  </a:lnTo>
                  <a:lnTo>
                    <a:pt x="5828478" y="453852"/>
                  </a:lnTo>
                  <a:lnTo>
                    <a:pt x="5828636" y="453852"/>
                  </a:lnTo>
                  <a:lnTo>
                    <a:pt x="5828794" y="453852"/>
                  </a:lnTo>
                  <a:lnTo>
                    <a:pt x="5828794" y="453421"/>
                  </a:lnTo>
                  <a:lnTo>
                    <a:pt x="5828952" y="453421"/>
                  </a:lnTo>
                  <a:lnTo>
                    <a:pt x="5829109" y="453421"/>
                  </a:lnTo>
                  <a:lnTo>
                    <a:pt x="5829267" y="453421"/>
                  </a:lnTo>
                  <a:lnTo>
                    <a:pt x="5829425" y="453421"/>
                  </a:lnTo>
                  <a:lnTo>
                    <a:pt x="5829583" y="453421"/>
                  </a:lnTo>
                  <a:lnTo>
                    <a:pt x="5829740" y="453421"/>
                  </a:lnTo>
                  <a:lnTo>
                    <a:pt x="5829898" y="453421"/>
                  </a:lnTo>
                  <a:lnTo>
                    <a:pt x="5830056" y="453421"/>
                  </a:lnTo>
                  <a:lnTo>
                    <a:pt x="5830213" y="453421"/>
                  </a:lnTo>
                  <a:lnTo>
                    <a:pt x="5830371" y="453421"/>
                  </a:lnTo>
                  <a:lnTo>
                    <a:pt x="5830529" y="453421"/>
                  </a:lnTo>
                  <a:lnTo>
                    <a:pt x="5830687" y="453421"/>
                  </a:lnTo>
                  <a:lnTo>
                    <a:pt x="5830687" y="452991"/>
                  </a:lnTo>
                  <a:lnTo>
                    <a:pt x="5830844" y="452991"/>
                  </a:lnTo>
                  <a:lnTo>
                    <a:pt x="5831002" y="452991"/>
                  </a:lnTo>
                  <a:lnTo>
                    <a:pt x="5831160" y="452991"/>
                  </a:lnTo>
                  <a:lnTo>
                    <a:pt x="5831317" y="452991"/>
                  </a:lnTo>
                  <a:lnTo>
                    <a:pt x="5831475" y="452991"/>
                  </a:lnTo>
                  <a:lnTo>
                    <a:pt x="5831633" y="452991"/>
                  </a:lnTo>
                  <a:lnTo>
                    <a:pt x="5831791" y="452991"/>
                  </a:lnTo>
                  <a:lnTo>
                    <a:pt x="5831948" y="452991"/>
                  </a:lnTo>
                  <a:lnTo>
                    <a:pt x="5831948" y="452560"/>
                  </a:lnTo>
                  <a:lnTo>
                    <a:pt x="5832106" y="452560"/>
                  </a:lnTo>
                  <a:lnTo>
                    <a:pt x="5832106" y="452130"/>
                  </a:lnTo>
                  <a:lnTo>
                    <a:pt x="5832106" y="451699"/>
                  </a:lnTo>
                  <a:lnTo>
                    <a:pt x="5832264" y="451699"/>
                  </a:lnTo>
                  <a:lnTo>
                    <a:pt x="5832421" y="451699"/>
                  </a:lnTo>
                  <a:lnTo>
                    <a:pt x="5832579" y="451699"/>
                  </a:lnTo>
                  <a:lnTo>
                    <a:pt x="5832737" y="451699"/>
                  </a:lnTo>
                  <a:lnTo>
                    <a:pt x="5832895" y="451699"/>
                  </a:lnTo>
                  <a:lnTo>
                    <a:pt x="5832895" y="451268"/>
                  </a:lnTo>
                  <a:lnTo>
                    <a:pt x="5833052" y="451268"/>
                  </a:lnTo>
                  <a:lnTo>
                    <a:pt x="5833210" y="451268"/>
                  </a:lnTo>
                  <a:lnTo>
                    <a:pt x="5833368" y="451268"/>
                  </a:lnTo>
                  <a:lnTo>
                    <a:pt x="5833525" y="451268"/>
                  </a:lnTo>
                  <a:lnTo>
                    <a:pt x="5833683" y="451268"/>
                  </a:lnTo>
                  <a:lnTo>
                    <a:pt x="5833841" y="451268"/>
                  </a:lnTo>
                  <a:lnTo>
                    <a:pt x="5833999" y="451268"/>
                  </a:lnTo>
                  <a:lnTo>
                    <a:pt x="5834156" y="451268"/>
                  </a:lnTo>
                  <a:lnTo>
                    <a:pt x="5834314" y="451268"/>
                  </a:lnTo>
                  <a:lnTo>
                    <a:pt x="5834314" y="450838"/>
                  </a:lnTo>
                  <a:lnTo>
                    <a:pt x="5834472" y="450838"/>
                  </a:lnTo>
                  <a:lnTo>
                    <a:pt x="5834629" y="450838"/>
                  </a:lnTo>
                  <a:lnTo>
                    <a:pt x="5834787" y="450838"/>
                  </a:lnTo>
                  <a:lnTo>
                    <a:pt x="5834945" y="450838"/>
                  </a:lnTo>
                  <a:lnTo>
                    <a:pt x="5835103" y="450838"/>
                  </a:lnTo>
                  <a:lnTo>
                    <a:pt x="5835260" y="450838"/>
                  </a:lnTo>
                  <a:lnTo>
                    <a:pt x="5835260" y="450407"/>
                  </a:lnTo>
                  <a:lnTo>
                    <a:pt x="5835418" y="450407"/>
                  </a:lnTo>
                  <a:lnTo>
                    <a:pt x="5835576" y="450407"/>
                  </a:lnTo>
                  <a:lnTo>
                    <a:pt x="5835576" y="449977"/>
                  </a:lnTo>
                  <a:lnTo>
                    <a:pt x="5835734" y="449977"/>
                  </a:lnTo>
                  <a:lnTo>
                    <a:pt x="5835891" y="449977"/>
                  </a:lnTo>
                  <a:lnTo>
                    <a:pt x="5836049" y="449977"/>
                  </a:lnTo>
                  <a:lnTo>
                    <a:pt x="5836207" y="449977"/>
                  </a:lnTo>
                  <a:lnTo>
                    <a:pt x="5836364" y="449977"/>
                  </a:lnTo>
                  <a:lnTo>
                    <a:pt x="5836522" y="449977"/>
                  </a:lnTo>
                  <a:lnTo>
                    <a:pt x="5836680" y="449977"/>
                  </a:lnTo>
                  <a:lnTo>
                    <a:pt x="5836838" y="449977"/>
                  </a:lnTo>
                  <a:lnTo>
                    <a:pt x="5836995" y="449977"/>
                  </a:lnTo>
                  <a:lnTo>
                    <a:pt x="5837153" y="449977"/>
                  </a:lnTo>
                  <a:lnTo>
                    <a:pt x="5837311" y="449977"/>
                  </a:lnTo>
                  <a:lnTo>
                    <a:pt x="5837468" y="449977"/>
                  </a:lnTo>
                  <a:lnTo>
                    <a:pt x="5837626" y="449977"/>
                  </a:lnTo>
                  <a:lnTo>
                    <a:pt x="5837784" y="449977"/>
                  </a:lnTo>
                  <a:lnTo>
                    <a:pt x="5837942" y="449977"/>
                  </a:lnTo>
                  <a:lnTo>
                    <a:pt x="5838099" y="449977"/>
                  </a:lnTo>
                  <a:lnTo>
                    <a:pt x="5838257" y="449977"/>
                  </a:lnTo>
                  <a:lnTo>
                    <a:pt x="5838257" y="449546"/>
                  </a:lnTo>
                  <a:lnTo>
                    <a:pt x="5838415" y="449546"/>
                  </a:lnTo>
                  <a:lnTo>
                    <a:pt x="5838572" y="449546"/>
                  </a:lnTo>
                  <a:lnTo>
                    <a:pt x="5838730" y="449546"/>
                  </a:lnTo>
                  <a:lnTo>
                    <a:pt x="5838730" y="449115"/>
                  </a:lnTo>
                  <a:lnTo>
                    <a:pt x="5838888" y="449115"/>
                  </a:lnTo>
                  <a:lnTo>
                    <a:pt x="5839046" y="449115"/>
                  </a:lnTo>
                  <a:lnTo>
                    <a:pt x="5839203" y="449115"/>
                  </a:lnTo>
                  <a:lnTo>
                    <a:pt x="5839361" y="449115"/>
                  </a:lnTo>
                  <a:lnTo>
                    <a:pt x="5839519" y="449115"/>
                  </a:lnTo>
                  <a:lnTo>
                    <a:pt x="5839676" y="449115"/>
                  </a:lnTo>
                  <a:lnTo>
                    <a:pt x="5839834" y="449115"/>
                  </a:lnTo>
                  <a:lnTo>
                    <a:pt x="5839992" y="449115"/>
                  </a:lnTo>
                  <a:lnTo>
                    <a:pt x="5840150" y="449115"/>
                  </a:lnTo>
                  <a:lnTo>
                    <a:pt x="5840307" y="449115"/>
                  </a:lnTo>
                  <a:lnTo>
                    <a:pt x="5840465" y="449115"/>
                  </a:lnTo>
                  <a:lnTo>
                    <a:pt x="5840623" y="449115"/>
                  </a:lnTo>
                  <a:lnTo>
                    <a:pt x="5840623" y="448685"/>
                  </a:lnTo>
                  <a:lnTo>
                    <a:pt x="5840780" y="448685"/>
                  </a:lnTo>
                  <a:lnTo>
                    <a:pt x="5840780" y="448254"/>
                  </a:lnTo>
                  <a:lnTo>
                    <a:pt x="5840938" y="448254"/>
                  </a:lnTo>
                  <a:lnTo>
                    <a:pt x="5841096" y="448254"/>
                  </a:lnTo>
                  <a:lnTo>
                    <a:pt x="5841254" y="448254"/>
                  </a:lnTo>
                  <a:lnTo>
                    <a:pt x="5841411" y="448254"/>
                  </a:lnTo>
                  <a:lnTo>
                    <a:pt x="5841411" y="447824"/>
                  </a:lnTo>
                  <a:lnTo>
                    <a:pt x="5841569" y="447824"/>
                  </a:lnTo>
                  <a:lnTo>
                    <a:pt x="5841727" y="447824"/>
                  </a:lnTo>
                  <a:lnTo>
                    <a:pt x="5841885" y="447824"/>
                  </a:lnTo>
                  <a:lnTo>
                    <a:pt x="5842042" y="447824"/>
                  </a:lnTo>
                  <a:lnTo>
                    <a:pt x="5842200" y="447824"/>
                  </a:lnTo>
                  <a:lnTo>
                    <a:pt x="5842358" y="447824"/>
                  </a:lnTo>
                  <a:lnTo>
                    <a:pt x="5842515" y="447824"/>
                  </a:lnTo>
                  <a:lnTo>
                    <a:pt x="5842673" y="447824"/>
                  </a:lnTo>
                  <a:lnTo>
                    <a:pt x="5842673" y="447393"/>
                  </a:lnTo>
                  <a:lnTo>
                    <a:pt x="5842831" y="447393"/>
                  </a:lnTo>
                  <a:lnTo>
                    <a:pt x="5842989" y="447393"/>
                  </a:lnTo>
                  <a:lnTo>
                    <a:pt x="5843146" y="447393"/>
                  </a:lnTo>
                  <a:lnTo>
                    <a:pt x="5843304" y="447393"/>
                  </a:lnTo>
                  <a:lnTo>
                    <a:pt x="5843462" y="447393"/>
                  </a:lnTo>
                  <a:lnTo>
                    <a:pt x="5843619" y="447393"/>
                  </a:lnTo>
                  <a:lnTo>
                    <a:pt x="5843777" y="447393"/>
                  </a:lnTo>
                  <a:lnTo>
                    <a:pt x="5843777" y="446962"/>
                  </a:lnTo>
                  <a:lnTo>
                    <a:pt x="5843935" y="446962"/>
                  </a:lnTo>
                  <a:lnTo>
                    <a:pt x="5844093" y="446962"/>
                  </a:lnTo>
                  <a:lnTo>
                    <a:pt x="5844250" y="446962"/>
                  </a:lnTo>
                  <a:lnTo>
                    <a:pt x="5844408" y="446962"/>
                  </a:lnTo>
                  <a:lnTo>
                    <a:pt x="5844566" y="446962"/>
                  </a:lnTo>
                  <a:lnTo>
                    <a:pt x="5844723" y="446962"/>
                  </a:lnTo>
                  <a:lnTo>
                    <a:pt x="5844881" y="446962"/>
                  </a:lnTo>
                  <a:lnTo>
                    <a:pt x="5845039" y="446962"/>
                  </a:lnTo>
                  <a:lnTo>
                    <a:pt x="5845197" y="446962"/>
                  </a:lnTo>
                  <a:lnTo>
                    <a:pt x="5845354" y="446962"/>
                  </a:lnTo>
                  <a:lnTo>
                    <a:pt x="5845354" y="446532"/>
                  </a:lnTo>
                  <a:lnTo>
                    <a:pt x="5845512" y="446532"/>
                  </a:lnTo>
                  <a:lnTo>
                    <a:pt x="5845670" y="446532"/>
                  </a:lnTo>
                  <a:lnTo>
                    <a:pt x="5845827" y="446532"/>
                  </a:lnTo>
                  <a:lnTo>
                    <a:pt x="5845985" y="446532"/>
                  </a:lnTo>
                  <a:lnTo>
                    <a:pt x="5846143" y="446532"/>
                  </a:lnTo>
                  <a:lnTo>
                    <a:pt x="5846301" y="446532"/>
                  </a:lnTo>
                  <a:lnTo>
                    <a:pt x="5846458" y="446532"/>
                  </a:lnTo>
                  <a:lnTo>
                    <a:pt x="5846616" y="446532"/>
                  </a:lnTo>
                  <a:lnTo>
                    <a:pt x="5846774" y="446532"/>
                  </a:lnTo>
                  <a:lnTo>
                    <a:pt x="5846774" y="446101"/>
                  </a:lnTo>
                  <a:lnTo>
                    <a:pt x="5846932" y="446101"/>
                  </a:lnTo>
                  <a:lnTo>
                    <a:pt x="5847089" y="446101"/>
                  </a:lnTo>
                  <a:lnTo>
                    <a:pt x="5847089" y="445671"/>
                  </a:lnTo>
                  <a:lnTo>
                    <a:pt x="5847247" y="445671"/>
                  </a:lnTo>
                  <a:lnTo>
                    <a:pt x="5847247" y="445240"/>
                  </a:lnTo>
                  <a:lnTo>
                    <a:pt x="5847405" y="445240"/>
                  </a:lnTo>
                  <a:lnTo>
                    <a:pt x="5847562" y="445240"/>
                  </a:lnTo>
                  <a:lnTo>
                    <a:pt x="5847562" y="444809"/>
                  </a:lnTo>
                  <a:lnTo>
                    <a:pt x="5847720" y="444809"/>
                  </a:lnTo>
                  <a:lnTo>
                    <a:pt x="5847878" y="444809"/>
                  </a:lnTo>
                  <a:lnTo>
                    <a:pt x="5848036" y="444809"/>
                  </a:lnTo>
                  <a:lnTo>
                    <a:pt x="5848036" y="444379"/>
                  </a:lnTo>
                  <a:lnTo>
                    <a:pt x="5848193" y="444379"/>
                  </a:lnTo>
                  <a:lnTo>
                    <a:pt x="5848351" y="444379"/>
                  </a:lnTo>
                  <a:lnTo>
                    <a:pt x="5848351" y="443948"/>
                  </a:lnTo>
                  <a:lnTo>
                    <a:pt x="5848509" y="443948"/>
                  </a:lnTo>
                  <a:lnTo>
                    <a:pt x="5848666" y="443948"/>
                  </a:lnTo>
                  <a:lnTo>
                    <a:pt x="5848824" y="443948"/>
                  </a:lnTo>
                  <a:lnTo>
                    <a:pt x="5848982" y="443948"/>
                  </a:lnTo>
                  <a:lnTo>
                    <a:pt x="5849140" y="443948"/>
                  </a:lnTo>
                  <a:lnTo>
                    <a:pt x="5849297" y="443948"/>
                  </a:lnTo>
                  <a:lnTo>
                    <a:pt x="5849455" y="443948"/>
                  </a:lnTo>
                  <a:lnTo>
                    <a:pt x="5849613" y="443948"/>
                  </a:lnTo>
                  <a:lnTo>
                    <a:pt x="5849770" y="443948"/>
                  </a:lnTo>
                  <a:lnTo>
                    <a:pt x="5849928" y="443948"/>
                  </a:lnTo>
                  <a:lnTo>
                    <a:pt x="5850086" y="443948"/>
                  </a:lnTo>
                  <a:lnTo>
                    <a:pt x="5850244" y="443948"/>
                  </a:lnTo>
                  <a:lnTo>
                    <a:pt x="5850401" y="443948"/>
                  </a:lnTo>
                  <a:lnTo>
                    <a:pt x="5850559" y="443948"/>
                  </a:lnTo>
                  <a:lnTo>
                    <a:pt x="5850559" y="443518"/>
                  </a:lnTo>
                  <a:lnTo>
                    <a:pt x="5850717" y="443518"/>
                  </a:lnTo>
                  <a:lnTo>
                    <a:pt x="5850717" y="443087"/>
                  </a:lnTo>
                  <a:lnTo>
                    <a:pt x="5850874" y="443087"/>
                  </a:lnTo>
                  <a:lnTo>
                    <a:pt x="5851032" y="443087"/>
                  </a:lnTo>
                  <a:lnTo>
                    <a:pt x="5851190" y="443087"/>
                  </a:lnTo>
                  <a:lnTo>
                    <a:pt x="5851348" y="443087"/>
                  </a:lnTo>
                  <a:lnTo>
                    <a:pt x="5851505" y="443087"/>
                  </a:lnTo>
                  <a:lnTo>
                    <a:pt x="5851663" y="443087"/>
                  </a:lnTo>
                  <a:lnTo>
                    <a:pt x="5851821" y="443087"/>
                  </a:lnTo>
                  <a:lnTo>
                    <a:pt x="5851978" y="443087"/>
                  </a:lnTo>
                  <a:lnTo>
                    <a:pt x="5852136" y="443087"/>
                  </a:lnTo>
                  <a:lnTo>
                    <a:pt x="5852294" y="443087"/>
                  </a:lnTo>
                  <a:lnTo>
                    <a:pt x="5852452" y="443087"/>
                  </a:lnTo>
                  <a:lnTo>
                    <a:pt x="5852609" y="443087"/>
                  </a:lnTo>
                  <a:lnTo>
                    <a:pt x="5852767" y="443087"/>
                  </a:lnTo>
                  <a:lnTo>
                    <a:pt x="5852925" y="443087"/>
                  </a:lnTo>
                  <a:lnTo>
                    <a:pt x="5853083" y="443087"/>
                  </a:lnTo>
                  <a:lnTo>
                    <a:pt x="5853240" y="443087"/>
                  </a:lnTo>
                  <a:lnTo>
                    <a:pt x="5853398" y="443087"/>
                  </a:lnTo>
                  <a:lnTo>
                    <a:pt x="5853556" y="443087"/>
                  </a:lnTo>
                  <a:lnTo>
                    <a:pt x="5853713" y="443087"/>
                  </a:lnTo>
                  <a:lnTo>
                    <a:pt x="5853871" y="443087"/>
                  </a:lnTo>
                  <a:lnTo>
                    <a:pt x="5854029" y="443087"/>
                  </a:lnTo>
                  <a:lnTo>
                    <a:pt x="5854029" y="442656"/>
                  </a:lnTo>
                  <a:lnTo>
                    <a:pt x="5854187" y="442656"/>
                  </a:lnTo>
                  <a:lnTo>
                    <a:pt x="5854344" y="442656"/>
                  </a:lnTo>
                  <a:lnTo>
                    <a:pt x="5854502" y="442656"/>
                  </a:lnTo>
                  <a:lnTo>
                    <a:pt x="5854660" y="442656"/>
                  </a:lnTo>
                  <a:lnTo>
                    <a:pt x="5854817" y="442656"/>
                  </a:lnTo>
                  <a:lnTo>
                    <a:pt x="5854975" y="442656"/>
                  </a:lnTo>
                  <a:lnTo>
                    <a:pt x="5855133" y="442656"/>
                  </a:lnTo>
                  <a:lnTo>
                    <a:pt x="5855291" y="442656"/>
                  </a:lnTo>
                  <a:lnTo>
                    <a:pt x="5855448" y="442656"/>
                  </a:lnTo>
                  <a:lnTo>
                    <a:pt x="5855606" y="442656"/>
                  </a:lnTo>
                  <a:lnTo>
                    <a:pt x="5855764" y="442656"/>
                  </a:lnTo>
                  <a:lnTo>
                    <a:pt x="5855921" y="442656"/>
                  </a:lnTo>
                  <a:lnTo>
                    <a:pt x="5856079" y="442656"/>
                  </a:lnTo>
                  <a:lnTo>
                    <a:pt x="5856237" y="442656"/>
                  </a:lnTo>
                  <a:lnTo>
                    <a:pt x="5856395" y="442656"/>
                  </a:lnTo>
                  <a:lnTo>
                    <a:pt x="5856552" y="442656"/>
                  </a:lnTo>
                  <a:lnTo>
                    <a:pt x="5856710" y="442656"/>
                  </a:lnTo>
                  <a:lnTo>
                    <a:pt x="5856868" y="442656"/>
                  </a:lnTo>
                  <a:lnTo>
                    <a:pt x="5857025" y="442656"/>
                  </a:lnTo>
                  <a:lnTo>
                    <a:pt x="5857183" y="442656"/>
                  </a:lnTo>
                  <a:lnTo>
                    <a:pt x="5857341" y="442656"/>
                  </a:lnTo>
                  <a:lnTo>
                    <a:pt x="5857499" y="442656"/>
                  </a:lnTo>
                  <a:lnTo>
                    <a:pt x="5857656" y="442656"/>
                  </a:lnTo>
                  <a:lnTo>
                    <a:pt x="5857814" y="442656"/>
                  </a:lnTo>
                  <a:lnTo>
                    <a:pt x="5857972" y="442656"/>
                  </a:lnTo>
                  <a:lnTo>
                    <a:pt x="5858130" y="442656"/>
                  </a:lnTo>
                  <a:lnTo>
                    <a:pt x="5858287" y="442656"/>
                  </a:lnTo>
                  <a:lnTo>
                    <a:pt x="5858445" y="442656"/>
                  </a:lnTo>
                  <a:lnTo>
                    <a:pt x="5858603" y="442656"/>
                  </a:lnTo>
                  <a:lnTo>
                    <a:pt x="5858760" y="442656"/>
                  </a:lnTo>
                  <a:lnTo>
                    <a:pt x="5858918" y="442656"/>
                  </a:lnTo>
                  <a:lnTo>
                    <a:pt x="5858918" y="442226"/>
                  </a:lnTo>
                  <a:lnTo>
                    <a:pt x="5859076" y="442226"/>
                  </a:lnTo>
                  <a:lnTo>
                    <a:pt x="5859234" y="442226"/>
                  </a:lnTo>
                  <a:lnTo>
                    <a:pt x="5859391" y="442226"/>
                  </a:lnTo>
                  <a:lnTo>
                    <a:pt x="5859391" y="441795"/>
                  </a:lnTo>
                  <a:lnTo>
                    <a:pt x="5859549" y="441795"/>
                  </a:lnTo>
                  <a:lnTo>
                    <a:pt x="5859707" y="441795"/>
                  </a:lnTo>
                  <a:lnTo>
                    <a:pt x="5859864" y="441795"/>
                  </a:lnTo>
                  <a:lnTo>
                    <a:pt x="5860022" y="441795"/>
                  </a:lnTo>
                  <a:lnTo>
                    <a:pt x="5860022" y="441365"/>
                  </a:lnTo>
                  <a:lnTo>
                    <a:pt x="5860022" y="440934"/>
                  </a:lnTo>
                  <a:lnTo>
                    <a:pt x="5860180" y="440934"/>
                  </a:lnTo>
                  <a:lnTo>
                    <a:pt x="5860338" y="440934"/>
                  </a:lnTo>
                  <a:lnTo>
                    <a:pt x="5860338" y="440503"/>
                  </a:lnTo>
                  <a:lnTo>
                    <a:pt x="5860495" y="440503"/>
                  </a:lnTo>
                  <a:lnTo>
                    <a:pt x="5860653" y="440503"/>
                  </a:lnTo>
                  <a:lnTo>
                    <a:pt x="5860811" y="440503"/>
                  </a:lnTo>
                  <a:lnTo>
                    <a:pt x="5860968" y="440503"/>
                  </a:lnTo>
                  <a:lnTo>
                    <a:pt x="5861126" y="440503"/>
                  </a:lnTo>
                  <a:lnTo>
                    <a:pt x="5861284" y="440503"/>
                  </a:lnTo>
                  <a:lnTo>
                    <a:pt x="5861442" y="440503"/>
                  </a:lnTo>
                  <a:lnTo>
                    <a:pt x="5861599" y="440503"/>
                  </a:lnTo>
                  <a:lnTo>
                    <a:pt x="5861757" y="440503"/>
                  </a:lnTo>
                  <a:lnTo>
                    <a:pt x="5861915" y="440503"/>
                  </a:lnTo>
                  <a:lnTo>
                    <a:pt x="5862072" y="440503"/>
                  </a:lnTo>
                  <a:lnTo>
                    <a:pt x="5862230" y="440503"/>
                  </a:lnTo>
                  <a:lnTo>
                    <a:pt x="5862388" y="440503"/>
                  </a:lnTo>
                  <a:lnTo>
                    <a:pt x="5862546" y="440503"/>
                  </a:lnTo>
                  <a:lnTo>
                    <a:pt x="5862703" y="440503"/>
                  </a:lnTo>
                  <a:lnTo>
                    <a:pt x="5862861" y="440503"/>
                  </a:lnTo>
                  <a:lnTo>
                    <a:pt x="5863019" y="440503"/>
                  </a:lnTo>
                  <a:lnTo>
                    <a:pt x="5863176" y="440503"/>
                  </a:lnTo>
                  <a:lnTo>
                    <a:pt x="5863334" y="440503"/>
                  </a:lnTo>
                  <a:lnTo>
                    <a:pt x="5863492" y="440503"/>
                  </a:lnTo>
                  <a:lnTo>
                    <a:pt x="5863492" y="440073"/>
                  </a:lnTo>
                  <a:lnTo>
                    <a:pt x="5863650" y="440073"/>
                  </a:lnTo>
                  <a:lnTo>
                    <a:pt x="5863807" y="440073"/>
                  </a:lnTo>
                  <a:lnTo>
                    <a:pt x="5863807" y="439642"/>
                  </a:lnTo>
                  <a:lnTo>
                    <a:pt x="5863965" y="439642"/>
                  </a:lnTo>
                  <a:lnTo>
                    <a:pt x="5864123" y="439642"/>
                  </a:lnTo>
                  <a:lnTo>
                    <a:pt x="5864123" y="439212"/>
                  </a:lnTo>
                  <a:lnTo>
                    <a:pt x="5864281" y="439212"/>
                  </a:lnTo>
                  <a:lnTo>
                    <a:pt x="5864281" y="438781"/>
                  </a:lnTo>
                  <a:lnTo>
                    <a:pt x="5864438" y="438781"/>
                  </a:lnTo>
                  <a:lnTo>
                    <a:pt x="5864596" y="438781"/>
                  </a:lnTo>
                  <a:lnTo>
                    <a:pt x="5864596" y="438350"/>
                  </a:lnTo>
                  <a:lnTo>
                    <a:pt x="5864754" y="438350"/>
                  </a:lnTo>
                  <a:lnTo>
                    <a:pt x="5864911" y="438350"/>
                  </a:lnTo>
                  <a:lnTo>
                    <a:pt x="5865069" y="438350"/>
                  </a:lnTo>
                  <a:lnTo>
                    <a:pt x="5865227" y="438350"/>
                  </a:lnTo>
                  <a:lnTo>
                    <a:pt x="5865385" y="438350"/>
                  </a:lnTo>
                  <a:lnTo>
                    <a:pt x="5865542" y="438350"/>
                  </a:lnTo>
                  <a:lnTo>
                    <a:pt x="5865700" y="438350"/>
                  </a:lnTo>
                  <a:lnTo>
                    <a:pt x="5865858" y="438350"/>
                  </a:lnTo>
                  <a:lnTo>
                    <a:pt x="5866015" y="438350"/>
                  </a:lnTo>
                  <a:lnTo>
                    <a:pt x="5866173" y="438350"/>
                  </a:lnTo>
                  <a:lnTo>
                    <a:pt x="5866331" y="438350"/>
                  </a:lnTo>
                  <a:lnTo>
                    <a:pt x="5866489" y="438350"/>
                  </a:lnTo>
                  <a:lnTo>
                    <a:pt x="5866646" y="438350"/>
                  </a:lnTo>
                  <a:lnTo>
                    <a:pt x="5866804" y="438350"/>
                  </a:lnTo>
                  <a:lnTo>
                    <a:pt x="5866962" y="438350"/>
                  </a:lnTo>
                  <a:lnTo>
                    <a:pt x="5867119" y="438350"/>
                  </a:lnTo>
                  <a:lnTo>
                    <a:pt x="5867277" y="438350"/>
                  </a:lnTo>
                  <a:lnTo>
                    <a:pt x="5867435" y="438350"/>
                  </a:lnTo>
                  <a:lnTo>
                    <a:pt x="5867593" y="438350"/>
                  </a:lnTo>
                  <a:lnTo>
                    <a:pt x="5867750" y="438350"/>
                  </a:lnTo>
                  <a:lnTo>
                    <a:pt x="5867908" y="438350"/>
                  </a:lnTo>
                  <a:lnTo>
                    <a:pt x="5868066" y="438350"/>
                  </a:lnTo>
                  <a:lnTo>
                    <a:pt x="5868223" y="438350"/>
                  </a:lnTo>
                  <a:lnTo>
                    <a:pt x="5868381" y="438350"/>
                  </a:lnTo>
                  <a:lnTo>
                    <a:pt x="5868539" y="438350"/>
                  </a:lnTo>
                  <a:lnTo>
                    <a:pt x="5868697" y="438350"/>
                  </a:lnTo>
                  <a:lnTo>
                    <a:pt x="5868854" y="438350"/>
                  </a:lnTo>
                  <a:lnTo>
                    <a:pt x="5869012" y="438350"/>
                  </a:lnTo>
                  <a:lnTo>
                    <a:pt x="5869170" y="438350"/>
                  </a:lnTo>
                  <a:lnTo>
                    <a:pt x="5869328" y="438350"/>
                  </a:lnTo>
                  <a:lnTo>
                    <a:pt x="5869485" y="438350"/>
                  </a:lnTo>
                  <a:lnTo>
                    <a:pt x="5869643" y="438350"/>
                  </a:lnTo>
                  <a:lnTo>
                    <a:pt x="5869801" y="438350"/>
                  </a:lnTo>
                  <a:lnTo>
                    <a:pt x="5869958" y="438350"/>
                  </a:lnTo>
                  <a:lnTo>
                    <a:pt x="5870116" y="438350"/>
                  </a:lnTo>
                  <a:lnTo>
                    <a:pt x="5870274" y="438350"/>
                  </a:lnTo>
                  <a:lnTo>
                    <a:pt x="5870274" y="437920"/>
                  </a:lnTo>
                  <a:lnTo>
                    <a:pt x="5870432" y="437920"/>
                  </a:lnTo>
                  <a:lnTo>
                    <a:pt x="5870589" y="437920"/>
                  </a:lnTo>
                  <a:lnTo>
                    <a:pt x="5870589" y="437489"/>
                  </a:lnTo>
                  <a:lnTo>
                    <a:pt x="5870747" y="437489"/>
                  </a:lnTo>
                  <a:lnTo>
                    <a:pt x="5870905" y="437489"/>
                  </a:lnTo>
                  <a:lnTo>
                    <a:pt x="5871062" y="437489"/>
                  </a:lnTo>
                  <a:lnTo>
                    <a:pt x="5871220" y="437489"/>
                  </a:lnTo>
                  <a:lnTo>
                    <a:pt x="5871378" y="437489"/>
                  </a:lnTo>
                  <a:lnTo>
                    <a:pt x="5871536" y="437489"/>
                  </a:lnTo>
                  <a:lnTo>
                    <a:pt x="5871693" y="437489"/>
                  </a:lnTo>
                  <a:lnTo>
                    <a:pt x="5871851" y="437489"/>
                  </a:lnTo>
                  <a:lnTo>
                    <a:pt x="5872009" y="437489"/>
                  </a:lnTo>
                  <a:lnTo>
                    <a:pt x="5872166" y="437489"/>
                  </a:lnTo>
                  <a:lnTo>
                    <a:pt x="5872324" y="437489"/>
                  </a:lnTo>
                  <a:lnTo>
                    <a:pt x="5872482" y="437489"/>
                  </a:lnTo>
                  <a:lnTo>
                    <a:pt x="5872640" y="437489"/>
                  </a:lnTo>
                  <a:lnTo>
                    <a:pt x="5872640" y="437059"/>
                  </a:lnTo>
                  <a:lnTo>
                    <a:pt x="5872797" y="437059"/>
                  </a:lnTo>
                  <a:lnTo>
                    <a:pt x="5872797" y="436628"/>
                  </a:lnTo>
                  <a:lnTo>
                    <a:pt x="5872955" y="436628"/>
                  </a:lnTo>
                  <a:lnTo>
                    <a:pt x="5873113" y="436628"/>
                  </a:lnTo>
                  <a:lnTo>
                    <a:pt x="5873270" y="436628"/>
                  </a:lnTo>
                  <a:lnTo>
                    <a:pt x="5873428" y="436628"/>
                  </a:lnTo>
                  <a:lnTo>
                    <a:pt x="5873586" y="436628"/>
                  </a:lnTo>
                  <a:lnTo>
                    <a:pt x="5873744" y="436628"/>
                  </a:lnTo>
                  <a:lnTo>
                    <a:pt x="5873901" y="436628"/>
                  </a:lnTo>
                  <a:lnTo>
                    <a:pt x="5874059" y="436628"/>
                  </a:lnTo>
                  <a:lnTo>
                    <a:pt x="5874217" y="436628"/>
                  </a:lnTo>
                  <a:lnTo>
                    <a:pt x="5874217" y="436197"/>
                  </a:lnTo>
                  <a:lnTo>
                    <a:pt x="5874374" y="436197"/>
                  </a:lnTo>
                  <a:lnTo>
                    <a:pt x="5874532" y="436197"/>
                  </a:lnTo>
                  <a:lnTo>
                    <a:pt x="5874690" y="436197"/>
                  </a:lnTo>
                  <a:lnTo>
                    <a:pt x="5874848" y="436197"/>
                  </a:lnTo>
                  <a:lnTo>
                    <a:pt x="5875005" y="436197"/>
                  </a:lnTo>
                  <a:lnTo>
                    <a:pt x="5875163" y="436197"/>
                  </a:lnTo>
                  <a:lnTo>
                    <a:pt x="5875163" y="435767"/>
                  </a:lnTo>
                  <a:lnTo>
                    <a:pt x="5875321" y="435767"/>
                  </a:lnTo>
                  <a:lnTo>
                    <a:pt x="5875479" y="435767"/>
                  </a:lnTo>
                  <a:lnTo>
                    <a:pt x="5875636" y="435767"/>
                  </a:lnTo>
                  <a:lnTo>
                    <a:pt x="5875794" y="435767"/>
                  </a:lnTo>
                  <a:lnTo>
                    <a:pt x="5875952" y="435767"/>
                  </a:lnTo>
                  <a:lnTo>
                    <a:pt x="5876109" y="435767"/>
                  </a:lnTo>
                  <a:lnTo>
                    <a:pt x="5876267" y="435767"/>
                  </a:lnTo>
                  <a:lnTo>
                    <a:pt x="5876425" y="435767"/>
                  </a:lnTo>
                  <a:lnTo>
                    <a:pt x="5876583" y="435767"/>
                  </a:lnTo>
                  <a:lnTo>
                    <a:pt x="5876740" y="435767"/>
                  </a:lnTo>
                  <a:lnTo>
                    <a:pt x="5876898" y="435767"/>
                  </a:lnTo>
                  <a:lnTo>
                    <a:pt x="5877056" y="435767"/>
                  </a:lnTo>
                  <a:lnTo>
                    <a:pt x="5877213" y="435767"/>
                  </a:lnTo>
                  <a:lnTo>
                    <a:pt x="5877213" y="435336"/>
                  </a:lnTo>
                  <a:lnTo>
                    <a:pt x="5877371" y="435336"/>
                  </a:lnTo>
                  <a:lnTo>
                    <a:pt x="5877529" y="435336"/>
                  </a:lnTo>
                  <a:lnTo>
                    <a:pt x="5877687" y="435336"/>
                  </a:lnTo>
                  <a:lnTo>
                    <a:pt x="5877687" y="434906"/>
                  </a:lnTo>
                  <a:lnTo>
                    <a:pt x="5877687" y="434475"/>
                  </a:lnTo>
                  <a:lnTo>
                    <a:pt x="5877844" y="434475"/>
                  </a:lnTo>
                  <a:lnTo>
                    <a:pt x="5877844" y="434044"/>
                  </a:lnTo>
                  <a:lnTo>
                    <a:pt x="5878002" y="434044"/>
                  </a:lnTo>
                  <a:lnTo>
                    <a:pt x="5878160" y="434044"/>
                  </a:lnTo>
                  <a:lnTo>
                    <a:pt x="5878317" y="434044"/>
                  </a:lnTo>
                  <a:lnTo>
                    <a:pt x="5878475" y="434044"/>
                  </a:lnTo>
                  <a:lnTo>
                    <a:pt x="5878633" y="434044"/>
                  </a:lnTo>
                  <a:lnTo>
                    <a:pt x="5878791" y="434044"/>
                  </a:lnTo>
                  <a:lnTo>
                    <a:pt x="5878791" y="433614"/>
                  </a:lnTo>
                  <a:lnTo>
                    <a:pt x="5878948" y="433614"/>
                  </a:lnTo>
                  <a:lnTo>
                    <a:pt x="5879106" y="433614"/>
                  </a:lnTo>
                  <a:lnTo>
                    <a:pt x="5879264" y="433614"/>
                  </a:lnTo>
                  <a:lnTo>
                    <a:pt x="5879421" y="433614"/>
                  </a:lnTo>
                  <a:lnTo>
                    <a:pt x="5879579" y="433614"/>
                  </a:lnTo>
                  <a:lnTo>
                    <a:pt x="5879579" y="433183"/>
                  </a:lnTo>
                  <a:lnTo>
                    <a:pt x="5879737" y="433183"/>
                  </a:lnTo>
                  <a:lnTo>
                    <a:pt x="5879895" y="433183"/>
                  </a:lnTo>
                  <a:lnTo>
                    <a:pt x="5880052" y="433183"/>
                  </a:lnTo>
                  <a:lnTo>
                    <a:pt x="5880210" y="433183"/>
                  </a:lnTo>
                  <a:lnTo>
                    <a:pt x="5880368" y="433183"/>
                  </a:lnTo>
                  <a:lnTo>
                    <a:pt x="5880526" y="433183"/>
                  </a:lnTo>
                  <a:lnTo>
                    <a:pt x="5880683" y="433183"/>
                  </a:lnTo>
                  <a:lnTo>
                    <a:pt x="5880683" y="432753"/>
                  </a:lnTo>
                  <a:lnTo>
                    <a:pt x="5880841" y="432753"/>
                  </a:lnTo>
                  <a:lnTo>
                    <a:pt x="5880999" y="432753"/>
                  </a:lnTo>
                  <a:lnTo>
                    <a:pt x="5880999" y="432322"/>
                  </a:lnTo>
                  <a:lnTo>
                    <a:pt x="5881156" y="432322"/>
                  </a:lnTo>
                  <a:lnTo>
                    <a:pt x="5881314" y="432322"/>
                  </a:lnTo>
                  <a:lnTo>
                    <a:pt x="5881472" y="432322"/>
                  </a:lnTo>
                  <a:lnTo>
                    <a:pt x="5881630" y="432322"/>
                  </a:lnTo>
                  <a:lnTo>
                    <a:pt x="5881787" y="432322"/>
                  </a:lnTo>
                  <a:lnTo>
                    <a:pt x="5881945" y="432322"/>
                  </a:lnTo>
                  <a:lnTo>
                    <a:pt x="5882103" y="432322"/>
                  </a:lnTo>
                  <a:lnTo>
                    <a:pt x="5882260" y="432322"/>
                  </a:lnTo>
                  <a:lnTo>
                    <a:pt x="5882418" y="432322"/>
                  </a:lnTo>
                  <a:lnTo>
                    <a:pt x="5882576" y="432322"/>
                  </a:lnTo>
                  <a:lnTo>
                    <a:pt x="5882576" y="431891"/>
                  </a:lnTo>
                  <a:lnTo>
                    <a:pt x="5882734" y="431891"/>
                  </a:lnTo>
                  <a:lnTo>
                    <a:pt x="5882891" y="431891"/>
                  </a:lnTo>
                  <a:lnTo>
                    <a:pt x="5883049" y="431891"/>
                  </a:lnTo>
                  <a:lnTo>
                    <a:pt x="5883207" y="431891"/>
                  </a:lnTo>
                  <a:lnTo>
                    <a:pt x="5883364" y="431891"/>
                  </a:lnTo>
                  <a:lnTo>
                    <a:pt x="5883522" y="431891"/>
                  </a:lnTo>
                  <a:lnTo>
                    <a:pt x="5883680" y="431891"/>
                  </a:lnTo>
                  <a:lnTo>
                    <a:pt x="5883838" y="431891"/>
                  </a:lnTo>
                  <a:lnTo>
                    <a:pt x="5883995" y="431891"/>
                  </a:lnTo>
                  <a:lnTo>
                    <a:pt x="5884153" y="431891"/>
                  </a:lnTo>
                  <a:lnTo>
                    <a:pt x="5884311" y="431891"/>
                  </a:lnTo>
                  <a:lnTo>
                    <a:pt x="5884468" y="431891"/>
                  </a:lnTo>
                  <a:lnTo>
                    <a:pt x="5884626" y="431891"/>
                  </a:lnTo>
                  <a:lnTo>
                    <a:pt x="5884784" y="431891"/>
                  </a:lnTo>
                  <a:lnTo>
                    <a:pt x="5884942" y="431891"/>
                  </a:lnTo>
                  <a:lnTo>
                    <a:pt x="5885099" y="431891"/>
                  </a:lnTo>
                  <a:lnTo>
                    <a:pt x="5885099" y="431461"/>
                  </a:lnTo>
                  <a:lnTo>
                    <a:pt x="5885257" y="431461"/>
                  </a:lnTo>
                  <a:lnTo>
                    <a:pt x="5885415" y="431461"/>
                  </a:lnTo>
                  <a:lnTo>
                    <a:pt x="5885572" y="431461"/>
                  </a:lnTo>
                  <a:lnTo>
                    <a:pt x="5885730" y="431461"/>
                  </a:lnTo>
                  <a:lnTo>
                    <a:pt x="5885888" y="431461"/>
                  </a:lnTo>
                  <a:lnTo>
                    <a:pt x="5886046" y="431461"/>
                  </a:lnTo>
                  <a:lnTo>
                    <a:pt x="5886203" y="431461"/>
                  </a:lnTo>
                  <a:lnTo>
                    <a:pt x="5886361" y="431461"/>
                  </a:lnTo>
                  <a:lnTo>
                    <a:pt x="5886519" y="431461"/>
                  </a:lnTo>
                  <a:lnTo>
                    <a:pt x="5886677" y="431461"/>
                  </a:lnTo>
                  <a:lnTo>
                    <a:pt x="5886677" y="431030"/>
                  </a:lnTo>
                  <a:lnTo>
                    <a:pt x="5886834" y="431030"/>
                  </a:lnTo>
                  <a:lnTo>
                    <a:pt x="5886992" y="431030"/>
                  </a:lnTo>
                  <a:lnTo>
                    <a:pt x="5887150" y="431030"/>
                  </a:lnTo>
                  <a:lnTo>
                    <a:pt x="5887307" y="431030"/>
                  </a:lnTo>
                  <a:lnTo>
                    <a:pt x="5887465" y="431030"/>
                  </a:lnTo>
                  <a:lnTo>
                    <a:pt x="5887623" y="431030"/>
                  </a:lnTo>
                  <a:lnTo>
                    <a:pt x="5887781" y="431030"/>
                  </a:lnTo>
                  <a:lnTo>
                    <a:pt x="5887938" y="431030"/>
                  </a:lnTo>
                  <a:lnTo>
                    <a:pt x="5888096" y="431030"/>
                  </a:lnTo>
                  <a:lnTo>
                    <a:pt x="5888254" y="431030"/>
                  </a:lnTo>
                  <a:lnTo>
                    <a:pt x="5888411" y="431030"/>
                  </a:lnTo>
                  <a:lnTo>
                    <a:pt x="5888569" y="431030"/>
                  </a:lnTo>
                  <a:lnTo>
                    <a:pt x="5888727" y="431030"/>
                  </a:lnTo>
                  <a:lnTo>
                    <a:pt x="5888885" y="431030"/>
                  </a:lnTo>
                  <a:lnTo>
                    <a:pt x="5889042" y="431030"/>
                  </a:lnTo>
                  <a:lnTo>
                    <a:pt x="5889200" y="431030"/>
                  </a:lnTo>
                  <a:lnTo>
                    <a:pt x="5889358" y="431030"/>
                  </a:lnTo>
                  <a:lnTo>
                    <a:pt x="5889515" y="431030"/>
                  </a:lnTo>
                  <a:lnTo>
                    <a:pt x="5889673" y="431030"/>
                  </a:lnTo>
                  <a:lnTo>
                    <a:pt x="5889831" y="431030"/>
                  </a:lnTo>
                  <a:lnTo>
                    <a:pt x="5889989" y="431030"/>
                  </a:lnTo>
                  <a:lnTo>
                    <a:pt x="5890146" y="431030"/>
                  </a:lnTo>
                  <a:lnTo>
                    <a:pt x="5890304" y="431030"/>
                  </a:lnTo>
                  <a:lnTo>
                    <a:pt x="5890462" y="431030"/>
                  </a:lnTo>
                  <a:lnTo>
                    <a:pt x="5890619" y="431030"/>
                  </a:lnTo>
                  <a:lnTo>
                    <a:pt x="5890777" y="431030"/>
                  </a:lnTo>
                  <a:lnTo>
                    <a:pt x="5890935" y="431030"/>
                  </a:lnTo>
                  <a:lnTo>
                    <a:pt x="5890935" y="430600"/>
                  </a:lnTo>
                  <a:lnTo>
                    <a:pt x="5891093" y="430600"/>
                  </a:lnTo>
                  <a:lnTo>
                    <a:pt x="5891250" y="430600"/>
                  </a:lnTo>
                  <a:lnTo>
                    <a:pt x="5891408" y="430600"/>
                  </a:lnTo>
                  <a:lnTo>
                    <a:pt x="5891566" y="430600"/>
                  </a:lnTo>
                  <a:lnTo>
                    <a:pt x="5891724" y="430600"/>
                  </a:lnTo>
                  <a:lnTo>
                    <a:pt x="5891881" y="430600"/>
                  </a:lnTo>
                  <a:lnTo>
                    <a:pt x="5891881" y="430169"/>
                  </a:lnTo>
                  <a:lnTo>
                    <a:pt x="5892039" y="430169"/>
                  </a:lnTo>
                  <a:lnTo>
                    <a:pt x="5892197" y="430169"/>
                  </a:lnTo>
                  <a:lnTo>
                    <a:pt x="5892354" y="430169"/>
                  </a:lnTo>
                  <a:lnTo>
                    <a:pt x="5892512" y="430169"/>
                  </a:lnTo>
                  <a:lnTo>
                    <a:pt x="5892670" y="430169"/>
                  </a:lnTo>
                  <a:lnTo>
                    <a:pt x="5892670" y="429738"/>
                  </a:lnTo>
                  <a:lnTo>
                    <a:pt x="5892828" y="429738"/>
                  </a:lnTo>
                  <a:lnTo>
                    <a:pt x="5892985" y="429738"/>
                  </a:lnTo>
                  <a:lnTo>
                    <a:pt x="5893143" y="429738"/>
                  </a:lnTo>
                  <a:lnTo>
                    <a:pt x="5893301" y="429738"/>
                  </a:lnTo>
                  <a:lnTo>
                    <a:pt x="5893458" y="429738"/>
                  </a:lnTo>
                  <a:lnTo>
                    <a:pt x="5893458" y="429308"/>
                  </a:lnTo>
                  <a:lnTo>
                    <a:pt x="5893616" y="429308"/>
                  </a:lnTo>
                  <a:lnTo>
                    <a:pt x="5893774" y="429308"/>
                  </a:lnTo>
                  <a:lnTo>
                    <a:pt x="5893774" y="428877"/>
                  </a:lnTo>
                  <a:lnTo>
                    <a:pt x="5893932" y="428877"/>
                  </a:lnTo>
                  <a:lnTo>
                    <a:pt x="5893932" y="428447"/>
                  </a:lnTo>
                  <a:lnTo>
                    <a:pt x="5894089" y="428447"/>
                  </a:lnTo>
                  <a:lnTo>
                    <a:pt x="5894247" y="428447"/>
                  </a:lnTo>
                  <a:lnTo>
                    <a:pt x="5894405" y="428447"/>
                  </a:lnTo>
                  <a:lnTo>
                    <a:pt x="5894562" y="428447"/>
                  </a:lnTo>
                  <a:lnTo>
                    <a:pt x="5894720" y="428447"/>
                  </a:lnTo>
                  <a:lnTo>
                    <a:pt x="5894878" y="428447"/>
                  </a:lnTo>
                  <a:lnTo>
                    <a:pt x="5895036" y="428447"/>
                  </a:lnTo>
                  <a:lnTo>
                    <a:pt x="5895193" y="428447"/>
                  </a:lnTo>
                  <a:lnTo>
                    <a:pt x="5895351" y="428447"/>
                  </a:lnTo>
                  <a:lnTo>
                    <a:pt x="5895509" y="428447"/>
                  </a:lnTo>
                  <a:lnTo>
                    <a:pt x="5895666" y="428447"/>
                  </a:lnTo>
                  <a:lnTo>
                    <a:pt x="5895666" y="428016"/>
                  </a:lnTo>
                  <a:lnTo>
                    <a:pt x="5895824" y="428016"/>
                  </a:lnTo>
                  <a:lnTo>
                    <a:pt x="5895982" y="428016"/>
                  </a:lnTo>
                  <a:lnTo>
                    <a:pt x="5896140" y="428016"/>
                  </a:lnTo>
                  <a:lnTo>
                    <a:pt x="5896297" y="428016"/>
                  </a:lnTo>
                  <a:lnTo>
                    <a:pt x="5896455" y="428016"/>
                  </a:lnTo>
                  <a:lnTo>
                    <a:pt x="5896455" y="427585"/>
                  </a:lnTo>
                  <a:lnTo>
                    <a:pt x="5896613" y="427585"/>
                  </a:lnTo>
                  <a:lnTo>
                    <a:pt x="5896770" y="427585"/>
                  </a:lnTo>
                  <a:lnTo>
                    <a:pt x="5896928" y="427585"/>
                  </a:lnTo>
                  <a:lnTo>
                    <a:pt x="5897086" y="427585"/>
                  </a:lnTo>
                  <a:lnTo>
                    <a:pt x="5897244" y="427585"/>
                  </a:lnTo>
                  <a:lnTo>
                    <a:pt x="5897401" y="427585"/>
                  </a:lnTo>
                  <a:lnTo>
                    <a:pt x="5897559" y="427585"/>
                  </a:lnTo>
                  <a:lnTo>
                    <a:pt x="5897717" y="427585"/>
                  </a:lnTo>
                  <a:lnTo>
                    <a:pt x="5897717" y="427155"/>
                  </a:lnTo>
                  <a:lnTo>
                    <a:pt x="5897875" y="427155"/>
                  </a:lnTo>
                  <a:lnTo>
                    <a:pt x="5897875" y="426724"/>
                  </a:lnTo>
                  <a:lnTo>
                    <a:pt x="5898032" y="426724"/>
                  </a:lnTo>
                  <a:lnTo>
                    <a:pt x="5898190" y="426724"/>
                  </a:lnTo>
                  <a:lnTo>
                    <a:pt x="5898348" y="426724"/>
                  </a:lnTo>
                  <a:lnTo>
                    <a:pt x="5898505" y="426724"/>
                  </a:lnTo>
                  <a:lnTo>
                    <a:pt x="5898505" y="426294"/>
                  </a:lnTo>
                  <a:lnTo>
                    <a:pt x="5898663" y="426294"/>
                  </a:lnTo>
                  <a:lnTo>
                    <a:pt x="5898821" y="426294"/>
                  </a:lnTo>
                  <a:lnTo>
                    <a:pt x="5898821" y="425863"/>
                  </a:lnTo>
                  <a:lnTo>
                    <a:pt x="5898979" y="425863"/>
                  </a:lnTo>
                  <a:lnTo>
                    <a:pt x="5899136" y="425863"/>
                  </a:lnTo>
                  <a:lnTo>
                    <a:pt x="5899294" y="425863"/>
                  </a:lnTo>
                  <a:lnTo>
                    <a:pt x="5899452" y="425863"/>
                  </a:lnTo>
                  <a:lnTo>
                    <a:pt x="5899609" y="425863"/>
                  </a:lnTo>
                  <a:lnTo>
                    <a:pt x="5899767" y="425863"/>
                  </a:lnTo>
                  <a:lnTo>
                    <a:pt x="5899925" y="425863"/>
                  </a:lnTo>
                  <a:lnTo>
                    <a:pt x="5899925" y="425432"/>
                  </a:lnTo>
                  <a:lnTo>
                    <a:pt x="5899925" y="425002"/>
                  </a:lnTo>
                  <a:lnTo>
                    <a:pt x="5900083" y="425002"/>
                  </a:lnTo>
                  <a:lnTo>
                    <a:pt x="5900240" y="425002"/>
                  </a:lnTo>
                  <a:lnTo>
                    <a:pt x="5900398" y="425002"/>
                  </a:lnTo>
                  <a:lnTo>
                    <a:pt x="5900556" y="425002"/>
                  </a:lnTo>
                  <a:lnTo>
                    <a:pt x="5900556" y="424571"/>
                  </a:lnTo>
                  <a:lnTo>
                    <a:pt x="5900556" y="424141"/>
                  </a:lnTo>
                  <a:lnTo>
                    <a:pt x="5900713" y="424141"/>
                  </a:lnTo>
                  <a:lnTo>
                    <a:pt x="5900871" y="424141"/>
                  </a:lnTo>
                  <a:lnTo>
                    <a:pt x="5901029" y="424141"/>
                  </a:lnTo>
                  <a:lnTo>
                    <a:pt x="5901187" y="424141"/>
                  </a:lnTo>
                  <a:lnTo>
                    <a:pt x="5901344" y="424141"/>
                  </a:lnTo>
                  <a:lnTo>
                    <a:pt x="5901502" y="424141"/>
                  </a:lnTo>
                  <a:lnTo>
                    <a:pt x="5901660" y="424141"/>
                  </a:lnTo>
                  <a:lnTo>
                    <a:pt x="5901817" y="424141"/>
                  </a:lnTo>
                  <a:lnTo>
                    <a:pt x="5901975" y="424141"/>
                  </a:lnTo>
                  <a:lnTo>
                    <a:pt x="5902133" y="424141"/>
                  </a:lnTo>
                  <a:lnTo>
                    <a:pt x="5902291" y="424141"/>
                  </a:lnTo>
                  <a:lnTo>
                    <a:pt x="5902448" y="424141"/>
                  </a:lnTo>
                  <a:lnTo>
                    <a:pt x="5902448" y="423710"/>
                  </a:lnTo>
                  <a:lnTo>
                    <a:pt x="5902606" y="423710"/>
                  </a:lnTo>
                  <a:lnTo>
                    <a:pt x="5902764" y="423710"/>
                  </a:lnTo>
                  <a:lnTo>
                    <a:pt x="5902921" y="423710"/>
                  </a:lnTo>
                  <a:lnTo>
                    <a:pt x="5903079" y="423710"/>
                  </a:lnTo>
                  <a:lnTo>
                    <a:pt x="5903237" y="423710"/>
                  </a:lnTo>
                  <a:lnTo>
                    <a:pt x="5903395" y="423710"/>
                  </a:lnTo>
                  <a:lnTo>
                    <a:pt x="5903552" y="423710"/>
                  </a:lnTo>
                  <a:lnTo>
                    <a:pt x="5903710" y="423710"/>
                  </a:lnTo>
                  <a:lnTo>
                    <a:pt x="5903868" y="423710"/>
                  </a:lnTo>
                  <a:lnTo>
                    <a:pt x="5904026" y="423710"/>
                  </a:lnTo>
                  <a:lnTo>
                    <a:pt x="5904183" y="423710"/>
                  </a:lnTo>
                  <a:lnTo>
                    <a:pt x="5904341" y="423710"/>
                  </a:lnTo>
                  <a:lnTo>
                    <a:pt x="5904499" y="423710"/>
                  </a:lnTo>
                  <a:lnTo>
                    <a:pt x="5904656" y="423710"/>
                  </a:lnTo>
                  <a:lnTo>
                    <a:pt x="5904814" y="423710"/>
                  </a:lnTo>
                  <a:lnTo>
                    <a:pt x="5904972" y="423710"/>
                  </a:lnTo>
                  <a:lnTo>
                    <a:pt x="5905130" y="423710"/>
                  </a:lnTo>
                  <a:lnTo>
                    <a:pt x="5905130" y="423279"/>
                  </a:lnTo>
                  <a:lnTo>
                    <a:pt x="5905130" y="422849"/>
                  </a:lnTo>
                  <a:lnTo>
                    <a:pt x="5905287" y="422849"/>
                  </a:lnTo>
                  <a:lnTo>
                    <a:pt x="5905445" y="422849"/>
                  </a:lnTo>
                  <a:lnTo>
                    <a:pt x="5905603" y="422849"/>
                  </a:lnTo>
                  <a:lnTo>
                    <a:pt x="5905760" y="422849"/>
                  </a:lnTo>
                  <a:lnTo>
                    <a:pt x="5905918" y="422849"/>
                  </a:lnTo>
                  <a:lnTo>
                    <a:pt x="5906076" y="422849"/>
                  </a:lnTo>
                  <a:lnTo>
                    <a:pt x="5906234" y="422849"/>
                  </a:lnTo>
                  <a:lnTo>
                    <a:pt x="5906391" y="422849"/>
                  </a:lnTo>
                  <a:lnTo>
                    <a:pt x="5906549" y="422849"/>
                  </a:lnTo>
                  <a:lnTo>
                    <a:pt x="5906707" y="422849"/>
                  </a:lnTo>
                  <a:lnTo>
                    <a:pt x="5906864" y="422849"/>
                  </a:lnTo>
                  <a:lnTo>
                    <a:pt x="5907022" y="422849"/>
                  </a:lnTo>
                  <a:lnTo>
                    <a:pt x="5907180" y="422849"/>
                  </a:lnTo>
                  <a:lnTo>
                    <a:pt x="5907338" y="422849"/>
                  </a:lnTo>
                  <a:lnTo>
                    <a:pt x="5907495" y="422849"/>
                  </a:lnTo>
                  <a:lnTo>
                    <a:pt x="5907653" y="422849"/>
                  </a:lnTo>
                  <a:lnTo>
                    <a:pt x="5907811" y="422849"/>
                  </a:lnTo>
                  <a:lnTo>
                    <a:pt x="5907968" y="422849"/>
                  </a:lnTo>
                  <a:lnTo>
                    <a:pt x="5908126" y="422849"/>
                  </a:lnTo>
                  <a:lnTo>
                    <a:pt x="5908126" y="422418"/>
                  </a:lnTo>
                  <a:lnTo>
                    <a:pt x="5908284" y="422418"/>
                  </a:lnTo>
                  <a:lnTo>
                    <a:pt x="5908442" y="422418"/>
                  </a:lnTo>
                  <a:lnTo>
                    <a:pt x="5908599" y="422418"/>
                  </a:lnTo>
                  <a:lnTo>
                    <a:pt x="5908757" y="422418"/>
                  </a:lnTo>
                  <a:lnTo>
                    <a:pt x="5908757" y="421988"/>
                  </a:lnTo>
                  <a:lnTo>
                    <a:pt x="5908915" y="421988"/>
                  </a:lnTo>
                  <a:lnTo>
                    <a:pt x="5909073" y="421988"/>
                  </a:lnTo>
                  <a:lnTo>
                    <a:pt x="5909230" y="421988"/>
                  </a:lnTo>
                  <a:lnTo>
                    <a:pt x="5909230" y="421557"/>
                  </a:lnTo>
                  <a:lnTo>
                    <a:pt x="5909388" y="421557"/>
                  </a:lnTo>
                  <a:lnTo>
                    <a:pt x="5909546" y="421557"/>
                  </a:lnTo>
                  <a:lnTo>
                    <a:pt x="5909703" y="421557"/>
                  </a:lnTo>
                  <a:lnTo>
                    <a:pt x="5909861" y="421557"/>
                  </a:lnTo>
                  <a:lnTo>
                    <a:pt x="5909861" y="421126"/>
                  </a:lnTo>
                  <a:lnTo>
                    <a:pt x="5910019" y="421126"/>
                  </a:lnTo>
                  <a:lnTo>
                    <a:pt x="5910177" y="421126"/>
                  </a:lnTo>
                  <a:lnTo>
                    <a:pt x="5910334" y="421126"/>
                  </a:lnTo>
                  <a:lnTo>
                    <a:pt x="5910492" y="421126"/>
                  </a:lnTo>
                  <a:lnTo>
                    <a:pt x="5910650" y="421126"/>
                  </a:lnTo>
                  <a:lnTo>
                    <a:pt x="5910807" y="421126"/>
                  </a:lnTo>
                  <a:lnTo>
                    <a:pt x="5910965" y="421126"/>
                  </a:lnTo>
                  <a:lnTo>
                    <a:pt x="5911123" y="421126"/>
                  </a:lnTo>
                  <a:lnTo>
                    <a:pt x="5911281" y="421126"/>
                  </a:lnTo>
                  <a:lnTo>
                    <a:pt x="5911438" y="421126"/>
                  </a:lnTo>
                  <a:lnTo>
                    <a:pt x="5911596" y="421126"/>
                  </a:lnTo>
                  <a:lnTo>
                    <a:pt x="5911754" y="421126"/>
                  </a:lnTo>
                  <a:lnTo>
                    <a:pt x="5911911" y="421126"/>
                  </a:lnTo>
                  <a:lnTo>
                    <a:pt x="5912069" y="421126"/>
                  </a:lnTo>
                  <a:lnTo>
                    <a:pt x="5912227" y="421126"/>
                  </a:lnTo>
                  <a:lnTo>
                    <a:pt x="5912385" y="421126"/>
                  </a:lnTo>
                  <a:lnTo>
                    <a:pt x="5912542" y="421126"/>
                  </a:lnTo>
                  <a:lnTo>
                    <a:pt x="5912700" y="421126"/>
                  </a:lnTo>
                  <a:lnTo>
                    <a:pt x="5912858" y="421126"/>
                  </a:lnTo>
                  <a:lnTo>
                    <a:pt x="5913015" y="421126"/>
                  </a:lnTo>
                  <a:lnTo>
                    <a:pt x="5913173" y="421126"/>
                  </a:lnTo>
                  <a:lnTo>
                    <a:pt x="5913331" y="421126"/>
                  </a:lnTo>
                  <a:lnTo>
                    <a:pt x="5913489" y="421126"/>
                  </a:lnTo>
                  <a:lnTo>
                    <a:pt x="5913646" y="421126"/>
                  </a:lnTo>
                  <a:lnTo>
                    <a:pt x="5913804" y="421126"/>
                  </a:lnTo>
                  <a:lnTo>
                    <a:pt x="5913962" y="421126"/>
                  </a:lnTo>
                  <a:lnTo>
                    <a:pt x="5914119" y="421126"/>
                  </a:lnTo>
                  <a:lnTo>
                    <a:pt x="5914277" y="421126"/>
                  </a:lnTo>
                  <a:lnTo>
                    <a:pt x="5914435" y="421126"/>
                  </a:lnTo>
                  <a:lnTo>
                    <a:pt x="5914593" y="421126"/>
                  </a:lnTo>
                  <a:lnTo>
                    <a:pt x="5914750" y="421126"/>
                  </a:lnTo>
                  <a:lnTo>
                    <a:pt x="5914908" y="421126"/>
                  </a:lnTo>
                  <a:lnTo>
                    <a:pt x="5915066" y="421126"/>
                  </a:lnTo>
                  <a:lnTo>
                    <a:pt x="5915224" y="421126"/>
                  </a:lnTo>
                  <a:lnTo>
                    <a:pt x="5915381" y="421126"/>
                  </a:lnTo>
                  <a:lnTo>
                    <a:pt x="5915539" y="421126"/>
                  </a:lnTo>
                  <a:lnTo>
                    <a:pt x="5915697" y="421126"/>
                  </a:lnTo>
                  <a:lnTo>
                    <a:pt x="5915854" y="421126"/>
                  </a:lnTo>
                  <a:lnTo>
                    <a:pt x="5915854" y="420696"/>
                  </a:lnTo>
                  <a:lnTo>
                    <a:pt x="5916012" y="420696"/>
                  </a:lnTo>
                  <a:lnTo>
                    <a:pt x="5916170" y="420696"/>
                  </a:lnTo>
                  <a:lnTo>
                    <a:pt x="5916328" y="420696"/>
                  </a:lnTo>
                  <a:lnTo>
                    <a:pt x="5916485" y="420696"/>
                  </a:lnTo>
                  <a:lnTo>
                    <a:pt x="5916643" y="420696"/>
                  </a:lnTo>
                  <a:lnTo>
                    <a:pt x="5916801" y="420696"/>
                  </a:lnTo>
                  <a:lnTo>
                    <a:pt x="5916958" y="420696"/>
                  </a:lnTo>
                  <a:lnTo>
                    <a:pt x="5917116" y="420696"/>
                  </a:lnTo>
                  <a:lnTo>
                    <a:pt x="5917116" y="420265"/>
                  </a:lnTo>
                  <a:lnTo>
                    <a:pt x="5917274" y="420265"/>
                  </a:lnTo>
                  <a:lnTo>
                    <a:pt x="5917432" y="420265"/>
                  </a:lnTo>
                  <a:lnTo>
                    <a:pt x="5917589" y="420265"/>
                  </a:lnTo>
                  <a:lnTo>
                    <a:pt x="5917747" y="420265"/>
                  </a:lnTo>
                  <a:lnTo>
                    <a:pt x="5917905" y="420265"/>
                  </a:lnTo>
                  <a:lnTo>
                    <a:pt x="5918062" y="420265"/>
                  </a:lnTo>
                  <a:lnTo>
                    <a:pt x="5918220" y="420265"/>
                  </a:lnTo>
                  <a:lnTo>
                    <a:pt x="5918378" y="420265"/>
                  </a:lnTo>
                  <a:lnTo>
                    <a:pt x="5918378" y="419835"/>
                  </a:lnTo>
                  <a:lnTo>
                    <a:pt x="5918536" y="419835"/>
                  </a:lnTo>
                  <a:lnTo>
                    <a:pt x="5918693" y="419835"/>
                  </a:lnTo>
                  <a:lnTo>
                    <a:pt x="5918851" y="419835"/>
                  </a:lnTo>
                  <a:lnTo>
                    <a:pt x="5919009" y="419835"/>
                  </a:lnTo>
                  <a:lnTo>
                    <a:pt x="5919166" y="419835"/>
                  </a:lnTo>
                  <a:lnTo>
                    <a:pt x="5919324" y="419835"/>
                  </a:lnTo>
                  <a:lnTo>
                    <a:pt x="5919482" y="419835"/>
                  </a:lnTo>
                  <a:lnTo>
                    <a:pt x="5919640" y="419835"/>
                  </a:lnTo>
                  <a:lnTo>
                    <a:pt x="5919797" y="419835"/>
                  </a:lnTo>
                  <a:lnTo>
                    <a:pt x="5919955" y="419835"/>
                  </a:lnTo>
                  <a:lnTo>
                    <a:pt x="5919955" y="419404"/>
                  </a:lnTo>
                  <a:lnTo>
                    <a:pt x="5920113" y="419404"/>
                  </a:lnTo>
                  <a:lnTo>
                    <a:pt x="5920271" y="419404"/>
                  </a:lnTo>
                  <a:lnTo>
                    <a:pt x="5920428" y="419404"/>
                  </a:lnTo>
                  <a:lnTo>
                    <a:pt x="5920586" y="419404"/>
                  </a:lnTo>
                  <a:lnTo>
                    <a:pt x="5920744" y="419404"/>
                  </a:lnTo>
                  <a:lnTo>
                    <a:pt x="5920901" y="419404"/>
                  </a:lnTo>
                  <a:lnTo>
                    <a:pt x="5921059" y="419404"/>
                  </a:lnTo>
                  <a:lnTo>
                    <a:pt x="5921059" y="418973"/>
                  </a:lnTo>
                  <a:lnTo>
                    <a:pt x="5921217" y="418973"/>
                  </a:lnTo>
                  <a:lnTo>
                    <a:pt x="5921375" y="418973"/>
                  </a:lnTo>
                  <a:lnTo>
                    <a:pt x="5921532" y="418973"/>
                  </a:lnTo>
                  <a:lnTo>
                    <a:pt x="5921690" y="418973"/>
                  </a:lnTo>
                  <a:lnTo>
                    <a:pt x="5921848" y="418973"/>
                  </a:lnTo>
                  <a:lnTo>
                    <a:pt x="5921848" y="418543"/>
                  </a:lnTo>
                  <a:lnTo>
                    <a:pt x="5922005" y="418543"/>
                  </a:lnTo>
                  <a:lnTo>
                    <a:pt x="5922163" y="418543"/>
                  </a:lnTo>
                  <a:lnTo>
                    <a:pt x="5922321" y="418543"/>
                  </a:lnTo>
                  <a:lnTo>
                    <a:pt x="5922479" y="418543"/>
                  </a:lnTo>
                  <a:lnTo>
                    <a:pt x="5922636" y="418543"/>
                  </a:lnTo>
                  <a:lnTo>
                    <a:pt x="5922794" y="418543"/>
                  </a:lnTo>
                  <a:lnTo>
                    <a:pt x="5922952" y="418543"/>
                  </a:lnTo>
                  <a:lnTo>
                    <a:pt x="5923109" y="418543"/>
                  </a:lnTo>
                  <a:lnTo>
                    <a:pt x="5923267" y="418543"/>
                  </a:lnTo>
                  <a:lnTo>
                    <a:pt x="5923425" y="418543"/>
                  </a:lnTo>
                  <a:lnTo>
                    <a:pt x="5923583" y="418543"/>
                  </a:lnTo>
                  <a:lnTo>
                    <a:pt x="5923740" y="418543"/>
                  </a:lnTo>
                  <a:lnTo>
                    <a:pt x="5923898" y="418543"/>
                  </a:lnTo>
                  <a:lnTo>
                    <a:pt x="5924056" y="418543"/>
                  </a:lnTo>
                  <a:lnTo>
                    <a:pt x="5924213" y="418543"/>
                  </a:lnTo>
                  <a:lnTo>
                    <a:pt x="5924371" y="418543"/>
                  </a:lnTo>
                  <a:lnTo>
                    <a:pt x="5924529" y="418543"/>
                  </a:lnTo>
                  <a:lnTo>
                    <a:pt x="5924687" y="418543"/>
                  </a:lnTo>
                  <a:lnTo>
                    <a:pt x="5924844" y="418543"/>
                  </a:lnTo>
                  <a:lnTo>
                    <a:pt x="5924844" y="418112"/>
                  </a:lnTo>
                  <a:lnTo>
                    <a:pt x="5925002" y="418112"/>
                  </a:lnTo>
                  <a:lnTo>
                    <a:pt x="5925160" y="418112"/>
                  </a:lnTo>
                  <a:lnTo>
                    <a:pt x="5925317" y="418112"/>
                  </a:lnTo>
                  <a:lnTo>
                    <a:pt x="5925475" y="418112"/>
                  </a:lnTo>
                  <a:lnTo>
                    <a:pt x="5925633" y="418112"/>
                  </a:lnTo>
                  <a:lnTo>
                    <a:pt x="5925791" y="418112"/>
                  </a:lnTo>
                  <a:lnTo>
                    <a:pt x="5925948" y="418112"/>
                  </a:lnTo>
                  <a:lnTo>
                    <a:pt x="5926106" y="418112"/>
                  </a:lnTo>
                  <a:lnTo>
                    <a:pt x="5926264" y="418112"/>
                  </a:lnTo>
                  <a:lnTo>
                    <a:pt x="5926422" y="418112"/>
                  </a:lnTo>
                  <a:lnTo>
                    <a:pt x="5926579" y="418112"/>
                  </a:lnTo>
                  <a:lnTo>
                    <a:pt x="5926737" y="418112"/>
                  </a:lnTo>
                  <a:lnTo>
                    <a:pt x="5926895" y="418112"/>
                  </a:lnTo>
                  <a:lnTo>
                    <a:pt x="5927052" y="418112"/>
                  </a:lnTo>
                  <a:lnTo>
                    <a:pt x="5927210" y="418112"/>
                  </a:lnTo>
                  <a:lnTo>
                    <a:pt x="5927368" y="418112"/>
                  </a:lnTo>
                  <a:lnTo>
                    <a:pt x="5927526" y="418112"/>
                  </a:lnTo>
                  <a:lnTo>
                    <a:pt x="5927683" y="418112"/>
                  </a:lnTo>
                  <a:lnTo>
                    <a:pt x="5927841" y="418112"/>
                  </a:lnTo>
                  <a:lnTo>
                    <a:pt x="5927999" y="418112"/>
                  </a:lnTo>
                  <a:lnTo>
                    <a:pt x="5928156" y="418112"/>
                  </a:lnTo>
                  <a:lnTo>
                    <a:pt x="5928314" y="418112"/>
                  </a:lnTo>
                  <a:lnTo>
                    <a:pt x="5928472" y="418112"/>
                  </a:lnTo>
                  <a:lnTo>
                    <a:pt x="5928630" y="418112"/>
                  </a:lnTo>
                  <a:lnTo>
                    <a:pt x="5928787" y="418112"/>
                  </a:lnTo>
                  <a:lnTo>
                    <a:pt x="5928945" y="418112"/>
                  </a:lnTo>
                  <a:lnTo>
                    <a:pt x="5928945" y="417682"/>
                  </a:lnTo>
                  <a:lnTo>
                    <a:pt x="5929103" y="417682"/>
                  </a:lnTo>
                  <a:lnTo>
                    <a:pt x="5929260" y="417682"/>
                  </a:lnTo>
                  <a:lnTo>
                    <a:pt x="5929418" y="417682"/>
                  </a:lnTo>
                  <a:lnTo>
                    <a:pt x="5929576" y="417682"/>
                  </a:lnTo>
                  <a:lnTo>
                    <a:pt x="5929734" y="417682"/>
                  </a:lnTo>
                  <a:lnTo>
                    <a:pt x="5929891" y="417682"/>
                  </a:lnTo>
                  <a:lnTo>
                    <a:pt x="5930049" y="417682"/>
                  </a:lnTo>
                  <a:lnTo>
                    <a:pt x="5930207" y="417682"/>
                  </a:lnTo>
                  <a:lnTo>
                    <a:pt x="5930364" y="417682"/>
                  </a:lnTo>
                  <a:lnTo>
                    <a:pt x="5930522" y="417682"/>
                  </a:lnTo>
                  <a:lnTo>
                    <a:pt x="5930680" y="417682"/>
                  </a:lnTo>
                  <a:lnTo>
                    <a:pt x="5930838" y="417682"/>
                  </a:lnTo>
                  <a:lnTo>
                    <a:pt x="5930995" y="417682"/>
                  </a:lnTo>
                  <a:lnTo>
                    <a:pt x="5931153" y="417682"/>
                  </a:lnTo>
                  <a:lnTo>
                    <a:pt x="5931311" y="417682"/>
                  </a:lnTo>
                  <a:lnTo>
                    <a:pt x="5931469" y="417682"/>
                  </a:lnTo>
                  <a:lnTo>
                    <a:pt x="5931626" y="417682"/>
                  </a:lnTo>
                  <a:lnTo>
                    <a:pt x="5931784" y="417682"/>
                  </a:lnTo>
                  <a:lnTo>
                    <a:pt x="5931942" y="417682"/>
                  </a:lnTo>
                  <a:lnTo>
                    <a:pt x="5932099" y="417682"/>
                  </a:lnTo>
                  <a:lnTo>
                    <a:pt x="5932257" y="417682"/>
                  </a:lnTo>
                  <a:lnTo>
                    <a:pt x="5932415" y="417682"/>
                  </a:lnTo>
                  <a:lnTo>
                    <a:pt x="5932573" y="417682"/>
                  </a:lnTo>
                  <a:lnTo>
                    <a:pt x="5932730" y="417682"/>
                  </a:lnTo>
                  <a:lnTo>
                    <a:pt x="5932730" y="417251"/>
                  </a:lnTo>
                  <a:lnTo>
                    <a:pt x="5932888" y="417251"/>
                  </a:lnTo>
                  <a:lnTo>
                    <a:pt x="5933046" y="417251"/>
                  </a:lnTo>
                  <a:lnTo>
                    <a:pt x="5933046" y="416820"/>
                  </a:lnTo>
                  <a:lnTo>
                    <a:pt x="5933203" y="416820"/>
                  </a:lnTo>
                  <a:lnTo>
                    <a:pt x="5933361" y="416820"/>
                  </a:lnTo>
                  <a:lnTo>
                    <a:pt x="5933519" y="416820"/>
                  </a:lnTo>
                  <a:lnTo>
                    <a:pt x="5933677" y="416820"/>
                  </a:lnTo>
                  <a:lnTo>
                    <a:pt x="5933834" y="416820"/>
                  </a:lnTo>
                  <a:lnTo>
                    <a:pt x="5933992" y="416820"/>
                  </a:lnTo>
                  <a:lnTo>
                    <a:pt x="5934150" y="416820"/>
                  </a:lnTo>
                  <a:lnTo>
                    <a:pt x="5934307" y="416820"/>
                  </a:lnTo>
                  <a:lnTo>
                    <a:pt x="5934465" y="416820"/>
                  </a:lnTo>
                  <a:lnTo>
                    <a:pt x="5934623" y="416820"/>
                  </a:lnTo>
                  <a:lnTo>
                    <a:pt x="5934781" y="416820"/>
                  </a:lnTo>
                  <a:lnTo>
                    <a:pt x="5934938" y="416820"/>
                  </a:lnTo>
                  <a:lnTo>
                    <a:pt x="5935096" y="416820"/>
                  </a:lnTo>
                  <a:lnTo>
                    <a:pt x="5935254" y="416820"/>
                  </a:lnTo>
                  <a:lnTo>
                    <a:pt x="5935411" y="416820"/>
                  </a:lnTo>
                  <a:lnTo>
                    <a:pt x="5935411" y="416390"/>
                  </a:lnTo>
                  <a:lnTo>
                    <a:pt x="5935569" y="416390"/>
                  </a:lnTo>
                  <a:lnTo>
                    <a:pt x="5935727" y="416390"/>
                  </a:lnTo>
                  <a:lnTo>
                    <a:pt x="5935885" y="416390"/>
                  </a:lnTo>
                  <a:lnTo>
                    <a:pt x="5936042" y="416390"/>
                  </a:lnTo>
                  <a:lnTo>
                    <a:pt x="5936200" y="416390"/>
                  </a:lnTo>
                  <a:lnTo>
                    <a:pt x="5936200" y="415959"/>
                  </a:lnTo>
                  <a:lnTo>
                    <a:pt x="5936358" y="415959"/>
                  </a:lnTo>
                  <a:lnTo>
                    <a:pt x="5936515" y="415959"/>
                  </a:lnTo>
                  <a:lnTo>
                    <a:pt x="5936673" y="415959"/>
                  </a:lnTo>
                  <a:lnTo>
                    <a:pt x="5936831" y="415959"/>
                  </a:lnTo>
                  <a:lnTo>
                    <a:pt x="5936989" y="415959"/>
                  </a:lnTo>
                  <a:lnTo>
                    <a:pt x="5937146" y="415959"/>
                  </a:lnTo>
                  <a:lnTo>
                    <a:pt x="5937304" y="415959"/>
                  </a:lnTo>
                  <a:lnTo>
                    <a:pt x="5937462" y="415959"/>
                  </a:lnTo>
                  <a:lnTo>
                    <a:pt x="5937620" y="415959"/>
                  </a:lnTo>
                  <a:lnTo>
                    <a:pt x="5937777" y="415959"/>
                  </a:lnTo>
                  <a:lnTo>
                    <a:pt x="5937935" y="415959"/>
                  </a:lnTo>
                  <a:lnTo>
                    <a:pt x="5938093" y="415959"/>
                  </a:lnTo>
                  <a:lnTo>
                    <a:pt x="5938250" y="415959"/>
                  </a:lnTo>
                  <a:lnTo>
                    <a:pt x="5938408" y="415959"/>
                  </a:lnTo>
                  <a:lnTo>
                    <a:pt x="5938566" y="415959"/>
                  </a:lnTo>
                  <a:lnTo>
                    <a:pt x="5938724" y="415959"/>
                  </a:lnTo>
                  <a:lnTo>
                    <a:pt x="5938881" y="415959"/>
                  </a:lnTo>
                  <a:lnTo>
                    <a:pt x="5939039" y="415959"/>
                  </a:lnTo>
                  <a:lnTo>
                    <a:pt x="5939039" y="415529"/>
                  </a:lnTo>
                  <a:lnTo>
                    <a:pt x="5939197" y="415529"/>
                  </a:lnTo>
                  <a:lnTo>
                    <a:pt x="5939354" y="415529"/>
                  </a:lnTo>
                  <a:lnTo>
                    <a:pt x="5939512" y="415529"/>
                  </a:lnTo>
                  <a:lnTo>
                    <a:pt x="5939670" y="415529"/>
                  </a:lnTo>
                  <a:lnTo>
                    <a:pt x="5939828" y="415529"/>
                  </a:lnTo>
                  <a:lnTo>
                    <a:pt x="5939985" y="415529"/>
                  </a:lnTo>
                  <a:lnTo>
                    <a:pt x="5940143" y="415529"/>
                  </a:lnTo>
                  <a:lnTo>
                    <a:pt x="5940301" y="415529"/>
                  </a:lnTo>
                  <a:lnTo>
                    <a:pt x="5940458" y="415529"/>
                  </a:lnTo>
                  <a:lnTo>
                    <a:pt x="5940616" y="415529"/>
                  </a:lnTo>
                  <a:lnTo>
                    <a:pt x="5940616" y="415098"/>
                  </a:lnTo>
                  <a:lnTo>
                    <a:pt x="5940774" y="415098"/>
                  </a:lnTo>
                  <a:lnTo>
                    <a:pt x="5940932" y="415098"/>
                  </a:lnTo>
                  <a:lnTo>
                    <a:pt x="5941089" y="415098"/>
                  </a:lnTo>
                  <a:lnTo>
                    <a:pt x="5941247" y="415098"/>
                  </a:lnTo>
                  <a:lnTo>
                    <a:pt x="5941405" y="415098"/>
                  </a:lnTo>
                  <a:lnTo>
                    <a:pt x="5941562" y="415098"/>
                  </a:lnTo>
                  <a:lnTo>
                    <a:pt x="5941720" y="415098"/>
                  </a:lnTo>
                  <a:lnTo>
                    <a:pt x="5941878" y="415098"/>
                  </a:lnTo>
                  <a:lnTo>
                    <a:pt x="5942036" y="415098"/>
                  </a:lnTo>
                  <a:lnTo>
                    <a:pt x="5942193" y="415098"/>
                  </a:lnTo>
                  <a:lnTo>
                    <a:pt x="5942351" y="415098"/>
                  </a:lnTo>
                  <a:lnTo>
                    <a:pt x="5942509" y="415098"/>
                  </a:lnTo>
                  <a:lnTo>
                    <a:pt x="5942667" y="415098"/>
                  </a:lnTo>
                  <a:lnTo>
                    <a:pt x="5942824" y="415098"/>
                  </a:lnTo>
                  <a:lnTo>
                    <a:pt x="5942982" y="415098"/>
                  </a:lnTo>
                  <a:lnTo>
                    <a:pt x="5943140" y="415098"/>
                  </a:lnTo>
                  <a:lnTo>
                    <a:pt x="5943297" y="415098"/>
                  </a:lnTo>
                  <a:lnTo>
                    <a:pt x="5943455" y="415098"/>
                  </a:lnTo>
                  <a:lnTo>
                    <a:pt x="5943613" y="415098"/>
                  </a:lnTo>
                  <a:lnTo>
                    <a:pt x="5943771" y="415098"/>
                  </a:lnTo>
                  <a:lnTo>
                    <a:pt x="5943928" y="415098"/>
                  </a:lnTo>
                  <a:lnTo>
                    <a:pt x="5943928" y="414667"/>
                  </a:lnTo>
                  <a:lnTo>
                    <a:pt x="5944086" y="414667"/>
                  </a:lnTo>
                  <a:lnTo>
                    <a:pt x="5944244" y="414667"/>
                  </a:lnTo>
                  <a:lnTo>
                    <a:pt x="5944401" y="414667"/>
                  </a:lnTo>
                  <a:lnTo>
                    <a:pt x="5944401" y="414237"/>
                  </a:lnTo>
                  <a:lnTo>
                    <a:pt x="5944559" y="414237"/>
                  </a:lnTo>
                  <a:lnTo>
                    <a:pt x="5944717" y="414237"/>
                  </a:lnTo>
                  <a:lnTo>
                    <a:pt x="5944875" y="414237"/>
                  </a:lnTo>
                  <a:lnTo>
                    <a:pt x="5945032" y="414237"/>
                  </a:lnTo>
                  <a:lnTo>
                    <a:pt x="5945190" y="414237"/>
                  </a:lnTo>
                  <a:lnTo>
                    <a:pt x="5945348" y="414237"/>
                  </a:lnTo>
                  <a:lnTo>
                    <a:pt x="5945505" y="414237"/>
                  </a:lnTo>
                  <a:lnTo>
                    <a:pt x="5945663" y="414237"/>
                  </a:lnTo>
                  <a:lnTo>
                    <a:pt x="5945821" y="414237"/>
                  </a:lnTo>
                  <a:lnTo>
                    <a:pt x="5945821" y="413806"/>
                  </a:lnTo>
                  <a:lnTo>
                    <a:pt x="5945979" y="413806"/>
                  </a:lnTo>
                  <a:lnTo>
                    <a:pt x="5946136" y="413806"/>
                  </a:lnTo>
                  <a:lnTo>
                    <a:pt x="5946294" y="413806"/>
                  </a:lnTo>
                  <a:lnTo>
                    <a:pt x="5946452" y="413806"/>
                  </a:lnTo>
                  <a:lnTo>
                    <a:pt x="5946609" y="413806"/>
                  </a:lnTo>
                  <a:lnTo>
                    <a:pt x="5946767" y="413806"/>
                  </a:lnTo>
                  <a:lnTo>
                    <a:pt x="5946925" y="413806"/>
                  </a:lnTo>
                  <a:lnTo>
                    <a:pt x="5947083" y="413806"/>
                  </a:lnTo>
                  <a:lnTo>
                    <a:pt x="5947240" y="413806"/>
                  </a:lnTo>
                  <a:lnTo>
                    <a:pt x="5947398" y="413806"/>
                  </a:lnTo>
                  <a:lnTo>
                    <a:pt x="5947556" y="413806"/>
                  </a:lnTo>
                  <a:lnTo>
                    <a:pt x="5947713" y="413806"/>
                  </a:lnTo>
                  <a:lnTo>
                    <a:pt x="5947871" y="413806"/>
                  </a:lnTo>
                  <a:lnTo>
                    <a:pt x="5948029" y="413806"/>
                  </a:lnTo>
                  <a:lnTo>
                    <a:pt x="5948187" y="413806"/>
                  </a:lnTo>
                  <a:lnTo>
                    <a:pt x="5948344" y="413806"/>
                  </a:lnTo>
                  <a:lnTo>
                    <a:pt x="5948502" y="413806"/>
                  </a:lnTo>
                  <a:lnTo>
                    <a:pt x="5948660" y="413806"/>
                  </a:lnTo>
                  <a:lnTo>
                    <a:pt x="5948660" y="413376"/>
                  </a:lnTo>
                  <a:lnTo>
                    <a:pt x="5948818" y="413376"/>
                  </a:lnTo>
                  <a:lnTo>
                    <a:pt x="5948975" y="413376"/>
                  </a:lnTo>
                  <a:lnTo>
                    <a:pt x="5949133" y="413376"/>
                  </a:lnTo>
                  <a:lnTo>
                    <a:pt x="5949291" y="413376"/>
                  </a:lnTo>
                  <a:lnTo>
                    <a:pt x="5949448" y="413376"/>
                  </a:lnTo>
                  <a:lnTo>
                    <a:pt x="5949606" y="413376"/>
                  </a:lnTo>
                  <a:lnTo>
                    <a:pt x="5949764" y="413376"/>
                  </a:lnTo>
                  <a:lnTo>
                    <a:pt x="5949922" y="413376"/>
                  </a:lnTo>
                  <a:lnTo>
                    <a:pt x="5949922" y="412945"/>
                  </a:lnTo>
                  <a:lnTo>
                    <a:pt x="5950079" y="412945"/>
                  </a:lnTo>
                  <a:lnTo>
                    <a:pt x="5950237" y="412945"/>
                  </a:lnTo>
                  <a:lnTo>
                    <a:pt x="5950395" y="412945"/>
                  </a:lnTo>
                  <a:lnTo>
                    <a:pt x="5950552" y="412945"/>
                  </a:lnTo>
                  <a:lnTo>
                    <a:pt x="5950710" y="412945"/>
                  </a:lnTo>
                  <a:lnTo>
                    <a:pt x="5950868" y="412945"/>
                  </a:lnTo>
                  <a:lnTo>
                    <a:pt x="5951026" y="412945"/>
                  </a:lnTo>
                  <a:lnTo>
                    <a:pt x="5951183" y="412945"/>
                  </a:lnTo>
                  <a:lnTo>
                    <a:pt x="5951341" y="412945"/>
                  </a:lnTo>
                  <a:lnTo>
                    <a:pt x="5951499" y="412945"/>
                  </a:lnTo>
                  <a:lnTo>
                    <a:pt x="5951656" y="412945"/>
                  </a:lnTo>
                  <a:lnTo>
                    <a:pt x="5951814" y="412945"/>
                  </a:lnTo>
                  <a:lnTo>
                    <a:pt x="5951972" y="412945"/>
                  </a:lnTo>
                  <a:lnTo>
                    <a:pt x="5952130" y="412945"/>
                  </a:lnTo>
                  <a:lnTo>
                    <a:pt x="5952130" y="412514"/>
                  </a:lnTo>
                  <a:lnTo>
                    <a:pt x="5952287" y="412514"/>
                  </a:lnTo>
                  <a:lnTo>
                    <a:pt x="5952287" y="412084"/>
                  </a:lnTo>
                  <a:lnTo>
                    <a:pt x="5952445" y="412084"/>
                  </a:lnTo>
                  <a:lnTo>
                    <a:pt x="5952445" y="411653"/>
                  </a:lnTo>
                  <a:lnTo>
                    <a:pt x="5952603" y="411653"/>
                  </a:lnTo>
                  <a:lnTo>
                    <a:pt x="5952760" y="411653"/>
                  </a:lnTo>
                  <a:lnTo>
                    <a:pt x="5952918" y="411653"/>
                  </a:lnTo>
                  <a:lnTo>
                    <a:pt x="5953076" y="411653"/>
                  </a:lnTo>
                  <a:lnTo>
                    <a:pt x="5953234" y="411653"/>
                  </a:lnTo>
                  <a:lnTo>
                    <a:pt x="5953391" y="411653"/>
                  </a:lnTo>
                  <a:lnTo>
                    <a:pt x="5953549" y="411653"/>
                  </a:lnTo>
                  <a:lnTo>
                    <a:pt x="5953707" y="411653"/>
                  </a:lnTo>
                  <a:lnTo>
                    <a:pt x="5953865" y="411653"/>
                  </a:lnTo>
                  <a:lnTo>
                    <a:pt x="5954022" y="411653"/>
                  </a:lnTo>
                  <a:lnTo>
                    <a:pt x="5954180" y="411653"/>
                  </a:lnTo>
                  <a:lnTo>
                    <a:pt x="5954338" y="411653"/>
                  </a:lnTo>
                  <a:lnTo>
                    <a:pt x="5954495" y="411653"/>
                  </a:lnTo>
                  <a:lnTo>
                    <a:pt x="5954653" y="411653"/>
                  </a:lnTo>
                  <a:lnTo>
                    <a:pt x="5954811" y="411653"/>
                  </a:lnTo>
                  <a:lnTo>
                    <a:pt x="5954969" y="411653"/>
                  </a:lnTo>
                  <a:lnTo>
                    <a:pt x="5955126" y="411653"/>
                  </a:lnTo>
                  <a:lnTo>
                    <a:pt x="5955284" y="411653"/>
                  </a:lnTo>
                  <a:lnTo>
                    <a:pt x="5955442" y="411653"/>
                  </a:lnTo>
                  <a:lnTo>
                    <a:pt x="5955599" y="411653"/>
                  </a:lnTo>
                  <a:lnTo>
                    <a:pt x="5955757" y="411653"/>
                  </a:lnTo>
                  <a:lnTo>
                    <a:pt x="5955915" y="411653"/>
                  </a:lnTo>
                  <a:lnTo>
                    <a:pt x="5956073" y="411653"/>
                  </a:lnTo>
                  <a:lnTo>
                    <a:pt x="5956230" y="411653"/>
                  </a:lnTo>
                  <a:lnTo>
                    <a:pt x="5956388" y="411653"/>
                  </a:lnTo>
                  <a:lnTo>
                    <a:pt x="5956546" y="411653"/>
                  </a:lnTo>
                  <a:lnTo>
                    <a:pt x="5956703" y="411653"/>
                  </a:lnTo>
                  <a:lnTo>
                    <a:pt x="5956861" y="411653"/>
                  </a:lnTo>
                  <a:lnTo>
                    <a:pt x="5957019" y="411653"/>
                  </a:lnTo>
                  <a:lnTo>
                    <a:pt x="5957177" y="411653"/>
                  </a:lnTo>
                  <a:lnTo>
                    <a:pt x="5957334" y="411653"/>
                  </a:lnTo>
                  <a:lnTo>
                    <a:pt x="5957492" y="411653"/>
                  </a:lnTo>
                  <a:lnTo>
                    <a:pt x="5957650" y="411653"/>
                  </a:lnTo>
                  <a:lnTo>
                    <a:pt x="5957807" y="411653"/>
                  </a:lnTo>
                  <a:lnTo>
                    <a:pt x="5957965" y="411653"/>
                  </a:lnTo>
                  <a:lnTo>
                    <a:pt x="5957965" y="411223"/>
                  </a:lnTo>
                  <a:lnTo>
                    <a:pt x="5958123" y="411223"/>
                  </a:lnTo>
                  <a:lnTo>
                    <a:pt x="5958281" y="411223"/>
                  </a:lnTo>
                  <a:lnTo>
                    <a:pt x="5958438" y="411223"/>
                  </a:lnTo>
                  <a:lnTo>
                    <a:pt x="5958596" y="411223"/>
                  </a:lnTo>
                  <a:lnTo>
                    <a:pt x="5958754" y="411223"/>
                  </a:lnTo>
                  <a:lnTo>
                    <a:pt x="5958911" y="411223"/>
                  </a:lnTo>
                  <a:lnTo>
                    <a:pt x="5959069" y="411223"/>
                  </a:lnTo>
                  <a:lnTo>
                    <a:pt x="5959227" y="411223"/>
                  </a:lnTo>
                  <a:lnTo>
                    <a:pt x="5959385" y="411223"/>
                  </a:lnTo>
                  <a:lnTo>
                    <a:pt x="5959542" y="411223"/>
                  </a:lnTo>
                  <a:lnTo>
                    <a:pt x="5959700" y="411223"/>
                  </a:lnTo>
                  <a:lnTo>
                    <a:pt x="5959858" y="411223"/>
                  </a:lnTo>
                  <a:lnTo>
                    <a:pt x="5960016" y="411223"/>
                  </a:lnTo>
                  <a:lnTo>
                    <a:pt x="5960173" y="411223"/>
                  </a:lnTo>
                  <a:lnTo>
                    <a:pt x="5960331" y="411223"/>
                  </a:lnTo>
                  <a:lnTo>
                    <a:pt x="5960489" y="411223"/>
                  </a:lnTo>
                  <a:lnTo>
                    <a:pt x="5960646" y="411223"/>
                  </a:lnTo>
                  <a:lnTo>
                    <a:pt x="5960804" y="411223"/>
                  </a:lnTo>
                  <a:lnTo>
                    <a:pt x="5960804" y="410792"/>
                  </a:lnTo>
                  <a:lnTo>
                    <a:pt x="5960804" y="410361"/>
                  </a:lnTo>
                  <a:lnTo>
                    <a:pt x="5960962" y="410361"/>
                  </a:lnTo>
                  <a:lnTo>
                    <a:pt x="5961120" y="410361"/>
                  </a:lnTo>
                  <a:lnTo>
                    <a:pt x="5961277" y="410361"/>
                  </a:lnTo>
                  <a:lnTo>
                    <a:pt x="5961435" y="410361"/>
                  </a:lnTo>
                  <a:lnTo>
                    <a:pt x="5961593" y="410361"/>
                  </a:lnTo>
                  <a:lnTo>
                    <a:pt x="5961750" y="410361"/>
                  </a:lnTo>
                  <a:lnTo>
                    <a:pt x="5961908" y="410361"/>
                  </a:lnTo>
                  <a:lnTo>
                    <a:pt x="5962066" y="410361"/>
                  </a:lnTo>
                  <a:lnTo>
                    <a:pt x="5962224" y="410361"/>
                  </a:lnTo>
                  <a:lnTo>
                    <a:pt x="5962381" y="410361"/>
                  </a:lnTo>
                  <a:lnTo>
                    <a:pt x="5962539" y="410361"/>
                  </a:lnTo>
                  <a:lnTo>
                    <a:pt x="5962697" y="410361"/>
                  </a:lnTo>
                  <a:lnTo>
                    <a:pt x="5962854" y="410361"/>
                  </a:lnTo>
                  <a:lnTo>
                    <a:pt x="5963012" y="410361"/>
                  </a:lnTo>
                  <a:lnTo>
                    <a:pt x="5963170" y="410361"/>
                  </a:lnTo>
                  <a:lnTo>
                    <a:pt x="5963328" y="410361"/>
                  </a:lnTo>
                  <a:lnTo>
                    <a:pt x="5963485" y="410361"/>
                  </a:lnTo>
                  <a:lnTo>
                    <a:pt x="5963643" y="410361"/>
                  </a:lnTo>
                  <a:lnTo>
                    <a:pt x="5963801" y="410361"/>
                  </a:lnTo>
                  <a:lnTo>
                    <a:pt x="5963958" y="410361"/>
                  </a:lnTo>
                  <a:lnTo>
                    <a:pt x="5963958" y="409931"/>
                  </a:lnTo>
                  <a:lnTo>
                    <a:pt x="5964116" y="409931"/>
                  </a:lnTo>
                  <a:lnTo>
                    <a:pt x="5964274" y="409931"/>
                  </a:lnTo>
                  <a:lnTo>
                    <a:pt x="5964432" y="409931"/>
                  </a:lnTo>
                  <a:lnTo>
                    <a:pt x="5964589" y="409931"/>
                  </a:lnTo>
                  <a:lnTo>
                    <a:pt x="5964747" y="409931"/>
                  </a:lnTo>
                  <a:lnTo>
                    <a:pt x="5964747" y="409500"/>
                  </a:lnTo>
                  <a:lnTo>
                    <a:pt x="5964905" y="409500"/>
                  </a:lnTo>
                  <a:lnTo>
                    <a:pt x="5965063" y="409500"/>
                  </a:lnTo>
                  <a:lnTo>
                    <a:pt x="5965063" y="409070"/>
                  </a:lnTo>
                  <a:lnTo>
                    <a:pt x="5965220" y="409070"/>
                  </a:lnTo>
                  <a:lnTo>
                    <a:pt x="5965378" y="409070"/>
                  </a:lnTo>
                  <a:lnTo>
                    <a:pt x="5965536" y="409070"/>
                  </a:lnTo>
                  <a:lnTo>
                    <a:pt x="5965536" y="408639"/>
                  </a:lnTo>
                  <a:lnTo>
                    <a:pt x="5965536" y="408208"/>
                  </a:lnTo>
                  <a:lnTo>
                    <a:pt x="5965693" y="408208"/>
                  </a:lnTo>
                  <a:lnTo>
                    <a:pt x="5965851" y="408208"/>
                  </a:lnTo>
                  <a:lnTo>
                    <a:pt x="5966009" y="408208"/>
                  </a:lnTo>
                  <a:lnTo>
                    <a:pt x="5966167" y="408208"/>
                  </a:lnTo>
                  <a:lnTo>
                    <a:pt x="5966324" y="408208"/>
                  </a:lnTo>
                  <a:lnTo>
                    <a:pt x="5966482" y="408208"/>
                  </a:lnTo>
                  <a:lnTo>
                    <a:pt x="5966640" y="408208"/>
                  </a:lnTo>
                  <a:lnTo>
                    <a:pt x="5966797" y="408208"/>
                  </a:lnTo>
                  <a:lnTo>
                    <a:pt x="5966955" y="408208"/>
                  </a:lnTo>
                  <a:lnTo>
                    <a:pt x="5967113" y="408208"/>
                  </a:lnTo>
                  <a:lnTo>
                    <a:pt x="5967271" y="408208"/>
                  </a:lnTo>
                  <a:lnTo>
                    <a:pt x="5967428" y="408208"/>
                  </a:lnTo>
                  <a:lnTo>
                    <a:pt x="5967586" y="408208"/>
                  </a:lnTo>
                  <a:lnTo>
                    <a:pt x="5967744" y="408208"/>
                  </a:lnTo>
                  <a:lnTo>
                    <a:pt x="5967901" y="408208"/>
                  </a:lnTo>
                  <a:lnTo>
                    <a:pt x="5967901" y="407778"/>
                  </a:lnTo>
                  <a:lnTo>
                    <a:pt x="5968059" y="407778"/>
                  </a:lnTo>
                  <a:lnTo>
                    <a:pt x="5968217" y="407778"/>
                  </a:lnTo>
                  <a:lnTo>
                    <a:pt x="5968375" y="407778"/>
                  </a:lnTo>
                  <a:lnTo>
                    <a:pt x="5968532" y="407778"/>
                  </a:lnTo>
                  <a:lnTo>
                    <a:pt x="5968690" y="407778"/>
                  </a:lnTo>
                  <a:lnTo>
                    <a:pt x="5968848" y="407778"/>
                  </a:lnTo>
                  <a:lnTo>
                    <a:pt x="5969005" y="407778"/>
                  </a:lnTo>
                  <a:lnTo>
                    <a:pt x="5969163" y="407778"/>
                  </a:lnTo>
                  <a:lnTo>
                    <a:pt x="5969321" y="407778"/>
                  </a:lnTo>
                  <a:lnTo>
                    <a:pt x="5969479" y="407778"/>
                  </a:lnTo>
                  <a:lnTo>
                    <a:pt x="5969636" y="407778"/>
                  </a:lnTo>
                  <a:lnTo>
                    <a:pt x="5969794" y="407778"/>
                  </a:lnTo>
                  <a:lnTo>
                    <a:pt x="5969952" y="407778"/>
                  </a:lnTo>
                  <a:lnTo>
                    <a:pt x="5969952" y="407347"/>
                  </a:lnTo>
                  <a:lnTo>
                    <a:pt x="5970109" y="407347"/>
                  </a:lnTo>
                  <a:lnTo>
                    <a:pt x="5970267" y="407347"/>
                  </a:lnTo>
                  <a:lnTo>
                    <a:pt x="5970425" y="407347"/>
                  </a:lnTo>
                  <a:lnTo>
                    <a:pt x="5970583" y="407347"/>
                  </a:lnTo>
                  <a:lnTo>
                    <a:pt x="5970740" y="407347"/>
                  </a:lnTo>
                  <a:lnTo>
                    <a:pt x="5970898" y="407347"/>
                  </a:lnTo>
                  <a:lnTo>
                    <a:pt x="5971056" y="407347"/>
                  </a:lnTo>
                  <a:lnTo>
                    <a:pt x="5971214" y="407347"/>
                  </a:lnTo>
                  <a:lnTo>
                    <a:pt x="5971371" y="407347"/>
                  </a:lnTo>
                  <a:lnTo>
                    <a:pt x="5971529" y="407347"/>
                  </a:lnTo>
                  <a:lnTo>
                    <a:pt x="5971687" y="407347"/>
                  </a:lnTo>
                  <a:lnTo>
                    <a:pt x="5971844" y="407347"/>
                  </a:lnTo>
                  <a:lnTo>
                    <a:pt x="5971844" y="406917"/>
                  </a:lnTo>
                  <a:lnTo>
                    <a:pt x="5972002" y="406917"/>
                  </a:lnTo>
                  <a:lnTo>
                    <a:pt x="5972160" y="406917"/>
                  </a:lnTo>
                  <a:lnTo>
                    <a:pt x="5972318" y="406917"/>
                  </a:lnTo>
                  <a:lnTo>
                    <a:pt x="5972475" y="406917"/>
                  </a:lnTo>
                  <a:lnTo>
                    <a:pt x="5972633" y="406917"/>
                  </a:lnTo>
                  <a:lnTo>
                    <a:pt x="5972791" y="406917"/>
                  </a:lnTo>
                  <a:lnTo>
                    <a:pt x="5972948" y="406917"/>
                  </a:lnTo>
                  <a:lnTo>
                    <a:pt x="5972948" y="406486"/>
                  </a:lnTo>
                  <a:lnTo>
                    <a:pt x="5972948" y="406055"/>
                  </a:lnTo>
                  <a:lnTo>
                    <a:pt x="5973106" y="406055"/>
                  </a:lnTo>
                  <a:lnTo>
                    <a:pt x="5973264" y="406055"/>
                  </a:lnTo>
                  <a:lnTo>
                    <a:pt x="5973422" y="406055"/>
                  </a:lnTo>
                  <a:lnTo>
                    <a:pt x="5973579" y="406055"/>
                  </a:lnTo>
                  <a:lnTo>
                    <a:pt x="5973737" y="406055"/>
                  </a:lnTo>
                  <a:lnTo>
                    <a:pt x="5973895" y="406055"/>
                  </a:lnTo>
                  <a:lnTo>
                    <a:pt x="5974052" y="406055"/>
                  </a:lnTo>
                  <a:lnTo>
                    <a:pt x="5974210" y="406055"/>
                  </a:lnTo>
                  <a:lnTo>
                    <a:pt x="5974368" y="406055"/>
                  </a:lnTo>
                  <a:lnTo>
                    <a:pt x="5974526" y="406055"/>
                  </a:lnTo>
                  <a:lnTo>
                    <a:pt x="5974683" y="406055"/>
                  </a:lnTo>
                  <a:lnTo>
                    <a:pt x="5974841" y="406055"/>
                  </a:lnTo>
                  <a:lnTo>
                    <a:pt x="5974999" y="406055"/>
                  </a:lnTo>
                  <a:lnTo>
                    <a:pt x="5975156" y="406055"/>
                  </a:lnTo>
                  <a:lnTo>
                    <a:pt x="5975314" y="406055"/>
                  </a:lnTo>
                  <a:lnTo>
                    <a:pt x="5975472" y="406055"/>
                  </a:lnTo>
                  <a:lnTo>
                    <a:pt x="5975630" y="406055"/>
                  </a:lnTo>
                  <a:lnTo>
                    <a:pt x="5975787" y="406055"/>
                  </a:lnTo>
                  <a:lnTo>
                    <a:pt x="5975945" y="406055"/>
                  </a:lnTo>
                  <a:lnTo>
                    <a:pt x="5976103" y="406055"/>
                  </a:lnTo>
                  <a:lnTo>
                    <a:pt x="5976260" y="406055"/>
                  </a:lnTo>
                  <a:lnTo>
                    <a:pt x="5976418" y="406055"/>
                  </a:lnTo>
                  <a:lnTo>
                    <a:pt x="5976576" y="406055"/>
                  </a:lnTo>
                  <a:lnTo>
                    <a:pt x="5976734" y="406055"/>
                  </a:lnTo>
                  <a:lnTo>
                    <a:pt x="5976891" y="406055"/>
                  </a:lnTo>
                  <a:lnTo>
                    <a:pt x="5977049" y="406055"/>
                  </a:lnTo>
                  <a:lnTo>
                    <a:pt x="5977207" y="406055"/>
                  </a:lnTo>
                  <a:lnTo>
                    <a:pt x="5977365" y="406055"/>
                  </a:lnTo>
                  <a:lnTo>
                    <a:pt x="5977365" y="405625"/>
                  </a:lnTo>
                  <a:lnTo>
                    <a:pt x="5977522" y="405625"/>
                  </a:lnTo>
                  <a:lnTo>
                    <a:pt x="5977680" y="405625"/>
                  </a:lnTo>
                  <a:lnTo>
                    <a:pt x="5977838" y="405625"/>
                  </a:lnTo>
                  <a:lnTo>
                    <a:pt x="5977995" y="405625"/>
                  </a:lnTo>
                  <a:lnTo>
                    <a:pt x="5978153" y="405625"/>
                  </a:lnTo>
                  <a:lnTo>
                    <a:pt x="5978311" y="405625"/>
                  </a:lnTo>
                  <a:lnTo>
                    <a:pt x="5978469" y="405625"/>
                  </a:lnTo>
                  <a:lnTo>
                    <a:pt x="5978626" y="405625"/>
                  </a:lnTo>
                  <a:lnTo>
                    <a:pt x="5978784" y="405625"/>
                  </a:lnTo>
                  <a:lnTo>
                    <a:pt x="5978942" y="405625"/>
                  </a:lnTo>
                  <a:lnTo>
                    <a:pt x="5979099" y="405625"/>
                  </a:lnTo>
                  <a:lnTo>
                    <a:pt x="5979257" y="405625"/>
                  </a:lnTo>
                  <a:lnTo>
                    <a:pt x="5979415" y="405625"/>
                  </a:lnTo>
                  <a:lnTo>
                    <a:pt x="5979573" y="405625"/>
                  </a:lnTo>
                  <a:lnTo>
                    <a:pt x="5979730" y="405625"/>
                  </a:lnTo>
                  <a:lnTo>
                    <a:pt x="5979888" y="405625"/>
                  </a:lnTo>
                  <a:lnTo>
                    <a:pt x="5979888" y="405194"/>
                  </a:lnTo>
                  <a:lnTo>
                    <a:pt x="5980046" y="405194"/>
                  </a:lnTo>
                  <a:lnTo>
                    <a:pt x="5980203" y="405194"/>
                  </a:lnTo>
                  <a:lnTo>
                    <a:pt x="5980361" y="405194"/>
                  </a:lnTo>
                  <a:lnTo>
                    <a:pt x="5980519" y="405194"/>
                  </a:lnTo>
                  <a:lnTo>
                    <a:pt x="5980677" y="405194"/>
                  </a:lnTo>
                  <a:lnTo>
                    <a:pt x="5980834" y="405194"/>
                  </a:lnTo>
                  <a:lnTo>
                    <a:pt x="5980992" y="405194"/>
                  </a:lnTo>
                  <a:lnTo>
                    <a:pt x="5981150" y="405194"/>
                  </a:lnTo>
                  <a:lnTo>
                    <a:pt x="5981307" y="405194"/>
                  </a:lnTo>
                  <a:lnTo>
                    <a:pt x="5981465" y="405194"/>
                  </a:lnTo>
                  <a:lnTo>
                    <a:pt x="5981623" y="405194"/>
                  </a:lnTo>
                  <a:lnTo>
                    <a:pt x="5981781" y="405194"/>
                  </a:lnTo>
                  <a:lnTo>
                    <a:pt x="5981781" y="404764"/>
                  </a:lnTo>
                  <a:lnTo>
                    <a:pt x="5981938" y="404764"/>
                  </a:lnTo>
                  <a:lnTo>
                    <a:pt x="5982096" y="404764"/>
                  </a:lnTo>
                  <a:lnTo>
                    <a:pt x="5982254" y="404764"/>
                  </a:lnTo>
                  <a:lnTo>
                    <a:pt x="5982412" y="404764"/>
                  </a:lnTo>
                  <a:lnTo>
                    <a:pt x="5982569" y="404764"/>
                  </a:lnTo>
                  <a:lnTo>
                    <a:pt x="5982727" y="404764"/>
                  </a:lnTo>
                  <a:lnTo>
                    <a:pt x="5982885" y="404764"/>
                  </a:lnTo>
                  <a:lnTo>
                    <a:pt x="5983042" y="404764"/>
                  </a:lnTo>
                  <a:lnTo>
                    <a:pt x="5983200" y="404764"/>
                  </a:lnTo>
                  <a:lnTo>
                    <a:pt x="5983358" y="404764"/>
                  </a:lnTo>
                  <a:lnTo>
                    <a:pt x="5983516" y="404764"/>
                  </a:lnTo>
                  <a:lnTo>
                    <a:pt x="5983673" y="404764"/>
                  </a:lnTo>
                  <a:lnTo>
                    <a:pt x="5983831" y="404764"/>
                  </a:lnTo>
                  <a:lnTo>
                    <a:pt x="5983989" y="404764"/>
                  </a:lnTo>
                  <a:lnTo>
                    <a:pt x="5984146" y="404764"/>
                  </a:lnTo>
                  <a:lnTo>
                    <a:pt x="5984304" y="404764"/>
                  </a:lnTo>
                  <a:lnTo>
                    <a:pt x="5984462" y="404764"/>
                  </a:lnTo>
                  <a:lnTo>
                    <a:pt x="5984620" y="404764"/>
                  </a:lnTo>
                  <a:lnTo>
                    <a:pt x="5984777" y="404764"/>
                  </a:lnTo>
                  <a:lnTo>
                    <a:pt x="5984935" y="404764"/>
                  </a:lnTo>
                  <a:lnTo>
                    <a:pt x="5985093" y="404764"/>
                  </a:lnTo>
                  <a:lnTo>
                    <a:pt x="5985250" y="404764"/>
                  </a:lnTo>
                  <a:lnTo>
                    <a:pt x="5985408" y="404764"/>
                  </a:lnTo>
                  <a:lnTo>
                    <a:pt x="5985566" y="404764"/>
                  </a:lnTo>
                  <a:lnTo>
                    <a:pt x="5985724" y="404764"/>
                  </a:lnTo>
                  <a:lnTo>
                    <a:pt x="5985881" y="404764"/>
                  </a:lnTo>
                  <a:lnTo>
                    <a:pt x="5986039" y="404764"/>
                  </a:lnTo>
                  <a:lnTo>
                    <a:pt x="5986197" y="404764"/>
                  </a:lnTo>
                  <a:lnTo>
                    <a:pt x="5986354" y="404764"/>
                  </a:lnTo>
                  <a:lnTo>
                    <a:pt x="5986512" y="404764"/>
                  </a:lnTo>
                  <a:lnTo>
                    <a:pt x="5986512" y="404333"/>
                  </a:lnTo>
                  <a:lnTo>
                    <a:pt x="5986670" y="404333"/>
                  </a:lnTo>
                  <a:lnTo>
                    <a:pt x="5986828" y="404333"/>
                  </a:lnTo>
                  <a:lnTo>
                    <a:pt x="5986985" y="404333"/>
                  </a:lnTo>
                  <a:lnTo>
                    <a:pt x="5987143" y="404333"/>
                  </a:lnTo>
                  <a:lnTo>
                    <a:pt x="5987301" y="404333"/>
                  </a:lnTo>
                  <a:lnTo>
                    <a:pt x="5987458" y="404333"/>
                  </a:lnTo>
                  <a:lnTo>
                    <a:pt x="5987616" y="404333"/>
                  </a:lnTo>
                  <a:lnTo>
                    <a:pt x="5987774" y="404333"/>
                  </a:lnTo>
                  <a:lnTo>
                    <a:pt x="5987932" y="404333"/>
                  </a:lnTo>
                  <a:lnTo>
                    <a:pt x="5988089" y="404333"/>
                  </a:lnTo>
                  <a:lnTo>
                    <a:pt x="5988247" y="404333"/>
                  </a:lnTo>
                  <a:lnTo>
                    <a:pt x="5988405" y="404333"/>
                  </a:lnTo>
                  <a:lnTo>
                    <a:pt x="5988563" y="404333"/>
                  </a:lnTo>
                  <a:lnTo>
                    <a:pt x="5988720" y="404333"/>
                  </a:lnTo>
                  <a:lnTo>
                    <a:pt x="5988878" y="404333"/>
                  </a:lnTo>
                  <a:lnTo>
                    <a:pt x="5989036" y="404333"/>
                  </a:lnTo>
                  <a:lnTo>
                    <a:pt x="5989193" y="404333"/>
                  </a:lnTo>
                  <a:lnTo>
                    <a:pt x="5989351" y="404333"/>
                  </a:lnTo>
                  <a:lnTo>
                    <a:pt x="5989509" y="404333"/>
                  </a:lnTo>
                  <a:lnTo>
                    <a:pt x="5989667" y="404333"/>
                  </a:lnTo>
                  <a:lnTo>
                    <a:pt x="5989824" y="404333"/>
                  </a:lnTo>
                  <a:lnTo>
                    <a:pt x="5989982" y="404333"/>
                  </a:lnTo>
                  <a:lnTo>
                    <a:pt x="5990140" y="404333"/>
                  </a:lnTo>
                  <a:lnTo>
                    <a:pt x="5990140" y="403902"/>
                  </a:lnTo>
                  <a:lnTo>
                    <a:pt x="5990297" y="403902"/>
                  </a:lnTo>
                  <a:lnTo>
                    <a:pt x="5990455" y="403902"/>
                  </a:lnTo>
                  <a:lnTo>
                    <a:pt x="5990613" y="403902"/>
                  </a:lnTo>
                  <a:lnTo>
                    <a:pt x="5990771" y="403902"/>
                  </a:lnTo>
                  <a:lnTo>
                    <a:pt x="5990928" y="403902"/>
                  </a:lnTo>
                  <a:lnTo>
                    <a:pt x="5991086" y="403902"/>
                  </a:lnTo>
                  <a:lnTo>
                    <a:pt x="5991244" y="403902"/>
                  </a:lnTo>
                  <a:lnTo>
                    <a:pt x="5991401" y="403902"/>
                  </a:lnTo>
                  <a:lnTo>
                    <a:pt x="5991401" y="403472"/>
                  </a:lnTo>
                  <a:lnTo>
                    <a:pt x="5991559" y="403472"/>
                  </a:lnTo>
                  <a:lnTo>
                    <a:pt x="5991717" y="403472"/>
                  </a:lnTo>
                  <a:lnTo>
                    <a:pt x="5991875" y="403472"/>
                  </a:lnTo>
                  <a:lnTo>
                    <a:pt x="5992032" y="403472"/>
                  </a:lnTo>
                  <a:lnTo>
                    <a:pt x="5992190" y="403472"/>
                  </a:lnTo>
                  <a:lnTo>
                    <a:pt x="5992348" y="403472"/>
                  </a:lnTo>
                  <a:lnTo>
                    <a:pt x="5992505" y="403472"/>
                  </a:lnTo>
                  <a:lnTo>
                    <a:pt x="5992663" y="403472"/>
                  </a:lnTo>
                  <a:lnTo>
                    <a:pt x="5992821" y="403472"/>
                  </a:lnTo>
                  <a:lnTo>
                    <a:pt x="5992821" y="403041"/>
                  </a:lnTo>
                  <a:lnTo>
                    <a:pt x="5992979" y="403041"/>
                  </a:lnTo>
                  <a:lnTo>
                    <a:pt x="5993136" y="403041"/>
                  </a:lnTo>
                  <a:lnTo>
                    <a:pt x="5993136" y="402611"/>
                  </a:lnTo>
                  <a:lnTo>
                    <a:pt x="5993294" y="402611"/>
                  </a:lnTo>
                  <a:lnTo>
                    <a:pt x="5993294" y="402180"/>
                  </a:lnTo>
                  <a:lnTo>
                    <a:pt x="5993452" y="402180"/>
                  </a:lnTo>
                  <a:lnTo>
                    <a:pt x="5993610" y="402180"/>
                  </a:lnTo>
                  <a:lnTo>
                    <a:pt x="5993767" y="402180"/>
                  </a:lnTo>
                  <a:lnTo>
                    <a:pt x="5993925" y="402180"/>
                  </a:lnTo>
                  <a:lnTo>
                    <a:pt x="5994083" y="402180"/>
                  </a:lnTo>
                  <a:lnTo>
                    <a:pt x="5994240" y="402180"/>
                  </a:lnTo>
                  <a:lnTo>
                    <a:pt x="5994398" y="402180"/>
                  </a:lnTo>
                  <a:lnTo>
                    <a:pt x="5994556" y="402180"/>
                  </a:lnTo>
                  <a:lnTo>
                    <a:pt x="5994714" y="402180"/>
                  </a:lnTo>
                  <a:lnTo>
                    <a:pt x="5994871" y="402180"/>
                  </a:lnTo>
                  <a:lnTo>
                    <a:pt x="5995029" y="402180"/>
                  </a:lnTo>
                  <a:lnTo>
                    <a:pt x="5995187" y="402180"/>
                  </a:lnTo>
                  <a:lnTo>
                    <a:pt x="5995344" y="402180"/>
                  </a:lnTo>
                  <a:lnTo>
                    <a:pt x="5995502" y="402180"/>
                  </a:lnTo>
                  <a:lnTo>
                    <a:pt x="5995660" y="402180"/>
                  </a:lnTo>
                  <a:lnTo>
                    <a:pt x="5995818" y="402180"/>
                  </a:lnTo>
                  <a:lnTo>
                    <a:pt x="5995818" y="401749"/>
                  </a:lnTo>
                  <a:lnTo>
                    <a:pt x="5995975" y="401749"/>
                  </a:lnTo>
                  <a:lnTo>
                    <a:pt x="5996133" y="401749"/>
                  </a:lnTo>
                  <a:lnTo>
                    <a:pt x="5996291" y="401749"/>
                  </a:lnTo>
                  <a:lnTo>
                    <a:pt x="5996291" y="401319"/>
                  </a:lnTo>
                  <a:lnTo>
                    <a:pt x="5996448" y="401319"/>
                  </a:lnTo>
                  <a:lnTo>
                    <a:pt x="5996606" y="401319"/>
                  </a:lnTo>
                  <a:lnTo>
                    <a:pt x="5996764" y="401319"/>
                  </a:lnTo>
                  <a:lnTo>
                    <a:pt x="5996922" y="401319"/>
                  </a:lnTo>
                  <a:lnTo>
                    <a:pt x="5997079" y="401319"/>
                  </a:lnTo>
                  <a:lnTo>
                    <a:pt x="5997237" y="401319"/>
                  </a:lnTo>
                  <a:lnTo>
                    <a:pt x="5997395" y="401319"/>
                  </a:lnTo>
                  <a:lnTo>
                    <a:pt x="5997395" y="400888"/>
                  </a:lnTo>
                  <a:lnTo>
                    <a:pt x="5997552" y="400888"/>
                  </a:lnTo>
                  <a:lnTo>
                    <a:pt x="5997552" y="400458"/>
                  </a:lnTo>
                  <a:lnTo>
                    <a:pt x="5997710" y="400458"/>
                  </a:lnTo>
                  <a:lnTo>
                    <a:pt x="5997868" y="400458"/>
                  </a:lnTo>
                  <a:lnTo>
                    <a:pt x="5998026" y="400458"/>
                  </a:lnTo>
                  <a:lnTo>
                    <a:pt x="5998026" y="400027"/>
                  </a:lnTo>
                  <a:lnTo>
                    <a:pt x="5998183" y="400027"/>
                  </a:lnTo>
                  <a:lnTo>
                    <a:pt x="5998341" y="400027"/>
                  </a:lnTo>
                  <a:lnTo>
                    <a:pt x="5998499" y="400027"/>
                  </a:lnTo>
                  <a:lnTo>
                    <a:pt x="5998656" y="400027"/>
                  </a:lnTo>
                  <a:lnTo>
                    <a:pt x="5998814" y="400027"/>
                  </a:lnTo>
                  <a:lnTo>
                    <a:pt x="5998814" y="399596"/>
                  </a:lnTo>
                  <a:lnTo>
                    <a:pt x="5998972" y="399596"/>
                  </a:lnTo>
                  <a:lnTo>
                    <a:pt x="5999130" y="399596"/>
                  </a:lnTo>
                  <a:lnTo>
                    <a:pt x="5999287" y="399596"/>
                  </a:lnTo>
                  <a:lnTo>
                    <a:pt x="5999287" y="399166"/>
                  </a:lnTo>
                  <a:lnTo>
                    <a:pt x="5999287" y="398735"/>
                  </a:lnTo>
                  <a:lnTo>
                    <a:pt x="5999445" y="398735"/>
                  </a:lnTo>
                  <a:lnTo>
                    <a:pt x="5999603" y="398735"/>
                  </a:lnTo>
                  <a:lnTo>
                    <a:pt x="5999761" y="398735"/>
                  </a:lnTo>
                  <a:lnTo>
                    <a:pt x="5999918" y="398735"/>
                  </a:lnTo>
                  <a:lnTo>
                    <a:pt x="6000076" y="398735"/>
                  </a:lnTo>
                  <a:lnTo>
                    <a:pt x="6000234" y="398735"/>
                  </a:lnTo>
                  <a:lnTo>
                    <a:pt x="6000391" y="398735"/>
                  </a:lnTo>
                  <a:lnTo>
                    <a:pt x="6000549" y="398735"/>
                  </a:lnTo>
                  <a:lnTo>
                    <a:pt x="6000707" y="398735"/>
                  </a:lnTo>
                  <a:lnTo>
                    <a:pt x="6000865" y="398735"/>
                  </a:lnTo>
                  <a:lnTo>
                    <a:pt x="6001022" y="398735"/>
                  </a:lnTo>
                  <a:lnTo>
                    <a:pt x="6001180" y="398735"/>
                  </a:lnTo>
                  <a:lnTo>
                    <a:pt x="6001338" y="398735"/>
                  </a:lnTo>
                  <a:lnTo>
                    <a:pt x="6001495" y="398735"/>
                  </a:lnTo>
                  <a:lnTo>
                    <a:pt x="6001653" y="398735"/>
                  </a:lnTo>
                  <a:lnTo>
                    <a:pt x="6001811" y="398735"/>
                  </a:lnTo>
                  <a:lnTo>
                    <a:pt x="6001969" y="398735"/>
                  </a:lnTo>
                  <a:lnTo>
                    <a:pt x="6002126" y="398735"/>
                  </a:lnTo>
                  <a:lnTo>
                    <a:pt x="6002284" y="398735"/>
                  </a:lnTo>
                  <a:lnTo>
                    <a:pt x="6002442" y="398735"/>
                  </a:lnTo>
                  <a:lnTo>
                    <a:pt x="6002599" y="398735"/>
                  </a:lnTo>
                  <a:lnTo>
                    <a:pt x="6002757" y="398735"/>
                  </a:lnTo>
                  <a:lnTo>
                    <a:pt x="6002915" y="398735"/>
                  </a:lnTo>
                  <a:lnTo>
                    <a:pt x="6003073" y="398735"/>
                  </a:lnTo>
                  <a:lnTo>
                    <a:pt x="6003230" y="398735"/>
                  </a:lnTo>
                  <a:lnTo>
                    <a:pt x="6003388" y="398735"/>
                  </a:lnTo>
                  <a:lnTo>
                    <a:pt x="6003546" y="398735"/>
                  </a:lnTo>
                  <a:lnTo>
                    <a:pt x="6003703" y="398735"/>
                  </a:lnTo>
                  <a:lnTo>
                    <a:pt x="6003861" y="398735"/>
                  </a:lnTo>
                  <a:lnTo>
                    <a:pt x="6004019" y="398735"/>
                  </a:lnTo>
                  <a:lnTo>
                    <a:pt x="6004019" y="398305"/>
                  </a:lnTo>
                  <a:lnTo>
                    <a:pt x="6004177" y="398305"/>
                  </a:lnTo>
                  <a:lnTo>
                    <a:pt x="6004334" y="398305"/>
                  </a:lnTo>
                  <a:lnTo>
                    <a:pt x="6004334" y="397874"/>
                  </a:lnTo>
                  <a:lnTo>
                    <a:pt x="6004492" y="397874"/>
                  </a:lnTo>
                  <a:lnTo>
                    <a:pt x="6004650" y="397874"/>
                  </a:lnTo>
                  <a:lnTo>
                    <a:pt x="6004808" y="397874"/>
                  </a:lnTo>
                  <a:lnTo>
                    <a:pt x="6004808" y="397443"/>
                  </a:lnTo>
                  <a:lnTo>
                    <a:pt x="6004965" y="397443"/>
                  </a:lnTo>
                  <a:lnTo>
                    <a:pt x="6005123" y="397443"/>
                  </a:lnTo>
                  <a:lnTo>
                    <a:pt x="6005281" y="397443"/>
                  </a:lnTo>
                  <a:lnTo>
                    <a:pt x="6005281" y="397013"/>
                  </a:lnTo>
                  <a:lnTo>
                    <a:pt x="6005438" y="397013"/>
                  </a:lnTo>
                  <a:lnTo>
                    <a:pt x="6005596" y="397013"/>
                  </a:lnTo>
                  <a:lnTo>
                    <a:pt x="6005754" y="397013"/>
                  </a:lnTo>
                  <a:lnTo>
                    <a:pt x="6005754" y="396582"/>
                  </a:lnTo>
                  <a:lnTo>
                    <a:pt x="6005754" y="396152"/>
                  </a:lnTo>
                  <a:lnTo>
                    <a:pt x="6005912" y="396152"/>
                  </a:lnTo>
                  <a:lnTo>
                    <a:pt x="6006069" y="396152"/>
                  </a:lnTo>
                  <a:lnTo>
                    <a:pt x="6006227" y="396152"/>
                  </a:lnTo>
                  <a:lnTo>
                    <a:pt x="6006385" y="396152"/>
                  </a:lnTo>
                  <a:lnTo>
                    <a:pt x="6006542" y="396152"/>
                  </a:lnTo>
                  <a:lnTo>
                    <a:pt x="6006700" y="396152"/>
                  </a:lnTo>
                  <a:lnTo>
                    <a:pt x="6006858" y="396152"/>
                  </a:lnTo>
                  <a:lnTo>
                    <a:pt x="6007016" y="396152"/>
                  </a:lnTo>
                  <a:lnTo>
                    <a:pt x="6007173" y="396152"/>
                  </a:lnTo>
                  <a:lnTo>
                    <a:pt x="6007331" y="396152"/>
                  </a:lnTo>
                  <a:lnTo>
                    <a:pt x="6007489" y="396152"/>
                  </a:lnTo>
                  <a:lnTo>
                    <a:pt x="6007489" y="395721"/>
                  </a:lnTo>
                  <a:lnTo>
                    <a:pt x="6007646" y="395721"/>
                  </a:lnTo>
                  <a:lnTo>
                    <a:pt x="6007804" y="395721"/>
                  </a:lnTo>
                  <a:lnTo>
                    <a:pt x="6007962" y="395721"/>
                  </a:lnTo>
                  <a:lnTo>
                    <a:pt x="6008120" y="395721"/>
                  </a:lnTo>
                  <a:lnTo>
                    <a:pt x="6008277" y="395721"/>
                  </a:lnTo>
                  <a:lnTo>
                    <a:pt x="6008277" y="395290"/>
                  </a:lnTo>
                  <a:lnTo>
                    <a:pt x="6008435" y="395290"/>
                  </a:lnTo>
                  <a:lnTo>
                    <a:pt x="6008593" y="395290"/>
                  </a:lnTo>
                  <a:lnTo>
                    <a:pt x="6008750" y="395290"/>
                  </a:lnTo>
                  <a:lnTo>
                    <a:pt x="6008908" y="395290"/>
                  </a:lnTo>
                  <a:lnTo>
                    <a:pt x="6008908" y="394860"/>
                  </a:lnTo>
                  <a:lnTo>
                    <a:pt x="6009066" y="394860"/>
                  </a:lnTo>
                  <a:lnTo>
                    <a:pt x="6009224" y="394860"/>
                  </a:lnTo>
                  <a:lnTo>
                    <a:pt x="6009381" y="394860"/>
                  </a:lnTo>
                  <a:lnTo>
                    <a:pt x="6009539" y="394860"/>
                  </a:lnTo>
                  <a:lnTo>
                    <a:pt x="6009697" y="394860"/>
                  </a:lnTo>
                  <a:lnTo>
                    <a:pt x="6009854" y="394860"/>
                  </a:lnTo>
                  <a:lnTo>
                    <a:pt x="6010012" y="394860"/>
                  </a:lnTo>
                  <a:lnTo>
                    <a:pt x="6010170" y="394860"/>
                  </a:lnTo>
                  <a:lnTo>
                    <a:pt x="6010328" y="394860"/>
                  </a:lnTo>
                  <a:lnTo>
                    <a:pt x="6010485" y="394860"/>
                  </a:lnTo>
                  <a:lnTo>
                    <a:pt x="6010643" y="394860"/>
                  </a:lnTo>
                  <a:lnTo>
                    <a:pt x="6010801" y="394860"/>
                  </a:lnTo>
                  <a:lnTo>
                    <a:pt x="6010959" y="394860"/>
                  </a:lnTo>
                  <a:lnTo>
                    <a:pt x="6011116" y="394860"/>
                  </a:lnTo>
                  <a:lnTo>
                    <a:pt x="6011274" y="394860"/>
                  </a:lnTo>
                  <a:lnTo>
                    <a:pt x="6011432" y="394860"/>
                  </a:lnTo>
                  <a:lnTo>
                    <a:pt x="6011589" y="394860"/>
                  </a:lnTo>
                  <a:lnTo>
                    <a:pt x="6011747" y="394860"/>
                  </a:lnTo>
                  <a:lnTo>
                    <a:pt x="6011905" y="394860"/>
                  </a:lnTo>
                  <a:lnTo>
                    <a:pt x="6012063" y="394860"/>
                  </a:lnTo>
                  <a:lnTo>
                    <a:pt x="6012220" y="394860"/>
                  </a:lnTo>
                  <a:lnTo>
                    <a:pt x="6012378" y="394860"/>
                  </a:lnTo>
                  <a:lnTo>
                    <a:pt x="6012536" y="394860"/>
                  </a:lnTo>
                  <a:lnTo>
                    <a:pt x="6012693" y="394860"/>
                  </a:lnTo>
                  <a:lnTo>
                    <a:pt x="6012851" y="394860"/>
                  </a:lnTo>
                  <a:lnTo>
                    <a:pt x="6013009" y="394860"/>
                  </a:lnTo>
                  <a:lnTo>
                    <a:pt x="6013009" y="394429"/>
                  </a:lnTo>
                  <a:lnTo>
                    <a:pt x="6013167" y="394429"/>
                  </a:lnTo>
                  <a:lnTo>
                    <a:pt x="6013324" y="394429"/>
                  </a:lnTo>
                  <a:lnTo>
                    <a:pt x="6013482" y="394429"/>
                  </a:lnTo>
                  <a:lnTo>
                    <a:pt x="6013640" y="394429"/>
                  </a:lnTo>
                  <a:lnTo>
                    <a:pt x="6013797" y="394429"/>
                  </a:lnTo>
                  <a:lnTo>
                    <a:pt x="6013955" y="394429"/>
                  </a:lnTo>
                  <a:lnTo>
                    <a:pt x="6014113" y="394429"/>
                  </a:lnTo>
                  <a:lnTo>
                    <a:pt x="6014271" y="394429"/>
                  </a:lnTo>
                  <a:lnTo>
                    <a:pt x="6014428" y="394429"/>
                  </a:lnTo>
                  <a:lnTo>
                    <a:pt x="6014586" y="394429"/>
                  </a:lnTo>
                  <a:lnTo>
                    <a:pt x="6014744" y="394429"/>
                  </a:lnTo>
                  <a:lnTo>
                    <a:pt x="6014901" y="394429"/>
                  </a:lnTo>
                  <a:lnTo>
                    <a:pt x="6014901" y="393999"/>
                  </a:lnTo>
                  <a:lnTo>
                    <a:pt x="6015059" y="393999"/>
                  </a:lnTo>
                  <a:lnTo>
                    <a:pt x="6015217" y="393999"/>
                  </a:lnTo>
                  <a:lnTo>
                    <a:pt x="6015375" y="393999"/>
                  </a:lnTo>
                  <a:lnTo>
                    <a:pt x="6015532" y="393999"/>
                  </a:lnTo>
                  <a:lnTo>
                    <a:pt x="6015690" y="393999"/>
                  </a:lnTo>
                  <a:lnTo>
                    <a:pt x="6015848" y="393999"/>
                  </a:lnTo>
                  <a:lnTo>
                    <a:pt x="6016006" y="393999"/>
                  </a:lnTo>
                  <a:lnTo>
                    <a:pt x="6016163" y="393999"/>
                  </a:lnTo>
                  <a:lnTo>
                    <a:pt x="6016321" y="393999"/>
                  </a:lnTo>
                  <a:lnTo>
                    <a:pt x="6016479" y="393999"/>
                  </a:lnTo>
                  <a:lnTo>
                    <a:pt x="6016636" y="393999"/>
                  </a:lnTo>
                  <a:lnTo>
                    <a:pt x="6016794" y="393999"/>
                  </a:lnTo>
                  <a:lnTo>
                    <a:pt x="6016952" y="393999"/>
                  </a:lnTo>
                  <a:lnTo>
                    <a:pt x="6017110" y="393999"/>
                  </a:lnTo>
                  <a:lnTo>
                    <a:pt x="6017267" y="393999"/>
                  </a:lnTo>
                  <a:lnTo>
                    <a:pt x="6017425" y="393999"/>
                  </a:lnTo>
                  <a:lnTo>
                    <a:pt x="6017425" y="393568"/>
                  </a:lnTo>
                  <a:lnTo>
                    <a:pt x="6017583" y="393568"/>
                  </a:lnTo>
                  <a:lnTo>
                    <a:pt x="6017740" y="393568"/>
                  </a:lnTo>
                  <a:lnTo>
                    <a:pt x="6017898" y="393568"/>
                  </a:lnTo>
                  <a:lnTo>
                    <a:pt x="6017898" y="393137"/>
                  </a:lnTo>
                  <a:lnTo>
                    <a:pt x="6018056" y="393137"/>
                  </a:lnTo>
                  <a:lnTo>
                    <a:pt x="6018214" y="393137"/>
                  </a:lnTo>
                  <a:lnTo>
                    <a:pt x="6018371" y="393137"/>
                  </a:lnTo>
                  <a:lnTo>
                    <a:pt x="6018529" y="393137"/>
                  </a:lnTo>
                  <a:lnTo>
                    <a:pt x="6018687" y="393137"/>
                  </a:lnTo>
                  <a:lnTo>
                    <a:pt x="6018844" y="393137"/>
                  </a:lnTo>
                  <a:lnTo>
                    <a:pt x="6018844" y="392707"/>
                  </a:lnTo>
                  <a:lnTo>
                    <a:pt x="6019002" y="392707"/>
                  </a:lnTo>
                  <a:lnTo>
                    <a:pt x="6019160" y="392707"/>
                  </a:lnTo>
                  <a:lnTo>
                    <a:pt x="6019318" y="392707"/>
                  </a:lnTo>
                  <a:lnTo>
                    <a:pt x="6019475" y="392707"/>
                  </a:lnTo>
                  <a:lnTo>
                    <a:pt x="6019633" y="392707"/>
                  </a:lnTo>
                  <a:lnTo>
                    <a:pt x="6019791" y="392707"/>
                  </a:lnTo>
                  <a:lnTo>
                    <a:pt x="6019948" y="392707"/>
                  </a:lnTo>
                  <a:lnTo>
                    <a:pt x="6020106" y="392707"/>
                  </a:lnTo>
                  <a:lnTo>
                    <a:pt x="6020264" y="392707"/>
                  </a:lnTo>
                  <a:lnTo>
                    <a:pt x="6020422" y="392707"/>
                  </a:lnTo>
                  <a:lnTo>
                    <a:pt x="6020579" y="392707"/>
                  </a:lnTo>
                  <a:lnTo>
                    <a:pt x="6020737" y="392707"/>
                  </a:lnTo>
                  <a:lnTo>
                    <a:pt x="6020895" y="392707"/>
                  </a:lnTo>
                  <a:lnTo>
                    <a:pt x="6021052" y="392707"/>
                  </a:lnTo>
                  <a:lnTo>
                    <a:pt x="6021210" y="392707"/>
                  </a:lnTo>
                  <a:lnTo>
                    <a:pt x="6021368" y="392707"/>
                  </a:lnTo>
                  <a:lnTo>
                    <a:pt x="6021526" y="392707"/>
                  </a:lnTo>
                  <a:lnTo>
                    <a:pt x="6021683" y="392707"/>
                  </a:lnTo>
                  <a:lnTo>
                    <a:pt x="6021841" y="392707"/>
                  </a:lnTo>
                  <a:lnTo>
                    <a:pt x="6021999" y="392707"/>
                  </a:lnTo>
                  <a:lnTo>
                    <a:pt x="6022157" y="392707"/>
                  </a:lnTo>
                  <a:lnTo>
                    <a:pt x="6022314" y="392707"/>
                  </a:lnTo>
                  <a:lnTo>
                    <a:pt x="6022472" y="392707"/>
                  </a:lnTo>
                  <a:lnTo>
                    <a:pt x="6022630" y="392707"/>
                  </a:lnTo>
                  <a:lnTo>
                    <a:pt x="6022787" y="392707"/>
                  </a:lnTo>
                  <a:lnTo>
                    <a:pt x="6022945" y="392707"/>
                  </a:lnTo>
                  <a:lnTo>
                    <a:pt x="6023103" y="392707"/>
                  </a:lnTo>
                  <a:lnTo>
                    <a:pt x="6023261" y="392707"/>
                  </a:lnTo>
                  <a:lnTo>
                    <a:pt x="6023418" y="392707"/>
                  </a:lnTo>
                  <a:lnTo>
                    <a:pt x="6023576" y="392707"/>
                  </a:lnTo>
                  <a:lnTo>
                    <a:pt x="6023734" y="392707"/>
                  </a:lnTo>
                  <a:lnTo>
                    <a:pt x="6023891" y="392707"/>
                  </a:lnTo>
                  <a:lnTo>
                    <a:pt x="6023891" y="392276"/>
                  </a:lnTo>
                  <a:lnTo>
                    <a:pt x="6024049" y="392276"/>
                  </a:lnTo>
                  <a:lnTo>
                    <a:pt x="6024207" y="392276"/>
                  </a:lnTo>
                  <a:lnTo>
                    <a:pt x="6024365" y="392276"/>
                  </a:lnTo>
                  <a:lnTo>
                    <a:pt x="6024522" y="392276"/>
                  </a:lnTo>
                  <a:lnTo>
                    <a:pt x="6024680" y="392276"/>
                  </a:lnTo>
                  <a:lnTo>
                    <a:pt x="6024838" y="392276"/>
                  </a:lnTo>
                  <a:lnTo>
                    <a:pt x="6024995" y="392276"/>
                  </a:lnTo>
                  <a:lnTo>
                    <a:pt x="6025153" y="392276"/>
                  </a:lnTo>
                  <a:lnTo>
                    <a:pt x="6025311" y="392276"/>
                  </a:lnTo>
                  <a:lnTo>
                    <a:pt x="6025469" y="392276"/>
                  </a:lnTo>
                  <a:lnTo>
                    <a:pt x="6025626" y="392276"/>
                  </a:lnTo>
                  <a:lnTo>
                    <a:pt x="6025784" y="392276"/>
                  </a:lnTo>
                  <a:lnTo>
                    <a:pt x="6025942" y="392276"/>
                  </a:lnTo>
                  <a:lnTo>
                    <a:pt x="6026099" y="392276"/>
                  </a:lnTo>
                  <a:lnTo>
                    <a:pt x="6026257" y="392276"/>
                  </a:lnTo>
                  <a:lnTo>
                    <a:pt x="6026415" y="392276"/>
                  </a:lnTo>
                  <a:lnTo>
                    <a:pt x="6026573" y="392276"/>
                  </a:lnTo>
                  <a:lnTo>
                    <a:pt x="6026730" y="392276"/>
                  </a:lnTo>
                  <a:lnTo>
                    <a:pt x="6026888" y="392276"/>
                  </a:lnTo>
                  <a:lnTo>
                    <a:pt x="6027046" y="392276"/>
                  </a:lnTo>
                  <a:lnTo>
                    <a:pt x="6027204" y="392276"/>
                  </a:lnTo>
                  <a:lnTo>
                    <a:pt x="6027361" y="392276"/>
                  </a:lnTo>
                  <a:lnTo>
                    <a:pt x="6027519" y="392276"/>
                  </a:lnTo>
                  <a:lnTo>
                    <a:pt x="6027677" y="392276"/>
                  </a:lnTo>
                  <a:lnTo>
                    <a:pt x="6027834" y="392276"/>
                  </a:lnTo>
                  <a:lnTo>
                    <a:pt x="6027992" y="392276"/>
                  </a:lnTo>
                  <a:lnTo>
                    <a:pt x="6027992" y="391846"/>
                  </a:lnTo>
                  <a:lnTo>
                    <a:pt x="6028150" y="391846"/>
                  </a:lnTo>
                  <a:lnTo>
                    <a:pt x="6028308" y="391846"/>
                  </a:lnTo>
                  <a:lnTo>
                    <a:pt x="6028465" y="391846"/>
                  </a:lnTo>
                  <a:lnTo>
                    <a:pt x="6028623" y="391846"/>
                  </a:lnTo>
                  <a:lnTo>
                    <a:pt x="6028781" y="391846"/>
                  </a:lnTo>
                  <a:lnTo>
                    <a:pt x="6028938" y="391846"/>
                  </a:lnTo>
                  <a:lnTo>
                    <a:pt x="6029096" y="391846"/>
                  </a:lnTo>
                  <a:lnTo>
                    <a:pt x="6029254" y="391846"/>
                  </a:lnTo>
                  <a:lnTo>
                    <a:pt x="6029412" y="391846"/>
                  </a:lnTo>
                  <a:lnTo>
                    <a:pt x="6029569" y="391846"/>
                  </a:lnTo>
                  <a:lnTo>
                    <a:pt x="6029727" y="391846"/>
                  </a:lnTo>
                  <a:lnTo>
                    <a:pt x="6029885" y="391846"/>
                  </a:lnTo>
                  <a:lnTo>
                    <a:pt x="6030042" y="391846"/>
                  </a:lnTo>
                  <a:lnTo>
                    <a:pt x="6030200" y="391846"/>
                  </a:lnTo>
                  <a:lnTo>
                    <a:pt x="6030358" y="391846"/>
                  </a:lnTo>
                  <a:lnTo>
                    <a:pt x="6030516" y="391846"/>
                  </a:lnTo>
                  <a:lnTo>
                    <a:pt x="6030673" y="391846"/>
                  </a:lnTo>
                  <a:lnTo>
                    <a:pt x="6030831" y="391846"/>
                  </a:lnTo>
                  <a:lnTo>
                    <a:pt x="6030989" y="391846"/>
                  </a:lnTo>
                  <a:lnTo>
                    <a:pt x="6031146" y="391846"/>
                  </a:lnTo>
                  <a:lnTo>
                    <a:pt x="6031304" y="391846"/>
                  </a:lnTo>
                  <a:lnTo>
                    <a:pt x="6031462" y="391846"/>
                  </a:lnTo>
                  <a:lnTo>
                    <a:pt x="6031620" y="391846"/>
                  </a:lnTo>
                  <a:lnTo>
                    <a:pt x="6031777" y="391846"/>
                  </a:lnTo>
                  <a:lnTo>
                    <a:pt x="6031935" y="391846"/>
                  </a:lnTo>
                  <a:lnTo>
                    <a:pt x="6032093" y="391846"/>
                  </a:lnTo>
                  <a:lnTo>
                    <a:pt x="6032093" y="391415"/>
                  </a:lnTo>
                  <a:lnTo>
                    <a:pt x="6032250" y="391415"/>
                  </a:lnTo>
                  <a:lnTo>
                    <a:pt x="6032408" y="391415"/>
                  </a:lnTo>
                  <a:lnTo>
                    <a:pt x="6032566" y="391415"/>
                  </a:lnTo>
                  <a:lnTo>
                    <a:pt x="6032724" y="391415"/>
                  </a:lnTo>
                  <a:lnTo>
                    <a:pt x="6032881" y="391415"/>
                  </a:lnTo>
                  <a:lnTo>
                    <a:pt x="6033039" y="391415"/>
                  </a:lnTo>
                  <a:lnTo>
                    <a:pt x="6033197" y="391415"/>
                  </a:lnTo>
                  <a:lnTo>
                    <a:pt x="6033355" y="391415"/>
                  </a:lnTo>
                  <a:lnTo>
                    <a:pt x="6033355" y="390984"/>
                  </a:lnTo>
                  <a:lnTo>
                    <a:pt x="6033512" y="390984"/>
                  </a:lnTo>
                  <a:lnTo>
                    <a:pt x="6033670" y="390984"/>
                  </a:lnTo>
                  <a:lnTo>
                    <a:pt x="6033828" y="390984"/>
                  </a:lnTo>
                  <a:lnTo>
                    <a:pt x="6033985" y="390984"/>
                  </a:lnTo>
                  <a:lnTo>
                    <a:pt x="6034143" y="390984"/>
                  </a:lnTo>
                  <a:lnTo>
                    <a:pt x="6034301" y="390984"/>
                  </a:lnTo>
                  <a:lnTo>
                    <a:pt x="6034301" y="390554"/>
                  </a:lnTo>
                  <a:lnTo>
                    <a:pt x="6034459" y="390554"/>
                  </a:lnTo>
                  <a:lnTo>
                    <a:pt x="6034616" y="390554"/>
                  </a:lnTo>
                  <a:lnTo>
                    <a:pt x="6034774" y="390554"/>
                  </a:lnTo>
                  <a:lnTo>
                    <a:pt x="6034932" y="390554"/>
                  </a:lnTo>
                  <a:lnTo>
                    <a:pt x="6035089" y="390554"/>
                  </a:lnTo>
                  <a:lnTo>
                    <a:pt x="6035247" y="390554"/>
                  </a:lnTo>
                  <a:lnTo>
                    <a:pt x="6035405" y="390554"/>
                  </a:lnTo>
                  <a:lnTo>
                    <a:pt x="6035563" y="390554"/>
                  </a:lnTo>
                  <a:lnTo>
                    <a:pt x="6035563" y="390123"/>
                  </a:lnTo>
                  <a:lnTo>
                    <a:pt x="6035720" y="390123"/>
                  </a:lnTo>
                  <a:lnTo>
                    <a:pt x="6035878" y="390123"/>
                  </a:lnTo>
                  <a:lnTo>
                    <a:pt x="6036036" y="390123"/>
                  </a:lnTo>
                  <a:lnTo>
                    <a:pt x="6036193" y="390123"/>
                  </a:lnTo>
                  <a:lnTo>
                    <a:pt x="6036351" y="390123"/>
                  </a:lnTo>
                  <a:lnTo>
                    <a:pt x="6036509" y="390123"/>
                  </a:lnTo>
                  <a:lnTo>
                    <a:pt x="6036667" y="390123"/>
                  </a:lnTo>
                  <a:lnTo>
                    <a:pt x="6036824" y="390123"/>
                  </a:lnTo>
                  <a:lnTo>
                    <a:pt x="6036982" y="390123"/>
                  </a:lnTo>
                  <a:lnTo>
                    <a:pt x="6036982" y="389693"/>
                  </a:lnTo>
                  <a:lnTo>
                    <a:pt x="6037140" y="389693"/>
                  </a:lnTo>
                  <a:lnTo>
                    <a:pt x="6037297" y="389693"/>
                  </a:lnTo>
                  <a:lnTo>
                    <a:pt x="6037455" y="389693"/>
                  </a:lnTo>
                  <a:lnTo>
                    <a:pt x="6037613" y="389693"/>
                  </a:lnTo>
                  <a:lnTo>
                    <a:pt x="6037613" y="389262"/>
                  </a:lnTo>
                  <a:lnTo>
                    <a:pt x="6037771" y="389262"/>
                  </a:lnTo>
                  <a:lnTo>
                    <a:pt x="6037771" y="388831"/>
                  </a:lnTo>
                  <a:lnTo>
                    <a:pt x="6037928" y="388831"/>
                  </a:lnTo>
                  <a:lnTo>
                    <a:pt x="6038086" y="388831"/>
                  </a:lnTo>
                  <a:lnTo>
                    <a:pt x="6038244" y="388831"/>
                  </a:lnTo>
                  <a:lnTo>
                    <a:pt x="6038402" y="388831"/>
                  </a:lnTo>
                  <a:lnTo>
                    <a:pt x="6038559" y="388831"/>
                  </a:lnTo>
                  <a:lnTo>
                    <a:pt x="6038559" y="388401"/>
                  </a:lnTo>
                  <a:lnTo>
                    <a:pt x="6038717" y="388401"/>
                  </a:lnTo>
                  <a:lnTo>
                    <a:pt x="6038875" y="388401"/>
                  </a:lnTo>
                  <a:lnTo>
                    <a:pt x="6039032" y="388401"/>
                  </a:lnTo>
                  <a:lnTo>
                    <a:pt x="6039190" y="388401"/>
                  </a:lnTo>
                  <a:lnTo>
                    <a:pt x="6039348" y="388401"/>
                  </a:lnTo>
                  <a:lnTo>
                    <a:pt x="6039506" y="388401"/>
                  </a:lnTo>
                  <a:lnTo>
                    <a:pt x="6039663" y="388401"/>
                  </a:lnTo>
                  <a:lnTo>
                    <a:pt x="6039821" y="388401"/>
                  </a:lnTo>
                  <a:lnTo>
                    <a:pt x="6039979" y="388401"/>
                  </a:lnTo>
                  <a:lnTo>
                    <a:pt x="6040136" y="388401"/>
                  </a:lnTo>
                  <a:lnTo>
                    <a:pt x="6040294" y="388401"/>
                  </a:lnTo>
                  <a:lnTo>
                    <a:pt x="6040452" y="388401"/>
                  </a:lnTo>
                  <a:lnTo>
                    <a:pt x="6040610" y="388401"/>
                  </a:lnTo>
                  <a:lnTo>
                    <a:pt x="6040610" y="387970"/>
                  </a:lnTo>
                  <a:lnTo>
                    <a:pt x="6040767" y="387970"/>
                  </a:lnTo>
                  <a:lnTo>
                    <a:pt x="6040925" y="387970"/>
                  </a:lnTo>
                  <a:lnTo>
                    <a:pt x="6041083" y="387970"/>
                  </a:lnTo>
                  <a:lnTo>
                    <a:pt x="6041240" y="387970"/>
                  </a:lnTo>
                  <a:lnTo>
                    <a:pt x="6041398" y="387970"/>
                  </a:lnTo>
                  <a:lnTo>
                    <a:pt x="6041556" y="387970"/>
                  </a:lnTo>
                  <a:lnTo>
                    <a:pt x="6041714" y="387970"/>
                  </a:lnTo>
                  <a:lnTo>
                    <a:pt x="6041871" y="387970"/>
                  </a:lnTo>
                  <a:lnTo>
                    <a:pt x="6042029" y="387970"/>
                  </a:lnTo>
                  <a:lnTo>
                    <a:pt x="6042187" y="387970"/>
                  </a:lnTo>
                  <a:lnTo>
                    <a:pt x="6042344" y="387970"/>
                  </a:lnTo>
                  <a:lnTo>
                    <a:pt x="6042344" y="387540"/>
                  </a:lnTo>
                  <a:lnTo>
                    <a:pt x="6042502" y="387540"/>
                  </a:lnTo>
                  <a:lnTo>
                    <a:pt x="6042660" y="387540"/>
                  </a:lnTo>
                  <a:lnTo>
                    <a:pt x="6042818" y="387540"/>
                  </a:lnTo>
                  <a:lnTo>
                    <a:pt x="6042975" y="387540"/>
                  </a:lnTo>
                  <a:lnTo>
                    <a:pt x="6043133" y="387540"/>
                  </a:lnTo>
                  <a:lnTo>
                    <a:pt x="6043133" y="387109"/>
                  </a:lnTo>
                  <a:lnTo>
                    <a:pt x="6043291" y="387109"/>
                  </a:lnTo>
                  <a:lnTo>
                    <a:pt x="6043448" y="387109"/>
                  </a:lnTo>
                  <a:lnTo>
                    <a:pt x="6043606" y="387109"/>
                  </a:lnTo>
                  <a:lnTo>
                    <a:pt x="6043764" y="387109"/>
                  </a:lnTo>
                  <a:lnTo>
                    <a:pt x="6043922" y="387109"/>
                  </a:lnTo>
                  <a:lnTo>
                    <a:pt x="6044079" y="387109"/>
                  </a:lnTo>
                  <a:lnTo>
                    <a:pt x="6044237" y="387109"/>
                  </a:lnTo>
                  <a:lnTo>
                    <a:pt x="6044395" y="387109"/>
                  </a:lnTo>
                  <a:lnTo>
                    <a:pt x="6044553" y="387109"/>
                  </a:lnTo>
                  <a:lnTo>
                    <a:pt x="6044710" y="387109"/>
                  </a:lnTo>
                  <a:lnTo>
                    <a:pt x="6044710" y="386678"/>
                  </a:lnTo>
                  <a:lnTo>
                    <a:pt x="6044868" y="386678"/>
                  </a:lnTo>
                  <a:lnTo>
                    <a:pt x="6045026" y="386678"/>
                  </a:lnTo>
                  <a:lnTo>
                    <a:pt x="6045183" y="386678"/>
                  </a:lnTo>
                  <a:lnTo>
                    <a:pt x="6045341" y="386678"/>
                  </a:lnTo>
                  <a:lnTo>
                    <a:pt x="6045499" y="386678"/>
                  </a:lnTo>
                  <a:lnTo>
                    <a:pt x="6045657" y="386678"/>
                  </a:lnTo>
                  <a:lnTo>
                    <a:pt x="6045814" y="386678"/>
                  </a:lnTo>
                  <a:lnTo>
                    <a:pt x="6045972" y="386678"/>
                  </a:lnTo>
                  <a:lnTo>
                    <a:pt x="6046130" y="386678"/>
                  </a:lnTo>
                  <a:lnTo>
                    <a:pt x="6046287" y="386678"/>
                  </a:lnTo>
                  <a:lnTo>
                    <a:pt x="6046445" y="386678"/>
                  </a:lnTo>
                  <a:lnTo>
                    <a:pt x="6046603" y="386678"/>
                  </a:lnTo>
                  <a:lnTo>
                    <a:pt x="6046761" y="386678"/>
                  </a:lnTo>
                  <a:lnTo>
                    <a:pt x="6046918" y="386678"/>
                  </a:lnTo>
                  <a:lnTo>
                    <a:pt x="6047076" y="386678"/>
                  </a:lnTo>
                  <a:lnTo>
                    <a:pt x="6047076" y="386248"/>
                  </a:lnTo>
                  <a:lnTo>
                    <a:pt x="6047076" y="385817"/>
                  </a:lnTo>
                  <a:lnTo>
                    <a:pt x="6047234" y="385817"/>
                  </a:lnTo>
                  <a:lnTo>
                    <a:pt x="6047391" y="385817"/>
                  </a:lnTo>
                  <a:lnTo>
                    <a:pt x="6047549" y="385817"/>
                  </a:lnTo>
                  <a:lnTo>
                    <a:pt x="6047707" y="385817"/>
                  </a:lnTo>
                  <a:lnTo>
                    <a:pt x="6047865" y="385817"/>
                  </a:lnTo>
                  <a:lnTo>
                    <a:pt x="6048022" y="385817"/>
                  </a:lnTo>
                  <a:lnTo>
                    <a:pt x="6048180" y="385817"/>
                  </a:lnTo>
                  <a:lnTo>
                    <a:pt x="6048180" y="385387"/>
                  </a:lnTo>
                  <a:lnTo>
                    <a:pt x="6048338" y="385387"/>
                  </a:lnTo>
                  <a:lnTo>
                    <a:pt x="6048495" y="385387"/>
                  </a:lnTo>
                  <a:lnTo>
                    <a:pt x="6048653" y="385387"/>
                  </a:lnTo>
                  <a:lnTo>
                    <a:pt x="6048811" y="385387"/>
                  </a:lnTo>
                  <a:lnTo>
                    <a:pt x="6048969" y="385387"/>
                  </a:lnTo>
                  <a:lnTo>
                    <a:pt x="6049126" y="385387"/>
                  </a:lnTo>
                  <a:lnTo>
                    <a:pt x="6049284" y="385387"/>
                  </a:lnTo>
                  <a:lnTo>
                    <a:pt x="6049442" y="385387"/>
                  </a:lnTo>
                  <a:lnTo>
                    <a:pt x="6049599" y="385387"/>
                  </a:lnTo>
                  <a:lnTo>
                    <a:pt x="6049757" y="385387"/>
                  </a:lnTo>
                  <a:lnTo>
                    <a:pt x="6049757" y="384956"/>
                  </a:lnTo>
                  <a:lnTo>
                    <a:pt x="6049915" y="384956"/>
                  </a:lnTo>
                  <a:lnTo>
                    <a:pt x="6050073" y="384956"/>
                  </a:lnTo>
                  <a:lnTo>
                    <a:pt x="6050230" y="384956"/>
                  </a:lnTo>
                  <a:lnTo>
                    <a:pt x="6050388" y="384956"/>
                  </a:lnTo>
                  <a:lnTo>
                    <a:pt x="6050546" y="384956"/>
                  </a:lnTo>
                  <a:lnTo>
                    <a:pt x="6050546" y="384525"/>
                  </a:lnTo>
                  <a:lnTo>
                    <a:pt x="6050704" y="384525"/>
                  </a:lnTo>
                  <a:lnTo>
                    <a:pt x="6050861" y="384525"/>
                  </a:lnTo>
                  <a:lnTo>
                    <a:pt x="6051019" y="384525"/>
                  </a:lnTo>
                  <a:lnTo>
                    <a:pt x="6051177" y="384525"/>
                  </a:lnTo>
                  <a:lnTo>
                    <a:pt x="6051334" y="384525"/>
                  </a:lnTo>
                  <a:lnTo>
                    <a:pt x="6051492" y="384525"/>
                  </a:lnTo>
                  <a:lnTo>
                    <a:pt x="6051650" y="384525"/>
                  </a:lnTo>
                  <a:lnTo>
                    <a:pt x="6051808" y="384525"/>
                  </a:lnTo>
                  <a:lnTo>
                    <a:pt x="6051965" y="384525"/>
                  </a:lnTo>
                  <a:lnTo>
                    <a:pt x="6052123" y="384525"/>
                  </a:lnTo>
                  <a:lnTo>
                    <a:pt x="6052281" y="384525"/>
                  </a:lnTo>
                  <a:lnTo>
                    <a:pt x="6052281" y="384095"/>
                  </a:lnTo>
                  <a:lnTo>
                    <a:pt x="6052438" y="384095"/>
                  </a:lnTo>
                  <a:lnTo>
                    <a:pt x="6052596" y="384095"/>
                  </a:lnTo>
                  <a:lnTo>
                    <a:pt x="6052754" y="384095"/>
                  </a:lnTo>
                  <a:lnTo>
                    <a:pt x="6052912" y="384095"/>
                  </a:lnTo>
                  <a:lnTo>
                    <a:pt x="6053069" y="384095"/>
                  </a:lnTo>
                  <a:lnTo>
                    <a:pt x="6053227" y="384095"/>
                  </a:lnTo>
                  <a:lnTo>
                    <a:pt x="6053385" y="384095"/>
                  </a:lnTo>
                  <a:lnTo>
                    <a:pt x="6053542" y="384095"/>
                  </a:lnTo>
                  <a:lnTo>
                    <a:pt x="6053700" y="384095"/>
                  </a:lnTo>
                  <a:lnTo>
                    <a:pt x="6053700" y="383664"/>
                  </a:lnTo>
                  <a:lnTo>
                    <a:pt x="6053858" y="383664"/>
                  </a:lnTo>
                  <a:lnTo>
                    <a:pt x="6054016" y="383664"/>
                  </a:lnTo>
                  <a:lnTo>
                    <a:pt x="6054173" y="383664"/>
                  </a:lnTo>
                  <a:lnTo>
                    <a:pt x="6054331" y="383664"/>
                  </a:lnTo>
                  <a:lnTo>
                    <a:pt x="6054489" y="383664"/>
                  </a:lnTo>
                  <a:lnTo>
                    <a:pt x="6054489" y="383234"/>
                  </a:lnTo>
                  <a:lnTo>
                    <a:pt x="6054489" y="382803"/>
                  </a:lnTo>
                  <a:lnTo>
                    <a:pt x="6054646" y="382803"/>
                  </a:lnTo>
                  <a:lnTo>
                    <a:pt x="6054804" y="382803"/>
                  </a:lnTo>
                  <a:lnTo>
                    <a:pt x="6054804" y="382372"/>
                  </a:lnTo>
                  <a:lnTo>
                    <a:pt x="6054962" y="382372"/>
                  </a:lnTo>
                  <a:lnTo>
                    <a:pt x="6055120" y="382372"/>
                  </a:lnTo>
                  <a:lnTo>
                    <a:pt x="6055277" y="382372"/>
                  </a:lnTo>
                  <a:lnTo>
                    <a:pt x="6055435" y="382372"/>
                  </a:lnTo>
                  <a:lnTo>
                    <a:pt x="6055593" y="382372"/>
                  </a:lnTo>
                  <a:lnTo>
                    <a:pt x="6055751" y="382372"/>
                  </a:lnTo>
                  <a:lnTo>
                    <a:pt x="6055908" y="382372"/>
                  </a:lnTo>
                  <a:lnTo>
                    <a:pt x="6056066" y="382372"/>
                  </a:lnTo>
                  <a:lnTo>
                    <a:pt x="6056224" y="382372"/>
                  </a:lnTo>
                  <a:lnTo>
                    <a:pt x="6056381" y="382372"/>
                  </a:lnTo>
                  <a:lnTo>
                    <a:pt x="6056539" y="382372"/>
                  </a:lnTo>
                  <a:lnTo>
                    <a:pt x="6056697" y="382372"/>
                  </a:lnTo>
                  <a:lnTo>
                    <a:pt x="6056855" y="382372"/>
                  </a:lnTo>
                  <a:lnTo>
                    <a:pt x="6057012" y="382372"/>
                  </a:lnTo>
                  <a:lnTo>
                    <a:pt x="6057170" y="382372"/>
                  </a:lnTo>
                  <a:lnTo>
                    <a:pt x="6057328" y="382372"/>
                  </a:lnTo>
                  <a:lnTo>
                    <a:pt x="6057485" y="382372"/>
                  </a:lnTo>
                  <a:lnTo>
                    <a:pt x="6057643" y="382372"/>
                  </a:lnTo>
                  <a:lnTo>
                    <a:pt x="6057801" y="382372"/>
                  </a:lnTo>
                  <a:lnTo>
                    <a:pt x="6057959" y="382372"/>
                  </a:lnTo>
                  <a:lnTo>
                    <a:pt x="6058116" y="382372"/>
                  </a:lnTo>
                  <a:lnTo>
                    <a:pt x="6058274" y="382372"/>
                  </a:lnTo>
                  <a:lnTo>
                    <a:pt x="6058432" y="382372"/>
                  </a:lnTo>
                  <a:lnTo>
                    <a:pt x="6058589" y="382372"/>
                  </a:lnTo>
                  <a:lnTo>
                    <a:pt x="6058747" y="382372"/>
                  </a:lnTo>
                  <a:lnTo>
                    <a:pt x="6058905" y="382372"/>
                  </a:lnTo>
                  <a:lnTo>
                    <a:pt x="6059063" y="382372"/>
                  </a:lnTo>
                  <a:lnTo>
                    <a:pt x="6059063" y="381942"/>
                  </a:lnTo>
                  <a:lnTo>
                    <a:pt x="6059063" y="381511"/>
                  </a:lnTo>
                  <a:lnTo>
                    <a:pt x="6059220" y="381511"/>
                  </a:lnTo>
                  <a:lnTo>
                    <a:pt x="6059378" y="381511"/>
                  </a:lnTo>
                  <a:lnTo>
                    <a:pt x="6059536" y="381511"/>
                  </a:lnTo>
                  <a:lnTo>
                    <a:pt x="6059693" y="381511"/>
                  </a:lnTo>
                  <a:lnTo>
                    <a:pt x="6059693" y="381081"/>
                  </a:lnTo>
                  <a:lnTo>
                    <a:pt x="6059851" y="381081"/>
                  </a:lnTo>
                  <a:lnTo>
                    <a:pt x="6060009" y="381081"/>
                  </a:lnTo>
                  <a:lnTo>
                    <a:pt x="6060167" y="381081"/>
                  </a:lnTo>
                  <a:lnTo>
                    <a:pt x="6060324" y="381081"/>
                  </a:lnTo>
                  <a:lnTo>
                    <a:pt x="6060482" y="381081"/>
                  </a:lnTo>
                  <a:lnTo>
                    <a:pt x="6060640" y="381081"/>
                  </a:lnTo>
                  <a:lnTo>
                    <a:pt x="6060797" y="381081"/>
                  </a:lnTo>
                  <a:lnTo>
                    <a:pt x="6060955" y="381081"/>
                  </a:lnTo>
                  <a:lnTo>
                    <a:pt x="6061113" y="381081"/>
                  </a:lnTo>
                  <a:lnTo>
                    <a:pt x="6061271" y="381081"/>
                  </a:lnTo>
                  <a:lnTo>
                    <a:pt x="6061428" y="381081"/>
                  </a:lnTo>
                  <a:lnTo>
                    <a:pt x="6061586" y="381081"/>
                  </a:lnTo>
                  <a:lnTo>
                    <a:pt x="6061744" y="381081"/>
                  </a:lnTo>
                  <a:lnTo>
                    <a:pt x="6061902" y="381081"/>
                  </a:lnTo>
                  <a:lnTo>
                    <a:pt x="6062059" y="381081"/>
                  </a:lnTo>
                  <a:lnTo>
                    <a:pt x="6062217" y="381081"/>
                  </a:lnTo>
                  <a:lnTo>
                    <a:pt x="6062375" y="381081"/>
                  </a:lnTo>
                  <a:lnTo>
                    <a:pt x="6062532" y="381081"/>
                  </a:lnTo>
                  <a:lnTo>
                    <a:pt x="6062690" y="381081"/>
                  </a:lnTo>
                  <a:lnTo>
                    <a:pt x="6062848" y="381081"/>
                  </a:lnTo>
                  <a:lnTo>
                    <a:pt x="6062848" y="380650"/>
                  </a:lnTo>
                  <a:lnTo>
                    <a:pt x="6063006" y="380650"/>
                  </a:lnTo>
                  <a:lnTo>
                    <a:pt x="6063163" y="380650"/>
                  </a:lnTo>
                  <a:lnTo>
                    <a:pt x="6063321" y="380650"/>
                  </a:lnTo>
                  <a:lnTo>
                    <a:pt x="6063479" y="380650"/>
                  </a:lnTo>
                  <a:lnTo>
                    <a:pt x="6063636" y="380650"/>
                  </a:lnTo>
                  <a:lnTo>
                    <a:pt x="6063636" y="380219"/>
                  </a:lnTo>
                  <a:lnTo>
                    <a:pt x="6063794" y="380219"/>
                  </a:lnTo>
                  <a:lnTo>
                    <a:pt x="6063952" y="380219"/>
                  </a:lnTo>
                  <a:lnTo>
                    <a:pt x="6064110" y="380219"/>
                  </a:lnTo>
                  <a:lnTo>
                    <a:pt x="6064267" y="380219"/>
                  </a:lnTo>
                  <a:lnTo>
                    <a:pt x="6064267" y="379789"/>
                  </a:lnTo>
                  <a:lnTo>
                    <a:pt x="6064425" y="379789"/>
                  </a:lnTo>
                  <a:lnTo>
                    <a:pt x="6064583" y="379789"/>
                  </a:lnTo>
                  <a:lnTo>
                    <a:pt x="6064740" y="379789"/>
                  </a:lnTo>
                  <a:lnTo>
                    <a:pt x="6064898" y="379789"/>
                  </a:lnTo>
                  <a:lnTo>
                    <a:pt x="6065056" y="379789"/>
                  </a:lnTo>
                  <a:lnTo>
                    <a:pt x="6065214" y="379789"/>
                  </a:lnTo>
                  <a:lnTo>
                    <a:pt x="6065371" y="379789"/>
                  </a:lnTo>
                  <a:lnTo>
                    <a:pt x="6065529" y="379789"/>
                  </a:lnTo>
                  <a:lnTo>
                    <a:pt x="6065687" y="379789"/>
                  </a:lnTo>
                  <a:lnTo>
                    <a:pt x="6065844" y="379789"/>
                  </a:lnTo>
                  <a:lnTo>
                    <a:pt x="6066002" y="379789"/>
                  </a:lnTo>
                  <a:lnTo>
                    <a:pt x="6066160" y="379789"/>
                  </a:lnTo>
                  <a:lnTo>
                    <a:pt x="6066318" y="379789"/>
                  </a:lnTo>
                  <a:lnTo>
                    <a:pt x="6066318" y="379358"/>
                  </a:lnTo>
                  <a:lnTo>
                    <a:pt x="6066475" y="379358"/>
                  </a:lnTo>
                  <a:lnTo>
                    <a:pt x="6066633" y="379358"/>
                  </a:lnTo>
                  <a:lnTo>
                    <a:pt x="6066791" y="379358"/>
                  </a:lnTo>
                  <a:lnTo>
                    <a:pt x="6066791" y="378928"/>
                  </a:lnTo>
                  <a:lnTo>
                    <a:pt x="6066949" y="378928"/>
                  </a:lnTo>
                  <a:lnTo>
                    <a:pt x="6067106" y="378928"/>
                  </a:lnTo>
                  <a:lnTo>
                    <a:pt x="6067264" y="378928"/>
                  </a:lnTo>
                  <a:lnTo>
                    <a:pt x="6067264" y="378497"/>
                  </a:lnTo>
                  <a:lnTo>
                    <a:pt x="6067422" y="378497"/>
                  </a:lnTo>
                  <a:lnTo>
                    <a:pt x="6067579" y="378497"/>
                  </a:lnTo>
                  <a:lnTo>
                    <a:pt x="6067737" y="378497"/>
                  </a:lnTo>
                  <a:lnTo>
                    <a:pt x="6067737" y="378066"/>
                  </a:lnTo>
                  <a:lnTo>
                    <a:pt x="6067895" y="378066"/>
                  </a:lnTo>
                  <a:lnTo>
                    <a:pt x="6068053" y="378066"/>
                  </a:lnTo>
                  <a:lnTo>
                    <a:pt x="6068210" y="378066"/>
                  </a:lnTo>
                  <a:lnTo>
                    <a:pt x="6068368" y="378066"/>
                  </a:lnTo>
                  <a:lnTo>
                    <a:pt x="6068526" y="378066"/>
                  </a:lnTo>
                  <a:lnTo>
                    <a:pt x="6068683" y="378066"/>
                  </a:lnTo>
                  <a:lnTo>
                    <a:pt x="6068841" y="378066"/>
                  </a:lnTo>
                  <a:lnTo>
                    <a:pt x="6068999" y="378066"/>
                  </a:lnTo>
                  <a:lnTo>
                    <a:pt x="6069157" y="378066"/>
                  </a:lnTo>
                  <a:lnTo>
                    <a:pt x="6069314" y="378066"/>
                  </a:lnTo>
                  <a:lnTo>
                    <a:pt x="6069314" y="377636"/>
                  </a:lnTo>
                  <a:lnTo>
                    <a:pt x="6069472" y="377636"/>
                  </a:lnTo>
                  <a:lnTo>
                    <a:pt x="6069630" y="377636"/>
                  </a:lnTo>
                  <a:lnTo>
                    <a:pt x="6069787" y="377636"/>
                  </a:lnTo>
                  <a:lnTo>
                    <a:pt x="6069945" y="377636"/>
                  </a:lnTo>
                  <a:lnTo>
                    <a:pt x="6070103" y="377636"/>
                  </a:lnTo>
                  <a:lnTo>
                    <a:pt x="6070261" y="377636"/>
                  </a:lnTo>
                  <a:lnTo>
                    <a:pt x="6070418" y="377636"/>
                  </a:lnTo>
                  <a:lnTo>
                    <a:pt x="6070576" y="377636"/>
                  </a:lnTo>
                  <a:lnTo>
                    <a:pt x="6070734" y="377636"/>
                  </a:lnTo>
                  <a:lnTo>
                    <a:pt x="6070891" y="377636"/>
                  </a:lnTo>
                  <a:lnTo>
                    <a:pt x="6071049" y="377636"/>
                  </a:lnTo>
                  <a:lnTo>
                    <a:pt x="6071207" y="377636"/>
                  </a:lnTo>
                  <a:lnTo>
                    <a:pt x="6071365" y="377636"/>
                  </a:lnTo>
                  <a:lnTo>
                    <a:pt x="6071522" y="377636"/>
                  </a:lnTo>
                  <a:lnTo>
                    <a:pt x="6071680" y="377636"/>
                  </a:lnTo>
                  <a:lnTo>
                    <a:pt x="6071838" y="377636"/>
                  </a:lnTo>
                  <a:lnTo>
                    <a:pt x="6071995" y="377636"/>
                  </a:lnTo>
                  <a:lnTo>
                    <a:pt x="6072153" y="377636"/>
                  </a:lnTo>
                  <a:lnTo>
                    <a:pt x="6072311" y="377636"/>
                  </a:lnTo>
                  <a:lnTo>
                    <a:pt x="6072469" y="377636"/>
                  </a:lnTo>
                  <a:lnTo>
                    <a:pt x="6072626" y="377636"/>
                  </a:lnTo>
                  <a:lnTo>
                    <a:pt x="6072784" y="377636"/>
                  </a:lnTo>
                  <a:lnTo>
                    <a:pt x="6072942" y="377636"/>
                  </a:lnTo>
                  <a:lnTo>
                    <a:pt x="6073100" y="377636"/>
                  </a:lnTo>
                  <a:lnTo>
                    <a:pt x="6073257" y="377636"/>
                  </a:lnTo>
                  <a:lnTo>
                    <a:pt x="6073415" y="377636"/>
                  </a:lnTo>
                  <a:lnTo>
                    <a:pt x="6073573" y="377636"/>
                  </a:lnTo>
                  <a:lnTo>
                    <a:pt x="6073730" y="377636"/>
                  </a:lnTo>
                  <a:lnTo>
                    <a:pt x="6073888" y="377636"/>
                  </a:lnTo>
                  <a:lnTo>
                    <a:pt x="6074046" y="377636"/>
                  </a:lnTo>
                  <a:lnTo>
                    <a:pt x="6074046" y="377205"/>
                  </a:lnTo>
                  <a:lnTo>
                    <a:pt x="6074204" y="377205"/>
                  </a:lnTo>
                  <a:lnTo>
                    <a:pt x="6074204" y="376775"/>
                  </a:lnTo>
                  <a:lnTo>
                    <a:pt x="6074361" y="376775"/>
                  </a:lnTo>
                  <a:lnTo>
                    <a:pt x="6074361" y="376344"/>
                  </a:lnTo>
                  <a:lnTo>
                    <a:pt x="6074519" y="376344"/>
                  </a:lnTo>
                  <a:lnTo>
                    <a:pt x="6074677" y="376344"/>
                  </a:lnTo>
                  <a:lnTo>
                    <a:pt x="6074834" y="376344"/>
                  </a:lnTo>
                  <a:lnTo>
                    <a:pt x="6074834" y="375913"/>
                  </a:lnTo>
                  <a:lnTo>
                    <a:pt x="6074992" y="375913"/>
                  </a:lnTo>
                  <a:lnTo>
                    <a:pt x="6075150" y="375913"/>
                  </a:lnTo>
                  <a:lnTo>
                    <a:pt x="6075308" y="375913"/>
                  </a:lnTo>
                  <a:lnTo>
                    <a:pt x="6075465" y="375913"/>
                  </a:lnTo>
                  <a:lnTo>
                    <a:pt x="6075623" y="375913"/>
                  </a:lnTo>
                  <a:lnTo>
                    <a:pt x="6075623" y="375483"/>
                  </a:lnTo>
                  <a:lnTo>
                    <a:pt x="6075781" y="375483"/>
                  </a:lnTo>
                  <a:lnTo>
                    <a:pt x="6075938" y="375483"/>
                  </a:lnTo>
                  <a:lnTo>
                    <a:pt x="6076096" y="375483"/>
                  </a:lnTo>
                  <a:lnTo>
                    <a:pt x="6076096" y="375052"/>
                  </a:lnTo>
                  <a:lnTo>
                    <a:pt x="6076254" y="375052"/>
                  </a:lnTo>
                  <a:lnTo>
                    <a:pt x="6076412" y="375052"/>
                  </a:lnTo>
                  <a:lnTo>
                    <a:pt x="6076569" y="375052"/>
                  </a:lnTo>
                  <a:lnTo>
                    <a:pt x="6076727" y="375052"/>
                  </a:lnTo>
                  <a:lnTo>
                    <a:pt x="6076885" y="375052"/>
                  </a:lnTo>
                  <a:lnTo>
                    <a:pt x="6077042" y="375052"/>
                  </a:lnTo>
                  <a:lnTo>
                    <a:pt x="6077200" y="375052"/>
                  </a:lnTo>
                  <a:lnTo>
                    <a:pt x="6077358" y="375052"/>
                  </a:lnTo>
                  <a:lnTo>
                    <a:pt x="6077358" y="374622"/>
                  </a:lnTo>
                  <a:lnTo>
                    <a:pt x="6077516" y="374622"/>
                  </a:lnTo>
                  <a:lnTo>
                    <a:pt x="6077516" y="374191"/>
                  </a:lnTo>
                  <a:lnTo>
                    <a:pt x="6077516" y="373760"/>
                  </a:lnTo>
                  <a:lnTo>
                    <a:pt x="6077673" y="373760"/>
                  </a:lnTo>
                  <a:lnTo>
                    <a:pt x="6077831" y="373760"/>
                  </a:lnTo>
                  <a:lnTo>
                    <a:pt x="6077989" y="373760"/>
                  </a:lnTo>
                  <a:lnTo>
                    <a:pt x="6077989" y="373330"/>
                  </a:lnTo>
                  <a:lnTo>
                    <a:pt x="6077989" y="372899"/>
                  </a:lnTo>
                  <a:lnTo>
                    <a:pt x="6077989" y="372469"/>
                  </a:lnTo>
                  <a:lnTo>
                    <a:pt x="6078147" y="372469"/>
                  </a:lnTo>
                  <a:lnTo>
                    <a:pt x="6078304" y="372469"/>
                  </a:lnTo>
                  <a:lnTo>
                    <a:pt x="6078462" y="372469"/>
                  </a:lnTo>
                  <a:lnTo>
                    <a:pt x="6078620" y="372469"/>
                  </a:lnTo>
                  <a:lnTo>
                    <a:pt x="6078777" y="372469"/>
                  </a:lnTo>
                  <a:lnTo>
                    <a:pt x="6078935" y="372469"/>
                  </a:lnTo>
                  <a:lnTo>
                    <a:pt x="6079093" y="372469"/>
                  </a:lnTo>
                  <a:lnTo>
                    <a:pt x="6079251" y="372469"/>
                  </a:lnTo>
                  <a:lnTo>
                    <a:pt x="6079408" y="372469"/>
                  </a:lnTo>
                  <a:lnTo>
                    <a:pt x="6079566" y="372469"/>
                  </a:lnTo>
                  <a:lnTo>
                    <a:pt x="6079724" y="372469"/>
                  </a:lnTo>
                  <a:lnTo>
                    <a:pt x="6079881" y="372469"/>
                  </a:lnTo>
                  <a:lnTo>
                    <a:pt x="6080039" y="372469"/>
                  </a:lnTo>
                  <a:lnTo>
                    <a:pt x="6080197" y="372469"/>
                  </a:lnTo>
                  <a:lnTo>
                    <a:pt x="6080355" y="372469"/>
                  </a:lnTo>
                  <a:lnTo>
                    <a:pt x="6080512" y="372469"/>
                  </a:lnTo>
                  <a:lnTo>
                    <a:pt x="6080670" y="372469"/>
                  </a:lnTo>
                  <a:lnTo>
                    <a:pt x="6080828" y="372469"/>
                  </a:lnTo>
                  <a:lnTo>
                    <a:pt x="6080985" y="372469"/>
                  </a:lnTo>
                  <a:lnTo>
                    <a:pt x="6081143" y="372469"/>
                  </a:lnTo>
                  <a:lnTo>
                    <a:pt x="6081301" y="372469"/>
                  </a:lnTo>
                  <a:lnTo>
                    <a:pt x="6081301" y="372038"/>
                  </a:lnTo>
                  <a:lnTo>
                    <a:pt x="6081459" y="372038"/>
                  </a:lnTo>
                  <a:lnTo>
                    <a:pt x="6081616" y="372038"/>
                  </a:lnTo>
                  <a:lnTo>
                    <a:pt x="6081774" y="372038"/>
                  </a:lnTo>
                  <a:lnTo>
                    <a:pt x="6081932" y="372038"/>
                  </a:lnTo>
                  <a:lnTo>
                    <a:pt x="6081932" y="371607"/>
                  </a:lnTo>
                  <a:lnTo>
                    <a:pt x="6082089" y="371607"/>
                  </a:lnTo>
                  <a:lnTo>
                    <a:pt x="6082089" y="371177"/>
                  </a:lnTo>
                  <a:lnTo>
                    <a:pt x="6082247" y="371177"/>
                  </a:lnTo>
                  <a:lnTo>
                    <a:pt x="6082405" y="371177"/>
                  </a:lnTo>
                  <a:lnTo>
                    <a:pt x="6082563" y="371177"/>
                  </a:lnTo>
                  <a:lnTo>
                    <a:pt x="6082720" y="371177"/>
                  </a:lnTo>
                  <a:lnTo>
                    <a:pt x="6082878" y="371177"/>
                  </a:lnTo>
                  <a:lnTo>
                    <a:pt x="6083036" y="371177"/>
                  </a:lnTo>
                  <a:lnTo>
                    <a:pt x="6083193" y="371177"/>
                  </a:lnTo>
                  <a:lnTo>
                    <a:pt x="6083351" y="371177"/>
                  </a:lnTo>
                  <a:lnTo>
                    <a:pt x="6083509" y="371177"/>
                  </a:lnTo>
                  <a:lnTo>
                    <a:pt x="6083667" y="371177"/>
                  </a:lnTo>
                  <a:lnTo>
                    <a:pt x="6083824" y="371177"/>
                  </a:lnTo>
                  <a:lnTo>
                    <a:pt x="6083824" y="370746"/>
                  </a:lnTo>
                  <a:lnTo>
                    <a:pt x="6083982" y="370746"/>
                  </a:lnTo>
                  <a:lnTo>
                    <a:pt x="6084140" y="370746"/>
                  </a:lnTo>
                  <a:lnTo>
                    <a:pt x="6084298" y="370746"/>
                  </a:lnTo>
                  <a:lnTo>
                    <a:pt x="6084455" y="370746"/>
                  </a:lnTo>
                  <a:lnTo>
                    <a:pt x="6084613" y="370746"/>
                  </a:lnTo>
                  <a:lnTo>
                    <a:pt x="6084771" y="370746"/>
                  </a:lnTo>
                  <a:lnTo>
                    <a:pt x="6084928" y="370746"/>
                  </a:lnTo>
                  <a:lnTo>
                    <a:pt x="6084928" y="370316"/>
                  </a:lnTo>
                  <a:lnTo>
                    <a:pt x="6085086" y="370316"/>
                  </a:lnTo>
                  <a:lnTo>
                    <a:pt x="6085244" y="370316"/>
                  </a:lnTo>
                  <a:lnTo>
                    <a:pt x="6085402" y="370316"/>
                  </a:lnTo>
                  <a:lnTo>
                    <a:pt x="6085559" y="370316"/>
                  </a:lnTo>
                  <a:lnTo>
                    <a:pt x="6085717" y="370316"/>
                  </a:lnTo>
                  <a:lnTo>
                    <a:pt x="6085875" y="370316"/>
                  </a:lnTo>
                  <a:lnTo>
                    <a:pt x="6086032" y="370316"/>
                  </a:lnTo>
                  <a:lnTo>
                    <a:pt x="6086190" y="370316"/>
                  </a:lnTo>
                  <a:lnTo>
                    <a:pt x="6086348" y="370316"/>
                  </a:lnTo>
                  <a:lnTo>
                    <a:pt x="6086506" y="370316"/>
                  </a:lnTo>
                  <a:lnTo>
                    <a:pt x="6086663" y="370316"/>
                  </a:lnTo>
                  <a:lnTo>
                    <a:pt x="6086821" y="370316"/>
                  </a:lnTo>
                  <a:lnTo>
                    <a:pt x="6086979" y="370316"/>
                  </a:lnTo>
                  <a:lnTo>
                    <a:pt x="6087136" y="370316"/>
                  </a:lnTo>
                  <a:lnTo>
                    <a:pt x="6087294" y="370316"/>
                  </a:lnTo>
                  <a:lnTo>
                    <a:pt x="6087452" y="370316"/>
                  </a:lnTo>
                  <a:lnTo>
                    <a:pt x="6087610" y="370316"/>
                  </a:lnTo>
                  <a:lnTo>
                    <a:pt x="6087767" y="370316"/>
                  </a:lnTo>
                  <a:lnTo>
                    <a:pt x="6087925" y="370316"/>
                  </a:lnTo>
                  <a:lnTo>
                    <a:pt x="6088083" y="370316"/>
                  </a:lnTo>
                  <a:lnTo>
                    <a:pt x="6088240" y="370316"/>
                  </a:lnTo>
                  <a:lnTo>
                    <a:pt x="6088398" y="370316"/>
                  </a:lnTo>
                  <a:lnTo>
                    <a:pt x="6088556" y="370316"/>
                  </a:lnTo>
                  <a:lnTo>
                    <a:pt x="6088714" y="370316"/>
                  </a:lnTo>
                  <a:lnTo>
                    <a:pt x="6088871" y="370316"/>
                  </a:lnTo>
                  <a:lnTo>
                    <a:pt x="6089029" y="370316"/>
                  </a:lnTo>
                  <a:lnTo>
                    <a:pt x="6089187" y="370316"/>
                  </a:lnTo>
                  <a:lnTo>
                    <a:pt x="6089345" y="370316"/>
                  </a:lnTo>
                  <a:lnTo>
                    <a:pt x="6089502" y="370316"/>
                  </a:lnTo>
                  <a:lnTo>
                    <a:pt x="6089660" y="370316"/>
                  </a:lnTo>
                  <a:lnTo>
                    <a:pt x="6089818" y="370316"/>
                  </a:lnTo>
                  <a:lnTo>
                    <a:pt x="6089975" y="370316"/>
                  </a:lnTo>
                  <a:lnTo>
                    <a:pt x="6090133" y="370316"/>
                  </a:lnTo>
                  <a:lnTo>
                    <a:pt x="6090291" y="370316"/>
                  </a:lnTo>
                  <a:lnTo>
                    <a:pt x="6090449" y="370316"/>
                  </a:lnTo>
                  <a:lnTo>
                    <a:pt x="6090606" y="370316"/>
                  </a:lnTo>
                  <a:lnTo>
                    <a:pt x="6090764" y="370316"/>
                  </a:lnTo>
                  <a:lnTo>
                    <a:pt x="6090922" y="370316"/>
                  </a:lnTo>
                  <a:lnTo>
                    <a:pt x="6091079" y="370316"/>
                  </a:lnTo>
                  <a:lnTo>
                    <a:pt x="6091237" y="370316"/>
                  </a:lnTo>
                  <a:lnTo>
                    <a:pt x="6091395" y="370316"/>
                  </a:lnTo>
                  <a:lnTo>
                    <a:pt x="6091553" y="370316"/>
                  </a:lnTo>
                  <a:lnTo>
                    <a:pt x="6091710" y="370316"/>
                  </a:lnTo>
                  <a:lnTo>
                    <a:pt x="6091868" y="370316"/>
                  </a:lnTo>
                  <a:lnTo>
                    <a:pt x="6092026" y="370316"/>
                  </a:lnTo>
                  <a:lnTo>
                    <a:pt x="6092183" y="370316"/>
                  </a:lnTo>
                  <a:lnTo>
                    <a:pt x="6092341" y="370316"/>
                  </a:lnTo>
                  <a:lnTo>
                    <a:pt x="6092499" y="370316"/>
                  </a:lnTo>
                  <a:lnTo>
                    <a:pt x="6092657" y="370316"/>
                  </a:lnTo>
                  <a:lnTo>
                    <a:pt x="6092814" y="370316"/>
                  </a:lnTo>
                  <a:lnTo>
                    <a:pt x="6092972" y="370316"/>
                  </a:lnTo>
                  <a:lnTo>
                    <a:pt x="6093130" y="370316"/>
                  </a:lnTo>
                  <a:lnTo>
                    <a:pt x="6093287" y="370316"/>
                  </a:lnTo>
                  <a:lnTo>
                    <a:pt x="6093445" y="370316"/>
                  </a:lnTo>
                  <a:lnTo>
                    <a:pt x="6093603" y="370316"/>
                  </a:lnTo>
                  <a:lnTo>
                    <a:pt x="6093761" y="370316"/>
                  </a:lnTo>
                  <a:lnTo>
                    <a:pt x="6093918" y="370316"/>
                  </a:lnTo>
                  <a:lnTo>
                    <a:pt x="6094076" y="370316"/>
                  </a:lnTo>
                  <a:lnTo>
                    <a:pt x="6094234" y="370316"/>
                  </a:lnTo>
                  <a:lnTo>
                    <a:pt x="6094391" y="370316"/>
                  </a:lnTo>
                  <a:lnTo>
                    <a:pt x="6094549" y="370316"/>
                  </a:lnTo>
                  <a:lnTo>
                    <a:pt x="6094707" y="370316"/>
                  </a:lnTo>
                  <a:lnTo>
                    <a:pt x="6094865" y="370316"/>
                  </a:lnTo>
                  <a:lnTo>
                    <a:pt x="6095022" y="370316"/>
                  </a:lnTo>
                  <a:lnTo>
                    <a:pt x="6095180" y="370316"/>
                  </a:lnTo>
                  <a:lnTo>
                    <a:pt x="6095338" y="370316"/>
                  </a:lnTo>
                  <a:lnTo>
                    <a:pt x="6095496" y="370316"/>
                  </a:lnTo>
                  <a:lnTo>
                    <a:pt x="6095653" y="370316"/>
                  </a:lnTo>
                  <a:lnTo>
                    <a:pt x="6095811" y="370316"/>
                  </a:lnTo>
                  <a:lnTo>
                    <a:pt x="6095969" y="370316"/>
                  </a:lnTo>
                  <a:lnTo>
                    <a:pt x="6096126" y="370316"/>
                  </a:lnTo>
                  <a:lnTo>
                    <a:pt x="6096284" y="370316"/>
                  </a:lnTo>
                  <a:lnTo>
                    <a:pt x="6096442" y="370316"/>
                  </a:lnTo>
                  <a:lnTo>
                    <a:pt x="6096600" y="370316"/>
                  </a:lnTo>
                  <a:lnTo>
                    <a:pt x="6096757" y="370316"/>
                  </a:lnTo>
                  <a:lnTo>
                    <a:pt x="6096757" y="369885"/>
                  </a:lnTo>
                  <a:lnTo>
                    <a:pt x="6096915" y="369885"/>
                  </a:lnTo>
                  <a:lnTo>
                    <a:pt x="6097073" y="369885"/>
                  </a:lnTo>
                  <a:lnTo>
                    <a:pt x="6097230" y="369885"/>
                  </a:lnTo>
                  <a:lnTo>
                    <a:pt x="6097388" y="369885"/>
                  </a:lnTo>
                  <a:lnTo>
                    <a:pt x="6097546" y="369885"/>
                  </a:lnTo>
                  <a:lnTo>
                    <a:pt x="6097704" y="369885"/>
                  </a:lnTo>
                  <a:lnTo>
                    <a:pt x="6097861" y="369885"/>
                  </a:lnTo>
                  <a:lnTo>
                    <a:pt x="6098019" y="369885"/>
                  </a:lnTo>
                  <a:lnTo>
                    <a:pt x="6098177" y="369885"/>
                  </a:lnTo>
                  <a:lnTo>
                    <a:pt x="6098177" y="369454"/>
                  </a:lnTo>
                  <a:lnTo>
                    <a:pt x="6098334" y="369454"/>
                  </a:lnTo>
                  <a:lnTo>
                    <a:pt x="6098492" y="369454"/>
                  </a:lnTo>
                  <a:lnTo>
                    <a:pt x="6098650" y="369454"/>
                  </a:lnTo>
                  <a:lnTo>
                    <a:pt x="6098808" y="369454"/>
                  </a:lnTo>
                  <a:lnTo>
                    <a:pt x="6098965" y="369454"/>
                  </a:lnTo>
                  <a:lnTo>
                    <a:pt x="6099123" y="369454"/>
                  </a:lnTo>
                  <a:lnTo>
                    <a:pt x="6099281" y="369454"/>
                  </a:lnTo>
                  <a:lnTo>
                    <a:pt x="6099438" y="369454"/>
                  </a:lnTo>
                  <a:lnTo>
                    <a:pt x="6099596" y="369454"/>
                  </a:lnTo>
                  <a:lnTo>
                    <a:pt x="6099754" y="369454"/>
                  </a:lnTo>
                  <a:lnTo>
                    <a:pt x="6099912" y="369454"/>
                  </a:lnTo>
                  <a:lnTo>
                    <a:pt x="6099912" y="369024"/>
                  </a:lnTo>
                  <a:lnTo>
                    <a:pt x="6100069" y="369024"/>
                  </a:lnTo>
                  <a:lnTo>
                    <a:pt x="6100227" y="369024"/>
                  </a:lnTo>
                  <a:lnTo>
                    <a:pt x="6100385" y="369024"/>
                  </a:lnTo>
                  <a:lnTo>
                    <a:pt x="6100543" y="369024"/>
                  </a:lnTo>
                  <a:lnTo>
                    <a:pt x="6100700" y="369024"/>
                  </a:lnTo>
                  <a:lnTo>
                    <a:pt x="6100858" y="369024"/>
                  </a:lnTo>
                  <a:lnTo>
                    <a:pt x="6101016" y="369024"/>
                  </a:lnTo>
                  <a:lnTo>
                    <a:pt x="6101173" y="369024"/>
                  </a:lnTo>
                  <a:lnTo>
                    <a:pt x="6101331" y="369024"/>
                  </a:lnTo>
                  <a:lnTo>
                    <a:pt x="6101489" y="369024"/>
                  </a:lnTo>
                  <a:lnTo>
                    <a:pt x="6101489" y="368593"/>
                  </a:lnTo>
                  <a:lnTo>
                    <a:pt x="6101647" y="368593"/>
                  </a:lnTo>
                  <a:lnTo>
                    <a:pt x="6101804" y="368593"/>
                  </a:lnTo>
                  <a:lnTo>
                    <a:pt x="6101962" y="368593"/>
                  </a:lnTo>
                  <a:lnTo>
                    <a:pt x="6102120" y="368593"/>
                  </a:lnTo>
                  <a:lnTo>
                    <a:pt x="6102277" y="368593"/>
                  </a:lnTo>
                  <a:lnTo>
                    <a:pt x="6102435" y="368593"/>
                  </a:lnTo>
                  <a:lnTo>
                    <a:pt x="6102593" y="368593"/>
                  </a:lnTo>
                  <a:lnTo>
                    <a:pt x="6102751" y="368593"/>
                  </a:lnTo>
                  <a:lnTo>
                    <a:pt x="6102908" y="368593"/>
                  </a:lnTo>
                  <a:lnTo>
                    <a:pt x="6103066" y="368593"/>
                  </a:lnTo>
                  <a:lnTo>
                    <a:pt x="6103224" y="368593"/>
                  </a:lnTo>
                  <a:lnTo>
                    <a:pt x="6103381" y="368593"/>
                  </a:lnTo>
                  <a:lnTo>
                    <a:pt x="6103381" y="368163"/>
                  </a:lnTo>
                  <a:lnTo>
                    <a:pt x="6103539" y="368163"/>
                  </a:lnTo>
                  <a:lnTo>
                    <a:pt x="6103697" y="368163"/>
                  </a:lnTo>
                  <a:lnTo>
                    <a:pt x="6103855" y="368163"/>
                  </a:lnTo>
                  <a:lnTo>
                    <a:pt x="6104012" y="368163"/>
                  </a:lnTo>
                  <a:lnTo>
                    <a:pt x="6104170" y="368163"/>
                  </a:lnTo>
                  <a:lnTo>
                    <a:pt x="6104328" y="368163"/>
                  </a:lnTo>
                  <a:lnTo>
                    <a:pt x="6104485" y="368163"/>
                  </a:lnTo>
                  <a:lnTo>
                    <a:pt x="6104643" y="368163"/>
                  </a:lnTo>
                  <a:lnTo>
                    <a:pt x="6104801" y="368163"/>
                  </a:lnTo>
                  <a:lnTo>
                    <a:pt x="6104959" y="368163"/>
                  </a:lnTo>
                  <a:lnTo>
                    <a:pt x="6105116" y="368163"/>
                  </a:lnTo>
                  <a:lnTo>
                    <a:pt x="6105274" y="368163"/>
                  </a:lnTo>
                  <a:lnTo>
                    <a:pt x="6105432" y="368163"/>
                  </a:lnTo>
                  <a:lnTo>
                    <a:pt x="6105589" y="368163"/>
                  </a:lnTo>
                  <a:lnTo>
                    <a:pt x="6105747" y="368163"/>
                  </a:lnTo>
                  <a:lnTo>
                    <a:pt x="6105905" y="368163"/>
                  </a:lnTo>
                  <a:lnTo>
                    <a:pt x="6105905" y="367732"/>
                  </a:lnTo>
                  <a:lnTo>
                    <a:pt x="6106063" y="367732"/>
                  </a:lnTo>
                  <a:lnTo>
                    <a:pt x="6106220" y="367732"/>
                  </a:lnTo>
                  <a:lnTo>
                    <a:pt x="6106378" y="367732"/>
                  </a:lnTo>
                  <a:lnTo>
                    <a:pt x="6106536" y="367732"/>
                  </a:lnTo>
                  <a:lnTo>
                    <a:pt x="6106694" y="367732"/>
                  </a:lnTo>
                  <a:lnTo>
                    <a:pt x="6106851" y="367732"/>
                  </a:lnTo>
                  <a:lnTo>
                    <a:pt x="6107009" y="367732"/>
                  </a:lnTo>
                  <a:lnTo>
                    <a:pt x="6107167" y="367732"/>
                  </a:lnTo>
                  <a:lnTo>
                    <a:pt x="6107324" y="367732"/>
                  </a:lnTo>
                  <a:lnTo>
                    <a:pt x="6107482" y="367732"/>
                  </a:lnTo>
                  <a:lnTo>
                    <a:pt x="6107640" y="367732"/>
                  </a:lnTo>
                  <a:lnTo>
                    <a:pt x="6107798" y="367732"/>
                  </a:lnTo>
                  <a:lnTo>
                    <a:pt x="6107955" y="367732"/>
                  </a:lnTo>
                  <a:lnTo>
                    <a:pt x="6108113" y="367732"/>
                  </a:lnTo>
                  <a:lnTo>
                    <a:pt x="6108271" y="367732"/>
                  </a:lnTo>
                  <a:lnTo>
                    <a:pt x="6108428" y="367732"/>
                  </a:lnTo>
                  <a:lnTo>
                    <a:pt x="6108586" y="367732"/>
                  </a:lnTo>
                  <a:lnTo>
                    <a:pt x="6108744" y="367732"/>
                  </a:lnTo>
                  <a:lnTo>
                    <a:pt x="6108902" y="367732"/>
                  </a:lnTo>
                  <a:lnTo>
                    <a:pt x="6109059" y="367732"/>
                  </a:lnTo>
                  <a:lnTo>
                    <a:pt x="6109217" y="367732"/>
                  </a:lnTo>
                  <a:lnTo>
                    <a:pt x="6109375" y="367732"/>
                  </a:lnTo>
                  <a:lnTo>
                    <a:pt x="6109532" y="367732"/>
                  </a:lnTo>
                  <a:lnTo>
                    <a:pt x="6109690" y="367732"/>
                  </a:lnTo>
                  <a:lnTo>
                    <a:pt x="6109848" y="367732"/>
                  </a:lnTo>
                  <a:lnTo>
                    <a:pt x="6110006" y="367732"/>
                  </a:lnTo>
                  <a:lnTo>
                    <a:pt x="6110163" y="367732"/>
                  </a:lnTo>
                  <a:lnTo>
                    <a:pt x="6110321" y="367732"/>
                  </a:lnTo>
                  <a:lnTo>
                    <a:pt x="6110479" y="367732"/>
                  </a:lnTo>
                  <a:lnTo>
                    <a:pt x="6110636" y="367732"/>
                  </a:lnTo>
                  <a:lnTo>
                    <a:pt x="6110794" y="367732"/>
                  </a:lnTo>
                  <a:lnTo>
                    <a:pt x="6110952" y="367732"/>
                  </a:lnTo>
                  <a:lnTo>
                    <a:pt x="6111110" y="367732"/>
                  </a:lnTo>
                  <a:lnTo>
                    <a:pt x="6111267" y="367732"/>
                  </a:lnTo>
                  <a:lnTo>
                    <a:pt x="6111425" y="367732"/>
                  </a:lnTo>
                  <a:lnTo>
                    <a:pt x="6111583" y="367732"/>
                  </a:lnTo>
                  <a:lnTo>
                    <a:pt x="6111741" y="367732"/>
                  </a:lnTo>
                  <a:lnTo>
                    <a:pt x="6111898" y="367732"/>
                  </a:lnTo>
                  <a:lnTo>
                    <a:pt x="6112056" y="367732"/>
                  </a:lnTo>
                  <a:lnTo>
                    <a:pt x="6112214" y="367732"/>
                  </a:lnTo>
                  <a:lnTo>
                    <a:pt x="6112371" y="367732"/>
                  </a:lnTo>
                  <a:lnTo>
                    <a:pt x="6112529" y="367732"/>
                  </a:lnTo>
                  <a:lnTo>
                    <a:pt x="6112687" y="367732"/>
                  </a:lnTo>
                  <a:lnTo>
                    <a:pt x="6112845" y="367732"/>
                  </a:lnTo>
                  <a:lnTo>
                    <a:pt x="6113002" y="367732"/>
                  </a:lnTo>
                  <a:lnTo>
                    <a:pt x="6113160" y="367732"/>
                  </a:lnTo>
                  <a:lnTo>
                    <a:pt x="6113318" y="367732"/>
                  </a:lnTo>
                  <a:lnTo>
                    <a:pt x="6113475" y="367732"/>
                  </a:lnTo>
                  <a:lnTo>
                    <a:pt x="6113475" y="367301"/>
                  </a:lnTo>
                  <a:lnTo>
                    <a:pt x="6113633" y="367301"/>
                  </a:lnTo>
                  <a:lnTo>
                    <a:pt x="6113791" y="367301"/>
                  </a:lnTo>
                  <a:lnTo>
                    <a:pt x="6113949" y="367301"/>
                  </a:lnTo>
                  <a:lnTo>
                    <a:pt x="6114106" y="367301"/>
                  </a:lnTo>
                  <a:lnTo>
                    <a:pt x="6114264" y="367301"/>
                  </a:lnTo>
                  <a:lnTo>
                    <a:pt x="6114422" y="367301"/>
                  </a:lnTo>
                  <a:lnTo>
                    <a:pt x="6114579" y="367301"/>
                  </a:lnTo>
                  <a:lnTo>
                    <a:pt x="6114737" y="367301"/>
                  </a:lnTo>
                  <a:lnTo>
                    <a:pt x="6114895" y="367301"/>
                  </a:lnTo>
                  <a:lnTo>
                    <a:pt x="6115053" y="367301"/>
                  </a:lnTo>
                  <a:lnTo>
                    <a:pt x="6115210" y="367301"/>
                  </a:lnTo>
                  <a:lnTo>
                    <a:pt x="6115368" y="367301"/>
                  </a:lnTo>
                  <a:lnTo>
                    <a:pt x="6115368" y="366871"/>
                  </a:lnTo>
                  <a:lnTo>
                    <a:pt x="6115526" y="366871"/>
                  </a:lnTo>
                  <a:lnTo>
                    <a:pt x="6115526" y="366440"/>
                  </a:lnTo>
                  <a:lnTo>
                    <a:pt x="6115683" y="366440"/>
                  </a:lnTo>
                  <a:lnTo>
                    <a:pt x="6115841" y="366440"/>
                  </a:lnTo>
                  <a:lnTo>
                    <a:pt x="6115841" y="366010"/>
                  </a:lnTo>
                  <a:lnTo>
                    <a:pt x="6115999" y="366010"/>
                  </a:lnTo>
                  <a:lnTo>
                    <a:pt x="6116157" y="366010"/>
                  </a:lnTo>
                  <a:lnTo>
                    <a:pt x="6116157" y="365579"/>
                  </a:lnTo>
                  <a:lnTo>
                    <a:pt x="6116314" y="365579"/>
                  </a:lnTo>
                  <a:lnTo>
                    <a:pt x="6116472" y="365579"/>
                  </a:lnTo>
                  <a:lnTo>
                    <a:pt x="6116630" y="365579"/>
                  </a:lnTo>
                  <a:lnTo>
                    <a:pt x="6116787" y="365579"/>
                  </a:lnTo>
                  <a:lnTo>
                    <a:pt x="6116945" y="365579"/>
                  </a:lnTo>
                  <a:lnTo>
                    <a:pt x="6117103" y="365579"/>
                  </a:lnTo>
                  <a:lnTo>
                    <a:pt x="6117261" y="365579"/>
                  </a:lnTo>
                  <a:lnTo>
                    <a:pt x="6117418" y="365579"/>
                  </a:lnTo>
                  <a:lnTo>
                    <a:pt x="6117576" y="365579"/>
                  </a:lnTo>
                  <a:lnTo>
                    <a:pt x="6117734" y="365579"/>
                  </a:lnTo>
                  <a:lnTo>
                    <a:pt x="6117892" y="365579"/>
                  </a:lnTo>
                  <a:lnTo>
                    <a:pt x="6118049" y="365579"/>
                  </a:lnTo>
                  <a:lnTo>
                    <a:pt x="6118049" y="365148"/>
                  </a:lnTo>
                  <a:lnTo>
                    <a:pt x="6118207" y="365148"/>
                  </a:lnTo>
                  <a:lnTo>
                    <a:pt x="6118365" y="365148"/>
                  </a:lnTo>
                  <a:lnTo>
                    <a:pt x="6118522" y="365148"/>
                  </a:lnTo>
                  <a:lnTo>
                    <a:pt x="6118680" y="365148"/>
                  </a:lnTo>
                  <a:lnTo>
                    <a:pt x="6118838" y="365148"/>
                  </a:lnTo>
                  <a:lnTo>
                    <a:pt x="6118996" y="365148"/>
                  </a:lnTo>
                  <a:lnTo>
                    <a:pt x="6119153" y="365148"/>
                  </a:lnTo>
                  <a:lnTo>
                    <a:pt x="6119311" y="365148"/>
                  </a:lnTo>
                  <a:lnTo>
                    <a:pt x="6119311" y="364718"/>
                  </a:lnTo>
                  <a:lnTo>
                    <a:pt x="6119469" y="364718"/>
                  </a:lnTo>
                  <a:lnTo>
                    <a:pt x="6119626" y="364718"/>
                  </a:lnTo>
                  <a:lnTo>
                    <a:pt x="6119784" y="364718"/>
                  </a:lnTo>
                  <a:lnTo>
                    <a:pt x="6119942" y="364718"/>
                  </a:lnTo>
                  <a:lnTo>
                    <a:pt x="6120100" y="364718"/>
                  </a:lnTo>
                  <a:lnTo>
                    <a:pt x="6120257" y="364718"/>
                  </a:lnTo>
                  <a:lnTo>
                    <a:pt x="6120415" y="364718"/>
                  </a:lnTo>
                  <a:lnTo>
                    <a:pt x="6120573" y="364718"/>
                  </a:lnTo>
                  <a:lnTo>
                    <a:pt x="6120730" y="364718"/>
                  </a:lnTo>
                  <a:lnTo>
                    <a:pt x="6120888" y="364718"/>
                  </a:lnTo>
                  <a:lnTo>
                    <a:pt x="6121046" y="364718"/>
                  </a:lnTo>
                  <a:lnTo>
                    <a:pt x="6121204" y="364718"/>
                  </a:lnTo>
                  <a:lnTo>
                    <a:pt x="6121204" y="364287"/>
                  </a:lnTo>
                  <a:lnTo>
                    <a:pt x="6121361" y="364287"/>
                  </a:lnTo>
                  <a:lnTo>
                    <a:pt x="6121519" y="364287"/>
                  </a:lnTo>
                  <a:lnTo>
                    <a:pt x="6121677" y="364287"/>
                  </a:lnTo>
                  <a:lnTo>
                    <a:pt x="6121834" y="364287"/>
                  </a:lnTo>
                  <a:lnTo>
                    <a:pt x="6121834" y="363857"/>
                  </a:lnTo>
                  <a:lnTo>
                    <a:pt x="6121992" y="363857"/>
                  </a:lnTo>
                  <a:lnTo>
                    <a:pt x="6122150" y="363857"/>
                  </a:lnTo>
                  <a:lnTo>
                    <a:pt x="6122308" y="363857"/>
                  </a:lnTo>
                  <a:lnTo>
                    <a:pt x="6122465" y="363857"/>
                  </a:lnTo>
                  <a:lnTo>
                    <a:pt x="6122465" y="363426"/>
                  </a:lnTo>
                  <a:lnTo>
                    <a:pt x="6122623" y="363426"/>
                  </a:lnTo>
                  <a:lnTo>
                    <a:pt x="6122781" y="363426"/>
                  </a:lnTo>
                  <a:lnTo>
                    <a:pt x="6122938" y="363426"/>
                  </a:lnTo>
                  <a:lnTo>
                    <a:pt x="6123096" y="363426"/>
                  </a:lnTo>
                  <a:lnTo>
                    <a:pt x="6123096" y="362995"/>
                  </a:lnTo>
                  <a:lnTo>
                    <a:pt x="6123254" y="362995"/>
                  </a:lnTo>
                  <a:lnTo>
                    <a:pt x="6123412" y="362995"/>
                  </a:lnTo>
                  <a:lnTo>
                    <a:pt x="6123569" y="362995"/>
                  </a:lnTo>
                  <a:lnTo>
                    <a:pt x="6123727" y="362995"/>
                  </a:lnTo>
                  <a:lnTo>
                    <a:pt x="6123727" y="362565"/>
                  </a:lnTo>
                  <a:lnTo>
                    <a:pt x="6123885" y="362565"/>
                  </a:lnTo>
                  <a:lnTo>
                    <a:pt x="6124043" y="362565"/>
                  </a:lnTo>
                  <a:lnTo>
                    <a:pt x="6124200" y="362565"/>
                  </a:lnTo>
                  <a:lnTo>
                    <a:pt x="6124200" y="362134"/>
                  </a:lnTo>
                  <a:lnTo>
                    <a:pt x="6124358" y="362134"/>
                  </a:lnTo>
                  <a:lnTo>
                    <a:pt x="6124516" y="362134"/>
                  </a:lnTo>
                  <a:lnTo>
                    <a:pt x="6124673" y="362134"/>
                  </a:lnTo>
                  <a:lnTo>
                    <a:pt x="6124831" y="362134"/>
                  </a:lnTo>
                  <a:lnTo>
                    <a:pt x="6124989" y="362134"/>
                  </a:lnTo>
                  <a:lnTo>
                    <a:pt x="6125147" y="362134"/>
                  </a:lnTo>
                  <a:lnTo>
                    <a:pt x="6125304" y="362134"/>
                  </a:lnTo>
                  <a:lnTo>
                    <a:pt x="6125304" y="361704"/>
                  </a:lnTo>
                  <a:lnTo>
                    <a:pt x="6125462" y="361704"/>
                  </a:lnTo>
                  <a:lnTo>
                    <a:pt x="6125620" y="361704"/>
                  </a:lnTo>
                  <a:lnTo>
                    <a:pt x="6125777" y="361704"/>
                  </a:lnTo>
                  <a:lnTo>
                    <a:pt x="6125777" y="361273"/>
                  </a:lnTo>
                  <a:lnTo>
                    <a:pt x="6125935" y="361273"/>
                  </a:lnTo>
                  <a:lnTo>
                    <a:pt x="6126093" y="361273"/>
                  </a:lnTo>
                  <a:lnTo>
                    <a:pt x="6126251" y="361273"/>
                  </a:lnTo>
                  <a:lnTo>
                    <a:pt x="6126408" y="361273"/>
                  </a:lnTo>
                  <a:lnTo>
                    <a:pt x="6126566" y="361273"/>
                  </a:lnTo>
                  <a:lnTo>
                    <a:pt x="6126724" y="361273"/>
                  </a:lnTo>
                  <a:lnTo>
                    <a:pt x="6126881" y="361273"/>
                  </a:lnTo>
                  <a:lnTo>
                    <a:pt x="6127039" y="361273"/>
                  </a:lnTo>
                  <a:lnTo>
                    <a:pt x="6127197" y="361273"/>
                  </a:lnTo>
                  <a:lnTo>
                    <a:pt x="6127355" y="361273"/>
                  </a:lnTo>
                  <a:lnTo>
                    <a:pt x="6127512" y="361273"/>
                  </a:lnTo>
                  <a:lnTo>
                    <a:pt x="6127670" y="361273"/>
                  </a:lnTo>
                  <a:lnTo>
                    <a:pt x="6127670" y="360842"/>
                  </a:lnTo>
                  <a:lnTo>
                    <a:pt x="6127828" y="360842"/>
                  </a:lnTo>
                  <a:lnTo>
                    <a:pt x="6127985" y="360842"/>
                  </a:lnTo>
                  <a:lnTo>
                    <a:pt x="6128143" y="360842"/>
                  </a:lnTo>
                  <a:lnTo>
                    <a:pt x="6128301" y="360842"/>
                  </a:lnTo>
                  <a:lnTo>
                    <a:pt x="6128459" y="360842"/>
                  </a:lnTo>
                  <a:lnTo>
                    <a:pt x="6128616" y="360842"/>
                  </a:lnTo>
                  <a:lnTo>
                    <a:pt x="6128774" y="360842"/>
                  </a:lnTo>
                  <a:lnTo>
                    <a:pt x="6128932" y="360842"/>
                  </a:lnTo>
                  <a:lnTo>
                    <a:pt x="6129090" y="360842"/>
                  </a:lnTo>
                  <a:lnTo>
                    <a:pt x="6129247" y="360842"/>
                  </a:lnTo>
                  <a:lnTo>
                    <a:pt x="6129405" y="360842"/>
                  </a:lnTo>
                  <a:lnTo>
                    <a:pt x="6129563" y="360842"/>
                  </a:lnTo>
                  <a:lnTo>
                    <a:pt x="6129720" y="360842"/>
                  </a:lnTo>
                  <a:lnTo>
                    <a:pt x="6129878" y="360842"/>
                  </a:lnTo>
                  <a:lnTo>
                    <a:pt x="6130036" y="360842"/>
                  </a:lnTo>
                  <a:lnTo>
                    <a:pt x="6130194" y="360842"/>
                  </a:lnTo>
                  <a:lnTo>
                    <a:pt x="6130351" y="360842"/>
                  </a:lnTo>
                  <a:lnTo>
                    <a:pt x="6130509" y="360842"/>
                  </a:lnTo>
                  <a:lnTo>
                    <a:pt x="6130667" y="360842"/>
                  </a:lnTo>
                  <a:lnTo>
                    <a:pt x="6130824" y="360842"/>
                  </a:lnTo>
                  <a:lnTo>
                    <a:pt x="6130982" y="360842"/>
                  </a:lnTo>
                  <a:lnTo>
                    <a:pt x="6131140" y="360842"/>
                  </a:lnTo>
                  <a:lnTo>
                    <a:pt x="6131140" y="360412"/>
                  </a:lnTo>
                  <a:lnTo>
                    <a:pt x="6131298" y="360412"/>
                  </a:lnTo>
                  <a:lnTo>
                    <a:pt x="6131455" y="360412"/>
                  </a:lnTo>
                  <a:lnTo>
                    <a:pt x="6131455" y="359981"/>
                  </a:lnTo>
                  <a:lnTo>
                    <a:pt x="6131613" y="359981"/>
                  </a:lnTo>
                  <a:lnTo>
                    <a:pt x="6131771" y="359981"/>
                  </a:lnTo>
                  <a:lnTo>
                    <a:pt x="6131928" y="359981"/>
                  </a:lnTo>
                  <a:lnTo>
                    <a:pt x="6132086" y="359981"/>
                  </a:lnTo>
                  <a:lnTo>
                    <a:pt x="6132244" y="359981"/>
                  </a:lnTo>
                  <a:lnTo>
                    <a:pt x="6132402" y="359981"/>
                  </a:lnTo>
                  <a:lnTo>
                    <a:pt x="6132559" y="359981"/>
                  </a:lnTo>
                  <a:lnTo>
                    <a:pt x="6132717" y="359981"/>
                  </a:lnTo>
                  <a:lnTo>
                    <a:pt x="6132875" y="359981"/>
                  </a:lnTo>
                  <a:lnTo>
                    <a:pt x="6133032" y="359981"/>
                  </a:lnTo>
                  <a:lnTo>
                    <a:pt x="6133190" y="359981"/>
                  </a:lnTo>
                  <a:lnTo>
                    <a:pt x="6133348" y="359981"/>
                  </a:lnTo>
                  <a:lnTo>
                    <a:pt x="6133506" y="359981"/>
                  </a:lnTo>
                  <a:lnTo>
                    <a:pt x="6133663" y="359981"/>
                  </a:lnTo>
                  <a:lnTo>
                    <a:pt x="6133821" y="359981"/>
                  </a:lnTo>
                  <a:lnTo>
                    <a:pt x="6133979" y="359981"/>
                  </a:lnTo>
                  <a:lnTo>
                    <a:pt x="6134136" y="359981"/>
                  </a:lnTo>
                  <a:lnTo>
                    <a:pt x="6134294" y="359981"/>
                  </a:lnTo>
                  <a:lnTo>
                    <a:pt x="6134452" y="359981"/>
                  </a:lnTo>
                  <a:lnTo>
                    <a:pt x="6134610" y="359981"/>
                  </a:lnTo>
                  <a:lnTo>
                    <a:pt x="6134767" y="359981"/>
                  </a:lnTo>
                  <a:lnTo>
                    <a:pt x="6134925" y="359981"/>
                  </a:lnTo>
                  <a:lnTo>
                    <a:pt x="6135083" y="359981"/>
                  </a:lnTo>
                  <a:lnTo>
                    <a:pt x="6135241" y="359981"/>
                  </a:lnTo>
                  <a:lnTo>
                    <a:pt x="6135398" y="359981"/>
                  </a:lnTo>
                  <a:lnTo>
                    <a:pt x="6135556" y="359981"/>
                  </a:lnTo>
                  <a:lnTo>
                    <a:pt x="6135714" y="359981"/>
                  </a:lnTo>
                  <a:lnTo>
                    <a:pt x="6135871" y="359981"/>
                  </a:lnTo>
                  <a:lnTo>
                    <a:pt x="6136029" y="359981"/>
                  </a:lnTo>
                  <a:lnTo>
                    <a:pt x="6136029" y="359551"/>
                  </a:lnTo>
                  <a:lnTo>
                    <a:pt x="6136187" y="359551"/>
                  </a:lnTo>
                  <a:lnTo>
                    <a:pt x="6136187" y="359120"/>
                  </a:lnTo>
                  <a:lnTo>
                    <a:pt x="6136345" y="359120"/>
                  </a:lnTo>
                  <a:lnTo>
                    <a:pt x="6136502" y="359120"/>
                  </a:lnTo>
                  <a:lnTo>
                    <a:pt x="6136660" y="359120"/>
                  </a:lnTo>
                  <a:lnTo>
                    <a:pt x="6136818" y="359120"/>
                  </a:lnTo>
                  <a:lnTo>
                    <a:pt x="6136975" y="359120"/>
                  </a:lnTo>
                  <a:lnTo>
                    <a:pt x="6136975" y="358689"/>
                  </a:lnTo>
                  <a:lnTo>
                    <a:pt x="6137133" y="358689"/>
                  </a:lnTo>
                  <a:lnTo>
                    <a:pt x="6137291" y="358689"/>
                  </a:lnTo>
                  <a:lnTo>
                    <a:pt x="6137449" y="358689"/>
                  </a:lnTo>
                  <a:lnTo>
                    <a:pt x="6137606" y="358689"/>
                  </a:lnTo>
                  <a:lnTo>
                    <a:pt x="6137764" y="358689"/>
                  </a:lnTo>
                  <a:lnTo>
                    <a:pt x="6137764" y="358259"/>
                  </a:lnTo>
                  <a:lnTo>
                    <a:pt x="6137922" y="358259"/>
                  </a:lnTo>
                  <a:lnTo>
                    <a:pt x="6138079" y="358259"/>
                  </a:lnTo>
                  <a:lnTo>
                    <a:pt x="6138079" y="357828"/>
                  </a:lnTo>
                  <a:lnTo>
                    <a:pt x="6138237" y="357828"/>
                  </a:lnTo>
                  <a:lnTo>
                    <a:pt x="6138395" y="357828"/>
                  </a:lnTo>
                  <a:lnTo>
                    <a:pt x="6138553" y="357828"/>
                  </a:lnTo>
                  <a:lnTo>
                    <a:pt x="6138710" y="357828"/>
                  </a:lnTo>
                  <a:lnTo>
                    <a:pt x="6138868" y="357828"/>
                  </a:lnTo>
                  <a:lnTo>
                    <a:pt x="6138868" y="357398"/>
                  </a:lnTo>
                  <a:lnTo>
                    <a:pt x="6139026" y="357398"/>
                  </a:lnTo>
                  <a:lnTo>
                    <a:pt x="6139183" y="357398"/>
                  </a:lnTo>
                  <a:lnTo>
                    <a:pt x="6139341" y="357398"/>
                  </a:lnTo>
                  <a:lnTo>
                    <a:pt x="6139499" y="357398"/>
                  </a:lnTo>
                  <a:lnTo>
                    <a:pt x="6139657" y="357398"/>
                  </a:lnTo>
                  <a:lnTo>
                    <a:pt x="6139814" y="357398"/>
                  </a:lnTo>
                  <a:lnTo>
                    <a:pt x="6139972" y="357398"/>
                  </a:lnTo>
                  <a:lnTo>
                    <a:pt x="6140130" y="357398"/>
                  </a:lnTo>
                  <a:lnTo>
                    <a:pt x="6140288" y="357398"/>
                  </a:lnTo>
                  <a:lnTo>
                    <a:pt x="6140445" y="357398"/>
                  </a:lnTo>
                  <a:lnTo>
                    <a:pt x="6140603" y="357398"/>
                  </a:lnTo>
                  <a:lnTo>
                    <a:pt x="6140761" y="357398"/>
                  </a:lnTo>
                  <a:lnTo>
                    <a:pt x="6140918" y="357398"/>
                  </a:lnTo>
                  <a:lnTo>
                    <a:pt x="6141076" y="357398"/>
                  </a:lnTo>
                  <a:lnTo>
                    <a:pt x="6141234" y="357398"/>
                  </a:lnTo>
                  <a:lnTo>
                    <a:pt x="6141392" y="357398"/>
                  </a:lnTo>
                  <a:lnTo>
                    <a:pt x="6141549" y="357398"/>
                  </a:lnTo>
                  <a:lnTo>
                    <a:pt x="6141707" y="357398"/>
                  </a:lnTo>
                  <a:lnTo>
                    <a:pt x="6141865" y="357398"/>
                  </a:lnTo>
                  <a:lnTo>
                    <a:pt x="6142022" y="357398"/>
                  </a:lnTo>
                  <a:lnTo>
                    <a:pt x="6142180" y="357398"/>
                  </a:lnTo>
                  <a:lnTo>
                    <a:pt x="6142338" y="357398"/>
                  </a:lnTo>
                  <a:lnTo>
                    <a:pt x="6142496" y="357398"/>
                  </a:lnTo>
                  <a:lnTo>
                    <a:pt x="6142653" y="357398"/>
                  </a:lnTo>
                  <a:lnTo>
                    <a:pt x="6142811" y="357398"/>
                  </a:lnTo>
                  <a:lnTo>
                    <a:pt x="6142969" y="357398"/>
                  </a:lnTo>
                  <a:lnTo>
                    <a:pt x="6143126" y="357398"/>
                  </a:lnTo>
                  <a:lnTo>
                    <a:pt x="6143284" y="357398"/>
                  </a:lnTo>
                  <a:lnTo>
                    <a:pt x="6143284" y="356967"/>
                  </a:lnTo>
                  <a:lnTo>
                    <a:pt x="6143442" y="356967"/>
                  </a:lnTo>
                  <a:lnTo>
                    <a:pt x="6143600" y="356967"/>
                  </a:lnTo>
                  <a:lnTo>
                    <a:pt x="6143757" y="356967"/>
                  </a:lnTo>
                  <a:lnTo>
                    <a:pt x="6143915" y="356967"/>
                  </a:lnTo>
                  <a:lnTo>
                    <a:pt x="6144073" y="356967"/>
                  </a:lnTo>
                  <a:lnTo>
                    <a:pt x="6144230" y="356967"/>
                  </a:lnTo>
                  <a:lnTo>
                    <a:pt x="6144230" y="356536"/>
                  </a:lnTo>
                  <a:lnTo>
                    <a:pt x="6144388" y="356536"/>
                  </a:lnTo>
                  <a:lnTo>
                    <a:pt x="6144546" y="356536"/>
                  </a:lnTo>
                  <a:lnTo>
                    <a:pt x="6144546" y="356106"/>
                  </a:lnTo>
                  <a:lnTo>
                    <a:pt x="6144546" y="355675"/>
                  </a:lnTo>
                  <a:lnTo>
                    <a:pt x="6144704" y="355675"/>
                  </a:lnTo>
                  <a:lnTo>
                    <a:pt x="6144861" y="355675"/>
                  </a:lnTo>
                  <a:lnTo>
                    <a:pt x="6145019" y="355675"/>
                  </a:lnTo>
                  <a:lnTo>
                    <a:pt x="6145177" y="355675"/>
                  </a:lnTo>
                  <a:lnTo>
                    <a:pt x="6145334" y="355675"/>
                  </a:lnTo>
                  <a:lnTo>
                    <a:pt x="6145492" y="355675"/>
                  </a:lnTo>
                  <a:lnTo>
                    <a:pt x="6145650" y="355675"/>
                  </a:lnTo>
                  <a:lnTo>
                    <a:pt x="6145808" y="355675"/>
                  </a:lnTo>
                  <a:lnTo>
                    <a:pt x="6145965" y="355675"/>
                  </a:lnTo>
                  <a:lnTo>
                    <a:pt x="6146123" y="355675"/>
                  </a:lnTo>
                  <a:lnTo>
                    <a:pt x="6146123" y="355245"/>
                  </a:lnTo>
                  <a:lnTo>
                    <a:pt x="6146281" y="355245"/>
                  </a:lnTo>
                  <a:lnTo>
                    <a:pt x="6146439" y="355245"/>
                  </a:lnTo>
                  <a:lnTo>
                    <a:pt x="6146439" y="354814"/>
                  </a:lnTo>
                  <a:lnTo>
                    <a:pt x="6146596" y="354814"/>
                  </a:lnTo>
                  <a:lnTo>
                    <a:pt x="6146754" y="354814"/>
                  </a:lnTo>
                  <a:lnTo>
                    <a:pt x="6146912" y="354814"/>
                  </a:lnTo>
                  <a:lnTo>
                    <a:pt x="6147069" y="354814"/>
                  </a:lnTo>
                  <a:lnTo>
                    <a:pt x="6147069" y="354383"/>
                  </a:lnTo>
                  <a:lnTo>
                    <a:pt x="6147227" y="354383"/>
                  </a:lnTo>
                  <a:lnTo>
                    <a:pt x="6147385" y="354383"/>
                  </a:lnTo>
                  <a:lnTo>
                    <a:pt x="6147543" y="354383"/>
                  </a:lnTo>
                  <a:lnTo>
                    <a:pt x="6147700" y="354383"/>
                  </a:lnTo>
                  <a:lnTo>
                    <a:pt x="6147858" y="354383"/>
                  </a:lnTo>
                  <a:lnTo>
                    <a:pt x="6148016" y="354383"/>
                  </a:lnTo>
                  <a:lnTo>
                    <a:pt x="6148173" y="354383"/>
                  </a:lnTo>
                  <a:lnTo>
                    <a:pt x="6148331" y="354383"/>
                  </a:lnTo>
                  <a:lnTo>
                    <a:pt x="6148489" y="354383"/>
                  </a:lnTo>
                  <a:lnTo>
                    <a:pt x="6148489" y="353953"/>
                  </a:lnTo>
                  <a:lnTo>
                    <a:pt x="6148647" y="353953"/>
                  </a:lnTo>
                  <a:lnTo>
                    <a:pt x="6148804" y="353953"/>
                  </a:lnTo>
                  <a:lnTo>
                    <a:pt x="6148962" y="353953"/>
                  </a:lnTo>
                  <a:lnTo>
                    <a:pt x="6149120" y="353953"/>
                  </a:lnTo>
                  <a:lnTo>
                    <a:pt x="6149277" y="353953"/>
                  </a:lnTo>
                  <a:lnTo>
                    <a:pt x="6149435" y="353953"/>
                  </a:lnTo>
                  <a:lnTo>
                    <a:pt x="6149593" y="353953"/>
                  </a:lnTo>
                  <a:lnTo>
                    <a:pt x="6149751" y="353953"/>
                  </a:lnTo>
                  <a:lnTo>
                    <a:pt x="6149908" y="353953"/>
                  </a:lnTo>
                  <a:lnTo>
                    <a:pt x="6149908" y="353522"/>
                  </a:lnTo>
                  <a:lnTo>
                    <a:pt x="6150066" y="353522"/>
                  </a:lnTo>
                  <a:lnTo>
                    <a:pt x="6150224" y="353522"/>
                  </a:lnTo>
                  <a:lnTo>
                    <a:pt x="6150381" y="353522"/>
                  </a:lnTo>
                  <a:lnTo>
                    <a:pt x="6150539" y="353522"/>
                  </a:lnTo>
                  <a:lnTo>
                    <a:pt x="6150697" y="353522"/>
                  </a:lnTo>
                  <a:lnTo>
                    <a:pt x="6150855" y="353522"/>
                  </a:lnTo>
                  <a:lnTo>
                    <a:pt x="6151012" y="353522"/>
                  </a:lnTo>
                  <a:lnTo>
                    <a:pt x="6151170" y="353522"/>
                  </a:lnTo>
                  <a:lnTo>
                    <a:pt x="6151328" y="353522"/>
                  </a:lnTo>
                  <a:lnTo>
                    <a:pt x="6151328" y="353092"/>
                  </a:lnTo>
                  <a:lnTo>
                    <a:pt x="6151486" y="353092"/>
                  </a:lnTo>
                  <a:lnTo>
                    <a:pt x="6151643" y="353092"/>
                  </a:lnTo>
                  <a:lnTo>
                    <a:pt x="6151801" y="353092"/>
                  </a:lnTo>
                  <a:lnTo>
                    <a:pt x="6151959" y="353092"/>
                  </a:lnTo>
                  <a:lnTo>
                    <a:pt x="6152116" y="353092"/>
                  </a:lnTo>
                  <a:lnTo>
                    <a:pt x="6152274" y="353092"/>
                  </a:lnTo>
                  <a:lnTo>
                    <a:pt x="6152432" y="353092"/>
                  </a:lnTo>
                  <a:lnTo>
                    <a:pt x="6152590" y="353092"/>
                  </a:lnTo>
                  <a:lnTo>
                    <a:pt x="6152747" y="353092"/>
                  </a:lnTo>
                  <a:lnTo>
                    <a:pt x="6152905" y="353092"/>
                  </a:lnTo>
                  <a:lnTo>
                    <a:pt x="6153063" y="353092"/>
                  </a:lnTo>
                  <a:lnTo>
                    <a:pt x="6153220" y="353092"/>
                  </a:lnTo>
                  <a:lnTo>
                    <a:pt x="6153378" y="353092"/>
                  </a:lnTo>
                  <a:lnTo>
                    <a:pt x="6153536" y="353092"/>
                  </a:lnTo>
                  <a:lnTo>
                    <a:pt x="6153694" y="353092"/>
                  </a:lnTo>
                  <a:lnTo>
                    <a:pt x="6153694" y="352661"/>
                  </a:lnTo>
                  <a:lnTo>
                    <a:pt x="6153851" y="352661"/>
                  </a:lnTo>
                  <a:lnTo>
                    <a:pt x="6153851" y="352230"/>
                  </a:lnTo>
                  <a:lnTo>
                    <a:pt x="6154009" y="352230"/>
                  </a:lnTo>
                  <a:lnTo>
                    <a:pt x="6154167" y="352230"/>
                  </a:lnTo>
                  <a:lnTo>
                    <a:pt x="6154324" y="352230"/>
                  </a:lnTo>
                  <a:lnTo>
                    <a:pt x="6154482" y="352230"/>
                  </a:lnTo>
                  <a:lnTo>
                    <a:pt x="6154482" y="351800"/>
                  </a:lnTo>
                  <a:lnTo>
                    <a:pt x="6154640" y="351800"/>
                  </a:lnTo>
                  <a:lnTo>
                    <a:pt x="6154798" y="351800"/>
                  </a:lnTo>
                  <a:lnTo>
                    <a:pt x="6154955" y="351800"/>
                  </a:lnTo>
                  <a:lnTo>
                    <a:pt x="6155113" y="351800"/>
                  </a:lnTo>
                  <a:lnTo>
                    <a:pt x="6155271" y="351800"/>
                  </a:lnTo>
                  <a:lnTo>
                    <a:pt x="6155271" y="351369"/>
                  </a:lnTo>
                  <a:lnTo>
                    <a:pt x="6155428" y="351369"/>
                  </a:lnTo>
                  <a:lnTo>
                    <a:pt x="6155586" y="351369"/>
                  </a:lnTo>
                  <a:lnTo>
                    <a:pt x="6155744" y="351369"/>
                  </a:lnTo>
                  <a:lnTo>
                    <a:pt x="6155902" y="351369"/>
                  </a:lnTo>
                  <a:lnTo>
                    <a:pt x="6156059" y="351369"/>
                  </a:lnTo>
                  <a:lnTo>
                    <a:pt x="6156217" y="351369"/>
                  </a:lnTo>
                  <a:lnTo>
                    <a:pt x="6156375" y="351369"/>
                  </a:lnTo>
                  <a:lnTo>
                    <a:pt x="6156532" y="351369"/>
                  </a:lnTo>
                  <a:lnTo>
                    <a:pt x="6156690" y="351369"/>
                  </a:lnTo>
                  <a:lnTo>
                    <a:pt x="6156848" y="351369"/>
                  </a:lnTo>
                  <a:lnTo>
                    <a:pt x="6157006" y="351369"/>
                  </a:lnTo>
                  <a:lnTo>
                    <a:pt x="6157163" y="351369"/>
                  </a:lnTo>
                  <a:lnTo>
                    <a:pt x="6157321" y="351369"/>
                  </a:lnTo>
                  <a:lnTo>
                    <a:pt x="6157479" y="351369"/>
                  </a:lnTo>
                  <a:lnTo>
                    <a:pt x="6157637" y="351369"/>
                  </a:lnTo>
                  <a:lnTo>
                    <a:pt x="6157794" y="351369"/>
                  </a:lnTo>
                  <a:lnTo>
                    <a:pt x="6157952" y="351369"/>
                  </a:lnTo>
                  <a:lnTo>
                    <a:pt x="6158110" y="351369"/>
                  </a:lnTo>
                  <a:lnTo>
                    <a:pt x="6158267" y="351369"/>
                  </a:lnTo>
                  <a:lnTo>
                    <a:pt x="6158425" y="351369"/>
                  </a:lnTo>
                  <a:lnTo>
                    <a:pt x="6158583" y="351369"/>
                  </a:lnTo>
                  <a:lnTo>
                    <a:pt x="6158741" y="351369"/>
                  </a:lnTo>
                  <a:lnTo>
                    <a:pt x="6158898" y="351369"/>
                  </a:lnTo>
                  <a:lnTo>
                    <a:pt x="6159056" y="351369"/>
                  </a:lnTo>
                  <a:lnTo>
                    <a:pt x="6159214" y="351369"/>
                  </a:lnTo>
                  <a:lnTo>
                    <a:pt x="6159371" y="351369"/>
                  </a:lnTo>
                  <a:lnTo>
                    <a:pt x="6159529" y="351369"/>
                  </a:lnTo>
                  <a:lnTo>
                    <a:pt x="6159687" y="351369"/>
                  </a:lnTo>
                  <a:lnTo>
                    <a:pt x="6159845" y="351369"/>
                  </a:lnTo>
                  <a:lnTo>
                    <a:pt x="6160002" y="351369"/>
                  </a:lnTo>
                  <a:lnTo>
                    <a:pt x="6160160" y="351369"/>
                  </a:lnTo>
                  <a:lnTo>
                    <a:pt x="6160318" y="351369"/>
                  </a:lnTo>
                  <a:lnTo>
                    <a:pt x="6160475" y="351369"/>
                  </a:lnTo>
                  <a:lnTo>
                    <a:pt x="6160633" y="351369"/>
                  </a:lnTo>
                  <a:lnTo>
                    <a:pt x="6160791" y="351369"/>
                  </a:lnTo>
                  <a:lnTo>
                    <a:pt x="6160949" y="351369"/>
                  </a:lnTo>
                  <a:lnTo>
                    <a:pt x="6161106" y="351369"/>
                  </a:lnTo>
                  <a:lnTo>
                    <a:pt x="6161264" y="351369"/>
                  </a:lnTo>
                  <a:lnTo>
                    <a:pt x="6161422" y="351369"/>
                  </a:lnTo>
                  <a:lnTo>
                    <a:pt x="6161579" y="351369"/>
                  </a:lnTo>
                  <a:lnTo>
                    <a:pt x="6161737" y="351369"/>
                  </a:lnTo>
                  <a:lnTo>
                    <a:pt x="6161895" y="351369"/>
                  </a:lnTo>
                  <a:lnTo>
                    <a:pt x="6162053" y="351369"/>
                  </a:lnTo>
                  <a:lnTo>
                    <a:pt x="6162210" y="351369"/>
                  </a:lnTo>
                  <a:lnTo>
                    <a:pt x="6162368" y="351369"/>
                  </a:lnTo>
                  <a:lnTo>
                    <a:pt x="6162526" y="351369"/>
                  </a:lnTo>
                  <a:lnTo>
                    <a:pt x="6162526" y="350939"/>
                  </a:lnTo>
                  <a:lnTo>
                    <a:pt x="6162684" y="350939"/>
                  </a:lnTo>
                  <a:lnTo>
                    <a:pt x="6162841" y="350939"/>
                  </a:lnTo>
                  <a:lnTo>
                    <a:pt x="6162999" y="350939"/>
                  </a:lnTo>
                  <a:lnTo>
                    <a:pt x="6163157" y="350939"/>
                  </a:lnTo>
                  <a:lnTo>
                    <a:pt x="6163314" y="350939"/>
                  </a:lnTo>
                  <a:lnTo>
                    <a:pt x="6163472" y="350939"/>
                  </a:lnTo>
                  <a:lnTo>
                    <a:pt x="6163630" y="350939"/>
                  </a:lnTo>
                  <a:lnTo>
                    <a:pt x="6163788" y="350939"/>
                  </a:lnTo>
                  <a:lnTo>
                    <a:pt x="6163945" y="350939"/>
                  </a:lnTo>
                  <a:lnTo>
                    <a:pt x="6164103" y="350939"/>
                  </a:lnTo>
                  <a:lnTo>
                    <a:pt x="6164261" y="350939"/>
                  </a:lnTo>
                  <a:lnTo>
                    <a:pt x="6164418" y="350939"/>
                  </a:lnTo>
                  <a:lnTo>
                    <a:pt x="6164576" y="350939"/>
                  </a:lnTo>
                  <a:lnTo>
                    <a:pt x="6164734" y="350939"/>
                  </a:lnTo>
                  <a:lnTo>
                    <a:pt x="6164734" y="350508"/>
                  </a:lnTo>
                  <a:lnTo>
                    <a:pt x="6164892" y="350508"/>
                  </a:lnTo>
                  <a:lnTo>
                    <a:pt x="6165049" y="350508"/>
                  </a:lnTo>
                  <a:lnTo>
                    <a:pt x="6165207" y="350508"/>
                  </a:lnTo>
                  <a:lnTo>
                    <a:pt x="6165365" y="350508"/>
                  </a:lnTo>
                  <a:lnTo>
                    <a:pt x="6165522" y="350508"/>
                  </a:lnTo>
                  <a:lnTo>
                    <a:pt x="6165680" y="350508"/>
                  </a:lnTo>
                  <a:lnTo>
                    <a:pt x="6165838" y="350508"/>
                  </a:lnTo>
                  <a:lnTo>
                    <a:pt x="6165996" y="350508"/>
                  </a:lnTo>
                  <a:lnTo>
                    <a:pt x="6166153" y="350508"/>
                  </a:lnTo>
                  <a:lnTo>
                    <a:pt x="6166311" y="350508"/>
                  </a:lnTo>
                  <a:lnTo>
                    <a:pt x="6166311" y="350077"/>
                  </a:lnTo>
                  <a:lnTo>
                    <a:pt x="6166469" y="350077"/>
                  </a:lnTo>
                  <a:lnTo>
                    <a:pt x="6166626" y="350077"/>
                  </a:lnTo>
                  <a:lnTo>
                    <a:pt x="6166784" y="350077"/>
                  </a:lnTo>
                  <a:lnTo>
                    <a:pt x="6166942" y="350077"/>
                  </a:lnTo>
                  <a:lnTo>
                    <a:pt x="6167100" y="350077"/>
                  </a:lnTo>
                  <a:lnTo>
                    <a:pt x="6167257" y="350077"/>
                  </a:lnTo>
                  <a:lnTo>
                    <a:pt x="6167415" y="350077"/>
                  </a:lnTo>
                  <a:lnTo>
                    <a:pt x="6167573" y="350077"/>
                  </a:lnTo>
                  <a:lnTo>
                    <a:pt x="6167730" y="350077"/>
                  </a:lnTo>
                  <a:lnTo>
                    <a:pt x="6167888" y="350077"/>
                  </a:lnTo>
                  <a:lnTo>
                    <a:pt x="6168046" y="350077"/>
                  </a:lnTo>
                  <a:lnTo>
                    <a:pt x="6168204" y="350077"/>
                  </a:lnTo>
                  <a:lnTo>
                    <a:pt x="6168361" y="350077"/>
                  </a:lnTo>
                  <a:lnTo>
                    <a:pt x="6168519" y="350077"/>
                  </a:lnTo>
                  <a:lnTo>
                    <a:pt x="6168677" y="350077"/>
                  </a:lnTo>
                  <a:lnTo>
                    <a:pt x="6168835" y="350077"/>
                  </a:lnTo>
                  <a:lnTo>
                    <a:pt x="6168992" y="350077"/>
                  </a:lnTo>
                  <a:lnTo>
                    <a:pt x="6169150" y="350077"/>
                  </a:lnTo>
                  <a:lnTo>
                    <a:pt x="6169308" y="350077"/>
                  </a:lnTo>
                  <a:lnTo>
                    <a:pt x="6169465" y="350077"/>
                  </a:lnTo>
                  <a:lnTo>
                    <a:pt x="6169623" y="350077"/>
                  </a:lnTo>
                  <a:lnTo>
                    <a:pt x="6169623" y="349647"/>
                  </a:lnTo>
                  <a:lnTo>
                    <a:pt x="6169781" y="349647"/>
                  </a:lnTo>
                  <a:lnTo>
                    <a:pt x="6169939" y="349647"/>
                  </a:lnTo>
                  <a:lnTo>
                    <a:pt x="6170096" y="349647"/>
                  </a:lnTo>
                  <a:lnTo>
                    <a:pt x="6170254" y="349647"/>
                  </a:lnTo>
                  <a:lnTo>
                    <a:pt x="6170412" y="349647"/>
                  </a:lnTo>
                  <a:lnTo>
                    <a:pt x="6170569" y="349647"/>
                  </a:lnTo>
                  <a:lnTo>
                    <a:pt x="6170727" y="349647"/>
                  </a:lnTo>
                  <a:lnTo>
                    <a:pt x="6170885" y="349647"/>
                  </a:lnTo>
                  <a:lnTo>
                    <a:pt x="6171043" y="349647"/>
                  </a:lnTo>
                  <a:lnTo>
                    <a:pt x="6171200" y="349647"/>
                  </a:lnTo>
                  <a:lnTo>
                    <a:pt x="6171358" y="349647"/>
                  </a:lnTo>
                  <a:lnTo>
                    <a:pt x="6171516" y="349647"/>
                  </a:lnTo>
                  <a:lnTo>
                    <a:pt x="6171673" y="349647"/>
                  </a:lnTo>
                  <a:lnTo>
                    <a:pt x="6171831" y="349647"/>
                  </a:lnTo>
                  <a:lnTo>
                    <a:pt x="6171989" y="349647"/>
                  </a:lnTo>
                  <a:lnTo>
                    <a:pt x="6172147" y="349647"/>
                  </a:lnTo>
                  <a:lnTo>
                    <a:pt x="6172304" y="349647"/>
                  </a:lnTo>
                  <a:lnTo>
                    <a:pt x="6172462" y="349647"/>
                  </a:lnTo>
                  <a:lnTo>
                    <a:pt x="6172620" y="349647"/>
                  </a:lnTo>
                  <a:lnTo>
                    <a:pt x="6172777" y="349647"/>
                  </a:lnTo>
                  <a:lnTo>
                    <a:pt x="6172777" y="349216"/>
                  </a:lnTo>
                  <a:lnTo>
                    <a:pt x="6172935" y="349216"/>
                  </a:lnTo>
                  <a:lnTo>
                    <a:pt x="6173093" y="349216"/>
                  </a:lnTo>
                  <a:lnTo>
                    <a:pt x="6173251" y="349216"/>
                  </a:lnTo>
                  <a:lnTo>
                    <a:pt x="6173408" y="349216"/>
                  </a:lnTo>
                  <a:lnTo>
                    <a:pt x="6173566" y="349216"/>
                  </a:lnTo>
                  <a:lnTo>
                    <a:pt x="6173724" y="349216"/>
                  </a:lnTo>
                  <a:lnTo>
                    <a:pt x="6173882" y="349216"/>
                  </a:lnTo>
                  <a:lnTo>
                    <a:pt x="6174039" y="349216"/>
                  </a:lnTo>
                  <a:lnTo>
                    <a:pt x="6174197" y="349216"/>
                  </a:lnTo>
                  <a:lnTo>
                    <a:pt x="6174197" y="348786"/>
                  </a:lnTo>
                  <a:lnTo>
                    <a:pt x="6174355" y="348786"/>
                  </a:lnTo>
                  <a:lnTo>
                    <a:pt x="6174512" y="348786"/>
                  </a:lnTo>
                  <a:lnTo>
                    <a:pt x="6174670" y="348786"/>
                  </a:lnTo>
                  <a:lnTo>
                    <a:pt x="6174828" y="348786"/>
                  </a:lnTo>
                  <a:lnTo>
                    <a:pt x="6174986" y="348786"/>
                  </a:lnTo>
                  <a:lnTo>
                    <a:pt x="6175143" y="348786"/>
                  </a:lnTo>
                  <a:lnTo>
                    <a:pt x="6175143" y="348355"/>
                  </a:lnTo>
                  <a:lnTo>
                    <a:pt x="6175301" y="348355"/>
                  </a:lnTo>
                  <a:lnTo>
                    <a:pt x="6175459" y="348355"/>
                  </a:lnTo>
                  <a:lnTo>
                    <a:pt x="6175616" y="348355"/>
                  </a:lnTo>
                  <a:lnTo>
                    <a:pt x="6175774" y="348355"/>
                  </a:lnTo>
                  <a:lnTo>
                    <a:pt x="6175932" y="348355"/>
                  </a:lnTo>
                  <a:lnTo>
                    <a:pt x="6175932" y="347924"/>
                  </a:lnTo>
                  <a:lnTo>
                    <a:pt x="6176090" y="347924"/>
                  </a:lnTo>
                  <a:lnTo>
                    <a:pt x="6176247" y="347924"/>
                  </a:lnTo>
                  <a:lnTo>
                    <a:pt x="6176405" y="347924"/>
                  </a:lnTo>
                  <a:lnTo>
                    <a:pt x="6176563" y="347924"/>
                  </a:lnTo>
                  <a:lnTo>
                    <a:pt x="6176720" y="347924"/>
                  </a:lnTo>
                  <a:lnTo>
                    <a:pt x="6176878" y="347924"/>
                  </a:lnTo>
                  <a:lnTo>
                    <a:pt x="6177036" y="347924"/>
                  </a:lnTo>
                  <a:lnTo>
                    <a:pt x="6177036" y="347494"/>
                  </a:lnTo>
                  <a:lnTo>
                    <a:pt x="6177194" y="347494"/>
                  </a:lnTo>
                  <a:lnTo>
                    <a:pt x="6177351" y="347494"/>
                  </a:lnTo>
                  <a:lnTo>
                    <a:pt x="6177509" y="347494"/>
                  </a:lnTo>
                  <a:lnTo>
                    <a:pt x="6177667" y="347494"/>
                  </a:lnTo>
                  <a:lnTo>
                    <a:pt x="6177824" y="347494"/>
                  </a:lnTo>
                  <a:lnTo>
                    <a:pt x="6177982" y="347494"/>
                  </a:lnTo>
                  <a:lnTo>
                    <a:pt x="6178140" y="347494"/>
                  </a:lnTo>
                  <a:lnTo>
                    <a:pt x="6178298" y="347494"/>
                  </a:lnTo>
                  <a:lnTo>
                    <a:pt x="6178455" y="347494"/>
                  </a:lnTo>
                  <a:lnTo>
                    <a:pt x="6178613" y="347494"/>
                  </a:lnTo>
                  <a:lnTo>
                    <a:pt x="6178771" y="347494"/>
                  </a:lnTo>
                  <a:lnTo>
                    <a:pt x="6178928" y="347494"/>
                  </a:lnTo>
                  <a:lnTo>
                    <a:pt x="6179086" y="347494"/>
                  </a:lnTo>
                  <a:lnTo>
                    <a:pt x="6179086" y="347063"/>
                  </a:lnTo>
                  <a:lnTo>
                    <a:pt x="6179244" y="347063"/>
                  </a:lnTo>
                  <a:lnTo>
                    <a:pt x="6179402" y="347063"/>
                  </a:lnTo>
                  <a:lnTo>
                    <a:pt x="6179559" y="347063"/>
                  </a:lnTo>
                  <a:lnTo>
                    <a:pt x="6179717" y="347063"/>
                  </a:lnTo>
                  <a:lnTo>
                    <a:pt x="6179875" y="347063"/>
                  </a:lnTo>
                  <a:lnTo>
                    <a:pt x="6179875" y="346633"/>
                  </a:lnTo>
                  <a:lnTo>
                    <a:pt x="6180033" y="346633"/>
                  </a:lnTo>
                  <a:lnTo>
                    <a:pt x="6180190" y="346633"/>
                  </a:lnTo>
                  <a:lnTo>
                    <a:pt x="6180190" y="346202"/>
                  </a:lnTo>
                  <a:lnTo>
                    <a:pt x="6180348" y="346202"/>
                  </a:lnTo>
                  <a:lnTo>
                    <a:pt x="6180348" y="345771"/>
                  </a:lnTo>
                  <a:lnTo>
                    <a:pt x="6180348" y="345341"/>
                  </a:lnTo>
                  <a:lnTo>
                    <a:pt x="6180506" y="345341"/>
                  </a:lnTo>
                  <a:lnTo>
                    <a:pt x="6180663" y="345341"/>
                  </a:lnTo>
                  <a:lnTo>
                    <a:pt x="6180821" y="345341"/>
                  </a:lnTo>
                  <a:lnTo>
                    <a:pt x="6180979" y="345341"/>
                  </a:lnTo>
                  <a:lnTo>
                    <a:pt x="6181137" y="345341"/>
                  </a:lnTo>
                  <a:lnTo>
                    <a:pt x="6181294" y="345341"/>
                  </a:lnTo>
                  <a:lnTo>
                    <a:pt x="6181452" y="345341"/>
                  </a:lnTo>
                  <a:lnTo>
                    <a:pt x="6181610" y="345341"/>
                  </a:lnTo>
                  <a:lnTo>
                    <a:pt x="6181767" y="345341"/>
                  </a:lnTo>
                  <a:lnTo>
                    <a:pt x="6181925" y="345341"/>
                  </a:lnTo>
                  <a:lnTo>
                    <a:pt x="6182083" y="345341"/>
                  </a:lnTo>
                  <a:lnTo>
                    <a:pt x="6182241" y="345341"/>
                  </a:lnTo>
                  <a:lnTo>
                    <a:pt x="6182398" y="345341"/>
                  </a:lnTo>
                  <a:lnTo>
                    <a:pt x="6182556" y="345341"/>
                  </a:lnTo>
                  <a:lnTo>
                    <a:pt x="6182714" y="345341"/>
                  </a:lnTo>
                  <a:lnTo>
                    <a:pt x="6182871" y="345341"/>
                  </a:lnTo>
                  <a:lnTo>
                    <a:pt x="6183029" y="345341"/>
                  </a:lnTo>
                  <a:lnTo>
                    <a:pt x="6183187" y="345341"/>
                  </a:lnTo>
                  <a:lnTo>
                    <a:pt x="6183345" y="345341"/>
                  </a:lnTo>
                  <a:lnTo>
                    <a:pt x="6183502" y="345341"/>
                  </a:lnTo>
                  <a:lnTo>
                    <a:pt x="6183660" y="345341"/>
                  </a:lnTo>
                  <a:lnTo>
                    <a:pt x="6183818" y="345341"/>
                  </a:lnTo>
                  <a:lnTo>
                    <a:pt x="6183975" y="345341"/>
                  </a:lnTo>
                  <a:lnTo>
                    <a:pt x="6184133" y="345341"/>
                  </a:lnTo>
                  <a:lnTo>
                    <a:pt x="6184291" y="345341"/>
                  </a:lnTo>
                  <a:lnTo>
                    <a:pt x="6184449" y="345341"/>
                  </a:lnTo>
                  <a:lnTo>
                    <a:pt x="6184606" y="345341"/>
                  </a:lnTo>
                  <a:lnTo>
                    <a:pt x="6184764" y="345341"/>
                  </a:lnTo>
                  <a:lnTo>
                    <a:pt x="6184922" y="345341"/>
                  </a:lnTo>
                  <a:lnTo>
                    <a:pt x="6185079" y="345341"/>
                  </a:lnTo>
                  <a:lnTo>
                    <a:pt x="6185079" y="344910"/>
                  </a:lnTo>
                  <a:lnTo>
                    <a:pt x="6185237" y="344910"/>
                  </a:lnTo>
                  <a:lnTo>
                    <a:pt x="6185395" y="344910"/>
                  </a:lnTo>
                  <a:lnTo>
                    <a:pt x="6185553" y="344910"/>
                  </a:lnTo>
                  <a:lnTo>
                    <a:pt x="6185710" y="344910"/>
                  </a:lnTo>
                  <a:lnTo>
                    <a:pt x="6185868" y="344910"/>
                  </a:lnTo>
                  <a:lnTo>
                    <a:pt x="6185868" y="344480"/>
                  </a:lnTo>
                  <a:lnTo>
                    <a:pt x="6186026" y="344480"/>
                  </a:lnTo>
                  <a:lnTo>
                    <a:pt x="6186184" y="344480"/>
                  </a:lnTo>
                  <a:lnTo>
                    <a:pt x="6186341" y="344480"/>
                  </a:lnTo>
                  <a:lnTo>
                    <a:pt x="6186499" y="344480"/>
                  </a:lnTo>
                  <a:lnTo>
                    <a:pt x="6186657" y="344480"/>
                  </a:lnTo>
                  <a:lnTo>
                    <a:pt x="6186657" y="344049"/>
                  </a:lnTo>
                  <a:lnTo>
                    <a:pt x="6186814" y="344049"/>
                  </a:lnTo>
                  <a:lnTo>
                    <a:pt x="6186972" y="344049"/>
                  </a:lnTo>
                  <a:lnTo>
                    <a:pt x="6187130" y="344049"/>
                  </a:lnTo>
                  <a:lnTo>
                    <a:pt x="6187130" y="343618"/>
                  </a:lnTo>
                  <a:lnTo>
                    <a:pt x="6187288" y="343618"/>
                  </a:lnTo>
                  <a:lnTo>
                    <a:pt x="6187288" y="343188"/>
                  </a:lnTo>
                  <a:lnTo>
                    <a:pt x="6187445" y="343188"/>
                  </a:lnTo>
                  <a:lnTo>
                    <a:pt x="6187603" y="343188"/>
                  </a:lnTo>
                  <a:lnTo>
                    <a:pt x="6187761" y="343188"/>
                  </a:lnTo>
                  <a:lnTo>
                    <a:pt x="6187918" y="343188"/>
                  </a:lnTo>
                  <a:lnTo>
                    <a:pt x="6188076" y="343188"/>
                  </a:lnTo>
                  <a:lnTo>
                    <a:pt x="6188234" y="343188"/>
                  </a:lnTo>
                  <a:lnTo>
                    <a:pt x="6188392" y="343188"/>
                  </a:lnTo>
                  <a:lnTo>
                    <a:pt x="6188549" y="343188"/>
                  </a:lnTo>
                  <a:lnTo>
                    <a:pt x="6188707" y="343188"/>
                  </a:lnTo>
                  <a:lnTo>
                    <a:pt x="6188865" y="343188"/>
                  </a:lnTo>
                  <a:lnTo>
                    <a:pt x="6189022" y="343188"/>
                  </a:lnTo>
                  <a:lnTo>
                    <a:pt x="6189180" y="343188"/>
                  </a:lnTo>
                  <a:lnTo>
                    <a:pt x="6189338" y="343188"/>
                  </a:lnTo>
                  <a:lnTo>
                    <a:pt x="6189338" y="342757"/>
                  </a:lnTo>
                  <a:lnTo>
                    <a:pt x="6189496" y="342757"/>
                  </a:lnTo>
                  <a:lnTo>
                    <a:pt x="6189653" y="342757"/>
                  </a:lnTo>
                  <a:lnTo>
                    <a:pt x="6189811" y="342757"/>
                  </a:lnTo>
                  <a:lnTo>
                    <a:pt x="6189969" y="342757"/>
                  </a:lnTo>
                  <a:lnTo>
                    <a:pt x="6190126" y="342757"/>
                  </a:lnTo>
                  <a:lnTo>
                    <a:pt x="6190284" y="342757"/>
                  </a:lnTo>
                  <a:lnTo>
                    <a:pt x="6190442" y="342757"/>
                  </a:lnTo>
                  <a:lnTo>
                    <a:pt x="6190600" y="342757"/>
                  </a:lnTo>
                  <a:lnTo>
                    <a:pt x="6190757" y="342757"/>
                  </a:lnTo>
                  <a:lnTo>
                    <a:pt x="6190915" y="342757"/>
                  </a:lnTo>
                  <a:lnTo>
                    <a:pt x="6191073" y="342757"/>
                  </a:lnTo>
                  <a:lnTo>
                    <a:pt x="6191231" y="342757"/>
                  </a:lnTo>
                  <a:lnTo>
                    <a:pt x="6191388" y="342757"/>
                  </a:lnTo>
                  <a:lnTo>
                    <a:pt x="6191546" y="342757"/>
                  </a:lnTo>
                  <a:lnTo>
                    <a:pt x="6191704" y="342757"/>
                  </a:lnTo>
                  <a:lnTo>
                    <a:pt x="6191861" y="342757"/>
                  </a:lnTo>
                  <a:lnTo>
                    <a:pt x="6192019" y="342757"/>
                  </a:lnTo>
                  <a:lnTo>
                    <a:pt x="6192177" y="342757"/>
                  </a:lnTo>
                  <a:lnTo>
                    <a:pt x="6192335" y="342757"/>
                  </a:lnTo>
                  <a:lnTo>
                    <a:pt x="6192335" y="342327"/>
                  </a:lnTo>
                  <a:lnTo>
                    <a:pt x="6192492" y="342327"/>
                  </a:lnTo>
                  <a:lnTo>
                    <a:pt x="6192650" y="342327"/>
                  </a:lnTo>
                  <a:lnTo>
                    <a:pt x="6192808" y="342327"/>
                  </a:lnTo>
                  <a:lnTo>
                    <a:pt x="6192965" y="342327"/>
                  </a:lnTo>
                  <a:lnTo>
                    <a:pt x="6193123" y="342327"/>
                  </a:lnTo>
                  <a:lnTo>
                    <a:pt x="6193123" y="341896"/>
                  </a:lnTo>
                  <a:lnTo>
                    <a:pt x="6193281" y="341896"/>
                  </a:lnTo>
                  <a:lnTo>
                    <a:pt x="6193439" y="341896"/>
                  </a:lnTo>
                  <a:lnTo>
                    <a:pt x="6193596" y="341896"/>
                  </a:lnTo>
                  <a:lnTo>
                    <a:pt x="6193754" y="341896"/>
                  </a:lnTo>
                  <a:lnTo>
                    <a:pt x="6193912" y="341896"/>
                  </a:lnTo>
                  <a:lnTo>
                    <a:pt x="6194069" y="341896"/>
                  </a:lnTo>
                  <a:lnTo>
                    <a:pt x="6194227" y="341896"/>
                  </a:lnTo>
                  <a:lnTo>
                    <a:pt x="6194385" y="341896"/>
                  </a:lnTo>
                  <a:lnTo>
                    <a:pt x="6194543" y="341896"/>
                  </a:lnTo>
                  <a:lnTo>
                    <a:pt x="6194700" y="341896"/>
                  </a:lnTo>
                  <a:lnTo>
                    <a:pt x="6194858" y="341896"/>
                  </a:lnTo>
                  <a:lnTo>
                    <a:pt x="6195016" y="341896"/>
                  </a:lnTo>
                  <a:lnTo>
                    <a:pt x="6195173" y="341896"/>
                  </a:lnTo>
                  <a:lnTo>
                    <a:pt x="6195331" y="341896"/>
                  </a:lnTo>
                  <a:lnTo>
                    <a:pt x="6195489" y="341896"/>
                  </a:lnTo>
                  <a:lnTo>
                    <a:pt x="6195647" y="341896"/>
                  </a:lnTo>
                  <a:lnTo>
                    <a:pt x="6195804" y="341896"/>
                  </a:lnTo>
                  <a:lnTo>
                    <a:pt x="6195962" y="341896"/>
                  </a:lnTo>
                  <a:lnTo>
                    <a:pt x="6196120" y="341896"/>
                  </a:lnTo>
                  <a:lnTo>
                    <a:pt x="6196277" y="341896"/>
                  </a:lnTo>
                  <a:lnTo>
                    <a:pt x="6196277" y="341465"/>
                  </a:lnTo>
                  <a:lnTo>
                    <a:pt x="6196435" y="341465"/>
                  </a:lnTo>
                  <a:lnTo>
                    <a:pt x="6196593" y="341465"/>
                  </a:lnTo>
                  <a:lnTo>
                    <a:pt x="6196751" y="341465"/>
                  </a:lnTo>
                  <a:lnTo>
                    <a:pt x="6196908" y="341465"/>
                  </a:lnTo>
                  <a:lnTo>
                    <a:pt x="6197066" y="341465"/>
                  </a:lnTo>
                  <a:lnTo>
                    <a:pt x="6197224" y="341465"/>
                  </a:lnTo>
                  <a:lnTo>
                    <a:pt x="6197382" y="341465"/>
                  </a:lnTo>
                  <a:lnTo>
                    <a:pt x="6197539" y="341465"/>
                  </a:lnTo>
                  <a:lnTo>
                    <a:pt x="6197697" y="341465"/>
                  </a:lnTo>
                  <a:lnTo>
                    <a:pt x="6197855" y="341465"/>
                  </a:lnTo>
                  <a:lnTo>
                    <a:pt x="6198012" y="341465"/>
                  </a:lnTo>
                  <a:lnTo>
                    <a:pt x="6198012" y="341035"/>
                  </a:lnTo>
                  <a:lnTo>
                    <a:pt x="6198012" y="340604"/>
                  </a:lnTo>
                  <a:lnTo>
                    <a:pt x="6198170" y="340604"/>
                  </a:lnTo>
                  <a:lnTo>
                    <a:pt x="6198328" y="340604"/>
                  </a:lnTo>
                  <a:lnTo>
                    <a:pt x="6198486" y="340604"/>
                  </a:lnTo>
                  <a:lnTo>
                    <a:pt x="6198643" y="340604"/>
                  </a:lnTo>
                  <a:lnTo>
                    <a:pt x="6198801" y="340604"/>
                  </a:lnTo>
                  <a:lnTo>
                    <a:pt x="6198959" y="340604"/>
                  </a:lnTo>
                  <a:lnTo>
                    <a:pt x="6198959" y="340174"/>
                  </a:lnTo>
                  <a:lnTo>
                    <a:pt x="6199116" y="340174"/>
                  </a:lnTo>
                  <a:lnTo>
                    <a:pt x="6199274" y="340174"/>
                  </a:lnTo>
                  <a:lnTo>
                    <a:pt x="6199432" y="340174"/>
                  </a:lnTo>
                  <a:lnTo>
                    <a:pt x="6199590" y="340174"/>
                  </a:lnTo>
                  <a:lnTo>
                    <a:pt x="6199747" y="340174"/>
                  </a:lnTo>
                  <a:lnTo>
                    <a:pt x="6199905" y="340174"/>
                  </a:lnTo>
                  <a:lnTo>
                    <a:pt x="6200063" y="340174"/>
                  </a:lnTo>
                  <a:lnTo>
                    <a:pt x="6200220" y="340174"/>
                  </a:lnTo>
                  <a:lnTo>
                    <a:pt x="6200378" y="340174"/>
                  </a:lnTo>
                  <a:lnTo>
                    <a:pt x="6200536" y="340174"/>
                  </a:lnTo>
                  <a:lnTo>
                    <a:pt x="6200694" y="340174"/>
                  </a:lnTo>
                  <a:lnTo>
                    <a:pt x="6200851" y="340174"/>
                  </a:lnTo>
                  <a:lnTo>
                    <a:pt x="6201009" y="340174"/>
                  </a:lnTo>
                  <a:lnTo>
                    <a:pt x="6201167" y="340174"/>
                  </a:lnTo>
                  <a:lnTo>
                    <a:pt x="6201324" y="340174"/>
                  </a:lnTo>
                  <a:lnTo>
                    <a:pt x="6201482" y="340174"/>
                  </a:lnTo>
                  <a:lnTo>
                    <a:pt x="6201640" y="340174"/>
                  </a:lnTo>
                  <a:lnTo>
                    <a:pt x="6201798" y="340174"/>
                  </a:lnTo>
                  <a:lnTo>
                    <a:pt x="6201955" y="340174"/>
                  </a:lnTo>
                  <a:lnTo>
                    <a:pt x="6202113" y="340174"/>
                  </a:lnTo>
                  <a:lnTo>
                    <a:pt x="6202271" y="340174"/>
                  </a:lnTo>
                  <a:lnTo>
                    <a:pt x="6202271" y="339743"/>
                  </a:lnTo>
                  <a:lnTo>
                    <a:pt x="6202429" y="339743"/>
                  </a:lnTo>
                  <a:lnTo>
                    <a:pt x="6202586" y="339743"/>
                  </a:lnTo>
                  <a:lnTo>
                    <a:pt x="6202744" y="339743"/>
                  </a:lnTo>
                  <a:lnTo>
                    <a:pt x="6202902" y="339743"/>
                  </a:lnTo>
                  <a:lnTo>
                    <a:pt x="6203059" y="339743"/>
                  </a:lnTo>
                  <a:lnTo>
                    <a:pt x="6203217" y="339743"/>
                  </a:lnTo>
                  <a:lnTo>
                    <a:pt x="6203375" y="339743"/>
                  </a:lnTo>
                  <a:lnTo>
                    <a:pt x="6203375" y="339312"/>
                  </a:lnTo>
                  <a:lnTo>
                    <a:pt x="6203533" y="339312"/>
                  </a:lnTo>
                  <a:lnTo>
                    <a:pt x="6203533" y="338882"/>
                  </a:lnTo>
                  <a:lnTo>
                    <a:pt x="6203690" y="338882"/>
                  </a:lnTo>
                  <a:lnTo>
                    <a:pt x="6203848" y="338882"/>
                  </a:lnTo>
                  <a:lnTo>
                    <a:pt x="6203848" y="338451"/>
                  </a:lnTo>
                  <a:lnTo>
                    <a:pt x="6204006" y="338451"/>
                  </a:lnTo>
                  <a:lnTo>
                    <a:pt x="6204163" y="338451"/>
                  </a:lnTo>
                  <a:lnTo>
                    <a:pt x="6204321" y="338451"/>
                  </a:lnTo>
                  <a:lnTo>
                    <a:pt x="6204321" y="338021"/>
                  </a:lnTo>
                  <a:lnTo>
                    <a:pt x="6204479" y="338021"/>
                  </a:lnTo>
                  <a:lnTo>
                    <a:pt x="6204637" y="338021"/>
                  </a:lnTo>
                  <a:lnTo>
                    <a:pt x="6204794" y="338021"/>
                  </a:lnTo>
                  <a:lnTo>
                    <a:pt x="6204952" y="338021"/>
                  </a:lnTo>
                  <a:lnTo>
                    <a:pt x="6205110" y="338021"/>
                  </a:lnTo>
                  <a:lnTo>
                    <a:pt x="6205267" y="338021"/>
                  </a:lnTo>
                  <a:lnTo>
                    <a:pt x="6205425" y="338021"/>
                  </a:lnTo>
                  <a:lnTo>
                    <a:pt x="6205583" y="338021"/>
                  </a:lnTo>
                  <a:lnTo>
                    <a:pt x="6205741" y="338021"/>
                  </a:lnTo>
                  <a:lnTo>
                    <a:pt x="6205898" y="338021"/>
                  </a:lnTo>
                  <a:lnTo>
                    <a:pt x="6206056" y="338021"/>
                  </a:lnTo>
                  <a:lnTo>
                    <a:pt x="6206214" y="338021"/>
                  </a:lnTo>
                  <a:lnTo>
                    <a:pt x="6206371" y="338021"/>
                  </a:lnTo>
                  <a:lnTo>
                    <a:pt x="6206529" y="338021"/>
                  </a:lnTo>
                  <a:lnTo>
                    <a:pt x="6206687" y="338021"/>
                  </a:lnTo>
                  <a:lnTo>
                    <a:pt x="6206845" y="338021"/>
                  </a:lnTo>
                  <a:lnTo>
                    <a:pt x="6207002" y="338021"/>
                  </a:lnTo>
                  <a:lnTo>
                    <a:pt x="6207160" y="338021"/>
                  </a:lnTo>
                  <a:lnTo>
                    <a:pt x="6207318" y="338021"/>
                  </a:lnTo>
                  <a:lnTo>
                    <a:pt x="6207475" y="338021"/>
                  </a:lnTo>
                  <a:lnTo>
                    <a:pt x="6207633" y="338021"/>
                  </a:lnTo>
                  <a:lnTo>
                    <a:pt x="6207791" y="338021"/>
                  </a:lnTo>
                  <a:lnTo>
                    <a:pt x="6207949" y="338021"/>
                  </a:lnTo>
                  <a:lnTo>
                    <a:pt x="6208106" y="338021"/>
                  </a:lnTo>
                  <a:lnTo>
                    <a:pt x="6208264" y="338021"/>
                  </a:lnTo>
                  <a:lnTo>
                    <a:pt x="6208422" y="338021"/>
                  </a:lnTo>
                  <a:lnTo>
                    <a:pt x="6208580" y="338021"/>
                  </a:lnTo>
                  <a:lnTo>
                    <a:pt x="6208737" y="338021"/>
                  </a:lnTo>
                  <a:lnTo>
                    <a:pt x="6208895" y="338021"/>
                  </a:lnTo>
                  <a:lnTo>
                    <a:pt x="6209053" y="338021"/>
                  </a:lnTo>
                  <a:lnTo>
                    <a:pt x="6209210" y="338021"/>
                  </a:lnTo>
                  <a:lnTo>
                    <a:pt x="6209368" y="338021"/>
                  </a:lnTo>
                  <a:lnTo>
                    <a:pt x="6209526" y="338021"/>
                  </a:lnTo>
                  <a:lnTo>
                    <a:pt x="6209684" y="338021"/>
                  </a:lnTo>
                  <a:lnTo>
                    <a:pt x="6209841" y="338021"/>
                  </a:lnTo>
                  <a:lnTo>
                    <a:pt x="6209841" y="337590"/>
                  </a:lnTo>
                  <a:lnTo>
                    <a:pt x="6209999" y="337590"/>
                  </a:lnTo>
                  <a:lnTo>
                    <a:pt x="6210157" y="337590"/>
                  </a:lnTo>
                  <a:lnTo>
                    <a:pt x="6210314" y="337590"/>
                  </a:lnTo>
                  <a:lnTo>
                    <a:pt x="6210472" y="337590"/>
                  </a:lnTo>
                  <a:lnTo>
                    <a:pt x="6210630" y="337590"/>
                  </a:lnTo>
                  <a:lnTo>
                    <a:pt x="6210788" y="337590"/>
                  </a:lnTo>
                  <a:lnTo>
                    <a:pt x="6210788" y="337159"/>
                  </a:lnTo>
                  <a:lnTo>
                    <a:pt x="6210945" y="337159"/>
                  </a:lnTo>
                  <a:lnTo>
                    <a:pt x="6211103" y="337159"/>
                  </a:lnTo>
                  <a:lnTo>
                    <a:pt x="6211261" y="337159"/>
                  </a:lnTo>
                  <a:lnTo>
                    <a:pt x="6211418" y="337159"/>
                  </a:lnTo>
                  <a:lnTo>
                    <a:pt x="6211418" y="336729"/>
                  </a:lnTo>
                  <a:lnTo>
                    <a:pt x="6211418" y="336298"/>
                  </a:lnTo>
                  <a:lnTo>
                    <a:pt x="6211576" y="336298"/>
                  </a:lnTo>
                  <a:lnTo>
                    <a:pt x="6211734" y="336298"/>
                  </a:lnTo>
                  <a:lnTo>
                    <a:pt x="6211892" y="336298"/>
                  </a:lnTo>
                  <a:lnTo>
                    <a:pt x="6212049" y="336298"/>
                  </a:lnTo>
                  <a:lnTo>
                    <a:pt x="6212207" y="336298"/>
                  </a:lnTo>
                  <a:lnTo>
                    <a:pt x="6212365" y="336298"/>
                  </a:lnTo>
                  <a:lnTo>
                    <a:pt x="6212522" y="336298"/>
                  </a:lnTo>
                  <a:lnTo>
                    <a:pt x="6212680" y="336298"/>
                  </a:lnTo>
                  <a:lnTo>
                    <a:pt x="6212838" y="336298"/>
                  </a:lnTo>
                  <a:lnTo>
                    <a:pt x="6212838" y="335868"/>
                  </a:lnTo>
                  <a:lnTo>
                    <a:pt x="6212996" y="335868"/>
                  </a:lnTo>
                  <a:lnTo>
                    <a:pt x="6213153" y="335868"/>
                  </a:lnTo>
                  <a:lnTo>
                    <a:pt x="6213311" y="335868"/>
                  </a:lnTo>
                  <a:lnTo>
                    <a:pt x="6213469" y="335868"/>
                  </a:lnTo>
                  <a:lnTo>
                    <a:pt x="6213627" y="335868"/>
                  </a:lnTo>
                  <a:lnTo>
                    <a:pt x="6213784" y="335868"/>
                  </a:lnTo>
                  <a:lnTo>
                    <a:pt x="6213942" y="335868"/>
                  </a:lnTo>
                  <a:lnTo>
                    <a:pt x="6214100" y="335868"/>
                  </a:lnTo>
                  <a:lnTo>
                    <a:pt x="6214257" y="335868"/>
                  </a:lnTo>
                  <a:lnTo>
                    <a:pt x="6214415" y="335868"/>
                  </a:lnTo>
                  <a:lnTo>
                    <a:pt x="6214573" y="335868"/>
                  </a:lnTo>
                  <a:lnTo>
                    <a:pt x="6214731" y="335868"/>
                  </a:lnTo>
                  <a:lnTo>
                    <a:pt x="6214888" y="335868"/>
                  </a:lnTo>
                  <a:lnTo>
                    <a:pt x="6215046" y="335868"/>
                  </a:lnTo>
                  <a:lnTo>
                    <a:pt x="6215204" y="335868"/>
                  </a:lnTo>
                  <a:lnTo>
                    <a:pt x="6215361" y="335868"/>
                  </a:lnTo>
                  <a:lnTo>
                    <a:pt x="6215519" y="335868"/>
                  </a:lnTo>
                  <a:lnTo>
                    <a:pt x="6215677" y="335868"/>
                  </a:lnTo>
                  <a:lnTo>
                    <a:pt x="6215835" y="335868"/>
                  </a:lnTo>
                  <a:lnTo>
                    <a:pt x="6215992" y="335868"/>
                  </a:lnTo>
                  <a:lnTo>
                    <a:pt x="6216150" y="335868"/>
                  </a:lnTo>
                  <a:lnTo>
                    <a:pt x="6216308" y="335868"/>
                  </a:lnTo>
                  <a:lnTo>
                    <a:pt x="6216465" y="335868"/>
                  </a:lnTo>
                  <a:lnTo>
                    <a:pt x="6216623" y="335868"/>
                  </a:lnTo>
                  <a:lnTo>
                    <a:pt x="6216781" y="335868"/>
                  </a:lnTo>
                  <a:lnTo>
                    <a:pt x="6216939" y="335868"/>
                  </a:lnTo>
                  <a:lnTo>
                    <a:pt x="6216939" y="335437"/>
                  </a:lnTo>
                  <a:lnTo>
                    <a:pt x="6217096" y="335437"/>
                  </a:lnTo>
                  <a:lnTo>
                    <a:pt x="6217254" y="335437"/>
                  </a:lnTo>
                  <a:lnTo>
                    <a:pt x="6217412" y="335437"/>
                  </a:lnTo>
                  <a:lnTo>
                    <a:pt x="6217569" y="335437"/>
                  </a:lnTo>
                  <a:lnTo>
                    <a:pt x="6217727" y="335437"/>
                  </a:lnTo>
                  <a:lnTo>
                    <a:pt x="6217885" y="335437"/>
                  </a:lnTo>
                  <a:lnTo>
                    <a:pt x="6218043" y="335437"/>
                  </a:lnTo>
                  <a:lnTo>
                    <a:pt x="6218200" y="335437"/>
                  </a:lnTo>
                  <a:lnTo>
                    <a:pt x="6218358" y="335437"/>
                  </a:lnTo>
                  <a:lnTo>
                    <a:pt x="6218516" y="335437"/>
                  </a:lnTo>
                  <a:lnTo>
                    <a:pt x="6218673" y="335437"/>
                  </a:lnTo>
                  <a:lnTo>
                    <a:pt x="6218831" y="335437"/>
                  </a:lnTo>
                  <a:lnTo>
                    <a:pt x="6218989" y="335437"/>
                  </a:lnTo>
                  <a:lnTo>
                    <a:pt x="6219147" y="335437"/>
                  </a:lnTo>
                  <a:lnTo>
                    <a:pt x="6219304" y="335437"/>
                  </a:lnTo>
                  <a:lnTo>
                    <a:pt x="6219462" y="335437"/>
                  </a:lnTo>
                  <a:lnTo>
                    <a:pt x="6219620" y="335437"/>
                  </a:lnTo>
                  <a:lnTo>
                    <a:pt x="6219778" y="335437"/>
                  </a:lnTo>
                  <a:lnTo>
                    <a:pt x="6219935" y="335437"/>
                  </a:lnTo>
                  <a:lnTo>
                    <a:pt x="6220093" y="335437"/>
                  </a:lnTo>
                  <a:lnTo>
                    <a:pt x="6220251" y="335437"/>
                  </a:lnTo>
                  <a:lnTo>
                    <a:pt x="6220408" y="335437"/>
                  </a:lnTo>
                  <a:lnTo>
                    <a:pt x="6220566" y="335437"/>
                  </a:lnTo>
                  <a:lnTo>
                    <a:pt x="6220724" y="335437"/>
                  </a:lnTo>
                  <a:lnTo>
                    <a:pt x="6220882" y="335437"/>
                  </a:lnTo>
                  <a:lnTo>
                    <a:pt x="6221039" y="335437"/>
                  </a:lnTo>
                  <a:lnTo>
                    <a:pt x="6221197" y="335437"/>
                  </a:lnTo>
                  <a:lnTo>
                    <a:pt x="6221355" y="335437"/>
                  </a:lnTo>
                  <a:lnTo>
                    <a:pt x="6221512" y="335437"/>
                  </a:lnTo>
                  <a:lnTo>
                    <a:pt x="6221670" y="335437"/>
                  </a:lnTo>
                  <a:lnTo>
                    <a:pt x="6221828" y="335437"/>
                  </a:lnTo>
                  <a:lnTo>
                    <a:pt x="6221986" y="335437"/>
                  </a:lnTo>
                  <a:lnTo>
                    <a:pt x="6222143" y="335437"/>
                  </a:lnTo>
                  <a:lnTo>
                    <a:pt x="6222301" y="335437"/>
                  </a:lnTo>
                  <a:lnTo>
                    <a:pt x="6222459" y="335437"/>
                  </a:lnTo>
                  <a:lnTo>
                    <a:pt x="6222616" y="335437"/>
                  </a:lnTo>
                  <a:lnTo>
                    <a:pt x="6222774" y="335437"/>
                  </a:lnTo>
                  <a:lnTo>
                    <a:pt x="6222932" y="335437"/>
                  </a:lnTo>
                  <a:lnTo>
                    <a:pt x="6223090" y="335437"/>
                  </a:lnTo>
                  <a:lnTo>
                    <a:pt x="6223247" y="335437"/>
                  </a:lnTo>
                  <a:lnTo>
                    <a:pt x="6223405" y="335437"/>
                  </a:lnTo>
                  <a:lnTo>
                    <a:pt x="6223563" y="335437"/>
                  </a:lnTo>
                  <a:lnTo>
                    <a:pt x="6223720" y="335437"/>
                  </a:lnTo>
                  <a:lnTo>
                    <a:pt x="6223878" y="335437"/>
                  </a:lnTo>
                  <a:lnTo>
                    <a:pt x="6224036" y="335437"/>
                  </a:lnTo>
                  <a:lnTo>
                    <a:pt x="6224194" y="335437"/>
                  </a:lnTo>
                  <a:lnTo>
                    <a:pt x="6224351" y="335437"/>
                  </a:lnTo>
                  <a:lnTo>
                    <a:pt x="6224509" y="335437"/>
                  </a:lnTo>
                  <a:lnTo>
                    <a:pt x="6224667" y="335437"/>
                  </a:lnTo>
                  <a:lnTo>
                    <a:pt x="6224825" y="335437"/>
                  </a:lnTo>
                  <a:lnTo>
                    <a:pt x="6224982" y="335437"/>
                  </a:lnTo>
                  <a:lnTo>
                    <a:pt x="6225140" y="335437"/>
                  </a:lnTo>
                  <a:lnTo>
                    <a:pt x="6225298" y="335437"/>
                  </a:lnTo>
                  <a:lnTo>
                    <a:pt x="6225455" y="335437"/>
                  </a:lnTo>
                  <a:lnTo>
                    <a:pt x="6225613" y="335437"/>
                  </a:lnTo>
                  <a:lnTo>
                    <a:pt x="6225771" y="335437"/>
                  </a:lnTo>
                  <a:lnTo>
                    <a:pt x="6225929" y="335437"/>
                  </a:lnTo>
                  <a:lnTo>
                    <a:pt x="6226086" y="335437"/>
                  </a:lnTo>
                  <a:lnTo>
                    <a:pt x="6226244" y="335437"/>
                  </a:lnTo>
                  <a:lnTo>
                    <a:pt x="6226402" y="335437"/>
                  </a:lnTo>
                  <a:lnTo>
                    <a:pt x="6226559" y="335437"/>
                  </a:lnTo>
                  <a:lnTo>
                    <a:pt x="6226717" y="335437"/>
                  </a:lnTo>
                  <a:lnTo>
                    <a:pt x="6226875" y="335437"/>
                  </a:lnTo>
                  <a:lnTo>
                    <a:pt x="6227033" y="335437"/>
                  </a:lnTo>
                  <a:lnTo>
                    <a:pt x="6227190" y="335437"/>
                  </a:lnTo>
                  <a:lnTo>
                    <a:pt x="6227348" y="335437"/>
                  </a:lnTo>
                  <a:lnTo>
                    <a:pt x="6227506" y="335437"/>
                  </a:lnTo>
                  <a:lnTo>
                    <a:pt x="6227663" y="335437"/>
                  </a:lnTo>
                  <a:lnTo>
                    <a:pt x="6227821" y="335437"/>
                  </a:lnTo>
                  <a:lnTo>
                    <a:pt x="6227979" y="335437"/>
                  </a:lnTo>
                  <a:lnTo>
                    <a:pt x="6228137" y="335437"/>
                  </a:lnTo>
                  <a:lnTo>
                    <a:pt x="6228294" y="335437"/>
                  </a:lnTo>
                  <a:lnTo>
                    <a:pt x="6228452" y="335437"/>
                  </a:lnTo>
                  <a:lnTo>
                    <a:pt x="6228610" y="335437"/>
                  </a:lnTo>
                  <a:lnTo>
                    <a:pt x="6228767" y="335437"/>
                  </a:lnTo>
                  <a:lnTo>
                    <a:pt x="6228925" y="335437"/>
                  </a:lnTo>
                  <a:lnTo>
                    <a:pt x="6229083" y="335437"/>
                  </a:lnTo>
                  <a:lnTo>
                    <a:pt x="6229241" y="335437"/>
                  </a:lnTo>
                  <a:lnTo>
                    <a:pt x="6229398" y="335437"/>
                  </a:lnTo>
                  <a:lnTo>
                    <a:pt x="6229556" y="335437"/>
                  </a:lnTo>
                  <a:lnTo>
                    <a:pt x="6229714" y="335437"/>
                  </a:lnTo>
                  <a:lnTo>
                    <a:pt x="6229871" y="335437"/>
                  </a:lnTo>
                  <a:lnTo>
                    <a:pt x="6229871" y="335006"/>
                  </a:lnTo>
                  <a:lnTo>
                    <a:pt x="6230029" y="335006"/>
                  </a:lnTo>
                  <a:lnTo>
                    <a:pt x="6230187" y="335006"/>
                  </a:lnTo>
                  <a:lnTo>
                    <a:pt x="6230345" y="335006"/>
                  </a:lnTo>
                  <a:lnTo>
                    <a:pt x="6230502" y="335006"/>
                  </a:lnTo>
                  <a:lnTo>
                    <a:pt x="6230660" y="335006"/>
                  </a:lnTo>
                  <a:lnTo>
                    <a:pt x="6230818" y="335006"/>
                  </a:lnTo>
                  <a:lnTo>
                    <a:pt x="6230976" y="335006"/>
                  </a:lnTo>
                  <a:lnTo>
                    <a:pt x="6231133" y="335006"/>
                  </a:lnTo>
                  <a:lnTo>
                    <a:pt x="6231291" y="335006"/>
                  </a:lnTo>
                  <a:lnTo>
                    <a:pt x="6231449" y="335006"/>
                  </a:lnTo>
                  <a:lnTo>
                    <a:pt x="6231606" y="335006"/>
                  </a:lnTo>
                  <a:lnTo>
                    <a:pt x="6231764" y="335006"/>
                  </a:lnTo>
                  <a:lnTo>
                    <a:pt x="6231764" y="334576"/>
                  </a:lnTo>
                  <a:lnTo>
                    <a:pt x="6231922" y="334576"/>
                  </a:lnTo>
                  <a:lnTo>
                    <a:pt x="6232080" y="334576"/>
                  </a:lnTo>
                  <a:lnTo>
                    <a:pt x="6232237" y="334576"/>
                  </a:lnTo>
                  <a:lnTo>
                    <a:pt x="6232395" y="334576"/>
                  </a:lnTo>
                  <a:lnTo>
                    <a:pt x="6232553" y="334576"/>
                  </a:lnTo>
                  <a:lnTo>
                    <a:pt x="6232710" y="334576"/>
                  </a:lnTo>
                  <a:lnTo>
                    <a:pt x="6232868" y="334576"/>
                  </a:lnTo>
                  <a:lnTo>
                    <a:pt x="6233026" y="334576"/>
                  </a:lnTo>
                  <a:lnTo>
                    <a:pt x="6233184" y="334576"/>
                  </a:lnTo>
                  <a:lnTo>
                    <a:pt x="6233341" y="334576"/>
                  </a:lnTo>
                  <a:lnTo>
                    <a:pt x="6233499" y="334576"/>
                  </a:lnTo>
                  <a:lnTo>
                    <a:pt x="6233499" y="334145"/>
                  </a:lnTo>
                  <a:lnTo>
                    <a:pt x="6233657" y="334145"/>
                  </a:lnTo>
                  <a:lnTo>
                    <a:pt x="6233814" y="334145"/>
                  </a:lnTo>
                  <a:lnTo>
                    <a:pt x="6233972" y="334145"/>
                  </a:lnTo>
                  <a:lnTo>
                    <a:pt x="6234130" y="334145"/>
                  </a:lnTo>
                  <a:lnTo>
                    <a:pt x="6234288" y="334145"/>
                  </a:lnTo>
                  <a:lnTo>
                    <a:pt x="6234445" y="334145"/>
                  </a:lnTo>
                  <a:lnTo>
                    <a:pt x="6234603" y="334145"/>
                  </a:lnTo>
                  <a:lnTo>
                    <a:pt x="6234761" y="334145"/>
                  </a:lnTo>
                  <a:lnTo>
                    <a:pt x="6234918" y="334145"/>
                  </a:lnTo>
                  <a:lnTo>
                    <a:pt x="6235076" y="334145"/>
                  </a:lnTo>
                  <a:lnTo>
                    <a:pt x="6235234" y="334145"/>
                  </a:lnTo>
                  <a:lnTo>
                    <a:pt x="6235392" y="334145"/>
                  </a:lnTo>
                  <a:lnTo>
                    <a:pt x="6235549" y="334145"/>
                  </a:lnTo>
                  <a:lnTo>
                    <a:pt x="6235707" y="334145"/>
                  </a:lnTo>
                  <a:lnTo>
                    <a:pt x="6235865" y="334145"/>
                  </a:lnTo>
                  <a:lnTo>
                    <a:pt x="6236023" y="334145"/>
                  </a:lnTo>
                  <a:lnTo>
                    <a:pt x="6236180" y="334145"/>
                  </a:lnTo>
                  <a:lnTo>
                    <a:pt x="6236338" y="334145"/>
                  </a:lnTo>
                  <a:lnTo>
                    <a:pt x="6236496" y="334145"/>
                  </a:lnTo>
                  <a:lnTo>
                    <a:pt x="6236653" y="334145"/>
                  </a:lnTo>
                  <a:lnTo>
                    <a:pt x="6236811" y="334145"/>
                  </a:lnTo>
                  <a:lnTo>
                    <a:pt x="6236969" y="334145"/>
                  </a:lnTo>
                  <a:lnTo>
                    <a:pt x="6237127" y="334145"/>
                  </a:lnTo>
                  <a:lnTo>
                    <a:pt x="6237284" y="334145"/>
                  </a:lnTo>
                  <a:lnTo>
                    <a:pt x="6237442" y="334145"/>
                  </a:lnTo>
                  <a:lnTo>
                    <a:pt x="6237600" y="334145"/>
                  </a:lnTo>
                  <a:lnTo>
                    <a:pt x="6237757" y="334145"/>
                  </a:lnTo>
                  <a:lnTo>
                    <a:pt x="6237915" y="334145"/>
                  </a:lnTo>
                  <a:lnTo>
                    <a:pt x="6238073" y="334145"/>
                  </a:lnTo>
                  <a:lnTo>
                    <a:pt x="6238073" y="333715"/>
                  </a:lnTo>
                  <a:lnTo>
                    <a:pt x="6238231" y="333715"/>
                  </a:lnTo>
                  <a:lnTo>
                    <a:pt x="6238388" y="333715"/>
                  </a:lnTo>
                  <a:lnTo>
                    <a:pt x="6238546" y="333715"/>
                  </a:lnTo>
                  <a:lnTo>
                    <a:pt x="6238704" y="333715"/>
                  </a:lnTo>
                  <a:lnTo>
                    <a:pt x="6238861" y="333715"/>
                  </a:lnTo>
                  <a:lnTo>
                    <a:pt x="6238861" y="333284"/>
                  </a:lnTo>
                  <a:lnTo>
                    <a:pt x="6239019" y="333284"/>
                  </a:lnTo>
                  <a:lnTo>
                    <a:pt x="6239177" y="333284"/>
                  </a:lnTo>
                  <a:lnTo>
                    <a:pt x="6239335" y="333284"/>
                  </a:lnTo>
                  <a:lnTo>
                    <a:pt x="6239492" y="333284"/>
                  </a:lnTo>
                  <a:lnTo>
                    <a:pt x="6239650" y="333284"/>
                  </a:lnTo>
                  <a:lnTo>
                    <a:pt x="6239808" y="333284"/>
                  </a:lnTo>
                  <a:lnTo>
                    <a:pt x="6239808" y="332853"/>
                  </a:lnTo>
                  <a:lnTo>
                    <a:pt x="6239965" y="332853"/>
                  </a:lnTo>
                  <a:lnTo>
                    <a:pt x="6240123" y="332853"/>
                  </a:lnTo>
                  <a:lnTo>
                    <a:pt x="6240281" y="332853"/>
                  </a:lnTo>
                  <a:lnTo>
                    <a:pt x="6240439" y="332853"/>
                  </a:lnTo>
                  <a:lnTo>
                    <a:pt x="6240596" y="332853"/>
                  </a:lnTo>
                  <a:lnTo>
                    <a:pt x="6240754" y="332853"/>
                  </a:lnTo>
                  <a:lnTo>
                    <a:pt x="6240912" y="332853"/>
                  </a:lnTo>
                  <a:lnTo>
                    <a:pt x="6241069" y="332853"/>
                  </a:lnTo>
                  <a:lnTo>
                    <a:pt x="6241227" y="332853"/>
                  </a:lnTo>
                  <a:lnTo>
                    <a:pt x="6241385" y="332853"/>
                  </a:lnTo>
                  <a:lnTo>
                    <a:pt x="6241543" y="332853"/>
                  </a:lnTo>
                  <a:lnTo>
                    <a:pt x="6241700" y="332853"/>
                  </a:lnTo>
                  <a:lnTo>
                    <a:pt x="6241858" y="332853"/>
                  </a:lnTo>
                  <a:lnTo>
                    <a:pt x="6242016" y="332853"/>
                  </a:lnTo>
                  <a:lnTo>
                    <a:pt x="6242174" y="332853"/>
                  </a:lnTo>
                  <a:lnTo>
                    <a:pt x="6242331" y="332853"/>
                  </a:lnTo>
                  <a:lnTo>
                    <a:pt x="6242489" y="332853"/>
                  </a:lnTo>
                  <a:lnTo>
                    <a:pt x="6242647" y="332853"/>
                  </a:lnTo>
                  <a:lnTo>
                    <a:pt x="6242804" y="332853"/>
                  </a:lnTo>
                  <a:lnTo>
                    <a:pt x="6242962" y="332853"/>
                  </a:lnTo>
                  <a:lnTo>
                    <a:pt x="6243120" y="332853"/>
                  </a:lnTo>
                  <a:lnTo>
                    <a:pt x="6243278" y="332853"/>
                  </a:lnTo>
                  <a:lnTo>
                    <a:pt x="6243435" y="332853"/>
                  </a:lnTo>
                  <a:lnTo>
                    <a:pt x="6243593" y="332853"/>
                  </a:lnTo>
                  <a:lnTo>
                    <a:pt x="6243751" y="332853"/>
                  </a:lnTo>
                  <a:lnTo>
                    <a:pt x="6243908" y="332853"/>
                  </a:lnTo>
                  <a:lnTo>
                    <a:pt x="6244066" y="332853"/>
                  </a:lnTo>
                  <a:lnTo>
                    <a:pt x="6244224" y="332853"/>
                  </a:lnTo>
                  <a:lnTo>
                    <a:pt x="6244382" y="332853"/>
                  </a:lnTo>
                  <a:lnTo>
                    <a:pt x="6244539" y="332853"/>
                  </a:lnTo>
                  <a:lnTo>
                    <a:pt x="6244697" y="332853"/>
                  </a:lnTo>
                  <a:lnTo>
                    <a:pt x="6244855" y="332853"/>
                  </a:lnTo>
                  <a:lnTo>
                    <a:pt x="6244855" y="332423"/>
                  </a:lnTo>
                  <a:lnTo>
                    <a:pt x="6245012" y="332423"/>
                  </a:lnTo>
                  <a:lnTo>
                    <a:pt x="6245170" y="332423"/>
                  </a:lnTo>
                  <a:lnTo>
                    <a:pt x="6245328" y="332423"/>
                  </a:lnTo>
                  <a:lnTo>
                    <a:pt x="6245486" y="332423"/>
                  </a:lnTo>
                  <a:lnTo>
                    <a:pt x="6245643" y="332423"/>
                  </a:lnTo>
                  <a:lnTo>
                    <a:pt x="6245801" y="332423"/>
                  </a:lnTo>
                  <a:lnTo>
                    <a:pt x="6245959" y="332423"/>
                  </a:lnTo>
                  <a:lnTo>
                    <a:pt x="6246116" y="332423"/>
                  </a:lnTo>
                  <a:lnTo>
                    <a:pt x="6246274" y="332423"/>
                  </a:lnTo>
                  <a:lnTo>
                    <a:pt x="6246432" y="332423"/>
                  </a:lnTo>
                  <a:lnTo>
                    <a:pt x="6246590" y="332423"/>
                  </a:lnTo>
                  <a:lnTo>
                    <a:pt x="6246747" y="332423"/>
                  </a:lnTo>
                  <a:lnTo>
                    <a:pt x="6246905" y="332423"/>
                  </a:lnTo>
                  <a:lnTo>
                    <a:pt x="6247063" y="332423"/>
                  </a:lnTo>
                  <a:lnTo>
                    <a:pt x="6247221" y="332423"/>
                  </a:lnTo>
                  <a:lnTo>
                    <a:pt x="6247378" y="332423"/>
                  </a:lnTo>
                  <a:lnTo>
                    <a:pt x="6247536" y="332423"/>
                  </a:lnTo>
                  <a:lnTo>
                    <a:pt x="6247694" y="332423"/>
                  </a:lnTo>
                  <a:lnTo>
                    <a:pt x="6247851" y="332423"/>
                  </a:lnTo>
                  <a:lnTo>
                    <a:pt x="6248009" y="332423"/>
                  </a:lnTo>
                  <a:lnTo>
                    <a:pt x="6248167" y="332423"/>
                  </a:lnTo>
                  <a:lnTo>
                    <a:pt x="6248325" y="332423"/>
                  </a:lnTo>
                  <a:lnTo>
                    <a:pt x="6248482" y="332423"/>
                  </a:lnTo>
                  <a:lnTo>
                    <a:pt x="6248640" y="332423"/>
                  </a:lnTo>
                  <a:lnTo>
                    <a:pt x="6248798" y="332423"/>
                  </a:lnTo>
                  <a:lnTo>
                    <a:pt x="6248955" y="332423"/>
                  </a:lnTo>
                  <a:lnTo>
                    <a:pt x="6249113" y="332423"/>
                  </a:lnTo>
                  <a:lnTo>
                    <a:pt x="6249271" y="332423"/>
                  </a:lnTo>
                  <a:lnTo>
                    <a:pt x="6249429" y="332423"/>
                  </a:lnTo>
                  <a:lnTo>
                    <a:pt x="6249586" y="332423"/>
                  </a:lnTo>
                  <a:lnTo>
                    <a:pt x="6249744" y="332423"/>
                  </a:lnTo>
                  <a:lnTo>
                    <a:pt x="6249744" y="331992"/>
                  </a:lnTo>
                  <a:lnTo>
                    <a:pt x="6249902" y="331992"/>
                  </a:lnTo>
                  <a:lnTo>
                    <a:pt x="6250059" y="331992"/>
                  </a:lnTo>
                  <a:lnTo>
                    <a:pt x="6250217" y="331992"/>
                  </a:lnTo>
                  <a:lnTo>
                    <a:pt x="6250375" y="331992"/>
                  </a:lnTo>
                  <a:lnTo>
                    <a:pt x="6250375" y="331562"/>
                  </a:lnTo>
                  <a:lnTo>
                    <a:pt x="6250533" y="331562"/>
                  </a:lnTo>
                  <a:lnTo>
                    <a:pt x="6250690" y="331562"/>
                  </a:lnTo>
                  <a:lnTo>
                    <a:pt x="6250848" y="331562"/>
                  </a:lnTo>
                  <a:lnTo>
                    <a:pt x="6251006" y="331562"/>
                  </a:lnTo>
                  <a:lnTo>
                    <a:pt x="6251163" y="331562"/>
                  </a:lnTo>
                  <a:lnTo>
                    <a:pt x="6251321" y="331562"/>
                  </a:lnTo>
                  <a:lnTo>
                    <a:pt x="6251479" y="331562"/>
                  </a:lnTo>
                  <a:lnTo>
                    <a:pt x="6251637" y="331562"/>
                  </a:lnTo>
                  <a:lnTo>
                    <a:pt x="6251794" y="331562"/>
                  </a:lnTo>
                  <a:lnTo>
                    <a:pt x="6251952" y="331562"/>
                  </a:lnTo>
                  <a:lnTo>
                    <a:pt x="6251952" y="331131"/>
                  </a:lnTo>
                  <a:lnTo>
                    <a:pt x="6252110" y="331131"/>
                  </a:lnTo>
                  <a:lnTo>
                    <a:pt x="6252267" y="331131"/>
                  </a:lnTo>
                  <a:lnTo>
                    <a:pt x="6252425" y="331131"/>
                  </a:lnTo>
                  <a:lnTo>
                    <a:pt x="6252583" y="331131"/>
                  </a:lnTo>
                  <a:lnTo>
                    <a:pt x="6252741" y="331131"/>
                  </a:lnTo>
                  <a:lnTo>
                    <a:pt x="6252741" y="330700"/>
                  </a:lnTo>
                  <a:lnTo>
                    <a:pt x="6252898" y="330700"/>
                  </a:lnTo>
                  <a:lnTo>
                    <a:pt x="6253056" y="330700"/>
                  </a:lnTo>
                  <a:lnTo>
                    <a:pt x="6253214" y="330700"/>
                  </a:lnTo>
                  <a:lnTo>
                    <a:pt x="6253372" y="330700"/>
                  </a:lnTo>
                  <a:lnTo>
                    <a:pt x="6253529" y="330700"/>
                  </a:lnTo>
                  <a:lnTo>
                    <a:pt x="6253687" y="330700"/>
                  </a:lnTo>
                  <a:lnTo>
                    <a:pt x="6253845" y="330700"/>
                  </a:lnTo>
                  <a:lnTo>
                    <a:pt x="6254002" y="330700"/>
                  </a:lnTo>
                  <a:lnTo>
                    <a:pt x="6254160" y="330700"/>
                  </a:lnTo>
                  <a:lnTo>
                    <a:pt x="6254318" y="330700"/>
                  </a:lnTo>
                  <a:lnTo>
                    <a:pt x="6254318" y="330270"/>
                  </a:lnTo>
                  <a:lnTo>
                    <a:pt x="6254476" y="330270"/>
                  </a:lnTo>
                  <a:lnTo>
                    <a:pt x="6254633" y="330270"/>
                  </a:lnTo>
                  <a:lnTo>
                    <a:pt x="6254791" y="330270"/>
                  </a:lnTo>
                  <a:lnTo>
                    <a:pt x="6254949" y="330270"/>
                  </a:lnTo>
                  <a:lnTo>
                    <a:pt x="6255106" y="330270"/>
                  </a:lnTo>
                  <a:lnTo>
                    <a:pt x="6255264" y="330270"/>
                  </a:lnTo>
                  <a:lnTo>
                    <a:pt x="6255422" y="330270"/>
                  </a:lnTo>
                  <a:lnTo>
                    <a:pt x="6255580" y="330270"/>
                  </a:lnTo>
                  <a:lnTo>
                    <a:pt x="6255737" y="330270"/>
                  </a:lnTo>
                  <a:lnTo>
                    <a:pt x="6255895" y="330270"/>
                  </a:lnTo>
                  <a:lnTo>
                    <a:pt x="6256053" y="330270"/>
                  </a:lnTo>
                  <a:lnTo>
                    <a:pt x="6256210" y="330270"/>
                  </a:lnTo>
                  <a:lnTo>
                    <a:pt x="6256210" y="329839"/>
                  </a:lnTo>
                  <a:lnTo>
                    <a:pt x="6256210" y="329409"/>
                  </a:lnTo>
                  <a:lnTo>
                    <a:pt x="6256368" y="329409"/>
                  </a:lnTo>
                  <a:lnTo>
                    <a:pt x="6256526" y="329409"/>
                  </a:lnTo>
                  <a:lnTo>
                    <a:pt x="6256526" y="328978"/>
                  </a:lnTo>
                  <a:lnTo>
                    <a:pt x="6256684" y="328978"/>
                  </a:lnTo>
                  <a:lnTo>
                    <a:pt x="6256841" y="328978"/>
                  </a:lnTo>
                  <a:lnTo>
                    <a:pt x="6256999" y="328978"/>
                  </a:lnTo>
                  <a:lnTo>
                    <a:pt x="6256999" y="328547"/>
                  </a:lnTo>
                  <a:lnTo>
                    <a:pt x="6257157" y="328547"/>
                  </a:lnTo>
                  <a:lnTo>
                    <a:pt x="6257314" y="328547"/>
                  </a:lnTo>
                  <a:lnTo>
                    <a:pt x="6257472" y="328547"/>
                  </a:lnTo>
                  <a:lnTo>
                    <a:pt x="6257630" y="328547"/>
                  </a:lnTo>
                  <a:lnTo>
                    <a:pt x="6257630" y="328117"/>
                  </a:lnTo>
                  <a:lnTo>
                    <a:pt x="6257788" y="328117"/>
                  </a:lnTo>
                  <a:lnTo>
                    <a:pt x="6257945" y="328117"/>
                  </a:lnTo>
                  <a:lnTo>
                    <a:pt x="6258103" y="328117"/>
                  </a:lnTo>
                  <a:lnTo>
                    <a:pt x="6258261" y="328117"/>
                  </a:lnTo>
                  <a:lnTo>
                    <a:pt x="6258418" y="328117"/>
                  </a:lnTo>
                  <a:lnTo>
                    <a:pt x="6258576" y="328117"/>
                  </a:lnTo>
                  <a:lnTo>
                    <a:pt x="6258734" y="328117"/>
                  </a:lnTo>
                  <a:lnTo>
                    <a:pt x="6258892" y="328117"/>
                  </a:lnTo>
                  <a:lnTo>
                    <a:pt x="6259049" y="328117"/>
                  </a:lnTo>
                  <a:lnTo>
                    <a:pt x="6259207" y="328117"/>
                  </a:lnTo>
                  <a:lnTo>
                    <a:pt x="6259365" y="328117"/>
                  </a:lnTo>
                  <a:lnTo>
                    <a:pt x="6259523" y="328117"/>
                  </a:lnTo>
                  <a:lnTo>
                    <a:pt x="6259680" y="328117"/>
                  </a:lnTo>
                  <a:lnTo>
                    <a:pt x="6259838" y="328117"/>
                  </a:lnTo>
                  <a:lnTo>
                    <a:pt x="6259996" y="328117"/>
                  </a:lnTo>
                  <a:lnTo>
                    <a:pt x="6260153" y="328117"/>
                  </a:lnTo>
                  <a:lnTo>
                    <a:pt x="6260153" y="327686"/>
                  </a:lnTo>
                  <a:lnTo>
                    <a:pt x="6260311" y="327686"/>
                  </a:lnTo>
                  <a:lnTo>
                    <a:pt x="6260469" y="327686"/>
                  </a:lnTo>
                  <a:lnTo>
                    <a:pt x="6260627" y="327686"/>
                  </a:lnTo>
                  <a:lnTo>
                    <a:pt x="6260784" y="327686"/>
                  </a:lnTo>
                  <a:lnTo>
                    <a:pt x="6260942" y="327686"/>
                  </a:lnTo>
                  <a:lnTo>
                    <a:pt x="6261100" y="327686"/>
                  </a:lnTo>
                  <a:lnTo>
                    <a:pt x="6261257" y="327686"/>
                  </a:lnTo>
                  <a:lnTo>
                    <a:pt x="6261415" y="327686"/>
                  </a:lnTo>
                  <a:lnTo>
                    <a:pt x="6261573" y="327686"/>
                  </a:lnTo>
                  <a:lnTo>
                    <a:pt x="6261731" y="327686"/>
                  </a:lnTo>
                  <a:lnTo>
                    <a:pt x="6261888" y="327686"/>
                  </a:lnTo>
                  <a:lnTo>
                    <a:pt x="6262046" y="327686"/>
                  </a:lnTo>
                  <a:lnTo>
                    <a:pt x="6262204" y="327686"/>
                  </a:lnTo>
                  <a:lnTo>
                    <a:pt x="6262361" y="327686"/>
                  </a:lnTo>
                  <a:lnTo>
                    <a:pt x="6262519" y="327686"/>
                  </a:lnTo>
                  <a:lnTo>
                    <a:pt x="6262677" y="327686"/>
                  </a:lnTo>
                  <a:lnTo>
                    <a:pt x="6262835" y="327686"/>
                  </a:lnTo>
                  <a:lnTo>
                    <a:pt x="6262992" y="327686"/>
                  </a:lnTo>
                  <a:lnTo>
                    <a:pt x="6263150" y="327686"/>
                  </a:lnTo>
                  <a:lnTo>
                    <a:pt x="6263308" y="327686"/>
                  </a:lnTo>
                  <a:lnTo>
                    <a:pt x="6263465" y="327686"/>
                  </a:lnTo>
                  <a:lnTo>
                    <a:pt x="6263623" y="327686"/>
                  </a:lnTo>
                  <a:lnTo>
                    <a:pt x="6263781" y="327686"/>
                  </a:lnTo>
                  <a:lnTo>
                    <a:pt x="6263939" y="327686"/>
                  </a:lnTo>
                  <a:lnTo>
                    <a:pt x="6263939" y="327256"/>
                  </a:lnTo>
                  <a:lnTo>
                    <a:pt x="6264096" y="327256"/>
                  </a:lnTo>
                  <a:lnTo>
                    <a:pt x="6264254" y="327256"/>
                  </a:lnTo>
                  <a:lnTo>
                    <a:pt x="6264412" y="327256"/>
                  </a:lnTo>
                  <a:lnTo>
                    <a:pt x="6264570" y="327256"/>
                  </a:lnTo>
                  <a:lnTo>
                    <a:pt x="6264727" y="327256"/>
                  </a:lnTo>
                  <a:lnTo>
                    <a:pt x="6264885" y="327256"/>
                  </a:lnTo>
                  <a:lnTo>
                    <a:pt x="6265043" y="327256"/>
                  </a:lnTo>
                  <a:lnTo>
                    <a:pt x="6265200" y="327256"/>
                  </a:lnTo>
                  <a:lnTo>
                    <a:pt x="6265200" y="326825"/>
                  </a:lnTo>
                  <a:lnTo>
                    <a:pt x="6265358" y="326825"/>
                  </a:lnTo>
                  <a:lnTo>
                    <a:pt x="6265516" y="326825"/>
                  </a:lnTo>
                  <a:lnTo>
                    <a:pt x="6265674" y="326825"/>
                  </a:lnTo>
                  <a:lnTo>
                    <a:pt x="6265831" y="326825"/>
                  </a:lnTo>
                  <a:lnTo>
                    <a:pt x="6265989" y="326825"/>
                  </a:lnTo>
                  <a:lnTo>
                    <a:pt x="6266147" y="326825"/>
                  </a:lnTo>
                  <a:lnTo>
                    <a:pt x="6266147" y="326394"/>
                  </a:lnTo>
                  <a:lnTo>
                    <a:pt x="6266304" y="326394"/>
                  </a:lnTo>
                  <a:lnTo>
                    <a:pt x="6266462" y="326394"/>
                  </a:lnTo>
                  <a:lnTo>
                    <a:pt x="6266620" y="326394"/>
                  </a:lnTo>
                  <a:lnTo>
                    <a:pt x="6266778" y="326394"/>
                  </a:lnTo>
                  <a:lnTo>
                    <a:pt x="6266935" y="326394"/>
                  </a:lnTo>
                  <a:lnTo>
                    <a:pt x="6267093" y="326394"/>
                  </a:lnTo>
                  <a:lnTo>
                    <a:pt x="6267251" y="326394"/>
                  </a:lnTo>
                  <a:lnTo>
                    <a:pt x="6267408" y="326394"/>
                  </a:lnTo>
                  <a:lnTo>
                    <a:pt x="6267566" y="326394"/>
                  </a:lnTo>
                  <a:lnTo>
                    <a:pt x="6267724" y="326394"/>
                  </a:lnTo>
                  <a:lnTo>
                    <a:pt x="6267882" y="326394"/>
                  </a:lnTo>
                  <a:lnTo>
                    <a:pt x="6268039" y="326394"/>
                  </a:lnTo>
                  <a:lnTo>
                    <a:pt x="6268039" y="325964"/>
                  </a:lnTo>
                  <a:lnTo>
                    <a:pt x="6268197" y="325964"/>
                  </a:lnTo>
                  <a:lnTo>
                    <a:pt x="6268197" y="325533"/>
                  </a:lnTo>
                  <a:lnTo>
                    <a:pt x="6268355" y="325533"/>
                  </a:lnTo>
                  <a:lnTo>
                    <a:pt x="6268512" y="325533"/>
                  </a:lnTo>
                  <a:lnTo>
                    <a:pt x="6268670" y="325533"/>
                  </a:lnTo>
                  <a:lnTo>
                    <a:pt x="6268828" y="325533"/>
                  </a:lnTo>
                  <a:lnTo>
                    <a:pt x="6268986" y="325533"/>
                  </a:lnTo>
                  <a:lnTo>
                    <a:pt x="6269143" y="325533"/>
                  </a:lnTo>
                  <a:lnTo>
                    <a:pt x="6269301" y="325533"/>
                  </a:lnTo>
                  <a:lnTo>
                    <a:pt x="6269459" y="325533"/>
                  </a:lnTo>
                  <a:lnTo>
                    <a:pt x="6269459" y="325103"/>
                  </a:lnTo>
                  <a:lnTo>
                    <a:pt x="6269616" y="325103"/>
                  </a:lnTo>
                  <a:lnTo>
                    <a:pt x="6269774" y="325103"/>
                  </a:lnTo>
                  <a:lnTo>
                    <a:pt x="6269932" y="325103"/>
                  </a:lnTo>
                  <a:lnTo>
                    <a:pt x="6270090" y="325103"/>
                  </a:lnTo>
                  <a:lnTo>
                    <a:pt x="6270247" y="325103"/>
                  </a:lnTo>
                  <a:lnTo>
                    <a:pt x="6270405" y="325103"/>
                  </a:lnTo>
                  <a:lnTo>
                    <a:pt x="6270563" y="325103"/>
                  </a:lnTo>
                  <a:lnTo>
                    <a:pt x="6270721" y="325103"/>
                  </a:lnTo>
                  <a:lnTo>
                    <a:pt x="6270878" y="325103"/>
                  </a:lnTo>
                  <a:lnTo>
                    <a:pt x="6271036" y="325103"/>
                  </a:lnTo>
                  <a:lnTo>
                    <a:pt x="6271194" y="325103"/>
                  </a:lnTo>
                  <a:lnTo>
                    <a:pt x="6271351" y="325103"/>
                  </a:lnTo>
                  <a:lnTo>
                    <a:pt x="6271509" y="325103"/>
                  </a:lnTo>
                  <a:lnTo>
                    <a:pt x="6271667" y="325103"/>
                  </a:lnTo>
                  <a:lnTo>
                    <a:pt x="6271825" y="325103"/>
                  </a:lnTo>
                  <a:lnTo>
                    <a:pt x="6271982" y="325103"/>
                  </a:lnTo>
                  <a:lnTo>
                    <a:pt x="6272140" y="325103"/>
                  </a:lnTo>
                  <a:lnTo>
                    <a:pt x="6272298" y="325103"/>
                  </a:lnTo>
                  <a:lnTo>
                    <a:pt x="6272455" y="325103"/>
                  </a:lnTo>
                  <a:lnTo>
                    <a:pt x="6272613" y="325103"/>
                  </a:lnTo>
                  <a:lnTo>
                    <a:pt x="6272771" y="325103"/>
                  </a:lnTo>
                  <a:lnTo>
                    <a:pt x="6272929" y="325103"/>
                  </a:lnTo>
                  <a:lnTo>
                    <a:pt x="6273086" y="325103"/>
                  </a:lnTo>
                  <a:lnTo>
                    <a:pt x="6273244" y="325103"/>
                  </a:lnTo>
                  <a:lnTo>
                    <a:pt x="6273402" y="325103"/>
                  </a:lnTo>
                  <a:lnTo>
                    <a:pt x="6273559" y="325103"/>
                  </a:lnTo>
                  <a:lnTo>
                    <a:pt x="6273717" y="325103"/>
                  </a:lnTo>
                  <a:lnTo>
                    <a:pt x="6273875" y="325103"/>
                  </a:lnTo>
                  <a:lnTo>
                    <a:pt x="6274033" y="325103"/>
                  </a:lnTo>
                  <a:lnTo>
                    <a:pt x="6274190" y="325103"/>
                  </a:lnTo>
                  <a:lnTo>
                    <a:pt x="6274348" y="325103"/>
                  </a:lnTo>
                  <a:lnTo>
                    <a:pt x="6274506" y="325103"/>
                  </a:lnTo>
                  <a:lnTo>
                    <a:pt x="6274663" y="325103"/>
                  </a:lnTo>
                  <a:lnTo>
                    <a:pt x="6274663" y="324672"/>
                  </a:lnTo>
                  <a:lnTo>
                    <a:pt x="6274821" y="324672"/>
                  </a:lnTo>
                  <a:lnTo>
                    <a:pt x="6274979" y="324672"/>
                  </a:lnTo>
                  <a:lnTo>
                    <a:pt x="6275137" y="324672"/>
                  </a:lnTo>
                  <a:lnTo>
                    <a:pt x="6275294" y="324672"/>
                  </a:lnTo>
                  <a:lnTo>
                    <a:pt x="6275452" y="324672"/>
                  </a:lnTo>
                  <a:lnTo>
                    <a:pt x="6275610" y="324672"/>
                  </a:lnTo>
                  <a:lnTo>
                    <a:pt x="6275610" y="324241"/>
                  </a:lnTo>
                  <a:lnTo>
                    <a:pt x="6275610" y="323811"/>
                  </a:lnTo>
                  <a:lnTo>
                    <a:pt x="6275768" y="323811"/>
                  </a:lnTo>
                  <a:lnTo>
                    <a:pt x="6275925" y="323811"/>
                  </a:lnTo>
                  <a:lnTo>
                    <a:pt x="6275925" y="323380"/>
                  </a:lnTo>
                  <a:lnTo>
                    <a:pt x="6276083" y="323380"/>
                  </a:lnTo>
                  <a:lnTo>
                    <a:pt x="6276241" y="323380"/>
                  </a:lnTo>
                  <a:lnTo>
                    <a:pt x="6276398" y="323380"/>
                  </a:lnTo>
                  <a:lnTo>
                    <a:pt x="6276398" y="322950"/>
                  </a:lnTo>
                  <a:lnTo>
                    <a:pt x="6276556" y="322950"/>
                  </a:lnTo>
                  <a:lnTo>
                    <a:pt x="6276714" y="322950"/>
                  </a:lnTo>
                  <a:lnTo>
                    <a:pt x="6276872" y="322950"/>
                  </a:lnTo>
                  <a:lnTo>
                    <a:pt x="6277029" y="322950"/>
                  </a:lnTo>
                  <a:lnTo>
                    <a:pt x="6277187" y="322950"/>
                  </a:lnTo>
                  <a:lnTo>
                    <a:pt x="6277345" y="322950"/>
                  </a:lnTo>
                  <a:lnTo>
                    <a:pt x="6277502" y="322950"/>
                  </a:lnTo>
                  <a:lnTo>
                    <a:pt x="6277502" y="322519"/>
                  </a:lnTo>
                  <a:lnTo>
                    <a:pt x="6277660" y="322519"/>
                  </a:lnTo>
                  <a:lnTo>
                    <a:pt x="6277818" y="322519"/>
                  </a:lnTo>
                  <a:lnTo>
                    <a:pt x="6277976" y="322519"/>
                  </a:lnTo>
                  <a:lnTo>
                    <a:pt x="6278133" y="322519"/>
                  </a:lnTo>
                  <a:lnTo>
                    <a:pt x="6278291" y="322519"/>
                  </a:lnTo>
                  <a:lnTo>
                    <a:pt x="6278449" y="322519"/>
                  </a:lnTo>
                  <a:lnTo>
                    <a:pt x="6278606" y="322519"/>
                  </a:lnTo>
                  <a:lnTo>
                    <a:pt x="6278606" y="322088"/>
                  </a:lnTo>
                  <a:lnTo>
                    <a:pt x="6278764" y="322088"/>
                  </a:lnTo>
                  <a:lnTo>
                    <a:pt x="6278922" y="322088"/>
                  </a:lnTo>
                  <a:lnTo>
                    <a:pt x="6279080" y="322088"/>
                  </a:lnTo>
                  <a:lnTo>
                    <a:pt x="6279237" y="322088"/>
                  </a:lnTo>
                  <a:lnTo>
                    <a:pt x="6279395" y="322088"/>
                  </a:lnTo>
                  <a:lnTo>
                    <a:pt x="6279553" y="322088"/>
                  </a:lnTo>
                  <a:lnTo>
                    <a:pt x="6279553" y="321658"/>
                  </a:lnTo>
                  <a:lnTo>
                    <a:pt x="6279710" y="321658"/>
                  </a:lnTo>
                  <a:lnTo>
                    <a:pt x="6279868" y="321658"/>
                  </a:lnTo>
                  <a:lnTo>
                    <a:pt x="6280026" y="321658"/>
                  </a:lnTo>
                  <a:lnTo>
                    <a:pt x="6280184" y="321658"/>
                  </a:lnTo>
                  <a:lnTo>
                    <a:pt x="6280341" y="321658"/>
                  </a:lnTo>
                  <a:lnTo>
                    <a:pt x="6280499" y="321658"/>
                  </a:lnTo>
                  <a:lnTo>
                    <a:pt x="6280657" y="321658"/>
                  </a:lnTo>
                  <a:lnTo>
                    <a:pt x="6280814" y="321658"/>
                  </a:lnTo>
                  <a:lnTo>
                    <a:pt x="6280814" y="321227"/>
                  </a:lnTo>
                  <a:lnTo>
                    <a:pt x="6280972" y="321227"/>
                  </a:lnTo>
                  <a:lnTo>
                    <a:pt x="6281130" y="321227"/>
                  </a:lnTo>
                  <a:lnTo>
                    <a:pt x="6281288" y="321227"/>
                  </a:lnTo>
                  <a:lnTo>
                    <a:pt x="6281445" y="321227"/>
                  </a:lnTo>
                  <a:lnTo>
                    <a:pt x="6281445" y="320797"/>
                  </a:lnTo>
                  <a:lnTo>
                    <a:pt x="6281603" y="320797"/>
                  </a:lnTo>
                  <a:lnTo>
                    <a:pt x="6281761" y="320797"/>
                  </a:lnTo>
                  <a:lnTo>
                    <a:pt x="6281919" y="320797"/>
                  </a:lnTo>
                  <a:lnTo>
                    <a:pt x="6282076" y="320797"/>
                  </a:lnTo>
                  <a:lnTo>
                    <a:pt x="6282234" y="320797"/>
                  </a:lnTo>
                  <a:lnTo>
                    <a:pt x="6282392" y="320797"/>
                  </a:lnTo>
                  <a:lnTo>
                    <a:pt x="6282549" y="320797"/>
                  </a:lnTo>
                  <a:lnTo>
                    <a:pt x="6282707" y="320797"/>
                  </a:lnTo>
                  <a:lnTo>
                    <a:pt x="6282865" y="320797"/>
                  </a:lnTo>
                  <a:lnTo>
                    <a:pt x="6283023" y="320797"/>
                  </a:lnTo>
                  <a:lnTo>
                    <a:pt x="6283180" y="320797"/>
                  </a:lnTo>
                  <a:lnTo>
                    <a:pt x="6283338" y="320797"/>
                  </a:lnTo>
                  <a:lnTo>
                    <a:pt x="6283496" y="320797"/>
                  </a:lnTo>
                  <a:lnTo>
                    <a:pt x="6283653" y="320797"/>
                  </a:lnTo>
                  <a:lnTo>
                    <a:pt x="6283811" y="320797"/>
                  </a:lnTo>
                  <a:lnTo>
                    <a:pt x="6283969" y="320797"/>
                  </a:lnTo>
                  <a:lnTo>
                    <a:pt x="6284127" y="320797"/>
                  </a:lnTo>
                  <a:lnTo>
                    <a:pt x="6284284" y="320797"/>
                  </a:lnTo>
                  <a:lnTo>
                    <a:pt x="6284442" y="320797"/>
                  </a:lnTo>
                  <a:lnTo>
                    <a:pt x="6284600" y="320797"/>
                  </a:lnTo>
                  <a:lnTo>
                    <a:pt x="6284757" y="320797"/>
                  </a:lnTo>
                  <a:lnTo>
                    <a:pt x="6284915" y="320797"/>
                  </a:lnTo>
                  <a:lnTo>
                    <a:pt x="6285073" y="320797"/>
                  </a:lnTo>
                  <a:lnTo>
                    <a:pt x="6285231" y="320797"/>
                  </a:lnTo>
                  <a:lnTo>
                    <a:pt x="6285388" y="320797"/>
                  </a:lnTo>
                  <a:lnTo>
                    <a:pt x="6285546" y="320797"/>
                  </a:lnTo>
                  <a:lnTo>
                    <a:pt x="6285704" y="320797"/>
                  </a:lnTo>
                  <a:lnTo>
                    <a:pt x="6285861" y="320797"/>
                  </a:lnTo>
                  <a:lnTo>
                    <a:pt x="6286019" y="320797"/>
                  </a:lnTo>
                  <a:lnTo>
                    <a:pt x="6286177" y="320797"/>
                  </a:lnTo>
                  <a:lnTo>
                    <a:pt x="6286335" y="320797"/>
                  </a:lnTo>
                  <a:lnTo>
                    <a:pt x="6286492" y="320797"/>
                  </a:lnTo>
                  <a:lnTo>
                    <a:pt x="6286650" y="320797"/>
                  </a:lnTo>
                  <a:lnTo>
                    <a:pt x="6286808" y="320797"/>
                  </a:lnTo>
                  <a:lnTo>
                    <a:pt x="6286966" y="320797"/>
                  </a:lnTo>
                  <a:lnTo>
                    <a:pt x="6287123" y="320797"/>
                  </a:lnTo>
                  <a:lnTo>
                    <a:pt x="6287281" y="320797"/>
                  </a:lnTo>
                  <a:lnTo>
                    <a:pt x="6287439" y="320797"/>
                  </a:lnTo>
                  <a:lnTo>
                    <a:pt x="6287596" y="320797"/>
                  </a:lnTo>
                  <a:lnTo>
                    <a:pt x="6287754" y="320797"/>
                  </a:lnTo>
                  <a:lnTo>
                    <a:pt x="6287912" y="320797"/>
                  </a:lnTo>
                  <a:lnTo>
                    <a:pt x="6288070" y="320797"/>
                  </a:lnTo>
                  <a:lnTo>
                    <a:pt x="6288227" y="320797"/>
                  </a:lnTo>
                  <a:lnTo>
                    <a:pt x="6288385" y="320797"/>
                  </a:lnTo>
                  <a:lnTo>
                    <a:pt x="6288543" y="320797"/>
                  </a:lnTo>
                  <a:lnTo>
                    <a:pt x="6288700" y="320797"/>
                  </a:lnTo>
                  <a:lnTo>
                    <a:pt x="6288858" y="320797"/>
                  </a:lnTo>
                  <a:lnTo>
                    <a:pt x="6289016" y="320797"/>
                  </a:lnTo>
                  <a:lnTo>
                    <a:pt x="6289174" y="320797"/>
                  </a:lnTo>
                  <a:lnTo>
                    <a:pt x="6289331" y="320797"/>
                  </a:lnTo>
                  <a:lnTo>
                    <a:pt x="6289489" y="320797"/>
                  </a:lnTo>
                  <a:lnTo>
                    <a:pt x="6289647" y="320797"/>
                  </a:lnTo>
                  <a:lnTo>
                    <a:pt x="6289804" y="320797"/>
                  </a:lnTo>
                  <a:lnTo>
                    <a:pt x="6289962" y="320797"/>
                  </a:lnTo>
                  <a:lnTo>
                    <a:pt x="6290120" y="320797"/>
                  </a:lnTo>
                  <a:lnTo>
                    <a:pt x="6290278" y="320797"/>
                  </a:lnTo>
                  <a:lnTo>
                    <a:pt x="6290435" y="320797"/>
                  </a:lnTo>
                  <a:lnTo>
                    <a:pt x="6290593" y="320797"/>
                  </a:lnTo>
                  <a:lnTo>
                    <a:pt x="6290751" y="320797"/>
                  </a:lnTo>
                  <a:lnTo>
                    <a:pt x="6290751" y="320366"/>
                  </a:lnTo>
                  <a:lnTo>
                    <a:pt x="6290908" y="320366"/>
                  </a:lnTo>
                  <a:lnTo>
                    <a:pt x="6291066" y="320366"/>
                  </a:lnTo>
                  <a:lnTo>
                    <a:pt x="6291224" y="320366"/>
                  </a:lnTo>
                  <a:lnTo>
                    <a:pt x="6291382" y="320366"/>
                  </a:lnTo>
                  <a:lnTo>
                    <a:pt x="6291539" y="320366"/>
                  </a:lnTo>
                  <a:lnTo>
                    <a:pt x="6291697" y="320366"/>
                  </a:lnTo>
                  <a:lnTo>
                    <a:pt x="6291855" y="320366"/>
                  </a:lnTo>
                  <a:lnTo>
                    <a:pt x="6292012" y="320366"/>
                  </a:lnTo>
                  <a:lnTo>
                    <a:pt x="6292170" y="320366"/>
                  </a:lnTo>
                  <a:lnTo>
                    <a:pt x="6292328" y="320366"/>
                  </a:lnTo>
                  <a:lnTo>
                    <a:pt x="6292486" y="320366"/>
                  </a:lnTo>
                  <a:lnTo>
                    <a:pt x="6292643" y="320366"/>
                  </a:lnTo>
                  <a:lnTo>
                    <a:pt x="6292801" y="320366"/>
                  </a:lnTo>
                  <a:lnTo>
                    <a:pt x="6292959" y="320366"/>
                  </a:lnTo>
                  <a:lnTo>
                    <a:pt x="6293117" y="320366"/>
                  </a:lnTo>
                  <a:lnTo>
                    <a:pt x="6293274" y="320366"/>
                  </a:lnTo>
                  <a:lnTo>
                    <a:pt x="6293432" y="320366"/>
                  </a:lnTo>
                  <a:lnTo>
                    <a:pt x="6293590" y="320366"/>
                  </a:lnTo>
                  <a:lnTo>
                    <a:pt x="6293747" y="320366"/>
                  </a:lnTo>
                  <a:lnTo>
                    <a:pt x="6293905" y="320366"/>
                  </a:lnTo>
                  <a:lnTo>
                    <a:pt x="6294063" y="320366"/>
                  </a:lnTo>
                  <a:lnTo>
                    <a:pt x="6294221" y="320366"/>
                  </a:lnTo>
                  <a:lnTo>
                    <a:pt x="6294378" y="320366"/>
                  </a:lnTo>
                  <a:lnTo>
                    <a:pt x="6294378" y="319935"/>
                  </a:lnTo>
                  <a:lnTo>
                    <a:pt x="6294378" y="319505"/>
                  </a:lnTo>
                  <a:lnTo>
                    <a:pt x="6294378" y="319074"/>
                  </a:lnTo>
                  <a:lnTo>
                    <a:pt x="6294536" y="319074"/>
                  </a:lnTo>
                  <a:lnTo>
                    <a:pt x="6294694" y="319074"/>
                  </a:lnTo>
                  <a:lnTo>
                    <a:pt x="6294694" y="318644"/>
                  </a:lnTo>
                  <a:lnTo>
                    <a:pt x="6294851" y="318644"/>
                  </a:lnTo>
                  <a:lnTo>
                    <a:pt x="6295009" y="318644"/>
                  </a:lnTo>
                  <a:lnTo>
                    <a:pt x="6295167" y="318644"/>
                  </a:lnTo>
                  <a:lnTo>
                    <a:pt x="6295325" y="318644"/>
                  </a:lnTo>
                  <a:lnTo>
                    <a:pt x="6295482" y="318644"/>
                  </a:lnTo>
                  <a:lnTo>
                    <a:pt x="6295640" y="318644"/>
                  </a:lnTo>
                  <a:lnTo>
                    <a:pt x="6295798" y="318644"/>
                  </a:lnTo>
                  <a:lnTo>
                    <a:pt x="6295955" y="318644"/>
                  </a:lnTo>
                  <a:lnTo>
                    <a:pt x="6296113" y="318644"/>
                  </a:lnTo>
                  <a:lnTo>
                    <a:pt x="6296271" y="318644"/>
                  </a:lnTo>
                  <a:lnTo>
                    <a:pt x="6296429" y="318644"/>
                  </a:lnTo>
                  <a:lnTo>
                    <a:pt x="6296586" y="318644"/>
                  </a:lnTo>
                  <a:lnTo>
                    <a:pt x="6296586" y="318213"/>
                  </a:lnTo>
                  <a:lnTo>
                    <a:pt x="6296744" y="318213"/>
                  </a:lnTo>
                  <a:lnTo>
                    <a:pt x="6296902" y="318213"/>
                  </a:lnTo>
                  <a:lnTo>
                    <a:pt x="6297059" y="318213"/>
                  </a:lnTo>
                  <a:lnTo>
                    <a:pt x="6297217" y="318213"/>
                  </a:lnTo>
                  <a:lnTo>
                    <a:pt x="6297375" y="318213"/>
                  </a:lnTo>
                  <a:lnTo>
                    <a:pt x="6297533" y="318213"/>
                  </a:lnTo>
                  <a:lnTo>
                    <a:pt x="6297690" y="318213"/>
                  </a:lnTo>
                  <a:lnTo>
                    <a:pt x="6297848" y="318213"/>
                  </a:lnTo>
                  <a:lnTo>
                    <a:pt x="6298006" y="318213"/>
                  </a:lnTo>
                  <a:lnTo>
                    <a:pt x="6298164" y="318213"/>
                  </a:lnTo>
                  <a:lnTo>
                    <a:pt x="6298321" y="318213"/>
                  </a:lnTo>
                  <a:lnTo>
                    <a:pt x="6298479" y="318213"/>
                  </a:lnTo>
                  <a:lnTo>
                    <a:pt x="6298637" y="318213"/>
                  </a:lnTo>
                  <a:lnTo>
                    <a:pt x="6298794" y="318213"/>
                  </a:lnTo>
                  <a:lnTo>
                    <a:pt x="6298952" y="318213"/>
                  </a:lnTo>
                  <a:lnTo>
                    <a:pt x="6299110" y="318213"/>
                  </a:lnTo>
                  <a:lnTo>
                    <a:pt x="6299268" y="318213"/>
                  </a:lnTo>
                  <a:lnTo>
                    <a:pt x="6299425" y="318213"/>
                  </a:lnTo>
                  <a:lnTo>
                    <a:pt x="6299425" y="317782"/>
                  </a:lnTo>
                  <a:lnTo>
                    <a:pt x="6299583" y="317782"/>
                  </a:lnTo>
                  <a:lnTo>
                    <a:pt x="6299741" y="317782"/>
                  </a:lnTo>
                  <a:lnTo>
                    <a:pt x="6299741" y="317352"/>
                  </a:lnTo>
                  <a:lnTo>
                    <a:pt x="6299898" y="317352"/>
                  </a:lnTo>
                  <a:lnTo>
                    <a:pt x="6300056" y="317352"/>
                  </a:lnTo>
                  <a:lnTo>
                    <a:pt x="6300214" y="317352"/>
                  </a:lnTo>
                  <a:lnTo>
                    <a:pt x="6300372" y="317352"/>
                  </a:lnTo>
                  <a:lnTo>
                    <a:pt x="6300529" y="317352"/>
                  </a:lnTo>
                  <a:lnTo>
                    <a:pt x="6300687" y="317352"/>
                  </a:lnTo>
                  <a:lnTo>
                    <a:pt x="6300845" y="317352"/>
                  </a:lnTo>
                  <a:lnTo>
                    <a:pt x="6301002" y="317352"/>
                  </a:lnTo>
                  <a:lnTo>
                    <a:pt x="6301160" y="317352"/>
                  </a:lnTo>
                  <a:lnTo>
                    <a:pt x="6301318" y="317352"/>
                  </a:lnTo>
                  <a:lnTo>
                    <a:pt x="6301476" y="317352"/>
                  </a:lnTo>
                  <a:lnTo>
                    <a:pt x="6301633" y="317352"/>
                  </a:lnTo>
                  <a:lnTo>
                    <a:pt x="6301791" y="317352"/>
                  </a:lnTo>
                  <a:lnTo>
                    <a:pt x="6301949" y="317352"/>
                  </a:lnTo>
                  <a:lnTo>
                    <a:pt x="6302106" y="317352"/>
                  </a:lnTo>
                  <a:lnTo>
                    <a:pt x="6302264" y="317352"/>
                  </a:lnTo>
                  <a:lnTo>
                    <a:pt x="6302422" y="317352"/>
                  </a:lnTo>
                  <a:lnTo>
                    <a:pt x="6302422" y="316921"/>
                  </a:lnTo>
                  <a:lnTo>
                    <a:pt x="6302580" y="316921"/>
                  </a:lnTo>
                  <a:lnTo>
                    <a:pt x="6302737" y="316921"/>
                  </a:lnTo>
                  <a:lnTo>
                    <a:pt x="6302895" y="316921"/>
                  </a:lnTo>
                  <a:lnTo>
                    <a:pt x="6303053" y="316921"/>
                  </a:lnTo>
                  <a:lnTo>
                    <a:pt x="6303210" y="316921"/>
                  </a:lnTo>
                  <a:lnTo>
                    <a:pt x="6303368" y="316921"/>
                  </a:lnTo>
                  <a:lnTo>
                    <a:pt x="6303526" y="316921"/>
                  </a:lnTo>
                  <a:lnTo>
                    <a:pt x="6303684" y="316921"/>
                  </a:lnTo>
                  <a:lnTo>
                    <a:pt x="6303841" y="316921"/>
                  </a:lnTo>
                  <a:lnTo>
                    <a:pt x="6303999" y="316921"/>
                  </a:lnTo>
                  <a:lnTo>
                    <a:pt x="6304157" y="316921"/>
                  </a:lnTo>
                  <a:lnTo>
                    <a:pt x="6304315" y="316921"/>
                  </a:lnTo>
                  <a:lnTo>
                    <a:pt x="6304472" y="316921"/>
                  </a:lnTo>
                  <a:lnTo>
                    <a:pt x="6304630" y="316921"/>
                  </a:lnTo>
                  <a:lnTo>
                    <a:pt x="6304788" y="316921"/>
                  </a:lnTo>
                  <a:lnTo>
                    <a:pt x="6304945" y="316921"/>
                  </a:lnTo>
                  <a:lnTo>
                    <a:pt x="6305103" y="316921"/>
                  </a:lnTo>
                  <a:lnTo>
                    <a:pt x="6305261" y="316921"/>
                  </a:lnTo>
                  <a:lnTo>
                    <a:pt x="6305261" y="316491"/>
                  </a:lnTo>
                  <a:lnTo>
                    <a:pt x="6305419" y="316491"/>
                  </a:lnTo>
                  <a:lnTo>
                    <a:pt x="6305576" y="316491"/>
                  </a:lnTo>
                  <a:lnTo>
                    <a:pt x="6305734" y="316491"/>
                  </a:lnTo>
                  <a:lnTo>
                    <a:pt x="6305892" y="316491"/>
                  </a:lnTo>
                  <a:lnTo>
                    <a:pt x="6306049" y="316491"/>
                  </a:lnTo>
                  <a:lnTo>
                    <a:pt x="6306207" y="316491"/>
                  </a:lnTo>
                  <a:lnTo>
                    <a:pt x="6306365" y="316491"/>
                  </a:lnTo>
                  <a:lnTo>
                    <a:pt x="6306523" y="316491"/>
                  </a:lnTo>
                  <a:lnTo>
                    <a:pt x="6306680" y="316491"/>
                  </a:lnTo>
                  <a:lnTo>
                    <a:pt x="6306838" y="316491"/>
                  </a:lnTo>
                  <a:lnTo>
                    <a:pt x="6306996" y="316491"/>
                  </a:lnTo>
                  <a:lnTo>
                    <a:pt x="6307153" y="316491"/>
                  </a:lnTo>
                  <a:lnTo>
                    <a:pt x="6307311" y="316491"/>
                  </a:lnTo>
                  <a:lnTo>
                    <a:pt x="6307469" y="316491"/>
                  </a:lnTo>
                  <a:lnTo>
                    <a:pt x="6307469" y="316060"/>
                  </a:lnTo>
                  <a:lnTo>
                    <a:pt x="6307627" y="316060"/>
                  </a:lnTo>
                  <a:lnTo>
                    <a:pt x="6307784" y="316060"/>
                  </a:lnTo>
                  <a:lnTo>
                    <a:pt x="6307942" y="316060"/>
                  </a:lnTo>
                  <a:lnTo>
                    <a:pt x="6308100" y="316060"/>
                  </a:lnTo>
                  <a:lnTo>
                    <a:pt x="6308257" y="316060"/>
                  </a:lnTo>
                  <a:lnTo>
                    <a:pt x="6308415" y="316060"/>
                  </a:lnTo>
                  <a:lnTo>
                    <a:pt x="6308415" y="315629"/>
                  </a:lnTo>
                  <a:lnTo>
                    <a:pt x="6308415" y="315199"/>
                  </a:lnTo>
                  <a:lnTo>
                    <a:pt x="6308573" y="315199"/>
                  </a:lnTo>
                  <a:lnTo>
                    <a:pt x="6308731" y="315199"/>
                  </a:lnTo>
                  <a:lnTo>
                    <a:pt x="6308888" y="315199"/>
                  </a:lnTo>
                  <a:lnTo>
                    <a:pt x="6309046" y="315199"/>
                  </a:lnTo>
                  <a:lnTo>
                    <a:pt x="6309204" y="315199"/>
                  </a:lnTo>
                  <a:lnTo>
                    <a:pt x="6309362" y="315199"/>
                  </a:lnTo>
                  <a:lnTo>
                    <a:pt x="6309519" y="315199"/>
                  </a:lnTo>
                  <a:lnTo>
                    <a:pt x="6309677" y="315199"/>
                  </a:lnTo>
                  <a:lnTo>
                    <a:pt x="6309835" y="315199"/>
                  </a:lnTo>
                  <a:lnTo>
                    <a:pt x="6309835" y="314768"/>
                  </a:lnTo>
                  <a:lnTo>
                    <a:pt x="6309992" y="314768"/>
                  </a:lnTo>
                  <a:lnTo>
                    <a:pt x="6310150" y="314768"/>
                  </a:lnTo>
                  <a:lnTo>
                    <a:pt x="6310150" y="314338"/>
                  </a:lnTo>
                  <a:lnTo>
                    <a:pt x="6310308" y="314338"/>
                  </a:lnTo>
                  <a:lnTo>
                    <a:pt x="6310466" y="314338"/>
                  </a:lnTo>
                  <a:lnTo>
                    <a:pt x="6310623" y="314338"/>
                  </a:lnTo>
                  <a:lnTo>
                    <a:pt x="6310781" y="314338"/>
                  </a:lnTo>
                  <a:lnTo>
                    <a:pt x="6310939" y="314338"/>
                  </a:lnTo>
                  <a:lnTo>
                    <a:pt x="6310939" y="313907"/>
                  </a:lnTo>
                  <a:lnTo>
                    <a:pt x="6311096" y="313907"/>
                  </a:lnTo>
                  <a:lnTo>
                    <a:pt x="6311254" y="313907"/>
                  </a:lnTo>
                  <a:lnTo>
                    <a:pt x="6311412" y="313907"/>
                  </a:lnTo>
                  <a:lnTo>
                    <a:pt x="6311570" y="313907"/>
                  </a:lnTo>
                  <a:lnTo>
                    <a:pt x="6311727" y="313907"/>
                  </a:lnTo>
                  <a:lnTo>
                    <a:pt x="6311885" y="313907"/>
                  </a:lnTo>
                  <a:lnTo>
                    <a:pt x="6312043" y="313907"/>
                  </a:lnTo>
                  <a:lnTo>
                    <a:pt x="6312200" y="313907"/>
                  </a:lnTo>
                  <a:lnTo>
                    <a:pt x="6312358" y="313907"/>
                  </a:lnTo>
                  <a:lnTo>
                    <a:pt x="6312516" y="313907"/>
                  </a:lnTo>
                  <a:lnTo>
                    <a:pt x="6312674" y="313907"/>
                  </a:lnTo>
                  <a:lnTo>
                    <a:pt x="6312674" y="313476"/>
                  </a:lnTo>
                  <a:lnTo>
                    <a:pt x="6312831" y="313476"/>
                  </a:lnTo>
                  <a:lnTo>
                    <a:pt x="6312989" y="313476"/>
                  </a:lnTo>
                  <a:lnTo>
                    <a:pt x="6312989" y="313046"/>
                  </a:lnTo>
                  <a:lnTo>
                    <a:pt x="6313147" y="313046"/>
                  </a:lnTo>
                  <a:lnTo>
                    <a:pt x="6313304" y="313046"/>
                  </a:lnTo>
                  <a:lnTo>
                    <a:pt x="6313304" y="312615"/>
                  </a:lnTo>
                  <a:lnTo>
                    <a:pt x="6313462" y="312615"/>
                  </a:lnTo>
                  <a:lnTo>
                    <a:pt x="6313620" y="312615"/>
                  </a:lnTo>
                  <a:lnTo>
                    <a:pt x="6313778" y="312615"/>
                  </a:lnTo>
                  <a:lnTo>
                    <a:pt x="6313935" y="312615"/>
                  </a:lnTo>
                  <a:lnTo>
                    <a:pt x="6314093" y="312615"/>
                  </a:lnTo>
                  <a:lnTo>
                    <a:pt x="6314251" y="312615"/>
                  </a:lnTo>
                  <a:lnTo>
                    <a:pt x="6314408" y="312615"/>
                  </a:lnTo>
                  <a:lnTo>
                    <a:pt x="6314566" y="312615"/>
                  </a:lnTo>
                  <a:lnTo>
                    <a:pt x="6314724" y="312615"/>
                  </a:lnTo>
                  <a:lnTo>
                    <a:pt x="6314882" y="312615"/>
                  </a:lnTo>
                  <a:lnTo>
                    <a:pt x="6315039" y="312615"/>
                  </a:lnTo>
                  <a:lnTo>
                    <a:pt x="6315197" y="312615"/>
                  </a:lnTo>
                  <a:lnTo>
                    <a:pt x="6315355" y="312615"/>
                  </a:lnTo>
                  <a:lnTo>
                    <a:pt x="6315513" y="312615"/>
                  </a:lnTo>
                  <a:lnTo>
                    <a:pt x="6315670" y="312615"/>
                  </a:lnTo>
                  <a:lnTo>
                    <a:pt x="6315828" y="312615"/>
                  </a:lnTo>
                  <a:lnTo>
                    <a:pt x="6315986" y="312615"/>
                  </a:lnTo>
                  <a:lnTo>
                    <a:pt x="6316143" y="312615"/>
                  </a:lnTo>
                  <a:lnTo>
                    <a:pt x="6316301" y="312615"/>
                  </a:lnTo>
                  <a:lnTo>
                    <a:pt x="6316459" y="312615"/>
                  </a:lnTo>
                  <a:lnTo>
                    <a:pt x="6316617" y="312615"/>
                  </a:lnTo>
                  <a:lnTo>
                    <a:pt x="6316774" y="312615"/>
                  </a:lnTo>
                  <a:lnTo>
                    <a:pt x="6316932" y="312615"/>
                  </a:lnTo>
                  <a:lnTo>
                    <a:pt x="6316932" y="312185"/>
                  </a:lnTo>
                  <a:lnTo>
                    <a:pt x="6317090" y="312185"/>
                  </a:lnTo>
                  <a:lnTo>
                    <a:pt x="6317247" y="312185"/>
                  </a:lnTo>
                  <a:lnTo>
                    <a:pt x="6317405" y="312185"/>
                  </a:lnTo>
                  <a:lnTo>
                    <a:pt x="6317563" y="312185"/>
                  </a:lnTo>
                  <a:lnTo>
                    <a:pt x="6317563" y="311754"/>
                  </a:lnTo>
                  <a:lnTo>
                    <a:pt x="6317721" y="311754"/>
                  </a:lnTo>
                  <a:lnTo>
                    <a:pt x="6317878" y="311754"/>
                  </a:lnTo>
                  <a:lnTo>
                    <a:pt x="6318036" y="311754"/>
                  </a:lnTo>
                  <a:lnTo>
                    <a:pt x="6318194" y="311754"/>
                  </a:lnTo>
                  <a:lnTo>
                    <a:pt x="6318351" y="311754"/>
                  </a:lnTo>
                  <a:lnTo>
                    <a:pt x="6318509" y="311754"/>
                  </a:lnTo>
                  <a:lnTo>
                    <a:pt x="6318667" y="311754"/>
                  </a:lnTo>
                  <a:lnTo>
                    <a:pt x="6318825" y="311754"/>
                  </a:lnTo>
                  <a:lnTo>
                    <a:pt x="6318982" y="311754"/>
                  </a:lnTo>
                  <a:lnTo>
                    <a:pt x="6319140" y="311754"/>
                  </a:lnTo>
                  <a:lnTo>
                    <a:pt x="6319298" y="311754"/>
                  </a:lnTo>
                  <a:lnTo>
                    <a:pt x="6319455" y="311754"/>
                  </a:lnTo>
                  <a:lnTo>
                    <a:pt x="6319613" y="311754"/>
                  </a:lnTo>
                  <a:lnTo>
                    <a:pt x="6319771" y="311754"/>
                  </a:lnTo>
                  <a:lnTo>
                    <a:pt x="6319929" y="311754"/>
                  </a:lnTo>
                  <a:lnTo>
                    <a:pt x="6320086" y="311754"/>
                  </a:lnTo>
                  <a:lnTo>
                    <a:pt x="6320244" y="311754"/>
                  </a:lnTo>
                  <a:lnTo>
                    <a:pt x="6320402" y="311754"/>
                  </a:lnTo>
                  <a:lnTo>
                    <a:pt x="6320560" y="311754"/>
                  </a:lnTo>
                  <a:lnTo>
                    <a:pt x="6320717" y="311754"/>
                  </a:lnTo>
                  <a:lnTo>
                    <a:pt x="6320875" y="311754"/>
                  </a:lnTo>
                  <a:lnTo>
                    <a:pt x="6321033" y="311754"/>
                  </a:lnTo>
                  <a:lnTo>
                    <a:pt x="6321190" y="311754"/>
                  </a:lnTo>
                  <a:lnTo>
                    <a:pt x="6321348" y="311754"/>
                  </a:lnTo>
                  <a:lnTo>
                    <a:pt x="6321506" y="311754"/>
                  </a:lnTo>
                  <a:lnTo>
                    <a:pt x="6321664" y="311754"/>
                  </a:lnTo>
                  <a:lnTo>
                    <a:pt x="6321821" y="311754"/>
                  </a:lnTo>
                  <a:lnTo>
                    <a:pt x="6321979" y="311754"/>
                  </a:lnTo>
                  <a:lnTo>
                    <a:pt x="6322137" y="311754"/>
                  </a:lnTo>
                  <a:lnTo>
                    <a:pt x="6322294" y="311754"/>
                  </a:lnTo>
                  <a:lnTo>
                    <a:pt x="6322452" y="311754"/>
                  </a:lnTo>
                  <a:lnTo>
                    <a:pt x="6322610" y="311754"/>
                  </a:lnTo>
                  <a:lnTo>
                    <a:pt x="6322768" y="311754"/>
                  </a:lnTo>
                  <a:lnTo>
                    <a:pt x="6322925" y="311754"/>
                  </a:lnTo>
                  <a:lnTo>
                    <a:pt x="6323083" y="311754"/>
                  </a:lnTo>
                  <a:lnTo>
                    <a:pt x="6323241" y="311754"/>
                  </a:lnTo>
                  <a:lnTo>
                    <a:pt x="6323398" y="311754"/>
                  </a:lnTo>
                  <a:lnTo>
                    <a:pt x="6323556" y="311754"/>
                  </a:lnTo>
                  <a:lnTo>
                    <a:pt x="6323714" y="311754"/>
                  </a:lnTo>
                  <a:lnTo>
                    <a:pt x="6323872" y="311754"/>
                  </a:lnTo>
                  <a:lnTo>
                    <a:pt x="6324029" y="311754"/>
                  </a:lnTo>
                  <a:lnTo>
                    <a:pt x="6324187" y="311754"/>
                  </a:lnTo>
                  <a:lnTo>
                    <a:pt x="6324345" y="311754"/>
                  </a:lnTo>
                  <a:lnTo>
                    <a:pt x="6324502" y="311754"/>
                  </a:lnTo>
                  <a:lnTo>
                    <a:pt x="6324660" y="311754"/>
                  </a:lnTo>
                  <a:lnTo>
                    <a:pt x="6324818" y="311754"/>
                  </a:lnTo>
                  <a:lnTo>
                    <a:pt x="6324976" y="311754"/>
                  </a:lnTo>
                  <a:lnTo>
                    <a:pt x="6325133" y="311754"/>
                  </a:lnTo>
                  <a:lnTo>
                    <a:pt x="6325291" y="311754"/>
                  </a:lnTo>
                  <a:lnTo>
                    <a:pt x="6325449" y="311754"/>
                  </a:lnTo>
                  <a:lnTo>
                    <a:pt x="6325449" y="311323"/>
                  </a:lnTo>
                  <a:lnTo>
                    <a:pt x="6325606" y="311323"/>
                  </a:lnTo>
                  <a:lnTo>
                    <a:pt x="6325764" y="311323"/>
                  </a:lnTo>
                  <a:lnTo>
                    <a:pt x="6325922" y="311323"/>
                  </a:lnTo>
                  <a:lnTo>
                    <a:pt x="6325922" y="310893"/>
                  </a:lnTo>
                  <a:lnTo>
                    <a:pt x="6326080" y="310893"/>
                  </a:lnTo>
                  <a:lnTo>
                    <a:pt x="6326237" y="310893"/>
                  </a:lnTo>
                  <a:lnTo>
                    <a:pt x="6326395" y="310893"/>
                  </a:lnTo>
                  <a:lnTo>
                    <a:pt x="6326553" y="310893"/>
                  </a:lnTo>
                  <a:lnTo>
                    <a:pt x="6326711" y="310893"/>
                  </a:lnTo>
                  <a:lnTo>
                    <a:pt x="6326868" y="310893"/>
                  </a:lnTo>
                  <a:lnTo>
                    <a:pt x="6327026" y="310893"/>
                  </a:lnTo>
                  <a:lnTo>
                    <a:pt x="6327184" y="310893"/>
                  </a:lnTo>
                  <a:lnTo>
                    <a:pt x="6327341" y="310893"/>
                  </a:lnTo>
                  <a:lnTo>
                    <a:pt x="6327499" y="310893"/>
                  </a:lnTo>
                  <a:lnTo>
                    <a:pt x="6327499" y="310462"/>
                  </a:lnTo>
                  <a:lnTo>
                    <a:pt x="6327657" y="310462"/>
                  </a:lnTo>
                  <a:lnTo>
                    <a:pt x="6327815" y="310462"/>
                  </a:lnTo>
                  <a:lnTo>
                    <a:pt x="6327815" y="310032"/>
                  </a:lnTo>
                  <a:lnTo>
                    <a:pt x="6327815" y="309601"/>
                  </a:lnTo>
                  <a:lnTo>
                    <a:pt x="6327972" y="309601"/>
                  </a:lnTo>
                  <a:lnTo>
                    <a:pt x="6328130" y="309601"/>
                  </a:lnTo>
                  <a:lnTo>
                    <a:pt x="6328288" y="309601"/>
                  </a:lnTo>
                  <a:lnTo>
                    <a:pt x="6328445" y="309601"/>
                  </a:lnTo>
                  <a:lnTo>
                    <a:pt x="6328603" y="309601"/>
                  </a:lnTo>
                  <a:lnTo>
                    <a:pt x="6328761" y="309601"/>
                  </a:lnTo>
                  <a:lnTo>
                    <a:pt x="6328919" y="309601"/>
                  </a:lnTo>
                  <a:lnTo>
                    <a:pt x="6329076" y="309601"/>
                  </a:lnTo>
                  <a:lnTo>
                    <a:pt x="6329234" y="309601"/>
                  </a:lnTo>
                  <a:lnTo>
                    <a:pt x="6329234" y="309170"/>
                  </a:lnTo>
                  <a:lnTo>
                    <a:pt x="6329392" y="309170"/>
                  </a:lnTo>
                  <a:lnTo>
                    <a:pt x="6329549" y="309170"/>
                  </a:lnTo>
                  <a:lnTo>
                    <a:pt x="6329707" y="309170"/>
                  </a:lnTo>
                  <a:lnTo>
                    <a:pt x="6329865" y="309170"/>
                  </a:lnTo>
                  <a:lnTo>
                    <a:pt x="6330023" y="309170"/>
                  </a:lnTo>
                  <a:lnTo>
                    <a:pt x="6330180" y="309170"/>
                  </a:lnTo>
                  <a:lnTo>
                    <a:pt x="6330180" y="308740"/>
                  </a:lnTo>
                  <a:lnTo>
                    <a:pt x="6330338" y="308740"/>
                  </a:lnTo>
                  <a:lnTo>
                    <a:pt x="6330338" y="308309"/>
                  </a:lnTo>
                  <a:lnTo>
                    <a:pt x="6330496" y="308309"/>
                  </a:lnTo>
                  <a:lnTo>
                    <a:pt x="6330653" y="308309"/>
                  </a:lnTo>
                  <a:lnTo>
                    <a:pt x="6330811" y="308309"/>
                  </a:lnTo>
                  <a:lnTo>
                    <a:pt x="6330969" y="308309"/>
                  </a:lnTo>
                  <a:lnTo>
                    <a:pt x="6331127" y="308309"/>
                  </a:lnTo>
                  <a:lnTo>
                    <a:pt x="6331284" y="308309"/>
                  </a:lnTo>
                  <a:lnTo>
                    <a:pt x="6331284" y="307879"/>
                  </a:lnTo>
                  <a:lnTo>
                    <a:pt x="6331284" y="307448"/>
                  </a:lnTo>
                  <a:lnTo>
                    <a:pt x="6331442" y="307448"/>
                  </a:lnTo>
                  <a:lnTo>
                    <a:pt x="6331600" y="307448"/>
                  </a:lnTo>
                  <a:lnTo>
                    <a:pt x="6331600" y="307017"/>
                  </a:lnTo>
                  <a:lnTo>
                    <a:pt x="6331757" y="307017"/>
                  </a:lnTo>
                  <a:lnTo>
                    <a:pt x="6331915" y="307017"/>
                  </a:lnTo>
                  <a:lnTo>
                    <a:pt x="6332073" y="307017"/>
                  </a:lnTo>
                  <a:lnTo>
                    <a:pt x="6332231" y="307017"/>
                  </a:lnTo>
                  <a:lnTo>
                    <a:pt x="6332388" y="307017"/>
                  </a:lnTo>
                  <a:lnTo>
                    <a:pt x="6332546" y="307017"/>
                  </a:lnTo>
                  <a:lnTo>
                    <a:pt x="6332704" y="307017"/>
                  </a:lnTo>
                  <a:lnTo>
                    <a:pt x="6332862" y="307017"/>
                  </a:lnTo>
                  <a:lnTo>
                    <a:pt x="6333019" y="307017"/>
                  </a:lnTo>
                  <a:lnTo>
                    <a:pt x="6333177" y="307017"/>
                  </a:lnTo>
                  <a:lnTo>
                    <a:pt x="6333335" y="307017"/>
                  </a:lnTo>
                  <a:lnTo>
                    <a:pt x="6333335" y="306587"/>
                  </a:lnTo>
                  <a:lnTo>
                    <a:pt x="6333492" y="306587"/>
                  </a:lnTo>
                  <a:lnTo>
                    <a:pt x="6333650" y="306587"/>
                  </a:lnTo>
                  <a:lnTo>
                    <a:pt x="6333808" y="306587"/>
                  </a:lnTo>
                  <a:lnTo>
                    <a:pt x="6333966" y="306587"/>
                  </a:lnTo>
                  <a:lnTo>
                    <a:pt x="6334123" y="306587"/>
                  </a:lnTo>
                  <a:lnTo>
                    <a:pt x="6334281" y="306587"/>
                  </a:lnTo>
                  <a:lnTo>
                    <a:pt x="6334439" y="306587"/>
                  </a:lnTo>
                  <a:lnTo>
                    <a:pt x="6334596" y="306587"/>
                  </a:lnTo>
                  <a:lnTo>
                    <a:pt x="6334754" y="306587"/>
                  </a:lnTo>
                  <a:lnTo>
                    <a:pt x="6334912" y="306587"/>
                  </a:lnTo>
                  <a:lnTo>
                    <a:pt x="6335070" y="306587"/>
                  </a:lnTo>
                  <a:lnTo>
                    <a:pt x="6335227" y="306587"/>
                  </a:lnTo>
                  <a:lnTo>
                    <a:pt x="6335227" y="306156"/>
                  </a:lnTo>
                  <a:lnTo>
                    <a:pt x="6335385" y="306156"/>
                  </a:lnTo>
                  <a:lnTo>
                    <a:pt x="6335543" y="306156"/>
                  </a:lnTo>
                  <a:lnTo>
                    <a:pt x="6335543" y="305726"/>
                  </a:lnTo>
                  <a:lnTo>
                    <a:pt x="6335700" y="305726"/>
                  </a:lnTo>
                  <a:lnTo>
                    <a:pt x="6335700" y="305295"/>
                  </a:lnTo>
                  <a:lnTo>
                    <a:pt x="6335858" y="305295"/>
                  </a:lnTo>
                  <a:lnTo>
                    <a:pt x="6336016" y="305295"/>
                  </a:lnTo>
                  <a:lnTo>
                    <a:pt x="6336174" y="305295"/>
                  </a:lnTo>
                  <a:lnTo>
                    <a:pt x="6336331" y="305295"/>
                  </a:lnTo>
                  <a:lnTo>
                    <a:pt x="6336489" y="305295"/>
                  </a:lnTo>
                  <a:lnTo>
                    <a:pt x="6336647" y="305295"/>
                  </a:lnTo>
                  <a:lnTo>
                    <a:pt x="6336804" y="305295"/>
                  </a:lnTo>
                  <a:lnTo>
                    <a:pt x="6336962" y="305295"/>
                  </a:lnTo>
                  <a:lnTo>
                    <a:pt x="6337120" y="305295"/>
                  </a:lnTo>
                  <a:lnTo>
                    <a:pt x="6337278" y="305295"/>
                  </a:lnTo>
                  <a:lnTo>
                    <a:pt x="6337435" y="305295"/>
                  </a:lnTo>
                  <a:lnTo>
                    <a:pt x="6337593" y="305295"/>
                  </a:lnTo>
                  <a:lnTo>
                    <a:pt x="6337751" y="305295"/>
                  </a:lnTo>
                  <a:lnTo>
                    <a:pt x="6337909" y="305295"/>
                  </a:lnTo>
                  <a:lnTo>
                    <a:pt x="6338066" y="305295"/>
                  </a:lnTo>
                  <a:lnTo>
                    <a:pt x="6338224" y="305295"/>
                  </a:lnTo>
                  <a:lnTo>
                    <a:pt x="6338382" y="305295"/>
                  </a:lnTo>
                  <a:lnTo>
                    <a:pt x="6338539" y="305295"/>
                  </a:lnTo>
                  <a:lnTo>
                    <a:pt x="6338697" y="305295"/>
                  </a:lnTo>
                  <a:lnTo>
                    <a:pt x="6338855" y="305295"/>
                  </a:lnTo>
                  <a:lnTo>
                    <a:pt x="6339013" y="305295"/>
                  </a:lnTo>
                  <a:lnTo>
                    <a:pt x="6339170" y="305295"/>
                  </a:lnTo>
                  <a:lnTo>
                    <a:pt x="6339170" y="304864"/>
                  </a:lnTo>
                  <a:lnTo>
                    <a:pt x="6339328" y="304864"/>
                  </a:lnTo>
                  <a:lnTo>
                    <a:pt x="6339486" y="304864"/>
                  </a:lnTo>
                  <a:lnTo>
                    <a:pt x="6339643" y="304864"/>
                  </a:lnTo>
                  <a:lnTo>
                    <a:pt x="6339643" y="304434"/>
                  </a:lnTo>
                  <a:lnTo>
                    <a:pt x="6339643" y="304003"/>
                  </a:lnTo>
                  <a:lnTo>
                    <a:pt x="6339643" y="303573"/>
                  </a:lnTo>
                  <a:lnTo>
                    <a:pt x="6339801" y="303573"/>
                  </a:lnTo>
                  <a:lnTo>
                    <a:pt x="6339959" y="303573"/>
                  </a:lnTo>
                  <a:lnTo>
                    <a:pt x="6340117" y="303573"/>
                  </a:lnTo>
                  <a:lnTo>
                    <a:pt x="6340274" y="303573"/>
                  </a:lnTo>
                  <a:lnTo>
                    <a:pt x="6340432" y="303573"/>
                  </a:lnTo>
                  <a:lnTo>
                    <a:pt x="6340590" y="303573"/>
                  </a:lnTo>
                  <a:lnTo>
                    <a:pt x="6340747" y="303573"/>
                  </a:lnTo>
                  <a:lnTo>
                    <a:pt x="6340905" y="303573"/>
                  </a:lnTo>
                  <a:lnTo>
                    <a:pt x="6341063" y="303573"/>
                  </a:lnTo>
                  <a:lnTo>
                    <a:pt x="6341221" y="303573"/>
                  </a:lnTo>
                  <a:lnTo>
                    <a:pt x="6341378" y="303573"/>
                  </a:lnTo>
                  <a:lnTo>
                    <a:pt x="6341536" y="303573"/>
                  </a:lnTo>
                  <a:lnTo>
                    <a:pt x="6341694" y="303573"/>
                  </a:lnTo>
                  <a:lnTo>
                    <a:pt x="6341851" y="303573"/>
                  </a:lnTo>
                  <a:lnTo>
                    <a:pt x="6341851" y="303142"/>
                  </a:lnTo>
                  <a:lnTo>
                    <a:pt x="6342009" y="303142"/>
                  </a:lnTo>
                  <a:lnTo>
                    <a:pt x="6342167" y="303142"/>
                  </a:lnTo>
                  <a:lnTo>
                    <a:pt x="6342325" y="303142"/>
                  </a:lnTo>
                  <a:lnTo>
                    <a:pt x="6342482" y="303142"/>
                  </a:lnTo>
                  <a:lnTo>
                    <a:pt x="6342640" y="303142"/>
                  </a:lnTo>
                  <a:lnTo>
                    <a:pt x="6342798" y="303142"/>
                  </a:lnTo>
                  <a:lnTo>
                    <a:pt x="6342955" y="303142"/>
                  </a:lnTo>
                  <a:lnTo>
                    <a:pt x="6343113" y="303142"/>
                  </a:lnTo>
                  <a:lnTo>
                    <a:pt x="6343271" y="303142"/>
                  </a:lnTo>
                  <a:lnTo>
                    <a:pt x="6343429" y="303142"/>
                  </a:lnTo>
                  <a:lnTo>
                    <a:pt x="6343586" y="303142"/>
                  </a:lnTo>
                  <a:lnTo>
                    <a:pt x="6343744" y="303142"/>
                  </a:lnTo>
                  <a:lnTo>
                    <a:pt x="6343902" y="303142"/>
                  </a:lnTo>
                  <a:lnTo>
                    <a:pt x="6344060" y="303142"/>
                  </a:lnTo>
                  <a:lnTo>
                    <a:pt x="6344217" y="303142"/>
                  </a:lnTo>
                  <a:lnTo>
                    <a:pt x="6344375" y="303142"/>
                  </a:lnTo>
                  <a:lnTo>
                    <a:pt x="6344533" y="303142"/>
                  </a:lnTo>
                  <a:lnTo>
                    <a:pt x="6344690" y="303142"/>
                  </a:lnTo>
                  <a:lnTo>
                    <a:pt x="6344848" y="303142"/>
                  </a:lnTo>
                  <a:lnTo>
                    <a:pt x="6345006" y="303142"/>
                  </a:lnTo>
                  <a:lnTo>
                    <a:pt x="6345164" y="303142"/>
                  </a:lnTo>
                  <a:lnTo>
                    <a:pt x="6345321" y="303142"/>
                  </a:lnTo>
                  <a:lnTo>
                    <a:pt x="6345479" y="303142"/>
                  </a:lnTo>
                  <a:lnTo>
                    <a:pt x="6345479" y="302711"/>
                  </a:lnTo>
                  <a:lnTo>
                    <a:pt x="6345479" y="302281"/>
                  </a:lnTo>
                  <a:lnTo>
                    <a:pt x="6345637" y="302281"/>
                  </a:lnTo>
                  <a:lnTo>
                    <a:pt x="6345794" y="302281"/>
                  </a:lnTo>
                  <a:lnTo>
                    <a:pt x="6345952" y="302281"/>
                  </a:lnTo>
                  <a:lnTo>
                    <a:pt x="6346110" y="302281"/>
                  </a:lnTo>
                  <a:lnTo>
                    <a:pt x="6346110" y="301850"/>
                  </a:lnTo>
                  <a:lnTo>
                    <a:pt x="6346268" y="301850"/>
                  </a:lnTo>
                  <a:lnTo>
                    <a:pt x="6346425" y="301850"/>
                  </a:lnTo>
                  <a:lnTo>
                    <a:pt x="6346583" y="301850"/>
                  </a:lnTo>
                  <a:lnTo>
                    <a:pt x="6346741" y="301850"/>
                  </a:lnTo>
                  <a:lnTo>
                    <a:pt x="6346898" y="301850"/>
                  </a:lnTo>
                  <a:lnTo>
                    <a:pt x="6347056" y="301850"/>
                  </a:lnTo>
                  <a:lnTo>
                    <a:pt x="6347214" y="301850"/>
                  </a:lnTo>
                  <a:lnTo>
                    <a:pt x="6347372" y="301850"/>
                  </a:lnTo>
                  <a:lnTo>
                    <a:pt x="6347529" y="301850"/>
                  </a:lnTo>
                  <a:lnTo>
                    <a:pt x="6347687" y="301850"/>
                  </a:lnTo>
                  <a:lnTo>
                    <a:pt x="6347687" y="301420"/>
                  </a:lnTo>
                  <a:lnTo>
                    <a:pt x="6347845" y="301420"/>
                  </a:lnTo>
                  <a:lnTo>
                    <a:pt x="6348002" y="301420"/>
                  </a:lnTo>
                  <a:lnTo>
                    <a:pt x="6348160" y="301420"/>
                  </a:lnTo>
                  <a:lnTo>
                    <a:pt x="6348318" y="301420"/>
                  </a:lnTo>
                  <a:lnTo>
                    <a:pt x="6348476" y="301420"/>
                  </a:lnTo>
                  <a:lnTo>
                    <a:pt x="6348633" y="301420"/>
                  </a:lnTo>
                  <a:lnTo>
                    <a:pt x="6348791" y="301420"/>
                  </a:lnTo>
                  <a:lnTo>
                    <a:pt x="6348949" y="301420"/>
                  </a:lnTo>
                  <a:lnTo>
                    <a:pt x="6349107" y="301420"/>
                  </a:lnTo>
                  <a:lnTo>
                    <a:pt x="6349107" y="300989"/>
                  </a:lnTo>
                  <a:lnTo>
                    <a:pt x="6349264" y="300989"/>
                  </a:lnTo>
                  <a:lnTo>
                    <a:pt x="6349422" y="300989"/>
                  </a:lnTo>
                  <a:lnTo>
                    <a:pt x="6349580" y="300989"/>
                  </a:lnTo>
                  <a:lnTo>
                    <a:pt x="6349580" y="300558"/>
                  </a:lnTo>
                  <a:lnTo>
                    <a:pt x="6349737" y="300558"/>
                  </a:lnTo>
                  <a:lnTo>
                    <a:pt x="6349895" y="300558"/>
                  </a:lnTo>
                  <a:lnTo>
                    <a:pt x="6350053" y="300558"/>
                  </a:lnTo>
                  <a:lnTo>
                    <a:pt x="6350211" y="300558"/>
                  </a:lnTo>
                  <a:lnTo>
                    <a:pt x="6350211" y="300128"/>
                  </a:lnTo>
                  <a:lnTo>
                    <a:pt x="6350368" y="300128"/>
                  </a:lnTo>
                  <a:lnTo>
                    <a:pt x="6350526" y="300128"/>
                  </a:lnTo>
                  <a:lnTo>
                    <a:pt x="6350684" y="300128"/>
                  </a:lnTo>
                  <a:lnTo>
                    <a:pt x="6350841" y="300128"/>
                  </a:lnTo>
                  <a:lnTo>
                    <a:pt x="6350999" y="300128"/>
                  </a:lnTo>
                  <a:lnTo>
                    <a:pt x="6351157" y="300128"/>
                  </a:lnTo>
                  <a:lnTo>
                    <a:pt x="6351315" y="300128"/>
                  </a:lnTo>
                  <a:lnTo>
                    <a:pt x="6351472" y="300128"/>
                  </a:lnTo>
                  <a:lnTo>
                    <a:pt x="6351630" y="300128"/>
                  </a:lnTo>
                  <a:lnTo>
                    <a:pt x="6351788" y="300128"/>
                  </a:lnTo>
                  <a:lnTo>
                    <a:pt x="6351945" y="300128"/>
                  </a:lnTo>
                  <a:lnTo>
                    <a:pt x="6352103" y="300128"/>
                  </a:lnTo>
                  <a:lnTo>
                    <a:pt x="6352261" y="300128"/>
                  </a:lnTo>
                  <a:lnTo>
                    <a:pt x="6352419" y="300128"/>
                  </a:lnTo>
                  <a:lnTo>
                    <a:pt x="6352576" y="300128"/>
                  </a:lnTo>
                  <a:lnTo>
                    <a:pt x="6352734" y="300128"/>
                  </a:lnTo>
                  <a:lnTo>
                    <a:pt x="6352892" y="300128"/>
                  </a:lnTo>
                  <a:lnTo>
                    <a:pt x="6353049" y="300128"/>
                  </a:lnTo>
                  <a:lnTo>
                    <a:pt x="6353207" y="300128"/>
                  </a:lnTo>
                  <a:lnTo>
                    <a:pt x="6353365" y="300128"/>
                  </a:lnTo>
                  <a:lnTo>
                    <a:pt x="6353523" y="300128"/>
                  </a:lnTo>
                  <a:lnTo>
                    <a:pt x="6353680" y="300128"/>
                  </a:lnTo>
                  <a:lnTo>
                    <a:pt x="6353838" y="300128"/>
                  </a:lnTo>
                  <a:lnTo>
                    <a:pt x="6353996" y="300128"/>
                  </a:lnTo>
                  <a:lnTo>
                    <a:pt x="6354153" y="300128"/>
                  </a:lnTo>
                  <a:lnTo>
                    <a:pt x="6354311" y="300128"/>
                  </a:lnTo>
                  <a:lnTo>
                    <a:pt x="6354469" y="300128"/>
                  </a:lnTo>
                  <a:lnTo>
                    <a:pt x="6354627" y="300128"/>
                  </a:lnTo>
                  <a:lnTo>
                    <a:pt x="6354784" y="300128"/>
                  </a:lnTo>
                  <a:lnTo>
                    <a:pt x="6354942" y="300128"/>
                  </a:lnTo>
                  <a:lnTo>
                    <a:pt x="6355100" y="300128"/>
                  </a:lnTo>
                  <a:lnTo>
                    <a:pt x="6355258" y="300128"/>
                  </a:lnTo>
                  <a:lnTo>
                    <a:pt x="6355415" y="300128"/>
                  </a:lnTo>
                  <a:lnTo>
                    <a:pt x="6355573" y="300128"/>
                  </a:lnTo>
                  <a:lnTo>
                    <a:pt x="6355573" y="299697"/>
                  </a:lnTo>
                  <a:lnTo>
                    <a:pt x="6355731" y="299697"/>
                  </a:lnTo>
                  <a:lnTo>
                    <a:pt x="6355888" y="299697"/>
                  </a:lnTo>
                  <a:lnTo>
                    <a:pt x="6355888" y="299267"/>
                  </a:lnTo>
                  <a:lnTo>
                    <a:pt x="6356046" y="299267"/>
                  </a:lnTo>
                  <a:lnTo>
                    <a:pt x="6356204" y="299267"/>
                  </a:lnTo>
                  <a:lnTo>
                    <a:pt x="6356362" y="299267"/>
                  </a:lnTo>
                  <a:lnTo>
                    <a:pt x="6356519" y="299267"/>
                  </a:lnTo>
                  <a:lnTo>
                    <a:pt x="6356677" y="299267"/>
                  </a:lnTo>
                  <a:lnTo>
                    <a:pt x="6356835" y="299267"/>
                  </a:lnTo>
                  <a:lnTo>
                    <a:pt x="6356992" y="299267"/>
                  </a:lnTo>
                  <a:lnTo>
                    <a:pt x="6357150" y="299267"/>
                  </a:lnTo>
                  <a:lnTo>
                    <a:pt x="6357308" y="299267"/>
                  </a:lnTo>
                  <a:lnTo>
                    <a:pt x="6357466" y="299267"/>
                  </a:lnTo>
                  <a:lnTo>
                    <a:pt x="6357623" y="299267"/>
                  </a:lnTo>
                  <a:lnTo>
                    <a:pt x="6357781" y="299267"/>
                  </a:lnTo>
                  <a:lnTo>
                    <a:pt x="6357939" y="299267"/>
                  </a:lnTo>
                  <a:lnTo>
                    <a:pt x="6358096" y="299267"/>
                  </a:lnTo>
                  <a:lnTo>
                    <a:pt x="6358254" y="299267"/>
                  </a:lnTo>
                  <a:lnTo>
                    <a:pt x="6358412" y="299267"/>
                  </a:lnTo>
                  <a:lnTo>
                    <a:pt x="6358412" y="298836"/>
                  </a:lnTo>
                  <a:lnTo>
                    <a:pt x="6358570" y="298836"/>
                  </a:lnTo>
                  <a:lnTo>
                    <a:pt x="6358727" y="298836"/>
                  </a:lnTo>
                  <a:lnTo>
                    <a:pt x="6358885" y="298836"/>
                  </a:lnTo>
                  <a:lnTo>
                    <a:pt x="6359043" y="298836"/>
                  </a:lnTo>
                  <a:lnTo>
                    <a:pt x="6359200" y="298836"/>
                  </a:lnTo>
                  <a:lnTo>
                    <a:pt x="6359358" y="298836"/>
                  </a:lnTo>
                  <a:lnTo>
                    <a:pt x="6359516" y="298836"/>
                  </a:lnTo>
                  <a:lnTo>
                    <a:pt x="6359674" y="298836"/>
                  </a:lnTo>
                  <a:lnTo>
                    <a:pt x="6359831" y="298836"/>
                  </a:lnTo>
                  <a:lnTo>
                    <a:pt x="6359989" y="298836"/>
                  </a:lnTo>
                  <a:lnTo>
                    <a:pt x="6360147" y="298836"/>
                  </a:lnTo>
                  <a:lnTo>
                    <a:pt x="6360305" y="298836"/>
                  </a:lnTo>
                  <a:lnTo>
                    <a:pt x="6360462" y="298836"/>
                  </a:lnTo>
                  <a:lnTo>
                    <a:pt x="6360620" y="298836"/>
                  </a:lnTo>
                  <a:lnTo>
                    <a:pt x="6360778" y="298836"/>
                  </a:lnTo>
                  <a:lnTo>
                    <a:pt x="6360935" y="298836"/>
                  </a:lnTo>
                  <a:lnTo>
                    <a:pt x="6361093" y="298836"/>
                  </a:lnTo>
                  <a:lnTo>
                    <a:pt x="6361251" y="298836"/>
                  </a:lnTo>
                  <a:lnTo>
                    <a:pt x="6361409" y="298836"/>
                  </a:lnTo>
                  <a:lnTo>
                    <a:pt x="6361566" y="298836"/>
                  </a:lnTo>
                  <a:lnTo>
                    <a:pt x="6361724" y="298836"/>
                  </a:lnTo>
                  <a:lnTo>
                    <a:pt x="6361882" y="298836"/>
                  </a:lnTo>
                  <a:lnTo>
                    <a:pt x="6362039" y="298836"/>
                  </a:lnTo>
                  <a:lnTo>
                    <a:pt x="6362197" y="298836"/>
                  </a:lnTo>
                  <a:lnTo>
                    <a:pt x="6362355" y="298836"/>
                  </a:lnTo>
                  <a:lnTo>
                    <a:pt x="6362513" y="298836"/>
                  </a:lnTo>
                  <a:lnTo>
                    <a:pt x="6362670" y="298836"/>
                  </a:lnTo>
                  <a:lnTo>
                    <a:pt x="6362828" y="298836"/>
                  </a:lnTo>
                  <a:lnTo>
                    <a:pt x="6362986" y="298836"/>
                  </a:lnTo>
                  <a:lnTo>
                    <a:pt x="6363143" y="298836"/>
                  </a:lnTo>
                  <a:lnTo>
                    <a:pt x="6363143" y="298405"/>
                  </a:lnTo>
                  <a:lnTo>
                    <a:pt x="6363143" y="297975"/>
                  </a:lnTo>
                  <a:lnTo>
                    <a:pt x="6363301" y="297975"/>
                  </a:lnTo>
                  <a:lnTo>
                    <a:pt x="6363301" y="297544"/>
                  </a:lnTo>
                  <a:lnTo>
                    <a:pt x="6363459" y="297544"/>
                  </a:lnTo>
                  <a:lnTo>
                    <a:pt x="6363617" y="297544"/>
                  </a:lnTo>
                  <a:lnTo>
                    <a:pt x="6363774" y="297544"/>
                  </a:lnTo>
                  <a:lnTo>
                    <a:pt x="6363932" y="297544"/>
                  </a:lnTo>
                  <a:lnTo>
                    <a:pt x="6364090" y="297544"/>
                  </a:lnTo>
                  <a:lnTo>
                    <a:pt x="6364247" y="297544"/>
                  </a:lnTo>
                  <a:lnTo>
                    <a:pt x="6364405" y="297544"/>
                  </a:lnTo>
                  <a:lnTo>
                    <a:pt x="6364563" y="297544"/>
                  </a:lnTo>
                  <a:lnTo>
                    <a:pt x="6364721" y="297544"/>
                  </a:lnTo>
                  <a:lnTo>
                    <a:pt x="6364878" y="297544"/>
                  </a:lnTo>
                  <a:lnTo>
                    <a:pt x="6365036" y="297544"/>
                  </a:lnTo>
                  <a:lnTo>
                    <a:pt x="6365036" y="297114"/>
                  </a:lnTo>
                  <a:lnTo>
                    <a:pt x="6365194" y="297114"/>
                  </a:lnTo>
                  <a:lnTo>
                    <a:pt x="6365351" y="297114"/>
                  </a:lnTo>
                  <a:lnTo>
                    <a:pt x="6365509" y="297114"/>
                  </a:lnTo>
                  <a:lnTo>
                    <a:pt x="6365509" y="296683"/>
                  </a:lnTo>
                  <a:lnTo>
                    <a:pt x="6365667" y="296683"/>
                  </a:lnTo>
                  <a:lnTo>
                    <a:pt x="6365825" y="296683"/>
                  </a:lnTo>
                  <a:lnTo>
                    <a:pt x="6365982" y="296683"/>
                  </a:lnTo>
                  <a:lnTo>
                    <a:pt x="6366140" y="296683"/>
                  </a:lnTo>
                  <a:lnTo>
                    <a:pt x="6366298" y="296683"/>
                  </a:lnTo>
                  <a:lnTo>
                    <a:pt x="6366456" y="296683"/>
                  </a:lnTo>
                  <a:lnTo>
                    <a:pt x="6366613" y="296683"/>
                  </a:lnTo>
                  <a:lnTo>
                    <a:pt x="6366771" y="296683"/>
                  </a:lnTo>
                  <a:lnTo>
                    <a:pt x="6366929" y="296683"/>
                  </a:lnTo>
                  <a:lnTo>
                    <a:pt x="6367086" y="296683"/>
                  </a:lnTo>
                  <a:lnTo>
                    <a:pt x="6367244" y="296683"/>
                  </a:lnTo>
                  <a:lnTo>
                    <a:pt x="6367402" y="296683"/>
                  </a:lnTo>
                  <a:lnTo>
                    <a:pt x="6367560" y="296683"/>
                  </a:lnTo>
                  <a:lnTo>
                    <a:pt x="6367717" y="296683"/>
                  </a:lnTo>
                  <a:lnTo>
                    <a:pt x="6367875" y="296683"/>
                  </a:lnTo>
                  <a:lnTo>
                    <a:pt x="6368033" y="296683"/>
                  </a:lnTo>
                  <a:lnTo>
                    <a:pt x="6368190" y="296683"/>
                  </a:lnTo>
                  <a:lnTo>
                    <a:pt x="6368348" y="296683"/>
                  </a:lnTo>
                  <a:lnTo>
                    <a:pt x="6368506" y="296683"/>
                  </a:lnTo>
                  <a:lnTo>
                    <a:pt x="6368664" y="296683"/>
                  </a:lnTo>
                  <a:lnTo>
                    <a:pt x="6368821" y="296683"/>
                  </a:lnTo>
                  <a:lnTo>
                    <a:pt x="6368979" y="296683"/>
                  </a:lnTo>
                  <a:lnTo>
                    <a:pt x="6369137" y="296683"/>
                  </a:lnTo>
                  <a:lnTo>
                    <a:pt x="6369294" y="296683"/>
                  </a:lnTo>
                  <a:lnTo>
                    <a:pt x="6369452" y="296683"/>
                  </a:lnTo>
                  <a:lnTo>
                    <a:pt x="6369610" y="296683"/>
                  </a:lnTo>
                  <a:lnTo>
                    <a:pt x="6369768" y="296683"/>
                  </a:lnTo>
                  <a:lnTo>
                    <a:pt x="6369925" y="296683"/>
                  </a:lnTo>
                  <a:lnTo>
                    <a:pt x="6370083" y="296683"/>
                  </a:lnTo>
                  <a:lnTo>
                    <a:pt x="6370241" y="296683"/>
                  </a:lnTo>
                  <a:lnTo>
                    <a:pt x="6370398" y="296683"/>
                  </a:lnTo>
                  <a:lnTo>
                    <a:pt x="6370556" y="296683"/>
                  </a:lnTo>
                  <a:lnTo>
                    <a:pt x="6370714" y="296683"/>
                  </a:lnTo>
                  <a:lnTo>
                    <a:pt x="6370872" y="296683"/>
                  </a:lnTo>
                  <a:lnTo>
                    <a:pt x="6371029" y="296683"/>
                  </a:lnTo>
                  <a:lnTo>
                    <a:pt x="6371187" y="296683"/>
                  </a:lnTo>
                  <a:lnTo>
                    <a:pt x="6371345" y="296683"/>
                  </a:lnTo>
                  <a:lnTo>
                    <a:pt x="6371503" y="296683"/>
                  </a:lnTo>
                  <a:lnTo>
                    <a:pt x="6371660" y="296683"/>
                  </a:lnTo>
                  <a:lnTo>
                    <a:pt x="6371818" y="296683"/>
                  </a:lnTo>
                  <a:lnTo>
                    <a:pt x="6371976" y="296683"/>
                  </a:lnTo>
                  <a:lnTo>
                    <a:pt x="6372133" y="296683"/>
                  </a:lnTo>
                  <a:lnTo>
                    <a:pt x="6372291" y="296683"/>
                  </a:lnTo>
                  <a:lnTo>
                    <a:pt x="6372291" y="296252"/>
                  </a:lnTo>
                  <a:lnTo>
                    <a:pt x="6372291" y="295822"/>
                  </a:lnTo>
                  <a:lnTo>
                    <a:pt x="6372449" y="295822"/>
                  </a:lnTo>
                  <a:lnTo>
                    <a:pt x="6372607" y="295822"/>
                  </a:lnTo>
                  <a:lnTo>
                    <a:pt x="6372764" y="295822"/>
                  </a:lnTo>
                  <a:lnTo>
                    <a:pt x="6372922" y="295822"/>
                  </a:lnTo>
                  <a:lnTo>
                    <a:pt x="6373080" y="295822"/>
                  </a:lnTo>
                  <a:lnTo>
                    <a:pt x="6373237" y="295822"/>
                  </a:lnTo>
                  <a:lnTo>
                    <a:pt x="6373395" y="295822"/>
                  </a:lnTo>
                  <a:lnTo>
                    <a:pt x="6373553" y="295822"/>
                  </a:lnTo>
                  <a:lnTo>
                    <a:pt x="6373711" y="295822"/>
                  </a:lnTo>
                  <a:lnTo>
                    <a:pt x="6373868" y="295822"/>
                  </a:lnTo>
                  <a:lnTo>
                    <a:pt x="6374026" y="295822"/>
                  </a:lnTo>
                  <a:lnTo>
                    <a:pt x="6374184" y="295822"/>
                  </a:lnTo>
                  <a:lnTo>
                    <a:pt x="6374341" y="295822"/>
                  </a:lnTo>
                  <a:lnTo>
                    <a:pt x="6374499" y="295822"/>
                  </a:lnTo>
                  <a:lnTo>
                    <a:pt x="6374657" y="295822"/>
                  </a:lnTo>
                  <a:lnTo>
                    <a:pt x="6374657" y="295391"/>
                  </a:lnTo>
                  <a:lnTo>
                    <a:pt x="6374815" y="295391"/>
                  </a:lnTo>
                  <a:lnTo>
                    <a:pt x="6374972" y="295391"/>
                  </a:lnTo>
                  <a:lnTo>
                    <a:pt x="6374972" y="294961"/>
                  </a:lnTo>
                  <a:lnTo>
                    <a:pt x="6375130" y="294961"/>
                  </a:lnTo>
                  <a:lnTo>
                    <a:pt x="6375288" y="294961"/>
                  </a:lnTo>
                  <a:lnTo>
                    <a:pt x="6375445" y="294961"/>
                  </a:lnTo>
                  <a:lnTo>
                    <a:pt x="6375445" y="294530"/>
                  </a:lnTo>
                  <a:lnTo>
                    <a:pt x="6375603" y="294530"/>
                  </a:lnTo>
                  <a:lnTo>
                    <a:pt x="6375761" y="294530"/>
                  </a:lnTo>
                  <a:lnTo>
                    <a:pt x="6375919" y="294530"/>
                  </a:lnTo>
                  <a:lnTo>
                    <a:pt x="6376076" y="294530"/>
                  </a:lnTo>
                  <a:lnTo>
                    <a:pt x="6376234" y="294530"/>
                  </a:lnTo>
                  <a:lnTo>
                    <a:pt x="6376392" y="294530"/>
                  </a:lnTo>
                  <a:lnTo>
                    <a:pt x="6376549" y="294530"/>
                  </a:lnTo>
                  <a:lnTo>
                    <a:pt x="6376707" y="294530"/>
                  </a:lnTo>
                  <a:lnTo>
                    <a:pt x="6376865" y="294530"/>
                  </a:lnTo>
                  <a:lnTo>
                    <a:pt x="6377023" y="294530"/>
                  </a:lnTo>
                  <a:lnTo>
                    <a:pt x="6377180" y="294530"/>
                  </a:lnTo>
                  <a:lnTo>
                    <a:pt x="6377338" y="294530"/>
                  </a:lnTo>
                  <a:lnTo>
                    <a:pt x="6377338" y="294099"/>
                  </a:lnTo>
                  <a:lnTo>
                    <a:pt x="6377496" y="294099"/>
                  </a:lnTo>
                  <a:lnTo>
                    <a:pt x="6377654" y="294099"/>
                  </a:lnTo>
                  <a:lnTo>
                    <a:pt x="6377654" y="293669"/>
                  </a:lnTo>
                  <a:lnTo>
                    <a:pt x="6377811" y="293669"/>
                  </a:lnTo>
                  <a:lnTo>
                    <a:pt x="6377969" y="293669"/>
                  </a:lnTo>
                  <a:lnTo>
                    <a:pt x="6378127" y="293669"/>
                  </a:lnTo>
                  <a:lnTo>
                    <a:pt x="6378284" y="293669"/>
                  </a:lnTo>
                  <a:lnTo>
                    <a:pt x="6378442" y="293669"/>
                  </a:lnTo>
                  <a:lnTo>
                    <a:pt x="6378600" y="293669"/>
                  </a:lnTo>
                  <a:lnTo>
                    <a:pt x="6378758" y="293669"/>
                  </a:lnTo>
                  <a:lnTo>
                    <a:pt x="6378915" y="293669"/>
                  </a:lnTo>
                  <a:lnTo>
                    <a:pt x="6379073" y="293669"/>
                  </a:lnTo>
                  <a:lnTo>
                    <a:pt x="6379231" y="293669"/>
                  </a:lnTo>
                  <a:lnTo>
                    <a:pt x="6379388" y="293669"/>
                  </a:lnTo>
                  <a:lnTo>
                    <a:pt x="6379546" y="293669"/>
                  </a:lnTo>
                  <a:lnTo>
                    <a:pt x="6379704" y="293669"/>
                  </a:lnTo>
                  <a:lnTo>
                    <a:pt x="6379862" y="293669"/>
                  </a:lnTo>
                  <a:lnTo>
                    <a:pt x="6380019" y="293669"/>
                  </a:lnTo>
                  <a:lnTo>
                    <a:pt x="6380177" y="293669"/>
                  </a:lnTo>
                  <a:lnTo>
                    <a:pt x="6380335" y="293669"/>
                  </a:lnTo>
                  <a:lnTo>
                    <a:pt x="6380492" y="293669"/>
                  </a:lnTo>
                  <a:lnTo>
                    <a:pt x="6380650" y="293669"/>
                  </a:lnTo>
                  <a:lnTo>
                    <a:pt x="6380808" y="293669"/>
                  </a:lnTo>
                  <a:lnTo>
                    <a:pt x="6380966" y="293669"/>
                  </a:lnTo>
                  <a:lnTo>
                    <a:pt x="6381123" y="293669"/>
                  </a:lnTo>
                  <a:lnTo>
                    <a:pt x="6381123" y="293238"/>
                  </a:lnTo>
                  <a:lnTo>
                    <a:pt x="6381281" y="293238"/>
                  </a:lnTo>
                  <a:lnTo>
                    <a:pt x="6381281" y="292808"/>
                  </a:lnTo>
                  <a:lnTo>
                    <a:pt x="6381439" y="292808"/>
                  </a:lnTo>
                  <a:lnTo>
                    <a:pt x="6381596" y="292808"/>
                  </a:lnTo>
                  <a:lnTo>
                    <a:pt x="6381754" y="292808"/>
                  </a:lnTo>
                  <a:lnTo>
                    <a:pt x="6381754" y="292377"/>
                  </a:lnTo>
                  <a:lnTo>
                    <a:pt x="6381912" y="292377"/>
                  </a:lnTo>
                  <a:lnTo>
                    <a:pt x="6382070" y="292377"/>
                  </a:lnTo>
                  <a:lnTo>
                    <a:pt x="6382227" y="292377"/>
                  </a:lnTo>
                  <a:lnTo>
                    <a:pt x="6382385" y="292377"/>
                  </a:lnTo>
                  <a:lnTo>
                    <a:pt x="6382543" y="292377"/>
                  </a:lnTo>
                  <a:lnTo>
                    <a:pt x="6382701" y="292377"/>
                  </a:lnTo>
                  <a:lnTo>
                    <a:pt x="6382858" y="292377"/>
                  </a:lnTo>
                  <a:lnTo>
                    <a:pt x="6383016" y="292377"/>
                  </a:lnTo>
                  <a:lnTo>
                    <a:pt x="6383174" y="292377"/>
                  </a:lnTo>
                  <a:lnTo>
                    <a:pt x="6383331" y="292377"/>
                  </a:lnTo>
                  <a:lnTo>
                    <a:pt x="6383489" y="292377"/>
                  </a:lnTo>
                  <a:lnTo>
                    <a:pt x="6383647" y="292377"/>
                  </a:lnTo>
                  <a:lnTo>
                    <a:pt x="6383805" y="292377"/>
                  </a:lnTo>
                  <a:lnTo>
                    <a:pt x="6383962" y="292377"/>
                  </a:lnTo>
                  <a:lnTo>
                    <a:pt x="6384120" y="292377"/>
                  </a:lnTo>
                  <a:lnTo>
                    <a:pt x="6384278" y="292377"/>
                  </a:lnTo>
                  <a:lnTo>
                    <a:pt x="6384435" y="292377"/>
                  </a:lnTo>
                  <a:lnTo>
                    <a:pt x="6384593" y="292377"/>
                  </a:lnTo>
                  <a:lnTo>
                    <a:pt x="6384751" y="292377"/>
                  </a:lnTo>
                  <a:lnTo>
                    <a:pt x="6384909" y="292377"/>
                  </a:lnTo>
                  <a:lnTo>
                    <a:pt x="6385066" y="292377"/>
                  </a:lnTo>
                  <a:lnTo>
                    <a:pt x="6385224" y="292377"/>
                  </a:lnTo>
                  <a:lnTo>
                    <a:pt x="6385224" y="291946"/>
                  </a:lnTo>
                  <a:lnTo>
                    <a:pt x="6385382" y="291946"/>
                  </a:lnTo>
                  <a:lnTo>
                    <a:pt x="6385539" y="291946"/>
                  </a:lnTo>
                  <a:lnTo>
                    <a:pt x="6385697" y="291946"/>
                  </a:lnTo>
                  <a:lnTo>
                    <a:pt x="6385855" y="291946"/>
                  </a:lnTo>
                  <a:lnTo>
                    <a:pt x="6385855" y="291516"/>
                  </a:lnTo>
                  <a:lnTo>
                    <a:pt x="6385855" y="291085"/>
                  </a:lnTo>
                  <a:lnTo>
                    <a:pt x="6386013" y="291085"/>
                  </a:lnTo>
                  <a:lnTo>
                    <a:pt x="6386170" y="291085"/>
                  </a:lnTo>
                  <a:lnTo>
                    <a:pt x="6386328" y="291085"/>
                  </a:lnTo>
                  <a:lnTo>
                    <a:pt x="6386328" y="290655"/>
                  </a:lnTo>
                  <a:lnTo>
                    <a:pt x="6386486" y="290655"/>
                  </a:lnTo>
                  <a:lnTo>
                    <a:pt x="6386643" y="290655"/>
                  </a:lnTo>
                  <a:lnTo>
                    <a:pt x="6386801" y="290655"/>
                  </a:lnTo>
                  <a:lnTo>
                    <a:pt x="6386959" y="290655"/>
                  </a:lnTo>
                  <a:lnTo>
                    <a:pt x="6387117" y="290655"/>
                  </a:lnTo>
                  <a:lnTo>
                    <a:pt x="6387274" y="290655"/>
                  </a:lnTo>
                  <a:lnTo>
                    <a:pt x="6387432" y="290655"/>
                  </a:lnTo>
                  <a:lnTo>
                    <a:pt x="6387590" y="290655"/>
                  </a:lnTo>
                  <a:lnTo>
                    <a:pt x="6387747" y="290655"/>
                  </a:lnTo>
                  <a:lnTo>
                    <a:pt x="6387905" y="290655"/>
                  </a:lnTo>
                  <a:lnTo>
                    <a:pt x="6388063" y="290655"/>
                  </a:lnTo>
                  <a:lnTo>
                    <a:pt x="6388221" y="290655"/>
                  </a:lnTo>
                  <a:lnTo>
                    <a:pt x="6388378" y="290655"/>
                  </a:lnTo>
                  <a:lnTo>
                    <a:pt x="6388378" y="290224"/>
                  </a:lnTo>
                  <a:lnTo>
                    <a:pt x="6388536" y="290224"/>
                  </a:lnTo>
                  <a:lnTo>
                    <a:pt x="6388694" y="290224"/>
                  </a:lnTo>
                  <a:lnTo>
                    <a:pt x="6388852" y="290224"/>
                  </a:lnTo>
                  <a:lnTo>
                    <a:pt x="6389009" y="290224"/>
                  </a:lnTo>
                  <a:lnTo>
                    <a:pt x="6389009" y="289793"/>
                  </a:lnTo>
                  <a:lnTo>
                    <a:pt x="6389009" y="289363"/>
                  </a:lnTo>
                  <a:lnTo>
                    <a:pt x="6389009" y="288932"/>
                  </a:lnTo>
                  <a:lnTo>
                    <a:pt x="6389167" y="288932"/>
                  </a:lnTo>
                  <a:lnTo>
                    <a:pt x="6389325" y="288932"/>
                  </a:lnTo>
                  <a:lnTo>
                    <a:pt x="6389482" y="288932"/>
                  </a:lnTo>
                  <a:lnTo>
                    <a:pt x="6389640" y="288932"/>
                  </a:lnTo>
                  <a:lnTo>
                    <a:pt x="6389798" y="288932"/>
                  </a:lnTo>
                  <a:lnTo>
                    <a:pt x="6389956" y="288932"/>
                  </a:lnTo>
                  <a:lnTo>
                    <a:pt x="6390113" y="288932"/>
                  </a:lnTo>
                  <a:lnTo>
                    <a:pt x="6390271" y="288932"/>
                  </a:lnTo>
                  <a:lnTo>
                    <a:pt x="6390429" y="288932"/>
                  </a:lnTo>
                  <a:lnTo>
                    <a:pt x="6390586" y="288932"/>
                  </a:lnTo>
                  <a:lnTo>
                    <a:pt x="6390744" y="288932"/>
                  </a:lnTo>
                  <a:lnTo>
                    <a:pt x="6390902" y="288932"/>
                  </a:lnTo>
                  <a:lnTo>
                    <a:pt x="6391060" y="288932"/>
                  </a:lnTo>
                  <a:lnTo>
                    <a:pt x="6391217" y="288932"/>
                  </a:lnTo>
                  <a:lnTo>
                    <a:pt x="6391375" y="288932"/>
                  </a:lnTo>
                  <a:lnTo>
                    <a:pt x="6391375" y="288502"/>
                  </a:lnTo>
                  <a:lnTo>
                    <a:pt x="6391533" y="288502"/>
                  </a:lnTo>
                  <a:lnTo>
                    <a:pt x="6391690" y="288502"/>
                  </a:lnTo>
                  <a:lnTo>
                    <a:pt x="6391848" y="288502"/>
                  </a:lnTo>
                  <a:lnTo>
                    <a:pt x="6392006" y="288502"/>
                  </a:lnTo>
                  <a:lnTo>
                    <a:pt x="6392164" y="288502"/>
                  </a:lnTo>
                  <a:lnTo>
                    <a:pt x="6392321" y="288502"/>
                  </a:lnTo>
                  <a:lnTo>
                    <a:pt x="6392479" y="288502"/>
                  </a:lnTo>
                  <a:lnTo>
                    <a:pt x="6392637" y="288502"/>
                  </a:lnTo>
                  <a:lnTo>
                    <a:pt x="6392794" y="288502"/>
                  </a:lnTo>
                  <a:lnTo>
                    <a:pt x="6392952" y="288502"/>
                  </a:lnTo>
                  <a:lnTo>
                    <a:pt x="6393110" y="288502"/>
                  </a:lnTo>
                  <a:lnTo>
                    <a:pt x="6393268" y="288502"/>
                  </a:lnTo>
                  <a:lnTo>
                    <a:pt x="6393425" y="288502"/>
                  </a:lnTo>
                  <a:lnTo>
                    <a:pt x="6393583" y="288502"/>
                  </a:lnTo>
                  <a:lnTo>
                    <a:pt x="6393741" y="288502"/>
                  </a:lnTo>
                  <a:lnTo>
                    <a:pt x="6393899" y="288502"/>
                  </a:lnTo>
                  <a:lnTo>
                    <a:pt x="6394056" y="288502"/>
                  </a:lnTo>
                  <a:lnTo>
                    <a:pt x="6394214" y="288502"/>
                  </a:lnTo>
                  <a:lnTo>
                    <a:pt x="6394372" y="288502"/>
                  </a:lnTo>
                  <a:lnTo>
                    <a:pt x="6394529" y="288502"/>
                  </a:lnTo>
                  <a:lnTo>
                    <a:pt x="6394687" y="288502"/>
                  </a:lnTo>
                  <a:lnTo>
                    <a:pt x="6394687" y="288071"/>
                  </a:lnTo>
                  <a:lnTo>
                    <a:pt x="6394845" y="288071"/>
                  </a:lnTo>
                  <a:lnTo>
                    <a:pt x="6394845" y="287640"/>
                  </a:lnTo>
                  <a:lnTo>
                    <a:pt x="6395003" y="287640"/>
                  </a:lnTo>
                  <a:lnTo>
                    <a:pt x="6395160" y="287640"/>
                  </a:lnTo>
                  <a:lnTo>
                    <a:pt x="6395160" y="287210"/>
                  </a:lnTo>
                  <a:lnTo>
                    <a:pt x="6395318" y="287210"/>
                  </a:lnTo>
                  <a:lnTo>
                    <a:pt x="6395476" y="287210"/>
                  </a:lnTo>
                  <a:lnTo>
                    <a:pt x="6395633" y="287210"/>
                  </a:lnTo>
                  <a:lnTo>
                    <a:pt x="6395791" y="287210"/>
                  </a:lnTo>
                  <a:lnTo>
                    <a:pt x="6395949" y="287210"/>
                  </a:lnTo>
                  <a:lnTo>
                    <a:pt x="6396107" y="287210"/>
                  </a:lnTo>
                  <a:lnTo>
                    <a:pt x="6396264" y="287210"/>
                  </a:lnTo>
                  <a:lnTo>
                    <a:pt x="6396422" y="287210"/>
                  </a:lnTo>
                  <a:lnTo>
                    <a:pt x="6396580" y="287210"/>
                  </a:lnTo>
                  <a:lnTo>
                    <a:pt x="6396580" y="286779"/>
                  </a:lnTo>
                  <a:lnTo>
                    <a:pt x="6396737" y="286779"/>
                  </a:lnTo>
                  <a:lnTo>
                    <a:pt x="6396737" y="286349"/>
                  </a:lnTo>
                  <a:lnTo>
                    <a:pt x="6396895" y="286349"/>
                  </a:lnTo>
                  <a:lnTo>
                    <a:pt x="6397053" y="286349"/>
                  </a:lnTo>
                  <a:lnTo>
                    <a:pt x="6397211" y="286349"/>
                  </a:lnTo>
                  <a:lnTo>
                    <a:pt x="6397368" y="286349"/>
                  </a:lnTo>
                  <a:lnTo>
                    <a:pt x="6397526" y="286349"/>
                  </a:lnTo>
                  <a:lnTo>
                    <a:pt x="6397684" y="286349"/>
                  </a:lnTo>
                  <a:lnTo>
                    <a:pt x="6397841" y="286349"/>
                  </a:lnTo>
                  <a:lnTo>
                    <a:pt x="6397999" y="286349"/>
                  </a:lnTo>
                  <a:lnTo>
                    <a:pt x="6398157" y="286349"/>
                  </a:lnTo>
                  <a:lnTo>
                    <a:pt x="6398315" y="286349"/>
                  </a:lnTo>
                  <a:lnTo>
                    <a:pt x="6398472" y="286349"/>
                  </a:lnTo>
                  <a:lnTo>
                    <a:pt x="6398630" y="286349"/>
                  </a:lnTo>
                  <a:lnTo>
                    <a:pt x="6398788" y="286349"/>
                  </a:lnTo>
                  <a:lnTo>
                    <a:pt x="6398945" y="286349"/>
                  </a:lnTo>
                  <a:lnTo>
                    <a:pt x="6399103" y="286349"/>
                  </a:lnTo>
                  <a:lnTo>
                    <a:pt x="6399261" y="286349"/>
                  </a:lnTo>
                  <a:lnTo>
                    <a:pt x="6399419" y="286349"/>
                  </a:lnTo>
                  <a:lnTo>
                    <a:pt x="6399576" y="286349"/>
                  </a:lnTo>
                  <a:lnTo>
                    <a:pt x="6399576" y="285918"/>
                  </a:lnTo>
                  <a:lnTo>
                    <a:pt x="6399734" y="285918"/>
                  </a:lnTo>
                  <a:lnTo>
                    <a:pt x="6399892" y="285918"/>
                  </a:lnTo>
                  <a:lnTo>
                    <a:pt x="6400050" y="285918"/>
                  </a:lnTo>
                  <a:lnTo>
                    <a:pt x="6400207" y="285918"/>
                  </a:lnTo>
                  <a:lnTo>
                    <a:pt x="6400365" y="285918"/>
                  </a:lnTo>
                  <a:lnTo>
                    <a:pt x="6400523" y="285918"/>
                  </a:lnTo>
                  <a:lnTo>
                    <a:pt x="6400680" y="285918"/>
                  </a:lnTo>
                  <a:lnTo>
                    <a:pt x="6400838" y="285918"/>
                  </a:lnTo>
                  <a:lnTo>
                    <a:pt x="6400996" y="285918"/>
                  </a:lnTo>
                  <a:lnTo>
                    <a:pt x="6401154" y="285918"/>
                  </a:lnTo>
                  <a:lnTo>
                    <a:pt x="6401154" y="285487"/>
                  </a:lnTo>
                  <a:lnTo>
                    <a:pt x="6401311" y="285487"/>
                  </a:lnTo>
                  <a:lnTo>
                    <a:pt x="6401469" y="285487"/>
                  </a:lnTo>
                  <a:lnTo>
                    <a:pt x="6401627" y="285487"/>
                  </a:lnTo>
                  <a:lnTo>
                    <a:pt x="6401627" y="285057"/>
                  </a:lnTo>
                  <a:lnTo>
                    <a:pt x="6401784" y="285057"/>
                  </a:lnTo>
                  <a:lnTo>
                    <a:pt x="6401942" y="285057"/>
                  </a:lnTo>
                  <a:lnTo>
                    <a:pt x="6402100" y="285057"/>
                  </a:lnTo>
                  <a:lnTo>
                    <a:pt x="6402258" y="285057"/>
                  </a:lnTo>
                  <a:lnTo>
                    <a:pt x="6402415" y="285057"/>
                  </a:lnTo>
                  <a:lnTo>
                    <a:pt x="6402573" y="285057"/>
                  </a:lnTo>
                  <a:lnTo>
                    <a:pt x="6402731" y="285057"/>
                  </a:lnTo>
                  <a:lnTo>
                    <a:pt x="6402888" y="285057"/>
                  </a:lnTo>
                  <a:lnTo>
                    <a:pt x="6403046" y="285057"/>
                  </a:lnTo>
                  <a:lnTo>
                    <a:pt x="6403204" y="285057"/>
                  </a:lnTo>
                  <a:lnTo>
                    <a:pt x="6403362" y="285057"/>
                  </a:lnTo>
                  <a:lnTo>
                    <a:pt x="6403519" y="285057"/>
                  </a:lnTo>
                  <a:lnTo>
                    <a:pt x="6403677" y="285057"/>
                  </a:lnTo>
                  <a:lnTo>
                    <a:pt x="6403835" y="285057"/>
                  </a:lnTo>
                  <a:lnTo>
                    <a:pt x="6403992" y="285057"/>
                  </a:lnTo>
                  <a:lnTo>
                    <a:pt x="6404150" y="285057"/>
                  </a:lnTo>
                  <a:lnTo>
                    <a:pt x="6404308" y="285057"/>
                  </a:lnTo>
                  <a:lnTo>
                    <a:pt x="6404466" y="285057"/>
                  </a:lnTo>
                  <a:lnTo>
                    <a:pt x="6404623" y="285057"/>
                  </a:lnTo>
                  <a:lnTo>
                    <a:pt x="6404781" y="285057"/>
                  </a:lnTo>
                  <a:lnTo>
                    <a:pt x="6404939" y="285057"/>
                  </a:lnTo>
                  <a:lnTo>
                    <a:pt x="6405096" y="285057"/>
                  </a:lnTo>
                  <a:lnTo>
                    <a:pt x="6405254" y="285057"/>
                  </a:lnTo>
                  <a:lnTo>
                    <a:pt x="6405412" y="285057"/>
                  </a:lnTo>
                  <a:lnTo>
                    <a:pt x="6405570" y="285057"/>
                  </a:lnTo>
                  <a:lnTo>
                    <a:pt x="6405727" y="285057"/>
                  </a:lnTo>
                  <a:lnTo>
                    <a:pt x="6405885" y="285057"/>
                  </a:lnTo>
                  <a:lnTo>
                    <a:pt x="6406043" y="285057"/>
                  </a:lnTo>
                  <a:lnTo>
                    <a:pt x="6406201" y="285057"/>
                  </a:lnTo>
                  <a:lnTo>
                    <a:pt x="6406358" y="285057"/>
                  </a:lnTo>
                  <a:lnTo>
                    <a:pt x="6406516" y="285057"/>
                  </a:lnTo>
                  <a:lnTo>
                    <a:pt x="6406674" y="285057"/>
                  </a:lnTo>
                  <a:lnTo>
                    <a:pt x="6406831" y="285057"/>
                  </a:lnTo>
                  <a:lnTo>
                    <a:pt x="6406989" y="285057"/>
                  </a:lnTo>
                  <a:lnTo>
                    <a:pt x="6407147" y="285057"/>
                  </a:lnTo>
                  <a:lnTo>
                    <a:pt x="6407305" y="285057"/>
                  </a:lnTo>
                  <a:lnTo>
                    <a:pt x="6407462" y="285057"/>
                  </a:lnTo>
                  <a:lnTo>
                    <a:pt x="6407620" y="285057"/>
                  </a:lnTo>
                  <a:lnTo>
                    <a:pt x="6407778" y="285057"/>
                  </a:lnTo>
                  <a:lnTo>
                    <a:pt x="6407935" y="285057"/>
                  </a:lnTo>
                  <a:lnTo>
                    <a:pt x="6408093" y="285057"/>
                  </a:lnTo>
                  <a:lnTo>
                    <a:pt x="6408251" y="285057"/>
                  </a:lnTo>
                  <a:lnTo>
                    <a:pt x="6408409" y="285057"/>
                  </a:lnTo>
                  <a:lnTo>
                    <a:pt x="6408566" y="285057"/>
                  </a:lnTo>
                  <a:lnTo>
                    <a:pt x="6408724" y="285057"/>
                  </a:lnTo>
                  <a:lnTo>
                    <a:pt x="6408882" y="285057"/>
                  </a:lnTo>
                  <a:lnTo>
                    <a:pt x="6409039" y="285057"/>
                  </a:lnTo>
                  <a:lnTo>
                    <a:pt x="6409197" y="285057"/>
                  </a:lnTo>
                  <a:lnTo>
                    <a:pt x="6409355" y="285057"/>
                  </a:lnTo>
                  <a:lnTo>
                    <a:pt x="6409513" y="285057"/>
                  </a:lnTo>
                  <a:lnTo>
                    <a:pt x="6409670" y="285057"/>
                  </a:lnTo>
                  <a:lnTo>
                    <a:pt x="6409828" y="285057"/>
                  </a:lnTo>
                  <a:lnTo>
                    <a:pt x="6409986" y="285057"/>
                  </a:lnTo>
                  <a:lnTo>
                    <a:pt x="6410143" y="285057"/>
                  </a:lnTo>
                  <a:lnTo>
                    <a:pt x="6410301" y="285057"/>
                  </a:lnTo>
                  <a:lnTo>
                    <a:pt x="6410459" y="285057"/>
                  </a:lnTo>
                  <a:lnTo>
                    <a:pt x="6410617" y="285057"/>
                  </a:lnTo>
                  <a:lnTo>
                    <a:pt x="6410774" y="285057"/>
                  </a:lnTo>
                  <a:lnTo>
                    <a:pt x="6410774" y="284626"/>
                  </a:lnTo>
                  <a:lnTo>
                    <a:pt x="6410932" y="284626"/>
                  </a:lnTo>
                  <a:lnTo>
                    <a:pt x="6411090" y="284626"/>
                  </a:lnTo>
                  <a:lnTo>
                    <a:pt x="6411248" y="284626"/>
                  </a:lnTo>
                  <a:lnTo>
                    <a:pt x="6411248" y="284196"/>
                  </a:lnTo>
                  <a:lnTo>
                    <a:pt x="6411405" y="284196"/>
                  </a:lnTo>
                  <a:lnTo>
                    <a:pt x="6411563" y="284196"/>
                  </a:lnTo>
                  <a:lnTo>
                    <a:pt x="6411721" y="284196"/>
                  </a:lnTo>
                  <a:lnTo>
                    <a:pt x="6411878" y="284196"/>
                  </a:lnTo>
                  <a:lnTo>
                    <a:pt x="6412036" y="284196"/>
                  </a:lnTo>
                  <a:lnTo>
                    <a:pt x="6412194" y="284196"/>
                  </a:lnTo>
                  <a:lnTo>
                    <a:pt x="6412352" y="284196"/>
                  </a:lnTo>
                  <a:lnTo>
                    <a:pt x="6412509" y="284196"/>
                  </a:lnTo>
                  <a:lnTo>
                    <a:pt x="6412667" y="284196"/>
                  </a:lnTo>
                  <a:lnTo>
                    <a:pt x="6412825" y="284196"/>
                  </a:lnTo>
                  <a:lnTo>
                    <a:pt x="6412982" y="284196"/>
                  </a:lnTo>
                  <a:lnTo>
                    <a:pt x="6413140" y="284196"/>
                  </a:lnTo>
                  <a:lnTo>
                    <a:pt x="6413298" y="284196"/>
                  </a:lnTo>
                  <a:lnTo>
                    <a:pt x="6413456" y="284196"/>
                  </a:lnTo>
                  <a:lnTo>
                    <a:pt x="6413613" y="284196"/>
                  </a:lnTo>
                  <a:lnTo>
                    <a:pt x="6413771" y="284196"/>
                  </a:lnTo>
                  <a:lnTo>
                    <a:pt x="6413929" y="284196"/>
                  </a:lnTo>
                  <a:lnTo>
                    <a:pt x="6414086" y="284196"/>
                  </a:lnTo>
                  <a:lnTo>
                    <a:pt x="6414244" y="284196"/>
                  </a:lnTo>
                  <a:lnTo>
                    <a:pt x="6414402" y="284196"/>
                  </a:lnTo>
                  <a:lnTo>
                    <a:pt x="6414560" y="284196"/>
                  </a:lnTo>
                  <a:lnTo>
                    <a:pt x="6414717" y="284196"/>
                  </a:lnTo>
                  <a:lnTo>
                    <a:pt x="6414875" y="284196"/>
                  </a:lnTo>
                  <a:lnTo>
                    <a:pt x="6415033" y="284196"/>
                  </a:lnTo>
                  <a:lnTo>
                    <a:pt x="6415190" y="284196"/>
                  </a:lnTo>
                  <a:lnTo>
                    <a:pt x="6415348" y="284196"/>
                  </a:lnTo>
                  <a:lnTo>
                    <a:pt x="6415506" y="284196"/>
                  </a:lnTo>
                  <a:lnTo>
                    <a:pt x="6415664" y="284196"/>
                  </a:lnTo>
                  <a:lnTo>
                    <a:pt x="6415821" y="284196"/>
                  </a:lnTo>
                  <a:lnTo>
                    <a:pt x="6415979" y="284196"/>
                  </a:lnTo>
                  <a:lnTo>
                    <a:pt x="6416137" y="284196"/>
                  </a:lnTo>
                  <a:lnTo>
                    <a:pt x="6416294" y="284196"/>
                  </a:lnTo>
                  <a:lnTo>
                    <a:pt x="6416452" y="284196"/>
                  </a:lnTo>
                  <a:lnTo>
                    <a:pt x="6416610" y="284196"/>
                  </a:lnTo>
                  <a:lnTo>
                    <a:pt x="6416768" y="284196"/>
                  </a:lnTo>
                  <a:lnTo>
                    <a:pt x="6416925" y="284196"/>
                  </a:lnTo>
                  <a:lnTo>
                    <a:pt x="6417083" y="284196"/>
                  </a:lnTo>
                  <a:lnTo>
                    <a:pt x="6417241" y="284196"/>
                  </a:lnTo>
                  <a:lnTo>
                    <a:pt x="6417399" y="284196"/>
                  </a:lnTo>
                  <a:lnTo>
                    <a:pt x="6417556" y="284196"/>
                  </a:lnTo>
                  <a:lnTo>
                    <a:pt x="6417714" y="284196"/>
                  </a:lnTo>
                  <a:lnTo>
                    <a:pt x="6417872" y="284196"/>
                  </a:lnTo>
                  <a:lnTo>
                    <a:pt x="6418029" y="284196"/>
                  </a:lnTo>
                  <a:lnTo>
                    <a:pt x="6418187" y="284196"/>
                  </a:lnTo>
                  <a:lnTo>
                    <a:pt x="6418345" y="284196"/>
                  </a:lnTo>
                  <a:lnTo>
                    <a:pt x="6418503" y="284196"/>
                  </a:lnTo>
                  <a:lnTo>
                    <a:pt x="6418660" y="284196"/>
                  </a:lnTo>
                  <a:lnTo>
                    <a:pt x="6418818" y="284196"/>
                  </a:lnTo>
                  <a:lnTo>
                    <a:pt x="6418976" y="284196"/>
                  </a:lnTo>
                  <a:lnTo>
                    <a:pt x="6419133" y="284196"/>
                  </a:lnTo>
                  <a:lnTo>
                    <a:pt x="6419291" y="284196"/>
                  </a:lnTo>
                  <a:lnTo>
                    <a:pt x="6419449" y="284196"/>
                  </a:lnTo>
                  <a:lnTo>
                    <a:pt x="6419607" y="284196"/>
                  </a:lnTo>
                  <a:lnTo>
                    <a:pt x="6419764" y="284196"/>
                  </a:lnTo>
                  <a:lnTo>
                    <a:pt x="6419922" y="284196"/>
                  </a:lnTo>
                  <a:lnTo>
                    <a:pt x="6419922" y="283765"/>
                  </a:lnTo>
                  <a:lnTo>
                    <a:pt x="6420080" y="283765"/>
                  </a:lnTo>
                  <a:lnTo>
                    <a:pt x="6420237" y="283765"/>
                  </a:lnTo>
                  <a:lnTo>
                    <a:pt x="6420395" y="283765"/>
                  </a:lnTo>
                  <a:lnTo>
                    <a:pt x="6420553" y="283765"/>
                  </a:lnTo>
                  <a:lnTo>
                    <a:pt x="6420711" y="283765"/>
                  </a:lnTo>
                  <a:lnTo>
                    <a:pt x="6420868" y="283765"/>
                  </a:lnTo>
                  <a:lnTo>
                    <a:pt x="6421026" y="283765"/>
                  </a:lnTo>
                  <a:lnTo>
                    <a:pt x="6421026" y="283334"/>
                  </a:lnTo>
                  <a:lnTo>
                    <a:pt x="6421184" y="283334"/>
                  </a:lnTo>
                  <a:lnTo>
                    <a:pt x="6421341" y="283334"/>
                  </a:lnTo>
                  <a:lnTo>
                    <a:pt x="6421499" y="283334"/>
                  </a:lnTo>
                  <a:lnTo>
                    <a:pt x="6421657" y="283334"/>
                  </a:lnTo>
                  <a:lnTo>
                    <a:pt x="6421815" y="283334"/>
                  </a:lnTo>
                  <a:lnTo>
                    <a:pt x="6421972" y="283334"/>
                  </a:lnTo>
                  <a:lnTo>
                    <a:pt x="6422130" y="283334"/>
                  </a:lnTo>
                  <a:lnTo>
                    <a:pt x="6422288" y="283334"/>
                  </a:lnTo>
                  <a:lnTo>
                    <a:pt x="6422446" y="283334"/>
                  </a:lnTo>
                  <a:lnTo>
                    <a:pt x="6422603" y="283334"/>
                  </a:lnTo>
                  <a:lnTo>
                    <a:pt x="6422761" y="283334"/>
                  </a:lnTo>
                  <a:lnTo>
                    <a:pt x="6422919" y="283334"/>
                  </a:lnTo>
                  <a:lnTo>
                    <a:pt x="6423076" y="283334"/>
                  </a:lnTo>
                  <a:lnTo>
                    <a:pt x="6423234" y="283334"/>
                  </a:lnTo>
                  <a:lnTo>
                    <a:pt x="6423392" y="283334"/>
                  </a:lnTo>
                  <a:lnTo>
                    <a:pt x="6423550" y="283334"/>
                  </a:lnTo>
                  <a:lnTo>
                    <a:pt x="6423707" y="283334"/>
                  </a:lnTo>
                  <a:lnTo>
                    <a:pt x="6423865" y="283334"/>
                  </a:lnTo>
                  <a:lnTo>
                    <a:pt x="6424023" y="283334"/>
                  </a:lnTo>
                  <a:lnTo>
                    <a:pt x="6424180" y="283334"/>
                  </a:lnTo>
                  <a:lnTo>
                    <a:pt x="6424338" y="283334"/>
                  </a:lnTo>
                  <a:lnTo>
                    <a:pt x="6424496" y="283334"/>
                  </a:lnTo>
                  <a:lnTo>
                    <a:pt x="6424654" y="283334"/>
                  </a:lnTo>
                  <a:lnTo>
                    <a:pt x="6424811" y="283334"/>
                  </a:lnTo>
                  <a:lnTo>
                    <a:pt x="6424969" y="283334"/>
                  </a:lnTo>
                  <a:lnTo>
                    <a:pt x="6425127" y="283334"/>
                  </a:lnTo>
                  <a:lnTo>
                    <a:pt x="6425284" y="283334"/>
                  </a:lnTo>
                  <a:lnTo>
                    <a:pt x="6425442" y="283334"/>
                  </a:lnTo>
                  <a:lnTo>
                    <a:pt x="6425600" y="283334"/>
                  </a:lnTo>
                  <a:lnTo>
                    <a:pt x="6425758" y="283334"/>
                  </a:lnTo>
                  <a:lnTo>
                    <a:pt x="6425915" y="283334"/>
                  </a:lnTo>
                  <a:lnTo>
                    <a:pt x="6426073" y="283334"/>
                  </a:lnTo>
                  <a:lnTo>
                    <a:pt x="6426231" y="283334"/>
                  </a:lnTo>
                  <a:lnTo>
                    <a:pt x="6426388" y="283334"/>
                  </a:lnTo>
                  <a:lnTo>
                    <a:pt x="6426546" y="283334"/>
                  </a:lnTo>
                  <a:lnTo>
                    <a:pt x="6426704" y="283334"/>
                  </a:lnTo>
                  <a:lnTo>
                    <a:pt x="6426862" y="283334"/>
                  </a:lnTo>
                  <a:lnTo>
                    <a:pt x="6427019" y="283334"/>
                  </a:lnTo>
                  <a:lnTo>
                    <a:pt x="6427177" y="283334"/>
                  </a:lnTo>
                  <a:lnTo>
                    <a:pt x="6427335" y="283334"/>
                  </a:lnTo>
                  <a:lnTo>
                    <a:pt x="6427492" y="283334"/>
                  </a:lnTo>
                  <a:lnTo>
                    <a:pt x="6427650" y="283334"/>
                  </a:lnTo>
                  <a:lnTo>
                    <a:pt x="6427808" y="283334"/>
                  </a:lnTo>
                  <a:lnTo>
                    <a:pt x="6427966" y="283334"/>
                  </a:lnTo>
                  <a:lnTo>
                    <a:pt x="6428123" y="283334"/>
                  </a:lnTo>
                  <a:lnTo>
                    <a:pt x="6428281" y="283334"/>
                  </a:lnTo>
                  <a:lnTo>
                    <a:pt x="6428439" y="283334"/>
                  </a:lnTo>
                  <a:lnTo>
                    <a:pt x="6428597" y="283334"/>
                  </a:lnTo>
                  <a:lnTo>
                    <a:pt x="6428754" y="283334"/>
                  </a:lnTo>
                  <a:lnTo>
                    <a:pt x="6428912" y="283334"/>
                  </a:lnTo>
                  <a:lnTo>
                    <a:pt x="6429070" y="283334"/>
                  </a:lnTo>
                  <a:lnTo>
                    <a:pt x="6429227" y="283334"/>
                  </a:lnTo>
                  <a:lnTo>
                    <a:pt x="6429385" y="283334"/>
                  </a:lnTo>
                  <a:lnTo>
                    <a:pt x="6429385" y="282904"/>
                  </a:lnTo>
                  <a:lnTo>
                    <a:pt x="6429543" y="282904"/>
                  </a:lnTo>
                  <a:lnTo>
                    <a:pt x="6429701" y="282904"/>
                  </a:lnTo>
                  <a:lnTo>
                    <a:pt x="6429858" y="282904"/>
                  </a:lnTo>
                  <a:lnTo>
                    <a:pt x="6430016" y="282904"/>
                  </a:lnTo>
                  <a:lnTo>
                    <a:pt x="6430174" y="282904"/>
                  </a:lnTo>
                  <a:lnTo>
                    <a:pt x="6430331" y="282904"/>
                  </a:lnTo>
                  <a:lnTo>
                    <a:pt x="6430489" y="282904"/>
                  </a:lnTo>
                  <a:lnTo>
                    <a:pt x="6430647" y="282904"/>
                  </a:lnTo>
                  <a:lnTo>
                    <a:pt x="6430805" y="282904"/>
                  </a:lnTo>
                  <a:lnTo>
                    <a:pt x="6430962" y="282904"/>
                  </a:lnTo>
                  <a:lnTo>
                    <a:pt x="6431120" y="282904"/>
                  </a:lnTo>
                  <a:lnTo>
                    <a:pt x="6431278" y="282904"/>
                  </a:lnTo>
                  <a:lnTo>
                    <a:pt x="6431435" y="282904"/>
                  </a:lnTo>
                  <a:lnTo>
                    <a:pt x="6431593" y="282904"/>
                  </a:lnTo>
                  <a:lnTo>
                    <a:pt x="6431751" y="282904"/>
                  </a:lnTo>
                  <a:lnTo>
                    <a:pt x="6431909" y="282904"/>
                  </a:lnTo>
                  <a:lnTo>
                    <a:pt x="6432066" y="282904"/>
                  </a:lnTo>
                  <a:lnTo>
                    <a:pt x="6432224" y="282904"/>
                  </a:lnTo>
                  <a:lnTo>
                    <a:pt x="6432382" y="282904"/>
                  </a:lnTo>
                  <a:lnTo>
                    <a:pt x="6432539" y="282904"/>
                  </a:lnTo>
                  <a:lnTo>
                    <a:pt x="6432697" y="282904"/>
                  </a:lnTo>
                  <a:lnTo>
                    <a:pt x="6432855" y="282904"/>
                  </a:lnTo>
                  <a:lnTo>
                    <a:pt x="6433013" y="282904"/>
                  </a:lnTo>
                  <a:lnTo>
                    <a:pt x="6433170" y="282904"/>
                  </a:lnTo>
                  <a:lnTo>
                    <a:pt x="6433328" y="282904"/>
                  </a:lnTo>
                  <a:lnTo>
                    <a:pt x="6433486" y="282904"/>
                  </a:lnTo>
                  <a:lnTo>
                    <a:pt x="6433486" y="282473"/>
                  </a:lnTo>
                  <a:lnTo>
                    <a:pt x="6433644" y="282473"/>
                  </a:lnTo>
                  <a:lnTo>
                    <a:pt x="6433801" y="282473"/>
                  </a:lnTo>
                  <a:lnTo>
                    <a:pt x="6433959" y="282473"/>
                  </a:lnTo>
                  <a:lnTo>
                    <a:pt x="6434117" y="282473"/>
                  </a:lnTo>
                  <a:lnTo>
                    <a:pt x="6434117" y="282043"/>
                  </a:lnTo>
                  <a:lnTo>
                    <a:pt x="6434274" y="282043"/>
                  </a:lnTo>
                  <a:lnTo>
                    <a:pt x="6434432" y="282043"/>
                  </a:lnTo>
                  <a:lnTo>
                    <a:pt x="6434590" y="282043"/>
                  </a:lnTo>
                  <a:lnTo>
                    <a:pt x="6434748" y="282043"/>
                  </a:lnTo>
                  <a:lnTo>
                    <a:pt x="6434905" y="282043"/>
                  </a:lnTo>
                  <a:lnTo>
                    <a:pt x="6435063" y="282043"/>
                  </a:lnTo>
                  <a:lnTo>
                    <a:pt x="6435221" y="282043"/>
                  </a:lnTo>
                  <a:lnTo>
                    <a:pt x="6435221" y="281612"/>
                  </a:lnTo>
                  <a:lnTo>
                    <a:pt x="6435378" y="281612"/>
                  </a:lnTo>
                  <a:lnTo>
                    <a:pt x="6435536" y="281612"/>
                  </a:lnTo>
                  <a:lnTo>
                    <a:pt x="6435694" y="281612"/>
                  </a:lnTo>
                  <a:lnTo>
                    <a:pt x="6435852" y="281612"/>
                  </a:lnTo>
                  <a:lnTo>
                    <a:pt x="6436009" y="281612"/>
                  </a:lnTo>
                  <a:lnTo>
                    <a:pt x="6436167" y="281612"/>
                  </a:lnTo>
                  <a:lnTo>
                    <a:pt x="6436325" y="281612"/>
                  </a:lnTo>
                  <a:lnTo>
                    <a:pt x="6436325" y="281181"/>
                  </a:lnTo>
                  <a:lnTo>
                    <a:pt x="6436482" y="281181"/>
                  </a:lnTo>
                  <a:lnTo>
                    <a:pt x="6436640" y="281181"/>
                  </a:lnTo>
                  <a:lnTo>
                    <a:pt x="6436798" y="281181"/>
                  </a:lnTo>
                  <a:lnTo>
                    <a:pt x="6436956" y="281181"/>
                  </a:lnTo>
                  <a:lnTo>
                    <a:pt x="6437113" y="281181"/>
                  </a:lnTo>
                  <a:lnTo>
                    <a:pt x="6437113" y="280751"/>
                  </a:lnTo>
                  <a:lnTo>
                    <a:pt x="6437271" y="280751"/>
                  </a:lnTo>
                  <a:lnTo>
                    <a:pt x="6437429" y="280751"/>
                  </a:lnTo>
                  <a:lnTo>
                    <a:pt x="6437586" y="280751"/>
                  </a:lnTo>
                  <a:lnTo>
                    <a:pt x="6437744" y="280751"/>
                  </a:lnTo>
                  <a:lnTo>
                    <a:pt x="6437902" y="280751"/>
                  </a:lnTo>
                  <a:lnTo>
                    <a:pt x="6438060" y="280751"/>
                  </a:lnTo>
                  <a:lnTo>
                    <a:pt x="6438217" y="280751"/>
                  </a:lnTo>
                  <a:lnTo>
                    <a:pt x="6438375" y="280751"/>
                  </a:lnTo>
                  <a:lnTo>
                    <a:pt x="6438533" y="280751"/>
                  </a:lnTo>
                  <a:lnTo>
                    <a:pt x="6438690" y="280751"/>
                  </a:lnTo>
                  <a:lnTo>
                    <a:pt x="6438848" y="280751"/>
                  </a:lnTo>
                  <a:lnTo>
                    <a:pt x="6439006" y="280751"/>
                  </a:lnTo>
                  <a:lnTo>
                    <a:pt x="6439164" y="280751"/>
                  </a:lnTo>
                  <a:lnTo>
                    <a:pt x="6439321" y="280751"/>
                  </a:lnTo>
                  <a:lnTo>
                    <a:pt x="6439321" y="280320"/>
                  </a:lnTo>
                  <a:lnTo>
                    <a:pt x="6439479" y="280320"/>
                  </a:lnTo>
                  <a:lnTo>
                    <a:pt x="6439637" y="280320"/>
                  </a:lnTo>
                  <a:lnTo>
                    <a:pt x="6439795" y="280320"/>
                  </a:lnTo>
                  <a:lnTo>
                    <a:pt x="6439952" y="280320"/>
                  </a:lnTo>
                  <a:lnTo>
                    <a:pt x="6439952" y="279890"/>
                  </a:lnTo>
                  <a:lnTo>
                    <a:pt x="6440110" y="279890"/>
                  </a:lnTo>
                  <a:lnTo>
                    <a:pt x="6440268" y="279890"/>
                  </a:lnTo>
                  <a:lnTo>
                    <a:pt x="6440425" y="279890"/>
                  </a:lnTo>
                  <a:lnTo>
                    <a:pt x="6440583" y="279890"/>
                  </a:lnTo>
                  <a:lnTo>
                    <a:pt x="6440583" y="279459"/>
                  </a:lnTo>
                  <a:lnTo>
                    <a:pt x="6440741" y="279459"/>
                  </a:lnTo>
                  <a:lnTo>
                    <a:pt x="6440899" y="279459"/>
                  </a:lnTo>
                  <a:lnTo>
                    <a:pt x="6441056" y="279459"/>
                  </a:lnTo>
                  <a:lnTo>
                    <a:pt x="6441214" y="279459"/>
                  </a:lnTo>
                  <a:lnTo>
                    <a:pt x="6441372" y="279459"/>
                  </a:lnTo>
                  <a:lnTo>
                    <a:pt x="6441529" y="279459"/>
                  </a:lnTo>
                  <a:lnTo>
                    <a:pt x="6441687" y="279459"/>
                  </a:lnTo>
                  <a:lnTo>
                    <a:pt x="6441687" y="279028"/>
                  </a:lnTo>
                  <a:lnTo>
                    <a:pt x="6441845" y="279028"/>
                  </a:lnTo>
                  <a:lnTo>
                    <a:pt x="6442003" y="279028"/>
                  </a:lnTo>
                  <a:lnTo>
                    <a:pt x="6442160" y="279028"/>
                  </a:lnTo>
                  <a:lnTo>
                    <a:pt x="6442160" y="278598"/>
                  </a:lnTo>
                  <a:lnTo>
                    <a:pt x="6442318" y="278598"/>
                  </a:lnTo>
                  <a:lnTo>
                    <a:pt x="6442318" y="278167"/>
                  </a:lnTo>
                  <a:lnTo>
                    <a:pt x="6442476" y="278167"/>
                  </a:lnTo>
                  <a:lnTo>
                    <a:pt x="6442633" y="278167"/>
                  </a:lnTo>
                  <a:lnTo>
                    <a:pt x="6442791" y="278167"/>
                  </a:lnTo>
                  <a:lnTo>
                    <a:pt x="6442949" y="278167"/>
                  </a:lnTo>
                  <a:lnTo>
                    <a:pt x="6443107" y="278167"/>
                  </a:lnTo>
                  <a:lnTo>
                    <a:pt x="6443264" y="278167"/>
                  </a:lnTo>
                  <a:lnTo>
                    <a:pt x="6443422" y="278167"/>
                  </a:lnTo>
                  <a:lnTo>
                    <a:pt x="6443580" y="278167"/>
                  </a:lnTo>
                  <a:lnTo>
                    <a:pt x="6443737" y="278167"/>
                  </a:lnTo>
                  <a:lnTo>
                    <a:pt x="6443895" y="278167"/>
                  </a:lnTo>
                  <a:lnTo>
                    <a:pt x="6444053" y="278167"/>
                  </a:lnTo>
                  <a:lnTo>
                    <a:pt x="6444211" y="278167"/>
                  </a:lnTo>
                  <a:lnTo>
                    <a:pt x="6444368" y="278167"/>
                  </a:lnTo>
                  <a:lnTo>
                    <a:pt x="6444526" y="278167"/>
                  </a:lnTo>
                  <a:lnTo>
                    <a:pt x="6444684" y="278167"/>
                  </a:lnTo>
                  <a:lnTo>
                    <a:pt x="6444842" y="278167"/>
                  </a:lnTo>
                  <a:lnTo>
                    <a:pt x="6444999" y="278167"/>
                  </a:lnTo>
                  <a:lnTo>
                    <a:pt x="6445157" y="278167"/>
                  </a:lnTo>
                  <a:lnTo>
                    <a:pt x="6445315" y="278167"/>
                  </a:lnTo>
                  <a:lnTo>
                    <a:pt x="6445472" y="278167"/>
                  </a:lnTo>
                  <a:lnTo>
                    <a:pt x="6445630" y="278167"/>
                  </a:lnTo>
                  <a:lnTo>
                    <a:pt x="6445788" y="278167"/>
                  </a:lnTo>
                  <a:lnTo>
                    <a:pt x="6445946" y="278167"/>
                  </a:lnTo>
                  <a:lnTo>
                    <a:pt x="6446103" y="278167"/>
                  </a:lnTo>
                  <a:lnTo>
                    <a:pt x="6446261" y="278167"/>
                  </a:lnTo>
                  <a:lnTo>
                    <a:pt x="6446419" y="278167"/>
                  </a:lnTo>
                  <a:lnTo>
                    <a:pt x="6446576" y="278167"/>
                  </a:lnTo>
                  <a:lnTo>
                    <a:pt x="6446734" y="278167"/>
                  </a:lnTo>
                  <a:lnTo>
                    <a:pt x="6446892" y="278167"/>
                  </a:lnTo>
                  <a:lnTo>
                    <a:pt x="6447050" y="278167"/>
                  </a:lnTo>
                  <a:lnTo>
                    <a:pt x="6447207" y="278167"/>
                  </a:lnTo>
                  <a:lnTo>
                    <a:pt x="6447365" y="278167"/>
                  </a:lnTo>
                  <a:lnTo>
                    <a:pt x="6447523" y="278167"/>
                  </a:lnTo>
                  <a:lnTo>
                    <a:pt x="6447680" y="278167"/>
                  </a:lnTo>
                  <a:lnTo>
                    <a:pt x="6447838" y="278167"/>
                  </a:lnTo>
                  <a:lnTo>
                    <a:pt x="6447996" y="278167"/>
                  </a:lnTo>
                  <a:lnTo>
                    <a:pt x="6448154" y="278167"/>
                  </a:lnTo>
                  <a:lnTo>
                    <a:pt x="6448311" y="278167"/>
                  </a:lnTo>
                  <a:lnTo>
                    <a:pt x="6448469" y="278167"/>
                  </a:lnTo>
                  <a:lnTo>
                    <a:pt x="6448627" y="278167"/>
                  </a:lnTo>
                  <a:lnTo>
                    <a:pt x="6448784" y="278167"/>
                  </a:lnTo>
                  <a:lnTo>
                    <a:pt x="6448942" y="278167"/>
                  </a:lnTo>
                  <a:lnTo>
                    <a:pt x="6449100" y="278167"/>
                  </a:lnTo>
                  <a:lnTo>
                    <a:pt x="6449258" y="278167"/>
                  </a:lnTo>
                  <a:lnTo>
                    <a:pt x="6449258" y="277737"/>
                  </a:lnTo>
                  <a:lnTo>
                    <a:pt x="6449415" y="277737"/>
                  </a:lnTo>
                  <a:lnTo>
                    <a:pt x="6449573" y="277737"/>
                  </a:lnTo>
                  <a:lnTo>
                    <a:pt x="6449731" y="277737"/>
                  </a:lnTo>
                  <a:lnTo>
                    <a:pt x="6449888" y="277737"/>
                  </a:lnTo>
                  <a:lnTo>
                    <a:pt x="6450046" y="277737"/>
                  </a:lnTo>
                  <a:lnTo>
                    <a:pt x="6450204" y="277737"/>
                  </a:lnTo>
                  <a:lnTo>
                    <a:pt x="6450362" y="277737"/>
                  </a:lnTo>
                  <a:lnTo>
                    <a:pt x="6450519" y="277737"/>
                  </a:lnTo>
                  <a:lnTo>
                    <a:pt x="6450677" y="277737"/>
                  </a:lnTo>
                  <a:lnTo>
                    <a:pt x="6450677" y="277306"/>
                  </a:lnTo>
                  <a:lnTo>
                    <a:pt x="6450835" y="277306"/>
                  </a:lnTo>
                  <a:lnTo>
                    <a:pt x="6450993" y="277306"/>
                  </a:lnTo>
                  <a:lnTo>
                    <a:pt x="6451150" y="277306"/>
                  </a:lnTo>
                  <a:lnTo>
                    <a:pt x="6451308" y="277306"/>
                  </a:lnTo>
                  <a:lnTo>
                    <a:pt x="6451466" y="277306"/>
                  </a:lnTo>
                  <a:lnTo>
                    <a:pt x="6451623" y="277306"/>
                  </a:lnTo>
                  <a:lnTo>
                    <a:pt x="6451781" y="277306"/>
                  </a:lnTo>
                  <a:lnTo>
                    <a:pt x="6451939" y="277306"/>
                  </a:lnTo>
                  <a:lnTo>
                    <a:pt x="6451939" y="276875"/>
                  </a:lnTo>
                  <a:lnTo>
                    <a:pt x="6452097" y="276875"/>
                  </a:lnTo>
                  <a:lnTo>
                    <a:pt x="6452254" y="276875"/>
                  </a:lnTo>
                  <a:lnTo>
                    <a:pt x="6452254" y="276445"/>
                  </a:lnTo>
                  <a:lnTo>
                    <a:pt x="6452412" y="276445"/>
                  </a:lnTo>
                  <a:lnTo>
                    <a:pt x="6452570" y="276445"/>
                  </a:lnTo>
                  <a:lnTo>
                    <a:pt x="6452727" y="276445"/>
                  </a:lnTo>
                  <a:lnTo>
                    <a:pt x="6452885" y="276445"/>
                  </a:lnTo>
                  <a:lnTo>
                    <a:pt x="6453043" y="276445"/>
                  </a:lnTo>
                  <a:lnTo>
                    <a:pt x="6453043" y="276014"/>
                  </a:lnTo>
                  <a:lnTo>
                    <a:pt x="6453201" y="276014"/>
                  </a:lnTo>
                  <a:lnTo>
                    <a:pt x="6453358" y="276014"/>
                  </a:lnTo>
                  <a:lnTo>
                    <a:pt x="6453516" y="276014"/>
                  </a:lnTo>
                  <a:lnTo>
                    <a:pt x="6453674" y="276014"/>
                  </a:lnTo>
                  <a:lnTo>
                    <a:pt x="6453831" y="276014"/>
                  </a:lnTo>
                  <a:lnTo>
                    <a:pt x="6453989" y="276014"/>
                  </a:lnTo>
                  <a:lnTo>
                    <a:pt x="6454147" y="276014"/>
                  </a:lnTo>
                  <a:lnTo>
                    <a:pt x="6454305" y="276014"/>
                  </a:lnTo>
                  <a:lnTo>
                    <a:pt x="6454462" y="276014"/>
                  </a:lnTo>
                  <a:lnTo>
                    <a:pt x="6454620" y="276014"/>
                  </a:lnTo>
                  <a:lnTo>
                    <a:pt x="6454778" y="276014"/>
                  </a:lnTo>
                  <a:lnTo>
                    <a:pt x="6454935" y="276014"/>
                  </a:lnTo>
                  <a:lnTo>
                    <a:pt x="6455093" y="276014"/>
                  </a:lnTo>
                  <a:lnTo>
                    <a:pt x="6455251" y="276014"/>
                  </a:lnTo>
                  <a:lnTo>
                    <a:pt x="6455409" y="276014"/>
                  </a:lnTo>
                  <a:lnTo>
                    <a:pt x="6455566" y="276014"/>
                  </a:lnTo>
                  <a:lnTo>
                    <a:pt x="6455724" y="276014"/>
                  </a:lnTo>
                  <a:lnTo>
                    <a:pt x="6455882" y="276014"/>
                  </a:lnTo>
                  <a:lnTo>
                    <a:pt x="6456040" y="276014"/>
                  </a:lnTo>
                  <a:lnTo>
                    <a:pt x="6456197" y="276014"/>
                  </a:lnTo>
                  <a:lnTo>
                    <a:pt x="6456355" y="276014"/>
                  </a:lnTo>
                  <a:lnTo>
                    <a:pt x="6456513" y="276014"/>
                  </a:lnTo>
                  <a:lnTo>
                    <a:pt x="6456670" y="276014"/>
                  </a:lnTo>
                  <a:lnTo>
                    <a:pt x="6456828" y="276014"/>
                  </a:lnTo>
                  <a:lnTo>
                    <a:pt x="6456986" y="276014"/>
                  </a:lnTo>
                  <a:lnTo>
                    <a:pt x="6457144" y="276014"/>
                  </a:lnTo>
                  <a:lnTo>
                    <a:pt x="6457144" y="275584"/>
                  </a:lnTo>
                  <a:lnTo>
                    <a:pt x="6457301" y="275584"/>
                  </a:lnTo>
                  <a:lnTo>
                    <a:pt x="6457459" y="275584"/>
                  </a:lnTo>
                  <a:lnTo>
                    <a:pt x="6457617" y="275584"/>
                  </a:lnTo>
                  <a:lnTo>
                    <a:pt x="6457774" y="275584"/>
                  </a:lnTo>
                  <a:lnTo>
                    <a:pt x="6457932" y="275584"/>
                  </a:lnTo>
                  <a:lnTo>
                    <a:pt x="6458090" y="275584"/>
                  </a:lnTo>
                  <a:lnTo>
                    <a:pt x="6458248" y="275584"/>
                  </a:lnTo>
                  <a:lnTo>
                    <a:pt x="6458405" y="275584"/>
                  </a:lnTo>
                  <a:lnTo>
                    <a:pt x="6458563" y="275584"/>
                  </a:lnTo>
                  <a:lnTo>
                    <a:pt x="6458721" y="275584"/>
                  </a:lnTo>
                  <a:lnTo>
                    <a:pt x="6458878" y="275584"/>
                  </a:lnTo>
                  <a:lnTo>
                    <a:pt x="6459036" y="275584"/>
                  </a:lnTo>
                  <a:lnTo>
                    <a:pt x="6459194" y="275584"/>
                  </a:lnTo>
                  <a:lnTo>
                    <a:pt x="6459352" y="275584"/>
                  </a:lnTo>
                  <a:lnTo>
                    <a:pt x="6459352" y="275153"/>
                  </a:lnTo>
                  <a:lnTo>
                    <a:pt x="6459352" y="274722"/>
                  </a:lnTo>
                  <a:lnTo>
                    <a:pt x="6459509" y="274722"/>
                  </a:lnTo>
                  <a:lnTo>
                    <a:pt x="6459667" y="274722"/>
                  </a:lnTo>
                  <a:lnTo>
                    <a:pt x="6459825" y="274722"/>
                  </a:lnTo>
                  <a:lnTo>
                    <a:pt x="6459982" y="274722"/>
                  </a:lnTo>
                  <a:lnTo>
                    <a:pt x="6460140" y="274722"/>
                  </a:lnTo>
                  <a:lnTo>
                    <a:pt x="6460298" y="274722"/>
                  </a:lnTo>
                  <a:lnTo>
                    <a:pt x="6460456" y="274722"/>
                  </a:lnTo>
                  <a:lnTo>
                    <a:pt x="6460613" y="274722"/>
                  </a:lnTo>
                  <a:lnTo>
                    <a:pt x="6460771" y="274722"/>
                  </a:lnTo>
                  <a:lnTo>
                    <a:pt x="6460771" y="274292"/>
                  </a:lnTo>
                  <a:lnTo>
                    <a:pt x="6460929" y="274292"/>
                  </a:lnTo>
                  <a:lnTo>
                    <a:pt x="6461086" y="274292"/>
                  </a:lnTo>
                  <a:lnTo>
                    <a:pt x="6461244" y="274292"/>
                  </a:lnTo>
                  <a:lnTo>
                    <a:pt x="6461402" y="274292"/>
                  </a:lnTo>
                  <a:lnTo>
                    <a:pt x="6461560" y="274292"/>
                  </a:lnTo>
                  <a:lnTo>
                    <a:pt x="6461560" y="273861"/>
                  </a:lnTo>
                  <a:lnTo>
                    <a:pt x="6461717" y="273861"/>
                  </a:lnTo>
                  <a:lnTo>
                    <a:pt x="6461875" y="273861"/>
                  </a:lnTo>
                  <a:lnTo>
                    <a:pt x="6461875" y="273431"/>
                  </a:lnTo>
                  <a:lnTo>
                    <a:pt x="6462033" y="273431"/>
                  </a:lnTo>
                  <a:lnTo>
                    <a:pt x="6462191" y="273431"/>
                  </a:lnTo>
                  <a:lnTo>
                    <a:pt x="6462348" y="273431"/>
                  </a:lnTo>
                  <a:lnTo>
                    <a:pt x="6462506" y="273431"/>
                  </a:lnTo>
                  <a:lnTo>
                    <a:pt x="6462664" y="273431"/>
                  </a:lnTo>
                  <a:lnTo>
                    <a:pt x="6462821" y="273431"/>
                  </a:lnTo>
                  <a:lnTo>
                    <a:pt x="6462979" y="273431"/>
                  </a:lnTo>
                  <a:lnTo>
                    <a:pt x="6462979" y="273000"/>
                  </a:lnTo>
                  <a:lnTo>
                    <a:pt x="6463137" y="273000"/>
                  </a:lnTo>
                  <a:lnTo>
                    <a:pt x="6463295" y="273000"/>
                  </a:lnTo>
                  <a:lnTo>
                    <a:pt x="6463452" y="273000"/>
                  </a:lnTo>
                  <a:lnTo>
                    <a:pt x="6463610" y="273000"/>
                  </a:lnTo>
                  <a:lnTo>
                    <a:pt x="6463768" y="273000"/>
                  </a:lnTo>
                  <a:lnTo>
                    <a:pt x="6463925" y="273000"/>
                  </a:lnTo>
                  <a:lnTo>
                    <a:pt x="6464083" y="273000"/>
                  </a:lnTo>
                  <a:lnTo>
                    <a:pt x="6464241" y="273000"/>
                  </a:lnTo>
                  <a:lnTo>
                    <a:pt x="6464399" y="273000"/>
                  </a:lnTo>
                  <a:lnTo>
                    <a:pt x="6464556" y="273000"/>
                  </a:lnTo>
                  <a:lnTo>
                    <a:pt x="6464714" y="273000"/>
                  </a:lnTo>
                  <a:lnTo>
                    <a:pt x="6464872" y="273000"/>
                  </a:lnTo>
                  <a:lnTo>
                    <a:pt x="6465029" y="273000"/>
                  </a:lnTo>
                  <a:lnTo>
                    <a:pt x="6465187" y="273000"/>
                  </a:lnTo>
                  <a:lnTo>
                    <a:pt x="6465345" y="273000"/>
                  </a:lnTo>
                  <a:lnTo>
                    <a:pt x="6465503" y="273000"/>
                  </a:lnTo>
                  <a:lnTo>
                    <a:pt x="6465660" y="273000"/>
                  </a:lnTo>
                  <a:lnTo>
                    <a:pt x="6465818" y="273000"/>
                  </a:lnTo>
                  <a:lnTo>
                    <a:pt x="6465976" y="273000"/>
                  </a:lnTo>
                  <a:lnTo>
                    <a:pt x="6466133" y="273000"/>
                  </a:lnTo>
                  <a:lnTo>
                    <a:pt x="6466291" y="273000"/>
                  </a:lnTo>
                  <a:lnTo>
                    <a:pt x="6466449" y="273000"/>
                  </a:lnTo>
                  <a:lnTo>
                    <a:pt x="6466607" y="273000"/>
                  </a:lnTo>
                  <a:lnTo>
                    <a:pt x="6466764" y="273000"/>
                  </a:lnTo>
                  <a:lnTo>
                    <a:pt x="6466922" y="273000"/>
                  </a:lnTo>
                  <a:lnTo>
                    <a:pt x="6467080" y="273000"/>
                  </a:lnTo>
                  <a:lnTo>
                    <a:pt x="6467237" y="273000"/>
                  </a:lnTo>
                  <a:lnTo>
                    <a:pt x="6467395" y="273000"/>
                  </a:lnTo>
                  <a:lnTo>
                    <a:pt x="6467553" y="273000"/>
                  </a:lnTo>
                  <a:lnTo>
                    <a:pt x="6467711" y="273000"/>
                  </a:lnTo>
                  <a:lnTo>
                    <a:pt x="6467868" y="273000"/>
                  </a:lnTo>
                  <a:lnTo>
                    <a:pt x="6468026" y="273000"/>
                  </a:lnTo>
                  <a:lnTo>
                    <a:pt x="6468184" y="273000"/>
                  </a:lnTo>
                  <a:lnTo>
                    <a:pt x="6468342" y="273000"/>
                  </a:lnTo>
                  <a:lnTo>
                    <a:pt x="6468499" y="273000"/>
                  </a:lnTo>
                  <a:lnTo>
                    <a:pt x="6468657" y="273000"/>
                  </a:lnTo>
                  <a:lnTo>
                    <a:pt x="6468815" y="273000"/>
                  </a:lnTo>
                  <a:lnTo>
                    <a:pt x="6468815" y="272569"/>
                  </a:lnTo>
                  <a:lnTo>
                    <a:pt x="6468972" y="272569"/>
                  </a:lnTo>
                  <a:lnTo>
                    <a:pt x="6469130" y="272569"/>
                  </a:lnTo>
                  <a:lnTo>
                    <a:pt x="6469288" y="272569"/>
                  </a:lnTo>
                  <a:lnTo>
                    <a:pt x="6469446" y="272569"/>
                  </a:lnTo>
                  <a:lnTo>
                    <a:pt x="6469603" y="272569"/>
                  </a:lnTo>
                  <a:lnTo>
                    <a:pt x="6469761" y="272569"/>
                  </a:lnTo>
                  <a:lnTo>
                    <a:pt x="6469919" y="272569"/>
                  </a:lnTo>
                  <a:lnTo>
                    <a:pt x="6470076" y="272569"/>
                  </a:lnTo>
                  <a:lnTo>
                    <a:pt x="6470234" y="272569"/>
                  </a:lnTo>
                  <a:lnTo>
                    <a:pt x="6470392" y="272569"/>
                  </a:lnTo>
                  <a:lnTo>
                    <a:pt x="6470550" y="272569"/>
                  </a:lnTo>
                  <a:lnTo>
                    <a:pt x="6470550" y="272139"/>
                  </a:lnTo>
                  <a:lnTo>
                    <a:pt x="6470707" y="272139"/>
                  </a:lnTo>
                  <a:lnTo>
                    <a:pt x="6470865" y="272139"/>
                  </a:lnTo>
                  <a:lnTo>
                    <a:pt x="6471023" y="272139"/>
                  </a:lnTo>
                  <a:lnTo>
                    <a:pt x="6471180" y="272139"/>
                  </a:lnTo>
                  <a:lnTo>
                    <a:pt x="6471338" y="272139"/>
                  </a:lnTo>
                  <a:lnTo>
                    <a:pt x="6471496" y="272139"/>
                  </a:lnTo>
                  <a:lnTo>
                    <a:pt x="6471654" y="272139"/>
                  </a:lnTo>
                  <a:lnTo>
                    <a:pt x="6471811" y="272139"/>
                  </a:lnTo>
                  <a:lnTo>
                    <a:pt x="6471969" y="272139"/>
                  </a:lnTo>
                  <a:lnTo>
                    <a:pt x="6472127" y="272139"/>
                  </a:lnTo>
                  <a:lnTo>
                    <a:pt x="6472284" y="272139"/>
                  </a:lnTo>
                  <a:lnTo>
                    <a:pt x="6472442" y="272139"/>
                  </a:lnTo>
                  <a:lnTo>
                    <a:pt x="6472600" y="272139"/>
                  </a:lnTo>
                  <a:lnTo>
                    <a:pt x="6472758" y="272139"/>
                  </a:lnTo>
                  <a:lnTo>
                    <a:pt x="6472915" y="272139"/>
                  </a:lnTo>
                  <a:lnTo>
                    <a:pt x="6473073" y="272139"/>
                  </a:lnTo>
                  <a:lnTo>
                    <a:pt x="6473231" y="272139"/>
                  </a:lnTo>
                  <a:lnTo>
                    <a:pt x="6473389" y="272139"/>
                  </a:lnTo>
                  <a:lnTo>
                    <a:pt x="6473546" y="272139"/>
                  </a:lnTo>
                  <a:lnTo>
                    <a:pt x="6473704" y="272139"/>
                  </a:lnTo>
                  <a:lnTo>
                    <a:pt x="6473862" y="272139"/>
                  </a:lnTo>
                  <a:lnTo>
                    <a:pt x="6474019" y="272139"/>
                  </a:lnTo>
                  <a:lnTo>
                    <a:pt x="6474177" y="272139"/>
                  </a:lnTo>
                  <a:lnTo>
                    <a:pt x="6474335" y="272139"/>
                  </a:lnTo>
                  <a:lnTo>
                    <a:pt x="6474493" y="272139"/>
                  </a:lnTo>
                  <a:lnTo>
                    <a:pt x="6474650" y="272139"/>
                  </a:lnTo>
                  <a:lnTo>
                    <a:pt x="6474650" y="271708"/>
                  </a:lnTo>
                  <a:lnTo>
                    <a:pt x="6474808" y="271708"/>
                  </a:lnTo>
                  <a:lnTo>
                    <a:pt x="6474966" y="271708"/>
                  </a:lnTo>
                  <a:lnTo>
                    <a:pt x="6475123" y="271708"/>
                  </a:lnTo>
                  <a:lnTo>
                    <a:pt x="6475281" y="271708"/>
                  </a:lnTo>
                  <a:lnTo>
                    <a:pt x="6475439" y="271708"/>
                  </a:lnTo>
                  <a:lnTo>
                    <a:pt x="6475597" y="271708"/>
                  </a:lnTo>
                  <a:lnTo>
                    <a:pt x="6475754" y="271708"/>
                  </a:lnTo>
                  <a:lnTo>
                    <a:pt x="6475912" y="271708"/>
                  </a:lnTo>
                  <a:lnTo>
                    <a:pt x="6476070" y="271708"/>
                  </a:lnTo>
                  <a:lnTo>
                    <a:pt x="6476227" y="271708"/>
                  </a:lnTo>
                  <a:lnTo>
                    <a:pt x="6476385" y="271708"/>
                  </a:lnTo>
                  <a:lnTo>
                    <a:pt x="6476543" y="271708"/>
                  </a:lnTo>
                  <a:lnTo>
                    <a:pt x="6476701" y="271708"/>
                  </a:lnTo>
                  <a:lnTo>
                    <a:pt x="6476858" y="271708"/>
                  </a:lnTo>
                  <a:lnTo>
                    <a:pt x="6477016" y="271708"/>
                  </a:lnTo>
                  <a:lnTo>
                    <a:pt x="6477174" y="271708"/>
                  </a:lnTo>
                  <a:lnTo>
                    <a:pt x="6477331" y="271708"/>
                  </a:lnTo>
                  <a:lnTo>
                    <a:pt x="6477489" y="271708"/>
                  </a:lnTo>
                  <a:lnTo>
                    <a:pt x="6477647" y="271708"/>
                  </a:lnTo>
                  <a:lnTo>
                    <a:pt x="6477805" y="271708"/>
                  </a:lnTo>
                  <a:lnTo>
                    <a:pt x="6477805" y="271278"/>
                  </a:lnTo>
                  <a:lnTo>
                    <a:pt x="6477962" y="271278"/>
                  </a:lnTo>
                  <a:lnTo>
                    <a:pt x="6478120" y="271278"/>
                  </a:lnTo>
                  <a:lnTo>
                    <a:pt x="6478278" y="271278"/>
                  </a:lnTo>
                  <a:lnTo>
                    <a:pt x="6478435" y="271278"/>
                  </a:lnTo>
                  <a:lnTo>
                    <a:pt x="6478593" y="271278"/>
                  </a:lnTo>
                  <a:lnTo>
                    <a:pt x="6478751" y="271278"/>
                  </a:lnTo>
                  <a:lnTo>
                    <a:pt x="6478909" y="271278"/>
                  </a:lnTo>
                  <a:lnTo>
                    <a:pt x="6479066" y="271278"/>
                  </a:lnTo>
                  <a:lnTo>
                    <a:pt x="6479224" y="271278"/>
                  </a:lnTo>
                  <a:lnTo>
                    <a:pt x="6479382" y="271278"/>
                  </a:lnTo>
                  <a:lnTo>
                    <a:pt x="6479540" y="271278"/>
                  </a:lnTo>
                  <a:lnTo>
                    <a:pt x="6479697" y="271278"/>
                  </a:lnTo>
                  <a:lnTo>
                    <a:pt x="6479855" y="271278"/>
                  </a:lnTo>
                  <a:lnTo>
                    <a:pt x="6480013" y="271278"/>
                  </a:lnTo>
                  <a:lnTo>
                    <a:pt x="6480170" y="271278"/>
                  </a:lnTo>
                  <a:lnTo>
                    <a:pt x="6480328" y="271278"/>
                  </a:lnTo>
                  <a:lnTo>
                    <a:pt x="6480486" y="271278"/>
                  </a:lnTo>
                  <a:lnTo>
                    <a:pt x="6480644" y="271278"/>
                  </a:lnTo>
                  <a:lnTo>
                    <a:pt x="6480801" y="271278"/>
                  </a:lnTo>
                  <a:lnTo>
                    <a:pt x="6480959" y="271278"/>
                  </a:lnTo>
                  <a:lnTo>
                    <a:pt x="6481117" y="271278"/>
                  </a:lnTo>
                  <a:lnTo>
                    <a:pt x="6481274" y="271278"/>
                  </a:lnTo>
                  <a:lnTo>
                    <a:pt x="6481432" y="271278"/>
                  </a:lnTo>
                  <a:lnTo>
                    <a:pt x="6481590" y="271278"/>
                  </a:lnTo>
                  <a:lnTo>
                    <a:pt x="6481748" y="271278"/>
                  </a:lnTo>
                  <a:lnTo>
                    <a:pt x="6481905" y="271278"/>
                  </a:lnTo>
                  <a:lnTo>
                    <a:pt x="6482063" y="271278"/>
                  </a:lnTo>
                  <a:lnTo>
                    <a:pt x="6482221" y="271278"/>
                  </a:lnTo>
                  <a:lnTo>
                    <a:pt x="6482378" y="271278"/>
                  </a:lnTo>
                  <a:lnTo>
                    <a:pt x="6482536" y="271278"/>
                  </a:lnTo>
                  <a:lnTo>
                    <a:pt x="6482694" y="271278"/>
                  </a:lnTo>
                  <a:lnTo>
                    <a:pt x="6482852" y="271278"/>
                  </a:lnTo>
                  <a:lnTo>
                    <a:pt x="6482852" y="270847"/>
                  </a:lnTo>
                  <a:lnTo>
                    <a:pt x="6483009" y="270847"/>
                  </a:lnTo>
                  <a:lnTo>
                    <a:pt x="6483167" y="270847"/>
                  </a:lnTo>
                  <a:lnTo>
                    <a:pt x="6483325" y="270847"/>
                  </a:lnTo>
                  <a:lnTo>
                    <a:pt x="6483482" y="270847"/>
                  </a:lnTo>
                  <a:lnTo>
                    <a:pt x="6483640" y="270847"/>
                  </a:lnTo>
                  <a:lnTo>
                    <a:pt x="6483798" y="270847"/>
                  </a:lnTo>
                  <a:lnTo>
                    <a:pt x="6483956" y="270847"/>
                  </a:lnTo>
                  <a:lnTo>
                    <a:pt x="6484113" y="270847"/>
                  </a:lnTo>
                  <a:lnTo>
                    <a:pt x="6484271" y="270847"/>
                  </a:lnTo>
                  <a:lnTo>
                    <a:pt x="6484429" y="270847"/>
                  </a:lnTo>
                  <a:lnTo>
                    <a:pt x="6484587" y="270847"/>
                  </a:lnTo>
                  <a:lnTo>
                    <a:pt x="6484744" y="270847"/>
                  </a:lnTo>
                  <a:lnTo>
                    <a:pt x="6484902" y="270847"/>
                  </a:lnTo>
                  <a:lnTo>
                    <a:pt x="6485060" y="270847"/>
                  </a:lnTo>
                  <a:lnTo>
                    <a:pt x="6485217" y="270847"/>
                  </a:lnTo>
                  <a:lnTo>
                    <a:pt x="6485375" y="270847"/>
                  </a:lnTo>
                  <a:lnTo>
                    <a:pt x="6485533" y="270847"/>
                  </a:lnTo>
                  <a:lnTo>
                    <a:pt x="6485691" y="270847"/>
                  </a:lnTo>
                  <a:lnTo>
                    <a:pt x="6485848" y="270847"/>
                  </a:lnTo>
                  <a:lnTo>
                    <a:pt x="6486006" y="270847"/>
                  </a:lnTo>
                  <a:lnTo>
                    <a:pt x="6486164" y="270847"/>
                  </a:lnTo>
                  <a:lnTo>
                    <a:pt x="6486321" y="270847"/>
                  </a:lnTo>
                  <a:lnTo>
                    <a:pt x="6486479" y="270847"/>
                  </a:lnTo>
                  <a:lnTo>
                    <a:pt x="6486637" y="270847"/>
                  </a:lnTo>
                  <a:lnTo>
                    <a:pt x="6486795" y="270847"/>
                  </a:lnTo>
                  <a:lnTo>
                    <a:pt x="6486952" y="270847"/>
                  </a:lnTo>
                  <a:lnTo>
                    <a:pt x="6487110" y="270847"/>
                  </a:lnTo>
                  <a:lnTo>
                    <a:pt x="6487268" y="270847"/>
                  </a:lnTo>
                  <a:lnTo>
                    <a:pt x="6487425" y="270847"/>
                  </a:lnTo>
                  <a:lnTo>
                    <a:pt x="6487583" y="270847"/>
                  </a:lnTo>
                  <a:lnTo>
                    <a:pt x="6487741" y="270847"/>
                  </a:lnTo>
                  <a:lnTo>
                    <a:pt x="6487899" y="270847"/>
                  </a:lnTo>
                  <a:lnTo>
                    <a:pt x="6488056" y="270847"/>
                  </a:lnTo>
                  <a:lnTo>
                    <a:pt x="6488214" y="270847"/>
                  </a:lnTo>
                  <a:lnTo>
                    <a:pt x="6488372" y="270847"/>
                  </a:lnTo>
                  <a:lnTo>
                    <a:pt x="6488529" y="270847"/>
                  </a:lnTo>
                  <a:lnTo>
                    <a:pt x="6488687" y="270847"/>
                  </a:lnTo>
                  <a:lnTo>
                    <a:pt x="6488845" y="270847"/>
                  </a:lnTo>
                  <a:lnTo>
                    <a:pt x="6489003" y="270847"/>
                  </a:lnTo>
                  <a:lnTo>
                    <a:pt x="6489160" y="270847"/>
                  </a:lnTo>
                  <a:lnTo>
                    <a:pt x="6489318" y="270847"/>
                  </a:lnTo>
                  <a:lnTo>
                    <a:pt x="6489476" y="270847"/>
                  </a:lnTo>
                  <a:lnTo>
                    <a:pt x="6489633" y="270847"/>
                  </a:lnTo>
                  <a:lnTo>
                    <a:pt x="6489791" y="270847"/>
                  </a:lnTo>
                  <a:lnTo>
                    <a:pt x="6489949" y="270847"/>
                  </a:lnTo>
                  <a:lnTo>
                    <a:pt x="6490107" y="270847"/>
                  </a:lnTo>
                  <a:lnTo>
                    <a:pt x="6490264" y="270847"/>
                  </a:lnTo>
                  <a:lnTo>
                    <a:pt x="6490422" y="270847"/>
                  </a:lnTo>
                  <a:lnTo>
                    <a:pt x="6490580" y="270847"/>
                  </a:lnTo>
                  <a:lnTo>
                    <a:pt x="6490738" y="270847"/>
                  </a:lnTo>
                  <a:lnTo>
                    <a:pt x="6490895" y="270847"/>
                  </a:lnTo>
                  <a:lnTo>
                    <a:pt x="6491053" y="270847"/>
                  </a:lnTo>
                  <a:lnTo>
                    <a:pt x="6491211" y="270847"/>
                  </a:lnTo>
                  <a:lnTo>
                    <a:pt x="6491368" y="270847"/>
                  </a:lnTo>
                  <a:lnTo>
                    <a:pt x="6491526" y="270847"/>
                  </a:lnTo>
                  <a:lnTo>
                    <a:pt x="6491684" y="270847"/>
                  </a:lnTo>
                  <a:lnTo>
                    <a:pt x="6491842" y="270847"/>
                  </a:lnTo>
                  <a:lnTo>
                    <a:pt x="6491999" y="270847"/>
                  </a:lnTo>
                  <a:lnTo>
                    <a:pt x="6492157" y="270847"/>
                  </a:lnTo>
                  <a:lnTo>
                    <a:pt x="6492315" y="270847"/>
                  </a:lnTo>
                  <a:lnTo>
                    <a:pt x="6492472" y="270847"/>
                  </a:lnTo>
                  <a:lnTo>
                    <a:pt x="6492630" y="270847"/>
                  </a:lnTo>
                  <a:lnTo>
                    <a:pt x="6492630" y="270416"/>
                  </a:lnTo>
                  <a:lnTo>
                    <a:pt x="6492788" y="270416"/>
                  </a:lnTo>
                  <a:lnTo>
                    <a:pt x="6492946" y="270416"/>
                  </a:lnTo>
                  <a:lnTo>
                    <a:pt x="6493103" y="270416"/>
                  </a:lnTo>
                  <a:lnTo>
                    <a:pt x="6493261" y="270416"/>
                  </a:lnTo>
                  <a:lnTo>
                    <a:pt x="6493419" y="270416"/>
                  </a:lnTo>
                  <a:lnTo>
                    <a:pt x="6493576" y="270416"/>
                  </a:lnTo>
                  <a:lnTo>
                    <a:pt x="6493734" y="270416"/>
                  </a:lnTo>
                  <a:lnTo>
                    <a:pt x="6493892" y="270416"/>
                  </a:lnTo>
                  <a:lnTo>
                    <a:pt x="6493892" y="269986"/>
                  </a:lnTo>
                  <a:lnTo>
                    <a:pt x="6494050" y="269986"/>
                  </a:lnTo>
                  <a:lnTo>
                    <a:pt x="6494207" y="269986"/>
                  </a:lnTo>
                  <a:lnTo>
                    <a:pt x="6494365" y="269986"/>
                  </a:lnTo>
                  <a:lnTo>
                    <a:pt x="6494523" y="269986"/>
                  </a:lnTo>
                  <a:lnTo>
                    <a:pt x="6494680" y="269986"/>
                  </a:lnTo>
                  <a:lnTo>
                    <a:pt x="6494838" y="269986"/>
                  </a:lnTo>
                  <a:lnTo>
                    <a:pt x="6494996" y="269986"/>
                  </a:lnTo>
                  <a:lnTo>
                    <a:pt x="6495154" y="269986"/>
                  </a:lnTo>
                  <a:lnTo>
                    <a:pt x="6495311" y="269986"/>
                  </a:lnTo>
                  <a:lnTo>
                    <a:pt x="6495469" y="269986"/>
                  </a:lnTo>
                  <a:lnTo>
                    <a:pt x="6495627" y="269986"/>
                  </a:lnTo>
                  <a:lnTo>
                    <a:pt x="6495785" y="269986"/>
                  </a:lnTo>
                  <a:lnTo>
                    <a:pt x="6495942" y="269986"/>
                  </a:lnTo>
                  <a:lnTo>
                    <a:pt x="6496100" y="269986"/>
                  </a:lnTo>
                  <a:lnTo>
                    <a:pt x="6496258" y="269986"/>
                  </a:lnTo>
                  <a:lnTo>
                    <a:pt x="6496415" y="269986"/>
                  </a:lnTo>
                  <a:lnTo>
                    <a:pt x="6496573" y="269986"/>
                  </a:lnTo>
                  <a:lnTo>
                    <a:pt x="6496731" y="269986"/>
                  </a:lnTo>
                  <a:lnTo>
                    <a:pt x="6496889" y="269986"/>
                  </a:lnTo>
                  <a:lnTo>
                    <a:pt x="6497046" y="269986"/>
                  </a:lnTo>
                  <a:lnTo>
                    <a:pt x="6497204" y="269986"/>
                  </a:lnTo>
                  <a:lnTo>
                    <a:pt x="6497362" y="269986"/>
                  </a:lnTo>
                  <a:lnTo>
                    <a:pt x="6497519" y="269986"/>
                  </a:lnTo>
                  <a:lnTo>
                    <a:pt x="6497677" y="269986"/>
                  </a:lnTo>
                  <a:lnTo>
                    <a:pt x="6497835" y="269986"/>
                  </a:lnTo>
                  <a:lnTo>
                    <a:pt x="6497993" y="269986"/>
                  </a:lnTo>
                  <a:lnTo>
                    <a:pt x="6498150" y="269986"/>
                  </a:lnTo>
                  <a:lnTo>
                    <a:pt x="6498308" y="269986"/>
                  </a:lnTo>
                  <a:lnTo>
                    <a:pt x="6498466" y="269986"/>
                  </a:lnTo>
                  <a:lnTo>
                    <a:pt x="6498623" y="269986"/>
                  </a:lnTo>
                  <a:lnTo>
                    <a:pt x="6498781" y="269986"/>
                  </a:lnTo>
                  <a:lnTo>
                    <a:pt x="6498939" y="269986"/>
                  </a:lnTo>
                  <a:lnTo>
                    <a:pt x="6499097" y="269986"/>
                  </a:lnTo>
                  <a:lnTo>
                    <a:pt x="6499254" y="269986"/>
                  </a:lnTo>
                  <a:lnTo>
                    <a:pt x="6499412" y="269986"/>
                  </a:lnTo>
                  <a:lnTo>
                    <a:pt x="6499570" y="269986"/>
                  </a:lnTo>
                  <a:lnTo>
                    <a:pt x="6499727" y="269986"/>
                  </a:lnTo>
                  <a:lnTo>
                    <a:pt x="6499885" y="269986"/>
                  </a:lnTo>
                  <a:lnTo>
                    <a:pt x="6500043" y="269986"/>
                  </a:lnTo>
                  <a:lnTo>
                    <a:pt x="6500201" y="269986"/>
                  </a:lnTo>
                  <a:lnTo>
                    <a:pt x="6500358" y="269986"/>
                  </a:lnTo>
                  <a:lnTo>
                    <a:pt x="6500516" y="269986"/>
                  </a:lnTo>
                  <a:lnTo>
                    <a:pt x="6500674" y="269986"/>
                  </a:lnTo>
                  <a:lnTo>
                    <a:pt x="6500831" y="269986"/>
                  </a:lnTo>
                  <a:lnTo>
                    <a:pt x="6500989" y="269986"/>
                  </a:lnTo>
                  <a:lnTo>
                    <a:pt x="6501147" y="269986"/>
                  </a:lnTo>
                  <a:lnTo>
                    <a:pt x="6501305" y="269986"/>
                  </a:lnTo>
                  <a:lnTo>
                    <a:pt x="6501462" y="269986"/>
                  </a:lnTo>
                  <a:lnTo>
                    <a:pt x="6501620" y="269986"/>
                  </a:lnTo>
                  <a:lnTo>
                    <a:pt x="6501778" y="269986"/>
                  </a:lnTo>
                  <a:lnTo>
                    <a:pt x="6501936" y="269986"/>
                  </a:lnTo>
                  <a:lnTo>
                    <a:pt x="6502093" y="269986"/>
                  </a:lnTo>
                  <a:lnTo>
                    <a:pt x="6502251" y="269986"/>
                  </a:lnTo>
                  <a:lnTo>
                    <a:pt x="6502251" y="269555"/>
                  </a:lnTo>
                  <a:lnTo>
                    <a:pt x="6502409" y="269555"/>
                  </a:lnTo>
                  <a:lnTo>
                    <a:pt x="6502566" y="269555"/>
                  </a:lnTo>
                  <a:lnTo>
                    <a:pt x="6502724" y="269555"/>
                  </a:lnTo>
                  <a:lnTo>
                    <a:pt x="6502882" y="269555"/>
                  </a:lnTo>
                  <a:lnTo>
                    <a:pt x="6503040" y="269555"/>
                  </a:lnTo>
                  <a:lnTo>
                    <a:pt x="6503040" y="269125"/>
                  </a:lnTo>
                  <a:lnTo>
                    <a:pt x="6503197" y="269125"/>
                  </a:lnTo>
                  <a:lnTo>
                    <a:pt x="6503355" y="269125"/>
                  </a:lnTo>
                  <a:lnTo>
                    <a:pt x="6503513" y="269125"/>
                  </a:lnTo>
                  <a:lnTo>
                    <a:pt x="6503670" y="269125"/>
                  </a:lnTo>
                  <a:lnTo>
                    <a:pt x="6503828" y="269125"/>
                  </a:lnTo>
                  <a:lnTo>
                    <a:pt x="6503986" y="269125"/>
                  </a:lnTo>
                  <a:lnTo>
                    <a:pt x="6504144" y="269125"/>
                  </a:lnTo>
                  <a:lnTo>
                    <a:pt x="6504144" y="268694"/>
                  </a:lnTo>
                  <a:lnTo>
                    <a:pt x="6504301" y="268694"/>
                  </a:lnTo>
                  <a:lnTo>
                    <a:pt x="6504459" y="268694"/>
                  </a:lnTo>
                  <a:lnTo>
                    <a:pt x="6504617" y="268694"/>
                  </a:lnTo>
                  <a:lnTo>
                    <a:pt x="6504774" y="268694"/>
                  </a:lnTo>
                  <a:lnTo>
                    <a:pt x="6504932" y="268694"/>
                  </a:lnTo>
                  <a:lnTo>
                    <a:pt x="6505090" y="268694"/>
                  </a:lnTo>
                  <a:lnTo>
                    <a:pt x="6505248" y="268694"/>
                  </a:lnTo>
                  <a:lnTo>
                    <a:pt x="6505405" y="268694"/>
                  </a:lnTo>
                  <a:lnTo>
                    <a:pt x="6505563" y="268694"/>
                  </a:lnTo>
                  <a:lnTo>
                    <a:pt x="6505721" y="268694"/>
                  </a:lnTo>
                  <a:lnTo>
                    <a:pt x="6505878" y="268694"/>
                  </a:lnTo>
                  <a:lnTo>
                    <a:pt x="6505878" y="268263"/>
                  </a:lnTo>
                  <a:lnTo>
                    <a:pt x="6506036" y="268263"/>
                  </a:lnTo>
                  <a:lnTo>
                    <a:pt x="6506194" y="268263"/>
                  </a:lnTo>
                  <a:lnTo>
                    <a:pt x="6506352" y="268263"/>
                  </a:lnTo>
                  <a:lnTo>
                    <a:pt x="6506509" y="268263"/>
                  </a:lnTo>
                  <a:lnTo>
                    <a:pt x="6506667" y="268263"/>
                  </a:lnTo>
                  <a:lnTo>
                    <a:pt x="6506825" y="268263"/>
                  </a:lnTo>
                  <a:lnTo>
                    <a:pt x="6506983" y="268263"/>
                  </a:lnTo>
                  <a:lnTo>
                    <a:pt x="6506983" y="267833"/>
                  </a:lnTo>
                  <a:lnTo>
                    <a:pt x="6507140" y="267833"/>
                  </a:lnTo>
                  <a:lnTo>
                    <a:pt x="6507298" y="267833"/>
                  </a:lnTo>
                  <a:lnTo>
                    <a:pt x="6507456" y="267833"/>
                  </a:lnTo>
                  <a:lnTo>
                    <a:pt x="6507613" y="267833"/>
                  </a:lnTo>
                  <a:lnTo>
                    <a:pt x="6507771" y="267833"/>
                  </a:lnTo>
                  <a:lnTo>
                    <a:pt x="6507929" y="267833"/>
                  </a:lnTo>
                  <a:lnTo>
                    <a:pt x="6508087" y="267833"/>
                  </a:lnTo>
                  <a:lnTo>
                    <a:pt x="6508244" y="267833"/>
                  </a:lnTo>
                  <a:lnTo>
                    <a:pt x="6508402" y="267833"/>
                  </a:lnTo>
                  <a:lnTo>
                    <a:pt x="6508560" y="267833"/>
                  </a:lnTo>
                  <a:lnTo>
                    <a:pt x="6508717" y="267833"/>
                  </a:lnTo>
                  <a:lnTo>
                    <a:pt x="6508875" y="267833"/>
                  </a:lnTo>
                  <a:lnTo>
                    <a:pt x="6509033" y="267833"/>
                  </a:lnTo>
                  <a:lnTo>
                    <a:pt x="6509033" y="267402"/>
                  </a:lnTo>
                  <a:lnTo>
                    <a:pt x="6509191" y="267402"/>
                  </a:lnTo>
                  <a:lnTo>
                    <a:pt x="6509348" y="267402"/>
                  </a:lnTo>
                  <a:lnTo>
                    <a:pt x="6509506" y="267402"/>
                  </a:lnTo>
                  <a:lnTo>
                    <a:pt x="6509664" y="267402"/>
                  </a:lnTo>
                  <a:lnTo>
                    <a:pt x="6509821" y="267402"/>
                  </a:lnTo>
                  <a:lnTo>
                    <a:pt x="6509979" y="267402"/>
                  </a:lnTo>
                  <a:lnTo>
                    <a:pt x="6510137" y="267402"/>
                  </a:lnTo>
                  <a:lnTo>
                    <a:pt x="6510295" y="267402"/>
                  </a:lnTo>
                  <a:lnTo>
                    <a:pt x="6510452" y="267402"/>
                  </a:lnTo>
                  <a:lnTo>
                    <a:pt x="6510610" y="267402"/>
                  </a:lnTo>
                  <a:lnTo>
                    <a:pt x="6510768" y="267402"/>
                  </a:lnTo>
                  <a:lnTo>
                    <a:pt x="6510925" y="267402"/>
                  </a:lnTo>
                  <a:lnTo>
                    <a:pt x="6511083" y="267402"/>
                  </a:lnTo>
                  <a:lnTo>
                    <a:pt x="6511241" y="267402"/>
                  </a:lnTo>
                  <a:lnTo>
                    <a:pt x="6511399" y="267402"/>
                  </a:lnTo>
                  <a:lnTo>
                    <a:pt x="6511556" y="267402"/>
                  </a:lnTo>
                  <a:lnTo>
                    <a:pt x="6511714" y="267402"/>
                  </a:lnTo>
                  <a:lnTo>
                    <a:pt x="6511872" y="267402"/>
                  </a:lnTo>
                  <a:lnTo>
                    <a:pt x="6512029" y="267402"/>
                  </a:lnTo>
                  <a:lnTo>
                    <a:pt x="6512187" y="267402"/>
                  </a:lnTo>
                  <a:lnTo>
                    <a:pt x="6512345" y="267402"/>
                  </a:lnTo>
                  <a:lnTo>
                    <a:pt x="6512503" y="267402"/>
                  </a:lnTo>
                  <a:lnTo>
                    <a:pt x="6512660" y="267402"/>
                  </a:lnTo>
                  <a:lnTo>
                    <a:pt x="6512818" y="267402"/>
                  </a:lnTo>
                  <a:lnTo>
                    <a:pt x="6512976" y="267402"/>
                  </a:lnTo>
                  <a:lnTo>
                    <a:pt x="6513134" y="267402"/>
                  </a:lnTo>
                  <a:lnTo>
                    <a:pt x="6513291" y="267402"/>
                  </a:lnTo>
                  <a:lnTo>
                    <a:pt x="6513449" y="267402"/>
                  </a:lnTo>
                  <a:lnTo>
                    <a:pt x="6513449" y="266972"/>
                  </a:lnTo>
                  <a:lnTo>
                    <a:pt x="6513607" y="266972"/>
                  </a:lnTo>
                  <a:lnTo>
                    <a:pt x="6513764" y="266972"/>
                  </a:lnTo>
                  <a:lnTo>
                    <a:pt x="6513922" y="266972"/>
                  </a:lnTo>
                  <a:lnTo>
                    <a:pt x="6514080" y="266972"/>
                  </a:lnTo>
                  <a:lnTo>
                    <a:pt x="6514238" y="266972"/>
                  </a:lnTo>
                  <a:lnTo>
                    <a:pt x="6514395" y="266972"/>
                  </a:lnTo>
                  <a:lnTo>
                    <a:pt x="6514553" y="266972"/>
                  </a:lnTo>
                  <a:lnTo>
                    <a:pt x="6514711" y="266972"/>
                  </a:lnTo>
                  <a:lnTo>
                    <a:pt x="6514868" y="266972"/>
                  </a:lnTo>
                  <a:lnTo>
                    <a:pt x="6515026" y="266972"/>
                  </a:lnTo>
                  <a:lnTo>
                    <a:pt x="6515184" y="266972"/>
                  </a:lnTo>
                  <a:lnTo>
                    <a:pt x="6515342" y="266972"/>
                  </a:lnTo>
                  <a:lnTo>
                    <a:pt x="6515499" y="266972"/>
                  </a:lnTo>
                  <a:lnTo>
                    <a:pt x="6515657" y="266972"/>
                  </a:lnTo>
                  <a:lnTo>
                    <a:pt x="6515657" y="266541"/>
                  </a:lnTo>
                  <a:lnTo>
                    <a:pt x="6515815" y="266541"/>
                  </a:lnTo>
                  <a:lnTo>
                    <a:pt x="6515972" y="266541"/>
                  </a:lnTo>
                  <a:lnTo>
                    <a:pt x="6516130" y="266541"/>
                  </a:lnTo>
                  <a:lnTo>
                    <a:pt x="6516288" y="266541"/>
                  </a:lnTo>
                  <a:lnTo>
                    <a:pt x="6516446" y="266541"/>
                  </a:lnTo>
                  <a:lnTo>
                    <a:pt x="6516603" y="266541"/>
                  </a:lnTo>
                  <a:lnTo>
                    <a:pt x="6516603" y="266110"/>
                  </a:lnTo>
                  <a:lnTo>
                    <a:pt x="6516761" y="266110"/>
                  </a:lnTo>
                  <a:lnTo>
                    <a:pt x="6516919" y="266110"/>
                  </a:lnTo>
                  <a:lnTo>
                    <a:pt x="6517076" y="266110"/>
                  </a:lnTo>
                  <a:lnTo>
                    <a:pt x="6517234" y="266110"/>
                  </a:lnTo>
                  <a:lnTo>
                    <a:pt x="6517392" y="266110"/>
                  </a:lnTo>
                  <a:lnTo>
                    <a:pt x="6517550" y="266110"/>
                  </a:lnTo>
                  <a:lnTo>
                    <a:pt x="6517707" y="266110"/>
                  </a:lnTo>
                  <a:lnTo>
                    <a:pt x="6517865" y="266110"/>
                  </a:lnTo>
                  <a:lnTo>
                    <a:pt x="6518023" y="266110"/>
                  </a:lnTo>
                  <a:lnTo>
                    <a:pt x="6518181" y="266110"/>
                  </a:lnTo>
                  <a:lnTo>
                    <a:pt x="6518338" y="266110"/>
                  </a:lnTo>
                  <a:lnTo>
                    <a:pt x="6518496" y="266110"/>
                  </a:lnTo>
                  <a:lnTo>
                    <a:pt x="6518654" y="266110"/>
                  </a:lnTo>
                  <a:lnTo>
                    <a:pt x="6518654" y="265680"/>
                  </a:lnTo>
                  <a:lnTo>
                    <a:pt x="6518811" y="265680"/>
                  </a:lnTo>
                  <a:lnTo>
                    <a:pt x="6518969" y="265680"/>
                  </a:lnTo>
                  <a:lnTo>
                    <a:pt x="6519127" y="265680"/>
                  </a:lnTo>
                  <a:lnTo>
                    <a:pt x="6519285" y="265680"/>
                  </a:lnTo>
                  <a:lnTo>
                    <a:pt x="6519442" y="265680"/>
                  </a:lnTo>
                  <a:lnTo>
                    <a:pt x="6519600" y="265680"/>
                  </a:lnTo>
                  <a:lnTo>
                    <a:pt x="6519758" y="265680"/>
                  </a:lnTo>
                  <a:lnTo>
                    <a:pt x="6519915" y="265680"/>
                  </a:lnTo>
                  <a:lnTo>
                    <a:pt x="6520073" y="265680"/>
                  </a:lnTo>
                  <a:lnTo>
                    <a:pt x="6520231" y="265680"/>
                  </a:lnTo>
                  <a:lnTo>
                    <a:pt x="6520389" y="265680"/>
                  </a:lnTo>
                  <a:lnTo>
                    <a:pt x="6520546" y="265680"/>
                  </a:lnTo>
                  <a:lnTo>
                    <a:pt x="6520546" y="265249"/>
                  </a:lnTo>
                  <a:lnTo>
                    <a:pt x="6520704" y="265249"/>
                  </a:lnTo>
                  <a:lnTo>
                    <a:pt x="6520862" y="265249"/>
                  </a:lnTo>
                  <a:lnTo>
                    <a:pt x="6521019" y="265249"/>
                  </a:lnTo>
                  <a:lnTo>
                    <a:pt x="6521177" y="265249"/>
                  </a:lnTo>
                  <a:lnTo>
                    <a:pt x="6521335" y="265249"/>
                  </a:lnTo>
                  <a:lnTo>
                    <a:pt x="6521493" y="265249"/>
                  </a:lnTo>
                  <a:lnTo>
                    <a:pt x="6521650" y="265249"/>
                  </a:lnTo>
                  <a:lnTo>
                    <a:pt x="6521808" y="265249"/>
                  </a:lnTo>
                  <a:lnTo>
                    <a:pt x="6521966" y="265249"/>
                  </a:lnTo>
                  <a:lnTo>
                    <a:pt x="6522123" y="265249"/>
                  </a:lnTo>
                  <a:lnTo>
                    <a:pt x="6522281" y="265249"/>
                  </a:lnTo>
                  <a:lnTo>
                    <a:pt x="6522439" y="265249"/>
                  </a:lnTo>
                  <a:lnTo>
                    <a:pt x="6522597" y="265249"/>
                  </a:lnTo>
                  <a:lnTo>
                    <a:pt x="6522754" y="265249"/>
                  </a:lnTo>
                  <a:lnTo>
                    <a:pt x="6522912" y="265249"/>
                  </a:lnTo>
                  <a:lnTo>
                    <a:pt x="6523070" y="265249"/>
                  </a:lnTo>
                  <a:lnTo>
                    <a:pt x="6523227" y="265249"/>
                  </a:lnTo>
                  <a:lnTo>
                    <a:pt x="6523385" y="265249"/>
                  </a:lnTo>
                  <a:lnTo>
                    <a:pt x="6523543" y="265249"/>
                  </a:lnTo>
                  <a:lnTo>
                    <a:pt x="6523701" y="265249"/>
                  </a:lnTo>
                  <a:lnTo>
                    <a:pt x="6523858" y="265249"/>
                  </a:lnTo>
                  <a:lnTo>
                    <a:pt x="6524016" y="265249"/>
                  </a:lnTo>
                  <a:lnTo>
                    <a:pt x="6524016" y="264819"/>
                  </a:lnTo>
                  <a:lnTo>
                    <a:pt x="6524174" y="264819"/>
                  </a:lnTo>
                  <a:lnTo>
                    <a:pt x="6524332" y="264819"/>
                  </a:lnTo>
                  <a:lnTo>
                    <a:pt x="6524489" y="264819"/>
                  </a:lnTo>
                  <a:lnTo>
                    <a:pt x="6524647" y="264819"/>
                  </a:lnTo>
                  <a:lnTo>
                    <a:pt x="6524805" y="264819"/>
                  </a:lnTo>
                  <a:lnTo>
                    <a:pt x="6524962" y="264819"/>
                  </a:lnTo>
                  <a:lnTo>
                    <a:pt x="6525120" y="264819"/>
                  </a:lnTo>
                  <a:lnTo>
                    <a:pt x="6525278" y="264819"/>
                  </a:lnTo>
                  <a:lnTo>
                    <a:pt x="6525278" y="264388"/>
                  </a:lnTo>
                  <a:lnTo>
                    <a:pt x="6525436" y="264388"/>
                  </a:lnTo>
                  <a:lnTo>
                    <a:pt x="6525593" y="264388"/>
                  </a:lnTo>
                  <a:lnTo>
                    <a:pt x="6525751" y="264388"/>
                  </a:lnTo>
                  <a:lnTo>
                    <a:pt x="6525909" y="264388"/>
                  </a:lnTo>
                  <a:lnTo>
                    <a:pt x="6526066" y="264388"/>
                  </a:lnTo>
                  <a:lnTo>
                    <a:pt x="6526224" y="264388"/>
                  </a:lnTo>
                  <a:lnTo>
                    <a:pt x="6526382" y="264388"/>
                  </a:lnTo>
                  <a:lnTo>
                    <a:pt x="6526540" y="264388"/>
                  </a:lnTo>
                  <a:lnTo>
                    <a:pt x="6526697" y="264388"/>
                  </a:lnTo>
                  <a:lnTo>
                    <a:pt x="6526697" y="263957"/>
                  </a:lnTo>
                  <a:lnTo>
                    <a:pt x="6526855" y="263957"/>
                  </a:lnTo>
                  <a:lnTo>
                    <a:pt x="6527013" y="263957"/>
                  </a:lnTo>
                  <a:lnTo>
                    <a:pt x="6527170" y="263957"/>
                  </a:lnTo>
                  <a:lnTo>
                    <a:pt x="6527328" y="263957"/>
                  </a:lnTo>
                  <a:lnTo>
                    <a:pt x="6527486" y="263957"/>
                  </a:lnTo>
                  <a:lnTo>
                    <a:pt x="6527644" y="263957"/>
                  </a:lnTo>
                  <a:lnTo>
                    <a:pt x="6527801" y="263957"/>
                  </a:lnTo>
                  <a:lnTo>
                    <a:pt x="6527959" y="263957"/>
                  </a:lnTo>
                  <a:lnTo>
                    <a:pt x="6528117" y="263957"/>
                  </a:lnTo>
                  <a:lnTo>
                    <a:pt x="6528274" y="263957"/>
                  </a:lnTo>
                  <a:lnTo>
                    <a:pt x="6528432" y="263957"/>
                  </a:lnTo>
                  <a:lnTo>
                    <a:pt x="6528590" y="263957"/>
                  </a:lnTo>
                  <a:lnTo>
                    <a:pt x="6528748" y="263957"/>
                  </a:lnTo>
                  <a:lnTo>
                    <a:pt x="6528905" y="263957"/>
                  </a:lnTo>
                  <a:lnTo>
                    <a:pt x="6529063" y="263957"/>
                  </a:lnTo>
                  <a:lnTo>
                    <a:pt x="6529221" y="263957"/>
                  </a:lnTo>
                  <a:lnTo>
                    <a:pt x="6529379" y="263957"/>
                  </a:lnTo>
                  <a:lnTo>
                    <a:pt x="6529536" y="263957"/>
                  </a:lnTo>
                  <a:lnTo>
                    <a:pt x="6529694" y="263957"/>
                  </a:lnTo>
                  <a:lnTo>
                    <a:pt x="6529694" y="263527"/>
                  </a:lnTo>
                  <a:lnTo>
                    <a:pt x="6529852" y="263527"/>
                  </a:lnTo>
                  <a:lnTo>
                    <a:pt x="6530009" y="263527"/>
                  </a:lnTo>
                  <a:lnTo>
                    <a:pt x="6530167" y="263527"/>
                  </a:lnTo>
                  <a:lnTo>
                    <a:pt x="6530325" y="263527"/>
                  </a:lnTo>
                  <a:lnTo>
                    <a:pt x="6530483" y="263527"/>
                  </a:lnTo>
                  <a:lnTo>
                    <a:pt x="6530640" y="263527"/>
                  </a:lnTo>
                  <a:lnTo>
                    <a:pt x="6530798" y="263527"/>
                  </a:lnTo>
                  <a:lnTo>
                    <a:pt x="6530956" y="263527"/>
                  </a:lnTo>
                  <a:lnTo>
                    <a:pt x="6531113" y="263527"/>
                  </a:lnTo>
                  <a:lnTo>
                    <a:pt x="6531271" y="263527"/>
                  </a:lnTo>
                  <a:lnTo>
                    <a:pt x="6531429" y="263527"/>
                  </a:lnTo>
                  <a:lnTo>
                    <a:pt x="6531587" y="263527"/>
                  </a:lnTo>
                  <a:lnTo>
                    <a:pt x="6531744" y="263527"/>
                  </a:lnTo>
                  <a:lnTo>
                    <a:pt x="6531902" y="263527"/>
                  </a:lnTo>
                  <a:lnTo>
                    <a:pt x="6532060" y="263527"/>
                  </a:lnTo>
                  <a:lnTo>
                    <a:pt x="6532217" y="263527"/>
                  </a:lnTo>
                  <a:lnTo>
                    <a:pt x="6532375" y="263527"/>
                  </a:lnTo>
                  <a:lnTo>
                    <a:pt x="6532533" y="263527"/>
                  </a:lnTo>
                  <a:lnTo>
                    <a:pt x="6532691" y="263527"/>
                  </a:lnTo>
                  <a:lnTo>
                    <a:pt x="6532848" y="263527"/>
                  </a:lnTo>
                  <a:lnTo>
                    <a:pt x="6533006" y="263527"/>
                  </a:lnTo>
                  <a:lnTo>
                    <a:pt x="6533164" y="263527"/>
                  </a:lnTo>
                  <a:lnTo>
                    <a:pt x="6533321" y="263527"/>
                  </a:lnTo>
                  <a:lnTo>
                    <a:pt x="6533479" y="263527"/>
                  </a:lnTo>
                  <a:lnTo>
                    <a:pt x="6533479" y="263096"/>
                  </a:lnTo>
                  <a:lnTo>
                    <a:pt x="6533637" y="263096"/>
                  </a:lnTo>
                  <a:lnTo>
                    <a:pt x="6533795" y="263096"/>
                  </a:lnTo>
                  <a:lnTo>
                    <a:pt x="6533952" y="263096"/>
                  </a:lnTo>
                  <a:lnTo>
                    <a:pt x="6533952" y="262666"/>
                  </a:lnTo>
                  <a:lnTo>
                    <a:pt x="6534110" y="262666"/>
                  </a:lnTo>
                  <a:lnTo>
                    <a:pt x="6534268" y="262666"/>
                  </a:lnTo>
                  <a:lnTo>
                    <a:pt x="6534425" y="262666"/>
                  </a:lnTo>
                  <a:lnTo>
                    <a:pt x="6534425" y="262235"/>
                  </a:lnTo>
                  <a:lnTo>
                    <a:pt x="6534583" y="262235"/>
                  </a:lnTo>
                  <a:lnTo>
                    <a:pt x="6534741" y="262235"/>
                  </a:lnTo>
                  <a:lnTo>
                    <a:pt x="6534741" y="261804"/>
                  </a:lnTo>
                  <a:lnTo>
                    <a:pt x="6534899" y="261804"/>
                  </a:lnTo>
                  <a:lnTo>
                    <a:pt x="6535056" y="261804"/>
                  </a:lnTo>
                  <a:lnTo>
                    <a:pt x="6535056" y="261374"/>
                  </a:lnTo>
                  <a:lnTo>
                    <a:pt x="6535056" y="260943"/>
                  </a:lnTo>
                  <a:lnTo>
                    <a:pt x="6535214" y="260943"/>
                  </a:lnTo>
                  <a:lnTo>
                    <a:pt x="6535372" y="260943"/>
                  </a:lnTo>
                  <a:lnTo>
                    <a:pt x="6535530" y="260943"/>
                  </a:lnTo>
                  <a:lnTo>
                    <a:pt x="6535687" y="260943"/>
                  </a:lnTo>
                  <a:lnTo>
                    <a:pt x="6535845" y="260943"/>
                  </a:lnTo>
                  <a:lnTo>
                    <a:pt x="6536003" y="260943"/>
                  </a:lnTo>
                  <a:lnTo>
                    <a:pt x="6536160" y="260943"/>
                  </a:lnTo>
                  <a:lnTo>
                    <a:pt x="6536318" y="260943"/>
                  </a:lnTo>
                  <a:lnTo>
                    <a:pt x="6536476" y="260943"/>
                  </a:lnTo>
                  <a:lnTo>
                    <a:pt x="6536634" y="260943"/>
                  </a:lnTo>
                  <a:lnTo>
                    <a:pt x="6536791" y="260943"/>
                  </a:lnTo>
                  <a:lnTo>
                    <a:pt x="6536949" y="260943"/>
                  </a:lnTo>
                  <a:lnTo>
                    <a:pt x="6537107" y="260943"/>
                  </a:lnTo>
                  <a:lnTo>
                    <a:pt x="6537264" y="260943"/>
                  </a:lnTo>
                  <a:lnTo>
                    <a:pt x="6537422" y="260943"/>
                  </a:lnTo>
                  <a:lnTo>
                    <a:pt x="6537580" y="260943"/>
                  </a:lnTo>
                  <a:lnTo>
                    <a:pt x="6537738" y="260943"/>
                  </a:lnTo>
                  <a:lnTo>
                    <a:pt x="6537895" y="260943"/>
                  </a:lnTo>
                  <a:lnTo>
                    <a:pt x="6537895" y="260513"/>
                  </a:lnTo>
                  <a:lnTo>
                    <a:pt x="6538053" y="260513"/>
                  </a:lnTo>
                  <a:lnTo>
                    <a:pt x="6538211" y="260513"/>
                  </a:lnTo>
                  <a:lnTo>
                    <a:pt x="6538368" y="260513"/>
                  </a:lnTo>
                  <a:lnTo>
                    <a:pt x="6538526" y="260513"/>
                  </a:lnTo>
                  <a:lnTo>
                    <a:pt x="6538684" y="260513"/>
                  </a:lnTo>
                  <a:lnTo>
                    <a:pt x="6538842" y="260513"/>
                  </a:lnTo>
                  <a:lnTo>
                    <a:pt x="6538999" y="260513"/>
                  </a:lnTo>
                  <a:lnTo>
                    <a:pt x="6539157" y="260513"/>
                  </a:lnTo>
                  <a:lnTo>
                    <a:pt x="6539315" y="260513"/>
                  </a:lnTo>
                  <a:lnTo>
                    <a:pt x="6539472" y="260513"/>
                  </a:lnTo>
                  <a:lnTo>
                    <a:pt x="6539630" y="260513"/>
                  </a:lnTo>
                  <a:lnTo>
                    <a:pt x="6539788" y="260513"/>
                  </a:lnTo>
                  <a:lnTo>
                    <a:pt x="6539946" y="260513"/>
                  </a:lnTo>
                  <a:lnTo>
                    <a:pt x="6540103" y="260513"/>
                  </a:lnTo>
                  <a:lnTo>
                    <a:pt x="6540261" y="260513"/>
                  </a:lnTo>
                  <a:lnTo>
                    <a:pt x="6540419" y="260513"/>
                  </a:lnTo>
                  <a:lnTo>
                    <a:pt x="6540576" y="260513"/>
                  </a:lnTo>
                  <a:lnTo>
                    <a:pt x="6540734" y="260513"/>
                  </a:lnTo>
                  <a:lnTo>
                    <a:pt x="6540892" y="260513"/>
                  </a:lnTo>
                  <a:lnTo>
                    <a:pt x="6541050" y="260513"/>
                  </a:lnTo>
                  <a:lnTo>
                    <a:pt x="6541207" y="260513"/>
                  </a:lnTo>
                  <a:lnTo>
                    <a:pt x="6541365" y="260513"/>
                  </a:lnTo>
                  <a:lnTo>
                    <a:pt x="6541523" y="260513"/>
                  </a:lnTo>
                  <a:lnTo>
                    <a:pt x="6541681" y="260513"/>
                  </a:lnTo>
                  <a:lnTo>
                    <a:pt x="6541838" y="260513"/>
                  </a:lnTo>
                  <a:lnTo>
                    <a:pt x="6541996" y="260513"/>
                  </a:lnTo>
                  <a:lnTo>
                    <a:pt x="6542154" y="260513"/>
                  </a:lnTo>
                  <a:lnTo>
                    <a:pt x="6542311" y="260513"/>
                  </a:lnTo>
                  <a:lnTo>
                    <a:pt x="6542469" y="260513"/>
                  </a:lnTo>
                  <a:lnTo>
                    <a:pt x="6542469" y="260082"/>
                  </a:lnTo>
                  <a:lnTo>
                    <a:pt x="6542469" y="259651"/>
                  </a:lnTo>
                  <a:lnTo>
                    <a:pt x="6542627" y="259651"/>
                  </a:lnTo>
                  <a:lnTo>
                    <a:pt x="6542785" y="259651"/>
                  </a:lnTo>
                  <a:lnTo>
                    <a:pt x="6542942" y="259651"/>
                  </a:lnTo>
                  <a:lnTo>
                    <a:pt x="6543100" y="259651"/>
                  </a:lnTo>
                  <a:lnTo>
                    <a:pt x="6543258" y="259651"/>
                  </a:lnTo>
                  <a:lnTo>
                    <a:pt x="6543415" y="259651"/>
                  </a:lnTo>
                  <a:lnTo>
                    <a:pt x="6543573" y="259651"/>
                  </a:lnTo>
                  <a:lnTo>
                    <a:pt x="6543731" y="259651"/>
                  </a:lnTo>
                  <a:lnTo>
                    <a:pt x="6543889" y="259651"/>
                  </a:lnTo>
                  <a:lnTo>
                    <a:pt x="6544046" y="259651"/>
                  </a:lnTo>
                  <a:lnTo>
                    <a:pt x="6544204" y="259651"/>
                  </a:lnTo>
                  <a:lnTo>
                    <a:pt x="6544362" y="259651"/>
                  </a:lnTo>
                  <a:lnTo>
                    <a:pt x="6544519" y="259651"/>
                  </a:lnTo>
                  <a:lnTo>
                    <a:pt x="6544519" y="259221"/>
                  </a:lnTo>
                  <a:lnTo>
                    <a:pt x="6544677" y="259221"/>
                  </a:lnTo>
                  <a:lnTo>
                    <a:pt x="6544835" y="259221"/>
                  </a:lnTo>
                  <a:lnTo>
                    <a:pt x="6544993" y="259221"/>
                  </a:lnTo>
                  <a:lnTo>
                    <a:pt x="6545150" y="259221"/>
                  </a:lnTo>
                  <a:lnTo>
                    <a:pt x="6545308" y="259221"/>
                  </a:lnTo>
                  <a:lnTo>
                    <a:pt x="6545466" y="259221"/>
                  </a:lnTo>
                  <a:lnTo>
                    <a:pt x="6545623" y="259221"/>
                  </a:lnTo>
                  <a:lnTo>
                    <a:pt x="6545781" y="259221"/>
                  </a:lnTo>
                  <a:lnTo>
                    <a:pt x="6545781" y="258790"/>
                  </a:lnTo>
                  <a:lnTo>
                    <a:pt x="6545939" y="258790"/>
                  </a:lnTo>
                  <a:lnTo>
                    <a:pt x="6546097" y="258790"/>
                  </a:lnTo>
                  <a:lnTo>
                    <a:pt x="6546254" y="258790"/>
                  </a:lnTo>
                  <a:lnTo>
                    <a:pt x="6546412" y="258790"/>
                  </a:lnTo>
                  <a:lnTo>
                    <a:pt x="6546570" y="258790"/>
                  </a:lnTo>
                  <a:lnTo>
                    <a:pt x="6546728" y="258790"/>
                  </a:lnTo>
                  <a:lnTo>
                    <a:pt x="6546885" y="258790"/>
                  </a:lnTo>
                  <a:lnTo>
                    <a:pt x="6547043" y="258790"/>
                  </a:lnTo>
                  <a:lnTo>
                    <a:pt x="6547201" y="258790"/>
                  </a:lnTo>
                  <a:lnTo>
                    <a:pt x="6547358" y="258790"/>
                  </a:lnTo>
                  <a:lnTo>
                    <a:pt x="6547516" y="258790"/>
                  </a:lnTo>
                  <a:lnTo>
                    <a:pt x="6547516" y="258360"/>
                  </a:lnTo>
                  <a:lnTo>
                    <a:pt x="6547674" y="258360"/>
                  </a:lnTo>
                  <a:lnTo>
                    <a:pt x="6547832" y="258360"/>
                  </a:lnTo>
                  <a:lnTo>
                    <a:pt x="6547989" y="258360"/>
                  </a:lnTo>
                  <a:lnTo>
                    <a:pt x="6548147" y="258360"/>
                  </a:lnTo>
                  <a:lnTo>
                    <a:pt x="6548305" y="258360"/>
                  </a:lnTo>
                  <a:lnTo>
                    <a:pt x="6548462" y="258360"/>
                  </a:lnTo>
                  <a:lnTo>
                    <a:pt x="6548620" y="258360"/>
                  </a:lnTo>
                  <a:lnTo>
                    <a:pt x="6548778" y="258360"/>
                  </a:lnTo>
                  <a:lnTo>
                    <a:pt x="6548936" y="258360"/>
                  </a:lnTo>
                  <a:lnTo>
                    <a:pt x="6549093" y="258360"/>
                  </a:lnTo>
                  <a:lnTo>
                    <a:pt x="6549251" y="258360"/>
                  </a:lnTo>
                  <a:lnTo>
                    <a:pt x="6549409" y="258360"/>
                  </a:lnTo>
                  <a:lnTo>
                    <a:pt x="6549566" y="258360"/>
                  </a:lnTo>
                  <a:lnTo>
                    <a:pt x="6549724" y="258360"/>
                  </a:lnTo>
                  <a:lnTo>
                    <a:pt x="6549882" y="258360"/>
                  </a:lnTo>
                  <a:lnTo>
                    <a:pt x="6550040" y="258360"/>
                  </a:lnTo>
                  <a:lnTo>
                    <a:pt x="6550197" y="258360"/>
                  </a:lnTo>
                  <a:lnTo>
                    <a:pt x="6550197" y="257929"/>
                  </a:lnTo>
                  <a:lnTo>
                    <a:pt x="6550355" y="257929"/>
                  </a:lnTo>
                  <a:lnTo>
                    <a:pt x="6550513" y="257929"/>
                  </a:lnTo>
                  <a:lnTo>
                    <a:pt x="6550670" y="257929"/>
                  </a:lnTo>
                  <a:lnTo>
                    <a:pt x="6550828" y="257929"/>
                  </a:lnTo>
                  <a:lnTo>
                    <a:pt x="6550986" y="257929"/>
                  </a:lnTo>
                  <a:lnTo>
                    <a:pt x="6550986" y="257498"/>
                  </a:lnTo>
                  <a:lnTo>
                    <a:pt x="6551144" y="257498"/>
                  </a:lnTo>
                  <a:lnTo>
                    <a:pt x="6551301" y="257498"/>
                  </a:lnTo>
                  <a:lnTo>
                    <a:pt x="6551459" y="257498"/>
                  </a:lnTo>
                  <a:lnTo>
                    <a:pt x="6551617" y="257498"/>
                  </a:lnTo>
                  <a:lnTo>
                    <a:pt x="6551774" y="257498"/>
                  </a:lnTo>
                  <a:lnTo>
                    <a:pt x="6551932" y="257498"/>
                  </a:lnTo>
                  <a:lnTo>
                    <a:pt x="6552090" y="257498"/>
                  </a:lnTo>
                  <a:lnTo>
                    <a:pt x="6552248" y="257498"/>
                  </a:lnTo>
                  <a:lnTo>
                    <a:pt x="6552405" y="257498"/>
                  </a:lnTo>
                  <a:lnTo>
                    <a:pt x="6552405" y="257068"/>
                  </a:lnTo>
                  <a:lnTo>
                    <a:pt x="6552563" y="257068"/>
                  </a:lnTo>
                  <a:lnTo>
                    <a:pt x="6552721" y="257068"/>
                  </a:lnTo>
                  <a:lnTo>
                    <a:pt x="6552879" y="257068"/>
                  </a:lnTo>
                  <a:lnTo>
                    <a:pt x="6553036" y="257068"/>
                  </a:lnTo>
                  <a:lnTo>
                    <a:pt x="6553194" y="257068"/>
                  </a:lnTo>
                  <a:lnTo>
                    <a:pt x="6553352" y="257068"/>
                  </a:lnTo>
                  <a:lnTo>
                    <a:pt x="6553509" y="257068"/>
                  </a:lnTo>
                  <a:lnTo>
                    <a:pt x="6553667" y="257068"/>
                  </a:lnTo>
                  <a:lnTo>
                    <a:pt x="6553825" y="257068"/>
                  </a:lnTo>
                  <a:lnTo>
                    <a:pt x="6553983" y="257068"/>
                  </a:lnTo>
                  <a:lnTo>
                    <a:pt x="6554140" y="257068"/>
                  </a:lnTo>
                  <a:lnTo>
                    <a:pt x="6554298" y="257068"/>
                  </a:lnTo>
                  <a:lnTo>
                    <a:pt x="6554456" y="257068"/>
                  </a:lnTo>
                  <a:lnTo>
                    <a:pt x="6554613" y="257068"/>
                  </a:lnTo>
                  <a:lnTo>
                    <a:pt x="6554771" y="257068"/>
                  </a:lnTo>
                  <a:lnTo>
                    <a:pt x="6554771" y="256637"/>
                  </a:lnTo>
                  <a:lnTo>
                    <a:pt x="6554929" y="256637"/>
                  </a:lnTo>
                  <a:lnTo>
                    <a:pt x="6555087" y="256637"/>
                  </a:lnTo>
                  <a:lnTo>
                    <a:pt x="6555244" y="256637"/>
                  </a:lnTo>
                  <a:lnTo>
                    <a:pt x="6555402" y="256637"/>
                  </a:lnTo>
                  <a:lnTo>
                    <a:pt x="6555560" y="256637"/>
                  </a:lnTo>
                  <a:lnTo>
                    <a:pt x="6555560" y="256207"/>
                  </a:lnTo>
                  <a:lnTo>
                    <a:pt x="6555717" y="256207"/>
                  </a:lnTo>
                  <a:lnTo>
                    <a:pt x="6555875" y="256207"/>
                  </a:lnTo>
                  <a:lnTo>
                    <a:pt x="6556033" y="256207"/>
                  </a:lnTo>
                  <a:lnTo>
                    <a:pt x="6556191" y="256207"/>
                  </a:lnTo>
                  <a:lnTo>
                    <a:pt x="6556348" y="256207"/>
                  </a:lnTo>
                  <a:lnTo>
                    <a:pt x="6556506" y="256207"/>
                  </a:lnTo>
                  <a:lnTo>
                    <a:pt x="6556664" y="256207"/>
                  </a:lnTo>
                  <a:lnTo>
                    <a:pt x="6556664" y="255776"/>
                  </a:lnTo>
                  <a:lnTo>
                    <a:pt x="6556821" y="255776"/>
                  </a:lnTo>
                  <a:lnTo>
                    <a:pt x="6556821" y="255345"/>
                  </a:lnTo>
                  <a:lnTo>
                    <a:pt x="6556979" y="255345"/>
                  </a:lnTo>
                  <a:lnTo>
                    <a:pt x="6557137" y="255345"/>
                  </a:lnTo>
                  <a:lnTo>
                    <a:pt x="6557295" y="255345"/>
                  </a:lnTo>
                  <a:lnTo>
                    <a:pt x="6557452" y="255345"/>
                  </a:lnTo>
                  <a:lnTo>
                    <a:pt x="6557610" y="255345"/>
                  </a:lnTo>
                  <a:lnTo>
                    <a:pt x="6557768" y="255345"/>
                  </a:lnTo>
                  <a:lnTo>
                    <a:pt x="6557926" y="255345"/>
                  </a:lnTo>
                  <a:lnTo>
                    <a:pt x="6558083" y="255345"/>
                  </a:lnTo>
                  <a:lnTo>
                    <a:pt x="6558241" y="255345"/>
                  </a:lnTo>
                  <a:lnTo>
                    <a:pt x="6558399" y="255345"/>
                  </a:lnTo>
                  <a:lnTo>
                    <a:pt x="6558556" y="255345"/>
                  </a:lnTo>
                  <a:lnTo>
                    <a:pt x="6558556" y="254915"/>
                  </a:lnTo>
                  <a:lnTo>
                    <a:pt x="6558714" y="254915"/>
                  </a:lnTo>
                  <a:lnTo>
                    <a:pt x="6558872" y="254915"/>
                  </a:lnTo>
                  <a:lnTo>
                    <a:pt x="6558872" y="254484"/>
                  </a:lnTo>
                  <a:lnTo>
                    <a:pt x="6558872" y="254054"/>
                  </a:lnTo>
                  <a:lnTo>
                    <a:pt x="6559030" y="254054"/>
                  </a:lnTo>
                  <a:lnTo>
                    <a:pt x="6559187" y="254054"/>
                  </a:lnTo>
                  <a:lnTo>
                    <a:pt x="6559345" y="254054"/>
                  </a:lnTo>
                  <a:lnTo>
                    <a:pt x="6559503" y="254054"/>
                  </a:lnTo>
                  <a:lnTo>
                    <a:pt x="6559660" y="254054"/>
                  </a:lnTo>
                  <a:lnTo>
                    <a:pt x="6559818" y="254054"/>
                  </a:lnTo>
                  <a:lnTo>
                    <a:pt x="6559976" y="254054"/>
                  </a:lnTo>
                  <a:lnTo>
                    <a:pt x="6560134" y="254054"/>
                  </a:lnTo>
                  <a:lnTo>
                    <a:pt x="6560291" y="254054"/>
                  </a:lnTo>
                  <a:lnTo>
                    <a:pt x="6560449" y="254054"/>
                  </a:lnTo>
                  <a:lnTo>
                    <a:pt x="6560607" y="254054"/>
                  </a:lnTo>
                  <a:lnTo>
                    <a:pt x="6560764" y="254054"/>
                  </a:lnTo>
                  <a:lnTo>
                    <a:pt x="6560922" y="254054"/>
                  </a:lnTo>
                  <a:lnTo>
                    <a:pt x="6561080" y="254054"/>
                  </a:lnTo>
                  <a:lnTo>
                    <a:pt x="6561238" y="254054"/>
                  </a:lnTo>
                  <a:lnTo>
                    <a:pt x="6561395" y="254054"/>
                  </a:lnTo>
                  <a:lnTo>
                    <a:pt x="6561553" y="254054"/>
                  </a:lnTo>
                  <a:lnTo>
                    <a:pt x="6561711" y="254054"/>
                  </a:lnTo>
                  <a:lnTo>
                    <a:pt x="6561868" y="254054"/>
                  </a:lnTo>
                  <a:lnTo>
                    <a:pt x="6562026" y="254054"/>
                  </a:lnTo>
                  <a:lnTo>
                    <a:pt x="6562026" y="253623"/>
                  </a:lnTo>
                  <a:lnTo>
                    <a:pt x="6562184" y="253623"/>
                  </a:lnTo>
                  <a:lnTo>
                    <a:pt x="6562342" y="253623"/>
                  </a:lnTo>
                  <a:lnTo>
                    <a:pt x="6562499" y="253623"/>
                  </a:lnTo>
                  <a:lnTo>
                    <a:pt x="6562657" y="253623"/>
                  </a:lnTo>
                  <a:lnTo>
                    <a:pt x="6562815" y="253623"/>
                  </a:lnTo>
                  <a:lnTo>
                    <a:pt x="6562972" y="253623"/>
                  </a:lnTo>
                  <a:lnTo>
                    <a:pt x="6563130" y="253623"/>
                  </a:lnTo>
                  <a:lnTo>
                    <a:pt x="6563288" y="253623"/>
                  </a:lnTo>
                  <a:lnTo>
                    <a:pt x="6563446" y="253623"/>
                  </a:lnTo>
                  <a:lnTo>
                    <a:pt x="6563603" y="253623"/>
                  </a:lnTo>
                  <a:lnTo>
                    <a:pt x="6563761" y="253623"/>
                  </a:lnTo>
                  <a:lnTo>
                    <a:pt x="6563919" y="253623"/>
                  </a:lnTo>
                  <a:lnTo>
                    <a:pt x="6564077" y="253623"/>
                  </a:lnTo>
                  <a:lnTo>
                    <a:pt x="6564234" y="253623"/>
                  </a:lnTo>
                  <a:lnTo>
                    <a:pt x="6564392" y="253623"/>
                  </a:lnTo>
                  <a:lnTo>
                    <a:pt x="6564550" y="253623"/>
                  </a:lnTo>
                  <a:lnTo>
                    <a:pt x="6564707" y="253623"/>
                  </a:lnTo>
                  <a:lnTo>
                    <a:pt x="6564865" y="253623"/>
                  </a:lnTo>
                  <a:lnTo>
                    <a:pt x="6565023" y="253623"/>
                  </a:lnTo>
                  <a:lnTo>
                    <a:pt x="6565181" y="253623"/>
                  </a:lnTo>
                  <a:lnTo>
                    <a:pt x="6565338" y="253623"/>
                  </a:lnTo>
                  <a:lnTo>
                    <a:pt x="6565496" y="253623"/>
                  </a:lnTo>
                  <a:lnTo>
                    <a:pt x="6565496" y="253192"/>
                  </a:lnTo>
                  <a:lnTo>
                    <a:pt x="6565654" y="253192"/>
                  </a:lnTo>
                  <a:lnTo>
                    <a:pt x="6565811" y="253192"/>
                  </a:lnTo>
                  <a:lnTo>
                    <a:pt x="6565969" y="253192"/>
                  </a:lnTo>
                  <a:lnTo>
                    <a:pt x="6566127" y="253192"/>
                  </a:lnTo>
                  <a:lnTo>
                    <a:pt x="6566285" y="253192"/>
                  </a:lnTo>
                  <a:lnTo>
                    <a:pt x="6566442" y="253192"/>
                  </a:lnTo>
                  <a:lnTo>
                    <a:pt x="6566442" y="252762"/>
                  </a:lnTo>
                  <a:lnTo>
                    <a:pt x="6566442" y="252331"/>
                  </a:lnTo>
                  <a:lnTo>
                    <a:pt x="6566600" y="252331"/>
                  </a:lnTo>
                  <a:lnTo>
                    <a:pt x="6566758" y="252331"/>
                  </a:lnTo>
                  <a:lnTo>
                    <a:pt x="6566915" y="252331"/>
                  </a:lnTo>
                  <a:lnTo>
                    <a:pt x="6567073" y="252331"/>
                  </a:lnTo>
                  <a:lnTo>
                    <a:pt x="6567231" y="252331"/>
                  </a:lnTo>
                  <a:lnTo>
                    <a:pt x="6567389" y="252331"/>
                  </a:lnTo>
                  <a:lnTo>
                    <a:pt x="6567546" y="252331"/>
                  </a:lnTo>
                  <a:lnTo>
                    <a:pt x="6567704" y="252331"/>
                  </a:lnTo>
                  <a:lnTo>
                    <a:pt x="6567862" y="252331"/>
                  </a:lnTo>
                  <a:lnTo>
                    <a:pt x="6568019" y="252331"/>
                  </a:lnTo>
                  <a:lnTo>
                    <a:pt x="6568019" y="251901"/>
                  </a:lnTo>
                  <a:lnTo>
                    <a:pt x="6568177" y="251901"/>
                  </a:lnTo>
                  <a:lnTo>
                    <a:pt x="6568335" y="251901"/>
                  </a:lnTo>
                  <a:lnTo>
                    <a:pt x="6568493" y="251901"/>
                  </a:lnTo>
                  <a:lnTo>
                    <a:pt x="6568650" y="251901"/>
                  </a:lnTo>
                  <a:lnTo>
                    <a:pt x="6568808" y="251901"/>
                  </a:lnTo>
                  <a:lnTo>
                    <a:pt x="6568966" y="251901"/>
                  </a:lnTo>
                  <a:lnTo>
                    <a:pt x="6569124" y="251901"/>
                  </a:lnTo>
                  <a:lnTo>
                    <a:pt x="6569281" y="251901"/>
                  </a:lnTo>
                  <a:lnTo>
                    <a:pt x="6569439" y="251901"/>
                  </a:lnTo>
                  <a:lnTo>
                    <a:pt x="6569597" y="251901"/>
                  </a:lnTo>
                  <a:lnTo>
                    <a:pt x="6569597" y="251470"/>
                  </a:lnTo>
                  <a:lnTo>
                    <a:pt x="6569754" y="251470"/>
                  </a:lnTo>
                  <a:lnTo>
                    <a:pt x="6569912" y="251470"/>
                  </a:lnTo>
                  <a:lnTo>
                    <a:pt x="6570070" y="251470"/>
                  </a:lnTo>
                  <a:lnTo>
                    <a:pt x="6570070" y="251039"/>
                  </a:lnTo>
                  <a:lnTo>
                    <a:pt x="6570228" y="251039"/>
                  </a:lnTo>
                  <a:lnTo>
                    <a:pt x="6570385" y="251039"/>
                  </a:lnTo>
                  <a:lnTo>
                    <a:pt x="6570543" y="251039"/>
                  </a:lnTo>
                  <a:lnTo>
                    <a:pt x="6570701" y="251039"/>
                  </a:lnTo>
                  <a:lnTo>
                    <a:pt x="6570858" y="251039"/>
                  </a:lnTo>
                  <a:lnTo>
                    <a:pt x="6571016" y="251039"/>
                  </a:lnTo>
                  <a:lnTo>
                    <a:pt x="6571174" y="251039"/>
                  </a:lnTo>
                  <a:lnTo>
                    <a:pt x="6571332" y="251039"/>
                  </a:lnTo>
                  <a:lnTo>
                    <a:pt x="6571489" y="251039"/>
                  </a:lnTo>
                  <a:lnTo>
                    <a:pt x="6571647" y="251039"/>
                  </a:lnTo>
                  <a:lnTo>
                    <a:pt x="6571805" y="251039"/>
                  </a:lnTo>
                  <a:lnTo>
                    <a:pt x="6571805" y="250609"/>
                  </a:lnTo>
                  <a:lnTo>
                    <a:pt x="6571962" y="250609"/>
                  </a:lnTo>
                  <a:lnTo>
                    <a:pt x="6572120" y="250609"/>
                  </a:lnTo>
                  <a:lnTo>
                    <a:pt x="6572278" y="250609"/>
                  </a:lnTo>
                  <a:lnTo>
                    <a:pt x="6572436" y="250609"/>
                  </a:lnTo>
                  <a:lnTo>
                    <a:pt x="6572593" y="250609"/>
                  </a:lnTo>
                  <a:lnTo>
                    <a:pt x="6572751" y="250609"/>
                  </a:lnTo>
                  <a:lnTo>
                    <a:pt x="6572751" y="250178"/>
                  </a:lnTo>
                  <a:lnTo>
                    <a:pt x="6572909" y="250178"/>
                  </a:lnTo>
                  <a:lnTo>
                    <a:pt x="6573066" y="250178"/>
                  </a:lnTo>
                  <a:lnTo>
                    <a:pt x="6573224" y="250178"/>
                  </a:lnTo>
                  <a:lnTo>
                    <a:pt x="6573382" y="250178"/>
                  </a:lnTo>
                  <a:lnTo>
                    <a:pt x="6573540" y="250178"/>
                  </a:lnTo>
                  <a:lnTo>
                    <a:pt x="6573697" y="250178"/>
                  </a:lnTo>
                  <a:lnTo>
                    <a:pt x="6573855" y="250178"/>
                  </a:lnTo>
                  <a:lnTo>
                    <a:pt x="6574013" y="250178"/>
                  </a:lnTo>
                  <a:lnTo>
                    <a:pt x="6574170" y="250178"/>
                  </a:lnTo>
                  <a:lnTo>
                    <a:pt x="6574328" y="250178"/>
                  </a:lnTo>
                  <a:lnTo>
                    <a:pt x="6574486" y="250178"/>
                  </a:lnTo>
                  <a:lnTo>
                    <a:pt x="6574486" y="249748"/>
                  </a:lnTo>
                  <a:lnTo>
                    <a:pt x="6574644" y="249748"/>
                  </a:lnTo>
                  <a:lnTo>
                    <a:pt x="6574801" y="249748"/>
                  </a:lnTo>
                  <a:lnTo>
                    <a:pt x="6574801" y="249317"/>
                  </a:lnTo>
                  <a:lnTo>
                    <a:pt x="6574959" y="249317"/>
                  </a:lnTo>
                  <a:lnTo>
                    <a:pt x="6575117" y="249317"/>
                  </a:lnTo>
                  <a:lnTo>
                    <a:pt x="6575275" y="249317"/>
                  </a:lnTo>
                  <a:lnTo>
                    <a:pt x="6575432" y="249317"/>
                  </a:lnTo>
                  <a:lnTo>
                    <a:pt x="6575590" y="249317"/>
                  </a:lnTo>
                  <a:lnTo>
                    <a:pt x="6575748" y="249317"/>
                  </a:lnTo>
                  <a:lnTo>
                    <a:pt x="6575905" y="249317"/>
                  </a:lnTo>
                  <a:lnTo>
                    <a:pt x="6576063" y="249317"/>
                  </a:lnTo>
                  <a:lnTo>
                    <a:pt x="6576221" y="249317"/>
                  </a:lnTo>
                  <a:lnTo>
                    <a:pt x="6576379" y="249317"/>
                  </a:lnTo>
                  <a:lnTo>
                    <a:pt x="6576536" y="249317"/>
                  </a:lnTo>
                  <a:lnTo>
                    <a:pt x="6576536" y="248886"/>
                  </a:lnTo>
                  <a:lnTo>
                    <a:pt x="6576694" y="248886"/>
                  </a:lnTo>
                  <a:lnTo>
                    <a:pt x="6576852" y="248886"/>
                  </a:lnTo>
                  <a:lnTo>
                    <a:pt x="6577009" y="248886"/>
                  </a:lnTo>
                  <a:lnTo>
                    <a:pt x="6577167" y="248886"/>
                  </a:lnTo>
                  <a:lnTo>
                    <a:pt x="6577325" y="248886"/>
                  </a:lnTo>
                  <a:lnTo>
                    <a:pt x="6577483" y="248886"/>
                  </a:lnTo>
                  <a:lnTo>
                    <a:pt x="6577640" y="248886"/>
                  </a:lnTo>
                  <a:lnTo>
                    <a:pt x="6577798" y="248886"/>
                  </a:lnTo>
                  <a:lnTo>
                    <a:pt x="6577956" y="248886"/>
                  </a:lnTo>
                  <a:lnTo>
                    <a:pt x="6578113" y="248886"/>
                  </a:lnTo>
                  <a:lnTo>
                    <a:pt x="6578271" y="248886"/>
                  </a:lnTo>
                  <a:lnTo>
                    <a:pt x="6578429" y="248886"/>
                  </a:lnTo>
                  <a:lnTo>
                    <a:pt x="6578587" y="248886"/>
                  </a:lnTo>
                  <a:lnTo>
                    <a:pt x="6578744" y="248886"/>
                  </a:lnTo>
                  <a:lnTo>
                    <a:pt x="6578902" y="248886"/>
                  </a:lnTo>
                  <a:lnTo>
                    <a:pt x="6579060" y="248886"/>
                  </a:lnTo>
                  <a:lnTo>
                    <a:pt x="6579217" y="248886"/>
                  </a:lnTo>
                  <a:lnTo>
                    <a:pt x="6579375" y="248886"/>
                  </a:lnTo>
                  <a:lnTo>
                    <a:pt x="6579533" y="248886"/>
                  </a:lnTo>
                  <a:lnTo>
                    <a:pt x="6579691" y="248886"/>
                  </a:lnTo>
                  <a:lnTo>
                    <a:pt x="6579848" y="248886"/>
                  </a:lnTo>
                  <a:lnTo>
                    <a:pt x="6580006" y="248886"/>
                  </a:lnTo>
                  <a:lnTo>
                    <a:pt x="6580164" y="248886"/>
                  </a:lnTo>
                  <a:lnTo>
                    <a:pt x="6580322" y="248886"/>
                  </a:lnTo>
                  <a:lnTo>
                    <a:pt x="6580479" y="248886"/>
                  </a:lnTo>
                  <a:lnTo>
                    <a:pt x="6580637" y="248886"/>
                  </a:lnTo>
                  <a:lnTo>
                    <a:pt x="6580795" y="248886"/>
                  </a:lnTo>
                  <a:lnTo>
                    <a:pt x="6580952" y="248886"/>
                  </a:lnTo>
                  <a:lnTo>
                    <a:pt x="6581110" y="248886"/>
                  </a:lnTo>
                  <a:lnTo>
                    <a:pt x="6581268" y="248886"/>
                  </a:lnTo>
                  <a:lnTo>
                    <a:pt x="6581426" y="248886"/>
                  </a:lnTo>
                  <a:lnTo>
                    <a:pt x="6581583" y="248886"/>
                  </a:lnTo>
                  <a:lnTo>
                    <a:pt x="6581741" y="248886"/>
                  </a:lnTo>
                  <a:lnTo>
                    <a:pt x="6581899" y="248886"/>
                  </a:lnTo>
                  <a:lnTo>
                    <a:pt x="6582056" y="248886"/>
                  </a:lnTo>
                  <a:lnTo>
                    <a:pt x="6582214" y="248886"/>
                  </a:lnTo>
                  <a:lnTo>
                    <a:pt x="6582372" y="248886"/>
                  </a:lnTo>
                  <a:lnTo>
                    <a:pt x="6582530" y="248886"/>
                  </a:lnTo>
                  <a:lnTo>
                    <a:pt x="6582687" y="248886"/>
                  </a:lnTo>
                  <a:lnTo>
                    <a:pt x="6582845" y="248886"/>
                  </a:lnTo>
                  <a:lnTo>
                    <a:pt x="6583003" y="248886"/>
                  </a:lnTo>
                  <a:lnTo>
                    <a:pt x="6583160" y="248886"/>
                  </a:lnTo>
                  <a:lnTo>
                    <a:pt x="6583318" y="248886"/>
                  </a:lnTo>
                  <a:lnTo>
                    <a:pt x="6583476" y="248886"/>
                  </a:lnTo>
                  <a:lnTo>
                    <a:pt x="6583634" y="248886"/>
                  </a:lnTo>
                  <a:lnTo>
                    <a:pt x="6583791" y="248886"/>
                  </a:lnTo>
                  <a:lnTo>
                    <a:pt x="6583949" y="248886"/>
                  </a:lnTo>
                  <a:lnTo>
                    <a:pt x="6584107" y="248886"/>
                  </a:lnTo>
                  <a:lnTo>
                    <a:pt x="6584264" y="248886"/>
                  </a:lnTo>
                  <a:lnTo>
                    <a:pt x="6584422" y="248886"/>
                  </a:lnTo>
                  <a:lnTo>
                    <a:pt x="6584580" y="248886"/>
                  </a:lnTo>
                  <a:lnTo>
                    <a:pt x="6584738" y="248886"/>
                  </a:lnTo>
                  <a:lnTo>
                    <a:pt x="6584895" y="248886"/>
                  </a:lnTo>
                  <a:lnTo>
                    <a:pt x="6585053" y="248886"/>
                  </a:lnTo>
                  <a:lnTo>
                    <a:pt x="6585211" y="248886"/>
                  </a:lnTo>
                  <a:lnTo>
                    <a:pt x="6585368" y="248886"/>
                  </a:lnTo>
                  <a:lnTo>
                    <a:pt x="6585368" y="248456"/>
                  </a:lnTo>
                  <a:lnTo>
                    <a:pt x="6585368" y="248025"/>
                  </a:lnTo>
                  <a:lnTo>
                    <a:pt x="6585368" y="247595"/>
                  </a:lnTo>
                  <a:lnTo>
                    <a:pt x="6585526" y="247595"/>
                  </a:lnTo>
                  <a:lnTo>
                    <a:pt x="6585684" y="247595"/>
                  </a:lnTo>
                  <a:lnTo>
                    <a:pt x="6585842" y="247595"/>
                  </a:lnTo>
                  <a:lnTo>
                    <a:pt x="6585999" y="247595"/>
                  </a:lnTo>
                  <a:lnTo>
                    <a:pt x="6586157" y="247595"/>
                  </a:lnTo>
                  <a:lnTo>
                    <a:pt x="6586315" y="247595"/>
                  </a:lnTo>
                  <a:lnTo>
                    <a:pt x="6586473" y="247595"/>
                  </a:lnTo>
                  <a:lnTo>
                    <a:pt x="6586630" y="247595"/>
                  </a:lnTo>
                  <a:lnTo>
                    <a:pt x="6586788" y="247595"/>
                  </a:lnTo>
                  <a:lnTo>
                    <a:pt x="6586946" y="247595"/>
                  </a:lnTo>
                  <a:lnTo>
                    <a:pt x="6587103" y="247595"/>
                  </a:lnTo>
                  <a:lnTo>
                    <a:pt x="6587261" y="247595"/>
                  </a:lnTo>
                  <a:lnTo>
                    <a:pt x="6587419" y="247595"/>
                  </a:lnTo>
                  <a:lnTo>
                    <a:pt x="6587577" y="247595"/>
                  </a:lnTo>
                  <a:lnTo>
                    <a:pt x="6587734" y="247595"/>
                  </a:lnTo>
                  <a:lnTo>
                    <a:pt x="6587892" y="247595"/>
                  </a:lnTo>
                  <a:lnTo>
                    <a:pt x="6588050" y="247595"/>
                  </a:lnTo>
                  <a:lnTo>
                    <a:pt x="6588207" y="247595"/>
                  </a:lnTo>
                  <a:lnTo>
                    <a:pt x="6588365" y="247595"/>
                  </a:lnTo>
                  <a:lnTo>
                    <a:pt x="6588523" y="247595"/>
                  </a:lnTo>
                  <a:lnTo>
                    <a:pt x="6588681" y="247595"/>
                  </a:lnTo>
                  <a:lnTo>
                    <a:pt x="6588838" y="247595"/>
                  </a:lnTo>
                  <a:lnTo>
                    <a:pt x="6588996" y="247595"/>
                  </a:lnTo>
                  <a:lnTo>
                    <a:pt x="6589154" y="247595"/>
                  </a:lnTo>
                  <a:lnTo>
                    <a:pt x="6589311" y="247595"/>
                  </a:lnTo>
                  <a:lnTo>
                    <a:pt x="6589469" y="247595"/>
                  </a:lnTo>
                  <a:lnTo>
                    <a:pt x="6589627" y="247595"/>
                  </a:lnTo>
                  <a:lnTo>
                    <a:pt x="6589785" y="247595"/>
                  </a:lnTo>
                  <a:lnTo>
                    <a:pt x="6589942" y="247595"/>
                  </a:lnTo>
                  <a:lnTo>
                    <a:pt x="6590100" y="247595"/>
                  </a:lnTo>
                  <a:lnTo>
                    <a:pt x="6590100" y="247164"/>
                  </a:lnTo>
                  <a:lnTo>
                    <a:pt x="6590258" y="247164"/>
                  </a:lnTo>
                  <a:lnTo>
                    <a:pt x="6590415" y="247164"/>
                  </a:lnTo>
                  <a:lnTo>
                    <a:pt x="6590573" y="247164"/>
                  </a:lnTo>
                  <a:lnTo>
                    <a:pt x="6590731" y="247164"/>
                  </a:lnTo>
                  <a:lnTo>
                    <a:pt x="6590889" y="247164"/>
                  </a:lnTo>
                  <a:lnTo>
                    <a:pt x="6591046" y="247164"/>
                  </a:lnTo>
                  <a:lnTo>
                    <a:pt x="6591204" y="247164"/>
                  </a:lnTo>
                  <a:lnTo>
                    <a:pt x="6591362" y="247164"/>
                  </a:lnTo>
                  <a:lnTo>
                    <a:pt x="6591520" y="247164"/>
                  </a:lnTo>
                  <a:lnTo>
                    <a:pt x="6591677" y="247164"/>
                  </a:lnTo>
                  <a:lnTo>
                    <a:pt x="6591835" y="247164"/>
                  </a:lnTo>
                  <a:lnTo>
                    <a:pt x="6591993" y="247164"/>
                  </a:lnTo>
                  <a:lnTo>
                    <a:pt x="6592150" y="247164"/>
                  </a:lnTo>
                  <a:lnTo>
                    <a:pt x="6592308" y="247164"/>
                  </a:lnTo>
                  <a:lnTo>
                    <a:pt x="6592466" y="247164"/>
                  </a:lnTo>
                  <a:lnTo>
                    <a:pt x="6592624" y="247164"/>
                  </a:lnTo>
                  <a:lnTo>
                    <a:pt x="6592781" y="247164"/>
                  </a:lnTo>
                  <a:lnTo>
                    <a:pt x="6592939" y="247164"/>
                  </a:lnTo>
                  <a:lnTo>
                    <a:pt x="6593097" y="247164"/>
                  </a:lnTo>
                  <a:lnTo>
                    <a:pt x="6593254" y="247164"/>
                  </a:lnTo>
                  <a:lnTo>
                    <a:pt x="6593412" y="247164"/>
                  </a:lnTo>
                  <a:lnTo>
                    <a:pt x="6593570" y="247164"/>
                  </a:lnTo>
                  <a:lnTo>
                    <a:pt x="6593728" y="247164"/>
                  </a:lnTo>
                  <a:lnTo>
                    <a:pt x="6593885" y="247164"/>
                  </a:lnTo>
                  <a:lnTo>
                    <a:pt x="6594043" y="247164"/>
                  </a:lnTo>
                  <a:lnTo>
                    <a:pt x="6594201" y="247164"/>
                  </a:lnTo>
                  <a:lnTo>
                    <a:pt x="6594358" y="247164"/>
                  </a:lnTo>
                  <a:lnTo>
                    <a:pt x="6594516" y="247164"/>
                  </a:lnTo>
                  <a:lnTo>
                    <a:pt x="6594674" y="247164"/>
                  </a:lnTo>
                  <a:lnTo>
                    <a:pt x="6594832" y="247164"/>
                  </a:lnTo>
                  <a:lnTo>
                    <a:pt x="6594989" y="247164"/>
                  </a:lnTo>
                  <a:lnTo>
                    <a:pt x="6595147" y="247164"/>
                  </a:lnTo>
                  <a:lnTo>
                    <a:pt x="6595305" y="247164"/>
                  </a:lnTo>
                  <a:lnTo>
                    <a:pt x="6595462" y="247164"/>
                  </a:lnTo>
                  <a:lnTo>
                    <a:pt x="6595620" y="247164"/>
                  </a:lnTo>
                  <a:lnTo>
                    <a:pt x="6595778" y="247164"/>
                  </a:lnTo>
                  <a:lnTo>
                    <a:pt x="6595936" y="247164"/>
                  </a:lnTo>
                  <a:lnTo>
                    <a:pt x="6596093" y="247164"/>
                  </a:lnTo>
                  <a:lnTo>
                    <a:pt x="6596251" y="247164"/>
                  </a:lnTo>
                  <a:lnTo>
                    <a:pt x="6596409" y="247164"/>
                  </a:lnTo>
                  <a:lnTo>
                    <a:pt x="6596566" y="247164"/>
                  </a:lnTo>
                  <a:lnTo>
                    <a:pt x="6596566" y="246733"/>
                  </a:lnTo>
                  <a:lnTo>
                    <a:pt x="6596724" y="246733"/>
                  </a:lnTo>
                  <a:lnTo>
                    <a:pt x="6596882" y="246733"/>
                  </a:lnTo>
                  <a:lnTo>
                    <a:pt x="6596882" y="246303"/>
                  </a:lnTo>
                  <a:lnTo>
                    <a:pt x="6597040" y="246303"/>
                  </a:lnTo>
                  <a:lnTo>
                    <a:pt x="6597197" y="246303"/>
                  </a:lnTo>
                  <a:lnTo>
                    <a:pt x="6597355" y="246303"/>
                  </a:lnTo>
                  <a:lnTo>
                    <a:pt x="6597513" y="246303"/>
                  </a:lnTo>
                  <a:lnTo>
                    <a:pt x="6597671" y="246303"/>
                  </a:lnTo>
                  <a:lnTo>
                    <a:pt x="6597828" y="246303"/>
                  </a:lnTo>
                  <a:lnTo>
                    <a:pt x="6597986" y="246303"/>
                  </a:lnTo>
                  <a:lnTo>
                    <a:pt x="6598144" y="246303"/>
                  </a:lnTo>
                  <a:lnTo>
                    <a:pt x="6598301" y="246303"/>
                  </a:lnTo>
                  <a:lnTo>
                    <a:pt x="6598459" y="246303"/>
                  </a:lnTo>
                  <a:lnTo>
                    <a:pt x="6598617" y="246303"/>
                  </a:lnTo>
                  <a:lnTo>
                    <a:pt x="6598617" y="245872"/>
                  </a:lnTo>
                  <a:lnTo>
                    <a:pt x="6598775" y="245872"/>
                  </a:lnTo>
                  <a:lnTo>
                    <a:pt x="6598775" y="245442"/>
                  </a:lnTo>
                  <a:lnTo>
                    <a:pt x="6598932" y="245442"/>
                  </a:lnTo>
                  <a:lnTo>
                    <a:pt x="6599090" y="245442"/>
                  </a:lnTo>
                  <a:lnTo>
                    <a:pt x="6599248" y="245442"/>
                  </a:lnTo>
                  <a:lnTo>
                    <a:pt x="6599405" y="245442"/>
                  </a:lnTo>
                  <a:lnTo>
                    <a:pt x="6599563" y="245442"/>
                  </a:lnTo>
                  <a:lnTo>
                    <a:pt x="6599721" y="245442"/>
                  </a:lnTo>
                  <a:lnTo>
                    <a:pt x="6599879" y="245442"/>
                  </a:lnTo>
                  <a:lnTo>
                    <a:pt x="6600036" y="245442"/>
                  </a:lnTo>
                  <a:lnTo>
                    <a:pt x="6600194" y="245442"/>
                  </a:lnTo>
                  <a:lnTo>
                    <a:pt x="6600194" y="245011"/>
                  </a:lnTo>
                  <a:lnTo>
                    <a:pt x="6600352" y="245011"/>
                  </a:lnTo>
                  <a:lnTo>
                    <a:pt x="6600509" y="245011"/>
                  </a:lnTo>
                  <a:lnTo>
                    <a:pt x="6600667" y="245011"/>
                  </a:lnTo>
                  <a:lnTo>
                    <a:pt x="6600825" y="245011"/>
                  </a:lnTo>
                  <a:lnTo>
                    <a:pt x="6600983" y="245011"/>
                  </a:lnTo>
                  <a:lnTo>
                    <a:pt x="6601140" y="245011"/>
                  </a:lnTo>
                  <a:lnTo>
                    <a:pt x="6601298" y="245011"/>
                  </a:lnTo>
                  <a:lnTo>
                    <a:pt x="6601456" y="245011"/>
                  </a:lnTo>
                  <a:lnTo>
                    <a:pt x="6601613" y="245011"/>
                  </a:lnTo>
                  <a:lnTo>
                    <a:pt x="6601771" y="245011"/>
                  </a:lnTo>
                  <a:lnTo>
                    <a:pt x="6601929" y="245011"/>
                  </a:lnTo>
                  <a:lnTo>
                    <a:pt x="6602087" y="245011"/>
                  </a:lnTo>
                  <a:lnTo>
                    <a:pt x="6602244" y="245011"/>
                  </a:lnTo>
                  <a:lnTo>
                    <a:pt x="6602402" y="245011"/>
                  </a:lnTo>
                  <a:lnTo>
                    <a:pt x="6602560" y="245011"/>
                  </a:lnTo>
                  <a:lnTo>
                    <a:pt x="6602718" y="245011"/>
                  </a:lnTo>
                  <a:lnTo>
                    <a:pt x="6602718" y="244580"/>
                  </a:lnTo>
                  <a:lnTo>
                    <a:pt x="6602875" y="244580"/>
                  </a:lnTo>
                  <a:lnTo>
                    <a:pt x="6603033" y="244580"/>
                  </a:lnTo>
                  <a:lnTo>
                    <a:pt x="6603191" y="244580"/>
                  </a:lnTo>
                  <a:lnTo>
                    <a:pt x="6603348" y="244580"/>
                  </a:lnTo>
                  <a:lnTo>
                    <a:pt x="6603506" y="244580"/>
                  </a:lnTo>
                  <a:lnTo>
                    <a:pt x="6603664" y="244580"/>
                  </a:lnTo>
                  <a:lnTo>
                    <a:pt x="6603822" y="244580"/>
                  </a:lnTo>
                  <a:lnTo>
                    <a:pt x="6603979" y="244580"/>
                  </a:lnTo>
                  <a:lnTo>
                    <a:pt x="6604137" y="244580"/>
                  </a:lnTo>
                  <a:lnTo>
                    <a:pt x="6604137" y="244150"/>
                  </a:lnTo>
                  <a:lnTo>
                    <a:pt x="6604295" y="244150"/>
                  </a:lnTo>
                  <a:lnTo>
                    <a:pt x="6604452" y="244150"/>
                  </a:lnTo>
                  <a:lnTo>
                    <a:pt x="6604610" y="244150"/>
                  </a:lnTo>
                  <a:lnTo>
                    <a:pt x="6604768" y="244150"/>
                  </a:lnTo>
                  <a:lnTo>
                    <a:pt x="6604926" y="244150"/>
                  </a:lnTo>
                  <a:lnTo>
                    <a:pt x="6605083" y="244150"/>
                  </a:lnTo>
                  <a:lnTo>
                    <a:pt x="6605241" y="244150"/>
                  </a:lnTo>
                  <a:lnTo>
                    <a:pt x="6605399" y="244150"/>
                  </a:lnTo>
                  <a:lnTo>
                    <a:pt x="6605556" y="244150"/>
                  </a:lnTo>
                  <a:lnTo>
                    <a:pt x="6605714" y="244150"/>
                  </a:lnTo>
                  <a:lnTo>
                    <a:pt x="6605872" y="244150"/>
                  </a:lnTo>
                  <a:lnTo>
                    <a:pt x="6606030" y="244150"/>
                  </a:lnTo>
                  <a:lnTo>
                    <a:pt x="6606187" y="244150"/>
                  </a:lnTo>
                  <a:lnTo>
                    <a:pt x="6606345" y="244150"/>
                  </a:lnTo>
                  <a:lnTo>
                    <a:pt x="6606503" y="244150"/>
                  </a:lnTo>
                  <a:lnTo>
                    <a:pt x="6606660" y="244150"/>
                  </a:lnTo>
                  <a:lnTo>
                    <a:pt x="6606818" y="244150"/>
                  </a:lnTo>
                  <a:lnTo>
                    <a:pt x="6606976" y="244150"/>
                  </a:lnTo>
                  <a:lnTo>
                    <a:pt x="6607134" y="244150"/>
                  </a:lnTo>
                  <a:lnTo>
                    <a:pt x="6607291" y="244150"/>
                  </a:lnTo>
                  <a:lnTo>
                    <a:pt x="6607449" y="244150"/>
                  </a:lnTo>
                  <a:lnTo>
                    <a:pt x="6607607" y="244150"/>
                  </a:lnTo>
                  <a:lnTo>
                    <a:pt x="6607607" y="243719"/>
                  </a:lnTo>
                  <a:lnTo>
                    <a:pt x="6607764" y="243719"/>
                  </a:lnTo>
                  <a:lnTo>
                    <a:pt x="6607922" y="243719"/>
                  </a:lnTo>
                  <a:lnTo>
                    <a:pt x="6608080" y="243719"/>
                  </a:lnTo>
                  <a:lnTo>
                    <a:pt x="6608238" y="243719"/>
                  </a:lnTo>
                  <a:lnTo>
                    <a:pt x="6608395" y="243719"/>
                  </a:lnTo>
                  <a:lnTo>
                    <a:pt x="6608553" y="243719"/>
                  </a:lnTo>
                  <a:lnTo>
                    <a:pt x="6608711" y="243719"/>
                  </a:lnTo>
                  <a:lnTo>
                    <a:pt x="6608869" y="243719"/>
                  </a:lnTo>
                  <a:lnTo>
                    <a:pt x="6608869" y="243289"/>
                  </a:lnTo>
                  <a:lnTo>
                    <a:pt x="6609026" y="243289"/>
                  </a:lnTo>
                  <a:lnTo>
                    <a:pt x="6609184" y="243289"/>
                  </a:lnTo>
                  <a:lnTo>
                    <a:pt x="6609342" y="243289"/>
                  </a:lnTo>
                  <a:lnTo>
                    <a:pt x="6609499" y="243289"/>
                  </a:lnTo>
                  <a:lnTo>
                    <a:pt x="6609657" y="243289"/>
                  </a:lnTo>
                  <a:lnTo>
                    <a:pt x="6609815" y="243289"/>
                  </a:lnTo>
                  <a:lnTo>
                    <a:pt x="6609973" y="243289"/>
                  </a:lnTo>
                  <a:lnTo>
                    <a:pt x="6610130" y="243289"/>
                  </a:lnTo>
                  <a:lnTo>
                    <a:pt x="6610288" y="243289"/>
                  </a:lnTo>
                  <a:lnTo>
                    <a:pt x="6610446" y="243289"/>
                  </a:lnTo>
                  <a:lnTo>
                    <a:pt x="6610603" y="243289"/>
                  </a:lnTo>
                  <a:lnTo>
                    <a:pt x="6610761" y="243289"/>
                  </a:lnTo>
                  <a:lnTo>
                    <a:pt x="6610919" y="243289"/>
                  </a:lnTo>
                  <a:lnTo>
                    <a:pt x="6610919" y="242858"/>
                  </a:lnTo>
                  <a:lnTo>
                    <a:pt x="6610919" y="242427"/>
                  </a:lnTo>
                  <a:lnTo>
                    <a:pt x="6611077" y="242427"/>
                  </a:lnTo>
                  <a:lnTo>
                    <a:pt x="6611077" y="241997"/>
                  </a:lnTo>
                  <a:lnTo>
                    <a:pt x="6611234" y="241997"/>
                  </a:lnTo>
                  <a:lnTo>
                    <a:pt x="6611392" y="241997"/>
                  </a:lnTo>
                  <a:lnTo>
                    <a:pt x="6611550" y="241997"/>
                  </a:lnTo>
                  <a:lnTo>
                    <a:pt x="6611707" y="241997"/>
                  </a:lnTo>
                  <a:lnTo>
                    <a:pt x="6611865" y="241997"/>
                  </a:lnTo>
                  <a:lnTo>
                    <a:pt x="6612023" y="241997"/>
                  </a:lnTo>
                  <a:lnTo>
                    <a:pt x="6612181" y="241997"/>
                  </a:lnTo>
                  <a:lnTo>
                    <a:pt x="6612338" y="241997"/>
                  </a:lnTo>
                  <a:lnTo>
                    <a:pt x="6612496" y="241997"/>
                  </a:lnTo>
                  <a:lnTo>
                    <a:pt x="6612654" y="241997"/>
                  </a:lnTo>
                  <a:lnTo>
                    <a:pt x="6612811" y="241997"/>
                  </a:lnTo>
                  <a:lnTo>
                    <a:pt x="6612969" y="241997"/>
                  </a:lnTo>
                  <a:lnTo>
                    <a:pt x="6612969" y="241566"/>
                  </a:lnTo>
                  <a:lnTo>
                    <a:pt x="6613127" y="241566"/>
                  </a:lnTo>
                  <a:lnTo>
                    <a:pt x="6613285" y="241566"/>
                  </a:lnTo>
                  <a:lnTo>
                    <a:pt x="6613442" y="241566"/>
                  </a:lnTo>
                  <a:lnTo>
                    <a:pt x="6613600" y="241566"/>
                  </a:lnTo>
                  <a:lnTo>
                    <a:pt x="6613758" y="241566"/>
                  </a:lnTo>
                  <a:lnTo>
                    <a:pt x="6613915" y="241566"/>
                  </a:lnTo>
                  <a:lnTo>
                    <a:pt x="6614073" y="241566"/>
                  </a:lnTo>
                  <a:lnTo>
                    <a:pt x="6614231" y="241566"/>
                  </a:lnTo>
                  <a:lnTo>
                    <a:pt x="6614389" y="241566"/>
                  </a:lnTo>
                  <a:lnTo>
                    <a:pt x="6614546" y="241566"/>
                  </a:lnTo>
                  <a:lnTo>
                    <a:pt x="6614704" y="241566"/>
                  </a:lnTo>
                  <a:lnTo>
                    <a:pt x="6614862" y="241566"/>
                  </a:lnTo>
                  <a:lnTo>
                    <a:pt x="6615020" y="241566"/>
                  </a:lnTo>
                  <a:lnTo>
                    <a:pt x="6615177" y="241566"/>
                  </a:lnTo>
                  <a:lnTo>
                    <a:pt x="6615335" y="241566"/>
                  </a:lnTo>
                  <a:lnTo>
                    <a:pt x="6615493" y="241566"/>
                  </a:lnTo>
                  <a:lnTo>
                    <a:pt x="6615650" y="241566"/>
                  </a:lnTo>
                  <a:lnTo>
                    <a:pt x="6615650" y="241136"/>
                  </a:lnTo>
                  <a:lnTo>
                    <a:pt x="6615808" y="241136"/>
                  </a:lnTo>
                  <a:lnTo>
                    <a:pt x="6615966" y="241136"/>
                  </a:lnTo>
                  <a:lnTo>
                    <a:pt x="6616124" y="241136"/>
                  </a:lnTo>
                  <a:lnTo>
                    <a:pt x="6616281" y="241136"/>
                  </a:lnTo>
                  <a:lnTo>
                    <a:pt x="6616439" y="241136"/>
                  </a:lnTo>
                  <a:lnTo>
                    <a:pt x="6616597" y="241136"/>
                  </a:lnTo>
                  <a:lnTo>
                    <a:pt x="6616754" y="241136"/>
                  </a:lnTo>
                  <a:lnTo>
                    <a:pt x="6616912" y="241136"/>
                  </a:lnTo>
                  <a:lnTo>
                    <a:pt x="6616912" y="240705"/>
                  </a:lnTo>
                  <a:lnTo>
                    <a:pt x="6617070" y="240705"/>
                  </a:lnTo>
                  <a:lnTo>
                    <a:pt x="6617228" y="240705"/>
                  </a:lnTo>
                  <a:lnTo>
                    <a:pt x="6617385" y="240705"/>
                  </a:lnTo>
                  <a:lnTo>
                    <a:pt x="6617543" y="240705"/>
                  </a:lnTo>
                  <a:lnTo>
                    <a:pt x="6617701" y="240705"/>
                  </a:lnTo>
                  <a:lnTo>
                    <a:pt x="6617858" y="240705"/>
                  </a:lnTo>
                  <a:lnTo>
                    <a:pt x="6617858" y="240274"/>
                  </a:lnTo>
                  <a:lnTo>
                    <a:pt x="6617858" y="239844"/>
                  </a:lnTo>
                  <a:lnTo>
                    <a:pt x="6618016" y="239844"/>
                  </a:lnTo>
                  <a:lnTo>
                    <a:pt x="6618174" y="239844"/>
                  </a:lnTo>
                  <a:lnTo>
                    <a:pt x="6618332" y="239844"/>
                  </a:lnTo>
                  <a:lnTo>
                    <a:pt x="6618489" y="239844"/>
                  </a:lnTo>
                  <a:lnTo>
                    <a:pt x="6618647" y="239844"/>
                  </a:lnTo>
                  <a:lnTo>
                    <a:pt x="6618805" y="239844"/>
                  </a:lnTo>
                  <a:lnTo>
                    <a:pt x="6618962" y="239844"/>
                  </a:lnTo>
                  <a:lnTo>
                    <a:pt x="6619120" y="239844"/>
                  </a:lnTo>
                  <a:lnTo>
                    <a:pt x="6619278" y="239844"/>
                  </a:lnTo>
                  <a:lnTo>
                    <a:pt x="6619436" y="239844"/>
                  </a:lnTo>
                  <a:lnTo>
                    <a:pt x="6619593" y="239844"/>
                  </a:lnTo>
                  <a:lnTo>
                    <a:pt x="6619751" y="239844"/>
                  </a:lnTo>
                  <a:lnTo>
                    <a:pt x="6619751" y="239413"/>
                  </a:lnTo>
                  <a:lnTo>
                    <a:pt x="6619909" y="239413"/>
                  </a:lnTo>
                  <a:lnTo>
                    <a:pt x="6620067" y="239413"/>
                  </a:lnTo>
                  <a:lnTo>
                    <a:pt x="6620067" y="238983"/>
                  </a:lnTo>
                  <a:lnTo>
                    <a:pt x="6620224" y="238983"/>
                  </a:lnTo>
                  <a:lnTo>
                    <a:pt x="6620382" y="238983"/>
                  </a:lnTo>
                  <a:lnTo>
                    <a:pt x="6620540" y="238983"/>
                  </a:lnTo>
                  <a:lnTo>
                    <a:pt x="6620697" y="238983"/>
                  </a:lnTo>
                  <a:lnTo>
                    <a:pt x="6620855" y="238983"/>
                  </a:lnTo>
                  <a:lnTo>
                    <a:pt x="6621013" y="238983"/>
                  </a:lnTo>
                  <a:lnTo>
                    <a:pt x="6621171" y="238983"/>
                  </a:lnTo>
                  <a:lnTo>
                    <a:pt x="6621328" y="238983"/>
                  </a:lnTo>
                  <a:lnTo>
                    <a:pt x="6621486" y="238983"/>
                  </a:lnTo>
                  <a:lnTo>
                    <a:pt x="6621644" y="238983"/>
                  </a:lnTo>
                  <a:lnTo>
                    <a:pt x="6621644" y="238552"/>
                  </a:lnTo>
                  <a:lnTo>
                    <a:pt x="6621801" y="238552"/>
                  </a:lnTo>
                  <a:lnTo>
                    <a:pt x="6621959" y="238552"/>
                  </a:lnTo>
                  <a:lnTo>
                    <a:pt x="6622117" y="238552"/>
                  </a:lnTo>
                  <a:lnTo>
                    <a:pt x="6622275" y="238552"/>
                  </a:lnTo>
                  <a:lnTo>
                    <a:pt x="6622275" y="238121"/>
                  </a:lnTo>
                  <a:lnTo>
                    <a:pt x="6622432" y="238121"/>
                  </a:lnTo>
                  <a:lnTo>
                    <a:pt x="6622590" y="238121"/>
                  </a:lnTo>
                  <a:lnTo>
                    <a:pt x="6622748" y="238121"/>
                  </a:lnTo>
                  <a:lnTo>
                    <a:pt x="6622905" y="238121"/>
                  </a:lnTo>
                  <a:lnTo>
                    <a:pt x="6623063" y="238121"/>
                  </a:lnTo>
                  <a:lnTo>
                    <a:pt x="6623221" y="238121"/>
                  </a:lnTo>
                  <a:lnTo>
                    <a:pt x="6623379" y="238121"/>
                  </a:lnTo>
                  <a:lnTo>
                    <a:pt x="6623536" y="238121"/>
                  </a:lnTo>
                  <a:lnTo>
                    <a:pt x="6623694" y="238121"/>
                  </a:lnTo>
                  <a:lnTo>
                    <a:pt x="6623852" y="238121"/>
                  </a:lnTo>
                  <a:lnTo>
                    <a:pt x="6624009" y="238121"/>
                  </a:lnTo>
                  <a:lnTo>
                    <a:pt x="6624167" y="238121"/>
                  </a:lnTo>
                  <a:lnTo>
                    <a:pt x="6624325" y="238121"/>
                  </a:lnTo>
                  <a:lnTo>
                    <a:pt x="6624483" y="238121"/>
                  </a:lnTo>
                  <a:lnTo>
                    <a:pt x="6624640" y="238121"/>
                  </a:lnTo>
                  <a:lnTo>
                    <a:pt x="6624798" y="238121"/>
                  </a:lnTo>
                  <a:lnTo>
                    <a:pt x="6624956" y="238121"/>
                  </a:lnTo>
                  <a:lnTo>
                    <a:pt x="6625113" y="238121"/>
                  </a:lnTo>
                  <a:lnTo>
                    <a:pt x="6625271" y="238121"/>
                  </a:lnTo>
                  <a:lnTo>
                    <a:pt x="6625429" y="238121"/>
                  </a:lnTo>
                  <a:lnTo>
                    <a:pt x="6625587" y="238121"/>
                  </a:lnTo>
                  <a:lnTo>
                    <a:pt x="6625744" y="238121"/>
                  </a:lnTo>
                  <a:lnTo>
                    <a:pt x="6625902" y="238121"/>
                  </a:lnTo>
                  <a:lnTo>
                    <a:pt x="6626060" y="238121"/>
                  </a:lnTo>
                  <a:lnTo>
                    <a:pt x="6626218" y="238121"/>
                  </a:lnTo>
                  <a:lnTo>
                    <a:pt x="6626375" y="238121"/>
                  </a:lnTo>
                  <a:lnTo>
                    <a:pt x="6626533" y="238121"/>
                  </a:lnTo>
                  <a:lnTo>
                    <a:pt x="6626533" y="237691"/>
                  </a:lnTo>
                  <a:lnTo>
                    <a:pt x="6626691" y="237691"/>
                  </a:lnTo>
                  <a:lnTo>
                    <a:pt x="6626848" y="237691"/>
                  </a:lnTo>
                  <a:lnTo>
                    <a:pt x="6627006" y="237691"/>
                  </a:lnTo>
                  <a:lnTo>
                    <a:pt x="6627164" y="237691"/>
                  </a:lnTo>
                  <a:lnTo>
                    <a:pt x="6627322" y="237691"/>
                  </a:lnTo>
                  <a:lnTo>
                    <a:pt x="6627479" y="237691"/>
                  </a:lnTo>
                  <a:lnTo>
                    <a:pt x="6627637" y="237691"/>
                  </a:lnTo>
                  <a:lnTo>
                    <a:pt x="6627795" y="237691"/>
                  </a:lnTo>
                  <a:lnTo>
                    <a:pt x="6627952" y="237691"/>
                  </a:lnTo>
                  <a:lnTo>
                    <a:pt x="6628110" y="237691"/>
                  </a:lnTo>
                  <a:lnTo>
                    <a:pt x="6628268" y="237691"/>
                  </a:lnTo>
                  <a:lnTo>
                    <a:pt x="6628426" y="237691"/>
                  </a:lnTo>
                  <a:lnTo>
                    <a:pt x="6628583" y="237691"/>
                  </a:lnTo>
                  <a:lnTo>
                    <a:pt x="6628741" y="237691"/>
                  </a:lnTo>
                  <a:lnTo>
                    <a:pt x="6628899" y="237691"/>
                  </a:lnTo>
                  <a:lnTo>
                    <a:pt x="6628899" y="237260"/>
                  </a:lnTo>
                  <a:lnTo>
                    <a:pt x="6629056" y="237260"/>
                  </a:lnTo>
                  <a:lnTo>
                    <a:pt x="6629214" y="237260"/>
                  </a:lnTo>
                  <a:lnTo>
                    <a:pt x="6629372" y="237260"/>
                  </a:lnTo>
                  <a:lnTo>
                    <a:pt x="6629530" y="237260"/>
                  </a:lnTo>
                  <a:lnTo>
                    <a:pt x="6629687" y="237260"/>
                  </a:lnTo>
                  <a:lnTo>
                    <a:pt x="6629845" y="237260"/>
                  </a:lnTo>
                  <a:lnTo>
                    <a:pt x="6630003" y="237260"/>
                  </a:lnTo>
                  <a:lnTo>
                    <a:pt x="6630160" y="237260"/>
                  </a:lnTo>
                  <a:lnTo>
                    <a:pt x="6630318" y="237260"/>
                  </a:lnTo>
                  <a:lnTo>
                    <a:pt x="6630476" y="237260"/>
                  </a:lnTo>
                  <a:lnTo>
                    <a:pt x="6630634" y="237260"/>
                  </a:lnTo>
                  <a:lnTo>
                    <a:pt x="6630791" y="237260"/>
                  </a:lnTo>
                  <a:lnTo>
                    <a:pt x="6630949" y="237260"/>
                  </a:lnTo>
                  <a:lnTo>
                    <a:pt x="6631107" y="237260"/>
                  </a:lnTo>
                  <a:lnTo>
                    <a:pt x="6631107" y="236830"/>
                  </a:lnTo>
                  <a:lnTo>
                    <a:pt x="6631265" y="236830"/>
                  </a:lnTo>
                  <a:lnTo>
                    <a:pt x="6631422" y="236830"/>
                  </a:lnTo>
                  <a:lnTo>
                    <a:pt x="6631580" y="236830"/>
                  </a:lnTo>
                  <a:lnTo>
                    <a:pt x="6631738" y="236830"/>
                  </a:lnTo>
                  <a:lnTo>
                    <a:pt x="6631895" y="236830"/>
                  </a:lnTo>
                  <a:lnTo>
                    <a:pt x="6632053" y="236830"/>
                  </a:lnTo>
                  <a:lnTo>
                    <a:pt x="6632211" y="236830"/>
                  </a:lnTo>
                  <a:lnTo>
                    <a:pt x="6632369" y="236830"/>
                  </a:lnTo>
                  <a:lnTo>
                    <a:pt x="6632526" y="236830"/>
                  </a:lnTo>
                  <a:lnTo>
                    <a:pt x="6632684" y="236830"/>
                  </a:lnTo>
                  <a:lnTo>
                    <a:pt x="6632842" y="236830"/>
                  </a:lnTo>
                  <a:lnTo>
                    <a:pt x="6632999" y="236830"/>
                  </a:lnTo>
                  <a:lnTo>
                    <a:pt x="6633157" y="236830"/>
                  </a:lnTo>
                  <a:lnTo>
                    <a:pt x="6633315" y="236830"/>
                  </a:lnTo>
                  <a:lnTo>
                    <a:pt x="6633473" y="236830"/>
                  </a:lnTo>
                  <a:lnTo>
                    <a:pt x="6633630" y="236830"/>
                  </a:lnTo>
                  <a:lnTo>
                    <a:pt x="6633788" y="236830"/>
                  </a:lnTo>
                  <a:lnTo>
                    <a:pt x="6633946" y="236830"/>
                  </a:lnTo>
                  <a:lnTo>
                    <a:pt x="6634103" y="236830"/>
                  </a:lnTo>
                  <a:lnTo>
                    <a:pt x="6634261" y="236830"/>
                  </a:lnTo>
                  <a:lnTo>
                    <a:pt x="6634419" y="236830"/>
                  </a:lnTo>
                  <a:lnTo>
                    <a:pt x="6634577" y="236830"/>
                  </a:lnTo>
                  <a:lnTo>
                    <a:pt x="6634734" y="236830"/>
                  </a:lnTo>
                  <a:lnTo>
                    <a:pt x="6634892" y="236830"/>
                  </a:lnTo>
                  <a:lnTo>
                    <a:pt x="6635050" y="236830"/>
                  </a:lnTo>
                  <a:lnTo>
                    <a:pt x="6635207" y="236830"/>
                  </a:lnTo>
                  <a:lnTo>
                    <a:pt x="6635365" y="236830"/>
                  </a:lnTo>
                  <a:lnTo>
                    <a:pt x="6635523" y="236830"/>
                  </a:lnTo>
                  <a:lnTo>
                    <a:pt x="6635681" y="236830"/>
                  </a:lnTo>
                  <a:lnTo>
                    <a:pt x="6635838" y="236830"/>
                  </a:lnTo>
                  <a:lnTo>
                    <a:pt x="6635996" y="236830"/>
                  </a:lnTo>
                  <a:lnTo>
                    <a:pt x="6636154" y="236830"/>
                  </a:lnTo>
                  <a:lnTo>
                    <a:pt x="6636311" y="236830"/>
                  </a:lnTo>
                  <a:lnTo>
                    <a:pt x="6636469" y="236830"/>
                  </a:lnTo>
                  <a:lnTo>
                    <a:pt x="6636627" y="236830"/>
                  </a:lnTo>
                  <a:lnTo>
                    <a:pt x="6636627" y="236399"/>
                  </a:lnTo>
                  <a:lnTo>
                    <a:pt x="6636785" y="236399"/>
                  </a:lnTo>
                  <a:lnTo>
                    <a:pt x="6636942" y="236399"/>
                  </a:lnTo>
                  <a:lnTo>
                    <a:pt x="6637100" y="236399"/>
                  </a:lnTo>
                  <a:lnTo>
                    <a:pt x="6637258" y="236399"/>
                  </a:lnTo>
                  <a:lnTo>
                    <a:pt x="6637416" y="236399"/>
                  </a:lnTo>
                  <a:lnTo>
                    <a:pt x="6637573" y="236399"/>
                  </a:lnTo>
                  <a:lnTo>
                    <a:pt x="6637731" y="236399"/>
                  </a:lnTo>
                  <a:lnTo>
                    <a:pt x="6637889" y="236399"/>
                  </a:lnTo>
                  <a:lnTo>
                    <a:pt x="6638046" y="236399"/>
                  </a:lnTo>
                  <a:lnTo>
                    <a:pt x="6638204" y="236399"/>
                  </a:lnTo>
                  <a:lnTo>
                    <a:pt x="6638204" y="235968"/>
                  </a:lnTo>
                  <a:lnTo>
                    <a:pt x="6638362" y="235968"/>
                  </a:lnTo>
                  <a:lnTo>
                    <a:pt x="6638520" y="235968"/>
                  </a:lnTo>
                  <a:lnTo>
                    <a:pt x="6638677" y="235968"/>
                  </a:lnTo>
                  <a:lnTo>
                    <a:pt x="6638835" y="235968"/>
                  </a:lnTo>
                  <a:lnTo>
                    <a:pt x="6638835" y="235538"/>
                  </a:lnTo>
                  <a:lnTo>
                    <a:pt x="6638993" y="235538"/>
                  </a:lnTo>
                  <a:lnTo>
                    <a:pt x="6639150" y="235538"/>
                  </a:lnTo>
                  <a:lnTo>
                    <a:pt x="6639308" y="235538"/>
                  </a:lnTo>
                  <a:lnTo>
                    <a:pt x="6639466" y="235538"/>
                  </a:lnTo>
                  <a:lnTo>
                    <a:pt x="6639624" y="235538"/>
                  </a:lnTo>
                  <a:lnTo>
                    <a:pt x="6639781" y="235538"/>
                  </a:lnTo>
                  <a:lnTo>
                    <a:pt x="6639939" y="235538"/>
                  </a:lnTo>
                  <a:lnTo>
                    <a:pt x="6640097" y="235538"/>
                  </a:lnTo>
                  <a:lnTo>
                    <a:pt x="6640254" y="235538"/>
                  </a:lnTo>
                  <a:lnTo>
                    <a:pt x="6640412" y="235538"/>
                  </a:lnTo>
                  <a:lnTo>
                    <a:pt x="6640412" y="235107"/>
                  </a:lnTo>
                  <a:lnTo>
                    <a:pt x="6640570" y="235107"/>
                  </a:lnTo>
                  <a:lnTo>
                    <a:pt x="6640728" y="235107"/>
                  </a:lnTo>
                  <a:lnTo>
                    <a:pt x="6640885" y="235107"/>
                  </a:lnTo>
                  <a:lnTo>
                    <a:pt x="6641043" y="235107"/>
                  </a:lnTo>
                  <a:lnTo>
                    <a:pt x="6641201" y="235107"/>
                  </a:lnTo>
                  <a:lnTo>
                    <a:pt x="6641358" y="235107"/>
                  </a:lnTo>
                  <a:lnTo>
                    <a:pt x="6641358" y="234677"/>
                  </a:lnTo>
                  <a:lnTo>
                    <a:pt x="6641516" y="234677"/>
                  </a:lnTo>
                  <a:lnTo>
                    <a:pt x="6641674" y="234677"/>
                  </a:lnTo>
                  <a:lnTo>
                    <a:pt x="6641832" y="234677"/>
                  </a:lnTo>
                  <a:lnTo>
                    <a:pt x="6641989" y="234677"/>
                  </a:lnTo>
                  <a:lnTo>
                    <a:pt x="6642147" y="234677"/>
                  </a:lnTo>
                  <a:lnTo>
                    <a:pt x="6642305" y="234677"/>
                  </a:lnTo>
                  <a:lnTo>
                    <a:pt x="6642463" y="234677"/>
                  </a:lnTo>
                  <a:lnTo>
                    <a:pt x="6642620" y="234677"/>
                  </a:lnTo>
                  <a:lnTo>
                    <a:pt x="6642778" y="234677"/>
                  </a:lnTo>
                  <a:lnTo>
                    <a:pt x="6642936" y="234677"/>
                  </a:lnTo>
                  <a:lnTo>
                    <a:pt x="6643093" y="234677"/>
                  </a:lnTo>
                  <a:lnTo>
                    <a:pt x="6643251" y="234677"/>
                  </a:lnTo>
                  <a:lnTo>
                    <a:pt x="6643409" y="234677"/>
                  </a:lnTo>
                  <a:lnTo>
                    <a:pt x="6643409" y="234246"/>
                  </a:lnTo>
                  <a:lnTo>
                    <a:pt x="6643567" y="234246"/>
                  </a:lnTo>
                  <a:lnTo>
                    <a:pt x="6643567" y="233815"/>
                  </a:lnTo>
                  <a:lnTo>
                    <a:pt x="6643724" y="233815"/>
                  </a:lnTo>
                  <a:lnTo>
                    <a:pt x="6643882" y="233815"/>
                  </a:lnTo>
                  <a:lnTo>
                    <a:pt x="6644040" y="233815"/>
                  </a:lnTo>
                  <a:lnTo>
                    <a:pt x="6644197" y="233815"/>
                  </a:lnTo>
                  <a:lnTo>
                    <a:pt x="6644355" y="233815"/>
                  </a:lnTo>
                  <a:lnTo>
                    <a:pt x="6644513" y="233815"/>
                  </a:lnTo>
                  <a:lnTo>
                    <a:pt x="6644671" y="233815"/>
                  </a:lnTo>
                  <a:lnTo>
                    <a:pt x="6644828" y="233815"/>
                  </a:lnTo>
                  <a:lnTo>
                    <a:pt x="6644986" y="233815"/>
                  </a:lnTo>
                  <a:lnTo>
                    <a:pt x="6645144" y="233815"/>
                  </a:lnTo>
                  <a:lnTo>
                    <a:pt x="6645301" y="233815"/>
                  </a:lnTo>
                  <a:lnTo>
                    <a:pt x="6645459" y="233815"/>
                  </a:lnTo>
                  <a:lnTo>
                    <a:pt x="6645459" y="233385"/>
                  </a:lnTo>
                  <a:lnTo>
                    <a:pt x="6645617" y="233385"/>
                  </a:lnTo>
                  <a:lnTo>
                    <a:pt x="6645775" y="233385"/>
                  </a:lnTo>
                  <a:lnTo>
                    <a:pt x="6645932" y="233385"/>
                  </a:lnTo>
                  <a:lnTo>
                    <a:pt x="6646090" y="233385"/>
                  </a:lnTo>
                  <a:lnTo>
                    <a:pt x="6646248" y="233385"/>
                  </a:lnTo>
                  <a:lnTo>
                    <a:pt x="6646405" y="233385"/>
                  </a:lnTo>
                  <a:lnTo>
                    <a:pt x="6646563" y="233385"/>
                  </a:lnTo>
                  <a:lnTo>
                    <a:pt x="6646721" y="233385"/>
                  </a:lnTo>
                  <a:lnTo>
                    <a:pt x="6646879" y="233385"/>
                  </a:lnTo>
                  <a:lnTo>
                    <a:pt x="6647036" y="233385"/>
                  </a:lnTo>
                  <a:lnTo>
                    <a:pt x="6647194" y="233385"/>
                  </a:lnTo>
                  <a:lnTo>
                    <a:pt x="6647352" y="233385"/>
                  </a:lnTo>
                  <a:lnTo>
                    <a:pt x="6647509" y="233385"/>
                  </a:lnTo>
                  <a:lnTo>
                    <a:pt x="6647667" y="233385"/>
                  </a:lnTo>
                  <a:lnTo>
                    <a:pt x="6647825" y="233385"/>
                  </a:lnTo>
                  <a:lnTo>
                    <a:pt x="6647825" y="232954"/>
                  </a:lnTo>
                  <a:lnTo>
                    <a:pt x="6647983" y="232954"/>
                  </a:lnTo>
                  <a:lnTo>
                    <a:pt x="6648140" y="232954"/>
                  </a:lnTo>
                  <a:lnTo>
                    <a:pt x="6648298" y="232954"/>
                  </a:lnTo>
                  <a:lnTo>
                    <a:pt x="6648298" y="232524"/>
                  </a:lnTo>
                  <a:lnTo>
                    <a:pt x="6648456" y="232524"/>
                  </a:lnTo>
                  <a:lnTo>
                    <a:pt x="6648614" y="232524"/>
                  </a:lnTo>
                  <a:lnTo>
                    <a:pt x="6648614" y="232093"/>
                  </a:lnTo>
                  <a:lnTo>
                    <a:pt x="6648771" y="232093"/>
                  </a:lnTo>
                  <a:lnTo>
                    <a:pt x="6648929" y="232093"/>
                  </a:lnTo>
                  <a:lnTo>
                    <a:pt x="6649087" y="232093"/>
                  </a:lnTo>
                  <a:lnTo>
                    <a:pt x="6649244" y="232093"/>
                  </a:lnTo>
                  <a:lnTo>
                    <a:pt x="6649402" y="232093"/>
                  </a:lnTo>
                  <a:lnTo>
                    <a:pt x="6649560" y="232093"/>
                  </a:lnTo>
                  <a:lnTo>
                    <a:pt x="6649718" y="232093"/>
                  </a:lnTo>
                  <a:lnTo>
                    <a:pt x="6649875" y="232093"/>
                  </a:lnTo>
                  <a:lnTo>
                    <a:pt x="6650033" y="232093"/>
                  </a:lnTo>
                  <a:lnTo>
                    <a:pt x="6650033" y="231662"/>
                  </a:lnTo>
                  <a:lnTo>
                    <a:pt x="6650191" y="231662"/>
                  </a:lnTo>
                  <a:lnTo>
                    <a:pt x="6650348" y="231662"/>
                  </a:lnTo>
                  <a:lnTo>
                    <a:pt x="6650506" y="231662"/>
                  </a:lnTo>
                  <a:lnTo>
                    <a:pt x="6650664" y="231662"/>
                  </a:lnTo>
                  <a:lnTo>
                    <a:pt x="6650822" y="231662"/>
                  </a:lnTo>
                  <a:lnTo>
                    <a:pt x="6650979" y="231662"/>
                  </a:lnTo>
                  <a:lnTo>
                    <a:pt x="6651137" y="231662"/>
                  </a:lnTo>
                  <a:lnTo>
                    <a:pt x="6651295" y="231662"/>
                  </a:lnTo>
                  <a:lnTo>
                    <a:pt x="6651452" y="231662"/>
                  </a:lnTo>
                  <a:lnTo>
                    <a:pt x="6651452" y="231232"/>
                  </a:lnTo>
                  <a:lnTo>
                    <a:pt x="6651610" y="231232"/>
                  </a:lnTo>
                  <a:lnTo>
                    <a:pt x="6651768" y="231232"/>
                  </a:lnTo>
                  <a:lnTo>
                    <a:pt x="6651926" y="231232"/>
                  </a:lnTo>
                  <a:lnTo>
                    <a:pt x="6652083" y="231232"/>
                  </a:lnTo>
                  <a:lnTo>
                    <a:pt x="6652241" y="231232"/>
                  </a:lnTo>
                  <a:lnTo>
                    <a:pt x="6652399" y="231232"/>
                  </a:lnTo>
                  <a:lnTo>
                    <a:pt x="6652556" y="231232"/>
                  </a:lnTo>
                  <a:lnTo>
                    <a:pt x="6652714" y="231232"/>
                  </a:lnTo>
                  <a:lnTo>
                    <a:pt x="6652872" y="231232"/>
                  </a:lnTo>
                  <a:lnTo>
                    <a:pt x="6653030" y="231232"/>
                  </a:lnTo>
                  <a:lnTo>
                    <a:pt x="6653187" y="231232"/>
                  </a:lnTo>
                  <a:lnTo>
                    <a:pt x="6653345" y="231232"/>
                  </a:lnTo>
                  <a:lnTo>
                    <a:pt x="6653503" y="231232"/>
                  </a:lnTo>
                  <a:lnTo>
                    <a:pt x="6653503" y="230801"/>
                  </a:lnTo>
                  <a:lnTo>
                    <a:pt x="6653661" y="230801"/>
                  </a:lnTo>
                  <a:lnTo>
                    <a:pt x="6653818" y="230801"/>
                  </a:lnTo>
                  <a:lnTo>
                    <a:pt x="6653976" y="230801"/>
                  </a:lnTo>
                  <a:lnTo>
                    <a:pt x="6654134" y="230801"/>
                  </a:lnTo>
                  <a:lnTo>
                    <a:pt x="6654291" y="230801"/>
                  </a:lnTo>
                  <a:lnTo>
                    <a:pt x="6654449" y="230801"/>
                  </a:lnTo>
                  <a:lnTo>
                    <a:pt x="6654607" y="230801"/>
                  </a:lnTo>
                  <a:lnTo>
                    <a:pt x="6654607" y="230371"/>
                  </a:lnTo>
                  <a:lnTo>
                    <a:pt x="6654765" y="230371"/>
                  </a:lnTo>
                  <a:lnTo>
                    <a:pt x="6654922" y="230371"/>
                  </a:lnTo>
                  <a:lnTo>
                    <a:pt x="6655080" y="230371"/>
                  </a:lnTo>
                  <a:lnTo>
                    <a:pt x="6655238" y="230371"/>
                  </a:lnTo>
                  <a:lnTo>
                    <a:pt x="6655395" y="230371"/>
                  </a:lnTo>
                  <a:lnTo>
                    <a:pt x="6655553" y="230371"/>
                  </a:lnTo>
                  <a:lnTo>
                    <a:pt x="6655711" y="230371"/>
                  </a:lnTo>
                  <a:lnTo>
                    <a:pt x="6655869" y="230371"/>
                  </a:lnTo>
                  <a:lnTo>
                    <a:pt x="6656026" y="230371"/>
                  </a:lnTo>
                  <a:lnTo>
                    <a:pt x="6656184" y="230371"/>
                  </a:lnTo>
                  <a:lnTo>
                    <a:pt x="6656342" y="230371"/>
                  </a:lnTo>
                  <a:lnTo>
                    <a:pt x="6656499" y="230371"/>
                  </a:lnTo>
                  <a:lnTo>
                    <a:pt x="6656657" y="230371"/>
                  </a:lnTo>
                  <a:lnTo>
                    <a:pt x="6656815" y="230371"/>
                  </a:lnTo>
                  <a:lnTo>
                    <a:pt x="6656973" y="230371"/>
                  </a:lnTo>
                  <a:lnTo>
                    <a:pt x="6657130" y="230371"/>
                  </a:lnTo>
                  <a:lnTo>
                    <a:pt x="6657288" y="230371"/>
                  </a:lnTo>
                  <a:lnTo>
                    <a:pt x="6657446" y="230371"/>
                  </a:lnTo>
                  <a:lnTo>
                    <a:pt x="6657603" y="230371"/>
                  </a:lnTo>
                  <a:lnTo>
                    <a:pt x="6657761" y="230371"/>
                  </a:lnTo>
                  <a:lnTo>
                    <a:pt x="6657919" y="230371"/>
                  </a:lnTo>
                  <a:lnTo>
                    <a:pt x="6658077" y="230371"/>
                  </a:lnTo>
                  <a:lnTo>
                    <a:pt x="6658234" y="230371"/>
                  </a:lnTo>
                  <a:lnTo>
                    <a:pt x="6658392" y="230371"/>
                  </a:lnTo>
                  <a:lnTo>
                    <a:pt x="6658550" y="230371"/>
                  </a:lnTo>
                  <a:lnTo>
                    <a:pt x="6658707" y="230371"/>
                  </a:lnTo>
                  <a:lnTo>
                    <a:pt x="6658865" y="230371"/>
                  </a:lnTo>
                  <a:lnTo>
                    <a:pt x="6659023" y="230371"/>
                  </a:lnTo>
                  <a:lnTo>
                    <a:pt x="6659181" y="230371"/>
                  </a:lnTo>
                  <a:lnTo>
                    <a:pt x="6659338" y="230371"/>
                  </a:lnTo>
                  <a:lnTo>
                    <a:pt x="6659496" y="230371"/>
                  </a:lnTo>
                  <a:lnTo>
                    <a:pt x="6659654" y="230371"/>
                  </a:lnTo>
                  <a:lnTo>
                    <a:pt x="6659812" y="230371"/>
                  </a:lnTo>
                  <a:lnTo>
                    <a:pt x="6659969" y="230371"/>
                  </a:lnTo>
                  <a:lnTo>
                    <a:pt x="6660127" y="230371"/>
                  </a:lnTo>
                  <a:lnTo>
                    <a:pt x="6660285" y="230371"/>
                  </a:lnTo>
                  <a:lnTo>
                    <a:pt x="6660442" y="230371"/>
                  </a:lnTo>
                  <a:lnTo>
                    <a:pt x="6660600" y="230371"/>
                  </a:lnTo>
                  <a:lnTo>
                    <a:pt x="6660758" y="230371"/>
                  </a:lnTo>
                  <a:lnTo>
                    <a:pt x="6660916" y="230371"/>
                  </a:lnTo>
                  <a:lnTo>
                    <a:pt x="6660916" y="229940"/>
                  </a:lnTo>
                  <a:lnTo>
                    <a:pt x="6661073" y="229940"/>
                  </a:lnTo>
                  <a:lnTo>
                    <a:pt x="6661231" y="229940"/>
                  </a:lnTo>
                  <a:lnTo>
                    <a:pt x="6661389" y="229940"/>
                  </a:lnTo>
                  <a:lnTo>
                    <a:pt x="6661546" y="229940"/>
                  </a:lnTo>
                  <a:lnTo>
                    <a:pt x="6661704" y="229940"/>
                  </a:lnTo>
                  <a:lnTo>
                    <a:pt x="6661862" y="229940"/>
                  </a:lnTo>
                  <a:lnTo>
                    <a:pt x="6661862" y="229509"/>
                  </a:lnTo>
                  <a:lnTo>
                    <a:pt x="6662020" y="229509"/>
                  </a:lnTo>
                  <a:lnTo>
                    <a:pt x="6662177" y="229509"/>
                  </a:lnTo>
                  <a:lnTo>
                    <a:pt x="6662335" y="229509"/>
                  </a:lnTo>
                  <a:lnTo>
                    <a:pt x="6662493" y="229509"/>
                  </a:lnTo>
                  <a:lnTo>
                    <a:pt x="6662650" y="229509"/>
                  </a:lnTo>
                  <a:lnTo>
                    <a:pt x="6662808" y="229509"/>
                  </a:lnTo>
                  <a:lnTo>
                    <a:pt x="6662966" y="229509"/>
                  </a:lnTo>
                  <a:lnTo>
                    <a:pt x="6663124" y="229509"/>
                  </a:lnTo>
                  <a:lnTo>
                    <a:pt x="6663124" y="229079"/>
                  </a:lnTo>
                  <a:lnTo>
                    <a:pt x="6663281" y="229079"/>
                  </a:lnTo>
                  <a:lnTo>
                    <a:pt x="6663439" y="229079"/>
                  </a:lnTo>
                  <a:lnTo>
                    <a:pt x="6663597" y="229079"/>
                  </a:lnTo>
                  <a:lnTo>
                    <a:pt x="6663754" y="229079"/>
                  </a:lnTo>
                  <a:lnTo>
                    <a:pt x="6663912" y="229079"/>
                  </a:lnTo>
                  <a:lnTo>
                    <a:pt x="6664070" y="229079"/>
                  </a:lnTo>
                  <a:lnTo>
                    <a:pt x="6664228" y="229079"/>
                  </a:lnTo>
                  <a:lnTo>
                    <a:pt x="6664385" y="229079"/>
                  </a:lnTo>
                  <a:lnTo>
                    <a:pt x="6664543" y="229079"/>
                  </a:lnTo>
                  <a:lnTo>
                    <a:pt x="6664701" y="229079"/>
                  </a:lnTo>
                  <a:lnTo>
                    <a:pt x="6664859" y="229079"/>
                  </a:lnTo>
                  <a:lnTo>
                    <a:pt x="6665016" y="229079"/>
                  </a:lnTo>
                  <a:lnTo>
                    <a:pt x="6665174" y="229079"/>
                  </a:lnTo>
                  <a:lnTo>
                    <a:pt x="6665332" y="229079"/>
                  </a:lnTo>
                  <a:lnTo>
                    <a:pt x="6665489" y="229079"/>
                  </a:lnTo>
                  <a:lnTo>
                    <a:pt x="6665647" y="229079"/>
                  </a:lnTo>
                  <a:lnTo>
                    <a:pt x="6665805" y="229079"/>
                  </a:lnTo>
                  <a:lnTo>
                    <a:pt x="6665963" y="229079"/>
                  </a:lnTo>
                  <a:lnTo>
                    <a:pt x="6665963" y="228648"/>
                  </a:lnTo>
                  <a:lnTo>
                    <a:pt x="6666120" y="228648"/>
                  </a:lnTo>
                  <a:lnTo>
                    <a:pt x="6666278" y="228648"/>
                  </a:lnTo>
                  <a:lnTo>
                    <a:pt x="6666436" y="228648"/>
                  </a:lnTo>
                  <a:lnTo>
                    <a:pt x="6666593" y="228648"/>
                  </a:lnTo>
                  <a:lnTo>
                    <a:pt x="6666751" y="228648"/>
                  </a:lnTo>
                  <a:lnTo>
                    <a:pt x="6666909" y="228648"/>
                  </a:lnTo>
                  <a:lnTo>
                    <a:pt x="6667067" y="228648"/>
                  </a:lnTo>
                  <a:lnTo>
                    <a:pt x="6667067" y="228218"/>
                  </a:lnTo>
                  <a:lnTo>
                    <a:pt x="6667224" y="228218"/>
                  </a:lnTo>
                  <a:lnTo>
                    <a:pt x="6667382" y="228218"/>
                  </a:lnTo>
                  <a:lnTo>
                    <a:pt x="6667540" y="228218"/>
                  </a:lnTo>
                  <a:lnTo>
                    <a:pt x="6667697" y="228218"/>
                  </a:lnTo>
                  <a:lnTo>
                    <a:pt x="6667855" y="228218"/>
                  </a:lnTo>
                  <a:lnTo>
                    <a:pt x="6668013" y="228218"/>
                  </a:lnTo>
                  <a:lnTo>
                    <a:pt x="6668171" y="228218"/>
                  </a:lnTo>
                  <a:lnTo>
                    <a:pt x="6668328" y="228218"/>
                  </a:lnTo>
                  <a:lnTo>
                    <a:pt x="6668486" y="228218"/>
                  </a:lnTo>
                  <a:lnTo>
                    <a:pt x="6668644" y="228218"/>
                  </a:lnTo>
                  <a:lnTo>
                    <a:pt x="6668801" y="228218"/>
                  </a:lnTo>
                  <a:lnTo>
                    <a:pt x="6668959" y="228218"/>
                  </a:lnTo>
                  <a:lnTo>
                    <a:pt x="6669117" y="228218"/>
                  </a:lnTo>
                  <a:lnTo>
                    <a:pt x="6669275" y="228218"/>
                  </a:lnTo>
                  <a:lnTo>
                    <a:pt x="6669432" y="228218"/>
                  </a:lnTo>
                  <a:lnTo>
                    <a:pt x="6669590" y="228218"/>
                  </a:lnTo>
                  <a:lnTo>
                    <a:pt x="6669748" y="228218"/>
                  </a:lnTo>
                  <a:lnTo>
                    <a:pt x="6669905" y="228218"/>
                  </a:lnTo>
                  <a:lnTo>
                    <a:pt x="6670063" y="228218"/>
                  </a:lnTo>
                  <a:lnTo>
                    <a:pt x="6670221" y="228218"/>
                  </a:lnTo>
                  <a:lnTo>
                    <a:pt x="6670379" y="228218"/>
                  </a:lnTo>
                  <a:lnTo>
                    <a:pt x="6670536" y="228218"/>
                  </a:lnTo>
                  <a:lnTo>
                    <a:pt x="6670694" y="228218"/>
                  </a:lnTo>
                  <a:lnTo>
                    <a:pt x="6670852" y="228218"/>
                  </a:lnTo>
                  <a:lnTo>
                    <a:pt x="6671010" y="228218"/>
                  </a:lnTo>
                  <a:lnTo>
                    <a:pt x="6671167" y="228218"/>
                  </a:lnTo>
                  <a:lnTo>
                    <a:pt x="6671325" y="228218"/>
                  </a:lnTo>
                  <a:lnTo>
                    <a:pt x="6671483" y="228218"/>
                  </a:lnTo>
                  <a:lnTo>
                    <a:pt x="6671640" y="228218"/>
                  </a:lnTo>
                  <a:lnTo>
                    <a:pt x="6671798" y="228218"/>
                  </a:lnTo>
                  <a:lnTo>
                    <a:pt x="6671956" y="228218"/>
                  </a:lnTo>
                  <a:lnTo>
                    <a:pt x="6672114" y="228218"/>
                  </a:lnTo>
                  <a:lnTo>
                    <a:pt x="6672271" y="228218"/>
                  </a:lnTo>
                  <a:lnTo>
                    <a:pt x="6672429" y="228218"/>
                  </a:lnTo>
                  <a:lnTo>
                    <a:pt x="6672587" y="228218"/>
                  </a:lnTo>
                  <a:lnTo>
                    <a:pt x="6672744" y="228218"/>
                  </a:lnTo>
                  <a:lnTo>
                    <a:pt x="6672902" y="228218"/>
                  </a:lnTo>
                  <a:lnTo>
                    <a:pt x="6673060" y="228218"/>
                  </a:lnTo>
                  <a:lnTo>
                    <a:pt x="6673218" y="228218"/>
                  </a:lnTo>
                  <a:lnTo>
                    <a:pt x="6673375" y="228218"/>
                  </a:lnTo>
                  <a:lnTo>
                    <a:pt x="6673533" y="228218"/>
                  </a:lnTo>
                  <a:lnTo>
                    <a:pt x="6673691" y="228218"/>
                  </a:lnTo>
                  <a:lnTo>
                    <a:pt x="6673848" y="228218"/>
                  </a:lnTo>
                  <a:lnTo>
                    <a:pt x="6674006" y="228218"/>
                  </a:lnTo>
                  <a:lnTo>
                    <a:pt x="6674164" y="228218"/>
                  </a:lnTo>
                  <a:lnTo>
                    <a:pt x="6674322" y="228218"/>
                  </a:lnTo>
                  <a:lnTo>
                    <a:pt x="6674479" y="228218"/>
                  </a:lnTo>
                  <a:lnTo>
                    <a:pt x="6674637" y="228218"/>
                  </a:lnTo>
                  <a:lnTo>
                    <a:pt x="6674795" y="228218"/>
                  </a:lnTo>
                  <a:lnTo>
                    <a:pt x="6674952" y="228218"/>
                  </a:lnTo>
                  <a:lnTo>
                    <a:pt x="6675110" y="228218"/>
                  </a:lnTo>
                  <a:lnTo>
                    <a:pt x="6675268" y="228218"/>
                  </a:lnTo>
                  <a:lnTo>
                    <a:pt x="6675426" y="228218"/>
                  </a:lnTo>
                  <a:lnTo>
                    <a:pt x="6675583" y="228218"/>
                  </a:lnTo>
                  <a:lnTo>
                    <a:pt x="6675741" y="228218"/>
                  </a:lnTo>
                  <a:lnTo>
                    <a:pt x="6675899" y="228218"/>
                  </a:lnTo>
                  <a:lnTo>
                    <a:pt x="6675899" y="227787"/>
                  </a:lnTo>
                  <a:lnTo>
                    <a:pt x="6676056" y="227787"/>
                  </a:lnTo>
                  <a:lnTo>
                    <a:pt x="6676214" y="227787"/>
                  </a:lnTo>
                  <a:lnTo>
                    <a:pt x="6676372" y="227787"/>
                  </a:lnTo>
                  <a:lnTo>
                    <a:pt x="6676530" y="227787"/>
                  </a:lnTo>
                  <a:lnTo>
                    <a:pt x="6676687" y="227787"/>
                  </a:lnTo>
                  <a:lnTo>
                    <a:pt x="6676845" y="227787"/>
                  </a:lnTo>
                  <a:lnTo>
                    <a:pt x="6677003" y="227787"/>
                  </a:lnTo>
                  <a:lnTo>
                    <a:pt x="6677161" y="227787"/>
                  </a:lnTo>
                  <a:lnTo>
                    <a:pt x="6677318" y="227787"/>
                  </a:lnTo>
                  <a:lnTo>
                    <a:pt x="6677318" y="227356"/>
                  </a:lnTo>
                  <a:lnTo>
                    <a:pt x="6677476" y="227356"/>
                  </a:lnTo>
                  <a:lnTo>
                    <a:pt x="6677634" y="227356"/>
                  </a:lnTo>
                  <a:lnTo>
                    <a:pt x="6677634" y="226926"/>
                  </a:lnTo>
                  <a:lnTo>
                    <a:pt x="6677791" y="226926"/>
                  </a:lnTo>
                  <a:lnTo>
                    <a:pt x="6677949" y="226926"/>
                  </a:lnTo>
                  <a:lnTo>
                    <a:pt x="6678107" y="226926"/>
                  </a:lnTo>
                  <a:lnTo>
                    <a:pt x="6678265" y="226926"/>
                  </a:lnTo>
                  <a:lnTo>
                    <a:pt x="6678422" y="226926"/>
                  </a:lnTo>
                  <a:lnTo>
                    <a:pt x="6678580" y="226926"/>
                  </a:lnTo>
                  <a:lnTo>
                    <a:pt x="6678738" y="226926"/>
                  </a:lnTo>
                  <a:lnTo>
                    <a:pt x="6678895" y="226926"/>
                  </a:lnTo>
                  <a:lnTo>
                    <a:pt x="6679053" y="226926"/>
                  </a:lnTo>
                  <a:lnTo>
                    <a:pt x="6679211" y="226926"/>
                  </a:lnTo>
                  <a:lnTo>
                    <a:pt x="6679369" y="226926"/>
                  </a:lnTo>
                  <a:lnTo>
                    <a:pt x="6679526" y="226926"/>
                  </a:lnTo>
                  <a:lnTo>
                    <a:pt x="6679684" y="226926"/>
                  </a:lnTo>
                  <a:lnTo>
                    <a:pt x="6679842" y="226926"/>
                  </a:lnTo>
                  <a:lnTo>
                    <a:pt x="6679999" y="226926"/>
                  </a:lnTo>
                  <a:lnTo>
                    <a:pt x="6680157" y="226926"/>
                  </a:lnTo>
                  <a:lnTo>
                    <a:pt x="6680315" y="226926"/>
                  </a:lnTo>
                  <a:lnTo>
                    <a:pt x="6680473" y="226926"/>
                  </a:lnTo>
                  <a:lnTo>
                    <a:pt x="6680630" y="226926"/>
                  </a:lnTo>
                  <a:lnTo>
                    <a:pt x="6680788" y="226926"/>
                  </a:lnTo>
                  <a:lnTo>
                    <a:pt x="6680946" y="226926"/>
                  </a:lnTo>
                  <a:lnTo>
                    <a:pt x="6681103" y="226926"/>
                  </a:lnTo>
                  <a:lnTo>
                    <a:pt x="6681261" y="226926"/>
                  </a:lnTo>
                  <a:lnTo>
                    <a:pt x="6681419" y="226926"/>
                  </a:lnTo>
                  <a:lnTo>
                    <a:pt x="6681577" y="226926"/>
                  </a:lnTo>
                  <a:lnTo>
                    <a:pt x="6681734" y="226926"/>
                  </a:lnTo>
                  <a:lnTo>
                    <a:pt x="6681892" y="226926"/>
                  </a:lnTo>
                  <a:lnTo>
                    <a:pt x="6682050" y="226926"/>
                  </a:lnTo>
                  <a:lnTo>
                    <a:pt x="6682208" y="226926"/>
                  </a:lnTo>
                  <a:lnTo>
                    <a:pt x="6682365" y="226926"/>
                  </a:lnTo>
                  <a:lnTo>
                    <a:pt x="6682523" y="226926"/>
                  </a:lnTo>
                  <a:lnTo>
                    <a:pt x="6682681" y="226926"/>
                  </a:lnTo>
                  <a:lnTo>
                    <a:pt x="6682838" y="226926"/>
                  </a:lnTo>
                  <a:lnTo>
                    <a:pt x="6682996" y="226926"/>
                  </a:lnTo>
                  <a:lnTo>
                    <a:pt x="6683154" y="226926"/>
                  </a:lnTo>
                  <a:lnTo>
                    <a:pt x="6683312" y="226926"/>
                  </a:lnTo>
                  <a:lnTo>
                    <a:pt x="6683469" y="226926"/>
                  </a:lnTo>
                  <a:lnTo>
                    <a:pt x="6683627" y="226926"/>
                  </a:lnTo>
                  <a:lnTo>
                    <a:pt x="6683627" y="226495"/>
                  </a:lnTo>
                  <a:lnTo>
                    <a:pt x="6683785" y="226495"/>
                  </a:lnTo>
                  <a:lnTo>
                    <a:pt x="6683942" y="226495"/>
                  </a:lnTo>
                  <a:lnTo>
                    <a:pt x="6684100" y="226495"/>
                  </a:lnTo>
                  <a:lnTo>
                    <a:pt x="6684258" y="226495"/>
                  </a:lnTo>
                  <a:lnTo>
                    <a:pt x="6684416" y="226495"/>
                  </a:lnTo>
                  <a:lnTo>
                    <a:pt x="6684573" y="226495"/>
                  </a:lnTo>
                  <a:lnTo>
                    <a:pt x="6684731" y="226495"/>
                  </a:lnTo>
                  <a:lnTo>
                    <a:pt x="6684889" y="226495"/>
                  </a:lnTo>
                  <a:lnTo>
                    <a:pt x="6685046" y="226495"/>
                  </a:lnTo>
                  <a:lnTo>
                    <a:pt x="6685204" y="226495"/>
                  </a:lnTo>
                  <a:lnTo>
                    <a:pt x="6685204" y="226065"/>
                  </a:lnTo>
                  <a:lnTo>
                    <a:pt x="6685362" y="226065"/>
                  </a:lnTo>
                  <a:lnTo>
                    <a:pt x="6685520" y="226065"/>
                  </a:lnTo>
                  <a:lnTo>
                    <a:pt x="6685520" y="225634"/>
                  </a:lnTo>
                  <a:lnTo>
                    <a:pt x="6685677" y="225634"/>
                  </a:lnTo>
                  <a:lnTo>
                    <a:pt x="6685835" y="225634"/>
                  </a:lnTo>
                  <a:lnTo>
                    <a:pt x="6685993" y="225634"/>
                  </a:lnTo>
                  <a:lnTo>
                    <a:pt x="6686150" y="225634"/>
                  </a:lnTo>
                  <a:lnTo>
                    <a:pt x="6686308" y="225634"/>
                  </a:lnTo>
                  <a:lnTo>
                    <a:pt x="6686466" y="225634"/>
                  </a:lnTo>
                  <a:lnTo>
                    <a:pt x="6686624" y="225634"/>
                  </a:lnTo>
                  <a:lnTo>
                    <a:pt x="6686781" y="225634"/>
                  </a:lnTo>
                  <a:lnTo>
                    <a:pt x="6686939" y="225634"/>
                  </a:lnTo>
                  <a:lnTo>
                    <a:pt x="6687097" y="225634"/>
                  </a:lnTo>
                  <a:lnTo>
                    <a:pt x="6687254" y="225634"/>
                  </a:lnTo>
                  <a:lnTo>
                    <a:pt x="6687412" y="225634"/>
                  </a:lnTo>
                  <a:lnTo>
                    <a:pt x="6687570" y="225634"/>
                  </a:lnTo>
                  <a:lnTo>
                    <a:pt x="6687728" y="225634"/>
                  </a:lnTo>
                  <a:lnTo>
                    <a:pt x="6687885" y="225634"/>
                  </a:lnTo>
                  <a:lnTo>
                    <a:pt x="6688043" y="225634"/>
                  </a:lnTo>
                  <a:lnTo>
                    <a:pt x="6688201" y="225634"/>
                  </a:lnTo>
                  <a:lnTo>
                    <a:pt x="6688359" y="225634"/>
                  </a:lnTo>
                  <a:lnTo>
                    <a:pt x="6688516" y="225634"/>
                  </a:lnTo>
                  <a:lnTo>
                    <a:pt x="6688674" y="225634"/>
                  </a:lnTo>
                  <a:lnTo>
                    <a:pt x="6688832" y="225634"/>
                  </a:lnTo>
                  <a:lnTo>
                    <a:pt x="6688989" y="225634"/>
                  </a:lnTo>
                  <a:lnTo>
                    <a:pt x="6689147" y="225634"/>
                  </a:lnTo>
                  <a:lnTo>
                    <a:pt x="6689305" y="225634"/>
                  </a:lnTo>
                  <a:lnTo>
                    <a:pt x="6689463" y="225634"/>
                  </a:lnTo>
                  <a:lnTo>
                    <a:pt x="6689620" y="225634"/>
                  </a:lnTo>
                  <a:lnTo>
                    <a:pt x="6689778" y="225634"/>
                  </a:lnTo>
                  <a:lnTo>
                    <a:pt x="6689936" y="225634"/>
                  </a:lnTo>
                  <a:lnTo>
                    <a:pt x="6690093" y="225634"/>
                  </a:lnTo>
                  <a:lnTo>
                    <a:pt x="6690251" y="225634"/>
                  </a:lnTo>
                  <a:lnTo>
                    <a:pt x="6690409" y="225634"/>
                  </a:lnTo>
                  <a:lnTo>
                    <a:pt x="6690567" y="225634"/>
                  </a:lnTo>
                  <a:lnTo>
                    <a:pt x="6690724" y="225634"/>
                  </a:lnTo>
                  <a:lnTo>
                    <a:pt x="6690882" y="225634"/>
                  </a:lnTo>
                  <a:lnTo>
                    <a:pt x="6690882" y="225203"/>
                  </a:lnTo>
                  <a:lnTo>
                    <a:pt x="6691040" y="225203"/>
                  </a:lnTo>
                  <a:lnTo>
                    <a:pt x="6691197" y="225203"/>
                  </a:lnTo>
                  <a:lnTo>
                    <a:pt x="6691355" y="225203"/>
                  </a:lnTo>
                  <a:lnTo>
                    <a:pt x="6691513" y="225203"/>
                  </a:lnTo>
                  <a:lnTo>
                    <a:pt x="6691671" y="225203"/>
                  </a:lnTo>
                  <a:lnTo>
                    <a:pt x="6691828" y="225203"/>
                  </a:lnTo>
                  <a:lnTo>
                    <a:pt x="6691986" y="225203"/>
                  </a:lnTo>
                  <a:lnTo>
                    <a:pt x="6692144" y="225203"/>
                  </a:lnTo>
                  <a:lnTo>
                    <a:pt x="6692301" y="225203"/>
                  </a:lnTo>
                  <a:lnTo>
                    <a:pt x="6692459" y="225203"/>
                  </a:lnTo>
                  <a:lnTo>
                    <a:pt x="6692617" y="225203"/>
                  </a:lnTo>
                  <a:lnTo>
                    <a:pt x="6692775" y="225203"/>
                  </a:lnTo>
                  <a:lnTo>
                    <a:pt x="6692932" y="225203"/>
                  </a:lnTo>
                  <a:lnTo>
                    <a:pt x="6693090" y="225203"/>
                  </a:lnTo>
                  <a:lnTo>
                    <a:pt x="6693248" y="225203"/>
                  </a:lnTo>
                  <a:lnTo>
                    <a:pt x="6693406" y="225203"/>
                  </a:lnTo>
                  <a:lnTo>
                    <a:pt x="6693563" y="225203"/>
                  </a:lnTo>
                  <a:lnTo>
                    <a:pt x="6693721" y="225203"/>
                  </a:lnTo>
                  <a:lnTo>
                    <a:pt x="6693879" y="225203"/>
                  </a:lnTo>
                  <a:lnTo>
                    <a:pt x="6694036" y="225203"/>
                  </a:lnTo>
                  <a:lnTo>
                    <a:pt x="6694194" y="225203"/>
                  </a:lnTo>
                  <a:lnTo>
                    <a:pt x="6694352" y="225203"/>
                  </a:lnTo>
                  <a:lnTo>
                    <a:pt x="6694510" y="225203"/>
                  </a:lnTo>
                  <a:lnTo>
                    <a:pt x="6694667" y="225203"/>
                  </a:lnTo>
                  <a:lnTo>
                    <a:pt x="6694825" y="225203"/>
                  </a:lnTo>
                  <a:lnTo>
                    <a:pt x="6694983" y="225203"/>
                  </a:lnTo>
                  <a:lnTo>
                    <a:pt x="6695140" y="225203"/>
                  </a:lnTo>
                  <a:lnTo>
                    <a:pt x="6695298" y="225203"/>
                  </a:lnTo>
                  <a:lnTo>
                    <a:pt x="6695456" y="225203"/>
                  </a:lnTo>
                  <a:lnTo>
                    <a:pt x="6695614" y="225203"/>
                  </a:lnTo>
                  <a:lnTo>
                    <a:pt x="6695771" y="225203"/>
                  </a:lnTo>
                  <a:lnTo>
                    <a:pt x="6695929" y="225203"/>
                  </a:lnTo>
                  <a:lnTo>
                    <a:pt x="6696087" y="225203"/>
                  </a:lnTo>
                  <a:lnTo>
                    <a:pt x="6696244" y="225203"/>
                  </a:lnTo>
                  <a:lnTo>
                    <a:pt x="6696402" y="225203"/>
                  </a:lnTo>
                  <a:lnTo>
                    <a:pt x="6696560" y="225203"/>
                  </a:lnTo>
                  <a:lnTo>
                    <a:pt x="6696718" y="225203"/>
                  </a:lnTo>
                  <a:lnTo>
                    <a:pt x="6696875" y="225203"/>
                  </a:lnTo>
                  <a:lnTo>
                    <a:pt x="6697033" y="225203"/>
                  </a:lnTo>
                  <a:lnTo>
                    <a:pt x="6697191" y="225203"/>
                  </a:lnTo>
                  <a:lnTo>
                    <a:pt x="6697348" y="225203"/>
                  </a:lnTo>
                  <a:lnTo>
                    <a:pt x="6697348" y="224773"/>
                  </a:lnTo>
                  <a:lnTo>
                    <a:pt x="6697506" y="224773"/>
                  </a:lnTo>
                  <a:lnTo>
                    <a:pt x="6697664" y="224773"/>
                  </a:lnTo>
                  <a:lnTo>
                    <a:pt x="6697822" y="224773"/>
                  </a:lnTo>
                  <a:lnTo>
                    <a:pt x="6697979" y="224773"/>
                  </a:lnTo>
                  <a:lnTo>
                    <a:pt x="6698137" y="224773"/>
                  </a:lnTo>
                  <a:lnTo>
                    <a:pt x="6698295" y="224773"/>
                  </a:lnTo>
                  <a:lnTo>
                    <a:pt x="6698452" y="224773"/>
                  </a:lnTo>
                  <a:lnTo>
                    <a:pt x="6698610" y="224773"/>
                  </a:lnTo>
                  <a:lnTo>
                    <a:pt x="6698768" y="224773"/>
                  </a:lnTo>
                  <a:lnTo>
                    <a:pt x="6698926" y="224773"/>
                  </a:lnTo>
                  <a:lnTo>
                    <a:pt x="6698926" y="224342"/>
                  </a:lnTo>
                  <a:lnTo>
                    <a:pt x="6699083" y="224342"/>
                  </a:lnTo>
                  <a:lnTo>
                    <a:pt x="6699241" y="224342"/>
                  </a:lnTo>
                  <a:lnTo>
                    <a:pt x="6699399" y="224342"/>
                  </a:lnTo>
                  <a:lnTo>
                    <a:pt x="6699557" y="224342"/>
                  </a:lnTo>
                  <a:lnTo>
                    <a:pt x="6699714" y="224342"/>
                  </a:lnTo>
                  <a:lnTo>
                    <a:pt x="6699872" y="224342"/>
                  </a:lnTo>
                  <a:lnTo>
                    <a:pt x="6700030" y="224342"/>
                  </a:lnTo>
                  <a:lnTo>
                    <a:pt x="6700187" y="224342"/>
                  </a:lnTo>
                  <a:lnTo>
                    <a:pt x="6700345" y="224342"/>
                  </a:lnTo>
                  <a:lnTo>
                    <a:pt x="6700503" y="224342"/>
                  </a:lnTo>
                  <a:lnTo>
                    <a:pt x="6700661" y="224342"/>
                  </a:lnTo>
                  <a:lnTo>
                    <a:pt x="6700818" y="224342"/>
                  </a:lnTo>
                  <a:lnTo>
                    <a:pt x="6700976" y="224342"/>
                  </a:lnTo>
                  <a:lnTo>
                    <a:pt x="6701134" y="224342"/>
                  </a:lnTo>
                  <a:lnTo>
                    <a:pt x="6701291" y="224342"/>
                  </a:lnTo>
                  <a:lnTo>
                    <a:pt x="6701449" y="224342"/>
                  </a:lnTo>
                  <a:lnTo>
                    <a:pt x="6701607" y="224342"/>
                  </a:lnTo>
                  <a:lnTo>
                    <a:pt x="6701765" y="224342"/>
                  </a:lnTo>
                  <a:lnTo>
                    <a:pt x="6701922" y="224342"/>
                  </a:lnTo>
                  <a:lnTo>
                    <a:pt x="6702080" y="224342"/>
                  </a:lnTo>
                  <a:lnTo>
                    <a:pt x="6702238" y="224342"/>
                  </a:lnTo>
                  <a:lnTo>
                    <a:pt x="6702238" y="223912"/>
                  </a:lnTo>
                  <a:lnTo>
                    <a:pt x="6702395" y="223912"/>
                  </a:lnTo>
                  <a:lnTo>
                    <a:pt x="6702553" y="223912"/>
                  </a:lnTo>
                  <a:lnTo>
                    <a:pt x="6702711" y="223912"/>
                  </a:lnTo>
                  <a:lnTo>
                    <a:pt x="6702869" y="223912"/>
                  </a:lnTo>
                  <a:lnTo>
                    <a:pt x="6703026" y="223912"/>
                  </a:lnTo>
                  <a:lnTo>
                    <a:pt x="6703184" y="223912"/>
                  </a:lnTo>
                  <a:lnTo>
                    <a:pt x="6703342" y="223912"/>
                  </a:lnTo>
                  <a:lnTo>
                    <a:pt x="6703499" y="223912"/>
                  </a:lnTo>
                  <a:lnTo>
                    <a:pt x="6703657" y="223912"/>
                  </a:lnTo>
                  <a:lnTo>
                    <a:pt x="6703815" y="223912"/>
                  </a:lnTo>
                  <a:lnTo>
                    <a:pt x="6703973" y="223912"/>
                  </a:lnTo>
                  <a:lnTo>
                    <a:pt x="6704130" y="223912"/>
                  </a:lnTo>
                  <a:lnTo>
                    <a:pt x="6704288" y="223912"/>
                  </a:lnTo>
                  <a:lnTo>
                    <a:pt x="6704446" y="223912"/>
                  </a:lnTo>
                  <a:lnTo>
                    <a:pt x="6704604" y="223912"/>
                  </a:lnTo>
                  <a:lnTo>
                    <a:pt x="6704761" y="223912"/>
                  </a:lnTo>
                  <a:lnTo>
                    <a:pt x="6704919" y="223912"/>
                  </a:lnTo>
                  <a:lnTo>
                    <a:pt x="6705077" y="223912"/>
                  </a:lnTo>
                  <a:lnTo>
                    <a:pt x="6705234" y="223912"/>
                  </a:lnTo>
                  <a:lnTo>
                    <a:pt x="6705392" y="223912"/>
                  </a:lnTo>
                  <a:lnTo>
                    <a:pt x="6705550" y="223912"/>
                  </a:lnTo>
                  <a:lnTo>
                    <a:pt x="6705708" y="223912"/>
                  </a:lnTo>
                  <a:lnTo>
                    <a:pt x="6705865" y="223912"/>
                  </a:lnTo>
                  <a:lnTo>
                    <a:pt x="6705865" y="223481"/>
                  </a:lnTo>
                  <a:lnTo>
                    <a:pt x="6706023" y="223481"/>
                  </a:lnTo>
                  <a:lnTo>
                    <a:pt x="6706181" y="223481"/>
                  </a:lnTo>
                  <a:lnTo>
                    <a:pt x="6706338" y="223481"/>
                  </a:lnTo>
                  <a:lnTo>
                    <a:pt x="6706496" y="223481"/>
                  </a:lnTo>
                  <a:lnTo>
                    <a:pt x="6706654" y="223481"/>
                  </a:lnTo>
                  <a:lnTo>
                    <a:pt x="6706812" y="223481"/>
                  </a:lnTo>
                  <a:lnTo>
                    <a:pt x="6706969" y="223481"/>
                  </a:lnTo>
                  <a:lnTo>
                    <a:pt x="6707127" y="223481"/>
                  </a:lnTo>
                  <a:lnTo>
                    <a:pt x="6707285" y="223481"/>
                  </a:lnTo>
                  <a:lnTo>
                    <a:pt x="6707442" y="223481"/>
                  </a:lnTo>
                  <a:lnTo>
                    <a:pt x="6707600" y="223481"/>
                  </a:lnTo>
                  <a:lnTo>
                    <a:pt x="6707758" y="223481"/>
                  </a:lnTo>
                  <a:lnTo>
                    <a:pt x="6707916" y="223481"/>
                  </a:lnTo>
                  <a:lnTo>
                    <a:pt x="6708073" y="223481"/>
                  </a:lnTo>
                  <a:lnTo>
                    <a:pt x="6708231" y="223481"/>
                  </a:lnTo>
                  <a:lnTo>
                    <a:pt x="6708389" y="223481"/>
                  </a:lnTo>
                  <a:lnTo>
                    <a:pt x="6708546" y="223481"/>
                  </a:lnTo>
                  <a:lnTo>
                    <a:pt x="6708704" y="223481"/>
                  </a:lnTo>
                  <a:lnTo>
                    <a:pt x="6708862" y="223481"/>
                  </a:lnTo>
                  <a:lnTo>
                    <a:pt x="6709020" y="223481"/>
                  </a:lnTo>
                  <a:lnTo>
                    <a:pt x="6709177" y="223481"/>
                  </a:lnTo>
                  <a:lnTo>
                    <a:pt x="6709335" y="223481"/>
                  </a:lnTo>
                  <a:lnTo>
                    <a:pt x="6709493" y="223481"/>
                  </a:lnTo>
                  <a:lnTo>
                    <a:pt x="6709650" y="223481"/>
                  </a:lnTo>
                  <a:lnTo>
                    <a:pt x="6709808" y="223481"/>
                  </a:lnTo>
                  <a:lnTo>
                    <a:pt x="6709966" y="223481"/>
                  </a:lnTo>
                  <a:lnTo>
                    <a:pt x="6710124" y="223481"/>
                  </a:lnTo>
                  <a:lnTo>
                    <a:pt x="6710281" y="223481"/>
                  </a:lnTo>
                  <a:lnTo>
                    <a:pt x="6710439" y="223481"/>
                  </a:lnTo>
                  <a:lnTo>
                    <a:pt x="6710439" y="223050"/>
                  </a:lnTo>
                  <a:lnTo>
                    <a:pt x="6710597" y="223050"/>
                  </a:lnTo>
                  <a:lnTo>
                    <a:pt x="6710597" y="222620"/>
                  </a:lnTo>
                  <a:lnTo>
                    <a:pt x="6710755" y="222620"/>
                  </a:lnTo>
                  <a:lnTo>
                    <a:pt x="6710912" y="222620"/>
                  </a:lnTo>
                  <a:lnTo>
                    <a:pt x="6711070" y="222620"/>
                  </a:lnTo>
                  <a:lnTo>
                    <a:pt x="6711228" y="222620"/>
                  </a:lnTo>
                  <a:lnTo>
                    <a:pt x="6711228" y="222189"/>
                  </a:lnTo>
                  <a:lnTo>
                    <a:pt x="6711385" y="222189"/>
                  </a:lnTo>
                  <a:lnTo>
                    <a:pt x="6711543" y="222189"/>
                  </a:lnTo>
                  <a:lnTo>
                    <a:pt x="6711701" y="222189"/>
                  </a:lnTo>
                  <a:lnTo>
                    <a:pt x="6711859" y="222189"/>
                  </a:lnTo>
                  <a:lnTo>
                    <a:pt x="6712016" y="222189"/>
                  </a:lnTo>
                  <a:lnTo>
                    <a:pt x="6712174" y="222189"/>
                  </a:lnTo>
                  <a:lnTo>
                    <a:pt x="6712332" y="222189"/>
                  </a:lnTo>
                  <a:lnTo>
                    <a:pt x="6712489" y="222189"/>
                  </a:lnTo>
                  <a:lnTo>
                    <a:pt x="6712647" y="222189"/>
                  </a:lnTo>
                  <a:lnTo>
                    <a:pt x="6712805" y="222189"/>
                  </a:lnTo>
                  <a:lnTo>
                    <a:pt x="6712963" y="222189"/>
                  </a:lnTo>
                  <a:lnTo>
                    <a:pt x="6713120" y="222189"/>
                  </a:lnTo>
                  <a:lnTo>
                    <a:pt x="6713120" y="221759"/>
                  </a:lnTo>
                  <a:lnTo>
                    <a:pt x="6713278" y="221759"/>
                  </a:lnTo>
                  <a:lnTo>
                    <a:pt x="6713278" y="221328"/>
                  </a:lnTo>
                  <a:lnTo>
                    <a:pt x="6713436" y="221328"/>
                  </a:lnTo>
                  <a:lnTo>
                    <a:pt x="6713593" y="221328"/>
                  </a:lnTo>
                  <a:lnTo>
                    <a:pt x="6713751" y="221328"/>
                  </a:lnTo>
                  <a:lnTo>
                    <a:pt x="6713909" y="221328"/>
                  </a:lnTo>
                  <a:lnTo>
                    <a:pt x="6714067" y="221328"/>
                  </a:lnTo>
                  <a:lnTo>
                    <a:pt x="6714224" y="221328"/>
                  </a:lnTo>
                  <a:lnTo>
                    <a:pt x="6714382" y="221328"/>
                  </a:lnTo>
                  <a:lnTo>
                    <a:pt x="6714540" y="221328"/>
                  </a:lnTo>
                  <a:lnTo>
                    <a:pt x="6714697" y="221328"/>
                  </a:lnTo>
                  <a:lnTo>
                    <a:pt x="6714855" y="221328"/>
                  </a:lnTo>
                  <a:lnTo>
                    <a:pt x="6715013" y="221328"/>
                  </a:lnTo>
                  <a:lnTo>
                    <a:pt x="6715171" y="221328"/>
                  </a:lnTo>
                  <a:lnTo>
                    <a:pt x="6715328" y="221328"/>
                  </a:lnTo>
                  <a:lnTo>
                    <a:pt x="6715486" y="221328"/>
                  </a:lnTo>
                  <a:lnTo>
                    <a:pt x="6715644" y="221328"/>
                  </a:lnTo>
                  <a:lnTo>
                    <a:pt x="6715802" y="221328"/>
                  </a:lnTo>
                  <a:lnTo>
                    <a:pt x="6715959" y="221328"/>
                  </a:lnTo>
                  <a:lnTo>
                    <a:pt x="6716117" y="221328"/>
                  </a:lnTo>
                  <a:lnTo>
                    <a:pt x="6716275" y="221328"/>
                  </a:lnTo>
                  <a:lnTo>
                    <a:pt x="6716432" y="221328"/>
                  </a:lnTo>
                  <a:lnTo>
                    <a:pt x="6716590" y="221328"/>
                  </a:lnTo>
                  <a:lnTo>
                    <a:pt x="6716748" y="221328"/>
                  </a:lnTo>
                  <a:lnTo>
                    <a:pt x="6716906" y="221328"/>
                  </a:lnTo>
                  <a:lnTo>
                    <a:pt x="6717063" y="221328"/>
                  </a:lnTo>
                  <a:lnTo>
                    <a:pt x="6717063" y="220897"/>
                  </a:lnTo>
                  <a:lnTo>
                    <a:pt x="6717221" y="220897"/>
                  </a:lnTo>
                  <a:lnTo>
                    <a:pt x="6717379" y="220897"/>
                  </a:lnTo>
                  <a:lnTo>
                    <a:pt x="6717536" y="220897"/>
                  </a:lnTo>
                  <a:lnTo>
                    <a:pt x="6717694" y="220897"/>
                  </a:lnTo>
                  <a:lnTo>
                    <a:pt x="6717852" y="220897"/>
                  </a:lnTo>
                  <a:lnTo>
                    <a:pt x="6718010" y="220897"/>
                  </a:lnTo>
                  <a:lnTo>
                    <a:pt x="6718167" y="220897"/>
                  </a:lnTo>
                  <a:lnTo>
                    <a:pt x="6718325" y="220897"/>
                  </a:lnTo>
                  <a:lnTo>
                    <a:pt x="6718483" y="220897"/>
                  </a:lnTo>
                  <a:lnTo>
                    <a:pt x="6718640" y="220897"/>
                  </a:lnTo>
                  <a:lnTo>
                    <a:pt x="6718798" y="220897"/>
                  </a:lnTo>
                  <a:lnTo>
                    <a:pt x="6718956" y="220897"/>
                  </a:lnTo>
                  <a:lnTo>
                    <a:pt x="6719114" y="220897"/>
                  </a:lnTo>
                  <a:lnTo>
                    <a:pt x="6719271" y="220897"/>
                  </a:lnTo>
                  <a:lnTo>
                    <a:pt x="6719429" y="220897"/>
                  </a:lnTo>
                  <a:lnTo>
                    <a:pt x="6719587" y="220897"/>
                  </a:lnTo>
                  <a:lnTo>
                    <a:pt x="6719744" y="220897"/>
                  </a:lnTo>
                  <a:lnTo>
                    <a:pt x="6719902" y="220897"/>
                  </a:lnTo>
                  <a:lnTo>
                    <a:pt x="6720060" y="220897"/>
                  </a:lnTo>
                  <a:lnTo>
                    <a:pt x="6720218" y="220897"/>
                  </a:lnTo>
                  <a:lnTo>
                    <a:pt x="6720375" y="220897"/>
                  </a:lnTo>
                  <a:lnTo>
                    <a:pt x="6720533" y="220897"/>
                  </a:lnTo>
                  <a:lnTo>
                    <a:pt x="6720691" y="220897"/>
                  </a:lnTo>
                  <a:lnTo>
                    <a:pt x="6720848" y="220897"/>
                  </a:lnTo>
                  <a:lnTo>
                    <a:pt x="6721006" y="220897"/>
                  </a:lnTo>
                  <a:lnTo>
                    <a:pt x="6721164" y="220897"/>
                  </a:lnTo>
                  <a:lnTo>
                    <a:pt x="6721322" y="220897"/>
                  </a:lnTo>
                  <a:lnTo>
                    <a:pt x="6721322" y="220467"/>
                  </a:lnTo>
                  <a:lnTo>
                    <a:pt x="6721479" y="220467"/>
                  </a:lnTo>
                  <a:lnTo>
                    <a:pt x="6721637" y="220467"/>
                  </a:lnTo>
                  <a:lnTo>
                    <a:pt x="6721795" y="220467"/>
                  </a:lnTo>
                  <a:lnTo>
                    <a:pt x="6721953" y="220467"/>
                  </a:lnTo>
                  <a:lnTo>
                    <a:pt x="6722110" y="220467"/>
                  </a:lnTo>
                  <a:lnTo>
                    <a:pt x="6722268" y="220467"/>
                  </a:lnTo>
                  <a:lnTo>
                    <a:pt x="6722426" y="220467"/>
                  </a:lnTo>
                  <a:lnTo>
                    <a:pt x="6722583" y="220467"/>
                  </a:lnTo>
                  <a:lnTo>
                    <a:pt x="6722741" y="220467"/>
                  </a:lnTo>
                  <a:lnTo>
                    <a:pt x="6722899" y="220467"/>
                  </a:lnTo>
                  <a:lnTo>
                    <a:pt x="6723057" y="220467"/>
                  </a:lnTo>
                  <a:lnTo>
                    <a:pt x="6723214" y="220467"/>
                  </a:lnTo>
                  <a:lnTo>
                    <a:pt x="6723372" y="220467"/>
                  </a:lnTo>
                  <a:lnTo>
                    <a:pt x="6723530" y="220467"/>
                  </a:lnTo>
                  <a:lnTo>
                    <a:pt x="6723687" y="220467"/>
                  </a:lnTo>
                  <a:lnTo>
                    <a:pt x="6723845" y="220467"/>
                  </a:lnTo>
                  <a:lnTo>
                    <a:pt x="6724003" y="220467"/>
                  </a:lnTo>
                  <a:lnTo>
                    <a:pt x="6724161" y="220467"/>
                  </a:lnTo>
                  <a:lnTo>
                    <a:pt x="6724318" y="220467"/>
                  </a:lnTo>
                  <a:lnTo>
                    <a:pt x="6724476" y="220467"/>
                  </a:lnTo>
                  <a:lnTo>
                    <a:pt x="6724634" y="220467"/>
                  </a:lnTo>
                  <a:lnTo>
                    <a:pt x="6724791" y="220467"/>
                  </a:lnTo>
                  <a:lnTo>
                    <a:pt x="6724949" y="220467"/>
                  </a:lnTo>
                  <a:lnTo>
                    <a:pt x="6725107" y="220467"/>
                  </a:lnTo>
                  <a:lnTo>
                    <a:pt x="6725265" y="220467"/>
                  </a:lnTo>
                  <a:lnTo>
                    <a:pt x="6725422" y="220467"/>
                  </a:lnTo>
                  <a:lnTo>
                    <a:pt x="6725580" y="220467"/>
                  </a:lnTo>
                  <a:lnTo>
                    <a:pt x="6725738" y="220467"/>
                  </a:lnTo>
                  <a:lnTo>
                    <a:pt x="6725895" y="220467"/>
                  </a:lnTo>
                  <a:lnTo>
                    <a:pt x="6726053" y="220467"/>
                  </a:lnTo>
                  <a:lnTo>
                    <a:pt x="6726211" y="220467"/>
                  </a:lnTo>
                  <a:lnTo>
                    <a:pt x="6726369" y="220467"/>
                  </a:lnTo>
                  <a:lnTo>
                    <a:pt x="6726526" y="220467"/>
                  </a:lnTo>
                  <a:lnTo>
                    <a:pt x="6726684" y="220467"/>
                  </a:lnTo>
                  <a:lnTo>
                    <a:pt x="6726842" y="220467"/>
                  </a:lnTo>
                  <a:lnTo>
                    <a:pt x="6727000" y="220467"/>
                  </a:lnTo>
                  <a:lnTo>
                    <a:pt x="6727157" y="220467"/>
                  </a:lnTo>
                  <a:lnTo>
                    <a:pt x="6727315" y="220467"/>
                  </a:lnTo>
                  <a:lnTo>
                    <a:pt x="6727315" y="220036"/>
                  </a:lnTo>
                  <a:lnTo>
                    <a:pt x="6727473" y="220036"/>
                  </a:lnTo>
                  <a:lnTo>
                    <a:pt x="6727630" y="220036"/>
                  </a:lnTo>
                  <a:lnTo>
                    <a:pt x="6727788" y="220036"/>
                  </a:lnTo>
                  <a:lnTo>
                    <a:pt x="6727946" y="220036"/>
                  </a:lnTo>
                  <a:lnTo>
                    <a:pt x="6728104" y="220036"/>
                  </a:lnTo>
                  <a:lnTo>
                    <a:pt x="6728261" y="220036"/>
                  </a:lnTo>
                  <a:lnTo>
                    <a:pt x="6728419" y="220036"/>
                  </a:lnTo>
                  <a:lnTo>
                    <a:pt x="6728577" y="220036"/>
                  </a:lnTo>
                  <a:lnTo>
                    <a:pt x="6728734" y="220036"/>
                  </a:lnTo>
                  <a:lnTo>
                    <a:pt x="6728892" y="220036"/>
                  </a:lnTo>
                  <a:lnTo>
                    <a:pt x="6729050" y="220036"/>
                  </a:lnTo>
                  <a:lnTo>
                    <a:pt x="6729208" y="220036"/>
                  </a:lnTo>
                  <a:lnTo>
                    <a:pt x="6729365" y="220036"/>
                  </a:lnTo>
                  <a:lnTo>
                    <a:pt x="6729523" y="220036"/>
                  </a:lnTo>
                  <a:lnTo>
                    <a:pt x="6729681" y="220036"/>
                  </a:lnTo>
                  <a:lnTo>
                    <a:pt x="6729838" y="220036"/>
                  </a:lnTo>
                  <a:lnTo>
                    <a:pt x="6729996" y="220036"/>
                  </a:lnTo>
                  <a:lnTo>
                    <a:pt x="6730154" y="220036"/>
                  </a:lnTo>
                  <a:lnTo>
                    <a:pt x="6730312" y="220036"/>
                  </a:lnTo>
                  <a:lnTo>
                    <a:pt x="6730469" y="220036"/>
                  </a:lnTo>
                  <a:lnTo>
                    <a:pt x="6730627" y="220036"/>
                  </a:lnTo>
                  <a:lnTo>
                    <a:pt x="6730785" y="220036"/>
                  </a:lnTo>
                  <a:lnTo>
                    <a:pt x="6730942" y="220036"/>
                  </a:lnTo>
                  <a:lnTo>
                    <a:pt x="6731100" y="220036"/>
                  </a:lnTo>
                  <a:lnTo>
                    <a:pt x="6731258" y="220036"/>
                  </a:lnTo>
                  <a:lnTo>
                    <a:pt x="6731258" y="219606"/>
                  </a:lnTo>
                  <a:lnTo>
                    <a:pt x="6731416" y="219606"/>
                  </a:lnTo>
                  <a:lnTo>
                    <a:pt x="6731573" y="219606"/>
                  </a:lnTo>
                  <a:lnTo>
                    <a:pt x="6731731" y="219606"/>
                  </a:lnTo>
                  <a:lnTo>
                    <a:pt x="6731889" y="219606"/>
                  </a:lnTo>
                  <a:lnTo>
                    <a:pt x="6732046" y="219606"/>
                  </a:lnTo>
                  <a:lnTo>
                    <a:pt x="6732204" y="219606"/>
                  </a:lnTo>
                  <a:lnTo>
                    <a:pt x="6732362" y="219606"/>
                  </a:lnTo>
                  <a:lnTo>
                    <a:pt x="6732520" y="219606"/>
                  </a:lnTo>
                  <a:lnTo>
                    <a:pt x="6732677" y="219606"/>
                  </a:lnTo>
                  <a:lnTo>
                    <a:pt x="6732835" y="219606"/>
                  </a:lnTo>
                  <a:lnTo>
                    <a:pt x="6732993" y="219606"/>
                  </a:lnTo>
                  <a:lnTo>
                    <a:pt x="6733151" y="219606"/>
                  </a:lnTo>
                  <a:lnTo>
                    <a:pt x="6733308" y="219606"/>
                  </a:lnTo>
                  <a:lnTo>
                    <a:pt x="6733466" y="219606"/>
                  </a:lnTo>
                  <a:lnTo>
                    <a:pt x="6733624" y="219606"/>
                  </a:lnTo>
                  <a:lnTo>
                    <a:pt x="6733781" y="219606"/>
                  </a:lnTo>
                  <a:lnTo>
                    <a:pt x="6733939" y="219606"/>
                  </a:lnTo>
                  <a:lnTo>
                    <a:pt x="6734097" y="219606"/>
                  </a:lnTo>
                  <a:lnTo>
                    <a:pt x="6734255" y="219606"/>
                  </a:lnTo>
                  <a:lnTo>
                    <a:pt x="6734412" y="219606"/>
                  </a:lnTo>
                  <a:lnTo>
                    <a:pt x="6734570" y="219606"/>
                  </a:lnTo>
                  <a:lnTo>
                    <a:pt x="6734728" y="219606"/>
                  </a:lnTo>
                  <a:lnTo>
                    <a:pt x="6734885" y="219606"/>
                  </a:lnTo>
                  <a:lnTo>
                    <a:pt x="6735043" y="219606"/>
                  </a:lnTo>
                  <a:lnTo>
                    <a:pt x="6735201" y="219606"/>
                  </a:lnTo>
                  <a:lnTo>
                    <a:pt x="6735359" y="219606"/>
                  </a:lnTo>
                  <a:lnTo>
                    <a:pt x="6735516" y="219606"/>
                  </a:lnTo>
                  <a:lnTo>
                    <a:pt x="6735674" y="219606"/>
                  </a:lnTo>
                  <a:lnTo>
                    <a:pt x="6735832" y="219606"/>
                  </a:lnTo>
                  <a:lnTo>
                    <a:pt x="6735989" y="219606"/>
                  </a:lnTo>
                  <a:lnTo>
                    <a:pt x="6736147" y="219606"/>
                  </a:lnTo>
                  <a:lnTo>
                    <a:pt x="6736147" y="219175"/>
                  </a:lnTo>
                  <a:lnTo>
                    <a:pt x="6736147" y="218744"/>
                  </a:lnTo>
                  <a:lnTo>
                    <a:pt x="6736305" y="218744"/>
                  </a:lnTo>
                  <a:lnTo>
                    <a:pt x="6736463" y="218744"/>
                  </a:lnTo>
                  <a:lnTo>
                    <a:pt x="6736620" y="218744"/>
                  </a:lnTo>
                  <a:lnTo>
                    <a:pt x="6736778" y="218744"/>
                  </a:lnTo>
                  <a:lnTo>
                    <a:pt x="6736936" y="218744"/>
                  </a:lnTo>
                  <a:lnTo>
                    <a:pt x="6737093" y="218744"/>
                  </a:lnTo>
                  <a:lnTo>
                    <a:pt x="6737251" y="218744"/>
                  </a:lnTo>
                  <a:lnTo>
                    <a:pt x="6737409" y="218744"/>
                  </a:lnTo>
                  <a:lnTo>
                    <a:pt x="6737567" y="218744"/>
                  </a:lnTo>
                  <a:lnTo>
                    <a:pt x="6737724" y="218744"/>
                  </a:lnTo>
                  <a:lnTo>
                    <a:pt x="6737882" y="218744"/>
                  </a:lnTo>
                  <a:lnTo>
                    <a:pt x="6738040" y="218744"/>
                  </a:lnTo>
                  <a:lnTo>
                    <a:pt x="6738198" y="218744"/>
                  </a:lnTo>
                  <a:lnTo>
                    <a:pt x="6738355" y="218744"/>
                  </a:lnTo>
                  <a:lnTo>
                    <a:pt x="6738513" y="218744"/>
                  </a:lnTo>
                  <a:lnTo>
                    <a:pt x="6738671" y="218744"/>
                  </a:lnTo>
                  <a:lnTo>
                    <a:pt x="6738828" y="218744"/>
                  </a:lnTo>
                  <a:lnTo>
                    <a:pt x="6738986" y="218744"/>
                  </a:lnTo>
                  <a:lnTo>
                    <a:pt x="6739144" y="218744"/>
                  </a:lnTo>
                  <a:lnTo>
                    <a:pt x="6739302" y="218744"/>
                  </a:lnTo>
                  <a:lnTo>
                    <a:pt x="6739459" y="218744"/>
                  </a:lnTo>
                  <a:lnTo>
                    <a:pt x="6739617" y="218744"/>
                  </a:lnTo>
                  <a:lnTo>
                    <a:pt x="6739775" y="218744"/>
                  </a:lnTo>
                  <a:lnTo>
                    <a:pt x="6739932" y="218744"/>
                  </a:lnTo>
                  <a:lnTo>
                    <a:pt x="6740090" y="218744"/>
                  </a:lnTo>
                  <a:lnTo>
                    <a:pt x="6740248" y="218744"/>
                  </a:lnTo>
                  <a:lnTo>
                    <a:pt x="6740406" y="218744"/>
                  </a:lnTo>
                  <a:lnTo>
                    <a:pt x="6740563" y="218744"/>
                  </a:lnTo>
                  <a:lnTo>
                    <a:pt x="6740721" y="218744"/>
                  </a:lnTo>
                  <a:lnTo>
                    <a:pt x="6740879" y="218744"/>
                  </a:lnTo>
                  <a:lnTo>
                    <a:pt x="6741036" y="218744"/>
                  </a:lnTo>
                  <a:lnTo>
                    <a:pt x="6741194" y="218744"/>
                  </a:lnTo>
                  <a:lnTo>
                    <a:pt x="6741352" y="218744"/>
                  </a:lnTo>
                  <a:lnTo>
                    <a:pt x="6741510" y="218744"/>
                  </a:lnTo>
                  <a:lnTo>
                    <a:pt x="6741667" y="218744"/>
                  </a:lnTo>
                  <a:lnTo>
                    <a:pt x="6741825" y="218744"/>
                  </a:lnTo>
                  <a:lnTo>
                    <a:pt x="6741983" y="218744"/>
                  </a:lnTo>
                  <a:lnTo>
                    <a:pt x="6742140" y="218744"/>
                  </a:lnTo>
                  <a:lnTo>
                    <a:pt x="6742298" y="218744"/>
                  </a:lnTo>
                  <a:lnTo>
                    <a:pt x="6742456" y="218744"/>
                  </a:lnTo>
                  <a:lnTo>
                    <a:pt x="6742614" y="218744"/>
                  </a:lnTo>
                  <a:lnTo>
                    <a:pt x="6742771" y="218744"/>
                  </a:lnTo>
                  <a:lnTo>
                    <a:pt x="6742929" y="218744"/>
                  </a:lnTo>
                  <a:lnTo>
                    <a:pt x="6743087" y="218744"/>
                  </a:lnTo>
                  <a:lnTo>
                    <a:pt x="6743244" y="218744"/>
                  </a:lnTo>
                  <a:lnTo>
                    <a:pt x="6743402" y="218744"/>
                  </a:lnTo>
                  <a:lnTo>
                    <a:pt x="6743560" y="218744"/>
                  </a:lnTo>
                  <a:lnTo>
                    <a:pt x="6743718" y="218744"/>
                  </a:lnTo>
                  <a:lnTo>
                    <a:pt x="6743875" y="218744"/>
                  </a:lnTo>
                  <a:lnTo>
                    <a:pt x="6744033" y="218744"/>
                  </a:lnTo>
                  <a:lnTo>
                    <a:pt x="6744191" y="218744"/>
                  </a:lnTo>
                  <a:lnTo>
                    <a:pt x="6744349" y="218744"/>
                  </a:lnTo>
                  <a:lnTo>
                    <a:pt x="6744506" y="218744"/>
                  </a:lnTo>
                  <a:lnTo>
                    <a:pt x="6744664" y="218744"/>
                  </a:lnTo>
                  <a:lnTo>
                    <a:pt x="6744822" y="218744"/>
                  </a:lnTo>
                  <a:lnTo>
                    <a:pt x="6744979" y="218744"/>
                  </a:lnTo>
                  <a:lnTo>
                    <a:pt x="6745137" y="218744"/>
                  </a:lnTo>
                  <a:lnTo>
                    <a:pt x="6745295" y="218744"/>
                  </a:lnTo>
                  <a:lnTo>
                    <a:pt x="6745453" y="218744"/>
                  </a:lnTo>
                  <a:lnTo>
                    <a:pt x="6745610" y="218744"/>
                  </a:lnTo>
                  <a:lnTo>
                    <a:pt x="6745768" y="218744"/>
                  </a:lnTo>
                  <a:lnTo>
                    <a:pt x="6745926" y="218744"/>
                  </a:lnTo>
                  <a:lnTo>
                    <a:pt x="6746083" y="218744"/>
                  </a:lnTo>
                  <a:lnTo>
                    <a:pt x="6746241" y="218744"/>
                  </a:lnTo>
                  <a:lnTo>
                    <a:pt x="6746399" y="218744"/>
                  </a:lnTo>
                  <a:lnTo>
                    <a:pt x="6746557" y="218744"/>
                  </a:lnTo>
                  <a:lnTo>
                    <a:pt x="6746714" y="218744"/>
                  </a:lnTo>
                  <a:lnTo>
                    <a:pt x="6746872" y="218744"/>
                  </a:lnTo>
                  <a:lnTo>
                    <a:pt x="6747030" y="218744"/>
                  </a:lnTo>
                  <a:lnTo>
                    <a:pt x="6747187" y="218744"/>
                  </a:lnTo>
                  <a:lnTo>
                    <a:pt x="6747345" y="218744"/>
                  </a:lnTo>
                  <a:lnTo>
                    <a:pt x="6747503" y="218744"/>
                  </a:lnTo>
                  <a:lnTo>
                    <a:pt x="6747503" y="218314"/>
                  </a:lnTo>
                  <a:lnTo>
                    <a:pt x="6747661" y="218314"/>
                  </a:lnTo>
                  <a:lnTo>
                    <a:pt x="6747818" y="218314"/>
                  </a:lnTo>
                  <a:lnTo>
                    <a:pt x="6747976" y="218314"/>
                  </a:lnTo>
                  <a:lnTo>
                    <a:pt x="6748134" y="218314"/>
                  </a:lnTo>
                  <a:lnTo>
                    <a:pt x="6748291" y="218314"/>
                  </a:lnTo>
                  <a:lnTo>
                    <a:pt x="6748291" y="217883"/>
                  </a:lnTo>
                  <a:lnTo>
                    <a:pt x="6748449" y="217883"/>
                  </a:lnTo>
                  <a:lnTo>
                    <a:pt x="6748607" y="217883"/>
                  </a:lnTo>
                  <a:lnTo>
                    <a:pt x="6748607" y="217453"/>
                  </a:lnTo>
                  <a:lnTo>
                    <a:pt x="6748765" y="217453"/>
                  </a:lnTo>
                  <a:lnTo>
                    <a:pt x="6748922" y="217453"/>
                  </a:lnTo>
                  <a:lnTo>
                    <a:pt x="6749080" y="217453"/>
                  </a:lnTo>
                  <a:lnTo>
                    <a:pt x="6749238" y="217453"/>
                  </a:lnTo>
                  <a:lnTo>
                    <a:pt x="6749395" y="217453"/>
                  </a:lnTo>
                  <a:lnTo>
                    <a:pt x="6749553" y="217453"/>
                  </a:lnTo>
                  <a:lnTo>
                    <a:pt x="6749711" y="217453"/>
                  </a:lnTo>
                  <a:lnTo>
                    <a:pt x="6749711" y="217022"/>
                  </a:lnTo>
                  <a:lnTo>
                    <a:pt x="6749869" y="217022"/>
                  </a:lnTo>
                  <a:lnTo>
                    <a:pt x="6750026" y="217022"/>
                  </a:lnTo>
                  <a:lnTo>
                    <a:pt x="6750184" y="217022"/>
                  </a:lnTo>
                  <a:lnTo>
                    <a:pt x="6750342" y="217022"/>
                  </a:lnTo>
                  <a:lnTo>
                    <a:pt x="6750500" y="217022"/>
                  </a:lnTo>
                  <a:lnTo>
                    <a:pt x="6750657" y="217022"/>
                  </a:lnTo>
                  <a:lnTo>
                    <a:pt x="6750815" y="217022"/>
                  </a:lnTo>
                  <a:lnTo>
                    <a:pt x="6750973" y="217022"/>
                  </a:lnTo>
                  <a:lnTo>
                    <a:pt x="6751130" y="217022"/>
                  </a:lnTo>
                  <a:lnTo>
                    <a:pt x="6751288" y="217022"/>
                  </a:lnTo>
                  <a:lnTo>
                    <a:pt x="6751446" y="217022"/>
                  </a:lnTo>
                  <a:lnTo>
                    <a:pt x="6751604" y="217022"/>
                  </a:lnTo>
                  <a:lnTo>
                    <a:pt x="6751604" y="216591"/>
                  </a:lnTo>
                  <a:lnTo>
                    <a:pt x="6751761" y="216591"/>
                  </a:lnTo>
                  <a:lnTo>
                    <a:pt x="6751919" y="216591"/>
                  </a:lnTo>
                  <a:lnTo>
                    <a:pt x="6752077" y="216591"/>
                  </a:lnTo>
                  <a:lnTo>
                    <a:pt x="6752234" y="216591"/>
                  </a:lnTo>
                  <a:lnTo>
                    <a:pt x="6752392" y="216591"/>
                  </a:lnTo>
                  <a:lnTo>
                    <a:pt x="6752550" y="216591"/>
                  </a:lnTo>
                  <a:lnTo>
                    <a:pt x="6752708" y="216591"/>
                  </a:lnTo>
                  <a:lnTo>
                    <a:pt x="6752865" y="216591"/>
                  </a:lnTo>
                  <a:lnTo>
                    <a:pt x="6752865" y="216161"/>
                  </a:lnTo>
                  <a:lnTo>
                    <a:pt x="6753023" y="216161"/>
                  </a:lnTo>
                  <a:lnTo>
                    <a:pt x="6753023" y="215730"/>
                  </a:lnTo>
                  <a:lnTo>
                    <a:pt x="6753181" y="215730"/>
                  </a:lnTo>
                  <a:lnTo>
                    <a:pt x="6753338" y="215730"/>
                  </a:lnTo>
                  <a:lnTo>
                    <a:pt x="6753496" y="215730"/>
                  </a:lnTo>
                  <a:lnTo>
                    <a:pt x="6753654" y="215730"/>
                  </a:lnTo>
                  <a:lnTo>
                    <a:pt x="6753812" y="215730"/>
                  </a:lnTo>
                  <a:lnTo>
                    <a:pt x="6753969" y="215730"/>
                  </a:lnTo>
                  <a:lnTo>
                    <a:pt x="6754127" y="215730"/>
                  </a:lnTo>
                  <a:lnTo>
                    <a:pt x="6754285" y="215730"/>
                  </a:lnTo>
                  <a:lnTo>
                    <a:pt x="6754285" y="215300"/>
                  </a:lnTo>
                  <a:lnTo>
                    <a:pt x="6754442" y="215300"/>
                  </a:lnTo>
                  <a:lnTo>
                    <a:pt x="6754600" y="215300"/>
                  </a:lnTo>
                  <a:lnTo>
                    <a:pt x="6754758" y="215300"/>
                  </a:lnTo>
                  <a:lnTo>
                    <a:pt x="6754916" y="215300"/>
                  </a:lnTo>
                  <a:lnTo>
                    <a:pt x="6755073" y="215300"/>
                  </a:lnTo>
                  <a:lnTo>
                    <a:pt x="6755231" y="215300"/>
                  </a:lnTo>
                  <a:lnTo>
                    <a:pt x="6755389" y="215300"/>
                  </a:lnTo>
                  <a:lnTo>
                    <a:pt x="6755389" y="214869"/>
                  </a:lnTo>
                  <a:lnTo>
                    <a:pt x="6755547" y="214869"/>
                  </a:lnTo>
                  <a:lnTo>
                    <a:pt x="6755704" y="214869"/>
                  </a:lnTo>
                  <a:lnTo>
                    <a:pt x="6755862" y="214869"/>
                  </a:lnTo>
                  <a:lnTo>
                    <a:pt x="6756020" y="214869"/>
                  </a:lnTo>
                  <a:lnTo>
                    <a:pt x="6756177" y="214869"/>
                  </a:lnTo>
                  <a:lnTo>
                    <a:pt x="6756335" y="214869"/>
                  </a:lnTo>
                  <a:lnTo>
                    <a:pt x="6756335" y="214438"/>
                  </a:lnTo>
                  <a:lnTo>
                    <a:pt x="6756493" y="214438"/>
                  </a:lnTo>
                  <a:lnTo>
                    <a:pt x="6756651" y="214438"/>
                  </a:lnTo>
                  <a:lnTo>
                    <a:pt x="6756808" y="214438"/>
                  </a:lnTo>
                  <a:lnTo>
                    <a:pt x="6756966" y="214438"/>
                  </a:lnTo>
                  <a:lnTo>
                    <a:pt x="6757124" y="214438"/>
                  </a:lnTo>
                  <a:lnTo>
                    <a:pt x="6757281" y="214438"/>
                  </a:lnTo>
                  <a:lnTo>
                    <a:pt x="6757439" y="214438"/>
                  </a:lnTo>
                  <a:lnTo>
                    <a:pt x="6757597" y="214438"/>
                  </a:lnTo>
                  <a:lnTo>
                    <a:pt x="6757597" y="214008"/>
                  </a:lnTo>
                  <a:lnTo>
                    <a:pt x="6757755" y="214008"/>
                  </a:lnTo>
                  <a:lnTo>
                    <a:pt x="6757912" y="214008"/>
                  </a:lnTo>
                  <a:lnTo>
                    <a:pt x="6758070" y="214008"/>
                  </a:lnTo>
                  <a:lnTo>
                    <a:pt x="6758228" y="214008"/>
                  </a:lnTo>
                  <a:lnTo>
                    <a:pt x="6758385" y="214008"/>
                  </a:lnTo>
                  <a:lnTo>
                    <a:pt x="6758543" y="214008"/>
                  </a:lnTo>
                  <a:lnTo>
                    <a:pt x="6758701" y="214008"/>
                  </a:lnTo>
                  <a:lnTo>
                    <a:pt x="6758859" y="214008"/>
                  </a:lnTo>
                  <a:lnTo>
                    <a:pt x="6759016" y="214008"/>
                  </a:lnTo>
                  <a:lnTo>
                    <a:pt x="6759174" y="214008"/>
                  </a:lnTo>
                  <a:lnTo>
                    <a:pt x="6759332" y="214008"/>
                  </a:lnTo>
                  <a:lnTo>
                    <a:pt x="6759489" y="214008"/>
                  </a:lnTo>
                  <a:lnTo>
                    <a:pt x="6759647" y="214008"/>
                  </a:lnTo>
                  <a:lnTo>
                    <a:pt x="6759805" y="214008"/>
                  </a:lnTo>
                  <a:lnTo>
                    <a:pt x="6759963" y="214008"/>
                  </a:lnTo>
                  <a:lnTo>
                    <a:pt x="6760120" y="214008"/>
                  </a:lnTo>
                  <a:lnTo>
                    <a:pt x="6760278" y="214008"/>
                  </a:lnTo>
                  <a:lnTo>
                    <a:pt x="6760436" y="214008"/>
                  </a:lnTo>
                  <a:lnTo>
                    <a:pt x="6760593" y="214008"/>
                  </a:lnTo>
                  <a:lnTo>
                    <a:pt x="6760751" y="214008"/>
                  </a:lnTo>
                  <a:lnTo>
                    <a:pt x="6760909" y="214008"/>
                  </a:lnTo>
                  <a:lnTo>
                    <a:pt x="6761067" y="214008"/>
                  </a:lnTo>
                  <a:lnTo>
                    <a:pt x="6761224" y="214008"/>
                  </a:lnTo>
                  <a:lnTo>
                    <a:pt x="6761382" y="214008"/>
                  </a:lnTo>
                  <a:lnTo>
                    <a:pt x="6761540" y="214008"/>
                  </a:lnTo>
                  <a:lnTo>
                    <a:pt x="6761698" y="214008"/>
                  </a:lnTo>
                  <a:lnTo>
                    <a:pt x="6761698" y="213577"/>
                  </a:lnTo>
                  <a:lnTo>
                    <a:pt x="6761698" y="213147"/>
                  </a:lnTo>
                  <a:lnTo>
                    <a:pt x="6761855" y="213147"/>
                  </a:lnTo>
                  <a:lnTo>
                    <a:pt x="6762013" y="213147"/>
                  </a:lnTo>
                  <a:lnTo>
                    <a:pt x="6762171" y="213147"/>
                  </a:lnTo>
                  <a:lnTo>
                    <a:pt x="6762328" y="213147"/>
                  </a:lnTo>
                  <a:lnTo>
                    <a:pt x="6762486" y="213147"/>
                  </a:lnTo>
                  <a:lnTo>
                    <a:pt x="6762644" y="213147"/>
                  </a:lnTo>
                  <a:lnTo>
                    <a:pt x="6762802" y="213147"/>
                  </a:lnTo>
                  <a:lnTo>
                    <a:pt x="6762959" y="213147"/>
                  </a:lnTo>
                  <a:lnTo>
                    <a:pt x="6762959" y="212716"/>
                  </a:lnTo>
                  <a:lnTo>
                    <a:pt x="6763117" y="212716"/>
                  </a:lnTo>
                  <a:lnTo>
                    <a:pt x="6763275" y="212716"/>
                  </a:lnTo>
                  <a:lnTo>
                    <a:pt x="6763432" y="212716"/>
                  </a:lnTo>
                  <a:lnTo>
                    <a:pt x="6763590" y="212716"/>
                  </a:lnTo>
                  <a:lnTo>
                    <a:pt x="6763748" y="212716"/>
                  </a:lnTo>
                  <a:lnTo>
                    <a:pt x="6763906" y="212716"/>
                  </a:lnTo>
                  <a:lnTo>
                    <a:pt x="6764063" y="212716"/>
                  </a:lnTo>
                  <a:lnTo>
                    <a:pt x="6764221" y="212716"/>
                  </a:lnTo>
                  <a:lnTo>
                    <a:pt x="6764379" y="212716"/>
                  </a:lnTo>
                  <a:lnTo>
                    <a:pt x="6764536" y="212716"/>
                  </a:lnTo>
                  <a:lnTo>
                    <a:pt x="6764694" y="212716"/>
                  </a:lnTo>
                  <a:lnTo>
                    <a:pt x="6764852" y="212716"/>
                  </a:lnTo>
                  <a:lnTo>
                    <a:pt x="6765010" y="212716"/>
                  </a:lnTo>
                  <a:lnTo>
                    <a:pt x="6765167" y="212716"/>
                  </a:lnTo>
                  <a:lnTo>
                    <a:pt x="6765325" y="212716"/>
                  </a:lnTo>
                  <a:lnTo>
                    <a:pt x="6765483" y="212716"/>
                  </a:lnTo>
                  <a:lnTo>
                    <a:pt x="6765640" y="212716"/>
                  </a:lnTo>
                  <a:lnTo>
                    <a:pt x="6765798" y="212716"/>
                  </a:lnTo>
                  <a:lnTo>
                    <a:pt x="6765956" y="212716"/>
                  </a:lnTo>
                  <a:lnTo>
                    <a:pt x="6765956" y="212285"/>
                  </a:lnTo>
                  <a:lnTo>
                    <a:pt x="6766114" y="212285"/>
                  </a:lnTo>
                  <a:lnTo>
                    <a:pt x="6766271" y="212285"/>
                  </a:lnTo>
                  <a:lnTo>
                    <a:pt x="6766429" y="212285"/>
                  </a:lnTo>
                  <a:lnTo>
                    <a:pt x="6766587" y="212285"/>
                  </a:lnTo>
                  <a:lnTo>
                    <a:pt x="6766745" y="212285"/>
                  </a:lnTo>
                  <a:lnTo>
                    <a:pt x="6766902" y="212285"/>
                  </a:lnTo>
                  <a:lnTo>
                    <a:pt x="6767060" y="212285"/>
                  </a:lnTo>
                  <a:lnTo>
                    <a:pt x="6767218" y="212285"/>
                  </a:lnTo>
                  <a:lnTo>
                    <a:pt x="6767375" y="212285"/>
                  </a:lnTo>
                  <a:lnTo>
                    <a:pt x="6767375" y="211855"/>
                  </a:lnTo>
                  <a:lnTo>
                    <a:pt x="6767533" y="211855"/>
                  </a:lnTo>
                  <a:lnTo>
                    <a:pt x="6767691" y="211855"/>
                  </a:lnTo>
                  <a:lnTo>
                    <a:pt x="6767849" y="211855"/>
                  </a:lnTo>
                  <a:lnTo>
                    <a:pt x="6768006" y="211855"/>
                  </a:lnTo>
                  <a:lnTo>
                    <a:pt x="6768164" y="211855"/>
                  </a:lnTo>
                  <a:lnTo>
                    <a:pt x="6768322" y="211855"/>
                  </a:lnTo>
                  <a:lnTo>
                    <a:pt x="6768479" y="211855"/>
                  </a:lnTo>
                  <a:lnTo>
                    <a:pt x="6768637" y="211855"/>
                  </a:lnTo>
                  <a:lnTo>
                    <a:pt x="6768637" y="211424"/>
                  </a:lnTo>
                  <a:lnTo>
                    <a:pt x="6768795" y="211424"/>
                  </a:lnTo>
                  <a:lnTo>
                    <a:pt x="6768795" y="210994"/>
                  </a:lnTo>
                  <a:lnTo>
                    <a:pt x="6768953" y="210994"/>
                  </a:lnTo>
                  <a:lnTo>
                    <a:pt x="6769110" y="210994"/>
                  </a:lnTo>
                  <a:lnTo>
                    <a:pt x="6769268" y="210994"/>
                  </a:lnTo>
                  <a:lnTo>
                    <a:pt x="6769426" y="210994"/>
                  </a:lnTo>
                  <a:lnTo>
                    <a:pt x="6769583" y="210994"/>
                  </a:lnTo>
                  <a:lnTo>
                    <a:pt x="6769583" y="210563"/>
                  </a:lnTo>
                  <a:lnTo>
                    <a:pt x="6769741" y="210563"/>
                  </a:lnTo>
                  <a:lnTo>
                    <a:pt x="6769899" y="210563"/>
                  </a:lnTo>
                  <a:lnTo>
                    <a:pt x="6769899" y="210132"/>
                  </a:lnTo>
                  <a:lnTo>
                    <a:pt x="6770057" y="210132"/>
                  </a:lnTo>
                  <a:lnTo>
                    <a:pt x="6770214" y="210132"/>
                  </a:lnTo>
                  <a:lnTo>
                    <a:pt x="6770372" y="210132"/>
                  </a:lnTo>
                  <a:lnTo>
                    <a:pt x="6770530" y="210132"/>
                  </a:lnTo>
                  <a:lnTo>
                    <a:pt x="6770687" y="210132"/>
                  </a:lnTo>
                  <a:lnTo>
                    <a:pt x="6770845" y="210132"/>
                  </a:lnTo>
                  <a:lnTo>
                    <a:pt x="6771003" y="210132"/>
                  </a:lnTo>
                  <a:lnTo>
                    <a:pt x="6771161" y="210132"/>
                  </a:lnTo>
                  <a:lnTo>
                    <a:pt x="6771318" y="210132"/>
                  </a:lnTo>
                  <a:lnTo>
                    <a:pt x="6771476" y="210132"/>
                  </a:lnTo>
                  <a:lnTo>
                    <a:pt x="6771634" y="210132"/>
                  </a:lnTo>
                  <a:lnTo>
                    <a:pt x="6771791" y="210132"/>
                  </a:lnTo>
                  <a:lnTo>
                    <a:pt x="6771949" y="210132"/>
                  </a:lnTo>
                  <a:lnTo>
                    <a:pt x="6772107" y="210132"/>
                  </a:lnTo>
                  <a:lnTo>
                    <a:pt x="6772265" y="210132"/>
                  </a:lnTo>
                  <a:lnTo>
                    <a:pt x="6772422" y="210132"/>
                  </a:lnTo>
                  <a:lnTo>
                    <a:pt x="6772580" y="210132"/>
                  </a:lnTo>
                  <a:lnTo>
                    <a:pt x="6772580" y="209702"/>
                  </a:lnTo>
                  <a:lnTo>
                    <a:pt x="6772738" y="209702"/>
                  </a:lnTo>
                  <a:lnTo>
                    <a:pt x="6772896" y="209702"/>
                  </a:lnTo>
                  <a:lnTo>
                    <a:pt x="6773053" y="209702"/>
                  </a:lnTo>
                  <a:lnTo>
                    <a:pt x="6773211" y="209702"/>
                  </a:lnTo>
                  <a:lnTo>
                    <a:pt x="6773369" y="209702"/>
                  </a:lnTo>
                  <a:lnTo>
                    <a:pt x="6773526" y="209702"/>
                  </a:lnTo>
                  <a:lnTo>
                    <a:pt x="6773684" y="209702"/>
                  </a:lnTo>
                  <a:lnTo>
                    <a:pt x="6773684" y="209271"/>
                  </a:lnTo>
                  <a:lnTo>
                    <a:pt x="6773842" y="209271"/>
                  </a:lnTo>
                  <a:lnTo>
                    <a:pt x="6774000" y="209271"/>
                  </a:lnTo>
                  <a:lnTo>
                    <a:pt x="6774157" y="209271"/>
                  </a:lnTo>
                  <a:lnTo>
                    <a:pt x="6774315" y="209271"/>
                  </a:lnTo>
                  <a:lnTo>
                    <a:pt x="6774473" y="209271"/>
                  </a:lnTo>
                  <a:lnTo>
                    <a:pt x="6774630" y="209271"/>
                  </a:lnTo>
                  <a:lnTo>
                    <a:pt x="6774788" y="209271"/>
                  </a:lnTo>
                  <a:lnTo>
                    <a:pt x="6774946" y="209271"/>
                  </a:lnTo>
                  <a:lnTo>
                    <a:pt x="6774946" y="208841"/>
                  </a:lnTo>
                  <a:lnTo>
                    <a:pt x="6775104" y="208841"/>
                  </a:lnTo>
                  <a:lnTo>
                    <a:pt x="6775261" y="208841"/>
                  </a:lnTo>
                  <a:lnTo>
                    <a:pt x="6775419" y="208841"/>
                  </a:lnTo>
                  <a:lnTo>
                    <a:pt x="6775577" y="208841"/>
                  </a:lnTo>
                  <a:lnTo>
                    <a:pt x="6775734" y="208841"/>
                  </a:lnTo>
                  <a:lnTo>
                    <a:pt x="6775892" y="208841"/>
                  </a:lnTo>
                  <a:lnTo>
                    <a:pt x="6776050" y="208841"/>
                  </a:lnTo>
                  <a:lnTo>
                    <a:pt x="6776208" y="208841"/>
                  </a:lnTo>
                  <a:lnTo>
                    <a:pt x="6776365" y="208841"/>
                  </a:lnTo>
                  <a:lnTo>
                    <a:pt x="6776523" y="208841"/>
                  </a:lnTo>
                  <a:lnTo>
                    <a:pt x="6776681" y="208841"/>
                  </a:lnTo>
                  <a:lnTo>
                    <a:pt x="6776838" y="208841"/>
                  </a:lnTo>
                  <a:lnTo>
                    <a:pt x="6776996" y="208841"/>
                  </a:lnTo>
                  <a:lnTo>
                    <a:pt x="6777154" y="208841"/>
                  </a:lnTo>
                  <a:lnTo>
                    <a:pt x="6777312" y="208841"/>
                  </a:lnTo>
                  <a:lnTo>
                    <a:pt x="6777469" y="208841"/>
                  </a:lnTo>
                  <a:lnTo>
                    <a:pt x="6777627" y="208841"/>
                  </a:lnTo>
                  <a:lnTo>
                    <a:pt x="6777785" y="208841"/>
                  </a:lnTo>
                  <a:lnTo>
                    <a:pt x="6777785" y="208410"/>
                  </a:lnTo>
                  <a:lnTo>
                    <a:pt x="6777943" y="208410"/>
                  </a:lnTo>
                  <a:lnTo>
                    <a:pt x="6778100" y="208410"/>
                  </a:lnTo>
                  <a:lnTo>
                    <a:pt x="6778258" y="208410"/>
                  </a:lnTo>
                  <a:lnTo>
                    <a:pt x="6778416" y="208410"/>
                  </a:lnTo>
                  <a:lnTo>
                    <a:pt x="6778573" y="208410"/>
                  </a:lnTo>
                  <a:lnTo>
                    <a:pt x="6778731" y="208410"/>
                  </a:lnTo>
                  <a:lnTo>
                    <a:pt x="6778889" y="208410"/>
                  </a:lnTo>
                  <a:lnTo>
                    <a:pt x="6779047" y="208410"/>
                  </a:lnTo>
                  <a:lnTo>
                    <a:pt x="6779204" y="208410"/>
                  </a:lnTo>
                  <a:lnTo>
                    <a:pt x="6779362" y="208410"/>
                  </a:lnTo>
                  <a:lnTo>
                    <a:pt x="6779520" y="208410"/>
                  </a:lnTo>
                  <a:lnTo>
                    <a:pt x="6779677" y="208410"/>
                  </a:lnTo>
                  <a:lnTo>
                    <a:pt x="6779835" y="208410"/>
                  </a:lnTo>
                  <a:lnTo>
                    <a:pt x="6779993" y="208410"/>
                  </a:lnTo>
                  <a:lnTo>
                    <a:pt x="6780151" y="208410"/>
                  </a:lnTo>
                  <a:lnTo>
                    <a:pt x="6780308" y="208410"/>
                  </a:lnTo>
                  <a:lnTo>
                    <a:pt x="6780466" y="208410"/>
                  </a:lnTo>
                  <a:lnTo>
                    <a:pt x="6780624" y="208410"/>
                  </a:lnTo>
                  <a:lnTo>
                    <a:pt x="6780781" y="208410"/>
                  </a:lnTo>
                  <a:lnTo>
                    <a:pt x="6780939" y="208410"/>
                  </a:lnTo>
                  <a:lnTo>
                    <a:pt x="6781097" y="208410"/>
                  </a:lnTo>
                  <a:lnTo>
                    <a:pt x="6781255" y="208410"/>
                  </a:lnTo>
                  <a:lnTo>
                    <a:pt x="6781412" y="208410"/>
                  </a:lnTo>
                  <a:lnTo>
                    <a:pt x="6781570" y="208410"/>
                  </a:lnTo>
                  <a:lnTo>
                    <a:pt x="6781728" y="208410"/>
                  </a:lnTo>
                  <a:lnTo>
                    <a:pt x="6781885" y="208410"/>
                  </a:lnTo>
                  <a:lnTo>
                    <a:pt x="6782043" y="208410"/>
                  </a:lnTo>
                  <a:lnTo>
                    <a:pt x="6782201" y="208410"/>
                  </a:lnTo>
                  <a:lnTo>
                    <a:pt x="6782201" y="207979"/>
                  </a:lnTo>
                  <a:lnTo>
                    <a:pt x="6782359" y="207979"/>
                  </a:lnTo>
                  <a:lnTo>
                    <a:pt x="6782516" y="207979"/>
                  </a:lnTo>
                  <a:lnTo>
                    <a:pt x="6782674" y="207979"/>
                  </a:lnTo>
                  <a:lnTo>
                    <a:pt x="6782832" y="207979"/>
                  </a:lnTo>
                  <a:lnTo>
                    <a:pt x="6782989" y="207979"/>
                  </a:lnTo>
                  <a:lnTo>
                    <a:pt x="6783147" y="207979"/>
                  </a:lnTo>
                  <a:lnTo>
                    <a:pt x="6783305" y="207979"/>
                  </a:lnTo>
                  <a:lnTo>
                    <a:pt x="6783463" y="207979"/>
                  </a:lnTo>
                  <a:lnTo>
                    <a:pt x="6783620" y="207979"/>
                  </a:lnTo>
                  <a:lnTo>
                    <a:pt x="6783778" y="207979"/>
                  </a:lnTo>
                  <a:lnTo>
                    <a:pt x="6783936" y="207979"/>
                  </a:lnTo>
                  <a:lnTo>
                    <a:pt x="6784094" y="207979"/>
                  </a:lnTo>
                  <a:lnTo>
                    <a:pt x="6784094" y="207549"/>
                  </a:lnTo>
                  <a:lnTo>
                    <a:pt x="6784251" y="207549"/>
                  </a:lnTo>
                  <a:lnTo>
                    <a:pt x="6784409" y="207549"/>
                  </a:lnTo>
                  <a:lnTo>
                    <a:pt x="6784567" y="207549"/>
                  </a:lnTo>
                  <a:lnTo>
                    <a:pt x="6784724" y="207549"/>
                  </a:lnTo>
                  <a:lnTo>
                    <a:pt x="6784882" y="207549"/>
                  </a:lnTo>
                  <a:lnTo>
                    <a:pt x="6785040" y="207549"/>
                  </a:lnTo>
                  <a:lnTo>
                    <a:pt x="6785198" y="207549"/>
                  </a:lnTo>
                  <a:lnTo>
                    <a:pt x="6785355" y="207549"/>
                  </a:lnTo>
                  <a:lnTo>
                    <a:pt x="6785513" y="207549"/>
                  </a:lnTo>
                  <a:lnTo>
                    <a:pt x="6785671" y="207549"/>
                  </a:lnTo>
                  <a:lnTo>
                    <a:pt x="6785828" y="207549"/>
                  </a:lnTo>
                  <a:lnTo>
                    <a:pt x="6785986" y="207549"/>
                  </a:lnTo>
                  <a:lnTo>
                    <a:pt x="6786144" y="207549"/>
                  </a:lnTo>
                  <a:lnTo>
                    <a:pt x="6786302" y="207549"/>
                  </a:lnTo>
                  <a:lnTo>
                    <a:pt x="6786459" y="207549"/>
                  </a:lnTo>
                  <a:lnTo>
                    <a:pt x="6786617" y="207549"/>
                  </a:lnTo>
                  <a:lnTo>
                    <a:pt x="6786775" y="207549"/>
                  </a:lnTo>
                  <a:lnTo>
                    <a:pt x="6786775" y="207118"/>
                  </a:lnTo>
                  <a:lnTo>
                    <a:pt x="6786932" y="207118"/>
                  </a:lnTo>
                  <a:lnTo>
                    <a:pt x="6787090" y="207118"/>
                  </a:lnTo>
                  <a:lnTo>
                    <a:pt x="6787248" y="207118"/>
                  </a:lnTo>
                  <a:lnTo>
                    <a:pt x="6787406" y="207118"/>
                  </a:lnTo>
                  <a:lnTo>
                    <a:pt x="6787563" y="207118"/>
                  </a:lnTo>
                  <a:lnTo>
                    <a:pt x="6787721" y="207118"/>
                  </a:lnTo>
                  <a:lnTo>
                    <a:pt x="6787879" y="207118"/>
                  </a:lnTo>
                  <a:lnTo>
                    <a:pt x="6788036" y="207118"/>
                  </a:lnTo>
                  <a:lnTo>
                    <a:pt x="6788194" y="207118"/>
                  </a:lnTo>
                  <a:lnTo>
                    <a:pt x="6788352" y="207118"/>
                  </a:lnTo>
                  <a:lnTo>
                    <a:pt x="6788510" y="207118"/>
                  </a:lnTo>
                  <a:lnTo>
                    <a:pt x="6788510" y="206688"/>
                  </a:lnTo>
                  <a:lnTo>
                    <a:pt x="6788667" y="206688"/>
                  </a:lnTo>
                  <a:lnTo>
                    <a:pt x="6788825" y="206688"/>
                  </a:lnTo>
                  <a:lnTo>
                    <a:pt x="6788983" y="206688"/>
                  </a:lnTo>
                  <a:lnTo>
                    <a:pt x="6789141" y="206688"/>
                  </a:lnTo>
                  <a:lnTo>
                    <a:pt x="6789141" y="206257"/>
                  </a:lnTo>
                  <a:lnTo>
                    <a:pt x="6789298" y="206257"/>
                  </a:lnTo>
                  <a:lnTo>
                    <a:pt x="6789456" y="206257"/>
                  </a:lnTo>
                  <a:lnTo>
                    <a:pt x="6789614" y="206257"/>
                  </a:lnTo>
                  <a:lnTo>
                    <a:pt x="6789771" y="206257"/>
                  </a:lnTo>
                  <a:lnTo>
                    <a:pt x="6789929" y="206257"/>
                  </a:lnTo>
                  <a:lnTo>
                    <a:pt x="6790087" y="206257"/>
                  </a:lnTo>
                  <a:lnTo>
                    <a:pt x="6790245" y="206257"/>
                  </a:lnTo>
                  <a:lnTo>
                    <a:pt x="6790402" y="206257"/>
                  </a:lnTo>
                  <a:lnTo>
                    <a:pt x="6790560" y="206257"/>
                  </a:lnTo>
                  <a:lnTo>
                    <a:pt x="6790560" y="205826"/>
                  </a:lnTo>
                  <a:lnTo>
                    <a:pt x="6790718" y="205826"/>
                  </a:lnTo>
                  <a:lnTo>
                    <a:pt x="6790875" y="205826"/>
                  </a:lnTo>
                  <a:lnTo>
                    <a:pt x="6791033" y="205826"/>
                  </a:lnTo>
                  <a:lnTo>
                    <a:pt x="6791191" y="205826"/>
                  </a:lnTo>
                  <a:lnTo>
                    <a:pt x="6791349" y="205826"/>
                  </a:lnTo>
                  <a:lnTo>
                    <a:pt x="6791506" y="205826"/>
                  </a:lnTo>
                  <a:lnTo>
                    <a:pt x="6791664" y="205826"/>
                  </a:lnTo>
                  <a:lnTo>
                    <a:pt x="6791664" y="205396"/>
                  </a:lnTo>
                  <a:lnTo>
                    <a:pt x="6791822" y="205396"/>
                  </a:lnTo>
                  <a:lnTo>
                    <a:pt x="6791979" y="205396"/>
                  </a:lnTo>
                  <a:lnTo>
                    <a:pt x="6792137" y="205396"/>
                  </a:lnTo>
                  <a:lnTo>
                    <a:pt x="6792295" y="205396"/>
                  </a:lnTo>
                  <a:lnTo>
                    <a:pt x="6792453" y="205396"/>
                  </a:lnTo>
                  <a:lnTo>
                    <a:pt x="6792610" y="205396"/>
                  </a:lnTo>
                  <a:lnTo>
                    <a:pt x="6792768" y="205396"/>
                  </a:lnTo>
                  <a:lnTo>
                    <a:pt x="6792926" y="205396"/>
                  </a:lnTo>
                  <a:lnTo>
                    <a:pt x="6793083" y="205396"/>
                  </a:lnTo>
                  <a:lnTo>
                    <a:pt x="6793083" y="204965"/>
                  </a:lnTo>
                  <a:lnTo>
                    <a:pt x="6793241" y="204965"/>
                  </a:lnTo>
                  <a:lnTo>
                    <a:pt x="6793399" y="204965"/>
                  </a:lnTo>
                  <a:lnTo>
                    <a:pt x="6793557" y="204965"/>
                  </a:lnTo>
                  <a:lnTo>
                    <a:pt x="6793714" y="204965"/>
                  </a:lnTo>
                  <a:lnTo>
                    <a:pt x="6793872" y="204965"/>
                  </a:lnTo>
                  <a:lnTo>
                    <a:pt x="6794030" y="204965"/>
                  </a:lnTo>
                  <a:lnTo>
                    <a:pt x="6794187" y="204965"/>
                  </a:lnTo>
                  <a:lnTo>
                    <a:pt x="6794345" y="204965"/>
                  </a:lnTo>
                  <a:lnTo>
                    <a:pt x="6794503" y="204965"/>
                  </a:lnTo>
                  <a:lnTo>
                    <a:pt x="6794661" y="204965"/>
                  </a:lnTo>
                  <a:lnTo>
                    <a:pt x="6794818" y="204965"/>
                  </a:lnTo>
                  <a:lnTo>
                    <a:pt x="6794976" y="204965"/>
                  </a:lnTo>
                  <a:lnTo>
                    <a:pt x="6795134" y="204965"/>
                  </a:lnTo>
                  <a:lnTo>
                    <a:pt x="6795292" y="204965"/>
                  </a:lnTo>
                  <a:lnTo>
                    <a:pt x="6795449" y="204965"/>
                  </a:lnTo>
                  <a:lnTo>
                    <a:pt x="6795449" y="204535"/>
                  </a:lnTo>
                  <a:lnTo>
                    <a:pt x="6795607" y="204535"/>
                  </a:lnTo>
                  <a:lnTo>
                    <a:pt x="6795765" y="204535"/>
                  </a:lnTo>
                  <a:lnTo>
                    <a:pt x="6795922" y="204535"/>
                  </a:lnTo>
                  <a:lnTo>
                    <a:pt x="6796080" y="204535"/>
                  </a:lnTo>
                  <a:lnTo>
                    <a:pt x="6796238" y="204535"/>
                  </a:lnTo>
                  <a:lnTo>
                    <a:pt x="6796396" y="204535"/>
                  </a:lnTo>
                  <a:lnTo>
                    <a:pt x="6796553" y="204535"/>
                  </a:lnTo>
                  <a:lnTo>
                    <a:pt x="6796711" y="204535"/>
                  </a:lnTo>
                  <a:lnTo>
                    <a:pt x="6796869" y="204535"/>
                  </a:lnTo>
                  <a:lnTo>
                    <a:pt x="6796869" y="204104"/>
                  </a:lnTo>
                  <a:lnTo>
                    <a:pt x="6797026" y="204104"/>
                  </a:lnTo>
                  <a:lnTo>
                    <a:pt x="6797184" y="204104"/>
                  </a:lnTo>
                  <a:lnTo>
                    <a:pt x="6797342" y="204104"/>
                  </a:lnTo>
                  <a:lnTo>
                    <a:pt x="6797500" y="204104"/>
                  </a:lnTo>
                  <a:lnTo>
                    <a:pt x="6797657" y="204104"/>
                  </a:lnTo>
                  <a:lnTo>
                    <a:pt x="6797815" y="204104"/>
                  </a:lnTo>
                  <a:lnTo>
                    <a:pt x="6797973" y="204104"/>
                  </a:lnTo>
                  <a:lnTo>
                    <a:pt x="6798130" y="204104"/>
                  </a:lnTo>
                  <a:lnTo>
                    <a:pt x="6798288" y="204104"/>
                  </a:lnTo>
                  <a:lnTo>
                    <a:pt x="6798446" y="204104"/>
                  </a:lnTo>
                  <a:lnTo>
                    <a:pt x="6798604" y="204104"/>
                  </a:lnTo>
                  <a:lnTo>
                    <a:pt x="6798761" y="204104"/>
                  </a:lnTo>
                  <a:lnTo>
                    <a:pt x="6798919" y="204104"/>
                  </a:lnTo>
                  <a:lnTo>
                    <a:pt x="6799077" y="204104"/>
                  </a:lnTo>
                  <a:lnTo>
                    <a:pt x="6799234" y="204104"/>
                  </a:lnTo>
                  <a:lnTo>
                    <a:pt x="6799234" y="203673"/>
                  </a:lnTo>
                  <a:lnTo>
                    <a:pt x="6799392" y="203673"/>
                  </a:lnTo>
                  <a:lnTo>
                    <a:pt x="6799550" y="203673"/>
                  </a:lnTo>
                  <a:lnTo>
                    <a:pt x="6799708" y="203673"/>
                  </a:lnTo>
                  <a:lnTo>
                    <a:pt x="6799865" y="203673"/>
                  </a:lnTo>
                  <a:lnTo>
                    <a:pt x="6800023" y="203673"/>
                  </a:lnTo>
                  <a:lnTo>
                    <a:pt x="6800181" y="203673"/>
                  </a:lnTo>
                  <a:lnTo>
                    <a:pt x="6800339" y="203673"/>
                  </a:lnTo>
                  <a:lnTo>
                    <a:pt x="6800496" y="203673"/>
                  </a:lnTo>
                  <a:lnTo>
                    <a:pt x="6800654" y="203673"/>
                  </a:lnTo>
                  <a:lnTo>
                    <a:pt x="6800812" y="203673"/>
                  </a:lnTo>
                  <a:lnTo>
                    <a:pt x="6800969" y="203673"/>
                  </a:lnTo>
                  <a:lnTo>
                    <a:pt x="6801127" y="203673"/>
                  </a:lnTo>
                  <a:lnTo>
                    <a:pt x="6801127" y="203243"/>
                  </a:lnTo>
                  <a:lnTo>
                    <a:pt x="6801285" y="203243"/>
                  </a:lnTo>
                  <a:lnTo>
                    <a:pt x="6801443" y="203243"/>
                  </a:lnTo>
                  <a:lnTo>
                    <a:pt x="6801600" y="203243"/>
                  </a:lnTo>
                  <a:lnTo>
                    <a:pt x="6801758" y="203243"/>
                  </a:lnTo>
                  <a:lnTo>
                    <a:pt x="6801916" y="203243"/>
                  </a:lnTo>
                  <a:lnTo>
                    <a:pt x="6802073" y="203243"/>
                  </a:lnTo>
                  <a:lnTo>
                    <a:pt x="6802231" y="203243"/>
                  </a:lnTo>
                  <a:lnTo>
                    <a:pt x="6802389" y="203243"/>
                  </a:lnTo>
                  <a:lnTo>
                    <a:pt x="6802547" y="203243"/>
                  </a:lnTo>
                  <a:lnTo>
                    <a:pt x="6802547" y="202812"/>
                  </a:lnTo>
                  <a:lnTo>
                    <a:pt x="6802704" y="202812"/>
                  </a:lnTo>
                  <a:lnTo>
                    <a:pt x="6802704" y="202382"/>
                  </a:lnTo>
                  <a:lnTo>
                    <a:pt x="6802862" y="202382"/>
                  </a:lnTo>
                  <a:lnTo>
                    <a:pt x="6803020" y="202382"/>
                  </a:lnTo>
                  <a:lnTo>
                    <a:pt x="6803177" y="202382"/>
                  </a:lnTo>
                  <a:lnTo>
                    <a:pt x="6803335" y="202382"/>
                  </a:lnTo>
                  <a:lnTo>
                    <a:pt x="6803493" y="202382"/>
                  </a:lnTo>
                  <a:lnTo>
                    <a:pt x="6803651" y="202382"/>
                  </a:lnTo>
                  <a:lnTo>
                    <a:pt x="6803808" y="202382"/>
                  </a:lnTo>
                  <a:lnTo>
                    <a:pt x="6803966" y="202382"/>
                  </a:lnTo>
                  <a:lnTo>
                    <a:pt x="6804124" y="202382"/>
                  </a:lnTo>
                  <a:lnTo>
                    <a:pt x="6804281" y="202382"/>
                  </a:lnTo>
                  <a:lnTo>
                    <a:pt x="6804439" y="202382"/>
                  </a:lnTo>
                  <a:lnTo>
                    <a:pt x="6804439" y="201951"/>
                  </a:lnTo>
                  <a:lnTo>
                    <a:pt x="6804439" y="201520"/>
                  </a:lnTo>
                  <a:lnTo>
                    <a:pt x="6804597" y="201520"/>
                  </a:lnTo>
                  <a:lnTo>
                    <a:pt x="6804755" y="201520"/>
                  </a:lnTo>
                  <a:lnTo>
                    <a:pt x="6804912" y="201520"/>
                  </a:lnTo>
                  <a:lnTo>
                    <a:pt x="6805070" y="201520"/>
                  </a:lnTo>
                  <a:lnTo>
                    <a:pt x="6805228" y="201520"/>
                  </a:lnTo>
                  <a:lnTo>
                    <a:pt x="6805385" y="201520"/>
                  </a:lnTo>
                  <a:lnTo>
                    <a:pt x="6805543" y="201520"/>
                  </a:lnTo>
                  <a:lnTo>
                    <a:pt x="6805701" y="201520"/>
                  </a:lnTo>
                  <a:lnTo>
                    <a:pt x="6805859" y="201520"/>
                  </a:lnTo>
                  <a:lnTo>
                    <a:pt x="6806016" y="201520"/>
                  </a:lnTo>
                  <a:lnTo>
                    <a:pt x="6806174" y="201520"/>
                  </a:lnTo>
                  <a:lnTo>
                    <a:pt x="6806332" y="201520"/>
                  </a:lnTo>
                  <a:lnTo>
                    <a:pt x="6806490" y="201520"/>
                  </a:lnTo>
                  <a:lnTo>
                    <a:pt x="6806647" y="201520"/>
                  </a:lnTo>
                  <a:lnTo>
                    <a:pt x="6806805" y="201520"/>
                  </a:lnTo>
                  <a:lnTo>
                    <a:pt x="6806963" y="201520"/>
                  </a:lnTo>
                  <a:lnTo>
                    <a:pt x="6807120" y="201520"/>
                  </a:lnTo>
                  <a:lnTo>
                    <a:pt x="6807278" y="201520"/>
                  </a:lnTo>
                  <a:lnTo>
                    <a:pt x="6807436" y="201520"/>
                  </a:lnTo>
                  <a:lnTo>
                    <a:pt x="6807594" y="201520"/>
                  </a:lnTo>
                  <a:lnTo>
                    <a:pt x="6807751" y="201520"/>
                  </a:lnTo>
                  <a:lnTo>
                    <a:pt x="6807909" y="201520"/>
                  </a:lnTo>
                  <a:lnTo>
                    <a:pt x="6808067" y="201520"/>
                  </a:lnTo>
                  <a:lnTo>
                    <a:pt x="6808224" y="201520"/>
                  </a:lnTo>
                  <a:lnTo>
                    <a:pt x="6808382" y="201520"/>
                  </a:lnTo>
                  <a:lnTo>
                    <a:pt x="6808540" y="201520"/>
                  </a:lnTo>
                  <a:lnTo>
                    <a:pt x="6808698" y="201520"/>
                  </a:lnTo>
                  <a:lnTo>
                    <a:pt x="6808855" y="201520"/>
                  </a:lnTo>
                  <a:lnTo>
                    <a:pt x="6809013" y="201520"/>
                  </a:lnTo>
                  <a:lnTo>
                    <a:pt x="6809171" y="201520"/>
                  </a:lnTo>
                  <a:lnTo>
                    <a:pt x="6809328" y="201520"/>
                  </a:lnTo>
                  <a:lnTo>
                    <a:pt x="6809486" y="201520"/>
                  </a:lnTo>
                  <a:lnTo>
                    <a:pt x="6809644" y="201520"/>
                  </a:lnTo>
                  <a:lnTo>
                    <a:pt x="6809802" y="201520"/>
                  </a:lnTo>
                  <a:lnTo>
                    <a:pt x="6809959" y="201520"/>
                  </a:lnTo>
                  <a:lnTo>
                    <a:pt x="6810117" y="201520"/>
                  </a:lnTo>
                  <a:lnTo>
                    <a:pt x="6810117" y="201090"/>
                  </a:lnTo>
                  <a:lnTo>
                    <a:pt x="6810275" y="201090"/>
                  </a:lnTo>
                  <a:lnTo>
                    <a:pt x="6810432" y="201090"/>
                  </a:lnTo>
                  <a:lnTo>
                    <a:pt x="6810590" y="201090"/>
                  </a:lnTo>
                  <a:lnTo>
                    <a:pt x="6810590" y="200659"/>
                  </a:lnTo>
                  <a:lnTo>
                    <a:pt x="6810748" y="200659"/>
                  </a:lnTo>
                  <a:lnTo>
                    <a:pt x="6810906" y="200659"/>
                  </a:lnTo>
                  <a:lnTo>
                    <a:pt x="6811063" y="200659"/>
                  </a:lnTo>
                  <a:lnTo>
                    <a:pt x="6811221" y="200659"/>
                  </a:lnTo>
                  <a:lnTo>
                    <a:pt x="6811379" y="200659"/>
                  </a:lnTo>
                  <a:lnTo>
                    <a:pt x="6811537" y="200659"/>
                  </a:lnTo>
                  <a:lnTo>
                    <a:pt x="6811694" y="200659"/>
                  </a:lnTo>
                  <a:lnTo>
                    <a:pt x="6811852" y="200659"/>
                  </a:lnTo>
                  <a:lnTo>
                    <a:pt x="6812010" y="200659"/>
                  </a:lnTo>
                  <a:lnTo>
                    <a:pt x="6812167" y="200659"/>
                  </a:lnTo>
                  <a:lnTo>
                    <a:pt x="6812325" y="200659"/>
                  </a:lnTo>
                  <a:lnTo>
                    <a:pt x="6812483" y="200659"/>
                  </a:lnTo>
                  <a:lnTo>
                    <a:pt x="6812641" y="200659"/>
                  </a:lnTo>
                  <a:lnTo>
                    <a:pt x="6812798" y="200659"/>
                  </a:lnTo>
                  <a:lnTo>
                    <a:pt x="6812956" y="200659"/>
                  </a:lnTo>
                  <a:lnTo>
                    <a:pt x="6813114" y="200659"/>
                  </a:lnTo>
                  <a:lnTo>
                    <a:pt x="6813271" y="200659"/>
                  </a:lnTo>
                  <a:lnTo>
                    <a:pt x="6813429" y="200659"/>
                  </a:lnTo>
                  <a:lnTo>
                    <a:pt x="6813587" y="200659"/>
                  </a:lnTo>
                  <a:lnTo>
                    <a:pt x="6813745" y="200659"/>
                  </a:lnTo>
                  <a:lnTo>
                    <a:pt x="6813902" y="200659"/>
                  </a:lnTo>
                  <a:lnTo>
                    <a:pt x="6814060" y="200659"/>
                  </a:lnTo>
                  <a:lnTo>
                    <a:pt x="6814218" y="200659"/>
                  </a:lnTo>
                  <a:lnTo>
                    <a:pt x="6814375" y="200659"/>
                  </a:lnTo>
                  <a:lnTo>
                    <a:pt x="6814533" y="200659"/>
                  </a:lnTo>
                  <a:lnTo>
                    <a:pt x="6814691" y="200659"/>
                  </a:lnTo>
                  <a:lnTo>
                    <a:pt x="6814849" y="200659"/>
                  </a:lnTo>
                  <a:lnTo>
                    <a:pt x="6815006" y="200659"/>
                  </a:lnTo>
                  <a:lnTo>
                    <a:pt x="6815164" y="200659"/>
                  </a:lnTo>
                  <a:lnTo>
                    <a:pt x="6815322" y="200659"/>
                  </a:lnTo>
                  <a:lnTo>
                    <a:pt x="6815479" y="200659"/>
                  </a:lnTo>
                  <a:lnTo>
                    <a:pt x="6815637" y="200659"/>
                  </a:lnTo>
                  <a:lnTo>
                    <a:pt x="6815795" y="200659"/>
                  </a:lnTo>
                  <a:lnTo>
                    <a:pt x="6815795" y="200229"/>
                  </a:lnTo>
                  <a:lnTo>
                    <a:pt x="6815953" y="200229"/>
                  </a:lnTo>
                  <a:lnTo>
                    <a:pt x="6816110" y="200229"/>
                  </a:lnTo>
                  <a:lnTo>
                    <a:pt x="6816268" y="200229"/>
                  </a:lnTo>
                  <a:lnTo>
                    <a:pt x="6816426" y="200229"/>
                  </a:lnTo>
                  <a:lnTo>
                    <a:pt x="6816583" y="200229"/>
                  </a:lnTo>
                  <a:lnTo>
                    <a:pt x="6816741" y="200229"/>
                  </a:lnTo>
                  <a:lnTo>
                    <a:pt x="6816899" y="200229"/>
                  </a:lnTo>
                  <a:lnTo>
                    <a:pt x="6817057" y="200229"/>
                  </a:lnTo>
                  <a:lnTo>
                    <a:pt x="6817214" y="200229"/>
                  </a:lnTo>
                  <a:lnTo>
                    <a:pt x="6817372" y="200229"/>
                  </a:lnTo>
                  <a:lnTo>
                    <a:pt x="6817530" y="200229"/>
                  </a:lnTo>
                  <a:lnTo>
                    <a:pt x="6817688" y="200229"/>
                  </a:lnTo>
                  <a:lnTo>
                    <a:pt x="6817845" y="200229"/>
                  </a:lnTo>
                  <a:lnTo>
                    <a:pt x="6817845" y="199798"/>
                  </a:lnTo>
                  <a:lnTo>
                    <a:pt x="6818003" y="199798"/>
                  </a:lnTo>
                  <a:lnTo>
                    <a:pt x="6818003" y="199367"/>
                  </a:lnTo>
                  <a:lnTo>
                    <a:pt x="6818161" y="199367"/>
                  </a:lnTo>
                  <a:lnTo>
                    <a:pt x="6818318" y="199367"/>
                  </a:lnTo>
                  <a:lnTo>
                    <a:pt x="6818476" y="199367"/>
                  </a:lnTo>
                  <a:lnTo>
                    <a:pt x="6818634" y="199367"/>
                  </a:lnTo>
                  <a:lnTo>
                    <a:pt x="6818792" y="199367"/>
                  </a:lnTo>
                  <a:lnTo>
                    <a:pt x="6818949" y="199367"/>
                  </a:lnTo>
                  <a:lnTo>
                    <a:pt x="6819107" y="199367"/>
                  </a:lnTo>
                  <a:lnTo>
                    <a:pt x="6819265" y="199367"/>
                  </a:lnTo>
                  <a:lnTo>
                    <a:pt x="6819422" y="199367"/>
                  </a:lnTo>
                  <a:lnTo>
                    <a:pt x="6819580" y="199367"/>
                  </a:lnTo>
                  <a:lnTo>
                    <a:pt x="6819738" y="199367"/>
                  </a:lnTo>
                  <a:lnTo>
                    <a:pt x="6819896" y="199367"/>
                  </a:lnTo>
                  <a:lnTo>
                    <a:pt x="6820053" y="199367"/>
                  </a:lnTo>
                  <a:lnTo>
                    <a:pt x="6820211" y="199367"/>
                  </a:lnTo>
                  <a:lnTo>
                    <a:pt x="6820369" y="199367"/>
                  </a:lnTo>
                  <a:lnTo>
                    <a:pt x="6820526" y="199367"/>
                  </a:lnTo>
                  <a:lnTo>
                    <a:pt x="6820684" y="199367"/>
                  </a:lnTo>
                  <a:lnTo>
                    <a:pt x="6820842" y="199367"/>
                  </a:lnTo>
                  <a:lnTo>
                    <a:pt x="6821000" y="199367"/>
                  </a:lnTo>
                  <a:lnTo>
                    <a:pt x="6821157" y="199367"/>
                  </a:lnTo>
                  <a:lnTo>
                    <a:pt x="6821315" y="199367"/>
                  </a:lnTo>
                  <a:lnTo>
                    <a:pt x="6821473" y="199367"/>
                  </a:lnTo>
                  <a:lnTo>
                    <a:pt x="6821630" y="199367"/>
                  </a:lnTo>
                  <a:lnTo>
                    <a:pt x="6821788" y="199367"/>
                  </a:lnTo>
                  <a:lnTo>
                    <a:pt x="6821946" y="199367"/>
                  </a:lnTo>
                  <a:lnTo>
                    <a:pt x="6822104" y="199367"/>
                  </a:lnTo>
                  <a:lnTo>
                    <a:pt x="6822261" y="199367"/>
                  </a:lnTo>
                  <a:lnTo>
                    <a:pt x="6822419" y="199367"/>
                  </a:lnTo>
                  <a:lnTo>
                    <a:pt x="6822577" y="199367"/>
                  </a:lnTo>
                  <a:lnTo>
                    <a:pt x="6822734" y="199367"/>
                  </a:lnTo>
                  <a:lnTo>
                    <a:pt x="6822892" y="199367"/>
                  </a:lnTo>
                  <a:lnTo>
                    <a:pt x="6823050" y="199367"/>
                  </a:lnTo>
                  <a:lnTo>
                    <a:pt x="6823208" y="199367"/>
                  </a:lnTo>
                  <a:lnTo>
                    <a:pt x="6823365" y="199367"/>
                  </a:lnTo>
                  <a:lnTo>
                    <a:pt x="6823523" y="199367"/>
                  </a:lnTo>
                  <a:lnTo>
                    <a:pt x="6823681" y="199367"/>
                  </a:lnTo>
                  <a:lnTo>
                    <a:pt x="6823839" y="199367"/>
                  </a:lnTo>
                  <a:lnTo>
                    <a:pt x="6823996" y="199367"/>
                  </a:lnTo>
                  <a:lnTo>
                    <a:pt x="6824154" y="199367"/>
                  </a:lnTo>
                  <a:lnTo>
                    <a:pt x="6824312" y="199367"/>
                  </a:lnTo>
                  <a:lnTo>
                    <a:pt x="6824469" y="199367"/>
                  </a:lnTo>
                  <a:lnTo>
                    <a:pt x="6824627" y="199367"/>
                  </a:lnTo>
                  <a:lnTo>
                    <a:pt x="6824785" y="199367"/>
                  </a:lnTo>
                  <a:lnTo>
                    <a:pt x="6824943" y="199367"/>
                  </a:lnTo>
                  <a:lnTo>
                    <a:pt x="6825100" y="199367"/>
                  </a:lnTo>
                  <a:lnTo>
                    <a:pt x="6825258" y="199367"/>
                  </a:lnTo>
                  <a:lnTo>
                    <a:pt x="6825416" y="199367"/>
                  </a:lnTo>
                  <a:lnTo>
                    <a:pt x="6825573" y="199367"/>
                  </a:lnTo>
                  <a:lnTo>
                    <a:pt x="6825573" y="198937"/>
                  </a:lnTo>
                  <a:lnTo>
                    <a:pt x="6825731" y="198937"/>
                  </a:lnTo>
                  <a:lnTo>
                    <a:pt x="6825889" y="198937"/>
                  </a:lnTo>
                  <a:lnTo>
                    <a:pt x="6826047" y="198937"/>
                  </a:lnTo>
                  <a:lnTo>
                    <a:pt x="6826204" y="198937"/>
                  </a:lnTo>
                  <a:lnTo>
                    <a:pt x="6826204" y="198506"/>
                  </a:lnTo>
                  <a:lnTo>
                    <a:pt x="6826362" y="198506"/>
                  </a:lnTo>
                  <a:lnTo>
                    <a:pt x="6826520" y="198506"/>
                  </a:lnTo>
                  <a:lnTo>
                    <a:pt x="6826520" y="198076"/>
                  </a:lnTo>
                  <a:lnTo>
                    <a:pt x="6826677" y="198076"/>
                  </a:lnTo>
                  <a:lnTo>
                    <a:pt x="6826835" y="198076"/>
                  </a:lnTo>
                  <a:lnTo>
                    <a:pt x="6826993" y="198076"/>
                  </a:lnTo>
                  <a:lnTo>
                    <a:pt x="6827151" y="198076"/>
                  </a:lnTo>
                  <a:lnTo>
                    <a:pt x="6827308" y="198076"/>
                  </a:lnTo>
                  <a:lnTo>
                    <a:pt x="6827466" y="198076"/>
                  </a:lnTo>
                  <a:lnTo>
                    <a:pt x="6827624" y="198076"/>
                  </a:lnTo>
                  <a:lnTo>
                    <a:pt x="6827781" y="198076"/>
                  </a:lnTo>
                  <a:lnTo>
                    <a:pt x="6827939" y="198076"/>
                  </a:lnTo>
                  <a:lnTo>
                    <a:pt x="6828097" y="198076"/>
                  </a:lnTo>
                  <a:lnTo>
                    <a:pt x="6828097" y="197645"/>
                  </a:lnTo>
                  <a:lnTo>
                    <a:pt x="6828255" y="197645"/>
                  </a:lnTo>
                  <a:lnTo>
                    <a:pt x="6828412" y="197645"/>
                  </a:lnTo>
                  <a:lnTo>
                    <a:pt x="6828570" y="197645"/>
                  </a:lnTo>
                  <a:lnTo>
                    <a:pt x="6828728" y="197645"/>
                  </a:lnTo>
                  <a:lnTo>
                    <a:pt x="6828886" y="197645"/>
                  </a:lnTo>
                  <a:lnTo>
                    <a:pt x="6829043" y="197645"/>
                  </a:lnTo>
                  <a:lnTo>
                    <a:pt x="6829201" y="197645"/>
                  </a:lnTo>
                  <a:lnTo>
                    <a:pt x="6829359" y="197645"/>
                  </a:lnTo>
                  <a:lnTo>
                    <a:pt x="6829516" y="197645"/>
                  </a:lnTo>
                  <a:lnTo>
                    <a:pt x="6829674" y="197645"/>
                  </a:lnTo>
                  <a:lnTo>
                    <a:pt x="6829832" y="197645"/>
                  </a:lnTo>
                  <a:lnTo>
                    <a:pt x="6829990" y="197645"/>
                  </a:lnTo>
                  <a:lnTo>
                    <a:pt x="6830147" y="197645"/>
                  </a:lnTo>
                  <a:lnTo>
                    <a:pt x="6830305" y="197645"/>
                  </a:lnTo>
                  <a:lnTo>
                    <a:pt x="6830463" y="197645"/>
                  </a:lnTo>
                  <a:lnTo>
                    <a:pt x="6830620" y="197645"/>
                  </a:lnTo>
                  <a:lnTo>
                    <a:pt x="6830778" y="197645"/>
                  </a:lnTo>
                  <a:lnTo>
                    <a:pt x="6830936" y="197645"/>
                  </a:lnTo>
                  <a:lnTo>
                    <a:pt x="6831094" y="197645"/>
                  </a:lnTo>
                  <a:lnTo>
                    <a:pt x="6831251" y="197645"/>
                  </a:lnTo>
                  <a:lnTo>
                    <a:pt x="6831409" y="197645"/>
                  </a:lnTo>
                  <a:lnTo>
                    <a:pt x="6831567" y="197645"/>
                  </a:lnTo>
                  <a:lnTo>
                    <a:pt x="6831724" y="197645"/>
                  </a:lnTo>
                  <a:lnTo>
                    <a:pt x="6831882" y="197645"/>
                  </a:lnTo>
                  <a:lnTo>
                    <a:pt x="6832040" y="197645"/>
                  </a:lnTo>
                  <a:lnTo>
                    <a:pt x="6832198" y="197645"/>
                  </a:lnTo>
                  <a:lnTo>
                    <a:pt x="6832355" y="197645"/>
                  </a:lnTo>
                  <a:lnTo>
                    <a:pt x="6832513" y="197645"/>
                  </a:lnTo>
                  <a:lnTo>
                    <a:pt x="6832671" y="197645"/>
                  </a:lnTo>
                  <a:lnTo>
                    <a:pt x="6832828" y="197645"/>
                  </a:lnTo>
                  <a:lnTo>
                    <a:pt x="6832986" y="197645"/>
                  </a:lnTo>
                  <a:lnTo>
                    <a:pt x="6833144" y="197645"/>
                  </a:lnTo>
                  <a:lnTo>
                    <a:pt x="6833144" y="197214"/>
                  </a:lnTo>
                  <a:lnTo>
                    <a:pt x="6833302" y="197214"/>
                  </a:lnTo>
                  <a:lnTo>
                    <a:pt x="6833459" y="197214"/>
                  </a:lnTo>
                  <a:lnTo>
                    <a:pt x="6833617" y="197214"/>
                  </a:lnTo>
                  <a:lnTo>
                    <a:pt x="6833775" y="197214"/>
                  </a:lnTo>
                  <a:lnTo>
                    <a:pt x="6833932" y="197214"/>
                  </a:lnTo>
                  <a:lnTo>
                    <a:pt x="6834090" y="197214"/>
                  </a:lnTo>
                  <a:lnTo>
                    <a:pt x="6834248" y="197214"/>
                  </a:lnTo>
                  <a:lnTo>
                    <a:pt x="6834406" y="197214"/>
                  </a:lnTo>
                  <a:lnTo>
                    <a:pt x="6834563" y="197214"/>
                  </a:lnTo>
                  <a:lnTo>
                    <a:pt x="6834721" y="197214"/>
                  </a:lnTo>
                  <a:lnTo>
                    <a:pt x="6834879" y="197214"/>
                  </a:lnTo>
                  <a:lnTo>
                    <a:pt x="6835037" y="197214"/>
                  </a:lnTo>
                  <a:lnTo>
                    <a:pt x="6835194" y="197214"/>
                  </a:lnTo>
                  <a:lnTo>
                    <a:pt x="6835352" y="197214"/>
                  </a:lnTo>
                  <a:lnTo>
                    <a:pt x="6835510" y="197214"/>
                  </a:lnTo>
                  <a:lnTo>
                    <a:pt x="6835667" y="197214"/>
                  </a:lnTo>
                  <a:lnTo>
                    <a:pt x="6835825" y="197214"/>
                  </a:lnTo>
                  <a:lnTo>
                    <a:pt x="6835983" y="197214"/>
                  </a:lnTo>
                  <a:lnTo>
                    <a:pt x="6836141" y="197214"/>
                  </a:lnTo>
                  <a:lnTo>
                    <a:pt x="6836298" y="197214"/>
                  </a:lnTo>
                  <a:lnTo>
                    <a:pt x="6836456" y="197214"/>
                  </a:lnTo>
                  <a:lnTo>
                    <a:pt x="6836614" y="197214"/>
                  </a:lnTo>
                  <a:lnTo>
                    <a:pt x="6836771" y="197214"/>
                  </a:lnTo>
                  <a:lnTo>
                    <a:pt x="6836929" y="197214"/>
                  </a:lnTo>
                  <a:lnTo>
                    <a:pt x="6836929" y="196784"/>
                  </a:lnTo>
                  <a:lnTo>
                    <a:pt x="6837087" y="196784"/>
                  </a:lnTo>
                  <a:lnTo>
                    <a:pt x="6837245" y="196784"/>
                  </a:lnTo>
                  <a:lnTo>
                    <a:pt x="6837402" y="196784"/>
                  </a:lnTo>
                  <a:lnTo>
                    <a:pt x="6837560" y="196784"/>
                  </a:lnTo>
                  <a:lnTo>
                    <a:pt x="6837718" y="196784"/>
                  </a:lnTo>
                  <a:lnTo>
                    <a:pt x="6837875" y="196784"/>
                  </a:lnTo>
                  <a:lnTo>
                    <a:pt x="6838033" y="196784"/>
                  </a:lnTo>
                  <a:lnTo>
                    <a:pt x="6838191" y="196784"/>
                  </a:lnTo>
                  <a:lnTo>
                    <a:pt x="6838191" y="196353"/>
                  </a:lnTo>
                  <a:lnTo>
                    <a:pt x="6838349" y="196353"/>
                  </a:lnTo>
                  <a:lnTo>
                    <a:pt x="6838506" y="196353"/>
                  </a:lnTo>
                  <a:lnTo>
                    <a:pt x="6838664" y="196353"/>
                  </a:lnTo>
                  <a:lnTo>
                    <a:pt x="6838822" y="196353"/>
                  </a:lnTo>
                  <a:lnTo>
                    <a:pt x="6838979" y="196353"/>
                  </a:lnTo>
                  <a:lnTo>
                    <a:pt x="6839137" y="196353"/>
                  </a:lnTo>
                  <a:lnTo>
                    <a:pt x="6839295" y="196353"/>
                  </a:lnTo>
                  <a:lnTo>
                    <a:pt x="6839453" y="196353"/>
                  </a:lnTo>
                  <a:lnTo>
                    <a:pt x="6839610" y="196353"/>
                  </a:lnTo>
                  <a:lnTo>
                    <a:pt x="6839768" y="196353"/>
                  </a:lnTo>
                  <a:lnTo>
                    <a:pt x="6839926" y="196353"/>
                  </a:lnTo>
                  <a:lnTo>
                    <a:pt x="6840084" y="196353"/>
                  </a:lnTo>
                  <a:lnTo>
                    <a:pt x="6840241" y="196353"/>
                  </a:lnTo>
                  <a:lnTo>
                    <a:pt x="6840399" y="196353"/>
                  </a:lnTo>
                  <a:lnTo>
                    <a:pt x="6840557" y="196353"/>
                  </a:lnTo>
                  <a:lnTo>
                    <a:pt x="6840714" y="196353"/>
                  </a:lnTo>
                  <a:lnTo>
                    <a:pt x="6840714" y="195923"/>
                  </a:lnTo>
                  <a:lnTo>
                    <a:pt x="6840872" y="195923"/>
                  </a:lnTo>
                  <a:lnTo>
                    <a:pt x="6841030" y="195923"/>
                  </a:lnTo>
                  <a:lnTo>
                    <a:pt x="6841188" y="195923"/>
                  </a:lnTo>
                  <a:lnTo>
                    <a:pt x="6841345" y="195923"/>
                  </a:lnTo>
                  <a:lnTo>
                    <a:pt x="6841503" y="195923"/>
                  </a:lnTo>
                  <a:lnTo>
                    <a:pt x="6841661" y="195923"/>
                  </a:lnTo>
                  <a:lnTo>
                    <a:pt x="6841818" y="195923"/>
                  </a:lnTo>
                  <a:lnTo>
                    <a:pt x="6841976" y="195923"/>
                  </a:lnTo>
                  <a:lnTo>
                    <a:pt x="6842134" y="195923"/>
                  </a:lnTo>
                  <a:lnTo>
                    <a:pt x="6842292" y="195923"/>
                  </a:lnTo>
                  <a:lnTo>
                    <a:pt x="6842449" y="195923"/>
                  </a:lnTo>
                  <a:lnTo>
                    <a:pt x="6842607" y="195923"/>
                  </a:lnTo>
                  <a:lnTo>
                    <a:pt x="6842765" y="195923"/>
                  </a:lnTo>
                  <a:lnTo>
                    <a:pt x="6842922" y="195923"/>
                  </a:lnTo>
                  <a:lnTo>
                    <a:pt x="6843080" y="195923"/>
                  </a:lnTo>
                  <a:lnTo>
                    <a:pt x="6843238" y="195923"/>
                  </a:lnTo>
                  <a:lnTo>
                    <a:pt x="6843396" y="195923"/>
                  </a:lnTo>
                  <a:lnTo>
                    <a:pt x="6843553" y="195923"/>
                  </a:lnTo>
                  <a:lnTo>
                    <a:pt x="6843711" y="195923"/>
                  </a:lnTo>
                  <a:lnTo>
                    <a:pt x="6843869" y="195923"/>
                  </a:lnTo>
                  <a:lnTo>
                    <a:pt x="6844026" y="195923"/>
                  </a:lnTo>
                  <a:lnTo>
                    <a:pt x="6844184" y="195923"/>
                  </a:lnTo>
                  <a:lnTo>
                    <a:pt x="6844342" y="195923"/>
                  </a:lnTo>
                  <a:lnTo>
                    <a:pt x="6844500" y="195923"/>
                  </a:lnTo>
                  <a:lnTo>
                    <a:pt x="6844657" y="195923"/>
                  </a:lnTo>
                  <a:lnTo>
                    <a:pt x="6844815" y="195923"/>
                  </a:lnTo>
                  <a:lnTo>
                    <a:pt x="6844973" y="195923"/>
                  </a:lnTo>
                  <a:lnTo>
                    <a:pt x="6844973" y="195492"/>
                  </a:lnTo>
                  <a:lnTo>
                    <a:pt x="6845130" y="195492"/>
                  </a:lnTo>
                  <a:lnTo>
                    <a:pt x="6845288" y="195492"/>
                  </a:lnTo>
                  <a:lnTo>
                    <a:pt x="6845446" y="195492"/>
                  </a:lnTo>
                  <a:lnTo>
                    <a:pt x="6845604" y="195492"/>
                  </a:lnTo>
                  <a:lnTo>
                    <a:pt x="6845761" y="195492"/>
                  </a:lnTo>
                  <a:lnTo>
                    <a:pt x="6845919" y="195492"/>
                  </a:lnTo>
                  <a:lnTo>
                    <a:pt x="6846077" y="195492"/>
                  </a:lnTo>
                  <a:lnTo>
                    <a:pt x="6846235" y="195492"/>
                  </a:lnTo>
                  <a:lnTo>
                    <a:pt x="6846392" y="195492"/>
                  </a:lnTo>
                  <a:lnTo>
                    <a:pt x="6846550" y="195492"/>
                  </a:lnTo>
                  <a:lnTo>
                    <a:pt x="6846708" y="195492"/>
                  </a:lnTo>
                  <a:lnTo>
                    <a:pt x="6846865" y="195492"/>
                  </a:lnTo>
                  <a:lnTo>
                    <a:pt x="6847023" y="195492"/>
                  </a:lnTo>
                  <a:lnTo>
                    <a:pt x="6847181" y="195492"/>
                  </a:lnTo>
                  <a:lnTo>
                    <a:pt x="6847339" y="195492"/>
                  </a:lnTo>
                  <a:lnTo>
                    <a:pt x="6847496" y="195492"/>
                  </a:lnTo>
                  <a:lnTo>
                    <a:pt x="6847654" y="195492"/>
                  </a:lnTo>
                  <a:lnTo>
                    <a:pt x="6847812" y="195492"/>
                  </a:lnTo>
                  <a:lnTo>
                    <a:pt x="6847969" y="195492"/>
                  </a:lnTo>
                  <a:lnTo>
                    <a:pt x="6848127" y="195492"/>
                  </a:lnTo>
                  <a:lnTo>
                    <a:pt x="6848285" y="195492"/>
                  </a:lnTo>
                  <a:lnTo>
                    <a:pt x="6848443" y="195492"/>
                  </a:lnTo>
                  <a:lnTo>
                    <a:pt x="6848600" y="195492"/>
                  </a:lnTo>
                  <a:lnTo>
                    <a:pt x="6848758" y="195492"/>
                  </a:lnTo>
                  <a:lnTo>
                    <a:pt x="6848916" y="195492"/>
                  </a:lnTo>
                  <a:lnTo>
                    <a:pt x="6849073" y="195492"/>
                  </a:lnTo>
                  <a:lnTo>
                    <a:pt x="6849231" y="195492"/>
                  </a:lnTo>
                  <a:lnTo>
                    <a:pt x="6849389" y="195492"/>
                  </a:lnTo>
                  <a:lnTo>
                    <a:pt x="6849547" y="195492"/>
                  </a:lnTo>
                  <a:lnTo>
                    <a:pt x="6849547" y="195061"/>
                  </a:lnTo>
                  <a:lnTo>
                    <a:pt x="6849704" y="195061"/>
                  </a:lnTo>
                  <a:lnTo>
                    <a:pt x="6849862" y="195061"/>
                  </a:lnTo>
                  <a:lnTo>
                    <a:pt x="6850020" y="195061"/>
                  </a:lnTo>
                  <a:lnTo>
                    <a:pt x="6850177" y="195061"/>
                  </a:lnTo>
                  <a:lnTo>
                    <a:pt x="6850335" y="195061"/>
                  </a:lnTo>
                  <a:lnTo>
                    <a:pt x="6850493" y="195061"/>
                  </a:lnTo>
                  <a:lnTo>
                    <a:pt x="6850651" y="195061"/>
                  </a:lnTo>
                  <a:lnTo>
                    <a:pt x="6850808" y="195061"/>
                  </a:lnTo>
                  <a:lnTo>
                    <a:pt x="6850966" y="195061"/>
                  </a:lnTo>
                  <a:lnTo>
                    <a:pt x="6851124" y="195061"/>
                  </a:lnTo>
                  <a:lnTo>
                    <a:pt x="6851282" y="195061"/>
                  </a:lnTo>
                  <a:lnTo>
                    <a:pt x="6851439" y="195061"/>
                  </a:lnTo>
                  <a:lnTo>
                    <a:pt x="6851597" y="195061"/>
                  </a:lnTo>
                  <a:lnTo>
                    <a:pt x="6851755" y="195061"/>
                  </a:lnTo>
                  <a:lnTo>
                    <a:pt x="6851912" y="195061"/>
                  </a:lnTo>
                  <a:lnTo>
                    <a:pt x="6852070" y="195061"/>
                  </a:lnTo>
                  <a:lnTo>
                    <a:pt x="6852228" y="195061"/>
                  </a:lnTo>
                  <a:lnTo>
                    <a:pt x="6852386" y="195061"/>
                  </a:lnTo>
                  <a:lnTo>
                    <a:pt x="6852543" y="195061"/>
                  </a:lnTo>
                  <a:lnTo>
                    <a:pt x="6852701" y="195061"/>
                  </a:lnTo>
                  <a:lnTo>
                    <a:pt x="6852859" y="195061"/>
                  </a:lnTo>
                  <a:lnTo>
                    <a:pt x="6853016" y="195061"/>
                  </a:lnTo>
                  <a:lnTo>
                    <a:pt x="6853174" y="195061"/>
                  </a:lnTo>
                  <a:lnTo>
                    <a:pt x="6853332" y="195061"/>
                  </a:lnTo>
                  <a:lnTo>
                    <a:pt x="6853490" y="195061"/>
                  </a:lnTo>
                  <a:lnTo>
                    <a:pt x="6853647" y="195061"/>
                  </a:lnTo>
                  <a:lnTo>
                    <a:pt x="6853805" y="195061"/>
                  </a:lnTo>
                  <a:lnTo>
                    <a:pt x="6853963" y="195061"/>
                  </a:lnTo>
                  <a:lnTo>
                    <a:pt x="6854120" y="195061"/>
                  </a:lnTo>
                  <a:lnTo>
                    <a:pt x="6854278" y="195061"/>
                  </a:lnTo>
                  <a:lnTo>
                    <a:pt x="6854436" y="195061"/>
                  </a:lnTo>
                  <a:lnTo>
                    <a:pt x="6854594" y="195061"/>
                  </a:lnTo>
                  <a:lnTo>
                    <a:pt x="6854751" y="195061"/>
                  </a:lnTo>
                  <a:lnTo>
                    <a:pt x="6854909" y="195061"/>
                  </a:lnTo>
                  <a:lnTo>
                    <a:pt x="6855067" y="195061"/>
                  </a:lnTo>
                  <a:lnTo>
                    <a:pt x="6855224" y="195061"/>
                  </a:lnTo>
                  <a:lnTo>
                    <a:pt x="6855382" y="195061"/>
                  </a:lnTo>
                  <a:lnTo>
                    <a:pt x="6855540" y="195061"/>
                  </a:lnTo>
                  <a:lnTo>
                    <a:pt x="6855698" y="195061"/>
                  </a:lnTo>
                  <a:lnTo>
                    <a:pt x="6855855" y="195061"/>
                  </a:lnTo>
                  <a:lnTo>
                    <a:pt x="6856013" y="195061"/>
                  </a:lnTo>
                  <a:lnTo>
                    <a:pt x="6856171" y="195061"/>
                  </a:lnTo>
                  <a:lnTo>
                    <a:pt x="6856328" y="195061"/>
                  </a:lnTo>
                  <a:lnTo>
                    <a:pt x="6856486" y="195061"/>
                  </a:lnTo>
                  <a:lnTo>
                    <a:pt x="6856644" y="195061"/>
                  </a:lnTo>
                  <a:lnTo>
                    <a:pt x="6856802" y="195061"/>
                  </a:lnTo>
                  <a:lnTo>
                    <a:pt x="6856959" y="195061"/>
                  </a:lnTo>
                  <a:lnTo>
                    <a:pt x="6857117" y="195061"/>
                  </a:lnTo>
                  <a:lnTo>
                    <a:pt x="6857117" y="194631"/>
                  </a:lnTo>
                  <a:lnTo>
                    <a:pt x="6857275" y="194631"/>
                  </a:lnTo>
                  <a:lnTo>
                    <a:pt x="6857433" y="194631"/>
                  </a:lnTo>
                  <a:lnTo>
                    <a:pt x="6857590" y="194631"/>
                  </a:lnTo>
                  <a:lnTo>
                    <a:pt x="6857748" y="194631"/>
                  </a:lnTo>
                  <a:lnTo>
                    <a:pt x="6857906" y="194631"/>
                  </a:lnTo>
                  <a:lnTo>
                    <a:pt x="6858063" y="194631"/>
                  </a:lnTo>
                  <a:lnTo>
                    <a:pt x="6858221" y="194631"/>
                  </a:lnTo>
                  <a:lnTo>
                    <a:pt x="6858379" y="194631"/>
                  </a:lnTo>
                  <a:lnTo>
                    <a:pt x="6858537" y="194631"/>
                  </a:lnTo>
                  <a:lnTo>
                    <a:pt x="6858694" y="194631"/>
                  </a:lnTo>
                  <a:lnTo>
                    <a:pt x="6858852" y="194631"/>
                  </a:lnTo>
                  <a:lnTo>
                    <a:pt x="6859010" y="194631"/>
                  </a:lnTo>
                  <a:lnTo>
                    <a:pt x="6859167" y="194631"/>
                  </a:lnTo>
                  <a:lnTo>
                    <a:pt x="6859325" y="194631"/>
                  </a:lnTo>
                  <a:lnTo>
                    <a:pt x="6859483" y="194631"/>
                  </a:lnTo>
                  <a:lnTo>
                    <a:pt x="6859641" y="194631"/>
                  </a:lnTo>
                  <a:lnTo>
                    <a:pt x="6859641" y="194200"/>
                  </a:lnTo>
                  <a:lnTo>
                    <a:pt x="6859798" y="194200"/>
                  </a:lnTo>
                  <a:lnTo>
                    <a:pt x="6859956" y="194200"/>
                  </a:lnTo>
                  <a:lnTo>
                    <a:pt x="6860114" y="194200"/>
                  </a:lnTo>
                  <a:lnTo>
                    <a:pt x="6860271" y="194200"/>
                  </a:lnTo>
                  <a:lnTo>
                    <a:pt x="6860429" y="194200"/>
                  </a:lnTo>
                  <a:lnTo>
                    <a:pt x="6860587" y="194200"/>
                  </a:lnTo>
                  <a:lnTo>
                    <a:pt x="6860745" y="194200"/>
                  </a:lnTo>
                  <a:lnTo>
                    <a:pt x="6860745" y="193770"/>
                  </a:lnTo>
                  <a:lnTo>
                    <a:pt x="6860902" y="193770"/>
                  </a:lnTo>
                  <a:lnTo>
                    <a:pt x="6861060" y="193770"/>
                  </a:lnTo>
                  <a:lnTo>
                    <a:pt x="6861218" y="193770"/>
                  </a:lnTo>
                  <a:lnTo>
                    <a:pt x="6861375" y="193770"/>
                  </a:lnTo>
                  <a:lnTo>
                    <a:pt x="6861533" y="193770"/>
                  </a:lnTo>
                  <a:lnTo>
                    <a:pt x="6861691" y="193770"/>
                  </a:lnTo>
                  <a:lnTo>
                    <a:pt x="6861849" y="193770"/>
                  </a:lnTo>
                  <a:lnTo>
                    <a:pt x="6862006" y="193770"/>
                  </a:lnTo>
                  <a:lnTo>
                    <a:pt x="6862164" y="193770"/>
                  </a:lnTo>
                  <a:lnTo>
                    <a:pt x="6862322" y="193770"/>
                  </a:lnTo>
                  <a:lnTo>
                    <a:pt x="6862480" y="193770"/>
                  </a:lnTo>
                  <a:lnTo>
                    <a:pt x="6862637" y="193770"/>
                  </a:lnTo>
                  <a:lnTo>
                    <a:pt x="6862795" y="193770"/>
                  </a:lnTo>
                  <a:lnTo>
                    <a:pt x="6862953" y="193770"/>
                  </a:lnTo>
                  <a:lnTo>
                    <a:pt x="6863110" y="193770"/>
                  </a:lnTo>
                  <a:lnTo>
                    <a:pt x="6863268" y="193770"/>
                  </a:lnTo>
                  <a:lnTo>
                    <a:pt x="6863426" y="193770"/>
                  </a:lnTo>
                  <a:lnTo>
                    <a:pt x="6863584" y="193770"/>
                  </a:lnTo>
                  <a:lnTo>
                    <a:pt x="6863741" y="193770"/>
                  </a:lnTo>
                  <a:lnTo>
                    <a:pt x="6863899" y="193770"/>
                  </a:lnTo>
                  <a:lnTo>
                    <a:pt x="6864057" y="193770"/>
                  </a:lnTo>
                  <a:lnTo>
                    <a:pt x="6864214" y="193770"/>
                  </a:lnTo>
                  <a:lnTo>
                    <a:pt x="6864372" y="193770"/>
                  </a:lnTo>
                  <a:lnTo>
                    <a:pt x="6864530" y="193770"/>
                  </a:lnTo>
                  <a:lnTo>
                    <a:pt x="6864688" y="193770"/>
                  </a:lnTo>
                  <a:lnTo>
                    <a:pt x="6864845" y="193770"/>
                  </a:lnTo>
                  <a:lnTo>
                    <a:pt x="6865003" y="193770"/>
                  </a:lnTo>
                  <a:lnTo>
                    <a:pt x="6865003" y="193339"/>
                  </a:lnTo>
                  <a:lnTo>
                    <a:pt x="6865161" y="193339"/>
                  </a:lnTo>
                  <a:lnTo>
                    <a:pt x="6865318" y="193339"/>
                  </a:lnTo>
                  <a:lnTo>
                    <a:pt x="6865476" y="193339"/>
                  </a:lnTo>
                  <a:lnTo>
                    <a:pt x="6865634" y="193339"/>
                  </a:lnTo>
                  <a:lnTo>
                    <a:pt x="6865792" y="193339"/>
                  </a:lnTo>
                  <a:lnTo>
                    <a:pt x="6865949" y="193339"/>
                  </a:lnTo>
                  <a:lnTo>
                    <a:pt x="6866107" y="193339"/>
                  </a:lnTo>
                  <a:lnTo>
                    <a:pt x="6866265" y="193339"/>
                  </a:lnTo>
                  <a:lnTo>
                    <a:pt x="6866422" y="193339"/>
                  </a:lnTo>
                  <a:lnTo>
                    <a:pt x="6866580" y="193339"/>
                  </a:lnTo>
                  <a:lnTo>
                    <a:pt x="6866738" y="193339"/>
                  </a:lnTo>
                  <a:lnTo>
                    <a:pt x="6866896" y="193339"/>
                  </a:lnTo>
                  <a:lnTo>
                    <a:pt x="6867053" y="193339"/>
                  </a:lnTo>
                  <a:lnTo>
                    <a:pt x="6867211" y="193339"/>
                  </a:lnTo>
                  <a:lnTo>
                    <a:pt x="6867369" y="193339"/>
                  </a:lnTo>
                  <a:lnTo>
                    <a:pt x="6867526" y="193339"/>
                  </a:lnTo>
                  <a:lnTo>
                    <a:pt x="6867684" y="193339"/>
                  </a:lnTo>
                  <a:lnTo>
                    <a:pt x="6867842" y="193339"/>
                  </a:lnTo>
                  <a:lnTo>
                    <a:pt x="6868000" y="193339"/>
                  </a:lnTo>
                  <a:lnTo>
                    <a:pt x="6868157" y="193339"/>
                  </a:lnTo>
                  <a:lnTo>
                    <a:pt x="6868315" y="193339"/>
                  </a:lnTo>
                  <a:lnTo>
                    <a:pt x="6868473" y="193339"/>
                  </a:lnTo>
                  <a:lnTo>
                    <a:pt x="6868631" y="193339"/>
                  </a:lnTo>
                  <a:lnTo>
                    <a:pt x="6868788" y="193339"/>
                  </a:lnTo>
                  <a:lnTo>
                    <a:pt x="6868946" y="193339"/>
                  </a:lnTo>
                  <a:lnTo>
                    <a:pt x="6869104" y="193339"/>
                  </a:lnTo>
                  <a:lnTo>
                    <a:pt x="6869261" y="193339"/>
                  </a:lnTo>
                  <a:lnTo>
                    <a:pt x="6869419" y="193339"/>
                  </a:lnTo>
                  <a:lnTo>
                    <a:pt x="6869419" y="192908"/>
                  </a:lnTo>
                  <a:lnTo>
                    <a:pt x="6869577" y="192908"/>
                  </a:lnTo>
                  <a:lnTo>
                    <a:pt x="6869577" y="192478"/>
                  </a:lnTo>
                  <a:lnTo>
                    <a:pt x="6869735" y="192478"/>
                  </a:lnTo>
                  <a:lnTo>
                    <a:pt x="6869892" y="192478"/>
                  </a:lnTo>
                  <a:lnTo>
                    <a:pt x="6870050" y="192478"/>
                  </a:lnTo>
                  <a:lnTo>
                    <a:pt x="6870208" y="192478"/>
                  </a:lnTo>
                  <a:lnTo>
                    <a:pt x="6870365" y="192478"/>
                  </a:lnTo>
                  <a:lnTo>
                    <a:pt x="6870365" y="192047"/>
                  </a:lnTo>
                  <a:lnTo>
                    <a:pt x="6870523" y="192047"/>
                  </a:lnTo>
                  <a:lnTo>
                    <a:pt x="6870681" y="192047"/>
                  </a:lnTo>
                  <a:lnTo>
                    <a:pt x="6870839" y="192047"/>
                  </a:lnTo>
                  <a:lnTo>
                    <a:pt x="6870996" y="192047"/>
                  </a:lnTo>
                  <a:lnTo>
                    <a:pt x="6871154" y="192047"/>
                  </a:lnTo>
                  <a:lnTo>
                    <a:pt x="6871312" y="192047"/>
                  </a:lnTo>
                  <a:lnTo>
                    <a:pt x="6871469" y="192047"/>
                  </a:lnTo>
                  <a:lnTo>
                    <a:pt x="6871627" y="192047"/>
                  </a:lnTo>
                  <a:lnTo>
                    <a:pt x="6871627" y="191617"/>
                  </a:lnTo>
                  <a:lnTo>
                    <a:pt x="6871785" y="191617"/>
                  </a:lnTo>
                  <a:lnTo>
                    <a:pt x="6871943" y="191617"/>
                  </a:lnTo>
                  <a:lnTo>
                    <a:pt x="6872100" y="191617"/>
                  </a:lnTo>
                  <a:lnTo>
                    <a:pt x="6872258" y="191617"/>
                  </a:lnTo>
                  <a:lnTo>
                    <a:pt x="6872416" y="191617"/>
                  </a:lnTo>
                  <a:lnTo>
                    <a:pt x="6872416" y="191186"/>
                  </a:lnTo>
                  <a:lnTo>
                    <a:pt x="6872573" y="191186"/>
                  </a:lnTo>
                  <a:lnTo>
                    <a:pt x="6872731" y="191186"/>
                  </a:lnTo>
                  <a:lnTo>
                    <a:pt x="6872889" y="191186"/>
                  </a:lnTo>
                  <a:lnTo>
                    <a:pt x="6873047" y="191186"/>
                  </a:lnTo>
                  <a:lnTo>
                    <a:pt x="6873204" y="191186"/>
                  </a:lnTo>
                  <a:lnTo>
                    <a:pt x="6873362" y="191186"/>
                  </a:lnTo>
                  <a:lnTo>
                    <a:pt x="6873520" y="191186"/>
                  </a:lnTo>
                  <a:lnTo>
                    <a:pt x="6873678" y="191186"/>
                  </a:lnTo>
                  <a:lnTo>
                    <a:pt x="6873835" y="191186"/>
                  </a:lnTo>
                  <a:lnTo>
                    <a:pt x="6873993" y="191186"/>
                  </a:lnTo>
                  <a:lnTo>
                    <a:pt x="6874151" y="191186"/>
                  </a:lnTo>
                  <a:lnTo>
                    <a:pt x="6874308" y="191186"/>
                  </a:lnTo>
                  <a:lnTo>
                    <a:pt x="6874466" y="191186"/>
                  </a:lnTo>
                  <a:lnTo>
                    <a:pt x="6874624" y="191186"/>
                  </a:lnTo>
                  <a:lnTo>
                    <a:pt x="6874782" y="191186"/>
                  </a:lnTo>
                  <a:lnTo>
                    <a:pt x="6874939" y="191186"/>
                  </a:lnTo>
                  <a:lnTo>
                    <a:pt x="6875097" y="191186"/>
                  </a:lnTo>
                  <a:lnTo>
                    <a:pt x="6875255" y="191186"/>
                  </a:lnTo>
                  <a:lnTo>
                    <a:pt x="6875412" y="191186"/>
                  </a:lnTo>
                  <a:lnTo>
                    <a:pt x="6875570" y="191186"/>
                  </a:lnTo>
                  <a:lnTo>
                    <a:pt x="6875570" y="190755"/>
                  </a:lnTo>
                  <a:lnTo>
                    <a:pt x="6875728" y="190755"/>
                  </a:lnTo>
                  <a:lnTo>
                    <a:pt x="6875886" y="190755"/>
                  </a:lnTo>
                  <a:lnTo>
                    <a:pt x="6876043" y="190755"/>
                  </a:lnTo>
                  <a:lnTo>
                    <a:pt x="6876201" y="190755"/>
                  </a:lnTo>
                  <a:lnTo>
                    <a:pt x="6876359" y="190755"/>
                  </a:lnTo>
                  <a:lnTo>
                    <a:pt x="6876359" y="190325"/>
                  </a:lnTo>
                  <a:lnTo>
                    <a:pt x="6876516" y="190325"/>
                  </a:lnTo>
                  <a:lnTo>
                    <a:pt x="6876674" y="190325"/>
                  </a:lnTo>
                  <a:lnTo>
                    <a:pt x="6876832" y="190325"/>
                  </a:lnTo>
                  <a:lnTo>
                    <a:pt x="6876990" y="190325"/>
                  </a:lnTo>
                  <a:lnTo>
                    <a:pt x="6877147" y="190325"/>
                  </a:lnTo>
                  <a:lnTo>
                    <a:pt x="6877305" y="190325"/>
                  </a:lnTo>
                  <a:lnTo>
                    <a:pt x="6877463" y="190325"/>
                  </a:lnTo>
                  <a:lnTo>
                    <a:pt x="6877620" y="190325"/>
                  </a:lnTo>
                  <a:lnTo>
                    <a:pt x="6877778" y="190325"/>
                  </a:lnTo>
                  <a:lnTo>
                    <a:pt x="6877936" y="190325"/>
                  </a:lnTo>
                  <a:lnTo>
                    <a:pt x="6878094" y="190325"/>
                  </a:lnTo>
                  <a:lnTo>
                    <a:pt x="6878251" y="190325"/>
                  </a:lnTo>
                  <a:lnTo>
                    <a:pt x="6878409" y="190325"/>
                  </a:lnTo>
                  <a:lnTo>
                    <a:pt x="6878567" y="190325"/>
                  </a:lnTo>
                  <a:lnTo>
                    <a:pt x="6878724" y="190325"/>
                  </a:lnTo>
                  <a:lnTo>
                    <a:pt x="6878882" y="190325"/>
                  </a:lnTo>
                  <a:lnTo>
                    <a:pt x="6879040" y="190325"/>
                  </a:lnTo>
                  <a:lnTo>
                    <a:pt x="6879040" y="189894"/>
                  </a:lnTo>
                  <a:lnTo>
                    <a:pt x="6879198" y="189894"/>
                  </a:lnTo>
                  <a:lnTo>
                    <a:pt x="6879355" y="189894"/>
                  </a:lnTo>
                  <a:lnTo>
                    <a:pt x="6879513" y="189894"/>
                  </a:lnTo>
                  <a:lnTo>
                    <a:pt x="6879671" y="189894"/>
                  </a:lnTo>
                  <a:lnTo>
                    <a:pt x="6879829" y="189894"/>
                  </a:lnTo>
                  <a:lnTo>
                    <a:pt x="6879986" y="189894"/>
                  </a:lnTo>
                  <a:lnTo>
                    <a:pt x="6879986" y="189464"/>
                  </a:lnTo>
                  <a:lnTo>
                    <a:pt x="6880144" y="189464"/>
                  </a:lnTo>
                  <a:lnTo>
                    <a:pt x="6880302" y="189464"/>
                  </a:lnTo>
                  <a:lnTo>
                    <a:pt x="6880459" y="189464"/>
                  </a:lnTo>
                  <a:lnTo>
                    <a:pt x="6880617" y="189464"/>
                  </a:lnTo>
                  <a:lnTo>
                    <a:pt x="6880775" y="189464"/>
                  </a:lnTo>
                  <a:lnTo>
                    <a:pt x="6880933" y="189464"/>
                  </a:lnTo>
                  <a:lnTo>
                    <a:pt x="6880933" y="189033"/>
                  </a:lnTo>
                  <a:lnTo>
                    <a:pt x="6881090" y="189033"/>
                  </a:lnTo>
                  <a:lnTo>
                    <a:pt x="6881248" y="189033"/>
                  </a:lnTo>
                  <a:lnTo>
                    <a:pt x="6881406" y="189033"/>
                  </a:lnTo>
                  <a:lnTo>
                    <a:pt x="6881563" y="189033"/>
                  </a:lnTo>
                  <a:lnTo>
                    <a:pt x="6881721" y="189033"/>
                  </a:lnTo>
                  <a:lnTo>
                    <a:pt x="6881879" y="189033"/>
                  </a:lnTo>
                  <a:lnTo>
                    <a:pt x="6882037" y="189033"/>
                  </a:lnTo>
                  <a:lnTo>
                    <a:pt x="6882194" y="189033"/>
                  </a:lnTo>
                  <a:lnTo>
                    <a:pt x="6882352" y="189033"/>
                  </a:lnTo>
                  <a:lnTo>
                    <a:pt x="6882510" y="189033"/>
                  </a:lnTo>
                  <a:lnTo>
                    <a:pt x="6882667" y="189033"/>
                  </a:lnTo>
                  <a:lnTo>
                    <a:pt x="6882825" y="189033"/>
                  </a:lnTo>
                  <a:lnTo>
                    <a:pt x="6882983" y="189033"/>
                  </a:lnTo>
                  <a:lnTo>
                    <a:pt x="6883141" y="189033"/>
                  </a:lnTo>
                  <a:lnTo>
                    <a:pt x="6883298" y="189033"/>
                  </a:lnTo>
                  <a:lnTo>
                    <a:pt x="6883456" y="189033"/>
                  </a:lnTo>
                  <a:lnTo>
                    <a:pt x="6883614" y="189033"/>
                  </a:lnTo>
                  <a:lnTo>
                    <a:pt x="6883771" y="189033"/>
                  </a:lnTo>
                  <a:lnTo>
                    <a:pt x="6883929" y="189033"/>
                  </a:lnTo>
                  <a:lnTo>
                    <a:pt x="6884087" y="189033"/>
                  </a:lnTo>
                  <a:lnTo>
                    <a:pt x="6884245" y="189033"/>
                  </a:lnTo>
                  <a:lnTo>
                    <a:pt x="6884402" y="189033"/>
                  </a:lnTo>
                  <a:lnTo>
                    <a:pt x="6884560" y="189033"/>
                  </a:lnTo>
                  <a:lnTo>
                    <a:pt x="6884718" y="189033"/>
                  </a:lnTo>
                  <a:lnTo>
                    <a:pt x="6884876" y="189033"/>
                  </a:lnTo>
                  <a:lnTo>
                    <a:pt x="6885033" y="189033"/>
                  </a:lnTo>
                  <a:lnTo>
                    <a:pt x="6885191" y="189033"/>
                  </a:lnTo>
                  <a:lnTo>
                    <a:pt x="6885349" y="189033"/>
                  </a:lnTo>
                  <a:lnTo>
                    <a:pt x="6885506" y="189033"/>
                  </a:lnTo>
                  <a:lnTo>
                    <a:pt x="6885664" y="189033"/>
                  </a:lnTo>
                  <a:lnTo>
                    <a:pt x="6885822" y="189033"/>
                  </a:lnTo>
                  <a:lnTo>
                    <a:pt x="6885980" y="189033"/>
                  </a:lnTo>
                  <a:lnTo>
                    <a:pt x="6886137" y="189033"/>
                  </a:lnTo>
                  <a:lnTo>
                    <a:pt x="6886137" y="188602"/>
                  </a:lnTo>
                  <a:lnTo>
                    <a:pt x="6886295" y="188602"/>
                  </a:lnTo>
                  <a:lnTo>
                    <a:pt x="6886453" y="188602"/>
                  </a:lnTo>
                  <a:lnTo>
                    <a:pt x="6886610" y="188602"/>
                  </a:lnTo>
                  <a:lnTo>
                    <a:pt x="6886768" y="188602"/>
                  </a:lnTo>
                  <a:lnTo>
                    <a:pt x="6886926" y="188602"/>
                  </a:lnTo>
                  <a:lnTo>
                    <a:pt x="6887084" y="188602"/>
                  </a:lnTo>
                  <a:lnTo>
                    <a:pt x="6887241" y="188602"/>
                  </a:lnTo>
                  <a:lnTo>
                    <a:pt x="6887399" y="188602"/>
                  </a:lnTo>
                  <a:lnTo>
                    <a:pt x="6887557" y="188602"/>
                  </a:lnTo>
                  <a:lnTo>
                    <a:pt x="6887714" y="188602"/>
                  </a:lnTo>
                  <a:lnTo>
                    <a:pt x="6887872" y="188602"/>
                  </a:lnTo>
                  <a:lnTo>
                    <a:pt x="6888030" y="188602"/>
                  </a:lnTo>
                  <a:lnTo>
                    <a:pt x="6888188" y="188602"/>
                  </a:lnTo>
                  <a:lnTo>
                    <a:pt x="6888345" y="188602"/>
                  </a:lnTo>
                  <a:lnTo>
                    <a:pt x="6888503" y="188602"/>
                  </a:lnTo>
                  <a:lnTo>
                    <a:pt x="6888661" y="188602"/>
                  </a:lnTo>
                  <a:lnTo>
                    <a:pt x="6888818" y="188602"/>
                  </a:lnTo>
                  <a:lnTo>
                    <a:pt x="6888976" y="188602"/>
                  </a:lnTo>
                  <a:lnTo>
                    <a:pt x="6889134" y="188602"/>
                  </a:lnTo>
                  <a:lnTo>
                    <a:pt x="6889292" y="188602"/>
                  </a:lnTo>
                  <a:lnTo>
                    <a:pt x="6889449" y="188602"/>
                  </a:lnTo>
                  <a:lnTo>
                    <a:pt x="6889607" y="188602"/>
                  </a:lnTo>
                  <a:lnTo>
                    <a:pt x="6889765" y="188602"/>
                  </a:lnTo>
                  <a:lnTo>
                    <a:pt x="6889922" y="188602"/>
                  </a:lnTo>
                  <a:lnTo>
                    <a:pt x="6890080" y="188602"/>
                  </a:lnTo>
                  <a:lnTo>
                    <a:pt x="6890238" y="188602"/>
                  </a:lnTo>
                  <a:lnTo>
                    <a:pt x="6890396" y="188602"/>
                  </a:lnTo>
                  <a:lnTo>
                    <a:pt x="6890553" y="188602"/>
                  </a:lnTo>
                  <a:lnTo>
                    <a:pt x="6890711" y="188602"/>
                  </a:lnTo>
                  <a:lnTo>
                    <a:pt x="6890869" y="188602"/>
                  </a:lnTo>
                  <a:lnTo>
                    <a:pt x="6891027" y="188602"/>
                  </a:lnTo>
                  <a:lnTo>
                    <a:pt x="6891027" y="188172"/>
                  </a:lnTo>
                  <a:lnTo>
                    <a:pt x="6891184" y="188172"/>
                  </a:lnTo>
                  <a:lnTo>
                    <a:pt x="6891342" y="188172"/>
                  </a:lnTo>
                  <a:lnTo>
                    <a:pt x="6891342" y="187741"/>
                  </a:lnTo>
                  <a:lnTo>
                    <a:pt x="6891500" y="187741"/>
                  </a:lnTo>
                  <a:lnTo>
                    <a:pt x="6891657" y="187741"/>
                  </a:lnTo>
                  <a:lnTo>
                    <a:pt x="6891815" y="187741"/>
                  </a:lnTo>
                  <a:lnTo>
                    <a:pt x="6891973" y="187741"/>
                  </a:lnTo>
                  <a:lnTo>
                    <a:pt x="6891973" y="187311"/>
                  </a:lnTo>
                  <a:lnTo>
                    <a:pt x="6892131" y="187311"/>
                  </a:lnTo>
                  <a:lnTo>
                    <a:pt x="6892288" y="187311"/>
                  </a:lnTo>
                  <a:lnTo>
                    <a:pt x="6892446" y="187311"/>
                  </a:lnTo>
                  <a:lnTo>
                    <a:pt x="6892604" y="187311"/>
                  </a:lnTo>
                  <a:lnTo>
                    <a:pt x="6892761" y="187311"/>
                  </a:lnTo>
                  <a:lnTo>
                    <a:pt x="6892919" y="187311"/>
                  </a:lnTo>
                  <a:lnTo>
                    <a:pt x="6892919" y="186880"/>
                  </a:lnTo>
                  <a:lnTo>
                    <a:pt x="6893077" y="186880"/>
                  </a:lnTo>
                  <a:lnTo>
                    <a:pt x="6893235" y="186880"/>
                  </a:lnTo>
                  <a:lnTo>
                    <a:pt x="6893392" y="186880"/>
                  </a:lnTo>
                  <a:lnTo>
                    <a:pt x="6893550" y="186880"/>
                  </a:lnTo>
                  <a:lnTo>
                    <a:pt x="6893708" y="186880"/>
                  </a:lnTo>
                  <a:lnTo>
                    <a:pt x="6893865" y="186880"/>
                  </a:lnTo>
                  <a:lnTo>
                    <a:pt x="6893865" y="186449"/>
                  </a:lnTo>
                  <a:lnTo>
                    <a:pt x="6894023" y="186449"/>
                  </a:lnTo>
                  <a:lnTo>
                    <a:pt x="6894181" y="186449"/>
                  </a:lnTo>
                  <a:lnTo>
                    <a:pt x="6894339" y="186449"/>
                  </a:lnTo>
                  <a:lnTo>
                    <a:pt x="6894496" y="186449"/>
                  </a:lnTo>
                  <a:lnTo>
                    <a:pt x="6894654" y="186449"/>
                  </a:lnTo>
                  <a:lnTo>
                    <a:pt x="6894812" y="186449"/>
                  </a:lnTo>
                  <a:lnTo>
                    <a:pt x="6894969" y="186449"/>
                  </a:lnTo>
                  <a:lnTo>
                    <a:pt x="6895127" y="186449"/>
                  </a:lnTo>
                  <a:lnTo>
                    <a:pt x="6895285" y="186449"/>
                  </a:lnTo>
                  <a:lnTo>
                    <a:pt x="6895443" y="186449"/>
                  </a:lnTo>
                  <a:lnTo>
                    <a:pt x="6895600" y="186449"/>
                  </a:lnTo>
                  <a:lnTo>
                    <a:pt x="6895758" y="186449"/>
                  </a:lnTo>
                  <a:lnTo>
                    <a:pt x="6895916" y="186449"/>
                  </a:lnTo>
                  <a:lnTo>
                    <a:pt x="6896073" y="186449"/>
                  </a:lnTo>
                  <a:lnTo>
                    <a:pt x="6896231" y="186449"/>
                  </a:lnTo>
                  <a:lnTo>
                    <a:pt x="6896231" y="186019"/>
                  </a:lnTo>
                  <a:lnTo>
                    <a:pt x="6896389" y="186019"/>
                  </a:lnTo>
                  <a:lnTo>
                    <a:pt x="6896547" y="186019"/>
                  </a:lnTo>
                  <a:lnTo>
                    <a:pt x="6896704" y="186019"/>
                  </a:lnTo>
                  <a:lnTo>
                    <a:pt x="6896862" y="186019"/>
                  </a:lnTo>
                  <a:lnTo>
                    <a:pt x="6897020" y="186019"/>
                  </a:lnTo>
                  <a:lnTo>
                    <a:pt x="6897178" y="186019"/>
                  </a:lnTo>
                  <a:lnTo>
                    <a:pt x="6897335" y="186019"/>
                  </a:lnTo>
                  <a:lnTo>
                    <a:pt x="6897493" y="186019"/>
                  </a:lnTo>
                  <a:lnTo>
                    <a:pt x="6897651" y="186019"/>
                  </a:lnTo>
                  <a:lnTo>
                    <a:pt x="6897808" y="186019"/>
                  </a:lnTo>
                  <a:lnTo>
                    <a:pt x="6897966" y="186019"/>
                  </a:lnTo>
                  <a:lnTo>
                    <a:pt x="6898124" y="186019"/>
                  </a:lnTo>
                  <a:lnTo>
                    <a:pt x="6898282" y="186019"/>
                  </a:lnTo>
                  <a:lnTo>
                    <a:pt x="6898439" y="186019"/>
                  </a:lnTo>
                  <a:lnTo>
                    <a:pt x="6898597" y="186019"/>
                  </a:lnTo>
                  <a:lnTo>
                    <a:pt x="6898755" y="186019"/>
                  </a:lnTo>
                  <a:lnTo>
                    <a:pt x="6898912" y="186019"/>
                  </a:lnTo>
                  <a:lnTo>
                    <a:pt x="6899070" y="186019"/>
                  </a:lnTo>
                  <a:lnTo>
                    <a:pt x="6899228" y="186019"/>
                  </a:lnTo>
                  <a:lnTo>
                    <a:pt x="6899386" y="186019"/>
                  </a:lnTo>
                  <a:lnTo>
                    <a:pt x="6899543" y="186019"/>
                  </a:lnTo>
                  <a:lnTo>
                    <a:pt x="6899701" y="186019"/>
                  </a:lnTo>
                  <a:lnTo>
                    <a:pt x="6899701" y="185588"/>
                  </a:lnTo>
                  <a:lnTo>
                    <a:pt x="6899859" y="185588"/>
                  </a:lnTo>
                  <a:lnTo>
                    <a:pt x="6900016" y="185588"/>
                  </a:lnTo>
                  <a:lnTo>
                    <a:pt x="6900174" y="185588"/>
                  </a:lnTo>
                  <a:lnTo>
                    <a:pt x="6900332" y="185588"/>
                  </a:lnTo>
                  <a:lnTo>
                    <a:pt x="6900332" y="185158"/>
                  </a:lnTo>
                  <a:lnTo>
                    <a:pt x="6900490" y="185158"/>
                  </a:lnTo>
                  <a:lnTo>
                    <a:pt x="6900647" y="185158"/>
                  </a:lnTo>
                  <a:lnTo>
                    <a:pt x="6900805" y="185158"/>
                  </a:lnTo>
                  <a:lnTo>
                    <a:pt x="6900963" y="185158"/>
                  </a:lnTo>
                  <a:lnTo>
                    <a:pt x="6901120" y="185158"/>
                  </a:lnTo>
                  <a:lnTo>
                    <a:pt x="6901278" y="185158"/>
                  </a:lnTo>
                  <a:lnTo>
                    <a:pt x="6901436" y="185158"/>
                  </a:lnTo>
                  <a:lnTo>
                    <a:pt x="6901594" y="185158"/>
                  </a:lnTo>
                  <a:lnTo>
                    <a:pt x="6901751" y="185158"/>
                  </a:lnTo>
                  <a:lnTo>
                    <a:pt x="6901909" y="185158"/>
                  </a:lnTo>
                  <a:lnTo>
                    <a:pt x="6902067" y="185158"/>
                  </a:lnTo>
                  <a:lnTo>
                    <a:pt x="6902225" y="185158"/>
                  </a:lnTo>
                  <a:lnTo>
                    <a:pt x="6902382" y="185158"/>
                  </a:lnTo>
                  <a:lnTo>
                    <a:pt x="6902540" y="185158"/>
                  </a:lnTo>
                  <a:lnTo>
                    <a:pt x="6902698" y="185158"/>
                  </a:lnTo>
                  <a:lnTo>
                    <a:pt x="6902855" y="185158"/>
                  </a:lnTo>
                  <a:lnTo>
                    <a:pt x="6903013" y="185158"/>
                  </a:lnTo>
                  <a:lnTo>
                    <a:pt x="6903171" y="185158"/>
                  </a:lnTo>
                  <a:lnTo>
                    <a:pt x="6903329" y="185158"/>
                  </a:lnTo>
                  <a:lnTo>
                    <a:pt x="6903486" y="185158"/>
                  </a:lnTo>
                  <a:lnTo>
                    <a:pt x="6903644" y="185158"/>
                  </a:lnTo>
                  <a:lnTo>
                    <a:pt x="6903802" y="185158"/>
                  </a:lnTo>
                  <a:lnTo>
                    <a:pt x="6903959" y="185158"/>
                  </a:lnTo>
                  <a:lnTo>
                    <a:pt x="6904117" y="185158"/>
                  </a:lnTo>
                  <a:lnTo>
                    <a:pt x="6904117" y="184727"/>
                  </a:lnTo>
                  <a:lnTo>
                    <a:pt x="6904275" y="184727"/>
                  </a:lnTo>
                  <a:lnTo>
                    <a:pt x="6904433" y="184727"/>
                  </a:lnTo>
                  <a:lnTo>
                    <a:pt x="6904590" y="184727"/>
                  </a:lnTo>
                  <a:lnTo>
                    <a:pt x="6904748" y="184727"/>
                  </a:lnTo>
                  <a:lnTo>
                    <a:pt x="6904906" y="184727"/>
                  </a:lnTo>
                  <a:lnTo>
                    <a:pt x="6905063" y="184727"/>
                  </a:lnTo>
                  <a:lnTo>
                    <a:pt x="6905221" y="184727"/>
                  </a:lnTo>
                  <a:lnTo>
                    <a:pt x="6905379" y="184727"/>
                  </a:lnTo>
                  <a:lnTo>
                    <a:pt x="6905537" y="184727"/>
                  </a:lnTo>
                  <a:lnTo>
                    <a:pt x="6905694" y="184727"/>
                  </a:lnTo>
                  <a:lnTo>
                    <a:pt x="6905852" y="184727"/>
                  </a:lnTo>
                  <a:lnTo>
                    <a:pt x="6906010" y="184727"/>
                  </a:lnTo>
                  <a:lnTo>
                    <a:pt x="6906167" y="184727"/>
                  </a:lnTo>
                  <a:lnTo>
                    <a:pt x="6906325" y="184727"/>
                  </a:lnTo>
                  <a:lnTo>
                    <a:pt x="6906483" y="184727"/>
                  </a:lnTo>
                  <a:lnTo>
                    <a:pt x="6906641" y="184727"/>
                  </a:lnTo>
                  <a:lnTo>
                    <a:pt x="6906798" y="184727"/>
                  </a:lnTo>
                  <a:lnTo>
                    <a:pt x="6906956" y="184727"/>
                  </a:lnTo>
                  <a:lnTo>
                    <a:pt x="6906956" y="184296"/>
                  </a:lnTo>
                  <a:lnTo>
                    <a:pt x="6907114" y="184296"/>
                  </a:lnTo>
                  <a:lnTo>
                    <a:pt x="6907271" y="184296"/>
                  </a:lnTo>
                  <a:lnTo>
                    <a:pt x="6907429" y="184296"/>
                  </a:lnTo>
                  <a:lnTo>
                    <a:pt x="6907587" y="184296"/>
                  </a:lnTo>
                  <a:lnTo>
                    <a:pt x="6907745" y="184296"/>
                  </a:lnTo>
                  <a:lnTo>
                    <a:pt x="6907902" y="184296"/>
                  </a:lnTo>
                  <a:lnTo>
                    <a:pt x="6908060" y="184296"/>
                  </a:lnTo>
                  <a:lnTo>
                    <a:pt x="6908218" y="184296"/>
                  </a:lnTo>
                  <a:lnTo>
                    <a:pt x="6908376" y="184296"/>
                  </a:lnTo>
                  <a:lnTo>
                    <a:pt x="6908533" y="184296"/>
                  </a:lnTo>
                  <a:lnTo>
                    <a:pt x="6908691" y="184296"/>
                  </a:lnTo>
                  <a:lnTo>
                    <a:pt x="6908849" y="184296"/>
                  </a:lnTo>
                  <a:lnTo>
                    <a:pt x="6909006" y="184296"/>
                  </a:lnTo>
                  <a:lnTo>
                    <a:pt x="6909164" y="184296"/>
                  </a:lnTo>
                  <a:lnTo>
                    <a:pt x="6909322" y="184296"/>
                  </a:lnTo>
                  <a:lnTo>
                    <a:pt x="6909480" y="184296"/>
                  </a:lnTo>
                  <a:lnTo>
                    <a:pt x="6909637" y="184296"/>
                  </a:lnTo>
                  <a:lnTo>
                    <a:pt x="6909795" y="184296"/>
                  </a:lnTo>
                  <a:lnTo>
                    <a:pt x="6909953" y="184296"/>
                  </a:lnTo>
                  <a:lnTo>
                    <a:pt x="6910110" y="184296"/>
                  </a:lnTo>
                  <a:lnTo>
                    <a:pt x="6910268" y="184296"/>
                  </a:lnTo>
                  <a:lnTo>
                    <a:pt x="6910426" y="184296"/>
                  </a:lnTo>
                  <a:lnTo>
                    <a:pt x="6910584" y="184296"/>
                  </a:lnTo>
                  <a:lnTo>
                    <a:pt x="6910741" y="184296"/>
                  </a:lnTo>
                  <a:lnTo>
                    <a:pt x="6910899" y="184296"/>
                  </a:lnTo>
                  <a:lnTo>
                    <a:pt x="6911057" y="184296"/>
                  </a:lnTo>
                  <a:lnTo>
                    <a:pt x="6911214" y="184296"/>
                  </a:lnTo>
                  <a:lnTo>
                    <a:pt x="6911372" y="184296"/>
                  </a:lnTo>
                  <a:lnTo>
                    <a:pt x="6911530" y="184296"/>
                  </a:lnTo>
                  <a:lnTo>
                    <a:pt x="6911688" y="184296"/>
                  </a:lnTo>
                  <a:lnTo>
                    <a:pt x="6911845" y="184296"/>
                  </a:lnTo>
                  <a:lnTo>
                    <a:pt x="6912003" y="184296"/>
                  </a:lnTo>
                  <a:lnTo>
                    <a:pt x="6912161" y="184296"/>
                  </a:lnTo>
                  <a:lnTo>
                    <a:pt x="6912318" y="184296"/>
                  </a:lnTo>
                  <a:lnTo>
                    <a:pt x="6912476" y="184296"/>
                  </a:lnTo>
                  <a:lnTo>
                    <a:pt x="6912634" y="184296"/>
                  </a:lnTo>
                  <a:lnTo>
                    <a:pt x="6912792" y="184296"/>
                  </a:lnTo>
                  <a:lnTo>
                    <a:pt x="6912949" y="184296"/>
                  </a:lnTo>
                  <a:lnTo>
                    <a:pt x="6913107" y="184296"/>
                  </a:lnTo>
                  <a:lnTo>
                    <a:pt x="6913265" y="184296"/>
                  </a:lnTo>
                  <a:lnTo>
                    <a:pt x="6913423" y="184296"/>
                  </a:lnTo>
                  <a:lnTo>
                    <a:pt x="6913580" y="184296"/>
                  </a:lnTo>
                  <a:lnTo>
                    <a:pt x="6913738" y="184296"/>
                  </a:lnTo>
                  <a:lnTo>
                    <a:pt x="6913896" y="184296"/>
                  </a:lnTo>
                  <a:lnTo>
                    <a:pt x="6914053" y="184296"/>
                  </a:lnTo>
                  <a:lnTo>
                    <a:pt x="6914211" y="184296"/>
                  </a:lnTo>
                  <a:lnTo>
                    <a:pt x="6914369" y="184296"/>
                  </a:lnTo>
                  <a:lnTo>
                    <a:pt x="6914527" y="184296"/>
                  </a:lnTo>
                  <a:lnTo>
                    <a:pt x="6914684" y="184296"/>
                  </a:lnTo>
                  <a:lnTo>
                    <a:pt x="6914842" y="184296"/>
                  </a:lnTo>
                  <a:lnTo>
                    <a:pt x="6915000" y="184296"/>
                  </a:lnTo>
                  <a:lnTo>
                    <a:pt x="6915157" y="184296"/>
                  </a:lnTo>
                  <a:lnTo>
                    <a:pt x="6915315" y="184296"/>
                  </a:lnTo>
                  <a:lnTo>
                    <a:pt x="6915473" y="184296"/>
                  </a:lnTo>
                  <a:lnTo>
                    <a:pt x="6915631" y="184296"/>
                  </a:lnTo>
                  <a:lnTo>
                    <a:pt x="6915631" y="183866"/>
                  </a:lnTo>
                  <a:lnTo>
                    <a:pt x="6915788" y="183866"/>
                  </a:lnTo>
                  <a:lnTo>
                    <a:pt x="6915946" y="183866"/>
                  </a:lnTo>
                  <a:lnTo>
                    <a:pt x="6916104" y="183866"/>
                  </a:lnTo>
                  <a:lnTo>
                    <a:pt x="6916261" y="183866"/>
                  </a:lnTo>
                  <a:lnTo>
                    <a:pt x="6916419" y="183866"/>
                  </a:lnTo>
                  <a:lnTo>
                    <a:pt x="6916577" y="183866"/>
                  </a:lnTo>
                  <a:lnTo>
                    <a:pt x="6916735" y="183866"/>
                  </a:lnTo>
                  <a:lnTo>
                    <a:pt x="6916892" y="183866"/>
                  </a:lnTo>
                  <a:lnTo>
                    <a:pt x="6917050" y="183866"/>
                  </a:lnTo>
                  <a:lnTo>
                    <a:pt x="6917208" y="183866"/>
                  </a:lnTo>
                  <a:lnTo>
                    <a:pt x="6917365" y="183866"/>
                  </a:lnTo>
                  <a:lnTo>
                    <a:pt x="6917523" y="183866"/>
                  </a:lnTo>
                  <a:lnTo>
                    <a:pt x="6917681" y="183866"/>
                  </a:lnTo>
                  <a:lnTo>
                    <a:pt x="6917839" y="183866"/>
                  </a:lnTo>
                  <a:lnTo>
                    <a:pt x="6917996" y="183866"/>
                  </a:lnTo>
                  <a:lnTo>
                    <a:pt x="6918154" y="183866"/>
                  </a:lnTo>
                  <a:lnTo>
                    <a:pt x="6918312" y="183866"/>
                  </a:lnTo>
                  <a:lnTo>
                    <a:pt x="6918469" y="183866"/>
                  </a:lnTo>
                  <a:lnTo>
                    <a:pt x="6918627" y="183866"/>
                  </a:lnTo>
                  <a:lnTo>
                    <a:pt x="6918785" y="183866"/>
                  </a:lnTo>
                  <a:lnTo>
                    <a:pt x="6918943" y="183866"/>
                  </a:lnTo>
                  <a:lnTo>
                    <a:pt x="6919100" y="183866"/>
                  </a:lnTo>
                  <a:lnTo>
                    <a:pt x="6919258" y="183866"/>
                  </a:lnTo>
                  <a:lnTo>
                    <a:pt x="6919416" y="183866"/>
                  </a:lnTo>
                  <a:lnTo>
                    <a:pt x="6919574" y="183866"/>
                  </a:lnTo>
                  <a:lnTo>
                    <a:pt x="6919731" y="183866"/>
                  </a:lnTo>
                  <a:lnTo>
                    <a:pt x="6919889" y="183866"/>
                  </a:lnTo>
                  <a:lnTo>
                    <a:pt x="6920047" y="183866"/>
                  </a:lnTo>
                  <a:lnTo>
                    <a:pt x="6920204" y="183866"/>
                  </a:lnTo>
                  <a:lnTo>
                    <a:pt x="6920362" y="183866"/>
                  </a:lnTo>
                  <a:lnTo>
                    <a:pt x="6920520" y="183866"/>
                  </a:lnTo>
                  <a:lnTo>
                    <a:pt x="6920678" y="183866"/>
                  </a:lnTo>
                  <a:lnTo>
                    <a:pt x="6920835" y="183866"/>
                  </a:lnTo>
                  <a:lnTo>
                    <a:pt x="6920993" y="183866"/>
                  </a:lnTo>
                  <a:lnTo>
                    <a:pt x="6921151" y="183866"/>
                  </a:lnTo>
                  <a:lnTo>
                    <a:pt x="6921151" y="183435"/>
                  </a:lnTo>
                  <a:lnTo>
                    <a:pt x="6921308" y="183435"/>
                  </a:lnTo>
                  <a:lnTo>
                    <a:pt x="6921466" y="183435"/>
                  </a:lnTo>
                  <a:lnTo>
                    <a:pt x="6921624" y="183435"/>
                  </a:lnTo>
                  <a:lnTo>
                    <a:pt x="6921782" y="183435"/>
                  </a:lnTo>
                  <a:lnTo>
                    <a:pt x="6921939" y="183435"/>
                  </a:lnTo>
                  <a:lnTo>
                    <a:pt x="6922097" y="183435"/>
                  </a:lnTo>
                  <a:lnTo>
                    <a:pt x="6922255" y="183435"/>
                  </a:lnTo>
                  <a:lnTo>
                    <a:pt x="6922412" y="183435"/>
                  </a:lnTo>
                  <a:lnTo>
                    <a:pt x="6922570" y="183435"/>
                  </a:lnTo>
                  <a:lnTo>
                    <a:pt x="6922728" y="183435"/>
                  </a:lnTo>
                  <a:lnTo>
                    <a:pt x="6922886" y="183435"/>
                  </a:lnTo>
                  <a:lnTo>
                    <a:pt x="6923043" y="183435"/>
                  </a:lnTo>
                  <a:lnTo>
                    <a:pt x="6923201" y="183435"/>
                  </a:lnTo>
                  <a:lnTo>
                    <a:pt x="6923359" y="183435"/>
                  </a:lnTo>
                  <a:lnTo>
                    <a:pt x="6923516" y="183435"/>
                  </a:lnTo>
                  <a:lnTo>
                    <a:pt x="6923674" y="183435"/>
                  </a:lnTo>
                  <a:lnTo>
                    <a:pt x="6923832" y="183435"/>
                  </a:lnTo>
                  <a:lnTo>
                    <a:pt x="6923990" y="183435"/>
                  </a:lnTo>
                  <a:lnTo>
                    <a:pt x="6924147" y="183435"/>
                  </a:lnTo>
                  <a:lnTo>
                    <a:pt x="6924305" y="183435"/>
                  </a:lnTo>
                  <a:lnTo>
                    <a:pt x="6924463" y="183435"/>
                  </a:lnTo>
                  <a:lnTo>
                    <a:pt x="6924621" y="183435"/>
                  </a:lnTo>
                  <a:lnTo>
                    <a:pt x="6924778" y="183435"/>
                  </a:lnTo>
                  <a:lnTo>
                    <a:pt x="6924936" y="183435"/>
                  </a:lnTo>
                  <a:lnTo>
                    <a:pt x="6925094" y="183435"/>
                  </a:lnTo>
                  <a:lnTo>
                    <a:pt x="6925251" y="183435"/>
                  </a:lnTo>
                  <a:lnTo>
                    <a:pt x="6925409" y="183435"/>
                  </a:lnTo>
                  <a:lnTo>
                    <a:pt x="6925567" y="183435"/>
                  </a:lnTo>
                  <a:lnTo>
                    <a:pt x="6925725" y="183435"/>
                  </a:lnTo>
                  <a:lnTo>
                    <a:pt x="6925882" y="183435"/>
                  </a:lnTo>
                  <a:lnTo>
                    <a:pt x="6925882" y="183005"/>
                  </a:lnTo>
                  <a:lnTo>
                    <a:pt x="6926040" y="183005"/>
                  </a:lnTo>
                  <a:lnTo>
                    <a:pt x="6926198" y="183005"/>
                  </a:lnTo>
                  <a:lnTo>
                    <a:pt x="6926355" y="183005"/>
                  </a:lnTo>
                  <a:lnTo>
                    <a:pt x="6926513" y="183005"/>
                  </a:lnTo>
                  <a:lnTo>
                    <a:pt x="6926671" y="183005"/>
                  </a:lnTo>
                  <a:lnTo>
                    <a:pt x="6926829" y="183005"/>
                  </a:lnTo>
                  <a:lnTo>
                    <a:pt x="6926986" y="183005"/>
                  </a:lnTo>
                  <a:lnTo>
                    <a:pt x="6927144" y="183005"/>
                  </a:lnTo>
                  <a:lnTo>
                    <a:pt x="6927302" y="183005"/>
                  </a:lnTo>
                  <a:lnTo>
                    <a:pt x="6927459" y="183005"/>
                  </a:lnTo>
                  <a:lnTo>
                    <a:pt x="6927617" y="183005"/>
                  </a:lnTo>
                  <a:lnTo>
                    <a:pt x="6927775" y="183005"/>
                  </a:lnTo>
                  <a:lnTo>
                    <a:pt x="6927933" y="183005"/>
                  </a:lnTo>
                  <a:lnTo>
                    <a:pt x="6928090" y="183005"/>
                  </a:lnTo>
                  <a:lnTo>
                    <a:pt x="6928248" y="183005"/>
                  </a:lnTo>
                  <a:lnTo>
                    <a:pt x="6928406" y="183005"/>
                  </a:lnTo>
                  <a:lnTo>
                    <a:pt x="6928563" y="183005"/>
                  </a:lnTo>
                  <a:lnTo>
                    <a:pt x="6928563" y="182574"/>
                  </a:lnTo>
                  <a:lnTo>
                    <a:pt x="6928721" y="182574"/>
                  </a:lnTo>
                  <a:lnTo>
                    <a:pt x="6928879" y="182574"/>
                  </a:lnTo>
                  <a:lnTo>
                    <a:pt x="6929037" y="182574"/>
                  </a:lnTo>
                  <a:lnTo>
                    <a:pt x="6929194" y="182574"/>
                  </a:lnTo>
                  <a:lnTo>
                    <a:pt x="6929352" y="182574"/>
                  </a:lnTo>
                  <a:lnTo>
                    <a:pt x="6929510" y="182574"/>
                  </a:lnTo>
                  <a:lnTo>
                    <a:pt x="6929667" y="182574"/>
                  </a:lnTo>
                  <a:lnTo>
                    <a:pt x="6929825" y="182574"/>
                  </a:lnTo>
                  <a:lnTo>
                    <a:pt x="6929983" y="182574"/>
                  </a:lnTo>
                  <a:lnTo>
                    <a:pt x="6930141" y="182574"/>
                  </a:lnTo>
                  <a:lnTo>
                    <a:pt x="6930298" y="182574"/>
                  </a:lnTo>
                  <a:lnTo>
                    <a:pt x="6930456" y="182574"/>
                  </a:lnTo>
                  <a:lnTo>
                    <a:pt x="6930614" y="182574"/>
                  </a:lnTo>
                  <a:lnTo>
                    <a:pt x="6930772" y="182574"/>
                  </a:lnTo>
                  <a:lnTo>
                    <a:pt x="6930929" y="182574"/>
                  </a:lnTo>
                  <a:lnTo>
                    <a:pt x="6931087" y="182574"/>
                  </a:lnTo>
                  <a:lnTo>
                    <a:pt x="6931245" y="182574"/>
                  </a:lnTo>
                  <a:lnTo>
                    <a:pt x="6931402" y="182574"/>
                  </a:lnTo>
                  <a:lnTo>
                    <a:pt x="6931560" y="182574"/>
                  </a:lnTo>
                  <a:lnTo>
                    <a:pt x="6931718" y="182574"/>
                  </a:lnTo>
                  <a:lnTo>
                    <a:pt x="6931876" y="182574"/>
                  </a:lnTo>
                  <a:lnTo>
                    <a:pt x="6932033" y="182574"/>
                  </a:lnTo>
                  <a:lnTo>
                    <a:pt x="6932191" y="182574"/>
                  </a:lnTo>
                  <a:lnTo>
                    <a:pt x="6932349" y="182574"/>
                  </a:lnTo>
                  <a:lnTo>
                    <a:pt x="6932506" y="182574"/>
                  </a:lnTo>
                  <a:lnTo>
                    <a:pt x="6932664" y="182574"/>
                  </a:lnTo>
                  <a:lnTo>
                    <a:pt x="6932822" y="182574"/>
                  </a:lnTo>
                  <a:lnTo>
                    <a:pt x="6932980" y="182574"/>
                  </a:lnTo>
                  <a:lnTo>
                    <a:pt x="6933137" y="182574"/>
                  </a:lnTo>
                  <a:lnTo>
                    <a:pt x="6933295" y="182574"/>
                  </a:lnTo>
                  <a:lnTo>
                    <a:pt x="6933453" y="182574"/>
                  </a:lnTo>
                  <a:lnTo>
                    <a:pt x="6933610" y="182574"/>
                  </a:lnTo>
                  <a:lnTo>
                    <a:pt x="6933768" y="182574"/>
                  </a:lnTo>
                  <a:lnTo>
                    <a:pt x="6933926" y="182574"/>
                  </a:lnTo>
                  <a:lnTo>
                    <a:pt x="6933926" y="182143"/>
                  </a:lnTo>
                  <a:lnTo>
                    <a:pt x="6934084" y="182143"/>
                  </a:lnTo>
                  <a:lnTo>
                    <a:pt x="6934241" y="182143"/>
                  </a:lnTo>
                  <a:lnTo>
                    <a:pt x="6934399" y="182143"/>
                  </a:lnTo>
                  <a:lnTo>
                    <a:pt x="6934557" y="182143"/>
                  </a:lnTo>
                  <a:lnTo>
                    <a:pt x="6934714" y="182143"/>
                  </a:lnTo>
                  <a:lnTo>
                    <a:pt x="6934872" y="182143"/>
                  </a:lnTo>
                  <a:lnTo>
                    <a:pt x="6935030" y="182143"/>
                  </a:lnTo>
                  <a:lnTo>
                    <a:pt x="6935188" y="182143"/>
                  </a:lnTo>
                  <a:lnTo>
                    <a:pt x="6935345" y="182143"/>
                  </a:lnTo>
                  <a:lnTo>
                    <a:pt x="6935503" y="182143"/>
                  </a:lnTo>
                  <a:lnTo>
                    <a:pt x="6935503" y="181713"/>
                  </a:lnTo>
                  <a:lnTo>
                    <a:pt x="6935661" y="181713"/>
                  </a:lnTo>
                  <a:lnTo>
                    <a:pt x="6935819" y="181713"/>
                  </a:lnTo>
                  <a:lnTo>
                    <a:pt x="6935976" y="181713"/>
                  </a:lnTo>
                  <a:lnTo>
                    <a:pt x="6935976" y="181282"/>
                  </a:lnTo>
                  <a:lnTo>
                    <a:pt x="6936134" y="181282"/>
                  </a:lnTo>
                  <a:lnTo>
                    <a:pt x="6936292" y="181282"/>
                  </a:lnTo>
                  <a:lnTo>
                    <a:pt x="6936449" y="181282"/>
                  </a:lnTo>
                  <a:lnTo>
                    <a:pt x="6936607" y="181282"/>
                  </a:lnTo>
                  <a:lnTo>
                    <a:pt x="6936765" y="181282"/>
                  </a:lnTo>
                  <a:lnTo>
                    <a:pt x="6936923" y="181282"/>
                  </a:lnTo>
                  <a:lnTo>
                    <a:pt x="6937080" y="181282"/>
                  </a:lnTo>
                  <a:lnTo>
                    <a:pt x="6937238" y="181282"/>
                  </a:lnTo>
                  <a:lnTo>
                    <a:pt x="6937396" y="181282"/>
                  </a:lnTo>
                  <a:lnTo>
                    <a:pt x="6937553" y="181282"/>
                  </a:lnTo>
                  <a:lnTo>
                    <a:pt x="6937711" y="181282"/>
                  </a:lnTo>
                  <a:lnTo>
                    <a:pt x="6937869" y="181282"/>
                  </a:lnTo>
                  <a:lnTo>
                    <a:pt x="6938027" y="181282"/>
                  </a:lnTo>
                  <a:lnTo>
                    <a:pt x="6938027" y="180852"/>
                  </a:lnTo>
                  <a:lnTo>
                    <a:pt x="6938184" y="180852"/>
                  </a:lnTo>
                  <a:lnTo>
                    <a:pt x="6938342" y="180852"/>
                  </a:lnTo>
                  <a:lnTo>
                    <a:pt x="6938500" y="180852"/>
                  </a:lnTo>
                  <a:lnTo>
                    <a:pt x="6938657" y="180852"/>
                  </a:lnTo>
                  <a:lnTo>
                    <a:pt x="6938815" y="180852"/>
                  </a:lnTo>
                  <a:lnTo>
                    <a:pt x="6938973" y="180852"/>
                  </a:lnTo>
                  <a:lnTo>
                    <a:pt x="6939131" y="180852"/>
                  </a:lnTo>
                  <a:lnTo>
                    <a:pt x="6939288" y="180852"/>
                  </a:lnTo>
                  <a:lnTo>
                    <a:pt x="6939446" y="180852"/>
                  </a:lnTo>
                  <a:lnTo>
                    <a:pt x="6939604" y="180852"/>
                  </a:lnTo>
                  <a:lnTo>
                    <a:pt x="6939761" y="180852"/>
                  </a:lnTo>
                  <a:lnTo>
                    <a:pt x="6939919" y="180852"/>
                  </a:lnTo>
                  <a:lnTo>
                    <a:pt x="6940077" y="180852"/>
                  </a:lnTo>
                  <a:lnTo>
                    <a:pt x="6940077" y="180421"/>
                  </a:lnTo>
                  <a:lnTo>
                    <a:pt x="6940235" y="180421"/>
                  </a:lnTo>
                  <a:lnTo>
                    <a:pt x="6940392" y="180421"/>
                  </a:lnTo>
                  <a:lnTo>
                    <a:pt x="6940550" y="180421"/>
                  </a:lnTo>
                  <a:lnTo>
                    <a:pt x="6940708" y="180421"/>
                  </a:lnTo>
                  <a:lnTo>
                    <a:pt x="6940865" y="180421"/>
                  </a:lnTo>
                  <a:lnTo>
                    <a:pt x="6941023" y="180421"/>
                  </a:lnTo>
                  <a:lnTo>
                    <a:pt x="6941023" y="179990"/>
                  </a:lnTo>
                  <a:lnTo>
                    <a:pt x="6941181" y="179990"/>
                  </a:lnTo>
                  <a:lnTo>
                    <a:pt x="6941339" y="179990"/>
                  </a:lnTo>
                  <a:lnTo>
                    <a:pt x="6941339" y="179560"/>
                  </a:lnTo>
                  <a:lnTo>
                    <a:pt x="6941496" y="179560"/>
                  </a:lnTo>
                  <a:lnTo>
                    <a:pt x="6941654" y="179560"/>
                  </a:lnTo>
                  <a:lnTo>
                    <a:pt x="6941812" y="179560"/>
                  </a:lnTo>
                  <a:lnTo>
                    <a:pt x="6941970" y="179560"/>
                  </a:lnTo>
                  <a:lnTo>
                    <a:pt x="6942127" y="179560"/>
                  </a:lnTo>
                  <a:lnTo>
                    <a:pt x="6942285" y="179560"/>
                  </a:lnTo>
                  <a:lnTo>
                    <a:pt x="6942443" y="179560"/>
                  </a:lnTo>
                  <a:lnTo>
                    <a:pt x="6942600" y="179560"/>
                  </a:lnTo>
                  <a:lnTo>
                    <a:pt x="6942758" y="179560"/>
                  </a:lnTo>
                  <a:lnTo>
                    <a:pt x="6942916" y="179560"/>
                  </a:lnTo>
                  <a:lnTo>
                    <a:pt x="6943074" y="179560"/>
                  </a:lnTo>
                  <a:lnTo>
                    <a:pt x="6943231" y="179560"/>
                  </a:lnTo>
                  <a:lnTo>
                    <a:pt x="6943389" y="179560"/>
                  </a:lnTo>
                  <a:lnTo>
                    <a:pt x="6943547" y="179560"/>
                  </a:lnTo>
                  <a:lnTo>
                    <a:pt x="6943704" y="179560"/>
                  </a:lnTo>
                  <a:lnTo>
                    <a:pt x="6943862" y="179560"/>
                  </a:lnTo>
                  <a:lnTo>
                    <a:pt x="6944020" y="179560"/>
                  </a:lnTo>
                  <a:lnTo>
                    <a:pt x="6944178" y="179560"/>
                  </a:lnTo>
                  <a:lnTo>
                    <a:pt x="6944335" y="179560"/>
                  </a:lnTo>
                  <a:lnTo>
                    <a:pt x="6944493" y="179560"/>
                  </a:lnTo>
                  <a:lnTo>
                    <a:pt x="6944651" y="179560"/>
                  </a:lnTo>
                  <a:lnTo>
                    <a:pt x="6944808" y="179560"/>
                  </a:lnTo>
                  <a:lnTo>
                    <a:pt x="6944966" y="179560"/>
                  </a:lnTo>
                  <a:lnTo>
                    <a:pt x="6945124" y="179560"/>
                  </a:lnTo>
                  <a:lnTo>
                    <a:pt x="6945282" y="179560"/>
                  </a:lnTo>
                  <a:lnTo>
                    <a:pt x="6945439" y="179560"/>
                  </a:lnTo>
                  <a:lnTo>
                    <a:pt x="6945597" y="179560"/>
                  </a:lnTo>
                  <a:lnTo>
                    <a:pt x="6945755" y="179560"/>
                  </a:lnTo>
                  <a:lnTo>
                    <a:pt x="6945912" y="179560"/>
                  </a:lnTo>
                  <a:lnTo>
                    <a:pt x="6946070" y="179560"/>
                  </a:lnTo>
                  <a:lnTo>
                    <a:pt x="6946228" y="179560"/>
                  </a:lnTo>
                  <a:lnTo>
                    <a:pt x="6946386" y="179560"/>
                  </a:lnTo>
                  <a:lnTo>
                    <a:pt x="6946543" y="179560"/>
                  </a:lnTo>
                  <a:lnTo>
                    <a:pt x="6946543" y="179129"/>
                  </a:lnTo>
                  <a:lnTo>
                    <a:pt x="6946701" y="179129"/>
                  </a:lnTo>
                  <a:lnTo>
                    <a:pt x="6946859" y="179129"/>
                  </a:lnTo>
                  <a:lnTo>
                    <a:pt x="6947017" y="179129"/>
                  </a:lnTo>
                  <a:lnTo>
                    <a:pt x="6947174" y="179129"/>
                  </a:lnTo>
                  <a:lnTo>
                    <a:pt x="6947174" y="178699"/>
                  </a:lnTo>
                  <a:lnTo>
                    <a:pt x="6947332" y="178699"/>
                  </a:lnTo>
                  <a:lnTo>
                    <a:pt x="6947490" y="178699"/>
                  </a:lnTo>
                  <a:lnTo>
                    <a:pt x="6947647" y="178699"/>
                  </a:lnTo>
                  <a:lnTo>
                    <a:pt x="6947805" y="178699"/>
                  </a:lnTo>
                  <a:lnTo>
                    <a:pt x="6947963" y="178699"/>
                  </a:lnTo>
                  <a:lnTo>
                    <a:pt x="6948121" y="178699"/>
                  </a:lnTo>
                  <a:lnTo>
                    <a:pt x="6948121" y="178268"/>
                  </a:lnTo>
                  <a:lnTo>
                    <a:pt x="6948278" y="178268"/>
                  </a:lnTo>
                  <a:lnTo>
                    <a:pt x="6948436" y="178268"/>
                  </a:lnTo>
                  <a:lnTo>
                    <a:pt x="6948594" y="178268"/>
                  </a:lnTo>
                  <a:lnTo>
                    <a:pt x="6948751" y="178268"/>
                  </a:lnTo>
                  <a:lnTo>
                    <a:pt x="6948909" y="178268"/>
                  </a:lnTo>
                  <a:lnTo>
                    <a:pt x="6949067" y="178268"/>
                  </a:lnTo>
                  <a:lnTo>
                    <a:pt x="6949225" y="178268"/>
                  </a:lnTo>
                  <a:lnTo>
                    <a:pt x="6949382" y="178268"/>
                  </a:lnTo>
                  <a:lnTo>
                    <a:pt x="6949540" y="178268"/>
                  </a:lnTo>
                  <a:lnTo>
                    <a:pt x="6949698" y="178268"/>
                  </a:lnTo>
                  <a:lnTo>
                    <a:pt x="6949855" y="178268"/>
                  </a:lnTo>
                  <a:lnTo>
                    <a:pt x="6950013" y="178268"/>
                  </a:lnTo>
                  <a:lnTo>
                    <a:pt x="6950171" y="178268"/>
                  </a:lnTo>
                  <a:lnTo>
                    <a:pt x="6950329" y="178268"/>
                  </a:lnTo>
                  <a:lnTo>
                    <a:pt x="6950486" y="178268"/>
                  </a:lnTo>
                  <a:lnTo>
                    <a:pt x="6950486" y="177837"/>
                  </a:lnTo>
                  <a:lnTo>
                    <a:pt x="6950644" y="177837"/>
                  </a:lnTo>
                  <a:lnTo>
                    <a:pt x="6950802" y="177837"/>
                  </a:lnTo>
                  <a:lnTo>
                    <a:pt x="6950959" y="177837"/>
                  </a:lnTo>
                  <a:lnTo>
                    <a:pt x="6951117" y="177837"/>
                  </a:lnTo>
                  <a:lnTo>
                    <a:pt x="6951275" y="177837"/>
                  </a:lnTo>
                  <a:lnTo>
                    <a:pt x="6951433" y="177837"/>
                  </a:lnTo>
                  <a:lnTo>
                    <a:pt x="6951590" y="177837"/>
                  </a:lnTo>
                  <a:lnTo>
                    <a:pt x="6951748" y="177837"/>
                  </a:lnTo>
                  <a:lnTo>
                    <a:pt x="6951748" y="177407"/>
                  </a:lnTo>
                  <a:lnTo>
                    <a:pt x="6951906" y="177407"/>
                  </a:lnTo>
                  <a:lnTo>
                    <a:pt x="6952063" y="177407"/>
                  </a:lnTo>
                  <a:lnTo>
                    <a:pt x="6952221" y="177407"/>
                  </a:lnTo>
                  <a:lnTo>
                    <a:pt x="6952379" y="177407"/>
                  </a:lnTo>
                  <a:lnTo>
                    <a:pt x="6952537" y="177407"/>
                  </a:lnTo>
                  <a:lnTo>
                    <a:pt x="6952694" y="177407"/>
                  </a:lnTo>
                  <a:lnTo>
                    <a:pt x="6952852" y="177407"/>
                  </a:lnTo>
                  <a:lnTo>
                    <a:pt x="6953010" y="177407"/>
                  </a:lnTo>
                  <a:lnTo>
                    <a:pt x="6953168" y="177407"/>
                  </a:lnTo>
                  <a:lnTo>
                    <a:pt x="6953325" y="177407"/>
                  </a:lnTo>
                  <a:lnTo>
                    <a:pt x="6953483" y="177407"/>
                  </a:lnTo>
                  <a:lnTo>
                    <a:pt x="6953641" y="177407"/>
                  </a:lnTo>
                  <a:lnTo>
                    <a:pt x="6953798" y="177407"/>
                  </a:lnTo>
                  <a:lnTo>
                    <a:pt x="6953956" y="177407"/>
                  </a:lnTo>
                  <a:lnTo>
                    <a:pt x="6954114" y="177407"/>
                  </a:lnTo>
                  <a:lnTo>
                    <a:pt x="6954272" y="177407"/>
                  </a:lnTo>
                  <a:lnTo>
                    <a:pt x="6954429" y="177407"/>
                  </a:lnTo>
                  <a:lnTo>
                    <a:pt x="6954587" y="177407"/>
                  </a:lnTo>
                  <a:lnTo>
                    <a:pt x="6954745" y="177407"/>
                  </a:lnTo>
                  <a:lnTo>
                    <a:pt x="6954902" y="177407"/>
                  </a:lnTo>
                  <a:lnTo>
                    <a:pt x="6955060" y="177407"/>
                  </a:lnTo>
                  <a:lnTo>
                    <a:pt x="6955218" y="177407"/>
                  </a:lnTo>
                  <a:lnTo>
                    <a:pt x="6955376" y="177407"/>
                  </a:lnTo>
                  <a:lnTo>
                    <a:pt x="6955533" y="177407"/>
                  </a:lnTo>
                  <a:lnTo>
                    <a:pt x="6955691" y="177407"/>
                  </a:lnTo>
                  <a:lnTo>
                    <a:pt x="6955849" y="177407"/>
                  </a:lnTo>
                  <a:lnTo>
                    <a:pt x="6956006" y="177407"/>
                  </a:lnTo>
                  <a:lnTo>
                    <a:pt x="6956164" y="177407"/>
                  </a:lnTo>
                  <a:lnTo>
                    <a:pt x="6956322" y="177407"/>
                  </a:lnTo>
                  <a:lnTo>
                    <a:pt x="6956480" y="177407"/>
                  </a:lnTo>
                  <a:lnTo>
                    <a:pt x="6956637" y="177407"/>
                  </a:lnTo>
                  <a:lnTo>
                    <a:pt x="6956795" y="177407"/>
                  </a:lnTo>
                  <a:lnTo>
                    <a:pt x="6956953" y="177407"/>
                  </a:lnTo>
                  <a:lnTo>
                    <a:pt x="6957110" y="177407"/>
                  </a:lnTo>
                  <a:lnTo>
                    <a:pt x="6957268" y="177407"/>
                  </a:lnTo>
                  <a:lnTo>
                    <a:pt x="6957426" y="177407"/>
                  </a:lnTo>
                  <a:lnTo>
                    <a:pt x="6957584" y="177407"/>
                  </a:lnTo>
                  <a:lnTo>
                    <a:pt x="6957741" y="177407"/>
                  </a:lnTo>
                  <a:lnTo>
                    <a:pt x="6957899" y="177407"/>
                  </a:lnTo>
                  <a:lnTo>
                    <a:pt x="6958057" y="177407"/>
                  </a:lnTo>
                  <a:lnTo>
                    <a:pt x="6958214" y="177407"/>
                  </a:lnTo>
                  <a:lnTo>
                    <a:pt x="6958372" y="177407"/>
                  </a:lnTo>
                  <a:lnTo>
                    <a:pt x="6958530" y="177407"/>
                  </a:lnTo>
                  <a:lnTo>
                    <a:pt x="6958688" y="177407"/>
                  </a:lnTo>
                  <a:lnTo>
                    <a:pt x="6958845" y="177407"/>
                  </a:lnTo>
                  <a:lnTo>
                    <a:pt x="6959003" y="177407"/>
                  </a:lnTo>
                  <a:lnTo>
                    <a:pt x="6959161" y="177407"/>
                  </a:lnTo>
                  <a:lnTo>
                    <a:pt x="6959319" y="177407"/>
                  </a:lnTo>
                  <a:lnTo>
                    <a:pt x="6959476" y="177407"/>
                  </a:lnTo>
                  <a:lnTo>
                    <a:pt x="6959634" y="177407"/>
                  </a:lnTo>
                  <a:lnTo>
                    <a:pt x="6959792" y="177407"/>
                  </a:lnTo>
                  <a:lnTo>
                    <a:pt x="6959949" y="177407"/>
                  </a:lnTo>
                  <a:lnTo>
                    <a:pt x="6960107" y="177407"/>
                  </a:lnTo>
                  <a:lnTo>
                    <a:pt x="6960265" y="177407"/>
                  </a:lnTo>
                  <a:lnTo>
                    <a:pt x="6960423" y="177407"/>
                  </a:lnTo>
                  <a:lnTo>
                    <a:pt x="6960580" y="177407"/>
                  </a:lnTo>
                  <a:lnTo>
                    <a:pt x="6960738" y="177407"/>
                  </a:lnTo>
                  <a:lnTo>
                    <a:pt x="6960896" y="177407"/>
                  </a:lnTo>
                  <a:lnTo>
                    <a:pt x="6961053" y="177407"/>
                  </a:lnTo>
                  <a:lnTo>
                    <a:pt x="6961211" y="177407"/>
                  </a:lnTo>
                  <a:lnTo>
                    <a:pt x="6961369" y="177407"/>
                  </a:lnTo>
                  <a:lnTo>
                    <a:pt x="6961527" y="177407"/>
                  </a:lnTo>
                  <a:lnTo>
                    <a:pt x="6961684" y="177407"/>
                  </a:lnTo>
                  <a:lnTo>
                    <a:pt x="6961842" y="177407"/>
                  </a:lnTo>
                  <a:lnTo>
                    <a:pt x="6962000" y="177407"/>
                  </a:lnTo>
                  <a:lnTo>
                    <a:pt x="6962157" y="177407"/>
                  </a:lnTo>
                  <a:lnTo>
                    <a:pt x="6962315" y="177407"/>
                  </a:lnTo>
                  <a:lnTo>
                    <a:pt x="6962473" y="177407"/>
                  </a:lnTo>
                  <a:lnTo>
                    <a:pt x="6962631" y="177407"/>
                  </a:lnTo>
                  <a:lnTo>
                    <a:pt x="6962788" y="177407"/>
                  </a:lnTo>
                  <a:lnTo>
                    <a:pt x="6962946" y="177407"/>
                  </a:lnTo>
                  <a:lnTo>
                    <a:pt x="6963104" y="177407"/>
                  </a:lnTo>
                  <a:lnTo>
                    <a:pt x="6963261" y="177407"/>
                  </a:lnTo>
                  <a:lnTo>
                    <a:pt x="6963419" y="177407"/>
                  </a:lnTo>
                  <a:lnTo>
                    <a:pt x="6963577" y="177407"/>
                  </a:lnTo>
                  <a:lnTo>
                    <a:pt x="6963735" y="177407"/>
                  </a:lnTo>
                  <a:lnTo>
                    <a:pt x="6963892" y="177407"/>
                  </a:lnTo>
                  <a:lnTo>
                    <a:pt x="6964050" y="177407"/>
                  </a:lnTo>
                  <a:lnTo>
                    <a:pt x="6964208" y="177407"/>
                  </a:lnTo>
                  <a:lnTo>
                    <a:pt x="6964366" y="177407"/>
                  </a:lnTo>
                  <a:lnTo>
                    <a:pt x="6964523" y="177407"/>
                  </a:lnTo>
                  <a:lnTo>
                    <a:pt x="6964681" y="177407"/>
                  </a:lnTo>
                  <a:lnTo>
                    <a:pt x="6964839" y="177407"/>
                  </a:lnTo>
                  <a:lnTo>
                    <a:pt x="6964996" y="177407"/>
                  </a:lnTo>
                  <a:lnTo>
                    <a:pt x="6965154" y="177407"/>
                  </a:lnTo>
                  <a:lnTo>
                    <a:pt x="6965312" y="177407"/>
                  </a:lnTo>
                  <a:lnTo>
                    <a:pt x="6965470" y="177407"/>
                  </a:lnTo>
                  <a:lnTo>
                    <a:pt x="6965627" y="177407"/>
                  </a:lnTo>
                  <a:lnTo>
                    <a:pt x="6965785" y="177407"/>
                  </a:lnTo>
                  <a:lnTo>
                    <a:pt x="6965943" y="177407"/>
                  </a:lnTo>
                  <a:lnTo>
                    <a:pt x="6966100" y="177407"/>
                  </a:lnTo>
                  <a:lnTo>
                    <a:pt x="6966258" y="177407"/>
                  </a:lnTo>
                  <a:lnTo>
                    <a:pt x="6966416" y="177407"/>
                  </a:lnTo>
                  <a:lnTo>
                    <a:pt x="6966574" y="177407"/>
                  </a:lnTo>
                  <a:lnTo>
                    <a:pt x="6966731" y="177407"/>
                  </a:lnTo>
                  <a:lnTo>
                    <a:pt x="6966889" y="177407"/>
                  </a:lnTo>
                  <a:lnTo>
                    <a:pt x="6967047" y="177407"/>
                  </a:lnTo>
                  <a:lnTo>
                    <a:pt x="6967204" y="177407"/>
                  </a:lnTo>
                  <a:lnTo>
                    <a:pt x="6967362" y="177407"/>
                  </a:lnTo>
                  <a:lnTo>
                    <a:pt x="6967520" y="177407"/>
                  </a:lnTo>
                  <a:lnTo>
                    <a:pt x="6967678" y="177407"/>
                  </a:lnTo>
                  <a:lnTo>
                    <a:pt x="6967835" y="177407"/>
                  </a:lnTo>
                  <a:lnTo>
                    <a:pt x="6967993" y="177407"/>
                  </a:lnTo>
                  <a:lnTo>
                    <a:pt x="6968151" y="177407"/>
                  </a:lnTo>
                  <a:lnTo>
                    <a:pt x="6968308" y="177407"/>
                  </a:lnTo>
                  <a:lnTo>
                    <a:pt x="6968466" y="177407"/>
                  </a:lnTo>
                  <a:lnTo>
                    <a:pt x="6968624" y="177407"/>
                  </a:lnTo>
                  <a:lnTo>
                    <a:pt x="6968782" y="177407"/>
                  </a:lnTo>
                  <a:lnTo>
                    <a:pt x="6968939" y="177407"/>
                  </a:lnTo>
                  <a:lnTo>
                    <a:pt x="6969097" y="177407"/>
                  </a:lnTo>
                  <a:lnTo>
                    <a:pt x="6969255" y="177407"/>
                  </a:lnTo>
                  <a:lnTo>
                    <a:pt x="6969412" y="177407"/>
                  </a:lnTo>
                  <a:lnTo>
                    <a:pt x="6969570" y="177407"/>
                  </a:lnTo>
                  <a:lnTo>
                    <a:pt x="6969728" y="177407"/>
                  </a:lnTo>
                  <a:lnTo>
                    <a:pt x="6969886" y="177407"/>
                  </a:lnTo>
                  <a:lnTo>
                    <a:pt x="6970043" y="177407"/>
                  </a:lnTo>
                  <a:lnTo>
                    <a:pt x="6970201" y="177407"/>
                  </a:lnTo>
                  <a:lnTo>
                    <a:pt x="6970359" y="177407"/>
                  </a:lnTo>
                  <a:lnTo>
                    <a:pt x="6970517" y="177407"/>
                  </a:lnTo>
                  <a:lnTo>
                    <a:pt x="6970674" y="177407"/>
                  </a:lnTo>
                  <a:lnTo>
                    <a:pt x="6970832" y="177407"/>
                  </a:lnTo>
                  <a:lnTo>
                    <a:pt x="6970990" y="177407"/>
                  </a:lnTo>
                  <a:lnTo>
                    <a:pt x="6971147" y="177407"/>
                  </a:lnTo>
                  <a:lnTo>
                    <a:pt x="6971305" y="177407"/>
                  </a:lnTo>
                  <a:lnTo>
                    <a:pt x="6971463" y="177407"/>
                  </a:lnTo>
                  <a:lnTo>
                    <a:pt x="6971621" y="177407"/>
                  </a:lnTo>
                  <a:lnTo>
                    <a:pt x="6971778" y="177407"/>
                  </a:lnTo>
                  <a:lnTo>
                    <a:pt x="6971936" y="177407"/>
                  </a:lnTo>
                  <a:lnTo>
                    <a:pt x="6972094" y="177407"/>
                  </a:lnTo>
                  <a:lnTo>
                    <a:pt x="6972251" y="177407"/>
                  </a:lnTo>
                  <a:lnTo>
                    <a:pt x="6972409" y="177407"/>
                  </a:lnTo>
                  <a:lnTo>
                    <a:pt x="6972567" y="177407"/>
                  </a:lnTo>
                  <a:lnTo>
                    <a:pt x="6972725" y="177407"/>
                  </a:lnTo>
                  <a:lnTo>
                    <a:pt x="6972882" y="177407"/>
                  </a:lnTo>
                  <a:lnTo>
                    <a:pt x="6973040" y="177407"/>
                  </a:lnTo>
                  <a:lnTo>
                    <a:pt x="6973198" y="177407"/>
                  </a:lnTo>
                  <a:lnTo>
                    <a:pt x="6973355" y="177407"/>
                  </a:lnTo>
                  <a:lnTo>
                    <a:pt x="6973513" y="177407"/>
                  </a:lnTo>
                  <a:lnTo>
                    <a:pt x="6973671" y="177407"/>
                  </a:lnTo>
                  <a:lnTo>
                    <a:pt x="6973829" y="177407"/>
                  </a:lnTo>
                  <a:lnTo>
                    <a:pt x="6973986" y="177407"/>
                  </a:lnTo>
                  <a:lnTo>
                    <a:pt x="6974144" y="177407"/>
                  </a:lnTo>
                  <a:lnTo>
                    <a:pt x="6974302" y="177407"/>
                  </a:lnTo>
                  <a:lnTo>
                    <a:pt x="6974459" y="177407"/>
                  </a:lnTo>
                  <a:lnTo>
                    <a:pt x="6974617" y="177407"/>
                  </a:lnTo>
                  <a:lnTo>
                    <a:pt x="6974775" y="177407"/>
                  </a:lnTo>
                  <a:lnTo>
                    <a:pt x="6974933" y="177407"/>
                  </a:lnTo>
                  <a:lnTo>
                    <a:pt x="6975090" y="177407"/>
                  </a:lnTo>
                  <a:lnTo>
                    <a:pt x="6975248" y="177407"/>
                  </a:lnTo>
                  <a:lnTo>
                    <a:pt x="6975248" y="176976"/>
                  </a:lnTo>
                  <a:lnTo>
                    <a:pt x="6975406" y="176976"/>
                  </a:lnTo>
                  <a:lnTo>
                    <a:pt x="6975564" y="176976"/>
                  </a:lnTo>
                  <a:lnTo>
                    <a:pt x="6975564" y="176546"/>
                  </a:lnTo>
                  <a:lnTo>
                    <a:pt x="6975721" y="176546"/>
                  </a:lnTo>
                  <a:lnTo>
                    <a:pt x="6975879" y="176546"/>
                  </a:lnTo>
                  <a:lnTo>
                    <a:pt x="6976037" y="176546"/>
                  </a:lnTo>
                  <a:lnTo>
                    <a:pt x="6976194" y="176546"/>
                  </a:lnTo>
                  <a:lnTo>
                    <a:pt x="6976352" y="176546"/>
                  </a:lnTo>
                  <a:lnTo>
                    <a:pt x="6976510" y="176546"/>
                  </a:lnTo>
                  <a:lnTo>
                    <a:pt x="6976668" y="176546"/>
                  </a:lnTo>
                  <a:lnTo>
                    <a:pt x="6976825" y="176546"/>
                  </a:lnTo>
                  <a:lnTo>
                    <a:pt x="6976983" y="176546"/>
                  </a:lnTo>
                  <a:lnTo>
                    <a:pt x="6976983" y="176115"/>
                  </a:lnTo>
                  <a:lnTo>
                    <a:pt x="6977141" y="176115"/>
                  </a:lnTo>
                  <a:lnTo>
                    <a:pt x="6977298" y="176115"/>
                  </a:lnTo>
                  <a:lnTo>
                    <a:pt x="6977456" y="176115"/>
                  </a:lnTo>
                  <a:lnTo>
                    <a:pt x="6977614" y="176115"/>
                  </a:lnTo>
                  <a:lnTo>
                    <a:pt x="6977772" y="176115"/>
                  </a:lnTo>
                  <a:lnTo>
                    <a:pt x="6977929" y="176115"/>
                  </a:lnTo>
                  <a:lnTo>
                    <a:pt x="6978087" y="176115"/>
                  </a:lnTo>
                  <a:lnTo>
                    <a:pt x="6978245" y="176115"/>
                  </a:lnTo>
                  <a:lnTo>
                    <a:pt x="6978402" y="176115"/>
                  </a:lnTo>
                  <a:lnTo>
                    <a:pt x="6978560" y="176115"/>
                  </a:lnTo>
                  <a:lnTo>
                    <a:pt x="6978718" y="176115"/>
                  </a:lnTo>
                  <a:lnTo>
                    <a:pt x="6978876" y="176115"/>
                  </a:lnTo>
                  <a:lnTo>
                    <a:pt x="6979033" y="176115"/>
                  </a:lnTo>
                  <a:lnTo>
                    <a:pt x="6979191" y="176115"/>
                  </a:lnTo>
                  <a:lnTo>
                    <a:pt x="6979349" y="176115"/>
                  </a:lnTo>
                  <a:lnTo>
                    <a:pt x="6979506" y="176115"/>
                  </a:lnTo>
                  <a:lnTo>
                    <a:pt x="6979664" y="176115"/>
                  </a:lnTo>
                  <a:lnTo>
                    <a:pt x="6979822" y="176115"/>
                  </a:lnTo>
                  <a:lnTo>
                    <a:pt x="6979980" y="176115"/>
                  </a:lnTo>
                  <a:lnTo>
                    <a:pt x="6980137" y="176115"/>
                  </a:lnTo>
                  <a:lnTo>
                    <a:pt x="6980295" y="176115"/>
                  </a:lnTo>
                  <a:lnTo>
                    <a:pt x="6980453" y="176115"/>
                  </a:lnTo>
                  <a:lnTo>
                    <a:pt x="6980610" y="176115"/>
                  </a:lnTo>
                  <a:lnTo>
                    <a:pt x="6980768" y="176115"/>
                  </a:lnTo>
                  <a:lnTo>
                    <a:pt x="6980926" y="176115"/>
                  </a:lnTo>
                  <a:lnTo>
                    <a:pt x="6981084" y="176115"/>
                  </a:lnTo>
                  <a:lnTo>
                    <a:pt x="6981241" y="176115"/>
                  </a:lnTo>
                  <a:lnTo>
                    <a:pt x="6981399" y="176115"/>
                  </a:lnTo>
                  <a:lnTo>
                    <a:pt x="6981557" y="176115"/>
                  </a:lnTo>
                  <a:lnTo>
                    <a:pt x="6981715" y="176115"/>
                  </a:lnTo>
                  <a:lnTo>
                    <a:pt x="6981872" y="176115"/>
                  </a:lnTo>
                  <a:lnTo>
                    <a:pt x="6982030" y="176115"/>
                  </a:lnTo>
                  <a:lnTo>
                    <a:pt x="6982188" y="176115"/>
                  </a:lnTo>
                  <a:lnTo>
                    <a:pt x="6982345" y="176115"/>
                  </a:lnTo>
                  <a:lnTo>
                    <a:pt x="6982503" y="176115"/>
                  </a:lnTo>
                  <a:lnTo>
                    <a:pt x="6982661" y="176115"/>
                  </a:lnTo>
                  <a:lnTo>
                    <a:pt x="6982661" y="175684"/>
                  </a:lnTo>
                  <a:lnTo>
                    <a:pt x="6982819" y="175684"/>
                  </a:lnTo>
                  <a:lnTo>
                    <a:pt x="6982976" y="175684"/>
                  </a:lnTo>
                  <a:lnTo>
                    <a:pt x="6983134" y="175684"/>
                  </a:lnTo>
                  <a:lnTo>
                    <a:pt x="6983292" y="175684"/>
                  </a:lnTo>
                  <a:lnTo>
                    <a:pt x="6983292" y="175254"/>
                  </a:lnTo>
                  <a:lnTo>
                    <a:pt x="6983292" y="174823"/>
                  </a:lnTo>
                  <a:lnTo>
                    <a:pt x="6983449" y="174823"/>
                  </a:lnTo>
                  <a:lnTo>
                    <a:pt x="6983607" y="174823"/>
                  </a:lnTo>
                  <a:lnTo>
                    <a:pt x="6983765" y="174823"/>
                  </a:lnTo>
                  <a:lnTo>
                    <a:pt x="6983765" y="174393"/>
                  </a:lnTo>
                  <a:lnTo>
                    <a:pt x="6983765" y="173962"/>
                  </a:lnTo>
                  <a:lnTo>
                    <a:pt x="6983923" y="173962"/>
                  </a:lnTo>
                  <a:lnTo>
                    <a:pt x="6984080" y="173962"/>
                  </a:lnTo>
                  <a:lnTo>
                    <a:pt x="6984238" y="173962"/>
                  </a:lnTo>
                  <a:lnTo>
                    <a:pt x="6984396" y="173962"/>
                  </a:lnTo>
                  <a:lnTo>
                    <a:pt x="6984553" y="173962"/>
                  </a:lnTo>
                  <a:lnTo>
                    <a:pt x="6984711" y="173962"/>
                  </a:lnTo>
                  <a:lnTo>
                    <a:pt x="6984869" y="173962"/>
                  </a:lnTo>
                  <a:lnTo>
                    <a:pt x="6985027" y="173962"/>
                  </a:lnTo>
                  <a:lnTo>
                    <a:pt x="6985027" y="173531"/>
                  </a:lnTo>
                  <a:lnTo>
                    <a:pt x="6985184" y="173531"/>
                  </a:lnTo>
                  <a:lnTo>
                    <a:pt x="6985342" y="173531"/>
                  </a:lnTo>
                  <a:lnTo>
                    <a:pt x="6985500" y="173531"/>
                  </a:lnTo>
                  <a:lnTo>
                    <a:pt x="6985657" y="173531"/>
                  </a:lnTo>
                  <a:lnTo>
                    <a:pt x="6985815" y="173531"/>
                  </a:lnTo>
                  <a:lnTo>
                    <a:pt x="6985973" y="173531"/>
                  </a:lnTo>
                  <a:lnTo>
                    <a:pt x="6986131" y="173531"/>
                  </a:lnTo>
                  <a:lnTo>
                    <a:pt x="6986288" y="173531"/>
                  </a:lnTo>
                  <a:lnTo>
                    <a:pt x="6986446" y="173531"/>
                  </a:lnTo>
                  <a:lnTo>
                    <a:pt x="6986604" y="173531"/>
                  </a:lnTo>
                  <a:lnTo>
                    <a:pt x="6986762" y="173531"/>
                  </a:lnTo>
                  <a:lnTo>
                    <a:pt x="6986919" y="173531"/>
                  </a:lnTo>
                  <a:lnTo>
                    <a:pt x="6987077" y="173531"/>
                  </a:lnTo>
                  <a:lnTo>
                    <a:pt x="6987235" y="173531"/>
                  </a:lnTo>
                  <a:lnTo>
                    <a:pt x="6987392" y="173531"/>
                  </a:lnTo>
                  <a:lnTo>
                    <a:pt x="6987392" y="173101"/>
                  </a:lnTo>
                  <a:lnTo>
                    <a:pt x="6987550" y="173101"/>
                  </a:lnTo>
                  <a:lnTo>
                    <a:pt x="6987708" y="173101"/>
                  </a:lnTo>
                  <a:lnTo>
                    <a:pt x="6987866" y="173101"/>
                  </a:lnTo>
                  <a:lnTo>
                    <a:pt x="6988023" y="173101"/>
                  </a:lnTo>
                  <a:lnTo>
                    <a:pt x="6988181" y="173101"/>
                  </a:lnTo>
                  <a:lnTo>
                    <a:pt x="6988339" y="173101"/>
                  </a:lnTo>
                  <a:lnTo>
                    <a:pt x="6988339" y="172670"/>
                  </a:lnTo>
                  <a:lnTo>
                    <a:pt x="6988496" y="172670"/>
                  </a:lnTo>
                  <a:lnTo>
                    <a:pt x="6988654" y="172670"/>
                  </a:lnTo>
                  <a:lnTo>
                    <a:pt x="6988812" y="172670"/>
                  </a:lnTo>
                  <a:lnTo>
                    <a:pt x="6988970" y="172670"/>
                  </a:lnTo>
                  <a:lnTo>
                    <a:pt x="6989127" y="172670"/>
                  </a:lnTo>
                  <a:lnTo>
                    <a:pt x="6989127" y="172240"/>
                  </a:lnTo>
                  <a:lnTo>
                    <a:pt x="6989285" y="172240"/>
                  </a:lnTo>
                  <a:lnTo>
                    <a:pt x="6989443" y="172240"/>
                  </a:lnTo>
                  <a:lnTo>
                    <a:pt x="6989600" y="172240"/>
                  </a:lnTo>
                  <a:lnTo>
                    <a:pt x="6989758" y="172240"/>
                  </a:lnTo>
                  <a:lnTo>
                    <a:pt x="6989916" y="172240"/>
                  </a:lnTo>
                  <a:lnTo>
                    <a:pt x="6990074" y="172240"/>
                  </a:lnTo>
                  <a:lnTo>
                    <a:pt x="6990231" y="172240"/>
                  </a:lnTo>
                  <a:lnTo>
                    <a:pt x="6990389" y="172240"/>
                  </a:lnTo>
                  <a:lnTo>
                    <a:pt x="6990547" y="172240"/>
                  </a:lnTo>
                  <a:lnTo>
                    <a:pt x="6990704" y="172240"/>
                  </a:lnTo>
                  <a:lnTo>
                    <a:pt x="6990862" y="172240"/>
                  </a:lnTo>
                  <a:lnTo>
                    <a:pt x="6991020" y="172240"/>
                  </a:lnTo>
                  <a:lnTo>
                    <a:pt x="6991178" y="172240"/>
                  </a:lnTo>
                  <a:lnTo>
                    <a:pt x="6991335" y="172240"/>
                  </a:lnTo>
                  <a:lnTo>
                    <a:pt x="6991493" y="172240"/>
                  </a:lnTo>
                  <a:lnTo>
                    <a:pt x="6991651" y="172240"/>
                  </a:lnTo>
                  <a:lnTo>
                    <a:pt x="6991808" y="172240"/>
                  </a:lnTo>
                  <a:lnTo>
                    <a:pt x="6991966" y="172240"/>
                  </a:lnTo>
                  <a:lnTo>
                    <a:pt x="6992124" y="172240"/>
                  </a:lnTo>
                  <a:lnTo>
                    <a:pt x="6992282" y="172240"/>
                  </a:lnTo>
                  <a:lnTo>
                    <a:pt x="6992439" y="172240"/>
                  </a:lnTo>
                  <a:lnTo>
                    <a:pt x="6992597" y="172240"/>
                  </a:lnTo>
                  <a:lnTo>
                    <a:pt x="6992755" y="172240"/>
                  </a:lnTo>
                  <a:lnTo>
                    <a:pt x="6992913" y="172240"/>
                  </a:lnTo>
                  <a:lnTo>
                    <a:pt x="6993070" y="172240"/>
                  </a:lnTo>
                  <a:lnTo>
                    <a:pt x="6993228" y="172240"/>
                  </a:lnTo>
                  <a:lnTo>
                    <a:pt x="6993386" y="172240"/>
                  </a:lnTo>
                  <a:lnTo>
                    <a:pt x="6993543" y="172240"/>
                  </a:lnTo>
                  <a:lnTo>
                    <a:pt x="6993701" y="172240"/>
                  </a:lnTo>
                  <a:lnTo>
                    <a:pt x="6993859" y="172240"/>
                  </a:lnTo>
                  <a:lnTo>
                    <a:pt x="6994017" y="172240"/>
                  </a:lnTo>
                  <a:lnTo>
                    <a:pt x="6994174" y="172240"/>
                  </a:lnTo>
                  <a:lnTo>
                    <a:pt x="6994332" y="172240"/>
                  </a:lnTo>
                  <a:lnTo>
                    <a:pt x="6994490" y="172240"/>
                  </a:lnTo>
                  <a:lnTo>
                    <a:pt x="6994647" y="172240"/>
                  </a:lnTo>
                  <a:lnTo>
                    <a:pt x="6994805" y="172240"/>
                  </a:lnTo>
                  <a:lnTo>
                    <a:pt x="6994963" y="172240"/>
                  </a:lnTo>
                  <a:lnTo>
                    <a:pt x="6995121" y="172240"/>
                  </a:lnTo>
                  <a:lnTo>
                    <a:pt x="6995278" y="172240"/>
                  </a:lnTo>
                  <a:lnTo>
                    <a:pt x="6995436" y="172240"/>
                  </a:lnTo>
                  <a:lnTo>
                    <a:pt x="6995594" y="172240"/>
                  </a:lnTo>
                  <a:lnTo>
                    <a:pt x="6995594" y="171809"/>
                  </a:lnTo>
                  <a:lnTo>
                    <a:pt x="6995751" y="171809"/>
                  </a:lnTo>
                  <a:lnTo>
                    <a:pt x="6995909" y="171809"/>
                  </a:lnTo>
                  <a:lnTo>
                    <a:pt x="6996067" y="171809"/>
                  </a:lnTo>
                  <a:lnTo>
                    <a:pt x="6996225" y="171809"/>
                  </a:lnTo>
                  <a:lnTo>
                    <a:pt x="6996382" y="171809"/>
                  </a:lnTo>
                  <a:lnTo>
                    <a:pt x="6996540" y="171809"/>
                  </a:lnTo>
                  <a:lnTo>
                    <a:pt x="6996698" y="171809"/>
                  </a:lnTo>
                  <a:lnTo>
                    <a:pt x="6996855" y="171809"/>
                  </a:lnTo>
                  <a:lnTo>
                    <a:pt x="6997013" y="171809"/>
                  </a:lnTo>
                  <a:lnTo>
                    <a:pt x="6997171" y="171809"/>
                  </a:lnTo>
                  <a:lnTo>
                    <a:pt x="6997329" y="171809"/>
                  </a:lnTo>
                  <a:lnTo>
                    <a:pt x="6997486" y="171809"/>
                  </a:lnTo>
                  <a:lnTo>
                    <a:pt x="6997644" y="171809"/>
                  </a:lnTo>
                  <a:lnTo>
                    <a:pt x="6997802" y="171809"/>
                  </a:lnTo>
                  <a:lnTo>
                    <a:pt x="6997960" y="171809"/>
                  </a:lnTo>
                  <a:lnTo>
                    <a:pt x="6998117" y="171809"/>
                  </a:lnTo>
                  <a:lnTo>
                    <a:pt x="6998275" y="171809"/>
                  </a:lnTo>
                  <a:lnTo>
                    <a:pt x="6998433" y="171809"/>
                  </a:lnTo>
                  <a:lnTo>
                    <a:pt x="6998590" y="171809"/>
                  </a:lnTo>
                  <a:lnTo>
                    <a:pt x="6998748" y="171809"/>
                  </a:lnTo>
                  <a:lnTo>
                    <a:pt x="6998906" y="171809"/>
                  </a:lnTo>
                  <a:lnTo>
                    <a:pt x="6999064" y="171809"/>
                  </a:lnTo>
                  <a:lnTo>
                    <a:pt x="6999221" y="171809"/>
                  </a:lnTo>
                  <a:lnTo>
                    <a:pt x="6999379" y="171809"/>
                  </a:lnTo>
                  <a:lnTo>
                    <a:pt x="6999537" y="171809"/>
                  </a:lnTo>
                  <a:lnTo>
                    <a:pt x="6999694" y="171809"/>
                  </a:lnTo>
                  <a:lnTo>
                    <a:pt x="6999852" y="171809"/>
                  </a:lnTo>
                  <a:lnTo>
                    <a:pt x="7000010" y="171809"/>
                  </a:lnTo>
                  <a:lnTo>
                    <a:pt x="7000168" y="171809"/>
                  </a:lnTo>
                  <a:lnTo>
                    <a:pt x="7000325" y="171809"/>
                  </a:lnTo>
                  <a:lnTo>
                    <a:pt x="7000483" y="171809"/>
                  </a:lnTo>
                  <a:lnTo>
                    <a:pt x="7000641" y="171809"/>
                  </a:lnTo>
                  <a:lnTo>
                    <a:pt x="7000798" y="171809"/>
                  </a:lnTo>
                  <a:lnTo>
                    <a:pt x="7000956" y="171809"/>
                  </a:lnTo>
                  <a:lnTo>
                    <a:pt x="7001114" y="171809"/>
                  </a:lnTo>
                  <a:lnTo>
                    <a:pt x="7001272" y="171809"/>
                  </a:lnTo>
                  <a:lnTo>
                    <a:pt x="7001429" y="171809"/>
                  </a:lnTo>
                  <a:lnTo>
                    <a:pt x="7001587" y="171809"/>
                  </a:lnTo>
                  <a:lnTo>
                    <a:pt x="7001745" y="171809"/>
                  </a:lnTo>
                  <a:lnTo>
                    <a:pt x="7001902" y="171809"/>
                  </a:lnTo>
                  <a:lnTo>
                    <a:pt x="7002060" y="171809"/>
                  </a:lnTo>
                  <a:lnTo>
                    <a:pt x="7002218" y="171809"/>
                  </a:lnTo>
                  <a:lnTo>
                    <a:pt x="7002376" y="171809"/>
                  </a:lnTo>
                  <a:lnTo>
                    <a:pt x="7002533" y="171809"/>
                  </a:lnTo>
                  <a:lnTo>
                    <a:pt x="7002691" y="171809"/>
                  </a:lnTo>
                  <a:lnTo>
                    <a:pt x="7002849" y="171809"/>
                  </a:lnTo>
                  <a:lnTo>
                    <a:pt x="7003006" y="171809"/>
                  </a:lnTo>
                  <a:lnTo>
                    <a:pt x="7003164" y="171809"/>
                  </a:lnTo>
                  <a:lnTo>
                    <a:pt x="7003322" y="171809"/>
                  </a:lnTo>
                  <a:lnTo>
                    <a:pt x="7003480" y="171809"/>
                  </a:lnTo>
                  <a:lnTo>
                    <a:pt x="7003637" y="171809"/>
                  </a:lnTo>
                  <a:lnTo>
                    <a:pt x="7003795" y="171809"/>
                  </a:lnTo>
                  <a:lnTo>
                    <a:pt x="7003953" y="171809"/>
                  </a:lnTo>
                  <a:lnTo>
                    <a:pt x="7003953" y="171378"/>
                  </a:lnTo>
                  <a:lnTo>
                    <a:pt x="7004111" y="171378"/>
                  </a:lnTo>
                  <a:lnTo>
                    <a:pt x="7004268" y="171378"/>
                  </a:lnTo>
                  <a:lnTo>
                    <a:pt x="7004426" y="171378"/>
                  </a:lnTo>
                  <a:lnTo>
                    <a:pt x="7004584" y="171378"/>
                  </a:lnTo>
                  <a:lnTo>
                    <a:pt x="7004741" y="171378"/>
                  </a:lnTo>
                  <a:lnTo>
                    <a:pt x="7004899" y="171378"/>
                  </a:lnTo>
                  <a:lnTo>
                    <a:pt x="7005057" y="171378"/>
                  </a:lnTo>
                  <a:lnTo>
                    <a:pt x="7005215" y="171378"/>
                  </a:lnTo>
                  <a:lnTo>
                    <a:pt x="7005372" y="171378"/>
                  </a:lnTo>
                  <a:lnTo>
                    <a:pt x="7005530" y="171378"/>
                  </a:lnTo>
                  <a:lnTo>
                    <a:pt x="7005688" y="171378"/>
                  </a:lnTo>
                  <a:lnTo>
                    <a:pt x="7005845" y="171378"/>
                  </a:lnTo>
                  <a:lnTo>
                    <a:pt x="7006003" y="171378"/>
                  </a:lnTo>
                  <a:lnTo>
                    <a:pt x="7006161" y="171378"/>
                  </a:lnTo>
                  <a:lnTo>
                    <a:pt x="7006319" y="171378"/>
                  </a:lnTo>
                  <a:lnTo>
                    <a:pt x="7006476" y="171378"/>
                  </a:lnTo>
                  <a:lnTo>
                    <a:pt x="7006634" y="171378"/>
                  </a:lnTo>
                  <a:lnTo>
                    <a:pt x="7006792" y="171378"/>
                  </a:lnTo>
                  <a:lnTo>
                    <a:pt x="7006949" y="171378"/>
                  </a:lnTo>
                  <a:lnTo>
                    <a:pt x="7007107" y="171378"/>
                  </a:lnTo>
                  <a:lnTo>
                    <a:pt x="7007265" y="171378"/>
                  </a:lnTo>
                  <a:lnTo>
                    <a:pt x="7007423" y="171378"/>
                  </a:lnTo>
                  <a:lnTo>
                    <a:pt x="7007580" y="171378"/>
                  </a:lnTo>
                  <a:lnTo>
                    <a:pt x="7007738" y="171378"/>
                  </a:lnTo>
                  <a:lnTo>
                    <a:pt x="7007896" y="171378"/>
                  </a:lnTo>
                  <a:lnTo>
                    <a:pt x="7008053" y="171378"/>
                  </a:lnTo>
                  <a:lnTo>
                    <a:pt x="7008211" y="171378"/>
                  </a:lnTo>
                  <a:lnTo>
                    <a:pt x="7008369" y="171378"/>
                  </a:lnTo>
                  <a:lnTo>
                    <a:pt x="7008527" y="171378"/>
                  </a:lnTo>
                  <a:lnTo>
                    <a:pt x="7008684" y="171378"/>
                  </a:lnTo>
                  <a:lnTo>
                    <a:pt x="7008842" y="171378"/>
                  </a:lnTo>
                  <a:lnTo>
                    <a:pt x="7009000" y="171378"/>
                  </a:lnTo>
                  <a:lnTo>
                    <a:pt x="7009000" y="170948"/>
                  </a:lnTo>
                  <a:lnTo>
                    <a:pt x="7009158" y="170948"/>
                  </a:lnTo>
                  <a:lnTo>
                    <a:pt x="7009315" y="170948"/>
                  </a:lnTo>
                  <a:lnTo>
                    <a:pt x="7009473" y="170948"/>
                  </a:lnTo>
                  <a:lnTo>
                    <a:pt x="7009631" y="170948"/>
                  </a:lnTo>
                  <a:lnTo>
                    <a:pt x="7009631" y="170517"/>
                  </a:lnTo>
                  <a:lnTo>
                    <a:pt x="7009788" y="170517"/>
                  </a:lnTo>
                  <a:lnTo>
                    <a:pt x="7009946" y="170517"/>
                  </a:lnTo>
                  <a:lnTo>
                    <a:pt x="7010104" y="170517"/>
                  </a:lnTo>
                  <a:lnTo>
                    <a:pt x="7010262" y="170517"/>
                  </a:lnTo>
                  <a:lnTo>
                    <a:pt x="7010419" y="170517"/>
                  </a:lnTo>
                  <a:lnTo>
                    <a:pt x="7010577" y="170517"/>
                  </a:lnTo>
                  <a:lnTo>
                    <a:pt x="7010735" y="170517"/>
                  </a:lnTo>
                  <a:lnTo>
                    <a:pt x="7010892" y="170517"/>
                  </a:lnTo>
                  <a:lnTo>
                    <a:pt x="7011050" y="170517"/>
                  </a:lnTo>
                  <a:lnTo>
                    <a:pt x="7011208" y="170517"/>
                  </a:lnTo>
                  <a:lnTo>
                    <a:pt x="7011366" y="170517"/>
                  </a:lnTo>
                  <a:lnTo>
                    <a:pt x="7011523" y="170517"/>
                  </a:lnTo>
                  <a:lnTo>
                    <a:pt x="7011681" y="170517"/>
                  </a:lnTo>
                  <a:lnTo>
                    <a:pt x="7011839" y="170517"/>
                  </a:lnTo>
                  <a:lnTo>
                    <a:pt x="7011839" y="170087"/>
                  </a:lnTo>
                  <a:lnTo>
                    <a:pt x="7011996" y="170087"/>
                  </a:lnTo>
                  <a:lnTo>
                    <a:pt x="7012154" y="170087"/>
                  </a:lnTo>
                  <a:lnTo>
                    <a:pt x="7012312" y="170087"/>
                  </a:lnTo>
                  <a:lnTo>
                    <a:pt x="7012470" y="170087"/>
                  </a:lnTo>
                  <a:lnTo>
                    <a:pt x="7012627" y="170087"/>
                  </a:lnTo>
                  <a:lnTo>
                    <a:pt x="7012785" y="170087"/>
                  </a:lnTo>
                  <a:lnTo>
                    <a:pt x="7012943" y="170087"/>
                  </a:lnTo>
                  <a:lnTo>
                    <a:pt x="7013100" y="170087"/>
                  </a:lnTo>
                  <a:lnTo>
                    <a:pt x="7013258" y="170087"/>
                  </a:lnTo>
                  <a:lnTo>
                    <a:pt x="7013416" y="170087"/>
                  </a:lnTo>
                  <a:lnTo>
                    <a:pt x="7013574" y="170087"/>
                  </a:lnTo>
                  <a:lnTo>
                    <a:pt x="7013731" y="170087"/>
                  </a:lnTo>
                  <a:lnTo>
                    <a:pt x="7013889" y="170087"/>
                  </a:lnTo>
                  <a:lnTo>
                    <a:pt x="7014047" y="170087"/>
                  </a:lnTo>
                  <a:lnTo>
                    <a:pt x="7014204" y="170087"/>
                  </a:lnTo>
                  <a:lnTo>
                    <a:pt x="7014362" y="170087"/>
                  </a:lnTo>
                  <a:lnTo>
                    <a:pt x="7014520" y="170087"/>
                  </a:lnTo>
                  <a:lnTo>
                    <a:pt x="7014678" y="170087"/>
                  </a:lnTo>
                  <a:lnTo>
                    <a:pt x="7014835" y="170087"/>
                  </a:lnTo>
                  <a:lnTo>
                    <a:pt x="7014993" y="170087"/>
                  </a:lnTo>
                  <a:lnTo>
                    <a:pt x="7015151" y="170087"/>
                  </a:lnTo>
                  <a:lnTo>
                    <a:pt x="7015309" y="170087"/>
                  </a:lnTo>
                  <a:lnTo>
                    <a:pt x="7015466" y="170087"/>
                  </a:lnTo>
                  <a:lnTo>
                    <a:pt x="7015466" y="169656"/>
                  </a:lnTo>
                  <a:lnTo>
                    <a:pt x="7015624" y="169656"/>
                  </a:lnTo>
                  <a:lnTo>
                    <a:pt x="7015782" y="169656"/>
                  </a:lnTo>
                  <a:lnTo>
                    <a:pt x="7015939" y="169656"/>
                  </a:lnTo>
                  <a:lnTo>
                    <a:pt x="7016097" y="169656"/>
                  </a:lnTo>
                  <a:lnTo>
                    <a:pt x="7016255" y="169656"/>
                  </a:lnTo>
                  <a:lnTo>
                    <a:pt x="7016255" y="169225"/>
                  </a:lnTo>
                  <a:lnTo>
                    <a:pt x="7016413" y="169225"/>
                  </a:lnTo>
                  <a:lnTo>
                    <a:pt x="7016570" y="169225"/>
                  </a:lnTo>
                  <a:lnTo>
                    <a:pt x="7016728" y="169225"/>
                  </a:lnTo>
                  <a:lnTo>
                    <a:pt x="7016886" y="169225"/>
                  </a:lnTo>
                  <a:lnTo>
                    <a:pt x="7017043" y="169225"/>
                  </a:lnTo>
                  <a:lnTo>
                    <a:pt x="7017201" y="169225"/>
                  </a:lnTo>
                  <a:lnTo>
                    <a:pt x="7017359" y="169225"/>
                  </a:lnTo>
                  <a:lnTo>
                    <a:pt x="7017517" y="169225"/>
                  </a:lnTo>
                  <a:lnTo>
                    <a:pt x="7017674" y="169225"/>
                  </a:lnTo>
                  <a:lnTo>
                    <a:pt x="7017832" y="169225"/>
                  </a:lnTo>
                  <a:lnTo>
                    <a:pt x="7017990" y="169225"/>
                  </a:lnTo>
                  <a:lnTo>
                    <a:pt x="7018147" y="169225"/>
                  </a:lnTo>
                  <a:lnTo>
                    <a:pt x="7018305" y="169225"/>
                  </a:lnTo>
                  <a:lnTo>
                    <a:pt x="7018463" y="169225"/>
                  </a:lnTo>
                  <a:lnTo>
                    <a:pt x="7018621" y="169225"/>
                  </a:lnTo>
                  <a:lnTo>
                    <a:pt x="7018778" y="169225"/>
                  </a:lnTo>
                  <a:lnTo>
                    <a:pt x="7018936" y="169225"/>
                  </a:lnTo>
                  <a:lnTo>
                    <a:pt x="7019094" y="169225"/>
                  </a:lnTo>
                  <a:lnTo>
                    <a:pt x="7019251" y="169225"/>
                  </a:lnTo>
                  <a:lnTo>
                    <a:pt x="7019409" y="169225"/>
                  </a:lnTo>
                  <a:lnTo>
                    <a:pt x="7019567" y="169225"/>
                  </a:lnTo>
                  <a:lnTo>
                    <a:pt x="7019725" y="169225"/>
                  </a:lnTo>
                  <a:lnTo>
                    <a:pt x="7019882" y="169225"/>
                  </a:lnTo>
                  <a:lnTo>
                    <a:pt x="7020040" y="169225"/>
                  </a:lnTo>
                  <a:lnTo>
                    <a:pt x="7020198" y="169225"/>
                  </a:lnTo>
                  <a:lnTo>
                    <a:pt x="7020356" y="169225"/>
                  </a:lnTo>
                  <a:lnTo>
                    <a:pt x="7020513" y="169225"/>
                  </a:lnTo>
                  <a:lnTo>
                    <a:pt x="7020671" y="169225"/>
                  </a:lnTo>
                  <a:lnTo>
                    <a:pt x="7020829" y="169225"/>
                  </a:lnTo>
                  <a:lnTo>
                    <a:pt x="7020986" y="169225"/>
                  </a:lnTo>
                  <a:lnTo>
                    <a:pt x="7021144" y="169225"/>
                  </a:lnTo>
                  <a:lnTo>
                    <a:pt x="7021302" y="169225"/>
                  </a:lnTo>
                  <a:lnTo>
                    <a:pt x="7021460" y="169225"/>
                  </a:lnTo>
                  <a:lnTo>
                    <a:pt x="7021617" y="169225"/>
                  </a:lnTo>
                  <a:lnTo>
                    <a:pt x="7021775" y="169225"/>
                  </a:lnTo>
                  <a:lnTo>
                    <a:pt x="7021933" y="169225"/>
                  </a:lnTo>
                  <a:lnTo>
                    <a:pt x="7022090" y="169225"/>
                  </a:lnTo>
                  <a:lnTo>
                    <a:pt x="7022248" y="169225"/>
                  </a:lnTo>
                  <a:lnTo>
                    <a:pt x="7022406" y="169225"/>
                  </a:lnTo>
                  <a:lnTo>
                    <a:pt x="7022406" y="168795"/>
                  </a:lnTo>
                  <a:lnTo>
                    <a:pt x="7022564" y="168795"/>
                  </a:lnTo>
                  <a:lnTo>
                    <a:pt x="7022721" y="168795"/>
                  </a:lnTo>
                  <a:lnTo>
                    <a:pt x="7022879" y="168795"/>
                  </a:lnTo>
                  <a:lnTo>
                    <a:pt x="7023037" y="168795"/>
                  </a:lnTo>
                  <a:lnTo>
                    <a:pt x="7023194" y="168795"/>
                  </a:lnTo>
                  <a:lnTo>
                    <a:pt x="7023352" y="168795"/>
                  </a:lnTo>
                  <a:lnTo>
                    <a:pt x="7023510" y="168795"/>
                  </a:lnTo>
                  <a:lnTo>
                    <a:pt x="7023668" y="168795"/>
                  </a:lnTo>
                  <a:lnTo>
                    <a:pt x="7023825" y="168795"/>
                  </a:lnTo>
                  <a:lnTo>
                    <a:pt x="7023983" y="168795"/>
                  </a:lnTo>
                  <a:lnTo>
                    <a:pt x="7024141" y="168795"/>
                  </a:lnTo>
                  <a:lnTo>
                    <a:pt x="7024298" y="168795"/>
                  </a:lnTo>
                  <a:lnTo>
                    <a:pt x="7024456" y="168795"/>
                  </a:lnTo>
                  <a:lnTo>
                    <a:pt x="7024614" y="168795"/>
                  </a:lnTo>
                  <a:lnTo>
                    <a:pt x="7024772" y="168795"/>
                  </a:lnTo>
                  <a:lnTo>
                    <a:pt x="7024929" y="168795"/>
                  </a:lnTo>
                  <a:lnTo>
                    <a:pt x="7025087" y="168795"/>
                  </a:lnTo>
                  <a:lnTo>
                    <a:pt x="7025245" y="168795"/>
                  </a:lnTo>
                  <a:lnTo>
                    <a:pt x="7025402" y="168795"/>
                  </a:lnTo>
                  <a:lnTo>
                    <a:pt x="7025560" y="168795"/>
                  </a:lnTo>
                  <a:lnTo>
                    <a:pt x="7025718" y="168795"/>
                  </a:lnTo>
                  <a:lnTo>
                    <a:pt x="7025876" y="168795"/>
                  </a:lnTo>
                  <a:lnTo>
                    <a:pt x="7026033" y="168795"/>
                  </a:lnTo>
                  <a:lnTo>
                    <a:pt x="7026191" y="168795"/>
                  </a:lnTo>
                  <a:lnTo>
                    <a:pt x="7026349" y="168795"/>
                  </a:lnTo>
                  <a:lnTo>
                    <a:pt x="7026507" y="168795"/>
                  </a:lnTo>
                  <a:lnTo>
                    <a:pt x="7026664" y="168795"/>
                  </a:lnTo>
                  <a:lnTo>
                    <a:pt x="7026822" y="168795"/>
                  </a:lnTo>
                  <a:lnTo>
                    <a:pt x="7026980" y="168795"/>
                  </a:lnTo>
                  <a:lnTo>
                    <a:pt x="7027137" y="168795"/>
                  </a:lnTo>
                  <a:lnTo>
                    <a:pt x="7027295" y="168795"/>
                  </a:lnTo>
                  <a:lnTo>
                    <a:pt x="7027453" y="168795"/>
                  </a:lnTo>
                  <a:lnTo>
                    <a:pt x="7027453" y="168364"/>
                  </a:lnTo>
                  <a:lnTo>
                    <a:pt x="7027453" y="167934"/>
                  </a:lnTo>
                  <a:lnTo>
                    <a:pt x="7027611" y="167934"/>
                  </a:lnTo>
                  <a:lnTo>
                    <a:pt x="7027768" y="167934"/>
                  </a:lnTo>
                  <a:lnTo>
                    <a:pt x="7027926" y="167934"/>
                  </a:lnTo>
                  <a:lnTo>
                    <a:pt x="7028084" y="167934"/>
                  </a:lnTo>
                  <a:lnTo>
                    <a:pt x="7028241" y="167934"/>
                  </a:lnTo>
                  <a:lnTo>
                    <a:pt x="7028399" y="167934"/>
                  </a:lnTo>
                  <a:lnTo>
                    <a:pt x="7028557" y="167934"/>
                  </a:lnTo>
                  <a:lnTo>
                    <a:pt x="7028715" y="167934"/>
                  </a:lnTo>
                  <a:lnTo>
                    <a:pt x="7028872" y="167934"/>
                  </a:lnTo>
                  <a:lnTo>
                    <a:pt x="7029030" y="167934"/>
                  </a:lnTo>
                  <a:lnTo>
                    <a:pt x="7029188" y="167934"/>
                  </a:lnTo>
                  <a:lnTo>
                    <a:pt x="7029345" y="167934"/>
                  </a:lnTo>
                  <a:lnTo>
                    <a:pt x="7029503" y="167934"/>
                  </a:lnTo>
                  <a:lnTo>
                    <a:pt x="7029661" y="167934"/>
                  </a:lnTo>
                  <a:lnTo>
                    <a:pt x="7029819" y="167934"/>
                  </a:lnTo>
                  <a:lnTo>
                    <a:pt x="7029976" y="167934"/>
                  </a:lnTo>
                  <a:lnTo>
                    <a:pt x="7030134" y="167934"/>
                  </a:lnTo>
                  <a:lnTo>
                    <a:pt x="7030292" y="167934"/>
                  </a:lnTo>
                  <a:lnTo>
                    <a:pt x="7030449" y="167934"/>
                  </a:lnTo>
                  <a:lnTo>
                    <a:pt x="7030449" y="167503"/>
                  </a:lnTo>
                  <a:lnTo>
                    <a:pt x="7030607" y="167503"/>
                  </a:lnTo>
                  <a:lnTo>
                    <a:pt x="7030765" y="167503"/>
                  </a:lnTo>
                  <a:lnTo>
                    <a:pt x="7030923" y="167503"/>
                  </a:lnTo>
                  <a:lnTo>
                    <a:pt x="7031080" y="167503"/>
                  </a:lnTo>
                  <a:lnTo>
                    <a:pt x="7031238" y="167503"/>
                  </a:lnTo>
                  <a:lnTo>
                    <a:pt x="7031396" y="167503"/>
                  </a:lnTo>
                  <a:lnTo>
                    <a:pt x="7031553" y="167503"/>
                  </a:lnTo>
                  <a:lnTo>
                    <a:pt x="7031711" y="167503"/>
                  </a:lnTo>
                  <a:lnTo>
                    <a:pt x="7031711" y="167072"/>
                  </a:lnTo>
                  <a:lnTo>
                    <a:pt x="7031869" y="167072"/>
                  </a:lnTo>
                  <a:lnTo>
                    <a:pt x="7032027" y="167072"/>
                  </a:lnTo>
                  <a:lnTo>
                    <a:pt x="7032184" y="167072"/>
                  </a:lnTo>
                  <a:lnTo>
                    <a:pt x="7032342" y="167072"/>
                  </a:lnTo>
                  <a:lnTo>
                    <a:pt x="7032500" y="167072"/>
                  </a:lnTo>
                  <a:lnTo>
                    <a:pt x="7032658" y="167072"/>
                  </a:lnTo>
                  <a:lnTo>
                    <a:pt x="7032815" y="167072"/>
                  </a:lnTo>
                  <a:lnTo>
                    <a:pt x="7032973" y="167072"/>
                  </a:lnTo>
                  <a:lnTo>
                    <a:pt x="7033131" y="167072"/>
                  </a:lnTo>
                  <a:lnTo>
                    <a:pt x="7033288" y="167072"/>
                  </a:lnTo>
                  <a:lnTo>
                    <a:pt x="7033446" y="167072"/>
                  </a:lnTo>
                  <a:lnTo>
                    <a:pt x="7033604" y="167072"/>
                  </a:lnTo>
                  <a:lnTo>
                    <a:pt x="7033762" y="167072"/>
                  </a:lnTo>
                  <a:lnTo>
                    <a:pt x="7033919" y="167072"/>
                  </a:lnTo>
                  <a:lnTo>
                    <a:pt x="7034077" y="167072"/>
                  </a:lnTo>
                  <a:lnTo>
                    <a:pt x="7034235" y="167072"/>
                  </a:lnTo>
                  <a:lnTo>
                    <a:pt x="7034392" y="167072"/>
                  </a:lnTo>
                  <a:lnTo>
                    <a:pt x="7034550" y="167072"/>
                  </a:lnTo>
                  <a:lnTo>
                    <a:pt x="7034708" y="167072"/>
                  </a:lnTo>
                  <a:lnTo>
                    <a:pt x="7034866" y="167072"/>
                  </a:lnTo>
                  <a:lnTo>
                    <a:pt x="7035023" y="167072"/>
                  </a:lnTo>
                  <a:lnTo>
                    <a:pt x="7035181" y="167072"/>
                  </a:lnTo>
                  <a:lnTo>
                    <a:pt x="7035339" y="167072"/>
                  </a:lnTo>
                  <a:lnTo>
                    <a:pt x="7035496" y="167072"/>
                  </a:lnTo>
                  <a:lnTo>
                    <a:pt x="7035654" y="167072"/>
                  </a:lnTo>
                  <a:lnTo>
                    <a:pt x="7035812" y="167072"/>
                  </a:lnTo>
                  <a:lnTo>
                    <a:pt x="7035970" y="167072"/>
                  </a:lnTo>
                  <a:lnTo>
                    <a:pt x="7036127" y="167072"/>
                  </a:lnTo>
                  <a:lnTo>
                    <a:pt x="7036285" y="167072"/>
                  </a:lnTo>
                  <a:lnTo>
                    <a:pt x="7036443" y="167072"/>
                  </a:lnTo>
                  <a:lnTo>
                    <a:pt x="7036600" y="167072"/>
                  </a:lnTo>
                  <a:lnTo>
                    <a:pt x="7036758" y="167072"/>
                  </a:lnTo>
                  <a:lnTo>
                    <a:pt x="7036916" y="167072"/>
                  </a:lnTo>
                  <a:lnTo>
                    <a:pt x="7037074" y="167072"/>
                  </a:lnTo>
                  <a:lnTo>
                    <a:pt x="7037231" y="167072"/>
                  </a:lnTo>
                  <a:lnTo>
                    <a:pt x="7037389" y="167072"/>
                  </a:lnTo>
                  <a:lnTo>
                    <a:pt x="7037547" y="167072"/>
                  </a:lnTo>
                  <a:lnTo>
                    <a:pt x="7037705" y="167072"/>
                  </a:lnTo>
                  <a:lnTo>
                    <a:pt x="7037862" y="167072"/>
                  </a:lnTo>
                  <a:lnTo>
                    <a:pt x="7038020" y="167072"/>
                  </a:lnTo>
                  <a:lnTo>
                    <a:pt x="7038178" y="167072"/>
                  </a:lnTo>
                  <a:lnTo>
                    <a:pt x="7038335" y="167072"/>
                  </a:lnTo>
                  <a:lnTo>
                    <a:pt x="7038493" y="167072"/>
                  </a:lnTo>
                  <a:lnTo>
                    <a:pt x="7038651" y="167072"/>
                  </a:lnTo>
                  <a:lnTo>
                    <a:pt x="7038809" y="167072"/>
                  </a:lnTo>
                  <a:lnTo>
                    <a:pt x="7038966" y="167072"/>
                  </a:lnTo>
                  <a:lnTo>
                    <a:pt x="7039124" y="167072"/>
                  </a:lnTo>
                  <a:lnTo>
                    <a:pt x="7039282" y="167072"/>
                  </a:lnTo>
                  <a:lnTo>
                    <a:pt x="7039439" y="167072"/>
                  </a:lnTo>
                  <a:lnTo>
                    <a:pt x="7039597" y="167072"/>
                  </a:lnTo>
                  <a:lnTo>
                    <a:pt x="7039755" y="167072"/>
                  </a:lnTo>
                  <a:lnTo>
                    <a:pt x="7039913" y="167072"/>
                  </a:lnTo>
                  <a:lnTo>
                    <a:pt x="7040070" y="167072"/>
                  </a:lnTo>
                  <a:lnTo>
                    <a:pt x="7040228" y="167072"/>
                  </a:lnTo>
                  <a:lnTo>
                    <a:pt x="7040386" y="167072"/>
                  </a:lnTo>
                  <a:lnTo>
                    <a:pt x="7040386" y="166642"/>
                  </a:lnTo>
                  <a:lnTo>
                    <a:pt x="7040543" y="166642"/>
                  </a:lnTo>
                  <a:lnTo>
                    <a:pt x="7040701" y="166642"/>
                  </a:lnTo>
                  <a:lnTo>
                    <a:pt x="7040859" y="166642"/>
                  </a:lnTo>
                  <a:lnTo>
                    <a:pt x="7041017" y="166642"/>
                  </a:lnTo>
                  <a:lnTo>
                    <a:pt x="7041174" y="166642"/>
                  </a:lnTo>
                  <a:lnTo>
                    <a:pt x="7041332" y="166642"/>
                  </a:lnTo>
                  <a:lnTo>
                    <a:pt x="7041490" y="166642"/>
                  </a:lnTo>
                  <a:lnTo>
                    <a:pt x="7041647" y="166642"/>
                  </a:lnTo>
                  <a:lnTo>
                    <a:pt x="7041805" y="166642"/>
                  </a:lnTo>
                  <a:lnTo>
                    <a:pt x="7041963" y="166642"/>
                  </a:lnTo>
                  <a:lnTo>
                    <a:pt x="7042121" y="166642"/>
                  </a:lnTo>
                  <a:lnTo>
                    <a:pt x="7042278" y="166642"/>
                  </a:lnTo>
                  <a:lnTo>
                    <a:pt x="7042436" y="166642"/>
                  </a:lnTo>
                  <a:lnTo>
                    <a:pt x="7042594" y="166642"/>
                  </a:lnTo>
                  <a:lnTo>
                    <a:pt x="7042751" y="166642"/>
                  </a:lnTo>
                  <a:lnTo>
                    <a:pt x="7042909" y="166642"/>
                  </a:lnTo>
                  <a:lnTo>
                    <a:pt x="7043067" y="166642"/>
                  </a:lnTo>
                  <a:lnTo>
                    <a:pt x="7043225" y="166642"/>
                  </a:lnTo>
                  <a:lnTo>
                    <a:pt x="7043382" y="166642"/>
                  </a:lnTo>
                  <a:lnTo>
                    <a:pt x="7043540" y="166642"/>
                  </a:lnTo>
                  <a:lnTo>
                    <a:pt x="7043698" y="166642"/>
                  </a:lnTo>
                  <a:lnTo>
                    <a:pt x="7043856" y="166642"/>
                  </a:lnTo>
                  <a:lnTo>
                    <a:pt x="7044013" y="166642"/>
                  </a:lnTo>
                  <a:lnTo>
                    <a:pt x="7044171" y="166642"/>
                  </a:lnTo>
                  <a:lnTo>
                    <a:pt x="7044329" y="166642"/>
                  </a:lnTo>
                  <a:lnTo>
                    <a:pt x="7044486" y="166642"/>
                  </a:lnTo>
                  <a:lnTo>
                    <a:pt x="7044644" y="166642"/>
                  </a:lnTo>
                  <a:lnTo>
                    <a:pt x="7044802" y="166642"/>
                  </a:lnTo>
                  <a:lnTo>
                    <a:pt x="7044960" y="166642"/>
                  </a:lnTo>
                  <a:lnTo>
                    <a:pt x="7045117" y="166642"/>
                  </a:lnTo>
                  <a:lnTo>
                    <a:pt x="7045275" y="166642"/>
                  </a:lnTo>
                  <a:lnTo>
                    <a:pt x="7045433" y="166642"/>
                  </a:lnTo>
                  <a:lnTo>
                    <a:pt x="7045433" y="166211"/>
                  </a:lnTo>
                  <a:lnTo>
                    <a:pt x="7045590" y="166211"/>
                  </a:lnTo>
                  <a:lnTo>
                    <a:pt x="7045748" y="166211"/>
                  </a:lnTo>
                  <a:lnTo>
                    <a:pt x="7045906" y="166211"/>
                  </a:lnTo>
                  <a:lnTo>
                    <a:pt x="7046064" y="166211"/>
                  </a:lnTo>
                  <a:lnTo>
                    <a:pt x="7046221" y="166211"/>
                  </a:lnTo>
                  <a:lnTo>
                    <a:pt x="7046379" y="166211"/>
                  </a:lnTo>
                  <a:lnTo>
                    <a:pt x="7046537" y="166211"/>
                  </a:lnTo>
                  <a:lnTo>
                    <a:pt x="7046694" y="166211"/>
                  </a:lnTo>
                  <a:lnTo>
                    <a:pt x="7046852" y="166211"/>
                  </a:lnTo>
                  <a:lnTo>
                    <a:pt x="7047010" y="166211"/>
                  </a:lnTo>
                  <a:lnTo>
                    <a:pt x="7047168" y="166211"/>
                  </a:lnTo>
                  <a:lnTo>
                    <a:pt x="7047168" y="165781"/>
                  </a:lnTo>
                  <a:lnTo>
                    <a:pt x="7047325" y="165781"/>
                  </a:lnTo>
                  <a:lnTo>
                    <a:pt x="7047483" y="165781"/>
                  </a:lnTo>
                  <a:lnTo>
                    <a:pt x="7047483" y="165350"/>
                  </a:lnTo>
                  <a:lnTo>
                    <a:pt x="7047641" y="165350"/>
                  </a:lnTo>
                  <a:lnTo>
                    <a:pt x="7047798" y="165350"/>
                  </a:lnTo>
                  <a:lnTo>
                    <a:pt x="7047956" y="165350"/>
                  </a:lnTo>
                  <a:lnTo>
                    <a:pt x="7048114" y="165350"/>
                  </a:lnTo>
                  <a:lnTo>
                    <a:pt x="7048272" y="165350"/>
                  </a:lnTo>
                  <a:lnTo>
                    <a:pt x="7048429" y="165350"/>
                  </a:lnTo>
                  <a:lnTo>
                    <a:pt x="7048587" y="165350"/>
                  </a:lnTo>
                  <a:lnTo>
                    <a:pt x="7048745" y="165350"/>
                  </a:lnTo>
                  <a:lnTo>
                    <a:pt x="7048903" y="165350"/>
                  </a:lnTo>
                  <a:lnTo>
                    <a:pt x="7049060" y="165350"/>
                  </a:lnTo>
                  <a:lnTo>
                    <a:pt x="7049218" y="165350"/>
                  </a:lnTo>
                  <a:lnTo>
                    <a:pt x="7049376" y="165350"/>
                  </a:lnTo>
                  <a:lnTo>
                    <a:pt x="7049533" y="165350"/>
                  </a:lnTo>
                  <a:lnTo>
                    <a:pt x="7049691" y="165350"/>
                  </a:lnTo>
                  <a:lnTo>
                    <a:pt x="7049849" y="165350"/>
                  </a:lnTo>
                  <a:lnTo>
                    <a:pt x="7050007" y="165350"/>
                  </a:lnTo>
                  <a:lnTo>
                    <a:pt x="7050164" y="165350"/>
                  </a:lnTo>
                  <a:lnTo>
                    <a:pt x="7050322" y="165350"/>
                  </a:lnTo>
                  <a:lnTo>
                    <a:pt x="7050480" y="165350"/>
                  </a:lnTo>
                  <a:lnTo>
                    <a:pt x="7050637" y="165350"/>
                  </a:lnTo>
                  <a:lnTo>
                    <a:pt x="7050795" y="165350"/>
                  </a:lnTo>
                  <a:lnTo>
                    <a:pt x="7050953" y="165350"/>
                  </a:lnTo>
                  <a:lnTo>
                    <a:pt x="7051111" y="165350"/>
                  </a:lnTo>
                  <a:lnTo>
                    <a:pt x="7051268" y="165350"/>
                  </a:lnTo>
                  <a:lnTo>
                    <a:pt x="7051426" y="165350"/>
                  </a:lnTo>
                  <a:lnTo>
                    <a:pt x="7051584" y="165350"/>
                  </a:lnTo>
                  <a:lnTo>
                    <a:pt x="7051741" y="165350"/>
                  </a:lnTo>
                  <a:lnTo>
                    <a:pt x="7051899" y="165350"/>
                  </a:lnTo>
                  <a:lnTo>
                    <a:pt x="7052057" y="165350"/>
                  </a:lnTo>
                  <a:lnTo>
                    <a:pt x="7052215" y="165350"/>
                  </a:lnTo>
                  <a:lnTo>
                    <a:pt x="7052372" y="165350"/>
                  </a:lnTo>
                  <a:lnTo>
                    <a:pt x="7052530" y="165350"/>
                  </a:lnTo>
                  <a:lnTo>
                    <a:pt x="7052688" y="165350"/>
                  </a:lnTo>
                  <a:lnTo>
                    <a:pt x="7052845" y="165350"/>
                  </a:lnTo>
                  <a:lnTo>
                    <a:pt x="7053003" y="165350"/>
                  </a:lnTo>
                  <a:lnTo>
                    <a:pt x="7053161" y="165350"/>
                  </a:lnTo>
                  <a:lnTo>
                    <a:pt x="7053319" y="165350"/>
                  </a:lnTo>
                  <a:lnTo>
                    <a:pt x="7053476" y="165350"/>
                  </a:lnTo>
                  <a:lnTo>
                    <a:pt x="7053634" y="165350"/>
                  </a:lnTo>
                  <a:lnTo>
                    <a:pt x="7053792" y="165350"/>
                  </a:lnTo>
                  <a:lnTo>
                    <a:pt x="7053949" y="165350"/>
                  </a:lnTo>
                  <a:lnTo>
                    <a:pt x="7054107" y="165350"/>
                  </a:lnTo>
                  <a:lnTo>
                    <a:pt x="7054265" y="165350"/>
                  </a:lnTo>
                  <a:lnTo>
                    <a:pt x="7054423" y="165350"/>
                  </a:lnTo>
                  <a:lnTo>
                    <a:pt x="7054580" y="165350"/>
                  </a:lnTo>
                  <a:lnTo>
                    <a:pt x="7054738" y="165350"/>
                  </a:lnTo>
                  <a:lnTo>
                    <a:pt x="7054896" y="165350"/>
                  </a:lnTo>
                  <a:lnTo>
                    <a:pt x="7055054" y="165350"/>
                  </a:lnTo>
                  <a:lnTo>
                    <a:pt x="7055211" y="165350"/>
                  </a:lnTo>
                  <a:lnTo>
                    <a:pt x="7055369" y="165350"/>
                  </a:lnTo>
                  <a:lnTo>
                    <a:pt x="7055527" y="165350"/>
                  </a:lnTo>
                  <a:lnTo>
                    <a:pt x="7055684" y="165350"/>
                  </a:lnTo>
                  <a:lnTo>
                    <a:pt x="7055842" y="165350"/>
                  </a:lnTo>
                  <a:lnTo>
                    <a:pt x="7056000" y="165350"/>
                  </a:lnTo>
                  <a:lnTo>
                    <a:pt x="7056158" y="165350"/>
                  </a:lnTo>
                  <a:lnTo>
                    <a:pt x="7056315" y="165350"/>
                  </a:lnTo>
                  <a:lnTo>
                    <a:pt x="7056473" y="165350"/>
                  </a:lnTo>
                  <a:lnTo>
                    <a:pt x="7056631" y="165350"/>
                  </a:lnTo>
                  <a:lnTo>
                    <a:pt x="7056788" y="165350"/>
                  </a:lnTo>
                  <a:lnTo>
                    <a:pt x="7056946" y="165350"/>
                  </a:lnTo>
                  <a:lnTo>
                    <a:pt x="7057104" y="165350"/>
                  </a:lnTo>
                  <a:lnTo>
                    <a:pt x="7057262" y="165350"/>
                  </a:lnTo>
                  <a:lnTo>
                    <a:pt x="7057419" y="165350"/>
                  </a:lnTo>
                  <a:lnTo>
                    <a:pt x="7057577" y="165350"/>
                  </a:lnTo>
                  <a:lnTo>
                    <a:pt x="7057735" y="165350"/>
                  </a:lnTo>
                  <a:lnTo>
                    <a:pt x="7057892" y="165350"/>
                  </a:lnTo>
                  <a:lnTo>
                    <a:pt x="7058050" y="165350"/>
                  </a:lnTo>
                  <a:lnTo>
                    <a:pt x="7058208" y="165350"/>
                  </a:lnTo>
                  <a:lnTo>
                    <a:pt x="7058366" y="165350"/>
                  </a:lnTo>
                  <a:lnTo>
                    <a:pt x="7058523" y="165350"/>
                  </a:lnTo>
                  <a:lnTo>
                    <a:pt x="7058681" y="165350"/>
                  </a:lnTo>
                  <a:lnTo>
                    <a:pt x="7058839" y="165350"/>
                  </a:lnTo>
                  <a:lnTo>
                    <a:pt x="7058996" y="165350"/>
                  </a:lnTo>
                  <a:lnTo>
                    <a:pt x="7059154" y="165350"/>
                  </a:lnTo>
                  <a:lnTo>
                    <a:pt x="7059312" y="165350"/>
                  </a:lnTo>
                  <a:lnTo>
                    <a:pt x="7059470" y="165350"/>
                  </a:lnTo>
                  <a:lnTo>
                    <a:pt x="7059627" y="165350"/>
                  </a:lnTo>
                  <a:lnTo>
                    <a:pt x="7059785" y="165350"/>
                  </a:lnTo>
                  <a:lnTo>
                    <a:pt x="7059943" y="165350"/>
                  </a:lnTo>
                  <a:lnTo>
                    <a:pt x="7059943" y="164919"/>
                  </a:lnTo>
                  <a:lnTo>
                    <a:pt x="7060101" y="164919"/>
                  </a:lnTo>
                  <a:lnTo>
                    <a:pt x="7060258" y="164919"/>
                  </a:lnTo>
                  <a:lnTo>
                    <a:pt x="7060416" y="164919"/>
                  </a:lnTo>
                  <a:lnTo>
                    <a:pt x="7060574" y="164919"/>
                  </a:lnTo>
                  <a:lnTo>
                    <a:pt x="7060731" y="164919"/>
                  </a:lnTo>
                  <a:lnTo>
                    <a:pt x="7060889" y="164919"/>
                  </a:lnTo>
                  <a:lnTo>
                    <a:pt x="7061047" y="164919"/>
                  </a:lnTo>
                  <a:lnTo>
                    <a:pt x="7061205" y="164919"/>
                  </a:lnTo>
                  <a:lnTo>
                    <a:pt x="7061362" y="164919"/>
                  </a:lnTo>
                  <a:lnTo>
                    <a:pt x="7061520" y="164919"/>
                  </a:lnTo>
                  <a:lnTo>
                    <a:pt x="7061678" y="164919"/>
                  </a:lnTo>
                  <a:lnTo>
                    <a:pt x="7061835" y="164919"/>
                  </a:lnTo>
                  <a:lnTo>
                    <a:pt x="7061835" y="164489"/>
                  </a:lnTo>
                  <a:lnTo>
                    <a:pt x="7061835" y="164058"/>
                  </a:lnTo>
                  <a:lnTo>
                    <a:pt x="7061993" y="164058"/>
                  </a:lnTo>
                  <a:lnTo>
                    <a:pt x="7061993" y="163628"/>
                  </a:lnTo>
                  <a:lnTo>
                    <a:pt x="7062151" y="163628"/>
                  </a:lnTo>
                  <a:lnTo>
                    <a:pt x="7062309" y="163628"/>
                  </a:lnTo>
                  <a:lnTo>
                    <a:pt x="7062466" y="163628"/>
                  </a:lnTo>
                  <a:lnTo>
                    <a:pt x="7062624" y="163628"/>
                  </a:lnTo>
                  <a:lnTo>
                    <a:pt x="7062782" y="163628"/>
                  </a:lnTo>
                  <a:lnTo>
                    <a:pt x="7062939" y="163628"/>
                  </a:lnTo>
                  <a:lnTo>
                    <a:pt x="7063097" y="163628"/>
                  </a:lnTo>
                  <a:lnTo>
                    <a:pt x="7063255" y="163628"/>
                  </a:lnTo>
                  <a:lnTo>
                    <a:pt x="7063413" y="163628"/>
                  </a:lnTo>
                  <a:lnTo>
                    <a:pt x="7063570" y="163628"/>
                  </a:lnTo>
                  <a:lnTo>
                    <a:pt x="7063728" y="163628"/>
                  </a:lnTo>
                  <a:lnTo>
                    <a:pt x="7063886" y="163628"/>
                  </a:lnTo>
                  <a:lnTo>
                    <a:pt x="7064043" y="163628"/>
                  </a:lnTo>
                  <a:lnTo>
                    <a:pt x="7064201" y="163628"/>
                  </a:lnTo>
                  <a:lnTo>
                    <a:pt x="7064359" y="163628"/>
                  </a:lnTo>
                  <a:lnTo>
                    <a:pt x="7064517" y="163628"/>
                  </a:lnTo>
                  <a:lnTo>
                    <a:pt x="7064674" y="163628"/>
                  </a:lnTo>
                  <a:lnTo>
                    <a:pt x="7064674" y="163197"/>
                  </a:lnTo>
                  <a:lnTo>
                    <a:pt x="7064832" y="163197"/>
                  </a:lnTo>
                  <a:lnTo>
                    <a:pt x="7064990" y="163197"/>
                  </a:lnTo>
                  <a:lnTo>
                    <a:pt x="7065147" y="163197"/>
                  </a:lnTo>
                  <a:lnTo>
                    <a:pt x="7065305" y="163197"/>
                  </a:lnTo>
                  <a:lnTo>
                    <a:pt x="7065463" y="163197"/>
                  </a:lnTo>
                  <a:lnTo>
                    <a:pt x="7065621" y="163197"/>
                  </a:lnTo>
                  <a:lnTo>
                    <a:pt x="7065778" y="163197"/>
                  </a:lnTo>
                  <a:lnTo>
                    <a:pt x="7065936" y="163197"/>
                  </a:lnTo>
                  <a:lnTo>
                    <a:pt x="7066094" y="163197"/>
                  </a:lnTo>
                  <a:lnTo>
                    <a:pt x="7066252" y="163197"/>
                  </a:lnTo>
                  <a:lnTo>
                    <a:pt x="7066409" y="163197"/>
                  </a:lnTo>
                  <a:lnTo>
                    <a:pt x="7066567" y="163197"/>
                  </a:lnTo>
                  <a:lnTo>
                    <a:pt x="7066725" y="163197"/>
                  </a:lnTo>
                  <a:lnTo>
                    <a:pt x="7066882" y="163197"/>
                  </a:lnTo>
                  <a:lnTo>
                    <a:pt x="7067040" y="163197"/>
                  </a:lnTo>
                  <a:lnTo>
                    <a:pt x="7067198" y="163197"/>
                  </a:lnTo>
                  <a:lnTo>
                    <a:pt x="7067356" y="163197"/>
                  </a:lnTo>
                  <a:lnTo>
                    <a:pt x="7067513" y="163197"/>
                  </a:lnTo>
                  <a:lnTo>
                    <a:pt x="7067671" y="163197"/>
                  </a:lnTo>
                  <a:lnTo>
                    <a:pt x="7067829" y="163197"/>
                  </a:lnTo>
                  <a:lnTo>
                    <a:pt x="7067986" y="163197"/>
                  </a:lnTo>
                  <a:lnTo>
                    <a:pt x="7068144" y="163197"/>
                  </a:lnTo>
                  <a:lnTo>
                    <a:pt x="7068302" y="163197"/>
                  </a:lnTo>
                  <a:lnTo>
                    <a:pt x="7068460" y="163197"/>
                  </a:lnTo>
                  <a:lnTo>
                    <a:pt x="7068617" y="163197"/>
                  </a:lnTo>
                  <a:lnTo>
                    <a:pt x="7068775" y="163197"/>
                  </a:lnTo>
                  <a:lnTo>
                    <a:pt x="7068933" y="163197"/>
                  </a:lnTo>
                  <a:lnTo>
                    <a:pt x="7069090" y="163197"/>
                  </a:lnTo>
                  <a:lnTo>
                    <a:pt x="7069248" y="163197"/>
                  </a:lnTo>
                  <a:lnTo>
                    <a:pt x="7069406" y="163197"/>
                  </a:lnTo>
                  <a:lnTo>
                    <a:pt x="7069564" y="163197"/>
                  </a:lnTo>
                  <a:lnTo>
                    <a:pt x="7069564" y="162766"/>
                  </a:lnTo>
                  <a:lnTo>
                    <a:pt x="7069721" y="162766"/>
                  </a:lnTo>
                  <a:lnTo>
                    <a:pt x="7069879" y="162766"/>
                  </a:lnTo>
                  <a:lnTo>
                    <a:pt x="7070037" y="162766"/>
                  </a:lnTo>
                  <a:lnTo>
                    <a:pt x="7070037" y="162336"/>
                  </a:lnTo>
                  <a:lnTo>
                    <a:pt x="7070194" y="162336"/>
                  </a:lnTo>
                  <a:lnTo>
                    <a:pt x="7070352" y="162336"/>
                  </a:lnTo>
                  <a:lnTo>
                    <a:pt x="7070510" y="162336"/>
                  </a:lnTo>
                  <a:lnTo>
                    <a:pt x="7070668" y="162336"/>
                  </a:lnTo>
                  <a:lnTo>
                    <a:pt x="7070825" y="162336"/>
                  </a:lnTo>
                  <a:lnTo>
                    <a:pt x="7070983" y="162336"/>
                  </a:lnTo>
                  <a:lnTo>
                    <a:pt x="7071141" y="162336"/>
                  </a:lnTo>
                  <a:lnTo>
                    <a:pt x="7071299" y="162336"/>
                  </a:lnTo>
                  <a:lnTo>
                    <a:pt x="7071456" y="162336"/>
                  </a:lnTo>
                  <a:lnTo>
                    <a:pt x="7071614" y="162336"/>
                  </a:lnTo>
                  <a:lnTo>
                    <a:pt x="7071772" y="162336"/>
                  </a:lnTo>
                  <a:lnTo>
                    <a:pt x="7071929" y="162336"/>
                  </a:lnTo>
                  <a:lnTo>
                    <a:pt x="7072087" y="162336"/>
                  </a:lnTo>
                  <a:lnTo>
                    <a:pt x="7072245" y="162336"/>
                  </a:lnTo>
                  <a:lnTo>
                    <a:pt x="7072403" y="162336"/>
                  </a:lnTo>
                  <a:lnTo>
                    <a:pt x="7072560" y="162336"/>
                  </a:lnTo>
                  <a:lnTo>
                    <a:pt x="7072718" y="162336"/>
                  </a:lnTo>
                  <a:lnTo>
                    <a:pt x="7072876" y="162336"/>
                  </a:lnTo>
                  <a:lnTo>
                    <a:pt x="7073033" y="162336"/>
                  </a:lnTo>
                  <a:lnTo>
                    <a:pt x="7073191" y="162336"/>
                  </a:lnTo>
                  <a:lnTo>
                    <a:pt x="7073349" y="162336"/>
                  </a:lnTo>
                  <a:lnTo>
                    <a:pt x="7073507" y="162336"/>
                  </a:lnTo>
                  <a:lnTo>
                    <a:pt x="7073664" y="162336"/>
                  </a:lnTo>
                  <a:lnTo>
                    <a:pt x="7073822" y="162336"/>
                  </a:lnTo>
                  <a:lnTo>
                    <a:pt x="7073980" y="162336"/>
                  </a:lnTo>
                  <a:lnTo>
                    <a:pt x="7074137" y="162336"/>
                  </a:lnTo>
                  <a:lnTo>
                    <a:pt x="7074295" y="162336"/>
                  </a:lnTo>
                  <a:lnTo>
                    <a:pt x="7074453" y="162336"/>
                  </a:lnTo>
                  <a:lnTo>
                    <a:pt x="7074611" y="162336"/>
                  </a:lnTo>
                  <a:lnTo>
                    <a:pt x="7074768" y="162336"/>
                  </a:lnTo>
                  <a:lnTo>
                    <a:pt x="7074926" y="162336"/>
                  </a:lnTo>
                  <a:lnTo>
                    <a:pt x="7075084" y="162336"/>
                  </a:lnTo>
                  <a:lnTo>
                    <a:pt x="7075241" y="162336"/>
                  </a:lnTo>
                  <a:lnTo>
                    <a:pt x="7075399" y="162336"/>
                  </a:lnTo>
                  <a:lnTo>
                    <a:pt x="7075557" y="162336"/>
                  </a:lnTo>
                  <a:lnTo>
                    <a:pt x="7075715" y="162336"/>
                  </a:lnTo>
                  <a:lnTo>
                    <a:pt x="7075872" y="162336"/>
                  </a:lnTo>
                  <a:lnTo>
                    <a:pt x="7076030" y="162336"/>
                  </a:lnTo>
                  <a:lnTo>
                    <a:pt x="7076188" y="162336"/>
                  </a:lnTo>
                  <a:lnTo>
                    <a:pt x="7076345" y="162336"/>
                  </a:lnTo>
                  <a:lnTo>
                    <a:pt x="7076503" y="162336"/>
                  </a:lnTo>
                  <a:lnTo>
                    <a:pt x="7076661" y="162336"/>
                  </a:lnTo>
                  <a:lnTo>
                    <a:pt x="7076819" y="162336"/>
                  </a:lnTo>
                  <a:lnTo>
                    <a:pt x="7076976" y="162336"/>
                  </a:lnTo>
                  <a:lnTo>
                    <a:pt x="7077134" y="162336"/>
                  </a:lnTo>
                  <a:lnTo>
                    <a:pt x="7077292" y="162336"/>
                  </a:lnTo>
                  <a:lnTo>
                    <a:pt x="7077450" y="162336"/>
                  </a:lnTo>
                  <a:lnTo>
                    <a:pt x="7077607" y="162336"/>
                  </a:lnTo>
                  <a:lnTo>
                    <a:pt x="7077765" y="162336"/>
                  </a:lnTo>
                  <a:lnTo>
                    <a:pt x="7077923" y="162336"/>
                  </a:lnTo>
                  <a:lnTo>
                    <a:pt x="7078080" y="162336"/>
                  </a:lnTo>
                  <a:lnTo>
                    <a:pt x="7078238" y="162336"/>
                  </a:lnTo>
                  <a:lnTo>
                    <a:pt x="7078396" y="162336"/>
                  </a:lnTo>
                  <a:lnTo>
                    <a:pt x="7078554" y="162336"/>
                  </a:lnTo>
                  <a:lnTo>
                    <a:pt x="7078711" y="162336"/>
                  </a:lnTo>
                  <a:lnTo>
                    <a:pt x="7078869" y="162336"/>
                  </a:lnTo>
                  <a:lnTo>
                    <a:pt x="7079027" y="162336"/>
                  </a:lnTo>
                  <a:lnTo>
                    <a:pt x="7079184" y="162336"/>
                  </a:lnTo>
                  <a:lnTo>
                    <a:pt x="7079342" y="162336"/>
                  </a:lnTo>
                  <a:lnTo>
                    <a:pt x="7079342" y="161905"/>
                  </a:lnTo>
                  <a:lnTo>
                    <a:pt x="7079500" y="161905"/>
                  </a:lnTo>
                  <a:lnTo>
                    <a:pt x="7079658" y="161905"/>
                  </a:lnTo>
                  <a:lnTo>
                    <a:pt x="7079815" y="161905"/>
                  </a:lnTo>
                  <a:lnTo>
                    <a:pt x="7079973" y="161905"/>
                  </a:lnTo>
                  <a:lnTo>
                    <a:pt x="7080131" y="161905"/>
                  </a:lnTo>
                  <a:lnTo>
                    <a:pt x="7080288" y="161905"/>
                  </a:lnTo>
                  <a:lnTo>
                    <a:pt x="7080446" y="161905"/>
                  </a:lnTo>
                  <a:lnTo>
                    <a:pt x="7080604" y="161905"/>
                  </a:lnTo>
                  <a:lnTo>
                    <a:pt x="7080762" y="161905"/>
                  </a:lnTo>
                  <a:lnTo>
                    <a:pt x="7080919" y="161905"/>
                  </a:lnTo>
                  <a:lnTo>
                    <a:pt x="7081077" y="161905"/>
                  </a:lnTo>
                  <a:lnTo>
                    <a:pt x="7081235" y="161905"/>
                  </a:lnTo>
                  <a:lnTo>
                    <a:pt x="7081392" y="161905"/>
                  </a:lnTo>
                  <a:lnTo>
                    <a:pt x="7081550" y="161905"/>
                  </a:lnTo>
                  <a:lnTo>
                    <a:pt x="7081550" y="161475"/>
                  </a:lnTo>
                  <a:lnTo>
                    <a:pt x="7081708" y="161475"/>
                  </a:lnTo>
                  <a:lnTo>
                    <a:pt x="7081866" y="161475"/>
                  </a:lnTo>
                  <a:lnTo>
                    <a:pt x="7082023" y="161475"/>
                  </a:lnTo>
                  <a:lnTo>
                    <a:pt x="7082181" y="161475"/>
                  </a:lnTo>
                  <a:lnTo>
                    <a:pt x="7082339" y="161475"/>
                  </a:lnTo>
                  <a:lnTo>
                    <a:pt x="7082497" y="161475"/>
                  </a:lnTo>
                  <a:lnTo>
                    <a:pt x="7082654" y="161475"/>
                  </a:lnTo>
                  <a:lnTo>
                    <a:pt x="7082812" y="161475"/>
                  </a:lnTo>
                  <a:lnTo>
                    <a:pt x="7082970" y="161475"/>
                  </a:lnTo>
                  <a:lnTo>
                    <a:pt x="7083127" y="161475"/>
                  </a:lnTo>
                  <a:lnTo>
                    <a:pt x="7083285" y="161475"/>
                  </a:lnTo>
                  <a:lnTo>
                    <a:pt x="7083443" y="161475"/>
                  </a:lnTo>
                  <a:lnTo>
                    <a:pt x="7083601" y="161475"/>
                  </a:lnTo>
                  <a:lnTo>
                    <a:pt x="7083758" y="161475"/>
                  </a:lnTo>
                  <a:lnTo>
                    <a:pt x="7083916" y="161475"/>
                  </a:lnTo>
                  <a:lnTo>
                    <a:pt x="7084074" y="161475"/>
                  </a:lnTo>
                  <a:lnTo>
                    <a:pt x="7084231" y="161475"/>
                  </a:lnTo>
                  <a:lnTo>
                    <a:pt x="7084389" y="161475"/>
                  </a:lnTo>
                  <a:lnTo>
                    <a:pt x="7084547" y="161475"/>
                  </a:lnTo>
                  <a:lnTo>
                    <a:pt x="7084705" y="161475"/>
                  </a:lnTo>
                  <a:lnTo>
                    <a:pt x="7084862" y="161475"/>
                  </a:lnTo>
                  <a:lnTo>
                    <a:pt x="7085020" y="161475"/>
                  </a:lnTo>
                  <a:lnTo>
                    <a:pt x="7085178" y="161475"/>
                  </a:lnTo>
                  <a:lnTo>
                    <a:pt x="7085335" y="161475"/>
                  </a:lnTo>
                  <a:lnTo>
                    <a:pt x="7085493" y="161475"/>
                  </a:lnTo>
                  <a:lnTo>
                    <a:pt x="7085651" y="161475"/>
                  </a:lnTo>
                  <a:lnTo>
                    <a:pt x="7085809" y="161475"/>
                  </a:lnTo>
                  <a:lnTo>
                    <a:pt x="7085966" y="161475"/>
                  </a:lnTo>
                  <a:lnTo>
                    <a:pt x="7086124" y="161475"/>
                  </a:lnTo>
                  <a:lnTo>
                    <a:pt x="7086282" y="161475"/>
                  </a:lnTo>
                  <a:lnTo>
                    <a:pt x="7086439" y="161475"/>
                  </a:lnTo>
                  <a:lnTo>
                    <a:pt x="7086439" y="161044"/>
                  </a:lnTo>
                  <a:lnTo>
                    <a:pt x="7086597" y="161044"/>
                  </a:lnTo>
                  <a:lnTo>
                    <a:pt x="7086755" y="161044"/>
                  </a:lnTo>
                  <a:lnTo>
                    <a:pt x="7086913" y="161044"/>
                  </a:lnTo>
                  <a:lnTo>
                    <a:pt x="7087070" y="161044"/>
                  </a:lnTo>
                  <a:lnTo>
                    <a:pt x="7087070" y="160613"/>
                  </a:lnTo>
                  <a:lnTo>
                    <a:pt x="7087228" y="160613"/>
                  </a:lnTo>
                  <a:lnTo>
                    <a:pt x="7087386" y="160613"/>
                  </a:lnTo>
                  <a:lnTo>
                    <a:pt x="7087543" y="160613"/>
                  </a:lnTo>
                  <a:lnTo>
                    <a:pt x="7087701" y="160613"/>
                  </a:lnTo>
                  <a:lnTo>
                    <a:pt x="7087859" y="160613"/>
                  </a:lnTo>
                  <a:lnTo>
                    <a:pt x="7088017" y="160613"/>
                  </a:lnTo>
                  <a:lnTo>
                    <a:pt x="7088174" y="160613"/>
                  </a:lnTo>
                  <a:lnTo>
                    <a:pt x="7088332" y="160613"/>
                  </a:lnTo>
                  <a:lnTo>
                    <a:pt x="7088490" y="160613"/>
                  </a:lnTo>
                  <a:lnTo>
                    <a:pt x="7088648" y="160613"/>
                  </a:lnTo>
                  <a:lnTo>
                    <a:pt x="7088805" y="160613"/>
                  </a:lnTo>
                  <a:lnTo>
                    <a:pt x="7088963" y="160613"/>
                  </a:lnTo>
                  <a:lnTo>
                    <a:pt x="7089121" y="160613"/>
                  </a:lnTo>
                  <a:lnTo>
                    <a:pt x="7089278" y="160613"/>
                  </a:lnTo>
                  <a:lnTo>
                    <a:pt x="7089436" y="160613"/>
                  </a:lnTo>
                  <a:lnTo>
                    <a:pt x="7089594" y="160613"/>
                  </a:lnTo>
                  <a:lnTo>
                    <a:pt x="7089752" y="160613"/>
                  </a:lnTo>
                  <a:lnTo>
                    <a:pt x="7089909" y="160613"/>
                  </a:lnTo>
                  <a:lnTo>
                    <a:pt x="7090067" y="160613"/>
                  </a:lnTo>
                  <a:lnTo>
                    <a:pt x="7090225" y="160613"/>
                  </a:lnTo>
                  <a:lnTo>
                    <a:pt x="7090382" y="160613"/>
                  </a:lnTo>
                  <a:lnTo>
                    <a:pt x="7090540" y="160613"/>
                  </a:lnTo>
                  <a:lnTo>
                    <a:pt x="7090698" y="160613"/>
                  </a:lnTo>
                  <a:lnTo>
                    <a:pt x="7090856" y="160613"/>
                  </a:lnTo>
                  <a:lnTo>
                    <a:pt x="7091013" y="160613"/>
                  </a:lnTo>
                  <a:lnTo>
                    <a:pt x="7091171" y="160613"/>
                  </a:lnTo>
                  <a:lnTo>
                    <a:pt x="7091329" y="160613"/>
                  </a:lnTo>
                  <a:lnTo>
                    <a:pt x="7091486" y="160613"/>
                  </a:lnTo>
                  <a:lnTo>
                    <a:pt x="7091644" y="160613"/>
                  </a:lnTo>
                  <a:lnTo>
                    <a:pt x="7091802" y="160613"/>
                  </a:lnTo>
                  <a:lnTo>
                    <a:pt x="7091960" y="160613"/>
                  </a:lnTo>
                  <a:lnTo>
                    <a:pt x="7092117" y="160613"/>
                  </a:lnTo>
                  <a:lnTo>
                    <a:pt x="7092275" y="160613"/>
                  </a:lnTo>
                  <a:lnTo>
                    <a:pt x="7092433" y="160613"/>
                  </a:lnTo>
                  <a:lnTo>
                    <a:pt x="7092590" y="160613"/>
                  </a:lnTo>
                  <a:lnTo>
                    <a:pt x="7092590" y="160183"/>
                  </a:lnTo>
                  <a:lnTo>
                    <a:pt x="7092748" y="160183"/>
                  </a:lnTo>
                  <a:lnTo>
                    <a:pt x="7092906" y="160183"/>
                  </a:lnTo>
                  <a:lnTo>
                    <a:pt x="7093064" y="160183"/>
                  </a:lnTo>
                  <a:lnTo>
                    <a:pt x="7093221" y="160183"/>
                  </a:lnTo>
                  <a:lnTo>
                    <a:pt x="7093379" y="160183"/>
                  </a:lnTo>
                  <a:lnTo>
                    <a:pt x="7093537" y="160183"/>
                  </a:lnTo>
                  <a:lnTo>
                    <a:pt x="7093695" y="160183"/>
                  </a:lnTo>
                  <a:lnTo>
                    <a:pt x="7093852" y="160183"/>
                  </a:lnTo>
                  <a:lnTo>
                    <a:pt x="7094010" y="160183"/>
                  </a:lnTo>
                  <a:lnTo>
                    <a:pt x="7094168" y="160183"/>
                  </a:lnTo>
                  <a:lnTo>
                    <a:pt x="7094325" y="160183"/>
                  </a:lnTo>
                  <a:lnTo>
                    <a:pt x="7094483" y="160183"/>
                  </a:lnTo>
                  <a:lnTo>
                    <a:pt x="7094641" y="160183"/>
                  </a:lnTo>
                  <a:lnTo>
                    <a:pt x="7094799" y="160183"/>
                  </a:lnTo>
                  <a:lnTo>
                    <a:pt x="7094956" y="160183"/>
                  </a:lnTo>
                  <a:lnTo>
                    <a:pt x="7095114" y="160183"/>
                  </a:lnTo>
                  <a:lnTo>
                    <a:pt x="7095272" y="160183"/>
                  </a:lnTo>
                  <a:lnTo>
                    <a:pt x="7095429" y="160183"/>
                  </a:lnTo>
                  <a:lnTo>
                    <a:pt x="7095429" y="159752"/>
                  </a:lnTo>
                  <a:lnTo>
                    <a:pt x="7095587" y="159752"/>
                  </a:lnTo>
                  <a:lnTo>
                    <a:pt x="7095745" y="159752"/>
                  </a:lnTo>
                  <a:lnTo>
                    <a:pt x="7095903" y="159752"/>
                  </a:lnTo>
                  <a:lnTo>
                    <a:pt x="7096060" y="159752"/>
                  </a:lnTo>
                  <a:lnTo>
                    <a:pt x="7096218" y="159752"/>
                  </a:lnTo>
                  <a:lnTo>
                    <a:pt x="7096376" y="159752"/>
                  </a:lnTo>
                  <a:lnTo>
                    <a:pt x="7096533" y="159752"/>
                  </a:lnTo>
                  <a:lnTo>
                    <a:pt x="7096691" y="159752"/>
                  </a:lnTo>
                  <a:lnTo>
                    <a:pt x="7096849" y="159752"/>
                  </a:lnTo>
                  <a:lnTo>
                    <a:pt x="7097007" y="159752"/>
                  </a:lnTo>
                  <a:lnTo>
                    <a:pt x="7097164" y="159752"/>
                  </a:lnTo>
                  <a:lnTo>
                    <a:pt x="7097322" y="159752"/>
                  </a:lnTo>
                  <a:lnTo>
                    <a:pt x="7097480" y="159752"/>
                  </a:lnTo>
                  <a:lnTo>
                    <a:pt x="7097637" y="159752"/>
                  </a:lnTo>
                  <a:lnTo>
                    <a:pt x="7097795" y="159752"/>
                  </a:lnTo>
                  <a:lnTo>
                    <a:pt x="7097953" y="159752"/>
                  </a:lnTo>
                  <a:lnTo>
                    <a:pt x="7098111" y="159752"/>
                  </a:lnTo>
                  <a:lnTo>
                    <a:pt x="7098268" y="159752"/>
                  </a:lnTo>
                  <a:lnTo>
                    <a:pt x="7098426" y="159752"/>
                  </a:lnTo>
                  <a:lnTo>
                    <a:pt x="7098584" y="159752"/>
                  </a:lnTo>
                  <a:lnTo>
                    <a:pt x="7098741" y="159752"/>
                  </a:lnTo>
                  <a:lnTo>
                    <a:pt x="7098899" y="159752"/>
                  </a:lnTo>
                  <a:lnTo>
                    <a:pt x="7099057" y="159752"/>
                  </a:lnTo>
                  <a:lnTo>
                    <a:pt x="7099057" y="159322"/>
                  </a:lnTo>
                  <a:lnTo>
                    <a:pt x="7099215" y="159322"/>
                  </a:lnTo>
                  <a:lnTo>
                    <a:pt x="7099372" y="159322"/>
                  </a:lnTo>
                  <a:lnTo>
                    <a:pt x="7099530" y="159322"/>
                  </a:lnTo>
                  <a:lnTo>
                    <a:pt x="7099688" y="159322"/>
                  </a:lnTo>
                  <a:lnTo>
                    <a:pt x="7099846" y="159322"/>
                  </a:lnTo>
                  <a:lnTo>
                    <a:pt x="7100003" y="159322"/>
                  </a:lnTo>
                  <a:lnTo>
                    <a:pt x="7100161" y="159322"/>
                  </a:lnTo>
                  <a:lnTo>
                    <a:pt x="7100319" y="159322"/>
                  </a:lnTo>
                  <a:lnTo>
                    <a:pt x="7100476" y="159322"/>
                  </a:lnTo>
                  <a:lnTo>
                    <a:pt x="7100634" y="159322"/>
                  </a:lnTo>
                  <a:lnTo>
                    <a:pt x="7100792" y="159322"/>
                  </a:lnTo>
                  <a:lnTo>
                    <a:pt x="7100950" y="159322"/>
                  </a:lnTo>
                  <a:lnTo>
                    <a:pt x="7101107" y="159322"/>
                  </a:lnTo>
                  <a:lnTo>
                    <a:pt x="7101265" y="159322"/>
                  </a:lnTo>
                  <a:lnTo>
                    <a:pt x="7101423" y="159322"/>
                  </a:lnTo>
                  <a:lnTo>
                    <a:pt x="7101580" y="159322"/>
                  </a:lnTo>
                  <a:lnTo>
                    <a:pt x="7101738" y="159322"/>
                  </a:lnTo>
                  <a:lnTo>
                    <a:pt x="7101896" y="159322"/>
                  </a:lnTo>
                  <a:lnTo>
                    <a:pt x="7102054" y="159322"/>
                  </a:lnTo>
                  <a:lnTo>
                    <a:pt x="7102211" y="159322"/>
                  </a:lnTo>
                  <a:lnTo>
                    <a:pt x="7102369" y="159322"/>
                  </a:lnTo>
                  <a:lnTo>
                    <a:pt x="7102527" y="159322"/>
                  </a:lnTo>
                  <a:lnTo>
                    <a:pt x="7102684" y="159322"/>
                  </a:lnTo>
                  <a:lnTo>
                    <a:pt x="7102842" y="159322"/>
                  </a:lnTo>
                  <a:lnTo>
                    <a:pt x="7103000" y="159322"/>
                  </a:lnTo>
                  <a:lnTo>
                    <a:pt x="7103158" y="159322"/>
                  </a:lnTo>
                  <a:lnTo>
                    <a:pt x="7103315" y="159322"/>
                  </a:lnTo>
                  <a:lnTo>
                    <a:pt x="7103473" y="159322"/>
                  </a:lnTo>
                  <a:lnTo>
                    <a:pt x="7103631" y="159322"/>
                  </a:lnTo>
                  <a:lnTo>
                    <a:pt x="7103631" y="158891"/>
                  </a:lnTo>
                  <a:lnTo>
                    <a:pt x="7103788" y="158891"/>
                  </a:lnTo>
                  <a:lnTo>
                    <a:pt x="7103946" y="158891"/>
                  </a:lnTo>
                  <a:lnTo>
                    <a:pt x="7104104" y="158891"/>
                  </a:lnTo>
                  <a:lnTo>
                    <a:pt x="7104262" y="158891"/>
                  </a:lnTo>
                  <a:lnTo>
                    <a:pt x="7104419" y="158891"/>
                  </a:lnTo>
                  <a:lnTo>
                    <a:pt x="7104577" y="158891"/>
                  </a:lnTo>
                  <a:lnTo>
                    <a:pt x="7104735" y="158891"/>
                  </a:lnTo>
                  <a:lnTo>
                    <a:pt x="7104892" y="158891"/>
                  </a:lnTo>
                  <a:lnTo>
                    <a:pt x="7105050" y="158891"/>
                  </a:lnTo>
                  <a:lnTo>
                    <a:pt x="7105208" y="158891"/>
                  </a:lnTo>
                  <a:lnTo>
                    <a:pt x="7105366" y="158891"/>
                  </a:lnTo>
                  <a:lnTo>
                    <a:pt x="7105523" y="158891"/>
                  </a:lnTo>
                  <a:lnTo>
                    <a:pt x="7105681" y="158891"/>
                  </a:lnTo>
                  <a:lnTo>
                    <a:pt x="7105839" y="158891"/>
                  </a:lnTo>
                  <a:lnTo>
                    <a:pt x="7105997" y="158891"/>
                  </a:lnTo>
                  <a:lnTo>
                    <a:pt x="7106154" y="158891"/>
                  </a:lnTo>
                  <a:lnTo>
                    <a:pt x="7106312" y="158891"/>
                  </a:lnTo>
                  <a:lnTo>
                    <a:pt x="7106470" y="158891"/>
                  </a:lnTo>
                  <a:lnTo>
                    <a:pt x="7106470" y="158460"/>
                  </a:lnTo>
                  <a:lnTo>
                    <a:pt x="7106627" y="158460"/>
                  </a:lnTo>
                  <a:lnTo>
                    <a:pt x="7106785" y="158460"/>
                  </a:lnTo>
                  <a:lnTo>
                    <a:pt x="7106943" y="158460"/>
                  </a:lnTo>
                  <a:lnTo>
                    <a:pt x="7107101" y="158460"/>
                  </a:lnTo>
                  <a:lnTo>
                    <a:pt x="7107258" y="158460"/>
                  </a:lnTo>
                  <a:lnTo>
                    <a:pt x="7107416" y="158460"/>
                  </a:lnTo>
                  <a:lnTo>
                    <a:pt x="7107574" y="158460"/>
                  </a:lnTo>
                  <a:lnTo>
                    <a:pt x="7107731" y="158460"/>
                  </a:lnTo>
                  <a:lnTo>
                    <a:pt x="7107889" y="158460"/>
                  </a:lnTo>
                  <a:lnTo>
                    <a:pt x="7108047" y="158460"/>
                  </a:lnTo>
                  <a:lnTo>
                    <a:pt x="7108205" y="158460"/>
                  </a:lnTo>
                  <a:lnTo>
                    <a:pt x="7108362" y="158460"/>
                  </a:lnTo>
                  <a:lnTo>
                    <a:pt x="7108520" y="158460"/>
                  </a:lnTo>
                  <a:lnTo>
                    <a:pt x="7108678" y="158460"/>
                  </a:lnTo>
                  <a:lnTo>
                    <a:pt x="7108835" y="158460"/>
                  </a:lnTo>
                  <a:lnTo>
                    <a:pt x="7108835" y="158030"/>
                  </a:lnTo>
                  <a:lnTo>
                    <a:pt x="7108993" y="158030"/>
                  </a:lnTo>
                  <a:lnTo>
                    <a:pt x="7109151" y="158030"/>
                  </a:lnTo>
                  <a:lnTo>
                    <a:pt x="7109151" y="157599"/>
                  </a:lnTo>
                  <a:lnTo>
                    <a:pt x="7109309" y="157599"/>
                  </a:lnTo>
                  <a:lnTo>
                    <a:pt x="7109466" y="157599"/>
                  </a:lnTo>
                  <a:lnTo>
                    <a:pt x="7109624" y="157599"/>
                  </a:lnTo>
                  <a:lnTo>
                    <a:pt x="7109782" y="157599"/>
                  </a:lnTo>
                  <a:lnTo>
                    <a:pt x="7109939" y="157599"/>
                  </a:lnTo>
                  <a:lnTo>
                    <a:pt x="7110097" y="157599"/>
                  </a:lnTo>
                  <a:lnTo>
                    <a:pt x="7110255" y="157599"/>
                  </a:lnTo>
                  <a:lnTo>
                    <a:pt x="7110413" y="157599"/>
                  </a:lnTo>
                  <a:lnTo>
                    <a:pt x="7110570" y="157599"/>
                  </a:lnTo>
                  <a:lnTo>
                    <a:pt x="7110728" y="157599"/>
                  </a:lnTo>
                  <a:lnTo>
                    <a:pt x="7110886" y="157599"/>
                  </a:lnTo>
                  <a:lnTo>
                    <a:pt x="7111044" y="157599"/>
                  </a:lnTo>
                  <a:lnTo>
                    <a:pt x="7111201" y="157599"/>
                  </a:lnTo>
                  <a:lnTo>
                    <a:pt x="7111201" y="157169"/>
                  </a:lnTo>
                  <a:lnTo>
                    <a:pt x="7111359" y="157169"/>
                  </a:lnTo>
                  <a:lnTo>
                    <a:pt x="7111517" y="157169"/>
                  </a:lnTo>
                  <a:lnTo>
                    <a:pt x="7111674" y="157169"/>
                  </a:lnTo>
                  <a:lnTo>
                    <a:pt x="7111832" y="157169"/>
                  </a:lnTo>
                  <a:lnTo>
                    <a:pt x="7111990" y="157169"/>
                  </a:lnTo>
                  <a:lnTo>
                    <a:pt x="7112148" y="157169"/>
                  </a:lnTo>
                  <a:lnTo>
                    <a:pt x="7112305" y="157169"/>
                  </a:lnTo>
                  <a:lnTo>
                    <a:pt x="7112463" y="157169"/>
                  </a:lnTo>
                  <a:lnTo>
                    <a:pt x="7112621" y="157169"/>
                  </a:lnTo>
                  <a:lnTo>
                    <a:pt x="7112778" y="157169"/>
                  </a:lnTo>
                  <a:lnTo>
                    <a:pt x="7112936" y="157169"/>
                  </a:lnTo>
                  <a:lnTo>
                    <a:pt x="7113094" y="157169"/>
                  </a:lnTo>
                  <a:lnTo>
                    <a:pt x="7113252" y="157169"/>
                  </a:lnTo>
                  <a:lnTo>
                    <a:pt x="7113409" y="157169"/>
                  </a:lnTo>
                  <a:lnTo>
                    <a:pt x="7113567" y="157169"/>
                  </a:lnTo>
                  <a:lnTo>
                    <a:pt x="7113725" y="157169"/>
                  </a:lnTo>
                  <a:lnTo>
                    <a:pt x="7113882" y="157169"/>
                  </a:lnTo>
                  <a:lnTo>
                    <a:pt x="7114040" y="157169"/>
                  </a:lnTo>
                  <a:lnTo>
                    <a:pt x="7114198" y="157169"/>
                  </a:lnTo>
                  <a:lnTo>
                    <a:pt x="7114356" y="157169"/>
                  </a:lnTo>
                  <a:lnTo>
                    <a:pt x="7114513" y="157169"/>
                  </a:lnTo>
                  <a:lnTo>
                    <a:pt x="7114671" y="157169"/>
                  </a:lnTo>
                  <a:lnTo>
                    <a:pt x="7114829" y="157169"/>
                  </a:lnTo>
                  <a:lnTo>
                    <a:pt x="7114986" y="157169"/>
                  </a:lnTo>
                  <a:lnTo>
                    <a:pt x="7115144" y="157169"/>
                  </a:lnTo>
                  <a:lnTo>
                    <a:pt x="7115302" y="157169"/>
                  </a:lnTo>
                  <a:lnTo>
                    <a:pt x="7115460" y="157169"/>
                  </a:lnTo>
                  <a:lnTo>
                    <a:pt x="7115617" y="157169"/>
                  </a:lnTo>
                  <a:lnTo>
                    <a:pt x="7115617" y="156738"/>
                  </a:lnTo>
                  <a:lnTo>
                    <a:pt x="7115775" y="156738"/>
                  </a:lnTo>
                  <a:lnTo>
                    <a:pt x="7115933" y="156738"/>
                  </a:lnTo>
                  <a:lnTo>
                    <a:pt x="7116090" y="156738"/>
                  </a:lnTo>
                  <a:lnTo>
                    <a:pt x="7116090" y="156307"/>
                  </a:lnTo>
                  <a:lnTo>
                    <a:pt x="7116248" y="156307"/>
                  </a:lnTo>
                  <a:lnTo>
                    <a:pt x="7116406" y="156307"/>
                  </a:lnTo>
                  <a:lnTo>
                    <a:pt x="7116564" y="156307"/>
                  </a:lnTo>
                  <a:lnTo>
                    <a:pt x="7116721" y="156307"/>
                  </a:lnTo>
                  <a:lnTo>
                    <a:pt x="7116879" y="156307"/>
                  </a:lnTo>
                  <a:lnTo>
                    <a:pt x="7117037" y="156307"/>
                  </a:lnTo>
                  <a:lnTo>
                    <a:pt x="7117195" y="156307"/>
                  </a:lnTo>
                  <a:lnTo>
                    <a:pt x="7117352" y="156307"/>
                  </a:lnTo>
                  <a:lnTo>
                    <a:pt x="7117510" y="156307"/>
                  </a:lnTo>
                  <a:lnTo>
                    <a:pt x="7117668" y="156307"/>
                  </a:lnTo>
                  <a:lnTo>
                    <a:pt x="7117825" y="156307"/>
                  </a:lnTo>
                  <a:lnTo>
                    <a:pt x="7117983" y="156307"/>
                  </a:lnTo>
                  <a:lnTo>
                    <a:pt x="7118141" y="156307"/>
                  </a:lnTo>
                  <a:lnTo>
                    <a:pt x="7118299" y="156307"/>
                  </a:lnTo>
                  <a:lnTo>
                    <a:pt x="7118456" y="156307"/>
                  </a:lnTo>
                  <a:lnTo>
                    <a:pt x="7118614" y="156307"/>
                  </a:lnTo>
                  <a:lnTo>
                    <a:pt x="7118772" y="156307"/>
                  </a:lnTo>
                  <a:lnTo>
                    <a:pt x="7118929" y="156307"/>
                  </a:lnTo>
                  <a:lnTo>
                    <a:pt x="7119087" y="156307"/>
                  </a:lnTo>
                  <a:lnTo>
                    <a:pt x="7119245" y="156307"/>
                  </a:lnTo>
                  <a:lnTo>
                    <a:pt x="7119403" y="156307"/>
                  </a:lnTo>
                  <a:lnTo>
                    <a:pt x="7119560" y="156307"/>
                  </a:lnTo>
                  <a:lnTo>
                    <a:pt x="7119718" y="156307"/>
                  </a:lnTo>
                  <a:lnTo>
                    <a:pt x="7119876" y="156307"/>
                  </a:lnTo>
                  <a:lnTo>
                    <a:pt x="7120033" y="156307"/>
                  </a:lnTo>
                  <a:lnTo>
                    <a:pt x="7120191" y="156307"/>
                  </a:lnTo>
                  <a:lnTo>
                    <a:pt x="7120349" y="156307"/>
                  </a:lnTo>
                  <a:lnTo>
                    <a:pt x="7120507" y="156307"/>
                  </a:lnTo>
                  <a:lnTo>
                    <a:pt x="7120664" y="156307"/>
                  </a:lnTo>
                  <a:lnTo>
                    <a:pt x="7120822" y="156307"/>
                  </a:lnTo>
                  <a:lnTo>
                    <a:pt x="7120980" y="156307"/>
                  </a:lnTo>
                  <a:lnTo>
                    <a:pt x="7121137" y="156307"/>
                  </a:lnTo>
                  <a:lnTo>
                    <a:pt x="7121295" y="156307"/>
                  </a:lnTo>
                  <a:lnTo>
                    <a:pt x="7121453" y="156307"/>
                  </a:lnTo>
                  <a:lnTo>
                    <a:pt x="7121611" y="156307"/>
                  </a:lnTo>
                  <a:lnTo>
                    <a:pt x="7121768" y="156307"/>
                  </a:lnTo>
                  <a:lnTo>
                    <a:pt x="7121926" y="156307"/>
                  </a:lnTo>
                  <a:lnTo>
                    <a:pt x="7122084" y="156307"/>
                  </a:lnTo>
                  <a:lnTo>
                    <a:pt x="7122242" y="156307"/>
                  </a:lnTo>
                  <a:lnTo>
                    <a:pt x="7122399" y="156307"/>
                  </a:lnTo>
                  <a:lnTo>
                    <a:pt x="7122557" y="156307"/>
                  </a:lnTo>
                  <a:lnTo>
                    <a:pt x="7122715" y="156307"/>
                  </a:lnTo>
                  <a:lnTo>
                    <a:pt x="7122872" y="156307"/>
                  </a:lnTo>
                  <a:lnTo>
                    <a:pt x="7123030" y="156307"/>
                  </a:lnTo>
                  <a:lnTo>
                    <a:pt x="7123188" y="156307"/>
                  </a:lnTo>
                  <a:lnTo>
                    <a:pt x="7123346" y="156307"/>
                  </a:lnTo>
                  <a:lnTo>
                    <a:pt x="7123503" y="156307"/>
                  </a:lnTo>
                  <a:lnTo>
                    <a:pt x="7123661" y="156307"/>
                  </a:lnTo>
                  <a:lnTo>
                    <a:pt x="7123819" y="156307"/>
                  </a:lnTo>
                  <a:lnTo>
                    <a:pt x="7123976" y="156307"/>
                  </a:lnTo>
                  <a:lnTo>
                    <a:pt x="7124134" y="156307"/>
                  </a:lnTo>
                  <a:lnTo>
                    <a:pt x="7124292" y="156307"/>
                  </a:lnTo>
                  <a:lnTo>
                    <a:pt x="7124450" y="156307"/>
                  </a:lnTo>
                  <a:lnTo>
                    <a:pt x="7124607" y="156307"/>
                  </a:lnTo>
                  <a:lnTo>
                    <a:pt x="7124765" y="156307"/>
                  </a:lnTo>
                  <a:lnTo>
                    <a:pt x="7124923" y="156307"/>
                  </a:lnTo>
                  <a:lnTo>
                    <a:pt x="7125080" y="156307"/>
                  </a:lnTo>
                  <a:lnTo>
                    <a:pt x="7125080" y="155877"/>
                  </a:lnTo>
                  <a:lnTo>
                    <a:pt x="7125238" y="155877"/>
                  </a:lnTo>
                  <a:lnTo>
                    <a:pt x="7125396" y="155877"/>
                  </a:lnTo>
                  <a:lnTo>
                    <a:pt x="7125554" y="155877"/>
                  </a:lnTo>
                  <a:lnTo>
                    <a:pt x="7125711" y="155877"/>
                  </a:lnTo>
                  <a:lnTo>
                    <a:pt x="7125869" y="155877"/>
                  </a:lnTo>
                  <a:lnTo>
                    <a:pt x="7126027" y="155877"/>
                  </a:lnTo>
                  <a:lnTo>
                    <a:pt x="7126184" y="155877"/>
                  </a:lnTo>
                  <a:lnTo>
                    <a:pt x="7126342" y="155877"/>
                  </a:lnTo>
                  <a:lnTo>
                    <a:pt x="7126500" y="155877"/>
                  </a:lnTo>
                  <a:lnTo>
                    <a:pt x="7126658" y="155877"/>
                  </a:lnTo>
                  <a:lnTo>
                    <a:pt x="7126815" y="155877"/>
                  </a:lnTo>
                  <a:lnTo>
                    <a:pt x="7126973" y="155877"/>
                  </a:lnTo>
                  <a:lnTo>
                    <a:pt x="7127131" y="155877"/>
                  </a:lnTo>
                  <a:lnTo>
                    <a:pt x="7127288" y="155877"/>
                  </a:lnTo>
                  <a:lnTo>
                    <a:pt x="7127446" y="155877"/>
                  </a:lnTo>
                  <a:lnTo>
                    <a:pt x="7127604" y="155877"/>
                  </a:lnTo>
                  <a:lnTo>
                    <a:pt x="7127762" y="155877"/>
                  </a:lnTo>
                  <a:lnTo>
                    <a:pt x="7127919" y="155877"/>
                  </a:lnTo>
                  <a:lnTo>
                    <a:pt x="7128077" y="155877"/>
                  </a:lnTo>
                  <a:lnTo>
                    <a:pt x="7128235" y="155877"/>
                  </a:lnTo>
                  <a:lnTo>
                    <a:pt x="7128393" y="155877"/>
                  </a:lnTo>
                  <a:lnTo>
                    <a:pt x="7128550" y="155877"/>
                  </a:lnTo>
                  <a:lnTo>
                    <a:pt x="7128708" y="155877"/>
                  </a:lnTo>
                  <a:lnTo>
                    <a:pt x="7128866" y="155877"/>
                  </a:lnTo>
                  <a:lnTo>
                    <a:pt x="7129023" y="155877"/>
                  </a:lnTo>
                  <a:lnTo>
                    <a:pt x="7129181" y="155877"/>
                  </a:lnTo>
                  <a:lnTo>
                    <a:pt x="7129339" y="155877"/>
                  </a:lnTo>
                  <a:lnTo>
                    <a:pt x="7129497" y="155877"/>
                  </a:lnTo>
                  <a:lnTo>
                    <a:pt x="7129654" y="155877"/>
                  </a:lnTo>
                  <a:lnTo>
                    <a:pt x="7129812" y="155877"/>
                  </a:lnTo>
                  <a:lnTo>
                    <a:pt x="7129970" y="155877"/>
                  </a:lnTo>
                  <a:lnTo>
                    <a:pt x="7130127" y="155877"/>
                  </a:lnTo>
                  <a:lnTo>
                    <a:pt x="7130285" y="155877"/>
                  </a:lnTo>
                  <a:lnTo>
                    <a:pt x="7130443" y="155877"/>
                  </a:lnTo>
                  <a:lnTo>
                    <a:pt x="7130601" y="155877"/>
                  </a:lnTo>
                  <a:lnTo>
                    <a:pt x="7130758" y="155877"/>
                  </a:lnTo>
                  <a:lnTo>
                    <a:pt x="7130916" y="155877"/>
                  </a:lnTo>
                  <a:lnTo>
                    <a:pt x="7131074" y="155877"/>
                  </a:lnTo>
                  <a:lnTo>
                    <a:pt x="7131231" y="155877"/>
                  </a:lnTo>
                  <a:lnTo>
                    <a:pt x="7131389" y="155877"/>
                  </a:lnTo>
                  <a:lnTo>
                    <a:pt x="7131547" y="155877"/>
                  </a:lnTo>
                  <a:lnTo>
                    <a:pt x="7131705" y="155877"/>
                  </a:lnTo>
                  <a:lnTo>
                    <a:pt x="7131862" y="155877"/>
                  </a:lnTo>
                  <a:lnTo>
                    <a:pt x="7132020" y="155877"/>
                  </a:lnTo>
                  <a:lnTo>
                    <a:pt x="7132020" y="155446"/>
                  </a:lnTo>
                  <a:lnTo>
                    <a:pt x="7132178" y="155446"/>
                  </a:lnTo>
                  <a:lnTo>
                    <a:pt x="7132335" y="155446"/>
                  </a:lnTo>
                  <a:lnTo>
                    <a:pt x="7132493" y="155446"/>
                  </a:lnTo>
                  <a:lnTo>
                    <a:pt x="7132651" y="155446"/>
                  </a:lnTo>
                  <a:lnTo>
                    <a:pt x="7132809" y="155446"/>
                  </a:lnTo>
                  <a:lnTo>
                    <a:pt x="7132966" y="155446"/>
                  </a:lnTo>
                  <a:lnTo>
                    <a:pt x="7133124" y="155446"/>
                  </a:lnTo>
                  <a:lnTo>
                    <a:pt x="7133282" y="155446"/>
                  </a:lnTo>
                  <a:lnTo>
                    <a:pt x="7133440" y="155446"/>
                  </a:lnTo>
                  <a:lnTo>
                    <a:pt x="7133597" y="155446"/>
                  </a:lnTo>
                  <a:lnTo>
                    <a:pt x="7133755" y="155446"/>
                  </a:lnTo>
                  <a:lnTo>
                    <a:pt x="7133913" y="155446"/>
                  </a:lnTo>
                  <a:lnTo>
                    <a:pt x="7134070" y="155446"/>
                  </a:lnTo>
                  <a:lnTo>
                    <a:pt x="7134228" y="155446"/>
                  </a:lnTo>
                  <a:lnTo>
                    <a:pt x="7134386" y="155446"/>
                  </a:lnTo>
                  <a:lnTo>
                    <a:pt x="7134544" y="155446"/>
                  </a:lnTo>
                  <a:lnTo>
                    <a:pt x="7134544" y="155016"/>
                  </a:lnTo>
                  <a:lnTo>
                    <a:pt x="7134701" y="155016"/>
                  </a:lnTo>
                  <a:lnTo>
                    <a:pt x="7134859" y="155016"/>
                  </a:lnTo>
                  <a:lnTo>
                    <a:pt x="7135017" y="155016"/>
                  </a:lnTo>
                  <a:lnTo>
                    <a:pt x="7135174" y="155016"/>
                  </a:lnTo>
                  <a:lnTo>
                    <a:pt x="7135332" y="155016"/>
                  </a:lnTo>
                  <a:lnTo>
                    <a:pt x="7135490" y="155016"/>
                  </a:lnTo>
                  <a:lnTo>
                    <a:pt x="7135648" y="155016"/>
                  </a:lnTo>
                  <a:lnTo>
                    <a:pt x="7135805" y="155016"/>
                  </a:lnTo>
                  <a:lnTo>
                    <a:pt x="7135963" y="155016"/>
                  </a:lnTo>
                  <a:lnTo>
                    <a:pt x="7136121" y="155016"/>
                  </a:lnTo>
                  <a:lnTo>
                    <a:pt x="7136278" y="155016"/>
                  </a:lnTo>
                  <a:lnTo>
                    <a:pt x="7136278" y="154585"/>
                  </a:lnTo>
                  <a:lnTo>
                    <a:pt x="7136436" y="154585"/>
                  </a:lnTo>
                  <a:lnTo>
                    <a:pt x="7136594" y="154585"/>
                  </a:lnTo>
                  <a:lnTo>
                    <a:pt x="7136752" y="154585"/>
                  </a:lnTo>
                  <a:lnTo>
                    <a:pt x="7136909" y="154585"/>
                  </a:lnTo>
                  <a:lnTo>
                    <a:pt x="7137067" y="154585"/>
                  </a:lnTo>
                  <a:lnTo>
                    <a:pt x="7137225" y="154585"/>
                  </a:lnTo>
                  <a:lnTo>
                    <a:pt x="7137382" y="154585"/>
                  </a:lnTo>
                  <a:lnTo>
                    <a:pt x="7137540" y="154585"/>
                  </a:lnTo>
                  <a:lnTo>
                    <a:pt x="7137698" y="154585"/>
                  </a:lnTo>
                  <a:lnTo>
                    <a:pt x="7137856" y="154585"/>
                  </a:lnTo>
                  <a:lnTo>
                    <a:pt x="7138013" y="154585"/>
                  </a:lnTo>
                  <a:lnTo>
                    <a:pt x="7138171" y="154585"/>
                  </a:lnTo>
                  <a:lnTo>
                    <a:pt x="7138329" y="154585"/>
                  </a:lnTo>
                  <a:lnTo>
                    <a:pt x="7138486" y="154585"/>
                  </a:lnTo>
                  <a:lnTo>
                    <a:pt x="7138644" y="154585"/>
                  </a:lnTo>
                  <a:lnTo>
                    <a:pt x="7138802" y="154585"/>
                  </a:lnTo>
                  <a:lnTo>
                    <a:pt x="7138802" y="154154"/>
                  </a:lnTo>
                  <a:lnTo>
                    <a:pt x="7138960" y="154154"/>
                  </a:lnTo>
                  <a:lnTo>
                    <a:pt x="7139117" y="154154"/>
                  </a:lnTo>
                  <a:lnTo>
                    <a:pt x="7139275" y="154154"/>
                  </a:lnTo>
                  <a:lnTo>
                    <a:pt x="7139433" y="154154"/>
                  </a:lnTo>
                  <a:lnTo>
                    <a:pt x="7139433" y="153724"/>
                  </a:lnTo>
                  <a:lnTo>
                    <a:pt x="7139591" y="153724"/>
                  </a:lnTo>
                  <a:lnTo>
                    <a:pt x="7139748" y="153724"/>
                  </a:lnTo>
                  <a:lnTo>
                    <a:pt x="7139906" y="153724"/>
                  </a:lnTo>
                  <a:lnTo>
                    <a:pt x="7140064" y="153724"/>
                  </a:lnTo>
                  <a:lnTo>
                    <a:pt x="7140064" y="153293"/>
                  </a:lnTo>
                  <a:lnTo>
                    <a:pt x="7140221" y="153293"/>
                  </a:lnTo>
                  <a:lnTo>
                    <a:pt x="7140379" y="153293"/>
                  </a:lnTo>
                  <a:lnTo>
                    <a:pt x="7140537" y="153293"/>
                  </a:lnTo>
                  <a:lnTo>
                    <a:pt x="7140695" y="153293"/>
                  </a:lnTo>
                  <a:lnTo>
                    <a:pt x="7140852" y="153293"/>
                  </a:lnTo>
                  <a:lnTo>
                    <a:pt x="7141010" y="153293"/>
                  </a:lnTo>
                  <a:lnTo>
                    <a:pt x="7141168" y="153293"/>
                  </a:lnTo>
                  <a:lnTo>
                    <a:pt x="7141325" y="153293"/>
                  </a:lnTo>
                  <a:lnTo>
                    <a:pt x="7141483" y="153293"/>
                  </a:lnTo>
                  <a:lnTo>
                    <a:pt x="7141641" y="153293"/>
                  </a:lnTo>
                  <a:lnTo>
                    <a:pt x="7141799" y="153293"/>
                  </a:lnTo>
                  <a:lnTo>
                    <a:pt x="7141956" y="153293"/>
                  </a:lnTo>
                  <a:lnTo>
                    <a:pt x="7142114" y="153293"/>
                  </a:lnTo>
                  <a:lnTo>
                    <a:pt x="7142272" y="153293"/>
                  </a:lnTo>
                  <a:lnTo>
                    <a:pt x="7142429" y="153293"/>
                  </a:lnTo>
                  <a:lnTo>
                    <a:pt x="7142587" y="153293"/>
                  </a:lnTo>
                  <a:lnTo>
                    <a:pt x="7142745" y="153293"/>
                  </a:lnTo>
                  <a:lnTo>
                    <a:pt x="7142903" y="153293"/>
                  </a:lnTo>
                  <a:lnTo>
                    <a:pt x="7143060" y="153293"/>
                  </a:lnTo>
                  <a:lnTo>
                    <a:pt x="7143218" y="153293"/>
                  </a:lnTo>
                  <a:lnTo>
                    <a:pt x="7143376" y="153293"/>
                  </a:lnTo>
                  <a:lnTo>
                    <a:pt x="7143533" y="153293"/>
                  </a:lnTo>
                  <a:lnTo>
                    <a:pt x="7143691" y="153293"/>
                  </a:lnTo>
                  <a:lnTo>
                    <a:pt x="7143849" y="153293"/>
                  </a:lnTo>
                  <a:lnTo>
                    <a:pt x="7144007" y="153293"/>
                  </a:lnTo>
                  <a:lnTo>
                    <a:pt x="7144164" y="153293"/>
                  </a:lnTo>
                  <a:lnTo>
                    <a:pt x="7144322" y="153293"/>
                  </a:lnTo>
                  <a:lnTo>
                    <a:pt x="7144480" y="153293"/>
                  </a:lnTo>
                  <a:lnTo>
                    <a:pt x="7144638" y="153293"/>
                  </a:lnTo>
                  <a:lnTo>
                    <a:pt x="7144795" y="153293"/>
                  </a:lnTo>
                  <a:lnTo>
                    <a:pt x="7144953" y="153293"/>
                  </a:lnTo>
                  <a:lnTo>
                    <a:pt x="7145111" y="153293"/>
                  </a:lnTo>
                  <a:lnTo>
                    <a:pt x="7145268" y="153293"/>
                  </a:lnTo>
                  <a:lnTo>
                    <a:pt x="7145426" y="153293"/>
                  </a:lnTo>
                  <a:lnTo>
                    <a:pt x="7145584" y="153293"/>
                  </a:lnTo>
                  <a:lnTo>
                    <a:pt x="7145742" y="153293"/>
                  </a:lnTo>
                  <a:lnTo>
                    <a:pt x="7145899" y="153293"/>
                  </a:lnTo>
                  <a:lnTo>
                    <a:pt x="7146057" y="153293"/>
                  </a:lnTo>
                  <a:lnTo>
                    <a:pt x="7146057" y="152863"/>
                  </a:lnTo>
                  <a:lnTo>
                    <a:pt x="7146215" y="152863"/>
                  </a:lnTo>
                  <a:lnTo>
                    <a:pt x="7146372" y="152863"/>
                  </a:lnTo>
                  <a:lnTo>
                    <a:pt x="7146530" y="152863"/>
                  </a:lnTo>
                  <a:lnTo>
                    <a:pt x="7146688" y="152863"/>
                  </a:lnTo>
                  <a:lnTo>
                    <a:pt x="7146846" y="152863"/>
                  </a:lnTo>
                  <a:lnTo>
                    <a:pt x="7147003" y="152863"/>
                  </a:lnTo>
                  <a:lnTo>
                    <a:pt x="7147161" y="152863"/>
                  </a:lnTo>
                  <a:lnTo>
                    <a:pt x="7147319" y="152863"/>
                  </a:lnTo>
                  <a:lnTo>
                    <a:pt x="7147476" y="152863"/>
                  </a:lnTo>
                  <a:lnTo>
                    <a:pt x="7147634" y="152863"/>
                  </a:lnTo>
                  <a:lnTo>
                    <a:pt x="7147792" y="152863"/>
                  </a:lnTo>
                  <a:lnTo>
                    <a:pt x="7147950" y="152863"/>
                  </a:lnTo>
                  <a:lnTo>
                    <a:pt x="7148107" y="152863"/>
                  </a:lnTo>
                  <a:lnTo>
                    <a:pt x="7148265" y="152863"/>
                  </a:lnTo>
                  <a:lnTo>
                    <a:pt x="7148423" y="152863"/>
                  </a:lnTo>
                  <a:lnTo>
                    <a:pt x="7148580" y="152863"/>
                  </a:lnTo>
                  <a:lnTo>
                    <a:pt x="7148738" y="152863"/>
                  </a:lnTo>
                  <a:lnTo>
                    <a:pt x="7148896" y="152863"/>
                  </a:lnTo>
                  <a:lnTo>
                    <a:pt x="7149054" y="152863"/>
                  </a:lnTo>
                  <a:lnTo>
                    <a:pt x="7149211" y="152863"/>
                  </a:lnTo>
                  <a:lnTo>
                    <a:pt x="7149369" y="152863"/>
                  </a:lnTo>
                  <a:lnTo>
                    <a:pt x="7149527" y="152863"/>
                  </a:lnTo>
                  <a:lnTo>
                    <a:pt x="7149684" y="152863"/>
                  </a:lnTo>
                  <a:lnTo>
                    <a:pt x="7149842" y="152863"/>
                  </a:lnTo>
                  <a:lnTo>
                    <a:pt x="7150000" y="152863"/>
                  </a:lnTo>
                  <a:lnTo>
                    <a:pt x="7150158" y="152863"/>
                  </a:lnTo>
                  <a:lnTo>
                    <a:pt x="7150315" y="152863"/>
                  </a:lnTo>
                  <a:lnTo>
                    <a:pt x="7150473" y="152863"/>
                  </a:lnTo>
                  <a:lnTo>
                    <a:pt x="7150631" y="152863"/>
                  </a:lnTo>
                  <a:lnTo>
                    <a:pt x="7150789" y="152863"/>
                  </a:lnTo>
                  <a:lnTo>
                    <a:pt x="7150946" y="152863"/>
                  </a:lnTo>
                  <a:lnTo>
                    <a:pt x="7151104" y="152863"/>
                  </a:lnTo>
                  <a:lnTo>
                    <a:pt x="7151262" y="152863"/>
                  </a:lnTo>
                  <a:lnTo>
                    <a:pt x="7151419" y="152863"/>
                  </a:lnTo>
                  <a:lnTo>
                    <a:pt x="7151577" y="152863"/>
                  </a:lnTo>
                  <a:lnTo>
                    <a:pt x="7151735" y="152863"/>
                  </a:lnTo>
                  <a:lnTo>
                    <a:pt x="7151893" y="152863"/>
                  </a:lnTo>
                  <a:lnTo>
                    <a:pt x="7152050" y="152863"/>
                  </a:lnTo>
                  <a:lnTo>
                    <a:pt x="7152208" y="152863"/>
                  </a:lnTo>
                  <a:lnTo>
                    <a:pt x="7152366" y="152863"/>
                  </a:lnTo>
                  <a:lnTo>
                    <a:pt x="7152523" y="152863"/>
                  </a:lnTo>
                  <a:lnTo>
                    <a:pt x="7152681" y="152863"/>
                  </a:lnTo>
                  <a:lnTo>
                    <a:pt x="7152839" y="152863"/>
                  </a:lnTo>
                  <a:lnTo>
                    <a:pt x="7152997" y="152863"/>
                  </a:lnTo>
                  <a:lnTo>
                    <a:pt x="7153154" y="152863"/>
                  </a:lnTo>
                  <a:lnTo>
                    <a:pt x="7153312" y="152863"/>
                  </a:lnTo>
                  <a:lnTo>
                    <a:pt x="7153470" y="152863"/>
                  </a:lnTo>
                  <a:lnTo>
                    <a:pt x="7153627" y="152863"/>
                  </a:lnTo>
                  <a:lnTo>
                    <a:pt x="7153785" y="152863"/>
                  </a:lnTo>
                  <a:lnTo>
                    <a:pt x="7153943" y="152863"/>
                  </a:lnTo>
                  <a:lnTo>
                    <a:pt x="7154101" y="152863"/>
                  </a:lnTo>
                  <a:lnTo>
                    <a:pt x="7154258" y="152863"/>
                  </a:lnTo>
                  <a:lnTo>
                    <a:pt x="7154416" y="152863"/>
                  </a:lnTo>
                  <a:lnTo>
                    <a:pt x="7154574" y="152863"/>
                  </a:lnTo>
                  <a:lnTo>
                    <a:pt x="7154731" y="152863"/>
                  </a:lnTo>
                  <a:lnTo>
                    <a:pt x="7154889" y="152863"/>
                  </a:lnTo>
                  <a:lnTo>
                    <a:pt x="7155047" y="152863"/>
                  </a:lnTo>
                  <a:lnTo>
                    <a:pt x="7155205" y="152863"/>
                  </a:lnTo>
                  <a:lnTo>
                    <a:pt x="7155362" y="152863"/>
                  </a:lnTo>
                  <a:lnTo>
                    <a:pt x="7155520" y="152863"/>
                  </a:lnTo>
                  <a:lnTo>
                    <a:pt x="7155678" y="152863"/>
                  </a:lnTo>
                  <a:lnTo>
                    <a:pt x="7155678" y="152432"/>
                  </a:lnTo>
                  <a:lnTo>
                    <a:pt x="7155836" y="152432"/>
                  </a:lnTo>
                  <a:lnTo>
                    <a:pt x="7155993" y="152432"/>
                  </a:lnTo>
                  <a:lnTo>
                    <a:pt x="7156151" y="152432"/>
                  </a:lnTo>
                  <a:lnTo>
                    <a:pt x="7156309" y="152432"/>
                  </a:lnTo>
                  <a:lnTo>
                    <a:pt x="7156466" y="152432"/>
                  </a:lnTo>
                  <a:lnTo>
                    <a:pt x="7156624" y="152432"/>
                  </a:lnTo>
                  <a:lnTo>
                    <a:pt x="7156782" y="152432"/>
                  </a:lnTo>
                  <a:lnTo>
                    <a:pt x="7156940" y="152432"/>
                  </a:lnTo>
                  <a:lnTo>
                    <a:pt x="7157097" y="152432"/>
                  </a:lnTo>
                  <a:lnTo>
                    <a:pt x="7157255" y="152432"/>
                  </a:lnTo>
                  <a:lnTo>
                    <a:pt x="7157413" y="152432"/>
                  </a:lnTo>
                  <a:lnTo>
                    <a:pt x="7157570" y="152432"/>
                  </a:lnTo>
                  <a:lnTo>
                    <a:pt x="7157728" y="152432"/>
                  </a:lnTo>
                  <a:lnTo>
                    <a:pt x="7157728" y="152001"/>
                  </a:lnTo>
                  <a:lnTo>
                    <a:pt x="7157886" y="152001"/>
                  </a:lnTo>
                  <a:lnTo>
                    <a:pt x="7157886" y="151571"/>
                  </a:lnTo>
                  <a:lnTo>
                    <a:pt x="7158044" y="151571"/>
                  </a:lnTo>
                  <a:lnTo>
                    <a:pt x="7158201" y="151571"/>
                  </a:lnTo>
                  <a:lnTo>
                    <a:pt x="7158359" y="151571"/>
                  </a:lnTo>
                  <a:lnTo>
                    <a:pt x="7158517" y="151571"/>
                  </a:lnTo>
                  <a:lnTo>
                    <a:pt x="7158674" y="151571"/>
                  </a:lnTo>
                  <a:lnTo>
                    <a:pt x="7158832" y="151571"/>
                  </a:lnTo>
                  <a:lnTo>
                    <a:pt x="7158990" y="151571"/>
                  </a:lnTo>
                  <a:lnTo>
                    <a:pt x="7159148" y="151571"/>
                  </a:lnTo>
                  <a:lnTo>
                    <a:pt x="7159305" y="151571"/>
                  </a:lnTo>
                  <a:lnTo>
                    <a:pt x="7159463" y="151571"/>
                  </a:lnTo>
                  <a:lnTo>
                    <a:pt x="7159621" y="151571"/>
                  </a:lnTo>
                  <a:lnTo>
                    <a:pt x="7159778" y="151571"/>
                  </a:lnTo>
                  <a:lnTo>
                    <a:pt x="7159936" y="151571"/>
                  </a:lnTo>
                  <a:lnTo>
                    <a:pt x="7160094" y="151571"/>
                  </a:lnTo>
                  <a:lnTo>
                    <a:pt x="7160252" y="151571"/>
                  </a:lnTo>
                  <a:lnTo>
                    <a:pt x="7160409" y="151571"/>
                  </a:lnTo>
                  <a:lnTo>
                    <a:pt x="7160567" y="151571"/>
                  </a:lnTo>
                  <a:lnTo>
                    <a:pt x="7160725" y="151571"/>
                  </a:lnTo>
                  <a:lnTo>
                    <a:pt x="7160882" y="151571"/>
                  </a:lnTo>
                  <a:lnTo>
                    <a:pt x="7161040" y="151571"/>
                  </a:lnTo>
                  <a:lnTo>
                    <a:pt x="7161198" y="151571"/>
                  </a:lnTo>
                  <a:lnTo>
                    <a:pt x="7161356" y="151571"/>
                  </a:lnTo>
                  <a:lnTo>
                    <a:pt x="7161513" y="151571"/>
                  </a:lnTo>
                  <a:lnTo>
                    <a:pt x="7161671" y="151571"/>
                  </a:lnTo>
                  <a:lnTo>
                    <a:pt x="7161829" y="151571"/>
                  </a:lnTo>
                  <a:lnTo>
                    <a:pt x="7161987" y="151571"/>
                  </a:lnTo>
                  <a:lnTo>
                    <a:pt x="7162144" y="151571"/>
                  </a:lnTo>
                  <a:lnTo>
                    <a:pt x="7162302" y="151571"/>
                  </a:lnTo>
                  <a:lnTo>
                    <a:pt x="7162460" y="151571"/>
                  </a:lnTo>
                  <a:lnTo>
                    <a:pt x="7162617" y="151571"/>
                  </a:lnTo>
                  <a:lnTo>
                    <a:pt x="7162775" y="151571"/>
                  </a:lnTo>
                  <a:lnTo>
                    <a:pt x="7162933" y="151571"/>
                  </a:lnTo>
                  <a:lnTo>
                    <a:pt x="7163091" y="151571"/>
                  </a:lnTo>
                  <a:lnTo>
                    <a:pt x="7163248" y="151571"/>
                  </a:lnTo>
                  <a:lnTo>
                    <a:pt x="7163406" y="151571"/>
                  </a:lnTo>
                  <a:lnTo>
                    <a:pt x="7163564" y="151571"/>
                  </a:lnTo>
                  <a:lnTo>
                    <a:pt x="7163721" y="151571"/>
                  </a:lnTo>
                  <a:lnTo>
                    <a:pt x="7163721" y="151140"/>
                  </a:lnTo>
                  <a:lnTo>
                    <a:pt x="7163879" y="151140"/>
                  </a:lnTo>
                  <a:lnTo>
                    <a:pt x="7164037" y="151140"/>
                  </a:lnTo>
                  <a:lnTo>
                    <a:pt x="7164195" y="151140"/>
                  </a:lnTo>
                  <a:lnTo>
                    <a:pt x="7164352" y="151140"/>
                  </a:lnTo>
                  <a:lnTo>
                    <a:pt x="7164510" y="151140"/>
                  </a:lnTo>
                  <a:lnTo>
                    <a:pt x="7164668" y="151140"/>
                  </a:lnTo>
                  <a:lnTo>
                    <a:pt x="7164825" y="151140"/>
                  </a:lnTo>
                  <a:lnTo>
                    <a:pt x="7164983" y="151140"/>
                  </a:lnTo>
                  <a:lnTo>
                    <a:pt x="7165141" y="151140"/>
                  </a:lnTo>
                  <a:lnTo>
                    <a:pt x="7165299" y="151140"/>
                  </a:lnTo>
                  <a:lnTo>
                    <a:pt x="7165456" y="151140"/>
                  </a:lnTo>
                  <a:lnTo>
                    <a:pt x="7165614" y="151140"/>
                  </a:lnTo>
                  <a:lnTo>
                    <a:pt x="7165772" y="151140"/>
                  </a:lnTo>
                  <a:lnTo>
                    <a:pt x="7165929" y="151140"/>
                  </a:lnTo>
                  <a:lnTo>
                    <a:pt x="7166087" y="151140"/>
                  </a:lnTo>
                  <a:lnTo>
                    <a:pt x="7166245" y="151140"/>
                  </a:lnTo>
                  <a:lnTo>
                    <a:pt x="7166403" y="151140"/>
                  </a:lnTo>
                  <a:lnTo>
                    <a:pt x="7166560" y="151140"/>
                  </a:lnTo>
                  <a:lnTo>
                    <a:pt x="7166718" y="151140"/>
                  </a:lnTo>
                  <a:lnTo>
                    <a:pt x="7166876" y="151140"/>
                  </a:lnTo>
                  <a:lnTo>
                    <a:pt x="7167034" y="151140"/>
                  </a:lnTo>
                  <a:lnTo>
                    <a:pt x="7167191" y="151140"/>
                  </a:lnTo>
                  <a:lnTo>
                    <a:pt x="7167349" y="151140"/>
                  </a:lnTo>
                  <a:lnTo>
                    <a:pt x="7167507" y="151140"/>
                  </a:lnTo>
                  <a:lnTo>
                    <a:pt x="7167664" y="151140"/>
                  </a:lnTo>
                  <a:lnTo>
                    <a:pt x="7167822" y="151140"/>
                  </a:lnTo>
                  <a:lnTo>
                    <a:pt x="7167980" y="151140"/>
                  </a:lnTo>
                  <a:lnTo>
                    <a:pt x="7168138" y="151140"/>
                  </a:lnTo>
                  <a:lnTo>
                    <a:pt x="7168295" y="151140"/>
                  </a:lnTo>
                  <a:lnTo>
                    <a:pt x="7168453" y="151140"/>
                  </a:lnTo>
                  <a:lnTo>
                    <a:pt x="7168611" y="151140"/>
                  </a:lnTo>
                  <a:lnTo>
                    <a:pt x="7168768" y="151140"/>
                  </a:lnTo>
                  <a:lnTo>
                    <a:pt x="7168926" y="151140"/>
                  </a:lnTo>
                  <a:lnTo>
                    <a:pt x="7169084" y="151140"/>
                  </a:lnTo>
                  <a:lnTo>
                    <a:pt x="7169242" y="151140"/>
                  </a:lnTo>
                  <a:lnTo>
                    <a:pt x="7169399" y="151140"/>
                  </a:lnTo>
                  <a:lnTo>
                    <a:pt x="7169557" y="151140"/>
                  </a:lnTo>
                  <a:lnTo>
                    <a:pt x="7169715" y="151140"/>
                  </a:lnTo>
                  <a:lnTo>
                    <a:pt x="7169872" y="151140"/>
                  </a:lnTo>
                  <a:lnTo>
                    <a:pt x="7170030" y="151140"/>
                  </a:lnTo>
                  <a:lnTo>
                    <a:pt x="7170188" y="151140"/>
                  </a:lnTo>
                  <a:lnTo>
                    <a:pt x="7170346" y="151140"/>
                  </a:lnTo>
                  <a:lnTo>
                    <a:pt x="7170503" y="151140"/>
                  </a:lnTo>
                  <a:lnTo>
                    <a:pt x="7170661" y="151140"/>
                  </a:lnTo>
                  <a:lnTo>
                    <a:pt x="7170819" y="151140"/>
                  </a:lnTo>
                  <a:lnTo>
                    <a:pt x="7170976" y="151140"/>
                  </a:lnTo>
                  <a:lnTo>
                    <a:pt x="7171134" y="151140"/>
                  </a:lnTo>
                  <a:lnTo>
                    <a:pt x="7171292" y="151140"/>
                  </a:lnTo>
                  <a:lnTo>
                    <a:pt x="7171450" y="151140"/>
                  </a:lnTo>
                  <a:lnTo>
                    <a:pt x="7171607" y="151140"/>
                  </a:lnTo>
                  <a:lnTo>
                    <a:pt x="7171765" y="151140"/>
                  </a:lnTo>
                  <a:lnTo>
                    <a:pt x="7171765" y="150710"/>
                  </a:lnTo>
                  <a:lnTo>
                    <a:pt x="7171923" y="150710"/>
                  </a:lnTo>
                  <a:lnTo>
                    <a:pt x="7172080" y="150710"/>
                  </a:lnTo>
                  <a:lnTo>
                    <a:pt x="7172238" y="150710"/>
                  </a:lnTo>
                  <a:lnTo>
                    <a:pt x="7172396" y="150710"/>
                  </a:lnTo>
                  <a:lnTo>
                    <a:pt x="7172554" y="150710"/>
                  </a:lnTo>
                  <a:lnTo>
                    <a:pt x="7172711" y="150710"/>
                  </a:lnTo>
                  <a:lnTo>
                    <a:pt x="7172869" y="150710"/>
                  </a:lnTo>
                  <a:lnTo>
                    <a:pt x="7173027" y="150710"/>
                  </a:lnTo>
                  <a:lnTo>
                    <a:pt x="7173185" y="150710"/>
                  </a:lnTo>
                  <a:lnTo>
                    <a:pt x="7173342" y="150710"/>
                  </a:lnTo>
                  <a:lnTo>
                    <a:pt x="7173342" y="150279"/>
                  </a:lnTo>
                  <a:lnTo>
                    <a:pt x="7173500" y="150279"/>
                  </a:lnTo>
                  <a:lnTo>
                    <a:pt x="7173658" y="150279"/>
                  </a:lnTo>
                  <a:lnTo>
                    <a:pt x="7173815" y="150279"/>
                  </a:lnTo>
                  <a:lnTo>
                    <a:pt x="7173973" y="150279"/>
                  </a:lnTo>
                  <a:lnTo>
                    <a:pt x="7174131" y="150279"/>
                  </a:lnTo>
                  <a:lnTo>
                    <a:pt x="7174289" y="150279"/>
                  </a:lnTo>
                  <a:lnTo>
                    <a:pt x="7174446" y="150279"/>
                  </a:lnTo>
                  <a:lnTo>
                    <a:pt x="7174604" y="150279"/>
                  </a:lnTo>
                  <a:lnTo>
                    <a:pt x="7174762" y="150279"/>
                  </a:lnTo>
                  <a:lnTo>
                    <a:pt x="7174919" y="150279"/>
                  </a:lnTo>
                  <a:lnTo>
                    <a:pt x="7175077" y="150279"/>
                  </a:lnTo>
                  <a:lnTo>
                    <a:pt x="7175077" y="149848"/>
                  </a:lnTo>
                  <a:lnTo>
                    <a:pt x="7175235" y="149848"/>
                  </a:lnTo>
                  <a:lnTo>
                    <a:pt x="7175393" y="149848"/>
                  </a:lnTo>
                  <a:lnTo>
                    <a:pt x="7175550" y="149848"/>
                  </a:lnTo>
                  <a:lnTo>
                    <a:pt x="7175708" y="149848"/>
                  </a:lnTo>
                  <a:lnTo>
                    <a:pt x="7175866" y="149848"/>
                  </a:lnTo>
                  <a:lnTo>
                    <a:pt x="7175866" y="149418"/>
                  </a:lnTo>
                  <a:lnTo>
                    <a:pt x="7176023" y="149418"/>
                  </a:lnTo>
                  <a:lnTo>
                    <a:pt x="7176181" y="149418"/>
                  </a:lnTo>
                  <a:lnTo>
                    <a:pt x="7176339" y="149418"/>
                  </a:lnTo>
                  <a:lnTo>
                    <a:pt x="7176497" y="149418"/>
                  </a:lnTo>
                  <a:lnTo>
                    <a:pt x="7176654" y="149418"/>
                  </a:lnTo>
                  <a:lnTo>
                    <a:pt x="7176812" y="149418"/>
                  </a:lnTo>
                  <a:lnTo>
                    <a:pt x="7176970" y="149418"/>
                  </a:lnTo>
                  <a:lnTo>
                    <a:pt x="7177127" y="149418"/>
                  </a:lnTo>
                  <a:lnTo>
                    <a:pt x="7177285" y="149418"/>
                  </a:lnTo>
                  <a:lnTo>
                    <a:pt x="7177443" y="149418"/>
                  </a:lnTo>
                  <a:lnTo>
                    <a:pt x="7177601" y="149418"/>
                  </a:lnTo>
                  <a:lnTo>
                    <a:pt x="7177758" y="149418"/>
                  </a:lnTo>
                  <a:lnTo>
                    <a:pt x="7177916" y="149418"/>
                  </a:lnTo>
                  <a:lnTo>
                    <a:pt x="7178074" y="149418"/>
                  </a:lnTo>
                  <a:lnTo>
                    <a:pt x="7178231" y="149418"/>
                  </a:lnTo>
                  <a:lnTo>
                    <a:pt x="7178389" y="149418"/>
                  </a:lnTo>
                  <a:lnTo>
                    <a:pt x="7178547" y="149418"/>
                  </a:lnTo>
                  <a:lnTo>
                    <a:pt x="7178547" y="148987"/>
                  </a:lnTo>
                  <a:lnTo>
                    <a:pt x="7178705" y="148987"/>
                  </a:lnTo>
                  <a:lnTo>
                    <a:pt x="7178705" y="148557"/>
                  </a:lnTo>
                  <a:lnTo>
                    <a:pt x="7178862" y="148557"/>
                  </a:lnTo>
                  <a:lnTo>
                    <a:pt x="7178862" y="148126"/>
                  </a:lnTo>
                  <a:lnTo>
                    <a:pt x="7179020" y="148126"/>
                  </a:lnTo>
                  <a:lnTo>
                    <a:pt x="7179178" y="148126"/>
                  </a:lnTo>
                  <a:lnTo>
                    <a:pt x="7179336" y="148126"/>
                  </a:lnTo>
                  <a:lnTo>
                    <a:pt x="7179493" y="148126"/>
                  </a:lnTo>
                  <a:lnTo>
                    <a:pt x="7179651" y="148126"/>
                  </a:lnTo>
                  <a:lnTo>
                    <a:pt x="7179809" y="148126"/>
                  </a:lnTo>
                  <a:lnTo>
                    <a:pt x="7179966" y="148126"/>
                  </a:lnTo>
                  <a:lnTo>
                    <a:pt x="7179966" y="147695"/>
                  </a:lnTo>
                  <a:lnTo>
                    <a:pt x="7180124" y="147695"/>
                  </a:lnTo>
                  <a:lnTo>
                    <a:pt x="7180282" y="147695"/>
                  </a:lnTo>
                  <a:lnTo>
                    <a:pt x="7180440" y="147695"/>
                  </a:lnTo>
                  <a:lnTo>
                    <a:pt x="7180597" y="147695"/>
                  </a:lnTo>
                  <a:lnTo>
                    <a:pt x="7180755" y="147695"/>
                  </a:lnTo>
                  <a:lnTo>
                    <a:pt x="7180913" y="147695"/>
                  </a:lnTo>
                  <a:lnTo>
                    <a:pt x="7181070" y="147695"/>
                  </a:lnTo>
                  <a:lnTo>
                    <a:pt x="7181228" y="147695"/>
                  </a:lnTo>
                  <a:lnTo>
                    <a:pt x="7181386" y="147695"/>
                  </a:lnTo>
                  <a:lnTo>
                    <a:pt x="7181544" y="147695"/>
                  </a:lnTo>
                  <a:lnTo>
                    <a:pt x="7181701" y="147695"/>
                  </a:lnTo>
                  <a:lnTo>
                    <a:pt x="7181859" y="147695"/>
                  </a:lnTo>
                  <a:lnTo>
                    <a:pt x="7182017" y="147695"/>
                  </a:lnTo>
                  <a:lnTo>
                    <a:pt x="7182174" y="147695"/>
                  </a:lnTo>
                  <a:lnTo>
                    <a:pt x="7182332" y="147695"/>
                  </a:lnTo>
                  <a:lnTo>
                    <a:pt x="7182490" y="147695"/>
                  </a:lnTo>
                  <a:lnTo>
                    <a:pt x="7182648" y="147695"/>
                  </a:lnTo>
                  <a:lnTo>
                    <a:pt x="7182805" y="147695"/>
                  </a:lnTo>
                  <a:lnTo>
                    <a:pt x="7182963" y="147695"/>
                  </a:lnTo>
                  <a:lnTo>
                    <a:pt x="7183121" y="147695"/>
                  </a:lnTo>
                  <a:lnTo>
                    <a:pt x="7183278" y="147695"/>
                  </a:lnTo>
                  <a:lnTo>
                    <a:pt x="7183436" y="147695"/>
                  </a:lnTo>
                  <a:lnTo>
                    <a:pt x="7183594" y="147695"/>
                  </a:lnTo>
                  <a:lnTo>
                    <a:pt x="7183752" y="147695"/>
                  </a:lnTo>
                  <a:lnTo>
                    <a:pt x="7183909" y="147695"/>
                  </a:lnTo>
                  <a:lnTo>
                    <a:pt x="7184067" y="147695"/>
                  </a:lnTo>
                  <a:lnTo>
                    <a:pt x="7184225" y="147695"/>
                  </a:lnTo>
                  <a:lnTo>
                    <a:pt x="7184383" y="147695"/>
                  </a:lnTo>
                  <a:lnTo>
                    <a:pt x="7184540" y="147695"/>
                  </a:lnTo>
                  <a:lnTo>
                    <a:pt x="7184698" y="147695"/>
                  </a:lnTo>
                  <a:lnTo>
                    <a:pt x="7184856" y="147695"/>
                  </a:lnTo>
                  <a:lnTo>
                    <a:pt x="7185013" y="147695"/>
                  </a:lnTo>
                  <a:lnTo>
                    <a:pt x="7185171" y="147695"/>
                  </a:lnTo>
                  <a:lnTo>
                    <a:pt x="7185329" y="147695"/>
                  </a:lnTo>
                  <a:lnTo>
                    <a:pt x="7185487" y="147695"/>
                  </a:lnTo>
                  <a:lnTo>
                    <a:pt x="7185644" y="147695"/>
                  </a:lnTo>
                  <a:lnTo>
                    <a:pt x="7185802" y="147695"/>
                  </a:lnTo>
                  <a:lnTo>
                    <a:pt x="7185960" y="147695"/>
                  </a:lnTo>
                  <a:lnTo>
                    <a:pt x="7186117" y="147695"/>
                  </a:lnTo>
                  <a:lnTo>
                    <a:pt x="7186275" y="147695"/>
                  </a:lnTo>
                  <a:lnTo>
                    <a:pt x="7186433" y="147695"/>
                  </a:lnTo>
                  <a:lnTo>
                    <a:pt x="7186433" y="147265"/>
                  </a:lnTo>
                  <a:lnTo>
                    <a:pt x="7186591" y="147265"/>
                  </a:lnTo>
                  <a:lnTo>
                    <a:pt x="7186748" y="147265"/>
                  </a:lnTo>
                  <a:lnTo>
                    <a:pt x="7186906" y="147265"/>
                  </a:lnTo>
                  <a:lnTo>
                    <a:pt x="7187064" y="147265"/>
                  </a:lnTo>
                  <a:lnTo>
                    <a:pt x="7187221" y="147265"/>
                  </a:lnTo>
                  <a:lnTo>
                    <a:pt x="7187379" y="147265"/>
                  </a:lnTo>
                  <a:lnTo>
                    <a:pt x="7187537" y="147265"/>
                  </a:lnTo>
                  <a:lnTo>
                    <a:pt x="7187695" y="147265"/>
                  </a:lnTo>
                  <a:lnTo>
                    <a:pt x="7187852" y="147265"/>
                  </a:lnTo>
                  <a:lnTo>
                    <a:pt x="7188010" y="147265"/>
                  </a:lnTo>
                  <a:lnTo>
                    <a:pt x="7188168" y="147265"/>
                  </a:lnTo>
                  <a:lnTo>
                    <a:pt x="7188168" y="146834"/>
                  </a:lnTo>
                  <a:lnTo>
                    <a:pt x="7188325" y="146834"/>
                  </a:lnTo>
                  <a:lnTo>
                    <a:pt x="7188483" y="146834"/>
                  </a:lnTo>
                  <a:lnTo>
                    <a:pt x="7188641" y="146834"/>
                  </a:lnTo>
                  <a:lnTo>
                    <a:pt x="7188799" y="146834"/>
                  </a:lnTo>
                  <a:lnTo>
                    <a:pt x="7188956" y="146834"/>
                  </a:lnTo>
                  <a:lnTo>
                    <a:pt x="7189114" y="146834"/>
                  </a:lnTo>
                  <a:lnTo>
                    <a:pt x="7189272" y="146834"/>
                  </a:lnTo>
                  <a:lnTo>
                    <a:pt x="7189429" y="146834"/>
                  </a:lnTo>
                  <a:lnTo>
                    <a:pt x="7189587" y="146834"/>
                  </a:lnTo>
                  <a:lnTo>
                    <a:pt x="7189745" y="146834"/>
                  </a:lnTo>
                  <a:lnTo>
                    <a:pt x="7189903" y="146834"/>
                  </a:lnTo>
                  <a:lnTo>
                    <a:pt x="7190060" y="146834"/>
                  </a:lnTo>
                  <a:lnTo>
                    <a:pt x="7190218" y="146834"/>
                  </a:lnTo>
                  <a:lnTo>
                    <a:pt x="7190376" y="146834"/>
                  </a:lnTo>
                  <a:lnTo>
                    <a:pt x="7190534" y="146834"/>
                  </a:lnTo>
                  <a:lnTo>
                    <a:pt x="7190691" y="146834"/>
                  </a:lnTo>
                  <a:lnTo>
                    <a:pt x="7190849" y="146834"/>
                  </a:lnTo>
                  <a:lnTo>
                    <a:pt x="7191007" y="146834"/>
                  </a:lnTo>
                  <a:lnTo>
                    <a:pt x="7191007" y="146404"/>
                  </a:lnTo>
                  <a:lnTo>
                    <a:pt x="7191164" y="146404"/>
                  </a:lnTo>
                  <a:lnTo>
                    <a:pt x="7191322" y="146404"/>
                  </a:lnTo>
                  <a:lnTo>
                    <a:pt x="7191480" y="146404"/>
                  </a:lnTo>
                  <a:lnTo>
                    <a:pt x="7191638" y="146404"/>
                  </a:lnTo>
                  <a:lnTo>
                    <a:pt x="7191795" y="146404"/>
                  </a:lnTo>
                  <a:lnTo>
                    <a:pt x="7191953" y="146404"/>
                  </a:lnTo>
                  <a:lnTo>
                    <a:pt x="7192111" y="146404"/>
                  </a:lnTo>
                  <a:lnTo>
                    <a:pt x="7192268" y="146404"/>
                  </a:lnTo>
                  <a:lnTo>
                    <a:pt x="7192426" y="146404"/>
                  </a:lnTo>
                  <a:lnTo>
                    <a:pt x="7192584" y="146404"/>
                  </a:lnTo>
                  <a:lnTo>
                    <a:pt x="7192742" y="146404"/>
                  </a:lnTo>
                  <a:lnTo>
                    <a:pt x="7192899" y="146404"/>
                  </a:lnTo>
                  <a:lnTo>
                    <a:pt x="7193057" y="146404"/>
                  </a:lnTo>
                  <a:lnTo>
                    <a:pt x="7193215" y="146404"/>
                  </a:lnTo>
                  <a:lnTo>
                    <a:pt x="7193372" y="146404"/>
                  </a:lnTo>
                  <a:lnTo>
                    <a:pt x="7193530" y="146404"/>
                  </a:lnTo>
                  <a:lnTo>
                    <a:pt x="7193688" y="146404"/>
                  </a:lnTo>
                  <a:lnTo>
                    <a:pt x="7193846" y="146404"/>
                  </a:lnTo>
                  <a:lnTo>
                    <a:pt x="7194003" y="146404"/>
                  </a:lnTo>
                  <a:lnTo>
                    <a:pt x="7194161" y="146404"/>
                  </a:lnTo>
                  <a:lnTo>
                    <a:pt x="7194319" y="146404"/>
                  </a:lnTo>
                  <a:lnTo>
                    <a:pt x="7194476" y="146404"/>
                  </a:lnTo>
                  <a:lnTo>
                    <a:pt x="7194634" y="146404"/>
                  </a:lnTo>
                  <a:lnTo>
                    <a:pt x="7194792" y="146404"/>
                  </a:lnTo>
                  <a:lnTo>
                    <a:pt x="7194950" y="146404"/>
                  </a:lnTo>
                  <a:lnTo>
                    <a:pt x="7195107" y="146404"/>
                  </a:lnTo>
                  <a:lnTo>
                    <a:pt x="7195265" y="146404"/>
                  </a:lnTo>
                  <a:lnTo>
                    <a:pt x="7195423" y="146404"/>
                  </a:lnTo>
                  <a:lnTo>
                    <a:pt x="7195581" y="146404"/>
                  </a:lnTo>
                  <a:lnTo>
                    <a:pt x="7195738" y="146404"/>
                  </a:lnTo>
                  <a:lnTo>
                    <a:pt x="7195896" y="146404"/>
                  </a:lnTo>
                  <a:lnTo>
                    <a:pt x="7196054" y="146404"/>
                  </a:lnTo>
                  <a:lnTo>
                    <a:pt x="7196211" y="146404"/>
                  </a:lnTo>
                  <a:lnTo>
                    <a:pt x="7196369" y="146404"/>
                  </a:lnTo>
                  <a:lnTo>
                    <a:pt x="7196527" y="146404"/>
                  </a:lnTo>
                  <a:lnTo>
                    <a:pt x="7196685" y="146404"/>
                  </a:lnTo>
                  <a:lnTo>
                    <a:pt x="7196842" y="146404"/>
                  </a:lnTo>
                  <a:lnTo>
                    <a:pt x="7197000" y="146404"/>
                  </a:lnTo>
                  <a:lnTo>
                    <a:pt x="7197158" y="146404"/>
                  </a:lnTo>
                  <a:lnTo>
                    <a:pt x="7197315" y="146404"/>
                  </a:lnTo>
                  <a:lnTo>
                    <a:pt x="7197473" y="146404"/>
                  </a:lnTo>
                  <a:lnTo>
                    <a:pt x="7197631" y="146404"/>
                  </a:lnTo>
                  <a:lnTo>
                    <a:pt x="7197789" y="146404"/>
                  </a:lnTo>
                  <a:lnTo>
                    <a:pt x="7197946" y="146404"/>
                  </a:lnTo>
                  <a:lnTo>
                    <a:pt x="7198104" y="146404"/>
                  </a:lnTo>
                  <a:lnTo>
                    <a:pt x="7198104" y="145973"/>
                  </a:lnTo>
                  <a:lnTo>
                    <a:pt x="7198262" y="145973"/>
                  </a:lnTo>
                  <a:lnTo>
                    <a:pt x="7198419" y="145973"/>
                  </a:lnTo>
                  <a:lnTo>
                    <a:pt x="7198577" y="145973"/>
                  </a:lnTo>
                  <a:lnTo>
                    <a:pt x="7198735" y="145973"/>
                  </a:lnTo>
                  <a:lnTo>
                    <a:pt x="7198893" y="145973"/>
                  </a:lnTo>
                  <a:lnTo>
                    <a:pt x="7199050" y="145973"/>
                  </a:lnTo>
                  <a:lnTo>
                    <a:pt x="7199208" y="145973"/>
                  </a:lnTo>
                  <a:lnTo>
                    <a:pt x="7199366" y="145973"/>
                  </a:lnTo>
                  <a:lnTo>
                    <a:pt x="7199523" y="145973"/>
                  </a:lnTo>
                  <a:lnTo>
                    <a:pt x="7199681" y="145973"/>
                  </a:lnTo>
                  <a:lnTo>
                    <a:pt x="7199839" y="145973"/>
                  </a:lnTo>
                  <a:lnTo>
                    <a:pt x="7199997" y="145973"/>
                  </a:lnTo>
                  <a:lnTo>
                    <a:pt x="7200154" y="145973"/>
                  </a:lnTo>
                  <a:lnTo>
                    <a:pt x="7200312" y="145973"/>
                  </a:lnTo>
                  <a:lnTo>
                    <a:pt x="7200470" y="145973"/>
                  </a:lnTo>
                  <a:lnTo>
                    <a:pt x="7200627" y="145973"/>
                  </a:lnTo>
                  <a:lnTo>
                    <a:pt x="7200785" y="145973"/>
                  </a:lnTo>
                  <a:lnTo>
                    <a:pt x="7200943" y="145973"/>
                  </a:lnTo>
                  <a:lnTo>
                    <a:pt x="7201101" y="145973"/>
                  </a:lnTo>
                  <a:lnTo>
                    <a:pt x="7201258" y="145973"/>
                  </a:lnTo>
                  <a:lnTo>
                    <a:pt x="7201258" y="145542"/>
                  </a:lnTo>
                  <a:lnTo>
                    <a:pt x="7201416" y="145542"/>
                  </a:lnTo>
                  <a:lnTo>
                    <a:pt x="7201416" y="145112"/>
                  </a:lnTo>
                  <a:lnTo>
                    <a:pt x="7201574" y="145112"/>
                  </a:lnTo>
                  <a:lnTo>
                    <a:pt x="7201732" y="145112"/>
                  </a:lnTo>
                  <a:lnTo>
                    <a:pt x="7201732" y="144681"/>
                  </a:lnTo>
                  <a:lnTo>
                    <a:pt x="7201889" y="144681"/>
                  </a:lnTo>
                  <a:lnTo>
                    <a:pt x="7202047" y="144681"/>
                  </a:lnTo>
                  <a:lnTo>
                    <a:pt x="7202205" y="144681"/>
                  </a:lnTo>
                  <a:lnTo>
                    <a:pt x="7202205" y="144251"/>
                  </a:lnTo>
                  <a:lnTo>
                    <a:pt x="7202362" y="144251"/>
                  </a:lnTo>
                  <a:lnTo>
                    <a:pt x="7202520" y="144251"/>
                  </a:lnTo>
                  <a:lnTo>
                    <a:pt x="7202678" y="144251"/>
                  </a:lnTo>
                  <a:lnTo>
                    <a:pt x="7202678" y="143820"/>
                  </a:lnTo>
                  <a:lnTo>
                    <a:pt x="7202836" y="143820"/>
                  </a:lnTo>
                  <a:lnTo>
                    <a:pt x="7202993" y="143820"/>
                  </a:lnTo>
                  <a:lnTo>
                    <a:pt x="7203151" y="143820"/>
                  </a:lnTo>
                  <a:lnTo>
                    <a:pt x="7203309" y="143820"/>
                  </a:lnTo>
                  <a:lnTo>
                    <a:pt x="7203466" y="143820"/>
                  </a:lnTo>
                  <a:lnTo>
                    <a:pt x="7203624" y="143820"/>
                  </a:lnTo>
                  <a:lnTo>
                    <a:pt x="7203782" y="143820"/>
                  </a:lnTo>
                  <a:lnTo>
                    <a:pt x="7203940" y="143820"/>
                  </a:lnTo>
                  <a:lnTo>
                    <a:pt x="7204097" y="143820"/>
                  </a:lnTo>
                  <a:lnTo>
                    <a:pt x="7204255" y="143820"/>
                  </a:lnTo>
                  <a:lnTo>
                    <a:pt x="7204413" y="143820"/>
                  </a:lnTo>
                  <a:lnTo>
                    <a:pt x="7204570" y="143820"/>
                  </a:lnTo>
                  <a:lnTo>
                    <a:pt x="7204728" y="143820"/>
                  </a:lnTo>
                  <a:lnTo>
                    <a:pt x="7204886" y="143820"/>
                  </a:lnTo>
                  <a:lnTo>
                    <a:pt x="7205044" y="143820"/>
                  </a:lnTo>
                  <a:lnTo>
                    <a:pt x="7205201" y="143820"/>
                  </a:lnTo>
                  <a:lnTo>
                    <a:pt x="7205201" y="143389"/>
                  </a:lnTo>
                  <a:lnTo>
                    <a:pt x="7205359" y="143389"/>
                  </a:lnTo>
                  <a:lnTo>
                    <a:pt x="7205517" y="143389"/>
                  </a:lnTo>
                  <a:lnTo>
                    <a:pt x="7205674" y="143389"/>
                  </a:lnTo>
                  <a:lnTo>
                    <a:pt x="7205832" y="143389"/>
                  </a:lnTo>
                  <a:lnTo>
                    <a:pt x="7205990" y="143389"/>
                  </a:lnTo>
                  <a:lnTo>
                    <a:pt x="7206148" y="143389"/>
                  </a:lnTo>
                  <a:lnTo>
                    <a:pt x="7206305" y="143389"/>
                  </a:lnTo>
                  <a:lnTo>
                    <a:pt x="7206463" y="143389"/>
                  </a:lnTo>
                  <a:lnTo>
                    <a:pt x="7206463" y="142959"/>
                  </a:lnTo>
                  <a:lnTo>
                    <a:pt x="7206621" y="142959"/>
                  </a:lnTo>
                  <a:lnTo>
                    <a:pt x="7206779" y="142959"/>
                  </a:lnTo>
                  <a:lnTo>
                    <a:pt x="7206936" y="142959"/>
                  </a:lnTo>
                  <a:lnTo>
                    <a:pt x="7207094" y="142959"/>
                  </a:lnTo>
                  <a:lnTo>
                    <a:pt x="7207252" y="142959"/>
                  </a:lnTo>
                  <a:lnTo>
                    <a:pt x="7207409" y="142959"/>
                  </a:lnTo>
                  <a:lnTo>
                    <a:pt x="7207567" y="142959"/>
                  </a:lnTo>
                  <a:lnTo>
                    <a:pt x="7207725" y="142959"/>
                  </a:lnTo>
                  <a:lnTo>
                    <a:pt x="7207883" y="142959"/>
                  </a:lnTo>
                  <a:lnTo>
                    <a:pt x="7208040" y="142959"/>
                  </a:lnTo>
                  <a:lnTo>
                    <a:pt x="7208198" y="142959"/>
                  </a:lnTo>
                  <a:lnTo>
                    <a:pt x="7208356" y="142959"/>
                  </a:lnTo>
                  <a:lnTo>
                    <a:pt x="7208513" y="142959"/>
                  </a:lnTo>
                  <a:lnTo>
                    <a:pt x="7208513" y="142528"/>
                  </a:lnTo>
                  <a:lnTo>
                    <a:pt x="7208671" y="142528"/>
                  </a:lnTo>
                  <a:lnTo>
                    <a:pt x="7208829" y="142528"/>
                  </a:lnTo>
                  <a:lnTo>
                    <a:pt x="7208829" y="142098"/>
                  </a:lnTo>
                  <a:lnTo>
                    <a:pt x="7208987" y="142098"/>
                  </a:lnTo>
                  <a:lnTo>
                    <a:pt x="7209144" y="142098"/>
                  </a:lnTo>
                  <a:lnTo>
                    <a:pt x="7209144" y="141667"/>
                  </a:lnTo>
                  <a:lnTo>
                    <a:pt x="7209302" y="141667"/>
                  </a:lnTo>
                  <a:lnTo>
                    <a:pt x="7209460" y="141667"/>
                  </a:lnTo>
                  <a:lnTo>
                    <a:pt x="7209617" y="141667"/>
                  </a:lnTo>
                  <a:lnTo>
                    <a:pt x="7209775" y="141667"/>
                  </a:lnTo>
                  <a:lnTo>
                    <a:pt x="7209933" y="141667"/>
                  </a:lnTo>
                  <a:lnTo>
                    <a:pt x="7210091" y="141667"/>
                  </a:lnTo>
                  <a:lnTo>
                    <a:pt x="7210248" y="141667"/>
                  </a:lnTo>
                  <a:lnTo>
                    <a:pt x="7210406" y="141667"/>
                  </a:lnTo>
                  <a:lnTo>
                    <a:pt x="7210564" y="141667"/>
                  </a:lnTo>
                  <a:lnTo>
                    <a:pt x="7210721" y="141667"/>
                  </a:lnTo>
                  <a:lnTo>
                    <a:pt x="7210879" y="141667"/>
                  </a:lnTo>
                  <a:lnTo>
                    <a:pt x="7211037" y="141667"/>
                  </a:lnTo>
                  <a:lnTo>
                    <a:pt x="7211195" y="141667"/>
                  </a:lnTo>
                  <a:lnTo>
                    <a:pt x="7211352" y="141667"/>
                  </a:lnTo>
                  <a:lnTo>
                    <a:pt x="7211510" y="141667"/>
                  </a:lnTo>
                  <a:lnTo>
                    <a:pt x="7211668" y="141667"/>
                  </a:lnTo>
                  <a:lnTo>
                    <a:pt x="7211825" y="141667"/>
                  </a:lnTo>
                  <a:lnTo>
                    <a:pt x="7211983" y="141667"/>
                  </a:lnTo>
                  <a:lnTo>
                    <a:pt x="7212141" y="141667"/>
                  </a:lnTo>
                  <a:lnTo>
                    <a:pt x="7212299" y="141667"/>
                  </a:lnTo>
                  <a:lnTo>
                    <a:pt x="7212456" y="141667"/>
                  </a:lnTo>
                  <a:lnTo>
                    <a:pt x="7212614" y="141667"/>
                  </a:lnTo>
                  <a:lnTo>
                    <a:pt x="7212772" y="141667"/>
                  </a:lnTo>
                  <a:lnTo>
                    <a:pt x="7212930" y="141667"/>
                  </a:lnTo>
                  <a:lnTo>
                    <a:pt x="7213087" y="141667"/>
                  </a:lnTo>
                  <a:lnTo>
                    <a:pt x="7213245" y="141667"/>
                  </a:lnTo>
                  <a:lnTo>
                    <a:pt x="7213403" y="141667"/>
                  </a:lnTo>
                  <a:lnTo>
                    <a:pt x="7213560" y="141667"/>
                  </a:lnTo>
                  <a:lnTo>
                    <a:pt x="7213718" y="141667"/>
                  </a:lnTo>
                  <a:lnTo>
                    <a:pt x="7213876" y="141667"/>
                  </a:lnTo>
                  <a:lnTo>
                    <a:pt x="7214034" y="141667"/>
                  </a:lnTo>
                  <a:lnTo>
                    <a:pt x="7214191" y="141667"/>
                  </a:lnTo>
                  <a:lnTo>
                    <a:pt x="7214349" y="141667"/>
                  </a:lnTo>
                  <a:lnTo>
                    <a:pt x="7214507" y="141667"/>
                  </a:lnTo>
                  <a:lnTo>
                    <a:pt x="7214664" y="141667"/>
                  </a:lnTo>
                  <a:lnTo>
                    <a:pt x="7214822" y="141667"/>
                  </a:lnTo>
                  <a:lnTo>
                    <a:pt x="7214980" y="141667"/>
                  </a:lnTo>
                  <a:lnTo>
                    <a:pt x="7215138" y="141667"/>
                  </a:lnTo>
                  <a:lnTo>
                    <a:pt x="7215295" y="141667"/>
                  </a:lnTo>
                  <a:lnTo>
                    <a:pt x="7215453" y="141667"/>
                  </a:lnTo>
                  <a:lnTo>
                    <a:pt x="7215611" y="141667"/>
                  </a:lnTo>
                  <a:lnTo>
                    <a:pt x="7215768" y="141667"/>
                  </a:lnTo>
                  <a:lnTo>
                    <a:pt x="7215926" y="141667"/>
                  </a:lnTo>
                  <a:lnTo>
                    <a:pt x="7216084" y="141667"/>
                  </a:lnTo>
                  <a:lnTo>
                    <a:pt x="7216084" y="141236"/>
                  </a:lnTo>
                  <a:lnTo>
                    <a:pt x="7216084" y="140806"/>
                  </a:lnTo>
                  <a:lnTo>
                    <a:pt x="7216242" y="140806"/>
                  </a:lnTo>
                  <a:lnTo>
                    <a:pt x="7216399" y="140806"/>
                  </a:lnTo>
                  <a:lnTo>
                    <a:pt x="7216557" y="140806"/>
                  </a:lnTo>
                  <a:lnTo>
                    <a:pt x="7216715" y="140806"/>
                  </a:lnTo>
                  <a:lnTo>
                    <a:pt x="7216872" y="140806"/>
                  </a:lnTo>
                  <a:lnTo>
                    <a:pt x="7217030" y="140806"/>
                  </a:lnTo>
                  <a:lnTo>
                    <a:pt x="7217188" y="140806"/>
                  </a:lnTo>
                  <a:lnTo>
                    <a:pt x="7217346" y="140806"/>
                  </a:lnTo>
                  <a:lnTo>
                    <a:pt x="7217503" y="140806"/>
                  </a:lnTo>
                  <a:lnTo>
                    <a:pt x="7217661" y="140806"/>
                  </a:lnTo>
                  <a:lnTo>
                    <a:pt x="7217819" y="140806"/>
                  </a:lnTo>
                  <a:lnTo>
                    <a:pt x="7217977" y="140806"/>
                  </a:lnTo>
                  <a:lnTo>
                    <a:pt x="7218134" y="140806"/>
                  </a:lnTo>
                  <a:lnTo>
                    <a:pt x="7218292" y="140806"/>
                  </a:lnTo>
                  <a:lnTo>
                    <a:pt x="7218450" y="140806"/>
                  </a:lnTo>
                  <a:lnTo>
                    <a:pt x="7218607" y="140806"/>
                  </a:lnTo>
                  <a:lnTo>
                    <a:pt x="7218765" y="140806"/>
                  </a:lnTo>
                  <a:lnTo>
                    <a:pt x="7218765" y="140375"/>
                  </a:lnTo>
                  <a:lnTo>
                    <a:pt x="7218923" y="140375"/>
                  </a:lnTo>
                  <a:lnTo>
                    <a:pt x="7219081" y="140375"/>
                  </a:lnTo>
                  <a:lnTo>
                    <a:pt x="7219238" y="140375"/>
                  </a:lnTo>
                  <a:lnTo>
                    <a:pt x="7219396" y="140375"/>
                  </a:lnTo>
                  <a:lnTo>
                    <a:pt x="7219554" y="140375"/>
                  </a:lnTo>
                  <a:lnTo>
                    <a:pt x="7219711" y="140375"/>
                  </a:lnTo>
                  <a:lnTo>
                    <a:pt x="7219869" y="140375"/>
                  </a:lnTo>
                  <a:lnTo>
                    <a:pt x="7220027" y="140375"/>
                  </a:lnTo>
                  <a:lnTo>
                    <a:pt x="7220185" y="140375"/>
                  </a:lnTo>
                  <a:lnTo>
                    <a:pt x="7220342" y="140375"/>
                  </a:lnTo>
                  <a:lnTo>
                    <a:pt x="7220342" y="139945"/>
                  </a:lnTo>
                  <a:lnTo>
                    <a:pt x="7220500" y="139945"/>
                  </a:lnTo>
                  <a:lnTo>
                    <a:pt x="7220658" y="139945"/>
                  </a:lnTo>
                  <a:lnTo>
                    <a:pt x="7220815" y="139945"/>
                  </a:lnTo>
                  <a:lnTo>
                    <a:pt x="7220973" y="139945"/>
                  </a:lnTo>
                  <a:lnTo>
                    <a:pt x="7221131" y="139945"/>
                  </a:lnTo>
                  <a:lnTo>
                    <a:pt x="7221289" y="139945"/>
                  </a:lnTo>
                  <a:lnTo>
                    <a:pt x="7221446" y="139945"/>
                  </a:lnTo>
                  <a:lnTo>
                    <a:pt x="7221604" y="139945"/>
                  </a:lnTo>
                  <a:lnTo>
                    <a:pt x="7221762" y="139945"/>
                  </a:lnTo>
                  <a:lnTo>
                    <a:pt x="7221919" y="139945"/>
                  </a:lnTo>
                  <a:lnTo>
                    <a:pt x="7222077" y="139945"/>
                  </a:lnTo>
                  <a:lnTo>
                    <a:pt x="7222235" y="139945"/>
                  </a:lnTo>
                  <a:lnTo>
                    <a:pt x="7222393" y="139945"/>
                  </a:lnTo>
                  <a:lnTo>
                    <a:pt x="7222550" y="139945"/>
                  </a:lnTo>
                  <a:lnTo>
                    <a:pt x="7222708" y="139945"/>
                  </a:lnTo>
                  <a:lnTo>
                    <a:pt x="7222866" y="139945"/>
                  </a:lnTo>
                  <a:lnTo>
                    <a:pt x="7223023" y="139945"/>
                  </a:lnTo>
                  <a:lnTo>
                    <a:pt x="7223181" y="139945"/>
                  </a:lnTo>
                  <a:lnTo>
                    <a:pt x="7223339" y="139945"/>
                  </a:lnTo>
                  <a:lnTo>
                    <a:pt x="7223497" y="139945"/>
                  </a:lnTo>
                  <a:lnTo>
                    <a:pt x="7223654" y="139945"/>
                  </a:lnTo>
                  <a:lnTo>
                    <a:pt x="7223812" y="139945"/>
                  </a:lnTo>
                  <a:lnTo>
                    <a:pt x="7223970" y="139945"/>
                  </a:lnTo>
                  <a:lnTo>
                    <a:pt x="7224128" y="139945"/>
                  </a:lnTo>
                  <a:lnTo>
                    <a:pt x="7224285" y="139945"/>
                  </a:lnTo>
                  <a:lnTo>
                    <a:pt x="7224443" y="139945"/>
                  </a:lnTo>
                  <a:lnTo>
                    <a:pt x="7224601" y="139945"/>
                  </a:lnTo>
                  <a:lnTo>
                    <a:pt x="7224758" y="139945"/>
                  </a:lnTo>
                  <a:lnTo>
                    <a:pt x="7224916" y="139945"/>
                  </a:lnTo>
                  <a:lnTo>
                    <a:pt x="7225074" y="139945"/>
                  </a:lnTo>
                  <a:lnTo>
                    <a:pt x="7225074" y="139514"/>
                  </a:lnTo>
                  <a:lnTo>
                    <a:pt x="7225232" y="139514"/>
                  </a:lnTo>
                  <a:lnTo>
                    <a:pt x="7225389" y="139514"/>
                  </a:lnTo>
                  <a:lnTo>
                    <a:pt x="7225547" y="139514"/>
                  </a:lnTo>
                  <a:lnTo>
                    <a:pt x="7225705" y="139514"/>
                  </a:lnTo>
                  <a:lnTo>
                    <a:pt x="7225862" y="139514"/>
                  </a:lnTo>
                  <a:lnTo>
                    <a:pt x="7226020" y="139514"/>
                  </a:lnTo>
                  <a:lnTo>
                    <a:pt x="7226178" y="139514"/>
                  </a:lnTo>
                  <a:lnTo>
                    <a:pt x="7226336" y="139514"/>
                  </a:lnTo>
                  <a:lnTo>
                    <a:pt x="7226336" y="139083"/>
                  </a:lnTo>
                  <a:lnTo>
                    <a:pt x="7226493" y="139083"/>
                  </a:lnTo>
                  <a:lnTo>
                    <a:pt x="7226651" y="139083"/>
                  </a:lnTo>
                  <a:lnTo>
                    <a:pt x="7226809" y="139083"/>
                  </a:lnTo>
                  <a:lnTo>
                    <a:pt x="7226966" y="139083"/>
                  </a:lnTo>
                  <a:lnTo>
                    <a:pt x="7226966" y="138653"/>
                  </a:lnTo>
                  <a:lnTo>
                    <a:pt x="7227124" y="138653"/>
                  </a:lnTo>
                  <a:lnTo>
                    <a:pt x="7227124" y="138222"/>
                  </a:lnTo>
                  <a:lnTo>
                    <a:pt x="7227282" y="138222"/>
                  </a:lnTo>
                  <a:lnTo>
                    <a:pt x="7227440" y="138222"/>
                  </a:lnTo>
                  <a:lnTo>
                    <a:pt x="7227597" y="138222"/>
                  </a:lnTo>
                  <a:lnTo>
                    <a:pt x="7227597" y="137792"/>
                  </a:lnTo>
                  <a:lnTo>
                    <a:pt x="7227755" y="137792"/>
                  </a:lnTo>
                  <a:lnTo>
                    <a:pt x="7227913" y="137792"/>
                  </a:lnTo>
                  <a:lnTo>
                    <a:pt x="7228070" y="137792"/>
                  </a:lnTo>
                  <a:lnTo>
                    <a:pt x="7228070" y="137361"/>
                  </a:lnTo>
                  <a:lnTo>
                    <a:pt x="7228228" y="137361"/>
                  </a:lnTo>
                  <a:lnTo>
                    <a:pt x="7228386" y="137361"/>
                  </a:lnTo>
                  <a:lnTo>
                    <a:pt x="7228544" y="137361"/>
                  </a:lnTo>
                  <a:lnTo>
                    <a:pt x="7228544" y="136930"/>
                  </a:lnTo>
                  <a:lnTo>
                    <a:pt x="7228701" y="136930"/>
                  </a:lnTo>
                  <a:lnTo>
                    <a:pt x="7228859" y="136930"/>
                  </a:lnTo>
                  <a:lnTo>
                    <a:pt x="7229017" y="136930"/>
                  </a:lnTo>
                  <a:lnTo>
                    <a:pt x="7229175" y="136930"/>
                  </a:lnTo>
                  <a:lnTo>
                    <a:pt x="7229332" y="136930"/>
                  </a:lnTo>
                  <a:lnTo>
                    <a:pt x="7229490" y="136930"/>
                  </a:lnTo>
                  <a:lnTo>
                    <a:pt x="7229648" y="136930"/>
                  </a:lnTo>
                  <a:lnTo>
                    <a:pt x="7229805" y="136930"/>
                  </a:lnTo>
                  <a:lnTo>
                    <a:pt x="7229963" y="136930"/>
                  </a:lnTo>
                  <a:lnTo>
                    <a:pt x="7230121" y="136930"/>
                  </a:lnTo>
                  <a:lnTo>
                    <a:pt x="7230279" y="136930"/>
                  </a:lnTo>
                  <a:lnTo>
                    <a:pt x="7230279" y="136500"/>
                  </a:lnTo>
                  <a:lnTo>
                    <a:pt x="7230436" y="136500"/>
                  </a:lnTo>
                  <a:lnTo>
                    <a:pt x="7230594" y="136500"/>
                  </a:lnTo>
                  <a:lnTo>
                    <a:pt x="7230752" y="136500"/>
                  </a:lnTo>
                  <a:lnTo>
                    <a:pt x="7230909" y="136500"/>
                  </a:lnTo>
                  <a:lnTo>
                    <a:pt x="7231067" y="136500"/>
                  </a:lnTo>
                  <a:lnTo>
                    <a:pt x="7231225" y="136500"/>
                  </a:lnTo>
                  <a:lnTo>
                    <a:pt x="7231383" y="136500"/>
                  </a:lnTo>
                  <a:lnTo>
                    <a:pt x="7231383" y="136069"/>
                  </a:lnTo>
                  <a:lnTo>
                    <a:pt x="7231540" y="136069"/>
                  </a:lnTo>
                  <a:lnTo>
                    <a:pt x="7231698" y="136069"/>
                  </a:lnTo>
                  <a:lnTo>
                    <a:pt x="7231856" y="136069"/>
                  </a:lnTo>
                  <a:lnTo>
                    <a:pt x="7232013" y="136069"/>
                  </a:lnTo>
                  <a:lnTo>
                    <a:pt x="7232171" y="136069"/>
                  </a:lnTo>
                  <a:lnTo>
                    <a:pt x="7232329" y="136069"/>
                  </a:lnTo>
                  <a:lnTo>
                    <a:pt x="7232487" y="136069"/>
                  </a:lnTo>
                  <a:lnTo>
                    <a:pt x="7232644" y="136069"/>
                  </a:lnTo>
                  <a:lnTo>
                    <a:pt x="7232802" y="136069"/>
                  </a:lnTo>
                  <a:lnTo>
                    <a:pt x="7232960" y="136069"/>
                  </a:lnTo>
                  <a:lnTo>
                    <a:pt x="7233117" y="136069"/>
                  </a:lnTo>
                  <a:lnTo>
                    <a:pt x="7233275" y="136069"/>
                  </a:lnTo>
                  <a:lnTo>
                    <a:pt x="7233433" y="136069"/>
                  </a:lnTo>
                  <a:lnTo>
                    <a:pt x="7233591" y="136069"/>
                  </a:lnTo>
                  <a:lnTo>
                    <a:pt x="7233748" y="136069"/>
                  </a:lnTo>
                  <a:lnTo>
                    <a:pt x="7233906" y="136069"/>
                  </a:lnTo>
                  <a:lnTo>
                    <a:pt x="7234064" y="136069"/>
                  </a:lnTo>
                  <a:lnTo>
                    <a:pt x="7234221" y="136069"/>
                  </a:lnTo>
                  <a:lnTo>
                    <a:pt x="7234379" y="136069"/>
                  </a:lnTo>
                  <a:lnTo>
                    <a:pt x="7234537" y="136069"/>
                  </a:lnTo>
                  <a:lnTo>
                    <a:pt x="7234537" y="135639"/>
                  </a:lnTo>
                  <a:lnTo>
                    <a:pt x="7234695" y="135639"/>
                  </a:lnTo>
                  <a:lnTo>
                    <a:pt x="7234852" y="135639"/>
                  </a:lnTo>
                  <a:lnTo>
                    <a:pt x="7235010" y="135639"/>
                  </a:lnTo>
                  <a:lnTo>
                    <a:pt x="7235168" y="135639"/>
                  </a:lnTo>
                  <a:lnTo>
                    <a:pt x="7235326" y="135639"/>
                  </a:lnTo>
                  <a:lnTo>
                    <a:pt x="7235483" y="135639"/>
                  </a:lnTo>
                  <a:lnTo>
                    <a:pt x="7235641" y="135639"/>
                  </a:lnTo>
                  <a:lnTo>
                    <a:pt x="7235799" y="135639"/>
                  </a:lnTo>
                  <a:lnTo>
                    <a:pt x="7235956" y="135639"/>
                  </a:lnTo>
                  <a:lnTo>
                    <a:pt x="7236114" y="135639"/>
                  </a:lnTo>
                  <a:lnTo>
                    <a:pt x="7236272" y="135639"/>
                  </a:lnTo>
                  <a:lnTo>
                    <a:pt x="7236430" y="135639"/>
                  </a:lnTo>
                  <a:lnTo>
                    <a:pt x="7236430" y="135208"/>
                  </a:lnTo>
                  <a:lnTo>
                    <a:pt x="7236587" y="135208"/>
                  </a:lnTo>
                  <a:lnTo>
                    <a:pt x="7236745" y="135208"/>
                  </a:lnTo>
                  <a:lnTo>
                    <a:pt x="7236903" y="135208"/>
                  </a:lnTo>
                  <a:lnTo>
                    <a:pt x="7237060" y="135208"/>
                  </a:lnTo>
                  <a:lnTo>
                    <a:pt x="7237218" y="135208"/>
                  </a:lnTo>
                  <a:lnTo>
                    <a:pt x="7237376" y="135208"/>
                  </a:lnTo>
                  <a:lnTo>
                    <a:pt x="7237376" y="134777"/>
                  </a:lnTo>
                  <a:lnTo>
                    <a:pt x="7237534" y="134777"/>
                  </a:lnTo>
                  <a:lnTo>
                    <a:pt x="7237691" y="134777"/>
                  </a:lnTo>
                  <a:lnTo>
                    <a:pt x="7237849" y="134777"/>
                  </a:lnTo>
                  <a:lnTo>
                    <a:pt x="7238007" y="134777"/>
                  </a:lnTo>
                  <a:lnTo>
                    <a:pt x="7238164" y="134777"/>
                  </a:lnTo>
                  <a:lnTo>
                    <a:pt x="7238322" y="134777"/>
                  </a:lnTo>
                  <a:lnTo>
                    <a:pt x="7238480" y="134777"/>
                  </a:lnTo>
                  <a:lnTo>
                    <a:pt x="7238638" y="134777"/>
                  </a:lnTo>
                  <a:lnTo>
                    <a:pt x="7238638" y="134347"/>
                  </a:lnTo>
                  <a:lnTo>
                    <a:pt x="7238795" y="134347"/>
                  </a:lnTo>
                  <a:lnTo>
                    <a:pt x="7238953" y="134347"/>
                  </a:lnTo>
                  <a:lnTo>
                    <a:pt x="7239111" y="134347"/>
                  </a:lnTo>
                  <a:lnTo>
                    <a:pt x="7239268" y="134347"/>
                  </a:lnTo>
                  <a:lnTo>
                    <a:pt x="7239426" y="134347"/>
                  </a:lnTo>
                  <a:lnTo>
                    <a:pt x="7239584" y="134347"/>
                  </a:lnTo>
                  <a:lnTo>
                    <a:pt x="7239742" y="134347"/>
                  </a:lnTo>
                  <a:lnTo>
                    <a:pt x="7239899" y="134347"/>
                  </a:lnTo>
                  <a:lnTo>
                    <a:pt x="7240057" y="134347"/>
                  </a:lnTo>
                  <a:lnTo>
                    <a:pt x="7240215" y="134347"/>
                  </a:lnTo>
                  <a:lnTo>
                    <a:pt x="7240372" y="134347"/>
                  </a:lnTo>
                  <a:lnTo>
                    <a:pt x="7240530" y="134347"/>
                  </a:lnTo>
                  <a:lnTo>
                    <a:pt x="7240688" y="134347"/>
                  </a:lnTo>
                  <a:lnTo>
                    <a:pt x="7240846" y="134347"/>
                  </a:lnTo>
                  <a:lnTo>
                    <a:pt x="7241003" y="134347"/>
                  </a:lnTo>
                  <a:lnTo>
                    <a:pt x="7241161" y="134347"/>
                  </a:lnTo>
                  <a:lnTo>
                    <a:pt x="7241319" y="134347"/>
                  </a:lnTo>
                  <a:lnTo>
                    <a:pt x="7241477" y="134347"/>
                  </a:lnTo>
                  <a:lnTo>
                    <a:pt x="7241634" y="134347"/>
                  </a:lnTo>
                  <a:lnTo>
                    <a:pt x="7241792" y="134347"/>
                  </a:lnTo>
                  <a:lnTo>
                    <a:pt x="7241950" y="134347"/>
                  </a:lnTo>
                  <a:lnTo>
                    <a:pt x="7242107" y="134347"/>
                  </a:lnTo>
                  <a:lnTo>
                    <a:pt x="7242265" y="134347"/>
                  </a:lnTo>
                  <a:lnTo>
                    <a:pt x="7242423" y="134347"/>
                  </a:lnTo>
                  <a:lnTo>
                    <a:pt x="7242581" y="134347"/>
                  </a:lnTo>
                  <a:lnTo>
                    <a:pt x="7242738" y="134347"/>
                  </a:lnTo>
                  <a:lnTo>
                    <a:pt x="7242896" y="134347"/>
                  </a:lnTo>
                  <a:lnTo>
                    <a:pt x="7243054" y="134347"/>
                  </a:lnTo>
                  <a:lnTo>
                    <a:pt x="7243211" y="134347"/>
                  </a:lnTo>
                  <a:lnTo>
                    <a:pt x="7243369" y="134347"/>
                  </a:lnTo>
                  <a:lnTo>
                    <a:pt x="7243527" y="134347"/>
                  </a:lnTo>
                  <a:lnTo>
                    <a:pt x="7243527" y="133916"/>
                  </a:lnTo>
                  <a:lnTo>
                    <a:pt x="7243685" y="133916"/>
                  </a:lnTo>
                  <a:lnTo>
                    <a:pt x="7243842" y="133916"/>
                  </a:lnTo>
                  <a:lnTo>
                    <a:pt x="7244000" y="133916"/>
                  </a:lnTo>
                  <a:lnTo>
                    <a:pt x="7244158" y="133916"/>
                  </a:lnTo>
                  <a:lnTo>
                    <a:pt x="7244315" y="133916"/>
                  </a:lnTo>
                  <a:lnTo>
                    <a:pt x="7244473" y="133916"/>
                  </a:lnTo>
                  <a:lnTo>
                    <a:pt x="7244631" y="133916"/>
                  </a:lnTo>
                  <a:lnTo>
                    <a:pt x="7244789" y="133916"/>
                  </a:lnTo>
                  <a:lnTo>
                    <a:pt x="7244946" y="133916"/>
                  </a:lnTo>
                  <a:lnTo>
                    <a:pt x="7245104" y="133916"/>
                  </a:lnTo>
                  <a:lnTo>
                    <a:pt x="7245262" y="133916"/>
                  </a:lnTo>
                  <a:lnTo>
                    <a:pt x="7245419" y="133916"/>
                  </a:lnTo>
                  <a:lnTo>
                    <a:pt x="7245577" y="133916"/>
                  </a:lnTo>
                  <a:lnTo>
                    <a:pt x="7245735" y="133916"/>
                  </a:lnTo>
                  <a:lnTo>
                    <a:pt x="7245893" y="133916"/>
                  </a:lnTo>
                  <a:lnTo>
                    <a:pt x="7246050" y="133916"/>
                  </a:lnTo>
                  <a:lnTo>
                    <a:pt x="7246050" y="133486"/>
                  </a:lnTo>
                  <a:lnTo>
                    <a:pt x="7246050" y="133055"/>
                  </a:lnTo>
                  <a:lnTo>
                    <a:pt x="7246208" y="133055"/>
                  </a:lnTo>
                  <a:lnTo>
                    <a:pt x="7246366" y="133055"/>
                  </a:lnTo>
                  <a:lnTo>
                    <a:pt x="7246524" y="133055"/>
                  </a:lnTo>
                  <a:lnTo>
                    <a:pt x="7246681" y="133055"/>
                  </a:lnTo>
                  <a:lnTo>
                    <a:pt x="7246839" y="133055"/>
                  </a:lnTo>
                  <a:lnTo>
                    <a:pt x="7246839" y="132624"/>
                  </a:lnTo>
                  <a:lnTo>
                    <a:pt x="7246997" y="132624"/>
                  </a:lnTo>
                  <a:lnTo>
                    <a:pt x="7247154" y="132624"/>
                  </a:lnTo>
                  <a:lnTo>
                    <a:pt x="7247312" y="132624"/>
                  </a:lnTo>
                  <a:lnTo>
                    <a:pt x="7247470" y="132624"/>
                  </a:lnTo>
                  <a:lnTo>
                    <a:pt x="7247628" y="132624"/>
                  </a:lnTo>
                  <a:lnTo>
                    <a:pt x="7247785" y="132624"/>
                  </a:lnTo>
                  <a:lnTo>
                    <a:pt x="7247943" y="132624"/>
                  </a:lnTo>
                  <a:lnTo>
                    <a:pt x="7248101" y="132624"/>
                  </a:lnTo>
                  <a:lnTo>
                    <a:pt x="7248258" y="132624"/>
                  </a:lnTo>
                  <a:lnTo>
                    <a:pt x="7248416" y="132624"/>
                  </a:lnTo>
                  <a:lnTo>
                    <a:pt x="7248574" y="132624"/>
                  </a:lnTo>
                  <a:lnTo>
                    <a:pt x="7248732" y="132624"/>
                  </a:lnTo>
                  <a:lnTo>
                    <a:pt x="7248732" y="132194"/>
                  </a:lnTo>
                  <a:lnTo>
                    <a:pt x="7248889" y="132194"/>
                  </a:lnTo>
                  <a:lnTo>
                    <a:pt x="7249047" y="132194"/>
                  </a:lnTo>
                  <a:lnTo>
                    <a:pt x="7249205" y="132194"/>
                  </a:lnTo>
                  <a:lnTo>
                    <a:pt x="7249362" y="132194"/>
                  </a:lnTo>
                  <a:lnTo>
                    <a:pt x="7249520" y="132194"/>
                  </a:lnTo>
                  <a:lnTo>
                    <a:pt x="7249678" y="132194"/>
                  </a:lnTo>
                  <a:lnTo>
                    <a:pt x="7249836" y="132194"/>
                  </a:lnTo>
                  <a:lnTo>
                    <a:pt x="7249993" y="132194"/>
                  </a:lnTo>
                  <a:lnTo>
                    <a:pt x="7250151" y="132194"/>
                  </a:lnTo>
                  <a:lnTo>
                    <a:pt x="7250309" y="132194"/>
                  </a:lnTo>
                  <a:lnTo>
                    <a:pt x="7250466" y="132194"/>
                  </a:lnTo>
                  <a:lnTo>
                    <a:pt x="7250624" y="132194"/>
                  </a:lnTo>
                  <a:lnTo>
                    <a:pt x="7250782" y="132194"/>
                  </a:lnTo>
                  <a:lnTo>
                    <a:pt x="7250940" y="132194"/>
                  </a:lnTo>
                  <a:lnTo>
                    <a:pt x="7251097" y="132194"/>
                  </a:lnTo>
                  <a:lnTo>
                    <a:pt x="7251255" y="132194"/>
                  </a:lnTo>
                  <a:lnTo>
                    <a:pt x="7251413" y="132194"/>
                  </a:lnTo>
                  <a:lnTo>
                    <a:pt x="7251570" y="132194"/>
                  </a:lnTo>
                  <a:lnTo>
                    <a:pt x="7251728" y="132194"/>
                  </a:lnTo>
                  <a:lnTo>
                    <a:pt x="7251728" y="131763"/>
                  </a:lnTo>
                  <a:lnTo>
                    <a:pt x="7251886" y="131763"/>
                  </a:lnTo>
                  <a:lnTo>
                    <a:pt x="7252044" y="131763"/>
                  </a:lnTo>
                  <a:lnTo>
                    <a:pt x="7252201" y="131763"/>
                  </a:lnTo>
                  <a:lnTo>
                    <a:pt x="7252359" y="131763"/>
                  </a:lnTo>
                  <a:lnTo>
                    <a:pt x="7252517" y="131763"/>
                  </a:lnTo>
                  <a:lnTo>
                    <a:pt x="7252675" y="131763"/>
                  </a:lnTo>
                  <a:lnTo>
                    <a:pt x="7252832" y="131763"/>
                  </a:lnTo>
                  <a:lnTo>
                    <a:pt x="7252990" y="131763"/>
                  </a:lnTo>
                  <a:lnTo>
                    <a:pt x="7252990" y="131333"/>
                  </a:lnTo>
                  <a:lnTo>
                    <a:pt x="7253148" y="131333"/>
                  </a:lnTo>
                  <a:lnTo>
                    <a:pt x="7253305" y="131333"/>
                  </a:lnTo>
                  <a:lnTo>
                    <a:pt x="7253463" y="131333"/>
                  </a:lnTo>
                  <a:lnTo>
                    <a:pt x="7253621" y="131333"/>
                  </a:lnTo>
                  <a:lnTo>
                    <a:pt x="7253779" y="131333"/>
                  </a:lnTo>
                  <a:lnTo>
                    <a:pt x="7253936" y="131333"/>
                  </a:lnTo>
                  <a:lnTo>
                    <a:pt x="7254094" y="131333"/>
                  </a:lnTo>
                  <a:lnTo>
                    <a:pt x="7254252" y="131333"/>
                  </a:lnTo>
                  <a:lnTo>
                    <a:pt x="7254409" y="131333"/>
                  </a:lnTo>
                  <a:lnTo>
                    <a:pt x="7254567" y="131333"/>
                  </a:lnTo>
                  <a:lnTo>
                    <a:pt x="7254567" y="130902"/>
                  </a:lnTo>
                  <a:lnTo>
                    <a:pt x="7254725" y="130902"/>
                  </a:lnTo>
                  <a:lnTo>
                    <a:pt x="7254883" y="130902"/>
                  </a:lnTo>
                  <a:lnTo>
                    <a:pt x="7255040" y="130902"/>
                  </a:lnTo>
                  <a:lnTo>
                    <a:pt x="7255198" y="130902"/>
                  </a:lnTo>
                  <a:lnTo>
                    <a:pt x="7255356" y="130902"/>
                  </a:lnTo>
                  <a:lnTo>
                    <a:pt x="7255513" y="130902"/>
                  </a:lnTo>
                  <a:lnTo>
                    <a:pt x="7255671" y="130902"/>
                  </a:lnTo>
                  <a:lnTo>
                    <a:pt x="7255829" y="130902"/>
                  </a:lnTo>
                  <a:lnTo>
                    <a:pt x="7255987" y="130902"/>
                  </a:lnTo>
                  <a:lnTo>
                    <a:pt x="7256144" y="130902"/>
                  </a:lnTo>
                  <a:lnTo>
                    <a:pt x="7256302" y="130902"/>
                  </a:lnTo>
                  <a:lnTo>
                    <a:pt x="7256460" y="130902"/>
                  </a:lnTo>
                  <a:lnTo>
                    <a:pt x="7256617" y="130902"/>
                  </a:lnTo>
                  <a:lnTo>
                    <a:pt x="7256775" y="130902"/>
                  </a:lnTo>
                  <a:lnTo>
                    <a:pt x="7256933" y="130902"/>
                  </a:lnTo>
                  <a:lnTo>
                    <a:pt x="7257091" y="130902"/>
                  </a:lnTo>
                  <a:lnTo>
                    <a:pt x="7257248" y="130902"/>
                  </a:lnTo>
                  <a:lnTo>
                    <a:pt x="7257406" y="130902"/>
                  </a:lnTo>
                  <a:lnTo>
                    <a:pt x="7257564" y="130902"/>
                  </a:lnTo>
                  <a:lnTo>
                    <a:pt x="7257722" y="130902"/>
                  </a:lnTo>
                  <a:lnTo>
                    <a:pt x="7257879" y="130902"/>
                  </a:lnTo>
                  <a:lnTo>
                    <a:pt x="7258037" y="130902"/>
                  </a:lnTo>
                  <a:lnTo>
                    <a:pt x="7258195" y="130902"/>
                  </a:lnTo>
                  <a:lnTo>
                    <a:pt x="7258352" y="130902"/>
                  </a:lnTo>
                  <a:lnTo>
                    <a:pt x="7258510" y="130902"/>
                  </a:lnTo>
                  <a:lnTo>
                    <a:pt x="7258668" y="130902"/>
                  </a:lnTo>
                  <a:lnTo>
                    <a:pt x="7258826" y="130902"/>
                  </a:lnTo>
                  <a:lnTo>
                    <a:pt x="7258983" y="130902"/>
                  </a:lnTo>
                  <a:lnTo>
                    <a:pt x="7259141" y="130902"/>
                  </a:lnTo>
                  <a:lnTo>
                    <a:pt x="7259299" y="130902"/>
                  </a:lnTo>
                  <a:lnTo>
                    <a:pt x="7259456" y="130902"/>
                  </a:lnTo>
                  <a:lnTo>
                    <a:pt x="7259614" y="130902"/>
                  </a:lnTo>
                  <a:lnTo>
                    <a:pt x="7259772" y="130902"/>
                  </a:lnTo>
                  <a:lnTo>
                    <a:pt x="7259930" y="130902"/>
                  </a:lnTo>
                  <a:lnTo>
                    <a:pt x="7260087" y="130902"/>
                  </a:lnTo>
                  <a:lnTo>
                    <a:pt x="7260245" y="130902"/>
                  </a:lnTo>
                  <a:lnTo>
                    <a:pt x="7260403" y="130902"/>
                  </a:lnTo>
                  <a:lnTo>
                    <a:pt x="7260403" y="130471"/>
                  </a:lnTo>
                  <a:lnTo>
                    <a:pt x="7260560" y="130471"/>
                  </a:lnTo>
                  <a:lnTo>
                    <a:pt x="7260718" y="130471"/>
                  </a:lnTo>
                  <a:lnTo>
                    <a:pt x="7260876" y="130471"/>
                  </a:lnTo>
                  <a:lnTo>
                    <a:pt x="7261034" y="130471"/>
                  </a:lnTo>
                  <a:lnTo>
                    <a:pt x="7261191" y="130471"/>
                  </a:lnTo>
                  <a:lnTo>
                    <a:pt x="7261349" y="130471"/>
                  </a:lnTo>
                  <a:lnTo>
                    <a:pt x="7261507" y="130471"/>
                  </a:lnTo>
                  <a:lnTo>
                    <a:pt x="7261664" y="130471"/>
                  </a:lnTo>
                  <a:lnTo>
                    <a:pt x="7261822" y="130471"/>
                  </a:lnTo>
                  <a:lnTo>
                    <a:pt x="7261980" y="130471"/>
                  </a:lnTo>
                  <a:lnTo>
                    <a:pt x="7262138" y="130471"/>
                  </a:lnTo>
                  <a:lnTo>
                    <a:pt x="7262295" y="130471"/>
                  </a:lnTo>
                  <a:lnTo>
                    <a:pt x="7262453" y="130471"/>
                  </a:lnTo>
                  <a:lnTo>
                    <a:pt x="7262611" y="130471"/>
                  </a:lnTo>
                  <a:lnTo>
                    <a:pt x="7262768" y="130471"/>
                  </a:lnTo>
                  <a:lnTo>
                    <a:pt x="7262926" y="130471"/>
                  </a:lnTo>
                  <a:lnTo>
                    <a:pt x="7263084" y="130471"/>
                  </a:lnTo>
                  <a:lnTo>
                    <a:pt x="7263242" y="130471"/>
                  </a:lnTo>
                  <a:lnTo>
                    <a:pt x="7263399" y="130471"/>
                  </a:lnTo>
                  <a:lnTo>
                    <a:pt x="7263557" y="130471"/>
                  </a:lnTo>
                  <a:lnTo>
                    <a:pt x="7263715" y="130471"/>
                  </a:lnTo>
                  <a:lnTo>
                    <a:pt x="7263873" y="130471"/>
                  </a:lnTo>
                  <a:lnTo>
                    <a:pt x="7264030" y="130471"/>
                  </a:lnTo>
                  <a:lnTo>
                    <a:pt x="7264188" y="130471"/>
                  </a:lnTo>
                  <a:lnTo>
                    <a:pt x="7264346" y="130471"/>
                  </a:lnTo>
                  <a:lnTo>
                    <a:pt x="7264503" y="130471"/>
                  </a:lnTo>
                  <a:lnTo>
                    <a:pt x="7264661" y="130471"/>
                  </a:lnTo>
                  <a:lnTo>
                    <a:pt x="7264819" y="130471"/>
                  </a:lnTo>
                  <a:lnTo>
                    <a:pt x="7264977" y="130471"/>
                  </a:lnTo>
                  <a:lnTo>
                    <a:pt x="7265134" y="130471"/>
                  </a:lnTo>
                  <a:lnTo>
                    <a:pt x="7265292" y="130471"/>
                  </a:lnTo>
                  <a:lnTo>
                    <a:pt x="7265292" y="130041"/>
                  </a:lnTo>
                  <a:lnTo>
                    <a:pt x="7265450" y="130041"/>
                  </a:lnTo>
                  <a:lnTo>
                    <a:pt x="7265450" y="129610"/>
                  </a:lnTo>
                  <a:lnTo>
                    <a:pt x="7265607" y="129610"/>
                  </a:lnTo>
                  <a:lnTo>
                    <a:pt x="7265765" y="129610"/>
                  </a:lnTo>
                  <a:lnTo>
                    <a:pt x="7265923" y="129610"/>
                  </a:lnTo>
                  <a:lnTo>
                    <a:pt x="7266081" y="129610"/>
                  </a:lnTo>
                  <a:lnTo>
                    <a:pt x="7266238" y="129610"/>
                  </a:lnTo>
                  <a:lnTo>
                    <a:pt x="7266396" y="129610"/>
                  </a:lnTo>
                  <a:lnTo>
                    <a:pt x="7266554" y="129610"/>
                  </a:lnTo>
                  <a:lnTo>
                    <a:pt x="7266554" y="129180"/>
                  </a:lnTo>
                  <a:lnTo>
                    <a:pt x="7266711" y="129180"/>
                  </a:lnTo>
                  <a:lnTo>
                    <a:pt x="7266869" y="129180"/>
                  </a:lnTo>
                  <a:lnTo>
                    <a:pt x="7267027" y="129180"/>
                  </a:lnTo>
                  <a:lnTo>
                    <a:pt x="7267185" y="129180"/>
                  </a:lnTo>
                  <a:lnTo>
                    <a:pt x="7267342" y="129180"/>
                  </a:lnTo>
                  <a:lnTo>
                    <a:pt x="7267500" y="129180"/>
                  </a:lnTo>
                  <a:lnTo>
                    <a:pt x="7267658" y="129180"/>
                  </a:lnTo>
                  <a:lnTo>
                    <a:pt x="7267815" y="129180"/>
                  </a:lnTo>
                  <a:lnTo>
                    <a:pt x="7267973" y="129180"/>
                  </a:lnTo>
                  <a:lnTo>
                    <a:pt x="7268131" y="129180"/>
                  </a:lnTo>
                  <a:lnTo>
                    <a:pt x="7268289" y="129180"/>
                  </a:lnTo>
                  <a:lnTo>
                    <a:pt x="7268446" y="129180"/>
                  </a:lnTo>
                  <a:lnTo>
                    <a:pt x="7268604" y="129180"/>
                  </a:lnTo>
                  <a:lnTo>
                    <a:pt x="7268762" y="129180"/>
                  </a:lnTo>
                  <a:lnTo>
                    <a:pt x="7268920" y="129180"/>
                  </a:lnTo>
                  <a:lnTo>
                    <a:pt x="7269077" y="129180"/>
                  </a:lnTo>
                  <a:lnTo>
                    <a:pt x="7269235" y="129180"/>
                  </a:lnTo>
                  <a:lnTo>
                    <a:pt x="7269393" y="129180"/>
                  </a:lnTo>
                  <a:lnTo>
                    <a:pt x="7269550" y="129180"/>
                  </a:lnTo>
                  <a:lnTo>
                    <a:pt x="7269708" y="129180"/>
                  </a:lnTo>
                  <a:lnTo>
                    <a:pt x="7269708" y="128749"/>
                  </a:lnTo>
                  <a:lnTo>
                    <a:pt x="7269866" y="128749"/>
                  </a:lnTo>
                  <a:lnTo>
                    <a:pt x="7270024" y="128749"/>
                  </a:lnTo>
                  <a:lnTo>
                    <a:pt x="7270181" y="128749"/>
                  </a:lnTo>
                  <a:lnTo>
                    <a:pt x="7270339" y="128749"/>
                  </a:lnTo>
                  <a:lnTo>
                    <a:pt x="7270497" y="128749"/>
                  </a:lnTo>
                  <a:lnTo>
                    <a:pt x="7270654" y="128749"/>
                  </a:lnTo>
                  <a:lnTo>
                    <a:pt x="7270812" y="128749"/>
                  </a:lnTo>
                  <a:lnTo>
                    <a:pt x="7270970" y="128749"/>
                  </a:lnTo>
                  <a:lnTo>
                    <a:pt x="7271128" y="128749"/>
                  </a:lnTo>
                  <a:lnTo>
                    <a:pt x="7271285" y="128749"/>
                  </a:lnTo>
                  <a:lnTo>
                    <a:pt x="7271443" y="128749"/>
                  </a:lnTo>
                  <a:lnTo>
                    <a:pt x="7271601" y="128749"/>
                  </a:lnTo>
                  <a:lnTo>
                    <a:pt x="7271758" y="128749"/>
                  </a:lnTo>
                  <a:lnTo>
                    <a:pt x="7271916" y="128749"/>
                  </a:lnTo>
                  <a:lnTo>
                    <a:pt x="7271916" y="128318"/>
                  </a:lnTo>
                  <a:lnTo>
                    <a:pt x="7272074" y="128318"/>
                  </a:lnTo>
                  <a:lnTo>
                    <a:pt x="7272232" y="128318"/>
                  </a:lnTo>
                  <a:lnTo>
                    <a:pt x="7272389" y="128318"/>
                  </a:lnTo>
                  <a:lnTo>
                    <a:pt x="7272547" y="128318"/>
                  </a:lnTo>
                  <a:lnTo>
                    <a:pt x="7272705" y="128318"/>
                  </a:lnTo>
                  <a:lnTo>
                    <a:pt x="7272862" y="128318"/>
                  </a:lnTo>
                  <a:lnTo>
                    <a:pt x="7273020" y="128318"/>
                  </a:lnTo>
                  <a:lnTo>
                    <a:pt x="7273178" y="128318"/>
                  </a:lnTo>
                  <a:lnTo>
                    <a:pt x="7273336" y="128318"/>
                  </a:lnTo>
                  <a:lnTo>
                    <a:pt x="7273493" y="128318"/>
                  </a:lnTo>
                  <a:lnTo>
                    <a:pt x="7273651" y="128318"/>
                  </a:lnTo>
                  <a:lnTo>
                    <a:pt x="7273809" y="128318"/>
                  </a:lnTo>
                  <a:lnTo>
                    <a:pt x="7273966" y="128318"/>
                  </a:lnTo>
                  <a:lnTo>
                    <a:pt x="7274124" y="128318"/>
                  </a:lnTo>
                  <a:lnTo>
                    <a:pt x="7274282" y="128318"/>
                  </a:lnTo>
                  <a:lnTo>
                    <a:pt x="7274282" y="127888"/>
                  </a:lnTo>
                  <a:lnTo>
                    <a:pt x="7274440" y="127888"/>
                  </a:lnTo>
                  <a:lnTo>
                    <a:pt x="7274597" y="127888"/>
                  </a:lnTo>
                  <a:lnTo>
                    <a:pt x="7274755" y="127888"/>
                  </a:lnTo>
                  <a:lnTo>
                    <a:pt x="7274913" y="127888"/>
                  </a:lnTo>
                  <a:lnTo>
                    <a:pt x="7275071" y="127888"/>
                  </a:lnTo>
                  <a:lnTo>
                    <a:pt x="7275228" y="127888"/>
                  </a:lnTo>
                  <a:lnTo>
                    <a:pt x="7275386" y="127888"/>
                  </a:lnTo>
                  <a:lnTo>
                    <a:pt x="7275544" y="127888"/>
                  </a:lnTo>
                  <a:lnTo>
                    <a:pt x="7275701" y="127888"/>
                  </a:lnTo>
                  <a:lnTo>
                    <a:pt x="7275859" y="127888"/>
                  </a:lnTo>
                  <a:lnTo>
                    <a:pt x="7276017" y="127888"/>
                  </a:lnTo>
                  <a:lnTo>
                    <a:pt x="7276175" y="127888"/>
                  </a:lnTo>
                  <a:lnTo>
                    <a:pt x="7276332" y="127888"/>
                  </a:lnTo>
                  <a:lnTo>
                    <a:pt x="7276490" y="127888"/>
                  </a:lnTo>
                  <a:lnTo>
                    <a:pt x="7276648" y="127888"/>
                  </a:lnTo>
                  <a:lnTo>
                    <a:pt x="7276805" y="127888"/>
                  </a:lnTo>
                  <a:lnTo>
                    <a:pt x="7276963" y="127888"/>
                  </a:lnTo>
                  <a:lnTo>
                    <a:pt x="7277121" y="127888"/>
                  </a:lnTo>
                  <a:lnTo>
                    <a:pt x="7277279" y="127888"/>
                  </a:lnTo>
                  <a:lnTo>
                    <a:pt x="7277436" y="127888"/>
                  </a:lnTo>
                  <a:lnTo>
                    <a:pt x="7277594" y="127888"/>
                  </a:lnTo>
                  <a:lnTo>
                    <a:pt x="7277752" y="127888"/>
                  </a:lnTo>
                  <a:lnTo>
                    <a:pt x="7277909" y="127888"/>
                  </a:lnTo>
                  <a:lnTo>
                    <a:pt x="7278067" y="127888"/>
                  </a:lnTo>
                  <a:lnTo>
                    <a:pt x="7278225" y="127888"/>
                  </a:lnTo>
                  <a:lnTo>
                    <a:pt x="7278383" y="127888"/>
                  </a:lnTo>
                  <a:lnTo>
                    <a:pt x="7278540" y="127888"/>
                  </a:lnTo>
                  <a:lnTo>
                    <a:pt x="7278698" y="127888"/>
                  </a:lnTo>
                  <a:lnTo>
                    <a:pt x="7278856" y="127888"/>
                  </a:lnTo>
                  <a:lnTo>
                    <a:pt x="7279013" y="127888"/>
                  </a:lnTo>
                  <a:lnTo>
                    <a:pt x="7279171" y="127888"/>
                  </a:lnTo>
                  <a:lnTo>
                    <a:pt x="7279329" y="127888"/>
                  </a:lnTo>
                  <a:lnTo>
                    <a:pt x="7279487" y="127888"/>
                  </a:lnTo>
                  <a:lnTo>
                    <a:pt x="7279644" y="127888"/>
                  </a:lnTo>
                  <a:lnTo>
                    <a:pt x="7279802" y="127888"/>
                  </a:lnTo>
                  <a:lnTo>
                    <a:pt x="7279960" y="127888"/>
                  </a:lnTo>
                  <a:lnTo>
                    <a:pt x="7280118" y="127888"/>
                  </a:lnTo>
                  <a:lnTo>
                    <a:pt x="7280275" y="127888"/>
                  </a:lnTo>
                  <a:lnTo>
                    <a:pt x="7280433" y="127888"/>
                  </a:lnTo>
                  <a:lnTo>
                    <a:pt x="7280591" y="127888"/>
                  </a:lnTo>
                  <a:lnTo>
                    <a:pt x="7280748" y="127888"/>
                  </a:lnTo>
                  <a:lnTo>
                    <a:pt x="7280906" y="127888"/>
                  </a:lnTo>
                  <a:lnTo>
                    <a:pt x="7281064" y="127888"/>
                  </a:lnTo>
                  <a:lnTo>
                    <a:pt x="7281222" y="127888"/>
                  </a:lnTo>
                  <a:lnTo>
                    <a:pt x="7281379" y="127888"/>
                  </a:lnTo>
                  <a:lnTo>
                    <a:pt x="7281537" y="127888"/>
                  </a:lnTo>
                  <a:lnTo>
                    <a:pt x="7281695" y="127888"/>
                  </a:lnTo>
                  <a:lnTo>
                    <a:pt x="7281852" y="127888"/>
                  </a:lnTo>
                  <a:lnTo>
                    <a:pt x="7282010" y="127888"/>
                  </a:lnTo>
                  <a:lnTo>
                    <a:pt x="7282168" y="127888"/>
                  </a:lnTo>
                  <a:lnTo>
                    <a:pt x="7282326" y="127888"/>
                  </a:lnTo>
                  <a:lnTo>
                    <a:pt x="7282483" y="127888"/>
                  </a:lnTo>
                  <a:lnTo>
                    <a:pt x="7282641" y="127888"/>
                  </a:lnTo>
                  <a:lnTo>
                    <a:pt x="7282799" y="127888"/>
                  </a:lnTo>
                  <a:lnTo>
                    <a:pt x="7282956" y="127888"/>
                  </a:lnTo>
                  <a:lnTo>
                    <a:pt x="7283114" y="127888"/>
                  </a:lnTo>
                  <a:lnTo>
                    <a:pt x="7283272" y="127888"/>
                  </a:lnTo>
                  <a:lnTo>
                    <a:pt x="7283430" y="127888"/>
                  </a:lnTo>
                  <a:lnTo>
                    <a:pt x="7283587" y="127888"/>
                  </a:lnTo>
                  <a:lnTo>
                    <a:pt x="7283745" y="127888"/>
                  </a:lnTo>
                  <a:lnTo>
                    <a:pt x="7283903" y="127888"/>
                  </a:lnTo>
                  <a:lnTo>
                    <a:pt x="7284060" y="127888"/>
                  </a:lnTo>
                  <a:lnTo>
                    <a:pt x="7284060" y="127457"/>
                  </a:lnTo>
                  <a:lnTo>
                    <a:pt x="7284218" y="127457"/>
                  </a:lnTo>
                  <a:lnTo>
                    <a:pt x="7284376" y="127457"/>
                  </a:lnTo>
                  <a:lnTo>
                    <a:pt x="7284534" y="127457"/>
                  </a:lnTo>
                  <a:lnTo>
                    <a:pt x="7284691" y="127457"/>
                  </a:lnTo>
                  <a:lnTo>
                    <a:pt x="7284849" y="127457"/>
                  </a:lnTo>
                  <a:lnTo>
                    <a:pt x="7285007" y="127457"/>
                  </a:lnTo>
                  <a:lnTo>
                    <a:pt x="7285007" y="127027"/>
                  </a:lnTo>
                  <a:lnTo>
                    <a:pt x="7285164" y="127027"/>
                  </a:lnTo>
                  <a:lnTo>
                    <a:pt x="7285322" y="127027"/>
                  </a:lnTo>
                  <a:lnTo>
                    <a:pt x="7285480" y="127027"/>
                  </a:lnTo>
                  <a:lnTo>
                    <a:pt x="7285638" y="127027"/>
                  </a:lnTo>
                  <a:lnTo>
                    <a:pt x="7285795" y="127027"/>
                  </a:lnTo>
                  <a:lnTo>
                    <a:pt x="7285953" y="127027"/>
                  </a:lnTo>
                  <a:lnTo>
                    <a:pt x="7285953" y="126596"/>
                  </a:lnTo>
                  <a:lnTo>
                    <a:pt x="7286111" y="126596"/>
                  </a:lnTo>
                  <a:lnTo>
                    <a:pt x="7286111" y="126165"/>
                  </a:lnTo>
                  <a:lnTo>
                    <a:pt x="7286269" y="126165"/>
                  </a:lnTo>
                  <a:lnTo>
                    <a:pt x="7286426" y="126165"/>
                  </a:lnTo>
                  <a:lnTo>
                    <a:pt x="7286584" y="126165"/>
                  </a:lnTo>
                  <a:lnTo>
                    <a:pt x="7286742" y="126165"/>
                  </a:lnTo>
                  <a:lnTo>
                    <a:pt x="7286899" y="126165"/>
                  </a:lnTo>
                  <a:lnTo>
                    <a:pt x="7287057" y="126165"/>
                  </a:lnTo>
                  <a:lnTo>
                    <a:pt x="7287215" y="126165"/>
                  </a:lnTo>
                  <a:lnTo>
                    <a:pt x="7287373" y="126165"/>
                  </a:lnTo>
                  <a:lnTo>
                    <a:pt x="7287530" y="126165"/>
                  </a:lnTo>
                  <a:lnTo>
                    <a:pt x="7287688" y="126165"/>
                  </a:lnTo>
                  <a:lnTo>
                    <a:pt x="7287846" y="126165"/>
                  </a:lnTo>
                  <a:lnTo>
                    <a:pt x="7288003" y="126165"/>
                  </a:lnTo>
                  <a:lnTo>
                    <a:pt x="7288161" y="126165"/>
                  </a:lnTo>
                  <a:lnTo>
                    <a:pt x="7288319" y="126165"/>
                  </a:lnTo>
                  <a:lnTo>
                    <a:pt x="7288477" y="126165"/>
                  </a:lnTo>
                  <a:lnTo>
                    <a:pt x="7288634" y="126165"/>
                  </a:lnTo>
                  <a:lnTo>
                    <a:pt x="7288792" y="126165"/>
                  </a:lnTo>
                  <a:lnTo>
                    <a:pt x="7288950" y="126165"/>
                  </a:lnTo>
                  <a:lnTo>
                    <a:pt x="7289107" y="126165"/>
                  </a:lnTo>
                  <a:lnTo>
                    <a:pt x="7289265" y="126165"/>
                  </a:lnTo>
                  <a:lnTo>
                    <a:pt x="7289423" y="126165"/>
                  </a:lnTo>
                  <a:lnTo>
                    <a:pt x="7289581" y="126165"/>
                  </a:lnTo>
                  <a:lnTo>
                    <a:pt x="7289738" y="126165"/>
                  </a:lnTo>
                  <a:lnTo>
                    <a:pt x="7289896" y="126165"/>
                  </a:lnTo>
                  <a:lnTo>
                    <a:pt x="7290054" y="126165"/>
                  </a:lnTo>
                  <a:lnTo>
                    <a:pt x="7290211" y="126165"/>
                  </a:lnTo>
                  <a:lnTo>
                    <a:pt x="7290369" y="126165"/>
                  </a:lnTo>
                  <a:lnTo>
                    <a:pt x="7290527" y="126165"/>
                  </a:lnTo>
                  <a:lnTo>
                    <a:pt x="7290685" y="126165"/>
                  </a:lnTo>
                  <a:lnTo>
                    <a:pt x="7290685" y="125735"/>
                  </a:lnTo>
                  <a:lnTo>
                    <a:pt x="7290842" y="125735"/>
                  </a:lnTo>
                  <a:lnTo>
                    <a:pt x="7291000" y="125735"/>
                  </a:lnTo>
                  <a:lnTo>
                    <a:pt x="7291158" y="125735"/>
                  </a:lnTo>
                  <a:lnTo>
                    <a:pt x="7291316" y="125735"/>
                  </a:lnTo>
                  <a:lnTo>
                    <a:pt x="7291473" y="125735"/>
                  </a:lnTo>
                  <a:lnTo>
                    <a:pt x="7291631" y="125735"/>
                  </a:lnTo>
                  <a:lnTo>
                    <a:pt x="7291789" y="125735"/>
                  </a:lnTo>
                  <a:lnTo>
                    <a:pt x="7291946" y="125735"/>
                  </a:lnTo>
                  <a:lnTo>
                    <a:pt x="7292104" y="125735"/>
                  </a:lnTo>
                  <a:lnTo>
                    <a:pt x="7292262" y="125735"/>
                  </a:lnTo>
                  <a:lnTo>
                    <a:pt x="7292420" y="125735"/>
                  </a:lnTo>
                  <a:lnTo>
                    <a:pt x="7292577" y="125735"/>
                  </a:lnTo>
                  <a:lnTo>
                    <a:pt x="7292735" y="125735"/>
                  </a:lnTo>
                  <a:lnTo>
                    <a:pt x="7292893" y="125735"/>
                  </a:lnTo>
                  <a:lnTo>
                    <a:pt x="7293050" y="125735"/>
                  </a:lnTo>
                  <a:lnTo>
                    <a:pt x="7293208" y="125735"/>
                  </a:lnTo>
                  <a:lnTo>
                    <a:pt x="7293366" y="125735"/>
                  </a:lnTo>
                  <a:lnTo>
                    <a:pt x="7293524" y="125735"/>
                  </a:lnTo>
                  <a:lnTo>
                    <a:pt x="7293681" y="125735"/>
                  </a:lnTo>
                  <a:lnTo>
                    <a:pt x="7293839" y="125735"/>
                  </a:lnTo>
                  <a:lnTo>
                    <a:pt x="7293997" y="125735"/>
                  </a:lnTo>
                  <a:lnTo>
                    <a:pt x="7294154" y="125735"/>
                  </a:lnTo>
                  <a:lnTo>
                    <a:pt x="7294312" y="125735"/>
                  </a:lnTo>
                  <a:lnTo>
                    <a:pt x="7294470" y="125735"/>
                  </a:lnTo>
                  <a:lnTo>
                    <a:pt x="7294628" y="125735"/>
                  </a:lnTo>
                  <a:lnTo>
                    <a:pt x="7294785" y="125735"/>
                  </a:lnTo>
                  <a:lnTo>
                    <a:pt x="7294943" y="125735"/>
                  </a:lnTo>
                  <a:lnTo>
                    <a:pt x="7295101" y="125735"/>
                  </a:lnTo>
                  <a:lnTo>
                    <a:pt x="7295258" y="125735"/>
                  </a:lnTo>
                  <a:lnTo>
                    <a:pt x="7295416" y="125735"/>
                  </a:lnTo>
                  <a:lnTo>
                    <a:pt x="7295574" y="125735"/>
                  </a:lnTo>
                  <a:lnTo>
                    <a:pt x="7295732" y="125735"/>
                  </a:lnTo>
                  <a:lnTo>
                    <a:pt x="7295889" y="125735"/>
                  </a:lnTo>
                  <a:lnTo>
                    <a:pt x="7296047" y="125735"/>
                  </a:lnTo>
                  <a:lnTo>
                    <a:pt x="7296205" y="125735"/>
                  </a:lnTo>
                  <a:lnTo>
                    <a:pt x="7296362" y="125735"/>
                  </a:lnTo>
                  <a:lnTo>
                    <a:pt x="7296520" y="125735"/>
                  </a:lnTo>
                  <a:lnTo>
                    <a:pt x="7296678" y="125735"/>
                  </a:lnTo>
                  <a:lnTo>
                    <a:pt x="7296836" y="125735"/>
                  </a:lnTo>
                  <a:lnTo>
                    <a:pt x="7296993" y="125735"/>
                  </a:lnTo>
                  <a:lnTo>
                    <a:pt x="7297151" y="125735"/>
                  </a:lnTo>
                  <a:lnTo>
                    <a:pt x="7297309" y="125735"/>
                  </a:lnTo>
                  <a:lnTo>
                    <a:pt x="7297467" y="125735"/>
                  </a:lnTo>
                  <a:lnTo>
                    <a:pt x="7297624" y="125735"/>
                  </a:lnTo>
                  <a:lnTo>
                    <a:pt x="7297624" y="125304"/>
                  </a:lnTo>
                  <a:lnTo>
                    <a:pt x="7297782" y="125304"/>
                  </a:lnTo>
                  <a:lnTo>
                    <a:pt x="7297940" y="125304"/>
                  </a:lnTo>
                  <a:lnTo>
                    <a:pt x="7298097" y="125304"/>
                  </a:lnTo>
                  <a:lnTo>
                    <a:pt x="7298255" y="125304"/>
                  </a:lnTo>
                  <a:lnTo>
                    <a:pt x="7298255" y="124874"/>
                  </a:lnTo>
                  <a:lnTo>
                    <a:pt x="7298413" y="124874"/>
                  </a:lnTo>
                  <a:lnTo>
                    <a:pt x="7298571" y="124874"/>
                  </a:lnTo>
                  <a:lnTo>
                    <a:pt x="7298728" y="124874"/>
                  </a:lnTo>
                  <a:lnTo>
                    <a:pt x="7298886" y="124874"/>
                  </a:lnTo>
                  <a:lnTo>
                    <a:pt x="7299044" y="124874"/>
                  </a:lnTo>
                  <a:lnTo>
                    <a:pt x="7299201" y="124874"/>
                  </a:lnTo>
                  <a:lnTo>
                    <a:pt x="7299359" y="124874"/>
                  </a:lnTo>
                  <a:lnTo>
                    <a:pt x="7299517" y="124874"/>
                  </a:lnTo>
                  <a:lnTo>
                    <a:pt x="7299675" y="124874"/>
                  </a:lnTo>
                  <a:lnTo>
                    <a:pt x="7299832" y="124874"/>
                  </a:lnTo>
                  <a:lnTo>
                    <a:pt x="7299990" y="124874"/>
                  </a:lnTo>
                  <a:lnTo>
                    <a:pt x="7300148" y="124874"/>
                  </a:lnTo>
                  <a:lnTo>
                    <a:pt x="7300305" y="124874"/>
                  </a:lnTo>
                  <a:lnTo>
                    <a:pt x="7300463" y="124874"/>
                  </a:lnTo>
                  <a:lnTo>
                    <a:pt x="7300621" y="124874"/>
                  </a:lnTo>
                  <a:lnTo>
                    <a:pt x="7300779" y="124874"/>
                  </a:lnTo>
                  <a:lnTo>
                    <a:pt x="7300936" y="124874"/>
                  </a:lnTo>
                  <a:lnTo>
                    <a:pt x="7301094" y="124874"/>
                  </a:lnTo>
                  <a:lnTo>
                    <a:pt x="7301252" y="124874"/>
                  </a:lnTo>
                  <a:lnTo>
                    <a:pt x="7301409" y="124874"/>
                  </a:lnTo>
                  <a:lnTo>
                    <a:pt x="7301567" y="124874"/>
                  </a:lnTo>
                  <a:lnTo>
                    <a:pt x="7301725" y="124874"/>
                  </a:lnTo>
                  <a:lnTo>
                    <a:pt x="7301883" y="124874"/>
                  </a:lnTo>
                  <a:lnTo>
                    <a:pt x="7301883" y="124443"/>
                  </a:lnTo>
                  <a:lnTo>
                    <a:pt x="7302040" y="124443"/>
                  </a:lnTo>
                  <a:lnTo>
                    <a:pt x="7302198" y="124443"/>
                  </a:lnTo>
                  <a:lnTo>
                    <a:pt x="7302356" y="124443"/>
                  </a:lnTo>
                  <a:lnTo>
                    <a:pt x="7302514" y="124443"/>
                  </a:lnTo>
                  <a:lnTo>
                    <a:pt x="7302671" y="124443"/>
                  </a:lnTo>
                  <a:lnTo>
                    <a:pt x="7302829" y="124443"/>
                  </a:lnTo>
                  <a:lnTo>
                    <a:pt x="7302987" y="124443"/>
                  </a:lnTo>
                  <a:lnTo>
                    <a:pt x="7303144" y="124443"/>
                  </a:lnTo>
                  <a:lnTo>
                    <a:pt x="7303302" y="124443"/>
                  </a:lnTo>
                  <a:lnTo>
                    <a:pt x="7303460" y="124443"/>
                  </a:lnTo>
                  <a:lnTo>
                    <a:pt x="7303618" y="124443"/>
                  </a:lnTo>
                  <a:lnTo>
                    <a:pt x="7303775" y="124443"/>
                  </a:lnTo>
                  <a:lnTo>
                    <a:pt x="7303933" y="124443"/>
                  </a:lnTo>
                  <a:lnTo>
                    <a:pt x="7304091" y="124443"/>
                  </a:lnTo>
                  <a:lnTo>
                    <a:pt x="7304091" y="124012"/>
                  </a:lnTo>
                  <a:lnTo>
                    <a:pt x="7304248" y="124012"/>
                  </a:lnTo>
                  <a:lnTo>
                    <a:pt x="7304248" y="123582"/>
                  </a:lnTo>
                  <a:lnTo>
                    <a:pt x="7304406" y="123582"/>
                  </a:lnTo>
                  <a:lnTo>
                    <a:pt x="7304564" y="123582"/>
                  </a:lnTo>
                  <a:lnTo>
                    <a:pt x="7304722" y="123582"/>
                  </a:lnTo>
                  <a:lnTo>
                    <a:pt x="7304879" y="123582"/>
                  </a:lnTo>
                  <a:lnTo>
                    <a:pt x="7305037" y="123582"/>
                  </a:lnTo>
                  <a:lnTo>
                    <a:pt x="7305195" y="123582"/>
                  </a:lnTo>
                  <a:lnTo>
                    <a:pt x="7305352" y="123582"/>
                  </a:lnTo>
                  <a:lnTo>
                    <a:pt x="7305510" y="123582"/>
                  </a:lnTo>
                  <a:lnTo>
                    <a:pt x="7305668" y="123582"/>
                  </a:lnTo>
                  <a:lnTo>
                    <a:pt x="7305826" y="123582"/>
                  </a:lnTo>
                  <a:lnTo>
                    <a:pt x="7305826" y="123151"/>
                  </a:lnTo>
                  <a:lnTo>
                    <a:pt x="7305983" y="123151"/>
                  </a:lnTo>
                  <a:lnTo>
                    <a:pt x="7306141" y="123151"/>
                  </a:lnTo>
                  <a:lnTo>
                    <a:pt x="7306299" y="123151"/>
                  </a:lnTo>
                  <a:lnTo>
                    <a:pt x="7306456" y="123151"/>
                  </a:lnTo>
                  <a:lnTo>
                    <a:pt x="7306614" y="123151"/>
                  </a:lnTo>
                  <a:lnTo>
                    <a:pt x="7306772" y="123151"/>
                  </a:lnTo>
                  <a:lnTo>
                    <a:pt x="7306930" y="123151"/>
                  </a:lnTo>
                  <a:lnTo>
                    <a:pt x="7307087" y="123151"/>
                  </a:lnTo>
                  <a:lnTo>
                    <a:pt x="7307245" y="123151"/>
                  </a:lnTo>
                  <a:lnTo>
                    <a:pt x="7307403" y="123151"/>
                  </a:lnTo>
                  <a:lnTo>
                    <a:pt x="7307560" y="123151"/>
                  </a:lnTo>
                  <a:lnTo>
                    <a:pt x="7307718" y="123151"/>
                  </a:lnTo>
                  <a:lnTo>
                    <a:pt x="7307876" y="123151"/>
                  </a:lnTo>
                  <a:lnTo>
                    <a:pt x="7308034" y="123151"/>
                  </a:lnTo>
                  <a:lnTo>
                    <a:pt x="7308191" y="123151"/>
                  </a:lnTo>
                  <a:lnTo>
                    <a:pt x="7308349" y="123151"/>
                  </a:lnTo>
                  <a:lnTo>
                    <a:pt x="7308507" y="123151"/>
                  </a:lnTo>
                  <a:lnTo>
                    <a:pt x="7308665" y="123151"/>
                  </a:lnTo>
                  <a:lnTo>
                    <a:pt x="7308822" y="123151"/>
                  </a:lnTo>
                  <a:lnTo>
                    <a:pt x="7308980" y="123151"/>
                  </a:lnTo>
                  <a:lnTo>
                    <a:pt x="7309138" y="123151"/>
                  </a:lnTo>
                  <a:lnTo>
                    <a:pt x="7309295" y="123151"/>
                  </a:lnTo>
                  <a:lnTo>
                    <a:pt x="7309295" y="122721"/>
                  </a:lnTo>
                  <a:lnTo>
                    <a:pt x="7309453" y="122721"/>
                  </a:lnTo>
                  <a:lnTo>
                    <a:pt x="7309611" y="122721"/>
                  </a:lnTo>
                  <a:lnTo>
                    <a:pt x="7309769" y="122721"/>
                  </a:lnTo>
                  <a:lnTo>
                    <a:pt x="7309926" y="122721"/>
                  </a:lnTo>
                  <a:lnTo>
                    <a:pt x="7310084" y="122721"/>
                  </a:lnTo>
                  <a:lnTo>
                    <a:pt x="7310242" y="122721"/>
                  </a:lnTo>
                  <a:lnTo>
                    <a:pt x="7310399" y="122721"/>
                  </a:lnTo>
                  <a:lnTo>
                    <a:pt x="7310557" y="122721"/>
                  </a:lnTo>
                  <a:lnTo>
                    <a:pt x="7310715" y="122721"/>
                  </a:lnTo>
                  <a:lnTo>
                    <a:pt x="7310873" y="122721"/>
                  </a:lnTo>
                  <a:lnTo>
                    <a:pt x="7310873" y="122290"/>
                  </a:lnTo>
                  <a:lnTo>
                    <a:pt x="7311030" y="122290"/>
                  </a:lnTo>
                  <a:lnTo>
                    <a:pt x="7311188" y="122290"/>
                  </a:lnTo>
                  <a:lnTo>
                    <a:pt x="7311346" y="122290"/>
                  </a:lnTo>
                  <a:lnTo>
                    <a:pt x="7311503" y="122290"/>
                  </a:lnTo>
                  <a:lnTo>
                    <a:pt x="7311661" y="122290"/>
                  </a:lnTo>
                  <a:lnTo>
                    <a:pt x="7311661" y="121859"/>
                  </a:lnTo>
                  <a:lnTo>
                    <a:pt x="7311819" y="121859"/>
                  </a:lnTo>
                  <a:lnTo>
                    <a:pt x="7311977" y="121859"/>
                  </a:lnTo>
                  <a:lnTo>
                    <a:pt x="7312134" y="121859"/>
                  </a:lnTo>
                  <a:lnTo>
                    <a:pt x="7312292" y="121859"/>
                  </a:lnTo>
                  <a:lnTo>
                    <a:pt x="7312450" y="121859"/>
                  </a:lnTo>
                  <a:lnTo>
                    <a:pt x="7312607" y="121859"/>
                  </a:lnTo>
                  <a:lnTo>
                    <a:pt x="7312765" y="121859"/>
                  </a:lnTo>
                  <a:lnTo>
                    <a:pt x="7312923" y="121859"/>
                  </a:lnTo>
                  <a:lnTo>
                    <a:pt x="7313081" y="121859"/>
                  </a:lnTo>
                  <a:lnTo>
                    <a:pt x="7313238" y="121859"/>
                  </a:lnTo>
                  <a:lnTo>
                    <a:pt x="7313396" y="121859"/>
                  </a:lnTo>
                  <a:lnTo>
                    <a:pt x="7313554" y="121859"/>
                  </a:lnTo>
                  <a:lnTo>
                    <a:pt x="7313711" y="121859"/>
                  </a:lnTo>
                  <a:lnTo>
                    <a:pt x="7313869" y="121859"/>
                  </a:lnTo>
                  <a:lnTo>
                    <a:pt x="7314027" y="121859"/>
                  </a:lnTo>
                  <a:lnTo>
                    <a:pt x="7314185" y="121859"/>
                  </a:lnTo>
                  <a:lnTo>
                    <a:pt x="7314342" y="121859"/>
                  </a:lnTo>
                  <a:lnTo>
                    <a:pt x="7314500" y="121859"/>
                  </a:lnTo>
                  <a:lnTo>
                    <a:pt x="7314658" y="121859"/>
                  </a:lnTo>
                  <a:lnTo>
                    <a:pt x="7314816" y="121859"/>
                  </a:lnTo>
                  <a:lnTo>
                    <a:pt x="7314973" y="121859"/>
                  </a:lnTo>
                  <a:lnTo>
                    <a:pt x="7315131" y="121859"/>
                  </a:lnTo>
                  <a:lnTo>
                    <a:pt x="7315289" y="121859"/>
                  </a:lnTo>
                  <a:lnTo>
                    <a:pt x="7315446" y="121859"/>
                  </a:lnTo>
                  <a:lnTo>
                    <a:pt x="7315604" y="121859"/>
                  </a:lnTo>
                  <a:lnTo>
                    <a:pt x="7315762" y="121859"/>
                  </a:lnTo>
                  <a:lnTo>
                    <a:pt x="7315920" y="121859"/>
                  </a:lnTo>
                  <a:lnTo>
                    <a:pt x="7316077" y="121859"/>
                  </a:lnTo>
                  <a:lnTo>
                    <a:pt x="7316235" y="121859"/>
                  </a:lnTo>
                  <a:lnTo>
                    <a:pt x="7316235" y="121429"/>
                  </a:lnTo>
                  <a:lnTo>
                    <a:pt x="7316393" y="121429"/>
                  </a:lnTo>
                  <a:lnTo>
                    <a:pt x="7316550" y="121429"/>
                  </a:lnTo>
                  <a:lnTo>
                    <a:pt x="7316708" y="121429"/>
                  </a:lnTo>
                  <a:lnTo>
                    <a:pt x="7316708" y="120998"/>
                  </a:lnTo>
                  <a:lnTo>
                    <a:pt x="7316866" y="120998"/>
                  </a:lnTo>
                  <a:lnTo>
                    <a:pt x="7317024" y="120998"/>
                  </a:lnTo>
                  <a:lnTo>
                    <a:pt x="7317181" y="120998"/>
                  </a:lnTo>
                  <a:lnTo>
                    <a:pt x="7317339" y="120998"/>
                  </a:lnTo>
                  <a:lnTo>
                    <a:pt x="7317339" y="120568"/>
                  </a:lnTo>
                  <a:lnTo>
                    <a:pt x="7317497" y="120568"/>
                  </a:lnTo>
                  <a:lnTo>
                    <a:pt x="7317654" y="120568"/>
                  </a:lnTo>
                  <a:lnTo>
                    <a:pt x="7317812" y="120568"/>
                  </a:lnTo>
                  <a:lnTo>
                    <a:pt x="7317970" y="120568"/>
                  </a:lnTo>
                  <a:lnTo>
                    <a:pt x="7318128" y="120568"/>
                  </a:lnTo>
                  <a:lnTo>
                    <a:pt x="7318285" y="120568"/>
                  </a:lnTo>
                  <a:lnTo>
                    <a:pt x="7318285" y="120137"/>
                  </a:lnTo>
                  <a:lnTo>
                    <a:pt x="7318443" y="120137"/>
                  </a:lnTo>
                  <a:lnTo>
                    <a:pt x="7318601" y="120137"/>
                  </a:lnTo>
                  <a:lnTo>
                    <a:pt x="7318758" y="120137"/>
                  </a:lnTo>
                  <a:lnTo>
                    <a:pt x="7318916" y="120137"/>
                  </a:lnTo>
                  <a:lnTo>
                    <a:pt x="7318916" y="119706"/>
                  </a:lnTo>
                  <a:lnTo>
                    <a:pt x="7319074" y="119706"/>
                  </a:lnTo>
                  <a:lnTo>
                    <a:pt x="7319232" y="119706"/>
                  </a:lnTo>
                  <a:lnTo>
                    <a:pt x="7319389" y="119706"/>
                  </a:lnTo>
                  <a:lnTo>
                    <a:pt x="7319547" y="119706"/>
                  </a:lnTo>
                  <a:lnTo>
                    <a:pt x="7319705" y="119706"/>
                  </a:lnTo>
                  <a:lnTo>
                    <a:pt x="7319863" y="119706"/>
                  </a:lnTo>
                  <a:lnTo>
                    <a:pt x="7320020" y="119706"/>
                  </a:lnTo>
                  <a:lnTo>
                    <a:pt x="7320178" y="119706"/>
                  </a:lnTo>
                  <a:lnTo>
                    <a:pt x="7320336" y="119706"/>
                  </a:lnTo>
                  <a:lnTo>
                    <a:pt x="7320493" y="119706"/>
                  </a:lnTo>
                  <a:lnTo>
                    <a:pt x="7320651" y="119706"/>
                  </a:lnTo>
                  <a:lnTo>
                    <a:pt x="7320809" y="119706"/>
                  </a:lnTo>
                  <a:lnTo>
                    <a:pt x="7320967" y="119706"/>
                  </a:lnTo>
                  <a:lnTo>
                    <a:pt x="7321124" y="119706"/>
                  </a:lnTo>
                  <a:lnTo>
                    <a:pt x="7321282" y="119706"/>
                  </a:lnTo>
                  <a:lnTo>
                    <a:pt x="7321440" y="119706"/>
                  </a:lnTo>
                  <a:lnTo>
                    <a:pt x="7321597" y="119706"/>
                  </a:lnTo>
                  <a:lnTo>
                    <a:pt x="7321755" y="119706"/>
                  </a:lnTo>
                  <a:lnTo>
                    <a:pt x="7321755" y="119276"/>
                  </a:lnTo>
                  <a:lnTo>
                    <a:pt x="7321913" y="119276"/>
                  </a:lnTo>
                  <a:lnTo>
                    <a:pt x="7322071" y="119276"/>
                  </a:lnTo>
                  <a:lnTo>
                    <a:pt x="7322228" y="119276"/>
                  </a:lnTo>
                  <a:lnTo>
                    <a:pt x="7322386" y="119276"/>
                  </a:lnTo>
                  <a:lnTo>
                    <a:pt x="7322544" y="119276"/>
                  </a:lnTo>
                  <a:lnTo>
                    <a:pt x="7322701" y="119276"/>
                  </a:lnTo>
                  <a:lnTo>
                    <a:pt x="7322859" y="119276"/>
                  </a:lnTo>
                  <a:lnTo>
                    <a:pt x="7323017" y="119276"/>
                  </a:lnTo>
                  <a:lnTo>
                    <a:pt x="7323175" y="119276"/>
                  </a:lnTo>
                  <a:lnTo>
                    <a:pt x="7323332" y="119276"/>
                  </a:lnTo>
                  <a:lnTo>
                    <a:pt x="7323490" y="119276"/>
                  </a:lnTo>
                  <a:lnTo>
                    <a:pt x="7323648" y="119276"/>
                  </a:lnTo>
                  <a:lnTo>
                    <a:pt x="7323805" y="119276"/>
                  </a:lnTo>
                  <a:lnTo>
                    <a:pt x="7323963" y="119276"/>
                  </a:lnTo>
                  <a:lnTo>
                    <a:pt x="7324121" y="119276"/>
                  </a:lnTo>
                  <a:lnTo>
                    <a:pt x="7324279" y="119276"/>
                  </a:lnTo>
                  <a:lnTo>
                    <a:pt x="7324436" y="119276"/>
                  </a:lnTo>
                  <a:lnTo>
                    <a:pt x="7324594" y="119276"/>
                  </a:lnTo>
                  <a:lnTo>
                    <a:pt x="7324752" y="119276"/>
                  </a:lnTo>
                  <a:lnTo>
                    <a:pt x="7324909" y="119276"/>
                  </a:lnTo>
                  <a:lnTo>
                    <a:pt x="7325067" y="119276"/>
                  </a:lnTo>
                  <a:lnTo>
                    <a:pt x="7325225" y="119276"/>
                  </a:lnTo>
                  <a:lnTo>
                    <a:pt x="7325383" y="119276"/>
                  </a:lnTo>
                  <a:lnTo>
                    <a:pt x="7325540" y="119276"/>
                  </a:lnTo>
                  <a:lnTo>
                    <a:pt x="7325698" y="119276"/>
                  </a:lnTo>
                  <a:lnTo>
                    <a:pt x="7325856" y="119276"/>
                  </a:lnTo>
                  <a:lnTo>
                    <a:pt x="7326014" y="119276"/>
                  </a:lnTo>
                  <a:lnTo>
                    <a:pt x="7326171" y="119276"/>
                  </a:lnTo>
                  <a:lnTo>
                    <a:pt x="7326329" y="119276"/>
                  </a:lnTo>
                  <a:lnTo>
                    <a:pt x="7326487" y="119276"/>
                  </a:lnTo>
                  <a:lnTo>
                    <a:pt x="7326644" y="119276"/>
                  </a:lnTo>
                  <a:lnTo>
                    <a:pt x="7326802" y="119276"/>
                  </a:lnTo>
                  <a:lnTo>
                    <a:pt x="7326960" y="119276"/>
                  </a:lnTo>
                  <a:lnTo>
                    <a:pt x="7327118" y="119276"/>
                  </a:lnTo>
                  <a:lnTo>
                    <a:pt x="7327275" y="119276"/>
                  </a:lnTo>
                  <a:lnTo>
                    <a:pt x="7327433" y="119276"/>
                  </a:lnTo>
                  <a:lnTo>
                    <a:pt x="7327591" y="119276"/>
                  </a:lnTo>
                  <a:lnTo>
                    <a:pt x="7327748" y="119276"/>
                  </a:lnTo>
                  <a:lnTo>
                    <a:pt x="7327906" y="119276"/>
                  </a:lnTo>
                  <a:lnTo>
                    <a:pt x="7328064" y="119276"/>
                  </a:lnTo>
                  <a:lnTo>
                    <a:pt x="7328222" y="119276"/>
                  </a:lnTo>
                  <a:lnTo>
                    <a:pt x="7328379" y="119276"/>
                  </a:lnTo>
                  <a:lnTo>
                    <a:pt x="7328537" y="119276"/>
                  </a:lnTo>
                  <a:lnTo>
                    <a:pt x="7328695" y="119276"/>
                  </a:lnTo>
                  <a:lnTo>
                    <a:pt x="7328852" y="119276"/>
                  </a:lnTo>
                  <a:lnTo>
                    <a:pt x="7329010" y="119276"/>
                  </a:lnTo>
                  <a:lnTo>
                    <a:pt x="7329168" y="119276"/>
                  </a:lnTo>
                  <a:lnTo>
                    <a:pt x="7329326" y="119276"/>
                  </a:lnTo>
                  <a:lnTo>
                    <a:pt x="7329483" y="119276"/>
                  </a:lnTo>
                  <a:lnTo>
                    <a:pt x="7329641" y="119276"/>
                  </a:lnTo>
                  <a:lnTo>
                    <a:pt x="7329799" y="119276"/>
                  </a:lnTo>
                  <a:lnTo>
                    <a:pt x="7329956" y="119276"/>
                  </a:lnTo>
                  <a:lnTo>
                    <a:pt x="7330114" y="119276"/>
                  </a:lnTo>
                  <a:lnTo>
                    <a:pt x="7330272" y="119276"/>
                  </a:lnTo>
                  <a:lnTo>
                    <a:pt x="7330430" y="119276"/>
                  </a:lnTo>
                  <a:lnTo>
                    <a:pt x="7330587" y="119276"/>
                  </a:lnTo>
                  <a:lnTo>
                    <a:pt x="7330745" y="119276"/>
                  </a:lnTo>
                  <a:lnTo>
                    <a:pt x="7330903" y="119276"/>
                  </a:lnTo>
                  <a:lnTo>
                    <a:pt x="7331061" y="119276"/>
                  </a:lnTo>
                  <a:lnTo>
                    <a:pt x="7331218" y="119276"/>
                  </a:lnTo>
                  <a:lnTo>
                    <a:pt x="7331376" y="119276"/>
                  </a:lnTo>
                  <a:lnTo>
                    <a:pt x="7331534" y="119276"/>
                  </a:lnTo>
                  <a:lnTo>
                    <a:pt x="7331691" y="119276"/>
                  </a:lnTo>
                  <a:lnTo>
                    <a:pt x="7331849" y="119276"/>
                  </a:lnTo>
                  <a:lnTo>
                    <a:pt x="7332007" y="119276"/>
                  </a:lnTo>
                  <a:lnTo>
                    <a:pt x="7332165" y="119276"/>
                  </a:lnTo>
                  <a:lnTo>
                    <a:pt x="7332322" y="119276"/>
                  </a:lnTo>
                  <a:lnTo>
                    <a:pt x="7332480" y="119276"/>
                  </a:lnTo>
                  <a:lnTo>
                    <a:pt x="7332638" y="119276"/>
                  </a:lnTo>
                  <a:lnTo>
                    <a:pt x="7332795" y="119276"/>
                  </a:lnTo>
                  <a:lnTo>
                    <a:pt x="7332953" y="119276"/>
                  </a:lnTo>
                  <a:lnTo>
                    <a:pt x="7333111" y="119276"/>
                  </a:lnTo>
                  <a:lnTo>
                    <a:pt x="7333269" y="119276"/>
                  </a:lnTo>
                  <a:lnTo>
                    <a:pt x="7333426" y="119276"/>
                  </a:lnTo>
                  <a:lnTo>
                    <a:pt x="7333584" y="119276"/>
                  </a:lnTo>
                  <a:lnTo>
                    <a:pt x="7333742" y="119276"/>
                  </a:lnTo>
                  <a:lnTo>
                    <a:pt x="7333899" y="119276"/>
                  </a:lnTo>
                  <a:lnTo>
                    <a:pt x="7334057" y="119276"/>
                  </a:lnTo>
                  <a:lnTo>
                    <a:pt x="7334215" y="119276"/>
                  </a:lnTo>
                  <a:lnTo>
                    <a:pt x="7334373" y="119276"/>
                  </a:lnTo>
                  <a:lnTo>
                    <a:pt x="7334530" y="119276"/>
                  </a:lnTo>
                  <a:lnTo>
                    <a:pt x="7334530" y="118845"/>
                  </a:lnTo>
                  <a:lnTo>
                    <a:pt x="7334688" y="118845"/>
                  </a:lnTo>
                  <a:lnTo>
                    <a:pt x="7334846" y="118845"/>
                  </a:lnTo>
                  <a:lnTo>
                    <a:pt x="7334846" y="118415"/>
                  </a:lnTo>
                  <a:lnTo>
                    <a:pt x="7334846" y="117984"/>
                  </a:lnTo>
                  <a:lnTo>
                    <a:pt x="7335003" y="117984"/>
                  </a:lnTo>
                  <a:lnTo>
                    <a:pt x="7335161" y="117984"/>
                  </a:lnTo>
                  <a:lnTo>
                    <a:pt x="7335319" y="117984"/>
                  </a:lnTo>
                  <a:lnTo>
                    <a:pt x="7335477" y="117984"/>
                  </a:lnTo>
                  <a:lnTo>
                    <a:pt x="7335634" y="117984"/>
                  </a:lnTo>
                  <a:lnTo>
                    <a:pt x="7335792" y="117984"/>
                  </a:lnTo>
                  <a:lnTo>
                    <a:pt x="7335950" y="117984"/>
                  </a:lnTo>
                  <a:lnTo>
                    <a:pt x="7336107" y="117984"/>
                  </a:lnTo>
                  <a:lnTo>
                    <a:pt x="7336107" y="117553"/>
                  </a:lnTo>
                  <a:lnTo>
                    <a:pt x="7336265" y="117553"/>
                  </a:lnTo>
                  <a:lnTo>
                    <a:pt x="7336423" y="117553"/>
                  </a:lnTo>
                  <a:lnTo>
                    <a:pt x="7336581" y="117553"/>
                  </a:lnTo>
                  <a:lnTo>
                    <a:pt x="7336738" y="117553"/>
                  </a:lnTo>
                  <a:lnTo>
                    <a:pt x="7336738" y="117123"/>
                  </a:lnTo>
                  <a:lnTo>
                    <a:pt x="7336896" y="117123"/>
                  </a:lnTo>
                  <a:lnTo>
                    <a:pt x="7337054" y="117123"/>
                  </a:lnTo>
                  <a:lnTo>
                    <a:pt x="7337212" y="117123"/>
                  </a:lnTo>
                  <a:lnTo>
                    <a:pt x="7337369" y="117123"/>
                  </a:lnTo>
                  <a:lnTo>
                    <a:pt x="7337527" y="117123"/>
                  </a:lnTo>
                  <a:lnTo>
                    <a:pt x="7337685" y="117123"/>
                  </a:lnTo>
                  <a:lnTo>
                    <a:pt x="7337842" y="117123"/>
                  </a:lnTo>
                  <a:lnTo>
                    <a:pt x="7337842" y="116692"/>
                  </a:lnTo>
                  <a:lnTo>
                    <a:pt x="7338000" y="116692"/>
                  </a:lnTo>
                  <a:lnTo>
                    <a:pt x="7338158" y="116692"/>
                  </a:lnTo>
                  <a:lnTo>
                    <a:pt x="7338316" y="116692"/>
                  </a:lnTo>
                  <a:lnTo>
                    <a:pt x="7338473" y="116692"/>
                  </a:lnTo>
                  <a:lnTo>
                    <a:pt x="7338631" y="116692"/>
                  </a:lnTo>
                  <a:lnTo>
                    <a:pt x="7338789" y="116692"/>
                  </a:lnTo>
                  <a:lnTo>
                    <a:pt x="7338946" y="116692"/>
                  </a:lnTo>
                  <a:lnTo>
                    <a:pt x="7339104" y="116692"/>
                  </a:lnTo>
                  <a:lnTo>
                    <a:pt x="7339262" y="116692"/>
                  </a:lnTo>
                  <a:lnTo>
                    <a:pt x="7339262" y="116262"/>
                  </a:lnTo>
                  <a:lnTo>
                    <a:pt x="7339420" y="116262"/>
                  </a:lnTo>
                  <a:lnTo>
                    <a:pt x="7339577" y="116262"/>
                  </a:lnTo>
                  <a:lnTo>
                    <a:pt x="7339735" y="116262"/>
                  </a:lnTo>
                  <a:lnTo>
                    <a:pt x="7339893" y="116262"/>
                  </a:lnTo>
                  <a:lnTo>
                    <a:pt x="7340050" y="116262"/>
                  </a:lnTo>
                  <a:lnTo>
                    <a:pt x="7340208" y="116262"/>
                  </a:lnTo>
                  <a:lnTo>
                    <a:pt x="7340366" y="116262"/>
                  </a:lnTo>
                  <a:lnTo>
                    <a:pt x="7340524" y="116262"/>
                  </a:lnTo>
                  <a:lnTo>
                    <a:pt x="7340681" y="116262"/>
                  </a:lnTo>
                  <a:lnTo>
                    <a:pt x="7340839" y="116262"/>
                  </a:lnTo>
                  <a:lnTo>
                    <a:pt x="7340997" y="116262"/>
                  </a:lnTo>
                  <a:lnTo>
                    <a:pt x="7341154" y="116262"/>
                  </a:lnTo>
                  <a:lnTo>
                    <a:pt x="7341312" y="116262"/>
                  </a:lnTo>
                  <a:lnTo>
                    <a:pt x="7341470" y="116262"/>
                  </a:lnTo>
                  <a:lnTo>
                    <a:pt x="7341628" y="116262"/>
                  </a:lnTo>
                  <a:lnTo>
                    <a:pt x="7341785" y="116262"/>
                  </a:lnTo>
                  <a:lnTo>
                    <a:pt x="7341943" y="116262"/>
                  </a:lnTo>
                  <a:lnTo>
                    <a:pt x="7342101" y="116262"/>
                  </a:lnTo>
                  <a:lnTo>
                    <a:pt x="7342259" y="116262"/>
                  </a:lnTo>
                  <a:lnTo>
                    <a:pt x="7342416" y="116262"/>
                  </a:lnTo>
                  <a:lnTo>
                    <a:pt x="7342574" y="116262"/>
                  </a:lnTo>
                  <a:lnTo>
                    <a:pt x="7342732" y="116262"/>
                  </a:lnTo>
                  <a:lnTo>
                    <a:pt x="7342889" y="116262"/>
                  </a:lnTo>
                  <a:lnTo>
                    <a:pt x="7343047" y="116262"/>
                  </a:lnTo>
                  <a:lnTo>
                    <a:pt x="7343205" y="116262"/>
                  </a:lnTo>
                  <a:lnTo>
                    <a:pt x="7343363" y="116262"/>
                  </a:lnTo>
                  <a:lnTo>
                    <a:pt x="7343520" y="116262"/>
                  </a:lnTo>
                  <a:lnTo>
                    <a:pt x="7343678" y="116262"/>
                  </a:lnTo>
                  <a:lnTo>
                    <a:pt x="7343678" y="115831"/>
                  </a:lnTo>
                  <a:lnTo>
                    <a:pt x="7343836" y="115831"/>
                  </a:lnTo>
                  <a:lnTo>
                    <a:pt x="7343993" y="115831"/>
                  </a:lnTo>
                  <a:lnTo>
                    <a:pt x="7344151" y="115831"/>
                  </a:lnTo>
                  <a:lnTo>
                    <a:pt x="7344309" y="115831"/>
                  </a:lnTo>
                  <a:lnTo>
                    <a:pt x="7344467" y="115831"/>
                  </a:lnTo>
                  <a:lnTo>
                    <a:pt x="7344624" y="115831"/>
                  </a:lnTo>
                  <a:lnTo>
                    <a:pt x="7344782" y="115831"/>
                  </a:lnTo>
                  <a:lnTo>
                    <a:pt x="7344940" y="115831"/>
                  </a:lnTo>
                  <a:lnTo>
                    <a:pt x="7345097" y="115831"/>
                  </a:lnTo>
                  <a:lnTo>
                    <a:pt x="7345255" y="115831"/>
                  </a:lnTo>
                  <a:lnTo>
                    <a:pt x="7345413" y="115831"/>
                  </a:lnTo>
                  <a:lnTo>
                    <a:pt x="7345571" y="115831"/>
                  </a:lnTo>
                  <a:lnTo>
                    <a:pt x="7345728" y="115831"/>
                  </a:lnTo>
                  <a:lnTo>
                    <a:pt x="7345886" y="115831"/>
                  </a:lnTo>
                  <a:lnTo>
                    <a:pt x="7346044" y="115831"/>
                  </a:lnTo>
                  <a:lnTo>
                    <a:pt x="7346201" y="115831"/>
                  </a:lnTo>
                  <a:lnTo>
                    <a:pt x="7346359" y="115831"/>
                  </a:lnTo>
                  <a:lnTo>
                    <a:pt x="7346359" y="115400"/>
                  </a:lnTo>
                  <a:lnTo>
                    <a:pt x="7346517" y="115400"/>
                  </a:lnTo>
                  <a:lnTo>
                    <a:pt x="7346675" y="115400"/>
                  </a:lnTo>
                  <a:lnTo>
                    <a:pt x="7346832" y="115400"/>
                  </a:lnTo>
                  <a:lnTo>
                    <a:pt x="7346990" y="115400"/>
                  </a:lnTo>
                  <a:lnTo>
                    <a:pt x="7347148" y="115400"/>
                  </a:lnTo>
                  <a:lnTo>
                    <a:pt x="7347305" y="115400"/>
                  </a:lnTo>
                  <a:lnTo>
                    <a:pt x="7347463" y="115400"/>
                  </a:lnTo>
                  <a:lnTo>
                    <a:pt x="7347621" y="115400"/>
                  </a:lnTo>
                  <a:lnTo>
                    <a:pt x="7347779" y="115400"/>
                  </a:lnTo>
                  <a:lnTo>
                    <a:pt x="7347936" y="115400"/>
                  </a:lnTo>
                  <a:lnTo>
                    <a:pt x="7348094" y="115400"/>
                  </a:lnTo>
                  <a:lnTo>
                    <a:pt x="7348252" y="115400"/>
                  </a:lnTo>
                  <a:lnTo>
                    <a:pt x="7348410" y="115400"/>
                  </a:lnTo>
                  <a:lnTo>
                    <a:pt x="7348567" y="115400"/>
                  </a:lnTo>
                  <a:lnTo>
                    <a:pt x="7348725" y="115400"/>
                  </a:lnTo>
                  <a:lnTo>
                    <a:pt x="7348883" y="115400"/>
                  </a:lnTo>
                  <a:lnTo>
                    <a:pt x="7349040" y="115400"/>
                  </a:lnTo>
                  <a:lnTo>
                    <a:pt x="7349198" y="115400"/>
                  </a:lnTo>
                  <a:lnTo>
                    <a:pt x="7349356" y="115400"/>
                  </a:lnTo>
                  <a:lnTo>
                    <a:pt x="7349514" y="115400"/>
                  </a:lnTo>
                  <a:lnTo>
                    <a:pt x="7349671" y="115400"/>
                  </a:lnTo>
                  <a:lnTo>
                    <a:pt x="7349829" y="115400"/>
                  </a:lnTo>
                  <a:lnTo>
                    <a:pt x="7349987" y="115400"/>
                  </a:lnTo>
                  <a:lnTo>
                    <a:pt x="7350144" y="115400"/>
                  </a:lnTo>
                  <a:lnTo>
                    <a:pt x="7350302" y="115400"/>
                  </a:lnTo>
                  <a:lnTo>
                    <a:pt x="7350460" y="115400"/>
                  </a:lnTo>
                  <a:lnTo>
                    <a:pt x="7350618" y="115400"/>
                  </a:lnTo>
                  <a:lnTo>
                    <a:pt x="7350618" y="114970"/>
                  </a:lnTo>
                  <a:lnTo>
                    <a:pt x="7350775" y="114970"/>
                  </a:lnTo>
                  <a:lnTo>
                    <a:pt x="7350933" y="114970"/>
                  </a:lnTo>
                  <a:lnTo>
                    <a:pt x="7350933" y="114539"/>
                  </a:lnTo>
                  <a:lnTo>
                    <a:pt x="7351091" y="114539"/>
                  </a:lnTo>
                  <a:lnTo>
                    <a:pt x="7351248" y="114539"/>
                  </a:lnTo>
                  <a:lnTo>
                    <a:pt x="7351406" y="114539"/>
                  </a:lnTo>
                  <a:lnTo>
                    <a:pt x="7351564" y="114539"/>
                  </a:lnTo>
                  <a:lnTo>
                    <a:pt x="7351722" y="114539"/>
                  </a:lnTo>
                  <a:lnTo>
                    <a:pt x="7351879" y="114539"/>
                  </a:lnTo>
                  <a:lnTo>
                    <a:pt x="7352037" y="114539"/>
                  </a:lnTo>
                  <a:lnTo>
                    <a:pt x="7352037" y="114109"/>
                  </a:lnTo>
                  <a:lnTo>
                    <a:pt x="7352195" y="114109"/>
                  </a:lnTo>
                  <a:lnTo>
                    <a:pt x="7352352" y="114109"/>
                  </a:lnTo>
                  <a:lnTo>
                    <a:pt x="7352510" y="114109"/>
                  </a:lnTo>
                  <a:lnTo>
                    <a:pt x="7352668" y="114109"/>
                  </a:lnTo>
                  <a:lnTo>
                    <a:pt x="7352826" y="114109"/>
                  </a:lnTo>
                  <a:lnTo>
                    <a:pt x="7352983" y="114109"/>
                  </a:lnTo>
                  <a:lnTo>
                    <a:pt x="7353141" y="114109"/>
                  </a:lnTo>
                  <a:lnTo>
                    <a:pt x="7353299" y="114109"/>
                  </a:lnTo>
                  <a:lnTo>
                    <a:pt x="7353457" y="114109"/>
                  </a:lnTo>
                  <a:lnTo>
                    <a:pt x="7353614" y="114109"/>
                  </a:lnTo>
                  <a:lnTo>
                    <a:pt x="7353772" y="114109"/>
                  </a:lnTo>
                  <a:lnTo>
                    <a:pt x="7353930" y="114109"/>
                  </a:lnTo>
                  <a:lnTo>
                    <a:pt x="7354087" y="114109"/>
                  </a:lnTo>
                  <a:lnTo>
                    <a:pt x="7354245" y="114109"/>
                  </a:lnTo>
                  <a:lnTo>
                    <a:pt x="7354403" y="114109"/>
                  </a:lnTo>
                  <a:lnTo>
                    <a:pt x="7354561" y="114109"/>
                  </a:lnTo>
                  <a:lnTo>
                    <a:pt x="7354561" y="113678"/>
                  </a:lnTo>
                  <a:lnTo>
                    <a:pt x="7354718" y="113678"/>
                  </a:lnTo>
                  <a:lnTo>
                    <a:pt x="7354876" y="113678"/>
                  </a:lnTo>
                  <a:lnTo>
                    <a:pt x="7355034" y="113678"/>
                  </a:lnTo>
                  <a:lnTo>
                    <a:pt x="7355034" y="113247"/>
                  </a:lnTo>
                  <a:lnTo>
                    <a:pt x="7355191" y="113247"/>
                  </a:lnTo>
                  <a:lnTo>
                    <a:pt x="7355349" y="113247"/>
                  </a:lnTo>
                  <a:lnTo>
                    <a:pt x="7355507" y="113247"/>
                  </a:lnTo>
                  <a:lnTo>
                    <a:pt x="7355665" y="113247"/>
                  </a:lnTo>
                  <a:lnTo>
                    <a:pt x="7355822" y="113247"/>
                  </a:lnTo>
                  <a:lnTo>
                    <a:pt x="7355980" y="113247"/>
                  </a:lnTo>
                  <a:lnTo>
                    <a:pt x="7355980" y="112817"/>
                  </a:lnTo>
                  <a:lnTo>
                    <a:pt x="7356138" y="112817"/>
                  </a:lnTo>
                  <a:lnTo>
                    <a:pt x="7356295" y="112817"/>
                  </a:lnTo>
                  <a:lnTo>
                    <a:pt x="7356453" y="112817"/>
                  </a:lnTo>
                  <a:lnTo>
                    <a:pt x="7356611" y="112817"/>
                  </a:lnTo>
                  <a:lnTo>
                    <a:pt x="7356769" y="112817"/>
                  </a:lnTo>
                  <a:lnTo>
                    <a:pt x="7356926" y="112817"/>
                  </a:lnTo>
                  <a:lnTo>
                    <a:pt x="7357084" y="112817"/>
                  </a:lnTo>
                  <a:lnTo>
                    <a:pt x="7357242" y="112817"/>
                  </a:lnTo>
                  <a:lnTo>
                    <a:pt x="7357399" y="112817"/>
                  </a:lnTo>
                  <a:lnTo>
                    <a:pt x="7357557" y="112817"/>
                  </a:lnTo>
                  <a:lnTo>
                    <a:pt x="7357715" y="112817"/>
                  </a:lnTo>
                  <a:lnTo>
                    <a:pt x="7357873" y="112817"/>
                  </a:lnTo>
                  <a:lnTo>
                    <a:pt x="7358030" y="112817"/>
                  </a:lnTo>
                  <a:lnTo>
                    <a:pt x="7358188" y="112817"/>
                  </a:lnTo>
                  <a:lnTo>
                    <a:pt x="7358346" y="112817"/>
                  </a:lnTo>
                  <a:lnTo>
                    <a:pt x="7358503" y="112817"/>
                  </a:lnTo>
                  <a:lnTo>
                    <a:pt x="7358661" y="112817"/>
                  </a:lnTo>
                  <a:lnTo>
                    <a:pt x="7358819" y="112817"/>
                  </a:lnTo>
                  <a:lnTo>
                    <a:pt x="7358977" y="112817"/>
                  </a:lnTo>
                  <a:lnTo>
                    <a:pt x="7359134" y="112817"/>
                  </a:lnTo>
                  <a:lnTo>
                    <a:pt x="7359292" y="112817"/>
                  </a:lnTo>
                  <a:lnTo>
                    <a:pt x="7359450" y="112817"/>
                  </a:lnTo>
                  <a:lnTo>
                    <a:pt x="7359608" y="112817"/>
                  </a:lnTo>
                  <a:lnTo>
                    <a:pt x="7359765" y="112817"/>
                  </a:lnTo>
                  <a:lnTo>
                    <a:pt x="7359765" y="112386"/>
                  </a:lnTo>
                  <a:lnTo>
                    <a:pt x="7359923" y="112386"/>
                  </a:lnTo>
                  <a:lnTo>
                    <a:pt x="7359923" y="111956"/>
                  </a:lnTo>
                  <a:lnTo>
                    <a:pt x="7359923" y="111525"/>
                  </a:lnTo>
                  <a:lnTo>
                    <a:pt x="7360081" y="111525"/>
                  </a:lnTo>
                  <a:lnTo>
                    <a:pt x="7360238" y="111525"/>
                  </a:lnTo>
                  <a:lnTo>
                    <a:pt x="7360396" y="111525"/>
                  </a:lnTo>
                  <a:lnTo>
                    <a:pt x="7360554" y="111525"/>
                  </a:lnTo>
                  <a:lnTo>
                    <a:pt x="7360712" y="111525"/>
                  </a:lnTo>
                  <a:lnTo>
                    <a:pt x="7360869" y="111525"/>
                  </a:lnTo>
                  <a:lnTo>
                    <a:pt x="7361027" y="111525"/>
                  </a:lnTo>
                  <a:lnTo>
                    <a:pt x="7361185" y="111525"/>
                  </a:lnTo>
                  <a:lnTo>
                    <a:pt x="7361342" y="111525"/>
                  </a:lnTo>
                  <a:lnTo>
                    <a:pt x="7361500" y="111525"/>
                  </a:lnTo>
                  <a:lnTo>
                    <a:pt x="7361658" y="111525"/>
                  </a:lnTo>
                  <a:lnTo>
                    <a:pt x="7361816" y="111525"/>
                  </a:lnTo>
                  <a:lnTo>
                    <a:pt x="7361816" y="111094"/>
                  </a:lnTo>
                  <a:lnTo>
                    <a:pt x="7361973" y="111094"/>
                  </a:lnTo>
                  <a:lnTo>
                    <a:pt x="7362131" y="111094"/>
                  </a:lnTo>
                  <a:lnTo>
                    <a:pt x="7362289" y="111094"/>
                  </a:lnTo>
                  <a:lnTo>
                    <a:pt x="7362446" y="111094"/>
                  </a:lnTo>
                  <a:lnTo>
                    <a:pt x="7362604" y="111094"/>
                  </a:lnTo>
                  <a:lnTo>
                    <a:pt x="7362762" y="111094"/>
                  </a:lnTo>
                  <a:lnTo>
                    <a:pt x="7362920" y="111094"/>
                  </a:lnTo>
                  <a:lnTo>
                    <a:pt x="7363077" y="111094"/>
                  </a:lnTo>
                  <a:lnTo>
                    <a:pt x="7363235" y="111094"/>
                  </a:lnTo>
                  <a:lnTo>
                    <a:pt x="7363393" y="111094"/>
                  </a:lnTo>
                  <a:lnTo>
                    <a:pt x="7363550" y="111094"/>
                  </a:lnTo>
                  <a:lnTo>
                    <a:pt x="7363708" y="111094"/>
                  </a:lnTo>
                  <a:lnTo>
                    <a:pt x="7363866" y="111094"/>
                  </a:lnTo>
                  <a:lnTo>
                    <a:pt x="7364024" y="111094"/>
                  </a:lnTo>
                  <a:lnTo>
                    <a:pt x="7364181" y="111094"/>
                  </a:lnTo>
                  <a:lnTo>
                    <a:pt x="7364339" y="111094"/>
                  </a:lnTo>
                  <a:lnTo>
                    <a:pt x="7364497" y="111094"/>
                  </a:lnTo>
                  <a:lnTo>
                    <a:pt x="7364655" y="111094"/>
                  </a:lnTo>
                  <a:lnTo>
                    <a:pt x="7364812" y="111094"/>
                  </a:lnTo>
                  <a:lnTo>
                    <a:pt x="7364970" y="111094"/>
                  </a:lnTo>
                  <a:lnTo>
                    <a:pt x="7365128" y="111094"/>
                  </a:lnTo>
                  <a:lnTo>
                    <a:pt x="7365285" y="111094"/>
                  </a:lnTo>
                  <a:lnTo>
                    <a:pt x="7365443" y="111094"/>
                  </a:lnTo>
                  <a:lnTo>
                    <a:pt x="7365601" y="111094"/>
                  </a:lnTo>
                  <a:lnTo>
                    <a:pt x="7365759" y="111094"/>
                  </a:lnTo>
                  <a:lnTo>
                    <a:pt x="7365916" y="111094"/>
                  </a:lnTo>
                  <a:lnTo>
                    <a:pt x="7366074" y="111094"/>
                  </a:lnTo>
                  <a:lnTo>
                    <a:pt x="7366232" y="111094"/>
                  </a:lnTo>
                  <a:lnTo>
                    <a:pt x="7366232" y="110664"/>
                  </a:lnTo>
                  <a:lnTo>
                    <a:pt x="7366389" y="110664"/>
                  </a:lnTo>
                  <a:lnTo>
                    <a:pt x="7366547" y="110664"/>
                  </a:lnTo>
                  <a:lnTo>
                    <a:pt x="7366705" y="110664"/>
                  </a:lnTo>
                  <a:lnTo>
                    <a:pt x="7366863" y="110664"/>
                  </a:lnTo>
                  <a:lnTo>
                    <a:pt x="7367020" y="110664"/>
                  </a:lnTo>
                  <a:lnTo>
                    <a:pt x="7367178" y="110664"/>
                  </a:lnTo>
                  <a:lnTo>
                    <a:pt x="7367336" y="110664"/>
                  </a:lnTo>
                  <a:lnTo>
                    <a:pt x="7367493" y="110664"/>
                  </a:lnTo>
                  <a:lnTo>
                    <a:pt x="7367651" y="110664"/>
                  </a:lnTo>
                  <a:lnTo>
                    <a:pt x="7367809" y="110664"/>
                  </a:lnTo>
                  <a:lnTo>
                    <a:pt x="7367967" y="110664"/>
                  </a:lnTo>
                  <a:lnTo>
                    <a:pt x="7368124" y="110664"/>
                  </a:lnTo>
                  <a:lnTo>
                    <a:pt x="7368282" y="110664"/>
                  </a:lnTo>
                  <a:lnTo>
                    <a:pt x="7368440" y="110664"/>
                  </a:lnTo>
                  <a:lnTo>
                    <a:pt x="7368597" y="110664"/>
                  </a:lnTo>
                  <a:lnTo>
                    <a:pt x="7368755" y="110664"/>
                  </a:lnTo>
                  <a:lnTo>
                    <a:pt x="7368913" y="110664"/>
                  </a:lnTo>
                  <a:lnTo>
                    <a:pt x="7369071" y="110664"/>
                  </a:lnTo>
                  <a:lnTo>
                    <a:pt x="7369228" y="110664"/>
                  </a:lnTo>
                  <a:lnTo>
                    <a:pt x="7369386" y="110664"/>
                  </a:lnTo>
                  <a:lnTo>
                    <a:pt x="7369544" y="110664"/>
                  </a:lnTo>
                  <a:lnTo>
                    <a:pt x="7369701" y="110664"/>
                  </a:lnTo>
                  <a:lnTo>
                    <a:pt x="7369859" y="110664"/>
                  </a:lnTo>
                  <a:lnTo>
                    <a:pt x="7370017" y="110664"/>
                  </a:lnTo>
                  <a:lnTo>
                    <a:pt x="7370175" y="110664"/>
                  </a:lnTo>
                  <a:lnTo>
                    <a:pt x="7370332" y="110664"/>
                  </a:lnTo>
                  <a:lnTo>
                    <a:pt x="7370490" y="110664"/>
                  </a:lnTo>
                  <a:lnTo>
                    <a:pt x="7370648" y="110664"/>
                  </a:lnTo>
                  <a:lnTo>
                    <a:pt x="7370806" y="110664"/>
                  </a:lnTo>
                  <a:lnTo>
                    <a:pt x="7370963" y="110664"/>
                  </a:lnTo>
                  <a:lnTo>
                    <a:pt x="7371121" y="110664"/>
                  </a:lnTo>
                  <a:lnTo>
                    <a:pt x="7371279" y="110664"/>
                  </a:lnTo>
                  <a:lnTo>
                    <a:pt x="7371436" y="110664"/>
                  </a:lnTo>
                  <a:lnTo>
                    <a:pt x="7371594" y="110664"/>
                  </a:lnTo>
                  <a:lnTo>
                    <a:pt x="7371752" y="110664"/>
                  </a:lnTo>
                  <a:lnTo>
                    <a:pt x="7371910" y="110664"/>
                  </a:lnTo>
                  <a:lnTo>
                    <a:pt x="7372067" y="110664"/>
                  </a:lnTo>
                  <a:lnTo>
                    <a:pt x="7372225" y="110664"/>
                  </a:lnTo>
                  <a:lnTo>
                    <a:pt x="7372383" y="110664"/>
                  </a:lnTo>
                  <a:lnTo>
                    <a:pt x="7372540" y="110664"/>
                  </a:lnTo>
                  <a:lnTo>
                    <a:pt x="7372698" y="110664"/>
                  </a:lnTo>
                  <a:lnTo>
                    <a:pt x="7372856" y="110664"/>
                  </a:lnTo>
                  <a:lnTo>
                    <a:pt x="7373014" y="110664"/>
                  </a:lnTo>
                  <a:lnTo>
                    <a:pt x="7373171" y="110664"/>
                  </a:lnTo>
                  <a:lnTo>
                    <a:pt x="7373329" y="110664"/>
                  </a:lnTo>
                  <a:lnTo>
                    <a:pt x="7373487" y="110664"/>
                  </a:lnTo>
                  <a:lnTo>
                    <a:pt x="7373644" y="110664"/>
                  </a:lnTo>
                  <a:lnTo>
                    <a:pt x="7373802" y="110664"/>
                  </a:lnTo>
                  <a:lnTo>
                    <a:pt x="7373960" y="110664"/>
                  </a:lnTo>
                  <a:lnTo>
                    <a:pt x="7374118" y="110664"/>
                  </a:lnTo>
                  <a:lnTo>
                    <a:pt x="7374275" y="110664"/>
                  </a:lnTo>
                  <a:lnTo>
                    <a:pt x="7374433" y="110664"/>
                  </a:lnTo>
                  <a:lnTo>
                    <a:pt x="7374591" y="110664"/>
                  </a:lnTo>
                  <a:lnTo>
                    <a:pt x="7374748" y="110664"/>
                  </a:lnTo>
                  <a:lnTo>
                    <a:pt x="7374906" y="110664"/>
                  </a:lnTo>
                  <a:lnTo>
                    <a:pt x="7375064" y="110664"/>
                  </a:lnTo>
                  <a:lnTo>
                    <a:pt x="7375222" y="110664"/>
                  </a:lnTo>
                  <a:lnTo>
                    <a:pt x="7375222" y="110233"/>
                  </a:lnTo>
                  <a:lnTo>
                    <a:pt x="7375379" y="110233"/>
                  </a:lnTo>
                  <a:lnTo>
                    <a:pt x="7375537" y="110233"/>
                  </a:lnTo>
                  <a:lnTo>
                    <a:pt x="7375695" y="110233"/>
                  </a:lnTo>
                  <a:lnTo>
                    <a:pt x="7375853" y="110233"/>
                  </a:lnTo>
                  <a:lnTo>
                    <a:pt x="7376010" y="110233"/>
                  </a:lnTo>
                  <a:lnTo>
                    <a:pt x="7376168" y="110233"/>
                  </a:lnTo>
                  <a:lnTo>
                    <a:pt x="7376326" y="110233"/>
                  </a:lnTo>
                  <a:lnTo>
                    <a:pt x="7376483" y="110233"/>
                  </a:lnTo>
                  <a:lnTo>
                    <a:pt x="7376641" y="110233"/>
                  </a:lnTo>
                  <a:lnTo>
                    <a:pt x="7376799" y="110233"/>
                  </a:lnTo>
                  <a:lnTo>
                    <a:pt x="7376957" y="110233"/>
                  </a:lnTo>
                  <a:lnTo>
                    <a:pt x="7377114" y="110233"/>
                  </a:lnTo>
                  <a:lnTo>
                    <a:pt x="7377272" y="110233"/>
                  </a:lnTo>
                  <a:lnTo>
                    <a:pt x="7377430" y="110233"/>
                  </a:lnTo>
                  <a:lnTo>
                    <a:pt x="7377587" y="110233"/>
                  </a:lnTo>
                  <a:lnTo>
                    <a:pt x="7377745" y="110233"/>
                  </a:lnTo>
                  <a:lnTo>
                    <a:pt x="7377903" y="110233"/>
                  </a:lnTo>
                  <a:lnTo>
                    <a:pt x="7378061" y="110233"/>
                  </a:lnTo>
                  <a:lnTo>
                    <a:pt x="7378218" y="110233"/>
                  </a:lnTo>
                  <a:lnTo>
                    <a:pt x="7378376" y="110233"/>
                  </a:lnTo>
                  <a:lnTo>
                    <a:pt x="7378534" y="110233"/>
                  </a:lnTo>
                  <a:lnTo>
                    <a:pt x="7378691" y="110233"/>
                  </a:lnTo>
                  <a:lnTo>
                    <a:pt x="7378849" y="110233"/>
                  </a:lnTo>
                  <a:lnTo>
                    <a:pt x="7379007" y="110233"/>
                  </a:lnTo>
                  <a:lnTo>
                    <a:pt x="7379165" y="110233"/>
                  </a:lnTo>
                  <a:lnTo>
                    <a:pt x="7379322" y="110233"/>
                  </a:lnTo>
                  <a:lnTo>
                    <a:pt x="7379480" y="110233"/>
                  </a:lnTo>
                  <a:lnTo>
                    <a:pt x="7379638" y="110233"/>
                  </a:lnTo>
                  <a:lnTo>
                    <a:pt x="7379795" y="110233"/>
                  </a:lnTo>
                  <a:lnTo>
                    <a:pt x="7379953" y="110233"/>
                  </a:lnTo>
                  <a:lnTo>
                    <a:pt x="7380111" y="110233"/>
                  </a:lnTo>
                  <a:lnTo>
                    <a:pt x="7380269" y="110233"/>
                  </a:lnTo>
                  <a:lnTo>
                    <a:pt x="7380426" y="110233"/>
                  </a:lnTo>
                  <a:lnTo>
                    <a:pt x="7380584" y="110233"/>
                  </a:lnTo>
                  <a:lnTo>
                    <a:pt x="7380742" y="110233"/>
                  </a:lnTo>
                  <a:lnTo>
                    <a:pt x="7380899" y="110233"/>
                  </a:lnTo>
                  <a:lnTo>
                    <a:pt x="7381057" y="110233"/>
                  </a:lnTo>
                  <a:lnTo>
                    <a:pt x="7381215" y="110233"/>
                  </a:lnTo>
                  <a:lnTo>
                    <a:pt x="7381373" y="110233"/>
                  </a:lnTo>
                  <a:lnTo>
                    <a:pt x="7381530" y="110233"/>
                  </a:lnTo>
                  <a:lnTo>
                    <a:pt x="7381688" y="110233"/>
                  </a:lnTo>
                  <a:lnTo>
                    <a:pt x="7381846" y="110233"/>
                  </a:lnTo>
                  <a:lnTo>
                    <a:pt x="7382004" y="110233"/>
                  </a:lnTo>
                  <a:lnTo>
                    <a:pt x="7382161" y="110233"/>
                  </a:lnTo>
                  <a:lnTo>
                    <a:pt x="7382319" y="110233"/>
                  </a:lnTo>
                  <a:lnTo>
                    <a:pt x="7382477" y="110233"/>
                  </a:lnTo>
                  <a:lnTo>
                    <a:pt x="7382634" y="110233"/>
                  </a:lnTo>
                  <a:lnTo>
                    <a:pt x="7382792" y="110233"/>
                  </a:lnTo>
                  <a:lnTo>
                    <a:pt x="7382792" y="109803"/>
                  </a:lnTo>
                  <a:lnTo>
                    <a:pt x="7382950" y="109803"/>
                  </a:lnTo>
                  <a:lnTo>
                    <a:pt x="7383108" y="109803"/>
                  </a:lnTo>
                  <a:lnTo>
                    <a:pt x="7383265" y="109803"/>
                  </a:lnTo>
                  <a:lnTo>
                    <a:pt x="7383423" y="109803"/>
                  </a:lnTo>
                  <a:lnTo>
                    <a:pt x="7383581" y="109803"/>
                  </a:lnTo>
                  <a:lnTo>
                    <a:pt x="7383738" y="109803"/>
                  </a:lnTo>
                  <a:lnTo>
                    <a:pt x="7383738" y="109372"/>
                  </a:lnTo>
                  <a:lnTo>
                    <a:pt x="7383896" y="109372"/>
                  </a:lnTo>
                  <a:lnTo>
                    <a:pt x="7384054" y="109372"/>
                  </a:lnTo>
                  <a:lnTo>
                    <a:pt x="7384212" y="109372"/>
                  </a:lnTo>
                  <a:lnTo>
                    <a:pt x="7384369" y="109372"/>
                  </a:lnTo>
                  <a:lnTo>
                    <a:pt x="7384527" y="109372"/>
                  </a:lnTo>
                  <a:lnTo>
                    <a:pt x="7384685" y="109372"/>
                  </a:lnTo>
                  <a:lnTo>
                    <a:pt x="7384842" y="109372"/>
                  </a:lnTo>
                  <a:lnTo>
                    <a:pt x="7385000" y="109372"/>
                  </a:lnTo>
                  <a:lnTo>
                    <a:pt x="7385158" y="109372"/>
                  </a:lnTo>
                  <a:lnTo>
                    <a:pt x="7385316" y="109372"/>
                  </a:lnTo>
                  <a:lnTo>
                    <a:pt x="7385473" y="109372"/>
                  </a:lnTo>
                  <a:lnTo>
                    <a:pt x="7385631" y="109372"/>
                  </a:lnTo>
                  <a:lnTo>
                    <a:pt x="7385789" y="109372"/>
                  </a:lnTo>
                  <a:lnTo>
                    <a:pt x="7385946" y="109372"/>
                  </a:lnTo>
                  <a:lnTo>
                    <a:pt x="7386104" y="109372"/>
                  </a:lnTo>
                  <a:lnTo>
                    <a:pt x="7386262" y="109372"/>
                  </a:lnTo>
                  <a:lnTo>
                    <a:pt x="7386420" y="109372"/>
                  </a:lnTo>
                  <a:lnTo>
                    <a:pt x="7386577" y="109372"/>
                  </a:lnTo>
                  <a:lnTo>
                    <a:pt x="7386735" y="109372"/>
                  </a:lnTo>
                  <a:lnTo>
                    <a:pt x="7386893" y="109372"/>
                  </a:lnTo>
                  <a:lnTo>
                    <a:pt x="7387050" y="109372"/>
                  </a:lnTo>
                  <a:lnTo>
                    <a:pt x="7387050" y="108941"/>
                  </a:lnTo>
                  <a:lnTo>
                    <a:pt x="7387208" y="108941"/>
                  </a:lnTo>
                  <a:lnTo>
                    <a:pt x="7387366" y="108941"/>
                  </a:lnTo>
                  <a:lnTo>
                    <a:pt x="7387524" y="108941"/>
                  </a:lnTo>
                  <a:lnTo>
                    <a:pt x="7387681" y="108941"/>
                  </a:lnTo>
                  <a:lnTo>
                    <a:pt x="7387839" y="108941"/>
                  </a:lnTo>
                  <a:lnTo>
                    <a:pt x="7387997" y="108941"/>
                  </a:lnTo>
                  <a:lnTo>
                    <a:pt x="7388155" y="108941"/>
                  </a:lnTo>
                  <a:lnTo>
                    <a:pt x="7388312" y="108941"/>
                  </a:lnTo>
                  <a:lnTo>
                    <a:pt x="7388470" y="108941"/>
                  </a:lnTo>
                  <a:lnTo>
                    <a:pt x="7388628" y="108941"/>
                  </a:lnTo>
                  <a:lnTo>
                    <a:pt x="7388785" y="108941"/>
                  </a:lnTo>
                  <a:lnTo>
                    <a:pt x="7388943" y="108941"/>
                  </a:lnTo>
                  <a:lnTo>
                    <a:pt x="7389101" y="108941"/>
                  </a:lnTo>
                  <a:lnTo>
                    <a:pt x="7389259" y="108941"/>
                  </a:lnTo>
                  <a:lnTo>
                    <a:pt x="7389416" y="108941"/>
                  </a:lnTo>
                  <a:lnTo>
                    <a:pt x="7389574" y="108941"/>
                  </a:lnTo>
                  <a:lnTo>
                    <a:pt x="7389732" y="108941"/>
                  </a:lnTo>
                  <a:lnTo>
                    <a:pt x="7389889" y="108941"/>
                  </a:lnTo>
                  <a:lnTo>
                    <a:pt x="7390047" y="108941"/>
                  </a:lnTo>
                  <a:lnTo>
                    <a:pt x="7390205" y="108941"/>
                  </a:lnTo>
                  <a:lnTo>
                    <a:pt x="7390363" y="108941"/>
                  </a:lnTo>
                  <a:lnTo>
                    <a:pt x="7390520" y="108941"/>
                  </a:lnTo>
                  <a:lnTo>
                    <a:pt x="7390678" y="108941"/>
                  </a:lnTo>
                  <a:lnTo>
                    <a:pt x="7390836" y="108941"/>
                  </a:lnTo>
                  <a:lnTo>
                    <a:pt x="7390836" y="108511"/>
                  </a:lnTo>
                  <a:lnTo>
                    <a:pt x="7390993" y="108511"/>
                  </a:lnTo>
                  <a:lnTo>
                    <a:pt x="7391151" y="108511"/>
                  </a:lnTo>
                  <a:lnTo>
                    <a:pt x="7391309" y="108511"/>
                  </a:lnTo>
                  <a:lnTo>
                    <a:pt x="7391309" y="108080"/>
                  </a:lnTo>
                  <a:lnTo>
                    <a:pt x="7391467" y="108080"/>
                  </a:lnTo>
                  <a:lnTo>
                    <a:pt x="7391624" y="108080"/>
                  </a:lnTo>
                  <a:lnTo>
                    <a:pt x="7391782" y="108080"/>
                  </a:lnTo>
                  <a:lnTo>
                    <a:pt x="7391940" y="108080"/>
                  </a:lnTo>
                  <a:lnTo>
                    <a:pt x="7392097" y="108080"/>
                  </a:lnTo>
                  <a:lnTo>
                    <a:pt x="7392255" y="108080"/>
                  </a:lnTo>
                  <a:lnTo>
                    <a:pt x="7392413" y="108080"/>
                  </a:lnTo>
                  <a:lnTo>
                    <a:pt x="7392571" y="108080"/>
                  </a:lnTo>
                  <a:lnTo>
                    <a:pt x="7392728" y="108080"/>
                  </a:lnTo>
                  <a:lnTo>
                    <a:pt x="7392886" y="108080"/>
                  </a:lnTo>
                  <a:lnTo>
                    <a:pt x="7393044" y="108080"/>
                  </a:lnTo>
                  <a:lnTo>
                    <a:pt x="7393044" y="107650"/>
                  </a:lnTo>
                  <a:lnTo>
                    <a:pt x="7393202" y="107650"/>
                  </a:lnTo>
                  <a:lnTo>
                    <a:pt x="7393359" y="107650"/>
                  </a:lnTo>
                  <a:lnTo>
                    <a:pt x="7393517" y="107650"/>
                  </a:lnTo>
                  <a:lnTo>
                    <a:pt x="7393675" y="107650"/>
                  </a:lnTo>
                  <a:lnTo>
                    <a:pt x="7393675" y="107219"/>
                  </a:lnTo>
                  <a:lnTo>
                    <a:pt x="7393832" y="107219"/>
                  </a:lnTo>
                  <a:lnTo>
                    <a:pt x="7393990" y="107219"/>
                  </a:lnTo>
                  <a:lnTo>
                    <a:pt x="7394148" y="107219"/>
                  </a:lnTo>
                  <a:lnTo>
                    <a:pt x="7394306" y="107219"/>
                  </a:lnTo>
                  <a:lnTo>
                    <a:pt x="7394463" y="107219"/>
                  </a:lnTo>
                  <a:lnTo>
                    <a:pt x="7394621" y="107219"/>
                  </a:lnTo>
                  <a:lnTo>
                    <a:pt x="7394779" y="107219"/>
                  </a:lnTo>
                  <a:lnTo>
                    <a:pt x="7394936" y="107219"/>
                  </a:lnTo>
                  <a:lnTo>
                    <a:pt x="7395094" y="107219"/>
                  </a:lnTo>
                  <a:lnTo>
                    <a:pt x="7395094" y="106788"/>
                  </a:lnTo>
                  <a:lnTo>
                    <a:pt x="7395252" y="106788"/>
                  </a:lnTo>
                  <a:lnTo>
                    <a:pt x="7395410" y="106788"/>
                  </a:lnTo>
                  <a:lnTo>
                    <a:pt x="7395567" y="106788"/>
                  </a:lnTo>
                  <a:lnTo>
                    <a:pt x="7395725" y="106788"/>
                  </a:lnTo>
                  <a:lnTo>
                    <a:pt x="7395883" y="106788"/>
                  </a:lnTo>
                  <a:lnTo>
                    <a:pt x="7396040" y="106788"/>
                  </a:lnTo>
                  <a:lnTo>
                    <a:pt x="7396040" y="106358"/>
                  </a:lnTo>
                  <a:lnTo>
                    <a:pt x="7396198" y="106358"/>
                  </a:lnTo>
                  <a:lnTo>
                    <a:pt x="7396356" y="106358"/>
                  </a:lnTo>
                  <a:lnTo>
                    <a:pt x="7396514" y="106358"/>
                  </a:lnTo>
                  <a:lnTo>
                    <a:pt x="7396671" y="106358"/>
                  </a:lnTo>
                  <a:lnTo>
                    <a:pt x="7396829" y="106358"/>
                  </a:lnTo>
                  <a:lnTo>
                    <a:pt x="7396987" y="106358"/>
                  </a:lnTo>
                  <a:lnTo>
                    <a:pt x="7397144" y="106358"/>
                  </a:lnTo>
                  <a:lnTo>
                    <a:pt x="7397302" y="106358"/>
                  </a:lnTo>
                  <a:lnTo>
                    <a:pt x="7397460" y="106358"/>
                  </a:lnTo>
                  <a:lnTo>
                    <a:pt x="7397618" y="106358"/>
                  </a:lnTo>
                  <a:lnTo>
                    <a:pt x="7397775" y="106358"/>
                  </a:lnTo>
                  <a:lnTo>
                    <a:pt x="7397775" y="105927"/>
                  </a:lnTo>
                  <a:lnTo>
                    <a:pt x="7397933" y="105927"/>
                  </a:lnTo>
                  <a:lnTo>
                    <a:pt x="7398091" y="105927"/>
                  </a:lnTo>
                  <a:lnTo>
                    <a:pt x="7398248" y="105927"/>
                  </a:lnTo>
                  <a:lnTo>
                    <a:pt x="7398406" y="105927"/>
                  </a:lnTo>
                  <a:lnTo>
                    <a:pt x="7398564" y="105927"/>
                  </a:lnTo>
                  <a:lnTo>
                    <a:pt x="7398722" y="105927"/>
                  </a:lnTo>
                  <a:lnTo>
                    <a:pt x="7398879" y="105927"/>
                  </a:lnTo>
                  <a:lnTo>
                    <a:pt x="7399037" y="105927"/>
                  </a:lnTo>
                  <a:lnTo>
                    <a:pt x="7399195" y="105927"/>
                  </a:lnTo>
                  <a:lnTo>
                    <a:pt x="7399353" y="105927"/>
                  </a:lnTo>
                  <a:lnTo>
                    <a:pt x="7399510" y="105927"/>
                  </a:lnTo>
                  <a:lnTo>
                    <a:pt x="7399668" y="105927"/>
                  </a:lnTo>
                  <a:lnTo>
                    <a:pt x="7399826" y="105927"/>
                  </a:lnTo>
                  <a:lnTo>
                    <a:pt x="7399983" y="105927"/>
                  </a:lnTo>
                  <a:lnTo>
                    <a:pt x="7400141" y="105927"/>
                  </a:lnTo>
                  <a:lnTo>
                    <a:pt x="7400299" y="105927"/>
                  </a:lnTo>
                  <a:lnTo>
                    <a:pt x="7400457" y="105927"/>
                  </a:lnTo>
                  <a:lnTo>
                    <a:pt x="7400614" y="105927"/>
                  </a:lnTo>
                  <a:lnTo>
                    <a:pt x="7400614" y="105497"/>
                  </a:lnTo>
                  <a:lnTo>
                    <a:pt x="7400772" y="105497"/>
                  </a:lnTo>
                  <a:lnTo>
                    <a:pt x="7400930" y="105497"/>
                  </a:lnTo>
                  <a:lnTo>
                    <a:pt x="7401087" y="105497"/>
                  </a:lnTo>
                  <a:lnTo>
                    <a:pt x="7401245" y="105497"/>
                  </a:lnTo>
                  <a:lnTo>
                    <a:pt x="7401403" y="105497"/>
                  </a:lnTo>
                  <a:lnTo>
                    <a:pt x="7401403" y="105066"/>
                  </a:lnTo>
                  <a:lnTo>
                    <a:pt x="7401561" y="105066"/>
                  </a:lnTo>
                  <a:lnTo>
                    <a:pt x="7401718" y="105066"/>
                  </a:lnTo>
                  <a:lnTo>
                    <a:pt x="7401876" y="105066"/>
                  </a:lnTo>
                  <a:lnTo>
                    <a:pt x="7402034" y="105066"/>
                  </a:lnTo>
                  <a:lnTo>
                    <a:pt x="7402191" y="105066"/>
                  </a:lnTo>
                  <a:lnTo>
                    <a:pt x="7402349" y="105066"/>
                  </a:lnTo>
                  <a:lnTo>
                    <a:pt x="7402507" y="105066"/>
                  </a:lnTo>
                  <a:lnTo>
                    <a:pt x="7402665" y="105066"/>
                  </a:lnTo>
                  <a:lnTo>
                    <a:pt x="7402822" y="105066"/>
                  </a:lnTo>
                  <a:lnTo>
                    <a:pt x="7402980" y="105066"/>
                  </a:lnTo>
                  <a:lnTo>
                    <a:pt x="7403138" y="105066"/>
                  </a:lnTo>
                  <a:lnTo>
                    <a:pt x="7403295" y="105066"/>
                  </a:lnTo>
                  <a:lnTo>
                    <a:pt x="7403453" y="105066"/>
                  </a:lnTo>
                  <a:lnTo>
                    <a:pt x="7403611" y="105066"/>
                  </a:lnTo>
                  <a:lnTo>
                    <a:pt x="7403769" y="105066"/>
                  </a:lnTo>
                  <a:lnTo>
                    <a:pt x="7403926" y="105066"/>
                  </a:lnTo>
                  <a:lnTo>
                    <a:pt x="7404084" y="105066"/>
                  </a:lnTo>
                  <a:lnTo>
                    <a:pt x="7404242" y="105066"/>
                  </a:lnTo>
                  <a:lnTo>
                    <a:pt x="7404400" y="105066"/>
                  </a:lnTo>
                  <a:lnTo>
                    <a:pt x="7404557" y="105066"/>
                  </a:lnTo>
                  <a:lnTo>
                    <a:pt x="7404715" y="105066"/>
                  </a:lnTo>
                  <a:lnTo>
                    <a:pt x="7404873" y="105066"/>
                  </a:lnTo>
                  <a:lnTo>
                    <a:pt x="7405030" y="105066"/>
                  </a:lnTo>
                  <a:lnTo>
                    <a:pt x="7405188" y="105066"/>
                  </a:lnTo>
                  <a:lnTo>
                    <a:pt x="7405188" y="104635"/>
                  </a:lnTo>
                  <a:lnTo>
                    <a:pt x="7405346" y="104635"/>
                  </a:lnTo>
                  <a:lnTo>
                    <a:pt x="7405504" y="104635"/>
                  </a:lnTo>
                  <a:lnTo>
                    <a:pt x="7405661" y="104635"/>
                  </a:lnTo>
                  <a:lnTo>
                    <a:pt x="7405819" y="104635"/>
                  </a:lnTo>
                  <a:lnTo>
                    <a:pt x="7405977" y="104635"/>
                  </a:lnTo>
                  <a:lnTo>
                    <a:pt x="7406134" y="104635"/>
                  </a:lnTo>
                  <a:lnTo>
                    <a:pt x="7406292" y="104635"/>
                  </a:lnTo>
                  <a:lnTo>
                    <a:pt x="7406450" y="104635"/>
                  </a:lnTo>
                  <a:lnTo>
                    <a:pt x="7406608" y="104635"/>
                  </a:lnTo>
                  <a:lnTo>
                    <a:pt x="7406765" y="104635"/>
                  </a:lnTo>
                  <a:lnTo>
                    <a:pt x="7406923" y="104635"/>
                  </a:lnTo>
                  <a:lnTo>
                    <a:pt x="7407081" y="104635"/>
                  </a:lnTo>
                  <a:lnTo>
                    <a:pt x="7407081" y="104205"/>
                  </a:lnTo>
                  <a:lnTo>
                    <a:pt x="7407238" y="104205"/>
                  </a:lnTo>
                  <a:lnTo>
                    <a:pt x="7407396" y="104205"/>
                  </a:lnTo>
                  <a:lnTo>
                    <a:pt x="7407554" y="104205"/>
                  </a:lnTo>
                  <a:lnTo>
                    <a:pt x="7407712" y="104205"/>
                  </a:lnTo>
                  <a:lnTo>
                    <a:pt x="7407869" y="104205"/>
                  </a:lnTo>
                  <a:lnTo>
                    <a:pt x="7408027" y="104205"/>
                  </a:lnTo>
                  <a:lnTo>
                    <a:pt x="7408027" y="103774"/>
                  </a:lnTo>
                  <a:lnTo>
                    <a:pt x="7408185" y="103774"/>
                  </a:lnTo>
                  <a:lnTo>
                    <a:pt x="7408342" y="103774"/>
                  </a:lnTo>
                  <a:lnTo>
                    <a:pt x="7408500" y="103774"/>
                  </a:lnTo>
                  <a:lnTo>
                    <a:pt x="7408658" y="103774"/>
                  </a:lnTo>
                  <a:lnTo>
                    <a:pt x="7408816" y="103774"/>
                  </a:lnTo>
                  <a:lnTo>
                    <a:pt x="7408973" y="103774"/>
                  </a:lnTo>
                  <a:lnTo>
                    <a:pt x="7409131" y="103774"/>
                  </a:lnTo>
                  <a:lnTo>
                    <a:pt x="7409289" y="103774"/>
                  </a:lnTo>
                  <a:lnTo>
                    <a:pt x="7409446" y="103774"/>
                  </a:lnTo>
                  <a:lnTo>
                    <a:pt x="7409604" y="103774"/>
                  </a:lnTo>
                  <a:lnTo>
                    <a:pt x="7409762" y="103774"/>
                  </a:lnTo>
                  <a:lnTo>
                    <a:pt x="7409920" y="103774"/>
                  </a:lnTo>
                  <a:lnTo>
                    <a:pt x="7410077" y="103774"/>
                  </a:lnTo>
                  <a:lnTo>
                    <a:pt x="7410235" y="103774"/>
                  </a:lnTo>
                  <a:lnTo>
                    <a:pt x="7410393" y="103774"/>
                  </a:lnTo>
                  <a:lnTo>
                    <a:pt x="7410551" y="103774"/>
                  </a:lnTo>
                  <a:lnTo>
                    <a:pt x="7410708" y="103774"/>
                  </a:lnTo>
                  <a:lnTo>
                    <a:pt x="7410866" y="103774"/>
                  </a:lnTo>
                  <a:lnTo>
                    <a:pt x="7411024" y="103774"/>
                  </a:lnTo>
                  <a:lnTo>
                    <a:pt x="7411181" y="103774"/>
                  </a:lnTo>
                  <a:lnTo>
                    <a:pt x="7411339" y="103774"/>
                  </a:lnTo>
                  <a:lnTo>
                    <a:pt x="7411497" y="103774"/>
                  </a:lnTo>
                  <a:lnTo>
                    <a:pt x="7411497" y="103344"/>
                  </a:lnTo>
                  <a:lnTo>
                    <a:pt x="7411655" y="103344"/>
                  </a:lnTo>
                  <a:lnTo>
                    <a:pt x="7411812" y="103344"/>
                  </a:lnTo>
                  <a:lnTo>
                    <a:pt x="7411970" y="103344"/>
                  </a:lnTo>
                  <a:lnTo>
                    <a:pt x="7412128" y="103344"/>
                  </a:lnTo>
                  <a:lnTo>
                    <a:pt x="7412285" y="103344"/>
                  </a:lnTo>
                  <a:lnTo>
                    <a:pt x="7412443" y="103344"/>
                  </a:lnTo>
                  <a:lnTo>
                    <a:pt x="7412601" y="103344"/>
                  </a:lnTo>
                  <a:lnTo>
                    <a:pt x="7412759" y="103344"/>
                  </a:lnTo>
                  <a:lnTo>
                    <a:pt x="7412916" y="103344"/>
                  </a:lnTo>
                  <a:lnTo>
                    <a:pt x="7413074" y="103344"/>
                  </a:lnTo>
                  <a:lnTo>
                    <a:pt x="7413232" y="103344"/>
                  </a:lnTo>
                  <a:lnTo>
                    <a:pt x="7413389" y="103344"/>
                  </a:lnTo>
                  <a:lnTo>
                    <a:pt x="7413547" y="103344"/>
                  </a:lnTo>
                  <a:lnTo>
                    <a:pt x="7413705" y="103344"/>
                  </a:lnTo>
                  <a:lnTo>
                    <a:pt x="7413863" y="103344"/>
                  </a:lnTo>
                  <a:lnTo>
                    <a:pt x="7414020" y="103344"/>
                  </a:lnTo>
                  <a:lnTo>
                    <a:pt x="7414178" y="103344"/>
                  </a:lnTo>
                  <a:lnTo>
                    <a:pt x="7414336" y="103344"/>
                  </a:lnTo>
                  <a:lnTo>
                    <a:pt x="7414493" y="103344"/>
                  </a:lnTo>
                  <a:lnTo>
                    <a:pt x="7414651" y="103344"/>
                  </a:lnTo>
                  <a:lnTo>
                    <a:pt x="7414809" y="103344"/>
                  </a:lnTo>
                  <a:lnTo>
                    <a:pt x="7414967" y="103344"/>
                  </a:lnTo>
                  <a:lnTo>
                    <a:pt x="7415124" y="103344"/>
                  </a:lnTo>
                  <a:lnTo>
                    <a:pt x="7415124" y="102913"/>
                  </a:lnTo>
                  <a:lnTo>
                    <a:pt x="7415282" y="102913"/>
                  </a:lnTo>
                  <a:lnTo>
                    <a:pt x="7415440" y="102913"/>
                  </a:lnTo>
                  <a:lnTo>
                    <a:pt x="7415598" y="102913"/>
                  </a:lnTo>
                  <a:lnTo>
                    <a:pt x="7415755" y="102913"/>
                  </a:lnTo>
                  <a:lnTo>
                    <a:pt x="7415913" y="102913"/>
                  </a:lnTo>
                  <a:lnTo>
                    <a:pt x="7416071" y="102913"/>
                  </a:lnTo>
                  <a:lnTo>
                    <a:pt x="7416228" y="102913"/>
                  </a:lnTo>
                  <a:lnTo>
                    <a:pt x="7416386" y="102913"/>
                  </a:lnTo>
                  <a:lnTo>
                    <a:pt x="7416544" y="102913"/>
                  </a:lnTo>
                  <a:lnTo>
                    <a:pt x="7416702" y="102913"/>
                  </a:lnTo>
                  <a:lnTo>
                    <a:pt x="7416859" y="102913"/>
                  </a:lnTo>
                  <a:lnTo>
                    <a:pt x="7417017" y="102913"/>
                  </a:lnTo>
                  <a:lnTo>
                    <a:pt x="7417175" y="102913"/>
                  </a:lnTo>
                  <a:lnTo>
                    <a:pt x="7417332" y="102913"/>
                  </a:lnTo>
                  <a:lnTo>
                    <a:pt x="7417490" y="102913"/>
                  </a:lnTo>
                  <a:lnTo>
                    <a:pt x="7417648" y="102913"/>
                  </a:lnTo>
                  <a:lnTo>
                    <a:pt x="7417806" y="102913"/>
                  </a:lnTo>
                  <a:lnTo>
                    <a:pt x="7417963" y="102913"/>
                  </a:lnTo>
                  <a:lnTo>
                    <a:pt x="7418121" y="102913"/>
                  </a:lnTo>
                  <a:lnTo>
                    <a:pt x="7418279" y="102913"/>
                  </a:lnTo>
                  <a:lnTo>
                    <a:pt x="7418436" y="102913"/>
                  </a:lnTo>
                  <a:lnTo>
                    <a:pt x="7418594" y="102913"/>
                  </a:lnTo>
                  <a:lnTo>
                    <a:pt x="7418752" y="102913"/>
                  </a:lnTo>
                  <a:lnTo>
                    <a:pt x="7418910" y="102913"/>
                  </a:lnTo>
                  <a:lnTo>
                    <a:pt x="7419067" y="102913"/>
                  </a:lnTo>
                  <a:lnTo>
                    <a:pt x="7419225" y="102913"/>
                  </a:lnTo>
                  <a:lnTo>
                    <a:pt x="7419383" y="102913"/>
                  </a:lnTo>
                  <a:lnTo>
                    <a:pt x="7419540" y="102913"/>
                  </a:lnTo>
                  <a:lnTo>
                    <a:pt x="7419698" y="102913"/>
                  </a:lnTo>
                  <a:lnTo>
                    <a:pt x="7419698" y="102482"/>
                  </a:lnTo>
                  <a:lnTo>
                    <a:pt x="7419856" y="102482"/>
                  </a:lnTo>
                  <a:lnTo>
                    <a:pt x="7420014" y="102482"/>
                  </a:lnTo>
                  <a:lnTo>
                    <a:pt x="7420171" y="102482"/>
                  </a:lnTo>
                  <a:lnTo>
                    <a:pt x="7420329" y="102482"/>
                  </a:lnTo>
                  <a:lnTo>
                    <a:pt x="7420487" y="102482"/>
                  </a:lnTo>
                  <a:lnTo>
                    <a:pt x="7420644" y="102482"/>
                  </a:lnTo>
                  <a:lnTo>
                    <a:pt x="7420802" y="102482"/>
                  </a:lnTo>
                  <a:lnTo>
                    <a:pt x="7420960" y="102482"/>
                  </a:lnTo>
                  <a:lnTo>
                    <a:pt x="7421118" y="102482"/>
                  </a:lnTo>
                  <a:lnTo>
                    <a:pt x="7421275" y="102482"/>
                  </a:lnTo>
                  <a:lnTo>
                    <a:pt x="7421433" y="102482"/>
                  </a:lnTo>
                  <a:lnTo>
                    <a:pt x="7421591" y="102482"/>
                  </a:lnTo>
                  <a:lnTo>
                    <a:pt x="7421749" y="102482"/>
                  </a:lnTo>
                  <a:lnTo>
                    <a:pt x="7421906" y="102482"/>
                  </a:lnTo>
                  <a:lnTo>
                    <a:pt x="7422064" y="102482"/>
                  </a:lnTo>
                  <a:lnTo>
                    <a:pt x="7422222" y="102482"/>
                  </a:lnTo>
                  <a:lnTo>
                    <a:pt x="7422379" y="102482"/>
                  </a:lnTo>
                  <a:lnTo>
                    <a:pt x="7422537" y="102482"/>
                  </a:lnTo>
                  <a:lnTo>
                    <a:pt x="7422695" y="102482"/>
                  </a:lnTo>
                  <a:lnTo>
                    <a:pt x="7422853" y="102482"/>
                  </a:lnTo>
                  <a:lnTo>
                    <a:pt x="7423010" y="102482"/>
                  </a:lnTo>
                  <a:lnTo>
                    <a:pt x="7423168" y="102482"/>
                  </a:lnTo>
                  <a:lnTo>
                    <a:pt x="7423326" y="102482"/>
                  </a:lnTo>
                  <a:lnTo>
                    <a:pt x="7423483" y="102482"/>
                  </a:lnTo>
                  <a:lnTo>
                    <a:pt x="7423641" y="102482"/>
                  </a:lnTo>
                  <a:lnTo>
                    <a:pt x="7423799" y="102482"/>
                  </a:lnTo>
                  <a:lnTo>
                    <a:pt x="7423957" y="102482"/>
                  </a:lnTo>
                  <a:lnTo>
                    <a:pt x="7424114" y="102482"/>
                  </a:lnTo>
                  <a:lnTo>
                    <a:pt x="7424272" y="102482"/>
                  </a:lnTo>
                  <a:lnTo>
                    <a:pt x="7424430" y="102482"/>
                  </a:lnTo>
                  <a:lnTo>
                    <a:pt x="7424587" y="102482"/>
                  </a:lnTo>
                  <a:lnTo>
                    <a:pt x="7424745" y="102482"/>
                  </a:lnTo>
                  <a:lnTo>
                    <a:pt x="7424903" y="102482"/>
                  </a:lnTo>
                  <a:lnTo>
                    <a:pt x="7425061" y="102482"/>
                  </a:lnTo>
                  <a:lnTo>
                    <a:pt x="7425218" y="102482"/>
                  </a:lnTo>
                  <a:lnTo>
                    <a:pt x="7425376" y="102482"/>
                  </a:lnTo>
                  <a:lnTo>
                    <a:pt x="7425534" y="102482"/>
                  </a:lnTo>
                  <a:lnTo>
                    <a:pt x="7425534" y="102052"/>
                  </a:lnTo>
                  <a:lnTo>
                    <a:pt x="7425691" y="102052"/>
                  </a:lnTo>
                  <a:lnTo>
                    <a:pt x="7425849" y="102052"/>
                  </a:lnTo>
                  <a:lnTo>
                    <a:pt x="7426007" y="102052"/>
                  </a:lnTo>
                  <a:lnTo>
                    <a:pt x="7426165" y="102052"/>
                  </a:lnTo>
                  <a:lnTo>
                    <a:pt x="7426322" y="102052"/>
                  </a:lnTo>
                  <a:lnTo>
                    <a:pt x="7426480" y="102052"/>
                  </a:lnTo>
                  <a:lnTo>
                    <a:pt x="7426638" y="102052"/>
                  </a:lnTo>
                  <a:lnTo>
                    <a:pt x="7426796" y="102052"/>
                  </a:lnTo>
                  <a:lnTo>
                    <a:pt x="7426953" y="102052"/>
                  </a:lnTo>
                  <a:lnTo>
                    <a:pt x="7426953" y="101621"/>
                  </a:lnTo>
                  <a:lnTo>
                    <a:pt x="7427111" y="101621"/>
                  </a:lnTo>
                  <a:lnTo>
                    <a:pt x="7427269" y="101621"/>
                  </a:lnTo>
                  <a:lnTo>
                    <a:pt x="7427426" y="101621"/>
                  </a:lnTo>
                  <a:lnTo>
                    <a:pt x="7427584" y="101621"/>
                  </a:lnTo>
                  <a:lnTo>
                    <a:pt x="7427742" y="101621"/>
                  </a:lnTo>
                  <a:lnTo>
                    <a:pt x="7427900" y="101621"/>
                  </a:lnTo>
                  <a:lnTo>
                    <a:pt x="7428057" y="101621"/>
                  </a:lnTo>
                  <a:lnTo>
                    <a:pt x="7428215" y="101621"/>
                  </a:lnTo>
                  <a:lnTo>
                    <a:pt x="7428373" y="101621"/>
                  </a:lnTo>
                  <a:lnTo>
                    <a:pt x="7428530" y="101621"/>
                  </a:lnTo>
                  <a:lnTo>
                    <a:pt x="7428688" y="101621"/>
                  </a:lnTo>
                  <a:lnTo>
                    <a:pt x="7428846" y="101621"/>
                  </a:lnTo>
                  <a:lnTo>
                    <a:pt x="7429004" y="101621"/>
                  </a:lnTo>
                  <a:lnTo>
                    <a:pt x="7429161" y="101621"/>
                  </a:lnTo>
                  <a:lnTo>
                    <a:pt x="7429319" y="101621"/>
                  </a:lnTo>
                  <a:lnTo>
                    <a:pt x="7429477" y="101621"/>
                  </a:lnTo>
                  <a:lnTo>
                    <a:pt x="7429634" y="101621"/>
                  </a:lnTo>
                  <a:lnTo>
                    <a:pt x="7429792" y="101621"/>
                  </a:lnTo>
                  <a:lnTo>
                    <a:pt x="7429792" y="101191"/>
                  </a:lnTo>
                  <a:lnTo>
                    <a:pt x="7429950" y="101191"/>
                  </a:lnTo>
                  <a:lnTo>
                    <a:pt x="7430108" y="101191"/>
                  </a:lnTo>
                  <a:lnTo>
                    <a:pt x="7430265" y="101191"/>
                  </a:lnTo>
                  <a:lnTo>
                    <a:pt x="7430423" y="101191"/>
                  </a:lnTo>
                  <a:lnTo>
                    <a:pt x="7430581" y="101191"/>
                  </a:lnTo>
                  <a:lnTo>
                    <a:pt x="7430738" y="101191"/>
                  </a:lnTo>
                  <a:lnTo>
                    <a:pt x="7430896" y="101191"/>
                  </a:lnTo>
                  <a:lnTo>
                    <a:pt x="7431054" y="101191"/>
                  </a:lnTo>
                  <a:lnTo>
                    <a:pt x="7431212" y="101191"/>
                  </a:lnTo>
                  <a:lnTo>
                    <a:pt x="7431369" y="101191"/>
                  </a:lnTo>
                  <a:lnTo>
                    <a:pt x="7431527" y="101191"/>
                  </a:lnTo>
                  <a:lnTo>
                    <a:pt x="7431685" y="101191"/>
                  </a:lnTo>
                  <a:lnTo>
                    <a:pt x="7431842" y="101191"/>
                  </a:lnTo>
                  <a:lnTo>
                    <a:pt x="7432000" y="101191"/>
                  </a:lnTo>
                  <a:lnTo>
                    <a:pt x="7432158" y="101191"/>
                  </a:lnTo>
                  <a:lnTo>
                    <a:pt x="7432316" y="101191"/>
                  </a:lnTo>
                  <a:lnTo>
                    <a:pt x="7432473" y="101191"/>
                  </a:lnTo>
                  <a:lnTo>
                    <a:pt x="7432631" y="101191"/>
                  </a:lnTo>
                  <a:lnTo>
                    <a:pt x="7432789" y="101191"/>
                  </a:lnTo>
                  <a:lnTo>
                    <a:pt x="7432947" y="101191"/>
                  </a:lnTo>
                  <a:lnTo>
                    <a:pt x="7433104" y="101191"/>
                  </a:lnTo>
                  <a:lnTo>
                    <a:pt x="7433262" y="101191"/>
                  </a:lnTo>
                  <a:lnTo>
                    <a:pt x="7433420" y="101191"/>
                  </a:lnTo>
                  <a:lnTo>
                    <a:pt x="7433577" y="101191"/>
                  </a:lnTo>
                  <a:lnTo>
                    <a:pt x="7433735" y="101191"/>
                  </a:lnTo>
                  <a:lnTo>
                    <a:pt x="7433893" y="101191"/>
                  </a:lnTo>
                  <a:lnTo>
                    <a:pt x="7433893" y="100760"/>
                  </a:lnTo>
                  <a:lnTo>
                    <a:pt x="7434051" y="100760"/>
                  </a:lnTo>
                  <a:lnTo>
                    <a:pt x="7434208" y="100760"/>
                  </a:lnTo>
                  <a:lnTo>
                    <a:pt x="7434366" y="100760"/>
                  </a:lnTo>
                  <a:lnTo>
                    <a:pt x="7434524" y="100760"/>
                  </a:lnTo>
                  <a:lnTo>
                    <a:pt x="7434681" y="100760"/>
                  </a:lnTo>
                  <a:lnTo>
                    <a:pt x="7434839" y="100760"/>
                  </a:lnTo>
                  <a:lnTo>
                    <a:pt x="7434997" y="100760"/>
                  </a:lnTo>
                  <a:lnTo>
                    <a:pt x="7434997" y="100329"/>
                  </a:lnTo>
                  <a:lnTo>
                    <a:pt x="7434997" y="99899"/>
                  </a:lnTo>
                  <a:lnTo>
                    <a:pt x="7435155" y="99899"/>
                  </a:lnTo>
                  <a:lnTo>
                    <a:pt x="7435312" y="99899"/>
                  </a:lnTo>
                  <a:lnTo>
                    <a:pt x="7435470" y="99899"/>
                  </a:lnTo>
                  <a:lnTo>
                    <a:pt x="7435628" y="99899"/>
                  </a:lnTo>
                  <a:lnTo>
                    <a:pt x="7435785" y="99899"/>
                  </a:lnTo>
                  <a:lnTo>
                    <a:pt x="7435943" y="99899"/>
                  </a:lnTo>
                  <a:lnTo>
                    <a:pt x="7436101" y="99899"/>
                  </a:lnTo>
                  <a:lnTo>
                    <a:pt x="7436259" y="99899"/>
                  </a:lnTo>
                  <a:lnTo>
                    <a:pt x="7436416" y="99899"/>
                  </a:lnTo>
                  <a:lnTo>
                    <a:pt x="7436574" y="99899"/>
                  </a:lnTo>
                  <a:lnTo>
                    <a:pt x="7436732" y="99899"/>
                  </a:lnTo>
                  <a:lnTo>
                    <a:pt x="7436889" y="99899"/>
                  </a:lnTo>
                  <a:lnTo>
                    <a:pt x="7437047" y="99899"/>
                  </a:lnTo>
                  <a:lnTo>
                    <a:pt x="7437205" y="99899"/>
                  </a:lnTo>
                  <a:lnTo>
                    <a:pt x="7437363" y="99899"/>
                  </a:lnTo>
                  <a:lnTo>
                    <a:pt x="7437520" y="99899"/>
                  </a:lnTo>
                  <a:lnTo>
                    <a:pt x="7437678" y="99899"/>
                  </a:lnTo>
                  <a:lnTo>
                    <a:pt x="7437836" y="99899"/>
                  </a:lnTo>
                  <a:lnTo>
                    <a:pt x="7437994" y="99899"/>
                  </a:lnTo>
                  <a:lnTo>
                    <a:pt x="7438151" y="99899"/>
                  </a:lnTo>
                  <a:lnTo>
                    <a:pt x="7438309" y="99899"/>
                  </a:lnTo>
                  <a:lnTo>
                    <a:pt x="7438467" y="99899"/>
                  </a:lnTo>
                  <a:lnTo>
                    <a:pt x="7438624" y="99899"/>
                  </a:lnTo>
                  <a:lnTo>
                    <a:pt x="7438624" y="99468"/>
                  </a:lnTo>
                  <a:lnTo>
                    <a:pt x="7438782" y="99468"/>
                  </a:lnTo>
                  <a:lnTo>
                    <a:pt x="7438940" y="99468"/>
                  </a:lnTo>
                  <a:lnTo>
                    <a:pt x="7439098" y="99468"/>
                  </a:lnTo>
                  <a:lnTo>
                    <a:pt x="7439255" y="99468"/>
                  </a:lnTo>
                  <a:lnTo>
                    <a:pt x="7439413" y="99468"/>
                  </a:lnTo>
                  <a:lnTo>
                    <a:pt x="7439571" y="99468"/>
                  </a:lnTo>
                  <a:lnTo>
                    <a:pt x="7439728" y="99468"/>
                  </a:lnTo>
                  <a:lnTo>
                    <a:pt x="7439728" y="99038"/>
                  </a:lnTo>
                  <a:lnTo>
                    <a:pt x="7439886" y="99038"/>
                  </a:lnTo>
                  <a:lnTo>
                    <a:pt x="7440044" y="99038"/>
                  </a:lnTo>
                  <a:lnTo>
                    <a:pt x="7440202" y="99038"/>
                  </a:lnTo>
                  <a:lnTo>
                    <a:pt x="7440359" y="99038"/>
                  </a:lnTo>
                  <a:lnTo>
                    <a:pt x="7440517" y="99038"/>
                  </a:lnTo>
                  <a:lnTo>
                    <a:pt x="7440675" y="99038"/>
                  </a:lnTo>
                  <a:lnTo>
                    <a:pt x="7440832" y="99038"/>
                  </a:lnTo>
                  <a:lnTo>
                    <a:pt x="7440990" y="99038"/>
                  </a:lnTo>
                  <a:lnTo>
                    <a:pt x="7440990" y="98607"/>
                  </a:lnTo>
                  <a:lnTo>
                    <a:pt x="7441148" y="98607"/>
                  </a:lnTo>
                  <a:lnTo>
                    <a:pt x="7441306" y="98607"/>
                  </a:lnTo>
                  <a:lnTo>
                    <a:pt x="7441463" y="98607"/>
                  </a:lnTo>
                  <a:lnTo>
                    <a:pt x="7441621" y="98607"/>
                  </a:lnTo>
                  <a:lnTo>
                    <a:pt x="7441621" y="98176"/>
                  </a:lnTo>
                  <a:lnTo>
                    <a:pt x="7441779" y="98176"/>
                  </a:lnTo>
                  <a:lnTo>
                    <a:pt x="7441779" y="97746"/>
                  </a:lnTo>
                  <a:lnTo>
                    <a:pt x="7441936" y="97746"/>
                  </a:lnTo>
                  <a:lnTo>
                    <a:pt x="7442094" y="97746"/>
                  </a:lnTo>
                  <a:lnTo>
                    <a:pt x="7442252" y="97746"/>
                  </a:lnTo>
                  <a:lnTo>
                    <a:pt x="7442410" y="97746"/>
                  </a:lnTo>
                  <a:lnTo>
                    <a:pt x="7442567" y="97746"/>
                  </a:lnTo>
                  <a:lnTo>
                    <a:pt x="7442725" y="97746"/>
                  </a:lnTo>
                  <a:lnTo>
                    <a:pt x="7442883" y="97746"/>
                  </a:lnTo>
                  <a:lnTo>
                    <a:pt x="7443040" y="97746"/>
                  </a:lnTo>
                  <a:lnTo>
                    <a:pt x="7443198" y="97746"/>
                  </a:lnTo>
                  <a:lnTo>
                    <a:pt x="7443356" y="97746"/>
                  </a:lnTo>
                  <a:lnTo>
                    <a:pt x="7443514" y="97746"/>
                  </a:lnTo>
                  <a:lnTo>
                    <a:pt x="7443671" y="97746"/>
                  </a:lnTo>
                  <a:lnTo>
                    <a:pt x="7443829" y="97746"/>
                  </a:lnTo>
                  <a:lnTo>
                    <a:pt x="7443987" y="97746"/>
                  </a:lnTo>
                  <a:lnTo>
                    <a:pt x="7444145" y="97746"/>
                  </a:lnTo>
                  <a:lnTo>
                    <a:pt x="7444302" y="97746"/>
                  </a:lnTo>
                  <a:lnTo>
                    <a:pt x="7444460" y="97746"/>
                  </a:lnTo>
                  <a:lnTo>
                    <a:pt x="7444618" y="97746"/>
                  </a:lnTo>
                  <a:lnTo>
                    <a:pt x="7444775" y="97746"/>
                  </a:lnTo>
                  <a:lnTo>
                    <a:pt x="7444933" y="97746"/>
                  </a:lnTo>
                  <a:lnTo>
                    <a:pt x="7445091" y="97746"/>
                  </a:lnTo>
                  <a:lnTo>
                    <a:pt x="7445249" y="97746"/>
                  </a:lnTo>
                  <a:lnTo>
                    <a:pt x="7445406" y="97746"/>
                  </a:lnTo>
                  <a:lnTo>
                    <a:pt x="7445564" y="97746"/>
                  </a:lnTo>
                  <a:lnTo>
                    <a:pt x="7445722" y="97746"/>
                  </a:lnTo>
                  <a:lnTo>
                    <a:pt x="7445879" y="97746"/>
                  </a:lnTo>
                  <a:lnTo>
                    <a:pt x="7446037" y="97746"/>
                  </a:lnTo>
                  <a:lnTo>
                    <a:pt x="7446195" y="97746"/>
                  </a:lnTo>
                  <a:lnTo>
                    <a:pt x="7446353" y="97746"/>
                  </a:lnTo>
                  <a:lnTo>
                    <a:pt x="7446510" y="97746"/>
                  </a:lnTo>
                  <a:lnTo>
                    <a:pt x="7446668" y="97746"/>
                  </a:lnTo>
                  <a:lnTo>
                    <a:pt x="7446826" y="97746"/>
                  </a:lnTo>
                  <a:lnTo>
                    <a:pt x="7446983" y="97746"/>
                  </a:lnTo>
                  <a:lnTo>
                    <a:pt x="7447141" y="97746"/>
                  </a:lnTo>
                  <a:lnTo>
                    <a:pt x="7447299" y="97746"/>
                  </a:lnTo>
                  <a:lnTo>
                    <a:pt x="7447299" y="97315"/>
                  </a:lnTo>
                  <a:lnTo>
                    <a:pt x="7447457" y="97315"/>
                  </a:lnTo>
                  <a:lnTo>
                    <a:pt x="7447614" y="97315"/>
                  </a:lnTo>
                  <a:lnTo>
                    <a:pt x="7447772" y="97315"/>
                  </a:lnTo>
                  <a:lnTo>
                    <a:pt x="7447930" y="97315"/>
                  </a:lnTo>
                  <a:lnTo>
                    <a:pt x="7448087" y="97315"/>
                  </a:lnTo>
                  <a:lnTo>
                    <a:pt x="7448245" y="97315"/>
                  </a:lnTo>
                  <a:lnTo>
                    <a:pt x="7448403" y="97315"/>
                  </a:lnTo>
                  <a:lnTo>
                    <a:pt x="7448561" y="97315"/>
                  </a:lnTo>
                  <a:lnTo>
                    <a:pt x="7448718" y="97315"/>
                  </a:lnTo>
                  <a:lnTo>
                    <a:pt x="7448876" y="97315"/>
                  </a:lnTo>
                  <a:lnTo>
                    <a:pt x="7449034" y="97315"/>
                  </a:lnTo>
                  <a:lnTo>
                    <a:pt x="7449191" y="97315"/>
                  </a:lnTo>
                  <a:lnTo>
                    <a:pt x="7449349" y="97315"/>
                  </a:lnTo>
                  <a:lnTo>
                    <a:pt x="7449349" y="96885"/>
                  </a:lnTo>
                  <a:lnTo>
                    <a:pt x="7449507" y="96885"/>
                  </a:lnTo>
                  <a:lnTo>
                    <a:pt x="7449665" y="96885"/>
                  </a:lnTo>
                  <a:lnTo>
                    <a:pt x="7449822" y="96885"/>
                  </a:lnTo>
                  <a:lnTo>
                    <a:pt x="7449980" y="96885"/>
                  </a:lnTo>
                  <a:lnTo>
                    <a:pt x="7450138" y="96885"/>
                  </a:lnTo>
                  <a:lnTo>
                    <a:pt x="7450296" y="96885"/>
                  </a:lnTo>
                  <a:lnTo>
                    <a:pt x="7450453" y="96885"/>
                  </a:lnTo>
                  <a:lnTo>
                    <a:pt x="7450611" y="96885"/>
                  </a:lnTo>
                  <a:lnTo>
                    <a:pt x="7450769" y="96885"/>
                  </a:lnTo>
                  <a:lnTo>
                    <a:pt x="7450926" y="96885"/>
                  </a:lnTo>
                  <a:lnTo>
                    <a:pt x="7451084" y="96885"/>
                  </a:lnTo>
                  <a:lnTo>
                    <a:pt x="7451242" y="96885"/>
                  </a:lnTo>
                  <a:lnTo>
                    <a:pt x="7451400" y="96885"/>
                  </a:lnTo>
                  <a:lnTo>
                    <a:pt x="7451557" y="96885"/>
                  </a:lnTo>
                  <a:lnTo>
                    <a:pt x="7451715" y="96885"/>
                  </a:lnTo>
                  <a:lnTo>
                    <a:pt x="7451873" y="96885"/>
                  </a:lnTo>
                  <a:lnTo>
                    <a:pt x="7452030" y="96885"/>
                  </a:lnTo>
                  <a:lnTo>
                    <a:pt x="7452188" y="96885"/>
                  </a:lnTo>
                  <a:lnTo>
                    <a:pt x="7452346" y="96885"/>
                  </a:lnTo>
                  <a:lnTo>
                    <a:pt x="7452504" y="96885"/>
                  </a:lnTo>
                  <a:lnTo>
                    <a:pt x="7452661" y="96885"/>
                  </a:lnTo>
                  <a:lnTo>
                    <a:pt x="7452819" y="96885"/>
                  </a:lnTo>
                  <a:lnTo>
                    <a:pt x="7452977" y="96885"/>
                  </a:lnTo>
                  <a:lnTo>
                    <a:pt x="7453134" y="96885"/>
                  </a:lnTo>
                  <a:lnTo>
                    <a:pt x="7453292" y="96885"/>
                  </a:lnTo>
                  <a:lnTo>
                    <a:pt x="7453450" y="96885"/>
                  </a:lnTo>
                  <a:lnTo>
                    <a:pt x="7453608" y="96885"/>
                  </a:lnTo>
                  <a:lnTo>
                    <a:pt x="7453765" y="96885"/>
                  </a:lnTo>
                  <a:lnTo>
                    <a:pt x="7453923" y="96885"/>
                  </a:lnTo>
                  <a:lnTo>
                    <a:pt x="7453923" y="96454"/>
                  </a:lnTo>
                  <a:lnTo>
                    <a:pt x="7454081" y="96454"/>
                  </a:lnTo>
                  <a:lnTo>
                    <a:pt x="7454238" y="96454"/>
                  </a:lnTo>
                  <a:lnTo>
                    <a:pt x="7454396" y="96454"/>
                  </a:lnTo>
                  <a:lnTo>
                    <a:pt x="7454554" y="96454"/>
                  </a:lnTo>
                  <a:lnTo>
                    <a:pt x="7454712" y="96454"/>
                  </a:lnTo>
                  <a:lnTo>
                    <a:pt x="7454869" y="96454"/>
                  </a:lnTo>
                  <a:lnTo>
                    <a:pt x="7455027" y="96454"/>
                  </a:lnTo>
                  <a:lnTo>
                    <a:pt x="7455185" y="96454"/>
                  </a:lnTo>
                  <a:lnTo>
                    <a:pt x="7455343" y="96454"/>
                  </a:lnTo>
                  <a:lnTo>
                    <a:pt x="7455500" y="96454"/>
                  </a:lnTo>
                  <a:lnTo>
                    <a:pt x="7455658" y="96454"/>
                  </a:lnTo>
                  <a:lnTo>
                    <a:pt x="7455816" y="96454"/>
                  </a:lnTo>
                  <a:lnTo>
                    <a:pt x="7455973" y="96454"/>
                  </a:lnTo>
                  <a:lnTo>
                    <a:pt x="7456131" y="96454"/>
                  </a:lnTo>
                  <a:lnTo>
                    <a:pt x="7456289" y="96454"/>
                  </a:lnTo>
                  <a:lnTo>
                    <a:pt x="7456447" y="96454"/>
                  </a:lnTo>
                  <a:lnTo>
                    <a:pt x="7456604" y="96454"/>
                  </a:lnTo>
                  <a:lnTo>
                    <a:pt x="7456762" y="96454"/>
                  </a:lnTo>
                  <a:lnTo>
                    <a:pt x="7456920" y="96454"/>
                  </a:lnTo>
                  <a:lnTo>
                    <a:pt x="7457077" y="96454"/>
                  </a:lnTo>
                  <a:lnTo>
                    <a:pt x="7457235" y="96454"/>
                  </a:lnTo>
                  <a:lnTo>
                    <a:pt x="7457393" y="96454"/>
                  </a:lnTo>
                  <a:lnTo>
                    <a:pt x="7457551" y="96454"/>
                  </a:lnTo>
                  <a:lnTo>
                    <a:pt x="7457708" y="96454"/>
                  </a:lnTo>
                  <a:lnTo>
                    <a:pt x="7457866" y="96454"/>
                  </a:lnTo>
                  <a:lnTo>
                    <a:pt x="7458024" y="96454"/>
                  </a:lnTo>
                  <a:lnTo>
                    <a:pt x="7458181" y="96454"/>
                  </a:lnTo>
                  <a:lnTo>
                    <a:pt x="7458339" y="96454"/>
                  </a:lnTo>
                  <a:lnTo>
                    <a:pt x="7458339" y="96023"/>
                  </a:lnTo>
                  <a:lnTo>
                    <a:pt x="7458497" y="96023"/>
                  </a:lnTo>
                  <a:lnTo>
                    <a:pt x="7458655" y="96023"/>
                  </a:lnTo>
                  <a:lnTo>
                    <a:pt x="7458812" y="96023"/>
                  </a:lnTo>
                  <a:lnTo>
                    <a:pt x="7458970" y="96023"/>
                  </a:lnTo>
                  <a:lnTo>
                    <a:pt x="7459128" y="96023"/>
                  </a:lnTo>
                  <a:lnTo>
                    <a:pt x="7459285" y="96023"/>
                  </a:lnTo>
                  <a:lnTo>
                    <a:pt x="7459285" y="95593"/>
                  </a:lnTo>
                  <a:lnTo>
                    <a:pt x="7459443" y="95593"/>
                  </a:lnTo>
                  <a:lnTo>
                    <a:pt x="7459443" y="95162"/>
                  </a:lnTo>
                  <a:lnTo>
                    <a:pt x="7459601" y="95162"/>
                  </a:lnTo>
                  <a:lnTo>
                    <a:pt x="7459759" y="95162"/>
                  </a:lnTo>
                  <a:lnTo>
                    <a:pt x="7459916" y="95162"/>
                  </a:lnTo>
                  <a:lnTo>
                    <a:pt x="7460074" y="95162"/>
                  </a:lnTo>
                  <a:lnTo>
                    <a:pt x="7460232" y="95162"/>
                  </a:lnTo>
                  <a:lnTo>
                    <a:pt x="7460389" y="95162"/>
                  </a:lnTo>
                  <a:lnTo>
                    <a:pt x="7460547" y="95162"/>
                  </a:lnTo>
                  <a:lnTo>
                    <a:pt x="7460705" y="95162"/>
                  </a:lnTo>
                  <a:lnTo>
                    <a:pt x="7460863" y="95162"/>
                  </a:lnTo>
                  <a:lnTo>
                    <a:pt x="7461020" y="95162"/>
                  </a:lnTo>
                  <a:lnTo>
                    <a:pt x="7461178" y="95162"/>
                  </a:lnTo>
                  <a:lnTo>
                    <a:pt x="7461336" y="95162"/>
                  </a:lnTo>
                  <a:lnTo>
                    <a:pt x="7461494" y="95162"/>
                  </a:lnTo>
                  <a:lnTo>
                    <a:pt x="7461651" y="95162"/>
                  </a:lnTo>
                  <a:lnTo>
                    <a:pt x="7461809" y="95162"/>
                  </a:lnTo>
                  <a:lnTo>
                    <a:pt x="7461967" y="95162"/>
                  </a:lnTo>
                  <a:lnTo>
                    <a:pt x="7462124" y="95162"/>
                  </a:lnTo>
                  <a:lnTo>
                    <a:pt x="7462282" y="95162"/>
                  </a:lnTo>
                  <a:lnTo>
                    <a:pt x="7462440" y="95162"/>
                  </a:lnTo>
                  <a:lnTo>
                    <a:pt x="7462598" y="95162"/>
                  </a:lnTo>
                  <a:lnTo>
                    <a:pt x="7462755" y="95162"/>
                  </a:lnTo>
                  <a:lnTo>
                    <a:pt x="7462913" y="95162"/>
                  </a:lnTo>
                  <a:lnTo>
                    <a:pt x="7463071" y="95162"/>
                  </a:lnTo>
                  <a:lnTo>
                    <a:pt x="7463228" y="95162"/>
                  </a:lnTo>
                  <a:lnTo>
                    <a:pt x="7463386" y="95162"/>
                  </a:lnTo>
                  <a:lnTo>
                    <a:pt x="7463544" y="95162"/>
                  </a:lnTo>
                  <a:lnTo>
                    <a:pt x="7463702" y="95162"/>
                  </a:lnTo>
                  <a:lnTo>
                    <a:pt x="7463859" y="95162"/>
                  </a:lnTo>
                  <a:lnTo>
                    <a:pt x="7464017" y="95162"/>
                  </a:lnTo>
                  <a:lnTo>
                    <a:pt x="7464175" y="95162"/>
                  </a:lnTo>
                  <a:lnTo>
                    <a:pt x="7464332" y="95162"/>
                  </a:lnTo>
                  <a:lnTo>
                    <a:pt x="7464490" y="95162"/>
                  </a:lnTo>
                  <a:lnTo>
                    <a:pt x="7464648" y="95162"/>
                  </a:lnTo>
                  <a:lnTo>
                    <a:pt x="7464806" y="95162"/>
                  </a:lnTo>
                  <a:lnTo>
                    <a:pt x="7464963" y="95162"/>
                  </a:lnTo>
                  <a:lnTo>
                    <a:pt x="7465121" y="95162"/>
                  </a:lnTo>
                  <a:lnTo>
                    <a:pt x="7465279" y="95162"/>
                  </a:lnTo>
                  <a:lnTo>
                    <a:pt x="7465436" y="95162"/>
                  </a:lnTo>
                  <a:lnTo>
                    <a:pt x="7465594" y="95162"/>
                  </a:lnTo>
                  <a:lnTo>
                    <a:pt x="7465752" y="95162"/>
                  </a:lnTo>
                  <a:lnTo>
                    <a:pt x="7465910" y="95162"/>
                  </a:lnTo>
                  <a:lnTo>
                    <a:pt x="7466067" y="95162"/>
                  </a:lnTo>
                  <a:lnTo>
                    <a:pt x="7466225" y="95162"/>
                  </a:lnTo>
                  <a:lnTo>
                    <a:pt x="7466383" y="95162"/>
                  </a:lnTo>
                  <a:lnTo>
                    <a:pt x="7466541" y="95162"/>
                  </a:lnTo>
                  <a:lnTo>
                    <a:pt x="7466698" y="95162"/>
                  </a:lnTo>
                  <a:lnTo>
                    <a:pt x="7466856" y="95162"/>
                  </a:lnTo>
                  <a:lnTo>
                    <a:pt x="7467014" y="95162"/>
                  </a:lnTo>
                  <a:lnTo>
                    <a:pt x="7467171" y="95162"/>
                  </a:lnTo>
                  <a:lnTo>
                    <a:pt x="7467329" y="95162"/>
                  </a:lnTo>
                  <a:lnTo>
                    <a:pt x="7467487" y="95162"/>
                  </a:lnTo>
                  <a:lnTo>
                    <a:pt x="7467645" y="95162"/>
                  </a:lnTo>
                  <a:lnTo>
                    <a:pt x="7467802" y="95162"/>
                  </a:lnTo>
                  <a:lnTo>
                    <a:pt x="7467802" y="94732"/>
                  </a:lnTo>
                  <a:lnTo>
                    <a:pt x="7467960" y="94732"/>
                  </a:lnTo>
                  <a:lnTo>
                    <a:pt x="7468118" y="94732"/>
                  </a:lnTo>
                  <a:lnTo>
                    <a:pt x="7468275" y="94732"/>
                  </a:lnTo>
                  <a:lnTo>
                    <a:pt x="7468433" y="94732"/>
                  </a:lnTo>
                  <a:lnTo>
                    <a:pt x="7468591" y="94732"/>
                  </a:lnTo>
                  <a:lnTo>
                    <a:pt x="7468749" y="94732"/>
                  </a:lnTo>
                  <a:lnTo>
                    <a:pt x="7468906" y="94732"/>
                  </a:lnTo>
                  <a:lnTo>
                    <a:pt x="7469064" y="94732"/>
                  </a:lnTo>
                  <a:lnTo>
                    <a:pt x="7469222" y="94732"/>
                  </a:lnTo>
                  <a:lnTo>
                    <a:pt x="7469379" y="94732"/>
                  </a:lnTo>
                  <a:lnTo>
                    <a:pt x="7469537" y="94732"/>
                  </a:lnTo>
                  <a:lnTo>
                    <a:pt x="7469695" y="94732"/>
                  </a:lnTo>
                  <a:lnTo>
                    <a:pt x="7469853" y="94732"/>
                  </a:lnTo>
                  <a:lnTo>
                    <a:pt x="7470010" y="94732"/>
                  </a:lnTo>
                  <a:lnTo>
                    <a:pt x="7470168" y="94732"/>
                  </a:lnTo>
                  <a:lnTo>
                    <a:pt x="7470326" y="94732"/>
                  </a:lnTo>
                  <a:lnTo>
                    <a:pt x="7470483" y="94732"/>
                  </a:lnTo>
                  <a:lnTo>
                    <a:pt x="7470641" y="94732"/>
                  </a:lnTo>
                  <a:lnTo>
                    <a:pt x="7470799" y="94732"/>
                  </a:lnTo>
                  <a:lnTo>
                    <a:pt x="7470957" y="94732"/>
                  </a:lnTo>
                  <a:lnTo>
                    <a:pt x="7471114" y="94732"/>
                  </a:lnTo>
                  <a:lnTo>
                    <a:pt x="7471272" y="94732"/>
                  </a:lnTo>
                  <a:lnTo>
                    <a:pt x="7471430" y="94732"/>
                  </a:lnTo>
                  <a:lnTo>
                    <a:pt x="7471587" y="94732"/>
                  </a:lnTo>
                  <a:lnTo>
                    <a:pt x="7471745" y="94732"/>
                  </a:lnTo>
                  <a:lnTo>
                    <a:pt x="7471903" y="94732"/>
                  </a:lnTo>
                  <a:lnTo>
                    <a:pt x="7472061" y="94732"/>
                  </a:lnTo>
                  <a:lnTo>
                    <a:pt x="7472218" y="94732"/>
                  </a:lnTo>
                  <a:lnTo>
                    <a:pt x="7472218" y="94301"/>
                  </a:lnTo>
                  <a:lnTo>
                    <a:pt x="7472218" y="93870"/>
                  </a:lnTo>
                  <a:lnTo>
                    <a:pt x="7472376" y="93870"/>
                  </a:lnTo>
                  <a:lnTo>
                    <a:pt x="7472534" y="93870"/>
                  </a:lnTo>
                  <a:lnTo>
                    <a:pt x="7472692" y="93870"/>
                  </a:lnTo>
                  <a:lnTo>
                    <a:pt x="7472849" y="93870"/>
                  </a:lnTo>
                  <a:lnTo>
                    <a:pt x="7473007" y="93870"/>
                  </a:lnTo>
                  <a:lnTo>
                    <a:pt x="7473165" y="93870"/>
                  </a:lnTo>
                  <a:lnTo>
                    <a:pt x="7473322" y="93870"/>
                  </a:lnTo>
                  <a:lnTo>
                    <a:pt x="7473480" y="93870"/>
                  </a:lnTo>
                  <a:lnTo>
                    <a:pt x="7473638" y="93870"/>
                  </a:lnTo>
                  <a:lnTo>
                    <a:pt x="7473796" y="93870"/>
                  </a:lnTo>
                  <a:lnTo>
                    <a:pt x="7473953" y="93870"/>
                  </a:lnTo>
                  <a:lnTo>
                    <a:pt x="7474111" y="93870"/>
                  </a:lnTo>
                  <a:lnTo>
                    <a:pt x="7474269" y="93870"/>
                  </a:lnTo>
                  <a:lnTo>
                    <a:pt x="7474426" y="93870"/>
                  </a:lnTo>
                  <a:lnTo>
                    <a:pt x="7474584" y="93870"/>
                  </a:lnTo>
                  <a:lnTo>
                    <a:pt x="7474742" y="93870"/>
                  </a:lnTo>
                  <a:lnTo>
                    <a:pt x="7474900" y="93870"/>
                  </a:lnTo>
                  <a:lnTo>
                    <a:pt x="7475057" y="93870"/>
                  </a:lnTo>
                  <a:lnTo>
                    <a:pt x="7475215" y="93870"/>
                  </a:lnTo>
                  <a:lnTo>
                    <a:pt x="7475373" y="93870"/>
                  </a:lnTo>
                  <a:lnTo>
                    <a:pt x="7475530" y="93870"/>
                  </a:lnTo>
                  <a:lnTo>
                    <a:pt x="7475688" y="93870"/>
                  </a:lnTo>
                  <a:lnTo>
                    <a:pt x="7475846" y="93870"/>
                  </a:lnTo>
                  <a:lnTo>
                    <a:pt x="7476004" y="93870"/>
                  </a:lnTo>
                  <a:lnTo>
                    <a:pt x="7476161" y="93870"/>
                  </a:lnTo>
                  <a:lnTo>
                    <a:pt x="7476161" y="93440"/>
                  </a:lnTo>
                  <a:lnTo>
                    <a:pt x="7476319" y="93440"/>
                  </a:lnTo>
                  <a:lnTo>
                    <a:pt x="7476477" y="93440"/>
                  </a:lnTo>
                  <a:lnTo>
                    <a:pt x="7476477" y="93009"/>
                  </a:lnTo>
                  <a:lnTo>
                    <a:pt x="7476477" y="92579"/>
                  </a:lnTo>
                  <a:lnTo>
                    <a:pt x="7476634" y="92579"/>
                  </a:lnTo>
                  <a:lnTo>
                    <a:pt x="7476792" y="92579"/>
                  </a:lnTo>
                  <a:lnTo>
                    <a:pt x="7476950" y="92579"/>
                  </a:lnTo>
                  <a:lnTo>
                    <a:pt x="7477108" y="92579"/>
                  </a:lnTo>
                  <a:lnTo>
                    <a:pt x="7477265" y="92579"/>
                  </a:lnTo>
                  <a:lnTo>
                    <a:pt x="7477423" y="92579"/>
                  </a:lnTo>
                  <a:lnTo>
                    <a:pt x="7477581" y="92579"/>
                  </a:lnTo>
                  <a:lnTo>
                    <a:pt x="7477739" y="92579"/>
                  </a:lnTo>
                  <a:lnTo>
                    <a:pt x="7477896" y="92579"/>
                  </a:lnTo>
                  <a:lnTo>
                    <a:pt x="7478054" y="92579"/>
                  </a:lnTo>
                  <a:lnTo>
                    <a:pt x="7478212" y="92579"/>
                  </a:lnTo>
                  <a:lnTo>
                    <a:pt x="7478369" y="92579"/>
                  </a:lnTo>
                  <a:lnTo>
                    <a:pt x="7478527" y="92579"/>
                  </a:lnTo>
                  <a:lnTo>
                    <a:pt x="7478685" y="92579"/>
                  </a:lnTo>
                  <a:lnTo>
                    <a:pt x="7478843" y="92579"/>
                  </a:lnTo>
                  <a:lnTo>
                    <a:pt x="7479000" y="92579"/>
                  </a:lnTo>
                  <a:lnTo>
                    <a:pt x="7479158" y="92579"/>
                  </a:lnTo>
                  <a:lnTo>
                    <a:pt x="7479316" y="92579"/>
                  </a:lnTo>
                  <a:lnTo>
                    <a:pt x="7479473" y="92579"/>
                  </a:lnTo>
                  <a:lnTo>
                    <a:pt x="7479631" y="92579"/>
                  </a:lnTo>
                  <a:lnTo>
                    <a:pt x="7479789" y="92579"/>
                  </a:lnTo>
                  <a:lnTo>
                    <a:pt x="7479947" y="92579"/>
                  </a:lnTo>
                  <a:lnTo>
                    <a:pt x="7480104" y="92579"/>
                  </a:lnTo>
                  <a:lnTo>
                    <a:pt x="7480262" y="92579"/>
                  </a:lnTo>
                  <a:lnTo>
                    <a:pt x="7480420" y="92579"/>
                  </a:lnTo>
                  <a:lnTo>
                    <a:pt x="7480577" y="92579"/>
                  </a:lnTo>
                  <a:lnTo>
                    <a:pt x="7480735" y="92579"/>
                  </a:lnTo>
                  <a:lnTo>
                    <a:pt x="7480893" y="92579"/>
                  </a:lnTo>
                  <a:lnTo>
                    <a:pt x="7481051" y="92579"/>
                  </a:lnTo>
                  <a:lnTo>
                    <a:pt x="7481208" y="92579"/>
                  </a:lnTo>
                  <a:lnTo>
                    <a:pt x="7481366" y="92579"/>
                  </a:lnTo>
                  <a:lnTo>
                    <a:pt x="7481524" y="92579"/>
                  </a:lnTo>
                  <a:lnTo>
                    <a:pt x="7481681" y="92579"/>
                  </a:lnTo>
                  <a:lnTo>
                    <a:pt x="7481839" y="92579"/>
                  </a:lnTo>
                  <a:lnTo>
                    <a:pt x="7481997" y="92579"/>
                  </a:lnTo>
                  <a:lnTo>
                    <a:pt x="7482155" y="92579"/>
                  </a:lnTo>
                  <a:lnTo>
                    <a:pt x="7482312" y="92579"/>
                  </a:lnTo>
                  <a:lnTo>
                    <a:pt x="7482470" y="92579"/>
                  </a:lnTo>
                  <a:lnTo>
                    <a:pt x="7482628" y="92579"/>
                  </a:lnTo>
                  <a:lnTo>
                    <a:pt x="7482785" y="92579"/>
                  </a:lnTo>
                  <a:lnTo>
                    <a:pt x="7482943" y="92579"/>
                  </a:lnTo>
                  <a:lnTo>
                    <a:pt x="7483101" y="92579"/>
                  </a:lnTo>
                  <a:lnTo>
                    <a:pt x="7483259" y="92579"/>
                  </a:lnTo>
                  <a:lnTo>
                    <a:pt x="7483416" y="92579"/>
                  </a:lnTo>
                  <a:lnTo>
                    <a:pt x="7483574" y="92579"/>
                  </a:lnTo>
                  <a:lnTo>
                    <a:pt x="7483732" y="92579"/>
                  </a:lnTo>
                  <a:lnTo>
                    <a:pt x="7483890" y="92579"/>
                  </a:lnTo>
                  <a:lnTo>
                    <a:pt x="7484047" y="92579"/>
                  </a:lnTo>
                  <a:lnTo>
                    <a:pt x="7484205" y="92579"/>
                  </a:lnTo>
                  <a:lnTo>
                    <a:pt x="7484363" y="92579"/>
                  </a:lnTo>
                  <a:lnTo>
                    <a:pt x="7484520" y="92579"/>
                  </a:lnTo>
                  <a:lnTo>
                    <a:pt x="7484678" y="92579"/>
                  </a:lnTo>
                  <a:lnTo>
                    <a:pt x="7484836" y="92579"/>
                  </a:lnTo>
                  <a:lnTo>
                    <a:pt x="7484994" y="92579"/>
                  </a:lnTo>
                  <a:lnTo>
                    <a:pt x="7485151" y="92579"/>
                  </a:lnTo>
                  <a:lnTo>
                    <a:pt x="7485309" y="92579"/>
                  </a:lnTo>
                  <a:lnTo>
                    <a:pt x="7485467" y="92579"/>
                  </a:lnTo>
                  <a:lnTo>
                    <a:pt x="7485624" y="92579"/>
                  </a:lnTo>
                  <a:lnTo>
                    <a:pt x="7485782" y="92579"/>
                  </a:lnTo>
                  <a:lnTo>
                    <a:pt x="7485940" y="92579"/>
                  </a:lnTo>
                  <a:lnTo>
                    <a:pt x="7486098" y="92579"/>
                  </a:lnTo>
                  <a:lnTo>
                    <a:pt x="7486255" y="92579"/>
                  </a:lnTo>
                  <a:lnTo>
                    <a:pt x="7486413" y="92579"/>
                  </a:lnTo>
                  <a:lnTo>
                    <a:pt x="7486571" y="92579"/>
                  </a:lnTo>
                  <a:lnTo>
                    <a:pt x="7486728" y="92579"/>
                  </a:lnTo>
                  <a:lnTo>
                    <a:pt x="7486886" y="92579"/>
                  </a:lnTo>
                  <a:lnTo>
                    <a:pt x="7487044" y="92579"/>
                  </a:lnTo>
                  <a:lnTo>
                    <a:pt x="7487202" y="92579"/>
                  </a:lnTo>
                  <a:lnTo>
                    <a:pt x="7487359" y="92579"/>
                  </a:lnTo>
                  <a:lnTo>
                    <a:pt x="7487517" y="92579"/>
                  </a:lnTo>
                  <a:lnTo>
                    <a:pt x="7487675" y="92579"/>
                  </a:lnTo>
                  <a:lnTo>
                    <a:pt x="7487832" y="92579"/>
                  </a:lnTo>
                  <a:lnTo>
                    <a:pt x="7487990" y="92579"/>
                  </a:lnTo>
                  <a:lnTo>
                    <a:pt x="7488148" y="92579"/>
                  </a:lnTo>
                  <a:lnTo>
                    <a:pt x="7488306" y="92579"/>
                  </a:lnTo>
                  <a:lnTo>
                    <a:pt x="7488463" y="92579"/>
                  </a:lnTo>
                  <a:lnTo>
                    <a:pt x="7488621" y="92579"/>
                  </a:lnTo>
                  <a:lnTo>
                    <a:pt x="7488621" y="92148"/>
                  </a:lnTo>
                  <a:lnTo>
                    <a:pt x="7488779" y="92148"/>
                  </a:lnTo>
                  <a:lnTo>
                    <a:pt x="7488937" y="92148"/>
                  </a:lnTo>
                  <a:lnTo>
                    <a:pt x="7488937" y="91717"/>
                  </a:lnTo>
                  <a:lnTo>
                    <a:pt x="7489094" y="91717"/>
                  </a:lnTo>
                  <a:lnTo>
                    <a:pt x="7489252" y="91717"/>
                  </a:lnTo>
                  <a:lnTo>
                    <a:pt x="7489410" y="91717"/>
                  </a:lnTo>
                  <a:lnTo>
                    <a:pt x="7489567" y="91717"/>
                  </a:lnTo>
                  <a:lnTo>
                    <a:pt x="7489725" y="91717"/>
                  </a:lnTo>
                  <a:lnTo>
                    <a:pt x="7489883" y="91717"/>
                  </a:lnTo>
                  <a:lnTo>
                    <a:pt x="7490041" y="91717"/>
                  </a:lnTo>
                  <a:lnTo>
                    <a:pt x="7490198" y="91717"/>
                  </a:lnTo>
                  <a:lnTo>
                    <a:pt x="7490356" y="91717"/>
                  </a:lnTo>
                  <a:lnTo>
                    <a:pt x="7490514" y="91717"/>
                  </a:lnTo>
                  <a:lnTo>
                    <a:pt x="7490671" y="91717"/>
                  </a:lnTo>
                  <a:lnTo>
                    <a:pt x="7490829" y="91717"/>
                  </a:lnTo>
                  <a:lnTo>
                    <a:pt x="7490987" y="91717"/>
                  </a:lnTo>
                  <a:lnTo>
                    <a:pt x="7491145" y="91717"/>
                  </a:lnTo>
                  <a:lnTo>
                    <a:pt x="7491302" y="91717"/>
                  </a:lnTo>
                  <a:lnTo>
                    <a:pt x="7491460" y="91717"/>
                  </a:lnTo>
                  <a:lnTo>
                    <a:pt x="7491618" y="91717"/>
                  </a:lnTo>
                  <a:lnTo>
                    <a:pt x="7491775" y="91717"/>
                  </a:lnTo>
                  <a:lnTo>
                    <a:pt x="7491933" y="91717"/>
                  </a:lnTo>
                  <a:lnTo>
                    <a:pt x="7492091" y="91717"/>
                  </a:lnTo>
                  <a:lnTo>
                    <a:pt x="7492249" y="91717"/>
                  </a:lnTo>
                  <a:lnTo>
                    <a:pt x="7492406" y="91717"/>
                  </a:lnTo>
                  <a:lnTo>
                    <a:pt x="7492564" y="91717"/>
                  </a:lnTo>
                  <a:lnTo>
                    <a:pt x="7492722" y="91717"/>
                  </a:lnTo>
                  <a:lnTo>
                    <a:pt x="7492879" y="91717"/>
                  </a:lnTo>
                  <a:lnTo>
                    <a:pt x="7493037" y="91717"/>
                  </a:lnTo>
                  <a:lnTo>
                    <a:pt x="7493195" y="91717"/>
                  </a:lnTo>
                  <a:lnTo>
                    <a:pt x="7493353" y="91717"/>
                  </a:lnTo>
                  <a:lnTo>
                    <a:pt x="7493510" y="91717"/>
                  </a:lnTo>
                  <a:lnTo>
                    <a:pt x="7493668" y="91717"/>
                  </a:lnTo>
                  <a:lnTo>
                    <a:pt x="7493826" y="91717"/>
                  </a:lnTo>
                  <a:lnTo>
                    <a:pt x="7493983" y="91717"/>
                  </a:lnTo>
                  <a:lnTo>
                    <a:pt x="7494141" y="91717"/>
                  </a:lnTo>
                  <a:lnTo>
                    <a:pt x="7494299" y="91717"/>
                  </a:lnTo>
                  <a:lnTo>
                    <a:pt x="7494457" y="91717"/>
                  </a:lnTo>
                  <a:lnTo>
                    <a:pt x="7494614" y="91717"/>
                  </a:lnTo>
                  <a:lnTo>
                    <a:pt x="7494772" y="91717"/>
                  </a:lnTo>
                  <a:lnTo>
                    <a:pt x="7494930" y="91717"/>
                  </a:lnTo>
                  <a:lnTo>
                    <a:pt x="7495088" y="91717"/>
                  </a:lnTo>
                  <a:lnTo>
                    <a:pt x="7495245" y="91717"/>
                  </a:lnTo>
                  <a:lnTo>
                    <a:pt x="7495403" y="91717"/>
                  </a:lnTo>
                  <a:lnTo>
                    <a:pt x="7495561" y="91717"/>
                  </a:lnTo>
                  <a:lnTo>
                    <a:pt x="7495718" y="91717"/>
                  </a:lnTo>
                  <a:lnTo>
                    <a:pt x="7495876" y="91717"/>
                  </a:lnTo>
                  <a:lnTo>
                    <a:pt x="7496034" y="91717"/>
                  </a:lnTo>
                  <a:lnTo>
                    <a:pt x="7496192" y="91717"/>
                  </a:lnTo>
                  <a:lnTo>
                    <a:pt x="7496349" y="91717"/>
                  </a:lnTo>
                  <a:lnTo>
                    <a:pt x="7496349" y="91287"/>
                  </a:lnTo>
                  <a:lnTo>
                    <a:pt x="7496507" y="91287"/>
                  </a:lnTo>
                  <a:lnTo>
                    <a:pt x="7496665" y="91287"/>
                  </a:lnTo>
                  <a:lnTo>
                    <a:pt x="7496822" y="91287"/>
                  </a:lnTo>
                  <a:lnTo>
                    <a:pt x="7496980" y="91287"/>
                  </a:lnTo>
                  <a:lnTo>
                    <a:pt x="7497138" y="91287"/>
                  </a:lnTo>
                  <a:lnTo>
                    <a:pt x="7497296" y="91287"/>
                  </a:lnTo>
                  <a:lnTo>
                    <a:pt x="7497453" y="91287"/>
                  </a:lnTo>
                  <a:lnTo>
                    <a:pt x="7497611" y="91287"/>
                  </a:lnTo>
                  <a:lnTo>
                    <a:pt x="7497769" y="91287"/>
                  </a:lnTo>
                  <a:lnTo>
                    <a:pt x="7497926" y="91287"/>
                  </a:lnTo>
                  <a:lnTo>
                    <a:pt x="7498084" y="91287"/>
                  </a:lnTo>
                  <a:lnTo>
                    <a:pt x="7498242" y="91287"/>
                  </a:lnTo>
                  <a:lnTo>
                    <a:pt x="7498400" y="91287"/>
                  </a:lnTo>
                  <a:lnTo>
                    <a:pt x="7498557" y="91287"/>
                  </a:lnTo>
                  <a:lnTo>
                    <a:pt x="7498557" y="90856"/>
                  </a:lnTo>
                  <a:lnTo>
                    <a:pt x="7498715" y="90856"/>
                  </a:lnTo>
                  <a:lnTo>
                    <a:pt x="7498873" y="90856"/>
                  </a:lnTo>
                  <a:lnTo>
                    <a:pt x="7499030" y="90856"/>
                  </a:lnTo>
                  <a:lnTo>
                    <a:pt x="7499188" y="90856"/>
                  </a:lnTo>
                  <a:lnTo>
                    <a:pt x="7499346" y="90856"/>
                  </a:lnTo>
                  <a:lnTo>
                    <a:pt x="7499504" y="90856"/>
                  </a:lnTo>
                  <a:lnTo>
                    <a:pt x="7499661" y="90856"/>
                  </a:lnTo>
                  <a:lnTo>
                    <a:pt x="7499819" y="90856"/>
                  </a:lnTo>
                  <a:lnTo>
                    <a:pt x="7499977" y="90856"/>
                  </a:lnTo>
                  <a:lnTo>
                    <a:pt x="7500135" y="90856"/>
                  </a:lnTo>
                  <a:lnTo>
                    <a:pt x="7500292" y="90856"/>
                  </a:lnTo>
                  <a:lnTo>
                    <a:pt x="7500450" y="90856"/>
                  </a:lnTo>
                  <a:lnTo>
                    <a:pt x="7500608" y="90856"/>
                  </a:lnTo>
                  <a:lnTo>
                    <a:pt x="7500765" y="90856"/>
                  </a:lnTo>
                  <a:lnTo>
                    <a:pt x="7500923" y="90856"/>
                  </a:lnTo>
                  <a:lnTo>
                    <a:pt x="7501081" y="90856"/>
                  </a:lnTo>
                  <a:lnTo>
                    <a:pt x="7501239" y="90856"/>
                  </a:lnTo>
                  <a:lnTo>
                    <a:pt x="7501396" y="90856"/>
                  </a:lnTo>
                  <a:lnTo>
                    <a:pt x="7501554" y="90856"/>
                  </a:lnTo>
                  <a:lnTo>
                    <a:pt x="7501712" y="90856"/>
                  </a:lnTo>
                  <a:lnTo>
                    <a:pt x="7501869" y="90856"/>
                  </a:lnTo>
                  <a:lnTo>
                    <a:pt x="7502027" y="90856"/>
                  </a:lnTo>
                  <a:lnTo>
                    <a:pt x="7502185" y="90856"/>
                  </a:lnTo>
                  <a:lnTo>
                    <a:pt x="7502343" y="90856"/>
                  </a:lnTo>
                  <a:lnTo>
                    <a:pt x="7502500" y="90856"/>
                  </a:lnTo>
                  <a:lnTo>
                    <a:pt x="7502658" y="90856"/>
                  </a:lnTo>
                  <a:lnTo>
                    <a:pt x="7502816" y="90856"/>
                  </a:lnTo>
                  <a:lnTo>
                    <a:pt x="7502973" y="90856"/>
                  </a:lnTo>
                  <a:lnTo>
                    <a:pt x="7503131" y="90856"/>
                  </a:lnTo>
                  <a:lnTo>
                    <a:pt x="7503289" y="90856"/>
                  </a:lnTo>
                  <a:lnTo>
                    <a:pt x="7503447" y="90856"/>
                  </a:lnTo>
                  <a:lnTo>
                    <a:pt x="7503604" y="90856"/>
                  </a:lnTo>
                  <a:lnTo>
                    <a:pt x="7503762" y="90856"/>
                  </a:lnTo>
                  <a:lnTo>
                    <a:pt x="7503920" y="90856"/>
                  </a:lnTo>
                  <a:lnTo>
                    <a:pt x="7504077" y="90856"/>
                  </a:lnTo>
                  <a:lnTo>
                    <a:pt x="7504235" y="90856"/>
                  </a:lnTo>
                  <a:lnTo>
                    <a:pt x="7504393" y="90856"/>
                  </a:lnTo>
                  <a:lnTo>
                    <a:pt x="7504393" y="90426"/>
                  </a:lnTo>
                  <a:lnTo>
                    <a:pt x="7504551" y="90426"/>
                  </a:lnTo>
                  <a:lnTo>
                    <a:pt x="7504708" y="90426"/>
                  </a:lnTo>
                  <a:lnTo>
                    <a:pt x="7504866" y="90426"/>
                  </a:lnTo>
                  <a:lnTo>
                    <a:pt x="7505024" y="90426"/>
                  </a:lnTo>
                  <a:lnTo>
                    <a:pt x="7505181" y="90426"/>
                  </a:lnTo>
                  <a:lnTo>
                    <a:pt x="7505339" y="90426"/>
                  </a:lnTo>
                  <a:lnTo>
                    <a:pt x="7505497" y="90426"/>
                  </a:lnTo>
                  <a:lnTo>
                    <a:pt x="7505655" y="90426"/>
                  </a:lnTo>
                  <a:lnTo>
                    <a:pt x="7505812" y="90426"/>
                  </a:lnTo>
                  <a:lnTo>
                    <a:pt x="7505970" y="90426"/>
                  </a:lnTo>
                  <a:lnTo>
                    <a:pt x="7506128" y="90426"/>
                  </a:lnTo>
                  <a:lnTo>
                    <a:pt x="7506286" y="90426"/>
                  </a:lnTo>
                  <a:lnTo>
                    <a:pt x="7506443" y="90426"/>
                  </a:lnTo>
                  <a:lnTo>
                    <a:pt x="7506601" y="90426"/>
                  </a:lnTo>
                  <a:lnTo>
                    <a:pt x="7506601" y="89995"/>
                  </a:lnTo>
                  <a:lnTo>
                    <a:pt x="7506759" y="89995"/>
                  </a:lnTo>
                  <a:lnTo>
                    <a:pt x="7506916" y="89995"/>
                  </a:lnTo>
                  <a:lnTo>
                    <a:pt x="7507074" y="89995"/>
                  </a:lnTo>
                  <a:lnTo>
                    <a:pt x="7507232" y="89995"/>
                  </a:lnTo>
                  <a:lnTo>
                    <a:pt x="7507390" y="89995"/>
                  </a:lnTo>
                  <a:lnTo>
                    <a:pt x="7507547" y="89995"/>
                  </a:lnTo>
                  <a:lnTo>
                    <a:pt x="7507705" y="89995"/>
                  </a:lnTo>
                  <a:lnTo>
                    <a:pt x="7507863" y="89995"/>
                  </a:lnTo>
                  <a:lnTo>
                    <a:pt x="7508020" y="89995"/>
                  </a:lnTo>
                  <a:lnTo>
                    <a:pt x="7508178" y="89995"/>
                  </a:lnTo>
                  <a:lnTo>
                    <a:pt x="7508336" y="89995"/>
                  </a:lnTo>
                  <a:lnTo>
                    <a:pt x="7508494" y="89995"/>
                  </a:lnTo>
                  <a:lnTo>
                    <a:pt x="7508651" y="89995"/>
                  </a:lnTo>
                  <a:lnTo>
                    <a:pt x="7508809" y="89995"/>
                  </a:lnTo>
                  <a:lnTo>
                    <a:pt x="7508967" y="89995"/>
                  </a:lnTo>
                  <a:lnTo>
                    <a:pt x="7509124" y="89995"/>
                  </a:lnTo>
                  <a:lnTo>
                    <a:pt x="7509282" y="89995"/>
                  </a:lnTo>
                  <a:lnTo>
                    <a:pt x="7509440" y="89995"/>
                  </a:lnTo>
                  <a:lnTo>
                    <a:pt x="7509598" y="89995"/>
                  </a:lnTo>
                  <a:lnTo>
                    <a:pt x="7509755" y="89995"/>
                  </a:lnTo>
                  <a:lnTo>
                    <a:pt x="7509913" y="89995"/>
                  </a:lnTo>
                  <a:lnTo>
                    <a:pt x="7510071" y="89995"/>
                  </a:lnTo>
                  <a:lnTo>
                    <a:pt x="7510228" y="89995"/>
                  </a:lnTo>
                  <a:lnTo>
                    <a:pt x="7510386" y="89995"/>
                  </a:lnTo>
                  <a:lnTo>
                    <a:pt x="7510544" y="89995"/>
                  </a:lnTo>
                  <a:lnTo>
                    <a:pt x="7510702" y="89995"/>
                  </a:lnTo>
                  <a:lnTo>
                    <a:pt x="7510859" y="89995"/>
                  </a:lnTo>
                  <a:lnTo>
                    <a:pt x="7511017" y="89995"/>
                  </a:lnTo>
                  <a:lnTo>
                    <a:pt x="7511175" y="89995"/>
                  </a:lnTo>
                  <a:lnTo>
                    <a:pt x="7511333" y="89995"/>
                  </a:lnTo>
                  <a:lnTo>
                    <a:pt x="7511490" y="89995"/>
                  </a:lnTo>
                  <a:lnTo>
                    <a:pt x="7511648" y="89995"/>
                  </a:lnTo>
                  <a:lnTo>
                    <a:pt x="7511806" y="89995"/>
                  </a:lnTo>
                  <a:lnTo>
                    <a:pt x="7511963" y="89995"/>
                  </a:lnTo>
                  <a:lnTo>
                    <a:pt x="7512121" y="89995"/>
                  </a:lnTo>
                  <a:lnTo>
                    <a:pt x="7512279" y="89995"/>
                  </a:lnTo>
                  <a:lnTo>
                    <a:pt x="7512437" y="89995"/>
                  </a:lnTo>
                  <a:lnTo>
                    <a:pt x="7512594" y="89995"/>
                  </a:lnTo>
                  <a:lnTo>
                    <a:pt x="7512752" y="89995"/>
                  </a:lnTo>
                  <a:lnTo>
                    <a:pt x="7512910" y="89995"/>
                  </a:lnTo>
                  <a:lnTo>
                    <a:pt x="7513067" y="89995"/>
                  </a:lnTo>
                  <a:lnTo>
                    <a:pt x="7513225" y="89995"/>
                  </a:lnTo>
                  <a:lnTo>
                    <a:pt x="7513383" y="89995"/>
                  </a:lnTo>
                  <a:lnTo>
                    <a:pt x="7513383" y="89564"/>
                  </a:lnTo>
                  <a:lnTo>
                    <a:pt x="7513541" y="89564"/>
                  </a:lnTo>
                  <a:lnTo>
                    <a:pt x="7513698" y="89564"/>
                  </a:lnTo>
                  <a:lnTo>
                    <a:pt x="7513856" y="89564"/>
                  </a:lnTo>
                  <a:lnTo>
                    <a:pt x="7514014" y="89564"/>
                  </a:lnTo>
                  <a:lnTo>
                    <a:pt x="7514171" y="89564"/>
                  </a:lnTo>
                  <a:lnTo>
                    <a:pt x="7514329" y="89564"/>
                  </a:lnTo>
                  <a:lnTo>
                    <a:pt x="7514487" y="89564"/>
                  </a:lnTo>
                  <a:lnTo>
                    <a:pt x="7514645" y="89564"/>
                  </a:lnTo>
                  <a:lnTo>
                    <a:pt x="7514802" y="89564"/>
                  </a:lnTo>
                  <a:lnTo>
                    <a:pt x="7514960" y="89564"/>
                  </a:lnTo>
                  <a:lnTo>
                    <a:pt x="7515118" y="89564"/>
                  </a:lnTo>
                  <a:lnTo>
                    <a:pt x="7515275" y="89564"/>
                  </a:lnTo>
                  <a:lnTo>
                    <a:pt x="7515433" y="89564"/>
                  </a:lnTo>
                  <a:lnTo>
                    <a:pt x="7515591" y="89564"/>
                  </a:lnTo>
                  <a:lnTo>
                    <a:pt x="7515749" y="89564"/>
                  </a:lnTo>
                  <a:lnTo>
                    <a:pt x="7515906" y="89564"/>
                  </a:lnTo>
                  <a:lnTo>
                    <a:pt x="7516064" y="89564"/>
                  </a:lnTo>
                  <a:lnTo>
                    <a:pt x="7516222" y="89564"/>
                  </a:lnTo>
                  <a:lnTo>
                    <a:pt x="7516379" y="89564"/>
                  </a:lnTo>
                  <a:lnTo>
                    <a:pt x="7516537" y="89564"/>
                  </a:lnTo>
                  <a:lnTo>
                    <a:pt x="7516695" y="89564"/>
                  </a:lnTo>
                  <a:lnTo>
                    <a:pt x="7516853" y="89564"/>
                  </a:lnTo>
                  <a:lnTo>
                    <a:pt x="7517010" y="89564"/>
                  </a:lnTo>
                  <a:lnTo>
                    <a:pt x="7517168" y="89564"/>
                  </a:lnTo>
                  <a:lnTo>
                    <a:pt x="7517326" y="89564"/>
                  </a:lnTo>
                  <a:lnTo>
                    <a:pt x="7517484" y="89564"/>
                  </a:lnTo>
                  <a:lnTo>
                    <a:pt x="7517641" y="89564"/>
                  </a:lnTo>
                  <a:lnTo>
                    <a:pt x="7517799" y="89564"/>
                  </a:lnTo>
                  <a:lnTo>
                    <a:pt x="7517957" y="89564"/>
                  </a:lnTo>
                  <a:lnTo>
                    <a:pt x="7518114" y="89564"/>
                  </a:lnTo>
                  <a:lnTo>
                    <a:pt x="7518272" y="89564"/>
                  </a:lnTo>
                  <a:lnTo>
                    <a:pt x="7518430" y="89564"/>
                  </a:lnTo>
                  <a:lnTo>
                    <a:pt x="7518588" y="89564"/>
                  </a:lnTo>
                  <a:lnTo>
                    <a:pt x="7518745" y="89564"/>
                  </a:lnTo>
                  <a:lnTo>
                    <a:pt x="7518903" y="89564"/>
                  </a:lnTo>
                  <a:lnTo>
                    <a:pt x="7519061" y="89564"/>
                  </a:lnTo>
                  <a:lnTo>
                    <a:pt x="7519218" y="89564"/>
                  </a:lnTo>
                  <a:lnTo>
                    <a:pt x="7519376" y="89564"/>
                  </a:lnTo>
                  <a:lnTo>
                    <a:pt x="7519534" y="89564"/>
                  </a:lnTo>
                  <a:lnTo>
                    <a:pt x="7519692" y="89564"/>
                  </a:lnTo>
                  <a:lnTo>
                    <a:pt x="7519849" y="89564"/>
                  </a:lnTo>
                  <a:lnTo>
                    <a:pt x="7520007" y="89564"/>
                  </a:lnTo>
                  <a:lnTo>
                    <a:pt x="7520165" y="89564"/>
                  </a:lnTo>
                  <a:lnTo>
                    <a:pt x="7520322" y="89564"/>
                  </a:lnTo>
                  <a:lnTo>
                    <a:pt x="7520480" y="89564"/>
                  </a:lnTo>
                  <a:lnTo>
                    <a:pt x="7520638" y="89564"/>
                  </a:lnTo>
                  <a:lnTo>
                    <a:pt x="7520796" y="89564"/>
                  </a:lnTo>
                  <a:lnTo>
                    <a:pt x="7520953" y="89564"/>
                  </a:lnTo>
                  <a:lnTo>
                    <a:pt x="7521111" y="89564"/>
                  </a:lnTo>
                  <a:lnTo>
                    <a:pt x="7521269" y="89564"/>
                  </a:lnTo>
                  <a:lnTo>
                    <a:pt x="7521426" y="89564"/>
                  </a:lnTo>
                  <a:lnTo>
                    <a:pt x="7521584" y="89564"/>
                  </a:lnTo>
                  <a:lnTo>
                    <a:pt x="7521742" y="89564"/>
                  </a:lnTo>
                  <a:lnTo>
                    <a:pt x="7521900" y="89564"/>
                  </a:lnTo>
                  <a:lnTo>
                    <a:pt x="7522057" y="89564"/>
                  </a:lnTo>
                  <a:lnTo>
                    <a:pt x="7522215" y="89564"/>
                  </a:lnTo>
                  <a:lnTo>
                    <a:pt x="7522373" y="89564"/>
                  </a:lnTo>
                  <a:lnTo>
                    <a:pt x="7522530" y="89564"/>
                  </a:lnTo>
                  <a:lnTo>
                    <a:pt x="7522688" y="89564"/>
                  </a:lnTo>
                  <a:lnTo>
                    <a:pt x="7522846" y="89564"/>
                  </a:lnTo>
                  <a:lnTo>
                    <a:pt x="7523004" y="89564"/>
                  </a:lnTo>
                  <a:lnTo>
                    <a:pt x="7523161" y="89564"/>
                  </a:lnTo>
                  <a:lnTo>
                    <a:pt x="7523319" y="89564"/>
                  </a:lnTo>
                  <a:lnTo>
                    <a:pt x="7523477" y="89564"/>
                  </a:lnTo>
                  <a:lnTo>
                    <a:pt x="7523635" y="89564"/>
                  </a:lnTo>
                  <a:lnTo>
                    <a:pt x="7523792" y="89564"/>
                  </a:lnTo>
                  <a:lnTo>
                    <a:pt x="7523950" y="89564"/>
                  </a:lnTo>
                  <a:lnTo>
                    <a:pt x="7524108" y="89564"/>
                  </a:lnTo>
                  <a:lnTo>
                    <a:pt x="7524265" y="89564"/>
                  </a:lnTo>
                  <a:lnTo>
                    <a:pt x="7524423" y="89564"/>
                  </a:lnTo>
                  <a:lnTo>
                    <a:pt x="7524581" y="89564"/>
                  </a:lnTo>
                  <a:lnTo>
                    <a:pt x="7524739" y="89564"/>
                  </a:lnTo>
                  <a:lnTo>
                    <a:pt x="7524896" y="89564"/>
                  </a:lnTo>
                  <a:lnTo>
                    <a:pt x="7525054" y="89564"/>
                  </a:lnTo>
                  <a:lnTo>
                    <a:pt x="7525212" y="89564"/>
                  </a:lnTo>
                  <a:lnTo>
                    <a:pt x="7525369" y="89564"/>
                  </a:lnTo>
                  <a:lnTo>
                    <a:pt x="7525527" y="89564"/>
                  </a:lnTo>
                  <a:lnTo>
                    <a:pt x="7525685" y="89564"/>
                  </a:lnTo>
                  <a:lnTo>
                    <a:pt x="7525843" y="89564"/>
                  </a:lnTo>
                  <a:lnTo>
                    <a:pt x="7526000" y="89564"/>
                  </a:lnTo>
                  <a:lnTo>
                    <a:pt x="7526158" y="89564"/>
                  </a:lnTo>
                  <a:lnTo>
                    <a:pt x="7526316" y="89564"/>
                  </a:lnTo>
                  <a:lnTo>
                    <a:pt x="7526473" y="89564"/>
                  </a:lnTo>
                  <a:lnTo>
                    <a:pt x="7526631" y="89564"/>
                  </a:lnTo>
                  <a:lnTo>
                    <a:pt x="7526789" y="89564"/>
                  </a:lnTo>
                  <a:lnTo>
                    <a:pt x="7526947" y="89564"/>
                  </a:lnTo>
                  <a:lnTo>
                    <a:pt x="7527104" y="89564"/>
                  </a:lnTo>
                  <a:lnTo>
                    <a:pt x="7527262" y="89564"/>
                  </a:lnTo>
                  <a:lnTo>
                    <a:pt x="7527420" y="89564"/>
                  </a:lnTo>
                  <a:lnTo>
                    <a:pt x="7527577" y="89564"/>
                  </a:lnTo>
                  <a:lnTo>
                    <a:pt x="7527735" y="89564"/>
                  </a:lnTo>
                  <a:lnTo>
                    <a:pt x="7527893" y="89564"/>
                  </a:lnTo>
                  <a:lnTo>
                    <a:pt x="7528051" y="89564"/>
                  </a:lnTo>
                  <a:lnTo>
                    <a:pt x="7528208" y="89564"/>
                  </a:lnTo>
                  <a:lnTo>
                    <a:pt x="7528366" y="89564"/>
                  </a:lnTo>
                  <a:lnTo>
                    <a:pt x="7528524" y="89564"/>
                  </a:lnTo>
                  <a:lnTo>
                    <a:pt x="7528682" y="89564"/>
                  </a:lnTo>
                  <a:lnTo>
                    <a:pt x="7528839" y="89564"/>
                  </a:lnTo>
                  <a:lnTo>
                    <a:pt x="7528997" y="89564"/>
                  </a:lnTo>
                  <a:lnTo>
                    <a:pt x="7529155" y="89564"/>
                  </a:lnTo>
                  <a:lnTo>
                    <a:pt x="7529312" y="89564"/>
                  </a:lnTo>
                  <a:lnTo>
                    <a:pt x="7529470" y="89564"/>
                  </a:lnTo>
                  <a:lnTo>
                    <a:pt x="7529628" y="89564"/>
                  </a:lnTo>
                  <a:lnTo>
                    <a:pt x="7529786" y="89564"/>
                  </a:lnTo>
                  <a:lnTo>
                    <a:pt x="7529786" y="89134"/>
                  </a:lnTo>
                  <a:lnTo>
                    <a:pt x="7529943" y="89134"/>
                  </a:lnTo>
                  <a:lnTo>
                    <a:pt x="7530101" y="89134"/>
                  </a:lnTo>
                  <a:lnTo>
                    <a:pt x="7530259" y="89134"/>
                  </a:lnTo>
                  <a:lnTo>
                    <a:pt x="7530416" y="89134"/>
                  </a:lnTo>
                  <a:lnTo>
                    <a:pt x="7530574" y="89134"/>
                  </a:lnTo>
                  <a:lnTo>
                    <a:pt x="7530732" y="89134"/>
                  </a:lnTo>
                  <a:lnTo>
                    <a:pt x="7530890" y="89134"/>
                  </a:lnTo>
                  <a:lnTo>
                    <a:pt x="7531047" y="89134"/>
                  </a:lnTo>
                  <a:lnTo>
                    <a:pt x="7531205" y="89134"/>
                  </a:lnTo>
                  <a:lnTo>
                    <a:pt x="7531363" y="89134"/>
                  </a:lnTo>
                  <a:lnTo>
                    <a:pt x="7531520" y="89134"/>
                  </a:lnTo>
                  <a:lnTo>
                    <a:pt x="7531678" y="89134"/>
                  </a:lnTo>
                  <a:lnTo>
                    <a:pt x="7531836" y="89134"/>
                  </a:lnTo>
                  <a:lnTo>
                    <a:pt x="7531994" y="89134"/>
                  </a:lnTo>
                  <a:lnTo>
                    <a:pt x="7532151" y="89134"/>
                  </a:lnTo>
                  <a:lnTo>
                    <a:pt x="7532309" y="89134"/>
                  </a:lnTo>
                  <a:lnTo>
                    <a:pt x="7532467" y="89134"/>
                  </a:lnTo>
                  <a:lnTo>
                    <a:pt x="7532624" y="89134"/>
                  </a:lnTo>
                  <a:lnTo>
                    <a:pt x="7532782" y="89134"/>
                  </a:lnTo>
                  <a:lnTo>
                    <a:pt x="7532940" y="89134"/>
                  </a:lnTo>
                  <a:lnTo>
                    <a:pt x="7533098" y="89134"/>
                  </a:lnTo>
                  <a:lnTo>
                    <a:pt x="7533255" y="89134"/>
                  </a:lnTo>
                  <a:lnTo>
                    <a:pt x="7533413" y="89134"/>
                  </a:lnTo>
                  <a:lnTo>
                    <a:pt x="7533413" y="88703"/>
                  </a:lnTo>
                  <a:lnTo>
                    <a:pt x="7533571" y="88703"/>
                  </a:lnTo>
                  <a:lnTo>
                    <a:pt x="7533728" y="88703"/>
                  </a:lnTo>
                  <a:lnTo>
                    <a:pt x="7533886" y="88703"/>
                  </a:lnTo>
                  <a:lnTo>
                    <a:pt x="7534044" y="88703"/>
                  </a:lnTo>
                  <a:lnTo>
                    <a:pt x="7534202" y="88703"/>
                  </a:lnTo>
                  <a:lnTo>
                    <a:pt x="7534359" y="88703"/>
                  </a:lnTo>
                  <a:lnTo>
                    <a:pt x="7534517" y="88703"/>
                  </a:lnTo>
                  <a:lnTo>
                    <a:pt x="7534675" y="88703"/>
                  </a:lnTo>
                  <a:lnTo>
                    <a:pt x="7534833" y="88703"/>
                  </a:lnTo>
                  <a:lnTo>
                    <a:pt x="7534990" y="88703"/>
                  </a:lnTo>
                  <a:lnTo>
                    <a:pt x="7535148" y="88703"/>
                  </a:lnTo>
                  <a:lnTo>
                    <a:pt x="7535306" y="88703"/>
                  </a:lnTo>
                  <a:lnTo>
                    <a:pt x="7535463" y="88703"/>
                  </a:lnTo>
                  <a:lnTo>
                    <a:pt x="7535621" y="88703"/>
                  </a:lnTo>
                  <a:lnTo>
                    <a:pt x="7535779" y="88703"/>
                  </a:lnTo>
                  <a:lnTo>
                    <a:pt x="7535937" y="88703"/>
                  </a:lnTo>
                  <a:lnTo>
                    <a:pt x="7536094" y="88703"/>
                  </a:lnTo>
                  <a:lnTo>
                    <a:pt x="7536252" y="88703"/>
                  </a:lnTo>
                  <a:lnTo>
                    <a:pt x="7536410" y="88703"/>
                  </a:lnTo>
                  <a:lnTo>
                    <a:pt x="7536567" y="88703"/>
                  </a:lnTo>
                  <a:lnTo>
                    <a:pt x="7536725" y="88703"/>
                  </a:lnTo>
                  <a:lnTo>
                    <a:pt x="7536883" y="88703"/>
                  </a:lnTo>
                  <a:lnTo>
                    <a:pt x="7537041" y="88703"/>
                  </a:lnTo>
                  <a:lnTo>
                    <a:pt x="7537198" y="88703"/>
                  </a:lnTo>
                  <a:lnTo>
                    <a:pt x="7537356" y="88703"/>
                  </a:lnTo>
                  <a:lnTo>
                    <a:pt x="7537514" y="88703"/>
                  </a:lnTo>
                  <a:lnTo>
                    <a:pt x="7537671" y="88703"/>
                  </a:lnTo>
                  <a:lnTo>
                    <a:pt x="7537829" y="88703"/>
                  </a:lnTo>
                  <a:lnTo>
                    <a:pt x="7537987" y="88703"/>
                  </a:lnTo>
                  <a:lnTo>
                    <a:pt x="7538145" y="88703"/>
                  </a:lnTo>
                  <a:lnTo>
                    <a:pt x="7538145" y="88273"/>
                  </a:lnTo>
                  <a:lnTo>
                    <a:pt x="7538145" y="87842"/>
                  </a:lnTo>
                  <a:lnTo>
                    <a:pt x="7538302" y="87842"/>
                  </a:lnTo>
                  <a:lnTo>
                    <a:pt x="7538460" y="87842"/>
                  </a:lnTo>
                  <a:lnTo>
                    <a:pt x="7538618" y="87842"/>
                  </a:lnTo>
                  <a:lnTo>
                    <a:pt x="7538775" y="87842"/>
                  </a:lnTo>
                  <a:lnTo>
                    <a:pt x="7538933" y="87842"/>
                  </a:lnTo>
                  <a:lnTo>
                    <a:pt x="7539091" y="87842"/>
                  </a:lnTo>
                  <a:lnTo>
                    <a:pt x="7539249" y="87842"/>
                  </a:lnTo>
                  <a:lnTo>
                    <a:pt x="7539406" y="87842"/>
                  </a:lnTo>
                  <a:lnTo>
                    <a:pt x="7539564" y="87842"/>
                  </a:lnTo>
                  <a:lnTo>
                    <a:pt x="7539722" y="87842"/>
                  </a:lnTo>
                  <a:lnTo>
                    <a:pt x="7539880" y="87842"/>
                  </a:lnTo>
                  <a:lnTo>
                    <a:pt x="7540037" y="87842"/>
                  </a:lnTo>
                  <a:lnTo>
                    <a:pt x="7540195" y="87842"/>
                  </a:lnTo>
                  <a:lnTo>
                    <a:pt x="7540353" y="87842"/>
                  </a:lnTo>
                  <a:lnTo>
                    <a:pt x="7540510" y="87842"/>
                  </a:lnTo>
                  <a:lnTo>
                    <a:pt x="7540668" y="87842"/>
                  </a:lnTo>
                  <a:lnTo>
                    <a:pt x="7540826" y="87842"/>
                  </a:lnTo>
                  <a:lnTo>
                    <a:pt x="7540984" y="87842"/>
                  </a:lnTo>
                  <a:lnTo>
                    <a:pt x="7541141" y="87842"/>
                  </a:lnTo>
                  <a:lnTo>
                    <a:pt x="7541299" y="87842"/>
                  </a:lnTo>
                  <a:lnTo>
                    <a:pt x="7541457" y="87842"/>
                  </a:lnTo>
                  <a:lnTo>
                    <a:pt x="7541614" y="87842"/>
                  </a:lnTo>
                  <a:lnTo>
                    <a:pt x="7541772" y="87842"/>
                  </a:lnTo>
                  <a:lnTo>
                    <a:pt x="7541930" y="87842"/>
                  </a:lnTo>
                  <a:lnTo>
                    <a:pt x="7542088" y="87842"/>
                  </a:lnTo>
                  <a:lnTo>
                    <a:pt x="7542245" y="87842"/>
                  </a:lnTo>
                  <a:lnTo>
                    <a:pt x="7542403" y="87842"/>
                  </a:lnTo>
                  <a:lnTo>
                    <a:pt x="7542561" y="87842"/>
                  </a:lnTo>
                  <a:lnTo>
                    <a:pt x="7542718" y="87842"/>
                  </a:lnTo>
                  <a:lnTo>
                    <a:pt x="7542876" y="87842"/>
                  </a:lnTo>
                  <a:lnTo>
                    <a:pt x="7543034" y="87842"/>
                  </a:lnTo>
                  <a:lnTo>
                    <a:pt x="7543192" y="87842"/>
                  </a:lnTo>
                  <a:lnTo>
                    <a:pt x="7543349" y="87842"/>
                  </a:lnTo>
                  <a:lnTo>
                    <a:pt x="7543507" y="87842"/>
                  </a:lnTo>
                  <a:lnTo>
                    <a:pt x="7543665" y="87842"/>
                  </a:lnTo>
                  <a:lnTo>
                    <a:pt x="7543822" y="87842"/>
                  </a:lnTo>
                  <a:lnTo>
                    <a:pt x="7543980" y="87842"/>
                  </a:lnTo>
                  <a:lnTo>
                    <a:pt x="7544138" y="87842"/>
                  </a:lnTo>
                  <a:lnTo>
                    <a:pt x="7544296" y="87842"/>
                  </a:lnTo>
                  <a:lnTo>
                    <a:pt x="7544453" y="87842"/>
                  </a:lnTo>
                  <a:lnTo>
                    <a:pt x="7544611" y="87842"/>
                  </a:lnTo>
                  <a:lnTo>
                    <a:pt x="7544769" y="87842"/>
                  </a:lnTo>
                  <a:lnTo>
                    <a:pt x="7544926" y="87842"/>
                  </a:lnTo>
                  <a:lnTo>
                    <a:pt x="7545084" y="87842"/>
                  </a:lnTo>
                  <a:lnTo>
                    <a:pt x="7545242" y="87842"/>
                  </a:lnTo>
                  <a:lnTo>
                    <a:pt x="7545400" y="87842"/>
                  </a:lnTo>
                  <a:lnTo>
                    <a:pt x="7545557" y="87842"/>
                  </a:lnTo>
                  <a:lnTo>
                    <a:pt x="7545557" y="87411"/>
                  </a:lnTo>
                  <a:lnTo>
                    <a:pt x="7545715" y="87411"/>
                  </a:lnTo>
                  <a:lnTo>
                    <a:pt x="7545873" y="87411"/>
                  </a:lnTo>
                  <a:lnTo>
                    <a:pt x="7546031" y="87411"/>
                  </a:lnTo>
                  <a:lnTo>
                    <a:pt x="7546188" y="87411"/>
                  </a:lnTo>
                  <a:lnTo>
                    <a:pt x="7546346" y="87411"/>
                  </a:lnTo>
                  <a:lnTo>
                    <a:pt x="7546504" y="87411"/>
                  </a:lnTo>
                  <a:lnTo>
                    <a:pt x="7546661" y="87411"/>
                  </a:lnTo>
                  <a:lnTo>
                    <a:pt x="7546819" y="87411"/>
                  </a:lnTo>
                  <a:lnTo>
                    <a:pt x="7546977" y="87411"/>
                  </a:lnTo>
                  <a:lnTo>
                    <a:pt x="7547135" y="87411"/>
                  </a:lnTo>
                  <a:lnTo>
                    <a:pt x="7547292" y="87411"/>
                  </a:lnTo>
                  <a:lnTo>
                    <a:pt x="7547450" y="87411"/>
                  </a:lnTo>
                  <a:lnTo>
                    <a:pt x="7547608" y="87411"/>
                  </a:lnTo>
                  <a:lnTo>
                    <a:pt x="7547765" y="87411"/>
                  </a:lnTo>
                  <a:lnTo>
                    <a:pt x="7547923" y="87411"/>
                  </a:lnTo>
                  <a:lnTo>
                    <a:pt x="7548081" y="87411"/>
                  </a:lnTo>
                  <a:lnTo>
                    <a:pt x="7548239" y="87411"/>
                  </a:lnTo>
                  <a:lnTo>
                    <a:pt x="7548396" y="87411"/>
                  </a:lnTo>
                  <a:lnTo>
                    <a:pt x="7548554" y="87411"/>
                  </a:lnTo>
                  <a:lnTo>
                    <a:pt x="7548712" y="87411"/>
                  </a:lnTo>
                  <a:lnTo>
                    <a:pt x="7548869" y="87411"/>
                  </a:lnTo>
                  <a:lnTo>
                    <a:pt x="7549027" y="87411"/>
                  </a:lnTo>
                  <a:lnTo>
                    <a:pt x="7549185" y="87411"/>
                  </a:lnTo>
                  <a:lnTo>
                    <a:pt x="7549343" y="87411"/>
                  </a:lnTo>
                  <a:lnTo>
                    <a:pt x="7549343" y="86981"/>
                  </a:lnTo>
                  <a:lnTo>
                    <a:pt x="7549500" y="86981"/>
                  </a:lnTo>
                  <a:lnTo>
                    <a:pt x="7549658" y="86981"/>
                  </a:lnTo>
                  <a:lnTo>
                    <a:pt x="7549816" y="86981"/>
                  </a:lnTo>
                  <a:lnTo>
                    <a:pt x="7549973" y="86981"/>
                  </a:lnTo>
                  <a:lnTo>
                    <a:pt x="7550131" y="86981"/>
                  </a:lnTo>
                  <a:lnTo>
                    <a:pt x="7550289" y="86981"/>
                  </a:lnTo>
                  <a:lnTo>
                    <a:pt x="7550447" y="86981"/>
                  </a:lnTo>
                  <a:lnTo>
                    <a:pt x="7550604" y="86981"/>
                  </a:lnTo>
                  <a:lnTo>
                    <a:pt x="7550762" y="86981"/>
                  </a:lnTo>
                  <a:lnTo>
                    <a:pt x="7550920" y="86981"/>
                  </a:lnTo>
                  <a:lnTo>
                    <a:pt x="7551078" y="86981"/>
                  </a:lnTo>
                  <a:lnTo>
                    <a:pt x="7551235" y="86981"/>
                  </a:lnTo>
                  <a:lnTo>
                    <a:pt x="7551393" y="86981"/>
                  </a:lnTo>
                  <a:lnTo>
                    <a:pt x="7551551" y="86981"/>
                  </a:lnTo>
                  <a:lnTo>
                    <a:pt x="7551551" y="86550"/>
                  </a:lnTo>
                  <a:lnTo>
                    <a:pt x="7551708" y="86550"/>
                  </a:lnTo>
                  <a:lnTo>
                    <a:pt x="7551866" y="86550"/>
                  </a:lnTo>
                  <a:lnTo>
                    <a:pt x="7552024" y="86550"/>
                  </a:lnTo>
                  <a:lnTo>
                    <a:pt x="7552182" y="86550"/>
                  </a:lnTo>
                  <a:lnTo>
                    <a:pt x="7552339" y="86550"/>
                  </a:lnTo>
                  <a:lnTo>
                    <a:pt x="7552497" y="86550"/>
                  </a:lnTo>
                  <a:lnTo>
                    <a:pt x="7552655" y="86550"/>
                  </a:lnTo>
                  <a:lnTo>
                    <a:pt x="7552812" y="86550"/>
                  </a:lnTo>
                  <a:lnTo>
                    <a:pt x="7552812" y="86120"/>
                  </a:lnTo>
                  <a:lnTo>
                    <a:pt x="7552970" y="86120"/>
                  </a:lnTo>
                  <a:lnTo>
                    <a:pt x="7553128" y="86120"/>
                  </a:lnTo>
                  <a:lnTo>
                    <a:pt x="7553286" y="86120"/>
                  </a:lnTo>
                  <a:lnTo>
                    <a:pt x="7553443" y="86120"/>
                  </a:lnTo>
                  <a:lnTo>
                    <a:pt x="7553601" y="86120"/>
                  </a:lnTo>
                  <a:lnTo>
                    <a:pt x="7553759" y="86120"/>
                  </a:lnTo>
                  <a:lnTo>
                    <a:pt x="7553916" y="86120"/>
                  </a:lnTo>
                  <a:lnTo>
                    <a:pt x="7554074" y="86120"/>
                  </a:lnTo>
                  <a:lnTo>
                    <a:pt x="7554232" y="86120"/>
                  </a:lnTo>
                  <a:lnTo>
                    <a:pt x="7554390" y="86120"/>
                  </a:lnTo>
                  <a:lnTo>
                    <a:pt x="7554547" y="86120"/>
                  </a:lnTo>
                  <a:lnTo>
                    <a:pt x="7554705" y="86120"/>
                  </a:lnTo>
                  <a:lnTo>
                    <a:pt x="7554705" y="85689"/>
                  </a:lnTo>
                  <a:lnTo>
                    <a:pt x="7554863" y="85689"/>
                  </a:lnTo>
                  <a:lnTo>
                    <a:pt x="7555020" y="85689"/>
                  </a:lnTo>
                  <a:lnTo>
                    <a:pt x="7555178" y="85689"/>
                  </a:lnTo>
                  <a:lnTo>
                    <a:pt x="7555336" y="85689"/>
                  </a:lnTo>
                  <a:lnTo>
                    <a:pt x="7555494" y="85689"/>
                  </a:lnTo>
                  <a:lnTo>
                    <a:pt x="7555651" y="85689"/>
                  </a:lnTo>
                  <a:lnTo>
                    <a:pt x="7555809" y="85689"/>
                  </a:lnTo>
                  <a:lnTo>
                    <a:pt x="7555967" y="85689"/>
                  </a:lnTo>
                  <a:lnTo>
                    <a:pt x="7556124" y="85689"/>
                  </a:lnTo>
                  <a:lnTo>
                    <a:pt x="7556282" y="85689"/>
                  </a:lnTo>
                  <a:lnTo>
                    <a:pt x="7556440" y="85689"/>
                  </a:lnTo>
                  <a:lnTo>
                    <a:pt x="7556598" y="85689"/>
                  </a:lnTo>
                  <a:lnTo>
                    <a:pt x="7556755" y="85689"/>
                  </a:lnTo>
                  <a:lnTo>
                    <a:pt x="7556913" y="85689"/>
                  </a:lnTo>
                  <a:lnTo>
                    <a:pt x="7557071" y="85689"/>
                  </a:lnTo>
                  <a:lnTo>
                    <a:pt x="7557229" y="85689"/>
                  </a:lnTo>
                  <a:lnTo>
                    <a:pt x="7557386" y="85689"/>
                  </a:lnTo>
                  <a:lnTo>
                    <a:pt x="7557544" y="85689"/>
                  </a:lnTo>
                  <a:lnTo>
                    <a:pt x="7557702" y="85689"/>
                  </a:lnTo>
                  <a:lnTo>
                    <a:pt x="7557859" y="85689"/>
                  </a:lnTo>
                  <a:lnTo>
                    <a:pt x="7558017" y="85689"/>
                  </a:lnTo>
                  <a:lnTo>
                    <a:pt x="7558175" y="85689"/>
                  </a:lnTo>
                  <a:lnTo>
                    <a:pt x="7558333" y="85689"/>
                  </a:lnTo>
                  <a:lnTo>
                    <a:pt x="7558490" y="85689"/>
                  </a:lnTo>
                  <a:lnTo>
                    <a:pt x="7558648" y="85689"/>
                  </a:lnTo>
                  <a:lnTo>
                    <a:pt x="7558806" y="85689"/>
                  </a:lnTo>
                  <a:lnTo>
                    <a:pt x="7558963" y="85689"/>
                  </a:lnTo>
                  <a:lnTo>
                    <a:pt x="7559121" y="85689"/>
                  </a:lnTo>
                  <a:lnTo>
                    <a:pt x="7559279" y="85689"/>
                  </a:lnTo>
                  <a:lnTo>
                    <a:pt x="7559437" y="85689"/>
                  </a:lnTo>
                  <a:lnTo>
                    <a:pt x="7559594" y="85689"/>
                  </a:lnTo>
                  <a:lnTo>
                    <a:pt x="7559752" y="85689"/>
                  </a:lnTo>
                  <a:lnTo>
                    <a:pt x="7559910" y="85689"/>
                  </a:lnTo>
                  <a:lnTo>
                    <a:pt x="7560067" y="85689"/>
                  </a:lnTo>
                  <a:lnTo>
                    <a:pt x="7560225" y="85689"/>
                  </a:lnTo>
                  <a:lnTo>
                    <a:pt x="7560383" y="85689"/>
                  </a:lnTo>
                  <a:lnTo>
                    <a:pt x="7560541" y="85689"/>
                  </a:lnTo>
                  <a:lnTo>
                    <a:pt x="7560698" y="85689"/>
                  </a:lnTo>
                  <a:lnTo>
                    <a:pt x="7560856" y="85689"/>
                  </a:lnTo>
                  <a:lnTo>
                    <a:pt x="7561014" y="85689"/>
                  </a:lnTo>
                  <a:lnTo>
                    <a:pt x="7561171" y="85689"/>
                  </a:lnTo>
                  <a:lnTo>
                    <a:pt x="7561329" y="85689"/>
                  </a:lnTo>
                  <a:lnTo>
                    <a:pt x="7561487" y="85689"/>
                  </a:lnTo>
                  <a:lnTo>
                    <a:pt x="7561645" y="85689"/>
                  </a:lnTo>
                  <a:lnTo>
                    <a:pt x="7561802" y="85689"/>
                  </a:lnTo>
                  <a:lnTo>
                    <a:pt x="7561960" y="85689"/>
                  </a:lnTo>
                  <a:lnTo>
                    <a:pt x="7562118" y="85689"/>
                  </a:lnTo>
                  <a:lnTo>
                    <a:pt x="7562276" y="85689"/>
                  </a:lnTo>
                  <a:lnTo>
                    <a:pt x="7562433" y="85689"/>
                  </a:lnTo>
                  <a:lnTo>
                    <a:pt x="7562591" y="85689"/>
                  </a:lnTo>
                  <a:lnTo>
                    <a:pt x="7562749" y="85689"/>
                  </a:lnTo>
                  <a:lnTo>
                    <a:pt x="7562906" y="85689"/>
                  </a:lnTo>
                  <a:lnTo>
                    <a:pt x="7563064" y="85689"/>
                  </a:lnTo>
                  <a:lnTo>
                    <a:pt x="7563222" y="85689"/>
                  </a:lnTo>
                  <a:lnTo>
                    <a:pt x="7563222" y="85258"/>
                  </a:lnTo>
                  <a:lnTo>
                    <a:pt x="7563380" y="85258"/>
                  </a:lnTo>
                  <a:lnTo>
                    <a:pt x="7563380" y="84828"/>
                  </a:lnTo>
                  <a:lnTo>
                    <a:pt x="7563537" y="84828"/>
                  </a:lnTo>
                  <a:lnTo>
                    <a:pt x="7563695" y="84828"/>
                  </a:lnTo>
                  <a:lnTo>
                    <a:pt x="7563853" y="84828"/>
                  </a:lnTo>
                  <a:lnTo>
                    <a:pt x="7564010" y="84828"/>
                  </a:lnTo>
                  <a:lnTo>
                    <a:pt x="7564168" y="84828"/>
                  </a:lnTo>
                  <a:lnTo>
                    <a:pt x="7564326" y="84828"/>
                  </a:lnTo>
                  <a:lnTo>
                    <a:pt x="7564484" y="84828"/>
                  </a:lnTo>
                  <a:lnTo>
                    <a:pt x="7564641" y="84828"/>
                  </a:lnTo>
                  <a:lnTo>
                    <a:pt x="7564799" y="84828"/>
                  </a:lnTo>
                  <a:lnTo>
                    <a:pt x="7564957" y="84828"/>
                  </a:lnTo>
                  <a:lnTo>
                    <a:pt x="7565114" y="84828"/>
                  </a:lnTo>
                  <a:lnTo>
                    <a:pt x="7565272" y="84828"/>
                  </a:lnTo>
                  <a:lnTo>
                    <a:pt x="7565430" y="84828"/>
                  </a:lnTo>
                  <a:lnTo>
                    <a:pt x="7565588" y="84828"/>
                  </a:lnTo>
                  <a:lnTo>
                    <a:pt x="7565745" y="84828"/>
                  </a:lnTo>
                  <a:lnTo>
                    <a:pt x="7565903" y="84828"/>
                  </a:lnTo>
                  <a:lnTo>
                    <a:pt x="7566061" y="84828"/>
                  </a:lnTo>
                  <a:lnTo>
                    <a:pt x="7566218" y="84828"/>
                  </a:lnTo>
                  <a:lnTo>
                    <a:pt x="7566376" y="84828"/>
                  </a:lnTo>
                  <a:lnTo>
                    <a:pt x="7566534" y="84828"/>
                  </a:lnTo>
                  <a:lnTo>
                    <a:pt x="7566692" y="84828"/>
                  </a:lnTo>
                  <a:lnTo>
                    <a:pt x="7566849" y="84828"/>
                  </a:lnTo>
                  <a:lnTo>
                    <a:pt x="7567007" y="84828"/>
                  </a:lnTo>
                  <a:lnTo>
                    <a:pt x="7567165" y="84828"/>
                  </a:lnTo>
                  <a:lnTo>
                    <a:pt x="7567322" y="84828"/>
                  </a:lnTo>
                  <a:lnTo>
                    <a:pt x="7567480" y="84828"/>
                  </a:lnTo>
                  <a:lnTo>
                    <a:pt x="7567638" y="84828"/>
                  </a:lnTo>
                  <a:lnTo>
                    <a:pt x="7567796" y="84828"/>
                  </a:lnTo>
                  <a:lnTo>
                    <a:pt x="7567953" y="84828"/>
                  </a:lnTo>
                  <a:lnTo>
                    <a:pt x="7568111" y="84828"/>
                  </a:lnTo>
                  <a:lnTo>
                    <a:pt x="7568269" y="84828"/>
                  </a:lnTo>
                  <a:lnTo>
                    <a:pt x="7568269" y="84397"/>
                  </a:lnTo>
                  <a:lnTo>
                    <a:pt x="7568427" y="84397"/>
                  </a:lnTo>
                  <a:lnTo>
                    <a:pt x="7568584" y="84397"/>
                  </a:lnTo>
                  <a:lnTo>
                    <a:pt x="7568742" y="84397"/>
                  </a:lnTo>
                  <a:lnTo>
                    <a:pt x="7568900" y="84397"/>
                  </a:lnTo>
                  <a:lnTo>
                    <a:pt x="7569057" y="84397"/>
                  </a:lnTo>
                  <a:lnTo>
                    <a:pt x="7569215" y="84397"/>
                  </a:lnTo>
                  <a:lnTo>
                    <a:pt x="7569373" y="84397"/>
                  </a:lnTo>
                  <a:lnTo>
                    <a:pt x="7569531" y="84397"/>
                  </a:lnTo>
                  <a:lnTo>
                    <a:pt x="7569688" y="84397"/>
                  </a:lnTo>
                  <a:lnTo>
                    <a:pt x="7569846" y="84397"/>
                  </a:lnTo>
                  <a:lnTo>
                    <a:pt x="7570004" y="84397"/>
                  </a:lnTo>
                  <a:lnTo>
                    <a:pt x="7570161" y="84397"/>
                  </a:lnTo>
                  <a:lnTo>
                    <a:pt x="7570319" y="84397"/>
                  </a:lnTo>
                  <a:lnTo>
                    <a:pt x="7570477" y="84397"/>
                  </a:lnTo>
                  <a:lnTo>
                    <a:pt x="7570635" y="84397"/>
                  </a:lnTo>
                  <a:lnTo>
                    <a:pt x="7570792" y="84397"/>
                  </a:lnTo>
                  <a:lnTo>
                    <a:pt x="7570950" y="84397"/>
                  </a:lnTo>
                  <a:lnTo>
                    <a:pt x="7571108" y="84397"/>
                  </a:lnTo>
                  <a:lnTo>
                    <a:pt x="7571265" y="84397"/>
                  </a:lnTo>
                  <a:lnTo>
                    <a:pt x="7571423" y="84397"/>
                  </a:lnTo>
                  <a:lnTo>
                    <a:pt x="7571581" y="84397"/>
                  </a:lnTo>
                  <a:lnTo>
                    <a:pt x="7571739" y="84397"/>
                  </a:lnTo>
                  <a:lnTo>
                    <a:pt x="7571896" y="84397"/>
                  </a:lnTo>
                  <a:lnTo>
                    <a:pt x="7572054" y="84397"/>
                  </a:lnTo>
                  <a:lnTo>
                    <a:pt x="7572212" y="84397"/>
                  </a:lnTo>
                  <a:lnTo>
                    <a:pt x="7572369" y="84397"/>
                  </a:lnTo>
                  <a:lnTo>
                    <a:pt x="7572527" y="84397"/>
                  </a:lnTo>
                  <a:lnTo>
                    <a:pt x="7572685" y="84397"/>
                  </a:lnTo>
                  <a:lnTo>
                    <a:pt x="7572843" y="84397"/>
                  </a:lnTo>
                  <a:lnTo>
                    <a:pt x="7572843" y="83967"/>
                  </a:lnTo>
                  <a:lnTo>
                    <a:pt x="7573000" y="83967"/>
                  </a:lnTo>
                  <a:lnTo>
                    <a:pt x="7573000" y="83536"/>
                  </a:lnTo>
                  <a:lnTo>
                    <a:pt x="7573158" y="83536"/>
                  </a:lnTo>
                  <a:lnTo>
                    <a:pt x="7573316" y="83536"/>
                  </a:lnTo>
                  <a:lnTo>
                    <a:pt x="7573474" y="83536"/>
                  </a:lnTo>
                  <a:lnTo>
                    <a:pt x="7573474" y="83105"/>
                  </a:lnTo>
                  <a:lnTo>
                    <a:pt x="7573631" y="83105"/>
                  </a:lnTo>
                  <a:lnTo>
                    <a:pt x="7573789" y="83105"/>
                  </a:lnTo>
                  <a:lnTo>
                    <a:pt x="7573947" y="83105"/>
                  </a:lnTo>
                  <a:lnTo>
                    <a:pt x="7574104" y="83105"/>
                  </a:lnTo>
                  <a:lnTo>
                    <a:pt x="7574262" y="83105"/>
                  </a:lnTo>
                  <a:lnTo>
                    <a:pt x="7574262" y="82675"/>
                  </a:lnTo>
                  <a:lnTo>
                    <a:pt x="7574420" y="82675"/>
                  </a:lnTo>
                  <a:lnTo>
                    <a:pt x="7574578" y="82675"/>
                  </a:lnTo>
                  <a:lnTo>
                    <a:pt x="7574735" y="82675"/>
                  </a:lnTo>
                  <a:lnTo>
                    <a:pt x="7574893" y="82675"/>
                  </a:lnTo>
                  <a:lnTo>
                    <a:pt x="7575051" y="82675"/>
                  </a:lnTo>
                  <a:lnTo>
                    <a:pt x="7575208" y="82675"/>
                  </a:lnTo>
                  <a:lnTo>
                    <a:pt x="7575366" y="82675"/>
                  </a:lnTo>
                  <a:lnTo>
                    <a:pt x="7575524" y="82675"/>
                  </a:lnTo>
                  <a:lnTo>
                    <a:pt x="7575682" y="82675"/>
                  </a:lnTo>
                  <a:lnTo>
                    <a:pt x="7575682" y="82244"/>
                  </a:lnTo>
                  <a:lnTo>
                    <a:pt x="7575839" y="82244"/>
                  </a:lnTo>
                  <a:lnTo>
                    <a:pt x="7575997" y="82244"/>
                  </a:lnTo>
                  <a:lnTo>
                    <a:pt x="7576155" y="82244"/>
                  </a:lnTo>
                  <a:lnTo>
                    <a:pt x="7576312" y="82244"/>
                  </a:lnTo>
                  <a:lnTo>
                    <a:pt x="7576470" y="82244"/>
                  </a:lnTo>
                  <a:lnTo>
                    <a:pt x="7576628" y="82244"/>
                  </a:lnTo>
                  <a:lnTo>
                    <a:pt x="7576786" y="82244"/>
                  </a:lnTo>
                  <a:lnTo>
                    <a:pt x="7576943" y="82244"/>
                  </a:lnTo>
                  <a:lnTo>
                    <a:pt x="7577101" y="82244"/>
                  </a:lnTo>
                  <a:lnTo>
                    <a:pt x="7577259" y="82244"/>
                  </a:lnTo>
                  <a:lnTo>
                    <a:pt x="7577416" y="82244"/>
                  </a:lnTo>
                  <a:lnTo>
                    <a:pt x="7577574" y="82244"/>
                  </a:lnTo>
                  <a:lnTo>
                    <a:pt x="7577732" y="82244"/>
                  </a:lnTo>
                  <a:lnTo>
                    <a:pt x="7577890" y="82244"/>
                  </a:lnTo>
                  <a:lnTo>
                    <a:pt x="7578047" y="82244"/>
                  </a:lnTo>
                  <a:lnTo>
                    <a:pt x="7578205" y="82244"/>
                  </a:lnTo>
                  <a:lnTo>
                    <a:pt x="7578363" y="82244"/>
                  </a:lnTo>
                  <a:lnTo>
                    <a:pt x="7578520" y="82244"/>
                  </a:lnTo>
                  <a:lnTo>
                    <a:pt x="7578678" y="82244"/>
                  </a:lnTo>
                  <a:lnTo>
                    <a:pt x="7578836" y="82244"/>
                  </a:lnTo>
                  <a:lnTo>
                    <a:pt x="7578994" y="82244"/>
                  </a:lnTo>
                  <a:lnTo>
                    <a:pt x="7579151" y="82244"/>
                  </a:lnTo>
                  <a:lnTo>
                    <a:pt x="7579309" y="82244"/>
                  </a:lnTo>
                  <a:lnTo>
                    <a:pt x="7579467" y="82244"/>
                  </a:lnTo>
                  <a:lnTo>
                    <a:pt x="7579625" y="82244"/>
                  </a:lnTo>
                  <a:lnTo>
                    <a:pt x="7579782" y="82244"/>
                  </a:lnTo>
                  <a:lnTo>
                    <a:pt x="7579940" y="82244"/>
                  </a:lnTo>
                  <a:lnTo>
                    <a:pt x="7580098" y="82244"/>
                  </a:lnTo>
                  <a:lnTo>
                    <a:pt x="7580255" y="82244"/>
                  </a:lnTo>
                  <a:lnTo>
                    <a:pt x="7580413" y="82244"/>
                  </a:lnTo>
                  <a:lnTo>
                    <a:pt x="7580571" y="82244"/>
                  </a:lnTo>
                  <a:lnTo>
                    <a:pt x="7580729" y="82244"/>
                  </a:lnTo>
                  <a:lnTo>
                    <a:pt x="7580886" y="82244"/>
                  </a:lnTo>
                  <a:lnTo>
                    <a:pt x="7581044" y="82244"/>
                  </a:lnTo>
                  <a:lnTo>
                    <a:pt x="7581202" y="82244"/>
                  </a:lnTo>
                  <a:lnTo>
                    <a:pt x="7581359" y="82244"/>
                  </a:lnTo>
                  <a:lnTo>
                    <a:pt x="7581517" y="82244"/>
                  </a:lnTo>
                  <a:lnTo>
                    <a:pt x="7581517" y="81814"/>
                  </a:lnTo>
                  <a:lnTo>
                    <a:pt x="7581675" y="81814"/>
                  </a:lnTo>
                  <a:lnTo>
                    <a:pt x="7581833" y="81814"/>
                  </a:lnTo>
                  <a:lnTo>
                    <a:pt x="7581990" y="81814"/>
                  </a:lnTo>
                  <a:lnTo>
                    <a:pt x="7582148" y="81814"/>
                  </a:lnTo>
                  <a:lnTo>
                    <a:pt x="7582306" y="81814"/>
                  </a:lnTo>
                  <a:lnTo>
                    <a:pt x="7582463" y="81814"/>
                  </a:lnTo>
                  <a:lnTo>
                    <a:pt x="7582621" y="81814"/>
                  </a:lnTo>
                  <a:lnTo>
                    <a:pt x="7582779" y="81814"/>
                  </a:lnTo>
                  <a:lnTo>
                    <a:pt x="7582937" y="81814"/>
                  </a:lnTo>
                  <a:lnTo>
                    <a:pt x="7583094" y="81814"/>
                  </a:lnTo>
                  <a:lnTo>
                    <a:pt x="7583252" y="81814"/>
                  </a:lnTo>
                  <a:lnTo>
                    <a:pt x="7583410" y="81814"/>
                  </a:lnTo>
                  <a:lnTo>
                    <a:pt x="7583567" y="81814"/>
                  </a:lnTo>
                  <a:lnTo>
                    <a:pt x="7583725" y="81814"/>
                  </a:lnTo>
                  <a:lnTo>
                    <a:pt x="7583883" y="81814"/>
                  </a:lnTo>
                  <a:lnTo>
                    <a:pt x="7584041" y="81814"/>
                  </a:lnTo>
                  <a:lnTo>
                    <a:pt x="7584198" y="81814"/>
                  </a:lnTo>
                  <a:lnTo>
                    <a:pt x="7584356" y="81814"/>
                  </a:lnTo>
                  <a:lnTo>
                    <a:pt x="7584514" y="81814"/>
                  </a:lnTo>
                  <a:lnTo>
                    <a:pt x="7584672" y="81814"/>
                  </a:lnTo>
                  <a:lnTo>
                    <a:pt x="7584829" y="81814"/>
                  </a:lnTo>
                  <a:lnTo>
                    <a:pt x="7584987" y="81814"/>
                  </a:lnTo>
                  <a:lnTo>
                    <a:pt x="7585145" y="81814"/>
                  </a:lnTo>
                  <a:lnTo>
                    <a:pt x="7585145" y="81383"/>
                  </a:lnTo>
                  <a:lnTo>
                    <a:pt x="7585302" y="81383"/>
                  </a:lnTo>
                  <a:lnTo>
                    <a:pt x="7585460" y="81383"/>
                  </a:lnTo>
                  <a:lnTo>
                    <a:pt x="7585618" y="81383"/>
                  </a:lnTo>
                  <a:lnTo>
                    <a:pt x="7585776" y="81383"/>
                  </a:lnTo>
                  <a:lnTo>
                    <a:pt x="7585933" y="81383"/>
                  </a:lnTo>
                  <a:lnTo>
                    <a:pt x="7586091" y="81383"/>
                  </a:lnTo>
                  <a:lnTo>
                    <a:pt x="7586249" y="81383"/>
                  </a:lnTo>
                  <a:lnTo>
                    <a:pt x="7586406" y="81383"/>
                  </a:lnTo>
                  <a:lnTo>
                    <a:pt x="7586564" y="81383"/>
                  </a:lnTo>
                  <a:lnTo>
                    <a:pt x="7586722" y="81383"/>
                  </a:lnTo>
                  <a:lnTo>
                    <a:pt x="7586722" y="80952"/>
                  </a:lnTo>
                  <a:lnTo>
                    <a:pt x="7586880" y="80952"/>
                  </a:lnTo>
                  <a:lnTo>
                    <a:pt x="7587037" y="80952"/>
                  </a:lnTo>
                  <a:lnTo>
                    <a:pt x="7587195" y="80952"/>
                  </a:lnTo>
                  <a:lnTo>
                    <a:pt x="7587353" y="80952"/>
                  </a:lnTo>
                  <a:lnTo>
                    <a:pt x="7587510" y="80952"/>
                  </a:lnTo>
                  <a:lnTo>
                    <a:pt x="7587668" y="80952"/>
                  </a:lnTo>
                  <a:lnTo>
                    <a:pt x="7587826" y="80952"/>
                  </a:lnTo>
                  <a:lnTo>
                    <a:pt x="7587984" y="80952"/>
                  </a:lnTo>
                  <a:lnTo>
                    <a:pt x="7588141" y="80952"/>
                  </a:lnTo>
                  <a:lnTo>
                    <a:pt x="7588299" y="80952"/>
                  </a:lnTo>
                  <a:lnTo>
                    <a:pt x="7588457" y="80952"/>
                  </a:lnTo>
                  <a:lnTo>
                    <a:pt x="7588614" y="80952"/>
                  </a:lnTo>
                  <a:lnTo>
                    <a:pt x="7588772" y="80952"/>
                  </a:lnTo>
                  <a:lnTo>
                    <a:pt x="7588930" y="80952"/>
                  </a:lnTo>
                  <a:lnTo>
                    <a:pt x="7589088" y="80952"/>
                  </a:lnTo>
                  <a:lnTo>
                    <a:pt x="7589245" y="80952"/>
                  </a:lnTo>
                  <a:lnTo>
                    <a:pt x="7589403" y="80952"/>
                  </a:lnTo>
                  <a:lnTo>
                    <a:pt x="7589561" y="80952"/>
                  </a:lnTo>
                  <a:lnTo>
                    <a:pt x="7589718" y="80952"/>
                  </a:lnTo>
                  <a:lnTo>
                    <a:pt x="7589876" y="80952"/>
                  </a:lnTo>
                  <a:lnTo>
                    <a:pt x="7589876" y="80522"/>
                  </a:lnTo>
                  <a:lnTo>
                    <a:pt x="7590034" y="80522"/>
                  </a:lnTo>
                  <a:lnTo>
                    <a:pt x="7590192" y="80522"/>
                  </a:lnTo>
                  <a:lnTo>
                    <a:pt x="7590349" y="80522"/>
                  </a:lnTo>
                  <a:lnTo>
                    <a:pt x="7590507" y="80522"/>
                  </a:lnTo>
                  <a:lnTo>
                    <a:pt x="7590665" y="80522"/>
                  </a:lnTo>
                  <a:lnTo>
                    <a:pt x="7590823" y="80522"/>
                  </a:lnTo>
                  <a:lnTo>
                    <a:pt x="7590980" y="80522"/>
                  </a:lnTo>
                  <a:lnTo>
                    <a:pt x="7591138" y="80522"/>
                  </a:lnTo>
                  <a:lnTo>
                    <a:pt x="7591296" y="80522"/>
                  </a:lnTo>
                  <a:lnTo>
                    <a:pt x="7591453" y="80522"/>
                  </a:lnTo>
                  <a:lnTo>
                    <a:pt x="7591611" y="80522"/>
                  </a:lnTo>
                  <a:lnTo>
                    <a:pt x="7591769" y="80522"/>
                  </a:lnTo>
                  <a:lnTo>
                    <a:pt x="7591927" y="80522"/>
                  </a:lnTo>
                  <a:lnTo>
                    <a:pt x="7592084" y="80522"/>
                  </a:lnTo>
                  <a:lnTo>
                    <a:pt x="7592242" y="80522"/>
                  </a:lnTo>
                  <a:lnTo>
                    <a:pt x="7592400" y="80522"/>
                  </a:lnTo>
                  <a:lnTo>
                    <a:pt x="7592557" y="80522"/>
                  </a:lnTo>
                  <a:lnTo>
                    <a:pt x="7592715" y="80522"/>
                  </a:lnTo>
                  <a:lnTo>
                    <a:pt x="7592873" y="80522"/>
                  </a:lnTo>
                  <a:lnTo>
                    <a:pt x="7592873" y="80091"/>
                  </a:lnTo>
                  <a:lnTo>
                    <a:pt x="7593031" y="80091"/>
                  </a:lnTo>
                  <a:lnTo>
                    <a:pt x="7593188" y="80091"/>
                  </a:lnTo>
                  <a:lnTo>
                    <a:pt x="7593346" y="80091"/>
                  </a:lnTo>
                  <a:lnTo>
                    <a:pt x="7593504" y="80091"/>
                  </a:lnTo>
                  <a:lnTo>
                    <a:pt x="7593661" y="80091"/>
                  </a:lnTo>
                  <a:lnTo>
                    <a:pt x="7593819" y="80091"/>
                  </a:lnTo>
                  <a:lnTo>
                    <a:pt x="7593977" y="80091"/>
                  </a:lnTo>
                  <a:lnTo>
                    <a:pt x="7594135" y="80091"/>
                  </a:lnTo>
                  <a:lnTo>
                    <a:pt x="7594292" y="80091"/>
                  </a:lnTo>
                  <a:lnTo>
                    <a:pt x="7594450" y="80091"/>
                  </a:lnTo>
                  <a:lnTo>
                    <a:pt x="7594608" y="80091"/>
                  </a:lnTo>
                  <a:lnTo>
                    <a:pt x="7594765" y="80091"/>
                  </a:lnTo>
                  <a:lnTo>
                    <a:pt x="7594765" y="79661"/>
                  </a:lnTo>
                  <a:lnTo>
                    <a:pt x="7594923" y="79661"/>
                  </a:lnTo>
                  <a:lnTo>
                    <a:pt x="7595081" y="79661"/>
                  </a:lnTo>
                  <a:lnTo>
                    <a:pt x="7595239" y="79661"/>
                  </a:lnTo>
                  <a:lnTo>
                    <a:pt x="7595396" y="79661"/>
                  </a:lnTo>
                  <a:lnTo>
                    <a:pt x="7595554" y="79661"/>
                  </a:lnTo>
                  <a:lnTo>
                    <a:pt x="7595712" y="79661"/>
                  </a:lnTo>
                  <a:lnTo>
                    <a:pt x="7595869" y="79661"/>
                  </a:lnTo>
                  <a:lnTo>
                    <a:pt x="7596027" y="79661"/>
                  </a:lnTo>
                  <a:lnTo>
                    <a:pt x="7596185" y="79661"/>
                  </a:lnTo>
                  <a:lnTo>
                    <a:pt x="7596343" y="79661"/>
                  </a:lnTo>
                  <a:lnTo>
                    <a:pt x="7596500" y="79661"/>
                  </a:lnTo>
                  <a:lnTo>
                    <a:pt x="7596658" y="79661"/>
                  </a:lnTo>
                  <a:lnTo>
                    <a:pt x="7596816" y="79661"/>
                  </a:lnTo>
                  <a:lnTo>
                    <a:pt x="7596974" y="79661"/>
                  </a:lnTo>
                  <a:lnTo>
                    <a:pt x="7597131" y="79661"/>
                  </a:lnTo>
                  <a:lnTo>
                    <a:pt x="7597289" y="79661"/>
                  </a:lnTo>
                  <a:lnTo>
                    <a:pt x="7597447" y="79661"/>
                  </a:lnTo>
                  <a:lnTo>
                    <a:pt x="7597604" y="79661"/>
                  </a:lnTo>
                  <a:lnTo>
                    <a:pt x="7597762" y="79661"/>
                  </a:lnTo>
                  <a:lnTo>
                    <a:pt x="7597920" y="79661"/>
                  </a:lnTo>
                  <a:lnTo>
                    <a:pt x="7598078" y="79661"/>
                  </a:lnTo>
                  <a:lnTo>
                    <a:pt x="7598235" y="79661"/>
                  </a:lnTo>
                  <a:lnTo>
                    <a:pt x="7598393" y="79661"/>
                  </a:lnTo>
                  <a:lnTo>
                    <a:pt x="7598551" y="79661"/>
                  </a:lnTo>
                  <a:lnTo>
                    <a:pt x="7598708" y="79661"/>
                  </a:lnTo>
                  <a:lnTo>
                    <a:pt x="7598866" y="79661"/>
                  </a:lnTo>
                  <a:lnTo>
                    <a:pt x="7599024" y="79661"/>
                  </a:lnTo>
                  <a:lnTo>
                    <a:pt x="7599182" y="79661"/>
                  </a:lnTo>
                  <a:lnTo>
                    <a:pt x="7599339" y="79661"/>
                  </a:lnTo>
                  <a:lnTo>
                    <a:pt x="7599497" y="79661"/>
                  </a:lnTo>
                  <a:lnTo>
                    <a:pt x="7599655" y="79661"/>
                  </a:lnTo>
                  <a:lnTo>
                    <a:pt x="7599812" y="79661"/>
                  </a:lnTo>
                  <a:lnTo>
                    <a:pt x="7599970" y="79661"/>
                  </a:lnTo>
                  <a:lnTo>
                    <a:pt x="7600128" y="79661"/>
                  </a:lnTo>
                  <a:lnTo>
                    <a:pt x="7600286" y="79661"/>
                  </a:lnTo>
                  <a:lnTo>
                    <a:pt x="7600443" y="79661"/>
                  </a:lnTo>
                  <a:lnTo>
                    <a:pt x="7600601" y="79661"/>
                  </a:lnTo>
                  <a:lnTo>
                    <a:pt x="7600759" y="79661"/>
                  </a:lnTo>
                  <a:lnTo>
                    <a:pt x="7600916" y="79661"/>
                  </a:lnTo>
                  <a:lnTo>
                    <a:pt x="7601074" y="79661"/>
                  </a:lnTo>
                  <a:lnTo>
                    <a:pt x="7601232" y="79661"/>
                  </a:lnTo>
                  <a:lnTo>
                    <a:pt x="7601390" y="79661"/>
                  </a:lnTo>
                  <a:lnTo>
                    <a:pt x="7601547" y="79661"/>
                  </a:lnTo>
                  <a:lnTo>
                    <a:pt x="7601705" y="79661"/>
                  </a:lnTo>
                  <a:lnTo>
                    <a:pt x="7601863" y="79661"/>
                  </a:lnTo>
                  <a:lnTo>
                    <a:pt x="7602021" y="79661"/>
                  </a:lnTo>
                  <a:lnTo>
                    <a:pt x="7602178" y="79661"/>
                  </a:lnTo>
                  <a:lnTo>
                    <a:pt x="7602336" y="79661"/>
                  </a:lnTo>
                  <a:lnTo>
                    <a:pt x="7602494" y="79661"/>
                  </a:lnTo>
                  <a:lnTo>
                    <a:pt x="7602651" y="79661"/>
                  </a:lnTo>
                  <a:lnTo>
                    <a:pt x="7602809" y="79661"/>
                  </a:lnTo>
                  <a:lnTo>
                    <a:pt x="7602967" y="79661"/>
                  </a:lnTo>
                  <a:lnTo>
                    <a:pt x="7603125" y="79661"/>
                  </a:lnTo>
                  <a:lnTo>
                    <a:pt x="7603282" y="79661"/>
                  </a:lnTo>
                  <a:lnTo>
                    <a:pt x="7603440" y="79661"/>
                  </a:lnTo>
                  <a:lnTo>
                    <a:pt x="7603598" y="79661"/>
                  </a:lnTo>
                  <a:lnTo>
                    <a:pt x="7603755" y="79661"/>
                  </a:lnTo>
                  <a:lnTo>
                    <a:pt x="7603913" y="79661"/>
                  </a:lnTo>
                  <a:lnTo>
                    <a:pt x="7604071" y="79661"/>
                  </a:lnTo>
                  <a:lnTo>
                    <a:pt x="7604229" y="79661"/>
                  </a:lnTo>
                  <a:lnTo>
                    <a:pt x="7604386" y="79661"/>
                  </a:lnTo>
                  <a:lnTo>
                    <a:pt x="7604544" y="79661"/>
                  </a:lnTo>
                  <a:lnTo>
                    <a:pt x="7604702" y="79661"/>
                  </a:lnTo>
                  <a:lnTo>
                    <a:pt x="7604859" y="79661"/>
                  </a:lnTo>
                  <a:lnTo>
                    <a:pt x="7605017" y="79661"/>
                  </a:lnTo>
                  <a:lnTo>
                    <a:pt x="7605175" y="79661"/>
                  </a:lnTo>
                  <a:lnTo>
                    <a:pt x="7605333" y="79661"/>
                  </a:lnTo>
                  <a:lnTo>
                    <a:pt x="7605490" y="79661"/>
                  </a:lnTo>
                  <a:lnTo>
                    <a:pt x="7605648" y="79661"/>
                  </a:lnTo>
                  <a:lnTo>
                    <a:pt x="7605806" y="79661"/>
                  </a:lnTo>
                  <a:lnTo>
                    <a:pt x="7605963" y="79661"/>
                  </a:lnTo>
                  <a:lnTo>
                    <a:pt x="7606121" y="79661"/>
                  </a:lnTo>
                  <a:lnTo>
                    <a:pt x="7606279" y="79661"/>
                  </a:lnTo>
                  <a:lnTo>
                    <a:pt x="7606437" y="79661"/>
                  </a:lnTo>
                  <a:lnTo>
                    <a:pt x="7606594" y="79661"/>
                  </a:lnTo>
                  <a:lnTo>
                    <a:pt x="7606752" y="79661"/>
                  </a:lnTo>
                  <a:lnTo>
                    <a:pt x="7606910" y="79661"/>
                  </a:lnTo>
                  <a:lnTo>
                    <a:pt x="7607067" y="79661"/>
                  </a:lnTo>
                  <a:lnTo>
                    <a:pt x="7607225" y="79661"/>
                  </a:lnTo>
                  <a:lnTo>
                    <a:pt x="7607383" y="79661"/>
                  </a:lnTo>
                  <a:lnTo>
                    <a:pt x="7607541" y="79661"/>
                  </a:lnTo>
                  <a:lnTo>
                    <a:pt x="7607698" y="79661"/>
                  </a:lnTo>
                  <a:lnTo>
                    <a:pt x="7607856" y="79661"/>
                  </a:lnTo>
                  <a:lnTo>
                    <a:pt x="7608014" y="79661"/>
                  </a:lnTo>
                  <a:lnTo>
                    <a:pt x="7608172" y="79661"/>
                  </a:lnTo>
                  <a:lnTo>
                    <a:pt x="7608329" y="79661"/>
                  </a:lnTo>
                  <a:lnTo>
                    <a:pt x="7608487" y="79661"/>
                  </a:lnTo>
                  <a:lnTo>
                    <a:pt x="7608645" y="79661"/>
                  </a:lnTo>
                  <a:lnTo>
                    <a:pt x="7608802" y="79661"/>
                  </a:lnTo>
                  <a:lnTo>
                    <a:pt x="7608960" y="79661"/>
                  </a:lnTo>
                  <a:lnTo>
                    <a:pt x="7609118" y="79661"/>
                  </a:lnTo>
                  <a:lnTo>
                    <a:pt x="7609276" y="79661"/>
                  </a:lnTo>
                  <a:lnTo>
                    <a:pt x="7609433" y="79661"/>
                  </a:lnTo>
                  <a:lnTo>
                    <a:pt x="7609591" y="79661"/>
                  </a:lnTo>
                  <a:lnTo>
                    <a:pt x="7609749" y="79661"/>
                  </a:lnTo>
                  <a:lnTo>
                    <a:pt x="7609906" y="79661"/>
                  </a:lnTo>
                  <a:lnTo>
                    <a:pt x="7610064" y="79661"/>
                  </a:lnTo>
                  <a:lnTo>
                    <a:pt x="7610222" y="79661"/>
                  </a:lnTo>
                  <a:lnTo>
                    <a:pt x="7610380" y="79661"/>
                  </a:lnTo>
                  <a:lnTo>
                    <a:pt x="7610537" y="79661"/>
                  </a:lnTo>
                  <a:lnTo>
                    <a:pt x="7610537" y="79230"/>
                  </a:lnTo>
                  <a:lnTo>
                    <a:pt x="7610695" y="79230"/>
                  </a:lnTo>
                  <a:lnTo>
                    <a:pt x="7610695" y="78799"/>
                  </a:lnTo>
                  <a:lnTo>
                    <a:pt x="7610853" y="78799"/>
                  </a:lnTo>
                  <a:lnTo>
                    <a:pt x="7611010" y="78799"/>
                  </a:lnTo>
                  <a:lnTo>
                    <a:pt x="7611168" y="78799"/>
                  </a:lnTo>
                  <a:lnTo>
                    <a:pt x="7611326" y="78799"/>
                  </a:lnTo>
                  <a:lnTo>
                    <a:pt x="7611484" y="78799"/>
                  </a:lnTo>
                  <a:lnTo>
                    <a:pt x="7611641" y="78799"/>
                  </a:lnTo>
                  <a:lnTo>
                    <a:pt x="7611799" y="78799"/>
                  </a:lnTo>
                  <a:lnTo>
                    <a:pt x="7611957" y="78799"/>
                  </a:lnTo>
                  <a:lnTo>
                    <a:pt x="7612114" y="78799"/>
                  </a:lnTo>
                  <a:lnTo>
                    <a:pt x="7612272" y="78799"/>
                  </a:lnTo>
                  <a:lnTo>
                    <a:pt x="7612430" y="78799"/>
                  </a:lnTo>
                  <a:lnTo>
                    <a:pt x="7612588" y="78799"/>
                  </a:lnTo>
                  <a:lnTo>
                    <a:pt x="7612745" y="78799"/>
                  </a:lnTo>
                  <a:lnTo>
                    <a:pt x="7612903" y="78799"/>
                  </a:lnTo>
                  <a:lnTo>
                    <a:pt x="7613061" y="78799"/>
                  </a:lnTo>
                  <a:lnTo>
                    <a:pt x="7613219" y="78799"/>
                  </a:lnTo>
                  <a:lnTo>
                    <a:pt x="7613376" y="78799"/>
                  </a:lnTo>
                  <a:lnTo>
                    <a:pt x="7613534" y="78799"/>
                  </a:lnTo>
                  <a:lnTo>
                    <a:pt x="7613692" y="78799"/>
                  </a:lnTo>
                  <a:lnTo>
                    <a:pt x="7613692" y="78369"/>
                  </a:lnTo>
                  <a:lnTo>
                    <a:pt x="7613849" y="78369"/>
                  </a:lnTo>
                  <a:lnTo>
                    <a:pt x="7614007" y="78369"/>
                  </a:lnTo>
                  <a:lnTo>
                    <a:pt x="7614165" y="78369"/>
                  </a:lnTo>
                  <a:lnTo>
                    <a:pt x="7614323" y="78369"/>
                  </a:lnTo>
                  <a:lnTo>
                    <a:pt x="7614480" y="78369"/>
                  </a:lnTo>
                  <a:lnTo>
                    <a:pt x="7614638" y="78369"/>
                  </a:lnTo>
                  <a:lnTo>
                    <a:pt x="7614796" y="78369"/>
                  </a:lnTo>
                  <a:lnTo>
                    <a:pt x="7614953" y="78369"/>
                  </a:lnTo>
                  <a:lnTo>
                    <a:pt x="7614953" y="77938"/>
                  </a:lnTo>
                  <a:lnTo>
                    <a:pt x="7615111" y="77938"/>
                  </a:lnTo>
                  <a:lnTo>
                    <a:pt x="7615269" y="77938"/>
                  </a:lnTo>
                  <a:lnTo>
                    <a:pt x="7615427" y="77938"/>
                  </a:lnTo>
                  <a:lnTo>
                    <a:pt x="7615584" y="77938"/>
                  </a:lnTo>
                  <a:lnTo>
                    <a:pt x="7615742" y="77938"/>
                  </a:lnTo>
                  <a:lnTo>
                    <a:pt x="7615900" y="77938"/>
                  </a:lnTo>
                  <a:lnTo>
                    <a:pt x="7616057" y="77938"/>
                  </a:lnTo>
                  <a:lnTo>
                    <a:pt x="7616215" y="77938"/>
                  </a:lnTo>
                  <a:lnTo>
                    <a:pt x="7616373" y="77938"/>
                  </a:lnTo>
                  <a:lnTo>
                    <a:pt x="7616531" y="77938"/>
                  </a:lnTo>
                  <a:lnTo>
                    <a:pt x="7616688" y="77938"/>
                  </a:lnTo>
                  <a:lnTo>
                    <a:pt x="7616846" y="77938"/>
                  </a:lnTo>
                  <a:lnTo>
                    <a:pt x="7617004" y="77938"/>
                  </a:lnTo>
                  <a:lnTo>
                    <a:pt x="7617161" y="77938"/>
                  </a:lnTo>
                  <a:lnTo>
                    <a:pt x="7617319" y="77938"/>
                  </a:lnTo>
                  <a:lnTo>
                    <a:pt x="7617477" y="77938"/>
                  </a:lnTo>
                  <a:lnTo>
                    <a:pt x="7617635" y="77938"/>
                  </a:lnTo>
                  <a:lnTo>
                    <a:pt x="7617792" y="77938"/>
                  </a:lnTo>
                  <a:lnTo>
                    <a:pt x="7617950" y="77938"/>
                  </a:lnTo>
                  <a:lnTo>
                    <a:pt x="7618108" y="77938"/>
                  </a:lnTo>
                  <a:lnTo>
                    <a:pt x="7618265" y="77938"/>
                  </a:lnTo>
                  <a:lnTo>
                    <a:pt x="7618423" y="77938"/>
                  </a:lnTo>
                  <a:lnTo>
                    <a:pt x="7618581" y="77938"/>
                  </a:lnTo>
                  <a:lnTo>
                    <a:pt x="7618739" y="77938"/>
                  </a:lnTo>
                  <a:lnTo>
                    <a:pt x="7618896" y="77938"/>
                  </a:lnTo>
                  <a:lnTo>
                    <a:pt x="7619054" y="77938"/>
                  </a:lnTo>
                  <a:lnTo>
                    <a:pt x="7619212" y="77938"/>
                  </a:lnTo>
                  <a:lnTo>
                    <a:pt x="7619370" y="77938"/>
                  </a:lnTo>
                  <a:lnTo>
                    <a:pt x="7619527" y="77938"/>
                  </a:lnTo>
                  <a:lnTo>
                    <a:pt x="7619685" y="77938"/>
                  </a:lnTo>
                  <a:lnTo>
                    <a:pt x="7619843" y="77938"/>
                  </a:lnTo>
                  <a:lnTo>
                    <a:pt x="7620000" y="77938"/>
                  </a:lnTo>
                  <a:lnTo>
                    <a:pt x="7620158" y="77938"/>
                  </a:lnTo>
                  <a:lnTo>
                    <a:pt x="7620316" y="77938"/>
                  </a:lnTo>
                  <a:lnTo>
                    <a:pt x="7620474" y="77938"/>
                  </a:lnTo>
                  <a:lnTo>
                    <a:pt x="7620631" y="77938"/>
                  </a:lnTo>
                  <a:lnTo>
                    <a:pt x="7620789" y="77938"/>
                  </a:lnTo>
                  <a:lnTo>
                    <a:pt x="7620947" y="77938"/>
                  </a:lnTo>
                  <a:lnTo>
                    <a:pt x="7620947" y="77508"/>
                  </a:lnTo>
                  <a:lnTo>
                    <a:pt x="7621104" y="77508"/>
                  </a:lnTo>
                  <a:lnTo>
                    <a:pt x="7621262" y="77508"/>
                  </a:lnTo>
                  <a:lnTo>
                    <a:pt x="7621420" y="77508"/>
                  </a:lnTo>
                  <a:lnTo>
                    <a:pt x="7621578" y="77508"/>
                  </a:lnTo>
                  <a:lnTo>
                    <a:pt x="7621735" y="77508"/>
                  </a:lnTo>
                  <a:lnTo>
                    <a:pt x="7621893" y="77508"/>
                  </a:lnTo>
                  <a:lnTo>
                    <a:pt x="7622051" y="77508"/>
                  </a:lnTo>
                  <a:lnTo>
                    <a:pt x="7622208" y="77508"/>
                  </a:lnTo>
                  <a:lnTo>
                    <a:pt x="7622366" y="77508"/>
                  </a:lnTo>
                  <a:lnTo>
                    <a:pt x="7622524" y="77508"/>
                  </a:lnTo>
                  <a:lnTo>
                    <a:pt x="7622682" y="77508"/>
                  </a:lnTo>
                  <a:lnTo>
                    <a:pt x="7622839" y="77508"/>
                  </a:lnTo>
                  <a:lnTo>
                    <a:pt x="7622997" y="77508"/>
                  </a:lnTo>
                  <a:lnTo>
                    <a:pt x="7623155" y="77508"/>
                  </a:lnTo>
                  <a:lnTo>
                    <a:pt x="7623312" y="77508"/>
                  </a:lnTo>
                  <a:lnTo>
                    <a:pt x="7623470" y="77508"/>
                  </a:lnTo>
                  <a:lnTo>
                    <a:pt x="7623628" y="77508"/>
                  </a:lnTo>
                  <a:lnTo>
                    <a:pt x="7623786" y="77508"/>
                  </a:lnTo>
                  <a:lnTo>
                    <a:pt x="7623943" y="77508"/>
                  </a:lnTo>
                  <a:lnTo>
                    <a:pt x="7624101" y="77508"/>
                  </a:lnTo>
                  <a:lnTo>
                    <a:pt x="7624101" y="77077"/>
                  </a:lnTo>
                  <a:lnTo>
                    <a:pt x="7624259" y="77077"/>
                  </a:lnTo>
                  <a:lnTo>
                    <a:pt x="7624417" y="77077"/>
                  </a:lnTo>
                  <a:lnTo>
                    <a:pt x="7624574" y="77077"/>
                  </a:lnTo>
                  <a:lnTo>
                    <a:pt x="7624732" y="77077"/>
                  </a:lnTo>
                  <a:lnTo>
                    <a:pt x="7624890" y="77077"/>
                  </a:lnTo>
                  <a:lnTo>
                    <a:pt x="7625047" y="77077"/>
                  </a:lnTo>
                  <a:lnTo>
                    <a:pt x="7625205" y="77077"/>
                  </a:lnTo>
                  <a:lnTo>
                    <a:pt x="7625205" y="76646"/>
                  </a:lnTo>
                  <a:lnTo>
                    <a:pt x="7625363" y="76646"/>
                  </a:lnTo>
                  <a:lnTo>
                    <a:pt x="7625521" y="76646"/>
                  </a:lnTo>
                  <a:lnTo>
                    <a:pt x="7625678" y="76646"/>
                  </a:lnTo>
                  <a:lnTo>
                    <a:pt x="7625836" y="76646"/>
                  </a:lnTo>
                  <a:lnTo>
                    <a:pt x="7625994" y="76646"/>
                  </a:lnTo>
                  <a:lnTo>
                    <a:pt x="7626151" y="76646"/>
                  </a:lnTo>
                  <a:lnTo>
                    <a:pt x="7626309" y="76646"/>
                  </a:lnTo>
                  <a:lnTo>
                    <a:pt x="7626467" y="76646"/>
                  </a:lnTo>
                  <a:lnTo>
                    <a:pt x="7626625" y="76646"/>
                  </a:lnTo>
                  <a:lnTo>
                    <a:pt x="7626782" y="76646"/>
                  </a:lnTo>
                  <a:lnTo>
                    <a:pt x="7626940" y="76646"/>
                  </a:lnTo>
                  <a:lnTo>
                    <a:pt x="7627098" y="76646"/>
                  </a:lnTo>
                  <a:lnTo>
                    <a:pt x="7627255" y="76646"/>
                  </a:lnTo>
                  <a:lnTo>
                    <a:pt x="7627255" y="76216"/>
                  </a:lnTo>
                  <a:lnTo>
                    <a:pt x="7627413" y="76216"/>
                  </a:lnTo>
                  <a:lnTo>
                    <a:pt x="7627571" y="76216"/>
                  </a:lnTo>
                  <a:lnTo>
                    <a:pt x="7627729" y="76216"/>
                  </a:lnTo>
                  <a:lnTo>
                    <a:pt x="7627886" y="76216"/>
                  </a:lnTo>
                  <a:lnTo>
                    <a:pt x="7628044" y="76216"/>
                  </a:lnTo>
                  <a:lnTo>
                    <a:pt x="7628202" y="76216"/>
                  </a:lnTo>
                  <a:lnTo>
                    <a:pt x="7628359" y="76216"/>
                  </a:lnTo>
                  <a:lnTo>
                    <a:pt x="7628517" y="76216"/>
                  </a:lnTo>
                  <a:lnTo>
                    <a:pt x="7628675" y="76216"/>
                  </a:lnTo>
                  <a:lnTo>
                    <a:pt x="7628833" y="76216"/>
                  </a:lnTo>
                  <a:lnTo>
                    <a:pt x="7628990" y="76216"/>
                  </a:lnTo>
                  <a:lnTo>
                    <a:pt x="7629148" y="76216"/>
                  </a:lnTo>
                  <a:lnTo>
                    <a:pt x="7629306" y="76216"/>
                  </a:lnTo>
                  <a:lnTo>
                    <a:pt x="7629463" y="76216"/>
                  </a:lnTo>
                  <a:lnTo>
                    <a:pt x="7629621" y="76216"/>
                  </a:lnTo>
                  <a:lnTo>
                    <a:pt x="7629779" y="76216"/>
                  </a:lnTo>
                  <a:lnTo>
                    <a:pt x="7629937" y="76216"/>
                  </a:lnTo>
                  <a:lnTo>
                    <a:pt x="7630094" y="76216"/>
                  </a:lnTo>
                  <a:lnTo>
                    <a:pt x="7630252" y="76216"/>
                  </a:lnTo>
                  <a:lnTo>
                    <a:pt x="7630410" y="76216"/>
                  </a:lnTo>
                  <a:lnTo>
                    <a:pt x="7630568" y="76216"/>
                  </a:lnTo>
                  <a:lnTo>
                    <a:pt x="7630725" y="76216"/>
                  </a:lnTo>
                  <a:lnTo>
                    <a:pt x="7630883" y="76216"/>
                  </a:lnTo>
                  <a:lnTo>
                    <a:pt x="7630883" y="75785"/>
                  </a:lnTo>
                  <a:lnTo>
                    <a:pt x="7631041" y="75785"/>
                  </a:lnTo>
                  <a:lnTo>
                    <a:pt x="7631198" y="75785"/>
                  </a:lnTo>
                  <a:lnTo>
                    <a:pt x="7631356" y="75785"/>
                  </a:lnTo>
                  <a:lnTo>
                    <a:pt x="7631514" y="75785"/>
                  </a:lnTo>
                  <a:lnTo>
                    <a:pt x="7631672" y="75785"/>
                  </a:lnTo>
                  <a:lnTo>
                    <a:pt x="7631829" y="75785"/>
                  </a:lnTo>
                  <a:lnTo>
                    <a:pt x="7631987" y="75785"/>
                  </a:lnTo>
                  <a:lnTo>
                    <a:pt x="7632145" y="75785"/>
                  </a:lnTo>
                  <a:lnTo>
                    <a:pt x="7632302" y="75785"/>
                  </a:lnTo>
                  <a:lnTo>
                    <a:pt x="7632460" y="75785"/>
                  </a:lnTo>
                  <a:lnTo>
                    <a:pt x="7632618" y="75785"/>
                  </a:lnTo>
                  <a:lnTo>
                    <a:pt x="7632776" y="75785"/>
                  </a:lnTo>
                  <a:lnTo>
                    <a:pt x="7632933" y="75785"/>
                  </a:lnTo>
                  <a:lnTo>
                    <a:pt x="7633091" y="75785"/>
                  </a:lnTo>
                  <a:lnTo>
                    <a:pt x="7633249" y="75785"/>
                  </a:lnTo>
                  <a:lnTo>
                    <a:pt x="7633406" y="75785"/>
                  </a:lnTo>
                  <a:lnTo>
                    <a:pt x="7633406" y="75355"/>
                  </a:lnTo>
                  <a:lnTo>
                    <a:pt x="7633564" y="75355"/>
                  </a:lnTo>
                  <a:lnTo>
                    <a:pt x="7633722" y="75355"/>
                  </a:lnTo>
                  <a:lnTo>
                    <a:pt x="7633880" y="75355"/>
                  </a:lnTo>
                  <a:lnTo>
                    <a:pt x="7634037" y="75355"/>
                  </a:lnTo>
                  <a:lnTo>
                    <a:pt x="7634195" y="75355"/>
                  </a:lnTo>
                  <a:lnTo>
                    <a:pt x="7634353" y="75355"/>
                  </a:lnTo>
                  <a:lnTo>
                    <a:pt x="7634510" y="75355"/>
                  </a:lnTo>
                  <a:lnTo>
                    <a:pt x="7634668" y="75355"/>
                  </a:lnTo>
                  <a:lnTo>
                    <a:pt x="7634826" y="75355"/>
                  </a:lnTo>
                  <a:lnTo>
                    <a:pt x="7634984" y="75355"/>
                  </a:lnTo>
                  <a:lnTo>
                    <a:pt x="7635141" y="75355"/>
                  </a:lnTo>
                  <a:lnTo>
                    <a:pt x="7635299" y="75355"/>
                  </a:lnTo>
                  <a:lnTo>
                    <a:pt x="7635457" y="75355"/>
                  </a:lnTo>
                  <a:lnTo>
                    <a:pt x="7635615" y="75355"/>
                  </a:lnTo>
                  <a:lnTo>
                    <a:pt x="7635772" y="75355"/>
                  </a:lnTo>
                  <a:lnTo>
                    <a:pt x="7635930" y="75355"/>
                  </a:lnTo>
                  <a:lnTo>
                    <a:pt x="7636088" y="75355"/>
                  </a:lnTo>
                  <a:lnTo>
                    <a:pt x="7636245" y="75355"/>
                  </a:lnTo>
                  <a:lnTo>
                    <a:pt x="7636403" y="75355"/>
                  </a:lnTo>
                  <a:lnTo>
                    <a:pt x="7636561" y="75355"/>
                  </a:lnTo>
                  <a:lnTo>
                    <a:pt x="7636719" y="75355"/>
                  </a:lnTo>
                  <a:lnTo>
                    <a:pt x="7636876" y="75355"/>
                  </a:lnTo>
                  <a:lnTo>
                    <a:pt x="7637034" y="75355"/>
                  </a:lnTo>
                  <a:lnTo>
                    <a:pt x="7637034" y="74924"/>
                  </a:lnTo>
                  <a:lnTo>
                    <a:pt x="7637192" y="74924"/>
                  </a:lnTo>
                  <a:lnTo>
                    <a:pt x="7637349" y="74924"/>
                  </a:lnTo>
                  <a:lnTo>
                    <a:pt x="7637507" y="74924"/>
                  </a:lnTo>
                  <a:lnTo>
                    <a:pt x="7637665" y="74924"/>
                  </a:lnTo>
                  <a:lnTo>
                    <a:pt x="7637823" y="74924"/>
                  </a:lnTo>
                  <a:lnTo>
                    <a:pt x="7637980" y="74924"/>
                  </a:lnTo>
                  <a:lnTo>
                    <a:pt x="7638138" y="74924"/>
                  </a:lnTo>
                  <a:lnTo>
                    <a:pt x="7638296" y="74924"/>
                  </a:lnTo>
                  <a:lnTo>
                    <a:pt x="7638453" y="74924"/>
                  </a:lnTo>
                  <a:lnTo>
                    <a:pt x="7638611" y="74924"/>
                  </a:lnTo>
                  <a:lnTo>
                    <a:pt x="7638769" y="74924"/>
                  </a:lnTo>
                  <a:lnTo>
                    <a:pt x="7638927" y="74924"/>
                  </a:lnTo>
                  <a:lnTo>
                    <a:pt x="7638927" y="74493"/>
                  </a:lnTo>
                  <a:lnTo>
                    <a:pt x="7639084" y="74493"/>
                  </a:lnTo>
                  <a:lnTo>
                    <a:pt x="7639242" y="74493"/>
                  </a:lnTo>
                  <a:lnTo>
                    <a:pt x="7639400" y="74493"/>
                  </a:lnTo>
                  <a:lnTo>
                    <a:pt x="7639557" y="74493"/>
                  </a:lnTo>
                  <a:lnTo>
                    <a:pt x="7639715" y="74493"/>
                  </a:lnTo>
                  <a:lnTo>
                    <a:pt x="7639873" y="74493"/>
                  </a:lnTo>
                  <a:lnTo>
                    <a:pt x="7639873" y="74063"/>
                  </a:lnTo>
                  <a:lnTo>
                    <a:pt x="7640031" y="74063"/>
                  </a:lnTo>
                  <a:lnTo>
                    <a:pt x="7640188" y="74063"/>
                  </a:lnTo>
                  <a:lnTo>
                    <a:pt x="7640346" y="74063"/>
                  </a:lnTo>
                  <a:lnTo>
                    <a:pt x="7640504" y="74063"/>
                  </a:lnTo>
                  <a:lnTo>
                    <a:pt x="7640661" y="74063"/>
                  </a:lnTo>
                  <a:lnTo>
                    <a:pt x="7640819" y="74063"/>
                  </a:lnTo>
                  <a:lnTo>
                    <a:pt x="7640977" y="74063"/>
                  </a:lnTo>
                  <a:lnTo>
                    <a:pt x="7641135" y="74063"/>
                  </a:lnTo>
                  <a:lnTo>
                    <a:pt x="7641292" y="74063"/>
                  </a:lnTo>
                  <a:lnTo>
                    <a:pt x="7641450" y="74063"/>
                  </a:lnTo>
                  <a:lnTo>
                    <a:pt x="7641608" y="74063"/>
                  </a:lnTo>
                  <a:lnTo>
                    <a:pt x="7641766" y="74063"/>
                  </a:lnTo>
                  <a:lnTo>
                    <a:pt x="7641923" y="74063"/>
                  </a:lnTo>
                  <a:lnTo>
                    <a:pt x="7642081" y="74063"/>
                  </a:lnTo>
                  <a:lnTo>
                    <a:pt x="7642239" y="74063"/>
                  </a:lnTo>
                  <a:lnTo>
                    <a:pt x="7642396" y="74063"/>
                  </a:lnTo>
                  <a:lnTo>
                    <a:pt x="7642554" y="74063"/>
                  </a:lnTo>
                  <a:lnTo>
                    <a:pt x="7642712" y="74063"/>
                  </a:lnTo>
                  <a:lnTo>
                    <a:pt x="7642870" y="74063"/>
                  </a:lnTo>
                  <a:lnTo>
                    <a:pt x="7643027" y="74063"/>
                  </a:lnTo>
                  <a:lnTo>
                    <a:pt x="7643185" y="74063"/>
                  </a:lnTo>
                  <a:lnTo>
                    <a:pt x="7643343" y="74063"/>
                  </a:lnTo>
                  <a:lnTo>
                    <a:pt x="7643500" y="74063"/>
                  </a:lnTo>
                  <a:lnTo>
                    <a:pt x="7643658" y="74063"/>
                  </a:lnTo>
                  <a:lnTo>
                    <a:pt x="7643816" y="74063"/>
                  </a:lnTo>
                  <a:lnTo>
                    <a:pt x="7643974" y="74063"/>
                  </a:lnTo>
                  <a:lnTo>
                    <a:pt x="7644131" y="74063"/>
                  </a:lnTo>
                  <a:lnTo>
                    <a:pt x="7644289" y="74063"/>
                  </a:lnTo>
                  <a:lnTo>
                    <a:pt x="7644447" y="74063"/>
                  </a:lnTo>
                  <a:lnTo>
                    <a:pt x="7644604" y="74063"/>
                  </a:lnTo>
                  <a:lnTo>
                    <a:pt x="7644762" y="74063"/>
                  </a:lnTo>
                  <a:lnTo>
                    <a:pt x="7644920" y="74063"/>
                  </a:lnTo>
                  <a:lnTo>
                    <a:pt x="7644920" y="73632"/>
                  </a:lnTo>
                  <a:lnTo>
                    <a:pt x="7645078" y="73632"/>
                  </a:lnTo>
                  <a:lnTo>
                    <a:pt x="7645235" y="73632"/>
                  </a:lnTo>
                  <a:lnTo>
                    <a:pt x="7645393" y="73632"/>
                  </a:lnTo>
                  <a:lnTo>
                    <a:pt x="7645551" y="73632"/>
                  </a:lnTo>
                  <a:lnTo>
                    <a:pt x="7645708" y="73632"/>
                  </a:lnTo>
                  <a:lnTo>
                    <a:pt x="7645866" y="73632"/>
                  </a:lnTo>
                  <a:lnTo>
                    <a:pt x="7646024" y="73632"/>
                  </a:lnTo>
                  <a:lnTo>
                    <a:pt x="7646024" y="73202"/>
                  </a:lnTo>
                  <a:lnTo>
                    <a:pt x="7646182" y="73202"/>
                  </a:lnTo>
                  <a:lnTo>
                    <a:pt x="7646339" y="73202"/>
                  </a:lnTo>
                  <a:lnTo>
                    <a:pt x="7646497" y="73202"/>
                  </a:lnTo>
                  <a:lnTo>
                    <a:pt x="7646655" y="73202"/>
                  </a:lnTo>
                  <a:lnTo>
                    <a:pt x="7646813" y="73202"/>
                  </a:lnTo>
                  <a:lnTo>
                    <a:pt x="7646970" y="73202"/>
                  </a:lnTo>
                  <a:lnTo>
                    <a:pt x="7647128" y="73202"/>
                  </a:lnTo>
                  <a:lnTo>
                    <a:pt x="7647286" y="73202"/>
                  </a:lnTo>
                  <a:lnTo>
                    <a:pt x="7647443" y="73202"/>
                  </a:lnTo>
                  <a:lnTo>
                    <a:pt x="7647601" y="73202"/>
                  </a:lnTo>
                  <a:lnTo>
                    <a:pt x="7647759" y="73202"/>
                  </a:lnTo>
                  <a:lnTo>
                    <a:pt x="7647917" y="73202"/>
                  </a:lnTo>
                  <a:lnTo>
                    <a:pt x="7648074" y="73202"/>
                  </a:lnTo>
                  <a:lnTo>
                    <a:pt x="7648232" y="73202"/>
                  </a:lnTo>
                  <a:lnTo>
                    <a:pt x="7648390" y="73202"/>
                  </a:lnTo>
                  <a:lnTo>
                    <a:pt x="7648547" y="73202"/>
                  </a:lnTo>
                  <a:lnTo>
                    <a:pt x="7648547" y="72771"/>
                  </a:lnTo>
                  <a:lnTo>
                    <a:pt x="7648705" y="72771"/>
                  </a:lnTo>
                  <a:lnTo>
                    <a:pt x="7648863" y="72771"/>
                  </a:lnTo>
                  <a:lnTo>
                    <a:pt x="7649021" y="72771"/>
                  </a:lnTo>
                  <a:lnTo>
                    <a:pt x="7649178" y="72771"/>
                  </a:lnTo>
                  <a:lnTo>
                    <a:pt x="7649336" y="72771"/>
                  </a:lnTo>
                  <a:lnTo>
                    <a:pt x="7649494" y="72771"/>
                  </a:lnTo>
                  <a:lnTo>
                    <a:pt x="7649651" y="72771"/>
                  </a:lnTo>
                  <a:lnTo>
                    <a:pt x="7649809" y="72771"/>
                  </a:lnTo>
                  <a:lnTo>
                    <a:pt x="7649967" y="72771"/>
                  </a:lnTo>
                  <a:lnTo>
                    <a:pt x="7649967" y="72340"/>
                  </a:lnTo>
                  <a:lnTo>
                    <a:pt x="7650125" y="72340"/>
                  </a:lnTo>
                  <a:lnTo>
                    <a:pt x="7650282" y="72340"/>
                  </a:lnTo>
                  <a:lnTo>
                    <a:pt x="7650440" y="72340"/>
                  </a:lnTo>
                  <a:lnTo>
                    <a:pt x="7650598" y="72340"/>
                  </a:lnTo>
                  <a:lnTo>
                    <a:pt x="7650755" y="72340"/>
                  </a:lnTo>
                  <a:lnTo>
                    <a:pt x="7650913" y="72340"/>
                  </a:lnTo>
                  <a:lnTo>
                    <a:pt x="7651071" y="72340"/>
                  </a:lnTo>
                  <a:lnTo>
                    <a:pt x="7651229" y="72340"/>
                  </a:lnTo>
                  <a:lnTo>
                    <a:pt x="7651386" y="72340"/>
                  </a:lnTo>
                  <a:lnTo>
                    <a:pt x="7651544" y="72340"/>
                  </a:lnTo>
                  <a:lnTo>
                    <a:pt x="7651702" y="72340"/>
                  </a:lnTo>
                  <a:lnTo>
                    <a:pt x="7651859" y="72340"/>
                  </a:lnTo>
                  <a:lnTo>
                    <a:pt x="7652017" y="72340"/>
                  </a:lnTo>
                  <a:lnTo>
                    <a:pt x="7652175" y="72340"/>
                  </a:lnTo>
                  <a:lnTo>
                    <a:pt x="7652333" y="72340"/>
                  </a:lnTo>
                  <a:lnTo>
                    <a:pt x="7652490" y="72340"/>
                  </a:lnTo>
                  <a:lnTo>
                    <a:pt x="7652648" y="72340"/>
                  </a:lnTo>
                  <a:lnTo>
                    <a:pt x="7652806" y="72340"/>
                  </a:lnTo>
                  <a:lnTo>
                    <a:pt x="7652806" y="71910"/>
                  </a:lnTo>
                  <a:lnTo>
                    <a:pt x="7652964" y="71910"/>
                  </a:lnTo>
                  <a:lnTo>
                    <a:pt x="7653121" y="71910"/>
                  </a:lnTo>
                  <a:lnTo>
                    <a:pt x="7653279" y="71910"/>
                  </a:lnTo>
                  <a:lnTo>
                    <a:pt x="7653437" y="71910"/>
                  </a:lnTo>
                  <a:lnTo>
                    <a:pt x="7653594" y="71910"/>
                  </a:lnTo>
                  <a:lnTo>
                    <a:pt x="7653752" y="71910"/>
                  </a:lnTo>
                  <a:lnTo>
                    <a:pt x="7653910" y="71910"/>
                  </a:lnTo>
                  <a:lnTo>
                    <a:pt x="7654068" y="71910"/>
                  </a:lnTo>
                  <a:lnTo>
                    <a:pt x="7654225" y="71910"/>
                  </a:lnTo>
                  <a:lnTo>
                    <a:pt x="7654383" y="71910"/>
                  </a:lnTo>
                  <a:lnTo>
                    <a:pt x="7654541" y="71910"/>
                  </a:lnTo>
                  <a:lnTo>
                    <a:pt x="7654698" y="71910"/>
                  </a:lnTo>
                  <a:lnTo>
                    <a:pt x="7654698" y="71479"/>
                  </a:lnTo>
                  <a:lnTo>
                    <a:pt x="7654856" y="71479"/>
                  </a:lnTo>
                  <a:lnTo>
                    <a:pt x="7655014" y="71479"/>
                  </a:lnTo>
                  <a:lnTo>
                    <a:pt x="7655172" y="71479"/>
                  </a:lnTo>
                  <a:lnTo>
                    <a:pt x="7655329" y="71479"/>
                  </a:lnTo>
                  <a:lnTo>
                    <a:pt x="7655487" y="71479"/>
                  </a:lnTo>
                  <a:lnTo>
                    <a:pt x="7655645" y="71479"/>
                  </a:lnTo>
                  <a:lnTo>
                    <a:pt x="7655802" y="71479"/>
                  </a:lnTo>
                  <a:lnTo>
                    <a:pt x="7655960" y="71479"/>
                  </a:lnTo>
                  <a:lnTo>
                    <a:pt x="7656118" y="71479"/>
                  </a:lnTo>
                  <a:lnTo>
                    <a:pt x="7656276" y="71479"/>
                  </a:lnTo>
                  <a:lnTo>
                    <a:pt x="7656433" y="71479"/>
                  </a:lnTo>
                  <a:lnTo>
                    <a:pt x="7656591" y="71479"/>
                  </a:lnTo>
                  <a:lnTo>
                    <a:pt x="7656749" y="71479"/>
                  </a:lnTo>
                  <a:lnTo>
                    <a:pt x="7656906" y="71479"/>
                  </a:lnTo>
                  <a:lnTo>
                    <a:pt x="7657064" y="71479"/>
                  </a:lnTo>
                  <a:lnTo>
                    <a:pt x="7657222" y="71479"/>
                  </a:lnTo>
                  <a:lnTo>
                    <a:pt x="7657380" y="71479"/>
                  </a:lnTo>
                  <a:lnTo>
                    <a:pt x="7657537" y="71479"/>
                  </a:lnTo>
                  <a:lnTo>
                    <a:pt x="7657695" y="71479"/>
                  </a:lnTo>
                  <a:lnTo>
                    <a:pt x="7657853" y="71479"/>
                  </a:lnTo>
                  <a:lnTo>
                    <a:pt x="7658011" y="71479"/>
                  </a:lnTo>
                  <a:lnTo>
                    <a:pt x="7658168" y="71479"/>
                  </a:lnTo>
                  <a:lnTo>
                    <a:pt x="7658168" y="71049"/>
                  </a:lnTo>
                  <a:lnTo>
                    <a:pt x="7658326" y="71049"/>
                  </a:lnTo>
                  <a:lnTo>
                    <a:pt x="7658484" y="71049"/>
                  </a:lnTo>
                  <a:lnTo>
                    <a:pt x="7658484" y="70618"/>
                  </a:lnTo>
                  <a:lnTo>
                    <a:pt x="7658641" y="70618"/>
                  </a:lnTo>
                  <a:lnTo>
                    <a:pt x="7658799" y="70618"/>
                  </a:lnTo>
                  <a:lnTo>
                    <a:pt x="7658957" y="70618"/>
                  </a:lnTo>
                  <a:lnTo>
                    <a:pt x="7659115" y="70618"/>
                  </a:lnTo>
                  <a:lnTo>
                    <a:pt x="7659272" y="70618"/>
                  </a:lnTo>
                  <a:lnTo>
                    <a:pt x="7659430" y="70618"/>
                  </a:lnTo>
                  <a:lnTo>
                    <a:pt x="7659588" y="70618"/>
                  </a:lnTo>
                  <a:lnTo>
                    <a:pt x="7659745" y="70618"/>
                  </a:lnTo>
                  <a:lnTo>
                    <a:pt x="7659903" y="70618"/>
                  </a:lnTo>
                  <a:lnTo>
                    <a:pt x="7660061" y="70618"/>
                  </a:lnTo>
                  <a:lnTo>
                    <a:pt x="7660219" y="70618"/>
                  </a:lnTo>
                  <a:lnTo>
                    <a:pt x="7660376" y="70618"/>
                  </a:lnTo>
                  <a:lnTo>
                    <a:pt x="7660376" y="70187"/>
                  </a:lnTo>
                  <a:lnTo>
                    <a:pt x="7660376" y="69757"/>
                  </a:lnTo>
                  <a:lnTo>
                    <a:pt x="7660534" y="69757"/>
                  </a:lnTo>
                  <a:lnTo>
                    <a:pt x="7660692" y="69757"/>
                  </a:lnTo>
                  <a:lnTo>
                    <a:pt x="7660849" y="69757"/>
                  </a:lnTo>
                  <a:lnTo>
                    <a:pt x="7661007" y="69757"/>
                  </a:lnTo>
                  <a:lnTo>
                    <a:pt x="7661165" y="69757"/>
                  </a:lnTo>
                  <a:lnTo>
                    <a:pt x="7661323" y="69757"/>
                  </a:lnTo>
                  <a:lnTo>
                    <a:pt x="7661480" y="69757"/>
                  </a:lnTo>
                  <a:lnTo>
                    <a:pt x="7661638" y="69757"/>
                  </a:lnTo>
                  <a:lnTo>
                    <a:pt x="7661796" y="69757"/>
                  </a:lnTo>
                  <a:lnTo>
                    <a:pt x="7661953" y="69757"/>
                  </a:lnTo>
                  <a:lnTo>
                    <a:pt x="7662111" y="69757"/>
                  </a:lnTo>
                  <a:lnTo>
                    <a:pt x="7662269" y="69757"/>
                  </a:lnTo>
                  <a:lnTo>
                    <a:pt x="7662269" y="69326"/>
                  </a:lnTo>
                  <a:lnTo>
                    <a:pt x="7662427" y="69326"/>
                  </a:lnTo>
                  <a:lnTo>
                    <a:pt x="7662584" y="69326"/>
                  </a:lnTo>
                  <a:lnTo>
                    <a:pt x="7662742" y="69326"/>
                  </a:lnTo>
                  <a:lnTo>
                    <a:pt x="7662900" y="69326"/>
                  </a:lnTo>
                  <a:lnTo>
                    <a:pt x="7663057" y="69326"/>
                  </a:lnTo>
                  <a:lnTo>
                    <a:pt x="7663215" y="69326"/>
                  </a:lnTo>
                  <a:lnTo>
                    <a:pt x="7663373" y="69326"/>
                  </a:lnTo>
                  <a:lnTo>
                    <a:pt x="7663531" y="69326"/>
                  </a:lnTo>
                  <a:lnTo>
                    <a:pt x="7663688" y="69326"/>
                  </a:lnTo>
                  <a:lnTo>
                    <a:pt x="7663846" y="69326"/>
                  </a:lnTo>
                  <a:lnTo>
                    <a:pt x="7664004" y="69326"/>
                  </a:lnTo>
                  <a:lnTo>
                    <a:pt x="7664162" y="69326"/>
                  </a:lnTo>
                  <a:lnTo>
                    <a:pt x="7664319" y="69326"/>
                  </a:lnTo>
                  <a:lnTo>
                    <a:pt x="7664319" y="68896"/>
                  </a:lnTo>
                  <a:lnTo>
                    <a:pt x="7664477" y="68896"/>
                  </a:lnTo>
                  <a:lnTo>
                    <a:pt x="7664635" y="68896"/>
                  </a:lnTo>
                  <a:lnTo>
                    <a:pt x="7664792" y="68896"/>
                  </a:lnTo>
                  <a:lnTo>
                    <a:pt x="7664950" y="68896"/>
                  </a:lnTo>
                  <a:lnTo>
                    <a:pt x="7665108" y="68896"/>
                  </a:lnTo>
                  <a:lnTo>
                    <a:pt x="7665266" y="68896"/>
                  </a:lnTo>
                  <a:lnTo>
                    <a:pt x="7665423" y="68896"/>
                  </a:lnTo>
                  <a:lnTo>
                    <a:pt x="7665581" y="68896"/>
                  </a:lnTo>
                  <a:lnTo>
                    <a:pt x="7665739" y="68896"/>
                  </a:lnTo>
                  <a:lnTo>
                    <a:pt x="7665896" y="68896"/>
                  </a:lnTo>
                  <a:lnTo>
                    <a:pt x="7666054" y="68896"/>
                  </a:lnTo>
                  <a:lnTo>
                    <a:pt x="7666212" y="68896"/>
                  </a:lnTo>
                  <a:lnTo>
                    <a:pt x="7666370" y="68896"/>
                  </a:lnTo>
                  <a:lnTo>
                    <a:pt x="7666527" y="68896"/>
                  </a:lnTo>
                  <a:lnTo>
                    <a:pt x="7666685" y="68896"/>
                  </a:lnTo>
                  <a:lnTo>
                    <a:pt x="7666843" y="68896"/>
                  </a:lnTo>
                  <a:lnTo>
                    <a:pt x="7667000" y="68896"/>
                  </a:lnTo>
                  <a:lnTo>
                    <a:pt x="7667158" y="68896"/>
                  </a:lnTo>
                  <a:lnTo>
                    <a:pt x="7667316" y="68896"/>
                  </a:lnTo>
                  <a:lnTo>
                    <a:pt x="7667316" y="68465"/>
                  </a:lnTo>
                  <a:lnTo>
                    <a:pt x="7667474" y="68465"/>
                  </a:lnTo>
                  <a:lnTo>
                    <a:pt x="7667631" y="68465"/>
                  </a:lnTo>
                  <a:lnTo>
                    <a:pt x="7667789" y="68465"/>
                  </a:lnTo>
                  <a:lnTo>
                    <a:pt x="7667947" y="68465"/>
                  </a:lnTo>
                  <a:lnTo>
                    <a:pt x="7668104" y="68465"/>
                  </a:lnTo>
                  <a:lnTo>
                    <a:pt x="7668262" y="68465"/>
                  </a:lnTo>
                  <a:lnTo>
                    <a:pt x="7668420" y="68465"/>
                  </a:lnTo>
                  <a:lnTo>
                    <a:pt x="7668578" y="68465"/>
                  </a:lnTo>
                  <a:lnTo>
                    <a:pt x="7668735" y="68465"/>
                  </a:lnTo>
                  <a:lnTo>
                    <a:pt x="7668893" y="68465"/>
                  </a:lnTo>
                  <a:lnTo>
                    <a:pt x="7669051" y="68465"/>
                  </a:lnTo>
                  <a:lnTo>
                    <a:pt x="7669208" y="68465"/>
                  </a:lnTo>
                  <a:lnTo>
                    <a:pt x="7669366" y="68465"/>
                  </a:lnTo>
                  <a:lnTo>
                    <a:pt x="7669524" y="68465"/>
                  </a:lnTo>
                  <a:lnTo>
                    <a:pt x="7669524" y="68034"/>
                  </a:lnTo>
                  <a:lnTo>
                    <a:pt x="7669682" y="68034"/>
                  </a:lnTo>
                  <a:lnTo>
                    <a:pt x="7669839" y="68034"/>
                  </a:lnTo>
                  <a:lnTo>
                    <a:pt x="7669839" y="67604"/>
                  </a:lnTo>
                  <a:lnTo>
                    <a:pt x="7669997" y="67604"/>
                  </a:lnTo>
                  <a:lnTo>
                    <a:pt x="7670155" y="67604"/>
                  </a:lnTo>
                  <a:lnTo>
                    <a:pt x="7670313" y="67604"/>
                  </a:lnTo>
                  <a:lnTo>
                    <a:pt x="7670470" y="67604"/>
                  </a:lnTo>
                  <a:lnTo>
                    <a:pt x="7670628" y="67604"/>
                  </a:lnTo>
                  <a:lnTo>
                    <a:pt x="7670786" y="67604"/>
                  </a:lnTo>
                  <a:lnTo>
                    <a:pt x="7670943" y="67604"/>
                  </a:lnTo>
                  <a:lnTo>
                    <a:pt x="7671101" y="67604"/>
                  </a:lnTo>
                  <a:lnTo>
                    <a:pt x="7671259" y="67604"/>
                  </a:lnTo>
                  <a:lnTo>
                    <a:pt x="7671259" y="67173"/>
                  </a:lnTo>
                  <a:lnTo>
                    <a:pt x="7671417" y="67173"/>
                  </a:lnTo>
                  <a:lnTo>
                    <a:pt x="7671574" y="67173"/>
                  </a:lnTo>
                  <a:lnTo>
                    <a:pt x="7671732" y="67173"/>
                  </a:lnTo>
                  <a:lnTo>
                    <a:pt x="7671890" y="67173"/>
                  </a:lnTo>
                  <a:lnTo>
                    <a:pt x="7671890" y="66743"/>
                  </a:lnTo>
                  <a:lnTo>
                    <a:pt x="7672047" y="66743"/>
                  </a:lnTo>
                  <a:lnTo>
                    <a:pt x="7672205" y="66743"/>
                  </a:lnTo>
                  <a:lnTo>
                    <a:pt x="7672363" y="66743"/>
                  </a:lnTo>
                  <a:lnTo>
                    <a:pt x="7672363" y="66312"/>
                  </a:lnTo>
                  <a:lnTo>
                    <a:pt x="7672521" y="66312"/>
                  </a:lnTo>
                  <a:lnTo>
                    <a:pt x="7672678" y="66312"/>
                  </a:lnTo>
                  <a:lnTo>
                    <a:pt x="7672836" y="66312"/>
                  </a:lnTo>
                  <a:lnTo>
                    <a:pt x="7672994" y="66312"/>
                  </a:lnTo>
                  <a:lnTo>
                    <a:pt x="7673151" y="66312"/>
                  </a:lnTo>
                  <a:lnTo>
                    <a:pt x="7673309" y="66312"/>
                  </a:lnTo>
                  <a:lnTo>
                    <a:pt x="7673309" y="65881"/>
                  </a:lnTo>
                  <a:lnTo>
                    <a:pt x="7673467" y="65881"/>
                  </a:lnTo>
                  <a:lnTo>
                    <a:pt x="7673625" y="65881"/>
                  </a:lnTo>
                  <a:lnTo>
                    <a:pt x="7673782" y="65881"/>
                  </a:lnTo>
                  <a:lnTo>
                    <a:pt x="7673940" y="65881"/>
                  </a:lnTo>
                  <a:lnTo>
                    <a:pt x="7674098" y="65881"/>
                  </a:lnTo>
                  <a:lnTo>
                    <a:pt x="7674255" y="65881"/>
                  </a:lnTo>
                  <a:lnTo>
                    <a:pt x="7674413" y="65881"/>
                  </a:lnTo>
                  <a:lnTo>
                    <a:pt x="7674571" y="65881"/>
                  </a:lnTo>
                  <a:lnTo>
                    <a:pt x="7674729" y="65881"/>
                  </a:lnTo>
                  <a:lnTo>
                    <a:pt x="7674886" y="65881"/>
                  </a:lnTo>
                  <a:lnTo>
                    <a:pt x="7675044" y="65881"/>
                  </a:lnTo>
                  <a:lnTo>
                    <a:pt x="7675202" y="65881"/>
                  </a:lnTo>
                  <a:lnTo>
                    <a:pt x="7675360" y="65881"/>
                  </a:lnTo>
                  <a:lnTo>
                    <a:pt x="7675517" y="65881"/>
                  </a:lnTo>
                  <a:lnTo>
                    <a:pt x="7675675" y="65881"/>
                  </a:lnTo>
                  <a:lnTo>
                    <a:pt x="7675833" y="65881"/>
                  </a:lnTo>
                  <a:lnTo>
                    <a:pt x="7675990" y="65881"/>
                  </a:lnTo>
                  <a:lnTo>
                    <a:pt x="7676148" y="65881"/>
                  </a:lnTo>
                  <a:lnTo>
                    <a:pt x="7676306" y="65881"/>
                  </a:lnTo>
                  <a:lnTo>
                    <a:pt x="7676464" y="65881"/>
                  </a:lnTo>
                  <a:lnTo>
                    <a:pt x="7676621" y="65881"/>
                  </a:lnTo>
                  <a:lnTo>
                    <a:pt x="7676779" y="65881"/>
                  </a:lnTo>
                  <a:lnTo>
                    <a:pt x="7676937" y="65881"/>
                  </a:lnTo>
                  <a:lnTo>
                    <a:pt x="7677094" y="65881"/>
                  </a:lnTo>
                  <a:lnTo>
                    <a:pt x="7677252" y="65881"/>
                  </a:lnTo>
                  <a:lnTo>
                    <a:pt x="7677410" y="65881"/>
                  </a:lnTo>
                  <a:lnTo>
                    <a:pt x="7677568" y="65881"/>
                  </a:lnTo>
                  <a:lnTo>
                    <a:pt x="7677725" y="65881"/>
                  </a:lnTo>
                  <a:lnTo>
                    <a:pt x="7677883" y="65881"/>
                  </a:lnTo>
                  <a:lnTo>
                    <a:pt x="7678041" y="65881"/>
                  </a:lnTo>
                  <a:lnTo>
                    <a:pt x="7678198" y="65881"/>
                  </a:lnTo>
                  <a:lnTo>
                    <a:pt x="7678356" y="65881"/>
                  </a:lnTo>
                  <a:lnTo>
                    <a:pt x="7678514" y="65881"/>
                  </a:lnTo>
                  <a:lnTo>
                    <a:pt x="7678672" y="65881"/>
                  </a:lnTo>
                  <a:lnTo>
                    <a:pt x="7678829" y="65881"/>
                  </a:lnTo>
                  <a:lnTo>
                    <a:pt x="7678987" y="65881"/>
                  </a:lnTo>
                  <a:lnTo>
                    <a:pt x="7679145" y="65881"/>
                  </a:lnTo>
                  <a:lnTo>
                    <a:pt x="7679302" y="65881"/>
                  </a:lnTo>
                  <a:lnTo>
                    <a:pt x="7679460" y="65881"/>
                  </a:lnTo>
                  <a:lnTo>
                    <a:pt x="7679618" y="65881"/>
                  </a:lnTo>
                  <a:lnTo>
                    <a:pt x="7679776" y="65881"/>
                  </a:lnTo>
                  <a:lnTo>
                    <a:pt x="7679933" y="65881"/>
                  </a:lnTo>
                  <a:lnTo>
                    <a:pt x="7680091" y="65881"/>
                  </a:lnTo>
                  <a:lnTo>
                    <a:pt x="7680249" y="65881"/>
                  </a:lnTo>
                  <a:lnTo>
                    <a:pt x="7680406" y="65881"/>
                  </a:lnTo>
                  <a:lnTo>
                    <a:pt x="7680564" y="65881"/>
                  </a:lnTo>
                  <a:lnTo>
                    <a:pt x="7680722" y="65881"/>
                  </a:lnTo>
                  <a:lnTo>
                    <a:pt x="7680880" y="65881"/>
                  </a:lnTo>
                  <a:lnTo>
                    <a:pt x="7681037" y="65881"/>
                  </a:lnTo>
                  <a:lnTo>
                    <a:pt x="7681195" y="65881"/>
                  </a:lnTo>
                  <a:lnTo>
                    <a:pt x="7681195" y="65451"/>
                  </a:lnTo>
                  <a:lnTo>
                    <a:pt x="7681353" y="65451"/>
                  </a:lnTo>
                  <a:lnTo>
                    <a:pt x="7681511" y="65451"/>
                  </a:lnTo>
                  <a:lnTo>
                    <a:pt x="7681668" y="65451"/>
                  </a:lnTo>
                  <a:lnTo>
                    <a:pt x="7681826" y="65451"/>
                  </a:lnTo>
                  <a:lnTo>
                    <a:pt x="7681826" y="65020"/>
                  </a:lnTo>
                  <a:lnTo>
                    <a:pt x="7681984" y="65020"/>
                  </a:lnTo>
                  <a:lnTo>
                    <a:pt x="7682141" y="65020"/>
                  </a:lnTo>
                  <a:lnTo>
                    <a:pt x="7682299" y="65020"/>
                  </a:lnTo>
                  <a:lnTo>
                    <a:pt x="7682457" y="65020"/>
                  </a:lnTo>
                  <a:lnTo>
                    <a:pt x="7682615" y="65020"/>
                  </a:lnTo>
                  <a:lnTo>
                    <a:pt x="7682772" y="65020"/>
                  </a:lnTo>
                  <a:lnTo>
                    <a:pt x="7682930" y="65020"/>
                  </a:lnTo>
                  <a:lnTo>
                    <a:pt x="7683088" y="65020"/>
                  </a:lnTo>
                  <a:lnTo>
                    <a:pt x="7683245" y="65020"/>
                  </a:lnTo>
                  <a:lnTo>
                    <a:pt x="7683403" y="65020"/>
                  </a:lnTo>
                  <a:lnTo>
                    <a:pt x="7683561" y="65020"/>
                  </a:lnTo>
                  <a:lnTo>
                    <a:pt x="7683719" y="65020"/>
                  </a:lnTo>
                  <a:lnTo>
                    <a:pt x="7683876" y="65020"/>
                  </a:lnTo>
                  <a:lnTo>
                    <a:pt x="7684034" y="65020"/>
                  </a:lnTo>
                  <a:lnTo>
                    <a:pt x="7684192" y="65020"/>
                  </a:lnTo>
                  <a:lnTo>
                    <a:pt x="7684349" y="65020"/>
                  </a:lnTo>
                  <a:lnTo>
                    <a:pt x="7684507" y="65020"/>
                  </a:lnTo>
                  <a:lnTo>
                    <a:pt x="7684665" y="65020"/>
                  </a:lnTo>
                  <a:lnTo>
                    <a:pt x="7684823" y="65020"/>
                  </a:lnTo>
                  <a:lnTo>
                    <a:pt x="7684980" y="65020"/>
                  </a:lnTo>
                  <a:lnTo>
                    <a:pt x="7685138" y="65020"/>
                  </a:lnTo>
                  <a:lnTo>
                    <a:pt x="7685296" y="65020"/>
                  </a:lnTo>
                  <a:lnTo>
                    <a:pt x="7685453" y="65020"/>
                  </a:lnTo>
                  <a:lnTo>
                    <a:pt x="7685611" y="65020"/>
                  </a:lnTo>
                  <a:lnTo>
                    <a:pt x="7685769" y="65020"/>
                  </a:lnTo>
                  <a:lnTo>
                    <a:pt x="7685927" y="65020"/>
                  </a:lnTo>
                  <a:lnTo>
                    <a:pt x="7686084" y="65020"/>
                  </a:lnTo>
                  <a:lnTo>
                    <a:pt x="7686242" y="65020"/>
                  </a:lnTo>
                  <a:lnTo>
                    <a:pt x="7686242" y="64590"/>
                  </a:lnTo>
                  <a:lnTo>
                    <a:pt x="7686400" y="64590"/>
                  </a:lnTo>
                  <a:lnTo>
                    <a:pt x="7686558" y="64590"/>
                  </a:lnTo>
                  <a:lnTo>
                    <a:pt x="7686715" y="64590"/>
                  </a:lnTo>
                  <a:lnTo>
                    <a:pt x="7686873" y="64590"/>
                  </a:lnTo>
                  <a:lnTo>
                    <a:pt x="7687031" y="64590"/>
                  </a:lnTo>
                  <a:lnTo>
                    <a:pt x="7687188" y="64590"/>
                  </a:lnTo>
                  <a:lnTo>
                    <a:pt x="7687346" y="64590"/>
                  </a:lnTo>
                  <a:lnTo>
                    <a:pt x="7687504" y="64590"/>
                  </a:lnTo>
                  <a:lnTo>
                    <a:pt x="7687662" y="64590"/>
                  </a:lnTo>
                  <a:lnTo>
                    <a:pt x="7687819" y="64590"/>
                  </a:lnTo>
                  <a:lnTo>
                    <a:pt x="7687977" y="64590"/>
                  </a:lnTo>
                  <a:lnTo>
                    <a:pt x="7688135" y="64590"/>
                  </a:lnTo>
                  <a:lnTo>
                    <a:pt x="7688292" y="64590"/>
                  </a:lnTo>
                  <a:lnTo>
                    <a:pt x="7688450" y="64590"/>
                  </a:lnTo>
                  <a:lnTo>
                    <a:pt x="7688608" y="64590"/>
                  </a:lnTo>
                  <a:lnTo>
                    <a:pt x="7688766" y="64590"/>
                  </a:lnTo>
                  <a:lnTo>
                    <a:pt x="7688923" y="64590"/>
                  </a:lnTo>
                  <a:lnTo>
                    <a:pt x="7689081" y="64590"/>
                  </a:lnTo>
                  <a:lnTo>
                    <a:pt x="7689239" y="64590"/>
                  </a:lnTo>
                  <a:lnTo>
                    <a:pt x="7689396" y="64590"/>
                  </a:lnTo>
                  <a:lnTo>
                    <a:pt x="7689554" y="64590"/>
                  </a:lnTo>
                  <a:lnTo>
                    <a:pt x="7689712" y="64590"/>
                  </a:lnTo>
                  <a:lnTo>
                    <a:pt x="7689870" y="64590"/>
                  </a:lnTo>
                  <a:lnTo>
                    <a:pt x="7690027" y="64590"/>
                  </a:lnTo>
                  <a:lnTo>
                    <a:pt x="7690185" y="64590"/>
                  </a:lnTo>
                  <a:lnTo>
                    <a:pt x="7690343" y="64590"/>
                  </a:lnTo>
                  <a:lnTo>
                    <a:pt x="7690500" y="64590"/>
                  </a:lnTo>
                  <a:lnTo>
                    <a:pt x="7690500" y="64159"/>
                  </a:lnTo>
                  <a:lnTo>
                    <a:pt x="7690658" y="64159"/>
                  </a:lnTo>
                  <a:lnTo>
                    <a:pt x="7690816" y="64159"/>
                  </a:lnTo>
                  <a:lnTo>
                    <a:pt x="7690974" y="64159"/>
                  </a:lnTo>
                  <a:lnTo>
                    <a:pt x="7691131" y="64159"/>
                  </a:lnTo>
                  <a:lnTo>
                    <a:pt x="7691289" y="64159"/>
                  </a:lnTo>
                  <a:lnTo>
                    <a:pt x="7691447" y="64159"/>
                  </a:lnTo>
                  <a:lnTo>
                    <a:pt x="7691447" y="63728"/>
                  </a:lnTo>
                  <a:lnTo>
                    <a:pt x="7691604" y="63728"/>
                  </a:lnTo>
                  <a:lnTo>
                    <a:pt x="7691762" y="63728"/>
                  </a:lnTo>
                  <a:lnTo>
                    <a:pt x="7691920" y="63728"/>
                  </a:lnTo>
                  <a:lnTo>
                    <a:pt x="7692078" y="63728"/>
                  </a:lnTo>
                  <a:lnTo>
                    <a:pt x="7692235" y="63728"/>
                  </a:lnTo>
                  <a:lnTo>
                    <a:pt x="7692393" y="63728"/>
                  </a:lnTo>
                  <a:lnTo>
                    <a:pt x="7692551" y="63728"/>
                  </a:lnTo>
                  <a:lnTo>
                    <a:pt x="7692709" y="63728"/>
                  </a:lnTo>
                  <a:lnTo>
                    <a:pt x="7692866" y="63728"/>
                  </a:lnTo>
                  <a:lnTo>
                    <a:pt x="7693024" y="63728"/>
                  </a:lnTo>
                  <a:lnTo>
                    <a:pt x="7693182" y="63728"/>
                  </a:lnTo>
                  <a:lnTo>
                    <a:pt x="7693339" y="63728"/>
                  </a:lnTo>
                  <a:lnTo>
                    <a:pt x="7693497" y="63728"/>
                  </a:lnTo>
                  <a:lnTo>
                    <a:pt x="7693655" y="63728"/>
                  </a:lnTo>
                  <a:lnTo>
                    <a:pt x="7693813" y="63728"/>
                  </a:lnTo>
                  <a:lnTo>
                    <a:pt x="7693970" y="63728"/>
                  </a:lnTo>
                  <a:lnTo>
                    <a:pt x="7694128" y="63728"/>
                  </a:lnTo>
                  <a:lnTo>
                    <a:pt x="7694286" y="63728"/>
                  </a:lnTo>
                  <a:lnTo>
                    <a:pt x="7694443" y="63728"/>
                  </a:lnTo>
                  <a:lnTo>
                    <a:pt x="7694601" y="63728"/>
                  </a:lnTo>
                  <a:lnTo>
                    <a:pt x="7694759" y="63728"/>
                  </a:lnTo>
                  <a:lnTo>
                    <a:pt x="7694917" y="63728"/>
                  </a:lnTo>
                  <a:lnTo>
                    <a:pt x="7695074" y="63728"/>
                  </a:lnTo>
                  <a:lnTo>
                    <a:pt x="7695232" y="63728"/>
                  </a:lnTo>
                  <a:lnTo>
                    <a:pt x="7695390" y="63728"/>
                  </a:lnTo>
                  <a:lnTo>
                    <a:pt x="7695547" y="63728"/>
                  </a:lnTo>
                  <a:lnTo>
                    <a:pt x="7695705" y="63728"/>
                  </a:lnTo>
                  <a:lnTo>
                    <a:pt x="7695863" y="63728"/>
                  </a:lnTo>
                  <a:lnTo>
                    <a:pt x="7696021" y="63728"/>
                  </a:lnTo>
                  <a:lnTo>
                    <a:pt x="7696178" y="63728"/>
                  </a:lnTo>
                  <a:lnTo>
                    <a:pt x="7696336" y="63728"/>
                  </a:lnTo>
                  <a:lnTo>
                    <a:pt x="7696494" y="63728"/>
                  </a:lnTo>
                  <a:lnTo>
                    <a:pt x="7696651" y="63728"/>
                  </a:lnTo>
                  <a:lnTo>
                    <a:pt x="7696809" y="63728"/>
                  </a:lnTo>
                  <a:lnTo>
                    <a:pt x="7696967" y="63728"/>
                  </a:lnTo>
                  <a:lnTo>
                    <a:pt x="7697125" y="63728"/>
                  </a:lnTo>
                  <a:lnTo>
                    <a:pt x="7697282" y="63728"/>
                  </a:lnTo>
                  <a:lnTo>
                    <a:pt x="7697440" y="63728"/>
                  </a:lnTo>
                  <a:lnTo>
                    <a:pt x="7697598" y="63728"/>
                  </a:lnTo>
                  <a:lnTo>
                    <a:pt x="7697756" y="63728"/>
                  </a:lnTo>
                  <a:lnTo>
                    <a:pt x="7697913" y="63728"/>
                  </a:lnTo>
                  <a:lnTo>
                    <a:pt x="7698071" y="63728"/>
                  </a:lnTo>
                  <a:lnTo>
                    <a:pt x="7698229" y="63728"/>
                  </a:lnTo>
                  <a:lnTo>
                    <a:pt x="7698386" y="63728"/>
                  </a:lnTo>
                  <a:lnTo>
                    <a:pt x="7698544" y="63728"/>
                  </a:lnTo>
                  <a:lnTo>
                    <a:pt x="7698702" y="63728"/>
                  </a:lnTo>
                  <a:lnTo>
                    <a:pt x="7698860" y="63728"/>
                  </a:lnTo>
                  <a:lnTo>
                    <a:pt x="7699017" y="63728"/>
                  </a:lnTo>
                  <a:lnTo>
                    <a:pt x="7699175" y="63728"/>
                  </a:lnTo>
                  <a:lnTo>
                    <a:pt x="7699333" y="63728"/>
                  </a:lnTo>
                  <a:lnTo>
                    <a:pt x="7699490" y="63728"/>
                  </a:lnTo>
                  <a:lnTo>
                    <a:pt x="7699648" y="63728"/>
                  </a:lnTo>
                  <a:lnTo>
                    <a:pt x="7699806" y="63728"/>
                  </a:lnTo>
                  <a:lnTo>
                    <a:pt x="7699964" y="63728"/>
                  </a:lnTo>
                  <a:lnTo>
                    <a:pt x="7700121" y="63728"/>
                  </a:lnTo>
                  <a:lnTo>
                    <a:pt x="7700121" y="63298"/>
                  </a:lnTo>
                  <a:lnTo>
                    <a:pt x="7700279" y="63298"/>
                  </a:lnTo>
                  <a:lnTo>
                    <a:pt x="7700437" y="63298"/>
                  </a:lnTo>
                  <a:lnTo>
                    <a:pt x="7700594" y="63298"/>
                  </a:lnTo>
                  <a:lnTo>
                    <a:pt x="7700752" y="63298"/>
                  </a:lnTo>
                  <a:lnTo>
                    <a:pt x="7700910" y="63298"/>
                  </a:lnTo>
                  <a:lnTo>
                    <a:pt x="7701068" y="63298"/>
                  </a:lnTo>
                  <a:lnTo>
                    <a:pt x="7701225" y="63298"/>
                  </a:lnTo>
                  <a:lnTo>
                    <a:pt x="7701383" y="63298"/>
                  </a:lnTo>
                  <a:lnTo>
                    <a:pt x="7701541" y="63298"/>
                  </a:lnTo>
                  <a:lnTo>
                    <a:pt x="7701698" y="63298"/>
                  </a:lnTo>
                  <a:lnTo>
                    <a:pt x="7701698" y="62867"/>
                  </a:lnTo>
                  <a:lnTo>
                    <a:pt x="7701856" y="62867"/>
                  </a:lnTo>
                  <a:lnTo>
                    <a:pt x="7702014" y="62867"/>
                  </a:lnTo>
                  <a:lnTo>
                    <a:pt x="7702172" y="62867"/>
                  </a:lnTo>
                  <a:lnTo>
                    <a:pt x="7702329" y="62867"/>
                  </a:lnTo>
                  <a:lnTo>
                    <a:pt x="7702487" y="62867"/>
                  </a:lnTo>
                  <a:lnTo>
                    <a:pt x="7702645" y="62867"/>
                  </a:lnTo>
                  <a:lnTo>
                    <a:pt x="7702802" y="62867"/>
                  </a:lnTo>
                  <a:lnTo>
                    <a:pt x="7702960" y="62867"/>
                  </a:lnTo>
                  <a:lnTo>
                    <a:pt x="7703118" y="62867"/>
                  </a:lnTo>
                  <a:lnTo>
                    <a:pt x="7703276" y="62867"/>
                  </a:lnTo>
                  <a:lnTo>
                    <a:pt x="7703433" y="62867"/>
                  </a:lnTo>
                  <a:lnTo>
                    <a:pt x="7703591" y="62867"/>
                  </a:lnTo>
                  <a:lnTo>
                    <a:pt x="7703749" y="62867"/>
                  </a:lnTo>
                  <a:lnTo>
                    <a:pt x="7703749" y="62437"/>
                  </a:lnTo>
                  <a:lnTo>
                    <a:pt x="7703907" y="62437"/>
                  </a:lnTo>
                  <a:lnTo>
                    <a:pt x="7704064" y="62437"/>
                  </a:lnTo>
                  <a:lnTo>
                    <a:pt x="7704222" y="62437"/>
                  </a:lnTo>
                  <a:lnTo>
                    <a:pt x="7704380" y="62437"/>
                  </a:lnTo>
                  <a:lnTo>
                    <a:pt x="7704537" y="62437"/>
                  </a:lnTo>
                  <a:lnTo>
                    <a:pt x="7704695" y="62437"/>
                  </a:lnTo>
                  <a:lnTo>
                    <a:pt x="7704853" y="62437"/>
                  </a:lnTo>
                  <a:lnTo>
                    <a:pt x="7705011" y="62437"/>
                  </a:lnTo>
                  <a:lnTo>
                    <a:pt x="7705168" y="62437"/>
                  </a:lnTo>
                  <a:lnTo>
                    <a:pt x="7705326" y="62437"/>
                  </a:lnTo>
                  <a:lnTo>
                    <a:pt x="7705484" y="62437"/>
                  </a:lnTo>
                  <a:lnTo>
                    <a:pt x="7705641" y="62437"/>
                  </a:lnTo>
                  <a:lnTo>
                    <a:pt x="7705799" y="62437"/>
                  </a:lnTo>
                  <a:lnTo>
                    <a:pt x="7705957" y="62437"/>
                  </a:lnTo>
                  <a:lnTo>
                    <a:pt x="7706115" y="62437"/>
                  </a:lnTo>
                  <a:lnTo>
                    <a:pt x="7706272" y="62437"/>
                  </a:lnTo>
                  <a:lnTo>
                    <a:pt x="7706430" y="62437"/>
                  </a:lnTo>
                  <a:lnTo>
                    <a:pt x="7706588" y="62437"/>
                  </a:lnTo>
                  <a:lnTo>
                    <a:pt x="7706745" y="62437"/>
                  </a:lnTo>
                  <a:lnTo>
                    <a:pt x="7706903" y="62437"/>
                  </a:lnTo>
                  <a:lnTo>
                    <a:pt x="7707061" y="62437"/>
                  </a:lnTo>
                  <a:lnTo>
                    <a:pt x="7707219" y="62437"/>
                  </a:lnTo>
                  <a:lnTo>
                    <a:pt x="7707376" y="62437"/>
                  </a:lnTo>
                  <a:lnTo>
                    <a:pt x="7707534" y="62437"/>
                  </a:lnTo>
                  <a:lnTo>
                    <a:pt x="7707692" y="62437"/>
                  </a:lnTo>
                  <a:lnTo>
                    <a:pt x="7707849" y="62437"/>
                  </a:lnTo>
                  <a:lnTo>
                    <a:pt x="7708007" y="62437"/>
                  </a:lnTo>
                  <a:lnTo>
                    <a:pt x="7708165" y="62437"/>
                  </a:lnTo>
                  <a:lnTo>
                    <a:pt x="7708323" y="62437"/>
                  </a:lnTo>
                  <a:lnTo>
                    <a:pt x="7708480" y="62437"/>
                  </a:lnTo>
                  <a:lnTo>
                    <a:pt x="7708638" y="62437"/>
                  </a:lnTo>
                  <a:lnTo>
                    <a:pt x="7708796" y="62437"/>
                  </a:lnTo>
                  <a:lnTo>
                    <a:pt x="7708954" y="62437"/>
                  </a:lnTo>
                  <a:lnTo>
                    <a:pt x="7709111" y="62437"/>
                  </a:lnTo>
                  <a:lnTo>
                    <a:pt x="7709269" y="62437"/>
                  </a:lnTo>
                  <a:lnTo>
                    <a:pt x="7709427" y="62437"/>
                  </a:lnTo>
                  <a:lnTo>
                    <a:pt x="7709584" y="62437"/>
                  </a:lnTo>
                  <a:lnTo>
                    <a:pt x="7709742" y="62437"/>
                  </a:lnTo>
                  <a:lnTo>
                    <a:pt x="7709900" y="62437"/>
                  </a:lnTo>
                  <a:lnTo>
                    <a:pt x="7710058" y="62437"/>
                  </a:lnTo>
                  <a:lnTo>
                    <a:pt x="7710215" y="62437"/>
                  </a:lnTo>
                  <a:lnTo>
                    <a:pt x="7710373" y="62437"/>
                  </a:lnTo>
                  <a:lnTo>
                    <a:pt x="7710531" y="62437"/>
                  </a:lnTo>
                  <a:lnTo>
                    <a:pt x="7710688" y="62437"/>
                  </a:lnTo>
                  <a:lnTo>
                    <a:pt x="7710846" y="62437"/>
                  </a:lnTo>
                  <a:lnTo>
                    <a:pt x="7711004" y="62437"/>
                  </a:lnTo>
                  <a:lnTo>
                    <a:pt x="7711162" y="62437"/>
                  </a:lnTo>
                  <a:lnTo>
                    <a:pt x="7711319" y="62437"/>
                  </a:lnTo>
                  <a:lnTo>
                    <a:pt x="7711477" y="62437"/>
                  </a:lnTo>
                  <a:lnTo>
                    <a:pt x="7711635" y="62437"/>
                  </a:lnTo>
                  <a:lnTo>
                    <a:pt x="7711792" y="62437"/>
                  </a:lnTo>
                  <a:lnTo>
                    <a:pt x="7711950" y="62437"/>
                  </a:lnTo>
                  <a:lnTo>
                    <a:pt x="7712108" y="62437"/>
                  </a:lnTo>
                  <a:lnTo>
                    <a:pt x="7712266" y="62437"/>
                  </a:lnTo>
                  <a:lnTo>
                    <a:pt x="7712423" y="62437"/>
                  </a:lnTo>
                  <a:lnTo>
                    <a:pt x="7712581" y="62437"/>
                  </a:lnTo>
                  <a:lnTo>
                    <a:pt x="7712739" y="62437"/>
                  </a:lnTo>
                  <a:lnTo>
                    <a:pt x="7712896" y="62437"/>
                  </a:lnTo>
                  <a:lnTo>
                    <a:pt x="7713054" y="62437"/>
                  </a:lnTo>
                  <a:lnTo>
                    <a:pt x="7713212" y="62437"/>
                  </a:lnTo>
                  <a:lnTo>
                    <a:pt x="7713370" y="62437"/>
                  </a:lnTo>
                  <a:lnTo>
                    <a:pt x="7713527" y="62437"/>
                  </a:lnTo>
                  <a:lnTo>
                    <a:pt x="7713685" y="62437"/>
                  </a:lnTo>
                  <a:lnTo>
                    <a:pt x="7713843" y="62437"/>
                  </a:lnTo>
                  <a:lnTo>
                    <a:pt x="7714000" y="62437"/>
                  </a:lnTo>
                  <a:lnTo>
                    <a:pt x="7714158" y="62437"/>
                  </a:lnTo>
                  <a:lnTo>
                    <a:pt x="7714316" y="62437"/>
                  </a:lnTo>
                  <a:lnTo>
                    <a:pt x="7714474" y="62437"/>
                  </a:lnTo>
                  <a:lnTo>
                    <a:pt x="7714631" y="62437"/>
                  </a:lnTo>
                  <a:lnTo>
                    <a:pt x="7714789" y="62437"/>
                  </a:lnTo>
                  <a:lnTo>
                    <a:pt x="7714947" y="62437"/>
                  </a:lnTo>
                  <a:lnTo>
                    <a:pt x="7715105" y="62437"/>
                  </a:lnTo>
                  <a:lnTo>
                    <a:pt x="7715262" y="62437"/>
                  </a:lnTo>
                  <a:lnTo>
                    <a:pt x="7715420" y="62437"/>
                  </a:lnTo>
                  <a:lnTo>
                    <a:pt x="7715578" y="62437"/>
                  </a:lnTo>
                  <a:lnTo>
                    <a:pt x="7715735" y="62437"/>
                  </a:lnTo>
                  <a:lnTo>
                    <a:pt x="7715893" y="62437"/>
                  </a:lnTo>
                  <a:lnTo>
                    <a:pt x="7716051" y="62437"/>
                  </a:lnTo>
                  <a:lnTo>
                    <a:pt x="7716209" y="62437"/>
                  </a:lnTo>
                  <a:lnTo>
                    <a:pt x="7716366" y="62437"/>
                  </a:lnTo>
                  <a:lnTo>
                    <a:pt x="7716524" y="62437"/>
                  </a:lnTo>
                  <a:lnTo>
                    <a:pt x="7716682" y="62437"/>
                  </a:lnTo>
                  <a:lnTo>
                    <a:pt x="7716839" y="62437"/>
                  </a:lnTo>
                  <a:lnTo>
                    <a:pt x="7716839" y="62006"/>
                  </a:lnTo>
                  <a:lnTo>
                    <a:pt x="7716997" y="62006"/>
                  </a:lnTo>
                  <a:lnTo>
                    <a:pt x="7717155" y="62006"/>
                  </a:lnTo>
                  <a:lnTo>
                    <a:pt x="7717313" y="62006"/>
                  </a:lnTo>
                  <a:lnTo>
                    <a:pt x="7717470" y="62006"/>
                  </a:lnTo>
                  <a:lnTo>
                    <a:pt x="7717628" y="62006"/>
                  </a:lnTo>
                  <a:lnTo>
                    <a:pt x="7717628" y="61575"/>
                  </a:lnTo>
                  <a:lnTo>
                    <a:pt x="7717786" y="61575"/>
                  </a:lnTo>
                  <a:lnTo>
                    <a:pt x="7717943" y="61575"/>
                  </a:lnTo>
                  <a:lnTo>
                    <a:pt x="7718101" y="61575"/>
                  </a:lnTo>
                  <a:lnTo>
                    <a:pt x="7718259" y="61575"/>
                  </a:lnTo>
                  <a:lnTo>
                    <a:pt x="7718417" y="61575"/>
                  </a:lnTo>
                  <a:lnTo>
                    <a:pt x="7718574" y="61575"/>
                  </a:lnTo>
                  <a:lnTo>
                    <a:pt x="7718732" y="61575"/>
                  </a:lnTo>
                  <a:lnTo>
                    <a:pt x="7718890" y="61575"/>
                  </a:lnTo>
                  <a:lnTo>
                    <a:pt x="7719047" y="61575"/>
                  </a:lnTo>
                  <a:lnTo>
                    <a:pt x="7719205" y="61575"/>
                  </a:lnTo>
                  <a:lnTo>
                    <a:pt x="7719363" y="61575"/>
                  </a:lnTo>
                  <a:lnTo>
                    <a:pt x="7719521" y="61575"/>
                  </a:lnTo>
                  <a:lnTo>
                    <a:pt x="7719678" y="61575"/>
                  </a:lnTo>
                  <a:lnTo>
                    <a:pt x="7719836" y="61575"/>
                  </a:lnTo>
                  <a:lnTo>
                    <a:pt x="7719994" y="61575"/>
                  </a:lnTo>
                  <a:lnTo>
                    <a:pt x="7720152" y="61575"/>
                  </a:lnTo>
                  <a:lnTo>
                    <a:pt x="7720309" y="61575"/>
                  </a:lnTo>
                  <a:lnTo>
                    <a:pt x="7720467" y="61575"/>
                  </a:lnTo>
                  <a:lnTo>
                    <a:pt x="7720625" y="61575"/>
                  </a:lnTo>
                  <a:lnTo>
                    <a:pt x="7720782" y="61575"/>
                  </a:lnTo>
                  <a:lnTo>
                    <a:pt x="7720940" y="61575"/>
                  </a:lnTo>
                  <a:lnTo>
                    <a:pt x="7721098" y="61575"/>
                  </a:lnTo>
                  <a:lnTo>
                    <a:pt x="7721256" y="61575"/>
                  </a:lnTo>
                  <a:lnTo>
                    <a:pt x="7721413" y="61575"/>
                  </a:lnTo>
                  <a:lnTo>
                    <a:pt x="7721413" y="61145"/>
                  </a:lnTo>
                  <a:lnTo>
                    <a:pt x="7721571" y="61145"/>
                  </a:lnTo>
                  <a:lnTo>
                    <a:pt x="7721729" y="61145"/>
                  </a:lnTo>
                  <a:lnTo>
                    <a:pt x="7721886" y="61145"/>
                  </a:lnTo>
                  <a:lnTo>
                    <a:pt x="7722044" y="61145"/>
                  </a:lnTo>
                  <a:lnTo>
                    <a:pt x="7722202" y="61145"/>
                  </a:lnTo>
                  <a:lnTo>
                    <a:pt x="7722360" y="61145"/>
                  </a:lnTo>
                  <a:lnTo>
                    <a:pt x="7722517" y="61145"/>
                  </a:lnTo>
                  <a:lnTo>
                    <a:pt x="7722675" y="61145"/>
                  </a:lnTo>
                  <a:lnTo>
                    <a:pt x="7722833" y="61145"/>
                  </a:lnTo>
                  <a:lnTo>
                    <a:pt x="7722990" y="61145"/>
                  </a:lnTo>
                  <a:lnTo>
                    <a:pt x="7723148" y="61145"/>
                  </a:lnTo>
                  <a:lnTo>
                    <a:pt x="7723306" y="61145"/>
                  </a:lnTo>
                  <a:lnTo>
                    <a:pt x="7723464" y="61145"/>
                  </a:lnTo>
                  <a:lnTo>
                    <a:pt x="7723621" y="61145"/>
                  </a:lnTo>
                  <a:lnTo>
                    <a:pt x="7723621" y="60714"/>
                  </a:lnTo>
                  <a:lnTo>
                    <a:pt x="7723779" y="60714"/>
                  </a:lnTo>
                  <a:lnTo>
                    <a:pt x="7723937" y="60714"/>
                  </a:lnTo>
                  <a:lnTo>
                    <a:pt x="7723937" y="60284"/>
                  </a:lnTo>
                  <a:lnTo>
                    <a:pt x="7723937" y="59853"/>
                  </a:lnTo>
                  <a:lnTo>
                    <a:pt x="7724094" y="59853"/>
                  </a:lnTo>
                  <a:lnTo>
                    <a:pt x="7724252" y="59853"/>
                  </a:lnTo>
                  <a:lnTo>
                    <a:pt x="7724410" y="59853"/>
                  </a:lnTo>
                  <a:lnTo>
                    <a:pt x="7724568" y="59853"/>
                  </a:lnTo>
                  <a:lnTo>
                    <a:pt x="7724725" y="59853"/>
                  </a:lnTo>
                  <a:lnTo>
                    <a:pt x="7724883" y="59853"/>
                  </a:lnTo>
                  <a:lnTo>
                    <a:pt x="7725041" y="59853"/>
                  </a:lnTo>
                  <a:lnTo>
                    <a:pt x="7725198" y="59853"/>
                  </a:lnTo>
                  <a:lnTo>
                    <a:pt x="7725356" y="59853"/>
                  </a:lnTo>
                  <a:lnTo>
                    <a:pt x="7725514" y="59853"/>
                  </a:lnTo>
                  <a:lnTo>
                    <a:pt x="7725672" y="59853"/>
                  </a:lnTo>
                  <a:lnTo>
                    <a:pt x="7725829" y="59853"/>
                  </a:lnTo>
                  <a:lnTo>
                    <a:pt x="7725987" y="59853"/>
                  </a:lnTo>
                  <a:lnTo>
                    <a:pt x="7726145" y="59853"/>
                  </a:lnTo>
                  <a:lnTo>
                    <a:pt x="7726303" y="59853"/>
                  </a:lnTo>
                  <a:lnTo>
                    <a:pt x="7726460" y="59853"/>
                  </a:lnTo>
                  <a:lnTo>
                    <a:pt x="7726618" y="59853"/>
                  </a:lnTo>
                  <a:lnTo>
                    <a:pt x="7726776" y="59853"/>
                  </a:lnTo>
                  <a:lnTo>
                    <a:pt x="7726933" y="59853"/>
                  </a:lnTo>
                  <a:lnTo>
                    <a:pt x="7727091" y="59853"/>
                  </a:lnTo>
                  <a:lnTo>
                    <a:pt x="7727249" y="59853"/>
                  </a:lnTo>
                  <a:lnTo>
                    <a:pt x="7727407" y="59853"/>
                  </a:lnTo>
                  <a:lnTo>
                    <a:pt x="7727564" y="59853"/>
                  </a:lnTo>
                  <a:lnTo>
                    <a:pt x="7727722" y="59853"/>
                  </a:lnTo>
                  <a:lnTo>
                    <a:pt x="7727880" y="59853"/>
                  </a:lnTo>
                  <a:lnTo>
                    <a:pt x="7728037" y="59853"/>
                  </a:lnTo>
                  <a:lnTo>
                    <a:pt x="7728195" y="59853"/>
                  </a:lnTo>
                  <a:lnTo>
                    <a:pt x="7728353" y="59853"/>
                  </a:lnTo>
                  <a:lnTo>
                    <a:pt x="7728511" y="59853"/>
                  </a:lnTo>
                  <a:lnTo>
                    <a:pt x="7728668" y="59853"/>
                  </a:lnTo>
                  <a:lnTo>
                    <a:pt x="7728826" y="59853"/>
                  </a:lnTo>
                  <a:lnTo>
                    <a:pt x="7728984" y="59853"/>
                  </a:lnTo>
                  <a:lnTo>
                    <a:pt x="7729141" y="59853"/>
                  </a:lnTo>
                  <a:lnTo>
                    <a:pt x="7729299" y="59853"/>
                  </a:lnTo>
                  <a:lnTo>
                    <a:pt x="7729457" y="59853"/>
                  </a:lnTo>
                  <a:lnTo>
                    <a:pt x="7729615" y="59853"/>
                  </a:lnTo>
                  <a:lnTo>
                    <a:pt x="7729772" y="59853"/>
                  </a:lnTo>
                  <a:lnTo>
                    <a:pt x="7729930" y="59853"/>
                  </a:lnTo>
                  <a:lnTo>
                    <a:pt x="7730088" y="59853"/>
                  </a:lnTo>
                  <a:lnTo>
                    <a:pt x="7730245" y="59853"/>
                  </a:lnTo>
                  <a:lnTo>
                    <a:pt x="7730403" y="59853"/>
                  </a:lnTo>
                  <a:lnTo>
                    <a:pt x="7730561" y="59853"/>
                  </a:lnTo>
                  <a:lnTo>
                    <a:pt x="7730719" y="59853"/>
                  </a:lnTo>
                  <a:lnTo>
                    <a:pt x="7730876" y="59853"/>
                  </a:lnTo>
                  <a:lnTo>
                    <a:pt x="7731034" y="59853"/>
                  </a:lnTo>
                  <a:lnTo>
                    <a:pt x="7731192" y="59853"/>
                  </a:lnTo>
                  <a:lnTo>
                    <a:pt x="7731349" y="59853"/>
                  </a:lnTo>
                  <a:lnTo>
                    <a:pt x="7731507" y="59853"/>
                  </a:lnTo>
                  <a:lnTo>
                    <a:pt x="7731665" y="59853"/>
                  </a:lnTo>
                  <a:lnTo>
                    <a:pt x="7731823" y="59853"/>
                  </a:lnTo>
                  <a:lnTo>
                    <a:pt x="7731980" y="59853"/>
                  </a:lnTo>
                  <a:lnTo>
                    <a:pt x="7732138" y="59853"/>
                  </a:lnTo>
                  <a:lnTo>
                    <a:pt x="7732296" y="59853"/>
                  </a:lnTo>
                  <a:lnTo>
                    <a:pt x="7732454" y="59853"/>
                  </a:lnTo>
                  <a:lnTo>
                    <a:pt x="7732611" y="59853"/>
                  </a:lnTo>
                  <a:lnTo>
                    <a:pt x="7732769" y="59853"/>
                  </a:lnTo>
                  <a:lnTo>
                    <a:pt x="7732927" y="59853"/>
                  </a:lnTo>
                  <a:lnTo>
                    <a:pt x="7733084" y="59853"/>
                  </a:lnTo>
                  <a:lnTo>
                    <a:pt x="7733242" y="59853"/>
                  </a:lnTo>
                  <a:lnTo>
                    <a:pt x="7733400" y="59853"/>
                  </a:lnTo>
                  <a:lnTo>
                    <a:pt x="7733558" y="59853"/>
                  </a:lnTo>
                  <a:lnTo>
                    <a:pt x="7733715" y="59853"/>
                  </a:lnTo>
                  <a:lnTo>
                    <a:pt x="7733873" y="59853"/>
                  </a:lnTo>
                  <a:lnTo>
                    <a:pt x="7734031" y="59853"/>
                  </a:lnTo>
                  <a:lnTo>
                    <a:pt x="7734188" y="59853"/>
                  </a:lnTo>
                  <a:lnTo>
                    <a:pt x="7734346" y="59853"/>
                  </a:lnTo>
                  <a:lnTo>
                    <a:pt x="7734504" y="59853"/>
                  </a:lnTo>
                  <a:lnTo>
                    <a:pt x="7734662" y="59853"/>
                  </a:lnTo>
                  <a:lnTo>
                    <a:pt x="7734819" y="59853"/>
                  </a:lnTo>
                  <a:lnTo>
                    <a:pt x="7734977" y="59853"/>
                  </a:lnTo>
                  <a:lnTo>
                    <a:pt x="7735135" y="59853"/>
                  </a:lnTo>
                  <a:lnTo>
                    <a:pt x="7735292" y="59853"/>
                  </a:lnTo>
                  <a:lnTo>
                    <a:pt x="7735450" y="59853"/>
                  </a:lnTo>
                  <a:lnTo>
                    <a:pt x="7735608" y="59853"/>
                  </a:lnTo>
                  <a:lnTo>
                    <a:pt x="7735766" y="59853"/>
                  </a:lnTo>
                  <a:lnTo>
                    <a:pt x="7735923" y="59853"/>
                  </a:lnTo>
                  <a:lnTo>
                    <a:pt x="7736081" y="59853"/>
                  </a:lnTo>
                  <a:lnTo>
                    <a:pt x="7736239" y="59853"/>
                  </a:lnTo>
                  <a:lnTo>
                    <a:pt x="7736396" y="59853"/>
                  </a:lnTo>
                  <a:lnTo>
                    <a:pt x="7736554" y="59853"/>
                  </a:lnTo>
                  <a:lnTo>
                    <a:pt x="7736712" y="59853"/>
                  </a:lnTo>
                  <a:lnTo>
                    <a:pt x="7736870" y="59853"/>
                  </a:lnTo>
                  <a:lnTo>
                    <a:pt x="7737027" y="59853"/>
                  </a:lnTo>
                  <a:lnTo>
                    <a:pt x="7737185" y="59853"/>
                  </a:lnTo>
                  <a:lnTo>
                    <a:pt x="7737343" y="59853"/>
                  </a:lnTo>
                  <a:lnTo>
                    <a:pt x="7737501" y="59853"/>
                  </a:lnTo>
                  <a:lnTo>
                    <a:pt x="7737658" y="59853"/>
                  </a:lnTo>
                  <a:lnTo>
                    <a:pt x="7737816" y="59853"/>
                  </a:lnTo>
                  <a:lnTo>
                    <a:pt x="7737974" y="59853"/>
                  </a:lnTo>
                  <a:lnTo>
                    <a:pt x="7738131" y="59853"/>
                  </a:lnTo>
                  <a:lnTo>
                    <a:pt x="7738289" y="59853"/>
                  </a:lnTo>
                  <a:lnTo>
                    <a:pt x="7738447" y="59853"/>
                  </a:lnTo>
                  <a:lnTo>
                    <a:pt x="7738605" y="59853"/>
                  </a:lnTo>
                  <a:lnTo>
                    <a:pt x="7738762" y="59853"/>
                  </a:lnTo>
                  <a:lnTo>
                    <a:pt x="7738920" y="59853"/>
                  </a:lnTo>
                  <a:lnTo>
                    <a:pt x="7739078" y="59853"/>
                  </a:lnTo>
                  <a:lnTo>
                    <a:pt x="7739235" y="59853"/>
                  </a:lnTo>
                  <a:lnTo>
                    <a:pt x="7739393" y="59853"/>
                  </a:lnTo>
                  <a:lnTo>
                    <a:pt x="7739551" y="59853"/>
                  </a:lnTo>
                  <a:lnTo>
                    <a:pt x="7739709" y="59853"/>
                  </a:lnTo>
                  <a:lnTo>
                    <a:pt x="7739866" y="59853"/>
                  </a:lnTo>
                  <a:lnTo>
                    <a:pt x="7740024" y="59853"/>
                  </a:lnTo>
                  <a:lnTo>
                    <a:pt x="7740182" y="59853"/>
                  </a:lnTo>
                  <a:lnTo>
                    <a:pt x="7740339" y="59853"/>
                  </a:lnTo>
                  <a:lnTo>
                    <a:pt x="7740497" y="59853"/>
                  </a:lnTo>
                  <a:lnTo>
                    <a:pt x="7740655" y="59853"/>
                  </a:lnTo>
                  <a:lnTo>
                    <a:pt x="7740813" y="59853"/>
                  </a:lnTo>
                  <a:lnTo>
                    <a:pt x="7740970" y="59853"/>
                  </a:lnTo>
                  <a:lnTo>
                    <a:pt x="7741128" y="59853"/>
                  </a:lnTo>
                  <a:lnTo>
                    <a:pt x="7741286" y="59853"/>
                  </a:lnTo>
                  <a:lnTo>
                    <a:pt x="7741443" y="59853"/>
                  </a:lnTo>
                  <a:lnTo>
                    <a:pt x="7741601" y="59853"/>
                  </a:lnTo>
                  <a:lnTo>
                    <a:pt x="7741759" y="59853"/>
                  </a:lnTo>
                  <a:lnTo>
                    <a:pt x="7741917" y="59853"/>
                  </a:lnTo>
                  <a:lnTo>
                    <a:pt x="7741917" y="59422"/>
                  </a:lnTo>
                  <a:lnTo>
                    <a:pt x="7742074" y="59422"/>
                  </a:lnTo>
                  <a:lnTo>
                    <a:pt x="7742232" y="59422"/>
                  </a:lnTo>
                  <a:lnTo>
                    <a:pt x="7742390" y="59422"/>
                  </a:lnTo>
                  <a:lnTo>
                    <a:pt x="7742547" y="59422"/>
                  </a:lnTo>
                  <a:lnTo>
                    <a:pt x="7742705" y="59422"/>
                  </a:lnTo>
                  <a:lnTo>
                    <a:pt x="7742863" y="59422"/>
                  </a:lnTo>
                  <a:lnTo>
                    <a:pt x="7743021" y="59422"/>
                  </a:lnTo>
                  <a:lnTo>
                    <a:pt x="7743178" y="59422"/>
                  </a:lnTo>
                  <a:lnTo>
                    <a:pt x="7743336" y="59422"/>
                  </a:lnTo>
                  <a:lnTo>
                    <a:pt x="7743494" y="59422"/>
                  </a:lnTo>
                  <a:lnTo>
                    <a:pt x="7743652" y="59422"/>
                  </a:lnTo>
                  <a:lnTo>
                    <a:pt x="7743809" y="59422"/>
                  </a:lnTo>
                  <a:lnTo>
                    <a:pt x="7743967" y="59422"/>
                  </a:lnTo>
                  <a:lnTo>
                    <a:pt x="7744125" y="59422"/>
                  </a:lnTo>
                  <a:lnTo>
                    <a:pt x="7744282" y="59422"/>
                  </a:lnTo>
                  <a:lnTo>
                    <a:pt x="7744440" y="59422"/>
                  </a:lnTo>
                  <a:lnTo>
                    <a:pt x="7744598" y="59422"/>
                  </a:lnTo>
                  <a:lnTo>
                    <a:pt x="7744756" y="59422"/>
                  </a:lnTo>
                  <a:lnTo>
                    <a:pt x="7744913" y="59422"/>
                  </a:lnTo>
                  <a:lnTo>
                    <a:pt x="7745071" y="59422"/>
                  </a:lnTo>
                  <a:lnTo>
                    <a:pt x="7745229" y="59422"/>
                  </a:lnTo>
                  <a:lnTo>
                    <a:pt x="7745386" y="59422"/>
                  </a:lnTo>
                  <a:lnTo>
                    <a:pt x="7745544" y="59422"/>
                  </a:lnTo>
                  <a:lnTo>
                    <a:pt x="7745702" y="59422"/>
                  </a:lnTo>
                  <a:lnTo>
                    <a:pt x="7745860" y="59422"/>
                  </a:lnTo>
                  <a:lnTo>
                    <a:pt x="7746017" y="59422"/>
                  </a:lnTo>
                  <a:lnTo>
                    <a:pt x="7746175" y="59422"/>
                  </a:lnTo>
                  <a:lnTo>
                    <a:pt x="7746333" y="59422"/>
                  </a:lnTo>
                  <a:lnTo>
                    <a:pt x="7746490" y="59422"/>
                  </a:lnTo>
                  <a:lnTo>
                    <a:pt x="7746648" y="59422"/>
                  </a:lnTo>
                  <a:lnTo>
                    <a:pt x="7746806" y="59422"/>
                  </a:lnTo>
                  <a:lnTo>
                    <a:pt x="7746806" y="58992"/>
                  </a:lnTo>
                  <a:lnTo>
                    <a:pt x="7746964" y="58992"/>
                  </a:lnTo>
                  <a:lnTo>
                    <a:pt x="7747121" y="58992"/>
                  </a:lnTo>
                  <a:lnTo>
                    <a:pt x="7747279" y="58992"/>
                  </a:lnTo>
                  <a:lnTo>
                    <a:pt x="7747437" y="58992"/>
                  </a:lnTo>
                  <a:lnTo>
                    <a:pt x="7747594" y="58992"/>
                  </a:lnTo>
                  <a:lnTo>
                    <a:pt x="7747752" y="58992"/>
                  </a:lnTo>
                  <a:lnTo>
                    <a:pt x="7747910" y="58992"/>
                  </a:lnTo>
                  <a:lnTo>
                    <a:pt x="7748068" y="58992"/>
                  </a:lnTo>
                  <a:lnTo>
                    <a:pt x="7748225" y="58992"/>
                  </a:lnTo>
                  <a:lnTo>
                    <a:pt x="7748383" y="58992"/>
                  </a:lnTo>
                  <a:lnTo>
                    <a:pt x="7748541" y="58992"/>
                  </a:lnTo>
                  <a:lnTo>
                    <a:pt x="7748699" y="58992"/>
                  </a:lnTo>
                  <a:lnTo>
                    <a:pt x="7748856" y="58992"/>
                  </a:lnTo>
                  <a:lnTo>
                    <a:pt x="7748856" y="58561"/>
                  </a:lnTo>
                  <a:lnTo>
                    <a:pt x="7748856" y="58131"/>
                  </a:lnTo>
                  <a:lnTo>
                    <a:pt x="7749014" y="58131"/>
                  </a:lnTo>
                  <a:lnTo>
                    <a:pt x="7749172" y="58131"/>
                  </a:lnTo>
                  <a:lnTo>
                    <a:pt x="7749329" y="58131"/>
                  </a:lnTo>
                  <a:lnTo>
                    <a:pt x="7749487" y="58131"/>
                  </a:lnTo>
                  <a:lnTo>
                    <a:pt x="7749645" y="58131"/>
                  </a:lnTo>
                  <a:lnTo>
                    <a:pt x="7749645" y="57700"/>
                  </a:lnTo>
                  <a:lnTo>
                    <a:pt x="7749803" y="57700"/>
                  </a:lnTo>
                  <a:lnTo>
                    <a:pt x="7749960" y="57700"/>
                  </a:lnTo>
                  <a:lnTo>
                    <a:pt x="7750118" y="57700"/>
                  </a:lnTo>
                  <a:lnTo>
                    <a:pt x="7750276" y="57700"/>
                  </a:lnTo>
                  <a:lnTo>
                    <a:pt x="7750433" y="57700"/>
                  </a:lnTo>
                  <a:lnTo>
                    <a:pt x="7750591" y="57700"/>
                  </a:lnTo>
                  <a:lnTo>
                    <a:pt x="7750749" y="57700"/>
                  </a:lnTo>
                  <a:lnTo>
                    <a:pt x="7750907" y="57700"/>
                  </a:lnTo>
                  <a:lnTo>
                    <a:pt x="7751064" y="57700"/>
                  </a:lnTo>
                  <a:lnTo>
                    <a:pt x="7751222" y="57700"/>
                  </a:lnTo>
                  <a:lnTo>
                    <a:pt x="7751380" y="57700"/>
                  </a:lnTo>
                  <a:lnTo>
                    <a:pt x="7751380" y="57269"/>
                  </a:lnTo>
                  <a:lnTo>
                    <a:pt x="7751537" y="57269"/>
                  </a:lnTo>
                  <a:lnTo>
                    <a:pt x="7751695" y="57269"/>
                  </a:lnTo>
                  <a:lnTo>
                    <a:pt x="7751853" y="57269"/>
                  </a:lnTo>
                  <a:lnTo>
                    <a:pt x="7752011" y="57269"/>
                  </a:lnTo>
                  <a:lnTo>
                    <a:pt x="7752011" y="56839"/>
                  </a:lnTo>
                  <a:lnTo>
                    <a:pt x="7752168" y="56839"/>
                  </a:lnTo>
                  <a:lnTo>
                    <a:pt x="7752326" y="56839"/>
                  </a:lnTo>
                  <a:lnTo>
                    <a:pt x="7752484" y="56839"/>
                  </a:lnTo>
                  <a:lnTo>
                    <a:pt x="7752641" y="56839"/>
                  </a:lnTo>
                  <a:lnTo>
                    <a:pt x="7752799" y="56839"/>
                  </a:lnTo>
                  <a:lnTo>
                    <a:pt x="7752957" y="56839"/>
                  </a:lnTo>
                  <a:lnTo>
                    <a:pt x="7753115" y="56839"/>
                  </a:lnTo>
                  <a:lnTo>
                    <a:pt x="7753272" y="56839"/>
                  </a:lnTo>
                  <a:lnTo>
                    <a:pt x="7753430" y="56839"/>
                  </a:lnTo>
                  <a:lnTo>
                    <a:pt x="7753588" y="56839"/>
                  </a:lnTo>
                  <a:lnTo>
                    <a:pt x="7753745" y="56839"/>
                  </a:lnTo>
                  <a:lnTo>
                    <a:pt x="7753903" y="56839"/>
                  </a:lnTo>
                  <a:lnTo>
                    <a:pt x="7754061" y="56839"/>
                  </a:lnTo>
                  <a:lnTo>
                    <a:pt x="7754219" y="56839"/>
                  </a:lnTo>
                  <a:lnTo>
                    <a:pt x="7754376" y="56839"/>
                  </a:lnTo>
                  <a:lnTo>
                    <a:pt x="7754534" y="56839"/>
                  </a:lnTo>
                  <a:lnTo>
                    <a:pt x="7754692" y="56839"/>
                  </a:lnTo>
                  <a:lnTo>
                    <a:pt x="7754850" y="56839"/>
                  </a:lnTo>
                  <a:lnTo>
                    <a:pt x="7755007" y="56839"/>
                  </a:lnTo>
                  <a:lnTo>
                    <a:pt x="7755165" y="56839"/>
                  </a:lnTo>
                  <a:lnTo>
                    <a:pt x="7755323" y="56839"/>
                  </a:lnTo>
                  <a:lnTo>
                    <a:pt x="7755480" y="56839"/>
                  </a:lnTo>
                  <a:lnTo>
                    <a:pt x="7755638" y="56839"/>
                  </a:lnTo>
                  <a:lnTo>
                    <a:pt x="7755796" y="56839"/>
                  </a:lnTo>
                  <a:lnTo>
                    <a:pt x="7755954" y="56839"/>
                  </a:lnTo>
                  <a:lnTo>
                    <a:pt x="7756111" y="56839"/>
                  </a:lnTo>
                  <a:lnTo>
                    <a:pt x="7756269" y="56839"/>
                  </a:lnTo>
                  <a:lnTo>
                    <a:pt x="7756427" y="56839"/>
                  </a:lnTo>
                  <a:lnTo>
                    <a:pt x="7756584" y="56839"/>
                  </a:lnTo>
                  <a:lnTo>
                    <a:pt x="7756742" y="56839"/>
                  </a:lnTo>
                  <a:lnTo>
                    <a:pt x="7756900" y="56839"/>
                  </a:lnTo>
                  <a:lnTo>
                    <a:pt x="7756900" y="56408"/>
                  </a:lnTo>
                  <a:lnTo>
                    <a:pt x="7757058" y="56408"/>
                  </a:lnTo>
                  <a:lnTo>
                    <a:pt x="7757215" y="56408"/>
                  </a:lnTo>
                  <a:lnTo>
                    <a:pt x="7757215" y="55978"/>
                  </a:lnTo>
                  <a:lnTo>
                    <a:pt x="7757373" y="55978"/>
                  </a:lnTo>
                  <a:lnTo>
                    <a:pt x="7757531" y="55978"/>
                  </a:lnTo>
                  <a:lnTo>
                    <a:pt x="7757688" y="55978"/>
                  </a:lnTo>
                  <a:lnTo>
                    <a:pt x="7757846" y="55978"/>
                  </a:lnTo>
                  <a:lnTo>
                    <a:pt x="7758004" y="55978"/>
                  </a:lnTo>
                  <a:lnTo>
                    <a:pt x="7758162" y="55978"/>
                  </a:lnTo>
                  <a:lnTo>
                    <a:pt x="7758319" y="55978"/>
                  </a:lnTo>
                  <a:lnTo>
                    <a:pt x="7758477" y="55978"/>
                  </a:lnTo>
                  <a:lnTo>
                    <a:pt x="7758635" y="55978"/>
                  </a:lnTo>
                  <a:lnTo>
                    <a:pt x="7758792" y="55978"/>
                  </a:lnTo>
                  <a:lnTo>
                    <a:pt x="7758950" y="55978"/>
                  </a:lnTo>
                  <a:lnTo>
                    <a:pt x="7759108" y="55978"/>
                  </a:lnTo>
                  <a:lnTo>
                    <a:pt x="7759266" y="55978"/>
                  </a:lnTo>
                  <a:lnTo>
                    <a:pt x="7759423" y="55978"/>
                  </a:lnTo>
                  <a:lnTo>
                    <a:pt x="7759581" y="55978"/>
                  </a:lnTo>
                  <a:lnTo>
                    <a:pt x="7759739" y="55978"/>
                  </a:lnTo>
                  <a:lnTo>
                    <a:pt x="7759897" y="55978"/>
                  </a:lnTo>
                  <a:lnTo>
                    <a:pt x="7760054" y="55978"/>
                  </a:lnTo>
                  <a:lnTo>
                    <a:pt x="7760212" y="55978"/>
                  </a:lnTo>
                  <a:lnTo>
                    <a:pt x="7760370" y="55978"/>
                  </a:lnTo>
                  <a:lnTo>
                    <a:pt x="7760527" y="55978"/>
                  </a:lnTo>
                  <a:lnTo>
                    <a:pt x="7760685" y="55978"/>
                  </a:lnTo>
                  <a:lnTo>
                    <a:pt x="7760843" y="55978"/>
                  </a:lnTo>
                  <a:lnTo>
                    <a:pt x="7761001" y="55978"/>
                  </a:lnTo>
                  <a:lnTo>
                    <a:pt x="7761158" y="55978"/>
                  </a:lnTo>
                  <a:lnTo>
                    <a:pt x="7761316" y="55978"/>
                  </a:lnTo>
                  <a:lnTo>
                    <a:pt x="7761474" y="55978"/>
                  </a:lnTo>
                  <a:lnTo>
                    <a:pt x="7761631" y="55978"/>
                  </a:lnTo>
                  <a:lnTo>
                    <a:pt x="7761789" y="55978"/>
                  </a:lnTo>
                  <a:lnTo>
                    <a:pt x="7761947" y="55978"/>
                  </a:lnTo>
                  <a:lnTo>
                    <a:pt x="7762105" y="55978"/>
                  </a:lnTo>
                  <a:lnTo>
                    <a:pt x="7762262" y="55978"/>
                  </a:lnTo>
                  <a:lnTo>
                    <a:pt x="7762420" y="55978"/>
                  </a:lnTo>
                  <a:lnTo>
                    <a:pt x="7762578" y="55978"/>
                  </a:lnTo>
                  <a:lnTo>
                    <a:pt x="7762735" y="55978"/>
                  </a:lnTo>
                  <a:lnTo>
                    <a:pt x="7762893" y="55978"/>
                  </a:lnTo>
                  <a:lnTo>
                    <a:pt x="7763051" y="55978"/>
                  </a:lnTo>
                  <a:lnTo>
                    <a:pt x="7763209" y="55978"/>
                  </a:lnTo>
                  <a:lnTo>
                    <a:pt x="7763366" y="55978"/>
                  </a:lnTo>
                  <a:lnTo>
                    <a:pt x="7763524" y="55978"/>
                  </a:lnTo>
                  <a:lnTo>
                    <a:pt x="7763682" y="55978"/>
                  </a:lnTo>
                  <a:lnTo>
                    <a:pt x="7763839" y="55978"/>
                  </a:lnTo>
                  <a:lnTo>
                    <a:pt x="7763997" y="55978"/>
                  </a:lnTo>
                  <a:lnTo>
                    <a:pt x="7764155" y="55978"/>
                  </a:lnTo>
                  <a:lnTo>
                    <a:pt x="7764313" y="55978"/>
                  </a:lnTo>
                  <a:lnTo>
                    <a:pt x="7764470" y="55978"/>
                  </a:lnTo>
                  <a:lnTo>
                    <a:pt x="7764628" y="55978"/>
                  </a:lnTo>
                  <a:lnTo>
                    <a:pt x="7764786" y="55978"/>
                  </a:lnTo>
                  <a:lnTo>
                    <a:pt x="7764943" y="55978"/>
                  </a:lnTo>
                  <a:lnTo>
                    <a:pt x="7765101" y="55978"/>
                  </a:lnTo>
                  <a:lnTo>
                    <a:pt x="7765259" y="55978"/>
                  </a:lnTo>
                  <a:lnTo>
                    <a:pt x="7765417" y="55978"/>
                  </a:lnTo>
                  <a:lnTo>
                    <a:pt x="7765574" y="55978"/>
                  </a:lnTo>
                  <a:lnTo>
                    <a:pt x="7765732" y="55978"/>
                  </a:lnTo>
                  <a:lnTo>
                    <a:pt x="7765890" y="55978"/>
                  </a:lnTo>
                  <a:lnTo>
                    <a:pt x="7766048" y="55978"/>
                  </a:lnTo>
                  <a:lnTo>
                    <a:pt x="7766205" y="55978"/>
                  </a:lnTo>
                  <a:lnTo>
                    <a:pt x="7766363" y="55978"/>
                  </a:lnTo>
                  <a:lnTo>
                    <a:pt x="7766363" y="55547"/>
                  </a:lnTo>
                  <a:lnTo>
                    <a:pt x="7766521" y="55547"/>
                  </a:lnTo>
                  <a:lnTo>
                    <a:pt x="7766678" y="55547"/>
                  </a:lnTo>
                  <a:lnTo>
                    <a:pt x="7766836" y="55547"/>
                  </a:lnTo>
                  <a:lnTo>
                    <a:pt x="7766994" y="55547"/>
                  </a:lnTo>
                  <a:lnTo>
                    <a:pt x="7767152" y="55547"/>
                  </a:lnTo>
                  <a:lnTo>
                    <a:pt x="7767309" y="55547"/>
                  </a:lnTo>
                  <a:lnTo>
                    <a:pt x="7767467" y="55547"/>
                  </a:lnTo>
                  <a:lnTo>
                    <a:pt x="7767625" y="55547"/>
                  </a:lnTo>
                  <a:lnTo>
                    <a:pt x="7767782" y="55547"/>
                  </a:lnTo>
                  <a:lnTo>
                    <a:pt x="7767940" y="55547"/>
                  </a:lnTo>
                  <a:lnTo>
                    <a:pt x="7768098" y="55547"/>
                  </a:lnTo>
                  <a:lnTo>
                    <a:pt x="7768098" y="55116"/>
                  </a:lnTo>
                  <a:lnTo>
                    <a:pt x="7768256" y="55116"/>
                  </a:lnTo>
                  <a:lnTo>
                    <a:pt x="7768413" y="55116"/>
                  </a:lnTo>
                  <a:lnTo>
                    <a:pt x="7768571" y="55116"/>
                  </a:lnTo>
                  <a:lnTo>
                    <a:pt x="7768729" y="55116"/>
                  </a:lnTo>
                  <a:lnTo>
                    <a:pt x="7768886" y="55116"/>
                  </a:lnTo>
                  <a:lnTo>
                    <a:pt x="7769044" y="55116"/>
                  </a:lnTo>
                  <a:lnTo>
                    <a:pt x="7769202" y="55116"/>
                  </a:lnTo>
                  <a:lnTo>
                    <a:pt x="7769360" y="55116"/>
                  </a:lnTo>
                  <a:lnTo>
                    <a:pt x="7769517" y="55116"/>
                  </a:lnTo>
                  <a:lnTo>
                    <a:pt x="7769675" y="55116"/>
                  </a:lnTo>
                  <a:lnTo>
                    <a:pt x="7769833" y="55116"/>
                  </a:lnTo>
                  <a:lnTo>
                    <a:pt x="7769990" y="55116"/>
                  </a:lnTo>
                  <a:lnTo>
                    <a:pt x="7770148" y="55116"/>
                  </a:lnTo>
                  <a:lnTo>
                    <a:pt x="7770306" y="55116"/>
                  </a:lnTo>
                  <a:lnTo>
                    <a:pt x="7770464" y="55116"/>
                  </a:lnTo>
                  <a:lnTo>
                    <a:pt x="7770621" y="55116"/>
                  </a:lnTo>
                  <a:lnTo>
                    <a:pt x="7770621" y="54686"/>
                  </a:lnTo>
                  <a:lnTo>
                    <a:pt x="7770779" y="54686"/>
                  </a:lnTo>
                  <a:lnTo>
                    <a:pt x="7770937" y="54686"/>
                  </a:lnTo>
                  <a:lnTo>
                    <a:pt x="7771095" y="54686"/>
                  </a:lnTo>
                  <a:lnTo>
                    <a:pt x="7771252" y="54686"/>
                  </a:lnTo>
                  <a:lnTo>
                    <a:pt x="7771410" y="54686"/>
                  </a:lnTo>
                  <a:lnTo>
                    <a:pt x="7771568" y="54686"/>
                  </a:lnTo>
                  <a:lnTo>
                    <a:pt x="7771725" y="54686"/>
                  </a:lnTo>
                  <a:lnTo>
                    <a:pt x="7771883" y="54686"/>
                  </a:lnTo>
                  <a:lnTo>
                    <a:pt x="7772041" y="54686"/>
                  </a:lnTo>
                  <a:lnTo>
                    <a:pt x="7772199" y="54686"/>
                  </a:lnTo>
                  <a:lnTo>
                    <a:pt x="7772356" y="54686"/>
                  </a:lnTo>
                  <a:lnTo>
                    <a:pt x="7772514" y="54686"/>
                  </a:lnTo>
                  <a:lnTo>
                    <a:pt x="7772672" y="54686"/>
                  </a:lnTo>
                  <a:lnTo>
                    <a:pt x="7772829" y="54686"/>
                  </a:lnTo>
                  <a:lnTo>
                    <a:pt x="7772987" y="54686"/>
                  </a:lnTo>
                  <a:lnTo>
                    <a:pt x="7773145" y="54686"/>
                  </a:lnTo>
                  <a:lnTo>
                    <a:pt x="7773303" y="54686"/>
                  </a:lnTo>
                  <a:lnTo>
                    <a:pt x="7773460" y="54686"/>
                  </a:lnTo>
                  <a:lnTo>
                    <a:pt x="7773618" y="54686"/>
                  </a:lnTo>
                  <a:lnTo>
                    <a:pt x="7773776" y="54686"/>
                  </a:lnTo>
                  <a:lnTo>
                    <a:pt x="7773933" y="54686"/>
                  </a:lnTo>
                  <a:lnTo>
                    <a:pt x="7774091" y="54686"/>
                  </a:lnTo>
                  <a:lnTo>
                    <a:pt x="7774249" y="54686"/>
                  </a:lnTo>
                  <a:lnTo>
                    <a:pt x="7774407" y="54686"/>
                  </a:lnTo>
                  <a:lnTo>
                    <a:pt x="7774564" y="54686"/>
                  </a:lnTo>
                  <a:lnTo>
                    <a:pt x="7774722" y="54686"/>
                  </a:lnTo>
                  <a:lnTo>
                    <a:pt x="7774880" y="54686"/>
                  </a:lnTo>
                  <a:lnTo>
                    <a:pt x="7775037" y="54686"/>
                  </a:lnTo>
                  <a:lnTo>
                    <a:pt x="7775195" y="54686"/>
                  </a:lnTo>
                  <a:lnTo>
                    <a:pt x="7775353" y="54686"/>
                  </a:lnTo>
                  <a:lnTo>
                    <a:pt x="7775511" y="54686"/>
                  </a:lnTo>
                  <a:lnTo>
                    <a:pt x="7775668" y="54686"/>
                  </a:lnTo>
                  <a:lnTo>
                    <a:pt x="7775826" y="54686"/>
                  </a:lnTo>
                  <a:lnTo>
                    <a:pt x="7775984" y="54686"/>
                  </a:lnTo>
                  <a:lnTo>
                    <a:pt x="7775984" y="54255"/>
                  </a:lnTo>
                  <a:lnTo>
                    <a:pt x="7776141" y="54255"/>
                  </a:lnTo>
                  <a:lnTo>
                    <a:pt x="7776141" y="53825"/>
                  </a:lnTo>
                  <a:lnTo>
                    <a:pt x="7776299" y="53825"/>
                  </a:lnTo>
                  <a:lnTo>
                    <a:pt x="7776457" y="53825"/>
                  </a:lnTo>
                  <a:lnTo>
                    <a:pt x="7776615" y="53825"/>
                  </a:lnTo>
                  <a:lnTo>
                    <a:pt x="7776772" y="53825"/>
                  </a:lnTo>
                  <a:lnTo>
                    <a:pt x="7776930" y="53825"/>
                  </a:lnTo>
                  <a:lnTo>
                    <a:pt x="7777088" y="53825"/>
                  </a:lnTo>
                  <a:lnTo>
                    <a:pt x="7777246" y="53825"/>
                  </a:lnTo>
                  <a:lnTo>
                    <a:pt x="7777403" y="53825"/>
                  </a:lnTo>
                  <a:lnTo>
                    <a:pt x="7777561" y="53825"/>
                  </a:lnTo>
                  <a:lnTo>
                    <a:pt x="7777719" y="53825"/>
                  </a:lnTo>
                  <a:lnTo>
                    <a:pt x="7777876" y="53825"/>
                  </a:lnTo>
                  <a:lnTo>
                    <a:pt x="7777876" y="53394"/>
                  </a:lnTo>
                  <a:lnTo>
                    <a:pt x="7778034" y="53394"/>
                  </a:lnTo>
                  <a:lnTo>
                    <a:pt x="7778192" y="53394"/>
                  </a:lnTo>
                  <a:lnTo>
                    <a:pt x="7778350" y="53394"/>
                  </a:lnTo>
                  <a:lnTo>
                    <a:pt x="7778507" y="53394"/>
                  </a:lnTo>
                  <a:lnTo>
                    <a:pt x="7778665" y="53394"/>
                  </a:lnTo>
                  <a:lnTo>
                    <a:pt x="7778823" y="53394"/>
                  </a:lnTo>
                  <a:lnTo>
                    <a:pt x="7778980" y="53394"/>
                  </a:lnTo>
                  <a:lnTo>
                    <a:pt x="7779138" y="53394"/>
                  </a:lnTo>
                  <a:lnTo>
                    <a:pt x="7779296" y="53394"/>
                  </a:lnTo>
                  <a:lnTo>
                    <a:pt x="7779454" y="53394"/>
                  </a:lnTo>
                  <a:lnTo>
                    <a:pt x="7779611" y="53394"/>
                  </a:lnTo>
                  <a:lnTo>
                    <a:pt x="7779769" y="53394"/>
                  </a:lnTo>
                  <a:lnTo>
                    <a:pt x="7779927" y="53394"/>
                  </a:lnTo>
                  <a:lnTo>
                    <a:pt x="7780084" y="53394"/>
                  </a:lnTo>
                  <a:lnTo>
                    <a:pt x="7780242" y="53394"/>
                  </a:lnTo>
                  <a:lnTo>
                    <a:pt x="7780400" y="53394"/>
                  </a:lnTo>
                  <a:lnTo>
                    <a:pt x="7780558" y="53394"/>
                  </a:lnTo>
                  <a:lnTo>
                    <a:pt x="7780715" y="53394"/>
                  </a:lnTo>
                  <a:lnTo>
                    <a:pt x="7780873" y="53394"/>
                  </a:lnTo>
                  <a:lnTo>
                    <a:pt x="7781031" y="53394"/>
                  </a:lnTo>
                  <a:lnTo>
                    <a:pt x="7781188" y="53394"/>
                  </a:lnTo>
                  <a:lnTo>
                    <a:pt x="7781346" y="53394"/>
                  </a:lnTo>
                  <a:lnTo>
                    <a:pt x="7781504" y="53394"/>
                  </a:lnTo>
                  <a:lnTo>
                    <a:pt x="7781662" y="53394"/>
                  </a:lnTo>
                  <a:lnTo>
                    <a:pt x="7781819" y="53394"/>
                  </a:lnTo>
                  <a:lnTo>
                    <a:pt x="7781977" y="53394"/>
                  </a:lnTo>
                  <a:lnTo>
                    <a:pt x="7782135" y="53394"/>
                  </a:lnTo>
                  <a:lnTo>
                    <a:pt x="7782293" y="53394"/>
                  </a:lnTo>
                  <a:lnTo>
                    <a:pt x="7782450" y="53394"/>
                  </a:lnTo>
                  <a:lnTo>
                    <a:pt x="7782608" y="53394"/>
                  </a:lnTo>
                  <a:lnTo>
                    <a:pt x="7782766" y="53394"/>
                  </a:lnTo>
                  <a:lnTo>
                    <a:pt x="7782923" y="53394"/>
                  </a:lnTo>
                  <a:lnTo>
                    <a:pt x="7783081" y="53394"/>
                  </a:lnTo>
                  <a:lnTo>
                    <a:pt x="7783239" y="53394"/>
                  </a:lnTo>
                  <a:lnTo>
                    <a:pt x="7783397" y="53394"/>
                  </a:lnTo>
                  <a:lnTo>
                    <a:pt x="7783554" y="53394"/>
                  </a:lnTo>
                  <a:lnTo>
                    <a:pt x="7783712" y="53394"/>
                  </a:lnTo>
                  <a:lnTo>
                    <a:pt x="7783870" y="53394"/>
                  </a:lnTo>
                  <a:lnTo>
                    <a:pt x="7784027" y="53394"/>
                  </a:lnTo>
                  <a:lnTo>
                    <a:pt x="7784185" y="53394"/>
                  </a:lnTo>
                  <a:lnTo>
                    <a:pt x="7784343" y="53394"/>
                  </a:lnTo>
                  <a:lnTo>
                    <a:pt x="7784343" y="52963"/>
                  </a:lnTo>
                  <a:lnTo>
                    <a:pt x="7784501" y="52963"/>
                  </a:lnTo>
                  <a:lnTo>
                    <a:pt x="7784658" y="52963"/>
                  </a:lnTo>
                  <a:lnTo>
                    <a:pt x="7784816" y="52963"/>
                  </a:lnTo>
                  <a:lnTo>
                    <a:pt x="7784974" y="52963"/>
                  </a:lnTo>
                  <a:lnTo>
                    <a:pt x="7785131" y="52963"/>
                  </a:lnTo>
                  <a:lnTo>
                    <a:pt x="7785289" y="52963"/>
                  </a:lnTo>
                  <a:lnTo>
                    <a:pt x="7785447" y="52963"/>
                  </a:lnTo>
                  <a:lnTo>
                    <a:pt x="7785447" y="52533"/>
                  </a:lnTo>
                  <a:lnTo>
                    <a:pt x="7785605" y="52533"/>
                  </a:lnTo>
                  <a:lnTo>
                    <a:pt x="7785762" y="52533"/>
                  </a:lnTo>
                  <a:lnTo>
                    <a:pt x="7785920" y="52533"/>
                  </a:lnTo>
                  <a:lnTo>
                    <a:pt x="7786078" y="52533"/>
                  </a:lnTo>
                  <a:lnTo>
                    <a:pt x="7786235" y="52533"/>
                  </a:lnTo>
                  <a:lnTo>
                    <a:pt x="7786393" y="52533"/>
                  </a:lnTo>
                  <a:lnTo>
                    <a:pt x="7786551" y="52533"/>
                  </a:lnTo>
                  <a:lnTo>
                    <a:pt x="7786709" y="52533"/>
                  </a:lnTo>
                  <a:lnTo>
                    <a:pt x="7786866" y="52533"/>
                  </a:lnTo>
                  <a:lnTo>
                    <a:pt x="7787024" y="52533"/>
                  </a:lnTo>
                  <a:lnTo>
                    <a:pt x="7787182" y="52533"/>
                  </a:lnTo>
                  <a:lnTo>
                    <a:pt x="7787339" y="52533"/>
                  </a:lnTo>
                  <a:lnTo>
                    <a:pt x="7787497" y="52533"/>
                  </a:lnTo>
                  <a:lnTo>
                    <a:pt x="7787655" y="52533"/>
                  </a:lnTo>
                  <a:lnTo>
                    <a:pt x="7787813" y="52533"/>
                  </a:lnTo>
                  <a:lnTo>
                    <a:pt x="7787970" y="52533"/>
                  </a:lnTo>
                  <a:lnTo>
                    <a:pt x="7788128" y="52533"/>
                  </a:lnTo>
                  <a:lnTo>
                    <a:pt x="7788286" y="52533"/>
                  </a:lnTo>
                  <a:lnTo>
                    <a:pt x="7788444" y="52533"/>
                  </a:lnTo>
                  <a:lnTo>
                    <a:pt x="7788601" y="52533"/>
                  </a:lnTo>
                  <a:lnTo>
                    <a:pt x="7788759" y="52533"/>
                  </a:lnTo>
                  <a:lnTo>
                    <a:pt x="7788917" y="52533"/>
                  </a:lnTo>
                  <a:lnTo>
                    <a:pt x="7789074" y="52533"/>
                  </a:lnTo>
                  <a:lnTo>
                    <a:pt x="7789232" y="52533"/>
                  </a:lnTo>
                  <a:lnTo>
                    <a:pt x="7789390" y="52533"/>
                  </a:lnTo>
                  <a:lnTo>
                    <a:pt x="7789548" y="52533"/>
                  </a:lnTo>
                  <a:lnTo>
                    <a:pt x="7789705" y="52533"/>
                  </a:lnTo>
                  <a:lnTo>
                    <a:pt x="7789863" y="52533"/>
                  </a:lnTo>
                  <a:lnTo>
                    <a:pt x="7790021" y="52533"/>
                  </a:lnTo>
                  <a:lnTo>
                    <a:pt x="7790178" y="52533"/>
                  </a:lnTo>
                  <a:lnTo>
                    <a:pt x="7790336" y="52533"/>
                  </a:lnTo>
                  <a:lnTo>
                    <a:pt x="7790494" y="52533"/>
                  </a:lnTo>
                  <a:lnTo>
                    <a:pt x="7790652" y="52533"/>
                  </a:lnTo>
                  <a:lnTo>
                    <a:pt x="7790809" y="52533"/>
                  </a:lnTo>
                  <a:lnTo>
                    <a:pt x="7790967" y="52533"/>
                  </a:lnTo>
                  <a:lnTo>
                    <a:pt x="7791125" y="52533"/>
                  </a:lnTo>
                  <a:lnTo>
                    <a:pt x="7791282" y="52533"/>
                  </a:lnTo>
                  <a:lnTo>
                    <a:pt x="7791282" y="52102"/>
                  </a:lnTo>
                  <a:lnTo>
                    <a:pt x="7791440" y="52102"/>
                  </a:lnTo>
                  <a:lnTo>
                    <a:pt x="7791598" y="52102"/>
                  </a:lnTo>
                  <a:lnTo>
                    <a:pt x="7791756" y="52102"/>
                  </a:lnTo>
                  <a:lnTo>
                    <a:pt x="7791913" y="52102"/>
                  </a:lnTo>
                  <a:lnTo>
                    <a:pt x="7792071" y="52102"/>
                  </a:lnTo>
                  <a:lnTo>
                    <a:pt x="7792229" y="52102"/>
                  </a:lnTo>
                  <a:lnTo>
                    <a:pt x="7792386" y="52102"/>
                  </a:lnTo>
                  <a:lnTo>
                    <a:pt x="7792544" y="52102"/>
                  </a:lnTo>
                  <a:lnTo>
                    <a:pt x="7792702" y="52102"/>
                  </a:lnTo>
                  <a:lnTo>
                    <a:pt x="7792860" y="52102"/>
                  </a:lnTo>
                  <a:lnTo>
                    <a:pt x="7793017" y="52102"/>
                  </a:lnTo>
                  <a:lnTo>
                    <a:pt x="7793175" y="52102"/>
                  </a:lnTo>
                  <a:lnTo>
                    <a:pt x="7793333" y="52102"/>
                  </a:lnTo>
                  <a:lnTo>
                    <a:pt x="7793491" y="52102"/>
                  </a:lnTo>
                  <a:lnTo>
                    <a:pt x="7793648" y="52102"/>
                  </a:lnTo>
                  <a:lnTo>
                    <a:pt x="7793806" y="52102"/>
                  </a:lnTo>
                  <a:lnTo>
                    <a:pt x="7793964" y="52102"/>
                  </a:lnTo>
                  <a:lnTo>
                    <a:pt x="7794121" y="52102"/>
                  </a:lnTo>
                  <a:lnTo>
                    <a:pt x="7794279" y="52102"/>
                  </a:lnTo>
                  <a:lnTo>
                    <a:pt x="7794437" y="52102"/>
                  </a:lnTo>
                  <a:lnTo>
                    <a:pt x="7794595" y="52102"/>
                  </a:lnTo>
                  <a:lnTo>
                    <a:pt x="7794752" y="52102"/>
                  </a:lnTo>
                  <a:lnTo>
                    <a:pt x="7794910" y="52102"/>
                  </a:lnTo>
                  <a:lnTo>
                    <a:pt x="7795068" y="52102"/>
                  </a:lnTo>
                  <a:lnTo>
                    <a:pt x="7795225" y="52102"/>
                  </a:lnTo>
                  <a:lnTo>
                    <a:pt x="7795383" y="52102"/>
                  </a:lnTo>
                  <a:lnTo>
                    <a:pt x="7795541" y="52102"/>
                  </a:lnTo>
                  <a:lnTo>
                    <a:pt x="7795699" y="52102"/>
                  </a:lnTo>
                  <a:lnTo>
                    <a:pt x="7795856" y="52102"/>
                  </a:lnTo>
                  <a:lnTo>
                    <a:pt x="7796014" y="52102"/>
                  </a:lnTo>
                  <a:lnTo>
                    <a:pt x="7796172" y="52102"/>
                  </a:lnTo>
                  <a:lnTo>
                    <a:pt x="7796329" y="52102"/>
                  </a:lnTo>
                  <a:lnTo>
                    <a:pt x="7796487" y="52102"/>
                  </a:lnTo>
                  <a:lnTo>
                    <a:pt x="7796487" y="51672"/>
                  </a:lnTo>
                  <a:lnTo>
                    <a:pt x="7796645" y="51672"/>
                  </a:lnTo>
                  <a:lnTo>
                    <a:pt x="7796803" y="51672"/>
                  </a:lnTo>
                  <a:lnTo>
                    <a:pt x="7796960" y="51672"/>
                  </a:lnTo>
                  <a:lnTo>
                    <a:pt x="7797118" y="51672"/>
                  </a:lnTo>
                  <a:lnTo>
                    <a:pt x="7797276" y="51672"/>
                  </a:lnTo>
                  <a:lnTo>
                    <a:pt x="7797433" y="51672"/>
                  </a:lnTo>
                  <a:lnTo>
                    <a:pt x="7797591" y="51672"/>
                  </a:lnTo>
                  <a:lnTo>
                    <a:pt x="7797749" y="51672"/>
                  </a:lnTo>
                  <a:lnTo>
                    <a:pt x="7797907" y="51672"/>
                  </a:lnTo>
                  <a:lnTo>
                    <a:pt x="7798064" y="51672"/>
                  </a:lnTo>
                  <a:lnTo>
                    <a:pt x="7798222" y="51672"/>
                  </a:lnTo>
                  <a:lnTo>
                    <a:pt x="7798380" y="51672"/>
                  </a:lnTo>
                  <a:lnTo>
                    <a:pt x="7798537" y="51672"/>
                  </a:lnTo>
                  <a:lnTo>
                    <a:pt x="7798695" y="51672"/>
                  </a:lnTo>
                  <a:lnTo>
                    <a:pt x="7798853" y="51672"/>
                  </a:lnTo>
                  <a:lnTo>
                    <a:pt x="7799011" y="51672"/>
                  </a:lnTo>
                  <a:lnTo>
                    <a:pt x="7799168" y="51672"/>
                  </a:lnTo>
                  <a:lnTo>
                    <a:pt x="7799326" y="51672"/>
                  </a:lnTo>
                  <a:lnTo>
                    <a:pt x="7799484" y="51672"/>
                  </a:lnTo>
                  <a:lnTo>
                    <a:pt x="7799642" y="51672"/>
                  </a:lnTo>
                  <a:lnTo>
                    <a:pt x="7799799" y="51672"/>
                  </a:lnTo>
                  <a:lnTo>
                    <a:pt x="7799957" y="51672"/>
                  </a:lnTo>
                  <a:lnTo>
                    <a:pt x="7800115" y="51672"/>
                  </a:lnTo>
                  <a:lnTo>
                    <a:pt x="7800272" y="51672"/>
                  </a:lnTo>
                  <a:lnTo>
                    <a:pt x="7800430" y="51672"/>
                  </a:lnTo>
                  <a:lnTo>
                    <a:pt x="7800588" y="51672"/>
                  </a:lnTo>
                  <a:lnTo>
                    <a:pt x="7800746" y="51672"/>
                  </a:lnTo>
                  <a:lnTo>
                    <a:pt x="7800746" y="51241"/>
                  </a:lnTo>
                  <a:lnTo>
                    <a:pt x="7800903" y="51241"/>
                  </a:lnTo>
                  <a:lnTo>
                    <a:pt x="7801061" y="51241"/>
                  </a:lnTo>
                  <a:lnTo>
                    <a:pt x="7801219" y="51241"/>
                  </a:lnTo>
                  <a:lnTo>
                    <a:pt x="7801376" y="51241"/>
                  </a:lnTo>
                  <a:lnTo>
                    <a:pt x="7801534" y="51241"/>
                  </a:lnTo>
                  <a:lnTo>
                    <a:pt x="7801692" y="51241"/>
                  </a:lnTo>
                  <a:lnTo>
                    <a:pt x="7801850" y="51241"/>
                  </a:lnTo>
                  <a:lnTo>
                    <a:pt x="7802007" y="51241"/>
                  </a:lnTo>
                  <a:lnTo>
                    <a:pt x="7802165" y="51241"/>
                  </a:lnTo>
                  <a:lnTo>
                    <a:pt x="7802323" y="51241"/>
                  </a:lnTo>
                  <a:lnTo>
                    <a:pt x="7802480" y="51241"/>
                  </a:lnTo>
                  <a:lnTo>
                    <a:pt x="7802638" y="51241"/>
                  </a:lnTo>
                  <a:lnTo>
                    <a:pt x="7802796" y="51241"/>
                  </a:lnTo>
                  <a:lnTo>
                    <a:pt x="7802954" y="51241"/>
                  </a:lnTo>
                  <a:lnTo>
                    <a:pt x="7803111" y="51241"/>
                  </a:lnTo>
                  <a:lnTo>
                    <a:pt x="7803269" y="51241"/>
                  </a:lnTo>
                  <a:lnTo>
                    <a:pt x="7803427" y="51241"/>
                  </a:lnTo>
                  <a:lnTo>
                    <a:pt x="7803584" y="51241"/>
                  </a:lnTo>
                  <a:lnTo>
                    <a:pt x="7803742" y="51241"/>
                  </a:lnTo>
                  <a:lnTo>
                    <a:pt x="7803900" y="51241"/>
                  </a:lnTo>
                  <a:lnTo>
                    <a:pt x="7804058" y="51241"/>
                  </a:lnTo>
                  <a:lnTo>
                    <a:pt x="7804215" y="51241"/>
                  </a:lnTo>
                  <a:lnTo>
                    <a:pt x="7804373" y="51241"/>
                  </a:lnTo>
                  <a:lnTo>
                    <a:pt x="7804531" y="51241"/>
                  </a:lnTo>
                  <a:lnTo>
                    <a:pt x="7804688" y="51241"/>
                  </a:lnTo>
                  <a:lnTo>
                    <a:pt x="7804846" y="51241"/>
                  </a:lnTo>
                  <a:lnTo>
                    <a:pt x="7805004" y="51241"/>
                  </a:lnTo>
                  <a:lnTo>
                    <a:pt x="7805162" y="51241"/>
                  </a:lnTo>
                  <a:lnTo>
                    <a:pt x="7805319" y="51241"/>
                  </a:lnTo>
                  <a:lnTo>
                    <a:pt x="7805477" y="51241"/>
                  </a:lnTo>
                  <a:lnTo>
                    <a:pt x="7805635" y="51241"/>
                  </a:lnTo>
                  <a:lnTo>
                    <a:pt x="7805793" y="51241"/>
                  </a:lnTo>
                  <a:lnTo>
                    <a:pt x="7805950" y="51241"/>
                  </a:lnTo>
                  <a:lnTo>
                    <a:pt x="7806108" y="51241"/>
                  </a:lnTo>
                  <a:lnTo>
                    <a:pt x="7806266" y="51241"/>
                  </a:lnTo>
                  <a:lnTo>
                    <a:pt x="7806423" y="51241"/>
                  </a:lnTo>
                  <a:lnTo>
                    <a:pt x="7806581" y="51241"/>
                  </a:lnTo>
                  <a:lnTo>
                    <a:pt x="7806739" y="51241"/>
                  </a:lnTo>
                  <a:lnTo>
                    <a:pt x="7806897" y="51241"/>
                  </a:lnTo>
                  <a:lnTo>
                    <a:pt x="7807054" y="51241"/>
                  </a:lnTo>
                  <a:lnTo>
                    <a:pt x="7807212" y="51241"/>
                  </a:lnTo>
                  <a:lnTo>
                    <a:pt x="7807370" y="51241"/>
                  </a:lnTo>
                  <a:lnTo>
                    <a:pt x="7807527" y="51241"/>
                  </a:lnTo>
                  <a:lnTo>
                    <a:pt x="7807685" y="51241"/>
                  </a:lnTo>
                  <a:lnTo>
                    <a:pt x="7807843" y="51241"/>
                  </a:lnTo>
                  <a:lnTo>
                    <a:pt x="7808001" y="51241"/>
                  </a:lnTo>
                  <a:lnTo>
                    <a:pt x="7808158" y="51241"/>
                  </a:lnTo>
                  <a:lnTo>
                    <a:pt x="7808316" y="51241"/>
                  </a:lnTo>
                  <a:lnTo>
                    <a:pt x="7808474" y="51241"/>
                  </a:lnTo>
                  <a:lnTo>
                    <a:pt x="7808631" y="51241"/>
                  </a:lnTo>
                  <a:lnTo>
                    <a:pt x="7808789" y="51241"/>
                  </a:lnTo>
                  <a:lnTo>
                    <a:pt x="7808947" y="51241"/>
                  </a:lnTo>
                  <a:lnTo>
                    <a:pt x="7809105" y="51241"/>
                  </a:lnTo>
                  <a:lnTo>
                    <a:pt x="7809262" y="51241"/>
                  </a:lnTo>
                  <a:lnTo>
                    <a:pt x="7809420" y="51241"/>
                  </a:lnTo>
                  <a:lnTo>
                    <a:pt x="7809578" y="51241"/>
                  </a:lnTo>
                  <a:lnTo>
                    <a:pt x="7809735" y="51241"/>
                  </a:lnTo>
                  <a:lnTo>
                    <a:pt x="7809893" y="51241"/>
                  </a:lnTo>
                  <a:lnTo>
                    <a:pt x="7810051" y="51241"/>
                  </a:lnTo>
                  <a:lnTo>
                    <a:pt x="7810209" y="51241"/>
                  </a:lnTo>
                  <a:lnTo>
                    <a:pt x="7810366" y="51241"/>
                  </a:lnTo>
                  <a:lnTo>
                    <a:pt x="7810524" y="51241"/>
                  </a:lnTo>
                  <a:lnTo>
                    <a:pt x="7810682" y="51241"/>
                  </a:lnTo>
                  <a:lnTo>
                    <a:pt x="7810840" y="51241"/>
                  </a:lnTo>
                  <a:lnTo>
                    <a:pt x="7810997" y="51241"/>
                  </a:lnTo>
                  <a:lnTo>
                    <a:pt x="7811155" y="51241"/>
                  </a:lnTo>
                  <a:lnTo>
                    <a:pt x="7811313" y="51241"/>
                  </a:lnTo>
                  <a:lnTo>
                    <a:pt x="7811470" y="51241"/>
                  </a:lnTo>
                  <a:lnTo>
                    <a:pt x="7811628" y="51241"/>
                  </a:lnTo>
                  <a:lnTo>
                    <a:pt x="7811786" y="51241"/>
                  </a:lnTo>
                  <a:lnTo>
                    <a:pt x="7811944" y="51241"/>
                  </a:lnTo>
                  <a:lnTo>
                    <a:pt x="7812101" y="51241"/>
                  </a:lnTo>
                  <a:lnTo>
                    <a:pt x="7812259" y="51241"/>
                  </a:lnTo>
                  <a:lnTo>
                    <a:pt x="7812417" y="51241"/>
                  </a:lnTo>
                  <a:lnTo>
                    <a:pt x="7812574" y="51241"/>
                  </a:lnTo>
                  <a:lnTo>
                    <a:pt x="7812732" y="51241"/>
                  </a:lnTo>
                  <a:lnTo>
                    <a:pt x="7812890" y="51241"/>
                  </a:lnTo>
                  <a:lnTo>
                    <a:pt x="7813048" y="51241"/>
                  </a:lnTo>
                  <a:lnTo>
                    <a:pt x="7813205" y="51241"/>
                  </a:lnTo>
                  <a:lnTo>
                    <a:pt x="7813363" y="51241"/>
                  </a:lnTo>
                  <a:lnTo>
                    <a:pt x="7813521" y="51241"/>
                  </a:lnTo>
                  <a:lnTo>
                    <a:pt x="7813678" y="51241"/>
                  </a:lnTo>
                  <a:lnTo>
                    <a:pt x="7813836" y="51241"/>
                  </a:lnTo>
                  <a:lnTo>
                    <a:pt x="7813994" y="51241"/>
                  </a:lnTo>
                  <a:lnTo>
                    <a:pt x="7813994" y="50810"/>
                  </a:lnTo>
                  <a:lnTo>
                    <a:pt x="7814152" y="50810"/>
                  </a:lnTo>
                  <a:lnTo>
                    <a:pt x="7814309" y="50810"/>
                  </a:lnTo>
                  <a:lnTo>
                    <a:pt x="7814467" y="50810"/>
                  </a:lnTo>
                  <a:lnTo>
                    <a:pt x="7814625" y="50810"/>
                  </a:lnTo>
                  <a:lnTo>
                    <a:pt x="7814782" y="50810"/>
                  </a:lnTo>
                  <a:lnTo>
                    <a:pt x="7814782" y="50380"/>
                  </a:lnTo>
                  <a:lnTo>
                    <a:pt x="7814940" y="50380"/>
                  </a:lnTo>
                  <a:lnTo>
                    <a:pt x="7815098" y="50380"/>
                  </a:lnTo>
                  <a:lnTo>
                    <a:pt x="7815256" y="50380"/>
                  </a:lnTo>
                  <a:lnTo>
                    <a:pt x="7815256" y="49949"/>
                  </a:lnTo>
                  <a:lnTo>
                    <a:pt x="7815413" y="49949"/>
                  </a:lnTo>
                  <a:lnTo>
                    <a:pt x="7815571" y="49949"/>
                  </a:lnTo>
                  <a:lnTo>
                    <a:pt x="7815729" y="49949"/>
                  </a:lnTo>
                  <a:lnTo>
                    <a:pt x="7815886" y="49949"/>
                  </a:lnTo>
                  <a:lnTo>
                    <a:pt x="7816044" y="49949"/>
                  </a:lnTo>
                  <a:lnTo>
                    <a:pt x="7816044" y="49519"/>
                  </a:lnTo>
                  <a:lnTo>
                    <a:pt x="7816202" y="49519"/>
                  </a:lnTo>
                  <a:lnTo>
                    <a:pt x="7816360" y="49519"/>
                  </a:lnTo>
                  <a:lnTo>
                    <a:pt x="7816517" y="49519"/>
                  </a:lnTo>
                  <a:lnTo>
                    <a:pt x="7816675" y="49519"/>
                  </a:lnTo>
                  <a:lnTo>
                    <a:pt x="7816833" y="49519"/>
                  </a:lnTo>
                  <a:lnTo>
                    <a:pt x="7816991" y="49519"/>
                  </a:lnTo>
                  <a:lnTo>
                    <a:pt x="7817148" y="49519"/>
                  </a:lnTo>
                  <a:lnTo>
                    <a:pt x="7817306" y="49519"/>
                  </a:lnTo>
                  <a:lnTo>
                    <a:pt x="7817464" y="49519"/>
                  </a:lnTo>
                  <a:lnTo>
                    <a:pt x="7817621" y="49519"/>
                  </a:lnTo>
                  <a:lnTo>
                    <a:pt x="7817779" y="49519"/>
                  </a:lnTo>
                  <a:lnTo>
                    <a:pt x="7817937" y="49519"/>
                  </a:lnTo>
                  <a:lnTo>
                    <a:pt x="7818095" y="49519"/>
                  </a:lnTo>
                  <a:lnTo>
                    <a:pt x="7818252" y="49519"/>
                  </a:lnTo>
                  <a:lnTo>
                    <a:pt x="7818410" y="49519"/>
                  </a:lnTo>
                  <a:lnTo>
                    <a:pt x="7818568" y="49519"/>
                  </a:lnTo>
                  <a:lnTo>
                    <a:pt x="7818725" y="49519"/>
                  </a:lnTo>
                  <a:lnTo>
                    <a:pt x="7818883" y="49519"/>
                  </a:lnTo>
                  <a:lnTo>
                    <a:pt x="7819041" y="49519"/>
                  </a:lnTo>
                  <a:lnTo>
                    <a:pt x="7819199" y="49519"/>
                  </a:lnTo>
                  <a:lnTo>
                    <a:pt x="7819356" y="49519"/>
                  </a:lnTo>
                  <a:lnTo>
                    <a:pt x="7819514" y="49519"/>
                  </a:lnTo>
                  <a:lnTo>
                    <a:pt x="7819672" y="49519"/>
                  </a:lnTo>
                  <a:lnTo>
                    <a:pt x="7819829" y="49519"/>
                  </a:lnTo>
                  <a:lnTo>
                    <a:pt x="7819987" y="49519"/>
                  </a:lnTo>
                  <a:lnTo>
                    <a:pt x="7820145" y="49519"/>
                  </a:lnTo>
                  <a:lnTo>
                    <a:pt x="7820303" y="49519"/>
                  </a:lnTo>
                  <a:lnTo>
                    <a:pt x="7820460" y="49519"/>
                  </a:lnTo>
                  <a:lnTo>
                    <a:pt x="7820618" y="49519"/>
                  </a:lnTo>
                  <a:lnTo>
                    <a:pt x="7820618" y="49088"/>
                  </a:lnTo>
                  <a:lnTo>
                    <a:pt x="7820776" y="49088"/>
                  </a:lnTo>
                  <a:lnTo>
                    <a:pt x="7820933" y="49088"/>
                  </a:lnTo>
                  <a:lnTo>
                    <a:pt x="7821091" y="49088"/>
                  </a:lnTo>
                  <a:lnTo>
                    <a:pt x="7821249" y="49088"/>
                  </a:lnTo>
                  <a:lnTo>
                    <a:pt x="7821407" y="49088"/>
                  </a:lnTo>
                  <a:lnTo>
                    <a:pt x="7821564" y="49088"/>
                  </a:lnTo>
                  <a:lnTo>
                    <a:pt x="7821722" y="49088"/>
                  </a:lnTo>
                  <a:lnTo>
                    <a:pt x="7821880" y="49088"/>
                  </a:lnTo>
                  <a:lnTo>
                    <a:pt x="7822038" y="49088"/>
                  </a:lnTo>
                  <a:lnTo>
                    <a:pt x="7822195" y="49088"/>
                  </a:lnTo>
                  <a:lnTo>
                    <a:pt x="7822353" y="49088"/>
                  </a:lnTo>
                  <a:lnTo>
                    <a:pt x="7822511" y="49088"/>
                  </a:lnTo>
                  <a:lnTo>
                    <a:pt x="7822668" y="49088"/>
                  </a:lnTo>
                  <a:lnTo>
                    <a:pt x="7822826" y="49088"/>
                  </a:lnTo>
                  <a:lnTo>
                    <a:pt x="7822984" y="49088"/>
                  </a:lnTo>
                  <a:lnTo>
                    <a:pt x="7823142" y="49088"/>
                  </a:lnTo>
                  <a:lnTo>
                    <a:pt x="7823299" y="49088"/>
                  </a:lnTo>
                  <a:lnTo>
                    <a:pt x="7823457" y="49088"/>
                  </a:lnTo>
                  <a:lnTo>
                    <a:pt x="7823615" y="49088"/>
                  </a:lnTo>
                  <a:lnTo>
                    <a:pt x="7823772" y="49088"/>
                  </a:lnTo>
                  <a:lnTo>
                    <a:pt x="7823930" y="49088"/>
                  </a:lnTo>
                  <a:lnTo>
                    <a:pt x="7824088" y="49088"/>
                  </a:lnTo>
                  <a:lnTo>
                    <a:pt x="7824246" y="49088"/>
                  </a:lnTo>
                  <a:lnTo>
                    <a:pt x="7824403" y="49088"/>
                  </a:lnTo>
                  <a:lnTo>
                    <a:pt x="7824561" y="49088"/>
                  </a:lnTo>
                  <a:lnTo>
                    <a:pt x="7824719" y="49088"/>
                  </a:lnTo>
                  <a:lnTo>
                    <a:pt x="7824876" y="49088"/>
                  </a:lnTo>
                  <a:lnTo>
                    <a:pt x="7825034" y="49088"/>
                  </a:lnTo>
                  <a:lnTo>
                    <a:pt x="7825192" y="49088"/>
                  </a:lnTo>
                  <a:lnTo>
                    <a:pt x="7825350" y="49088"/>
                  </a:lnTo>
                  <a:lnTo>
                    <a:pt x="7825507" y="49088"/>
                  </a:lnTo>
                  <a:lnTo>
                    <a:pt x="7825665" y="49088"/>
                  </a:lnTo>
                  <a:lnTo>
                    <a:pt x="7825823" y="49088"/>
                  </a:lnTo>
                  <a:lnTo>
                    <a:pt x="7825980" y="49088"/>
                  </a:lnTo>
                  <a:lnTo>
                    <a:pt x="7826138" y="49088"/>
                  </a:lnTo>
                  <a:lnTo>
                    <a:pt x="7826296" y="49088"/>
                  </a:lnTo>
                  <a:lnTo>
                    <a:pt x="7826454" y="49088"/>
                  </a:lnTo>
                  <a:lnTo>
                    <a:pt x="7826611" y="49088"/>
                  </a:lnTo>
                  <a:lnTo>
                    <a:pt x="7826769" y="49088"/>
                  </a:lnTo>
                  <a:lnTo>
                    <a:pt x="7826927" y="49088"/>
                  </a:lnTo>
                  <a:lnTo>
                    <a:pt x="7827084" y="49088"/>
                  </a:lnTo>
                  <a:lnTo>
                    <a:pt x="7827242" y="49088"/>
                  </a:lnTo>
                  <a:lnTo>
                    <a:pt x="7827400" y="49088"/>
                  </a:lnTo>
                  <a:lnTo>
                    <a:pt x="7827558" y="49088"/>
                  </a:lnTo>
                  <a:lnTo>
                    <a:pt x="7827715" y="49088"/>
                  </a:lnTo>
                  <a:lnTo>
                    <a:pt x="7827873" y="49088"/>
                  </a:lnTo>
                  <a:lnTo>
                    <a:pt x="7828031" y="49088"/>
                  </a:lnTo>
                  <a:lnTo>
                    <a:pt x="7828189" y="49088"/>
                  </a:lnTo>
                  <a:lnTo>
                    <a:pt x="7828346" y="49088"/>
                  </a:lnTo>
                  <a:lnTo>
                    <a:pt x="7828504" y="49088"/>
                  </a:lnTo>
                  <a:lnTo>
                    <a:pt x="7828662" y="49088"/>
                  </a:lnTo>
                  <a:lnTo>
                    <a:pt x="7828662" y="48657"/>
                  </a:lnTo>
                  <a:lnTo>
                    <a:pt x="7828819" y="48657"/>
                  </a:lnTo>
                  <a:lnTo>
                    <a:pt x="7828977" y="48657"/>
                  </a:lnTo>
                  <a:lnTo>
                    <a:pt x="7829135" y="48657"/>
                  </a:lnTo>
                  <a:lnTo>
                    <a:pt x="7829293" y="48657"/>
                  </a:lnTo>
                  <a:lnTo>
                    <a:pt x="7829450" y="48657"/>
                  </a:lnTo>
                  <a:lnTo>
                    <a:pt x="7829608" y="48657"/>
                  </a:lnTo>
                  <a:lnTo>
                    <a:pt x="7829766" y="48657"/>
                  </a:lnTo>
                  <a:lnTo>
                    <a:pt x="7829923" y="48657"/>
                  </a:lnTo>
                  <a:lnTo>
                    <a:pt x="7830081" y="48657"/>
                  </a:lnTo>
                  <a:lnTo>
                    <a:pt x="7830239" y="48657"/>
                  </a:lnTo>
                  <a:lnTo>
                    <a:pt x="7830397" y="48657"/>
                  </a:lnTo>
                  <a:lnTo>
                    <a:pt x="7830554" y="48657"/>
                  </a:lnTo>
                  <a:lnTo>
                    <a:pt x="7830712" y="48657"/>
                  </a:lnTo>
                  <a:lnTo>
                    <a:pt x="7830870" y="48657"/>
                  </a:lnTo>
                  <a:lnTo>
                    <a:pt x="7831027" y="48657"/>
                  </a:lnTo>
                  <a:lnTo>
                    <a:pt x="7831185" y="48657"/>
                  </a:lnTo>
                  <a:lnTo>
                    <a:pt x="7831343" y="48657"/>
                  </a:lnTo>
                  <a:lnTo>
                    <a:pt x="7831501" y="48657"/>
                  </a:lnTo>
                  <a:lnTo>
                    <a:pt x="7831501" y="48227"/>
                  </a:lnTo>
                  <a:lnTo>
                    <a:pt x="7831658" y="48227"/>
                  </a:lnTo>
                  <a:lnTo>
                    <a:pt x="7831816" y="48227"/>
                  </a:lnTo>
                  <a:lnTo>
                    <a:pt x="7831974" y="48227"/>
                  </a:lnTo>
                  <a:lnTo>
                    <a:pt x="7832131" y="48227"/>
                  </a:lnTo>
                  <a:lnTo>
                    <a:pt x="7832289" y="48227"/>
                  </a:lnTo>
                  <a:lnTo>
                    <a:pt x="7832447" y="48227"/>
                  </a:lnTo>
                  <a:lnTo>
                    <a:pt x="7832605" y="48227"/>
                  </a:lnTo>
                  <a:lnTo>
                    <a:pt x="7832762" y="48227"/>
                  </a:lnTo>
                  <a:lnTo>
                    <a:pt x="7832920" y="48227"/>
                  </a:lnTo>
                  <a:lnTo>
                    <a:pt x="7833078" y="48227"/>
                  </a:lnTo>
                  <a:lnTo>
                    <a:pt x="7833236" y="48227"/>
                  </a:lnTo>
                  <a:lnTo>
                    <a:pt x="7833393" y="48227"/>
                  </a:lnTo>
                  <a:lnTo>
                    <a:pt x="7833551" y="48227"/>
                  </a:lnTo>
                  <a:lnTo>
                    <a:pt x="7833709" y="48227"/>
                  </a:lnTo>
                  <a:lnTo>
                    <a:pt x="7833866" y="48227"/>
                  </a:lnTo>
                  <a:lnTo>
                    <a:pt x="7834024" y="48227"/>
                  </a:lnTo>
                  <a:lnTo>
                    <a:pt x="7834182" y="48227"/>
                  </a:lnTo>
                  <a:lnTo>
                    <a:pt x="7834340" y="48227"/>
                  </a:lnTo>
                  <a:lnTo>
                    <a:pt x="7834497" y="48227"/>
                  </a:lnTo>
                  <a:lnTo>
                    <a:pt x="7834655" y="48227"/>
                  </a:lnTo>
                  <a:lnTo>
                    <a:pt x="7834813" y="48227"/>
                  </a:lnTo>
                  <a:lnTo>
                    <a:pt x="7834970" y="48227"/>
                  </a:lnTo>
                  <a:lnTo>
                    <a:pt x="7835128" y="48227"/>
                  </a:lnTo>
                  <a:lnTo>
                    <a:pt x="7835286" y="48227"/>
                  </a:lnTo>
                  <a:lnTo>
                    <a:pt x="7835444" y="48227"/>
                  </a:lnTo>
                  <a:lnTo>
                    <a:pt x="7835601" y="48227"/>
                  </a:lnTo>
                  <a:lnTo>
                    <a:pt x="7835759" y="48227"/>
                  </a:lnTo>
                  <a:lnTo>
                    <a:pt x="7835917" y="48227"/>
                  </a:lnTo>
                  <a:lnTo>
                    <a:pt x="7835917" y="47796"/>
                  </a:lnTo>
                  <a:lnTo>
                    <a:pt x="7836074" y="47796"/>
                  </a:lnTo>
                  <a:lnTo>
                    <a:pt x="7836074" y="47366"/>
                  </a:lnTo>
                  <a:lnTo>
                    <a:pt x="7836232" y="47366"/>
                  </a:lnTo>
                  <a:lnTo>
                    <a:pt x="7836390" y="47366"/>
                  </a:lnTo>
                  <a:lnTo>
                    <a:pt x="7836548" y="47366"/>
                  </a:lnTo>
                  <a:lnTo>
                    <a:pt x="7836705" y="47366"/>
                  </a:lnTo>
                  <a:lnTo>
                    <a:pt x="7836863" y="47366"/>
                  </a:lnTo>
                  <a:lnTo>
                    <a:pt x="7837021" y="47366"/>
                  </a:lnTo>
                  <a:lnTo>
                    <a:pt x="7837178" y="47366"/>
                  </a:lnTo>
                  <a:lnTo>
                    <a:pt x="7837336" y="47366"/>
                  </a:lnTo>
                  <a:lnTo>
                    <a:pt x="7837494" y="47366"/>
                  </a:lnTo>
                  <a:lnTo>
                    <a:pt x="7837652" y="47366"/>
                  </a:lnTo>
                  <a:lnTo>
                    <a:pt x="7837809" y="47366"/>
                  </a:lnTo>
                  <a:lnTo>
                    <a:pt x="7837967" y="47366"/>
                  </a:lnTo>
                  <a:lnTo>
                    <a:pt x="7838125" y="47366"/>
                  </a:lnTo>
                  <a:lnTo>
                    <a:pt x="7838282" y="47366"/>
                  </a:lnTo>
                  <a:lnTo>
                    <a:pt x="7838440" y="47366"/>
                  </a:lnTo>
                  <a:lnTo>
                    <a:pt x="7838598" y="47366"/>
                  </a:lnTo>
                  <a:lnTo>
                    <a:pt x="7838756" y="47366"/>
                  </a:lnTo>
                  <a:lnTo>
                    <a:pt x="7838913" y="47366"/>
                  </a:lnTo>
                  <a:lnTo>
                    <a:pt x="7839071" y="47366"/>
                  </a:lnTo>
                  <a:lnTo>
                    <a:pt x="7839229" y="47366"/>
                  </a:lnTo>
                  <a:lnTo>
                    <a:pt x="7839387" y="47366"/>
                  </a:lnTo>
                  <a:lnTo>
                    <a:pt x="7839544" y="47366"/>
                  </a:lnTo>
                  <a:lnTo>
                    <a:pt x="7839702" y="47366"/>
                  </a:lnTo>
                  <a:lnTo>
                    <a:pt x="7839860" y="47366"/>
                  </a:lnTo>
                  <a:lnTo>
                    <a:pt x="7840017" y="47366"/>
                  </a:lnTo>
                  <a:lnTo>
                    <a:pt x="7840175" y="47366"/>
                  </a:lnTo>
                  <a:lnTo>
                    <a:pt x="7840333" y="47366"/>
                  </a:lnTo>
                  <a:lnTo>
                    <a:pt x="7840491" y="47366"/>
                  </a:lnTo>
                  <a:lnTo>
                    <a:pt x="7840648" y="47366"/>
                  </a:lnTo>
                  <a:lnTo>
                    <a:pt x="7840806" y="47366"/>
                  </a:lnTo>
                  <a:lnTo>
                    <a:pt x="7840964" y="47366"/>
                  </a:lnTo>
                  <a:lnTo>
                    <a:pt x="7841121" y="47366"/>
                  </a:lnTo>
                  <a:lnTo>
                    <a:pt x="7841279" y="47366"/>
                  </a:lnTo>
                  <a:lnTo>
                    <a:pt x="7841437" y="47366"/>
                  </a:lnTo>
                  <a:lnTo>
                    <a:pt x="7841595" y="47366"/>
                  </a:lnTo>
                  <a:lnTo>
                    <a:pt x="7841752" y="47366"/>
                  </a:lnTo>
                  <a:lnTo>
                    <a:pt x="7841910" y="47366"/>
                  </a:lnTo>
                  <a:lnTo>
                    <a:pt x="7842068" y="47366"/>
                  </a:lnTo>
                  <a:lnTo>
                    <a:pt x="7842225" y="47366"/>
                  </a:lnTo>
                  <a:lnTo>
                    <a:pt x="7842383" y="47366"/>
                  </a:lnTo>
                  <a:lnTo>
                    <a:pt x="7842541" y="47366"/>
                  </a:lnTo>
                  <a:lnTo>
                    <a:pt x="7842699" y="47366"/>
                  </a:lnTo>
                  <a:lnTo>
                    <a:pt x="7842856" y="47366"/>
                  </a:lnTo>
                  <a:lnTo>
                    <a:pt x="7843014" y="47366"/>
                  </a:lnTo>
                  <a:lnTo>
                    <a:pt x="7843172" y="47366"/>
                  </a:lnTo>
                  <a:lnTo>
                    <a:pt x="7843329" y="47366"/>
                  </a:lnTo>
                  <a:lnTo>
                    <a:pt x="7843487" y="47366"/>
                  </a:lnTo>
                  <a:lnTo>
                    <a:pt x="7843645" y="47366"/>
                  </a:lnTo>
                  <a:lnTo>
                    <a:pt x="7843803" y="47366"/>
                  </a:lnTo>
                  <a:lnTo>
                    <a:pt x="7843960" y="47366"/>
                  </a:lnTo>
                  <a:lnTo>
                    <a:pt x="7844118" y="47366"/>
                  </a:lnTo>
                  <a:lnTo>
                    <a:pt x="7844276" y="47366"/>
                  </a:lnTo>
                  <a:lnTo>
                    <a:pt x="7844276" y="46935"/>
                  </a:lnTo>
                  <a:lnTo>
                    <a:pt x="7844434" y="46935"/>
                  </a:lnTo>
                  <a:lnTo>
                    <a:pt x="7844591" y="46935"/>
                  </a:lnTo>
                  <a:lnTo>
                    <a:pt x="7844749" y="46935"/>
                  </a:lnTo>
                  <a:lnTo>
                    <a:pt x="7844907" y="46935"/>
                  </a:lnTo>
                  <a:lnTo>
                    <a:pt x="7845064" y="46935"/>
                  </a:lnTo>
                  <a:lnTo>
                    <a:pt x="7845222" y="46935"/>
                  </a:lnTo>
                  <a:lnTo>
                    <a:pt x="7845380" y="46935"/>
                  </a:lnTo>
                  <a:lnTo>
                    <a:pt x="7845538" y="46935"/>
                  </a:lnTo>
                  <a:lnTo>
                    <a:pt x="7845695" y="46935"/>
                  </a:lnTo>
                  <a:lnTo>
                    <a:pt x="7845853" y="46935"/>
                  </a:lnTo>
                  <a:lnTo>
                    <a:pt x="7846011" y="46935"/>
                  </a:lnTo>
                  <a:lnTo>
                    <a:pt x="7846168" y="46935"/>
                  </a:lnTo>
                  <a:lnTo>
                    <a:pt x="7846326" y="46935"/>
                  </a:lnTo>
                  <a:lnTo>
                    <a:pt x="7846484" y="46935"/>
                  </a:lnTo>
                  <a:lnTo>
                    <a:pt x="7846642" y="46935"/>
                  </a:lnTo>
                  <a:lnTo>
                    <a:pt x="7846799" y="46935"/>
                  </a:lnTo>
                  <a:lnTo>
                    <a:pt x="7846957" y="46935"/>
                  </a:lnTo>
                  <a:lnTo>
                    <a:pt x="7847115" y="46935"/>
                  </a:lnTo>
                  <a:lnTo>
                    <a:pt x="7847272" y="46935"/>
                  </a:lnTo>
                  <a:lnTo>
                    <a:pt x="7847430" y="46935"/>
                  </a:lnTo>
                  <a:lnTo>
                    <a:pt x="7847588" y="46935"/>
                  </a:lnTo>
                  <a:lnTo>
                    <a:pt x="7847746" y="46935"/>
                  </a:lnTo>
                  <a:lnTo>
                    <a:pt x="7847903" y="46935"/>
                  </a:lnTo>
                  <a:lnTo>
                    <a:pt x="7848061" y="46935"/>
                  </a:lnTo>
                  <a:lnTo>
                    <a:pt x="7848219" y="46935"/>
                  </a:lnTo>
                  <a:lnTo>
                    <a:pt x="7848219" y="46504"/>
                  </a:lnTo>
                  <a:lnTo>
                    <a:pt x="7848376" y="46504"/>
                  </a:lnTo>
                  <a:lnTo>
                    <a:pt x="7848534" y="46504"/>
                  </a:lnTo>
                  <a:lnTo>
                    <a:pt x="7848692" y="46504"/>
                  </a:lnTo>
                  <a:lnTo>
                    <a:pt x="7848850" y="46504"/>
                  </a:lnTo>
                  <a:lnTo>
                    <a:pt x="7849007" y="46504"/>
                  </a:lnTo>
                  <a:lnTo>
                    <a:pt x="7849165" y="46504"/>
                  </a:lnTo>
                  <a:lnTo>
                    <a:pt x="7849323" y="46504"/>
                  </a:lnTo>
                  <a:lnTo>
                    <a:pt x="7849480" y="46504"/>
                  </a:lnTo>
                  <a:lnTo>
                    <a:pt x="7849638" y="46504"/>
                  </a:lnTo>
                  <a:lnTo>
                    <a:pt x="7849796" y="46504"/>
                  </a:lnTo>
                  <a:lnTo>
                    <a:pt x="7849954" y="46504"/>
                  </a:lnTo>
                  <a:lnTo>
                    <a:pt x="7850111" y="46504"/>
                  </a:lnTo>
                  <a:lnTo>
                    <a:pt x="7850269" y="46504"/>
                  </a:lnTo>
                  <a:lnTo>
                    <a:pt x="7850427" y="46504"/>
                  </a:lnTo>
                  <a:lnTo>
                    <a:pt x="7850585" y="46504"/>
                  </a:lnTo>
                  <a:lnTo>
                    <a:pt x="7850742" y="46504"/>
                  </a:lnTo>
                  <a:lnTo>
                    <a:pt x="7850900" y="46504"/>
                  </a:lnTo>
                  <a:lnTo>
                    <a:pt x="7851058" y="46504"/>
                  </a:lnTo>
                  <a:lnTo>
                    <a:pt x="7851215" y="46504"/>
                  </a:lnTo>
                  <a:lnTo>
                    <a:pt x="7851373" y="46504"/>
                  </a:lnTo>
                  <a:lnTo>
                    <a:pt x="7851531" y="46504"/>
                  </a:lnTo>
                  <a:lnTo>
                    <a:pt x="7851689" y="46504"/>
                  </a:lnTo>
                  <a:lnTo>
                    <a:pt x="7851846" y="46504"/>
                  </a:lnTo>
                  <a:lnTo>
                    <a:pt x="7852004" y="46504"/>
                  </a:lnTo>
                  <a:lnTo>
                    <a:pt x="7852162" y="46504"/>
                  </a:lnTo>
                  <a:lnTo>
                    <a:pt x="7852319" y="46504"/>
                  </a:lnTo>
                  <a:lnTo>
                    <a:pt x="7852477" y="46504"/>
                  </a:lnTo>
                  <a:lnTo>
                    <a:pt x="7852635" y="46504"/>
                  </a:lnTo>
                  <a:lnTo>
                    <a:pt x="7852793" y="46504"/>
                  </a:lnTo>
                  <a:lnTo>
                    <a:pt x="7852950" y="46504"/>
                  </a:lnTo>
                  <a:lnTo>
                    <a:pt x="7853108" y="46504"/>
                  </a:lnTo>
                  <a:lnTo>
                    <a:pt x="7853266" y="46504"/>
                  </a:lnTo>
                  <a:lnTo>
                    <a:pt x="7853423" y="46504"/>
                  </a:lnTo>
                  <a:lnTo>
                    <a:pt x="7853423" y="46074"/>
                  </a:lnTo>
                  <a:lnTo>
                    <a:pt x="7853581" y="46074"/>
                  </a:lnTo>
                  <a:lnTo>
                    <a:pt x="7853739" y="46074"/>
                  </a:lnTo>
                  <a:lnTo>
                    <a:pt x="7853897" y="46074"/>
                  </a:lnTo>
                  <a:lnTo>
                    <a:pt x="7853897" y="45643"/>
                  </a:lnTo>
                  <a:lnTo>
                    <a:pt x="7854054" y="45643"/>
                  </a:lnTo>
                  <a:lnTo>
                    <a:pt x="7854212" y="45643"/>
                  </a:lnTo>
                  <a:lnTo>
                    <a:pt x="7854370" y="45643"/>
                  </a:lnTo>
                  <a:lnTo>
                    <a:pt x="7854527" y="45643"/>
                  </a:lnTo>
                  <a:lnTo>
                    <a:pt x="7854685" y="45643"/>
                  </a:lnTo>
                  <a:lnTo>
                    <a:pt x="7854843" y="45643"/>
                  </a:lnTo>
                  <a:lnTo>
                    <a:pt x="7855001" y="45643"/>
                  </a:lnTo>
                  <a:lnTo>
                    <a:pt x="7855158" y="45643"/>
                  </a:lnTo>
                  <a:lnTo>
                    <a:pt x="7855158" y="45213"/>
                  </a:lnTo>
                  <a:lnTo>
                    <a:pt x="7855316" y="45213"/>
                  </a:lnTo>
                  <a:lnTo>
                    <a:pt x="7855474" y="45213"/>
                  </a:lnTo>
                  <a:lnTo>
                    <a:pt x="7855474" y="44782"/>
                  </a:lnTo>
                  <a:lnTo>
                    <a:pt x="7855632" y="44782"/>
                  </a:lnTo>
                  <a:lnTo>
                    <a:pt x="7855789" y="44782"/>
                  </a:lnTo>
                  <a:lnTo>
                    <a:pt x="7855947" y="44782"/>
                  </a:lnTo>
                  <a:lnTo>
                    <a:pt x="7856105" y="44782"/>
                  </a:lnTo>
                  <a:lnTo>
                    <a:pt x="7856262" y="44782"/>
                  </a:lnTo>
                  <a:lnTo>
                    <a:pt x="7856420" y="44782"/>
                  </a:lnTo>
                  <a:lnTo>
                    <a:pt x="7856578" y="44782"/>
                  </a:lnTo>
                  <a:lnTo>
                    <a:pt x="7856736" y="44782"/>
                  </a:lnTo>
                  <a:lnTo>
                    <a:pt x="7856893" y="44782"/>
                  </a:lnTo>
                  <a:lnTo>
                    <a:pt x="7857051" y="44782"/>
                  </a:lnTo>
                  <a:lnTo>
                    <a:pt x="7857209" y="44782"/>
                  </a:lnTo>
                  <a:lnTo>
                    <a:pt x="7857366" y="44782"/>
                  </a:lnTo>
                  <a:lnTo>
                    <a:pt x="7857524" y="44782"/>
                  </a:lnTo>
                  <a:lnTo>
                    <a:pt x="7857682" y="44782"/>
                  </a:lnTo>
                  <a:lnTo>
                    <a:pt x="7857840" y="44782"/>
                  </a:lnTo>
                  <a:lnTo>
                    <a:pt x="7857997" y="44782"/>
                  </a:lnTo>
                  <a:lnTo>
                    <a:pt x="7858155" y="44782"/>
                  </a:lnTo>
                  <a:lnTo>
                    <a:pt x="7858313" y="44782"/>
                  </a:lnTo>
                  <a:lnTo>
                    <a:pt x="7858470" y="44782"/>
                  </a:lnTo>
                  <a:lnTo>
                    <a:pt x="7858628" y="44782"/>
                  </a:lnTo>
                  <a:lnTo>
                    <a:pt x="7858786" y="44782"/>
                  </a:lnTo>
                  <a:lnTo>
                    <a:pt x="7858944" y="44782"/>
                  </a:lnTo>
                  <a:lnTo>
                    <a:pt x="7859101" y="44782"/>
                  </a:lnTo>
                  <a:lnTo>
                    <a:pt x="7859259" y="44782"/>
                  </a:lnTo>
                  <a:lnTo>
                    <a:pt x="7859417" y="44782"/>
                  </a:lnTo>
                  <a:lnTo>
                    <a:pt x="7859574" y="44782"/>
                  </a:lnTo>
                  <a:lnTo>
                    <a:pt x="7859732" y="44782"/>
                  </a:lnTo>
                  <a:lnTo>
                    <a:pt x="7859890" y="44782"/>
                  </a:lnTo>
                  <a:lnTo>
                    <a:pt x="7859890" y="44351"/>
                  </a:lnTo>
                  <a:lnTo>
                    <a:pt x="7860048" y="44351"/>
                  </a:lnTo>
                  <a:lnTo>
                    <a:pt x="7860205" y="44351"/>
                  </a:lnTo>
                  <a:lnTo>
                    <a:pt x="7860363" y="44351"/>
                  </a:lnTo>
                  <a:lnTo>
                    <a:pt x="7860521" y="44351"/>
                  </a:lnTo>
                  <a:lnTo>
                    <a:pt x="7860678" y="44351"/>
                  </a:lnTo>
                  <a:lnTo>
                    <a:pt x="7860836" y="44351"/>
                  </a:lnTo>
                  <a:lnTo>
                    <a:pt x="7860994" y="44351"/>
                  </a:lnTo>
                  <a:lnTo>
                    <a:pt x="7861152" y="44351"/>
                  </a:lnTo>
                  <a:lnTo>
                    <a:pt x="7861309" y="44351"/>
                  </a:lnTo>
                  <a:lnTo>
                    <a:pt x="7861467" y="44351"/>
                  </a:lnTo>
                  <a:lnTo>
                    <a:pt x="7861625" y="44351"/>
                  </a:lnTo>
                  <a:lnTo>
                    <a:pt x="7861783" y="44351"/>
                  </a:lnTo>
                  <a:lnTo>
                    <a:pt x="7861940" y="44351"/>
                  </a:lnTo>
                  <a:lnTo>
                    <a:pt x="7862098" y="44351"/>
                  </a:lnTo>
                  <a:lnTo>
                    <a:pt x="7862256" y="44351"/>
                  </a:lnTo>
                  <a:lnTo>
                    <a:pt x="7862413" y="44351"/>
                  </a:lnTo>
                  <a:lnTo>
                    <a:pt x="7862571" y="44351"/>
                  </a:lnTo>
                  <a:lnTo>
                    <a:pt x="7862729" y="44351"/>
                  </a:lnTo>
                  <a:lnTo>
                    <a:pt x="7862887" y="44351"/>
                  </a:lnTo>
                  <a:lnTo>
                    <a:pt x="7863044" y="44351"/>
                  </a:lnTo>
                  <a:lnTo>
                    <a:pt x="7863202" y="44351"/>
                  </a:lnTo>
                  <a:lnTo>
                    <a:pt x="7863360" y="44351"/>
                  </a:lnTo>
                  <a:lnTo>
                    <a:pt x="7863517" y="44351"/>
                  </a:lnTo>
                  <a:lnTo>
                    <a:pt x="7863675" y="44351"/>
                  </a:lnTo>
                  <a:lnTo>
                    <a:pt x="7863675" y="43921"/>
                  </a:lnTo>
                  <a:lnTo>
                    <a:pt x="7863833" y="43921"/>
                  </a:lnTo>
                  <a:lnTo>
                    <a:pt x="7863991" y="43921"/>
                  </a:lnTo>
                  <a:lnTo>
                    <a:pt x="7864148" y="43921"/>
                  </a:lnTo>
                  <a:lnTo>
                    <a:pt x="7864306" y="43921"/>
                  </a:lnTo>
                  <a:lnTo>
                    <a:pt x="7864464" y="43921"/>
                  </a:lnTo>
                  <a:lnTo>
                    <a:pt x="7864621" y="43921"/>
                  </a:lnTo>
                  <a:lnTo>
                    <a:pt x="7864779" y="43921"/>
                  </a:lnTo>
                  <a:lnTo>
                    <a:pt x="7864937" y="43921"/>
                  </a:lnTo>
                  <a:lnTo>
                    <a:pt x="7865095" y="43921"/>
                  </a:lnTo>
                  <a:lnTo>
                    <a:pt x="7865252" y="43921"/>
                  </a:lnTo>
                  <a:lnTo>
                    <a:pt x="7865410" y="43921"/>
                  </a:lnTo>
                  <a:lnTo>
                    <a:pt x="7865568" y="43921"/>
                  </a:lnTo>
                  <a:lnTo>
                    <a:pt x="7865725" y="43921"/>
                  </a:lnTo>
                  <a:lnTo>
                    <a:pt x="7865883" y="43921"/>
                  </a:lnTo>
                  <a:lnTo>
                    <a:pt x="7866041" y="43921"/>
                  </a:lnTo>
                  <a:lnTo>
                    <a:pt x="7866199" y="43921"/>
                  </a:lnTo>
                  <a:lnTo>
                    <a:pt x="7866356" y="43921"/>
                  </a:lnTo>
                  <a:lnTo>
                    <a:pt x="7866514" y="43921"/>
                  </a:lnTo>
                  <a:lnTo>
                    <a:pt x="7866672" y="43921"/>
                  </a:lnTo>
                  <a:lnTo>
                    <a:pt x="7866830" y="43921"/>
                  </a:lnTo>
                  <a:lnTo>
                    <a:pt x="7866987" y="43921"/>
                  </a:lnTo>
                  <a:lnTo>
                    <a:pt x="7867145" y="43921"/>
                  </a:lnTo>
                  <a:lnTo>
                    <a:pt x="7867303" y="43921"/>
                  </a:lnTo>
                  <a:lnTo>
                    <a:pt x="7867460" y="43921"/>
                  </a:lnTo>
                  <a:lnTo>
                    <a:pt x="7867618" y="43921"/>
                  </a:lnTo>
                  <a:lnTo>
                    <a:pt x="7867776" y="43921"/>
                  </a:lnTo>
                  <a:lnTo>
                    <a:pt x="7867934" y="43921"/>
                  </a:lnTo>
                  <a:lnTo>
                    <a:pt x="7868091" y="43921"/>
                  </a:lnTo>
                  <a:lnTo>
                    <a:pt x="7868249" y="43921"/>
                  </a:lnTo>
                  <a:lnTo>
                    <a:pt x="7868407" y="43921"/>
                  </a:lnTo>
                  <a:lnTo>
                    <a:pt x="7868564" y="43921"/>
                  </a:lnTo>
                  <a:lnTo>
                    <a:pt x="7868722" y="43921"/>
                  </a:lnTo>
                  <a:lnTo>
                    <a:pt x="7868880" y="43921"/>
                  </a:lnTo>
                  <a:lnTo>
                    <a:pt x="7868880" y="43490"/>
                  </a:lnTo>
                  <a:lnTo>
                    <a:pt x="7869038" y="43490"/>
                  </a:lnTo>
                  <a:lnTo>
                    <a:pt x="7869195" y="43490"/>
                  </a:lnTo>
                  <a:lnTo>
                    <a:pt x="7869195" y="43060"/>
                  </a:lnTo>
                  <a:lnTo>
                    <a:pt x="7869353" y="43060"/>
                  </a:lnTo>
                  <a:lnTo>
                    <a:pt x="7869511" y="43060"/>
                  </a:lnTo>
                  <a:lnTo>
                    <a:pt x="7869668" y="43060"/>
                  </a:lnTo>
                  <a:lnTo>
                    <a:pt x="7869826" y="43060"/>
                  </a:lnTo>
                  <a:lnTo>
                    <a:pt x="7869984" y="43060"/>
                  </a:lnTo>
                  <a:lnTo>
                    <a:pt x="7870142" y="43060"/>
                  </a:lnTo>
                  <a:lnTo>
                    <a:pt x="7870299" y="43060"/>
                  </a:lnTo>
                  <a:lnTo>
                    <a:pt x="7870457" y="43060"/>
                  </a:lnTo>
                  <a:lnTo>
                    <a:pt x="7870615" y="43060"/>
                  </a:lnTo>
                  <a:lnTo>
                    <a:pt x="7870772" y="43060"/>
                  </a:lnTo>
                  <a:lnTo>
                    <a:pt x="7870930" y="43060"/>
                  </a:lnTo>
                  <a:lnTo>
                    <a:pt x="7871088" y="43060"/>
                  </a:lnTo>
                  <a:lnTo>
                    <a:pt x="7871246" y="43060"/>
                  </a:lnTo>
                  <a:lnTo>
                    <a:pt x="7871403" y="43060"/>
                  </a:lnTo>
                  <a:lnTo>
                    <a:pt x="7871561" y="43060"/>
                  </a:lnTo>
                  <a:lnTo>
                    <a:pt x="7871561" y="42629"/>
                  </a:lnTo>
                  <a:lnTo>
                    <a:pt x="7871719" y="42629"/>
                  </a:lnTo>
                  <a:lnTo>
                    <a:pt x="7871876" y="42629"/>
                  </a:lnTo>
                  <a:lnTo>
                    <a:pt x="7872034" y="42629"/>
                  </a:lnTo>
                  <a:lnTo>
                    <a:pt x="7872192" y="42629"/>
                  </a:lnTo>
                  <a:lnTo>
                    <a:pt x="7872350" y="42629"/>
                  </a:lnTo>
                  <a:lnTo>
                    <a:pt x="7872507" y="42629"/>
                  </a:lnTo>
                  <a:lnTo>
                    <a:pt x="7872665" y="42629"/>
                  </a:lnTo>
                  <a:lnTo>
                    <a:pt x="7872823" y="42629"/>
                  </a:lnTo>
                  <a:lnTo>
                    <a:pt x="7872981" y="42629"/>
                  </a:lnTo>
                  <a:lnTo>
                    <a:pt x="7873138" y="42629"/>
                  </a:lnTo>
                  <a:lnTo>
                    <a:pt x="7873138" y="42198"/>
                  </a:lnTo>
                  <a:lnTo>
                    <a:pt x="7873296" y="42198"/>
                  </a:lnTo>
                  <a:lnTo>
                    <a:pt x="7873454" y="42198"/>
                  </a:lnTo>
                  <a:lnTo>
                    <a:pt x="7873611" y="42198"/>
                  </a:lnTo>
                  <a:lnTo>
                    <a:pt x="7873769" y="42198"/>
                  </a:lnTo>
                  <a:lnTo>
                    <a:pt x="7873927" y="42198"/>
                  </a:lnTo>
                  <a:lnTo>
                    <a:pt x="7874085" y="42198"/>
                  </a:lnTo>
                  <a:lnTo>
                    <a:pt x="7874242" y="42198"/>
                  </a:lnTo>
                  <a:lnTo>
                    <a:pt x="7874400" y="42198"/>
                  </a:lnTo>
                  <a:lnTo>
                    <a:pt x="7874558" y="42198"/>
                  </a:lnTo>
                  <a:lnTo>
                    <a:pt x="7874715" y="42198"/>
                  </a:lnTo>
                  <a:lnTo>
                    <a:pt x="7874873" y="42198"/>
                  </a:lnTo>
                  <a:lnTo>
                    <a:pt x="7875031" y="42198"/>
                  </a:lnTo>
                  <a:lnTo>
                    <a:pt x="7875189" y="42198"/>
                  </a:lnTo>
                  <a:lnTo>
                    <a:pt x="7875346" y="42198"/>
                  </a:lnTo>
                  <a:lnTo>
                    <a:pt x="7875504" y="42198"/>
                  </a:lnTo>
                  <a:lnTo>
                    <a:pt x="7875662" y="42198"/>
                  </a:lnTo>
                  <a:lnTo>
                    <a:pt x="7875819" y="42198"/>
                  </a:lnTo>
                  <a:lnTo>
                    <a:pt x="7875977" y="42198"/>
                  </a:lnTo>
                  <a:lnTo>
                    <a:pt x="7876135" y="42198"/>
                  </a:lnTo>
                  <a:lnTo>
                    <a:pt x="7876293" y="42198"/>
                  </a:lnTo>
                  <a:lnTo>
                    <a:pt x="7876450" y="42198"/>
                  </a:lnTo>
                  <a:lnTo>
                    <a:pt x="7876608" y="42198"/>
                  </a:lnTo>
                  <a:lnTo>
                    <a:pt x="7876766" y="42198"/>
                  </a:lnTo>
                  <a:lnTo>
                    <a:pt x="7876923" y="42198"/>
                  </a:lnTo>
                  <a:lnTo>
                    <a:pt x="7877081" y="42198"/>
                  </a:lnTo>
                  <a:lnTo>
                    <a:pt x="7877239" y="42198"/>
                  </a:lnTo>
                  <a:lnTo>
                    <a:pt x="7877397" y="42198"/>
                  </a:lnTo>
                  <a:lnTo>
                    <a:pt x="7877554" y="42198"/>
                  </a:lnTo>
                  <a:lnTo>
                    <a:pt x="7877712" y="42198"/>
                  </a:lnTo>
                  <a:lnTo>
                    <a:pt x="7877870" y="42198"/>
                  </a:lnTo>
                  <a:lnTo>
                    <a:pt x="7878027" y="42198"/>
                  </a:lnTo>
                  <a:lnTo>
                    <a:pt x="7878185" y="42198"/>
                  </a:lnTo>
                  <a:lnTo>
                    <a:pt x="7878343" y="42198"/>
                  </a:lnTo>
                  <a:lnTo>
                    <a:pt x="7878501" y="42198"/>
                  </a:lnTo>
                  <a:lnTo>
                    <a:pt x="7878658" y="42198"/>
                  </a:lnTo>
                  <a:lnTo>
                    <a:pt x="7878816" y="42198"/>
                  </a:lnTo>
                  <a:lnTo>
                    <a:pt x="7878974" y="42198"/>
                  </a:lnTo>
                  <a:lnTo>
                    <a:pt x="7879132" y="42198"/>
                  </a:lnTo>
                  <a:lnTo>
                    <a:pt x="7879289" y="42198"/>
                  </a:lnTo>
                  <a:lnTo>
                    <a:pt x="7879447" y="42198"/>
                  </a:lnTo>
                  <a:lnTo>
                    <a:pt x="7879605" y="42198"/>
                  </a:lnTo>
                  <a:lnTo>
                    <a:pt x="7879762" y="42198"/>
                  </a:lnTo>
                  <a:lnTo>
                    <a:pt x="7879920" y="42198"/>
                  </a:lnTo>
                  <a:lnTo>
                    <a:pt x="7880078" y="42198"/>
                  </a:lnTo>
                  <a:lnTo>
                    <a:pt x="7880236" y="42198"/>
                  </a:lnTo>
                  <a:lnTo>
                    <a:pt x="7880393" y="42198"/>
                  </a:lnTo>
                  <a:lnTo>
                    <a:pt x="7880551" y="42198"/>
                  </a:lnTo>
                  <a:lnTo>
                    <a:pt x="7880709" y="42198"/>
                  </a:lnTo>
                  <a:lnTo>
                    <a:pt x="7880866" y="42198"/>
                  </a:lnTo>
                  <a:lnTo>
                    <a:pt x="7881024" y="42198"/>
                  </a:lnTo>
                  <a:lnTo>
                    <a:pt x="7881182" y="42198"/>
                  </a:lnTo>
                  <a:lnTo>
                    <a:pt x="7881340" y="42198"/>
                  </a:lnTo>
                  <a:lnTo>
                    <a:pt x="7881497" y="42198"/>
                  </a:lnTo>
                  <a:lnTo>
                    <a:pt x="7881655" y="42198"/>
                  </a:lnTo>
                  <a:lnTo>
                    <a:pt x="7881813" y="42198"/>
                  </a:lnTo>
                  <a:lnTo>
                    <a:pt x="7881970" y="42198"/>
                  </a:lnTo>
                  <a:lnTo>
                    <a:pt x="7882128" y="42198"/>
                  </a:lnTo>
                  <a:lnTo>
                    <a:pt x="7882286" y="42198"/>
                  </a:lnTo>
                  <a:lnTo>
                    <a:pt x="7882444" y="42198"/>
                  </a:lnTo>
                  <a:lnTo>
                    <a:pt x="7882601" y="42198"/>
                  </a:lnTo>
                  <a:lnTo>
                    <a:pt x="7882759" y="42198"/>
                  </a:lnTo>
                  <a:lnTo>
                    <a:pt x="7882917" y="42198"/>
                  </a:lnTo>
                  <a:lnTo>
                    <a:pt x="7883074" y="42198"/>
                  </a:lnTo>
                  <a:lnTo>
                    <a:pt x="7883232" y="42198"/>
                  </a:lnTo>
                  <a:lnTo>
                    <a:pt x="7883390" y="42198"/>
                  </a:lnTo>
                  <a:lnTo>
                    <a:pt x="7883548" y="42198"/>
                  </a:lnTo>
                  <a:lnTo>
                    <a:pt x="7883705" y="42198"/>
                  </a:lnTo>
                  <a:lnTo>
                    <a:pt x="7883863" y="42198"/>
                  </a:lnTo>
                  <a:lnTo>
                    <a:pt x="7884021" y="42198"/>
                  </a:lnTo>
                  <a:lnTo>
                    <a:pt x="7884179" y="42198"/>
                  </a:lnTo>
                  <a:lnTo>
                    <a:pt x="7884336" y="42198"/>
                  </a:lnTo>
                  <a:lnTo>
                    <a:pt x="7884494" y="42198"/>
                  </a:lnTo>
                  <a:lnTo>
                    <a:pt x="7884652" y="42198"/>
                  </a:lnTo>
                  <a:lnTo>
                    <a:pt x="7884809" y="42198"/>
                  </a:lnTo>
                  <a:lnTo>
                    <a:pt x="7884967" y="42198"/>
                  </a:lnTo>
                  <a:lnTo>
                    <a:pt x="7885125" y="42198"/>
                  </a:lnTo>
                  <a:lnTo>
                    <a:pt x="7885283" y="42198"/>
                  </a:lnTo>
                  <a:lnTo>
                    <a:pt x="7885440" y="42198"/>
                  </a:lnTo>
                  <a:lnTo>
                    <a:pt x="7885598" y="42198"/>
                  </a:lnTo>
                  <a:lnTo>
                    <a:pt x="7885756" y="42198"/>
                  </a:lnTo>
                  <a:lnTo>
                    <a:pt x="7885913" y="42198"/>
                  </a:lnTo>
                  <a:lnTo>
                    <a:pt x="7886071" y="42198"/>
                  </a:lnTo>
                  <a:lnTo>
                    <a:pt x="7886229" y="42198"/>
                  </a:lnTo>
                  <a:lnTo>
                    <a:pt x="7886387" y="42198"/>
                  </a:lnTo>
                  <a:lnTo>
                    <a:pt x="7886544" y="42198"/>
                  </a:lnTo>
                  <a:lnTo>
                    <a:pt x="7886702" y="42198"/>
                  </a:lnTo>
                  <a:lnTo>
                    <a:pt x="7886860" y="42198"/>
                  </a:lnTo>
                  <a:lnTo>
                    <a:pt x="7887017" y="42198"/>
                  </a:lnTo>
                  <a:lnTo>
                    <a:pt x="7887175" y="42198"/>
                  </a:lnTo>
                  <a:lnTo>
                    <a:pt x="7887333" y="42198"/>
                  </a:lnTo>
                  <a:lnTo>
                    <a:pt x="7887491" y="42198"/>
                  </a:lnTo>
                  <a:lnTo>
                    <a:pt x="7887648" y="42198"/>
                  </a:lnTo>
                  <a:lnTo>
                    <a:pt x="7887806" y="42198"/>
                  </a:lnTo>
                  <a:lnTo>
                    <a:pt x="7887806" y="41768"/>
                  </a:lnTo>
                  <a:lnTo>
                    <a:pt x="7887964" y="41768"/>
                  </a:lnTo>
                  <a:lnTo>
                    <a:pt x="7888121" y="41768"/>
                  </a:lnTo>
                  <a:lnTo>
                    <a:pt x="7888279" y="41768"/>
                  </a:lnTo>
                  <a:lnTo>
                    <a:pt x="7888437" y="41768"/>
                  </a:lnTo>
                  <a:lnTo>
                    <a:pt x="7888595" y="41768"/>
                  </a:lnTo>
                  <a:lnTo>
                    <a:pt x="7888752" y="41768"/>
                  </a:lnTo>
                  <a:lnTo>
                    <a:pt x="7888910" y="41768"/>
                  </a:lnTo>
                  <a:lnTo>
                    <a:pt x="7889068" y="41768"/>
                  </a:lnTo>
                  <a:lnTo>
                    <a:pt x="7889225" y="41768"/>
                  </a:lnTo>
                  <a:lnTo>
                    <a:pt x="7889383" y="41768"/>
                  </a:lnTo>
                  <a:lnTo>
                    <a:pt x="7889541" y="41768"/>
                  </a:lnTo>
                  <a:lnTo>
                    <a:pt x="7889541" y="41337"/>
                  </a:lnTo>
                  <a:lnTo>
                    <a:pt x="7889699" y="41337"/>
                  </a:lnTo>
                  <a:lnTo>
                    <a:pt x="7889856" y="41337"/>
                  </a:lnTo>
                  <a:lnTo>
                    <a:pt x="7890014" y="41337"/>
                  </a:lnTo>
                  <a:lnTo>
                    <a:pt x="7890172" y="41337"/>
                  </a:lnTo>
                  <a:lnTo>
                    <a:pt x="7890330" y="41337"/>
                  </a:lnTo>
                  <a:lnTo>
                    <a:pt x="7890487" y="41337"/>
                  </a:lnTo>
                  <a:lnTo>
                    <a:pt x="7890645" y="41337"/>
                  </a:lnTo>
                  <a:lnTo>
                    <a:pt x="7890803" y="41337"/>
                  </a:lnTo>
                  <a:lnTo>
                    <a:pt x="7890960" y="41337"/>
                  </a:lnTo>
                  <a:lnTo>
                    <a:pt x="7891118" y="41337"/>
                  </a:lnTo>
                  <a:lnTo>
                    <a:pt x="7891276" y="41337"/>
                  </a:lnTo>
                  <a:lnTo>
                    <a:pt x="7891434" y="41337"/>
                  </a:lnTo>
                  <a:lnTo>
                    <a:pt x="7891591" y="41337"/>
                  </a:lnTo>
                  <a:lnTo>
                    <a:pt x="7891749" y="41337"/>
                  </a:lnTo>
                  <a:lnTo>
                    <a:pt x="7891749" y="40907"/>
                  </a:lnTo>
                  <a:lnTo>
                    <a:pt x="7891907" y="40907"/>
                  </a:lnTo>
                  <a:lnTo>
                    <a:pt x="7892064" y="40907"/>
                  </a:lnTo>
                  <a:lnTo>
                    <a:pt x="7892222" y="40907"/>
                  </a:lnTo>
                  <a:lnTo>
                    <a:pt x="7892380" y="40907"/>
                  </a:lnTo>
                  <a:lnTo>
                    <a:pt x="7892538" y="40907"/>
                  </a:lnTo>
                  <a:lnTo>
                    <a:pt x="7892695" y="40907"/>
                  </a:lnTo>
                  <a:lnTo>
                    <a:pt x="7892853" y="40907"/>
                  </a:lnTo>
                  <a:lnTo>
                    <a:pt x="7893011" y="40907"/>
                  </a:lnTo>
                  <a:lnTo>
                    <a:pt x="7893168" y="40907"/>
                  </a:lnTo>
                  <a:lnTo>
                    <a:pt x="7893326" y="40907"/>
                  </a:lnTo>
                  <a:lnTo>
                    <a:pt x="7893484" y="40907"/>
                  </a:lnTo>
                  <a:lnTo>
                    <a:pt x="7893642" y="40907"/>
                  </a:lnTo>
                  <a:lnTo>
                    <a:pt x="7893799" y="40907"/>
                  </a:lnTo>
                  <a:lnTo>
                    <a:pt x="7893957" y="40907"/>
                  </a:lnTo>
                  <a:lnTo>
                    <a:pt x="7894115" y="40907"/>
                  </a:lnTo>
                  <a:lnTo>
                    <a:pt x="7894272" y="40907"/>
                  </a:lnTo>
                  <a:lnTo>
                    <a:pt x="7894430" y="40907"/>
                  </a:lnTo>
                  <a:lnTo>
                    <a:pt x="7894588" y="40907"/>
                  </a:lnTo>
                  <a:lnTo>
                    <a:pt x="7894746" y="40907"/>
                  </a:lnTo>
                  <a:lnTo>
                    <a:pt x="7894903" y="40907"/>
                  </a:lnTo>
                  <a:lnTo>
                    <a:pt x="7895061" y="40907"/>
                  </a:lnTo>
                  <a:lnTo>
                    <a:pt x="7895219" y="40907"/>
                  </a:lnTo>
                  <a:lnTo>
                    <a:pt x="7895377" y="40907"/>
                  </a:lnTo>
                  <a:lnTo>
                    <a:pt x="7895534" y="40907"/>
                  </a:lnTo>
                  <a:lnTo>
                    <a:pt x="7895692" y="40907"/>
                  </a:lnTo>
                  <a:lnTo>
                    <a:pt x="7895850" y="40907"/>
                  </a:lnTo>
                  <a:lnTo>
                    <a:pt x="7896007" y="40907"/>
                  </a:lnTo>
                  <a:lnTo>
                    <a:pt x="7896165" y="40907"/>
                  </a:lnTo>
                  <a:lnTo>
                    <a:pt x="7896323" y="40907"/>
                  </a:lnTo>
                  <a:lnTo>
                    <a:pt x="7896481" y="40907"/>
                  </a:lnTo>
                  <a:lnTo>
                    <a:pt x="7896638" y="40907"/>
                  </a:lnTo>
                  <a:lnTo>
                    <a:pt x="7896796" y="40907"/>
                  </a:lnTo>
                  <a:lnTo>
                    <a:pt x="7896954" y="40907"/>
                  </a:lnTo>
                  <a:lnTo>
                    <a:pt x="7897111" y="40907"/>
                  </a:lnTo>
                  <a:lnTo>
                    <a:pt x="7897269" y="40907"/>
                  </a:lnTo>
                  <a:lnTo>
                    <a:pt x="7897427" y="40907"/>
                  </a:lnTo>
                  <a:lnTo>
                    <a:pt x="7897585" y="40907"/>
                  </a:lnTo>
                  <a:lnTo>
                    <a:pt x="7897742" y="40907"/>
                  </a:lnTo>
                  <a:lnTo>
                    <a:pt x="7897900" y="40907"/>
                  </a:lnTo>
                  <a:lnTo>
                    <a:pt x="7898058" y="40907"/>
                  </a:lnTo>
                  <a:lnTo>
                    <a:pt x="7898215" y="40907"/>
                  </a:lnTo>
                  <a:lnTo>
                    <a:pt x="7898373" y="40907"/>
                  </a:lnTo>
                  <a:lnTo>
                    <a:pt x="7898531" y="40907"/>
                  </a:lnTo>
                  <a:lnTo>
                    <a:pt x="7898689" y="40907"/>
                  </a:lnTo>
                  <a:lnTo>
                    <a:pt x="7898846" y="40907"/>
                  </a:lnTo>
                  <a:lnTo>
                    <a:pt x="7899004" y="40907"/>
                  </a:lnTo>
                  <a:lnTo>
                    <a:pt x="7899162" y="40907"/>
                  </a:lnTo>
                  <a:lnTo>
                    <a:pt x="7899319" y="40907"/>
                  </a:lnTo>
                  <a:lnTo>
                    <a:pt x="7899477" y="40907"/>
                  </a:lnTo>
                  <a:lnTo>
                    <a:pt x="7899635" y="40907"/>
                  </a:lnTo>
                  <a:lnTo>
                    <a:pt x="7899793" y="40907"/>
                  </a:lnTo>
                  <a:lnTo>
                    <a:pt x="7899950" y="40907"/>
                  </a:lnTo>
                  <a:lnTo>
                    <a:pt x="7900108" y="40907"/>
                  </a:lnTo>
                  <a:lnTo>
                    <a:pt x="7900266" y="40907"/>
                  </a:lnTo>
                  <a:lnTo>
                    <a:pt x="7900423" y="40907"/>
                  </a:lnTo>
                  <a:lnTo>
                    <a:pt x="7900581" y="40907"/>
                  </a:lnTo>
                  <a:lnTo>
                    <a:pt x="7900739" y="40907"/>
                  </a:lnTo>
                  <a:lnTo>
                    <a:pt x="7900897" y="40907"/>
                  </a:lnTo>
                  <a:lnTo>
                    <a:pt x="7901054" y="40907"/>
                  </a:lnTo>
                  <a:lnTo>
                    <a:pt x="7901212" y="40907"/>
                  </a:lnTo>
                  <a:lnTo>
                    <a:pt x="7901370" y="40907"/>
                  </a:lnTo>
                  <a:lnTo>
                    <a:pt x="7901370" y="40476"/>
                  </a:lnTo>
                  <a:lnTo>
                    <a:pt x="7901528" y="40476"/>
                  </a:lnTo>
                  <a:lnTo>
                    <a:pt x="7901685" y="40476"/>
                  </a:lnTo>
                  <a:lnTo>
                    <a:pt x="7901843" y="40476"/>
                  </a:lnTo>
                  <a:lnTo>
                    <a:pt x="7902001" y="40476"/>
                  </a:lnTo>
                  <a:lnTo>
                    <a:pt x="7902158" y="40476"/>
                  </a:lnTo>
                  <a:lnTo>
                    <a:pt x="7902158" y="40045"/>
                  </a:lnTo>
                  <a:lnTo>
                    <a:pt x="7902316" y="40045"/>
                  </a:lnTo>
                  <a:lnTo>
                    <a:pt x="7902474" y="40045"/>
                  </a:lnTo>
                  <a:lnTo>
                    <a:pt x="7902632" y="40045"/>
                  </a:lnTo>
                  <a:lnTo>
                    <a:pt x="7902789" y="40045"/>
                  </a:lnTo>
                  <a:lnTo>
                    <a:pt x="7902947" y="40045"/>
                  </a:lnTo>
                  <a:lnTo>
                    <a:pt x="7903105" y="40045"/>
                  </a:lnTo>
                  <a:lnTo>
                    <a:pt x="7903262" y="40045"/>
                  </a:lnTo>
                  <a:lnTo>
                    <a:pt x="7903420" y="40045"/>
                  </a:lnTo>
                  <a:lnTo>
                    <a:pt x="7903578" y="40045"/>
                  </a:lnTo>
                  <a:lnTo>
                    <a:pt x="7903736" y="40045"/>
                  </a:lnTo>
                  <a:lnTo>
                    <a:pt x="7903893" y="40045"/>
                  </a:lnTo>
                  <a:lnTo>
                    <a:pt x="7904051" y="40045"/>
                  </a:lnTo>
                  <a:lnTo>
                    <a:pt x="7904209" y="40045"/>
                  </a:lnTo>
                  <a:lnTo>
                    <a:pt x="7904366" y="40045"/>
                  </a:lnTo>
                  <a:lnTo>
                    <a:pt x="7904366" y="39615"/>
                  </a:lnTo>
                  <a:lnTo>
                    <a:pt x="7904524" y="39615"/>
                  </a:lnTo>
                  <a:lnTo>
                    <a:pt x="7904682" y="39615"/>
                  </a:lnTo>
                  <a:lnTo>
                    <a:pt x="7904840" y="39615"/>
                  </a:lnTo>
                  <a:lnTo>
                    <a:pt x="7904997" y="39615"/>
                  </a:lnTo>
                  <a:lnTo>
                    <a:pt x="7905155" y="39615"/>
                  </a:lnTo>
                  <a:lnTo>
                    <a:pt x="7905313" y="39615"/>
                  </a:lnTo>
                  <a:lnTo>
                    <a:pt x="7905470" y="39615"/>
                  </a:lnTo>
                  <a:lnTo>
                    <a:pt x="7905628" y="39615"/>
                  </a:lnTo>
                  <a:lnTo>
                    <a:pt x="7905786" y="39615"/>
                  </a:lnTo>
                  <a:lnTo>
                    <a:pt x="7905944" y="39615"/>
                  </a:lnTo>
                  <a:lnTo>
                    <a:pt x="7906101" y="39615"/>
                  </a:lnTo>
                  <a:lnTo>
                    <a:pt x="7906259" y="39615"/>
                  </a:lnTo>
                  <a:lnTo>
                    <a:pt x="7906417" y="39615"/>
                  </a:lnTo>
                  <a:lnTo>
                    <a:pt x="7906575" y="39615"/>
                  </a:lnTo>
                  <a:lnTo>
                    <a:pt x="7906732" y="39615"/>
                  </a:lnTo>
                  <a:lnTo>
                    <a:pt x="7906732" y="39184"/>
                  </a:lnTo>
                  <a:lnTo>
                    <a:pt x="7906890" y="39184"/>
                  </a:lnTo>
                  <a:lnTo>
                    <a:pt x="7907048" y="39184"/>
                  </a:lnTo>
                  <a:lnTo>
                    <a:pt x="7907205" y="39184"/>
                  </a:lnTo>
                  <a:lnTo>
                    <a:pt x="7907363" y="39184"/>
                  </a:lnTo>
                  <a:lnTo>
                    <a:pt x="7907521" y="39184"/>
                  </a:lnTo>
                  <a:lnTo>
                    <a:pt x="7907679" y="39184"/>
                  </a:lnTo>
                  <a:lnTo>
                    <a:pt x="7907836" y="39184"/>
                  </a:lnTo>
                  <a:lnTo>
                    <a:pt x="7907994" y="39184"/>
                  </a:lnTo>
                  <a:lnTo>
                    <a:pt x="7908152" y="39184"/>
                  </a:lnTo>
                  <a:lnTo>
                    <a:pt x="7908309" y="39184"/>
                  </a:lnTo>
                  <a:lnTo>
                    <a:pt x="7908467" y="39184"/>
                  </a:lnTo>
                  <a:lnTo>
                    <a:pt x="7908625" y="39184"/>
                  </a:lnTo>
                  <a:lnTo>
                    <a:pt x="7908783" y="39184"/>
                  </a:lnTo>
                  <a:lnTo>
                    <a:pt x="7908940" y="39184"/>
                  </a:lnTo>
                  <a:lnTo>
                    <a:pt x="7909098" y="39184"/>
                  </a:lnTo>
                  <a:lnTo>
                    <a:pt x="7909256" y="39184"/>
                  </a:lnTo>
                  <a:lnTo>
                    <a:pt x="7909413" y="39184"/>
                  </a:lnTo>
                  <a:lnTo>
                    <a:pt x="7909571" y="39184"/>
                  </a:lnTo>
                  <a:lnTo>
                    <a:pt x="7909571" y="38754"/>
                  </a:lnTo>
                  <a:lnTo>
                    <a:pt x="7909729" y="38754"/>
                  </a:lnTo>
                  <a:lnTo>
                    <a:pt x="7909887" y="38754"/>
                  </a:lnTo>
                  <a:lnTo>
                    <a:pt x="7910044" y="38754"/>
                  </a:lnTo>
                  <a:lnTo>
                    <a:pt x="7910202" y="38754"/>
                  </a:lnTo>
                  <a:lnTo>
                    <a:pt x="7910360" y="38754"/>
                  </a:lnTo>
                  <a:lnTo>
                    <a:pt x="7910517" y="38754"/>
                  </a:lnTo>
                  <a:lnTo>
                    <a:pt x="7910675" y="38754"/>
                  </a:lnTo>
                  <a:lnTo>
                    <a:pt x="7910833" y="38754"/>
                  </a:lnTo>
                  <a:lnTo>
                    <a:pt x="7910991" y="38754"/>
                  </a:lnTo>
                  <a:lnTo>
                    <a:pt x="7911148" y="38754"/>
                  </a:lnTo>
                  <a:lnTo>
                    <a:pt x="7911306" y="38754"/>
                  </a:lnTo>
                  <a:lnTo>
                    <a:pt x="7911306" y="38323"/>
                  </a:lnTo>
                  <a:lnTo>
                    <a:pt x="7911464" y="38323"/>
                  </a:lnTo>
                  <a:lnTo>
                    <a:pt x="7911621" y="38323"/>
                  </a:lnTo>
                  <a:lnTo>
                    <a:pt x="7911779" y="38323"/>
                  </a:lnTo>
                  <a:lnTo>
                    <a:pt x="7911937" y="38323"/>
                  </a:lnTo>
                  <a:lnTo>
                    <a:pt x="7912095" y="38323"/>
                  </a:lnTo>
                  <a:lnTo>
                    <a:pt x="7912252" y="38323"/>
                  </a:lnTo>
                  <a:lnTo>
                    <a:pt x="7912410" y="38323"/>
                  </a:lnTo>
                  <a:lnTo>
                    <a:pt x="7912568" y="38323"/>
                  </a:lnTo>
                  <a:lnTo>
                    <a:pt x="7912726" y="38323"/>
                  </a:lnTo>
                  <a:lnTo>
                    <a:pt x="7912883" y="38323"/>
                  </a:lnTo>
                  <a:lnTo>
                    <a:pt x="7912883" y="37892"/>
                  </a:lnTo>
                  <a:lnTo>
                    <a:pt x="7913041" y="37892"/>
                  </a:lnTo>
                  <a:lnTo>
                    <a:pt x="7913199" y="37892"/>
                  </a:lnTo>
                  <a:lnTo>
                    <a:pt x="7913356" y="37892"/>
                  </a:lnTo>
                  <a:lnTo>
                    <a:pt x="7913514" y="37892"/>
                  </a:lnTo>
                  <a:lnTo>
                    <a:pt x="7913672" y="37892"/>
                  </a:lnTo>
                  <a:lnTo>
                    <a:pt x="7913830" y="37892"/>
                  </a:lnTo>
                  <a:lnTo>
                    <a:pt x="7913987" y="37892"/>
                  </a:lnTo>
                  <a:lnTo>
                    <a:pt x="7914145" y="37892"/>
                  </a:lnTo>
                  <a:lnTo>
                    <a:pt x="7914145" y="37462"/>
                  </a:lnTo>
                  <a:lnTo>
                    <a:pt x="7914303" y="37462"/>
                  </a:lnTo>
                  <a:lnTo>
                    <a:pt x="7914460" y="37462"/>
                  </a:lnTo>
                  <a:lnTo>
                    <a:pt x="7914618" y="37462"/>
                  </a:lnTo>
                  <a:lnTo>
                    <a:pt x="7914776" y="37462"/>
                  </a:lnTo>
                  <a:lnTo>
                    <a:pt x="7914934" y="37462"/>
                  </a:lnTo>
                  <a:lnTo>
                    <a:pt x="7915091" y="37462"/>
                  </a:lnTo>
                  <a:lnTo>
                    <a:pt x="7915249" y="37462"/>
                  </a:lnTo>
                  <a:lnTo>
                    <a:pt x="7915407" y="37462"/>
                  </a:lnTo>
                  <a:lnTo>
                    <a:pt x="7915564" y="37462"/>
                  </a:lnTo>
                  <a:lnTo>
                    <a:pt x="7915722" y="37462"/>
                  </a:lnTo>
                  <a:lnTo>
                    <a:pt x="7915880" y="37462"/>
                  </a:lnTo>
                  <a:lnTo>
                    <a:pt x="7916038" y="37462"/>
                  </a:lnTo>
                  <a:lnTo>
                    <a:pt x="7916195" y="37462"/>
                  </a:lnTo>
                  <a:lnTo>
                    <a:pt x="7916353" y="37462"/>
                  </a:lnTo>
                  <a:lnTo>
                    <a:pt x="7916511" y="37462"/>
                  </a:lnTo>
                  <a:lnTo>
                    <a:pt x="7916668" y="37462"/>
                  </a:lnTo>
                  <a:lnTo>
                    <a:pt x="7916826" y="37462"/>
                  </a:lnTo>
                  <a:lnTo>
                    <a:pt x="7916984" y="37462"/>
                  </a:lnTo>
                  <a:lnTo>
                    <a:pt x="7917142" y="37462"/>
                  </a:lnTo>
                  <a:lnTo>
                    <a:pt x="7917299" y="37462"/>
                  </a:lnTo>
                  <a:lnTo>
                    <a:pt x="7917457" y="37462"/>
                  </a:lnTo>
                  <a:lnTo>
                    <a:pt x="7917615" y="37462"/>
                  </a:lnTo>
                  <a:lnTo>
                    <a:pt x="7917773" y="37462"/>
                  </a:lnTo>
                  <a:lnTo>
                    <a:pt x="7917930" y="37462"/>
                  </a:lnTo>
                  <a:lnTo>
                    <a:pt x="7918088" y="37462"/>
                  </a:lnTo>
                  <a:lnTo>
                    <a:pt x="7918246" y="37462"/>
                  </a:lnTo>
                  <a:lnTo>
                    <a:pt x="7918403" y="37462"/>
                  </a:lnTo>
                  <a:lnTo>
                    <a:pt x="7918561" y="37462"/>
                  </a:lnTo>
                  <a:lnTo>
                    <a:pt x="7918719" y="37462"/>
                  </a:lnTo>
                  <a:lnTo>
                    <a:pt x="7918877" y="37462"/>
                  </a:lnTo>
                  <a:lnTo>
                    <a:pt x="7919034" y="37462"/>
                  </a:lnTo>
                  <a:lnTo>
                    <a:pt x="7919192" y="37462"/>
                  </a:lnTo>
                  <a:lnTo>
                    <a:pt x="7919350" y="37462"/>
                  </a:lnTo>
                  <a:lnTo>
                    <a:pt x="7919507" y="37462"/>
                  </a:lnTo>
                  <a:lnTo>
                    <a:pt x="7919507" y="37031"/>
                  </a:lnTo>
                  <a:lnTo>
                    <a:pt x="7919665" y="37031"/>
                  </a:lnTo>
                  <a:lnTo>
                    <a:pt x="7919823" y="37031"/>
                  </a:lnTo>
                  <a:lnTo>
                    <a:pt x="7919981" y="37031"/>
                  </a:lnTo>
                  <a:lnTo>
                    <a:pt x="7920138" y="37031"/>
                  </a:lnTo>
                  <a:lnTo>
                    <a:pt x="7920296" y="37031"/>
                  </a:lnTo>
                  <a:lnTo>
                    <a:pt x="7920454" y="37031"/>
                  </a:lnTo>
                  <a:lnTo>
                    <a:pt x="7920611" y="37031"/>
                  </a:lnTo>
                  <a:lnTo>
                    <a:pt x="7920769" y="37031"/>
                  </a:lnTo>
                  <a:lnTo>
                    <a:pt x="7920927" y="37031"/>
                  </a:lnTo>
                  <a:lnTo>
                    <a:pt x="7921085" y="37031"/>
                  </a:lnTo>
                  <a:lnTo>
                    <a:pt x="7921242" y="37031"/>
                  </a:lnTo>
                  <a:lnTo>
                    <a:pt x="7921400" y="37031"/>
                  </a:lnTo>
                  <a:lnTo>
                    <a:pt x="7921558" y="37031"/>
                  </a:lnTo>
                  <a:lnTo>
                    <a:pt x="7921715" y="37031"/>
                  </a:lnTo>
                  <a:lnTo>
                    <a:pt x="7921873" y="37031"/>
                  </a:lnTo>
                  <a:lnTo>
                    <a:pt x="7922031" y="37031"/>
                  </a:lnTo>
                  <a:lnTo>
                    <a:pt x="7922189" y="37031"/>
                  </a:lnTo>
                  <a:lnTo>
                    <a:pt x="7922346" y="37031"/>
                  </a:lnTo>
                  <a:lnTo>
                    <a:pt x="7922504" y="37031"/>
                  </a:lnTo>
                  <a:lnTo>
                    <a:pt x="7922662" y="37031"/>
                  </a:lnTo>
                  <a:lnTo>
                    <a:pt x="7922819" y="37031"/>
                  </a:lnTo>
                  <a:lnTo>
                    <a:pt x="7922977" y="37031"/>
                  </a:lnTo>
                  <a:lnTo>
                    <a:pt x="7922977" y="36601"/>
                  </a:lnTo>
                  <a:lnTo>
                    <a:pt x="7923135" y="36601"/>
                  </a:lnTo>
                  <a:lnTo>
                    <a:pt x="7923293" y="36601"/>
                  </a:lnTo>
                  <a:lnTo>
                    <a:pt x="7923450" y="36601"/>
                  </a:lnTo>
                  <a:lnTo>
                    <a:pt x="7923608" y="36601"/>
                  </a:lnTo>
                  <a:lnTo>
                    <a:pt x="7923766" y="36601"/>
                  </a:lnTo>
                  <a:lnTo>
                    <a:pt x="7923924" y="36601"/>
                  </a:lnTo>
                  <a:lnTo>
                    <a:pt x="7924081" y="36601"/>
                  </a:lnTo>
                  <a:lnTo>
                    <a:pt x="7924239" y="36601"/>
                  </a:lnTo>
                  <a:lnTo>
                    <a:pt x="7924397" y="36601"/>
                  </a:lnTo>
                  <a:lnTo>
                    <a:pt x="7924554" y="36601"/>
                  </a:lnTo>
                  <a:lnTo>
                    <a:pt x="7924712" y="36601"/>
                  </a:lnTo>
                  <a:lnTo>
                    <a:pt x="7924870" y="36601"/>
                  </a:lnTo>
                  <a:lnTo>
                    <a:pt x="7925028" y="36601"/>
                  </a:lnTo>
                  <a:lnTo>
                    <a:pt x="7925185" y="36601"/>
                  </a:lnTo>
                  <a:lnTo>
                    <a:pt x="7925343" y="36601"/>
                  </a:lnTo>
                  <a:lnTo>
                    <a:pt x="7925501" y="36601"/>
                  </a:lnTo>
                  <a:lnTo>
                    <a:pt x="7925658" y="36601"/>
                  </a:lnTo>
                  <a:lnTo>
                    <a:pt x="7925816" y="36601"/>
                  </a:lnTo>
                  <a:lnTo>
                    <a:pt x="7925816" y="36170"/>
                  </a:lnTo>
                  <a:lnTo>
                    <a:pt x="7925974" y="36170"/>
                  </a:lnTo>
                  <a:lnTo>
                    <a:pt x="7926132" y="36170"/>
                  </a:lnTo>
                  <a:lnTo>
                    <a:pt x="7926289" y="36170"/>
                  </a:lnTo>
                  <a:lnTo>
                    <a:pt x="7926447" y="36170"/>
                  </a:lnTo>
                  <a:lnTo>
                    <a:pt x="7926605" y="36170"/>
                  </a:lnTo>
                  <a:lnTo>
                    <a:pt x="7926762" y="36170"/>
                  </a:lnTo>
                  <a:lnTo>
                    <a:pt x="7926920" y="36170"/>
                  </a:lnTo>
                  <a:lnTo>
                    <a:pt x="7927078" y="36170"/>
                  </a:lnTo>
                  <a:lnTo>
                    <a:pt x="7927236" y="36170"/>
                  </a:lnTo>
                  <a:lnTo>
                    <a:pt x="7927393" y="36170"/>
                  </a:lnTo>
                  <a:lnTo>
                    <a:pt x="7927551" y="36170"/>
                  </a:lnTo>
                  <a:lnTo>
                    <a:pt x="7927709" y="36170"/>
                  </a:lnTo>
                  <a:lnTo>
                    <a:pt x="7927866" y="36170"/>
                  </a:lnTo>
                  <a:lnTo>
                    <a:pt x="7928024" y="36170"/>
                  </a:lnTo>
                  <a:lnTo>
                    <a:pt x="7928182" y="36170"/>
                  </a:lnTo>
                  <a:lnTo>
                    <a:pt x="7928340" y="36170"/>
                  </a:lnTo>
                  <a:lnTo>
                    <a:pt x="7928497" y="36170"/>
                  </a:lnTo>
                  <a:lnTo>
                    <a:pt x="7928655" y="36170"/>
                  </a:lnTo>
                  <a:lnTo>
                    <a:pt x="7928813" y="36170"/>
                  </a:lnTo>
                  <a:lnTo>
                    <a:pt x="7928971" y="36170"/>
                  </a:lnTo>
                  <a:lnTo>
                    <a:pt x="7929128" y="36170"/>
                  </a:lnTo>
                  <a:lnTo>
                    <a:pt x="7929286" y="36170"/>
                  </a:lnTo>
                  <a:lnTo>
                    <a:pt x="7929444" y="36170"/>
                  </a:lnTo>
                  <a:lnTo>
                    <a:pt x="7929601" y="36170"/>
                  </a:lnTo>
                  <a:lnTo>
                    <a:pt x="7929759" y="36170"/>
                  </a:lnTo>
                  <a:lnTo>
                    <a:pt x="7929917" y="36170"/>
                  </a:lnTo>
                  <a:lnTo>
                    <a:pt x="7930075" y="36170"/>
                  </a:lnTo>
                  <a:lnTo>
                    <a:pt x="7930232" y="36170"/>
                  </a:lnTo>
                  <a:lnTo>
                    <a:pt x="7930390" y="36170"/>
                  </a:lnTo>
                  <a:lnTo>
                    <a:pt x="7930548" y="36170"/>
                  </a:lnTo>
                  <a:lnTo>
                    <a:pt x="7930705" y="36170"/>
                  </a:lnTo>
                  <a:lnTo>
                    <a:pt x="7930863" y="36170"/>
                  </a:lnTo>
                  <a:lnTo>
                    <a:pt x="7931021" y="36170"/>
                  </a:lnTo>
                  <a:lnTo>
                    <a:pt x="7931021" y="35739"/>
                  </a:lnTo>
                  <a:lnTo>
                    <a:pt x="7931179" y="35739"/>
                  </a:lnTo>
                  <a:lnTo>
                    <a:pt x="7931336" y="35739"/>
                  </a:lnTo>
                  <a:lnTo>
                    <a:pt x="7931494" y="35739"/>
                  </a:lnTo>
                  <a:lnTo>
                    <a:pt x="7931652" y="35739"/>
                  </a:lnTo>
                  <a:lnTo>
                    <a:pt x="7931809" y="35739"/>
                  </a:lnTo>
                  <a:lnTo>
                    <a:pt x="7931967" y="35739"/>
                  </a:lnTo>
                  <a:lnTo>
                    <a:pt x="7932125" y="35739"/>
                  </a:lnTo>
                  <a:lnTo>
                    <a:pt x="7932283" y="35739"/>
                  </a:lnTo>
                  <a:lnTo>
                    <a:pt x="7932440" y="35739"/>
                  </a:lnTo>
                  <a:lnTo>
                    <a:pt x="7932598" y="35739"/>
                  </a:lnTo>
                  <a:lnTo>
                    <a:pt x="7932756" y="35739"/>
                  </a:lnTo>
                  <a:lnTo>
                    <a:pt x="7932913" y="35739"/>
                  </a:lnTo>
                  <a:lnTo>
                    <a:pt x="7933071" y="35739"/>
                  </a:lnTo>
                  <a:lnTo>
                    <a:pt x="7933229" y="35739"/>
                  </a:lnTo>
                  <a:lnTo>
                    <a:pt x="7933387" y="35739"/>
                  </a:lnTo>
                  <a:lnTo>
                    <a:pt x="7933544" y="35739"/>
                  </a:lnTo>
                  <a:lnTo>
                    <a:pt x="7933702" y="35739"/>
                  </a:lnTo>
                  <a:lnTo>
                    <a:pt x="7933860" y="35739"/>
                  </a:lnTo>
                  <a:lnTo>
                    <a:pt x="7934017" y="35739"/>
                  </a:lnTo>
                  <a:lnTo>
                    <a:pt x="7934175" y="35739"/>
                  </a:lnTo>
                  <a:lnTo>
                    <a:pt x="7934333" y="35739"/>
                  </a:lnTo>
                  <a:lnTo>
                    <a:pt x="7934491" y="35739"/>
                  </a:lnTo>
                  <a:lnTo>
                    <a:pt x="7934648" y="35739"/>
                  </a:lnTo>
                  <a:lnTo>
                    <a:pt x="7934806" y="35739"/>
                  </a:lnTo>
                  <a:lnTo>
                    <a:pt x="7934964" y="35739"/>
                  </a:lnTo>
                  <a:lnTo>
                    <a:pt x="7935122" y="35739"/>
                  </a:lnTo>
                  <a:lnTo>
                    <a:pt x="7935279" y="35739"/>
                  </a:lnTo>
                  <a:lnTo>
                    <a:pt x="7935437" y="35739"/>
                  </a:lnTo>
                  <a:lnTo>
                    <a:pt x="7935595" y="35739"/>
                  </a:lnTo>
                  <a:lnTo>
                    <a:pt x="7935752" y="35739"/>
                  </a:lnTo>
                  <a:lnTo>
                    <a:pt x="7935910" y="35739"/>
                  </a:lnTo>
                  <a:lnTo>
                    <a:pt x="7936068" y="35739"/>
                  </a:lnTo>
                  <a:lnTo>
                    <a:pt x="7936226" y="35739"/>
                  </a:lnTo>
                  <a:lnTo>
                    <a:pt x="7936383" y="35739"/>
                  </a:lnTo>
                  <a:lnTo>
                    <a:pt x="7936541" y="35739"/>
                  </a:lnTo>
                  <a:lnTo>
                    <a:pt x="7936699" y="35739"/>
                  </a:lnTo>
                  <a:lnTo>
                    <a:pt x="7936856" y="35739"/>
                  </a:lnTo>
                  <a:lnTo>
                    <a:pt x="7937014" y="35739"/>
                  </a:lnTo>
                  <a:lnTo>
                    <a:pt x="7937172" y="35739"/>
                  </a:lnTo>
                  <a:lnTo>
                    <a:pt x="7937330" y="35739"/>
                  </a:lnTo>
                  <a:lnTo>
                    <a:pt x="7937487" y="35739"/>
                  </a:lnTo>
                  <a:lnTo>
                    <a:pt x="7937645" y="35739"/>
                  </a:lnTo>
                  <a:lnTo>
                    <a:pt x="7937803" y="35739"/>
                  </a:lnTo>
                  <a:lnTo>
                    <a:pt x="7937960" y="35739"/>
                  </a:lnTo>
                  <a:lnTo>
                    <a:pt x="7938118" y="35739"/>
                  </a:lnTo>
                  <a:lnTo>
                    <a:pt x="7938276" y="35739"/>
                  </a:lnTo>
                  <a:lnTo>
                    <a:pt x="7938434" y="35739"/>
                  </a:lnTo>
                  <a:lnTo>
                    <a:pt x="7938591" y="35739"/>
                  </a:lnTo>
                  <a:lnTo>
                    <a:pt x="7938749" y="35739"/>
                  </a:lnTo>
                  <a:lnTo>
                    <a:pt x="7938907" y="35739"/>
                  </a:lnTo>
                  <a:lnTo>
                    <a:pt x="7939064" y="35739"/>
                  </a:lnTo>
                  <a:lnTo>
                    <a:pt x="7939222" y="35739"/>
                  </a:lnTo>
                  <a:lnTo>
                    <a:pt x="7939380" y="35739"/>
                  </a:lnTo>
                  <a:lnTo>
                    <a:pt x="7939538" y="35739"/>
                  </a:lnTo>
                  <a:lnTo>
                    <a:pt x="7939695" y="35739"/>
                  </a:lnTo>
                  <a:lnTo>
                    <a:pt x="7939853" y="35739"/>
                  </a:lnTo>
                  <a:lnTo>
                    <a:pt x="7940011" y="35739"/>
                  </a:lnTo>
                  <a:lnTo>
                    <a:pt x="7940169" y="35739"/>
                  </a:lnTo>
                  <a:lnTo>
                    <a:pt x="7940326" y="35739"/>
                  </a:lnTo>
                  <a:lnTo>
                    <a:pt x="7940484" y="35739"/>
                  </a:lnTo>
                  <a:lnTo>
                    <a:pt x="7940642" y="35739"/>
                  </a:lnTo>
                  <a:lnTo>
                    <a:pt x="7940642" y="35309"/>
                  </a:lnTo>
                  <a:lnTo>
                    <a:pt x="7940799" y="35309"/>
                  </a:lnTo>
                  <a:lnTo>
                    <a:pt x="7940957" y="35309"/>
                  </a:lnTo>
                  <a:lnTo>
                    <a:pt x="7941115" y="35309"/>
                  </a:lnTo>
                  <a:lnTo>
                    <a:pt x="7941273" y="35309"/>
                  </a:lnTo>
                  <a:lnTo>
                    <a:pt x="7941430" y="35309"/>
                  </a:lnTo>
                  <a:lnTo>
                    <a:pt x="7941588" y="35309"/>
                  </a:lnTo>
                  <a:lnTo>
                    <a:pt x="7941746" y="35309"/>
                  </a:lnTo>
                  <a:lnTo>
                    <a:pt x="7941903" y="35309"/>
                  </a:lnTo>
                  <a:lnTo>
                    <a:pt x="7942061" y="35309"/>
                  </a:lnTo>
                  <a:lnTo>
                    <a:pt x="7942219" y="35309"/>
                  </a:lnTo>
                  <a:lnTo>
                    <a:pt x="7942377" y="35309"/>
                  </a:lnTo>
                  <a:lnTo>
                    <a:pt x="7942534" y="35309"/>
                  </a:lnTo>
                  <a:lnTo>
                    <a:pt x="7942692" y="35309"/>
                  </a:lnTo>
                  <a:lnTo>
                    <a:pt x="7942850" y="35309"/>
                  </a:lnTo>
                  <a:lnTo>
                    <a:pt x="7943007" y="35309"/>
                  </a:lnTo>
                  <a:lnTo>
                    <a:pt x="7943165" y="35309"/>
                  </a:lnTo>
                  <a:lnTo>
                    <a:pt x="7943323" y="35309"/>
                  </a:lnTo>
                  <a:lnTo>
                    <a:pt x="7943481" y="35309"/>
                  </a:lnTo>
                  <a:lnTo>
                    <a:pt x="7943638" y="35309"/>
                  </a:lnTo>
                  <a:lnTo>
                    <a:pt x="7943796" y="35309"/>
                  </a:lnTo>
                  <a:lnTo>
                    <a:pt x="7943954" y="35309"/>
                  </a:lnTo>
                  <a:lnTo>
                    <a:pt x="7944111" y="35309"/>
                  </a:lnTo>
                  <a:lnTo>
                    <a:pt x="7944269" y="35309"/>
                  </a:lnTo>
                  <a:lnTo>
                    <a:pt x="7944427" y="35309"/>
                  </a:lnTo>
                  <a:lnTo>
                    <a:pt x="7944585" y="35309"/>
                  </a:lnTo>
                  <a:lnTo>
                    <a:pt x="7944742" y="35309"/>
                  </a:lnTo>
                  <a:lnTo>
                    <a:pt x="7944900" y="35309"/>
                  </a:lnTo>
                  <a:lnTo>
                    <a:pt x="7945058" y="35309"/>
                  </a:lnTo>
                  <a:lnTo>
                    <a:pt x="7945215" y="35309"/>
                  </a:lnTo>
                  <a:lnTo>
                    <a:pt x="7945373" y="35309"/>
                  </a:lnTo>
                  <a:lnTo>
                    <a:pt x="7945531" y="35309"/>
                  </a:lnTo>
                  <a:lnTo>
                    <a:pt x="7945689" y="35309"/>
                  </a:lnTo>
                  <a:lnTo>
                    <a:pt x="7945846" y="35309"/>
                  </a:lnTo>
                  <a:lnTo>
                    <a:pt x="7946004" y="35309"/>
                  </a:lnTo>
                  <a:lnTo>
                    <a:pt x="7946162" y="35309"/>
                  </a:lnTo>
                  <a:lnTo>
                    <a:pt x="7946320" y="35309"/>
                  </a:lnTo>
                  <a:lnTo>
                    <a:pt x="7946477" y="35309"/>
                  </a:lnTo>
                  <a:lnTo>
                    <a:pt x="7946635" y="35309"/>
                  </a:lnTo>
                  <a:lnTo>
                    <a:pt x="7946793" y="35309"/>
                  </a:lnTo>
                  <a:lnTo>
                    <a:pt x="7946950" y="35309"/>
                  </a:lnTo>
                  <a:lnTo>
                    <a:pt x="7947108" y="35309"/>
                  </a:lnTo>
                  <a:lnTo>
                    <a:pt x="7947266" y="35309"/>
                  </a:lnTo>
                  <a:lnTo>
                    <a:pt x="7947424" y="35309"/>
                  </a:lnTo>
                  <a:lnTo>
                    <a:pt x="7947581" y="35309"/>
                  </a:lnTo>
                  <a:lnTo>
                    <a:pt x="7947739" y="35309"/>
                  </a:lnTo>
                  <a:lnTo>
                    <a:pt x="7947897" y="35309"/>
                  </a:lnTo>
                  <a:lnTo>
                    <a:pt x="7948054" y="35309"/>
                  </a:lnTo>
                  <a:lnTo>
                    <a:pt x="7948212" y="35309"/>
                  </a:lnTo>
                  <a:lnTo>
                    <a:pt x="7948370" y="35309"/>
                  </a:lnTo>
                  <a:lnTo>
                    <a:pt x="7948528" y="35309"/>
                  </a:lnTo>
                  <a:lnTo>
                    <a:pt x="7948685" y="35309"/>
                  </a:lnTo>
                  <a:lnTo>
                    <a:pt x="7948843" y="35309"/>
                  </a:lnTo>
                  <a:lnTo>
                    <a:pt x="7949001" y="35309"/>
                  </a:lnTo>
                  <a:lnTo>
                    <a:pt x="7949158" y="35309"/>
                  </a:lnTo>
                  <a:lnTo>
                    <a:pt x="7949316" y="35309"/>
                  </a:lnTo>
                  <a:lnTo>
                    <a:pt x="7949316" y="34878"/>
                  </a:lnTo>
                  <a:lnTo>
                    <a:pt x="7949474" y="34878"/>
                  </a:lnTo>
                  <a:lnTo>
                    <a:pt x="7949632" y="34878"/>
                  </a:lnTo>
                  <a:lnTo>
                    <a:pt x="7949789" y="34878"/>
                  </a:lnTo>
                  <a:lnTo>
                    <a:pt x="7949947" y="34878"/>
                  </a:lnTo>
                  <a:lnTo>
                    <a:pt x="7950105" y="34878"/>
                  </a:lnTo>
                  <a:lnTo>
                    <a:pt x="7950262" y="34878"/>
                  </a:lnTo>
                  <a:lnTo>
                    <a:pt x="7950420" y="34878"/>
                  </a:lnTo>
                  <a:lnTo>
                    <a:pt x="7950578" y="34878"/>
                  </a:lnTo>
                  <a:lnTo>
                    <a:pt x="7950736" y="34878"/>
                  </a:lnTo>
                  <a:lnTo>
                    <a:pt x="7950893" y="34878"/>
                  </a:lnTo>
                  <a:lnTo>
                    <a:pt x="7951051" y="34878"/>
                  </a:lnTo>
                  <a:lnTo>
                    <a:pt x="7951209" y="34878"/>
                  </a:lnTo>
                  <a:lnTo>
                    <a:pt x="7951366" y="34878"/>
                  </a:lnTo>
                  <a:lnTo>
                    <a:pt x="7951524" y="34878"/>
                  </a:lnTo>
                  <a:lnTo>
                    <a:pt x="7951682" y="34878"/>
                  </a:lnTo>
                  <a:lnTo>
                    <a:pt x="7951840" y="34878"/>
                  </a:lnTo>
                  <a:lnTo>
                    <a:pt x="7951997" y="34878"/>
                  </a:lnTo>
                  <a:lnTo>
                    <a:pt x="7952155" y="34878"/>
                  </a:lnTo>
                  <a:lnTo>
                    <a:pt x="7952313" y="34878"/>
                  </a:lnTo>
                  <a:lnTo>
                    <a:pt x="7952471" y="34878"/>
                  </a:lnTo>
                  <a:lnTo>
                    <a:pt x="7952628" y="34878"/>
                  </a:lnTo>
                  <a:lnTo>
                    <a:pt x="7952786" y="34878"/>
                  </a:lnTo>
                  <a:lnTo>
                    <a:pt x="7952944" y="34878"/>
                  </a:lnTo>
                  <a:lnTo>
                    <a:pt x="7953101" y="34878"/>
                  </a:lnTo>
                  <a:lnTo>
                    <a:pt x="7953259" y="34878"/>
                  </a:lnTo>
                  <a:lnTo>
                    <a:pt x="7953417" y="34878"/>
                  </a:lnTo>
                  <a:lnTo>
                    <a:pt x="7953575" y="34878"/>
                  </a:lnTo>
                  <a:lnTo>
                    <a:pt x="7953732" y="34878"/>
                  </a:lnTo>
                  <a:lnTo>
                    <a:pt x="7953890" y="34878"/>
                  </a:lnTo>
                  <a:lnTo>
                    <a:pt x="7954048" y="34878"/>
                  </a:lnTo>
                  <a:lnTo>
                    <a:pt x="7954205" y="34878"/>
                  </a:lnTo>
                  <a:lnTo>
                    <a:pt x="7954363" y="34878"/>
                  </a:lnTo>
                  <a:lnTo>
                    <a:pt x="7954521" y="34878"/>
                  </a:lnTo>
                  <a:lnTo>
                    <a:pt x="7954679" y="34878"/>
                  </a:lnTo>
                  <a:lnTo>
                    <a:pt x="7954836" y="34878"/>
                  </a:lnTo>
                  <a:lnTo>
                    <a:pt x="7954994" y="34878"/>
                  </a:lnTo>
                  <a:lnTo>
                    <a:pt x="7955152" y="34878"/>
                  </a:lnTo>
                  <a:lnTo>
                    <a:pt x="7955309" y="34878"/>
                  </a:lnTo>
                  <a:lnTo>
                    <a:pt x="7955467" y="34878"/>
                  </a:lnTo>
                  <a:lnTo>
                    <a:pt x="7955625" y="34878"/>
                  </a:lnTo>
                  <a:lnTo>
                    <a:pt x="7955783" y="34878"/>
                  </a:lnTo>
                  <a:lnTo>
                    <a:pt x="7955940" y="34878"/>
                  </a:lnTo>
                  <a:lnTo>
                    <a:pt x="7956098" y="34878"/>
                  </a:lnTo>
                  <a:lnTo>
                    <a:pt x="7956256" y="34878"/>
                  </a:lnTo>
                  <a:lnTo>
                    <a:pt x="7956413" y="34878"/>
                  </a:lnTo>
                  <a:lnTo>
                    <a:pt x="7956571" y="34878"/>
                  </a:lnTo>
                  <a:lnTo>
                    <a:pt x="7956729" y="34878"/>
                  </a:lnTo>
                  <a:lnTo>
                    <a:pt x="7956887" y="34878"/>
                  </a:lnTo>
                  <a:lnTo>
                    <a:pt x="7957044" y="34878"/>
                  </a:lnTo>
                  <a:lnTo>
                    <a:pt x="7957202" y="34878"/>
                  </a:lnTo>
                  <a:lnTo>
                    <a:pt x="7957360" y="34878"/>
                  </a:lnTo>
                  <a:lnTo>
                    <a:pt x="7957518" y="34878"/>
                  </a:lnTo>
                  <a:lnTo>
                    <a:pt x="7957675" y="34878"/>
                  </a:lnTo>
                  <a:lnTo>
                    <a:pt x="7957833" y="34878"/>
                  </a:lnTo>
                  <a:lnTo>
                    <a:pt x="7957991" y="34878"/>
                  </a:lnTo>
                  <a:lnTo>
                    <a:pt x="7958148" y="34878"/>
                  </a:lnTo>
                  <a:lnTo>
                    <a:pt x="7958306" y="34878"/>
                  </a:lnTo>
                  <a:lnTo>
                    <a:pt x="7958464" y="34878"/>
                  </a:lnTo>
                  <a:lnTo>
                    <a:pt x="7958622" y="34878"/>
                  </a:lnTo>
                  <a:lnTo>
                    <a:pt x="7958779" y="34878"/>
                  </a:lnTo>
                  <a:lnTo>
                    <a:pt x="7958937" y="34878"/>
                  </a:lnTo>
                  <a:lnTo>
                    <a:pt x="7959095" y="34878"/>
                  </a:lnTo>
                  <a:lnTo>
                    <a:pt x="7959252" y="34878"/>
                  </a:lnTo>
                  <a:lnTo>
                    <a:pt x="7959410" y="34878"/>
                  </a:lnTo>
                  <a:lnTo>
                    <a:pt x="7959568" y="34878"/>
                  </a:lnTo>
                  <a:lnTo>
                    <a:pt x="7959726" y="34878"/>
                  </a:lnTo>
                  <a:lnTo>
                    <a:pt x="7959883" y="34878"/>
                  </a:lnTo>
                  <a:lnTo>
                    <a:pt x="7960041" y="34878"/>
                  </a:lnTo>
                  <a:lnTo>
                    <a:pt x="7960199" y="34878"/>
                  </a:lnTo>
                  <a:lnTo>
                    <a:pt x="7960356" y="34878"/>
                  </a:lnTo>
                  <a:lnTo>
                    <a:pt x="7960514" y="34878"/>
                  </a:lnTo>
                  <a:lnTo>
                    <a:pt x="7960672" y="34878"/>
                  </a:lnTo>
                  <a:lnTo>
                    <a:pt x="7960830" y="34878"/>
                  </a:lnTo>
                  <a:lnTo>
                    <a:pt x="7960987" y="34878"/>
                  </a:lnTo>
                  <a:lnTo>
                    <a:pt x="7961145" y="34878"/>
                  </a:lnTo>
                  <a:lnTo>
                    <a:pt x="7961303" y="34878"/>
                  </a:lnTo>
                  <a:lnTo>
                    <a:pt x="7961460" y="34878"/>
                  </a:lnTo>
                  <a:lnTo>
                    <a:pt x="7961460" y="34448"/>
                  </a:lnTo>
                  <a:lnTo>
                    <a:pt x="7961618" y="34448"/>
                  </a:lnTo>
                  <a:lnTo>
                    <a:pt x="7961776" y="34448"/>
                  </a:lnTo>
                  <a:lnTo>
                    <a:pt x="7961934" y="34448"/>
                  </a:lnTo>
                  <a:lnTo>
                    <a:pt x="7962091" y="34448"/>
                  </a:lnTo>
                  <a:lnTo>
                    <a:pt x="7962249" y="34448"/>
                  </a:lnTo>
                  <a:lnTo>
                    <a:pt x="7962407" y="34448"/>
                  </a:lnTo>
                  <a:lnTo>
                    <a:pt x="7962564" y="34448"/>
                  </a:lnTo>
                  <a:lnTo>
                    <a:pt x="7962722" y="34448"/>
                  </a:lnTo>
                  <a:lnTo>
                    <a:pt x="7962880" y="34448"/>
                  </a:lnTo>
                  <a:lnTo>
                    <a:pt x="7963038" y="34448"/>
                  </a:lnTo>
                  <a:lnTo>
                    <a:pt x="7963195" y="34448"/>
                  </a:lnTo>
                  <a:lnTo>
                    <a:pt x="7963353" y="34448"/>
                  </a:lnTo>
                  <a:lnTo>
                    <a:pt x="7963511" y="34448"/>
                  </a:lnTo>
                  <a:lnTo>
                    <a:pt x="7963669" y="34448"/>
                  </a:lnTo>
                  <a:lnTo>
                    <a:pt x="7963826" y="34448"/>
                  </a:lnTo>
                  <a:lnTo>
                    <a:pt x="7963984" y="34448"/>
                  </a:lnTo>
                  <a:lnTo>
                    <a:pt x="7964142" y="34448"/>
                  </a:lnTo>
                  <a:lnTo>
                    <a:pt x="7964299" y="34448"/>
                  </a:lnTo>
                  <a:lnTo>
                    <a:pt x="7964457" y="34448"/>
                  </a:lnTo>
                  <a:lnTo>
                    <a:pt x="7964615" y="34448"/>
                  </a:lnTo>
                  <a:lnTo>
                    <a:pt x="7964773" y="34448"/>
                  </a:lnTo>
                  <a:lnTo>
                    <a:pt x="7964930" y="34448"/>
                  </a:lnTo>
                  <a:lnTo>
                    <a:pt x="7965088" y="34448"/>
                  </a:lnTo>
                  <a:lnTo>
                    <a:pt x="7965246" y="34448"/>
                  </a:lnTo>
                  <a:lnTo>
                    <a:pt x="7965403" y="34448"/>
                  </a:lnTo>
                  <a:lnTo>
                    <a:pt x="7965561" y="34448"/>
                  </a:lnTo>
                  <a:lnTo>
                    <a:pt x="7965719" y="34448"/>
                  </a:lnTo>
                  <a:lnTo>
                    <a:pt x="7965877" y="34448"/>
                  </a:lnTo>
                  <a:lnTo>
                    <a:pt x="7966034" y="34448"/>
                  </a:lnTo>
                  <a:lnTo>
                    <a:pt x="7966192" y="34448"/>
                  </a:lnTo>
                  <a:lnTo>
                    <a:pt x="7966350" y="34448"/>
                  </a:lnTo>
                  <a:lnTo>
                    <a:pt x="7966507" y="34448"/>
                  </a:lnTo>
                  <a:lnTo>
                    <a:pt x="7966665" y="34448"/>
                  </a:lnTo>
                  <a:lnTo>
                    <a:pt x="7966823" y="34448"/>
                  </a:lnTo>
                  <a:lnTo>
                    <a:pt x="7966981" y="34448"/>
                  </a:lnTo>
                  <a:lnTo>
                    <a:pt x="7967138" y="34448"/>
                  </a:lnTo>
                  <a:lnTo>
                    <a:pt x="7967138" y="34017"/>
                  </a:lnTo>
                  <a:lnTo>
                    <a:pt x="7967296" y="34017"/>
                  </a:lnTo>
                  <a:lnTo>
                    <a:pt x="7967454" y="34017"/>
                  </a:lnTo>
                  <a:lnTo>
                    <a:pt x="7967611" y="34017"/>
                  </a:lnTo>
                  <a:lnTo>
                    <a:pt x="7967769" y="34017"/>
                  </a:lnTo>
                  <a:lnTo>
                    <a:pt x="7967927" y="34017"/>
                  </a:lnTo>
                  <a:lnTo>
                    <a:pt x="7968085" y="34017"/>
                  </a:lnTo>
                  <a:lnTo>
                    <a:pt x="7968242" y="34017"/>
                  </a:lnTo>
                  <a:lnTo>
                    <a:pt x="7968400" y="34017"/>
                  </a:lnTo>
                  <a:lnTo>
                    <a:pt x="7968558" y="34017"/>
                  </a:lnTo>
                  <a:lnTo>
                    <a:pt x="7968716" y="34017"/>
                  </a:lnTo>
                  <a:lnTo>
                    <a:pt x="7968873" y="34017"/>
                  </a:lnTo>
                  <a:lnTo>
                    <a:pt x="7969031" y="34017"/>
                  </a:lnTo>
                  <a:lnTo>
                    <a:pt x="7969189" y="34017"/>
                  </a:lnTo>
                  <a:lnTo>
                    <a:pt x="7969346" y="34017"/>
                  </a:lnTo>
                  <a:lnTo>
                    <a:pt x="7969504" y="34017"/>
                  </a:lnTo>
                  <a:lnTo>
                    <a:pt x="7969662" y="34017"/>
                  </a:lnTo>
                  <a:lnTo>
                    <a:pt x="7969820" y="34017"/>
                  </a:lnTo>
                  <a:lnTo>
                    <a:pt x="7969977" y="34017"/>
                  </a:lnTo>
                  <a:lnTo>
                    <a:pt x="7970135" y="34017"/>
                  </a:lnTo>
                  <a:lnTo>
                    <a:pt x="7970293" y="34017"/>
                  </a:lnTo>
                  <a:lnTo>
                    <a:pt x="7970450" y="34017"/>
                  </a:lnTo>
                  <a:lnTo>
                    <a:pt x="7970608" y="34017"/>
                  </a:lnTo>
                  <a:lnTo>
                    <a:pt x="7970766" y="34017"/>
                  </a:lnTo>
                  <a:lnTo>
                    <a:pt x="7970924" y="34017"/>
                  </a:lnTo>
                  <a:lnTo>
                    <a:pt x="7971081" y="34017"/>
                  </a:lnTo>
                  <a:lnTo>
                    <a:pt x="7971239" y="34017"/>
                  </a:lnTo>
                  <a:lnTo>
                    <a:pt x="7971397" y="34017"/>
                  </a:lnTo>
                  <a:lnTo>
                    <a:pt x="7971554" y="34017"/>
                  </a:lnTo>
                  <a:lnTo>
                    <a:pt x="7971712" y="34017"/>
                  </a:lnTo>
                  <a:lnTo>
                    <a:pt x="7971870" y="34017"/>
                  </a:lnTo>
                  <a:lnTo>
                    <a:pt x="7972028" y="34017"/>
                  </a:lnTo>
                  <a:lnTo>
                    <a:pt x="7972185" y="34017"/>
                  </a:lnTo>
                  <a:lnTo>
                    <a:pt x="7972343" y="34017"/>
                  </a:lnTo>
                  <a:lnTo>
                    <a:pt x="7972501" y="34017"/>
                  </a:lnTo>
                  <a:lnTo>
                    <a:pt x="7972658" y="34017"/>
                  </a:lnTo>
                  <a:lnTo>
                    <a:pt x="7972816" y="34017"/>
                  </a:lnTo>
                  <a:lnTo>
                    <a:pt x="7972974" y="34017"/>
                  </a:lnTo>
                  <a:lnTo>
                    <a:pt x="7973132" y="34017"/>
                  </a:lnTo>
                  <a:lnTo>
                    <a:pt x="7973289" y="34017"/>
                  </a:lnTo>
                  <a:lnTo>
                    <a:pt x="7973447" y="34017"/>
                  </a:lnTo>
                  <a:lnTo>
                    <a:pt x="7973605" y="34017"/>
                  </a:lnTo>
                  <a:lnTo>
                    <a:pt x="7973762" y="34017"/>
                  </a:lnTo>
                  <a:lnTo>
                    <a:pt x="7973920" y="34017"/>
                  </a:lnTo>
                  <a:lnTo>
                    <a:pt x="7974078" y="34017"/>
                  </a:lnTo>
                  <a:lnTo>
                    <a:pt x="7974236" y="34017"/>
                  </a:lnTo>
                  <a:lnTo>
                    <a:pt x="7974393" y="34017"/>
                  </a:lnTo>
                  <a:lnTo>
                    <a:pt x="7974551" y="34017"/>
                  </a:lnTo>
                  <a:lnTo>
                    <a:pt x="7974709" y="34017"/>
                  </a:lnTo>
                  <a:lnTo>
                    <a:pt x="7974867" y="34017"/>
                  </a:lnTo>
                  <a:lnTo>
                    <a:pt x="7975024" y="34017"/>
                  </a:lnTo>
                  <a:lnTo>
                    <a:pt x="7975182" y="34017"/>
                  </a:lnTo>
                  <a:lnTo>
                    <a:pt x="7975340" y="34017"/>
                  </a:lnTo>
                  <a:lnTo>
                    <a:pt x="7975497" y="34017"/>
                  </a:lnTo>
                  <a:lnTo>
                    <a:pt x="7975655" y="34017"/>
                  </a:lnTo>
                  <a:lnTo>
                    <a:pt x="7975813" y="34017"/>
                  </a:lnTo>
                  <a:lnTo>
                    <a:pt x="7975971" y="34017"/>
                  </a:lnTo>
                  <a:lnTo>
                    <a:pt x="7976128" y="34017"/>
                  </a:lnTo>
                  <a:lnTo>
                    <a:pt x="7976286" y="34017"/>
                  </a:lnTo>
                  <a:lnTo>
                    <a:pt x="7976444" y="34017"/>
                  </a:lnTo>
                  <a:lnTo>
                    <a:pt x="7976601" y="34017"/>
                  </a:lnTo>
                  <a:lnTo>
                    <a:pt x="7976759" y="34017"/>
                  </a:lnTo>
                  <a:lnTo>
                    <a:pt x="7976917" y="34017"/>
                  </a:lnTo>
                  <a:lnTo>
                    <a:pt x="7977075" y="34017"/>
                  </a:lnTo>
                  <a:lnTo>
                    <a:pt x="7977232" y="34017"/>
                  </a:lnTo>
                  <a:lnTo>
                    <a:pt x="7977390" y="34017"/>
                  </a:lnTo>
                  <a:lnTo>
                    <a:pt x="7977548" y="34017"/>
                  </a:lnTo>
                  <a:lnTo>
                    <a:pt x="7977705" y="34017"/>
                  </a:lnTo>
                  <a:lnTo>
                    <a:pt x="7977863" y="34017"/>
                  </a:lnTo>
                  <a:lnTo>
                    <a:pt x="7978021" y="34017"/>
                  </a:lnTo>
                  <a:lnTo>
                    <a:pt x="7978179" y="34017"/>
                  </a:lnTo>
                  <a:lnTo>
                    <a:pt x="7978336" y="34017"/>
                  </a:lnTo>
                  <a:lnTo>
                    <a:pt x="7978494" y="34017"/>
                  </a:lnTo>
                  <a:lnTo>
                    <a:pt x="7978652" y="34017"/>
                  </a:lnTo>
                  <a:lnTo>
                    <a:pt x="7978809" y="34017"/>
                  </a:lnTo>
                  <a:lnTo>
                    <a:pt x="7978967" y="34017"/>
                  </a:lnTo>
                  <a:lnTo>
                    <a:pt x="7979125" y="34017"/>
                  </a:lnTo>
                  <a:lnTo>
                    <a:pt x="7979283" y="34017"/>
                  </a:lnTo>
                  <a:lnTo>
                    <a:pt x="7979440" y="34017"/>
                  </a:lnTo>
                  <a:lnTo>
                    <a:pt x="7979440" y="33586"/>
                  </a:lnTo>
                  <a:lnTo>
                    <a:pt x="7979598" y="33586"/>
                  </a:lnTo>
                  <a:lnTo>
                    <a:pt x="7979756" y="33586"/>
                  </a:lnTo>
                  <a:lnTo>
                    <a:pt x="7979914" y="33586"/>
                  </a:lnTo>
                  <a:lnTo>
                    <a:pt x="7980071" y="33586"/>
                  </a:lnTo>
                  <a:lnTo>
                    <a:pt x="7980229" y="33586"/>
                  </a:lnTo>
                  <a:lnTo>
                    <a:pt x="7980387" y="33586"/>
                  </a:lnTo>
                  <a:lnTo>
                    <a:pt x="7980544" y="33586"/>
                  </a:lnTo>
                  <a:lnTo>
                    <a:pt x="7980702" y="33586"/>
                  </a:lnTo>
                  <a:lnTo>
                    <a:pt x="7980860" y="33586"/>
                  </a:lnTo>
                  <a:lnTo>
                    <a:pt x="7981018" y="33586"/>
                  </a:lnTo>
                  <a:lnTo>
                    <a:pt x="7981175" y="33586"/>
                  </a:lnTo>
                  <a:lnTo>
                    <a:pt x="7981333" y="33586"/>
                  </a:lnTo>
                  <a:lnTo>
                    <a:pt x="7981491" y="33586"/>
                  </a:lnTo>
                  <a:lnTo>
                    <a:pt x="7981648" y="33586"/>
                  </a:lnTo>
                  <a:lnTo>
                    <a:pt x="7981648" y="33156"/>
                  </a:lnTo>
                  <a:lnTo>
                    <a:pt x="7981806" y="33156"/>
                  </a:lnTo>
                  <a:lnTo>
                    <a:pt x="7981964" y="33156"/>
                  </a:lnTo>
                  <a:lnTo>
                    <a:pt x="7982122" y="33156"/>
                  </a:lnTo>
                  <a:lnTo>
                    <a:pt x="7982279" y="33156"/>
                  </a:lnTo>
                  <a:lnTo>
                    <a:pt x="7982437" y="33156"/>
                  </a:lnTo>
                  <a:lnTo>
                    <a:pt x="7982595" y="33156"/>
                  </a:lnTo>
                  <a:lnTo>
                    <a:pt x="7982752" y="33156"/>
                  </a:lnTo>
                  <a:lnTo>
                    <a:pt x="7982752" y="32725"/>
                  </a:lnTo>
                  <a:lnTo>
                    <a:pt x="7982910" y="32725"/>
                  </a:lnTo>
                  <a:lnTo>
                    <a:pt x="7983068" y="32725"/>
                  </a:lnTo>
                  <a:lnTo>
                    <a:pt x="7983226" y="32725"/>
                  </a:lnTo>
                  <a:lnTo>
                    <a:pt x="7983383" y="32725"/>
                  </a:lnTo>
                  <a:lnTo>
                    <a:pt x="7983541" y="32725"/>
                  </a:lnTo>
                  <a:lnTo>
                    <a:pt x="7983699" y="32725"/>
                  </a:lnTo>
                  <a:lnTo>
                    <a:pt x="7983856" y="32725"/>
                  </a:lnTo>
                  <a:lnTo>
                    <a:pt x="7984014" y="32725"/>
                  </a:lnTo>
                  <a:lnTo>
                    <a:pt x="7984172" y="32725"/>
                  </a:lnTo>
                  <a:lnTo>
                    <a:pt x="7984330" y="32725"/>
                  </a:lnTo>
                  <a:lnTo>
                    <a:pt x="7984487" y="32725"/>
                  </a:lnTo>
                  <a:lnTo>
                    <a:pt x="7984645" y="32725"/>
                  </a:lnTo>
                  <a:lnTo>
                    <a:pt x="7984803" y="32725"/>
                  </a:lnTo>
                  <a:lnTo>
                    <a:pt x="7984960" y="32725"/>
                  </a:lnTo>
                  <a:lnTo>
                    <a:pt x="7985118" y="32725"/>
                  </a:lnTo>
                  <a:lnTo>
                    <a:pt x="7985118" y="32295"/>
                  </a:lnTo>
                  <a:lnTo>
                    <a:pt x="7985276" y="32295"/>
                  </a:lnTo>
                  <a:lnTo>
                    <a:pt x="7985434" y="32295"/>
                  </a:lnTo>
                  <a:lnTo>
                    <a:pt x="7985591" y="32295"/>
                  </a:lnTo>
                  <a:lnTo>
                    <a:pt x="7985749" y="32295"/>
                  </a:lnTo>
                  <a:lnTo>
                    <a:pt x="7985907" y="32295"/>
                  </a:lnTo>
                  <a:lnTo>
                    <a:pt x="7986065" y="32295"/>
                  </a:lnTo>
                  <a:lnTo>
                    <a:pt x="7986222" y="32295"/>
                  </a:lnTo>
                  <a:lnTo>
                    <a:pt x="7986380" y="32295"/>
                  </a:lnTo>
                  <a:lnTo>
                    <a:pt x="7986380" y="31864"/>
                  </a:lnTo>
                  <a:lnTo>
                    <a:pt x="7986538" y="31864"/>
                  </a:lnTo>
                  <a:lnTo>
                    <a:pt x="7986695" y="31864"/>
                  </a:lnTo>
                  <a:lnTo>
                    <a:pt x="7986853" y="31864"/>
                  </a:lnTo>
                  <a:lnTo>
                    <a:pt x="7986853" y="31433"/>
                  </a:lnTo>
                  <a:lnTo>
                    <a:pt x="7987011" y="31433"/>
                  </a:lnTo>
                  <a:lnTo>
                    <a:pt x="7987169" y="31433"/>
                  </a:lnTo>
                  <a:lnTo>
                    <a:pt x="7987326" y="31433"/>
                  </a:lnTo>
                  <a:lnTo>
                    <a:pt x="7987484" y="31433"/>
                  </a:lnTo>
                  <a:lnTo>
                    <a:pt x="7987642" y="31433"/>
                  </a:lnTo>
                  <a:lnTo>
                    <a:pt x="7987799" y="31433"/>
                  </a:lnTo>
                  <a:lnTo>
                    <a:pt x="7987957" y="31433"/>
                  </a:lnTo>
                  <a:lnTo>
                    <a:pt x="7988115" y="31433"/>
                  </a:lnTo>
                  <a:lnTo>
                    <a:pt x="7988273" y="31433"/>
                  </a:lnTo>
                  <a:lnTo>
                    <a:pt x="7988430" y="31433"/>
                  </a:lnTo>
                  <a:lnTo>
                    <a:pt x="7988588" y="31433"/>
                  </a:lnTo>
                  <a:lnTo>
                    <a:pt x="7988746" y="31433"/>
                  </a:lnTo>
                  <a:lnTo>
                    <a:pt x="7988903" y="31433"/>
                  </a:lnTo>
                  <a:lnTo>
                    <a:pt x="7989061" y="31433"/>
                  </a:lnTo>
                  <a:lnTo>
                    <a:pt x="7989219" y="31433"/>
                  </a:lnTo>
                  <a:lnTo>
                    <a:pt x="7989377" y="31433"/>
                  </a:lnTo>
                  <a:lnTo>
                    <a:pt x="7989534" y="31433"/>
                  </a:lnTo>
                  <a:lnTo>
                    <a:pt x="7989692" y="31433"/>
                  </a:lnTo>
                  <a:lnTo>
                    <a:pt x="7989850" y="31433"/>
                  </a:lnTo>
                  <a:lnTo>
                    <a:pt x="7990007" y="31433"/>
                  </a:lnTo>
                  <a:lnTo>
                    <a:pt x="7990165" y="31433"/>
                  </a:lnTo>
                  <a:lnTo>
                    <a:pt x="7990323" y="31433"/>
                  </a:lnTo>
                  <a:lnTo>
                    <a:pt x="7990481" y="31433"/>
                  </a:lnTo>
                  <a:lnTo>
                    <a:pt x="7990638" y="31433"/>
                  </a:lnTo>
                  <a:lnTo>
                    <a:pt x="7990796" y="31433"/>
                  </a:lnTo>
                  <a:lnTo>
                    <a:pt x="7990954" y="31433"/>
                  </a:lnTo>
                  <a:lnTo>
                    <a:pt x="7991112" y="31433"/>
                  </a:lnTo>
                  <a:lnTo>
                    <a:pt x="7991269" y="31433"/>
                  </a:lnTo>
                  <a:lnTo>
                    <a:pt x="7991427" y="31433"/>
                  </a:lnTo>
                  <a:lnTo>
                    <a:pt x="7991585" y="31433"/>
                  </a:lnTo>
                  <a:lnTo>
                    <a:pt x="7991742" y="31433"/>
                  </a:lnTo>
                  <a:lnTo>
                    <a:pt x="7991900" y="31433"/>
                  </a:lnTo>
                  <a:lnTo>
                    <a:pt x="7992058" y="31433"/>
                  </a:lnTo>
                  <a:lnTo>
                    <a:pt x="7992216" y="31433"/>
                  </a:lnTo>
                  <a:lnTo>
                    <a:pt x="7992373" y="31433"/>
                  </a:lnTo>
                  <a:lnTo>
                    <a:pt x="7992531" y="31433"/>
                  </a:lnTo>
                  <a:lnTo>
                    <a:pt x="7992689" y="31433"/>
                  </a:lnTo>
                  <a:lnTo>
                    <a:pt x="7992846" y="31433"/>
                  </a:lnTo>
                  <a:lnTo>
                    <a:pt x="7993004" y="31433"/>
                  </a:lnTo>
                  <a:lnTo>
                    <a:pt x="7993162" y="31433"/>
                  </a:lnTo>
                  <a:lnTo>
                    <a:pt x="7993320" y="31433"/>
                  </a:lnTo>
                  <a:lnTo>
                    <a:pt x="7993477" y="31433"/>
                  </a:lnTo>
                  <a:lnTo>
                    <a:pt x="7993635" y="31433"/>
                  </a:lnTo>
                  <a:lnTo>
                    <a:pt x="7993793" y="31433"/>
                  </a:lnTo>
                  <a:lnTo>
                    <a:pt x="7993950" y="31433"/>
                  </a:lnTo>
                  <a:lnTo>
                    <a:pt x="7994108" y="31433"/>
                  </a:lnTo>
                  <a:lnTo>
                    <a:pt x="7994266" y="31433"/>
                  </a:lnTo>
                  <a:lnTo>
                    <a:pt x="7994424" y="31433"/>
                  </a:lnTo>
                  <a:lnTo>
                    <a:pt x="7994581" y="31433"/>
                  </a:lnTo>
                  <a:lnTo>
                    <a:pt x="7994739" y="31433"/>
                  </a:lnTo>
                  <a:lnTo>
                    <a:pt x="7994897" y="31433"/>
                  </a:lnTo>
                  <a:lnTo>
                    <a:pt x="7995054" y="31433"/>
                  </a:lnTo>
                  <a:lnTo>
                    <a:pt x="7995212" y="31433"/>
                  </a:lnTo>
                  <a:lnTo>
                    <a:pt x="7995370" y="31433"/>
                  </a:lnTo>
                  <a:lnTo>
                    <a:pt x="7995528" y="31433"/>
                  </a:lnTo>
                  <a:lnTo>
                    <a:pt x="7995685" y="31433"/>
                  </a:lnTo>
                  <a:lnTo>
                    <a:pt x="7995843" y="31433"/>
                  </a:lnTo>
                  <a:lnTo>
                    <a:pt x="7996001" y="31433"/>
                  </a:lnTo>
                  <a:lnTo>
                    <a:pt x="7996158" y="31433"/>
                  </a:lnTo>
                  <a:lnTo>
                    <a:pt x="7996316" y="31433"/>
                  </a:lnTo>
                  <a:lnTo>
                    <a:pt x="7996474" y="31433"/>
                  </a:lnTo>
                  <a:lnTo>
                    <a:pt x="7996632" y="31433"/>
                  </a:lnTo>
                  <a:lnTo>
                    <a:pt x="7996789" y="31433"/>
                  </a:lnTo>
                  <a:lnTo>
                    <a:pt x="7996947" y="31433"/>
                  </a:lnTo>
                  <a:lnTo>
                    <a:pt x="7997105" y="31433"/>
                  </a:lnTo>
                  <a:lnTo>
                    <a:pt x="7997263" y="31433"/>
                  </a:lnTo>
                  <a:lnTo>
                    <a:pt x="7997420" y="31433"/>
                  </a:lnTo>
                  <a:lnTo>
                    <a:pt x="7997578" y="31433"/>
                  </a:lnTo>
                  <a:lnTo>
                    <a:pt x="7997736" y="31433"/>
                  </a:lnTo>
                  <a:lnTo>
                    <a:pt x="7997893" y="31433"/>
                  </a:lnTo>
                  <a:lnTo>
                    <a:pt x="7998051" y="31433"/>
                  </a:lnTo>
                  <a:lnTo>
                    <a:pt x="7998209" y="31433"/>
                  </a:lnTo>
                  <a:lnTo>
                    <a:pt x="7998367" y="31433"/>
                  </a:lnTo>
                  <a:lnTo>
                    <a:pt x="7998524" y="31433"/>
                  </a:lnTo>
                  <a:lnTo>
                    <a:pt x="7998682" y="31433"/>
                  </a:lnTo>
                  <a:lnTo>
                    <a:pt x="7998840" y="31433"/>
                  </a:lnTo>
                  <a:lnTo>
                    <a:pt x="7998997" y="31433"/>
                  </a:lnTo>
                  <a:lnTo>
                    <a:pt x="7999155" y="31433"/>
                  </a:lnTo>
                  <a:lnTo>
                    <a:pt x="7999313" y="31433"/>
                  </a:lnTo>
                  <a:lnTo>
                    <a:pt x="7999313" y="31003"/>
                  </a:lnTo>
                  <a:lnTo>
                    <a:pt x="7999471" y="31003"/>
                  </a:lnTo>
                  <a:lnTo>
                    <a:pt x="7999628" y="31003"/>
                  </a:lnTo>
                  <a:lnTo>
                    <a:pt x="7999786" y="31003"/>
                  </a:lnTo>
                  <a:lnTo>
                    <a:pt x="7999944" y="31003"/>
                  </a:lnTo>
                  <a:lnTo>
                    <a:pt x="8000101" y="31003"/>
                  </a:lnTo>
                  <a:lnTo>
                    <a:pt x="8000259" y="31003"/>
                  </a:lnTo>
                  <a:lnTo>
                    <a:pt x="8000417" y="31003"/>
                  </a:lnTo>
                  <a:lnTo>
                    <a:pt x="8000575" y="31003"/>
                  </a:lnTo>
                  <a:lnTo>
                    <a:pt x="8000732" y="31003"/>
                  </a:lnTo>
                  <a:lnTo>
                    <a:pt x="8000890" y="31003"/>
                  </a:lnTo>
                  <a:lnTo>
                    <a:pt x="8001048" y="31003"/>
                  </a:lnTo>
                  <a:lnTo>
                    <a:pt x="8001205" y="31003"/>
                  </a:lnTo>
                  <a:lnTo>
                    <a:pt x="8001363" y="31003"/>
                  </a:lnTo>
                  <a:lnTo>
                    <a:pt x="8001521" y="31003"/>
                  </a:lnTo>
                  <a:lnTo>
                    <a:pt x="8001679" y="31003"/>
                  </a:lnTo>
                  <a:lnTo>
                    <a:pt x="8001836" y="31003"/>
                  </a:lnTo>
                  <a:lnTo>
                    <a:pt x="8001994" y="31003"/>
                  </a:lnTo>
                  <a:lnTo>
                    <a:pt x="8002152" y="31003"/>
                  </a:lnTo>
                  <a:lnTo>
                    <a:pt x="8002310" y="31003"/>
                  </a:lnTo>
                  <a:lnTo>
                    <a:pt x="8002467" y="31003"/>
                  </a:lnTo>
                  <a:lnTo>
                    <a:pt x="8002625" y="31003"/>
                  </a:lnTo>
                  <a:lnTo>
                    <a:pt x="8002783" y="31003"/>
                  </a:lnTo>
                  <a:lnTo>
                    <a:pt x="8002940" y="31003"/>
                  </a:lnTo>
                  <a:lnTo>
                    <a:pt x="8003098" y="31003"/>
                  </a:lnTo>
                  <a:lnTo>
                    <a:pt x="8003256" y="31003"/>
                  </a:lnTo>
                  <a:lnTo>
                    <a:pt x="8003414" y="31003"/>
                  </a:lnTo>
                  <a:lnTo>
                    <a:pt x="8003571" y="31003"/>
                  </a:lnTo>
                  <a:lnTo>
                    <a:pt x="8003729" y="31003"/>
                  </a:lnTo>
                  <a:lnTo>
                    <a:pt x="8003887" y="31003"/>
                  </a:lnTo>
                  <a:lnTo>
                    <a:pt x="8004044" y="31003"/>
                  </a:lnTo>
                  <a:lnTo>
                    <a:pt x="8004202" y="31003"/>
                  </a:lnTo>
                  <a:lnTo>
                    <a:pt x="8004360" y="31003"/>
                  </a:lnTo>
                  <a:lnTo>
                    <a:pt x="8004518" y="31003"/>
                  </a:lnTo>
                  <a:lnTo>
                    <a:pt x="8004675" y="31003"/>
                  </a:lnTo>
                  <a:lnTo>
                    <a:pt x="8004833" y="31003"/>
                  </a:lnTo>
                  <a:lnTo>
                    <a:pt x="8004991" y="31003"/>
                  </a:lnTo>
                  <a:lnTo>
                    <a:pt x="8005148" y="31003"/>
                  </a:lnTo>
                  <a:lnTo>
                    <a:pt x="8005306" y="31003"/>
                  </a:lnTo>
                  <a:lnTo>
                    <a:pt x="8005306" y="30572"/>
                  </a:lnTo>
                  <a:lnTo>
                    <a:pt x="8005464" y="30572"/>
                  </a:lnTo>
                  <a:lnTo>
                    <a:pt x="8005622" y="30572"/>
                  </a:lnTo>
                  <a:lnTo>
                    <a:pt x="8005779" y="30572"/>
                  </a:lnTo>
                  <a:lnTo>
                    <a:pt x="8005937" y="30572"/>
                  </a:lnTo>
                  <a:lnTo>
                    <a:pt x="8006095" y="30572"/>
                  </a:lnTo>
                  <a:lnTo>
                    <a:pt x="8006252" y="30572"/>
                  </a:lnTo>
                  <a:lnTo>
                    <a:pt x="8006410" y="30572"/>
                  </a:lnTo>
                  <a:lnTo>
                    <a:pt x="8006568" y="30572"/>
                  </a:lnTo>
                  <a:lnTo>
                    <a:pt x="8006726" y="30572"/>
                  </a:lnTo>
                  <a:lnTo>
                    <a:pt x="8006883" y="30572"/>
                  </a:lnTo>
                  <a:lnTo>
                    <a:pt x="8007041" y="30572"/>
                  </a:lnTo>
                  <a:lnTo>
                    <a:pt x="8007199" y="30572"/>
                  </a:lnTo>
                  <a:lnTo>
                    <a:pt x="8007356" y="30572"/>
                  </a:lnTo>
                  <a:lnTo>
                    <a:pt x="8007514" y="30572"/>
                  </a:lnTo>
                  <a:lnTo>
                    <a:pt x="8007672" y="30572"/>
                  </a:lnTo>
                  <a:lnTo>
                    <a:pt x="8007830" y="30572"/>
                  </a:lnTo>
                  <a:lnTo>
                    <a:pt x="8007987" y="30572"/>
                  </a:lnTo>
                  <a:lnTo>
                    <a:pt x="8008145" y="30572"/>
                  </a:lnTo>
                  <a:lnTo>
                    <a:pt x="8008303" y="30572"/>
                  </a:lnTo>
                  <a:lnTo>
                    <a:pt x="8008461" y="30572"/>
                  </a:lnTo>
                  <a:lnTo>
                    <a:pt x="8008618" y="30572"/>
                  </a:lnTo>
                  <a:lnTo>
                    <a:pt x="8008776" y="30572"/>
                  </a:lnTo>
                  <a:lnTo>
                    <a:pt x="8008934" y="30572"/>
                  </a:lnTo>
                  <a:lnTo>
                    <a:pt x="8009091" y="30572"/>
                  </a:lnTo>
                  <a:lnTo>
                    <a:pt x="8009249" y="30572"/>
                  </a:lnTo>
                  <a:lnTo>
                    <a:pt x="8009407" y="30572"/>
                  </a:lnTo>
                  <a:lnTo>
                    <a:pt x="8009565" y="30572"/>
                  </a:lnTo>
                  <a:lnTo>
                    <a:pt x="8009722" y="30572"/>
                  </a:lnTo>
                  <a:lnTo>
                    <a:pt x="8009880" y="30572"/>
                  </a:lnTo>
                  <a:lnTo>
                    <a:pt x="8010038" y="30572"/>
                  </a:lnTo>
                  <a:lnTo>
                    <a:pt x="8010195" y="30572"/>
                  </a:lnTo>
                  <a:lnTo>
                    <a:pt x="8010353" y="30572"/>
                  </a:lnTo>
                  <a:lnTo>
                    <a:pt x="8010511" y="30572"/>
                  </a:lnTo>
                  <a:lnTo>
                    <a:pt x="8010669" y="30572"/>
                  </a:lnTo>
                  <a:lnTo>
                    <a:pt x="8010826" y="30572"/>
                  </a:lnTo>
                  <a:lnTo>
                    <a:pt x="8010984" y="30572"/>
                  </a:lnTo>
                  <a:lnTo>
                    <a:pt x="8011142" y="30572"/>
                  </a:lnTo>
                  <a:lnTo>
                    <a:pt x="8011299" y="30572"/>
                  </a:lnTo>
                  <a:lnTo>
                    <a:pt x="8011457" y="30572"/>
                  </a:lnTo>
                  <a:lnTo>
                    <a:pt x="8011615" y="30572"/>
                  </a:lnTo>
                  <a:lnTo>
                    <a:pt x="8011773" y="30572"/>
                  </a:lnTo>
                  <a:lnTo>
                    <a:pt x="8011930" y="30572"/>
                  </a:lnTo>
                  <a:lnTo>
                    <a:pt x="8012088" y="30572"/>
                  </a:lnTo>
                  <a:lnTo>
                    <a:pt x="8012246" y="30572"/>
                  </a:lnTo>
                  <a:lnTo>
                    <a:pt x="8012403" y="30572"/>
                  </a:lnTo>
                  <a:lnTo>
                    <a:pt x="8012403" y="30142"/>
                  </a:lnTo>
                  <a:lnTo>
                    <a:pt x="8012561" y="30142"/>
                  </a:lnTo>
                  <a:lnTo>
                    <a:pt x="8012719" y="30142"/>
                  </a:lnTo>
                  <a:lnTo>
                    <a:pt x="8012877" y="30142"/>
                  </a:lnTo>
                  <a:lnTo>
                    <a:pt x="8013034" y="30142"/>
                  </a:lnTo>
                  <a:lnTo>
                    <a:pt x="8013034" y="29711"/>
                  </a:lnTo>
                  <a:lnTo>
                    <a:pt x="8013192" y="29711"/>
                  </a:lnTo>
                  <a:lnTo>
                    <a:pt x="8013350" y="29711"/>
                  </a:lnTo>
                  <a:lnTo>
                    <a:pt x="8013507" y="29711"/>
                  </a:lnTo>
                  <a:lnTo>
                    <a:pt x="8013665" y="29711"/>
                  </a:lnTo>
                  <a:lnTo>
                    <a:pt x="8013823" y="29711"/>
                  </a:lnTo>
                  <a:lnTo>
                    <a:pt x="8013981" y="29711"/>
                  </a:lnTo>
                  <a:lnTo>
                    <a:pt x="8013981" y="29280"/>
                  </a:lnTo>
                  <a:lnTo>
                    <a:pt x="8014138" y="29280"/>
                  </a:lnTo>
                  <a:lnTo>
                    <a:pt x="8014296" y="29280"/>
                  </a:lnTo>
                  <a:lnTo>
                    <a:pt x="8014454" y="29280"/>
                  </a:lnTo>
                  <a:lnTo>
                    <a:pt x="8014612" y="29280"/>
                  </a:lnTo>
                  <a:lnTo>
                    <a:pt x="8014769" y="29280"/>
                  </a:lnTo>
                  <a:lnTo>
                    <a:pt x="8014927" y="29280"/>
                  </a:lnTo>
                  <a:lnTo>
                    <a:pt x="8015085" y="29280"/>
                  </a:lnTo>
                  <a:lnTo>
                    <a:pt x="8015242" y="29280"/>
                  </a:lnTo>
                  <a:lnTo>
                    <a:pt x="8015400" y="29280"/>
                  </a:lnTo>
                  <a:lnTo>
                    <a:pt x="8015558" y="29280"/>
                  </a:lnTo>
                  <a:lnTo>
                    <a:pt x="8015716" y="29280"/>
                  </a:lnTo>
                  <a:lnTo>
                    <a:pt x="8015873" y="29280"/>
                  </a:lnTo>
                  <a:lnTo>
                    <a:pt x="8016031" y="29280"/>
                  </a:lnTo>
                  <a:lnTo>
                    <a:pt x="8016189" y="29280"/>
                  </a:lnTo>
                  <a:lnTo>
                    <a:pt x="8016346" y="29280"/>
                  </a:lnTo>
                  <a:lnTo>
                    <a:pt x="8016504" y="29280"/>
                  </a:lnTo>
                  <a:lnTo>
                    <a:pt x="8016662" y="29280"/>
                  </a:lnTo>
                  <a:lnTo>
                    <a:pt x="8016820" y="29280"/>
                  </a:lnTo>
                  <a:lnTo>
                    <a:pt x="8016977" y="29280"/>
                  </a:lnTo>
                  <a:lnTo>
                    <a:pt x="8017135" y="29280"/>
                  </a:lnTo>
                  <a:lnTo>
                    <a:pt x="8017293" y="29280"/>
                  </a:lnTo>
                  <a:lnTo>
                    <a:pt x="8017450" y="29280"/>
                  </a:lnTo>
                  <a:lnTo>
                    <a:pt x="8017608" y="29280"/>
                  </a:lnTo>
                  <a:lnTo>
                    <a:pt x="8017766" y="29280"/>
                  </a:lnTo>
                  <a:lnTo>
                    <a:pt x="8017924" y="29280"/>
                  </a:lnTo>
                  <a:lnTo>
                    <a:pt x="8018081" y="29280"/>
                  </a:lnTo>
                  <a:lnTo>
                    <a:pt x="8018239" y="29280"/>
                  </a:lnTo>
                  <a:lnTo>
                    <a:pt x="8018397" y="29280"/>
                  </a:lnTo>
                  <a:lnTo>
                    <a:pt x="8018554" y="29280"/>
                  </a:lnTo>
                  <a:lnTo>
                    <a:pt x="8018712" y="29280"/>
                  </a:lnTo>
                  <a:lnTo>
                    <a:pt x="8018870" y="29280"/>
                  </a:lnTo>
                  <a:lnTo>
                    <a:pt x="8019028" y="29280"/>
                  </a:lnTo>
                  <a:lnTo>
                    <a:pt x="8019185" y="29280"/>
                  </a:lnTo>
                  <a:lnTo>
                    <a:pt x="8019343" y="29280"/>
                  </a:lnTo>
                  <a:lnTo>
                    <a:pt x="8019501" y="29280"/>
                  </a:lnTo>
                  <a:lnTo>
                    <a:pt x="8019659" y="29280"/>
                  </a:lnTo>
                  <a:lnTo>
                    <a:pt x="8019816" y="29280"/>
                  </a:lnTo>
                  <a:lnTo>
                    <a:pt x="8019974" y="29280"/>
                  </a:lnTo>
                  <a:lnTo>
                    <a:pt x="8020132" y="29280"/>
                  </a:lnTo>
                  <a:lnTo>
                    <a:pt x="8020289" y="29280"/>
                  </a:lnTo>
                  <a:lnTo>
                    <a:pt x="8020447" y="29280"/>
                  </a:lnTo>
                  <a:lnTo>
                    <a:pt x="8020605" y="29280"/>
                  </a:lnTo>
                  <a:lnTo>
                    <a:pt x="8020763" y="29280"/>
                  </a:lnTo>
                  <a:lnTo>
                    <a:pt x="8020920" y="29280"/>
                  </a:lnTo>
                  <a:lnTo>
                    <a:pt x="8021078" y="29280"/>
                  </a:lnTo>
                  <a:lnTo>
                    <a:pt x="8021236" y="29280"/>
                  </a:lnTo>
                  <a:lnTo>
                    <a:pt x="8021236" y="28850"/>
                  </a:lnTo>
                  <a:lnTo>
                    <a:pt x="8021393" y="28850"/>
                  </a:lnTo>
                  <a:lnTo>
                    <a:pt x="8021551" y="28850"/>
                  </a:lnTo>
                  <a:lnTo>
                    <a:pt x="8021709" y="28850"/>
                  </a:lnTo>
                  <a:lnTo>
                    <a:pt x="8021867" y="28850"/>
                  </a:lnTo>
                  <a:lnTo>
                    <a:pt x="8022024" y="28850"/>
                  </a:lnTo>
                  <a:lnTo>
                    <a:pt x="8022182" y="28850"/>
                  </a:lnTo>
                  <a:lnTo>
                    <a:pt x="8022340" y="28850"/>
                  </a:lnTo>
                  <a:lnTo>
                    <a:pt x="8022497" y="28850"/>
                  </a:lnTo>
                  <a:lnTo>
                    <a:pt x="8022655" y="28850"/>
                  </a:lnTo>
                  <a:lnTo>
                    <a:pt x="8022813" y="28850"/>
                  </a:lnTo>
                  <a:lnTo>
                    <a:pt x="8022971" y="28850"/>
                  </a:lnTo>
                  <a:lnTo>
                    <a:pt x="8023128" y="28850"/>
                  </a:lnTo>
                  <a:lnTo>
                    <a:pt x="8023286" y="28850"/>
                  </a:lnTo>
                  <a:lnTo>
                    <a:pt x="8023444" y="28850"/>
                  </a:lnTo>
                  <a:lnTo>
                    <a:pt x="8023601" y="28850"/>
                  </a:lnTo>
                  <a:lnTo>
                    <a:pt x="8023759" y="28850"/>
                  </a:lnTo>
                  <a:lnTo>
                    <a:pt x="8023917" y="28850"/>
                  </a:lnTo>
                  <a:lnTo>
                    <a:pt x="8024075" y="28850"/>
                  </a:lnTo>
                  <a:lnTo>
                    <a:pt x="8024232" y="28850"/>
                  </a:lnTo>
                  <a:lnTo>
                    <a:pt x="8024390" y="28850"/>
                  </a:lnTo>
                  <a:lnTo>
                    <a:pt x="8024548" y="28850"/>
                  </a:lnTo>
                  <a:lnTo>
                    <a:pt x="8024705" y="28850"/>
                  </a:lnTo>
                  <a:lnTo>
                    <a:pt x="8024863" y="28850"/>
                  </a:lnTo>
                  <a:lnTo>
                    <a:pt x="8025021" y="28850"/>
                  </a:lnTo>
                  <a:lnTo>
                    <a:pt x="8025179" y="28850"/>
                  </a:lnTo>
                  <a:lnTo>
                    <a:pt x="8025336" y="28850"/>
                  </a:lnTo>
                  <a:lnTo>
                    <a:pt x="8025494" y="28850"/>
                  </a:lnTo>
                  <a:lnTo>
                    <a:pt x="8025652" y="28850"/>
                  </a:lnTo>
                  <a:lnTo>
                    <a:pt x="8025810" y="28850"/>
                  </a:lnTo>
                  <a:lnTo>
                    <a:pt x="8025967" y="28850"/>
                  </a:lnTo>
                  <a:lnTo>
                    <a:pt x="8026125" y="28850"/>
                  </a:lnTo>
                  <a:lnTo>
                    <a:pt x="8026283" y="28850"/>
                  </a:lnTo>
                  <a:lnTo>
                    <a:pt x="8026440" y="28850"/>
                  </a:lnTo>
                  <a:lnTo>
                    <a:pt x="8026598" y="28850"/>
                  </a:lnTo>
                  <a:lnTo>
                    <a:pt x="8026756" y="28850"/>
                  </a:lnTo>
                  <a:lnTo>
                    <a:pt x="8026914" y="28850"/>
                  </a:lnTo>
                  <a:lnTo>
                    <a:pt x="8027071" y="28850"/>
                  </a:lnTo>
                  <a:lnTo>
                    <a:pt x="8027229" y="28850"/>
                  </a:lnTo>
                  <a:lnTo>
                    <a:pt x="8027387" y="28850"/>
                  </a:lnTo>
                  <a:lnTo>
                    <a:pt x="8027544" y="28850"/>
                  </a:lnTo>
                  <a:lnTo>
                    <a:pt x="8027702" y="28850"/>
                  </a:lnTo>
                  <a:lnTo>
                    <a:pt x="8027860" y="28850"/>
                  </a:lnTo>
                  <a:lnTo>
                    <a:pt x="8028018" y="28850"/>
                  </a:lnTo>
                  <a:lnTo>
                    <a:pt x="8028175" y="28850"/>
                  </a:lnTo>
                  <a:lnTo>
                    <a:pt x="8028333" y="28850"/>
                  </a:lnTo>
                  <a:lnTo>
                    <a:pt x="8028491" y="28850"/>
                  </a:lnTo>
                  <a:lnTo>
                    <a:pt x="8028648" y="28850"/>
                  </a:lnTo>
                  <a:lnTo>
                    <a:pt x="8028806" y="28850"/>
                  </a:lnTo>
                  <a:lnTo>
                    <a:pt x="8028964" y="28850"/>
                  </a:lnTo>
                  <a:lnTo>
                    <a:pt x="8029122" y="28850"/>
                  </a:lnTo>
                  <a:lnTo>
                    <a:pt x="8029279" y="28850"/>
                  </a:lnTo>
                  <a:lnTo>
                    <a:pt x="8029437" y="28850"/>
                  </a:lnTo>
                  <a:lnTo>
                    <a:pt x="8029595" y="28850"/>
                  </a:lnTo>
                  <a:lnTo>
                    <a:pt x="8029752" y="28850"/>
                  </a:lnTo>
                  <a:lnTo>
                    <a:pt x="8029910" y="28850"/>
                  </a:lnTo>
                  <a:lnTo>
                    <a:pt x="8030068" y="28850"/>
                  </a:lnTo>
                  <a:lnTo>
                    <a:pt x="8030226" y="28850"/>
                  </a:lnTo>
                  <a:lnTo>
                    <a:pt x="8030383" y="28850"/>
                  </a:lnTo>
                  <a:lnTo>
                    <a:pt x="8030541" y="28850"/>
                  </a:lnTo>
                  <a:lnTo>
                    <a:pt x="8030699" y="28850"/>
                  </a:lnTo>
                  <a:lnTo>
                    <a:pt x="8030857" y="28850"/>
                  </a:lnTo>
                  <a:lnTo>
                    <a:pt x="8031014" y="28850"/>
                  </a:lnTo>
                  <a:lnTo>
                    <a:pt x="8031172" y="28850"/>
                  </a:lnTo>
                  <a:lnTo>
                    <a:pt x="8031330" y="28850"/>
                  </a:lnTo>
                  <a:lnTo>
                    <a:pt x="8031487" y="28850"/>
                  </a:lnTo>
                  <a:lnTo>
                    <a:pt x="8031645" y="28850"/>
                  </a:lnTo>
                  <a:lnTo>
                    <a:pt x="8031803" y="28850"/>
                  </a:lnTo>
                  <a:lnTo>
                    <a:pt x="8031961" y="28850"/>
                  </a:lnTo>
                  <a:lnTo>
                    <a:pt x="8032118" y="28850"/>
                  </a:lnTo>
                  <a:lnTo>
                    <a:pt x="8032276" y="28850"/>
                  </a:lnTo>
                  <a:lnTo>
                    <a:pt x="8032434" y="28850"/>
                  </a:lnTo>
                  <a:lnTo>
                    <a:pt x="8032591" y="28850"/>
                  </a:lnTo>
                  <a:lnTo>
                    <a:pt x="8032749" y="28850"/>
                  </a:lnTo>
                  <a:lnTo>
                    <a:pt x="8032907" y="28850"/>
                  </a:lnTo>
                  <a:lnTo>
                    <a:pt x="8033065" y="28850"/>
                  </a:lnTo>
                  <a:lnTo>
                    <a:pt x="8033222" y="28850"/>
                  </a:lnTo>
                  <a:lnTo>
                    <a:pt x="8033380" y="28850"/>
                  </a:lnTo>
                  <a:lnTo>
                    <a:pt x="8033538" y="28850"/>
                  </a:lnTo>
                  <a:lnTo>
                    <a:pt x="8033695" y="28850"/>
                  </a:lnTo>
                  <a:lnTo>
                    <a:pt x="8033853" y="28850"/>
                  </a:lnTo>
                  <a:lnTo>
                    <a:pt x="8034011" y="28850"/>
                  </a:lnTo>
                  <a:lnTo>
                    <a:pt x="8034169" y="28850"/>
                  </a:lnTo>
                  <a:lnTo>
                    <a:pt x="8034326" y="28850"/>
                  </a:lnTo>
                  <a:lnTo>
                    <a:pt x="8034484" y="28850"/>
                  </a:lnTo>
                  <a:lnTo>
                    <a:pt x="8034642" y="28850"/>
                  </a:lnTo>
                  <a:lnTo>
                    <a:pt x="8034799" y="28850"/>
                  </a:lnTo>
                  <a:lnTo>
                    <a:pt x="8034957" y="28850"/>
                  </a:lnTo>
                  <a:lnTo>
                    <a:pt x="8035115" y="28850"/>
                  </a:lnTo>
                  <a:lnTo>
                    <a:pt x="8035273" y="28850"/>
                  </a:lnTo>
                  <a:lnTo>
                    <a:pt x="8035430" y="28850"/>
                  </a:lnTo>
                  <a:lnTo>
                    <a:pt x="8035588" y="28850"/>
                  </a:lnTo>
                  <a:lnTo>
                    <a:pt x="8035746" y="28850"/>
                  </a:lnTo>
                  <a:lnTo>
                    <a:pt x="8035903" y="28850"/>
                  </a:lnTo>
                  <a:lnTo>
                    <a:pt x="8036061" y="28850"/>
                  </a:lnTo>
                  <a:lnTo>
                    <a:pt x="8036219" y="28850"/>
                  </a:lnTo>
                  <a:lnTo>
                    <a:pt x="8036377" y="28850"/>
                  </a:lnTo>
                  <a:lnTo>
                    <a:pt x="8036534" y="28850"/>
                  </a:lnTo>
                  <a:lnTo>
                    <a:pt x="8036692" y="28850"/>
                  </a:lnTo>
                  <a:lnTo>
                    <a:pt x="8036850" y="28850"/>
                  </a:lnTo>
                  <a:lnTo>
                    <a:pt x="8037008" y="28850"/>
                  </a:lnTo>
                  <a:lnTo>
                    <a:pt x="8037165" y="28850"/>
                  </a:lnTo>
                  <a:lnTo>
                    <a:pt x="8037323" y="28850"/>
                  </a:lnTo>
                  <a:lnTo>
                    <a:pt x="8037481" y="28850"/>
                  </a:lnTo>
                  <a:lnTo>
                    <a:pt x="8037638" y="28850"/>
                  </a:lnTo>
                  <a:lnTo>
                    <a:pt x="8037638" y="28419"/>
                  </a:lnTo>
                  <a:lnTo>
                    <a:pt x="8037796" y="28419"/>
                  </a:lnTo>
                  <a:lnTo>
                    <a:pt x="8037954" y="28419"/>
                  </a:lnTo>
                  <a:lnTo>
                    <a:pt x="8038112" y="28419"/>
                  </a:lnTo>
                  <a:lnTo>
                    <a:pt x="8038269" y="28419"/>
                  </a:lnTo>
                  <a:lnTo>
                    <a:pt x="8038427" y="28419"/>
                  </a:lnTo>
                  <a:lnTo>
                    <a:pt x="8038585" y="28419"/>
                  </a:lnTo>
                  <a:lnTo>
                    <a:pt x="8038742" y="28419"/>
                  </a:lnTo>
                  <a:lnTo>
                    <a:pt x="8038900" y="28419"/>
                  </a:lnTo>
                  <a:lnTo>
                    <a:pt x="8039058" y="28419"/>
                  </a:lnTo>
                  <a:lnTo>
                    <a:pt x="8039058" y="27989"/>
                  </a:lnTo>
                  <a:lnTo>
                    <a:pt x="8039216" y="27989"/>
                  </a:lnTo>
                  <a:lnTo>
                    <a:pt x="8039373" y="27989"/>
                  </a:lnTo>
                  <a:lnTo>
                    <a:pt x="8039373" y="27558"/>
                  </a:lnTo>
                  <a:lnTo>
                    <a:pt x="8039531" y="27558"/>
                  </a:lnTo>
                  <a:lnTo>
                    <a:pt x="8039689" y="27558"/>
                  </a:lnTo>
                  <a:lnTo>
                    <a:pt x="8039846" y="27558"/>
                  </a:lnTo>
                  <a:lnTo>
                    <a:pt x="8040004" y="27558"/>
                  </a:lnTo>
                  <a:lnTo>
                    <a:pt x="8040162" y="27558"/>
                  </a:lnTo>
                  <a:lnTo>
                    <a:pt x="8040320" y="27558"/>
                  </a:lnTo>
                  <a:lnTo>
                    <a:pt x="8040477" y="27558"/>
                  </a:lnTo>
                  <a:lnTo>
                    <a:pt x="8040635" y="27558"/>
                  </a:lnTo>
                  <a:lnTo>
                    <a:pt x="8040793" y="27558"/>
                  </a:lnTo>
                  <a:lnTo>
                    <a:pt x="8040793" y="27127"/>
                  </a:lnTo>
                  <a:lnTo>
                    <a:pt x="8040950" y="27127"/>
                  </a:lnTo>
                  <a:lnTo>
                    <a:pt x="8041108" y="27127"/>
                  </a:lnTo>
                  <a:lnTo>
                    <a:pt x="8041108" y="26697"/>
                  </a:lnTo>
                  <a:lnTo>
                    <a:pt x="8041266" y="26697"/>
                  </a:lnTo>
                  <a:lnTo>
                    <a:pt x="8041424" y="26697"/>
                  </a:lnTo>
                  <a:lnTo>
                    <a:pt x="8041581" y="26697"/>
                  </a:lnTo>
                  <a:lnTo>
                    <a:pt x="8041739" y="26697"/>
                  </a:lnTo>
                  <a:lnTo>
                    <a:pt x="8041897" y="26697"/>
                  </a:lnTo>
                  <a:lnTo>
                    <a:pt x="8042055" y="26697"/>
                  </a:lnTo>
                  <a:lnTo>
                    <a:pt x="8042212" y="26697"/>
                  </a:lnTo>
                  <a:lnTo>
                    <a:pt x="8042370" y="26697"/>
                  </a:lnTo>
                  <a:lnTo>
                    <a:pt x="8042528" y="26697"/>
                  </a:lnTo>
                  <a:lnTo>
                    <a:pt x="8042685" y="26697"/>
                  </a:lnTo>
                  <a:lnTo>
                    <a:pt x="8042843" y="26697"/>
                  </a:lnTo>
                  <a:lnTo>
                    <a:pt x="8043001" y="26697"/>
                  </a:lnTo>
                  <a:lnTo>
                    <a:pt x="8043159" y="26697"/>
                  </a:lnTo>
                  <a:lnTo>
                    <a:pt x="8043316" y="26697"/>
                  </a:lnTo>
                  <a:lnTo>
                    <a:pt x="8043474" y="26697"/>
                  </a:lnTo>
                  <a:lnTo>
                    <a:pt x="8043632" y="26697"/>
                  </a:lnTo>
                  <a:lnTo>
                    <a:pt x="8043789" y="26697"/>
                  </a:lnTo>
                  <a:lnTo>
                    <a:pt x="8043947" y="26697"/>
                  </a:lnTo>
                  <a:lnTo>
                    <a:pt x="8044105" y="26697"/>
                  </a:lnTo>
                  <a:lnTo>
                    <a:pt x="8044263" y="26697"/>
                  </a:lnTo>
                  <a:lnTo>
                    <a:pt x="8044420" y="26697"/>
                  </a:lnTo>
                  <a:lnTo>
                    <a:pt x="8044578" y="26697"/>
                  </a:lnTo>
                  <a:lnTo>
                    <a:pt x="8044736" y="26697"/>
                  </a:lnTo>
                  <a:lnTo>
                    <a:pt x="8044893" y="26697"/>
                  </a:lnTo>
                  <a:lnTo>
                    <a:pt x="8045051" y="26697"/>
                  </a:lnTo>
                  <a:lnTo>
                    <a:pt x="8045209" y="26697"/>
                  </a:lnTo>
                  <a:lnTo>
                    <a:pt x="8045367" y="26697"/>
                  </a:lnTo>
                  <a:lnTo>
                    <a:pt x="8045524" y="26697"/>
                  </a:lnTo>
                  <a:lnTo>
                    <a:pt x="8045682" y="26697"/>
                  </a:lnTo>
                  <a:lnTo>
                    <a:pt x="8045840" y="26697"/>
                  </a:lnTo>
                  <a:lnTo>
                    <a:pt x="8045997" y="26697"/>
                  </a:lnTo>
                  <a:lnTo>
                    <a:pt x="8046155" y="26697"/>
                  </a:lnTo>
                  <a:lnTo>
                    <a:pt x="8046313" y="26697"/>
                  </a:lnTo>
                  <a:lnTo>
                    <a:pt x="8046471" y="26697"/>
                  </a:lnTo>
                  <a:lnTo>
                    <a:pt x="8046628" y="26697"/>
                  </a:lnTo>
                  <a:lnTo>
                    <a:pt x="8046786" y="26697"/>
                  </a:lnTo>
                  <a:lnTo>
                    <a:pt x="8046944" y="26697"/>
                  </a:lnTo>
                  <a:lnTo>
                    <a:pt x="8047101" y="26697"/>
                  </a:lnTo>
                  <a:lnTo>
                    <a:pt x="8047259" y="26697"/>
                  </a:lnTo>
                  <a:lnTo>
                    <a:pt x="8047417" y="26697"/>
                  </a:lnTo>
                  <a:lnTo>
                    <a:pt x="8047575" y="26697"/>
                  </a:lnTo>
                  <a:lnTo>
                    <a:pt x="8047732" y="26697"/>
                  </a:lnTo>
                  <a:lnTo>
                    <a:pt x="8047890" y="26697"/>
                  </a:lnTo>
                  <a:lnTo>
                    <a:pt x="8048048" y="26697"/>
                  </a:lnTo>
                  <a:lnTo>
                    <a:pt x="8048206" y="26697"/>
                  </a:lnTo>
                  <a:lnTo>
                    <a:pt x="8048363" y="26697"/>
                  </a:lnTo>
                  <a:lnTo>
                    <a:pt x="8048521" y="26697"/>
                  </a:lnTo>
                  <a:lnTo>
                    <a:pt x="8048679" y="26697"/>
                  </a:lnTo>
                  <a:lnTo>
                    <a:pt x="8048836" y="26697"/>
                  </a:lnTo>
                  <a:lnTo>
                    <a:pt x="8048836" y="26266"/>
                  </a:lnTo>
                  <a:lnTo>
                    <a:pt x="8048994" y="26266"/>
                  </a:lnTo>
                  <a:lnTo>
                    <a:pt x="8049152" y="26266"/>
                  </a:lnTo>
                  <a:lnTo>
                    <a:pt x="8049310" y="26266"/>
                  </a:lnTo>
                  <a:lnTo>
                    <a:pt x="8049467" y="26266"/>
                  </a:lnTo>
                  <a:lnTo>
                    <a:pt x="8049467" y="25836"/>
                  </a:lnTo>
                  <a:lnTo>
                    <a:pt x="8049625" y="25836"/>
                  </a:lnTo>
                  <a:lnTo>
                    <a:pt x="8049783" y="25836"/>
                  </a:lnTo>
                  <a:lnTo>
                    <a:pt x="8049940" y="25836"/>
                  </a:lnTo>
                  <a:lnTo>
                    <a:pt x="8050098" y="25836"/>
                  </a:lnTo>
                  <a:lnTo>
                    <a:pt x="8050256" y="25836"/>
                  </a:lnTo>
                  <a:lnTo>
                    <a:pt x="8050414" y="25836"/>
                  </a:lnTo>
                  <a:lnTo>
                    <a:pt x="8050414" y="25405"/>
                  </a:lnTo>
                  <a:lnTo>
                    <a:pt x="8050571" y="25405"/>
                  </a:lnTo>
                  <a:lnTo>
                    <a:pt x="8050729" y="25405"/>
                  </a:lnTo>
                  <a:lnTo>
                    <a:pt x="8050887" y="25405"/>
                  </a:lnTo>
                  <a:lnTo>
                    <a:pt x="8051044" y="25405"/>
                  </a:lnTo>
                  <a:lnTo>
                    <a:pt x="8051202" y="25405"/>
                  </a:lnTo>
                  <a:lnTo>
                    <a:pt x="8051360" y="25405"/>
                  </a:lnTo>
                  <a:lnTo>
                    <a:pt x="8051518" y="25405"/>
                  </a:lnTo>
                  <a:lnTo>
                    <a:pt x="8051675" y="25405"/>
                  </a:lnTo>
                  <a:lnTo>
                    <a:pt x="8051833" y="25405"/>
                  </a:lnTo>
                  <a:lnTo>
                    <a:pt x="8051991" y="25405"/>
                  </a:lnTo>
                  <a:lnTo>
                    <a:pt x="8052148" y="25405"/>
                  </a:lnTo>
                  <a:lnTo>
                    <a:pt x="8052306" y="25405"/>
                  </a:lnTo>
                  <a:lnTo>
                    <a:pt x="8052464" y="25405"/>
                  </a:lnTo>
                  <a:lnTo>
                    <a:pt x="8052622" y="25405"/>
                  </a:lnTo>
                  <a:lnTo>
                    <a:pt x="8052779" y="25405"/>
                  </a:lnTo>
                  <a:lnTo>
                    <a:pt x="8052937" y="25405"/>
                  </a:lnTo>
                  <a:lnTo>
                    <a:pt x="8053095" y="25405"/>
                  </a:lnTo>
                  <a:lnTo>
                    <a:pt x="8053253" y="25405"/>
                  </a:lnTo>
                  <a:lnTo>
                    <a:pt x="8053410" y="25405"/>
                  </a:lnTo>
                  <a:lnTo>
                    <a:pt x="8053568" y="25405"/>
                  </a:lnTo>
                  <a:lnTo>
                    <a:pt x="8053726" y="25405"/>
                  </a:lnTo>
                  <a:lnTo>
                    <a:pt x="8053883" y="25405"/>
                  </a:lnTo>
                  <a:lnTo>
                    <a:pt x="8054041" y="25405"/>
                  </a:lnTo>
                  <a:lnTo>
                    <a:pt x="8054199" y="25405"/>
                  </a:lnTo>
                  <a:lnTo>
                    <a:pt x="8054357" y="25405"/>
                  </a:lnTo>
                  <a:lnTo>
                    <a:pt x="8054514" y="25405"/>
                  </a:lnTo>
                  <a:lnTo>
                    <a:pt x="8054672" y="25405"/>
                  </a:lnTo>
                  <a:lnTo>
                    <a:pt x="8054672" y="24974"/>
                  </a:lnTo>
                  <a:lnTo>
                    <a:pt x="8054830" y="24974"/>
                  </a:lnTo>
                  <a:lnTo>
                    <a:pt x="8054987" y="24974"/>
                  </a:lnTo>
                  <a:lnTo>
                    <a:pt x="8055145" y="24974"/>
                  </a:lnTo>
                  <a:lnTo>
                    <a:pt x="8055303" y="24974"/>
                  </a:lnTo>
                  <a:lnTo>
                    <a:pt x="8055461" y="24974"/>
                  </a:lnTo>
                  <a:lnTo>
                    <a:pt x="8055618" y="24974"/>
                  </a:lnTo>
                  <a:lnTo>
                    <a:pt x="8055776" y="24974"/>
                  </a:lnTo>
                  <a:lnTo>
                    <a:pt x="8055776" y="24544"/>
                  </a:lnTo>
                  <a:lnTo>
                    <a:pt x="8055934" y="24544"/>
                  </a:lnTo>
                  <a:lnTo>
                    <a:pt x="8056091" y="24544"/>
                  </a:lnTo>
                  <a:lnTo>
                    <a:pt x="8056249" y="24544"/>
                  </a:lnTo>
                  <a:lnTo>
                    <a:pt x="8056249" y="24113"/>
                  </a:lnTo>
                  <a:lnTo>
                    <a:pt x="8056407" y="24113"/>
                  </a:lnTo>
                  <a:lnTo>
                    <a:pt x="8056565" y="24113"/>
                  </a:lnTo>
                  <a:lnTo>
                    <a:pt x="8056722" y="24113"/>
                  </a:lnTo>
                  <a:lnTo>
                    <a:pt x="8056880" y="24113"/>
                  </a:lnTo>
                  <a:lnTo>
                    <a:pt x="8057038" y="24113"/>
                  </a:lnTo>
                  <a:lnTo>
                    <a:pt x="8057195" y="24113"/>
                  </a:lnTo>
                  <a:lnTo>
                    <a:pt x="8057353" y="24113"/>
                  </a:lnTo>
                  <a:lnTo>
                    <a:pt x="8057511" y="24113"/>
                  </a:lnTo>
                  <a:lnTo>
                    <a:pt x="8057669" y="24113"/>
                  </a:lnTo>
                  <a:lnTo>
                    <a:pt x="8057826" y="24113"/>
                  </a:lnTo>
                  <a:lnTo>
                    <a:pt x="8057984" y="24113"/>
                  </a:lnTo>
                  <a:lnTo>
                    <a:pt x="8058142" y="24113"/>
                  </a:lnTo>
                  <a:lnTo>
                    <a:pt x="8058299" y="24113"/>
                  </a:lnTo>
                  <a:lnTo>
                    <a:pt x="8058457" y="24113"/>
                  </a:lnTo>
                  <a:lnTo>
                    <a:pt x="8058615" y="24113"/>
                  </a:lnTo>
                  <a:lnTo>
                    <a:pt x="8058773" y="24113"/>
                  </a:lnTo>
                  <a:lnTo>
                    <a:pt x="8058930" y="24113"/>
                  </a:lnTo>
                  <a:lnTo>
                    <a:pt x="8059088" y="24113"/>
                  </a:lnTo>
                  <a:lnTo>
                    <a:pt x="8059246" y="24113"/>
                  </a:lnTo>
                  <a:lnTo>
                    <a:pt x="8059404" y="24113"/>
                  </a:lnTo>
                  <a:lnTo>
                    <a:pt x="8059561" y="24113"/>
                  </a:lnTo>
                  <a:lnTo>
                    <a:pt x="8059719" y="24113"/>
                  </a:lnTo>
                  <a:lnTo>
                    <a:pt x="8059877" y="24113"/>
                  </a:lnTo>
                  <a:lnTo>
                    <a:pt x="8060034" y="24113"/>
                  </a:lnTo>
                  <a:lnTo>
                    <a:pt x="8060192" y="24113"/>
                  </a:lnTo>
                  <a:lnTo>
                    <a:pt x="8060350" y="24113"/>
                  </a:lnTo>
                  <a:lnTo>
                    <a:pt x="8060508" y="24113"/>
                  </a:lnTo>
                  <a:lnTo>
                    <a:pt x="8060665" y="24113"/>
                  </a:lnTo>
                  <a:lnTo>
                    <a:pt x="8060823" y="24113"/>
                  </a:lnTo>
                  <a:lnTo>
                    <a:pt x="8060981" y="24113"/>
                  </a:lnTo>
                  <a:lnTo>
                    <a:pt x="8061138" y="24113"/>
                  </a:lnTo>
                  <a:lnTo>
                    <a:pt x="8061296" y="24113"/>
                  </a:lnTo>
                  <a:lnTo>
                    <a:pt x="8061454" y="24113"/>
                  </a:lnTo>
                  <a:lnTo>
                    <a:pt x="8061612" y="24113"/>
                  </a:lnTo>
                  <a:lnTo>
                    <a:pt x="8061769" y="24113"/>
                  </a:lnTo>
                  <a:lnTo>
                    <a:pt x="8061927" y="24113"/>
                  </a:lnTo>
                  <a:lnTo>
                    <a:pt x="8062085" y="24113"/>
                  </a:lnTo>
                  <a:lnTo>
                    <a:pt x="8062242" y="24113"/>
                  </a:lnTo>
                  <a:lnTo>
                    <a:pt x="8062400" y="24113"/>
                  </a:lnTo>
                  <a:lnTo>
                    <a:pt x="8062558" y="24113"/>
                  </a:lnTo>
                  <a:lnTo>
                    <a:pt x="8062716" y="24113"/>
                  </a:lnTo>
                  <a:lnTo>
                    <a:pt x="8062873" y="24113"/>
                  </a:lnTo>
                  <a:lnTo>
                    <a:pt x="8063031" y="24113"/>
                  </a:lnTo>
                  <a:lnTo>
                    <a:pt x="8063189" y="24113"/>
                  </a:lnTo>
                  <a:lnTo>
                    <a:pt x="8063346" y="24113"/>
                  </a:lnTo>
                  <a:lnTo>
                    <a:pt x="8063504" y="24113"/>
                  </a:lnTo>
                  <a:lnTo>
                    <a:pt x="8063662" y="24113"/>
                  </a:lnTo>
                  <a:lnTo>
                    <a:pt x="8063820" y="24113"/>
                  </a:lnTo>
                  <a:lnTo>
                    <a:pt x="8063977" y="24113"/>
                  </a:lnTo>
                  <a:lnTo>
                    <a:pt x="8064135" y="24113"/>
                  </a:lnTo>
                  <a:lnTo>
                    <a:pt x="8064293" y="24113"/>
                  </a:lnTo>
                  <a:lnTo>
                    <a:pt x="8064451" y="24113"/>
                  </a:lnTo>
                  <a:lnTo>
                    <a:pt x="8064608" y="24113"/>
                  </a:lnTo>
                  <a:lnTo>
                    <a:pt x="8064766" y="24113"/>
                  </a:lnTo>
                  <a:lnTo>
                    <a:pt x="8064924" y="24113"/>
                  </a:lnTo>
                  <a:lnTo>
                    <a:pt x="8065081" y="24113"/>
                  </a:lnTo>
                  <a:lnTo>
                    <a:pt x="8065239" y="24113"/>
                  </a:lnTo>
                  <a:lnTo>
                    <a:pt x="8065397" y="24113"/>
                  </a:lnTo>
                  <a:lnTo>
                    <a:pt x="8065555" y="24113"/>
                  </a:lnTo>
                  <a:lnTo>
                    <a:pt x="8065712" y="24113"/>
                  </a:lnTo>
                  <a:lnTo>
                    <a:pt x="8065870" y="24113"/>
                  </a:lnTo>
                  <a:lnTo>
                    <a:pt x="8066028" y="24113"/>
                  </a:lnTo>
                  <a:lnTo>
                    <a:pt x="8066185" y="24113"/>
                  </a:lnTo>
                  <a:lnTo>
                    <a:pt x="8066343" y="24113"/>
                  </a:lnTo>
                  <a:lnTo>
                    <a:pt x="8066501" y="24113"/>
                  </a:lnTo>
                  <a:lnTo>
                    <a:pt x="8066659" y="24113"/>
                  </a:lnTo>
                  <a:lnTo>
                    <a:pt x="8066816" y="24113"/>
                  </a:lnTo>
                  <a:lnTo>
                    <a:pt x="8066974" y="24113"/>
                  </a:lnTo>
                  <a:lnTo>
                    <a:pt x="8067132" y="24113"/>
                  </a:lnTo>
                  <a:lnTo>
                    <a:pt x="8067289" y="24113"/>
                  </a:lnTo>
                  <a:lnTo>
                    <a:pt x="8067447" y="24113"/>
                  </a:lnTo>
                  <a:lnTo>
                    <a:pt x="8067605" y="24113"/>
                  </a:lnTo>
                  <a:lnTo>
                    <a:pt x="8067763" y="24113"/>
                  </a:lnTo>
                  <a:lnTo>
                    <a:pt x="8067920" y="24113"/>
                  </a:lnTo>
                  <a:lnTo>
                    <a:pt x="8068078" y="24113"/>
                  </a:lnTo>
                  <a:lnTo>
                    <a:pt x="8068236" y="24113"/>
                  </a:lnTo>
                  <a:lnTo>
                    <a:pt x="8068393" y="24113"/>
                  </a:lnTo>
                  <a:lnTo>
                    <a:pt x="8068551" y="24113"/>
                  </a:lnTo>
                  <a:lnTo>
                    <a:pt x="8068709" y="24113"/>
                  </a:lnTo>
                  <a:lnTo>
                    <a:pt x="8068867" y="24113"/>
                  </a:lnTo>
                  <a:lnTo>
                    <a:pt x="8069024" y="24113"/>
                  </a:lnTo>
                  <a:lnTo>
                    <a:pt x="8069182" y="24113"/>
                  </a:lnTo>
                  <a:lnTo>
                    <a:pt x="8069340" y="24113"/>
                  </a:lnTo>
                  <a:lnTo>
                    <a:pt x="8069497" y="24113"/>
                  </a:lnTo>
                  <a:lnTo>
                    <a:pt x="8069655" y="24113"/>
                  </a:lnTo>
                  <a:lnTo>
                    <a:pt x="8069813" y="24113"/>
                  </a:lnTo>
                  <a:lnTo>
                    <a:pt x="8069971" y="24113"/>
                  </a:lnTo>
                  <a:lnTo>
                    <a:pt x="8070128" y="24113"/>
                  </a:lnTo>
                  <a:lnTo>
                    <a:pt x="8070286" y="24113"/>
                  </a:lnTo>
                  <a:lnTo>
                    <a:pt x="8070444" y="24113"/>
                  </a:lnTo>
                  <a:lnTo>
                    <a:pt x="8070602" y="24113"/>
                  </a:lnTo>
                  <a:lnTo>
                    <a:pt x="8070759" y="24113"/>
                  </a:lnTo>
                  <a:lnTo>
                    <a:pt x="8070917" y="24113"/>
                  </a:lnTo>
                  <a:lnTo>
                    <a:pt x="8071075" y="24113"/>
                  </a:lnTo>
                  <a:lnTo>
                    <a:pt x="8071232" y="24113"/>
                  </a:lnTo>
                  <a:lnTo>
                    <a:pt x="8071390" y="24113"/>
                  </a:lnTo>
                  <a:lnTo>
                    <a:pt x="8071548" y="24113"/>
                  </a:lnTo>
                  <a:lnTo>
                    <a:pt x="8071706" y="24113"/>
                  </a:lnTo>
                  <a:lnTo>
                    <a:pt x="8071863" y="24113"/>
                  </a:lnTo>
                  <a:lnTo>
                    <a:pt x="8072021" y="24113"/>
                  </a:lnTo>
                  <a:lnTo>
                    <a:pt x="8072179" y="24113"/>
                  </a:lnTo>
                  <a:lnTo>
                    <a:pt x="8072336" y="24113"/>
                  </a:lnTo>
                  <a:lnTo>
                    <a:pt x="8072494" y="24113"/>
                  </a:lnTo>
                  <a:lnTo>
                    <a:pt x="8072652" y="24113"/>
                  </a:lnTo>
                  <a:lnTo>
                    <a:pt x="8072810" y="24113"/>
                  </a:lnTo>
                  <a:lnTo>
                    <a:pt x="8072967" y="24113"/>
                  </a:lnTo>
                  <a:lnTo>
                    <a:pt x="8073125" y="24113"/>
                  </a:lnTo>
                  <a:lnTo>
                    <a:pt x="8073283" y="24113"/>
                  </a:lnTo>
                  <a:lnTo>
                    <a:pt x="8073440" y="24113"/>
                  </a:lnTo>
                  <a:lnTo>
                    <a:pt x="8073598" y="24113"/>
                  </a:lnTo>
                  <a:lnTo>
                    <a:pt x="8073756" y="24113"/>
                  </a:lnTo>
                  <a:lnTo>
                    <a:pt x="8073914" y="24113"/>
                  </a:lnTo>
                  <a:lnTo>
                    <a:pt x="8074071" y="24113"/>
                  </a:lnTo>
                  <a:lnTo>
                    <a:pt x="8074229" y="24113"/>
                  </a:lnTo>
                  <a:lnTo>
                    <a:pt x="8074387" y="24113"/>
                  </a:lnTo>
                  <a:lnTo>
                    <a:pt x="8074544" y="24113"/>
                  </a:lnTo>
                  <a:lnTo>
                    <a:pt x="8074702" y="24113"/>
                  </a:lnTo>
                  <a:lnTo>
                    <a:pt x="8074860" y="24113"/>
                  </a:lnTo>
                  <a:lnTo>
                    <a:pt x="8075018" y="24113"/>
                  </a:lnTo>
                  <a:lnTo>
                    <a:pt x="8075175" y="24113"/>
                  </a:lnTo>
                  <a:lnTo>
                    <a:pt x="8075333" y="24113"/>
                  </a:lnTo>
                  <a:lnTo>
                    <a:pt x="8075491" y="24113"/>
                  </a:lnTo>
                  <a:lnTo>
                    <a:pt x="8075649" y="24113"/>
                  </a:lnTo>
                  <a:lnTo>
                    <a:pt x="8075806" y="24113"/>
                  </a:lnTo>
                  <a:lnTo>
                    <a:pt x="8075964" y="24113"/>
                  </a:lnTo>
                  <a:lnTo>
                    <a:pt x="8076122" y="24113"/>
                  </a:lnTo>
                  <a:lnTo>
                    <a:pt x="8076279" y="24113"/>
                  </a:lnTo>
                  <a:lnTo>
                    <a:pt x="8076437" y="24113"/>
                  </a:lnTo>
                  <a:lnTo>
                    <a:pt x="8076595" y="24113"/>
                  </a:lnTo>
                  <a:lnTo>
                    <a:pt x="8076753" y="24113"/>
                  </a:lnTo>
                  <a:lnTo>
                    <a:pt x="8076910" y="24113"/>
                  </a:lnTo>
                  <a:lnTo>
                    <a:pt x="8077068" y="24113"/>
                  </a:lnTo>
                  <a:lnTo>
                    <a:pt x="8077226" y="24113"/>
                  </a:lnTo>
                  <a:lnTo>
                    <a:pt x="8077383" y="24113"/>
                  </a:lnTo>
                  <a:lnTo>
                    <a:pt x="8077541" y="24113"/>
                  </a:lnTo>
                  <a:lnTo>
                    <a:pt x="8077699" y="24113"/>
                  </a:lnTo>
                  <a:lnTo>
                    <a:pt x="8077857" y="24113"/>
                  </a:lnTo>
                  <a:lnTo>
                    <a:pt x="8078014" y="24113"/>
                  </a:lnTo>
                  <a:lnTo>
                    <a:pt x="8078172" y="24113"/>
                  </a:lnTo>
                  <a:lnTo>
                    <a:pt x="8078330" y="24113"/>
                  </a:lnTo>
                  <a:lnTo>
                    <a:pt x="8078487" y="24113"/>
                  </a:lnTo>
                  <a:lnTo>
                    <a:pt x="8078645" y="24113"/>
                  </a:lnTo>
                  <a:lnTo>
                    <a:pt x="8078803" y="24113"/>
                  </a:lnTo>
                  <a:lnTo>
                    <a:pt x="8078961" y="24113"/>
                  </a:lnTo>
                  <a:lnTo>
                    <a:pt x="8079118" y="24113"/>
                  </a:lnTo>
                  <a:lnTo>
                    <a:pt x="8079276" y="24113"/>
                  </a:lnTo>
                  <a:lnTo>
                    <a:pt x="8079434" y="24113"/>
                  </a:lnTo>
                  <a:lnTo>
                    <a:pt x="8079591" y="24113"/>
                  </a:lnTo>
                  <a:lnTo>
                    <a:pt x="8079749" y="24113"/>
                  </a:lnTo>
                  <a:lnTo>
                    <a:pt x="8079907" y="24113"/>
                  </a:lnTo>
                  <a:lnTo>
                    <a:pt x="8080065" y="24113"/>
                  </a:lnTo>
                  <a:lnTo>
                    <a:pt x="8080222" y="24113"/>
                  </a:lnTo>
                  <a:lnTo>
                    <a:pt x="8080380" y="24113"/>
                  </a:lnTo>
                  <a:lnTo>
                    <a:pt x="8080538" y="24113"/>
                  </a:lnTo>
                  <a:lnTo>
                    <a:pt x="8080538" y="23683"/>
                  </a:lnTo>
                  <a:lnTo>
                    <a:pt x="8080695" y="23683"/>
                  </a:lnTo>
                  <a:lnTo>
                    <a:pt x="8080853" y="23683"/>
                  </a:lnTo>
                  <a:lnTo>
                    <a:pt x="8080853" y="23252"/>
                  </a:lnTo>
                  <a:lnTo>
                    <a:pt x="8081011" y="23252"/>
                  </a:lnTo>
                  <a:lnTo>
                    <a:pt x="8081169" y="23252"/>
                  </a:lnTo>
                  <a:lnTo>
                    <a:pt x="8081326" y="23252"/>
                  </a:lnTo>
                  <a:lnTo>
                    <a:pt x="8081484" y="23252"/>
                  </a:lnTo>
                  <a:lnTo>
                    <a:pt x="8081642" y="23252"/>
                  </a:lnTo>
                  <a:lnTo>
                    <a:pt x="8081800" y="23252"/>
                  </a:lnTo>
                  <a:lnTo>
                    <a:pt x="8081957" y="23252"/>
                  </a:lnTo>
                  <a:lnTo>
                    <a:pt x="8082115" y="23252"/>
                  </a:lnTo>
                  <a:lnTo>
                    <a:pt x="8082273" y="23252"/>
                  </a:lnTo>
                  <a:lnTo>
                    <a:pt x="8082430" y="23252"/>
                  </a:lnTo>
                  <a:lnTo>
                    <a:pt x="8082588" y="23252"/>
                  </a:lnTo>
                  <a:lnTo>
                    <a:pt x="8082746" y="23252"/>
                  </a:lnTo>
                  <a:lnTo>
                    <a:pt x="8082904" y="23252"/>
                  </a:lnTo>
                  <a:lnTo>
                    <a:pt x="8083061" y="23252"/>
                  </a:lnTo>
                  <a:lnTo>
                    <a:pt x="8083219" y="23252"/>
                  </a:lnTo>
                  <a:lnTo>
                    <a:pt x="8083377" y="23252"/>
                  </a:lnTo>
                  <a:lnTo>
                    <a:pt x="8083534" y="23252"/>
                  </a:lnTo>
                  <a:lnTo>
                    <a:pt x="8083692" y="23252"/>
                  </a:lnTo>
                  <a:lnTo>
                    <a:pt x="8083850" y="23252"/>
                  </a:lnTo>
                  <a:lnTo>
                    <a:pt x="8084008" y="23252"/>
                  </a:lnTo>
                  <a:lnTo>
                    <a:pt x="8084165" y="23252"/>
                  </a:lnTo>
                  <a:lnTo>
                    <a:pt x="8084323" y="23252"/>
                  </a:lnTo>
                  <a:lnTo>
                    <a:pt x="8084481" y="23252"/>
                  </a:lnTo>
                  <a:lnTo>
                    <a:pt x="8084638" y="23252"/>
                  </a:lnTo>
                  <a:lnTo>
                    <a:pt x="8084796" y="23252"/>
                  </a:lnTo>
                  <a:lnTo>
                    <a:pt x="8084954" y="23252"/>
                  </a:lnTo>
                  <a:lnTo>
                    <a:pt x="8085112" y="23252"/>
                  </a:lnTo>
                  <a:lnTo>
                    <a:pt x="8085269" y="23252"/>
                  </a:lnTo>
                  <a:lnTo>
                    <a:pt x="8085427" y="23252"/>
                  </a:lnTo>
                  <a:lnTo>
                    <a:pt x="8085585" y="23252"/>
                  </a:lnTo>
                  <a:lnTo>
                    <a:pt x="8085742" y="23252"/>
                  </a:lnTo>
                  <a:lnTo>
                    <a:pt x="8085900" y="23252"/>
                  </a:lnTo>
                  <a:lnTo>
                    <a:pt x="8086058" y="23252"/>
                  </a:lnTo>
                  <a:lnTo>
                    <a:pt x="8086058" y="22821"/>
                  </a:lnTo>
                  <a:lnTo>
                    <a:pt x="8086216" y="22821"/>
                  </a:lnTo>
                  <a:lnTo>
                    <a:pt x="8086373" y="22821"/>
                  </a:lnTo>
                  <a:lnTo>
                    <a:pt x="8086531" y="22821"/>
                  </a:lnTo>
                  <a:lnTo>
                    <a:pt x="8086689" y="22821"/>
                  </a:lnTo>
                  <a:lnTo>
                    <a:pt x="8086846" y="22821"/>
                  </a:lnTo>
                  <a:lnTo>
                    <a:pt x="8087004" y="22821"/>
                  </a:lnTo>
                  <a:lnTo>
                    <a:pt x="8087162" y="22821"/>
                  </a:lnTo>
                  <a:lnTo>
                    <a:pt x="8087320" y="22821"/>
                  </a:lnTo>
                  <a:lnTo>
                    <a:pt x="8087477" y="22821"/>
                  </a:lnTo>
                  <a:lnTo>
                    <a:pt x="8087635" y="22821"/>
                  </a:lnTo>
                  <a:lnTo>
                    <a:pt x="8087793" y="22821"/>
                  </a:lnTo>
                  <a:lnTo>
                    <a:pt x="8087951" y="22821"/>
                  </a:lnTo>
                  <a:lnTo>
                    <a:pt x="8088108" y="22821"/>
                  </a:lnTo>
                  <a:lnTo>
                    <a:pt x="8088266" y="22821"/>
                  </a:lnTo>
                  <a:lnTo>
                    <a:pt x="8088424" y="22821"/>
                  </a:lnTo>
                  <a:lnTo>
                    <a:pt x="8088581" y="22821"/>
                  </a:lnTo>
                  <a:lnTo>
                    <a:pt x="8088739" y="22821"/>
                  </a:lnTo>
                  <a:lnTo>
                    <a:pt x="8088897" y="22821"/>
                  </a:lnTo>
                  <a:lnTo>
                    <a:pt x="8089055" y="22821"/>
                  </a:lnTo>
                  <a:lnTo>
                    <a:pt x="8089212" y="22821"/>
                  </a:lnTo>
                  <a:lnTo>
                    <a:pt x="8089370" y="22821"/>
                  </a:lnTo>
                  <a:lnTo>
                    <a:pt x="8089528" y="22821"/>
                  </a:lnTo>
                  <a:lnTo>
                    <a:pt x="8089685" y="22821"/>
                  </a:lnTo>
                  <a:lnTo>
                    <a:pt x="8089843" y="22821"/>
                  </a:lnTo>
                  <a:lnTo>
                    <a:pt x="8090001" y="22821"/>
                  </a:lnTo>
                  <a:lnTo>
                    <a:pt x="8090159" y="22821"/>
                  </a:lnTo>
                  <a:lnTo>
                    <a:pt x="8090316" y="22821"/>
                  </a:lnTo>
                  <a:lnTo>
                    <a:pt x="8090474" y="22821"/>
                  </a:lnTo>
                  <a:lnTo>
                    <a:pt x="8090632" y="22821"/>
                  </a:lnTo>
                  <a:lnTo>
                    <a:pt x="8090789" y="22821"/>
                  </a:lnTo>
                  <a:lnTo>
                    <a:pt x="8090947" y="22821"/>
                  </a:lnTo>
                  <a:lnTo>
                    <a:pt x="8091105" y="22821"/>
                  </a:lnTo>
                  <a:lnTo>
                    <a:pt x="8091263" y="22821"/>
                  </a:lnTo>
                  <a:lnTo>
                    <a:pt x="8091420" y="22821"/>
                  </a:lnTo>
                  <a:lnTo>
                    <a:pt x="8091578" y="22821"/>
                  </a:lnTo>
                  <a:lnTo>
                    <a:pt x="8091736" y="22821"/>
                  </a:lnTo>
                  <a:lnTo>
                    <a:pt x="8091893" y="22821"/>
                  </a:lnTo>
                  <a:lnTo>
                    <a:pt x="8092051" y="22821"/>
                  </a:lnTo>
                  <a:lnTo>
                    <a:pt x="8092209" y="22821"/>
                  </a:lnTo>
                  <a:lnTo>
                    <a:pt x="8092367" y="22821"/>
                  </a:lnTo>
                  <a:lnTo>
                    <a:pt x="8092524" y="22821"/>
                  </a:lnTo>
                  <a:lnTo>
                    <a:pt x="8092682" y="22821"/>
                  </a:lnTo>
                  <a:lnTo>
                    <a:pt x="8092840" y="22821"/>
                  </a:lnTo>
                  <a:lnTo>
                    <a:pt x="8092998" y="22821"/>
                  </a:lnTo>
                  <a:lnTo>
                    <a:pt x="8093155" y="22821"/>
                  </a:lnTo>
                  <a:lnTo>
                    <a:pt x="8093313" y="22821"/>
                  </a:lnTo>
                  <a:lnTo>
                    <a:pt x="8093471" y="22821"/>
                  </a:lnTo>
                  <a:lnTo>
                    <a:pt x="8093628" y="22821"/>
                  </a:lnTo>
                  <a:lnTo>
                    <a:pt x="8093786" y="22821"/>
                  </a:lnTo>
                  <a:lnTo>
                    <a:pt x="8093944" y="22821"/>
                  </a:lnTo>
                  <a:lnTo>
                    <a:pt x="8094102" y="22821"/>
                  </a:lnTo>
                  <a:lnTo>
                    <a:pt x="8094259" y="22821"/>
                  </a:lnTo>
                  <a:lnTo>
                    <a:pt x="8094417" y="22821"/>
                  </a:lnTo>
                  <a:lnTo>
                    <a:pt x="8094575" y="22821"/>
                  </a:lnTo>
                  <a:lnTo>
                    <a:pt x="8094732" y="22821"/>
                  </a:lnTo>
                  <a:lnTo>
                    <a:pt x="8094890" y="22821"/>
                  </a:lnTo>
                  <a:lnTo>
                    <a:pt x="8095048" y="22821"/>
                  </a:lnTo>
                  <a:lnTo>
                    <a:pt x="8095206" y="22821"/>
                  </a:lnTo>
                  <a:lnTo>
                    <a:pt x="8095363" y="22821"/>
                  </a:lnTo>
                  <a:lnTo>
                    <a:pt x="8095521" y="22821"/>
                  </a:lnTo>
                  <a:lnTo>
                    <a:pt x="8095679" y="22821"/>
                  </a:lnTo>
                  <a:lnTo>
                    <a:pt x="8095836" y="22821"/>
                  </a:lnTo>
                  <a:lnTo>
                    <a:pt x="8095994" y="22821"/>
                  </a:lnTo>
                  <a:lnTo>
                    <a:pt x="8096152" y="22821"/>
                  </a:lnTo>
                  <a:lnTo>
                    <a:pt x="8096310" y="22821"/>
                  </a:lnTo>
                  <a:lnTo>
                    <a:pt x="8096467" y="22821"/>
                  </a:lnTo>
                  <a:lnTo>
                    <a:pt x="8096625" y="22821"/>
                  </a:lnTo>
                  <a:lnTo>
                    <a:pt x="8096783" y="22821"/>
                  </a:lnTo>
                  <a:lnTo>
                    <a:pt x="8096940" y="22821"/>
                  </a:lnTo>
                  <a:lnTo>
                    <a:pt x="8097098" y="22821"/>
                  </a:lnTo>
                  <a:lnTo>
                    <a:pt x="8097256" y="22821"/>
                  </a:lnTo>
                  <a:lnTo>
                    <a:pt x="8097414" y="22821"/>
                  </a:lnTo>
                  <a:lnTo>
                    <a:pt x="8097571" y="22821"/>
                  </a:lnTo>
                  <a:lnTo>
                    <a:pt x="8097729" y="22821"/>
                  </a:lnTo>
                  <a:lnTo>
                    <a:pt x="8097887" y="22821"/>
                  </a:lnTo>
                  <a:lnTo>
                    <a:pt x="8098044" y="22821"/>
                  </a:lnTo>
                  <a:lnTo>
                    <a:pt x="8098202" y="22821"/>
                  </a:lnTo>
                  <a:lnTo>
                    <a:pt x="8098360" y="22821"/>
                  </a:lnTo>
                  <a:lnTo>
                    <a:pt x="8098518" y="22821"/>
                  </a:lnTo>
                  <a:lnTo>
                    <a:pt x="8098675" y="22821"/>
                  </a:lnTo>
                  <a:lnTo>
                    <a:pt x="8098833" y="22821"/>
                  </a:lnTo>
                  <a:lnTo>
                    <a:pt x="8098991" y="22821"/>
                  </a:lnTo>
                  <a:lnTo>
                    <a:pt x="8099149" y="22821"/>
                  </a:lnTo>
                  <a:lnTo>
                    <a:pt x="8099306" y="22821"/>
                  </a:lnTo>
                  <a:lnTo>
                    <a:pt x="8099464" y="22821"/>
                  </a:lnTo>
                  <a:lnTo>
                    <a:pt x="8099622" y="22821"/>
                  </a:lnTo>
                  <a:lnTo>
                    <a:pt x="8099779" y="22821"/>
                  </a:lnTo>
                  <a:lnTo>
                    <a:pt x="8099937" y="22821"/>
                  </a:lnTo>
                  <a:lnTo>
                    <a:pt x="8100095" y="22821"/>
                  </a:lnTo>
                  <a:lnTo>
                    <a:pt x="8100253" y="22821"/>
                  </a:lnTo>
                  <a:lnTo>
                    <a:pt x="8100410" y="22821"/>
                  </a:lnTo>
                  <a:lnTo>
                    <a:pt x="8100568" y="22821"/>
                  </a:lnTo>
                  <a:lnTo>
                    <a:pt x="8100726" y="22821"/>
                  </a:lnTo>
                  <a:lnTo>
                    <a:pt x="8100883" y="22821"/>
                  </a:lnTo>
                  <a:lnTo>
                    <a:pt x="8101041" y="22821"/>
                  </a:lnTo>
                  <a:lnTo>
                    <a:pt x="8101199" y="22821"/>
                  </a:lnTo>
                  <a:lnTo>
                    <a:pt x="8101357" y="22821"/>
                  </a:lnTo>
                  <a:lnTo>
                    <a:pt x="8101514" y="22821"/>
                  </a:lnTo>
                  <a:lnTo>
                    <a:pt x="8101672" y="22821"/>
                  </a:lnTo>
                  <a:lnTo>
                    <a:pt x="8101830" y="22821"/>
                  </a:lnTo>
                  <a:lnTo>
                    <a:pt x="8101987" y="22821"/>
                  </a:lnTo>
                  <a:lnTo>
                    <a:pt x="8102145" y="22821"/>
                  </a:lnTo>
                  <a:lnTo>
                    <a:pt x="8102303" y="22821"/>
                  </a:lnTo>
                  <a:lnTo>
                    <a:pt x="8102461" y="22821"/>
                  </a:lnTo>
                  <a:lnTo>
                    <a:pt x="8102618" y="22821"/>
                  </a:lnTo>
                  <a:lnTo>
                    <a:pt x="8102776" y="22821"/>
                  </a:lnTo>
                  <a:lnTo>
                    <a:pt x="8102934" y="22821"/>
                  </a:lnTo>
                  <a:lnTo>
                    <a:pt x="8103091" y="22821"/>
                  </a:lnTo>
                  <a:lnTo>
                    <a:pt x="8103249" y="22821"/>
                  </a:lnTo>
                  <a:lnTo>
                    <a:pt x="8103407" y="22821"/>
                  </a:lnTo>
                  <a:lnTo>
                    <a:pt x="8103565" y="22821"/>
                  </a:lnTo>
                  <a:lnTo>
                    <a:pt x="8103722" y="22821"/>
                  </a:lnTo>
                  <a:lnTo>
                    <a:pt x="8103880" y="22821"/>
                  </a:lnTo>
                  <a:lnTo>
                    <a:pt x="8104038" y="22821"/>
                  </a:lnTo>
                  <a:lnTo>
                    <a:pt x="8104196" y="22821"/>
                  </a:lnTo>
                  <a:lnTo>
                    <a:pt x="8104353" y="22821"/>
                  </a:lnTo>
                  <a:lnTo>
                    <a:pt x="8104511" y="22821"/>
                  </a:lnTo>
                  <a:lnTo>
                    <a:pt x="8104669" y="22821"/>
                  </a:lnTo>
                  <a:lnTo>
                    <a:pt x="8104826" y="22821"/>
                  </a:lnTo>
                  <a:lnTo>
                    <a:pt x="8104984" y="22821"/>
                  </a:lnTo>
                  <a:lnTo>
                    <a:pt x="8105142" y="22821"/>
                  </a:lnTo>
                  <a:lnTo>
                    <a:pt x="8105300" y="22821"/>
                  </a:lnTo>
                  <a:lnTo>
                    <a:pt x="8105457" y="22821"/>
                  </a:lnTo>
                  <a:lnTo>
                    <a:pt x="8105615" y="22821"/>
                  </a:lnTo>
                  <a:lnTo>
                    <a:pt x="8105773" y="22821"/>
                  </a:lnTo>
                  <a:lnTo>
                    <a:pt x="8105930" y="22821"/>
                  </a:lnTo>
                  <a:lnTo>
                    <a:pt x="8106088" y="22821"/>
                  </a:lnTo>
                  <a:lnTo>
                    <a:pt x="8106246" y="22821"/>
                  </a:lnTo>
                  <a:lnTo>
                    <a:pt x="8106404" y="22821"/>
                  </a:lnTo>
                  <a:lnTo>
                    <a:pt x="8106561" y="22821"/>
                  </a:lnTo>
                  <a:lnTo>
                    <a:pt x="8106719" y="22821"/>
                  </a:lnTo>
                  <a:lnTo>
                    <a:pt x="8106877" y="22821"/>
                  </a:lnTo>
                  <a:lnTo>
                    <a:pt x="8107034" y="22821"/>
                  </a:lnTo>
                  <a:lnTo>
                    <a:pt x="8107192" y="22821"/>
                  </a:lnTo>
                  <a:lnTo>
                    <a:pt x="8107350" y="22821"/>
                  </a:lnTo>
                  <a:lnTo>
                    <a:pt x="8107508" y="22821"/>
                  </a:lnTo>
                  <a:lnTo>
                    <a:pt x="8107665" y="22821"/>
                  </a:lnTo>
                  <a:lnTo>
                    <a:pt x="8107823" y="22821"/>
                  </a:lnTo>
                  <a:lnTo>
                    <a:pt x="8107981" y="22821"/>
                  </a:lnTo>
                  <a:lnTo>
                    <a:pt x="8108138" y="22821"/>
                  </a:lnTo>
                  <a:lnTo>
                    <a:pt x="8108296" y="22821"/>
                  </a:lnTo>
                  <a:lnTo>
                    <a:pt x="8108454" y="22821"/>
                  </a:lnTo>
                  <a:lnTo>
                    <a:pt x="8108612" y="22821"/>
                  </a:lnTo>
                  <a:lnTo>
                    <a:pt x="8108769" y="22821"/>
                  </a:lnTo>
                  <a:lnTo>
                    <a:pt x="8108927" y="22821"/>
                  </a:lnTo>
                  <a:lnTo>
                    <a:pt x="8109085" y="22821"/>
                  </a:lnTo>
                  <a:lnTo>
                    <a:pt x="8109242" y="22821"/>
                  </a:lnTo>
                  <a:lnTo>
                    <a:pt x="8109400" y="22821"/>
                  </a:lnTo>
                  <a:lnTo>
                    <a:pt x="8109558" y="22821"/>
                  </a:lnTo>
                  <a:lnTo>
                    <a:pt x="8109716" y="22821"/>
                  </a:lnTo>
                  <a:lnTo>
                    <a:pt x="8109873" y="22821"/>
                  </a:lnTo>
                  <a:lnTo>
                    <a:pt x="8110031" y="22821"/>
                  </a:lnTo>
                  <a:lnTo>
                    <a:pt x="8110189" y="22821"/>
                  </a:lnTo>
                  <a:lnTo>
                    <a:pt x="8110347" y="22821"/>
                  </a:lnTo>
                  <a:lnTo>
                    <a:pt x="8110504" y="22821"/>
                  </a:lnTo>
                  <a:lnTo>
                    <a:pt x="8110662" y="22821"/>
                  </a:lnTo>
                  <a:lnTo>
                    <a:pt x="8110820" y="22821"/>
                  </a:lnTo>
                  <a:lnTo>
                    <a:pt x="8110977" y="22821"/>
                  </a:lnTo>
                  <a:lnTo>
                    <a:pt x="8111135" y="22821"/>
                  </a:lnTo>
                  <a:lnTo>
                    <a:pt x="8111293" y="22821"/>
                  </a:lnTo>
                  <a:lnTo>
                    <a:pt x="8111451" y="22821"/>
                  </a:lnTo>
                  <a:lnTo>
                    <a:pt x="8111608" y="22821"/>
                  </a:lnTo>
                  <a:lnTo>
                    <a:pt x="8111766" y="22821"/>
                  </a:lnTo>
                  <a:lnTo>
                    <a:pt x="8111924" y="22821"/>
                  </a:lnTo>
                  <a:lnTo>
                    <a:pt x="8111924" y="22391"/>
                  </a:lnTo>
                  <a:lnTo>
                    <a:pt x="8112081" y="22391"/>
                  </a:lnTo>
                  <a:lnTo>
                    <a:pt x="8112239" y="22391"/>
                  </a:lnTo>
                  <a:lnTo>
                    <a:pt x="8112397" y="22391"/>
                  </a:lnTo>
                  <a:lnTo>
                    <a:pt x="8112555" y="22391"/>
                  </a:lnTo>
                  <a:lnTo>
                    <a:pt x="8112712" y="22391"/>
                  </a:lnTo>
                  <a:lnTo>
                    <a:pt x="8112870" y="22391"/>
                  </a:lnTo>
                  <a:lnTo>
                    <a:pt x="8113028" y="22391"/>
                  </a:lnTo>
                  <a:lnTo>
                    <a:pt x="8113185" y="22391"/>
                  </a:lnTo>
                  <a:lnTo>
                    <a:pt x="8113343" y="22391"/>
                  </a:lnTo>
                  <a:lnTo>
                    <a:pt x="8113501" y="22391"/>
                  </a:lnTo>
                  <a:lnTo>
                    <a:pt x="8113659" y="22391"/>
                  </a:lnTo>
                  <a:lnTo>
                    <a:pt x="8113816" y="22391"/>
                  </a:lnTo>
                  <a:lnTo>
                    <a:pt x="8113974" y="22391"/>
                  </a:lnTo>
                  <a:lnTo>
                    <a:pt x="8114132" y="22391"/>
                  </a:lnTo>
                  <a:lnTo>
                    <a:pt x="8114289" y="22391"/>
                  </a:lnTo>
                  <a:lnTo>
                    <a:pt x="8114447" y="22391"/>
                  </a:lnTo>
                  <a:lnTo>
                    <a:pt x="8114605" y="22391"/>
                  </a:lnTo>
                  <a:lnTo>
                    <a:pt x="8114763" y="22391"/>
                  </a:lnTo>
                  <a:lnTo>
                    <a:pt x="8114920" y="22391"/>
                  </a:lnTo>
                  <a:lnTo>
                    <a:pt x="8115078" y="22391"/>
                  </a:lnTo>
                  <a:lnTo>
                    <a:pt x="8115236" y="22391"/>
                  </a:lnTo>
                  <a:lnTo>
                    <a:pt x="8115394" y="22391"/>
                  </a:lnTo>
                  <a:lnTo>
                    <a:pt x="8115551" y="22391"/>
                  </a:lnTo>
                  <a:lnTo>
                    <a:pt x="8115709" y="22391"/>
                  </a:lnTo>
                  <a:lnTo>
                    <a:pt x="8115867" y="22391"/>
                  </a:lnTo>
                  <a:lnTo>
                    <a:pt x="8116024" y="22391"/>
                  </a:lnTo>
                  <a:lnTo>
                    <a:pt x="8116182" y="22391"/>
                  </a:lnTo>
                  <a:lnTo>
                    <a:pt x="8116340" y="22391"/>
                  </a:lnTo>
                  <a:lnTo>
                    <a:pt x="8116498" y="22391"/>
                  </a:lnTo>
                  <a:lnTo>
                    <a:pt x="8116655" y="22391"/>
                  </a:lnTo>
                  <a:lnTo>
                    <a:pt x="8116813" y="22391"/>
                  </a:lnTo>
                  <a:lnTo>
                    <a:pt x="8116971" y="22391"/>
                  </a:lnTo>
                  <a:lnTo>
                    <a:pt x="8117128" y="22391"/>
                  </a:lnTo>
                  <a:lnTo>
                    <a:pt x="8117286" y="22391"/>
                  </a:lnTo>
                  <a:lnTo>
                    <a:pt x="8117444" y="22391"/>
                  </a:lnTo>
                  <a:lnTo>
                    <a:pt x="8117602" y="22391"/>
                  </a:lnTo>
                  <a:lnTo>
                    <a:pt x="8117759" y="22391"/>
                  </a:lnTo>
                  <a:lnTo>
                    <a:pt x="8117917" y="22391"/>
                  </a:lnTo>
                  <a:lnTo>
                    <a:pt x="8118075" y="22391"/>
                  </a:lnTo>
                  <a:lnTo>
                    <a:pt x="8118232" y="22391"/>
                  </a:lnTo>
                  <a:lnTo>
                    <a:pt x="8118390" y="22391"/>
                  </a:lnTo>
                  <a:lnTo>
                    <a:pt x="8118548" y="22391"/>
                  </a:lnTo>
                  <a:lnTo>
                    <a:pt x="8118706" y="22391"/>
                  </a:lnTo>
                  <a:lnTo>
                    <a:pt x="8118863" y="22391"/>
                  </a:lnTo>
                  <a:lnTo>
                    <a:pt x="8119021" y="22391"/>
                  </a:lnTo>
                  <a:lnTo>
                    <a:pt x="8119179" y="22391"/>
                  </a:lnTo>
                  <a:lnTo>
                    <a:pt x="8119336" y="22391"/>
                  </a:lnTo>
                  <a:lnTo>
                    <a:pt x="8119494" y="22391"/>
                  </a:lnTo>
                  <a:lnTo>
                    <a:pt x="8119652" y="22391"/>
                  </a:lnTo>
                  <a:lnTo>
                    <a:pt x="8119810" y="22391"/>
                  </a:lnTo>
                  <a:lnTo>
                    <a:pt x="8119967" y="22391"/>
                  </a:lnTo>
                  <a:lnTo>
                    <a:pt x="8120125" y="22391"/>
                  </a:lnTo>
                  <a:lnTo>
                    <a:pt x="8120283" y="22391"/>
                  </a:lnTo>
                  <a:lnTo>
                    <a:pt x="8120440" y="22391"/>
                  </a:lnTo>
                  <a:lnTo>
                    <a:pt x="8120598" y="22391"/>
                  </a:lnTo>
                  <a:lnTo>
                    <a:pt x="8120756" y="22391"/>
                  </a:lnTo>
                  <a:lnTo>
                    <a:pt x="8120914" y="22391"/>
                  </a:lnTo>
                  <a:lnTo>
                    <a:pt x="8121071" y="22391"/>
                  </a:lnTo>
                  <a:lnTo>
                    <a:pt x="8121229" y="22391"/>
                  </a:lnTo>
                  <a:lnTo>
                    <a:pt x="8121387" y="22391"/>
                  </a:lnTo>
                  <a:lnTo>
                    <a:pt x="8121545" y="22391"/>
                  </a:lnTo>
                  <a:lnTo>
                    <a:pt x="8121702" y="22391"/>
                  </a:lnTo>
                  <a:lnTo>
                    <a:pt x="8121860" y="22391"/>
                  </a:lnTo>
                  <a:lnTo>
                    <a:pt x="8122018" y="22391"/>
                  </a:lnTo>
                  <a:lnTo>
                    <a:pt x="8122175" y="22391"/>
                  </a:lnTo>
                  <a:lnTo>
                    <a:pt x="8122333" y="22391"/>
                  </a:lnTo>
                  <a:lnTo>
                    <a:pt x="8122491" y="22391"/>
                  </a:lnTo>
                  <a:lnTo>
                    <a:pt x="8122649" y="22391"/>
                  </a:lnTo>
                  <a:lnTo>
                    <a:pt x="8122806" y="22391"/>
                  </a:lnTo>
                  <a:lnTo>
                    <a:pt x="8122964" y="22391"/>
                  </a:lnTo>
                  <a:lnTo>
                    <a:pt x="8123122" y="22391"/>
                  </a:lnTo>
                  <a:lnTo>
                    <a:pt x="8123279" y="22391"/>
                  </a:lnTo>
                  <a:lnTo>
                    <a:pt x="8123437" y="22391"/>
                  </a:lnTo>
                  <a:lnTo>
                    <a:pt x="8123595" y="22391"/>
                  </a:lnTo>
                  <a:lnTo>
                    <a:pt x="8123753" y="22391"/>
                  </a:lnTo>
                  <a:lnTo>
                    <a:pt x="8123910" y="22391"/>
                  </a:lnTo>
                  <a:lnTo>
                    <a:pt x="8124068" y="22391"/>
                  </a:lnTo>
                  <a:lnTo>
                    <a:pt x="8124226" y="22391"/>
                  </a:lnTo>
                  <a:lnTo>
                    <a:pt x="8124383" y="22391"/>
                  </a:lnTo>
                  <a:lnTo>
                    <a:pt x="8124541" y="22391"/>
                  </a:lnTo>
                  <a:lnTo>
                    <a:pt x="8124699" y="22391"/>
                  </a:lnTo>
                  <a:lnTo>
                    <a:pt x="8124857" y="22391"/>
                  </a:lnTo>
                  <a:lnTo>
                    <a:pt x="8125014" y="22391"/>
                  </a:lnTo>
                  <a:lnTo>
                    <a:pt x="8125172" y="22391"/>
                  </a:lnTo>
                  <a:lnTo>
                    <a:pt x="8125330" y="22391"/>
                  </a:lnTo>
                  <a:lnTo>
                    <a:pt x="8125487" y="22391"/>
                  </a:lnTo>
                  <a:lnTo>
                    <a:pt x="8125645" y="22391"/>
                  </a:lnTo>
                  <a:lnTo>
                    <a:pt x="8125803" y="22391"/>
                  </a:lnTo>
                  <a:lnTo>
                    <a:pt x="8125961" y="22391"/>
                  </a:lnTo>
                  <a:lnTo>
                    <a:pt x="8126118" y="22391"/>
                  </a:lnTo>
                  <a:lnTo>
                    <a:pt x="8126276" y="22391"/>
                  </a:lnTo>
                  <a:lnTo>
                    <a:pt x="8126434" y="22391"/>
                  </a:lnTo>
                  <a:lnTo>
                    <a:pt x="8126592" y="22391"/>
                  </a:lnTo>
                  <a:lnTo>
                    <a:pt x="8126749" y="22391"/>
                  </a:lnTo>
                  <a:lnTo>
                    <a:pt x="8126907" y="22391"/>
                  </a:lnTo>
                  <a:lnTo>
                    <a:pt x="8127065" y="22391"/>
                  </a:lnTo>
                  <a:lnTo>
                    <a:pt x="8127222" y="22391"/>
                  </a:lnTo>
                  <a:lnTo>
                    <a:pt x="8127380" y="22391"/>
                  </a:lnTo>
                  <a:lnTo>
                    <a:pt x="8127538" y="22391"/>
                  </a:lnTo>
                  <a:lnTo>
                    <a:pt x="8127696" y="22391"/>
                  </a:lnTo>
                  <a:lnTo>
                    <a:pt x="8127853" y="22391"/>
                  </a:lnTo>
                  <a:lnTo>
                    <a:pt x="8128011" y="22391"/>
                  </a:lnTo>
                  <a:lnTo>
                    <a:pt x="8128169" y="22391"/>
                  </a:lnTo>
                  <a:lnTo>
                    <a:pt x="8128326" y="22391"/>
                  </a:lnTo>
                  <a:lnTo>
                    <a:pt x="8128484" y="22391"/>
                  </a:lnTo>
                  <a:lnTo>
                    <a:pt x="8128642" y="22391"/>
                  </a:lnTo>
                  <a:lnTo>
                    <a:pt x="8128800" y="22391"/>
                  </a:lnTo>
                  <a:lnTo>
                    <a:pt x="8128957" y="22391"/>
                  </a:lnTo>
                  <a:lnTo>
                    <a:pt x="8129115" y="22391"/>
                  </a:lnTo>
                  <a:lnTo>
                    <a:pt x="8129273" y="22391"/>
                  </a:lnTo>
                  <a:lnTo>
                    <a:pt x="8129430" y="22391"/>
                  </a:lnTo>
                  <a:lnTo>
                    <a:pt x="8129588" y="22391"/>
                  </a:lnTo>
                  <a:lnTo>
                    <a:pt x="8129746" y="22391"/>
                  </a:lnTo>
                  <a:lnTo>
                    <a:pt x="8129904" y="22391"/>
                  </a:lnTo>
                  <a:lnTo>
                    <a:pt x="8130061" y="22391"/>
                  </a:lnTo>
                  <a:lnTo>
                    <a:pt x="8130219" y="22391"/>
                  </a:lnTo>
                  <a:lnTo>
                    <a:pt x="8130377" y="22391"/>
                  </a:lnTo>
                  <a:lnTo>
                    <a:pt x="8130534" y="22391"/>
                  </a:lnTo>
                  <a:lnTo>
                    <a:pt x="8130692" y="22391"/>
                  </a:lnTo>
                  <a:lnTo>
                    <a:pt x="8130850" y="22391"/>
                  </a:lnTo>
                  <a:lnTo>
                    <a:pt x="8131008" y="22391"/>
                  </a:lnTo>
                  <a:lnTo>
                    <a:pt x="8131165" y="22391"/>
                  </a:lnTo>
                  <a:lnTo>
                    <a:pt x="8131323" y="22391"/>
                  </a:lnTo>
                  <a:lnTo>
                    <a:pt x="8131481" y="22391"/>
                  </a:lnTo>
                  <a:lnTo>
                    <a:pt x="8131481" y="21960"/>
                  </a:lnTo>
                  <a:lnTo>
                    <a:pt x="8131638" y="21960"/>
                  </a:lnTo>
                  <a:lnTo>
                    <a:pt x="8131796" y="21960"/>
                  </a:lnTo>
                  <a:lnTo>
                    <a:pt x="8131796" y="21530"/>
                  </a:lnTo>
                  <a:lnTo>
                    <a:pt x="8131954" y="21530"/>
                  </a:lnTo>
                  <a:lnTo>
                    <a:pt x="8132112" y="21530"/>
                  </a:lnTo>
                  <a:lnTo>
                    <a:pt x="8132269" y="21530"/>
                  </a:lnTo>
                  <a:lnTo>
                    <a:pt x="8132427" y="21530"/>
                  </a:lnTo>
                  <a:lnTo>
                    <a:pt x="8132585" y="21530"/>
                  </a:lnTo>
                  <a:lnTo>
                    <a:pt x="8132743" y="21530"/>
                  </a:lnTo>
                  <a:lnTo>
                    <a:pt x="8132900" y="21530"/>
                  </a:lnTo>
                  <a:lnTo>
                    <a:pt x="8133058" y="21530"/>
                  </a:lnTo>
                  <a:lnTo>
                    <a:pt x="8133216" y="21530"/>
                  </a:lnTo>
                  <a:lnTo>
                    <a:pt x="8133373" y="21530"/>
                  </a:lnTo>
                  <a:lnTo>
                    <a:pt x="8133531" y="21530"/>
                  </a:lnTo>
                  <a:lnTo>
                    <a:pt x="8133689" y="21530"/>
                  </a:lnTo>
                  <a:lnTo>
                    <a:pt x="8133847" y="21530"/>
                  </a:lnTo>
                  <a:lnTo>
                    <a:pt x="8134004" y="21530"/>
                  </a:lnTo>
                  <a:lnTo>
                    <a:pt x="8134162" y="21530"/>
                  </a:lnTo>
                  <a:lnTo>
                    <a:pt x="8134320" y="21530"/>
                  </a:lnTo>
                  <a:lnTo>
                    <a:pt x="8134320" y="21099"/>
                  </a:lnTo>
                  <a:lnTo>
                    <a:pt x="8134477" y="21099"/>
                  </a:lnTo>
                  <a:lnTo>
                    <a:pt x="8134635" y="21099"/>
                  </a:lnTo>
                  <a:lnTo>
                    <a:pt x="8134793" y="21099"/>
                  </a:lnTo>
                  <a:lnTo>
                    <a:pt x="8134951" y="21099"/>
                  </a:lnTo>
                  <a:lnTo>
                    <a:pt x="8135108" y="21099"/>
                  </a:lnTo>
                  <a:lnTo>
                    <a:pt x="8135266" y="21099"/>
                  </a:lnTo>
                  <a:lnTo>
                    <a:pt x="8135424" y="21099"/>
                  </a:lnTo>
                  <a:lnTo>
                    <a:pt x="8135581" y="21099"/>
                  </a:lnTo>
                  <a:lnTo>
                    <a:pt x="8135739" y="21099"/>
                  </a:lnTo>
                  <a:lnTo>
                    <a:pt x="8135897" y="21099"/>
                  </a:lnTo>
                  <a:lnTo>
                    <a:pt x="8136055" y="21099"/>
                  </a:lnTo>
                  <a:lnTo>
                    <a:pt x="8136212" y="21099"/>
                  </a:lnTo>
                  <a:lnTo>
                    <a:pt x="8136370" y="21099"/>
                  </a:lnTo>
                  <a:lnTo>
                    <a:pt x="8136528" y="21099"/>
                  </a:lnTo>
                  <a:lnTo>
                    <a:pt x="8136685" y="21099"/>
                  </a:lnTo>
                  <a:lnTo>
                    <a:pt x="8136843" y="21099"/>
                  </a:lnTo>
                  <a:lnTo>
                    <a:pt x="8137001" y="21099"/>
                  </a:lnTo>
                  <a:lnTo>
                    <a:pt x="8137159" y="21099"/>
                  </a:lnTo>
                  <a:lnTo>
                    <a:pt x="8137316" y="21099"/>
                  </a:lnTo>
                  <a:lnTo>
                    <a:pt x="8137474" y="21099"/>
                  </a:lnTo>
                  <a:lnTo>
                    <a:pt x="8137632" y="21099"/>
                  </a:lnTo>
                  <a:lnTo>
                    <a:pt x="8137790" y="21099"/>
                  </a:lnTo>
                  <a:lnTo>
                    <a:pt x="8137947" y="21099"/>
                  </a:lnTo>
                  <a:lnTo>
                    <a:pt x="8138105" y="21099"/>
                  </a:lnTo>
                  <a:lnTo>
                    <a:pt x="8138263" y="21099"/>
                  </a:lnTo>
                  <a:lnTo>
                    <a:pt x="8138420" y="21099"/>
                  </a:lnTo>
                  <a:lnTo>
                    <a:pt x="8138578" y="21099"/>
                  </a:lnTo>
                  <a:lnTo>
                    <a:pt x="8138736" y="21099"/>
                  </a:lnTo>
                  <a:lnTo>
                    <a:pt x="8138894" y="21099"/>
                  </a:lnTo>
                  <a:lnTo>
                    <a:pt x="8139051" y="21099"/>
                  </a:lnTo>
                  <a:lnTo>
                    <a:pt x="8139209" y="21099"/>
                  </a:lnTo>
                  <a:lnTo>
                    <a:pt x="8139367" y="21099"/>
                  </a:lnTo>
                  <a:lnTo>
                    <a:pt x="8139524" y="21099"/>
                  </a:lnTo>
                  <a:lnTo>
                    <a:pt x="8139682" y="21099"/>
                  </a:lnTo>
                  <a:lnTo>
                    <a:pt x="8139840" y="21099"/>
                  </a:lnTo>
                  <a:lnTo>
                    <a:pt x="8139998" y="21099"/>
                  </a:lnTo>
                  <a:lnTo>
                    <a:pt x="8140155" y="21099"/>
                  </a:lnTo>
                  <a:lnTo>
                    <a:pt x="8140313" y="21099"/>
                  </a:lnTo>
                  <a:lnTo>
                    <a:pt x="8140471" y="21099"/>
                  </a:lnTo>
                  <a:lnTo>
                    <a:pt x="8140628" y="21099"/>
                  </a:lnTo>
                  <a:lnTo>
                    <a:pt x="8140786" y="21099"/>
                  </a:lnTo>
                  <a:lnTo>
                    <a:pt x="8140944" y="21099"/>
                  </a:lnTo>
                  <a:lnTo>
                    <a:pt x="8141102" y="21099"/>
                  </a:lnTo>
                  <a:lnTo>
                    <a:pt x="8141259" y="21099"/>
                  </a:lnTo>
                  <a:lnTo>
                    <a:pt x="8141417" y="21099"/>
                  </a:lnTo>
                  <a:lnTo>
                    <a:pt x="8141575" y="21099"/>
                  </a:lnTo>
                  <a:lnTo>
                    <a:pt x="8141732" y="21099"/>
                  </a:lnTo>
                  <a:lnTo>
                    <a:pt x="8141890" y="21099"/>
                  </a:lnTo>
                  <a:lnTo>
                    <a:pt x="8142048" y="21099"/>
                  </a:lnTo>
                  <a:lnTo>
                    <a:pt x="8142206" y="21099"/>
                  </a:lnTo>
                  <a:lnTo>
                    <a:pt x="8142363" y="21099"/>
                  </a:lnTo>
                  <a:lnTo>
                    <a:pt x="8142521" y="21099"/>
                  </a:lnTo>
                  <a:lnTo>
                    <a:pt x="8142679" y="21099"/>
                  </a:lnTo>
                  <a:lnTo>
                    <a:pt x="8142836" y="21099"/>
                  </a:lnTo>
                  <a:lnTo>
                    <a:pt x="8142994" y="21099"/>
                  </a:lnTo>
                  <a:lnTo>
                    <a:pt x="8143152" y="21099"/>
                  </a:lnTo>
                  <a:lnTo>
                    <a:pt x="8143310" y="21099"/>
                  </a:lnTo>
                  <a:lnTo>
                    <a:pt x="8143467" y="21099"/>
                  </a:lnTo>
                  <a:lnTo>
                    <a:pt x="8143625" y="21099"/>
                  </a:lnTo>
                  <a:lnTo>
                    <a:pt x="8143783" y="21099"/>
                  </a:lnTo>
                  <a:lnTo>
                    <a:pt x="8143941" y="21099"/>
                  </a:lnTo>
                  <a:lnTo>
                    <a:pt x="8143941" y="20668"/>
                  </a:lnTo>
                  <a:lnTo>
                    <a:pt x="8144098" y="20668"/>
                  </a:lnTo>
                  <a:lnTo>
                    <a:pt x="8144256" y="20668"/>
                  </a:lnTo>
                  <a:lnTo>
                    <a:pt x="8144414" y="20668"/>
                  </a:lnTo>
                  <a:lnTo>
                    <a:pt x="8144571" y="20668"/>
                  </a:lnTo>
                  <a:lnTo>
                    <a:pt x="8144729" y="20668"/>
                  </a:lnTo>
                  <a:lnTo>
                    <a:pt x="8144887" y="20668"/>
                  </a:lnTo>
                  <a:lnTo>
                    <a:pt x="8145045" y="20668"/>
                  </a:lnTo>
                  <a:lnTo>
                    <a:pt x="8145202" y="20668"/>
                  </a:lnTo>
                  <a:lnTo>
                    <a:pt x="8145360" y="20668"/>
                  </a:lnTo>
                  <a:lnTo>
                    <a:pt x="8145518" y="20668"/>
                  </a:lnTo>
                  <a:lnTo>
                    <a:pt x="8145675" y="20668"/>
                  </a:lnTo>
                  <a:lnTo>
                    <a:pt x="8145833" y="20668"/>
                  </a:lnTo>
                  <a:lnTo>
                    <a:pt x="8145991" y="20668"/>
                  </a:lnTo>
                  <a:lnTo>
                    <a:pt x="8146149" y="20668"/>
                  </a:lnTo>
                  <a:lnTo>
                    <a:pt x="8146306" y="20668"/>
                  </a:lnTo>
                  <a:lnTo>
                    <a:pt x="8146464" y="20668"/>
                  </a:lnTo>
                  <a:lnTo>
                    <a:pt x="8146622" y="20668"/>
                  </a:lnTo>
                  <a:lnTo>
                    <a:pt x="8146779" y="20668"/>
                  </a:lnTo>
                  <a:lnTo>
                    <a:pt x="8146937" y="20668"/>
                  </a:lnTo>
                  <a:lnTo>
                    <a:pt x="8147095" y="20668"/>
                  </a:lnTo>
                  <a:lnTo>
                    <a:pt x="8147253" y="20668"/>
                  </a:lnTo>
                  <a:lnTo>
                    <a:pt x="8147410" y="20668"/>
                  </a:lnTo>
                  <a:lnTo>
                    <a:pt x="8147568" y="20668"/>
                  </a:lnTo>
                  <a:lnTo>
                    <a:pt x="8147726" y="20668"/>
                  </a:lnTo>
                  <a:lnTo>
                    <a:pt x="8147883" y="20668"/>
                  </a:lnTo>
                  <a:lnTo>
                    <a:pt x="8148041" y="20668"/>
                  </a:lnTo>
                  <a:lnTo>
                    <a:pt x="8148199" y="20668"/>
                  </a:lnTo>
                  <a:lnTo>
                    <a:pt x="8148357" y="20668"/>
                  </a:lnTo>
                  <a:lnTo>
                    <a:pt x="8148514" y="20668"/>
                  </a:lnTo>
                  <a:lnTo>
                    <a:pt x="8148672" y="20668"/>
                  </a:lnTo>
                  <a:lnTo>
                    <a:pt x="8148830" y="20668"/>
                  </a:lnTo>
                  <a:lnTo>
                    <a:pt x="8148988" y="20668"/>
                  </a:lnTo>
                  <a:lnTo>
                    <a:pt x="8149145" y="20668"/>
                  </a:lnTo>
                  <a:lnTo>
                    <a:pt x="8149303" y="20668"/>
                  </a:lnTo>
                  <a:lnTo>
                    <a:pt x="8149461" y="20668"/>
                  </a:lnTo>
                  <a:lnTo>
                    <a:pt x="8149618" y="20668"/>
                  </a:lnTo>
                  <a:lnTo>
                    <a:pt x="8149776" y="20668"/>
                  </a:lnTo>
                  <a:lnTo>
                    <a:pt x="8149934" y="20668"/>
                  </a:lnTo>
                  <a:lnTo>
                    <a:pt x="8150092" y="20668"/>
                  </a:lnTo>
                  <a:lnTo>
                    <a:pt x="8150249" y="20668"/>
                  </a:lnTo>
                  <a:lnTo>
                    <a:pt x="8150407" y="20668"/>
                  </a:lnTo>
                  <a:lnTo>
                    <a:pt x="8150565" y="20668"/>
                  </a:lnTo>
                  <a:lnTo>
                    <a:pt x="8150722" y="20668"/>
                  </a:lnTo>
                  <a:lnTo>
                    <a:pt x="8150880" y="20668"/>
                  </a:lnTo>
                  <a:lnTo>
                    <a:pt x="8151038" y="20668"/>
                  </a:lnTo>
                  <a:lnTo>
                    <a:pt x="8151196" y="20668"/>
                  </a:lnTo>
                  <a:lnTo>
                    <a:pt x="8151353" y="20668"/>
                  </a:lnTo>
                  <a:lnTo>
                    <a:pt x="8151511" y="20668"/>
                  </a:lnTo>
                  <a:lnTo>
                    <a:pt x="8151669" y="20668"/>
                  </a:lnTo>
                  <a:lnTo>
                    <a:pt x="8151826" y="20668"/>
                  </a:lnTo>
                  <a:lnTo>
                    <a:pt x="8151984" y="20668"/>
                  </a:lnTo>
                  <a:lnTo>
                    <a:pt x="8151984" y="20238"/>
                  </a:lnTo>
                  <a:lnTo>
                    <a:pt x="8152142" y="20238"/>
                  </a:lnTo>
                  <a:lnTo>
                    <a:pt x="8152300" y="20238"/>
                  </a:lnTo>
                  <a:lnTo>
                    <a:pt x="8152457" y="20238"/>
                  </a:lnTo>
                  <a:lnTo>
                    <a:pt x="8152615" y="20238"/>
                  </a:lnTo>
                  <a:lnTo>
                    <a:pt x="8152773" y="20238"/>
                  </a:lnTo>
                  <a:lnTo>
                    <a:pt x="8152930" y="20238"/>
                  </a:lnTo>
                  <a:lnTo>
                    <a:pt x="8153088" y="20238"/>
                  </a:lnTo>
                  <a:lnTo>
                    <a:pt x="8153246" y="20238"/>
                  </a:lnTo>
                  <a:lnTo>
                    <a:pt x="8153404" y="20238"/>
                  </a:lnTo>
                  <a:lnTo>
                    <a:pt x="8153561" y="20238"/>
                  </a:lnTo>
                  <a:lnTo>
                    <a:pt x="8153719" y="20238"/>
                  </a:lnTo>
                  <a:lnTo>
                    <a:pt x="8153877" y="20238"/>
                  </a:lnTo>
                  <a:lnTo>
                    <a:pt x="8154034" y="20238"/>
                  </a:lnTo>
                  <a:lnTo>
                    <a:pt x="8154192" y="20238"/>
                  </a:lnTo>
                  <a:lnTo>
                    <a:pt x="8154350" y="20238"/>
                  </a:lnTo>
                  <a:lnTo>
                    <a:pt x="8154508" y="20238"/>
                  </a:lnTo>
                  <a:lnTo>
                    <a:pt x="8154665" y="20238"/>
                  </a:lnTo>
                  <a:lnTo>
                    <a:pt x="8154823" y="20238"/>
                  </a:lnTo>
                  <a:lnTo>
                    <a:pt x="8154981" y="20238"/>
                  </a:lnTo>
                  <a:lnTo>
                    <a:pt x="8155139" y="20238"/>
                  </a:lnTo>
                  <a:lnTo>
                    <a:pt x="8155296" y="20238"/>
                  </a:lnTo>
                  <a:lnTo>
                    <a:pt x="8155454" y="20238"/>
                  </a:lnTo>
                  <a:lnTo>
                    <a:pt x="8155612" y="20238"/>
                  </a:lnTo>
                  <a:lnTo>
                    <a:pt x="8155769" y="20238"/>
                  </a:lnTo>
                  <a:lnTo>
                    <a:pt x="8155927" y="20238"/>
                  </a:lnTo>
                  <a:lnTo>
                    <a:pt x="8156085" y="20238"/>
                  </a:lnTo>
                  <a:lnTo>
                    <a:pt x="8156243" y="20238"/>
                  </a:lnTo>
                  <a:lnTo>
                    <a:pt x="8156400" y="20238"/>
                  </a:lnTo>
                  <a:lnTo>
                    <a:pt x="8156558" y="20238"/>
                  </a:lnTo>
                  <a:lnTo>
                    <a:pt x="8156716" y="20238"/>
                  </a:lnTo>
                  <a:lnTo>
                    <a:pt x="8156873" y="20238"/>
                  </a:lnTo>
                  <a:lnTo>
                    <a:pt x="8157031" y="20238"/>
                  </a:lnTo>
                  <a:lnTo>
                    <a:pt x="8157189" y="20238"/>
                  </a:lnTo>
                  <a:lnTo>
                    <a:pt x="8157347" y="20238"/>
                  </a:lnTo>
                  <a:lnTo>
                    <a:pt x="8157504" y="20238"/>
                  </a:lnTo>
                  <a:lnTo>
                    <a:pt x="8157662" y="20238"/>
                  </a:lnTo>
                  <a:lnTo>
                    <a:pt x="8157820" y="20238"/>
                  </a:lnTo>
                  <a:lnTo>
                    <a:pt x="8157977" y="20238"/>
                  </a:lnTo>
                  <a:lnTo>
                    <a:pt x="8158135" y="20238"/>
                  </a:lnTo>
                  <a:lnTo>
                    <a:pt x="8158293" y="20238"/>
                  </a:lnTo>
                  <a:lnTo>
                    <a:pt x="8158451" y="20238"/>
                  </a:lnTo>
                  <a:lnTo>
                    <a:pt x="8158608" y="20238"/>
                  </a:lnTo>
                  <a:lnTo>
                    <a:pt x="8158766" y="20238"/>
                  </a:lnTo>
                  <a:lnTo>
                    <a:pt x="8158924" y="20238"/>
                  </a:lnTo>
                  <a:lnTo>
                    <a:pt x="8159081" y="20238"/>
                  </a:lnTo>
                  <a:lnTo>
                    <a:pt x="8159239" y="20238"/>
                  </a:lnTo>
                  <a:lnTo>
                    <a:pt x="8159397" y="20238"/>
                  </a:lnTo>
                  <a:lnTo>
                    <a:pt x="8159555" y="20238"/>
                  </a:lnTo>
                  <a:lnTo>
                    <a:pt x="8159712" y="20238"/>
                  </a:lnTo>
                  <a:lnTo>
                    <a:pt x="8159870" y="20238"/>
                  </a:lnTo>
                  <a:lnTo>
                    <a:pt x="8159870" y="19807"/>
                  </a:lnTo>
                  <a:lnTo>
                    <a:pt x="8160028" y="19807"/>
                  </a:lnTo>
                  <a:lnTo>
                    <a:pt x="8160185" y="19807"/>
                  </a:lnTo>
                  <a:lnTo>
                    <a:pt x="8160343" y="19807"/>
                  </a:lnTo>
                  <a:lnTo>
                    <a:pt x="8160343" y="19377"/>
                  </a:lnTo>
                  <a:lnTo>
                    <a:pt x="8160501" y="19377"/>
                  </a:lnTo>
                  <a:lnTo>
                    <a:pt x="8160659" y="19377"/>
                  </a:lnTo>
                  <a:lnTo>
                    <a:pt x="8160816" y="19377"/>
                  </a:lnTo>
                  <a:lnTo>
                    <a:pt x="8160974" y="19377"/>
                  </a:lnTo>
                  <a:lnTo>
                    <a:pt x="8161132" y="19377"/>
                  </a:lnTo>
                  <a:lnTo>
                    <a:pt x="8161290" y="19377"/>
                  </a:lnTo>
                  <a:lnTo>
                    <a:pt x="8161447" y="19377"/>
                  </a:lnTo>
                  <a:lnTo>
                    <a:pt x="8161605" y="19377"/>
                  </a:lnTo>
                  <a:lnTo>
                    <a:pt x="8161763" y="19377"/>
                  </a:lnTo>
                  <a:lnTo>
                    <a:pt x="8161920" y="19377"/>
                  </a:lnTo>
                  <a:lnTo>
                    <a:pt x="8162078" y="19377"/>
                  </a:lnTo>
                  <a:lnTo>
                    <a:pt x="8162236" y="19377"/>
                  </a:lnTo>
                  <a:lnTo>
                    <a:pt x="8162394" y="19377"/>
                  </a:lnTo>
                  <a:lnTo>
                    <a:pt x="8162551" y="19377"/>
                  </a:lnTo>
                  <a:lnTo>
                    <a:pt x="8162709" y="19377"/>
                  </a:lnTo>
                  <a:lnTo>
                    <a:pt x="8162867" y="19377"/>
                  </a:lnTo>
                  <a:lnTo>
                    <a:pt x="8162867" y="18946"/>
                  </a:lnTo>
                  <a:lnTo>
                    <a:pt x="8163024" y="18946"/>
                  </a:lnTo>
                  <a:lnTo>
                    <a:pt x="8163182" y="18946"/>
                  </a:lnTo>
                  <a:lnTo>
                    <a:pt x="8163340" y="18946"/>
                  </a:lnTo>
                  <a:lnTo>
                    <a:pt x="8163498" y="18946"/>
                  </a:lnTo>
                  <a:lnTo>
                    <a:pt x="8163655" y="18946"/>
                  </a:lnTo>
                  <a:lnTo>
                    <a:pt x="8163813" y="18946"/>
                  </a:lnTo>
                  <a:lnTo>
                    <a:pt x="8163971" y="18946"/>
                  </a:lnTo>
                  <a:lnTo>
                    <a:pt x="8164128" y="18946"/>
                  </a:lnTo>
                  <a:lnTo>
                    <a:pt x="8164286" y="18946"/>
                  </a:lnTo>
                  <a:lnTo>
                    <a:pt x="8164444" y="18946"/>
                  </a:lnTo>
                  <a:lnTo>
                    <a:pt x="8164602" y="18946"/>
                  </a:lnTo>
                  <a:lnTo>
                    <a:pt x="8164759" y="18946"/>
                  </a:lnTo>
                  <a:lnTo>
                    <a:pt x="8164917" y="18946"/>
                  </a:lnTo>
                  <a:lnTo>
                    <a:pt x="8165075" y="18946"/>
                  </a:lnTo>
                  <a:lnTo>
                    <a:pt x="8165232" y="18946"/>
                  </a:lnTo>
                  <a:lnTo>
                    <a:pt x="8165390" y="18946"/>
                  </a:lnTo>
                  <a:lnTo>
                    <a:pt x="8165548" y="18946"/>
                  </a:lnTo>
                  <a:lnTo>
                    <a:pt x="8165706" y="18946"/>
                  </a:lnTo>
                  <a:lnTo>
                    <a:pt x="8165863" y="18946"/>
                  </a:lnTo>
                  <a:lnTo>
                    <a:pt x="8166021" y="18946"/>
                  </a:lnTo>
                  <a:lnTo>
                    <a:pt x="8166021" y="18515"/>
                  </a:lnTo>
                  <a:lnTo>
                    <a:pt x="8166021" y="18085"/>
                  </a:lnTo>
                  <a:lnTo>
                    <a:pt x="8166179" y="18085"/>
                  </a:lnTo>
                  <a:lnTo>
                    <a:pt x="8166337" y="18085"/>
                  </a:lnTo>
                  <a:lnTo>
                    <a:pt x="8166494" y="18085"/>
                  </a:lnTo>
                  <a:lnTo>
                    <a:pt x="8166652" y="18085"/>
                  </a:lnTo>
                  <a:lnTo>
                    <a:pt x="8166810" y="18085"/>
                  </a:lnTo>
                  <a:lnTo>
                    <a:pt x="8166967" y="18085"/>
                  </a:lnTo>
                  <a:lnTo>
                    <a:pt x="8167125" y="18085"/>
                  </a:lnTo>
                  <a:lnTo>
                    <a:pt x="8167283" y="18085"/>
                  </a:lnTo>
                  <a:lnTo>
                    <a:pt x="8167441" y="18085"/>
                  </a:lnTo>
                  <a:lnTo>
                    <a:pt x="8167598" y="18085"/>
                  </a:lnTo>
                  <a:lnTo>
                    <a:pt x="8167756" y="18085"/>
                  </a:lnTo>
                  <a:lnTo>
                    <a:pt x="8167914" y="18085"/>
                  </a:lnTo>
                  <a:lnTo>
                    <a:pt x="8168071" y="18085"/>
                  </a:lnTo>
                  <a:lnTo>
                    <a:pt x="8168229" y="18085"/>
                  </a:lnTo>
                  <a:lnTo>
                    <a:pt x="8168387" y="18085"/>
                  </a:lnTo>
                  <a:lnTo>
                    <a:pt x="8168545" y="18085"/>
                  </a:lnTo>
                  <a:lnTo>
                    <a:pt x="8168702" y="18085"/>
                  </a:lnTo>
                  <a:lnTo>
                    <a:pt x="8168860" y="18085"/>
                  </a:lnTo>
                  <a:lnTo>
                    <a:pt x="8169018" y="18085"/>
                  </a:lnTo>
                  <a:lnTo>
                    <a:pt x="8169175" y="18085"/>
                  </a:lnTo>
                  <a:lnTo>
                    <a:pt x="8169333" y="18085"/>
                  </a:lnTo>
                  <a:lnTo>
                    <a:pt x="8169491" y="18085"/>
                  </a:lnTo>
                  <a:lnTo>
                    <a:pt x="8169491" y="17654"/>
                  </a:lnTo>
                  <a:lnTo>
                    <a:pt x="8169649" y="17654"/>
                  </a:lnTo>
                  <a:lnTo>
                    <a:pt x="8169806" y="17654"/>
                  </a:lnTo>
                  <a:lnTo>
                    <a:pt x="8169964" y="17654"/>
                  </a:lnTo>
                  <a:lnTo>
                    <a:pt x="8170122" y="17654"/>
                  </a:lnTo>
                  <a:lnTo>
                    <a:pt x="8170279" y="17654"/>
                  </a:lnTo>
                  <a:lnTo>
                    <a:pt x="8170437" y="17654"/>
                  </a:lnTo>
                  <a:lnTo>
                    <a:pt x="8170595" y="17654"/>
                  </a:lnTo>
                  <a:lnTo>
                    <a:pt x="8170595" y="17224"/>
                  </a:lnTo>
                  <a:lnTo>
                    <a:pt x="8170753" y="17224"/>
                  </a:lnTo>
                  <a:lnTo>
                    <a:pt x="8170910" y="17224"/>
                  </a:lnTo>
                  <a:lnTo>
                    <a:pt x="8171068" y="17224"/>
                  </a:lnTo>
                  <a:lnTo>
                    <a:pt x="8171226" y="17224"/>
                  </a:lnTo>
                  <a:lnTo>
                    <a:pt x="8171383" y="17224"/>
                  </a:lnTo>
                  <a:lnTo>
                    <a:pt x="8171541" y="17224"/>
                  </a:lnTo>
                  <a:lnTo>
                    <a:pt x="8171699" y="17224"/>
                  </a:lnTo>
                  <a:lnTo>
                    <a:pt x="8171857" y="17224"/>
                  </a:lnTo>
                  <a:lnTo>
                    <a:pt x="8172014" y="17224"/>
                  </a:lnTo>
                  <a:lnTo>
                    <a:pt x="8172172" y="17224"/>
                  </a:lnTo>
                  <a:lnTo>
                    <a:pt x="8172330" y="17224"/>
                  </a:lnTo>
                  <a:lnTo>
                    <a:pt x="8172488" y="17224"/>
                  </a:lnTo>
                  <a:lnTo>
                    <a:pt x="8172645" y="17224"/>
                  </a:lnTo>
                  <a:lnTo>
                    <a:pt x="8172803" y="17224"/>
                  </a:lnTo>
                  <a:lnTo>
                    <a:pt x="8172961" y="17224"/>
                  </a:lnTo>
                  <a:lnTo>
                    <a:pt x="8173118" y="17224"/>
                  </a:lnTo>
                  <a:lnTo>
                    <a:pt x="8173276" y="17224"/>
                  </a:lnTo>
                  <a:lnTo>
                    <a:pt x="8173434" y="17224"/>
                  </a:lnTo>
                  <a:lnTo>
                    <a:pt x="8173592" y="17224"/>
                  </a:lnTo>
                  <a:lnTo>
                    <a:pt x="8173749" y="17224"/>
                  </a:lnTo>
                  <a:lnTo>
                    <a:pt x="8173907" y="17224"/>
                  </a:lnTo>
                  <a:lnTo>
                    <a:pt x="8173907" y="16793"/>
                  </a:lnTo>
                  <a:lnTo>
                    <a:pt x="8174065" y="16793"/>
                  </a:lnTo>
                  <a:lnTo>
                    <a:pt x="8174222" y="16793"/>
                  </a:lnTo>
                  <a:lnTo>
                    <a:pt x="8174380" y="16793"/>
                  </a:lnTo>
                  <a:lnTo>
                    <a:pt x="8174538" y="16793"/>
                  </a:lnTo>
                  <a:lnTo>
                    <a:pt x="8174696" y="16793"/>
                  </a:lnTo>
                  <a:lnTo>
                    <a:pt x="8174853" y="16793"/>
                  </a:lnTo>
                  <a:lnTo>
                    <a:pt x="8175011" y="16793"/>
                  </a:lnTo>
                  <a:lnTo>
                    <a:pt x="8175169" y="16793"/>
                  </a:lnTo>
                  <a:lnTo>
                    <a:pt x="8175326" y="16793"/>
                  </a:lnTo>
                  <a:lnTo>
                    <a:pt x="8175484" y="16793"/>
                  </a:lnTo>
                  <a:lnTo>
                    <a:pt x="8175642" y="16793"/>
                  </a:lnTo>
                  <a:lnTo>
                    <a:pt x="8175800" y="16793"/>
                  </a:lnTo>
                  <a:lnTo>
                    <a:pt x="8175800" y="16362"/>
                  </a:lnTo>
                  <a:lnTo>
                    <a:pt x="8175957" y="16362"/>
                  </a:lnTo>
                  <a:lnTo>
                    <a:pt x="8176115" y="16362"/>
                  </a:lnTo>
                  <a:lnTo>
                    <a:pt x="8176273" y="16362"/>
                  </a:lnTo>
                  <a:lnTo>
                    <a:pt x="8176430" y="16362"/>
                  </a:lnTo>
                  <a:lnTo>
                    <a:pt x="8176588" y="16362"/>
                  </a:lnTo>
                  <a:lnTo>
                    <a:pt x="8176746" y="16362"/>
                  </a:lnTo>
                  <a:lnTo>
                    <a:pt x="8176904" y="16362"/>
                  </a:lnTo>
                  <a:lnTo>
                    <a:pt x="8177061" y="16362"/>
                  </a:lnTo>
                  <a:lnTo>
                    <a:pt x="8177219" y="16362"/>
                  </a:lnTo>
                  <a:lnTo>
                    <a:pt x="8177377" y="16362"/>
                  </a:lnTo>
                  <a:lnTo>
                    <a:pt x="8177377" y="15932"/>
                  </a:lnTo>
                  <a:lnTo>
                    <a:pt x="8177535" y="15932"/>
                  </a:lnTo>
                  <a:lnTo>
                    <a:pt x="8177692" y="15932"/>
                  </a:lnTo>
                  <a:lnTo>
                    <a:pt x="8177850" y="15932"/>
                  </a:lnTo>
                  <a:lnTo>
                    <a:pt x="8178008" y="15932"/>
                  </a:lnTo>
                  <a:lnTo>
                    <a:pt x="8178165" y="15932"/>
                  </a:lnTo>
                  <a:lnTo>
                    <a:pt x="8178323" y="15932"/>
                  </a:lnTo>
                  <a:lnTo>
                    <a:pt x="8178481" y="15932"/>
                  </a:lnTo>
                  <a:lnTo>
                    <a:pt x="8178639" y="15932"/>
                  </a:lnTo>
                  <a:lnTo>
                    <a:pt x="8178796" y="15932"/>
                  </a:lnTo>
                  <a:lnTo>
                    <a:pt x="8178954" y="15932"/>
                  </a:lnTo>
                  <a:lnTo>
                    <a:pt x="8179112" y="15932"/>
                  </a:lnTo>
                  <a:lnTo>
                    <a:pt x="8179269" y="15932"/>
                  </a:lnTo>
                  <a:lnTo>
                    <a:pt x="8179427" y="15932"/>
                  </a:lnTo>
                  <a:lnTo>
                    <a:pt x="8179585" y="15932"/>
                  </a:lnTo>
                  <a:lnTo>
                    <a:pt x="8179743" y="15932"/>
                  </a:lnTo>
                  <a:lnTo>
                    <a:pt x="8179743" y="15501"/>
                  </a:lnTo>
                  <a:lnTo>
                    <a:pt x="8179900" y="15501"/>
                  </a:lnTo>
                  <a:lnTo>
                    <a:pt x="8180058" y="15501"/>
                  </a:lnTo>
                  <a:lnTo>
                    <a:pt x="8180216" y="15501"/>
                  </a:lnTo>
                  <a:lnTo>
                    <a:pt x="8180373" y="15501"/>
                  </a:lnTo>
                  <a:lnTo>
                    <a:pt x="8180531" y="15501"/>
                  </a:lnTo>
                  <a:lnTo>
                    <a:pt x="8180689" y="15501"/>
                  </a:lnTo>
                  <a:lnTo>
                    <a:pt x="8180847" y="15501"/>
                  </a:lnTo>
                  <a:lnTo>
                    <a:pt x="8181004" y="15501"/>
                  </a:lnTo>
                  <a:lnTo>
                    <a:pt x="8181162" y="15501"/>
                  </a:lnTo>
                  <a:lnTo>
                    <a:pt x="8181320" y="15501"/>
                  </a:lnTo>
                  <a:lnTo>
                    <a:pt x="8181477" y="15501"/>
                  </a:lnTo>
                  <a:lnTo>
                    <a:pt x="8181635" y="15501"/>
                  </a:lnTo>
                  <a:lnTo>
                    <a:pt x="8181793" y="15501"/>
                  </a:lnTo>
                  <a:lnTo>
                    <a:pt x="8181951" y="15501"/>
                  </a:lnTo>
                  <a:lnTo>
                    <a:pt x="8182108" y="15501"/>
                  </a:lnTo>
                  <a:lnTo>
                    <a:pt x="8182266" y="15501"/>
                  </a:lnTo>
                  <a:lnTo>
                    <a:pt x="8182424" y="15501"/>
                  </a:lnTo>
                  <a:lnTo>
                    <a:pt x="8182581" y="15501"/>
                  </a:lnTo>
                  <a:lnTo>
                    <a:pt x="8182739" y="15501"/>
                  </a:lnTo>
                  <a:lnTo>
                    <a:pt x="8182897" y="15501"/>
                  </a:lnTo>
                  <a:lnTo>
                    <a:pt x="8183055" y="15501"/>
                  </a:lnTo>
                  <a:lnTo>
                    <a:pt x="8183212" y="15501"/>
                  </a:lnTo>
                  <a:lnTo>
                    <a:pt x="8183370" y="15501"/>
                  </a:lnTo>
                  <a:lnTo>
                    <a:pt x="8183528" y="15501"/>
                  </a:lnTo>
                  <a:lnTo>
                    <a:pt x="8183686" y="15501"/>
                  </a:lnTo>
                  <a:lnTo>
                    <a:pt x="8183843" y="15501"/>
                  </a:lnTo>
                  <a:lnTo>
                    <a:pt x="8184001" y="15501"/>
                  </a:lnTo>
                  <a:lnTo>
                    <a:pt x="8184159" y="15501"/>
                  </a:lnTo>
                  <a:lnTo>
                    <a:pt x="8184316" y="15501"/>
                  </a:lnTo>
                  <a:lnTo>
                    <a:pt x="8184474" y="15501"/>
                  </a:lnTo>
                  <a:lnTo>
                    <a:pt x="8184632" y="15501"/>
                  </a:lnTo>
                  <a:lnTo>
                    <a:pt x="8184790" y="15501"/>
                  </a:lnTo>
                  <a:lnTo>
                    <a:pt x="8184947" y="15501"/>
                  </a:lnTo>
                  <a:lnTo>
                    <a:pt x="8185105" y="15501"/>
                  </a:lnTo>
                  <a:lnTo>
                    <a:pt x="8185263" y="15501"/>
                  </a:lnTo>
                  <a:lnTo>
                    <a:pt x="8185420" y="15501"/>
                  </a:lnTo>
                  <a:lnTo>
                    <a:pt x="8185578" y="15501"/>
                  </a:lnTo>
                  <a:lnTo>
                    <a:pt x="8185736" y="15501"/>
                  </a:lnTo>
                  <a:lnTo>
                    <a:pt x="8185894" y="15501"/>
                  </a:lnTo>
                  <a:lnTo>
                    <a:pt x="8186051" y="15501"/>
                  </a:lnTo>
                  <a:lnTo>
                    <a:pt x="8186209" y="15501"/>
                  </a:lnTo>
                  <a:lnTo>
                    <a:pt x="8186367" y="15501"/>
                  </a:lnTo>
                  <a:lnTo>
                    <a:pt x="8186524" y="15501"/>
                  </a:lnTo>
                  <a:lnTo>
                    <a:pt x="8186682" y="15501"/>
                  </a:lnTo>
                  <a:lnTo>
                    <a:pt x="8186840" y="15501"/>
                  </a:lnTo>
                  <a:lnTo>
                    <a:pt x="8186998" y="15501"/>
                  </a:lnTo>
                  <a:lnTo>
                    <a:pt x="8187155" y="15501"/>
                  </a:lnTo>
                  <a:lnTo>
                    <a:pt x="8187313" y="15501"/>
                  </a:lnTo>
                  <a:lnTo>
                    <a:pt x="8187471" y="15501"/>
                  </a:lnTo>
                  <a:lnTo>
                    <a:pt x="8187628" y="15501"/>
                  </a:lnTo>
                  <a:lnTo>
                    <a:pt x="8187786" y="15501"/>
                  </a:lnTo>
                  <a:lnTo>
                    <a:pt x="8187944" y="15501"/>
                  </a:lnTo>
                  <a:lnTo>
                    <a:pt x="8188102" y="15501"/>
                  </a:lnTo>
                  <a:lnTo>
                    <a:pt x="8188259" y="15501"/>
                  </a:lnTo>
                  <a:lnTo>
                    <a:pt x="8188417" y="15501"/>
                  </a:lnTo>
                  <a:lnTo>
                    <a:pt x="8188575" y="15501"/>
                  </a:lnTo>
                  <a:lnTo>
                    <a:pt x="8188733" y="15501"/>
                  </a:lnTo>
                  <a:lnTo>
                    <a:pt x="8188890" y="15501"/>
                  </a:lnTo>
                  <a:lnTo>
                    <a:pt x="8189048" y="15501"/>
                  </a:lnTo>
                  <a:lnTo>
                    <a:pt x="8189206" y="15501"/>
                  </a:lnTo>
                  <a:lnTo>
                    <a:pt x="8189363" y="15501"/>
                  </a:lnTo>
                  <a:lnTo>
                    <a:pt x="8189521" y="15501"/>
                  </a:lnTo>
                  <a:lnTo>
                    <a:pt x="8189679" y="15501"/>
                  </a:lnTo>
                  <a:lnTo>
                    <a:pt x="8189837" y="15501"/>
                  </a:lnTo>
                  <a:lnTo>
                    <a:pt x="8189994" y="15501"/>
                  </a:lnTo>
                  <a:lnTo>
                    <a:pt x="8190152" y="15501"/>
                  </a:lnTo>
                  <a:lnTo>
                    <a:pt x="8190310" y="15501"/>
                  </a:lnTo>
                  <a:lnTo>
                    <a:pt x="8190467" y="15501"/>
                  </a:lnTo>
                  <a:lnTo>
                    <a:pt x="8190625" y="15501"/>
                  </a:lnTo>
                  <a:lnTo>
                    <a:pt x="8190783" y="15501"/>
                  </a:lnTo>
                  <a:lnTo>
                    <a:pt x="8190941" y="15501"/>
                  </a:lnTo>
                  <a:lnTo>
                    <a:pt x="8191098" y="15501"/>
                  </a:lnTo>
                  <a:lnTo>
                    <a:pt x="8191256" y="15501"/>
                  </a:lnTo>
                  <a:lnTo>
                    <a:pt x="8191414" y="15501"/>
                  </a:lnTo>
                  <a:lnTo>
                    <a:pt x="8191571" y="15501"/>
                  </a:lnTo>
                  <a:lnTo>
                    <a:pt x="8191729" y="15501"/>
                  </a:lnTo>
                  <a:lnTo>
                    <a:pt x="8191887" y="15501"/>
                  </a:lnTo>
                  <a:lnTo>
                    <a:pt x="8192045" y="15501"/>
                  </a:lnTo>
                  <a:lnTo>
                    <a:pt x="8192202" y="15501"/>
                  </a:lnTo>
                  <a:lnTo>
                    <a:pt x="8192360" y="15501"/>
                  </a:lnTo>
                  <a:lnTo>
                    <a:pt x="8192518" y="15501"/>
                  </a:lnTo>
                  <a:lnTo>
                    <a:pt x="8192675" y="15501"/>
                  </a:lnTo>
                  <a:lnTo>
                    <a:pt x="8192833" y="15501"/>
                  </a:lnTo>
                  <a:lnTo>
                    <a:pt x="8192991" y="15501"/>
                  </a:lnTo>
                  <a:lnTo>
                    <a:pt x="8193149" y="15501"/>
                  </a:lnTo>
                  <a:lnTo>
                    <a:pt x="8193306" y="15501"/>
                  </a:lnTo>
                  <a:lnTo>
                    <a:pt x="8193464" y="15501"/>
                  </a:lnTo>
                  <a:lnTo>
                    <a:pt x="8193622" y="15501"/>
                  </a:lnTo>
                  <a:lnTo>
                    <a:pt x="8193779" y="15501"/>
                  </a:lnTo>
                  <a:lnTo>
                    <a:pt x="8193937" y="15501"/>
                  </a:lnTo>
                  <a:lnTo>
                    <a:pt x="8194095" y="15501"/>
                  </a:lnTo>
                  <a:lnTo>
                    <a:pt x="8194253" y="15501"/>
                  </a:lnTo>
                  <a:lnTo>
                    <a:pt x="8194410" y="15501"/>
                  </a:lnTo>
                  <a:lnTo>
                    <a:pt x="8194568" y="15501"/>
                  </a:lnTo>
                  <a:lnTo>
                    <a:pt x="8194726" y="15501"/>
                  </a:lnTo>
                  <a:lnTo>
                    <a:pt x="8194884" y="15501"/>
                  </a:lnTo>
                  <a:lnTo>
                    <a:pt x="8195041" y="15501"/>
                  </a:lnTo>
                  <a:lnTo>
                    <a:pt x="8195199" y="15501"/>
                  </a:lnTo>
                  <a:lnTo>
                    <a:pt x="8195357" y="15501"/>
                  </a:lnTo>
                  <a:lnTo>
                    <a:pt x="8195514" y="15501"/>
                  </a:lnTo>
                  <a:lnTo>
                    <a:pt x="8195672" y="15501"/>
                  </a:lnTo>
                  <a:lnTo>
                    <a:pt x="8195830" y="15501"/>
                  </a:lnTo>
                  <a:lnTo>
                    <a:pt x="8195988" y="15501"/>
                  </a:lnTo>
                  <a:lnTo>
                    <a:pt x="8196145" y="15501"/>
                  </a:lnTo>
                  <a:lnTo>
                    <a:pt x="8196303" y="15501"/>
                  </a:lnTo>
                  <a:lnTo>
                    <a:pt x="8196461" y="15501"/>
                  </a:lnTo>
                  <a:lnTo>
                    <a:pt x="8196618" y="15501"/>
                  </a:lnTo>
                  <a:lnTo>
                    <a:pt x="8196776" y="15501"/>
                  </a:lnTo>
                  <a:lnTo>
                    <a:pt x="8196934" y="15501"/>
                  </a:lnTo>
                  <a:lnTo>
                    <a:pt x="8197092" y="15501"/>
                  </a:lnTo>
                  <a:lnTo>
                    <a:pt x="8197249" y="15501"/>
                  </a:lnTo>
                  <a:lnTo>
                    <a:pt x="8197407" y="15501"/>
                  </a:lnTo>
                  <a:lnTo>
                    <a:pt x="8197565" y="15501"/>
                  </a:lnTo>
                  <a:lnTo>
                    <a:pt x="8197722" y="15501"/>
                  </a:lnTo>
                  <a:lnTo>
                    <a:pt x="8197880" y="15501"/>
                  </a:lnTo>
                  <a:lnTo>
                    <a:pt x="8198038" y="15501"/>
                  </a:lnTo>
                  <a:lnTo>
                    <a:pt x="8198196" y="15501"/>
                  </a:lnTo>
                  <a:lnTo>
                    <a:pt x="8198353" y="15501"/>
                  </a:lnTo>
                  <a:lnTo>
                    <a:pt x="8198511" y="15501"/>
                  </a:lnTo>
                  <a:lnTo>
                    <a:pt x="8198669" y="15501"/>
                  </a:lnTo>
                  <a:lnTo>
                    <a:pt x="8198826" y="15501"/>
                  </a:lnTo>
                  <a:lnTo>
                    <a:pt x="8198984" y="15501"/>
                  </a:lnTo>
                  <a:lnTo>
                    <a:pt x="8199142" y="15501"/>
                  </a:lnTo>
                  <a:lnTo>
                    <a:pt x="8199300" y="15501"/>
                  </a:lnTo>
                  <a:lnTo>
                    <a:pt x="8199457" y="15501"/>
                  </a:lnTo>
                  <a:lnTo>
                    <a:pt x="8199615" y="15501"/>
                  </a:lnTo>
                  <a:lnTo>
                    <a:pt x="8199773" y="15501"/>
                  </a:lnTo>
                  <a:lnTo>
                    <a:pt x="8199931" y="15501"/>
                  </a:lnTo>
                  <a:lnTo>
                    <a:pt x="8200088" y="15501"/>
                  </a:lnTo>
                  <a:lnTo>
                    <a:pt x="8200246" y="15501"/>
                  </a:lnTo>
                  <a:lnTo>
                    <a:pt x="8200404" y="15501"/>
                  </a:lnTo>
                  <a:lnTo>
                    <a:pt x="8200561" y="15501"/>
                  </a:lnTo>
                  <a:lnTo>
                    <a:pt x="8200719" y="15501"/>
                  </a:lnTo>
                  <a:lnTo>
                    <a:pt x="8200877" y="15501"/>
                  </a:lnTo>
                  <a:lnTo>
                    <a:pt x="8201035" y="15501"/>
                  </a:lnTo>
                  <a:lnTo>
                    <a:pt x="8201192" y="15501"/>
                  </a:lnTo>
                  <a:lnTo>
                    <a:pt x="8201350" y="15501"/>
                  </a:lnTo>
                  <a:lnTo>
                    <a:pt x="8201508" y="15501"/>
                  </a:lnTo>
                  <a:lnTo>
                    <a:pt x="8201665" y="15501"/>
                  </a:lnTo>
                  <a:lnTo>
                    <a:pt x="8201823" y="15501"/>
                  </a:lnTo>
                  <a:lnTo>
                    <a:pt x="8201981" y="15501"/>
                  </a:lnTo>
                  <a:lnTo>
                    <a:pt x="8202139" y="15501"/>
                  </a:lnTo>
                  <a:lnTo>
                    <a:pt x="8202296" y="15501"/>
                  </a:lnTo>
                  <a:lnTo>
                    <a:pt x="8202454" y="15501"/>
                  </a:lnTo>
                  <a:lnTo>
                    <a:pt x="8202612" y="15501"/>
                  </a:lnTo>
                  <a:lnTo>
                    <a:pt x="8202769" y="15501"/>
                  </a:lnTo>
                  <a:lnTo>
                    <a:pt x="8202927" y="15501"/>
                  </a:lnTo>
                  <a:lnTo>
                    <a:pt x="8203085" y="15501"/>
                  </a:lnTo>
                  <a:lnTo>
                    <a:pt x="8203243" y="15501"/>
                  </a:lnTo>
                  <a:lnTo>
                    <a:pt x="8203400" y="15501"/>
                  </a:lnTo>
                  <a:lnTo>
                    <a:pt x="8203558" y="15501"/>
                  </a:lnTo>
                  <a:lnTo>
                    <a:pt x="8203716" y="15501"/>
                  </a:lnTo>
                  <a:lnTo>
                    <a:pt x="8203873" y="15501"/>
                  </a:lnTo>
                  <a:lnTo>
                    <a:pt x="8204031" y="15501"/>
                  </a:lnTo>
                  <a:lnTo>
                    <a:pt x="8204189" y="15501"/>
                  </a:lnTo>
                  <a:lnTo>
                    <a:pt x="8204347" y="15501"/>
                  </a:lnTo>
                  <a:lnTo>
                    <a:pt x="8204504" y="15501"/>
                  </a:lnTo>
                  <a:lnTo>
                    <a:pt x="8204662" y="15501"/>
                  </a:lnTo>
                  <a:lnTo>
                    <a:pt x="8204820" y="15501"/>
                  </a:lnTo>
                  <a:lnTo>
                    <a:pt x="8204977" y="15501"/>
                  </a:lnTo>
                  <a:lnTo>
                    <a:pt x="8205135" y="15501"/>
                  </a:lnTo>
                  <a:lnTo>
                    <a:pt x="8205293" y="15501"/>
                  </a:lnTo>
                  <a:lnTo>
                    <a:pt x="8205451" y="15501"/>
                  </a:lnTo>
                  <a:lnTo>
                    <a:pt x="8205608" y="15501"/>
                  </a:lnTo>
                  <a:lnTo>
                    <a:pt x="8205766" y="15501"/>
                  </a:lnTo>
                  <a:lnTo>
                    <a:pt x="8205924" y="15501"/>
                  </a:lnTo>
                  <a:lnTo>
                    <a:pt x="8206082" y="15501"/>
                  </a:lnTo>
                  <a:lnTo>
                    <a:pt x="8206239" y="15501"/>
                  </a:lnTo>
                  <a:lnTo>
                    <a:pt x="8206397" y="15501"/>
                  </a:lnTo>
                  <a:lnTo>
                    <a:pt x="8206555" y="15501"/>
                  </a:lnTo>
                  <a:lnTo>
                    <a:pt x="8206712" y="15501"/>
                  </a:lnTo>
                  <a:lnTo>
                    <a:pt x="8206870" y="15501"/>
                  </a:lnTo>
                  <a:lnTo>
                    <a:pt x="8207028" y="15501"/>
                  </a:lnTo>
                  <a:lnTo>
                    <a:pt x="8207186" y="15501"/>
                  </a:lnTo>
                  <a:lnTo>
                    <a:pt x="8207343" y="15501"/>
                  </a:lnTo>
                  <a:lnTo>
                    <a:pt x="8207501" y="15501"/>
                  </a:lnTo>
                  <a:lnTo>
                    <a:pt x="8207659" y="15501"/>
                  </a:lnTo>
                  <a:lnTo>
                    <a:pt x="8207816" y="15501"/>
                  </a:lnTo>
                  <a:lnTo>
                    <a:pt x="8207974" y="15501"/>
                  </a:lnTo>
                  <a:lnTo>
                    <a:pt x="8208132" y="15501"/>
                  </a:lnTo>
                  <a:lnTo>
                    <a:pt x="8208290" y="15501"/>
                  </a:lnTo>
                  <a:lnTo>
                    <a:pt x="8208447" y="15501"/>
                  </a:lnTo>
                  <a:lnTo>
                    <a:pt x="8208605" y="15501"/>
                  </a:lnTo>
                  <a:lnTo>
                    <a:pt x="8208763" y="15501"/>
                  </a:lnTo>
                  <a:lnTo>
                    <a:pt x="8208920" y="15501"/>
                  </a:lnTo>
                  <a:lnTo>
                    <a:pt x="8209078" y="15501"/>
                  </a:lnTo>
                  <a:lnTo>
                    <a:pt x="8209236" y="15501"/>
                  </a:lnTo>
                  <a:lnTo>
                    <a:pt x="8209394" y="15501"/>
                  </a:lnTo>
                  <a:lnTo>
                    <a:pt x="8209551" y="15501"/>
                  </a:lnTo>
                  <a:lnTo>
                    <a:pt x="8209709" y="15501"/>
                  </a:lnTo>
                  <a:lnTo>
                    <a:pt x="8209867" y="15501"/>
                  </a:lnTo>
                  <a:lnTo>
                    <a:pt x="8210024" y="15501"/>
                  </a:lnTo>
                  <a:lnTo>
                    <a:pt x="8210182" y="15501"/>
                  </a:lnTo>
                  <a:lnTo>
                    <a:pt x="8210340" y="15501"/>
                  </a:lnTo>
                  <a:lnTo>
                    <a:pt x="8210498" y="15501"/>
                  </a:lnTo>
                  <a:lnTo>
                    <a:pt x="8210655" y="15501"/>
                  </a:lnTo>
                  <a:lnTo>
                    <a:pt x="8210813" y="15501"/>
                  </a:lnTo>
                  <a:lnTo>
                    <a:pt x="8210971" y="15501"/>
                  </a:lnTo>
                  <a:lnTo>
                    <a:pt x="8211129" y="15501"/>
                  </a:lnTo>
                  <a:lnTo>
                    <a:pt x="8211286" y="15501"/>
                  </a:lnTo>
                  <a:lnTo>
                    <a:pt x="8211444" y="15501"/>
                  </a:lnTo>
                  <a:lnTo>
                    <a:pt x="8211602" y="15501"/>
                  </a:lnTo>
                  <a:lnTo>
                    <a:pt x="8211759" y="15501"/>
                  </a:lnTo>
                  <a:lnTo>
                    <a:pt x="8211917" y="15501"/>
                  </a:lnTo>
                  <a:lnTo>
                    <a:pt x="8212075" y="15501"/>
                  </a:lnTo>
                  <a:lnTo>
                    <a:pt x="8212233" y="15501"/>
                  </a:lnTo>
                  <a:lnTo>
                    <a:pt x="8212390" y="15501"/>
                  </a:lnTo>
                  <a:lnTo>
                    <a:pt x="8212548" y="15501"/>
                  </a:lnTo>
                  <a:lnTo>
                    <a:pt x="8212706" y="15501"/>
                  </a:lnTo>
                  <a:lnTo>
                    <a:pt x="8212863" y="15501"/>
                  </a:lnTo>
                  <a:lnTo>
                    <a:pt x="8213021" y="15501"/>
                  </a:lnTo>
                  <a:lnTo>
                    <a:pt x="8213179" y="15501"/>
                  </a:lnTo>
                  <a:lnTo>
                    <a:pt x="8213337" y="15501"/>
                  </a:lnTo>
                  <a:lnTo>
                    <a:pt x="8213494" y="15501"/>
                  </a:lnTo>
                  <a:lnTo>
                    <a:pt x="8213652" y="15501"/>
                  </a:lnTo>
                  <a:lnTo>
                    <a:pt x="8213810" y="15501"/>
                  </a:lnTo>
                  <a:lnTo>
                    <a:pt x="8213967" y="15501"/>
                  </a:lnTo>
                  <a:lnTo>
                    <a:pt x="8214125" y="15501"/>
                  </a:lnTo>
                  <a:lnTo>
                    <a:pt x="8214283" y="15501"/>
                  </a:lnTo>
                  <a:lnTo>
                    <a:pt x="8214441" y="15501"/>
                  </a:lnTo>
                  <a:lnTo>
                    <a:pt x="8214598" y="15501"/>
                  </a:lnTo>
                  <a:lnTo>
                    <a:pt x="8214756" y="15501"/>
                  </a:lnTo>
                  <a:lnTo>
                    <a:pt x="8214914" y="15501"/>
                  </a:lnTo>
                  <a:lnTo>
                    <a:pt x="8215071" y="15501"/>
                  </a:lnTo>
                  <a:lnTo>
                    <a:pt x="8215229" y="15501"/>
                  </a:lnTo>
                  <a:lnTo>
                    <a:pt x="8215387" y="15501"/>
                  </a:lnTo>
                  <a:lnTo>
                    <a:pt x="8215545" y="15501"/>
                  </a:lnTo>
                  <a:lnTo>
                    <a:pt x="8215702" y="15501"/>
                  </a:lnTo>
                  <a:lnTo>
                    <a:pt x="8215860" y="15501"/>
                  </a:lnTo>
                  <a:lnTo>
                    <a:pt x="8216018" y="15501"/>
                  </a:lnTo>
                  <a:lnTo>
                    <a:pt x="8216018" y="15071"/>
                  </a:lnTo>
                  <a:lnTo>
                    <a:pt x="8216175" y="15071"/>
                  </a:lnTo>
                  <a:lnTo>
                    <a:pt x="8216333" y="15071"/>
                  </a:lnTo>
                  <a:lnTo>
                    <a:pt x="8216491" y="15071"/>
                  </a:lnTo>
                  <a:lnTo>
                    <a:pt x="8216649" y="15071"/>
                  </a:lnTo>
                  <a:lnTo>
                    <a:pt x="8216806" y="15071"/>
                  </a:lnTo>
                  <a:lnTo>
                    <a:pt x="8216964" y="15071"/>
                  </a:lnTo>
                  <a:lnTo>
                    <a:pt x="8217122" y="15071"/>
                  </a:lnTo>
                  <a:lnTo>
                    <a:pt x="8217280" y="15071"/>
                  </a:lnTo>
                  <a:lnTo>
                    <a:pt x="8217437" y="15071"/>
                  </a:lnTo>
                  <a:lnTo>
                    <a:pt x="8217595" y="15071"/>
                  </a:lnTo>
                  <a:lnTo>
                    <a:pt x="8217753" y="15071"/>
                  </a:lnTo>
                  <a:lnTo>
                    <a:pt x="8217910" y="15071"/>
                  </a:lnTo>
                  <a:lnTo>
                    <a:pt x="8218068" y="15071"/>
                  </a:lnTo>
                  <a:lnTo>
                    <a:pt x="8218226" y="15071"/>
                  </a:lnTo>
                  <a:lnTo>
                    <a:pt x="8218384" y="15071"/>
                  </a:lnTo>
                  <a:lnTo>
                    <a:pt x="8218541" y="15071"/>
                  </a:lnTo>
                  <a:lnTo>
                    <a:pt x="8218699" y="15071"/>
                  </a:lnTo>
                  <a:lnTo>
                    <a:pt x="8218857" y="15071"/>
                  </a:lnTo>
                  <a:lnTo>
                    <a:pt x="8219014" y="15071"/>
                  </a:lnTo>
                  <a:lnTo>
                    <a:pt x="8219172" y="15071"/>
                  </a:lnTo>
                  <a:lnTo>
                    <a:pt x="8219330" y="15071"/>
                  </a:lnTo>
                  <a:lnTo>
                    <a:pt x="8219488" y="15071"/>
                  </a:lnTo>
                  <a:lnTo>
                    <a:pt x="8219645" y="15071"/>
                  </a:lnTo>
                  <a:lnTo>
                    <a:pt x="8219803" y="15071"/>
                  </a:lnTo>
                  <a:lnTo>
                    <a:pt x="8219961" y="15071"/>
                  </a:lnTo>
                  <a:lnTo>
                    <a:pt x="8220118" y="15071"/>
                  </a:lnTo>
                  <a:lnTo>
                    <a:pt x="8220276" y="15071"/>
                  </a:lnTo>
                  <a:lnTo>
                    <a:pt x="8220434" y="15071"/>
                  </a:lnTo>
                  <a:lnTo>
                    <a:pt x="8220434" y="14640"/>
                  </a:lnTo>
                  <a:lnTo>
                    <a:pt x="8220592" y="14640"/>
                  </a:lnTo>
                  <a:lnTo>
                    <a:pt x="8220749" y="14640"/>
                  </a:lnTo>
                  <a:lnTo>
                    <a:pt x="8220907" y="14640"/>
                  </a:lnTo>
                  <a:lnTo>
                    <a:pt x="8221065" y="14640"/>
                  </a:lnTo>
                  <a:lnTo>
                    <a:pt x="8221222" y="14640"/>
                  </a:lnTo>
                  <a:lnTo>
                    <a:pt x="8221380" y="14640"/>
                  </a:lnTo>
                  <a:lnTo>
                    <a:pt x="8221538" y="14640"/>
                  </a:lnTo>
                  <a:lnTo>
                    <a:pt x="8221696" y="14640"/>
                  </a:lnTo>
                  <a:lnTo>
                    <a:pt x="8221853" y="14640"/>
                  </a:lnTo>
                  <a:lnTo>
                    <a:pt x="8222011" y="14640"/>
                  </a:lnTo>
                  <a:lnTo>
                    <a:pt x="8222169" y="14640"/>
                  </a:lnTo>
                  <a:lnTo>
                    <a:pt x="8222326" y="14640"/>
                  </a:lnTo>
                  <a:lnTo>
                    <a:pt x="8222484" y="14640"/>
                  </a:lnTo>
                  <a:lnTo>
                    <a:pt x="8222642" y="14640"/>
                  </a:lnTo>
                  <a:lnTo>
                    <a:pt x="8222800" y="14640"/>
                  </a:lnTo>
                  <a:lnTo>
                    <a:pt x="8222957" y="14640"/>
                  </a:lnTo>
                  <a:lnTo>
                    <a:pt x="8223115" y="14640"/>
                  </a:lnTo>
                  <a:lnTo>
                    <a:pt x="8223273" y="14640"/>
                  </a:lnTo>
                  <a:lnTo>
                    <a:pt x="8223431" y="14640"/>
                  </a:lnTo>
                  <a:lnTo>
                    <a:pt x="8223588" y="14640"/>
                  </a:lnTo>
                  <a:lnTo>
                    <a:pt x="8223746" y="14640"/>
                  </a:lnTo>
                  <a:lnTo>
                    <a:pt x="8223904" y="14640"/>
                  </a:lnTo>
                  <a:lnTo>
                    <a:pt x="8224061" y="14640"/>
                  </a:lnTo>
                  <a:lnTo>
                    <a:pt x="8224219" y="14640"/>
                  </a:lnTo>
                  <a:lnTo>
                    <a:pt x="8224377" y="14640"/>
                  </a:lnTo>
                  <a:lnTo>
                    <a:pt x="8224535" y="14640"/>
                  </a:lnTo>
                  <a:lnTo>
                    <a:pt x="8224692" y="14640"/>
                  </a:lnTo>
                  <a:lnTo>
                    <a:pt x="8224850" y="14640"/>
                  </a:lnTo>
                  <a:lnTo>
                    <a:pt x="8225008" y="14640"/>
                  </a:lnTo>
                  <a:lnTo>
                    <a:pt x="8225165" y="14640"/>
                  </a:lnTo>
                  <a:lnTo>
                    <a:pt x="8225323" y="14640"/>
                  </a:lnTo>
                  <a:lnTo>
                    <a:pt x="8225323" y="14209"/>
                  </a:lnTo>
                  <a:lnTo>
                    <a:pt x="8225481" y="14209"/>
                  </a:lnTo>
                  <a:lnTo>
                    <a:pt x="8225639" y="14209"/>
                  </a:lnTo>
                  <a:lnTo>
                    <a:pt x="8225796" y="14209"/>
                  </a:lnTo>
                  <a:lnTo>
                    <a:pt x="8225954" y="14209"/>
                  </a:lnTo>
                  <a:lnTo>
                    <a:pt x="8226112" y="14209"/>
                  </a:lnTo>
                  <a:lnTo>
                    <a:pt x="8226269" y="14209"/>
                  </a:lnTo>
                  <a:lnTo>
                    <a:pt x="8226427" y="14209"/>
                  </a:lnTo>
                  <a:lnTo>
                    <a:pt x="8226585" y="14209"/>
                  </a:lnTo>
                  <a:lnTo>
                    <a:pt x="8226743" y="14209"/>
                  </a:lnTo>
                  <a:lnTo>
                    <a:pt x="8226900" y="14209"/>
                  </a:lnTo>
                  <a:lnTo>
                    <a:pt x="8227058" y="14209"/>
                  </a:lnTo>
                  <a:lnTo>
                    <a:pt x="8227216" y="14209"/>
                  </a:lnTo>
                  <a:lnTo>
                    <a:pt x="8227373" y="14209"/>
                  </a:lnTo>
                  <a:lnTo>
                    <a:pt x="8227531" y="14209"/>
                  </a:lnTo>
                  <a:lnTo>
                    <a:pt x="8227689" y="14209"/>
                  </a:lnTo>
                  <a:lnTo>
                    <a:pt x="8227847" y="14209"/>
                  </a:lnTo>
                  <a:lnTo>
                    <a:pt x="8228004" y="14209"/>
                  </a:lnTo>
                  <a:lnTo>
                    <a:pt x="8228162" y="14209"/>
                  </a:lnTo>
                  <a:lnTo>
                    <a:pt x="8228320" y="14209"/>
                  </a:lnTo>
                  <a:lnTo>
                    <a:pt x="8228478" y="14209"/>
                  </a:lnTo>
                  <a:lnTo>
                    <a:pt x="8228635" y="14209"/>
                  </a:lnTo>
                  <a:lnTo>
                    <a:pt x="8228793" y="14209"/>
                  </a:lnTo>
                  <a:lnTo>
                    <a:pt x="8228951" y="14209"/>
                  </a:lnTo>
                  <a:lnTo>
                    <a:pt x="8229108" y="14209"/>
                  </a:lnTo>
                  <a:lnTo>
                    <a:pt x="8229266" y="14209"/>
                  </a:lnTo>
                  <a:lnTo>
                    <a:pt x="8229424" y="14209"/>
                  </a:lnTo>
                  <a:lnTo>
                    <a:pt x="8229582" y="14209"/>
                  </a:lnTo>
                  <a:lnTo>
                    <a:pt x="8229739" y="14209"/>
                  </a:lnTo>
                  <a:lnTo>
                    <a:pt x="8229897" y="14209"/>
                  </a:lnTo>
                  <a:lnTo>
                    <a:pt x="8230055" y="14209"/>
                  </a:lnTo>
                  <a:lnTo>
                    <a:pt x="8230212" y="14209"/>
                  </a:lnTo>
                  <a:lnTo>
                    <a:pt x="8230370" y="14209"/>
                  </a:lnTo>
                  <a:lnTo>
                    <a:pt x="8230528" y="14209"/>
                  </a:lnTo>
                  <a:lnTo>
                    <a:pt x="8230686" y="14209"/>
                  </a:lnTo>
                  <a:lnTo>
                    <a:pt x="8230843" y="14209"/>
                  </a:lnTo>
                  <a:lnTo>
                    <a:pt x="8231001" y="14209"/>
                  </a:lnTo>
                  <a:lnTo>
                    <a:pt x="8231159" y="14209"/>
                  </a:lnTo>
                  <a:lnTo>
                    <a:pt x="8231316" y="14209"/>
                  </a:lnTo>
                  <a:lnTo>
                    <a:pt x="8231474" y="14209"/>
                  </a:lnTo>
                  <a:lnTo>
                    <a:pt x="8231632" y="14209"/>
                  </a:lnTo>
                  <a:lnTo>
                    <a:pt x="8231790" y="14209"/>
                  </a:lnTo>
                  <a:lnTo>
                    <a:pt x="8231947" y="14209"/>
                  </a:lnTo>
                  <a:lnTo>
                    <a:pt x="8232105" y="14209"/>
                  </a:lnTo>
                  <a:lnTo>
                    <a:pt x="8232263" y="14209"/>
                  </a:lnTo>
                  <a:lnTo>
                    <a:pt x="8232420" y="14209"/>
                  </a:lnTo>
                  <a:lnTo>
                    <a:pt x="8232578" y="14209"/>
                  </a:lnTo>
                  <a:lnTo>
                    <a:pt x="8232736" y="14209"/>
                  </a:lnTo>
                  <a:lnTo>
                    <a:pt x="8232894" y="14209"/>
                  </a:lnTo>
                  <a:lnTo>
                    <a:pt x="8233051" y="14209"/>
                  </a:lnTo>
                  <a:lnTo>
                    <a:pt x="8233209" y="14209"/>
                  </a:lnTo>
                  <a:lnTo>
                    <a:pt x="8233367" y="14209"/>
                  </a:lnTo>
                  <a:lnTo>
                    <a:pt x="8233367" y="13779"/>
                  </a:lnTo>
                  <a:lnTo>
                    <a:pt x="8233524" y="13779"/>
                  </a:lnTo>
                  <a:lnTo>
                    <a:pt x="8233682" y="13779"/>
                  </a:lnTo>
                  <a:lnTo>
                    <a:pt x="8233840" y="13779"/>
                  </a:lnTo>
                  <a:lnTo>
                    <a:pt x="8233998" y="13779"/>
                  </a:lnTo>
                  <a:lnTo>
                    <a:pt x="8234155" y="13779"/>
                  </a:lnTo>
                  <a:lnTo>
                    <a:pt x="8234313" y="13779"/>
                  </a:lnTo>
                  <a:lnTo>
                    <a:pt x="8234471" y="13779"/>
                  </a:lnTo>
                  <a:lnTo>
                    <a:pt x="8234629" y="13779"/>
                  </a:lnTo>
                  <a:lnTo>
                    <a:pt x="8234786" y="13779"/>
                  </a:lnTo>
                  <a:lnTo>
                    <a:pt x="8234944" y="13779"/>
                  </a:lnTo>
                  <a:lnTo>
                    <a:pt x="8235102" y="13779"/>
                  </a:lnTo>
                  <a:lnTo>
                    <a:pt x="8235259" y="13779"/>
                  </a:lnTo>
                  <a:lnTo>
                    <a:pt x="8235417" y="13779"/>
                  </a:lnTo>
                  <a:lnTo>
                    <a:pt x="8235575" y="13779"/>
                  </a:lnTo>
                  <a:lnTo>
                    <a:pt x="8235733" y="13779"/>
                  </a:lnTo>
                  <a:lnTo>
                    <a:pt x="8235890" y="13779"/>
                  </a:lnTo>
                  <a:lnTo>
                    <a:pt x="8236048" y="13779"/>
                  </a:lnTo>
                  <a:lnTo>
                    <a:pt x="8236206" y="13779"/>
                  </a:lnTo>
                  <a:lnTo>
                    <a:pt x="8236363" y="13779"/>
                  </a:lnTo>
                  <a:lnTo>
                    <a:pt x="8236521" y="13779"/>
                  </a:lnTo>
                  <a:lnTo>
                    <a:pt x="8236679" y="13779"/>
                  </a:lnTo>
                  <a:lnTo>
                    <a:pt x="8236837" y="13779"/>
                  </a:lnTo>
                  <a:lnTo>
                    <a:pt x="8236994" y="13779"/>
                  </a:lnTo>
                  <a:lnTo>
                    <a:pt x="8237152" y="13779"/>
                  </a:lnTo>
                  <a:lnTo>
                    <a:pt x="8237310" y="13779"/>
                  </a:lnTo>
                  <a:lnTo>
                    <a:pt x="8237467" y="13779"/>
                  </a:lnTo>
                  <a:lnTo>
                    <a:pt x="8237625" y="13779"/>
                  </a:lnTo>
                  <a:lnTo>
                    <a:pt x="8237783" y="13779"/>
                  </a:lnTo>
                  <a:lnTo>
                    <a:pt x="8237941" y="13779"/>
                  </a:lnTo>
                  <a:lnTo>
                    <a:pt x="8238098" y="13779"/>
                  </a:lnTo>
                  <a:lnTo>
                    <a:pt x="8238256" y="13779"/>
                  </a:lnTo>
                  <a:lnTo>
                    <a:pt x="8238414" y="13779"/>
                  </a:lnTo>
                  <a:lnTo>
                    <a:pt x="8238571" y="13779"/>
                  </a:lnTo>
                  <a:lnTo>
                    <a:pt x="8238729" y="13779"/>
                  </a:lnTo>
                  <a:lnTo>
                    <a:pt x="8238887" y="13779"/>
                  </a:lnTo>
                  <a:lnTo>
                    <a:pt x="8239045" y="13779"/>
                  </a:lnTo>
                  <a:lnTo>
                    <a:pt x="8239202" y="13779"/>
                  </a:lnTo>
                  <a:lnTo>
                    <a:pt x="8239360" y="13779"/>
                  </a:lnTo>
                  <a:lnTo>
                    <a:pt x="8239518" y="13779"/>
                  </a:lnTo>
                  <a:lnTo>
                    <a:pt x="8239676" y="13779"/>
                  </a:lnTo>
                  <a:lnTo>
                    <a:pt x="8239833" y="13779"/>
                  </a:lnTo>
                  <a:lnTo>
                    <a:pt x="8239991" y="13779"/>
                  </a:lnTo>
                  <a:lnTo>
                    <a:pt x="8240149" y="13779"/>
                  </a:lnTo>
                  <a:lnTo>
                    <a:pt x="8240306" y="13779"/>
                  </a:lnTo>
                  <a:lnTo>
                    <a:pt x="8240464" y="13779"/>
                  </a:lnTo>
                  <a:lnTo>
                    <a:pt x="8240622" y="13779"/>
                  </a:lnTo>
                  <a:lnTo>
                    <a:pt x="8240780" y="13779"/>
                  </a:lnTo>
                  <a:lnTo>
                    <a:pt x="8240937" y="13779"/>
                  </a:lnTo>
                  <a:lnTo>
                    <a:pt x="8241095" y="13779"/>
                  </a:lnTo>
                  <a:lnTo>
                    <a:pt x="8241253" y="13779"/>
                  </a:lnTo>
                  <a:lnTo>
                    <a:pt x="8241410" y="13779"/>
                  </a:lnTo>
                  <a:lnTo>
                    <a:pt x="8241568" y="13779"/>
                  </a:lnTo>
                  <a:lnTo>
                    <a:pt x="8241726" y="13779"/>
                  </a:lnTo>
                  <a:lnTo>
                    <a:pt x="8241884" y="13779"/>
                  </a:lnTo>
                  <a:lnTo>
                    <a:pt x="8242041" y="13779"/>
                  </a:lnTo>
                  <a:lnTo>
                    <a:pt x="8242199" y="13779"/>
                  </a:lnTo>
                  <a:lnTo>
                    <a:pt x="8242357" y="13779"/>
                  </a:lnTo>
                  <a:lnTo>
                    <a:pt x="8242514" y="13779"/>
                  </a:lnTo>
                  <a:lnTo>
                    <a:pt x="8242672" y="13779"/>
                  </a:lnTo>
                  <a:lnTo>
                    <a:pt x="8242830" y="13779"/>
                  </a:lnTo>
                  <a:lnTo>
                    <a:pt x="8242988" y="13779"/>
                  </a:lnTo>
                  <a:lnTo>
                    <a:pt x="8243145" y="13779"/>
                  </a:lnTo>
                  <a:lnTo>
                    <a:pt x="8243303" y="13779"/>
                  </a:lnTo>
                  <a:lnTo>
                    <a:pt x="8243461" y="13779"/>
                  </a:lnTo>
                  <a:lnTo>
                    <a:pt x="8243618" y="13779"/>
                  </a:lnTo>
                  <a:lnTo>
                    <a:pt x="8243776" y="13779"/>
                  </a:lnTo>
                  <a:lnTo>
                    <a:pt x="8243934" y="13779"/>
                  </a:lnTo>
                  <a:lnTo>
                    <a:pt x="8244092" y="13779"/>
                  </a:lnTo>
                  <a:lnTo>
                    <a:pt x="8244249" y="13779"/>
                  </a:lnTo>
                  <a:lnTo>
                    <a:pt x="8244407" y="13779"/>
                  </a:lnTo>
                  <a:lnTo>
                    <a:pt x="8244565" y="13779"/>
                  </a:lnTo>
                  <a:lnTo>
                    <a:pt x="8244722" y="13779"/>
                  </a:lnTo>
                  <a:lnTo>
                    <a:pt x="8244880" y="13779"/>
                  </a:lnTo>
                  <a:lnTo>
                    <a:pt x="8245038" y="13779"/>
                  </a:lnTo>
                  <a:lnTo>
                    <a:pt x="8245196" y="13779"/>
                  </a:lnTo>
                  <a:lnTo>
                    <a:pt x="8245353" y="13779"/>
                  </a:lnTo>
                  <a:lnTo>
                    <a:pt x="8245511" y="13779"/>
                  </a:lnTo>
                  <a:lnTo>
                    <a:pt x="8245669" y="13779"/>
                  </a:lnTo>
                  <a:lnTo>
                    <a:pt x="8245827" y="13779"/>
                  </a:lnTo>
                  <a:lnTo>
                    <a:pt x="8245984" y="13779"/>
                  </a:lnTo>
                  <a:lnTo>
                    <a:pt x="8246142" y="13779"/>
                  </a:lnTo>
                  <a:lnTo>
                    <a:pt x="8246300" y="13779"/>
                  </a:lnTo>
                  <a:lnTo>
                    <a:pt x="8246457" y="13779"/>
                  </a:lnTo>
                  <a:lnTo>
                    <a:pt x="8246615" y="13779"/>
                  </a:lnTo>
                  <a:lnTo>
                    <a:pt x="8246773" y="13779"/>
                  </a:lnTo>
                  <a:lnTo>
                    <a:pt x="8246931" y="13779"/>
                  </a:lnTo>
                  <a:lnTo>
                    <a:pt x="8247088" y="13779"/>
                  </a:lnTo>
                  <a:lnTo>
                    <a:pt x="8247246" y="13779"/>
                  </a:lnTo>
                  <a:lnTo>
                    <a:pt x="8247404" y="13779"/>
                  </a:lnTo>
                  <a:lnTo>
                    <a:pt x="8247561" y="13779"/>
                  </a:lnTo>
                  <a:lnTo>
                    <a:pt x="8247719" y="13779"/>
                  </a:lnTo>
                  <a:lnTo>
                    <a:pt x="8247877" y="13779"/>
                  </a:lnTo>
                  <a:lnTo>
                    <a:pt x="8248035" y="13779"/>
                  </a:lnTo>
                  <a:lnTo>
                    <a:pt x="8248192" y="13779"/>
                  </a:lnTo>
                  <a:lnTo>
                    <a:pt x="8248350" y="13779"/>
                  </a:lnTo>
                  <a:lnTo>
                    <a:pt x="8248508" y="13779"/>
                  </a:lnTo>
                  <a:lnTo>
                    <a:pt x="8248665" y="13779"/>
                  </a:lnTo>
                  <a:lnTo>
                    <a:pt x="8248823" y="13779"/>
                  </a:lnTo>
                  <a:lnTo>
                    <a:pt x="8248981" y="13779"/>
                  </a:lnTo>
                  <a:lnTo>
                    <a:pt x="8249139" y="13779"/>
                  </a:lnTo>
                  <a:lnTo>
                    <a:pt x="8249296" y="13779"/>
                  </a:lnTo>
                  <a:lnTo>
                    <a:pt x="8249454" y="13779"/>
                  </a:lnTo>
                  <a:lnTo>
                    <a:pt x="8249612" y="13779"/>
                  </a:lnTo>
                  <a:lnTo>
                    <a:pt x="8249769" y="13779"/>
                  </a:lnTo>
                  <a:lnTo>
                    <a:pt x="8249927" y="13779"/>
                  </a:lnTo>
                  <a:lnTo>
                    <a:pt x="8250085" y="13779"/>
                  </a:lnTo>
                  <a:lnTo>
                    <a:pt x="8250243" y="13779"/>
                  </a:lnTo>
                  <a:lnTo>
                    <a:pt x="8250400" y="13779"/>
                  </a:lnTo>
                  <a:lnTo>
                    <a:pt x="8250558" y="13779"/>
                  </a:lnTo>
                  <a:lnTo>
                    <a:pt x="8250716" y="13779"/>
                  </a:lnTo>
                  <a:lnTo>
                    <a:pt x="8250874" y="13779"/>
                  </a:lnTo>
                  <a:lnTo>
                    <a:pt x="8251031" y="13779"/>
                  </a:lnTo>
                  <a:lnTo>
                    <a:pt x="8251189" y="13779"/>
                  </a:lnTo>
                  <a:lnTo>
                    <a:pt x="8251189" y="13348"/>
                  </a:lnTo>
                  <a:lnTo>
                    <a:pt x="8251347" y="13348"/>
                  </a:lnTo>
                  <a:lnTo>
                    <a:pt x="8251504" y="13348"/>
                  </a:lnTo>
                  <a:lnTo>
                    <a:pt x="8251662" y="13348"/>
                  </a:lnTo>
                  <a:lnTo>
                    <a:pt x="8251820" y="13348"/>
                  </a:lnTo>
                  <a:lnTo>
                    <a:pt x="8251978" y="13348"/>
                  </a:lnTo>
                  <a:lnTo>
                    <a:pt x="8252135" y="13348"/>
                  </a:lnTo>
                  <a:lnTo>
                    <a:pt x="8252293" y="13348"/>
                  </a:lnTo>
                  <a:lnTo>
                    <a:pt x="8252451" y="13348"/>
                  </a:lnTo>
                  <a:lnTo>
                    <a:pt x="8252608" y="13348"/>
                  </a:lnTo>
                  <a:lnTo>
                    <a:pt x="8252766" y="13348"/>
                  </a:lnTo>
                  <a:lnTo>
                    <a:pt x="8252924" y="13348"/>
                  </a:lnTo>
                  <a:lnTo>
                    <a:pt x="8253082" y="13348"/>
                  </a:lnTo>
                  <a:lnTo>
                    <a:pt x="8253239" y="13348"/>
                  </a:lnTo>
                  <a:lnTo>
                    <a:pt x="8253397" y="13348"/>
                  </a:lnTo>
                  <a:lnTo>
                    <a:pt x="8253555" y="13348"/>
                  </a:lnTo>
                  <a:lnTo>
                    <a:pt x="8253712" y="13348"/>
                  </a:lnTo>
                  <a:lnTo>
                    <a:pt x="8253870" y="13348"/>
                  </a:lnTo>
                  <a:lnTo>
                    <a:pt x="8254028" y="13348"/>
                  </a:lnTo>
                  <a:lnTo>
                    <a:pt x="8254186" y="13348"/>
                  </a:lnTo>
                  <a:lnTo>
                    <a:pt x="8254343" y="13348"/>
                  </a:lnTo>
                  <a:lnTo>
                    <a:pt x="8254501" y="13348"/>
                  </a:lnTo>
                  <a:lnTo>
                    <a:pt x="8254659" y="13348"/>
                  </a:lnTo>
                  <a:lnTo>
                    <a:pt x="8254816" y="13348"/>
                  </a:lnTo>
                  <a:lnTo>
                    <a:pt x="8254974" y="13348"/>
                  </a:lnTo>
                  <a:lnTo>
                    <a:pt x="8255132" y="13348"/>
                  </a:lnTo>
                  <a:lnTo>
                    <a:pt x="8255290" y="13348"/>
                  </a:lnTo>
                  <a:lnTo>
                    <a:pt x="8255447" y="13348"/>
                  </a:lnTo>
                  <a:lnTo>
                    <a:pt x="8255605" y="13348"/>
                  </a:lnTo>
                  <a:lnTo>
                    <a:pt x="8255763" y="13348"/>
                  </a:lnTo>
                  <a:lnTo>
                    <a:pt x="8255920" y="13348"/>
                  </a:lnTo>
                  <a:lnTo>
                    <a:pt x="8256078" y="13348"/>
                  </a:lnTo>
                  <a:lnTo>
                    <a:pt x="8256236" y="13348"/>
                  </a:lnTo>
                  <a:lnTo>
                    <a:pt x="8256394" y="13348"/>
                  </a:lnTo>
                  <a:lnTo>
                    <a:pt x="8256551" y="13348"/>
                  </a:lnTo>
                  <a:lnTo>
                    <a:pt x="8256709" y="13348"/>
                  </a:lnTo>
                  <a:lnTo>
                    <a:pt x="8256709" y="12918"/>
                  </a:lnTo>
                  <a:lnTo>
                    <a:pt x="8256867" y="12918"/>
                  </a:lnTo>
                  <a:lnTo>
                    <a:pt x="8257025" y="12918"/>
                  </a:lnTo>
                  <a:lnTo>
                    <a:pt x="8257182" y="12918"/>
                  </a:lnTo>
                  <a:lnTo>
                    <a:pt x="8257340" y="12918"/>
                  </a:lnTo>
                  <a:lnTo>
                    <a:pt x="8257498" y="12918"/>
                  </a:lnTo>
                  <a:lnTo>
                    <a:pt x="8257655" y="12918"/>
                  </a:lnTo>
                  <a:lnTo>
                    <a:pt x="8257813" y="12918"/>
                  </a:lnTo>
                  <a:lnTo>
                    <a:pt x="8257971" y="12918"/>
                  </a:lnTo>
                  <a:lnTo>
                    <a:pt x="8258129" y="12918"/>
                  </a:lnTo>
                  <a:lnTo>
                    <a:pt x="8258286" y="12918"/>
                  </a:lnTo>
                  <a:lnTo>
                    <a:pt x="8258444" y="12918"/>
                  </a:lnTo>
                  <a:lnTo>
                    <a:pt x="8258602" y="12918"/>
                  </a:lnTo>
                  <a:lnTo>
                    <a:pt x="8258759" y="12918"/>
                  </a:lnTo>
                  <a:lnTo>
                    <a:pt x="8258917" y="12918"/>
                  </a:lnTo>
                  <a:lnTo>
                    <a:pt x="8259075" y="12918"/>
                  </a:lnTo>
                  <a:lnTo>
                    <a:pt x="8259233" y="12918"/>
                  </a:lnTo>
                  <a:lnTo>
                    <a:pt x="8259390" y="12918"/>
                  </a:lnTo>
                  <a:lnTo>
                    <a:pt x="8259548" y="12918"/>
                  </a:lnTo>
                  <a:lnTo>
                    <a:pt x="8259706" y="12918"/>
                  </a:lnTo>
                  <a:lnTo>
                    <a:pt x="8259863" y="12918"/>
                  </a:lnTo>
                  <a:lnTo>
                    <a:pt x="8260021" y="12918"/>
                  </a:lnTo>
                  <a:lnTo>
                    <a:pt x="8260179" y="12918"/>
                  </a:lnTo>
                  <a:lnTo>
                    <a:pt x="8260337" y="12918"/>
                  </a:lnTo>
                  <a:lnTo>
                    <a:pt x="8260494" y="12918"/>
                  </a:lnTo>
                  <a:lnTo>
                    <a:pt x="8260652" y="12918"/>
                  </a:lnTo>
                  <a:lnTo>
                    <a:pt x="8260810" y="12918"/>
                  </a:lnTo>
                  <a:lnTo>
                    <a:pt x="8260967" y="12918"/>
                  </a:lnTo>
                  <a:lnTo>
                    <a:pt x="8261125" y="12918"/>
                  </a:lnTo>
                  <a:lnTo>
                    <a:pt x="8261283" y="12918"/>
                  </a:lnTo>
                  <a:lnTo>
                    <a:pt x="8261441" y="12918"/>
                  </a:lnTo>
                  <a:lnTo>
                    <a:pt x="8261598" y="12918"/>
                  </a:lnTo>
                  <a:lnTo>
                    <a:pt x="8261756" y="12918"/>
                  </a:lnTo>
                  <a:lnTo>
                    <a:pt x="8261914" y="12918"/>
                  </a:lnTo>
                  <a:lnTo>
                    <a:pt x="8262072" y="12918"/>
                  </a:lnTo>
                  <a:lnTo>
                    <a:pt x="8262229" y="12918"/>
                  </a:lnTo>
                  <a:lnTo>
                    <a:pt x="8262387" y="12918"/>
                  </a:lnTo>
                  <a:lnTo>
                    <a:pt x="8262545" y="12918"/>
                  </a:lnTo>
                  <a:lnTo>
                    <a:pt x="8262702" y="12918"/>
                  </a:lnTo>
                  <a:lnTo>
                    <a:pt x="8262860" y="12918"/>
                  </a:lnTo>
                  <a:lnTo>
                    <a:pt x="8263018" y="12918"/>
                  </a:lnTo>
                  <a:lnTo>
                    <a:pt x="8263176" y="12918"/>
                  </a:lnTo>
                  <a:lnTo>
                    <a:pt x="8263333" y="12918"/>
                  </a:lnTo>
                  <a:lnTo>
                    <a:pt x="8263491" y="12918"/>
                  </a:lnTo>
                  <a:lnTo>
                    <a:pt x="8263649" y="12918"/>
                  </a:lnTo>
                  <a:lnTo>
                    <a:pt x="8263806" y="12918"/>
                  </a:lnTo>
                  <a:lnTo>
                    <a:pt x="8263964" y="12918"/>
                  </a:lnTo>
                  <a:lnTo>
                    <a:pt x="8264122" y="12918"/>
                  </a:lnTo>
                  <a:lnTo>
                    <a:pt x="8264280" y="12918"/>
                  </a:lnTo>
                  <a:lnTo>
                    <a:pt x="8264437" y="12918"/>
                  </a:lnTo>
                  <a:lnTo>
                    <a:pt x="8264595" y="12918"/>
                  </a:lnTo>
                  <a:lnTo>
                    <a:pt x="8264753" y="12918"/>
                  </a:lnTo>
                  <a:lnTo>
                    <a:pt x="8264910" y="12918"/>
                  </a:lnTo>
                  <a:lnTo>
                    <a:pt x="8265068" y="12918"/>
                  </a:lnTo>
                  <a:lnTo>
                    <a:pt x="8265226" y="12918"/>
                  </a:lnTo>
                  <a:lnTo>
                    <a:pt x="8265384" y="12918"/>
                  </a:lnTo>
                  <a:lnTo>
                    <a:pt x="8265541" y="12918"/>
                  </a:lnTo>
                  <a:lnTo>
                    <a:pt x="8265699" y="12918"/>
                  </a:lnTo>
                  <a:lnTo>
                    <a:pt x="8265857" y="12918"/>
                  </a:lnTo>
                  <a:lnTo>
                    <a:pt x="8266014" y="12918"/>
                  </a:lnTo>
                  <a:lnTo>
                    <a:pt x="8266172" y="12918"/>
                  </a:lnTo>
                  <a:lnTo>
                    <a:pt x="8266330" y="12918"/>
                  </a:lnTo>
                  <a:lnTo>
                    <a:pt x="8266488" y="12918"/>
                  </a:lnTo>
                  <a:lnTo>
                    <a:pt x="8266645" y="12918"/>
                  </a:lnTo>
                  <a:lnTo>
                    <a:pt x="8266803" y="12918"/>
                  </a:lnTo>
                  <a:lnTo>
                    <a:pt x="8266961" y="12918"/>
                  </a:lnTo>
                  <a:lnTo>
                    <a:pt x="8267118" y="12918"/>
                  </a:lnTo>
                  <a:lnTo>
                    <a:pt x="8267276" y="12918"/>
                  </a:lnTo>
                  <a:lnTo>
                    <a:pt x="8267434" y="12918"/>
                  </a:lnTo>
                  <a:lnTo>
                    <a:pt x="8267592" y="12918"/>
                  </a:lnTo>
                  <a:lnTo>
                    <a:pt x="8267749" y="12918"/>
                  </a:lnTo>
                  <a:lnTo>
                    <a:pt x="8267907" y="12918"/>
                  </a:lnTo>
                  <a:lnTo>
                    <a:pt x="8268065" y="12918"/>
                  </a:lnTo>
                  <a:lnTo>
                    <a:pt x="8268223" y="12918"/>
                  </a:lnTo>
                  <a:lnTo>
                    <a:pt x="8268380" y="12918"/>
                  </a:lnTo>
                  <a:lnTo>
                    <a:pt x="8268538" y="12918"/>
                  </a:lnTo>
                  <a:lnTo>
                    <a:pt x="8268696" y="12918"/>
                  </a:lnTo>
                  <a:lnTo>
                    <a:pt x="8268853" y="12918"/>
                  </a:lnTo>
                  <a:lnTo>
                    <a:pt x="8269011" y="12918"/>
                  </a:lnTo>
                  <a:lnTo>
                    <a:pt x="8269169" y="12918"/>
                  </a:lnTo>
                  <a:lnTo>
                    <a:pt x="8269327" y="12918"/>
                  </a:lnTo>
                  <a:lnTo>
                    <a:pt x="8269484" y="12918"/>
                  </a:lnTo>
                  <a:lnTo>
                    <a:pt x="8269642" y="12918"/>
                  </a:lnTo>
                  <a:lnTo>
                    <a:pt x="8269800" y="12918"/>
                  </a:lnTo>
                  <a:lnTo>
                    <a:pt x="8269957" y="12918"/>
                  </a:lnTo>
                  <a:lnTo>
                    <a:pt x="8270115" y="12918"/>
                  </a:lnTo>
                  <a:lnTo>
                    <a:pt x="8270273" y="12918"/>
                  </a:lnTo>
                  <a:lnTo>
                    <a:pt x="8270431" y="12918"/>
                  </a:lnTo>
                  <a:lnTo>
                    <a:pt x="8270588" y="12918"/>
                  </a:lnTo>
                  <a:lnTo>
                    <a:pt x="8270746" y="12918"/>
                  </a:lnTo>
                  <a:lnTo>
                    <a:pt x="8270904" y="12918"/>
                  </a:lnTo>
                  <a:lnTo>
                    <a:pt x="8271061" y="12918"/>
                  </a:lnTo>
                  <a:lnTo>
                    <a:pt x="8271219" y="12918"/>
                  </a:lnTo>
                  <a:lnTo>
                    <a:pt x="8271377" y="12918"/>
                  </a:lnTo>
                  <a:lnTo>
                    <a:pt x="8271535" y="12918"/>
                  </a:lnTo>
                  <a:lnTo>
                    <a:pt x="8271692" y="12918"/>
                  </a:lnTo>
                  <a:lnTo>
                    <a:pt x="8271850" y="12918"/>
                  </a:lnTo>
                  <a:lnTo>
                    <a:pt x="8272008" y="12918"/>
                  </a:lnTo>
                  <a:lnTo>
                    <a:pt x="8272165" y="12918"/>
                  </a:lnTo>
                  <a:lnTo>
                    <a:pt x="8272323" y="12918"/>
                  </a:lnTo>
                  <a:lnTo>
                    <a:pt x="8272481" y="12918"/>
                  </a:lnTo>
                  <a:lnTo>
                    <a:pt x="8272481" y="12487"/>
                  </a:lnTo>
                  <a:lnTo>
                    <a:pt x="8272639" y="12487"/>
                  </a:lnTo>
                  <a:lnTo>
                    <a:pt x="8272796" y="12487"/>
                  </a:lnTo>
                  <a:lnTo>
                    <a:pt x="8272954" y="12487"/>
                  </a:lnTo>
                  <a:lnTo>
                    <a:pt x="8273112" y="12487"/>
                  </a:lnTo>
                  <a:lnTo>
                    <a:pt x="8273270" y="12487"/>
                  </a:lnTo>
                  <a:lnTo>
                    <a:pt x="8273427" y="12487"/>
                  </a:lnTo>
                  <a:lnTo>
                    <a:pt x="8273585" y="12487"/>
                  </a:lnTo>
                  <a:lnTo>
                    <a:pt x="8273743" y="12487"/>
                  </a:lnTo>
                  <a:lnTo>
                    <a:pt x="8273900" y="12487"/>
                  </a:lnTo>
                  <a:lnTo>
                    <a:pt x="8274058" y="12487"/>
                  </a:lnTo>
                  <a:lnTo>
                    <a:pt x="8274216" y="12487"/>
                  </a:lnTo>
                  <a:lnTo>
                    <a:pt x="8274374" y="12487"/>
                  </a:lnTo>
                  <a:lnTo>
                    <a:pt x="8274531" y="12487"/>
                  </a:lnTo>
                  <a:lnTo>
                    <a:pt x="8274689" y="12487"/>
                  </a:lnTo>
                  <a:lnTo>
                    <a:pt x="8274847" y="12487"/>
                  </a:lnTo>
                  <a:lnTo>
                    <a:pt x="8274847" y="12056"/>
                  </a:lnTo>
                  <a:lnTo>
                    <a:pt x="8275004" y="12056"/>
                  </a:lnTo>
                  <a:lnTo>
                    <a:pt x="8275162" y="12056"/>
                  </a:lnTo>
                  <a:lnTo>
                    <a:pt x="8275320" y="12056"/>
                  </a:lnTo>
                  <a:lnTo>
                    <a:pt x="8275478" y="12056"/>
                  </a:lnTo>
                  <a:lnTo>
                    <a:pt x="8275635" y="12056"/>
                  </a:lnTo>
                  <a:lnTo>
                    <a:pt x="8275793" y="12056"/>
                  </a:lnTo>
                  <a:lnTo>
                    <a:pt x="8275951" y="12056"/>
                  </a:lnTo>
                  <a:lnTo>
                    <a:pt x="8276108" y="12056"/>
                  </a:lnTo>
                  <a:lnTo>
                    <a:pt x="8276266" y="12056"/>
                  </a:lnTo>
                  <a:lnTo>
                    <a:pt x="8276424" y="12056"/>
                  </a:lnTo>
                  <a:lnTo>
                    <a:pt x="8276582" y="12056"/>
                  </a:lnTo>
                  <a:lnTo>
                    <a:pt x="8276739" y="12056"/>
                  </a:lnTo>
                  <a:lnTo>
                    <a:pt x="8276897" y="12056"/>
                  </a:lnTo>
                  <a:lnTo>
                    <a:pt x="8277055" y="12056"/>
                  </a:lnTo>
                  <a:lnTo>
                    <a:pt x="8277212" y="12056"/>
                  </a:lnTo>
                  <a:lnTo>
                    <a:pt x="8277370" y="12056"/>
                  </a:lnTo>
                  <a:lnTo>
                    <a:pt x="8277528" y="12056"/>
                  </a:lnTo>
                  <a:lnTo>
                    <a:pt x="8277686" y="12056"/>
                  </a:lnTo>
                  <a:lnTo>
                    <a:pt x="8277843" y="12056"/>
                  </a:lnTo>
                  <a:lnTo>
                    <a:pt x="8278001" y="12056"/>
                  </a:lnTo>
                  <a:lnTo>
                    <a:pt x="8278159" y="12056"/>
                  </a:lnTo>
                  <a:lnTo>
                    <a:pt x="8278316" y="12056"/>
                  </a:lnTo>
                  <a:lnTo>
                    <a:pt x="8278474" y="12056"/>
                  </a:lnTo>
                  <a:lnTo>
                    <a:pt x="8278632" y="12056"/>
                  </a:lnTo>
                  <a:lnTo>
                    <a:pt x="8278790" y="12056"/>
                  </a:lnTo>
                  <a:lnTo>
                    <a:pt x="8278947" y="12056"/>
                  </a:lnTo>
                  <a:lnTo>
                    <a:pt x="8279105" y="12056"/>
                  </a:lnTo>
                  <a:lnTo>
                    <a:pt x="8279105" y="11626"/>
                  </a:lnTo>
                  <a:lnTo>
                    <a:pt x="8279263" y="11626"/>
                  </a:lnTo>
                  <a:lnTo>
                    <a:pt x="8279421" y="11626"/>
                  </a:lnTo>
                  <a:lnTo>
                    <a:pt x="8279578" y="11626"/>
                  </a:lnTo>
                  <a:lnTo>
                    <a:pt x="8279736" y="11626"/>
                  </a:lnTo>
                  <a:lnTo>
                    <a:pt x="8279894" y="11626"/>
                  </a:lnTo>
                  <a:lnTo>
                    <a:pt x="8280051" y="11626"/>
                  </a:lnTo>
                  <a:lnTo>
                    <a:pt x="8280209" y="11626"/>
                  </a:lnTo>
                  <a:lnTo>
                    <a:pt x="8280367" y="11626"/>
                  </a:lnTo>
                  <a:lnTo>
                    <a:pt x="8280525" y="11626"/>
                  </a:lnTo>
                  <a:lnTo>
                    <a:pt x="8280682" y="11626"/>
                  </a:lnTo>
                  <a:lnTo>
                    <a:pt x="8280840" y="11626"/>
                  </a:lnTo>
                  <a:lnTo>
                    <a:pt x="8280998" y="11626"/>
                  </a:lnTo>
                  <a:lnTo>
                    <a:pt x="8281155" y="11626"/>
                  </a:lnTo>
                  <a:lnTo>
                    <a:pt x="8281313" y="11626"/>
                  </a:lnTo>
                  <a:lnTo>
                    <a:pt x="8281471" y="11626"/>
                  </a:lnTo>
                  <a:lnTo>
                    <a:pt x="8281629" y="11626"/>
                  </a:lnTo>
                  <a:lnTo>
                    <a:pt x="8281786" y="11626"/>
                  </a:lnTo>
                  <a:lnTo>
                    <a:pt x="8281944" y="11626"/>
                  </a:lnTo>
                  <a:lnTo>
                    <a:pt x="8282102" y="11626"/>
                  </a:lnTo>
                  <a:lnTo>
                    <a:pt x="8282259" y="11626"/>
                  </a:lnTo>
                  <a:lnTo>
                    <a:pt x="8282417" y="11626"/>
                  </a:lnTo>
                  <a:lnTo>
                    <a:pt x="8282575" y="11626"/>
                  </a:lnTo>
                  <a:lnTo>
                    <a:pt x="8282733" y="11626"/>
                  </a:lnTo>
                  <a:lnTo>
                    <a:pt x="8282733" y="11195"/>
                  </a:lnTo>
                  <a:lnTo>
                    <a:pt x="8282890" y="11195"/>
                  </a:lnTo>
                  <a:lnTo>
                    <a:pt x="8282890" y="10765"/>
                  </a:lnTo>
                  <a:lnTo>
                    <a:pt x="8283048" y="10765"/>
                  </a:lnTo>
                  <a:lnTo>
                    <a:pt x="8283206" y="10765"/>
                  </a:lnTo>
                  <a:lnTo>
                    <a:pt x="8283363" y="10765"/>
                  </a:lnTo>
                  <a:lnTo>
                    <a:pt x="8283521" y="10765"/>
                  </a:lnTo>
                  <a:lnTo>
                    <a:pt x="8283679" y="10765"/>
                  </a:lnTo>
                  <a:lnTo>
                    <a:pt x="8283837" y="10765"/>
                  </a:lnTo>
                  <a:lnTo>
                    <a:pt x="8283994" y="10765"/>
                  </a:lnTo>
                  <a:lnTo>
                    <a:pt x="8284152" y="10765"/>
                  </a:lnTo>
                  <a:lnTo>
                    <a:pt x="8284310" y="10765"/>
                  </a:lnTo>
                  <a:lnTo>
                    <a:pt x="8284468" y="10765"/>
                  </a:lnTo>
                  <a:lnTo>
                    <a:pt x="8284625" y="10765"/>
                  </a:lnTo>
                  <a:lnTo>
                    <a:pt x="8284783" y="10765"/>
                  </a:lnTo>
                  <a:lnTo>
                    <a:pt x="8284941" y="10765"/>
                  </a:lnTo>
                  <a:lnTo>
                    <a:pt x="8285098" y="10765"/>
                  </a:lnTo>
                  <a:lnTo>
                    <a:pt x="8285256" y="10765"/>
                  </a:lnTo>
                  <a:lnTo>
                    <a:pt x="8285414" y="10765"/>
                  </a:lnTo>
                  <a:lnTo>
                    <a:pt x="8285572" y="10765"/>
                  </a:lnTo>
                  <a:lnTo>
                    <a:pt x="8285729" y="10765"/>
                  </a:lnTo>
                  <a:lnTo>
                    <a:pt x="8285887" y="10765"/>
                  </a:lnTo>
                  <a:lnTo>
                    <a:pt x="8286045" y="10765"/>
                  </a:lnTo>
                  <a:lnTo>
                    <a:pt x="8286202" y="10765"/>
                  </a:lnTo>
                  <a:lnTo>
                    <a:pt x="8286360" y="10765"/>
                  </a:lnTo>
                  <a:lnTo>
                    <a:pt x="8286518" y="10765"/>
                  </a:lnTo>
                  <a:lnTo>
                    <a:pt x="8286676" y="10765"/>
                  </a:lnTo>
                  <a:lnTo>
                    <a:pt x="8286833" y="10765"/>
                  </a:lnTo>
                  <a:lnTo>
                    <a:pt x="8286991" y="10765"/>
                  </a:lnTo>
                  <a:lnTo>
                    <a:pt x="8287149" y="10765"/>
                  </a:lnTo>
                  <a:lnTo>
                    <a:pt x="8287306" y="10765"/>
                  </a:lnTo>
                  <a:lnTo>
                    <a:pt x="8287464" y="10765"/>
                  </a:lnTo>
                  <a:lnTo>
                    <a:pt x="8287622" y="10765"/>
                  </a:lnTo>
                  <a:lnTo>
                    <a:pt x="8287780" y="10765"/>
                  </a:lnTo>
                  <a:lnTo>
                    <a:pt x="8287937" y="10765"/>
                  </a:lnTo>
                  <a:lnTo>
                    <a:pt x="8288095" y="10765"/>
                  </a:lnTo>
                  <a:lnTo>
                    <a:pt x="8288253" y="10765"/>
                  </a:lnTo>
                  <a:lnTo>
                    <a:pt x="8288410" y="10765"/>
                  </a:lnTo>
                  <a:lnTo>
                    <a:pt x="8288568" y="10765"/>
                  </a:lnTo>
                  <a:lnTo>
                    <a:pt x="8288726" y="10765"/>
                  </a:lnTo>
                  <a:lnTo>
                    <a:pt x="8288884" y="10765"/>
                  </a:lnTo>
                  <a:lnTo>
                    <a:pt x="8289041" y="10765"/>
                  </a:lnTo>
                  <a:lnTo>
                    <a:pt x="8289199" y="10765"/>
                  </a:lnTo>
                  <a:lnTo>
                    <a:pt x="8289357" y="10765"/>
                  </a:lnTo>
                  <a:lnTo>
                    <a:pt x="8289514" y="10765"/>
                  </a:lnTo>
                  <a:lnTo>
                    <a:pt x="8289672" y="10765"/>
                  </a:lnTo>
                  <a:lnTo>
                    <a:pt x="8289830" y="10765"/>
                  </a:lnTo>
                  <a:lnTo>
                    <a:pt x="8289988" y="10765"/>
                  </a:lnTo>
                  <a:lnTo>
                    <a:pt x="8290145" y="10765"/>
                  </a:lnTo>
                  <a:lnTo>
                    <a:pt x="8290303" y="10765"/>
                  </a:lnTo>
                  <a:lnTo>
                    <a:pt x="8290461" y="10765"/>
                  </a:lnTo>
                  <a:lnTo>
                    <a:pt x="8290619" y="10765"/>
                  </a:lnTo>
                  <a:lnTo>
                    <a:pt x="8290776" y="10765"/>
                  </a:lnTo>
                  <a:lnTo>
                    <a:pt x="8290934" y="10765"/>
                  </a:lnTo>
                  <a:lnTo>
                    <a:pt x="8291092" y="10765"/>
                  </a:lnTo>
                  <a:lnTo>
                    <a:pt x="8291249" y="10765"/>
                  </a:lnTo>
                  <a:lnTo>
                    <a:pt x="8291407" y="10765"/>
                  </a:lnTo>
                  <a:lnTo>
                    <a:pt x="8291565" y="10765"/>
                  </a:lnTo>
                  <a:lnTo>
                    <a:pt x="8291723" y="10765"/>
                  </a:lnTo>
                  <a:lnTo>
                    <a:pt x="8291880" y="10765"/>
                  </a:lnTo>
                  <a:lnTo>
                    <a:pt x="8292038" y="10765"/>
                  </a:lnTo>
                  <a:lnTo>
                    <a:pt x="8292196" y="10765"/>
                  </a:lnTo>
                  <a:lnTo>
                    <a:pt x="8292353" y="10765"/>
                  </a:lnTo>
                  <a:lnTo>
                    <a:pt x="8292511" y="10765"/>
                  </a:lnTo>
                  <a:lnTo>
                    <a:pt x="8292669" y="10765"/>
                  </a:lnTo>
                  <a:lnTo>
                    <a:pt x="8292827" y="10765"/>
                  </a:lnTo>
                  <a:lnTo>
                    <a:pt x="8292984" y="10765"/>
                  </a:lnTo>
                  <a:lnTo>
                    <a:pt x="8293142" y="10765"/>
                  </a:lnTo>
                  <a:lnTo>
                    <a:pt x="8293300" y="10765"/>
                  </a:lnTo>
                  <a:lnTo>
                    <a:pt x="8293457" y="10765"/>
                  </a:lnTo>
                  <a:lnTo>
                    <a:pt x="8293615" y="10765"/>
                  </a:lnTo>
                  <a:lnTo>
                    <a:pt x="8293773" y="10765"/>
                  </a:lnTo>
                  <a:lnTo>
                    <a:pt x="8293931" y="10765"/>
                  </a:lnTo>
                  <a:lnTo>
                    <a:pt x="8294088" y="10765"/>
                  </a:lnTo>
                  <a:lnTo>
                    <a:pt x="8294246" y="10765"/>
                  </a:lnTo>
                  <a:lnTo>
                    <a:pt x="8294404" y="10765"/>
                  </a:lnTo>
                  <a:lnTo>
                    <a:pt x="8294561" y="10765"/>
                  </a:lnTo>
                  <a:lnTo>
                    <a:pt x="8294719" y="10765"/>
                  </a:lnTo>
                  <a:lnTo>
                    <a:pt x="8294877" y="10765"/>
                  </a:lnTo>
                  <a:lnTo>
                    <a:pt x="8295035" y="10765"/>
                  </a:lnTo>
                  <a:lnTo>
                    <a:pt x="8295192" y="10765"/>
                  </a:lnTo>
                  <a:lnTo>
                    <a:pt x="8295350" y="10765"/>
                  </a:lnTo>
                  <a:lnTo>
                    <a:pt x="8295508" y="10765"/>
                  </a:lnTo>
                  <a:lnTo>
                    <a:pt x="8295665" y="10765"/>
                  </a:lnTo>
                  <a:lnTo>
                    <a:pt x="8295823" y="10765"/>
                  </a:lnTo>
                  <a:lnTo>
                    <a:pt x="8295981" y="10765"/>
                  </a:lnTo>
                  <a:lnTo>
                    <a:pt x="8296139" y="10765"/>
                  </a:lnTo>
                  <a:lnTo>
                    <a:pt x="8296296" y="10765"/>
                  </a:lnTo>
                  <a:lnTo>
                    <a:pt x="8296454" y="10765"/>
                  </a:lnTo>
                  <a:lnTo>
                    <a:pt x="8296612" y="10765"/>
                  </a:lnTo>
                  <a:lnTo>
                    <a:pt x="8296770" y="10765"/>
                  </a:lnTo>
                  <a:lnTo>
                    <a:pt x="8296927" y="10765"/>
                  </a:lnTo>
                  <a:lnTo>
                    <a:pt x="8297085" y="10765"/>
                  </a:lnTo>
                  <a:lnTo>
                    <a:pt x="8297243" y="10765"/>
                  </a:lnTo>
                  <a:lnTo>
                    <a:pt x="8297400" y="10765"/>
                  </a:lnTo>
                  <a:lnTo>
                    <a:pt x="8297558" y="10765"/>
                  </a:lnTo>
                  <a:lnTo>
                    <a:pt x="8297716" y="10765"/>
                  </a:lnTo>
                  <a:lnTo>
                    <a:pt x="8297874" y="10765"/>
                  </a:lnTo>
                  <a:lnTo>
                    <a:pt x="8298031" y="10765"/>
                  </a:lnTo>
                  <a:lnTo>
                    <a:pt x="8298189" y="10765"/>
                  </a:lnTo>
                  <a:lnTo>
                    <a:pt x="8298347" y="10765"/>
                  </a:lnTo>
                  <a:lnTo>
                    <a:pt x="8298504" y="10765"/>
                  </a:lnTo>
                  <a:lnTo>
                    <a:pt x="8298662" y="10765"/>
                  </a:lnTo>
                  <a:lnTo>
                    <a:pt x="8298820" y="10765"/>
                  </a:lnTo>
                  <a:lnTo>
                    <a:pt x="8298978" y="10765"/>
                  </a:lnTo>
                  <a:lnTo>
                    <a:pt x="8299135" y="10765"/>
                  </a:lnTo>
                  <a:lnTo>
                    <a:pt x="8299293" y="10765"/>
                  </a:lnTo>
                  <a:lnTo>
                    <a:pt x="8299451" y="10765"/>
                  </a:lnTo>
                  <a:lnTo>
                    <a:pt x="8299608" y="10765"/>
                  </a:lnTo>
                  <a:lnTo>
                    <a:pt x="8299766" y="10765"/>
                  </a:lnTo>
                  <a:lnTo>
                    <a:pt x="8299924" y="10765"/>
                  </a:lnTo>
                  <a:lnTo>
                    <a:pt x="8300082" y="10765"/>
                  </a:lnTo>
                  <a:lnTo>
                    <a:pt x="8300239" y="10765"/>
                  </a:lnTo>
                  <a:lnTo>
                    <a:pt x="8300397" y="10765"/>
                  </a:lnTo>
                  <a:lnTo>
                    <a:pt x="8300555" y="10765"/>
                  </a:lnTo>
                  <a:lnTo>
                    <a:pt x="8300712" y="10765"/>
                  </a:lnTo>
                  <a:lnTo>
                    <a:pt x="8300870" y="10765"/>
                  </a:lnTo>
                  <a:lnTo>
                    <a:pt x="8301028" y="10765"/>
                  </a:lnTo>
                  <a:lnTo>
                    <a:pt x="8301186" y="10765"/>
                  </a:lnTo>
                  <a:lnTo>
                    <a:pt x="8301343" y="10765"/>
                  </a:lnTo>
                  <a:lnTo>
                    <a:pt x="8301501" y="10765"/>
                  </a:lnTo>
                  <a:lnTo>
                    <a:pt x="8301659" y="10765"/>
                  </a:lnTo>
                  <a:lnTo>
                    <a:pt x="8301817" y="10765"/>
                  </a:lnTo>
                  <a:lnTo>
                    <a:pt x="8301974" y="10765"/>
                  </a:lnTo>
                  <a:lnTo>
                    <a:pt x="8302132" y="10765"/>
                  </a:lnTo>
                  <a:lnTo>
                    <a:pt x="8302290" y="10765"/>
                  </a:lnTo>
                  <a:lnTo>
                    <a:pt x="8302447" y="10765"/>
                  </a:lnTo>
                  <a:lnTo>
                    <a:pt x="8302605" y="10765"/>
                  </a:lnTo>
                  <a:lnTo>
                    <a:pt x="8302763" y="10765"/>
                  </a:lnTo>
                  <a:lnTo>
                    <a:pt x="8302921" y="10765"/>
                  </a:lnTo>
                  <a:lnTo>
                    <a:pt x="8303078" y="10765"/>
                  </a:lnTo>
                  <a:lnTo>
                    <a:pt x="8303236" y="10765"/>
                  </a:lnTo>
                  <a:lnTo>
                    <a:pt x="8303394" y="10765"/>
                  </a:lnTo>
                  <a:lnTo>
                    <a:pt x="8303551" y="10765"/>
                  </a:lnTo>
                  <a:lnTo>
                    <a:pt x="8303709" y="10765"/>
                  </a:lnTo>
                  <a:lnTo>
                    <a:pt x="8303867" y="10765"/>
                  </a:lnTo>
                  <a:lnTo>
                    <a:pt x="8304025" y="10765"/>
                  </a:lnTo>
                  <a:lnTo>
                    <a:pt x="8304182" y="10765"/>
                  </a:lnTo>
                  <a:lnTo>
                    <a:pt x="8304340" y="10765"/>
                  </a:lnTo>
                  <a:lnTo>
                    <a:pt x="8304498" y="10765"/>
                  </a:lnTo>
                  <a:lnTo>
                    <a:pt x="8304655" y="10765"/>
                  </a:lnTo>
                  <a:lnTo>
                    <a:pt x="8304813" y="10765"/>
                  </a:lnTo>
                  <a:lnTo>
                    <a:pt x="8304971" y="10765"/>
                  </a:lnTo>
                  <a:lnTo>
                    <a:pt x="8305129" y="10765"/>
                  </a:lnTo>
                  <a:lnTo>
                    <a:pt x="8305286" y="10765"/>
                  </a:lnTo>
                  <a:lnTo>
                    <a:pt x="8305444" y="10765"/>
                  </a:lnTo>
                  <a:lnTo>
                    <a:pt x="8305602" y="10765"/>
                  </a:lnTo>
                  <a:lnTo>
                    <a:pt x="8305759" y="10765"/>
                  </a:lnTo>
                  <a:lnTo>
                    <a:pt x="8305917" y="10765"/>
                  </a:lnTo>
                  <a:lnTo>
                    <a:pt x="8306075" y="10765"/>
                  </a:lnTo>
                  <a:lnTo>
                    <a:pt x="8306233" y="10765"/>
                  </a:lnTo>
                  <a:lnTo>
                    <a:pt x="8306390" y="10765"/>
                  </a:lnTo>
                  <a:lnTo>
                    <a:pt x="8306548" y="10765"/>
                  </a:lnTo>
                  <a:lnTo>
                    <a:pt x="8306706" y="10765"/>
                  </a:lnTo>
                  <a:lnTo>
                    <a:pt x="8306863" y="10765"/>
                  </a:lnTo>
                  <a:lnTo>
                    <a:pt x="8307021" y="10765"/>
                  </a:lnTo>
                  <a:lnTo>
                    <a:pt x="8307179" y="10765"/>
                  </a:lnTo>
                  <a:lnTo>
                    <a:pt x="8307337" y="10765"/>
                  </a:lnTo>
                  <a:lnTo>
                    <a:pt x="8307494" y="10765"/>
                  </a:lnTo>
                  <a:lnTo>
                    <a:pt x="8307652" y="10765"/>
                  </a:lnTo>
                  <a:lnTo>
                    <a:pt x="8307810" y="10765"/>
                  </a:lnTo>
                  <a:lnTo>
                    <a:pt x="8307968" y="10765"/>
                  </a:lnTo>
                  <a:lnTo>
                    <a:pt x="8308125" y="10765"/>
                  </a:lnTo>
                  <a:lnTo>
                    <a:pt x="8308283" y="10765"/>
                  </a:lnTo>
                  <a:lnTo>
                    <a:pt x="8308441" y="10765"/>
                  </a:lnTo>
                  <a:lnTo>
                    <a:pt x="8308598" y="10765"/>
                  </a:lnTo>
                  <a:lnTo>
                    <a:pt x="8308756" y="10765"/>
                  </a:lnTo>
                  <a:lnTo>
                    <a:pt x="8308914" y="10765"/>
                  </a:lnTo>
                  <a:lnTo>
                    <a:pt x="8309072" y="10765"/>
                  </a:lnTo>
                  <a:lnTo>
                    <a:pt x="8309229" y="10765"/>
                  </a:lnTo>
                  <a:lnTo>
                    <a:pt x="8309387" y="10765"/>
                  </a:lnTo>
                  <a:lnTo>
                    <a:pt x="8309545" y="10765"/>
                  </a:lnTo>
                  <a:lnTo>
                    <a:pt x="8309702" y="10765"/>
                  </a:lnTo>
                  <a:lnTo>
                    <a:pt x="8309860" y="10765"/>
                  </a:lnTo>
                  <a:lnTo>
                    <a:pt x="8310018" y="10765"/>
                  </a:lnTo>
                  <a:lnTo>
                    <a:pt x="8310176" y="10765"/>
                  </a:lnTo>
                  <a:lnTo>
                    <a:pt x="8310333" y="10765"/>
                  </a:lnTo>
                  <a:lnTo>
                    <a:pt x="8310491" y="10765"/>
                  </a:lnTo>
                  <a:lnTo>
                    <a:pt x="8310649" y="10765"/>
                  </a:lnTo>
                  <a:lnTo>
                    <a:pt x="8310806" y="10765"/>
                  </a:lnTo>
                  <a:lnTo>
                    <a:pt x="8310964" y="10765"/>
                  </a:lnTo>
                  <a:lnTo>
                    <a:pt x="8311122" y="10765"/>
                  </a:lnTo>
                  <a:lnTo>
                    <a:pt x="8311280" y="10765"/>
                  </a:lnTo>
                  <a:lnTo>
                    <a:pt x="8311437" y="10765"/>
                  </a:lnTo>
                  <a:lnTo>
                    <a:pt x="8311595" y="10765"/>
                  </a:lnTo>
                  <a:lnTo>
                    <a:pt x="8311753" y="10765"/>
                  </a:lnTo>
                  <a:lnTo>
                    <a:pt x="8311910" y="10765"/>
                  </a:lnTo>
                  <a:lnTo>
                    <a:pt x="8312068" y="10765"/>
                  </a:lnTo>
                  <a:lnTo>
                    <a:pt x="8312226" y="10765"/>
                  </a:lnTo>
                  <a:lnTo>
                    <a:pt x="8312384" y="10765"/>
                  </a:lnTo>
                  <a:lnTo>
                    <a:pt x="8312541" y="10765"/>
                  </a:lnTo>
                  <a:lnTo>
                    <a:pt x="8312699" y="10765"/>
                  </a:lnTo>
                  <a:lnTo>
                    <a:pt x="8312857" y="10765"/>
                  </a:lnTo>
                  <a:lnTo>
                    <a:pt x="8313015" y="10765"/>
                  </a:lnTo>
                  <a:lnTo>
                    <a:pt x="8313172" y="10765"/>
                  </a:lnTo>
                  <a:lnTo>
                    <a:pt x="8313172" y="10334"/>
                  </a:lnTo>
                  <a:lnTo>
                    <a:pt x="8313330" y="10334"/>
                  </a:lnTo>
                  <a:lnTo>
                    <a:pt x="8313488" y="10334"/>
                  </a:lnTo>
                  <a:lnTo>
                    <a:pt x="8313645" y="10334"/>
                  </a:lnTo>
                  <a:lnTo>
                    <a:pt x="8313803" y="10334"/>
                  </a:lnTo>
                  <a:lnTo>
                    <a:pt x="8313961" y="10334"/>
                  </a:lnTo>
                  <a:lnTo>
                    <a:pt x="8313961" y="9903"/>
                  </a:lnTo>
                  <a:lnTo>
                    <a:pt x="8314119" y="9903"/>
                  </a:lnTo>
                  <a:lnTo>
                    <a:pt x="8314276" y="9903"/>
                  </a:lnTo>
                  <a:lnTo>
                    <a:pt x="8314434" y="9903"/>
                  </a:lnTo>
                  <a:lnTo>
                    <a:pt x="8314592" y="9903"/>
                  </a:lnTo>
                  <a:lnTo>
                    <a:pt x="8314749" y="9903"/>
                  </a:lnTo>
                  <a:lnTo>
                    <a:pt x="8314907" y="9903"/>
                  </a:lnTo>
                  <a:lnTo>
                    <a:pt x="8315065" y="9903"/>
                  </a:lnTo>
                  <a:lnTo>
                    <a:pt x="8315223" y="9903"/>
                  </a:lnTo>
                  <a:lnTo>
                    <a:pt x="8315380" y="9903"/>
                  </a:lnTo>
                  <a:lnTo>
                    <a:pt x="8315538" y="9903"/>
                  </a:lnTo>
                  <a:lnTo>
                    <a:pt x="8315696" y="9903"/>
                  </a:lnTo>
                  <a:lnTo>
                    <a:pt x="8315853" y="9903"/>
                  </a:lnTo>
                  <a:lnTo>
                    <a:pt x="8316011" y="9903"/>
                  </a:lnTo>
                  <a:lnTo>
                    <a:pt x="8316169" y="9903"/>
                  </a:lnTo>
                  <a:lnTo>
                    <a:pt x="8316327" y="9903"/>
                  </a:lnTo>
                  <a:lnTo>
                    <a:pt x="8316484" y="9903"/>
                  </a:lnTo>
                  <a:lnTo>
                    <a:pt x="8316642" y="9903"/>
                  </a:lnTo>
                  <a:lnTo>
                    <a:pt x="8316800" y="9903"/>
                  </a:lnTo>
                  <a:lnTo>
                    <a:pt x="8316957" y="9903"/>
                  </a:lnTo>
                  <a:lnTo>
                    <a:pt x="8317115" y="9903"/>
                  </a:lnTo>
                  <a:lnTo>
                    <a:pt x="8317273" y="9903"/>
                  </a:lnTo>
                  <a:lnTo>
                    <a:pt x="8317431" y="9903"/>
                  </a:lnTo>
                  <a:lnTo>
                    <a:pt x="8317588" y="9903"/>
                  </a:lnTo>
                  <a:lnTo>
                    <a:pt x="8317746" y="9903"/>
                  </a:lnTo>
                  <a:lnTo>
                    <a:pt x="8317904" y="9903"/>
                  </a:lnTo>
                  <a:lnTo>
                    <a:pt x="8318061" y="9903"/>
                  </a:lnTo>
                  <a:lnTo>
                    <a:pt x="8318219" y="9903"/>
                  </a:lnTo>
                  <a:lnTo>
                    <a:pt x="8318377" y="9903"/>
                  </a:lnTo>
                  <a:lnTo>
                    <a:pt x="8318535" y="9903"/>
                  </a:lnTo>
                  <a:lnTo>
                    <a:pt x="8318692" y="9903"/>
                  </a:lnTo>
                  <a:lnTo>
                    <a:pt x="8318850" y="9903"/>
                  </a:lnTo>
                  <a:lnTo>
                    <a:pt x="8319008" y="9903"/>
                  </a:lnTo>
                  <a:lnTo>
                    <a:pt x="8319166" y="9903"/>
                  </a:lnTo>
                  <a:lnTo>
                    <a:pt x="8319323" y="9903"/>
                  </a:lnTo>
                  <a:lnTo>
                    <a:pt x="8319481" y="9903"/>
                  </a:lnTo>
                  <a:lnTo>
                    <a:pt x="8319639" y="9903"/>
                  </a:lnTo>
                  <a:lnTo>
                    <a:pt x="8319796" y="9903"/>
                  </a:lnTo>
                  <a:lnTo>
                    <a:pt x="8319954" y="9903"/>
                  </a:lnTo>
                  <a:lnTo>
                    <a:pt x="8320112" y="9903"/>
                  </a:lnTo>
                  <a:lnTo>
                    <a:pt x="8320270" y="9903"/>
                  </a:lnTo>
                  <a:lnTo>
                    <a:pt x="8320427" y="9903"/>
                  </a:lnTo>
                  <a:lnTo>
                    <a:pt x="8320585" y="9903"/>
                  </a:lnTo>
                  <a:lnTo>
                    <a:pt x="8320743" y="9903"/>
                  </a:lnTo>
                  <a:lnTo>
                    <a:pt x="8320900" y="9903"/>
                  </a:lnTo>
                  <a:lnTo>
                    <a:pt x="8321058" y="9903"/>
                  </a:lnTo>
                  <a:lnTo>
                    <a:pt x="8321216" y="9903"/>
                  </a:lnTo>
                  <a:lnTo>
                    <a:pt x="8321374" y="9903"/>
                  </a:lnTo>
                  <a:lnTo>
                    <a:pt x="8321531" y="9903"/>
                  </a:lnTo>
                  <a:lnTo>
                    <a:pt x="8321689" y="9903"/>
                  </a:lnTo>
                  <a:lnTo>
                    <a:pt x="8321847" y="9903"/>
                  </a:lnTo>
                  <a:lnTo>
                    <a:pt x="8322004" y="9903"/>
                  </a:lnTo>
                  <a:lnTo>
                    <a:pt x="8322162" y="9903"/>
                  </a:lnTo>
                  <a:lnTo>
                    <a:pt x="8322320" y="9903"/>
                  </a:lnTo>
                  <a:lnTo>
                    <a:pt x="8322478" y="9903"/>
                  </a:lnTo>
                  <a:lnTo>
                    <a:pt x="8322635" y="9903"/>
                  </a:lnTo>
                  <a:lnTo>
                    <a:pt x="8322793" y="9903"/>
                  </a:lnTo>
                  <a:lnTo>
                    <a:pt x="8322951" y="9903"/>
                  </a:lnTo>
                  <a:lnTo>
                    <a:pt x="8323108" y="9903"/>
                  </a:lnTo>
                  <a:lnTo>
                    <a:pt x="8323266" y="9903"/>
                  </a:lnTo>
                  <a:lnTo>
                    <a:pt x="8323424" y="9903"/>
                  </a:lnTo>
                  <a:lnTo>
                    <a:pt x="8323582" y="9903"/>
                  </a:lnTo>
                  <a:lnTo>
                    <a:pt x="8323739" y="9903"/>
                  </a:lnTo>
                  <a:lnTo>
                    <a:pt x="8323897" y="9903"/>
                  </a:lnTo>
                  <a:lnTo>
                    <a:pt x="8324055" y="9903"/>
                  </a:lnTo>
                  <a:lnTo>
                    <a:pt x="8324213" y="9903"/>
                  </a:lnTo>
                  <a:lnTo>
                    <a:pt x="8324370" y="9903"/>
                  </a:lnTo>
                  <a:lnTo>
                    <a:pt x="8324528" y="9903"/>
                  </a:lnTo>
                  <a:lnTo>
                    <a:pt x="8324686" y="9903"/>
                  </a:lnTo>
                  <a:lnTo>
                    <a:pt x="8324843" y="9903"/>
                  </a:lnTo>
                  <a:lnTo>
                    <a:pt x="8325001" y="9903"/>
                  </a:lnTo>
                  <a:lnTo>
                    <a:pt x="8325159" y="9903"/>
                  </a:lnTo>
                  <a:lnTo>
                    <a:pt x="8325317" y="9903"/>
                  </a:lnTo>
                  <a:lnTo>
                    <a:pt x="8325474" y="9903"/>
                  </a:lnTo>
                  <a:lnTo>
                    <a:pt x="8325632" y="9903"/>
                  </a:lnTo>
                  <a:lnTo>
                    <a:pt x="8325790" y="9903"/>
                  </a:lnTo>
                  <a:lnTo>
                    <a:pt x="8325947" y="9903"/>
                  </a:lnTo>
                  <a:lnTo>
                    <a:pt x="8326105" y="9903"/>
                  </a:lnTo>
                  <a:lnTo>
                    <a:pt x="8326263" y="9903"/>
                  </a:lnTo>
                  <a:lnTo>
                    <a:pt x="8326421" y="9903"/>
                  </a:lnTo>
                  <a:lnTo>
                    <a:pt x="8326578" y="9903"/>
                  </a:lnTo>
                  <a:lnTo>
                    <a:pt x="8326736" y="9903"/>
                  </a:lnTo>
                  <a:lnTo>
                    <a:pt x="8326894" y="9903"/>
                  </a:lnTo>
                  <a:lnTo>
                    <a:pt x="8327051" y="9903"/>
                  </a:lnTo>
                  <a:lnTo>
                    <a:pt x="8327209" y="9903"/>
                  </a:lnTo>
                  <a:lnTo>
                    <a:pt x="8327367" y="9903"/>
                  </a:lnTo>
                  <a:lnTo>
                    <a:pt x="8327525" y="9903"/>
                  </a:lnTo>
                  <a:lnTo>
                    <a:pt x="8327682" y="9903"/>
                  </a:lnTo>
                  <a:lnTo>
                    <a:pt x="8327840" y="9903"/>
                  </a:lnTo>
                  <a:lnTo>
                    <a:pt x="8327998" y="9903"/>
                  </a:lnTo>
                  <a:lnTo>
                    <a:pt x="8328155" y="9903"/>
                  </a:lnTo>
                  <a:lnTo>
                    <a:pt x="8328313" y="9903"/>
                  </a:lnTo>
                  <a:lnTo>
                    <a:pt x="8328471" y="9903"/>
                  </a:lnTo>
                  <a:lnTo>
                    <a:pt x="8328629" y="9903"/>
                  </a:lnTo>
                  <a:lnTo>
                    <a:pt x="8328786" y="9903"/>
                  </a:lnTo>
                  <a:lnTo>
                    <a:pt x="8328944" y="9903"/>
                  </a:lnTo>
                  <a:lnTo>
                    <a:pt x="8329102" y="9903"/>
                  </a:lnTo>
                  <a:lnTo>
                    <a:pt x="8329259" y="9903"/>
                  </a:lnTo>
                  <a:lnTo>
                    <a:pt x="8329417" y="9903"/>
                  </a:lnTo>
                  <a:lnTo>
                    <a:pt x="8329575" y="9903"/>
                  </a:lnTo>
                  <a:lnTo>
                    <a:pt x="8329733" y="9903"/>
                  </a:lnTo>
                  <a:lnTo>
                    <a:pt x="8329890" y="9903"/>
                  </a:lnTo>
                  <a:lnTo>
                    <a:pt x="8330048" y="9903"/>
                  </a:lnTo>
                  <a:lnTo>
                    <a:pt x="8330206" y="9903"/>
                  </a:lnTo>
                  <a:lnTo>
                    <a:pt x="8330364" y="9903"/>
                  </a:lnTo>
                  <a:lnTo>
                    <a:pt x="8330521" y="9903"/>
                  </a:lnTo>
                  <a:lnTo>
                    <a:pt x="8330679" y="9903"/>
                  </a:lnTo>
                  <a:lnTo>
                    <a:pt x="8330837" y="9903"/>
                  </a:lnTo>
                  <a:lnTo>
                    <a:pt x="8330994" y="9903"/>
                  </a:lnTo>
                  <a:lnTo>
                    <a:pt x="8331152" y="9903"/>
                  </a:lnTo>
                  <a:lnTo>
                    <a:pt x="8331310" y="9903"/>
                  </a:lnTo>
                  <a:lnTo>
                    <a:pt x="8331468" y="9903"/>
                  </a:lnTo>
                  <a:lnTo>
                    <a:pt x="8331625" y="9903"/>
                  </a:lnTo>
                  <a:lnTo>
                    <a:pt x="8331783" y="9903"/>
                  </a:lnTo>
                  <a:lnTo>
                    <a:pt x="8331941" y="9903"/>
                  </a:lnTo>
                  <a:lnTo>
                    <a:pt x="8332098" y="9903"/>
                  </a:lnTo>
                  <a:lnTo>
                    <a:pt x="8332256" y="9903"/>
                  </a:lnTo>
                  <a:lnTo>
                    <a:pt x="8332414" y="9903"/>
                  </a:lnTo>
                  <a:lnTo>
                    <a:pt x="8332572" y="9903"/>
                  </a:lnTo>
                  <a:lnTo>
                    <a:pt x="8332729" y="9903"/>
                  </a:lnTo>
                  <a:lnTo>
                    <a:pt x="8332887" y="9903"/>
                  </a:lnTo>
                  <a:lnTo>
                    <a:pt x="8333045" y="9903"/>
                  </a:lnTo>
                  <a:lnTo>
                    <a:pt x="8333202" y="9903"/>
                  </a:lnTo>
                  <a:lnTo>
                    <a:pt x="8333360" y="9903"/>
                  </a:lnTo>
                  <a:lnTo>
                    <a:pt x="8333518" y="9903"/>
                  </a:lnTo>
                  <a:lnTo>
                    <a:pt x="8333676" y="9903"/>
                  </a:lnTo>
                  <a:lnTo>
                    <a:pt x="8333833" y="9903"/>
                  </a:lnTo>
                  <a:lnTo>
                    <a:pt x="8333991" y="9903"/>
                  </a:lnTo>
                  <a:lnTo>
                    <a:pt x="8334149" y="9903"/>
                  </a:lnTo>
                  <a:lnTo>
                    <a:pt x="8334306" y="9903"/>
                  </a:lnTo>
                  <a:lnTo>
                    <a:pt x="8334464" y="9903"/>
                  </a:lnTo>
                  <a:lnTo>
                    <a:pt x="8334622" y="9903"/>
                  </a:lnTo>
                  <a:lnTo>
                    <a:pt x="8334780" y="9903"/>
                  </a:lnTo>
                  <a:lnTo>
                    <a:pt x="8334937" y="9903"/>
                  </a:lnTo>
                  <a:lnTo>
                    <a:pt x="8335095" y="9903"/>
                  </a:lnTo>
                  <a:lnTo>
                    <a:pt x="8335253" y="9903"/>
                  </a:lnTo>
                  <a:lnTo>
                    <a:pt x="8335253" y="9473"/>
                  </a:lnTo>
                  <a:lnTo>
                    <a:pt x="8335411" y="9473"/>
                  </a:lnTo>
                  <a:lnTo>
                    <a:pt x="8335568" y="9473"/>
                  </a:lnTo>
                  <a:lnTo>
                    <a:pt x="8335726" y="9473"/>
                  </a:lnTo>
                  <a:lnTo>
                    <a:pt x="8335884" y="9473"/>
                  </a:lnTo>
                  <a:lnTo>
                    <a:pt x="8336041" y="9473"/>
                  </a:lnTo>
                  <a:lnTo>
                    <a:pt x="8336199" y="9473"/>
                  </a:lnTo>
                  <a:lnTo>
                    <a:pt x="8336357" y="9473"/>
                  </a:lnTo>
                  <a:lnTo>
                    <a:pt x="8336515" y="9473"/>
                  </a:lnTo>
                  <a:lnTo>
                    <a:pt x="8336672" y="9473"/>
                  </a:lnTo>
                  <a:lnTo>
                    <a:pt x="8336830" y="9473"/>
                  </a:lnTo>
                  <a:lnTo>
                    <a:pt x="8336988" y="9473"/>
                  </a:lnTo>
                  <a:lnTo>
                    <a:pt x="8337145" y="9473"/>
                  </a:lnTo>
                  <a:lnTo>
                    <a:pt x="8337145" y="9042"/>
                  </a:lnTo>
                  <a:lnTo>
                    <a:pt x="8337303" y="9042"/>
                  </a:lnTo>
                  <a:lnTo>
                    <a:pt x="8337461" y="9042"/>
                  </a:lnTo>
                  <a:lnTo>
                    <a:pt x="8337619" y="9042"/>
                  </a:lnTo>
                  <a:lnTo>
                    <a:pt x="8337776" y="9042"/>
                  </a:lnTo>
                  <a:lnTo>
                    <a:pt x="8337934" y="9042"/>
                  </a:lnTo>
                  <a:lnTo>
                    <a:pt x="8338092" y="9042"/>
                  </a:lnTo>
                  <a:lnTo>
                    <a:pt x="8338249" y="9042"/>
                  </a:lnTo>
                  <a:lnTo>
                    <a:pt x="8338407" y="9042"/>
                  </a:lnTo>
                  <a:lnTo>
                    <a:pt x="8338565" y="9042"/>
                  </a:lnTo>
                  <a:lnTo>
                    <a:pt x="8338723" y="9042"/>
                  </a:lnTo>
                  <a:lnTo>
                    <a:pt x="8338723" y="8612"/>
                  </a:lnTo>
                  <a:lnTo>
                    <a:pt x="8338880" y="8612"/>
                  </a:lnTo>
                  <a:lnTo>
                    <a:pt x="8339038" y="8612"/>
                  </a:lnTo>
                  <a:lnTo>
                    <a:pt x="8339196" y="8612"/>
                  </a:lnTo>
                  <a:lnTo>
                    <a:pt x="8339353" y="8612"/>
                  </a:lnTo>
                  <a:lnTo>
                    <a:pt x="8339511" y="8612"/>
                  </a:lnTo>
                  <a:lnTo>
                    <a:pt x="8339669" y="8612"/>
                  </a:lnTo>
                  <a:lnTo>
                    <a:pt x="8339827" y="8612"/>
                  </a:lnTo>
                  <a:lnTo>
                    <a:pt x="8339984" y="8612"/>
                  </a:lnTo>
                  <a:lnTo>
                    <a:pt x="8340142" y="8612"/>
                  </a:lnTo>
                  <a:lnTo>
                    <a:pt x="8340300" y="8612"/>
                  </a:lnTo>
                  <a:lnTo>
                    <a:pt x="8340457" y="8612"/>
                  </a:lnTo>
                  <a:lnTo>
                    <a:pt x="8340615" y="8612"/>
                  </a:lnTo>
                  <a:lnTo>
                    <a:pt x="8340773" y="8612"/>
                  </a:lnTo>
                  <a:lnTo>
                    <a:pt x="8340931" y="8612"/>
                  </a:lnTo>
                  <a:lnTo>
                    <a:pt x="8341088" y="8612"/>
                  </a:lnTo>
                  <a:lnTo>
                    <a:pt x="8341246" y="8612"/>
                  </a:lnTo>
                  <a:lnTo>
                    <a:pt x="8341404" y="8612"/>
                  </a:lnTo>
                  <a:lnTo>
                    <a:pt x="8341562" y="8612"/>
                  </a:lnTo>
                  <a:lnTo>
                    <a:pt x="8341719" y="8612"/>
                  </a:lnTo>
                  <a:lnTo>
                    <a:pt x="8341877" y="8612"/>
                  </a:lnTo>
                  <a:lnTo>
                    <a:pt x="8342035" y="8612"/>
                  </a:lnTo>
                  <a:lnTo>
                    <a:pt x="8342192" y="8612"/>
                  </a:lnTo>
                  <a:lnTo>
                    <a:pt x="8342350" y="8612"/>
                  </a:lnTo>
                  <a:lnTo>
                    <a:pt x="8342508" y="8612"/>
                  </a:lnTo>
                  <a:lnTo>
                    <a:pt x="8342666" y="8612"/>
                  </a:lnTo>
                  <a:lnTo>
                    <a:pt x="8342823" y="8612"/>
                  </a:lnTo>
                  <a:lnTo>
                    <a:pt x="8342981" y="8612"/>
                  </a:lnTo>
                  <a:lnTo>
                    <a:pt x="8343139" y="8612"/>
                  </a:lnTo>
                  <a:lnTo>
                    <a:pt x="8343296" y="8612"/>
                  </a:lnTo>
                  <a:lnTo>
                    <a:pt x="8343454" y="8612"/>
                  </a:lnTo>
                  <a:lnTo>
                    <a:pt x="8343612" y="8612"/>
                  </a:lnTo>
                  <a:lnTo>
                    <a:pt x="8343770" y="8612"/>
                  </a:lnTo>
                  <a:lnTo>
                    <a:pt x="8343927" y="8612"/>
                  </a:lnTo>
                  <a:lnTo>
                    <a:pt x="8344085" y="8612"/>
                  </a:lnTo>
                  <a:lnTo>
                    <a:pt x="8344243" y="8612"/>
                  </a:lnTo>
                  <a:lnTo>
                    <a:pt x="8344400" y="8612"/>
                  </a:lnTo>
                  <a:lnTo>
                    <a:pt x="8344558" y="8612"/>
                  </a:lnTo>
                  <a:lnTo>
                    <a:pt x="8344716" y="8612"/>
                  </a:lnTo>
                  <a:lnTo>
                    <a:pt x="8344874" y="8612"/>
                  </a:lnTo>
                  <a:lnTo>
                    <a:pt x="8345031" y="8612"/>
                  </a:lnTo>
                  <a:lnTo>
                    <a:pt x="8345189" y="8612"/>
                  </a:lnTo>
                  <a:lnTo>
                    <a:pt x="8345347" y="8612"/>
                  </a:lnTo>
                  <a:lnTo>
                    <a:pt x="8345504" y="8612"/>
                  </a:lnTo>
                  <a:lnTo>
                    <a:pt x="8345662" y="8612"/>
                  </a:lnTo>
                  <a:lnTo>
                    <a:pt x="8345820" y="8612"/>
                  </a:lnTo>
                  <a:lnTo>
                    <a:pt x="8345978" y="8612"/>
                  </a:lnTo>
                  <a:lnTo>
                    <a:pt x="8346135" y="8612"/>
                  </a:lnTo>
                  <a:lnTo>
                    <a:pt x="8346293" y="8612"/>
                  </a:lnTo>
                  <a:lnTo>
                    <a:pt x="8346451" y="8612"/>
                  </a:lnTo>
                  <a:lnTo>
                    <a:pt x="8346451" y="8181"/>
                  </a:lnTo>
                  <a:lnTo>
                    <a:pt x="8346609" y="8181"/>
                  </a:lnTo>
                  <a:lnTo>
                    <a:pt x="8346766" y="8181"/>
                  </a:lnTo>
                  <a:lnTo>
                    <a:pt x="8346924" y="8181"/>
                  </a:lnTo>
                  <a:lnTo>
                    <a:pt x="8346924" y="7750"/>
                  </a:lnTo>
                  <a:lnTo>
                    <a:pt x="8347082" y="7750"/>
                  </a:lnTo>
                  <a:lnTo>
                    <a:pt x="8347239" y="7750"/>
                  </a:lnTo>
                  <a:lnTo>
                    <a:pt x="8347397" y="7750"/>
                  </a:lnTo>
                  <a:lnTo>
                    <a:pt x="8347555" y="7750"/>
                  </a:lnTo>
                  <a:lnTo>
                    <a:pt x="8347713" y="7750"/>
                  </a:lnTo>
                  <a:lnTo>
                    <a:pt x="8347870" y="7750"/>
                  </a:lnTo>
                  <a:lnTo>
                    <a:pt x="8348028" y="7750"/>
                  </a:lnTo>
                  <a:lnTo>
                    <a:pt x="8348186" y="7750"/>
                  </a:lnTo>
                  <a:lnTo>
                    <a:pt x="8348343" y="7750"/>
                  </a:lnTo>
                  <a:lnTo>
                    <a:pt x="8348501" y="7750"/>
                  </a:lnTo>
                  <a:lnTo>
                    <a:pt x="8348659" y="7750"/>
                  </a:lnTo>
                  <a:lnTo>
                    <a:pt x="8348817" y="7750"/>
                  </a:lnTo>
                  <a:lnTo>
                    <a:pt x="8348974" y="7750"/>
                  </a:lnTo>
                  <a:lnTo>
                    <a:pt x="8349132" y="7750"/>
                  </a:lnTo>
                  <a:lnTo>
                    <a:pt x="8349290" y="7750"/>
                  </a:lnTo>
                  <a:lnTo>
                    <a:pt x="8349447" y="7750"/>
                  </a:lnTo>
                  <a:lnTo>
                    <a:pt x="8349605" y="7750"/>
                  </a:lnTo>
                  <a:lnTo>
                    <a:pt x="8349763" y="7750"/>
                  </a:lnTo>
                  <a:lnTo>
                    <a:pt x="8349921" y="7750"/>
                  </a:lnTo>
                  <a:lnTo>
                    <a:pt x="8350078" y="7750"/>
                  </a:lnTo>
                  <a:lnTo>
                    <a:pt x="8350236" y="7750"/>
                  </a:lnTo>
                  <a:lnTo>
                    <a:pt x="8350394" y="7750"/>
                  </a:lnTo>
                  <a:lnTo>
                    <a:pt x="8350551" y="7750"/>
                  </a:lnTo>
                  <a:lnTo>
                    <a:pt x="8350709" y="7750"/>
                  </a:lnTo>
                  <a:lnTo>
                    <a:pt x="8350867" y="7750"/>
                  </a:lnTo>
                  <a:lnTo>
                    <a:pt x="8351025" y="7750"/>
                  </a:lnTo>
                  <a:lnTo>
                    <a:pt x="8351182" y="7750"/>
                  </a:lnTo>
                  <a:lnTo>
                    <a:pt x="8351340" y="7750"/>
                  </a:lnTo>
                  <a:lnTo>
                    <a:pt x="8351498" y="7750"/>
                  </a:lnTo>
                  <a:lnTo>
                    <a:pt x="8351655" y="7750"/>
                  </a:lnTo>
                  <a:lnTo>
                    <a:pt x="8351813" y="7750"/>
                  </a:lnTo>
                  <a:lnTo>
                    <a:pt x="8351971" y="7750"/>
                  </a:lnTo>
                  <a:lnTo>
                    <a:pt x="8352129" y="7750"/>
                  </a:lnTo>
                  <a:lnTo>
                    <a:pt x="8352286" y="7750"/>
                  </a:lnTo>
                  <a:lnTo>
                    <a:pt x="8352444" y="7750"/>
                  </a:lnTo>
                  <a:lnTo>
                    <a:pt x="8352602" y="7750"/>
                  </a:lnTo>
                  <a:lnTo>
                    <a:pt x="8352760" y="7750"/>
                  </a:lnTo>
                  <a:lnTo>
                    <a:pt x="8352917" y="7750"/>
                  </a:lnTo>
                  <a:lnTo>
                    <a:pt x="8353075" y="7750"/>
                  </a:lnTo>
                  <a:lnTo>
                    <a:pt x="8353075" y="7320"/>
                  </a:lnTo>
                  <a:lnTo>
                    <a:pt x="8353233" y="7320"/>
                  </a:lnTo>
                  <a:lnTo>
                    <a:pt x="8353390" y="7320"/>
                  </a:lnTo>
                  <a:lnTo>
                    <a:pt x="8353548" y="7320"/>
                  </a:lnTo>
                  <a:lnTo>
                    <a:pt x="8353706" y="7320"/>
                  </a:lnTo>
                  <a:lnTo>
                    <a:pt x="8353864" y="7320"/>
                  </a:lnTo>
                  <a:lnTo>
                    <a:pt x="8354021" y="7320"/>
                  </a:lnTo>
                  <a:lnTo>
                    <a:pt x="8354179" y="7320"/>
                  </a:lnTo>
                  <a:lnTo>
                    <a:pt x="8354337" y="7320"/>
                  </a:lnTo>
                  <a:lnTo>
                    <a:pt x="8354494" y="7320"/>
                  </a:lnTo>
                  <a:lnTo>
                    <a:pt x="8354652" y="7320"/>
                  </a:lnTo>
                  <a:lnTo>
                    <a:pt x="8354810" y="7320"/>
                  </a:lnTo>
                  <a:lnTo>
                    <a:pt x="8354968" y="7320"/>
                  </a:lnTo>
                  <a:lnTo>
                    <a:pt x="8355125" y="7320"/>
                  </a:lnTo>
                  <a:lnTo>
                    <a:pt x="8355283" y="7320"/>
                  </a:lnTo>
                  <a:lnTo>
                    <a:pt x="8355441" y="7320"/>
                  </a:lnTo>
                  <a:lnTo>
                    <a:pt x="8355598" y="7320"/>
                  </a:lnTo>
                  <a:lnTo>
                    <a:pt x="8355756" y="7320"/>
                  </a:lnTo>
                  <a:lnTo>
                    <a:pt x="8355914" y="7320"/>
                  </a:lnTo>
                  <a:lnTo>
                    <a:pt x="8356072" y="7320"/>
                  </a:lnTo>
                  <a:lnTo>
                    <a:pt x="8356229" y="7320"/>
                  </a:lnTo>
                  <a:lnTo>
                    <a:pt x="8356387" y="7320"/>
                  </a:lnTo>
                  <a:lnTo>
                    <a:pt x="8356545" y="7320"/>
                  </a:lnTo>
                  <a:lnTo>
                    <a:pt x="8356702" y="7320"/>
                  </a:lnTo>
                  <a:lnTo>
                    <a:pt x="8356860" y="7320"/>
                  </a:lnTo>
                  <a:lnTo>
                    <a:pt x="8357018" y="7320"/>
                  </a:lnTo>
                  <a:lnTo>
                    <a:pt x="8357176" y="7320"/>
                  </a:lnTo>
                  <a:lnTo>
                    <a:pt x="8357333" y="7320"/>
                  </a:lnTo>
                  <a:lnTo>
                    <a:pt x="8357491" y="7320"/>
                  </a:lnTo>
                  <a:lnTo>
                    <a:pt x="8357649" y="7320"/>
                  </a:lnTo>
                  <a:lnTo>
                    <a:pt x="8357807" y="7320"/>
                  </a:lnTo>
                  <a:lnTo>
                    <a:pt x="8357964" y="7320"/>
                  </a:lnTo>
                  <a:lnTo>
                    <a:pt x="8358122" y="7320"/>
                  </a:lnTo>
                  <a:lnTo>
                    <a:pt x="8358280" y="7320"/>
                  </a:lnTo>
                  <a:lnTo>
                    <a:pt x="8358437" y="7320"/>
                  </a:lnTo>
                  <a:lnTo>
                    <a:pt x="8358595" y="7320"/>
                  </a:lnTo>
                  <a:lnTo>
                    <a:pt x="8358753" y="7320"/>
                  </a:lnTo>
                  <a:lnTo>
                    <a:pt x="8358911" y="7320"/>
                  </a:lnTo>
                  <a:lnTo>
                    <a:pt x="8359068" y="7320"/>
                  </a:lnTo>
                  <a:lnTo>
                    <a:pt x="8359226" y="7320"/>
                  </a:lnTo>
                  <a:lnTo>
                    <a:pt x="8359384" y="7320"/>
                  </a:lnTo>
                  <a:lnTo>
                    <a:pt x="8359541" y="7320"/>
                  </a:lnTo>
                  <a:lnTo>
                    <a:pt x="8359699" y="7320"/>
                  </a:lnTo>
                  <a:lnTo>
                    <a:pt x="8359857" y="7320"/>
                  </a:lnTo>
                  <a:lnTo>
                    <a:pt x="8360015" y="7320"/>
                  </a:lnTo>
                  <a:lnTo>
                    <a:pt x="8360172" y="7320"/>
                  </a:lnTo>
                  <a:lnTo>
                    <a:pt x="8360330" y="7320"/>
                  </a:lnTo>
                  <a:lnTo>
                    <a:pt x="8360488" y="7320"/>
                  </a:lnTo>
                  <a:lnTo>
                    <a:pt x="8360645" y="7320"/>
                  </a:lnTo>
                  <a:lnTo>
                    <a:pt x="8360803" y="7320"/>
                  </a:lnTo>
                  <a:lnTo>
                    <a:pt x="8360961" y="7320"/>
                  </a:lnTo>
                  <a:lnTo>
                    <a:pt x="8361119" y="7320"/>
                  </a:lnTo>
                  <a:lnTo>
                    <a:pt x="8361276" y="7320"/>
                  </a:lnTo>
                  <a:lnTo>
                    <a:pt x="8361434" y="7320"/>
                  </a:lnTo>
                  <a:lnTo>
                    <a:pt x="8361592" y="7320"/>
                  </a:lnTo>
                  <a:lnTo>
                    <a:pt x="8361749" y="7320"/>
                  </a:lnTo>
                  <a:lnTo>
                    <a:pt x="8361907" y="7320"/>
                  </a:lnTo>
                  <a:lnTo>
                    <a:pt x="8362065" y="7320"/>
                  </a:lnTo>
                  <a:lnTo>
                    <a:pt x="8362223" y="7320"/>
                  </a:lnTo>
                  <a:lnTo>
                    <a:pt x="8362380" y="7320"/>
                  </a:lnTo>
                  <a:lnTo>
                    <a:pt x="8362538" y="7320"/>
                  </a:lnTo>
                  <a:lnTo>
                    <a:pt x="8362696" y="7320"/>
                  </a:lnTo>
                  <a:lnTo>
                    <a:pt x="8362853" y="7320"/>
                  </a:lnTo>
                  <a:lnTo>
                    <a:pt x="8363011" y="7320"/>
                  </a:lnTo>
                  <a:lnTo>
                    <a:pt x="8363169" y="7320"/>
                  </a:lnTo>
                  <a:lnTo>
                    <a:pt x="8363327" y="7320"/>
                  </a:lnTo>
                  <a:lnTo>
                    <a:pt x="8363484" y="7320"/>
                  </a:lnTo>
                  <a:lnTo>
                    <a:pt x="8363642" y="7320"/>
                  </a:lnTo>
                  <a:lnTo>
                    <a:pt x="8363800" y="7320"/>
                  </a:lnTo>
                  <a:lnTo>
                    <a:pt x="8363958" y="7320"/>
                  </a:lnTo>
                  <a:lnTo>
                    <a:pt x="8364115" y="7320"/>
                  </a:lnTo>
                  <a:lnTo>
                    <a:pt x="8364273" y="7320"/>
                  </a:lnTo>
                  <a:lnTo>
                    <a:pt x="8364431" y="7320"/>
                  </a:lnTo>
                  <a:lnTo>
                    <a:pt x="8364588" y="7320"/>
                  </a:lnTo>
                  <a:lnTo>
                    <a:pt x="8364746" y="7320"/>
                  </a:lnTo>
                  <a:lnTo>
                    <a:pt x="8364904" y="7320"/>
                  </a:lnTo>
                  <a:lnTo>
                    <a:pt x="8365062" y="7320"/>
                  </a:lnTo>
                  <a:lnTo>
                    <a:pt x="8365219" y="7320"/>
                  </a:lnTo>
                  <a:lnTo>
                    <a:pt x="8365377" y="7320"/>
                  </a:lnTo>
                  <a:lnTo>
                    <a:pt x="8365535" y="7320"/>
                  </a:lnTo>
                  <a:lnTo>
                    <a:pt x="8365692" y="7320"/>
                  </a:lnTo>
                  <a:lnTo>
                    <a:pt x="8365850" y="7320"/>
                  </a:lnTo>
                  <a:lnTo>
                    <a:pt x="8366008" y="7320"/>
                  </a:lnTo>
                  <a:lnTo>
                    <a:pt x="8366166" y="7320"/>
                  </a:lnTo>
                  <a:lnTo>
                    <a:pt x="8366323" y="7320"/>
                  </a:lnTo>
                  <a:lnTo>
                    <a:pt x="8366481" y="7320"/>
                  </a:lnTo>
                  <a:lnTo>
                    <a:pt x="8366639" y="7320"/>
                  </a:lnTo>
                  <a:lnTo>
                    <a:pt x="8366796" y="7320"/>
                  </a:lnTo>
                  <a:lnTo>
                    <a:pt x="8366954" y="7320"/>
                  </a:lnTo>
                  <a:lnTo>
                    <a:pt x="8367112" y="7320"/>
                  </a:lnTo>
                  <a:lnTo>
                    <a:pt x="8367270" y="7320"/>
                  </a:lnTo>
                  <a:lnTo>
                    <a:pt x="8367427" y="7320"/>
                  </a:lnTo>
                  <a:lnTo>
                    <a:pt x="8367585" y="7320"/>
                  </a:lnTo>
                  <a:lnTo>
                    <a:pt x="8367743" y="7320"/>
                  </a:lnTo>
                  <a:lnTo>
                    <a:pt x="8367900" y="7320"/>
                  </a:lnTo>
                  <a:lnTo>
                    <a:pt x="8368058" y="7320"/>
                  </a:lnTo>
                  <a:lnTo>
                    <a:pt x="8368216" y="7320"/>
                  </a:lnTo>
                  <a:lnTo>
                    <a:pt x="8368374" y="7320"/>
                  </a:lnTo>
                  <a:lnTo>
                    <a:pt x="8368531" y="7320"/>
                  </a:lnTo>
                  <a:lnTo>
                    <a:pt x="8368689" y="7320"/>
                  </a:lnTo>
                  <a:lnTo>
                    <a:pt x="8368847" y="7320"/>
                  </a:lnTo>
                  <a:lnTo>
                    <a:pt x="8369004" y="7320"/>
                  </a:lnTo>
                  <a:lnTo>
                    <a:pt x="8369162" y="7320"/>
                  </a:lnTo>
                  <a:lnTo>
                    <a:pt x="8369320" y="7320"/>
                  </a:lnTo>
                  <a:lnTo>
                    <a:pt x="8369478" y="7320"/>
                  </a:lnTo>
                  <a:lnTo>
                    <a:pt x="8369635" y="7320"/>
                  </a:lnTo>
                  <a:lnTo>
                    <a:pt x="8369793" y="7320"/>
                  </a:lnTo>
                  <a:lnTo>
                    <a:pt x="8369951" y="7320"/>
                  </a:lnTo>
                  <a:lnTo>
                    <a:pt x="8370109" y="7320"/>
                  </a:lnTo>
                  <a:lnTo>
                    <a:pt x="8370266" y="7320"/>
                  </a:lnTo>
                  <a:lnTo>
                    <a:pt x="8370424" y="7320"/>
                  </a:lnTo>
                  <a:lnTo>
                    <a:pt x="8370582" y="7320"/>
                  </a:lnTo>
                  <a:lnTo>
                    <a:pt x="8370739" y="7320"/>
                  </a:lnTo>
                  <a:lnTo>
                    <a:pt x="8370897" y="7320"/>
                  </a:lnTo>
                  <a:lnTo>
                    <a:pt x="8371055" y="7320"/>
                  </a:lnTo>
                  <a:lnTo>
                    <a:pt x="8371213" y="7320"/>
                  </a:lnTo>
                  <a:lnTo>
                    <a:pt x="8371370" y="7320"/>
                  </a:lnTo>
                  <a:lnTo>
                    <a:pt x="8371528" y="7320"/>
                  </a:lnTo>
                  <a:lnTo>
                    <a:pt x="8371686" y="7320"/>
                  </a:lnTo>
                  <a:lnTo>
                    <a:pt x="8371843" y="7320"/>
                  </a:lnTo>
                  <a:lnTo>
                    <a:pt x="8372001" y="7320"/>
                  </a:lnTo>
                  <a:lnTo>
                    <a:pt x="8372159" y="7320"/>
                  </a:lnTo>
                  <a:lnTo>
                    <a:pt x="8372317" y="7320"/>
                  </a:lnTo>
                  <a:lnTo>
                    <a:pt x="8372474" y="7320"/>
                  </a:lnTo>
                  <a:lnTo>
                    <a:pt x="8372632" y="7320"/>
                  </a:lnTo>
                  <a:lnTo>
                    <a:pt x="8372790" y="7320"/>
                  </a:lnTo>
                  <a:lnTo>
                    <a:pt x="8372947" y="7320"/>
                  </a:lnTo>
                  <a:lnTo>
                    <a:pt x="8373105" y="7320"/>
                  </a:lnTo>
                  <a:lnTo>
                    <a:pt x="8373263" y="7320"/>
                  </a:lnTo>
                  <a:lnTo>
                    <a:pt x="8373421" y="7320"/>
                  </a:lnTo>
                  <a:lnTo>
                    <a:pt x="8373578" y="7320"/>
                  </a:lnTo>
                  <a:lnTo>
                    <a:pt x="8373736" y="7320"/>
                  </a:lnTo>
                  <a:lnTo>
                    <a:pt x="8373894" y="7320"/>
                  </a:lnTo>
                  <a:lnTo>
                    <a:pt x="8374051" y="7320"/>
                  </a:lnTo>
                  <a:lnTo>
                    <a:pt x="8374209" y="7320"/>
                  </a:lnTo>
                  <a:lnTo>
                    <a:pt x="8374367" y="7320"/>
                  </a:lnTo>
                  <a:lnTo>
                    <a:pt x="8374525" y="7320"/>
                  </a:lnTo>
                  <a:lnTo>
                    <a:pt x="8374682" y="7320"/>
                  </a:lnTo>
                  <a:lnTo>
                    <a:pt x="8374840" y="7320"/>
                  </a:lnTo>
                  <a:lnTo>
                    <a:pt x="8374998" y="7320"/>
                  </a:lnTo>
                  <a:lnTo>
                    <a:pt x="8375156" y="7320"/>
                  </a:lnTo>
                  <a:lnTo>
                    <a:pt x="8375313" y="7320"/>
                  </a:lnTo>
                  <a:lnTo>
                    <a:pt x="8375471" y="7320"/>
                  </a:lnTo>
                  <a:lnTo>
                    <a:pt x="8375629" y="7320"/>
                  </a:lnTo>
                  <a:lnTo>
                    <a:pt x="8375786" y="7320"/>
                  </a:lnTo>
                  <a:lnTo>
                    <a:pt x="8375944" y="7320"/>
                  </a:lnTo>
                  <a:lnTo>
                    <a:pt x="8376102" y="7320"/>
                  </a:lnTo>
                  <a:lnTo>
                    <a:pt x="8376260" y="7320"/>
                  </a:lnTo>
                  <a:lnTo>
                    <a:pt x="8376417" y="7320"/>
                  </a:lnTo>
                  <a:lnTo>
                    <a:pt x="8376575" y="7320"/>
                  </a:lnTo>
                  <a:lnTo>
                    <a:pt x="8376733" y="7320"/>
                  </a:lnTo>
                  <a:lnTo>
                    <a:pt x="8376890" y="7320"/>
                  </a:lnTo>
                  <a:lnTo>
                    <a:pt x="8377048" y="7320"/>
                  </a:lnTo>
                  <a:lnTo>
                    <a:pt x="8377206" y="7320"/>
                  </a:lnTo>
                  <a:lnTo>
                    <a:pt x="8377364" y="7320"/>
                  </a:lnTo>
                  <a:lnTo>
                    <a:pt x="8377521" y="7320"/>
                  </a:lnTo>
                  <a:lnTo>
                    <a:pt x="8377679" y="7320"/>
                  </a:lnTo>
                  <a:lnTo>
                    <a:pt x="8377837" y="7320"/>
                  </a:lnTo>
                  <a:lnTo>
                    <a:pt x="8377994" y="7320"/>
                  </a:lnTo>
                  <a:lnTo>
                    <a:pt x="8378152" y="7320"/>
                  </a:lnTo>
                  <a:lnTo>
                    <a:pt x="8378310" y="7320"/>
                  </a:lnTo>
                  <a:lnTo>
                    <a:pt x="8378468" y="7320"/>
                  </a:lnTo>
                  <a:lnTo>
                    <a:pt x="8378625" y="7320"/>
                  </a:lnTo>
                  <a:lnTo>
                    <a:pt x="8378783" y="7320"/>
                  </a:lnTo>
                  <a:lnTo>
                    <a:pt x="8378941" y="7320"/>
                  </a:lnTo>
                  <a:lnTo>
                    <a:pt x="8379098" y="7320"/>
                  </a:lnTo>
                  <a:lnTo>
                    <a:pt x="8379256" y="7320"/>
                  </a:lnTo>
                  <a:lnTo>
                    <a:pt x="8379414" y="7320"/>
                  </a:lnTo>
                  <a:lnTo>
                    <a:pt x="8379572" y="7320"/>
                  </a:lnTo>
                  <a:lnTo>
                    <a:pt x="8379729" y="7320"/>
                  </a:lnTo>
                  <a:lnTo>
                    <a:pt x="8379887" y="7320"/>
                  </a:lnTo>
                  <a:lnTo>
                    <a:pt x="8380045" y="7320"/>
                  </a:lnTo>
                  <a:lnTo>
                    <a:pt x="8380202" y="7320"/>
                  </a:lnTo>
                  <a:lnTo>
                    <a:pt x="8380360" y="7320"/>
                  </a:lnTo>
                  <a:lnTo>
                    <a:pt x="8380518" y="7320"/>
                  </a:lnTo>
                  <a:lnTo>
                    <a:pt x="8380676" y="7320"/>
                  </a:lnTo>
                  <a:lnTo>
                    <a:pt x="8380833" y="7320"/>
                  </a:lnTo>
                  <a:lnTo>
                    <a:pt x="8380833" y="6889"/>
                  </a:lnTo>
                  <a:lnTo>
                    <a:pt x="8380991" y="6889"/>
                  </a:lnTo>
                  <a:lnTo>
                    <a:pt x="8381149" y="6889"/>
                  </a:lnTo>
                  <a:lnTo>
                    <a:pt x="8381307" y="6889"/>
                  </a:lnTo>
                  <a:lnTo>
                    <a:pt x="8381464" y="6889"/>
                  </a:lnTo>
                  <a:lnTo>
                    <a:pt x="8381622" y="6889"/>
                  </a:lnTo>
                  <a:lnTo>
                    <a:pt x="8381780" y="6889"/>
                  </a:lnTo>
                  <a:lnTo>
                    <a:pt x="8381937" y="6889"/>
                  </a:lnTo>
                  <a:lnTo>
                    <a:pt x="8382095" y="6889"/>
                  </a:lnTo>
                  <a:lnTo>
                    <a:pt x="8382253" y="6889"/>
                  </a:lnTo>
                  <a:lnTo>
                    <a:pt x="8382411" y="6889"/>
                  </a:lnTo>
                  <a:lnTo>
                    <a:pt x="8382568" y="6889"/>
                  </a:lnTo>
                  <a:lnTo>
                    <a:pt x="8382726" y="6889"/>
                  </a:lnTo>
                  <a:lnTo>
                    <a:pt x="8382884" y="6889"/>
                  </a:lnTo>
                  <a:lnTo>
                    <a:pt x="8383041" y="6889"/>
                  </a:lnTo>
                  <a:lnTo>
                    <a:pt x="8383199" y="6889"/>
                  </a:lnTo>
                  <a:lnTo>
                    <a:pt x="8383357" y="6889"/>
                  </a:lnTo>
                  <a:lnTo>
                    <a:pt x="8383515" y="6889"/>
                  </a:lnTo>
                  <a:lnTo>
                    <a:pt x="8383672" y="6889"/>
                  </a:lnTo>
                  <a:lnTo>
                    <a:pt x="8383830" y="6889"/>
                  </a:lnTo>
                  <a:lnTo>
                    <a:pt x="8383988" y="6889"/>
                  </a:lnTo>
                  <a:lnTo>
                    <a:pt x="8384145" y="6889"/>
                  </a:lnTo>
                  <a:lnTo>
                    <a:pt x="8384303" y="6889"/>
                  </a:lnTo>
                  <a:lnTo>
                    <a:pt x="8384461" y="6889"/>
                  </a:lnTo>
                  <a:lnTo>
                    <a:pt x="8384619" y="6889"/>
                  </a:lnTo>
                  <a:lnTo>
                    <a:pt x="8384776" y="6889"/>
                  </a:lnTo>
                  <a:lnTo>
                    <a:pt x="8384934" y="6889"/>
                  </a:lnTo>
                  <a:lnTo>
                    <a:pt x="8385092" y="6889"/>
                  </a:lnTo>
                  <a:lnTo>
                    <a:pt x="8385249" y="6889"/>
                  </a:lnTo>
                  <a:lnTo>
                    <a:pt x="8385407" y="6889"/>
                  </a:lnTo>
                  <a:lnTo>
                    <a:pt x="8385565" y="6889"/>
                  </a:lnTo>
                  <a:lnTo>
                    <a:pt x="8385723" y="6889"/>
                  </a:lnTo>
                  <a:lnTo>
                    <a:pt x="8385880" y="6889"/>
                  </a:lnTo>
                  <a:lnTo>
                    <a:pt x="8386038" y="6889"/>
                  </a:lnTo>
                  <a:lnTo>
                    <a:pt x="8386196" y="6889"/>
                  </a:lnTo>
                  <a:lnTo>
                    <a:pt x="8386354" y="6889"/>
                  </a:lnTo>
                  <a:lnTo>
                    <a:pt x="8386511" y="6889"/>
                  </a:lnTo>
                  <a:lnTo>
                    <a:pt x="8386669" y="6889"/>
                  </a:lnTo>
                  <a:lnTo>
                    <a:pt x="8386827" y="6889"/>
                  </a:lnTo>
                  <a:lnTo>
                    <a:pt x="8386984" y="6889"/>
                  </a:lnTo>
                  <a:lnTo>
                    <a:pt x="8387142" y="6889"/>
                  </a:lnTo>
                  <a:lnTo>
                    <a:pt x="8387300" y="6889"/>
                  </a:lnTo>
                  <a:lnTo>
                    <a:pt x="8387458" y="6889"/>
                  </a:lnTo>
                  <a:lnTo>
                    <a:pt x="8387615" y="6889"/>
                  </a:lnTo>
                  <a:lnTo>
                    <a:pt x="8387773" y="6889"/>
                  </a:lnTo>
                  <a:lnTo>
                    <a:pt x="8387931" y="6889"/>
                  </a:lnTo>
                  <a:lnTo>
                    <a:pt x="8388088" y="6889"/>
                  </a:lnTo>
                  <a:lnTo>
                    <a:pt x="8388246" y="6889"/>
                  </a:lnTo>
                  <a:lnTo>
                    <a:pt x="8388404" y="6889"/>
                  </a:lnTo>
                  <a:lnTo>
                    <a:pt x="8388562" y="6889"/>
                  </a:lnTo>
                  <a:lnTo>
                    <a:pt x="8388562" y="6459"/>
                  </a:lnTo>
                  <a:lnTo>
                    <a:pt x="8388719" y="6459"/>
                  </a:lnTo>
                  <a:lnTo>
                    <a:pt x="8388877" y="6459"/>
                  </a:lnTo>
                  <a:lnTo>
                    <a:pt x="8389035" y="6459"/>
                  </a:lnTo>
                  <a:lnTo>
                    <a:pt x="8389192" y="6459"/>
                  </a:lnTo>
                  <a:lnTo>
                    <a:pt x="8389350" y="6459"/>
                  </a:lnTo>
                  <a:lnTo>
                    <a:pt x="8389508" y="6459"/>
                  </a:lnTo>
                  <a:lnTo>
                    <a:pt x="8389666" y="6459"/>
                  </a:lnTo>
                  <a:lnTo>
                    <a:pt x="8389666" y="6028"/>
                  </a:lnTo>
                  <a:lnTo>
                    <a:pt x="8389823" y="6028"/>
                  </a:lnTo>
                  <a:lnTo>
                    <a:pt x="8389981" y="6028"/>
                  </a:lnTo>
                  <a:lnTo>
                    <a:pt x="8390139" y="6028"/>
                  </a:lnTo>
                  <a:lnTo>
                    <a:pt x="8390139" y="5597"/>
                  </a:lnTo>
                  <a:lnTo>
                    <a:pt x="8390296" y="5597"/>
                  </a:lnTo>
                  <a:lnTo>
                    <a:pt x="8390454" y="5597"/>
                  </a:lnTo>
                  <a:lnTo>
                    <a:pt x="8390612" y="5597"/>
                  </a:lnTo>
                  <a:lnTo>
                    <a:pt x="8390770" y="5597"/>
                  </a:lnTo>
                  <a:lnTo>
                    <a:pt x="8390927" y="5597"/>
                  </a:lnTo>
                  <a:lnTo>
                    <a:pt x="8391085" y="5597"/>
                  </a:lnTo>
                  <a:lnTo>
                    <a:pt x="8391243" y="5597"/>
                  </a:lnTo>
                  <a:lnTo>
                    <a:pt x="8391400" y="5597"/>
                  </a:lnTo>
                  <a:lnTo>
                    <a:pt x="8391558" y="5597"/>
                  </a:lnTo>
                  <a:lnTo>
                    <a:pt x="8391716" y="5597"/>
                  </a:lnTo>
                  <a:lnTo>
                    <a:pt x="8391874" y="5597"/>
                  </a:lnTo>
                  <a:lnTo>
                    <a:pt x="8392031" y="5597"/>
                  </a:lnTo>
                  <a:lnTo>
                    <a:pt x="8392189" y="5597"/>
                  </a:lnTo>
                  <a:lnTo>
                    <a:pt x="8392347" y="5597"/>
                  </a:lnTo>
                  <a:lnTo>
                    <a:pt x="8392505" y="5597"/>
                  </a:lnTo>
                  <a:lnTo>
                    <a:pt x="8392662" y="5597"/>
                  </a:lnTo>
                  <a:lnTo>
                    <a:pt x="8392820" y="5597"/>
                  </a:lnTo>
                  <a:lnTo>
                    <a:pt x="8392978" y="5597"/>
                  </a:lnTo>
                  <a:lnTo>
                    <a:pt x="8393135" y="5597"/>
                  </a:lnTo>
                  <a:lnTo>
                    <a:pt x="8393293" y="5597"/>
                  </a:lnTo>
                  <a:lnTo>
                    <a:pt x="8393451" y="5597"/>
                  </a:lnTo>
                  <a:lnTo>
                    <a:pt x="8393609" y="5597"/>
                  </a:lnTo>
                  <a:lnTo>
                    <a:pt x="8393766" y="5597"/>
                  </a:lnTo>
                  <a:lnTo>
                    <a:pt x="8393924" y="5597"/>
                  </a:lnTo>
                  <a:lnTo>
                    <a:pt x="8394082" y="5597"/>
                  </a:lnTo>
                  <a:lnTo>
                    <a:pt x="8394239" y="5597"/>
                  </a:lnTo>
                  <a:lnTo>
                    <a:pt x="8394397" y="5597"/>
                  </a:lnTo>
                  <a:lnTo>
                    <a:pt x="8394555" y="5597"/>
                  </a:lnTo>
                  <a:lnTo>
                    <a:pt x="8394713" y="5597"/>
                  </a:lnTo>
                  <a:lnTo>
                    <a:pt x="8394870" y="5597"/>
                  </a:lnTo>
                  <a:lnTo>
                    <a:pt x="8395028" y="5597"/>
                  </a:lnTo>
                  <a:lnTo>
                    <a:pt x="8395186" y="5597"/>
                  </a:lnTo>
                  <a:lnTo>
                    <a:pt x="8395343" y="5597"/>
                  </a:lnTo>
                  <a:lnTo>
                    <a:pt x="8395501" y="5597"/>
                  </a:lnTo>
                  <a:lnTo>
                    <a:pt x="8395659" y="5597"/>
                  </a:lnTo>
                  <a:lnTo>
                    <a:pt x="8395817" y="5597"/>
                  </a:lnTo>
                  <a:lnTo>
                    <a:pt x="8395974" y="5597"/>
                  </a:lnTo>
                  <a:lnTo>
                    <a:pt x="8396132" y="5597"/>
                  </a:lnTo>
                  <a:lnTo>
                    <a:pt x="8396290" y="5597"/>
                  </a:lnTo>
                  <a:lnTo>
                    <a:pt x="8396447" y="5597"/>
                  </a:lnTo>
                  <a:lnTo>
                    <a:pt x="8396605" y="5597"/>
                  </a:lnTo>
                  <a:lnTo>
                    <a:pt x="8396763" y="5597"/>
                  </a:lnTo>
                  <a:lnTo>
                    <a:pt x="8396921" y="5597"/>
                  </a:lnTo>
                  <a:lnTo>
                    <a:pt x="8397078" y="5597"/>
                  </a:lnTo>
                  <a:lnTo>
                    <a:pt x="8397236" y="5597"/>
                  </a:lnTo>
                  <a:lnTo>
                    <a:pt x="8397394" y="5597"/>
                  </a:lnTo>
                  <a:lnTo>
                    <a:pt x="8397552" y="5597"/>
                  </a:lnTo>
                  <a:lnTo>
                    <a:pt x="8397709" y="5597"/>
                  </a:lnTo>
                  <a:lnTo>
                    <a:pt x="8397867" y="5597"/>
                  </a:lnTo>
                  <a:lnTo>
                    <a:pt x="8398025" y="5597"/>
                  </a:lnTo>
                  <a:lnTo>
                    <a:pt x="8398182" y="5597"/>
                  </a:lnTo>
                  <a:lnTo>
                    <a:pt x="8398340" y="5597"/>
                  </a:lnTo>
                  <a:lnTo>
                    <a:pt x="8398498" y="5597"/>
                  </a:lnTo>
                  <a:lnTo>
                    <a:pt x="8398656" y="5597"/>
                  </a:lnTo>
                  <a:lnTo>
                    <a:pt x="8398813" y="5597"/>
                  </a:lnTo>
                  <a:lnTo>
                    <a:pt x="8398971" y="5597"/>
                  </a:lnTo>
                  <a:lnTo>
                    <a:pt x="8399129" y="5597"/>
                  </a:lnTo>
                  <a:lnTo>
                    <a:pt x="8399286" y="5597"/>
                  </a:lnTo>
                  <a:lnTo>
                    <a:pt x="8399444" y="5597"/>
                  </a:lnTo>
                  <a:lnTo>
                    <a:pt x="8399602" y="5597"/>
                  </a:lnTo>
                  <a:lnTo>
                    <a:pt x="8399760" y="5597"/>
                  </a:lnTo>
                  <a:lnTo>
                    <a:pt x="8399917" y="5597"/>
                  </a:lnTo>
                  <a:lnTo>
                    <a:pt x="8400075" y="5597"/>
                  </a:lnTo>
                  <a:lnTo>
                    <a:pt x="8400233" y="5597"/>
                  </a:lnTo>
                  <a:lnTo>
                    <a:pt x="8400390" y="5597"/>
                  </a:lnTo>
                  <a:lnTo>
                    <a:pt x="8400548" y="5597"/>
                  </a:lnTo>
                  <a:lnTo>
                    <a:pt x="8400706" y="5597"/>
                  </a:lnTo>
                  <a:lnTo>
                    <a:pt x="8400864" y="5597"/>
                  </a:lnTo>
                  <a:lnTo>
                    <a:pt x="8401021" y="5597"/>
                  </a:lnTo>
                  <a:lnTo>
                    <a:pt x="8401179" y="5597"/>
                  </a:lnTo>
                  <a:lnTo>
                    <a:pt x="8401337" y="5597"/>
                  </a:lnTo>
                  <a:lnTo>
                    <a:pt x="8401494" y="5597"/>
                  </a:lnTo>
                  <a:lnTo>
                    <a:pt x="8401652" y="5597"/>
                  </a:lnTo>
                  <a:lnTo>
                    <a:pt x="8401810" y="5597"/>
                  </a:lnTo>
                  <a:lnTo>
                    <a:pt x="8401968" y="5597"/>
                  </a:lnTo>
                  <a:lnTo>
                    <a:pt x="8402125" y="5597"/>
                  </a:lnTo>
                  <a:lnTo>
                    <a:pt x="8402283" y="5597"/>
                  </a:lnTo>
                  <a:lnTo>
                    <a:pt x="8402441" y="5597"/>
                  </a:lnTo>
                  <a:lnTo>
                    <a:pt x="8402598" y="5597"/>
                  </a:lnTo>
                  <a:lnTo>
                    <a:pt x="8402756" y="5597"/>
                  </a:lnTo>
                  <a:lnTo>
                    <a:pt x="8402914" y="5597"/>
                  </a:lnTo>
                  <a:lnTo>
                    <a:pt x="8403072" y="5597"/>
                  </a:lnTo>
                  <a:lnTo>
                    <a:pt x="8403229" y="5597"/>
                  </a:lnTo>
                  <a:lnTo>
                    <a:pt x="8403387" y="5597"/>
                  </a:lnTo>
                  <a:lnTo>
                    <a:pt x="8403545" y="5597"/>
                  </a:lnTo>
                  <a:lnTo>
                    <a:pt x="8403703" y="5597"/>
                  </a:lnTo>
                  <a:lnTo>
                    <a:pt x="8403860" y="5597"/>
                  </a:lnTo>
                  <a:lnTo>
                    <a:pt x="8404018" y="5597"/>
                  </a:lnTo>
                  <a:lnTo>
                    <a:pt x="8404176" y="5597"/>
                  </a:lnTo>
                  <a:lnTo>
                    <a:pt x="8404333" y="5597"/>
                  </a:lnTo>
                  <a:lnTo>
                    <a:pt x="8404491" y="5597"/>
                  </a:lnTo>
                  <a:lnTo>
                    <a:pt x="8404649" y="5597"/>
                  </a:lnTo>
                  <a:lnTo>
                    <a:pt x="8404807" y="5597"/>
                  </a:lnTo>
                  <a:lnTo>
                    <a:pt x="8404964" y="5597"/>
                  </a:lnTo>
                  <a:lnTo>
                    <a:pt x="8405122" y="5597"/>
                  </a:lnTo>
                  <a:lnTo>
                    <a:pt x="8405280" y="5597"/>
                  </a:lnTo>
                  <a:lnTo>
                    <a:pt x="8405437" y="5597"/>
                  </a:lnTo>
                  <a:lnTo>
                    <a:pt x="8405595" y="5597"/>
                  </a:lnTo>
                  <a:lnTo>
                    <a:pt x="8405753" y="5597"/>
                  </a:lnTo>
                  <a:lnTo>
                    <a:pt x="8405911" y="5597"/>
                  </a:lnTo>
                  <a:lnTo>
                    <a:pt x="8406068" y="5597"/>
                  </a:lnTo>
                  <a:lnTo>
                    <a:pt x="8406226" y="5597"/>
                  </a:lnTo>
                  <a:lnTo>
                    <a:pt x="8406384" y="5597"/>
                  </a:lnTo>
                  <a:lnTo>
                    <a:pt x="8406541" y="5597"/>
                  </a:lnTo>
                  <a:lnTo>
                    <a:pt x="8406699" y="5597"/>
                  </a:lnTo>
                  <a:lnTo>
                    <a:pt x="8406857" y="5597"/>
                  </a:lnTo>
                  <a:lnTo>
                    <a:pt x="8407015" y="5597"/>
                  </a:lnTo>
                  <a:lnTo>
                    <a:pt x="8407172" y="5597"/>
                  </a:lnTo>
                  <a:lnTo>
                    <a:pt x="8407330" y="5597"/>
                  </a:lnTo>
                  <a:lnTo>
                    <a:pt x="8407488" y="5597"/>
                  </a:lnTo>
                  <a:lnTo>
                    <a:pt x="8407645" y="5597"/>
                  </a:lnTo>
                  <a:lnTo>
                    <a:pt x="8407803" y="5597"/>
                  </a:lnTo>
                  <a:lnTo>
                    <a:pt x="8407961" y="5597"/>
                  </a:lnTo>
                  <a:lnTo>
                    <a:pt x="8408119" y="5597"/>
                  </a:lnTo>
                  <a:lnTo>
                    <a:pt x="8408276" y="5597"/>
                  </a:lnTo>
                  <a:lnTo>
                    <a:pt x="8408434" y="5597"/>
                  </a:lnTo>
                  <a:lnTo>
                    <a:pt x="8408592" y="5597"/>
                  </a:lnTo>
                  <a:lnTo>
                    <a:pt x="8408750" y="5597"/>
                  </a:lnTo>
                  <a:lnTo>
                    <a:pt x="8408907" y="5597"/>
                  </a:lnTo>
                  <a:lnTo>
                    <a:pt x="8409065" y="5597"/>
                  </a:lnTo>
                  <a:lnTo>
                    <a:pt x="8409223" y="5597"/>
                  </a:lnTo>
                  <a:lnTo>
                    <a:pt x="8409380" y="5597"/>
                  </a:lnTo>
                  <a:lnTo>
                    <a:pt x="8409538" y="5597"/>
                  </a:lnTo>
                  <a:lnTo>
                    <a:pt x="8409696" y="5597"/>
                  </a:lnTo>
                  <a:lnTo>
                    <a:pt x="8409854" y="5597"/>
                  </a:lnTo>
                  <a:lnTo>
                    <a:pt x="8410011" y="5597"/>
                  </a:lnTo>
                  <a:lnTo>
                    <a:pt x="8410169" y="5597"/>
                  </a:lnTo>
                  <a:lnTo>
                    <a:pt x="8410327" y="5597"/>
                  </a:lnTo>
                  <a:lnTo>
                    <a:pt x="8410484" y="5597"/>
                  </a:lnTo>
                  <a:lnTo>
                    <a:pt x="8410642" y="5597"/>
                  </a:lnTo>
                  <a:lnTo>
                    <a:pt x="8410800" y="5597"/>
                  </a:lnTo>
                  <a:lnTo>
                    <a:pt x="8410958" y="5597"/>
                  </a:lnTo>
                  <a:lnTo>
                    <a:pt x="8411115" y="5597"/>
                  </a:lnTo>
                  <a:lnTo>
                    <a:pt x="8411273" y="5597"/>
                  </a:lnTo>
                  <a:lnTo>
                    <a:pt x="8411431" y="5597"/>
                  </a:lnTo>
                  <a:lnTo>
                    <a:pt x="8411588" y="5597"/>
                  </a:lnTo>
                  <a:lnTo>
                    <a:pt x="8411746" y="5597"/>
                  </a:lnTo>
                  <a:lnTo>
                    <a:pt x="8411904" y="5597"/>
                  </a:lnTo>
                  <a:lnTo>
                    <a:pt x="8412062" y="5597"/>
                  </a:lnTo>
                  <a:lnTo>
                    <a:pt x="8412219" y="5597"/>
                  </a:lnTo>
                  <a:lnTo>
                    <a:pt x="8412377" y="5597"/>
                  </a:lnTo>
                  <a:lnTo>
                    <a:pt x="8412535" y="5597"/>
                  </a:lnTo>
                  <a:lnTo>
                    <a:pt x="8412692" y="5597"/>
                  </a:lnTo>
                  <a:lnTo>
                    <a:pt x="8412850" y="5597"/>
                  </a:lnTo>
                  <a:lnTo>
                    <a:pt x="8413008" y="5597"/>
                  </a:lnTo>
                  <a:lnTo>
                    <a:pt x="8413166" y="5597"/>
                  </a:lnTo>
                  <a:lnTo>
                    <a:pt x="8413323" y="5597"/>
                  </a:lnTo>
                  <a:lnTo>
                    <a:pt x="8413481" y="5597"/>
                  </a:lnTo>
                  <a:lnTo>
                    <a:pt x="8413639" y="5597"/>
                  </a:lnTo>
                  <a:lnTo>
                    <a:pt x="8413796" y="5597"/>
                  </a:lnTo>
                  <a:lnTo>
                    <a:pt x="8413954" y="5597"/>
                  </a:lnTo>
                  <a:lnTo>
                    <a:pt x="8414112" y="5597"/>
                  </a:lnTo>
                  <a:lnTo>
                    <a:pt x="8414270" y="5597"/>
                  </a:lnTo>
                  <a:lnTo>
                    <a:pt x="8414427" y="5597"/>
                  </a:lnTo>
                  <a:lnTo>
                    <a:pt x="8414585" y="5597"/>
                  </a:lnTo>
                  <a:lnTo>
                    <a:pt x="8414743" y="5597"/>
                  </a:lnTo>
                  <a:lnTo>
                    <a:pt x="8414901" y="5597"/>
                  </a:lnTo>
                  <a:lnTo>
                    <a:pt x="8415058" y="5597"/>
                  </a:lnTo>
                  <a:lnTo>
                    <a:pt x="8415216" y="5597"/>
                  </a:lnTo>
                  <a:lnTo>
                    <a:pt x="8415374" y="5597"/>
                  </a:lnTo>
                  <a:lnTo>
                    <a:pt x="8415531" y="5597"/>
                  </a:lnTo>
                  <a:lnTo>
                    <a:pt x="8415689" y="5597"/>
                  </a:lnTo>
                  <a:lnTo>
                    <a:pt x="8415847" y="5597"/>
                  </a:lnTo>
                  <a:lnTo>
                    <a:pt x="8416005" y="5597"/>
                  </a:lnTo>
                  <a:lnTo>
                    <a:pt x="8416162" y="5597"/>
                  </a:lnTo>
                  <a:lnTo>
                    <a:pt x="8416320" y="5597"/>
                  </a:lnTo>
                  <a:lnTo>
                    <a:pt x="8416478" y="5597"/>
                  </a:lnTo>
                  <a:lnTo>
                    <a:pt x="8416635" y="5597"/>
                  </a:lnTo>
                  <a:lnTo>
                    <a:pt x="8416793" y="5597"/>
                  </a:lnTo>
                  <a:lnTo>
                    <a:pt x="8416951" y="5597"/>
                  </a:lnTo>
                  <a:lnTo>
                    <a:pt x="8417109" y="5597"/>
                  </a:lnTo>
                  <a:lnTo>
                    <a:pt x="8417266" y="5597"/>
                  </a:lnTo>
                  <a:lnTo>
                    <a:pt x="8417424" y="5597"/>
                  </a:lnTo>
                  <a:lnTo>
                    <a:pt x="8417582" y="5597"/>
                  </a:lnTo>
                  <a:lnTo>
                    <a:pt x="8417739" y="5597"/>
                  </a:lnTo>
                  <a:lnTo>
                    <a:pt x="8417897" y="5597"/>
                  </a:lnTo>
                  <a:lnTo>
                    <a:pt x="8418055" y="5597"/>
                  </a:lnTo>
                  <a:lnTo>
                    <a:pt x="8418213" y="5597"/>
                  </a:lnTo>
                  <a:lnTo>
                    <a:pt x="8418213" y="5167"/>
                  </a:lnTo>
                  <a:lnTo>
                    <a:pt x="8418370" y="5167"/>
                  </a:lnTo>
                  <a:lnTo>
                    <a:pt x="8418528" y="5167"/>
                  </a:lnTo>
                  <a:lnTo>
                    <a:pt x="8418686" y="5167"/>
                  </a:lnTo>
                  <a:lnTo>
                    <a:pt x="8418843" y="5167"/>
                  </a:lnTo>
                  <a:lnTo>
                    <a:pt x="8419001" y="5167"/>
                  </a:lnTo>
                  <a:lnTo>
                    <a:pt x="8419159" y="5167"/>
                  </a:lnTo>
                  <a:lnTo>
                    <a:pt x="8419317" y="5167"/>
                  </a:lnTo>
                  <a:lnTo>
                    <a:pt x="8419317" y="4736"/>
                  </a:lnTo>
                  <a:lnTo>
                    <a:pt x="8419474" y="4736"/>
                  </a:lnTo>
                  <a:lnTo>
                    <a:pt x="8419632" y="4736"/>
                  </a:lnTo>
                  <a:lnTo>
                    <a:pt x="8419790" y="4736"/>
                  </a:lnTo>
                  <a:lnTo>
                    <a:pt x="8419948" y="4736"/>
                  </a:lnTo>
                  <a:lnTo>
                    <a:pt x="8420105" y="4736"/>
                  </a:lnTo>
                  <a:lnTo>
                    <a:pt x="8420263" y="4736"/>
                  </a:lnTo>
                  <a:lnTo>
                    <a:pt x="8420421" y="4736"/>
                  </a:lnTo>
                  <a:lnTo>
                    <a:pt x="8420578" y="4736"/>
                  </a:lnTo>
                  <a:lnTo>
                    <a:pt x="8420736" y="4736"/>
                  </a:lnTo>
                  <a:lnTo>
                    <a:pt x="8420894" y="4736"/>
                  </a:lnTo>
                  <a:lnTo>
                    <a:pt x="8421052" y="4736"/>
                  </a:lnTo>
                  <a:lnTo>
                    <a:pt x="8421209" y="4736"/>
                  </a:lnTo>
                  <a:lnTo>
                    <a:pt x="8421367" y="4736"/>
                  </a:lnTo>
                  <a:lnTo>
                    <a:pt x="8421525" y="4736"/>
                  </a:lnTo>
                  <a:lnTo>
                    <a:pt x="8421682" y="4736"/>
                  </a:lnTo>
                  <a:lnTo>
                    <a:pt x="8421840" y="4736"/>
                  </a:lnTo>
                  <a:lnTo>
                    <a:pt x="8421998" y="4736"/>
                  </a:lnTo>
                  <a:lnTo>
                    <a:pt x="8422156" y="4736"/>
                  </a:lnTo>
                  <a:lnTo>
                    <a:pt x="8422313" y="4736"/>
                  </a:lnTo>
                  <a:lnTo>
                    <a:pt x="8422471" y="4736"/>
                  </a:lnTo>
                  <a:lnTo>
                    <a:pt x="8422629" y="4736"/>
                  </a:lnTo>
                  <a:lnTo>
                    <a:pt x="8422786" y="4736"/>
                  </a:lnTo>
                  <a:lnTo>
                    <a:pt x="8422944" y="4736"/>
                  </a:lnTo>
                  <a:lnTo>
                    <a:pt x="8423102" y="4736"/>
                  </a:lnTo>
                  <a:lnTo>
                    <a:pt x="8423260" y="4736"/>
                  </a:lnTo>
                  <a:lnTo>
                    <a:pt x="8423417" y="4736"/>
                  </a:lnTo>
                  <a:lnTo>
                    <a:pt x="8423575" y="4736"/>
                  </a:lnTo>
                  <a:lnTo>
                    <a:pt x="8423733" y="4736"/>
                  </a:lnTo>
                  <a:lnTo>
                    <a:pt x="8423890" y="4736"/>
                  </a:lnTo>
                  <a:lnTo>
                    <a:pt x="8424048" y="4736"/>
                  </a:lnTo>
                  <a:lnTo>
                    <a:pt x="8424206" y="4736"/>
                  </a:lnTo>
                  <a:lnTo>
                    <a:pt x="8424364" y="4736"/>
                  </a:lnTo>
                  <a:lnTo>
                    <a:pt x="8424521" y="4736"/>
                  </a:lnTo>
                  <a:lnTo>
                    <a:pt x="8424679" y="4736"/>
                  </a:lnTo>
                  <a:lnTo>
                    <a:pt x="8424837" y="4736"/>
                  </a:lnTo>
                  <a:lnTo>
                    <a:pt x="8424994" y="4736"/>
                  </a:lnTo>
                  <a:lnTo>
                    <a:pt x="8425152" y="4736"/>
                  </a:lnTo>
                  <a:lnTo>
                    <a:pt x="8425310" y="4736"/>
                  </a:lnTo>
                  <a:lnTo>
                    <a:pt x="8425468" y="4736"/>
                  </a:lnTo>
                  <a:lnTo>
                    <a:pt x="8425625" y="4736"/>
                  </a:lnTo>
                  <a:lnTo>
                    <a:pt x="8425783" y="4736"/>
                  </a:lnTo>
                  <a:lnTo>
                    <a:pt x="8425783" y="4306"/>
                  </a:lnTo>
                  <a:lnTo>
                    <a:pt x="8425941" y="4306"/>
                  </a:lnTo>
                  <a:lnTo>
                    <a:pt x="8426099" y="4306"/>
                  </a:lnTo>
                  <a:lnTo>
                    <a:pt x="8426256" y="4306"/>
                  </a:lnTo>
                  <a:lnTo>
                    <a:pt x="8426414" y="4306"/>
                  </a:lnTo>
                  <a:lnTo>
                    <a:pt x="8426572" y="4306"/>
                  </a:lnTo>
                  <a:lnTo>
                    <a:pt x="8426729" y="4306"/>
                  </a:lnTo>
                  <a:lnTo>
                    <a:pt x="8426887" y="4306"/>
                  </a:lnTo>
                  <a:lnTo>
                    <a:pt x="8426887" y="3875"/>
                  </a:lnTo>
                  <a:lnTo>
                    <a:pt x="8427045" y="3875"/>
                  </a:lnTo>
                  <a:lnTo>
                    <a:pt x="8427203" y="3875"/>
                  </a:lnTo>
                  <a:lnTo>
                    <a:pt x="8427360" y="3875"/>
                  </a:lnTo>
                  <a:lnTo>
                    <a:pt x="8427518" y="3875"/>
                  </a:lnTo>
                  <a:lnTo>
                    <a:pt x="8427676" y="3875"/>
                  </a:lnTo>
                  <a:lnTo>
                    <a:pt x="8427833" y="3875"/>
                  </a:lnTo>
                  <a:lnTo>
                    <a:pt x="8427991" y="3875"/>
                  </a:lnTo>
                  <a:lnTo>
                    <a:pt x="8428149" y="3875"/>
                  </a:lnTo>
                  <a:lnTo>
                    <a:pt x="8428307" y="3875"/>
                  </a:lnTo>
                  <a:lnTo>
                    <a:pt x="8428464" y="3875"/>
                  </a:lnTo>
                  <a:lnTo>
                    <a:pt x="8428622" y="3875"/>
                  </a:lnTo>
                  <a:lnTo>
                    <a:pt x="8428780" y="3875"/>
                  </a:lnTo>
                  <a:lnTo>
                    <a:pt x="8428937" y="3875"/>
                  </a:lnTo>
                  <a:lnTo>
                    <a:pt x="8429095" y="3875"/>
                  </a:lnTo>
                  <a:lnTo>
                    <a:pt x="8429253" y="3875"/>
                  </a:lnTo>
                  <a:lnTo>
                    <a:pt x="8429411" y="3875"/>
                  </a:lnTo>
                  <a:lnTo>
                    <a:pt x="8429568" y="3875"/>
                  </a:lnTo>
                  <a:lnTo>
                    <a:pt x="8429726" y="3875"/>
                  </a:lnTo>
                  <a:lnTo>
                    <a:pt x="8429884" y="3875"/>
                  </a:lnTo>
                  <a:lnTo>
                    <a:pt x="8430041" y="3875"/>
                  </a:lnTo>
                  <a:lnTo>
                    <a:pt x="8430199" y="3875"/>
                  </a:lnTo>
                  <a:lnTo>
                    <a:pt x="8430357" y="3875"/>
                  </a:lnTo>
                  <a:lnTo>
                    <a:pt x="8430515" y="3875"/>
                  </a:lnTo>
                  <a:lnTo>
                    <a:pt x="8430672" y="3875"/>
                  </a:lnTo>
                  <a:lnTo>
                    <a:pt x="8430830" y="3875"/>
                  </a:lnTo>
                  <a:lnTo>
                    <a:pt x="8430988" y="3875"/>
                  </a:lnTo>
                  <a:lnTo>
                    <a:pt x="8431146" y="3875"/>
                  </a:lnTo>
                  <a:lnTo>
                    <a:pt x="8431303" y="3875"/>
                  </a:lnTo>
                  <a:lnTo>
                    <a:pt x="8431461" y="3875"/>
                  </a:lnTo>
                  <a:lnTo>
                    <a:pt x="8431619" y="3875"/>
                  </a:lnTo>
                  <a:lnTo>
                    <a:pt x="8431776" y="3875"/>
                  </a:lnTo>
                  <a:lnTo>
                    <a:pt x="8431934" y="3875"/>
                  </a:lnTo>
                  <a:lnTo>
                    <a:pt x="8432092" y="3875"/>
                  </a:lnTo>
                  <a:lnTo>
                    <a:pt x="8432250" y="3875"/>
                  </a:lnTo>
                  <a:lnTo>
                    <a:pt x="8432407" y="3875"/>
                  </a:lnTo>
                  <a:lnTo>
                    <a:pt x="8432565" y="3875"/>
                  </a:lnTo>
                  <a:lnTo>
                    <a:pt x="8432723" y="3875"/>
                  </a:lnTo>
                  <a:lnTo>
                    <a:pt x="8432880" y="3875"/>
                  </a:lnTo>
                  <a:lnTo>
                    <a:pt x="8433038" y="3875"/>
                  </a:lnTo>
                  <a:lnTo>
                    <a:pt x="8433196" y="3875"/>
                  </a:lnTo>
                  <a:lnTo>
                    <a:pt x="8433354" y="3875"/>
                  </a:lnTo>
                  <a:lnTo>
                    <a:pt x="8433511" y="3875"/>
                  </a:lnTo>
                  <a:lnTo>
                    <a:pt x="8433669" y="3875"/>
                  </a:lnTo>
                  <a:lnTo>
                    <a:pt x="8433827" y="3875"/>
                  </a:lnTo>
                  <a:lnTo>
                    <a:pt x="8433984" y="3875"/>
                  </a:lnTo>
                  <a:lnTo>
                    <a:pt x="8434142" y="3875"/>
                  </a:lnTo>
                  <a:lnTo>
                    <a:pt x="8434300" y="3875"/>
                  </a:lnTo>
                  <a:lnTo>
                    <a:pt x="8434458" y="3875"/>
                  </a:lnTo>
                  <a:lnTo>
                    <a:pt x="8434615" y="3875"/>
                  </a:lnTo>
                  <a:lnTo>
                    <a:pt x="8434773" y="3875"/>
                  </a:lnTo>
                  <a:lnTo>
                    <a:pt x="8434931" y="3875"/>
                  </a:lnTo>
                  <a:lnTo>
                    <a:pt x="8435088" y="3875"/>
                  </a:lnTo>
                  <a:lnTo>
                    <a:pt x="8435246" y="3875"/>
                  </a:lnTo>
                  <a:lnTo>
                    <a:pt x="8435404" y="3875"/>
                  </a:lnTo>
                  <a:lnTo>
                    <a:pt x="8435562" y="3875"/>
                  </a:lnTo>
                  <a:lnTo>
                    <a:pt x="8435719" y="3875"/>
                  </a:lnTo>
                  <a:lnTo>
                    <a:pt x="8435877" y="3875"/>
                  </a:lnTo>
                  <a:lnTo>
                    <a:pt x="8436035" y="3875"/>
                  </a:lnTo>
                  <a:lnTo>
                    <a:pt x="8436192" y="3875"/>
                  </a:lnTo>
                  <a:lnTo>
                    <a:pt x="8436350" y="3875"/>
                  </a:lnTo>
                  <a:lnTo>
                    <a:pt x="8436508" y="3875"/>
                  </a:lnTo>
                  <a:lnTo>
                    <a:pt x="8436666" y="3875"/>
                  </a:lnTo>
                  <a:lnTo>
                    <a:pt x="8436823" y="3875"/>
                  </a:lnTo>
                  <a:lnTo>
                    <a:pt x="8436981" y="3875"/>
                  </a:lnTo>
                  <a:lnTo>
                    <a:pt x="8437139" y="3875"/>
                  </a:lnTo>
                  <a:lnTo>
                    <a:pt x="8437297" y="3875"/>
                  </a:lnTo>
                  <a:lnTo>
                    <a:pt x="8437454" y="3875"/>
                  </a:lnTo>
                  <a:lnTo>
                    <a:pt x="8437612" y="3875"/>
                  </a:lnTo>
                  <a:lnTo>
                    <a:pt x="8437770" y="3875"/>
                  </a:lnTo>
                  <a:lnTo>
                    <a:pt x="8437927" y="3875"/>
                  </a:lnTo>
                  <a:lnTo>
                    <a:pt x="8438085" y="3875"/>
                  </a:lnTo>
                  <a:lnTo>
                    <a:pt x="8438243" y="3875"/>
                  </a:lnTo>
                  <a:lnTo>
                    <a:pt x="8438401" y="3875"/>
                  </a:lnTo>
                  <a:lnTo>
                    <a:pt x="8438558" y="3875"/>
                  </a:lnTo>
                  <a:lnTo>
                    <a:pt x="8438716" y="3875"/>
                  </a:lnTo>
                  <a:lnTo>
                    <a:pt x="8438874" y="3875"/>
                  </a:lnTo>
                  <a:lnTo>
                    <a:pt x="8439031" y="3875"/>
                  </a:lnTo>
                  <a:lnTo>
                    <a:pt x="8439189" y="3875"/>
                  </a:lnTo>
                  <a:lnTo>
                    <a:pt x="8439347" y="3875"/>
                  </a:lnTo>
                  <a:lnTo>
                    <a:pt x="8439505" y="3875"/>
                  </a:lnTo>
                  <a:lnTo>
                    <a:pt x="8439662" y="3875"/>
                  </a:lnTo>
                  <a:lnTo>
                    <a:pt x="8439820" y="3875"/>
                  </a:lnTo>
                  <a:lnTo>
                    <a:pt x="8439978" y="3875"/>
                  </a:lnTo>
                  <a:lnTo>
                    <a:pt x="8440135" y="3875"/>
                  </a:lnTo>
                  <a:lnTo>
                    <a:pt x="8440293" y="3875"/>
                  </a:lnTo>
                  <a:lnTo>
                    <a:pt x="8440451" y="3875"/>
                  </a:lnTo>
                  <a:lnTo>
                    <a:pt x="8440609" y="3875"/>
                  </a:lnTo>
                  <a:lnTo>
                    <a:pt x="8440766" y="3875"/>
                  </a:lnTo>
                  <a:lnTo>
                    <a:pt x="8440924" y="3875"/>
                  </a:lnTo>
                  <a:lnTo>
                    <a:pt x="8441082" y="3875"/>
                  </a:lnTo>
                  <a:lnTo>
                    <a:pt x="8441239" y="3875"/>
                  </a:lnTo>
                  <a:lnTo>
                    <a:pt x="8441397" y="3875"/>
                  </a:lnTo>
                  <a:lnTo>
                    <a:pt x="8441555" y="3875"/>
                  </a:lnTo>
                  <a:lnTo>
                    <a:pt x="8441713" y="3875"/>
                  </a:lnTo>
                  <a:lnTo>
                    <a:pt x="8441870" y="3875"/>
                  </a:lnTo>
                  <a:lnTo>
                    <a:pt x="8442028" y="3875"/>
                  </a:lnTo>
                  <a:lnTo>
                    <a:pt x="8442186" y="3875"/>
                  </a:lnTo>
                  <a:lnTo>
                    <a:pt x="8442343" y="3875"/>
                  </a:lnTo>
                  <a:lnTo>
                    <a:pt x="8442501" y="3875"/>
                  </a:lnTo>
                  <a:lnTo>
                    <a:pt x="8442659" y="3875"/>
                  </a:lnTo>
                  <a:lnTo>
                    <a:pt x="8442817" y="3875"/>
                  </a:lnTo>
                  <a:lnTo>
                    <a:pt x="8442974" y="3875"/>
                  </a:lnTo>
                  <a:lnTo>
                    <a:pt x="8443132" y="3875"/>
                  </a:lnTo>
                  <a:lnTo>
                    <a:pt x="8443290" y="3875"/>
                  </a:lnTo>
                  <a:lnTo>
                    <a:pt x="8443448" y="3875"/>
                  </a:lnTo>
                  <a:lnTo>
                    <a:pt x="8443605" y="3875"/>
                  </a:lnTo>
                  <a:lnTo>
                    <a:pt x="8443763" y="3875"/>
                  </a:lnTo>
                  <a:lnTo>
                    <a:pt x="8443921" y="3875"/>
                  </a:lnTo>
                  <a:lnTo>
                    <a:pt x="8444078" y="3875"/>
                  </a:lnTo>
                  <a:lnTo>
                    <a:pt x="8444236" y="3875"/>
                  </a:lnTo>
                  <a:lnTo>
                    <a:pt x="8444394" y="3875"/>
                  </a:lnTo>
                  <a:lnTo>
                    <a:pt x="8444552" y="3875"/>
                  </a:lnTo>
                  <a:lnTo>
                    <a:pt x="8444709" y="3875"/>
                  </a:lnTo>
                  <a:lnTo>
                    <a:pt x="8444867" y="3875"/>
                  </a:lnTo>
                  <a:lnTo>
                    <a:pt x="8445025" y="3875"/>
                  </a:lnTo>
                  <a:lnTo>
                    <a:pt x="8445182" y="3875"/>
                  </a:lnTo>
                  <a:lnTo>
                    <a:pt x="8445340" y="3875"/>
                  </a:lnTo>
                  <a:lnTo>
                    <a:pt x="8445498" y="3875"/>
                  </a:lnTo>
                  <a:lnTo>
                    <a:pt x="8445656" y="3875"/>
                  </a:lnTo>
                  <a:lnTo>
                    <a:pt x="8445813" y="3875"/>
                  </a:lnTo>
                  <a:lnTo>
                    <a:pt x="8445971" y="3875"/>
                  </a:lnTo>
                  <a:lnTo>
                    <a:pt x="8446129" y="3875"/>
                  </a:lnTo>
                  <a:lnTo>
                    <a:pt x="8446286" y="3875"/>
                  </a:lnTo>
                  <a:lnTo>
                    <a:pt x="8446444" y="3875"/>
                  </a:lnTo>
                  <a:lnTo>
                    <a:pt x="8446602" y="3875"/>
                  </a:lnTo>
                  <a:lnTo>
                    <a:pt x="8446760" y="3875"/>
                  </a:lnTo>
                  <a:lnTo>
                    <a:pt x="8446917" y="3875"/>
                  </a:lnTo>
                  <a:lnTo>
                    <a:pt x="8447075" y="3875"/>
                  </a:lnTo>
                  <a:lnTo>
                    <a:pt x="8447233" y="3875"/>
                  </a:lnTo>
                  <a:lnTo>
                    <a:pt x="8447390" y="3875"/>
                  </a:lnTo>
                  <a:lnTo>
                    <a:pt x="8447548" y="3875"/>
                  </a:lnTo>
                  <a:lnTo>
                    <a:pt x="8447706" y="3875"/>
                  </a:lnTo>
                  <a:lnTo>
                    <a:pt x="8447864" y="3875"/>
                  </a:lnTo>
                  <a:lnTo>
                    <a:pt x="8448021" y="3875"/>
                  </a:lnTo>
                  <a:lnTo>
                    <a:pt x="8448179" y="3875"/>
                  </a:lnTo>
                  <a:lnTo>
                    <a:pt x="8448337" y="3875"/>
                  </a:lnTo>
                  <a:lnTo>
                    <a:pt x="8448495" y="3875"/>
                  </a:lnTo>
                  <a:lnTo>
                    <a:pt x="8448652" y="3875"/>
                  </a:lnTo>
                  <a:lnTo>
                    <a:pt x="8448810" y="3875"/>
                  </a:lnTo>
                  <a:lnTo>
                    <a:pt x="8448968" y="3875"/>
                  </a:lnTo>
                  <a:lnTo>
                    <a:pt x="8449125" y="3875"/>
                  </a:lnTo>
                  <a:lnTo>
                    <a:pt x="8449283" y="3875"/>
                  </a:lnTo>
                  <a:lnTo>
                    <a:pt x="8449441" y="3875"/>
                  </a:lnTo>
                  <a:lnTo>
                    <a:pt x="8449599" y="3875"/>
                  </a:lnTo>
                  <a:lnTo>
                    <a:pt x="8449756" y="3875"/>
                  </a:lnTo>
                  <a:lnTo>
                    <a:pt x="8449756" y="3444"/>
                  </a:lnTo>
                  <a:lnTo>
                    <a:pt x="8449914" y="3444"/>
                  </a:lnTo>
                  <a:lnTo>
                    <a:pt x="8450072" y="3444"/>
                  </a:lnTo>
                  <a:lnTo>
                    <a:pt x="8450229" y="3444"/>
                  </a:lnTo>
                  <a:lnTo>
                    <a:pt x="8450387" y="3444"/>
                  </a:lnTo>
                  <a:lnTo>
                    <a:pt x="8450545" y="3444"/>
                  </a:lnTo>
                  <a:lnTo>
                    <a:pt x="8450703" y="3444"/>
                  </a:lnTo>
                  <a:lnTo>
                    <a:pt x="8450860" y="3444"/>
                  </a:lnTo>
                  <a:lnTo>
                    <a:pt x="8451018" y="3444"/>
                  </a:lnTo>
                  <a:lnTo>
                    <a:pt x="8451176" y="3444"/>
                  </a:lnTo>
                  <a:lnTo>
                    <a:pt x="8451333" y="3444"/>
                  </a:lnTo>
                  <a:lnTo>
                    <a:pt x="8451491" y="3444"/>
                  </a:lnTo>
                  <a:lnTo>
                    <a:pt x="8451649" y="3444"/>
                  </a:lnTo>
                  <a:lnTo>
                    <a:pt x="8451807" y="3444"/>
                  </a:lnTo>
                  <a:lnTo>
                    <a:pt x="8451964" y="3444"/>
                  </a:lnTo>
                  <a:lnTo>
                    <a:pt x="8452122" y="3444"/>
                  </a:lnTo>
                  <a:lnTo>
                    <a:pt x="8452280" y="3444"/>
                  </a:lnTo>
                  <a:lnTo>
                    <a:pt x="8452437" y="3444"/>
                  </a:lnTo>
                  <a:lnTo>
                    <a:pt x="8452595" y="3444"/>
                  </a:lnTo>
                  <a:lnTo>
                    <a:pt x="8452753" y="3444"/>
                  </a:lnTo>
                  <a:lnTo>
                    <a:pt x="8452911" y="3444"/>
                  </a:lnTo>
                  <a:lnTo>
                    <a:pt x="8453068" y="3444"/>
                  </a:lnTo>
                  <a:lnTo>
                    <a:pt x="8453226" y="3444"/>
                  </a:lnTo>
                  <a:lnTo>
                    <a:pt x="8453384" y="3444"/>
                  </a:lnTo>
                  <a:lnTo>
                    <a:pt x="8453541" y="3444"/>
                  </a:lnTo>
                  <a:lnTo>
                    <a:pt x="8453699" y="3444"/>
                  </a:lnTo>
                  <a:lnTo>
                    <a:pt x="8453857" y="3444"/>
                  </a:lnTo>
                  <a:lnTo>
                    <a:pt x="8454015" y="3444"/>
                  </a:lnTo>
                  <a:lnTo>
                    <a:pt x="8454172" y="3444"/>
                  </a:lnTo>
                  <a:lnTo>
                    <a:pt x="8454330" y="3444"/>
                  </a:lnTo>
                  <a:lnTo>
                    <a:pt x="8454488" y="3444"/>
                  </a:lnTo>
                  <a:lnTo>
                    <a:pt x="8454646" y="3444"/>
                  </a:lnTo>
                  <a:lnTo>
                    <a:pt x="8454803" y="3444"/>
                  </a:lnTo>
                  <a:lnTo>
                    <a:pt x="8454961" y="3444"/>
                  </a:lnTo>
                  <a:lnTo>
                    <a:pt x="8455119" y="3444"/>
                  </a:lnTo>
                  <a:lnTo>
                    <a:pt x="8455276" y="3444"/>
                  </a:lnTo>
                  <a:lnTo>
                    <a:pt x="8455434" y="3444"/>
                  </a:lnTo>
                  <a:lnTo>
                    <a:pt x="8455592" y="3444"/>
                  </a:lnTo>
                  <a:lnTo>
                    <a:pt x="8455750" y="3444"/>
                  </a:lnTo>
                  <a:lnTo>
                    <a:pt x="8455907" y="3444"/>
                  </a:lnTo>
                  <a:lnTo>
                    <a:pt x="8456065" y="3444"/>
                  </a:lnTo>
                  <a:lnTo>
                    <a:pt x="8456223" y="3444"/>
                  </a:lnTo>
                  <a:lnTo>
                    <a:pt x="8456380" y="3444"/>
                  </a:lnTo>
                  <a:lnTo>
                    <a:pt x="8456538" y="3444"/>
                  </a:lnTo>
                  <a:lnTo>
                    <a:pt x="8456538" y="3014"/>
                  </a:lnTo>
                  <a:lnTo>
                    <a:pt x="8456696" y="3014"/>
                  </a:lnTo>
                  <a:lnTo>
                    <a:pt x="8456854" y="3014"/>
                  </a:lnTo>
                  <a:lnTo>
                    <a:pt x="8457011" y="3014"/>
                  </a:lnTo>
                  <a:lnTo>
                    <a:pt x="8457169" y="3014"/>
                  </a:lnTo>
                  <a:lnTo>
                    <a:pt x="8457327" y="3014"/>
                  </a:lnTo>
                  <a:lnTo>
                    <a:pt x="8457484" y="3014"/>
                  </a:lnTo>
                  <a:lnTo>
                    <a:pt x="8457642" y="3014"/>
                  </a:lnTo>
                  <a:lnTo>
                    <a:pt x="8457800" y="3014"/>
                  </a:lnTo>
                  <a:lnTo>
                    <a:pt x="8457958" y="3014"/>
                  </a:lnTo>
                  <a:lnTo>
                    <a:pt x="8458115" y="3014"/>
                  </a:lnTo>
                  <a:lnTo>
                    <a:pt x="8458273" y="3014"/>
                  </a:lnTo>
                  <a:lnTo>
                    <a:pt x="8458431" y="3014"/>
                  </a:lnTo>
                  <a:lnTo>
                    <a:pt x="8458588" y="3014"/>
                  </a:lnTo>
                  <a:lnTo>
                    <a:pt x="8458746" y="3014"/>
                  </a:lnTo>
                  <a:lnTo>
                    <a:pt x="8458904" y="3014"/>
                  </a:lnTo>
                  <a:lnTo>
                    <a:pt x="8459062" y="3014"/>
                  </a:lnTo>
                  <a:lnTo>
                    <a:pt x="8459219" y="3014"/>
                  </a:lnTo>
                  <a:lnTo>
                    <a:pt x="8459377" y="3014"/>
                  </a:lnTo>
                  <a:lnTo>
                    <a:pt x="8459535" y="3014"/>
                  </a:lnTo>
                  <a:lnTo>
                    <a:pt x="8459693" y="3014"/>
                  </a:lnTo>
                  <a:lnTo>
                    <a:pt x="8459850" y="3014"/>
                  </a:lnTo>
                  <a:lnTo>
                    <a:pt x="8460008" y="3014"/>
                  </a:lnTo>
                  <a:lnTo>
                    <a:pt x="8460166" y="3014"/>
                  </a:lnTo>
                  <a:lnTo>
                    <a:pt x="8460323" y="3014"/>
                  </a:lnTo>
                  <a:lnTo>
                    <a:pt x="8460481" y="3014"/>
                  </a:lnTo>
                  <a:lnTo>
                    <a:pt x="8460639" y="3014"/>
                  </a:lnTo>
                  <a:lnTo>
                    <a:pt x="8460797" y="3014"/>
                  </a:lnTo>
                  <a:lnTo>
                    <a:pt x="8460954" y="3014"/>
                  </a:lnTo>
                  <a:lnTo>
                    <a:pt x="8461112" y="3014"/>
                  </a:lnTo>
                  <a:lnTo>
                    <a:pt x="8461270" y="3014"/>
                  </a:lnTo>
                  <a:lnTo>
                    <a:pt x="8461427" y="3014"/>
                  </a:lnTo>
                  <a:lnTo>
                    <a:pt x="8461585" y="3014"/>
                  </a:lnTo>
                  <a:lnTo>
                    <a:pt x="8461743" y="3014"/>
                  </a:lnTo>
                  <a:lnTo>
                    <a:pt x="8461901" y="3014"/>
                  </a:lnTo>
                  <a:lnTo>
                    <a:pt x="8462058" y="3014"/>
                  </a:lnTo>
                  <a:lnTo>
                    <a:pt x="8462216" y="3014"/>
                  </a:lnTo>
                  <a:lnTo>
                    <a:pt x="8462374" y="3014"/>
                  </a:lnTo>
                  <a:lnTo>
                    <a:pt x="8462531" y="3014"/>
                  </a:lnTo>
                  <a:lnTo>
                    <a:pt x="8462689" y="3014"/>
                  </a:lnTo>
                  <a:lnTo>
                    <a:pt x="8462847" y="3014"/>
                  </a:lnTo>
                  <a:lnTo>
                    <a:pt x="8463005" y="3014"/>
                  </a:lnTo>
                  <a:lnTo>
                    <a:pt x="8463005" y="2583"/>
                  </a:lnTo>
                  <a:lnTo>
                    <a:pt x="8463162" y="2583"/>
                  </a:lnTo>
                  <a:lnTo>
                    <a:pt x="8463320" y="2583"/>
                  </a:lnTo>
                  <a:lnTo>
                    <a:pt x="8463478" y="2583"/>
                  </a:lnTo>
                  <a:lnTo>
                    <a:pt x="8463635" y="2583"/>
                  </a:lnTo>
                  <a:lnTo>
                    <a:pt x="8463793" y="2583"/>
                  </a:lnTo>
                  <a:lnTo>
                    <a:pt x="8463951" y="2583"/>
                  </a:lnTo>
                  <a:lnTo>
                    <a:pt x="8464109" y="2583"/>
                  </a:lnTo>
                  <a:lnTo>
                    <a:pt x="8464266" y="2583"/>
                  </a:lnTo>
                  <a:lnTo>
                    <a:pt x="8464424" y="2583"/>
                  </a:lnTo>
                  <a:lnTo>
                    <a:pt x="8464582" y="2583"/>
                  </a:lnTo>
                  <a:lnTo>
                    <a:pt x="8464739" y="2583"/>
                  </a:lnTo>
                  <a:lnTo>
                    <a:pt x="8464897" y="2583"/>
                  </a:lnTo>
                  <a:lnTo>
                    <a:pt x="8465055" y="2583"/>
                  </a:lnTo>
                  <a:lnTo>
                    <a:pt x="8465213" y="2583"/>
                  </a:lnTo>
                  <a:lnTo>
                    <a:pt x="8465370" y="2583"/>
                  </a:lnTo>
                  <a:lnTo>
                    <a:pt x="8465528" y="2583"/>
                  </a:lnTo>
                  <a:lnTo>
                    <a:pt x="8465686" y="2583"/>
                  </a:lnTo>
                  <a:lnTo>
                    <a:pt x="8465844" y="2583"/>
                  </a:lnTo>
                  <a:lnTo>
                    <a:pt x="8466001" y="2583"/>
                  </a:lnTo>
                  <a:lnTo>
                    <a:pt x="8466159" y="2583"/>
                  </a:lnTo>
                  <a:lnTo>
                    <a:pt x="8466317" y="2583"/>
                  </a:lnTo>
                  <a:lnTo>
                    <a:pt x="8466474" y="2583"/>
                  </a:lnTo>
                  <a:lnTo>
                    <a:pt x="8466632" y="2583"/>
                  </a:lnTo>
                  <a:lnTo>
                    <a:pt x="8466790" y="2583"/>
                  </a:lnTo>
                  <a:lnTo>
                    <a:pt x="8466948" y="2583"/>
                  </a:lnTo>
                  <a:lnTo>
                    <a:pt x="8467105" y="2583"/>
                  </a:lnTo>
                  <a:lnTo>
                    <a:pt x="8467263" y="2583"/>
                  </a:lnTo>
                  <a:lnTo>
                    <a:pt x="8467421" y="2583"/>
                  </a:lnTo>
                  <a:lnTo>
                    <a:pt x="8467578" y="2583"/>
                  </a:lnTo>
                  <a:lnTo>
                    <a:pt x="8467736" y="2583"/>
                  </a:lnTo>
                  <a:lnTo>
                    <a:pt x="8467894" y="2583"/>
                  </a:lnTo>
                  <a:lnTo>
                    <a:pt x="8468052" y="2583"/>
                  </a:lnTo>
                  <a:lnTo>
                    <a:pt x="8468209" y="2583"/>
                  </a:lnTo>
                  <a:lnTo>
                    <a:pt x="8468367" y="2583"/>
                  </a:lnTo>
                  <a:lnTo>
                    <a:pt x="8468525" y="2583"/>
                  </a:lnTo>
                  <a:lnTo>
                    <a:pt x="8468682" y="2583"/>
                  </a:lnTo>
                  <a:lnTo>
                    <a:pt x="8468840" y="2583"/>
                  </a:lnTo>
                  <a:lnTo>
                    <a:pt x="8468998" y="2583"/>
                  </a:lnTo>
                  <a:lnTo>
                    <a:pt x="8469156" y="2583"/>
                  </a:lnTo>
                  <a:lnTo>
                    <a:pt x="8469313" y="2583"/>
                  </a:lnTo>
                  <a:lnTo>
                    <a:pt x="8469471" y="2583"/>
                  </a:lnTo>
                  <a:lnTo>
                    <a:pt x="8469629" y="2583"/>
                  </a:lnTo>
                  <a:lnTo>
                    <a:pt x="8469786" y="2583"/>
                  </a:lnTo>
                  <a:lnTo>
                    <a:pt x="8469944" y="2583"/>
                  </a:lnTo>
                  <a:lnTo>
                    <a:pt x="8470102" y="2583"/>
                  </a:lnTo>
                  <a:lnTo>
                    <a:pt x="8470260" y="2583"/>
                  </a:lnTo>
                  <a:lnTo>
                    <a:pt x="8470417" y="2583"/>
                  </a:lnTo>
                  <a:lnTo>
                    <a:pt x="8470575" y="2583"/>
                  </a:lnTo>
                  <a:lnTo>
                    <a:pt x="8470733" y="2583"/>
                  </a:lnTo>
                  <a:lnTo>
                    <a:pt x="8470891" y="2583"/>
                  </a:lnTo>
                  <a:lnTo>
                    <a:pt x="8471048" y="2583"/>
                  </a:lnTo>
                  <a:lnTo>
                    <a:pt x="8471206" y="2583"/>
                  </a:lnTo>
                  <a:lnTo>
                    <a:pt x="8471364" y="2583"/>
                  </a:lnTo>
                  <a:lnTo>
                    <a:pt x="8471521" y="2583"/>
                  </a:lnTo>
                  <a:lnTo>
                    <a:pt x="8471679" y="2583"/>
                  </a:lnTo>
                  <a:lnTo>
                    <a:pt x="8471837" y="2583"/>
                  </a:lnTo>
                  <a:lnTo>
                    <a:pt x="8471995" y="2583"/>
                  </a:lnTo>
                  <a:lnTo>
                    <a:pt x="8472152" y="2583"/>
                  </a:lnTo>
                  <a:lnTo>
                    <a:pt x="8472310" y="2583"/>
                  </a:lnTo>
                  <a:lnTo>
                    <a:pt x="8472468" y="2583"/>
                  </a:lnTo>
                  <a:lnTo>
                    <a:pt x="8472625" y="2583"/>
                  </a:lnTo>
                  <a:lnTo>
                    <a:pt x="8472783" y="2583"/>
                  </a:lnTo>
                  <a:lnTo>
                    <a:pt x="8472941" y="2583"/>
                  </a:lnTo>
                  <a:lnTo>
                    <a:pt x="8473099" y="2583"/>
                  </a:lnTo>
                  <a:lnTo>
                    <a:pt x="8473256" y="2583"/>
                  </a:lnTo>
                  <a:lnTo>
                    <a:pt x="8473414" y="2583"/>
                  </a:lnTo>
                  <a:lnTo>
                    <a:pt x="8473572" y="2583"/>
                  </a:lnTo>
                  <a:lnTo>
                    <a:pt x="8473729" y="2583"/>
                  </a:lnTo>
                  <a:lnTo>
                    <a:pt x="8473887" y="2583"/>
                  </a:lnTo>
                  <a:lnTo>
                    <a:pt x="8474045" y="2583"/>
                  </a:lnTo>
                  <a:lnTo>
                    <a:pt x="8474203" y="2583"/>
                  </a:lnTo>
                  <a:lnTo>
                    <a:pt x="8474360" y="2583"/>
                  </a:lnTo>
                  <a:lnTo>
                    <a:pt x="8474518" y="2583"/>
                  </a:lnTo>
                  <a:lnTo>
                    <a:pt x="8474676" y="2583"/>
                  </a:lnTo>
                  <a:lnTo>
                    <a:pt x="8474833" y="2583"/>
                  </a:lnTo>
                  <a:lnTo>
                    <a:pt x="8474991" y="2583"/>
                  </a:lnTo>
                  <a:lnTo>
                    <a:pt x="8475149" y="2583"/>
                  </a:lnTo>
                  <a:lnTo>
                    <a:pt x="8475307" y="2583"/>
                  </a:lnTo>
                  <a:lnTo>
                    <a:pt x="8475464" y="2583"/>
                  </a:lnTo>
                  <a:lnTo>
                    <a:pt x="8475622" y="2583"/>
                  </a:lnTo>
                  <a:lnTo>
                    <a:pt x="8475780" y="2583"/>
                  </a:lnTo>
                  <a:lnTo>
                    <a:pt x="8475937" y="2583"/>
                  </a:lnTo>
                  <a:lnTo>
                    <a:pt x="8476095" y="2583"/>
                  </a:lnTo>
                  <a:lnTo>
                    <a:pt x="8476253" y="2583"/>
                  </a:lnTo>
                  <a:lnTo>
                    <a:pt x="8476411" y="2583"/>
                  </a:lnTo>
                  <a:lnTo>
                    <a:pt x="8476411" y="2153"/>
                  </a:lnTo>
                  <a:lnTo>
                    <a:pt x="8476568" y="2153"/>
                  </a:lnTo>
                  <a:lnTo>
                    <a:pt x="8476726" y="2153"/>
                  </a:lnTo>
                  <a:lnTo>
                    <a:pt x="8476884" y="2153"/>
                  </a:lnTo>
                  <a:lnTo>
                    <a:pt x="8477042" y="2153"/>
                  </a:lnTo>
                  <a:lnTo>
                    <a:pt x="8477199" y="2153"/>
                  </a:lnTo>
                  <a:lnTo>
                    <a:pt x="8477357" y="2153"/>
                  </a:lnTo>
                  <a:lnTo>
                    <a:pt x="8477515" y="2153"/>
                  </a:lnTo>
                  <a:lnTo>
                    <a:pt x="8477672" y="2153"/>
                  </a:lnTo>
                  <a:lnTo>
                    <a:pt x="8477830" y="2153"/>
                  </a:lnTo>
                  <a:lnTo>
                    <a:pt x="8477988" y="2153"/>
                  </a:lnTo>
                  <a:lnTo>
                    <a:pt x="8478146" y="2153"/>
                  </a:lnTo>
                  <a:lnTo>
                    <a:pt x="8478303" y="2153"/>
                  </a:lnTo>
                  <a:lnTo>
                    <a:pt x="8478461" y="2153"/>
                  </a:lnTo>
                  <a:lnTo>
                    <a:pt x="8478619" y="2153"/>
                  </a:lnTo>
                  <a:lnTo>
                    <a:pt x="8478776" y="2153"/>
                  </a:lnTo>
                  <a:lnTo>
                    <a:pt x="8478934" y="2153"/>
                  </a:lnTo>
                  <a:lnTo>
                    <a:pt x="8479092" y="2153"/>
                  </a:lnTo>
                  <a:lnTo>
                    <a:pt x="8479250" y="2153"/>
                  </a:lnTo>
                  <a:lnTo>
                    <a:pt x="8479407" y="2153"/>
                  </a:lnTo>
                  <a:lnTo>
                    <a:pt x="8479565" y="2153"/>
                  </a:lnTo>
                  <a:lnTo>
                    <a:pt x="8479723" y="2153"/>
                  </a:lnTo>
                  <a:lnTo>
                    <a:pt x="8479880" y="2153"/>
                  </a:lnTo>
                  <a:lnTo>
                    <a:pt x="8480038" y="2153"/>
                  </a:lnTo>
                  <a:lnTo>
                    <a:pt x="8480196" y="2153"/>
                  </a:lnTo>
                  <a:lnTo>
                    <a:pt x="8480354" y="2153"/>
                  </a:lnTo>
                  <a:lnTo>
                    <a:pt x="8480511" y="2153"/>
                  </a:lnTo>
                  <a:lnTo>
                    <a:pt x="8480669" y="2153"/>
                  </a:lnTo>
                  <a:lnTo>
                    <a:pt x="8480827" y="2153"/>
                  </a:lnTo>
                  <a:lnTo>
                    <a:pt x="8480984" y="2153"/>
                  </a:lnTo>
                  <a:lnTo>
                    <a:pt x="8481142" y="2153"/>
                  </a:lnTo>
                  <a:lnTo>
                    <a:pt x="8481300" y="2153"/>
                  </a:lnTo>
                  <a:lnTo>
                    <a:pt x="8481458" y="2153"/>
                  </a:lnTo>
                  <a:lnTo>
                    <a:pt x="8481615" y="2153"/>
                  </a:lnTo>
                  <a:lnTo>
                    <a:pt x="8481773" y="2153"/>
                  </a:lnTo>
                  <a:lnTo>
                    <a:pt x="8481931" y="2153"/>
                  </a:lnTo>
                  <a:lnTo>
                    <a:pt x="8482089" y="2153"/>
                  </a:lnTo>
                  <a:lnTo>
                    <a:pt x="8482246" y="2153"/>
                  </a:lnTo>
                  <a:lnTo>
                    <a:pt x="8482404" y="2153"/>
                  </a:lnTo>
                  <a:lnTo>
                    <a:pt x="8482562" y="2153"/>
                  </a:lnTo>
                  <a:lnTo>
                    <a:pt x="8482719" y="2153"/>
                  </a:lnTo>
                  <a:lnTo>
                    <a:pt x="8482877" y="2153"/>
                  </a:lnTo>
                  <a:lnTo>
                    <a:pt x="8483035" y="2153"/>
                  </a:lnTo>
                  <a:lnTo>
                    <a:pt x="8483193" y="2153"/>
                  </a:lnTo>
                  <a:lnTo>
                    <a:pt x="8483350" y="2153"/>
                  </a:lnTo>
                  <a:lnTo>
                    <a:pt x="8483508" y="2153"/>
                  </a:lnTo>
                  <a:lnTo>
                    <a:pt x="8483666" y="2153"/>
                  </a:lnTo>
                  <a:lnTo>
                    <a:pt x="8483823" y="2153"/>
                  </a:lnTo>
                  <a:lnTo>
                    <a:pt x="8483981" y="2153"/>
                  </a:lnTo>
                  <a:lnTo>
                    <a:pt x="8484139" y="2153"/>
                  </a:lnTo>
                  <a:lnTo>
                    <a:pt x="8484297" y="2153"/>
                  </a:lnTo>
                  <a:lnTo>
                    <a:pt x="8484454" y="2153"/>
                  </a:lnTo>
                  <a:lnTo>
                    <a:pt x="8484612" y="2153"/>
                  </a:lnTo>
                  <a:lnTo>
                    <a:pt x="8484770" y="2153"/>
                  </a:lnTo>
                  <a:lnTo>
                    <a:pt x="8484927" y="2153"/>
                  </a:lnTo>
                  <a:lnTo>
                    <a:pt x="8485085" y="2153"/>
                  </a:lnTo>
                  <a:lnTo>
                    <a:pt x="8485243" y="2153"/>
                  </a:lnTo>
                  <a:lnTo>
                    <a:pt x="8485401" y="2153"/>
                  </a:lnTo>
                  <a:lnTo>
                    <a:pt x="8485558" y="2153"/>
                  </a:lnTo>
                  <a:lnTo>
                    <a:pt x="8485558" y="1722"/>
                  </a:lnTo>
                  <a:lnTo>
                    <a:pt x="8485716" y="1722"/>
                  </a:lnTo>
                  <a:lnTo>
                    <a:pt x="8485874" y="1722"/>
                  </a:lnTo>
                  <a:lnTo>
                    <a:pt x="8486031" y="1722"/>
                  </a:lnTo>
                  <a:lnTo>
                    <a:pt x="8486189" y="1722"/>
                  </a:lnTo>
                  <a:lnTo>
                    <a:pt x="8486347" y="1722"/>
                  </a:lnTo>
                  <a:lnTo>
                    <a:pt x="8486505" y="1722"/>
                  </a:lnTo>
                  <a:lnTo>
                    <a:pt x="8486662" y="1722"/>
                  </a:lnTo>
                  <a:lnTo>
                    <a:pt x="8486820" y="1722"/>
                  </a:lnTo>
                  <a:lnTo>
                    <a:pt x="8486978" y="1722"/>
                  </a:lnTo>
                  <a:lnTo>
                    <a:pt x="8487135" y="1722"/>
                  </a:lnTo>
                  <a:lnTo>
                    <a:pt x="8487293" y="1722"/>
                  </a:lnTo>
                  <a:lnTo>
                    <a:pt x="8487451" y="1722"/>
                  </a:lnTo>
                  <a:lnTo>
                    <a:pt x="8487609" y="1722"/>
                  </a:lnTo>
                  <a:lnTo>
                    <a:pt x="8487766" y="1722"/>
                  </a:lnTo>
                  <a:lnTo>
                    <a:pt x="8487924" y="1722"/>
                  </a:lnTo>
                  <a:lnTo>
                    <a:pt x="8488082" y="1722"/>
                  </a:lnTo>
                  <a:lnTo>
                    <a:pt x="8488240" y="1722"/>
                  </a:lnTo>
                  <a:lnTo>
                    <a:pt x="8488397" y="1722"/>
                  </a:lnTo>
                  <a:lnTo>
                    <a:pt x="8488555" y="1722"/>
                  </a:lnTo>
                  <a:lnTo>
                    <a:pt x="8488713" y="1722"/>
                  </a:lnTo>
                  <a:lnTo>
                    <a:pt x="8488870" y="1722"/>
                  </a:lnTo>
                  <a:lnTo>
                    <a:pt x="8489028" y="1722"/>
                  </a:lnTo>
                  <a:lnTo>
                    <a:pt x="8489186" y="1722"/>
                  </a:lnTo>
                  <a:lnTo>
                    <a:pt x="8489344" y="1722"/>
                  </a:lnTo>
                  <a:lnTo>
                    <a:pt x="8489501" y="1722"/>
                  </a:lnTo>
                  <a:lnTo>
                    <a:pt x="8489659" y="1722"/>
                  </a:lnTo>
                  <a:lnTo>
                    <a:pt x="8489817" y="1722"/>
                  </a:lnTo>
                  <a:lnTo>
                    <a:pt x="8489974" y="1722"/>
                  </a:lnTo>
                  <a:lnTo>
                    <a:pt x="8490132" y="1722"/>
                  </a:lnTo>
                  <a:lnTo>
                    <a:pt x="8490290" y="1722"/>
                  </a:lnTo>
                  <a:lnTo>
                    <a:pt x="8490448" y="1722"/>
                  </a:lnTo>
                  <a:lnTo>
                    <a:pt x="8490605" y="1722"/>
                  </a:lnTo>
                  <a:lnTo>
                    <a:pt x="8490763" y="1722"/>
                  </a:lnTo>
                  <a:lnTo>
                    <a:pt x="8490921" y="1722"/>
                  </a:lnTo>
                  <a:lnTo>
                    <a:pt x="8491078" y="1722"/>
                  </a:lnTo>
                  <a:lnTo>
                    <a:pt x="8491236" y="1722"/>
                  </a:lnTo>
                  <a:lnTo>
                    <a:pt x="8491394" y="1722"/>
                  </a:lnTo>
                  <a:lnTo>
                    <a:pt x="8491552" y="1722"/>
                  </a:lnTo>
                  <a:lnTo>
                    <a:pt x="8491552" y="1291"/>
                  </a:lnTo>
                  <a:lnTo>
                    <a:pt x="8491709" y="1291"/>
                  </a:lnTo>
                  <a:lnTo>
                    <a:pt x="8491867" y="1291"/>
                  </a:lnTo>
                  <a:lnTo>
                    <a:pt x="8492025" y="1291"/>
                  </a:lnTo>
                  <a:lnTo>
                    <a:pt x="8492182" y="1291"/>
                  </a:lnTo>
                  <a:lnTo>
                    <a:pt x="8492340" y="1291"/>
                  </a:lnTo>
                  <a:lnTo>
                    <a:pt x="8492498" y="1291"/>
                  </a:lnTo>
                  <a:lnTo>
                    <a:pt x="8492656" y="1291"/>
                  </a:lnTo>
                  <a:lnTo>
                    <a:pt x="8492813" y="1291"/>
                  </a:lnTo>
                  <a:lnTo>
                    <a:pt x="8492971" y="1291"/>
                  </a:lnTo>
                  <a:lnTo>
                    <a:pt x="8492971" y="861"/>
                  </a:lnTo>
                  <a:lnTo>
                    <a:pt x="8493129" y="861"/>
                  </a:lnTo>
                  <a:lnTo>
                    <a:pt x="8493287" y="861"/>
                  </a:lnTo>
                  <a:lnTo>
                    <a:pt x="8493444" y="861"/>
                  </a:lnTo>
                  <a:lnTo>
                    <a:pt x="8493602" y="861"/>
                  </a:lnTo>
                  <a:lnTo>
                    <a:pt x="8493760" y="861"/>
                  </a:lnTo>
                  <a:lnTo>
                    <a:pt x="8493917" y="861"/>
                  </a:lnTo>
                  <a:lnTo>
                    <a:pt x="8494075" y="861"/>
                  </a:lnTo>
                  <a:lnTo>
                    <a:pt x="8494233" y="861"/>
                  </a:lnTo>
                  <a:lnTo>
                    <a:pt x="8494391" y="861"/>
                  </a:lnTo>
                  <a:lnTo>
                    <a:pt x="8494548" y="861"/>
                  </a:lnTo>
                  <a:lnTo>
                    <a:pt x="8494706" y="861"/>
                  </a:lnTo>
                  <a:lnTo>
                    <a:pt x="8494864" y="861"/>
                  </a:lnTo>
                  <a:lnTo>
                    <a:pt x="8495021" y="861"/>
                  </a:lnTo>
                  <a:lnTo>
                    <a:pt x="8495179" y="861"/>
                  </a:lnTo>
                  <a:lnTo>
                    <a:pt x="8495337" y="861"/>
                  </a:lnTo>
                  <a:lnTo>
                    <a:pt x="8495495" y="861"/>
                  </a:lnTo>
                  <a:lnTo>
                    <a:pt x="8495652" y="861"/>
                  </a:lnTo>
                  <a:lnTo>
                    <a:pt x="8495810" y="861"/>
                  </a:lnTo>
                  <a:lnTo>
                    <a:pt x="8495968" y="861"/>
                  </a:lnTo>
                  <a:lnTo>
                    <a:pt x="8496125" y="861"/>
                  </a:lnTo>
                  <a:lnTo>
                    <a:pt x="8496283" y="861"/>
                  </a:lnTo>
                  <a:lnTo>
                    <a:pt x="8496441" y="861"/>
                  </a:lnTo>
                  <a:lnTo>
                    <a:pt x="8496599" y="861"/>
                  </a:lnTo>
                  <a:lnTo>
                    <a:pt x="8496756" y="861"/>
                  </a:lnTo>
                  <a:lnTo>
                    <a:pt x="8496914" y="861"/>
                  </a:lnTo>
                  <a:lnTo>
                    <a:pt x="8497072" y="861"/>
                  </a:lnTo>
                  <a:lnTo>
                    <a:pt x="8497229" y="861"/>
                  </a:lnTo>
                  <a:lnTo>
                    <a:pt x="8497387" y="861"/>
                  </a:lnTo>
                  <a:lnTo>
                    <a:pt x="8497545" y="861"/>
                  </a:lnTo>
                  <a:lnTo>
                    <a:pt x="8497703" y="861"/>
                  </a:lnTo>
                  <a:lnTo>
                    <a:pt x="8497860" y="861"/>
                  </a:lnTo>
                  <a:lnTo>
                    <a:pt x="8498018" y="861"/>
                  </a:lnTo>
                  <a:lnTo>
                    <a:pt x="8498176" y="861"/>
                  </a:lnTo>
                  <a:lnTo>
                    <a:pt x="8498333" y="861"/>
                  </a:lnTo>
                  <a:lnTo>
                    <a:pt x="8498491" y="861"/>
                  </a:lnTo>
                  <a:lnTo>
                    <a:pt x="8498649" y="861"/>
                  </a:lnTo>
                  <a:lnTo>
                    <a:pt x="8498807" y="861"/>
                  </a:lnTo>
                  <a:lnTo>
                    <a:pt x="8498964" y="861"/>
                  </a:lnTo>
                  <a:lnTo>
                    <a:pt x="8499122" y="861"/>
                  </a:lnTo>
                  <a:lnTo>
                    <a:pt x="8499280" y="861"/>
                  </a:lnTo>
                  <a:lnTo>
                    <a:pt x="8499438" y="861"/>
                  </a:lnTo>
                  <a:lnTo>
                    <a:pt x="8499595" y="861"/>
                  </a:lnTo>
                  <a:lnTo>
                    <a:pt x="8499753" y="861"/>
                  </a:lnTo>
                  <a:lnTo>
                    <a:pt x="8499911" y="861"/>
                  </a:lnTo>
                  <a:lnTo>
                    <a:pt x="8500068" y="861"/>
                  </a:lnTo>
                  <a:lnTo>
                    <a:pt x="8500226" y="861"/>
                  </a:lnTo>
                  <a:lnTo>
                    <a:pt x="8500226" y="430"/>
                  </a:lnTo>
                  <a:lnTo>
                    <a:pt x="8500384" y="430"/>
                  </a:lnTo>
                  <a:lnTo>
                    <a:pt x="8500542" y="430"/>
                  </a:lnTo>
                  <a:lnTo>
                    <a:pt x="8500542" y="0"/>
                  </a:lnTo>
                  <a:lnTo>
                    <a:pt x="8500542" y="0"/>
                  </a:lnTo>
                  <a:lnTo>
                    <a:pt x="8500699" y="0"/>
                  </a:lnTo>
                  <a:lnTo>
                    <a:pt x="8500857" y="0"/>
                  </a:lnTo>
                  <a:lnTo>
                    <a:pt x="8501015" y="0"/>
                  </a:lnTo>
                  <a:lnTo>
                    <a:pt x="8501172" y="0"/>
                  </a:lnTo>
                  <a:lnTo>
                    <a:pt x="8501330" y="0"/>
                  </a:lnTo>
                  <a:lnTo>
                    <a:pt x="8501488" y="0"/>
                  </a:lnTo>
                  <a:lnTo>
                    <a:pt x="8501646" y="0"/>
                  </a:lnTo>
                  <a:lnTo>
                    <a:pt x="8501803" y="0"/>
                  </a:lnTo>
                  <a:lnTo>
                    <a:pt x="8501961" y="0"/>
                  </a:lnTo>
                  <a:lnTo>
                    <a:pt x="8502119" y="0"/>
                  </a:lnTo>
                  <a:lnTo>
                    <a:pt x="8502276" y="0"/>
                  </a:lnTo>
                  <a:lnTo>
                    <a:pt x="8502434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57" y="6340585"/>
                  </a:lnTo>
                  <a:lnTo>
                    <a:pt x="157" y="6340154"/>
                  </a:lnTo>
                  <a:lnTo>
                    <a:pt x="315" y="6340154"/>
                  </a:lnTo>
                  <a:lnTo>
                    <a:pt x="315" y="6339723"/>
                  </a:lnTo>
                  <a:lnTo>
                    <a:pt x="315" y="6339293"/>
                  </a:lnTo>
                  <a:lnTo>
                    <a:pt x="315" y="6338862"/>
                  </a:lnTo>
                  <a:lnTo>
                    <a:pt x="473" y="6338862"/>
                  </a:lnTo>
                  <a:lnTo>
                    <a:pt x="630" y="6338862"/>
                  </a:lnTo>
                  <a:lnTo>
                    <a:pt x="788" y="6338862"/>
                  </a:lnTo>
                  <a:lnTo>
                    <a:pt x="788" y="6338432"/>
                  </a:lnTo>
                  <a:lnTo>
                    <a:pt x="946" y="6338432"/>
                  </a:lnTo>
                  <a:lnTo>
                    <a:pt x="1104" y="6338432"/>
                  </a:lnTo>
                  <a:lnTo>
                    <a:pt x="1261" y="6338432"/>
                  </a:lnTo>
                  <a:lnTo>
                    <a:pt x="1419" y="6338432"/>
                  </a:lnTo>
                  <a:lnTo>
                    <a:pt x="1577" y="6338432"/>
                  </a:lnTo>
                  <a:lnTo>
                    <a:pt x="1734" y="6338432"/>
                  </a:lnTo>
                  <a:lnTo>
                    <a:pt x="1892" y="6338432"/>
                  </a:lnTo>
                  <a:lnTo>
                    <a:pt x="2050" y="6338432"/>
                  </a:lnTo>
                  <a:lnTo>
                    <a:pt x="2208" y="6338432"/>
                  </a:lnTo>
                  <a:lnTo>
                    <a:pt x="2365" y="6338432"/>
                  </a:lnTo>
                  <a:lnTo>
                    <a:pt x="2523" y="6338432"/>
                  </a:lnTo>
                  <a:lnTo>
                    <a:pt x="2681" y="6338432"/>
                  </a:lnTo>
                  <a:lnTo>
                    <a:pt x="2838" y="6338432"/>
                  </a:lnTo>
                  <a:lnTo>
                    <a:pt x="2996" y="6338432"/>
                  </a:lnTo>
                  <a:lnTo>
                    <a:pt x="3154" y="6338432"/>
                  </a:lnTo>
                  <a:lnTo>
                    <a:pt x="3312" y="6338432"/>
                  </a:lnTo>
                  <a:lnTo>
                    <a:pt x="3469" y="6338432"/>
                  </a:lnTo>
                  <a:lnTo>
                    <a:pt x="3627" y="6338432"/>
                  </a:lnTo>
                  <a:lnTo>
                    <a:pt x="3627" y="6338001"/>
                  </a:lnTo>
                  <a:lnTo>
                    <a:pt x="3785" y="6338001"/>
                  </a:lnTo>
                  <a:lnTo>
                    <a:pt x="3785" y="6337570"/>
                  </a:lnTo>
                  <a:lnTo>
                    <a:pt x="3942" y="6337570"/>
                  </a:lnTo>
                  <a:lnTo>
                    <a:pt x="3942" y="6337140"/>
                  </a:lnTo>
                  <a:lnTo>
                    <a:pt x="4100" y="6337140"/>
                  </a:lnTo>
                  <a:lnTo>
                    <a:pt x="4100" y="6336709"/>
                  </a:lnTo>
                  <a:lnTo>
                    <a:pt x="4258" y="6336709"/>
                  </a:lnTo>
                  <a:lnTo>
                    <a:pt x="4416" y="6336709"/>
                  </a:lnTo>
                  <a:lnTo>
                    <a:pt x="4416" y="6336279"/>
                  </a:lnTo>
                  <a:lnTo>
                    <a:pt x="4573" y="6336279"/>
                  </a:lnTo>
                  <a:lnTo>
                    <a:pt x="4573" y="6335848"/>
                  </a:lnTo>
                  <a:lnTo>
                    <a:pt x="4731" y="6335848"/>
                  </a:lnTo>
                  <a:lnTo>
                    <a:pt x="4731" y="6335417"/>
                  </a:lnTo>
                  <a:lnTo>
                    <a:pt x="4731" y="6334987"/>
                  </a:lnTo>
                  <a:lnTo>
                    <a:pt x="4889" y="6334987"/>
                  </a:lnTo>
                  <a:lnTo>
                    <a:pt x="5046" y="6334987"/>
                  </a:lnTo>
                  <a:lnTo>
                    <a:pt x="5204" y="6334987"/>
                  </a:lnTo>
                  <a:lnTo>
                    <a:pt x="5362" y="6334987"/>
                  </a:lnTo>
                  <a:lnTo>
                    <a:pt x="5520" y="6334987"/>
                  </a:lnTo>
                  <a:lnTo>
                    <a:pt x="5677" y="6334987"/>
                  </a:lnTo>
                  <a:lnTo>
                    <a:pt x="5835" y="6334987"/>
                  </a:lnTo>
                  <a:lnTo>
                    <a:pt x="5835" y="6334556"/>
                  </a:lnTo>
                  <a:lnTo>
                    <a:pt x="5993" y="6334556"/>
                  </a:lnTo>
                  <a:lnTo>
                    <a:pt x="5993" y="6334126"/>
                  </a:lnTo>
                  <a:lnTo>
                    <a:pt x="6151" y="6334126"/>
                  </a:lnTo>
                  <a:lnTo>
                    <a:pt x="6308" y="6334126"/>
                  </a:lnTo>
                  <a:lnTo>
                    <a:pt x="6466" y="6334126"/>
                  </a:lnTo>
                  <a:lnTo>
                    <a:pt x="6624" y="6334126"/>
                  </a:lnTo>
                  <a:lnTo>
                    <a:pt x="6781" y="6334126"/>
                  </a:lnTo>
                  <a:lnTo>
                    <a:pt x="6939" y="6334126"/>
                  </a:lnTo>
                  <a:lnTo>
                    <a:pt x="7097" y="6334126"/>
                  </a:lnTo>
                  <a:lnTo>
                    <a:pt x="7097" y="6333695"/>
                  </a:lnTo>
                  <a:lnTo>
                    <a:pt x="7255" y="6333695"/>
                  </a:lnTo>
                  <a:lnTo>
                    <a:pt x="7412" y="6333695"/>
                  </a:lnTo>
                  <a:lnTo>
                    <a:pt x="7570" y="6333695"/>
                  </a:lnTo>
                  <a:lnTo>
                    <a:pt x="7728" y="6333695"/>
                  </a:lnTo>
                  <a:lnTo>
                    <a:pt x="7885" y="6333695"/>
                  </a:lnTo>
                  <a:lnTo>
                    <a:pt x="8043" y="6333695"/>
                  </a:lnTo>
                  <a:lnTo>
                    <a:pt x="8201" y="6333695"/>
                  </a:lnTo>
                  <a:lnTo>
                    <a:pt x="8359" y="6333695"/>
                  </a:lnTo>
                  <a:lnTo>
                    <a:pt x="8516" y="6333695"/>
                  </a:lnTo>
                  <a:lnTo>
                    <a:pt x="8674" y="6333695"/>
                  </a:lnTo>
                  <a:lnTo>
                    <a:pt x="8832" y="6333695"/>
                  </a:lnTo>
                  <a:lnTo>
                    <a:pt x="8989" y="6333695"/>
                  </a:lnTo>
                  <a:lnTo>
                    <a:pt x="9147" y="6333695"/>
                  </a:lnTo>
                  <a:lnTo>
                    <a:pt x="9305" y="6333695"/>
                  </a:lnTo>
                  <a:lnTo>
                    <a:pt x="9463" y="6333695"/>
                  </a:lnTo>
                  <a:lnTo>
                    <a:pt x="9463" y="6333264"/>
                  </a:lnTo>
                  <a:lnTo>
                    <a:pt x="9463" y="6332834"/>
                  </a:lnTo>
                  <a:lnTo>
                    <a:pt x="9620" y="6332834"/>
                  </a:lnTo>
                  <a:lnTo>
                    <a:pt x="9778" y="6332834"/>
                  </a:lnTo>
                  <a:lnTo>
                    <a:pt x="9778" y="6332403"/>
                  </a:lnTo>
                  <a:lnTo>
                    <a:pt x="9778" y="6331973"/>
                  </a:lnTo>
                  <a:lnTo>
                    <a:pt x="9936" y="6331973"/>
                  </a:lnTo>
                  <a:lnTo>
                    <a:pt x="9936" y="6331542"/>
                  </a:lnTo>
                  <a:lnTo>
                    <a:pt x="10093" y="6331542"/>
                  </a:lnTo>
                  <a:lnTo>
                    <a:pt x="10093" y="6331111"/>
                  </a:lnTo>
                  <a:lnTo>
                    <a:pt x="10251" y="6331111"/>
                  </a:lnTo>
                  <a:lnTo>
                    <a:pt x="10409" y="6331111"/>
                  </a:lnTo>
                  <a:lnTo>
                    <a:pt x="10567" y="6331111"/>
                  </a:lnTo>
                  <a:lnTo>
                    <a:pt x="10724" y="6331111"/>
                  </a:lnTo>
                  <a:lnTo>
                    <a:pt x="10882" y="6331111"/>
                  </a:lnTo>
                  <a:lnTo>
                    <a:pt x="11040" y="6331111"/>
                  </a:lnTo>
                  <a:lnTo>
                    <a:pt x="11197" y="6331111"/>
                  </a:lnTo>
                  <a:lnTo>
                    <a:pt x="11355" y="6331111"/>
                  </a:lnTo>
                  <a:lnTo>
                    <a:pt x="11355" y="6330681"/>
                  </a:lnTo>
                  <a:lnTo>
                    <a:pt x="11355" y="6330250"/>
                  </a:lnTo>
                  <a:lnTo>
                    <a:pt x="11513" y="6330250"/>
                  </a:lnTo>
                  <a:lnTo>
                    <a:pt x="11513" y="6329820"/>
                  </a:lnTo>
                  <a:lnTo>
                    <a:pt x="11671" y="6329820"/>
                  </a:lnTo>
                  <a:lnTo>
                    <a:pt x="11828" y="6329820"/>
                  </a:lnTo>
                  <a:lnTo>
                    <a:pt x="11986" y="6329820"/>
                  </a:lnTo>
                  <a:lnTo>
                    <a:pt x="12144" y="6329820"/>
                  </a:lnTo>
                  <a:lnTo>
                    <a:pt x="12302" y="6329820"/>
                  </a:lnTo>
                  <a:lnTo>
                    <a:pt x="12302" y="6329389"/>
                  </a:lnTo>
                  <a:lnTo>
                    <a:pt x="12459" y="6329389"/>
                  </a:lnTo>
                  <a:lnTo>
                    <a:pt x="12617" y="6329389"/>
                  </a:lnTo>
                  <a:lnTo>
                    <a:pt x="12775" y="6329389"/>
                  </a:lnTo>
                  <a:lnTo>
                    <a:pt x="12775" y="6328958"/>
                  </a:lnTo>
                  <a:lnTo>
                    <a:pt x="12932" y="6328958"/>
                  </a:lnTo>
                  <a:lnTo>
                    <a:pt x="13090" y="6328958"/>
                  </a:lnTo>
                  <a:lnTo>
                    <a:pt x="13090" y="6328528"/>
                  </a:lnTo>
                  <a:lnTo>
                    <a:pt x="13248" y="6328528"/>
                  </a:lnTo>
                  <a:lnTo>
                    <a:pt x="13406" y="6328528"/>
                  </a:lnTo>
                  <a:lnTo>
                    <a:pt x="13563" y="6328528"/>
                  </a:lnTo>
                  <a:lnTo>
                    <a:pt x="13721" y="6328528"/>
                  </a:lnTo>
                  <a:lnTo>
                    <a:pt x="13879" y="6328528"/>
                  </a:lnTo>
                  <a:lnTo>
                    <a:pt x="14036" y="6328528"/>
                  </a:lnTo>
                  <a:lnTo>
                    <a:pt x="14194" y="6328528"/>
                  </a:lnTo>
                  <a:lnTo>
                    <a:pt x="14194" y="6328097"/>
                  </a:lnTo>
                  <a:lnTo>
                    <a:pt x="14352" y="6328097"/>
                  </a:lnTo>
                  <a:lnTo>
                    <a:pt x="14510" y="6328097"/>
                  </a:lnTo>
                  <a:lnTo>
                    <a:pt x="14667" y="6328097"/>
                  </a:lnTo>
                  <a:lnTo>
                    <a:pt x="14667" y="6327667"/>
                  </a:lnTo>
                  <a:lnTo>
                    <a:pt x="14825" y="6327236"/>
                  </a:lnTo>
                  <a:lnTo>
                    <a:pt x="14825" y="6326805"/>
                  </a:lnTo>
                  <a:lnTo>
                    <a:pt x="14983" y="6326805"/>
                  </a:lnTo>
                  <a:lnTo>
                    <a:pt x="15140" y="6326805"/>
                  </a:lnTo>
                  <a:lnTo>
                    <a:pt x="15298" y="6326805"/>
                  </a:lnTo>
                  <a:lnTo>
                    <a:pt x="15456" y="6326805"/>
                  </a:lnTo>
                  <a:lnTo>
                    <a:pt x="15614" y="6326805"/>
                  </a:lnTo>
                  <a:lnTo>
                    <a:pt x="15771" y="6326805"/>
                  </a:lnTo>
                  <a:lnTo>
                    <a:pt x="15929" y="6326805"/>
                  </a:lnTo>
                  <a:lnTo>
                    <a:pt x="16087" y="6326805"/>
                  </a:lnTo>
                  <a:lnTo>
                    <a:pt x="16087" y="6326375"/>
                  </a:lnTo>
                  <a:lnTo>
                    <a:pt x="16244" y="6326375"/>
                  </a:lnTo>
                  <a:lnTo>
                    <a:pt x="16402" y="6326375"/>
                  </a:lnTo>
                  <a:lnTo>
                    <a:pt x="16402" y="6325944"/>
                  </a:lnTo>
                  <a:lnTo>
                    <a:pt x="16560" y="6325944"/>
                  </a:lnTo>
                  <a:lnTo>
                    <a:pt x="16718" y="6325944"/>
                  </a:lnTo>
                  <a:lnTo>
                    <a:pt x="16875" y="6325944"/>
                  </a:lnTo>
                  <a:lnTo>
                    <a:pt x="16875" y="6325514"/>
                  </a:lnTo>
                  <a:lnTo>
                    <a:pt x="17033" y="6325514"/>
                  </a:lnTo>
                  <a:lnTo>
                    <a:pt x="17191" y="6325514"/>
                  </a:lnTo>
                  <a:lnTo>
                    <a:pt x="17191" y="6325083"/>
                  </a:lnTo>
                  <a:lnTo>
                    <a:pt x="17349" y="6325083"/>
                  </a:lnTo>
                  <a:lnTo>
                    <a:pt x="17506" y="6325083"/>
                  </a:lnTo>
                  <a:lnTo>
                    <a:pt x="17664" y="6325083"/>
                  </a:lnTo>
                  <a:lnTo>
                    <a:pt x="17822" y="6325083"/>
                  </a:lnTo>
                  <a:lnTo>
                    <a:pt x="17822" y="6324652"/>
                  </a:lnTo>
                  <a:lnTo>
                    <a:pt x="17979" y="6324652"/>
                  </a:lnTo>
                  <a:lnTo>
                    <a:pt x="18137" y="6324652"/>
                  </a:lnTo>
                  <a:lnTo>
                    <a:pt x="18295" y="6324652"/>
                  </a:lnTo>
                  <a:lnTo>
                    <a:pt x="18295" y="6324222"/>
                  </a:lnTo>
                  <a:lnTo>
                    <a:pt x="18453" y="6324222"/>
                  </a:lnTo>
                  <a:lnTo>
                    <a:pt x="18610" y="6324222"/>
                  </a:lnTo>
                  <a:lnTo>
                    <a:pt x="18768" y="6324222"/>
                  </a:lnTo>
                  <a:lnTo>
                    <a:pt x="18926" y="6324222"/>
                  </a:lnTo>
                  <a:lnTo>
                    <a:pt x="19083" y="6324222"/>
                  </a:lnTo>
                  <a:lnTo>
                    <a:pt x="19241" y="6324222"/>
                  </a:lnTo>
                  <a:lnTo>
                    <a:pt x="19399" y="6324222"/>
                  </a:lnTo>
                  <a:lnTo>
                    <a:pt x="19557" y="6324222"/>
                  </a:lnTo>
                  <a:lnTo>
                    <a:pt x="19714" y="6324222"/>
                  </a:lnTo>
                  <a:lnTo>
                    <a:pt x="19872" y="6324222"/>
                  </a:lnTo>
                  <a:lnTo>
                    <a:pt x="19872" y="6323791"/>
                  </a:lnTo>
                  <a:lnTo>
                    <a:pt x="20030" y="6323791"/>
                  </a:lnTo>
                  <a:lnTo>
                    <a:pt x="20187" y="6323791"/>
                  </a:lnTo>
                  <a:lnTo>
                    <a:pt x="20345" y="6323791"/>
                  </a:lnTo>
                  <a:lnTo>
                    <a:pt x="20503" y="6323791"/>
                  </a:lnTo>
                  <a:lnTo>
                    <a:pt x="20661" y="6323791"/>
                  </a:lnTo>
                  <a:lnTo>
                    <a:pt x="20818" y="6323791"/>
                  </a:lnTo>
                  <a:lnTo>
                    <a:pt x="20976" y="6323791"/>
                  </a:lnTo>
                  <a:lnTo>
                    <a:pt x="21134" y="6323791"/>
                  </a:lnTo>
                  <a:lnTo>
                    <a:pt x="21291" y="6323791"/>
                  </a:lnTo>
                  <a:lnTo>
                    <a:pt x="21449" y="6323791"/>
                  </a:lnTo>
                  <a:lnTo>
                    <a:pt x="21607" y="6323791"/>
                  </a:lnTo>
                  <a:lnTo>
                    <a:pt x="21765" y="6323791"/>
                  </a:lnTo>
                  <a:lnTo>
                    <a:pt x="21922" y="6323791"/>
                  </a:lnTo>
                  <a:lnTo>
                    <a:pt x="22080" y="6323791"/>
                  </a:lnTo>
                  <a:lnTo>
                    <a:pt x="22080" y="6323361"/>
                  </a:lnTo>
                  <a:lnTo>
                    <a:pt x="22238" y="6323361"/>
                  </a:lnTo>
                  <a:lnTo>
                    <a:pt x="22395" y="6323361"/>
                  </a:lnTo>
                  <a:lnTo>
                    <a:pt x="22553" y="6323361"/>
                  </a:lnTo>
                  <a:lnTo>
                    <a:pt x="22711" y="6323361"/>
                  </a:lnTo>
                  <a:lnTo>
                    <a:pt x="22711" y="6322930"/>
                  </a:lnTo>
                  <a:lnTo>
                    <a:pt x="22869" y="6322930"/>
                  </a:lnTo>
                  <a:lnTo>
                    <a:pt x="23026" y="6322930"/>
                  </a:lnTo>
                  <a:lnTo>
                    <a:pt x="23026" y="6322499"/>
                  </a:lnTo>
                  <a:lnTo>
                    <a:pt x="23184" y="6322499"/>
                  </a:lnTo>
                  <a:lnTo>
                    <a:pt x="23342" y="6322499"/>
                  </a:lnTo>
                  <a:lnTo>
                    <a:pt x="23500" y="6322499"/>
                  </a:lnTo>
                  <a:lnTo>
                    <a:pt x="23657" y="6322499"/>
                  </a:lnTo>
                  <a:lnTo>
                    <a:pt x="23815" y="6322499"/>
                  </a:lnTo>
                  <a:lnTo>
                    <a:pt x="23973" y="6322499"/>
                  </a:lnTo>
                  <a:lnTo>
                    <a:pt x="24130" y="6322499"/>
                  </a:lnTo>
                  <a:lnTo>
                    <a:pt x="24288" y="6322499"/>
                  </a:lnTo>
                  <a:lnTo>
                    <a:pt x="24446" y="6322499"/>
                  </a:lnTo>
                  <a:lnTo>
                    <a:pt x="24604" y="6322499"/>
                  </a:lnTo>
                  <a:lnTo>
                    <a:pt x="24604" y="6322069"/>
                  </a:lnTo>
                  <a:lnTo>
                    <a:pt x="24761" y="6322069"/>
                  </a:lnTo>
                  <a:lnTo>
                    <a:pt x="24919" y="6322069"/>
                  </a:lnTo>
                  <a:lnTo>
                    <a:pt x="25077" y="6322069"/>
                  </a:lnTo>
                  <a:lnTo>
                    <a:pt x="25234" y="6322069"/>
                  </a:lnTo>
                  <a:lnTo>
                    <a:pt x="25392" y="6322069"/>
                  </a:lnTo>
                  <a:lnTo>
                    <a:pt x="25550" y="6322069"/>
                  </a:lnTo>
                  <a:lnTo>
                    <a:pt x="25708" y="6322069"/>
                  </a:lnTo>
                  <a:lnTo>
                    <a:pt x="25708" y="6321638"/>
                  </a:lnTo>
                  <a:lnTo>
                    <a:pt x="25865" y="6321638"/>
                  </a:lnTo>
                  <a:lnTo>
                    <a:pt x="26023" y="6321638"/>
                  </a:lnTo>
                  <a:lnTo>
                    <a:pt x="26181" y="6321638"/>
                  </a:lnTo>
                  <a:lnTo>
                    <a:pt x="26338" y="6321638"/>
                  </a:lnTo>
                  <a:lnTo>
                    <a:pt x="26496" y="6321638"/>
                  </a:lnTo>
                  <a:lnTo>
                    <a:pt x="26654" y="6321638"/>
                  </a:lnTo>
                  <a:lnTo>
                    <a:pt x="26812" y="6321638"/>
                  </a:lnTo>
                  <a:lnTo>
                    <a:pt x="27127" y="6321638"/>
                  </a:lnTo>
                  <a:lnTo>
                    <a:pt x="27127" y="6321208"/>
                  </a:lnTo>
                  <a:lnTo>
                    <a:pt x="27127" y="6320777"/>
                  </a:lnTo>
                  <a:lnTo>
                    <a:pt x="27127" y="6320346"/>
                  </a:lnTo>
                  <a:lnTo>
                    <a:pt x="27285" y="6320346"/>
                  </a:lnTo>
                  <a:lnTo>
                    <a:pt x="27285" y="6319916"/>
                  </a:lnTo>
                  <a:lnTo>
                    <a:pt x="27285" y="6319485"/>
                  </a:lnTo>
                  <a:lnTo>
                    <a:pt x="27442" y="6319485"/>
                  </a:lnTo>
                  <a:lnTo>
                    <a:pt x="27600" y="6319485"/>
                  </a:lnTo>
                  <a:lnTo>
                    <a:pt x="27758" y="6319485"/>
                  </a:lnTo>
                  <a:lnTo>
                    <a:pt x="27916" y="6319485"/>
                  </a:lnTo>
                  <a:lnTo>
                    <a:pt x="28073" y="6319485"/>
                  </a:lnTo>
                  <a:lnTo>
                    <a:pt x="28231" y="6319485"/>
                  </a:lnTo>
                  <a:lnTo>
                    <a:pt x="28389" y="6319485"/>
                  </a:lnTo>
                  <a:lnTo>
                    <a:pt x="28547" y="6319485"/>
                  </a:lnTo>
                  <a:lnTo>
                    <a:pt x="28704" y="6319485"/>
                  </a:lnTo>
                  <a:lnTo>
                    <a:pt x="28862" y="6319485"/>
                  </a:lnTo>
                  <a:lnTo>
                    <a:pt x="28862" y="6319055"/>
                  </a:lnTo>
                  <a:lnTo>
                    <a:pt x="28862" y="6318624"/>
                  </a:lnTo>
                  <a:lnTo>
                    <a:pt x="28862" y="6318193"/>
                  </a:lnTo>
                  <a:lnTo>
                    <a:pt x="29020" y="6318193"/>
                  </a:lnTo>
                  <a:lnTo>
                    <a:pt x="29177" y="6318193"/>
                  </a:lnTo>
                  <a:lnTo>
                    <a:pt x="29335" y="6318193"/>
                  </a:lnTo>
                  <a:lnTo>
                    <a:pt x="29493" y="6318193"/>
                  </a:lnTo>
                  <a:lnTo>
                    <a:pt x="29651" y="6318193"/>
                  </a:lnTo>
                  <a:lnTo>
                    <a:pt x="29808" y="6318193"/>
                  </a:lnTo>
                  <a:lnTo>
                    <a:pt x="29808" y="6317763"/>
                  </a:lnTo>
                  <a:lnTo>
                    <a:pt x="29966" y="6317763"/>
                  </a:lnTo>
                  <a:lnTo>
                    <a:pt x="30124" y="6317763"/>
                  </a:lnTo>
                  <a:lnTo>
                    <a:pt x="30281" y="6317763"/>
                  </a:lnTo>
                  <a:lnTo>
                    <a:pt x="30439" y="6317763"/>
                  </a:lnTo>
                  <a:lnTo>
                    <a:pt x="30597" y="6317763"/>
                  </a:lnTo>
                  <a:lnTo>
                    <a:pt x="30755" y="6317763"/>
                  </a:lnTo>
                  <a:lnTo>
                    <a:pt x="30912" y="6317763"/>
                  </a:lnTo>
                  <a:lnTo>
                    <a:pt x="31070" y="6317763"/>
                  </a:lnTo>
                  <a:lnTo>
                    <a:pt x="31228" y="6317763"/>
                  </a:lnTo>
                  <a:lnTo>
                    <a:pt x="31228" y="6317332"/>
                  </a:lnTo>
                  <a:lnTo>
                    <a:pt x="31228" y="6316902"/>
                  </a:lnTo>
                  <a:lnTo>
                    <a:pt x="31228" y="6316471"/>
                  </a:lnTo>
                  <a:lnTo>
                    <a:pt x="31228" y="6316040"/>
                  </a:lnTo>
                  <a:lnTo>
                    <a:pt x="31385" y="6316040"/>
                  </a:lnTo>
                  <a:lnTo>
                    <a:pt x="31385" y="6315610"/>
                  </a:lnTo>
                  <a:lnTo>
                    <a:pt x="31543" y="6315610"/>
                  </a:lnTo>
                  <a:lnTo>
                    <a:pt x="31701" y="6315610"/>
                  </a:lnTo>
                  <a:lnTo>
                    <a:pt x="31859" y="6315610"/>
                  </a:lnTo>
                  <a:lnTo>
                    <a:pt x="32016" y="6315610"/>
                  </a:lnTo>
                  <a:lnTo>
                    <a:pt x="32174" y="6315610"/>
                  </a:lnTo>
                  <a:lnTo>
                    <a:pt x="32332" y="6315610"/>
                  </a:lnTo>
                  <a:lnTo>
                    <a:pt x="32489" y="6315610"/>
                  </a:lnTo>
                  <a:lnTo>
                    <a:pt x="32647" y="6315610"/>
                  </a:lnTo>
                  <a:lnTo>
                    <a:pt x="32805" y="6315610"/>
                  </a:lnTo>
                  <a:lnTo>
                    <a:pt x="32963" y="6315610"/>
                  </a:lnTo>
                  <a:lnTo>
                    <a:pt x="33120" y="6315610"/>
                  </a:lnTo>
                  <a:lnTo>
                    <a:pt x="33278" y="6315610"/>
                  </a:lnTo>
                  <a:lnTo>
                    <a:pt x="33278" y="6315179"/>
                  </a:lnTo>
                  <a:lnTo>
                    <a:pt x="33436" y="6315179"/>
                  </a:lnTo>
                  <a:lnTo>
                    <a:pt x="33436" y="6314749"/>
                  </a:lnTo>
                  <a:lnTo>
                    <a:pt x="33436" y="6314318"/>
                  </a:lnTo>
                  <a:lnTo>
                    <a:pt x="33436" y="6313887"/>
                  </a:lnTo>
                  <a:lnTo>
                    <a:pt x="33436" y="6313457"/>
                  </a:lnTo>
                  <a:lnTo>
                    <a:pt x="33593" y="6313457"/>
                  </a:lnTo>
                  <a:lnTo>
                    <a:pt x="33751" y="6313457"/>
                  </a:lnTo>
                  <a:lnTo>
                    <a:pt x="33909" y="6313457"/>
                  </a:lnTo>
                  <a:lnTo>
                    <a:pt x="33909" y="6313026"/>
                  </a:lnTo>
                  <a:lnTo>
                    <a:pt x="34067" y="6313026"/>
                  </a:lnTo>
                  <a:lnTo>
                    <a:pt x="34224" y="6313026"/>
                  </a:lnTo>
                  <a:lnTo>
                    <a:pt x="34382" y="6313026"/>
                  </a:lnTo>
                  <a:lnTo>
                    <a:pt x="34540" y="6313026"/>
                  </a:lnTo>
                  <a:lnTo>
                    <a:pt x="34698" y="6313026"/>
                  </a:lnTo>
                  <a:lnTo>
                    <a:pt x="34698" y="6312596"/>
                  </a:lnTo>
                  <a:lnTo>
                    <a:pt x="34855" y="6312596"/>
                  </a:lnTo>
                  <a:lnTo>
                    <a:pt x="35013" y="6312596"/>
                  </a:lnTo>
                  <a:lnTo>
                    <a:pt x="35171" y="6312596"/>
                  </a:lnTo>
                  <a:lnTo>
                    <a:pt x="35171" y="6312165"/>
                  </a:lnTo>
                  <a:lnTo>
                    <a:pt x="35328" y="6312165"/>
                  </a:lnTo>
                  <a:lnTo>
                    <a:pt x="35486" y="6312165"/>
                  </a:lnTo>
                  <a:lnTo>
                    <a:pt x="35644" y="6312165"/>
                  </a:lnTo>
                  <a:lnTo>
                    <a:pt x="35644" y="6311734"/>
                  </a:lnTo>
                  <a:lnTo>
                    <a:pt x="35802" y="6311734"/>
                  </a:lnTo>
                  <a:lnTo>
                    <a:pt x="35959" y="6311734"/>
                  </a:lnTo>
                  <a:lnTo>
                    <a:pt x="35959" y="6311304"/>
                  </a:lnTo>
                  <a:lnTo>
                    <a:pt x="35959" y="6310873"/>
                  </a:lnTo>
                  <a:lnTo>
                    <a:pt x="36117" y="6310873"/>
                  </a:lnTo>
                  <a:lnTo>
                    <a:pt x="36117" y="6310443"/>
                  </a:lnTo>
                  <a:lnTo>
                    <a:pt x="36117" y="6310012"/>
                  </a:lnTo>
                  <a:lnTo>
                    <a:pt x="36275" y="6310012"/>
                  </a:lnTo>
                  <a:lnTo>
                    <a:pt x="36432" y="6310012"/>
                  </a:lnTo>
                  <a:lnTo>
                    <a:pt x="36590" y="6310012"/>
                  </a:lnTo>
                  <a:lnTo>
                    <a:pt x="36590" y="6309581"/>
                  </a:lnTo>
                  <a:lnTo>
                    <a:pt x="36748" y="6309581"/>
                  </a:lnTo>
                  <a:lnTo>
                    <a:pt x="36906" y="6309581"/>
                  </a:lnTo>
                  <a:lnTo>
                    <a:pt x="37063" y="6309581"/>
                  </a:lnTo>
                  <a:lnTo>
                    <a:pt x="37221" y="6309581"/>
                  </a:lnTo>
                  <a:lnTo>
                    <a:pt x="37221" y="6309151"/>
                  </a:lnTo>
                  <a:lnTo>
                    <a:pt x="37379" y="6309151"/>
                  </a:lnTo>
                  <a:lnTo>
                    <a:pt x="37536" y="6309151"/>
                  </a:lnTo>
                  <a:lnTo>
                    <a:pt x="37694" y="6309151"/>
                  </a:lnTo>
                  <a:lnTo>
                    <a:pt x="37852" y="6309151"/>
                  </a:lnTo>
                  <a:lnTo>
                    <a:pt x="38010" y="6309151"/>
                  </a:lnTo>
                  <a:lnTo>
                    <a:pt x="38167" y="6309151"/>
                  </a:lnTo>
                  <a:lnTo>
                    <a:pt x="38325" y="6309151"/>
                  </a:lnTo>
                  <a:lnTo>
                    <a:pt x="38483" y="6309151"/>
                  </a:lnTo>
                  <a:lnTo>
                    <a:pt x="38640" y="6309151"/>
                  </a:lnTo>
                  <a:lnTo>
                    <a:pt x="38640" y="6308720"/>
                  </a:lnTo>
                  <a:lnTo>
                    <a:pt x="38798" y="6308720"/>
                  </a:lnTo>
                  <a:lnTo>
                    <a:pt x="38956" y="6308720"/>
                  </a:lnTo>
                  <a:lnTo>
                    <a:pt x="39114" y="6308720"/>
                  </a:lnTo>
                  <a:lnTo>
                    <a:pt x="39271" y="6308720"/>
                  </a:lnTo>
                  <a:lnTo>
                    <a:pt x="39271" y="6308290"/>
                  </a:lnTo>
                  <a:lnTo>
                    <a:pt x="39429" y="6308290"/>
                  </a:lnTo>
                  <a:lnTo>
                    <a:pt x="39429" y="6307859"/>
                  </a:lnTo>
                  <a:lnTo>
                    <a:pt x="39587" y="6307859"/>
                  </a:lnTo>
                  <a:lnTo>
                    <a:pt x="39745" y="6307859"/>
                  </a:lnTo>
                  <a:lnTo>
                    <a:pt x="39902" y="6307859"/>
                  </a:lnTo>
                  <a:lnTo>
                    <a:pt x="40060" y="6307859"/>
                  </a:lnTo>
                  <a:lnTo>
                    <a:pt x="40218" y="6307859"/>
                  </a:lnTo>
                  <a:lnTo>
                    <a:pt x="40375" y="6307859"/>
                  </a:lnTo>
                  <a:lnTo>
                    <a:pt x="40375" y="6307428"/>
                  </a:lnTo>
                  <a:lnTo>
                    <a:pt x="40375" y="6306998"/>
                  </a:lnTo>
                  <a:lnTo>
                    <a:pt x="40533" y="6306998"/>
                  </a:lnTo>
                  <a:lnTo>
                    <a:pt x="40533" y="6306567"/>
                  </a:lnTo>
                  <a:lnTo>
                    <a:pt x="40533" y="6306137"/>
                  </a:lnTo>
                  <a:lnTo>
                    <a:pt x="40691" y="6306137"/>
                  </a:lnTo>
                  <a:lnTo>
                    <a:pt x="40849" y="6306137"/>
                  </a:lnTo>
                  <a:lnTo>
                    <a:pt x="41006" y="6305275"/>
                  </a:lnTo>
                  <a:lnTo>
                    <a:pt x="41006" y="6304845"/>
                  </a:lnTo>
                  <a:lnTo>
                    <a:pt x="41006" y="6304414"/>
                  </a:lnTo>
                  <a:lnTo>
                    <a:pt x="41164" y="6304414"/>
                  </a:lnTo>
                  <a:lnTo>
                    <a:pt x="41322" y="6304414"/>
                  </a:lnTo>
                  <a:lnTo>
                    <a:pt x="41479" y="6304414"/>
                  </a:lnTo>
                  <a:lnTo>
                    <a:pt x="41479" y="6303984"/>
                  </a:lnTo>
                  <a:lnTo>
                    <a:pt x="41637" y="6303984"/>
                  </a:lnTo>
                  <a:lnTo>
                    <a:pt x="41795" y="6303984"/>
                  </a:lnTo>
                  <a:lnTo>
                    <a:pt x="41953" y="6303984"/>
                  </a:lnTo>
                  <a:lnTo>
                    <a:pt x="42110" y="6303984"/>
                  </a:lnTo>
                  <a:lnTo>
                    <a:pt x="42110" y="6303553"/>
                  </a:lnTo>
                  <a:lnTo>
                    <a:pt x="42110" y="6303122"/>
                  </a:lnTo>
                  <a:lnTo>
                    <a:pt x="42110" y="6302692"/>
                  </a:lnTo>
                  <a:lnTo>
                    <a:pt x="42268" y="6302692"/>
                  </a:lnTo>
                  <a:lnTo>
                    <a:pt x="42426" y="6302692"/>
                  </a:lnTo>
                  <a:lnTo>
                    <a:pt x="42583" y="6302692"/>
                  </a:lnTo>
                  <a:lnTo>
                    <a:pt x="42583" y="6302261"/>
                  </a:lnTo>
                  <a:lnTo>
                    <a:pt x="42741" y="6302261"/>
                  </a:lnTo>
                  <a:lnTo>
                    <a:pt x="42899" y="6302261"/>
                  </a:lnTo>
                  <a:lnTo>
                    <a:pt x="43057" y="6302261"/>
                  </a:lnTo>
                  <a:lnTo>
                    <a:pt x="43057" y="6301831"/>
                  </a:lnTo>
                  <a:lnTo>
                    <a:pt x="43214" y="6301831"/>
                  </a:lnTo>
                  <a:lnTo>
                    <a:pt x="43372" y="6301831"/>
                  </a:lnTo>
                  <a:lnTo>
                    <a:pt x="43530" y="6301831"/>
                  </a:lnTo>
                  <a:lnTo>
                    <a:pt x="43530" y="6301400"/>
                  </a:lnTo>
                  <a:lnTo>
                    <a:pt x="43687" y="6301400"/>
                  </a:lnTo>
                  <a:lnTo>
                    <a:pt x="43687" y="6300969"/>
                  </a:lnTo>
                  <a:lnTo>
                    <a:pt x="43845" y="6300969"/>
                  </a:lnTo>
                  <a:lnTo>
                    <a:pt x="44003" y="6300969"/>
                  </a:lnTo>
                  <a:lnTo>
                    <a:pt x="44161" y="6300969"/>
                  </a:lnTo>
                  <a:lnTo>
                    <a:pt x="44318" y="6300969"/>
                  </a:lnTo>
                  <a:lnTo>
                    <a:pt x="44318" y="6300539"/>
                  </a:lnTo>
                  <a:lnTo>
                    <a:pt x="44318" y="6300108"/>
                  </a:lnTo>
                  <a:lnTo>
                    <a:pt x="44318" y="6299678"/>
                  </a:lnTo>
                  <a:lnTo>
                    <a:pt x="44476" y="6299678"/>
                  </a:lnTo>
                  <a:lnTo>
                    <a:pt x="44634" y="6299678"/>
                  </a:lnTo>
                  <a:lnTo>
                    <a:pt x="44634" y="6299247"/>
                  </a:lnTo>
                  <a:lnTo>
                    <a:pt x="44791" y="6299247"/>
                  </a:lnTo>
                  <a:lnTo>
                    <a:pt x="44949" y="6299247"/>
                  </a:lnTo>
                  <a:lnTo>
                    <a:pt x="45107" y="6299247"/>
                  </a:lnTo>
                  <a:lnTo>
                    <a:pt x="45107" y="6298816"/>
                  </a:lnTo>
                  <a:lnTo>
                    <a:pt x="45265" y="6298816"/>
                  </a:lnTo>
                  <a:lnTo>
                    <a:pt x="45422" y="6298816"/>
                  </a:lnTo>
                  <a:lnTo>
                    <a:pt x="45580" y="6298816"/>
                  </a:lnTo>
                  <a:lnTo>
                    <a:pt x="45580" y="6298386"/>
                  </a:lnTo>
                  <a:lnTo>
                    <a:pt x="45738" y="6298386"/>
                  </a:lnTo>
                  <a:lnTo>
                    <a:pt x="45896" y="6298386"/>
                  </a:lnTo>
                  <a:lnTo>
                    <a:pt x="46053" y="6298386"/>
                  </a:lnTo>
                  <a:lnTo>
                    <a:pt x="46211" y="6298386"/>
                  </a:lnTo>
                  <a:lnTo>
                    <a:pt x="46369" y="6298386"/>
                  </a:lnTo>
                  <a:lnTo>
                    <a:pt x="46526" y="6298386"/>
                  </a:lnTo>
                  <a:lnTo>
                    <a:pt x="46684" y="6298386"/>
                  </a:lnTo>
                  <a:lnTo>
                    <a:pt x="46684" y="6297955"/>
                  </a:lnTo>
                  <a:lnTo>
                    <a:pt x="46842" y="6297955"/>
                  </a:lnTo>
                  <a:lnTo>
                    <a:pt x="47000" y="6297955"/>
                  </a:lnTo>
                  <a:lnTo>
                    <a:pt x="47157" y="6297955"/>
                  </a:lnTo>
                  <a:lnTo>
                    <a:pt x="47315" y="6297955"/>
                  </a:lnTo>
                  <a:lnTo>
                    <a:pt x="47315" y="6297525"/>
                  </a:lnTo>
                  <a:lnTo>
                    <a:pt x="47315" y="6297094"/>
                  </a:lnTo>
                  <a:lnTo>
                    <a:pt x="47315" y="6296663"/>
                  </a:lnTo>
                  <a:lnTo>
                    <a:pt x="47473" y="6296663"/>
                  </a:lnTo>
                  <a:lnTo>
                    <a:pt x="47630" y="6296663"/>
                  </a:lnTo>
                  <a:lnTo>
                    <a:pt x="47788" y="6296663"/>
                  </a:lnTo>
                  <a:lnTo>
                    <a:pt x="47788" y="6296233"/>
                  </a:lnTo>
                  <a:lnTo>
                    <a:pt x="47946" y="6296233"/>
                  </a:lnTo>
                  <a:lnTo>
                    <a:pt x="48104" y="6296233"/>
                  </a:lnTo>
                  <a:lnTo>
                    <a:pt x="48261" y="6296233"/>
                  </a:lnTo>
                  <a:lnTo>
                    <a:pt x="48419" y="6296233"/>
                  </a:lnTo>
                  <a:lnTo>
                    <a:pt x="48577" y="6296233"/>
                  </a:lnTo>
                  <a:lnTo>
                    <a:pt x="48734" y="6296233"/>
                  </a:lnTo>
                  <a:lnTo>
                    <a:pt x="48892" y="6296233"/>
                  </a:lnTo>
                  <a:lnTo>
                    <a:pt x="49050" y="6296233"/>
                  </a:lnTo>
                  <a:lnTo>
                    <a:pt x="49208" y="6296233"/>
                  </a:lnTo>
                  <a:lnTo>
                    <a:pt x="49365" y="6296233"/>
                  </a:lnTo>
                  <a:lnTo>
                    <a:pt x="49523" y="6296233"/>
                  </a:lnTo>
                  <a:lnTo>
                    <a:pt x="49681" y="6296233"/>
                  </a:lnTo>
                  <a:lnTo>
                    <a:pt x="49838" y="6296233"/>
                  </a:lnTo>
                  <a:lnTo>
                    <a:pt x="49996" y="6296233"/>
                  </a:lnTo>
                  <a:lnTo>
                    <a:pt x="50154" y="6296233"/>
                  </a:lnTo>
                  <a:lnTo>
                    <a:pt x="50154" y="6295802"/>
                  </a:lnTo>
                  <a:lnTo>
                    <a:pt x="50312" y="6295802"/>
                  </a:lnTo>
                  <a:lnTo>
                    <a:pt x="50469" y="6295802"/>
                  </a:lnTo>
                  <a:lnTo>
                    <a:pt x="50627" y="6295802"/>
                  </a:lnTo>
                  <a:lnTo>
                    <a:pt x="50943" y="6295802"/>
                  </a:lnTo>
                  <a:lnTo>
                    <a:pt x="51100" y="6295802"/>
                  </a:lnTo>
                  <a:lnTo>
                    <a:pt x="51100" y="6295372"/>
                  </a:lnTo>
                  <a:lnTo>
                    <a:pt x="51258" y="6295372"/>
                  </a:lnTo>
                  <a:lnTo>
                    <a:pt x="51416" y="6295372"/>
                  </a:lnTo>
                  <a:lnTo>
                    <a:pt x="51573" y="6295372"/>
                  </a:lnTo>
                  <a:lnTo>
                    <a:pt x="51573" y="6294941"/>
                  </a:lnTo>
                  <a:lnTo>
                    <a:pt x="51731" y="6294941"/>
                  </a:lnTo>
                  <a:lnTo>
                    <a:pt x="51889" y="6294941"/>
                  </a:lnTo>
                  <a:lnTo>
                    <a:pt x="52047" y="6294941"/>
                  </a:lnTo>
                  <a:lnTo>
                    <a:pt x="52204" y="6294941"/>
                  </a:lnTo>
                  <a:lnTo>
                    <a:pt x="52204" y="6294510"/>
                  </a:lnTo>
                  <a:lnTo>
                    <a:pt x="52362" y="6294510"/>
                  </a:lnTo>
                  <a:lnTo>
                    <a:pt x="52520" y="6294510"/>
                  </a:lnTo>
                  <a:lnTo>
                    <a:pt x="52677" y="6294510"/>
                  </a:lnTo>
                  <a:lnTo>
                    <a:pt x="52835" y="6294510"/>
                  </a:lnTo>
                  <a:lnTo>
                    <a:pt x="52993" y="6294510"/>
                  </a:lnTo>
                  <a:lnTo>
                    <a:pt x="53151" y="6294510"/>
                  </a:lnTo>
                  <a:lnTo>
                    <a:pt x="53308" y="6294510"/>
                  </a:lnTo>
                  <a:lnTo>
                    <a:pt x="53466" y="6294510"/>
                  </a:lnTo>
                  <a:lnTo>
                    <a:pt x="53624" y="6294510"/>
                  </a:lnTo>
                  <a:lnTo>
                    <a:pt x="53781" y="6294510"/>
                  </a:lnTo>
                  <a:lnTo>
                    <a:pt x="53939" y="6294510"/>
                  </a:lnTo>
                  <a:lnTo>
                    <a:pt x="54097" y="6294510"/>
                  </a:lnTo>
                  <a:lnTo>
                    <a:pt x="54255" y="6294510"/>
                  </a:lnTo>
                  <a:lnTo>
                    <a:pt x="54412" y="6294510"/>
                  </a:lnTo>
                  <a:lnTo>
                    <a:pt x="54412" y="6294080"/>
                  </a:lnTo>
                  <a:lnTo>
                    <a:pt x="54570" y="6294080"/>
                  </a:lnTo>
                  <a:lnTo>
                    <a:pt x="54570" y="6293649"/>
                  </a:lnTo>
                  <a:lnTo>
                    <a:pt x="54728" y="6293649"/>
                  </a:lnTo>
                  <a:lnTo>
                    <a:pt x="54885" y="6293649"/>
                  </a:lnTo>
                  <a:lnTo>
                    <a:pt x="54885" y="6293219"/>
                  </a:lnTo>
                  <a:lnTo>
                    <a:pt x="54885" y="6292788"/>
                  </a:lnTo>
                  <a:lnTo>
                    <a:pt x="55043" y="6292788"/>
                  </a:lnTo>
                  <a:lnTo>
                    <a:pt x="55201" y="6292788"/>
                  </a:lnTo>
                  <a:lnTo>
                    <a:pt x="55359" y="6292788"/>
                  </a:lnTo>
                  <a:lnTo>
                    <a:pt x="55359" y="6292357"/>
                  </a:lnTo>
                  <a:lnTo>
                    <a:pt x="55516" y="6292357"/>
                  </a:lnTo>
                  <a:lnTo>
                    <a:pt x="55516" y="6291927"/>
                  </a:lnTo>
                  <a:lnTo>
                    <a:pt x="55674" y="6291927"/>
                  </a:lnTo>
                  <a:lnTo>
                    <a:pt x="55674" y="6291496"/>
                  </a:lnTo>
                  <a:lnTo>
                    <a:pt x="55832" y="6291496"/>
                  </a:lnTo>
                  <a:lnTo>
                    <a:pt x="55989" y="6291496"/>
                  </a:lnTo>
                  <a:lnTo>
                    <a:pt x="56147" y="6291496"/>
                  </a:lnTo>
                  <a:lnTo>
                    <a:pt x="56305" y="6291496"/>
                  </a:lnTo>
                  <a:lnTo>
                    <a:pt x="56305" y="6291066"/>
                  </a:lnTo>
                  <a:lnTo>
                    <a:pt x="56305" y="6290635"/>
                  </a:lnTo>
                  <a:lnTo>
                    <a:pt x="56463" y="6290635"/>
                  </a:lnTo>
                  <a:lnTo>
                    <a:pt x="56620" y="6290635"/>
                  </a:lnTo>
                  <a:lnTo>
                    <a:pt x="56778" y="6290635"/>
                  </a:lnTo>
                  <a:lnTo>
                    <a:pt x="56778" y="6290204"/>
                  </a:lnTo>
                  <a:lnTo>
                    <a:pt x="56936" y="6290204"/>
                  </a:lnTo>
                  <a:lnTo>
                    <a:pt x="56936" y="6289774"/>
                  </a:lnTo>
                  <a:lnTo>
                    <a:pt x="57094" y="6289774"/>
                  </a:lnTo>
                  <a:lnTo>
                    <a:pt x="57094" y="6289343"/>
                  </a:lnTo>
                  <a:lnTo>
                    <a:pt x="57251" y="6289343"/>
                  </a:lnTo>
                  <a:lnTo>
                    <a:pt x="57251" y="6288913"/>
                  </a:lnTo>
                  <a:lnTo>
                    <a:pt x="57409" y="6288913"/>
                  </a:lnTo>
                  <a:lnTo>
                    <a:pt x="57567" y="6288913"/>
                  </a:lnTo>
                  <a:lnTo>
                    <a:pt x="57724" y="6288913"/>
                  </a:lnTo>
                  <a:lnTo>
                    <a:pt x="57882" y="6288913"/>
                  </a:lnTo>
                  <a:lnTo>
                    <a:pt x="58040" y="6288913"/>
                  </a:lnTo>
                  <a:lnTo>
                    <a:pt x="58198" y="6288913"/>
                  </a:lnTo>
                  <a:lnTo>
                    <a:pt x="58355" y="6288913"/>
                  </a:lnTo>
                  <a:lnTo>
                    <a:pt x="58513" y="6288913"/>
                  </a:lnTo>
                  <a:lnTo>
                    <a:pt x="58671" y="6288913"/>
                  </a:lnTo>
                  <a:lnTo>
                    <a:pt x="58828" y="6288913"/>
                  </a:lnTo>
                  <a:lnTo>
                    <a:pt x="58986" y="6288913"/>
                  </a:lnTo>
                  <a:lnTo>
                    <a:pt x="58986" y="6288482"/>
                  </a:lnTo>
                  <a:lnTo>
                    <a:pt x="59144" y="6288482"/>
                  </a:lnTo>
                  <a:lnTo>
                    <a:pt x="59302" y="6288482"/>
                  </a:lnTo>
                  <a:lnTo>
                    <a:pt x="59302" y="6288051"/>
                  </a:lnTo>
                  <a:lnTo>
                    <a:pt x="59459" y="6288051"/>
                  </a:lnTo>
                  <a:lnTo>
                    <a:pt x="59617" y="6288051"/>
                  </a:lnTo>
                  <a:lnTo>
                    <a:pt x="59617" y="6287621"/>
                  </a:lnTo>
                  <a:lnTo>
                    <a:pt x="59775" y="6287621"/>
                  </a:lnTo>
                  <a:lnTo>
                    <a:pt x="59932" y="6287621"/>
                  </a:lnTo>
                  <a:lnTo>
                    <a:pt x="59932" y="6287190"/>
                  </a:lnTo>
                  <a:lnTo>
                    <a:pt x="60090" y="6287190"/>
                  </a:lnTo>
                  <a:lnTo>
                    <a:pt x="60248" y="6287190"/>
                  </a:lnTo>
                  <a:lnTo>
                    <a:pt x="60248" y="6286760"/>
                  </a:lnTo>
                  <a:lnTo>
                    <a:pt x="60406" y="6286760"/>
                  </a:lnTo>
                  <a:lnTo>
                    <a:pt x="60563" y="6286760"/>
                  </a:lnTo>
                  <a:lnTo>
                    <a:pt x="60721" y="6286760"/>
                  </a:lnTo>
                  <a:lnTo>
                    <a:pt x="60879" y="6286760"/>
                  </a:lnTo>
                  <a:lnTo>
                    <a:pt x="61036" y="6286760"/>
                  </a:lnTo>
                  <a:lnTo>
                    <a:pt x="61194" y="6286760"/>
                  </a:lnTo>
                  <a:lnTo>
                    <a:pt x="61352" y="6286760"/>
                  </a:lnTo>
                  <a:lnTo>
                    <a:pt x="61352" y="6286329"/>
                  </a:lnTo>
                  <a:lnTo>
                    <a:pt x="61510" y="6286329"/>
                  </a:lnTo>
                  <a:lnTo>
                    <a:pt x="61667" y="6286329"/>
                  </a:lnTo>
                  <a:lnTo>
                    <a:pt x="61825" y="6286329"/>
                  </a:lnTo>
                  <a:lnTo>
                    <a:pt x="61983" y="6286329"/>
                  </a:lnTo>
                  <a:lnTo>
                    <a:pt x="62141" y="6286329"/>
                  </a:lnTo>
                  <a:lnTo>
                    <a:pt x="62298" y="6286329"/>
                  </a:lnTo>
                  <a:lnTo>
                    <a:pt x="62456" y="6286329"/>
                  </a:lnTo>
                  <a:lnTo>
                    <a:pt x="62614" y="6286329"/>
                  </a:lnTo>
                  <a:lnTo>
                    <a:pt x="62771" y="6286329"/>
                  </a:lnTo>
                  <a:lnTo>
                    <a:pt x="62771" y="6285898"/>
                  </a:lnTo>
                  <a:lnTo>
                    <a:pt x="62929" y="6285898"/>
                  </a:lnTo>
                  <a:lnTo>
                    <a:pt x="62929" y="6285468"/>
                  </a:lnTo>
                  <a:lnTo>
                    <a:pt x="63087" y="6285468"/>
                  </a:lnTo>
                  <a:lnTo>
                    <a:pt x="63245" y="6285468"/>
                  </a:lnTo>
                  <a:lnTo>
                    <a:pt x="63402" y="6285468"/>
                  </a:lnTo>
                  <a:lnTo>
                    <a:pt x="63560" y="6285468"/>
                  </a:lnTo>
                  <a:lnTo>
                    <a:pt x="63718" y="6285468"/>
                  </a:lnTo>
                  <a:lnTo>
                    <a:pt x="63875" y="6285468"/>
                  </a:lnTo>
                  <a:lnTo>
                    <a:pt x="64033" y="6285468"/>
                  </a:lnTo>
                  <a:lnTo>
                    <a:pt x="64191" y="6285468"/>
                  </a:lnTo>
                  <a:lnTo>
                    <a:pt x="64349" y="6285468"/>
                  </a:lnTo>
                  <a:lnTo>
                    <a:pt x="64506" y="6285468"/>
                  </a:lnTo>
                  <a:lnTo>
                    <a:pt x="64664" y="6285468"/>
                  </a:lnTo>
                  <a:lnTo>
                    <a:pt x="64822" y="6285468"/>
                  </a:lnTo>
                  <a:lnTo>
                    <a:pt x="64979" y="6285468"/>
                  </a:lnTo>
                  <a:lnTo>
                    <a:pt x="64979" y="6285037"/>
                  </a:lnTo>
                  <a:lnTo>
                    <a:pt x="65137" y="6285037"/>
                  </a:lnTo>
                  <a:lnTo>
                    <a:pt x="65295" y="6285037"/>
                  </a:lnTo>
                  <a:lnTo>
                    <a:pt x="65295" y="6284607"/>
                  </a:lnTo>
                  <a:lnTo>
                    <a:pt x="65453" y="6284607"/>
                  </a:lnTo>
                  <a:lnTo>
                    <a:pt x="65610" y="6284607"/>
                  </a:lnTo>
                  <a:lnTo>
                    <a:pt x="65768" y="6284607"/>
                  </a:lnTo>
                  <a:lnTo>
                    <a:pt x="65768" y="6284176"/>
                  </a:lnTo>
                  <a:lnTo>
                    <a:pt x="65926" y="6284176"/>
                  </a:lnTo>
                  <a:lnTo>
                    <a:pt x="66083" y="6284176"/>
                  </a:lnTo>
                  <a:lnTo>
                    <a:pt x="66241" y="6284176"/>
                  </a:lnTo>
                  <a:lnTo>
                    <a:pt x="66241" y="6283745"/>
                  </a:lnTo>
                  <a:lnTo>
                    <a:pt x="66241" y="6283315"/>
                  </a:lnTo>
                  <a:lnTo>
                    <a:pt x="66399" y="6283315"/>
                  </a:lnTo>
                  <a:lnTo>
                    <a:pt x="66399" y="6282884"/>
                  </a:lnTo>
                  <a:lnTo>
                    <a:pt x="66557" y="6282884"/>
                  </a:lnTo>
                  <a:lnTo>
                    <a:pt x="66714" y="6282884"/>
                  </a:lnTo>
                  <a:lnTo>
                    <a:pt x="66714" y="6282454"/>
                  </a:lnTo>
                  <a:lnTo>
                    <a:pt x="66714" y="6282023"/>
                  </a:lnTo>
                  <a:lnTo>
                    <a:pt x="66872" y="6282023"/>
                  </a:lnTo>
                  <a:lnTo>
                    <a:pt x="66872" y="6281592"/>
                  </a:lnTo>
                  <a:lnTo>
                    <a:pt x="67030" y="6281162"/>
                  </a:lnTo>
                  <a:lnTo>
                    <a:pt x="67030" y="6280731"/>
                  </a:lnTo>
                  <a:lnTo>
                    <a:pt x="67187" y="6280731"/>
                  </a:lnTo>
                  <a:lnTo>
                    <a:pt x="67345" y="6280731"/>
                  </a:lnTo>
                  <a:lnTo>
                    <a:pt x="67503" y="6280731"/>
                  </a:lnTo>
                  <a:lnTo>
                    <a:pt x="67661" y="6280731"/>
                  </a:lnTo>
                  <a:lnTo>
                    <a:pt x="67818" y="6280731"/>
                  </a:lnTo>
                  <a:lnTo>
                    <a:pt x="67976" y="6280731"/>
                  </a:lnTo>
                  <a:lnTo>
                    <a:pt x="68134" y="6280731"/>
                  </a:lnTo>
                  <a:lnTo>
                    <a:pt x="68292" y="6280731"/>
                  </a:lnTo>
                  <a:lnTo>
                    <a:pt x="68292" y="6280301"/>
                  </a:lnTo>
                  <a:lnTo>
                    <a:pt x="68449" y="6280301"/>
                  </a:lnTo>
                  <a:lnTo>
                    <a:pt x="68607" y="6280301"/>
                  </a:lnTo>
                  <a:lnTo>
                    <a:pt x="68765" y="6280301"/>
                  </a:lnTo>
                  <a:lnTo>
                    <a:pt x="68922" y="6280301"/>
                  </a:lnTo>
                  <a:lnTo>
                    <a:pt x="69080" y="6280301"/>
                  </a:lnTo>
                  <a:lnTo>
                    <a:pt x="69238" y="6280301"/>
                  </a:lnTo>
                  <a:lnTo>
                    <a:pt x="69396" y="6280301"/>
                  </a:lnTo>
                  <a:lnTo>
                    <a:pt x="69553" y="6280301"/>
                  </a:lnTo>
                  <a:lnTo>
                    <a:pt x="69711" y="6280301"/>
                  </a:lnTo>
                  <a:lnTo>
                    <a:pt x="69869" y="6280301"/>
                  </a:lnTo>
                  <a:lnTo>
                    <a:pt x="70026" y="6280301"/>
                  </a:lnTo>
                  <a:lnTo>
                    <a:pt x="70026" y="6279870"/>
                  </a:lnTo>
                  <a:lnTo>
                    <a:pt x="70184" y="6279870"/>
                  </a:lnTo>
                  <a:lnTo>
                    <a:pt x="70342" y="6279870"/>
                  </a:lnTo>
                  <a:lnTo>
                    <a:pt x="70500" y="6279870"/>
                  </a:lnTo>
                  <a:lnTo>
                    <a:pt x="70657" y="6279870"/>
                  </a:lnTo>
                  <a:lnTo>
                    <a:pt x="70815" y="6279870"/>
                  </a:lnTo>
                  <a:lnTo>
                    <a:pt x="70815" y="6279439"/>
                  </a:lnTo>
                  <a:lnTo>
                    <a:pt x="70973" y="6279439"/>
                  </a:lnTo>
                  <a:lnTo>
                    <a:pt x="70973" y="6279009"/>
                  </a:lnTo>
                  <a:lnTo>
                    <a:pt x="71130" y="6279009"/>
                  </a:lnTo>
                  <a:lnTo>
                    <a:pt x="71288" y="6279009"/>
                  </a:lnTo>
                  <a:lnTo>
                    <a:pt x="71288" y="6278578"/>
                  </a:lnTo>
                  <a:lnTo>
                    <a:pt x="71288" y="6278148"/>
                  </a:lnTo>
                  <a:lnTo>
                    <a:pt x="71288" y="6277717"/>
                  </a:lnTo>
                  <a:lnTo>
                    <a:pt x="71446" y="6277717"/>
                  </a:lnTo>
                  <a:lnTo>
                    <a:pt x="71446" y="6277286"/>
                  </a:lnTo>
                  <a:lnTo>
                    <a:pt x="71446" y="6276856"/>
                  </a:lnTo>
                  <a:lnTo>
                    <a:pt x="71761" y="6276856"/>
                  </a:lnTo>
                  <a:lnTo>
                    <a:pt x="71919" y="6276856"/>
                  </a:lnTo>
                  <a:lnTo>
                    <a:pt x="72077" y="6276856"/>
                  </a:lnTo>
                  <a:lnTo>
                    <a:pt x="72234" y="6276856"/>
                  </a:lnTo>
                  <a:lnTo>
                    <a:pt x="72392" y="6276856"/>
                  </a:lnTo>
                  <a:lnTo>
                    <a:pt x="72392" y="6276425"/>
                  </a:lnTo>
                  <a:lnTo>
                    <a:pt x="72550" y="6276425"/>
                  </a:lnTo>
                  <a:lnTo>
                    <a:pt x="72708" y="6275995"/>
                  </a:lnTo>
                  <a:lnTo>
                    <a:pt x="72865" y="6275995"/>
                  </a:lnTo>
                  <a:lnTo>
                    <a:pt x="73023" y="6275995"/>
                  </a:lnTo>
                  <a:lnTo>
                    <a:pt x="73181" y="6275995"/>
                  </a:lnTo>
                  <a:lnTo>
                    <a:pt x="73338" y="6275995"/>
                  </a:lnTo>
                  <a:lnTo>
                    <a:pt x="73496" y="6275995"/>
                  </a:lnTo>
                  <a:lnTo>
                    <a:pt x="73654" y="6275995"/>
                  </a:lnTo>
                  <a:lnTo>
                    <a:pt x="73812" y="6275995"/>
                  </a:lnTo>
                  <a:lnTo>
                    <a:pt x="73969" y="6275995"/>
                  </a:lnTo>
                  <a:lnTo>
                    <a:pt x="74127" y="6275995"/>
                  </a:lnTo>
                  <a:lnTo>
                    <a:pt x="74285" y="6275995"/>
                  </a:lnTo>
                  <a:lnTo>
                    <a:pt x="74443" y="6275995"/>
                  </a:lnTo>
                  <a:lnTo>
                    <a:pt x="74600" y="6275995"/>
                  </a:lnTo>
                  <a:lnTo>
                    <a:pt x="74600" y="6275564"/>
                  </a:lnTo>
                  <a:lnTo>
                    <a:pt x="74758" y="6275564"/>
                  </a:lnTo>
                  <a:lnTo>
                    <a:pt x="74758" y="6275133"/>
                  </a:lnTo>
                  <a:lnTo>
                    <a:pt x="74916" y="6275133"/>
                  </a:lnTo>
                  <a:lnTo>
                    <a:pt x="75073" y="6275133"/>
                  </a:lnTo>
                  <a:lnTo>
                    <a:pt x="75231" y="6275133"/>
                  </a:lnTo>
                  <a:lnTo>
                    <a:pt x="75389" y="6275133"/>
                  </a:lnTo>
                  <a:lnTo>
                    <a:pt x="75547" y="6275133"/>
                  </a:lnTo>
                  <a:lnTo>
                    <a:pt x="75704" y="6275133"/>
                  </a:lnTo>
                  <a:lnTo>
                    <a:pt x="75862" y="6275133"/>
                  </a:lnTo>
                  <a:lnTo>
                    <a:pt x="76020" y="6275133"/>
                  </a:lnTo>
                  <a:lnTo>
                    <a:pt x="76177" y="6275133"/>
                  </a:lnTo>
                  <a:lnTo>
                    <a:pt x="76335" y="6275133"/>
                  </a:lnTo>
                  <a:lnTo>
                    <a:pt x="76493" y="6275133"/>
                  </a:lnTo>
                  <a:lnTo>
                    <a:pt x="76651" y="6275133"/>
                  </a:lnTo>
                  <a:lnTo>
                    <a:pt x="76966" y="6275133"/>
                  </a:lnTo>
                  <a:lnTo>
                    <a:pt x="77124" y="6275133"/>
                  </a:lnTo>
                  <a:lnTo>
                    <a:pt x="77281" y="6275133"/>
                  </a:lnTo>
                  <a:lnTo>
                    <a:pt x="77281" y="6274703"/>
                  </a:lnTo>
                  <a:lnTo>
                    <a:pt x="77281" y="6274272"/>
                  </a:lnTo>
                  <a:lnTo>
                    <a:pt x="77281" y="6273842"/>
                  </a:lnTo>
                  <a:lnTo>
                    <a:pt x="77281" y="6273411"/>
                  </a:lnTo>
                  <a:lnTo>
                    <a:pt x="77439" y="6273411"/>
                  </a:lnTo>
                  <a:lnTo>
                    <a:pt x="77597" y="6273411"/>
                  </a:lnTo>
                  <a:lnTo>
                    <a:pt x="77597" y="6272980"/>
                  </a:lnTo>
                  <a:lnTo>
                    <a:pt x="77755" y="6272980"/>
                  </a:lnTo>
                  <a:lnTo>
                    <a:pt x="77912" y="6272980"/>
                  </a:lnTo>
                  <a:lnTo>
                    <a:pt x="77912" y="6272550"/>
                  </a:lnTo>
                  <a:lnTo>
                    <a:pt x="78070" y="6272550"/>
                  </a:lnTo>
                  <a:lnTo>
                    <a:pt x="78228" y="6272550"/>
                  </a:lnTo>
                  <a:lnTo>
                    <a:pt x="78228" y="6272119"/>
                  </a:lnTo>
                  <a:lnTo>
                    <a:pt x="78385" y="6272119"/>
                  </a:lnTo>
                  <a:lnTo>
                    <a:pt x="78543" y="6272119"/>
                  </a:lnTo>
                  <a:lnTo>
                    <a:pt x="78543" y="6271689"/>
                  </a:lnTo>
                  <a:lnTo>
                    <a:pt x="78543" y="6271258"/>
                  </a:lnTo>
                  <a:lnTo>
                    <a:pt x="78543" y="6270827"/>
                  </a:lnTo>
                  <a:lnTo>
                    <a:pt x="78543" y="6270397"/>
                  </a:lnTo>
                  <a:lnTo>
                    <a:pt x="78701" y="6270397"/>
                  </a:lnTo>
                  <a:lnTo>
                    <a:pt x="78701" y="6269966"/>
                  </a:lnTo>
                  <a:lnTo>
                    <a:pt x="78859" y="6269966"/>
                  </a:lnTo>
                  <a:lnTo>
                    <a:pt x="78859" y="6269536"/>
                  </a:lnTo>
                  <a:lnTo>
                    <a:pt x="79016" y="6269536"/>
                  </a:lnTo>
                  <a:lnTo>
                    <a:pt x="79174" y="6269536"/>
                  </a:lnTo>
                  <a:lnTo>
                    <a:pt x="79332" y="6269536"/>
                  </a:lnTo>
                  <a:lnTo>
                    <a:pt x="79490" y="6269536"/>
                  </a:lnTo>
                  <a:lnTo>
                    <a:pt x="79647" y="6269536"/>
                  </a:lnTo>
                  <a:lnTo>
                    <a:pt x="79805" y="6269536"/>
                  </a:lnTo>
                  <a:lnTo>
                    <a:pt x="79805" y="6269105"/>
                  </a:lnTo>
                  <a:lnTo>
                    <a:pt x="79805" y="6268674"/>
                  </a:lnTo>
                  <a:lnTo>
                    <a:pt x="79963" y="6268674"/>
                  </a:lnTo>
                  <a:lnTo>
                    <a:pt x="80120" y="6268674"/>
                  </a:lnTo>
                  <a:lnTo>
                    <a:pt x="80120" y="6268244"/>
                  </a:lnTo>
                  <a:lnTo>
                    <a:pt x="80278" y="6268244"/>
                  </a:lnTo>
                  <a:lnTo>
                    <a:pt x="80278" y="6267813"/>
                  </a:lnTo>
                  <a:lnTo>
                    <a:pt x="80436" y="6267813"/>
                  </a:lnTo>
                  <a:lnTo>
                    <a:pt x="80594" y="6267813"/>
                  </a:lnTo>
                  <a:lnTo>
                    <a:pt x="80751" y="6267813"/>
                  </a:lnTo>
                  <a:lnTo>
                    <a:pt x="80751" y="6267383"/>
                  </a:lnTo>
                  <a:lnTo>
                    <a:pt x="80751" y="6266952"/>
                  </a:lnTo>
                  <a:lnTo>
                    <a:pt x="80751" y="6266521"/>
                  </a:lnTo>
                  <a:lnTo>
                    <a:pt x="80909" y="6266521"/>
                  </a:lnTo>
                  <a:lnTo>
                    <a:pt x="81067" y="6266521"/>
                  </a:lnTo>
                  <a:lnTo>
                    <a:pt x="81224" y="6266521"/>
                  </a:lnTo>
                  <a:lnTo>
                    <a:pt x="81382" y="6266521"/>
                  </a:lnTo>
                  <a:lnTo>
                    <a:pt x="81540" y="6266521"/>
                  </a:lnTo>
                  <a:lnTo>
                    <a:pt x="81698" y="6266521"/>
                  </a:lnTo>
                  <a:lnTo>
                    <a:pt x="81855" y="6266521"/>
                  </a:lnTo>
                  <a:lnTo>
                    <a:pt x="82013" y="6266521"/>
                  </a:lnTo>
                  <a:lnTo>
                    <a:pt x="82171" y="6266521"/>
                  </a:lnTo>
                  <a:lnTo>
                    <a:pt x="82328" y="6266521"/>
                  </a:lnTo>
                  <a:lnTo>
                    <a:pt x="82328" y="6266091"/>
                  </a:lnTo>
                  <a:lnTo>
                    <a:pt x="82328" y="6265660"/>
                  </a:lnTo>
                  <a:lnTo>
                    <a:pt x="82486" y="6265230"/>
                  </a:lnTo>
                  <a:lnTo>
                    <a:pt x="82644" y="6265230"/>
                  </a:lnTo>
                  <a:lnTo>
                    <a:pt x="82802" y="6265230"/>
                  </a:lnTo>
                  <a:lnTo>
                    <a:pt x="82959" y="6265230"/>
                  </a:lnTo>
                  <a:lnTo>
                    <a:pt x="83117" y="6265230"/>
                  </a:lnTo>
                  <a:lnTo>
                    <a:pt x="83117" y="6264799"/>
                  </a:lnTo>
                  <a:lnTo>
                    <a:pt x="83275" y="6264799"/>
                  </a:lnTo>
                  <a:lnTo>
                    <a:pt x="83432" y="6264799"/>
                  </a:lnTo>
                  <a:lnTo>
                    <a:pt x="83590" y="6264799"/>
                  </a:lnTo>
                  <a:lnTo>
                    <a:pt x="83748" y="6264799"/>
                  </a:lnTo>
                  <a:lnTo>
                    <a:pt x="83906" y="6264799"/>
                  </a:lnTo>
                  <a:lnTo>
                    <a:pt x="84063" y="6264799"/>
                  </a:lnTo>
                  <a:lnTo>
                    <a:pt x="84221" y="6264799"/>
                  </a:lnTo>
                  <a:lnTo>
                    <a:pt x="84221" y="6264368"/>
                  </a:lnTo>
                  <a:lnTo>
                    <a:pt x="84221" y="6263938"/>
                  </a:lnTo>
                  <a:lnTo>
                    <a:pt x="84221" y="6263507"/>
                  </a:lnTo>
                  <a:lnTo>
                    <a:pt x="84221" y="6263077"/>
                  </a:lnTo>
                  <a:lnTo>
                    <a:pt x="84379" y="6263077"/>
                  </a:lnTo>
                  <a:lnTo>
                    <a:pt x="84379" y="6262646"/>
                  </a:lnTo>
                  <a:lnTo>
                    <a:pt x="84379" y="6262215"/>
                  </a:lnTo>
                  <a:lnTo>
                    <a:pt x="84536" y="6262215"/>
                  </a:lnTo>
                  <a:lnTo>
                    <a:pt x="84694" y="6262215"/>
                  </a:lnTo>
                  <a:lnTo>
                    <a:pt x="84852" y="6262215"/>
                  </a:lnTo>
                  <a:lnTo>
                    <a:pt x="85010" y="6262215"/>
                  </a:lnTo>
                  <a:lnTo>
                    <a:pt x="85167" y="6262215"/>
                  </a:lnTo>
                  <a:lnTo>
                    <a:pt x="85325" y="6262215"/>
                  </a:lnTo>
                  <a:lnTo>
                    <a:pt x="85325" y="6261785"/>
                  </a:lnTo>
                  <a:lnTo>
                    <a:pt x="85483" y="6261785"/>
                  </a:lnTo>
                  <a:lnTo>
                    <a:pt x="85641" y="6261785"/>
                  </a:lnTo>
                  <a:lnTo>
                    <a:pt x="85798" y="6261785"/>
                  </a:lnTo>
                  <a:lnTo>
                    <a:pt x="85798" y="6261354"/>
                  </a:lnTo>
                  <a:lnTo>
                    <a:pt x="85956" y="6261354"/>
                  </a:lnTo>
                  <a:lnTo>
                    <a:pt x="85956" y="6260924"/>
                  </a:lnTo>
                  <a:lnTo>
                    <a:pt x="86114" y="6260924"/>
                  </a:lnTo>
                  <a:lnTo>
                    <a:pt x="86114" y="6260493"/>
                  </a:lnTo>
                  <a:lnTo>
                    <a:pt x="86271" y="6260493"/>
                  </a:lnTo>
                  <a:lnTo>
                    <a:pt x="86271" y="6260062"/>
                  </a:lnTo>
                  <a:lnTo>
                    <a:pt x="86429" y="6260062"/>
                  </a:lnTo>
                  <a:lnTo>
                    <a:pt x="86587" y="6260062"/>
                  </a:lnTo>
                  <a:lnTo>
                    <a:pt x="86902" y="6260062"/>
                  </a:lnTo>
                  <a:lnTo>
                    <a:pt x="87060" y="6260062"/>
                  </a:lnTo>
                  <a:lnTo>
                    <a:pt x="87218" y="6260062"/>
                  </a:lnTo>
                  <a:lnTo>
                    <a:pt x="87375" y="6260062"/>
                  </a:lnTo>
                  <a:lnTo>
                    <a:pt x="87375" y="6259632"/>
                  </a:lnTo>
                  <a:lnTo>
                    <a:pt x="87533" y="6259632"/>
                  </a:lnTo>
                  <a:lnTo>
                    <a:pt x="87691" y="6259632"/>
                  </a:lnTo>
                  <a:lnTo>
                    <a:pt x="87691" y="6259201"/>
                  </a:lnTo>
                  <a:lnTo>
                    <a:pt x="87691" y="6258771"/>
                  </a:lnTo>
                  <a:lnTo>
                    <a:pt x="87691" y="6258340"/>
                  </a:lnTo>
                  <a:lnTo>
                    <a:pt x="87849" y="6258340"/>
                  </a:lnTo>
                  <a:lnTo>
                    <a:pt x="87849" y="6257909"/>
                  </a:lnTo>
                  <a:lnTo>
                    <a:pt x="88006" y="6257909"/>
                  </a:lnTo>
                  <a:lnTo>
                    <a:pt x="88164" y="6257909"/>
                  </a:lnTo>
                  <a:lnTo>
                    <a:pt x="88322" y="6257909"/>
                  </a:lnTo>
                  <a:lnTo>
                    <a:pt x="88479" y="6257909"/>
                  </a:lnTo>
                  <a:lnTo>
                    <a:pt x="88637" y="6257909"/>
                  </a:lnTo>
                  <a:lnTo>
                    <a:pt x="88795" y="6257909"/>
                  </a:lnTo>
                  <a:lnTo>
                    <a:pt x="88795" y="6257479"/>
                  </a:lnTo>
                  <a:lnTo>
                    <a:pt x="88953" y="6257479"/>
                  </a:lnTo>
                  <a:lnTo>
                    <a:pt x="89110" y="6257479"/>
                  </a:lnTo>
                  <a:lnTo>
                    <a:pt x="89110" y="6257048"/>
                  </a:lnTo>
                  <a:lnTo>
                    <a:pt x="89268" y="6257048"/>
                  </a:lnTo>
                  <a:lnTo>
                    <a:pt x="89426" y="6257048"/>
                  </a:lnTo>
                  <a:lnTo>
                    <a:pt x="89426" y="6256618"/>
                  </a:lnTo>
                  <a:lnTo>
                    <a:pt x="89583" y="6256618"/>
                  </a:lnTo>
                  <a:lnTo>
                    <a:pt x="89741" y="6256618"/>
                  </a:lnTo>
                  <a:lnTo>
                    <a:pt x="89899" y="6256618"/>
                  </a:lnTo>
                  <a:lnTo>
                    <a:pt x="90057" y="6256618"/>
                  </a:lnTo>
                  <a:lnTo>
                    <a:pt x="90214" y="6256618"/>
                  </a:lnTo>
                  <a:lnTo>
                    <a:pt x="90372" y="6256618"/>
                  </a:lnTo>
                  <a:lnTo>
                    <a:pt x="90530" y="6256618"/>
                  </a:lnTo>
                  <a:lnTo>
                    <a:pt x="90688" y="6256618"/>
                  </a:lnTo>
                  <a:lnTo>
                    <a:pt x="90845" y="6256618"/>
                  </a:lnTo>
                  <a:lnTo>
                    <a:pt x="90845" y="6256187"/>
                  </a:lnTo>
                  <a:lnTo>
                    <a:pt x="91003" y="6256187"/>
                  </a:lnTo>
                  <a:lnTo>
                    <a:pt x="91003" y="6255756"/>
                  </a:lnTo>
                  <a:lnTo>
                    <a:pt x="91161" y="6255756"/>
                  </a:lnTo>
                  <a:lnTo>
                    <a:pt x="91318" y="6255756"/>
                  </a:lnTo>
                  <a:lnTo>
                    <a:pt x="91476" y="6255756"/>
                  </a:lnTo>
                  <a:lnTo>
                    <a:pt x="91476" y="6255326"/>
                  </a:lnTo>
                  <a:lnTo>
                    <a:pt x="91634" y="6255326"/>
                  </a:lnTo>
                  <a:lnTo>
                    <a:pt x="91792" y="6255326"/>
                  </a:lnTo>
                  <a:lnTo>
                    <a:pt x="91792" y="6254895"/>
                  </a:lnTo>
                  <a:lnTo>
                    <a:pt x="91792" y="6254465"/>
                  </a:lnTo>
                  <a:lnTo>
                    <a:pt x="91949" y="6254465"/>
                  </a:lnTo>
                  <a:lnTo>
                    <a:pt x="92107" y="6254465"/>
                  </a:lnTo>
                  <a:lnTo>
                    <a:pt x="92265" y="6254465"/>
                  </a:lnTo>
                  <a:lnTo>
                    <a:pt x="92265" y="6254034"/>
                  </a:lnTo>
                  <a:lnTo>
                    <a:pt x="92422" y="6254034"/>
                  </a:lnTo>
                  <a:lnTo>
                    <a:pt x="92580" y="6254034"/>
                  </a:lnTo>
                  <a:lnTo>
                    <a:pt x="92738" y="6254034"/>
                  </a:lnTo>
                  <a:lnTo>
                    <a:pt x="92738" y="6253603"/>
                  </a:lnTo>
                  <a:lnTo>
                    <a:pt x="92896" y="6253603"/>
                  </a:lnTo>
                  <a:lnTo>
                    <a:pt x="93053" y="6253603"/>
                  </a:lnTo>
                  <a:lnTo>
                    <a:pt x="93053" y="6253173"/>
                  </a:lnTo>
                  <a:lnTo>
                    <a:pt x="93053" y="6252742"/>
                  </a:lnTo>
                  <a:lnTo>
                    <a:pt x="93211" y="6252742"/>
                  </a:lnTo>
                  <a:lnTo>
                    <a:pt x="93369" y="6252742"/>
                  </a:lnTo>
                  <a:lnTo>
                    <a:pt x="93526" y="6252742"/>
                  </a:lnTo>
                  <a:lnTo>
                    <a:pt x="93526" y="6252312"/>
                  </a:lnTo>
                  <a:lnTo>
                    <a:pt x="93684" y="6252312"/>
                  </a:lnTo>
                  <a:lnTo>
                    <a:pt x="93842" y="6252312"/>
                  </a:lnTo>
                  <a:lnTo>
                    <a:pt x="94000" y="6252312"/>
                  </a:lnTo>
                  <a:lnTo>
                    <a:pt x="94157" y="6252312"/>
                  </a:lnTo>
                  <a:lnTo>
                    <a:pt x="94157" y="6251881"/>
                  </a:lnTo>
                  <a:lnTo>
                    <a:pt x="94157" y="6251450"/>
                  </a:lnTo>
                  <a:lnTo>
                    <a:pt x="94157" y="6251020"/>
                  </a:lnTo>
                  <a:lnTo>
                    <a:pt x="94157" y="6250589"/>
                  </a:lnTo>
                  <a:lnTo>
                    <a:pt x="94315" y="6250589"/>
                  </a:lnTo>
                  <a:lnTo>
                    <a:pt x="94473" y="6250589"/>
                  </a:lnTo>
                  <a:lnTo>
                    <a:pt x="94473" y="6250159"/>
                  </a:lnTo>
                  <a:lnTo>
                    <a:pt x="94630" y="6250159"/>
                  </a:lnTo>
                  <a:lnTo>
                    <a:pt x="94630" y="6249728"/>
                  </a:lnTo>
                  <a:lnTo>
                    <a:pt x="94946" y="6249728"/>
                  </a:lnTo>
                  <a:lnTo>
                    <a:pt x="95104" y="6249728"/>
                  </a:lnTo>
                  <a:lnTo>
                    <a:pt x="95104" y="6249297"/>
                  </a:lnTo>
                  <a:lnTo>
                    <a:pt x="95104" y="6248867"/>
                  </a:lnTo>
                  <a:lnTo>
                    <a:pt x="95261" y="6248867"/>
                  </a:lnTo>
                  <a:lnTo>
                    <a:pt x="95261" y="6248436"/>
                  </a:lnTo>
                  <a:lnTo>
                    <a:pt x="95419" y="6248436"/>
                  </a:lnTo>
                  <a:lnTo>
                    <a:pt x="95419" y="6248006"/>
                  </a:lnTo>
                  <a:lnTo>
                    <a:pt x="95419" y="6247575"/>
                  </a:lnTo>
                  <a:lnTo>
                    <a:pt x="95577" y="6247575"/>
                  </a:lnTo>
                  <a:lnTo>
                    <a:pt x="95734" y="6247575"/>
                  </a:lnTo>
                  <a:lnTo>
                    <a:pt x="95892" y="6247575"/>
                  </a:lnTo>
                  <a:lnTo>
                    <a:pt x="95892" y="6247144"/>
                  </a:lnTo>
                  <a:lnTo>
                    <a:pt x="96050" y="6247144"/>
                  </a:lnTo>
                  <a:lnTo>
                    <a:pt x="96208" y="6247144"/>
                  </a:lnTo>
                  <a:lnTo>
                    <a:pt x="96365" y="6247144"/>
                  </a:lnTo>
                  <a:lnTo>
                    <a:pt x="96365" y="6246714"/>
                  </a:lnTo>
                  <a:lnTo>
                    <a:pt x="96365" y="6246283"/>
                  </a:lnTo>
                  <a:lnTo>
                    <a:pt x="96523" y="6246283"/>
                  </a:lnTo>
                  <a:lnTo>
                    <a:pt x="96681" y="6246283"/>
                  </a:lnTo>
                  <a:lnTo>
                    <a:pt x="96839" y="6246283"/>
                  </a:lnTo>
                  <a:lnTo>
                    <a:pt x="96996" y="6246283"/>
                  </a:lnTo>
                  <a:lnTo>
                    <a:pt x="96996" y="6245853"/>
                  </a:lnTo>
                  <a:lnTo>
                    <a:pt x="96996" y="6245422"/>
                  </a:lnTo>
                  <a:lnTo>
                    <a:pt x="96996" y="6244991"/>
                  </a:lnTo>
                  <a:lnTo>
                    <a:pt x="97154" y="6244991"/>
                  </a:lnTo>
                  <a:lnTo>
                    <a:pt x="97312" y="6244991"/>
                  </a:lnTo>
                  <a:lnTo>
                    <a:pt x="97469" y="6244991"/>
                  </a:lnTo>
                  <a:lnTo>
                    <a:pt x="97627" y="6244991"/>
                  </a:lnTo>
                  <a:lnTo>
                    <a:pt x="97785" y="6244991"/>
                  </a:lnTo>
                  <a:lnTo>
                    <a:pt x="97943" y="6244991"/>
                  </a:lnTo>
                  <a:lnTo>
                    <a:pt x="98100" y="6244991"/>
                  </a:lnTo>
                  <a:lnTo>
                    <a:pt x="98258" y="6244991"/>
                  </a:lnTo>
                  <a:lnTo>
                    <a:pt x="98416" y="6244991"/>
                  </a:lnTo>
                  <a:lnTo>
                    <a:pt x="98416" y="6244561"/>
                  </a:lnTo>
                  <a:lnTo>
                    <a:pt x="98416" y="6244130"/>
                  </a:lnTo>
                  <a:lnTo>
                    <a:pt x="98416" y="6243700"/>
                  </a:lnTo>
                  <a:lnTo>
                    <a:pt x="98573" y="6243700"/>
                  </a:lnTo>
                  <a:lnTo>
                    <a:pt x="98731" y="6243700"/>
                  </a:lnTo>
                  <a:lnTo>
                    <a:pt x="98889" y="6243700"/>
                  </a:lnTo>
                  <a:lnTo>
                    <a:pt x="99047" y="6243700"/>
                  </a:lnTo>
                  <a:lnTo>
                    <a:pt x="99204" y="6243700"/>
                  </a:lnTo>
                  <a:lnTo>
                    <a:pt x="99204" y="6243269"/>
                  </a:lnTo>
                  <a:lnTo>
                    <a:pt x="99362" y="6243269"/>
                  </a:lnTo>
                  <a:lnTo>
                    <a:pt x="99362" y="6242838"/>
                  </a:lnTo>
                  <a:lnTo>
                    <a:pt x="99362" y="6242408"/>
                  </a:lnTo>
                  <a:lnTo>
                    <a:pt x="99520" y="6242408"/>
                  </a:lnTo>
                  <a:lnTo>
                    <a:pt x="99677" y="6242408"/>
                  </a:lnTo>
                  <a:lnTo>
                    <a:pt x="99835" y="6242408"/>
                  </a:lnTo>
                  <a:lnTo>
                    <a:pt x="99835" y="6241977"/>
                  </a:lnTo>
                  <a:lnTo>
                    <a:pt x="99835" y="6241547"/>
                  </a:lnTo>
                  <a:lnTo>
                    <a:pt x="99993" y="6241547"/>
                  </a:lnTo>
                  <a:lnTo>
                    <a:pt x="99993" y="6241116"/>
                  </a:lnTo>
                  <a:lnTo>
                    <a:pt x="100151" y="6241116"/>
                  </a:lnTo>
                  <a:lnTo>
                    <a:pt x="100308" y="6241116"/>
                  </a:lnTo>
                  <a:lnTo>
                    <a:pt x="100466" y="6241116"/>
                  </a:lnTo>
                  <a:lnTo>
                    <a:pt x="100466" y="6240685"/>
                  </a:lnTo>
                  <a:lnTo>
                    <a:pt x="100466" y="6240255"/>
                  </a:lnTo>
                  <a:lnTo>
                    <a:pt x="100466" y="6239824"/>
                  </a:lnTo>
                  <a:lnTo>
                    <a:pt x="100624" y="6239394"/>
                  </a:lnTo>
                  <a:lnTo>
                    <a:pt x="100781" y="6239394"/>
                  </a:lnTo>
                  <a:lnTo>
                    <a:pt x="100781" y="6238963"/>
                  </a:lnTo>
                  <a:lnTo>
                    <a:pt x="100781" y="6238532"/>
                  </a:lnTo>
                  <a:lnTo>
                    <a:pt x="100781" y="6238102"/>
                  </a:lnTo>
                  <a:lnTo>
                    <a:pt x="100781" y="6237671"/>
                  </a:lnTo>
                  <a:lnTo>
                    <a:pt x="100781" y="6237241"/>
                  </a:lnTo>
                  <a:lnTo>
                    <a:pt x="100939" y="6237241"/>
                  </a:lnTo>
                  <a:lnTo>
                    <a:pt x="101097" y="6237241"/>
                  </a:lnTo>
                  <a:lnTo>
                    <a:pt x="101255" y="6237241"/>
                  </a:lnTo>
                  <a:lnTo>
                    <a:pt x="101412" y="6237241"/>
                  </a:lnTo>
                  <a:lnTo>
                    <a:pt x="101412" y="6236810"/>
                  </a:lnTo>
                  <a:lnTo>
                    <a:pt x="101570" y="6236810"/>
                  </a:lnTo>
                  <a:lnTo>
                    <a:pt x="101570" y="6236379"/>
                  </a:lnTo>
                  <a:lnTo>
                    <a:pt x="101570" y="6235949"/>
                  </a:lnTo>
                  <a:lnTo>
                    <a:pt x="101570" y="6235518"/>
                  </a:lnTo>
                  <a:lnTo>
                    <a:pt x="101728" y="6235518"/>
                  </a:lnTo>
                  <a:lnTo>
                    <a:pt x="101886" y="6235518"/>
                  </a:lnTo>
                  <a:lnTo>
                    <a:pt x="102043" y="6235518"/>
                  </a:lnTo>
                  <a:lnTo>
                    <a:pt x="102201" y="6235518"/>
                  </a:lnTo>
                  <a:lnTo>
                    <a:pt x="102359" y="6235518"/>
                  </a:lnTo>
                  <a:lnTo>
                    <a:pt x="102516" y="6235518"/>
                  </a:lnTo>
                  <a:lnTo>
                    <a:pt x="102674" y="6235518"/>
                  </a:lnTo>
                  <a:lnTo>
                    <a:pt x="102674" y="6235088"/>
                  </a:lnTo>
                  <a:lnTo>
                    <a:pt x="102832" y="6235088"/>
                  </a:lnTo>
                  <a:lnTo>
                    <a:pt x="102990" y="6235088"/>
                  </a:lnTo>
                  <a:lnTo>
                    <a:pt x="103147" y="6235088"/>
                  </a:lnTo>
                  <a:lnTo>
                    <a:pt x="103147" y="6234657"/>
                  </a:lnTo>
                  <a:lnTo>
                    <a:pt x="103147" y="6234226"/>
                  </a:lnTo>
                  <a:lnTo>
                    <a:pt x="103305" y="6234226"/>
                  </a:lnTo>
                  <a:lnTo>
                    <a:pt x="103463" y="6234226"/>
                  </a:lnTo>
                  <a:lnTo>
                    <a:pt x="103463" y="6233796"/>
                  </a:lnTo>
                  <a:lnTo>
                    <a:pt x="103620" y="6233796"/>
                  </a:lnTo>
                  <a:lnTo>
                    <a:pt x="103778" y="6233796"/>
                  </a:lnTo>
                  <a:lnTo>
                    <a:pt x="103936" y="6233796"/>
                  </a:lnTo>
                  <a:lnTo>
                    <a:pt x="104094" y="6233796"/>
                  </a:lnTo>
                  <a:lnTo>
                    <a:pt x="104251" y="6233796"/>
                  </a:lnTo>
                  <a:lnTo>
                    <a:pt x="104409" y="6233796"/>
                  </a:lnTo>
                  <a:lnTo>
                    <a:pt x="104567" y="6233796"/>
                  </a:lnTo>
                  <a:lnTo>
                    <a:pt x="104724" y="6233796"/>
                  </a:lnTo>
                  <a:lnTo>
                    <a:pt x="104882" y="6233796"/>
                  </a:lnTo>
                  <a:lnTo>
                    <a:pt x="105040" y="6233796"/>
                  </a:lnTo>
                  <a:lnTo>
                    <a:pt x="105198" y="6233796"/>
                  </a:lnTo>
                  <a:lnTo>
                    <a:pt x="105198" y="6233365"/>
                  </a:lnTo>
                  <a:lnTo>
                    <a:pt x="105355" y="6233365"/>
                  </a:lnTo>
                  <a:lnTo>
                    <a:pt x="105513" y="6233365"/>
                  </a:lnTo>
                  <a:lnTo>
                    <a:pt x="105513" y="6232935"/>
                  </a:lnTo>
                  <a:lnTo>
                    <a:pt x="105671" y="6232935"/>
                  </a:lnTo>
                  <a:lnTo>
                    <a:pt x="105828" y="6232935"/>
                  </a:lnTo>
                  <a:lnTo>
                    <a:pt x="105986" y="6232935"/>
                  </a:lnTo>
                  <a:lnTo>
                    <a:pt x="106144" y="6232935"/>
                  </a:lnTo>
                  <a:lnTo>
                    <a:pt x="106144" y="6232504"/>
                  </a:lnTo>
                  <a:lnTo>
                    <a:pt x="106302" y="6232504"/>
                  </a:lnTo>
                  <a:lnTo>
                    <a:pt x="106302" y="6232073"/>
                  </a:lnTo>
                  <a:lnTo>
                    <a:pt x="106459" y="6232073"/>
                  </a:lnTo>
                  <a:lnTo>
                    <a:pt x="106617" y="6232073"/>
                  </a:lnTo>
                  <a:lnTo>
                    <a:pt x="106617" y="6231643"/>
                  </a:lnTo>
                  <a:lnTo>
                    <a:pt x="106775" y="6231643"/>
                  </a:lnTo>
                  <a:lnTo>
                    <a:pt x="106775" y="6231212"/>
                  </a:lnTo>
                  <a:lnTo>
                    <a:pt x="106775" y="6230782"/>
                  </a:lnTo>
                  <a:lnTo>
                    <a:pt x="107090" y="6230782"/>
                  </a:lnTo>
                  <a:lnTo>
                    <a:pt x="107248" y="6230782"/>
                  </a:lnTo>
                  <a:lnTo>
                    <a:pt x="107406" y="6230782"/>
                  </a:lnTo>
                  <a:lnTo>
                    <a:pt x="107563" y="6230782"/>
                  </a:lnTo>
                  <a:lnTo>
                    <a:pt x="107563" y="6230351"/>
                  </a:lnTo>
                  <a:lnTo>
                    <a:pt x="107563" y="6229920"/>
                  </a:lnTo>
                  <a:lnTo>
                    <a:pt x="107563" y="6229490"/>
                  </a:lnTo>
                  <a:lnTo>
                    <a:pt x="107721" y="6229490"/>
                  </a:lnTo>
                  <a:lnTo>
                    <a:pt x="107721" y="6229059"/>
                  </a:lnTo>
                  <a:lnTo>
                    <a:pt x="107879" y="6229059"/>
                  </a:lnTo>
                  <a:lnTo>
                    <a:pt x="108037" y="6229059"/>
                  </a:lnTo>
                  <a:lnTo>
                    <a:pt x="108037" y="6228629"/>
                  </a:lnTo>
                  <a:lnTo>
                    <a:pt x="108194" y="6228629"/>
                  </a:lnTo>
                  <a:lnTo>
                    <a:pt x="108194" y="6228198"/>
                  </a:lnTo>
                  <a:lnTo>
                    <a:pt x="108352" y="6228198"/>
                  </a:lnTo>
                  <a:lnTo>
                    <a:pt x="108510" y="6228198"/>
                  </a:lnTo>
                  <a:lnTo>
                    <a:pt x="108667" y="6228198"/>
                  </a:lnTo>
                  <a:lnTo>
                    <a:pt x="108825" y="6228198"/>
                  </a:lnTo>
                  <a:lnTo>
                    <a:pt x="108983" y="6228198"/>
                  </a:lnTo>
                  <a:lnTo>
                    <a:pt x="109141" y="6228198"/>
                  </a:lnTo>
                  <a:lnTo>
                    <a:pt x="109298" y="6228198"/>
                  </a:lnTo>
                  <a:lnTo>
                    <a:pt x="109456" y="6228198"/>
                  </a:lnTo>
                  <a:lnTo>
                    <a:pt x="109614" y="6228198"/>
                  </a:lnTo>
                  <a:lnTo>
                    <a:pt x="109614" y="6227337"/>
                  </a:lnTo>
                  <a:lnTo>
                    <a:pt x="109771" y="6227337"/>
                  </a:lnTo>
                  <a:lnTo>
                    <a:pt x="109929" y="6227337"/>
                  </a:lnTo>
                  <a:lnTo>
                    <a:pt x="110087" y="6227337"/>
                  </a:lnTo>
                  <a:lnTo>
                    <a:pt x="110087" y="6226906"/>
                  </a:lnTo>
                  <a:lnTo>
                    <a:pt x="110087" y="6226476"/>
                  </a:lnTo>
                  <a:lnTo>
                    <a:pt x="110087" y="6226045"/>
                  </a:lnTo>
                  <a:lnTo>
                    <a:pt x="110245" y="6226045"/>
                  </a:lnTo>
                  <a:lnTo>
                    <a:pt x="110245" y="6225614"/>
                  </a:lnTo>
                  <a:lnTo>
                    <a:pt x="110402" y="6225614"/>
                  </a:lnTo>
                  <a:lnTo>
                    <a:pt x="110402" y="6225184"/>
                  </a:lnTo>
                  <a:lnTo>
                    <a:pt x="110402" y="6224753"/>
                  </a:lnTo>
                  <a:lnTo>
                    <a:pt x="110560" y="6224753"/>
                  </a:lnTo>
                  <a:lnTo>
                    <a:pt x="110560" y="6224323"/>
                  </a:lnTo>
                  <a:lnTo>
                    <a:pt x="110560" y="6223892"/>
                  </a:lnTo>
                  <a:lnTo>
                    <a:pt x="110718" y="6223892"/>
                  </a:lnTo>
                  <a:lnTo>
                    <a:pt x="110718" y="6223461"/>
                  </a:lnTo>
                  <a:lnTo>
                    <a:pt x="110875" y="6223461"/>
                  </a:lnTo>
                  <a:lnTo>
                    <a:pt x="111033" y="6223461"/>
                  </a:lnTo>
                  <a:lnTo>
                    <a:pt x="111191" y="6223461"/>
                  </a:lnTo>
                  <a:lnTo>
                    <a:pt x="111191" y="6223031"/>
                  </a:lnTo>
                  <a:lnTo>
                    <a:pt x="111349" y="6223031"/>
                  </a:lnTo>
                  <a:lnTo>
                    <a:pt x="111506" y="6223031"/>
                  </a:lnTo>
                  <a:lnTo>
                    <a:pt x="111664" y="6223031"/>
                  </a:lnTo>
                  <a:lnTo>
                    <a:pt x="111822" y="6223031"/>
                  </a:lnTo>
                  <a:lnTo>
                    <a:pt x="111822" y="6222600"/>
                  </a:lnTo>
                  <a:lnTo>
                    <a:pt x="111979" y="6222600"/>
                  </a:lnTo>
                  <a:lnTo>
                    <a:pt x="112137" y="6222600"/>
                  </a:lnTo>
                  <a:lnTo>
                    <a:pt x="112137" y="6222170"/>
                  </a:lnTo>
                  <a:lnTo>
                    <a:pt x="112137" y="6221739"/>
                  </a:lnTo>
                  <a:lnTo>
                    <a:pt x="112295" y="6221739"/>
                  </a:lnTo>
                  <a:lnTo>
                    <a:pt x="112453" y="6221739"/>
                  </a:lnTo>
                  <a:lnTo>
                    <a:pt x="112610" y="6221739"/>
                  </a:lnTo>
                  <a:lnTo>
                    <a:pt x="112768" y="6221739"/>
                  </a:lnTo>
                  <a:lnTo>
                    <a:pt x="112926" y="6221739"/>
                  </a:lnTo>
                  <a:lnTo>
                    <a:pt x="113084" y="6221739"/>
                  </a:lnTo>
                  <a:lnTo>
                    <a:pt x="113084" y="6221308"/>
                  </a:lnTo>
                  <a:lnTo>
                    <a:pt x="113084" y="6220878"/>
                  </a:lnTo>
                  <a:lnTo>
                    <a:pt x="113241" y="6220878"/>
                  </a:lnTo>
                  <a:lnTo>
                    <a:pt x="113399" y="6220878"/>
                  </a:lnTo>
                  <a:lnTo>
                    <a:pt x="113557" y="6220878"/>
                  </a:lnTo>
                  <a:lnTo>
                    <a:pt x="113714" y="6220878"/>
                  </a:lnTo>
                  <a:lnTo>
                    <a:pt x="113872" y="6220878"/>
                  </a:lnTo>
                  <a:lnTo>
                    <a:pt x="114030" y="6220878"/>
                  </a:lnTo>
                  <a:lnTo>
                    <a:pt x="114188" y="6220878"/>
                  </a:lnTo>
                  <a:lnTo>
                    <a:pt x="114188" y="6220447"/>
                  </a:lnTo>
                  <a:lnTo>
                    <a:pt x="114345" y="6220447"/>
                  </a:lnTo>
                  <a:lnTo>
                    <a:pt x="114503" y="6220447"/>
                  </a:lnTo>
                  <a:lnTo>
                    <a:pt x="114661" y="6220447"/>
                  </a:lnTo>
                  <a:lnTo>
                    <a:pt x="114818" y="6220017"/>
                  </a:lnTo>
                  <a:lnTo>
                    <a:pt x="114976" y="6220017"/>
                  </a:lnTo>
                  <a:lnTo>
                    <a:pt x="115134" y="6220017"/>
                  </a:lnTo>
                  <a:lnTo>
                    <a:pt x="115134" y="6219586"/>
                  </a:lnTo>
                  <a:lnTo>
                    <a:pt x="115292" y="6219586"/>
                  </a:lnTo>
                  <a:lnTo>
                    <a:pt x="115449" y="6219586"/>
                  </a:lnTo>
                  <a:lnTo>
                    <a:pt x="115449" y="6219155"/>
                  </a:lnTo>
                  <a:lnTo>
                    <a:pt x="115607" y="6219155"/>
                  </a:lnTo>
                  <a:lnTo>
                    <a:pt x="115765" y="6219155"/>
                  </a:lnTo>
                  <a:lnTo>
                    <a:pt x="115765" y="6218725"/>
                  </a:lnTo>
                  <a:lnTo>
                    <a:pt x="115922" y="6218725"/>
                  </a:lnTo>
                  <a:lnTo>
                    <a:pt x="115922" y="6218294"/>
                  </a:lnTo>
                  <a:lnTo>
                    <a:pt x="116080" y="6218294"/>
                  </a:lnTo>
                  <a:lnTo>
                    <a:pt x="116238" y="6218294"/>
                  </a:lnTo>
                  <a:lnTo>
                    <a:pt x="116396" y="6218294"/>
                  </a:lnTo>
                  <a:lnTo>
                    <a:pt x="116396" y="6217864"/>
                  </a:lnTo>
                  <a:lnTo>
                    <a:pt x="116553" y="6217864"/>
                  </a:lnTo>
                  <a:lnTo>
                    <a:pt x="116711" y="6217864"/>
                  </a:lnTo>
                  <a:lnTo>
                    <a:pt x="116711" y="6217433"/>
                  </a:lnTo>
                  <a:lnTo>
                    <a:pt x="116869" y="6217433"/>
                  </a:lnTo>
                  <a:lnTo>
                    <a:pt x="116869" y="6217002"/>
                  </a:lnTo>
                  <a:lnTo>
                    <a:pt x="117026" y="6217002"/>
                  </a:lnTo>
                  <a:lnTo>
                    <a:pt x="117184" y="6217002"/>
                  </a:lnTo>
                  <a:lnTo>
                    <a:pt x="117342" y="6217002"/>
                  </a:lnTo>
                  <a:lnTo>
                    <a:pt x="117500" y="6217002"/>
                  </a:lnTo>
                  <a:lnTo>
                    <a:pt x="117657" y="6217002"/>
                  </a:lnTo>
                  <a:lnTo>
                    <a:pt x="117815" y="6217002"/>
                  </a:lnTo>
                  <a:lnTo>
                    <a:pt x="117815" y="6216572"/>
                  </a:lnTo>
                  <a:lnTo>
                    <a:pt x="117815" y="6216141"/>
                  </a:lnTo>
                  <a:lnTo>
                    <a:pt x="117973" y="6216141"/>
                  </a:lnTo>
                  <a:lnTo>
                    <a:pt x="117973" y="6215280"/>
                  </a:lnTo>
                  <a:lnTo>
                    <a:pt x="117973" y="6214849"/>
                  </a:lnTo>
                  <a:lnTo>
                    <a:pt x="118130" y="6214849"/>
                  </a:lnTo>
                  <a:lnTo>
                    <a:pt x="118288" y="6214849"/>
                  </a:lnTo>
                  <a:lnTo>
                    <a:pt x="118446" y="6214849"/>
                  </a:lnTo>
                  <a:lnTo>
                    <a:pt x="118604" y="6214849"/>
                  </a:lnTo>
                  <a:lnTo>
                    <a:pt x="118761" y="6214849"/>
                  </a:lnTo>
                  <a:lnTo>
                    <a:pt x="118919" y="6214419"/>
                  </a:lnTo>
                  <a:lnTo>
                    <a:pt x="119077" y="6214419"/>
                  </a:lnTo>
                  <a:lnTo>
                    <a:pt x="119077" y="6213988"/>
                  </a:lnTo>
                  <a:lnTo>
                    <a:pt x="119235" y="6213988"/>
                  </a:lnTo>
                  <a:lnTo>
                    <a:pt x="119235" y="6213558"/>
                  </a:lnTo>
                  <a:lnTo>
                    <a:pt x="119392" y="6213558"/>
                  </a:lnTo>
                  <a:lnTo>
                    <a:pt x="119550" y="6213558"/>
                  </a:lnTo>
                  <a:lnTo>
                    <a:pt x="119708" y="6213558"/>
                  </a:lnTo>
                  <a:lnTo>
                    <a:pt x="119865" y="6213558"/>
                  </a:lnTo>
                  <a:lnTo>
                    <a:pt x="120023" y="6213558"/>
                  </a:lnTo>
                  <a:lnTo>
                    <a:pt x="120181" y="6213558"/>
                  </a:lnTo>
                  <a:lnTo>
                    <a:pt x="120339" y="6213558"/>
                  </a:lnTo>
                  <a:lnTo>
                    <a:pt x="120496" y="6213558"/>
                  </a:lnTo>
                  <a:lnTo>
                    <a:pt x="120654" y="6213558"/>
                  </a:lnTo>
                  <a:lnTo>
                    <a:pt x="120654" y="6213127"/>
                  </a:lnTo>
                  <a:lnTo>
                    <a:pt x="120654" y="6212696"/>
                  </a:lnTo>
                  <a:lnTo>
                    <a:pt x="120654" y="6212266"/>
                  </a:lnTo>
                  <a:lnTo>
                    <a:pt x="120654" y="6211835"/>
                  </a:lnTo>
                  <a:lnTo>
                    <a:pt x="120812" y="6211835"/>
                  </a:lnTo>
                  <a:lnTo>
                    <a:pt x="120969" y="6211835"/>
                  </a:lnTo>
                  <a:lnTo>
                    <a:pt x="121127" y="6211835"/>
                  </a:lnTo>
                  <a:lnTo>
                    <a:pt x="121285" y="6211835"/>
                  </a:lnTo>
                  <a:lnTo>
                    <a:pt x="121285" y="6211405"/>
                  </a:lnTo>
                  <a:lnTo>
                    <a:pt x="121443" y="6211405"/>
                  </a:lnTo>
                  <a:lnTo>
                    <a:pt x="121600" y="6211405"/>
                  </a:lnTo>
                  <a:lnTo>
                    <a:pt x="121758" y="6211405"/>
                  </a:lnTo>
                  <a:lnTo>
                    <a:pt x="121758" y="6210974"/>
                  </a:lnTo>
                  <a:lnTo>
                    <a:pt x="121758" y="6210543"/>
                  </a:lnTo>
                  <a:lnTo>
                    <a:pt x="121916" y="6210543"/>
                  </a:lnTo>
                  <a:lnTo>
                    <a:pt x="122073" y="6210543"/>
                  </a:lnTo>
                  <a:lnTo>
                    <a:pt x="122073" y="6210113"/>
                  </a:lnTo>
                  <a:lnTo>
                    <a:pt x="122231" y="6210113"/>
                  </a:lnTo>
                  <a:lnTo>
                    <a:pt x="122389" y="6210113"/>
                  </a:lnTo>
                  <a:lnTo>
                    <a:pt x="122547" y="6210113"/>
                  </a:lnTo>
                  <a:lnTo>
                    <a:pt x="122704" y="6210113"/>
                  </a:lnTo>
                  <a:lnTo>
                    <a:pt x="122862" y="6210113"/>
                  </a:lnTo>
                  <a:lnTo>
                    <a:pt x="123020" y="6210113"/>
                  </a:lnTo>
                  <a:lnTo>
                    <a:pt x="123020" y="6209682"/>
                  </a:lnTo>
                  <a:lnTo>
                    <a:pt x="123177" y="6209682"/>
                  </a:lnTo>
                  <a:lnTo>
                    <a:pt x="123335" y="6209682"/>
                  </a:lnTo>
                  <a:lnTo>
                    <a:pt x="123493" y="6209682"/>
                  </a:lnTo>
                  <a:lnTo>
                    <a:pt x="123651" y="6209682"/>
                  </a:lnTo>
                  <a:lnTo>
                    <a:pt x="123808" y="6209682"/>
                  </a:lnTo>
                  <a:lnTo>
                    <a:pt x="123966" y="6209682"/>
                  </a:lnTo>
                  <a:lnTo>
                    <a:pt x="124124" y="6209682"/>
                  </a:lnTo>
                  <a:lnTo>
                    <a:pt x="124124" y="6209252"/>
                  </a:lnTo>
                  <a:lnTo>
                    <a:pt x="124282" y="6209252"/>
                  </a:lnTo>
                  <a:lnTo>
                    <a:pt x="124439" y="6208821"/>
                  </a:lnTo>
                  <a:lnTo>
                    <a:pt x="124439" y="6208390"/>
                  </a:lnTo>
                  <a:lnTo>
                    <a:pt x="124597" y="6208390"/>
                  </a:lnTo>
                  <a:lnTo>
                    <a:pt x="124755" y="6208390"/>
                  </a:lnTo>
                  <a:lnTo>
                    <a:pt x="124912" y="6208390"/>
                  </a:lnTo>
                  <a:lnTo>
                    <a:pt x="124912" y="6207960"/>
                  </a:lnTo>
                  <a:lnTo>
                    <a:pt x="125070" y="6207960"/>
                  </a:lnTo>
                  <a:lnTo>
                    <a:pt x="125228" y="6207960"/>
                  </a:lnTo>
                  <a:lnTo>
                    <a:pt x="125386" y="6207960"/>
                  </a:lnTo>
                  <a:lnTo>
                    <a:pt x="125386" y="6207529"/>
                  </a:lnTo>
                  <a:lnTo>
                    <a:pt x="125543" y="6207529"/>
                  </a:lnTo>
                  <a:lnTo>
                    <a:pt x="125701" y="6207529"/>
                  </a:lnTo>
                  <a:lnTo>
                    <a:pt x="125701" y="6207099"/>
                  </a:lnTo>
                  <a:lnTo>
                    <a:pt x="125859" y="6207099"/>
                  </a:lnTo>
                  <a:lnTo>
                    <a:pt x="126016" y="6207099"/>
                  </a:lnTo>
                  <a:lnTo>
                    <a:pt x="126016" y="6206668"/>
                  </a:lnTo>
                  <a:lnTo>
                    <a:pt x="126016" y="6206237"/>
                  </a:lnTo>
                  <a:lnTo>
                    <a:pt x="126174" y="6206237"/>
                  </a:lnTo>
                  <a:lnTo>
                    <a:pt x="126332" y="6206237"/>
                  </a:lnTo>
                  <a:lnTo>
                    <a:pt x="126490" y="6206237"/>
                  </a:lnTo>
                  <a:lnTo>
                    <a:pt x="126647" y="6206237"/>
                  </a:lnTo>
                  <a:lnTo>
                    <a:pt x="126805" y="6206237"/>
                  </a:lnTo>
                  <a:lnTo>
                    <a:pt x="126963" y="6206237"/>
                  </a:lnTo>
                  <a:lnTo>
                    <a:pt x="127278" y="6206237"/>
                  </a:lnTo>
                  <a:lnTo>
                    <a:pt x="127436" y="6206237"/>
                  </a:lnTo>
                  <a:lnTo>
                    <a:pt x="127436" y="6205807"/>
                  </a:lnTo>
                  <a:lnTo>
                    <a:pt x="127594" y="6205807"/>
                  </a:lnTo>
                  <a:lnTo>
                    <a:pt x="127751" y="6205807"/>
                  </a:lnTo>
                  <a:lnTo>
                    <a:pt x="127909" y="6205807"/>
                  </a:lnTo>
                  <a:lnTo>
                    <a:pt x="128067" y="6205807"/>
                  </a:lnTo>
                  <a:lnTo>
                    <a:pt x="128224" y="6205807"/>
                  </a:lnTo>
                  <a:lnTo>
                    <a:pt x="128382" y="6205807"/>
                  </a:lnTo>
                  <a:lnTo>
                    <a:pt x="128382" y="6205376"/>
                  </a:lnTo>
                  <a:lnTo>
                    <a:pt x="128540" y="6205376"/>
                  </a:lnTo>
                  <a:lnTo>
                    <a:pt x="128698" y="6205376"/>
                  </a:lnTo>
                  <a:lnTo>
                    <a:pt x="128855" y="6205376"/>
                  </a:lnTo>
                  <a:lnTo>
                    <a:pt x="128855" y="6204946"/>
                  </a:lnTo>
                  <a:lnTo>
                    <a:pt x="129013" y="6204946"/>
                  </a:lnTo>
                  <a:lnTo>
                    <a:pt x="129171" y="6204946"/>
                  </a:lnTo>
                  <a:lnTo>
                    <a:pt x="129328" y="6204946"/>
                  </a:lnTo>
                  <a:lnTo>
                    <a:pt x="129644" y="6204946"/>
                  </a:lnTo>
                  <a:lnTo>
                    <a:pt x="129802" y="6204946"/>
                  </a:lnTo>
                  <a:lnTo>
                    <a:pt x="129959" y="6204946"/>
                  </a:lnTo>
                  <a:lnTo>
                    <a:pt x="129959" y="6204515"/>
                  </a:lnTo>
                  <a:lnTo>
                    <a:pt x="129959" y="6204084"/>
                  </a:lnTo>
                  <a:lnTo>
                    <a:pt x="130117" y="6204084"/>
                  </a:lnTo>
                  <a:lnTo>
                    <a:pt x="130275" y="6204084"/>
                  </a:lnTo>
                  <a:lnTo>
                    <a:pt x="130433" y="6204084"/>
                  </a:lnTo>
                  <a:lnTo>
                    <a:pt x="130590" y="6204084"/>
                  </a:lnTo>
                  <a:lnTo>
                    <a:pt x="130590" y="6203654"/>
                  </a:lnTo>
                  <a:lnTo>
                    <a:pt x="130748" y="6203654"/>
                  </a:lnTo>
                  <a:lnTo>
                    <a:pt x="130906" y="6203654"/>
                  </a:lnTo>
                  <a:lnTo>
                    <a:pt x="130906" y="6203223"/>
                  </a:lnTo>
                  <a:lnTo>
                    <a:pt x="130906" y="6202793"/>
                  </a:lnTo>
                  <a:lnTo>
                    <a:pt x="131063" y="6202793"/>
                  </a:lnTo>
                  <a:lnTo>
                    <a:pt x="131063" y="6202362"/>
                  </a:lnTo>
                  <a:lnTo>
                    <a:pt x="131063" y="6201931"/>
                  </a:lnTo>
                  <a:lnTo>
                    <a:pt x="131221" y="6201931"/>
                  </a:lnTo>
                  <a:lnTo>
                    <a:pt x="131221" y="6201501"/>
                  </a:lnTo>
                  <a:lnTo>
                    <a:pt x="131221" y="6201070"/>
                  </a:lnTo>
                  <a:lnTo>
                    <a:pt x="131379" y="6201070"/>
                  </a:lnTo>
                  <a:lnTo>
                    <a:pt x="131379" y="6200640"/>
                  </a:lnTo>
                  <a:lnTo>
                    <a:pt x="131537" y="6200640"/>
                  </a:lnTo>
                  <a:lnTo>
                    <a:pt x="131694" y="6200640"/>
                  </a:lnTo>
                  <a:lnTo>
                    <a:pt x="131852" y="6200640"/>
                  </a:lnTo>
                  <a:lnTo>
                    <a:pt x="132010" y="6200640"/>
                  </a:lnTo>
                  <a:lnTo>
                    <a:pt x="132010" y="6200209"/>
                  </a:lnTo>
                  <a:lnTo>
                    <a:pt x="132167" y="6200209"/>
                  </a:lnTo>
                  <a:lnTo>
                    <a:pt x="132325" y="6200209"/>
                  </a:lnTo>
                  <a:lnTo>
                    <a:pt x="132483" y="6200209"/>
                  </a:lnTo>
                  <a:lnTo>
                    <a:pt x="132641" y="6200209"/>
                  </a:lnTo>
                  <a:lnTo>
                    <a:pt x="132956" y="6200209"/>
                  </a:lnTo>
                  <a:lnTo>
                    <a:pt x="133114" y="6200209"/>
                  </a:lnTo>
                  <a:lnTo>
                    <a:pt x="133271" y="6200209"/>
                  </a:lnTo>
                  <a:lnTo>
                    <a:pt x="133271" y="6199778"/>
                  </a:lnTo>
                  <a:lnTo>
                    <a:pt x="133429" y="6199778"/>
                  </a:lnTo>
                  <a:lnTo>
                    <a:pt x="133587" y="6199778"/>
                  </a:lnTo>
                  <a:lnTo>
                    <a:pt x="133745" y="6199778"/>
                  </a:lnTo>
                  <a:lnTo>
                    <a:pt x="133902" y="6199778"/>
                  </a:lnTo>
                  <a:lnTo>
                    <a:pt x="133902" y="6199348"/>
                  </a:lnTo>
                  <a:lnTo>
                    <a:pt x="134060" y="6199348"/>
                  </a:lnTo>
                  <a:lnTo>
                    <a:pt x="134218" y="6198056"/>
                  </a:lnTo>
                  <a:lnTo>
                    <a:pt x="134375" y="6198056"/>
                  </a:lnTo>
                  <a:lnTo>
                    <a:pt x="134533" y="6198056"/>
                  </a:lnTo>
                  <a:lnTo>
                    <a:pt x="134691" y="6198056"/>
                  </a:lnTo>
                  <a:lnTo>
                    <a:pt x="135006" y="6198056"/>
                  </a:lnTo>
                  <a:lnTo>
                    <a:pt x="135164" y="6198056"/>
                  </a:lnTo>
                  <a:lnTo>
                    <a:pt x="135322" y="6198056"/>
                  </a:lnTo>
                  <a:lnTo>
                    <a:pt x="135480" y="6198056"/>
                  </a:lnTo>
                  <a:lnTo>
                    <a:pt x="135637" y="6198056"/>
                  </a:lnTo>
                  <a:lnTo>
                    <a:pt x="135637" y="6197625"/>
                  </a:lnTo>
                  <a:lnTo>
                    <a:pt x="135795" y="6197625"/>
                  </a:lnTo>
                  <a:lnTo>
                    <a:pt x="135953" y="6197625"/>
                  </a:lnTo>
                  <a:lnTo>
                    <a:pt x="136110" y="6197625"/>
                  </a:lnTo>
                  <a:lnTo>
                    <a:pt x="136268" y="6197625"/>
                  </a:lnTo>
                  <a:lnTo>
                    <a:pt x="136426" y="6197625"/>
                  </a:lnTo>
                  <a:lnTo>
                    <a:pt x="136584" y="6197625"/>
                  </a:lnTo>
                  <a:lnTo>
                    <a:pt x="136741" y="6197625"/>
                  </a:lnTo>
                  <a:lnTo>
                    <a:pt x="136741" y="6197195"/>
                  </a:lnTo>
                  <a:lnTo>
                    <a:pt x="136899" y="6197195"/>
                  </a:lnTo>
                  <a:lnTo>
                    <a:pt x="136899" y="6196764"/>
                  </a:lnTo>
                  <a:lnTo>
                    <a:pt x="137057" y="6196764"/>
                  </a:lnTo>
                  <a:lnTo>
                    <a:pt x="137057" y="6196334"/>
                  </a:lnTo>
                  <a:lnTo>
                    <a:pt x="137057" y="6195903"/>
                  </a:lnTo>
                  <a:lnTo>
                    <a:pt x="137214" y="6195903"/>
                  </a:lnTo>
                  <a:lnTo>
                    <a:pt x="137372" y="6195903"/>
                  </a:lnTo>
                  <a:lnTo>
                    <a:pt x="137530" y="6195903"/>
                  </a:lnTo>
                  <a:lnTo>
                    <a:pt x="137530" y="6195472"/>
                  </a:lnTo>
                  <a:lnTo>
                    <a:pt x="137688" y="6195472"/>
                  </a:lnTo>
                  <a:lnTo>
                    <a:pt x="137845" y="6195472"/>
                  </a:lnTo>
                  <a:lnTo>
                    <a:pt x="138003" y="6195472"/>
                  </a:lnTo>
                  <a:lnTo>
                    <a:pt x="138161" y="6195472"/>
                  </a:lnTo>
                  <a:lnTo>
                    <a:pt x="138318" y="6195472"/>
                  </a:lnTo>
                  <a:lnTo>
                    <a:pt x="138318" y="6195042"/>
                  </a:lnTo>
                  <a:lnTo>
                    <a:pt x="138318" y="6194611"/>
                  </a:lnTo>
                  <a:lnTo>
                    <a:pt x="138476" y="6194611"/>
                  </a:lnTo>
                  <a:lnTo>
                    <a:pt x="138634" y="6194611"/>
                  </a:lnTo>
                  <a:lnTo>
                    <a:pt x="138792" y="6194181"/>
                  </a:lnTo>
                  <a:lnTo>
                    <a:pt x="138949" y="6194181"/>
                  </a:lnTo>
                  <a:lnTo>
                    <a:pt x="139107" y="6194181"/>
                  </a:lnTo>
                  <a:lnTo>
                    <a:pt x="139265" y="6194181"/>
                  </a:lnTo>
                  <a:lnTo>
                    <a:pt x="139265" y="6193750"/>
                  </a:lnTo>
                  <a:lnTo>
                    <a:pt x="139265" y="6193319"/>
                  </a:lnTo>
                  <a:lnTo>
                    <a:pt x="139422" y="6193319"/>
                  </a:lnTo>
                  <a:lnTo>
                    <a:pt x="139580" y="6193319"/>
                  </a:lnTo>
                  <a:lnTo>
                    <a:pt x="139738" y="6193319"/>
                  </a:lnTo>
                  <a:lnTo>
                    <a:pt x="139738" y="6192889"/>
                  </a:lnTo>
                  <a:lnTo>
                    <a:pt x="139896" y="6192889"/>
                  </a:lnTo>
                  <a:lnTo>
                    <a:pt x="140053" y="6192889"/>
                  </a:lnTo>
                  <a:lnTo>
                    <a:pt x="140211" y="6192889"/>
                  </a:lnTo>
                  <a:lnTo>
                    <a:pt x="140369" y="6192889"/>
                  </a:lnTo>
                  <a:lnTo>
                    <a:pt x="140369" y="6192458"/>
                  </a:lnTo>
                  <a:lnTo>
                    <a:pt x="140526" y="6192458"/>
                  </a:lnTo>
                  <a:lnTo>
                    <a:pt x="140684" y="6192458"/>
                  </a:lnTo>
                  <a:lnTo>
                    <a:pt x="140842" y="6192458"/>
                  </a:lnTo>
                  <a:lnTo>
                    <a:pt x="141000" y="6192458"/>
                  </a:lnTo>
                  <a:lnTo>
                    <a:pt x="141157" y="6192458"/>
                  </a:lnTo>
                  <a:lnTo>
                    <a:pt x="141157" y="6192028"/>
                  </a:lnTo>
                  <a:lnTo>
                    <a:pt x="141315" y="6192028"/>
                  </a:lnTo>
                  <a:lnTo>
                    <a:pt x="141473" y="6192028"/>
                  </a:lnTo>
                  <a:lnTo>
                    <a:pt x="141473" y="6191597"/>
                  </a:lnTo>
                  <a:lnTo>
                    <a:pt x="141631" y="6191597"/>
                  </a:lnTo>
                  <a:lnTo>
                    <a:pt x="141788" y="6191597"/>
                  </a:lnTo>
                  <a:lnTo>
                    <a:pt x="141788" y="6190736"/>
                  </a:lnTo>
                  <a:lnTo>
                    <a:pt x="141946" y="6190736"/>
                  </a:lnTo>
                  <a:lnTo>
                    <a:pt x="142104" y="6190736"/>
                  </a:lnTo>
                  <a:lnTo>
                    <a:pt x="142261" y="6190736"/>
                  </a:lnTo>
                  <a:lnTo>
                    <a:pt x="142419" y="6190736"/>
                  </a:lnTo>
                  <a:lnTo>
                    <a:pt x="142577" y="6190736"/>
                  </a:lnTo>
                  <a:lnTo>
                    <a:pt x="142735" y="6190736"/>
                  </a:lnTo>
                  <a:lnTo>
                    <a:pt x="142735" y="6190305"/>
                  </a:lnTo>
                  <a:lnTo>
                    <a:pt x="142892" y="6190305"/>
                  </a:lnTo>
                  <a:lnTo>
                    <a:pt x="142892" y="6189875"/>
                  </a:lnTo>
                  <a:lnTo>
                    <a:pt x="143050" y="6189875"/>
                  </a:lnTo>
                  <a:lnTo>
                    <a:pt x="143208" y="6189875"/>
                  </a:lnTo>
                  <a:lnTo>
                    <a:pt x="143208" y="6189444"/>
                  </a:lnTo>
                  <a:lnTo>
                    <a:pt x="143365" y="6189444"/>
                  </a:lnTo>
                  <a:lnTo>
                    <a:pt x="143523" y="6189444"/>
                  </a:lnTo>
                  <a:lnTo>
                    <a:pt x="143681" y="6189444"/>
                  </a:lnTo>
                  <a:lnTo>
                    <a:pt x="143839" y="6189444"/>
                  </a:lnTo>
                  <a:lnTo>
                    <a:pt x="143996" y="6189444"/>
                  </a:lnTo>
                  <a:lnTo>
                    <a:pt x="143996" y="6189013"/>
                  </a:lnTo>
                  <a:lnTo>
                    <a:pt x="144154" y="6189013"/>
                  </a:lnTo>
                  <a:lnTo>
                    <a:pt x="144312" y="6189013"/>
                  </a:lnTo>
                  <a:lnTo>
                    <a:pt x="144469" y="6189013"/>
                  </a:lnTo>
                  <a:lnTo>
                    <a:pt x="144627" y="6189013"/>
                  </a:lnTo>
                  <a:lnTo>
                    <a:pt x="144785" y="6189013"/>
                  </a:lnTo>
                  <a:lnTo>
                    <a:pt x="144785" y="6188583"/>
                  </a:lnTo>
                  <a:lnTo>
                    <a:pt x="144943" y="6188583"/>
                  </a:lnTo>
                  <a:lnTo>
                    <a:pt x="145100" y="6188583"/>
                  </a:lnTo>
                  <a:lnTo>
                    <a:pt x="145100" y="6188152"/>
                  </a:lnTo>
                  <a:lnTo>
                    <a:pt x="145258" y="6188152"/>
                  </a:lnTo>
                  <a:lnTo>
                    <a:pt x="145416" y="6188152"/>
                  </a:lnTo>
                  <a:lnTo>
                    <a:pt x="145573" y="6188152"/>
                  </a:lnTo>
                  <a:lnTo>
                    <a:pt x="145731" y="6188152"/>
                  </a:lnTo>
                  <a:lnTo>
                    <a:pt x="145731" y="6187722"/>
                  </a:lnTo>
                  <a:lnTo>
                    <a:pt x="145889" y="6187722"/>
                  </a:lnTo>
                  <a:lnTo>
                    <a:pt x="146047" y="6187722"/>
                  </a:lnTo>
                  <a:lnTo>
                    <a:pt x="146204" y="6187722"/>
                  </a:lnTo>
                  <a:lnTo>
                    <a:pt x="146362" y="6187722"/>
                  </a:lnTo>
                  <a:lnTo>
                    <a:pt x="146362" y="6187291"/>
                  </a:lnTo>
                  <a:lnTo>
                    <a:pt x="146520" y="6187291"/>
                  </a:lnTo>
                  <a:lnTo>
                    <a:pt x="146520" y="6186860"/>
                  </a:lnTo>
                  <a:lnTo>
                    <a:pt x="146677" y="6186860"/>
                  </a:lnTo>
                  <a:lnTo>
                    <a:pt x="146835" y="6186860"/>
                  </a:lnTo>
                  <a:lnTo>
                    <a:pt x="146993" y="6186860"/>
                  </a:lnTo>
                  <a:lnTo>
                    <a:pt x="146993" y="6186430"/>
                  </a:lnTo>
                  <a:lnTo>
                    <a:pt x="147151" y="6185999"/>
                  </a:lnTo>
                  <a:lnTo>
                    <a:pt x="147308" y="6185999"/>
                  </a:lnTo>
                  <a:lnTo>
                    <a:pt x="147466" y="6185999"/>
                  </a:lnTo>
                  <a:lnTo>
                    <a:pt x="147782" y="6185999"/>
                  </a:lnTo>
                  <a:lnTo>
                    <a:pt x="147939" y="6185999"/>
                  </a:lnTo>
                  <a:lnTo>
                    <a:pt x="148097" y="6185999"/>
                  </a:lnTo>
                  <a:lnTo>
                    <a:pt x="148097" y="6185569"/>
                  </a:lnTo>
                  <a:lnTo>
                    <a:pt x="148255" y="6185569"/>
                  </a:lnTo>
                  <a:lnTo>
                    <a:pt x="148255" y="6185138"/>
                  </a:lnTo>
                  <a:lnTo>
                    <a:pt x="148412" y="6185138"/>
                  </a:lnTo>
                  <a:lnTo>
                    <a:pt x="148412" y="6184707"/>
                  </a:lnTo>
                  <a:lnTo>
                    <a:pt x="148570" y="6184707"/>
                  </a:lnTo>
                  <a:lnTo>
                    <a:pt x="148570" y="6183846"/>
                  </a:lnTo>
                  <a:lnTo>
                    <a:pt x="148728" y="6183846"/>
                  </a:lnTo>
                  <a:lnTo>
                    <a:pt x="148886" y="6183846"/>
                  </a:lnTo>
                  <a:lnTo>
                    <a:pt x="149043" y="6183846"/>
                  </a:lnTo>
                  <a:lnTo>
                    <a:pt x="149043" y="6183416"/>
                  </a:lnTo>
                  <a:lnTo>
                    <a:pt x="149043" y="6182985"/>
                  </a:lnTo>
                  <a:lnTo>
                    <a:pt x="149043" y="6182554"/>
                  </a:lnTo>
                  <a:lnTo>
                    <a:pt x="149201" y="6182554"/>
                  </a:lnTo>
                  <a:lnTo>
                    <a:pt x="149201" y="6182124"/>
                  </a:lnTo>
                  <a:lnTo>
                    <a:pt x="149359" y="6182124"/>
                  </a:lnTo>
                  <a:lnTo>
                    <a:pt x="149516" y="6182124"/>
                  </a:lnTo>
                  <a:lnTo>
                    <a:pt x="149674" y="6182124"/>
                  </a:lnTo>
                  <a:lnTo>
                    <a:pt x="149832" y="6182124"/>
                  </a:lnTo>
                  <a:lnTo>
                    <a:pt x="149990" y="6182124"/>
                  </a:lnTo>
                  <a:lnTo>
                    <a:pt x="149990" y="6181693"/>
                  </a:lnTo>
                  <a:lnTo>
                    <a:pt x="150147" y="6181693"/>
                  </a:lnTo>
                  <a:lnTo>
                    <a:pt x="150305" y="6181693"/>
                  </a:lnTo>
                  <a:lnTo>
                    <a:pt x="150305" y="6181263"/>
                  </a:lnTo>
                  <a:lnTo>
                    <a:pt x="150463" y="6181263"/>
                  </a:lnTo>
                  <a:lnTo>
                    <a:pt x="150620" y="6181263"/>
                  </a:lnTo>
                  <a:lnTo>
                    <a:pt x="150778" y="6181263"/>
                  </a:lnTo>
                  <a:lnTo>
                    <a:pt x="150936" y="6181263"/>
                  </a:lnTo>
                  <a:lnTo>
                    <a:pt x="151094" y="6181263"/>
                  </a:lnTo>
                  <a:lnTo>
                    <a:pt x="151094" y="6180832"/>
                  </a:lnTo>
                  <a:lnTo>
                    <a:pt x="151094" y="6180401"/>
                  </a:lnTo>
                  <a:lnTo>
                    <a:pt x="151409" y="6179971"/>
                  </a:lnTo>
                  <a:lnTo>
                    <a:pt x="151567" y="6179971"/>
                  </a:lnTo>
                  <a:lnTo>
                    <a:pt x="151724" y="6179971"/>
                  </a:lnTo>
                  <a:lnTo>
                    <a:pt x="151882" y="6179971"/>
                  </a:lnTo>
                  <a:lnTo>
                    <a:pt x="151882" y="6179540"/>
                  </a:lnTo>
                  <a:lnTo>
                    <a:pt x="151882" y="6179110"/>
                  </a:lnTo>
                  <a:lnTo>
                    <a:pt x="151882" y="6178679"/>
                  </a:lnTo>
                  <a:lnTo>
                    <a:pt x="152040" y="6178679"/>
                  </a:lnTo>
                  <a:lnTo>
                    <a:pt x="152198" y="6178679"/>
                  </a:lnTo>
                  <a:lnTo>
                    <a:pt x="152355" y="6178679"/>
                  </a:lnTo>
                  <a:lnTo>
                    <a:pt x="152671" y="6178679"/>
                  </a:lnTo>
                  <a:lnTo>
                    <a:pt x="152829" y="6178679"/>
                  </a:lnTo>
                  <a:lnTo>
                    <a:pt x="152829" y="6178248"/>
                  </a:lnTo>
                  <a:lnTo>
                    <a:pt x="152829" y="6177818"/>
                  </a:lnTo>
                  <a:lnTo>
                    <a:pt x="152829" y="6177387"/>
                  </a:lnTo>
                  <a:lnTo>
                    <a:pt x="152829" y="6176526"/>
                  </a:lnTo>
                  <a:lnTo>
                    <a:pt x="152829" y="6176095"/>
                  </a:lnTo>
                  <a:lnTo>
                    <a:pt x="152829" y="6175665"/>
                  </a:lnTo>
                  <a:lnTo>
                    <a:pt x="152986" y="6175665"/>
                  </a:lnTo>
                  <a:lnTo>
                    <a:pt x="152986" y="6175234"/>
                  </a:lnTo>
                  <a:lnTo>
                    <a:pt x="153144" y="6175234"/>
                  </a:lnTo>
                  <a:lnTo>
                    <a:pt x="153144" y="6174804"/>
                  </a:lnTo>
                  <a:lnTo>
                    <a:pt x="153302" y="6174804"/>
                  </a:lnTo>
                  <a:lnTo>
                    <a:pt x="153302" y="6174373"/>
                  </a:lnTo>
                  <a:lnTo>
                    <a:pt x="153459" y="6174373"/>
                  </a:lnTo>
                  <a:lnTo>
                    <a:pt x="153459" y="6173942"/>
                  </a:lnTo>
                  <a:lnTo>
                    <a:pt x="153617" y="6173942"/>
                  </a:lnTo>
                  <a:lnTo>
                    <a:pt x="153617" y="6173512"/>
                  </a:lnTo>
                  <a:lnTo>
                    <a:pt x="153775" y="6173512"/>
                  </a:lnTo>
                  <a:lnTo>
                    <a:pt x="153933" y="6173512"/>
                  </a:lnTo>
                  <a:lnTo>
                    <a:pt x="154090" y="6173512"/>
                  </a:lnTo>
                  <a:lnTo>
                    <a:pt x="154248" y="6173512"/>
                  </a:lnTo>
                  <a:lnTo>
                    <a:pt x="154563" y="6173512"/>
                  </a:lnTo>
                  <a:lnTo>
                    <a:pt x="154721" y="6173512"/>
                  </a:lnTo>
                  <a:lnTo>
                    <a:pt x="154879" y="6173512"/>
                  </a:lnTo>
                  <a:lnTo>
                    <a:pt x="155037" y="6173512"/>
                  </a:lnTo>
                  <a:lnTo>
                    <a:pt x="155037" y="6173081"/>
                  </a:lnTo>
                  <a:lnTo>
                    <a:pt x="155037" y="6172651"/>
                  </a:lnTo>
                  <a:lnTo>
                    <a:pt x="155194" y="6172651"/>
                  </a:lnTo>
                  <a:lnTo>
                    <a:pt x="155194" y="6172220"/>
                  </a:lnTo>
                  <a:lnTo>
                    <a:pt x="155194" y="6171789"/>
                  </a:lnTo>
                  <a:lnTo>
                    <a:pt x="155352" y="6171789"/>
                  </a:lnTo>
                  <a:lnTo>
                    <a:pt x="155510" y="6171789"/>
                  </a:lnTo>
                  <a:lnTo>
                    <a:pt x="155667" y="6171789"/>
                  </a:lnTo>
                  <a:lnTo>
                    <a:pt x="155825" y="6171789"/>
                  </a:lnTo>
                  <a:lnTo>
                    <a:pt x="155825" y="6171359"/>
                  </a:lnTo>
                  <a:lnTo>
                    <a:pt x="155983" y="6171359"/>
                  </a:lnTo>
                  <a:lnTo>
                    <a:pt x="156141" y="6171359"/>
                  </a:lnTo>
                  <a:lnTo>
                    <a:pt x="156298" y="6171359"/>
                  </a:lnTo>
                  <a:lnTo>
                    <a:pt x="156298" y="6170928"/>
                  </a:lnTo>
                  <a:lnTo>
                    <a:pt x="156456" y="6170928"/>
                  </a:lnTo>
                  <a:lnTo>
                    <a:pt x="156614" y="6170928"/>
                  </a:lnTo>
                  <a:lnTo>
                    <a:pt x="156771" y="6170928"/>
                  </a:lnTo>
                  <a:lnTo>
                    <a:pt x="156929" y="6170928"/>
                  </a:lnTo>
                  <a:lnTo>
                    <a:pt x="156929" y="6170498"/>
                  </a:lnTo>
                  <a:lnTo>
                    <a:pt x="157087" y="6170498"/>
                  </a:lnTo>
                  <a:lnTo>
                    <a:pt x="157245" y="6170498"/>
                  </a:lnTo>
                  <a:lnTo>
                    <a:pt x="157245" y="6170067"/>
                  </a:lnTo>
                  <a:lnTo>
                    <a:pt x="157245" y="6169636"/>
                  </a:lnTo>
                  <a:lnTo>
                    <a:pt x="157402" y="6169636"/>
                  </a:lnTo>
                  <a:lnTo>
                    <a:pt x="157560" y="6169636"/>
                  </a:lnTo>
                  <a:lnTo>
                    <a:pt x="157718" y="6169636"/>
                  </a:lnTo>
                  <a:lnTo>
                    <a:pt x="157718" y="6169206"/>
                  </a:lnTo>
                  <a:lnTo>
                    <a:pt x="157875" y="6169206"/>
                  </a:lnTo>
                  <a:lnTo>
                    <a:pt x="157875" y="6168775"/>
                  </a:lnTo>
                  <a:lnTo>
                    <a:pt x="158033" y="6168775"/>
                  </a:lnTo>
                  <a:lnTo>
                    <a:pt x="158191" y="6168775"/>
                  </a:lnTo>
                  <a:lnTo>
                    <a:pt x="158349" y="6168775"/>
                  </a:lnTo>
                  <a:lnTo>
                    <a:pt x="158506" y="6168775"/>
                  </a:lnTo>
                  <a:lnTo>
                    <a:pt x="158664" y="6168775"/>
                  </a:lnTo>
                  <a:lnTo>
                    <a:pt x="158822" y="6168775"/>
                  </a:lnTo>
                  <a:lnTo>
                    <a:pt x="158980" y="6168775"/>
                  </a:lnTo>
                  <a:lnTo>
                    <a:pt x="159137" y="6168775"/>
                  </a:lnTo>
                  <a:lnTo>
                    <a:pt x="159295" y="6168775"/>
                  </a:lnTo>
                  <a:lnTo>
                    <a:pt x="159453" y="6168775"/>
                  </a:lnTo>
                  <a:lnTo>
                    <a:pt x="159610" y="6168775"/>
                  </a:lnTo>
                  <a:lnTo>
                    <a:pt x="159768" y="6168775"/>
                  </a:lnTo>
                  <a:lnTo>
                    <a:pt x="159926" y="6168775"/>
                  </a:lnTo>
                  <a:lnTo>
                    <a:pt x="159926" y="6168345"/>
                  </a:lnTo>
                  <a:lnTo>
                    <a:pt x="160084" y="6167914"/>
                  </a:lnTo>
                  <a:lnTo>
                    <a:pt x="160241" y="6167914"/>
                  </a:lnTo>
                  <a:lnTo>
                    <a:pt x="160399" y="6167914"/>
                  </a:lnTo>
                  <a:lnTo>
                    <a:pt x="160557" y="6167914"/>
                  </a:lnTo>
                  <a:lnTo>
                    <a:pt x="160557" y="6167483"/>
                  </a:lnTo>
                  <a:lnTo>
                    <a:pt x="160557" y="6167053"/>
                  </a:lnTo>
                  <a:lnTo>
                    <a:pt x="160557" y="6166622"/>
                  </a:lnTo>
                  <a:lnTo>
                    <a:pt x="160714" y="6166622"/>
                  </a:lnTo>
                  <a:lnTo>
                    <a:pt x="160714" y="6166192"/>
                  </a:lnTo>
                  <a:lnTo>
                    <a:pt x="160872" y="6166192"/>
                  </a:lnTo>
                  <a:lnTo>
                    <a:pt x="161030" y="6166192"/>
                  </a:lnTo>
                  <a:lnTo>
                    <a:pt x="161188" y="6166192"/>
                  </a:lnTo>
                  <a:lnTo>
                    <a:pt x="161188" y="6165761"/>
                  </a:lnTo>
                  <a:lnTo>
                    <a:pt x="161345" y="6165761"/>
                  </a:lnTo>
                  <a:lnTo>
                    <a:pt x="161503" y="6165761"/>
                  </a:lnTo>
                  <a:lnTo>
                    <a:pt x="161661" y="6165761"/>
                  </a:lnTo>
                  <a:lnTo>
                    <a:pt x="161818" y="6165761"/>
                  </a:lnTo>
                  <a:lnTo>
                    <a:pt x="161976" y="6165761"/>
                  </a:lnTo>
                  <a:lnTo>
                    <a:pt x="161976" y="6165330"/>
                  </a:lnTo>
                  <a:lnTo>
                    <a:pt x="162134" y="6165330"/>
                  </a:lnTo>
                  <a:lnTo>
                    <a:pt x="162292" y="6165330"/>
                  </a:lnTo>
                  <a:lnTo>
                    <a:pt x="162449" y="6165330"/>
                  </a:lnTo>
                  <a:lnTo>
                    <a:pt x="162449" y="6164900"/>
                  </a:lnTo>
                  <a:lnTo>
                    <a:pt x="162607" y="6164900"/>
                  </a:lnTo>
                  <a:lnTo>
                    <a:pt x="162765" y="6164900"/>
                  </a:lnTo>
                  <a:lnTo>
                    <a:pt x="162922" y="6164900"/>
                  </a:lnTo>
                  <a:lnTo>
                    <a:pt x="162922" y="6164469"/>
                  </a:lnTo>
                  <a:lnTo>
                    <a:pt x="163080" y="6164469"/>
                  </a:lnTo>
                  <a:lnTo>
                    <a:pt x="163080" y="6164039"/>
                  </a:lnTo>
                  <a:lnTo>
                    <a:pt x="163238" y="6164039"/>
                  </a:lnTo>
                  <a:lnTo>
                    <a:pt x="163396" y="6164039"/>
                  </a:lnTo>
                  <a:lnTo>
                    <a:pt x="163553" y="6164039"/>
                  </a:lnTo>
                  <a:lnTo>
                    <a:pt x="163553" y="6163608"/>
                  </a:lnTo>
                  <a:lnTo>
                    <a:pt x="163711" y="6163608"/>
                  </a:lnTo>
                  <a:lnTo>
                    <a:pt x="163869" y="6163608"/>
                  </a:lnTo>
                  <a:lnTo>
                    <a:pt x="164027" y="6163177"/>
                  </a:lnTo>
                  <a:lnTo>
                    <a:pt x="164184" y="6163177"/>
                  </a:lnTo>
                  <a:lnTo>
                    <a:pt x="164342" y="6163177"/>
                  </a:lnTo>
                  <a:lnTo>
                    <a:pt x="164500" y="6163177"/>
                  </a:lnTo>
                  <a:lnTo>
                    <a:pt x="164657" y="6163177"/>
                  </a:lnTo>
                  <a:lnTo>
                    <a:pt x="164815" y="6163177"/>
                  </a:lnTo>
                  <a:lnTo>
                    <a:pt x="164973" y="6163177"/>
                  </a:lnTo>
                  <a:lnTo>
                    <a:pt x="165131" y="6163177"/>
                  </a:lnTo>
                  <a:lnTo>
                    <a:pt x="165288" y="6163177"/>
                  </a:lnTo>
                  <a:lnTo>
                    <a:pt x="165446" y="6163177"/>
                  </a:lnTo>
                  <a:lnTo>
                    <a:pt x="165604" y="6163177"/>
                  </a:lnTo>
                  <a:lnTo>
                    <a:pt x="165761" y="6163177"/>
                  </a:lnTo>
                  <a:lnTo>
                    <a:pt x="165919" y="6163177"/>
                  </a:lnTo>
                  <a:lnTo>
                    <a:pt x="166077" y="6163177"/>
                  </a:lnTo>
                  <a:lnTo>
                    <a:pt x="166235" y="6163177"/>
                  </a:lnTo>
                  <a:lnTo>
                    <a:pt x="166392" y="6163177"/>
                  </a:lnTo>
                  <a:lnTo>
                    <a:pt x="166550" y="6163177"/>
                  </a:lnTo>
                  <a:lnTo>
                    <a:pt x="166550" y="6162316"/>
                  </a:lnTo>
                  <a:lnTo>
                    <a:pt x="166708" y="6162316"/>
                  </a:lnTo>
                  <a:lnTo>
                    <a:pt x="166708" y="6161886"/>
                  </a:lnTo>
                  <a:lnTo>
                    <a:pt x="166865" y="6161886"/>
                  </a:lnTo>
                  <a:lnTo>
                    <a:pt x="167023" y="6161886"/>
                  </a:lnTo>
                  <a:lnTo>
                    <a:pt x="167181" y="6161886"/>
                  </a:lnTo>
                  <a:lnTo>
                    <a:pt x="167181" y="6161455"/>
                  </a:lnTo>
                  <a:lnTo>
                    <a:pt x="167339" y="6161455"/>
                  </a:lnTo>
                  <a:lnTo>
                    <a:pt x="167496" y="6161455"/>
                  </a:lnTo>
                  <a:lnTo>
                    <a:pt x="167654" y="6161455"/>
                  </a:lnTo>
                  <a:lnTo>
                    <a:pt x="167654" y="6161024"/>
                  </a:lnTo>
                  <a:lnTo>
                    <a:pt x="168285" y="6160594"/>
                  </a:lnTo>
                  <a:lnTo>
                    <a:pt x="168285" y="6160163"/>
                  </a:lnTo>
                  <a:lnTo>
                    <a:pt x="168443" y="6160163"/>
                  </a:lnTo>
                  <a:lnTo>
                    <a:pt x="168600" y="6160163"/>
                  </a:lnTo>
                  <a:lnTo>
                    <a:pt x="168600" y="6159733"/>
                  </a:lnTo>
                  <a:lnTo>
                    <a:pt x="168758" y="6159733"/>
                  </a:lnTo>
                  <a:lnTo>
                    <a:pt x="168916" y="6159733"/>
                  </a:lnTo>
                  <a:lnTo>
                    <a:pt x="169231" y="6159733"/>
                  </a:lnTo>
                  <a:lnTo>
                    <a:pt x="169389" y="6159733"/>
                  </a:lnTo>
                  <a:lnTo>
                    <a:pt x="169547" y="6159733"/>
                  </a:lnTo>
                  <a:lnTo>
                    <a:pt x="169862" y="6159733"/>
                  </a:lnTo>
                  <a:lnTo>
                    <a:pt x="170020" y="6159733"/>
                  </a:lnTo>
                  <a:lnTo>
                    <a:pt x="170178" y="6159733"/>
                  </a:lnTo>
                  <a:lnTo>
                    <a:pt x="170335" y="6159733"/>
                  </a:lnTo>
                  <a:lnTo>
                    <a:pt x="170493" y="6159733"/>
                  </a:lnTo>
                  <a:lnTo>
                    <a:pt x="170651" y="6159733"/>
                  </a:lnTo>
                  <a:lnTo>
                    <a:pt x="170651" y="6159302"/>
                  </a:lnTo>
                  <a:lnTo>
                    <a:pt x="170808" y="6158871"/>
                  </a:lnTo>
                  <a:lnTo>
                    <a:pt x="170966" y="6158871"/>
                  </a:lnTo>
                  <a:lnTo>
                    <a:pt x="171124" y="6158871"/>
                  </a:lnTo>
                  <a:lnTo>
                    <a:pt x="171282" y="6158871"/>
                  </a:lnTo>
                  <a:lnTo>
                    <a:pt x="171439" y="6158871"/>
                  </a:lnTo>
                  <a:lnTo>
                    <a:pt x="171597" y="6158871"/>
                  </a:lnTo>
                  <a:lnTo>
                    <a:pt x="171755" y="6158871"/>
                  </a:lnTo>
                  <a:lnTo>
                    <a:pt x="171755" y="6158441"/>
                  </a:lnTo>
                  <a:lnTo>
                    <a:pt x="171755" y="6158010"/>
                  </a:lnTo>
                  <a:lnTo>
                    <a:pt x="171912" y="6158010"/>
                  </a:lnTo>
                  <a:lnTo>
                    <a:pt x="171912" y="6157580"/>
                  </a:lnTo>
                  <a:lnTo>
                    <a:pt x="172070" y="6157580"/>
                  </a:lnTo>
                  <a:lnTo>
                    <a:pt x="172070" y="6157149"/>
                  </a:lnTo>
                  <a:lnTo>
                    <a:pt x="172228" y="6157149"/>
                  </a:lnTo>
                  <a:lnTo>
                    <a:pt x="172386" y="6157149"/>
                  </a:lnTo>
                  <a:lnTo>
                    <a:pt x="172543" y="6157149"/>
                  </a:lnTo>
                  <a:lnTo>
                    <a:pt x="172701" y="6157149"/>
                  </a:lnTo>
                  <a:lnTo>
                    <a:pt x="172859" y="6157149"/>
                  </a:lnTo>
                  <a:lnTo>
                    <a:pt x="173016" y="6157149"/>
                  </a:lnTo>
                  <a:lnTo>
                    <a:pt x="173174" y="6157149"/>
                  </a:lnTo>
                  <a:lnTo>
                    <a:pt x="173332" y="6157149"/>
                  </a:lnTo>
                  <a:lnTo>
                    <a:pt x="173332" y="6156718"/>
                  </a:lnTo>
                  <a:lnTo>
                    <a:pt x="173490" y="6156718"/>
                  </a:lnTo>
                  <a:lnTo>
                    <a:pt x="173647" y="6156718"/>
                  </a:lnTo>
                  <a:lnTo>
                    <a:pt x="173805" y="6156718"/>
                  </a:lnTo>
                  <a:lnTo>
                    <a:pt x="173805" y="6156288"/>
                  </a:lnTo>
                  <a:lnTo>
                    <a:pt x="173963" y="6156288"/>
                  </a:lnTo>
                  <a:lnTo>
                    <a:pt x="174120" y="6156288"/>
                  </a:lnTo>
                  <a:lnTo>
                    <a:pt x="174436" y="6156288"/>
                  </a:lnTo>
                  <a:lnTo>
                    <a:pt x="174594" y="6156288"/>
                  </a:lnTo>
                  <a:lnTo>
                    <a:pt x="174909" y="6156288"/>
                  </a:lnTo>
                  <a:lnTo>
                    <a:pt x="175067" y="6156288"/>
                  </a:lnTo>
                  <a:lnTo>
                    <a:pt x="175225" y="6156288"/>
                  </a:lnTo>
                  <a:lnTo>
                    <a:pt x="175382" y="6156288"/>
                  </a:lnTo>
                  <a:lnTo>
                    <a:pt x="175382" y="6155857"/>
                  </a:lnTo>
                  <a:lnTo>
                    <a:pt x="175540" y="6155857"/>
                  </a:lnTo>
                  <a:lnTo>
                    <a:pt x="175698" y="6155857"/>
                  </a:lnTo>
                  <a:lnTo>
                    <a:pt x="175855" y="6155857"/>
                  </a:lnTo>
                  <a:lnTo>
                    <a:pt x="176013" y="6155857"/>
                  </a:lnTo>
                  <a:lnTo>
                    <a:pt x="176329" y="6155857"/>
                  </a:lnTo>
                  <a:lnTo>
                    <a:pt x="176486" y="6155857"/>
                  </a:lnTo>
                  <a:lnTo>
                    <a:pt x="176644" y="6155857"/>
                  </a:lnTo>
                  <a:lnTo>
                    <a:pt x="176802" y="6155857"/>
                  </a:lnTo>
                  <a:lnTo>
                    <a:pt x="176959" y="6155857"/>
                  </a:lnTo>
                  <a:lnTo>
                    <a:pt x="177117" y="6155857"/>
                  </a:lnTo>
                  <a:lnTo>
                    <a:pt x="177117" y="6155427"/>
                  </a:lnTo>
                  <a:lnTo>
                    <a:pt x="177117" y="6154996"/>
                  </a:lnTo>
                  <a:lnTo>
                    <a:pt x="177117" y="6154565"/>
                  </a:lnTo>
                  <a:lnTo>
                    <a:pt x="177275" y="6154565"/>
                  </a:lnTo>
                  <a:lnTo>
                    <a:pt x="177433" y="6154565"/>
                  </a:lnTo>
                  <a:lnTo>
                    <a:pt x="177590" y="6154565"/>
                  </a:lnTo>
                  <a:lnTo>
                    <a:pt x="177748" y="6154565"/>
                  </a:lnTo>
                  <a:lnTo>
                    <a:pt x="177906" y="6154565"/>
                  </a:lnTo>
                  <a:lnTo>
                    <a:pt x="177906" y="6154135"/>
                  </a:lnTo>
                  <a:lnTo>
                    <a:pt x="177906" y="6153704"/>
                  </a:lnTo>
                  <a:lnTo>
                    <a:pt x="178063" y="6153704"/>
                  </a:lnTo>
                  <a:lnTo>
                    <a:pt x="178063" y="6153274"/>
                  </a:lnTo>
                  <a:lnTo>
                    <a:pt x="178221" y="6153274"/>
                  </a:lnTo>
                  <a:lnTo>
                    <a:pt x="178221" y="6152843"/>
                  </a:lnTo>
                  <a:lnTo>
                    <a:pt x="178379" y="6152843"/>
                  </a:lnTo>
                  <a:lnTo>
                    <a:pt x="178379" y="6152412"/>
                  </a:lnTo>
                  <a:lnTo>
                    <a:pt x="178537" y="6152412"/>
                  </a:lnTo>
                  <a:lnTo>
                    <a:pt x="178694" y="6152412"/>
                  </a:lnTo>
                  <a:lnTo>
                    <a:pt x="178852" y="6151982"/>
                  </a:lnTo>
                  <a:lnTo>
                    <a:pt x="178852" y="6151551"/>
                  </a:lnTo>
                  <a:lnTo>
                    <a:pt x="179010" y="6151551"/>
                  </a:lnTo>
                  <a:lnTo>
                    <a:pt x="179167" y="6151551"/>
                  </a:lnTo>
                  <a:lnTo>
                    <a:pt x="179325" y="6151551"/>
                  </a:lnTo>
                  <a:lnTo>
                    <a:pt x="179325" y="6151121"/>
                  </a:lnTo>
                  <a:lnTo>
                    <a:pt x="179483" y="6151121"/>
                  </a:lnTo>
                  <a:lnTo>
                    <a:pt x="179641" y="6151121"/>
                  </a:lnTo>
                  <a:lnTo>
                    <a:pt x="179641" y="6150690"/>
                  </a:lnTo>
                  <a:lnTo>
                    <a:pt x="179956" y="6150690"/>
                  </a:lnTo>
                  <a:lnTo>
                    <a:pt x="179956" y="6150259"/>
                  </a:lnTo>
                  <a:lnTo>
                    <a:pt x="180114" y="6150259"/>
                  </a:lnTo>
                  <a:lnTo>
                    <a:pt x="180114" y="6149829"/>
                  </a:lnTo>
                  <a:lnTo>
                    <a:pt x="180271" y="6149829"/>
                  </a:lnTo>
                  <a:lnTo>
                    <a:pt x="180429" y="6149829"/>
                  </a:lnTo>
                  <a:lnTo>
                    <a:pt x="180587" y="6149829"/>
                  </a:lnTo>
                  <a:lnTo>
                    <a:pt x="180745" y="6149398"/>
                  </a:lnTo>
                  <a:lnTo>
                    <a:pt x="180902" y="6149398"/>
                  </a:lnTo>
                  <a:lnTo>
                    <a:pt x="181060" y="6149398"/>
                  </a:lnTo>
                  <a:lnTo>
                    <a:pt x="181218" y="6149398"/>
                  </a:lnTo>
                  <a:lnTo>
                    <a:pt x="181218" y="6148968"/>
                  </a:lnTo>
                  <a:lnTo>
                    <a:pt x="181376" y="6148968"/>
                  </a:lnTo>
                  <a:lnTo>
                    <a:pt x="181533" y="6148968"/>
                  </a:lnTo>
                  <a:lnTo>
                    <a:pt x="181691" y="6148968"/>
                  </a:lnTo>
                  <a:lnTo>
                    <a:pt x="181849" y="6148968"/>
                  </a:lnTo>
                  <a:lnTo>
                    <a:pt x="182006" y="6148968"/>
                  </a:lnTo>
                  <a:lnTo>
                    <a:pt x="182164" y="6148968"/>
                  </a:lnTo>
                  <a:lnTo>
                    <a:pt x="182164" y="6148537"/>
                  </a:lnTo>
                  <a:lnTo>
                    <a:pt x="182322" y="6148537"/>
                  </a:lnTo>
                  <a:lnTo>
                    <a:pt x="182480" y="6148537"/>
                  </a:lnTo>
                  <a:lnTo>
                    <a:pt x="182637" y="6148537"/>
                  </a:lnTo>
                  <a:lnTo>
                    <a:pt x="182795" y="6148537"/>
                  </a:lnTo>
                  <a:lnTo>
                    <a:pt x="182795" y="6148106"/>
                  </a:lnTo>
                  <a:lnTo>
                    <a:pt x="182953" y="6148106"/>
                  </a:lnTo>
                  <a:lnTo>
                    <a:pt x="182953" y="6147676"/>
                  </a:lnTo>
                  <a:lnTo>
                    <a:pt x="183110" y="6147676"/>
                  </a:lnTo>
                  <a:lnTo>
                    <a:pt x="183110" y="6147245"/>
                  </a:lnTo>
                  <a:lnTo>
                    <a:pt x="183110" y="6146815"/>
                  </a:lnTo>
                  <a:lnTo>
                    <a:pt x="183268" y="6146815"/>
                  </a:lnTo>
                  <a:lnTo>
                    <a:pt x="183268" y="6146384"/>
                  </a:lnTo>
                  <a:lnTo>
                    <a:pt x="183426" y="6145953"/>
                  </a:lnTo>
                  <a:lnTo>
                    <a:pt x="183426" y="6145523"/>
                  </a:lnTo>
                  <a:lnTo>
                    <a:pt x="183584" y="6145523"/>
                  </a:lnTo>
                  <a:lnTo>
                    <a:pt x="183741" y="6145523"/>
                  </a:lnTo>
                  <a:lnTo>
                    <a:pt x="184057" y="6145523"/>
                  </a:lnTo>
                  <a:lnTo>
                    <a:pt x="184057" y="6145092"/>
                  </a:lnTo>
                  <a:lnTo>
                    <a:pt x="184214" y="6145092"/>
                  </a:lnTo>
                  <a:lnTo>
                    <a:pt x="184214" y="6144662"/>
                  </a:lnTo>
                  <a:lnTo>
                    <a:pt x="184372" y="6144662"/>
                  </a:lnTo>
                  <a:lnTo>
                    <a:pt x="184372" y="6144231"/>
                  </a:lnTo>
                  <a:lnTo>
                    <a:pt x="184530" y="6144231"/>
                  </a:lnTo>
                  <a:lnTo>
                    <a:pt x="184688" y="6144231"/>
                  </a:lnTo>
                  <a:lnTo>
                    <a:pt x="184845" y="6144231"/>
                  </a:lnTo>
                  <a:lnTo>
                    <a:pt x="184845" y="6143800"/>
                  </a:lnTo>
                  <a:lnTo>
                    <a:pt x="184845" y="6143370"/>
                  </a:lnTo>
                  <a:lnTo>
                    <a:pt x="185003" y="6143370"/>
                  </a:lnTo>
                  <a:lnTo>
                    <a:pt x="185003" y="6142939"/>
                  </a:lnTo>
                  <a:lnTo>
                    <a:pt x="185003" y="6142509"/>
                  </a:lnTo>
                  <a:lnTo>
                    <a:pt x="185318" y="6142509"/>
                  </a:lnTo>
                  <a:lnTo>
                    <a:pt x="185476" y="6142509"/>
                  </a:lnTo>
                  <a:lnTo>
                    <a:pt x="185634" y="6142509"/>
                  </a:lnTo>
                  <a:lnTo>
                    <a:pt x="185792" y="6142509"/>
                  </a:lnTo>
                  <a:lnTo>
                    <a:pt x="185949" y="6142509"/>
                  </a:lnTo>
                  <a:lnTo>
                    <a:pt x="185949" y="6142078"/>
                  </a:lnTo>
                  <a:lnTo>
                    <a:pt x="186107" y="6142078"/>
                  </a:lnTo>
                  <a:lnTo>
                    <a:pt x="186107" y="6141647"/>
                  </a:lnTo>
                  <a:lnTo>
                    <a:pt x="186265" y="6141647"/>
                  </a:lnTo>
                  <a:lnTo>
                    <a:pt x="186423" y="6141647"/>
                  </a:lnTo>
                  <a:lnTo>
                    <a:pt x="186580" y="6141647"/>
                  </a:lnTo>
                  <a:lnTo>
                    <a:pt x="186738" y="6141647"/>
                  </a:lnTo>
                  <a:lnTo>
                    <a:pt x="186896" y="6141647"/>
                  </a:lnTo>
                  <a:lnTo>
                    <a:pt x="186896" y="6141217"/>
                  </a:lnTo>
                  <a:lnTo>
                    <a:pt x="187053" y="6141217"/>
                  </a:lnTo>
                  <a:lnTo>
                    <a:pt x="187211" y="6141217"/>
                  </a:lnTo>
                  <a:lnTo>
                    <a:pt x="187369" y="6141217"/>
                  </a:lnTo>
                  <a:lnTo>
                    <a:pt x="187527" y="6141217"/>
                  </a:lnTo>
                  <a:lnTo>
                    <a:pt x="187684" y="6141217"/>
                  </a:lnTo>
                  <a:lnTo>
                    <a:pt x="187842" y="6141217"/>
                  </a:lnTo>
                  <a:lnTo>
                    <a:pt x="187842" y="6140786"/>
                  </a:lnTo>
                  <a:lnTo>
                    <a:pt x="188000" y="6140786"/>
                  </a:lnTo>
                  <a:lnTo>
                    <a:pt x="188157" y="6140786"/>
                  </a:lnTo>
                  <a:lnTo>
                    <a:pt x="188315" y="6140356"/>
                  </a:lnTo>
                  <a:lnTo>
                    <a:pt x="188473" y="6140356"/>
                  </a:lnTo>
                  <a:lnTo>
                    <a:pt x="188631" y="6140356"/>
                  </a:lnTo>
                  <a:lnTo>
                    <a:pt x="188788" y="6140356"/>
                  </a:lnTo>
                  <a:lnTo>
                    <a:pt x="189104" y="6140356"/>
                  </a:lnTo>
                  <a:lnTo>
                    <a:pt x="189104" y="6139925"/>
                  </a:lnTo>
                  <a:lnTo>
                    <a:pt x="189261" y="6139925"/>
                  </a:lnTo>
                  <a:lnTo>
                    <a:pt x="189419" y="6139925"/>
                  </a:lnTo>
                  <a:lnTo>
                    <a:pt x="189577" y="6139925"/>
                  </a:lnTo>
                  <a:lnTo>
                    <a:pt x="189735" y="6139925"/>
                  </a:lnTo>
                  <a:lnTo>
                    <a:pt x="189892" y="6139925"/>
                  </a:lnTo>
                  <a:lnTo>
                    <a:pt x="190050" y="6139925"/>
                  </a:lnTo>
                  <a:lnTo>
                    <a:pt x="190208" y="6139925"/>
                  </a:lnTo>
                  <a:lnTo>
                    <a:pt x="190365" y="6139925"/>
                  </a:lnTo>
                  <a:lnTo>
                    <a:pt x="190523" y="6139925"/>
                  </a:lnTo>
                  <a:lnTo>
                    <a:pt x="190681" y="6139925"/>
                  </a:lnTo>
                  <a:lnTo>
                    <a:pt x="190681" y="6139494"/>
                  </a:lnTo>
                  <a:lnTo>
                    <a:pt x="190839" y="6139494"/>
                  </a:lnTo>
                  <a:lnTo>
                    <a:pt x="190839" y="6139064"/>
                  </a:lnTo>
                  <a:lnTo>
                    <a:pt x="190996" y="6139064"/>
                  </a:lnTo>
                  <a:lnTo>
                    <a:pt x="191154" y="6139064"/>
                  </a:lnTo>
                  <a:lnTo>
                    <a:pt x="191312" y="6139064"/>
                  </a:lnTo>
                  <a:lnTo>
                    <a:pt x="191469" y="6139064"/>
                  </a:lnTo>
                  <a:lnTo>
                    <a:pt x="191627" y="6139064"/>
                  </a:lnTo>
                  <a:lnTo>
                    <a:pt x="191785" y="6139064"/>
                  </a:lnTo>
                  <a:lnTo>
                    <a:pt x="191943" y="6139064"/>
                  </a:lnTo>
                  <a:lnTo>
                    <a:pt x="192100" y="6139064"/>
                  </a:lnTo>
                  <a:lnTo>
                    <a:pt x="192258" y="6139064"/>
                  </a:lnTo>
                  <a:lnTo>
                    <a:pt x="192258" y="6138633"/>
                  </a:lnTo>
                  <a:lnTo>
                    <a:pt x="192416" y="6138633"/>
                  </a:lnTo>
                  <a:lnTo>
                    <a:pt x="192574" y="6138633"/>
                  </a:lnTo>
                  <a:lnTo>
                    <a:pt x="192574" y="6138203"/>
                  </a:lnTo>
                  <a:lnTo>
                    <a:pt x="192731" y="6138203"/>
                  </a:lnTo>
                  <a:lnTo>
                    <a:pt x="192889" y="6138203"/>
                  </a:lnTo>
                  <a:lnTo>
                    <a:pt x="193047" y="6138203"/>
                  </a:lnTo>
                  <a:lnTo>
                    <a:pt x="193204" y="6138203"/>
                  </a:lnTo>
                  <a:lnTo>
                    <a:pt x="193362" y="6138203"/>
                  </a:lnTo>
                  <a:lnTo>
                    <a:pt x="193520" y="6138203"/>
                  </a:lnTo>
                  <a:lnTo>
                    <a:pt x="193678" y="6138203"/>
                  </a:lnTo>
                  <a:lnTo>
                    <a:pt x="193835" y="6138203"/>
                  </a:lnTo>
                  <a:lnTo>
                    <a:pt x="193993" y="6138203"/>
                  </a:lnTo>
                  <a:lnTo>
                    <a:pt x="194151" y="6138203"/>
                  </a:lnTo>
                  <a:lnTo>
                    <a:pt x="194308" y="6138203"/>
                  </a:lnTo>
                  <a:lnTo>
                    <a:pt x="194308" y="6137772"/>
                  </a:lnTo>
                  <a:lnTo>
                    <a:pt x="194466" y="6137772"/>
                  </a:lnTo>
                  <a:lnTo>
                    <a:pt x="194624" y="6137772"/>
                  </a:lnTo>
                  <a:lnTo>
                    <a:pt x="194624" y="6137341"/>
                  </a:lnTo>
                  <a:lnTo>
                    <a:pt x="194782" y="6137341"/>
                  </a:lnTo>
                  <a:lnTo>
                    <a:pt x="194782" y="6136911"/>
                  </a:lnTo>
                  <a:lnTo>
                    <a:pt x="194939" y="6136911"/>
                  </a:lnTo>
                  <a:lnTo>
                    <a:pt x="195097" y="6136911"/>
                  </a:lnTo>
                  <a:lnTo>
                    <a:pt x="195255" y="6136911"/>
                  </a:lnTo>
                  <a:lnTo>
                    <a:pt x="195255" y="6136480"/>
                  </a:lnTo>
                  <a:lnTo>
                    <a:pt x="195412" y="6136480"/>
                  </a:lnTo>
                  <a:lnTo>
                    <a:pt x="195570" y="6136480"/>
                  </a:lnTo>
                  <a:lnTo>
                    <a:pt x="195728" y="6136480"/>
                  </a:lnTo>
                  <a:lnTo>
                    <a:pt x="195886" y="6136480"/>
                  </a:lnTo>
                  <a:lnTo>
                    <a:pt x="195886" y="6136050"/>
                  </a:lnTo>
                  <a:lnTo>
                    <a:pt x="196043" y="6136050"/>
                  </a:lnTo>
                  <a:lnTo>
                    <a:pt x="196043" y="6135619"/>
                  </a:lnTo>
                  <a:lnTo>
                    <a:pt x="196201" y="6135619"/>
                  </a:lnTo>
                  <a:lnTo>
                    <a:pt x="196201" y="6135188"/>
                  </a:lnTo>
                  <a:lnTo>
                    <a:pt x="196359" y="6135188"/>
                  </a:lnTo>
                  <a:lnTo>
                    <a:pt x="196516" y="6135188"/>
                  </a:lnTo>
                  <a:lnTo>
                    <a:pt x="196674" y="6135188"/>
                  </a:lnTo>
                  <a:lnTo>
                    <a:pt x="196832" y="6135188"/>
                  </a:lnTo>
                  <a:lnTo>
                    <a:pt x="196832" y="6134758"/>
                  </a:lnTo>
                  <a:lnTo>
                    <a:pt x="196990" y="6134758"/>
                  </a:lnTo>
                  <a:lnTo>
                    <a:pt x="197147" y="6134758"/>
                  </a:lnTo>
                  <a:lnTo>
                    <a:pt x="197147" y="6134327"/>
                  </a:lnTo>
                  <a:lnTo>
                    <a:pt x="197305" y="6134327"/>
                  </a:lnTo>
                  <a:lnTo>
                    <a:pt x="197305" y="6133897"/>
                  </a:lnTo>
                  <a:lnTo>
                    <a:pt x="197463" y="6133897"/>
                  </a:lnTo>
                  <a:lnTo>
                    <a:pt x="197621" y="6133897"/>
                  </a:lnTo>
                  <a:lnTo>
                    <a:pt x="197778" y="6133897"/>
                  </a:lnTo>
                  <a:lnTo>
                    <a:pt x="197936" y="6133897"/>
                  </a:lnTo>
                  <a:lnTo>
                    <a:pt x="198094" y="6133897"/>
                  </a:lnTo>
                  <a:lnTo>
                    <a:pt x="198251" y="6133897"/>
                  </a:lnTo>
                  <a:lnTo>
                    <a:pt x="198409" y="6133897"/>
                  </a:lnTo>
                  <a:lnTo>
                    <a:pt x="198567" y="6133897"/>
                  </a:lnTo>
                  <a:lnTo>
                    <a:pt x="198567" y="6133466"/>
                  </a:lnTo>
                  <a:lnTo>
                    <a:pt x="198725" y="6133466"/>
                  </a:lnTo>
                  <a:lnTo>
                    <a:pt x="198882" y="6133466"/>
                  </a:lnTo>
                  <a:lnTo>
                    <a:pt x="198882" y="6133035"/>
                  </a:lnTo>
                  <a:lnTo>
                    <a:pt x="198882" y="6132605"/>
                  </a:lnTo>
                  <a:lnTo>
                    <a:pt x="199040" y="6132605"/>
                  </a:lnTo>
                  <a:lnTo>
                    <a:pt x="199198" y="6132605"/>
                  </a:lnTo>
                  <a:lnTo>
                    <a:pt x="199355" y="6132174"/>
                  </a:lnTo>
                  <a:lnTo>
                    <a:pt x="199513" y="6132174"/>
                  </a:lnTo>
                  <a:lnTo>
                    <a:pt x="199513" y="6131744"/>
                  </a:lnTo>
                  <a:lnTo>
                    <a:pt x="199513" y="6131313"/>
                  </a:lnTo>
                  <a:lnTo>
                    <a:pt x="199671" y="6131313"/>
                  </a:lnTo>
                  <a:lnTo>
                    <a:pt x="199671" y="6130882"/>
                  </a:lnTo>
                  <a:lnTo>
                    <a:pt x="199829" y="6130882"/>
                  </a:lnTo>
                  <a:lnTo>
                    <a:pt x="199986" y="6130882"/>
                  </a:lnTo>
                  <a:lnTo>
                    <a:pt x="200144" y="6130882"/>
                  </a:lnTo>
                  <a:lnTo>
                    <a:pt x="200302" y="6130882"/>
                  </a:lnTo>
                  <a:lnTo>
                    <a:pt x="200459" y="6130882"/>
                  </a:lnTo>
                  <a:lnTo>
                    <a:pt x="200617" y="6130882"/>
                  </a:lnTo>
                  <a:lnTo>
                    <a:pt x="200617" y="6130452"/>
                  </a:lnTo>
                  <a:lnTo>
                    <a:pt x="200775" y="6130452"/>
                  </a:lnTo>
                  <a:lnTo>
                    <a:pt x="200933" y="6130452"/>
                  </a:lnTo>
                  <a:lnTo>
                    <a:pt x="201090" y="6130452"/>
                  </a:lnTo>
                  <a:lnTo>
                    <a:pt x="201248" y="6130452"/>
                  </a:lnTo>
                  <a:lnTo>
                    <a:pt x="201406" y="6130452"/>
                  </a:lnTo>
                  <a:lnTo>
                    <a:pt x="201406" y="6130021"/>
                  </a:lnTo>
                  <a:lnTo>
                    <a:pt x="201563" y="6130021"/>
                  </a:lnTo>
                  <a:lnTo>
                    <a:pt x="201563" y="6129591"/>
                  </a:lnTo>
                  <a:lnTo>
                    <a:pt x="201721" y="6129591"/>
                  </a:lnTo>
                  <a:lnTo>
                    <a:pt x="201879" y="6129591"/>
                  </a:lnTo>
                  <a:lnTo>
                    <a:pt x="202037" y="6129591"/>
                  </a:lnTo>
                  <a:lnTo>
                    <a:pt x="202194" y="6129591"/>
                  </a:lnTo>
                  <a:lnTo>
                    <a:pt x="202352" y="6129591"/>
                  </a:lnTo>
                  <a:lnTo>
                    <a:pt x="202510" y="6129591"/>
                  </a:lnTo>
                  <a:lnTo>
                    <a:pt x="202510" y="6129160"/>
                  </a:lnTo>
                  <a:lnTo>
                    <a:pt x="202667" y="6129160"/>
                  </a:lnTo>
                  <a:lnTo>
                    <a:pt x="202825" y="6129160"/>
                  </a:lnTo>
                  <a:lnTo>
                    <a:pt x="202825" y="6128729"/>
                  </a:lnTo>
                  <a:lnTo>
                    <a:pt x="202983" y="6128729"/>
                  </a:lnTo>
                  <a:lnTo>
                    <a:pt x="203141" y="6128729"/>
                  </a:lnTo>
                  <a:lnTo>
                    <a:pt x="203298" y="6128729"/>
                  </a:lnTo>
                  <a:lnTo>
                    <a:pt x="203456" y="6128729"/>
                  </a:lnTo>
                  <a:lnTo>
                    <a:pt x="203614" y="6128729"/>
                  </a:lnTo>
                  <a:lnTo>
                    <a:pt x="203772" y="6128729"/>
                  </a:lnTo>
                  <a:lnTo>
                    <a:pt x="203772" y="6128299"/>
                  </a:lnTo>
                  <a:lnTo>
                    <a:pt x="203929" y="6128299"/>
                  </a:lnTo>
                  <a:lnTo>
                    <a:pt x="203929" y="6127868"/>
                  </a:lnTo>
                  <a:lnTo>
                    <a:pt x="203929" y="6127438"/>
                  </a:lnTo>
                  <a:lnTo>
                    <a:pt x="203929" y="6127007"/>
                  </a:lnTo>
                  <a:lnTo>
                    <a:pt x="204087" y="6127007"/>
                  </a:lnTo>
                  <a:lnTo>
                    <a:pt x="204245" y="6127007"/>
                  </a:lnTo>
                  <a:lnTo>
                    <a:pt x="204402" y="6127007"/>
                  </a:lnTo>
                  <a:lnTo>
                    <a:pt x="204402" y="6126576"/>
                  </a:lnTo>
                  <a:lnTo>
                    <a:pt x="204560" y="6126576"/>
                  </a:lnTo>
                  <a:lnTo>
                    <a:pt x="204718" y="6126576"/>
                  </a:lnTo>
                  <a:lnTo>
                    <a:pt x="204876" y="6126576"/>
                  </a:lnTo>
                  <a:lnTo>
                    <a:pt x="205033" y="6126576"/>
                  </a:lnTo>
                  <a:lnTo>
                    <a:pt x="205191" y="6126576"/>
                  </a:lnTo>
                  <a:lnTo>
                    <a:pt x="205349" y="6126576"/>
                  </a:lnTo>
                  <a:lnTo>
                    <a:pt x="205506" y="6126576"/>
                  </a:lnTo>
                  <a:lnTo>
                    <a:pt x="205506" y="6126146"/>
                  </a:lnTo>
                  <a:lnTo>
                    <a:pt x="205664" y="6126146"/>
                  </a:lnTo>
                  <a:lnTo>
                    <a:pt x="205822" y="6126146"/>
                  </a:lnTo>
                  <a:lnTo>
                    <a:pt x="205980" y="6126146"/>
                  </a:lnTo>
                  <a:lnTo>
                    <a:pt x="206137" y="6126146"/>
                  </a:lnTo>
                  <a:lnTo>
                    <a:pt x="206295" y="6126146"/>
                  </a:lnTo>
                  <a:lnTo>
                    <a:pt x="206453" y="6125715"/>
                  </a:lnTo>
                  <a:lnTo>
                    <a:pt x="206610" y="6125285"/>
                  </a:lnTo>
                  <a:lnTo>
                    <a:pt x="206768" y="6125285"/>
                  </a:lnTo>
                  <a:lnTo>
                    <a:pt x="206926" y="6125285"/>
                  </a:lnTo>
                  <a:lnTo>
                    <a:pt x="206926" y="6124854"/>
                  </a:lnTo>
                  <a:lnTo>
                    <a:pt x="207084" y="6124854"/>
                  </a:lnTo>
                  <a:lnTo>
                    <a:pt x="207241" y="6124854"/>
                  </a:lnTo>
                  <a:lnTo>
                    <a:pt x="207399" y="6124854"/>
                  </a:lnTo>
                  <a:lnTo>
                    <a:pt x="207399" y="6124423"/>
                  </a:lnTo>
                  <a:lnTo>
                    <a:pt x="207714" y="6124423"/>
                  </a:lnTo>
                  <a:lnTo>
                    <a:pt x="207872" y="6124423"/>
                  </a:lnTo>
                  <a:lnTo>
                    <a:pt x="208030" y="6124423"/>
                  </a:lnTo>
                  <a:lnTo>
                    <a:pt x="208030" y="6123993"/>
                  </a:lnTo>
                  <a:lnTo>
                    <a:pt x="208188" y="6123993"/>
                  </a:lnTo>
                  <a:lnTo>
                    <a:pt x="208345" y="6123993"/>
                  </a:lnTo>
                  <a:lnTo>
                    <a:pt x="208819" y="6123993"/>
                  </a:lnTo>
                  <a:lnTo>
                    <a:pt x="208976" y="6123993"/>
                  </a:lnTo>
                  <a:lnTo>
                    <a:pt x="209134" y="6123993"/>
                  </a:lnTo>
                  <a:lnTo>
                    <a:pt x="209292" y="6123993"/>
                  </a:lnTo>
                  <a:lnTo>
                    <a:pt x="209449" y="6123993"/>
                  </a:lnTo>
                  <a:lnTo>
                    <a:pt x="209607" y="6123993"/>
                  </a:lnTo>
                  <a:lnTo>
                    <a:pt x="209607" y="6123562"/>
                  </a:lnTo>
                  <a:lnTo>
                    <a:pt x="209765" y="6123562"/>
                  </a:lnTo>
                  <a:lnTo>
                    <a:pt x="209765" y="6123132"/>
                  </a:lnTo>
                  <a:lnTo>
                    <a:pt x="209923" y="6123132"/>
                  </a:lnTo>
                  <a:lnTo>
                    <a:pt x="210080" y="6123132"/>
                  </a:lnTo>
                  <a:lnTo>
                    <a:pt x="210080" y="6122701"/>
                  </a:lnTo>
                  <a:lnTo>
                    <a:pt x="210238" y="6122701"/>
                  </a:lnTo>
                  <a:lnTo>
                    <a:pt x="210553" y="6122701"/>
                  </a:lnTo>
                  <a:lnTo>
                    <a:pt x="210553" y="6122270"/>
                  </a:lnTo>
                  <a:lnTo>
                    <a:pt x="210711" y="6122270"/>
                  </a:lnTo>
                  <a:lnTo>
                    <a:pt x="210869" y="6122270"/>
                  </a:lnTo>
                  <a:lnTo>
                    <a:pt x="211027" y="6122270"/>
                  </a:lnTo>
                  <a:lnTo>
                    <a:pt x="211184" y="6122270"/>
                  </a:lnTo>
                  <a:lnTo>
                    <a:pt x="211184" y="6121840"/>
                  </a:lnTo>
                  <a:lnTo>
                    <a:pt x="211184" y="6121409"/>
                  </a:lnTo>
                  <a:lnTo>
                    <a:pt x="211184" y="6120979"/>
                  </a:lnTo>
                  <a:lnTo>
                    <a:pt x="211342" y="6120979"/>
                  </a:lnTo>
                  <a:lnTo>
                    <a:pt x="211342" y="6120548"/>
                  </a:lnTo>
                  <a:lnTo>
                    <a:pt x="211342" y="6120117"/>
                  </a:lnTo>
                  <a:lnTo>
                    <a:pt x="211500" y="6120117"/>
                  </a:lnTo>
                  <a:lnTo>
                    <a:pt x="211657" y="6120117"/>
                  </a:lnTo>
                  <a:lnTo>
                    <a:pt x="211657" y="6119687"/>
                  </a:lnTo>
                  <a:lnTo>
                    <a:pt x="211815" y="6119687"/>
                  </a:lnTo>
                  <a:lnTo>
                    <a:pt x="211973" y="6119687"/>
                  </a:lnTo>
                  <a:lnTo>
                    <a:pt x="212131" y="6119687"/>
                  </a:lnTo>
                  <a:lnTo>
                    <a:pt x="212288" y="6119687"/>
                  </a:lnTo>
                  <a:lnTo>
                    <a:pt x="212446" y="6119687"/>
                  </a:lnTo>
                  <a:lnTo>
                    <a:pt x="212604" y="6119687"/>
                  </a:lnTo>
                  <a:lnTo>
                    <a:pt x="212604" y="6119256"/>
                  </a:lnTo>
                  <a:lnTo>
                    <a:pt x="212761" y="6119256"/>
                  </a:lnTo>
                  <a:lnTo>
                    <a:pt x="212919" y="6119256"/>
                  </a:lnTo>
                  <a:lnTo>
                    <a:pt x="213077" y="6119256"/>
                  </a:lnTo>
                  <a:lnTo>
                    <a:pt x="213077" y="6118826"/>
                  </a:lnTo>
                  <a:lnTo>
                    <a:pt x="213235" y="6118826"/>
                  </a:lnTo>
                  <a:lnTo>
                    <a:pt x="213392" y="6118826"/>
                  </a:lnTo>
                  <a:lnTo>
                    <a:pt x="213550" y="6118826"/>
                  </a:lnTo>
                  <a:lnTo>
                    <a:pt x="213708" y="6118826"/>
                  </a:lnTo>
                  <a:lnTo>
                    <a:pt x="213708" y="6118395"/>
                  </a:lnTo>
                  <a:lnTo>
                    <a:pt x="213708" y="6117964"/>
                  </a:lnTo>
                  <a:lnTo>
                    <a:pt x="213865" y="6117964"/>
                  </a:lnTo>
                  <a:lnTo>
                    <a:pt x="214023" y="6117964"/>
                  </a:lnTo>
                  <a:lnTo>
                    <a:pt x="214181" y="6117964"/>
                  </a:lnTo>
                  <a:lnTo>
                    <a:pt x="214339" y="6117964"/>
                  </a:lnTo>
                  <a:lnTo>
                    <a:pt x="214339" y="6117534"/>
                  </a:lnTo>
                  <a:lnTo>
                    <a:pt x="214339" y="6117103"/>
                  </a:lnTo>
                  <a:lnTo>
                    <a:pt x="214496" y="6117103"/>
                  </a:lnTo>
                  <a:lnTo>
                    <a:pt x="214812" y="6117103"/>
                  </a:lnTo>
                  <a:lnTo>
                    <a:pt x="214970" y="6117103"/>
                  </a:lnTo>
                  <a:lnTo>
                    <a:pt x="215127" y="6117103"/>
                  </a:lnTo>
                  <a:lnTo>
                    <a:pt x="215127" y="6116673"/>
                  </a:lnTo>
                  <a:lnTo>
                    <a:pt x="215127" y="6116242"/>
                  </a:lnTo>
                  <a:lnTo>
                    <a:pt x="215285" y="6116242"/>
                  </a:lnTo>
                  <a:lnTo>
                    <a:pt x="215285" y="6115811"/>
                  </a:lnTo>
                  <a:lnTo>
                    <a:pt x="215443" y="6115811"/>
                  </a:lnTo>
                  <a:lnTo>
                    <a:pt x="215443" y="6115381"/>
                  </a:lnTo>
                  <a:lnTo>
                    <a:pt x="215443" y="6114950"/>
                  </a:lnTo>
                  <a:lnTo>
                    <a:pt x="215600" y="6114950"/>
                  </a:lnTo>
                  <a:lnTo>
                    <a:pt x="215758" y="6114520"/>
                  </a:lnTo>
                  <a:lnTo>
                    <a:pt x="215758" y="6114089"/>
                  </a:lnTo>
                  <a:lnTo>
                    <a:pt x="215916" y="6114089"/>
                  </a:lnTo>
                  <a:lnTo>
                    <a:pt x="215916" y="6113658"/>
                  </a:lnTo>
                  <a:lnTo>
                    <a:pt x="216074" y="6113658"/>
                  </a:lnTo>
                  <a:lnTo>
                    <a:pt x="216231" y="6113658"/>
                  </a:lnTo>
                  <a:lnTo>
                    <a:pt x="216389" y="6113658"/>
                  </a:lnTo>
                  <a:lnTo>
                    <a:pt x="216547" y="6113658"/>
                  </a:lnTo>
                  <a:lnTo>
                    <a:pt x="216704" y="6113658"/>
                  </a:lnTo>
                  <a:lnTo>
                    <a:pt x="216862" y="6113658"/>
                  </a:lnTo>
                  <a:lnTo>
                    <a:pt x="216862" y="6113228"/>
                  </a:lnTo>
                  <a:lnTo>
                    <a:pt x="216862" y="6112797"/>
                  </a:lnTo>
                  <a:lnTo>
                    <a:pt x="217020" y="6112797"/>
                  </a:lnTo>
                  <a:lnTo>
                    <a:pt x="217178" y="6112797"/>
                  </a:lnTo>
                  <a:lnTo>
                    <a:pt x="217335" y="6112797"/>
                  </a:lnTo>
                  <a:lnTo>
                    <a:pt x="217493" y="6112797"/>
                  </a:lnTo>
                  <a:lnTo>
                    <a:pt x="217651" y="6112797"/>
                  </a:lnTo>
                  <a:lnTo>
                    <a:pt x="217808" y="6112797"/>
                  </a:lnTo>
                  <a:lnTo>
                    <a:pt x="217966" y="6112797"/>
                  </a:lnTo>
                  <a:lnTo>
                    <a:pt x="218124" y="6112797"/>
                  </a:lnTo>
                  <a:lnTo>
                    <a:pt x="218282" y="6112797"/>
                  </a:lnTo>
                  <a:lnTo>
                    <a:pt x="218439" y="6112797"/>
                  </a:lnTo>
                  <a:lnTo>
                    <a:pt x="218597" y="6112797"/>
                  </a:lnTo>
                  <a:lnTo>
                    <a:pt x="218597" y="6112367"/>
                  </a:lnTo>
                  <a:lnTo>
                    <a:pt x="218755" y="6112367"/>
                  </a:lnTo>
                  <a:lnTo>
                    <a:pt x="218912" y="6112367"/>
                  </a:lnTo>
                  <a:lnTo>
                    <a:pt x="219070" y="6112367"/>
                  </a:lnTo>
                  <a:lnTo>
                    <a:pt x="219228" y="6112367"/>
                  </a:lnTo>
                  <a:lnTo>
                    <a:pt x="219386" y="6112367"/>
                  </a:lnTo>
                  <a:lnTo>
                    <a:pt x="219543" y="6112367"/>
                  </a:lnTo>
                  <a:lnTo>
                    <a:pt x="219701" y="6112367"/>
                  </a:lnTo>
                  <a:lnTo>
                    <a:pt x="219701" y="6111936"/>
                  </a:lnTo>
                  <a:lnTo>
                    <a:pt x="219701" y="6111505"/>
                  </a:lnTo>
                  <a:lnTo>
                    <a:pt x="219701" y="6111075"/>
                  </a:lnTo>
                  <a:lnTo>
                    <a:pt x="219859" y="6111075"/>
                  </a:lnTo>
                  <a:lnTo>
                    <a:pt x="220016" y="6111075"/>
                  </a:lnTo>
                  <a:lnTo>
                    <a:pt x="220174" y="6111075"/>
                  </a:lnTo>
                  <a:lnTo>
                    <a:pt x="220174" y="6110644"/>
                  </a:lnTo>
                  <a:lnTo>
                    <a:pt x="220332" y="6110644"/>
                  </a:lnTo>
                  <a:lnTo>
                    <a:pt x="220490" y="6110644"/>
                  </a:lnTo>
                  <a:lnTo>
                    <a:pt x="220490" y="6110214"/>
                  </a:lnTo>
                  <a:lnTo>
                    <a:pt x="220647" y="6110214"/>
                  </a:lnTo>
                  <a:lnTo>
                    <a:pt x="220805" y="6110214"/>
                  </a:lnTo>
                  <a:lnTo>
                    <a:pt x="220805" y="6109783"/>
                  </a:lnTo>
                  <a:lnTo>
                    <a:pt x="220963" y="6109783"/>
                  </a:lnTo>
                  <a:lnTo>
                    <a:pt x="221121" y="6109783"/>
                  </a:lnTo>
                  <a:lnTo>
                    <a:pt x="221436" y="6109783"/>
                  </a:lnTo>
                  <a:lnTo>
                    <a:pt x="221594" y="6109783"/>
                  </a:lnTo>
                  <a:lnTo>
                    <a:pt x="221594" y="6109352"/>
                  </a:lnTo>
                  <a:lnTo>
                    <a:pt x="221594" y="6108922"/>
                  </a:lnTo>
                  <a:lnTo>
                    <a:pt x="221594" y="6108491"/>
                  </a:lnTo>
                  <a:lnTo>
                    <a:pt x="221909" y="6108491"/>
                  </a:lnTo>
                  <a:lnTo>
                    <a:pt x="222067" y="6108491"/>
                  </a:lnTo>
                  <a:lnTo>
                    <a:pt x="222225" y="6108491"/>
                  </a:lnTo>
                  <a:lnTo>
                    <a:pt x="222382" y="6108491"/>
                  </a:lnTo>
                  <a:lnTo>
                    <a:pt x="222540" y="6108491"/>
                  </a:lnTo>
                  <a:lnTo>
                    <a:pt x="222698" y="6108491"/>
                  </a:lnTo>
                  <a:lnTo>
                    <a:pt x="222855" y="6108491"/>
                  </a:lnTo>
                  <a:lnTo>
                    <a:pt x="223013" y="6108491"/>
                  </a:lnTo>
                  <a:lnTo>
                    <a:pt x="223171" y="6108491"/>
                  </a:lnTo>
                  <a:lnTo>
                    <a:pt x="223329" y="6108061"/>
                  </a:lnTo>
                  <a:lnTo>
                    <a:pt x="223486" y="6108061"/>
                  </a:lnTo>
                  <a:lnTo>
                    <a:pt x="223644" y="6108061"/>
                  </a:lnTo>
                  <a:lnTo>
                    <a:pt x="223802" y="6108061"/>
                  </a:lnTo>
                  <a:lnTo>
                    <a:pt x="223802" y="6107630"/>
                  </a:lnTo>
                  <a:lnTo>
                    <a:pt x="223959" y="6107630"/>
                  </a:lnTo>
                  <a:lnTo>
                    <a:pt x="224117" y="6107630"/>
                  </a:lnTo>
                  <a:lnTo>
                    <a:pt x="224117" y="6107199"/>
                  </a:lnTo>
                  <a:lnTo>
                    <a:pt x="224117" y="6106769"/>
                  </a:lnTo>
                  <a:lnTo>
                    <a:pt x="224275" y="6106769"/>
                  </a:lnTo>
                  <a:lnTo>
                    <a:pt x="224275" y="6106338"/>
                  </a:lnTo>
                  <a:lnTo>
                    <a:pt x="224275" y="6105908"/>
                  </a:lnTo>
                  <a:lnTo>
                    <a:pt x="224433" y="6105908"/>
                  </a:lnTo>
                  <a:lnTo>
                    <a:pt x="224433" y="6105477"/>
                  </a:lnTo>
                  <a:lnTo>
                    <a:pt x="224590" y="6105477"/>
                  </a:lnTo>
                  <a:lnTo>
                    <a:pt x="224590" y="6105046"/>
                  </a:lnTo>
                  <a:lnTo>
                    <a:pt x="224748" y="6105046"/>
                  </a:lnTo>
                  <a:lnTo>
                    <a:pt x="224748" y="6104616"/>
                  </a:lnTo>
                  <a:lnTo>
                    <a:pt x="224906" y="6104616"/>
                  </a:lnTo>
                  <a:lnTo>
                    <a:pt x="225063" y="6104616"/>
                  </a:lnTo>
                  <a:lnTo>
                    <a:pt x="225221" y="6104616"/>
                  </a:lnTo>
                  <a:lnTo>
                    <a:pt x="225379" y="6104616"/>
                  </a:lnTo>
                  <a:lnTo>
                    <a:pt x="225379" y="6104185"/>
                  </a:lnTo>
                  <a:lnTo>
                    <a:pt x="225537" y="6104185"/>
                  </a:lnTo>
                  <a:lnTo>
                    <a:pt x="225694" y="6104185"/>
                  </a:lnTo>
                  <a:lnTo>
                    <a:pt x="225852" y="6104185"/>
                  </a:lnTo>
                  <a:lnTo>
                    <a:pt x="226010" y="6104185"/>
                  </a:lnTo>
                  <a:lnTo>
                    <a:pt x="226168" y="6104185"/>
                  </a:lnTo>
                  <a:lnTo>
                    <a:pt x="226325" y="6104185"/>
                  </a:lnTo>
                  <a:lnTo>
                    <a:pt x="226483" y="6104185"/>
                  </a:lnTo>
                  <a:lnTo>
                    <a:pt x="226483" y="6103755"/>
                  </a:lnTo>
                  <a:lnTo>
                    <a:pt x="226483" y="6103324"/>
                  </a:lnTo>
                  <a:lnTo>
                    <a:pt x="226641" y="6103324"/>
                  </a:lnTo>
                  <a:lnTo>
                    <a:pt x="226798" y="6103324"/>
                  </a:lnTo>
                  <a:lnTo>
                    <a:pt x="226956" y="6103324"/>
                  </a:lnTo>
                  <a:lnTo>
                    <a:pt x="226956" y="6102893"/>
                  </a:lnTo>
                  <a:lnTo>
                    <a:pt x="227114" y="6102893"/>
                  </a:lnTo>
                  <a:lnTo>
                    <a:pt x="227272" y="6102893"/>
                  </a:lnTo>
                  <a:lnTo>
                    <a:pt x="227429" y="6102893"/>
                  </a:lnTo>
                  <a:lnTo>
                    <a:pt x="227587" y="6102893"/>
                  </a:lnTo>
                  <a:lnTo>
                    <a:pt x="227587" y="6102463"/>
                  </a:lnTo>
                  <a:lnTo>
                    <a:pt x="227902" y="6102463"/>
                  </a:lnTo>
                  <a:lnTo>
                    <a:pt x="228060" y="6102463"/>
                  </a:lnTo>
                  <a:lnTo>
                    <a:pt x="228218" y="6102463"/>
                  </a:lnTo>
                  <a:lnTo>
                    <a:pt x="228218" y="6102032"/>
                  </a:lnTo>
                  <a:lnTo>
                    <a:pt x="228376" y="6102032"/>
                  </a:lnTo>
                  <a:lnTo>
                    <a:pt x="228533" y="6102032"/>
                  </a:lnTo>
                  <a:lnTo>
                    <a:pt x="228691" y="6102032"/>
                  </a:lnTo>
                  <a:lnTo>
                    <a:pt x="228849" y="6102032"/>
                  </a:lnTo>
                  <a:lnTo>
                    <a:pt x="229006" y="6102032"/>
                  </a:lnTo>
                  <a:lnTo>
                    <a:pt x="229164" y="6102032"/>
                  </a:lnTo>
                  <a:lnTo>
                    <a:pt x="229322" y="6102032"/>
                  </a:lnTo>
                  <a:lnTo>
                    <a:pt x="229480" y="6102032"/>
                  </a:lnTo>
                  <a:lnTo>
                    <a:pt x="229480" y="6101171"/>
                  </a:lnTo>
                  <a:lnTo>
                    <a:pt x="229637" y="6101171"/>
                  </a:lnTo>
                  <a:lnTo>
                    <a:pt x="229795" y="6101171"/>
                  </a:lnTo>
                  <a:lnTo>
                    <a:pt x="229953" y="6101171"/>
                  </a:lnTo>
                  <a:lnTo>
                    <a:pt x="230110" y="6101171"/>
                  </a:lnTo>
                  <a:lnTo>
                    <a:pt x="230268" y="6101171"/>
                  </a:lnTo>
                  <a:lnTo>
                    <a:pt x="230426" y="6101171"/>
                  </a:lnTo>
                  <a:lnTo>
                    <a:pt x="230584" y="6101171"/>
                  </a:lnTo>
                  <a:lnTo>
                    <a:pt x="231057" y="6101171"/>
                  </a:lnTo>
                  <a:lnTo>
                    <a:pt x="231214" y="6101171"/>
                  </a:lnTo>
                  <a:lnTo>
                    <a:pt x="231214" y="6100740"/>
                  </a:lnTo>
                  <a:lnTo>
                    <a:pt x="231372" y="6100740"/>
                  </a:lnTo>
                  <a:lnTo>
                    <a:pt x="231688" y="6100310"/>
                  </a:lnTo>
                  <a:lnTo>
                    <a:pt x="231688" y="6099879"/>
                  </a:lnTo>
                  <a:lnTo>
                    <a:pt x="231845" y="6099879"/>
                  </a:lnTo>
                  <a:lnTo>
                    <a:pt x="231845" y="6099449"/>
                  </a:lnTo>
                  <a:lnTo>
                    <a:pt x="232003" y="6099449"/>
                  </a:lnTo>
                  <a:lnTo>
                    <a:pt x="232161" y="6099449"/>
                  </a:lnTo>
                  <a:lnTo>
                    <a:pt x="232161" y="6099018"/>
                  </a:lnTo>
                  <a:lnTo>
                    <a:pt x="232161" y="6098587"/>
                  </a:lnTo>
                  <a:lnTo>
                    <a:pt x="232319" y="6098157"/>
                  </a:lnTo>
                  <a:lnTo>
                    <a:pt x="232476" y="6098157"/>
                  </a:lnTo>
                  <a:lnTo>
                    <a:pt x="232634" y="6098157"/>
                  </a:lnTo>
                  <a:lnTo>
                    <a:pt x="232634" y="6097726"/>
                  </a:lnTo>
                  <a:lnTo>
                    <a:pt x="232792" y="6097726"/>
                  </a:lnTo>
                  <a:lnTo>
                    <a:pt x="233107" y="6097726"/>
                  </a:lnTo>
                  <a:lnTo>
                    <a:pt x="233265" y="6097726"/>
                  </a:lnTo>
                  <a:lnTo>
                    <a:pt x="233265" y="6097296"/>
                  </a:lnTo>
                  <a:lnTo>
                    <a:pt x="233423" y="6097296"/>
                  </a:lnTo>
                  <a:lnTo>
                    <a:pt x="233580" y="6097296"/>
                  </a:lnTo>
                  <a:lnTo>
                    <a:pt x="233738" y="6097296"/>
                  </a:lnTo>
                  <a:lnTo>
                    <a:pt x="233896" y="6096865"/>
                  </a:lnTo>
                  <a:lnTo>
                    <a:pt x="234053" y="6096865"/>
                  </a:lnTo>
                  <a:lnTo>
                    <a:pt x="234053" y="6096434"/>
                  </a:lnTo>
                  <a:lnTo>
                    <a:pt x="234211" y="6096434"/>
                  </a:lnTo>
                  <a:lnTo>
                    <a:pt x="234369" y="6096434"/>
                  </a:lnTo>
                  <a:lnTo>
                    <a:pt x="234527" y="6096434"/>
                  </a:lnTo>
                  <a:lnTo>
                    <a:pt x="234684" y="6096004"/>
                  </a:lnTo>
                  <a:lnTo>
                    <a:pt x="234684" y="6095573"/>
                  </a:lnTo>
                  <a:lnTo>
                    <a:pt x="234842" y="6095573"/>
                  </a:lnTo>
                  <a:lnTo>
                    <a:pt x="235000" y="6095573"/>
                  </a:lnTo>
                  <a:lnTo>
                    <a:pt x="235315" y="6095573"/>
                  </a:lnTo>
                  <a:lnTo>
                    <a:pt x="235473" y="6095573"/>
                  </a:lnTo>
                  <a:lnTo>
                    <a:pt x="235631" y="6095573"/>
                  </a:lnTo>
                  <a:lnTo>
                    <a:pt x="235788" y="6095573"/>
                  </a:lnTo>
                  <a:lnTo>
                    <a:pt x="235788" y="6095143"/>
                  </a:lnTo>
                  <a:lnTo>
                    <a:pt x="235946" y="6095143"/>
                  </a:lnTo>
                  <a:lnTo>
                    <a:pt x="235946" y="6094712"/>
                  </a:lnTo>
                  <a:lnTo>
                    <a:pt x="236104" y="6094712"/>
                  </a:lnTo>
                  <a:lnTo>
                    <a:pt x="236261" y="6094712"/>
                  </a:lnTo>
                  <a:lnTo>
                    <a:pt x="236261" y="6094281"/>
                  </a:lnTo>
                  <a:lnTo>
                    <a:pt x="236577" y="6094281"/>
                  </a:lnTo>
                  <a:lnTo>
                    <a:pt x="236735" y="6094281"/>
                  </a:lnTo>
                  <a:lnTo>
                    <a:pt x="236892" y="6094281"/>
                  </a:lnTo>
                  <a:lnTo>
                    <a:pt x="237050" y="6094281"/>
                  </a:lnTo>
                  <a:lnTo>
                    <a:pt x="237208" y="6094281"/>
                  </a:lnTo>
                  <a:lnTo>
                    <a:pt x="237208" y="6093851"/>
                  </a:lnTo>
                  <a:lnTo>
                    <a:pt x="237366" y="6093851"/>
                  </a:lnTo>
                  <a:lnTo>
                    <a:pt x="237523" y="6093851"/>
                  </a:lnTo>
                  <a:lnTo>
                    <a:pt x="237681" y="6093851"/>
                  </a:lnTo>
                  <a:lnTo>
                    <a:pt x="237839" y="6093851"/>
                  </a:lnTo>
                  <a:lnTo>
                    <a:pt x="237996" y="6093851"/>
                  </a:lnTo>
                  <a:lnTo>
                    <a:pt x="238154" y="6093851"/>
                  </a:lnTo>
                  <a:lnTo>
                    <a:pt x="238154" y="6093420"/>
                  </a:lnTo>
                  <a:lnTo>
                    <a:pt x="238312" y="6092990"/>
                  </a:lnTo>
                  <a:lnTo>
                    <a:pt x="238470" y="6092559"/>
                  </a:lnTo>
                  <a:lnTo>
                    <a:pt x="238470" y="6092128"/>
                  </a:lnTo>
                  <a:lnTo>
                    <a:pt x="238470" y="6091698"/>
                  </a:lnTo>
                  <a:lnTo>
                    <a:pt x="238627" y="6091698"/>
                  </a:lnTo>
                  <a:lnTo>
                    <a:pt x="238785" y="6091698"/>
                  </a:lnTo>
                  <a:lnTo>
                    <a:pt x="238943" y="6091698"/>
                  </a:lnTo>
                  <a:lnTo>
                    <a:pt x="239100" y="6091698"/>
                  </a:lnTo>
                  <a:lnTo>
                    <a:pt x="239258" y="6091698"/>
                  </a:lnTo>
                  <a:lnTo>
                    <a:pt x="239416" y="6091698"/>
                  </a:lnTo>
                  <a:lnTo>
                    <a:pt x="239416" y="6091267"/>
                  </a:lnTo>
                  <a:lnTo>
                    <a:pt x="239574" y="6091267"/>
                  </a:lnTo>
                  <a:lnTo>
                    <a:pt x="239731" y="6091267"/>
                  </a:lnTo>
                  <a:lnTo>
                    <a:pt x="239889" y="6091267"/>
                  </a:lnTo>
                  <a:lnTo>
                    <a:pt x="240047" y="6091267"/>
                  </a:lnTo>
                  <a:lnTo>
                    <a:pt x="240204" y="6091267"/>
                  </a:lnTo>
                  <a:lnTo>
                    <a:pt x="240362" y="6090837"/>
                  </a:lnTo>
                  <a:lnTo>
                    <a:pt x="240520" y="6090837"/>
                  </a:lnTo>
                  <a:lnTo>
                    <a:pt x="240520" y="6090406"/>
                  </a:lnTo>
                  <a:lnTo>
                    <a:pt x="240678" y="6089545"/>
                  </a:lnTo>
                  <a:lnTo>
                    <a:pt x="240835" y="6089545"/>
                  </a:lnTo>
                  <a:lnTo>
                    <a:pt x="240993" y="6089545"/>
                  </a:lnTo>
                  <a:lnTo>
                    <a:pt x="240993" y="6089114"/>
                  </a:lnTo>
                  <a:lnTo>
                    <a:pt x="241151" y="6089114"/>
                  </a:lnTo>
                  <a:lnTo>
                    <a:pt x="241308" y="6089114"/>
                  </a:lnTo>
                  <a:lnTo>
                    <a:pt x="241466" y="6089114"/>
                  </a:lnTo>
                  <a:lnTo>
                    <a:pt x="241624" y="6089114"/>
                  </a:lnTo>
                  <a:lnTo>
                    <a:pt x="241782" y="6089114"/>
                  </a:lnTo>
                  <a:lnTo>
                    <a:pt x="241782" y="6088684"/>
                  </a:lnTo>
                  <a:lnTo>
                    <a:pt x="241939" y="6088253"/>
                  </a:lnTo>
                  <a:lnTo>
                    <a:pt x="242097" y="6088253"/>
                  </a:lnTo>
                  <a:lnTo>
                    <a:pt x="242255" y="6088253"/>
                  </a:lnTo>
                  <a:lnTo>
                    <a:pt x="242412" y="6088253"/>
                  </a:lnTo>
                  <a:lnTo>
                    <a:pt x="242570" y="6088253"/>
                  </a:lnTo>
                  <a:lnTo>
                    <a:pt x="242728" y="6088253"/>
                  </a:lnTo>
                  <a:lnTo>
                    <a:pt x="242728" y="6087822"/>
                  </a:lnTo>
                  <a:lnTo>
                    <a:pt x="242886" y="6087822"/>
                  </a:lnTo>
                  <a:lnTo>
                    <a:pt x="243043" y="6087822"/>
                  </a:lnTo>
                  <a:lnTo>
                    <a:pt x="243201" y="6087822"/>
                  </a:lnTo>
                  <a:lnTo>
                    <a:pt x="243359" y="6087822"/>
                  </a:lnTo>
                  <a:lnTo>
                    <a:pt x="243517" y="6087822"/>
                  </a:lnTo>
                  <a:lnTo>
                    <a:pt x="243674" y="6087822"/>
                  </a:lnTo>
                  <a:lnTo>
                    <a:pt x="243674" y="6087392"/>
                  </a:lnTo>
                  <a:lnTo>
                    <a:pt x="243832" y="6087392"/>
                  </a:lnTo>
                  <a:lnTo>
                    <a:pt x="243832" y="6086961"/>
                  </a:lnTo>
                  <a:lnTo>
                    <a:pt x="243832" y="6086531"/>
                  </a:lnTo>
                  <a:lnTo>
                    <a:pt x="243832" y="6086100"/>
                  </a:lnTo>
                  <a:lnTo>
                    <a:pt x="244147" y="6086100"/>
                  </a:lnTo>
                  <a:lnTo>
                    <a:pt x="244147" y="6085669"/>
                  </a:lnTo>
                  <a:lnTo>
                    <a:pt x="244147" y="6085239"/>
                  </a:lnTo>
                  <a:lnTo>
                    <a:pt x="244305" y="6085239"/>
                  </a:lnTo>
                  <a:lnTo>
                    <a:pt x="244463" y="6085239"/>
                  </a:lnTo>
                  <a:lnTo>
                    <a:pt x="244621" y="6085239"/>
                  </a:lnTo>
                  <a:lnTo>
                    <a:pt x="244778" y="6085239"/>
                  </a:lnTo>
                  <a:lnTo>
                    <a:pt x="244936" y="6085239"/>
                  </a:lnTo>
                  <a:lnTo>
                    <a:pt x="245094" y="6085239"/>
                  </a:lnTo>
                  <a:lnTo>
                    <a:pt x="245094" y="6084808"/>
                  </a:lnTo>
                  <a:lnTo>
                    <a:pt x="245251" y="6084808"/>
                  </a:lnTo>
                  <a:lnTo>
                    <a:pt x="245409" y="6084808"/>
                  </a:lnTo>
                  <a:lnTo>
                    <a:pt x="245567" y="6084808"/>
                  </a:lnTo>
                  <a:lnTo>
                    <a:pt x="245725" y="6084808"/>
                  </a:lnTo>
                  <a:lnTo>
                    <a:pt x="245882" y="6084808"/>
                  </a:lnTo>
                  <a:lnTo>
                    <a:pt x="245882" y="6084378"/>
                  </a:lnTo>
                  <a:lnTo>
                    <a:pt x="246040" y="6084378"/>
                  </a:lnTo>
                  <a:lnTo>
                    <a:pt x="246198" y="6084378"/>
                  </a:lnTo>
                  <a:lnTo>
                    <a:pt x="246198" y="6083947"/>
                  </a:lnTo>
                  <a:lnTo>
                    <a:pt x="246355" y="6083947"/>
                  </a:lnTo>
                  <a:lnTo>
                    <a:pt x="246513" y="6083947"/>
                  </a:lnTo>
                  <a:lnTo>
                    <a:pt x="246671" y="6083947"/>
                  </a:lnTo>
                  <a:lnTo>
                    <a:pt x="246829" y="6083947"/>
                  </a:lnTo>
                  <a:lnTo>
                    <a:pt x="246829" y="6083516"/>
                  </a:lnTo>
                  <a:lnTo>
                    <a:pt x="246986" y="6083086"/>
                  </a:lnTo>
                  <a:lnTo>
                    <a:pt x="247144" y="6083086"/>
                  </a:lnTo>
                  <a:lnTo>
                    <a:pt x="247144" y="6082655"/>
                  </a:lnTo>
                  <a:lnTo>
                    <a:pt x="247144" y="6082225"/>
                  </a:lnTo>
                  <a:lnTo>
                    <a:pt x="247302" y="6082225"/>
                  </a:lnTo>
                  <a:lnTo>
                    <a:pt x="247459" y="6082225"/>
                  </a:lnTo>
                  <a:lnTo>
                    <a:pt x="247617" y="6082225"/>
                  </a:lnTo>
                  <a:lnTo>
                    <a:pt x="247617" y="6081794"/>
                  </a:lnTo>
                  <a:lnTo>
                    <a:pt x="247617" y="6081363"/>
                  </a:lnTo>
                  <a:lnTo>
                    <a:pt x="247775" y="6081363"/>
                  </a:lnTo>
                  <a:lnTo>
                    <a:pt x="247775" y="6080933"/>
                  </a:lnTo>
                  <a:lnTo>
                    <a:pt x="247933" y="6080933"/>
                  </a:lnTo>
                  <a:lnTo>
                    <a:pt x="248090" y="6080933"/>
                  </a:lnTo>
                  <a:lnTo>
                    <a:pt x="248248" y="6080502"/>
                  </a:lnTo>
                  <a:lnTo>
                    <a:pt x="248406" y="6080502"/>
                  </a:lnTo>
                  <a:lnTo>
                    <a:pt x="248406" y="6080072"/>
                  </a:lnTo>
                  <a:lnTo>
                    <a:pt x="248564" y="6080072"/>
                  </a:lnTo>
                  <a:lnTo>
                    <a:pt x="248564" y="6079641"/>
                  </a:lnTo>
                  <a:lnTo>
                    <a:pt x="248721" y="6079641"/>
                  </a:lnTo>
                  <a:lnTo>
                    <a:pt x="248879" y="6079641"/>
                  </a:lnTo>
                  <a:lnTo>
                    <a:pt x="248879" y="6079210"/>
                  </a:lnTo>
                  <a:lnTo>
                    <a:pt x="249037" y="6079210"/>
                  </a:lnTo>
                  <a:lnTo>
                    <a:pt x="249194" y="6079210"/>
                  </a:lnTo>
                  <a:lnTo>
                    <a:pt x="249352" y="6079210"/>
                  </a:lnTo>
                  <a:lnTo>
                    <a:pt x="249352" y="6078780"/>
                  </a:lnTo>
                  <a:lnTo>
                    <a:pt x="249352" y="6078349"/>
                  </a:lnTo>
                  <a:lnTo>
                    <a:pt x="249510" y="6078349"/>
                  </a:lnTo>
                  <a:lnTo>
                    <a:pt x="249668" y="6077919"/>
                  </a:lnTo>
                  <a:lnTo>
                    <a:pt x="249983" y="6077919"/>
                  </a:lnTo>
                  <a:lnTo>
                    <a:pt x="249983" y="6077488"/>
                  </a:lnTo>
                  <a:lnTo>
                    <a:pt x="249983" y="6077057"/>
                  </a:lnTo>
                  <a:lnTo>
                    <a:pt x="250298" y="6077057"/>
                  </a:lnTo>
                  <a:lnTo>
                    <a:pt x="250456" y="6077057"/>
                  </a:lnTo>
                  <a:lnTo>
                    <a:pt x="250614" y="6077057"/>
                  </a:lnTo>
                  <a:lnTo>
                    <a:pt x="250772" y="6077057"/>
                  </a:lnTo>
                  <a:lnTo>
                    <a:pt x="250929" y="6077057"/>
                  </a:lnTo>
                  <a:lnTo>
                    <a:pt x="251087" y="6077057"/>
                  </a:lnTo>
                  <a:lnTo>
                    <a:pt x="251087" y="6076627"/>
                  </a:lnTo>
                  <a:lnTo>
                    <a:pt x="251245" y="6076627"/>
                  </a:lnTo>
                  <a:lnTo>
                    <a:pt x="251560" y="6076196"/>
                  </a:lnTo>
                  <a:lnTo>
                    <a:pt x="251876" y="6076196"/>
                  </a:lnTo>
                  <a:lnTo>
                    <a:pt x="251876" y="6075766"/>
                  </a:lnTo>
                  <a:lnTo>
                    <a:pt x="252033" y="6075766"/>
                  </a:lnTo>
                  <a:lnTo>
                    <a:pt x="252191" y="6075766"/>
                  </a:lnTo>
                  <a:lnTo>
                    <a:pt x="252191" y="6075335"/>
                  </a:lnTo>
                  <a:lnTo>
                    <a:pt x="252191" y="6074904"/>
                  </a:lnTo>
                  <a:lnTo>
                    <a:pt x="252506" y="6074904"/>
                  </a:lnTo>
                  <a:lnTo>
                    <a:pt x="252664" y="6074904"/>
                  </a:lnTo>
                  <a:lnTo>
                    <a:pt x="252822" y="6074904"/>
                  </a:lnTo>
                  <a:lnTo>
                    <a:pt x="252980" y="6074904"/>
                  </a:lnTo>
                  <a:lnTo>
                    <a:pt x="253137" y="6074904"/>
                  </a:lnTo>
                  <a:lnTo>
                    <a:pt x="253295" y="6074904"/>
                  </a:lnTo>
                  <a:lnTo>
                    <a:pt x="253295" y="6074474"/>
                  </a:lnTo>
                  <a:lnTo>
                    <a:pt x="253295" y="6074043"/>
                  </a:lnTo>
                  <a:lnTo>
                    <a:pt x="253295" y="6073613"/>
                  </a:lnTo>
                  <a:lnTo>
                    <a:pt x="253453" y="6073613"/>
                  </a:lnTo>
                  <a:lnTo>
                    <a:pt x="253610" y="6073613"/>
                  </a:lnTo>
                  <a:lnTo>
                    <a:pt x="253768" y="6073182"/>
                  </a:lnTo>
                  <a:lnTo>
                    <a:pt x="253926" y="6073182"/>
                  </a:lnTo>
                  <a:lnTo>
                    <a:pt x="253926" y="6072751"/>
                  </a:lnTo>
                  <a:lnTo>
                    <a:pt x="254084" y="6072751"/>
                  </a:lnTo>
                  <a:lnTo>
                    <a:pt x="254241" y="6072751"/>
                  </a:lnTo>
                  <a:lnTo>
                    <a:pt x="254399" y="6072751"/>
                  </a:lnTo>
                  <a:lnTo>
                    <a:pt x="254557" y="6072751"/>
                  </a:lnTo>
                  <a:lnTo>
                    <a:pt x="254715" y="6072751"/>
                  </a:lnTo>
                  <a:lnTo>
                    <a:pt x="254715" y="6072321"/>
                  </a:lnTo>
                  <a:lnTo>
                    <a:pt x="254872" y="6072321"/>
                  </a:lnTo>
                  <a:lnTo>
                    <a:pt x="254872" y="6071890"/>
                  </a:lnTo>
                  <a:lnTo>
                    <a:pt x="255030" y="6071890"/>
                  </a:lnTo>
                  <a:lnTo>
                    <a:pt x="255030" y="6071460"/>
                  </a:lnTo>
                  <a:lnTo>
                    <a:pt x="255030" y="6071029"/>
                  </a:lnTo>
                  <a:lnTo>
                    <a:pt x="255188" y="6070598"/>
                  </a:lnTo>
                  <a:lnTo>
                    <a:pt x="255345" y="6070598"/>
                  </a:lnTo>
                  <a:lnTo>
                    <a:pt x="255345" y="6070168"/>
                  </a:lnTo>
                  <a:lnTo>
                    <a:pt x="255345" y="6069737"/>
                  </a:lnTo>
                  <a:lnTo>
                    <a:pt x="255503" y="6069737"/>
                  </a:lnTo>
                  <a:lnTo>
                    <a:pt x="255503" y="6069307"/>
                  </a:lnTo>
                  <a:lnTo>
                    <a:pt x="255661" y="6068876"/>
                  </a:lnTo>
                  <a:lnTo>
                    <a:pt x="255819" y="6068876"/>
                  </a:lnTo>
                  <a:lnTo>
                    <a:pt x="255976" y="6068876"/>
                  </a:lnTo>
                  <a:lnTo>
                    <a:pt x="256134" y="6068876"/>
                  </a:lnTo>
                  <a:lnTo>
                    <a:pt x="256134" y="6068445"/>
                  </a:lnTo>
                  <a:lnTo>
                    <a:pt x="256134" y="6068015"/>
                  </a:lnTo>
                  <a:lnTo>
                    <a:pt x="256449" y="6068015"/>
                  </a:lnTo>
                  <a:lnTo>
                    <a:pt x="256607" y="6068015"/>
                  </a:lnTo>
                  <a:lnTo>
                    <a:pt x="256607" y="6067584"/>
                  </a:lnTo>
                  <a:lnTo>
                    <a:pt x="256765" y="6067584"/>
                  </a:lnTo>
                  <a:lnTo>
                    <a:pt x="256765" y="6067154"/>
                  </a:lnTo>
                  <a:lnTo>
                    <a:pt x="256765" y="6066723"/>
                  </a:lnTo>
                  <a:lnTo>
                    <a:pt x="256923" y="6066723"/>
                  </a:lnTo>
                  <a:lnTo>
                    <a:pt x="257080" y="6066723"/>
                  </a:lnTo>
                  <a:lnTo>
                    <a:pt x="257238" y="6066723"/>
                  </a:lnTo>
                  <a:lnTo>
                    <a:pt x="257396" y="6066723"/>
                  </a:lnTo>
                  <a:lnTo>
                    <a:pt x="257396" y="6066292"/>
                  </a:lnTo>
                  <a:lnTo>
                    <a:pt x="257396" y="6065862"/>
                  </a:lnTo>
                  <a:lnTo>
                    <a:pt x="257553" y="6065862"/>
                  </a:lnTo>
                  <a:lnTo>
                    <a:pt x="257711" y="6065862"/>
                  </a:lnTo>
                  <a:lnTo>
                    <a:pt x="257711" y="6065431"/>
                  </a:lnTo>
                  <a:lnTo>
                    <a:pt x="257869" y="6065431"/>
                  </a:lnTo>
                  <a:lnTo>
                    <a:pt x="257869" y="6065001"/>
                  </a:lnTo>
                  <a:lnTo>
                    <a:pt x="258027" y="6065001"/>
                  </a:lnTo>
                  <a:lnTo>
                    <a:pt x="258184" y="6064570"/>
                  </a:lnTo>
                  <a:lnTo>
                    <a:pt x="258500" y="6064570"/>
                  </a:lnTo>
                  <a:lnTo>
                    <a:pt x="258657" y="6064570"/>
                  </a:lnTo>
                  <a:lnTo>
                    <a:pt x="258657" y="6064139"/>
                  </a:lnTo>
                  <a:lnTo>
                    <a:pt x="258815" y="6064139"/>
                  </a:lnTo>
                  <a:lnTo>
                    <a:pt x="258973" y="6064139"/>
                  </a:lnTo>
                  <a:lnTo>
                    <a:pt x="258973" y="6063709"/>
                  </a:lnTo>
                  <a:lnTo>
                    <a:pt x="259131" y="6063709"/>
                  </a:lnTo>
                  <a:lnTo>
                    <a:pt x="259288" y="6063709"/>
                  </a:lnTo>
                  <a:lnTo>
                    <a:pt x="259446" y="6063709"/>
                  </a:lnTo>
                  <a:lnTo>
                    <a:pt x="259604" y="6063709"/>
                  </a:lnTo>
                  <a:lnTo>
                    <a:pt x="259762" y="6063709"/>
                  </a:lnTo>
                  <a:lnTo>
                    <a:pt x="259762" y="6063278"/>
                  </a:lnTo>
                  <a:lnTo>
                    <a:pt x="259919" y="6063278"/>
                  </a:lnTo>
                  <a:lnTo>
                    <a:pt x="260077" y="6063278"/>
                  </a:lnTo>
                  <a:lnTo>
                    <a:pt x="260077" y="6062848"/>
                  </a:lnTo>
                  <a:lnTo>
                    <a:pt x="260077" y="6062417"/>
                  </a:lnTo>
                  <a:lnTo>
                    <a:pt x="260077" y="6061986"/>
                  </a:lnTo>
                  <a:lnTo>
                    <a:pt x="260235" y="6061986"/>
                  </a:lnTo>
                  <a:lnTo>
                    <a:pt x="260392" y="6061986"/>
                  </a:lnTo>
                  <a:lnTo>
                    <a:pt x="260708" y="6061986"/>
                  </a:lnTo>
                  <a:lnTo>
                    <a:pt x="260708" y="6061556"/>
                  </a:lnTo>
                  <a:lnTo>
                    <a:pt x="260708" y="6061125"/>
                  </a:lnTo>
                  <a:lnTo>
                    <a:pt x="260866" y="6061125"/>
                  </a:lnTo>
                  <a:lnTo>
                    <a:pt x="261023" y="6060695"/>
                  </a:lnTo>
                  <a:lnTo>
                    <a:pt x="261181" y="6060695"/>
                  </a:lnTo>
                  <a:lnTo>
                    <a:pt x="261339" y="6060695"/>
                  </a:lnTo>
                  <a:lnTo>
                    <a:pt x="261339" y="6060264"/>
                  </a:lnTo>
                  <a:lnTo>
                    <a:pt x="261496" y="6060264"/>
                  </a:lnTo>
                  <a:lnTo>
                    <a:pt x="261496" y="6059833"/>
                  </a:lnTo>
                  <a:lnTo>
                    <a:pt x="261654" y="6059833"/>
                  </a:lnTo>
                  <a:lnTo>
                    <a:pt x="261654" y="6059403"/>
                  </a:lnTo>
                  <a:lnTo>
                    <a:pt x="261812" y="6058972"/>
                  </a:lnTo>
                  <a:lnTo>
                    <a:pt x="261970" y="6058972"/>
                  </a:lnTo>
                  <a:lnTo>
                    <a:pt x="261970" y="6058542"/>
                  </a:lnTo>
                  <a:lnTo>
                    <a:pt x="262443" y="6058542"/>
                  </a:lnTo>
                  <a:lnTo>
                    <a:pt x="262600" y="6058542"/>
                  </a:lnTo>
                  <a:lnTo>
                    <a:pt x="262758" y="6058542"/>
                  </a:lnTo>
                  <a:lnTo>
                    <a:pt x="262758" y="6058111"/>
                  </a:lnTo>
                  <a:lnTo>
                    <a:pt x="262916" y="6058111"/>
                  </a:lnTo>
                  <a:lnTo>
                    <a:pt x="262916" y="6057680"/>
                  </a:lnTo>
                  <a:lnTo>
                    <a:pt x="263074" y="6057680"/>
                  </a:lnTo>
                  <a:lnTo>
                    <a:pt x="263074" y="6057250"/>
                  </a:lnTo>
                  <a:lnTo>
                    <a:pt x="263389" y="6056819"/>
                  </a:lnTo>
                  <a:lnTo>
                    <a:pt x="263547" y="6056819"/>
                  </a:lnTo>
                  <a:lnTo>
                    <a:pt x="263704" y="6056819"/>
                  </a:lnTo>
                  <a:lnTo>
                    <a:pt x="263862" y="6056819"/>
                  </a:lnTo>
                  <a:lnTo>
                    <a:pt x="264020" y="6056819"/>
                  </a:lnTo>
                  <a:lnTo>
                    <a:pt x="264178" y="6056819"/>
                  </a:lnTo>
                  <a:lnTo>
                    <a:pt x="264335" y="6056819"/>
                  </a:lnTo>
                  <a:lnTo>
                    <a:pt x="264335" y="6056389"/>
                  </a:lnTo>
                  <a:lnTo>
                    <a:pt x="264493" y="6056389"/>
                  </a:lnTo>
                  <a:lnTo>
                    <a:pt x="264651" y="6055958"/>
                  </a:lnTo>
                  <a:lnTo>
                    <a:pt x="264808" y="6055958"/>
                  </a:lnTo>
                  <a:lnTo>
                    <a:pt x="264808" y="6055527"/>
                  </a:lnTo>
                  <a:lnTo>
                    <a:pt x="264966" y="6055527"/>
                  </a:lnTo>
                  <a:lnTo>
                    <a:pt x="265124" y="6055527"/>
                  </a:lnTo>
                  <a:lnTo>
                    <a:pt x="265439" y="6055527"/>
                  </a:lnTo>
                  <a:lnTo>
                    <a:pt x="265439" y="6055097"/>
                  </a:lnTo>
                  <a:lnTo>
                    <a:pt x="265439" y="6054666"/>
                  </a:lnTo>
                  <a:lnTo>
                    <a:pt x="265597" y="6054666"/>
                  </a:lnTo>
                  <a:lnTo>
                    <a:pt x="265597" y="6054236"/>
                  </a:lnTo>
                  <a:lnTo>
                    <a:pt x="265755" y="6054236"/>
                  </a:lnTo>
                  <a:lnTo>
                    <a:pt x="265755" y="6053805"/>
                  </a:lnTo>
                  <a:lnTo>
                    <a:pt x="265913" y="6053805"/>
                  </a:lnTo>
                  <a:lnTo>
                    <a:pt x="266070" y="6053805"/>
                  </a:lnTo>
                  <a:lnTo>
                    <a:pt x="266070" y="6053374"/>
                  </a:lnTo>
                  <a:lnTo>
                    <a:pt x="266070" y="6052944"/>
                  </a:lnTo>
                  <a:lnTo>
                    <a:pt x="266070" y="6052513"/>
                  </a:lnTo>
                  <a:lnTo>
                    <a:pt x="266228" y="6052513"/>
                  </a:lnTo>
                  <a:lnTo>
                    <a:pt x="266386" y="6052513"/>
                  </a:lnTo>
                  <a:lnTo>
                    <a:pt x="266543" y="6052513"/>
                  </a:lnTo>
                  <a:lnTo>
                    <a:pt x="267017" y="6052513"/>
                  </a:lnTo>
                  <a:lnTo>
                    <a:pt x="267174" y="6052083"/>
                  </a:lnTo>
                  <a:lnTo>
                    <a:pt x="267332" y="6052083"/>
                  </a:lnTo>
                  <a:lnTo>
                    <a:pt x="267490" y="6052083"/>
                  </a:lnTo>
                  <a:lnTo>
                    <a:pt x="267647" y="6051652"/>
                  </a:lnTo>
                  <a:lnTo>
                    <a:pt x="267805" y="6051652"/>
                  </a:lnTo>
                  <a:lnTo>
                    <a:pt x="267963" y="6051652"/>
                  </a:lnTo>
                  <a:lnTo>
                    <a:pt x="268121" y="6051652"/>
                  </a:lnTo>
                  <a:lnTo>
                    <a:pt x="268278" y="6051652"/>
                  </a:lnTo>
                  <a:lnTo>
                    <a:pt x="268278" y="6051221"/>
                  </a:lnTo>
                  <a:lnTo>
                    <a:pt x="268436" y="6051221"/>
                  </a:lnTo>
                  <a:lnTo>
                    <a:pt x="268594" y="6051221"/>
                  </a:lnTo>
                  <a:lnTo>
                    <a:pt x="268751" y="6050791"/>
                  </a:lnTo>
                  <a:lnTo>
                    <a:pt x="268909" y="6050791"/>
                  </a:lnTo>
                  <a:lnTo>
                    <a:pt x="269067" y="6050791"/>
                  </a:lnTo>
                  <a:lnTo>
                    <a:pt x="269225" y="6050791"/>
                  </a:lnTo>
                  <a:lnTo>
                    <a:pt x="269225" y="6050360"/>
                  </a:lnTo>
                  <a:lnTo>
                    <a:pt x="269225" y="6049930"/>
                  </a:lnTo>
                  <a:lnTo>
                    <a:pt x="269382" y="6049930"/>
                  </a:lnTo>
                  <a:lnTo>
                    <a:pt x="269698" y="6049930"/>
                  </a:lnTo>
                  <a:lnTo>
                    <a:pt x="269698" y="6049499"/>
                  </a:lnTo>
                  <a:lnTo>
                    <a:pt x="269855" y="6049068"/>
                  </a:lnTo>
                  <a:lnTo>
                    <a:pt x="270013" y="6049068"/>
                  </a:lnTo>
                  <a:lnTo>
                    <a:pt x="270013" y="6048638"/>
                  </a:lnTo>
                  <a:lnTo>
                    <a:pt x="270329" y="6048638"/>
                  </a:lnTo>
                  <a:lnTo>
                    <a:pt x="270486" y="6048638"/>
                  </a:lnTo>
                  <a:lnTo>
                    <a:pt x="270644" y="6048638"/>
                  </a:lnTo>
                  <a:lnTo>
                    <a:pt x="270802" y="6048638"/>
                  </a:lnTo>
                  <a:lnTo>
                    <a:pt x="270960" y="6048638"/>
                  </a:lnTo>
                  <a:lnTo>
                    <a:pt x="271117" y="6048638"/>
                  </a:lnTo>
                  <a:lnTo>
                    <a:pt x="271275" y="6048638"/>
                  </a:lnTo>
                  <a:lnTo>
                    <a:pt x="271275" y="6048207"/>
                  </a:lnTo>
                  <a:lnTo>
                    <a:pt x="271433" y="6048207"/>
                  </a:lnTo>
                  <a:lnTo>
                    <a:pt x="271590" y="6047777"/>
                  </a:lnTo>
                  <a:lnTo>
                    <a:pt x="271748" y="6047777"/>
                  </a:lnTo>
                  <a:lnTo>
                    <a:pt x="271906" y="6047777"/>
                  </a:lnTo>
                  <a:lnTo>
                    <a:pt x="272064" y="6047777"/>
                  </a:lnTo>
                  <a:lnTo>
                    <a:pt x="272064" y="6047346"/>
                  </a:lnTo>
                  <a:lnTo>
                    <a:pt x="272221" y="6047346"/>
                  </a:lnTo>
                  <a:lnTo>
                    <a:pt x="272221" y="6046915"/>
                  </a:lnTo>
                  <a:lnTo>
                    <a:pt x="272221" y="6046485"/>
                  </a:lnTo>
                  <a:lnTo>
                    <a:pt x="272379" y="6046485"/>
                  </a:lnTo>
                  <a:lnTo>
                    <a:pt x="272537" y="6046485"/>
                  </a:lnTo>
                  <a:lnTo>
                    <a:pt x="272694" y="6046485"/>
                  </a:lnTo>
                  <a:lnTo>
                    <a:pt x="272694" y="6046054"/>
                  </a:lnTo>
                  <a:lnTo>
                    <a:pt x="272694" y="6045624"/>
                  </a:lnTo>
                  <a:lnTo>
                    <a:pt x="272852" y="6045624"/>
                  </a:lnTo>
                  <a:lnTo>
                    <a:pt x="273010" y="6045624"/>
                  </a:lnTo>
                  <a:lnTo>
                    <a:pt x="273168" y="6045624"/>
                  </a:lnTo>
                  <a:lnTo>
                    <a:pt x="273325" y="6045624"/>
                  </a:lnTo>
                  <a:lnTo>
                    <a:pt x="273641" y="6045624"/>
                  </a:lnTo>
                  <a:lnTo>
                    <a:pt x="273798" y="6045624"/>
                  </a:lnTo>
                  <a:lnTo>
                    <a:pt x="273956" y="6045624"/>
                  </a:lnTo>
                  <a:lnTo>
                    <a:pt x="274114" y="6045624"/>
                  </a:lnTo>
                  <a:lnTo>
                    <a:pt x="274429" y="6045624"/>
                  </a:lnTo>
                  <a:lnTo>
                    <a:pt x="274429" y="6045193"/>
                  </a:lnTo>
                  <a:lnTo>
                    <a:pt x="274587" y="6045193"/>
                  </a:lnTo>
                  <a:lnTo>
                    <a:pt x="275376" y="6043901"/>
                  </a:lnTo>
                  <a:lnTo>
                    <a:pt x="275533" y="6043471"/>
                  </a:lnTo>
                  <a:lnTo>
                    <a:pt x="275533" y="6043040"/>
                  </a:lnTo>
                  <a:lnTo>
                    <a:pt x="275691" y="6043040"/>
                  </a:lnTo>
                  <a:lnTo>
                    <a:pt x="275849" y="6043040"/>
                  </a:lnTo>
                  <a:lnTo>
                    <a:pt x="276006" y="6043040"/>
                  </a:lnTo>
                  <a:lnTo>
                    <a:pt x="276164" y="6043040"/>
                  </a:lnTo>
                  <a:lnTo>
                    <a:pt x="276164" y="6042609"/>
                  </a:lnTo>
                  <a:lnTo>
                    <a:pt x="276164" y="6042179"/>
                  </a:lnTo>
                  <a:lnTo>
                    <a:pt x="276322" y="6042179"/>
                  </a:lnTo>
                  <a:lnTo>
                    <a:pt x="276480" y="6042179"/>
                  </a:lnTo>
                  <a:lnTo>
                    <a:pt x="276637" y="6042179"/>
                  </a:lnTo>
                  <a:lnTo>
                    <a:pt x="276637" y="6041748"/>
                  </a:lnTo>
                  <a:lnTo>
                    <a:pt x="276795" y="6041748"/>
                  </a:lnTo>
                  <a:lnTo>
                    <a:pt x="276953" y="6041748"/>
                  </a:lnTo>
                  <a:lnTo>
                    <a:pt x="277111" y="6041748"/>
                  </a:lnTo>
                  <a:lnTo>
                    <a:pt x="277268" y="6041748"/>
                  </a:lnTo>
                  <a:lnTo>
                    <a:pt x="277426" y="6041748"/>
                  </a:lnTo>
                  <a:lnTo>
                    <a:pt x="277741" y="6041748"/>
                  </a:lnTo>
                  <a:lnTo>
                    <a:pt x="277899" y="6041748"/>
                  </a:lnTo>
                  <a:lnTo>
                    <a:pt x="277899" y="6041318"/>
                  </a:lnTo>
                  <a:lnTo>
                    <a:pt x="278057" y="6041318"/>
                  </a:lnTo>
                  <a:lnTo>
                    <a:pt x="278215" y="6041318"/>
                  </a:lnTo>
                  <a:lnTo>
                    <a:pt x="278215" y="6040887"/>
                  </a:lnTo>
                  <a:lnTo>
                    <a:pt x="278215" y="6040456"/>
                  </a:lnTo>
                  <a:lnTo>
                    <a:pt x="278372" y="6040456"/>
                  </a:lnTo>
                  <a:lnTo>
                    <a:pt x="278530" y="6040456"/>
                  </a:lnTo>
                  <a:lnTo>
                    <a:pt x="278688" y="6040456"/>
                  </a:lnTo>
                  <a:lnTo>
                    <a:pt x="278845" y="6040456"/>
                  </a:lnTo>
                  <a:lnTo>
                    <a:pt x="279003" y="6040456"/>
                  </a:lnTo>
                  <a:lnTo>
                    <a:pt x="279319" y="6040456"/>
                  </a:lnTo>
                  <a:lnTo>
                    <a:pt x="279319" y="6040026"/>
                  </a:lnTo>
                  <a:lnTo>
                    <a:pt x="279476" y="6040026"/>
                  </a:lnTo>
                  <a:lnTo>
                    <a:pt x="279634" y="6040026"/>
                  </a:lnTo>
                  <a:lnTo>
                    <a:pt x="279634" y="6039595"/>
                  </a:lnTo>
                  <a:lnTo>
                    <a:pt x="279792" y="6039595"/>
                  </a:lnTo>
                  <a:lnTo>
                    <a:pt x="279792" y="6039165"/>
                  </a:lnTo>
                  <a:lnTo>
                    <a:pt x="279949" y="6039165"/>
                  </a:lnTo>
                  <a:lnTo>
                    <a:pt x="280107" y="6039165"/>
                  </a:lnTo>
                  <a:lnTo>
                    <a:pt x="280265" y="6039165"/>
                  </a:lnTo>
                  <a:lnTo>
                    <a:pt x="280265" y="6038734"/>
                  </a:lnTo>
                  <a:lnTo>
                    <a:pt x="280265" y="6038303"/>
                  </a:lnTo>
                  <a:lnTo>
                    <a:pt x="280423" y="6038303"/>
                  </a:lnTo>
                  <a:lnTo>
                    <a:pt x="280580" y="6038303"/>
                  </a:lnTo>
                  <a:lnTo>
                    <a:pt x="280580" y="6037873"/>
                  </a:lnTo>
                  <a:lnTo>
                    <a:pt x="280738" y="6037873"/>
                  </a:lnTo>
                  <a:lnTo>
                    <a:pt x="280896" y="6037873"/>
                  </a:lnTo>
                  <a:lnTo>
                    <a:pt x="280896" y="6037442"/>
                  </a:lnTo>
                  <a:lnTo>
                    <a:pt x="280896" y="6037012"/>
                  </a:lnTo>
                  <a:lnTo>
                    <a:pt x="281211" y="6037012"/>
                  </a:lnTo>
                  <a:lnTo>
                    <a:pt x="281369" y="6037012"/>
                  </a:lnTo>
                  <a:lnTo>
                    <a:pt x="281369" y="6036581"/>
                  </a:lnTo>
                  <a:lnTo>
                    <a:pt x="281527" y="6036581"/>
                  </a:lnTo>
                  <a:lnTo>
                    <a:pt x="281684" y="6036581"/>
                  </a:lnTo>
                  <a:lnTo>
                    <a:pt x="281842" y="6036150"/>
                  </a:lnTo>
                  <a:lnTo>
                    <a:pt x="282157" y="6036150"/>
                  </a:lnTo>
                  <a:lnTo>
                    <a:pt x="282315" y="6036150"/>
                  </a:lnTo>
                  <a:lnTo>
                    <a:pt x="282315" y="6035720"/>
                  </a:lnTo>
                  <a:lnTo>
                    <a:pt x="282473" y="6035720"/>
                  </a:lnTo>
                  <a:lnTo>
                    <a:pt x="282631" y="6035720"/>
                  </a:lnTo>
                  <a:lnTo>
                    <a:pt x="282788" y="6035720"/>
                  </a:lnTo>
                  <a:lnTo>
                    <a:pt x="282946" y="6035720"/>
                  </a:lnTo>
                  <a:lnTo>
                    <a:pt x="283104" y="6035720"/>
                  </a:lnTo>
                  <a:lnTo>
                    <a:pt x="283262" y="6035289"/>
                  </a:lnTo>
                  <a:lnTo>
                    <a:pt x="283419" y="6035289"/>
                  </a:lnTo>
                  <a:lnTo>
                    <a:pt x="283419" y="6034859"/>
                  </a:lnTo>
                  <a:lnTo>
                    <a:pt x="283419" y="6034428"/>
                  </a:lnTo>
                  <a:lnTo>
                    <a:pt x="283577" y="6034428"/>
                  </a:lnTo>
                  <a:lnTo>
                    <a:pt x="283577" y="6033997"/>
                  </a:lnTo>
                  <a:lnTo>
                    <a:pt x="283735" y="6033997"/>
                  </a:lnTo>
                  <a:lnTo>
                    <a:pt x="283892" y="6033997"/>
                  </a:lnTo>
                  <a:lnTo>
                    <a:pt x="283892" y="6033567"/>
                  </a:lnTo>
                  <a:lnTo>
                    <a:pt x="283892" y="6033136"/>
                  </a:lnTo>
                  <a:lnTo>
                    <a:pt x="283892" y="6032706"/>
                  </a:lnTo>
                  <a:lnTo>
                    <a:pt x="283892" y="6032275"/>
                  </a:lnTo>
                  <a:lnTo>
                    <a:pt x="284050" y="6032275"/>
                  </a:lnTo>
                  <a:lnTo>
                    <a:pt x="284208" y="6032275"/>
                  </a:lnTo>
                  <a:lnTo>
                    <a:pt x="284366" y="6032275"/>
                  </a:lnTo>
                  <a:lnTo>
                    <a:pt x="284366" y="6031844"/>
                  </a:lnTo>
                  <a:lnTo>
                    <a:pt x="284681" y="6031844"/>
                  </a:lnTo>
                  <a:lnTo>
                    <a:pt x="284681" y="6031414"/>
                  </a:lnTo>
                  <a:lnTo>
                    <a:pt x="284839" y="6031414"/>
                  </a:lnTo>
                  <a:lnTo>
                    <a:pt x="284839" y="6030983"/>
                  </a:lnTo>
                  <a:lnTo>
                    <a:pt x="284996" y="6030983"/>
                  </a:lnTo>
                  <a:lnTo>
                    <a:pt x="285154" y="6030983"/>
                  </a:lnTo>
                  <a:lnTo>
                    <a:pt x="285312" y="6030983"/>
                  </a:lnTo>
                  <a:lnTo>
                    <a:pt x="285470" y="6030983"/>
                  </a:lnTo>
                  <a:lnTo>
                    <a:pt x="285627" y="6030983"/>
                  </a:lnTo>
                  <a:lnTo>
                    <a:pt x="285785" y="6030983"/>
                  </a:lnTo>
                  <a:lnTo>
                    <a:pt x="286100" y="6030983"/>
                  </a:lnTo>
                  <a:lnTo>
                    <a:pt x="286416" y="6030983"/>
                  </a:lnTo>
                  <a:lnTo>
                    <a:pt x="286574" y="6030983"/>
                  </a:lnTo>
                  <a:lnTo>
                    <a:pt x="286731" y="6030983"/>
                  </a:lnTo>
                  <a:lnTo>
                    <a:pt x="286889" y="6030983"/>
                  </a:lnTo>
                  <a:lnTo>
                    <a:pt x="287047" y="6030983"/>
                  </a:lnTo>
                  <a:lnTo>
                    <a:pt x="287204" y="6030983"/>
                  </a:lnTo>
                  <a:lnTo>
                    <a:pt x="287204" y="6030553"/>
                  </a:lnTo>
                  <a:lnTo>
                    <a:pt x="287204" y="6030122"/>
                  </a:lnTo>
                  <a:lnTo>
                    <a:pt x="287362" y="6030122"/>
                  </a:lnTo>
                  <a:lnTo>
                    <a:pt x="287678" y="6030122"/>
                  </a:lnTo>
                  <a:lnTo>
                    <a:pt x="287835" y="6030122"/>
                  </a:lnTo>
                  <a:lnTo>
                    <a:pt x="287993" y="6030122"/>
                  </a:lnTo>
                  <a:lnTo>
                    <a:pt x="288151" y="6030122"/>
                  </a:lnTo>
                  <a:lnTo>
                    <a:pt x="288466" y="6030122"/>
                  </a:lnTo>
                  <a:lnTo>
                    <a:pt x="288624" y="6030122"/>
                  </a:lnTo>
                  <a:lnTo>
                    <a:pt x="288782" y="6030122"/>
                  </a:lnTo>
                  <a:lnTo>
                    <a:pt x="288782" y="6029691"/>
                  </a:lnTo>
                  <a:lnTo>
                    <a:pt x="288782" y="6029261"/>
                  </a:lnTo>
                  <a:lnTo>
                    <a:pt x="288939" y="6029261"/>
                  </a:lnTo>
                  <a:lnTo>
                    <a:pt x="288939" y="6028830"/>
                  </a:lnTo>
                  <a:lnTo>
                    <a:pt x="289097" y="6028830"/>
                  </a:lnTo>
                  <a:lnTo>
                    <a:pt x="289255" y="6028400"/>
                  </a:lnTo>
                  <a:lnTo>
                    <a:pt x="289413" y="6028400"/>
                  </a:lnTo>
                  <a:lnTo>
                    <a:pt x="289570" y="6028400"/>
                  </a:lnTo>
                  <a:lnTo>
                    <a:pt x="289570" y="6027969"/>
                  </a:lnTo>
                  <a:lnTo>
                    <a:pt x="289728" y="6027969"/>
                  </a:lnTo>
                  <a:lnTo>
                    <a:pt x="290043" y="6027538"/>
                  </a:lnTo>
                  <a:lnTo>
                    <a:pt x="290043" y="6027108"/>
                  </a:lnTo>
                  <a:lnTo>
                    <a:pt x="290043" y="6026677"/>
                  </a:lnTo>
                  <a:lnTo>
                    <a:pt x="290043" y="6026247"/>
                  </a:lnTo>
                  <a:lnTo>
                    <a:pt x="290201" y="6026247"/>
                  </a:lnTo>
                  <a:lnTo>
                    <a:pt x="290359" y="6026247"/>
                  </a:lnTo>
                  <a:lnTo>
                    <a:pt x="290359" y="6025816"/>
                  </a:lnTo>
                  <a:lnTo>
                    <a:pt x="290517" y="6025816"/>
                  </a:lnTo>
                  <a:lnTo>
                    <a:pt x="290674" y="6025816"/>
                  </a:lnTo>
                  <a:lnTo>
                    <a:pt x="290674" y="6025385"/>
                  </a:lnTo>
                  <a:lnTo>
                    <a:pt x="290832" y="6025385"/>
                  </a:lnTo>
                  <a:lnTo>
                    <a:pt x="290990" y="6025385"/>
                  </a:lnTo>
                  <a:lnTo>
                    <a:pt x="291147" y="6025385"/>
                  </a:lnTo>
                  <a:lnTo>
                    <a:pt x="291305" y="6025385"/>
                  </a:lnTo>
                  <a:lnTo>
                    <a:pt x="291463" y="6025385"/>
                  </a:lnTo>
                  <a:lnTo>
                    <a:pt x="291621" y="6025385"/>
                  </a:lnTo>
                  <a:lnTo>
                    <a:pt x="291778" y="6024955"/>
                  </a:lnTo>
                  <a:lnTo>
                    <a:pt x="291936" y="6024955"/>
                  </a:lnTo>
                  <a:lnTo>
                    <a:pt x="292094" y="6024955"/>
                  </a:lnTo>
                  <a:lnTo>
                    <a:pt x="292094" y="6024524"/>
                  </a:lnTo>
                  <a:lnTo>
                    <a:pt x="292251" y="6024524"/>
                  </a:lnTo>
                  <a:lnTo>
                    <a:pt x="292409" y="6024524"/>
                  </a:lnTo>
                  <a:lnTo>
                    <a:pt x="292567" y="6024524"/>
                  </a:lnTo>
                  <a:lnTo>
                    <a:pt x="292725" y="6024524"/>
                  </a:lnTo>
                  <a:lnTo>
                    <a:pt x="292725" y="6024094"/>
                  </a:lnTo>
                  <a:lnTo>
                    <a:pt x="292882" y="6024094"/>
                  </a:lnTo>
                  <a:lnTo>
                    <a:pt x="293355" y="6024094"/>
                  </a:lnTo>
                  <a:lnTo>
                    <a:pt x="293671" y="6024094"/>
                  </a:lnTo>
                  <a:lnTo>
                    <a:pt x="293671" y="6023663"/>
                  </a:lnTo>
                  <a:lnTo>
                    <a:pt x="293671" y="6023232"/>
                  </a:lnTo>
                  <a:lnTo>
                    <a:pt x="293671" y="6022802"/>
                  </a:lnTo>
                  <a:lnTo>
                    <a:pt x="293671" y="6022371"/>
                  </a:lnTo>
                  <a:lnTo>
                    <a:pt x="293829" y="6022371"/>
                  </a:lnTo>
                  <a:lnTo>
                    <a:pt x="293829" y="6021941"/>
                  </a:lnTo>
                  <a:lnTo>
                    <a:pt x="293829" y="6021510"/>
                  </a:lnTo>
                  <a:lnTo>
                    <a:pt x="293986" y="6021510"/>
                  </a:lnTo>
                  <a:lnTo>
                    <a:pt x="293986" y="6021079"/>
                  </a:lnTo>
                  <a:lnTo>
                    <a:pt x="294617" y="6021079"/>
                  </a:lnTo>
                  <a:lnTo>
                    <a:pt x="294775" y="6021079"/>
                  </a:lnTo>
                  <a:lnTo>
                    <a:pt x="294933" y="6021079"/>
                  </a:lnTo>
                  <a:lnTo>
                    <a:pt x="295090" y="6021079"/>
                  </a:lnTo>
                  <a:lnTo>
                    <a:pt x="295248" y="6021079"/>
                  </a:lnTo>
                  <a:lnTo>
                    <a:pt x="295406" y="6021079"/>
                  </a:lnTo>
                  <a:lnTo>
                    <a:pt x="295721" y="6021079"/>
                  </a:lnTo>
                  <a:lnTo>
                    <a:pt x="295721" y="6020649"/>
                  </a:lnTo>
                  <a:lnTo>
                    <a:pt x="295879" y="6020649"/>
                  </a:lnTo>
                  <a:lnTo>
                    <a:pt x="295879" y="6020218"/>
                  </a:lnTo>
                  <a:lnTo>
                    <a:pt x="296037" y="6020218"/>
                  </a:lnTo>
                  <a:lnTo>
                    <a:pt x="296194" y="6020218"/>
                  </a:lnTo>
                  <a:lnTo>
                    <a:pt x="296510" y="6020218"/>
                  </a:lnTo>
                  <a:lnTo>
                    <a:pt x="296668" y="6020218"/>
                  </a:lnTo>
                  <a:lnTo>
                    <a:pt x="296825" y="6020218"/>
                  </a:lnTo>
                  <a:lnTo>
                    <a:pt x="296825" y="6019788"/>
                  </a:lnTo>
                  <a:lnTo>
                    <a:pt x="296983" y="6019788"/>
                  </a:lnTo>
                  <a:lnTo>
                    <a:pt x="297141" y="6019788"/>
                  </a:lnTo>
                  <a:lnTo>
                    <a:pt x="297298" y="6019788"/>
                  </a:lnTo>
                  <a:lnTo>
                    <a:pt x="297456" y="6019788"/>
                  </a:lnTo>
                  <a:lnTo>
                    <a:pt x="297456" y="6019357"/>
                  </a:lnTo>
                  <a:lnTo>
                    <a:pt x="297456" y="6018926"/>
                  </a:lnTo>
                  <a:lnTo>
                    <a:pt x="297614" y="6018926"/>
                  </a:lnTo>
                  <a:lnTo>
                    <a:pt x="297772" y="6018926"/>
                  </a:lnTo>
                  <a:lnTo>
                    <a:pt x="297772" y="6018496"/>
                  </a:lnTo>
                  <a:lnTo>
                    <a:pt x="297929" y="6018496"/>
                  </a:lnTo>
                  <a:lnTo>
                    <a:pt x="298087" y="6018496"/>
                  </a:lnTo>
                  <a:lnTo>
                    <a:pt x="298087" y="6018065"/>
                  </a:lnTo>
                  <a:lnTo>
                    <a:pt x="298245" y="6017635"/>
                  </a:lnTo>
                  <a:lnTo>
                    <a:pt x="298402" y="6017635"/>
                  </a:lnTo>
                  <a:lnTo>
                    <a:pt x="298560" y="6017635"/>
                  </a:lnTo>
                  <a:lnTo>
                    <a:pt x="298718" y="6017635"/>
                  </a:lnTo>
                  <a:lnTo>
                    <a:pt x="298876" y="6017635"/>
                  </a:lnTo>
                  <a:lnTo>
                    <a:pt x="298876" y="6017204"/>
                  </a:lnTo>
                  <a:lnTo>
                    <a:pt x="298876" y="6016773"/>
                  </a:lnTo>
                  <a:lnTo>
                    <a:pt x="299033" y="6016773"/>
                  </a:lnTo>
                  <a:lnTo>
                    <a:pt x="299191" y="6016773"/>
                  </a:lnTo>
                  <a:lnTo>
                    <a:pt x="299349" y="6016773"/>
                  </a:lnTo>
                  <a:lnTo>
                    <a:pt x="299507" y="6016773"/>
                  </a:lnTo>
                  <a:lnTo>
                    <a:pt x="299664" y="6016773"/>
                  </a:lnTo>
                  <a:lnTo>
                    <a:pt x="299822" y="6016773"/>
                  </a:lnTo>
                  <a:lnTo>
                    <a:pt x="299980" y="6016343"/>
                  </a:lnTo>
                  <a:lnTo>
                    <a:pt x="300137" y="6015912"/>
                  </a:lnTo>
                  <a:lnTo>
                    <a:pt x="300295" y="6015912"/>
                  </a:lnTo>
                  <a:lnTo>
                    <a:pt x="300295" y="6015482"/>
                  </a:lnTo>
                  <a:lnTo>
                    <a:pt x="300453" y="6015482"/>
                  </a:lnTo>
                  <a:lnTo>
                    <a:pt x="300611" y="6015482"/>
                  </a:lnTo>
                  <a:lnTo>
                    <a:pt x="300611" y="6015051"/>
                  </a:lnTo>
                  <a:lnTo>
                    <a:pt x="300768" y="6015051"/>
                  </a:lnTo>
                  <a:lnTo>
                    <a:pt x="300768" y="6014620"/>
                  </a:lnTo>
                  <a:lnTo>
                    <a:pt x="300926" y="6014620"/>
                  </a:lnTo>
                  <a:lnTo>
                    <a:pt x="300926" y="6014190"/>
                  </a:lnTo>
                  <a:lnTo>
                    <a:pt x="301084" y="6014190"/>
                  </a:lnTo>
                  <a:lnTo>
                    <a:pt x="301241" y="6014190"/>
                  </a:lnTo>
                  <a:lnTo>
                    <a:pt x="301399" y="6014190"/>
                  </a:lnTo>
                  <a:lnTo>
                    <a:pt x="301399" y="6013759"/>
                  </a:lnTo>
                  <a:lnTo>
                    <a:pt x="301399" y="6013329"/>
                  </a:lnTo>
                  <a:lnTo>
                    <a:pt x="301399" y="6012898"/>
                  </a:lnTo>
                  <a:lnTo>
                    <a:pt x="301557" y="6012898"/>
                  </a:lnTo>
                  <a:lnTo>
                    <a:pt x="301872" y="6012898"/>
                  </a:lnTo>
                  <a:lnTo>
                    <a:pt x="302030" y="6012898"/>
                  </a:lnTo>
                  <a:lnTo>
                    <a:pt x="302188" y="6012898"/>
                  </a:lnTo>
                  <a:lnTo>
                    <a:pt x="302345" y="6012898"/>
                  </a:lnTo>
                  <a:lnTo>
                    <a:pt x="302503" y="6012898"/>
                  </a:lnTo>
                  <a:lnTo>
                    <a:pt x="302503" y="6012467"/>
                  </a:lnTo>
                  <a:lnTo>
                    <a:pt x="302661" y="6012467"/>
                  </a:lnTo>
                  <a:lnTo>
                    <a:pt x="302819" y="6012467"/>
                  </a:lnTo>
                  <a:lnTo>
                    <a:pt x="302976" y="6012467"/>
                  </a:lnTo>
                  <a:lnTo>
                    <a:pt x="303134" y="6012467"/>
                  </a:lnTo>
                  <a:lnTo>
                    <a:pt x="303292" y="6012467"/>
                  </a:lnTo>
                  <a:lnTo>
                    <a:pt x="303292" y="6012037"/>
                  </a:lnTo>
                  <a:lnTo>
                    <a:pt x="303292" y="6011606"/>
                  </a:lnTo>
                  <a:lnTo>
                    <a:pt x="303449" y="6011606"/>
                  </a:lnTo>
                  <a:lnTo>
                    <a:pt x="303607" y="6011606"/>
                  </a:lnTo>
                  <a:lnTo>
                    <a:pt x="303607" y="6011176"/>
                  </a:lnTo>
                  <a:lnTo>
                    <a:pt x="303765" y="6011176"/>
                  </a:lnTo>
                  <a:lnTo>
                    <a:pt x="304238" y="6011176"/>
                  </a:lnTo>
                  <a:lnTo>
                    <a:pt x="304396" y="6011176"/>
                  </a:lnTo>
                  <a:lnTo>
                    <a:pt x="304396" y="6010745"/>
                  </a:lnTo>
                  <a:lnTo>
                    <a:pt x="304396" y="6010314"/>
                  </a:lnTo>
                  <a:lnTo>
                    <a:pt x="304553" y="6010314"/>
                  </a:lnTo>
                  <a:lnTo>
                    <a:pt x="304711" y="6009884"/>
                  </a:lnTo>
                  <a:lnTo>
                    <a:pt x="304869" y="6009884"/>
                  </a:lnTo>
                  <a:lnTo>
                    <a:pt x="304869" y="6009453"/>
                  </a:lnTo>
                  <a:lnTo>
                    <a:pt x="305184" y="6009453"/>
                  </a:lnTo>
                  <a:lnTo>
                    <a:pt x="305342" y="6009453"/>
                  </a:lnTo>
                  <a:lnTo>
                    <a:pt x="305500" y="6009453"/>
                  </a:lnTo>
                  <a:lnTo>
                    <a:pt x="305500" y="6009023"/>
                  </a:lnTo>
                  <a:lnTo>
                    <a:pt x="305658" y="6009023"/>
                  </a:lnTo>
                  <a:lnTo>
                    <a:pt x="305973" y="6008592"/>
                  </a:lnTo>
                  <a:lnTo>
                    <a:pt x="306131" y="6008592"/>
                  </a:lnTo>
                  <a:lnTo>
                    <a:pt x="306288" y="6008592"/>
                  </a:lnTo>
                  <a:lnTo>
                    <a:pt x="306446" y="6008161"/>
                  </a:lnTo>
                  <a:lnTo>
                    <a:pt x="306446" y="6007731"/>
                  </a:lnTo>
                  <a:lnTo>
                    <a:pt x="306446" y="6007300"/>
                  </a:lnTo>
                  <a:lnTo>
                    <a:pt x="306446" y="6006870"/>
                  </a:lnTo>
                  <a:lnTo>
                    <a:pt x="306446" y="6006439"/>
                  </a:lnTo>
                  <a:lnTo>
                    <a:pt x="306446" y="6006008"/>
                  </a:lnTo>
                  <a:lnTo>
                    <a:pt x="306604" y="6006008"/>
                  </a:lnTo>
                  <a:lnTo>
                    <a:pt x="306604" y="6005578"/>
                  </a:lnTo>
                  <a:lnTo>
                    <a:pt x="306604" y="6005147"/>
                  </a:lnTo>
                  <a:lnTo>
                    <a:pt x="306762" y="6005147"/>
                  </a:lnTo>
                  <a:lnTo>
                    <a:pt x="306919" y="6005147"/>
                  </a:lnTo>
                  <a:lnTo>
                    <a:pt x="307077" y="6005147"/>
                  </a:lnTo>
                  <a:lnTo>
                    <a:pt x="307235" y="6005147"/>
                  </a:lnTo>
                  <a:lnTo>
                    <a:pt x="307392" y="6005147"/>
                  </a:lnTo>
                  <a:lnTo>
                    <a:pt x="307392" y="6004717"/>
                  </a:lnTo>
                  <a:lnTo>
                    <a:pt x="307392" y="6004286"/>
                  </a:lnTo>
                  <a:lnTo>
                    <a:pt x="307708" y="6003855"/>
                  </a:lnTo>
                  <a:lnTo>
                    <a:pt x="307866" y="6003855"/>
                  </a:lnTo>
                  <a:lnTo>
                    <a:pt x="308023" y="6003855"/>
                  </a:lnTo>
                  <a:lnTo>
                    <a:pt x="308023" y="6003425"/>
                  </a:lnTo>
                  <a:lnTo>
                    <a:pt x="308023" y="6002994"/>
                  </a:lnTo>
                  <a:lnTo>
                    <a:pt x="308023" y="6002564"/>
                  </a:lnTo>
                  <a:lnTo>
                    <a:pt x="308181" y="6002564"/>
                  </a:lnTo>
                  <a:lnTo>
                    <a:pt x="308339" y="6002564"/>
                  </a:lnTo>
                  <a:lnTo>
                    <a:pt x="308496" y="6002564"/>
                  </a:lnTo>
                  <a:lnTo>
                    <a:pt x="308812" y="6002564"/>
                  </a:lnTo>
                  <a:lnTo>
                    <a:pt x="308970" y="6002564"/>
                  </a:lnTo>
                  <a:lnTo>
                    <a:pt x="309127" y="6002564"/>
                  </a:lnTo>
                  <a:lnTo>
                    <a:pt x="309127" y="6002133"/>
                  </a:lnTo>
                  <a:lnTo>
                    <a:pt x="309285" y="6002133"/>
                  </a:lnTo>
                  <a:lnTo>
                    <a:pt x="309443" y="6002133"/>
                  </a:lnTo>
                  <a:lnTo>
                    <a:pt x="309600" y="6002133"/>
                  </a:lnTo>
                  <a:lnTo>
                    <a:pt x="309600" y="6001702"/>
                  </a:lnTo>
                  <a:lnTo>
                    <a:pt x="309758" y="6001702"/>
                  </a:lnTo>
                  <a:lnTo>
                    <a:pt x="310074" y="6001702"/>
                  </a:lnTo>
                  <a:lnTo>
                    <a:pt x="310231" y="6001702"/>
                  </a:lnTo>
                  <a:lnTo>
                    <a:pt x="310231" y="6001272"/>
                  </a:lnTo>
                  <a:lnTo>
                    <a:pt x="310389" y="6001272"/>
                  </a:lnTo>
                  <a:lnTo>
                    <a:pt x="310389" y="6000841"/>
                  </a:lnTo>
                  <a:lnTo>
                    <a:pt x="310705" y="6000841"/>
                  </a:lnTo>
                  <a:lnTo>
                    <a:pt x="310862" y="6000841"/>
                  </a:lnTo>
                  <a:lnTo>
                    <a:pt x="311020" y="6000841"/>
                  </a:lnTo>
                  <a:lnTo>
                    <a:pt x="311020" y="6000411"/>
                  </a:lnTo>
                  <a:lnTo>
                    <a:pt x="311178" y="6000411"/>
                  </a:lnTo>
                  <a:lnTo>
                    <a:pt x="311335" y="6000411"/>
                  </a:lnTo>
                  <a:lnTo>
                    <a:pt x="311493" y="6000411"/>
                  </a:lnTo>
                  <a:lnTo>
                    <a:pt x="311493" y="5999980"/>
                  </a:lnTo>
                  <a:lnTo>
                    <a:pt x="311651" y="5999549"/>
                  </a:lnTo>
                  <a:lnTo>
                    <a:pt x="311809" y="5999549"/>
                  </a:lnTo>
                  <a:lnTo>
                    <a:pt x="311966" y="5999549"/>
                  </a:lnTo>
                  <a:lnTo>
                    <a:pt x="312124" y="5999549"/>
                  </a:lnTo>
                  <a:lnTo>
                    <a:pt x="312282" y="5999549"/>
                  </a:lnTo>
                  <a:lnTo>
                    <a:pt x="312282" y="5999119"/>
                  </a:lnTo>
                  <a:lnTo>
                    <a:pt x="312439" y="5999119"/>
                  </a:lnTo>
                  <a:lnTo>
                    <a:pt x="312597" y="5999119"/>
                  </a:lnTo>
                  <a:lnTo>
                    <a:pt x="312755" y="5999119"/>
                  </a:lnTo>
                  <a:lnTo>
                    <a:pt x="312913" y="5999119"/>
                  </a:lnTo>
                  <a:lnTo>
                    <a:pt x="312913" y="5998688"/>
                  </a:lnTo>
                  <a:lnTo>
                    <a:pt x="313228" y="5998688"/>
                  </a:lnTo>
                  <a:lnTo>
                    <a:pt x="313386" y="5998688"/>
                  </a:lnTo>
                  <a:lnTo>
                    <a:pt x="313543" y="5998688"/>
                  </a:lnTo>
                  <a:lnTo>
                    <a:pt x="313701" y="5998688"/>
                  </a:lnTo>
                  <a:lnTo>
                    <a:pt x="313701" y="5998258"/>
                  </a:lnTo>
                  <a:lnTo>
                    <a:pt x="313859" y="5998258"/>
                  </a:lnTo>
                  <a:lnTo>
                    <a:pt x="314017" y="5998258"/>
                  </a:lnTo>
                  <a:lnTo>
                    <a:pt x="314017" y="5997827"/>
                  </a:lnTo>
                  <a:lnTo>
                    <a:pt x="314174" y="5997827"/>
                  </a:lnTo>
                  <a:lnTo>
                    <a:pt x="314332" y="5997827"/>
                  </a:lnTo>
                  <a:lnTo>
                    <a:pt x="314332" y="5997396"/>
                  </a:lnTo>
                  <a:lnTo>
                    <a:pt x="314490" y="5997396"/>
                  </a:lnTo>
                  <a:lnTo>
                    <a:pt x="314647" y="5997396"/>
                  </a:lnTo>
                  <a:lnTo>
                    <a:pt x="314647" y="5996966"/>
                  </a:lnTo>
                  <a:lnTo>
                    <a:pt x="314805" y="5996535"/>
                  </a:lnTo>
                  <a:lnTo>
                    <a:pt x="314963" y="5996535"/>
                  </a:lnTo>
                  <a:lnTo>
                    <a:pt x="315121" y="5996105"/>
                  </a:lnTo>
                  <a:lnTo>
                    <a:pt x="315278" y="5996105"/>
                  </a:lnTo>
                  <a:lnTo>
                    <a:pt x="315436" y="5996105"/>
                  </a:lnTo>
                  <a:lnTo>
                    <a:pt x="315436" y="5995243"/>
                  </a:lnTo>
                  <a:lnTo>
                    <a:pt x="315594" y="5995243"/>
                  </a:lnTo>
                  <a:lnTo>
                    <a:pt x="315594" y="5994813"/>
                  </a:lnTo>
                  <a:lnTo>
                    <a:pt x="315594" y="5994382"/>
                  </a:lnTo>
                  <a:lnTo>
                    <a:pt x="315751" y="5993521"/>
                  </a:lnTo>
                  <a:lnTo>
                    <a:pt x="315909" y="5993090"/>
                  </a:lnTo>
                  <a:lnTo>
                    <a:pt x="316067" y="5992660"/>
                  </a:lnTo>
                  <a:lnTo>
                    <a:pt x="316225" y="5992660"/>
                  </a:lnTo>
                  <a:lnTo>
                    <a:pt x="316225" y="5992229"/>
                  </a:lnTo>
                  <a:lnTo>
                    <a:pt x="316225" y="5991799"/>
                  </a:lnTo>
                  <a:lnTo>
                    <a:pt x="316382" y="5991799"/>
                  </a:lnTo>
                  <a:lnTo>
                    <a:pt x="316540" y="5991799"/>
                  </a:lnTo>
                  <a:lnTo>
                    <a:pt x="316698" y="5991799"/>
                  </a:lnTo>
                  <a:lnTo>
                    <a:pt x="316698" y="5991368"/>
                  </a:lnTo>
                  <a:lnTo>
                    <a:pt x="316698" y="5990937"/>
                  </a:lnTo>
                  <a:lnTo>
                    <a:pt x="316856" y="5990937"/>
                  </a:lnTo>
                  <a:lnTo>
                    <a:pt x="317013" y="5990937"/>
                  </a:lnTo>
                  <a:lnTo>
                    <a:pt x="317171" y="5990937"/>
                  </a:lnTo>
                  <a:lnTo>
                    <a:pt x="317329" y="5990937"/>
                  </a:lnTo>
                  <a:lnTo>
                    <a:pt x="317329" y="5990507"/>
                  </a:lnTo>
                  <a:lnTo>
                    <a:pt x="317486" y="5990507"/>
                  </a:lnTo>
                  <a:lnTo>
                    <a:pt x="317644" y="5990507"/>
                  </a:lnTo>
                  <a:lnTo>
                    <a:pt x="317802" y="5990507"/>
                  </a:lnTo>
                  <a:lnTo>
                    <a:pt x="317802" y="5990076"/>
                  </a:lnTo>
                  <a:lnTo>
                    <a:pt x="317960" y="5990076"/>
                  </a:lnTo>
                  <a:lnTo>
                    <a:pt x="318117" y="5990076"/>
                  </a:lnTo>
                  <a:lnTo>
                    <a:pt x="318275" y="5990076"/>
                  </a:lnTo>
                  <a:lnTo>
                    <a:pt x="318433" y="5990076"/>
                  </a:lnTo>
                  <a:lnTo>
                    <a:pt x="318590" y="5990076"/>
                  </a:lnTo>
                  <a:lnTo>
                    <a:pt x="318590" y="5989646"/>
                  </a:lnTo>
                  <a:lnTo>
                    <a:pt x="318748" y="5989646"/>
                  </a:lnTo>
                  <a:lnTo>
                    <a:pt x="318748" y="5989215"/>
                  </a:lnTo>
                  <a:lnTo>
                    <a:pt x="318906" y="5989215"/>
                  </a:lnTo>
                  <a:lnTo>
                    <a:pt x="319064" y="5989215"/>
                  </a:lnTo>
                  <a:lnTo>
                    <a:pt x="319064" y="5988784"/>
                  </a:lnTo>
                  <a:lnTo>
                    <a:pt x="319221" y="5988784"/>
                  </a:lnTo>
                  <a:lnTo>
                    <a:pt x="319379" y="5988784"/>
                  </a:lnTo>
                  <a:lnTo>
                    <a:pt x="319537" y="5988784"/>
                  </a:lnTo>
                  <a:lnTo>
                    <a:pt x="319694" y="5988354"/>
                  </a:lnTo>
                  <a:lnTo>
                    <a:pt x="319694" y="5987923"/>
                  </a:lnTo>
                  <a:lnTo>
                    <a:pt x="319852" y="5987923"/>
                  </a:lnTo>
                  <a:lnTo>
                    <a:pt x="320010" y="5987923"/>
                  </a:lnTo>
                  <a:lnTo>
                    <a:pt x="320168" y="5987923"/>
                  </a:lnTo>
                  <a:lnTo>
                    <a:pt x="320325" y="5987923"/>
                  </a:lnTo>
                  <a:lnTo>
                    <a:pt x="320483" y="5987493"/>
                  </a:lnTo>
                  <a:lnTo>
                    <a:pt x="320483" y="5987062"/>
                  </a:lnTo>
                  <a:lnTo>
                    <a:pt x="320798" y="5986631"/>
                  </a:lnTo>
                  <a:lnTo>
                    <a:pt x="321114" y="5986631"/>
                  </a:lnTo>
                  <a:lnTo>
                    <a:pt x="321272" y="5986631"/>
                  </a:lnTo>
                  <a:lnTo>
                    <a:pt x="321429" y="5986631"/>
                  </a:lnTo>
                  <a:lnTo>
                    <a:pt x="321587" y="5986631"/>
                  </a:lnTo>
                  <a:lnTo>
                    <a:pt x="321587" y="5986201"/>
                  </a:lnTo>
                  <a:lnTo>
                    <a:pt x="321903" y="5986201"/>
                  </a:lnTo>
                  <a:lnTo>
                    <a:pt x="322060" y="5986201"/>
                  </a:lnTo>
                  <a:lnTo>
                    <a:pt x="322060" y="5985770"/>
                  </a:lnTo>
                  <a:lnTo>
                    <a:pt x="322218" y="5985340"/>
                  </a:lnTo>
                  <a:lnTo>
                    <a:pt x="322533" y="5985340"/>
                  </a:lnTo>
                  <a:lnTo>
                    <a:pt x="322533" y="5984909"/>
                  </a:lnTo>
                  <a:lnTo>
                    <a:pt x="322533" y="5984048"/>
                  </a:lnTo>
                  <a:lnTo>
                    <a:pt x="322691" y="5984048"/>
                  </a:lnTo>
                  <a:lnTo>
                    <a:pt x="322849" y="5984048"/>
                  </a:lnTo>
                  <a:lnTo>
                    <a:pt x="323164" y="5984048"/>
                  </a:lnTo>
                  <a:lnTo>
                    <a:pt x="323322" y="5984048"/>
                  </a:lnTo>
                  <a:lnTo>
                    <a:pt x="323322" y="5983617"/>
                  </a:lnTo>
                  <a:lnTo>
                    <a:pt x="323480" y="5983617"/>
                  </a:lnTo>
                  <a:lnTo>
                    <a:pt x="323637" y="5983617"/>
                  </a:lnTo>
                  <a:lnTo>
                    <a:pt x="323795" y="5983187"/>
                  </a:lnTo>
                  <a:lnTo>
                    <a:pt x="323795" y="5982756"/>
                  </a:lnTo>
                  <a:lnTo>
                    <a:pt x="323953" y="5982756"/>
                  </a:lnTo>
                  <a:lnTo>
                    <a:pt x="323953" y="5982325"/>
                  </a:lnTo>
                  <a:lnTo>
                    <a:pt x="324111" y="5982325"/>
                  </a:lnTo>
                  <a:lnTo>
                    <a:pt x="324268" y="5982325"/>
                  </a:lnTo>
                  <a:lnTo>
                    <a:pt x="324268" y="5981895"/>
                  </a:lnTo>
                  <a:lnTo>
                    <a:pt x="324426" y="5981895"/>
                  </a:lnTo>
                  <a:lnTo>
                    <a:pt x="324426" y="5981464"/>
                  </a:lnTo>
                  <a:lnTo>
                    <a:pt x="324584" y="5981464"/>
                  </a:lnTo>
                  <a:lnTo>
                    <a:pt x="324741" y="5981464"/>
                  </a:lnTo>
                  <a:lnTo>
                    <a:pt x="324899" y="5981464"/>
                  </a:lnTo>
                  <a:lnTo>
                    <a:pt x="325057" y="5981464"/>
                  </a:lnTo>
                  <a:lnTo>
                    <a:pt x="325215" y="5981464"/>
                  </a:lnTo>
                  <a:lnTo>
                    <a:pt x="325372" y="5981464"/>
                  </a:lnTo>
                  <a:lnTo>
                    <a:pt x="325530" y="5981464"/>
                  </a:lnTo>
                  <a:lnTo>
                    <a:pt x="325688" y="5981464"/>
                  </a:lnTo>
                  <a:lnTo>
                    <a:pt x="325845" y="5981464"/>
                  </a:lnTo>
                  <a:lnTo>
                    <a:pt x="326003" y="5981464"/>
                  </a:lnTo>
                  <a:lnTo>
                    <a:pt x="326161" y="5981464"/>
                  </a:lnTo>
                  <a:lnTo>
                    <a:pt x="326319" y="5981464"/>
                  </a:lnTo>
                  <a:lnTo>
                    <a:pt x="326476" y="5981034"/>
                  </a:lnTo>
                  <a:lnTo>
                    <a:pt x="326476" y="5979742"/>
                  </a:lnTo>
                  <a:lnTo>
                    <a:pt x="326634" y="5979742"/>
                  </a:lnTo>
                  <a:lnTo>
                    <a:pt x="326634" y="5979311"/>
                  </a:lnTo>
                  <a:lnTo>
                    <a:pt x="326792" y="5979311"/>
                  </a:lnTo>
                  <a:lnTo>
                    <a:pt x="326949" y="5978881"/>
                  </a:lnTo>
                  <a:lnTo>
                    <a:pt x="327107" y="5978881"/>
                  </a:lnTo>
                  <a:lnTo>
                    <a:pt x="327265" y="5978881"/>
                  </a:lnTo>
                  <a:lnTo>
                    <a:pt x="327423" y="5978881"/>
                  </a:lnTo>
                  <a:lnTo>
                    <a:pt x="327580" y="5978450"/>
                  </a:lnTo>
                  <a:lnTo>
                    <a:pt x="327738" y="5978450"/>
                  </a:lnTo>
                  <a:lnTo>
                    <a:pt x="327896" y="5978450"/>
                  </a:lnTo>
                  <a:lnTo>
                    <a:pt x="328054" y="5978450"/>
                  </a:lnTo>
                  <a:lnTo>
                    <a:pt x="328369" y="5978450"/>
                  </a:lnTo>
                  <a:lnTo>
                    <a:pt x="328369" y="5978019"/>
                  </a:lnTo>
                  <a:lnTo>
                    <a:pt x="328527" y="5977589"/>
                  </a:lnTo>
                  <a:lnTo>
                    <a:pt x="328684" y="5977589"/>
                  </a:lnTo>
                  <a:lnTo>
                    <a:pt x="329000" y="5977589"/>
                  </a:lnTo>
                  <a:lnTo>
                    <a:pt x="329158" y="5977589"/>
                  </a:lnTo>
                  <a:lnTo>
                    <a:pt x="329315" y="5977589"/>
                  </a:lnTo>
                  <a:lnTo>
                    <a:pt x="329473" y="5977589"/>
                  </a:lnTo>
                  <a:lnTo>
                    <a:pt x="329473" y="5977158"/>
                  </a:lnTo>
                  <a:lnTo>
                    <a:pt x="329631" y="5977158"/>
                  </a:lnTo>
                  <a:lnTo>
                    <a:pt x="330262" y="5976297"/>
                  </a:lnTo>
                  <a:lnTo>
                    <a:pt x="330735" y="5976297"/>
                  </a:lnTo>
                  <a:lnTo>
                    <a:pt x="330892" y="5976297"/>
                  </a:lnTo>
                  <a:lnTo>
                    <a:pt x="331050" y="5976297"/>
                  </a:lnTo>
                  <a:lnTo>
                    <a:pt x="331208" y="5976297"/>
                  </a:lnTo>
                  <a:lnTo>
                    <a:pt x="331366" y="5976297"/>
                  </a:lnTo>
                  <a:lnTo>
                    <a:pt x="331523" y="5976297"/>
                  </a:lnTo>
                  <a:lnTo>
                    <a:pt x="331681" y="5976297"/>
                  </a:lnTo>
                  <a:lnTo>
                    <a:pt x="331681" y="5975866"/>
                  </a:lnTo>
                  <a:lnTo>
                    <a:pt x="331839" y="5975866"/>
                  </a:lnTo>
                  <a:lnTo>
                    <a:pt x="331996" y="5975866"/>
                  </a:lnTo>
                  <a:lnTo>
                    <a:pt x="332154" y="5975866"/>
                  </a:lnTo>
                  <a:lnTo>
                    <a:pt x="332154" y="5975436"/>
                  </a:lnTo>
                  <a:lnTo>
                    <a:pt x="332312" y="5975436"/>
                  </a:lnTo>
                  <a:lnTo>
                    <a:pt x="332312" y="5975005"/>
                  </a:lnTo>
                  <a:lnTo>
                    <a:pt x="332312" y="5974575"/>
                  </a:lnTo>
                  <a:lnTo>
                    <a:pt x="332470" y="5974575"/>
                  </a:lnTo>
                  <a:lnTo>
                    <a:pt x="332627" y="5974575"/>
                  </a:lnTo>
                  <a:lnTo>
                    <a:pt x="332785" y="5974575"/>
                  </a:lnTo>
                  <a:lnTo>
                    <a:pt x="332943" y="5974575"/>
                  </a:lnTo>
                  <a:lnTo>
                    <a:pt x="333101" y="5974575"/>
                  </a:lnTo>
                  <a:lnTo>
                    <a:pt x="333101" y="5974144"/>
                  </a:lnTo>
                  <a:lnTo>
                    <a:pt x="333101" y="5973713"/>
                  </a:lnTo>
                  <a:lnTo>
                    <a:pt x="333416" y="5973713"/>
                  </a:lnTo>
                  <a:lnTo>
                    <a:pt x="333416" y="5973283"/>
                  </a:lnTo>
                  <a:lnTo>
                    <a:pt x="333574" y="5973283"/>
                  </a:lnTo>
                  <a:lnTo>
                    <a:pt x="333889" y="5973283"/>
                  </a:lnTo>
                  <a:lnTo>
                    <a:pt x="333889" y="5972852"/>
                  </a:lnTo>
                  <a:lnTo>
                    <a:pt x="334047" y="5972852"/>
                  </a:lnTo>
                  <a:lnTo>
                    <a:pt x="334205" y="5972852"/>
                  </a:lnTo>
                  <a:lnTo>
                    <a:pt x="334362" y="5972852"/>
                  </a:lnTo>
                  <a:lnTo>
                    <a:pt x="334678" y="5972852"/>
                  </a:lnTo>
                  <a:lnTo>
                    <a:pt x="334835" y="5972422"/>
                  </a:lnTo>
                  <a:lnTo>
                    <a:pt x="334993" y="5972422"/>
                  </a:lnTo>
                  <a:lnTo>
                    <a:pt x="335151" y="5972422"/>
                  </a:lnTo>
                  <a:lnTo>
                    <a:pt x="335309" y="5972422"/>
                  </a:lnTo>
                  <a:lnTo>
                    <a:pt x="335624" y="5972422"/>
                  </a:lnTo>
                  <a:lnTo>
                    <a:pt x="335782" y="5972422"/>
                  </a:lnTo>
                  <a:lnTo>
                    <a:pt x="335939" y="5972422"/>
                  </a:lnTo>
                  <a:lnTo>
                    <a:pt x="336255" y="5972422"/>
                  </a:lnTo>
                  <a:lnTo>
                    <a:pt x="336255" y="5971991"/>
                  </a:lnTo>
                  <a:lnTo>
                    <a:pt x="336413" y="5971991"/>
                  </a:lnTo>
                  <a:lnTo>
                    <a:pt x="336413" y="5971560"/>
                  </a:lnTo>
                  <a:lnTo>
                    <a:pt x="336570" y="5971560"/>
                  </a:lnTo>
                  <a:lnTo>
                    <a:pt x="336570" y="5971130"/>
                  </a:lnTo>
                  <a:lnTo>
                    <a:pt x="336886" y="5971130"/>
                  </a:lnTo>
                  <a:lnTo>
                    <a:pt x="337043" y="5971130"/>
                  </a:lnTo>
                  <a:lnTo>
                    <a:pt x="337201" y="5971130"/>
                  </a:lnTo>
                  <a:lnTo>
                    <a:pt x="337359" y="5971130"/>
                  </a:lnTo>
                  <a:lnTo>
                    <a:pt x="337517" y="5971130"/>
                  </a:lnTo>
                  <a:lnTo>
                    <a:pt x="337517" y="5970699"/>
                  </a:lnTo>
                  <a:lnTo>
                    <a:pt x="337674" y="5970699"/>
                  </a:lnTo>
                  <a:lnTo>
                    <a:pt x="337832" y="5970269"/>
                  </a:lnTo>
                  <a:lnTo>
                    <a:pt x="337990" y="5970269"/>
                  </a:lnTo>
                  <a:lnTo>
                    <a:pt x="338147" y="5969838"/>
                  </a:lnTo>
                  <a:lnTo>
                    <a:pt x="338305" y="5969838"/>
                  </a:lnTo>
                  <a:lnTo>
                    <a:pt x="338463" y="5969838"/>
                  </a:lnTo>
                  <a:lnTo>
                    <a:pt x="338621" y="5969838"/>
                  </a:lnTo>
                  <a:lnTo>
                    <a:pt x="338936" y="5969838"/>
                  </a:lnTo>
                  <a:lnTo>
                    <a:pt x="339252" y="5969838"/>
                  </a:lnTo>
                  <a:lnTo>
                    <a:pt x="339567" y="5969838"/>
                  </a:lnTo>
                  <a:lnTo>
                    <a:pt x="339725" y="5969838"/>
                  </a:lnTo>
                  <a:lnTo>
                    <a:pt x="339725" y="5969407"/>
                  </a:lnTo>
                  <a:lnTo>
                    <a:pt x="339882" y="5969407"/>
                  </a:lnTo>
                  <a:lnTo>
                    <a:pt x="339882" y="5968977"/>
                  </a:lnTo>
                  <a:lnTo>
                    <a:pt x="340040" y="5968977"/>
                  </a:lnTo>
                  <a:lnTo>
                    <a:pt x="340040" y="5968546"/>
                  </a:lnTo>
                  <a:lnTo>
                    <a:pt x="340198" y="5968546"/>
                  </a:lnTo>
                  <a:lnTo>
                    <a:pt x="340356" y="5968546"/>
                  </a:lnTo>
                  <a:lnTo>
                    <a:pt x="340513" y="5968546"/>
                  </a:lnTo>
                  <a:lnTo>
                    <a:pt x="340671" y="5968546"/>
                  </a:lnTo>
                  <a:lnTo>
                    <a:pt x="340829" y="5968546"/>
                  </a:lnTo>
                  <a:lnTo>
                    <a:pt x="340986" y="5968546"/>
                  </a:lnTo>
                  <a:lnTo>
                    <a:pt x="341144" y="5968116"/>
                  </a:lnTo>
                  <a:lnTo>
                    <a:pt x="341302" y="5968116"/>
                  </a:lnTo>
                  <a:lnTo>
                    <a:pt x="341460" y="5968116"/>
                  </a:lnTo>
                  <a:lnTo>
                    <a:pt x="341617" y="5968116"/>
                  </a:lnTo>
                  <a:lnTo>
                    <a:pt x="341775" y="5968116"/>
                  </a:lnTo>
                  <a:lnTo>
                    <a:pt x="341933" y="5968116"/>
                  </a:lnTo>
                  <a:lnTo>
                    <a:pt x="341933" y="5967685"/>
                  </a:lnTo>
                  <a:lnTo>
                    <a:pt x="342090" y="5967685"/>
                  </a:lnTo>
                  <a:lnTo>
                    <a:pt x="342248" y="5967685"/>
                  </a:lnTo>
                  <a:lnTo>
                    <a:pt x="342406" y="5967685"/>
                  </a:lnTo>
                  <a:lnTo>
                    <a:pt x="342564" y="5967685"/>
                  </a:lnTo>
                  <a:lnTo>
                    <a:pt x="342721" y="5967685"/>
                  </a:lnTo>
                  <a:lnTo>
                    <a:pt x="342879" y="5967685"/>
                  </a:lnTo>
                  <a:lnTo>
                    <a:pt x="342879" y="5967254"/>
                  </a:lnTo>
                  <a:lnTo>
                    <a:pt x="342879" y="5966824"/>
                  </a:lnTo>
                  <a:lnTo>
                    <a:pt x="343037" y="5966824"/>
                  </a:lnTo>
                  <a:lnTo>
                    <a:pt x="343194" y="5966824"/>
                  </a:lnTo>
                  <a:lnTo>
                    <a:pt x="343352" y="5966824"/>
                  </a:lnTo>
                  <a:lnTo>
                    <a:pt x="343510" y="5966824"/>
                  </a:lnTo>
                  <a:lnTo>
                    <a:pt x="343668" y="5966824"/>
                  </a:lnTo>
                  <a:lnTo>
                    <a:pt x="343825" y="5966824"/>
                  </a:lnTo>
                  <a:lnTo>
                    <a:pt x="343983" y="5966824"/>
                  </a:lnTo>
                  <a:lnTo>
                    <a:pt x="344141" y="5966824"/>
                  </a:lnTo>
                  <a:lnTo>
                    <a:pt x="344141" y="5966393"/>
                  </a:lnTo>
                  <a:lnTo>
                    <a:pt x="344299" y="5966393"/>
                  </a:lnTo>
                  <a:lnTo>
                    <a:pt x="344299" y="5965963"/>
                  </a:lnTo>
                  <a:lnTo>
                    <a:pt x="344299" y="5965532"/>
                  </a:lnTo>
                  <a:lnTo>
                    <a:pt x="344614" y="5965532"/>
                  </a:lnTo>
                  <a:lnTo>
                    <a:pt x="344614" y="5965101"/>
                  </a:lnTo>
                  <a:lnTo>
                    <a:pt x="344772" y="5965101"/>
                  </a:lnTo>
                  <a:lnTo>
                    <a:pt x="344772" y="5964240"/>
                  </a:lnTo>
                  <a:lnTo>
                    <a:pt x="344929" y="5964240"/>
                  </a:lnTo>
                  <a:lnTo>
                    <a:pt x="345245" y="5963810"/>
                  </a:lnTo>
                  <a:lnTo>
                    <a:pt x="345403" y="5963810"/>
                  </a:lnTo>
                  <a:lnTo>
                    <a:pt x="345403" y="5963379"/>
                  </a:lnTo>
                  <a:lnTo>
                    <a:pt x="345718" y="5963379"/>
                  </a:lnTo>
                  <a:lnTo>
                    <a:pt x="345718" y="5962948"/>
                  </a:lnTo>
                  <a:lnTo>
                    <a:pt x="345718" y="5962518"/>
                  </a:lnTo>
                  <a:lnTo>
                    <a:pt x="345876" y="5962518"/>
                  </a:lnTo>
                  <a:lnTo>
                    <a:pt x="346033" y="5962087"/>
                  </a:lnTo>
                  <a:lnTo>
                    <a:pt x="346033" y="5961657"/>
                  </a:lnTo>
                  <a:lnTo>
                    <a:pt x="346191" y="5961657"/>
                  </a:lnTo>
                  <a:lnTo>
                    <a:pt x="346349" y="5961657"/>
                  </a:lnTo>
                  <a:lnTo>
                    <a:pt x="346507" y="5961657"/>
                  </a:lnTo>
                  <a:lnTo>
                    <a:pt x="346664" y="5961657"/>
                  </a:lnTo>
                  <a:lnTo>
                    <a:pt x="346664" y="5961226"/>
                  </a:lnTo>
                  <a:lnTo>
                    <a:pt x="346822" y="5961226"/>
                  </a:lnTo>
                  <a:lnTo>
                    <a:pt x="346980" y="5961226"/>
                  </a:lnTo>
                  <a:lnTo>
                    <a:pt x="347137" y="5961226"/>
                  </a:lnTo>
                  <a:lnTo>
                    <a:pt x="347137" y="5960795"/>
                  </a:lnTo>
                  <a:lnTo>
                    <a:pt x="347295" y="5960795"/>
                  </a:lnTo>
                  <a:lnTo>
                    <a:pt x="347453" y="5960795"/>
                  </a:lnTo>
                  <a:lnTo>
                    <a:pt x="347611" y="5960795"/>
                  </a:lnTo>
                  <a:lnTo>
                    <a:pt x="347768" y="5960795"/>
                  </a:lnTo>
                  <a:lnTo>
                    <a:pt x="347768" y="5960365"/>
                  </a:lnTo>
                  <a:lnTo>
                    <a:pt x="347926" y="5960365"/>
                  </a:lnTo>
                  <a:lnTo>
                    <a:pt x="348084" y="5960365"/>
                  </a:lnTo>
                  <a:lnTo>
                    <a:pt x="348241" y="5960365"/>
                  </a:lnTo>
                  <a:lnTo>
                    <a:pt x="348399" y="5959934"/>
                  </a:lnTo>
                  <a:lnTo>
                    <a:pt x="348557" y="5959934"/>
                  </a:lnTo>
                  <a:lnTo>
                    <a:pt x="348715" y="5959934"/>
                  </a:lnTo>
                  <a:lnTo>
                    <a:pt x="348872" y="5959504"/>
                  </a:lnTo>
                  <a:lnTo>
                    <a:pt x="349030" y="5959504"/>
                  </a:lnTo>
                  <a:lnTo>
                    <a:pt x="349188" y="5959504"/>
                  </a:lnTo>
                  <a:lnTo>
                    <a:pt x="349345" y="5959504"/>
                  </a:lnTo>
                  <a:lnTo>
                    <a:pt x="349503" y="5959504"/>
                  </a:lnTo>
                  <a:lnTo>
                    <a:pt x="349503" y="5959073"/>
                  </a:lnTo>
                  <a:lnTo>
                    <a:pt x="349503" y="5958212"/>
                  </a:lnTo>
                  <a:lnTo>
                    <a:pt x="349661" y="5958212"/>
                  </a:lnTo>
                  <a:lnTo>
                    <a:pt x="349661" y="5957781"/>
                  </a:lnTo>
                  <a:lnTo>
                    <a:pt x="349661" y="5957351"/>
                  </a:lnTo>
                  <a:lnTo>
                    <a:pt x="349661" y="5956489"/>
                  </a:lnTo>
                  <a:lnTo>
                    <a:pt x="349661" y="5956059"/>
                  </a:lnTo>
                  <a:lnTo>
                    <a:pt x="349976" y="5955628"/>
                  </a:lnTo>
                  <a:lnTo>
                    <a:pt x="350134" y="5955628"/>
                  </a:lnTo>
                  <a:lnTo>
                    <a:pt x="350134" y="5955198"/>
                  </a:lnTo>
                  <a:lnTo>
                    <a:pt x="350134" y="5954767"/>
                  </a:lnTo>
                  <a:lnTo>
                    <a:pt x="350292" y="5954767"/>
                  </a:lnTo>
                  <a:lnTo>
                    <a:pt x="350450" y="5954767"/>
                  </a:lnTo>
                  <a:lnTo>
                    <a:pt x="350607" y="5954767"/>
                  </a:lnTo>
                  <a:lnTo>
                    <a:pt x="350765" y="5954767"/>
                  </a:lnTo>
                  <a:lnTo>
                    <a:pt x="350923" y="5954767"/>
                  </a:lnTo>
                  <a:lnTo>
                    <a:pt x="351080" y="5954767"/>
                  </a:lnTo>
                  <a:lnTo>
                    <a:pt x="351238" y="5954767"/>
                  </a:lnTo>
                  <a:lnTo>
                    <a:pt x="351238" y="5954336"/>
                  </a:lnTo>
                  <a:lnTo>
                    <a:pt x="351396" y="5954336"/>
                  </a:lnTo>
                  <a:lnTo>
                    <a:pt x="351554" y="5954336"/>
                  </a:lnTo>
                  <a:lnTo>
                    <a:pt x="351554" y="5953906"/>
                  </a:lnTo>
                  <a:lnTo>
                    <a:pt x="351711" y="5953906"/>
                  </a:lnTo>
                  <a:lnTo>
                    <a:pt x="352027" y="5953906"/>
                  </a:lnTo>
                  <a:lnTo>
                    <a:pt x="352184" y="5953906"/>
                  </a:lnTo>
                  <a:lnTo>
                    <a:pt x="352342" y="5953906"/>
                  </a:lnTo>
                  <a:lnTo>
                    <a:pt x="352500" y="5953475"/>
                  </a:lnTo>
                  <a:lnTo>
                    <a:pt x="352815" y="5953475"/>
                  </a:lnTo>
                  <a:lnTo>
                    <a:pt x="352815" y="5953045"/>
                  </a:lnTo>
                  <a:lnTo>
                    <a:pt x="352973" y="5953045"/>
                  </a:lnTo>
                  <a:lnTo>
                    <a:pt x="353131" y="5952183"/>
                  </a:lnTo>
                  <a:lnTo>
                    <a:pt x="353288" y="5952183"/>
                  </a:lnTo>
                  <a:lnTo>
                    <a:pt x="353446" y="5952183"/>
                  </a:lnTo>
                  <a:lnTo>
                    <a:pt x="353446" y="5951753"/>
                  </a:lnTo>
                  <a:lnTo>
                    <a:pt x="353604" y="5951753"/>
                  </a:lnTo>
                  <a:lnTo>
                    <a:pt x="353604" y="5951322"/>
                  </a:lnTo>
                  <a:lnTo>
                    <a:pt x="353604" y="5950892"/>
                  </a:lnTo>
                  <a:lnTo>
                    <a:pt x="353762" y="5950892"/>
                  </a:lnTo>
                  <a:lnTo>
                    <a:pt x="354077" y="5950892"/>
                  </a:lnTo>
                  <a:lnTo>
                    <a:pt x="354077" y="5950461"/>
                  </a:lnTo>
                  <a:lnTo>
                    <a:pt x="354235" y="5950461"/>
                  </a:lnTo>
                  <a:lnTo>
                    <a:pt x="354392" y="5950461"/>
                  </a:lnTo>
                  <a:lnTo>
                    <a:pt x="354392" y="5950030"/>
                  </a:lnTo>
                  <a:lnTo>
                    <a:pt x="354550" y="5950030"/>
                  </a:lnTo>
                  <a:lnTo>
                    <a:pt x="354550" y="5949600"/>
                  </a:lnTo>
                  <a:lnTo>
                    <a:pt x="354550" y="5949169"/>
                  </a:lnTo>
                  <a:lnTo>
                    <a:pt x="354866" y="5949169"/>
                  </a:lnTo>
                  <a:lnTo>
                    <a:pt x="355023" y="5949169"/>
                  </a:lnTo>
                  <a:lnTo>
                    <a:pt x="355181" y="5949169"/>
                  </a:lnTo>
                  <a:lnTo>
                    <a:pt x="355181" y="5948739"/>
                  </a:lnTo>
                  <a:lnTo>
                    <a:pt x="355339" y="5948739"/>
                  </a:lnTo>
                  <a:lnTo>
                    <a:pt x="355496" y="5948308"/>
                  </a:lnTo>
                  <a:lnTo>
                    <a:pt x="355496" y="5947877"/>
                  </a:lnTo>
                  <a:lnTo>
                    <a:pt x="355654" y="5947877"/>
                  </a:lnTo>
                  <a:lnTo>
                    <a:pt x="355970" y="5947877"/>
                  </a:lnTo>
                  <a:lnTo>
                    <a:pt x="356127" y="5947877"/>
                  </a:lnTo>
                  <a:lnTo>
                    <a:pt x="356285" y="5947877"/>
                  </a:lnTo>
                  <a:lnTo>
                    <a:pt x="356601" y="5947877"/>
                  </a:lnTo>
                  <a:lnTo>
                    <a:pt x="356601" y="5947447"/>
                  </a:lnTo>
                  <a:lnTo>
                    <a:pt x="356758" y="5947447"/>
                  </a:lnTo>
                  <a:lnTo>
                    <a:pt x="356916" y="5947447"/>
                  </a:lnTo>
                  <a:lnTo>
                    <a:pt x="357074" y="5947447"/>
                  </a:lnTo>
                  <a:lnTo>
                    <a:pt x="357231" y="5947447"/>
                  </a:lnTo>
                  <a:lnTo>
                    <a:pt x="357231" y="5947016"/>
                  </a:lnTo>
                  <a:lnTo>
                    <a:pt x="357389" y="5947016"/>
                  </a:lnTo>
                  <a:lnTo>
                    <a:pt x="357547" y="5947016"/>
                  </a:lnTo>
                  <a:lnTo>
                    <a:pt x="357705" y="5947016"/>
                  </a:lnTo>
                  <a:lnTo>
                    <a:pt x="357862" y="5947016"/>
                  </a:lnTo>
                  <a:lnTo>
                    <a:pt x="357862" y="5946586"/>
                  </a:lnTo>
                  <a:lnTo>
                    <a:pt x="357862" y="5945724"/>
                  </a:lnTo>
                  <a:lnTo>
                    <a:pt x="358020" y="5945724"/>
                  </a:lnTo>
                  <a:lnTo>
                    <a:pt x="358178" y="5945724"/>
                  </a:lnTo>
                  <a:lnTo>
                    <a:pt x="358178" y="5945294"/>
                  </a:lnTo>
                  <a:lnTo>
                    <a:pt x="358335" y="5945294"/>
                  </a:lnTo>
                  <a:lnTo>
                    <a:pt x="358335" y="5944863"/>
                  </a:lnTo>
                  <a:lnTo>
                    <a:pt x="358335" y="5944433"/>
                  </a:lnTo>
                  <a:lnTo>
                    <a:pt x="358493" y="5944433"/>
                  </a:lnTo>
                  <a:lnTo>
                    <a:pt x="358493" y="5944002"/>
                  </a:lnTo>
                  <a:lnTo>
                    <a:pt x="358651" y="5944002"/>
                  </a:lnTo>
                  <a:lnTo>
                    <a:pt x="358809" y="5944002"/>
                  </a:lnTo>
                  <a:lnTo>
                    <a:pt x="358966" y="5944002"/>
                  </a:lnTo>
                  <a:lnTo>
                    <a:pt x="358966" y="5943141"/>
                  </a:lnTo>
                  <a:lnTo>
                    <a:pt x="358966" y="5942710"/>
                  </a:lnTo>
                  <a:lnTo>
                    <a:pt x="359124" y="5942710"/>
                  </a:lnTo>
                  <a:lnTo>
                    <a:pt x="359282" y="5942710"/>
                  </a:lnTo>
                  <a:lnTo>
                    <a:pt x="359439" y="5942710"/>
                  </a:lnTo>
                  <a:lnTo>
                    <a:pt x="359597" y="5942710"/>
                  </a:lnTo>
                  <a:lnTo>
                    <a:pt x="359755" y="5942710"/>
                  </a:lnTo>
                  <a:lnTo>
                    <a:pt x="359755" y="5941849"/>
                  </a:lnTo>
                  <a:lnTo>
                    <a:pt x="359913" y="5941849"/>
                  </a:lnTo>
                  <a:lnTo>
                    <a:pt x="359913" y="5941418"/>
                  </a:lnTo>
                  <a:lnTo>
                    <a:pt x="360070" y="5941418"/>
                  </a:lnTo>
                  <a:lnTo>
                    <a:pt x="360228" y="5941418"/>
                  </a:lnTo>
                  <a:lnTo>
                    <a:pt x="360543" y="5941418"/>
                  </a:lnTo>
                  <a:lnTo>
                    <a:pt x="360543" y="5940988"/>
                  </a:lnTo>
                  <a:lnTo>
                    <a:pt x="360701" y="5940988"/>
                  </a:lnTo>
                  <a:lnTo>
                    <a:pt x="360859" y="5940988"/>
                  </a:lnTo>
                  <a:lnTo>
                    <a:pt x="361017" y="5940988"/>
                  </a:lnTo>
                  <a:lnTo>
                    <a:pt x="361174" y="5940988"/>
                  </a:lnTo>
                  <a:lnTo>
                    <a:pt x="361648" y="5940988"/>
                  </a:lnTo>
                  <a:lnTo>
                    <a:pt x="361648" y="5940557"/>
                  </a:lnTo>
                  <a:lnTo>
                    <a:pt x="361805" y="5940557"/>
                  </a:lnTo>
                  <a:lnTo>
                    <a:pt x="361805" y="5940127"/>
                  </a:lnTo>
                  <a:lnTo>
                    <a:pt x="361963" y="5940127"/>
                  </a:lnTo>
                  <a:lnTo>
                    <a:pt x="362121" y="5940127"/>
                  </a:lnTo>
                  <a:lnTo>
                    <a:pt x="362121" y="5939696"/>
                  </a:lnTo>
                  <a:lnTo>
                    <a:pt x="362278" y="5939696"/>
                  </a:lnTo>
                  <a:lnTo>
                    <a:pt x="362594" y="5939696"/>
                  </a:lnTo>
                  <a:lnTo>
                    <a:pt x="362752" y="5939696"/>
                  </a:lnTo>
                  <a:lnTo>
                    <a:pt x="362909" y="5939696"/>
                  </a:lnTo>
                  <a:lnTo>
                    <a:pt x="363067" y="5939696"/>
                  </a:lnTo>
                  <a:lnTo>
                    <a:pt x="363225" y="5939265"/>
                  </a:lnTo>
                  <a:lnTo>
                    <a:pt x="363382" y="5939265"/>
                  </a:lnTo>
                  <a:lnTo>
                    <a:pt x="363540" y="5939265"/>
                  </a:lnTo>
                  <a:lnTo>
                    <a:pt x="363698" y="5939265"/>
                  </a:lnTo>
                  <a:lnTo>
                    <a:pt x="363856" y="5939265"/>
                  </a:lnTo>
                  <a:lnTo>
                    <a:pt x="364013" y="5939265"/>
                  </a:lnTo>
                  <a:lnTo>
                    <a:pt x="364013" y="5938404"/>
                  </a:lnTo>
                  <a:lnTo>
                    <a:pt x="364171" y="5938404"/>
                  </a:lnTo>
                  <a:lnTo>
                    <a:pt x="364329" y="5938404"/>
                  </a:lnTo>
                  <a:lnTo>
                    <a:pt x="364486" y="5938404"/>
                  </a:lnTo>
                  <a:lnTo>
                    <a:pt x="364486" y="5937974"/>
                  </a:lnTo>
                  <a:lnTo>
                    <a:pt x="364644" y="5937974"/>
                  </a:lnTo>
                  <a:lnTo>
                    <a:pt x="364802" y="5937974"/>
                  </a:lnTo>
                  <a:lnTo>
                    <a:pt x="365433" y="5936682"/>
                  </a:lnTo>
                  <a:lnTo>
                    <a:pt x="365433" y="5936251"/>
                  </a:lnTo>
                  <a:lnTo>
                    <a:pt x="365590" y="5936251"/>
                  </a:lnTo>
                  <a:lnTo>
                    <a:pt x="365748" y="5936251"/>
                  </a:lnTo>
                  <a:lnTo>
                    <a:pt x="365906" y="5935821"/>
                  </a:lnTo>
                  <a:lnTo>
                    <a:pt x="365906" y="5935390"/>
                  </a:lnTo>
                  <a:lnTo>
                    <a:pt x="365906" y="5934959"/>
                  </a:lnTo>
                  <a:lnTo>
                    <a:pt x="366064" y="5934959"/>
                  </a:lnTo>
                  <a:lnTo>
                    <a:pt x="366064" y="5934529"/>
                  </a:lnTo>
                  <a:lnTo>
                    <a:pt x="366064" y="5934098"/>
                  </a:lnTo>
                  <a:lnTo>
                    <a:pt x="366221" y="5934098"/>
                  </a:lnTo>
                  <a:lnTo>
                    <a:pt x="366379" y="5934098"/>
                  </a:lnTo>
                  <a:lnTo>
                    <a:pt x="366537" y="5934098"/>
                  </a:lnTo>
                  <a:lnTo>
                    <a:pt x="366694" y="5934098"/>
                  </a:lnTo>
                  <a:lnTo>
                    <a:pt x="366694" y="5933668"/>
                  </a:lnTo>
                  <a:lnTo>
                    <a:pt x="366694" y="5933237"/>
                  </a:lnTo>
                  <a:lnTo>
                    <a:pt x="366694" y="5932806"/>
                  </a:lnTo>
                  <a:lnTo>
                    <a:pt x="366852" y="5932806"/>
                  </a:lnTo>
                  <a:lnTo>
                    <a:pt x="367010" y="5932806"/>
                  </a:lnTo>
                  <a:lnTo>
                    <a:pt x="367168" y="5932806"/>
                  </a:lnTo>
                  <a:lnTo>
                    <a:pt x="367483" y="5932806"/>
                  </a:lnTo>
                  <a:lnTo>
                    <a:pt x="367641" y="5932806"/>
                  </a:lnTo>
                  <a:lnTo>
                    <a:pt x="367799" y="5932806"/>
                  </a:lnTo>
                  <a:lnTo>
                    <a:pt x="367956" y="5932806"/>
                  </a:lnTo>
                  <a:lnTo>
                    <a:pt x="368114" y="5932806"/>
                  </a:lnTo>
                  <a:lnTo>
                    <a:pt x="368272" y="5932806"/>
                  </a:lnTo>
                  <a:lnTo>
                    <a:pt x="368587" y="5932806"/>
                  </a:lnTo>
                  <a:lnTo>
                    <a:pt x="368745" y="5932806"/>
                  </a:lnTo>
                  <a:lnTo>
                    <a:pt x="369060" y="5932806"/>
                  </a:lnTo>
                  <a:lnTo>
                    <a:pt x="369218" y="5932806"/>
                  </a:lnTo>
                  <a:lnTo>
                    <a:pt x="369218" y="5932376"/>
                  </a:lnTo>
                  <a:lnTo>
                    <a:pt x="369376" y="5932376"/>
                  </a:lnTo>
                  <a:lnTo>
                    <a:pt x="369691" y="5932376"/>
                  </a:lnTo>
                  <a:lnTo>
                    <a:pt x="369849" y="5932376"/>
                  </a:lnTo>
                  <a:lnTo>
                    <a:pt x="370007" y="5932376"/>
                  </a:lnTo>
                  <a:lnTo>
                    <a:pt x="370007" y="5931945"/>
                  </a:lnTo>
                  <a:lnTo>
                    <a:pt x="370164" y="5931945"/>
                  </a:lnTo>
                  <a:lnTo>
                    <a:pt x="370322" y="5931945"/>
                  </a:lnTo>
                  <a:lnTo>
                    <a:pt x="370480" y="5931945"/>
                  </a:lnTo>
                  <a:lnTo>
                    <a:pt x="370637" y="5931945"/>
                  </a:lnTo>
                  <a:lnTo>
                    <a:pt x="370795" y="5931945"/>
                  </a:lnTo>
                  <a:lnTo>
                    <a:pt x="370953" y="5931945"/>
                  </a:lnTo>
                  <a:lnTo>
                    <a:pt x="370953" y="5931515"/>
                  </a:lnTo>
                  <a:lnTo>
                    <a:pt x="370953" y="5931084"/>
                  </a:lnTo>
                  <a:lnTo>
                    <a:pt x="370953" y="5930653"/>
                  </a:lnTo>
                  <a:lnTo>
                    <a:pt x="371111" y="5930653"/>
                  </a:lnTo>
                  <a:lnTo>
                    <a:pt x="371268" y="5930653"/>
                  </a:lnTo>
                  <a:lnTo>
                    <a:pt x="371268" y="5930223"/>
                  </a:lnTo>
                  <a:lnTo>
                    <a:pt x="371426" y="5930223"/>
                  </a:lnTo>
                  <a:lnTo>
                    <a:pt x="371584" y="5930223"/>
                  </a:lnTo>
                  <a:lnTo>
                    <a:pt x="371741" y="5930223"/>
                  </a:lnTo>
                  <a:lnTo>
                    <a:pt x="371899" y="5930223"/>
                  </a:lnTo>
                  <a:lnTo>
                    <a:pt x="372057" y="5930223"/>
                  </a:lnTo>
                  <a:lnTo>
                    <a:pt x="372215" y="5930223"/>
                  </a:lnTo>
                  <a:lnTo>
                    <a:pt x="372372" y="5930223"/>
                  </a:lnTo>
                  <a:lnTo>
                    <a:pt x="372372" y="5929362"/>
                  </a:lnTo>
                  <a:lnTo>
                    <a:pt x="372530" y="5929362"/>
                  </a:lnTo>
                  <a:lnTo>
                    <a:pt x="372688" y="5929362"/>
                  </a:lnTo>
                  <a:lnTo>
                    <a:pt x="372688" y="5928931"/>
                  </a:lnTo>
                  <a:lnTo>
                    <a:pt x="372846" y="5928500"/>
                  </a:lnTo>
                  <a:lnTo>
                    <a:pt x="373003" y="5928500"/>
                  </a:lnTo>
                  <a:lnTo>
                    <a:pt x="373161" y="5928070"/>
                  </a:lnTo>
                  <a:lnTo>
                    <a:pt x="373319" y="5928070"/>
                  </a:lnTo>
                  <a:lnTo>
                    <a:pt x="373476" y="5928070"/>
                  </a:lnTo>
                  <a:lnTo>
                    <a:pt x="373792" y="5928070"/>
                  </a:lnTo>
                  <a:lnTo>
                    <a:pt x="373950" y="5927639"/>
                  </a:lnTo>
                  <a:lnTo>
                    <a:pt x="374107" y="5927639"/>
                  </a:lnTo>
                  <a:lnTo>
                    <a:pt x="374265" y="5927639"/>
                  </a:lnTo>
                  <a:lnTo>
                    <a:pt x="374423" y="5927639"/>
                  </a:lnTo>
                  <a:lnTo>
                    <a:pt x="374580" y="5927639"/>
                  </a:lnTo>
                  <a:lnTo>
                    <a:pt x="374738" y="5927639"/>
                  </a:lnTo>
                  <a:lnTo>
                    <a:pt x="374896" y="5927639"/>
                  </a:lnTo>
                  <a:lnTo>
                    <a:pt x="375054" y="5927639"/>
                  </a:lnTo>
                  <a:lnTo>
                    <a:pt x="375211" y="5927639"/>
                  </a:lnTo>
                  <a:lnTo>
                    <a:pt x="375369" y="5927639"/>
                  </a:lnTo>
                  <a:lnTo>
                    <a:pt x="375527" y="5927639"/>
                  </a:lnTo>
                  <a:lnTo>
                    <a:pt x="375527" y="5927209"/>
                  </a:lnTo>
                  <a:lnTo>
                    <a:pt x="375684" y="5927209"/>
                  </a:lnTo>
                  <a:lnTo>
                    <a:pt x="375684" y="5926778"/>
                  </a:lnTo>
                  <a:lnTo>
                    <a:pt x="375842" y="5926778"/>
                  </a:lnTo>
                  <a:lnTo>
                    <a:pt x="376000" y="5926778"/>
                  </a:lnTo>
                  <a:lnTo>
                    <a:pt x="376158" y="5926778"/>
                  </a:lnTo>
                  <a:lnTo>
                    <a:pt x="376315" y="5926778"/>
                  </a:lnTo>
                  <a:lnTo>
                    <a:pt x="376473" y="5926778"/>
                  </a:lnTo>
                  <a:lnTo>
                    <a:pt x="376631" y="5926347"/>
                  </a:lnTo>
                  <a:lnTo>
                    <a:pt x="376631" y="5925917"/>
                  </a:lnTo>
                  <a:lnTo>
                    <a:pt x="376788" y="5925917"/>
                  </a:lnTo>
                  <a:lnTo>
                    <a:pt x="376946" y="5925917"/>
                  </a:lnTo>
                  <a:lnTo>
                    <a:pt x="376946" y="5925486"/>
                  </a:lnTo>
                  <a:lnTo>
                    <a:pt x="376946" y="5925056"/>
                  </a:lnTo>
                  <a:lnTo>
                    <a:pt x="377104" y="5925056"/>
                  </a:lnTo>
                  <a:lnTo>
                    <a:pt x="377262" y="5925056"/>
                  </a:lnTo>
                  <a:lnTo>
                    <a:pt x="377577" y="5924625"/>
                  </a:lnTo>
                  <a:lnTo>
                    <a:pt x="377735" y="5924625"/>
                  </a:lnTo>
                  <a:lnTo>
                    <a:pt x="377735" y="5924194"/>
                  </a:lnTo>
                  <a:lnTo>
                    <a:pt x="377892" y="5924194"/>
                  </a:lnTo>
                  <a:lnTo>
                    <a:pt x="377892" y="5923764"/>
                  </a:lnTo>
                  <a:lnTo>
                    <a:pt x="378366" y="5923764"/>
                  </a:lnTo>
                  <a:lnTo>
                    <a:pt x="378523" y="5923764"/>
                  </a:lnTo>
                  <a:lnTo>
                    <a:pt x="378681" y="5923764"/>
                  </a:lnTo>
                  <a:lnTo>
                    <a:pt x="378839" y="5923764"/>
                  </a:lnTo>
                  <a:lnTo>
                    <a:pt x="378997" y="5923764"/>
                  </a:lnTo>
                  <a:lnTo>
                    <a:pt x="379154" y="5923764"/>
                  </a:lnTo>
                  <a:lnTo>
                    <a:pt x="379154" y="5923333"/>
                  </a:lnTo>
                  <a:lnTo>
                    <a:pt x="379154" y="5922903"/>
                  </a:lnTo>
                  <a:lnTo>
                    <a:pt x="379154" y="5922472"/>
                  </a:lnTo>
                  <a:lnTo>
                    <a:pt x="379154" y="5922041"/>
                  </a:lnTo>
                  <a:lnTo>
                    <a:pt x="379312" y="5922041"/>
                  </a:lnTo>
                  <a:lnTo>
                    <a:pt x="379470" y="5922041"/>
                  </a:lnTo>
                  <a:lnTo>
                    <a:pt x="379627" y="5921180"/>
                  </a:lnTo>
                  <a:lnTo>
                    <a:pt x="379785" y="5921180"/>
                  </a:lnTo>
                  <a:lnTo>
                    <a:pt x="379785" y="5920750"/>
                  </a:lnTo>
                  <a:lnTo>
                    <a:pt x="379943" y="5920750"/>
                  </a:lnTo>
                  <a:lnTo>
                    <a:pt x="380101" y="5920750"/>
                  </a:lnTo>
                  <a:lnTo>
                    <a:pt x="380258" y="5920750"/>
                  </a:lnTo>
                  <a:lnTo>
                    <a:pt x="380416" y="5920750"/>
                  </a:lnTo>
                  <a:lnTo>
                    <a:pt x="380731" y="5920750"/>
                  </a:lnTo>
                  <a:lnTo>
                    <a:pt x="381205" y="5920319"/>
                  </a:lnTo>
                  <a:lnTo>
                    <a:pt x="381205" y="5919888"/>
                  </a:lnTo>
                  <a:lnTo>
                    <a:pt x="381205" y="5919458"/>
                  </a:lnTo>
                  <a:lnTo>
                    <a:pt x="381205" y="5919027"/>
                  </a:lnTo>
                  <a:lnTo>
                    <a:pt x="381520" y="5919027"/>
                  </a:lnTo>
                  <a:lnTo>
                    <a:pt x="381520" y="5918597"/>
                  </a:lnTo>
                  <a:lnTo>
                    <a:pt x="381520" y="5918166"/>
                  </a:lnTo>
                  <a:lnTo>
                    <a:pt x="381678" y="5918166"/>
                  </a:lnTo>
                  <a:lnTo>
                    <a:pt x="381835" y="5918166"/>
                  </a:lnTo>
                  <a:lnTo>
                    <a:pt x="381993" y="5918166"/>
                  </a:lnTo>
                  <a:lnTo>
                    <a:pt x="382151" y="5918166"/>
                  </a:lnTo>
                  <a:lnTo>
                    <a:pt x="382309" y="5918166"/>
                  </a:lnTo>
                  <a:lnTo>
                    <a:pt x="382466" y="5918166"/>
                  </a:lnTo>
                  <a:lnTo>
                    <a:pt x="382466" y="5917735"/>
                  </a:lnTo>
                  <a:lnTo>
                    <a:pt x="382624" y="5917305"/>
                  </a:lnTo>
                  <a:lnTo>
                    <a:pt x="382624" y="5916874"/>
                  </a:lnTo>
                  <a:lnTo>
                    <a:pt x="382782" y="5916874"/>
                  </a:lnTo>
                  <a:lnTo>
                    <a:pt x="382939" y="5916874"/>
                  </a:lnTo>
                  <a:lnTo>
                    <a:pt x="382939" y="5916444"/>
                  </a:lnTo>
                  <a:lnTo>
                    <a:pt x="383097" y="5916444"/>
                  </a:lnTo>
                  <a:lnTo>
                    <a:pt x="383255" y="5916444"/>
                  </a:lnTo>
                  <a:lnTo>
                    <a:pt x="383255" y="5916013"/>
                  </a:lnTo>
                  <a:lnTo>
                    <a:pt x="383570" y="5916013"/>
                  </a:lnTo>
                  <a:lnTo>
                    <a:pt x="383728" y="5916013"/>
                  </a:lnTo>
                  <a:lnTo>
                    <a:pt x="383886" y="5916013"/>
                  </a:lnTo>
                  <a:lnTo>
                    <a:pt x="384044" y="5916013"/>
                  </a:lnTo>
                  <a:lnTo>
                    <a:pt x="384201" y="5915582"/>
                  </a:lnTo>
                  <a:lnTo>
                    <a:pt x="384674" y="5915582"/>
                  </a:lnTo>
                  <a:lnTo>
                    <a:pt x="384674" y="5915152"/>
                  </a:lnTo>
                  <a:lnTo>
                    <a:pt x="384832" y="5915152"/>
                  </a:lnTo>
                  <a:lnTo>
                    <a:pt x="384990" y="5915152"/>
                  </a:lnTo>
                  <a:lnTo>
                    <a:pt x="384990" y="5914721"/>
                  </a:lnTo>
                  <a:lnTo>
                    <a:pt x="385148" y="5914721"/>
                  </a:lnTo>
                  <a:lnTo>
                    <a:pt x="385148" y="5914291"/>
                  </a:lnTo>
                  <a:lnTo>
                    <a:pt x="385305" y="5914291"/>
                  </a:lnTo>
                  <a:lnTo>
                    <a:pt x="385463" y="5914291"/>
                  </a:lnTo>
                  <a:lnTo>
                    <a:pt x="385621" y="5914291"/>
                  </a:lnTo>
                  <a:lnTo>
                    <a:pt x="385621" y="5913860"/>
                  </a:lnTo>
                  <a:lnTo>
                    <a:pt x="385778" y="5913860"/>
                  </a:lnTo>
                  <a:lnTo>
                    <a:pt x="386094" y="5913860"/>
                  </a:lnTo>
                  <a:lnTo>
                    <a:pt x="386409" y="5913860"/>
                  </a:lnTo>
                  <a:lnTo>
                    <a:pt x="386725" y="5913860"/>
                  </a:lnTo>
                  <a:lnTo>
                    <a:pt x="386725" y="5913429"/>
                  </a:lnTo>
                  <a:lnTo>
                    <a:pt x="386882" y="5913429"/>
                  </a:lnTo>
                  <a:lnTo>
                    <a:pt x="386882" y="5912999"/>
                  </a:lnTo>
                  <a:lnTo>
                    <a:pt x="387040" y="5912999"/>
                  </a:lnTo>
                  <a:lnTo>
                    <a:pt x="387198" y="5912999"/>
                  </a:lnTo>
                  <a:lnTo>
                    <a:pt x="387356" y="5912999"/>
                  </a:lnTo>
                  <a:lnTo>
                    <a:pt x="387513" y="5912999"/>
                  </a:lnTo>
                  <a:lnTo>
                    <a:pt x="387671" y="5912999"/>
                  </a:lnTo>
                  <a:lnTo>
                    <a:pt x="387829" y="5912999"/>
                  </a:lnTo>
                  <a:lnTo>
                    <a:pt x="387986" y="5912999"/>
                  </a:lnTo>
                  <a:lnTo>
                    <a:pt x="387986" y="5912568"/>
                  </a:lnTo>
                  <a:lnTo>
                    <a:pt x="388144" y="5912568"/>
                  </a:lnTo>
                  <a:lnTo>
                    <a:pt x="388302" y="5912568"/>
                  </a:lnTo>
                  <a:lnTo>
                    <a:pt x="388460" y="5912568"/>
                  </a:lnTo>
                  <a:lnTo>
                    <a:pt x="388617" y="5912568"/>
                  </a:lnTo>
                  <a:lnTo>
                    <a:pt x="388775" y="5912568"/>
                  </a:lnTo>
                  <a:lnTo>
                    <a:pt x="388775" y="5912138"/>
                  </a:lnTo>
                  <a:lnTo>
                    <a:pt x="388933" y="5912138"/>
                  </a:lnTo>
                  <a:lnTo>
                    <a:pt x="389090" y="5912138"/>
                  </a:lnTo>
                  <a:lnTo>
                    <a:pt x="389248" y="5912138"/>
                  </a:lnTo>
                  <a:lnTo>
                    <a:pt x="389406" y="5912138"/>
                  </a:lnTo>
                  <a:lnTo>
                    <a:pt x="389564" y="5912138"/>
                  </a:lnTo>
                  <a:lnTo>
                    <a:pt x="389564" y="5911707"/>
                  </a:lnTo>
                  <a:lnTo>
                    <a:pt x="389564" y="5911276"/>
                  </a:lnTo>
                  <a:lnTo>
                    <a:pt x="389564" y="5910846"/>
                  </a:lnTo>
                  <a:lnTo>
                    <a:pt x="389721" y="5910846"/>
                  </a:lnTo>
                  <a:lnTo>
                    <a:pt x="389879" y="5910846"/>
                  </a:lnTo>
                  <a:lnTo>
                    <a:pt x="390195" y="5910846"/>
                  </a:lnTo>
                  <a:lnTo>
                    <a:pt x="390352" y="5910846"/>
                  </a:lnTo>
                  <a:lnTo>
                    <a:pt x="390510" y="5910846"/>
                  </a:lnTo>
                  <a:lnTo>
                    <a:pt x="390668" y="5910846"/>
                  </a:lnTo>
                  <a:lnTo>
                    <a:pt x="390825" y="5910415"/>
                  </a:lnTo>
                  <a:lnTo>
                    <a:pt x="390983" y="5910415"/>
                  </a:lnTo>
                  <a:lnTo>
                    <a:pt x="391141" y="5910415"/>
                  </a:lnTo>
                  <a:lnTo>
                    <a:pt x="391141" y="5909985"/>
                  </a:lnTo>
                  <a:lnTo>
                    <a:pt x="391299" y="5909985"/>
                  </a:lnTo>
                  <a:lnTo>
                    <a:pt x="391456" y="5909985"/>
                  </a:lnTo>
                  <a:lnTo>
                    <a:pt x="391614" y="5909985"/>
                  </a:lnTo>
                  <a:lnTo>
                    <a:pt x="391614" y="5909554"/>
                  </a:lnTo>
                  <a:lnTo>
                    <a:pt x="391614" y="5909123"/>
                  </a:lnTo>
                  <a:lnTo>
                    <a:pt x="391772" y="5908693"/>
                  </a:lnTo>
                  <a:lnTo>
                    <a:pt x="392087" y="5908693"/>
                  </a:lnTo>
                  <a:lnTo>
                    <a:pt x="392245" y="5908693"/>
                  </a:lnTo>
                  <a:lnTo>
                    <a:pt x="392560" y="5908693"/>
                  </a:lnTo>
                  <a:lnTo>
                    <a:pt x="392718" y="5908262"/>
                  </a:lnTo>
                  <a:lnTo>
                    <a:pt x="392718" y="5907832"/>
                  </a:lnTo>
                  <a:lnTo>
                    <a:pt x="392876" y="5907832"/>
                  </a:lnTo>
                  <a:lnTo>
                    <a:pt x="393033" y="5907832"/>
                  </a:lnTo>
                  <a:lnTo>
                    <a:pt x="393033" y="5907401"/>
                  </a:lnTo>
                  <a:lnTo>
                    <a:pt x="393191" y="5907401"/>
                  </a:lnTo>
                  <a:lnTo>
                    <a:pt x="393191" y="5906970"/>
                  </a:lnTo>
                  <a:lnTo>
                    <a:pt x="393349" y="5906970"/>
                  </a:lnTo>
                  <a:lnTo>
                    <a:pt x="393507" y="5906970"/>
                  </a:lnTo>
                  <a:lnTo>
                    <a:pt x="393664" y="5906970"/>
                  </a:lnTo>
                  <a:lnTo>
                    <a:pt x="393664" y="5906540"/>
                  </a:lnTo>
                  <a:lnTo>
                    <a:pt x="393822" y="5906540"/>
                  </a:lnTo>
                  <a:lnTo>
                    <a:pt x="393822" y="5905679"/>
                  </a:lnTo>
                  <a:lnTo>
                    <a:pt x="393980" y="5905679"/>
                  </a:lnTo>
                  <a:lnTo>
                    <a:pt x="393980" y="5905248"/>
                  </a:lnTo>
                  <a:lnTo>
                    <a:pt x="394137" y="5904817"/>
                  </a:lnTo>
                  <a:lnTo>
                    <a:pt x="394295" y="5904817"/>
                  </a:lnTo>
                  <a:lnTo>
                    <a:pt x="394295" y="5904387"/>
                  </a:lnTo>
                  <a:lnTo>
                    <a:pt x="394453" y="5903095"/>
                  </a:lnTo>
                  <a:lnTo>
                    <a:pt x="394611" y="5903095"/>
                  </a:lnTo>
                  <a:lnTo>
                    <a:pt x="394611" y="5902664"/>
                  </a:lnTo>
                  <a:lnTo>
                    <a:pt x="394768" y="5902664"/>
                  </a:lnTo>
                  <a:lnTo>
                    <a:pt x="394926" y="5902664"/>
                  </a:lnTo>
                  <a:lnTo>
                    <a:pt x="394926" y="5902234"/>
                  </a:lnTo>
                  <a:lnTo>
                    <a:pt x="395084" y="5902234"/>
                  </a:lnTo>
                  <a:lnTo>
                    <a:pt x="395242" y="5902234"/>
                  </a:lnTo>
                  <a:lnTo>
                    <a:pt x="395242" y="5901803"/>
                  </a:lnTo>
                  <a:lnTo>
                    <a:pt x="395399" y="5901803"/>
                  </a:lnTo>
                  <a:lnTo>
                    <a:pt x="395557" y="5901803"/>
                  </a:lnTo>
                  <a:lnTo>
                    <a:pt x="395715" y="5901803"/>
                  </a:lnTo>
                  <a:lnTo>
                    <a:pt x="395872" y="5901803"/>
                  </a:lnTo>
                  <a:lnTo>
                    <a:pt x="396030" y="5901803"/>
                  </a:lnTo>
                  <a:lnTo>
                    <a:pt x="396188" y="5901373"/>
                  </a:lnTo>
                  <a:lnTo>
                    <a:pt x="396188" y="5900942"/>
                  </a:lnTo>
                  <a:lnTo>
                    <a:pt x="396188" y="5900511"/>
                  </a:lnTo>
                  <a:lnTo>
                    <a:pt x="396346" y="5900511"/>
                  </a:lnTo>
                  <a:lnTo>
                    <a:pt x="396503" y="5900511"/>
                  </a:lnTo>
                  <a:lnTo>
                    <a:pt x="396661" y="5900081"/>
                  </a:lnTo>
                  <a:lnTo>
                    <a:pt x="396819" y="5900081"/>
                  </a:lnTo>
                  <a:lnTo>
                    <a:pt x="396819" y="5899650"/>
                  </a:lnTo>
                  <a:lnTo>
                    <a:pt x="396819" y="5899220"/>
                  </a:lnTo>
                  <a:lnTo>
                    <a:pt x="396976" y="5899220"/>
                  </a:lnTo>
                  <a:lnTo>
                    <a:pt x="397134" y="5899220"/>
                  </a:lnTo>
                  <a:lnTo>
                    <a:pt x="397292" y="5899220"/>
                  </a:lnTo>
                  <a:lnTo>
                    <a:pt x="397450" y="5899220"/>
                  </a:lnTo>
                  <a:lnTo>
                    <a:pt x="397450" y="5898789"/>
                  </a:lnTo>
                  <a:lnTo>
                    <a:pt x="397607" y="5898789"/>
                  </a:lnTo>
                  <a:lnTo>
                    <a:pt x="397923" y="5898789"/>
                  </a:lnTo>
                  <a:lnTo>
                    <a:pt x="397923" y="5898358"/>
                  </a:lnTo>
                  <a:lnTo>
                    <a:pt x="398080" y="5898358"/>
                  </a:lnTo>
                  <a:lnTo>
                    <a:pt x="398238" y="5898358"/>
                  </a:lnTo>
                  <a:lnTo>
                    <a:pt x="398396" y="5898358"/>
                  </a:lnTo>
                  <a:lnTo>
                    <a:pt x="398554" y="5898358"/>
                  </a:lnTo>
                  <a:lnTo>
                    <a:pt x="398711" y="5898358"/>
                  </a:lnTo>
                  <a:lnTo>
                    <a:pt x="398869" y="5898358"/>
                  </a:lnTo>
                  <a:lnTo>
                    <a:pt x="399184" y="5898358"/>
                  </a:lnTo>
                  <a:lnTo>
                    <a:pt x="399500" y="5898358"/>
                  </a:lnTo>
                  <a:lnTo>
                    <a:pt x="399658" y="5898358"/>
                  </a:lnTo>
                  <a:lnTo>
                    <a:pt x="399815" y="5898358"/>
                  </a:lnTo>
                  <a:lnTo>
                    <a:pt x="399815" y="5897928"/>
                  </a:lnTo>
                  <a:lnTo>
                    <a:pt x="399973" y="5897928"/>
                  </a:lnTo>
                  <a:lnTo>
                    <a:pt x="400131" y="5897928"/>
                  </a:lnTo>
                  <a:lnTo>
                    <a:pt x="400288" y="5897928"/>
                  </a:lnTo>
                  <a:lnTo>
                    <a:pt x="400446" y="5897928"/>
                  </a:lnTo>
                  <a:lnTo>
                    <a:pt x="400604" y="5897928"/>
                  </a:lnTo>
                  <a:lnTo>
                    <a:pt x="400762" y="5897928"/>
                  </a:lnTo>
                  <a:lnTo>
                    <a:pt x="400919" y="5897928"/>
                  </a:lnTo>
                  <a:lnTo>
                    <a:pt x="401077" y="5897928"/>
                  </a:lnTo>
                  <a:lnTo>
                    <a:pt x="401235" y="5897497"/>
                  </a:lnTo>
                  <a:lnTo>
                    <a:pt x="401393" y="5897497"/>
                  </a:lnTo>
                  <a:lnTo>
                    <a:pt x="401550" y="5897067"/>
                  </a:lnTo>
                  <a:lnTo>
                    <a:pt x="401550" y="5896636"/>
                  </a:lnTo>
                  <a:lnTo>
                    <a:pt x="401550" y="5896205"/>
                  </a:lnTo>
                  <a:lnTo>
                    <a:pt x="401550" y="5895775"/>
                  </a:lnTo>
                  <a:lnTo>
                    <a:pt x="401708" y="5895775"/>
                  </a:lnTo>
                  <a:lnTo>
                    <a:pt x="401708" y="5895344"/>
                  </a:lnTo>
                  <a:lnTo>
                    <a:pt x="401708" y="5894914"/>
                  </a:lnTo>
                  <a:lnTo>
                    <a:pt x="401866" y="5894914"/>
                  </a:lnTo>
                  <a:lnTo>
                    <a:pt x="402023" y="5894483"/>
                  </a:lnTo>
                  <a:lnTo>
                    <a:pt x="402023" y="5894052"/>
                  </a:lnTo>
                  <a:lnTo>
                    <a:pt x="402181" y="5894052"/>
                  </a:lnTo>
                  <a:lnTo>
                    <a:pt x="402339" y="5894052"/>
                  </a:lnTo>
                  <a:lnTo>
                    <a:pt x="402497" y="5894052"/>
                  </a:lnTo>
                  <a:lnTo>
                    <a:pt x="402654" y="5894052"/>
                  </a:lnTo>
                  <a:lnTo>
                    <a:pt x="402654" y="5893622"/>
                  </a:lnTo>
                  <a:lnTo>
                    <a:pt x="402812" y="5893622"/>
                  </a:lnTo>
                  <a:lnTo>
                    <a:pt x="402970" y="5893622"/>
                  </a:lnTo>
                  <a:lnTo>
                    <a:pt x="403285" y="5893622"/>
                  </a:lnTo>
                  <a:lnTo>
                    <a:pt x="403285" y="5893191"/>
                  </a:lnTo>
                  <a:lnTo>
                    <a:pt x="403443" y="5893191"/>
                  </a:lnTo>
                  <a:lnTo>
                    <a:pt x="403601" y="5893191"/>
                  </a:lnTo>
                  <a:lnTo>
                    <a:pt x="403758" y="5893191"/>
                  </a:lnTo>
                  <a:lnTo>
                    <a:pt x="403916" y="5893191"/>
                  </a:lnTo>
                  <a:lnTo>
                    <a:pt x="403916" y="5892761"/>
                  </a:lnTo>
                  <a:lnTo>
                    <a:pt x="404074" y="5892761"/>
                  </a:lnTo>
                  <a:lnTo>
                    <a:pt x="404389" y="5892761"/>
                  </a:lnTo>
                  <a:lnTo>
                    <a:pt x="404547" y="5892761"/>
                  </a:lnTo>
                  <a:lnTo>
                    <a:pt x="404705" y="5892761"/>
                  </a:lnTo>
                  <a:lnTo>
                    <a:pt x="404862" y="5892761"/>
                  </a:lnTo>
                  <a:lnTo>
                    <a:pt x="405020" y="5892761"/>
                  </a:lnTo>
                  <a:lnTo>
                    <a:pt x="405178" y="5892761"/>
                  </a:lnTo>
                  <a:lnTo>
                    <a:pt x="405335" y="5892761"/>
                  </a:lnTo>
                  <a:lnTo>
                    <a:pt x="405335" y="5891899"/>
                  </a:lnTo>
                  <a:lnTo>
                    <a:pt x="405493" y="5891899"/>
                  </a:lnTo>
                  <a:lnTo>
                    <a:pt x="405651" y="5891899"/>
                  </a:lnTo>
                  <a:lnTo>
                    <a:pt x="405809" y="5891899"/>
                  </a:lnTo>
                  <a:lnTo>
                    <a:pt x="405809" y="5891469"/>
                  </a:lnTo>
                  <a:lnTo>
                    <a:pt x="405966" y="5891038"/>
                  </a:lnTo>
                  <a:lnTo>
                    <a:pt x="405966" y="5890608"/>
                  </a:lnTo>
                  <a:lnTo>
                    <a:pt x="405966" y="5890177"/>
                  </a:lnTo>
                  <a:lnTo>
                    <a:pt x="405966" y="5889746"/>
                  </a:lnTo>
                  <a:lnTo>
                    <a:pt x="406124" y="5889746"/>
                  </a:lnTo>
                  <a:lnTo>
                    <a:pt x="406282" y="5889746"/>
                  </a:lnTo>
                  <a:lnTo>
                    <a:pt x="406440" y="5889746"/>
                  </a:lnTo>
                  <a:lnTo>
                    <a:pt x="406597" y="5889746"/>
                  </a:lnTo>
                  <a:lnTo>
                    <a:pt x="406597" y="5889316"/>
                  </a:lnTo>
                  <a:lnTo>
                    <a:pt x="406597" y="5888885"/>
                  </a:lnTo>
                  <a:lnTo>
                    <a:pt x="406755" y="5888885"/>
                  </a:lnTo>
                  <a:lnTo>
                    <a:pt x="407070" y="5888455"/>
                  </a:lnTo>
                  <a:lnTo>
                    <a:pt x="407386" y="5888455"/>
                  </a:lnTo>
                  <a:lnTo>
                    <a:pt x="407544" y="5888455"/>
                  </a:lnTo>
                  <a:lnTo>
                    <a:pt x="407859" y="5888455"/>
                  </a:lnTo>
                  <a:lnTo>
                    <a:pt x="408017" y="5888455"/>
                  </a:lnTo>
                  <a:lnTo>
                    <a:pt x="408174" y="5888455"/>
                  </a:lnTo>
                  <a:lnTo>
                    <a:pt x="408332" y="5888455"/>
                  </a:lnTo>
                  <a:lnTo>
                    <a:pt x="408490" y="5888455"/>
                  </a:lnTo>
                  <a:lnTo>
                    <a:pt x="408490" y="5888024"/>
                  </a:lnTo>
                  <a:lnTo>
                    <a:pt x="408490" y="5887593"/>
                  </a:lnTo>
                  <a:lnTo>
                    <a:pt x="408490" y="5887163"/>
                  </a:lnTo>
                  <a:lnTo>
                    <a:pt x="408648" y="5886732"/>
                  </a:lnTo>
                  <a:lnTo>
                    <a:pt x="408805" y="5886732"/>
                  </a:lnTo>
                  <a:lnTo>
                    <a:pt x="408963" y="5886732"/>
                  </a:lnTo>
                  <a:lnTo>
                    <a:pt x="409121" y="5886732"/>
                  </a:lnTo>
                  <a:lnTo>
                    <a:pt x="409278" y="5886732"/>
                  </a:lnTo>
                  <a:lnTo>
                    <a:pt x="409436" y="5886302"/>
                  </a:lnTo>
                  <a:lnTo>
                    <a:pt x="409594" y="5885871"/>
                  </a:lnTo>
                  <a:lnTo>
                    <a:pt x="409594" y="5885440"/>
                  </a:lnTo>
                  <a:lnTo>
                    <a:pt x="409752" y="5885440"/>
                  </a:lnTo>
                  <a:lnTo>
                    <a:pt x="409909" y="5885440"/>
                  </a:lnTo>
                  <a:lnTo>
                    <a:pt x="410067" y="5885440"/>
                  </a:lnTo>
                  <a:lnTo>
                    <a:pt x="410225" y="5885440"/>
                  </a:lnTo>
                  <a:lnTo>
                    <a:pt x="410382" y="5885440"/>
                  </a:lnTo>
                  <a:lnTo>
                    <a:pt x="410540" y="5885440"/>
                  </a:lnTo>
                  <a:lnTo>
                    <a:pt x="410540" y="5885010"/>
                  </a:lnTo>
                  <a:lnTo>
                    <a:pt x="410698" y="5884579"/>
                  </a:lnTo>
                  <a:lnTo>
                    <a:pt x="410856" y="5884579"/>
                  </a:lnTo>
                  <a:lnTo>
                    <a:pt x="411013" y="5884579"/>
                  </a:lnTo>
                  <a:lnTo>
                    <a:pt x="411171" y="5884579"/>
                  </a:lnTo>
                  <a:lnTo>
                    <a:pt x="411329" y="5884149"/>
                  </a:lnTo>
                  <a:lnTo>
                    <a:pt x="411486" y="5884149"/>
                  </a:lnTo>
                  <a:lnTo>
                    <a:pt x="411644" y="5884149"/>
                  </a:lnTo>
                  <a:lnTo>
                    <a:pt x="411960" y="5884149"/>
                  </a:lnTo>
                  <a:lnTo>
                    <a:pt x="412275" y="5884149"/>
                  </a:lnTo>
                  <a:lnTo>
                    <a:pt x="412433" y="5884149"/>
                  </a:lnTo>
                  <a:lnTo>
                    <a:pt x="412591" y="5883718"/>
                  </a:lnTo>
                  <a:lnTo>
                    <a:pt x="412906" y="5883287"/>
                  </a:lnTo>
                  <a:lnTo>
                    <a:pt x="413064" y="5883287"/>
                  </a:lnTo>
                  <a:lnTo>
                    <a:pt x="413221" y="5883287"/>
                  </a:lnTo>
                  <a:lnTo>
                    <a:pt x="413379" y="5883287"/>
                  </a:lnTo>
                  <a:lnTo>
                    <a:pt x="413537" y="5883287"/>
                  </a:lnTo>
                  <a:lnTo>
                    <a:pt x="413695" y="5883287"/>
                  </a:lnTo>
                  <a:lnTo>
                    <a:pt x="413852" y="5883287"/>
                  </a:lnTo>
                  <a:lnTo>
                    <a:pt x="414010" y="5883287"/>
                  </a:lnTo>
                  <a:lnTo>
                    <a:pt x="414168" y="5883287"/>
                  </a:lnTo>
                  <a:lnTo>
                    <a:pt x="414325" y="5883287"/>
                  </a:lnTo>
                  <a:lnTo>
                    <a:pt x="414483" y="5883287"/>
                  </a:lnTo>
                  <a:lnTo>
                    <a:pt x="414641" y="5883287"/>
                  </a:lnTo>
                  <a:lnTo>
                    <a:pt x="414799" y="5882857"/>
                  </a:lnTo>
                  <a:lnTo>
                    <a:pt x="414956" y="5882857"/>
                  </a:lnTo>
                  <a:lnTo>
                    <a:pt x="415114" y="5882857"/>
                  </a:lnTo>
                  <a:lnTo>
                    <a:pt x="415272" y="5882857"/>
                  </a:lnTo>
                  <a:lnTo>
                    <a:pt x="415429" y="5882426"/>
                  </a:lnTo>
                  <a:lnTo>
                    <a:pt x="415587" y="5882426"/>
                  </a:lnTo>
                  <a:lnTo>
                    <a:pt x="415587" y="5881996"/>
                  </a:lnTo>
                  <a:lnTo>
                    <a:pt x="415587" y="5881565"/>
                  </a:lnTo>
                  <a:lnTo>
                    <a:pt x="416060" y="5881565"/>
                  </a:lnTo>
                  <a:lnTo>
                    <a:pt x="416218" y="5881565"/>
                  </a:lnTo>
                  <a:lnTo>
                    <a:pt x="416376" y="5881565"/>
                  </a:lnTo>
                  <a:lnTo>
                    <a:pt x="416533" y="5881565"/>
                  </a:lnTo>
                  <a:lnTo>
                    <a:pt x="416691" y="5881565"/>
                  </a:lnTo>
                  <a:lnTo>
                    <a:pt x="416849" y="5881565"/>
                  </a:lnTo>
                  <a:lnTo>
                    <a:pt x="417164" y="5881565"/>
                  </a:lnTo>
                  <a:lnTo>
                    <a:pt x="417480" y="5881565"/>
                  </a:lnTo>
                  <a:lnTo>
                    <a:pt x="417638" y="5881565"/>
                  </a:lnTo>
                  <a:lnTo>
                    <a:pt x="417638" y="5881134"/>
                  </a:lnTo>
                  <a:lnTo>
                    <a:pt x="417795" y="5880704"/>
                  </a:lnTo>
                  <a:lnTo>
                    <a:pt x="417953" y="5880704"/>
                  </a:lnTo>
                  <a:lnTo>
                    <a:pt x="417953" y="5880273"/>
                  </a:lnTo>
                  <a:lnTo>
                    <a:pt x="417953" y="5879843"/>
                  </a:lnTo>
                  <a:lnTo>
                    <a:pt x="417953" y="5879412"/>
                  </a:lnTo>
                  <a:lnTo>
                    <a:pt x="417953" y="5878981"/>
                  </a:lnTo>
                  <a:lnTo>
                    <a:pt x="417953" y="5878551"/>
                  </a:lnTo>
                  <a:lnTo>
                    <a:pt x="417953" y="5878120"/>
                  </a:lnTo>
                  <a:lnTo>
                    <a:pt x="418111" y="5878120"/>
                  </a:lnTo>
                  <a:lnTo>
                    <a:pt x="418268" y="5878120"/>
                  </a:lnTo>
                  <a:lnTo>
                    <a:pt x="418426" y="5878120"/>
                  </a:lnTo>
                  <a:lnTo>
                    <a:pt x="418584" y="5878120"/>
                  </a:lnTo>
                  <a:lnTo>
                    <a:pt x="418899" y="5878120"/>
                  </a:lnTo>
                  <a:lnTo>
                    <a:pt x="419215" y="5878120"/>
                  </a:lnTo>
                  <a:lnTo>
                    <a:pt x="419372" y="5877690"/>
                  </a:lnTo>
                  <a:lnTo>
                    <a:pt x="419372" y="5877259"/>
                  </a:lnTo>
                  <a:lnTo>
                    <a:pt x="419372" y="5876828"/>
                  </a:lnTo>
                  <a:lnTo>
                    <a:pt x="419530" y="5876828"/>
                  </a:lnTo>
                  <a:lnTo>
                    <a:pt x="419530" y="5876398"/>
                  </a:lnTo>
                  <a:lnTo>
                    <a:pt x="419688" y="5876398"/>
                  </a:lnTo>
                  <a:lnTo>
                    <a:pt x="419688" y="5875537"/>
                  </a:lnTo>
                  <a:lnTo>
                    <a:pt x="419846" y="5875537"/>
                  </a:lnTo>
                  <a:lnTo>
                    <a:pt x="420161" y="5875537"/>
                  </a:lnTo>
                  <a:lnTo>
                    <a:pt x="420319" y="5875537"/>
                  </a:lnTo>
                  <a:lnTo>
                    <a:pt x="420476" y="5875537"/>
                  </a:lnTo>
                  <a:lnTo>
                    <a:pt x="420476" y="5875106"/>
                  </a:lnTo>
                  <a:lnTo>
                    <a:pt x="420634" y="5875106"/>
                  </a:lnTo>
                  <a:lnTo>
                    <a:pt x="420792" y="5874675"/>
                  </a:lnTo>
                  <a:lnTo>
                    <a:pt x="421107" y="5874675"/>
                  </a:lnTo>
                  <a:lnTo>
                    <a:pt x="421107" y="5874245"/>
                  </a:lnTo>
                  <a:lnTo>
                    <a:pt x="421107" y="5873814"/>
                  </a:lnTo>
                  <a:lnTo>
                    <a:pt x="421265" y="5873814"/>
                  </a:lnTo>
                  <a:lnTo>
                    <a:pt x="421265" y="5873384"/>
                  </a:lnTo>
                  <a:lnTo>
                    <a:pt x="421265" y="5872953"/>
                  </a:lnTo>
                  <a:lnTo>
                    <a:pt x="421265" y="5872522"/>
                  </a:lnTo>
                  <a:lnTo>
                    <a:pt x="421423" y="5872522"/>
                  </a:lnTo>
                  <a:lnTo>
                    <a:pt x="421423" y="5872092"/>
                  </a:lnTo>
                  <a:lnTo>
                    <a:pt x="421580" y="5872092"/>
                  </a:lnTo>
                  <a:lnTo>
                    <a:pt x="421580" y="5871661"/>
                  </a:lnTo>
                  <a:lnTo>
                    <a:pt x="421738" y="5871661"/>
                  </a:lnTo>
                  <a:lnTo>
                    <a:pt x="421896" y="5871661"/>
                  </a:lnTo>
                  <a:lnTo>
                    <a:pt x="422054" y="5871661"/>
                  </a:lnTo>
                  <a:lnTo>
                    <a:pt x="422211" y="5871661"/>
                  </a:lnTo>
                  <a:lnTo>
                    <a:pt x="422369" y="5871661"/>
                  </a:lnTo>
                  <a:lnTo>
                    <a:pt x="422527" y="5871661"/>
                  </a:lnTo>
                  <a:lnTo>
                    <a:pt x="422684" y="5871661"/>
                  </a:lnTo>
                  <a:lnTo>
                    <a:pt x="422684" y="5871231"/>
                  </a:lnTo>
                  <a:lnTo>
                    <a:pt x="422684" y="5870800"/>
                  </a:lnTo>
                  <a:lnTo>
                    <a:pt x="423000" y="5870800"/>
                  </a:lnTo>
                  <a:lnTo>
                    <a:pt x="423158" y="5870800"/>
                  </a:lnTo>
                  <a:lnTo>
                    <a:pt x="423315" y="5870800"/>
                  </a:lnTo>
                  <a:lnTo>
                    <a:pt x="423315" y="5870369"/>
                  </a:lnTo>
                  <a:lnTo>
                    <a:pt x="423315" y="5869939"/>
                  </a:lnTo>
                  <a:lnTo>
                    <a:pt x="423315" y="5869078"/>
                  </a:lnTo>
                  <a:lnTo>
                    <a:pt x="423473" y="5869078"/>
                  </a:lnTo>
                  <a:lnTo>
                    <a:pt x="423631" y="5869078"/>
                  </a:lnTo>
                  <a:lnTo>
                    <a:pt x="423631" y="5868647"/>
                  </a:lnTo>
                  <a:lnTo>
                    <a:pt x="423631" y="5868216"/>
                  </a:lnTo>
                  <a:lnTo>
                    <a:pt x="423789" y="5868216"/>
                  </a:lnTo>
                  <a:lnTo>
                    <a:pt x="423789" y="5867786"/>
                  </a:lnTo>
                  <a:lnTo>
                    <a:pt x="423946" y="5867786"/>
                  </a:lnTo>
                  <a:lnTo>
                    <a:pt x="423946" y="5867355"/>
                  </a:lnTo>
                  <a:lnTo>
                    <a:pt x="424104" y="5867355"/>
                  </a:lnTo>
                  <a:lnTo>
                    <a:pt x="424262" y="5867355"/>
                  </a:lnTo>
                  <a:lnTo>
                    <a:pt x="424419" y="5867355"/>
                  </a:lnTo>
                  <a:lnTo>
                    <a:pt x="424735" y="5867355"/>
                  </a:lnTo>
                  <a:lnTo>
                    <a:pt x="424735" y="5866925"/>
                  </a:lnTo>
                  <a:lnTo>
                    <a:pt x="424893" y="5866925"/>
                  </a:lnTo>
                  <a:lnTo>
                    <a:pt x="425050" y="5866925"/>
                  </a:lnTo>
                  <a:lnTo>
                    <a:pt x="425208" y="5866925"/>
                  </a:lnTo>
                  <a:lnTo>
                    <a:pt x="425366" y="5866925"/>
                  </a:lnTo>
                  <a:lnTo>
                    <a:pt x="425523" y="5866925"/>
                  </a:lnTo>
                  <a:lnTo>
                    <a:pt x="425681" y="5866925"/>
                  </a:lnTo>
                  <a:lnTo>
                    <a:pt x="425839" y="5866925"/>
                  </a:lnTo>
                  <a:lnTo>
                    <a:pt x="425997" y="5866925"/>
                  </a:lnTo>
                  <a:lnTo>
                    <a:pt x="426154" y="5866925"/>
                  </a:lnTo>
                  <a:lnTo>
                    <a:pt x="426312" y="5866925"/>
                  </a:lnTo>
                  <a:lnTo>
                    <a:pt x="426470" y="5866925"/>
                  </a:lnTo>
                  <a:lnTo>
                    <a:pt x="426470" y="5866494"/>
                  </a:lnTo>
                  <a:lnTo>
                    <a:pt x="426627" y="5866063"/>
                  </a:lnTo>
                  <a:lnTo>
                    <a:pt x="426785" y="5866063"/>
                  </a:lnTo>
                  <a:lnTo>
                    <a:pt x="426943" y="5866063"/>
                  </a:lnTo>
                  <a:lnTo>
                    <a:pt x="427101" y="5866063"/>
                  </a:lnTo>
                  <a:lnTo>
                    <a:pt x="427101" y="5865633"/>
                  </a:lnTo>
                  <a:lnTo>
                    <a:pt x="427258" y="5865633"/>
                  </a:lnTo>
                  <a:lnTo>
                    <a:pt x="427416" y="5865633"/>
                  </a:lnTo>
                  <a:lnTo>
                    <a:pt x="427574" y="5865633"/>
                  </a:lnTo>
                  <a:lnTo>
                    <a:pt x="427731" y="5865633"/>
                  </a:lnTo>
                  <a:lnTo>
                    <a:pt x="427889" y="5865633"/>
                  </a:lnTo>
                  <a:lnTo>
                    <a:pt x="428047" y="5865633"/>
                  </a:lnTo>
                  <a:lnTo>
                    <a:pt x="428205" y="5865633"/>
                  </a:lnTo>
                  <a:lnTo>
                    <a:pt x="428362" y="5865633"/>
                  </a:lnTo>
                  <a:lnTo>
                    <a:pt x="428520" y="5865633"/>
                  </a:lnTo>
                  <a:lnTo>
                    <a:pt x="428678" y="5865633"/>
                  </a:lnTo>
                  <a:lnTo>
                    <a:pt x="428835" y="5865633"/>
                  </a:lnTo>
                  <a:lnTo>
                    <a:pt x="428835" y="5865202"/>
                  </a:lnTo>
                  <a:lnTo>
                    <a:pt x="428993" y="5865202"/>
                  </a:lnTo>
                  <a:lnTo>
                    <a:pt x="428993" y="5864772"/>
                  </a:lnTo>
                  <a:lnTo>
                    <a:pt x="429151" y="5864772"/>
                  </a:lnTo>
                  <a:lnTo>
                    <a:pt x="429309" y="5864772"/>
                  </a:lnTo>
                  <a:lnTo>
                    <a:pt x="429309" y="5864341"/>
                  </a:lnTo>
                  <a:lnTo>
                    <a:pt x="429466" y="5864341"/>
                  </a:lnTo>
                  <a:lnTo>
                    <a:pt x="429624" y="5864341"/>
                  </a:lnTo>
                  <a:lnTo>
                    <a:pt x="429940" y="5864341"/>
                  </a:lnTo>
                  <a:lnTo>
                    <a:pt x="429940" y="5863910"/>
                  </a:lnTo>
                  <a:lnTo>
                    <a:pt x="429940" y="5863480"/>
                  </a:lnTo>
                  <a:lnTo>
                    <a:pt x="430097" y="5863480"/>
                  </a:lnTo>
                  <a:lnTo>
                    <a:pt x="430255" y="5863480"/>
                  </a:lnTo>
                  <a:lnTo>
                    <a:pt x="430255" y="5863049"/>
                  </a:lnTo>
                  <a:lnTo>
                    <a:pt x="430413" y="5863049"/>
                  </a:lnTo>
                  <a:lnTo>
                    <a:pt x="430570" y="5863049"/>
                  </a:lnTo>
                  <a:lnTo>
                    <a:pt x="430728" y="5863049"/>
                  </a:lnTo>
                  <a:lnTo>
                    <a:pt x="430886" y="5863049"/>
                  </a:lnTo>
                  <a:lnTo>
                    <a:pt x="431044" y="5863049"/>
                  </a:lnTo>
                  <a:lnTo>
                    <a:pt x="431044" y="5862619"/>
                  </a:lnTo>
                  <a:lnTo>
                    <a:pt x="431201" y="5862619"/>
                  </a:lnTo>
                  <a:lnTo>
                    <a:pt x="431359" y="5862619"/>
                  </a:lnTo>
                  <a:lnTo>
                    <a:pt x="431517" y="5862619"/>
                  </a:lnTo>
                  <a:lnTo>
                    <a:pt x="431517" y="5862188"/>
                  </a:lnTo>
                  <a:lnTo>
                    <a:pt x="431674" y="5862188"/>
                  </a:lnTo>
                  <a:lnTo>
                    <a:pt x="431674" y="5861757"/>
                  </a:lnTo>
                  <a:lnTo>
                    <a:pt x="431674" y="5861327"/>
                  </a:lnTo>
                  <a:lnTo>
                    <a:pt x="431674" y="5860896"/>
                  </a:lnTo>
                  <a:lnTo>
                    <a:pt x="431832" y="5860896"/>
                  </a:lnTo>
                  <a:lnTo>
                    <a:pt x="431832" y="5860466"/>
                  </a:lnTo>
                  <a:lnTo>
                    <a:pt x="431990" y="5860466"/>
                  </a:lnTo>
                  <a:lnTo>
                    <a:pt x="432148" y="5860466"/>
                  </a:lnTo>
                  <a:lnTo>
                    <a:pt x="432148" y="5860035"/>
                  </a:lnTo>
                  <a:lnTo>
                    <a:pt x="432463" y="5859604"/>
                  </a:lnTo>
                  <a:lnTo>
                    <a:pt x="432463" y="5859174"/>
                  </a:lnTo>
                  <a:lnTo>
                    <a:pt x="432463" y="5858743"/>
                  </a:lnTo>
                  <a:lnTo>
                    <a:pt x="432621" y="5858743"/>
                  </a:lnTo>
                  <a:lnTo>
                    <a:pt x="432778" y="5858743"/>
                  </a:lnTo>
                  <a:lnTo>
                    <a:pt x="432936" y="5858743"/>
                  </a:lnTo>
                  <a:lnTo>
                    <a:pt x="433094" y="5858743"/>
                  </a:lnTo>
                  <a:lnTo>
                    <a:pt x="433725" y="5858313"/>
                  </a:lnTo>
                  <a:lnTo>
                    <a:pt x="433882" y="5858313"/>
                  </a:lnTo>
                  <a:lnTo>
                    <a:pt x="434040" y="5858313"/>
                  </a:lnTo>
                  <a:lnTo>
                    <a:pt x="434198" y="5858313"/>
                  </a:lnTo>
                  <a:lnTo>
                    <a:pt x="434356" y="5858313"/>
                  </a:lnTo>
                  <a:lnTo>
                    <a:pt x="434513" y="5858313"/>
                  </a:lnTo>
                  <a:lnTo>
                    <a:pt x="434513" y="5857882"/>
                  </a:lnTo>
                  <a:lnTo>
                    <a:pt x="434671" y="5857882"/>
                  </a:lnTo>
                  <a:lnTo>
                    <a:pt x="434829" y="5857882"/>
                  </a:lnTo>
                  <a:lnTo>
                    <a:pt x="434987" y="5857882"/>
                  </a:lnTo>
                  <a:lnTo>
                    <a:pt x="435144" y="5857882"/>
                  </a:lnTo>
                  <a:lnTo>
                    <a:pt x="435144" y="5857451"/>
                  </a:lnTo>
                  <a:lnTo>
                    <a:pt x="435302" y="5857451"/>
                  </a:lnTo>
                  <a:lnTo>
                    <a:pt x="435460" y="5857451"/>
                  </a:lnTo>
                  <a:lnTo>
                    <a:pt x="435460" y="5857021"/>
                  </a:lnTo>
                  <a:lnTo>
                    <a:pt x="435617" y="5857021"/>
                  </a:lnTo>
                  <a:lnTo>
                    <a:pt x="435775" y="5857021"/>
                  </a:lnTo>
                  <a:lnTo>
                    <a:pt x="435933" y="5857021"/>
                  </a:lnTo>
                  <a:lnTo>
                    <a:pt x="436248" y="5857021"/>
                  </a:lnTo>
                  <a:lnTo>
                    <a:pt x="436406" y="5857021"/>
                  </a:lnTo>
                  <a:lnTo>
                    <a:pt x="436564" y="5857021"/>
                  </a:lnTo>
                  <a:lnTo>
                    <a:pt x="436879" y="5857021"/>
                  </a:lnTo>
                  <a:lnTo>
                    <a:pt x="437195" y="5857021"/>
                  </a:lnTo>
                  <a:lnTo>
                    <a:pt x="437352" y="5857021"/>
                  </a:lnTo>
                  <a:lnTo>
                    <a:pt x="437510" y="5857021"/>
                  </a:lnTo>
                  <a:lnTo>
                    <a:pt x="438141" y="5856590"/>
                  </a:lnTo>
                  <a:lnTo>
                    <a:pt x="438456" y="5856160"/>
                  </a:lnTo>
                  <a:lnTo>
                    <a:pt x="438614" y="5856160"/>
                  </a:lnTo>
                  <a:lnTo>
                    <a:pt x="438772" y="5856160"/>
                  </a:lnTo>
                  <a:lnTo>
                    <a:pt x="438929" y="5856160"/>
                  </a:lnTo>
                  <a:lnTo>
                    <a:pt x="439087" y="5856160"/>
                  </a:lnTo>
                  <a:lnTo>
                    <a:pt x="439245" y="5856160"/>
                  </a:lnTo>
                  <a:lnTo>
                    <a:pt x="439560" y="5856160"/>
                  </a:lnTo>
                  <a:lnTo>
                    <a:pt x="439718" y="5856160"/>
                  </a:lnTo>
                  <a:lnTo>
                    <a:pt x="439876" y="5856160"/>
                  </a:lnTo>
                  <a:lnTo>
                    <a:pt x="440033" y="5856160"/>
                  </a:lnTo>
                  <a:lnTo>
                    <a:pt x="440033" y="5855729"/>
                  </a:lnTo>
                  <a:lnTo>
                    <a:pt x="440033" y="5855298"/>
                  </a:lnTo>
                  <a:lnTo>
                    <a:pt x="440191" y="5855298"/>
                  </a:lnTo>
                  <a:lnTo>
                    <a:pt x="440349" y="5855298"/>
                  </a:lnTo>
                  <a:lnTo>
                    <a:pt x="440507" y="5855298"/>
                  </a:lnTo>
                  <a:lnTo>
                    <a:pt x="440507" y="5854868"/>
                  </a:lnTo>
                  <a:lnTo>
                    <a:pt x="440664" y="5854437"/>
                  </a:lnTo>
                  <a:lnTo>
                    <a:pt x="440822" y="5854437"/>
                  </a:lnTo>
                  <a:lnTo>
                    <a:pt x="440980" y="5854437"/>
                  </a:lnTo>
                  <a:lnTo>
                    <a:pt x="441138" y="5854437"/>
                  </a:lnTo>
                  <a:lnTo>
                    <a:pt x="441295" y="5854007"/>
                  </a:lnTo>
                  <a:lnTo>
                    <a:pt x="441453" y="5853576"/>
                  </a:lnTo>
                  <a:lnTo>
                    <a:pt x="441611" y="5853576"/>
                  </a:lnTo>
                  <a:lnTo>
                    <a:pt x="441611" y="5853145"/>
                  </a:lnTo>
                  <a:lnTo>
                    <a:pt x="441768" y="5853145"/>
                  </a:lnTo>
                  <a:lnTo>
                    <a:pt x="441926" y="5853145"/>
                  </a:lnTo>
                  <a:lnTo>
                    <a:pt x="442084" y="5853145"/>
                  </a:lnTo>
                  <a:lnTo>
                    <a:pt x="442399" y="5852715"/>
                  </a:lnTo>
                  <a:lnTo>
                    <a:pt x="442399" y="5852284"/>
                  </a:lnTo>
                  <a:lnTo>
                    <a:pt x="442557" y="5852284"/>
                  </a:lnTo>
                  <a:lnTo>
                    <a:pt x="442715" y="5852284"/>
                  </a:lnTo>
                  <a:lnTo>
                    <a:pt x="442715" y="5851854"/>
                  </a:lnTo>
                  <a:lnTo>
                    <a:pt x="442872" y="5851854"/>
                  </a:lnTo>
                  <a:lnTo>
                    <a:pt x="443030" y="5851854"/>
                  </a:lnTo>
                  <a:lnTo>
                    <a:pt x="443030" y="5851423"/>
                  </a:lnTo>
                  <a:lnTo>
                    <a:pt x="443188" y="5851423"/>
                  </a:lnTo>
                  <a:lnTo>
                    <a:pt x="443503" y="5851423"/>
                  </a:lnTo>
                  <a:lnTo>
                    <a:pt x="443661" y="5851423"/>
                  </a:lnTo>
                  <a:lnTo>
                    <a:pt x="443661" y="5850992"/>
                  </a:lnTo>
                  <a:lnTo>
                    <a:pt x="443819" y="5850992"/>
                  </a:lnTo>
                  <a:lnTo>
                    <a:pt x="444134" y="5850992"/>
                  </a:lnTo>
                  <a:lnTo>
                    <a:pt x="444292" y="5850992"/>
                  </a:lnTo>
                  <a:lnTo>
                    <a:pt x="444292" y="5850562"/>
                  </a:lnTo>
                  <a:lnTo>
                    <a:pt x="444450" y="5850562"/>
                  </a:lnTo>
                  <a:lnTo>
                    <a:pt x="444607" y="5850562"/>
                  </a:lnTo>
                  <a:lnTo>
                    <a:pt x="444607" y="5850131"/>
                  </a:lnTo>
                  <a:lnTo>
                    <a:pt x="444765" y="5850131"/>
                  </a:lnTo>
                  <a:lnTo>
                    <a:pt x="444765" y="5849701"/>
                  </a:lnTo>
                  <a:lnTo>
                    <a:pt x="444923" y="5849701"/>
                  </a:lnTo>
                  <a:lnTo>
                    <a:pt x="445080" y="5849701"/>
                  </a:lnTo>
                  <a:lnTo>
                    <a:pt x="445238" y="5849701"/>
                  </a:lnTo>
                  <a:lnTo>
                    <a:pt x="445238" y="5849270"/>
                  </a:lnTo>
                  <a:lnTo>
                    <a:pt x="445238" y="5848839"/>
                  </a:lnTo>
                  <a:lnTo>
                    <a:pt x="445396" y="5848839"/>
                  </a:lnTo>
                  <a:lnTo>
                    <a:pt x="445554" y="5848839"/>
                  </a:lnTo>
                  <a:lnTo>
                    <a:pt x="445869" y="5848409"/>
                  </a:lnTo>
                  <a:lnTo>
                    <a:pt x="446027" y="5848409"/>
                  </a:lnTo>
                  <a:lnTo>
                    <a:pt x="446342" y="5848409"/>
                  </a:lnTo>
                  <a:lnTo>
                    <a:pt x="446500" y="5848409"/>
                  </a:lnTo>
                  <a:lnTo>
                    <a:pt x="446658" y="5848409"/>
                  </a:lnTo>
                  <a:lnTo>
                    <a:pt x="446658" y="5847978"/>
                  </a:lnTo>
                  <a:lnTo>
                    <a:pt x="446815" y="5847978"/>
                  </a:lnTo>
                  <a:lnTo>
                    <a:pt x="446973" y="5847978"/>
                  </a:lnTo>
                  <a:lnTo>
                    <a:pt x="447131" y="5847978"/>
                  </a:lnTo>
                  <a:lnTo>
                    <a:pt x="447289" y="5847978"/>
                  </a:lnTo>
                  <a:lnTo>
                    <a:pt x="447446" y="5847978"/>
                  </a:lnTo>
                  <a:lnTo>
                    <a:pt x="447604" y="5847978"/>
                  </a:lnTo>
                  <a:lnTo>
                    <a:pt x="447762" y="5847978"/>
                  </a:lnTo>
                  <a:lnTo>
                    <a:pt x="447762" y="5847548"/>
                  </a:lnTo>
                  <a:lnTo>
                    <a:pt x="447919" y="5847548"/>
                  </a:lnTo>
                  <a:lnTo>
                    <a:pt x="448077" y="5847548"/>
                  </a:lnTo>
                  <a:lnTo>
                    <a:pt x="448235" y="5847548"/>
                  </a:lnTo>
                  <a:lnTo>
                    <a:pt x="448393" y="5847548"/>
                  </a:lnTo>
                  <a:lnTo>
                    <a:pt x="448393" y="5847117"/>
                  </a:lnTo>
                  <a:lnTo>
                    <a:pt x="448550" y="5847117"/>
                  </a:lnTo>
                  <a:lnTo>
                    <a:pt x="448708" y="5847117"/>
                  </a:lnTo>
                  <a:lnTo>
                    <a:pt x="449339" y="5847117"/>
                  </a:lnTo>
                  <a:lnTo>
                    <a:pt x="449497" y="5847117"/>
                  </a:lnTo>
                  <a:lnTo>
                    <a:pt x="449654" y="5847117"/>
                  </a:lnTo>
                  <a:lnTo>
                    <a:pt x="449654" y="5846686"/>
                  </a:lnTo>
                  <a:lnTo>
                    <a:pt x="449654" y="5846256"/>
                  </a:lnTo>
                  <a:lnTo>
                    <a:pt x="449812" y="5845825"/>
                  </a:lnTo>
                  <a:lnTo>
                    <a:pt x="449812" y="5845395"/>
                  </a:lnTo>
                  <a:lnTo>
                    <a:pt x="449812" y="5844964"/>
                  </a:lnTo>
                  <a:lnTo>
                    <a:pt x="449970" y="5844964"/>
                  </a:lnTo>
                  <a:lnTo>
                    <a:pt x="450127" y="5844964"/>
                  </a:lnTo>
                  <a:lnTo>
                    <a:pt x="450285" y="5844964"/>
                  </a:lnTo>
                  <a:lnTo>
                    <a:pt x="450443" y="5844964"/>
                  </a:lnTo>
                  <a:lnTo>
                    <a:pt x="450601" y="5844964"/>
                  </a:lnTo>
                  <a:lnTo>
                    <a:pt x="450758" y="5844964"/>
                  </a:lnTo>
                  <a:lnTo>
                    <a:pt x="450916" y="5844964"/>
                  </a:lnTo>
                  <a:lnTo>
                    <a:pt x="451074" y="5844964"/>
                  </a:lnTo>
                  <a:lnTo>
                    <a:pt x="451074" y="5844533"/>
                  </a:lnTo>
                  <a:lnTo>
                    <a:pt x="451074" y="5844103"/>
                  </a:lnTo>
                  <a:lnTo>
                    <a:pt x="451389" y="5843672"/>
                  </a:lnTo>
                  <a:lnTo>
                    <a:pt x="451547" y="5843672"/>
                  </a:lnTo>
                  <a:lnTo>
                    <a:pt x="451705" y="5843672"/>
                  </a:lnTo>
                  <a:lnTo>
                    <a:pt x="451862" y="5843672"/>
                  </a:lnTo>
                  <a:lnTo>
                    <a:pt x="451862" y="5843242"/>
                  </a:lnTo>
                  <a:lnTo>
                    <a:pt x="452020" y="5843242"/>
                  </a:lnTo>
                  <a:lnTo>
                    <a:pt x="452336" y="5843242"/>
                  </a:lnTo>
                  <a:lnTo>
                    <a:pt x="452651" y="5843242"/>
                  </a:lnTo>
                  <a:lnTo>
                    <a:pt x="452809" y="5842811"/>
                  </a:lnTo>
                  <a:lnTo>
                    <a:pt x="452966" y="5842811"/>
                  </a:lnTo>
                  <a:lnTo>
                    <a:pt x="452966" y="5842380"/>
                  </a:lnTo>
                  <a:lnTo>
                    <a:pt x="453124" y="5842380"/>
                  </a:lnTo>
                  <a:lnTo>
                    <a:pt x="453124" y="5841950"/>
                  </a:lnTo>
                  <a:lnTo>
                    <a:pt x="453282" y="5841950"/>
                  </a:lnTo>
                  <a:lnTo>
                    <a:pt x="453440" y="5841950"/>
                  </a:lnTo>
                  <a:lnTo>
                    <a:pt x="453597" y="5841950"/>
                  </a:lnTo>
                  <a:lnTo>
                    <a:pt x="453755" y="5841950"/>
                  </a:lnTo>
                  <a:lnTo>
                    <a:pt x="453913" y="5841950"/>
                  </a:lnTo>
                  <a:lnTo>
                    <a:pt x="453913" y="5841519"/>
                  </a:lnTo>
                  <a:lnTo>
                    <a:pt x="454228" y="5841519"/>
                  </a:lnTo>
                  <a:lnTo>
                    <a:pt x="454228" y="5841089"/>
                  </a:lnTo>
                  <a:lnTo>
                    <a:pt x="454228" y="5840658"/>
                  </a:lnTo>
                  <a:lnTo>
                    <a:pt x="454228" y="5840227"/>
                  </a:lnTo>
                  <a:lnTo>
                    <a:pt x="454386" y="5840227"/>
                  </a:lnTo>
                  <a:lnTo>
                    <a:pt x="454544" y="5840227"/>
                  </a:lnTo>
                  <a:lnTo>
                    <a:pt x="454544" y="5839797"/>
                  </a:lnTo>
                  <a:lnTo>
                    <a:pt x="454544" y="5839366"/>
                  </a:lnTo>
                  <a:lnTo>
                    <a:pt x="454544" y="5838936"/>
                  </a:lnTo>
                  <a:lnTo>
                    <a:pt x="454701" y="5838936"/>
                  </a:lnTo>
                  <a:lnTo>
                    <a:pt x="454859" y="5838936"/>
                  </a:lnTo>
                  <a:lnTo>
                    <a:pt x="454859" y="5838505"/>
                  </a:lnTo>
                  <a:lnTo>
                    <a:pt x="455017" y="5838505"/>
                  </a:lnTo>
                  <a:lnTo>
                    <a:pt x="455017" y="5838074"/>
                  </a:lnTo>
                  <a:lnTo>
                    <a:pt x="455017" y="5837644"/>
                  </a:lnTo>
                  <a:lnTo>
                    <a:pt x="455174" y="5837213"/>
                  </a:lnTo>
                  <a:lnTo>
                    <a:pt x="455174" y="5836783"/>
                  </a:lnTo>
                  <a:lnTo>
                    <a:pt x="455174" y="5836352"/>
                  </a:lnTo>
                  <a:lnTo>
                    <a:pt x="455332" y="5836352"/>
                  </a:lnTo>
                  <a:lnTo>
                    <a:pt x="455332" y="5835921"/>
                  </a:lnTo>
                  <a:lnTo>
                    <a:pt x="455490" y="5835921"/>
                  </a:lnTo>
                  <a:lnTo>
                    <a:pt x="455648" y="5835921"/>
                  </a:lnTo>
                  <a:lnTo>
                    <a:pt x="455805" y="5835921"/>
                  </a:lnTo>
                  <a:lnTo>
                    <a:pt x="455963" y="5835921"/>
                  </a:lnTo>
                  <a:lnTo>
                    <a:pt x="456121" y="5835921"/>
                  </a:lnTo>
                  <a:lnTo>
                    <a:pt x="456278" y="5835921"/>
                  </a:lnTo>
                  <a:lnTo>
                    <a:pt x="456436" y="5835921"/>
                  </a:lnTo>
                  <a:lnTo>
                    <a:pt x="456436" y="5835491"/>
                  </a:lnTo>
                  <a:lnTo>
                    <a:pt x="456594" y="5835491"/>
                  </a:lnTo>
                  <a:lnTo>
                    <a:pt x="456752" y="5835491"/>
                  </a:lnTo>
                  <a:lnTo>
                    <a:pt x="456909" y="5835491"/>
                  </a:lnTo>
                  <a:lnTo>
                    <a:pt x="457067" y="5835491"/>
                  </a:lnTo>
                  <a:lnTo>
                    <a:pt x="457225" y="5834630"/>
                  </a:lnTo>
                  <a:lnTo>
                    <a:pt x="457383" y="5834630"/>
                  </a:lnTo>
                  <a:lnTo>
                    <a:pt x="457383" y="5834199"/>
                  </a:lnTo>
                  <a:lnTo>
                    <a:pt x="457540" y="5834199"/>
                  </a:lnTo>
                  <a:lnTo>
                    <a:pt x="457698" y="5834199"/>
                  </a:lnTo>
                  <a:lnTo>
                    <a:pt x="457698" y="5833768"/>
                  </a:lnTo>
                  <a:lnTo>
                    <a:pt x="457856" y="5833768"/>
                  </a:lnTo>
                  <a:lnTo>
                    <a:pt x="458171" y="5833768"/>
                  </a:lnTo>
                  <a:lnTo>
                    <a:pt x="458329" y="5833768"/>
                  </a:lnTo>
                  <a:lnTo>
                    <a:pt x="458487" y="5833768"/>
                  </a:lnTo>
                  <a:lnTo>
                    <a:pt x="458960" y="5833338"/>
                  </a:lnTo>
                  <a:lnTo>
                    <a:pt x="459117" y="5833338"/>
                  </a:lnTo>
                  <a:lnTo>
                    <a:pt x="459275" y="5833338"/>
                  </a:lnTo>
                  <a:lnTo>
                    <a:pt x="459433" y="5833338"/>
                  </a:lnTo>
                  <a:lnTo>
                    <a:pt x="459591" y="5833338"/>
                  </a:lnTo>
                  <a:lnTo>
                    <a:pt x="459748" y="5833338"/>
                  </a:lnTo>
                  <a:lnTo>
                    <a:pt x="459748" y="5832477"/>
                  </a:lnTo>
                  <a:lnTo>
                    <a:pt x="459906" y="5832477"/>
                  </a:lnTo>
                  <a:lnTo>
                    <a:pt x="460064" y="5832477"/>
                  </a:lnTo>
                  <a:lnTo>
                    <a:pt x="460221" y="5832477"/>
                  </a:lnTo>
                  <a:lnTo>
                    <a:pt x="460221" y="5832046"/>
                  </a:lnTo>
                  <a:lnTo>
                    <a:pt x="460379" y="5832046"/>
                  </a:lnTo>
                  <a:lnTo>
                    <a:pt x="460537" y="5832046"/>
                  </a:lnTo>
                  <a:lnTo>
                    <a:pt x="460695" y="5832046"/>
                  </a:lnTo>
                  <a:lnTo>
                    <a:pt x="460695" y="5831615"/>
                  </a:lnTo>
                  <a:lnTo>
                    <a:pt x="461010" y="5831615"/>
                  </a:lnTo>
                  <a:lnTo>
                    <a:pt x="461168" y="5830324"/>
                  </a:lnTo>
                  <a:lnTo>
                    <a:pt x="461325" y="5830324"/>
                  </a:lnTo>
                  <a:lnTo>
                    <a:pt x="461483" y="5830324"/>
                  </a:lnTo>
                  <a:lnTo>
                    <a:pt x="461641" y="5830324"/>
                  </a:lnTo>
                  <a:lnTo>
                    <a:pt x="461799" y="5829893"/>
                  </a:lnTo>
                  <a:lnTo>
                    <a:pt x="461799" y="5829462"/>
                  </a:lnTo>
                  <a:lnTo>
                    <a:pt x="461799" y="5829032"/>
                  </a:lnTo>
                  <a:lnTo>
                    <a:pt x="461956" y="5829032"/>
                  </a:lnTo>
                  <a:lnTo>
                    <a:pt x="461956" y="5828601"/>
                  </a:lnTo>
                  <a:lnTo>
                    <a:pt x="462114" y="5828601"/>
                  </a:lnTo>
                  <a:lnTo>
                    <a:pt x="462272" y="5828601"/>
                  </a:lnTo>
                  <a:lnTo>
                    <a:pt x="462272" y="5828171"/>
                  </a:lnTo>
                  <a:lnTo>
                    <a:pt x="462429" y="5828171"/>
                  </a:lnTo>
                  <a:lnTo>
                    <a:pt x="462587" y="5828171"/>
                  </a:lnTo>
                  <a:lnTo>
                    <a:pt x="462587" y="5827740"/>
                  </a:lnTo>
                  <a:lnTo>
                    <a:pt x="462745" y="5827740"/>
                  </a:lnTo>
                  <a:lnTo>
                    <a:pt x="462903" y="5827309"/>
                  </a:lnTo>
                  <a:lnTo>
                    <a:pt x="463060" y="5827309"/>
                  </a:lnTo>
                  <a:lnTo>
                    <a:pt x="463218" y="5826879"/>
                  </a:lnTo>
                  <a:lnTo>
                    <a:pt x="463376" y="5826879"/>
                  </a:lnTo>
                  <a:lnTo>
                    <a:pt x="463534" y="5826879"/>
                  </a:lnTo>
                  <a:lnTo>
                    <a:pt x="463534" y="5826448"/>
                  </a:lnTo>
                  <a:lnTo>
                    <a:pt x="463691" y="5826448"/>
                  </a:lnTo>
                  <a:lnTo>
                    <a:pt x="463849" y="5826448"/>
                  </a:lnTo>
                  <a:lnTo>
                    <a:pt x="464007" y="5826448"/>
                  </a:lnTo>
                  <a:lnTo>
                    <a:pt x="464164" y="5826448"/>
                  </a:lnTo>
                  <a:lnTo>
                    <a:pt x="464164" y="5825587"/>
                  </a:lnTo>
                  <a:lnTo>
                    <a:pt x="464953" y="5825587"/>
                  </a:lnTo>
                  <a:lnTo>
                    <a:pt x="465111" y="5825587"/>
                  </a:lnTo>
                  <a:lnTo>
                    <a:pt x="465268" y="5825587"/>
                  </a:lnTo>
                  <a:lnTo>
                    <a:pt x="465426" y="5825587"/>
                  </a:lnTo>
                  <a:lnTo>
                    <a:pt x="465584" y="5825587"/>
                  </a:lnTo>
                  <a:lnTo>
                    <a:pt x="465742" y="5825587"/>
                  </a:lnTo>
                  <a:lnTo>
                    <a:pt x="465742" y="5825156"/>
                  </a:lnTo>
                  <a:lnTo>
                    <a:pt x="465742" y="5824726"/>
                  </a:lnTo>
                  <a:lnTo>
                    <a:pt x="465742" y="5824295"/>
                  </a:lnTo>
                  <a:lnTo>
                    <a:pt x="465742" y="5823865"/>
                  </a:lnTo>
                  <a:lnTo>
                    <a:pt x="465899" y="5823865"/>
                  </a:lnTo>
                  <a:lnTo>
                    <a:pt x="466057" y="5823865"/>
                  </a:lnTo>
                  <a:lnTo>
                    <a:pt x="466215" y="5823865"/>
                  </a:lnTo>
                  <a:lnTo>
                    <a:pt x="466372" y="5823865"/>
                  </a:lnTo>
                  <a:lnTo>
                    <a:pt x="466530" y="5823865"/>
                  </a:lnTo>
                  <a:lnTo>
                    <a:pt x="466688" y="5823865"/>
                  </a:lnTo>
                  <a:lnTo>
                    <a:pt x="466846" y="5823865"/>
                  </a:lnTo>
                  <a:lnTo>
                    <a:pt x="467161" y="5823865"/>
                  </a:lnTo>
                  <a:lnTo>
                    <a:pt x="467319" y="5823865"/>
                  </a:lnTo>
                  <a:lnTo>
                    <a:pt x="467319" y="5823434"/>
                  </a:lnTo>
                  <a:lnTo>
                    <a:pt x="467476" y="5823434"/>
                  </a:lnTo>
                  <a:lnTo>
                    <a:pt x="467634" y="5823434"/>
                  </a:lnTo>
                  <a:lnTo>
                    <a:pt x="467634" y="5823003"/>
                  </a:lnTo>
                  <a:lnTo>
                    <a:pt x="467792" y="5823003"/>
                  </a:lnTo>
                  <a:lnTo>
                    <a:pt x="468107" y="5823003"/>
                  </a:lnTo>
                  <a:lnTo>
                    <a:pt x="468265" y="5823003"/>
                  </a:lnTo>
                  <a:lnTo>
                    <a:pt x="468423" y="5823003"/>
                  </a:lnTo>
                  <a:lnTo>
                    <a:pt x="468581" y="5823003"/>
                  </a:lnTo>
                  <a:lnTo>
                    <a:pt x="468581" y="5822573"/>
                  </a:lnTo>
                  <a:lnTo>
                    <a:pt x="468738" y="5822573"/>
                  </a:lnTo>
                  <a:lnTo>
                    <a:pt x="468896" y="5822573"/>
                  </a:lnTo>
                  <a:lnTo>
                    <a:pt x="469054" y="5822573"/>
                  </a:lnTo>
                  <a:lnTo>
                    <a:pt x="469211" y="5822573"/>
                  </a:lnTo>
                  <a:lnTo>
                    <a:pt x="469211" y="5822142"/>
                  </a:lnTo>
                  <a:lnTo>
                    <a:pt x="469685" y="5821712"/>
                  </a:lnTo>
                  <a:lnTo>
                    <a:pt x="469685" y="5821281"/>
                  </a:lnTo>
                  <a:lnTo>
                    <a:pt x="469685" y="5820850"/>
                  </a:lnTo>
                  <a:lnTo>
                    <a:pt x="469842" y="5820850"/>
                  </a:lnTo>
                  <a:lnTo>
                    <a:pt x="470000" y="5820850"/>
                  </a:lnTo>
                  <a:lnTo>
                    <a:pt x="470158" y="5820850"/>
                  </a:lnTo>
                  <a:lnTo>
                    <a:pt x="470315" y="5820850"/>
                  </a:lnTo>
                  <a:lnTo>
                    <a:pt x="470473" y="5820850"/>
                  </a:lnTo>
                  <a:lnTo>
                    <a:pt x="470631" y="5820850"/>
                  </a:lnTo>
                  <a:lnTo>
                    <a:pt x="470789" y="5820850"/>
                  </a:lnTo>
                  <a:lnTo>
                    <a:pt x="470946" y="5820420"/>
                  </a:lnTo>
                  <a:lnTo>
                    <a:pt x="471104" y="5820420"/>
                  </a:lnTo>
                  <a:lnTo>
                    <a:pt x="471262" y="5820420"/>
                  </a:lnTo>
                  <a:lnTo>
                    <a:pt x="471419" y="5820420"/>
                  </a:lnTo>
                  <a:lnTo>
                    <a:pt x="471419" y="5819989"/>
                  </a:lnTo>
                  <a:lnTo>
                    <a:pt x="472050" y="5819989"/>
                  </a:lnTo>
                  <a:lnTo>
                    <a:pt x="472208" y="5819989"/>
                  </a:lnTo>
                  <a:lnTo>
                    <a:pt x="472366" y="5819989"/>
                  </a:lnTo>
                  <a:lnTo>
                    <a:pt x="472366" y="5819559"/>
                  </a:lnTo>
                  <a:lnTo>
                    <a:pt x="472523" y="5819559"/>
                  </a:lnTo>
                  <a:lnTo>
                    <a:pt x="472839" y="5819559"/>
                  </a:lnTo>
                  <a:lnTo>
                    <a:pt x="472997" y="5819559"/>
                  </a:lnTo>
                  <a:lnTo>
                    <a:pt x="473154" y="5819559"/>
                  </a:lnTo>
                  <a:lnTo>
                    <a:pt x="473312" y="5819559"/>
                  </a:lnTo>
                  <a:lnTo>
                    <a:pt x="473312" y="5819128"/>
                  </a:lnTo>
                  <a:lnTo>
                    <a:pt x="473627" y="5819128"/>
                  </a:lnTo>
                  <a:lnTo>
                    <a:pt x="473627" y="5818697"/>
                  </a:lnTo>
                  <a:lnTo>
                    <a:pt x="473785" y="5818697"/>
                  </a:lnTo>
                  <a:lnTo>
                    <a:pt x="473943" y="5818697"/>
                  </a:lnTo>
                  <a:lnTo>
                    <a:pt x="474101" y="5818697"/>
                  </a:lnTo>
                  <a:lnTo>
                    <a:pt x="474258" y="5818697"/>
                  </a:lnTo>
                  <a:lnTo>
                    <a:pt x="474574" y="5818697"/>
                  </a:lnTo>
                  <a:lnTo>
                    <a:pt x="474732" y="5818697"/>
                  </a:lnTo>
                  <a:lnTo>
                    <a:pt x="474889" y="5818697"/>
                  </a:lnTo>
                  <a:lnTo>
                    <a:pt x="475205" y="5818267"/>
                  </a:lnTo>
                  <a:lnTo>
                    <a:pt x="475205" y="5817836"/>
                  </a:lnTo>
                  <a:lnTo>
                    <a:pt x="475520" y="5817836"/>
                  </a:lnTo>
                  <a:lnTo>
                    <a:pt x="475520" y="5817406"/>
                  </a:lnTo>
                  <a:lnTo>
                    <a:pt x="475520" y="5816975"/>
                  </a:lnTo>
                  <a:lnTo>
                    <a:pt x="475520" y="5816544"/>
                  </a:lnTo>
                  <a:lnTo>
                    <a:pt x="475678" y="5816544"/>
                  </a:lnTo>
                  <a:lnTo>
                    <a:pt x="475993" y="5816544"/>
                  </a:lnTo>
                  <a:lnTo>
                    <a:pt x="475993" y="5816114"/>
                  </a:lnTo>
                  <a:lnTo>
                    <a:pt x="476309" y="5816114"/>
                  </a:lnTo>
                  <a:lnTo>
                    <a:pt x="476466" y="5816114"/>
                  </a:lnTo>
                  <a:lnTo>
                    <a:pt x="476466" y="5815683"/>
                  </a:lnTo>
                  <a:lnTo>
                    <a:pt x="476466" y="5815253"/>
                  </a:lnTo>
                  <a:lnTo>
                    <a:pt x="476466" y="5814822"/>
                  </a:lnTo>
                  <a:lnTo>
                    <a:pt x="476466" y="5814391"/>
                  </a:lnTo>
                  <a:lnTo>
                    <a:pt x="476782" y="5814391"/>
                  </a:lnTo>
                  <a:lnTo>
                    <a:pt x="477097" y="5814391"/>
                  </a:lnTo>
                  <a:lnTo>
                    <a:pt x="477097" y="5813961"/>
                  </a:lnTo>
                  <a:lnTo>
                    <a:pt x="477255" y="5813961"/>
                  </a:lnTo>
                  <a:lnTo>
                    <a:pt x="477413" y="5813961"/>
                  </a:lnTo>
                  <a:lnTo>
                    <a:pt x="477570" y="5813961"/>
                  </a:lnTo>
                  <a:lnTo>
                    <a:pt x="477728" y="5813961"/>
                  </a:lnTo>
                  <a:lnTo>
                    <a:pt x="478044" y="5813961"/>
                  </a:lnTo>
                  <a:lnTo>
                    <a:pt x="478201" y="5813961"/>
                  </a:lnTo>
                  <a:lnTo>
                    <a:pt x="478359" y="5813961"/>
                  </a:lnTo>
                  <a:lnTo>
                    <a:pt x="478359" y="5813530"/>
                  </a:lnTo>
                  <a:lnTo>
                    <a:pt x="478517" y="5813100"/>
                  </a:lnTo>
                  <a:lnTo>
                    <a:pt x="478832" y="5812669"/>
                  </a:lnTo>
                  <a:lnTo>
                    <a:pt x="478990" y="5812669"/>
                  </a:lnTo>
                  <a:lnTo>
                    <a:pt x="479148" y="5812669"/>
                  </a:lnTo>
                  <a:lnTo>
                    <a:pt x="479148" y="5812238"/>
                  </a:lnTo>
                  <a:lnTo>
                    <a:pt x="479305" y="5812238"/>
                  </a:lnTo>
                  <a:lnTo>
                    <a:pt x="479779" y="5812238"/>
                  </a:lnTo>
                  <a:lnTo>
                    <a:pt x="479936" y="5812238"/>
                  </a:lnTo>
                  <a:lnTo>
                    <a:pt x="479936" y="5811808"/>
                  </a:lnTo>
                  <a:lnTo>
                    <a:pt x="479936" y="5811377"/>
                  </a:lnTo>
                  <a:lnTo>
                    <a:pt x="480094" y="5811377"/>
                  </a:lnTo>
                  <a:lnTo>
                    <a:pt x="480252" y="5811377"/>
                  </a:lnTo>
                  <a:lnTo>
                    <a:pt x="480409" y="5811377"/>
                  </a:lnTo>
                  <a:lnTo>
                    <a:pt x="480409" y="5810947"/>
                  </a:lnTo>
                  <a:lnTo>
                    <a:pt x="480567" y="5810947"/>
                  </a:lnTo>
                  <a:lnTo>
                    <a:pt x="480725" y="5810947"/>
                  </a:lnTo>
                  <a:lnTo>
                    <a:pt x="480883" y="5810947"/>
                  </a:lnTo>
                  <a:lnTo>
                    <a:pt x="481040" y="5810947"/>
                  </a:lnTo>
                  <a:lnTo>
                    <a:pt x="481356" y="5810947"/>
                  </a:lnTo>
                  <a:lnTo>
                    <a:pt x="481513" y="5810947"/>
                  </a:lnTo>
                  <a:lnTo>
                    <a:pt x="481671" y="5810947"/>
                  </a:lnTo>
                  <a:lnTo>
                    <a:pt x="481829" y="5810516"/>
                  </a:lnTo>
                  <a:lnTo>
                    <a:pt x="481987" y="5810516"/>
                  </a:lnTo>
                  <a:lnTo>
                    <a:pt x="482144" y="5809655"/>
                  </a:lnTo>
                  <a:lnTo>
                    <a:pt x="482302" y="5809655"/>
                  </a:lnTo>
                  <a:lnTo>
                    <a:pt x="482460" y="5809655"/>
                  </a:lnTo>
                  <a:lnTo>
                    <a:pt x="482460" y="5809224"/>
                  </a:lnTo>
                  <a:lnTo>
                    <a:pt x="482617" y="5809224"/>
                  </a:lnTo>
                  <a:lnTo>
                    <a:pt x="482775" y="5809224"/>
                  </a:lnTo>
                  <a:lnTo>
                    <a:pt x="482933" y="5809224"/>
                  </a:lnTo>
                  <a:lnTo>
                    <a:pt x="482933" y="5808794"/>
                  </a:lnTo>
                  <a:lnTo>
                    <a:pt x="483091" y="5808794"/>
                  </a:lnTo>
                  <a:lnTo>
                    <a:pt x="483248" y="5808794"/>
                  </a:lnTo>
                  <a:lnTo>
                    <a:pt x="483406" y="5808794"/>
                  </a:lnTo>
                  <a:lnTo>
                    <a:pt x="483564" y="5808794"/>
                  </a:lnTo>
                  <a:lnTo>
                    <a:pt x="483721" y="5808363"/>
                  </a:lnTo>
                  <a:lnTo>
                    <a:pt x="483879" y="5808363"/>
                  </a:lnTo>
                  <a:lnTo>
                    <a:pt x="483879" y="5807932"/>
                  </a:lnTo>
                  <a:lnTo>
                    <a:pt x="484037" y="5807932"/>
                  </a:lnTo>
                  <a:lnTo>
                    <a:pt x="484195" y="5807932"/>
                  </a:lnTo>
                  <a:lnTo>
                    <a:pt x="484352" y="5807932"/>
                  </a:lnTo>
                  <a:lnTo>
                    <a:pt x="484352" y="5807502"/>
                  </a:lnTo>
                  <a:lnTo>
                    <a:pt x="484510" y="5807502"/>
                  </a:lnTo>
                  <a:lnTo>
                    <a:pt x="484510" y="5807071"/>
                  </a:lnTo>
                  <a:lnTo>
                    <a:pt x="484668" y="5807071"/>
                  </a:lnTo>
                  <a:lnTo>
                    <a:pt x="484668" y="5806641"/>
                  </a:lnTo>
                  <a:lnTo>
                    <a:pt x="484825" y="5806641"/>
                  </a:lnTo>
                  <a:lnTo>
                    <a:pt x="484983" y="5806641"/>
                  </a:lnTo>
                  <a:lnTo>
                    <a:pt x="485141" y="5806641"/>
                  </a:lnTo>
                  <a:lnTo>
                    <a:pt x="485299" y="5806641"/>
                  </a:lnTo>
                  <a:lnTo>
                    <a:pt x="485456" y="5806641"/>
                  </a:lnTo>
                  <a:lnTo>
                    <a:pt x="485456" y="5806210"/>
                  </a:lnTo>
                  <a:lnTo>
                    <a:pt x="485456" y="5805779"/>
                  </a:lnTo>
                  <a:lnTo>
                    <a:pt x="485614" y="5805779"/>
                  </a:lnTo>
                  <a:lnTo>
                    <a:pt x="485772" y="5805779"/>
                  </a:lnTo>
                  <a:lnTo>
                    <a:pt x="485930" y="5805779"/>
                  </a:lnTo>
                  <a:lnTo>
                    <a:pt x="486245" y="5805779"/>
                  </a:lnTo>
                  <a:lnTo>
                    <a:pt x="486403" y="5805779"/>
                  </a:lnTo>
                  <a:lnTo>
                    <a:pt x="486560" y="5805779"/>
                  </a:lnTo>
                  <a:lnTo>
                    <a:pt x="486876" y="5805779"/>
                  </a:lnTo>
                  <a:lnTo>
                    <a:pt x="487034" y="5805779"/>
                  </a:lnTo>
                  <a:lnTo>
                    <a:pt x="487034" y="5805349"/>
                  </a:lnTo>
                  <a:lnTo>
                    <a:pt x="487191" y="5805349"/>
                  </a:lnTo>
                  <a:lnTo>
                    <a:pt x="487349" y="5805349"/>
                  </a:lnTo>
                  <a:lnTo>
                    <a:pt x="487507" y="5804918"/>
                  </a:lnTo>
                  <a:lnTo>
                    <a:pt x="487664" y="5804918"/>
                  </a:lnTo>
                  <a:lnTo>
                    <a:pt x="487980" y="5804918"/>
                  </a:lnTo>
                  <a:lnTo>
                    <a:pt x="487980" y="5804488"/>
                  </a:lnTo>
                  <a:lnTo>
                    <a:pt x="488138" y="5804488"/>
                  </a:lnTo>
                  <a:lnTo>
                    <a:pt x="488295" y="5804488"/>
                  </a:lnTo>
                  <a:lnTo>
                    <a:pt x="488453" y="5804488"/>
                  </a:lnTo>
                  <a:lnTo>
                    <a:pt x="488453" y="5804057"/>
                  </a:lnTo>
                  <a:lnTo>
                    <a:pt x="488611" y="5804057"/>
                  </a:lnTo>
                  <a:lnTo>
                    <a:pt x="488768" y="5804057"/>
                  </a:lnTo>
                  <a:lnTo>
                    <a:pt x="488926" y="5804057"/>
                  </a:lnTo>
                  <a:lnTo>
                    <a:pt x="489084" y="5804057"/>
                  </a:lnTo>
                  <a:lnTo>
                    <a:pt x="489084" y="5803626"/>
                  </a:lnTo>
                  <a:lnTo>
                    <a:pt x="489242" y="5803626"/>
                  </a:lnTo>
                  <a:lnTo>
                    <a:pt x="489399" y="5803626"/>
                  </a:lnTo>
                  <a:lnTo>
                    <a:pt x="489557" y="5803626"/>
                  </a:lnTo>
                  <a:lnTo>
                    <a:pt x="489557" y="5803196"/>
                  </a:lnTo>
                  <a:lnTo>
                    <a:pt x="489557" y="5802765"/>
                  </a:lnTo>
                  <a:lnTo>
                    <a:pt x="489557" y="5802335"/>
                  </a:lnTo>
                  <a:lnTo>
                    <a:pt x="489715" y="5802335"/>
                  </a:lnTo>
                  <a:lnTo>
                    <a:pt x="489872" y="5802335"/>
                  </a:lnTo>
                  <a:lnTo>
                    <a:pt x="490030" y="5802335"/>
                  </a:lnTo>
                  <a:lnTo>
                    <a:pt x="490188" y="5802335"/>
                  </a:lnTo>
                  <a:lnTo>
                    <a:pt x="490346" y="5802335"/>
                  </a:lnTo>
                  <a:lnTo>
                    <a:pt x="490503" y="5802335"/>
                  </a:lnTo>
                  <a:lnTo>
                    <a:pt x="490503" y="5801904"/>
                  </a:lnTo>
                  <a:lnTo>
                    <a:pt x="490661" y="5801473"/>
                  </a:lnTo>
                  <a:lnTo>
                    <a:pt x="490819" y="5801473"/>
                  </a:lnTo>
                  <a:lnTo>
                    <a:pt x="490977" y="5801473"/>
                  </a:lnTo>
                  <a:lnTo>
                    <a:pt x="491134" y="5801473"/>
                  </a:lnTo>
                  <a:lnTo>
                    <a:pt x="491134" y="5801043"/>
                  </a:lnTo>
                  <a:lnTo>
                    <a:pt x="491450" y="5801043"/>
                  </a:lnTo>
                  <a:lnTo>
                    <a:pt x="491607" y="5801043"/>
                  </a:lnTo>
                  <a:lnTo>
                    <a:pt x="491765" y="5801043"/>
                  </a:lnTo>
                  <a:lnTo>
                    <a:pt x="491923" y="5801043"/>
                  </a:lnTo>
                  <a:lnTo>
                    <a:pt x="492081" y="5801043"/>
                  </a:lnTo>
                  <a:lnTo>
                    <a:pt x="492238" y="5801043"/>
                  </a:lnTo>
                  <a:lnTo>
                    <a:pt x="492396" y="5801043"/>
                  </a:lnTo>
                  <a:lnTo>
                    <a:pt x="492711" y="5801043"/>
                  </a:lnTo>
                  <a:lnTo>
                    <a:pt x="492869" y="5801043"/>
                  </a:lnTo>
                  <a:lnTo>
                    <a:pt x="492869" y="5800612"/>
                  </a:lnTo>
                  <a:lnTo>
                    <a:pt x="492869" y="5800182"/>
                  </a:lnTo>
                  <a:lnTo>
                    <a:pt x="493027" y="5800182"/>
                  </a:lnTo>
                  <a:lnTo>
                    <a:pt x="493027" y="5799751"/>
                  </a:lnTo>
                  <a:lnTo>
                    <a:pt x="493185" y="5799751"/>
                  </a:lnTo>
                  <a:lnTo>
                    <a:pt x="493500" y="5799751"/>
                  </a:lnTo>
                  <a:lnTo>
                    <a:pt x="493658" y="5799751"/>
                  </a:lnTo>
                  <a:lnTo>
                    <a:pt x="493815" y="5799751"/>
                  </a:lnTo>
                  <a:lnTo>
                    <a:pt x="493973" y="5799751"/>
                  </a:lnTo>
                  <a:lnTo>
                    <a:pt x="494131" y="5799751"/>
                  </a:lnTo>
                  <a:lnTo>
                    <a:pt x="494131" y="5799320"/>
                  </a:lnTo>
                  <a:lnTo>
                    <a:pt x="494131" y="5798890"/>
                  </a:lnTo>
                  <a:lnTo>
                    <a:pt x="494289" y="5798890"/>
                  </a:lnTo>
                  <a:lnTo>
                    <a:pt x="494289" y="5798459"/>
                  </a:lnTo>
                  <a:lnTo>
                    <a:pt x="494289" y="5798029"/>
                  </a:lnTo>
                  <a:lnTo>
                    <a:pt x="494289" y="5797598"/>
                  </a:lnTo>
                  <a:lnTo>
                    <a:pt x="494289" y="5797167"/>
                  </a:lnTo>
                  <a:lnTo>
                    <a:pt x="494762" y="5797167"/>
                  </a:lnTo>
                  <a:lnTo>
                    <a:pt x="494762" y="5796737"/>
                  </a:lnTo>
                  <a:lnTo>
                    <a:pt x="494762" y="5796306"/>
                  </a:lnTo>
                  <a:lnTo>
                    <a:pt x="495077" y="5796306"/>
                  </a:lnTo>
                  <a:lnTo>
                    <a:pt x="495235" y="5795876"/>
                  </a:lnTo>
                  <a:lnTo>
                    <a:pt x="495235" y="5795445"/>
                  </a:lnTo>
                  <a:lnTo>
                    <a:pt x="495235" y="5795014"/>
                  </a:lnTo>
                  <a:lnTo>
                    <a:pt x="495235" y="5794584"/>
                  </a:lnTo>
                  <a:lnTo>
                    <a:pt x="495235" y="5794153"/>
                  </a:lnTo>
                  <a:lnTo>
                    <a:pt x="495393" y="5794153"/>
                  </a:lnTo>
                  <a:lnTo>
                    <a:pt x="495550" y="5794153"/>
                  </a:lnTo>
                  <a:lnTo>
                    <a:pt x="495708" y="5794153"/>
                  </a:lnTo>
                  <a:lnTo>
                    <a:pt x="496339" y="5792431"/>
                  </a:lnTo>
                  <a:lnTo>
                    <a:pt x="496497" y="5792431"/>
                  </a:lnTo>
                  <a:lnTo>
                    <a:pt x="496654" y="5792431"/>
                  </a:lnTo>
                  <a:lnTo>
                    <a:pt x="496812" y="5792431"/>
                  </a:lnTo>
                  <a:lnTo>
                    <a:pt x="496970" y="5792431"/>
                  </a:lnTo>
                  <a:lnTo>
                    <a:pt x="497128" y="5792431"/>
                  </a:lnTo>
                  <a:lnTo>
                    <a:pt x="497285" y="5792431"/>
                  </a:lnTo>
                  <a:lnTo>
                    <a:pt x="497285" y="5792000"/>
                  </a:lnTo>
                  <a:lnTo>
                    <a:pt x="497443" y="5792000"/>
                  </a:lnTo>
                  <a:lnTo>
                    <a:pt x="497601" y="5792000"/>
                  </a:lnTo>
                  <a:lnTo>
                    <a:pt x="497758" y="5792000"/>
                  </a:lnTo>
                  <a:lnTo>
                    <a:pt x="497916" y="5791570"/>
                  </a:lnTo>
                  <a:lnTo>
                    <a:pt x="497916" y="5791139"/>
                  </a:lnTo>
                  <a:lnTo>
                    <a:pt x="498074" y="5791139"/>
                  </a:lnTo>
                  <a:lnTo>
                    <a:pt x="498547" y="5791139"/>
                  </a:lnTo>
                  <a:lnTo>
                    <a:pt x="498705" y="5791139"/>
                  </a:lnTo>
                  <a:lnTo>
                    <a:pt x="498862" y="5791139"/>
                  </a:lnTo>
                  <a:lnTo>
                    <a:pt x="499178" y="5791139"/>
                  </a:lnTo>
                  <a:lnTo>
                    <a:pt x="499493" y="5790278"/>
                  </a:lnTo>
                  <a:lnTo>
                    <a:pt x="499651" y="5790278"/>
                  </a:lnTo>
                  <a:lnTo>
                    <a:pt x="499809" y="5789847"/>
                  </a:lnTo>
                  <a:lnTo>
                    <a:pt x="500282" y="5789847"/>
                  </a:lnTo>
                  <a:lnTo>
                    <a:pt x="500440" y="5789847"/>
                  </a:lnTo>
                  <a:lnTo>
                    <a:pt x="500597" y="5789847"/>
                  </a:lnTo>
                  <a:lnTo>
                    <a:pt x="500755" y="5789847"/>
                  </a:lnTo>
                  <a:lnTo>
                    <a:pt x="500913" y="5789417"/>
                  </a:lnTo>
                  <a:lnTo>
                    <a:pt x="501070" y="5789417"/>
                  </a:lnTo>
                  <a:lnTo>
                    <a:pt x="501070" y="5788986"/>
                  </a:lnTo>
                  <a:lnTo>
                    <a:pt x="501228" y="5788986"/>
                  </a:lnTo>
                  <a:lnTo>
                    <a:pt x="501386" y="5788986"/>
                  </a:lnTo>
                  <a:lnTo>
                    <a:pt x="501544" y="5788986"/>
                  </a:lnTo>
                  <a:lnTo>
                    <a:pt x="501701" y="5788986"/>
                  </a:lnTo>
                  <a:lnTo>
                    <a:pt x="502017" y="5788986"/>
                  </a:lnTo>
                  <a:lnTo>
                    <a:pt x="502174" y="5788986"/>
                  </a:lnTo>
                  <a:lnTo>
                    <a:pt x="502332" y="5788986"/>
                  </a:lnTo>
                  <a:lnTo>
                    <a:pt x="502490" y="5788986"/>
                  </a:lnTo>
                  <a:lnTo>
                    <a:pt x="502805" y="5788986"/>
                  </a:lnTo>
                  <a:lnTo>
                    <a:pt x="502963" y="5788555"/>
                  </a:lnTo>
                  <a:lnTo>
                    <a:pt x="503121" y="5788555"/>
                  </a:lnTo>
                  <a:lnTo>
                    <a:pt x="503121" y="5788125"/>
                  </a:lnTo>
                  <a:lnTo>
                    <a:pt x="503279" y="5788125"/>
                  </a:lnTo>
                  <a:lnTo>
                    <a:pt x="503279" y="5787694"/>
                  </a:lnTo>
                  <a:lnTo>
                    <a:pt x="503436" y="5787694"/>
                  </a:lnTo>
                  <a:lnTo>
                    <a:pt x="503594" y="5787694"/>
                  </a:lnTo>
                  <a:lnTo>
                    <a:pt x="503752" y="5787694"/>
                  </a:lnTo>
                  <a:lnTo>
                    <a:pt x="503909" y="5787694"/>
                  </a:lnTo>
                  <a:lnTo>
                    <a:pt x="504067" y="5787694"/>
                  </a:lnTo>
                  <a:lnTo>
                    <a:pt x="504225" y="5787264"/>
                  </a:lnTo>
                  <a:lnTo>
                    <a:pt x="504225" y="5786833"/>
                  </a:lnTo>
                  <a:lnTo>
                    <a:pt x="504383" y="5786833"/>
                  </a:lnTo>
                  <a:lnTo>
                    <a:pt x="504540" y="5786402"/>
                  </a:lnTo>
                  <a:lnTo>
                    <a:pt x="504698" y="5786402"/>
                  </a:lnTo>
                  <a:lnTo>
                    <a:pt x="504856" y="5786402"/>
                  </a:lnTo>
                  <a:lnTo>
                    <a:pt x="505013" y="5786402"/>
                  </a:lnTo>
                  <a:lnTo>
                    <a:pt x="505171" y="5786402"/>
                  </a:lnTo>
                  <a:lnTo>
                    <a:pt x="505329" y="5785972"/>
                  </a:lnTo>
                  <a:lnTo>
                    <a:pt x="505487" y="5785972"/>
                  </a:lnTo>
                  <a:lnTo>
                    <a:pt x="505644" y="5785972"/>
                  </a:lnTo>
                  <a:lnTo>
                    <a:pt x="505802" y="5785972"/>
                  </a:lnTo>
                  <a:lnTo>
                    <a:pt x="505960" y="5785541"/>
                  </a:lnTo>
                  <a:lnTo>
                    <a:pt x="506117" y="5785541"/>
                  </a:lnTo>
                  <a:lnTo>
                    <a:pt x="506117" y="5784680"/>
                  </a:lnTo>
                  <a:lnTo>
                    <a:pt x="506117" y="5784249"/>
                  </a:lnTo>
                  <a:lnTo>
                    <a:pt x="506275" y="5784249"/>
                  </a:lnTo>
                  <a:lnTo>
                    <a:pt x="506275" y="5783819"/>
                  </a:lnTo>
                  <a:lnTo>
                    <a:pt x="506433" y="5783819"/>
                  </a:lnTo>
                  <a:lnTo>
                    <a:pt x="506433" y="5783388"/>
                  </a:lnTo>
                  <a:lnTo>
                    <a:pt x="506591" y="5783388"/>
                  </a:lnTo>
                  <a:lnTo>
                    <a:pt x="506748" y="5783388"/>
                  </a:lnTo>
                  <a:lnTo>
                    <a:pt x="506748" y="5782958"/>
                  </a:lnTo>
                  <a:lnTo>
                    <a:pt x="506748" y="5782527"/>
                  </a:lnTo>
                  <a:lnTo>
                    <a:pt x="506906" y="5782527"/>
                  </a:lnTo>
                  <a:lnTo>
                    <a:pt x="507064" y="5782527"/>
                  </a:lnTo>
                  <a:lnTo>
                    <a:pt x="507221" y="5782527"/>
                  </a:lnTo>
                  <a:lnTo>
                    <a:pt x="507379" y="5782527"/>
                  </a:lnTo>
                  <a:lnTo>
                    <a:pt x="507537" y="5782527"/>
                  </a:lnTo>
                  <a:lnTo>
                    <a:pt x="507695" y="5782527"/>
                  </a:lnTo>
                  <a:lnTo>
                    <a:pt x="507852" y="5782527"/>
                  </a:lnTo>
                  <a:lnTo>
                    <a:pt x="508010" y="5782527"/>
                  </a:lnTo>
                  <a:lnTo>
                    <a:pt x="508168" y="5782527"/>
                  </a:lnTo>
                  <a:lnTo>
                    <a:pt x="508326" y="5782527"/>
                  </a:lnTo>
                  <a:lnTo>
                    <a:pt x="508483" y="5782527"/>
                  </a:lnTo>
                  <a:lnTo>
                    <a:pt x="508641" y="5782096"/>
                  </a:lnTo>
                  <a:lnTo>
                    <a:pt x="508799" y="5782096"/>
                  </a:lnTo>
                  <a:lnTo>
                    <a:pt x="508956" y="5782096"/>
                  </a:lnTo>
                  <a:lnTo>
                    <a:pt x="509114" y="5782096"/>
                  </a:lnTo>
                  <a:lnTo>
                    <a:pt x="509114" y="5781666"/>
                  </a:lnTo>
                  <a:lnTo>
                    <a:pt x="509114" y="5781235"/>
                  </a:lnTo>
                  <a:lnTo>
                    <a:pt x="509114" y="5780805"/>
                  </a:lnTo>
                  <a:lnTo>
                    <a:pt x="509272" y="5780805"/>
                  </a:lnTo>
                  <a:lnTo>
                    <a:pt x="509430" y="5780805"/>
                  </a:lnTo>
                  <a:lnTo>
                    <a:pt x="509587" y="5780805"/>
                  </a:lnTo>
                  <a:lnTo>
                    <a:pt x="509587" y="5780374"/>
                  </a:lnTo>
                  <a:lnTo>
                    <a:pt x="509587" y="5779943"/>
                  </a:lnTo>
                  <a:lnTo>
                    <a:pt x="509745" y="5779943"/>
                  </a:lnTo>
                  <a:lnTo>
                    <a:pt x="509903" y="5779513"/>
                  </a:lnTo>
                  <a:lnTo>
                    <a:pt x="509903" y="5779082"/>
                  </a:lnTo>
                  <a:lnTo>
                    <a:pt x="510218" y="5779082"/>
                  </a:lnTo>
                  <a:lnTo>
                    <a:pt x="510376" y="5779082"/>
                  </a:lnTo>
                  <a:lnTo>
                    <a:pt x="510534" y="5779082"/>
                  </a:lnTo>
                  <a:lnTo>
                    <a:pt x="510691" y="5779082"/>
                  </a:lnTo>
                  <a:lnTo>
                    <a:pt x="510849" y="5779082"/>
                  </a:lnTo>
                  <a:lnTo>
                    <a:pt x="511007" y="5778652"/>
                  </a:lnTo>
                  <a:lnTo>
                    <a:pt x="511164" y="5778652"/>
                  </a:lnTo>
                  <a:lnTo>
                    <a:pt x="511322" y="5778652"/>
                  </a:lnTo>
                  <a:lnTo>
                    <a:pt x="511795" y="5778652"/>
                  </a:lnTo>
                  <a:lnTo>
                    <a:pt x="511795" y="5778221"/>
                  </a:lnTo>
                  <a:lnTo>
                    <a:pt x="511953" y="5778221"/>
                  </a:lnTo>
                  <a:lnTo>
                    <a:pt x="512111" y="5778221"/>
                  </a:lnTo>
                  <a:lnTo>
                    <a:pt x="512268" y="5778221"/>
                  </a:lnTo>
                  <a:lnTo>
                    <a:pt x="512426" y="5778221"/>
                  </a:lnTo>
                  <a:lnTo>
                    <a:pt x="512584" y="5778221"/>
                  </a:lnTo>
                  <a:lnTo>
                    <a:pt x="512742" y="5778221"/>
                  </a:lnTo>
                  <a:lnTo>
                    <a:pt x="512899" y="5778221"/>
                  </a:lnTo>
                  <a:lnTo>
                    <a:pt x="512899" y="5777790"/>
                  </a:lnTo>
                  <a:lnTo>
                    <a:pt x="513057" y="5777790"/>
                  </a:lnTo>
                  <a:lnTo>
                    <a:pt x="513215" y="5777790"/>
                  </a:lnTo>
                  <a:lnTo>
                    <a:pt x="513372" y="5777790"/>
                  </a:lnTo>
                  <a:lnTo>
                    <a:pt x="513530" y="5777790"/>
                  </a:lnTo>
                  <a:lnTo>
                    <a:pt x="513530" y="5776929"/>
                  </a:lnTo>
                  <a:lnTo>
                    <a:pt x="513530" y="5776499"/>
                  </a:lnTo>
                  <a:lnTo>
                    <a:pt x="513846" y="5776499"/>
                  </a:lnTo>
                  <a:lnTo>
                    <a:pt x="514161" y="5776499"/>
                  </a:lnTo>
                  <a:lnTo>
                    <a:pt x="514319" y="5776068"/>
                  </a:lnTo>
                  <a:lnTo>
                    <a:pt x="514477" y="5776068"/>
                  </a:lnTo>
                  <a:lnTo>
                    <a:pt x="514634" y="5775637"/>
                  </a:lnTo>
                  <a:lnTo>
                    <a:pt x="514792" y="5775637"/>
                  </a:lnTo>
                  <a:lnTo>
                    <a:pt x="514792" y="5775207"/>
                  </a:lnTo>
                  <a:lnTo>
                    <a:pt x="514950" y="5775207"/>
                  </a:lnTo>
                  <a:lnTo>
                    <a:pt x="515107" y="5775207"/>
                  </a:lnTo>
                  <a:lnTo>
                    <a:pt x="515423" y="5775207"/>
                  </a:lnTo>
                  <a:lnTo>
                    <a:pt x="515581" y="5775207"/>
                  </a:lnTo>
                  <a:lnTo>
                    <a:pt x="515581" y="5774776"/>
                  </a:lnTo>
                  <a:lnTo>
                    <a:pt x="515738" y="5773915"/>
                  </a:lnTo>
                  <a:lnTo>
                    <a:pt x="515896" y="5773484"/>
                  </a:lnTo>
                  <a:lnTo>
                    <a:pt x="515896" y="5773054"/>
                  </a:lnTo>
                  <a:lnTo>
                    <a:pt x="515896" y="5772623"/>
                  </a:lnTo>
                  <a:lnTo>
                    <a:pt x="516054" y="5772623"/>
                  </a:lnTo>
                  <a:lnTo>
                    <a:pt x="516054" y="5772193"/>
                  </a:lnTo>
                  <a:lnTo>
                    <a:pt x="516054" y="5771762"/>
                  </a:lnTo>
                  <a:lnTo>
                    <a:pt x="516211" y="5771762"/>
                  </a:lnTo>
                  <a:lnTo>
                    <a:pt x="516369" y="5771762"/>
                  </a:lnTo>
                  <a:lnTo>
                    <a:pt x="516527" y="5771762"/>
                  </a:lnTo>
                  <a:lnTo>
                    <a:pt x="516527" y="5771331"/>
                  </a:lnTo>
                  <a:lnTo>
                    <a:pt x="516685" y="5771331"/>
                  </a:lnTo>
                  <a:lnTo>
                    <a:pt x="516842" y="5771331"/>
                  </a:lnTo>
                  <a:lnTo>
                    <a:pt x="516842" y="5770901"/>
                  </a:lnTo>
                  <a:lnTo>
                    <a:pt x="517000" y="5770901"/>
                  </a:lnTo>
                  <a:lnTo>
                    <a:pt x="517000" y="5770470"/>
                  </a:lnTo>
                  <a:lnTo>
                    <a:pt x="517158" y="5770470"/>
                  </a:lnTo>
                  <a:lnTo>
                    <a:pt x="517315" y="5770470"/>
                  </a:lnTo>
                  <a:lnTo>
                    <a:pt x="517473" y="5770040"/>
                  </a:lnTo>
                  <a:lnTo>
                    <a:pt x="517631" y="5770040"/>
                  </a:lnTo>
                  <a:lnTo>
                    <a:pt x="517631" y="5769609"/>
                  </a:lnTo>
                  <a:lnTo>
                    <a:pt x="517946" y="5769609"/>
                  </a:lnTo>
                  <a:lnTo>
                    <a:pt x="518104" y="5769609"/>
                  </a:lnTo>
                  <a:lnTo>
                    <a:pt x="518104" y="5769178"/>
                  </a:lnTo>
                  <a:lnTo>
                    <a:pt x="518262" y="5769178"/>
                  </a:lnTo>
                  <a:lnTo>
                    <a:pt x="518262" y="5768748"/>
                  </a:lnTo>
                  <a:lnTo>
                    <a:pt x="518419" y="5768748"/>
                  </a:lnTo>
                  <a:lnTo>
                    <a:pt x="518577" y="5768748"/>
                  </a:lnTo>
                  <a:lnTo>
                    <a:pt x="518735" y="5768748"/>
                  </a:lnTo>
                  <a:lnTo>
                    <a:pt x="518893" y="5768748"/>
                  </a:lnTo>
                  <a:lnTo>
                    <a:pt x="518893" y="5768317"/>
                  </a:lnTo>
                  <a:lnTo>
                    <a:pt x="519050" y="5768317"/>
                  </a:lnTo>
                  <a:lnTo>
                    <a:pt x="519208" y="5768317"/>
                  </a:lnTo>
                  <a:lnTo>
                    <a:pt x="519366" y="5768317"/>
                  </a:lnTo>
                  <a:lnTo>
                    <a:pt x="519366" y="5767887"/>
                  </a:lnTo>
                  <a:lnTo>
                    <a:pt x="519524" y="5767887"/>
                  </a:lnTo>
                  <a:lnTo>
                    <a:pt x="519681" y="5767887"/>
                  </a:lnTo>
                  <a:lnTo>
                    <a:pt x="519839" y="5767887"/>
                  </a:lnTo>
                  <a:lnTo>
                    <a:pt x="519997" y="5767887"/>
                  </a:lnTo>
                  <a:lnTo>
                    <a:pt x="520628" y="5767887"/>
                  </a:lnTo>
                  <a:lnTo>
                    <a:pt x="520785" y="5767887"/>
                  </a:lnTo>
                  <a:lnTo>
                    <a:pt x="520943" y="5767887"/>
                  </a:lnTo>
                  <a:lnTo>
                    <a:pt x="521101" y="5767887"/>
                  </a:lnTo>
                  <a:lnTo>
                    <a:pt x="521258" y="5767887"/>
                  </a:lnTo>
                  <a:lnTo>
                    <a:pt x="521416" y="5767887"/>
                  </a:lnTo>
                  <a:lnTo>
                    <a:pt x="521732" y="5767887"/>
                  </a:lnTo>
                  <a:lnTo>
                    <a:pt x="521732" y="5767456"/>
                  </a:lnTo>
                  <a:lnTo>
                    <a:pt x="521889" y="5767456"/>
                  </a:lnTo>
                  <a:lnTo>
                    <a:pt x="521889" y="5767025"/>
                  </a:lnTo>
                  <a:lnTo>
                    <a:pt x="522205" y="5767025"/>
                  </a:lnTo>
                  <a:lnTo>
                    <a:pt x="522362" y="5767025"/>
                  </a:lnTo>
                  <a:lnTo>
                    <a:pt x="522520" y="5767025"/>
                  </a:lnTo>
                  <a:lnTo>
                    <a:pt x="522520" y="5766164"/>
                  </a:lnTo>
                  <a:lnTo>
                    <a:pt x="522678" y="5766164"/>
                  </a:lnTo>
                  <a:lnTo>
                    <a:pt x="522836" y="5766164"/>
                  </a:lnTo>
                  <a:lnTo>
                    <a:pt x="522993" y="5765303"/>
                  </a:lnTo>
                  <a:lnTo>
                    <a:pt x="522993" y="5764872"/>
                  </a:lnTo>
                  <a:lnTo>
                    <a:pt x="522993" y="5764442"/>
                  </a:lnTo>
                  <a:lnTo>
                    <a:pt x="523151" y="5764442"/>
                  </a:lnTo>
                  <a:lnTo>
                    <a:pt x="523309" y="5764442"/>
                  </a:lnTo>
                  <a:lnTo>
                    <a:pt x="523466" y="5764442"/>
                  </a:lnTo>
                  <a:lnTo>
                    <a:pt x="523782" y="5764011"/>
                  </a:lnTo>
                  <a:lnTo>
                    <a:pt x="524097" y="5763581"/>
                  </a:lnTo>
                  <a:lnTo>
                    <a:pt x="524255" y="5763581"/>
                  </a:lnTo>
                  <a:lnTo>
                    <a:pt x="524413" y="5763581"/>
                  </a:lnTo>
                  <a:lnTo>
                    <a:pt x="524728" y="5763581"/>
                  </a:lnTo>
                  <a:lnTo>
                    <a:pt x="524728" y="5763150"/>
                  </a:lnTo>
                  <a:lnTo>
                    <a:pt x="524886" y="5763150"/>
                  </a:lnTo>
                  <a:lnTo>
                    <a:pt x="525044" y="5763150"/>
                  </a:lnTo>
                  <a:lnTo>
                    <a:pt x="525359" y="5763150"/>
                  </a:lnTo>
                  <a:lnTo>
                    <a:pt x="525517" y="5763150"/>
                  </a:lnTo>
                  <a:lnTo>
                    <a:pt x="525675" y="5763150"/>
                  </a:lnTo>
                  <a:lnTo>
                    <a:pt x="525832" y="5763150"/>
                  </a:lnTo>
                  <a:lnTo>
                    <a:pt x="525990" y="5762289"/>
                  </a:lnTo>
                  <a:lnTo>
                    <a:pt x="526148" y="5762289"/>
                  </a:lnTo>
                  <a:lnTo>
                    <a:pt x="526305" y="5762289"/>
                  </a:lnTo>
                  <a:lnTo>
                    <a:pt x="526463" y="5762289"/>
                  </a:lnTo>
                  <a:lnTo>
                    <a:pt x="526621" y="5761858"/>
                  </a:lnTo>
                  <a:lnTo>
                    <a:pt x="526779" y="5761858"/>
                  </a:lnTo>
                  <a:lnTo>
                    <a:pt x="527094" y="5761858"/>
                  </a:lnTo>
                  <a:lnTo>
                    <a:pt x="527252" y="5761858"/>
                  </a:lnTo>
                  <a:lnTo>
                    <a:pt x="527409" y="5761858"/>
                  </a:lnTo>
                  <a:lnTo>
                    <a:pt x="527567" y="5761858"/>
                  </a:lnTo>
                  <a:lnTo>
                    <a:pt x="527567" y="5761428"/>
                  </a:lnTo>
                  <a:lnTo>
                    <a:pt x="527725" y="5761428"/>
                  </a:lnTo>
                  <a:lnTo>
                    <a:pt x="527883" y="5760997"/>
                  </a:lnTo>
                  <a:lnTo>
                    <a:pt x="528040" y="5760997"/>
                  </a:lnTo>
                  <a:lnTo>
                    <a:pt x="528198" y="5760997"/>
                  </a:lnTo>
                  <a:lnTo>
                    <a:pt x="528356" y="5760997"/>
                  </a:lnTo>
                  <a:lnTo>
                    <a:pt x="528513" y="5760997"/>
                  </a:lnTo>
                  <a:lnTo>
                    <a:pt x="528671" y="5760997"/>
                  </a:lnTo>
                  <a:lnTo>
                    <a:pt x="528987" y="5760997"/>
                  </a:lnTo>
                  <a:lnTo>
                    <a:pt x="529144" y="5760997"/>
                  </a:lnTo>
                  <a:lnTo>
                    <a:pt x="529144" y="5760566"/>
                  </a:lnTo>
                  <a:lnTo>
                    <a:pt x="529460" y="5760136"/>
                  </a:lnTo>
                  <a:lnTo>
                    <a:pt x="529775" y="5760136"/>
                  </a:lnTo>
                  <a:lnTo>
                    <a:pt x="530248" y="5760136"/>
                  </a:lnTo>
                  <a:lnTo>
                    <a:pt x="530564" y="5760136"/>
                  </a:lnTo>
                  <a:lnTo>
                    <a:pt x="530722" y="5760136"/>
                  </a:lnTo>
                  <a:lnTo>
                    <a:pt x="531037" y="5760136"/>
                  </a:lnTo>
                  <a:lnTo>
                    <a:pt x="531037" y="5759705"/>
                  </a:lnTo>
                  <a:lnTo>
                    <a:pt x="531037" y="5759275"/>
                  </a:lnTo>
                  <a:lnTo>
                    <a:pt x="531352" y="5759275"/>
                  </a:lnTo>
                  <a:lnTo>
                    <a:pt x="531352" y="5758844"/>
                  </a:lnTo>
                  <a:lnTo>
                    <a:pt x="531352" y="5758413"/>
                  </a:lnTo>
                  <a:lnTo>
                    <a:pt x="531510" y="5758413"/>
                  </a:lnTo>
                  <a:lnTo>
                    <a:pt x="531668" y="5757983"/>
                  </a:lnTo>
                  <a:lnTo>
                    <a:pt x="531826" y="5757983"/>
                  </a:lnTo>
                  <a:lnTo>
                    <a:pt x="531983" y="5757983"/>
                  </a:lnTo>
                  <a:lnTo>
                    <a:pt x="532141" y="5757983"/>
                  </a:lnTo>
                  <a:lnTo>
                    <a:pt x="532141" y="5757552"/>
                  </a:lnTo>
                  <a:lnTo>
                    <a:pt x="532141" y="5757122"/>
                  </a:lnTo>
                  <a:lnTo>
                    <a:pt x="532299" y="5757122"/>
                  </a:lnTo>
                  <a:lnTo>
                    <a:pt x="532614" y="5757122"/>
                  </a:lnTo>
                  <a:lnTo>
                    <a:pt x="532772" y="5757122"/>
                  </a:lnTo>
                  <a:lnTo>
                    <a:pt x="532930" y="5757122"/>
                  </a:lnTo>
                  <a:lnTo>
                    <a:pt x="533087" y="5757122"/>
                  </a:lnTo>
                  <a:lnTo>
                    <a:pt x="533087" y="5756691"/>
                  </a:lnTo>
                  <a:lnTo>
                    <a:pt x="533087" y="5756260"/>
                  </a:lnTo>
                  <a:lnTo>
                    <a:pt x="533560" y="5756260"/>
                  </a:lnTo>
                  <a:lnTo>
                    <a:pt x="533718" y="5755830"/>
                  </a:lnTo>
                  <a:lnTo>
                    <a:pt x="533876" y="5755830"/>
                  </a:lnTo>
                  <a:lnTo>
                    <a:pt x="534034" y="5755830"/>
                  </a:lnTo>
                  <a:lnTo>
                    <a:pt x="534191" y="5755830"/>
                  </a:lnTo>
                  <a:lnTo>
                    <a:pt x="534349" y="5755830"/>
                  </a:lnTo>
                  <a:lnTo>
                    <a:pt x="534507" y="5755830"/>
                  </a:lnTo>
                  <a:lnTo>
                    <a:pt x="534980" y="5755399"/>
                  </a:lnTo>
                  <a:lnTo>
                    <a:pt x="535295" y="5755399"/>
                  </a:lnTo>
                  <a:lnTo>
                    <a:pt x="535453" y="5755399"/>
                  </a:lnTo>
                  <a:lnTo>
                    <a:pt x="535453" y="5754969"/>
                  </a:lnTo>
                  <a:lnTo>
                    <a:pt x="535611" y="5754969"/>
                  </a:lnTo>
                  <a:lnTo>
                    <a:pt x="535768" y="5754969"/>
                  </a:lnTo>
                  <a:lnTo>
                    <a:pt x="535926" y="5754969"/>
                  </a:lnTo>
                  <a:lnTo>
                    <a:pt x="536242" y="5754969"/>
                  </a:lnTo>
                  <a:lnTo>
                    <a:pt x="536399" y="5754969"/>
                  </a:lnTo>
                  <a:lnTo>
                    <a:pt x="536557" y="5754969"/>
                  </a:lnTo>
                  <a:lnTo>
                    <a:pt x="536715" y="5754969"/>
                  </a:lnTo>
                  <a:lnTo>
                    <a:pt x="536715" y="5754538"/>
                  </a:lnTo>
                  <a:lnTo>
                    <a:pt x="536715" y="5754107"/>
                  </a:lnTo>
                  <a:lnTo>
                    <a:pt x="536873" y="5754107"/>
                  </a:lnTo>
                  <a:lnTo>
                    <a:pt x="537030" y="5753677"/>
                  </a:lnTo>
                  <a:lnTo>
                    <a:pt x="537188" y="5753677"/>
                  </a:lnTo>
                  <a:lnTo>
                    <a:pt x="537346" y="5753677"/>
                  </a:lnTo>
                  <a:lnTo>
                    <a:pt x="537503" y="5753677"/>
                  </a:lnTo>
                  <a:lnTo>
                    <a:pt x="537661" y="5753677"/>
                  </a:lnTo>
                  <a:lnTo>
                    <a:pt x="537661" y="5753246"/>
                  </a:lnTo>
                  <a:lnTo>
                    <a:pt x="537661" y="5752816"/>
                  </a:lnTo>
                  <a:lnTo>
                    <a:pt x="537819" y="5752816"/>
                  </a:lnTo>
                  <a:lnTo>
                    <a:pt x="537977" y="5752816"/>
                  </a:lnTo>
                  <a:lnTo>
                    <a:pt x="537977" y="5752385"/>
                  </a:lnTo>
                  <a:lnTo>
                    <a:pt x="538134" y="5752385"/>
                  </a:lnTo>
                  <a:lnTo>
                    <a:pt x="538292" y="5752385"/>
                  </a:lnTo>
                  <a:lnTo>
                    <a:pt x="538292" y="5751524"/>
                  </a:lnTo>
                  <a:lnTo>
                    <a:pt x="538450" y="5751524"/>
                  </a:lnTo>
                  <a:lnTo>
                    <a:pt x="538607" y="5751524"/>
                  </a:lnTo>
                  <a:lnTo>
                    <a:pt x="538607" y="5751093"/>
                  </a:lnTo>
                  <a:lnTo>
                    <a:pt x="538765" y="5751093"/>
                  </a:lnTo>
                  <a:lnTo>
                    <a:pt x="538765" y="5750663"/>
                  </a:lnTo>
                  <a:lnTo>
                    <a:pt x="538923" y="5750663"/>
                  </a:lnTo>
                  <a:lnTo>
                    <a:pt x="538923" y="5750232"/>
                  </a:lnTo>
                  <a:lnTo>
                    <a:pt x="539081" y="5750232"/>
                  </a:lnTo>
                  <a:lnTo>
                    <a:pt x="539081" y="5749801"/>
                  </a:lnTo>
                  <a:lnTo>
                    <a:pt x="539081" y="5749371"/>
                  </a:lnTo>
                  <a:lnTo>
                    <a:pt x="539238" y="5749371"/>
                  </a:lnTo>
                  <a:lnTo>
                    <a:pt x="539396" y="5749371"/>
                  </a:lnTo>
                  <a:lnTo>
                    <a:pt x="539554" y="5749371"/>
                  </a:lnTo>
                  <a:lnTo>
                    <a:pt x="539711" y="5749371"/>
                  </a:lnTo>
                  <a:lnTo>
                    <a:pt x="539869" y="5749371"/>
                  </a:lnTo>
                  <a:lnTo>
                    <a:pt x="540027" y="5749371"/>
                  </a:lnTo>
                  <a:lnTo>
                    <a:pt x="540185" y="5749371"/>
                  </a:lnTo>
                  <a:lnTo>
                    <a:pt x="540342" y="5749371"/>
                  </a:lnTo>
                  <a:lnTo>
                    <a:pt x="540500" y="5748940"/>
                  </a:lnTo>
                  <a:lnTo>
                    <a:pt x="540658" y="5748940"/>
                  </a:lnTo>
                  <a:lnTo>
                    <a:pt x="540658" y="5748510"/>
                  </a:lnTo>
                  <a:lnTo>
                    <a:pt x="540815" y="5748510"/>
                  </a:lnTo>
                  <a:lnTo>
                    <a:pt x="540815" y="5748079"/>
                  </a:lnTo>
                  <a:lnTo>
                    <a:pt x="540973" y="5748079"/>
                  </a:lnTo>
                  <a:lnTo>
                    <a:pt x="541289" y="5748079"/>
                  </a:lnTo>
                  <a:lnTo>
                    <a:pt x="541604" y="5748079"/>
                  </a:lnTo>
                  <a:lnTo>
                    <a:pt x="541920" y="5748079"/>
                  </a:lnTo>
                  <a:lnTo>
                    <a:pt x="541920" y="5747648"/>
                  </a:lnTo>
                  <a:lnTo>
                    <a:pt x="542077" y="5747648"/>
                  </a:lnTo>
                  <a:lnTo>
                    <a:pt x="542235" y="5746787"/>
                  </a:lnTo>
                  <a:lnTo>
                    <a:pt x="542393" y="5746787"/>
                  </a:lnTo>
                  <a:lnTo>
                    <a:pt x="542393" y="5746357"/>
                  </a:lnTo>
                  <a:lnTo>
                    <a:pt x="542393" y="5745495"/>
                  </a:lnTo>
                  <a:lnTo>
                    <a:pt x="542708" y="5745495"/>
                  </a:lnTo>
                  <a:lnTo>
                    <a:pt x="543339" y="5745495"/>
                  </a:lnTo>
                  <a:lnTo>
                    <a:pt x="543497" y="5745495"/>
                  </a:lnTo>
                  <a:lnTo>
                    <a:pt x="543497" y="5745065"/>
                  </a:lnTo>
                  <a:lnTo>
                    <a:pt x="543654" y="5745065"/>
                  </a:lnTo>
                  <a:lnTo>
                    <a:pt x="543812" y="5745065"/>
                  </a:lnTo>
                  <a:lnTo>
                    <a:pt x="543970" y="5745065"/>
                  </a:lnTo>
                  <a:lnTo>
                    <a:pt x="544128" y="5744204"/>
                  </a:lnTo>
                  <a:lnTo>
                    <a:pt x="544285" y="5743773"/>
                  </a:lnTo>
                  <a:lnTo>
                    <a:pt x="544443" y="5743773"/>
                  </a:lnTo>
                  <a:lnTo>
                    <a:pt x="544916" y="5742912"/>
                  </a:lnTo>
                  <a:lnTo>
                    <a:pt x="545074" y="5742481"/>
                  </a:lnTo>
                  <a:lnTo>
                    <a:pt x="545232" y="5742481"/>
                  </a:lnTo>
                  <a:lnTo>
                    <a:pt x="545389" y="5742481"/>
                  </a:lnTo>
                  <a:lnTo>
                    <a:pt x="545547" y="5742481"/>
                  </a:lnTo>
                  <a:lnTo>
                    <a:pt x="545705" y="5742481"/>
                  </a:lnTo>
                  <a:lnTo>
                    <a:pt x="545705" y="5742051"/>
                  </a:lnTo>
                  <a:lnTo>
                    <a:pt x="545862" y="5742051"/>
                  </a:lnTo>
                  <a:lnTo>
                    <a:pt x="546178" y="5742051"/>
                  </a:lnTo>
                  <a:lnTo>
                    <a:pt x="546493" y="5741620"/>
                  </a:lnTo>
                  <a:lnTo>
                    <a:pt x="546651" y="5741620"/>
                  </a:lnTo>
                  <a:lnTo>
                    <a:pt x="546809" y="5741620"/>
                  </a:lnTo>
                  <a:lnTo>
                    <a:pt x="546966" y="5741620"/>
                  </a:lnTo>
                  <a:lnTo>
                    <a:pt x="546966" y="5741189"/>
                  </a:lnTo>
                  <a:lnTo>
                    <a:pt x="547124" y="5741189"/>
                  </a:lnTo>
                  <a:lnTo>
                    <a:pt x="547282" y="5741189"/>
                  </a:lnTo>
                  <a:lnTo>
                    <a:pt x="547440" y="5741189"/>
                  </a:lnTo>
                  <a:lnTo>
                    <a:pt x="547597" y="5741189"/>
                  </a:lnTo>
                  <a:lnTo>
                    <a:pt x="547755" y="5741189"/>
                  </a:lnTo>
                  <a:lnTo>
                    <a:pt x="547913" y="5741189"/>
                  </a:lnTo>
                  <a:lnTo>
                    <a:pt x="548071" y="5741189"/>
                  </a:lnTo>
                  <a:lnTo>
                    <a:pt x="548228" y="5741189"/>
                  </a:lnTo>
                  <a:lnTo>
                    <a:pt x="548386" y="5740759"/>
                  </a:lnTo>
                  <a:lnTo>
                    <a:pt x="548701" y="5740759"/>
                  </a:lnTo>
                  <a:lnTo>
                    <a:pt x="548859" y="5740328"/>
                  </a:lnTo>
                  <a:lnTo>
                    <a:pt x="549017" y="5740328"/>
                  </a:lnTo>
                  <a:lnTo>
                    <a:pt x="549017" y="5739898"/>
                  </a:lnTo>
                  <a:lnTo>
                    <a:pt x="549332" y="5739898"/>
                  </a:lnTo>
                  <a:lnTo>
                    <a:pt x="549332" y="5739467"/>
                  </a:lnTo>
                  <a:lnTo>
                    <a:pt x="549648" y="5739467"/>
                  </a:lnTo>
                  <a:lnTo>
                    <a:pt x="549805" y="5739467"/>
                  </a:lnTo>
                  <a:lnTo>
                    <a:pt x="549963" y="5739467"/>
                  </a:lnTo>
                  <a:lnTo>
                    <a:pt x="550121" y="5739467"/>
                  </a:lnTo>
                  <a:lnTo>
                    <a:pt x="550279" y="5739467"/>
                  </a:lnTo>
                  <a:lnTo>
                    <a:pt x="550436" y="5739467"/>
                  </a:lnTo>
                  <a:lnTo>
                    <a:pt x="550436" y="5739036"/>
                  </a:lnTo>
                  <a:lnTo>
                    <a:pt x="550752" y="5739036"/>
                  </a:lnTo>
                  <a:lnTo>
                    <a:pt x="550752" y="5738606"/>
                  </a:lnTo>
                  <a:lnTo>
                    <a:pt x="550909" y="5738606"/>
                  </a:lnTo>
                  <a:lnTo>
                    <a:pt x="550909" y="5738175"/>
                  </a:lnTo>
                  <a:lnTo>
                    <a:pt x="550909" y="5737745"/>
                  </a:lnTo>
                  <a:lnTo>
                    <a:pt x="551067" y="5737745"/>
                  </a:lnTo>
                  <a:lnTo>
                    <a:pt x="551225" y="5737745"/>
                  </a:lnTo>
                  <a:lnTo>
                    <a:pt x="551383" y="5737314"/>
                  </a:lnTo>
                  <a:lnTo>
                    <a:pt x="551540" y="5737314"/>
                  </a:lnTo>
                  <a:lnTo>
                    <a:pt x="551698" y="5737314"/>
                  </a:lnTo>
                  <a:lnTo>
                    <a:pt x="552013" y="5737314"/>
                  </a:lnTo>
                  <a:lnTo>
                    <a:pt x="552171" y="5737314"/>
                  </a:lnTo>
                  <a:lnTo>
                    <a:pt x="552329" y="5737314"/>
                  </a:lnTo>
                  <a:lnTo>
                    <a:pt x="552644" y="5736883"/>
                  </a:lnTo>
                  <a:lnTo>
                    <a:pt x="552802" y="5736453"/>
                  </a:lnTo>
                  <a:lnTo>
                    <a:pt x="552960" y="5736022"/>
                  </a:lnTo>
                  <a:lnTo>
                    <a:pt x="553118" y="5736022"/>
                  </a:lnTo>
                  <a:lnTo>
                    <a:pt x="553275" y="5735592"/>
                  </a:lnTo>
                  <a:lnTo>
                    <a:pt x="553433" y="5735592"/>
                  </a:lnTo>
                  <a:lnTo>
                    <a:pt x="553906" y="5735592"/>
                  </a:lnTo>
                  <a:lnTo>
                    <a:pt x="554064" y="5735161"/>
                  </a:lnTo>
                  <a:lnTo>
                    <a:pt x="554064" y="5734730"/>
                  </a:lnTo>
                  <a:lnTo>
                    <a:pt x="554222" y="5734730"/>
                  </a:lnTo>
                  <a:lnTo>
                    <a:pt x="554222" y="5734300"/>
                  </a:lnTo>
                  <a:lnTo>
                    <a:pt x="554222" y="5733869"/>
                  </a:lnTo>
                  <a:lnTo>
                    <a:pt x="554379" y="5733869"/>
                  </a:lnTo>
                  <a:lnTo>
                    <a:pt x="554379" y="5733439"/>
                  </a:lnTo>
                  <a:lnTo>
                    <a:pt x="554537" y="5733439"/>
                  </a:lnTo>
                  <a:lnTo>
                    <a:pt x="554537" y="5733008"/>
                  </a:lnTo>
                  <a:lnTo>
                    <a:pt x="554537" y="5732577"/>
                  </a:lnTo>
                  <a:lnTo>
                    <a:pt x="554852" y="5732577"/>
                  </a:lnTo>
                  <a:lnTo>
                    <a:pt x="555010" y="5732577"/>
                  </a:lnTo>
                  <a:lnTo>
                    <a:pt x="555168" y="5732577"/>
                  </a:lnTo>
                  <a:lnTo>
                    <a:pt x="555168" y="5732147"/>
                  </a:lnTo>
                  <a:lnTo>
                    <a:pt x="555326" y="5732147"/>
                  </a:lnTo>
                  <a:lnTo>
                    <a:pt x="555483" y="5732147"/>
                  </a:lnTo>
                  <a:lnTo>
                    <a:pt x="555641" y="5732147"/>
                  </a:lnTo>
                  <a:lnTo>
                    <a:pt x="555641" y="5731716"/>
                  </a:lnTo>
                  <a:lnTo>
                    <a:pt x="555641" y="5731286"/>
                  </a:lnTo>
                  <a:lnTo>
                    <a:pt x="555956" y="5730855"/>
                  </a:lnTo>
                  <a:lnTo>
                    <a:pt x="555956" y="5730424"/>
                  </a:lnTo>
                  <a:lnTo>
                    <a:pt x="556114" y="5730424"/>
                  </a:lnTo>
                  <a:lnTo>
                    <a:pt x="556114" y="5729994"/>
                  </a:lnTo>
                  <a:lnTo>
                    <a:pt x="556272" y="5729994"/>
                  </a:lnTo>
                  <a:lnTo>
                    <a:pt x="556430" y="5729994"/>
                  </a:lnTo>
                  <a:lnTo>
                    <a:pt x="556587" y="5729994"/>
                  </a:lnTo>
                  <a:lnTo>
                    <a:pt x="556745" y="5729994"/>
                  </a:lnTo>
                  <a:lnTo>
                    <a:pt x="556903" y="5729994"/>
                  </a:lnTo>
                  <a:lnTo>
                    <a:pt x="557060" y="5729994"/>
                  </a:lnTo>
                  <a:lnTo>
                    <a:pt x="557218" y="5729994"/>
                  </a:lnTo>
                  <a:lnTo>
                    <a:pt x="557376" y="5729994"/>
                  </a:lnTo>
                  <a:lnTo>
                    <a:pt x="557534" y="5729994"/>
                  </a:lnTo>
                  <a:lnTo>
                    <a:pt x="557691" y="5729994"/>
                  </a:lnTo>
                  <a:lnTo>
                    <a:pt x="557849" y="5729994"/>
                  </a:lnTo>
                  <a:lnTo>
                    <a:pt x="557849" y="5729563"/>
                  </a:lnTo>
                  <a:lnTo>
                    <a:pt x="558007" y="5729133"/>
                  </a:lnTo>
                  <a:lnTo>
                    <a:pt x="558322" y="5729133"/>
                  </a:lnTo>
                  <a:lnTo>
                    <a:pt x="558322" y="5728271"/>
                  </a:lnTo>
                  <a:lnTo>
                    <a:pt x="558480" y="5728271"/>
                  </a:lnTo>
                  <a:lnTo>
                    <a:pt x="558953" y="5728271"/>
                  </a:lnTo>
                  <a:lnTo>
                    <a:pt x="558953" y="5727841"/>
                  </a:lnTo>
                  <a:lnTo>
                    <a:pt x="559111" y="5727841"/>
                  </a:lnTo>
                  <a:lnTo>
                    <a:pt x="559111" y="5727410"/>
                  </a:lnTo>
                  <a:lnTo>
                    <a:pt x="559111" y="5726980"/>
                  </a:lnTo>
                  <a:lnTo>
                    <a:pt x="559111" y="5726549"/>
                  </a:lnTo>
                  <a:lnTo>
                    <a:pt x="559426" y="5726549"/>
                  </a:lnTo>
                  <a:lnTo>
                    <a:pt x="559426" y="5725688"/>
                  </a:lnTo>
                  <a:lnTo>
                    <a:pt x="559426" y="5725257"/>
                  </a:lnTo>
                  <a:lnTo>
                    <a:pt x="559584" y="5724396"/>
                  </a:lnTo>
                  <a:lnTo>
                    <a:pt x="559742" y="5724396"/>
                  </a:lnTo>
                  <a:lnTo>
                    <a:pt x="559899" y="5724396"/>
                  </a:lnTo>
                  <a:lnTo>
                    <a:pt x="560057" y="5724396"/>
                  </a:lnTo>
                  <a:lnTo>
                    <a:pt x="560215" y="5724396"/>
                  </a:lnTo>
                  <a:lnTo>
                    <a:pt x="560373" y="5724396"/>
                  </a:lnTo>
                  <a:lnTo>
                    <a:pt x="560530" y="5724396"/>
                  </a:lnTo>
                  <a:lnTo>
                    <a:pt x="560688" y="5724396"/>
                  </a:lnTo>
                  <a:lnTo>
                    <a:pt x="560846" y="5724396"/>
                  </a:lnTo>
                  <a:lnTo>
                    <a:pt x="561003" y="5724396"/>
                  </a:lnTo>
                  <a:lnTo>
                    <a:pt x="561161" y="5724396"/>
                  </a:lnTo>
                  <a:lnTo>
                    <a:pt x="561319" y="5724396"/>
                  </a:lnTo>
                  <a:lnTo>
                    <a:pt x="561477" y="5724396"/>
                  </a:lnTo>
                  <a:lnTo>
                    <a:pt x="561634" y="5724396"/>
                  </a:lnTo>
                  <a:lnTo>
                    <a:pt x="561792" y="5724396"/>
                  </a:lnTo>
                  <a:lnTo>
                    <a:pt x="561950" y="5724396"/>
                  </a:lnTo>
                  <a:lnTo>
                    <a:pt x="562107" y="5724396"/>
                  </a:lnTo>
                  <a:lnTo>
                    <a:pt x="562265" y="5724396"/>
                  </a:lnTo>
                  <a:lnTo>
                    <a:pt x="562423" y="5724396"/>
                  </a:lnTo>
                  <a:lnTo>
                    <a:pt x="562581" y="5724396"/>
                  </a:lnTo>
                  <a:lnTo>
                    <a:pt x="562738" y="5724396"/>
                  </a:lnTo>
                  <a:lnTo>
                    <a:pt x="562896" y="5724396"/>
                  </a:lnTo>
                  <a:lnTo>
                    <a:pt x="563054" y="5723965"/>
                  </a:lnTo>
                  <a:lnTo>
                    <a:pt x="564000" y="5723535"/>
                  </a:lnTo>
                  <a:lnTo>
                    <a:pt x="564158" y="5723535"/>
                  </a:lnTo>
                  <a:lnTo>
                    <a:pt x="564158" y="5723104"/>
                  </a:lnTo>
                  <a:lnTo>
                    <a:pt x="564158" y="5722674"/>
                  </a:lnTo>
                  <a:lnTo>
                    <a:pt x="564315" y="5722243"/>
                  </a:lnTo>
                  <a:lnTo>
                    <a:pt x="564631" y="5722243"/>
                  </a:lnTo>
                  <a:lnTo>
                    <a:pt x="564631" y="5721812"/>
                  </a:lnTo>
                  <a:lnTo>
                    <a:pt x="564631" y="5721382"/>
                  </a:lnTo>
                  <a:lnTo>
                    <a:pt x="564789" y="5721382"/>
                  </a:lnTo>
                  <a:lnTo>
                    <a:pt x="565104" y="5721382"/>
                  </a:lnTo>
                  <a:lnTo>
                    <a:pt x="565420" y="5721382"/>
                  </a:lnTo>
                  <a:lnTo>
                    <a:pt x="565577" y="5721382"/>
                  </a:lnTo>
                  <a:lnTo>
                    <a:pt x="565735" y="5721382"/>
                  </a:lnTo>
                  <a:lnTo>
                    <a:pt x="565893" y="5721382"/>
                  </a:lnTo>
                  <a:lnTo>
                    <a:pt x="566050" y="5721382"/>
                  </a:lnTo>
                  <a:lnTo>
                    <a:pt x="566050" y="5720951"/>
                  </a:lnTo>
                  <a:lnTo>
                    <a:pt x="566208" y="5720951"/>
                  </a:lnTo>
                  <a:lnTo>
                    <a:pt x="566366" y="5720951"/>
                  </a:lnTo>
                  <a:lnTo>
                    <a:pt x="566366" y="5720521"/>
                  </a:lnTo>
                  <a:lnTo>
                    <a:pt x="566366" y="5720090"/>
                  </a:lnTo>
                  <a:lnTo>
                    <a:pt x="566524" y="5720090"/>
                  </a:lnTo>
                  <a:lnTo>
                    <a:pt x="566681" y="5720090"/>
                  </a:lnTo>
                  <a:lnTo>
                    <a:pt x="566681" y="5719659"/>
                  </a:lnTo>
                  <a:lnTo>
                    <a:pt x="566839" y="5719659"/>
                  </a:lnTo>
                  <a:lnTo>
                    <a:pt x="566839" y="5719229"/>
                  </a:lnTo>
                  <a:lnTo>
                    <a:pt x="566839" y="5718798"/>
                  </a:lnTo>
                  <a:lnTo>
                    <a:pt x="566997" y="5718798"/>
                  </a:lnTo>
                  <a:lnTo>
                    <a:pt x="567154" y="5718798"/>
                  </a:lnTo>
                  <a:lnTo>
                    <a:pt x="567312" y="5718798"/>
                  </a:lnTo>
                  <a:lnTo>
                    <a:pt x="567628" y="5718798"/>
                  </a:lnTo>
                  <a:lnTo>
                    <a:pt x="567628" y="5718368"/>
                  </a:lnTo>
                  <a:lnTo>
                    <a:pt x="567628" y="5717937"/>
                  </a:lnTo>
                  <a:lnTo>
                    <a:pt x="567785" y="5717937"/>
                  </a:lnTo>
                  <a:lnTo>
                    <a:pt x="567943" y="5717937"/>
                  </a:lnTo>
                  <a:lnTo>
                    <a:pt x="568101" y="5717076"/>
                  </a:lnTo>
                  <a:lnTo>
                    <a:pt x="568258" y="5717076"/>
                  </a:lnTo>
                  <a:lnTo>
                    <a:pt x="568416" y="5717076"/>
                  </a:lnTo>
                  <a:lnTo>
                    <a:pt x="568574" y="5717076"/>
                  </a:lnTo>
                  <a:lnTo>
                    <a:pt x="568574" y="5716645"/>
                  </a:lnTo>
                  <a:lnTo>
                    <a:pt x="568574" y="5716215"/>
                  </a:lnTo>
                  <a:lnTo>
                    <a:pt x="568732" y="5716215"/>
                  </a:lnTo>
                  <a:lnTo>
                    <a:pt x="568732" y="5715353"/>
                  </a:lnTo>
                  <a:lnTo>
                    <a:pt x="568732" y="5714923"/>
                  </a:lnTo>
                  <a:lnTo>
                    <a:pt x="568889" y="5714923"/>
                  </a:lnTo>
                  <a:lnTo>
                    <a:pt x="569047" y="5714923"/>
                  </a:lnTo>
                  <a:lnTo>
                    <a:pt x="569047" y="5714492"/>
                  </a:lnTo>
                  <a:lnTo>
                    <a:pt x="569047" y="5714062"/>
                  </a:lnTo>
                  <a:lnTo>
                    <a:pt x="569205" y="5714062"/>
                  </a:lnTo>
                  <a:lnTo>
                    <a:pt x="569362" y="5714062"/>
                  </a:lnTo>
                  <a:lnTo>
                    <a:pt x="569520" y="5714062"/>
                  </a:lnTo>
                  <a:lnTo>
                    <a:pt x="569836" y="5714062"/>
                  </a:lnTo>
                  <a:lnTo>
                    <a:pt x="569993" y="5714062"/>
                  </a:lnTo>
                  <a:lnTo>
                    <a:pt x="570309" y="5714062"/>
                  </a:lnTo>
                  <a:lnTo>
                    <a:pt x="570782" y="5713631"/>
                  </a:lnTo>
                  <a:lnTo>
                    <a:pt x="570940" y="5713631"/>
                  </a:lnTo>
                  <a:lnTo>
                    <a:pt x="571097" y="5713631"/>
                  </a:lnTo>
                  <a:lnTo>
                    <a:pt x="571571" y="5713631"/>
                  </a:lnTo>
                  <a:lnTo>
                    <a:pt x="571728" y="5713631"/>
                  </a:lnTo>
                  <a:lnTo>
                    <a:pt x="571728" y="5713200"/>
                  </a:lnTo>
                  <a:lnTo>
                    <a:pt x="571728" y="5712770"/>
                  </a:lnTo>
                  <a:lnTo>
                    <a:pt x="571728" y="5712339"/>
                  </a:lnTo>
                  <a:lnTo>
                    <a:pt x="572201" y="5712339"/>
                  </a:lnTo>
                  <a:lnTo>
                    <a:pt x="572359" y="5711478"/>
                  </a:lnTo>
                  <a:lnTo>
                    <a:pt x="572517" y="5711047"/>
                  </a:lnTo>
                  <a:lnTo>
                    <a:pt x="572675" y="5711047"/>
                  </a:lnTo>
                  <a:lnTo>
                    <a:pt x="572675" y="5710617"/>
                  </a:lnTo>
                  <a:lnTo>
                    <a:pt x="572832" y="5710617"/>
                  </a:lnTo>
                  <a:lnTo>
                    <a:pt x="572832" y="5710186"/>
                  </a:lnTo>
                  <a:lnTo>
                    <a:pt x="572990" y="5710186"/>
                  </a:lnTo>
                  <a:lnTo>
                    <a:pt x="572990" y="5709756"/>
                  </a:lnTo>
                  <a:lnTo>
                    <a:pt x="573148" y="5709756"/>
                  </a:lnTo>
                  <a:lnTo>
                    <a:pt x="573305" y="5709756"/>
                  </a:lnTo>
                  <a:lnTo>
                    <a:pt x="573463" y="5709756"/>
                  </a:lnTo>
                  <a:lnTo>
                    <a:pt x="573463" y="5709325"/>
                  </a:lnTo>
                  <a:lnTo>
                    <a:pt x="573621" y="5709325"/>
                  </a:lnTo>
                  <a:lnTo>
                    <a:pt x="573779" y="5709325"/>
                  </a:lnTo>
                  <a:lnTo>
                    <a:pt x="573779" y="5708894"/>
                  </a:lnTo>
                  <a:lnTo>
                    <a:pt x="573936" y="5708894"/>
                  </a:lnTo>
                  <a:lnTo>
                    <a:pt x="574094" y="5708894"/>
                  </a:lnTo>
                  <a:lnTo>
                    <a:pt x="574094" y="5708464"/>
                  </a:lnTo>
                  <a:lnTo>
                    <a:pt x="574094" y="5708033"/>
                  </a:lnTo>
                  <a:lnTo>
                    <a:pt x="574252" y="5708033"/>
                  </a:lnTo>
                  <a:lnTo>
                    <a:pt x="574409" y="5708033"/>
                  </a:lnTo>
                  <a:lnTo>
                    <a:pt x="574567" y="5708033"/>
                  </a:lnTo>
                  <a:lnTo>
                    <a:pt x="574725" y="5708033"/>
                  </a:lnTo>
                  <a:lnTo>
                    <a:pt x="574883" y="5708033"/>
                  </a:lnTo>
                  <a:lnTo>
                    <a:pt x="575040" y="5708033"/>
                  </a:lnTo>
                  <a:lnTo>
                    <a:pt x="575198" y="5708033"/>
                  </a:lnTo>
                  <a:lnTo>
                    <a:pt x="575513" y="5708033"/>
                  </a:lnTo>
                  <a:lnTo>
                    <a:pt x="575671" y="5708033"/>
                  </a:lnTo>
                  <a:lnTo>
                    <a:pt x="575829" y="5708033"/>
                  </a:lnTo>
                  <a:lnTo>
                    <a:pt x="575829" y="5707603"/>
                  </a:lnTo>
                  <a:lnTo>
                    <a:pt x="575987" y="5707603"/>
                  </a:lnTo>
                  <a:lnTo>
                    <a:pt x="575987" y="5707172"/>
                  </a:lnTo>
                  <a:lnTo>
                    <a:pt x="576144" y="5707172"/>
                  </a:lnTo>
                  <a:lnTo>
                    <a:pt x="576302" y="5707172"/>
                  </a:lnTo>
                  <a:lnTo>
                    <a:pt x="576460" y="5706741"/>
                  </a:lnTo>
                  <a:lnTo>
                    <a:pt x="576618" y="5706741"/>
                  </a:lnTo>
                  <a:lnTo>
                    <a:pt x="576775" y="5706741"/>
                  </a:lnTo>
                  <a:lnTo>
                    <a:pt x="576933" y="5706741"/>
                  </a:lnTo>
                  <a:lnTo>
                    <a:pt x="577091" y="5706741"/>
                  </a:lnTo>
                  <a:lnTo>
                    <a:pt x="577248" y="5706741"/>
                  </a:lnTo>
                  <a:lnTo>
                    <a:pt x="577406" y="5706741"/>
                  </a:lnTo>
                  <a:lnTo>
                    <a:pt x="577564" y="5706741"/>
                  </a:lnTo>
                  <a:lnTo>
                    <a:pt x="577722" y="5706311"/>
                  </a:lnTo>
                  <a:lnTo>
                    <a:pt x="577879" y="5706311"/>
                  </a:lnTo>
                  <a:lnTo>
                    <a:pt x="578037" y="5706311"/>
                  </a:lnTo>
                  <a:lnTo>
                    <a:pt x="578037" y="5705880"/>
                  </a:lnTo>
                  <a:lnTo>
                    <a:pt x="578037" y="5705450"/>
                  </a:lnTo>
                  <a:lnTo>
                    <a:pt x="578037" y="5705019"/>
                  </a:lnTo>
                  <a:lnTo>
                    <a:pt x="578037" y="5704588"/>
                  </a:lnTo>
                  <a:lnTo>
                    <a:pt x="578195" y="5704588"/>
                  </a:lnTo>
                  <a:lnTo>
                    <a:pt x="578352" y="5704588"/>
                  </a:lnTo>
                  <a:lnTo>
                    <a:pt x="578510" y="5704588"/>
                  </a:lnTo>
                  <a:lnTo>
                    <a:pt x="578668" y="5704158"/>
                  </a:lnTo>
                  <a:lnTo>
                    <a:pt x="578668" y="5703727"/>
                  </a:lnTo>
                  <a:lnTo>
                    <a:pt x="578826" y="5703727"/>
                  </a:lnTo>
                  <a:lnTo>
                    <a:pt x="578983" y="5703297"/>
                  </a:lnTo>
                  <a:lnTo>
                    <a:pt x="579141" y="5702866"/>
                  </a:lnTo>
                  <a:lnTo>
                    <a:pt x="579299" y="5702866"/>
                  </a:lnTo>
                  <a:lnTo>
                    <a:pt x="579299" y="5702435"/>
                  </a:lnTo>
                  <a:lnTo>
                    <a:pt x="579299" y="5702005"/>
                  </a:lnTo>
                  <a:lnTo>
                    <a:pt x="579456" y="5702005"/>
                  </a:lnTo>
                  <a:lnTo>
                    <a:pt x="579456" y="5701574"/>
                  </a:lnTo>
                  <a:lnTo>
                    <a:pt x="579456" y="5701144"/>
                  </a:lnTo>
                  <a:lnTo>
                    <a:pt x="579456" y="5700713"/>
                  </a:lnTo>
                  <a:lnTo>
                    <a:pt x="580087" y="5700713"/>
                  </a:lnTo>
                  <a:lnTo>
                    <a:pt x="580245" y="5700713"/>
                  </a:lnTo>
                  <a:lnTo>
                    <a:pt x="580403" y="5700713"/>
                  </a:lnTo>
                  <a:lnTo>
                    <a:pt x="580560" y="5700713"/>
                  </a:lnTo>
                  <a:lnTo>
                    <a:pt x="580718" y="5700713"/>
                  </a:lnTo>
                  <a:lnTo>
                    <a:pt x="580718" y="5700282"/>
                  </a:lnTo>
                  <a:lnTo>
                    <a:pt x="581034" y="5700282"/>
                  </a:lnTo>
                  <a:lnTo>
                    <a:pt x="581191" y="5700282"/>
                  </a:lnTo>
                  <a:lnTo>
                    <a:pt x="581349" y="5700282"/>
                  </a:lnTo>
                  <a:lnTo>
                    <a:pt x="581507" y="5700282"/>
                  </a:lnTo>
                  <a:lnTo>
                    <a:pt x="581507" y="5699852"/>
                  </a:lnTo>
                  <a:lnTo>
                    <a:pt x="581665" y="5699852"/>
                  </a:lnTo>
                  <a:lnTo>
                    <a:pt x="581665" y="5699421"/>
                  </a:lnTo>
                  <a:lnTo>
                    <a:pt x="581665" y="5698991"/>
                  </a:lnTo>
                  <a:lnTo>
                    <a:pt x="581822" y="5698991"/>
                  </a:lnTo>
                  <a:lnTo>
                    <a:pt x="581980" y="5698991"/>
                  </a:lnTo>
                  <a:lnTo>
                    <a:pt x="582138" y="5698991"/>
                  </a:lnTo>
                  <a:lnTo>
                    <a:pt x="582453" y="5698991"/>
                  </a:lnTo>
                  <a:lnTo>
                    <a:pt x="582453" y="5698129"/>
                  </a:lnTo>
                  <a:lnTo>
                    <a:pt x="582611" y="5698129"/>
                  </a:lnTo>
                  <a:lnTo>
                    <a:pt x="582769" y="5698129"/>
                  </a:lnTo>
                  <a:lnTo>
                    <a:pt x="582926" y="5698129"/>
                  </a:lnTo>
                  <a:lnTo>
                    <a:pt x="583084" y="5698129"/>
                  </a:lnTo>
                  <a:lnTo>
                    <a:pt x="583242" y="5698129"/>
                  </a:lnTo>
                  <a:lnTo>
                    <a:pt x="583399" y="5698129"/>
                  </a:lnTo>
                  <a:lnTo>
                    <a:pt x="583557" y="5698129"/>
                  </a:lnTo>
                  <a:lnTo>
                    <a:pt x="583715" y="5697699"/>
                  </a:lnTo>
                  <a:lnTo>
                    <a:pt x="583873" y="5697699"/>
                  </a:lnTo>
                  <a:lnTo>
                    <a:pt x="584030" y="5697699"/>
                  </a:lnTo>
                  <a:lnTo>
                    <a:pt x="584346" y="5697699"/>
                  </a:lnTo>
                  <a:lnTo>
                    <a:pt x="584503" y="5697268"/>
                  </a:lnTo>
                  <a:lnTo>
                    <a:pt x="584503" y="5696838"/>
                  </a:lnTo>
                  <a:lnTo>
                    <a:pt x="584503" y="5696407"/>
                  </a:lnTo>
                  <a:lnTo>
                    <a:pt x="584503" y="5695976"/>
                  </a:lnTo>
                  <a:lnTo>
                    <a:pt x="585134" y="5695546"/>
                  </a:lnTo>
                  <a:lnTo>
                    <a:pt x="585292" y="5695546"/>
                  </a:lnTo>
                  <a:lnTo>
                    <a:pt x="585450" y="5695115"/>
                  </a:lnTo>
                  <a:lnTo>
                    <a:pt x="585607" y="5695115"/>
                  </a:lnTo>
                  <a:lnTo>
                    <a:pt x="585607" y="5694685"/>
                  </a:lnTo>
                  <a:lnTo>
                    <a:pt x="585765" y="5694685"/>
                  </a:lnTo>
                  <a:lnTo>
                    <a:pt x="586081" y="5694254"/>
                  </a:lnTo>
                  <a:lnTo>
                    <a:pt x="586081" y="5693823"/>
                  </a:lnTo>
                  <a:lnTo>
                    <a:pt x="586081" y="5693393"/>
                  </a:lnTo>
                  <a:lnTo>
                    <a:pt x="586238" y="5693393"/>
                  </a:lnTo>
                  <a:lnTo>
                    <a:pt x="586554" y="5693393"/>
                  </a:lnTo>
                  <a:lnTo>
                    <a:pt x="586554" y="5692962"/>
                  </a:lnTo>
                  <a:lnTo>
                    <a:pt x="586711" y="5692962"/>
                  </a:lnTo>
                  <a:lnTo>
                    <a:pt x="587027" y="5692962"/>
                  </a:lnTo>
                  <a:lnTo>
                    <a:pt x="587185" y="5692962"/>
                  </a:lnTo>
                  <a:lnTo>
                    <a:pt x="587342" y="5692962"/>
                  </a:lnTo>
                  <a:lnTo>
                    <a:pt x="587342" y="5692532"/>
                  </a:lnTo>
                  <a:lnTo>
                    <a:pt x="587500" y="5692532"/>
                  </a:lnTo>
                  <a:lnTo>
                    <a:pt x="587658" y="5692532"/>
                  </a:lnTo>
                  <a:lnTo>
                    <a:pt x="587816" y="5692532"/>
                  </a:lnTo>
                  <a:lnTo>
                    <a:pt x="587973" y="5692532"/>
                  </a:lnTo>
                  <a:lnTo>
                    <a:pt x="588131" y="5692532"/>
                  </a:lnTo>
                  <a:lnTo>
                    <a:pt x="588131" y="5692101"/>
                  </a:lnTo>
                  <a:lnTo>
                    <a:pt x="588131" y="5691670"/>
                  </a:lnTo>
                  <a:lnTo>
                    <a:pt x="588289" y="5691670"/>
                  </a:lnTo>
                  <a:lnTo>
                    <a:pt x="588762" y="5691240"/>
                  </a:lnTo>
                  <a:lnTo>
                    <a:pt x="588920" y="5691240"/>
                  </a:lnTo>
                  <a:lnTo>
                    <a:pt x="589235" y="5690809"/>
                  </a:lnTo>
                  <a:lnTo>
                    <a:pt x="589235" y="5690379"/>
                  </a:lnTo>
                  <a:lnTo>
                    <a:pt x="589550" y="5690379"/>
                  </a:lnTo>
                  <a:lnTo>
                    <a:pt x="589550" y="5689948"/>
                  </a:lnTo>
                  <a:lnTo>
                    <a:pt x="589708" y="5689948"/>
                  </a:lnTo>
                  <a:lnTo>
                    <a:pt x="589708" y="5689517"/>
                  </a:lnTo>
                  <a:lnTo>
                    <a:pt x="589866" y="5689517"/>
                  </a:lnTo>
                  <a:lnTo>
                    <a:pt x="590024" y="5689517"/>
                  </a:lnTo>
                  <a:lnTo>
                    <a:pt x="590024" y="5689087"/>
                  </a:lnTo>
                  <a:lnTo>
                    <a:pt x="590181" y="5689087"/>
                  </a:lnTo>
                  <a:lnTo>
                    <a:pt x="590339" y="5688656"/>
                  </a:lnTo>
                  <a:lnTo>
                    <a:pt x="590339" y="5688226"/>
                  </a:lnTo>
                  <a:lnTo>
                    <a:pt x="590497" y="5688226"/>
                  </a:lnTo>
                  <a:lnTo>
                    <a:pt x="590654" y="5688226"/>
                  </a:lnTo>
                  <a:lnTo>
                    <a:pt x="590812" y="5688226"/>
                  </a:lnTo>
                  <a:lnTo>
                    <a:pt x="590970" y="5688226"/>
                  </a:lnTo>
                  <a:lnTo>
                    <a:pt x="591128" y="5688226"/>
                  </a:lnTo>
                  <a:lnTo>
                    <a:pt x="591128" y="5687795"/>
                  </a:lnTo>
                  <a:lnTo>
                    <a:pt x="591285" y="5687364"/>
                  </a:lnTo>
                  <a:lnTo>
                    <a:pt x="591443" y="5687364"/>
                  </a:lnTo>
                  <a:lnTo>
                    <a:pt x="591443" y="5686934"/>
                  </a:lnTo>
                  <a:lnTo>
                    <a:pt x="591443" y="5686503"/>
                  </a:lnTo>
                  <a:lnTo>
                    <a:pt x="591443" y="5686073"/>
                  </a:lnTo>
                  <a:lnTo>
                    <a:pt x="591443" y="5685642"/>
                  </a:lnTo>
                  <a:lnTo>
                    <a:pt x="591443" y="5685211"/>
                  </a:lnTo>
                  <a:lnTo>
                    <a:pt x="591601" y="5684781"/>
                  </a:lnTo>
                  <a:lnTo>
                    <a:pt x="591758" y="5684781"/>
                  </a:lnTo>
                  <a:lnTo>
                    <a:pt x="591916" y="5684781"/>
                  </a:lnTo>
                  <a:lnTo>
                    <a:pt x="592074" y="5684781"/>
                  </a:lnTo>
                  <a:lnTo>
                    <a:pt x="592074" y="5684350"/>
                  </a:lnTo>
                  <a:lnTo>
                    <a:pt x="592232" y="5684350"/>
                  </a:lnTo>
                  <a:lnTo>
                    <a:pt x="592232" y="5683920"/>
                  </a:lnTo>
                  <a:lnTo>
                    <a:pt x="592389" y="5683920"/>
                  </a:lnTo>
                  <a:lnTo>
                    <a:pt x="592547" y="5683920"/>
                  </a:lnTo>
                  <a:lnTo>
                    <a:pt x="592705" y="5683920"/>
                  </a:lnTo>
                  <a:lnTo>
                    <a:pt x="592863" y="5683920"/>
                  </a:lnTo>
                  <a:lnTo>
                    <a:pt x="593020" y="5683920"/>
                  </a:lnTo>
                  <a:lnTo>
                    <a:pt x="593178" y="5683920"/>
                  </a:lnTo>
                  <a:lnTo>
                    <a:pt x="593493" y="5683920"/>
                  </a:lnTo>
                  <a:lnTo>
                    <a:pt x="593651" y="5683920"/>
                  </a:lnTo>
                  <a:lnTo>
                    <a:pt x="593651" y="5683489"/>
                  </a:lnTo>
                  <a:lnTo>
                    <a:pt x="593809" y="5683489"/>
                  </a:lnTo>
                  <a:lnTo>
                    <a:pt x="594124" y="5683489"/>
                  </a:lnTo>
                  <a:lnTo>
                    <a:pt x="594124" y="5683058"/>
                  </a:lnTo>
                  <a:lnTo>
                    <a:pt x="594124" y="5682628"/>
                  </a:lnTo>
                  <a:lnTo>
                    <a:pt x="594282" y="5682628"/>
                  </a:lnTo>
                  <a:lnTo>
                    <a:pt x="594440" y="5682628"/>
                  </a:lnTo>
                  <a:lnTo>
                    <a:pt x="594440" y="5682197"/>
                  </a:lnTo>
                  <a:lnTo>
                    <a:pt x="594597" y="5681336"/>
                  </a:lnTo>
                  <a:lnTo>
                    <a:pt x="594913" y="5681336"/>
                  </a:lnTo>
                  <a:lnTo>
                    <a:pt x="595071" y="5681336"/>
                  </a:lnTo>
                  <a:lnTo>
                    <a:pt x="595071" y="5680905"/>
                  </a:lnTo>
                  <a:lnTo>
                    <a:pt x="595071" y="5680475"/>
                  </a:lnTo>
                  <a:lnTo>
                    <a:pt x="595228" y="5680475"/>
                  </a:lnTo>
                  <a:lnTo>
                    <a:pt x="595386" y="5680475"/>
                  </a:lnTo>
                  <a:lnTo>
                    <a:pt x="595544" y="5680475"/>
                  </a:lnTo>
                  <a:lnTo>
                    <a:pt x="595701" y="5680475"/>
                  </a:lnTo>
                  <a:lnTo>
                    <a:pt x="595859" y="5680044"/>
                  </a:lnTo>
                  <a:lnTo>
                    <a:pt x="596017" y="5680044"/>
                  </a:lnTo>
                  <a:lnTo>
                    <a:pt x="596175" y="5680044"/>
                  </a:lnTo>
                  <a:lnTo>
                    <a:pt x="596175" y="5679614"/>
                  </a:lnTo>
                  <a:lnTo>
                    <a:pt x="596332" y="5679614"/>
                  </a:lnTo>
                  <a:lnTo>
                    <a:pt x="596332" y="5679183"/>
                  </a:lnTo>
                  <a:lnTo>
                    <a:pt x="596490" y="5679183"/>
                  </a:lnTo>
                  <a:lnTo>
                    <a:pt x="596648" y="5679183"/>
                  </a:lnTo>
                  <a:lnTo>
                    <a:pt x="596805" y="5679183"/>
                  </a:lnTo>
                  <a:lnTo>
                    <a:pt x="596805" y="5678752"/>
                  </a:lnTo>
                  <a:lnTo>
                    <a:pt x="596963" y="5678752"/>
                  </a:lnTo>
                  <a:lnTo>
                    <a:pt x="597121" y="5678752"/>
                  </a:lnTo>
                  <a:lnTo>
                    <a:pt x="597279" y="5678322"/>
                  </a:lnTo>
                  <a:lnTo>
                    <a:pt x="597436" y="5678322"/>
                  </a:lnTo>
                  <a:lnTo>
                    <a:pt x="597594" y="5678322"/>
                  </a:lnTo>
                  <a:lnTo>
                    <a:pt x="597594" y="5677891"/>
                  </a:lnTo>
                  <a:lnTo>
                    <a:pt x="597752" y="5677891"/>
                  </a:lnTo>
                  <a:lnTo>
                    <a:pt x="597752" y="5677461"/>
                  </a:lnTo>
                  <a:lnTo>
                    <a:pt x="597752" y="5677030"/>
                  </a:lnTo>
                  <a:lnTo>
                    <a:pt x="597909" y="5677030"/>
                  </a:lnTo>
                  <a:lnTo>
                    <a:pt x="598225" y="5676599"/>
                  </a:lnTo>
                  <a:lnTo>
                    <a:pt x="598225" y="5676169"/>
                  </a:lnTo>
                  <a:lnTo>
                    <a:pt x="598383" y="5676169"/>
                  </a:lnTo>
                  <a:lnTo>
                    <a:pt x="598698" y="5676169"/>
                  </a:lnTo>
                  <a:lnTo>
                    <a:pt x="598856" y="5676169"/>
                  </a:lnTo>
                  <a:lnTo>
                    <a:pt x="599014" y="5675738"/>
                  </a:lnTo>
                  <a:lnTo>
                    <a:pt x="599171" y="5675738"/>
                  </a:lnTo>
                  <a:lnTo>
                    <a:pt x="599329" y="5675738"/>
                  </a:lnTo>
                  <a:lnTo>
                    <a:pt x="599487" y="5675738"/>
                  </a:lnTo>
                  <a:lnTo>
                    <a:pt x="599644" y="5675738"/>
                  </a:lnTo>
                  <a:lnTo>
                    <a:pt x="599802" y="5675308"/>
                  </a:lnTo>
                  <a:lnTo>
                    <a:pt x="599960" y="5675308"/>
                  </a:lnTo>
                  <a:lnTo>
                    <a:pt x="600118" y="5675308"/>
                  </a:lnTo>
                  <a:lnTo>
                    <a:pt x="600118" y="5674877"/>
                  </a:lnTo>
                  <a:lnTo>
                    <a:pt x="600275" y="5674877"/>
                  </a:lnTo>
                  <a:lnTo>
                    <a:pt x="600433" y="5674877"/>
                  </a:lnTo>
                  <a:lnTo>
                    <a:pt x="600591" y="5674877"/>
                  </a:lnTo>
                  <a:lnTo>
                    <a:pt x="600748" y="5674877"/>
                  </a:lnTo>
                  <a:lnTo>
                    <a:pt x="600906" y="5674877"/>
                  </a:lnTo>
                  <a:lnTo>
                    <a:pt x="601064" y="5674877"/>
                  </a:lnTo>
                  <a:lnTo>
                    <a:pt x="601222" y="5674877"/>
                  </a:lnTo>
                  <a:lnTo>
                    <a:pt x="601222" y="5674446"/>
                  </a:lnTo>
                  <a:lnTo>
                    <a:pt x="601379" y="5674446"/>
                  </a:lnTo>
                  <a:lnTo>
                    <a:pt x="601537" y="5674446"/>
                  </a:lnTo>
                  <a:lnTo>
                    <a:pt x="601695" y="5674446"/>
                  </a:lnTo>
                  <a:lnTo>
                    <a:pt x="601695" y="5674016"/>
                  </a:lnTo>
                  <a:lnTo>
                    <a:pt x="601852" y="5674016"/>
                  </a:lnTo>
                  <a:lnTo>
                    <a:pt x="602010" y="5673585"/>
                  </a:lnTo>
                  <a:lnTo>
                    <a:pt x="602168" y="5673585"/>
                  </a:lnTo>
                  <a:lnTo>
                    <a:pt x="602326" y="5673585"/>
                  </a:lnTo>
                  <a:lnTo>
                    <a:pt x="602483" y="5673155"/>
                  </a:lnTo>
                  <a:lnTo>
                    <a:pt x="602641" y="5672724"/>
                  </a:lnTo>
                  <a:lnTo>
                    <a:pt x="602799" y="5672724"/>
                  </a:lnTo>
                  <a:lnTo>
                    <a:pt x="602956" y="5672724"/>
                  </a:lnTo>
                  <a:lnTo>
                    <a:pt x="603272" y="5672724"/>
                  </a:lnTo>
                  <a:lnTo>
                    <a:pt x="603430" y="5672724"/>
                  </a:lnTo>
                  <a:lnTo>
                    <a:pt x="603430" y="5672293"/>
                  </a:lnTo>
                  <a:lnTo>
                    <a:pt x="603587" y="5672293"/>
                  </a:lnTo>
                  <a:lnTo>
                    <a:pt x="603745" y="5672293"/>
                  </a:lnTo>
                  <a:lnTo>
                    <a:pt x="603903" y="5672293"/>
                  </a:lnTo>
                  <a:lnTo>
                    <a:pt x="603903" y="5671432"/>
                  </a:lnTo>
                  <a:lnTo>
                    <a:pt x="604061" y="5671432"/>
                  </a:lnTo>
                  <a:lnTo>
                    <a:pt x="604218" y="5671432"/>
                  </a:lnTo>
                  <a:lnTo>
                    <a:pt x="604376" y="5671432"/>
                  </a:lnTo>
                  <a:lnTo>
                    <a:pt x="604534" y="5671432"/>
                  </a:lnTo>
                  <a:lnTo>
                    <a:pt x="604691" y="5671432"/>
                  </a:lnTo>
                  <a:lnTo>
                    <a:pt x="604849" y="5671432"/>
                  </a:lnTo>
                  <a:lnTo>
                    <a:pt x="605007" y="5671432"/>
                  </a:lnTo>
                  <a:lnTo>
                    <a:pt x="605165" y="5670571"/>
                  </a:lnTo>
                  <a:lnTo>
                    <a:pt x="605322" y="5670571"/>
                  </a:lnTo>
                  <a:lnTo>
                    <a:pt x="605480" y="5670571"/>
                  </a:lnTo>
                  <a:lnTo>
                    <a:pt x="605638" y="5670571"/>
                  </a:lnTo>
                  <a:lnTo>
                    <a:pt x="605795" y="5670571"/>
                  </a:lnTo>
                  <a:lnTo>
                    <a:pt x="605953" y="5670571"/>
                  </a:lnTo>
                  <a:lnTo>
                    <a:pt x="606111" y="5670571"/>
                  </a:lnTo>
                  <a:lnTo>
                    <a:pt x="606269" y="5670571"/>
                  </a:lnTo>
                  <a:lnTo>
                    <a:pt x="606426" y="5670571"/>
                  </a:lnTo>
                  <a:lnTo>
                    <a:pt x="606584" y="5670571"/>
                  </a:lnTo>
                  <a:lnTo>
                    <a:pt x="606742" y="5670571"/>
                  </a:lnTo>
                  <a:lnTo>
                    <a:pt x="606899" y="5670571"/>
                  </a:lnTo>
                  <a:lnTo>
                    <a:pt x="607057" y="5670571"/>
                  </a:lnTo>
                  <a:lnTo>
                    <a:pt x="607215" y="5670140"/>
                  </a:lnTo>
                  <a:lnTo>
                    <a:pt x="607688" y="5669710"/>
                  </a:lnTo>
                  <a:lnTo>
                    <a:pt x="607846" y="5669710"/>
                  </a:lnTo>
                  <a:lnTo>
                    <a:pt x="608003" y="5669710"/>
                  </a:lnTo>
                  <a:lnTo>
                    <a:pt x="608161" y="5669279"/>
                  </a:lnTo>
                  <a:lnTo>
                    <a:pt x="608319" y="5669279"/>
                  </a:lnTo>
                  <a:lnTo>
                    <a:pt x="608634" y="5669279"/>
                  </a:lnTo>
                  <a:lnTo>
                    <a:pt x="608792" y="5669279"/>
                  </a:lnTo>
                  <a:lnTo>
                    <a:pt x="608950" y="5669279"/>
                  </a:lnTo>
                  <a:lnTo>
                    <a:pt x="609265" y="5669279"/>
                  </a:lnTo>
                  <a:lnTo>
                    <a:pt x="609581" y="5669279"/>
                  </a:lnTo>
                  <a:lnTo>
                    <a:pt x="609581" y="5668849"/>
                  </a:lnTo>
                  <a:lnTo>
                    <a:pt x="609738" y="5668849"/>
                  </a:lnTo>
                  <a:lnTo>
                    <a:pt x="609896" y="5668849"/>
                  </a:lnTo>
                  <a:lnTo>
                    <a:pt x="609896" y="5668418"/>
                  </a:lnTo>
                  <a:lnTo>
                    <a:pt x="610212" y="5668418"/>
                  </a:lnTo>
                  <a:lnTo>
                    <a:pt x="610369" y="5668418"/>
                  </a:lnTo>
                  <a:lnTo>
                    <a:pt x="610527" y="5668418"/>
                  </a:lnTo>
                  <a:lnTo>
                    <a:pt x="610685" y="5668418"/>
                  </a:lnTo>
                  <a:lnTo>
                    <a:pt x="611000" y="5667987"/>
                  </a:lnTo>
                  <a:lnTo>
                    <a:pt x="611316" y="5667987"/>
                  </a:lnTo>
                  <a:lnTo>
                    <a:pt x="611473" y="5667557"/>
                  </a:lnTo>
                  <a:lnTo>
                    <a:pt x="611631" y="5667126"/>
                  </a:lnTo>
                  <a:lnTo>
                    <a:pt x="611789" y="5667126"/>
                  </a:lnTo>
                  <a:lnTo>
                    <a:pt x="611946" y="5667126"/>
                  </a:lnTo>
                  <a:lnTo>
                    <a:pt x="612262" y="5667126"/>
                  </a:lnTo>
                  <a:lnTo>
                    <a:pt x="612262" y="5666696"/>
                  </a:lnTo>
                  <a:lnTo>
                    <a:pt x="612420" y="5666696"/>
                  </a:lnTo>
                  <a:lnTo>
                    <a:pt x="612577" y="5666696"/>
                  </a:lnTo>
                  <a:lnTo>
                    <a:pt x="612735" y="5666696"/>
                  </a:lnTo>
                  <a:lnTo>
                    <a:pt x="612893" y="5666696"/>
                  </a:lnTo>
                  <a:lnTo>
                    <a:pt x="613050" y="5666696"/>
                  </a:lnTo>
                  <a:lnTo>
                    <a:pt x="613208" y="5666696"/>
                  </a:lnTo>
                  <a:lnTo>
                    <a:pt x="613524" y="5666696"/>
                  </a:lnTo>
                  <a:lnTo>
                    <a:pt x="613681" y="5666696"/>
                  </a:lnTo>
                  <a:lnTo>
                    <a:pt x="613681" y="5666265"/>
                  </a:lnTo>
                  <a:lnTo>
                    <a:pt x="613839" y="5666265"/>
                  </a:lnTo>
                  <a:lnTo>
                    <a:pt x="613839" y="5665834"/>
                  </a:lnTo>
                  <a:lnTo>
                    <a:pt x="614154" y="5665834"/>
                  </a:lnTo>
                  <a:lnTo>
                    <a:pt x="614154" y="5664973"/>
                  </a:lnTo>
                  <a:lnTo>
                    <a:pt x="614312" y="5664973"/>
                  </a:lnTo>
                  <a:lnTo>
                    <a:pt x="614470" y="5664543"/>
                  </a:lnTo>
                  <a:lnTo>
                    <a:pt x="614470" y="5664112"/>
                  </a:lnTo>
                  <a:lnTo>
                    <a:pt x="614470" y="5663681"/>
                  </a:lnTo>
                  <a:lnTo>
                    <a:pt x="614785" y="5663681"/>
                  </a:lnTo>
                  <a:lnTo>
                    <a:pt x="614943" y="5663681"/>
                  </a:lnTo>
                  <a:lnTo>
                    <a:pt x="615101" y="5663681"/>
                  </a:lnTo>
                  <a:lnTo>
                    <a:pt x="615101" y="5663251"/>
                  </a:lnTo>
                  <a:lnTo>
                    <a:pt x="615101" y="5662820"/>
                  </a:lnTo>
                  <a:lnTo>
                    <a:pt x="615101" y="5662390"/>
                  </a:lnTo>
                  <a:lnTo>
                    <a:pt x="615259" y="5662390"/>
                  </a:lnTo>
                  <a:lnTo>
                    <a:pt x="615416" y="5661959"/>
                  </a:lnTo>
                  <a:lnTo>
                    <a:pt x="615416" y="5661528"/>
                  </a:lnTo>
                  <a:lnTo>
                    <a:pt x="615574" y="5661528"/>
                  </a:lnTo>
                  <a:lnTo>
                    <a:pt x="615574" y="5660667"/>
                  </a:lnTo>
                  <a:lnTo>
                    <a:pt x="615732" y="5660667"/>
                  </a:lnTo>
                  <a:lnTo>
                    <a:pt x="615889" y="5660667"/>
                  </a:lnTo>
                  <a:lnTo>
                    <a:pt x="615889" y="5660237"/>
                  </a:lnTo>
                  <a:lnTo>
                    <a:pt x="616363" y="5658945"/>
                  </a:lnTo>
                  <a:lnTo>
                    <a:pt x="616520" y="5658945"/>
                  </a:lnTo>
                  <a:lnTo>
                    <a:pt x="616678" y="5658945"/>
                  </a:lnTo>
                  <a:lnTo>
                    <a:pt x="616836" y="5658945"/>
                  </a:lnTo>
                  <a:lnTo>
                    <a:pt x="616993" y="5658084"/>
                  </a:lnTo>
                  <a:lnTo>
                    <a:pt x="617151" y="5658084"/>
                  </a:lnTo>
                  <a:lnTo>
                    <a:pt x="617309" y="5658084"/>
                  </a:lnTo>
                  <a:lnTo>
                    <a:pt x="617624" y="5658084"/>
                  </a:lnTo>
                  <a:lnTo>
                    <a:pt x="617782" y="5658084"/>
                  </a:lnTo>
                  <a:lnTo>
                    <a:pt x="617940" y="5658084"/>
                  </a:lnTo>
                  <a:lnTo>
                    <a:pt x="618413" y="5658084"/>
                  </a:lnTo>
                  <a:lnTo>
                    <a:pt x="618413" y="5657653"/>
                  </a:lnTo>
                  <a:lnTo>
                    <a:pt x="618571" y="5657653"/>
                  </a:lnTo>
                  <a:lnTo>
                    <a:pt x="618728" y="5657653"/>
                  </a:lnTo>
                  <a:lnTo>
                    <a:pt x="618886" y="5657653"/>
                  </a:lnTo>
                  <a:lnTo>
                    <a:pt x="619044" y="5657653"/>
                  </a:lnTo>
                  <a:lnTo>
                    <a:pt x="619201" y="5657653"/>
                  </a:lnTo>
                  <a:lnTo>
                    <a:pt x="619359" y="5657222"/>
                  </a:lnTo>
                  <a:lnTo>
                    <a:pt x="619990" y="5656792"/>
                  </a:lnTo>
                  <a:lnTo>
                    <a:pt x="619990" y="5656361"/>
                  </a:lnTo>
                  <a:lnTo>
                    <a:pt x="620148" y="5656361"/>
                  </a:lnTo>
                  <a:lnTo>
                    <a:pt x="620305" y="5656361"/>
                  </a:lnTo>
                  <a:lnTo>
                    <a:pt x="620305" y="5655931"/>
                  </a:lnTo>
                  <a:lnTo>
                    <a:pt x="620621" y="5655931"/>
                  </a:lnTo>
                  <a:lnTo>
                    <a:pt x="620779" y="5655500"/>
                  </a:lnTo>
                  <a:lnTo>
                    <a:pt x="620936" y="5655500"/>
                  </a:lnTo>
                  <a:lnTo>
                    <a:pt x="621094" y="5655069"/>
                  </a:lnTo>
                  <a:lnTo>
                    <a:pt x="621252" y="5655069"/>
                  </a:lnTo>
                  <a:lnTo>
                    <a:pt x="621410" y="5655069"/>
                  </a:lnTo>
                  <a:lnTo>
                    <a:pt x="621567" y="5655069"/>
                  </a:lnTo>
                  <a:lnTo>
                    <a:pt x="621725" y="5655069"/>
                  </a:lnTo>
                  <a:lnTo>
                    <a:pt x="621883" y="5655069"/>
                  </a:lnTo>
                  <a:lnTo>
                    <a:pt x="622040" y="5655069"/>
                  </a:lnTo>
                  <a:lnTo>
                    <a:pt x="622040" y="5654639"/>
                  </a:lnTo>
                  <a:lnTo>
                    <a:pt x="622198" y="5654639"/>
                  </a:lnTo>
                  <a:lnTo>
                    <a:pt x="622356" y="5654639"/>
                  </a:lnTo>
                  <a:lnTo>
                    <a:pt x="622356" y="5654208"/>
                  </a:lnTo>
                  <a:lnTo>
                    <a:pt x="622671" y="5654208"/>
                  </a:lnTo>
                  <a:lnTo>
                    <a:pt x="622829" y="5654208"/>
                  </a:lnTo>
                  <a:lnTo>
                    <a:pt x="622987" y="5654208"/>
                  </a:lnTo>
                  <a:lnTo>
                    <a:pt x="623144" y="5653778"/>
                  </a:lnTo>
                  <a:lnTo>
                    <a:pt x="623302" y="5653778"/>
                  </a:lnTo>
                  <a:lnTo>
                    <a:pt x="623460" y="5653778"/>
                  </a:lnTo>
                  <a:lnTo>
                    <a:pt x="623460" y="5653347"/>
                  </a:lnTo>
                  <a:lnTo>
                    <a:pt x="623618" y="5653347"/>
                  </a:lnTo>
                  <a:lnTo>
                    <a:pt x="623618" y="5652916"/>
                  </a:lnTo>
                  <a:lnTo>
                    <a:pt x="623618" y="5652486"/>
                  </a:lnTo>
                  <a:lnTo>
                    <a:pt x="623775" y="5652486"/>
                  </a:lnTo>
                  <a:lnTo>
                    <a:pt x="623933" y="5652486"/>
                  </a:lnTo>
                  <a:lnTo>
                    <a:pt x="624091" y="5652486"/>
                  </a:lnTo>
                  <a:lnTo>
                    <a:pt x="624406" y="5652486"/>
                  </a:lnTo>
                  <a:lnTo>
                    <a:pt x="624406" y="5652055"/>
                  </a:lnTo>
                  <a:lnTo>
                    <a:pt x="624564" y="5651194"/>
                  </a:lnTo>
                  <a:lnTo>
                    <a:pt x="624722" y="5651194"/>
                  </a:lnTo>
                  <a:lnTo>
                    <a:pt x="624722" y="5650763"/>
                  </a:lnTo>
                  <a:lnTo>
                    <a:pt x="625037" y="5650763"/>
                  </a:lnTo>
                  <a:lnTo>
                    <a:pt x="625510" y="5650763"/>
                  </a:lnTo>
                  <a:lnTo>
                    <a:pt x="625668" y="5650763"/>
                  </a:lnTo>
                  <a:lnTo>
                    <a:pt x="625826" y="5650763"/>
                  </a:lnTo>
                  <a:lnTo>
                    <a:pt x="625983" y="5650763"/>
                  </a:lnTo>
                  <a:lnTo>
                    <a:pt x="626141" y="5650763"/>
                  </a:lnTo>
                  <a:lnTo>
                    <a:pt x="626299" y="5650333"/>
                  </a:lnTo>
                  <a:lnTo>
                    <a:pt x="626457" y="5649902"/>
                  </a:lnTo>
                  <a:lnTo>
                    <a:pt x="626614" y="5649902"/>
                  </a:lnTo>
                  <a:lnTo>
                    <a:pt x="626772" y="5649902"/>
                  </a:lnTo>
                  <a:lnTo>
                    <a:pt x="626930" y="5649472"/>
                  </a:lnTo>
                  <a:lnTo>
                    <a:pt x="627087" y="5649472"/>
                  </a:lnTo>
                  <a:lnTo>
                    <a:pt x="627245" y="5649472"/>
                  </a:lnTo>
                  <a:lnTo>
                    <a:pt x="627403" y="5649041"/>
                  </a:lnTo>
                  <a:lnTo>
                    <a:pt x="627561" y="5649041"/>
                  </a:lnTo>
                  <a:lnTo>
                    <a:pt x="627718" y="5649041"/>
                  </a:lnTo>
                  <a:lnTo>
                    <a:pt x="628034" y="5648180"/>
                  </a:lnTo>
                  <a:lnTo>
                    <a:pt x="628191" y="5648180"/>
                  </a:lnTo>
                  <a:lnTo>
                    <a:pt x="628191" y="5647319"/>
                  </a:lnTo>
                  <a:lnTo>
                    <a:pt x="628507" y="5647319"/>
                  </a:lnTo>
                  <a:lnTo>
                    <a:pt x="628665" y="5647319"/>
                  </a:lnTo>
                  <a:lnTo>
                    <a:pt x="628822" y="5647319"/>
                  </a:lnTo>
                  <a:lnTo>
                    <a:pt x="629295" y="5647319"/>
                  </a:lnTo>
                  <a:lnTo>
                    <a:pt x="629453" y="5647319"/>
                  </a:lnTo>
                  <a:lnTo>
                    <a:pt x="629453" y="5646888"/>
                  </a:lnTo>
                  <a:lnTo>
                    <a:pt x="629611" y="5646888"/>
                  </a:lnTo>
                  <a:lnTo>
                    <a:pt x="629611" y="5646457"/>
                  </a:lnTo>
                  <a:lnTo>
                    <a:pt x="629769" y="5646457"/>
                  </a:lnTo>
                  <a:lnTo>
                    <a:pt x="629926" y="5646457"/>
                  </a:lnTo>
                  <a:lnTo>
                    <a:pt x="630084" y="5646457"/>
                  </a:lnTo>
                  <a:lnTo>
                    <a:pt x="630242" y="5646457"/>
                  </a:lnTo>
                  <a:lnTo>
                    <a:pt x="630399" y="5646457"/>
                  </a:lnTo>
                  <a:lnTo>
                    <a:pt x="630557" y="5646457"/>
                  </a:lnTo>
                  <a:lnTo>
                    <a:pt x="630715" y="5646457"/>
                  </a:lnTo>
                  <a:lnTo>
                    <a:pt x="630715" y="5646027"/>
                  </a:lnTo>
                  <a:lnTo>
                    <a:pt x="630873" y="5646027"/>
                  </a:lnTo>
                  <a:lnTo>
                    <a:pt x="630873" y="5645596"/>
                  </a:lnTo>
                  <a:lnTo>
                    <a:pt x="631030" y="5645596"/>
                  </a:lnTo>
                  <a:lnTo>
                    <a:pt x="631188" y="5645596"/>
                  </a:lnTo>
                  <a:lnTo>
                    <a:pt x="631188" y="5645166"/>
                  </a:lnTo>
                  <a:lnTo>
                    <a:pt x="631346" y="5645166"/>
                  </a:lnTo>
                  <a:lnTo>
                    <a:pt x="631977" y="5644735"/>
                  </a:lnTo>
                  <a:lnTo>
                    <a:pt x="632134" y="5644735"/>
                  </a:lnTo>
                  <a:lnTo>
                    <a:pt x="632134" y="5644304"/>
                  </a:lnTo>
                  <a:lnTo>
                    <a:pt x="632292" y="5644304"/>
                  </a:lnTo>
                  <a:lnTo>
                    <a:pt x="632450" y="5644304"/>
                  </a:lnTo>
                  <a:lnTo>
                    <a:pt x="632608" y="5644304"/>
                  </a:lnTo>
                  <a:lnTo>
                    <a:pt x="632923" y="5644304"/>
                  </a:lnTo>
                  <a:lnTo>
                    <a:pt x="633081" y="5643874"/>
                  </a:lnTo>
                  <a:lnTo>
                    <a:pt x="633554" y="5643443"/>
                  </a:lnTo>
                  <a:lnTo>
                    <a:pt x="633712" y="5643443"/>
                  </a:lnTo>
                  <a:lnTo>
                    <a:pt x="633869" y="5643443"/>
                  </a:lnTo>
                  <a:lnTo>
                    <a:pt x="633869" y="5643013"/>
                  </a:lnTo>
                  <a:lnTo>
                    <a:pt x="633869" y="5642582"/>
                  </a:lnTo>
                  <a:lnTo>
                    <a:pt x="633869" y="5642151"/>
                  </a:lnTo>
                  <a:lnTo>
                    <a:pt x="634185" y="5642151"/>
                  </a:lnTo>
                  <a:lnTo>
                    <a:pt x="634342" y="5641290"/>
                  </a:lnTo>
                  <a:lnTo>
                    <a:pt x="634342" y="5640860"/>
                  </a:lnTo>
                  <a:lnTo>
                    <a:pt x="634500" y="5640860"/>
                  </a:lnTo>
                  <a:lnTo>
                    <a:pt x="634658" y="5640860"/>
                  </a:lnTo>
                  <a:lnTo>
                    <a:pt x="634816" y="5640860"/>
                  </a:lnTo>
                  <a:lnTo>
                    <a:pt x="634973" y="5640860"/>
                  </a:lnTo>
                  <a:lnTo>
                    <a:pt x="635131" y="5640860"/>
                  </a:lnTo>
                  <a:lnTo>
                    <a:pt x="635131" y="5640429"/>
                  </a:lnTo>
                  <a:lnTo>
                    <a:pt x="635446" y="5640429"/>
                  </a:lnTo>
                  <a:lnTo>
                    <a:pt x="635604" y="5640429"/>
                  </a:lnTo>
                  <a:lnTo>
                    <a:pt x="635762" y="5640429"/>
                  </a:lnTo>
                  <a:lnTo>
                    <a:pt x="635920" y="5640429"/>
                  </a:lnTo>
                  <a:lnTo>
                    <a:pt x="636077" y="5640429"/>
                  </a:lnTo>
                  <a:lnTo>
                    <a:pt x="636077" y="5639998"/>
                  </a:lnTo>
                  <a:lnTo>
                    <a:pt x="636235" y="5639998"/>
                  </a:lnTo>
                  <a:lnTo>
                    <a:pt x="636393" y="5639568"/>
                  </a:lnTo>
                  <a:lnTo>
                    <a:pt x="636550" y="5639137"/>
                  </a:lnTo>
                  <a:lnTo>
                    <a:pt x="636550" y="5638707"/>
                  </a:lnTo>
                  <a:lnTo>
                    <a:pt x="636708" y="5638707"/>
                  </a:lnTo>
                  <a:lnTo>
                    <a:pt x="636866" y="5638707"/>
                  </a:lnTo>
                  <a:lnTo>
                    <a:pt x="636866" y="5638276"/>
                  </a:lnTo>
                  <a:lnTo>
                    <a:pt x="636866" y="5637845"/>
                  </a:lnTo>
                  <a:lnTo>
                    <a:pt x="637024" y="5637845"/>
                  </a:lnTo>
                  <a:lnTo>
                    <a:pt x="637339" y="5637845"/>
                  </a:lnTo>
                  <a:lnTo>
                    <a:pt x="637497" y="5637415"/>
                  </a:lnTo>
                  <a:lnTo>
                    <a:pt x="637654" y="5637415"/>
                  </a:lnTo>
                  <a:lnTo>
                    <a:pt x="637812" y="5637415"/>
                  </a:lnTo>
                  <a:lnTo>
                    <a:pt x="637812" y="5636984"/>
                  </a:lnTo>
                  <a:lnTo>
                    <a:pt x="638285" y="5636984"/>
                  </a:lnTo>
                  <a:lnTo>
                    <a:pt x="638443" y="5636984"/>
                  </a:lnTo>
                  <a:lnTo>
                    <a:pt x="638601" y="5636984"/>
                  </a:lnTo>
                  <a:lnTo>
                    <a:pt x="638916" y="5636554"/>
                  </a:lnTo>
                  <a:lnTo>
                    <a:pt x="639074" y="5636554"/>
                  </a:lnTo>
                  <a:lnTo>
                    <a:pt x="639074" y="5636123"/>
                  </a:lnTo>
                  <a:lnTo>
                    <a:pt x="639232" y="5636123"/>
                  </a:lnTo>
                  <a:lnTo>
                    <a:pt x="639389" y="5636123"/>
                  </a:lnTo>
                  <a:lnTo>
                    <a:pt x="639547" y="5636123"/>
                  </a:lnTo>
                  <a:lnTo>
                    <a:pt x="639705" y="5636123"/>
                  </a:lnTo>
                  <a:lnTo>
                    <a:pt x="639863" y="5636123"/>
                  </a:lnTo>
                  <a:lnTo>
                    <a:pt x="639863" y="5635692"/>
                  </a:lnTo>
                  <a:lnTo>
                    <a:pt x="640178" y="5635692"/>
                  </a:lnTo>
                  <a:lnTo>
                    <a:pt x="640336" y="5635692"/>
                  </a:lnTo>
                  <a:lnTo>
                    <a:pt x="640493" y="5635692"/>
                  </a:lnTo>
                  <a:lnTo>
                    <a:pt x="640651" y="5635692"/>
                  </a:lnTo>
                  <a:lnTo>
                    <a:pt x="640967" y="5635692"/>
                  </a:lnTo>
                  <a:lnTo>
                    <a:pt x="641124" y="5635692"/>
                  </a:lnTo>
                  <a:lnTo>
                    <a:pt x="641282" y="5635692"/>
                  </a:lnTo>
                  <a:lnTo>
                    <a:pt x="642071" y="5635692"/>
                  </a:lnTo>
                  <a:lnTo>
                    <a:pt x="642228" y="5635692"/>
                  </a:lnTo>
                  <a:lnTo>
                    <a:pt x="642386" y="5635692"/>
                  </a:lnTo>
                  <a:lnTo>
                    <a:pt x="642386" y="5635262"/>
                  </a:lnTo>
                  <a:lnTo>
                    <a:pt x="642544" y="5635262"/>
                  </a:lnTo>
                  <a:lnTo>
                    <a:pt x="642701" y="5635262"/>
                  </a:lnTo>
                  <a:lnTo>
                    <a:pt x="642859" y="5635262"/>
                  </a:lnTo>
                  <a:lnTo>
                    <a:pt x="643017" y="5635262"/>
                  </a:lnTo>
                  <a:lnTo>
                    <a:pt x="643175" y="5634831"/>
                  </a:lnTo>
                  <a:lnTo>
                    <a:pt x="643648" y="5634831"/>
                  </a:lnTo>
                  <a:lnTo>
                    <a:pt x="643806" y="5634831"/>
                  </a:lnTo>
                  <a:lnTo>
                    <a:pt x="644121" y="5634831"/>
                  </a:lnTo>
                  <a:lnTo>
                    <a:pt x="644436" y="5634831"/>
                  </a:lnTo>
                  <a:lnTo>
                    <a:pt x="644594" y="5634831"/>
                  </a:lnTo>
                  <a:lnTo>
                    <a:pt x="644752" y="5633970"/>
                  </a:lnTo>
                  <a:lnTo>
                    <a:pt x="644910" y="5633970"/>
                  </a:lnTo>
                  <a:lnTo>
                    <a:pt x="644910" y="5633539"/>
                  </a:lnTo>
                  <a:lnTo>
                    <a:pt x="644910" y="5633109"/>
                  </a:lnTo>
                  <a:lnTo>
                    <a:pt x="645225" y="5633109"/>
                  </a:lnTo>
                  <a:lnTo>
                    <a:pt x="645383" y="5633109"/>
                  </a:lnTo>
                  <a:lnTo>
                    <a:pt x="645540" y="5633109"/>
                  </a:lnTo>
                  <a:lnTo>
                    <a:pt x="645698" y="5633109"/>
                  </a:lnTo>
                  <a:lnTo>
                    <a:pt x="645856" y="5633109"/>
                  </a:lnTo>
                  <a:lnTo>
                    <a:pt x="646171" y="5632678"/>
                  </a:lnTo>
                  <a:lnTo>
                    <a:pt x="646487" y="5632248"/>
                  </a:lnTo>
                  <a:lnTo>
                    <a:pt x="646644" y="5631817"/>
                  </a:lnTo>
                  <a:lnTo>
                    <a:pt x="646802" y="5631817"/>
                  </a:lnTo>
                  <a:lnTo>
                    <a:pt x="646802" y="5631386"/>
                  </a:lnTo>
                  <a:lnTo>
                    <a:pt x="646802" y="5630956"/>
                  </a:lnTo>
                  <a:lnTo>
                    <a:pt x="646960" y="5630525"/>
                  </a:lnTo>
                  <a:lnTo>
                    <a:pt x="647275" y="5630525"/>
                  </a:lnTo>
                  <a:lnTo>
                    <a:pt x="647591" y="5630095"/>
                  </a:lnTo>
                  <a:lnTo>
                    <a:pt x="647906" y="5630095"/>
                  </a:lnTo>
                  <a:lnTo>
                    <a:pt x="648064" y="5630095"/>
                  </a:lnTo>
                  <a:lnTo>
                    <a:pt x="648064" y="5629664"/>
                  </a:lnTo>
                  <a:lnTo>
                    <a:pt x="648222" y="5629664"/>
                  </a:lnTo>
                  <a:lnTo>
                    <a:pt x="648379" y="5629664"/>
                  </a:lnTo>
                  <a:lnTo>
                    <a:pt x="648379" y="5629233"/>
                  </a:lnTo>
                  <a:lnTo>
                    <a:pt x="648537" y="5629233"/>
                  </a:lnTo>
                  <a:lnTo>
                    <a:pt x="648537" y="5628803"/>
                  </a:lnTo>
                  <a:lnTo>
                    <a:pt x="648695" y="5628803"/>
                  </a:lnTo>
                  <a:lnTo>
                    <a:pt x="648852" y="5628803"/>
                  </a:lnTo>
                  <a:lnTo>
                    <a:pt x="649010" y="5628803"/>
                  </a:lnTo>
                  <a:lnTo>
                    <a:pt x="649168" y="5628803"/>
                  </a:lnTo>
                  <a:lnTo>
                    <a:pt x="649168" y="5628372"/>
                  </a:lnTo>
                  <a:lnTo>
                    <a:pt x="649168" y="5627942"/>
                  </a:lnTo>
                  <a:lnTo>
                    <a:pt x="649326" y="5627942"/>
                  </a:lnTo>
                  <a:lnTo>
                    <a:pt x="649483" y="5627942"/>
                  </a:lnTo>
                  <a:lnTo>
                    <a:pt x="649641" y="5627942"/>
                  </a:lnTo>
                  <a:lnTo>
                    <a:pt x="649799" y="5627942"/>
                  </a:lnTo>
                  <a:lnTo>
                    <a:pt x="649957" y="5627942"/>
                  </a:lnTo>
                  <a:lnTo>
                    <a:pt x="649957" y="5627080"/>
                  </a:lnTo>
                  <a:lnTo>
                    <a:pt x="650114" y="5627080"/>
                  </a:lnTo>
                  <a:lnTo>
                    <a:pt x="650114" y="5626650"/>
                  </a:lnTo>
                  <a:lnTo>
                    <a:pt x="650114" y="5626219"/>
                  </a:lnTo>
                  <a:lnTo>
                    <a:pt x="650272" y="5626219"/>
                  </a:lnTo>
                  <a:lnTo>
                    <a:pt x="650745" y="5625789"/>
                  </a:lnTo>
                  <a:lnTo>
                    <a:pt x="650745" y="5625358"/>
                  </a:lnTo>
                  <a:lnTo>
                    <a:pt x="651061" y="5625358"/>
                  </a:lnTo>
                  <a:lnTo>
                    <a:pt x="651218" y="5625358"/>
                  </a:lnTo>
                  <a:lnTo>
                    <a:pt x="651376" y="5625358"/>
                  </a:lnTo>
                  <a:lnTo>
                    <a:pt x="651691" y="5625358"/>
                  </a:lnTo>
                  <a:lnTo>
                    <a:pt x="651691" y="5624927"/>
                  </a:lnTo>
                  <a:lnTo>
                    <a:pt x="651691" y="5624497"/>
                  </a:lnTo>
                  <a:lnTo>
                    <a:pt x="651849" y="5624497"/>
                  </a:lnTo>
                  <a:lnTo>
                    <a:pt x="652007" y="5624497"/>
                  </a:lnTo>
                  <a:lnTo>
                    <a:pt x="652007" y="5624066"/>
                  </a:lnTo>
                  <a:lnTo>
                    <a:pt x="652007" y="5623636"/>
                  </a:lnTo>
                  <a:lnTo>
                    <a:pt x="652007" y="5623205"/>
                  </a:lnTo>
                  <a:lnTo>
                    <a:pt x="652165" y="5622344"/>
                  </a:lnTo>
                  <a:lnTo>
                    <a:pt x="652322" y="5622344"/>
                  </a:lnTo>
                  <a:lnTo>
                    <a:pt x="652480" y="5622344"/>
                  </a:lnTo>
                  <a:lnTo>
                    <a:pt x="652480" y="5621913"/>
                  </a:lnTo>
                  <a:lnTo>
                    <a:pt x="652638" y="5621913"/>
                  </a:lnTo>
                  <a:lnTo>
                    <a:pt x="652953" y="5621913"/>
                  </a:lnTo>
                  <a:lnTo>
                    <a:pt x="652953" y="5621483"/>
                  </a:lnTo>
                  <a:lnTo>
                    <a:pt x="652953" y="5621052"/>
                  </a:lnTo>
                  <a:lnTo>
                    <a:pt x="653111" y="5621052"/>
                  </a:lnTo>
                  <a:lnTo>
                    <a:pt x="653426" y="5621052"/>
                  </a:lnTo>
                  <a:lnTo>
                    <a:pt x="653584" y="5620621"/>
                  </a:lnTo>
                  <a:lnTo>
                    <a:pt x="653742" y="5620191"/>
                  </a:lnTo>
                  <a:lnTo>
                    <a:pt x="653742" y="5619760"/>
                  </a:lnTo>
                  <a:lnTo>
                    <a:pt x="653742" y="5619330"/>
                  </a:lnTo>
                  <a:lnTo>
                    <a:pt x="653742" y="5618899"/>
                  </a:lnTo>
                  <a:lnTo>
                    <a:pt x="654057" y="5618899"/>
                  </a:lnTo>
                  <a:lnTo>
                    <a:pt x="654215" y="5618899"/>
                  </a:lnTo>
                  <a:lnTo>
                    <a:pt x="654215" y="5618468"/>
                  </a:lnTo>
                  <a:lnTo>
                    <a:pt x="654373" y="5618038"/>
                  </a:lnTo>
                  <a:lnTo>
                    <a:pt x="654530" y="5618038"/>
                  </a:lnTo>
                  <a:lnTo>
                    <a:pt x="654530" y="5617607"/>
                  </a:lnTo>
                  <a:lnTo>
                    <a:pt x="654688" y="5617607"/>
                  </a:lnTo>
                  <a:lnTo>
                    <a:pt x="654846" y="5617607"/>
                  </a:lnTo>
                  <a:lnTo>
                    <a:pt x="655004" y="5617607"/>
                  </a:lnTo>
                  <a:lnTo>
                    <a:pt x="655161" y="5617177"/>
                  </a:lnTo>
                  <a:lnTo>
                    <a:pt x="655319" y="5617177"/>
                  </a:lnTo>
                  <a:lnTo>
                    <a:pt x="655477" y="5617177"/>
                  </a:lnTo>
                  <a:lnTo>
                    <a:pt x="655792" y="5616746"/>
                  </a:lnTo>
                  <a:lnTo>
                    <a:pt x="655792" y="5616315"/>
                  </a:lnTo>
                  <a:lnTo>
                    <a:pt x="655950" y="5616315"/>
                  </a:lnTo>
                  <a:lnTo>
                    <a:pt x="656108" y="5616315"/>
                  </a:lnTo>
                  <a:lnTo>
                    <a:pt x="656738" y="5615885"/>
                  </a:lnTo>
                  <a:lnTo>
                    <a:pt x="657054" y="5615885"/>
                  </a:lnTo>
                  <a:lnTo>
                    <a:pt x="657369" y="5615454"/>
                  </a:lnTo>
                  <a:lnTo>
                    <a:pt x="657527" y="5615454"/>
                  </a:lnTo>
                  <a:lnTo>
                    <a:pt x="658000" y="5615454"/>
                  </a:lnTo>
                  <a:lnTo>
                    <a:pt x="658316" y="5615454"/>
                  </a:lnTo>
                  <a:lnTo>
                    <a:pt x="658473" y="5615454"/>
                  </a:lnTo>
                  <a:lnTo>
                    <a:pt x="658631" y="5615454"/>
                  </a:lnTo>
                  <a:lnTo>
                    <a:pt x="659104" y="5615454"/>
                  </a:lnTo>
                  <a:lnTo>
                    <a:pt x="659577" y="5615454"/>
                  </a:lnTo>
                  <a:lnTo>
                    <a:pt x="659735" y="5615024"/>
                  </a:lnTo>
                  <a:lnTo>
                    <a:pt x="659735" y="5614162"/>
                  </a:lnTo>
                  <a:lnTo>
                    <a:pt x="659893" y="5614162"/>
                  </a:lnTo>
                  <a:lnTo>
                    <a:pt x="660050" y="5614162"/>
                  </a:lnTo>
                  <a:lnTo>
                    <a:pt x="660208" y="5614162"/>
                  </a:lnTo>
                  <a:lnTo>
                    <a:pt x="660524" y="5614162"/>
                  </a:lnTo>
                  <a:lnTo>
                    <a:pt x="660681" y="5614162"/>
                  </a:lnTo>
                  <a:lnTo>
                    <a:pt x="660681" y="5613301"/>
                  </a:lnTo>
                  <a:lnTo>
                    <a:pt x="660839" y="5613301"/>
                  </a:lnTo>
                  <a:lnTo>
                    <a:pt x="660839" y="5612871"/>
                  </a:lnTo>
                  <a:lnTo>
                    <a:pt x="660839" y="5612440"/>
                  </a:lnTo>
                  <a:lnTo>
                    <a:pt x="660997" y="5612440"/>
                  </a:lnTo>
                  <a:lnTo>
                    <a:pt x="661155" y="5612440"/>
                  </a:lnTo>
                  <a:lnTo>
                    <a:pt x="661312" y="5612440"/>
                  </a:lnTo>
                  <a:lnTo>
                    <a:pt x="661470" y="5612440"/>
                  </a:lnTo>
                  <a:lnTo>
                    <a:pt x="661628" y="5612440"/>
                  </a:lnTo>
                  <a:lnTo>
                    <a:pt x="661628" y="5612009"/>
                  </a:lnTo>
                  <a:lnTo>
                    <a:pt x="661785" y="5612009"/>
                  </a:lnTo>
                  <a:lnTo>
                    <a:pt x="661943" y="5612009"/>
                  </a:lnTo>
                  <a:lnTo>
                    <a:pt x="661943" y="5611579"/>
                  </a:lnTo>
                  <a:lnTo>
                    <a:pt x="662101" y="5611579"/>
                  </a:lnTo>
                  <a:lnTo>
                    <a:pt x="662259" y="5611579"/>
                  </a:lnTo>
                  <a:lnTo>
                    <a:pt x="662259" y="5611148"/>
                  </a:lnTo>
                  <a:lnTo>
                    <a:pt x="662416" y="5611148"/>
                  </a:lnTo>
                  <a:lnTo>
                    <a:pt x="662732" y="5611148"/>
                  </a:lnTo>
                  <a:lnTo>
                    <a:pt x="662732" y="5610718"/>
                  </a:lnTo>
                  <a:lnTo>
                    <a:pt x="663047" y="5610718"/>
                  </a:lnTo>
                  <a:lnTo>
                    <a:pt x="663205" y="5610718"/>
                  </a:lnTo>
                  <a:lnTo>
                    <a:pt x="663363" y="5610718"/>
                  </a:lnTo>
                  <a:lnTo>
                    <a:pt x="663363" y="5610287"/>
                  </a:lnTo>
                  <a:lnTo>
                    <a:pt x="663520" y="5610287"/>
                  </a:lnTo>
                  <a:lnTo>
                    <a:pt x="663678" y="5610287"/>
                  </a:lnTo>
                  <a:lnTo>
                    <a:pt x="663836" y="5610287"/>
                  </a:lnTo>
                  <a:lnTo>
                    <a:pt x="664151" y="5609856"/>
                  </a:lnTo>
                  <a:lnTo>
                    <a:pt x="664309" y="5609856"/>
                  </a:lnTo>
                  <a:lnTo>
                    <a:pt x="664467" y="5609856"/>
                  </a:lnTo>
                  <a:lnTo>
                    <a:pt x="664467" y="5609426"/>
                  </a:lnTo>
                  <a:lnTo>
                    <a:pt x="664624" y="5609426"/>
                  </a:lnTo>
                  <a:lnTo>
                    <a:pt x="664940" y="5609426"/>
                  </a:lnTo>
                  <a:lnTo>
                    <a:pt x="664940" y="5608995"/>
                  </a:lnTo>
                  <a:lnTo>
                    <a:pt x="665255" y="5608995"/>
                  </a:lnTo>
                  <a:lnTo>
                    <a:pt x="665413" y="5608995"/>
                  </a:lnTo>
                  <a:lnTo>
                    <a:pt x="665571" y="5608995"/>
                  </a:lnTo>
                  <a:lnTo>
                    <a:pt x="665886" y="5608565"/>
                  </a:lnTo>
                  <a:lnTo>
                    <a:pt x="666044" y="5608565"/>
                  </a:lnTo>
                  <a:lnTo>
                    <a:pt x="666359" y="5608134"/>
                  </a:lnTo>
                  <a:lnTo>
                    <a:pt x="666517" y="5608134"/>
                  </a:lnTo>
                  <a:lnTo>
                    <a:pt x="666675" y="5608134"/>
                  </a:lnTo>
                  <a:lnTo>
                    <a:pt x="666990" y="5607703"/>
                  </a:lnTo>
                  <a:lnTo>
                    <a:pt x="666990" y="5607273"/>
                  </a:lnTo>
                  <a:lnTo>
                    <a:pt x="666990" y="5606842"/>
                  </a:lnTo>
                  <a:lnTo>
                    <a:pt x="667148" y="5606842"/>
                  </a:lnTo>
                  <a:lnTo>
                    <a:pt x="667621" y="5606842"/>
                  </a:lnTo>
                  <a:lnTo>
                    <a:pt x="667779" y="5606842"/>
                  </a:lnTo>
                  <a:lnTo>
                    <a:pt x="667936" y="5606842"/>
                  </a:lnTo>
                  <a:lnTo>
                    <a:pt x="668252" y="5606842"/>
                  </a:lnTo>
                  <a:lnTo>
                    <a:pt x="668410" y="5606842"/>
                  </a:lnTo>
                  <a:lnTo>
                    <a:pt x="668567" y="5606412"/>
                  </a:lnTo>
                  <a:lnTo>
                    <a:pt x="668567" y="5605981"/>
                  </a:lnTo>
                  <a:lnTo>
                    <a:pt x="668567" y="5605550"/>
                  </a:lnTo>
                  <a:lnTo>
                    <a:pt x="668883" y="5605120"/>
                  </a:lnTo>
                  <a:lnTo>
                    <a:pt x="669040" y="5605120"/>
                  </a:lnTo>
                  <a:lnTo>
                    <a:pt x="669198" y="5605120"/>
                  </a:lnTo>
                  <a:lnTo>
                    <a:pt x="669198" y="5604689"/>
                  </a:lnTo>
                  <a:lnTo>
                    <a:pt x="669356" y="5604689"/>
                  </a:lnTo>
                  <a:lnTo>
                    <a:pt x="669514" y="5603828"/>
                  </a:lnTo>
                  <a:lnTo>
                    <a:pt x="669829" y="5603828"/>
                  </a:lnTo>
                  <a:lnTo>
                    <a:pt x="669829" y="5603397"/>
                  </a:lnTo>
                  <a:lnTo>
                    <a:pt x="669987" y="5603397"/>
                  </a:lnTo>
                  <a:lnTo>
                    <a:pt x="670144" y="5603397"/>
                  </a:lnTo>
                  <a:lnTo>
                    <a:pt x="670302" y="5603397"/>
                  </a:lnTo>
                  <a:lnTo>
                    <a:pt x="670302" y="5602967"/>
                  </a:lnTo>
                  <a:lnTo>
                    <a:pt x="670460" y="5602967"/>
                  </a:lnTo>
                  <a:lnTo>
                    <a:pt x="670775" y="5602967"/>
                  </a:lnTo>
                  <a:lnTo>
                    <a:pt x="670933" y="5602967"/>
                  </a:lnTo>
                  <a:lnTo>
                    <a:pt x="671091" y="5602967"/>
                  </a:lnTo>
                  <a:lnTo>
                    <a:pt x="671248" y="5602967"/>
                  </a:lnTo>
                  <a:lnTo>
                    <a:pt x="671406" y="5602967"/>
                  </a:lnTo>
                  <a:lnTo>
                    <a:pt x="671406" y="5602536"/>
                  </a:lnTo>
                  <a:lnTo>
                    <a:pt x="671564" y="5602536"/>
                  </a:lnTo>
                  <a:lnTo>
                    <a:pt x="671722" y="5602536"/>
                  </a:lnTo>
                  <a:lnTo>
                    <a:pt x="672037" y="5602536"/>
                  </a:lnTo>
                  <a:lnTo>
                    <a:pt x="672353" y="5602536"/>
                  </a:lnTo>
                  <a:lnTo>
                    <a:pt x="672510" y="5602536"/>
                  </a:lnTo>
                  <a:lnTo>
                    <a:pt x="672668" y="5602536"/>
                  </a:lnTo>
                  <a:lnTo>
                    <a:pt x="672668" y="5602106"/>
                  </a:lnTo>
                  <a:lnTo>
                    <a:pt x="672826" y="5602106"/>
                  </a:lnTo>
                  <a:lnTo>
                    <a:pt x="672983" y="5602106"/>
                  </a:lnTo>
                  <a:lnTo>
                    <a:pt x="672983" y="5601675"/>
                  </a:lnTo>
                  <a:lnTo>
                    <a:pt x="673141" y="5601675"/>
                  </a:lnTo>
                  <a:lnTo>
                    <a:pt x="673299" y="5601675"/>
                  </a:lnTo>
                  <a:lnTo>
                    <a:pt x="673457" y="5601244"/>
                  </a:lnTo>
                  <a:lnTo>
                    <a:pt x="673614" y="5600814"/>
                  </a:lnTo>
                  <a:lnTo>
                    <a:pt x="673614" y="5600383"/>
                  </a:lnTo>
                  <a:lnTo>
                    <a:pt x="673614" y="5599953"/>
                  </a:lnTo>
                  <a:lnTo>
                    <a:pt x="673772" y="5599953"/>
                  </a:lnTo>
                  <a:lnTo>
                    <a:pt x="673772" y="5599522"/>
                  </a:lnTo>
                  <a:lnTo>
                    <a:pt x="674245" y="5599091"/>
                  </a:lnTo>
                  <a:lnTo>
                    <a:pt x="674403" y="5599091"/>
                  </a:lnTo>
                  <a:lnTo>
                    <a:pt x="674561" y="5599091"/>
                  </a:lnTo>
                  <a:lnTo>
                    <a:pt x="674718" y="5599091"/>
                  </a:lnTo>
                  <a:lnTo>
                    <a:pt x="674718" y="5598661"/>
                  </a:lnTo>
                  <a:lnTo>
                    <a:pt x="674876" y="5598661"/>
                  </a:lnTo>
                  <a:lnTo>
                    <a:pt x="674876" y="5598230"/>
                  </a:lnTo>
                  <a:lnTo>
                    <a:pt x="675034" y="5598230"/>
                  </a:lnTo>
                  <a:lnTo>
                    <a:pt x="675191" y="5598230"/>
                  </a:lnTo>
                  <a:lnTo>
                    <a:pt x="675349" y="5598230"/>
                  </a:lnTo>
                  <a:lnTo>
                    <a:pt x="675507" y="5598230"/>
                  </a:lnTo>
                  <a:lnTo>
                    <a:pt x="675665" y="5598230"/>
                  </a:lnTo>
                  <a:lnTo>
                    <a:pt x="675822" y="5598230"/>
                  </a:lnTo>
                  <a:lnTo>
                    <a:pt x="675980" y="5598230"/>
                  </a:lnTo>
                  <a:lnTo>
                    <a:pt x="676295" y="5598230"/>
                  </a:lnTo>
                  <a:lnTo>
                    <a:pt x="676453" y="5598230"/>
                  </a:lnTo>
                  <a:lnTo>
                    <a:pt x="676611" y="5598230"/>
                  </a:lnTo>
                  <a:lnTo>
                    <a:pt x="677242" y="5598230"/>
                  </a:lnTo>
                  <a:lnTo>
                    <a:pt x="677242" y="5597800"/>
                  </a:lnTo>
                  <a:lnTo>
                    <a:pt x="677400" y="5597800"/>
                  </a:lnTo>
                  <a:lnTo>
                    <a:pt x="677400" y="5597369"/>
                  </a:lnTo>
                  <a:lnTo>
                    <a:pt x="677400" y="5596938"/>
                  </a:lnTo>
                  <a:lnTo>
                    <a:pt x="677400" y="5596508"/>
                  </a:lnTo>
                  <a:lnTo>
                    <a:pt x="677715" y="5596508"/>
                  </a:lnTo>
                  <a:lnTo>
                    <a:pt x="677715" y="5596077"/>
                  </a:lnTo>
                  <a:lnTo>
                    <a:pt x="677873" y="5596077"/>
                  </a:lnTo>
                  <a:lnTo>
                    <a:pt x="678030" y="5596077"/>
                  </a:lnTo>
                  <a:lnTo>
                    <a:pt x="678030" y="5595647"/>
                  </a:lnTo>
                  <a:lnTo>
                    <a:pt x="678030" y="5595216"/>
                  </a:lnTo>
                  <a:lnTo>
                    <a:pt x="678188" y="5595216"/>
                  </a:lnTo>
                  <a:lnTo>
                    <a:pt x="678188" y="5594785"/>
                  </a:lnTo>
                  <a:lnTo>
                    <a:pt x="678346" y="5594785"/>
                  </a:lnTo>
                  <a:lnTo>
                    <a:pt x="678346" y="5594355"/>
                  </a:lnTo>
                  <a:lnTo>
                    <a:pt x="678504" y="5594355"/>
                  </a:lnTo>
                  <a:lnTo>
                    <a:pt x="678504" y="5593924"/>
                  </a:lnTo>
                  <a:lnTo>
                    <a:pt x="678661" y="5593924"/>
                  </a:lnTo>
                  <a:lnTo>
                    <a:pt x="678661" y="5593494"/>
                  </a:lnTo>
                  <a:lnTo>
                    <a:pt x="678661" y="5593063"/>
                  </a:lnTo>
                  <a:lnTo>
                    <a:pt x="678819" y="5593063"/>
                  </a:lnTo>
                  <a:lnTo>
                    <a:pt x="678819" y="5592632"/>
                  </a:lnTo>
                  <a:lnTo>
                    <a:pt x="678819" y="5592202"/>
                  </a:lnTo>
                  <a:lnTo>
                    <a:pt x="678977" y="5592202"/>
                  </a:lnTo>
                  <a:lnTo>
                    <a:pt x="679134" y="5592202"/>
                  </a:lnTo>
                  <a:lnTo>
                    <a:pt x="679134" y="5591771"/>
                  </a:lnTo>
                  <a:lnTo>
                    <a:pt x="679292" y="5591771"/>
                  </a:lnTo>
                  <a:lnTo>
                    <a:pt x="679450" y="5591771"/>
                  </a:lnTo>
                  <a:lnTo>
                    <a:pt x="679765" y="5591341"/>
                  </a:lnTo>
                  <a:lnTo>
                    <a:pt x="679923" y="5590910"/>
                  </a:lnTo>
                  <a:lnTo>
                    <a:pt x="680081" y="5590479"/>
                  </a:lnTo>
                  <a:lnTo>
                    <a:pt x="680238" y="5590479"/>
                  </a:lnTo>
                  <a:lnTo>
                    <a:pt x="680554" y="5590479"/>
                  </a:lnTo>
                  <a:lnTo>
                    <a:pt x="680554" y="5590049"/>
                  </a:lnTo>
                  <a:lnTo>
                    <a:pt x="680712" y="5590049"/>
                  </a:lnTo>
                  <a:lnTo>
                    <a:pt x="680712" y="5589618"/>
                  </a:lnTo>
                  <a:lnTo>
                    <a:pt x="680869" y="5589188"/>
                  </a:lnTo>
                  <a:lnTo>
                    <a:pt x="681185" y="5589188"/>
                  </a:lnTo>
                  <a:lnTo>
                    <a:pt x="681500" y="5589188"/>
                  </a:lnTo>
                  <a:lnTo>
                    <a:pt x="681658" y="5589188"/>
                  </a:lnTo>
                  <a:lnTo>
                    <a:pt x="681658" y="5588757"/>
                  </a:lnTo>
                  <a:lnTo>
                    <a:pt x="681816" y="5588757"/>
                  </a:lnTo>
                  <a:lnTo>
                    <a:pt x="682131" y="5588757"/>
                  </a:lnTo>
                  <a:lnTo>
                    <a:pt x="682446" y="5588757"/>
                  </a:lnTo>
                  <a:lnTo>
                    <a:pt x="682604" y="5588326"/>
                  </a:lnTo>
                  <a:lnTo>
                    <a:pt x="682762" y="5588326"/>
                  </a:lnTo>
                  <a:lnTo>
                    <a:pt x="682920" y="5588326"/>
                  </a:lnTo>
                  <a:lnTo>
                    <a:pt x="683077" y="5588326"/>
                  </a:lnTo>
                  <a:lnTo>
                    <a:pt x="683235" y="5588326"/>
                  </a:lnTo>
                  <a:lnTo>
                    <a:pt x="683393" y="5587465"/>
                  </a:lnTo>
                  <a:lnTo>
                    <a:pt x="683393" y="5587035"/>
                  </a:lnTo>
                  <a:lnTo>
                    <a:pt x="683393" y="5586604"/>
                  </a:lnTo>
                  <a:lnTo>
                    <a:pt x="683551" y="5586604"/>
                  </a:lnTo>
                  <a:lnTo>
                    <a:pt x="683551" y="5586173"/>
                  </a:lnTo>
                  <a:lnTo>
                    <a:pt x="683708" y="5585743"/>
                  </a:lnTo>
                  <a:lnTo>
                    <a:pt x="683866" y="5585312"/>
                  </a:lnTo>
                  <a:lnTo>
                    <a:pt x="683866" y="5584882"/>
                  </a:lnTo>
                  <a:lnTo>
                    <a:pt x="684024" y="5584882"/>
                  </a:lnTo>
                  <a:lnTo>
                    <a:pt x="684181" y="5584882"/>
                  </a:lnTo>
                  <a:lnTo>
                    <a:pt x="684339" y="5584882"/>
                  </a:lnTo>
                  <a:lnTo>
                    <a:pt x="684497" y="5584882"/>
                  </a:lnTo>
                  <a:lnTo>
                    <a:pt x="684497" y="5584451"/>
                  </a:lnTo>
                  <a:lnTo>
                    <a:pt x="684812" y="5584451"/>
                  </a:lnTo>
                  <a:lnTo>
                    <a:pt x="685128" y="5584451"/>
                  </a:lnTo>
                  <a:lnTo>
                    <a:pt x="685285" y="5584451"/>
                  </a:lnTo>
                  <a:lnTo>
                    <a:pt x="685285" y="5584020"/>
                  </a:lnTo>
                  <a:lnTo>
                    <a:pt x="685285" y="5583590"/>
                  </a:lnTo>
                  <a:lnTo>
                    <a:pt x="685285" y="5583159"/>
                  </a:lnTo>
                  <a:lnTo>
                    <a:pt x="686232" y="5583159"/>
                  </a:lnTo>
                  <a:lnTo>
                    <a:pt x="686389" y="5583159"/>
                  </a:lnTo>
                  <a:lnTo>
                    <a:pt x="686547" y="5583159"/>
                  </a:lnTo>
                  <a:lnTo>
                    <a:pt x="686547" y="5582729"/>
                  </a:lnTo>
                  <a:lnTo>
                    <a:pt x="686705" y="5582729"/>
                  </a:lnTo>
                  <a:lnTo>
                    <a:pt x="687178" y="5582729"/>
                  </a:lnTo>
                  <a:lnTo>
                    <a:pt x="687336" y="5582298"/>
                  </a:lnTo>
                  <a:lnTo>
                    <a:pt x="687493" y="5582298"/>
                  </a:lnTo>
                  <a:lnTo>
                    <a:pt x="687809" y="5581867"/>
                  </a:lnTo>
                  <a:lnTo>
                    <a:pt x="688282" y="5581867"/>
                  </a:lnTo>
                  <a:lnTo>
                    <a:pt x="688440" y="5581867"/>
                  </a:lnTo>
                  <a:lnTo>
                    <a:pt x="688598" y="5581867"/>
                  </a:lnTo>
                  <a:lnTo>
                    <a:pt x="688598" y="5581437"/>
                  </a:lnTo>
                  <a:lnTo>
                    <a:pt x="688755" y="5581006"/>
                  </a:lnTo>
                  <a:lnTo>
                    <a:pt x="688913" y="5580576"/>
                  </a:lnTo>
                  <a:lnTo>
                    <a:pt x="688913" y="5580145"/>
                  </a:lnTo>
                  <a:lnTo>
                    <a:pt x="688913" y="5579714"/>
                  </a:lnTo>
                  <a:lnTo>
                    <a:pt x="689071" y="5579714"/>
                  </a:lnTo>
                  <a:lnTo>
                    <a:pt x="689228" y="5579714"/>
                  </a:lnTo>
                  <a:lnTo>
                    <a:pt x="689228" y="5579284"/>
                  </a:lnTo>
                  <a:lnTo>
                    <a:pt x="689386" y="5579284"/>
                  </a:lnTo>
                  <a:lnTo>
                    <a:pt x="689386" y="5578853"/>
                  </a:lnTo>
                  <a:lnTo>
                    <a:pt x="689544" y="5578853"/>
                  </a:lnTo>
                  <a:lnTo>
                    <a:pt x="689544" y="5578423"/>
                  </a:lnTo>
                  <a:lnTo>
                    <a:pt x="689702" y="5578423"/>
                  </a:lnTo>
                  <a:lnTo>
                    <a:pt x="689859" y="5578423"/>
                  </a:lnTo>
                  <a:lnTo>
                    <a:pt x="690175" y="5577992"/>
                  </a:lnTo>
                  <a:lnTo>
                    <a:pt x="690332" y="5577992"/>
                  </a:lnTo>
                  <a:lnTo>
                    <a:pt x="690490" y="5577992"/>
                  </a:lnTo>
                  <a:lnTo>
                    <a:pt x="690806" y="5577992"/>
                  </a:lnTo>
                  <a:lnTo>
                    <a:pt x="690963" y="5577992"/>
                  </a:lnTo>
                  <a:lnTo>
                    <a:pt x="691121" y="5577992"/>
                  </a:lnTo>
                  <a:lnTo>
                    <a:pt x="691279" y="5577992"/>
                  </a:lnTo>
                  <a:lnTo>
                    <a:pt x="691436" y="5577992"/>
                  </a:lnTo>
                  <a:lnTo>
                    <a:pt x="691752" y="5577992"/>
                  </a:lnTo>
                  <a:lnTo>
                    <a:pt x="691752" y="5577561"/>
                  </a:lnTo>
                  <a:lnTo>
                    <a:pt x="692067" y="5577561"/>
                  </a:lnTo>
                  <a:lnTo>
                    <a:pt x="692225" y="5577561"/>
                  </a:lnTo>
                  <a:lnTo>
                    <a:pt x="692383" y="5577131"/>
                  </a:lnTo>
                  <a:lnTo>
                    <a:pt x="692540" y="5576700"/>
                  </a:lnTo>
                  <a:lnTo>
                    <a:pt x="692698" y="5576700"/>
                  </a:lnTo>
                  <a:lnTo>
                    <a:pt x="692856" y="5576700"/>
                  </a:lnTo>
                  <a:lnTo>
                    <a:pt x="693014" y="5576700"/>
                  </a:lnTo>
                  <a:lnTo>
                    <a:pt x="693014" y="5576270"/>
                  </a:lnTo>
                  <a:lnTo>
                    <a:pt x="693329" y="5576270"/>
                  </a:lnTo>
                  <a:lnTo>
                    <a:pt x="693644" y="5576270"/>
                  </a:lnTo>
                  <a:lnTo>
                    <a:pt x="693802" y="5576270"/>
                  </a:lnTo>
                  <a:lnTo>
                    <a:pt x="693802" y="5575839"/>
                  </a:lnTo>
                  <a:lnTo>
                    <a:pt x="693802" y="5575408"/>
                  </a:lnTo>
                  <a:lnTo>
                    <a:pt x="693802" y="5574978"/>
                  </a:lnTo>
                  <a:lnTo>
                    <a:pt x="693960" y="5574978"/>
                  </a:lnTo>
                  <a:lnTo>
                    <a:pt x="694118" y="5574978"/>
                  </a:lnTo>
                  <a:lnTo>
                    <a:pt x="694118" y="5574547"/>
                  </a:lnTo>
                  <a:lnTo>
                    <a:pt x="694118" y="5574117"/>
                  </a:lnTo>
                  <a:lnTo>
                    <a:pt x="694118" y="5573255"/>
                  </a:lnTo>
                  <a:lnTo>
                    <a:pt x="694118" y="5572394"/>
                  </a:lnTo>
                  <a:lnTo>
                    <a:pt x="694591" y="5572394"/>
                  </a:lnTo>
                  <a:lnTo>
                    <a:pt x="694749" y="5572394"/>
                  </a:lnTo>
                  <a:lnTo>
                    <a:pt x="694906" y="5572394"/>
                  </a:lnTo>
                  <a:lnTo>
                    <a:pt x="694906" y="5571964"/>
                  </a:lnTo>
                  <a:lnTo>
                    <a:pt x="695064" y="5571964"/>
                  </a:lnTo>
                  <a:lnTo>
                    <a:pt x="695222" y="5571964"/>
                  </a:lnTo>
                  <a:lnTo>
                    <a:pt x="695379" y="5571102"/>
                  </a:lnTo>
                  <a:lnTo>
                    <a:pt x="695537" y="5571102"/>
                  </a:lnTo>
                  <a:lnTo>
                    <a:pt x="695695" y="5571102"/>
                  </a:lnTo>
                  <a:lnTo>
                    <a:pt x="695853" y="5571102"/>
                  </a:lnTo>
                  <a:lnTo>
                    <a:pt x="696010" y="5571102"/>
                  </a:lnTo>
                  <a:lnTo>
                    <a:pt x="696168" y="5571102"/>
                  </a:lnTo>
                  <a:lnTo>
                    <a:pt x="696168" y="5570672"/>
                  </a:lnTo>
                  <a:lnTo>
                    <a:pt x="696326" y="5570672"/>
                  </a:lnTo>
                  <a:lnTo>
                    <a:pt x="696483" y="5570672"/>
                  </a:lnTo>
                  <a:lnTo>
                    <a:pt x="696641" y="5570672"/>
                  </a:lnTo>
                  <a:lnTo>
                    <a:pt x="696799" y="5570672"/>
                  </a:lnTo>
                  <a:lnTo>
                    <a:pt x="696957" y="5570672"/>
                  </a:lnTo>
                  <a:lnTo>
                    <a:pt x="697430" y="5570672"/>
                  </a:lnTo>
                  <a:lnTo>
                    <a:pt x="697430" y="5570241"/>
                  </a:lnTo>
                  <a:lnTo>
                    <a:pt x="697587" y="5570241"/>
                  </a:lnTo>
                  <a:lnTo>
                    <a:pt x="697745" y="5570241"/>
                  </a:lnTo>
                  <a:lnTo>
                    <a:pt x="697745" y="5569811"/>
                  </a:lnTo>
                  <a:lnTo>
                    <a:pt x="697745" y="5569380"/>
                  </a:lnTo>
                  <a:lnTo>
                    <a:pt x="697903" y="5569380"/>
                  </a:lnTo>
                  <a:lnTo>
                    <a:pt x="698218" y="5569380"/>
                  </a:lnTo>
                  <a:lnTo>
                    <a:pt x="698376" y="5569380"/>
                  </a:lnTo>
                  <a:lnTo>
                    <a:pt x="698534" y="5569380"/>
                  </a:lnTo>
                  <a:lnTo>
                    <a:pt x="699007" y="5569380"/>
                  </a:lnTo>
                  <a:lnTo>
                    <a:pt x="699322" y="5568949"/>
                  </a:lnTo>
                  <a:lnTo>
                    <a:pt x="699322" y="5568519"/>
                  </a:lnTo>
                  <a:lnTo>
                    <a:pt x="699480" y="5568519"/>
                  </a:lnTo>
                  <a:lnTo>
                    <a:pt x="699638" y="5568519"/>
                  </a:lnTo>
                  <a:lnTo>
                    <a:pt x="699796" y="5568519"/>
                  </a:lnTo>
                  <a:lnTo>
                    <a:pt x="699953" y="5568519"/>
                  </a:lnTo>
                  <a:lnTo>
                    <a:pt x="700111" y="5568088"/>
                  </a:lnTo>
                  <a:lnTo>
                    <a:pt x="700426" y="5568088"/>
                  </a:lnTo>
                  <a:lnTo>
                    <a:pt x="700584" y="5568088"/>
                  </a:lnTo>
                  <a:lnTo>
                    <a:pt x="700742" y="5568088"/>
                  </a:lnTo>
                  <a:lnTo>
                    <a:pt x="701057" y="5568088"/>
                  </a:lnTo>
                  <a:lnTo>
                    <a:pt x="701215" y="5568088"/>
                  </a:lnTo>
                  <a:lnTo>
                    <a:pt x="701373" y="5568088"/>
                  </a:lnTo>
                  <a:lnTo>
                    <a:pt x="701530" y="5568088"/>
                  </a:lnTo>
                  <a:lnTo>
                    <a:pt x="701688" y="5567658"/>
                  </a:lnTo>
                  <a:lnTo>
                    <a:pt x="701688" y="5567227"/>
                  </a:lnTo>
                  <a:lnTo>
                    <a:pt x="701688" y="5566796"/>
                  </a:lnTo>
                  <a:lnTo>
                    <a:pt x="701846" y="5566796"/>
                  </a:lnTo>
                  <a:lnTo>
                    <a:pt x="701846" y="5566366"/>
                  </a:lnTo>
                  <a:lnTo>
                    <a:pt x="702004" y="5566366"/>
                  </a:lnTo>
                  <a:lnTo>
                    <a:pt x="702161" y="5566366"/>
                  </a:lnTo>
                  <a:lnTo>
                    <a:pt x="702319" y="5566366"/>
                  </a:lnTo>
                  <a:lnTo>
                    <a:pt x="702477" y="5566366"/>
                  </a:lnTo>
                  <a:lnTo>
                    <a:pt x="702634" y="5566366"/>
                  </a:lnTo>
                  <a:lnTo>
                    <a:pt x="702634" y="5565935"/>
                  </a:lnTo>
                  <a:lnTo>
                    <a:pt x="702634" y="5565505"/>
                  </a:lnTo>
                  <a:lnTo>
                    <a:pt x="702792" y="5565505"/>
                  </a:lnTo>
                  <a:lnTo>
                    <a:pt x="702950" y="5565505"/>
                  </a:lnTo>
                  <a:lnTo>
                    <a:pt x="703108" y="5565505"/>
                  </a:lnTo>
                  <a:lnTo>
                    <a:pt x="703108" y="5565074"/>
                  </a:lnTo>
                  <a:lnTo>
                    <a:pt x="703423" y="5565074"/>
                  </a:lnTo>
                  <a:lnTo>
                    <a:pt x="703581" y="5565074"/>
                  </a:lnTo>
                  <a:lnTo>
                    <a:pt x="703738" y="5565074"/>
                  </a:lnTo>
                  <a:lnTo>
                    <a:pt x="703896" y="5565074"/>
                  </a:lnTo>
                  <a:lnTo>
                    <a:pt x="703896" y="5564643"/>
                  </a:lnTo>
                  <a:lnTo>
                    <a:pt x="704054" y="5564643"/>
                  </a:lnTo>
                  <a:lnTo>
                    <a:pt x="704054" y="5563782"/>
                  </a:lnTo>
                  <a:lnTo>
                    <a:pt x="704054" y="5563352"/>
                  </a:lnTo>
                  <a:lnTo>
                    <a:pt x="704212" y="5563352"/>
                  </a:lnTo>
                  <a:lnTo>
                    <a:pt x="704369" y="5562921"/>
                  </a:lnTo>
                  <a:lnTo>
                    <a:pt x="704369" y="5562490"/>
                  </a:lnTo>
                  <a:lnTo>
                    <a:pt x="704527" y="5562490"/>
                  </a:lnTo>
                  <a:lnTo>
                    <a:pt x="704685" y="5562490"/>
                  </a:lnTo>
                  <a:lnTo>
                    <a:pt x="704842" y="5562060"/>
                  </a:lnTo>
                  <a:lnTo>
                    <a:pt x="705000" y="5562060"/>
                  </a:lnTo>
                  <a:lnTo>
                    <a:pt x="705158" y="5562060"/>
                  </a:lnTo>
                  <a:lnTo>
                    <a:pt x="705316" y="5561629"/>
                  </a:lnTo>
                  <a:lnTo>
                    <a:pt x="705473" y="5561629"/>
                  </a:lnTo>
                  <a:lnTo>
                    <a:pt x="705631" y="5561629"/>
                  </a:lnTo>
                  <a:lnTo>
                    <a:pt x="705789" y="5560768"/>
                  </a:lnTo>
                  <a:lnTo>
                    <a:pt x="705947" y="5560768"/>
                  </a:lnTo>
                  <a:lnTo>
                    <a:pt x="705947" y="5560337"/>
                  </a:lnTo>
                  <a:lnTo>
                    <a:pt x="706104" y="5560337"/>
                  </a:lnTo>
                  <a:lnTo>
                    <a:pt x="706104" y="5559907"/>
                  </a:lnTo>
                  <a:lnTo>
                    <a:pt x="706104" y="5559476"/>
                  </a:lnTo>
                  <a:lnTo>
                    <a:pt x="706104" y="5559046"/>
                  </a:lnTo>
                  <a:lnTo>
                    <a:pt x="706262" y="5559046"/>
                  </a:lnTo>
                  <a:lnTo>
                    <a:pt x="706420" y="5559046"/>
                  </a:lnTo>
                  <a:lnTo>
                    <a:pt x="706420" y="5558184"/>
                  </a:lnTo>
                  <a:lnTo>
                    <a:pt x="706577" y="5558184"/>
                  </a:lnTo>
                  <a:lnTo>
                    <a:pt x="706735" y="5558184"/>
                  </a:lnTo>
                  <a:lnTo>
                    <a:pt x="706893" y="5558184"/>
                  </a:lnTo>
                  <a:lnTo>
                    <a:pt x="707051" y="5558184"/>
                  </a:lnTo>
                  <a:lnTo>
                    <a:pt x="707208" y="5557754"/>
                  </a:lnTo>
                  <a:lnTo>
                    <a:pt x="707366" y="5557754"/>
                  </a:lnTo>
                  <a:lnTo>
                    <a:pt x="707524" y="5557754"/>
                  </a:lnTo>
                  <a:lnTo>
                    <a:pt x="707524" y="5556893"/>
                  </a:lnTo>
                  <a:lnTo>
                    <a:pt x="707681" y="5556893"/>
                  </a:lnTo>
                  <a:lnTo>
                    <a:pt x="707839" y="5556893"/>
                  </a:lnTo>
                  <a:lnTo>
                    <a:pt x="707839" y="5556462"/>
                  </a:lnTo>
                  <a:lnTo>
                    <a:pt x="707997" y="5556462"/>
                  </a:lnTo>
                  <a:lnTo>
                    <a:pt x="708155" y="5556462"/>
                  </a:lnTo>
                  <a:lnTo>
                    <a:pt x="708470" y="5556462"/>
                  </a:lnTo>
                  <a:lnTo>
                    <a:pt x="708628" y="5556462"/>
                  </a:lnTo>
                  <a:lnTo>
                    <a:pt x="708785" y="5556462"/>
                  </a:lnTo>
                  <a:lnTo>
                    <a:pt x="708943" y="5556462"/>
                  </a:lnTo>
                  <a:lnTo>
                    <a:pt x="709101" y="5556462"/>
                  </a:lnTo>
                  <a:lnTo>
                    <a:pt x="709259" y="5556462"/>
                  </a:lnTo>
                  <a:lnTo>
                    <a:pt x="709416" y="5556462"/>
                  </a:lnTo>
                  <a:lnTo>
                    <a:pt x="711782" y="5553448"/>
                  </a:lnTo>
                  <a:lnTo>
                    <a:pt x="711782" y="5553017"/>
                  </a:lnTo>
                  <a:lnTo>
                    <a:pt x="711782" y="5552587"/>
                  </a:lnTo>
                  <a:lnTo>
                    <a:pt x="711940" y="5552587"/>
                  </a:lnTo>
                  <a:lnTo>
                    <a:pt x="712098" y="5552587"/>
                  </a:lnTo>
                  <a:lnTo>
                    <a:pt x="712255" y="5552156"/>
                  </a:lnTo>
                  <a:lnTo>
                    <a:pt x="712255" y="5551725"/>
                  </a:lnTo>
                  <a:lnTo>
                    <a:pt x="712413" y="5551725"/>
                  </a:lnTo>
                  <a:lnTo>
                    <a:pt x="712413" y="5551295"/>
                  </a:lnTo>
                  <a:lnTo>
                    <a:pt x="712571" y="5551295"/>
                  </a:lnTo>
                  <a:lnTo>
                    <a:pt x="712886" y="5550864"/>
                  </a:lnTo>
                  <a:lnTo>
                    <a:pt x="713044" y="5550864"/>
                  </a:lnTo>
                  <a:lnTo>
                    <a:pt x="713044" y="5550434"/>
                  </a:lnTo>
                  <a:lnTo>
                    <a:pt x="713359" y="5550434"/>
                  </a:lnTo>
                  <a:lnTo>
                    <a:pt x="713517" y="5550003"/>
                  </a:lnTo>
                  <a:lnTo>
                    <a:pt x="713675" y="5550003"/>
                  </a:lnTo>
                  <a:lnTo>
                    <a:pt x="713832" y="5550003"/>
                  </a:lnTo>
                  <a:lnTo>
                    <a:pt x="713990" y="5550003"/>
                  </a:lnTo>
                  <a:lnTo>
                    <a:pt x="714148" y="5550003"/>
                  </a:lnTo>
                  <a:lnTo>
                    <a:pt x="714306" y="5550003"/>
                  </a:lnTo>
                  <a:lnTo>
                    <a:pt x="714463" y="5550003"/>
                  </a:lnTo>
                  <a:lnTo>
                    <a:pt x="714621" y="5550003"/>
                  </a:lnTo>
                  <a:lnTo>
                    <a:pt x="714779" y="5549572"/>
                  </a:lnTo>
                  <a:lnTo>
                    <a:pt x="714936" y="5549572"/>
                  </a:lnTo>
                  <a:lnTo>
                    <a:pt x="715094" y="5549572"/>
                  </a:lnTo>
                  <a:lnTo>
                    <a:pt x="715094" y="5549142"/>
                  </a:lnTo>
                  <a:lnTo>
                    <a:pt x="715252" y="5549142"/>
                  </a:lnTo>
                  <a:lnTo>
                    <a:pt x="715410" y="5549142"/>
                  </a:lnTo>
                  <a:lnTo>
                    <a:pt x="715410" y="5548711"/>
                  </a:lnTo>
                  <a:lnTo>
                    <a:pt x="715567" y="5548711"/>
                  </a:lnTo>
                  <a:lnTo>
                    <a:pt x="715725" y="5548711"/>
                  </a:lnTo>
                  <a:lnTo>
                    <a:pt x="715883" y="5548711"/>
                  </a:lnTo>
                  <a:lnTo>
                    <a:pt x="716040" y="5548711"/>
                  </a:lnTo>
                  <a:lnTo>
                    <a:pt x="716198" y="5548711"/>
                  </a:lnTo>
                  <a:lnTo>
                    <a:pt x="716514" y="5548281"/>
                  </a:lnTo>
                  <a:lnTo>
                    <a:pt x="716671" y="5548281"/>
                  </a:lnTo>
                  <a:lnTo>
                    <a:pt x="716829" y="5548281"/>
                  </a:lnTo>
                  <a:lnTo>
                    <a:pt x="716987" y="5548281"/>
                  </a:lnTo>
                  <a:lnTo>
                    <a:pt x="717145" y="5547419"/>
                  </a:lnTo>
                  <a:lnTo>
                    <a:pt x="717460" y="5546989"/>
                  </a:lnTo>
                  <a:lnTo>
                    <a:pt x="717618" y="5546989"/>
                  </a:lnTo>
                  <a:lnTo>
                    <a:pt x="717775" y="5546989"/>
                  </a:lnTo>
                  <a:lnTo>
                    <a:pt x="717933" y="5546558"/>
                  </a:lnTo>
                  <a:lnTo>
                    <a:pt x="717933" y="5546128"/>
                  </a:lnTo>
                  <a:lnTo>
                    <a:pt x="717933" y="5545697"/>
                  </a:lnTo>
                  <a:lnTo>
                    <a:pt x="717933" y="5544405"/>
                  </a:lnTo>
                  <a:lnTo>
                    <a:pt x="718091" y="5544405"/>
                  </a:lnTo>
                  <a:lnTo>
                    <a:pt x="718249" y="5544405"/>
                  </a:lnTo>
                  <a:lnTo>
                    <a:pt x="718406" y="5544405"/>
                  </a:lnTo>
                  <a:lnTo>
                    <a:pt x="718722" y="5544405"/>
                  </a:lnTo>
                  <a:lnTo>
                    <a:pt x="719037" y="5543975"/>
                  </a:lnTo>
                  <a:lnTo>
                    <a:pt x="719195" y="5543975"/>
                  </a:lnTo>
                  <a:lnTo>
                    <a:pt x="719195" y="5543544"/>
                  </a:lnTo>
                  <a:lnTo>
                    <a:pt x="719353" y="5543544"/>
                  </a:lnTo>
                  <a:lnTo>
                    <a:pt x="719353" y="5543113"/>
                  </a:lnTo>
                  <a:lnTo>
                    <a:pt x="719510" y="5542683"/>
                  </a:lnTo>
                  <a:lnTo>
                    <a:pt x="719668" y="5542683"/>
                  </a:lnTo>
                  <a:lnTo>
                    <a:pt x="719668" y="5542252"/>
                  </a:lnTo>
                  <a:lnTo>
                    <a:pt x="719826" y="5542252"/>
                  </a:lnTo>
                  <a:lnTo>
                    <a:pt x="719826" y="5541822"/>
                  </a:lnTo>
                  <a:lnTo>
                    <a:pt x="719826" y="5541391"/>
                  </a:lnTo>
                  <a:lnTo>
                    <a:pt x="719826" y="5540960"/>
                  </a:lnTo>
                  <a:lnTo>
                    <a:pt x="719826" y="5540530"/>
                  </a:lnTo>
                  <a:lnTo>
                    <a:pt x="719983" y="5540530"/>
                  </a:lnTo>
                  <a:lnTo>
                    <a:pt x="720299" y="5540530"/>
                  </a:lnTo>
                  <a:lnTo>
                    <a:pt x="720457" y="5540530"/>
                  </a:lnTo>
                  <a:lnTo>
                    <a:pt x="720614" y="5540530"/>
                  </a:lnTo>
                  <a:lnTo>
                    <a:pt x="720614" y="5540099"/>
                  </a:lnTo>
                  <a:lnTo>
                    <a:pt x="720930" y="5540099"/>
                  </a:lnTo>
                  <a:lnTo>
                    <a:pt x="721087" y="5540099"/>
                  </a:lnTo>
                  <a:lnTo>
                    <a:pt x="721245" y="5540099"/>
                  </a:lnTo>
                  <a:lnTo>
                    <a:pt x="721403" y="5540099"/>
                  </a:lnTo>
                  <a:lnTo>
                    <a:pt x="721403" y="5539669"/>
                  </a:lnTo>
                  <a:lnTo>
                    <a:pt x="721403" y="5539238"/>
                  </a:lnTo>
                  <a:lnTo>
                    <a:pt x="721718" y="5539238"/>
                  </a:lnTo>
                  <a:lnTo>
                    <a:pt x="722034" y="5539238"/>
                  </a:lnTo>
                  <a:lnTo>
                    <a:pt x="722191" y="5539238"/>
                  </a:lnTo>
                  <a:lnTo>
                    <a:pt x="722507" y="5539238"/>
                  </a:lnTo>
                  <a:lnTo>
                    <a:pt x="722665" y="5539238"/>
                  </a:lnTo>
                  <a:lnTo>
                    <a:pt x="722822" y="5539238"/>
                  </a:lnTo>
                  <a:lnTo>
                    <a:pt x="723138" y="5538807"/>
                  </a:lnTo>
                  <a:lnTo>
                    <a:pt x="723296" y="5538807"/>
                  </a:lnTo>
                  <a:lnTo>
                    <a:pt x="723611" y="5538807"/>
                  </a:lnTo>
                  <a:lnTo>
                    <a:pt x="723926" y="5538807"/>
                  </a:lnTo>
                  <a:lnTo>
                    <a:pt x="723926" y="5538377"/>
                  </a:lnTo>
                  <a:lnTo>
                    <a:pt x="724084" y="5538377"/>
                  </a:lnTo>
                  <a:lnTo>
                    <a:pt x="724242" y="5538377"/>
                  </a:lnTo>
                  <a:lnTo>
                    <a:pt x="724400" y="5537946"/>
                  </a:lnTo>
                  <a:lnTo>
                    <a:pt x="724557" y="5537946"/>
                  </a:lnTo>
                  <a:lnTo>
                    <a:pt x="724715" y="5537946"/>
                  </a:lnTo>
                  <a:lnTo>
                    <a:pt x="724873" y="5537946"/>
                  </a:lnTo>
                  <a:lnTo>
                    <a:pt x="725030" y="5537946"/>
                  </a:lnTo>
                  <a:lnTo>
                    <a:pt x="725188" y="5537946"/>
                  </a:lnTo>
                  <a:lnTo>
                    <a:pt x="725346" y="5537946"/>
                  </a:lnTo>
                  <a:lnTo>
                    <a:pt x="725346" y="5537516"/>
                  </a:lnTo>
                  <a:lnTo>
                    <a:pt x="725661" y="5537516"/>
                  </a:lnTo>
                  <a:lnTo>
                    <a:pt x="725661" y="5537085"/>
                  </a:lnTo>
                  <a:lnTo>
                    <a:pt x="725819" y="5537085"/>
                  </a:lnTo>
                  <a:lnTo>
                    <a:pt x="725977" y="5536654"/>
                  </a:lnTo>
                  <a:lnTo>
                    <a:pt x="726134" y="5536654"/>
                  </a:lnTo>
                  <a:lnTo>
                    <a:pt x="726292" y="5536654"/>
                  </a:lnTo>
                  <a:lnTo>
                    <a:pt x="726450" y="5536654"/>
                  </a:lnTo>
                  <a:lnTo>
                    <a:pt x="726450" y="5536224"/>
                  </a:lnTo>
                  <a:lnTo>
                    <a:pt x="726608" y="5535793"/>
                  </a:lnTo>
                  <a:lnTo>
                    <a:pt x="726765" y="5535363"/>
                  </a:lnTo>
                  <a:lnTo>
                    <a:pt x="726923" y="5535363"/>
                  </a:lnTo>
                  <a:lnTo>
                    <a:pt x="726923" y="5534932"/>
                  </a:lnTo>
                  <a:lnTo>
                    <a:pt x="727081" y="5534501"/>
                  </a:lnTo>
                  <a:lnTo>
                    <a:pt x="727712" y="5534071"/>
                  </a:lnTo>
                  <a:lnTo>
                    <a:pt x="727869" y="5534071"/>
                  </a:lnTo>
                  <a:lnTo>
                    <a:pt x="727869" y="5533210"/>
                  </a:lnTo>
                  <a:lnTo>
                    <a:pt x="728027" y="5533210"/>
                  </a:lnTo>
                  <a:lnTo>
                    <a:pt x="728185" y="5533210"/>
                  </a:lnTo>
                  <a:lnTo>
                    <a:pt x="728343" y="5533210"/>
                  </a:lnTo>
                  <a:lnTo>
                    <a:pt x="728343" y="5532779"/>
                  </a:lnTo>
                  <a:lnTo>
                    <a:pt x="728500" y="5532779"/>
                  </a:lnTo>
                  <a:lnTo>
                    <a:pt x="728658" y="5532348"/>
                  </a:lnTo>
                  <a:lnTo>
                    <a:pt x="728816" y="5532348"/>
                  </a:lnTo>
                  <a:lnTo>
                    <a:pt x="729131" y="5532348"/>
                  </a:lnTo>
                  <a:lnTo>
                    <a:pt x="729131" y="5531918"/>
                  </a:lnTo>
                  <a:lnTo>
                    <a:pt x="729447" y="5531487"/>
                  </a:lnTo>
                  <a:lnTo>
                    <a:pt x="729762" y="5531057"/>
                  </a:lnTo>
                  <a:lnTo>
                    <a:pt x="729920" y="5531057"/>
                  </a:lnTo>
                  <a:lnTo>
                    <a:pt x="730077" y="5531057"/>
                  </a:lnTo>
                  <a:lnTo>
                    <a:pt x="730235" y="5531057"/>
                  </a:lnTo>
                  <a:lnTo>
                    <a:pt x="730393" y="5531057"/>
                  </a:lnTo>
                  <a:lnTo>
                    <a:pt x="730551" y="5531057"/>
                  </a:lnTo>
                  <a:lnTo>
                    <a:pt x="730866" y="5530626"/>
                  </a:lnTo>
                  <a:lnTo>
                    <a:pt x="731181" y="5530626"/>
                  </a:lnTo>
                  <a:lnTo>
                    <a:pt x="731655" y="5530626"/>
                  </a:lnTo>
                  <a:lnTo>
                    <a:pt x="731812" y="5530626"/>
                  </a:lnTo>
                  <a:lnTo>
                    <a:pt x="731970" y="5530626"/>
                  </a:lnTo>
                  <a:lnTo>
                    <a:pt x="731970" y="5530195"/>
                  </a:lnTo>
                  <a:lnTo>
                    <a:pt x="732128" y="5530195"/>
                  </a:lnTo>
                  <a:lnTo>
                    <a:pt x="732128" y="5529765"/>
                  </a:lnTo>
                  <a:lnTo>
                    <a:pt x="732128" y="5529334"/>
                  </a:lnTo>
                  <a:lnTo>
                    <a:pt x="732285" y="5529334"/>
                  </a:lnTo>
                  <a:lnTo>
                    <a:pt x="732601" y="5528904"/>
                  </a:lnTo>
                  <a:lnTo>
                    <a:pt x="732601" y="5528473"/>
                  </a:lnTo>
                  <a:lnTo>
                    <a:pt x="732601" y="5528042"/>
                  </a:lnTo>
                  <a:lnTo>
                    <a:pt x="732601" y="5527612"/>
                  </a:lnTo>
                  <a:lnTo>
                    <a:pt x="732759" y="5527612"/>
                  </a:lnTo>
                  <a:lnTo>
                    <a:pt x="732916" y="5527612"/>
                  </a:lnTo>
                  <a:lnTo>
                    <a:pt x="733232" y="5527181"/>
                  </a:lnTo>
                  <a:lnTo>
                    <a:pt x="733389" y="5527181"/>
                  </a:lnTo>
                  <a:lnTo>
                    <a:pt x="733547" y="5527181"/>
                  </a:lnTo>
                  <a:lnTo>
                    <a:pt x="733705" y="5527181"/>
                  </a:lnTo>
                  <a:lnTo>
                    <a:pt x="734020" y="5527181"/>
                  </a:lnTo>
                  <a:lnTo>
                    <a:pt x="734178" y="5527181"/>
                  </a:lnTo>
                  <a:lnTo>
                    <a:pt x="734494" y="5527181"/>
                  </a:lnTo>
                  <a:lnTo>
                    <a:pt x="734651" y="5527181"/>
                  </a:lnTo>
                  <a:lnTo>
                    <a:pt x="734809" y="5527181"/>
                  </a:lnTo>
                  <a:lnTo>
                    <a:pt x="734967" y="5527181"/>
                  </a:lnTo>
                  <a:lnTo>
                    <a:pt x="735124" y="5527181"/>
                  </a:lnTo>
                  <a:lnTo>
                    <a:pt x="735440" y="5527181"/>
                  </a:lnTo>
                  <a:lnTo>
                    <a:pt x="735598" y="5526751"/>
                  </a:lnTo>
                  <a:lnTo>
                    <a:pt x="735755" y="5526320"/>
                  </a:lnTo>
                  <a:lnTo>
                    <a:pt x="735913" y="5526320"/>
                  </a:lnTo>
                  <a:lnTo>
                    <a:pt x="736228" y="5526320"/>
                  </a:lnTo>
                  <a:lnTo>
                    <a:pt x="736228" y="5525889"/>
                  </a:lnTo>
                  <a:lnTo>
                    <a:pt x="736386" y="5525459"/>
                  </a:lnTo>
                  <a:lnTo>
                    <a:pt x="736544" y="5525459"/>
                  </a:lnTo>
                  <a:lnTo>
                    <a:pt x="736702" y="5525459"/>
                  </a:lnTo>
                  <a:lnTo>
                    <a:pt x="736859" y="5525459"/>
                  </a:lnTo>
                  <a:lnTo>
                    <a:pt x="737017" y="5524598"/>
                  </a:lnTo>
                  <a:lnTo>
                    <a:pt x="737490" y="5524598"/>
                  </a:lnTo>
                  <a:lnTo>
                    <a:pt x="737806" y="5524598"/>
                  </a:lnTo>
                  <a:lnTo>
                    <a:pt x="737963" y="5524598"/>
                  </a:lnTo>
                  <a:lnTo>
                    <a:pt x="738121" y="5524598"/>
                  </a:lnTo>
                  <a:lnTo>
                    <a:pt x="738279" y="5524598"/>
                  </a:lnTo>
                  <a:lnTo>
                    <a:pt x="738436" y="5524598"/>
                  </a:lnTo>
                  <a:lnTo>
                    <a:pt x="738594" y="5524598"/>
                  </a:lnTo>
                  <a:lnTo>
                    <a:pt x="738752" y="5524598"/>
                  </a:lnTo>
                  <a:lnTo>
                    <a:pt x="739067" y="5524598"/>
                  </a:lnTo>
                  <a:lnTo>
                    <a:pt x="739225" y="5524598"/>
                  </a:lnTo>
                  <a:lnTo>
                    <a:pt x="739383" y="5524167"/>
                  </a:lnTo>
                  <a:lnTo>
                    <a:pt x="739541" y="5524167"/>
                  </a:lnTo>
                  <a:lnTo>
                    <a:pt x="739541" y="5523736"/>
                  </a:lnTo>
                  <a:lnTo>
                    <a:pt x="739856" y="5523736"/>
                  </a:lnTo>
                  <a:lnTo>
                    <a:pt x="740014" y="5523736"/>
                  </a:lnTo>
                  <a:lnTo>
                    <a:pt x="740171" y="5523306"/>
                  </a:lnTo>
                  <a:lnTo>
                    <a:pt x="740171" y="5522875"/>
                  </a:lnTo>
                  <a:lnTo>
                    <a:pt x="740329" y="5522875"/>
                  </a:lnTo>
                  <a:lnTo>
                    <a:pt x="740645" y="5522875"/>
                  </a:lnTo>
                  <a:lnTo>
                    <a:pt x="740645" y="5522445"/>
                  </a:lnTo>
                  <a:lnTo>
                    <a:pt x="740645" y="5522014"/>
                  </a:lnTo>
                  <a:lnTo>
                    <a:pt x="740802" y="5521583"/>
                  </a:lnTo>
                  <a:lnTo>
                    <a:pt x="740960" y="5521153"/>
                  </a:lnTo>
                  <a:lnTo>
                    <a:pt x="741118" y="5521153"/>
                  </a:lnTo>
                  <a:lnTo>
                    <a:pt x="741118" y="5520722"/>
                  </a:lnTo>
                  <a:lnTo>
                    <a:pt x="741433" y="5520722"/>
                  </a:lnTo>
                  <a:lnTo>
                    <a:pt x="741591" y="5520722"/>
                  </a:lnTo>
                  <a:lnTo>
                    <a:pt x="741749" y="5520722"/>
                  </a:lnTo>
                  <a:lnTo>
                    <a:pt x="741906" y="5520292"/>
                  </a:lnTo>
                  <a:lnTo>
                    <a:pt x="742064" y="5520292"/>
                  </a:lnTo>
                  <a:lnTo>
                    <a:pt x="742537" y="5519430"/>
                  </a:lnTo>
                  <a:lnTo>
                    <a:pt x="742537" y="5519000"/>
                  </a:lnTo>
                  <a:lnTo>
                    <a:pt x="742695" y="5519000"/>
                  </a:lnTo>
                  <a:lnTo>
                    <a:pt x="743010" y="5519000"/>
                  </a:lnTo>
                  <a:lnTo>
                    <a:pt x="743168" y="5519000"/>
                  </a:lnTo>
                  <a:lnTo>
                    <a:pt x="743326" y="5519000"/>
                  </a:lnTo>
                  <a:lnTo>
                    <a:pt x="743641" y="5519000"/>
                  </a:lnTo>
                  <a:lnTo>
                    <a:pt x="743799" y="5518569"/>
                  </a:lnTo>
                  <a:lnTo>
                    <a:pt x="744114" y="5518569"/>
                  </a:lnTo>
                  <a:lnTo>
                    <a:pt x="744114" y="5518139"/>
                  </a:lnTo>
                  <a:lnTo>
                    <a:pt x="744745" y="5518139"/>
                  </a:lnTo>
                  <a:lnTo>
                    <a:pt x="744903" y="5518139"/>
                  </a:lnTo>
                  <a:lnTo>
                    <a:pt x="745061" y="5517708"/>
                  </a:lnTo>
                  <a:lnTo>
                    <a:pt x="745534" y="5517277"/>
                  </a:lnTo>
                  <a:lnTo>
                    <a:pt x="745692" y="5517277"/>
                  </a:lnTo>
                  <a:lnTo>
                    <a:pt x="745692" y="5516847"/>
                  </a:lnTo>
                  <a:lnTo>
                    <a:pt x="745849" y="5516847"/>
                  </a:lnTo>
                  <a:lnTo>
                    <a:pt x="746007" y="5516847"/>
                  </a:lnTo>
                  <a:lnTo>
                    <a:pt x="746007" y="5516416"/>
                  </a:lnTo>
                  <a:lnTo>
                    <a:pt x="746165" y="5515986"/>
                  </a:lnTo>
                  <a:lnTo>
                    <a:pt x="746322" y="5515555"/>
                  </a:lnTo>
                  <a:lnTo>
                    <a:pt x="746480" y="5514694"/>
                  </a:lnTo>
                  <a:lnTo>
                    <a:pt x="746638" y="5514694"/>
                  </a:lnTo>
                  <a:lnTo>
                    <a:pt x="746796" y="5514694"/>
                  </a:lnTo>
                  <a:lnTo>
                    <a:pt x="746953" y="5514694"/>
                  </a:lnTo>
                  <a:lnTo>
                    <a:pt x="746953" y="5514263"/>
                  </a:lnTo>
                  <a:lnTo>
                    <a:pt x="746953" y="5513833"/>
                  </a:lnTo>
                  <a:lnTo>
                    <a:pt x="747111" y="5513833"/>
                  </a:lnTo>
                  <a:lnTo>
                    <a:pt x="747269" y="5513833"/>
                  </a:lnTo>
                  <a:lnTo>
                    <a:pt x="747426" y="5513833"/>
                  </a:lnTo>
                  <a:lnTo>
                    <a:pt x="747426" y="5513402"/>
                  </a:lnTo>
                  <a:lnTo>
                    <a:pt x="747426" y="5512971"/>
                  </a:lnTo>
                  <a:lnTo>
                    <a:pt x="747584" y="5512971"/>
                  </a:lnTo>
                  <a:lnTo>
                    <a:pt x="747742" y="5512971"/>
                  </a:lnTo>
                  <a:lnTo>
                    <a:pt x="747742" y="5512541"/>
                  </a:lnTo>
                  <a:lnTo>
                    <a:pt x="747900" y="5512541"/>
                  </a:lnTo>
                  <a:lnTo>
                    <a:pt x="748215" y="5512541"/>
                  </a:lnTo>
                  <a:lnTo>
                    <a:pt x="748373" y="5512541"/>
                  </a:lnTo>
                  <a:lnTo>
                    <a:pt x="748530" y="5512541"/>
                  </a:lnTo>
                  <a:lnTo>
                    <a:pt x="748530" y="5512110"/>
                  </a:lnTo>
                  <a:lnTo>
                    <a:pt x="748530" y="5511680"/>
                  </a:lnTo>
                  <a:lnTo>
                    <a:pt x="748688" y="5511680"/>
                  </a:lnTo>
                  <a:lnTo>
                    <a:pt x="748846" y="5511680"/>
                  </a:lnTo>
                  <a:lnTo>
                    <a:pt x="749319" y="5511680"/>
                  </a:lnTo>
                  <a:lnTo>
                    <a:pt x="749319" y="5511249"/>
                  </a:lnTo>
                  <a:lnTo>
                    <a:pt x="749477" y="5510818"/>
                  </a:lnTo>
                  <a:lnTo>
                    <a:pt x="749477" y="5510388"/>
                  </a:lnTo>
                  <a:lnTo>
                    <a:pt x="749634" y="5510388"/>
                  </a:lnTo>
                  <a:lnTo>
                    <a:pt x="749634" y="5509957"/>
                  </a:lnTo>
                  <a:lnTo>
                    <a:pt x="749792" y="5509957"/>
                  </a:lnTo>
                  <a:lnTo>
                    <a:pt x="749950" y="5509957"/>
                  </a:lnTo>
                  <a:lnTo>
                    <a:pt x="750581" y="5509957"/>
                  </a:lnTo>
                  <a:lnTo>
                    <a:pt x="750739" y="5509957"/>
                  </a:lnTo>
                  <a:lnTo>
                    <a:pt x="750739" y="5509527"/>
                  </a:lnTo>
                  <a:lnTo>
                    <a:pt x="751212" y="5509527"/>
                  </a:lnTo>
                  <a:lnTo>
                    <a:pt x="751369" y="5509096"/>
                  </a:lnTo>
                  <a:lnTo>
                    <a:pt x="751527" y="5509096"/>
                  </a:lnTo>
                  <a:lnTo>
                    <a:pt x="752000" y="5507804"/>
                  </a:lnTo>
                  <a:lnTo>
                    <a:pt x="752000" y="5507374"/>
                  </a:lnTo>
                  <a:lnTo>
                    <a:pt x="752158" y="5507374"/>
                  </a:lnTo>
                  <a:lnTo>
                    <a:pt x="752316" y="5507374"/>
                  </a:lnTo>
                  <a:lnTo>
                    <a:pt x="752473" y="5507374"/>
                  </a:lnTo>
                  <a:lnTo>
                    <a:pt x="752631" y="5507374"/>
                  </a:lnTo>
                  <a:lnTo>
                    <a:pt x="752631" y="5506943"/>
                  </a:lnTo>
                  <a:lnTo>
                    <a:pt x="752789" y="5506943"/>
                  </a:lnTo>
                  <a:lnTo>
                    <a:pt x="752789" y="5506082"/>
                  </a:lnTo>
                  <a:lnTo>
                    <a:pt x="752947" y="5506082"/>
                  </a:lnTo>
                  <a:lnTo>
                    <a:pt x="752947" y="5505651"/>
                  </a:lnTo>
                  <a:lnTo>
                    <a:pt x="753262" y="5505221"/>
                  </a:lnTo>
                  <a:lnTo>
                    <a:pt x="753577" y="5505221"/>
                  </a:lnTo>
                  <a:lnTo>
                    <a:pt x="753735" y="5504359"/>
                  </a:lnTo>
                  <a:lnTo>
                    <a:pt x="753893" y="5504359"/>
                  </a:lnTo>
                  <a:lnTo>
                    <a:pt x="754051" y="5504359"/>
                  </a:lnTo>
                  <a:lnTo>
                    <a:pt x="754366" y="5504359"/>
                  </a:lnTo>
                  <a:lnTo>
                    <a:pt x="754366" y="5503498"/>
                  </a:lnTo>
                  <a:lnTo>
                    <a:pt x="754524" y="5503498"/>
                  </a:lnTo>
                  <a:lnTo>
                    <a:pt x="754681" y="5503498"/>
                  </a:lnTo>
                  <a:lnTo>
                    <a:pt x="754839" y="5503068"/>
                  </a:lnTo>
                  <a:lnTo>
                    <a:pt x="754997" y="5503068"/>
                  </a:lnTo>
                  <a:lnTo>
                    <a:pt x="755155" y="5503068"/>
                  </a:lnTo>
                  <a:lnTo>
                    <a:pt x="755312" y="5502637"/>
                  </a:lnTo>
                  <a:lnTo>
                    <a:pt x="755470" y="5502637"/>
                  </a:lnTo>
                  <a:lnTo>
                    <a:pt x="755628" y="5502637"/>
                  </a:lnTo>
                  <a:lnTo>
                    <a:pt x="755785" y="5502206"/>
                  </a:lnTo>
                  <a:lnTo>
                    <a:pt x="755785" y="5501776"/>
                  </a:lnTo>
                  <a:lnTo>
                    <a:pt x="755943" y="5501776"/>
                  </a:lnTo>
                  <a:lnTo>
                    <a:pt x="755943" y="5501345"/>
                  </a:lnTo>
                  <a:lnTo>
                    <a:pt x="756101" y="5500484"/>
                  </a:lnTo>
                  <a:lnTo>
                    <a:pt x="756259" y="5500053"/>
                  </a:lnTo>
                  <a:lnTo>
                    <a:pt x="756259" y="5499623"/>
                  </a:lnTo>
                  <a:lnTo>
                    <a:pt x="756574" y="5499192"/>
                  </a:lnTo>
                  <a:lnTo>
                    <a:pt x="756732" y="5499192"/>
                  </a:lnTo>
                  <a:lnTo>
                    <a:pt x="756890" y="5498762"/>
                  </a:lnTo>
                  <a:lnTo>
                    <a:pt x="757047" y="5498762"/>
                  </a:lnTo>
                  <a:lnTo>
                    <a:pt x="757047" y="5498331"/>
                  </a:lnTo>
                  <a:lnTo>
                    <a:pt x="757047" y="5497900"/>
                  </a:lnTo>
                  <a:lnTo>
                    <a:pt x="757205" y="5497900"/>
                  </a:lnTo>
                  <a:lnTo>
                    <a:pt x="757205" y="5497470"/>
                  </a:lnTo>
                  <a:lnTo>
                    <a:pt x="757363" y="5497470"/>
                  </a:lnTo>
                  <a:lnTo>
                    <a:pt x="757363" y="5496609"/>
                  </a:lnTo>
                  <a:lnTo>
                    <a:pt x="757520" y="5496178"/>
                  </a:lnTo>
                  <a:lnTo>
                    <a:pt x="757678" y="5496178"/>
                  </a:lnTo>
                  <a:lnTo>
                    <a:pt x="757836" y="5496178"/>
                  </a:lnTo>
                  <a:lnTo>
                    <a:pt x="758151" y="5495747"/>
                  </a:lnTo>
                  <a:lnTo>
                    <a:pt x="758309" y="5495747"/>
                  </a:lnTo>
                  <a:lnTo>
                    <a:pt x="758309" y="5495317"/>
                  </a:lnTo>
                  <a:lnTo>
                    <a:pt x="758467" y="5495317"/>
                  </a:lnTo>
                  <a:lnTo>
                    <a:pt x="758467" y="5494886"/>
                  </a:lnTo>
                  <a:lnTo>
                    <a:pt x="758624" y="5494886"/>
                  </a:lnTo>
                  <a:lnTo>
                    <a:pt x="758782" y="5494456"/>
                  </a:lnTo>
                  <a:lnTo>
                    <a:pt x="758782" y="5494025"/>
                  </a:lnTo>
                  <a:lnTo>
                    <a:pt x="758940" y="5494025"/>
                  </a:lnTo>
                  <a:lnTo>
                    <a:pt x="759098" y="5494025"/>
                  </a:lnTo>
                  <a:lnTo>
                    <a:pt x="759255" y="5494025"/>
                  </a:lnTo>
                  <a:lnTo>
                    <a:pt x="759728" y="5494025"/>
                  </a:lnTo>
                  <a:lnTo>
                    <a:pt x="760044" y="5493164"/>
                  </a:lnTo>
                  <a:lnTo>
                    <a:pt x="760517" y="5493164"/>
                  </a:lnTo>
                  <a:lnTo>
                    <a:pt x="760832" y="5493164"/>
                  </a:lnTo>
                  <a:lnTo>
                    <a:pt x="760990" y="5493164"/>
                  </a:lnTo>
                  <a:lnTo>
                    <a:pt x="760990" y="5492733"/>
                  </a:lnTo>
                  <a:lnTo>
                    <a:pt x="761148" y="5492733"/>
                  </a:lnTo>
                  <a:lnTo>
                    <a:pt x="761463" y="5492733"/>
                  </a:lnTo>
                  <a:lnTo>
                    <a:pt x="761621" y="5492733"/>
                  </a:lnTo>
                  <a:lnTo>
                    <a:pt x="761937" y="5492733"/>
                  </a:lnTo>
                  <a:lnTo>
                    <a:pt x="762252" y="5492733"/>
                  </a:lnTo>
                  <a:lnTo>
                    <a:pt x="762410" y="5492303"/>
                  </a:lnTo>
                  <a:lnTo>
                    <a:pt x="762567" y="5492303"/>
                  </a:lnTo>
                  <a:lnTo>
                    <a:pt x="762883" y="5491872"/>
                  </a:lnTo>
                  <a:lnTo>
                    <a:pt x="762883" y="5491011"/>
                  </a:lnTo>
                  <a:lnTo>
                    <a:pt x="763041" y="5491011"/>
                  </a:lnTo>
                  <a:lnTo>
                    <a:pt x="763198" y="5491011"/>
                  </a:lnTo>
                  <a:lnTo>
                    <a:pt x="763356" y="5491011"/>
                  </a:lnTo>
                  <a:lnTo>
                    <a:pt x="763987" y="5491011"/>
                  </a:lnTo>
                  <a:lnTo>
                    <a:pt x="764145" y="5491011"/>
                  </a:lnTo>
                  <a:lnTo>
                    <a:pt x="764145" y="5490580"/>
                  </a:lnTo>
                  <a:lnTo>
                    <a:pt x="764302" y="5490580"/>
                  </a:lnTo>
                  <a:lnTo>
                    <a:pt x="764460" y="5490580"/>
                  </a:lnTo>
                  <a:lnTo>
                    <a:pt x="764775" y="5490580"/>
                  </a:lnTo>
                  <a:lnTo>
                    <a:pt x="764933" y="5490580"/>
                  </a:lnTo>
                  <a:lnTo>
                    <a:pt x="765249" y="5490580"/>
                  </a:lnTo>
                  <a:lnTo>
                    <a:pt x="765406" y="5490580"/>
                  </a:lnTo>
                  <a:lnTo>
                    <a:pt x="765564" y="5490580"/>
                  </a:lnTo>
                  <a:lnTo>
                    <a:pt x="765722" y="5490150"/>
                  </a:lnTo>
                  <a:lnTo>
                    <a:pt x="765879" y="5490150"/>
                  </a:lnTo>
                  <a:lnTo>
                    <a:pt x="766037" y="5490150"/>
                  </a:lnTo>
                  <a:lnTo>
                    <a:pt x="766195" y="5490150"/>
                  </a:lnTo>
                  <a:lnTo>
                    <a:pt x="766353" y="5489719"/>
                  </a:lnTo>
                  <a:lnTo>
                    <a:pt x="766353" y="5489288"/>
                  </a:lnTo>
                  <a:lnTo>
                    <a:pt x="766668" y="5489288"/>
                  </a:lnTo>
                  <a:lnTo>
                    <a:pt x="766826" y="5489288"/>
                  </a:lnTo>
                  <a:lnTo>
                    <a:pt x="767141" y="5488858"/>
                  </a:lnTo>
                  <a:lnTo>
                    <a:pt x="767299" y="5488858"/>
                  </a:lnTo>
                  <a:lnTo>
                    <a:pt x="767457" y="5488427"/>
                  </a:lnTo>
                  <a:lnTo>
                    <a:pt x="767614" y="5488427"/>
                  </a:lnTo>
                  <a:lnTo>
                    <a:pt x="767772" y="5488427"/>
                  </a:lnTo>
                  <a:lnTo>
                    <a:pt x="768088" y="5488427"/>
                  </a:lnTo>
                  <a:lnTo>
                    <a:pt x="768245" y="5488427"/>
                  </a:lnTo>
                  <a:lnTo>
                    <a:pt x="768403" y="5488427"/>
                  </a:lnTo>
                  <a:lnTo>
                    <a:pt x="768403" y="5487997"/>
                  </a:lnTo>
                  <a:lnTo>
                    <a:pt x="768561" y="5487997"/>
                  </a:lnTo>
                  <a:lnTo>
                    <a:pt x="768876" y="5487997"/>
                  </a:lnTo>
                  <a:lnTo>
                    <a:pt x="769034" y="5487997"/>
                  </a:lnTo>
                  <a:lnTo>
                    <a:pt x="769192" y="5487997"/>
                  </a:lnTo>
                  <a:lnTo>
                    <a:pt x="769349" y="5487997"/>
                  </a:lnTo>
                  <a:lnTo>
                    <a:pt x="769507" y="5487566"/>
                  </a:lnTo>
                  <a:lnTo>
                    <a:pt x="769665" y="5487566"/>
                  </a:lnTo>
                  <a:lnTo>
                    <a:pt x="769822" y="5487566"/>
                  </a:lnTo>
                  <a:lnTo>
                    <a:pt x="769980" y="5487566"/>
                  </a:lnTo>
                  <a:lnTo>
                    <a:pt x="770138" y="5487135"/>
                  </a:lnTo>
                  <a:lnTo>
                    <a:pt x="770453" y="5486705"/>
                  </a:lnTo>
                  <a:lnTo>
                    <a:pt x="770769" y="5486705"/>
                  </a:lnTo>
                  <a:lnTo>
                    <a:pt x="770769" y="5486274"/>
                  </a:lnTo>
                  <a:lnTo>
                    <a:pt x="770926" y="5486274"/>
                  </a:lnTo>
                  <a:lnTo>
                    <a:pt x="771084" y="5486274"/>
                  </a:lnTo>
                  <a:lnTo>
                    <a:pt x="771242" y="5486274"/>
                  </a:lnTo>
                  <a:lnTo>
                    <a:pt x="771400" y="5486274"/>
                  </a:lnTo>
                  <a:lnTo>
                    <a:pt x="771557" y="5486274"/>
                  </a:lnTo>
                  <a:lnTo>
                    <a:pt x="771557" y="5485844"/>
                  </a:lnTo>
                  <a:lnTo>
                    <a:pt x="771715" y="5485844"/>
                  </a:lnTo>
                  <a:lnTo>
                    <a:pt x="772030" y="5485844"/>
                  </a:lnTo>
                  <a:lnTo>
                    <a:pt x="772030" y="5485413"/>
                  </a:lnTo>
                  <a:lnTo>
                    <a:pt x="772188" y="5484982"/>
                  </a:lnTo>
                  <a:lnTo>
                    <a:pt x="772188" y="5484552"/>
                  </a:lnTo>
                  <a:lnTo>
                    <a:pt x="772346" y="5484552"/>
                  </a:lnTo>
                  <a:lnTo>
                    <a:pt x="772504" y="5484552"/>
                  </a:lnTo>
                  <a:lnTo>
                    <a:pt x="772819" y="5484552"/>
                  </a:lnTo>
                  <a:lnTo>
                    <a:pt x="772819" y="5484121"/>
                  </a:lnTo>
                  <a:lnTo>
                    <a:pt x="772977" y="5483691"/>
                  </a:lnTo>
                  <a:lnTo>
                    <a:pt x="772977" y="5483260"/>
                  </a:lnTo>
                  <a:lnTo>
                    <a:pt x="773134" y="5483260"/>
                  </a:lnTo>
                  <a:lnTo>
                    <a:pt x="773292" y="5483260"/>
                  </a:lnTo>
                  <a:lnTo>
                    <a:pt x="773450" y="5483260"/>
                  </a:lnTo>
                  <a:lnTo>
                    <a:pt x="773765" y="5483260"/>
                  </a:lnTo>
                  <a:lnTo>
                    <a:pt x="773923" y="5483260"/>
                  </a:lnTo>
                  <a:lnTo>
                    <a:pt x="774239" y="5483260"/>
                  </a:lnTo>
                  <a:lnTo>
                    <a:pt x="774239" y="5482829"/>
                  </a:lnTo>
                  <a:lnTo>
                    <a:pt x="774396" y="5482829"/>
                  </a:lnTo>
                  <a:lnTo>
                    <a:pt x="774396" y="5482399"/>
                  </a:lnTo>
                  <a:lnTo>
                    <a:pt x="774396" y="5481968"/>
                  </a:lnTo>
                  <a:lnTo>
                    <a:pt x="774554" y="5481968"/>
                  </a:lnTo>
                  <a:lnTo>
                    <a:pt x="774869" y="5481107"/>
                  </a:lnTo>
                  <a:lnTo>
                    <a:pt x="775185" y="5481107"/>
                  </a:lnTo>
                  <a:lnTo>
                    <a:pt x="775343" y="5481107"/>
                  </a:lnTo>
                  <a:lnTo>
                    <a:pt x="775500" y="5480676"/>
                  </a:lnTo>
                  <a:lnTo>
                    <a:pt x="775500" y="5480246"/>
                  </a:lnTo>
                  <a:lnTo>
                    <a:pt x="775658" y="5480246"/>
                  </a:lnTo>
                  <a:lnTo>
                    <a:pt x="775816" y="5480246"/>
                  </a:lnTo>
                  <a:lnTo>
                    <a:pt x="775816" y="5479815"/>
                  </a:lnTo>
                  <a:lnTo>
                    <a:pt x="775973" y="5479815"/>
                  </a:lnTo>
                  <a:lnTo>
                    <a:pt x="776131" y="5479815"/>
                  </a:lnTo>
                  <a:lnTo>
                    <a:pt x="776131" y="5478523"/>
                  </a:lnTo>
                  <a:lnTo>
                    <a:pt x="776131" y="5477662"/>
                  </a:lnTo>
                  <a:lnTo>
                    <a:pt x="776289" y="5477662"/>
                  </a:lnTo>
                  <a:lnTo>
                    <a:pt x="776289" y="5477232"/>
                  </a:lnTo>
                  <a:lnTo>
                    <a:pt x="776289" y="5476801"/>
                  </a:lnTo>
                  <a:lnTo>
                    <a:pt x="776447" y="5476370"/>
                  </a:lnTo>
                  <a:lnTo>
                    <a:pt x="777235" y="5475509"/>
                  </a:lnTo>
                  <a:lnTo>
                    <a:pt x="777235" y="5475079"/>
                  </a:lnTo>
                  <a:lnTo>
                    <a:pt x="777393" y="5474648"/>
                  </a:lnTo>
                  <a:lnTo>
                    <a:pt x="777551" y="5474648"/>
                  </a:lnTo>
                  <a:lnTo>
                    <a:pt x="777708" y="5474648"/>
                  </a:lnTo>
                  <a:lnTo>
                    <a:pt x="778024" y="5474648"/>
                  </a:lnTo>
                  <a:lnTo>
                    <a:pt x="778339" y="5474648"/>
                  </a:lnTo>
                  <a:lnTo>
                    <a:pt x="778497" y="5474648"/>
                  </a:lnTo>
                  <a:lnTo>
                    <a:pt x="778655" y="5474217"/>
                  </a:lnTo>
                  <a:lnTo>
                    <a:pt x="778812" y="5474217"/>
                  </a:lnTo>
                  <a:lnTo>
                    <a:pt x="778812" y="5473787"/>
                  </a:lnTo>
                  <a:lnTo>
                    <a:pt x="778812" y="5473356"/>
                  </a:lnTo>
                  <a:lnTo>
                    <a:pt x="778812" y="5472926"/>
                  </a:lnTo>
                  <a:lnTo>
                    <a:pt x="778970" y="5472926"/>
                  </a:lnTo>
                  <a:lnTo>
                    <a:pt x="779128" y="5472926"/>
                  </a:lnTo>
                  <a:lnTo>
                    <a:pt x="779286" y="5472926"/>
                  </a:lnTo>
                  <a:lnTo>
                    <a:pt x="779443" y="5472926"/>
                  </a:lnTo>
                  <a:lnTo>
                    <a:pt x="779443" y="5472495"/>
                  </a:lnTo>
                  <a:lnTo>
                    <a:pt x="779759" y="5472495"/>
                  </a:lnTo>
                  <a:lnTo>
                    <a:pt x="779916" y="5472495"/>
                  </a:lnTo>
                  <a:lnTo>
                    <a:pt x="779916" y="5472064"/>
                  </a:lnTo>
                  <a:lnTo>
                    <a:pt x="779916" y="5471634"/>
                  </a:lnTo>
                  <a:lnTo>
                    <a:pt x="780074" y="5471634"/>
                  </a:lnTo>
                  <a:lnTo>
                    <a:pt x="780232" y="5471634"/>
                  </a:lnTo>
                  <a:lnTo>
                    <a:pt x="780390" y="5471634"/>
                  </a:lnTo>
                  <a:lnTo>
                    <a:pt x="780547" y="5471634"/>
                  </a:lnTo>
                  <a:lnTo>
                    <a:pt x="780863" y="5471634"/>
                  </a:lnTo>
                  <a:lnTo>
                    <a:pt x="781020" y="5471634"/>
                  </a:lnTo>
                  <a:lnTo>
                    <a:pt x="781494" y="5471634"/>
                  </a:lnTo>
                  <a:lnTo>
                    <a:pt x="781809" y="5471634"/>
                  </a:lnTo>
                  <a:lnTo>
                    <a:pt x="782124" y="5471634"/>
                  </a:lnTo>
                  <a:lnTo>
                    <a:pt x="782440" y="5471634"/>
                  </a:lnTo>
                  <a:lnTo>
                    <a:pt x="782440" y="5471203"/>
                  </a:lnTo>
                  <a:lnTo>
                    <a:pt x="782598" y="5471203"/>
                  </a:lnTo>
                  <a:lnTo>
                    <a:pt x="782755" y="5471203"/>
                  </a:lnTo>
                  <a:lnTo>
                    <a:pt x="782755" y="5470773"/>
                  </a:lnTo>
                  <a:lnTo>
                    <a:pt x="782913" y="5470773"/>
                  </a:lnTo>
                  <a:lnTo>
                    <a:pt x="783071" y="5470773"/>
                  </a:lnTo>
                  <a:lnTo>
                    <a:pt x="783071" y="5470342"/>
                  </a:lnTo>
                  <a:lnTo>
                    <a:pt x="784175" y="5469050"/>
                  </a:lnTo>
                  <a:lnTo>
                    <a:pt x="784332" y="5469050"/>
                  </a:lnTo>
                  <a:lnTo>
                    <a:pt x="784490" y="5469050"/>
                  </a:lnTo>
                  <a:lnTo>
                    <a:pt x="784648" y="5469050"/>
                  </a:lnTo>
                  <a:lnTo>
                    <a:pt x="784806" y="5469050"/>
                  </a:lnTo>
                  <a:lnTo>
                    <a:pt x="784963" y="5469050"/>
                  </a:lnTo>
                  <a:lnTo>
                    <a:pt x="785121" y="5469050"/>
                  </a:lnTo>
                  <a:lnTo>
                    <a:pt x="785279" y="5469050"/>
                  </a:lnTo>
                  <a:lnTo>
                    <a:pt x="785437" y="5469050"/>
                  </a:lnTo>
                  <a:lnTo>
                    <a:pt x="785594" y="5468620"/>
                  </a:lnTo>
                  <a:lnTo>
                    <a:pt x="785752" y="5468620"/>
                  </a:lnTo>
                  <a:lnTo>
                    <a:pt x="785752" y="5468189"/>
                  </a:lnTo>
                  <a:lnTo>
                    <a:pt x="785910" y="5468189"/>
                  </a:lnTo>
                  <a:lnTo>
                    <a:pt x="786067" y="5468189"/>
                  </a:lnTo>
                  <a:lnTo>
                    <a:pt x="786383" y="5467758"/>
                  </a:lnTo>
                  <a:lnTo>
                    <a:pt x="786541" y="5467758"/>
                  </a:lnTo>
                  <a:lnTo>
                    <a:pt x="786698" y="5467758"/>
                  </a:lnTo>
                  <a:lnTo>
                    <a:pt x="786856" y="5467758"/>
                  </a:lnTo>
                  <a:lnTo>
                    <a:pt x="787014" y="5466897"/>
                  </a:lnTo>
                  <a:lnTo>
                    <a:pt x="787171" y="5466897"/>
                  </a:lnTo>
                  <a:lnTo>
                    <a:pt x="787329" y="5466897"/>
                  </a:lnTo>
                  <a:lnTo>
                    <a:pt x="787487" y="5466897"/>
                  </a:lnTo>
                  <a:lnTo>
                    <a:pt x="787645" y="5466897"/>
                  </a:lnTo>
                  <a:lnTo>
                    <a:pt x="787802" y="5466897"/>
                  </a:lnTo>
                  <a:lnTo>
                    <a:pt x="788118" y="5466467"/>
                  </a:lnTo>
                  <a:lnTo>
                    <a:pt x="788275" y="5466467"/>
                  </a:lnTo>
                  <a:lnTo>
                    <a:pt x="788433" y="5466467"/>
                  </a:lnTo>
                  <a:lnTo>
                    <a:pt x="788591" y="5466036"/>
                  </a:lnTo>
                  <a:lnTo>
                    <a:pt x="788591" y="5465605"/>
                  </a:lnTo>
                  <a:lnTo>
                    <a:pt x="788906" y="5465605"/>
                  </a:lnTo>
                  <a:lnTo>
                    <a:pt x="789064" y="5465605"/>
                  </a:lnTo>
                  <a:lnTo>
                    <a:pt x="789222" y="5465605"/>
                  </a:lnTo>
                  <a:lnTo>
                    <a:pt x="789379" y="5465175"/>
                  </a:lnTo>
                  <a:lnTo>
                    <a:pt x="789379" y="5464314"/>
                  </a:lnTo>
                  <a:lnTo>
                    <a:pt x="789537" y="5464314"/>
                  </a:lnTo>
                  <a:lnTo>
                    <a:pt x="789695" y="5464314"/>
                  </a:lnTo>
                  <a:lnTo>
                    <a:pt x="789695" y="5463883"/>
                  </a:lnTo>
                  <a:lnTo>
                    <a:pt x="789853" y="5463022"/>
                  </a:lnTo>
                  <a:lnTo>
                    <a:pt x="790010" y="5462591"/>
                  </a:lnTo>
                  <a:lnTo>
                    <a:pt x="790010" y="5462161"/>
                  </a:lnTo>
                  <a:lnTo>
                    <a:pt x="790168" y="5462161"/>
                  </a:lnTo>
                  <a:lnTo>
                    <a:pt x="790326" y="5462161"/>
                  </a:lnTo>
                  <a:lnTo>
                    <a:pt x="790484" y="5462161"/>
                  </a:lnTo>
                  <a:lnTo>
                    <a:pt x="790799" y="5462161"/>
                  </a:lnTo>
                  <a:lnTo>
                    <a:pt x="790957" y="5462161"/>
                  </a:lnTo>
                  <a:lnTo>
                    <a:pt x="791272" y="5462161"/>
                  </a:lnTo>
                  <a:lnTo>
                    <a:pt x="791430" y="5462161"/>
                  </a:lnTo>
                  <a:lnTo>
                    <a:pt x="791588" y="5462161"/>
                  </a:lnTo>
                  <a:lnTo>
                    <a:pt x="791745" y="5462161"/>
                  </a:lnTo>
                  <a:lnTo>
                    <a:pt x="792218" y="5462161"/>
                  </a:lnTo>
                  <a:lnTo>
                    <a:pt x="792376" y="5462161"/>
                  </a:lnTo>
                  <a:lnTo>
                    <a:pt x="792376" y="5461299"/>
                  </a:lnTo>
                  <a:lnTo>
                    <a:pt x="792534" y="5461299"/>
                  </a:lnTo>
                  <a:lnTo>
                    <a:pt x="792692" y="5461299"/>
                  </a:lnTo>
                  <a:lnTo>
                    <a:pt x="792849" y="5460869"/>
                  </a:lnTo>
                  <a:lnTo>
                    <a:pt x="793007" y="5460869"/>
                  </a:lnTo>
                  <a:lnTo>
                    <a:pt x="793007" y="5460438"/>
                  </a:lnTo>
                  <a:lnTo>
                    <a:pt x="793638" y="5460438"/>
                  </a:lnTo>
                  <a:lnTo>
                    <a:pt x="793796" y="5460438"/>
                  </a:lnTo>
                  <a:lnTo>
                    <a:pt x="793953" y="5460438"/>
                  </a:lnTo>
                  <a:lnTo>
                    <a:pt x="794111" y="5460008"/>
                  </a:lnTo>
                  <a:lnTo>
                    <a:pt x="794269" y="5460008"/>
                  </a:lnTo>
                  <a:lnTo>
                    <a:pt x="794426" y="5460008"/>
                  </a:lnTo>
                  <a:lnTo>
                    <a:pt x="794584" y="5460008"/>
                  </a:lnTo>
                  <a:lnTo>
                    <a:pt x="794742" y="5459577"/>
                  </a:lnTo>
                  <a:lnTo>
                    <a:pt x="794900" y="5459577"/>
                  </a:lnTo>
                  <a:lnTo>
                    <a:pt x="794900" y="5459146"/>
                  </a:lnTo>
                  <a:lnTo>
                    <a:pt x="795215" y="5459146"/>
                  </a:lnTo>
                  <a:lnTo>
                    <a:pt x="795373" y="5459146"/>
                  </a:lnTo>
                  <a:lnTo>
                    <a:pt x="795688" y="5459146"/>
                  </a:lnTo>
                  <a:lnTo>
                    <a:pt x="795688" y="5458716"/>
                  </a:lnTo>
                  <a:lnTo>
                    <a:pt x="795846" y="5458716"/>
                  </a:lnTo>
                  <a:lnTo>
                    <a:pt x="795846" y="5458285"/>
                  </a:lnTo>
                  <a:lnTo>
                    <a:pt x="796004" y="5457855"/>
                  </a:lnTo>
                  <a:lnTo>
                    <a:pt x="796161" y="5457855"/>
                  </a:lnTo>
                  <a:lnTo>
                    <a:pt x="796319" y="5457855"/>
                  </a:lnTo>
                  <a:lnTo>
                    <a:pt x="796477" y="5457424"/>
                  </a:lnTo>
                  <a:lnTo>
                    <a:pt x="796635" y="5457424"/>
                  </a:lnTo>
                  <a:lnTo>
                    <a:pt x="796792" y="5456993"/>
                  </a:lnTo>
                  <a:lnTo>
                    <a:pt x="796950" y="5456993"/>
                  </a:lnTo>
                  <a:lnTo>
                    <a:pt x="797108" y="5456993"/>
                  </a:lnTo>
                  <a:lnTo>
                    <a:pt x="797108" y="5456563"/>
                  </a:lnTo>
                  <a:lnTo>
                    <a:pt x="797108" y="5456132"/>
                  </a:lnTo>
                  <a:lnTo>
                    <a:pt x="797265" y="5456132"/>
                  </a:lnTo>
                  <a:lnTo>
                    <a:pt x="797581" y="5456132"/>
                  </a:lnTo>
                  <a:lnTo>
                    <a:pt x="797581" y="5455702"/>
                  </a:lnTo>
                  <a:lnTo>
                    <a:pt x="797739" y="5455702"/>
                  </a:lnTo>
                  <a:lnTo>
                    <a:pt x="797739" y="5455271"/>
                  </a:lnTo>
                  <a:lnTo>
                    <a:pt x="797896" y="5455271"/>
                  </a:lnTo>
                  <a:lnTo>
                    <a:pt x="797896" y="5454840"/>
                  </a:lnTo>
                  <a:lnTo>
                    <a:pt x="798054" y="5454840"/>
                  </a:lnTo>
                  <a:lnTo>
                    <a:pt x="798212" y="5454410"/>
                  </a:lnTo>
                  <a:lnTo>
                    <a:pt x="798369" y="5454410"/>
                  </a:lnTo>
                  <a:lnTo>
                    <a:pt x="798685" y="5453979"/>
                  </a:lnTo>
                  <a:lnTo>
                    <a:pt x="798843" y="5453979"/>
                  </a:lnTo>
                  <a:lnTo>
                    <a:pt x="799000" y="5453979"/>
                  </a:lnTo>
                  <a:lnTo>
                    <a:pt x="799158" y="5453979"/>
                  </a:lnTo>
                  <a:lnTo>
                    <a:pt x="799473" y="5453979"/>
                  </a:lnTo>
                  <a:lnTo>
                    <a:pt x="799631" y="5453979"/>
                  </a:lnTo>
                  <a:lnTo>
                    <a:pt x="799947" y="5453979"/>
                  </a:lnTo>
                  <a:lnTo>
                    <a:pt x="800104" y="5453979"/>
                  </a:lnTo>
                  <a:lnTo>
                    <a:pt x="800262" y="5453549"/>
                  </a:lnTo>
                  <a:lnTo>
                    <a:pt x="800420" y="5453549"/>
                  </a:lnTo>
                  <a:lnTo>
                    <a:pt x="800420" y="5453118"/>
                  </a:lnTo>
                  <a:lnTo>
                    <a:pt x="800577" y="5452687"/>
                  </a:lnTo>
                  <a:lnTo>
                    <a:pt x="800735" y="5452687"/>
                  </a:lnTo>
                  <a:lnTo>
                    <a:pt x="800893" y="5452687"/>
                  </a:lnTo>
                  <a:lnTo>
                    <a:pt x="801366" y="5452687"/>
                  </a:lnTo>
                  <a:lnTo>
                    <a:pt x="801524" y="5452687"/>
                  </a:lnTo>
                  <a:lnTo>
                    <a:pt x="801682" y="5452687"/>
                  </a:lnTo>
                  <a:lnTo>
                    <a:pt x="801997" y="5452687"/>
                  </a:lnTo>
                  <a:lnTo>
                    <a:pt x="801997" y="5452257"/>
                  </a:lnTo>
                  <a:lnTo>
                    <a:pt x="802155" y="5452257"/>
                  </a:lnTo>
                  <a:lnTo>
                    <a:pt x="802155" y="5451396"/>
                  </a:lnTo>
                  <a:lnTo>
                    <a:pt x="802312" y="5451396"/>
                  </a:lnTo>
                  <a:lnTo>
                    <a:pt x="802312" y="5450965"/>
                  </a:lnTo>
                  <a:lnTo>
                    <a:pt x="802470" y="5450965"/>
                  </a:lnTo>
                  <a:lnTo>
                    <a:pt x="802628" y="5450534"/>
                  </a:lnTo>
                  <a:lnTo>
                    <a:pt x="802786" y="5450534"/>
                  </a:lnTo>
                  <a:lnTo>
                    <a:pt x="802786" y="5450104"/>
                  </a:lnTo>
                  <a:lnTo>
                    <a:pt x="802943" y="5450104"/>
                  </a:lnTo>
                  <a:lnTo>
                    <a:pt x="803101" y="5450104"/>
                  </a:lnTo>
                  <a:lnTo>
                    <a:pt x="803416" y="5450104"/>
                  </a:lnTo>
                  <a:lnTo>
                    <a:pt x="803574" y="5450104"/>
                  </a:lnTo>
                  <a:lnTo>
                    <a:pt x="803732" y="5450104"/>
                  </a:lnTo>
                  <a:lnTo>
                    <a:pt x="803890" y="5450104"/>
                  </a:lnTo>
                  <a:lnTo>
                    <a:pt x="804047" y="5450104"/>
                  </a:lnTo>
                  <a:lnTo>
                    <a:pt x="804205" y="5450104"/>
                  </a:lnTo>
                  <a:lnTo>
                    <a:pt x="804363" y="5450104"/>
                  </a:lnTo>
                  <a:lnTo>
                    <a:pt x="804363" y="5449673"/>
                  </a:lnTo>
                  <a:lnTo>
                    <a:pt x="804520" y="5449673"/>
                  </a:lnTo>
                  <a:lnTo>
                    <a:pt x="804520" y="5449243"/>
                  </a:lnTo>
                  <a:lnTo>
                    <a:pt x="804520" y="5448812"/>
                  </a:lnTo>
                  <a:lnTo>
                    <a:pt x="804678" y="5448381"/>
                  </a:lnTo>
                  <a:lnTo>
                    <a:pt x="804678" y="5447951"/>
                  </a:lnTo>
                  <a:lnTo>
                    <a:pt x="804678" y="5447090"/>
                  </a:lnTo>
                  <a:lnTo>
                    <a:pt x="804994" y="5447090"/>
                  </a:lnTo>
                  <a:lnTo>
                    <a:pt x="805151" y="5447090"/>
                  </a:lnTo>
                  <a:lnTo>
                    <a:pt x="805309" y="5446659"/>
                  </a:lnTo>
                  <a:lnTo>
                    <a:pt x="805467" y="5446659"/>
                  </a:lnTo>
                  <a:lnTo>
                    <a:pt x="805467" y="5446228"/>
                  </a:lnTo>
                  <a:lnTo>
                    <a:pt x="805467" y="5445798"/>
                  </a:lnTo>
                  <a:lnTo>
                    <a:pt x="806413" y="5445367"/>
                  </a:lnTo>
                  <a:lnTo>
                    <a:pt x="806571" y="5445367"/>
                  </a:lnTo>
                  <a:lnTo>
                    <a:pt x="806728" y="5445367"/>
                  </a:lnTo>
                  <a:lnTo>
                    <a:pt x="806886" y="5445367"/>
                  </a:lnTo>
                  <a:lnTo>
                    <a:pt x="807044" y="5445367"/>
                  </a:lnTo>
                  <a:lnTo>
                    <a:pt x="807202" y="5445367"/>
                  </a:lnTo>
                  <a:lnTo>
                    <a:pt x="807359" y="5444937"/>
                  </a:lnTo>
                  <a:lnTo>
                    <a:pt x="807359" y="5444506"/>
                  </a:lnTo>
                  <a:lnTo>
                    <a:pt x="807517" y="5444506"/>
                  </a:lnTo>
                  <a:lnTo>
                    <a:pt x="807517" y="5443645"/>
                  </a:lnTo>
                  <a:lnTo>
                    <a:pt x="807675" y="5443645"/>
                  </a:lnTo>
                  <a:lnTo>
                    <a:pt x="807675" y="5443214"/>
                  </a:lnTo>
                  <a:lnTo>
                    <a:pt x="807833" y="5443214"/>
                  </a:lnTo>
                  <a:lnTo>
                    <a:pt x="807990" y="5442784"/>
                  </a:lnTo>
                  <a:lnTo>
                    <a:pt x="808148" y="5442784"/>
                  </a:lnTo>
                  <a:lnTo>
                    <a:pt x="808306" y="5442784"/>
                  </a:lnTo>
                  <a:lnTo>
                    <a:pt x="808306" y="5442353"/>
                  </a:lnTo>
                  <a:lnTo>
                    <a:pt x="808463" y="5442353"/>
                  </a:lnTo>
                  <a:lnTo>
                    <a:pt x="808463" y="5441922"/>
                  </a:lnTo>
                  <a:lnTo>
                    <a:pt x="808463" y="5441492"/>
                  </a:lnTo>
                  <a:lnTo>
                    <a:pt x="808621" y="5441492"/>
                  </a:lnTo>
                  <a:lnTo>
                    <a:pt x="808779" y="5441492"/>
                  </a:lnTo>
                  <a:lnTo>
                    <a:pt x="808779" y="5441061"/>
                  </a:lnTo>
                  <a:lnTo>
                    <a:pt x="808937" y="5441061"/>
                  </a:lnTo>
                  <a:lnTo>
                    <a:pt x="808937" y="5440631"/>
                  </a:lnTo>
                  <a:lnTo>
                    <a:pt x="809567" y="5439339"/>
                  </a:lnTo>
                  <a:lnTo>
                    <a:pt x="809725" y="5439339"/>
                  </a:lnTo>
                  <a:lnTo>
                    <a:pt x="809725" y="5438908"/>
                  </a:lnTo>
                  <a:lnTo>
                    <a:pt x="809883" y="5438908"/>
                  </a:lnTo>
                  <a:lnTo>
                    <a:pt x="810041" y="5438908"/>
                  </a:lnTo>
                  <a:lnTo>
                    <a:pt x="810041" y="5438478"/>
                  </a:lnTo>
                  <a:lnTo>
                    <a:pt x="810198" y="5438478"/>
                  </a:lnTo>
                  <a:lnTo>
                    <a:pt x="810198" y="5438047"/>
                  </a:lnTo>
                  <a:lnTo>
                    <a:pt x="810356" y="5438047"/>
                  </a:lnTo>
                  <a:lnTo>
                    <a:pt x="810356" y="5437616"/>
                  </a:lnTo>
                  <a:lnTo>
                    <a:pt x="810514" y="5437616"/>
                  </a:lnTo>
                  <a:lnTo>
                    <a:pt x="810514" y="5437186"/>
                  </a:lnTo>
                  <a:lnTo>
                    <a:pt x="810671" y="5437186"/>
                  </a:lnTo>
                  <a:lnTo>
                    <a:pt x="810829" y="5437186"/>
                  </a:lnTo>
                  <a:lnTo>
                    <a:pt x="810987" y="5437186"/>
                  </a:lnTo>
                  <a:lnTo>
                    <a:pt x="811302" y="5437186"/>
                  </a:lnTo>
                  <a:lnTo>
                    <a:pt x="811618" y="5437186"/>
                  </a:lnTo>
                  <a:lnTo>
                    <a:pt x="812091" y="5437186"/>
                  </a:lnTo>
                  <a:lnTo>
                    <a:pt x="812091" y="5436755"/>
                  </a:lnTo>
                  <a:lnTo>
                    <a:pt x="812249" y="5436755"/>
                  </a:lnTo>
                  <a:lnTo>
                    <a:pt x="812249" y="5436325"/>
                  </a:lnTo>
                  <a:lnTo>
                    <a:pt x="812406" y="5435894"/>
                  </a:lnTo>
                  <a:lnTo>
                    <a:pt x="812406" y="5435463"/>
                  </a:lnTo>
                  <a:lnTo>
                    <a:pt x="812564" y="5435463"/>
                  </a:lnTo>
                  <a:lnTo>
                    <a:pt x="812564" y="5435033"/>
                  </a:lnTo>
                  <a:lnTo>
                    <a:pt x="812564" y="5434602"/>
                  </a:lnTo>
                  <a:lnTo>
                    <a:pt x="812722" y="5434602"/>
                  </a:lnTo>
                  <a:lnTo>
                    <a:pt x="812880" y="5434602"/>
                  </a:lnTo>
                  <a:lnTo>
                    <a:pt x="813510" y="5434602"/>
                  </a:lnTo>
                  <a:lnTo>
                    <a:pt x="813984" y="5434602"/>
                  </a:lnTo>
                  <a:lnTo>
                    <a:pt x="814141" y="5434602"/>
                  </a:lnTo>
                  <a:lnTo>
                    <a:pt x="814299" y="5434602"/>
                  </a:lnTo>
                  <a:lnTo>
                    <a:pt x="814457" y="5434602"/>
                  </a:lnTo>
                  <a:lnTo>
                    <a:pt x="814772" y="5434172"/>
                  </a:lnTo>
                  <a:lnTo>
                    <a:pt x="814772" y="5433741"/>
                  </a:lnTo>
                  <a:lnTo>
                    <a:pt x="814772" y="5433310"/>
                  </a:lnTo>
                  <a:lnTo>
                    <a:pt x="814772" y="5432880"/>
                  </a:lnTo>
                  <a:lnTo>
                    <a:pt x="814930" y="5432880"/>
                  </a:lnTo>
                  <a:lnTo>
                    <a:pt x="814930" y="5432449"/>
                  </a:lnTo>
                  <a:lnTo>
                    <a:pt x="815088" y="5432449"/>
                  </a:lnTo>
                  <a:lnTo>
                    <a:pt x="815088" y="5432019"/>
                  </a:lnTo>
                  <a:lnTo>
                    <a:pt x="815403" y="5431588"/>
                  </a:lnTo>
                  <a:lnTo>
                    <a:pt x="815403" y="5431157"/>
                  </a:lnTo>
                  <a:lnTo>
                    <a:pt x="815561" y="5430727"/>
                  </a:lnTo>
                  <a:lnTo>
                    <a:pt x="815561" y="5430296"/>
                  </a:lnTo>
                  <a:lnTo>
                    <a:pt x="815718" y="5429866"/>
                  </a:lnTo>
                  <a:lnTo>
                    <a:pt x="816034" y="5429866"/>
                  </a:lnTo>
                  <a:lnTo>
                    <a:pt x="816034" y="5429435"/>
                  </a:lnTo>
                  <a:lnTo>
                    <a:pt x="816192" y="5429435"/>
                  </a:lnTo>
                  <a:lnTo>
                    <a:pt x="816507" y="5429435"/>
                  </a:lnTo>
                  <a:lnTo>
                    <a:pt x="816665" y="5429435"/>
                  </a:lnTo>
                  <a:lnTo>
                    <a:pt x="816822" y="5429435"/>
                  </a:lnTo>
                  <a:lnTo>
                    <a:pt x="816980" y="5429435"/>
                  </a:lnTo>
                  <a:lnTo>
                    <a:pt x="817296" y="5429435"/>
                  </a:lnTo>
                  <a:lnTo>
                    <a:pt x="817769" y="5429435"/>
                  </a:lnTo>
                  <a:lnTo>
                    <a:pt x="817926" y="5429004"/>
                  </a:lnTo>
                  <a:lnTo>
                    <a:pt x="817926" y="5428574"/>
                  </a:lnTo>
                  <a:lnTo>
                    <a:pt x="818242" y="5428574"/>
                  </a:lnTo>
                  <a:lnTo>
                    <a:pt x="818400" y="5428574"/>
                  </a:lnTo>
                  <a:lnTo>
                    <a:pt x="818715" y="5428143"/>
                  </a:lnTo>
                  <a:lnTo>
                    <a:pt x="818873" y="5428143"/>
                  </a:lnTo>
                  <a:lnTo>
                    <a:pt x="818873" y="5427713"/>
                  </a:lnTo>
                  <a:lnTo>
                    <a:pt x="819188" y="5427282"/>
                  </a:lnTo>
                  <a:lnTo>
                    <a:pt x="819346" y="5427282"/>
                  </a:lnTo>
                  <a:lnTo>
                    <a:pt x="819504" y="5427282"/>
                  </a:lnTo>
                  <a:lnTo>
                    <a:pt x="819819" y="5427282"/>
                  </a:lnTo>
                  <a:lnTo>
                    <a:pt x="819977" y="5427282"/>
                  </a:lnTo>
                  <a:lnTo>
                    <a:pt x="820135" y="5426851"/>
                  </a:lnTo>
                  <a:lnTo>
                    <a:pt x="820450" y="5426851"/>
                  </a:lnTo>
                  <a:lnTo>
                    <a:pt x="820765" y="5426421"/>
                  </a:lnTo>
                  <a:lnTo>
                    <a:pt x="820923" y="5425990"/>
                  </a:lnTo>
                  <a:lnTo>
                    <a:pt x="820923" y="5425560"/>
                  </a:lnTo>
                  <a:lnTo>
                    <a:pt x="821081" y="5425129"/>
                  </a:lnTo>
                  <a:lnTo>
                    <a:pt x="821239" y="5425129"/>
                  </a:lnTo>
                  <a:lnTo>
                    <a:pt x="821396" y="5424698"/>
                  </a:lnTo>
                  <a:lnTo>
                    <a:pt x="821554" y="5424698"/>
                  </a:lnTo>
                  <a:lnTo>
                    <a:pt x="821554" y="5424268"/>
                  </a:lnTo>
                  <a:lnTo>
                    <a:pt x="821712" y="5424268"/>
                  </a:lnTo>
                  <a:lnTo>
                    <a:pt x="822027" y="5424268"/>
                  </a:lnTo>
                  <a:lnTo>
                    <a:pt x="822185" y="5423407"/>
                  </a:lnTo>
                  <a:lnTo>
                    <a:pt x="822185" y="5422976"/>
                  </a:lnTo>
                  <a:lnTo>
                    <a:pt x="822185" y="5422545"/>
                  </a:lnTo>
                  <a:lnTo>
                    <a:pt x="822343" y="5422545"/>
                  </a:lnTo>
                  <a:lnTo>
                    <a:pt x="822500" y="5422545"/>
                  </a:lnTo>
                  <a:lnTo>
                    <a:pt x="822500" y="5422115"/>
                  </a:lnTo>
                  <a:lnTo>
                    <a:pt x="822658" y="5422115"/>
                  </a:lnTo>
                  <a:lnTo>
                    <a:pt x="822816" y="5422115"/>
                  </a:lnTo>
                  <a:lnTo>
                    <a:pt x="823131" y="5422115"/>
                  </a:lnTo>
                  <a:lnTo>
                    <a:pt x="823289" y="5422115"/>
                  </a:lnTo>
                  <a:lnTo>
                    <a:pt x="823289" y="5421684"/>
                  </a:lnTo>
                  <a:lnTo>
                    <a:pt x="823289" y="5421254"/>
                  </a:lnTo>
                  <a:lnTo>
                    <a:pt x="823604" y="5421254"/>
                  </a:lnTo>
                  <a:lnTo>
                    <a:pt x="823920" y="5420823"/>
                  </a:lnTo>
                  <a:lnTo>
                    <a:pt x="824078" y="5420823"/>
                  </a:lnTo>
                  <a:lnTo>
                    <a:pt x="824235" y="5420823"/>
                  </a:lnTo>
                  <a:lnTo>
                    <a:pt x="824393" y="5420823"/>
                  </a:lnTo>
                  <a:lnTo>
                    <a:pt x="824551" y="5420823"/>
                  </a:lnTo>
                  <a:lnTo>
                    <a:pt x="824551" y="5420392"/>
                  </a:lnTo>
                  <a:lnTo>
                    <a:pt x="824708" y="5420392"/>
                  </a:lnTo>
                  <a:lnTo>
                    <a:pt x="824866" y="5420392"/>
                  </a:lnTo>
                  <a:lnTo>
                    <a:pt x="825024" y="5420392"/>
                  </a:lnTo>
                  <a:lnTo>
                    <a:pt x="825024" y="5419962"/>
                  </a:lnTo>
                  <a:lnTo>
                    <a:pt x="825182" y="5419962"/>
                  </a:lnTo>
                  <a:lnTo>
                    <a:pt x="825655" y="5419962"/>
                  </a:lnTo>
                  <a:lnTo>
                    <a:pt x="825655" y="5419531"/>
                  </a:lnTo>
                  <a:lnTo>
                    <a:pt x="825812" y="5419531"/>
                  </a:lnTo>
                  <a:lnTo>
                    <a:pt x="825812" y="5419101"/>
                  </a:lnTo>
                  <a:lnTo>
                    <a:pt x="825812" y="5418239"/>
                  </a:lnTo>
                  <a:lnTo>
                    <a:pt x="826128" y="5418239"/>
                  </a:lnTo>
                  <a:lnTo>
                    <a:pt x="826286" y="5418239"/>
                  </a:lnTo>
                  <a:lnTo>
                    <a:pt x="826443" y="5418239"/>
                  </a:lnTo>
                  <a:lnTo>
                    <a:pt x="826601" y="5418239"/>
                  </a:lnTo>
                  <a:lnTo>
                    <a:pt x="826601" y="5417809"/>
                  </a:lnTo>
                  <a:lnTo>
                    <a:pt x="826759" y="5417809"/>
                  </a:lnTo>
                  <a:lnTo>
                    <a:pt x="826916" y="5417809"/>
                  </a:lnTo>
                  <a:lnTo>
                    <a:pt x="827074" y="5417378"/>
                  </a:lnTo>
                  <a:lnTo>
                    <a:pt x="827232" y="5417378"/>
                  </a:lnTo>
                  <a:lnTo>
                    <a:pt x="827390" y="5417378"/>
                  </a:lnTo>
                  <a:lnTo>
                    <a:pt x="827547" y="5417378"/>
                  </a:lnTo>
                  <a:lnTo>
                    <a:pt x="827547" y="5416948"/>
                  </a:lnTo>
                  <a:lnTo>
                    <a:pt x="827547" y="5416517"/>
                  </a:lnTo>
                  <a:lnTo>
                    <a:pt x="828178" y="5416517"/>
                  </a:lnTo>
                  <a:lnTo>
                    <a:pt x="828178" y="5416086"/>
                  </a:lnTo>
                  <a:lnTo>
                    <a:pt x="828336" y="5416086"/>
                  </a:lnTo>
                  <a:lnTo>
                    <a:pt x="828494" y="5416086"/>
                  </a:lnTo>
                  <a:lnTo>
                    <a:pt x="828494" y="5415656"/>
                  </a:lnTo>
                  <a:lnTo>
                    <a:pt x="828651" y="5415656"/>
                  </a:lnTo>
                  <a:lnTo>
                    <a:pt x="828809" y="5415656"/>
                  </a:lnTo>
                  <a:lnTo>
                    <a:pt x="829282" y="5415225"/>
                  </a:lnTo>
                  <a:lnTo>
                    <a:pt x="829755" y="5415225"/>
                  </a:lnTo>
                  <a:lnTo>
                    <a:pt x="829913" y="5415225"/>
                  </a:lnTo>
                  <a:lnTo>
                    <a:pt x="830071" y="5415225"/>
                  </a:lnTo>
                  <a:lnTo>
                    <a:pt x="830229" y="5415225"/>
                  </a:lnTo>
                  <a:lnTo>
                    <a:pt x="830386" y="5415225"/>
                  </a:lnTo>
                  <a:lnTo>
                    <a:pt x="830544" y="5415225"/>
                  </a:lnTo>
                  <a:lnTo>
                    <a:pt x="830702" y="5415225"/>
                  </a:lnTo>
                  <a:lnTo>
                    <a:pt x="830859" y="5415225"/>
                  </a:lnTo>
                  <a:lnTo>
                    <a:pt x="831017" y="5414795"/>
                  </a:lnTo>
                  <a:lnTo>
                    <a:pt x="831175" y="5414795"/>
                  </a:lnTo>
                  <a:lnTo>
                    <a:pt x="831333" y="5414364"/>
                  </a:lnTo>
                  <a:lnTo>
                    <a:pt x="831490" y="5414364"/>
                  </a:lnTo>
                  <a:lnTo>
                    <a:pt x="831490" y="5413933"/>
                  </a:lnTo>
                  <a:lnTo>
                    <a:pt x="831648" y="5413933"/>
                  </a:lnTo>
                  <a:lnTo>
                    <a:pt x="831963" y="5413933"/>
                  </a:lnTo>
                  <a:lnTo>
                    <a:pt x="832279" y="5413933"/>
                  </a:lnTo>
                  <a:lnTo>
                    <a:pt x="832279" y="5413503"/>
                  </a:lnTo>
                  <a:lnTo>
                    <a:pt x="832437" y="5413072"/>
                  </a:lnTo>
                  <a:lnTo>
                    <a:pt x="832437" y="5412642"/>
                  </a:lnTo>
                  <a:lnTo>
                    <a:pt x="832437" y="5411780"/>
                  </a:lnTo>
                  <a:lnTo>
                    <a:pt x="832437" y="5411350"/>
                  </a:lnTo>
                  <a:lnTo>
                    <a:pt x="832594" y="5410919"/>
                  </a:lnTo>
                  <a:lnTo>
                    <a:pt x="832752" y="5410919"/>
                  </a:lnTo>
                  <a:lnTo>
                    <a:pt x="833067" y="5410919"/>
                  </a:lnTo>
                  <a:lnTo>
                    <a:pt x="833225" y="5410919"/>
                  </a:lnTo>
                  <a:lnTo>
                    <a:pt x="833383" y="5410919"/>
                  </a:lnTo>
                  <a:lnTo>
                    <a:pt x="833541" y="5410919"/>
                  </a:lnTo>
                  <a:lnTo>
                    <a:pt x="833856" y="5410919"/>
                  </a:lnTo>
                  <a:lnTo>
                    <a:pt x="834014" y="5410919"/>
                  </a:lnTo>
                  <a:lnTo>
                    <a:pt x="834171" y="5410489"/>
                  </a:lnTo>
                  <a:lnTo>
                    <a:pt x="834171" y="5410058"/>
                  </a:lnTo>
                  <a:lnTo>
                    <a:pt x="834329" y="5410058"/>
                  </a:lnTo>
                  <a:lnTo>
                    <a:pt x="834329" y="5409627"/>
                  </a:lnTo>
                  <a:lnTo>
                    <a:pt x="834487" y="5409627"/>
                  </a:lnTo>
                  <a:lnTo>
                    <a:pt x="834802" y="5408766"/>
                  </a:lnTo>
                  <a:lnTo>
                    <a:pt x="834802" y="5408336"/>
                  </a:lnTo>
                  <a:lnTo>
                    <a:pt x="834802" y="5407474"/>
                  </a:lnTo>
                  <a:lnTo>
                    <a:pt x="834960" y="5407474"/>
                  </a:lnTo>
                  <a:lnTo>
                    <a:pt x="835276" y="5407474"/>
                  </a:lnTo>
                  <a:lnTo>
                    <a:pt x="835433" y="5407474"/>
                  </a:lnTo>
                  <a:lnTo>
                    <a:pt x="835591" y="5407474"/>
                  </a:lnTo>
                  <a:lnTo>
                    <a:pt x="835591" y="5407044"/>
                  </a:lnTo>
                  <a:lnTo>
                    <a:pt x="835749" y="5407044"/>
                  </a:lnTo>
                  <a:lnTo>
                    <a:pt x="835749" y="5406613"/>
                  </a:lnTo>
                  <a:lnTo>
                    <a:pt x="836537" y="5406183"/>
                  </a:lnTo>
                  <a:lnTo>
                    <a:pt x="836537" y="5405752"/>
                  </a:lnTo>
                  <a:lnTo>
                    <a:pt x="836695" y="5405752"/>
                  </a:lnTo>
                  <a:lnTo>
                    <a:pt x="836853" y="5405752"/>
                  </a:lnTo>
                  <a:lnTo>
                    <a:pt x="837168" y="5405752"/>
                  </a:lnTo>
                  <a:lnTo>
                    <a:pt x="837326" y="5405752"/>
                  </a:lnTo>
                  <a:lnTo>
                    <a:pt x="837484" y="5405752"/>
                  </a:lnTo>
                  <a:lnTo>
                    <a:pt x="837484" y="5405321"/>
                  </a:lnTo>
                  <a:lnTo>
                    <a:pt x="837641" y="5405321"/>
                  </a:lnTo>
                  <a:lnTo>
                    <a:pt x="837957" y="5405321"/>
                  </a:lnTo>
                  <a:lnTo>
                    <a:pt x="838114" y="5405321"/>
                  </a:lnTo>
                  <a:lnTo>
                    <a:pt x="838272" y="5404891"/>
                  </a:lnTo>
                  <a:lnTo>
                    <a:pt x="838430" y="5404460"/>
                  </a:lnTo>
                  <a:lnTo>
                    <a:pt x="838588" y="5404460"/>
                  </a:lnTo>
                  <a:lnTo>
                    <a:pt x="838903" y="5403599"/>
                  </a:lnTo>
                  <a:lnTo>
                    <a:pt x="839218" y="5402738"/>
                  </a:lnTo>
                  <a:lnTo>
                    <a:pt x="839218" y="5402307"/>
                  </a:lnTo>
                  <a:lnTo>
                    <a:pt x="839534" y="5402307"/>
                  </a:lnTo>
                  <a:lnTo>
                    <a:pt x="839534" y="5401877"/>
                  </a:lnTo>
                  <a:lnTo>
                    <a:pt x="839534" y="5401446"/>
                  </a:lnTo>
                  <a:lnTo>
                    <a:pt x="839692" y="5401446"/>
                  </a:lnTo>
                  <a:lnTo>
                    <a:pt x="839849" y="5401446"/>
                  </a:lnTo>
                  <a:lnTo>
                    <a:pt x="840007" y="5401446"/>
                  </a:lnTo>
                  <a:lnTo>
                    <a:pt x="840165" y="5401446"/>
                  </a:lnTo>
                  <a:lnTo>
                    <a:pt x="840480" y="5401446"/>
                  </a:lnTo>
                  <a:lnTo>
                    <a:pt x="840638" y="5401446"/>
                  </a:lnTo>
                  <a:lnTo>
                    <a:pt x="840796" y="5401446"/>
                  </a:lnTo>
                  <a:lnTo>
                    <a:pt x="840953" y="5401446"/>
                  </a:lnTo>
                  <a:lnTo>
                    <a:pt x="841111" y="5400585"/>
                  </a:lnTo>
                  <a:lnTo>
                    <a:pt x="841269" y="5400585"/>
                  </a:lnTo>
                  <a:lnTo>
                    <a:pt x="841427" y="5400585"/>
                  </a:lnTo>
                  <a:lnTo>
                    <a:pt x="841427" y="5400154"/>
                  </a:lnTo>
                  <a:lnTo>
                    <a:pt x="841584" y="5400154"/>
                  </a:lnTo>
                  <a:lnTo>
                    <a:pt x="841584" y="5399724"/>
                  </a:lnTo>
                  <a:lnTo>
                    <a:pt x="841584" y="5399293"/>
                  </a:lnTo>
                  <a:lnTo>
                    <a:pt x="841900" y="5398432"/>
                  </a:lnTo>
                  <a:lnTo>
                    <a:pt x="842057" y="5398001"/>
                  </a:lnTo>
                  <a:lnTo>
                    <a:pt x="842215" y="5398001"/>
                  </a:lnTo>
                  <a:lnTo>
                    <a:pt x="842531" y="5397571"/>
                  </a:lnTo>
                  <a:lnTo>
                    <a:pt x="842688" y="5397571"/>
                  </a:lnTo>
                  <a:lnTo>
                    <a:pt x="842846" y="5397140"/>
                  </a:lnTo>
                  <a:lnTo>
                    <a:pt x="843004" y="5396709"/>
                  </a:lnTo>
                  <a:lnTo>
                    <a:pt x="843004" y="5396279"/>
                  </a:lnTo>
                  <a:lnTo>
                    <a:pt x="843161" y="5396279"/>
                  </a:lnTo>
                  <a:lnTo>
                    <a:pt x="843161" y="5395848"/>
                  </a:lnTo>
                  <a:lnTo>
                    <a:pt x="843477" y="5395848"/>
                  </a:lnTo>
                  <a:lnTo>
                    <a:pt x="843635" y="5395848"/>
                  </a:lnTo>
                  <a:lnTo>
                    <a:pt x="843792" y="5395848"/>
                  </a:lnTo>
                  <a:lnTo>
                    <a:pt x="843950" y="5395848"/>
                  </a:lnTo>
                  <a:lnTo>
                    <a:pt x="844265" y="5395848"/>
                  </a:lnTo>
                  <a:lnTo>
                    <a:pt x="844423" y="5395848"/>
                  </a:lnTo>
                  <a:lnTo>
                    <a:pt x="844423" y="5395418"/>
                  </a:lnTo>
                  <a:lnTo>
                    <a:pt x="844423" y="5394987"/>
                  </a:lnTo>
                  <a:lnTo>
                    <a:pt x="844581" y="5394987"/>
                  </a:lnTo>
                  <a:lnTo>
                    <a:pt x="844581" y="5394556"/>
                  </a:lnTo>
                  <a:lnTo>
                    <a:pt x="844739" y="5394556"/>
                  </a:lnTo>
                  <a:lnTo>
                    <a:pt x="844896" y="5394556"/>
                  </a:lnTo>
                  <a:lnTo>
                    <a:pt x="845054" y="5394556"/>
                  </a:lnTo>
                  <a:lnTo>
                    <a:pt x="845054" y="5394126"/>
                  </a:lnTo>
                  <a:lnTo>
                    <a:pt x="845212" y="5394126"/>
                  </a:lnTo>
                  <a:lnTo>
                    <a:pt x="845369" y="5394126"/>
                  </a:lnTo>
                  <a:lnTo>
                    <a:pt x="845685" y="5393695"/>
                  </a:lnTo>
                  <a:lnTo>
                    <a:pt x="846158" y="5393265"/>
                  </a:lnTo>
                  <a:lnTo>
                    <a:pt x="846316" y="5393265"/>
                  </a:lnTo>
                  <a:lnTo>
                    <a:pt x="846473" y="5393265"/>
                  </a:lnTo>
                  <a:lnTo>
                    <a:pt x="846789" y="5393265"/>
                  </a:lnTo>
                  <a:lnTo>
                    <a:pt x="846789" y="5392834"/>
                  </a:lnTo>
                  <a:lnTo>
                    <a:pt x="846947" y="5392834"/>
                  </a:lnTo>
                  <a:lnTo>
                    <a:pt x="847104" y="5392834"/>
                  </a:lnTo>
                  <a:lnTo>
                    <a:pt x="847420" y="5392834"/>
                  </a:lnTo>
                  <a:lnTo>
                    <a:pt x="847578" y="5392834"/>
                  </a:lnTo>
                  <a:lnTo>
                    <a:pt x="847735" y="5392834"/>
                  </a:lnTo>
                  <a:lnTo>
                    <a:pt x="847735" y="5392403"/>
                  </a:lnTo>
                  <a:lnTo>
                    <a:pt x="847893" y="5392403"/>
                  </a:lnTo>
                  <a:lnTo>
                    <a:pt x="848051" y="5392403"/>
                  </a:lnTo>
                  <a:lnTo>
                    <a:pt x="848051" y="5391973"/>
                  </a:lnTo>
                  <a:lnTo>
                    <a:pt x="848208" y="5391973"/>
                  </a:lnTo>
                  <a:lnTo>
                    <a:pt x="848208" y="5391542"/>
                  </a:lnTo>
                  <a:lnTo>
                    <a:pt x="848366" y="5391542"/>
                  </a:lnTo>
                  <a:lnTo>
                    <a:pt x="848682" y="5391542"/>
                  </a:lnTo>
                  <a:lnTo>
                    <a:pt x="848839" y="5391542"/>
                  </a:lnTo>
                  <a:lnTo>
                    <a:pt x="849155" y="5390250"/>
                  </a:lnTo>
                  <a:lnTo>
                    <a:pt x="849312" y="5390250"/>
                  </a:lnTo>
                  <a:lnTo>
                    <a:pt x="849470" y="5390250"/>
                  </a:lnTo>
                  <a:lnTo>
                    <a:pt x="849628" y="5390250"/>
                  </a:lnTo>
                  <a:lnTo>
                    <a:pt x="849786" y="5390250"/>
                  </a:lnTo>
                  <a:lnTo>
                    <a:pt x="850101" y="5390250"/>
                  </a:lnTo>
                  <a:lnTo>
                    <a:pt x="850259" y="5390250"/>
                  </a:lnTo>
                  <a:lnTo>
                    <a:pt x="850416" y="5390250"/>
                  </a:lnTo>
                  <a:lnTo>
                    <a:pt x="850732" y="5390250"/>
                  </a:lnTo>
                  <a:lnTo>
                    <a:pt x="850890" y="5390250"/>
                  </a:lnTo>
                  <a:lnTo>
                    <a:pt x="851205" y="5389389"/>
                  </a:lnTo>
                  <a:lnTo>
                    <a:pt x="851205" y="5388959"/>
                  </a:lnTo>
                  <a:lnTo>
                    <a:pt x="851363" y="5388959"/>
                  </a:lnTo>
                  <a:lnTo>
                    <a:pt x="851678" y="5388959"/>
                  </a:lnTo>
                  <a:lnTo>
                    <a:pt x="851678" y="5388097"/>
                  </a:lnTo>
                  <a:lnTo>
                    <a:pt x="852151" y="5388097"/>
                  </a:lnTo>
                  <a:lnTo>
                    <a:pt x="852151" y="5387667"/>
                  </a:lnTo>
                  <a:lnTo>
                    <a:pt x="852151" y="5387236"/>
                  </a:lnTo>
                  <a:lnTo>
                    <a:pt x="852309" y="5387236"/>
                  </a:lnTo>
                  <a:lnTo>
                    <a:pt x="852309" y="5386806"/>
                  </a:lnTo>
                  <a:lnTo>
                    <a:pt x="852309" y="5386375"/>
                  </a:lnTo>
                  <a:lnTo>
                    <a:pt x="852467" y="5386375"/>
                  </a:lnTo>
                  <a:lnTo>
                    <a:pt x="852940" y="5386375"/>
                  </a:lnTo>
                  <a:lnTo>
                    <a:pt x="853098" y="5386375"/>
                  </a:lnTo>
                  <a:lnTo>
                    <a:pt x="853255" y="5386375"/>
                  </a:lnTo>
                  <a:lnTo>
                    <a:pt x="853413" y="5386375"/>
                  </a:lnTo>
                  <a:lnTo>
                    <a:pt x="854202" y="5386375"/>
                  </a:lnTo>
                  <a:lnTo>
                    <a:pt x="854359" y="5386375"/>
                  </a:lnTo>
                  <a:lnTo>
                    <a:pt x="854517" y="5386375"/>
                  </a:lnTo>
                  <a:lnTo>
                    <a:pt x="854675" y="5385944"/>
                  </a:lnTo>
                  <a:lnTo>
                    <a:pt x="854833" y="5385944"/>
                  </a:lnTo>
                  <a:lnTo>
                    <a:pt x="854833" y="5385514"/>
                  </a:lnTo>
                  <a:lnTo>
                    <a:pt x="854990" y="5385514"/>
                  </a:lnTo>
                  <a:lnTo>
                    <a:pt x="855148" y="5385514"/>
                  </a:lnTo>
                  <a:lnTo>
                    <a:pt x="855306" y="5385514"/>
                  </a:lnTo>
                  <a:lnTo>
                    <a:pt x="855463" y="5385514"/>
                  </a:lnTo>
                  <a:lnTo>
                    <a:pt x="855621" y="5385514"/>
                  </a:lnTo>
                  <a:lnTo>
                    <a:pt x="855621" y="5385083"/>
                  </a:lnTo>
                  <a:lnTo>
                    <a:pt x="855937" y="5385083"/>
                  </a:lnTo>
                  <a:lnTo>
                    <a:pt x="856094" y="5384653"/>
                  </a:lnTo>
                  <a:lnTo>
                    <a:pt x="856252" y="5384653"/>
                  </a:lnTo>
                  <a:lnTo>
                    <a:pt x="856410" y="5384653"/>
                  </a:lnTo>
                  <a:lnTo>
                    <a:pt x="856883" y="5384222"/>
                  </a:lnTo>
                  <a:lnTo>
                    <a:pt x="857041" y="5384222"/>
                  </a:lnTo>
                  <a:lnTo>
                    <a:pt x="857198" y="5383791"/>
                  </a:lnTo>
                  <a:lnTo>
                    <a:pt x="857198" y="5383361"/>
                  </a:lnTo>
                  <a:lnTo>
                    <a:pt x="857356" y="5383361"/>
                  </a:lnTo>
                  <a:lnTo>
                    <a:pt x="857671" y="5383361"/>
                  </a:lnTo>
                  <a:lnTo>
                    <a:pt x="857671" y="5382930"/>
                  </a:lnTo>
                  <a:lnTo>
                    <a:pt x="857671" y="5382500"/>
                  </a:lnTo>
                  <a:lnTo>
                    <a:pt x="857829" y="5382500"/>
                  </a:lnTo>
                  <a:lnTo>
                    <a:pt x="857829" y="5382069"/>
                  </a:lnTo>
                  <a:lnTo>
                    <a:pt x="857829" y="5381638"/>
                  </a:lnTo>
                  <a:lnTo>
                    <a:pt x="857987" y="5381638"/>
                  </a:lnTo>
                  <a:lnTo>
                    <a:pt x="857987" y="5381208"/>
                  </a:lnTo>
                  <a:lnTo>
                    <a:pt x="857987" y="5380777"/>
                  </a:lnTo>
                  <a:lnTo>
                    <a:pt x="858145" y="5380777"/>
                  </a:lnTo>
                  <a:lnTo>
                    <a:pt x="859406" y="5379055"/>
                  </a:lnTo>
                  <a:lnTo>
                    <a:pt x="859564" y="5379055"/>
                  </a:lnTo>
                  <a:lnTo>
                    <a:pt x="859722" y="5379055"/>
                  </a:lnTo>
                  <a:lnTo>
                    <a:pt x="859880" y="5379055"/>
                  </a:lnTo>
                  <a:lnTo>
                    <a:pt x="859880" y="5378624"/>
                  </a:lnTo>
                  <a:lnTo>
                    <a:pt x="860037" y="5378624"/>
                  </a:lnTo>
                  <a:lnTo>
                    <a:pt x="860195" y="5378624"/>
                  </a:lnTo>
                  <a:lnTo>
                    <a:pt x="860195" y="5378194"/>
                  </a:lnTo>
                  <a:lnTo>
                    <a:pt x="860353" y="5378194"/>
                  </a:lnTo>
                  <a:lnTo>
                    <a:pt x="860510" y="5378194"/>
                  </a:lnTo>
                  <a:lnTo>
                    <a:pt x="860668" y="5378194"/>
                  </a:lnTo>
                  <a:lnTo>
                    <a:pt x="860826" y="5378194"/>
                  </a:lnTo>
                  <a:lnTo>
                    <a:pt x="860984" y="5378194"/>
                  </a:lnTo>
                  <a:lnTo>
                    <a:pt x="861299" y="5378194"/>
                  </a:lnTo>
                  <a:lnTo>
                    <a:pt x="861299" y="5377763"/>
                  </a:lnTo>
                  <a:lnTo>
                    <a:pt x="861299" y="5377332"/>
                  </a:lnTo>
                  <a:lnTo>
                    <a:pt x="861457" y="5377332"/>
                  </a:lnTo>
                  <a:lnTo>
                    <a:pt x="861614" y="5377332"/>
                  </a:lnTo>
                  <a:lnTo>
                    <a:pt x="861614" y="5376902"/>
                  </a:lnTo>
                  <a:lnTo>
                    <a:pt x="861930" y="5376902"/>
                  </a:lnTo>
                  <a:lnTo>
                    <a:pt x="862561" y="5376041"/>
                  </a:lnTo>
                  <a:lnTo>
                    <a:pt x="862718" y="5375610"/>
                  </a:lnTo>
                  <a:lnTo>
                    <a:pt x="862876" y="5375179"/>
                  </a:lnTo>
                  <a:lnTo>
                    <a:pt x="863034" y="5375179"/>
                  </a:lnTo>
                  <a:lnTo>
                    <a:pt x="863349" y="5375179"/>
                  </a:lnTo>
                  <a:lnTo>
                    <a:pt x="863507" y="5374749"/>
                  </a:lnTo>
                  <a:lnTo>
                    <a:pt x="863507" y="5374318"/>
                  </a:lnTo>
                  <a:lnTo>
                    <a:pt x="863823" y="5374318"/>
                  </a:lnTo>
                  <a:lnTo>
                    <a:pt x="864138" y="5374318"/>
                  </a:lnTo>
                  <a:lnTo>
                    <a:pt x="864296" y="5373457"/>
                  </a:lnTo>
                  <a:lnTo>
                    <a:pt x="864453" y="5373457"/>
                  </a:lnTo>
                  <a:lnTo>
                    <a:pt x="864769" y="5373457"/>
                  </a:lnTo>
                  <a:lnTo>
                    <a:pt x="864927" y="5373457"/>
                  </a:lnTo>
                  <a:lnTo>
                    <a:pt x="865084" y="5373457"/>
                  </a:lnTo>
                  <a:lnTo>
                    <a:pt x="865242" y="5373457"/>
                  </a:lnTo>
                  <a:lnTo>
                    <a:pt x="865400" y="5373457"/>
                  </a:lnTo>
                  <a:lnTo>
                    <a:pt x="865715" y="5373457"/>
                  </a:lnTo>
                  <a:lnTo>
                    <a:pt x="865873" y="5373457"/>
                  </a:lnTo>
                  <a:lnTo>
                    <a:pt x="866031" y="5373457"/>
                  </a:lnTo>
                  <a:lnTo>
                    <a:pt x="866188" y="5373457"/>
                  </a:lnTo>
                  <a:lnTo>
                    <a:pt x="866504" y="5373457"/>
                  </a:lnTo>
                  <a:lnTo>
                    <a:pt x="866661" y="5373457"/>
                  </a:lnTo>
                  <a:lnTo>
                    <a:pt x="866661" y="5373026"/>
                  </a:lnTo>
                  <a:lnTo>
                    <a:pt x="866661" y="5372596"/>
                  </a:lnTo>
                  <a:lnTo>
                    <a:pt x="866661" y="5372165"/>
                  </a:lnTo>
                  <a:lnTo>
                    <a:pt x="866819" y="5372165"/>
                  </a:lnTo>
                  <a:lnTo>
                    <a:pt x="867135" y="5372165"/>
                  </a:lnTo>
                  <a:lnTo>
                    <a:pt x="867135" y="5370873"/>
                  </a:lnTo>
                  <a:lnTo>
                    <a:pt x="867135" y="5370443"/>
                  </a:lnTo>
                  <a:lnTo>
                    <a:pt x="867135" y="5370012"/>
                  </a:lnTo>
                  <a:lnTo>
                    <a:pt x="867292" y="5369582"/>
                  </a:lnTo>
                  <a:lnTo>
                    <a:pt x="867450" y="5369582"/>
                  </a:lnTo>
                  <a:lnTo>
                    <a:pt x="867608" y="5369151"/>
                  </a:lnTo>
                  <a:lnTo>
                    <a:pt x="867765" y="5368720"/>
                  </a:lnTo>
                  <a:lnTo>
                    <a:pt x="868081" y="5368290"/>
                  </a:lnTo>
                  <a:lnTo>
                    <a:pt x="868239" y="5368290"/>
                  </a:lnTo>
                  <a:lnTo>
                    <a:pt x="868396" y="5368290"/>
                  </a:lnTo>
                  <a:lnTo>
                    <a:pt x="868554" y="5368290"/>
                  </a:lnTo>
                  <a:lnTo>
                    <a:pt x="868712" y="5368290"/>
                  </a:lnTo>
                  <a:lnTo>
                    <a:pt x="868869" y="5368290"/>
                  </a:lnTo>
                  <a:lnTo>
                    <a:pt x="869185" y="5368290"/>
                  </a:lnTo>
                  <a:lnTo>
                    <a:pt x="869185" y="5367859"/>
                  </a:lnTo>
                  <a:lnTo>
                    <a:pt x="869185" y="5367429"/>
                  </a:lnTo>
                  <a:lnTo>
                    <a:pt x="869185" y="5366998"/>
                  </a:lnTo>
                  <a:lnTo>
                    <a:pt x="869658" y="5366998"/>
                  </a:lnTo>
                  <a:lnTo>
                    <a:pt x="869816" y="5366998"/>
                  </a:lnTo>
                  <a:lnTo>
                    <a:pt x="869974" y="5366998"/>
                  </a:lnTo>
                  <a:lnTo>
                    <a:pt x="870131" y="5366998"/>
                  </a:lnTo>
                  <a:lnTo>
                    <a:pt x="870131" y="5366567"/>
                  </a:lnTo>
                  <a:lnTo>
                    <a:pt x="870131" y="5366137"/>
                  </a:lnTo>
                  <a:lnTo>
                    <a:pt x="870289" y="5366137"/>
                  </a:lnTo>
                  <a:lnTo>
                    <a:pt x="870447" y="5365706"/>
                  </a:lnTo>
                  <a:lnTo>
                    <a:pt x="870447" y="5365276"/>
                  </a:lnTo>
                  <a:lnTo>
                    <a:pt x="870604" y="5364414"/>
                  </a:lnTo>
                  <a:lnTo>
                    <a:pt x="870920" y="5363984"/>
                  </a:lnTo>
                  <a:lnTo>
                    <a:pt x="871078" y="5363984"/>
                  </a:lnTo>
                  <a:lnTo>
                    <a:pt x="871235" y="5363984"/>
                  </a:lnTo>
                  <a:lnTo>
                    <a:pt x="871393" y="5363553"/>
                  </a:lnTo>
                  <a:lnTo>
                    <a:pt x="871551" y="5363553"/>
                  </a:lnTo>
                  <a:lnTo>
                    <a:pt x="871551" y="5363123"/>
                  </a:lnTo>
                  <a:lnTo>
                    <a:pt x="872182" y="5362692"/>
                  </a:lnTo>
                  <a:lnTo>
                    <a:pt x="872339" y="5362692"/>
                  </a:lnTo>
                  <a:lnTo>
                    <a:pt x="872497" y="5362261"/>
                  </a:lnTo>
                  <a:lnTo>
                    <a:pt x="872655" y="5362261"/>
                  </a:lnTo>
                  <a:lnTo>
                    <a:pt x="872812" y="5362261"/>
                  </a:lnTo>
                  <a:lnTo>
                    <a:pt x="872970" y="5362261"/>
                  </a:lnTo>
                  <a:lnTo>
                    <a:pt x="873443" y="5361831"/>
                  </a:lnTo>
                  <a:lnTo>
                    <a:pt x="873601" y="5361831"/>
                  </a:lnTo>
                  <a:lnTo>
                    <a:pt x="873916" y="5361831"/>
                  </a:lnTo>
                  <a:lnTo>
                    <a:pt x="874074" y="5361831"/>
                  </a:lnTo>
                  <a:lnTo>
                    <a:pt x="874232" y="5361831"/>
                  </a:lnTo>
                  <a:lnTo>
                    <a:pt x="874232" y="5360970"/>
                  </a:lnTo>
                  <a:lnTo>
                    <a:pt x="874705" y="5360970"/>
                  </a:lnTo>
                  <a:lnTo>
                    <a:pt x="875021" y="5360970"/>
                  </a:lnTo>
                  <a:lnTo>
                    <a:pt x="875178" y="5360970"/>
                  </a:lnTo>
                  <a:lnTo>
                    <a:pt x="875336" y="5360539"/>
                  </a:lnTo>
                  <a:lnTo>
                    <a:pt x="875494" y="5360539"/>
                  </a:lnTo>
                  <a:lnTo>
                    <a:pt x="875651" y="5360539"/>
                  </a:lnTo>
                  <a:lnTo>
                    <a:pt x="875809" y="5360108"/>
                  </a:lnTo>
                  <a:lnTo>
                    <a:pt x="875967" y="5360108"/>
                  </a:lnTo>
                  <a:lnTo>
                    <a:pt x="876125" y="5360108"/>
                  </a:lnTo>
                  <a:lnTo>
                    <a:pt x="876282" y="5360108"/>
                  </a:lnTo>
                  <a:lnTo>
                    <a:pt x="876282" y="5359678"/>
                  </a:lnTo>
                  <a:lnTo>
                    <a:pt x="876282" y="5359247"/>
                  </a:lnTo>
                  <a:lnTo>
                    <a:pt x="876440" y="5359247"/>
                  </a:lnTo>
                  <a:lnTo>
                    <a:pt x="876598" y="5358817"/>
                  </a:lnTo>
                  <a:lnTo>
                    <a:pt x="876755" y="5358817"/>
                  </a:lnTo>
                  <a:lnTo>
                    <a:pt x="876913" y="5358817"/>
                  </a:lnTo>
                  <a:lnTo>
                    <a:pt x="877071" y="5358817"/>
                  </a:lnTo>
                  <a:lnTo>
                    <a:pt x="877229" y="5358817"/>
                  </a:lnTo>
                  <a:lnTo>
                    <a:pt x="877386" y="5357525"/>
                  </a:lnTo>
                  <a:lnTo>
                    <a:pt x="877544" y="5357525"/>
                  </a:lnTo>
                  <a:lnTo>
                    <a:pt x="877702" y="5356664"/>
                  </a:lnTo>
                  <a:lnTo>
                    <a:pt x="877859" y="5356664"/>
                  </a:lnTo>
                  <a:lnTo>
                    <a:pt x="878017" y="5356664"/>
                  </a:lnTo>
                  <a:lnTo>
                    <a:pt x="878175" y="5356664"/>
                  </a:lnTo>
                  <a:lnTo>
                    <a:pt x="878333" y="5356664"/>
                  </a:lnTo>
                  <a:lnTo>
                    <a:pt x="878490" y="5356664"/>
                  </a:lnTo>
                  <a:lnTo>
                    <a:pt x="878648" y="5356664"/>
                  </a:lnTo>
                  <a:lnTo>
                    <a:pt x="878648" y="5356233"/>
                  </a:lnTo>
                  <a:lnTo>
                    <a:pt x="878648" y="5355372"/>
                  </a:lnTo>
                  <a:lnTo>
                    <a:pt x="878806" y="5355372"/>
                  </a:lnTo>
                  <a:lnTo>
                    <a:pt x="878963" y="5354941"/>
                  </a:lnTo>
                  <a:lnTo>
                    <a:pt x="879121" y="5354941"/>
                  </a:lnTo>
                  <a:lnTo>
                    <a:pt x="879279" y="5354941"/>
                  </a:lnTo>
                  <a:lnTo>
                    <a:pt x="879279" y="5354511"/>
                  </a:lnTo>
                  <a:lnTo>
                    <a:pt x="879279" y="5354080"/>
                  </a:lnTo>
                  <a:lnTo>
                    <a:pt x="879437" y="5354080"/>
                  </a:lnTo>
                  <a:lnTo>
                    <a:pt x="879594" y="5354080"/>
                  </a:lnTo>
                  <a:lnTo>
                    <a:pt x="879910" y="5354080"/>
                  </a:lnTo>
                  <a:lnTo>
                    <a:pt x="880067" y="5354080"/>
                  </a:lnTo>
                  <a:lnTo>
                    <a:pt x="880383" y="5354080"/>
                  </a:lnTo>
                  <a:lnTo>
                    <a:pt x="880698" y="5354080"/>
                  </a:lnTo>
                  <a:lnTo>
                    <a:pt x="881014" y="5353649"/>
                  </a:lnTo>
                  <a:lnTo>
                    <a:pt x="881172" y="5353649"/>
                  </a:lnTo>
                  <a:lnTo>
                    <a:pt x="881487" y="5353649"/>
                  </a:lnTo>
                  <a:lnTo>
                    <a:pt x="881487" y="5353219"/>
                  </a:lnTo>
                  <a:lnTo>
                    <a:pt x="881645" y="5353219"/>
                  </a:lnTo>
                  <a:lnTo>
                    <a:pt x="881645" y="5352788"/>
                  </a:lnTo>
                  <a:lnTo>
                    <a:pt x="881645" y="5352358"/>
                  </a:lnTo>
                  <a:lnTo>
                    <a:pt x="881802" y="5351927"/>
                  </a:lnTo>
                  <a:lnTo>
                    <a:pt x="881802" y="5351496"/>
                  </a:lnTo>
                  <a:lnTo>
                    <a:pt x="881960" y="5351496"/>
                  </a:lnTo>
                  <a:lnTo>
                    <a:pt x="881960" y="5351066"/>
                  </a:lnTo>
                  <a:lnTo>
                    <a:pt x="882118" y="5351066"/>
                  </a:lnTo>
                  <a:lnTo>
                    <a:pt x="882118" y="5350635"/>
                  </a:lnTo>
                  <a:lnTo>
                    <a:pt x="882118" y="5350205"/>
                  </a:lnTo>
                  <a:lnTo>
                    <a:pt x="882276" y="5350205"/>
                  </a:lnTo>
                  <a:lnTo>
                    <a:pt x="882591" y="5348913"/>
                  </a:lnTo>
                  <a:lnTo>
                    <a:pt x="882749" y="5348913"/>
                  </a:lnTo>
                  <a:lnTo>
                    <a:pt x="883064" y="5348913"/>
                  </a:lnTo>
                  <a:lnTo>
                    <a:pt x="883222" y="5348913"/>
                  </a:lnTo>
                  <a:lnTo>
                    <a:pt x="883380" y="5348913"/>
                  </a:lnTo>
                  <a:lnTo>
                    <a:pt x="883695" y="5348913"/>
                  </a:lnTo>
                  <a:lnTo>
                    <a:pt x="883853" y="5348482"/>
                  </a:lnTo>
                  <a:lnTo>
                    <a:pt x="884010" y="5348482"/>
                  </a:lnTo>
                  <a:lnTo>
                    <a:pt x="884168" y="5348482"/>
                  </a:lnTo>
                  <a:lnTo>
                    <a:pt x="884326" y="5348482"/>
                  </a:lnTo>
                  <a:lnTo>
                    <a:pt x="884641" y="5348482"/>
                  </a:lnTo>
                  <a:lnTo>
                    <a:pt x="884799" y="5348482"/>
                  </a:lnTo>
                  <a:lnTo>
                    <a:pt x="885114" y="5348482"/>
                  </a:lnTo>
                  <a:lnTo>
                    <a:pt x="885114" y="5348052"/>
                  </a:lnTo>
                  <a:lnTo>
                    <a:pt x="885114" y="5347621"/>
                  </a:lnTo>
                  <a:lnTo>
                    <a:pt x="885272" y="5347190"/>
                  </a:lnTo>
                  <a:lnTo>
                    <a:pt x="885588" y="5347190"/>
                  </a:lnTo>
                  <a:lnTo>
                    <a:pt x="885745" y="5347190"/>
                  </a:lnTo>
                  <a:lnTo>
                    <a:pt x="886376" y="5346329"/>
                  </a:lnTo>
                  <a:lnTo>
                    <a:pt x="886534" y="5345037"/>
                  </a:lnTo>
                  <a:lnTo>
                    <a:pt x="886849" y="5345037"/>
                  </a:lnTo>
                  <a:lnTo>
                    <a:pt x="887007" y="5345037"/>
                  </a:lnTo>
                  <a:lnTo>
                    <a:pt x="887165" y="5345037"/>
                  </a:lnTo>
                  <a:lnTo>
                    <a:pt x="887323" y="5345037"/>
                  </a:lnTo>
                  <a:lnTo>
                    <a:pt x="887638" y="5344607"/>
                  </a:lnTo>
                  <a:lnTo>
                    <a:pt x="887796" y="5344607"/>
                  </a:lnTo>
                  <a:lnTo>
                    <a:pt x="887796" y="5344176"/>
                  </a:lnTo>
                  <a:lnTo>
                    <a:pt x="887953" y="5344176"/>
                  </a:lnTo>
                  <a:lnTo>
                    <a:pt x="888269" y="5344176"/>
                  </a:lnTo>
                  <a:lnTo>
                    <a:pt x="888427" y="5344176"/>
                  </a:lnTo>
                  <a:lnTo>
                    <a:pt x="888584" y="5344176"/>
                  </a:lnTo>
                  <a:lnTo>
                    <a:pt x="889373" y="5342884"/>
                  </a:lnTo>
                  <a:lnTo>
                    <a:pt x="889531" y="5342884"/>
                  </a:lnTo>
                  <a:lnTo>
                    <a:pt x="889688" y="5342884"/>
                  </a:lnTo>
                  <a:lnTo>
                    <a:pt x="890004" y="5342884"/>
                  </a:lnTo>
                  <a:lnTo>
                    <a:pt x="890161" y="5342454"/>
                  </a:lnTo>
                  <a:lnTo>
                    <a:pt x="890161" y="5341162"/>
                  </a:lnTo>
                  <a:lnTo>
                    <a:pt x="890477" y="5341162"/>
                  </a:lnTo>
                  <a:lnTo>
                    <a:pt x="890635" y="5340731"/>
                  </a:lnTo>
                  <a:lnTo>
                    <a:pt x="890635" y="5340301"/>
                  </a:lnTo>
                  <a:lnTo>
                    <a:pt x="890792" y="5340301"/>
                  </a:lnTo>
                  <a:lnTo>
                    <a:pt x="890950" y="5340301"/>
                  </a:lnTo>
                  <a:lnTo>
                    <a:pt x="891265" y="5340301"/>
                  </a:lnTo>
                  <a:lnTo>
                    <a:pt x="891581" y="5339870"/>
                  </a:lnTo>
                  <a:lnTo>
                    <a:pt x="891739" y="5339870"/>
                  </a:lnTo>
                  <a:lnTo>
                    <a:pt x="891896" y="5339870"/>
                  </a:lnTo>
                  <a:lnTo>
                    <a:pt x="892054" y="5339870"/>
                  </a:lnTo>
                  <a:lnTo>
                    <a:pt x="892685" y="5339440"/>
                  </a:lnTo>
                  <a:lnTo>
                    <a:pt x="892685" y="5339009"/>
                  </a:lnTo>
                  <a:lnTo>
                    <a:pt x="892685" y="5338578"/>
                  </a:lnTo>
                  <a:lnTo>
                    <a:pt x="893474" y="5338148"/>
                  </a:lnTo>
                  <a:lnTo>
                    <a:pt x="893631" y="5338148"/>
                  </a:lnTo>
                  <a:lnTo>
                    <a:pt x="893947" y="5337287"/>
                  </a:lnTo>
                  <a:lnTo>
                    <a:pt x="894104" y="5337287"/>
                  </a:lnTo>
                  <a:lnTo>
                    <a:pt x="894262" y="5337287"/>
                  </a:lnTo>
                  <a:lnTo>
                    <a:pt x="894420" y="5337287"/>
                  </a:lnTo>
                  <a:lnTo>
                    <a:pt x="894420" y="5336856"/>
                  </a:lnTo>
                  <a:lnTo>
                    <a:pt x="894578" y="5336425"/>
                  </a:lnTo>
                  <a:lnTo>
                    <a:pt x="894735" y="5336425"/>
                  </a:lnTo>
                  <a:lnTo>
                    <a:pt x="894893" y="5336425"/>
                  </a:lnTo>
                  <a:lnTo>
                    <a:pt x="895051" y="5336425"/>
                  </a:lnTo>
                  <a:lnTo>
                    <a:pt x="895208" y="5336425"/>
                  </a:lnTo>
                  <a:lnTo>
                    <a:pt x="895366" y="5336425"/>
                  </a:lnTo>
                  <a:lnTo>
                    <a:pt x="895524" y="5336425"/>
                  </a:lnTo>
                  <a:lnTo>
                    <a:pt x="895682" y="5336425"/>
                  </a:lnTo>
                  <a:lnTo>
                    <a:pt x="895839" y="5336425"/>
                  </a:lnTo>
                  <a:lnTo>
                    <a:pt x="895997" y="5336425"/>
                  </a:lnTo>
                  <a:lnTo>
                    <a:pt x="896470" y="5336425"/>
                  </a:lnTo>
                  <a:lnTo>
                    <a:pt x="896628" y="5336425"/>
                  </a:lnTo>
                  <a:lnTo>
                    <a:pt x="896786" y="5336425"/>
                  </a:lnTo>
                  <a:lnTo>
                    <a:pt x="896943" y="5336425"/>
                  </a:lnTo>
                  <a:lnTo>
                    <a:pt x="897101" y="5336425"/>
                  </a:lnTo>
                  <a:lnTo>
                    <a:pt x="897574" y="5335564"/>
                  </a:lnTo>
                  <a:lnTo>
                    <a:pt x="897732" y="5335564"/>
                  </a:lnTo>
                  <a:lnTo>
                    <a:pt x="897890" y="5335564"/>
                  </a:lnTo>
                  <a:lnTo>
                    <a:pt x="898047" y="5335564"/>
                  </a:lnTo>
                  <a:lnTo>
                    <a:pt x="898205" y="5335564"/>
                  </a:lnTo>
                  <a:lnTo>
                    <a:pt x="898363" y="5335564"/>
                  </a:lnTo>
                  <a:lnTo>
                    <a:pt x="898678" y="5335134"/>
                  </a:lnTo>
                  <a:lnTo>
                    <a:pt x="898836" y="5335134"/>
                  </a:lnTo>
                  <a:lnTo>
                    <a:pt x="898836" y="5334703"/>
                  </a:lnTo>
                  <a:lnTo>
                    <a:pt x="899467" y="5334272"/>
                  </a:lnTo>
                  <a:lnTo>
                    <a:pt x="899782" y="5334272"/>
                  </a:lnTo>
                  <a:lnTo>
                    <a:pt x="899940" y="5334272"/>
                  </a:lnTo>
                  <a:lnTo>
                    <a:pt x="900255" y="5333411"/>
                  </a:lnTo>
                  <a:lnTo>
                    <a:pt x="900255" y="5332981"/>
                  </a:lnTo>
                  <a:lnTo>
                    <a:pt x="900413" y="5332981"/>
                  </a:lnTo>
                  <a:lnTo>
                    <a:pt x="900571" y="5332981"/>
                  </a:lnTo>
                  <a:lnTo>
                    <a:pt x="901044" y="5332981"/>
                  </a:lnTo>
                  <a:lnTo>
                    <a:pt x="901044" y="5332550"/>
                  </a:lnTo>
                  <a:lnTo>
                    <a:pt x="901202" y="5332550"/>
                  </a:lnTo>
                  <a:lnTo>
                    <a:pt x="901517" y="5332119"/>
                  </a:lnTo>
                  <a:lnTo>
                    <a:pt x="901675" y="5332119"/>
                  </a:lnTo>
                  <a:lnTo>
                    <a:pt x="901833" y="5332119"/>
                  </a:lnTo>
                  <a:lnTo>
                    <a:pt x="901833" y="5331689"/>
                  </a:lnTo>
                  <a:lnTo>
                    <a:pt x="901990" y="5331689"/>
                  </a:lnTo>
                  <a:lnTo>
                    <a:pt x="902148" y="5331689"/>
                  </a:lnTo>
                  <a:lnTo>
                    <a:pt x="902306" y="5331258"/>
                  </a:lnTo>
                  <a:lnTo>
                    <a:pt x="902463" y="5331258"/>
                  </a:lnTo>
                  <a:lnTo>
                    <a:pt x="902937" y="5331258"/>
                  </a:lnTo>
                  <a:lnTo>
                    <a:pt x="902937" y="5330828"/>
                  </a:lnTo>
                  <a:lnTo>
                    <a:pt x="902937" y="5330397"/>
                  </a:lnTo>
                  <a:lnTo>
                    <a:pt x="903725" y="5330397"/>
                  </a:lnTo>
                  <a:lnTo>
                    <a:pt x="903883" y="5330397"/>
                  </a:lnTo>
                  <a:lnTo>
                    <a:pt x="903883" y="5329966"/>
                  </a:lnTo>
                  <a:lnTo>
                    <a:pt x="904041" y="5329966"/>
                  </a:lnTo>
                  <a:lnTo>
                    <a:pt x="904198" y="5329966"/>
                  </a:lnTo>
                  <a:lnTo>
                    <a:pt x="904356" y="5329966"/>
                  </a:lnTo>
                  <a:lnTo>
                    <a:pt x="904987" y="5329966"/>
                  </a:lnTo>
                  <a:lnTo>
                    <a:pt x="905145" y="5329536"/>
                  </a:lnTo>
                  <a:lnTo>
                    <a:pt x="905145" y="5329105"/>
                  </a:lnTo>
                  <a:lnTo>
                    <a:pt x="905302" y="5329105"/>
                  </a:lnTo>
                  <a:lnTo>
                    <a:pt x="905460" y="5329105"/>
                  </a:lnTo>
                  <a:lnTo>
                    <a:pt x="905460" y="5328675"/>
                  </a:lnTo>
                  <a:lnTo>
                    <a:pt x="905618" y="5328675"/>
                  </a:lnTo>
                  <a:lnTo>
                    <a:pt x="905776" y="5328244"/>
                  </a:lnTo>
                  <a:lnTo>
                    <a:pt x="906564" y="5327813"/>
                  </a:lnTo>
                  <a:lnTo>
                    <a:pt x="906722" y="5327383"/>
                  </a:lnTo>
                  <a:lnTo>
                    <a:pt x="907037" y="5327383"/>
                  </a:lnTo>
                  <a:lnTo>
                    <a:pt x="907037" y="5326522"/>
                  </a:lnTo>
                  <a:lnTo>
                    <a:pt x="907195" y="5326091"/>
                  </a:lnTo>
                  <a:lnTo>
                    <a:pt x="907353" y="5326091"/>
                  </a:lnTo>
                  <a:lnTo>
                    <a:pt x="907510" y="5326091"/>
                  </a:lnTo>
                  <a:lnTo>
                    <a:pt x="907668" y="5326091"/>
                  </a:lnTo>
                  <a:lnTo>
                    <a:pt x="907668" y="5325660"/>
                  </a:lnTo>
                  <a:lnTo>
                    <a:pt x="907826" y="5325660"/>
                  </a:lnTo>
                  <a:lnTo>
                    <a:pt x="907984" y="5325660"/>
                  </a:lnTo>
                  <a:lnTo>
                    <a:pt x="908299" y="5325660"/>
                  </a:lnTo>
                  <a:lnTo>
                    <a:pt x="908457" y="5325660"/>
                  </a:lnTo>
                  <a:lnTo>
                    <a:pt x="908615" y="5325660"/>
                  </a:lnTo>
                  <a:lnTo>
                    <a:pt x="908772" y="5325660"/>
                  </a:lnTo>
                  <a:lnTo>
                    <a:pt x="908930" y="5325230"/>
                  </a:lnTo>
                  <a:lnTo>
                    <a:pt x="909088" y="5325230"/>
                  </a:lnTo>
                  <a:lnTo>
                    <a:pt x="909245" y="5325230"/>
                  </a:lnTo>
                  <a:lnTo>
                    <a:pt x="909403" y="5324799"/>
                  </a:lnTo>
                  <a:lnTo>
                    <a:pt x="909561" y="5324369"/>
                  </a:lnTo>
                  <a:lnTo>
                    <a:pt x="909719" y="5324369"/>
                  </a:lnTo>
                  <a:lnTo>
                    <a:pt x="909876" y="5323938"/>
                  </a:lnTo>
                  <a:lnTo>
                    <a:pt x="910034" y="5323938"/>
                  </a:lnTo>
                  <a:lnTo>
                    <a:pt x="910192" y="5323938"/>
                  </a:lnTo>
                  <a:lnTo>
                    <a:pt x="910349" y="5323938"/>
                  </a:lnTo>
                  <a:lnTo>
                    <a:pt x="910665" y="5323938"/>
                  </a:lnTo>
                  <a:lnTo>
                    <a:pt x="910823" y="5323938"/>
                  </a:lnTo>
                  <a:lnTo>
                    <a:pt x="911296" y="5323938"/>
                  </a:lnTo>
                  <a:lnTo>
                    <a:pt x="911453" y="5323938"/>
                  </a:lnTo>
                  <a:lnTo>
                    <a:pt x="911453" y="5323507"/>
                  </a:lnTo>
                  <a:lnTo>
                    <a:pt x="911611" y="5323507"/>
                  </a:lnTo>
                  <a:lnTo>
                    <a:pt x="911769" y="5323507"/>
                  </a:lnTo>
                  <a:lnTo>
                    <a:pt x="911927" y="5323507"/>
                  </a:lnTo>
                  <a:lnTo>
                    <a:pt x="911927" y="5323077"/>
                  </a:lnTo>
                  <a:lnTo>
                    <a:pt x="912242" y="5323077"/>
                  </a:lnTo>
                  <a:lnTo>
                    <a:pt x="912400" y="5323077"/>
                  </a:lnTo>
                  <a:lnTo>
                    <a:pt x="912557" y="5323077"/>
                  </a:lnTo>
                  <a:lnTo>
                    <a:pt x="912557" y="5322646"/>
                  </a:lnTo>
                  <a:lnTo>
                    <a:pt x="912873" y="5322646"/>
                  </a:lnTo>
                  <a:lnTo>
                    <a:pt x="913031" y="5322646"/>
                  </a:lnTo>
                  <a:lnTo>
                    <a:pt x="913346" y="5322646"/>
                  </a:lnTo>
                  <a:lnTo>
                    <a:pt x="913504" y="5322646"/>
                  </a:lnTo>
                  <a:lnTo>
                    <a:pt x="913661" y="5322646"/>
                  </a:lnTo>
                  <a:lnTo>
                    <a:pt x="913819" y="5322646"/>
                  </a:lnTo>
                  <a:lnTo>
                    <a:pt x="913977" y="5322646"/>
                  </a:lnTo>
                  <a:lnTo>
                    <a:pt x="914450" y="5322216"/>
                  </a:lnTo>
                  <a:lnTo>
                    <a:pt x="914766" y="5322216"/>
                  </a:lnTo>
                  <a:lnTo>
                    <a:pt x="914923" y="5322216"/>
                  </a:lnTo>
                  <a:lnTo>
                    <a:pt x="915081" y="5322216"/>
                  </a:lnTo>
                  <a:lnTo>
                    <a:pt x="915081" y="5321785"/>
                  </a:lnTo>
                  <a:lnTo>
                    <a:pt x="915239" y="5321785"/>
                  </a:lnTo>
                  <a:lnTo>
                    <a:pt x="915396" y="5321785"/>
                  </a:lnTo>
                  <a:lnTo>
                    <a:pt x="915396" y="5321354"/>
                  </a:lnTo>
                  <a:lnTo>
                    <a:pt x="915396" y="5320924"/>
                  </a:lnTo>
                  <a:lnTo>
                    <a:pt x="915712" y="5320924"/>
                  </a:lnTo>
                  <a:lnTo>
                    <a:pt x="915870" y="5320924"/>
                  </a:lnTo>
                  <a:lnTo>
                    <a:pt x="916027" y="5320924"/>
                  </a:lnTo>
                  <a:lnTo>
                    <a:pt x="916185" y="5320493"/>
                  </a:lnTo>
                  <a:lnTo>
                    <a:pt x="916343" y="5320493"/>
                  </a:lnTo>
                  <a:lnTo>
                    <a:pt x="916500" y="5320493"/>
                  </a:lnTo>
                  <a:lnTo>
                    <a:pt x="916658" y="5320493"/>
                  </a:lnTo>
                  <a:lnTo>
                    <a:pt x="917131" y="5320493"/>
                  </a:lnTo>
                  <a:lnTo>
                    <a:pt x="917131" y="5320063"/>
                  </a:lnTo>
                  <a:lnTo>
                    <a:pt x="917289" y="5320063"/>
                  </a:lnTo>
                  <a:lnTo>
                    <a:pt x="917289" y="5319201"/>
                  </a:lnTo>
                  <a:lnTo>
                    <a:pt x="917447" y="5319201"/>
                  </a:lnTo>
                  <a:lnTo>
                    <a:pt x="917447" y="5318771"/>
                  </a:lnTo>
                  <a:lnTo>
                    <a:pt x="917762" y="5318771"/>
                  </a:lnTo>
                  <a:lnTo>
                    <a:pt x="917762" y="5318340"/>
                  </a:lnTo>
                  <a:lnTo>
                    <a:pt x="917920" y="5318340"/>
                  </a:lnTo>
                  <a:lnTo>
                    <a:pt x="918078" y="5318340"/>
                  </a:lnTo>
                  <a:lnTo>
                    <a:pt x="918235" y="5318340"/>
                  </a:lnTo>
                  <a:lnTo>
                    <a:pt x="918551" y="5318340"/>
                  </a:lnTo>
                  <a:lnTo>
                    <a:pt x="918708" y="5318340"/>
                  </a:lnTo>
                  <a:lnTo>
                    <a:pt x="918708" y="5317479"/>
                  </a:lnTo>
                  <a:lnTo>
                    <a:pt x="918708" y="5317048"/>
                  </a:lnTo>
                  <a:lnTo>
                    <a:pt x="919339" y="5317048"/>
                  </a:lnTo>
                  <a:lnTo>
                    <a:pt x="919497" y="5317048"/>
                  </a:lnTo>
                  <a:lnTo>
                    <a:pt x="919655" y="5316618"/>
                  </a:lnTo>
                  <a:lnTo>
                    <a:pt x="919812" y="5316618"/>
                  </a:lnTo>
                  <a:lnTo>
                    <a:pt x="919970" y="5316618"/>
                  </a:lnTo>
                  <a:lnTo>
                    <a:pt x="919970" y="5316187"/>
                  </a:lnTo>
                  <a:lnTo>
                    <a:pt x="919970" y="5315757"/>
                  </a:lnTo>
                  <a:lnTo>
                    <a:pt x="920286" y="5315757"/>
                  </a:lnTo>
                  <a:lnTo>
                    <a:pt x="920601" y="5315326"/>
                  </a:lnTo>
                  <a:lnTo>
                    <a:pt x="920917" y="5315326"/>
                  </a:lnTo>
                  <a:lnTo>
                    <a:pt x="921074" y="5315326"/>
                  </a:lnTo>
                  <a:lnTo>
                    <a:pt x="921232" y="5314465"/>
                  </a:lnTo>
                  <a:lnTo>
                    <a:pt x="921705" y="5314465"/>
                  </a:lnTo>
                  <a:lnTo>
                    <a:pt x="921863" y="5314465"/>
                  </a:lnTo>
                  <a:lnTo>
                    <a:pt x="922021" y="5314034"/>
                  </a:lnTo>
                  <a:lnTo>
                    <a:pt x="922178" y="5313604"/>
                  </a:lnTo>
                  <a:lnTo>
                    <a:pt x="922336" y="5313604"/>
                  </a:lnTo>
                  <a:lnTo>
                    <a:pt x="922494" y="5313604"/>
                  </a:lnTo>
                  <a:lnTo>
                    <a:pt x="922651" y="5313604"/>
                  </a:lnTo>
                  <a:lnTo>
                    <a:pt x="922809" y="5312742"/>
                  </a:lnTo>
                  <a:lnTo>
                    <a:pt x="922967" y="5312742"/>
                  </a:lnTo>
                  <a:lnTo>
                    <a:pt x="923125" y="5312742"/>
                  </a:lnTo>
                  <a:lnTo>
                    <a:pt x="923440" y="5312742"/>
                  </a:lnTo>
                  <a:lnTo>
                    <a:pt x="923598" y="5312742"/>
                  </a:lnTo>
                  <a:lnTo>
                    <a:pt x="923755" y="5312312"/>
                  </a:lnTo>
                  <a:lnTo>
                    <a:pt x="924229" y="5311881"/>
                  </a:lnTo>
                  <a:lnTo>
                    <a:pt x="924386" y="5311881"/>
                  </a:lnTo>
                  <a:lnTo>
                    <a:pt x="924386" y="5311451"/>
                  </a:lnTo>
                  <a:lnTo>
                    <a:pt x="924544" y="5311451"/>
                  </a:lnTo>
                  <a:lnTo>
                    <a:pt x="924702" y="5311451"/>
                  </a:lnTo>
                  <a:lnTo>
                    <a:pt x="925017" y="5311451"/>
                  </a:lnTo>
                  <a:lnTo>
                    <a:pt x="925175" y="5311451"/>
                  </a:lnTo>
                  <a:lnTo>
                    <a:pt x="925333" y="5311451"/>
                  </a:lnTo>
                  <a:lnTo>
                    <a:pt x="925648" y="5311451"/>
                  </a:lnTo>
                  <a:lnTo>
                    <a:pt x="925648" y="5311020"/>
                  </a:lnTo>
                  <a:lnTo>
                    <a:pt x="925806" y="5311020"/>
                  </a:lnTo>
                  <a:lnTo>
                    <a:pt x="925964" y="5310589"/>
                  </a:lnTo>
                  <a:lnTo>
                    <a:pt x="926121" y="5310589"/>
                  </a:lnTo>
                  <a:lnTo>
                    <a:pt x="926279" y="5310589"/>
                  </a:lnTo>
                  <a:lnTo>
                    <a:pt x="926437" y="5310589"/>
                  </a:lnTo>
                  <a:lnTo>
                    <a:pt x="926594" y="5310589"/>
                  </a:lnTo>
                  <a:lnTo>
                    <a:pt x="926594" y="5310159"/>
                  </a:lnTo>
                  <a:lnTo>
                    <a:pt x="926752" y="5309728"/>
                  </a:lnTo>
                  <a:lnTo>
                    <a:pt x="927225" y="5309728"/>
                  </a:lnTo>
                  <a:lnTo>
                    <a:pt x="927383" y="5309728"/>
                  </a:lnTo>
                  <a:lnTo>
                    <a:pt x="927383" y="5309298"/>
                  </a:lnTo>
                  <a:lnTo>
                    <a:pt x="927698" y="5309298"/>
                  </a:lnTo>
                  <a:lnTo>
                    <a:pt x="927856" y="5308867"/>
                  </a:lnTo>
                  <a:lnTo>
                    <a:pt x="928014" y="5308867"/>
                  </a:lnTo>
                  <a:lnTo>
                    <a:pt x="928802" y="5308867"/>
                  </a:lnTo>
                  <a:lnTo>
                    <a:pt x="928960" y="5308867"/>
                  </a:lnTo>
                  <a:lnTo>
                    <a:pt x="929118" y="5308867"/>
                  </a:lnTo>
                  <a:lnTo>
                    <a:pt x="929433" y="5308867"/>
                  </a:lnTo>
                  <a:lnTo>
                    <a:pt x="929433" y="5308436"/>
                  </a:lnTo>
                  <a:lnTo>
                    <a:pt x="929591" y="5308436"/>
                  </a:lnTo>
                  <a:lnTo>
                    <a:pt x="930222" y="5308006"/>
                  </a:lnTo>
                  <a:lnTo>
                    <a:pt x="930380" y="5308006"/>
                  </a:lnTo>
                  <a:lnTo>
                    <a:pt x="930537" y="5308006"/>
                  </a:lnTo>
                  <a:lnTo>
                    <a:pt x="930537" y="5307575"/>
                  </a:lnTo>
                  <a:lnTo>
                    <a:pt x="930695" y="5307575"/>
                  </a:lnTo>
                  <a:lnTo>
                    <a:pt x="930853" y="5307575"/>
                  </a:lnTo>
                  <a:lnTo>
                    <a:pt x="931010" y="5307575"/>
                  </a:lnTo>
                  <a:lnTo>
                    <a:pt x="931168" y="5307575"/>
                  </a:lnTo>
                  <a:lnTo>
                    <a:pt x="931326" y="5307575"/>
                  </a:lnTo>
                  <a:lnTo>
                    <a:pt x="931484" y="5307575"/>
                  </a:lnTo>
                  <a:lnTo>
                    <a:pt x="931484" y="5307145"/>
                  </a:lnTo>
                  <a:lnTo>
                    <a:pt x="931641" y="5307145"/>
                  </a:lnTo>
                  <a:lnTo>
                    <a:pt x="931957" y="5307145"/>
                  </a:lnTo>
                  <a:lnTo>
                    <a:pt x="932115" y="5307145"/>
                  </a:lnTo>
                  <a:lnTo>
                    <a:pt x="932115" y="5306714"/>
                  </a:lnTo>
                  <a:lnTo>
                    <a:pt x="932272" y="5306714"/>
                  </a:lnTo>
                  <a:lnTo>
                    <a:pt x="932745" y="5305853"/>
                  </a:lnTo>
                  <a:lnTo>
                    <a:pt x="932903" y="5305853"/>
                  </a:lnTo>
                  <a:lnTo>
                    <a:pt x="933061" y="5305853"/>
                  </a:lnTo>
                  <a:lnTo>
                    <a:pt x="933219" y="5305853"/>
                  </a:lnTo>
                  <a:lnTo>
                    <a:pt x="933376" y="5305422"/>
                  </a:lnTo>
                  <a:lnTo>
                    <a:pt x="933376" y="5304992"/>
                  </a:lnTo>
                  <a:lnTo>
                    <a:pt x="933692" y="5304992"/>
                  </a:lnTo>
                  <a:lnTo>
                    <a:pt x="933692" y="5304130"/>
                  </a:lnTo>
                  <a:lnTo>
                    <a:pt x="933849" y="5304130"/>
                  </a:lnTo>
                  <a:lnTo>
                    <a:pt x="933849" y="5303700"/>
                  </a:lnTo>
                  <a:lnTo>
                    <a:pt x="934007" y="5303700"/>
                  </a:lnTo>
                  <a:lnTo>
                    <a:pt x="934165" y="5303700"/>
                  </a:lnTo>
                  <a:lnTo>
                    <a:pt x="934323" y="5303700"/>
                  </a:lnTo>
                  <a:lnTo>
                    <a:pt x="934323" y="5303269"/>
                  </a:lnTo>
                  <a:lnTo>
                    <a:pt x="934480" y="5303269"/>
                  </a:lnTo>
                  <a:lnTo>
                    <a:pt x="934796" y="5303269"/>
                  </a:lnTo>
                  <a:lnTo>
                    <a:pt x="934953" y="5303269"/>
                  </a:lnTo>
                  <a:lnTo>
                    <a:pt x="935111" y="5303269"/>
                  </a:lnTo>
                  <a:lnTo>
                    <a:pt x="935269" y="5303269"/>
                  </a:lnTo>
                  <a:lnTo>
                    <a:pt x="935427" y="5303269"/>
                  </a:lnTo>
                  <a:lnTo>
                    <a:pt x="935427" y="5302839"/>
                  </a:lnTo>
                  <a:lnTo>
                    <a:pt x="936215" y="5302408"/>
                  </a:lnTo>
                  <a:lnTo>
                    <a:pt x="936373" y="5302408"/>
                  </a:lnTo>
                  <a:lnTo>
                    <a:pt x="936531" y="5302408"/>
                  </a:lnTo>
                  <a:lnTo>
                    <a:pt x="936688" y="5302408"/>
                  </a:lnTo>
                  <a:lnTo>
                    <a:pt x="936688" y="5301977"/>
                  </a:lnTo>
                  <a:lnTo>
                    <a:pt x="936846" y="5301547"/>
                  </a:lnTo>
                  <a:lnTo>
                    <a:pt x="937004" y="5301547"/>
                  </a:lnTo>
                  <a:lnTo>
                    <a:pt x="937162" y="5301547"/>
                  </a:lnTo>
                  <a:lnTo>
                    <a:pt x="937319" y="5301547"/>
                  </a:lnTo>
                  <a:lnTo>
                    <a:pt x="937319" y="5300686"/>
                  </a:lnTo>
                  <a:lnTo>
                    <a:pt x="937319" y="5300255"/>
                  </a:lnTo>
                  <a:lnTo>
                    <a:pt x="937477" y="5300255"/>
                  </a:lnTo>
                  <a:lnTo>
                    <a:pt x="937635" y="5299824"/>
                  </a:lnTo>
                  <a:lnTo>
                    <a:pt x="937635" y="5299394"/>
                  </a:lnTo>
                  <a:lnTo>
                    <a:pt x="937792" y="5299394"/>
                  </a:lnTo>
                  <a:lnTo>
                    <a:pt x="937950" y="5299394"/>
                  </a:lnTo>
                  <a:lnTo>
                    <a:pt x="938108" y="5299394"/>
                  </a:lnTo>
                  <a:lnTo>
                    <a:pt x="938266" y="5299394"/>
                  </a:lnTo>
                  <a:lnTo>
                    <a:pt x="938423" y="5298963"/>
                  </a:lnTo>
                  <a:lnTo>
                    <a:pt x="938581" y="5298963"/>
                  </a:lnTo>
                  <a:lnTo>
                    <a:pt x="938739" y="5298963"/>
                  </a:lnTo>
                  <a:lnTo>
                    <a:pt x="938896" y="5298963"/>
                  </a:lnTo>
                  <a:lnTo>
                    <a:pt x="939685" y="5297671"/>
                  </a:lnTo>
                  <a:lnTo>
                    <a:pt x="939843" y="5297671"/>
                  </a:lnTo>
                  <a:lnTo>
                    <a:pt x="939843" y="5297241"/>
                  </a:lnTo>
                  <a:lnTo>
                    <a:pt x="940000" y="5297241"/>
                  </a:lnTo>
                  <a:lnTo>
                    <a:pt x="940000" y="5296810"/>
                  </a:lnTo>
                  <a:lnTo>
                    <a:pt x="940158" y="5296810"/>
                  </a:lnTo>
                  <a:lnTo>
                    <a:pt x="940316" y="5296810"/>
                  </a:lnTo>
                  <a:lnTo>
                    <a:pt x="940474" y="5296810"/>
                  </a:lnTo>
                  <a:lnTo>
                    <a:pt x="940789" y="5296810"/>
                  </a:lnTo>
                  <a:lnTo>
                    <a:pt x="940947" y="5296810"/>
                  </a:lnTo>
                  <a:lnTo>
                    <a:pt x="941420" y="5296380"/>
                  </a:lnTo>
                  <a:lnTo>
                    <a:pt x="941420" y="5295949"/>
                  </a:lnTo>
                  <a:lnTo>
                    <a:pt x="941578" y="5295949"/>
                  </a:lnTo>
                  <a:lnTo>
                    <a:pt x="941578" y="5295518"/>
                  </a:lnTo>
                  <a:lnTo>
                    <a:pt x="941735" y="5295518"/>
                  </a:lnTo>
                  <a:lnTo>
                    <a:pt x="941893" y="5295518"/>
                  </a:lnTo>
                  <a:lnTo>
                    <a:pt x="942051" y="5295088"/>
                  </a:lnTo>
                  <a:lnTo>
                    <a:pt x="942208" y="5295088"/>
                  </a:lnTo>
                  <a:lnTo>
                    <a:pt x="942524" y="5295088"/>
                  </a:lnTo>
                  <a:lnTo>
                    <a:pt x="942524" y="5294657"/>
                  </a:lnTo>
                  <a:lnTo>
                    <a:pt x="942682" y="5294657"/>
                  </a:lnTo>
                  <a:lnTo>
                    <a:pt x="942839" y="5294657"/>
                  </a:lnTo>
                  <a:lnTo>
                    <a:pt x="942997" y="5294657"/>
                  </a:lnTo>
                  <a:lnTo>
                    <a:pt x="943155" y="5294227"/>
                  </a:lnTo>
                  <a:lnTo>
                    <a:pt x="943155" y="5293796"/>
                  </a:lnTo>
                  <a:lnTo>
                    <a:pt x="943313" y="5293796"/>
                  </a:lnTo>
                  <a:lnTo>
                    <a:pt x="943628" y="5293365"/>
                  </a:lnTo>
                  <a:lnTo>
                    <a:pt x="943628" y="5292935"/>
                  </a:lnTo>
                  <a:lnTo>
                    <a:pt x="943786" y="5292935"/>
                  </a:lnTo>
                  <a:lnTo>
                    <a:pt x="944101" y="5292935"/>
                  </a:lnTo>
                  <a:lnTo>
                    <a:pt x="944259" y="5292504"/>
                  </a:lnTo>
                  <a:lnTo>
                    <a:pt x="944417" y="5292504"/>
                  </a:lnTo>
                  <a:lnTo>
                    <a:pt x="944417" y="5292074"/>
                  </a:lnTo>
                  <a:lnTo>
                    <a:pt x="944574" y="5292074"/>
                  </a:lnTo>
                  <a:lnTo>
                    <a:pt x="944732" y="5292074"/>
                  </a:lnTo>
                  <a:lnTo>
                    <a:pt x="944890" y="5292074"/>
                  </a:lnTo>
                  <a:lnTo>
                    <a:pt x="944890" y="5291212"/>
                  </a:lnTo>
                  <a:lnTo>
                    <a:pt x="944890" y="5290351"/>
                  </a:lnTo>
                  <a:lnTo>
                    <a:pt x="945205" y="5289490"/>
                  </a:lnTo>
                  <a:lnTo>
                    <a:pt x="945363" y="5289490"/>
                  </a:lnTo>
                  <a:lnTo>
                    <a:pt x="945521" y="5289490"/>
                  </a:lnTo>
                  <a:lnTo>
                    <a:pt x="945994" y="5289490"/>
                  </a:lnTo>
                  <a:lnTo>
                    <a:pt x="946309" y="5289490"/>
                  </a:lnTo>
                  <a:lnTo>
                    <a:pt x="946467" y="5289490"/>
                  </a:lnTo>
                  <a:lnTo>
                    <a:pt x="946625" y="5289490"/>
                  </a:lnTo>
                  <a:lnTo>
                    <a:pt x="946782" y="5289490"/>
                  </a:lnTo>
                  <a:lnTo>
                    <a:pt x="946940" y="5289490"/>
                  </a:lnTo>
                  <a:lnTo>
                    <a:pt x="947729" y="5289059"/>
                  </a:lnTo>
                  <a:lnTo>
                    <a:pt x="947886" y="5289059"/>
                  </a:lnTo>
                  <a:lnTo>
                    <a:pt x="948044" y="5289059"/>
                  </a:lnTo>
                  <a:lnTo>
                    <a:pt x="948202" y="5288629"/>
                  </a:lnTo>
                  <a:lnTo>
                    <a:pt x="948517" y="5288629"/>
                  </a:lnTo>
                  <a:lnTo>
                    <a:pt x="948675" y="5288629"/>
                  </a:lnTo>
                  <a:lnTo>
                    <a:pt x="948833" y="5288629"/>
                  </a:lnTo>
                  <a:lnTo>
                    <a:pt x="948990" y="5288629"/>
                  </a:lnTo>
                  <a:lnTo>
                    <a:pt x="949148" y="5288629"/>
                  </a:lnTo>
                  <a:lnTo>
                    <a:pt x="949148" y="5288198"/>
                  </a:lnTo>
                  <a:lnTo>
                    <a:pt x="949148" y="5287768"/>
                  </a:lnTo>
                  <a:lnTo>
                    <a:pt x="949148" y="5287337"/>
                  </a:lnTo>
                  <a:lnTo>
                    <a:pt x="949306" y="5287337"/>
                  </a:lnTo>
                  <a:lnTo>
                    <a:pt x="949464" y="5287337"/>
                  </a:lnTo>
                  <a:lnTo>
                    <a:pt x="949621" y="5286906"/>
                  </a:lnTo>
                  <a:lnTo>
                    <a:pt x="949621" y="5286476"/>
                  </a:lnTo>
                  <a:lnTo>
                    <a:pt x="949779" y="5286476"/>
                  </a:lnTo>
                  <a:lnTo>
                    <a:pt x="949937" y="5285615"/>
                  </a:lnTo>
                  <a:lnTo>
                    <a:pt x="950094" y="5285615"/>
                  </a:lnTo>
                  <a:lnTo>
                    <a:pt x="950252" y="5285615"/>
                  </a:lnTo>
                  <a:lnTo>
                    <a:pt x="950410" y="5285184"/>
                  </a:lnTo>
                  <a:lnTo>
                    <a:pt x="950568" y="5285184"/>
                  </a:lnTo>
                  <a:lnTo>
                    <a:pt x="950725" y="5285184"/>
                  </a:lnTo>
                  <a:lnTo>
                    <a:pt x="950883" y="5285184"/>
                  </a:lnTo>
                  <a:lnTo>
                    <a:pt x="950883" y="5284753"/>
                  </a:lnTo>
                  <a:lnTo>
                    <a:pt x="951041" y="5283892"/>
                  </a:lnTo>
                  <a:lnTo>
                    <a:pt x="951198" y="5283892"/>
                  </a:lnTo>
                  <a:lnTo>
                    <a:pt x="951356" y="5283892"/>
                  </a:lnTo>
                  <a:lnTo>
                    <a:pt x="951356" y="5283031"/>
                  </a:lnTo>
                  <a:lnTo>
                    <a:pt x="951514" y="5283031"/>
                  </a:lnTo>
                  <a:lnTo>
                    <a:pt x="951672" y="5283031"/>
                  </a:lnTo>
                  <a:lnTo>
                    <a:pt x="951672" y="5282600"/>
                  </a:lnTo>
                  <a:lnTo>
                    <a:pt x="951829" y="5282600"/>
                  </a:lnTo>
                  <a:lnTo>
                    <a:pt x="951987" y="5282600"/>
                  </a:lnTo>
                  <a:lnTo>
                    <a:pt x="952302" y="5282600"/>
                  </a:lnTo>
                  <a:lnTo>
                    <a:pt x="952460" y="5282170"/>
                  </a:lnTo>
                  <a:lnTo>
                    <a:pt x="952460" y="5281739"/>
                  </a:lnTo>
                  <a:lnTo>
                    <a:pt x="952618" y="5281309"/>
                  </a:lnTo>
                  <a:lnTo>
                    <a:pt x="952776" y="5281309"/>
                  </a:lnTo>
                  <a:lnTo>
                    <a:pt x="952933" y="5281309"/>
                  </a:lnTo>
                  <a:lnTo>
                    <a:pt x="952933" y="5280878"/>
                  </a:lnTo>
                  <a:lnTo>
                    <a:pt x="953249" y="5280878"/>
                  </a:lnTo>
                  <a:lnTo>
                    <a:pt x="953406" y="5280017"/>
                  </a:lnTo>
                  <a:lnTo>
                    <a:pt x="953564" y="5280017"/>
                  </a:lnTo>
                  <a:lnTo>
                    <a:pt x="953722" y="5280017"/>
                  </a:lnTo>
                  <a:lnTo>
                    <a:pt x="954037" y="5279586"/>
                  </a:lnTo>
                  <a:lnTo>
                    <a:pt x="954195" y="5279586"/>
                  </a:lnTo>
                  <a:lnTo>
                    <a:pt x="954195" y="5278725"/>
                  </a:lnTo>
                  <a:lnTo>
                    <a:pt x="954511" y="5278725"/>
                  </a:lnTo>
                  <a:lnTo>
                    <a:pt x="954668" y="5278725"/>
                  </a:lnTo>
                  <a:lnTo>
                    <a:pt x="954668" y="5278294"/>
                  </a:lnTo>
                  <a:lnTo>
                    <a:pt x="954984" y="5277864"/>
                  </a:lnTo>
                  <a:lnTo>
                    <a:pt x="955457" y="5277864"/>
                  </a:lnTo>
                  <a:lnTo>
                    <a:pt x="955457" y="5277433"/>
                  </a:lnTo>
                  <a:lnTo>
                    <a:pt x="955615" y="5277433"/>
                  </a:lnTo>
                  <a:lnTo>
                    <a:pt x="955772" y="5277433"/>
                  </a:lnTo>
                  <a:lnTo>
                    <a:pt x="955930" y="5277433"/>
                  </a:lnTo>
                  <a:lnTo>
                    <a:pt x="955930" y="5277003"/>
                  </a:lnTo>
                  <a:lnTo>
                    <a:pt x="956088" y="5277003"/>
                  </a:lnTo>
                  <a:lnTo>
                    <a:pt x="956088" y="5276141"/>
                  </a:lnTo>
                  <a:lnTo>
                    <a:pt x="956088" y="5275711"/>
                  </a:lnTo>
                  <a:lnTo>
                    <a:pt x="956245" y="5275711"/>
                  </a:lnTo>
                  <a:lnTo>
                    <a:pt x="956403" y="5275711"/>
                  </a:lnTo>
                  <a:lnTo>
                    <a:pt x="956561" y="5275711"/>
                  </a:lnTo>
                  <a:lnTo>
                    <a:pt x="957349" y="5275280"/>
                  </a:lnTo>
                  <a:lnTo>
                    <a:pt x="957507" y="5275280"/>
                  </a:lnTo>
                  <a:lnTo>
                    <a:pt x="957665" y="5275280"/>
                  </a:lnTo>
                  <a:lnTo>
                    <a:pt x="957980" y="5275280"/>
                  </a:lnTo>
                  <a:lnTo>
                    <a:pt x="957980" y="5274850"/>
                  </a:lnTo>
                  <a:lnTo>
                    <a:pt x="958138" y="5274850"/>
                  </a:lnTo>
                  <a:lnTo>
                    <a:pt x="958138" y="5273988"/>
                  </a:lnTo>
                  <a:lnTo>
                    <a:pt x="958296" y="5273988"/>
                  </a:lnTo>
                  <a:lnTo>
                    <a:pt x="958769" y="5273127"/>
                  </a:lnTo>
                  <a:lnTo>
                    <a:pt x="958927" y="5273127"/>
                  </a:lnTo>
                  <a:lnTo>
                    <a:pt x="959084" y="5273127"/>
                  </a:lnTo>
                  <a:lnTo>
                    <a:pt x="959242" y="5273127"/>
                  </a:lnTo>
                  <a:lnTo>
                    <a:pt x="959400" y="5273127"/>
                  </a:lnTo>
                  <a:lnTo>
                    <a:pt x="959558" y="5272697"/>
                  </a:lnTo>
                  <a:lnTo>
                    <a:pt x="959715" y="5272697"/>
                  </a:lnTo>
                  <a:lnTo>
                    <a:pt x="960031" y="5272697"/>
                  </a:lnTo>
                  <a:lnTo>
                    <a:pt x="960188" y="5272697"/>
                  </a:lnTo>
                  <a:lnTo>
                    <a:pt x="960188" y="5272266"/>
                  </a:lnTo>
                  <a:lnTo>
                    <a:pt x="960346" y="5272266"/>
                  </a:lnTo>
                  <a:lnTo>
                    <a:pt x="960504" y="5272266"/>
                  </a:lnTo>
                  <a:lnTo>
                    <a:pt x="960662" y="5272266"/>
                  </a:lnTo>
                  <a:lnTo>
                    <a:pt x="961135" y="5271835"/>
                  </a:lnTo>
                  <a:lnTo>
                    <a:pt x="961135" y="5270974"/>
                  </a:lnTo>
                  <a:lnTo>
                    <a:pt x="961766" y="5270974"/>
                  </a:lnTo>
                  <a:lnTo>
                    <a:pt x="961923" y="5270974"/>
                  </a:lnTo>
                  <a:lnTo>
                    <a:pt x="962081" y="5270544"/>
                  </a:lnTo>
                  <a:lnTo>
                    <a:pt x="962239" y="5270113"/>
                  </a:lnTo>
                  <a:lnTo>
                    <a:pt x="962396" y="5269682"/>
                  </a:lnTo>
                  <a:lnTo>
                    <a:pt x="962554" y="5269682"/>
                  </a:lnTo>
                  <a:lnTo>
                    <a:pt x="962712" y="5269682"/>
                  </a:lnTo>
                  <a:lnTo>
                    <a:pt x="962870" y="5269682"/>
                  </a:lnTo>
                  <a:lnTo>
                    <a:pt x="962870" y="5269252"/>
                  </a:lnTo>
                  <a:lnTo>
                    <a:pt x="963185" y="5269252"/>
                  </a:lnTo>
                  <a:lnTo>
                    <a:pt x="963343" y="5268821"/>
                  </a:lnTo>
                  <a:lnTo>
                    <a:pt x="963658" y="5268391"/>
                  </a:lnTo>
                  <a:lnTo>
                    <a:pt x="963816" y="5268391"/>
                  </a:lnTo>
                  <a:lnTo>
                    <a:pt x="964131" y="5268391"/>
                  </a:lnTo>
                  <a:lnTo>
                    <a:pt x="964131" y="5267960"/>
                  </a:lnTo>
                  <a:lnTo>
                    <a:pt x="964289" y="5267960"/>
                  </a:lnTo>
                  <a:lnTo>
                    <a:pt x="964447" y="5267960"/>
                  </a:lnTo>
                  <a:lnTo>
                    <a:pt x="964604" y="5267529"/>
                  </a:lnTo>
                  <a:lnTo>
                    <a:pt x="964604" y="5266668"/>
                  </a:lnTo>
                  <a:lnTo>
                    <a:pt x="964762" y="5265807"/>
                  </a:lnTo>
                  <a:lnTo>
                    <a:pt x="964920" y="5265376"/>
                  </a:lnTo>
                  <a:lnTo>
                    <a:pt x="965078" y="5265376"/>
                  </a:lnTo>
                  <a:lnTo>
                    <a:pt x="965078" y="5264515"/>
                  </a:lnTo>
                  <a:lnTo>
                    <a:pt x="965393" y="5264515"/>
                  </a:lnTo>
                  <a:lnTo>
                    <a:pt x="965393" y="5264085"/>
                  </a:lnTo>
                  <a:lnTo>
                    <a:pt x="965551" y="5264085"/>
                  </a:lnTo>
                  <a:lnTo>
                    <a:pt x="965709" y="5264085"/>
                  </a:lnTo>
                  <a:lnTo>
                    <a:pt x="965709" y="5263654"/>
                  </a:lnTo>
                  <a:lnTo>
                    <a:pt x="966182" y="5263654"/>
                  </a:lnTo>
                  <a:lnTo>
                    <a:pt x="966339" y="5263654"/>
                  </a:lnTo>
                  <a:lnTo>
                    <a:pt x="966655" y="5263223"/>
                  </a:lnTo>
                  <a:lnTo>
                    <a:pt x="966813" y="5262793"/>
                  </a:lnTo>
                  <a:lnTo>
                    <a:pt x="966813" y="5262362"/>
                  </a:lnTo>
                  <a:lnTo>
                    <a:pt x="967128" y="5262362"/>
                  </a:lnTo>
                  <a:lnTo>
                    <a:pt x="967286" y="5262362"/>
                  </a:lnTo>
                  <a:lnTo>
                    <a:pt x="967443" y="5261932"/>
                  </a:lnTo>
                  <a:lnTo>
                    <a:pt x="967443" y="5261501"/>
                  </a:lnTo>
                  <a:lnTo>
                    <a:pt x="967601" y="5261501"/>
                  </a:lnTo>
                  <a:lnTo>
                    <a:pt x="967759" y="5261501"/>
                  </a:lnTo>
                  <a:lnTo>
                    <a:pt x="967759" y="5261070"/>
                  </a:lnTo>
                  <a:lnTo>
                    <a:pt x="967917" y="5261070"/>
                  </a:lnTo>
                  <a:lnTo>
                    <a:pt x="968232" y="5261070"/>
                  </a:lnTo>
                  <a:lnTo>
                    <a:pt x="968547" y="5261070"/>
                  </a:lnTo>
                  <a:lnTo>
                    <a:pt x="968863" y="5261070"/>
                  </a:lnTo>
                  <a:lnTo>
                    <a:pt x="969021" y="5261070"/>
                  </a:lnTo>
                  <a:lnTo>
                    <a:pt x="969336" y="5261070"/>
                  </a:lnTo>
                  <a:lnTo>
                    <a:pt x="969494" y="5261070"/>
                  </a:lnTo>
                  <a:lnTo>
                    <a:pt x="969809" y="5261070"/>
                  </a:lnTo>
                  <a:lnTo>
                    <a:pt x="969967" y="5261070"/>
                  </a:lnTo>
                  <a:lnTo>
                    <a:pt x="970125" y="5261070"/>
                  </a:lnTo>
                  <a:lnTo>
                    <a:pt x="970125" y="5260640"/>
                  </a:lnTo>
                  <a:lnTo>
                    <a:pt x="970282" y="5260640"/>
                  </a:lnTo>
                  <a:lnTo>
                    <a:pt x="970440" y="5260640"/>
                  </a:lnTo>
                  <a:lnTo>
                    <a:pt x="970598" y="5260640"/>
                  </a:lnTo>
                  <a:lnTo>
                    <a:pt x="970756" y="5260640"/>
                  </a:lnTo>
                  <a:lnTo>
                    <a:pt x="970756" y="5260209"/>
                  </a:lnTo>
                  <a:lnTo>
                    <a:pt x="970913" y="5260209"/>
                  </a:lnTo>
                  <a:lnTo>
                    <a:pt x="971071" y="5260209"/>
                  </a:lnTo>
                  <a:lnTo>
                    <a:pt x="971386" y="5260209"/>
                  </a:lnTo>
                  <a:lnTo>
                    <a:pt x="971544" y="5260209"/>
                  </a:lnTo>
                  <a:lnTo>
                    <a:pt x="971544" y="5259779"/>
                  </a:lnTo>
                  <a:lnTo>
                    <a:pt x="971702" y="5259779"/>
                  </a:lnTo>
                  <a:lnTo>
                    <a:pt x="972175" y="5259779"/>
                  </a:lnTo>
                  <a:lnTo>
                    <a:pt x="972175" y="5259348"/>
                  </a:lnTo>
                  <a:lnTo>
                    <a:pt x="972490" y="5258917"/>
                  </a:lnTo>
                  <a:lnTo>
                    <a:pt x="972490" y="5258487"/>
                  </a:lnTo>
                  <a:lnTo>
                    <a:pt x="972648" y="5258487"/>
                  </a:lnTo>
                  <a:lnTo>
                    <a:pt x="972648" y="5258056"/>
                  </a:lnTo>
                  <a:lnTo>
                    <a:pt x="972806" y="5258056"/>
                  </a:lnTo>
                  <a:lnTo>
                    <a:pt x="973121" y="5258056"/>
                  </a:lnTo>
                  <a:lnTo>
                    <a:pt x="973121" y="5257626"/>
                  </a:lnTo>
                  <a:lnTo>
                    <a:pt x="973121" y="5257195"/>
                  </a:lnTo>
                  <a:lnTo>
                    <a:pt x="973279" y="5257195"/>
                  </a:lnTo>
                  <a:lnTo>
                    <a:pt x="973437" y="5257195"/>
                  </a:lnTo>
                  <a:lnTo>
                    <a:pt x="973594" y="5257195"/>
                  </a:lnTo>
                  <a:lnTo>
                    <a:pt x="973910" y="5257195"/>
                  </a:lnTo>
                  <a:lnTo>
                    <a:pt x="974068" y="5257195"/>
                  </a:lnTo>
                  <a:lnTo>
                    <a:pt x="974068" y="5256764"/>
                  </a:lnTo>
                  <a:lnTo>
                    <a:pt x="974225" y="5256764"/>
                  </a:lnTo>
                  <a:lnTo>
                    <a:pt x="974383" y="5256764"/>
                  </a:lnTo>
                  <a:lnTo>
                    <a:pt x="974383" y="5256334"/>
                  </a:lnTo>
                  <a:lnTo>
                    <a:pt x="974541" y="5255903"/>
                  </a:lnTo>
                  <a:lnTo>
                    <a:pt x="974541" y="5255473"/>
                  </a:lnTo>
                  <a:lnTo>
                    <a:pt x="975014" y="5255473"/>
                  </a:lnTo>
                  <a:lnTo>
                    <a:pt x="975329" y="5255473"/>
                  </a:lnTo>
                  <a:lnTo>
                    <a:pt x="975487" y="5255473"/>
                  </a:lnTo>
                  <a:lnTo>
                    <a:pt x="975802" y="5255473"/>
                  </a:lnTo>
                  <a:lnTo>
                    <a:pt x="976118" y="5255473"/>
                  </a:lnTo>
                  <a:lnTo>
                    <a:pt x="976276" y="5255473"/>
                  </a:lnTo>
                  <a:lnTo>
                    <a:pt x="976433" y="5255473"/>
                  </a:lnTo>
                  <a:lnTo>
                    <a:pt x="976749" y="5255473"/>
                  </a:lnTo>
                  <a:lnTo>
                    <a:pt x="977222" y="5255473"/>
                  </a:lnTo>
                  <a:lnTo>
                    <a:pt x="977380" y="5255473"/>
                  </a:lnTo>
                  <a:lnTo>
                    <a:pt x="977537" y="5255473"/>
                  </a:lnTo>
                  <a:lnTo>
                    <a:pt x="977695" y="5255042"/>
                  </a:lnTo>
                  <a:lnTo>
                    <a:pt x="977853" y="5255042"/>
                  </a:lnTo>
                  <a:lnTo>
                    <a:pt x="978011" y="5254611"/>
                  </a:lnTo>
                  <a:lnTo>
                    <a:pt x="978168" y="5254611"/>
                  </a:lnTo>
                  <a:lnTo>
                    <a:pt x="978326" y="5254611"/>
                  </a:lnTo>
                  <a:lnTo>
                    <a:pt x="978957" y="5254611"/>
                  </a:lnTo>
                  <a:lnTo>
                    <a:pt x="979115" y="5254611"/>
                  </a:lnTo>
                  <a:lnTo>
                    <a:pt x="979272" y="5254181"/>
                  </a:lnTo>
                  <a:lnTo>
                    <a:pt x="979430" y="5253750"/>
                  </a:lnTo>
                  <a:lnTo>
                    <a:pt x="979745" y="5253750"/>
                  </a:lnTo>
                  <a:lnTo>
                    <a:pt x="979903" y="5253750"/>
                  </a:lnTo>
                  <a:lnTo>
                    <a:pt x="980061" y="5253750"/>
                  </a:lnTo>
                  <a:lnTo>
                    <a:pt x="980061" y="5253320"/>
                  </a:lnTo>
                  <a:lnTo>
                    <a:pt x="980219" y="5253320"/>
                  </a:lnTo>
                  <a:lnTo>
                    <a:pt x="980534" y="5252889"/>
                  </a:lnTo>
                  <a:lnTo>
                    <a:pt x="980849" y="5252458"/>
                  </a:lnTo>
                  <a:lnTo>
                    <a:pt x="980849" y="5252028"/>
                  </a:lnTo>
                  <a:lnTo>
                    <a:pt x="981007" y="5252028"/>
                  </a:lnTo>
                  <a:lnTo>
                    <a:pt x="981165" y="5252028"/>
                  </a:lnTo>
                  <a:lnTo>
                    <a:pt x="981480" y="5252028"/>
                  </a:lnTo>
                  <a:lnTo>
                    <a:pt x="981638" y="5252028"/>
                  </a:lnTo>
                  <a:lnTo>
                    <a:pt x="981954" y="5252028"/>
                  </a:lnTo>
                  <a:lnTo>
                    <a:pt x="982111" y="5251597"/>
                  </a:lnTo>
                  <a:lnTo>
                    <a:pt x="982427" y="5251167"/>
                  </a:lnTo>
                  <a:lnTo>
                    <a:pt x="982584" y="5251167"/>
                  </a:lnTo>
                  <a:lnTo>
                    <a:pt x="982584" y="5250736"/>
                  </a:lnTo>
                  <a:lnTo>
                    <a:pt x="982742" y="5250736"/>
                  </a:lnTo>
                  <a:lnTo>
                    <a:pt x="982900" y="5250736"/>
                  </a:lnTo>
                  <a:lnTo>
                    <a:pt x="983215" y="5250736"/>
                  </a:lnTo>
                  <a:lnTo>
                    <a:pt x="983373" y="5249875"/>
                  </a:lnTo>
                  <a:lnTo>
                    <a:pt x="983531" y="5249444"/>
                  </a:lnTo>
                  <a:lnTo>
                    <a:pt x="983531" y="5249014"/>
                  </a:lnTo>
                  <a:lnTo>
                    <a:pt x="983531" y="5248152"/>
                  </a:lnTo>
                  <a:lnTo>
                    <a:pt x="983531" y="5247722"/>
                  </a:lnTo>
                  <a:lnTo>
                    <a:pt x="983688" y="5247722"/>
                  </a:lnTo>
                  <a:lnTo>
                    <a:pt x="983846" y="5247722"/>
                  </a:lnTo>
                  <a:lnTo>
                    <a:pt x="984162" y="5247722"/>
                  </a:lnTo>
                  <a:lnTo>
                    <a:pt x="984162" y="5247291"/>
                  </a:lnTo>
                  <a:lnTo>
                    <a:pt x="984477" y="5247291"/>
                  </a:lnTo>
                  <a:lnTo>
                    <a:pt x="984635" y="5247291"/>
                  </a:lnTo>
                  <a:lnTo>
                    <a:pt x="984792" y="5247291"/>
                  </a:lnTo>
                  <a:lnTo>
                    <a:pt x="985108" y="5247291"/>
                  </a:lnTo>
                  <a:lnTo>
                    <a:pt x="985108" y="5246861"/>
                  </a:lnTo>
                  <a:lnTo>
                    <a:pt x="985266" y="5246861"/>
                  </a:lnTo>
                  <a:lnTo>
                    <a:pt x="985581" y="5245999"/>
                  </a:lnTo>
                  <a:lnTo>
                    <a:pt x="985739" y="5245999"/>
                  </a:lnTo>
                  <a:lnTo>
                    <a:pt x="986054" y="5245999"/>
                  </a:lnTo>
                  <a:lnTo>
                    <a:pt x="986212" y="5245569"/>
                  </a:lnTo>
                  <a:lnTo>
                    <a:pt x="986370" y="5245569"/>
                  </a:lnTo>
                  <a:lnTo>
                    <a:pt x="986370" y="5245138"/>
                  </a:lnTo>
                  <a:lnTo>
                    <a:pt x="986527" y="5245138"/>
                  </a:lnTo>
                  <a:lnTo>
                    <a:pt x="986527" y="5244708"/>
                  </a:lnTo>
                  <a:lnTo>
                    <a:pt x="986685" y="5244277"/>
                  </a:lnTo>
                  <a:lnTo>
                    <a:pt x="986843" y="5244277"/>
                  </a:lnTo>
                  <a:lnTo>
                    <a:pt x="987000" y="5243846"/>
                  </a:lnTo>
                  <a:lnTo>
                    <a:pt x="987158" y="5243846"/>
                  </a:lnTo>
                  <a:lnTo>
                    <a:pt x="987316" y="5243846"/>
                  </a:lnTo>
                  <a:lnTo>
                    <a:pt x="987316" y="5242985"/>
                  </a:lnTo>
                  <a:lnTo>
                    <a:pt x="987474" y="5242985"/>
                  </a:lnTo>
                  <a:lnTo>
                    <a:pt x="987631" y="5242985"/>
                  </a:lnTo>
                  <a:lnTo>
                    <a:pt x="987789" y="5241693"/>
                  </a:lnTo>
                  <a:lnTo>
                    <a:pt x="987947" y="5241693"/>
                  </a:lnTo>
                  <a:lnTo>
                    <a:pt x="988105" y="5241693"/>
                  </a:lnTo>
                  <a:lnTo>
                    <a:pt x="988262" y="5241693"/>
                  </a:lnTo>
                  <a:lnTo>
                    <a:pt x="988262" y="5241263"/>
                  </a:lnTo>
                  <a:lnTo>
                    <a:pt x="988420" y="5241263"/>
                  </a:lnTo>
                  <a:lnTo>
                    <a:pt x="988578" y="5241263"/>
                  </a:lnTo>
                  <a:lnTo>
                    <a:pt x="988735" y="5241263"/>
                  </a:lnTo>
                  <a:lnTo>
                    <a:pt x="988893" y="5241263"/>
                  </a:lnTo>
                  <a:lnTo>
                    <a:pt x="989051" y="5241263"/>
                  </a:lnTo>
                  <a:lnTo>
                    <a:pt x="989209" y="5241263"/>
                  </a:lnTo>
                  <a:lnTo>
                    <a:pt x="989366" y="5241263"/>
                  </a:lnTo>
                  <a:lnTo>
                    <a:pt x="989524" y="5240832"/>
                  </a:lnTo>
                  <a:lnTo>
                    <a:pt x="989839" y="5240832"/>
                  </a:lnTo>
                  <a:lnTo>
                    <a:pt x="989997" y="5240832"/>
                  </a:lnTo>
                  <a:lnTo>
                    <a:pt x="990155" y="5240832"/>
                  </a:lnTo>
                  <a:lnTo>
                    <a:pt x="990313" y="5240832"/>
                  </a:lnTo>
                  <a:lnTo>
                    <a:pt x="990470" y="5240832"/>
                  </a:lnTo>
                  <a:lnTo>
                    <a:pt x="990628" y="5240832"/>
                  </a:lnTo>
                  <a:lnTo>
                    <a:pt x="990786" y="5240832"/>
                  </a:lnTo>
                  <a:lnTo>
                    <a:pt x="990786" y="5240402"/>
                  </a:lnTo>
                  <a:lnTo>
                    <a:pt x="990943" y="5240402"/>
                  </a:lnTo>
                  <a:lnTo>
                    <a:pt x="991101" y="5240402"/>
                  </a:lnTo>
                  <a:lnTo>
                    <a:pt x="991259" y="5239971"/>
                  </a:lnTo>
                  <a:lnTo>
                    <a:pt x="991259" y="5239540"/>
                  </a:lnTo>
                  <a:lnTo>
                    <a:pt x="991259" y="5239110"/>
                  </a:lnTo>
                  <a:lnTo>
                    <a:pt x="991417" y="5239110"/>
                  </a:lnTo>
                  <a:lnTo>
                    <a:pt x="991890" y="5238679"/>
                  </a:lnTo>
                  <a:lnTo>
                    <a:pt x="992047" y="5238679"/>
                  </a:lnTo>
                  <a:lnTo>
                    <a:pt x="992363" y="5238679"/>
                  </a:lnTo>
                  <a:lnTo>
                    <a:pt x="992363" y="5238249"/>
                  </a:lnTo>
                  <a:lnTo>
                    <a:pt x="992521" y="5238249"/>
                  </a:lnTo>
                  <a:lnTo>
                    <a:pt x="992678" y="5238249"/>
                  </a:lnTo>
                  <a:lnTo>
                    <a:pt x="992678" y="5237818"/>
                  </a:lnTo>
                  <a:lnTo>
                    <a:pt x="992678" y="5237387"/>
                  </a:lnTo>
                  <a:lnTo>
                    <a:pt x="992836" y="5237387"/>
                  </a:lnTo>
                  <a:lnTo>
                    <a:pt x="992836" y="5236957"/>
                  </a:lnTo>
                  <a:lnTo>
                    <a:pt x="992994" y="5236957"/>
                  </a:lnTo>
                  <a:lnTo>
                    <a:pt x="993151" y="5236957"/>
                  </a:lnTo>
                  <a:lnTo>
                    <a:pt x="993151" y="5236526"/>
                  </a:lnTo>
                  <a:lnTo>
                    <a:pt x="993467" y="5236526"/>
                  </a:lnTo>
                  <a:lnTo>
                    <a:pt x="993625" y="5236526"/>
                  </a:lnTo>
                  <a:lnTo>
                    <a:pt x="994256" y="5235665"/>
                  </a:lnTo>
                  <a:lnTo>
                    <a:pt x="994256" y="5234804"/>
                  </a:lnTo>
                  <a:lnTo>
                    <a:pt x="994413" y="5234804"/>
                  </a:lnTo>
                  <a:lnTo>
                    <a:pt x="994571" y="5234804"/>
                  </a:lnTo>
                  <a:lnTo>
                    <a:pt x="994571" y="5234373"/>
                  </a:lnTo>
                  <a:lnTo>
                    <a:pt x="994886" y="5234373"/>
                  </a:lnTo>
                  <a:lnTo>
                    <a:pt x="995044" y="5234373"/>
                  </a:lnTo>
                  <a:lnTo>
                    <a:pt x="995202" y="5234373"/>
                  </a:lnTo>
                  <a:lnTo>
                    <a:pt x="995202" y="5233943"/>
                  </a:lnTo>
                  <a:lnTo>
                    <a:pt x="995360" y="5233943"/>
                  </a:lnTo>
                  <a:lnTo>
                    <a:pt x="995517" y="5233943"/>
                  </a:lnTo>
                  <a:lnTo>
                    <a:pt x="995675" y="5233512"/>
                  </a:lnTo>
                  <a:lnTo>
                    <a:pt x="995833" y="5233512"/>
                  </a:lnTo>
                  <a:lnTo>
                    <a:pt x="995990" y="5233512"/>
                  </a:lnTo>
                  <a:lnTo>
                    <a:pt x="996148" y="5233081"/>
                  </a:lnTo>
                  <a:lnTo>
                    <a:pt x="996464" y="5232651"/>
                  </a:lnTo>
                  <a:lnTo>
                    <a:pt x="996621" y="5232651"/>
                  </a:lnTo>
                  <a:lnTo>
                    <a:pt x="996621" y="5232220"/>
                  </a:lnTo>
                  <a:lnTo>
                    <a:pt x="996779" y="5232220"/>
                  </a:lnTo>
                  <a:lnTo>
                    <a:pt x="996779" y="5231790"/>
                  </a:lnTo>
                  <a:lnTo>
                    <a:pt x="996937" y="5231790"/>
                  </a:lnTo>
                  <a:lnTo>
                    <a:pt x="997094" y="5231790"/>
                  </a:lnTo>
                  <a:lnTo>
                    <a:pt x="997410" y="5231790"/>
                  </a:lnTo>
                  <a:lnTo>
                    <a:pt x="997568" y="5231790"/>
                  </a:lnTo>
                  <a:lnTo>
                    <a:pt x="997725" y="5231790"/>
                  </a:lnTo>
                  <a:lnTo>
                    <a:pt x="997883" y="5231790"/>
                  </a:lnTo>
                  <a:lnTo>
                    <a:pt x="998041" y="5231359"/>
                  </a:lnTo>
                  <a:lnTo>
                    <a:pt x="998198" y="5231359"/>
                  </a:lnTo>
                  <a:lnTo>
                    <a:pt x="998356" y="5230928"/>
                  </a:lnTo>
                  <a:lnTo>
                    <a:pt x="998514" y="5230928"/>
                  </a:lnTo>
                  <a:lnTo>
                    <a:pt x="998514" y="5230498"/>
                  </a:lnTo>
                  <a:lnTo>
                    <a:pt x="998829" y="5230498"/>
                  </a:lnTo>
                  <a:lnTo>
                    <a:pt x="998987" y="5230498"/>
                  </a:lnTo>
                  <a:lnTo>
                    <a:pt x="999145" y="5230498"/>
                  </a:lnTo>
                  <a:lnTo>
                    <a:pt x="999303" y="5230498"/>
                  </a:lnTo>
                  <a:lnTo>
                    <a:pt x="999460" y="5230498"/>
                  </a:lnTo>
                  <a:lnTo>
                    <a:pt x="999460" y="5230067"/>
                  </a:lnTo>
                  <a:lnTo>
                    <a:pt x="999618" y="5230067"/>
                  </a:lnTo>
                  <a:lnTo>
                    <a:pt x="999776" y="5230067"/>
                  </a:lnTo>
                  <a:lnTo>
                    <a:pt x="999933" y="5230067"/>
                  </a:lnTo>
                  <a:lnTo>
                    <a:pt x="1000091" y="5230067"/>
                  </a:lnTo>
                  <a:lnTo>
                    <a:pt x="1000249" y="5229637"/>
                  </a:lnTo>
                  <a:lnTo>
                    <a:pt x="1000407" y="5229637"/>
                  </a:lnTo>
                  <a:lnTo>
                    <a:pt x="1000564" y="5229637"/>
                  </a:lnTo>
                  <a:lnTo>
                    <a:pt x="1000722" y="5229637"/>
                  </a:lnTo>
                  <a:lnTo>
                    <a:pt x="1001037" y="5229637"/>
                  </a:lnTo>
                  <a:lnTo>
                    <a:pt x="1001037" y="5229206"/>
                  </a:lnTo>
                  <a:lnTo>
                    <a:pt x="1001195" y="5229206"/>
                  </a:lnTo>
                  <a:lnTo>
                    <a:pt x="1001353" y="5229206"/>
                  </a:lnTo>
                  <a:lnTo>
                    <a:pt x="1001511" y="5228775"/>
                  </a:lnTo>
                  <a:lnTo>
                    <a:pt x="1001668" y="5228775"/>
                  </a:lnTo>
                  <a:lnTo>
                    <a:pt x="1001668" y="5228345"/>
                  </a:lnTo>
                  <a:lnTo>
                    <a:pt x="1001826" y="5228345"/>
                  </a:lnTo>
                  <a:lnTo>
                    <a:pt x="1001826" y="5227914"/>
                  </a:lnTo>
                  <a:lnTo>
                    <a:pt x="1001826" y="5227484"/>
                  </a:lnTo>
                  <a:lnTo>
                    <a:pt x="1002141" y="5227484"/>
                  </a:lnTo>
                  <a:lnTo>
                    <a:pt x="1002457" y="5227053"/>
                  </a:lnTo>
                  <a:lnTo>
                    <a:pt x="1002772" y="5227053"/>
                  </a:lnTo>
                  <a:lnTo>
                    <a:pt x="1003245" y="5226192"/>
                  </a:lnTo>
                  <a:lnTo>
                    <a:pt x="1003403" y="5226192"/>
                  </a:lnTo>
                  <a:lnTo>
                    <a:pt x="1003561" y="5226192"/>
                  </a:lnTo>
                  <a:lnTo>
                    <a:pt x="1003561" y="5225761"/>
                  </a:lnTo>
                  <a:lnTo>
                    <a:pt x="1003561" y="5225331"/>
                  </a:lnTo>
                  <a:lnTo>
                    <a:pt x="1003719" y="5225331"/>
                  </a:lnTo>
                  <a:lnTo>
                    <a:pt x="1003876" y="5225331"/>
                  </a:lnTo>
                  <a:lnTo>
                    <a:pt x="1004034" y="5225331"/>
                  </a:lnTo>
                  <a:lnTo>
                    <a:pt x="1004192" y="5225331"/>
                  </a:lnTo>
                  <a:lnTo>
                    <a:pt x="1004349" y="5225331"/>
                  </a:lnTo>
                  <a:lnTo>
                    <a:pt x="1004507" y="5225331"/>
                  </a:lnTo>
                  <a:lnTo>
                    <a:pt x="1004665" y="5225331"/>
                  </a:lnTo>
                  <a:lnTo>
                    <a:pt x="1004665" y="5224900"/>
                  </a:lnTo>
                  <a:lnTo>
                    <a:pt x="1004665" y="5224469"/>
                  </a:lnTo>
                  <a:lnTo>
                    <a:pt x="1004665" y="5224039"/>
                  </a:lnTo>
                  <a:lnTo>
                    <a:pt x="1004823" y="5224039"/>
                  </a:lnTo>
                  <a:lnTo>
                    <a:pt x="1004980" y="5224039"/>
                  </a:lnTo>
                  <a:lnTo>
                    <a:pt x="1005296" y="5224039"/>
                  </a:lnTo>
                  <a:lnTo>
                    <a:pt x="1005296" y="5223608"/>
                  </a:lnTo>
                  <a:lnTo>
                    <a:pt x="1005769" y="5223178"/>
                  </a:lnTo>
                  <a:lnTo>
                    <a:pt x="1005769" y="5222747"/>
                  </a:lnTo>
                  <a:lnTo>
                    <a:pt x="1005927" y="5221886"/>
                  </a:lnTo>
                  <a:lnTo>
                    <a:pt x="1006084" y="5221886"/>
                  </a:lnTo>
                  <a:lnTo>
                    <a:pt x="1006084" y="5221455"/>
                  </a:lnTo>
                  <a:lnTo>
                    <a:pt x="1006084" y="5221025"/>
                  </a:lnTo>
                  <a:lnTo>
                    <a:pt x="1006242" y="5221025"/>
                  </a:lnTo>
                  <a:lnTo>
                    <a:pt x="1006715" y="5220594"/>
                  </a:lnTo>
                  <a:lnTo>
                    <a:pt x="1006873" y="5220594"/>
                  </a:lnTo>
                  <a:lnTo>
                    <a:pt x="1007031" y="5220594"/>
                  </a:lnTo>
                  <a:lnTo>
                    <a:pt x="1007346" y="5220594"/>
                  </a:lnTo>
                  <a:lnTo>
                    <a:pt x="1007504" y="5220163"/>
                  </a:lnTo>
                  <a:lnTo>
                    <a:pt x="1007662" y="5220163"/>
                  </a:lnTo>
                  <a:lnTo>
                    <a:pt x="1007819" y="5220163"/>
                  </a:lnTo>
                  <a:lnTo>
                    <a:pt x="1007977" y="5220163"/>
                  </a:lnTo>
                  <a:lnTo>
                    <a:pt x="1008135" y="5220163"/>
                  </a:lnTo>
                  <a:lnTo>
                    <a:pt x="1008135" y="5219733"/>
                  </a:lnTo>
                  <a:lnTo>
                    <a:pt x="1008292" y="5219733"/>
                  </a:lnTo>
                  <a:lnTo>
                    <a:pt x="1008450" y="5219733"/>
                  </a:lnTo>
                  <a:lnTo>
                    <a:pt x="1008766" y="5219302"/>
                  </a:lnTo>
                  <a:lnTo>
                    <a:pt x="1008923" y="5219302"/>
                  </a:lnTo>
                  <a:lnTo>
                    <a:pt x="1009081" y="5219302"/>
                  </a:lnTo>
                  <a:lnTo>
                    <a:pt x="1009239" y="5219302"/>
                  </a:lnTo>
                  <a:lnTo>
                    <a:pt x="1009239" y="5218872"/>
                  </a:lnTo>
                  <a:lnTo>
                    <a:pt x="1009396" y="5218872"/>
                  </a:lnTo>
                  <a:lnTo>
                    <a:pt x="1009554" y="5218441"/>
                  </a:lnTo>
                  <a:lnTo>
                    <a:pt x="1009870" y="5218441"/>
                  </a:lnTo>
                  <a:lnTo>
                    <a:pt x="1010027" y="5218441"/>
                  </a:lnTo>
                  <a:lnTo>
                    <a:pt x="1010185" y="5218441"/>
                  </a:lnTo>
                  <a:lnTo>
                    <a:pt x="1010185" y="5218010"/>
                  </a:lnTo>
                  <a:lnTo>
                    <a:pt x="1010816" y="5218010"/>
                  </a:lnTo>
                  <a:lnTo>
                    <a:pt x="1010816" y="5217580"/>
                  </a:lnTo>
                  <a:lnTo>
                    <a:pt x="1011131" y="5217580"/>
                  </a:lnTo>
                  <a:lnTo>
                    <a:pt x="1011289" y="5217580"/>
                  </a:lnTo>
                  <a:lnTo>
                    <a:pt x="1011447" y="5217580"/>
                  </a:lnTo>
                  <a:lnTo>
                    <a:pt x="1011605" y="5217580"/>
                  </a:lnTo>
                  <a:lnTo>
                    <a:pt x="1011762" y="5217580"/>
                  </a:lnTo>
                  <a:lnTo>
                    <a:pt x="1011762" y="5217149"/>
                  </a:lnTo>
                  <a:lnTo>
                    <a:pt x="1011920" y="5217149"/>
                  </a:lnTo>
                  <a:lnTo>
                    <a:pt x="1012078" y="5217149"/>
                  </a:lnTo>
                  <a:lnTo>
                    <a:pt x="1012235" y="5217149"/>
                  </a:lnTo>
                  <a:lnTo>
                    <a:pt x="1012393" y="5217149"/>
                  </a:lnTo>
                  <a:lnTo>
                    <a:pt x="1012551" y="5217149"/>
                  </a:lnTo>
                  <a:lnTo>
                    <a:pt x="1012709" y="5217149"/>
                  </a:lnTo>
                  <a:lnTo>
                    <a:pt x="1012866" y="5217149"/>
                  </a:lnTo>
                  <a:lnTo>
                    <a:pt x="1013024" y="5216719"/>
                  </a:lnTo>
                  <a:lnTo>
                    <a:pt x="1013182" y="5216719"/>
                  </a:lnTo>
                  <a:lnTo>
                    <a:pt x="1013339" y="5216719"/>
                  </a:lnTo>
                  <a:lnTo>
                    <a:pt x="1013655" y="5216719"/>
                  </a:lnTo>
                  <a:lnTo>
                    <a:pt x="1013813" y="5216719"/>
                  </a:lnTo>
                  <a:lnTo>
                    <a:pt x="1013970" y="5216719"/>
                  </a:lnTo>
                  <a:lnTo>
                    <a:pt x="1014128" y="5216719"/>
                  </a:lnTo>
                  <a:lnTo>
                    <a:pt x="1014128" y="5216288"/>
                  </a:lnTo>
                  <a:lnTo>
                    <a:pt x="1014128" y="5215857"/>
                  </a:lnTo>
                  <a:lnTo>
                    <a:pt x="1014286" y="5215857"/>
                  </a:lnTo>
                  <a:lnTo>
                    <a:pt x="1014443" y="5215427"/>
                  </a:lnTo>
                  <a:lnTo>
                    <a:pt x="1014443" y="5214996"/>
                  </a:lnTo>
                  <a:lnTo>
                    <a:pt x="1014601" y="5214996"/>
                  </a:lnTo>
                  <a:lnTo>
                    <a:pt x="1014759" y="5214996"/>
                  </a:lnTo>
                  <a:lnTo>
                    <a:pt x="1014917" y="5214996"/>
                  </a:lnTo>
                  <a:lnTo>
                    <a:pt x="1015074" y="5214996"/>
                  </a:lnTo>
                  <a:lnTo>
                    <a:pt x="1015232" y="5214996"/>
                  </a:lnTo>
                  <a:lnTo>
                    <a:pt x="1015390" y="5214996"/>
                  </a:lnTo>
                  <a:lnTo>
                    <a:pt x="1015547" y="5214566"/>
                  </a:lnTo>
                  <a:lnTo>
                    <a:pt x="1015705" y="5214566"/>
                  </a:lnTo>
                  <a:lnTo>
                    <a:pt x="1015705" y="5214135"/>
                  </a:lnTo>
                  <a:lnTo>
                    <a:pt x="1015705" y="5213704"/>
                  </a:lnTo>
                  <a:lnTo>
                    <a:pt x="1015863" y="5213274"/>
                  </a:lnTo>
                  <a:lnTo>
                    <a:pt x="1016021" y="5213274"/>
                  </a:lnTo>
                  <a:lnTo>
                    <a:pt x="1016336" y="5213274"/>
                  </a:lnTo>
                  <a:lnTo>
                    <a:pt x="1016494" y="5212843"/>
                  </a:lnTo>
                  <a:lnTo>
                    <a:pt x="1016809" y="5212843"/>
                  </a:lnTo>
                  <a:lnTo>
                    <a:pt x="1016967" y="5212843"/>
                  </a:lnTo>
                  <a:lnTo>
                    <a:pt x="1017125" y="5212843"/>
                  </a:lnTo>
                  <a:lnTo>
                    <a:pt x="1017282" y="5212843"/>
                  </a:lnTo>
                  <a:lnTo>
                    <a:pt x="1017756" y="5212843"/>
                  </a:lnTo>
                  <a:lnTo>
                    <a:pt x="1017913" y="5212843"/>
                  </a:lnTo>
                  <a:lnTo>
                    <a:pt x="1018071" y="5212413"/>
                  </a:lnTo>
                  <a:lnTo>
                    <a:pt x="1018229" y="5212413"/>
                  </a:lnTo>
                  <a:lnTo>
                    <a:pt x="1018229" y="5211982"/>
                  </a:lnTo>
                  <a:lnTo>
                    <a:pt x="1018544" y="5211551"/>
                  </a:lnTo>
                  <a:lnTo>
                    <a:pt x="1018702" y="5211551"/>
                  </a:lnTo>
                  <a:lnTo>
                    <a:pt x="1018860" y="5211121"/>
                  </a:lnTo>
                  <a:lnTo>
                    <a:pt x="1019017" y="5211121"/>
                  </a:lnTo>
                  <a:lnTo>
                    <a:pt x="1019175" y="5210260"/>
                  </a:lnTo>
                  <a:lnTo>
                    <a:pt x="1019333" y="5209829"/>
                  </a:lnTo>
                  <a:lnTo>
                    <a:pt x="1019490" y="5209398"/>
                  </a:lnTo>
                  <a:lnTo>
                    <a:pt x="1019490" y="5208968"/>
                  </a:lnTo>
                  <a:lnTo>
                    <a:pt x="1019490" y="5208537"/>
                  </a:lnTo>
                  <a:lnTo>
                    <a:pt x="1019806" y="5208537"/>
                  </a:lnTo>
                  <a:lnTo>
                    <a:pt x="1019964" y="5208537"/>
                  </a:lnTo>
                  <a:lnTo>
                    <a:pt x="1020121" y="5208537"/>
                  </a:lnTo>
                  <a:lnTo>
                    <a:pt x="1020279" y="5208537"/>
                  </a:lnTo>
                  <a:lnTo>
                    <a:pt x="1020437" y="5208537"/>
                  </a:lnTo>
                  <a:lnTo>
                    <a:pt x="1020594" y="5208537"/>
                  </a:lnTo>
                  <a:lnTo>
                    <a:pt x="1020752" y="5208537"/>
                  </a:lnTo>
                  <a:lnTo>
                    <a:pt x="1021068" y="5208107"/>
                  </a:lnTo>
                  <a:lnTo>
                    <a:pt x="1021541" y="5208107"/>
                  </a:lnTo>
                  <a:lnTo>
                    <a:pt x="1021699" y="5208107"/>
                  </a:lnTo>
                  <a:lnTo>
                    <a:pt x="1022014" y="5208107"/>
                  </a:lnTo>
                  <a:lnTo>
                    <a:pt x="1022014" y="5207676"/>
                  </a:lnTo>
                  <a:lnTo>
                    <a:pt x="1022487" y="5207676"/>
                  </a:lnTo>
                  <a:lnTo>
                    <a:pt x="1022645" y="5207676"/>
                  </a:lnTo>
                  <a:lnTo>
                    <a:pt x="1022803" y="5207676"/>
                  </a:lnTo>
                  <a:lnTo>
                    <a:pt x="1022960" y="5207676"/>
                  </a:lnTo>
                  <a:lnTo>
                    <a:pt x="1022960" y="5206815"/>
                  </a:lnTo>
                  <a:lnTo>
                    <a:pt x="1022960" y="5205954"/>
                  </a:lnTo>
                  <a:lnTo>
                    <a:pt x="1023118" y="5205954"/>
                  </a:lnTo>
                  <a:lnTo>
                    <a:pt x="1023276" y="5205954"/>
                  </a:lnTo>
                  <a:lnTo>
                    <a:pt x="1023591" y="5205954"/>
                  </a:lnTo>
                  <a:lnTo>
                    <a:pt x="1023749" y="5205523"/>
                  </a:lnTo>
                  <a:lnTo>
                    <a:pt x="1023907" y="5205523"/>
                  </a:lnTo>
                  <a:lnTo>
                    <a:pt x="1024222" y="5205092"/>
                  </a:lnTo>
                  <a:lnTo>
                    <a:pt x="1024380" y="5205092"/>
                  </a:lnTo>
                  <a:lnTo>
                    <a:pt x="1024380" y="5204662"/>
                  </a:lnTo>
                  <a:lnTo>
                    <a:pt x="1024537" y="5204662"/>
                  </a:lnTo>
                  <a:lnTo>
                    <a:pt x="1024695" y="5203801"/>
                  </a:lnTo>
                  <a:lnTo>
                    <a:pt x="1024853" y="5203801"/>
                  </a:lnTo>
                  <a:lnTo>
                    <a:pt x="1025011" y="5203801"/>
                  </a:lnTo>
                  <a:lnTo>
                    <a:pt x="1025011" y="5203370"/>
                  </a:lnTo>
                  <a:lnTo>
                    <a:pt x="1025168" y="5203370"/>
                  </a:lnTo>
                  <a:lnTo>
                    <a:pt x="1025326" y="5203370"/>
                  </a:lnTo>
                  <a:lnTo>
                    <a:pt x="1025326" y="5202939"/>
                  </a:lnTo>
                  <a:lnTo>
                    <a:pt x="1025484" y="5202939"/>
                  </a:lnTo>
                  <a:lnTo>
                    <a:pt x="1025641" y="5202939"/>
                  </a:lnTo>
                  <a:lnTo>
                    <a:pt x="1025799" y="5202939"/>
                  </a:lnTo>
                  <a:lnTo>
                    <a:pt x="1025957" y="5202939"/>
                  </a:lnTo>
                  <a:lnTo>
                    <a:pt x="1026115" y="5202939"/>
                  </a:lnTo>
                  <a:lnTo>
                    <a:pt x="1026272" y="5202939"/>
                  </a:lnTo>
                  <a:lnTo>
                    <a:pt x="1026430" y="5202939"/>
                  </a:lnTo>
                  <a:lnTo>
                    <a:pt x="1026745" y="5202078"/>
                  </a:lnTo>
                  <a:lnTo>
                    <a:pt x="1026745" y="5201648"/>
                  </a:lnTo>
                  <a:lnTo>
                    <a:pt x="1026903" y="5201648"/>
                  </a:lnTo>
                  <a:lnTo>
                    <a:pt x="1026903" y="5201217"/>
                  </a:lnTo>
                  <a:lnTo>
                    <a:pt x="1027061" y="5201217"/>
                  </a:lnTo>
                  <a:lnTo>
                    <a:pt x="1027219" y="5201217"/>
                  </a:lnTo>
                  <a:lnTo>
                    <a:pt x="1027376" y="5201217"/>
                  </a:lnTo>
                  <a:lnTo>
                    <a:pt x="1027534" y="5201217"/>
                  </a:lnTo>
                  <a:lnTo>
                    <a:pt x="1027692" y="5201217"/>
                  </a:lnTo>
                  <a:lnTo>
                    <a:pt x="1028007" y="5201217"/>
                  </a:lnTo>
                  <a:lnTo>
                    <a:pt x="1028007" y="5200786"/>
                  </a:lnTo>
                  <a:lnTo>
                    <a:pt x="1028165" y="5200786"/>
                  </a:lnTo>
                  <a:lnTo>
                    <a:pt x="1028165" y="5200356"/>
                  </a:lnTo>
                  <a:lnTo>
                    <a:pt x="1028323" y="5200356"/>
                  </a:lnTo>
                  <a:lnTo>
                    <a:pt x="1028480" y="5200356"/>
                  </a:lnTo>
                  <a:lnTo>
                    <a:pt x="1028638" y="5200356"/>
                  </a:lnTo>
                  <a:lnTo>
                    <a:pt x="1028796" y="5200356"/>
                  </a:lnTo>
                  <a:lnTo>
                    <a:pt x="1028954" y="5200356"/>
                  </a:lnTo>
                  <a:lnTo>
                    <a:pt x="1028954" y="5199925"/>
                  </a:lnTo>
                  <a:lnTo>
                    <a:pt x="1028954" y="5199495"/>
                  </a:lnTo>
                  <a:lnTo>
                    <a:pt x="1028954" y="5199064"/>
                  </a:lnTo>
                  <a:lnTo>
                    <a:pt x="1029111" y="5199064"/>
                  </a:lnTo>
                  <a:lnTo>
                    <a:pt x="1029269" y="5199064"/>
                  </a:lnTo>
                  <a:lnTo>
                    <a:pt x="1029427" y="5199064"/>
                  </a:lnTo>
                  <a:lnTo>
                    <a:pt x="1029584" y="5198633"/>
                  </a:lnTo>
                  <a:lnTo>
                    <a:pt x="1029584" y="5198203"/>
                  </a:lnTo>
                  <a:lnTo>
                    <a:pt x="1029742" y="5198203"/>
                  </a:lnTo>
                  <a:lnTo>
                    <a:pt x="1029900" y="5198203"/>
                  </a:lnTo>
                  <a:lnTo>
                    <a:pt x="1029900" y="5197772"/>
                  </a:lnTo>
                  <a:lnTo>
                    <a:pt x="1030215" y="5197772"/>
                  </a:lnTo>
                  <a:lnTo>
                    <a:pt x="1030531" y="5197772"/>
                  </a:lnTo>
                  <a:lnTo>
                    <a:pt x="1030531" y="5197342"/>
                  </a:lnTo>
                  <a:lnTo>
                    <a:pt x="1030531" y="5196911"/>
                  </a:lnTo>
                  <a:lnTo>
                    <a:pt x="1030688" y="5196911"/>
                  </a:lnTo>
                  <a:lnTo>
                    <a:pt x="1030846" y="5196911"/>
                  </a:lnTo>
                  <a:lnTo>
                    <a:pt x="1030846" y="5195619"/>
                  </a:lnTo>
                  <a:lnTo>
                    <a:pt x="1030846" y="5194327"/>
                  </a:lnTo>
                  <a:lnTo>
                    <a:pt x="1031162" y="5193897"/>
                  </a:lnTo>
                  <a:lnTo>
                    <a:pt x="1031319" y="5193897"/>
                  </a:lnTo>
                  <a:lnTo>
                    <a:pt x="1031477" y="5193897"/>
                  </a:lnTo>
                  <a:lnTo>
                    <a:pt x="1032266" y="5193466"/>
                  </a:lnTo>
                  <a:lnTo>
                    <a:pt x="1032266" y="5193036"/>
                  </a:lnTo>
                  <a:lnTo>
                    <a:pt x="1032423" y="5192605"/>
                  </a:lnTo>
                  <a:lnTo>
                    <a:pt x="1032897" y="5192605"/>
                  </a:lnTo>
                  <a:lnTo>
                    <a:pt x="1033212" y="5192605"/>
                  </a:lnTo>
                  <a:lnTo>
                    <a:pt x="1033527" y="5191744"/>
                  </a:lnTo>
                  <a:lnTo>
                    <a:pt x="1033685" y="5191744"/>
                  </a:lnTo>
                  <a:lnTo>
                    <a:pt x="1034158" y="5191744"/>
                  </a:lnTo>
                  <a:lnTo>
                    <a:pt x="1034316" y="5191744"/>
                  </a:lnTo>
                  <a:lnTo>
                    <a:pt x="1034474" y="5191313"/>
                  </a:lnTo>
                  <a:lnTo>
                    <a:pt x="1034631" y="5190883"/>
                  </a:lnTo>
                  <a:lnTo>
                    <a:pt x="1035262" y="5190452"/>
                  </a:lnTo>
                  <a:lnTo>
                    <a:pt x="1035893" y="5190452"/>
                  </a:lnTo>
                  <a:lnTo>
                    <a:pt x="1036051" y="5190452"/>
                  </a:lnTo>
                  <a:lnTo>
                    <a:pt x="1036366" y="5190452"/>
                  </a:lnTo>
                  <a:lnTo>
                    <a:pt x="1036524" y="5190452"/>
                  </a:lnTo>
                  <a:lnTo>
                    <a:pt x="1036524" y="5190021"/>
                  </a:lnTo>
                  <a:lnTo>
                    <a:pt x="1036682" y="5190021"/>
                  </a:lnTo>
                  <a:lnTo>
                    <a:pt x="1036839" y="5190021"/>
                  </a:lnTo>
                  <a:lnTo>
                    <a:pt x="1036997" y="5189591"/>
                  </a:lnTo>
                  <a:lnTo>
                    <a:pt x="1037155" y="5189591"/>
                  </a:lnTo>
                  <a:lnTo>
                    <a:pt x="1037470" y="5189591"/>
                  </a:lnTo>
                  <a:lnTo>
                    <a:pt x="1037628" y="5189591"/>
                  </a:lnTo>
                  <a:lnTo>
                    <a:pt x="1037786" y="5189160"/>
                  </a:lnTo>
                  <a:lnTo>
                    <a:pt x="1037943" y="5189160"/>
                  </a:lnTo>
                  <a:lnTo>
                    <a:pt x="1037943" y="5188730"/>
                  </a:lnTo>
                  <a:lnTo>
                    <a:pt x="1038101" y="5188730"/>
                  </a:lnTo>
                  <a:lnTo>
                    <a:pt x="1038417" y="5188730"/>
                  </a:lnTo>
                  <a:lnTo>
                    <a:pt x="1038574" y="5188730"/>
                  </a:lnTo>
                  <a:lnTo>
                    <a:pt x="1038732" y="5188730"/>
                  </a:lnTo>
                  <a:lnTo>
                    <a:pt x="1038732" y="5187868"/>
                  </a:lnTo>
                  <a:lnTo>
                    <a:pt x="1038732" y="5187438"/>
                  </a:lnTo>
                  <a:lnTo>
                    <a:pt x="1038890" y="5187007"/>
                  </a:lnTo>
                  <a:lnTo>
                    <a:pt x="1039048" y="5187007"/>
                  </a:lnTo>
                  <a:lnTo>
                    <a:pt x="1039205" y="5187007"/>
                  </a:lnTo>
                  <a:lnTo>
                    <a:pt x="1039678" y="5187007"/>
                  </a:lnTo>
                  <a:lnTo>
                    <a:pt x="1039836" y="5187007"/>
                  </a:lnTo>
                  <a:lnTo>
                    <a:pt x="1039994" y="5187007"/>
                  </a:lnTo>
                  <a:lnTo>
                    <a:pt x="1040152" y="5187007"/>
                  </a:lnTo>
                  <a:lnTo>
                    <a:pt x="1040309" y="5187007"/>
                  </a:lnTo>
                  <a:lnTo>
                    <a:pt x="1040467" y="5187007"/>
                  </a:lnTo>
                  <a:lnTo>
                    <a:pt x="1040625" y="5187007"/>
                  </a:lnTo>
                  <a:lnTo>
                    <a:pt x="1040940" y="5187007"/>
                  </a:lnTo>
                  <a:lnTo>
                    <a:pt x="1041098" y="5187007"/>
                  </a:lnTo>
                  <a:lnTo>
                    <a:pt x="1041098" y="5186577"/>
                  </a:lnTo>
                  <a:lnTo>
                    <a:pt x="1041256" y="5186577"/>
                  </a:lnTo>
                  <a:lnTo>
                    <a:pt x="1041413" y="5186577"/>
                  </a:lnTo>
                  <a:lnTo>
                    <a:pt x="1041413" y="5186146"/>
                  </a:lnTo>
                  <a:lnTo>
                    <a:pt x="1041571" y="5186146"/>
                  </a:lnTo>
                  <a:lnTo>
                    <a:pt x="1041729" y="5186146"/>
                  </a:lnTo>
                  <a:lnTo>
                    <a:pt x="1041729" y="5185715"/>
                  </a:lnTo>
                  <a:lnTo>
                    <a:pt x="1042044" y="5185715"/>
                  </a:lnTo>
                  <a:lnTo>
                    <a:pt x="1042202" y="5185715"/>
                  </a:lnTo>
                  <a:lnTo>
                    <a:pt x="1042360" y="5185715"/>
                  </a:lnTo>
                  <a:lnTo>
                    <a:pt x="1042360" y="5185285"/>
                  </a:lnTo>
                  <a:lnTo>
                    <a:pt x="1042675" y="5185285"/>
                  </a:lnTo>
                  <a:lnTo>
                    <a:pt x="1042990" y="5184854"/>
                  </a:lnTo>
                  <a:lnTo>
                    <a:pt x="1042990" y="5184424"/>
                  </a:lnTo>
                  <a:lnTo>
                    <a:pt x="1042990" y="5183993"/>
                  </a:lnTo>
                  <a:lnTo>
                    <a:pt x="1042990" y="5183562"/>
                  </a:lnTo>
                  <a:lnTo>
                    <a:pt x="1042990" y="5183132"/>
                  </a:lnTo>
                  <a:lnTo>
                    <a:pt x="1043148" y="5183132"/>
                  </a:lnTo>
                  <a:lnTo>
                    <a:pt x="1046933" y="5178395"/>
                  </a:lnTo>
                  <a:lnTo>
                    <a:pt x="1047091" y="5178395"/>
                  </a:lnTo>
                  <a:lnTo>
                    <a:pt x="1047249" y="5178395"/>
                  </a:lnTo>
                  <a:lnTo>
                    <a:pt x="1047407" y="5178395"/>
                  </a:lnTo>
                  <a:lnTo>
                    <a:pt x="1047564" y="5178395"/>
                  </a:lnTo>
                  <a:lnTo>
                    <a:pt x="1047564" y="5177965"/>
                  </a:lnTo>
                  <a:lnTo>
                    <a:pt x="1047722" y="5177534"/>
                  </a:lnTo>
                  <a:lnTo>
                    <a:pt x="1047722" y="5177103"/>
                  </a:lnTo>
                  <a:lnTo>
                    <a:pt x="1047722" y="5176673"/>
                  </a:lnTo>
                  <a:lnTo>
                    <a:pt x="1048195" y="5176673"/>
                  </a:lnTo>
                  <a:lnTo>
                    <a:pt x="1048195" y="5176242"/>
                  </a:lnTo>
                  <a:lnTo>
                    <a:pt x="1048195" y="5175381"/>
                  </a:lnTo>
                  <a:lnTo>
                    <a:pt x="1048353" y="5175381"/>
                  </a:lnTo>
                  <a:lnTo>
                    <a:pt x="1048511" y="5175381"/>
                  </a:lnTo>
                  <a:lnTo>
                    <a:pt x="1048668" y="5175381"/>
                  </a:lnTo>
                  <a:lnTo>
                    <a:pt x="1048826" y="5175381"/>
                  </a:lnTo>
                  <a:lnTo>
                    <a:pt x="1048826" y="5174950"/>
                  </a:lnTo>
                  <a:lnTo>
                    <a:pt x="1049299" y="5174520"/>
                  </a:lnTo>
                  <a:lnTo>
                    <a:pt x="1049457" y="5174520"/>
                  </a:lnTo>
                  <a:lnTo>
                    <a:pt x="1049457" y="5174089"/>
                  </a:lnTo>
                  <a:lnTo>
                    <a:pt x="1049457" y="5173659"/>
                  </a:lnTo>
                  <a:lnTo>
                    <a:pt x="1049615" y="5173659"/>
                  </a:lnTo>
                  <a:lnTo>
                    <a:pt x="1049772" y="5173659"/>
                  </a:lnTo>
                  <a:lnTo>
                    <a:pt x="1049930" y="5173228"/>
                  </a:lnTo>
                  <a:lnTo>
                    <a:pt x="1049930" y="5172797"/>
                  </a:lnTo>
                  <a:lnTo>
                    <a:pt x="1050088" y="5172797"/>
                  </a:lnTo>
                  <a:lnTo>
                    <a:pt x="1050088" y="5172367"/>
                  </a:lnTo>
                  <a:lnTo>
                    <a:pt x="1050403" y="5172367"/>
                  </a:lnTo>
                  <a:lnTo>
                    <a:pt x="1050561" y="5172367"/>
                  </a:lnTo>
                  <a:lnTo>
                    <a:pt x="1050719" y="5172367"/>
                  </a:lnTo>
                  <a:lnTo>
                    <a:pt x="1050719" y="5171936"/>
                  </a:lnTo>
                  <a:lnTo>
                    <a:pt x="1050876" y="5171936"/>
                  </a:lnTo>
                  <a:lnTo>
                    <a:pt x="1051034" y="5171936"/>
                  </a:lnTo>
                  <a:lnTo>
                    <a:pt x="1051350" y="5171936"/>
                  </a:lnTo>
                  <a:lnTo>
                    <a:pt x="1051507" y="5171936"/>
                  </a:lnTo>
                  <a:lnTo>
                    <a:pt x="1051823" y="5171936"/>
                  </a:lnTo>
                  <a:lnTo>
                    <a:pt x="1051980" y="5171936"/>
                  </a:lnTo>
                  <a:lnTo>
                    <a:pt x="1052138" y="5171936"/>
                  </a:lnTo>
                  <a:lnTo>
                    <a:pt x="1052296" y="5171936"/>
                  </a:lnTo>
                  <a:lnTo>
                    <a:pt x="1052769" y="5171936"/>
                  </a:lnTo>
                  <a:lnTo>
                    <a:pt x="1052927" y="5171936"/>
                  </a:lnTo>
                  <a:lnTo>
                    <a:pt x="1053084" y="5171936"/>
                  </a:lnTo>
                  <a:lnTo>
                    <a:pt x="1053242" y="5171936"/>
                  </a:lnTo>
                  <a:lnTo>
                    <a:pt x="1053400" y="5171936"/>
                  </a:lnTo>
                  <a:lnTo>
                    <a:pt x="1053558" y="5171936"/>
                  </a:lnTo>
                  <a:lnTo>
                    <a:pt x="1053873" y="5171936"/>
                  </a:lnTo>
                  <a:lnTo>
                    <a:pt x="1053873" y="5171506"/>
                  </a:lnTo>
                  <a:lnTo>
                    <a:pt x="1054031" y="5171075"/>
                  </a:lnTo>
                  <a:lnTo>
                    <a:pt x="1054188" y="5171075"/>
                  </a:lnTo>
                  <a:lnTo>
                    <a:pt x="1054346" y="5171075"/>
                  </a:lnTo>
                  <a:lnTo>
                    <a:pt x="1054504" y="5171075"/>
                  </a:lnTo>
                  <a:lnTo>
                    <a:pt x="1054662" y="5171075"/>
                  </a:lnTo>
                  <a:lnTo>
                    <a:pt x="1054819" y="5170214"/>
                  </a:lnTo>
                  <a:lnTo>
                    <a:pt x="1055135" y="5169783"/>
                  </a:lnTo>
                  <a:lnTo>
                    <a:pt x="1055292" y="5169783"/>
                  </a:lnTo>
                  <a:lnTo>
                    <a:pt x="1055450" y="5169783"/>
                  </a:lnTo>
                  <a:lnTo>
                    <a:pt x="1055766" y="5169783"/>
                  </a:lnTo>
                  <a:lnTo>
                    <a:pt x="1055923" y="5169783"/>
                  </a:lnTo>
                  <a:lnTo>
                    <a:pt x="1056081" y="5169783"/>
                  </a:lnTo>
                  <a:lnTo>
                    <a:pt x="1056081" y="5169353"/>
                  </a:lnTo>
                  <a:lnTo>
                    <a:pt x="1056397" y="5169353"/>
                  </a:lnTo>
                  <a:lnTo>
                    <a:pt x="1056554" y="5169353"/>
                  </a:lnTo>
                  <a:lnTo>
                    <a:pt x="1056870" y="5169353"/>
                  </a:lnTo>
                  <a:lnTo>
                    <a:pt x="1057027" y="5169353"/>
                  </a:lnTo>
                  <a:lnTo>
                    <a:pt x="1057343" y="5169353"/>
                  </a:lnTo>
                  <a:lnTo>
                    <a:pt x="1057501" y="5169353"/>
                  </a:lnTo>
                  <a:lnTo>
                    <a:pt x="1057501" y="5168491"/>
                  </a:lnTo>
                  <a:lnTo>
                    <a:pt x="1057658" y="5168491"/>
                  </a:lnTo>
                  <a:lnTo>
                    <a:pt x="1057816" y="5168491"/>
                  </a:lnTo>
                  <a:lnTo>
                    <a:pt x="1058131" y="5168491"/>
                  </a:lnTo>
                  <a:lnTo>
                    <a:pt x="1058447" y="5168491"/>
                  </a:lnTo>
                  <a:lnTo>
                    <a:pt x="1058762" y="5168491"/>
                  </a:lnTo>
                  <a:lnTo>
                    <a:pt x="1058762" y="5168061"/>
                  </a:lnTo>
                  <a:lnTo>
                    <a:pt x="1058920" y="5168061"/>
                  </a:lnTo>
                  <a:lnTo>
                    <a:pt x="1058920" y="5167630"/>
                  </a:lnTo>
                  <a:lnTo>
                    <a:pt x="1059235" y="5167630"/>
                  </a:lnTo>
                  <a:lnTo>
                    <a:pt x="1059551" y="5167630"/>
                  </a:lnTo>
                  <a:lnTo>
                    <a:pt x="1059866" y="5167630"/>
                  </a:lnTo>
                  <a:lnTo>
                    <a:pt x="1060182" y="5167630"/>
                  </a:lnTo>
                  <a:lnTo>
                    <a:pt x="1060339" y="5167630"/>
                  </a:lnTo>
                  <a:lnTo>
                    <a:pt x="1060497" y="5167630"/>
                  </a:lnTo>
                  <a:lnTo>
                    <a:pt x="1060655" y="5167630"/>
                  </a:lnTo>
                  <a:lnTo>
                    <a:pt x="1060813" y="5167630"/>
                  </a:lnTo>
                  <a:lnTo>
                    <a:pt x="1060970" y="5167630"/>
                  </a:lnTo>
                  <a:lnTo>
                    <a:pt x="1061128" y="5167630"/>
                  </a:lnTo>
                  <a:lnTo>
                    <a:pt x="1061444" y="5167200"/>
                  </a:lnTo>
                  <a:lnTo>
                    <a:pt x="1061601" y="5167200"/>
                  </a:lnTo>
                  <a:lnTo>
                    <a:pt x="1061759" y="5167200"/>
                  </a:lnTo>
                  <a:lnTo>
                    <a:pt x="1061917" y="5167200"/>
                  </a:lnTo>
                  <a:lnTo>
                    <a:pt x="1061917" y="5166769"/>
                  </a:lnTo>
                  <a:lnTo>
                    <a:pt x="1062074" y="5166769"/>
                  </a:lnTo>
                  <a:lnTo>
                    <a:pt x="1062232" y="5166769"/>
                  </a:lnTo>
                  <a:lnTo>
                    <a:pt x="1062390" y="5166769"/>
                  </a:lnTo>
                  <a:lnTo>
                    <a:pt x="1062390" y="5166338"/>
                  </a:lnTo>
                  <a:lnTo>
                    <a:pt x="1062548" y="5166338"/>
                  </a:lnTo>
                  <a:lnTo>
                    <a:pt x="1062705" y="5166338"/>
                  </a:lnTo>
                  <a:lnTo>
                    <a:pt x="1063021" y="5165477"/>
                  </a:lnTo>
                  <a:lnTo>
                    <a:pt x="1063021" y="5165047"/>
                  </a:lnTo>
                  <a:lnTo>
                    <a:pt x="1063021" y="5164616"/>
                  </a:lnTo>
                  <a:lnTo>
                    <a:pt x="1063494" y="5164616"/>
                  </a:lnTo>
                  <a:lnTo>
                    <a:pt x="1063809" y="5164616"/>
                  </a:lnTo>
                  <a:lnTo>
                    <a:pt x="1063809" y="5164185"/>
                  </a:lnTo>
                  <a:lnTo>
                    <a:pt x="1064125" y="5163755"/>
                  </a:lnTo>
                  <a:lnTo>
                    <a:pt x="1064598" y="5162894"/>
                  </a:lnTo>
                  <a:lnTo>
                    <a:pt x="1064598" y="5162463"/>
                  </a:lnTo>
                  <a:lnTo>
                    <a:pt x="1064913" y="5162463"/>
                  </a:lnTo>
                  <a:lnTo>
                    <a:pt x="1065071" y="5162463"/>
                  </a:lnTo>
                  <a:lnTo>
                    <a:pt x="1065229" y="5162463"/>
                  </a:lnTo>
                  <a:lnTo>
                    <a:pt x="1065386" y="5162463"/>
                  </a:lnTo>
                  <a:lnTo>
                    <a:pt x="1065544" y="5162032"/>
                  </a:lnTo>
                  <a:lnTo>
                    <a:pt x="1065544" y="5161602"/>
                  </a:lnTo>
                  <a:lnTo>
                    <a:pt x="1065860" y="5161171"/>
                  </a:lnTo>
                  <a:lnTo>
                    <a:pt x="1066017" y="5161171"/>
                  </a:lnTo>
                  <a:lnTo>
                    <a:pt x="1066175" y="5161171"/>
                  </a:lnTo>
                  <a:lnTo>
                    <a:pt x="1066175" y="5160741"/>
                  </a:lnTo>
                  <a:lnTo>
                    <a:pt x="1066333" y="5160310"/>
                  </a:lnTo>
                  <a:lnTo>
                    <a:pt x="1066490" y="5159879"/>
                  </a:lnTo>
                  <a:lnTo>
                    <a:pt x="1066806" y="5159449"/>
                  </a:lnTo>
                  <a:lnTo>
                    <a:pt x="1066806" y="5158588"/>
                  </a:lnTo>
                  <a:lnTo>
                    <a:pt x="1067121" y="5158157"/>
                  </a:lnTo>
                  <a:lnTo>
                    <a:pt x="1067437" y="5157726"/>
                  </a:lnTo>
                  <a:lnTo>
                    <a:pt x="1067752" y="5157726"/>
                  </a:lnTo>
                  <a:lnTo>
                    <a:pt x="1067910" y="5157726"/>
                  </a:lnTo>
                  <a:lnTo>
                    <a:pt x="1068068" y="5157726"/>
                  </a:lnTo>
                  <a:lnTo>
                    <a:pt x="1068225" y="5157726"/>
                  </a:lnTo>
                  <a:lnTo>
                    <a:pt x="1068383" y="5157296"/>
                  </a:lnTo>
                  <a:lnTo>
                    <a:pt x="1068541" y="5156865"/>
                  </a:lnTo>
                  <a:lnTo>
                    <a:pt x="1069014" y="5156865"/>
                  </a:lnTo>
                  <a:lnTo>
                    <a:pt x="1069172" y="5156865"/>
                  </a:lnTo>
                  <a:lnTo>
                    <a:pt x="1069487" y="5156865"/>
                  </a:lnTo>
                  <a:lnTo>
                    <a:pt x="1069645" y="5156865"/>
                  </a:lnTo>
                  <a:lnTo>
                    <a:pt x="1069960" y="5156004"/>
                  </a:lnTo>
                  <a:lnTo>
                    <a:pt x="1070276" y="5155573"/>
                  </a:lnTo>
                  <a:lnTo>
                    <a:pt x="1070433" y="5155573"/>
                  </a:lnTo>
                  <a:lnTo>
                    <a:pt x="1070591" y="5155573"/>
                  </a:lnTo>
                  <a:lnTo>
                    <a:pt x="1070749" y="5155573"/>
                  </a:lnTo>
                  <a:lnTo>
                    <a:pt x="1070907" y="5155573"/>
                  </a:lnTo>
                  <a:lnTo>
                    <a:pt x="1071064" y="5155573"/>
                  </a:lnTo>
                  <a:lnTo>
                    <a:pt x="1071064" y="5155143"/>
                  </a:lnTo>
                  <a:lnTo>
                    <a:pt x="1071064" y="5154712"/>
                  </a:lnTo>
                  <a:lnTo>
                    <a:pt x="1071380" y="5154712"/>
                  </a:lnTo>
                  <a:lnTo>
                    <a:pt x="1071537" y="5154712"/>
                  </a:lnTo>
                  <a:lnTo>
                    <a:pt x="1071695" y="5154712"/>
                  </a:lnTo>
                  <a:lnTo>
                    <a:pt x="1071695" y="5154282"/>
                  </a:lnTo>
                  <a:lnTo>
                    <a:pt x="1071853" y="5154282"/>
                  </a:lnTo>
                  <a:lnTo>
                    <a:pt x="1072168" y="5154282"/>
                  </a:lnTo>
                  <a:lnTo>
                    <a:pt x="1072484" y="5154282"/>
                  </a:lnTo>
                  <a:lnTo>
                    <a:pt x="1072642" y="5153851"/>
                  </a:lnTo>
                  <a:lnTo>
                    <a:pt x="1072799" y="5153851"/>
                  </a:lnTo>
                  <a:lnTo>
                    <a:pt x="1072799" y="5153420"/>
                  </a:lnTo>
                  <a:lnTo>
                    <a:pt x="1072799" y="5152990"/>
                  </a:lnTo>
                  <a:lnTo>
                    <a:pt x="1072957" y="5152559"/>
                  </a:lnTo>
                  <a:lnTo>
                    <a:pt x="1073115" y="5152129"/>
                  </a:lnTo>
                  <a:lnTo>
                    <a:pt x="1073115" y="5151267"/>
                  </a:lnTo>
                  <a:lnTo>
                    <a:pt x="1073272" y="5151267"/>
                  </a:lnTo>
                  <a:lnTo>
                    <a:pt x="1073430" y="5150837"/>
                  </a:lnTo>
                  <a:lnTo>
                    <a:pt x="1073588" y="5150837"/>
                  </a:lnTo>
                  <a:lnTo>
                    <a:pt x="1073746" y="5150837"/>
                  </a:lnTo>
                  <a:lnTo>
                    <a:pt x="1074061" y="5150837"/>
                  </a:lnTo>
                  <a:lnTo>
                    <a:pt x="1074219" y="5150837"/>
                  </a:lnTo>
                  <a:lnTo>
                    <a:pt x="1074376" y="5150837"/>
                  </a:lnTo>
                  <a:lnTo>
                    <a:pt x="1074692" y="5150837"/>
                  </a:lnTo>
                  <a:lnTo>
                    <a:pt x="1075007" y="5150837"/>
                  </a:lnTo>
                  <a:lnTo>
                    <a:pt x="1075007" y="5150406"/>
                  </a:lnTo>
                  <a:lnTo>
                    <a:pt x="1075165" y="5150406"/>
                  </a:lnTo>
                  <a:lnTo>
                    <a:pt x="1075480" y="5149545"/>
                  </a:lnTo>
                  <a:lnTo>
                    <a:pt x="1075638" y="5149545"/>
                  </a:lnTo>
                  <a:lnTo>
                    <a:pt x="1075796" y="5149545"/>
                  </a:lnTo>
                  <a:lnTo>
                    <a:pt x="1075796" y="5149114"/>
                  </a:lnTo>
                  <a:lnTo>
                    <a:pt x="1075954" y="5149114"/>
                  </a:lnTo>
                  <a:lnTo>
                    <a:pt x="1076111" y="5149114"/>
                  </a:lnTo>
                  <a:lnTo>
                    <a:pt x="1076269" y="5149114"/>
                  </a:lnTo>
                  <a:lnTo>
                    <a:pt x="1076269" y="5148684"/>
                  </a:lnTo>
                  <a:lnTo>
                    <a:pt x="1076584" y="5148684"/>
                  </a:lnTo>
                  <a:lnTo>
                    <a:pt x="1076584" y="5148253"/>
                  </a:lnTo>
                  <a:lnTo>
                    <a:pt x="1076742" y="5148253"/>
                  </a:lnTo>
                  <a:lnTo>
                    <a:pt x="1077058" y="5148253"/>
                  </a:lnTo>
                  <a:lnTo>
                    <a:pt x="1077215" y="5147823"/>
                  </a:lnTo>
                  <a:lnTo>
                    <a:pt x="1077373" y="5147392"/>
                  </a:lnTo>
                  <a:lnTo>
                    <a:pt x="1077373" y="5146961"/>
                  </a:lnTo>
                  <a:lnTo>
                    <a:pt x="1077688" y="5146961"/>
                  </a:lnTo>
                  <a:lnTo>
                    <a:pt x="1078162" y="5146531"/>
                  </a:lnTo>
                  <a:lnTo>
                    <a:pt x="1078319" y="5146100"/>
                  </a:lnTo>
                  <a:lnTo>
                    <a:pt x="1078319" y="5145670"/>
                  </a:lnTo>
                  <a:lnTo>
                    <a:pt x="1078477" y="5145670"/>
                  </a:lnTo>
                  <a:lnTo>
                    <a:pt x="1078793" y="5145670"/>
                  </a:lnTo>
                  <a:lnTo>
                    <a:pt x="1079108" y="5145670"/>
                  </a:lnTo>
                  <a:lnTo>
                    <a:pt x="1079266" y="5145670"/>
                  </a:lnTo>
                  <a:lnTo>
                    <a:pt x="1079266" y="5145239"/>
                  </a:lnTo>
                  <a:lnTo>
                    <a:pt x="1079423" y="5145239"/>
                  </a:lnTo>
                  <a:lnTo>
                    <a:pt x="1079581" y="5145239"/>
                  </a:lnTo>
                  <a:lnTo>
                    <a:pt x="1079739" y="5145239"/>
                  </a:lnTo>
                  <a:lnTo>
                    <a:pt x="1079739" y="5144808"/>
                  </a:lnTo>
                  <a:lnTo>
                    <a:pt x="1080054" y="5144378"/>
                  </a:lnTo>
                  <a:lnTo>
                    <a:pt x="1080212" y="5144378"/>
                  </a:lnTo>
                  <a:lnTo>
                    <a:pt x="1080527" y="5144378"/>
                  </a:lnTo>
                  <a:lnTo>
                    <a:pt x="1080843" y="5143947"/>
                  </a:lnTo>
                  <a:lnTo>
                    <a:pt x="1080843" y="5143517"/>
                  </a:lnTo>
                  <a:lnTo>
                    <a:pt x="1081001" y="5143517"/>
                  </a:lnTo>
                  <a:lnTo>
                    <a:pt x="1081158" y="5143517"/>
                  </a:lnTo>
                  <a:lnTo>
                    <a:pt x="1081316" y="5143517"/>
                  </a:lnTo>
                  <a:lnTo>
                    <a:pt x="1081316" y="5143086"/>
                  </a:lnTo>
                  <a:lnTo>
                    <a:pt x="1081316" y="5142655"/>
                  </a:lnTo>
                  <a:lnTo>
                    <a:pt x="1081474" y="5142655"/>
                  </a:lnTo>
                  <a:lnTo>
                    <a:pt x="1081789" y="5142225"/>
                  </a:lnTo>
                  <a:lnTo>
                    <a:pt x="1081789" y="5141794"/>
                  </a:lnTo>
                  <a:lnTo>
                    <a:pt x="1082262" y="5141794"/>
                  </a:lnTo>
                  <a:lnTo>
                    <a:pt x="1082420" y="5141794"/>
                  </a:lnTo>
                  <a:lnTo>
                    <a:pt x="1082578" y="5141794"/>
                  </a:lnTo>
                  <a:lnTo>
                    <a:pt x="1082735" y="5141794"/>
                  </a:lnTo>
                  <a:lnTo>
                    <a:pt x="1082893" y="5141794"/>
                  </a:lnTo>
                  <a:lnTo>
                    <a:pt x="1083209" y="5141794"/>
                  </a:lnTo>
                  <a:lnTo>
                    <a:pt x="1083366" y="5141794"/>
                  </a:lnTo>
                  <a:lnTo>
                    <a:pt x="1083366" y="5141364"/>
                  </a:lnTo>
                  <a:lnTo>
                    <a:pt x="1084155" y="5140933"/>
                  </a:lnTo>
                  <a:lnTo>
                    <a:pt x="1084155" y="5140502"/>
                  </a:lnTo>
                  <a:lnTo>
                    <a:pt x="1084313" y="5140502"/>
                  </a:lnTo>
                  <a:lnTo>
                    <a:pt x="1084628" y="5140502"/>
                  </a:lnTo>
                  <a:lnTo>
                    <a:pt x="1084628" y="5140072"/>
                  </a:lnTo>
                  <a:lnTo>
                    <a:pt x="1084786" y="5140072"/>
                  </a:lnTo>
                  <a:lnTo>
                    <a:pt x="1084786" y="5139641"/>
                  </a:lnTo>
                  <a:lnTo>
                    <a:pt x="1084944" y="5139641"/>
                  </a:lnTo>
                  <a:lnTo>
                    <a:pt x="1085101" y="5139641"/>
                  </a:lnTo>
                  <a:lnTo>
                    <a:pt x="1085259" y="5139641"/>
                  </a:lnTo>
                  <a:lnTo>
                    <a:pt x="1085417" y="5139641"/>
                  </a:lnTo>
                  <a:lnTo>
                    <a:pt x="1085574" y="5139641"/>
                  </a:lnTo>
                  <a:lnTo>
                    <a:pt x="1085732" y="5139641"/>
                  </a:lnTo>
                  <a:lnTo>
                    <a:pt x="1085890" y="5139211"/>
                  </a:lnTo>
                  <a:lnTo>
                    <a:pt x="1086048" y="5138349"/>
                  </a:lnTo>
                  <a:lnTo>
                    <a:pt x="1086205" y="5138349"/>
                  </a:lnTo>
                  <a:lnTo>
                    <a:pt x="1086363" y="5138349"/>
                  </a:lnTo>
                  <a:lnTo>
                    <a:pt x="1086363" y="5137919"/>
                  </a:lnTo>
                  <a:lnTo>
                    <a:pt x="1086521" y="5137919"/>
                  </a:lnTo>
                  <a:lnTo>
                    <a:pt x="1086678" y="5137488"/>
                  </a:lnTo>
                  <a:lnTo>
                    <a:pt x="1086836" y="5137488"/>
                  </a:lnTo>
                  <a:lnTo>
                    <a:pt x="1086994" y="5137488"/>
                  </a:lnTo>
                  <a:lnTo>
                    <a:pt x="1087152" y="5137488"/>
                  </a:lnTo>
                  <a:lnTo>
                    <a:pt x="1087309" y="5137488"/>
                  </a:lnTo>
                  <a:lnTo>
                    <a:pt x="1087467" y="5137488"/>
                  </a:lnTo>
                  <a:lnTo>
                    <a:pt x="1087625" y="5137488"/>
                  </a:lnTo>
                  <a:lnTo>
                    <a:pt x="1087625" y="5137058"/>
                  </a:lnTo>
                  <a:lnTo>
                    <a:pt x="1088098" y="5136627"/>
                  </a:lnTo>
                  <a:lnTo>
                    <a:pt x="1088256" y="5136627"/>
                  </a:lnTo>
                  <a:lnTo>
                    <a:pt x="1088413" y="5136627"/>
                  </a:lnTo>
                  <a:lnTo>
                    <a:pt x="1088413" y="5135335"/>
                  </a:lnTo>
                  <a:lnTo>
                    <a:pt x="1088886" y="5134905"/>
                  </a:lnTo>
                  <a:lnTo>
                    <a:pt x="1089044" y="5134905"/>
                  </a:lnTo>
                  <a:lnTo>
                    <a:pt x="1089202" y="5134905"/>
                  </a:lnTo>
                  <a:lnTo>
                    <a:pt x="1089360" y="5134905"/>
                  </a:lnTo>
                  <a:lnTo>
                    <a:pt x="1089675" y="5134905"/>
                  </a:lnTo>
                  <a:lnTo>
                    <a:pt x="1089833" y="5134474"/>
                  </a:lnTo>
                  <a:lnTo>
                    <a:pt x="1089991" y="5134043"/>
                  </a:lnTo>
                  <a:lnTo>
                    <a:pt x="1089991" y="5133613"/>
                  </a:lnTo>
                  <a:lnTo>
                    <a:pt x="1090148" y="5133613"/>
                  </a:lnTo>
                  <a:lnTo>
                    <a:pt x="1090306" y="5132752"/>
                  </a:lnTo>
                  <a:lnTo>
                    <a:pt x="1090621" y="5132752"/>
                  </a:lnTo>
                  <a:lnTo>
                    <a:pt x="1090779" y="5132752"/>
                  </a:lnTo>
                  <a:lnTo>
                    <a:pt x="1090937" y="5132752"/>
                  </a:lnTo>
                  <a:lnTo>
                    <a:pt x="1091095" y="5132752"/>
                  </a:lnTo>
                  <a:lnTo>
                    <a:pt x="1091252" y="5132752"/>
                  </a:lnTo>
                  <a:lnTo>
                    <a:pt x="1091410" y="5132752"/>
                  </a:lnTo>
                  <a:lnTo>
                    <a:pt x="1091883" y="5131890"/>
                  </a:lnTo>
                  <a:lnTo>
                    <a:pt x="1092041" y="5131460"/>
                  </a:lnTo>
                  <a:lnTo>
                    <a:pt x="1092041" y="5131029"/>
                  </a:lnTo>
                  <a:lnTo>
                    <a:pt x="1092199" y="5131029"/>
                  </a:lnTo>
                  <a:lnTo>
                    <a:pt x="1092356" y="5131029"/>
                  </a:lnTo>
                  <a:lnTo>
                    <a:pt x="1092672" y="5131029"/>
                  </a:lnTo>
                  <a:lnTo>
                    <a:pt x="1092829" y="5130599"/>
                  </a:lnTo>
                  <a:lnTo>
                    <a:pt x="1092829" y="5130168"/>
                  </a:lnTo>
                  <a:lnTo>
                    <a:pt x="1092987" y="5130168"/>
                  </a:lnTo>
                  <a:lnTo>
                    <a:pt x="1093303" y="5130168"/>
                  </a:lnTo>
                  <a:lnTo>
                    <a:pt x="1094091" y="5129737"/>
                  </a:lnTo>
                  <a:lnTo>
                    <a:pt x="1094091" y="5128876"/>
                  </a:lnTo>
                  <a:lnTo>
                    <a:pt x="1094249" y="5128876"/>
                  </a:lnTo>
                  <a:lnTo>
                    <a:pt x="1094249" y="5128446"/>
                  </a:lnTo>
                  <a:lnTo>
                    <a:pt x="1094722" y="5128446"/>
                  </a:lnTo>
                  <a:lnTo>
                    <a:pt x="1094880" y="5128446"/>
                  </a:lnTo>
                  <a:lnTo>
                    <a:pt x="1095195" y="5128446"/>
                  </a:lnTo>
                  <a:lnTo>
                    <a:pt x="1095353" y="5128446"/>
                  </a:lnTo>
                  <a:lnTo>
                    <a:pt x="1095353" y="5128015"/>
                  </a:lnTo>
                  <a:lnTo>
                    <a:pt x="1095511" y="5128015"/>
                  </a:lnTo>
                  <a:lnTo>
                    <a:pt x="1095826" y="5128015"/>
                  </a:lnTo>
                  <a:lnTo>
                    <a:pt x="1096142" y="5128015"/>
                  </a:lnTo>
                  <a:lnTo>
                    <a:pt x="1096457" y="5128015"/>
                  </a:lnTo>
                  <a:lnTo>
                    <a:pt x="1096457" y="5127584"/>
                  </a:lnTo>
                  <a:lnTo>
                    <a:pt x="1096457" y="5127154"/>
                  </a:lnTo>
                  <a:lnTo>
                    <a:pt x="1096772" y="5127154"/>
                  </a:lnTo>
                  <a:lnTo>
                    <a:pt x="1096930" y="5126723"/>
                  </a:lnTo>
                  <a:lnTo>
                    <a:pt x="1096930" y="5126293"/>
                  </a:lnTo>
                  <a:lnTo>
                    <a:pt x="1097088" y="5126293"/>
                  </a:lnTo>
                  <a:lnTo>
                    <a:pt x="1097088" y="5125431"/>
                  </a:lnTo>
                  <a:lnTo>
                    <a:pt x="1097088" y="5125001"/>
                  </a:lnTo>
                  <a:lnTo>
                    <a:pt x="1097246" y="5125001"/>
                  </a:lnTo>
                  <a:lnTo>
                    <a:pt x="1097246" y="5124570"/>
                  </a:lnTo>
                  <a:lnTo>
                    <a:pt x="1097246" y="5124140"/>
                  </a:lnTo>
                  <a:lnTo>
                    <a:pt x="1097719" y="5124140"/>
                  </a:lnTo>
                  <a:lnTo>
                    <a:pt x="1098034" y="5124140"/>
                  </a:lnTo>
                  <a:lnTo>
                    <a:pt x="1098192" y="5123709"/>
                  </a:lnTo>
                  <a:lnTo>
                    <a:pt x="1098192" y="5123278"/>
                  </a:lnTo>
                  <a:lnTo>
                    <a:pt x="1098350" y="5123278"/>
                  </a:lnTo>
                  <a:lnTo>
                    <a:pt x="1098350" y="5122848"/>
                  </a:lnTo>
                  <a:lnTo>
                    <a:pt x="1098350" y="5122417"/>
                  </a:lnTo>
                  <a:lnTo>
                    <a:pt x="1098665" y="5122417"/>
                  </a:lnTo>
                  <a:lnTo>
                    <a:pt x="1098665" y="5121987"/>
                  </a:lnTo>
                  <a:lnTo>
                    <a:pt x="1098823" y="5121556"/>
                  </a:lnTo>
                  <a:lnTo>
                    <a:pt x="1098980" y="5121556"/>
                  </a:lnTo>
                  <a:lnTo>
                    <a:pt x="1099138" y="5121556"/>
                  </a:lnTo>
                  <a:lnTo>
                    <a:pt x="1099138" y="5121125"/>
                  </a:lnTo>
                  <a:lnTo>
                    <a:pt x="1099296" y="5120695"/>
                  </a:lnTo>
                  <a:lnTo>
                    <a:pt x="1099454" y="5120695"/>
                  </a:lnTo>
                  <a:lnTo>
                    <a:pt x="1099769" y="5120695"/>
                  </a:lnTo>
                  <a:lnTo>
                    <a:pt x="1099927" y="5120695"/>
                  </a:lnTo>
                  <a:lnTo>
                    <a:pt x="1100084" y="5120695"/>
                  </a:lnTo>
                  <a:lnTo>
                    <a:pt x="1100400" y="5120695"/>
                  </a:lnTo>
                  <a:lnTo>
                    <a:pt x="1100558" y="5120695"/>
                  </a:lnTo>
                  <a:lnTo>
                    <a:pt x="1100715" y="5120695"/>
                  </a:lnTo>
                  <a:lnTo>
                    <a:pt x="1100873" y="5120695"/>
                  </a:lnTo>
                  <a:lnTo>
                    <a:pt x="1101189" y="5120695"/>
                  </a:lnTo>
                  <a:lnTo>
                    <a:pt x="1101346" y="5120695"/>
                  </a:lnTo>
                  <a:lnTo>
                    <a:pt x="1101504" y="5120695"/>
                  </a:lnTo>
                  <a:lnTo>
                    <a:pt x="1101662" y="5120695"/>
                  </a:lnTo>
                  <a:lnTo>
                    <a:pt x="1101819" y="5120695"/>
                  </a:lnTo>
                  <a:lnTo>
                    <a:pt x="1101977" y="5120264"/>
                  </a:lnTo>
                  <a:lnTo>
                    <a:pt x="1102135" y="5120264"/>
                  </a:lnTo>
                  <a:lnTo>
                    <a:pt x="1102293" y="5120264"/>
                  </a:lnTo>
                  <a:lnTo>
                    <a:pt x="1102450" y="5119834"/>
                  </a:lnTo>
                  <a:lnTo>
                    <a:pt x="1102923" y="5118542"/>
                  </a:lnTo>
                  <a:lnTo>
                    <a:pt x="1103081" y="5118542"/>
                  </a:lnTo>
                  <a:lnTo>
                    <a:pt x="1103081" y="5117681"/>
                  </a:lnTo>
                  <a:lnTo>
                    <a:pt x="1103239" y="5117681"/>
                  </a:lnTo>
                  <a:lnTo>
                    <a:pt x="1103239" y="5116819"/>
                  </a:lnTo>
                  <a:lnTo>
                    <a:pt x="1103397" y="5116819"/>
                  </a:lnTo>
                  <a:lnTo>
                    <a:pt x="1103554" y="5116819"/>
                  </a:lnTo>
                  <a:lnTo>
                    <a:pt x="1103554" y="5116389"/>
                  </a:lnTo>
                  <a:lnTo>
                    <a:pt x="1103712" y="5116389"/>
                  </a:lnTo>
                  <a:lnTo>
                    <a:pt x="1103870" y="5115958"/>
                  </a:lnTo>
                  <a:lnTo>
                    <a:pt x="1104185" y="5115528"/>
                  </a:lnTo>
                  <a:lnTo>
                    <a:pt x="1104185" y="5115097"/>
                  </a:lnTo>
                  <a:lnTo>
                    <a:pt x="1104185" y="5114666"/>
                  </a:lnTo>
                  <a:lnTo>
                    <a:pt x="1104185" y="5113805"/>
                  </a:lnTo>
                  <a:lnTo>
                    <a:pt x="1104343" y="5113805"/>
                  </a:lnTo>
                  <a:lnTo>
                    <a:pt x="1104501" y="5113375"/>
                  </a:lnTo>
                  <a:lnTo>
                    <a:pt x="1104501" y="5112944"/>
                  </a:lnTo>
                  <a:lnTo>
                    <a:pt x="1104658" y="5112944"/>
                  </a:lnTo>
                  <a:lnTo>
                    <a:pt x="1105289" y="5112083"/>
                  </a:lnTo>
                  <a:lnTo>
                    <a:pt x="1105289" y="5111652"/>
                  </a:lnTo>
                  <a:lnTo>
                    <a:pt x="1105447" y="5111652"/>
                  </a:lnTo>
                  <a:lnTo>
                    <a:pt x="1105605" y="5111222"/>
                  </a:lnTo>
                  <a:lnTo>
                    <a:pt x="1105762" y="5111222"/>
                  </a:lnTo>
                  <a:lnTo>
                    <a:pt x="1106078" y="5111222"/>
                  </a:lnTo>
                  <a:lnTo>
                    <a:pt x="1106393" y="5111222"/>
                  </a:lnTo>
                  <a:lnTo>
                    <a:pt x="1106709" y="5111222"/>
                  </a:lnTo>
                  <a:lnTo>
                    <a:pt x="1106709" y="5110791"/>
                  </a:lnTo>
                  <a:lnTo>
                    <a:pt x="1107182" y="5110791"/>
                  </a:lnTo>
                  <a:lnTo>
                    <a:pt x="1107182" y="5110360"/>
                  </a:lnTo>
                  <a:lnTo>
                    <a:pt x="1107340" y="5110360"/>
                  </a:lnTo>
                  <a:lnTo>
                    <a:pt x="1107497" y="5110360"/>
                  </a:lnTo>
                  <a:lnTo>
                    <a:pt x="1107655" y="5110360"/>
                  </a:lnTo>
                  <a:lnTo>
                    <a:pt x="1107655" y="5109930"/>
                  </a:lnTo>
                  <a:lnTo>
                    <a:pt x="1107813" y="5109930"/>
                  </a:lnTo>
                  <a:lnTo>
                    <a:pt x="1107970" y="5109499"/>
                  </a:lnTo>
                  <a:lnTo>
                    <a:pt x="1108128" y="5109069"/>
                  </a:lnTo>
                  <a:lnTo>
                    <a:pt x="1108286" y="5109069"/>
                  </a:lnTo>
                  <a:lnTo>
                    <a:pt x="1108444" y="5108638"/>
                  </a:lnTo>
                  <a:lnTo>
                    <a:pt x="1108759" y="5108638"/>
                  </a:lnTo>
                  <a:lnTo>
                    <a:pt x="1109074" y="5108638"/>
                  </a:lnTo>
                  <a:lnTo>
                    <a:pt x="1109074" y="5107777"/>
                  </a:lnTo>
                  <a:lnTo>
                    <a:pt x="1109232" y="5107777"/>
                  </a:lnTo>
                  <a:lnTo>
                    <a:pt x="1109390" y="5107777"/>
                  </a:lnTo>
                  <a:lnTo>
                    <a:pt x="1109705" y="5107777"/>
                  </a:lnTo>
                  <a:lnTo>
                    <a:pt x="1109705" y="5107346"/>
                  </a:lnTo>
                  <a:lnTo>
                    <a:pt x="1109705" y="5106916"/>
                  </a:lnTo>
                  <a:lnTo>
                    <a:pt x="1109863" y="5105624"/>
                  </a:lnTo>
                  <a:lnTo>
                    <a:pt x="1109863" y="5105193"/>
                  </a:lnTo>
                  <a:lnTo>
                    <a:pt x="1110336" y="5104332"/>
                  </a:lnTo>
                  <a:lnTo>
                    <a:pt x="1110494" y="5104332"/>
                  </a:lnTo>
                  <a:lnTo>
                    <a:pt x="1110494" y="5103901"/>
                  </a:lnTo>
                  <a:lnTo>
                    <a:pt x="1110652" y="5103901"/>
                  </a:lnTo>
                  <a:lnTo>
                    <a:pt x="1110809" y="5103901"/>
                  </a:lnTo>
                  <a:lnTo>
                    <a:pt x="1111125" y="5103901"/>
                  </a:lnTo>
                  <a:lnTo>
                    <a:pt x="1111125" y="5103040"/>
                  </a:lnTo>
                  <a:lnTo>
                    <a:pt x="1111440" y="5103040"/>
                  </a:lnTo>
                  <a:lnTo>
                    <a:pt x="1111756" y="5103040"/>
                  </a:lnTo>
                  <a:lnTo>
                    <a:pt x="1111756" y="5102610"/>
                  </a:lnTo>
                  <a:lnTo>
                    <a:pt x="1111756" y="5101748"/>
                  </a:lnTo>
                  <a:lnTo>
                    <a:pt x="1111913" y="5101748"/>
                  </a:lnTo>
                  <a:lnTo>
                    <a:pt x="1112071" y="5101748"/>
                  </a:lnTo>
                  <a:lnTo>
                    <a:pt x="1112229" y="5101748"/>
                  </a:lnTo>
                  <a:lnTo>
                    <a:pt x="1112544" y="5101318"/>
                  </a:lnTo>
                  <a:lnTo>
                    <a:pt x="1112860" y="5101318"/>
                  </a:lnTo>
                  <a:lnTo>
                    <a:pt x="1113017" y="5101318"/>
                  </a:lnTo>
                  <a:lnTo>
                    <a:pt x="1113175" y="5101318"/>
                  </a:lnTo>
                  <a:lnTo>
                    <a:pt x="1113333" y="5101318"/>
                  </a:lnTo>
                  <a:lnTo>
                    <a:pt x="1113491" y="5100887"/>
                  </a:lnTo>
                  <a:lnTo>
                    <a:pt x="1113648" y="5100887"/>
                  </a:lnTo>
                  <a:lnTo>
                    <a:pt x="1113806" y="5100887"/>
                  </a:lnTo>
                  <a:lnTo>
                    <a:pt x="1113964" y="5100887"/>
                  </a:lnTo>
                  <a:lnTo>
                    <a:pt x="1113964" y="5100457"/>
                  </a:lnTo>
                  <a:lnTo>
                    <a:pt x="1113964" y="5100026"/>
                  </a:lnTo>
                  <a:lnTo>
                    <a:pt x="1114121" y="5099595"/>
                  </a:lnTo>
                  <a:lnTo>
                    <a:pt x="1114279" y="5099595"/>
                  </a:lnTo>
                  <a:lnTo>
                    <a:pt x="1114437" y="5099595"/>
                  </a:lnTo>
                  <a:lnTo>
                    <a:pt x="1114595" y="5099595"/>
                  </a:lnTo>
                  <a:lnTo>
                    <a:pt x="1114752" y="5099595"/>
                  </a:lnTo>
                  <a:lnTo>
                    <a:pt x="1114752" y="5099165"/>
                  </a:lnTo>
                  <a:lnTo>
                    <a:pt x="1114752" y="5098734"/>
                  </a:lnTo>
                  <a:lnTo>
                    <a:pt x="1114910" y="5098734"/>
                  </a:lnTo>
                  <a:lnTo>
                    <a:pt x="1115068" y="5098734"/>
                  </a:lnTo>
                  <a:lnTo>
                    <a:pt x="1115068" y="5098304"/>
                  </a:lnTo>
                  <a:lnTo>
                    <a:pt x="1115699" y="5098304"/>
                  </a:lnTo>
                  <a:lnTo>
                    <a:pt x="1115856" y="5098304"/>
                  </a:lnTo>
                  <a:lnTo>
                    <a:pt x="1116329" y="5098304"/>
                  </a:lnTo>
                  <a:lnTo>
                    <a:pt x="1116645" y="5098304"/>
                  </a:lnTo>
                  <a:lnTo>
                    <a:pt x="1116803" y="5098304"/>
                  </a:lnTo>
                  <a:lnTo>
                    <a:pt x="1116960" y="5098304"/>
                  </a:lnTo>
                  <a:lnTo>
                    <a:pt x="1117118" y="5098304"/>
                  </a:lnTo>
                  <a:lnTo>
                    <a:pt x="1117276" y="5098304"/>
                  </a:lnTo>
                  <a:lnTo>
                    <a:pt x="1117434" y="5098304"/>
                  </a:lnTo>
                  <a:lnTo>
                    <a:pt x="1117907" y="5098304"/>
                  </a:lnTo>
                  <a:lnTo>
                    <a:pt x="1118222" y="5097873"/>
                  </a:lnTo>
                  <a:lnTo>
                    <a:pt x="1118380" y="5097873"/>
                  </a:lnTo>
                  <a:lnTo>
                    <a:pt x="1118538" y="5097873"/>
                  </a:lnTo>
                  <a:lnTo>
                    <a:pt x="1118538" y="5097442"/>
                  </a:lnTo>
                  <a:lnTo>
                    <a:pt x="1118538" y="5097012"/>
                  </a:lnTo>
                  <a:lnTo>
                    <a:pt x="1118538" y="5096581"/>
                  </a:lnTo>
                  <a:lnTo>
                    <a:pt x="1118853" y="5096581"/>
                  </a:lnTo>
                  <a:lnTo>
                    <a:pt x="1119011" y="5096581"/>
                  </a:lnTo>
                  <a:lnTo>
                    <a:pt x="1119168" y="5096581"/>
                  </a:lnTo>
                  <a:lnTo>
                    <a:pt x="1119326" y="5096581"/>
                  </a:lnTo>
                  <a:lnTo>
                    <a:pt x="1119326" y="5096151"/>
                  </a:lnTo>
                  <a:lnTo>
                    <a:pt x="1119799" y="5096151"/>
                  </a:lnTo>
                  <a:lnTo>
                    <a:pt x="1120115" y="5096151"/>
                  </a:lnTo>
                  <a:lnTo>
                    <a:pt x="1120430" y="5096151"/>
                  </a:lnTo>
                  <a:lnTo>
                    <a:pt x="1120430" y="5095720"/>
                  </a:lnTo>
                  <a:lnTo>
                    <a:pt x="1120588" y="5095289"/>
                  </a:lnTo>
                  <a:lnTo>
                    <a:pt x="1120746" y="5095289"/>
                  </a:lnTo>
                  <a:lnTo>
                    <a:pt x="1120746" y="5094859"/>
                  </a:lnTo>
                  <a:lnTo>
                    <a:pt x="1120903" y="5094859"/>
                  </a:lnTo>
                  <a:lnTo>
                    <a:pt x="1121061" y="5094859"/>
                  </a:lnTo>
                  <a:lnTo>
                    <a:pt x="1121692" y="5094859"/>
                  </a:lnTo>
                  <a:lnTo>
                    <a:pt x="1121850" y="5094859"/>
                  </a:lnTo>
                  <a:lnTo>
                    <a:pt x="1122007" y="5094859"/>
                  </a:lnTo>
                  <a:lnTo>
                    <a:pt x="1122165" y="5094859"/>
                  </a:lnTo>
                  <a:lnTo>
                    <a:pt x="1122480" y="5094859"/>
                  </a:lnTo>
                  <a:lnTo>
                    <a:pt x="1122480" y="5094428"/>
                  </a:lnTo>
                  <a:lnTo>
                    <a:pt x="1122638" y="5094428"/>
                  </a:lnTo>
                  <a:lnTo>
                    <a:pt x="1122954" y="5094428"/>
                  </a:lnTo>
                  <a:lnTo>
                    <a:pt x="1122954" y="5093998"/>
                  </a:lnTo>
                  <a:lnTo>
                    <a:pt x="1123269" y="5093998"/>
                  </a:lnTo>
                  <a:lnTo>
                    <a:pt x="1123427" y="5093998"/>
                  </a:lnTo>
                  <a:lnTo>
                    <a:pt x="1123585" y="5093998"/>
                  </a:lnTo>
                  <a:lnTo>
                    <a:pt x="1124373" y="5093136"/>
                  </a:lnTo>
                  <a:lnTo>
                    <a:pt x="1124373" y="5092706"/>
                  </a:lnTo>
                  <a:lnTo>
                    <a:pt x="1124373" y="5092275"/>
                  </a:lnTo>
                  <a:lnTo>
                    <a:pt x="1124531" y="5092275"/>
                  </a:lnTo>
                  <a:lnTo>
                    <a:pt x="1124689" y="5092275"/>
                  </a:lnTo>
                  <a:lnTo>
                    <a:pt x="1124689" y="5091845"/>
                  </a:lnTo>
                  <a:lnTo>
                    <a:pt x="1124689" y="5090983"/>
                  </a:lnTo>
                  <a:lnTo>
                    <a:pt x="1124846" y="5090553"/>
                  </a:lnTo>
                  <a:lnTo>
                    <a:pt x="1125004" y="5090553"/>
                  </a:lnTo>
                  <a:lnTo>
                    <a:pt x="1125162" y="5090553"/>
                  </a:lnTo>
                  <a:lnTo>
                    <a:pt x="1125319" y="5090553"/>
                  </a:lnTo>
                  <a:lnTo>
                    <a:pt x="1125319" y="5090122"/>
                  </a:lnTo>
                  <a:lnTo>
                    <a:pt x="1125477" y="5090122"/>
                  </a:lnTo>
                  <a:lnTo>
                    <a:pt x="1125793" y="5089692"/>
                  </a:lnTo>
                  <a:lnTo>
                    <a:pt x="1126266" y="5089692"/>
                  </a:lnTo>
                  <a:lnTo>
                    <a:pt x="1126266" y="5089261"/>
                  </a:lnTo>
                  <a:lnTo>
                    <a:pt x="1126266" y="5088830"/>
                  </a:lnTo>
                  <a:lnTo>
                    <a:pt x="1126423" y="5088830"/>
                  </a:lnTo>
                  <a:lnTo>
                    <a:pt x="1126897" y="5088830"/>
                  </a:lnTo>
                  <a:lnTo>
                    <a:pt x="1127370" y="5088830"/>
                  </a:lnTo>
                  <a:lnTo>
                    <a:pt x="1127370" y="5088400"/>
                  </a:lnTo>
                  <a:lnTo>
                    <a:pt x="1127685" y="5087969"/>
                  </a:lnTo>
                  <a:lnTo>
                    <a:pt x="1127843" y="5087539"/>
                  </a:lnTo>
                  <a:lnTo>
                    <a:pt x="1128001" y="5087539"/>
                  </a:lnTo>
                  <a:lnTo>
                    <a:pt x="1128158" y="5087539"/>
                  </a:lnTo>
                  <a:lnTo>
                    <a:pt x="1128316" y="5087539"/>
                  </a:lnTo>
                  <a:lnTo>
                    <a:pt x="1128474" y="5087539"/>
                  </a:lnTo>
                  <a:lnTo>
                    <a:pt x="1128631" y="5087539"/>
                  </a:lnTo>
                  <a:lnTo>
                    <a:pt x="1128789" y="5087539"/>
                  </a:lnTo>
                  <a:lnTo>
                    <a:pt x="1128947" y="5087539"/>
                  </a:lnTo>
                  <a:lnTo>
                    <a:pt x="1129420" y="5087539"/>
                  </a:lnTo>
                  <a:lnTo>
                    <a:pt x="1129578" y="5087539"/>
                  </a:lnTo>
                  <a:lnTo>
                    <a:pt x="1129736" y="5087108"/>
                  </a:lnTo>
                  <a:lnTo>
                    <a:pt x="1129893" y="5086247"/>
                  </a:lnTo>
                  <a:lnTo>
                    <a:pt x="1129893" y="5085816"/>
                  </a:lnTo>
                  <a:lnTo>
                    <a:pt x="1129893" y="5085386"/>
                  </a:lnTo>
                  <a:lnTo>
                    <a:pt x="1130524" y="5084524"/>
                  </a:lnTo>
                  <a:lnTo>
                    <a:pt x="1130682" y="5084094"/>
                  </a:lnTo>
                  <a:lnTo>
                    <a:pt x="1131155" y="5083663"/>
                  </a:lnTo>
                  <a:lnTo>
                    <a:pt x="1131313" y="5083663"/>
                  </a:lnTo>
                  <a:lnTo>
                    <a:pt x="1131470" y="5083663"/>
                  </a:lnTo>
                  <a:lnTo>
                    <a:pt x="1131470" y="5083233"/>
                  </a:lnTo>
                  <a:lnTo>
                    <a:pt x="1131628" y="5082802"/>
                  </a:lnTo>
                  <a:lnTo>
                    <a:pt x="1131786" y="5082371"/>
                  </a:lnTo>
                  <a:lnTo>
                    <a:pt x="1132101" y="5082371"/>
                  </a:lnTo>
                  <a:lnTo>
                    <a:pt x="1132417" y="5082371"/>
                  </a:lnTo>
                  <a:lnTo>
                    <a:pt x="1132574" y="5082371"/>
                  </a:lnTo>
                  <a:lnTo>
                    <a:pt x="1133048" y="5082371"/>
                  </a:lnTo>
                  <a:lnTo>
                    <a:pt x="1133363" y="5082371"/>
                  </a:lnTo>
                  <a:lnTo>
                    <a:pt x="1133363" y="5081941"/>
                  </a:lnTo>
                  <a:lnTo>
                    <a:pt x="1133521" y="5081941"/>
                  </a:lnTo>
                  <a:lnTo>
                    <a:pt x="1133994" y="5081080"/>
                  </a:lnTo>
                  <a:lnTo>
                    <a:pt x="1134152" y="5081080"/>
                  </a:lnTo>
                  <a:lnTo>
                    <a:pt x="1134152" y="5080649"/>
                  </a:lnTo>
                  <a:lnTo>
                    <a:pt x="1134309" y="5080649"/>
                  </a:lnTo>
                  <a:lnTo>
                    <a:pt x="1134625" y="5080649"/>
                  </a:lnTo>
                  <a:lnTo>
                    <a:pt x="1134783" y="5080649"/>
                  </a:lnTo>
                  <a:lnTo>
                    <a:pt x="1134783" y="5080218"/>
                  </a:lnTo>
                  <a:lnTo>
                    <a:pt x="1134940" y="5080218"/>
                  </a:lnTo>
                  <a:lnTo>
                    <a:pt x="1135098" y="5080218"/>
                  </a:lnTo>
                  <a:lnTo>
                    <a:pt x="1135256" y="5080218"/>
                  </a:lnTo>
                  <a:lnTo>
                    <a:pt x="1135413" y="5080218"/>
                  </a:lnTo>
                  <a:lnTo>
                    <a:pt x="1135729" y="5079788"/>
                  </a:lnTo>
                  <a:lnTo>
                    <a:pt x="1135729" y="5079357"/>
                  </a:lnTo>
                  <a:lnTo>
                    <a:pt x="1135887" y="5079357"/>
                  </a:lnTo>
                  <a:lnTo>
                    <a:pt x="1136360" y="5079357"/>
                  </a:lnTo>
                  <a:lnTo>
                    <a:pt x="1137464" y="5078496"/>
                  </a:lnTo>
                  <a:lnTo>
                    <a:pt x="1137621" y="5078496"/>
                  </a:lnTo>
                  <a:lnTo>
                    <a:pt x="1137779" y="5078496"/>
                  </a:lnTo>
                  <a:lnTo>
                    <a:pt x="1138252" y="5078496"/>
                  </a:lnTo>
                  <a:lnTo>
                    <a:pt x="1138252" y="5077635"/>
                  </a:lnTo>
                  <a:lnTo>
                    <a:pt x="1138252" y="5077204"/>
                  </a:lnTo>
                  <a:lnTo>
                    <a:pt x="1138410" y="5076774"/>
                  </a:lnTo>
                  <a:lnTo>
                    <a:pt x="1138725" y="5076774"/>
                  </a:lnTo>
                  <a:lnTo>
                    <a:pt x="1138725" y="5076343"/>
                  </a:lnTo>
                  <a:lnTo>
                    <a:pt x="1138883" y="5076343"/>
                  </a:lnTo>
                  <a:lnTo>
                    <a:pt x="1139041" y="5076343"/>
                  </a:lnTo>
                  <a:lnTo>
                    <a:pt x="1139199" y="5076343"/>
                  </a:lnTo>
                  <a:lnTo>
                    <a:pt x="1139356" y="5076343"/>
                  </a:lnTo>
                  <a:lnTo>
                    <a:pt x="1139829" y="5075912"/>
                  </a:lnTo>
                  <a:lnTo>
                    <a:pt x="1139987" y="5075912"/>
                  </a:lnTo>
                  <a:lnTo>
                    <a:pt x="1139987" y="5075482"/>
                  </a:lnTo>
                  <a:lnTo>
                    <a:pt x="1140145" y="5075482"/>
                  </a:lnTo>
                  <a:lnTo>
                    <a:pt x="1140460" y="5075051"/>
                  </a:lnTo>
                  <a:lnTo>
                    <a:pt x="1140618" y="5075051"/>
                  </a:lnTo>
                  <a:lnTo>
                    <a:pt x="1140776" y="5075051"/>
                  </a:lnTo>
                  <a:lnTo>
                    <a:pt x="1140776" y="5074190"/>
                  </a:lnTo>
                  <a:lnTo>
                    <a:pt x="1141091" y="5074190"/>
                  </a:lnTo>
                  <a:lnTo>
                    <a:pt x="1141249" y="5074190"/>
                  </a:lnTo>
                  <a:lnTo>
                    <a:pt x="1141564" y="5074190"/>
                  </a:lnTo>
                  <a:lnTo>
                    <a:pt x="1141722" y="5074190"/>
                  </a:lnTo>
                  <a:lnTo>
                    <a:pt x="1141722" y="5073759"/>
                  </a:lnTo>
                  <a:lnTo>
                    <a:pt x="1141880" y="5073329"/>
                  </a:lnTo>
                  <a:lnTo>
                    <a:pt x="1142195" y="5073329"/>
                  </a:lnTo>
                  <a:lnTo>
                    <a:pt x="1142511" y="5073329"/>
                  </a:lnTo>
                  <a:lnTo>
                    <a:pt x="1142984" y="5073329"/>
                  </a:lnTo>
                  <a:lnTo>
                    <a:pt x="1142984" y="5072468"/>
                  </a:lnTo>
                  <a:lnTo>
                    <a:pt x="1143457" y="5072468"/>
                  </a:lnTo>
                  <a:lnTo>
                    <a:pt x="1143615" y="5072468"/>
                  </a:lnTo>
                  <a:lnTo>
                    <a:pt x="1143930" y="5071606"/>
                  </a:lnTo>
                  <a:lnTo>
                    <a:pt x="1144246" y="5071606"/>
                  </a:lnTo>
                  <a:lnTo>
                    <a:pt x="1144561" y="5071606"/>
                  </a:lnTo>
                  <a:lnTo>
                    <a:pt x="1144719" y="5071176"/>
                  </a:lnTo>
                  <a:lnTo>
                    <a:pt x="1144876" y="5071176"/>
                  </a:lnTo>
                  <a:lnTo>
                    <a:pt x="1145034" y="5071176"/>
                  </a:lnTo>
                  <a:lnTo>
                    <a:pt x="1145192" y="5071176"/>
                  </a:lnTo>
                  <a:lnTo>
                    <a:pt x="1145665" y="5071176"/>
                  </a:lnTo>
                  <a:lnTo>
                    <a:pt x="1145665" y="5070745"/>
                  </a:lnTo>
                  <a:lnTo>
                    <a:pt x="1145823" y="5070315"/>
                  </a:lnTo>
                  <a:lnTo>
                    <a:pt x="1145981" y="5070315"/>
                  </a:lnTo>
                  <a:lnTo>
                    <a:pt x="1146296" y="5070315"/>
                  </a:lnTo>
                  <a:lnTo>
                    <a:pt x="1146454" y="5070315"/>
                  </a:lnTo>
                  <a:lnTo>
                    <a:pt x="1146611" y="5070315"/>
                  </a:lnTo>
                  <a:lnTo>
                    <a:pt x="1146611" y="5069884"/>
                  </a:lnTo>
                  <a:lnTo>
                    <a:pt x="1146769" y="5069884"/>
                  </a:lnTo>
                  <a:lnTo>
                    <a:pt x="1146927" y="5069884"/>
                  </a:lnTo>
                  <a:lnTo>
                    <a:pt x="1147085" y="5069884"/>
                  </a:lnTo>
                  <a:lnTo>
                    <a:pt x="1147242" y="5069884"/>
                  </a:lnTo>
                  <a:lnTo>
                    <a:pt x="1147400" y="5069884"/>
                  </a:lnTo>
                  <a:lnTo>
                    <a:pt x="1147558" y="5069884"/>
                  </a:lnTo>
                  <a:lnTo>
                    <a:pt x="1147715" y="5069884"/>
                  </a:lnTo>
                  <a:lnTo>
                    <a:pt x="1148031" y="5069884"/>
                  </a:lnTo>
                  <a:lnTo>
                    <a:pt x="1148031" y="5069453"/>
                  </a:lnTo>
                  <a:lnTo>
                    <a:pt x="1148189" y="5069453"/>
                  </a:lnTo>
                  <a:lnTo>
                    <a:pt x="1148819" y="5069453"/>
                  </a:lnTo>
                  <a:lnTo>
                    <a:pt x="1148819" y="5069023"/>
                  </a:lnTo>
                  <a:lnTo>
                    <a:pt x="1148977" y="5069023"/>
                  </a:lnTo>
                  <a:lnTo>
                    <a:pt x="1149135" y="5069023"/>
                  </a:lnTo>
                  <a:lnTo>
                    <a:pt x="1149450" y="5069023"/>
                  </a:lnTo>
                  <a:lnTo>
                    <a:pt x="1149450" y="5068592"/>
                  </a:lnTo>
                  <a:lnTo>
                    <a:pt x="1149608" y="5068592"/>
                  </a:lnTo>
                  <a:lnTo>
                    <a:pt x="1149766" y="5068592"/>
                  </a:lnTo>
                  <a:lnTo>
                    <a:pt x="1150081" y="5068592"/>
                  </a:lnTo>
                  <a:lnTo>
                    <a:pt x="1150397" y="5068592"/>
                  </a:lnTo>
                  <a:lnTo>
                    <a:pt x="1150554" y="5068592"/>
                  </a:lnTo>
                  <a:lnTo>
                    <a:pt x="1150712" y="5068592"/>
                  </a:lnTo>
                  <a:lnTo>
                    <a:pt x="1151027" y="5068592"/>
                  </a:lnTo>
                  <a:lnTo>
                    <a:pt x="1151501" y="5068592"/>
                  </a:lnTo>
                  <a:lnTo>
                    <a:pt x="1151816" y="5068592"/>
                  </a:lnTo>
                  <a:lnTo>
                    <a:pt x="1151974" y="5068592"/>
                  </a:lnTo>
                  <a:lnTo>
                    <a:pt x="1152132" y="5068162"/>
                  </a:lnTo>
                  <a:lnTo>
                    <a:pt x="1152447" y="5068162"/>
                  </a:lnTo>
                  <a:lnTo>
                    <a:pt x="1152605" y="5068162"/>
                  </a:lnTo>
                  <a:lnTo>
                    <a:pt x="1152605" y="5067731"/>
                  </a:lnTo>
                  <a:lnTo>
                    <a:pt x="1152762" y="5067731"/>
                  </a:lnTo>
                  <a:lnTo>
                    <a:pt x="1152920" y="5067731"/>
                  </a:lnTo>
                  <a:lnTo>
                    <a:pt x="1152920" y="5066870"/>
                  </a:lnTo>
                  <a:lnTo>
                    <a:pt x="1153078" y="5066870"/>
                  </a:lnTo>
                  <a:lnTo>
                    <a:pt x="1153236" y="5066870"/>
                  </a:lnTo>
                  <a:lnTo>
                    <a:pt x="1153393" y="5066870"/>
                  </a:lnTo>
                  <a:lnTo>
                    <a:pt x="1153393" y="5066439"/>
                  </a:lnTo>
                  <a:lnTo>
                    <a:pt x="1153393" y="5066009"/>
                  </a:lnTo>
                  <a:lnTo>
                    <a:pt x="1153393" y="5065578"/>
                  </a:lnTo>
                  <a:lnTo>
                    <a:pt x="1153551" y="5065578"/>
                  </a:lnTo>
                  <a:lnTo>
                    <a:pt x="1153709" y="5065578"/>
                  </a:lnTo>
                  <a:lnTo>
                    <a:pt x="1153866" y="5065578"/>
                  </a:lnTo>
                  <a:lnTo>
                    <a:pt x="1154024" y="5065578"/>
                  </a:lnTo>
                  <a:lnTo>
                    <a:pt x="1154340" y="5065578"/>
                  </a:lnTo>
                  <a:lnTo>
                    <a:pt x="1154497" y="5065578"/>
                  </a:lnTo>
                  <a:lnTo>
                    <a:pt x="1154497" y="5065147"/>
                  </a:lnTo>
                  <a:lnTo>
                    <a:pt x="1154497" y="5064717"/>
                  </a:lnTo>
                  <a:lnTo>
                    <a:pt x="1154655" y="5064717"/>
                  </a:lnTo>
                  <a:lnTo>
                    <a:pt x="1154813" y="5064717"/>
                  </a:lnTo>
                  <a:lnTo>
                    <a:pt x="1154970" y="5064717"/>
                  </a:lnTo>
                  <a:lnTo>
                    <a:pt x="1155128" y="5064717"/>
                  </a:lnTo>
                  <a:lnTo>
                    <a:pt x="1155444" y="5064717"/>
                  </a:lnTo>
                  <a:lnTo>
                    <a:pt x="1156074" y="5064717"/>
                  </a:lnTo>
                  <a:lnTo>
                    <a:pt x="1156232" y="5064717"/>
                  </a:lnTo>
                  <a:lnTo>
                    <a:pt x="1156390" y="5063856"/>
                  </a:lnTo>
                  <a:lnTo>
                    <a:pt x="1156548" y="5063856"/>
                  </a:lnTo>
                  <a:lnTo>
                    <a:pt x="1156705" y="5063856"/>
                  </a:lnTo>
                  <a:lnTo>
                    <a:pt x="1156863" y="5063425"/>
                  </a:lnTo>
                  <a:lnTo>
                    <a:pt x="1157021" y="5063425"/>
                  </a:lnTo>
                  <a:lnTo>
                    <a:pt x="1157021" y="5062994"/>
                  </a:lnTo>
                  <a:lnTo>
                    <a:pt x="1157336" y="5062994"/>
                  </a:lnTo>
                  <a:lnTo>
                    <a:pt x="1157494" y="5062994"/>
                  </a:lnTo>
                  <a:lnTo>
                    <a:pt x="1157494" y="5062564"/>
                  </a:lnTo>
                  <a:lnTo>
                    <a:pt x="1157652" y="5062564"/>
                  </a:lnTo>
                  <a:lnTo>
                    <a:pt x="1157809" y="5062564"/>
                  </a:lnTo>
                  <a:lnTo>
                    <a:pt x="1157809" y="5062133"/>
                  </a:lnTo>
                  <a:lnTo>
                    <a:pt x="1157967" y="5062133"/>
                  </a:lnTo>
                  <a:lnTo>
                    <a:pt x="1158125" y="5062133"/>
                  </a:lnTo>
                  <a:lnTo>
                    <a:pt x="1158125" y="5061703"/>
                  </a:lnTo>
                  <a:lnTo>
                    <a:pt x="1158125" y="5061272"/>
                  </a:lnTo>
                  <a:lnTo>
                    <a:pt x="1158283" y="5061272"/>
                  </a:lnTo>
                  <a:lnTo>
                    <a:pt x="1158598" y="5061272"/>
                  </a:lnTo>
                  <a:lnTo>
                    <a:pt x="1158598" y="5060841"/>
                  </a:lnTo>
                  <a:lnTo>
                    <a:pt x="1158756" y="5060841"/>
                  </a:lnTo>
                  <a:lnTo>
                    <a:pt x="1160017" y="5058688"/>
                  </a:lnTo>
                  <a:lnTo>
                    <a:pt x="1160175" y="5058688"/>
                  </a:lnTo>
                  <a:lnTo>
                    <a:pt x="1160175" y="5058258"/>
                  </a:lnTo>
                  <a:lnTo>
                    <a:pt x="1160333" y="5057827"/>
                  </a:lnTo>
                  <a:lnTo>
                    <a:pt x="1160491" y="5057827"/>
                  </a:lnTo>
                  <a:lnTo>
                    <a:pt x="1160648" y="5057827"/>
                  </a:lnTo>
                  <a:lnTo>
                    <a:pt x="1160806" y="5057827"/>
                  </a:lnTo>
                  <a:lnTo>
                    <a:pt x="1160806" y="5057397"/>
                  </a:lnTo>
                  <a:lnTo>
                    <a:pt x="1160964" y="5057397"/>
                  </a:lnTo>
                  <a:lnTo>
                    <a:pt x="1161121" y="5056966"/>
                  </a:lnTo>
                  <a:lnTo>
                    <a:pt x="1161121" y="5056105"/>
                  </a:lnTo>
                  <a:lnTo>
                    <a:pt x="1161279" y="5056105"/>
                  </a:lnTo>
                  <a:lnTo>
                    <a:pt x="1161437" y="5056105"/>
                  </a:lnTo>
                  <a:lnTo>
                    <a:pt x="1161595" y="5056105"/>
                  </a:lnTo>
                  <a:lnTo>
                    <a:pt x="1161752" y="5055674"/>
                  </a:lnTo>
                  <a:lnTo>
                    <a:pt x="1161910" y="5055674"/>
                  </a:lnTo>
                  <a:lnTo>
                    <a:pt x="1162068" y="5055674"/>
                  </a:lnTo>
                  <a:lnTo>
                    <a:pt x="1162383" y="5055674"/>
                  </a:lnTo>
                  <a:lnTo>
                    <a:pt x="1162383" y="5055244"/>
                  </a:lnTo>
                  <a:lnTo>
                    <a:pt x="1162541" y="5055244"/>
                  </a:lnTo>
                  <a:lnTo>
                    <a:pt x="1162699" y="5055244"/>
                  </a:lnTo>
                  <a:lnTo>
                    <a:pt x="1162856" y="5055244"/>
                  </a:lnTo>
                  <a:lnTo>
                    <a:pt x="1163014" y="5054813"/>
                  </a:lnTo>
                  <a:lnTo>
                    <a:pt x="1163172" y="5054813"/>
                  </a:lnTo>
                  <a:lnTo>
                    <a:pt x="1163645" y="5054813"/>
                  </a:lnTo>
                  <a:lnTo>
                    <a:pt x="1163645" y="5053521"/>
                  </a:lnTo>
                  <a:lnTo>
                    <a:pt x="1163803" y="5053521"/>
                  </a:lnTo>
                  <a:lnTo>
                    <a:pt x="1163960" y="5053091"/>
                  </a:lnTo>
                  <a:lnTo>
                    <a:pt x="1164276" y="5053091"/>
                  </a:lnTo>
                  <a:lnTo>
                    <a:pt x="1164434" y="5053091"/>
                  </a:lnTo>
                  <a:lnTo>
                    <a:pt x="1164434" y="5052660"/>
                  </a:lnTo>
                  <a:lnTo>
                    <a:pt x="1164591" y="5052660"/>
                  </a:lnTo>
                  <a:lnTo>
                    <a:pt x="1164749" y="5052660"/>
                  </a:lnTo>
                  <a:lnTo>
                    <a:pt x="1164907" y="5052229"/>
                  </a:lnTo>
                  <a:lnTo>
                    <a:pt x="1164907" y="5051799"/>
                  </a:lnTo>
                  <a:lnTo>
                    <a:pt x="1165222" y="5051368"/>
                  </a:lnTo>
                  <a:lnTo>
                    <a:pt x="1165222" y="5050507"/>
                  </a:lnTo>
                  <a:lnTo>
                    <a:pt x="1165380" y="5050507"/>
                  </a:lnTo>
                  <a:lnTo>
                    <a:pt x="1165538" y="5050507"/>
                  </a:lnTo>
                  <a:lnTo>
                    <a:pt x="1165853" y="5050507"/>
                  </a:lnTo>
                  <a:lnTo>
                    <a:pt x="1166326" y="5050507"/>
                  </a:lnTo>
                  <a:lnTo>
                    <a:pt x="1166484" y="5050507"/>
                  </a:lnTo>
                  <a:lnTo>
                    <a:pt x="1166642" y="5050507"/>
                  </a:lnTo>
                  <a:lnTo>
                    <a:pt x="1166799" y="5050507"/>
                  </a:lnTo>
                  <a:lnTo>
                    <a:pt x="1167115" y="5050507"/>
                  </a:lnTo>
                  <a:lnTo>
                    <a:pt x="1167430" y="5050507"/>
                  </a:lnTo>
                  <a:lnTo>
                    <a:pt x="1167588" y="5050076"/>
                  </a:lnTo>
                  <a:lnTo>
                    <a:pt x="1167746" y="5050076"/>
                  </a:lnTo>
                  <a:lnTo>
                    <a:pt x="1167903" y="5050076"/>
                  </a:lnTo>
                  <a:lnTo>
                    <a:pt x="1168377" y="5050076"/>
                  </a:lnTo>
                  <a:lnTo>
                    <a:pt x="1168692" y="5050076"/>
                  </a:lnTo>
                  <a:lnTo>
                    <a:pt x="1169165" y="5050076"/>
                  </a:lnTo>
                  <a:lnTo>
                    <a:pt x="1169323" y="5050076"/>
                  </a:lnTo>
                  <a:lnTo>
                    <a:pt x="1169323" y="5049646"/>
                  </a:lnTo>
                  <a:lnTo>
                    <a:pt x="1169638" y="5049646"/>
                  </a:lnTo>
                  <a:lnTo>
                    <a:pt x="1169638" y="5049215"/>
                  </a:lnTo>
                  <a:lnTo>
                    <a:pt x="1169638" y="5048354"/>
                  </a:lnTo>
                  <a:lnTo>
                    <a:pt x="1169796" y="5048354"/>
                  </a:lnTo>
                  <a:lnTo>
                    <a:pt x="1170111" y="5047493"/>
                  </a:lnTo>
                  <a:lnTo>
                    <a:pt x="1170111" y="5047062"/>
                  </a:lnTo>
                  <a:lnTo>
                    <a:pt x="1170111" y="5046632"/>
                  </a:lnTo>
                  <a:lnTo>
                    <a:pt x="1170269" y="5046632"/>
                  </a:lnTo>
                  <a:lnTo>
                    <a:pt x="1170427" y="5046632"/>
                  </a:lnTo>
                  <a:lnTo>
                    <a:pt x="1170585" y="5046201"/>
                  </a:lnTo>
                  <a:lnTo>
                    <a:pt x="1170742" y="5046201"/>
                  </a:lnTo>
                  <a:lnTo>
                    <a:pt x="1170900" y="5046201"/>
                  </a:lnTo>
                  <a:lnTo>
                    <a:pt x="1171058" y="5046201"/>
                  </a:lnTo>
                  <a:lnTo>
                    <a:pt x="1171058" y="5045770"/>
                  </a:lnTo>
                  <a:lnTo>
                    <a:pt x="1171373" y="5045770"/>
                  </a:lnTo>
                  <a:lnTo>
                    <a:pt x="1171689" y="5045340"/>
                  </a:lnTo>
                  <a:lnTo>
                    <a:pt x="1171689" y="5044909"/>
                  </a:lnTo>
                  <a:lnTo>
                    <a:pt x="1172004" y="5044479"/>
                  </a:lnTo>
                  <a:lnTo>
                    <a:pt x="1172319" y="5044479"/>
                  </a:lnTo>
                  <a:lnTo>
                    <a:pt x="1172635" y="5044479"/>
                  </a:lnTo>
                  <a:lnTo>
                    <a:pt x="1172793" y="5044479"/>
                  </a:lnTo>
                  <a:lnTo>
                    <a:pt x="1172950" y="5044048"/>
                  </a:lnTo>
                  <a:lnTo>
                    <a:pt x="1173266" y="5044048"/>
                  </a:lnTo>
                  <a:lnTo>
                    <a:pt x="1173423" y="5044048"/>
                  </a:lnTo>
                  <a:lnTo>
                    <a:pt x="1173581" y="5044048"/>
                  </a:lnTo>
                  <a:lnTo>
                    <a:pt x="1173739" y="5044048"/>
                  </a:lnTo>
                  <a:lnTo>
                    <a:pt x="1173897" y="5043617"/>
                  </a:lnTo>
                  <a:lnTo>
                    <a:pt x="1174054" y="5042326"/>
                  </a:lnTo>
                  <a:lnTo>
                    <a:pt x="1174212" y="5041895"/>
                  </a:lnTo>
                  <a:lnTo>
                    <a:pt x="1174370" y="5041895"/>
                  </a:lnTo>
                  <a:lnTo>
                    <a:pt x="1174528" y="5041895"/>
                  </a:lnTo>
                  <a:lnTo>
                    <a:pt x="1174843" y="5041895"/>
                  </a:lnTo>
                  <a:lnTo>
                    <a:pt x="1175158" y="5041895"/>
                  </a:lnTo>
                  <a:lnTo>
                    <a:pt x="1175316" y="5041895"/>
                  </a:lnTo>
                  <a:lnTo>
                    <a:pt x="1175316" y="5041034"/>
                  </a:lnTo>
                  <a:lnTo>
                    <a:pt x="1175474" y="5041034"/>
                  </a:lnTo>
                  <a:lnTo>
                    <a:pt x="1175789" y="5041034"/>
                  </a:lnTo>
                  <a:lnTo>
                    <a:pt x="1176105" y="5041034"/>
                  </a:lnTo>
                  <a:lnTo>
                    <a:pt x="1176420" y="5040603"/>
                  </a:lnTo>
                  <a:lnTo>
                    <a:pt x="1176578" y="5040603"/>
                  </a:lnTo>
                  <a:lnTo>
                    <a:pt x="1176893" y="5040173"/>
                  </a:lnTo>
                  <a:lnTo>
                    <a:pt x="1177051" y="5040173"/>
                  </a:lnTo>
                  <a:lnTo>
                    <a:pt x="1177209" y="5040173"/>
                  </a:lnTo>
                  <a:lnTo>
                    <a:pt x="1177366" y="5040173"/>
                  </a:lnTo>
                  <a:lnTo>
                    <a:pt x="1177682" y="5039742"/>
                  </a:lnTo>
                  <a:lnTo>
                    <a:pt x="1177840" y="5039742"/>
                  </a:lnTo>
                  <a:lnTo>
                    <a:pt x="1177997" y="5039742"/>
                  </a:lnTo>
                  <a:lnTo>
                    <a:pt x="1178313" y="5039742"/>
                  </a:lnTo>
                  <a:lnTo>
                    <a:pt x="1178313" y="5039311"/>
                  </a:lnTo>
                  <a:lnTo>
                    <a:pt x="1178470" y="5039311"/>
                  </a:lnTo>
                  <a:lnTo>
                    <a:pt x="1178470" y="5038881"/>
                  </a:lnTo>
                  <a:lnTo>
                    <a:pt x="1178628" y="5038450"/>
                  </a:lnTo>
                  <a:lnTo>
                    <a:pt x="1178786" y="5038450"/>
                  </a:lnTo>
                  <a:lnTo>
                    <a:pt x="1179101" y="5038450"/>
                  </a:lnTo>
                  <a:lnTo>
                    <a:pt x="1179417" y="5038450"/>
                  </a:lnTo>
                  <a:lnTo>
                    <a:pt x="1179575" y="5038450"/>
                  </a:lnTo>
                  <a:lnTo>
                    <a:pt x="1179732" y="5038450"/>
                  </a:lnTo>
                  <a:lnTo>
                    <a:pt x="1179732" y="5038020"/>
                  </a:lnTo>
                  <a:lnTo>
                    <a:pt x="1179890" y="5038020"/>
                  </a:lnTo>
                  <a:lnTo>
                    <a:pt x="1180048" y="5038020"/>
                  </a:lnTo>
                  <a:lnTo>
                    <a:pt x="1180679" y="5037158"/>
                  </a:lnTo>
                  <a:lnTo>
                    <a:pt x="1180836" y="5036728"/>
                  </a:lnTo>
                  <a:lnTo>
                    <a:pt x="1180994" y="5036297"/>
                  </a:lnTo>
                  <a:lnTo>
                    <a:pt x="1180994" y="5035867"/>
                  </a:lnTo>
                  <a:lnTo>
                    <a:pt x="1181152" y="5035436"/>
                  </a:lnTo>
                  <a:lnTo>
                    <a:pt x="1181309" y="5035436"/>
                  </a:lnTo>
                  <a:lnTo>
                    <a:pt x="1181467" y="5035005"/>
                  </a:lnTo>
                  <a:lnTo>
                    <a:pt x="1181625" y="5034575"/>
                  </a:lnTo>
                  <a:lnTo>
                    <a:pt x="1181783" y="5034575"/>
                  </a:lnTo>
                  <a:lnTo>
                    <a:pt x="1182098" y="5034144"/>
                  </a:lnTo>
                  <a:lnTo>
                    <a:pt x="1182256" y="5034144"/>
                  </a:lnTo>
                  <a:lnTo>
                    <a:pt x="1182729" y="5034144"/>
                  </a:lnTo>
                  <a:lnTo>
                    <a:pt x="1182887" y="5034144"/>
                  </a:lnTo>
                  <a:lnTo>
                    <a:pt x="1183044" y="5033714"/>
                  </a:lnTo>
                  <a:lnTo>
                    <a:pt x="1183202" y="5033283"/>
                  </a:lnTo>
                  <a:lnTo>
                    <a:pt x="1183202" y="5032852"/>
                  </a:lnTo>
                  <a:lnTo>
                    <a:pt x="1183360" y="5032852"/>
                  </a:lnTo>
                  <a:lnTo>
                    <a:pt x="1183517" y="5032852"/>
                  </a:lnTo>
                  <a:lnTo>
                    <a:pt x="1183675" y="5032852"/>
                  </a:lnTo>
                  <a:lnTo>
                    <a:pt x="1183833" y="5032422"/>
                  </a:lnTo>
                  <a:lnTo>
                    <a:pt x="1183991" y="5032422"/>
                  </a:lnTo>
                  <a:lnTo>
                    <a:pt x="1184148" y="5032422"/>
                  </a:lnTo>
                  <a:lnTo>
                    <a:pt x="1184148" y="5031991"/>
                  </a:lnTo>
                  <a:lnTo>
                    <a:pt x="1184464" y="5031130"/>
                  </a:lnTo>
                  <a:lnTo>
                    <a:pt x="1184621" y="5031130"/>
                  </a:lnTo>
                  <a:lnTo>
                    <a:pt x="1185252" y="5031130"/>
                  </a:lnTo>
                  <a:lnTo>
                    <a:pt x="1185726" y="5031130"/>
                  </a:lnTo>
                  <a:lnTo>
                    <a:pt x="1185726" y="5030699"/>
                  </a:lnTo>
                  <a:lnTo>
                    <a:pt x="1185883" y="5030269"/>
                  </a:lnTo>
                  <a:lnTo>
                    <a:pt x="1186041" y="5030269"/>
                  </a:lnTo>
                  <a:lnTo>
                    <a:pt x="1186041" y="5029838"/>
                  </a:lnTo>
                  <a:lnTo>
                    <a:pt x="1186199" y="5029838"/>
                  </a:lnTo>
                  <a:lnTo>
                    <a:pt x="1186514" y="5029838"/>
                  </a:lnTo>
                  <a:lnTo>
                    <a:pt x="1186830" y="5029838"/>
                  </a:lnTo>
                  <a:lnTo>
                    <a:pt x="1186987" y="5029838"/>
                  </a:lnTo>
                  <a:lnTo>
                    <a:pt x="1187145" y="5029838"/>
                  </a:lnTo>
                  <a:lnTo>
                    <a:pt x="1187776" y="5029408"/>
                  </a:lnTo>
                  <a:lnTo>
                    <a:pt x="1187934" y="5028977"/>
                  </a:lnTo>
                  <a:lnTo>
                    <a:pt x="1188091" y="5028977"/>
                  </a:lnTo>
                  <a:lnTo>
                    <a:pt x="1188091" y="5028546"/>
                  </a:lnTo>
                  <a:lnTo>
                    <a:pt x="1188249" y="5028546"/>
                  </a:lnTo>
                  <a:lnTo>
                    <a:pt x="1188407" y="5028546"/>
                  </a:lnTo>
                  <a:lnTo>
                    <a:pt x="1188880" y="5028546"/>
                  </a:lnTo>
                  <a:lnTo>
                    <a:pt x="1189195" y="5028546"/>
                  </a:lnTo>
                  <a:lnTo>
                    <a:pt x="1189826" y="5028546"/>
                  </a:lnTo>
                  <a:lnTo>
                    <a:pt x="1189826" y="5028116"/>
                  </a:lnTo>
                  <a:lnTo>
                    <a:pt x="1189826" y="5027685"/>
                  </a:lnTo>
                  <a:lnTo>
                    <a:pt x="1189984" y="5027685"/>
                  </a:lnTo>
                  <a:lnTo>
                    <a:pt x="1190142" y="5027685"/>
                  </a:lnTo>
                  <a:lnTo>
                    <a:pt x="1190299" y="5027255"/>
                  </a:lnTo>
                  <a:lnTo>
                    <a:pt x="1190457" y="5026824"/>
                  </a:lnTo>
                  <a:lnTo>
                    <a:pt x="1190457" y="5026393"/>
                  </a:lnTo>
                  <a:lnTo>
                    <a:pt x="1190615" y="5026393"/>
                  </a:lnTo>
                  <a:lnTo>
                    <a:pt x="1190930" y="5025963"/>
                  </a:lnTo>
                  <a:lnTo>
                    <a:pt x="1190930" y="5025532"/>
                  </a:lnTo>
                  <a:lnTo>
                    <a:pt x="1191088" y="5025532"/>
                  </a:lnTo>
                  <a:lnTo>
                    <a:pt x="1191246" y="5025102"/>
                  </a:lnTo>
                  <a:lnTo>
                    <a:pt x="1191246" y="5024671"/>
                  </a:lnTo>
                  <a:lnTo>
                    <a:pt x="1191403" y="5024671"/>
                  </a:lnTo>
                  <a:lnTo>
                    <a:pt x="1191561" y="5024671"/>
                  </a:lnTo>
                  <a:lnTo>
                    <a:pt x="1191719" y="5024240"/>
                  </a:lnTo>
                  <a:lnTo>
                    <a:pt x="1191719" y="5023810"/>
                  </a:lnTo>
                  <a:lnTo>
                    <a:pt x="1192192" y="5023810"/>
                  </a:lnTo>
                  <a:lnTo>
                    <a:pt x="1192350" y="5023810"/>
                  </a:lnTo>
                  <a:lnTo>
                    <a:pt x="1192350" y="5022949"/>
                  </a:lnTo>
                  <a:lnTo>
                    <a:pt x="1192665" y="5022949"/>
                  </a:lnTo>
                  <a:lnTo>
                    <a:pt x="1192981" y="5022949"/>
                  </a:lnTo>
                  <a:lnTo>
                    <a:pt x="1193454" y="5022949"/>
                  </a:lnTo>
                  <a:lnTo>
                    <a:pt x="1193454" y="5022518"/>
                  </a:lnTo>
                  <a:lnTo>
                    <a:pt x="1193611" y="5021657"/>
                  </a:lnTo>
                  <a:lnTo>
                    <a:pt x="1193769" y="5021657"/>
                  </a:lnTo>
                  <a:lnTo>
                    <a:pt x="1193927" y="5021657"/>
                  </a:lnTo>
                  <a:lnTo>
                    <a:pt x="1194085" y="5021657"/>
                  </a:lnTo>
                  <a:lnTo>
                    <a:pt x="1194085" y="5021226"/>
                  </a:lnTo>
                  <a:lnTo>
                    <a:pt x="1194558" y="5020365"/>
                  </a:lnTo>
                  <a:lnTo>
                    <a:pt x="1194715" y="5020365"/>
                  </a:lnTo>
                  <a:lnTo>
                    <a:pt x="1195031" y="5020365"/>
                  </a:lnTo>
                  <a:lnTo>
                    <a:pt x="1195189" y="5020365"/>
                  </a:lnTo>
                  <a:lnTo>
                    <a:pt x="1195346" y="5020365"/>
                  </a:lnTo>
                  <a:lnTo>
                    <a:pt x="1195346" y="5019934"/>
                  </a:lnTo>
                  <a:lnTo>
                    <a:pt x="1195504" y="5019504"/>
                  </a:lnTo>
                  <a:lnTo>
                    <a:pt x="1195819" y="5019504"/>
                  </a:lnTo>
                  <a:lnTo>
                    <a:pt x="1195977" y="5019504"/>
                  </a:lnTo>
                  <a:lnTo>
                    <a:pt x="1196135" y="5019504"/>
                  </a:lnTo>
                  <a:lnTo>
                    <a:pt x="1196450" y="5019504"/>
                  </a:lnTo>
                  <a:lnTo>
                    <a:pt x="1196608" y="5019504"/>
                  </a:lnTo>
                  <a:lnTo>
                    <a:pt x="1196766" y="5019504"/>
                  </a:lnTo>
                  <a:lnTo>
                    <a:pt x="1196924" y="5019504"/>
                  </a:lnTo>
                  <a:lnTo>
                    <a:pt x="1197239" y="5019504"/>
                  </a:lnTo>
                  <a:lnTo>
                    <a:pt x="1197554" y="5019073"/>
                  </a:lnTo>
                  <a:lnTo>
                    <a:pt x="1197554" y="5018643"/>
                  </a:lnTo>
                  <a:lnTo>
                    <a:pt x="1197712" y="5018643"/>
                  </a:lnTo>
                  <a:lnTo>
                    <a:pt x="1197712" y="5018212"/>
                  </a:lnTo>
                  <a:lnTo>
                    <a:pt x="1197870" y="5018212"/>
                  </a:lnTo>
                  <a:lnTo>
                    <a:pt x="1197870" y="5017781"/>
                  </a:lnTo>
                  <a:lnTo>
                    <a:pt x="1198185" y="5017781"/>
                  </a:lnTo>
                  <a:lnTo>
                    <a:pt x="1198343" y="5017781"/>
                  </a:lnTo>
                  <a:lnTo>
                    <a:pt x="1198343" y="5017351"/>
                  </a:lnTo>
                  <a:lnTo>
                    <a:pt x="1198501" y="5017351"/>
                  </a:lnTo>
                  <a:lnTo>
                    <a:pt x="1198658" y="5017351"/>
                  </a:lnTo>
                  <a:lnTo>
                    <a:pt x="1198816" y="5016920"/>
                  </a:lnTo>
                  <a:lnTo>
                    <a:pt x="1198974" y="5016920"/>
                  </a:lnTo>
                  <a:lnTo>
                    <a:pt x="1199289" y="5016920"/>
                  </a:lnTo>
                  <a:lnTo>
                    <a:pt x="1199605" y="5016920"/>
                  </a:lnTo>
                  <a:lnTo>
                    <a:pt x="1199762" y="5016920"/>
                  </a:lnTo>
                  <a:lnTo>
                    <a:pt x="1199762" y="5016490"/>
                  </a:lnTo>
                  <a:lnTo>
                    <a:pt x="1199920" y="5016490"/>
                  </a:lnTo>
                  <a:lnTo>
                    <a:pt x="1200078" y="5016490"/>
                  </a:lnTo>
                  <a:lnTo>
                    <a:pt x="1200236" y="5016490"/>
                  </a:lnTo>
                  <a:lnTo>
                    <a:pt x="1200393" y="5016059"/>
                  </a:lnTo>
                  <a:lnTo>
                    <a:pt x="1200551" y="5016059"/>
                  </a:lnTo>
                  <a:lnTo>
                    <a:pt x="1200551" y="5015628"/>
                  </a:lnTo>
                  <a:lnTo>
                    <a:pt x="1200709" y="5015628"/>
                  </a:lnTo>
                  <a:lnTo>
                    <a:pt x="1200866" y="5015628"/>
                  </a:lnTo>
                  <a:lnTo>
                    <a:pt x="1201024" y="5015628"/>
                  </a:lnTo>
                  <a:lnTo>
                    <a:pt x="1201024" y="5015198"/>
                  </a:lnTo>
                  <a:lnTo>
                    <a:pt x="1201024" y="5014767"/>
                  </a:lnTo>
                  <a:lnTo>
                    <a:pt x="1202759" y="5013045"/>
                  </a:lnTo>
                  <a:lnTo>
                    <a:pt x="1202917" y="5013045"/>
                  </a:lnTo>
                  <a:lnTo>
                    <a:pt x="1203075" y="5013045"/>
                  </a:lnTo>
                  <a:lnTo>
                    <a:pt x="1203232" y="5013045"/>
                  </a:lnTo>
                  <a:lnTo>
                    <a:pt x="1203390" y="5013045"/>
                  </a:lnTo>
                  <a:lnTo>
                    <a:pt x="1203390" y="5012184"/>
                  </a:lnTo>
                  <a:lnTo>
                    <a:pt x="1203390" y="5011753"/>
                  </a:lnTo>
                  <a:lnTo>
                    <a:pt x="1203548" y="5011322"/>
                  </a:lnTo>
                  <a:lnTo>
                    <a:pt x="1203705" y="5011322"/>
                  </a:lnTo>
                  <a:lnTo>
                    <a:pt x="1203863" y="5011322"/>
                  </a:lnTo>
                  <a:lnTo>
                    <a:pt x="1204179" y="5011322"/>
                  </a:lnTo>
                  <a:lnTo>
                    <a:pt x="1204336" y="5011322"/>
                  </a:lnTo>
                  <a:lnTo>
                    <a:pt x="1204336" y="5010892"/>
                  </a:lnTo>
                  <a:lnTo>
                    <a:pt x="1204494" y="5010892"/>
                  </a:lnTo>
                  <a:lnTo>
                    <a:pt x="1204652" y="5010461"/>
                  </a:lnTo>
                  <a:lnTo>
                    <a:pt x="1204809" y="5010461"/>
                  </a:lnTo>
                  <a:lnTo>
                    <a:pt x="1204967" y="5010461"/>
                  </a:lnTo>
                  <a:lnTo>
                    <a:pt x="1205125" y="5010461"/>
                  </a:lnTo>
                  <a:lnTo>
                    <a:pt x="1205440" y="5010461"/>
                  </a:lnTo>
                  <a:lnTo>
                    <a:pt x="1205440" y="5009169"/>
                  </a:lnTo>
                  <a:lnTo>
                    <a:pt x="1205598" y="5009169"/>
                  </a:lnTo>
                  <a:lnTo>
                    <a:pt x="1205756" y="5009169"/>
                  </a:lnTo>
                  <a:lnTo>
                    <a:pt x="1206071" y="5008308"/>
                  </a:lnTo>
                  <a:lnTo>
                    <a:pt x="1206229" y="5008308"/>
                  </a:lnTo>
                  <a:lnTo>
                    <a:pt x="1206387" y="5008308"/>
                  </a:lnTo>
                  <a:lnTo>
                    <a:pt x="1206387" y="5007878"/>
                  </a:lnTo>
                  <a:lnTo>
                    <a:pt x="1206387" y="5007447"/>
                  </a:lnTo>
                  <a:lnTo>
                    <a:pt x="1206387" y="5007016"/>
                  </a:lnTo>
                  <a:lnTo>
                    <a:pt x="1206544" y="5007016"/>
                  </a:lnTo>
                  <a:lnTo>
                    <a:pt x="1206702" y="5006586"/>
                  </a:lnTo>
                  <a:lnTo>
                    <a:pt x="1206702" y="5006155"/>
                  </a:lnTo>
                  <a:lnTo>
                    <a:pt x="1206860" y="5005725"/>
                  </a:lnTo>
                  <a:lnTo>
                    <a:pt x="1206860" y="5005294"/>
                  </a:lnTo>
                  <a:lnTo>
                    <a:pt x="1207175" y="5004863"/>
                  </a:lnTo>
                  <a:lnTo>
                    <a:pt x="1207333" y="5004863"/>
                  </a:lnTo>
                  <a:lnTo>
                    <a:pt x="1207491" y="5004863"/>
                  </a:lnTo>
                  <a:lnTo>
                    <a:pt x="1207648" y="5004863"/>
                  </a:lnTo>
                  <a:lnTo>
                    <a:pt x="1207806" y="5004863"/>
                  </a:lnTo>
                  <a:lnTo>
                    <a:pt x="1208122" y="5004863"/>
                  </a:lnTo>
                  <a:lnTo>
                    <a:pt x="1208279" y="5004863"/>
                  </a:lnTo>
                  <a:lnTo>
                    <a:pt x="1208279" y="5004433"/>
                  </a:lnTo>
                  <a:lnTo>
                    <a:pt x="1208437" y="5004433"/>
                  </a:lnTo>
                  <a:lnTo>
                    <a:pt x="1208437" y="5004002"/>
                  </a:lnTo>
                  <a:lnTo>
                    <a:pt x="1208910" y="5004002"/>
                  </a:lnTo>
                  <a:lnTo>
                    <a:pt x="1209068" y="5004002"/>
                  </a:lnTo>
                  <a:lnTo>
                    <a:pt x="1209226" y="5004002"/>
                  </a:lnTo>
                  <a:lnTo>
                    <a:pt x="1209541" y="5004002"/>
                  </a:lnTo>
                  <a:lnTo>
                    <a:pt x="1209541" y="5003572"/>
                  </a:lnTo>
                  <a:lnTo>
                    <a:pt x="1209699" y="5002710"/>
                  </a:lnTo>
                  <a:lnTo>
                    <a:pt x="1209856" y="5002710"/>
                  </a:lnTo>
                  <a:lnTo>
                    <a:pt x="1210330" y="5002710"/>
                  </a:lnTo>
                  <a:lnTo>
                    <a:pt x="1210487" y="5002280"/>
                  </a:lnTo>
                  <a:lnTo>
                    <a:pt x="1210487" y="5001849"/>
                  </a:lnTo>
                  <a:lnTo>
                    <a:pt x="1210645" y="5001849"/>
                  </a:lnTo>
                  <a:lnTo>
                    <a:pt x="1210803" y="5001849"/>
                  </a:lnTo>
                  <a:lnTo>
                    <a:pt x="1210960" y="5001849"/>
                  </a:lnTo>
                  <a:lnTo>
                    <a:pt x="1211118" y="5001419"/>
                  </a:lnTo>
                  <a:lnTo>
                    <a:pt x="1211276" y="5001419"/>
                  </a:lnTo>
                  <a:lnTo>
                    <a:pt x="1211276" y="5000988"/>
                  </a:lnTo>
                  <a:lnTo>
                    <a:pt x="1211434" y="5000988"/>
                  </a:lnTo>
                  <a:lnTo>
                    <a:pt x="1211434" y="5000557"/>
                  </a:lnTo>
                  <a:lnTo>
                    <a:pt x="1211591" y="5000127"/>
                  </a:lnTo>
                  <a:lnTo>
                    <a:pt x="1211907" y="5000127"/>
                  </a:lnTo>
                  <a:lnTo>
                    <a:pt x="1212064" y="5000127"/>
                  </a:lnTo>
                  <a:lnTo>
                    <a:pt x="1212222" y="5000127"/>
                  </a:lnTo>
                  <a:lnTo>
                    <a:pt x="1212380" y="5000127"/>
                  </a:lnTo>
                  <a:lnTo>
                    <a:pt x="1212695" y="4999696"/>
                  </a:lnTo>
                  <a:lnTo>
                    <a:pt x="1212695" y="4999266"/>
                  </a:lnTo>
                  <a:lnTo>
                    <a:pt x="1212695" y="4998835"/>
                  </a:lnTo>
                  <a:lnTo>
                    <a:pt x="1213011" y="4998835"/>
                  </a:lnTo>
                  <a:lnTo>
                    <a:pt x="1213326" y="4998835"/>
                  </a:lnTo>
                  <a:lnTo>
                    <a:pt x="1213484" y="4998835"/>
                  </a:lnTo>
                  <a:lnTo>
                    <a:pt x="1213642" y="4998835"/>
                  </a:lnTo>
                  <a:lnTo>
                    <a:pt x="1213642" y="4998404"/>
                  </a:lnTo>
                  <a:lnTo>
                    <a:pt x="1213642" y="4997974"/>
                  </a:lnTo>
                  <a:lnTo>
                    <a:pt x="1213642" y="4997543"/>
                  </a:lnTo>
                  <a:lnTo>
                    <a:pt x="1213799" y="4997543"/>
                  </a:lnTo>
                  <a:lnTo>
                    <a:pt x="1214273" y="4996682"/>
                  </a:lnTo>
                  <a:lnTo>
                    <a:pt x="1214273" y="4996251"/>
                  </a:lnTo>
                  <a:lnTo>
                    <a:pt x="1214273" y="4995821"/>
                  </a:lnTo>
                  <a:lnTo>
                    <a:pt x="1214430" y="4995390"/>
                  </a:lnTo>
                  <a:lnTo>
                    <a:pt x="1214588" y="4995390"/>
                  </a:lnTo>
                  <a:lnTo>
                    <a:pt x="1214588" y="4994960"/>
                  </a:lnTo>
                  <a:lnTo>
                    <a:pt x="1214746" y="4994960"/>
                  </a:lnTo>
                  <a:lnTo>
                    <a:pt x="1214903" y="4994529"/>
                  </a:lnTo>
                  <a:lnTo>
                    <a:pt x="1215219" y="4993237"/>
                  </a:lnTo>
                  <a:lnTo>
                    <a:pt x="1215377" y="4993237"/>
                  </a:lnTo>
                  <a:lnTo>
                    <a:pt x="1215534" y="4993237"/>
                  </a:lnTo>
                  <a:lnTo>
                    <a:pt x="1215850" y="4993237"/>
                  </a:lnTo>
                  <a:lnTo>
                    <a:pt x="1216165" y="4993237"/>
                  </a:lnTo>
                  <a:lnTo>
                    <a:pt x="1216323" y="4993237"/>
                  </a:lnTo>
                  <a:lnTo>
                    <a:pt x="1216638" y="4993237"/>
                  </a:lnTo>
                  <a:lnTo>
                    <a:pt x="1216796" y="4992807"/>
                  </a:lnTo>
                  <a:lnTo>
                    <a:pt x="1217111" y="4992807"/>
                  </a:lnTo>
                  <a:lnTo>
                    <a:pt x="1217585" y="4992807"/>
                  </a:lnTo>
                  <a:lnTo>
                    <a:pt x="1217742" y="4992807"/>
                  </a:lnTo>
                  <a:lnTo>
                    <a:pt x="1217742" y="4992376"/>
                  </a:lnTo>
                  <a:lnTo>
                    <a:pt x="1218058" y="4992376"/>
                  </a:lnTo>
                  <a:lnTo>
                    <a:pt x="1218373" y="4991515"/>
                  </a:lnTo>
                  <a:lnTo>
                    <a:pt x="1218689" y="4991084"/>
                  </a:lnTo>
                  <a:lnTo>
                    <a:pt x="1218846" y="4991084"/>
                  </a:lnTo>
                  <a:lnTo>
                    <a:pt x="1219004" y="4990223"/>
                  </a:lnTo>
                  <a:lnTo>
                    <a:pt x="1219162" y="4990223"/>
                  </a:lnTo>
                  <a:lnTo>
                    <a:pt x="1219477" y="4990223"/>
                  </a:lnTo>
                  <a:lnTo>
                    <a:pt x="1219635" y="4990223"/>
                  </a:lnTo>
                  <a:lnTo>
                    <a:pt x="1219793" y="4990223"/>
                  </a:lnTo>
                  <a:lnTo>
                    <a:pt x="1219793" y="4989362"/>
                  </a:lnTo>
                  <a:lnTo>
                    <a:pt x="1219950" y="4989362"/>
                  </a:lnTo>
                  <a:lnTo>
                    <a:pt x="1220108" y="4988931"/>
                  </a:lnTo>
                  <a:lnTo>
                    <a:pt x="1220266" y="4988931"/>
                  </a:lnTo>
                  <a:lnTo>
                    <a:pt x="1220424" y="4988501"/>
                  </a:lnTo>
                  <a:lnTo>
                    <a:pt x="1220581" y="4988070"/>
                  </a:lnTo>
                  <a:lnTo>
                    <a:pt x="1220581" y="4987639"/>
                  </a:lnTo>
                  <a:lnTo>
                    <a:pt x="1220739" y="4987639"/>
                  </a:lnTo>
                  <a:lnTo>
                    <a:pt x="1220739" y="4987209"/>
                  </a:lnTo>
                  <a:lnTo>
                    <a:pt x="1220897" y="4987209"/>
                  </a:lnTo>
                  <a:lnTo>
                    <a:pt x="1220897" y="4986778"/>
                  </a:lnTo>
                  <a:lnTo>
                    <a:pt x="1221054" y="4985917"/>
                  </a:lnTo>
                  <a:lnTo>
                    <a:pt x="1221054" y="4985486"/>
                  </a:lnTo>
                  <a:lnTo>
                    <a:pt x="1221212" y="4985056"/>
                  </a:lnTo>
                  <a:lnTo>
                    <a:pt x="1222158" y="4984625"/>
                  </a:lnTo>
                  <a:lnTo>
                    <a:pt x="1222316" y="4984625"/>
                  </a:lnTo>
                  <a:lnTo>
                    <a:pt x="1222474" y="4984625"/>
                  </a:lnTo>
                  <a:lnTo>
                    <a:pt x="1222474" y="4984195"/>
                  </a:lnTo>
                  <a:lnTo>
                    <a:pt x="1222789" y="4983764"/>
                  </a:lnTo>
                  <a:lnTo>
                    <a:pt x="1222789" y="4982903"/>
                  </a:lnTo>
                  <a:lnTo>
                    <a:pt x="1222947" y="4982903"/>
                  </a:lnTo>
                  <a:lnTo>
                    <a:pt x="1223262" y="4982903"/>
                  </a:lnTo>
                  <a:lnTo>
                    <a:pt x="1223578" y="4982903"/>
                  </a:lnTo>
                  <a:lnTo>
                    <a:pt x="1223578" y="4982472"/>
                  </a:lnTo>
                  <a:lnTo>
                    <a:pt x="1223736" y="4982472"/>
                  </a:lnTo>
                  <a:lnTo>
                    <a:pt x="1223893" y="4982472"/>
                  </a:lnTo>
                  <a:lnTo>
                    <a:pt x="1223893" y="4982042"/>
                  </a:lnTo>
                  <a:lnTo>
                    <a:pt x="1224209" y="4982042"/>
                  </a:lnTo>
                  <a:lnTo>
                    <a:pt x="1224209" y="4981611"/>
                  </a:lnTo>
                  <a:lnTo>
                    <a:pt x="1224366" y="4981611"/>
                  </a:lnTo>
                  <a:lnTo>
                    <a:pt x="1224524" y="4981611"/>
                  </a:lnTo>
                  <a:lnTo>
                    <a:pt x="1224682" y="4981611"/>
                  </a:lnTo>
                  <a:lnTo>
                    <a:pt x="1224997" y="4981611"/>
                  </a:lnTo>
                  <a:lnTo>
                    <a:pt x="1225155" y="4981611"/>
                  </a:lnTo>
                  <a:lnTo>
                    <a:pt x="1225313" y="4981611"/>
                  </a:lnTo>
                  <a:lnTo>
                    <a:pt x="1225944" y="4981611"/>
                  </a:lnTo>
                  <a:lnTo>
                    <a:pt x="1226101" y="4981611"/>
                  </a:lnTo>
                  <a:lnTo>
                    <a:pt x="1226101" y="4981180"/>
                  </a:lnTo>
                  <a:lnTo>
                    <a:pt x="1226259" y="4981180"/>
                  </a:lnTo>
                  <a:lnTo>
                    <a:pt x="1226259" y="4980750"/>
                  </a:lnTo>
                  <a:lnTo>
                    <a:pt x="1226732" y="4980750"/>
                  </a:lnTo>
                  <a:lnTo>
                    <a:pt x="1226890" y="4980750"/>
                  </a:lnTo>
                  <a:lnTo>
                    <a:pt x="1226890" y="4980319"/>
                  </a:lnTo>
                  <a:lnTo>
                    <a:pt x="1227048" y="4980319"/>
                  </a:lnTo>
                  <a:lnTo>
                    <a:pt x="1227205" y="4980319"/>
                  </a:lnTo>
                  <a:lnTo>
                    <a:pt x="1227205" y="4979889"/>
                  </a:lnTo>
                  <a:lnTo>
                    <a:pt x="1227363" y="4979889"/>
                  </a:lnTo>
                  <a:lnTo>
                    <a:pt x="1227679" y="4979889"/>
                  </a:lnTo>
                  <a:lnTo>
                    <a:pt x="1227679" y="4979458"/>
                  </a:lnTo>
                  <a:lnTo>
                    <a:pt x="1227679" y="4979027"/>
                  </a:lnTo>
                  <a:lnTo>
                    <a:pt x="1227994" y="4979027"/>
                  </a:lnTo>
                  <a:lnTo>
                    <a:pt x="1227994" y="4978597"/>
                  </a:lnTo>
                  <a:lnTo>
                    <a:pt x="1228152" y="4978597"/>
                  </a:lnTo>
                  <a:lnTo>
                    <a:pt x="1228625" y="4978597"/>
                  </a:lnTo>
                  <a:lnTo>
                    <a:pt x="1228940" y="4978597"/>
                  </a:lnTo>
                  <a:lnTo>
                    <a:pt x="1228940" y="4978166"/>
                  </a:lnTo>
                  <a:lnTo>
                    <a:pt x="1229098" y="4977736"/>
                  </a:lnTo>
                  <a:lnTo>
                    <a:pt x="1229098" y="4977305"/>
                  </a:lnTo>
                  <a:lnTo>
                    <a:pt x="1229256" y="4976874"/>
                  </a:lnTo>
                  <a:lnTo>
                    <a:pt x="1229413" y="4976874"/>
                  </a:lnTo>
                  <a:lnTo>
                    <a:pt x="1229729" y="4976874"/>
                  </a:lnTo>
                  <a:lnTo>
                    <a:pt x="1229729" y="4976013"/>
                  </a:lnTo>
                  <a:lnTo>
                    <a:pt x="1229887" y="4976013"/>
                  </a:lnTo>
                  <a:lnTo>
                    <a:pt x="1230202" y="4976013"/>
                  </a:lnTo>
                  <a:lnTo>
                    <a:pt x="1230360" y="4975152"/>
                  </a:lnTo>
                  <a:lnTo>
                    <a:pt x="1230675" y="4974721"/>
                  </a:lnTo>
                  <a:lnTo>
                    <a:pt x="1230833" y="4974721"/>
                  </a:lnTo>
                  <a:lnTo>
                    <a:pt x="1231148" y="4974291"/>
                  </a:lnTo>
                  <a:lnTo>
                    <a:pt x="1231306" y="4973860"/>
                  </a:lnTo>
                  <a:lnTo>
                    <a:pt x="1231622" y="4973860"/>
                  </a:lnTo>
                  <a:lnTo>
                    <a:pt x="1232095" y="4973860"/>
                  </a:lnTo>
                  <a:lnTo>
                    <a:pt x="1232252" y="4973860"/>
                  </a:lnTo>
                  <a:lnTo>
                    <a:pt x="1232410" y="4973430"/>
                  </a:lnTo>
                  <a:lnTo>
                    <a:pt x="1232883" y="4972999"/>
                  </a:lnTo>
                  <a:lnTo>
                    <a:pt x="1233199" y="4972999"/>
                  </a:lnTo>
                  <a:lnTo>
                    <a:pt x="1233356" y="4972999"/>
                  </a:lnTo>
                  <a:lnTo>
                    <a:pt x="1233672" y="4972568"/>
                  </a:lnTo>
                  <a:lnTo>
                    <a:pt x="1233672" y="4971707"/>
                  </a:lnTo>
                  <a:lnTo>
                    <a:pt x="1233830" y="4971707"/>
                  </a:lnTo>
                  <a:lnTo>
                    <a:pt x="1233830" y="4970846"/>
                  </a:lnTo>
                  <a:lnTo>
                    <a:pt x="1233987" y="4970846"/>
                  </a:lnTo>
                  <a:lnTo>
                    <a:pt x="1234145" y="4970846"/>
                  </a:lnTo>
                  <a:lnTo>
                    <a:pt x="1234303" y="4970846"/>
                  </a:lnTo>
                  <a:lnTo>
                    <a:pt x="1234460" y="4970846"/>
                  </a:lnTo>
                  <a:lnTo>
                    <a:pt x="1234618" y="4970846"/>
                  </a:lnTo>
                  <a:lnTo>
                    <a:pt x="1234934" y="4970846"/>
                  </a:lnTo>
                  <a:lnTo>
                    <a:pt x="1235249" y="4970846"/>
                  </a:lnTo>
                  <a:lnTo>
                    <a:pt x="1235249" y="4970415"/>
                  </a:lnTo>
                  <a:lnTo>
                    <a:pt x="1235722" y="4969985"/>
                  </a:lnTo>
                  <a:lnTo>
                    <a:pt x="1235880" y="4969985"/>
                  </a:lnTo>
                  <a:lnTo>
                    <a:pt x="1236038" y="4969985"/>
                  </a:lnTo>
                  <a:lnTo>
                    <a:pt x="1236038" y="4969554"/>
                  </a:lnTo>
                  <a:lnTo>
                    <a:pt x="1236195" y="4969554"/>
                  </a:lnTo>
                  <a:lnTo>
                    <a:pt x="1236353" y="4969554"/>
                  </a:lnTo>
                  <a:lnTo>
                    <a:pt x="1236511" y="4969554"/>
                  </a:lnTo>
                  <a:lnTo>
                    <a:pt x="1236669" y="4969554"/>
                  </a:lnTo>
                  <a:lnTo>
                    <a:pt x="1236826" y="4969554"/>
                  </a:lnTo>
                  <a:lnTo>
                    <a:pt x="1236984" y="4969554"/>
                  </a:lnTo>
                  <a:lnTo>
                    <a:pt x="1237142" y="4969554"/>
                  </a:lnTo>
                  <a:lnTo>
                    <a:pt x="1237142" y="4969124"/>
                  </a:lnTo>
                  <a:lnTo>
                    <a:pt x="1237299" y="4969124"/>
                  </a:lnTo>
                  <a:lnTo>
                    <a:pt x="1237457" y="4969124"/>
                  </a:lnTo>
                  <a:lnTo>
                    <a:pt x="1237615" y="4968693"/>
                  </a:lnTo>
                  <a:lnTo>
                    <a:pt x="1238088" y="4968262"/>
                  </a:lnTo>
                  <a:lnTo>
                    <a:pt x="1238246" y="4968262"/>
                  </a:lnTo>
                  <a:lnTo>
                    <a:pt x="1238403" y="4968262"/>
                  </a:lnTo>
                  <a:lnTo>
                    <a:pt x="1238561" y="4968262"/>
                  </a:lnTo>
                  <a:lnTo>
                    <a:pt x="1238561" y="4967832"/>
                  </a:lnTo>
                  <a:lnTo>
                    <a:pt x="1238561" y="4967401"/>
                  </a:lnTo>
                  <a:lnTo>
                    <a:pt x="1238719" y="4967401"/>
                  </a:lnTo>
                  <a:lnTo>
                    <a:pt x="1239192" y="4966971"/>
                  </a:lnTo>
                  <a:lnTo>
                    <a:pt x="1239665" y="4966971"/>
                  </a:lnTo>
                  <a:lnTo>
                    <a:pt x="1239823" y="4966971"/>
                  </a:lnTo>
                  <a:lnTo>
                    <a:pt x="1239981" y="4966971"/>
                  </a:lnTo>
                  <a:lnTo>
                    <a:pt x="1240138" y="4966971"/>
                  </a:lnTo>
                  <a:lnTo>
                    <a:pt x="1240296" y="4966971"/>
                  </a:lnTo>
                  <a:lnTo>
                    <a:pt x="1240454" y="4966540"/>
                  </a:lnTo>
                  <a:lnTo>
                    <a:pt x="1241400" y="4966109"/>
                  </a:lnTo>
                  <a:lnTo>
                    <a:pt x="1241558" y="4966109"/>
                  </a:lnTo>
                  <a:lnTo>
                    <a:pt x="1241716" y="4966109"/>
                  </a:lnTo>
                  <a:lnTo>
                    <a:pt x="1241873" y="4966109"/>
                  </a:lnTo>
                  <a:lnTo>
                    <a:pt x="1241873" y="4965679"/>
                  </a:lnTo>
                  <a:lnTo>
                    <a:pt x="1242189" y="4965248"/>
                  </a:lnTo>
                  <a:lnTo>
                    <a:pt x="1242346" y="4965248"/>
                  </a:lnTo>
                  <a:lnTo>
                    <a:pt x="1242504" y="4964387"/>
                  </a:lnTo>
                  <a:lnTo>
                    <a:pt x="1242820" y="4964387"/>
                  </a:lnTo>
                  <a:lnTo>
                    <a:pt x="1242977" y="4964387"/>
                  </a:lnTo>
                  <a:lnTo>
                    <a:pt x="1242977" y="4963526"/>
                  </a:lnTo>
                  <a:lnTo>
                    <a:pt x="1243135" y="4963526"/>
                  </a:lnTo>
                  <a:lnTo>
                    <a:pt x="1243135" y="4963095"/>
                  </a:lnTo>
                  <a:lnTo>
                    <a:pt x="1243293" y="4963095"/>
                  </a:lnTo>
                  <a:lnTo>
                    <a:pt x="1243450" y="4963095"/>
                  </a:lnTo>
                  <a:lnTo>
                    <a:pt x="1243608" y="4963095"/>
                  </a:lnTo>
                  <a:lnTo>
                    <a:pt x="1243924" y="4963095"/>
                  </a:lnTo>
                  <a:lnTo>
                    <a:pt x="1244397" y="4963095"/>
                  </a:lnTo>
                  <a:lnTo>
                    <a:pt x="1244397" y="4962665"/>
                  </a:lnTo>
                  <a:lnTo>
                    <a:pt x="1244712" y="4962665"/>
                  </a:lnTo>
                  <a:lnTo>
                    <a:pt x="1244870" y="4962234"/>
                  </a:lnTo>
                  <a:lnTo>
                    <a:pt x="1244870" y="4961803"/>
                  </a:lnTo>
                  <a:lnTo>
                    <a:pt x="1245185" y="4961803"/>
                  </a:lnTo>
                  <a:lnTo>
                    <a:pt x="1245343" y="4961373"/>
                  </a:lnTo>
                  <a:lnTo>
                    <a:pt x="1245501" y="4961373"/>
                  </a:lnTo>
                  <a:lnTo>
                    <a:pt x="1245974" y="4960942"/>
                  </a:lnTo>
                  <a:lnTo>
                    <a:pt x="1246132" y="4960942"/>
                  </a:lnTo>
                  <a:lnTo>
                    <a:pt x="1246447" y="4960942"/>
                  </a:lnTo>
                  <a:lnTo>
                    <a:pt x="1246447" y="4960512"/>
                  </a:lnTo>
                  <a:lnTo>
                    <a:pt x="1246762" y="4960081"/>
                  </a:lnTo>
                  <a:lnTo>
                    <a:pt x="1247078" y="4960081"/>
                  </a:lnTo>
                  <a:lnTo>
                    <a:pt x="1247236" y="4959220"/>
                  </a:lnTo>
                  <a:lnTo>
                    <a:pt x="1247393" y="4959220"/>
                  </a:lnTo>
                  <a:lnTo>
                    <a:pt x="1247867" y="4959220"/>
                  </a:lnTo>
                  <a:lnTo>
                    <a:pt x="1248024" y="4958789"/>
                  </a:lnTo>
                  <a:lnTo>
                    <a:pt x="1248182" y="4958789"/>
                  </a:lnTo>
                  <a:lnTo>
                    <a:pt x="1248497" y="4958789"/>
                  </a:lnTo>
                  <a:lnTo>
                    <a:pt x="1248655" y="4958359"/>
                  </a:lnTo>
                  <a:lnTo>
                    <a:pt x="1248813" y="4958359"/>
                  </a:lnTo>
                  <a:lnTo>
                    <a:pt x="1249286" y="4958359"/>
                  </a:lnTo>
                  <a:lnTo>
                    <a:pt x="1249444" y="4958359"/>
                  </a:lnTo>
                  <a:lnTo>
                    <a:pt x="1249601" y="4958359"/>
                  </a:lnTo>
                  <a:lnTo>
                    <a:pt x="1249601" y="4957928"/>
                  </a:lnTo>
                  <a:lnTo>
                    <a:pt x="1249759" y="4957928"/>
                  </a:lnTo>
                  <a:lnTo>
                    <a:pt x="1249759" y="4957497"/>
                  </a:lnTo>
                  <a:lnTo>
                    <a:pt x="1250548" y="4957497"/>
                  </a:lnTo>
                  <a:lnTo>
                    <a:pt x="1250705" y="4957497"/>
                  </a:lnTo>
                  <a:lnTo>
                    <a:pt x="1251021" y="4957497"/>
                  </a:lnTo>
                  <a:lnTo>
                    <a:pt x="1251179" y="4957497"/>
                  </a:lnTo>
                  <a:lnTo>
                    <a:pt x="1251494" y="4957497"/>
                  </a:lnTo>
                  <a:lnTo>
                    <a:pt x="1251652" y="4957067"/>
                  </a:lnTo>
                  <a:lnTo>
                    <a:pt x="1251967" y="4957067"/>
                  </a:lnTo>
                  <a:lnTo>
                    <a:pt x="1252125" y="4957067"/>
                  </a:lnTo>
                  <a:lnTo>
                    <a:pt x="1252598" y="4957067"/>
                  </a:lnTo>
                  <a:lnTo>
                    <a:pt x="1252756" y="4957067"/>
                  </a:lnTo>
                  <a:lnTo>
                    <a:pt x="1252914" y="4957067"/>
                  </a:lnTo>
                  <a:lnTo>
                    <a:pt x="1253071" y="4957067"/>
                  </a:lnTo>
                  <a:lnTo>
                    <a:pt x="1253071" y="4956636"/>
                  </a:lnTo>
                  <a:lnTo>
                    <a:pt x="1253071" y="4956206"/>
                  </a:lnTo>
                  <a:lnTo>
                    <a:pt x="1253071" y="4955775"/>
                  </a:lnTo>
                  <a:lnTo>
                    <a:pt x="1253229" y="4955775"/>
                  </a:lnTo>
                  <a:lnTo>
                    <a:pt x="1253387" y="4955344"/>
                  </a:lnTo>
                  <a:lnTo>
                    <a:pt x="1253544" y="4955344"/>
                  </a:lnTo>
                  <a:lnTo>
                    <a:pt x="1253860" y="4955344"/>
                  </a:lnTo>
                  <a:lnTo>
                    <a:pt x="1254018" y="4954914"/>
                  </a:lnTo>
                  <a:lnTo>
                    <a:pt x="1254018" y="4954483"/>
                  </a:lnTo>
                  <a:lnTo>
                    <a:pt x="1254175" y="4954483"/>
                  </a:lnTo>
                  <a:lnTo>
                    <a:pt x="1254175" y="4954053"/>
                  </a:lnTo>
                  <a:lnTo>
                    <a:pt x="1254491" y="4954053"/>
                  </a:lnTo>
                  <a:lnTo>
                    <a:pt x="1254648" y="4954053"/>
                  </a:lnTo>
                  <a:lnTo>
                    <a:pt x="1255122" y="4953622"/>
                  </a:lnTo>
                  <a:lnTo>
                    <a:pt x="1255122" y="4953191"/>
                  </a:lnTo>
                  <a:lnTo>
                    <a:pt x="1255595" y="4952761"/>
                  </a:lnTo>
                  <a:lnTo>
                    <a:pt x="1255752" y="4952761"/>
                  </a:lnTo>
                  <a:lnTo>
                    <a:pt x="1255910" y="4952761"/>
                  </a:lnTo>
                  <a:lnTo>
                    <a:pt x="1256068" y="4952330"/>
                  </a:lnTo>
                  <a:lnTo>
                    <a:pt x="1256226" y="4952330"/>
                  </a:lnTo>
                  <a:lnTo>
                    <a:pt x="1256383" y="4952330"/>
                  </a:lnTo>
                  <a:lnTo>
                    <a:pt x="1256383" y="4951900"/>
                  </a:lnTo>
                  <a:lnTo>
                    <a:pt x="1256541" y="4951900"/>
                  </a:lnTo>
                  <a:lnTo>
                    <a:pt x="1256699" y="4951469"/>
                  </a:lnTo>
                  <a:lnTo>
                    <a:pt x="1256699" y="4951038"/>
                  </a:lnTo>
                  <a:lnTo>
                    <a:pt x="1256856" y="4951038"/>
                  </a:lnTo>
                  <a:lnTo>
                    <a:pt x="1257014" y="4951038"/>
                  </a:lnTo>
                  <a:lnTo>
                    <a:pt x="1257330" y="4951038"/>
                  </a:lnTo>
                  <a:lnTo>
                    <a:pt x="1257330" y="4950608"/>
                  </a:lnTo>
                  <a:lnTo>
                    <a:pt x="1257487" y="4950608"/>
                  </a:lnTo>
                  <a:lnTo>
                    <a:pt x="1257487" y="4950177"/>
                  </a:lnTo>
                  <a:lnTo>
                    <a:pt x="1257487" y="4949747"/>
                  </a:lnTo>
                  <a:lnTo>
                    <a:pt x="1257487" y="4949316"/>
                  </a:lnTo>
                  <a:lnTo>
                    <a:pt x="1257645" y="4949316"/>
                  </a:lnTo>
                  <a:lnTo>
                    <a:pt x="1257803" y="4948885"/>
                  </a:lnTo>
                  <a:lnTo>
                    <a:pt x="1257960" y="4948885"/>
                  </a:lnTo>
                  <a:lnTo>
                    <a:pt x="1258276" y="4948024"/>
                  </a:lnTo>
                  <a:lnTo>
                    <a:pt x="1258434" y="4948024"/>
                  </a:lnTo>
                  <a:lnTo>
                    <a:pt x="1258434" y="4947594"/>
                  </a:lnTo>
                  <a:lnTo>
                    <a:pt x="1258591" y="4947163"/>
                  </a:lnTo>
                  <a:lnTo>
                    <a:pt x="1258749" y="4947163"/>
                  </a:lnTo>
                  <a:lnTo>
                    <a:pt x="1258907" y="4946732"/>
                  </a:lnTo>
                  <a:lnTo>
                    <a:pt x="1259065" y="4946732"/>
                  </a:lnTo>
                  <a:lnTo>
                    <a:pt x="1259065" y="4945871"/>
                  </a:lnTo>
                  <a:lnTo>
                    <a:pt x="1259065" y="4945441"/>
                  </a:lnTo>
                  <a:lnTo>
                    <a:pt x="1259222" y="4945441"/>
                  </a:lnTo>
                  <a:lnTo>
                    <a:pt x="1259380" y="4945010"/>
                  </a:lnTo>
                  <a:lnTo>
                    <a:pt x="1259380" y="4944579"/>
                  </a:lnTo>
                  <a:lnTo>
                    <a:pt x="1259538" y="4944579"/>
                  </a:lnTo>
                  <a:lnTo>
                    <a:pt x="1259853" y="4944149"/>
                  </a:lnTo>
                  <a:lnTo>
                    <a:pt x="1260011" y="4944149"/>
                  </a:lnTo>
                  <a:lnTo>
                    <a:pt x="1260169" y="4944149"/>
                  </a:lnTo>
                  <a:lnTo>
                    <a:pt x="1260326" y="4944149"/>
                  </a:lnTo>
                  <a:lnTo>
                    <a:pt x="1260642" y="4944149"/>
                  </a:lnTo>
                  <a:lnTo>
                    <a:pt x="1260799" y="4944149"/>
                  </a:lnTo>
                  <a:lnTo>
                    <a:pt x="1261115" y="4944149"/>
                  </a:lnTo>
                  <a:lnTo>
                    <a:pt x="1261273" y="4944149"/>
                  </a:lnTo>
                  <a:lnTo>
                    <a:pt x="1261430" y="4944149"/>
                  </a:lnTo>
                  <a:lnTo>
                    <a:pt x="1261588" y="4944149"/>
                  </a:lnTo>
                  <a:lnTo>
                    <a:pt x="1261746" y="4944149"/>
                  </a:lnTo>
                  <a:lnTo>
                    <a:pt x="1262061" y="4943718"/>
                  </a:lnTo>
                  <a:lnTo>
                    <a:pt x="1262219" y="4943718"/>
                  </a:lnTo>
                  <a:lnTo>
                    <a:pt x="1262377" y="4942857"/>
                  </a:lnTo>
                  <a:lnTo>
                    <a:pt x="1262534" y="4942857"/>
                  </a:lnTo>
                  <a:lnTo>
                    <a:pt x="1263007" y="4942426"/>
                  </a:lnTo>
                  <a:lnTo>
                    <a:pt x="1263165" y="4941996"/>
                  </a:lnTo>
                  <a:lnTo>
                    <a:pt x="1263323" y="4941996"/>
                  </a:lnTo>
                  <a:lnTo>
                    <a:pt x="1263481" y="4941996"/>
                  </a:lnTo>
                  <a:lnTo>
                    <a:pt x="1264269" y="4941996"/>
                  </a:lnTo>
                  <a:lnTo>
                    <a:pt x="1264585" y="4941996"/>
                  </a:lnTo>
                  <a:lnTo>
                    <a:pt x="1264742" y="4941996"/>
                  </a:lnTo>
                  <a:lnTo>
                    <a:pt x="1264900" y="4941565"/>
                  </a:lnTo>
                  <a:lnTo>
                    <a:pt x="1265373" y="4941135"/>
                  </a:lnTo>
                  <a:lnTo>
                    <a:pt x="1265689" y="4941135"/>
                  </a:lnTo>
                  <a:lnTo>
                    <a:pt x="1266004" y="4941135"/>
                  </a:lnTo>
                  <a:lnTo>
                    <a:pt x="1266162" y="4941135"/>
                  </a:lnTo>
                  <a:lnTo>
                    <a:pt x="1266477" y="4940704"/>
                  </a:lnTo>
                  <a:lnTo>
                    <a:pt x="1266793" y="4940704"/>
                  </a:lnTo>
                  <a:lnTo>
                    <a:pt x="1266950" y="4940704"/>
                  </a:lnTo>
                  <a:lnTo>
                    <a:pt x="1267108" y="4940273"/>
                  </a:lnTo>
                  <a:lnTo>
                    <a:pt x="1267424" y="4940273"/>
                  </a:lnTo>
                  <a:lnTo>
                    <a:pt x="1267739" y="4940273"/>
                  </a:lnTo>
                  <a:lnTo>
                    <a:pt x="1267897" y="4940273"/>
                  </a:lnTo>
                  <a:lnTo>
                    <a:pt x="1268054" y="4939843"/>
                  </a:lnTo>
                  <a:lnTo>
                    <a:pt x="1268054" y="4939412"/>
                  </a:lnTo>
                  <a:lnTo>
                    <a:pt x="1268370" y="4939412"/>
                  </a:lnTo>
                  <a:lnTo>
                    <a:pt x="1268370" y="4938982"/>
                  </a:lnTo>
                  <a:lnTo>
                    <a:pt x="1268528" y="4938982"/>
                  </a:lnTo>
                  <a:lnTo>
                    <a:pt x="1268528" y="4938551"/>
                  </a:lnTo>
                  <a:lnTo>
                    <a:pt x="1268685" y="4938551"/>
                  </a:lnTo>
                  <a:lnTo>
                    <a:pt x="1268843" y="4938120"/>
                  </a:lnTo>
                  <a:lnTo>
                    <a:pt x="1269001" y="4937690"/>
                  </a:lnTo>
                  <a:lnTo>
                    <a:pt x="1269316" y="4937259"/>
                  </a:lnTo>
                  <a:lnTo>
                    <a:pt x="1269632" y="4936398"/>
                  </a:lnTo>
                  <a:lnTo>
                    <a:pt x="1269947" y="4935967"/>
                  </a:lnTo>
                  <a:lnTo>
                    <a:pt x="1269947" y="4935537"/>
                  </a:lnTo>
                  <a:lnTo>
                    <a:pt x="1269947" y="4934676"/>
                  </a:lnTo>
                  <a:lnTo>
                    <a:pt x="1270105" y="4934676"/>
                  </a:lnTo>
                  <a:lnTo>
                    <a:pt x="1270263" y="4934676"/>
                  </a:lnTo>
                  <a:lnTo>
                    <a:pt x="1270420" y="4934245"/>
                  </a:lnTo>
                  <a:lnTo>
                    <a:pt x="1270578" y="4934245"/>
                  </a:lnTo>
                  <a:lnTo>
                    <a:pt x="1270578" y="4933814"/>
                  </a:lnTo>
                  <a:lnTo>
                    <a:pt x="1270736" y="4933814"/>
                  </a:lnTo>
                  <a:lnTo>
                    <a:pt x="1271051" y="4933814"/>
                  </a:lnTo>
                  <a:lnTo>
                    <a:pt x="1271209" y="4932523"/>
                  </a:lnTo>
                  <a:lnTo>
                    <a:pt x="1271524" y="4932523"/>
                  </a:lnTo>
                  <a:lnTo>
                    <a:pt x="1271524" y="4932092"/>
                  </a:lnTo>
                  <a:lnTo>
                    <a:pt x="1271682" y="4931661"/>
                  </a:lnTo>
                  <a:lnTo>
                    <a:pt x="1271840" y="4931661"/>
                  </a:lnTo>
                  <a:lnTo>
                    <a:pt x="1271840" y="4931231"/>
                  </a:lnTo>
                  <a:lnTo>
                    <a:pt x="1272155" y="4931231"/>
                  </a:lnTo>
                  <a:lnTo>
                    <a:pt x="1272313" y="4931231"/>
                  </a:lnTo>
                  <a:lnTo>
                    <a:pt x="1272786" y="4931231"/>
                  </a:lnTo>
                  <a:lnTo>
                    <a:pt x="1272786" y="4930800"/>
                  </a:lnTo>
                  <a:lnTo>
                    <a:pt x="1272944" y="4930800"/>
                  </a:lnTo>
                  <a:lnTo>
                    <a:pt x="1273101" y="4930800"/>
                  </a:lnTo>
                  <a:lnTo>
                    <a:pt x="1273417" y="4929508"/>
                  </a:lnTo>
                  <a:lnTo>
                    <a:pt x="1273417" y="4929078"/>
                  </a:lnTo>
                  <a:lnTo>
                    <a:pt x="1273575" y="4928217"/>
                  </a:lnTo>
                  <a:lnTo>
                    <a:pt x="1273732" y="4927355"/>
                  </a:lnTo>
                  <a:lnTo>
                    <a:pt x="1273890" y="4927355"/>
                  </a:lnTo>
                  <a:lnTo>
                    <a:pt x="1274048" y="4927355"/>
                  </a:lnTo>
                  <a:lnTo>
                    <a:pt x="1274048" y="4926925"/>
                  </a:lnTo>
                  <a:lnTo>
                    <a:pt x="1274205" y="4926925"/>
                  </a:lnTo>
                  <a:lnTo>
                    <a:pt x="1274363" y="4926925"/>
                  </a:lnTo>
                  <a:lnTo>
                    <a:pt x="1274994" y="4926494"/>
                  </a:lnTo>
                  <a:lnTo>
                    <a:pt x="1275467" y="4926064"/>
                  </a:lnTo>
                  <a:lnTo>
                    <a:pt x="1275625" y="4926064"/>
                  </a:lnTo>
                  <a:lnTo>
                    <a:pt x="1275783" y="4926064"/>
                  </a:lnTo>
                  <a:lnTo>
                    <a:pt x="1275940" y="4926064"/>
                  </a:lnTo>
                  <a:lnTo>
                    <a:pt x="1276098" y="4926064"/>
                  </a:lnTo>
                  <a:lnTo>
                    <a:pt x="1276414" y="4925633"/>
                  </a:lnTo>
                  <a:lnTo>
                    <a:pt x="1276414" y="4925202"/>
                  </a:lnTo>
                  <a:lnTo>
                    <a:pt x="1276729" y="4925202"/>
                  </a:lnTo>
                  <a:lnTo>
                    <a:pt x="1276887" y="4925202"/>
                  </a:lnTo>
                  <a:lnTo>
                    <a:pt x="1276887" y="4924772"/>
                  </a:lnTo>
                  <a:lnTo>
                    <a:pt x="1276887" y="4924341"/>
                  </a:lnTo>
                  <a:lnTo>
                    <a:pt x="1277044" y="4924341"/>
                  </a:lnTo>
                  <a:lnTo>
                    <a:pt x="1277360" y="4923911"/>
                  </a:lnTo>
                  <a:lnTo>
                    <a:pt x="1277518" y="4923911"/>
                  </a:lnTo>
                  <a:lnTo>
                    <a:pt x="1277518" y="4923480"/>
                  </a:lnTo>
                  <a:lnTo>
                    <a:pt x="1277833" y="4923049"/>
                  </a:lnTo>
                  <a:lnTo>
                    <a:pt x="1277833" y="4922619"/>
                  </a:lnTo>
                  <a:lnTo>
                    <a:pt x="1277833" y="4922188"/>
                  </a:lnTo>
                  <a:lnTo>
                    <a:pt x="1277991" y="4922188"/>
                  </a:lnTo>
                  <a:lnTo>
                    <a:pt x="1277991" y="4920896"/>
                  </a:lnTo>
                  <a:lnTo>
                    <a:pt x="1278306" y="4920896"/>
                  </a:lnTo>
                  <a:lnTo>
                    <a:pt x="1278464" y="4920896"/>
                  </a:lnTo>
                  <a:lnTo>
                    <a:pt x="1278622" y="4920896"/>
                  </a:lnTo>
                  <a:lnTo>
                    <a:pt x="1278937" y="4920896"/>
                  </a:lnTo>
                  <a:lnTo>
                    <a:pt x="1279095" y="4920896"/>
                  </a:lnTo>
                  <a:lnTo>
                    <a:pt x="1279252" y="4920896"/>
                  </a:lnTo>
                  <a:lnTo>
                    <a:pt x="1279252" y="4920466"/>
                  </a:lnTo>
                  <a:lnTo>
                    <a:pt x="1279410" y="4920035"/>
                  </a:lnTo>
                  <a:lnTo>
                    <a:pt x="1279568" y="4920035"/>
                  </a:lnTo>
                  <a:lnTo>
                    <a:pt x="1279726" y="4920035"/>
                  </a:lnTo>
                  <a:lnTo>
                    <a:pt x="1279726" y="4919605"/>
                  </a:lnTo>
                  <a:lnTo>
                    <a:pt x="1279883" y="4919605"/>
                  </a:lnTo>
                  <a:lnTo>
                    <a:pt x="1280199" y="4919605"/>
                  </a:lnTo>
                  <a:lnTo>
                    <a:pt x="1280356" y="4919605"/>
                  </a:lnTo>
                  <a:lnTo>
                    <a:pt x="1280514" y="4918743"/>
                  </a:lnTo>
                  <a:lnTo>
                    <a:pt x="1280830" y="4918743"/>
                  </a:lnTo>
                  <a:lnTo>
                    <a:pt x="1280987" y="4918743"/>
                  </a:lnTo>
                  <a:lnTo>
                    <a:pt x="1281145" y="4918313"/>
                  </a:lnTo>
                  <a:lnTo>
                    <a:pt x="1281303" y="4918313"/>
                  </a:lnTo>
                  <a:lnTo>
                    <a:pt x="1281461" y="4918313"/>
                  </a:lnTo>
                  <a:lnTo>
                    <a:pt x="1281618" y="4917452"/>
                  </a:lnTo>
                  <a:lnTo>
                    <a:pt x="1281618" y="4917021"/>
                  </a:lnTo>
                  <a:lnTo>
                    <a:pt x="1281618" y="4916590"/>
                  </a:lnTo>
                  <a:lnTo>
                    <a:pt x="1281776" y="4916160"/>
                  </a:lnTo>
                  <a:lnTo>
                    <a:pt x="1281776" y="4915299"/>
                  </a:lnTo>
                  <a:lnTo>
                    <a:pt x="1281934" y="4915299"/>
                  </a:lnTo>
                  <a:lnTo>
                    <a:pt x="1282091" y="4915299"/>
                  </a:lnTo>
                  <a:lnTo>
                    <a:pt x="1282407" y="4915299"/>
                  </a:lnTo>
                  <a:lnTo>
                    <a:pt x="1282407" y="4914868"/>
                  </a:lnTo>
                  <a:lnTo>
                    <a:pt x="1282565" y="4914868"/>
                  </a:lnTo>
                  <a:lnTo>
                    <a:pt x="1282722" y="4914868"/>
                  </a:lnTo>
                  <a:lnTo>
                    <a:pt x="1283353" y="4914437"/>
                  </a:lnTo>
                  <a:lnTo>
                    <a:pt x="1283511" y="4914007"/>
                  </a:lnTo>
                  <a:lnTo>
                    <a:pt x="1283669" y="4914007"/>
                  </a:lnTo>
                  <a:lnTo>
                    <a:pt x="1283826" y="4914007"/>
                  </a:lnTo>
                  <a:lnTo>
                    <a:pt x="1283984" y="4914007"/>
                  </a:lnTo>
                  <a:lnTo>
                    <a:pt x="1284142" y="4914007"/>
                  </a:lnTo>
                  <a:lnTo>
                    <a:pt x="1284142" y="4913576"/>
                  </a:lnTo>
                  <a:lnTo>
                    <a:pt x="1284299" y="4913576"/>
                  </a:lnTo>
                  <a:lnTo>
                    <a:pt x="1284457" y="4913576"/>
                  </a:lnTo>
                  <a:lnTo>
                    <a:pt x="1284615" y="4913576"/>
                  </a:lnTo>
                  <a:lnTo>
                    <a:pt x="1284773" y="4913576"/>
                  </a:lnTo>
                  <a:lnTo>
                    <a:pt x="1284773" y="4912715"/>
                  </a:lnTo>
                  <a:lnTo>
                    <a:pt x="1284930" y="4912715"/>
                  </a:lnTo>
                  <a:lnTo>
                    <a:pt x="1285088" y="4912715"/>
                  </a:lnTo>
                  <a:lnTo>
                    <a:pt x="1285246" y="4912715"/>
                  </a:lnTo>
                  <a:lnTo>
                    <a:pt x="1285403" y="4912284"/>
                  </a:lnTo>
                  <a:lnTo>
                    <a:pt x="1285561" y="4912284"/>
                  </a:lnTo>
                  <a:lnTo>
                    <a:pt x="1285719" y="4911854"/>
                  </a:lnTo>
                  <a:lnTo>
                    <a:pt x="1286034" y="4911854"/>
                  </a:lnTo>
                  <a:lnTo>
                    <a:pt x="1286350" y="4911854"/>
                  </a:lnTo>
                  <a:lnTo>
                    <a:pt x="1286665" y="4911854"/>
                  </a:lnTo>
                  <a:lnTo>
                    <a:pt x="1286823" y="4911423"/>
                  </a:lnTo>
                  <a:lnTo>
                    <a:pt x="1287296" y="4910993"/>
                  </a:lnTo>
                  <a:lnTo>
                    <a:pt x="1287454" y="4910993"/>
                  </a:lnTo>
                  <a:lnTo>
                    <a:pt x="1287612" y="4910993"/>
                  </a:lnTo>
                  <a:lnTo>
                    <a:pt x="1287769" y="4910993"/>
                  </a:lnTo>
                  <a:lnTo>
                    <a:pt x="1288242" y="4910993"/>
                  </a:lnTo>
                  <a:lnTo>
                    <a:pt x="1288242" y="4910562"/>
                  </a:lnTo>
                  <a:lnTo>
                    <a:pt x="1288400" y="4910562"/>
                  </a:lnTo>
                  <a:lnTo>
                    <a:pt x="1288558" y="4910562"/>
                  </a:lnTo>
                  <a:lnTo>
                    <a:pt x="1288558" y="4910131"/>
                  </a:lnTo>
                  <a:lnTo>
                    <a:pt x="1288716" y="4909701"/>
                  </a:lnTo>
                  <a:lnTo>
                    <a:pt x="1288873" y="4909701"/>
                  </a:lnTo>
                  <a:lnTo>
                    <a:pt x="1290924" y="4908409"/>
                  </a:lnTo>
                  <a:lnTo>
                    <a:pt x="1291239" y="4907548"/>
                  </a:lnTo>
                  <a:lnTo>
                    <a:pt x="1291239" y="4907117"/>
                  </a:lnTo>
                  <a:lnTo>
                    <a:pt x="1291554" y="4907117"/>
                  </a:lnTo>
                  <a:lnTo>
                    <a:pt x="1291712" y="4907117"/>
                  </a:lnTo>
                  <a:lnTo>
                    <a:pt x="1291870" y="4907117"/>
                  </a:lnTo>
                  <a:lnTo>
                    <a:pt x="1292028" y="4907117"/>
                  </a:lnTo>
                  <a:lnTo>
                    <a:pt x="1292185" y="4906687"/>
                  </a:lnTo>
                  <a:lnTo>
                    <a:pt x="1292343" y="4906687"/>
                  </a:lnTo>
                  <a:lnTo>
                    <a:pt x="1292501" y="4906256"/>
                  </a:lnTo>
                  <a:lnTo>
                    <a:pt x="1292501" y="4905825"/>
                  </a:lnTo>
                  <a:lnTo>
                    <a:pt x="1292659" y="4905825"/>
                  </a:lnTo>
                  <a:lnTo>
                    <a:pt x="1292816" y="4905825"/>
                  </a:lnTo>
                  <a:lnTo>
                    <a:pt x="1292974" y="4905395"/>
                  </a:lnTo>
                  <a:lnTo>
                    <a:pt x="1293132" y="4905395"/>
                  </a:lnTo>
                  <a:lnTo>
                    <a:pt x="1293289" y="4904964"/>
                  </a:lnTo>
                  <a:lnTo>
                    <a:pt x="1293289" y="4904534"/>
                  </a:lnTo>
                  <a:lnTo>
                    <a:pt x="1293447" y="4904534"/>
                  </a:lnTo>
                  <a:lnTo>
                    <a:pt x="1293605" y="4904534"/>
                  </a:lnTo>
                  <a:lnTo>
                    <a:pt x="1293605" y="4903672"/>
                  </a:lnTo>
                  <a:lnTo>
                    <a:pt x="1293920" y="4903672"/>
                  </a:lnTo>
                  <a:lnTo>
                    <a:pt x="1294078" y="4903672"/>
                  </a:lnTo>
                  <a:lnTo>
                    <a:pt x="1294236" y="4903242"/>
                  </a:lnTo>
                  <a:lnTo>
                    <a:pt x="1294236" y="4902811"/>
                  </a:lnTo>
                  <a:lnTo>
                    <a:pt x="1294236" y="4902381"/>
                  </a:lnTo>
                  <a:lnTo>
                    <a:pt x="1294393" y="4902381"/>
                  </a:lnTo>
                  <a:lnTo>
                    <a:pt x="1294709" y="4902381"/>
                  </a:lnTo>
                  <a:lnTo>
                    <a:pt x="1294867" y="4902381"/>
                  </a:lnTo>
                  <a:lnTo>
                    <a:pt x="1295024" y="4901950"/>
                  </a:lnTo>
                  <a:lnTo>
                    <a:pt x="1295340" y="4901950"/>
                  </a:lnTo>
                  <a:lnTo>
                    <a:pt x="1295497" y="4901519"/>
                  </a:lnTo>
                  <a:lnTo>
                    <a:pt x="1295655" y="4901519"/>
                  </a:lnTo>
                  <a:lnTo>
                    <a:pt x="1295813" y="4901519"/>
                  </a:lnTo>
                  <a:lnTo>
                    <a:pt x="1296286" y="4901519"/>
                  </a:lnTo>
                  <a:lnTo>
                    <a:pt x="1296601" y="4901089"/>
                  </a:lnTo>
                  <a:lnTo>
                    <a:pt x="1296759" y="4901089"/>
                  </a:lnTo>
                  <a:lnTo>
                    <a:pt x="1296917" y="4901089"/>
                  </a:lnTo>
                  <a:lnTo>
                    <a:pt x="1296917" y="4900658"/>
                  </a:lnTo>
                  <a:lnTo>
                    <a:pt x="1297548" y="4900228"/>
                  </a:lnTo>
                  <a:lnTo>
                    <a:pt x="1297705" y="4900228"/>
                  </a:lnTo>
                  <a:lnTo>
                    <a:pt x="1297863" y="4900228"/>
                  </a:lnTo>
                  <a:lnTo>
                    <a:pt x="1298336" y="4900228"/>
                  </a:lnTo>
                  <a:lnTo>
                    <a:pt x="1298336" y="4899797"/>
                  </a:lnTo>
                  <a:lnTo>
                    <a:pt x="1298494" y="4899366"/>
                  </a:lnTo>
                  <a:lnTo>
                    <a:pt x="1298652" y="4898936"/>
                  </a:lnTo>
                  <a:lnTo>
                    <a:pt x="1298810" y="4898936"/>
                  </a:lnTo>
                  <a:lnTo>
                    <a:pt x="1299125" y="4898936"/>
                  </a:lnTo>
                  <a:lnTo>
                    <a:pt x="1299440" y="4898936"/>
                  </a:lnTo>
                  <a:lnTo>
                    <a:pt x="1299756" y="4898936"/>
                  </a:lnTo>
                  <a:lnTo>
                    <a:pt x="1299914" y="4898936"/>
                  </a:lnTo>
                  <a:lnTo>
                    <a:pt x="1300071" y="4898936"/>
                  </a:lnTo>
                  <a:lnTo>
                    <a:pt x="1300229" y="4898936"/>
                  </a:lnTo>
                  <a:lnTo>
                    <a:pt x="1300544" y="4898936"/>
                  </a:lnTo>
                  <a:lnTo>
                    <a:pt x="1300702" y="4898936"/>
                  </a:lnTo>
                  <a:lnTo>
                    <a:pt x="1300702" y="4898505"/>
                  </a:lnTo>
                  <a:lnTo>
                    <a:pt x="1300702" y="4898075"/>
                  </a:lnTo>
                  <a:lnTo>
                    <a:pt x="1300860" y="4898075"/>
                  </a:lnTo>
                  <a:lnTo>
                    <a:pt x="1301018" y="4898075"/>
                  </a:lnTo>
                  <a:lnTo>
                    <a:pt x="1301333" y="4898075"/>
                  </a:lnTo>
                  <a:lnTo>
                    <a:pt x="1301491" y="4898075"/>
                  </a:lnTo>
                  <a:lnTo>
                    <a:pt x="1301964" y="4898075"/>
                  </a:lnTo>
                  <a:lnTo>
                    <a:pt x="1301964" y="4897644"/>
                  </a:lnTo>
                  <a:lnTo>
                    <a:pt x="1302122" y="4897644"/>
                  </a:lnTo>
                  <a:lnTo>
                    <a:pt x="1302279" y="4897644"/>
                  </a:lnTo>
                  <a:lnTo>
                    <a:pt x="1302437" y="4897644"/>
                  </a:lnTo>
                  <a:lnTo>
                    <a:pt x="1302437" y="4897213"/>
                  </a:lnTo>
                  <a:lnTo>
                    <a:pt x="1302595" y="4897213"/>
                  </a:lnTo>
                  <a:lnTo>
                    <a:pt x="1302752" y="4897213"/>
                  </a:lnTo>
                  <a:lnTo>
                    <a:pt x="1303068" y="4897213"/>
                  </a:lnTo>
                  <a:lnTo>
                    <a:pt x="1303226" y="4897213"/>
                  </a:lnTo>
                  <a:lnTo>
                    <a:pt x="1303857" y="4896783"/>
                  </a:lnTo>
                  <a:lnTo>
                    <a:pt x="1304014" y="4896783"/>
                  </a:lnTo>
                  <a:lnTo>
                    <a:pt x="1304172" y="4896783"/>
                  </a:lnTo>
                  <a:lnTo>
                    <a:pt x="1304487" y="4895491"/>
                  </a:lnTo>
                  <a:lnTo>
                    <a:pt x="1304645" y="4895491"/>
                  </a:lnTo>
                  <a:lnTo>
                    <a:pt x="1304803" y="4895491"/>
                  </a:lnTo>
                  <a:lnTo>
                    <a:pt x="1305118" y="4895060"/>
                  </a:lnTo>
                  <a:lnTo>
                    <a:pt x="1305276" y="4895060"/>
                  </a:lnTo>
                  <a:lnTo>
                    <a:pt x="1305434" y="4895060"/>
                  </a:lnTo>
                  <a:lnTo>
                    <a:pt x="1305434" y="4894630"/>
                  </a:lnTo>
                  <a:lnTo>
                    <a:pt x="1305591" y="4894630"/>
                  </a:lnTo>
                  <a:lnTo>
                    <a:pt x="1305749" y="4894630"/>
                  </a:lnTo>
                  <a:lnTo>
                    <a:pt x="1306065" y="4894630"/>
                  </a:lnTo>
                  <a:lnTo>
                    <a:pt x="1306538" y="4893769"/>
                  </a:lnTo>
                  <a:lnTo>
                    <a:pt x="1306695" y="4893769"/>
                  </a:lnTo>
                  <a:lnTo>
                    <a:pt x="1307011" y="4893769"/>
                  </a:lnTo>
                  <a:lnTo>
                    <a:pt x="1307484" y="4893769"/>
                  </a:lnTo>
                  <a:lnTo>
                    <a:pt x="1307484" y="4893338"/>
                  </a:lnTo>
                  <a:lnTo>
                    <a:pt x="1307642" y="4893338"/>
                  </a:lnTo>
                  <a:lnTo>
                    <a:pt x="1307957" y="4892907"/>
                  </a:lnTo>
                  <a:lnTo>
                    <a:pt x="1308115" y="4892907"/>
                  </a:lnTo>
                  <a:lnTo>
                    <a:pt x="1308273" y="4892907"/>
                  </a:lnTo>
                  <a:lnTo>
                    <a:pt x="1308588" y="4892907"/>
                  </a:lnTo>
                  <a:lnTo>
                    <a:pt x="1308746" y="4892477"/>
                  </a:lnTo>
                  <a:lnTo>
                    <a:pt x="1309219" y="4891185"/>
                  </a:lnTo>
                  <a:lnTo>
                    <a:pt x="1309534" y="4891185"/>
                  </a:lnTo>
                  <a:lnTo>
                    <a:pt x="1309534" y="4890754"/>
                  </a:lnTo>
                  <a:lnTo>
                    <a:pt x="1309692" y="4890324"/>
                  </a:lnTo>
                  <a:lnTo>
                    <a:pt x="1309850" y="4890324"/>
                  </a:lnTo>
                  <a:lnTo>
                    <a:pt x="1309850" y="4889893"/>
                  </a:lnTo>
                  <a:lnTo>
                    <a:pt x="1310165" y="4889893"/>
                  </a:lnTo>
                  <a:lnTo>
                    <a:pt x="1310165" y="4889463"/>
                  </a:lnTo>
                  <a:lnTo>
                    <a:pt x="1310165" y="4889032"/>
                  </a:lnTo>
                  <a:lnTo>
                    <a:pt x="1310165" y="4888601"/>
                  </a:lnTo>
                  <a:lnTo>
                    <a:pt x="1310323" y="4888601"/>
                  </a:lnTo>
                  <a:lnTo>
                    <a:pt x="1310481" y="4888601"/>
                  </a:lnTo>
                  <a:lnTo>
                    <a:pt x="1310481" y="4888171"/>
                  </a:lnTo>
                  <a:lnTo>
                    <a:pt x="1310796" y="4888171"/>
                  </a:lnTo>
                  <a:lnTo>
                    <a:pt x="1310954" y="4888171"/>
                  </a:lnTo>
                  <a:lnTo>
                    <a:pt x="1311112" y="4887740"/>
                  </a:lnTo>
                  <a:lnTo>
                    <a:pt x="1311112" y="4887310"/>
                  </a:lnTo>
                  <a:lnTo>
                    <a:pt x="1311742" y="4887310"/>
                  </a:lnTo>
                  <a:lnTo>
                    <a:pt x="1311742" y="4886879"/>
                  </a:lnTo>
                  <a:lnTo>
                    <a:pt x="1311900" y="4886879"/>
                  </a:lnTo>
                  <a:lnTo>
                    <a:pt x="1312058" y="4886879"/>
                  </a:lnTo>
                  <a:lnTo>
                    <a:pt x="1312373" y="4886879"/>
                  </a:lnTo>
                  <a:lnTo>
                    <a:pt x="1312531" y="4886448"/>
                  </a:lnTo>
                  <a:lnTo>
                    <a:pt x="1313162" y="4886448"/>
                  </a:lnTo>
                  <a:lnTo>
                    <a:pt x="1313162" y="4886018"/>
                  </a:lnTo>
                  <a:lnTo>
                    <a:pt x="1313793" y="4885587"/>
                  </a:lnTo>
                  <a:lnTo>
                    <a:pt x="1313950" y="4885587"/>
                  </a:lnTo>
                  <a:lnTo>
                    <a:pt x="1314108" y="4885587"/>
                  </a:lnTo>
                  <a:lnTo>
                    <a:pt x="1314266" y="4885587"/>
                  </a:lnTo>
                  <a:lnTo>
                    <a:pt x="1314424" y="4885587"/>
                  </a:lnTo>
                  <a:lnTo>
                    <a:pt x="1314897" y="4885587"/>
                  </a:lnTo>
                  <a:lnTo>
                    <a:pt x="1315055" y="4885587"/>
                  </a:lnTo>
                  <a:lnTo>
                    <a:pt x="1315212" y="4885157"/>
                  </a:lnTo>
                  <a:lnTo>
                    <a:pt x="1315370" y="4883865"/>
                  </a:lnTo>
                  <a:lnTo>
                    <a:pt x="1315685" y="4883865"/>
                  </a:lnTo>
                  <a:lnTo>
                    <a:pt x="1315685" y="4883434"/>
                  </a:lnTo>
                  <a:lnTo>
                    <a:pt x="1315843" y="4883434"/>
                  </a:lnTo>
                  <a:lnTo>
                    <a:pt x="1316001" y="4883434"/>
                  </a:lnTo>
                  <a:lnTo>
                    <a:pt x="1316159" y="4883434"/>
                  </a:lnTo>
                  <a:lnTo>
                    <a:pt x="1316159" y="4883004"/>
                  </a:lnTo>
                  <a:lnTo>
                    <a:pt x="1316316" y="4883004"/>
                  </a:lnTo>
                  <a:lnTo>
                    <a:pt x="1316632" y="4882573"/>
                  </a:lnTo>
                  <a:lnTo>
                    <a:pt x="1316789" y="4882573"/>
                  </a:lnTo>
                  <a:lnTo>
                    <a:pt x="1316789" y="4882142"/>
                  </a:lnTo>
                  <a:lnTo>
                    <a:pt x="1316947" y="4882142"/>
                  </a:lnTo>
                  <a:lnTo>
                    <a:pt x="1317105" y="4881281"/>
                  </a:lnTo>
                  <a:lnTo>
                    <a:pt x="1317105" y="4880851"/>
                  </a:lnTo>
                  <a:lnTo>
                    <a:pt x="1317263" y="4880420"/>
                  </a:lnTo>
                  <a:lnTo>
                    <a:pt x="1317578" y="4880420"/>
                  </a:lnTo>
                  <a:lnTo>
                    <a:pt x="1317893" y="4879989"/>
                  </a:lnTo>
                  <a:lnTo>
                    <a:pt x="1318051" y="4879989"/>
                  </a:lnTo>
                  <a:lnTo>
                    <a:pt x="1318209" y="4879989"/>
                  </a:lnTo>
                  <a:lnTo>
                    <a:pt x="1318367" y="4879989"/>
                  </a:lnTo>
                  <a:lnTo>
                    <a:pt x="1319155" y="4879989"/>
                  </a:lnTo>
                  <a:lnTo>
                    <a:pt x="1319313" y="4879989"/>
                  </a:lnTo>
                  <a:lnTo>
                    <a:pt x="1319313" y="4879559"/>
                  </a:lnTo>
                  <a:lnTo>
                    <a:pt x="1319471" y="4879559"/>
                  </a:lnTo>
                  <a:lnTo>
                    <a:pt x="1319786" y="4879559"/>
                  </a:lnTo>
                  <a:lnTo>
                    <a:pt x="1319944" y="4879559"/>
                  </a:lnTo>
                  <a:lnTo>
                    <a:pt x="1320259" y="4879559"/>
                  </a:lnTo>
                  <a:lnTo>
                    <a:pt x="1320417" y="4879128"/>
                  </a:lnTo>
                  <a:lnTo>
                    <a:pt x="1320575" y="4879128"/>
                  </a:lnTo>
                  <a:lnTo>
                    <a:pt x="1320732" y="4879128"/>
                  </a:lnTo>
                  <a:lnTo>
                    <a:pt x="1320732" y="4878698"/>
                  </a:lnTo>
                  <a:lnTo>
                    <a:pt x="1320890" y="4878698"/>
                  </a:lnTo>
                  <a:lnTo>
                    <a:pt x="1321206" y="4877836"/>
                  </a:lnTo>
                  <a:lnTo>
                    <a:pt x="1321521" y="4877836"/>
                  </a:lnTo>
                  <a:lnTo>
                    <a:pt x="1321521" y="4877406"/>
                  </a:lnTo>
                  <a:lnTo>
                    <a:pt x="1321679" y="4876975"/>
                  </a:lnTo>
                  <a:lnTo>
                    <a:pt x="1322152" y="4876975"/>
                  </a:lnTo>
                  <a:lnTo>
                    <a:pt x="1322152" y="4876545"/>
                  </a:lnTo>
                  <a:lnTo>
                    <a:pt x="1322152" y="4876114"/>
                  </a:lnTo>
                  <a:lnTo>
                    <a:pt x="1322467" y="4876114"/>
                  </a:lnTo>
                  <a:lnTo>
                    <a:pt x="1322625" y="4876114"/>
                  </a:lnTo>
                  <a:lnTo>
                    <a:pt x="1322783" y="4875683"/>
                  </a:lnTo>
                  <a:lnTo>
                    <a:pt x="1322940" y="4875683"/>
                  </a:lnTo>
                  <a:lnTo>
                    <a:pt x="1323098" y="4875683"/>
                  </a:lnTo>
                  <a:lnTo>
                    <a:pt x="1323098" y="4875253"/>
                  </a:lnTo>
                  <a:lnTo>
                    <a:pt x="1323414" y="4874822"/>
                  </a:lnTo>
                  <a:lnTo>
                    <a:pt x="1323571" y="4874822"/>
                  </a:lnTo>
                  <a:lnTo>
                    <a:pt x="1323571" y="4874392"/>
                  </a:lnTo>
                  <a:lnTo>
                    <a:pt x="1323571" y="4873961"/>
                  </a:lnTo>
                  <a:lnTo>
                    <a:pt x="1324044" y="4873961"/>
                  </a:lnTo>
                  <a:lnTo>
                    <a:pt x="1324202" y="4873961"/>
                  </a:lnTo>
                  <a:lnTo>
                    <a:pt x="1324360" y="4873530"/>
                  </a:lnTo>
                  <a:lnTo>
                    <a:pt x="1324518" y="4873530"/>
                  </a:lnTo>
                  <a:lnTo>
                    <a:pt x="1324991" y="4873100"/>
                  </a:lnTo>
                  <a:lnTo>
                    <a:pt x="1324991" y="4872669"/>
                  </a:lnTo>
                  <a:lnTo>
                    <a:pt x="1325148" y="4872669"/>
                  </a:lnTo>
                  <a:lnTo>
                    <a:pt x="1325306" y="4872669"/>
                  </a:lnTo>
                  <a:lnTo>
                    <a:pt x="1325306" y="4872239"/>
                  </a:lnTo>
                  <a:lnTo>
                    <a:pt x="1325464" y="4871808"/>
                  </a:lnTo>
                  <a:lnTo>
                    <a:pt x="1325937" y="4871377"/>
                  </a:lnTo>
                  <a:lnTo>
                    <a:pt x="1326253" y="4871377"/>
                  </a:lnTo>
                  <a:lnTo>
                    <a:pt x="1326568" y="4871377"/>
                  </a:lnTo>
                  <a:lnTo>
                    <a:pt x="1326726" y="4871377"/>
                  </a:lnTo>
                  <a:lnTo>
                    <a:pt x="1326883" y="4871377"/>
                  </a:lnTo>
                  <a:lnTo>
                    <a:pt x="1327041" y="4870516"/>
                  </a:lnTo>
                  <a:lnTo>
                    <a:pt x="1327357" y="4870516"/>
                  </a:lnTo>
                  <a:lnTo>
                    <a:pt x="1327514" y="4869655"/>
                  </a:lnTo>
                  <a:lnTo>
                    <a:pt x="1327514" y="4868794"/>
                  </a:lnTo>
                  <a:lnTo>
                    <a:pt x="1327672" y="4868794"/>
                  </a:lnTo>
                  <a:lnTo>
                    <a:pt x="1327672" y="4868363"/>
                  </a:lnTo>
                  <a:lnTo>
                    <a:pt x="1327830" y="4868363"/>
                  </a:lnTo>
                  <a:lnTo>
                    <a:pt x="1327987" y="4868363"/>
                  </a:lnTo>
                  <a:lnTo>
                    <a:pt x="1327987" y="4867933"/>
                  </a:lnTo>
                  <a:lnTo>
                    <a:pt x="1328303" y="4867933"/>
                  </a:lnTo>
                  <a:lnTo>
                    <a:pt x="1328461" y="4867933"/>
                  </a:lnTo>
                  <a:lnTo>
                    <a:pt x="1328934" y="4867933"/>
                  </a:lnTo>
                  <a:lnTo>
                    <a:pt x="1329091" y="4867933"/>
                  </a:lnTo>
                  <a:lnTo>
                    <a:pt x="1329249" y="4867933"/>
                  </a:lnTo>
                  <a:lnTo>
                    <a:pt x="1329407" y="4867502"/>
                  </a:lnTo>
                  <a:lnTo>
                    <a:pt x="1329565" y="4867071"/>
                  </a:lnTo>
                  <a:lnTo>
                    <a:pt x="1329722" y="4867071"/>
                  </a:lnTo>
                  <a:lnTo>
                    <a:pt x="1329880" y="4867071"/>
                  </a:lnTo>
                  <a:lnTo>
                    <a:pt x="1330195" y="4867071"/>
                  </a:lnTo>
                  <a:lnTo>
                    <a:pt x="1330353" y="4867071"/>
                  </a:lnTo>
                  <a:lnTo>
                    <a:pt x="1330984" y="4866641"/>
                  </a:lnTo>
                  <a:lnTo>
                    <a:pt x="1330984" y="4865780"/>
                  </a:lnTo>
                  <a:lnTo>
                    <a:pt x="1331142" y="4865780"/>
                  </a:lnTo>
                  <a:lnTo>
                    <a:pt x="1331615" y="4865349"/>
                  </a:lnTo>
                  <a:lnTo>
                    <a:pt x="1332088" y="4864488"/>
                  </a:lnTo>
                  <a:lnTo>
                    <a:pt x="1332246" y="4864488"/>
                  </a:lnTo>
                  <a:lnTo>
                    <a:pt x="1332404" y="4864488"/>
                  </a:lnTo>
                  <a:lnTo>
                    <a:pt x="1332404" y="4864057"/>
                  </a:lnTo>
                  <a:lnTo>
                    <a:pt x="1332404" y="4863627"/>
                  </a:lnTo>
                  <a:lnTo>
                    <a:pt x="1332719" y="4863627"/>
                  </a:lnTo>
                  <a:lnTo>
                    <a:pt x="1332877" y="4863627"/>
                  </a:lnTo>
                  <a:lnTo>
                    <a:pt x="1333823" y="4862765"/>
                  </a:lnTo>
                  <a:lnTo>
                    <a:pt x="1333981" y="4862765"/>
                  </a:lnTo>
                  <a:lnTo>
                    <a:pt x="1334138" y="4862765"/>
                  </a:lnTo>
                  <a:lnTo>
                    <a:pt x="1334296" y="4862765"/>
                  </a:lnTo>
                  <a:lnTo>
                    <a:pt x="1334296" y="4862335"/>
                  </a:lnTo>
                  <a:lnTo>
                    <a:pt x="1334454" y="4861904"/>
                  </a:lnTo>
                  <a:lnTo>
                    <a:pt x="1334769" y="4861904"/>
                  </a:lnTo>
                  <a:lnTo>
                    <a:pt x="1334927" y="4861904"/>
                  </a:lnTo>
                  <a:lnTo>
                    <a:pt x="1335085" y="4861474"/>
                  </a:lnTo>
                  <a:lnTo>
                    <a:pt x="1335242" y="4861474"/>
                  </a:lnTo>
                  <a:lnTo>
                    <a:pt x="1335400" y="4861474"/>
                  </a:lnTo>
                  <a:lnTo>
                    <a:pt x="1335873" y="4861043"/>
                  </a:lnTo>
                  <a:lnTo>
                    <a:pt x="1336031" y="4861043"/>
                  </a:lnTo>
                  <a:lnTo>
                    <a:pt x="1336189" y="4861043"/>
                  </a:lnTo>
                  <a:lnTo>
                    <a:pt x="1336346" y="4861043"/>
                  </a:lnTo>
                  <a:lnTo>
                    <a:pt x="1336504" y="4860612"/>
                  </a:lnTo>
                  <a:lnTo>
                    <a:pt x="1336662" y="4860182"/>
                  </a:lnTo>
                  <a:lnTo>
                    <a:pt x="1336820" y="4860182"/>
                  </a:lnTo>
                  <a:lnTo>
                    <a:pt x="1337135" y="4860182"/>
                  </a:lnTo>
                  <a:lnTo>
                    <a:pt x="1337450" y="4860182"/>
                  </a:lnTo>
                  <a:lnTo>
                    <a:pt x="1337450" y="4859751"/>
                  </a:lnTo>
                  <a:lnTo>
                    <a:pt x="1337608" y="4859751"/>
                  </a:lnTo>
                  <a:lnTo>
                    <a:pt x="1338081" y="4859751"/>
                  </a:lnTo>
                  <a:lnTo>
                    <a:pt x="1338239" y="4859751"/>
                  </a:lnTo>
                  <a:lnTo>
                    <a:pt x="1338397" y="4859751"/>
                  </a:lnTo>
                  <a:lnTo>
                    <a:pt x="1338555" y="4859321"/>
                  </a:lnTo>
                  <a:lnTo>
                    <a:pt x="1339343" y="4859321"/>
                  </a:lnTo>
                  <a:lnTo>
                    <a:pt x="1339501" y="4859321"/>
                  </a:lnTo>
                  <a:lnTo>
                    <a:pt x="1339659" y="4859321"/>
                  </a:lnTo>
                  <a:lnTo>
                    <a:pt x="1340132" y="4858890"/>
                  </a:lnTo>
                  <a:lnTo>
                    <a:pt x="1340289" y="4858459"/>
                  </a:lnTo>
                  <a:lnTo>
                    <a:pt x="1340920" y="4858459"/>
                  </a:lnTo>
                  <a:lnTo>
                    <a:pt x="1341236" y="4858459"/>
                  </a:lnTo>
                  <a:lnTo>
                    <a:pt x="1341393" y="4858459"/>
                  </a:lnTo>
                  <a:lnTo>
                    <a:pt x="1341867" y="4858459"/>
                  </a:lnTo>
                  <a:lnTo>
                    <a:pt x="1341867" y="4858029"/>
                  </a:lnTo>
                  <a:lnTo>
                    <a:pt x="1342024" y="4858029"/>
                  </a:lnTo>
                  <a:lnTo>
                    <a:pt x="1342024" y="4857598"/>
                  </a:lnTo>
                  <a:lnTo>
                    <a:pt x="1342182" y="4857168"/>
                  </a:lnTo>
                  <a:lnTo>
                    <a:pt x="1342182" y="4856737"/>
                  </a:lnTo>
                  <a:lnTo>
                    <a:pt x="1342340" y="4856737"/>
                  </a:lnTo>
                  <a:lnTo>
                    <a:pt x="1342497" y="4856737"/>
                  </a:lnTo>
                  <a:lnTo>
                    <a:pt x="1342655" y="4856737"/>
                  </a:lnTo>
                  <a:lnTo>
                    <a:pt x="1342655" y="4856306"/>
                  </a:lnTo>
                  <a:lnTo>
                    <a:pt x="1342971" y="4855876"/>
                  </a:lnTo>
                  <a:lnTo>
                    <a:pt x="1342971" y="4855445"/>
                  </a:lnTo>
                  <a:lnTo>
                    <a:pt x="1343444" y="4855015"/>
                  </a:lnTo>
                  <a:lnTo>
                    <a:pt x="1343444" y="4854153"/>
                  </a:lnTo>
                  <a:lnTo>
                    <a:pt x="1343759" y="4854153"/>
                  </a:lnTo>
                  <a:lnTo>
                    <a:pt x="1343917" y="4854153"/>
                  </a:lnTo>
                  <a:lnTo>
                    <a:pt x="1344075" y="4854153"/>
                  </a:lnTo>
                  <a:lnTo>
                    <a:pt x="1344390" y="4854153"/>
                  </a:lnTo>
                  <a:lnTo>
                    <a:pt x="1344390" y="4853723"/>
                  </a:lnTo>
                  <a:lnTo>
                    <a:pt x="1344548" y="4853723"/>
                  </a:lnTo>
                  <a:lnTo>
                    <a:pt x="1344706" y="4853723"/>
                  </a:lnTo>
                  <a:lnTo>
                    <a:pt x="1344863" y="4853723"/>
                  </a:lnTo>
                  <a:lnTo>
                    <a:pt x="1345021" y="4853292"/>
                  </a:lnTo>
                  <a:lnTo>
                    <a:pt x="1345336" y="4853292"/>
                  </a:lnTo>
                  <a:lnTo>
                    <a:pt x="1345336" y="4852862"/>
                  </a:lnTo>
                  <a:lnTo>
                    <a:pt x="1345336" y="4852431"/>
                  </a:lnTo>
                  <a:lnTo>
                    <a:pt x="1345494" y="4852431"/>
                  </a:lnTo>
                  <a:lnTo>
                    <a:pt x="1345652" y="4852000"/>
                  </a:lnTo>
                  <a:lnTo>
                    <a:pt x="1345810" y="4851570"/>
                  </a:lnTo>
                  <a:lnTo>
                    <a:pt x="1346125" y="4851570"/>
                  </a:lnTo>
                  <a:lnTo>
                    <a:pt x="1346125" y="4851139"/>
                  </a:lnTo>
                  <a:lnTo>
                    <a:pt x="1346125" y="4850278"/>
                  </a:lnTo>
                  <a:lnTo>
                    <a:pt x="1346125" y="4849847"/>
                  </a:lnTo>
                  <a:lnTo>
                    <a:pt x="1346283" y="4849847"/>
                  </a:lnTo>
                  <a:lnTo>
                    <a:pt x="1346440" y="4849847"/>
                  </a:lnTo>
                  <a:lnTo>
                    <a:pt x="1346598" y="4849417"/>
                  </a:lnTo>
                  <a:lnTo>
                    <a:pt x="1346756" y="4848986"/>
                  </a:lnTo>
                  <a:lnTo>
                    <a:pt x="1346756" y="4848556"/>
                  </a:lnTo>
                  <a:lnTo>
                    <a:pt x="1346756" y="4848125"/>
                  </a:lnTo>
                  <a:lnTo>
                    <a:pt x="1347229" y="4848125"/>
                  </a:lnTo>
                  <a:lnTo>
                    <a:pt x="1347387" y="4848125"/>
                  </a:lnTo>
                  <a:lnTo>
                    <a:pt x="1347544" y="4848125"/>
                  </a:lnTo>
                  <a:lnTo>
                    <a:pt x="1347702" y="4848125"/>
                  </a:lnTo>
                  <a:lnTo>
                    <a:pt x="1347860" y="4848125"/>
                  </a:lnTo>
                  <a:lnTo>
                    <a:pt x="1347860" y="4847264"/>
                  </a:lnTo>
                  <a:lnTo>
                    <a:pt x="1348018" y="4845972"/>
                  </a:lnTo>
                  <a:lnTo>
                    <a:pt x="1348018" y="4845541"/>
                  </a:lnTo>
                  <a:lnTo>
                    <a:pt x="1348175" y="4845541"/>
                  </a:lnTo>
                  <a:lnTo>
                    <a:pt x="1348175" y="4845111"/>
                  </a:lnTo>
                  <a:lnTo>
                    <a:pt x="1348333" y="4845111"/>
                  </a:lnTo>
                  <a:lnTo>
                    <a:pt x="1348333" y="4844680"/>
                  </a:lnTo>
                  <a:lnTo>
                    <a:pt x="1348333" y="4843819"/>
                  </a:lnTo>
                  <a:lnTo>
                    <a:pt x="1348491" y="4843819"/>
                  </a:lnTo>
                  <a:lnTo>
                    <a:pt x="1348964" y="4842958"/>
                  </a:lnTo>
                  <a:lnTo>
                    <a:pt x="1349122" y="4842958"/>
                  </a:lnTo>
                  <a:lnTo>
                    <a:pt x="1349437" y="4842527"/>
                  </a:lnTo>
                  <a:lnTo>
                    <a:pt x="1349437" y="4842097"/>
                  </a:lnTo>
                  <a:lnTo>
                    <a:pt x="1349753" y="4841235"/>
                  </a:lnTo>
                  <a:lnTo>
                    <a:pt x="1349910" y="4841235"/>
                  </a:lnTo>
                  <a:lnTo>
                    <a:pt x="1350068" y="4841235"/>
                  </a:lnTo>
                  <a:lnTo>
                    <a:pt x="1350383" y="4841235"/>
                  </a:lnTo>
                  <a:lnTo>
                    <a:pt x="1350541" y="4841235"/>
                  </a:lnTo>
                  <a:lnTo>
                    <a:pt x="1350699" y="4841235"/>
                  </a:lnTo>
                  <a:lnTo>
                    <a:pt x="1350699" y="4840805"/>
                  </a:lnTo>
                  <a:lnTo>
                    <a:pt x="1351487" y="4839082"/>
                  </a:lnTo>
                  <a:lnTo>
                    <a:pt x="1351645" y="4839082"/>
                  </a:lnTo>
                  <a:lnTo>
                    <a:pt x="1351645" y="4838652"/>
                  </a:lnTo>
                  <a:lnTo>
                    <a:pt x="1351803" y="4838652"/>
                  </a:lnTo>
                  <a:lnTo>
                    <a:pt x="1351803" y="4838221"/>
                  </a:lnTo>
                  <a:lnTo>
                    <a:pt x="1351803" y="4837791"/>
                  </a:lnTo>
                  <a:lnTo>
                    <a:pt x="1351961" y="4837791"/>
                  </a:lnTo>
                  <a:lnTo>
                    <a:pt x="1351961" y="4837360"/>
                  </a:lnTo>
                  <a:lnTo>
                    <a:pt x="1352118" y="4836929"/>
                  </a:lnTo>
                  <a:lnTo>
                    <a:pt x="1352118" y="4836499"/>
                  </a:lnTo>
                  <a:lnTo>
                    <a:pt x="1352118" y="4836068"/>
                  </a:lnTo>
                  <a:lnTo>
                    <a:pt x="1352276" y="4836068"/>
                  </a:lnTo>
                  <a:lnTo>
                    <a:pt x="1352591" y="4836068"/>
                  </a:lnTo>
                  <a:lnTo>
                    <a:pt x="1352749" y="4836068"/>
                  </a:lnTo>
                  <a:lnTo>
                    <a:pt x="1352907" y="4836068"/>
                  </a:lnTo>
                  <a:lnTo>
                    <a:pt x="1353065" y="4836068"/>
                  </a:lnTo>
                  <a:lnTo>
                    <a:pt x="1353222" y="4835638"/>
                  </a:lnTo>
                  <a:lnTo>
                    <a:pt x="1353380" y="4835638"/>
                  </a:lnTo>
                  <a:lnTo>
                    <a:pt x="1353538" y="4835638"/>
                  </a:lnTo>
                  <a:lnTo>
                    <a:pt x="1353538" y="4835207"/>
                  </a:lnTo>
                  <a:lnTo>
                    <a:pt x="1353695" y="4835207"/>
                  </a:lnTo>
                  <a:lnTo>
                    <a:pt x="1353853" y="4834346"/>
                  </a:lnTo>
                  <a:lnTo>
                    <a:pt x="1354326" y="4834346"/>
                  </a:lnTo>
                  <a:lnTo>
                    <a:pt x="1354642" y="4834346"/>
                  </a:lnTo>
                  <a:lnTo>
                    <a:pt x="1354800" y="4834346"/>
                  </a:lnTo>
                  <a:lnTo>
                    <a:pt x="1354800" y="4833915"/>
                  </a:lnTo>
                  <a:lnTo>
                    <a:pt x="1355115" y="4833915"/>
                  </a:lnTo>
                  <a:lnTo>
                    <a:pt x="1355115" y="4833485"/>
                  </a:lnTo>
                  <a:lnTo>
                    <a:pt x="1355430" y="4833485"/>
                  </a:lnTo>
                  <a:lnTo>
                    <a:pt x="1355588" y="4833485"/>
                  </a:lnTo>
                  <a:lnTo>
                    <a:pt x="1356061" y="4833485"/>
                  </a:lnTo>
                  <a:lnTo>
                    <a:pt x="1356219" y="4833485"/>
                  </a:lnTo>
                  <a:lnTo>
                    <a:pt x="1356377" y="4833485"/>
                  </a:lnTo>
                  <a:lnTo>
                    <a:pt x="1356850" y="4833054"/>
                  </a:lnTo>
                  <a:lnTo>
                    <a:pt x="1357008" y="4833054"/>
                  </a:lnTo>
                  <a:lnTo>
                    <a:pt x="1357165" y="4833054"/>
                  </a:lnTo>
                  <a:lnTo>
                    <a:pt x="1357323" y="4833054"/>
                  </a:lnTo>
                  <a:lnTo>
                    <a:pt x="1357481" y="4833054"/>
                  </a:lnTo>
                  <a:lnTo>
                    <a:pt x="1357638" y="4833054"/>
                  </a:lnTo>
                  <a:lnTo>
                    <a:pt x="1357954" y="4833054"/>
                  </a:lnTo>
                  <a:lnTo>
                    <a:pt x="1358427" y="4832623"/>
                  </a:lnTo>
                  <a:lnTo>
                    <a:pt x="1358585" y="4832623"/>
                  </a:lnTo>
                  <a:lnTo>
                    <a:pt x="1358585" y="4831762"/>
                  </a:lnTo>
                  <a:lnTo>
                    <a:pt x="1359216" y="4831762"/>
                  </a:lnTo>
                  <a:lnTo>
                    <a:pt x="1359373" y="4831762"/>
                  </a:lnTo>
                  <a:lnTo>
                    <a:pt x="1359689" y="4831762"/>
                  </a:lnTo>
                  <a:lnTo>
                    <a:pt x="1360004" y="4831332"/>
                  </a:lnTo>
                  <a:lnTo>
                    <a:pt x="1360477" y="4830901"/>
                  </a:lnTo>
                  <a:lnTo>
                    <a:pt x="1360477" y="4830470"/>
                  </a:lnTo>
                  <a:lnTo>
                    <a:pt x="1360793" y="4830470"/>
                  </a:lnTo>
                  <a:lnTo>
                    <a:pt x="1360951" y="4830470"/>
                  </a:lnTo>
                  <a:lnTo>
                    <a:pt x="1361266" y="4830040"/>
                  </a:lnTo>
                  <a:lnTo>
                    <a:pt x="1361424" y="4830040"/>
                  </a:lnTo>
                  <a:lnTo>
                    <a:pt x="1361739" y="4829609"/>
                  </a:lnTo>
                  <a:lnTo>
                    <a:pt x="1361897" y="4829609"/>
                  </a:lnTo>
                  <a:lnTo>
                    <a:pt x="1361897" y="4829179"/>
                  </a:lnTo>
                  <a:lnTo>
                    <a:pt x="1362212" y="4829179"/>
                  </a:lnTo>
                  <a:lnTo>
                    <a:pt x="1362685" y="4829179"/>
                  </a:lnTo>
                  <a:lnTo>
                    <a:pt x="1362843" y="4829179"/>
                  </a:lnTo>
                  <a:lnTo>
                    <a:pt x="1363159" y="4828317"/>
                  </a:lnTo>
                  <a:lnTo>
                    <a:pt x="1363316" y="4828317"/>
                  </a:lnTo>
                  <a:lnTo>
                    <a:pt x="1363474" y="4828317"/>
                  </a:lnTo>
                  <a:lnTo>
                    <a:pt x="1364105" y="4827887"/>
                  </a:lnTo>
                  <a:lnTo>
                    <a:pt x="1364263" y="4827456"/>
                  </a:lnTo>
                  <a:lnTo>
                    <a:pt x="1364420" y="4827456"/>
                  </a:lnTo>
                  <a:lnTo>
                    <a:pt x="1364578" y="4827456"/>
                  </a:lnTo>
                  <a:lnTo>
                    <a:pt x="1364893" y="4827456"/>
                  </a:lnTo>
                  <a:lnTo>
                    <a:pt x="1364893" y="4827026"/>
                  </a:lnTo>
                  <a:lnTo>
                    <a:pt x="1365051" y="4826595"/>
                  </a:lnTo>
                  <a:lnTo>
                    <a:pt x="1365209" y="4825734"/>
                  </a:lnTo>
                  <a:lnTo>
                    <a:pt x="1366313" y="4824873"/>
                  </a:lnTo>
                  <a:lnTo>
                    <a:pt x="1366471" y="4824873"/>
                  </a:lnTo>
                  <a:lnTo>
                    <a:pt x="1366471" y="4824442"/>
                  </a:lnTo>
                  <a:lnTo>
                    <a:pt x="1366786" y="4824442"/>
                  </a:lnTo>
                  <a:lnTo>
                    <a:pt x="1366944" y="4824442"/>
                  </a:lnTo>
                  <a:lnTo>
                    <a:pt x="1367102" y="4824442"/>
                  </a:lnTo>
                  <a:lnTo>
                    <a:pt x="1367259" y="4824442"/>
                  </a:lnTo>
                  <a:lnTo>
                    <a:pt x="1367417" y="4824442"/>
                  </a:lnTo>
                  <a:lnTo>
                    <a:pt x="1367732" y="4824442"/>
                  </a:lnTo>
                  <a:lnTo>
                    <a:pt x="1367732" y="4824011"/>
                  </a:lnTo>
                  <a:lnTo>
                    <a:pt x="1367890" y="4824011"/>
                  </a:lnTo>
                  <a:lnTo>
                    <a:pt x="1368206" y="4823581"/>
                  </a:lnTo>
                  <a:lnTo>
                    <a:pt x="1368206" y="4823150"/>
                  </a:lnTo>
                  <a:lnTo>
                    <a:pt x="1368363" y="4823150"/>
                  </a:lnTo>
                  <a:lnTo>
                    <a:pt x="1368521" y="4823150"/>
                  </a:lnTo>
                  <a:lnTo>
                    <a:pt x="1368836" y="4823150"/>
                  </a:lnTo>
                  <a:lnTo>
                    <a:pt x="1368994" y="4823150"/>
                  </a:lnTo>
                  <a:lnTo>
                    <a:pt x="1369310" y="4823150"/>
                  </a:lnTo>
                  <a:lnTo>
                    <a:pt x="1369625" y="4823150"/>
                  </a:lnTo>
                  <a:lnTo>
                    <a:pt x="1369783" y="4822720"/>
                  </a:lnTo>
                  <a:lnTo>
                    <a:pt x="1369940" y="4822720"/>
                  </a:lnTo>
                  <a:lnTo>
                    <a:pt x="1369940" y="4822289"/>
                  </a:lnTo>
                  <a:lnTo>
                    <a:pt x="1370098" y="4822289"/>
                  </a:lnTo>
                  <a:lnTo>
                    <a:pt x="1370414" y="4822289"/>
                  </a:lnTo>
                  <a:lnTo>
                    <a:pt x="1370571" y="4822289"/>
                  </a:lnTo>
                  <a:lnTo>
                    <a:pt x="1370571" y="4821858"/>
                  </a:lnTo>
                  <a:lnTo>
                    <a:pt x="1370571" y="4821428"/>
                  </a:lnTo>
                  <a:lnTo>
                    <a:pt x="1370571" y="4820997"/>
                  </a:lnTo>
                  <a:lnTo>
                    <a:pt x="1370887" y="4820567"/>
                  </a:lnTo>
                  <a:lnTo>
                    <a:pt x="1371044" y="4820567"/>
                  </a:lnTo>
                  <a:lnTo>
                    <a:pt x="1371044" y="4820136"/>
                  </a:lnTo>
                  <a:lnTo>
                    <a:pt x="1371360" y="4819275"/>
                  </a:lnTo>
                  <a:lnTo>
                    <a:pt x="1371518" y="4818844"/>
                  </a:lnTo>
                  <a:lnTo>
                    <a:pt x="1371833" y="4818844"/>
                  </a:lnTo>
                  <a:lnTo>
                    <a:pt x="1371991" y="4818844"/>
                  </a:lnTo>
                  <a:lnTo>
                    <a:pt x="1372149" y="4818844"/>
                  </a:lnTo>
                  <a:lnTo>
                    <a:pt x="1372464" y="4818844"/>
                  </a:lnTo>
                  <a:lnTo>
                    <a:pt x="1372464" y="4818414"/>
                  </a:lnTo>
                  <a:lnTo>
                    <a:pt x="1372622" y="4818414"/>
                  </a:lnTo>
                  <a:lnTo>
                    <a:pt x="1372937" y="4818414"/>
                  </a:lnTo>
                  <a:lnTo>
                    <a:pt x="1373410" y="4818414"/>
                  </a:lnTo>
                  <a:lnTo>
                    <a:pt x="1373726" y="4817983"/>
                  </a:lnTo>
                  <a:lnTo>
                    <a:pt x="1373726" y="4817122"/>
                  </a:lnTo>
                  <a:lnTo>
                    <a:pt x="1374514" y="4816691"/>
                  </a:lnTo>
                  <a:lnTo>
                    <a:pt x="1374672" y="4816261"/>
                  </a:lnTo>
                  <a:lnTo>
                    <a:pt x="1374672" y="4815830"/>
                  </a:lnTo>
                  <a:lnTo>
                    <a:pt x="1374987" y="4815830"/>
                  </a:lnTo>
                  <a:lnTo>
                    <a:pt x="1375618" y="4815830"/>
                  </a:lnTo>
                  <a:lnTo>
                    <a:pt x="1375934" y="4815830"/>
                  </a:lnTo>
                  <a:lnTo>
                    <a:pt x="1376407" y="4815830"/>
                  </a:lnTo>
                  <a:lnTo>
                    <a:pt x="1376565" y="4815830"/>
                  </a:lnTo>
                  <a:lnTo>
                    <a:pt x="1377038" y="4815830"/>
                  </a:lnTo>
                  <a:lnTo>
                    <a:pt x="1377196" y="4815830"/>
                  </a:lnTo>
                  <a:lnTo>
                    <a:pt x="1377353" y="4815830"/>
                  </a:lnTo>
                  <a:lnTo>
                    <a:pt x="1377669" y="4815830"/>
                  </a:lnTo>
                  <a:lnTo>
                    <a:pt x="1377826" y="4815830"/>
                  </a:lnTo>
                  <a:lnTo>
                    <a:pt x="1377984" y="4815399"/>
                  </a:lnTo>
                  <a:lnTo>
                    <a:pt x="1378142" y="4815399"/>
                  </a:lnTo>
                  <a:lnTo>
                    <a:pt x="1378300" y="4814969"/>
                  </a:lnTo>
                  <a:lnTo>
                    <a:pt x="1378300" y="4814538"/>
                  </a:lnTo>
                  <a:lnTo>
                    <a:pt x="1378457" y="4814538"/>
                  </a:lnTo>
                  <a:lnTo>
                    <a:pt x="1378615" y="4814108"/>
                  </a:lnTo>
                  <a:lnTo>
                    <a:pt x="1378773" y="4814108"/>
                  </a:lnTo>
                  <a:lnTo>
                    <a:pt x="1378930" y="4814108"/>
                  </a:lnTo>
                  <a:lnTo>
                    <a:pt x="1379246" y="4813677"/>
                  </a:lnTo>
                  <a:lnTo>
                    <a:pt x="1379404" y="4813677"/>
                  </a:lnTo>
                  <a:lnTo>
                    <a:pt x="1379561" y="4813677"/>
                  </a:lnTo>
                  <a:lnTo>
                    <a:pt x="1379561" y="4813246"/>
                  </a:lnTo>
                  <a:lnTo>
                    <a:pt x="1379719" y="4813246"/>
                  </a:lnTo>
                  <a:lnTo>
                    <a:pt x="1380034" y="4813246"/>
                  </a:lnTo>
                  <a:lnTo>
                    <a:pt x="1380192" y="4812816"/>
                  </a:lnTo>
                  <a:lnTo>
                    <a:pt x="1380823" y="4812816"/>
                  </a:lnTo>
                  <a:lnTo>
                    <a:pt x="1381138" y="4812385"/>
                  </a:lnTo>
                  <a:lnTo>
                    <a:pt x="1381296" y="4812385"/>
                  </a:lnTo>
                  <a:lnTo>
                    <a:pt x="1381454" y="4812385"/>
                  </a:lnTo>
                  <a:lnTo>
                    <a:pt x="1381454" y="4811955"/>
                  </a:lnTo>
                  <a:lnTo>
                    <a:pt x="1381612" y="4811955"/>
                  </a:lnTo>
                  <a:lnTo>
                    <a:pt x="1381612" y="4811093"/>
                  </a:lnTo>
                  <a:lnTo>
                    <a:pt x="1381769" y="4811093"/>
                  </a:lnTo>
                  <a:lnTo>
                    <a:pt x="1382085" y="4811093"/>
                  </a:lnTo>
                  <a:lnTo>
                    <a:pt x="1382242" y="4810663"/>
                  </a:lnTo>
                  <a:lnTo>
                    <a:pt x="1382400" y="4810663"/>
                  </a:lnTo>
                  <a:lnTo>
                    <a:pt x="1382558" y="4810663"/>
                  </a:lnTo>
                  <a:lnTo>
                    <a:pt x="1382716" y="4810663"/>
                  </a:lnTo>
                  <a:lnTo>
                    <a:pt x="1382716" y="4810232"/>
                  </a:lnTo>
                  <a:lnTo>
                    <a:pt x="1382873" y="4809802"/>
                  </a:lnTo>
                  <a:lnTo>
                    <a:pt x="1383031" y="4809802"/>
                  </a:lnTo>
                  <a:lnTo>
                    <a:pt x="1383347" y="4809802"/>
                  </a:lnTo>
                  <a:lnTo>
                    <a:pt x="1383347" y="4809371"/>
                  </a:lnTo>
                  <a:lnTo>
                    <a:pt x="1383977" y="4808940"/>
                  </a:lnTo>
                  <a:lnTo>
                    <a:pt x="1383977" y="4808510"/>
                  </a:lnTo>
                  <a:lnTo>
                    <a:pt x="1384135" y="4808079"/>
                  </a:lnTo>
                  <a:lnTo>
                    <a:pt x="1384293" y="4808079"/>
                  </a:lnTo>
                  <a:lnTo>
                    <a:pt x="1384293" y="4807649"/>
                  </a:lnTo>
                  <a:lnTo>
                    <a:pt x="1384451" y="4807649"/>
                  </a:lnTo>
                  <a:lnTo>
                    <a:pt x="1384608" y="4807218"/>
                  </a:lnTo>
                  <a:lnTo>
                    <a:pt x="1384766" y="4807218"/>
                  </a:lnTo>
                  <a:lnTo>
                    <a:pt x="1385081" y="4806787"/>
                  </a:lnTo>
                  <a:lnTo>
                    <a:pt x="1385239" y="4806787"/>
                  </a:lnTo>
                  <a:lnTo>
                    <a:pt x="1385239" y="4806357"/>
                  </a:lnTo>
                  <a:lnTo>
                    <a:pt x="1385397" y="4806357"/>
                  </a:lnTo>
                  <a:lnTo>
                    <a:pt x="1385870" y="4806357"/>
                  </a:lnTo>
                  <a:lnTo>
                    <a:pt x="1386028" y="4806357"/>
                  </a:lnTo>
                  <a:lnTo>
                    <a:pt x="1386028" y="4805926"/>
                  </a:lnTo>
                  <a:lnTo>
                    <a:pt x="1386185" y="4805496"/>
                  </a:lnTo>
                  <a:lnTo>
                    <a:pt x="1386501" y="4805496"/>
                  </a:lnTo>
                  <a:lnTo>
                    <a:pt x="1386816" y="4805496"/>
                  </a:lnTo>
                  <a:lnTo>
                    <a:pt x="1386974" y="4805496"/>
                  </a:lnTo>
                  <a:lnTo>
                    <a:pt x="1387132" y="4805496"/>
                  </a:lnTo>
                  <a:lnTo>
                    <a:pt x="1387289" y="4805496"/>
                  </a:lnTo>
                  <a:lnTo>
                    <a:pt x="1387605" y="4805496"/>
                  </a:lnTo>
                  <a:lnTo>
                    <a:pt x="1387763" y="4805065"/>
                  </a:lnTo>
                  <a:lnTo>
                    <a:pt x="1388078" y="4804204"/>
                  </a:lnTo>
                  <a:lnTo>
                    <a:pt x="1388236" y="4803343"/>
                  </a:lnTo>
                  <a:lnTo>
                    <a:pt x="1388394" y="4803343"/>
                  </a:lnTo>
                  <a:lnTo>
                    <a:pt x="1388551" y="4803343"/>
                  </a:lnTo>
                  <a:lnTo>
                    <a:pt x="1388551" y="4802912"/>
                  </a:lnTo>
                  <a:lnTo>
                    <a:pt x="1388867" y="4802912"/>
                  </a:lnTo>
                  <a:lnTo>
                    <a:pt x="1389024" y="4802912"/>
                  </a:lnTo>
                  <a:lnTo>
                    <a:pt x="1389182" y="4802912"/>
                  </a:lnTo>
                  <a:lnTo>
                    <a:pt x="1389182" y="4802051"/>
                  </a:lnTo>
                  <a:lnTo>
                    <a:pt x="1389182" y="4801620"/>
                  </a:lnTo>
                  <a:lnTo>
                    <a:pt x="1389340" y="4801620"/>
                  </a:lnTo>
                  <a:lnTo>
                    <a:pt x="1389340" y="4801190"/>
                  </a:lnTo>
                  <a:lnTo>
                    <a:pt x="1389498" y="4801190"/>
                  </a:lnTo>
                  <a:lnTo>
                    <a:pt x="1389498" y="4800759"/>
                  </a:lnTo>
                  <a:lnTo>
                    <a:pt x="1389498" y="4800328"/>
                  </a:lnTo>
                  <a:lnTo>
                    <a:pt x="1389498" y="4799898"/>
                  </a:lnTo>
                  <a:lnTo>
                    <a:pt x="1389813" y="4799037"/>
                  </a:lnTo>
                  <a:lnTo>
                    <a:pt x="1389971" y="4799037"/>
                  </a:lnTo>
                  <a:lnTo>
                    <a:pt x="1390128" y="4799037"/>
                  </a:lnTo>
                  <a:lnTo>
                    <a:pt x="1392810" y="4797314"/>
                  </a:lnTo>
                  <a:lnTo>
                    <a:pt x="1393283" y="4796884"/>
                  </a:lnTo>
                  <a:lnTo>
                    <a:pt x="1393598" y="4796884"/>
                  </a:lnTo>
                  <a:lnTo>
                    <a:pt x="1393756" y="4796884"/>
                  </a:lnTo>
                  <a:lnTo>
                    <a:pt x="1393914" y="4796884"/>
                  </a:lnTo>
                  <a:lnTo>
                    <a:pt x="1394071" y="4796884"/>
                  </a:lnTo>
                  <a:lnTo>
                    <a:pt x="1394071" y="4796453"/>
                  </a:lnTo>
                  <a:lnTo>
                    <a:pt x="1394229" y="4796453"/>
                  </a:lnTo>
                  <a:lnTo>
                    <a:pt x="1394229" y="4796022"/>
                  </a:lnTo>
                  <a:lnTo>
                    <a:pt x="1394387" y="4796022"/>
                  </a:lnTo>
                  <a:lnTo>
                    <a:pt x="1394545" y="4796022"/>
                  </a:lnTo>
                  <a:lnTo>
                    <a:pt x="1394545" y="4795592"/>
                  </a:lnTo>
                  <a:lnTo>
                    <a:pt x="1394702" y="4795592"/>
                  </a:lnTo>
                  <a:lnTo>
                    <a:pt x="1394702" y="4795161"/>
                  </a:lnTo>
                  <a:lnTo>
                    <a:pt x="1394860" y="4795161"/>
                  </a:lnTo>
                  <a:lnTo>
                    <a:pt x="1395333" y="4794731"/>
                  </a:lnTo>
                  <a:lnTo>
                    <a:pt x="1395333" y="4793869"/>
                  </a:lnTo>
                  <a:lnTo>
                    <a:pt x="1395491" y="4793869"/>
                  </a:lnTo>
                  <a:lnTo>
                    <a:pt x="1395649" y="4793869"/>
                  </a:lnTo>
                  <a:lnTo>
                    <a:pt x="1395806" y="4793869"/>
                  </a:lnTo>
                  <a:lnTo>
                    <a:pt x="1396122" y="4793869"/>
                  </a:lnTo>
                  <a:lnTo>
                    <a:pt x="1396595" y="4793869"/>
                  </a:lnTo>
                  <a:lnTo>
                    <a:pt x="1396753" y="4793439"/>
                  </a:lnTo>
                  <a:lnTo>
                    <a:pt x="1396753" y="4793008"/>
                  </a:lnTo>
                  <a:lnTo>
                    <a:pt x="1396910" y="4793008"/>
                  </a:lnTo>
                  <a:lnTo>
                    <a:pt x="1397068" y="4792578"/>
                  </a:lnTo>
                  <a:lnTo>
                    <a:pt x="1397226" y="4792578"/>
                  </a:lnTo>
                  <a:lnTo>
                    <a:pt x="1397226" y="4792147"/>
                  </a:lnTo>
                  <a:lnTo>
                    <a:pt x="1397383" y="4792147"/>
                  </a:lnTo>
                  <a:lnTo>
                    <a:pt x="1397699" y="4792147"/>
                  </a:lnTo>
                  <a:lnTo>
                    <a:pt x="1397857" y="4792147"/>
                  </a:lnTo>
                  <a:lnTo>
                    <a:pt x="1398014" y="4792147"/>
                  </a:lnTo>
                  <a:lnTo>
                    <a:pt x="1398014" y="4791716"/>
                  </a:lnTo>
                  <a:lnTo>
                    <a:pt x="1398330" y="4791716"/>
                  </a:lnTo>
                  <a:lnTo>
                    <a:pt x="1398487" y="4791716"/>
                  </a:lnTo>
                  <a:lnTo>
                    <a:pt x="1398645" y="4791286"/>
                  </a:lnTo>
                  <a:lnTo>
                    <a:pt x="1398645" y="4790425"/>
                  </a:lnTo>
                  <a:lnTo>
                    <a:pt x="1398803" y="4790425"/>
                  </a:lnTo>
                  <a:lnTo>
                    <a:pt x="1398803" y="4789994"/>
                  </a:lnTo>
                  <a:lnTo>
                    <a:pt x="1399118" y="4789994"/>
                  </a:lnTo>
                  <a:lnTo>
                    <a:pt x="1399118" y="4789563"/>
                  </a:lnTo>
                  <a:lnTo>
                    <a:pt x="1399276" y="4789563"/>
                  </a:lnTo>
                  <a:lnTo>
                    <a:pt x="1399276" y="4789133"/>
                  </a:lnTo>
                  <a:lnTo>
                    <a:pt x="1399434" y="4789133"/>
                  </a:lnTo>
                  <a:lnTo>
                    <a:pt x="1399434" y="4788702"/>
                  </a:lnTo>
                  <a:lnTo>
                    <a:pt x="1399592" y="4788702"/>
                  </a:lnTo>
                  <a:lnTo>
                    <a:pt x="1399907" y="4788272"/>
                  </a:lnTo>
                  <a:lnTo>
                    <a:pt x="1400065" y="4788272"/>
                  </a:lnTo>
                  <a:lnTo>
                    <a:pt x="1400222" y="4788272"/>
                  </a:lnTo>
                  <a:lnTo>
                    <a:pt x="1400696" y="4786980"/>
                  </a:lnTo>
                  <a:lnTo>
                    <a:pt x="1400853" y="4786549"/>
                  </a:lnTo>
                  <a:lnTo>
                    <a:pt x="1401326" y="4786549"/>
                  </a:lnTo>
                  <a:lnTo>
                    <a:pt x="1401484" y="4786549"/>
                  </a:lnTo>
                  <a:lnTo>
                    <a:pt x="1401800" y="4785257"/>
                  </a:lnTo>
                  <a:lnTo>
                    <a:pt x="1401957" y="4785257"/>
                  </a:lnTo>
                  <a:lnTo>
                    <a:pt x="1402273" y="4785257"/>
                  </a:lnTo>
                  <a:lnTo>
                    <a:pt x="1402273" y="4784396"/>
                  </a:lnTo>
                  <a:lnTo>
                    <a:pt x="1402273" y="4783966"/>
                  </a:lnTo>
                  <a:lnTo>
                    <a:pt x="1402430" y="4783966"/>
                  </a:lnTo>
                  <a:lnTo>
                    <a:pt x="1402588" y="4783966"/>
                  </a:lnTo>
                  <a:lnTo>
                    <a:pt x="1402746" y="4783966"/>
                  </a:lnTo>
                  <a:lnTo>
                    <a:pt x="1402746" y="4783535"/>
                  </a:lnTo>
                  <a:lnTo>
                    <a:pt x="1402904" y="4783535"/>
                  </a:lnTo>
                  <a:lnTo>
                    <a:pt x="1403061" y="4783535"/>
                  </a:lnTo>
                  <a:lnTo>
                    <a:pt x="1403377" y="4783104"/>
                  </a:lnTo>
                  <a:lnTo>
                    <a:pt x="1403377" y="4782674"/>
                  </a:lnTo>
                  <a:lnTo>
                    <a:pt x="1403377" y="4782243"/>
                  </a:lnTo>
                  <a:lnTo>
                    <a:pt x="1403534" y="4782243"/>
                  </a:lnTo>
                  <a:lnTo>
                    <a:pt x="1404008" y="4782243"/>
                  </a:lnTo>
                  <a:lnTo>
                    <a:pt x="1404165" y="4782243"/>
                  </a:lnTo>
                  <a:lnTo>
                    <a:pt x="1404323" y="4782243"/>
                  </a:lnTo>
                  <a:lnTo>
                    <a:pt x="1404323" y="4781813"/>
                  </a:lnTo>
                  <a:lnTo>
                    <a:pt x="1404481" y="4781813"/>
                  </a:lnTo>
                  <a:lnTo>
                    <a:pt x="1404796" y="4781382"/>
                  </a:lnTo>
                  <a:lnTo>
                    <a:pt x="1404954" y="4781382"/>
                  </a:lnTo>
                  <a:lnTo>
                    <a:pt x="1404954" y="4780951"/>
                  </a:lnTo>
                  <a:lnTo>
                    <a:pt x="1405112" y="4780951"/>
                  </a:lnTo>
                  <a:lnTo>
                    <a:pt x="1405112" y="4780521"/>
                  </a:lnTo>
                  <a:lnTo>
                    <a:pt x="1405112" y="4780090"/>
                  </a:lnTo>
                  <a:lnTo>
                    <a:pt x="1405112" y="4779660"/>
                  </a:lnTo>
                  <a:lnTo>
                    <a:pt x="1405585" y="4779660"/>
                  </a:lnTo>
                  <a:lnTo>
                    <a:pt x="1406058" y="4779660"/>
                  </a:lnTo>
                  <a:lnTo>
                    <a:pt x="1406058" y="4779229"/>
                  </a:lnTo>
                  <a:lnTo>
                    <a:pt x="1406373" y="4779229"/>
                  </a:lnTo>
                  <a:lnTo>
                    <a:pt x="1406689" y="4779229"/>
                  </a:lnTo>
                  <a:lnTo>
                    <a:pt x="1407162" y="4779229"/>
                  </a:lnTo>
                  <a:lnTo>
                    <a:pt x="1407320" y="4779229"/>
                  </a:lnTo>
                  <a:lnTo>
                    <a:pt x="1407477" y="4778368"/>
                  </a:lnTo>
                  <a:lnTo>
                    <a:pt x="1407477" y="4777937"/>
                  </a:lnTo>
                  <a:lnTo>
                    <a:pt x="1407635" y="4777937"/>
                  </a:lnTo>
                  <a:lnTo>
                    <a:pt x="1408108" y="4777937"/>
                  </a:lnTo>
                  <a:lnTo>
                    <a:pt x="1408266" y="4777507"/>
                  </a:lnTo>
                  <a:lnTo>
                    <a:pt x="1408739" y="4777076"/>
                  </a:lnTo>
                  <a:lnTo>
                    <a:pt x="1409055" y="4777076"/>
                  </a:lnTo>
                  <a:lnTo>
                    <a:pt x="1409055" y="4776645"/>
                  </a:lnTo>
                  <a:lnTo>
                    <a:pt x="1409212" y="4776645"/>
                  </a:lnTo>
                  <a:lnTo>
                    <a:pt x="1409370" y="4776645"/>
                  </a:lnTo>
                  <a:lnTo>
                    <a:pt x="1409685" y="4776215"/>
                  </a:lnTo>
                  <a:lnTo>
                    <a:pt x="1409843" y="4776215"/>
                  </a:lnTo>
                  <a:lnTo>
                    <a:pt x="1410001" y="4776215"/>
                  </a:lnTo>
                  <a:lnTo>
                    <a:pt x="1410947" y="4775784"/>
                  </a:lnTo>
                  <a:lnTo>
                    <a:pt x="1411105" y="4775784"/>
                  </a:lnTo>
                  <a:lnTo>
                    <a:pt x="1411105" y="4775354"/>
                  </a:lnTo>
                  <a:lnTo>
                    <a:pt x="1411105" y="4774923"/>
                  </a:lnTo>
                  <a:lnTo>
                    <a:pt x="1411420" y="4774923"/>
                  </a:lnTo>
                  <a:lnTo>
                    <a:pt x="1411578" y="4774923"/>
                  </a:lnTo>
                  <a:lnTo>
                    <a:pt x="1411578" y="4774492"/>
                  </a:lnTo>
                  <a:lnTo>
                    <a:pt x="1411894" y="4774062"/>
                  </a:lnTo>
                  <a:lnTo>
                    <a:pt x="1412051" y="4773631"/>
                  </a:lnTo>
                  <a:lnTo>
                    <a:pt x="1412051" y="4773201"/>
                  </a:lnTo>
                  <a:lnTo>
                    <a:pt x="1412209" y="4773201"/>
                  </a:lnTo>
                  <a:lnTo>
                    <a:pt x="1412367" y="4773201"/>
                  </a:lnTo>
                  <a:lnTo>
                    <a:pt x="1412524" y="4773201"/>
                  </a:lnTo>
                  <a:lnTo>
                    <a:pt x="1413155" y="4772770"/>
                  </a:lnTo>
                  <a:lnTo>
                    <a:pt x="1413155" y="4772339"/>
                  </a:lnTo>
                  <a:lnTo>
                    <a:pt x="1413155" y="4771909"/>
                  </a:lnTo>
                  <a:lnTo>
                    <a:pt x="1413155" y="4771478"/>
                  </a:lnTo>
                  <a:lnTo>
                    <a:pt x="1413155" y="4771048"/>
                  </a:lnTo>
                  <a:lnTo>
                    <a:pt x="1413155" y="4770617"/>
                  </a:lnTo>
                  <a:lnTo>
                    <a:pt x="1413313" y="4770617"/>
                  </a:lnTo>
                  <a:lnTo>
                    <a:pt x="1413471" y="4770186"/>
                  </a:lnTo>
                  <a:lnTo>
                    <a:pt x="1413628" y="4770186"/>
                  </a:lnTo>
                  <a:lnTo>
                    <a:pt x="1413786" y="4770186"/>
                  </a:lnTo>
                  <a:lnTo>
                    <a:pt x="1413944" y="4769756"/>
                  </a:lnTo>
                  <a:lnTo>
                    <a:pt x="1414102" y="4769756"/>
                  </a:lnTo>
                  <a:lnTo>
                    <a:pt x="1414259" y="4769756"/>
                  </a:lnTo>
                  <a:lnTo>
                    <a:pt x="1414417" y="4769756"/>
                  </a:lnTo>
                  <a:lnTo>
                    <a:pt x="1414575" y="4769756"/>
                  </a:lnTo>
                  <a:lnTo>
                    <a:pt x="1415048" y="4769756"/>
                  </a:lnTo>
                  <a:lnTo>
                    <a:pt x="1415048" y="4769325"/>
                  </a:lnTo>
                  <a:lnTo>
                    <a:pt x="1415363" y="4769325"/>
                  </a:lnTo>
                  <a:lnTo>
                    <a:pt x="1415679" y="4769325"/>
                  </a:lnTo>
                  <a:lnTo>
                    <a:pt x="1416152" y="4768895"/>
                  </a:lnTo>
                  <a:lnTo>
                    <a:pt x="1416310" y="4768464"/>
                  </a:lnTo>
                  <a:lnTo>
                    <a:pt x="1416467" y="4768033"/>
                  </a:lnTo>
                  <a:lnTo>
                    <a:pt x="1416625" y="4768033"/>
                  </a:lnTo>
                  <a:lnTo>
                    <a:pt x="1416783" y="4768033"/>
                  </a:lnTo>
                  <a:lnTo>
                    <a:pt x="1417098" y="4768033"/>
                  </a:lnTo>
                  <a:lnTo>
                    <a:pt x="1417256" y="4768033"/>
                  </a:lnTo>
                  <a:lnTo>
                    <a:pt x="1417414" y="4767603"/>
                  </a:lnTo>
                  <a:lnTo>
                    <a:pt x="1417729" y="4767172"/>
                  </a:lnTo>
                  <a:lnTo>
                    <a:pt x="1418045" y="4767172"/>
                  </a:lnTo>
                  <a:lnTo>
                    <a:pt x="1418202" y="4767172"/>
                  </a:lnTo>
                  <a:lnTo>
                    <a:pt x="1418360" y="4767172"/>
                  </a:lnTo>
                  <a:lnTo>
                    <a:pt x="1418518" y="4767172"/>
                  </a:lnTo>
                  <a:lnTo>
                    <a:pt x="1418675" y="4767172"/>
                  </a:lnTo>
                  <a:lnTo>
                    <a:pt x="1418675" y="4766311"/>
                  </a:lnTo>
                  <a:lnTo>
                    <a:pt x="1418833" y="4766311"/>
                  </a:lnTo>
                  <a:lnTo>
                    <a:pt x="1418991" y="4766311"/>
                  </a:lnTo>
                  <a:lnTo>
                    <a:pt x="1419149" y="4766311"/>
                  </a:lnTo>
                  <a:lnTo>
                    <a:pt x="1419622" y="4766311"/>
                  </a:lnTo>
                  <a:lnTo>
                    <a:pt x="1419622" y="4765880"/>
                  </a:lnTo>
                  <a:lnTo>
                    <a:pt x="1420410" y="4765019"/>
                  </a:lnTo>
                  <a:lnTo>
                    <a:pt x="1420410" y="4764589"/>
                  </a:lnTo>
                  <a:lnTo>
                    <a:pt x="1420726" y="4764589"/>
                  </a:lnTo>
                  <a:lnTo>
                    <a:pt x="1420883" y="4764589"/>
                  </a:lnTo>
                  <a:lnTo>
                    <a:pt x="1421041" y="4764589"/>
                  </a:lnTo>
                  <a:lnTo>
                    <a:pt x="1421041" y="4764158"/>
                  </a:lnTo>
                  <a:lnTo>
                    <a:pt x="1421199" y="4764158"/>
                  </a:lnTo>
                  <a:lnTo>
                    <a:pt x="1421357" y="4764158"/>
                  </a:lnTo>
                  <a:lnTo>
                    <a:pt x="1421514" y="4764158"/>
                  </a:lnTo>
                  <a:lnTo>
                    <a:pt x="1421672" y="4763297"/>
                  </a:lnTo>
                  <a:lnTo>
                    <a:pt x="1422145" y="4763297"/>
                  </a:lnTo>
                  <a:lnTo>
                    <a:pt x="1422461" y="4763297"/>
                  </a:lnTo>
                  <a:lnTo>
                    <a:pt x="1422934" y="4763297"/>
                  </a:lnTo>
                  <a:lnTo>
                    <a:pt x="1423092" y="4762436"/>
                  </a:lnTo>
                  <a:lnTo>
                    <a:pt x="1423249" y="4762436"/>
                  </a:lnTo>
                  <a:lnTo>
                    <a:pt x="1423407" y="4762436"/>
                  </a:lnTo>
                  <a:lnTo>
                    <a:pt x="1423565" y="4762436"/>
                  </a:lnTo>
                  <a:lnTo>
                    <a:pt x="1423722" y="4762436"/>
                  </a:lnTo>
                  <a:lnTo>
                    <a:pt x="1424038" y="4762436"/>
                  </a:lnTo>
                  <a:lnTo>
                    <a:pt x="1424511" y="4762436"/>
                  </a:lnTo>
                  <a:lnTo>
                    <a:pt x="1424826" y="4762436"/>
                  </a:lnTo>
                  <a:lnTo>
                    <a:pt x="1424984" y="4762436"/>
                  </a:lnTo>
                  <a:lnTo>
                    <a:pt x="1425142" y="4762436"/>
                  </a:lnTo>
                  <a:lnTo>
                    <a:pt x="1425300" y="4762436"/>
                  </a:lnTo>
                  <a:lnTo>
                    <a:pt x="1425457" y="4761574"/>
                  </a:lnTo>
                  <a:lnTo>
                    <a:pt x="1425930" y="4761574"/>
                  </a:lnTo>
                  <a:lnTo>
                    <a:pt x="1426088" y="4761574"/>
                  </a:lnTo>
                  <a:lnTo>
                    <a:pt x="1426088" y="4761144"/>
                  </a:lnTo>
                  <a:lnTo>
                    <a:pt x="1426088" y="4759852"/>
                  </a:lnTo>
                  <a:lnTo>
                    <a:pt x="1426246" y="4759852"/>
                  </a:lnTo>
                  <a:lnTo>
                    <a:pt x="1426719" y="4759852"/>
                  </a:lnTo>
                  <a:lnTo>
                    <a:pt x="1426877" y="4759852"/>
                  </a:lnTo>
                  <a:lnTo>
                    <a:pt x="1427192" y="4759852"/>
                  </a:lnTo>
                  <a:lnTo>
                    <a:pt x="1427823" y="4758991"/>
                  </a:lnTo>
                  <a:lnTo>
                    <a:pt x="1428296" y="4758991"/>
                  </a:lnTo>
                  <a:lnTo>
                    <a:pt x="1428296" y="4758560"/>
                  </a:lnTo>
                  <a:lnTo>
                    <a:pt x="1428454" y="4758560"/>
                  </a:lnTo>
                  <a:lnTo>
                    <a:pt x="1428454" y="4758130"/>
                  </a:lnTo>
                  <a:lnTo>
                    <a:pt x="1428769" y="4756407"/>
                  </a:lnTo>
                  <a:lnTo>
                    <a:pt x="1428769" y="4755977"/>
                  </a:lnTo>
                  <a:lnTo>
                    <a:pt x="1428927" y="4755977"/>
                  </a:lnTo>
                  <a:lnTo>
                    <a:pt x="1429085" y="4755546"/>
                  </a:lnTo>
                  <a:lnTo>
                    <a:pt x="1429085" y="4755115"/>
                  </a:lnTo>
                  <a:lnTo>
                    <a:pt x="1429243" y="4755115"/>
                  </a:lnTo>
                  <a:lnTo>
                    <a:pt x="1429558" y="4755115"/>
                  </a:lnTo>
                  <a:lnTo>
                    <a:pt x="1429716" y="4754254"/>
                  </a:lnTo>
                  <a:lnTo>
                    <a:pt x="1430189" y="4754254"/>
                  </a:lnTo>
                  <a:lnTo>
                    <a:pt x="1430347" y="4753824"/>
                  </a:lnTo>
                  <a:lnTo>
                    <a:pt x="1430347" y="4753393"/>
                  </a:lnTo>
                  <a:lnTo>
                    <a:pt x="1430504" y="4753393"/>
                  </a:lnTo>
                  <a:lnTo>
                    <a:pt x="1430662" y="4753393"/>
                  </a:lnTo>
                  <a:lnTo>
                    <a:pt x="1430977" y="4753393"/>
                  </a:lnTo>
                  <a:lnTo>
                    <a:pt x="1431293" y="4753393"/>
                  </a:lnTo>
                  <a:lnTo>
                    <a:pt x="1431924" y="4753393"/>
                  </a:lnTo>
                  <a:lnTo>
                    <a:pt x="1432081" y="4753393"/>
                  </a:lnTo>
                  <a:lnTo>
                    <a:pt x="1432081" y="4752962"/>
                  </a:lnTo>
                  <a:lnTo>
                    <a:pt x="1432397" y="4752962"/>
                  </a:lnTo>
                  <a:lnTo>
                    <a:pt x="1433028" y="4752101"/>
                  </a:lnTo>
                  <a:lnTo>
                    <a:pt x="1433343" y="4752101"/>
                  </a:lnTo>
                  <a:lnTo>
                    <a:pt x="1433343" y="4751671"/>
                  </a:lnTo>
                  <a:lnTo>
                    <a:pt x="1433501" y="4751671"/>
                  </a:lnTo>
                  <a:lnTo>
                    <a:pt x="1433659" y="4751671"/>
                  </a:lnTo>
                  <a:lnTo>
                    <a:pt x="1433816" y="4751240"/>
                  </a:lnTo>
                  <a:lnTo>
                    <a:pt x="1433816" y="4749948"/>
                  </a:lnTo>
                  <a:lnTo>
                    <a:pt x="1434290" y="4749518"/>
                  </a:lnTo>
                  <a:lnTo>
                    <a:pt x="1434290" y="4749087"/>
                  </a:lnTo>
                  <a:lnTo>
                    <a:pt x="1434447" y="4749087"/>
                  </a:lnTo>
                  <a:lnTo>
                    <a:pt x="1434605" y="4749087"/>
                  </a:lnTo>
                  <a:lnTo>
                    <a:pt x="1434920" y="4749087"/>
                  </a:lnTo>
                  <a:lnTo>
                    <a:pt x="1435078" y="4749087"/>
                  </a:lnTo>
                  <a:lnTo>
                    <a:pt x="1435236" y="4748656"/>
                  </a:lnTo>
                  <a:lnTo>
                    <a:pt x="1435236" y="4747795"/>
                  </a:lnTo>
                  <a:lnTo>
                    <a:pt x="1435394" y="4747365"/>
                  </a:lnTo>
                  <a:lnTo>
                    <a:pt x="1435551" y="4747365"/>
                  </a:lnTo>
                  <a:lnTo>
                    <a:pt x="1435709" y="4747365"/>
                  </a:lnTo>
                  <a:lnTo>
                    <a:pt x="1435709" y="4746934"/>
                  </a:lnTo>
                  <a:lnTo>
                    <a:pt x="1435867" y="4746934"/>
                  </a:lnTo>
                  <a:lnTo>
                    <a:pt x="1435867" y="4746503"/>
                  </a:lnTo>
                  <a:lnTo>
                    <a:pt x="1436024" y="4746503"/>
                  </a:lnTo>
                  <a:lnTo>
                    <a:pt x="1436340" y="4746503"/>
                  </a:lnTo>
                  <a:lnTo>
                    <a:pt x="1436813" y="4746073"/>
                  </a:lnTo>
                  <a:lnTo>
                    <a:pt x="1437128" y="4746073"/>
                  </a:lnTo>
                  <a:lnTo>
                    <a:pt x="1437444" y="4746073"/>
                  </a:lnTo>
                  <a:lnTo>
                    <a:pt x="1437602" y="4746073"/>
                  </a:lnTo>
                  <a:lnTo>
                    <a:pt x="1437759" y="4746073"/>
                  </a:lnTo>
                  <a:lnTo>
                    <a:pt x="1438075" y="4746073"/>
                  </a:lnTo>
                  <a:lnTo>
                    <a:pt x="1438232" y="4746073"/>
                  </a:lnTo>
                  <a:lnTo>
                    <a:pt x="1438390" y="4746073"/>
                  </a:lnTo>
                  <a:lnTo>
                    <a:pt x="1439179" y="4746073"/>
                  </a:lnTo>
                  <a:lnTo>
                    <a:pt x="1439179" y="4745642"/>
                  </a:lnTo>
                  <a:lnTo>
                    <a:pt x="1439337" y="4745642"/>
                  </a:lnTo>
                  <a:lnTo>
                    <a:pt x="1439494" y="4745642"/>
                  </a:lnTo>
                  <a:lnTo>
                    <a:pt x="1439652" y="4745212"/>
                  </a:lnTo>
                  <a:lnTo>
                    <a:pt x="1439810" y="4745212"/>
                  </a:lnTo>
                  <a:lnTo>
                    <a:pt x="1439810" y="4744781"/>
                  </a:lnTo>
                  <a:lnTo>
                    <a:pt x="1440125" y="4744350"/>
                  </a:lnTo>
                  <a:lnTo>
                    <a:pt x="1440283" y="4744350"/>
                  </a:lnTo>
                  <a:lnTo>
                    <a:pt x="1440441" y="4744350"/>
                  </a:lnTo>
                  <a:lnTo>
                    <a:pt x="1440441" y="4743920"/>
                  </a:lnTo>
                  <a:lnTo>
                    <a:pt x="1440598" y="4743920"/>
                  </a:lnTo>
                  <a:lnTo>
                    <a:pt x="1440756" y="4743489"/>
                  </a:lnTo>
                  <a:lnTo>
                    <a:pt x="1440756" y="4743059"/>
                  </a:lnTo>
                  <a:lnTo>
                    <a:pt x="1440914" y="4743059"/>
                  </a:lnTo>
                  <a:lnTo>
                    <a:pt x="1441071" y="4743059"/>
                  </a:lnTo>
                  <a:lnTo>
                    <a:pt x="1441071" y="4742628"/>
                  </a:lnTo>
                  <a:lnTo>
                    <a:pt x="1441229" y="4742197"/>
                  </a:lnTo>
                  <a:lnTo>
                    <a:pt x="1441545" y="4742197"/>
                  </a:lnTo>
                  <a:lnTo>
                    <a:pt x="1442175" y="4741767"/>
                  </a:lnTo>
                  <a:lnTo>
                    <a:pt x="1442491" y="4741767"/>
                  </a:lnTo>
                  <a:lnTo>
                    <a:pt x="1442649" y="4741336"/>
                  </a:lnTo>
                  <a:lnTo>
                    <a:pt x="1442806" y="4741336"/>
                  </a:lnTo>
                  <a:lnTo>
                    <a:pt x="1442964" y="4741336"/>
                  </a:lnTo>
                  <a:lnTo>
                    <a:pt x="1443122" y="4740906"/>
                  </a:lnTo>
                  <a:lnTo>
                    <a:pt x="1443279" y="4740906"/>
                  </a:lnTo>
                  <a:lnTo>
                    <a:pt x="1443437" y="4740906"/>
                  </a:lnTo>
                  <a:lnTo>
                    <a:pt x="1443595" y="4740906"/>
                  </a:lnTo>
                  <a:lnTo>
                    <a:pt x="1443753" y="4740906"/>
                  </a:lnTo>
                  <a:lnTo>
                    <a:pt x="1443753" y="4740475"/>
                  </a:lnTo>
                  <a:lnTo>
                    <a:pt x="1444226" y="4740475"/>
                  </a:lnTo>
                  <a:lnTo>
                    <a:pt x="1444383" y="4740475"/>
                  </a:lnTo>
                  <a:lnTo>
                    <a:pt x="1444541" y="4740475"/>
                  </a:lnTo>
                  <a:lnTo>
                    <a:pt x="1444699" y="4740475"/>
                  </a:lnTo>
                  <a:lnTo>
                    <a:pt x="1445330" y="4739614"/>
                  </a:lnTo>
                  <a:lnTo>
                    <a:pt x="1445488" y="4739614"/>
                  </a:lnTo>
                  <a:lnTo>
                    <a:pt x="1445645" y="4739614"/>
                  </a:lnTo>
                  <a:lnTo>
                    <a:pt x="1445803" y="4739614"/>
                  </a:lnTo>
                  <a:lnTo>
                    <a:pt x="1445961" y="4739614"/>
                  </a:lnTo>
                  <a:lnTo>
                    <a:pt x="1446118" y="4739614"/>
                  </a:lnTo>
                  <a:lnTo>
                    <a:pt x="1446276" y="4739614"/>
                  </a:lnTo>
                  <a:lnTo>
                    <a:pt x="1446592" y="4739183"/>
                  </a:lnTo>
                  <a:lnTo>
                    <a:pt x="1446749" y="4739183"/>
                  </a:lnTo>
                  <a:lnTo>
                    <a:pt x="1446907" y="4739183"/>
                  </a:lnTo>
                  <a:lnTo>
                    <a:pt x="1447065" y="4739183"/>
                  </a:lnTo>
                  <a:lnTo>
                    <a:pt x="1447222" y="4739183"/>
                  </a:lnTo>
                  <a:lnTo>
                    <a:pt x="1447380" y="4739183"/>
                  </a:lnTo>
                  <a:lnTo>
                    <a:pt x="1447380" y="4738753"/>
                  </a:lnTo>
                  <a:lnTo>
                    <a:pt x="1447380" y="4738322"/>
                  </a:lnTo>
                  <a:lnTo>
                    <a:pt x="1447380" y="4737030"/>
                  </a:lnTo>
                  <a:lnTo>
                    <a:pt x="1447696" y="4736600"/>
                  </a:lnTo>
                  <a:lnTo>
                    <a:pt x="1447853" y="4736600"/>
                  </a:lnTo>
                  <a:lnTo>
                    <a:pt x="1448011" y="4736600"/>
                  </a:lnTo>
                  <a:lnTo>
                    <a:pt x="1448326" y="4736600"/>
                  </a:lnTo>
                  <a:lnTo>
                    <a:pt x="1448484" y="4736600"/>
                  </a:lnTo>
                  <a:lnTo>
                    <a:pt x="1448957" y="4736600"/>
                  </a:lnTo>
                  <a:lnTo>
                    <a:pt x="1449430" y="4736169"/>
                  </a:lnTo>
                  <a:lnTo>
                    <a:pt x="1449430" y="4735738"/>
                  </a:lnTo>
                  <a:lnTo>
                    <a:pt x="1449746" y="4735738"/>
                  </a:lnTo>
                  <a:lnTo>
                    <a:pt x="1449746" y="4735308"/>
                  </a:lnTo>
                  <a:lnTo>
                    <a:pt x="1449746" y="4734877"/>
                  </a:lnTo>
                  <a:lnTo>
                    <a:pt x="1449904" y="4734877"/>
                  </a:lnTo>
                  <a:lnTo>
                    <a:pt x="1450377" y="4734877"/>
                  </a:lnTo>
                  <a:lnTo>
                    <a:pt x="1450535" y="4734877"/>
                  </a:lnTo>
                  <a:lnTo>
                    <a:pt x="1450850" y="4734447"/>
                  </a:lnTo>
                  <a:lnTo>
                    <a:pt x="1451008" y="4734447"/>
                  </a:lnTo>
                  <a:lnTo>
                    <a:pt x="1451165" y="4733585"/>
                  </a:lnTo>
                  <a:lnTo>
                    <a:pt x="1451165" y="4733155"/>
                  </a:lnTo>
                  <a:lnTo>
                    <a:pt x="1451481" y="4733155"/>
                  </a:lnTo>
                  <a:lnTo>
                    <a:pt x="1451796" y="4733155"/>
                  </a:lnTo>
                  <a:lnTo>
                    <a:pt x="1452112" y="4733155"/>
                  </a:lnTo>
                  <a:lnTo>
                    <a:pt x="1452269" y="4733155"/>
                  </a:lnTo>
                  <a:lnTo>
                    <a:pt x="1452427" y="4733155"/>
                  </a:lnTo>
                  <a:lnTo>
                    <a:pt x="1453058" y="4732724"/>
                  </a:lnTo>
                  <a:lnTo>
                    <a:pt x="1453216" y="4732724"/>
                  </a:lnTo>
                  <a:lnTo>
                    <a:pt x="1453531" y="4731863"/>
                  </a:lnTo>
                  <a:lnTo>
                    <a:pt x="1453689" y="4731863"/>
                  </a:lnTo>
                  <a:lnTo>
                    <a:pt x="1453847" y="4731863"/>
                  </a:lnTo>
                  <a:lnTo>
                    <a:pt x="1453847" y="4731432"/>
                  </a:lnTo>
                  <a:lnTo>
                    <a:pt x="1453847" y="4731002"/>
                  </a:lnTo>
                  <a:lnTo>
                    <a:pt x="1454162" y="4730571"/>
                  </a:lnTo>
                  <a:lnTo>
                    <a:pt x="1454320" y="4730141"/>
                  </a:lnTo>
                  <a:lnTo>
                    <a:pt x="1454320" y="4729710"/>
                  </a:lnTo>
                  <a:lnTo>
                    <a:pt x="1454477" y="4729279"/>
                  </a:lnTo>
                  <a:lnTo>
                    <a:pt x="1455266" y="4729279"/>
                  </a:lnTo>
                  <a:lnTo>
                    <a:pt x="1455424" y="4729279"/>
                  </a:lnTo>
                  <a:lnTo>
                    <a:pt x="1455581" y="4729279"/>
                  </a:lnTo>
                  <a:lnTo>
                    <a:pt x="1455739" y="4729279"/>
                  </a:lnTo>
                  <a:lnTo>
                    <a:pt x="1456055" y="4728849"/>
                  </a:lnTo>
                  <a:lnTo>
                    <a:pt x="1456055" y="4727988"/>
                  </a:lnTo>
                  <a:lnTo>
                    <a:pt x="1456370" y="4727988"/>
                  </a:lnTo>
                  <a:lnTo>
                    <a:pt x="1456528" y="4727557"/>
                  </a:lnTo>
                  <a:lnTo>
                    <a:pt x="1456686" y="4727557"/>
                  </a:lnTo>
                  <a:lnTo>
                    <a:pt x="1456686" y="4727126"/>
                  </a:lnTo>
                  <a:lnTo>
                    <a:pt x="1457001" y="4726696"/>
                  </a:lnTo>
                  <a:lnTo>
                    <a:pt x="1457001" y="4726265"/>
                  </a:lnTo>
                  <a:lnTo>
                    <a:pt x="1457159" y="4725835"/>
                  </a:lnTo>
                  <a:lnTo>
                    <a:pt x="1457316" y="4725404"/>
                  </a:lnTo>
                  <a:lnTo>
                    <a:pt x="1457474" y="4725404"/>
                  </a:lnTo>
                  <a:lnTo>
                    <a:pt x="1457632" y="4725404"/>
                  </a:lnTo>
                  <a:lnTo>
                    <a:pt x="1457947" y="4725404"/>
                  </a:lnTo>
                  <a:lnTo>
                    <a:pt x="1458736" y="4724973"/>
                  </a:lnTo>
                  <a:lnTo>
                    <a:pt x="1458894" y="4724973"/>
                  </a:lnTo>
                  <a:lnTo>
                    <a:pt x="1458894" y="4723682"/>
                  </a:lnTo>
                  <a:lnTo>
                    <a:pt x="1459051" y="4723682"/>
                  </a:lnTo>
                  <a:lnTo>
                    <a:pt x="1459209" y="4723251"/>
                  </a:lnTo>
                  <a:lnTo>
                    <a:pt x="1459367" y="4723251"/>
                  </a:lnTo>
                  <a:lnTo>
                    <a:pt x="1459367" y="4722820"/>
                  </a:lnTo>
                  <a:lnTo>
                    <a:pt x="1459524" y="4722820"/>
                  </a:lnTo>
                  <a:lnTo>
                    <a:pt x="1459682" y="4722820"/>
                  </a:lnTo>
                  <a:lnTo>
                    <a:pt x="1459998" y="4722820"/>
                  </a:lnTo>
                  <a:lnTo>
                    <a:pt x="1459998" y="4722390"/>
                  </a:lnTo>
                  <a:lnTo>
                    <a:pt x="1460155" y="4722390"/>
                  </a:lnTo>
                  <a:lnTo>
                    <a:pt x="1460313" y="4722390"/>
                  </a:lnTo>
                  <a:lnTo>
                    <a:pt x="1460471" y="4722390"/>
                  </a:lnTo>
                  <a:lnTo>
                    <a:pt x="1460628" y="4721959"/>
                  </a:lnTo>
                  <a:lnTo>
                    <a:pt x="1460786" y="4721959"/>
                  </a:lnTo>
                  <a:lnTo>
                    <a:pt x="1460944" y="4721959"/>
                  </a:lnTo>
                  <a:lnTo>
                    <a:pt x="1460944" y="4721529"/>
                  </a:lnTo>
                  <a:lnTo>
                    <a:pt x="1460944" y="4720667"/>
                  </a:lnTo>
                  <a:lnTo>
                    <a:pt x="1461259" y="4720667"/>
                  </a:lnTo>
                  <a:lnTo>
                    <a:pt x="1461575" y="4720237"/>
                  </a:lnTo>
                  <a:lnTo>
                    <a:pt x="1461733" y="4720237"/>
                  </a:lnTo>
                  <a:lnTo>
                    <a:pt x="1462048" y="4720237"/>
                  </a:lnTo>
                  <a:lnTo>
                    <a:pt x="1462206" y="4719806"/>
                  </a:lnTo>
                  <a:lnTo>
                    <a:pt x="1462363" y="4719806"/>
                  </a:lnTo>
                  <a:lnTo>
                    <a:pt x="1462679" y="4719376"/>
                  </a:lnTo>
                  <a:lnTo>
                    <a:pt x="1462679" y="4718945"/>
                  </a:lnTo>
                  <a:lnTo>
                    <a:pt x="1462994" y="4718945"/>
                  </a:lnTo>
                  <a:lnTo>
                    <a:pt x="1463152" y="4718945"/>
                  </a:lnTo>
                  <a:lnTo>
                    <a:pt x="1463310" y="4718945"/>
                  </a:lnTo>
                  <a:lnTo>
                    <a:pt x="1463467" y="4718945"/>
                  </a:lnTo>
                  <a:lnTo>
                    <a:pt x="1463467" y="4718514"/>
                  </a:lnTo>
                  <a:lnTo>
                    <a:pt x="1463467" y="4718084"/>
                  </a:lnTo>
                  <a:lnTo>
                    <a:pt x="1463625" y="4717653"/>
                  </a:lnTo>
                  <a:lnTo>
                    <a:pt x="1463783" y="4717653"/>
                  </a:lnTo>
                  <a:lnTo>
                    <a:pt x="1463783" y="4717223"/>
                  </a:lnTo>
                  <a:lnTo>
                    <a:pt x="1463941" y="4716361"/>
                  </a:lnTo>
                  <a:lnTo>
                    <a:pt x="1464098" y="4715931"/>
                  </a:lnTo>
                  <a:lnTo>
                    <a:pt x="1464256" y="4715500"/>
                  </a:lnTo>
                  <a:lnTo>
                    <a:pt x="1464414" y="4715500"/>
                  </a:lnTo>
                  <a:lnTo>
                    <a:pt x="1464571" y="4715500"/>
                  </a:lnTo>
                  <a:lnTo>
                    <a:pt x="1464729" y="4715500"/>
                  </a:lnTo>
                  <a:lnTo>
                    <a:pt x="1465045" y="4715070"/>
                  </a:lnTo>
                  <a:lnTo>
                    <a:pt x="1465045" y="4714639"/>
                  </a:lnTo>
                  <a:lnTo>
                    <a:pt x="1465675" y="4713778"/>
                  </a:lnTo>
                  <a:lnTo>
                    <a:pt x="1466149" y="4713778"/>
                  </a:lnTo>
                  <a:lnTo>
                    <a:pt x="1466306" y="4713347"/>
                  </a:lnTo>
                  <a:lnTo>
                    <a:pt x="1466464" y="4713347"/>
                  </a:lnTo>
                  <a:lnTo>
                    <a:pt x="1466779" y="4713347"/>
                  </a:lnTo>
                  <a:lnTo>
                    <a:pt x="1466937" y="4713347"/>
                  </a:lnTo>
                  <a:lnTo>
                    <a:pt x="1467095" y="4713347"/>
                  </a:lnTo>
                  <a:lnTo>
                    <a:pt x="1467253" y="4713347"/>
                  </a:lnTo>
                  <a:lnTo>
                    <a:pt x="1467410" y="4713347"/>
                  </a:lnTo>
                  <a:lnTo>
                    <a:pt x="1467568" y="4713347"/>
                  </a:lnTo>
                  <a:lnTo>
                    <a:pt x="1467726" y="4713347"/>
                  </a:lnTo>
                  <a:lnTo>
                    <a:pt x="1467726" y="4712917"/>
                  </a:lnTo>
                  <a:lnTo>
                    <a:pt x="1467884" y="4712917"/>
                  </a:lnTo>
                  <a:lnTo>
                    <a:pt x="1468041" y="4712917"/>
                  </a:lnTo>
                  <a:lnTo>
                    <a:pt x="1468041" y="4712486"/>
                  </a:lnTo>
                  <a:lnTo>
                    <a:pt x="1468199" y="4712486"/>
                  </a:lnTo>
                  <a:lnTo>
                    <a:pt x="1468514" y="4712486"/>
                  </a:lnTo>
                  <a:lnTo>
                    <a:pt x="1468672" y="4711625"/>
                  </a:lnTo>
                  <a:lnTo>
                    <a:pt x="1468830" y="4711625"/>
                  </a:lnTo>
                  <a:lnTo>
                    <a:pt x="1468988" y="4711625"/>
                  </a:lnTo>
                  <a:lnTo>
                    <a:pt x="1469145" y="4711625"/>
                  </a:lnTo>
                  <a:lnTo>
                    <a:pt x="1469303" y="4711625"/>
                  </a:lnTo>
                  <a:lnTo>
                    <a:pt x="1469461" y="4711625"/>
                  </a:lnTo>
                  <a:lnTo>
                    <a:pt x="1469618" y="4711625"/>
                  </a:lnTo>
                  <a:lnTo>
                    <a:pt x="1469934" y="4710764"/>
                  </a:lnTo>
                  <a:lnTo>
                    <a:pt x="1470092" y="4710764"/>
                  </a:lnTo>
                  <a:lnTo>
                    <a:pt x="1470407" y="4710333"/>
                  </a:lnTo>
                  <a:lnTo>
                    <a:pt x="1470407" y="4709902"/>
                  </a:lnTo>
                  <a:lnTo>
                    <a:pt x="1470565" y="4709472"/>
                  </a:lnTo>
                  <a:lnTo>
                    <a:pt x="1470722" y="4709472"/>
                  </a:lnTo>
                  <a:lnTo>
                    <a:pt x="1470880" y="4709472"/>
                  </a:lnTo>
                  <a:lnTo>
                    <a:pt x="1471196" y="4709472"/>
                  </a:lnTo>
                  <a:lnTo>
                    <a:pt x="1471353" y="4709472"/>
                  </a:lnTo>
                  <a:lnTo>
                    <a:pt x="1473088" y="4707319"/>
                  </a:lnTo>
                  <a:lnTo>
                    <a:pt x="1473246" y="4707319"/>
                  </a:lnTo>
                  <a:lnTo>
                    <a:pt x="1473404" y="4707319"/>
                  </a:lnTo>
                  <a:lnTo>
                    <a:pt x="1473561" y="4707319"/>
                  </a:lnTo>
                  <a:lnTo>
                    <a:pt x="1473877" y="4707319"/>
                  </a:lnTo>
                  <a:lnTo>
                    <a:pt x="1474035" y="4707319"/>
                  </a:lnTo>
                  <a:lnTo>
                    <a:pt x="1474192" y="4707319"/>
                  </a:lnTo>
                  <a:lnTo>
                    <a:pt x="1474350" y="4706888"/>
                  </a:lnTo>
                  <a:lnTo>
                    <a:pt x="1474665" y="4706458"/>
                  </a:lnTo>
                  <a:lnTo>
                    <a:pt x="1474823" y="4706458"/>
                  </a:lnTo>
                  <a:lnTo>
                    <a:pt x="1474981" y="4704735"/>
                  </a:lnTo>
                  <a:lnTo>
                    <a:pt x="1475296" y="4704735"/>
                  </a:lnTo>
                  <a:lnTo>
                    <a:pt x="1475612" y="4704305"/>
                  </a:lnTo>
                  <a:lnTo>
                    <a:pt x="1475769" y="4704305"/>
                  </a:lnTo>
                  <a:lnTo>
                    <a:pt x="1475927" y="4704305"/>
                  </a:lnTo>
                  <a:lnTo>
                    <a:pt x="1476085" y="4703443"/>
                  </a:lnTo>
                  <a:lnTo>
                    <a:pt x="1476243" y="4703443"/>
                  </a:lnTo>
                  <a:lnTo>
                    <a:pt x="1476400" y="4703443"/>
                  </a:lnTo>
                  <a:lnTo>
                    <a:pt x="1476558" y="4703443"/>
                  </a:lnTo>
                  <a:lnTo>
                    <a:pt x="1476716" y="4703443"/>
                  </a:lnTo>
                  <a:lnTo>
                    <a:pt x="1476873" y="4703443"/>
                  </a:lnTo>
                  <a:lnTo>
                    <a:pt x="1476873" y="4703013"/>
                  </a:lnTo>
                  <a:lnTo>
                    <a:pt x="1476873" y="4702582"/>
                  </a:lnTo>
                  <a:lnTo>
                    <a:pt x="1477031" y="4702582"/>
                  </a:lnTo>
                  <a:lnTo>
                    <a:pt x="1477347" y="4702152"/>
                  </a:lnTo>
                  <a:lnTo>
                    <a:pt x="1477504" y="4702152"/>
                  </a:lnTo>
                  <a:lnTo>
                    <a:pt x="1477662" y="4702152"/>
                  </a:lnTo>
                  <a:lnTo>
                    <a:pt x="1477662" y="4701721"/>
                  </a:lnTo>
                  <a:lnTo>
                    <a:pt x="1477820" y="4701721"/>
                  </a:lnTo>
                  <a:lnTo>
                    <a:pt x="1478135" y="4701721"/>
                  </a:lnTo>
                  <a:lnTo>
                    <a:pt x="1478135" y="4701290"/>
                  </a:lnTo>
                  <a:lnTo>
                    <a:pt x="1478293" y="4700860"/>
                  </a:lnTo>
                  <a:lnTo>
                    <a:pt x="1478451" y="4700429"/>
                  </a:lnTo>
                  <a:lnTo>
                    <a:pt x="1478608" y="4700429"/>
                  </a:lnTo>
                  <a:lnTo>
                    <a:pt x="1478608" y="4699999"/>
                  </a:lnTo>
                  <a:lnTo>
                    <a:pt x="1478608" y="4699568"/>
                  </a:lnTo>
                  <a:lnTo>
                    <a:pt x="1478608" y="4699137"/>
                  </a:lnTo>
                  <a:lnTo>
                    <a:pt x="1478924" y="4699137"/>
                  </a:lnTo>
                  <a:lnTo>
                    <a:pt x="1478924" y="4698707"/>
                  </a:lnTo>
                  <a:lnTo>
                    <a:pt x="1479555" y="4698707"/>
                  </a:lnTo>
                  <a:lnTo>
                    <a:pt x="1479712" y="4698276"/>
                  </a:lnTo>
                  <a:lnTo>
                    <a:pt x="1479870" y="4698276"/>
                  </a:lnTo>
                  <a:lnTo>
                    <a:pt x="1480343" y="4698276"/>
                  </a:lnTo>
                  <a:lnTo>
                    <a:pt x="1480816" y="4697846"/>
                  </a:lnTo>
                  <a:lnTo>
                    <a:pt x="1480974" y="4697415"/>
                  </a:lnTo>
                  <a:lnTo>
                    <a:pt x="1481132" y="4696984"/>
                  </a:lnTo>
                  <a:lnTo>
                    <a:pt x="1481290" y="4696554"/>
                  </a:lnTo>
                  <a:lnTo>
                    <a:pt x="1481447" y="4696554"/>
                  </a:lnTo>
                  <a:lnTo>
                    <a:pt x="1481605" y="4696554"/>
                  </a:lnTo>
                  <a:lnTo>
                    <a:pt x="1481763" y="4696554"/>
                  </a:lnTo>
                  <a:lnTo>
                    <a:pt x="1482078" y="4696554"/>
                  </a:lnTo>
                  <a:lnTo>
                    <a:pt x="1482551" y="4696554"/>
                  </a:lnTo>
                  <a:lnTo>
                    <a:pt x="1482867" y="4696554"/>
                  </a:lnTo>
                  <a:lnTo>
                    <a:pt x="1482867" y="4696123"/>
                  </a:lnTo>
                  <a:lnTo>
                    <a:pt x="1483024" y="4696123"/>
                  </a:lnTo>
                  <a:lnTo>
                    <a:pt x="1483182" y="4696123"/>
                  </a:lnTo>
                  <a:lnTo>
                    <a:pt x="1483498" y="4695262"/>
                  </a:lnTo>
                  <a:lnTo>
                    <a:pt x="1483655" y="4695262"/>
                  </a:lnTo>
                  <a:lnTo>
                    <a:pt x="1483813" y="4694831"/>
                  </a:lnTo>
                  <a:lnTo>
                    <a:pt x="1483971" y="4694831"/>
                  </a:lnTo>
                  <a:lnTo>
                    <a:pt x="1483971" y="4694401"/>
                  </a:lnTo>
                  <a:lnTo>
                    <a:pt x="1484128" y="4694401"/>
                  </a:lnTo>
                  <a:lnTo>
                    <a:pt x="1484602" y="4694401"/>
                  </a:lnTo>
                  <a:lnTo>
                    <a:pt x="1485233" y="4693970"/>
                  </a:lnTo>
                  <a:lnTo>
                    <a:pt x="1485233" y="4693540"/>
                  </a:lnTo>
                  <a:lnTo>
                    <a:pt x="1485390" y="4693540"/>
                  </a:lnTo>
                  <a:lnTo>
                    <a:pt x="1485548" y="4693540"/>
                  </a:lnTo>
                  <a:lnTo>
                    <a:pt x="1485706" y="4693540"/>
                  </a:lnTo>
                  <a:lnTo>
                    <a:pt x="1486021" y="4693540"/>
                  </a:lnTo>
                  <a:lnTo>
                    <a:pt x="1486652" y="4693109"/>
                  </a:lnTo>
                  <a:lnTo>
                    <a:pt x="1486810" y="4693109"/>
                  </a:lnTo>
                  <a:lnTo>
                    <a:pt x="1487125" y="4693109"/>
                  </a:lnTo>
                  <a:lnTo>
                    <a:pt x="1487283" y="4693109"/>
                  </a:lnTo>
                  <a:lnTo>
                    <a:pt x="1487441" y="4692678"/>
                  </a:lnTo>
                  <a:lnTo>
                    <a:pt x="1487598" y="4692678"/>
                  </a:lnTo>
                  <a:lnTo>
                    <a:pt x="1487914" y="4692678"/>
                  </a:lnTo>
                  <a:lnTo>
                    <a:pt x="1488071" y="4692678"/>
                  </a:lnTo>
                  <a:lnTo>
                    <a:pt x="1488071" y="4692248"/>
                  </a:lnTo>
                  <a:lnTo>
                    <a:pt x="1488229" y="4692248"/>
                  </a:lnTo>
                  <a:lnTo>
                    <a:pt x="1488702" y="4690525"/>
                  </a:lnTo>
                  <a:lnTo>
                    <a:pt x="1488860" y="4690525"/>
                  </a:lnTo>
                  <a:lnTo>
                    <a:pt x="1489018" y="4690525"/>
                  </a:lnTo>
                  <a:lnTo>
                    <a:pt x="1489491" y="4690095"/>
                  </a:lnTo>
                  <a:lnTo>
                    <a:pt x="1489649" y="4689234"/>
                  </a:lnTo>
                  <a:lnTo>
                    <a:pt x="1489806" y="4689234"/>
                  </a:lnTo>
                  <a:lnTo>
                    <a:pt x="1490122" y="4689234"/>
                  </a:lnTo>
                  <a:lnTo>
                    <a:pt x="1490280" y="4688803"/>
                  </a:lnTo>
                  <a:lnTo>
                    <a:pt x="1490437" y="4688803"/>
                  </a:lnTo>
                  <a:lnTo>
                    <a:pt x="1490753" y="4688372"/>
                  </a:lnTo>
                  <a:lnTo>
                    <a:pt x="1490910" y="4687942"/>
                  </a:lnTo>
                  <a:lnTo>
                    <a:pt x="1491226" y="4687942"/>
                  </a:lnTo>
                  <a:lnTo>
                    <a:pt x="1491384" y="4687942"/>
                  </a:lnTo>
                  <a:lnTo>
                    <a:pt x="1491384" y="4687511"/>
                  </a:lnTo>
                  <a:lnTo>
                    <a:pt x="1492014" y="4687511"/>
                  </a:lnTo>
                  <a:lnTo>
                    <a:pt x="1492172" y="4687511"/>
                  </a:lnTo>
                  <a:lnTo>
                    <a:pt x="1492330" y="4687511"/>
                  </a:lnTo>
                  <a:lnTo>
                    <a:pt x="1492488" y="4687511"/>
                  </a:lnTo>
                  <a:lnTo>
                    <a:pt x="1493118" y="4687511"/>
                  </a:lnTo>
                  <a:lnTo>
                    <a:pt x="1493276" y="4687511"/>
                  </a:lnTo>
                  <a:lnTo>
                    <a:pt x="1493592" y="4687511"/>
                  </a:lnTo>
                  <a:lnTo>
                    <a:pt x="1493749" y="4687511"/>
                  </a:lnTo>
                  <a:lnTo>
                    <a:pt x="1493907" y="4687511"/>
                  </a:lnTo>
                  <a:lnTo>
                    <a:pt x="1494065" y="4687511"/>
                  </a:lnTo>
                  <a:lnTo>
                    <a:pt x="1494222" y="4687511"/>
                  </a:lnTo>
                  <a:lnTo>
                    <a:pt x="1494380" y="4687511"/>
                  </a:lnTo>
                  <a:lnTo>
                    <a:pt x="1494696" y="4687511"/>
                  </a:lnTo>
                  <a:lnTo>
                    <a:pt x="1494853" y="4687081"/>
                  </a:lnTo>
                  <a:lnTo>
                    <a:pt x="1495957" y="4686219"/>
                  </a:lnTo>
                  <a:lnTo>
                    <a:pt x="1496115" y="4685789"/>
                  </a:lnTo>
                  <a:lnTo>
                    <a:pt x="1496273" y="4685789"/>
                  </a:lnTo>
                  <a:lnTo>
                    <a:pt x="1496588" y="4685789"/>
                  </a:lnTo>
                  <a:lnTo>
                    <a:pt x="1496588" y="4685358"/>
                  </a:lnTo>
                  <a:lnTo>
                    <a:pt x="1496904" y="4685358"/>
                  </a:lnTo>
                  <a:lnTo>
                    <a:pt x="1497377" y="4685358"/>
                  </a:lnTo>
                  <a:lnTo>
                    <a:pt x="1497535" y="4685358"/>
                  </a:lnTo>
                  <a:lnTo>
                    <a:pt x="1497692" y="4684497"/>
                  </a:lnTo>
                  <a:lnTo>
                    <a:pt x="1497850" y="4684066"/>
                  </a:lnTo>
                  <a:lnTo>
                    <a:pt x="1498165" y="4683205"/>
                  </a:lnTo>
                  <a:lnTo>
                    <a:pt x="1498165" y="4682775"/>
                  </a:lnTo>
                  <a:lnTo>
                    <a:pt x="1498323" y="4682344"/>
                  </a:lnTo>
                  <a:lnTo>
                    <a:pt x="1498639" y="4681913"/>
                  </a:lnTo>
                  <a:lnTo>
                    <a:pt x="1498796" y="4681913"/>
                  </a:lnTo>
                  <a:lnTo>
                    <a:pt x="1498954" y="4681913"/>
                  </a:lnTo>
                  <a:lnTo>
                    <a:pt x="1499112" y="4681483"/>
                  </a:lnTo>
                  <a:lnTo>
                    <a:pt x="1499269" y="4681483"/>
                  </a:lnTo>
                  <a:lnTo>
                    <a:pt x="1499427" y="4681483"/>
                  </a:lnTo>
                  <a:lnTo>
                    <a:pt x="1499743" y="4681483"/>
                  </a:lnTo>
                  <a:lnTo>
                    <a:pt x="1500058" y="4681483"/>
                  </a:lnTo>
                  <a:lnTo>
                    <a:pt x="1500216" y="4681483"/>
                  </a:lnTo>
                  <a:lnTo>
                    <a:pt x="1500216" y="4681052"/>
                  </a:lnTo>
                  <a:lnTo>
                    <a:pt x="1500531" y="4681052"/>
                  </a:lnTo>
                  <a:lnTo>
                    <a:pt x="1500531" y="4680622"/>
                  </a:lnTo>
                  <a:lnTo>
                    <a:pt x="1500689" y="4680622"/>
                  </a:lnTo>
                  <a:lnTo>
                    <a:pt x="1500847" y="4680622"/>
                  </a:lnTo>
                  <a:lnTo>
                    <a:pt x="1501004" y="4680622"/>
                  </a:lnTo>
                  <a:lnTo>
                    <a:pt x="1501162" y="4680622"/>
                  </a:lnTo>
                  <a:lnTo>
                    <a:pt x="1501320" y="4679760"/>
                  </a:lnTo>
                  <a:lnTo>
                    <a:pt x="1501793" y="4679760"/>
                  </a:lnTo>
                  <a:lnTo>
                    <a:pt x="1501951" y="4679760"/>
                  </a:lnTo>
                  <a:lnTo>
                    <a:pt x="1502108" y="4678469"/>
                  </a:lnTo>
                  <a:lnTo>
                    <a:pt x="1502266" y="4678469"/>
                  </a:lnTo>
                  <a:lnTo>
                    <a:pt x="1502266" y="4678038"/>
                  </a:lnTo>
                  <a:lnTo>
                    <a:pt x="1502266" y="4677607"/>
                  </a:lnTo>
                  <a:lnTo>
                    <a:pt x="1502424" y="4677607"/>
                  </a:lnTo>
                  <a:lnTo>
                    <a:pt x="1502582" y="4677607"/>
                  </a:lnTo>
                  <a:lnTo>
                    <a:pt x="1502582" y="4677177"/>
                  </a:lnTo>
                  <a:lnTo>
                    <a:pt x="1502897" y="4676316"/>
                  </a:lnTo>
                  <a:lnTo>
                    <a:pt x="1503055" y="4676316"/>
                  </a:lnTo>
                  <a:lnTo>
                    <a:pt x="1503528" y="4675885"/>
                  </a:lnTo>
                  <a:lnTo>
                    <a:pt x="1503686" y="4675885"/>
                  </a:lnTo>
                  <a:lnTo>
                    <a:pt x="1503843" y="4675885"/>
                  </a:lnTo>
                  <a:lnTo>
                    <a:pt x="1503843" y="4675454"/>
                  </a:lnTo>
                  <a:lnTo>
                    <a:pt x="1504001" y="4675454"/>
                  </a:lnTo>
                  <a:lnTo>
                    <a:pt x="1504159" y="4675454"/>
                  </a:lnTo>
                  <a:lnTo>
                    <a:pt x="1504316" y="4673732"/>
                  </a:lnTo>
                  <a:lnTo>
                    <a:pt x="1504632" y="4673732"/>
                  </a:lnTo>
                  <a:lnTo>
                    <a:pt x="1504790" y="4673732"/>
                  </a:lnTo>
                  <a:lnTo>
                    <a:pt x="1505578" y="4673732"/>
                  </a:lnTo>
                  <a:lnTo>
                    <a:pt x="1505578" y="4673301"/>
                  </a:lnTo>
                  <a:lnTo>
                    <a:pt x="1505894" y="4672440"/>
                  </a:lnTo>
                  <a:lnTo>
                    <a:pt x="1506051" y="4672010"/>
                  </a:lnTo>
                  <a:lnTo>
                    <a:pt x="1506209" y="4672010"/>
                  </a:lnTo>
                  <a:lnTo>
                    <a:pt x="1506367" y="4672010"/>
                  </a:lnTo>
                  <a:lnTo>
                    <a:pt x="1506682" y="4672010"/>
                  </a:lnTo>
                  <a:lnTo>
                    <a:pt x="1506682" y="4671579"/>
                  </a:lnTo>
                  <a:lnTo>
                    <a:pt x="1506840" y="4671579"/>
                  </a:lnTo>
                  <a:lnTo>
                    <a:pt x="1506998" y="4671579"/>
                  </a:lnTo>
                  <a:lnTo>
                    <a:pt x="1507155" y="4671579"/>
                  </a:lnTo>
                  <a:lnTo>
                    <a:pt x="1507313" y="4671579"/>
                  </a:lnTo>
                  <a:lnTo>
                    <a:pt x="1507471" y="4671579"/>
                  </a:lnTo>
                  <a:lnTo>
                    <a:pt x="1507471" y="4671148"/>
                  </a:lnTo>
                  <a:lnTo>
                    <a:pt x="1507944" y="4671148"/>
                  </a:lnTo>
                  <a:lnTo>
                    <a:pt x="1508102" y="4671148"/>
                  </a:lnTo>
                  <a:lnTo>
                    <a:pt x="1508102" y="4670718"/>
                  </a:lnTo>
                  <a:lnTo>
                    <a:pt x="1508259" y="4670287"/>
                  </a:lnTo>
                  <a:lnTo>
                    <a:pt x="1508417" y="4670287"/>
                  </a:lnTo>
                  <a:lnTo>
                    <a:pt x="1508733" y="4670287"/>
                  </a:lnTo>
                  <a:lnTo>
                    <a:pt x="1508733" y="4669857"/>
                  </a:lnTo>
                  <a:lnTo>
                    <a:pt x="1508890" y="4669857"/>
                  </a:lnTo>
                  <a:lnTo>
                    <a:pt x="1509048" y="4669857"/>
                  </a:lnTo>
                  <a:lnTo>
                    <a:pt x="1509206" y="4669857"/>
                  </a:lnTo>
                  <a:lnTo>
                    <a:pt x="1509363" y="4669857"/>
                  </a:lnTo>
                  <a:lnTo>
                    <a:pt x="1509521" y="4669857"/>
                  </a:lnTo>
                  <a:lnTo>
                    <a:pt x="1510625" y="4668995"/>
                  </a:lnTo>
                  <a:lnTo>
                    <a:pt x="1510783" y="4668995"/>
                  </a:lnTo>
                  <a:lnTo>
                    <a:pt x="1511256" y="4668995"/>
                  </a:lnTo>
                  <a:lnTo>
                    <a:pt x="1511414" y="4668995"/>
                  </a:lnTo>
                  <a:lnTo>
                    <a:pt x="1511571" y="4668995"/>
                  </a:lnTo>
                  <a:lnTo>
                    <a:pt x="1511571" y="4668565"/>
                  </a:lnTo>
                  <a:lnTo>
                    <a:pt x="1511571" y="4668134"/>
                  </a:lnTo>
                  <a:lnTo>
                    <a:pt x="1511729" y="4668134"/>
                  </a:lnTo>
                  <a:lnTo>
                    <a:pt x="1512676" y="4667704"/>
                  </a:lnTo>
                  <a:lnTo>
                    <a:pt x="1512991" y="4667704"/>
                  </a:lnTo>
                  <a:lnTo>
                    <a:pt x="1513149" y="4667704"/>
                  </a:lnTo>
                  <a:lnTo>
                    <a:pt x="1513306" y="4667273"/>
                  </a:lnTo>
                  <a:lnTo>
                    <a:pt x="1513306" y="4666842"/>
                  </a:lnTo>
                  <a:lnTo>
                    <a:pt x="1513464" y="4666842"/>
                  </a:lnTo>
                  <a:lnTo>
                    <a:pt x="1514253" y="4666842"/>
                  </a:lnTo>
                  <a:lnTo>
                    <a:pt x="1514410" y="4666842"/>
                  </a:lnTo>
                  <a:lnTo>
                    <a:pt x="1514726" y="4666842"/>
                  </a:lnTo>
                  <a:lnTo>
                    <a:pt x="1515041" y="4665981"/>
                  </a:lnTo>
                  <a:lnTo>
                    <a:pt x="1515357" y="4665551"/>
                  </a:lnTo>
                  <a:lnTo>
                    <a:pt x="1515357" y="4664689"/>
                  </a:lnTo>
                  <a:lnTo>
                    <a:pt x="1515514" y="4664689"/>
                  </a:lnTo>
                  <a:lnTo>
                    <a:pt x="1515830" y="4664259"/>
                  </a:lnTo>
                  <a:lnTo>
                    <a:pt x="1515988" y="4664259"/>
                  </a:lnTo>
                  <a:lnTo>
                    <a:pt x="1516145" y="4664259"/>
                  </a:lnTo>
                  <a:lnTo>
                    <a:pt x="1516303" y="4664259"/>
                  </a:lnTo>
                  <a:lnTo>
                    <a:pt x="1516461" y="4664259"/>
                  </a:lnTo>
                  <a:lnTo>
                    <a:pt x="1516461" y="4663828"/>
                  </a:lnTo>
                  <a:lnTo>
                    <a:pt x="1516461" y="4663398"/>
                  </a:lnTo>
                  <a:lnTo>
                    <a:pt x="1516934" y="4663398"/>
                  </a:lnTo>
                  <a:lnTo>
                    <a:pt x="1517092" y="4663398"/>
                  </a:lnTo>
                  <a:lnTo>
                    <a:pt x="1517092" y="4662967"/>
                  </a:lnTo>
                  <a:lnTo>
                    <a:pt x="1517249" y="4662536"/>
                  </a:lnTo>
                  <a:lnTo>
                    <a:pt x="1517407" y="4661675"/>
                  </a:lnTo>
                  <a:lnTo>
                    <a:pt x="1517722" y="4661675"/>
                  </a:lnTo>
                  <a:lnTo>
                    <a:pt x="1517880" y="4661245"/>
                  </a:lnTo>
                  <a:lnTo>
                    <a:pt x="1518038" y="4661245"/>
                  </a:lnTo>
                  <a:lnTo>
                    <a:pt x="1518511" y="4661245"/>
                  </a:lnTo>
                  <a:lnTo>
                    <a:pt x="1518511" y="4660814"/>
                  </a:lnTo>
                  <a:lnTo>
                    <a:pt x="1518669" y="4660814"/>
                  </a:lnTo>
                  <a:lnTo>
                    <a:pt x="1518984" y="4660383"/>
                  </a:lnTo>
                  <a:lnTo>
                    <a:pt x="1519300" y="4659953"/>
                  </a:lnTo>
                  <a:lnTo>
                    <a:pt x="1519457" y="4659953"/>
                  </a:lnTo>
                  <a:lnTo>
                    <a:pt x="1519615" y="4659953"/>
                  </a:lnTo>
                  <a:lnTo>
                    <a:pt x="1519773" y="4659953"/>
                  </a:lnTo>
                  <a:lnTo>
                    <a:pt x="1520088" y="4659522"/>
                  </a:lnTo>
                  <a:lnTo>
                    <a:pt x="1520246" y="4659522"/>
                  </a:lnTo>
                  <a:lnTo>
                    <a:pt x="1520561" y="4659092"/>
                  </a:lnTo>
                  <a:lnTo>
                    <a:pt x="1520719" y="4658661"/>
                  </a:lnTo>
                  <a:lnTo>
                    <a:pt x="1520719" y="4658230"/>
                  </a:lnTo>
                  <a:lnTo>
                    <a:pt x="1520877" y="4658230"/>
                  </a:lnTo>
                  <a:lnTo>
                    <a:pt x="1521508" y="4658230"/>
                  </a:lnTo>
                  <a:lnTo>
                    <a:pt x="1521665" y="4658230"/>
                  </a:lnTo>
                  <a:lnTo>
                    <a:pt x="1521665" y="4657800"/>
                  </a:lnTo>
                  <a:lnTo>
                    <a:pt x="1521981" y="4657800"/>
                  </a:lnTo>
                  <a:lnTo>
                    <a:pt x="1522139" y="4657800"/>
                  </a:lnTo>
                  <a:lnTo>
                    <a:pt x="1522769" y="4656508"/>
                  </a:lnTo>
                  <a:lnTo>
                    <a:pt x="1522927" y="4656508"/>
                  </a:lnTo>
                  <a:lnTo>
                    <a:pt x="1523085" y="4656508"/>
                  </a:lnTo>
                  <a:lnTo>
                    <a:pt x="1523243" y="4656508"/>
                  </a:lnTo>
                  <a:lnTo>
                    <a:pt x="1523400" y="4656077"/>
                  </a:lnTo>
                  <a:lnTo>
                    <a:pt x="1523558" y="4656077"/>
                  </a:lnTo>
                  <a:lnTo>
                    <a:pt x="1523874" y="4655647"/>
                  </a:lnTo>
                  <a:lnTo>
                    <a:pt x="1524031" y="4655647"/>
                  </a:lnTo>
                  <a:lnTo>
                    <a:pt x="1524031" y="4655216"/>
                  </a:lnTo>
                  <a:lnTo>
                    <a:pt x="1524189" y="4655216"/>
                  </a:lnTo>
                  <a:lnTo>
                    <a:pt x="1524189" y="4654355"/>
                  </a:lnTo>
                  <a:lnTo>
                    <a:pt x="1524347" y="4654355"/>
                  </a:lnTo>
                  <a:lnTo>
                    <a:pt x="1524662" y="4654355"/>
                  </a:lnTo>
                  <a:lnTo>
                    <a:pt x="1524820" y="4654355"/>
                  </a:lnTo>
                  <a:lnTo>
                    <a:pt x="1525135" y="4653924"/>
                  </a:lnTo>
                  <a:lnTo>
                    <a:pt x="1525293" y="4653924"/>
                  </a:lnTo>
                  <a:lnTo>
                    <a:pt x="1525451" y="4653924"/>
                  </a:lnTo>
                  <a:lnTo>
                    <a:pt x="1525608" y="4653924"/>
                  </a:lnTo>
                  <a:lnTo>
                    <a:pt x="1525766" y="4653924"/>
                  </a:lnTo>
                  <a:lnTo>
                    <a:pt x="1525766" y="4653494"/>
                  </a:lnTo>
                  <a:lnTo>
                    <a:pt x="1526082" y="4653063"/>
                  </a:lnTo>
                  <a:lnTo>
                    <a:pt x="1526082" y="4652633"/>
                  </a:lnTo>
                  <a:lnTo>
                    <a:pt x="1526239" y="4652633"/>
                  </a:lnTo>
                  <a:lnTo>
                    <a:pt x="1526712" y="4652633"/>
                  </a:lnTo>
                  <a:lnTo>
                    <a:pt x="1526870" y="4652633"/>
                  </a:lnTo>
                  <a:lnTo>
                    <a:pt x="1527028" y="4652633"/>
                  </a:lnTo>
                  <a:lnTo>
                    <a:pt x="1527186" y="4652633"/>
                  </a:lnTo>
                  <a:lnTo>
                    <a:pt x="1527186" y="4652202"/>
                  </a:lnTo>
                  <a:lnTo>
                    <a:pt x="1527659" y="4651771"/>
                  </a:lnTo>
                  <a:lnTo>
                    <a:pt x="1527974" y="4651771"/>
                  </a:lnTo>
                  <a:lnTo>
                    <a:pt x="1528132" y="4651771"/>
                  </a:lnTo>
                  <a:lnTo>
                    <a:pt x="1528447" y="4651341"/>
                  </a:lnTo>
                  <a:lnTo>
                    <a:pt x="1528605" y="4651341"/>
                  </a:lnTo>
                  <a:lnTo>
                    <a:pt x="1528763" y="4650910"/>
                  </a:lnTo>
                  <a:lnTo>
                    <a:pt x="1528920" y="4650049"/>
                  </a:lnTo>
                  <a:lnTo>
                    <a:pt x="1529078" y="4649618"/>
                  </a:lnTo>
                  <a:lnTo>
                    <a:pt x="1529078" y="4649188"/>
                  </a:lnTo>
                  <a:lnTo>
                    <a:pt x="1529394" y="4649188"/>
                  </a:lnTo>
                  <a:lnTo>
                    <a:pt x="1529709" y="4648757"/>
                  </a:lnTo>
                  <a:lnTo>
                    <a:pt x="1530025" y="4648757"/>
                  </a:lnTo>
                  <a:lnTo>
                    <a:pt x="1530025" y="4648327"/>
                  </a:lnTo>
                  <a:lnTo>
                    <a:pt x="1530182" y="4648327"/>
                  </a:lnTo>
                  <a:lnTo>
                    <a:pt x="1530498" y="4647896"/>
                  </a:lnTo>
                  <a:lnTo>
                    <a:pt x="1530498" y="4647465"/>
                  </a:lnTo>
                  <a:lnTo>
                    <a:pt x="1531129" y="4647465"/>
                  </a:lnTo>
                  <a:lnTo>
                    <a:pt x="1531444" y="4647465"/>
                  </a:lnTo>
                  <a:lnTo>
                    <a:pt x="1531602" y="4647465"/>
                  </a:lnTo>
                  <a:lnTo>
                    <a:pt x="1531759" y="4647465"/>
                  </a:lnTo>
                  <a:lnTo>
                    <a:pt x="1531759" y="4647035"/>
                  </a:lnTo>
                  <a:lnTo>
                    <a:pt x="1532390" y="4647035"/>
                  </a:lnTo>
                  <a:lnTo>
                    <a:pt x="1533021" y="4647035"/>
                  </a:lnTo>
                  <a:lnTo>
                    <a:pt x="1533179" y="4647035"/>
                  </a:lnTo>
                  <a:lnTo>
                    <a:pt x="1533494" y="4647035"/>
                  </a:lnTo>
                  <a:lnTo>
                    <a:pt x="1533652" y="4646174"/>
                  </a:lnTo>
                  <a:lnTo>
                    <a:pt x="1533810" y="4646174"/>
                  </a:lnTo>
                  <a:lnTo>
                    <a:pt x="1534125" y="4645312"/>
                  </a:lnTo>
                  <a:lnTo>
                    <a:pt x="1534283" y="4645312"/>
                  </a:lnTo>
                  <a:lnTo>
                    <a:pt x="1534441" y="4645312"/>
                  </a:lnTo>
                  <a:lnTo>
                    <a:pt x="1534598" y="4645312"/>
                  </a:lnTo>
                  <a:lnTo>
                    <a:pt x="1534756" y="4645312"/>
                  </a:lnTo>
                  <a:lnTo>
                    <a:pt x="1535072" y="4645312"/>
                  </a:lnTo>
                  <a:lnTo>
                    <a:pt x="1535387" y="4644882"/>
                  </a:lnTo>
                  <a:lnTo>
                    <a:pt x="1535545" y="4644882"/>
                  </a:lnTo>
                  <a:lnTo>
                    <a:pt x="1535702" y="4644882"/>
                  </a:lnTo>
                  <a:lnTo>
                    <a:pt x="1535860" y="4644882"/>
                  </a:lnTo>
                  <a:lnTo>
                    <a:pt x="1536018" y="4644882"/>
                  </a:lnTo>
                  <a:lnTo>
                    <a:pt x="1536018" y="4644021"/>
                  </a:lnTo>
                  <a:lnTo>
                    <a:pt x="1536018" y="4643590"/>
                  </a:lnTo>
                  <a:lnTo>
                    <a:pt x="1536649" y="4643590"/>
                  </a:lnTo>
                  <a:lnTo>
                    <a:pt x="1536806" y="4643159"/>
                  </a:lnTo>
                  <a:lnTo>
                    <a:pt x="1537122" y="4642729"/>
                  </a:lnTo>
                  <a:lnTo>
                    <a:pt x="1537280" y="4642729"/>
                  </a:lnTo>
                  <a:lnTo>
                    <a:pt x="1537437" y="4642298"/>
                  </a:lnTo>
                  <a:lnTo>
                    <a:pt x="1537753" y="4642298"/>
                  </a:lnTo>
                  <a:lnTo>
                    <a:pt x="1537753" y="4641868"/>
                  </a:lnTo>
                  <a:lnTo>
                    <a:pt x="1537910" y="4641437"/>
                  </a:lnTo>
                  <a:lnTo>
                    <a:pt x="1538226" y="4641437"/>
                  </a:lnTo>
                  <a:lnTo>
                    <a:pt x="1538384" y="4641437"/>
                  </a:lnTo>
                  <a:lnTo>
                    <a:pt x="1538699" y="4641437"/>
                  </a:lnTo>
                  <a:lnTo>
                    <a:pt x="1539014" y="4641437"/>
                  </a:lnTo>
                  <a:lnTo>
                    <a:pt x="1539172" y="4641437"/>
                  </a:lnTo>
                  <a:lnTo>
                    <a:pt x="1539330" y="4641437"/>
                  </a:lnTo>
                  <a:lnTo>
                    <a:pt x="1539488" y="4641437"/>
                  </a:lnTo>
                  <a:lnTo>
                    <a:pt x="1539645" y="4641437"/>
                  </a:lnTo>
                  <a:lnTo>
                    <a:pt x="1539645" y="4641006"/>
                  </a:lnTo>
                  <a:lnTo>
                    <a:pt x="1540118" y="4639715"/>
                  </a:lnTo>
                  <a:lnTo>
                    <a:pt x="1540276" y="4639715"/>
                  </a:lnTo>
                  <a:lnTo>
                    <a:pt x="1540434" y="4639715"/>
                  </a:lnTo>
                  <a:lnTo>
                    <a:pt x="1540592" y="4639715"/>
                  </a:lnTo>
                  <a:lnTo>
                    <a:pt x="1540749" y="4639715"/>
                  </a:lnTo>
                  <a:lnTo>
                    <a:pt x="1540749" y="4639284"/>
                  </a:lnTo>
                  <a:lnTo>
                    <a:pt x="1540749" y="4638853"/>
                  </a:lnTo>
                  <a:lnTo>
                    <a:pt x="1540907" y="4638853"/>
                  </a:lnTo>
                  <a:lnTo>
                    <a:pt x="1541065" y="4638853"/>
                  </a:lnTo>
                  <a:lnTo>
                    <a:pt x="1541223" y="4638853"/>
                  </a:lnTo>
                  <a:lnTo>
                    <a:pt x="1541538" y="4638853"/>
                  </a:lnTo>
                  <a:lnTo>
                    <a:pt x="1541853" y="4638853"/>
                  </a:lnTo>
                  <a:lnTo>
                    <a:pt x="1542011" y="4638853"/>
                  </a:lnTo>
                  <a:lnTo>
                    <a:pt x="1542169" y="4638853"/>
                  </a:lnTo>
                  <a:lnTo>
                    <a:pt x="1542327" y="4638853"/>
                  </a:lnTo>
                  <a:lnTo>
                    <a:pt x="1542642" y="4637562"/>
                  </a:lnTo>
                  <a:lnTo>
                    <a:pt x="1543115" y="4637562"/>
                  </a:lnTo>
                  <a:lnTo>
                    <a:pt x="1543588" y="4637562"/>
                  </a:lnTo>
                  <a:lnTo>
                    <a:pt x="1543904" y="4637131"/>
                  </a:lnTo>
                  <a:lnTo>
                    <a:pt x="1543904" y="4636700"/>
                  </a:lnTo>
                  <a:lnTo>
                    <a:pt x="1544061" y="4636700"/>
                  </a:lnTo>
                  <a:lnTo>
                    <a:pt x="1544219" y="4636270"/>
                  </a:lnTo>
                  <a:lnTo>
                    <a:pt x="1544219" y="4635839"/>
                  </a:lnTo>
                  <a:lnTo>
                    <a:pt x="1544377" y="4635839"/>
                  </a:lnTo>
                  <a:lnTo>
                    <a:pt x="1544535" y="4635839"/>
                  </a:lnTo>
                  <a:lnTo>
                    <a:pt x="1545008" y="4635839"/>
                  </a:lnTo>
                  <a:lnTo>
                    <a:pt x="1545165" y="4635839"/>
                  </a:lnTo>
                  <a:lnTo>
                    <a:pt x="1545796" y="4635839"/>
                  </a:lnTo>
                  <a:lnTo>
                    <a:pt x="1545954" y="4634978"/>
                  </a:lnTo>
                  <a:lnTo>
                    <a:pt x="1546112" y="4634978"/>
                  </a:lnTo>
                  <a:lnTo>
                    <a:pt x="1546112" y="4634117"/>
                  </a:lnTo>
                  <a:lnTo>
                    <a:pt x="1546269" y="4634117"/>
                  </a:lnTo>
                  <a:lnTo>
                    <a:pt x="1546427" y="4633686"/>
                  </a:lnTo>
                  <a:lnTo>
                    <a:pt x="1546585" y="4633256"/>
                  </a:lnTo>
                  <a:lnTo>
                    <a:pt x="1546743" y="4633256"/>
                  </a:lnTo>
                  <a:lnTo>
                    <a:pt x="1547058" y="4633256"/>
                  </a:lnTo>
                  <a:lnTo>
                    <a:pt x="1547531" y="4632825"/>
                  </a:lnTo>
                  <a:lnTo>
                    <a:pt x="1547689" y="4632825"/>
                  </a:lnTo>
                  <a:lnTo>
                    <a:pt x="1547689" y="4631964"/>
                  </a:lnTo>
                  <a:lnTo>
                    <a:pt x="1547847" y="4631964"/>
                  </a:lnTo>
                  <a:lnTo>
                    <a:pt x="1548162" y="4631964"/>
                  </a:lnTo>
                  <a:lnTo>
                    <a:pt x="1548320" y="4631964"/>
                  </a:lnTo>
                  <a:lnTo>
                    <a:pt x="1548478" y="4631964"/>
                  </a:lnTo>
                  <a:lnTo>
                    <a:pt x="1548635" y="4631103"/>
                  </a:lnTo>
                  <a:lnTo>
                    <a:pt x="1548635" y="4630672"/>
                  </a:lnTo>
                  <a:lnTo>
                    <a:pt x="1548635" y="4630241"/>
                  </a:lnTo>
                  <a:lnTo>
                    <a:pt x="1548951" y="4629811"/>
                  </a:lnTo>
                  <a:lnTo>
                    <a:pt x="1549108" y="4629811"/>
                  </a:lnTo>
                  <a:lnTo>
                    <a:pt x="1549266" y="4629811"/>
                  </a:lnTo>
                  <a:lnTo>
                    <a:pt x="1549424" y="4629811"/>
                  </a:lnTo>
                  <a:lnTo>
                    <a:pt x="1549582" y="4629811"/>
                  </a:lnTo>
                  <a:lnTo>
                    <a:pt x="1549739" y="4629380"/>
                  </a:lnTo>
                  <a:lnTo>
                    <a:pt x="1549897" y="4629380"/>
                  </a:lnTo>
                  <a:lnTo>
                    <a:pt x="1550055" y="4629380"/>
                  </a:lnTo>
                  <a:lnTo>
                    <a:pt x="1550212" y="4629380"/>
                  </a:lnTo>
                  <a:lnTo>
                    <a:pt x="1550686" y="4629380"/>
                  </a:lnTo>
                  <a:lnTo>
                    <a:pt x="1550843" y="4629380"/>
                  </a:lnTo>
                  <a:lnTo>
                    <a:pt x="1551001" y="4629380"/>
                  </a:lnTo>
                  <a:lnTo>
                    <a:pt x="1551001" y="4628950"/>
                  </a:lnTo>
                  <a:lnTo>
                    <a:pt x="1551001" y="4628519"/>
                  </a:lnTo>
                  <a:lnTo>
                    <a:pt x="1551159" y="4628519"/>
                  </a:lnTo>
                  <a:lnTo>
                    <a:pt x="1551316" y="4628519"/>
                  </a:lnTo>
                  <a:lnTo>
                    <a:pt x="1551316" y="4627227"/>
                  </a:lnTo>
                  <a:lnTo>
                    <a:pt x="1551474" y="4627227"/>
                  </a:lnTo>
                  <a:lnTo>
                    <a:pt x="1551632" y="4627227"/>
                  </a:lnTo>
                  <a:lnTo>
                    <a:pt x="1551790" y="4627227"/>
                  </a:lnTo>
                  <a:lnTo>
                    <a:pt x="1551947" y="4626797"/>
                  </a:lnTo>
                  <a:lnTo>
                    <a:pt x="1552105" y="4626366"/>
                  </a:lnTo>
                  <a:lnTo>
                    <a:pt x="1552105" y="4625505"/>
                  </a:lnTo>
                  <a:lnTo>
                    <a:pt x="1552263" y="4625505"/>
                  </a:lnTo>
                  <a:lnTo>
                    <a:pt x="1552578" y="4625505"/>
                  </a:lnTo>
                  <a:lnTo>
                    <a:pt x="1552736" y="4624644"/>
                  </a:lnTo>
                  <a:lnTo>
                    <a:pt x="1553367" y="4624213"/>
                  </a:lnTo>
                  <a:lnTo>
                    <a:pt x="1553525" y="4623782"/>
                  </a:lnTo>
                  <a:lnTo>
                    <a:pt x="1553682" y="4623782"/>
                  </a:lnTo>
                  <a:lnTo>
                    <a:pt x="1553682" y="4622921"/>
                  </a:lnTo>
                  <a:lnTo>
                    <a:pt x="1553840" y="4622921"/>
                  </a:lnTo>
                  <a:lnTo>
                    <a:pt x="1554313" y="4622491"/>
                  </a:lnTo>
                  <a:lnTo>
                    <a:pt x="1554471" y="4622491"/>
                  </a:lnTo>
                  <a:lnTo>
                    <a:pt x="1554629" y="4622491"/>
                  </a:lnTo>
                  <a:lnTo>
                    <a:pt x="1554786" y="4622491"/>
                  </a:lnTo>
                  <a:lnTo>
                    <a:pt x="1555102" y="4622491"/>
                  </a:lnTo>
                  <a:lnTo>
                    <a:pt x="1555259" y="4622060"/>
                  </a:lnTo>
                  <a:lnTo>
                    <a:pt x="1555417" y="4622060"/>
                  </a:lnTo>
                  <a:lnTo>
                    <a:pt x="1555575" y="4622060"/>
                  </a:lnTo>
                  <a:lnTo>
                    <a:pt x="1555733" y="4622060"/>
                  </a:lnTo>
                  <a:lnTo>
                    <a:pt x="1555890" y="4621629"/>
                  </a:lnTo>
                  <a:lnTo>
                    <a:pt x="1555890" y="4621199"/>
                  </a:lnTo>
                  <a:lnTo>
                    <a:pt x="1556048" y="4621199"/>
                  </a:lnTo>
                  <a:lnTo>
                    <a:pt x="1556206" y="4621199"/>
                  </a:lnTo>
                  <a:lnTo>
                    <a:pt x="1556521" y="4620768"/>
                  </a:lnTo>
                  <a:lnTo>
                    <a:pt x="1556521" y="4620338"/>
                  </a:lnTo>
                  <a:lnTo>
                    <a:pt x="1556521" y="4619907"/>
                  </a:lnTo>
                  <a:lnTo>
                    <a:pt x="1556679" y="4619476"/>
                  </a:lnTo>
                  <a:lnTo>
                    <a:pt x="1556994" y="4619476"/>
                  </a:lnTo>
                  <a:lnTo>
                    <a:pt x="1557152" y="4619476"/>
                  </a:lnTo>
                  <a:lnTo>
                    <a:pt x="1557310" y="4619476"/>
                  </a:lnTo>
                  <a:lnTo>
                    <a:pt x="1557310" y="4619046"/>
                  </a:lnTo>
                  <a:lnTo>
                    <a:pt x="1557310" y="4618185"/>
                  </a:lnTo>
                  <a:lnTo>
                    <a:pt x="1557310" y="4617754"/>
                  </a:lnTo>
                  <a:lnTo>
                    <a:pt x="1557625" y="4617754"/>
                  </a:lnTo>
                  <a:lnTo>
                    <a:pt x="1557941" y="4617754"/>
                  </a:lnTo>
                  <a:lnTo>
                    <a:pt x="1558098" y="4617754"/>
                  </a:lnTo>
                  <a:lnTo>
                    <a:pt x="1558414" y="4617754"/>
                  </a:lnTo>
                  <a:lnTo>
                    <a:pt x="1559045" y="4617323"/>
                  </a:lnTo>
                  <a:lnTo>
                    <a:pt x="1559202" y="4617323"/>
                  </a:lnTo>
                  <a:lnTo>
                    <a:pt x="1559360" y="4617323"/>
                  </a:lnTo>
                  <a:lnTo>
                    <a:pt x="1559360" y="4616893"/>
                  </a:lnTo>
                  <a:lnTo>
                    <a:pt x="1559360" y="4616032"/>
                  </a:lnTo>
                  <a:lnTo>
                    <a:pt x="1559518" y="4616032"/>
                  </a:lnTo>
                  <a:lnTo>
                    <a:pt x="1559518" y="4615601"/>
                  </a:lnTo>
                  <a:lnTo>
                    <a:pt x="1559676" y="4615601"/>
                  </a:lnTo>
                  <a:lnTo>
                    <a:pt x="1559676" y="4615170"/>
                  </a:lnTo>
                  <a:lnTo>
                    <a:pt x="1560149" y="4614740"/>
                  </a:lnTo>
                  <a:lnTo>
                    <a:pt x="1560306" y="4614740"/>
                  </a:lnTo>
                  <a:lnTo>
                    <a:pt x="1560464" y="4614740"/>
                  </a:lnTo>
                  <a:lnTo>
                    <a:pt x="1560780" y="4614740"/>
                  </a:lnTo>
                  <a:lnTo>
                    <a:pt x="1561095" y="4614740"/>
                  </a:lnTo>
                  <a:lnTo>
                    <a:pt x="1561095" y="4614309"/>
                  </a:lnTo>
                  <a:lnTo>
                    <a:pt x="1561095" y="4613879"/>
                  </a:lnTo>
                  <a:lnTo>
                    <a:pt x="1561410" y="4613448"/>
                  </a:lnTo>
                  <a:lnTo>
                    <a:pt x="1561568" y="4613448"/>
                  </a:lnTo>
                  <a:lnTo>
                    <a:pt x="1561726" y="4613448"/>
                  </a:lnTo>
                  <a:lnTo>
                    <a:pt x="1561884" y="4613448"/>
                  </a:lnTo>
                  <a:lnTo>
                    <a:pt x="1562041" y="4613448"/>
                  </a:lnTo>
                  <a:lnTo>
                    <a:pt x="1562199" y="4613017"/>
                  </a:lnTo>
                  <a:lnTo>
                    <a:pt x="1562672" y="4612587"/>
                  </a:lnTo>
                  <a:lnTo>
                    <a:pt x="1562672" y="4612156"/>
                  </a:lnTo>
                  <a:lnTo>
                    <a:pt x="1562672" y="4611726"/>
                  </a:lnTo>
                  <a:lnTo>
                    <a:pt x="1563145" y="4611295"/>
                  </a:lnTo>
                  <a:lnTo>
                    <a:pt x="1563303" y="4611295"/>
                  </a:lnTo>
                  <a:lnTo>
                    <a:pt x="1563303" y="4610864"/>
                  </a:lnTo>
                  <a:lnTo>
                    <a:pt x="1563619" y="4610864"/>
                  </a:lnTo>
                  <a:lnTo>
                    <a:pt x="1563776" y="4610864"/>
                  </a:lnTo>
                  <a:lnTo>
                    <a:pt x="1563934" y="4610864"/>
                  </a:lnTo>
                  <a:lnTo>
                    <a:pt x="1564092" y="4610864"/>
                  </a:lnTo>
                  <a:lnTo>
                    <a:pt x="1564249" y="4610864"/>
                  </a:lnTo>
                  <a:lnTo>
                    <a:pt x="1564407" y="4610864"/>
                  </a:lnTo>
                  <a:lnTo>
                    <a:pt x="1564565" y="4610864"/>
                  </a:lnTo>
                  <a:lnTo>
                    <a:pt x="1564880" y="4610434"/>
                  </a:lnTo>
                  <a:lnTo>
                    <a:pt x="1565038" y="4610434"/>
                  </a:lnTo>
                  <a:lnTo>
                    <a:pt x="1565196" y="4610434"/>
                  </a:lnTo>
                  <a:lnTo>
                    <a:pt x="1565196" y="4610003"/>
                  </a:lnTo>
                  <a:lnTo>
                    <a:pt x="1565353" y="4610003"/>
                  </a:lnTo>
                  <a:lnTo>
                    <a:pt x="1565669" y="4610003"/>
                  </a:lnTo>
                  <a:lnTo>
                    <a:pt x="1565827" y="4610003"/>
                  </a:lnTo>
                  <a:lnTo>
                    <a:pt x="1565984" y="4609573"/>
                  </a:lnTo>
                  <a:lnTo>
                    <a:pt x="1566142" y="4609573"/>
                  </a:lnTo>
                  <a:lnTo>
                    <a:pt x="1566142" y="4609142"/>
                  </a:lnTo>
                  <a:lnTo>
                    <a:pt x="1566300" y="4608711"/>
                  </a:lnTo>
                  <a:lnTo>
                    <a:pt x="1566615" y="4608281"/>
                  </a:lnTo>
                  <a:lnTo>
                    <a:pt x="1566615" y="4607850"/>
                  </a:lnTo>
                  <a:lnTo>
                    <a:pt x="1566615" y="4607420"/>
                  </a:lnTo>
                  <a:lnTo>
                    <a:pt x="1566615" y="4606989"/>
                  </a:lnTo>
                  <a:lnTo>
                    <a:pt x="1567088" y="4606989"/>
                  </a:lnTo>
                  <a:lnTo>
                    <a:pt x="1567088" y="4606558"/>
                  </a:lnTo>
                  <a:lnTo>
                    <a:pt x="1567088" y="4606128"/>
                  </a:lnTo>
                  <a:lnTo>
                    <a:pt x="1567246" y="4606128"/>
                  </a:lnTo>
                  <a:lnTo>
                    <a:pt x="1567404" y="4606128"/>
                  </a:lnTo>
                  <a:lnTo>
                    <a:pt x="1567561" y="4606128"/>
                  </a:lnTo>
                  <a:lnTo>
                    <a:pt x="1567719" y="4606128"/>
                  </a:lnTo>
                  <a:lnTo>
                    <a:pt x="1568035" y="4605267"/>
                  </a:lnTo>
                  <a:lnTo>
                    <a:pt x="1568192" y="4605267"/>
                  </a:lnTo>
                  <a:lnTo>
                    <a:pt x="1568350" y="4605267"/>
                  </a:lnTo>
                  <a:lnTo>
                    <a:pt x="1568350" y="4604836"/>
                  </a:lnTo>
                  <a:lnTo>
                    <a:pt x="1568508" y="4604405"/>
                  </a:lnTo>
                  <a:lnTo>
                    <a:pt x="1568665" y="4604405"/>
                  </a:lnTo>
                  <a:lnTo>
                    <a:pt x="1568981" y="4604405"/>
                  </a:lnTo>
                  <a:lnTo>
                    <a:pt x="1569139" y="4604405"/>
                  </a:lnTo>
                  <a:lnTo>
                    <a:pt x="1569612" y="4604405"/>
                  </a:lnTo>
                  <a:lnTo>
                    <a:pt x="1569770" y="4603975"/>
                  </a:lnTo>
                  <a:lnTo>
                    <a:pt x="1570243" y="4603544"/>
                  </a:lnTo>
                  <a:lnTo>
                    <a:pt x="1570558" y="4602683"/>
                  </a:lnTo>
                  <a:lnTo>
                    <a:pt x="1570716" y="4602252"/>
                  </a:lnTo>
                  <a:lnTo>
                    <a:pt x="1571031" y="4602252"/>
                  </a:lnTo>
                  <a:lnTo>
                    <a:pt x="1571504" y="4601822"/>
                  </a:lnTo>
                  <a:lnTo>
                    <a:pt x="1571662" y="4601822"/>
                  </a:lnTo>
                  <a:lnTo>
                    <a:pt x="1571978" y="4601822"/>
                  </a:lnTo>
                  <a:lnTo>
                    <a:pt x="1571978" y="4601391"/>
                  </a:lnTo>
                  <a:lnTo>
                    <a:pt x="1572451" y="4600961"/>
                  </a:lnTo>
                  <a:lnTo>
                    <a:pt x="1572766" y="4600961"/>
                  </a:lnTo>
                  <a:lnTo>
                    <a:pt x="1573239" y="4600961"/>
                  </a:lnTo>
                  <a:lnTo>
                    <a:pt x="1573397" y="4600530"/>
                  </a:lnTo>
                  <a:lnTo>
                    <a:pt x="1573555" y="4600530"/>
                  </a:lnTo>
                  <a:lnTo>
                    <a:pt x="1573712" y="4600530"/>
                  </a:lnTo>
                  <a:lnTo>
                    <a:pt x="1573870" y="4600099"/>
                  </a:lnTo>
                  <a:lnTo>
                    <a:pt x="1574186" y="4600099"/>
                  </a:lnTo>
                  <a:lnTo>
                    <a:pt x="1574343" y="4599669"/>
                  </a:lnTo>
                  <a:lnTo>
                    <a:pt x="1575290" y="4599238"/>
                  </a:lnTo>
                  <a:lnTo>
                    <a:pt x="1575447" y="4599238"/>
                  </a:lnTo>
                  <a:lnTo>
                    <a:pt x="1575763" y="4598808"/>
                  </a:lnTo>
                  <a:lnTo>
                    <a:pt x="1575921" y="4598808"/>
                  </a:lnTo>
                  <a:lnTo>
                    <a:pt x="1576078" y="4598808"/>
                  </a:lnTo>
                  <a:lnTo>
                    <a:pt x="1576236" y="4598808"/>
                  </a:lnTo>
                  <a:lnTo>
                    <a:pt x="1576394" y="4598808"/>
                  </a:lnTo>
                  <a:lnTo>
                    <a:pt x="1576394" y="4598377"/>
                  </a:lnTo>
                  <a:lnTo>
                    <a:pt x="1576394" y="4597946"/>
                  </a:lnTo>
                  <a:lnTo>
                    <a:pt x="1576709" y="4597946"/>
                  </a:lnTo>
                  <a:lnTo>
                    <a:pt x="1577025" y="4597516"/>
                  </a:lnTo>
                  <a:lnTo>
                    <a:pt x="1577340" y="4597516"/>
                  </a:lnTo>
                  <a:lnTo>
                    <a:pt x="1577498" y="4597516"/>
                  </a:lnTo>
                  <a:lnTo>
                    <a:pt x="1577813" y="4597516"/>
                  </a:lnTo>
                  <a:lnTo>
                    <a:pt x="1577971" y="4597516"/>
                  </a:lnTo>
                  <a:lnTo>
                    <a:pt x="1578444" y="4597516"/>
                  </a:lnTo>
                  <a:lnTo>
                    <a:pt x="1578444" y="4597085"/>
                  </a:lnTo>
                  <a:lnTo>
                    <a:pt x="1578602" y="4597085"/>
                  </a:lnTo>
                  <a:lnTo>
                    <a:pt x="1578917" y="4597085"/>
                  </a:lnTo>
                  <a:lnTo>
                    <a:pt x="1579075" y="4597085"/>
                  </a:lnTo>
                  <a:lnTo>
                    <a:pt x="1579233" y="4595793"/>
                  </a:lnTo>
                  <a:lnTo>
                    <a:pt x="1579390" y="4595793"/>
                  </a:lnTo>
                  <a:lnTo>
                    <a:pt x="1579548" y="4595793"/>
                  </a:lnTo>
                  <a:lnTo>
                    <a:pt x="1579548" y="4595363"/>
                  </a:lnTo>
                  <a:lnTo>
                    <a:pt x="1579706" y="4595363"/>
                  </a:lnTo>
                  <a:lnTo>
                    <a:pt x="1579863" y="4594932"/>
                  </a:lnTo>
                  <a:lnTo>
                    <a:pt x="1579863" y="4594502"/>
                  </a:lnTo>
                  <a:lnTo>
                    <a:pt x="1580021" y="4594502"/>
                  </a:lnTo>
                  <a:lnTo>
                    <a:pt x="1580021" y="4594071"/>
                  </a:lnTo>
                  <a:lnTo>
                    <a:pt x="1580179" y="4594071"/>
                  </a:lnTo>
                  <a:lnTo>
                    <a:pt x="1580494" y="4593640"/>
                  </a:lnTo>
                  <a:lnTo>
                    <a:pt x="1580494" y="4593210"/>
                  </a:lnTo>
                  <a:lnTo>
                    <a:pt x="1580810" y="4593210"/>
                  </a:lnTo>
                  <a:lnTo>
                    <a:pt x="1580810" y="4592779"/>
                  </a:lnTo>
                  <a:lnTo>
                    <a:pt x="1580968" y="4592779"/>
                  </a:lnTo>
                  <a:lnTo>
                    <a:pt x="1581125" y="4592779"/>
                  </a:lnTo>
                  <a:lnTo>
                    <a:pt x="1581283" y="4592779"/>
                  </a:lnTo>
                  <a:lnTo>
                    <a:pt x="1581441" y="4592349"/>
                  </a:lnTo>
                  <a:lnTo>
                    <a:pt x="1581914" y="4591487"/>
                  </a:lnTo>
                  <a:lnTo>
                    <a:pt x="1582229" y="4591057"/>
                  </a:lnTo>
                  <a:lnTo>
                    <a:pt x="1582545" y="4591057"/>
                  </a:lnTo>
                  <a:lnTo>
                    <a:pt x="1582702" y="4591057"/>
                  </a:lnTo>
                  <a:lnTo>
                    <a:pt x="1583018" y="4590626"/>
                  </a:lnTo>
                  <a:lnTo>
                    <a:pt x="1583018" y="4590196"/>
                  </a:lnTo>
                  <a:lnTo>
                    <a:pt x="1583018" y="4589765"/>
                  </a:lnTo>
                  <a:lnTo>
                    <a:pt x="1583176" y="4588904"/>
                  </a:lnTo>
                  <a:lnTo>
                    <a:pt x="1583176" y="4588473"/>
                  </a:lnTo>
                  <a:lnTo>
                    <a:pt x="1583491" y="4588473"/>
                  </a:lnTo>
                  <a:lnTo>
                    <a:pt x="1583649" y="4587612"/>
                  </a:lnTo>
                  <a:lnTo>
                    <a:pt x="1583964" y="4587612"/>
                  </a:lnTo>
                  <a:lnTo>
                    <a:pt x="1584280" y="4587612"/>
                  </a:lnTo>
                  <a:lnTo>
                    <a:pt x="1584437" y="4587612"/>
                  </a:lnTo>
                  <a:lnTo>
                    <a:pt x="1584595" y="4587612"/>
                  </a:lnTo>
                  <a:lnTo>
                    <a:pt x="1584595" y="4587181"/>
                  </a:lnTo>
                  <a:lnTo>
                    <a:pt x="1584910" y="4586751"/>
                  </a:lnTo>
                  <a:lnTo>
                    <a:pt x="1585068" y="4585028"/>
                  </a:lnTo>
                  <a:lnTo>
                    <a:pt x="1585068" y="4584598"/>
                  </a:lnTo>
                  <a:lnTo>
                    <a:pt x="1585068" y="4583737"/>
                  </a:lnTo>
                  <a:lnTo>
                    <a:pt x="1585226" y="4583737"/>
                  </a:lnTo>
                  <a:lnTo>
                    <a:pt x="1585384" y="4583306"/>
                  </a:lnTo>
                  <a:lnTo>
                    <a:pt x="1585541" y="4583306"/>
                  </a:lnTo>
                  <a:lnTo>
                    <a:pt x="1586488" y="4582875"/>
                  </a:lnTo>
                  <a:lnTo>
                    <a:pt x="1586803" y="4582875"/>
                  </a:lnTo>
                  <a:lnTo>
                    <a:pt x="1586961" y="4582875"/>
                  </a:lnTo>
                  <a:lnTo>
                    <a:pt x="1587119" y="4582875"/>
                  </a:lnTo>
                  <a:lnTo>
                    <a:pt x="1587592" y="4582014"/>
                  </a:lnTo>
                  <a:lnTo>
                    <a:pt x="1587592" y="4581584"/>
                  </a:lnTo>
                  <a:lnTo>
                    <a:pt x="1587907" y="4581153"/>
                  </a:lnTo>
                  <a:lnTo>
                    <a:pt x="1588380" y="4581153"/>
                  </a:lnTo>
                  <a:lnTo>
                    <a:pt x="1588538" y="4581153"/>
                  </a:lnTo>
                  <a:lnTo>
                    <a:pt x="1588696" y="4581153"/>
                  </a:lnTo>
                  <a:lnTo>
                    <a:pt x="1589169" y="4580722"/>
                  </a:lnTo>
                  <a:lnTo>
                    <a:pt x="1589169" y="4579861"/>
                  </a:lnTo>
                  <a:lnTo>
                    <a:pt x="1589327" y="4579431"/>
                  </a:lnTo>
                  <a:lnTo>
                    <a:pt x="1589484" y="4579431"/>
                  </a:lnTo>
                  <a:lnTo>
                    <a:pt x="1590115" y="4579431"/>
                  </a:lnTo>
                  <a:lnTo>
                    <a:pt x="1590273" y="4579431"/>
                  </a:lnTo>
                  <a:lnTo>
                    <a:pt x="1590588" y="4579431"/>
                  </a:lnTo>
                  <a:lnTo>
                    <a:pt x="1590746" y="4579000"/>
                  </a:lnTo>
                  <a:lnTo>
                    <a:pt x="1591219" y="4578569"/>
                  </a:lnTo>
                  <a:lnTo>
                    <a:pt x="1591377" y="4578569"/>
                  </a:lnTo>
                  <a:lnTo>
                    <a:pt x="1591377" y="4578139"/>
                  </a:lnTo>
                  <a:lnTo>
                    <a:pt x="1591535" y="4577708"/>
                  </a:lnTo>
                  <a:lnTo>
                    <a:pt x="1591535" y="4577278"/>
                  </a:lnTo>
                  <a:lnTo>
                    <a:pt x="1591535" y="4576847"/>
                  </a:lnTo>
                  <a:lnTo>
                    <a:pt x="1591850" y="4576847"/>
                  </a:lnTo>
                  <a:lnTo>
                    <a:pt x="1592008" y="4576847"/>
                  </a:lnTo>
                  <a:lnTo>
                    <a:pt x="1592008" y="4576416"/>
                  </a:lnTo>
                  <a:lnTo>
                    <a:pt x="1592008" y="4575986"/>
                  </a:lnTo>
                  <a:lnTo>
                    <a:pt x="1592166" y="4575986"/>
                  </a:lnTo>
                  <a:lnTo>
                    <a:pt x="1592166" y="4575555"/>
                  </a:lnTo>
                  <a:lnTo>
                    <a:pt x="1592323" y="4575555"/>
                  </a:lnTo>
                  <a:lnTo>
                    <a:pt x="1592481" y="4575555"/>
                  </a:lnTo>
                  <a:lnTo>
                    <a:pt x="1592639" y="4575555"/>
                  </a:lnTo>
                  <a:lnTo>
                    <a:pt x="1592796" y="4575555"/>
                  </a:lnTo>
                  <a:lnTo>
                    <a:pt x="1592954" y="4575555"/>
                  </a:lnTo>
                  <a:lnTo>
                    <a:pt x="1593112" y="4575555"/>
                  </a:lnTo>
                  <a:lnTo>
                    <a:pt x="1593270" y="4575125"/>
                  </a:lnTo>
                  <a:lnTo>
                    <a:pt x="1593585" y="4575125"/>
                  </a:lnTo>
                  <a:lnTo>
                    <a:pt x="1593585" y="4574694"/>
                  </a:lnTo>
                  <a:lnTo>
                    <a:pt x="1593743" y="4574694"/>
                  </a:lnTo>
                  <a:lnTo>
                    <a:pt x="1593900" y="4574263"/>
                  </a:lnTo>
                  <a:lnTo>
                    <a:pt x="1594216" y="4574263"/>
                  </a:lnTo>
                  <a:lnTo>
                    <a:pt x="1594531" y="4573833"/>
                  </a:lnTo>
                  <a:lnTo>
                    <a:pt x="1594689" y="4573833"/>
                  </a:lnTo>
                  <a:lnTo>
                    <a:pt x="1595162" y="4573833"/>
                  </a:lnTo>
                  <a:lnTo>
                    <a:pt x="1595162" y="4573402"/>
                  </a:lnTo>
                  <a:lnTo>
                    <a:pt x="1595320" y="4573402"/>
                  </a:lnTo>
                  <a:lnTo>
                    <a:pt x="1595478" y="4573402"/>
                  </a:lnTo>
                  <a:lnTo>
                    <a:pt x="1595478" y="4572972"/>
                  </a:lnTo>
                  <a:lnTo>
                    <a:pt x="1595635" y="4572541"/>
                  </a:lnTo>
                  <a:lnTo>
                    <a:pt x="1595793" y="4572541"/>
                  </a:lnTo>
                  <a:lnTo>
                    <a:pt x="1596108" y="4572541"/>
                  </a:lnTo>
                  <a:lnTo>
                    <a:pt x="1596266" y="4572541"/>
                  </a:lnTo>
                  <a:lnTo>
                    <a:pt x="1596582" y="4572541"/>
                  </a:lnTo>
                  <a:lnTo>
                    <a:pt x="1596739" y="4572110"/>
                  </a:lnTo>
                  <a:lnTo>
                    <a:pt x="1597055" y="4572110"/>
                  </a:lnTo>
                  <a:lnTo>
                    <a:pt x="1597213" y="4572110"/>
                  </a:lnTo>
                  <a:lnTo>
                    <a:pt x="1597370" y="4572110"/>
                  </a:lnTo>
                  <a:lnTo>
                    <a:pt x="1597370" y="4571680"/>
                  </a:lnTo>
                  <a:lnTo>
                    <a:pt x="1597370" y="4571249"/>
                  </a:lnTo>
                  <a:lnTo>
                    <a:pt x="1597528" y="4571249"/>
                  </a:lnTo>
                  <a:lnTo>
                    <a:pt x="1597843" y="4571249"/>
                  </a:lnTo>
                  <a:lnTo>
                    <a:pt x="1598001" y="4571249"/>
                  </a:lnTo>
                  <a:lnTo>
                    <a:pt x="1598159" y="4570819"/>
                  </a:lnTo>
                  <a:lnTo>
                    <a:pt x="1598317" y="4570819"/>
                  </a:lnTo>
                  <a:lnTo>
                    <a:pt x="1598790" y="4570388"/>
                  </a:lnTo>
                  <a:lnTo>
                    <a:pt x="1599105" y="4570388"/>
                  </a:lnTo>
                  <a:lnTo>
                    <a:pt x="1599263" y="4570388"/>
                  </a:lnTo>
                  <a:lnTo>
                    <a:pt x="1599421" y="4569957"/>
                  </a:lnTo>
                  <a:lnTo>
                    <a:pt x="1599736" y="4569957"/>
                  </a:lnTo>
                  <a:lnTo>
                    <a:pt x="1599736" y="4569527"/>
                  </a:lnTo>
                  <a:lnTo>
                    <a:pt x="1599894" y="4569527"/>
                  </a:lnTo>
                  <a:lnTo>
                    <a:pt x="1600209" y="4569527"/>
                  </a:lnTo>
                  <a:lnTo>
                    <a:pt x="1600367" y="4569527"/>
                  </a:lnTo>
                  <a:lnTo>
                    <a:pt x="1600367" y="4569096"/>
                  </a:lnTo>
                  <a:lnTo>
                    <a:pt x="1600525" y="4569096"/>
                  </a:lnTo>
                  <a:lnTo>
                    <a:pt x="1605887" y="4557901"/>
                  </a:lnTo>
                  <a:lnTo>
                    <a:pt x="1606202" y="4557470"/>
                  </a:lnTo>
                  <a:lnTo>
                    <a:pt x="1606202" y="4557039"/>
                  </a:lnTo>
                  <a:lnTo>
                    <a:pt x="1606676" y="4557039"/>
                  </a:lnTo>
                  <a:lnTo>
                    <a:pt x="1606833" y="4557039"/>
                  </a:lnTo>
                  <a:lnTo>
                    <a:pt x="1607149" y="4556609"/>
                  </a:lnTo>
                  <a:lnTo>
                    <a:pt x="1607306" y="4556609"/>
                  </a:lnTo>
                  <a:lnTo>
                    <a:pt x="1607464" y="4556609"/>
                  </a:lnTo>
                  <a:lnTo>
                    <a:pt x="1607464" y="4556178"/>
                  </a:lnTo>
                  <a:lnTo>
                    <a:pt x="1607622" y="4556178"/>
                  </a:lnTo>
                  <a:lnTo>
                    <a:pt x="1607780" y="4556178"/>
                  </a:lnTo>
                  <a:lnTo>
                    <a:pt x="1607780" y="4555748"/>
                  </a:lnTo>
                  <a:lnTo>
                    <a:pt x="1607937" y="4555317"/>
                  </a:lnTo>
                  <a:lnTo>
                    <a:pt x="1608095" y="4555317"/>
                  </a:lnTo>
                  <a:lnTo>
                    <a:pt x="1608095" y="4554886"/>
                  </a:lnTo>
                  <a:lnTo>
                    <a:pt x="1608095" y="4554456"/>
                  </a:lnTo>
                  <a:lnTo>
                    <a:pt x="1608253" y="4554025"/>
                  </a:lnTo>
                  <a:lnTo>
                    <a:pt x="1608411" y="4554025"/>
                  </a:lnTo>
                  <a:lnTo>
                    <a:pt x="1608411" y="4553595"/>
                  </a:lnTo>
                  <a:lnTo>
                    <a:pt x="1608568" y="4553595"/>
                  </a:lnTo>
                  <a:lnTo>
                    <a:pt x="1608884" y="4552733"/>
                  </a:lnTo>
                  <a:lnTo>
                    <a:pt x="1609199" y="4552733"/>
                  </a:lnTo>
                  <a:lnTo>
                    <a:pt x="1609515" y="4551872"/>
                  </a:lnTo>
                  <a:lnTo>
                    <a:pt x="1609672" y="4551872"/>
                  </a:lnTo>
                  <a:lnTo>
                    <a:pt x="1609830" y="4551872"/>
                  </a:lnTo>
                  <a:lnTo>
                    <a:pt x="1610145" y="4551872"/>
                  </a:lnTo>
                  <a:lnTo>
                    <a:pt x="1610145" y="4551442"/>
                  </a:lnTo>
                  <a:lnTo>
                    <a:pt x="1610461" y="4551442"/>
                  </a:lnTo>
                  <a:lnTo>
                    <a:pt x="1610619" y="4551442"/>
                  </a:lnTo>
                  <a:lnTo>
                    <a:pt x="1610776" y="4551442"/>
                  </a:lnTo>
                  <a:lnTo>
                    <a:pt x="1611092" y="4551442"/>
                  </a:lnTo>
                  <a:lnTo>
                    <a:pt x="1611249" y="4551442"/>
                  </a:lnTo>
                  <a:lnTo>
                    <a:pt x="1611407" y="4551442"/>
                  </a:lnTo>
                  <a:lnTo>
                    <a:pt x="1611565" y="4551011"/>
                  </a:lnTo>
                  <a:lnTo>
                    <a:pt x="1611880" y="4551011"/>
                  </a:lnTo>
                  <a:lnTo>
                    <a:pt x="1612038" y="4550580"/>
                  </a:lnTo>
                  <a:lnTo>
                    <a:pt x="1612038" y="4550150"/>
                  </a:lnTo>
                  <a:lnTo>
                    <a:pt x="1612196" y="4550150"/>
                  </a:lnTo>
                  <a:lnTo>
                    <a:pt x="1612353" y="4550150"/>
                  </a:lnTo>
                  <a:lnTo>
                    <a:pt x="1612353" y="4549719"/>
                  </a:lnTo>
                  <a:lnTo>
                    <a:pt x="1612353" y="4549289"/>
                  </a:lnTo>
                  <a:lnTo>
                    <a:pt x="1612511" y="4549289"/>
                  </a:lnTo>
                  <a:lnTo>
                    <a:pt x="1612511" y="4548858"/>
                  </a:lnTo>
                  <a:lnTo>
                    <a:pt x="1612827" y="4548858"/>
                  </a:lnTo>
                  <a:lnTo>
                    <a:pt x="1612827" y="4548427"/>
                  </a:lnTo>
                  <a:lnTo>
                    <a:pt x="1613142" y="4548427"/>
                  </a:lnTo>
                  <a:lnTo>
                    <a:pt x="1613142" y="4547566"/>
                  </a:lnTo>
                  <a:lnTo>
                    <a:pt x="1613457" y="4547136"/>
                  </a:lnTo>
                  <a:lnTo>
                    <a:pt x="1613457" y="4546705"/>
                  </a:lnTo>
                  <a:lnTo>
                    <a:pt x="1613615" y="4546705"/>
                  </a:lnTo>
                  <a:lnTo>
                    <a:pt x="1613773" y="4546274"/>
                  </a:lnTo>
                  <a:lnTo>
                    <a:pt x="1614088" y="4546274"/>
                  </a:lnTo>
                  <a:lnTo>
                    <a:pt x="1614404" y="4546274"/>
                  </a:lnTo>
                  <a:lnTo>
                    <a:pt x="1614562" y="4546274"/>
                  </a:lnTo>
                  <a:lnTo>
                    <a:pt x="1614877" y="4546274"/>
                  </a:lnTo>
                  <a:lnTo>
                    <a:pt x="1615035" y="4546274"/>
                  </a:lnTo>
                  <a:lnTo>
                    <a:pt x="1615192" y="4545844"/>
                  </a:lnTo>
                  <a:lnTo>
                    <a:pt x="1615508" y="4545844"/>
                  </a:lnTo>
                  <a:lnTo>
                    <a:pt x="1615981" y="4545844"/>
                  </a:lnTo>
                  <a:lnTo>
                    <a:pt x="1616296" y="4545844"/>
                  </a:lnTo>
                  <a:lnTo>
                    <a:pt x="1616770" y="4545844"/>
                  </a:lnTo>
                  <a:lnTo>
                    <a:pt x="1616927" y="4545844"/>
                  </a:lnTo>
                  <a:lnTo>
                    <a:pt x="1617243" y="4544983"/>
                  </a:lnTo>
                  <a:lnTo>
                    <a:pt x="1617243" y="4544552"/>
                  </a:lnTo>
                  <a:lnTo>
                    <a:pt x="1617400" y="4544552"/>
                  </a:lnTo>
                  <a:lnTo>
                    <a:pt x="1617558" y="4544552"/>
                  </a:lnTo>
                  <a:lnTo>
                    <a:pt x="1617716" y="4544121"/>
                  </a:lnTo>
                  <a:lnTo>
                    <a:pt x="1618189" y="4543691"/>
                  </a:lnTo>
                  <a:lnTo>
                    <a:pt x="1618347" y="4543691"/>
                  </a:lnTo>
                  <a:lnTo>
                    <a:pt x="1618504" y="4543260"/>
                  </a:lnTo>
                  <a:lnTo>
                    <a:pt x="1618820" y="4543260"/>
                  </a:lnTo>
                  <a:lnTo>
                    <a:pt x="1618978" y="4543260"/>
                  </a:lnTo>
                  <a:lnTo>
                    <a:pt x="1618978" y="4542830"/>
                  </a:lnTo>
                  <a:lnTo>
                    <a:pt x="1619135" y="4542399"/>
                  </a:lnTo>
                  <a:lnTo>
                    <a:pt x="1619293" y="4541968"/>
                  </a:lnTo>
                  <a:lnTo>
                    <a:pt x="1619451" y="4541968"/>
                  </a:lnTo>
                  <a:lnTo>
                    <a:pt x="1619766" y="4541968"/>
                  </a:lnTo>
                  <a:lnTo>
                    <a:pt x="1620397" y="4541538"/>
                  </a:lnTo>
                  <a:lnTo>
                    <a:pt x="1620870" y="4541107"/>
                  </a:lnTo>
                  <a:lnTo>
                    <a:pt x="1621028" y="4541107"/>
                  </a:lnTo>
                  <a:lnTo>
                    <a:pt x="1621343" y="4541107"/>
                  </a:lnTo>
                  <a:lnTo>
                    <a:pt x="1621343" y="4540677"/>
                  </a:lnTo>
                  <a:lnTo>
                    <a:pt x="1621659" y="4540677"/>
                  </a:lnTo>
                  <a:lnTo>
                    <a:pt x="1621974" y="4539815"/>
                  </a:lnTo>
                  <a:lnTo>
                    <a:pt x="1622447" y="4539815"/>
                  </a:lnTo>
                  <a:lnTo>
                    <a:pt x="1622763" y="4539385"/>
                  </a:lnTo>
                  <a:lnTo>
                    <a:pt x="1623236" y="4538524"/>
                  </a:lnTo>
                  <a:lnTo>
                    <a:pt x="1623394" y="4538524"/>
                  </a:lnTo>
                  <a:lnTo>
                    <a:pt x="1623709" y="4537662"/>
                  </a:lnTo>
                  <a:lnTo>
                    <a:pt x="1624025" y="4537662"/>
                  </a:lnTo>
                  <a:lnTo>
                    <a:pt x="1624182" y="4537662"/>
                  </a:lnTo>
                  <a:lnTo>
                    <a:pt x="1624182" y="4537232"/>
                  </a:lnTo>
                  <a:lnTo>
                    <a:pt x="1624340" y="4536801"/>
                  </a:lnTo>
                  <a:lnTo>
                    <a:pt x="1624340" y="4536371"/>
                  </a:lnTo>
                  <a:lnTo>
                    <a:pt x="1624655" y="4536371"/>
                  </a:lnTo>
                  <a:lnTo>
                    <a:pt x="1625129" y="4535940"/>
                  </a:lnTo>
                  <a:lnTo>
                    <a:pt x="1625286" y="4535940"/>
                  </a:lnTo>
                  <a:lnTo>
                    <a:pt x="1625444" y="4535940"/>
                  </a:lnTo>
                  <a:lnTo>
                    <a:pt x="1625760" y="4535940"/>
                  </a:lnTo>
                  <a:lnTo>
                    <a:pt x="1625917" y="4535940"/>
                  </a:lnTo>
                  <a:lnTo>
                    <a:pt x="1626075" y="4535940"/>
                  </a:lnTo>
                  <a:lnTo>
                    <a:pt x="1626390" y="4535940"/>
                  </a:lnTo>
                  <a:lnTo>
                    <a:pt x="1626706" y="4535940"/>
                  </a:lnTo>
                  <a:lnTo>
                    <a:pt x="1626864" y="4535940"/>
                  </a:lnTo>
                  <a:lnTo>
                    <a:pt x="1627021" y="4535940"/>
                  </a:lnTo>
                  <a:lnTo>
                    <a:pt x="1627021" y="4535509"/>
                  </a:lnTo>
                  <a:lnTo>
                    <a:pt x="1627179" y="4535509"/>
                  </a:lnTo>
                  <a:lnTo>
                    <a:pt x="1627494" y="4535509"/>
                  </a:lnTo>
                  <a:lnTo>
                    <a:pt x="1627494" y="4535079"/>
                  </a:lnTo>
                  <a:lnTo>
                    <a:pt x="1627652" y="4535079"/>
                  </a:lnTo>
                  <a:lnTo>
                    <a:pt x="1627810" y="4535079"/>
                  </a:lnTo>
                  <a:lnTo>
                    <a:pt x="1627968" y="4535079"/>
                  </a:lnTo>
                  <a:lnTo>
                    <a:pt x="1628283" y="4534648"/>
                  </a:lnTo>
                  <a:lnTo>
                    <a:pt x="1628441" y="4534218"/>
                  </a:lnTo>
                  <a:lnTo>
                    <a:pt x="1628598" y="4534218"/>
                  </a:lnTo>
                  <a:lnTo>
                    <a:pt x="1628598" y="4533787"/>
                  </a:lnTo>
                  <a:lnTo>
                    <a:pt x="1628914" y="4533787"/>
                  </a:lnTo>
                  <a:lnTo>
                    <a:pt x="1629387" y="4532065"/>
                  </a:lnTo>
                  <a:lnTo>
                    <a:pt x="1629387" y="4531634"/>
                  </a:lnTo>
                  <a:lnTo>
                    <a:pt x="1629545" y="4531634"/>
                  </a:lnTo>
                  <a:lnTo>
                    <a:pt x="1629545" y="4531203"/>
                  </a:lnTo>
                  <a:lnTo>
                    <a:pt x="1629702" y="4531203"/>
                  </a:lnTo>
                  <a:lnTo>
                    <a:pt x="1629860" y="4531203"/>
                  </a:lnTo>
                  <a:lnTo>
                    <a:pt x="1630018" y="4530342"/>
                  </a:lnTo>
                  <a:lnTo>
                    <a:pt x="1630176" y="4530342"/>
                  </a:lnTo>
                  <a:lnTo>
                    <a:pt x="1630491" y="4530342"/>
                  </a:lnTo>
                  <a:lnTo>
                    <a:pt x="1630649" y="4530342"/>
                  </a:lnTo>
                  <a:lnTo>
                    <a:pt x="1630806" y="4530342"/>
                  </a:lnTo>
                  <a:lnTo>
                    <a:pt x="1630806" y="4529912"/>
                  </a:lnTo>
                  <a:lnTo>
                    <a:pt x="1631280" y="4529481"/>
                  </a:lnTo>
                  <a:lnTo>
                    <a:pt x="1631437" y="4529481"/>
                  </a:lnTo>
                  <a:lnTo>
                    <a:pt x="1631753" y="4529050"/>
                  </a:lnTo>
                  <a:lnTo>
                    <a:pt x="1632068" y="4529050"/>
                  </a:lnTo>
                  <a:lnTo>
                    <a:pt x="1632226" y="4529050"/>
                  </a:lnTo>
                  <a:lnTo>
                    <a:pt x="1632541" y="4529050"/>
                  </a:lnTo>
                  <a:lnTo>
                    <a:pt x="1632699" y="4528189"/>
                  </a:lnTo>
                  <a:lnTo>
                    <a:pt x="1632857" y="4527759"/>
                  </a:lnTo>
                  <a:lnTo>
                    <a:pt x="1633015" y="4527759"/>
                  </a:lnTo>
                  <a:lnTo>
                    <a:pt x="1633488" y="4527328"/>
                  </a:lnTo>
                  <a:lnTo>
                    <a:pt x="1633645" y="4527328"/>
                  </a:lnTo>
                  <a:lnTo>
                    <a:pt x="1633645" y="4526897"/>
                  </a:lnTo>
                  <a:lnTo>
                    <a:pt x="1633961" y="4526036"/>
                  </a:lnTo>
                  <a:lnTo>
                    <a:pt x="1634119" y="4526036"/>
                  </a:lnTo>
                  <a:lnTo>
                    <a:pt x="1634276" y="4526036"/>
                  </a:lnTo>
                  <a:lnTo>
                    <a:pt x="1634434" y="4525606"/>
                  </a:lnTo>
                  <a:lnTo>
                    <a:pt x="1634907" y="4524744"/>
                  </a:lnTo>
                  <a:lnTo>
                    <a:pt x="1635065" y="4524744"/>
                  </a:lnTo>
                  <a:lnTo>
                    <a:pt x="1635380" y="4523883"/>
                  </a:lnTo>
                  <a:lnTo>
                    <a:pt x="1635538" y="4523883"/>
                  </a:lnTo>
                  <a:lnTo>
                    <a:pt x="1635696" y="4523453"/>
                  </a:lnTo>
                  <a:lnTo>
                    <a:pt x="1636011" y="4522591"/>
                  </a:lnTo>
                  <a:lnTo>
                    <a:pt x="1636327" y="4522591"/>
                  </a:lnTo>
                  <a:lnTo>
                    <a:pt x="1636327" y="4522161"/>
                  </a:lnTo>
                  <a:lnTo>
                    <a:pt x="1636484" y="4522161"/>
                  </a:lnTo>
                  <a:lnTo>
                    <a:pt x="1636800" y="4521300"/>
                  </a:lnTo>
                  <a:lnTo>
                    <a:pt x="1636958" y="4521300"/>
                  </a:lnTo>
                  <a:lnTo>
                    <a:pt x="1637115" y="4521300"/>
                  </a:lnTo>
                  <a:lnTo>
                    <a:pt x="1637588" y="4520869"/>
                  </a:lnTo>
                  <a:lnTo>
                    <a:pt x="1637746" y="4520438"/>
                  </a:lnTo>
                  <a:lnTo>
                    <a:pt x="1637904" y="4520438"/>
                  </a:lnTo>
                  <a:lnTo>
                    <a:pt x="1638535" y="4520438"/>
                  </a:lnTo>
                  <a:lnTo>
                    <a:pt x="1638535" y="4520008"/>
                  </a:lnTo>
                  <a:lnTo>
                    <a:pt x="1638692" y="4520008"/>
                  </a:lnTo>
                  <a:lnTo>
                    <a:pt x="1638850" y="4519577"/>
                  </a:lnTo>
                  <a:lnTo>
                    <a:pt x="1639481" y="4518716"/>
                  </a:lnTo>
                  <a:lnTo>
                    <a:pt x="1639639" y="4518285"/>
                  </a:lnTo>
                  <a:lnTo>
                    <a:pt x="1639796" y="4518285"/>
                  </a:lnTo>
                  <a:lnTo>
                    <a:pt x="1639954" y="4518285"/>
                  </a:lnTo>
                  <a:lnTo>
                    <a:pt x="1640112" y="4518285"/>
                  </a:lnTo>
                  <a:lnTo>
                    <a:pt x="1640270" y="4518285"/>
                  </a:lnTo>
                  <a:lnTo>
                    <a:pt x="1640427" y="4518285"/>
                  </a:lnTo>
                  <a:lnTo>
                    <a:pt x="1641058" y="4517424"/>
                  </a:lnTo>
                  <a:lnTo>
                    <a:pt x="1641374" y="4517424"/>
                  </a:lnTo>
                  <a:lnTo>
                    <a:pt x="1641531" y="4517424"/>
                  </a:lnTo>
                  <a:lnTo>
                    <a:pt x="1641689" y="4517424"/>
                  </a:lnTo>
                  <a:lnTo>
                    <a:pt x="1642004" y="4516994"/>
                  </a:lnTo>
                  <a:lnTo>
                    <a:pt x="1642162" y="4516994"/>
                  </a:lnTo>
                  <a:lnTo>
                    <a:pt x="1642320" y="4516994"/>
                  </a:lnTo>
                  <a:lnTo>
                    <a:pt x="1642635" y="4516563"/>
                  </a:lnTo>
                  <a:lnTo>
                    <a:pt x="1643109" y="4516563"/>
                  </a:lnTo>
                  <a:lnTo>
                    <a:pt x="1643266" y="4516563"/>
                  </a:lnTo>
                  <a:lnTo>
                    <a:pt x="1643582" y="4516563"/>
                  </a:lnTo>
                  <a:lnTo>
                    <a:pt x="1643897" y="4516563"/>
                  </a:lnTo>
                  <a:lnTo>
                    <a:pt x="1643897" y="4516132"/>
                  </a:lnTo>
                  <a:lnTo>
                    <a:pt x="1643897" y="4515702"/>
                  </a:lnTo>
                  <a:lnTo>
                    <a:pt x="1644055" y="4515702"/>
                  </a:lnTo>
                  <a:lnTo>
                    <a:pt x="1644370" y="4515271"/>
                  </a:lnTo>
                  <a:lnTo>
                    <a:pt x="1644686" y="4515271"/>
                  </a:lnTo>
                  <a:lnTo>
                    <a:pt x="1644686" y="4514841"/>
                  </a:lnTo>
                  <a:lnTo>
                    <a:pt x="1644843" y="4514841"/>
                  </a:lnTo>
                  <a:lnTo>
                    <a:pt x="1645001" y="4514410"/>
                  </a:lnTo>
                  <a:lnTo>
                    <a:pt x="1645159" y="4514410"/>
                  </a:lnTo>
                  <a:lnTo>
                    <a:pt x="1645474" y="4514410"/>
                  </a:lnTo>
                  <a:lnTo>
                    <a:pt x="1645632" y="4514410"/>
                  </a:lnTo>
                  <a:lnTo>
                    <a:pt x="1645790" y="4514410"/>
                  </a:lnTo>
                  <a:lnTo>
                    <a:pt x="1645790" y="4513979"/>
                  </a:lnTo>
                  <a:lnTo>
                    <a:pt x="1646263" y="4513549"/>
                  </a:lnTo>
                  <a:lnTo>
                    <a:pt x="1646578" y="4513549"/>
                  </a:lnTo>
                  <a:lnTo>
                    <a:pt x="1646894" y="4513118"/>
                  </a:lnTo>
                  <a:lnTo>
                    <a:pt x="1647051" y="4513118"/>
                  </a:lnTo>
                  <a:lnTo>
                    <a:pt x="1647367" y="4513118"/>
                  </a:lnTo>
                  <a:lnTo>
                    <a:pt x="1647367" y="4512688"/>
                  </a:lnTo>
                  <a:lnTo>
                    <a:pt x="1647682" y="4512688"/>
                  </a:lnTo>
                  <a:lnTo>
                    <a:pt x="1647840" y="4512688"/>
                  </a:lnTo>
                  <a:lnTo>
                    <a:pt x="1648156" y="4512257"/>
                  </a:lnTo>
                  <a:lnTo>
                    <a:pt x="1648313" y="4512257"/>
                  </a:lnTo>
                  <a:lnTo>
                    <a:pt x="1648471" y="4511826"/>
                  </a:lnTo>
                  <a:lnTo>
                    <a:pt x="1648629" y="4511826"/>
                  </a:lnTo>
                  <a:lnTo>
                    <a:pt x="1648629" y="4511396"/>
                  </a:lnTo>
                  <a:lnTo>
                    <a:pt x="1648629" y="4510965"/>
                  </a:lnTo>
                  <a:lnTo>
                    <a:pt x="1648944" y="4510965"/>
                  </a:lnTo>
                  <a:lnTo>
                    <a:pt x="1649733" y="4510535"/>
                  </a:lnTo>
                  <a:lnTo>
                    <a:pt x="1649890" y="4510535"/>
                  </a:lnTo>
                  <a:lnTo>
                    <a:pt x="1650206" y="4510535"/>
                  </a:lnTo>
                  <a:lnTo>
                    <a:pt x="1650364" y="4510535"/>
                  </a:lnTo>
                  <a:lnTo>
                    <a:pt x="1650521" y="4510535"/>
                  </a:lnTo>
                  <a:lnTo>
                    <a:pt x="1650521" y="4510104"/>
                  </a:lnTo>
                  <a:lnTo>
                    <a:pt x="1650837" y="4510104"/>
                  </a:lnTo>
                  <a:lnTo>
                    <a:pt x="1650994" y="4510104"/>
                  </a:lnTo>
                  <a:lnTo>
                    <a:pt x="1651152" y="4510104"/>
                  </a:lnTo>
                  <a:lnTo>
                    <a:pt x="1651152" y="4509243"/>
                  </a:lnTo>
                  <a:lnTo>
                    <a:pt x="1651468" y="4509243"/>
                  </a:lnTo>
                  <a:lnTo>
                    <a:pt x="1651625" y="4509243"/>
                  </a:lnTo>
                  <a:lnTo>
                    <a:pt x="1651941" y="4509243"/>
                  </a:lnTo>
                  <a:lnTo>
                    <a:pt x="1652256" y="4509243"/>
                  </a:lnTo>
                  <a:lnTo>
                    <a:pt x="1652414" y="4509243"/>
                  </a:lnTo>
                  <a:lnTo>
                    <a:pt x="1652572" y="4509243"/>
                  </a:lnTo>
                  <a:lnTo>
                    <a:pt x="1652572" y="4508812"/>
                  </a:lnTo>
                  <a:lnTo>
                    <a:pt x="1652572" y="4508382"/>
                  </a:lnTo>
                  <a:lnTo>
                    <a:pt x="1653045" y="4507520"/>
                  </a:lnTo>
                  <a:lnTo>
                    <a:pt x="1653676" y="4507520"/>
                  </a:lnTo>
                  <a:lnTo>
                    <a:pt x="1653833" y="4507520"/>
                  </a:lnTo>
                  <a:lnTo>
                    <a:pt x="1653833" y="4507090"/>
                  </a:lnTo>
                  <a:lnTo>
                    <a:pt x="1653833" y="4506659"/>
                  </a:lnTo>
                  <a:lnTo>
                    <a:pt x="1654149" y="4505798"/>
                  </a:lnTo>
                  <a:lnTo>
                    <a:pt x="1654307" y="4505798"/>
                  </a:lnTo>
                  <a:lnTo>
                    <a:pt x="1654464" y="4505798"/>
                  </a:lnTo>
                  <a:lnTo>
                    <a:pt x="1654464" y="4505367"/>
                  </a:lnTo>
                  <a:lnTo>
                    <a:pt x="1654622" y="4505367"/>
                  </a:lnTo>
                  <a:lnTo>
                    <a:pt x="1654780" y="4504937"/>
                  </a:lnTo>
                  <a:lnTo>
                    <a:pt x="1655253" y="4504506"/>
                  </a:lnTo>
                  <a:lnTo>
                    <a:pt x="1655411" y="4504506"/>
                  </a:lnTo>
                  <a:lnTo>
                    <a:pt x="1655884" y="4504506"/>
                  </a:lnTo>
                  <a:lnTo>
                    <a:pt x="1656041" y="4504506"/>
                  </a:lnTo>
                  <a:lnTo>
                    <a:pt x="1656041" y="4504076"/>
                  </a:lnTo>
                  <a:lnTo>
                    <a:pt x="1656672" y="4503645"/>
                  </a:lnTo>
                  <a:lnTo>
                    <a:pt x="1656830" y="4502784"/>
                  </a:lnTo>
                  <a:lnTo>
                    <a:pt x="1656830" y="4502353"/>
                  </a:lnTo>
                  <a:lnTo>
                    <a:pt x="1656988" y="4502353"/>
                  </a:lnTo>
                  <a:lnTo>
                    <a:pt x="1657303" y="4502353"/>
                  </a:lnTo>
                  <a:lnTo>
                    <a:pt x="1657461" y="4502353"/>
                  </a:lnTo>
                  <a:lnTo>
                    <a:pt x="1657619" y="4502353"/>
                  </a:lnTo>
                  <a:lnTo>
                    <a:pt x="1657776" y="4501923"/>
                  </a:lnTo>
                  <a:lnTo>
                    <a:pt x="1657776" y="4501492"/>
                  </a:lnTo>
                  <a:lnTo>
                    <a:pt x="1658249" y="4501492"/>
                  </a:lnTo>
                  <a:lnTo>
                    <a:pt x="1658249" y="4501061"/>
                  </a:lnTo>
                  <a:lnTo>
                    <a:pt x="1658407" y="4500631"/>
                  </a:lnTo>
                  <a:lnTo>
                    <a:pt x="1658723" y="4500631"/>
                  </a:lnTo>
                  <a:lnTo>
                    <a:pt x="1658880" y="4500631"/>
                  </a:lnTo>
                  <a:lnTo>
                    <a:pt x="1659038" y="4500631"/>
                  </a:lnTo>
                  <a:lnTo>
                    <a:pt x="1659038" y="4500200"/>
                  </a:lnTo>
                  <a:lnTo>
                    <a:pt x="1659196" y="4499770"/>
                  </a:lnTo>
                  <a:lnTo>
                    <a:pt x="1659511" y="4498908"/>
                  </a:lnTo>
                  <a:lnTo>
                    <a:pt x="1659984" y="4498908"/>
                  </a:lnTo>
                  <a:lnTo>
                    <a:pt x="1660142" y="4498478"/>
                  </a:lnTo>
                  <a:lnTo>
                    <a:pt x="1660300" y="4498478"/>
                  </a:lnTo>
                  <a:lnTo>
                    <a:pt x="1660458" y="4498478"/>
                  </a:lnTo>
                  <a:lnTo>
                    <a:pt x="1660773" y="4498047"/>
                  </a:lnTo>
                  <a:lnTo>
                    <a:pt x="1660931" y="4498047"/>
                  </a:lnTo>
                  <a:lnTo>
                    <a:pt x="1661088" y="4498047"/>
                  </a:lnTo>
                  <a:lnTo>
                    <a:pt x="1661404" y="4498047"/>
                  </a:lnTo>
                  <a:lnTo>
                    <a:pt x="1661562" y="4498047"/>
                  </a:lnTo>
                  <a:lnTo>
                    <a:pt x="1662192" y="4497617"/>
                  </a:lnTo>
                  <a:lnTo>
                    <a:pt x="1662666" y="4496755"/>
                  </a:lnTo>
                  <a:lnTo>
                    <a:pt x="1662666" y="4495894"/>
                  </a:lnTo>
                  <a:lnTo>
                    <a:pt x="1662981" y="4495894"/>
                  </a:lnTo>
                  <a:lnTo>
                    <a:pt x="1663139" y="4495894"/>
                  </a:lnTo>
                  <a:lnTo>
                    <a:pt x="1663296" y="4495894"/>
                  </a:lnTo>
                  <a:lnTo>
                    <a:pt x="1663612" y="4495894"/>
                  </a:lnTo>
                  <a:lnTo>
                    <a:pt x="1664085" y="4495894"/>
                  </a:lnTo>
                  <a:lnTo>
                    <a:pt x="1664243" y="4495894"/>
                  </a:lnTo>
                  <a:lnTo>
                    <a:pt x="1665031" y="4495894"/>
                  </a:lnTo>
                  <a:lnTo>
                    <a:pt x="1665189" y="4495464"/>
                  </a:lnTo>
                  <a:lnTo>
                    <a:pt x="1665347" y="4495464"/>
                  </a:lnTo>
                  <a:lnTo>
                    <a:pt x="1665978" y="4495033"/>
                  </a:lnTo>
                  <a:lnTo>
                    <a:pt x="1666293" y="4495033"/>
                  </a:lnTo>
                  <a:lnTo>
                    <a:pt x="1666451" y="4495033"/>
                  </a:lnTo>
                  <a:lnTo>
                    <a:pt x="1666766" y="4495033"/>
                  </a:lnTo>
                  <a:lnTo>
                    <a:pt x="1666924" y="4495033"/>
                  </a:lnTo>
                  <a:lnTo>
                    <a:pt x="1666924" y="4494602"/>
                  </a:lnTo>
                  <a:lnTo>
                    <a:pt x="1667082" y="4494602"/>
                  </a:lnTo>
                  <a:lnTo>
                    <a:pt x="1667397" y="4494172"/>
                  </a:lnTo>
                  <a:lnTo>
                    <a:pt x="1667555" y="4494172"/>
                  </a:lnTo>
                  <a:lnTo>
                    <a:pt x="1667870" y="4494172"/>
                  </a:lnTo>
                  <a:lnTo>
                    <a:pt x="1668028" y="4494172"/>
                  </a:lnTo>
                  <a:lnTo>
                    <a:pt x="1668186" y="4494172"/>
                  </a:lnTo>
                  <a:lnTo>
                    <a:pt x="1668501" y="4493741"/>
                  </a:lnTo>
                  <a:lnTo>
                    <a:pt x="1668659" y="4493741"/>
                  </a:lnTo>
                  <a:lnTo>
                    <a:pt x="1668659" y="4493311"/>
                  </a:lnTo>
                  <a:lnTo>
                    <a:pt x="1668817" y="4493311"/>
                  </a:lnTo>
                  <a:lnTo>
                    <a:pt x="1668974" y="4493311"/>
                  </a:lnTo>
                  <a:lnTo>
                    <a:pt x="1669132" y="4493311"/>
                  </a:lnTo>
                  <a:lnTo>
                    <a:pt x="1669290" y="4492880"/>
                  </a:lnTo>
                  <a:lnTo>
                    <a:pt x="1669447" y="4492880"/>
                  </a:lnTo>
                  <a:lnTo>
                    <a:pt x="1669605" y="4492880"/>
                  </a:lnTo>
                  <a:lnTo>
                    <a:pt x="1670236" y="4491588"/>
                  </a:lnTo>
                  <a:lnTo>
                    <a:pt x="1670552" y="4491588"/>
                  </a:lnTo>
                  <a:lnTo>
                    <a:pt x="1670709" y="4491588"/>
                  </a:lnTo>
                  <a:lnTo>
                    <a:pt x="1670867" y="4491588"/>
                  </a:lnTo>
                  <a:lnTo>
                    <a:pt x="1671340" y="4491158"/>
                  </a:lnTo>
                  <a:lnTo>
                    <a:pt x="1671340" y="4490727"/>
                  </a:lnTo>
                  <a:lnTo>
                    <a:pt x="1671340" y="4489866"/>
                  </a:lnTo>
                  <a:lnTo>
                    <a:pt x="1671498" y="4489866"/>
                  </a:lnTo>
                  <a:lnTo>
                    <a:pt x="1671656" y="4489866"/>
                  </a:lnTo>
                  <a:lnTo>
                    <a:pt x="1671656" y="4489435"/>
                  </a:lnTo>
                  <a:lnTo>
                    <a:pt x="1672129" y="4489435"/>
                  </a:lnTo>
                  <a:lnTo>
                    <a:pt x="1672286" y="4489435"/>
                  </a:lnTo>
                  <a:lnTo>
                    <a:pt x="1672760" y="4489005"/>
                  </a:lnTo>
                  <a:lnTo>
                    <a:pt x="1672917" y="4489005"/>
                  </a:lnTo>
                  <a:lnTo>
                    <a:pt x="1673075" y="4488574"/>
                  </a:lnTo>
                  <a:lnTo>
                    <a:pt x="1673390" y="4488574"/>
                  </a:lnTo>
                  <a:lnTo>
                    <a:pt x="1673548" y="4488574"/>
                  </a:lnTo>
                  <a:lnTo>
                    <a:pt x="1673706" y="4488574"/>
                  </a:lnTo>
                  <a:lnTo>
                    <a:pt x="1673864" y="4488574"/>
                  </a:lnTo>
                  <a:lnTo>
                    <a:pt x="1674337" y="4488574"/>
                  </a:lnTo>
                  <a:lnTo>
                    <a:pt x="1674652" y="4488574"/>
                  </a:lnTo>
                  <a:lnTo>
                    <a:pt x="1674810" y="4487713"/>
                  </a:lnTo>
                  <a:lnTo>
                    <a:pt x="1674968" y="4487713"/>
                  </a:lnTo>
                  <a:lnTo>
                    <a:pt x="1675125" y="4487713"/>
                  </a:lnTo>
                  <a:lnTo>
                    <a:pt x="1675283" y="4487713"/>
                  </a:lnTo>
                  <a:lnTo>
                    <a:pt x="1675441" y="4487713"/>
                  </a:lnTo>
                  <a:lnTo>
                    <a:pt x="1675598" y="4487713"/>
                  </a:lnTo>
                  <a:lnTo>
                    <a:pt x="1675598" y="4487282"/>
                  </a:lnTo>
                  <a:lnTo>
                    <a:pt x="1676229" y="4487282"/>
                  </a:lnTo>
                  <a:lnTo>
                    <a:pt x="1676703" y="4487282"/>
                  </a:lnTo>
                  <a:lnTo>
                    <a:pt x="1676703" y="4486852"/>
                  </a:lnTo>
                  <a:lnTo>
                    <a:pt x="1676860" y="4486852"/>
                  </a:lnTo>
                  <a:lnTo>
                    <a:pt x="1677491" y="4486852"/>
                  </a:lnTo>
                  <a:lnTo>
                    <a:pt x="1677649" y="4486852"/>
                  </a:lnTo>
                  <a:lnTo>
                    <a:pt x="1677649" y="4486421"/>
                  </a:lnTo>
                  <a:lnTo>
                    <a:pt x="1677649" y="4485990"/>
                  </a:lnTo>
                  <a:lnTo>
                    <a:pt x="1677807" y="4485990"/>
                  </a:lnTo>
                  <a:lnTo>
                    <a:pt x="1677964" y="4485990"/>
                  </a:lnTo>
                  <a:lnTo>
                    <a:pt x="1678280" y="4485990"/>
                  </a:lnTo>
                  <a:lnTo>
                    <a:pt x="1678437" y="4485990"/>
                  </a:lnTo>
                  <a:lnTo>
                    <a:pt x="1678595" y="4485560"/>
                  </a:lnTo>
                  <a:lnTo>
                    <a:pt x="1679068" y="4485560"/>
                  </a:lnTo>
                  <a:lnTo>
                    <a:pt x="1679384" y="4485129"/>
                  </a:lnTo>
                  <a:lnTo>
                    <a:pt x="1679384" y="4484699"/>
                  </a:lnTo>
                  <a:lnTo>
                    <a:pt x="1679541" y="4484699"/>
                  </a:lnTo>
                  <a:lnTo>
                    <a:pt x="1679699" y="4484699"/>
                  </a:lnTo>
                  <a:lnTo>
                    <a:pt x="1679857" y="4484699"/>
                  </a:lnTo>
                  <a:lnTo>
                    <a:pt x="1679857" y="4484268"/>
                  </a:lnTo>
                  <a:lnTo>
                    <a:pt x="1680015" y="4483837"/>
                  </a:lnTo>
                  <a:lnTo>
                    <a:pt x="1680015" y="4482976"/>
                  </a:lnTo>
                  <a:lnTo>
                    <a:pt x="1680488" y="4482976"/>
                  </a:lnTo>
                  <a:lnTo>
                    <a:pt x="1680645" y="4482976"/>
                  </a:lnTo>
                  <a:lnTo>
                    <a:pt x="1680645" y="4482546"/>
                  </a:lnTo>
                  <a:lnTo>
                    <a:pt x="1680803" y="4482546"/>
                  </a:lnTo>
                  <a:lnTo>
                    <a:pt x="1681434" y="4482115"/>
                  </a:lnTo>
                  <a:lnTo>
                    <a:pt x="1681750" y="4480823"/>
                  </a:lnTo>
                  <a:lnTo>
                    <a:pt x="1681907" y="4480823"/>
                  </a:lnTo>
                  <a:lnTo>
                    <a:pt x="1682065" y="4480823"/>
                  </a:lnTo>
                  <a:lnTo>
                    <a:pt x="1682223" y="4480823"/>
                  </a:lnTo>
                  <a:lnTo>
                    <a:pt x="1682538" y="4480823"/>
                  </a:lnTo>
                  <a:lnTo>
                    <a:pt x="1682538" y="4480393"/>
                  </a:lnTo>
                  <a:lnTo>
                    <a:pt x="1682696" y="4480393"/>
                  </a:lnTo>
                  <a:lnTo>
                    <a:pt x="1683011" y="4480393"/>
                  </a:lnTo>
                  <a:lnTo>
                    <a:pt x="1683169" y="4480393"/>
                  </a:lnTo>
                  <a:lnTo>
                    <a:pt x="1683484" y="4480393"/>
                  </a:lnTo>
                  <a:lnTo>
                    <a:pt x="1683484" y="4479962"/>
                  </a:lnTo>
                  <a:lnTo>
                    <a:pt x="1683642" y="4479531"/>
                  </a:lnTo>
                  <a:lnTo>
                    <a:pt x="1683642" y="4479101"/>
                  </a:lnTo>
                  <a:lnTo>
                    <a:pt x="1684115" y="4479101"/>
                  </a:lnTo>
                  <a:lnTo>
                    <a:pt x="1684273" y="4479101"/>
                  </a:lnTo>
                  <a:lnTo>
                    <a:pt x="1684431" y="4479101"/>
                  </a:lnTo>
                  <a:lnTo>
                    <a:pt x="1684746" y="4479101"/>
                  </a:lnTo>
                  <a:lnTo>
                    <a:pt x="1684904" y="4479101"/>
                  </a:lnTo>
                  <a:lnTo>
                    <a:pt x="1685219" y="4479101"/>
                  </a:lnTo>
                  <a:lnTo>
                    <a:pt x="1685535" y="4479101"/>
                  </a:lnTo>
                  <a:lnTo>
                    <a:pt x="1686008" y="4478670"/>
                  </a:lnTo>
                  <a:lnTo>
                    <a:pt x="1686008" y="4478240"/>
                  </a:lnTo>
                  <a:lnTo>
                    <a:pt x="1686166" y="4478240"/>
                  </a:lnTo>
                  <a:lnTo>
                    <a:pt x="1686481" y="4478240"/>
                  </a:lnTo>
                  <a:lnTo>
                    <a:pt x="1686639" y="4478240"/>
                  </a:lnTo>
                  <a:lnTo>
                    <a:pt x="1686639" y="4477809"/>
                  </a:lnTo>
                  <a:lnTo>
                    <a:pt x="1686796" y="4477809"/>
                  </a:lnTo>
                  <a:lnTo>
                    <a:pt x="1686796" y="4477378"/>
                  </a:lnTo>
                  <a:lnTo>
                    <a:pt x="1687112" y="4477378"/>
                  </a:lnTo>
                  <a:lnTo>
                    <a:pt x="1687270" y="4477378"/>
                  </a:lnTo>
                  <a:lnTo>
                    <a:pt x="1687427" y="4477378"/>
                  </a:lnTo>
                  <a:lnTo>
                    <a:pt x="1688374" y="4477378"/>
                  </a:lnTo>
                  <a:lnTo>
                    <a:pt x="1688531" y="4476517"/>
                  </a:lnTo>
                  <a:lnTo>
                    <a:pt x="1688847" y="4476087"/>
                  </a:lnTo>
                  <a:lnTo>
                    <a:pt x="1689005" y="4475656"/>
                  </a:lnTo>
                  <a:lnTo>
                    <a:pt x="1689162" y="4475656"/>
                  </a:lnTo>
                  <a:lnTo>
                    <a:pt x="1689793" y="4475656"/>
                  </a:lnTo>
                  <a:lnTo>
                    <a:pt x="1689793" y="4475225"/>
                  </a:lnTo>
                  <a:lnTo>
                    <a:pt x="1689793" y="4474795"/>
                  </a:lnTo>
                  <a:lnTo>
                    <a:pt x="1689951" y="4474795"/>
                  </a:lnTo>
                  <a:lnTo>
                    <a:pt x="1689951" y="4474364"/>
                  </a:lnTo>
                  <a:lnTo>
                    <a:pt x="1689951" y="4473934"/>
                  </a:lnTo>
                  <a:lnTo>
                    <a:pt x="1690109" y="4473934"/>
                  </a:lnTo>
                  <a:lnTo>
                    <a:pt x="1690424" y="4473503"/>
                  </a:lnTo>
                  <a:lnTo>
                    <a:pt x="1691055" y="4473503"/>
                  </a:lnTo>
                  <a:lnTo>
                    <a:pt x="1691213" y="4473503"/>
                  </a:lnTo>
                  <a:lnTo>
                    <a:pt x="1691370" y="4473503"/>
                  </a:lnTo>
                  <a:lnTo>
                    <a:pt x="1691686" y="4473503"/>
                  </a:lnTo>
                  <a:lnTo>
                    <a:pt x="1691843" y="4473072"/>
                  </a:lnTo>
                  <a:lnTo>
                    <a:pt x="1692001" y="4473072"/>
                  </a:lnTo>
                  <a:lnTo>
                    <a:pt x="1692001" y="4471781"/>
                  </a:lnTo>
                  <a:lnTo>
                    <a:pt x="1692159" y="4471781"/>
                  </a:lnTo>
                  <a:lnTo>
                    <a:pt x="1692317" y="4471781"/>
                  </a:lnTo>
                  <a:lnTo>
                    <a:pt x="1692317" y="4471350"/>
                  </a:lnTo>
                  <a:lnTo>
                    <a:pt x="1692317" y="4470919"/>
                  </a:lnTo>
                  <a:lnTo>
                    <a:pt x="1692632" y="4470919"/>
                  </a:lnTo>
                  <a:lnTo>
                    <a:pt x="1692947" y="4470489"/>
                  </a:lnTo>
                  <a:lnTo>
                    <a:pt x="1693105" y="4470489"/>
                  </a:lnTo>
                  <a:lnTo>
                    <a:pt x="1693263" y="4470489"/>
                  </a:lnTo>
                  <a:lnTo>
                    <a:pt x="1693421" y="4470489"/>
                  </a:lnTo>
                  <a:lnTo>
                    <a:pt x="1693578" y="4470489"/>
                  </a:lnTo>
                  <a:lnTo>
                    <a:pt x="1694367" y="4470489"/>
                  </a:lnTo>
                  <a:lnTo>
                    <a:pt x="1694682" y="4470058"/>
                  </a:lnTo>
                  <a:lnTo>
                    <a:pt x="1694840" y="4470058"/>
                  </a:lnTo>
                  <a:lnTo>
                    <a:pt x="1694998" y="4470058"/>
                  </a:lnTo>
                  <a:lnTo>
                    <a:pt x="1695313" y="4470058"/>
                  </a:lnTo>
                  <a:lnTo>
                    <a:pt x="1695471" y="4470058"/>
                  </a:lnTo>
                  <a:lnTo>
                    <a:pt x="1695471" y="4469628"/>
                  </a:lnTo>
                  <a:lnTo>
                    <a:pt x="1695629" y="4469628"/>
                  </a:lnTo>
                  <a:lnTo>
                    <a:pt x="1695629" y="4469197"/>
                  </a:lnTo>
                  <a:lnTo>
                    <a:pt x="1695629" y="4468336"/>
                  </a:lnTo>
                  <a:lnTo>
                    <a:pt x="1696260" y="4467475"/>
                  </a:lnTo>
                  <a:lnTo>
                    <a:pt x="1696417" y="4467475"/>
                  </a:lnTo>
                  <a:lnTo>
                    <a:pt x="1696575" y="4467475"/>
                  </a:lnTo>
                  <a:lnTo>
                    <a:pt x="1696733" y="4467475"/>
                  </a:lnTo>
                  <a:lnTo>
                    <a:pt x="1696733" y="4467044"/>
                  </a:lnTo>
                  <a:lnTo>
                    <a:pt x="1696890" y="4467044"/>
                  </a:lnTo>
                  <a:lnTo>
                    <a:pt x="1697048" y="4467044"/>
                  </a:lnTo>
                  <a:lnTo>
                    <a:pt x="1697206" y="4467044"/>
                  </a:lnTo>
                  <a:lnTo>
                    <a:pt x="1697364" y="4467044"/>
                  </a:lnTo>
                  <a:lnTo>
                    <a:pt x="1697679" y="4466613"/>
                  </a:lnTo>
                  <a:lnTo>
                    <a:pt x="1697994" y="4466613"/>
                  </a:lnTo>
                  <a:lnTo>
                    <a:pt x="1698152" y="4466613"/>
                  </a:lnTo>
                  <a:lnTo>
                    <a:pt x="1698310" y="4466613"/>
                  </a:lnTo>
                  <a:lnTo>
                    <a:pt x="1698468" y="4466613"/>
                  </a:lnTo>
                  <a:lnTo>
                    <a:pt x="1698625" y="4466613"/>
                  </a:lnTo>
                  <a:lnTo>
                    <a:pt x="1698941" y="4466613"/>
                  </a:lnTo>
                  <a:lnTo>
                    <a:pt x="1699099" y="4466613"/>
                  </a:lnTo>
                  <a:lnTo>
                    <a:pt x="1699099" y="4466183"/>
                  </a:lnTo>
                  <a:lnTo>
                    <a:pt x="1699256" y="4465752"/>
                  </a:lnTo>
                  <a:lnTo>
                    <a:pt x="1699414" y="4465322"/>
                  </a:lnTo>
                  <a:lnTo>
                    <a:pt x="1699729" y="4464891"/>
                  </a:lnTo>
                  <a:lnTo>
                    <a:pt x="1699887" y="4464891"/>
                  </a:lnTo>
                  <a:lnTo>
                    <a:pt x="1700203" y="4464891"/>
                  </a:lnTo>
                  <a:lnTo>
                    <a:pt x="1700518" y="4464891"/>
                  </a:lnTo>
                  <a:lnTo>
                    <a:pt x="1700833" y="4464891"/>
                  </a:lnTo>
                  <a:lnTo>
                    <a:pt x="1700991" y="4464891"/>
                  </a:lnTo>
                  <a:lnTo>
                    <a:pt x="1700991" y="4464460"/>
                  </a:lnTo>
                  <a:lnTo>
                    <a:pt x="1701149" y="4464460"/>
                  </a:lnTo>
                  <a:lnTo>
                    <a:pt x="1701464" y="4464030"/>
                  </a:lnTo>
                  <a:lnTo>
                    <a:pt x="1701937" y="4463599"/>
                  </a:lnTo>
                  <a:lnTo>
                    <a:pt x="1702095" y="4463599"/>
                  </a:lnTo>
                  <a:lnTo>
                    <a:pt x="1702411" y="4463599"/>
                  </a:lnTo>
                  <a:lnTo>
                    <a:pt x="1702568" y="4463599"/>
                  </a:lnTo>
                  <a:lnTo>
                    <a:pt x="1702884" y="4463599"/>
                  </a:lnTo>
                  <a:lnTo>
                    <a:pt x="1703041" y="4463599"/>
                  </a:lnTo>
                  <a:lnTo>
                    <a:pt x="1703041" y="4463169"/>
                  </a:lnTo>
                  <a:lnTo>
                    <a:pt x="1703199" y="4463169"/>
                  </a:lnTo>
                  <a:lnTo>
                    <a:pt x="1703672" y="4462738"/>
                  </a:lnTo>
                  <a:lnTo>
                    <a:pt x="1703988" y="4462738"/>
                  </a:lnTo>
                  <a:lnTo>
                    <a:pt x="1704303" y="4462738"/>
                  </a:lnTo>
                  <a:lnTo>
                    <a:pt x="1704303" y="4462307"/>
                  </a:lnTo>
                  <a:lnTo>
                    <a:pt x="1704619" y="4461446"/>
                  </a:lnTo>
                  <a:lnTo>
                    <a:pt x="1704776" y="4461446"/>
                  </a:lnTo>
                  <a:lnTo>
                    <a:pt x="1704934" y="4461446"/>
                  </a:lnTo>
                  <a:lnTo>
                    <a:pt x="1705092" y="4461446"/>
                  </a:lnTo>
                  <a:lnTo>
                    <a:pt x="1705250" y="4461446"/>
                  </a:lnTo>
                  <a:lnTo>
                    <a:pt x="1705407" y="4461016"/>
                  </a:lnTo>
                  <a:lnTo>
                    <a:pt x="1705407" y="4460154"/>
                  </a:lnTo>
                  <a:lnTo>
                    <a:pt x="1705723" y="4460154"/>
                  </a:lnTo>
                  <a:lnTo>
                    <a:pt x="1705880" y="4460154"/>
                  </a:lnTo>
                  <a:lnTo>
                    <a:pt x="1706038" y="4460154"/>
                  </a:lnTo>
                  <a:lnTo>
                    <a:pt x="1706196" y="4460154"/>
                  </a:lnTo>
                  <a:lnTo>
                    <a:pt x="1706354" y="4459293"/>
                  </a:lnTo>
                  <a:lnTo>
                    <a:pt x="1706354" y="4458863"/>
                  </a:lnTo>
                  <a:lnTo>
                    <a:pt x="1706511" y="4458863"/>
                  </a:lnTo>
                  <a:lnTo>
                    <a:pt x="1706827" y="4458863"/>
                  </a:lnTo>
                  <a:lnTo>
                    <a:pt x="1706984" y="4458863"/>
                  </a:lnTo>
                  <a:lnTo>
                    <a:pt x="1707142" y="4458863"/>
                  </a:lnTo>
                  <a:lnTo>
                    <a:pt x="1707300" y="4458863"/>
                  </a:lnTo>
                  <a:lnTo>
                    <a:pt x="1707931" y="4458432"/>
                  </a:lnTo>
                  <a:lnTo>
                    <a:pt x="1707931" y="4458001"/>
                  </a:lnTo>
                  <a:lnTo>
                    <a:pt x="1708877" y="4456710"/>
                  </a:lnTo>
                  <a:lnTo>
                    <a:pt x="1709035" y="4455848"/>
                  </a:lnTo>
                  <a:lnTo>
                    <a:pt x="1709508" y="4455848"/>
                  </a:lnTo>
                  <a:lnTo>
                    <a:pt x="1709508" y="4455418"/>
                  </a:lnTo>
                  <a:lnTo>
                    <a:pt x="1709666" y="4455418"/>
                  </a:lnTo>
                  <a:lnTo>
                    <a:pt x="1709823" y="4455418"/>
                  </a:lnTo>
                  <a:lnTo>
                    <a:pt x="1709981" y="4454987"/>
                  </a:lnTo>
                  <a:lnTo>
                    <a:pt x="1710612" y="4454987"/>
                  </a:lnTo>
                  <a:lnTo>
                    <a:pt x="1710770" y="4454987"/>
                  </a:lnTo>
                  <a:lnTo>
                    <a:pt x="1711085" y="4454557"/>
                  </a:lnTo>
                  <a:lnTo>
                    <a:pt x="1711243" y="4454557"/>
                  </a:lnTo>
                  <a:lnTo>
                    <a:pt x="1711401" y="4454557"/>
                  </a:lnTo>
                  <a:lnTo>
                    <a:pt x="1711716" y="4454126"/>
                  </a:lnTo>
                  <a:lnTo>
                    <a:pt x="1711716" y="4453695"/>
                  </a:lnTo>
                  <a:lnTo>
                    <a:pt x="1711874" y="4453695"/>
                  </a:lnTo>
                  <a:lnTo>
                    <a:pt x="1711874" y="4453265"/>
                  </a:lnTo>
                  <a:lnTo>
                    <a:pt x="1712031" y="4453265"/>
                  </a:lnTo>
                  <a:lnTo>
                    <a:pt x="1712347" y="4453265"/>
                  </a:lnTo>
                  <a:lnTo>
                    <a:pt x="1712505" y="4453265"/>
                  </a:lnTo>
                  <a:lnTo>
                    <a:pt x="1712978" y="4453265"/>
                  </a:lnTo>
                  <a:lnTo>
                    <a:pt x="1713135" y="4453265"/>
                  </a:lnTo>
                  <a:lnTo>
                    <a:pt x="1713451" y="4453265"/>
                  </a:lnTo>
                  <a:lnTo>
                    <a:pt x="1713451" y="4452834"/>
                  </a:lnTo>
                  <a:lnTo>
                    <a:pt x="1713609" y="4452834"/>
                  </a:lnTo>
                  <a:lnTo>
                    <a:pt x="1713766" y="4451973"/>
                  </a:lnTo>
                  <a:lnTo>
                    <a:pt x="1713766" y="4451542"/>
                  </a:lnTo>
                  <a:lnTo>
                    <a:pt x="1713766" y="4451112"/>
                  </a:lnTo>
                  <a:lnTo>
                    <a:pt x="1713766" y="4450251"/>
                  </a:lnTo>
                  <a:lnTo>
                    <a:pt x="1714082" y="4450251"/>
                  </a:lnTo>
                  <a:lnTo>
                    <a:pt x="1714555" y="4450251"/>
                  </a:lnTo>
                  <a:lnTo>
                    <a:pt x="1714713" y="4450251"/>
                  </a:lnTo>
                  <a:lnTo>
                    <a:pt x="1715028" y="4450251"/>
                  </a:lnTo>
                  <a:lnTo>
                    <a:pt x="1715186" y="4449820"/>
                  </a:lnTo>
                  <a:lnTo>
                    <a:pt x="1715501" y="4449389"/>
                  </a:lnTo>
                  <a:lnTo>
                    <a:pt x="1715659" y="4449389"/>
                  </a:lnTo>
                  <a:lnTo>
                    <a:pt x="1715817" y="4449389"/>
                  </a:lnTo>
                  <a:lnTo>
                    <a:pt x="1716132" y="4449389"/>
                  </a:lnTo>
                  <a:lnTo>
                    <a:pt x="1716290" y="4449389"/>
                  </a:lnTo>
                  <a:lnTo>
                    <a:pt x="1716448" y="4449389"/>
                  </a:lnTo>
                  <a:lnTo>
                    <a:pt x="1716605" y="4449389"/>
                  </a:lnTo>
                  <a:lnTo>
                    <a:pt x="1717078" y="4447667"/>
                  </a:lnTo>
                  <a:lnTo>
                    <a:pt x="1717236" y="4447667"/>
                  </a:lnTo>
                  <a:lnTo>
                    <a:pt x="1717552" y="4447667"/>
                  </a:lnTo>
                  <a:lnTo>
                    <a:pt x="1717867" y="4447667"/>
                  </a:lnTo>
                  <a:lnTo>
                    <a:pt x="1718025" y="4447667"/>
                  </a:lnTo>
                  <a:lnTo>
                    <a:pt x="1718182" y="4447667"/>
                  </a:lnTo>
                  <a:lnTo>
                    <a:pt x="1718182" y="4447236"/>
                  </a:lnTo>
                  <a:lnTo>
                    <a:pt x="1718340" y="4447236"/>
                  </a:lnTo>
                  <a:lnTo>
                    <a:pt x="1718498" y="4447236"/>
                  </a:lnTo>
                  <a:lnTo>
                    <a:pt x="1718656" y="4447236"/>
                  </a:lnTo>
                  <a:lnTo>
                    <a:pt x="1718656" y="4446806"/>
                  </a:lnTo>
                  <a:lnTo>
                    <a:pt x="1718813" y="4446806"/>
                  </a:lnTo>
                  <a:lnTo>
                    <a:pt x="1719129" y="4446806"/>
                  </a:lnTo>
                  <a:lnTo>
                    <a:pt x="1719286" y="4446806"/>
                  </a:lnTo>
                  <a:lnTo>
                    <a:pt x="1719444" y="4446806"/>
                  </a:lnTo>
                  <a:lnTo>
                    <a:pt x="1719444" y="4445514"/>
                  </a:lnTo>
                  <a:lnTo>
                    <a:pt x="1719602" y="4445514"/>
                  </a:lnTo>
                  <a:lnTo>
                    <a:pt x="1719917" y="4445514"/>
                  </a:lnTo>
                  <a:lnTo>
                    <a:pt x="1719917" y="4445083"/>
                  </a:lnTo>
                  <a:lnTo>
                    <a:pt x="1719917" y="4444222"/>
                  </a:lnTo>
                  <a:lnTo>
                    <a:pt x="1720548" y="4443792"/>
                  </a:lnTo>
                  <a:lnTo>
                    <a:pt x="1720548" y="4442930"/>
                  </a:lnTo>
                  <a:lnTo>
                    <a:pt x="1720706" y="4442930"/>
                  </a:lnTo>
                  <a:lnTo>
                    <a:pt x="1721021" y="4442500"/>
                  </a:lnTo>
                  <a:lnTo>
                    <a:pt x="1721179" y="4442500"/>
                  </a:lnTo>
                  <a:lnTo>
                    <a:pt x="1721179" y="4442069"/>
                  </a:lnTo>
                  <a:lnTo>
                    <a:pt x="1721495" y="4442069"/>
                  </a:lnTo>
                  <a:lnTo>
                    <a:pt x="1721652" y="4442069"/>
                  </a:lnTo>
                  <a:lnTo>
                    <a:pt x="1721652" y="4441639"/>
                  </a:lnTo>
                  <a:lnTo>
                    <a:pt x="1721968" y="4441208"/>
                  </a:lnTo>
                  <a:lnTo>
                    <a:pt x="1722283" y="4441208"/>
                  </a:lnTo>
                  <a:lnTo>
                    <a:pt x="1722599" y="4440777"/>
                  </a:lnTo>
                  <a:lnTo>
                    <a:pt x="1723072" y="4440347"/>
                  </a:lnTo>
                  <a:lnTo>
                    <a:pt x="1723229" y="4439916"/>
                  </a:lnTo>
                  <a:lnTo>
                    <a:pt x="1723387" y="4439916"/>
                  </a:lnTo>
                  <a:lnTo>
                    <a:pt x="1723387" y="4439486"/>
                  </a:lnTo>
                  <a:lnTo>
                    <a:pt x="1723545" y="4439055"/>
                  </a:lnTo>
                  <a:lnTo>
                    <a:pt x="1723545" y="4438624"/>
                  </a:lnTo>
                  <a:lnTo>
                    <a:pt x="1723703" y="4438624"/>
                  </a:lnTo>
                  <a:lnTo>
                    <a:pt x="1723860" y="4438624"/>
                  </a:lnTo>
                  <a:lnTo>
                    <a:pt x="1724176" y="4438624"/>
                  </a:lnTo>
                  <a:lnTo>
                    <a:pt x="1724964" y="4437333"/>
                  </a:lnTo>
                  <a:lnTo>
                    <a:pt x="1725437" y="4437333"/>
                  </a:lnTo>
                  <a:lnTo>
                    <a:pt x="1725595" y="4437333"/>
                  </a:lnTo>
                  <a:lnTo>
                    <a:pt x="1725753" y="4436902"/>
                  </a:lnTo>
                  <a:lnTo>
                    <a:pt x="1725911" y="4436902"/>
                  </a:lnTo>
                  <a:lnTo>
                    <a:pt x="1726384" y="4436902"/>
                  </a:lnTo>
                  <a:lnTo>
                    <a:pt x="1726541" y="4436902"/>
                  </a:lnTo>
                  <a:lnTo>
                    <a:pt x="1726541" y="4436041"/>
                  </a:lnTo>
                  <a:lnTo>
                    <a:pt x="1726699" y="4436041"/>
                  </a:lnTo>
                  <a:lnTo>
                    <a:pt x="1727172" y="4435610"/>
                  </a:lnTo>
                  <a:lnTo>
                    <a:pt x="1727488" y="4435180"/>
                  </a:lnTo>
                  <a:lnTo>
                    <a:pt x="1728119" y="4434749"/>
                  </a:lnTo>
                  <a:lnTo>
                    <a:pt x="1728434" y="4434318"/>
                  </a:lnTo>
                  <a:lnTo>
                    <a:pt x="1728592" y="4434318"/>
                  </a:lnTo>
                  <a:lnTo>
                    <a:pt x="1728592" y="4433888"/>
                  </a:lnTo>
                  <a:lnTo>
                    <a:pt x="1728750" y="4433457"/>
                  </a:lnTo>
                  <a:lnTo>
                    <a:pt x="1728907" y="4433457"/>
                  </a:lnTo>
                  <a:lnTo>
                    <a:pt x="1728907" y="4433027"/>
                  </a:lnTo>
                  <a:lnTo>
                    <a:pt x="1729538" y="4433027"/>
                  </a:lnTo>
                  <a:lnTo>
                    <a:pt x="1729696" y="4433027"/>
                  </a:lnTo>
                  <a:lnTo>
                    <a:pt x="1729854" y="4432596"/>
                  </a:lnTo>
                  <a:lnTo>
                    <a:pt x="1730011" y="4432596"/>
                  </a:lnTo>
                  <a:lnTo>
                    <a:pt x="1730327" y="4432596"/>
                  </a:lnTo>
                  <a:lnTo>
                    <a:pt x="1730327" y="4432165"/>
                  </a:lnTo>
                  <a:lnTo>
                    <a:pt x="1730642" y="4431735"/>
                  </a:lnTo>
                  <a:lnTo>
                    <a:pt x="1730642" y="4431304"/>
                  </a:lnTo>
                  <a:lnTo>
                    <a:pt x="1730642" y="4430874"/>
                  </a:lnTo>
                  <a:lnTo>
                    <a:pt x="1730642" y="4430443"/>
                  </a:lnTo>
                  <a:lnTo>
                    <a:pt x="1730800" y="4430012"/>
                  </a:lnTo>
                  <a:lnTo>
                    <a:pt x="1731431" y="4429151"/>
                  </a:lnTo>
                  <a:lnTo>
                    <a:pt x="1731588" y="4429151"/>
                  </a:lnTo>
                  <a:lnTo>
                    <a:pt x="1731904" y="4429151"/>
                  </a:lnTo>
                  <a:lnTo>
                    <a:pt x="1732062" y="4428290"/>
                  </a:lnTo>
                  <a:lnTo>
                    <a:pt x="1732377" y="4428290"/>
                  </a:lnTo>
                  <a:lnTo>
                    <a:pt x="1732535" y="4428290"/>
                  </a:lnTo>
                  <a:lnTo>
                    <a:pt x="1732693" y="4427429"/>
                  </a:lnTo>
                  <a:lnTo>
                    <a:pt x="1732693" y="4426998"/>
                  </a:lnTo>
                  <a:lnTo>
                    <a:pt x="1732850" y="4426568"/>
                  </a:lnTo>
                  <a:lnTo>
                    <a:pt x="1733166" y="4426568"/>
                  </a:lnTo>
                  <a:lnTo>
                    <a:pt x="1733481" y="4426137"/>
                  </a:lnTo>
                  <a:lnTo>
                    <a:pt x="1733639" y="4426137"/>
                  </a:lnTo>
                  <a:lnTo>
                    <a:pt x="1733797" y="4426137"/>
                  </a:lnTo>
                  <a:lnTo>
                    <a:pt x="1733797" y="4425706"/>
                  </a:lnTo>
                  <a:lnTo>
                    <a:pt x="1733954" y="4425276"/>
                  </a:lnTo>
                  <a:lnTo>
                    <a:pt x="1734270" y="4424845"/>
                  </a:lnTo>
                  <a:lnTo>
                    <a:pt x="1734427" y="4424415"/>
                  </a:lnTo>
                  <a:lnTo>
                    <a:pt x="1734585" y="4423984"/>
                  </a:lnTo>
                  <a:lnTo>
                    <a:pt x="1734901" y="4423984"/>
                  </a:lnTo>
                  <a:lnTo>
                    <a:pt x="1735216" y="4423984"/>
                  </a:lnTo>
                  <a:lnTo>
                    <a:pt x="1735689" y="4423984"/>
                  </a:lnTo>
                  <a:lnTo>
                    <a:pt x="1736005" y="4423984"/>
                  </a:lnTo>
                  <a:lnTo>
                    <a:pt x="1736162" y="4423984"/>
                  </a:lnTo>
                  <a:lnTo>
                    <a:pt x="1736320" y="4423984"/>
                  </a:lnTo>
                  <a:lnTo>
                    <a:pt x="1736320" y="4423553"/>
                  </a:lnTo>
                  <a:lnTo>
                    <a:pt x="1736478" y="4423553"/>
                  </a:lnTo>
                  <a:lnTo>
                    <a:pt x="1736635" y="4423553"/>
                  </a:lnTo>
                  <a:lnTo>
                    <a:pt x="1737582" y="4423123"/>
                  </a:lnTo>
                  <a:lnTo>
                    <a:pt x="1737739" y="4423123"/>
                  </a:lnTo>
                  <a:lnTo>
                    <a:pt x="1737897" y="4423123"/>
                  </a:lnTo>
                  <a:lnTo>
                    <a:pt x="1738055" y="4423123"/>
                  </a:lnTo>
                  <a:lnTo>
                    <a:pt x="1738213" y="4423123"/>
                  </a:lnTo>
                  <a:lnTo>
                    <a:pt x="1738370" y="4423123"/>
                  </a:lnTo>
                  <a:lnTo>
                    <a:pt x="1738370" y="4422692"/>
                  </a:lnTo>
                  <a:lnTo>
                    <a:pt x="1738686" y="4422692"/>
                  </a:lnTo>
                  <a:lnTo>
                    <a:pt x="1739001" y="4422692"/>
                  </a:lnTo>
                  <a:lnTo>
                    <a:pt x="1739317" y="4422692"/>
                  </a:lnTo>
                  <a:lnTo>
                    <a:pt x="1739474" y="4422692"/>
                  </a:lnTo>
                  <a:lnTo>
                    <a:pt x="1739474" y="4422262"/>
                  </a:lnTo>
                  <a:lnTo>
                    <a:pt x="1739632" y="4422262"/>
                  </a:lnTo>
                  <a:lnTo>
                    <a:pt x="1739948" y="4421831"/>
                  </a:lnTo>
                  <a:lnTo>
                    <a:pt x="1740105" y="4421400"/>
                  </a:lnTo>
                  <a:lnTo>
                    <a:pt x="1740263" y="4421400"/>
                  </a:lnTo>
                  <a:lnTo>
                    <a:pt x="1740421" y="4421400"/>
                  </a:lnTo>
                  <a:lnTo>
                    <a:pt x="1740736" y="4421400"/>
                  </a:lnTo>
                  <a:lnTo>
                    <a:pt x="1740894" y="4421400"/>
                  </a:lnTo>
                  <a:lnTo>
                    <a:pt x="1741209" y="4420539"/>
                  </a:lnTo>
                  <a:lnTo>
                    <a:pt x="1741209" y="4419678"/>
                  </a:lnTo>
                  <a:lnTo>
                    <a:pt x="1741367" y="4419678"/>
                  </a:lnTo>
                  <a:lnTo>
                    <a:pt x="1741525" y="4419678"/>
                  </a:lnTo>
                  <a:lnTo>
                    <a:pt x="1741840" y="4419247"/>
                  </a:lnTo>
                  <a:lnTo>
                    <a:pt x="1741998" y="4419247"/>
                  </a:lnTo>
                  <a:lnTo>
                    <a:pt x="1741998" y="4418817"/>
                  </a:lnTo>
                  <a:lnTo>
                    <a:pt x="1741998" y="4418386"/>
                  </a:lnTo>
                  <a:lnTo>
                    <a:pt x="1741998" y="4417956"/>
                  </a:lnTo>
                  <a:lnTo>
                    <a:pt x="1742156" y="4417956"/>
                  </a:lnTo>
                  <a:lnTo>
                    <a:pt x="1742313" y="4417956"/>
                  </a:lnTo>
                  <a:lnTo>
                    <a:pt x="1742471" y="4417094"/>
                  </a:lnTo>
                  <a:lnTo>
                    <a:pt x="1742786" y="4417094"/>
                  </a:lnTo>
                  <a:lnTo>
                    <a:pt x="1743102" y="4416664"/>
                  </a:lnTo>
                  <a:lnTo>
                    <a:pt x="1743102" y="4416233"/>
                  </a:lnTo>
                  <a:lnTo>
                    <a:pt x="1743260" y="4416233"/>
                  </a:lnTo>
                  <a:lnTo>
                    <a:pt x="1743260" y="4415803"/>
                  </a:lnTo>
                  <a:lnTo>
                    <a:pt x="1743417" y="4414941"/>
                  </a:lnTo>
                  <a:lnTo>
                    <a:pt x="1743575" y="4414511"/>
                  </a:lnTo>
                  <a:lnTo>
                    <a:pt x="1743733" y="4414080"/>
                  </a:lnTo>
                  <a:lnTo>
                    <a:pt x="1743891" y="4414080"/>
                  </a:lnTo>
                  <a:lnTo>
                    <a:pt x="1744048" y="4414080"/>
                  </a:lnTo>
                  <a:lnTo>
                    <a:pt x="1744679" y="4413650"/>
                  </a:lnTo>
                  <a:lnTo>
                    <a:pt x="1744837" y="4413650"/>
                  </a:lnTo>
                  <a:lnTo>
                    <a:pt x="1744995" y="4413650"/>
                  </a:lnTo>
                  <a:lnTo>
                    <a:pt x="1745468" y="4413650"/>
                  </a:lnTo>
                  <a:lnTo>
                    <a:pt x="1745468" y="4413219"/>
                  </a:lnTo>
                  <a:lnTo>
                    <a:pt x="1745783" y="4413219"/>
                  </a:lnTo>
                  <a:lnTo>
                    <a:pt x="1745941" y="4412788"/>
                  </a:lnTo>
                  <a:lnTo>
                    <a:pt x="1746099" y="4412788"/>
                  </a:lnTo>
                  <a:lnTo>
                    <a:pt x="1746256" y="4412788"/>
                  </a:lnTo>
                  <a:lnTo>
                    <a:pt x="1746572" y="4411066"/>
                  </a:lnTo>
                  <a:lnTo>
                    <a:pt x="1747203" y="4411066"/>
                  </a:lnTo>
                  <a:lnTo>
                    <a:pt x="1747360" y="4411066"/>
                  </a:lnTo>
                  <a:lnTo>
                    <a:pt x="1747518" y="4411066"/>
                  </a:lnTo>
                  <a:lnTo>
                    <a:pt x="1747991" y="4411066"/>
                  </a:lnTo>
                  <a:lnTo>
                    <a:pt x="1748149" y="4411066"/>
                  </a:lnTo>
                  <a:lnTo>
                    <a:pt x="1748149" y="4410205"/>
                  </a:lnTo>
                  <a:lnTo>
                    <a:pt x="1748307" y="4410205"/>
                  </a:lnTo>
                  <a:lnTo>
                    <a:pt x="1748464" y="4410205"/>
                  </a:lnTo>
                  <a:lnTo>
                    <a:pt x="1748622" y="4410205"/>
                  </a:lnTo>
                  <a:lnTo>
                    <a:pt x="1749095" y="4409774"/>
                  </a:lnTo>
                  <a:lnTo>
                    <a:pt x="1749411" y="4409774"/>
                  </a:lnTo>
                  <a:lnTo>
                    <a:pt x="1749726" y="4409344"/>
                  </a:lnTo>
                  <a:lnTo>
                    <a:pt x="1750830" y="4406329"/>
                  </a:lnTo>
                  <a:lnTo>
                    <a:pt x="1750830" y="4405899"/>
                  </a:lnTo>
                  <a:lnTo>
                    <a:pt x="1751146" y="4405899"/>
                  </a:lnTo>
                  <a:lnTo>
                    <a:pt x="1751303" y="4405899"/>
                  </a:lnTo>
                  <a:lnTo>
                    <a:pt x="1751461" y="4405899"/>
                  </a:lnTo>
                  <a:lnTo>
                    <a:pt x="1751461" y="4405038"/>
                  </a:lnTo>
                  <a:lnTo>
                    <a:pt x="1751461" y="4404607"/>
                  </a:lnTo>
                  <a:lnTo>
                    <a:pt x="1751619" y="4404176"/>
                  </a:lnTo>
                  <a:lnTo>
                    <a:pt x="1751776" y="4404176"/>
                  </a:lnTo>
                  <a:lnTo>
                    <a:pt x="1751934" y="4404176"/>
                  </a:lnTo>
                  <a:lnTo>
                    <a:pt x="1752250" y="4403746"/>
                  </a:lnTo>
                  <a:lnTo>
                    <a:pt x="1752407" y="4403315"/>
                  </a:lnTo>
                  <a:lnTo>
                    <a:pt x="1752407" y="4402885"/>
                  </a:lnTo>
                  <a:lnTo>
                    <a:pt x="1752565" y="4402885"/>
                  </a:lnTo>
                  <a:lnTo>
                    <a:pt x="1752565" y="4402023"/>
                  </a:lnTo>
                  <a:lnTo>
                    <a:pt x="1752880" y="4402023"/>
                  </a:lnTo>
                  <a:lnTo>
                    <a:pt x="1753196" y="4402023"/>
                  </a:lnTo>
                  <a:lnTo>
                    <a:pt x="1753354" y="4401593"/>
                  </a:lnTo>
                  <a:lnTo>
                    <a:pt x="1753827" y="4400732"/>
                  </a:lnTo>
                  <a:lnTo>
                    <a:pt x="1753984" y="4400732"/>
                  </a:lnTo>
                  <a:lnTo>
                    <a:pt x="1753984" y="4400301"/>
                  </a:lnTo>
                  <a:lnTo>
                    <a:pt x="1754458" y="4400301"/>
                  </a:lnTo>
                  <a:lnTo>
                    <a:pt x="1754458" y="4399870"/>
                  </a:lnTo>
                  <a:lnTo>
                    <a:pt x="1754458" y="4399440"/>
                  </a:lnTo>
                  <a:lnTo>
                    <a:pt x="1754615" y="4399440"/>
                  </a:lnTo>
                  <a:lnTo>
                    <a:pt x="1754773" y="4399009"/>
                  </a:lnTo>
                  <a:lnTo>
                    <a:pt x="1754773" y="4398579"/>
                  </a:lnTo>
                  <a:lnTo>
                    <a:pt x="1754931" y="4398579"/>
                  </a:lnTo>
                  <a:lnTo>
                    <a:pt x="1755246" y="4398148"/>
                  </a:lnTo>
                  <a:lnTo>
                    <a:pt x="1755404" y="4398148"/>
                  </a:lnTo>
                  <a:lnTo>
                    <a:pt x="1755562" y="4398148"/>
                  </a:lnTo>
                  <a:lnTo>
                    <a:pt x="1755877" y="4398148"/>
                  </a:lnTo>
                  <a:lnTo>
                    <a:pt x="1755877" y="4397717"/>
                  </a:lnTo>
                  <a:lnTo>
                    <a:pt x="1756350" y="4396856"/>
                  </a:lnTo>
                  <a:lnTo>
                    <a:pt x="1756508" y="4396856"/>
                  </a:lnTo>
                  <a:lnTo>
                    <a:pt x="1756981" y="4396426"/>
                  </a:lnTo>
                  <a:lnTo>
                    <a:pt x="1757139" y="4396426"/>
                  </a:lnTo>
                  <a:lnTo>
                    <a:pt x="1757297" y="4396426"/>
                  </a:lnTo>
                  <a:lnTo>
                    <a:pt x="1757454" y="4396426"/>
                  </a:lnTo>
                  <a:lnTo>
                    <a:pt x="1758401" y="4396426"/>
                  </a:lnTo>
                  <a:lnTo>
                    <a:pt x="1758558" y="4396426"/>
                  </a:lnTo>
                  <a:lnTo>
                    <a:pt x="1758716" y="4395995"/>
                  </a:lnTo>
                  <a:lnTo>
                    <a:pt x="1758874" y="4395995"/>
                  </a:lnTo>
                  <a:lnTo>
                    <a:pt x="1759031" y="4395995"/>
                  </a:lnTo>
                  <a:lnTo>
                    <a:pt x="1759189" y="4395995"/>
                  </a:lnTo>
                  <a:lnTo>
                    <a:pt x="1759820" y="4395564"/>
                  </a:lnTo>
                  <a:lnTo>
                    <a:pt x="1759820" y="4395134"/>
                  </a:lnTo>
                  <a:lnTo>
                    <a:pt x="1759978" y="4395134"/>
                  </a:lnTo>
                  <a:lnTo>
                    <a:pt x="1759978" y="4394273"/>
                  </a:lnTo>
                  <a:lnTo>
                    <a:pt x="1760135" y="4393842"/>
                  </a:lnTo>
                  <a:lnTo>
                    <a:pt x="1760451" y="4393842"/>
                  </a:lnTo>
                  <a:lnTo>
                    <a:pt x="1760451" y="4393411"/>
                  </a:lnTo>
                  <a:lnTo>
                    <a:pt x="1760609" y="4393411"/>
                  </a:lnTo>
                  <a:lnTo>
                    <a:pt x="1761082" y="4393411"/>
                  </a:lnTo>
                  <a:lnTo>
                    <a:pt x="1761397" y="4393411"/>
                  </a:lnTo>
                  <a:lnTo>
                    <a:pt x="1761555" y="4393411"/>
                  </a:lnTo>
                  <a:lnTo>
                    <a:pt x="1761870" y="4393411"/>
                  </a:lnTo>
                  <a:lnTo>
                    <a:pt x="1762186" y="4393411"/>
                  </a:lnTo>
                  <a:lnTo>
                    <a:pt x="1762344" y="4393411"/>
                  </a:lnTo>
                  <a:lnTo>
                    <a:pt x="1762817" y="4392120"/>
                  </a:lnTo>
                  <a:lnTo>
                    <a:pt x="1762974" y="4392120"/>
                  </a:lnTo>
                  <a:lnTo>
                    <a:pt x="1763290" y="4391689"/>
                  </a:lnTo>
                  <a:lnTo>
                    <a:pt x="1763290" y="4391258"/>
                  </a:lnTo>
                  <a:lnTo>
                    <a:pt x="1763605" y="4390828"/>
                  </a:lnTo>
                  <a:lnTo>
                    <a:pt x="1763605" y="4389967"/>
                  </a:lnTo>
                  <a:lnTo>
                    <a:pt x="1763921" y="4389536"/>
                  </a:lnTo>
                  <a:lnTo>
                    <a:pt x="1764236" y="4389536"/>
                  </a:lnTo>
                  <a:lnTo>
                    <a:pt x="1764709" y="4389536"/>
                  </a:lnTo>
                  <a:lnTo>
                    <a:pt x="1764867" y="4389536"/>
                  </a:lnTo>
                  <a:lnTo>
                    <a:pt x="1765025" y="4389536"/>
                  </a:lnTo>
                  <a:lnTo>
                    <a:pt x="1765182" y="4389536"/>
                  </a:lnTo>
                  <a:lnTo>
                    <a:pt x="1765340" y="4389536"/>
                  </a:lnTo>
                  <a:lnTo>
                    <a:pt x="1765498" y="4389536"/>
                  </a:lnTo>
                  <a:lnTo>
                    <a:pt x="1765656" y="4389536"/>
                  </a:lnTo>
                  <a:lnTo>
                    <a:pt x="1765813" y="4389536"/>
                  </a:lnTo>
                  <a:lnTo>
                    <a:pt x="1765813" y="4389105"/>
                  </a:lnTo>
                  <a:lnTo>
                    <a:pt x="1766129" y="4389105"/>
                  </a:lnTo>
                  <a:lnTo>
                    <a:pt x="1766286" y="4389105"/>
                  </a:lnTo>
                  <a:lnTo>
                    <a:pt x="1766444" y="4389105"/>
                  </a:lnTo>
                  <a:lnTo>
                    <a:pt x="1766444" y="4388675"/>
                  </a:lnTo>
                  <a:lnTo>
                    <a:pt x="1766760" y="4388675"/>
                  </a:lnTo>
                  <a:lnTo>
                    <a:pt x="1766917" y="4388675"/>
                  </a:lnTo>
                  <a:lnTo>
                    <a:pt x="1767233" y="4388244"/>
                  </a:lnTo>
                  <a:lnTo>
                    <a:pt x="1767391" y="4388244"/>
                  </a:lnTo>
                  <a:lnTo>
                    <a:pt x="1767548" y="4388244"/>
                  </a:lnTo>
                  <a:lnTo>
                    <a:pt x="1767706" y="4388244"/>
                  </a:lnTo>
                  <a:lnTo>
                    <a:pt x="1767864" y="4388244"/>
                  </a:lnTo>
                  <a:lnTo>
                    <a:pt x="1768021" y="4388244"/>
                  </a:lnTo>
                  <a:lnTo>
                    <a:pt x="1768179" y="4388244"/>
                  </a:lnTo>
                  <a:lnTo>
                    <a:pt x="1768337" y="4388244"/>
                  </a:lnTo>
                  <a:lnTo>
                    <a:pt x="1768495" y="4387383"/>
                  </a:lnTo>
                  <a:lnTo>
                    <a:pt x="1768652" y="4387383"/>
                  </a:lnTo>
                  <a:lnTo>
                    <a:pt x="1768810" y="4386952"/>
                  </a:lnTo>
                  <a:lnTo>
                    <a:pt x="1769125" y="4385661"/>
                  </a:lnTo>
                  <a:lnTo>
                    <a:pt x="1769283" y="4385661"/>
                  </a:lnTo>
                  <a:lnTo>
                    <a:pt x="1769441" y="4385230"/>
                  </a:lnTo>
                  <a:lnTo>
                    <a:pt x="1769756" y="4385230"/>
                  </a:lnTo>
                  <a:lnTo>
                    <a:pt x="1769914" y="4385230"/>
                  </a:lnTo>
                  <a:lnTo>
                    <a:pt x="1770072" y="4385230"/>
                  </a:lnTo>
                  <a:lnTo>
                    <a:pt x="1770387" y="4385230"/>
                  </a:lnTo>
                  <a:lnTo>
                    <a:pt x="1770703" y="4384799"/>
                  </a:lnTo>
                  <a:lnTo>
                    <a:pt x="1770860" y="4384369"/>
                  </a:lnTo>
                  <a:lnTo>
                    <a:pt x="1771018" y="4383938"/>
                  </a:lnTo>
                  <a:lnTo>
                    <a:pt x="1771176" y="4383938"/>
                  </a:lnTo>
                  <a:lnTo>
                    <a:pt x="1771491" y="4383938"/>
                  </a:lnTo>
                  <a:lnTo>
                    <a:pt x="1771649" y="4383938"/>
                  </a:lnTo>
                  <a:lnTo>
                    <a:pt x="1771964" y="4383938"/>
                  </a:lnTo>
                  <a:lnTo>
                    <a:pt x="1772122" y="4383938"/>
                  </a:lnTo>
                  <a:lnTo>
                    <a:pt x="1772438" y="4383508"/>
                  </a:lnTo>
                  <a:lnTo>
                    <a:pt x="1772595" y="4383077"/>
                  </a:lnTo>
                  <a:lnTo>
                    <a:pt x="1772753" y="4382646"/>
                  </a:lnTo>
                  <a:lnTo>
                    <a:pt x="1772911" y="4382646"/>
                  </a:lnTo>
                  <a:lnTo>
                    <a:pt x="1773226" y="4381785"/>
                  </a:lnTo>
                  <a:lnTo>
                    <a:pt x="1773542" y="4380924"/>
                  </a:lnTo>
                  <a:lnTo>
                    <a:pt x="1773699" y="4380924"/>
                  </a:lnTo>
                  <a:lnTo>
                    <a:pt x="1773857" y="4380493"/>
                  </a:lnTo>
                  <a:lnTo>
                    <a:pt x="1774330" y="4380493"/>
                  </a:lnTo>
                  <a:lnTo>
                    <a:pt x="1774488" y="4380493"/>
                  </a:lnTo>
                  <a:lnTo>
                    <a:pt x="1774646" y="4380493"/>
                  </a:lnTo>
                  <a:lnTo>
                    <a:pt x="1774803" y="4380493"/>
                  </a:lnTo>
                  <a:lnTo>
                    <a:pt x="1774803" y="4379632"/>
                  </a:lnTo>
                  <a:lnTo>
                    <a:pt x="1775750" y="4379202"/>
                  </a:lnTo>
                  <a:lnTo>
                    <a:pt x="1775750" y="4378771"/>
                  </a:lnTo>
                  <a:lnTo>
                    <a:pt x="1776065" y="4378771"/>
                  </a:lnTo>
                  <a:lnTo>
                    <a:pt x="1776380" y="4378340"/>
                  </a:lnTo>
                  <a:lnTo>
                    <a:pt x="1776380" y="4377910"/>
                  </a:lnTo>
                  <a:lnTo>
                    <a:pt x="1776380" y="4377049"/>
                  </a:lnTo>
                  <a:lnTo>
                    <a:pt x="1776380" y="4376618"/>
                  </a:lnTo>
                  <a:lnTo>
                    <a:pt x="1776696" y="4376187"/>
                  </a:lnTo>
                  <a:lnTo>
                    <a:pt x="1777011" y="4376187"/>
                  </a:lnTo>
                  <a:lnTo>
                    <a:pt x="1777169" y="4376187"/>
                  </a:lnTo>
                  <a:lnTo>
                    <a:pt x="1777642" y="4375757"/>
                  </a:lnTo>
                  <a:lnTo>
                    <a:pt x="1777800" y="4375757"/>
                  </a:lnTo>
                  <a:lnTo>
                    <a:pt x="1777958" y="4375757"/>
                  </a:lnTo>
                  <a:lnTo>
                    <a:pt x="1778115" y="4375757"/>
                  </a:lnTo>
                  <a:lnTo>
                    <a:pt x="1778115" y="4375326"/>
                  </a:lnTo>
                  <a:lnTo>
                    <a:pt x="1778115" y="4374896"/>
                  </a:lnTo>
                  <a:lnTo>
                    <a:pt x="1778115" y="4374034"/>
                  </a:lnTo>
                  <a:lnTo>
                    <a:pt x="1778273" y="4374034"/>
                  </a:lnTo>
                  <a:lnTo>
                    <a:pt x="1778431" y="4372743"/>
                  </a:lnTo>
                  <a:lnTo>
                    <a:pt x="1778431" y="4372312"/>
                  </a:lnTo>
                  <a:lnTo>
                    <a:pt x="1778431" y="4371881"/>
                  </a:lnTo>
                  <a:lnTo>
                    <a:pt x="1778589" y="4371881"/>
                  </a:lnTo>
                  <a:lnTo>
                    <a:pt x="1778746" y="4371881"/>
                  </a:lnTo>
                  <a:lnTo>
                    <a:pt x="1778904" y="4371881"/>
                  </a:lnTo>
                  <a:lnTo>
                    <a:pt x="1779062" y="4371881"/>
                  </a:lnTo>
                  <a:lnTo>
                    <a:pt x="1779535" y="4371451"/>
                  </a:lnTo>
                  <a:lnTo>
                    <a:pt x="1779850" y="4370590"/>
                  </a:lnTo>
                  <a:lnTo>
                    <a:pt x="1779850" y="4369728"/>
                  </a:lnTo>
                  <a:lnTo>
                    <a:pt x="1780008" y="4369728"/>
                  </a:lnTo>
                  <a:lnTo>
                    <a:pt x="1780166" y="4368867"/>
                  </a:lnTo>
                  <a:lnTo>
                    <a:pt x="1780639" y="4368867"/>
                  </a:lnTo>
                  <a:lnTo>
                    <a:pt x="1780797" y="4368867"/>
                  </a:lnTo>
                  <a:lnTo>
                    <a:pt x="1780954" y="4368437"/>
                  </a:lnTo>
                  <a:lnTo>
                    <a:pt x="1781743" y="4368437"/>
                  </a:lnTo>
                  <a:lnTo>
                    <a:pt x="1781901" y="4368437"/>
                  </a:lnTo>
                  <a:lnTo>
                    <a:pt x="1782058" y="4368437"/>
                  </a:lnTo>
                  <a:lnTo>
                    <a:pt x="1782216" y="4368437"/>
                  </a:lnTo>
                  <a:lnTo>
                    <a:pt x="1782374" y="4368437"/>
                  </a:lnTo>
                  <a:lnTo>
                    <a:pt x="1782531" y="4368437"/>
                  </a:lnTo>
                  <a:lnTo>
                    <a:pt x="1782689" y="4368437"/>
                  </a:lnTo>
                  <a:lnTo>
                    <a:pt x="1782847" y="4368437"/>
                  </a:lnTo>
                  <a:lnTo>
                    <a:pt x="1783005" y="4368437"/>
                  </a:lnTo>
                  <a:lnTo>
                    <a:pt x="1783162" y="4368437"/>
                  </a:lnTo>
                  <a:lnTo>
                    <a:pt x="1783478" y="4368006"/>
                  </a:lnTo>
                  <a:lnTo>
                    <a:pt x="1783636" y="4368006"/>
                  </a:lnTo>
                  <a:lnTo>
                    <a:pt x="1783793" y="4368006"/>
                  </a:lnTo>
                  <a:lnTo>
                    <a:pt x="1783793" y="4367575"/>
                  </a:lnTo>
                  <a:lnTo>
                    <a:pt x="1784109" y="4367575"/>
                  </a:lnTo>
                  <a:lnTo>
                    <a:pt x="1784266" y="4367575"/>
                  </a:lnTo>
                  <a:lnTo>
                    <a:pt x="1784582" y="4367575"/>
                  </a:lnTo>
                  <a:lnTo>
                    <a:pt x="1784897" y="4367575"/>
                  </a:lnTo>
                  <a:lnTo>
                    <a:pt x="1785055" y="4367575"/>
                  </a:lnTo>
                  <a:lnTo>
                    <a:pt x="1785844" y="4367575"/>
                  </a:lnTo>
                  <a:lnTo>
                    <a:pt x="1786001" y="4367145"/>
                  </a:lnTo>
                  <a:lnTo>
                    <a:pt x="1786159" y="4367145"/>
                  </a:lnTo>
                  <a:lnTo>
                    <a:pt x="1786317" y="4367145"/>
                  </a:lnTo>
                  <a:lnTo>
                    <a:pt x="1786632" y="4367145"/>
                  </a:lnTo>
                  <a:lnTo>
                    <a:pt x="1786948" y="4367145"/>
                  </a:lnTo>
                  <a:lnTo>
                    <a:pt x="1787263" y="4366284"/>
                  </a:lnTo>
                  <a:lnTo>
                    <a:pt x="1787421" y="4365853"/>
                  </a:lnTo>
                  <a:lnTo>
                    <a:pt x="1787736" y="4365853"/>
                  </a:lnTo>
                  <a:lnTo>
                    <a:pt x="1787736" y="4365422"/>
                  </a:lnTo>
                  <a:lnTo>
                    <a:pt x="1787894" y="4365422"/>
                  </a:lnTo>
                  <a:lnTo>
                    <a:pt x="1788209" y="4365422"/>
                  </a:lnTo>
                  <a:lnTo>
                    <a:pt x="1788367" y="4365422"/>
                  </a:lnTo>
                  <a:lnTo>
                    <a:pt x="1788682" y="4364992"/>
                  </a:lnTo>
                  <a:lnTo>
                    <a:pt x="1789156" y="4364561"/>
                  </a:lnTo>
                  <a:lnTo>
                    <a:pt x="1789313" y="4364561"/>
                  </a:lnTo>
                  <a:lnTo>
                    <a:pt x="1789313" y="4363700"/>
                  </a:lnTo>
                  <a:lnTo>
                    <a:pt x="1789471" y="4362839"/>
                  </a:lnTo>
                  <a:lnTo>
                    <a:pt x="1789629" y="4362839"/>
                  </a:lnTo>
                  <a:lnTo>
                    <a:pt x="1789787" y="4362839"/>
                  </a:lnTo>
                  <a:lnTo>
                    <a:pt x="1789944" y="4362839"/>
                  </a:lnTo>
                  <a:lnTo>
                    <a:pt x="1790102" y="4362408"/>
                  </a:lnTo>
                  <a:lnTo>
                    <a:pt x="1791206" y="4359825"/>
                  </a:lnTo>
                  <a:lnTo>
                    <a:pt x="1791206" y="4359394"/>
                  </a:lnTo>
                  <a:lnTo>
                    <a:pt x="1791206" y="4358963"/>
                  </a:lnTo>
                  <a:lnTo>
                    <a:pt x="1791364" y="4358963"/>
                  </a:lnTo>
                  <a:lnTo>
                    <a:pt x="1791521" y="4358963"/>
                  </a:lnTo>
                  <a:lnTo>
                    <a:pt x="1791679" y="4358963"/>
                  </a:lnTo>
                  <a:lnTo>
                    <a:pt x="1791679" y="4358533"/>
                  </a:lnTo>
                  <a:lnTo>
                    <a:pt x="1791679" y="4358102"/>
                  </a:lnTo>
                  <a:lnTo>
                    <a:pt x="1791837" y="4358102"/>
                  </a:lnTo>
                  <a:lnTo>
                    <a:pt x="1792152" y="4358102"/>
                  </a:lnTo>
                  <a:lnTo>
                    <a:pt x="1792152" y="4357672"/>
                  </a:lnTo>
                  <a:lnTo>
                    <a:pt x="1792310" y="4357672"/>
                  </a:lnTo>
                  <a:lnTo>
                    <a:pt x="1792468" y="4357672"/>
                  </a:lnTo>
                  <a:lnTo>
                    <a:pt x="1792468" y="4357241"/>
                  </a:lnTo>
                  <a:lnTo>
                    <a:pt x="1792625" y="4357241"/>
                  </a:lnTo>
                  <a:lnTo>
                    <a:pt x="1792941" y="4357241"/>
                  </a:lnTo>
                  <a:lnTo>
                    <a:pt x="1793099" y="4356810"/>
                  </a:lnTo>
                  <a:lnTo>
                    <a:pt x="1793256" y="4356810"/>
                  </a:lnTo>
                  <a:lnTo>
                    <a:pt x="1793256" y="4356380"/>
                  </a:lnTo>
                  <a:lnTo>
                    <a:pt x="1793414" y="4356380"/>
                  </a:lnTo>
                  <a:lnTo>
                    <a:pt x="1793572" y="4356380"/>
                  </a:lnTo>
                  <a:lnTo>
                    <a:pt x="1793729" y="4356380"/>
                  </a:lnTo>
                  <a:lnTo>
                    <a:pt x="1793887" y="4356380"/>
                  </a:lnTo>
                  <a:lnTo>
                    <a:pt x="1794045" y="4356380"/>
                  </a:lnTo>
                  <a:lnTo>
                    <a:pt x="1794203" y="4355949"/>
                  </a:lnTo>
                  <a:lnTo>
                    <a:pt x="1794203" y="4355519"/>
                  </a:lnTo>
                  <a:lnTo>
                    <a:pt x="1794518" y="4355519"/>
                  </a:lnTo>
                  <a:lnTo>
                    <a:pt x="1794676" y="4355519"/>
                  </a:lnTo>
                  <a:lnTo>
                    <a:pt x="1795149" y="4355519"/>
                  </a:lnTo>
                  <a:lnTo>
                    <a:pt x="1795780" y="4355088"/>
                  </a:lnTo>
                  <a:lnTo>
                    <a:pt x="1796095" y="4355088"/>
                  </a:lnTo>
                  <a:lnTo>
                    <a:pt x="1796253" y="4355088"/>
                  </a:lnTo>
                  <a:lnTo>
                    <a:pt x="1796411" y="4355088"/>
                  </a:lnTo>
                  <a:lnTo>
                    <a:pt x="1796726" y="4354657"/>
                  </a:lnTo>
                  <a:lnTo>
                    <a:pt x="1796884" y="4354657"/>
                  </a:lnTo>
                  <a:lnTo>
                    <a:pt x="1797042" y="4354657"/>
                  </a:lnTo>
                  <a:lnTo>
                    <a:pt x="1797042" y="4354227"/>
                  </a:lnTo>
                  <a:lnTo>
                    <a:pt x="1797199" y="4354227"/>
                  </a:lnTo>
                  <a:lnTo>
                    <a:pt x="1797357" y="4354227"/>
                  </a:lnTo>
                  <a:lnTo>
                    <a:pt x="1797515" y="4354227"/>
                  </a:lnTo>
                  <a:lnTo>
                    <a:pt x="1797988" y="4354227"/>
                  </a:lnTo>
                  <a:lnTo>
                    <a:pt x="1798146" y="4354227"/>
                  </a:lnTo>
                  <a:lnTo>
                    <a:pt x="1798146" y="4353796"/>
                  </a:lnTo>
                  <a:lnTo>
                    <a:pt x="1798303" y="4353796"/>
                  </a:lnTo>
                  <a:lnTo>
                    <a:pt x="1798461" y="4353796"/>
                  </a:lnTo>
                  <a:lnTo>
                    <a:pt x="1798461" y="4353366"/>
                  </a:lnTo>
                  <a:lnTo>
                    <a:pt x="1798461" y="4352504"/>
                  </a:lnTo>
                  <a:lnTo>
                    <a:pt x="1798461" y="4352074"/>
                  </a:lnTo>
                  <a:lnTo>
                    <a:pt x="1798461" y="4351643"/>
                  </a:lnTo>
                  <a:lnTo>
                    <a:pt x="1798776" y="4350782"/>
                  </a:lnTo>
                  <a:lnTo>
                    <a:pt x="1798934" y="4350782"/>
                  </a:lnTo>
                  <a:lnTo>
                    <a:pt x="1799092" y="4350782"/>
                  </a:lnTo>
                  <a:lnTo>
                    <a:pt x="1799565" y="4349921"/>
                  </a:lnTo>
                  <a:lnTo>
                    <a:pt x="1799565" y="4349490"/>
                  </a:lnTo>
                  <a:lnTo>
                    <a:pt x="1799880" y="4349490"/>
                  </a:lnTo>
                  <a:lnTo>
                    <a:pt x="1800196" y="4349060"/>
                  </a:lnTo>
                  <a:lnTo>
                    <a:pt x="1800669" y="4348629"/>
                  </a:lnTo>
                  <a:lnTo>
                    <a:pt x="1800827" y="4348629"/>
                  </a:lnTo>
                  <a:lnTo>
                    <a:pt x="1800985" y="4348629"/>
                  </a:lnTo>
                  <a:lnTo>
                    <a:pt x="1800985" y="4348198"/>
                  </a:lnTo>
                  <a:lnTo>
                    <a:pt x="1800985" y="4347768"/>
                  </a:lnTo>
                  <a:lnTo>
                    <a:pt x="1801300" y="4346907"/>
                  </a:lnTo>
                  <a:lnTo>
                    <a:pt x="1801458" y="4346907"/>
                  </a:lnTo>
                  <a:lnTo>
                    <a:pt x="1801615" y="4346907"/>
                  </a:lnTo>
                  <a:lnTo>
                    <a:pt x="1801615" y="4346476"/>
                  </a:lnTo>
                  <a:lnTo>
                    <a:pt x="1801773" y="4346045"/>
                  </a:lnTo>
                  <a:lnTo>
                    <a:pt x="1802089" y="4345615"/>
                  </a:lnTo>
                  <a:lnTo>
                    <a:pt x="1802246" y="4345184"/>
                  </a:lnTo>
                  <a:lnTo>
                    <a:pt x="1802404" y="4344754"/>
                  </a:lnTo>
                  <a:lnTo>
                    <a:pt x="1802404" y="4344323"/>
                  </a:lnTo>
                  <a:lnTo>
                    <a:pt x="1802562" y="4344323"/>
                  </a:lnTo>
                  <a:lnTo>
                    <a:pt x="1802719" y="4344323"/>
                  </a:lnTo>
                  <a:lnTo>
                    <a:pt x="1803350" y="4343892"/>
                  </a:lnTo>
                  <a:lnTo>
                    <a:pt x="1803508" y="4343462"/>
                  </a:lnTo>
                  <a:lnTo>
                    <a:pt x="1803823" y="4343462"/>
                  </a:lnTo>
                  <a:lnTo>
                    <a:pt x="1803981" y="4343462"/>
                  </a:lnTo>
                  <a:lnTo>
                    <a:pt x="1804297" y="4343462"/>
                  </a:lnTo>
                  <a:lnTo>
                    <a:pt x="1804454" y="4343462"/>
                  </a:lnTo>
                  <a:lnTo>
                    <a:pt x="1804612" y="4342601"/>
                  </a:lnTo>
                  <a:lnTo>
                    <a:pt x="1804612" y="4342170"/>
                  </a:lnTo>
                  <a:lnTo>
                    <a:pt x="1804770" y="4341309"/>
                  </a:lnTo>
                  <a:lnTo>
                    <a:pt x="1804927" y="4341309"/>
                  </a:lnTo>
                  <a:lnTo>
                    <a:pt x="1805085" y="4341309"/>
                  </a:lnTo>
                  <a:lnTo>
                    <a:pt x="1805401" y="4340448"/>
                  </a:lnTo>
                  <a:lnTo>
                    <a:pt x="1805716" y="4340017"/>
                  </a:lnTo>
                  <a:lnTo>
                    <a:pt x="1805874" y="4340017"/>
                  </a:lnTo>
                  <a:lnTo>
                    <a:pt x="1806032" y="4340017"/>
                  </a:lnTo>
                  <a:lnTo>
                    <a:pt x="1806032" y="4339586"/>
                  </a:lnTo>
                  <a:lnTo>
                    <a:pt x="1806189" y="4339156"/>
                  </a:lnTo>
                  <a:lnTo>
                    <a:pt x="1806347" y="4339156"/>
                  </a:lnTo>
                  <a:lnTo>
                    <a:pt x="1806505" y="4339156"/>
                  </a:lnTo>
                  <a:lnTo>
                    <a:pt x="1806662" y="4339156"/>
                  </a:lnTo>
                  <a:lnTo>
                    <a:pt x="1806820" y="4339156"/>
                  </a:lnTo>
                  <a:lnTo>
                    <a:pt x="1807136" y="4337864"/>
                  </a:lnTo>
                  <a:lnTo>
                    <a:pt x="1807293" y="4337864"/>
                  </a:lnTo>
                  <a:lnTo>
                    <a:pt x="1807451" y="4337864"/>
                  </a:lnTo>
                  <a:lnTo>
                    <a:pt x="1807609" y="4337433"/>
                  </a:lnTo>
                  <a:lnTo>
                    <a:pt x="1807609" y="4337003"/>
                  </a:lnTo>
                  <a:lnTo>
                    <a:pt x="1807924" y="4337003"/>
                  </a:lnTo>
                  <a:lnTo>
                    <a:pt x="1808082" y="4337003"/>
                  </a:lnTo>
                  <a:lnTo>
                    <a:pt x="1808397" y="4337003"/>
                  </a:lnTo>
                  <a:lnTo>
                    <a:pt x="1808397" y="4336572"/>
                  </a:lnTo>
                  <a:lnTo>
                    <a:pt x="1808555" y="4336572"/>
                  </a:lnTo>
                  <a:lnTo>
                    <a:pt x="1808555" y="4336142"/>
                  </a:lnTo>
                  <a:lnTo>
                    <a:pt x="1809344" y="4336142"/>
                  </a:lnTo>
                  <a:lnTo>
                    <a:pt x="1809501" y="4336142"/>
                  </a:lnTo>
                  <a:lnTo>
                    <a:pt x="1809817" y="4336142"/>
                  </a:lnTo>
                  <a:lnTo>
                    <a:pt x="1809817" y="4335711"/>
                  </a:lnTo>
                  <a:lnTo>
                    <a:pt x="1809974" y="4335280"/>
                  </a:lnTo>
                  <a:lnTo>
                    <a:pt x="1810132" y="4334850"/>
                  </a:lnTo>
                  <a:lnTo>
                    <a:pt x="1810290" y="4334850"/>
                  </a:lnTo>
                  <a:lnTo>
                    <a:pt x="1810605" y="4334850"/>
                  </a:lnTo>
                  <a:lnTo>
                    <a:pt x="1810605" y="4334419"/>
                  </a:lnTo>
                  <a:lnTo>
                    <a:pt x="1810763" y="4334419"/>
                  </a:lnTo>
                  <a:lnTo>
                    <a:pt x="1810921" y="4334419"/>
                  </a:lnTo>
                  <a:lnTo>
                    <a:pt x="1811078" y="4333989"/>
                  </a:lnTo>
                  <a:lnTo>
                    <a:pt x="1811394" y="4333558"/>
                  </a:lnTo>
                  <a:lnTo>
                    <a:pt x="1811394" y="4333127"/>
                  </a:lnTo>
                  <a:lnTo>
                    <a:pt x="1811867" y="4332697"/>
                  </a:lnTo>
                  <a:lnTo>
                    <a:pt x="1812183" y="4332266"/>
                  </a:lnTo>
                  <a:lnTo>
                    <a:pt x="1812183" y="4331836"/>
                  </a:lnTo>
                  <a:lnTo>
                    <a:pt x="1812340" y="4331836"/>
                  </a:lnTo>
                  <a:lnTo>
                    <a:pt x="1812498" y="4331836"/>
                  </a:lnTo>
                  <a:lnTo>
                    <a:pt x="1812656" y="4331836"/>
                  </a:lnTo>
                  <a:lnTo>
                    <a:pt x="1812813" y="4331836"/>
                  </a:lnTo>
                  <a:lnTo>
                    <a:pt x="1812971" y="4331405"/>
                  </a:lnTo>
                  <a:lnTo>
                    <a:pt x="1813129" y="4331405"/>
                  </a:lnTo>
                  <a:lnTo>
                    <a:pt x="1813287" y="4331405"/>
                  </a:lnTo>
                  <a:lnTo>
                    <a:pt x="1813444" y="4331405"/>
                  </a:lnTo>
                  <a:lnTo>
                    <a:pt x="1813602" y="4330974"/>
                  </a:lnTo>
                  <a:lnTo>
                    <a:pt x="1813760" y="4330974"/>
                  </a:lnTo>
                  <a:lnTo>
                    <a:pt x="1814233" y="4330974"/>
                  </a:lnTo>
                  <a:lnTo>
                    <a:pt x="1815179" y="4330113"/>
                  </a:lnTo>
                  <a:lnTo>
                    <a:pt x="1815337" y="4330113"/>
                  </a:lnTo>
                  <a:lnTo>
                    <a:pt x="1815652" y="4330113"/>
                  </a:lnTo>
                  <a:lnTo>
                    <a:pt x="1815652" y="4329683"/>
                  </a:lnTo>
                  <a:lnTo>
                    <a:pt x="1815810" y="4329683"/>
                  </a:lnTo>
                  <a:lnTo>
                    <a:pt x="1815810" y="4329252"/>
                  </a:lnTo>
                  <a:lnTo>
                    <a:pt x="1815810" y="4328821"/>
                  </a:lnTo>
                  <a:lnTo>
                    <a:pt x="1815968" y="4328821"/>
                  </a:lnTo>
                  <a:lnTo>
                    <a:pt x="1816441" y="4328821"/>
                  </a:lnTo>
                  <a:lnTo>
                    <a:pt x="1817860" y="4327960"/>
                  </a:lnTo>
                  <a:lnTo>
                    <a:pt x="1818018" y="4327960"/>
                  </a:lnTo>
                  <a:lnTo>
                    <a:pt x="1818018" y="4327530"/>
                  </a:lnTo>
                  <a:lnTo>
                    <a:pt x="1818176" y="4327530"/>
                  </a:lnTo>
                  <a:lnTo>
                    <a:pt x="1818334" y="4327099"/>
                  </a:lnTo>
                  <a:lnTo>
                    <a:pt x="1818491" y="4327099"/>
                  </a:lnTo>
                  <a:lnTo>
                    <a:pt x="1818491" y="4326668"/>
                  </a:lnTo>
                  <a:lnTo>
                    <a:pt x="1818649" y="4326238"/>
                  </a:lnTo>
                  <a:lnTo>
                    <a:pt x="1818807" y="4326238"/>
                  </a:lnTo>
                  <a:lnTo>
                    <a:pt x="1818807" y="4325807"/>
                  </a:lnTo>
                  <a:lnTo>
                    <a:pt x="1818807" y="4325377"/>
                  </a:lnTo>
                  <a:lnTo>
                    <a:pt x="1818964" y="4325377"/>
                  </a:lnTo>
                  <a:lnTo>
                    <a:pt x="1819122" y="4325377"/>
                  </a:lnTo>
                  <a:lnTo>
                    <a:pt x="1819595" y="4325377"/>
                  </a:lnTo>
                  <a:lnTo>
                    <a:pt x="1819753" y="4324515"/>
                  </a:lnTo>
                  <a:lnTo>
                    <a:pt x="1820226" y="4324515"/>
                  </a:lnTo>
                  <a:lnTo>
                    <a:pt x="1820384" y="4324085"/>
                  </a:lnTo>
                  <a:lnTo>
                    <a:pt x="1820384" y="4323654"/>
                  </a:lnTo>
                  <a:lnTo>
                    <a:pt x="1820542" y="4323654"/>
                  </a:lnTo>
                  <a:lnTo>
                    <a:pt x="1820542" y="4323224"/>
                  </a:lnTo>
                  <a:lnTo>
                    <a:pt x="1820699" y="4322793"/>
                  </a:lnTo>
                  <a:lnTo>
                    <a:pt x="1820699" y="4322362"/>
                  </a:lnTo>
                  <a:lnTo>
                    <a:pt x="1821172" y="4322362"/>
                  </a:lnTo>
                  <a:lnTo>
                    <a:pt x="1821172" y="4321932"/>
                  </a:lnTo>
                  <a:lnTo>
                    <a:pt x="1821488" y="4321932"/>
                  </a:lnTo>
                  <a:lnTo>
                    <a:pt x="1821646" y="4321932"/>
                  </a:lnTo>
                  <a:lnTo>
                    <a:pt x="1822119" y="4321501"/>
                  </a:lnTo>
                  <a:lnTo>
                    <a:pt x="1822119" y="4321071"/>
                  </a:lnTo>
                  <a:lnTo>
                    <a:pt x="1822276" y="4320640"/>
                  </a:lnTo>
                  <a:lnTo>
                    <a:pt x="1822434" y="4320640"/>
                  </a:lnTo>
                  <a:lnTo>
                    <a:pt x="1822592" y="4320209"/>
                  </a:lnTo>
                  <a:lnTo>
                    <a:pt x="1822750" y="4320209"/>
                  </a:lnTo>
                  <a:lnTo>
                    <a:pt x="1822907" y="4320209"/>
                  </a:lnTo>
                  <a:lnTo>
                    <a:pt x="1823223" y="4319779"/>
                  </a:lnTo>
                  <a:lnTo>
                    <a:pt x="1823381" y="4319779"/>
                  </a:lnTo>
                  <a:lnTo>
                    <a:pt x="1823538" y="4319779"/>
                  </a:lnTo>
                  <a:lnTo>
                    <a:pt x="1823696" y="4319779"/>
                  </a:lnTo>
                  <a:lnTo>
                    <a:pt x="1823854" y="4319779"/>
                  </a:lnTo>
                  <a:lnTo>
                    <a:pt x="1824011" y="4319348"/>
                  </a:lnTo>
                  <a:lnTo>
                    <a:pt x="1824011" y="4318918"/>
                  </a:lnTo>
                  <a:lnTo>
                    <a:pt x="1824169" y="4318487"/>
                  </a:lnTo>
                  <a:lnTo>
                    <a:pt x="1824327" y="4318487"/>
                  </a:lnTo>
                  <a:lnTo>
                    <a:pt x="1824327" y="4318056"/>
                  </a:lnTo>
                  <a:lnTo>
                    <a:pt x="1824485" y="4317626"/>
                  </a:lnTo>
                  <a:lnTo>
                    <a:pt x="1824642" y="4317195"/>
                  </a:lnTo>
                  <a:lnTo>
                    <a:pt x="1824642" y="4316765"/>
                  </a:lnTo>
                  <a:lnTo>
                    <a:pt x="1824800" y="4316765"/>
                  </a:lnTo>
                  <a:lnTo>
                    <a:pt x="1824800" y="4316334"/>
                  </a:lnTo>
                  <a:lnTo>
                    <a:pt x="1824958" y="4316334"/>
                  </a:lnTo>
                  <a:lnTo>
                    <a:pt x="1825115" y="4316334"/>
                  </a:lnTo>
                  <a:lnTo>
                    <a:pt x="1825273" y="4316334"/>
                  </a:lnTo>
                  <a:lnTo>
                    <a:pt x="1825589" y="4316334"/>
                  </a:lnTo>
                  <a:lnTo>
                    <a:pt x="1825746" y="4316334"/>
                  </a:lnTo>
                  <a:lnTo>
                    <a:pt x="1825904" y="4316334"/>
                  </a:lnTo>
                  <a:lnTo>
                    <a:pt x="1826219" y="4315473"/>
                  </a:lnTo>
                  <a:lnTo>
                    <a:pt x="1826377" y="4315473"/>
                  </a:lnTo>
                  <a:lnTo>
                    <a:pt x="1827008" y="4315042"/>
                  </a:lnTo>
                  <a:lnTo>
                    <a:pt x="1827166" y="4315042"/>
                  </a:lnTo>
                  <a:lnTo>
                    <a:pt x="1827481" y="4315042"/>
                  </a:lnTo>
                  <a:lnTo>
                    <a:pt x="1827797" y="4314181"/>
                  </a:lnTo>
                  <a:lnTo>
                    <a:pt x="1828270" y="4314181"/>
                  </a:lnTo>
                  <a:lnTo>
                    <a:pt x="1828270" y="4313750"/>
                  </a:lnTo>
                  <a:lnTo>
                    <a:pt x="1828743" y="4313750"/>
                  </a:lnTo>
                  <a:lnTo>
                    <a:pt x="1828901" y="4313750"/>
                  </a:lnTo>
                  <a:lnTo>
                    <a:pt x="1828901" y="4312889"/>
                  </a:lnTo>
                  <a:lnTo>
                    <a:pt x="1829058" y="4312459"/>
                  </a:lnTo>
                  <a:lnTo>
                    <a:pt x="1829374" y="4312459"/>
                  </a:lnTo>
                  <a:lnTo>
                    <a:pt x="1829532" y="4312028"/>
                  </a:lnTo>
                  <a:lnTo>
                    <a:pt x="1829689" y="4311597"/>
                  </a:lnTo>
                  <a:lnTo>
                    <a:pt x="1829847" y="4311597"/>
                  </a:lnTo>
                  <a:lnTo>
                    <a:pt x="1830005" y="4311597"/>
                  </a:lnTo>
                  <a:lnTo>
                    <a:pt x="1830162" y="4311597"/>
                  </a:lnTo>
                  <a:lnTo>
                    <a:pt x="1830636" y="4311597"/>
                  </a:lnTo>
                  <a:lnTo>
                    <a:pt x="1831266" y="4311597"/>
                  </a:lnTo>
                  <a:lnTo>
                    <a:pt x="1831424" y="4311167"/>
                  </a:lnTo>
                  <a:lnTo>
                    <a:pt x="1831582" y="4311167"/>
                  </a:lnTo>
                  <a:lnTo>
                    <a:pt x="1831740" y="4311167"/>
                  </a:lnTo>
                  <a:lnTo>
                    <a:pt x="1831740" y="4310736"/>
                  </a:lnTo>
                  <a:lnTo>
                    <a:pt x="1831897" y="4310736"/>
                  </a:lnTo>
                  <a:lnTo>
                    <a:pt x="1831897" y="4310306"/>
                  </a:lnTo>
                  <a:lnTo>
                    <a:pt x="1832055" y="4310306"/>
                  </a:lnTo>
                  <a:lnTo>
                    <a:pt x="1832213" y="4310306"/>
                  </a:lnTo>
                  <a:lnTo>
                    <a:pt x="1832370" y="4310306"/>
                  </a:lnTo>
                  <a:lnTo>
                    <a:pt x="1832528" y="4310306"/>
                  </a:lnTo>
                  <a:lnTo>
                    <a:pt x="1832844" y="4309875"/>
                  </a:lnTo>
                  <a:lnTo>
                    <a:pt x="1833159" y="4309014"/>
                  </a:lnTo>
                  <a:lnTo>
                    <a:pt x="1833317" y="4309014"/>
                  </a:lnTo>
                  <a:lnTo>
                    <a:pt x="1833317" y="4308583"/>
                  </a:lnTo>
                  <a:lnTo>
                    <a:pt x="1833632" y="4307722"/>
                  </a:lnTo>
                  <a:lnTo>
                    <a:pt x="1833948" y="4306861"/>
                  </a:lnTo>
                  <a:lnTo>
                    <a:pt x="1833948" y="4306430"/>
                  </a:lnTo>
                  <a:lnTo>
                    <a:pt x="1834421" y="4306430"/>
                  </a:lnTo>
                  <a:lnTo>
                    <a:pt x="1834579" y="4306000"/>
                  </a:lnTo>
                  <a:lnTo>
                    <a:pt x="1834736" y="4306000"/>
                  </a:lnTo>
                  <a:lnTo>
                    <a:pt x="1834894" y="4306000"/>
                  </a:lnTo>
                  <a:lnTo>
                    <a:pt x="1835052" y="4306000"/>
                  </a:lnTo>
                  <a:lnTo>
                    <a:pt x="1835367" y="4306000"/>
                  </a:lnTo>
                  <a:lnTo>
                    <a:pt x="1835525" y="4305569"/>
                  </a:lnTo>
                  <a:lnTo>
                    <a:pt x="1835683" y="4305569"/>
                  </a:lnTo>
                  <a:lnTo>
                    <a:pt x="1835840" y="4305569"/>
                  </a:lnTo>
                  <a:lnTo>
                    <a:pt x="1836944" y="4305138"/>
                  </a:lnTo>
                  <a:lnTo>
                    <a:pt x="1837102" y="4305138"/>
                  </a:lnTo>
                  <a:lnTo>
                    <a:pt x="1837102" y="4304708"/>
                  </a:lnTo>
                  <a:lnTo>
                    <a:pt x="1837260" y="4304708"/>
                  </a:lnTo>
                  <a:lnTo>
                    <a:pt x="1837417" y="4304708"/>
                  </a:lnTo>
                  <a:lnTo>
                    <a:pt x="1837891" y="4304708"/>
                  </a:lnTo>
                  <a:lnTo>
                    <a:pt x="1838048" y="4304708"/>
                  </a:lnTo>
                  <a:lnTo>
                    <a:pt x="1838364" y="4304708"/>
                  </a:lnTo>
                  <a:lnTo>
                    <a:pt x="1838364" y="4303847"/>
                  </a:lnTo>
                  <a:lnTo>
                    <a:pt x="1838521" y="4303847"/>
                  </a:lnTo>
                  <a:lnTo>
                    <a:pt x="1838521" y="4303416"/>
                  </a:lnTo>
                  <a:lnTo>
                    <a:pt x="1838521" y="4302124"/>
                  </a:lnTo>
                  <a:lnTo>
                    <a:pt x="1839468" y="4301263"/>
                  </a:lnTo>
                  <a:lnTo>
                    <a:pt x="1839625" y="4301263"/>
                  </a:lnTo>
                  <a:lnTo>
                    <a:pt x="1839783" y="4300832"/>
                  </a:lnTo>
                  <a:lnTo>
                    <a:pt x="1839941" y="4300832"/>
                  </a:lnTo>
                  <a:lnTo>
                    <a:pt x="1839941" y="4300402"/>
                  </a:lnTo>
                  <a:lnTo>
                    <a:pt x="1840099" y="4300402"/>
                  </a:lnTo>
                  <a:lnTo>
                    <a:pt x="1841045" y="4299971"/>
                  </a:lnTo>
                  <a:lnTo>
                    <a:pt x="1841045" y="4299541"/>
                  </a:lnTo>
                  <a:lnTo>
                    <a:pt x="1841518" y="4299110"/>
                  </a:lnTo>
                  <a:lnTo>
                    <a:pt x="1841676" y="4298679"/>
                  </a:lnTo>
                  <a:lnTo>
                    <a:pt x="1841834" y="4298679"/>
                  </a:lnTo>
                  <a:lnTo>
                    <a:pt x="1841991" y="4298679"/>
                  </a:lnTo>
                  <a:lnTo>
                    <a:pt x="1842307" y="4298679"/>
                  </a:lnTo>
                  <a:lnTo>
                    <a:pt x="1842464" y="4298249"/>
                  </a:lnTo>
                  <a:lnTo>
                    <a:pt x="1842622" y="4298249"/>
                  </a:lnTo>
                  <a:lnTo>
                    <a:pt x="1843095" y="4298249"/>
                  </a:lnTo>
                  <a:lnTo>
                    <a:pt x="1843095" y="4297388"/>
                  </a:lnTo>
                  <a:lnTo>
                    <a:pt x="1843411" y="4297388"/>
                  </a:lnTo>
                  <a:lnTo>
                    <a:pt x="1843568" y="4297388"/>
                  </a:lnTo>
                  <a:lnTo>
                    <a:pt x="1843568" y="4296957"/>
                  </a:lnTo>
                  <a:lnTo>
                    <a:pt x="1843726" y="4296957"/>
                  </a:lnTo>
                  <a:lnTo>
                    <a:pt x="1844042" y="4296957"/>
                  </a:lnTo>
                  <a:lnTo>
                    <a:pt x="1844357" y="4296957"/>
                  </a:lnTo>
                  <a:lnTo>
                    <a:pt x="1844515" y="4296957"/>
                  </a:lnTo>
                  <a:lnTo>
                    <a:pt x="1844515" y="4296096"/>
                  </a:lnTo>
                  <a:lnTo>
                    <a:pt x="1844672" y="4296096"/>
                  </a:lnTo>
                  <a:lnTo>
                    <a:pt x="1844988" y="4296096"/>
                  </a:lnTo>
                  <a:lnTo>
                    <a:pt x="1844988" y="4295665"/>
                  </a:lnTo>
                  <a:lnTo>
                    <a:pt x="1845303" y="4295235"/>
                  </a:lnTo>
                  <a:lnTo>
                    <a:pt x="1845461" y="4294804"/>
                  </a:lnTo>
                  <a:lnTo>
                    <a:pt x="1845619" y="4294804"/>
                  </a:lnTo>
                  <a:lnTo>
                    <a:pt x="1845934" y="4294373"/>
                  </a:lnTo>
                  <a:lnTo>
                    <a:pt x="1846092" y="4294373"/>
                  </a:lnTo>
                  <a:lnTo>
                    <a:pt x="1846407" y="4294373"/>
                  </a:lnTo>
                  <a:lnTo>
                    <a:pt x="1846565" y="4294373"/>
                  </a:lnTo>
                  <a:lnTo>
                    <a:pt x="1846881" y="4293943"/>
                  </a:lnTo>
                  <a:lnTo>
                    <a:pt x="1847196" y="4293512"/>
                  </a:lnTo>
                  <a:lnTo>
                    <a:pt x="1847511" y="4293512"/>
                  </a:lnTo>
                  <a:lnTo>
                    <a:pt x="1847669" y="4293082"/>
                  </a:lnTo>
                  <a:lnTo>
                    <a:pt x="1848615" y="4292220"/>
                  </a:lnTo>
                  <a:lnTo>
                    <a:pt x="1848773" y="4291359"/>
                  </a:lnTo>
                  <a:lnTo>
                    <a:pt x="1848773" y="4290498"/>
                  </a:lnTo>
                  <a:lnTo>
                    <a:pt x="1848773" y="4290067"/>
                  </a:lnTo>
                  <a:lnTo>
                    <a:pt x="1848931" y="4290067"/>
                  </a:lnTo>
                  <a:lnTo>
                    <a:pt x="1849089" y="4290067"/>
                  </a:lnTo>
                  <a:lnTo>
                    <a:pt x="1849089" y="4289637"/>
                  </a:lnTo>
                  <a:lnTo>
                    <a:pt x="1849246" y="4289206"/>
                  </a:lnTo>
                  <a:lnTo>
                    <a:pt x="1849562" y="4288776"/>
                  </a:lnTo>
                  <a:lnTo>
                    <a:pt x="1849719" y="4288776"/>
                  </a:lnTo>
                  <a:lnTo>
                    <a:pt x="1849719" y="4288345"/>
                  </a:lnTo>
                  <a:lnTo>
                    <a:pt x="1849877" y="4288345"/>
                  </a:lnTo>
                  <a:lnTo>
                    <a:pt x="1850035" y="4288345"/>
                  </a:lnTo>
                  <a:lnTo>
                    <a:pt x="1850193" y="4288345"/>
                  </a:lnTo>
                  <a:lnTo>
                    <a:pt x="1850350" y="4288345"/>
                  </a:lnTo>
                  <a:lnTo>
                    <a:pt x="1850350" y="4287914"/>
                  </a:lnTo>
                  <a:lnTo>
                    <a:pt x="1850350" y="4287484"/>
                  </a:lnTo>
                  <a:lnTo>
                    <a:pt x="1850508" y="4287053"/>
                  </a:lnTo>
                  <a:lnTo>
                    <a:pt x="1850666" y="4287053"/>
                  </a:lnTo>
                  <a:lnTo>
                    <a:pt x="1850823" y="4287053"/>
                  </a:lnTo>
                  <a:lnTo>
                    <a:pt x="1850981" y="4287053"/>
                  </a:lnTo>
                  <a:lnTo>
                    <a:pt x="1851139" y="4286623"/>
                  </a:lnTo>
                  <a:lnTo>
                    <a:pt x="1851454" y="4286623"/>
                  </a:lnTo>
                  <a:lnTo>
                    <a:pt x="1851612" y="4286623"/>
                  </a:lnTo>
                  <a:lnTo>
                    <a:pt x="1851928" y="4286623"/>
                  </a:lnTo>
                  <a:lnTo>
                    <a:pt x="1852085" y="4286623"/>
                  </a:lnTo>
                  <a:lnTo>
                    <a:pt x="1852401" y="4286623"/>
                  </a:lnTo>
                  <a:lnTo>
                    <a:pt x="1854766" y="4283178"/>
                  </a:lnTo>
                  <a:lnTo>
                    <a:pt x="1854766" y="4282747"/>
                  </a:lnTo>
                  <a:lnTo>
                    <a:pt x="1855082" y="4282747"/>
                  </a:lnTo>
                  <a:lnTo>
                    <a:pt x="1855713" y="4282317"/>
                  </a:lnTo>
                  <a:lnTo>
                    <a:pt x="1856186" y="4281025"/>
                  </a:lnTo>
                  <a:lnTo>
                    <a:pt x="1856501" y="4280594"/>
                  </a:lnTo>
                  <a:lnTo>
                    <a:pt x="1856975" y="4280594"/>
                  </a:lnTo>
                  <a:lnTo>
                    <a:pt x="1856975" y="4280164"/>
                  </a:lnTo>
                  <a:lnTo>
                    <a:pt x="1856975" y="4279733"/>
                  </a:lnTo>
                  <a:lnTo>
                    <a:pt x="1857132" y="4279733"/>
                  </a:lnTo>
                  <a:lnTo>
                    <a:pt x="1857290" y="4278872"/>
                  </a:lnTo>
                  <a:lnTo>
                    <a:pt x="1857448" y="4278872"/>
                  </a:lnTo>
                  <a:lnTo>
                    <a:pt x="1857605" y="4278872"/>
                  </a:lnTo>
                  <a:lnTo>
                    <a:pt x="1857763" y="4278872"/>
                  </a:lnTo>
                  <a:lnTo>
                    <a:pt x="1857921" y="4278872"/>
                  </a:lnTo>
                  <a:lnTo>
                    <a:pt x="1857921" y="4278441"/>
                  </a:lnTo>
                  <a:lnTo>
                    <a:pt x="1857921" y="4278011"/>
                  </a:lnTo>
                  <a:lnTo>
                    <a:pt x="1858079" y="4278011"/>
                  </a:lnTo>
                  <a:lnTo>
                    <a:pt x="1858079" y="4277149"/>
                  </a:lnTo>
                  <a:lnTo>
                    <a:pt x="1858236" y="4277149"/>
                  </a:lnTo>
                  <a:lnTo>
                    <a:pt x="1859025" y="4276719"/>
                  </a:lnTo>
                  <a:lnTo>
                    <a:pt x="1859183" y="4276719"/>
                  </a:lnTo>
                  <a:lnTo>
                    <a:pt x="1859340" y="4276719"/>
                  </a:lnTo>
                  <a:lnTo>
                    <a:pt x="1859498" y="4276288"/>
                  </a:lnTo>
                  <a:lnTo>
                    <a:pt x="1859971" y="4276288"/>
                  </a:lnTo>
                  <a:lnTo>
                    <a:pt x="1860129" y="4276288"/>
                  </a:lnTo>
                  <a:lnTo>
                    <a:pt x="1860287" y="4276288"/>
                  </a:lnTo>
                  <a:lnTo>
                    <a:pt x="1860287" y="4275858"/>
                  </a:lnTo>
                  <a:lnTo>
                    <a:pt x="1860287" y="4275427"/>
                  </a:lnTo>
                  <a:lnTo>
                    <a:pt x="1860602" y="4274996"/>
                  </a:lnTo>
                  <a:lnTo>
                    <a:pt x="1860760" y="4274996"/>
                  </a:lnTo>
                  <a:lnTo>
                    <a:pt x="1860760" y="4274566"/>
                  </a:lnTo>
                  <a:lnTo>
                    <a:pt x="1860917" y="4274566"/>
                  </a:lnTo>
                  <a:lnTo>
                    <a:pt x="1861075" y="4274566"/>
                  </a:lnTo>
                  <a:lnTo>
                    <a:pt x="1861075" y="4274135"/>
                  </a:lnTo>
                  <a:lnTo>
                    <a:pt x="1861233" y="4274135"/>
                  </a:lnTo>
                  <a:lnTo>
                    <a:pt x="1861391" y="4274135"/>
                  </a:lnTo>
                  <a:lnTo>
                    <a:pt x="1861391" y="4273705"/>
                  </a:lnTo>
                  <a:lnTo>
                    <a:pt x="1861391" y="4273274"/>
                  </a:lnTo>
                  <a:lnTo>
                    <a:pt x="1861548" y="4273274"/>
                  </a:lnTo>
                  <a:lnTo>
                    <a:pt x="1861864" y="4273274"/>
                  </a:lnTo>
                  <a:lnTo>
                    <a:pt x="1861864" y="4272843"/>
                  </a:lnTo>
                  <a:lnTo>
                    <a:pt x="1862021" y="4272843"/>
                  </a:lnTo>
                  <a:lnTo>
                    <a:pt x="1862021" y="4272413"/>
                  </a:lnTo>
                  <a:lnTo>
                    <a:pt x="1862652" y="4272413"/>
                  </a:lnTo>
                  <a:lnTo>
                    <a:pt x="1862810" y="4272413"/>
                  </a:lnTo>
                  <a:lnTo>
                    <a:pt x="1862968" y="4272413"/>
                  </a:lnTo>
                  <a:lnTo>
                    <a:pt x="1863126" y="4271982"/>
                  </a:lnTo>
                  <a:lnTo>
                    <a:pt x="1863126" y="4271552"/>
                  </a:lnTo>
                  <a:lnTo>
                    <a:pt x="1863283" y="4271552"/>
                  </a:lnTo>
                  <a:lnTo>
                    <a:pt x="1863599" y="4271552"/>
                  </a:lnTo>
                  <a:lnTo>
                    <a:pt x="1864072" y="4271121"/>
                  </a:lnTo>
                  <a:lnTo>
                    <a:pt x="1864387" y="4270690"/>
                  </a:lnTo>
                  <a:lnTo>
                    <a:pt x="1864703" y="4270260"/>
                  </a:lnTo>
                  <a:lnTo>
                    <a:pt x="1865018" y="4270260"/>
                  </a:lnTo>
                  <a:lnTo>
                    <a:pt x="1865176" y="4270260"/>
                  </a:lnTo>
                  <a:lnTo>
                    <a:pt x="1865491" y="4269399"/>
                  </a:lnTo>
                  <a:lnTo>
                    <a:pt x="1865649" y="4268968"/>
                  </a:lnTo>
                  <a:lnTo>
                    <a:pt x="1865649" y="4268537"/>
                  </a:lnTo>
                  <a:lnTo>
                    <a:pt x="1865807" y="4268537"/>
                  </a:lnTo>
                  <a:lnTo>
                    <a:pt x="1865964" y="4268537"/>
                  </a:lnTo>
                  <a:lnTo>
                    <a:pt x="1866122" y="4268107"/>
                  </a:lnTo>
                  <a:lnTo>
                    <a:pt x="1866122" y="4267676"/>
                  </a:lnTo>
                  <a:lnTo>
                    <a:pt x="1866280" y="4267676"/>
                  </a:lnTo>
                  <a:lnTo>
                    <a:pt x="1866595" y="4267676"/>
                  </a:lnTo>
                  <a:lnTo>
                    <a:pt x="1867068" y="4267246"/>
                  </a:lnTo>
                  <a:lnTo>
                    <a:pt x="1867384" y="4267246"/>
                  </a:lnTo>
                  <a:lnTo>
                    <a:pt x="1867384" y="4266815"/>
                  </a:lnTo>
                  <a:lnTo>
                    <a:pt x="1867542" y="4266815"/>
                  </a:lnTo>
                  <a:lnTo>
                    <a:pt x="1867699" y="4266815"/>
                  </a:lnTo>
                  <a:lnTo>
                    <a:pt x="1868015" y="4266815"/>
                  </a:lnTo>
                  <a:lnTo>
                    <a:pt x="1868173" y="4265954"/>
                  </a:lnTo>
                  <a:lnTo>
                    <a:pt x="1868330" y="4265093"/>
                  </a:lnTo>
                  <a:lnTo>
                    <a:pt x="1868646" y="4265093"/>
                  </a:lnTo>
                  <a:lnTo>
                    <a:pt x="1868646" y="4264231"/>
                  </a:lnTo>
                  <a:lnTo>
                    <a:pt x="1869119" y="4263801"/>
                  </a:lnTo>
                  <a:lnTo>
                    <a:pt x="1869277" y="4263801"/>
                  </a:lnTo>
                  <a:lnTo>
                    <a:pt x="1869434" y="4263801"/>
                  </a:lnTo>
                  <a:lnTo>
                    <a:pt x="1870065" y="4263801"/>
                  </a:lnTo>
                  <a:lnTo>
                    <a:pt x="1870223" y="4263370"/>
                  </a:lnTo>
                  <a:lnTo>
                    <a:pt x="1870223" y="4262940"/>
                  </a:lnTo>
                  <a:lnTo>
                    <a:pt x="1870381" y="4262509"/>
                  </a:lnTo>
                  <a:lnTo>
                    <a:pt x="1870538" y="4262509"/>
                  </a:lnTo>
                  <a:lnTo>
                    <a:pt x="1870854" y="4262078"/>
                  </a:lnTo>
                  <a:lnTo>
                    <a:pt x="1871327" y="4262078"/>
                  </a:lnTo>
                  <a:lnTo>
                    <a:pt x="1871485" y="4262078"/>
                  </a:lnTo>
                  <a:lnTo>
                    <a:pt x="1871642" y="4262078"/>
                  </a:lnTo>
                  <a:lnTo>
                    <a:pt x="1871642" y="4261648"/>
                  </a:lnTo>
                  <a:lnTo>
                    <a:pt x="1871958" y="4261648"/>
                  </a:lnTo>
                  <a:lnTo>
                    <a:pt x="1872115" y="4261217"/>
                  </a:lnTo>
                  <a:lnTo>
                    <a:pt x="1872273" y="4261217"/>
                  </a:lnTo>
                  <a:lnTo>
                    <a:pt x="1872431" y="4261217"/>
                  </a:lnTo>
                  <a:lnTo>
                    <a:pt x="1872589" y="4261217"/>
                  </a:lnTo>
                  <a:lnTo>
                    <a:pt x="1872904" y="4261217"/>
                  </a:lnTo>
                  <a:lnTo>
                    <a:pt x="1873219" y="4260787"/>
                  </a:lnTo>
                  <a:lnTo>
                    <a:pt x="1873693" y="4260787"/>
                  </a:lnTo>
                  <a:lnTo>
                    <a:pt x="1873693" y="4260356"/>
                  </a:lnTo>
                  <a:lnTo>
                    <a:pt x="1873850" y="4259925"/>
                  </a:lnTo>
                  <a:lnTo>
                    <a:pt x="1874166" y="4259495"/>
                  </a:lnTo>
                  <a:lnTo>
                    <a:pt x="1874324" y="4259495"/>
                  </a:lnTo>
                  <a:lnTo>
                    <a:pt x="1874797" y="4259495"/>
                  </a:lnTo>
                  <a:lnTo>
                    <a:pt x="1874954" y="4259495"/>
                  </a:lnTo>
                  <a:lnTo>
                    <a:pt x="1875270" y="4259495"/>
                  </a:lnTo>
                  <a:lnTo>
                    <a:pt x="1875585" y="4259064"/>
                  </a:lnTo>
                  <a:lnTo>
                    <a:pt x="1876847" y="4256481"/>
                  </a:lnTo>
                  <a:lnTo>
                    <a:pt x="1876847" y="4256050"/>
                  </a:lnTo>
                  <a:lnTo>
                    <a:pt x="1877162" y="4256050"/>
                  </a:lnTo>
                  <a:lnTo>
                    <a:pt x="1877320" y="4256050"/>
                  </a:lnTo>
                  <a:lnTo>
                    <a:pt x="1877320" y="4255619"/>
                  </a:lnTo>
                  <a:lnTo>
                    <a:pt x="1877478" y="4255619"/>
                  </a:lnTo>
                  <a:lnTo>
                    <a:pt x="1877636" y="4255189"/>
                  </a:lnTo>
                  <a:lnTo>
                    <a:pt x="1877793" y="4254328"/>
                  </a:lnTo>
                  <a:lnTo>
                    <a:pt x="1877951" y="4254328"/>
                  </a:lnTo>
                  <a:lnTo>
                    <a:pt x="1877951" y="4253897"/>
                  </a:lnTo>
                  <a:lnTo>
                    <a:pt x="1878266" y="4253897"/>
                  </a:lnTo>
                  <a:lnTo>
                    <a:pt x="1878424" y="4253897"/>
                  </a:lnTo>
                  <a:lnTo>
                    <a:pt x="1878582" y="4253897"/>
                  </a:lnTo>
                  <a:lnTo>
                    <a:pt x="1878897" y="4253036"/>
                  </a:lnTo>
                  <a:lnTo>
                    <a:pt x="1878897" y="4252175"/>
                  </a:lnTo>
                  <a:lnTo>
                    <a:pt x="1879055" y="4252175"/>
                  </a:lnTo>
                  <a:lnTo>
                    <a:pt x="1879213" y="4252175"/>
                  </a:lnTo>
                  <a:lnTo>
                    <a:pt x="1879213" y="4251744"/>
                  </a:lnTo>
                  <a:lnTo>
                    <a:pt x="1879528" y="4250883"/>
                  </a:lnTo>
                  <a:lnTo>
                    <a:pt x="1879686" y="4250883"/>
                  </a:lnTo>
                  <a:lnTo>
                    <a:pt x="1879844" y="4250883"/>
                  </a:lnTo>
                  <a:lnTo>
                    <a:pt x="1880632" y="4249160"/>
                  </a:lnTo>
                  <a:lnTo>
                    <a:pt x="1880632" y="4248730"/>
                  </a:lnTo>
                  <a:lnTo>
                    <a:pt x="1880790" y="4248730"/>
                  </a:lnTo>
                  <a:lnTo>
                    <a:pt x="1880948" y="4248730"/>
                  </a:lnTo>
                  <a:lnTo>
                    <a:pt x="1881421" y="4248299"/>
                  </a:lnTo>
                  <a:lnTo>
                    <a:pt x="1881736" y="4248299"/>
                  </a:lnTo>
                  <a:lnTo>
                    <a:pt x="1881736" y="4247869"/>
                  </a:lnTo>
                  <a:lnTo>
                    <a:pt x="1881894" y="4247438"/>
                  </a:lnTo>
                  <a:lnTo>
                    <a:pt x="1882052" y="4247438"/>
                  </a:lnTo>
                  <a:lnTo>
                    <a:pt x="1882367" y="4247007"/>
                  </a:lnTo>
                  <a:lnTo>
                    <a:pt x="1882525" y="4246577"/>
                  </a:lnTo>
                  <a:lnTo>
                    <a:pt x="1882525" y="4246146"/>
                  </a:lnTo>
                  <a:lnTo>
                    <a:pt x="1882840" y="4246146"/>
                  </a:lnTo>
                  <a:lnTo>
                    <a:pt x="1882840" y="4245716"/>
                  </a:lnTo>
                  <a:lnTo>
                    <a:pt x="1883313" y="4245716"/>
                  </a:lnTo>
                  <a:lnTo>
                    <a:pt x="1883313" y="4245285"/>
                  </a:lnTo>
                  <a:lnTo>
                    <a:pt x="1883313" y="4244854"/>
                  </a:lnTo>
                  <a:lnTo>
                    <a:pt x="1883471" y="4244424"/>
                  </a:lnTo>
                  <a:lnTo>
                    <a:pt x="1883629" y="4244424"/>
                  </a:lnTo>
                  <a:lnTo>
                    <a:pt x="1883787" y="4244424"/>
                  </a:lnTo>
                  <a:lnTo>
                    <a:pt x="1883944" y="4244424"/>
                  </a:lnTo>
                  <a:lnTo>
                    <a:pt x="1884260" y="4244424"/>
                  </a:lnTo>
                  <a:lnTo>
                    <a:pt x="1884575" y="4243993"/>
                  </a:lnTo>
                  <a:lnTo>
                    <a:pt x="1884733" y="4243993"/>
                  </a:lnTo>
                  <a:lnTo>
                    <a:pt x="1885048" y="4243993"/>
                  </a:lnTo>
                  <a:lnTo>
                    <a:pt x="1885206" y="4243993"/>
                  </a:lnTo>
                  <a:lnTo>
                    <a:pt x="1885364" y="4243563"/>
                  </a:lnTo>
                  <a:lnTo>
                    <a:pt x="1885679" y="4242701"/>
                  </a:lnTo>
                  <a:lnTo>
                    <a:pt x="1885837" y="4242701"/>
                  </a:lnTo>
                  <a:lnTo>
                    <a:pt x="1885995" y="4242701"/>
                  </a:lnTo>
                  <a:lnTo>
                    <a:pt x="1886152" y="4242701"/>
                  </a:lnTo>
                  <a:lnTo>
                    <a:pt x="1886468" y="4242271"/>
                  </a:lnTo>
                  <a:lnTo>
                    <a:pt x="1886626" y="4242271"/>
                  </a:lnTo>
                  <a:lnTo>
                    <a:pt x="1886783" y="4242271"/>
                  </a:lnTo>
                  <a:lnTo>
                    <a:pt x="1886941" y="4242271"/>
                  </a:lnTo>
                  <a:lnTo>
                    <a:pt x="1886941" y="4240979"/>
                  </a:lnTo>
                  <a:lnTo>
                    <a:pt x="1887256" y="4240979"/>
                  </a:lnTo>
                  <a:lnTo>
                    <a:pt x="1887887" y="4240979"/>
                  </a:lnTo>
                  <a:lnTo>
                    <a:pt x="1887887" y="4240548"/>
                  </a:lnTo>
                  <a:lnTo>
                    <a:pt x="1888203" y="4240548"/>
                  </a:lnTo>
                  <a:lnTo>
                    <a:pt x="1888676" y="4240548"/>
                  </a:lnTo>
                  <a:lnTo>
                    <a:pt x="1888834" y="4240548"/>
                  </a:lnTo>
                  <a:lnTo>
                    <a:pt x="1889464" y="4240548"/>
                  </a:lnTo>
                  <a:lnTo>
                    <a:pt x="1889938" y="4240548"/>
                  </a:lnTo>
                  <a:lnTo>
                    <a:pt x="1890253" y="4240548"/>
                  </a:lnTo>
                  <a:lnTo>
                    <a:pt x="1890569" y="4240118"/>
                  </a:lnTo>
                  <a:lnTo>
                    <a:pt x="1890884" y="4239687"/>
                  </a:lnTo>
                  <a:lnTo>
                    <a:pt x="1891199" y="4239687"/>
                  </a:lnTo>
                  <a:lnTo>
                    <a:pt x="1891199" y="4238395"/>
                  </a:lnTo>
                  <a:lnTo>
                    <a:pt x="1891199" y="4237965"/>
                  </a:lnTo>
                  <a:lnTo>
                    <a:pt x="1891357" y="4237965"/>
                  </a:lnTo>
                  <a:lnTo>
                    <a:pt x="1891673" y="4237965"/>
                  </a:lnTo>
                  <a:lnTo>
                    <a:pt x="1891988" y="4237965"/>
                  </a:lnTo>
                  <a:lnTo>
                    <a:pt x="1892146" y="4237965"/>
                  </a:lnTo>
                  <a:lnTo>
                    <a:pt x="1892303" y="4237965"/>
                  </a:lnTo>
                  <a:lnTo>
                    <a:pt x="1892461" y="4237965"/>
                  </a:lnTo>
                  <a:lnTo>
                    <a:pt x="1892619" y="4237965"/>
                  </a:lnTo>
                  <a:lnTo>
                    <a:pt x="1893092" y="4237965"/>
                  </a:lnTo>
                  <a:lnTo>
                    <a:pt x="1893407" y="4237104"/>
                  </a:lnTo>
                  <a:lnTo>
                    <a:pt x="1893407" y="4236673"/>
                  </a:lnTo>
                  <a:lnTo>
                    <a:pt x="1893881" y="4236673"/>
                  </a:lnTo>
                  <a:lnTo>
                    <a:pt x="1894038" y="4236673"/>
                  </a:lnTo>
                  <a:lnTo>
                    <a:pt x="1894354" y="4236673"/>
                  </a:lnTo>
                  <a:lnTo>
                    <a:pt x="1894827" y="4236673"/>
                  </a:lnTo>
                  <a:lnTo>
                    <a:pt x="1895773" y="4236673"/>
                  </a:lnTo>
                  <a:lnTo>
                    <a:pt x="1896404" y="4236673"/>
                  </a:lnTo>
                  <a:lnTo>
                    <a:pt x="1896562" y="4236242"/>
                  </a:lnTo>
                  <a:lnTo>
                    <a:pt x="1896562" y="4235812"/>
                  </a:lnTo>
                  <a:lnTo>
                    <a:pt x="1896877" y="4234951"/>
                  </a:lnTo>
                  <a:lnTo>
                    <a:pt x="1896877" y="4234520"/>
                  </a:lnTo>
                  <a:lnTo>
                    <a:pt x="1897035" y="4234520"/>
                  </a:lnTo>
                  <a:lnTo>
                    <a:pt x="1897193" y="4234520"/>
                  </a:lnTo>
                  <a:lnTo>
                    <a:pt x="1897666" y="4233659"/>
                  </a:lnTo>
                  <a:lnTo>
                    <a:pt x="1897666" y="4233228"/>
                  </a:lnTo>
                  <a:lnTo>
                    <a:pt x="1897824" y="4232798"/>
                  </a:lnTo>
                  <a:lnTo>
                    <a:pt x="1897824" y="4231936"/>
                  </a:lnTo>
                  <a:lnTo>
                    <a:pt x="1898139" y="4231936"/>
                  </a:lnTo>
                  <a:lnTo>
                    <a:pt x="1898454" y="4231506"/>
                  </a:lnTo>
                  <a:lnTo>
                    <a:pt x="1898612" y="4231506"/>
                  </a:lnTo>
                  <a:lnTo>
                    <a:pt x="1898770" y="4231506"/>
                  </a:lnTo>
                  <a:lnTo>
                    <a:pt x="1898770" y="4230645"/>
                  </a:lnTo>
                  <a:lnTo>
                    <a:pt x="1898928" y="4230645"/>
                  </a:lnTo>
                  <a:lnTo>
                    <a:pt x="1898928" y="4230214"/>
                  </a:lnTo>
                  <a:lnTo>
                    <a:pt x="1899085" y="4229783"/>
                  </a:lnTo>
                  <a:lnTo>
                    <a:pt x="1899085" y="4229353"/>
                  </a:lnTo>
                  <a:lnTo>
                    <a:pt x="1899085" y="4228922"/>
                  </a:lnTo>
                  <a:lnTo>
                    <a:pt x="1899243" y="4228922"/>
                  </a:lnTo>
                  <a:lnTo>
                    <a:pt x="1899401" y="4228492"/>
                  </a:lnTo>
                  <a:lnTo>
                    <a:pt x="1899716" y="4227630"/>
                  </a:lnTo>
                  <a:lnTo>
                    <a:pt x="1900032" y="4227630"/>
                  </a:lnTo>
                  <a:lnTo>
                    <a:pt x="1900189" y="4227630"/>
                  </a:lnTo>
                  <a:lnTo>
                    <a:pt x="1900347" y="4227630"/>
                  </a:lnTo>
                  <a:lnTo>
                    <a:pt x="1900662" y="4227630"/>
                  </a:lnTo>
                  <a:lnTo>
                    <a:pt x="1900978" y="4227630"/>
                  </a:lnTo>
                  <a:lnTo>
                    <a:pt x="1901293" y="4227200"/>
                  </a:lnTo>
                  <a:lnTo>
                    <a:pt x="1901293" y="4226769"/>
                  </a:lnTo>
                  <a:lnTo>
                    <a:pt x="1901451" y="4226769"/>
                  </a:lnTo>
                  <a:lnTo>
                    <a:pt x="1901609" y="4226769"/>
                  </a:lnTo>
                  <a:lnTo>
                    <a:pt x="1902082" y="4226769"/>
                  </a:lnTo>
                  <a:lnTo>
                    <a:pt x="1903028" y="4226339"/>
                  </a:lnTo>
                  <a:lnTo>
                    <a:pt x="1903501" y="4226339"/>
                  </a:lnTo>
                  <a:lnTo>
                    <a:pt x="1903659" y="4226339"/>
                  </a:lnTo>
                  <a:lnTo>
                    <a:pt x="1903817" y="4226339"/>
                  </a:lnTo>
                  <a:lnTo>
                    <a:pt x="1904132" y="4225908"/>
                  </a:lnTo>
                  <a:lnTo>
                    <a:pt x="1904290" y="4225908"/>
                  </a:lnTo>
                  <a:lnTo>
                    <a:pt x="1904448" y="4225908"/>
                  </a:lnTo>
                  <a:lnTo>
                    <a:pt x="1904605" y="4225908"/>
                  </a:lnTo>
                  <a:lnTo>
                    <a:pt x="1904763" y="4225908"/>
                  </a:lnTo>
                  <a:lnTo>
                    <a:pt x="1904921" y="4225908"/>
                  </a:lnTo>
                  <a:lnTo>
                    <a:pt x="1905236" y="4225477"/>
                  </a:lnTo>
                  <a:lnTo>
                    <a:pt x="1906025" y="4225047"/>
                  </a:lnTo>
                  <a:lnTo>
                    <a:pt x="1906183" y="4225047"/>
                  </a:lnTo>
                  <a:lnTo>
                    <a:pt x="1906183" y="4224616"/>
                  </a:lnTo>
                  <a:lnTo>
                    <a:pt x="1906183" y="4224186"/>
                  </a:lnTo>
                  <a:lnTo>
                    <a:pt x="1907287" y="4224186"/>
                  </a:lnTo>
                  <a:lnTo>
                    <a:pt x="1907602" y="4224186"/>
                  </a:lnTo>
                  <a:lnTo>
                    <a:pt x="1907760" y="4223755"/>
                  </a:lnTo>
                  <a:lnTo>
                    <a:pt x="1908075" y="4223324"/>
                  </a:lnTo>
                  <a:lnTo>
                    <a:pt x="1908548" y="4223324"/>
                  </a:lnTo>
                  <a:lnTo>
                    <a:pt x="1909022" y="4223324"/>
                  </a:lnTo>
                  <a:lnTo>
                    <a:pt x="1909179" y="4223324"/>
                  </a:lnTo>
                  <a:lnTo>
                    <a:pt x="1909495" y="4222894"/>
                  </a:lnTo>
                  <a:lnTo>
                    <a:pt x="1909652" y="4222894"/>
                  </a:lnTo>
                  <a:lnTo>
                    <a:pt x="1909810" y="4222894"/>
                  </a:lnTo>
                  <a:lnTo>
                    <a:pt x="1909968" y="4222894"/>
                  </a:lnTo>
                  <a:lnTo>
                    <a:pt x="1910126" y="4222894"/>
                  </a:lnTo>
                  <a:lnTo>
                    <a:pt x="1910599" y="4222894"/>
                  </a:lnTo>
                  <a:lnTo>
                    <a:pt x="1910914" y="4222463"/>
                  </a:lnTo>
                  <a:lnTo>
                    <a:pt x="1910914" y="4221602"/>
                  </a:lnTo>
                  <a:lnTo>
                    <a:pt x="1911072" y="4221602"/>
                  </a:lnTo>
                  <a:lnTo>
                    <a:pt x="1911230" y="4221602"/>
                  </a:lnTo>
                  <a:lnTo>
                    <a:pt x="1911387" y="4221602"/>
                  </a:lnTo>
                  <a:lnTo>
                    <a:pt x="1911387" y="4221171"/>
                  </a:lnTo>
                  <a:lnTo>
                    <a:pt x="1912018" y="4220741"/>
                  </a:lnTo>
                  <a:lnTo>
                    <a:pt x="1912334" y="4220310"/>
                  </a:lnTo>
                  <a:lnTo>
                    <a:pt x="1912649" y="4219449"/>
                  </a:lnTo>
                  <a:lnTo>
                    <a:pt x="1912807" y="4219449"/>
                  </a:lnTo>
                  <a:lnTo>
                    <a:pt x="1912964" y="4219018"/>
                  </a:lnTo>
                  <a:lnTo>
                    <a:pt x="1913122" y="4218588"/>
                  </a:lnTo>
                  <a:lnTo>
                    <a:pt x="1913438" y="4218588"/>
                  </a:lnTo>
                  <a:lnTo>
                    <a:pt x="1913595" y="4218588"/>
                  </a:lnTo>
                  <a:lnTo>
                    <a:pt x="1913753" y="4218588"/>
                  </a:lnTo>
                  <a:lnTo>
                    <a:pt x="1913753" y="4218157"/>
                  </a:lnTo>
                  <a:lnTo>
                    <a:pt x="1914069" y="4218157"/>
                  </a:lnTo>
                  <a:lnTo>
                    <a:pt x="1914069" y="4217727"/>
                  </a:lnTo>
                  <a:lnTo>
                    <a:pt x="1914226" y="4217296"/>
                  </a:lnTo>
                  <a:lnTo>
                    <a:pt x="1914384" y="4217296"/>
                  </a:lnTo>
                  <a:lnTo>
                    <a:pt x="1914542" y="4217296"/>
                  </a:lnTo>
                  <a:lnTo>
                    <a:pt x="1915015" y="4216435"/>
                  </a:lnTo>
                  <a:lnTo>
                    <a:pt x="1915173" y="4216435"/>
                  </a:lnTo>
                  <a:lnTo>
                    <a:pt x="1915646" y="4216004"/>
                  </a:lnTo>
                  <a:lnTo>
                    <a:pt x="1915961" y="4216004"/>
                  </a:lnTo>
                  <a:lnTo>
                    <a:pt x="1916592" y="4214712"/>
                  </a:lnTo>
                  <a:lnTo>
                    <a:pt x="1916907" y="4213851"/>
                  </a:lnTo>
                  <a:lnTo>
                    <a:pt x="1916907" y="4212990"/>
                  </a:lnTo>
                  <a:lnTo>
                    <a:pt x="1917065" y="4212990"/>
                  </a:lnTo>
                  <a:lnTo>
                    <a:pt x="1917065" y="4212559"/>
                  </a:lnTo>
                  <a:lnTo>
                    <a:pt x="1917223" y="4212559"/>
                  </a:lnTo>
                  <a:lnTo>
                    <a:pt x="1917381" y="4212559"/>
                  </a:lnTo>
                  <a:lnTo>
                    <a:pt x="1917854" y="4212559"/>
                  </a:lnTo>
                  <a:lnTo>
                    <a:pt x="1918011" y="4212559"/>
                  </a:lnTo>
                  <a:lnTo>
                    <a:pt x="1918485" y="4212559"/>
                  </a:lnTo>
                  <a:lnTo>
                    <a:pt x="1918800" y="4212559"/>
                  </a:lnTo>
                  <a:lnTo>
                    <a:pt x="1918958" y="4212559"/>
                  </a:lnTo>
                  <a:lnTo>
                    <a:pt x="1919431" y="4212129"/>
                  </a:lnTo>
                  <a:lnTo>
                    <a:pt x="1919589" y="4212129"/>
                  </a:lnTo>
                  <a:lnTo>
                    <a:pt x="1919746" y="4212129"/>
                  </a:lnTo>
                  <a:lnTo>
                    <a:pt x="1919904" y="4211698"/>
                  </a:lnTo>
                  <a:lnTo>
                    <a:pt x="1920062" y="4210406"/>
                  </a:lnTo>
                  <a:lnTo>
                    <a:pt x="1920220" y="4209976"/>
                  </a:lnTo>
                  <a:lnTo>
                    <a:pt x="1920693" y="4209976"/>
                  </a:lnTo>
                  <a:lnTo>
                    <a:pt x="1921008" y="4209976"/>
                  </a:lnTo>
                  <a:lnTo>
                    <a:pt x="1921166" y="4209545"/>
                  </a:lnTo>
                  <a:lnTo>
                    <a:pt x="1921324" y="4209115"/>
                  </a:lnTo>
                  <a:lnTo>
                    <a:pt x="1921324" y="4208684"/>
                  </a:lnTo>
                  <a:lnTo>
                    <a:pt x="1921481" y="4208684"/>
                  </a:lnTo>
                  <a:lnTo>
                    <a:pt x="1921797" y="4208253"/>
                  </a:lnTo>
                  <a:lnTo>
                    <a:pt x="1922112" y="4208253"/>
                  </a:lnTo>
                  <a:lnTo>
                    <a:pt x="1922428" y="4207823"/>
                  </a:lnTo>
                  <a:lnTo>
                    <a:pt x="1922585" y="4207823"/>
                  </a:lnTo>
                  <a:lnTo>
                    <a:pt x="1922743" y="4207392"/>
                  </a:lnTo>
                  <a:lnTo>
                    <a:pt x="1922901" y="4207392"/>
                  </a:lnTo>
                  <a:lnTo>
                    <a:pt x="1922901" y="4206962"/>
                  </a:lnTo>
                  <a:lnTo>
                    <a:pt x="1923058" y="4206962"/>
                  </a:lnTo>
                  <a:lnTo>
                    <a:pt x="1923216" y="4206962"/>
                  </a:lnTo>
                  <a:lnTo>
                    <a:pt x="1923689" y="4206962"/>
                  </a:lnTo>
                  <a:lnTo>
                    <a:pt x="1924005" y="4206531"/>
                  </a:lnTo>
                  <a:lnTo>
                    <a:pt x="1924005" y="4206100"/>
                  </a:lnTo>
                  <a:lnTo>
                    <a:pt x="1924320" y="4205670"/>
                  </a:lnTo>
                  <a:lnTo>
                    <a:pt x="1924793" y="4204809"/>
                  </a:lnTo>
                  <a:lnTo>
                    <a:pt x="1925267" y="4204809"/>
                  </a:lnTo>
                  <a:lnTo>
                    <a:pt x="1925424" y="4203947"/>
                  </a:lnTo>
                  <a:lnTo>
                    <a:pt x="1925424" y="4203517"/>
                  </a:lnTo>
                  <a:lnTo>
                    <a:pt x="1926055" y="4203517"/>
                  </a:lnTo>
                  <a:lnTo>
                    <a:pt x="1926213" y="4203517"/>
                  </a:lnTo>
                  <a:lnTo>
                    <a:pt x="1926528" y="4203517"/>
                  </a:lnTo>
                  <a:lnTo>
                    <a:pt x="1926844" y="4203086"/>
                  </a:lnTo>
                  <a:lnTo>
                    <a:pt x="1926844" y="4202656"/>
                  </a:lnTo>
                  <a:lnTo>
                    <a:pt x="1927001" y="4202225"/>
                  </a:lnTo>
                  <a:lnTo>
                    <a:pt x="1927159" y="4202225"/>
                  </a:lnTo>
                  <a:lnTo>
                    <a:pt x="1927317" y="4201794"/>
                  </a:lnTo>
                  <a:lnTo>
                    <a:pt x="1927475" y="4201794"/>
                  </a:lnTo>
                  <a:lnTo>
                    <a:pt x="1927632" y="4201364"/>
                  </a:lnTo>
                  <a:lnTo>
                    <a:pt x="1927948" y="4200933"/>
                  </a:lnTo>
                  <a:lnTo>
                    <a:pt x="1928421" y="4200933"/>
                  </a:lnTo>
                  <a:lnTo>
                    <a:pt x="1928579" y="4200933"/>
                  </a:lnTo>
                  <a:lnTo>
                    <a:pt x="1928736" y="4200503"/>
                  </a:lnTo>
                  <a:lnTo>
                    <a:pt x="1928894" y="4200072"/>
                  </a:lnTo>
                  <a:lnTo>
                    <a:pt x="1929367" y="4200072"/>
                  </a:lnTo>
                  <a:lnTo>
                    <a:pt x="1929367" y="4199641"/>
                  </a:lnTo>
                  <a:lnTo>
                    <a:pt x="1929525" y="4199641"/>
                  </a:lnTo>
                  <a:lnTo>
                    <a:pt x="1929683" y="4199641"/>
                  </a:lnTo>
                  <a:lnTo>
                    <a:pt x="1929840" y="4199641"/>
                  </a:lnTo>
                  <a:lnTo>
                    <a:pt x="1929840" y="4199211"/>
                  </a:lnTo>
                  <a:lnTo>
                    <a:pt x="1929840" y="4198780"/>
                  </a:lnTo>
                  <a:lnTo>
                    <a:pt x="1930156" y="4198780"/>
                  </a:lnTo>
                  <a:lnTo>
                    <a:pt x="1930629" y="4198780"/>
                  </a:lnTo>
                  <a:lnTo>
                    <a:pt x="1930787" y="4198350"/>
                  </a:lnTo>
                  <a:lnTo>
                    <a:pt x="1930944" y="4198350"/>
                  </a:lnTo>
                  <a:lnTo>
                    <a:pt x="1930944" y="4197919"/>
                  </a:lnTo>
                  <a:lnTo>
                    <a:pt x="1931102" y="4197488"/>
                  </a:lnTo>
                  <a:lnTo>
                    <a:pt x="1931260" y="4197488"/>
                  </a:lnTo>
                  <a:lnTo>
                    <a:pt x="1931418" y="4197488"/>
                  </a:lnTo>
                  <a:lnTo>
                    <a:pt x="1931575" y="4197058"/>
                  </a:lnTo>
                  <a:lnTo>
                    <a:pt x="1931733" y="4197058"/>
                  </a:lnTo>
                  <a:lnTo>
                    <a:pt x="1931891" y="4197058"/>
                  </a:lnTo>
                  <a:lnTo>
                    <a:pt x="1931891" y="4196627"/>
                  </a:lnTo>
                  <a:lnTo>
                    <a:pt x="1932048" y="4196627"/>
                  </a:lnTo>
                  <a:lnTo>
                    <a:pt x="1932206" y="4196627"/>
                  </a:lnTo>
                  <a:lnTo>
                    <a:pt x="1932522" y="4196627"/>
                  </a:lnTo>
                  <a:lnTo>
                    <a:pt x="1932679" y="4196627"/>
                  </a:lnTo>
                  <a:lnTo>
                    <a:pt x="1932995" y="4195766"/>
                  </a:lnTo>
                  <a:lnTo>
                    <a:pt x="1933152" y="4195766"/>
                  </a:lnTo>
                  <a:lnTo>
                    <a:pt x="1935360" y="4195335"/>
                  </a:lnTo>
                  <a:lnTo>
                    <a:pt x="1935676" y="4195335"/>
                  </a:lnTo>
                  <a:lnTo>
                    <a:pt x="1935834" y="4195335"/>
                  </a:lnTo>
                  <a:lnTo>
                    <a:pt x="1935834" y="4194905"/>
                  </a:lnTo>
                  <a:lnTo>
                    <a:pt x="1936149" y="4194474"/>
                  </a:lnTo>
                  <a:lnTo>
                    <a:pt x="1936622" y="4194474"/>
                  </a:lnTo>
                  <a:lnTo>
                    <a:pt x="1936938" y="4194474"/>
                  </a:lnTo>
                  <a:lnTo>
                    <a:pt x="1936938" y="4193613"/>
                  </a:lnTo>
                  <a:lnTo>
                    <a:pt x="1937569" y="4193613"/>
                  </a:lnTo>
                  <a:lnTo>
                    <a:pt x="1937884" y="4193613"/>
                  </a:lnTo>
                  <a:lnTo>
                    <a:pt x="1937884" y="4193182"/>
                  </a:lnTo>
                  <a:lnTo>
                    <a:pt x="1938199" y="4193182"/>
                  </a:lnTo>
                  <a:lnTo>
                    <a:pt x="1938199" y="4192752"/>
                  </a:lnTo>
                  <a:lnTo>
                    <a:pt x="1938357" y="4192321"/>
                  </a:lnTo>
                  <a:lnTo>
                    <a:pt x="1938830" y="4191460"/>
                  </a:lnTo>
                  <a:lnTo>
                    <a:pt x="1938988" y="4191029"/>
                  </a:lnTo>
                  <a:lnTo>
                    <a:pt x="1939146" y="4190168"/>
                  </a:lnTo>
                  <a:lnTo>
                    <a:pt x="1939146" y="4189738"/>
                  </a:lnTo>
                  <a:lnTo>
                    <a:pt x="1939303" y="4189738"/>
                  </a:lnTo>
                  <a:lnTo>
                    <a:pt x="1939461" y="4189307"/>
                  </a:lnTo>
                  <a:lnTo>
                    <a:pt x="1939619" y="4188876"/>
                  </a:lnTo>
                  <a:lnTo>
                    <a:pt x="1939777" y="4188876"/>
                  </a:lnTo>
                  <a:lnTo>
                    <a:pt x="1940092" y="4188446"/>
                  </a:lnTo>
                  <a:lnTo>
                    <a:pt x="1940723" y="4188446"/>
                  </a:lnTo>
                  <a:lnTo>
                    <a:pt x="1940881" y="4188446"/>
                  </a:lnTo>
                  <a:lnTo>
                    <a:pt x="1941038" y="4188446"/>
                  </a:lnTo>
                  <a:lnTo>
                    <a:pt x="1941196" y="4188446"/>
                  </a:lnTo>
                  <a:lnTo>
                    <a:pt x="1941669" y="4188015"/>
                  </a:lnTo>
                  <a:lnTo>
                    <a:pt x="1941827" y="4188015"/>
                  </a:lnTo>
                  <a:lnTo>
                    <a:pt x="1941985" y="4188015"/>
                  </a:lnTo>
                  <a:lnTo>
                    <a:pt x="1942142" y="4187585"/>
                  </a:lnTo>
                  <a:lnTo>
                    <a:pt x="1942300" y="4187585"/>
                  </a:lnTo>
                  <a:lnTo>
                    <a:pt x="1942616" y="4187585"/>
                  </a:lnTo>
                  <a:lnTo>
                    <a:pt x="1942931" y="4187585"/>
                  </a:lnTo>
                  <a:lnTo>
                    <a:pt x="1942931" y="4187154"/>
                  </a:lnTo>
                  <a:lnTo>
                    <a:pt x="1943246" y="4187154"/>
                  </a:lnTo>
                  <a:lnTo>
                    <a:pt x="1943720" y="4186723"/>
                  </a:lnTo>
                  <a:lnTo>
                    <a:pt x="1943877" y="4186723"/>
                  </a:lnTo>
                  <a:lnTo>
                    <a:pt x="1944350" y="4186723"/>
                  </a:lnTo>
                  <a:lnTo>
                    <a:pt x="1944508" y="4186723"/>
                  </a:lnTo>
                  <a:lnTo>
                    <a:pt x="1944666" y="4186723"/>
                  </a:lnTo>
                  <a:lnTo>
                    <a:pt x="1944824" y="4186293"/>
                  </a:lnTo>
                  <a:lnTo>
                    <a:pt x="1944981" y="4186293"/>
                  </a:lnTo>
                  <a:lnTo>
                    <a:pt x="1945139" y="4186293"/>
                  </a:lnTo>
                  <a:lnTo>
                    <a:pt x="1945297" y="4186293"/>
                  </a:lnTo>
                  <a:lnTo>
                    <a:pt x="1945454" y="4186293"/>
                  </a:lnTo>
                  <a:lnTo>
                    <a:pt x="1945454" y="4185432"/>
                  </a:lnTo>
                  <a:lnTo>
                    <a:pt x="1945770" y="4184570"/>
                  </a:lnTo>
                  <a:lnTo>
                    <a:pt x="1945928" y="4184570"/>
                  </a:lnTo>
                  <a:lnTo>
                    <a:pt x="1946243" y="4184570"/>
                  </a:lnTo>
                  <a:lnTo>
                    <a:pt x="1946401" y="4184570"/>
                  </a:lnTo>
                  <a:lnTo>
                    <a:pt x="1946558" y="4184140"/>
                  </a:lnTo>
                  <a:lnTo>
                    <a:pt x="1947347" y="4183279"/>
                  </a:lnTo>
                  <a:lnTo>
                    <a:pt x="1947505" y="4182848"/>
                  </a:lnTo>
                  <a:lnTo>
                    <a:pt x="1947663" y="4182848"/>
                  </a:lnTo>
                  <a:lnTo>
                    <a:pt x="1947663" y="4182417"/>
                  </a:lnTo>
                  <a:lnTo>
                    <a:pt x="1947663" y="4181987"/>
                  </a:lnTo>
                  <a:lnTo>
                    <a:pt x="1947978" y="4181987"/>
                  </a:lnTo>
                  <a:lnTo>
                    <a:pt x="1948293" y="4181987"/>
                  </a:lnTo>
                  <a:lnTo>
                    <a:pt x="1948451" y="4181556"/>
                  </a:lnTo>
                  <a:lnTo>
                    <a:pt x="1948609" y="4181126"/>
                  </a:lnTo>
                  <a:lnTo>
                    <a:pt x="1949082" y="4180695"/>
                  </a:lnTo>
                  <a:lnTo>
                    <a:pt x="1949240" y="4180695"/>
                  </a:lnTo>
                  <a:lnTo>
                    <a:pt x="1949713" y="4179403"/>
                  </a:lnTo>
                  <a:lnTo>
                    <a:pt x="1949713" y="4178973"/>
                  </a:lnTo>
                  <a:lnTo>
                    <a:pt x="1949713" y="4178542"/>
                  </a:lnTo>
                  <a:lnTo>
                    <a:pt x="1950028" y="4178111"/>
                  </a:lnTo>
                  <a:lnTo>
                    <a:pt x="1950186" y="4178111"/>
                  </a:lnTo>
                  <a:lnTo>
                    <a:pt x="1950186" y="4177681"/>
                  </a:lnTo>
                  <a:lnTo>
                    <a:pt x="1950344" y="4177681"/>
                  </a:lnTo>
                  <a:lnTo>
                    <a:pt x="1950501" y="4177681"/>
                  </a:lnTo>
                  <a:lnTo>
                    <a:pt x="1950975" y="4177681"/>
                  </a:lnTo>
                  <a:lnTo>
                    <a:pt x="1951290" y="4177250"/>
                  </a:lnTo>
                  <a:lnTo>
                    <a:pt x="1951605" y="4176389"/>
                  </a:lnTo>
                  <a:lnTo>
                    <a:pt x="1951763" y="4176389"/>
                  </a:lnTo>
                  <a:lnTo>
                    <a:pt x="1951921" y="4175528"/>
                  </a:lnTo>
                  <a:lnTo>
                    <a:pt x="1951921" y="4175097"/>
                  </a:lnTo>
                  <a:lnTo>
                    <a:pt x="1952079" y="4175097"/>
                  </a:lnTo>
                  <a:lnTo>
                    <a:pt x="1952394" y="4175097"/>
                  </a:lnTo>
                  <a:lnTo>
                    <a:pt x="1952710" y="4175097"/>
                  </a:lnTo>
                  <a:lnTo>
                    <a:pt x="1952867" y="4174667"/>
                  </a:lnTo>
                  <a:lnTo>
                    <a:pt x="1953025" y="4174236"/>
                  </a:lnTo>
                  <a:lnTo>
                    <a:pt x="1953025" y="4173805"/>
                  </a:lnTo>
                  <a:lnTo>
                    <a:pt x="1953340" y="4173375"/>
                  </a:lnTo>
                  <a:lnTo>
                    <a:pt x="1953498" y="4172944"/>
                  </a:lnTo>
                  <a:lnTo>
                    <a:pt x="1953656" y="4172514"/>
                  </a:lnTo>
                  <a:lnTo>
                    <a:pt x="1953814" y="4172514"/>
                  </a:lnTo>
                  <a:lnTo>
                    <a:pt x="1953814" y="4172083"/>
                  </a:lnTo>
                  <a:lnTo>
                    <a:pt x="1953971" y="4172083"/>
                  </a:lnTo>
                  <a:lnTo>
                    <a:pt x="1954287" y="4172083"/>
                  </a:lnTo>
                  <a:lnTo>
                    <a:pt x="1954760" y="4171652"/>
                  </a:lnTo>
                  <a:lnTo>
                    <a:pt x="1955864" y="4170361"/>
                  </a:lnTo>
                  <a:lnTo>
                    <a:pt x="1956022" y="4170361"/>
                  </a:lnTo>
                  <a:lnTo>
                    <a:pt x="1956179" y="4169930"/>
                  </a:lnTo>
                  <a:lnTo>
                    <a:pt x="1956495" y="4169930"/>
                  </a:lnTo>
                  <a:lnTo>
                    <a:pt x="1956810" y="4169499"/>
                  </a:lnTo>
                  <a:lnTo>
                    <a:pt x="1957126" y="4169499"/>
                  </a:lnTo>
                  <a:lnTo>
                    <a:pt x="1957283" y="4169499"/>
                  </a:lnTo>
                  <a:lnTo>
                    <a:pt x="1957599" y="4169069"/>
                  </a:lnTo>
                  <a:lnTo>
                    <a:pt x="1957914" y="4169069"/>
                  </a:lnTo>
                  <a:lnTo>
                    <a:pt x="1958230" y="4169069"/>
                  </a:lnTo>
                  <a:lnTo>
                    <a:pt x="1958230" y="4168638"/>
                  </a:lnTo>
                  <a:lnTo>
                    <a:pt x="1958545" y="4168208"/>
                  </a:lnTo>
                  <a:lnTo>
                    <a:pt x="1959018" y="4167777"/>
                  </a:lnTo>
                  <a:lnTo>
                    <a:pt x="1959491" y="4167777"/>
                  </a:lnTo>
                  <a:lnTo>
                    <a:pt x="1959491" y="4167346"/>
                  </a:lnTo>
                  <a:lnTo>
                    <a:pt x="1959649" y="4167346"/>
                  </a:lnTo>
                  <a:lnTo>
                    <a:pt x="1960122" y="4167346"/>
                  </a:lnTo>
                  <a:lnTo>
                    <a:pt x="1960122" y="4166916"/>
                  </a:lnTo>
                  <a:lnTo>
                    <a:pt x="1960280" y="4166916"/>
                  </a:lnTo>
                  <a:lnTo>
                    <a:pt x="1960438" y="4166916"/>
                  </a:lnTo>
                  <a:lnTo>
                    <a:pt x="1960595" y="4166485"/>
                  </a:lnTo>
                  <a:lnTo>
                    <a:pt x="1960753" y="4166055"/>
                  </a:lnTo>
                  <a:lnTo>
                    <a:pt x="1960911" y="4166055"/>
                  </a:lnTo>
                  <a:lnTo>
                    <a:pt x="1960911" y="4165624"/>
                  </a:lnTo>
                  <a:lnTo>
                    <a:pt x="1961069" y="4165193"/>
                  </a:lnTo>
                  <a:lnTo>
                    <a:pt x="1961226" y="4165193"/>
                  </a:lnTo>
                  <a:lnTo>
                    <a:pt x="1961226" y="4164763"/>
                  </a:lnTo>
                  <a:lnTo>
                    <a:pt x="1961384" y="4164763"/>
                  </a:lnTo>
                  <a:lnTo>
                    <a:pt x="1961384" y="4164332"/>
                  </a:lnTo>
                  <a:lnTo>
                    <a:pt x="1961542" y="4164332"/>
                  </a:lnTo>
                  <a:lnTo>
                    <a:pt x="1961699" y="4164332"/>
                  </a:lnTo>
                  <a:lnTo>
                    <a:pt x="1962173" y="4164332"/>
                  </a:lnTo>
                  <a:lnTo>
                    <a:pt x="1962961" y="4164332"/>
                  </a:lnTo>
                  <a:lnTo>
                    <a:pt x="1963119" y="4164332"/>
                  </a:lnTo>
                  <a:lnTo>
                    <a:pt x="1963119" y="4163902"/>
                  </a:lnTo>
                  <a:lnTo>
                    <a:pt x="1963119" y="4163471"/>
                  </a:lnTo>
                  <a:lnTo>
                    <a:pt x="1963434" y="4163040"/>
                  </a:lnTo>
                  <a:lnTo>
                    <a:pt x="1963592" y="4163040"/>
                  </a:lnTo>
                  <a:lnTo>
                    <a:pt x="1963592" y="4162610"/>
                  </a:lnTo>
                  <a:lnTo>
                    <a:pt x="1963750" y="4162179"/>
                  </a:lnTo>
                  <a:lnTo>
                    <a:pt x="1964223" y="4162179"/>
                  </a:lnTo>
                  <a:lnTo>
                    <a:pt x="1964538" y="4161318"/>
                  </a:lnTo>
                  <a:lnTo>
                    <a:pt x="1964696" y="4161318"/>
                  </a:lnTo>
                  <a:lnTo>
                    <a:pt x="1964696" y="4160887"/>
                  </a:lnTo>
                  <a:lnTo>
                    <a:pt x="1965012" y="4160887"/>
                  </a:lnTo>
                  <a:lnTo>
                    <a:pt x="1965169" y="4160457"/>
                  </a:lnTo>
                  <a:lnTo>
                    <a:pt x="1965642" y="4160026"/>
                  </a:lnTo>
                  <a:lnTo>
                    <a:pt x="1965800" y="4160026"/>
                  </a:lnTo>
                  <a:lnTo>
                    <a:pt x="1965958" y="4160026"/>
                  </a:lnTo>
                  <a:lnTo>
                    <a:pt x="1966116" y="4160026"/>
                  </a:lnTo>
                  <a:lnTo>
                    <a:pt x="1966116" y="4159596"/>
                  </a:lnTo>
                  <a:lnTo>
                    <a:pt x="1966273" y="4159165"/>
                  </a:lnTo>
                  <a:lnTo>
                    <a:pt x="1966589" y="4159165"/>
                  </a:lnTo>
                  <a:lnTo>
                    <a:pt x="1966746" y="4158734"/>
                  </a:lnTo>
                  <a:lnTo>
                    <a:pt x="1966904" y="4158734"/>
                  </a:lnTo>
                  <a:lnTo>
                    <a:pt x="1967062" y="4158734"/>
                  </a:lnTo>
                  <a:lnTo>
                    <a:pt x="1967220" y="4158734"/>
                  </a:lnTo>
                  <a:lnTo>
                    <a:pt x="1967377" y="4158304"/>
                  </a:lnTo>
                  <a:lnTo>
                    <a:pt x="1967693" y="4157443"/>
                  </a:lnTo>
                  <a:lnTo>
                    <a:pt x="1967850" y="4157443"/>
                  </a:lnTo>
                  <a:lnTo>
                    <a:pt x="1968008" y="4157443"/>
                  </a:lnTo>
                  <a:lnTo>
                    <a:pt x="1968166" y="4157443"/>
                  </a:lnTo>
                  <a:lnTo>
                    <a:pt x="1968324" y="4157012"/>
                  </a:lnTo>
                  <a:lnTo>
                    <a:pt x="1968481" y="4157012"/>
                  </a:lnTo>
                  <a:lnTo>
                    <a:pt x="1968639" y="4156581"/>
                  </a:lnTo>
                  <a:lnTo>
                    <a:pt x="1968797" y="4156581"/>
                  </a:lnTo>
                  <a:lnTo>
                    <a:pt x="1968797" y="4156151"/>
                  </a:lnTo>
                  <a:lnTo>
                    <a:pt x="1968954" y="4156151"/>
                  </a:lnTo>
                  <a:lnTo>
                    <a:pt x="1969270" y="4156151"/>
                  </a:lnTo>
                  <a:lnTo>
                    <a:pt x="1969270" y="4155720"/>
                  </a:lnTo>
                  <a:lnTo>
                    <a:pt x="1969428" y="4155720"/>
                  </a:lnTo>
                  <a:lnTo>
                    <a:pt x="1969585" y="4155720"/>
                  </a:lnTo>
                  <a:lnTo>
                    <a:pt x="1969743" y="4155290"/>
                  </a:lnTo>
                  <a:lnTo>
                    <a:pt x="1969743" y="4154428"/>
                  </a:lnTo>
                  <a:lnTo>
                    <a:pt x="1969743" y="4153998"/>
                  </a:lnTo>
                  <a:lnTo>
                    <a:pt x="1969901" y="4153998"/>
                  </a:lnTo>
                  <a:lnTo>
                    <a:pt x="1970216" y="4153998"/>
                  </a:lnTo>
                  <a:lnTo>
                    <a:pt x="1970689" y="4153998"/>
                  </a:lnTo>
                  <a:lnTo>
                    <a:pt x="1970847" y="4153998"/>
                  </a:lnTo>
                  <a:lnTo>
                    <a:pt x="1971005" y="4153998"/>
                  </a:lnTo>
                  <a:lnTo>
                    <a:pt x="1971320" y="4153137"/>
                  </a:lnTo>
                  <a:lnTo>
                    <a:pt x="1971636" y="4152275"/>
                  </a:lnTo>
                  <a:lnTo>
                    <a:pt x="1971636" y="4151845"/>
                  </a:lnTo>
                  <a:lnTo>
                    <a:pt x="1971793" y="4151845"/>
                  </a:lnTo>
                  <a:lnTo>
                    <a:pt x="1971951" y="4151845"/>
                  </a:lnTo>
                  <a:lnTo>
                    <a:pt x="1972424" y="4150122"/>
                  </a:lnTo>
                  <a:lnTo>
                    <a:pt x="1972582" y="4150122"/>
                  </a:lnTo>
                  <a:lnTo>
                    <a:pt x="1972740" y="4149261"/>
                  </a:lnTo>
                  <a:lnTo>
                    <a:pt x="1973371" y="4148400"/>
                  </a:lnTo>
                  <a:lnTo>
                    <a:pt x="1973528" y="4147969"/>
                  </a:lnTo>
                  <a:lnTo>
                    <a:pt x="1973528" y="4147539"/>
                  </a:lnTo>
                  <a:lnTo>
                    <a:pt x="1973686" y="4147108"/>
                  </a:lnTo>
                  <a:lnTo>
                    <a:pt x="1974790" y="4146678"/>
                  </a:lnTo>
                  <a:lnTo>
                    <a:pt x="1975105" y="4146678"/>
                  </a:lnTo>
                  <a:lnTo>
                    <a:pt x="1975105" y="4146247"/>
                  </a:lnTo>
                  <a:lnTo>
                    <a:pt x="1975579" y="4146247"/>
                  </a:lnTo>
                  <a:lnTo>
                    <a:pt x="1975579" y="4145816"/>
                  </a:lnTo>
                  <a:lnTo>
                    <a:pt x="1975736" y="4145816"/>
                  </a:lnTo>
                  <a:lnTo>
                    <a:pt x="1975736" y="4145386"/>
                  </a:lnTo>
                  <a:lnTo>
                    <a:pt x="1975894" y="4145386"/>
                  </a:lnTo>
                  <a:lnTo>
                    <a:pt x="1975894" y="4144955"/>
                  </a:lnTo>
                  <a:lnTo>
                    <a:pt x="1976052" y="4144955"/>
                  </a:lnTo>
                  <a:lnTo>
                    <a:pt x="1976210" y="4144955"/>
                  </a:lnTo>
                  <a:lnTo>
                    <a:pt x="1976840" y="4144955"/>
                  </a:lnTo>
                  <a:lnTo>
                    <a:pt x="1977156" y="4144955"/>
                  </a:lnTo>
                  <a:lnTo>
                    <a:pt x="1977314" y="4144955"/>
                  </a:lnTo>
                  <a:lnTo>
                    <a:pt x="1977629" y="4144955"/>
                  </a:lnTo>
                  <a:lnTo>
                    <a:pt x="1977944" y="4144955"/>
                  </a:lnTo>
                  <a:lnTo>
                    <a:pt x="1978418" y="4144525"/>
                  </a:lnTo>
                  <a:lnTo>
                    <a:pt x="1978575" y="4144094"/>
                  </a:lnTo>
                  <a:lnTo>
                    <a:pt x="1978891" y="4143233"/>
                  </a:lnTo>
                  <a:lnTo>
                    <a:pt x="1978891" y="4142802"/>
                  </a:lnTo>
                  <a:lnTo>
                    <a:pt x="1979048" y="4142802"/>
                  </a:lnTo>
                  <a:lnTo>
                    <a:pt x="1979206" y="4142802"/>
                  </a:lnTo>
                  <a:lnTo>
                    <a:pt x="1979206" y="4141941"/>
                  </a:lnTo>
                  <a:lnTo>
                    <a:pt x="1979206" y="4141510"/>
                  </a:lnTo>
                  <a:lnTo>
                    <a:pt x="1979522" y="4141510"/>
                  </a:lnTo>
                  <a:lnTo>
                    <a:pt x="1979995" y="4141080"/>
                  </a:lnTo>
                  <a:lnTo>
                    <a:pt x="1979995" y="4140649"/>
                  </a:lnTo>
                  <a:lnTo>
                    <a:pt x="1980152" y="4140649"/>
                  </a:lnTo>
                  <a:lnTo>
                    <a:pt x="1980310" y="4140219"/>
                  </a:lnTo>
                  <a:lnTo>
                    <a:pt x="1980310" y="4139788"/>
                  </a:lnTo>
                  <a:lnTo>
                    <a:pt x="1980626" y="4139788"/>
                  </a:lnTo>
                  <a:lnTo>
                    <a:pt x="1980626" y="4139357"/>
                  </a:lnTo>
                  <a:lnTo>
                    <a:pt x="1980783" y="4139357"/>
                  </a:lnTo>
                  <a:lnTo>
                    <a:pt x="1980941" y="4138927"/>
                  </a:lnTo>
                  <a:lnTo>
                    <a:pt x="1981099" y="4138927"/>
                  </a:lnTo>
                  <a:lnTo>
                    <a:pt x="1981257" y="4138927"/>
                  </a:lnTo>
                  <a:lnTo>
                    <a:pt x="1981257" y="4138496"/>
                  </a:lnTo>
                  <a:lnTo>
                    <a:pt x="1981414" y="4138496"/>
                  </a:lnTo>
                  <a:lnTo>
                    <a:pt x="1981572" y="4138066"/>
                  </a:lnTo>
                  <a:lnTo>
                    <a:pt x="1981730" y="4136774"/>
                  </a:lnTo>
                  <a:lnTo>
                    <a:pt x="1982518" y="4136343"/>
                  </a:lnTo>
                  <a:lnTo>
                    <a:pt x="1982676" y="4136343"/>
                  </a:lnTo>
                  <a:lnTo>
                    <a:pt x="1982834" y="4135913"/>
                  </a:lnTo>
                  <a:lnTo>
                    <a:pt x="1983149" y="4135913"/>
                  </a:lnTo>
                  <a:lnTo>
                    <a:pt x="1983465" y="4135913"/>
                  </a:lnTo>
                  <a:lnTo>
                    <a:pt x="1983780" y="4135482"/>
                  </a:lnTo>
                  <a:lnTo>
                    <a:pt x="1984253" y="4135051"/>
                  </a:lnTo>
                  <a:lnTo>
                    <a:pt x="1984253" y="4134621"/>
                  </a:lnTo>
                  <a:lnTo>
                    <a:pt x="1984726" y="4134190"/>
                  </a:lnTo>
                  <a:lnTo>
                    <a:pt x="1984884" y="4134190"/>
                  </a:lnTo>
                  <a:lnTo>
                    <a:pt x="1985199" y="4132898"/>
                  </a:lnTo>
                  <a:lnTo>
                    <a:pt x="1985515" y="4132898"/>
                  </a:lnTo>
                  <a:lnTo>
                    <a:pt x="1985988" y="4132468"/>
                  </a:lnTo>
                  <a:lnTo>
                    <a:pt x="1986146" y="4132468"/>
                  </a:lnTo>
                  <a:lnTo>
                    <a:pt x="1986146" y="4132037"/>
                  </a:lnTo>
                  <a:lnTo>
                    <a:pt x="1986461" y="4132037"/>
                  </a:lnTo>
                  <a:lnTo>
                    <a:pt x="1986619" y="4132037"/>
                  </a:lnTo>
                  <a:lnTo>
                    <a:pt x="1986777" y="4131607"/>
                  </a:lnTo>
                  <a:lnTo>
                    <a:pt x="1986934" y="4131607"/>
                  </a:lnTo>
                  <a:lnTo>
                    <a:pt x="1987565" y="4131607"/>
                  </a:lnTo>
                  <a:lnTo>
                    <a:pt x="1987723" y="4131607"/>
                  </a:lnTo>
                  <a:lnTo>
                    <a:pt x="1988354" y="4131607"/>
                  </a:lnTo>
                  <a:lnTo>
                    <a:pt x="1988669" y="4131176"/>
                  </a:lnTo>
                  <a:lnTo>
                    <a:pt x="1988827" y="4131176"/>
                  </a:lnTo>
                  <a:lnTo>
                    <a:pt x="1989142" y="4131176"/>
                  </a:lnTo>
                  <a:lnTo>
                    <a:pt x="1989142" y="4130745"/>
                  </a:lnTo>
                  <a:lnTo>
                    <a:pt x="1989300" y="4130745"/>
                  </a:lnTo>
                  <a:lnTo>
                    <a:pt x="1989773" y="4130315"/>
                  </a:lnTo>
                  <a:lnTo>
                    <a:pt x="1989931" y="4130315"/>
                  </a:lnTo>
                  <a:lnTo>
                    <a:pt x="1990089" y="4130315"/>
                  </a:lnTo>
                  <a:lnTo>
                    <a:pt x="1990089" y="4129884"/>
                  </a:lnTo>
                  <a:lnTo>
                    <a:pt x="1990404" y="4129454"/>
                  </a:lnTo>
                  <a:lnTo>
                    <a:pt x="1990562" y="4129454"/>
                  </a:lnTo>
                  <a:lnTo>
                    <a:pt x="1990562" y="4129023"/>
                  </a:lnTo>
                  <a:lnTo>
                    <a:pt x="1990720" y="4129023"/>
                  </a:lnTo>
                  <a:lnTo>
                    <a:pt x="1990877" y="4129023"/>
                  </a:lnTo>
                  <a:lnTo>
                    <a:pt x="1991035" y="4128592"/>
                  </a:lnTo>
                  <a:lnTo>
                    <a:pt x="1991350" y="4128162"/>
                  </a:lnTo>
                  <a:lnTo>
                    <a:pt x="1991508" y="4128162"/>
                  </a:lnTo>
                  <a:lnTo>
                    <a:pt x="1991666" y="4127301"/>
                  </a:lnTo>
                  <a:lnTo>
                    <a:pt x="1991824" y="4126870"/>
                  </a:lnTo>
                  <a:lnTo>
                    <a:pt x="1991981" y="4126870"/>
                  </a:lnTo>
                  <a:lnTo>
                    <a:pt x="1992455" y="4126009"/>
                  </a:lnTo>
                  <a:lnTo>
                    <a:pt x="1992928" y="4125148"/>
                  </a:lnTo>
                  <a:lnTo>
                    <a:pt x="1993085" y="4125148"/>
                  </a:lnTo>
                  <a:lnTo>
                    <a:pt x="1993401" y="4125148"/>
                  </a:lnTo>
                  <a:lnTo>
                    <a:pt x="1993716" y="4125148"/>
                  </a:lnTo>
                  <a:lnTo>
                    <a:pt x="1996555" y="4122133"/>
                  </a:lnTo>
                  <a:lnTo>
                    <a:pt x="1997028" y="4122133"/>
                  </a:lnTo>
                  <a:lnTo>
                    <a:pt x="1997186" y="4122133"/>
                  </a:lnTo>
                  <a:lnTo>
                    <a:pt x="1997501" y="4122133"/>
                  </a:lnTo>
                  <a:lnTo>
                    <a:pt x="1997659" y="4122133"/>
                  </a:lnTo>
                  <a:lnTo>
                    <a:pt x="1997975" y="4122133"/>
                  </a:lnTo>
                  <a:lnTo>
                    <a:pt x="1998132" y="4121703"/>
                  </a:lnTo>
                  <a:lnTo>
                    <a:pt x="1998290" y="4121703"/>
                  </a:lnTo>
                  <a:lnTo>
                    <a:pt x="1998606" y="4120842"/>
                  </a:lnTo>
                  <a:lnTo>
                    <a:pt x="1999236" y="4120842"/>
                  </a:lnTo>
                  <a:lnTo>
                    <a:pt x="1999552" y="4120842"/>
                  </a:lnTo>
                  <a:lnTo>
                    <a:pt x="2000025" y="4120411"/>
                  </a:lnTo>
                  <a:lnTo>
                    <a:pt x="2000183" y="4120411"/>
                  </a:lnTo>
                  <a:lnTo>
                    <a:pt x="2000340" y="4120411"/>
                  </a:lnTo>
                  <a:lnTo>
                    <a:pt x="2000814" y="4120411"/>
                  </a:lnTo>
                  <a:lnTo>
                    <a:pt x="2000814" y="4119980"/>
                  </a:lnTo>
                  <a:lnTo>
                    <a:pt x="2000971" y="4119980"/>
                  </a:lnTo>
                  <a:lnTo>
                    <a:pt x="2001129" y="4119550"/>
                  </a:lnTo>
                  <a:lnTo>
                    <a:pt x="2001287" y="4119119"/>
                  </a:lnTo>
                  <a:lnTo>
                    <a:pt x="2001444" y="4119119"/>
                  </a:lnTo>
                  <a:lnTo>
                    <a:pt x="2001760" y="4118689"/>
                  </a:lnTo>
                  <a:lnTo>
                    <a:pt x="2001918" y="4118689"/>
                  </a:lnTo>
                  <a:lnTo>
                    <a:pt x="2001918" y="4118258"/>
                  </a:lnTo>
                  <a:lnTo>
                    <a:pt x="2002075" y="4118258"/>
                  </a:lnTo>
                  <a:lnTo>
                    <a:pt x="2002233" y="4118258"/>
                  </a:lnTo>
                  <a:lnTo>
                    <a:pt x="2002233" y="4117827"/>
                  </a:lnTo>
                  <a:lnTo>
                    <a:pt x="2002233" y="4116966"/>
                  </a:lnTo>
                  <a:lnTo>
                    <a:pt x="2002233" y="4116536"/>
                  </a:lnTo>
                  <a:lnTo>
                    <a:pt x="2002391" y="4116536"/>
                  </a:lnTo>
                  <a:lnTo>
                    <a:pt x="2002548" y="4116536"/>
                  </a:lnTo>
                  <a:lnTo>
                    <a:pt x="2002864" y="4116536"/>
                  </a:lnTo>
                  <a:lnTo>
                    <a:pt x="2003179" y="4116536"/>
                  </a:lnTo>
                  <a:lnTo>
                    <a:pt x="2003179" y="4116105"/>
                  </a:lnTo>
                  <a:lnTo>
                    <a:pt x="2003179" y="4115674"/>
                  </a:lnTo>
                  <a:lnTo>
                    <a:pt x="2003337" y="4115674"/>
                  </a:lnTo>
                  <a:lnTo>
                    <a:pt x="2003495" y="4115674"/>
                  </a:lnTo>
                  <a:lnTo>
                    <a:pt x="2003653" y="4115674"/>
                  </a:lnTo>
                  <a:lnTo>
                    <a:pt x="2003810" y="4115244"/>
                  </a:lnTo>
                  <a:lnTo>
                    <a:pt x="2003968" y="4114383"/>
                  </a:lnTo>
                  <a:lnTo>
                    <a:pt x="2004126" y="4114383"/>
                  </a:lnTo>
                  <a:lnTo>
                    <a:pt x="2004283" y="4114383"/>
                  </a:lnTo>
                  <a:lnTo>
                    <a:pt x="2004441" y="4114383"/>
                  </a:lnTo>
                  <a:lnTo>
                    <a:pt x="2004441" y="4113952"/>
                  </a:lnTo>
                  <a:lnTo>
                    <a:pt x="2004757" y="4113521"/>
                  </a:lnTo>
                  <a:lnTo>
                    <a:pt x="2004914" y="4113521"/>
                  </a:lnTo>
                  <a:lnTo>
                    <a:pt x="2004914" y="4112660"/>
                  </a:lnTo>
                  <a:lnTo>
                    <a:pt x="2005072" y="4112660"/>
                  </a:lnTo>
                  <a:lnTo>
                    <a:pt x="2006018" y="4112660"/>
                  </a:lnTo>
                  <a:lnTo>
                    <a:pt x="2006334" y="4112660"/>
                  </a:lnTo>
                  <a:lnTo>
                    <a:pt x="2007122" y="4112660"/>
                  </a:lnTo>
                  <a:lnTo>
                    <a:pt x="2007280" y="4112230"/>
                  </a:lnTo>
                  <a:lnTo>
                    <a:pt x="2007911" y="4112230"/>
                  </a:lnTo>
                  <a:lnTo>
                    <a:pt x="2008069" y="4111799"/>
                  </a:lnTo>
                  <a:lnTo>
                    <a:pt x="2008226" y="4111799"/>
                  </a:lnTo>
                  <a:lnTo>
                    <a:pt x="2008857" y="4111799"/>
                  </a:lnTo>
                  <a:lnTo>
                    <a:pt x="2009173" y="4111799"/>
                  </a:lnTo>
                  <a:lnTo>
                    <a:pt x="2009330" y="4111799"/>
                  </a:lnTo>
                  <a:lnTo>
                    <a:pt x="2009646" y="4111368"/>
                  </a:lnTo>
                  <a:lnTo>
                    <a:pt x="2009804" y="4111368"/>
                  </a:lnTo>
                  <a:lnTo>
                    <a:pt x="2009961" y="4111368"/>
                  </a:lnTo>
                  <a:lnTo>
                    <a:pt x="2010277" y="4111368"/>
                  </a:lnTo>
                  <a:lnTo>
                    <a:pt x="2010434" y="4110938"/>
                  </a:lnTo>
                  <a:lnTo>
                    <a:pt x="2010750" y="4110938"/>
                  </a:lnTo>
                  <a:lnTo>
                    <a:pt x="2010750" y="4110507"/>
                  </a:lnTo>
                  <a:lnTo>
                    <a:pt x="2010908" y="4110077"/>
                  </a:lnTo>
                  <a:lnTo>
                    <a:pt x="2011223" y="4109646"/>
                  </a:lnTo>
                  <a:lnTo>
                    <a:pt x="2011223" y="4109215"/>
                  </a:lnTo>
                  <a:lnTo>
                    <a:pt x="2011381" y="4109215"/>
                  </a:lnTo>
                  <a:lnTo>
                    <a:pt x="2011381" y="4108785"/>
                  </a:lnTo>
                  <a:lnTo>
                    <a:pt x="2011538" y="4108785"/>
                  </a:lnTo>
                  <a:lnTo>
                    <a:pt x="2011696" y="4108785"/>
                  </a:lnTo>
                  <a:lnTo>
                    <a:pt x="2011854" y="4108785"/>
                  </a:lnTo>
                  <a:lnTo>
                    <a:pt x="2012012" y="4108785"/>
                  </a:lnTo>
                  <a:lnTo>
                    <a:pt x="2012012" y="4108354"/>
                  </a:lnTo>
                  <a:lnTo>
                    <a:pt x="2012169" y="4108354"/>
                  </a:lnTo>
                  <a:lnTo>
                    <a:pt x="2012327" y="4108354"/>
                  </a:lnTo>
                  <a:lnTo>
                    <a:pt x="2012485" y="4108354"/>
                  </a:lnTo>
                  <a:lnTo>
                    <a:pt x="2012800" y="4108354"/>
                  </a:lnTo>
                  <a:lnTo>
                    <a:pt x="2013116" y="4108354"/>
                  </a:lnTo>
                  <a:lnTo>
                    <a:pt x="2013273" y="4108354"/>
                  </a:lnTo>
                  <a:lnTo>
                    <a:pt x="2013431" y="4108354"/>
                  </a:lnTo>
                  <a:lnTo>
                    <a:pt x="2013589" y="4107924"/>
                  </a:lnTo>
                  <a:lnTo>
                    <a:pt x="2013589" y="4107493"/>
                  </a:lnTo>
                  <a:lnTo>
                    <a:pt x="2013746" y="4107493"/>
                  </a:lnTo>
                  <a:lnTo>
                    <a:pt x="2013746" y="4107062"/>
                  </a:lnTo>
                  <a:lnTo>
                    <a:pt x="2013904" y="4107062"/>
                  </a:lnTo>
                  <a:lnTo>
                    <a:pt x="2014062" y="4107062"/>
                  </a:lnTo>
                  <a:lnTo>
                    <a:pt x="2014220" y="4107062"/>
                  </a:lnTo>
                  <a:lnTo>
                    <a:pt x="2014851" y="4106632"/>
                  </a:lnTo>
                  <a:lnTo>
                    <a:pt x="2015324" y="4106201"/>
                  </a:lnTo>
                  <a:lnTo>
                    <a:pt x="2015324" y="4105771"/>
                  </a:lnTo>
                  <a:lnTo>
                    <a:pt x="2015324" y="4105340"/>
                  </a:lnTo>
                  <a:lnTo>
                    <a:pt x="2015324" y="4104909"/>
                  </a:lnTo>
                  <a:lnTo>
                    <a:pt x="2015481" y="4104909"/>
                  </a:lnTo>
                  <a:lnTo>
                    <a:pt x="2015639" y="4104479"/>
                  </a:lnTo>
                  <a:lnTo>
                    <a:pt x="2015797" y="4104479"/>
                  </a:lnTo>
                  <a:lnTo>
                    <a:pt x="2015955" y="4104479"/>
                  </a:lnTo>
                  <a:lnTo>
                    <a:pt x="2016112" y="4103618"/>
                  </a:lnTo>
                  <a:lnTo>
                    <a:pt x="2017374" y="4102756"/>
                  </a:lnTo>
                  <a:lnTo>
                    <a:pt x="2017847" y="4102756"/>
                  </a:lnTo>
                  <a:lnTo>
                    <a:pt x="2018320" y="4102756"/>
                  </a:lnTo>
                  <a:lnTo>
                    <a:pt x="2018793" y="4102756"/>
                  </a:lnTo>
                  <a:lnTo>
                    <a:pt x="2018793" y="4102326"/>
                  </a:lnTo>
                  <a:lnTo>
                    <a:pt x="2018951" y="4102326"/>
                  </a:lnTo>
                  <a:lnTo>
                    <a:pt x="2019424" y="4102326"/>
                  </a:lnTo>
                  <a:lnTo>
                    <a:pt x="2019582" y="4102326"/>
                  </a:lnTo>
                  <a:lnTo>
                    <a:pt x="2019897" y="4101465"/>
                  </a:lnTo>
                  <a:lnTo>
                    <a:pt x="2020371" y="4101465"/>
                  </a:lnTo>
                  <a:lnTo>
                    <a:pt x="2020528" y="4100603"/>
                  </a:lnTo>
                  <a:lnTo>
                    <a:pt x="2020686" y="4100603"/>
                  </a:lnTo>
                  <a:lnTo>
                    <a:pt x="2020844" y="4100173"/>
                  </a:lnTo>
                  <a:lnTo>
                    <a:pt x="2020844" y="4099742"/>
                  </a:lnTo>
                  <a:lnTo>
                    <a:pt x="2021159" y="4099312"/>
                  </a:lnTo>
                  <a:lnTo>
                    <a:pt x="2021632" y="4099312"/>
                  </a:lnTo>
                  <a:lnTo>
                    <a:pt x="2021790" y="4098881"/>
                  </a:lnTo>
                  <a:lnTo>
                    <a:pt x="2021948" y="4098881"/>
                  </a:lnTo>
                  <a:lnTo>
                    <a:pt x="2022579" y="4098881"/>
                  </a:lnTo>
                  <a:lnTo>
                    <a:pt x="2022736" y="4098881"/>
                  </a:lnTo>
                  <a:lnTo>
                    <a:pt x="2022894" y="4098881"/>
                  </a:lnTo>
                  <a:lnTo>
                    <a:pt x="2023525" y="4098020"/>
                  </a:lnTo>
                  <a:lnTo>
                    <a:pt x="2024156" y="4098020"/>
                  </a:lnTo>
                  <a:lnTo>
                    <a:pt x="2024314" y="4098020"/>
                  </a:lnTo>
                  <a:lnTo>
                    <a:pt x="2024629" y="4097589"/>
                  </a:lnTo>
                  <a:lnTo>
                    <a:pt x="2024787" y="4097589"/>
                  </a:lnTo>
                  <a:lnTo>
                    <a:pt x="2024944" y="4097589"/>
                  </a:lnTo>
                  <a:lnTo>
                    <a:pt x="2025102" y="4097589"/>
                  </a:lnTo>
                  <a:lnTo>
                    <a:pt x="2025733" y="4097589"/>
                  </a:lnTo>
                  <a:lnTo>
                    <a:pt x="2025891" y="4097589"/>
                  </a:lnTo>
                  <a:lnTo>
                    <a:pt x="2026049" y="4097589"/>
                  </a:lnTo>
                  <a:lnTo>
                    <a:pt x="2026679" y="4097589"/>
                  </a:lnTo>
                  <a:lnTo>
                    <a:pt x="2026679" y="4097159"/>
                  </a:lnTo>
                  <a:lnTo>
                    <a:pt x="2027468" y="4097159"/>
                  </a:lnTo>
                  <a:lnTo>
                    <a:pt x="2027626" y="4097159"/>
                  </a:lnTo>
                  <a:lnTo>
                    <a:pt x="2028099" y="4096728"/>
                  </a:lnTo>
                  <a:lnTo>
                    <a:pt x="2028257" y="4096728"/>
                  </a:lnTo>
                  <a:lnTo>
                    <a:pt x="2028414" y="4096728"/>
                  </a:lnTo>
                  <a:lnTo>
                    <a:pt x="2028887" y="4095867"/>
                  </a:lnTo>
                  <a:lnTo>
                    <a:pt x="2029203" y="4095867"/>
                  </a:lnTo>
                  <a:lnTo>
                    <a:pt x="2029518" y="4095867"/>
                  </a:lnTo>
                  <a:lnTo>
                    <a:pt x="2029676" y="4095867"/>
                  </a:lnTo>
                  <a:lnTo>
                    <a:pt x="2029834" y="4095867"/>
                  </a:lnTo>
                  <a:lnTo>
                    <a:pt x="2029991" y="4095867"/>
                  </a:lnTo>
                  <a:lnTo>
                    <a:pt x="2030307" y="4095436"/>
                  </a:lnTo>
                  <a:lnTo>
                    <a:pt x="2030465" y="4095006"/>
                  </a:lnTo>
                  <a:lnTo>
                    <a:pt x="2030780" y="4095006"/>
                  </a:lnTo>
                  <a:lnTo>
                    <a:pt x="2030938" y="4095006"/>
                  </a:lnTo>
                  <a:lnTo>
                    <a:pt x="2031253" y="4095006"/>
                  </a:lnTo>
                  <a:lnTo>
                    <a:pt x="2031411" y="4095006"/>
                  </a:lnTo>
                  <a:lnTo>
                    <a:pt x="2031726" y="4095006"/>
                  </a:lnTo>
                  <a:lnTo>
                    <a:pt x="2031726" y="4094575"/>
                  </a:lnTo>
                  <a:lnTo>
                    <a:pt x="2032200" y="4094575"/>
                  </a:lnTo>
                  <a:lnTo>
                    <a:pt x="2032357" y="4094575"/>
                  </a:lnTo>
                  <a:lnTo>
                    <a:pt x="2032673" y="4093714"/>
                  </a:lnTo>
                  <a:lnTo>
                    <a:pt x="2032830" y="4093283"/>
                  </a:lnTo>
                  <a:lnTo>
                    <a:pt x="2032988" y="4093283"/>
                  </a:lnTo>
                  <a:lnTo>
                    <a:pt x="2034092" y="4092853"/>
                  </a:lnTo>
                  <a:lnTo>
                    <a:pt x="2034250" y="4092853"/>
                  </a:lnTo>
                  <a:lnTo>
                    <a:pt x="2034408" y="4092853"/>
                  </a:lnTo>
                  <a:lnTo>
                    <a:pt x="2034565" y="4092853"/>
                  </a:lnTo>
                  <a:lnTo>
                    <a:pt x="2034723" y="4091561"/>
                  </a:lnTo>
                  <a:lnTo>
                    <a:pt x="2035354" y="4091561"/>
                  </a:lnTo>
                  <a:lnTo>
                    <a:pt x="2035669" y="4091130"/>
                  </a:lnTo>
                  <a:lnTo>
                    <a:pt x="2035827" y="4091130"/>
                  </a:lnTo>
                  <a:lnTo>
                    <a:pt x="2035985" y="4090700"/>
                  </a:lnTo>
                  <a:lnTo>
                    <a:pt x="2035985" y="4090269"/>
                  </a:lnTo>
                  <a:lnTo>
                    <a:pt x="2036142" y="4090269"/>
                  </a:lnTo>
                  <a:lnTo>
                    <a:pt x="2036300" y="4090269"/>
                  </a:lnTo>
                  <a:lnTo>
                    <a:pt x="2036458" y="4090269"/>
                  </a:lnTo>
                  <a:lnTo>
                    <a:pt x="2036773" y="4090269"/>
                  </a:lnTo>
                  <a:lnTo>
                    <a:pt x="2036931" y="4090269"/>
                  </a:lnTo>
                  <a:lnTo>
                    <a:pt x="2036931" y="4089838"/>
                  </a:lnTo>
                  <a:lnTo>
                    <a:pt x="2037247" y="4089408"/>
                  </a:lnTo>
                  <a:lnTo>
                    <a:pt x="2037247" y="4088977"/>
                  </a:lnTo>
                  <a:lnTo>
                    <a:pt x="2037247" y="4088547"/>
                  </a:lnTo>
                  <a:lnTo>
                    <a:pt x="2037247" y="4088116"/>
                  </a:lnTo>
                  <a:lnTo>
                    <a:pt x="2037404" y="4088116"/>
                  </a:lnTo>
                  <a:lnTo>
                    <a:pt x="2037404" y="4087685"/>
                  </a:lnTo>
                  <a:lnTo>
                    <a:pt x="2037562" y="4087685"/>
                  </a:lnTo>
                  <a:lnTo>
                    <a:pt x="2037720" y="4087685"/>
                  </a:lnTo>
                  <a:lnTo>
                    <a:pt x="2038035" y="4087685"/>
                  </a:lnTo>
                  <a:lnTo>
                    <a:pt x="2038351" y="4087685"/>
                  </a:lnTo>
                  <a:lnTo>
                    <a:pt x="2038666" y="4087685"/>
                  </a:lnTo>
                  <a:lnTo>
                    <a:pt x="2038824" y="4087685"/>
                  </a:lnTo>
                  <a:lnTo>
                    <a:pt x="2038824" y="4087255"/>
                  </a:lnTo>
                  <a:lnTo>
                    <a:pt x="2040243" y="4086394"/>
                  </a:lnTo>
                  <a:lnTo>
                    <a:pt x="2040559" y="4086394"/>
                  </a:lnTo>
                  <a:lnTo>
                    <a:pt x="2040559" y="4085963"/>
                  </a:lnTo>
                  <a:lnTo>
                    <a:pt x="2040874" y="4085963"/>
                  </a:lnTo>
                  <a:lnTo>
                    <a:pt x="2041032" y="4085963"/>
                  </a:lnTo>
                  <a:lnTo>
                    <a:pt x="2041505" y="4085963"/>
                  </a:lnTo>
                  <a:lnTo>
                    <a:pt x="2041663" y="4085963"/>
                  </a:lnTo>
                  <a:lnTo>
                    <a:pt x="2041663" y="4085532"/>
                  </a:lnTo>
                  <a:lnTo>
                    <a:pt x="2041820" y="4085532"/>
                  </a:lnTo>
                  <a:lnTo>
                    <a:pt x="2041978" y="4085102"/>
                  </a:lnTo>
                  <a:lnTo>
                    <a:pt x="2042136" y="4085102"/>
                  </a:lnTo>
                  <a:lnTo>
                    <a:pt x="2042609" y="4085102"/>
                  </a:lnTo>
                  <a:lnTo>
                    <a:pt x="2042609" y="4084671"/>
                  </a:lnTo>
                  <a:lnTo>
                    <a:pt x="2042924" y="4084671"/>
                  </a:lnTo>
                  <a:lnTo>
                    <a:pt x="2043082" y="4084671"/>
                  </a:lnTo>
                  <a:lnTo>
                    <a:pt x="2043398" y="4084671"/>
                  </a:lnTo>
                  <a:lnTo>
                    <a:pt x="2043713" y="4084241"/>
                  </a:lnTo>
                  <a:lnTo>
                    <a:pt x="2043871" y="4084241"/>
                  </a:lnTo>
                  <a:lnTo>
                    <a:pt x="2044028" y="4084241"/>
                  </a:lnTo>
                  <a:lnTo>
                    <a:pt x="2044344" y="4084241"/>
                  </a:lnTo>
                  <a:lnTo>
                    <a:pt x="2044502" y="4084241"/>
                  </a:lnTo>
                  <a:lnTo>
                    <a:pt x="2044502" y="4082518"/>
                  </a:lnTo>
                  <a:lnTo>
                    <a:pt x="2044659" y="4082518"/>
                  </a:lnTo>
                  <a:lnTo>
                    <a:pt x="2044817" y="4082518"/>
                  </a:lnTo>
                  <a:lnTo>
                    <a:pt x="2045132" y="4082518"/>
                  </a:lnTo>
                  <a:lnTo>
                    <a:pt x="2045448" y="4082518"/>
                  </a:lnTo>
                  <a:lnTo>
                    <a:pt x="2045448" y="4082088"/>
                  </a:lnTo>
                  <a:lnTo>
                    <a:pt x="2045448" y="4081657"/>
                  </a:lnTo>
                  <a:lnTo>
                    <a:pt x="2045448" y="4081226"/>
                  </a:lnTo>
                  <a:lnTo>
                    <a:pt x="2046236" y="4080796"/>
                  </a:lnTo>
                  <a:lnTo>
                    <a:pt x="2046394" y="4080796"/>
                  </a:lnTo>
                  <a:lnTo>
                    <a:pt x="2046552" y="4080796"/>
                  </a:lnTo>
                  <a:lnTo>
                    <a:pt x="2046710" y="4080796"/>
                  </a:lnTo>
                  <a:lnTo>
                    <a:pt x="2046867" y="4080796"/>
                  </a:lnTo>
                  <a:lnTo>
                    <a:pt x="2047025" y="4080796"/>
                  </a:lnTo>
                  <a:lnTo>
                    <a:pt x="2047340" y="4079935"/>
                  </a:lnTo>
                  <a:lnTo>
                    <a:pt x="2047498" y="4079935"/>
                  </a:lnTo>
                  <a:lnTo>
                    <a:pt x="2047656" y="4079935"/>
                  </a:lnTo>
                  <a:lnTo>
                    <a:pt x="2047971" y="4078643"/>
                  </a:lnTo>
                  <a:lnTo>
                    <a:pt x="2048129" y="4078643"/>
                  </a:lnTo>
                  <a:lnTo>
                    <a:pt x="2048287" y="4078212"/>
                  </a:lnTo>
                  <a:lnTo>
                    <a:pt x="2048444" y="4078212"/>
                  </a:lnTo>
                  <a:lnTo>
                    <a:pt x="2048602" y="4078212"/>
                  </a:lnTo>
                  <a:lnTo>
                    <a:pt x="2048760" y="4078212"/>
                  </a:lnTo>
                  <a:lnTo>
                    <a:pt x="2048760" y="4077782"/>
                  </a:lnTo>
                  <a:lnTo>
                    <a:pt x="2048918" y="4077782"/>
                  </a:lnTo>
                  <a:lnTo>
                    <a:pt x="2049391" y="4076490"/>
                  </a:lnTo>
                  <a:lnTo>
                    <a:pt x="2049549" y="4076490"/>
                  </a:lnTo>
                  <a:lnTo>
                    <a:pt x="2049706" y="4076490"/>
                  </a:lnTo>
                  <a:lnTo>
                    <a:pt x="2050495" y="4076059"/>
                  </a:lnTo>
                  <a:lnTo>
                    <a:pt x="2051283" y="4076059"/>
                  </a:lnTo>
                  <a:lnTo>
                    <a:pt x="2051441" y="4076059"/>
                  </a:lnTo>
                  <a:lnTo>
                    <a:pt x="2051441" y="4075198"/>
                  </a:lnTo>
                  <a:lnTo>
                    <a:pt x="2051599" y="4074767"/>
                  </a:lnTo>
                  <a:lnTo>
                    <a:pt x="2051914" y="4074767"/>
                  </a:lnTo>
                  <a:lnTo>
                    <a:pt x="2051914" y="4073906"/>
                  </a:lnTo>
                  <a:lnTo>
                    <a:pt x="2052703" y="4073906"/>
                  </a:lnTo>
                  <a:lnTo>
                    <a:pt x="2052861" y="4073906"/>
                  </a:lnTo>
                  <a:lnTo>
                    <a:pt x="2053018" y="4073476"/>
                  </a:lnTo>
                  <a:lnTo>
                    <a:pt x="2053176" y="4073045"/>
                  </a:lnTo>
                  <a:lnTo>
                    <a:pt x="2053334" y="4072614"/>
                  </a:lnTo>
                  <a:lnTo>
                    <a:pt x="2053334" y="4071753"/>
                  </a:lnTo>
                  <a:lnTo>
                    <a:pt x="2053491" y="4071753"/>
                  </a:lnTo>
                  <a:lnTo>
                    <a:pt x="2053649" y="4071753"/>
                  </a:lnTo>
                  <a:lnTo>
                    <a:pt x="2053807" y="4071753"/>
                  </a:lnTo>
                  <a:lnTo>
                    <a:pt x="2053965" y="4071753"/>
                  </a:lnTo>
                  <a:lnTo>
                    <a:pt x="2053965" y="4071323"/>
                  </a:lnTo>
                  <a:lnTo>
                    <a:pt x="2053965" y="4070892"/>
                  </a:lnTo>
                  <a:lnTo>
                    <a:pt x="2054122" y="4070892"/>
                  </a:lnTo>
                  <a:lnTo>
                    <a:pt x="2054280" y="4070892"/>
                  </a:lnTo>
                  <a:lnTo>
                    <a:pt x="2054438" y="4070892"/>
                  </a:lnTo>
                  <a:lnTo>
                    <a:pt x="2054438" y="4070461"/>
                  </a:lnTo>
                  <a:lnTo>
                    <a:pt x="2054596" y="4070461"/>
                  </a:lnTo>
                  <a:lnTo>
                    <a:pt x="2054753" y="4070461"/>
                  </a:lnTo>
                  <a:lnTo>
                    <a:pt x="2054753" y="4070031"/>
                  </a:lnTo>
                  <a:lnTo>
                    <a:pt x="2054753" y="4069600"/>
                  </a:lnTo>
                  <a:lnTo>
                    <a:pt x="2054911" y="4069600"/>
                  </a:lnTo>
                  <a:lnTo>
                    <a:pt x="2055069" y="4069600"/>
                  </a:lnTo>
                  <a:lnTo>
                    <a:pt x="2055542" y="4069170"/>
                  </a:lnTo>
                  <a:lnTo>
                    <a:pt x="2055857" y="4069170"/>
                  </a:lnTo>
                  <a:lnTo>
                    <a:pt x="2056015" y="4069170"/>
                  </a:lnTo>
                  <a:lnTo>
                    <a:pt x="2056173" y="4068308"/>
                  </a:lnTo>
                  <a:lnTo>
                    <a:pt x="2056173" y="4067447"/>
                  </a:lnTo>
                  <a:lnTo>
                    <a:pt x="2056488" y="4067017"/>
                  </a:lnTo>
                  <a:lnTo>
                    <a:pt x="2056646" y="4067017"/>
                  </a:lnTo>
                  <a:lnTo>
                    <a:pt x="2056804" y="4067017"/>
                  </a:lnTo>
                  <a:lnTo>
                    <a:pt x="2057119" y="4066586"/>
                  </a:lnTo>
                  <a:lnTo>
                    <a:pt x="2057119" y="4066155"/>
                  </a:lnTo>
                  <a:lnTo>
                    <a:pt x="2057119" y="4065725"/>
                  </a:lnTo>
                  <a:lnTo>
                    <a:pt x="2057434" y="4065725"/>
                  </a:lnTo>
                  <a:lnTo>
                    <a:pt x="2057592" y="4065725"/>
                  </a:lnTo>
                  <a:lnTo>
                    <a:pt x="2058065" y="4065294"/>
                  </a:lnTo>
                  <a:lnTo>
                    <a:pt x="2058223" y="4065294"/>
                  </a:lnTo>
                  <a:lnTo>
                    <a:pt x="2058381" y="4065294"/>
                  </a:lnTo>
                  <a:lnTo>
                    <a:pt x="2058538" y="4064864"/>
                  </a:lnTo>
                  <a:lnTo>
                    <a:pt x="2058696" y="4064864"/>
                  </a:lnTo>
                  <a:lnTo>
                    <a:pt x="2058854" y="4064864"/>
                  </a:lnTo>
                  <a:lnTo>
                    <a:pt x="2059012" y="4064864"/>
                  </a:lnTo>
                  <a:lnTo>
                    <a:pt x="2059169" y="4064433"/>
                  </a:lnTo>
                  <a:lnTo>
                    <a:pt x="2059327" y="4064433"/>
                  </a:lnTo>
                  <a:lnTo>
                    <a:pt x="2059485" y="4064433"/>
                  </a:lnTo>
                  <a:lnTo>
                    <a:pt x="2059800" y="4064433"/>
                  </a:lnTo>
                  <a:lnTo>
                    <a:pt x="2060431" y="4064433"/>
                  </a:lnTo>
                  <a:lnTo>
                    <a:pt x="2060589" y="4063572"/>
                  </a:lnTo>
                  <a:lnTo>
                    <a:pt x="2060747" y="4063141"/>
                  </a:lnTo>
                  <a:lnTo>
                    <a:pt x="2060904" y="4063141"/>
                  </a:lnTo>
                  <a:lnTo>
                    <a:pt x="2061062" y="4063141"/>
                  </a:lnTo>
                  <a:lnTo>
                    <a:pt x="2061377" y="4063141"/>
                  </a:lnTo>
                  <a:lnTo>
                    <a:pt x="2061535" y="4063141"/>
                  </a:lnTo>
                  <a:lnTo>
                    <a:pt x="2061693" y="4063141"/>
                  </a:lnTo>
                  <a:lnTo>
                    <a:pt x="2062324" y="4062711"/>
                  </a:lnTo>
                  <a:lnTo>
                    <a:pt x="2062481" y="4062711"/>
                  </a:lnTo>
                  <a:lnTo>
                    <a:pt x="2062639" y="4062711"/>
                  </a:lnTo>
                  <a:lnTo>
                    <a:pt x="2062639" y="4062280"/>
                  </a:lnTo>
                  <a:lnTo>
                    <a:pt x="2062955" y="4062280"/>
                  </a:lnTo>
                  <a:lnTo>
                    <a:pt x="2063270" y="4061849"/>
                  </a:lnTo>
                  <a:lnTo>
                    <a:pt x="2064059" y="4060127"/>
                  </a:lnTo>
                  <a:lnTo>
                    <a:pt x="2064216" y="4059696"/>
                  </a:lnTo>
                  <a:lnTo>
                    <a:pt x="2064532" y="4059696"/>
                  </a:lnTo>
                  <a:lnTo>
                    <a:pt x="2064847" y="4059696"/>
                  </a:lnTo>
                  <a:lnTo>
                    <a:pt x="2065163" y="4059696"/>
                  </a:lnTo>
                  <a:lnTo>
                    <a:pt x="2065163" y="4059266"/>
                  </a:lnTo>
                  <a:lnTo>
                    <a:pt x="2065320" y="4059266"/>
                  </a:lnTo>
                  <a:lnTo>
                    <a:pt x="2065320" y="4058405"/>
                  </a:lnTo>
                  <a:lnTo>
                    <a:pt x="2065636" y="4058405"/>
                  </a:lnTo>
                  <a:lnTo>
                    <a:pt x="2065636" y="4057543"/>
                  </a:lnTo>
                  <a:lnTo>
                    <a:pt x="2065636" y="4057113"/>
                  </a:lnTo>
                  <a:lnTo>
                    <a:pt x="2065794" y="4056682"/>
                  </a:lnTo>
                  <a:lnTo>
                    <a:pt x="2065951" y="4056252"/>
                  </a:lnTo>
                  <a:lnTo>
                    <a:pt x="2066898" y="4055821"/>
                  </a:lnTo>
                  <a:lnTo>
                    <a:pt x="2067371" y="4055821"/>
                  </a:lnTo>
                  <a:lnTo>
                    <a:pt x="2067528" y="4055821"/>
                  </a:lnTo>
                  <a:lnTo>
                    <a:pt x="2067686" y="4054960"/>
                  </a:lnTo>
                  <a:lnTo>
                    <a:pt x="2067686" y="4054529"/>
                  </a:lnTo>
                  <a:lnTo>
                    <a:pt x="2067686" y="4054099"/>
                  </a:lnTo>
                  <a:lnTo>
                    <a:pt x="2068159" y="4053668"/>
                  </a:lnTo>
                  <a:lnTo>
                    <a:pt x="2068475" y="4053237"/>
                  </a:lnTo>
                  <a:lnTo>
                    <a:pt x="2068632" y="4052807"/>
                  </a:lnTo>
                  <a:lnTo>
                    <a:pt x="2069263" y="4052376"/>
                  </a:lnTo>
                  <a:lnTo>
                    <a:pt x="2069421" y="4051515"/>
                  </a:lnTo>
                  <a:lnTo>
                    <a:pt x="2069579" y="4051515"/>
                  </a:lnTo>
                  <a:lnTo>
                    <a:pt x="2069736" y="4051515"/>
                  </a:lnTo>
                  <a:lnTo>
                    <a:pt x="2069894" y="4050654"/>
                  </a:lnTo>
                  <a:lnTo>
                    <a:pt x="2070052" y="4050654"/>
                  </a:lnTo>
                  <a:lnTo>
                    <a:pt x="2070210" y="4050654"/>
                  </a:lnTo>
                  <a:lnTo>
                    <a:pt x="2070367" y="4050654"/>
                  </a:lnTo>
                  <a:lnTo>
                    <a:pt x="2070525" y="4050654"/>
                  </a:lnTo>
                  <a:lnTo>
                    <a:pt x="2070683" y="4050654"/>
                  </a:lnTo>
                  <a:lnTo>
                    <a:pt x="2070840" y="4050654"/>
                  </a:lnTo>
                  <a:lnTo>
                    <a:pt x="2071314" y="4049793"/>
                  </a:lnTo>
                  <a:lnTo>
                    <a:pt x="2071471" y="4048501"/>
                  </a:lnTo>
                  <a:lnTo>
                    <a:pt x="2071787" y="4048501"/>
                  </a:lnTo>
                  <a:lnTo>
                    <a:pt x="2071787" y="4047640"/>
                  </a:lnTo>
                  <a:lnTo>
                    <a:pt x="2072260" y="4047209"/>
                  </a:lnTo>
                  <a:lnTo>
                    <a:pt x="2072260" y="4046778"/>
                  </a:lnTo>
                  <a:lnTo>
                    <a:pt x="2072260" y="4046348"/>
                  </a:lnTo>
                  <a:lnTo>
                    <a:pt x="2072418" y="4046348"/>
                  </a:lnTo>
                  <a:lnTo>
                    <a:pt x="2072733" y="4045487"/>
                  </a:lnTo>
                  <a:lnTo>
                    <a:pt x="2072891" y="4045487"/>
                  </a:lnTo>
                  <a:lnTo>
                    <a:pt x="2072891" y="4045056"/>
                  </a:lnTo>
                  <a:lnTo>
                    <a:pt x="2073049" y="4044195"/>
                  </a:lnTo>
                  <a:lnTo>
                    <a:pt x="2073522" y="4043334"/>
                  </a:lnTo>
                  <a:lnTo>
                    <a:pt x="2073679" y="4043334"/>
                  </a:lnTo>
                  <a:lnTo>
                    <a:pt x="2073679" y="4042903"/>
                  </a:lnTo>
                  <a:lnTo>
                    <a:pt x="2073679" y="4042472"/>
                  </a:lnTo>
                  <a:lnTo>
                    <a:pt x="2073995" y="4042472"/>
                  </a:lnTo>
                  <a:lnTo>
                    <a:pt x="2074468" y="4042042"/>
                  </a:lnTo>
                  <a:lnTo>
                    <a:pt x="2074626" y="4042042"/>
                  </a:lnTo>
                  <a:lnTo>
                    <a:pt x="2074783" y="4041611"/>
                  </a:lnTo>
                  <a:lnTo>
                    <a:pt x="2075099" y="4041181"/>
                  </a:lnTo>
                  <a:lnTo>
                    <a:pt x="2075257" y="4041181"/>
                  </a:lnTo>
                  <a:lnTo>
                    <a:pt x="2075414" y="4041181"/>
                  </a:lnTo>
                  <a:lnTo>
                    <a:pt x="2075572" y="4041181"/>
                  </a:lnTo>
                  <a:lnTo>
                    <a:pt x="2075730" y="4040319"/>
                  </a:lnTo>
                  <a:lnTo>
                    <a:pt x="2076045" y="4040319"/>
                  </a:lnTo>
                  <a:lnTo>
                    <a:pt x="2076045" y="4039889"/>
                  </a:lnTo>
                  <a:lnTo>
                    <a:pt x="2076045" y="4039458"/>
                  </a:lnTo>
                  <a:lnTo>
                    <a:pt x="2076361" y="4039028"/>
                  </a:lnTo>
                  <a:lnTo>
                    <a:pt x="2076361" y="4038597"/>
                  </a:lnTo>
                  <a:lnTo>
                    <a:pt x="2076361" y="4038166"/>
                  </a:lnTo>
                  <a:lnTo>
                    <a:pt x="2076518" y="4038166"/>
                  </a:lnTo>
                  <a:lnTo>
                    <a:pt x="2077149" y="4037736"/>
                  </a:lnTo>
                  <a:lnTo>
                    <a:pt x="2077307" y="4037736"/>
                  </a:lnTo>
                  <a:lnTo>
                    <a:pt x="2077465" y="4037305"/>
                  </a:lnTo>
                  <a:lnTo>
                    <a:pt x="2077780" y="4037305"/>
                  </a:lnTo>
                  <a:lnTo>
                    <a:pt x="2078096" y="4037305"/>
                  </a:lnTo>
                  <a:lnTo>
                    <a:pt x="2078411" y="4037305"/>
                  </a:lnTo>
                  <a:lnTo>
                    <a:pt x="2078726" y="4036013"/>
                  </a:lnTo>
                  <a:lnTo>
                    <a:pt x="2078884" y="4036013"/>
                  </a:lnTo>
                  <a:lnTo>
                    <a:pt x="2079042" y="4036013"/>
                  </a:lnTo>
                  <a:lnTo>
                    <a:pt x="2080146" y="4035152"/>
                  </a:lnTo>
                  <a:lnTo>
                    <a:pt x="2080146" y="4034722"/>
                  </a:lnTo>
                  <a:lnTo>
                    <a:pt x="2080304" y="4034722"/>
                  </a:lnTo>
                  <a:lnTo>
                    <a:pt x="2080619" y="4034722"/>
                  </a:lnTo>
                  <a:lnTo>
                    <a:pt x="2080777" y="4034722"/>
                  </a:lnTo>
                  <a:lnTo>
                    <a:pt x="2080934" y="4034722"/>
                  </a:lnTo>
                  <a:lnTo>
                    <a:pt x="2081250" y="4034722"/>
                  </a:lnTo>
                  <a:lnTo>
                    <a:pt x="2081408" y="4034291"/>
                  </a:lnTo>
                  <a:lnTo>
                    <a:pt x="2081723" y="4034291"/>
                  </a:lnTo>
                  <a:lnTo>
                    <a:pt x="2082512" y="4034291"/>
                  </a:lnTo>
                  <a:lnTo>
                    <a:pt x="2083143" y="4034291"/>
                  </a:lnTo>
                  <a:lnTo>
                    <a:pt x="2083458" y="4034291"/>
                  </a:lnTo>
                  <a:lnTo>
                    <a:pt x="2083616" y="4034291"/>
                  </a:lnTo>
                  <a:lnTo>
                    <a:pt x="2083931" y="4034291"/>
                  </a:lnTo>
                  <a:lnTo>
                    <a:pt x="2084089" y="4033860"/>
                  </a:lnTo>
                  <a:lnTo>
                    <a:pt x="2084404" y="4033860"/>
                  </a:lnTo>
                  <a:lnTo>
                    <a:pt x="2084562" y="4033860"/>
                  </a:lnTo>
                  <a:lnTo>
                    <a:pt x="2084877" y="4032999"/>
                  </a:lnTo>
                  <a:lnTo>
                    <a:pt x="2085666" y="4032569"/>
                  </a:lnTo>
                  <a:lnTo>
                    <a:pt x="2085824" y="4032569"/>
                  </a:lnTo>
                  <a:lnTo>
                    <a:pt x="2085824" y="4032138"/>
                  </a:lnTo>
                  <a:lnTo>
                    <a:pt x="2085981" y="4032138"/>
                  </a:lnTo>
                  <a:lnTo>
                    <a:pt x="2086297" y="4032138"/>
                  </a:lnTo>
                  <a:lnTo>
                    <a:pt x="2086297" y="4031277"/>
                  </a:lnTo>
                  <a:lnTo>
                    <a:pt x="2086455" y="4030846"/>
                  </a:lnTo>
                  <a:lnTo>
                    <a:pt x="2086455" y="4030416"/>
                  </a:lnTo>
                  <a:lnTo>
                    <a:pt x="2087085" y="4030416"/>
                  </a:lnTo>
                  <a:lnTo>
                    <a:pt x="2087559" y="4030416"/>
                  </a:lnTo>
                  <a:lnTo>
                    <a:pt x="2088032" y="4030416"/>
                  </a:lnTo>
                  <a:lnTo>
                    <a:pt x="2088032" y="4029985"/>
                  </a:lnTo>
                  <a:lnTo>
                    <a:pt x="2088347" y="4029554"/>
                  </a:lnTo>
                  <a:lnTo>
                    <a:pt x="2088820" y="4029554"/>
                  </a:lnTo>
                  <a:lnTo>
                    <a:pt x="2088978" y="4029554"/>
                  </a:lnTo>
                  <a:lnTo>
                    <a:pt x="2089294" y="4028693"/>
                  </a:lnTo>
                  <a:lnTo>
                    <a:pt x="2089294" y="4028263"/>
                  </a:lnTo>
                  <a:lnTo>
                    <a:pt x="2089451" y="4028263"/>
                  </a:lnTo>
                  <a:lnTo>
                    <a:pt x="2089609" y="4028263"/>
                  </a:lnTo>
                  <a:lnTo>
                    <a:pt x="2089767" y="4028263"/>
                  </a:lnTo>
                  <a:lnTo>
                    <a:pt x="2089924" y="4028263"/>
                  </a:lnTo>
                  <a:lnTo>
                    <a:pt x="2090082" y="4027832"/>
                  </a:lnTo>
                  <a:lnTo>
                    <a:pt x="2090240" y="4027832"/>
                  </a:lnTo>
                  <a:lnTo>
                    <a:pt x="2090713" y="4027401"/>
                  </a:lnTo>
                  <a:lnTo>
                    <a:pt x="2090871" y="4027401"/>
                  </a:lnTo>
                  <a:lnTo>
                    <a:pt x="2092290" y="4026110"/>
                  </a:lnTo>
                  <a:lnTo>
                    <a:pt x="2092290" y="4025679"/>
                  </a:lnTo>
                  <a:lnTo>
                    <a:pt x="2092290" y="4025248"/>
                  </a:lnTo>
                  <a:lnTo>
                    <a:pt x="2092290" y="4024818"/>
                  </a:lnTo>
                  <a:lnTo>
                    <a:pt x="2092290" y="4024387"/>
                  </a:lnTo>
                  <a:lnTo>
                    <a:pt x="2092606" y="4023957"/>
                  </a:lnTo>
                  <a:lnTo>
                    <a:pt x="2092763" y="4023526"/>
                  </a:lnTo>
                  <a:lnTo>
                    <a:pt x="2093079" y="4023095"/>
                  </a:lnTo>
                  <a:lnTo>
                    <a:pt x="2093236" y="4023095"/>
                  </a:lnTo>
                  <a:lnTo>
                    <a:pt x="2093394" y="4023095"/>
                  </a:lnTo>
                  <a:lnTo>
                    <a:pt x="2093552" y="4023095"/>
                  </a:lnTo>
                  <a:lnTo>
                    <a:pt x="2093710" y="4022665"/>
                  </a:lnTo>
                  <a:lnTo>
                    <a:pt x="2093867" y="4022234"/>
                  </a:lnTo>
                  <a:lnTo>
                    <a:pt x="2094025" y="4022234"/>
                  </a:lnTo>
                  <a:lnTo>
                    <a:pt x="2094341" y="4022234"/>
                  </a:lnTo>
                  <a:lnTo>
                    <a:pt x="2094341" y="4021804"/>
                  </a:lnTo>
                  <a:lnTo>
                    <a:pt x="2094341" y="4021373"/>
                  </a:lnTo>
                  <a:lnTo>
                    <a:pt x="2094498" y="4021373"/>
                  </a:lnTo>
                  <a:lnTo>
                    <a:pt x="2094814" y="4021373"/>
                  </a:lnTo>
                  <a:lnTo>
                    <a:pt x="2094971" y="4021373"/>
                  </a:lnTo>
                  <a:lnTo>
                    <a:pt x="2095129" y="4021373"/>
                  </a:lnTo>
                  <a:lnTo>
                    <a:pt x="2095287" y="4021373"/>
                  </a:lnTo>
                  <a:lnTo>
                    <a:pt x="2095287" y="4020942"/>
                  </a:lnTo>
                  <a:lnTo>
                    <a:pt x="2095445" y="4020942"/>
                  </a:lnTo>
                  <a:lnTo>
                    <a:pt x="2095760" y="4020081"/>
                  </a:lnTo>
                  <a:lnTo>
                    <a:pt x="2095760" y="4019651"/>
                  </a:lnTo>
                  <a:lnTo>
                    <a:pt x="2095918" y="4018789"/>
                  </a:lnTo>
                  <a:lnTo>
                    <a:pt x="2095918" y="4018359"/>
                  </a:lnTo>
                  <a:lnTo>
                    <a:pt x="2096075" y="4018359"/>
                  </a:lnTo>
                  <a:lnTo>
                    <a:pt x="2096549" y="4018359"/>
                  </a:lnTo>
                  <a:lnTo>
                    <a:pt x="2096549" y="4017928"/>
                  </a:lnTo>
                  <a:lnTo>
                    <a:pt x="2096706" y="4017928"/>
                  </a:lnTo>
                  <a:lnTo>
                    <a:pt x="2096706" y="4017498"/>
                  </a:lnTo>
                  <a:lnTo>
                    <a:pt x="2096864" y="4017498"/>
                  </a:lnTo>
                  <a:lnTo>
                    <a:pt x="2097179" y="4017498"/>
                  </a:lnTo>
                  <a:lnTo>
                    <a:pt x="2097653" y="4017498"/>
                  </a:lnTo>
                  <a:lnTo>
                    <a:pt x="2097968" y="4017067"/>
                  </a:lnTo>
                  <a:lnTo>
                    <a:pt x="2098441" y="4016636"/>
                  </a:lnTo>
                  <a:lnTo>
                    <a:pt x="2098599" y="4016206"/>
                  </a:lnTo>
                  <a:lnTo>
                    <a:pt x="2098757" y="4016206"/>
                  </a:lnTo>
                  <a:lnTo>
                    <a:pt x="2099072" y="4015345"/>
                  </a:lnTo>
                  <a:lnTo>
                    <a:pt x="2099388" y="4015345"/>
                  </a:lnTo>
                  <a:lnTo>
                    <a:pt x="2099861" y="4014914"/>
                  </a:lnTo>
                  <a:lnTo>
                    <a:pt x="2100018" y="4014914"/>
                  </a:lnTo>
                  <a:lnTo>
                    <a:pt x="2100807" y="4014483"/>
                  </a:lnTo>
                  <a:lnTo>
                    <a:pt x="2101280" y="4014053"/>
                  </a:lnTo>
                  <a:lnTo>
                    <a:pt x="2101438" y="4013622"/>
                  </a:lnTo>
                  <a:lnTo>
                    <a:pt x="2101596" y="4013192"/>
                  </a:lnTo>
                  <a:lnTo>
                    <a:pt x="2101911" y="4012761"/>
                  </a:lnTo>
                  <a:lnTo>
                    <a:pt x="2102069" y="4012761"/>
                  </a:lnTo>
                  <a:lnTo>
                    <a:pt x="2102226" y="4012761"/>
                  </a:lnTo>
                  <a:lnTo>
                    <a:pt x="2102542" y="4012761"/>
                  </a:lnTo>
                  <a:lnTo>
                    <a:pt x="2102700" y="4012761"/>
                  </a:lnTo>
                  <a:lnTo>
                    <a:pt x="2103015" y="4012330"/>
                  </a:lnTo>
                  <a:lnTo>
                    <a:pt x="2103646" y="4011900"/>
                  </a:lnTo>
                  <a:lnTo>
                    <a:pt x="2104119" y="4011900"/>
                  </a:lnTo>
                  <a:lnTo>
                    <a:pt x="2104434" y="4011900"/>
                  </a:lnTo>
                  <a:lnTo>
                    <a:pt x="2104434" y="4011039"/>
                  </a:lnTo>
                  <a:lnTo>
                    <a:pt x="2104592" y="4011039"/>
                  </a:lnTo>
                  <a:lnTo>
                    <a:pt x="2104592" y="4010608"/>
                  </a:lnTo>
                  <a:lnTo>
                    <a:pt x="2104908" y="4010608"/>
                  </a:lnTo>
                  <a:lnTo>
                    <a:pt x="2105223" y="4009316"/>
                  </a:lnTo>
                  <a:lnTo>
                    <a:pt x="2105223" y="4008886"/>
                  </a:lnTo>
                  <a:lnTo>
                    <a:pt x="2105381" y="4008455"/>
                  </a:lnTo>
                  <a:lnTo>
                    <a:pt x="2105854" y="4008455"/>
                  </a:lnTo>
                  <a:lnTo>
                    <a:pt x="2106169" y="4008455"/>
                  </a:lnTo>
                  <a:lnTo>
                    <a:pt x="2106327" y="4008455"/>
                  </a:lnTo>
                  <a:lnTo>
                    <a:pt x="2106800" y="4008455"/>
                  </a:lnTo>
                  <a:lnTo>
                    <a:pt x="2106958" y="4008455"/>
                  </a:lnTo>
                  <a:lnTo>
                    <a:pt x="2106958" y="4008024"/>
                  </a:lnTo>
                  <a:lnTo>
                    <a:pt x="2107116" y="4007594"/>
                  </a:lnTo>
                  <a:lnTo>
                    <a:pt x="2107589" y="4007594"/>
                  </a:lnTo>
                  <a:lnTo>
                    <a:pt x="2107747" y="4007594"/>
                  </a:lnTo>
                  <a:lnTo>
                    <a:pt x="2107904" y="4007594"/>
                  </a:lnTo>
                  <a:lnTo>
                    <a:pt x="2107904" y="4007163"/>
                  </a:lnTo>
                  <a:lnTo>
                    <a:pt x="2108535" y="4005441"/>
                  </a:lnTo>
                  <a:lnTo>
                    <a:pt x="2109008" y="4005441"/>
                  </a:lnTo>
                  <a:lnTo>
                    <a:pt x="2109166" y="4005441"/>
                  </a:lnTo>
                  <a:lnTo>
                    <a:pt x="2109481" y="4005441"/>
                  </a:lnTo>
                  <a:lnTo>
                    <a:pt x="2109639" y="4005441"/>
                  </a:lnTo>
                  <a:lnTo>
                    <a:pt x="2109797" y="4005441"/>
                  </a:lnTo>
                  <a:lnTo>
                    <a:pt x="2109955" y="4005441"/>
                  </a:lnTo>
                  <a:lnTo>
                    <a:pt x="2110428" y="4004580"/>
                  </a:lnTo>
                  <a:lnTo>
                    <a:pt x="2110428" y="4004149"/>
                  </a:lnTo>
                  <a:lnTo>
                    <a:pt x="2111059" y="4004149"/>
                  </a:lnTo>
                  <a:lnTo>
                    <a:pt x="2111374" y="4003718"/>
                  </a:lnTo>
                  <a:lnTo>
                    <a:pt x="2111532" y="4003718"/>
                  </a:lnTo>
                  <a:lnTo>
                    <a:pt x="2111690" y="4003718"/>
                  </a:lnTo>
                  <a:lnTo>
                    <a:pt x="2111690" y="4003288"/>
                  </a:lnTo>
                  <a:lnTo>
                    <a:pt x="2111847" y="4003288"/>
                  </a:lnTo>
                  <a:lnTo>
                    <a:pt x="2112636" y="4003288"/>
                  </a:lnTo>
                  <a:lnTo>
                    <a:pt x="2112794" y="4003288"/>
                  </a:lnTo>
                  <a:lnTo>
                    <a:pt x="2112951" y="4003288"/>
                  </a:lnTo>
                  <a:lnTo>
                    <a:pt x="2113109" y="4003288"/>
                  </a:lnTo>
                  <a:lnTo>
                    <a:pt x="2113582" y="4001996"/>
                  </a:lnTo>
                  <a:lnTo>
                    <a:pt x="2113740" y="4001996"/>
                  </a:lnTo>
                  <a:lnTo>
                    <a:pt x="2114213" y="4001565"/>
                  </a:lnTo>
                  <a:lnTo>
                    <a:pt x="2114213" y="4001135"/>
                  </a:lnTo>
                  <a:lnTo>
                    <a:pt x="2114213" y="4000704"/>
                  </a:lnTo>
                  <a:lnTo>
                    <a:pt x="2114213" y="4000274"/>
                  </a:lnTo>
                  <a:lnTo>
                    <a:pt x="2114213" y="3999843"/>
                  </a:lnTo>
                  <a:lnTo>
                    <a:pt x="2114371" y="3999843"/>
                  </a:lnTo>
                  <a:lnTo>
                    <a:pt x="2115002" y="3999843"/>
                  </a:lnTo>
                  <a:lnTo>
                    <a:pt x="2115632" y="3999843"/>
                  </a:lnTo>
                  <a:lnTo>
                    <a:pt x="2115632" y="3999412"/>
                  </a:lnTo>
                  <a:lnTo>
                    <a:pt x="2115790" y="3998551"/>
                  </a:lnTo>
                  <a:lnTo>
                    <a:pt x="2115948" y="3998551"/>
                  </a:lnTo>
                  <a:lnTo>
                    <a:pt x="2116106" y="3998551"/>
                  </a:lnTo>
                  <a:lnTo>
                    <a:pt x="2116421" y="3998121"/>
                  </a:lnTo>
                  <a:lnTo>
                    <a:pt x="2116737" y="3998121"/>
                  </a:lnTo>
                  <a:lnTo>
                    <a:pt x="2117525" y="3998121"/>
                  </a:lnTo>
                  <a:lnTo>
                    <a:pt x="2117841" y="3998121"/>
                  </a:lnTo>
                  <a:lnTo>
                    <a:pt x="2117998" y="3997259"/>
                  </a:lnTo>
                  <a:lnTo>
                    <a:pt x="2117998" y="3996398"/>
                  </a:lnTo>
                  <a:lnTo>
                    <a:pt x="2118314" y="3995968"/>
                  </a:lnTo>
                  <a:lnTo>
                    <a:pt x="2118471" y="3995968"/>
                  </a:lnTo>
                  <a:lnTo>
                    <a:pt x="2118629" y="3995968"/>
                  </a:lnTo>
                  <a:lnTo>
                    <a:pt x="2118787" y="3995537"/>
                  </a:lnTo>
                  <a:lnTo>
                    <a:pt x="2118787" y="3994676"/>
                  </a:lnTo>
                  <a:lnTo>
                    <a:pt x="2118945" y="3994676"/>
                  </a:lnTo>
                  <a:lnTo>
                    <a:pt x="2119418" y="3994245"/>
                  </a:lnTo>
                  <a:lnTo>
                    <a:pt x="2119733" y="3994245"/>
                  </a:lnTo>
                  <a:lnTo>
                    <a:pt x="2119733" y="3993815"/>
                  </a:lnTo>
                  <a:lnTo>
                    <a:pt x="2120206" y="3993815"/>
                  </a:lnTo>
                  <a:lnTo>
                    <a:pt x="2120364" y="3993815"/>
                  </a:lnTo>
                  <a:lnTo>
                    <a:pt x="2120364" y="3992092"/>
                  </a:lnTo>
                  <a:lnTo>
                    <a:pt x="2120522" y="3991231"/>
                  </a:lnTo>
                  <a:lnTo>
                    <a:pt x="2120679" y="3991231"/>
                  </a:lnTo>
                  <a:lnTo>
                    <a:pt x="2120995" y="3991231"/>
                  </a:lnTo>
                  <a:lnTo>
                    <a:pt x="2121153" y="3990800"/>
                  </a:lnTo>
                  <a:lnTo>
                    <a:pt x="2121310" y="3990370"/>
                  </a:lnTo>
                  <a:lnTo>
                    <a:pt x="2121626" y="3990370"/>
                  </a:lnTo>
                  <a:lnTo>
                    <a:pt x="2121783" y="3990370"/>
                  </a:lnTo>
                  <a:lnTo>
                    <a:pt x="2121783" y="3989939"/>
                  </a:lnTo>
                  <a:lnTo>
                    <a:pt x="2121941" y="3989939"/>
                  </a:lnTo>
                  <a:lnTo>
                    <a:pt x="2122414" y="3989509"/>
                  </a:lnTo>
                  <a:lnTo>
                    <a:pt x="2122888" y="3988647"/>
                  </a:lnTo>
                  <a:lnTo>
                    <a:pt x="2123045" y="3988217"/>
                  </a:lnTo>
                  <a:lnTo>
                    <a:pt x="2123203" y="3988217"/>
                  </a:lnTo>
                  <a:lnTo>
                    <a:pt x="2123361" y="3988217"/>
                  </a:lnTo>
                  <a:lnTo>
                    <a:pt x="2123361" y="3987786"/>
                  </a:lnTo>
                  <a:lnTo>
                    <a:pt x="2123676" y="3987786"/>
                  </a:lnTo>
                  <a:lnTo>
                    <a:pt x="2123676" y="3987356"/>
                  </a:lnTo>
                  <a:lnTo>
                    <a:pt x="2123992" y="3986925"/>
                  </a:lnTo>
                  <a:lnTo>
                    <a:pt x="2124149" y="3986925"/>
                  </a:lnTo>
                  <a:lnTo>
                    <a:pt x="2124465" y="3986925"/>
                  </a:lnTo>
                  <a:lnTo>
                    <a:pt x="2125253" y="3986925"/>
                  </a:lnTo>
                  <a:lnTo>
                    <a:pt x="2125411" y="3986925"/>
                  </a:lnTo>
                  <a:lnTo>
                    <a:pt x="2125569" y="3986925"/>
                  </a:lnTo>
                  <a:lnTo>
                    <a:pt x="2125726" y="3986925"/>
                  </a:lnTo>
                  <a:lnTo>
                    <a:pt x="2126042" y="3986925"/>
                  </a:lnTo>
                  <a:lnTo>
                    <a:pt x="2126200" y="3986925"/>
                  </a:lnTo>
                  <a:lnTo>
                    <a:pt x="2126357" y="3986925"/>
                  </a:lnTo>
                  <a:lnTo>
                    <a:pt x="2126673" y="3986925"/>
                  </a:lnTo>
                  <a:lnTo>
                    <a:pt x="2126830" y="3986925"/>
                  </a:lnTo>
                  <a:lnTo>
                    <a:pt x="2126988" y="3986925"/>
                  </a:lnTo>
                  <a:lnTo>
                    <a:pt x="2127146" y="3986494"/>
                  </a:lnTo>
                  <a:lnTo>
                    <a:pt x="2127146" y="3986064"/>
                  </a:lnTo>
                  <a:lnTo>
                    <a:pt x="2127304" y="3985633"/>
                  </a:lnTo>
                  <a:lnTo>
                    <a:pt x="2127461" y="3985633"/>
                  </a:lnTo>
                  <a:lnTo>
                    <a:pt x="2127777" y="3985633"/>
                  </a:lnTo>
                  <a:lnTo>
                    <a:pt x="2127777" y="3985203"/>
                  </a:lnTo>
                  <a:lnTo>
                    <a:pt x="2128092" y="3985203"/>
                  </a:lnTo>
                  <a:lnTo>
                    <a:pt x="2128092" y="3984772"/>
                  </a:lnTo>
                  <a:lnTo>
                    <a:pt x="2128092" y="3984341"/>
                  </a:lnTo>
                  <a:lnTo>
                    <a:pt x="2128250" y="3984341"/>
                  </a:lnTo>
                  <a:lnTo>
                    <a:pt x="2128565" y="3984341"/>
                  </a:lnTo>
                  <a:lnTo>
                    <a:pt x="2129039" y="3983911"/>
                  </a:lnTo>
                  <a:lnTo>
                    <a:pt x="2129196" y="3983911"/>
                  </a:lnTo>
                  <a:lnTo>
                    <a:pt x="2129354" y="3983480"/>
                  </a:lnTo>
                  <a:lnTo>
                    <a:pt x="2130143" y="3983050"/>
                  </a:lnTo>
                  <a:lnTo>
                    <a:pt x="2130616" y="3982619"/>
                  </a:lnTo>
                  <a:lnTo>
                    <a:pt x="2130931" y="3982188"/>
                  </a:lnTo>
                  <a:lnTo>
                    <a:pt x="2130931" y="3981758"/>
                  </a:lnTo>
                  <a:lnTo>
                    <a:pt x="2131247" y="3981758"/>
                  </a:lnTo>
                  <a:lnTo>
                    <a:pt x="2131404" y="3981758"/>
                  </a:lnTo>
                  <a:lnTo>
                    <a:pt x="2131404" y="3981327"/>
                  </a:lnTo>
                  <a:lnTo>
                    <a:pt x="2131404" y="3980897"/>
                  </a:lnTo>
                  <a:lnTo>
                    <a:pt x="2132035" y="3980466"/>
                  </a:lnTo>
                  <a:lnTo>
                    <a:pt x="2132193" y="3980466"/>
                  </a:lnTo>
                  <a:lnTo>
                    <a:pt x="2132351" y="3980466"/>
                  </a:lnTo>
                  <a:lnTo>
                    <a:pt x="2132351" y="3980035"/>
                  </a:lnTo>
                  <a:lnTo>
                    <a:pt x="2132508" y="3980035"/>
                  </a:lnTo>
                  <a:lnTo>
                    <a:pt x="2132666" y="3980035"/>
                  </a:lnTo>
                  <a:lnTo>
                    <a:pt x="2132824" y="3980035"/>
                  </a:lnTo>
                  <a:lnTo>
                    <a:pt x="2132981" y="3980035"/>
                  </a:lnTo>
                  <a:lnTo>
                    <a:pt x="2133139" y="3979605"/>
                  </a:lnTo>
                  <a:lnTo>
                    <a:pt x="2133297" y="3979174"/>
                  </a:lnTo>
                  <a:lnTo>
                    <a:pt x="2133455" y="3979174"/>
                  </a:lnTo>
                  <a:lnTo>
                    <a:pt x="2133612" y="3979174"/>
                  </a:lnTo>
                  <a:lnTo>
                    <a:pt x="2134243" y="3979174"/>
                  </a:lnTo>
                  <a:lnTo>
                    <a:pt x="2134243" y="3978744"/>
                  </a:lnTo>
                  <a:lnTo>
                    <a:pt x="2134401" y="3978744"/>
                  </a:lnTo>
                  <a:lnTo>
                    <a:pt x="2134716" y="3977882"/>
                  </a:lnTo>
                  <a:lnTo>
                    <a:pt x="2135032" y="3977021"/>
                  </a:lnTo>
                  <a:lnTo>
                    <a:pt x="2135347" y="3977021"/>
                  </a:lnTo>
                  <a:lnTo>
                    <a:pt x="2135505" y="3977021"/>
                  </a:lnTo>
                  <a:lnTo>
                    <a:pt x="2135663" y="3977021"/>
                  </a:lnTo>
                  <a:lnTo>
                    <a:pt x="2135820" y="3977021"/>
                  </a:lnTo>
                  <a:lnTo>
                    <a:pt x="2135820" y="3976591"/>
                  </a:lnTo>
                  <a:lnTo>
                    <a:pt x="2135820" y="3976160"/>
                  </a:lnTo>
                  <a:lnTo>
                    <a:pt x="2135978" y="3976160"/>
                  </a:lnTo>
                  <a:lnTo>
                    <a:pt x="2136136" y="3976160"/>
                  </a:lnTo>
                  <a:lnTo>
                    <a:pt x="2136294" y="3976160"/>
                  </a:lnTo>
                  <a:lnTo>
                    <a:pt x="2136451" y="3975729"/>
                  </a:lnTo>
                  <a:lnTo>
                    <a:pt x="2136924" y="3975299"/>
                  </a:lnTo>
                  <a:lnTo>
                    <a:pt x="2137082" y="3975299"/>
                  </a:lnTo>
                  <a:lnTo>
                    <a:pt x="2137082" y="3974438"/>
                  </a:lnTo>
                  <a:lnTo>
                    <a:pt x="2137398" y="3974438"/>
                  </a:lnTo>
                  <a:lnTo>
                    <a:pt x="2137555" y="3974438"/>
                  </a:lnTo>
                  <a:lnTo>
                    <a:pt x="2137871" y="3974007"/>
                  </a:lnTo>
                  <a:lnTo>
                    <a:pt x="2138028" y="3973576"/>
                  </a:lnTo>
                  <a:lnTo>
                    <a:pt x="2138028" y="3973146"/>
                  </a:lnTo>
                  <a:lnTo>
                    <a:pt x="2138186" y="3973146"/>
                  </a:lnTo>
                  <a:lnTo>
                    <a:pt x="2138344" y="3973146"/>
                  </a:lnTo>
                  <a:lnTo>
                    <a:pt x="2138975" y="3973146"/>
                  </a:lnTo>
                  <a:lnTo>
                    <a:pt x="2139763" y="3972715"/>
                  </a:lnTo>
                  <a:lnTo>
                    <a:pt x="2139921" y="3972715"/>
                  </a:lnTo>
                  <a:lnTo>
                    <a:pt x="2140237" y="3972715"/>
                  </a:lnTo>
                  <a:lnTo>
                    <a:pt x="2140237" y="3972285"/>
                  </a:lnTo>
                  <a:lnTo>
                    <a:pt x="2140552" y="3972285"/>
                  </a:lnTo>
                  <a:lnTo>
                    <a:pt x="2140867" y="3972285"/>
                  </a:lnTo>
                  <a:lnTo>
                    <a:pt x="2141025" y="3972285"/>
                  </a:lnTo>
                  <a:lnTo>
                    <a:pt x="2141025" y="3971854"/>
                  </a:lnTo>
                  <a:lnTo>
                    <a:pt x="2141498" y="3971423"/>
                  </a:lnTo>
                  <a:lnTo>
                    <a:pt x="2141498" y="3970993"/>
                  </a:lnTo>
                  <a:lnTo>
                    <a:pt x="2141656" y="3970562"/>
                  </a:lnTo>
                  <a:lnTo>
                    <a:pt x="2142129" y="3969701"/>
                  </a:lnTo>
                  <a:lnTo>
                    <a:pt x="2142287" y="3969701"/>
                  </a:lnTo>
                  <a:lnTo>
                    <a:pt x="2142760" y="3969270"/>
                  </a:lnTo>
                  <a:lnTo>
                    <a:pt x="2142760" y="3968840"/>
                  </a:lnTo>
                  <a:lnTo>
                    <a:pt x="2143233" y="3968840"/>
                  </a:lnTo>
                  <a:lnTo>
                    <a:pt x="2143391" y="3968840"/>
                  </a:lnTo>
                  <a:lnTo>
                    <a:pt x="2143391" y="3968409"/>
                  </a:lnTo>
                  <a:lnTo>
                    <a:pt x="2143706" y="3967117"/>
                  </a:lnTo>
                  <a:lnTo>
                    <a:pt x="2143864" y="3967117"/>
                  </a:lnTo>
                  <a:lnTo>
                    <a:pt x="2144022" y="3967117"/>
                  </a:lnTo>
                  <a:lnTo>
                    <a:pt x="2144179" y="3967117"/>
                  </a:lnTo>
                  <a:lnTo>
                    <a:pt x="2144337" y="3966687"/>
                  </a:lnTo>
                  <a:lnTo>
                    <a:pt x="2144495" y="3965826"/>
                  </a:lnTo>
                  <a:lnTo>
                    <a:pt x="2144653" y="3965826"/>
                  </a:lnTo>
                  <a:lnTo>
                    <a:pt x="2144810" y="3965395"/>
                  </a:lnTo>
                  <a:lnTo>
                    <a:pt x="2144968" y="3965395"/>
                  </a:lnTo>
                  <a:lnTo>
                    <a:pt x="2144968" y="3964964"/>
                  </a:lnTo>
                  <a:lnTo>
                    <a:pt x="2145126" y="3964964"/>
                  </a:lnTo>
                  <a:lnTo>
                    <a:pt x="2145284" y="3964964"/>
                  </a:lnTo>
                  <a:lnTo>
                    <a:pt x="2145284" y="3964534"/>
                  </a:lnTo>
                  <a:lnTo>
                    <a:pt x="2145441" y="3964534"/>
                  </a:lnTo>
                  <a:lnTo>
                    <a:pt x="2145757" y="3963242"/>
                  </a:lnTo>
                  <a:lnTo>
                    <a:pt x="2145914" y="3963242"/>
                  </a:lnTo>
                  <a:lnTo>
                    <a:pt x="2146072" y="3963242"/>
                  </a:lnTo>
                  <a:lnTo>
                    <a:pt x="2146545" y="3963242"/>
                  </a:lnTo>
                  <a:lnTo>
                    <a:pt x="2146703" y="3963242"/>
                  </a:lnTo>
                  <a:lnTo>
                    <a:pt x="2146861" y="3963242"/>
                  </a:lnTo>
                  <a:lnTo>
                    <a:pt x="2147018" y="3963242"/>
                  </a:lnTo>
                  <a:lnTo>
                    <a:pt x="2147334" y="3962811"/>
                  </a:lnTo>
                  <a:lnTo>
                    <a:pt x="2147807" y="3962811"/>
                  </a:lnTo>
                  <a:lnTo>
                    <a:pt x="2148122" y="3962811"/>
                  </a:lnTo>
                  <a:lnTo>
                    <a:pt x="2148122" y="3962381"/>
                  </a:lnTo>
                  <a:lnTo>
                    <a:pt x="2148280" y="3962381"/>
                  </a:lnTo>
                  <a:lnTo>
                    <a:pt x="2148438" y="3962381"/>
                  </a:lnTo>
                  <a:lnTo>
                    <a:pt x="2148438" y="3961520"/>
                  </a:lnTo>
                  <a:lnTo>
                    <a:pt x="2148753" y="3961520"/>
                  </a:lnTo>
                  <a:lnTo>
                    <a:pt x="2149226" y="3961089"/>
                  </a:lnTo>
                  <a:lnTo>
                    <a:pt x="2149542" y="3961089"/>
                  </a:lnTo>
                  <a:lnTo>
                    <a:pt x="2149700" y="3961089"/>
                  </a:lnTo>
                  <a:lnTo>
                    <a:pt x="2149857" y="3961089"/>
                  </a:lnTo>
                  <a:lnTo>
                    <a:pt x="2150015" y="3961089"/>
                  </a:lnTo>
                  <a:lnTo>
                    <a:pt x="2150173" y="3961089"/>
                  </a:lnTo>
                  <a:lnTo>
                    <a:pt x="2150173" y="3960658"/>
                  </a:lnTo>
                  <a:lnTo>
                    <a:pt x="2150331" y="3960658"/>
                  </a:lnTo>
                  <a:lnTo>
                    <a:pt x="2150488" y="3960658"/>
                  </a:lnTo>
                  <a:lnTo>
                    <a:pt x="2150961" y="3960228"/>
                  </a:lnTo>
                  <a:lnTo>
                    <a:pt x="2151277" y="3959797"/>
                  </a:lnTo>
                  <a:lnTo>
                    <a:pt x="2151277" y="3959367"/>
                  </a:lnTo>
                  <a:lnTo>
                    <a:pt x="2151592" y="3959367"/>
                  </a:lnTo>
                  <a:lnTo>
                    <a:pt x="2152381" y="3959367"/>
                  </a:lnTo>
                  <a:lnTo>
                    <a:pt x="2152539" y="3959367"/>
                  </a:lnTo>
                  <a:lnTo>
                    <a:pt x="2152696" y="3959367"/>
                  </a:lnTo>
                  <a:lnTo>
                    <a:pt x="2153012" y="3958936"/>
                  </a:lnTo>
                  <a:lnTo>
                    <a:pt x="2153327" y="3958505"/>
                  </a:lnTo>
                  <a:lnTo>
                    <a:pt x="2153485" y="3958505"/>
                  </a:lnTo>
                  <a:lnTo>
                    <a:pt x="2153643" y="3958505"/>
                  </a:lnTo>
                  <a:lnTo>
                    <a:pt x="2153958" y="3958505"/>
                  </a:lnTo>
                  <a:lnTo>
                    <a:pt x="2154116" y="3958505"/>
                  </a:lnTo>
                  <a:lnTo>
                    <a:pt x="2154273" y="3958505"/>
                  </a:lnTo>
                  <a:lnTo>
                    <a:pt x="2156482" y="3955061"/>
                  </a:lnTo>
                  <a:lnTo>
                    <a:pt x="2156639" y="3955061"/>
                  </a:lnTo>
                  <a:lnTo>
                    <a:pt x="2156797" y="3955061"/>
                  </a:lnTo>
                  <a:lnTo>
                    <a:pt x="2157112" y="3955061"/>
                  </a:lnTo>
                  <a:lnTo>
                    <a:pt x="2157270" y="3954630"/>
                  </a:lnTo>
                  <a:lnTo>
                    <a:pt x="2157586" y="3954630"/>
                  </a:lnTo>
                  <a:lnTo>
                    <a:pt x="2157743" y="3954630"/>
                  </a:lnTo>
                  <a:lnTo>
                    <a:pt x="2157901" y="3954630"/>
                  </a:lnTo>
                  <a:lnTo>
                    <a:pt x="2158059" y="3954630"/>
                  </a:lnTo>
                  <a:lnTo>
                    <a:pt x="2158374" y="3954630"/>
                  </a:lnTo>
                  <a:lnTo>
                    <a:pt x="2158532" y="3954199"/>
                  </a:lnTo>
                  <a:lnTo>
                    <a:pt x="2158690" y="3954199"/>
                  </a:lnTo>
                  <a:lnTo>
                    <a:pt x="2158847" y="3953769"/>
                  </a:lnTo>
                  <a:lnTo>
                    <a:pt x="2159005" y="3953769"/>
                  </a:lnTo>
                  <a:lnTo>
                    <a:pt x="2159163" y="3953769"/>
                  </a:lnTo>
                  <a:lnTo>
                    <a:pt x="2159320" y="3953769"/>
                  </a:lnTo>
                  <a:lnTo>
                    <a:pt x="2159478" y="3953769"/>
                  </a:lnTo>
                  <a:lnTo>
                    <a:pt x="2159794" y="3953769"/>
                  </a:lnTo>
                  <a:lnTo>
                    <a:pt x="2159951" y="3953338"/>
                  </a:lnTo>
                  <a:lnTo>
                    <a:pt x="2160109" y="3953338"/>
                  </a:lnTo>
                  <a:lnTo>
                    <a:pt x="2160424" y="3953338"/>
                  </a:lnTo>
                  <a:lnTo>
                    <a:pt x="2160424" y="3952908"/>
                  </a:lnTo>
                  <a:lnTo>
                    <a:pt x="2160424" y="3952046"/>
                  </a:lnTo>
                  <a:lnTo>
                    <a:pt x="2160582" y="3951616"/>
                  </a:lnTo>
                  <a:lnTo>
                    <a:pt x="2160582" y="3951185"/>
                  </a:lnTo>
                  <a:lnTo>
                    <a:pt x="2161055" y="3950755"/>
                  </a:lnTo>
                  <a:lnTo>
                    <a:pt x="2161686" y="3950755"/>
                  </a:lnTo>
                  <a:lnTo>
                    <a:pt x="2161844" y="3950755"/>
                  </a:lnTo>
                  <a:lnTo>
                    <a:pt x="2162475" y="3950755"/>
                  </a:lnTo>
                  <a:lnTo>
                    <a:pt x="2162633" y="3950324"/>
                  </a:lnTo>
                  <a:lnTo>
                    <a:pt x="2162633" y="3949893"/>
                  </a:lnTo>
                  <a:lnTo>
                    <a:pt x="2163263" y="3949893"/>
                  </a:lnTo>
                  <a:lnTo>
                    <a:pt x="2163579" y="3949032"/>
                  </a:lnTo>
                  <a:lnTo>
                    <a:pt x="2163894" y="3948602"/>
                  </a:lnTo>
                  <a:lnTo>
                    <a:pt x="2164367" y="3947310"/>
                  </a:lnTo>
                  <a:lnTo>
                    <a:pt x="2164525" y="3946879"/>
                  </a:lnTo>
                  <a:lnTo>
                    <a:pt x="2164841" y="3946879"/>
                  </a:lnTo>
                  <a:lnTo>
                    <a:pt x="2164998" y="3946449"/>
                  </a:lnTo>
                  <a:lnTo>
                    <a:pt x="2165314" y="3946018"/>
                  </a:lnTo>
                  <a:lnTo>
                    <a:pt x="2165471" y="3946018"/>
                  </a:lnTo>
                  <a:lnTo>
                    <a:pt x="2165629" y="3946018"/>
                  </a:lnTo>
                  <a:lnTo>
                    <a:pt x="2165787" y="3945587"/>
                  </a:lnTo>
                  <a:lnTo>
                    <a:pt x="2165787" y="3945157"/>
                  </a:lnTo>
                  <a:lnTo>
                    <a:pt x="2165945" y="3945157"/>
                  </a:lnTo>
                  <a:lnTo>
                    <a:pt x="2166260" y="3945157"/>
                  </a:lnTo>
                  <a:lnTo>
                    <a:pt x="2166418" y="3945157"/>
                  </a:lnTo>
                  <a:lnTo>
                    <a:pt x="2166733" y="3944726"/>
                  </a:lnTo>
                  <a:lnTo>
                    <a:pt x="2167049" y="3944726"/>
                  </a:lnTo>
                  <a:lnTo>
                    <a:pt x="2167364" y="3944296"/>
                  </a:lnTo>
                  <a:lnTo>
                    <a:pt x="2167680" y="3944296"/>
                  </a:lnTo>
                  <a:lnTo>
                    <a:pt x="2167680" y="3943865"/>
                  </a:lnTo>
                  <a:lnTo>
                    <a:pt x="2167837" y="3943434"/>
                  </a:lnTo>
                  <a:lnTo>
                    <a:pt x="2168468" y="3943434"/>
                  </a:lnTo>
                  <a:lnTo>
                    <a:pt x="2168626" y="3943434"/>
                  </a:lnTo>
                  <a:lnTo>
                    <a:pt x="2168941" y="3943434"/>
                  </a:lnTo>
                  <a:lnTo>
                    <a:pt x="2168941" y="3943004"/>
                  </a:lnTo>
                  <a:lnTo>
                    <a:pt x="2168941" y="3942573"/>
                  </a:lnTo>
                  <a:lnTo>
                    <a:pt x="2169099" y="3941712"/>
                  </a:lnTo>
                  <a:lnTo>
                    <a:pt x="2169099" y="3941281"/>
                  </a:lnTo>
                  <a:lnTo>
                    <a:pt x="2169888" y="3940851"/>
                  </a:lnTo>
                  <a:lnTo>
                    <a:pt x="2170045" y="3940420"/>
                  </a:lnTo>
                  <a:lnTo>
                    <a:pt x="2170361" y="3939990"/>
                  </a:lnTo>
                  <a:lnTo>
                    <a:pt x="2170676" y="3939990"/>
                  </a:lnTo>
                  <a:lnTo>
                    <a:pt x="2171149" y="3939990"/>
                  </a:lnTo>
                  <a:lnTo>
                    <a:pt x="2171307" y="3939559"/>
                  </a:lnTo>
                  <a:lnTo>
                    <a:pt x="2171780" y="3939559"/>
                  </a:lnTo>
                  <a:lnTo>
                    <a:pt x="2171938" y="3939559"/>
                  </a:lnTo>
                  <a:lnTo>
                    <a:pt x="2172096" y="3939128"/>
                  </a:lnTo>
                  <a:lnTo>
                    <a:pt x="2172253" y="3939128"/>
                  </a:lnTo>
                  <a:lnTo>
                    <a:pt x="2172253" y="3938267"/>
                  </a:lnTo>
                  <a:lnTo>
                    <a:pt x="2172411" y="3938267"/>
                  </a:lnTo>
                  <a:lnTo>
                    <a:pt x="2172569" y="3938267"/>
                  </a:lnTo>
                  <a:lnTo>
                    <a:pt x="2172727" y="3938267"/>
                  </a:lnTo>
                  <a:lnTo>
                    <a:pt x="2173200" y="3938267"/>
                  </a:lnTo>
                  <a:lnTo>
                    <a:pt x="2173673" y="3938267"/>
                  </a:lnTo>
                  <a:lnTo>
                    <a:pt x="2173673" y="3937406"/>
                  </a:lnTo>
                  <a:lnTo>
                    <a:pt x="2173831" y="3937406"/>
                  </a:lnTo>
                  <a:lnTo>
                    <a:pt x="2173831" y="3936975"/>
                  </a:lnTo>
                  <a:lnTo>
                    <a:pt x="2174146" y="3936545"/>
                  </a:lnTo>
                  <a:lnTo>
                    <a:pt x="2174461" y="3936545"/>
                  </a:lnTo>
                  <a:lnTo>
                    <a:pt x="2174619" y="3936114"/>
                  </a:lnTo>
                  <a:lnTo>
                    <a:pt x="2174777" y="3936114"/>
                  </a:lnTo>
                  <a:lnTo>
                    <a:pt x="2174777" y="3935684"/>
                  </a:lnTo>
                  <a:lnTo>
                    <a:pt x="2175092" y="3934822"/>
                  </a:lnTo>
                  <a:lnTo>
                    <a:pt x="2175250" y="3934822"/>
                  </a:lnTo>
                  <a:lnTo>
                    <a:pt x="2175250" y="3934392"/>
                  </a:lnTo>
                  <a:lnTo>
                    <a:pt x="2175408" y="3934392"/>
                  </a:lnTo>
                  <a:lnTo>
                    <a:pt x="2175408" y="3933961"/>
                  </a:lnTo>
                  <a:lnTo>
                    <a:pt x="2175565" y="3933961"/>
                  </a:lnTo>
                  <a:lnTo>
                    <a:pt x="2175723" y="3933531"/>
                  </a:lnTo>
                  <a:lnTo>
                    <a:pt x="2176039" y="3933531"/>
                  </a:lnTo>
                  <a:lnTo>
                    <a:pt x="2176354" y="3933100"/>
                  </a:lnTo>
                  <a:lnTo>
                    <a:pt x="2176669" y="3932669"/>
                  </a:lnTo>
                  <a:lnTo>
                    <a:pt x="2176827" y="3932669"/>
                  </a:lnTo>
                  <a:lnTo>
                    <a:pt x="2176985" y="3932669"/>
                  </a:lnTo>
                  <a:lnTo>
                    <a:pt x="2177143" y="3932669"/>
                  </a:lnTo>
                  <a:lnTo>
                    <a:pt x="2177616" y="3932239"/>
                  </a:lnTo>
                  <a:lnTo>
                    <a:pt x="2178247" y="3931808"/>
                  </a:lnTo>
                  <a:lnTo>
                    <a:pt x="2178562" y="3931378"/>
                  </a:lnTo>
                  <a:lnTo>
                    <a:pt x="2178562" y="3930947"/>
                  </a:lnTo>
                  <a:lnTo>
                    <a:pt x="2179035" y="3930516"/>
                  </a:lnTo>
                  <a:lnTo>
                    <a:pt x="2179193" y="3930516"/>
                  </a:lnTo>
                  <a:lnTo>
                    <a:pt x="2179351" y="3930516"/>
                  </a:lnTo>
                  <a:lnTo>
                    <a:pt x="2179508" y="3930516"/>
                  </a:lnTo>
                  <a:lnTo>
                    <a:pt x="2179666" y="3930086"/>
                  </a:lnTo>
                  <a:lnTo>
                    <a:pt x="2179824" y="3930086"/>
                  </a:lnTo>
                  <a:lnTo>
                    <a:pt x="2180297" y="3929655"/>
                  </a:lnTo>
                  <a:lnTo>
                    <a:pt x="2180455" y="3929655"/>
                  </a:lnTo>
                  <a:lnTo>
                    <a:pt x="2181086" y="3929225"/>
                  </a:lnTo>
                  <a:lnTo>
                    <a:pt x="2181559" y="3928794"/>
                  </a:lnTo>
                  <a:lnTo>
                    <a:pt x="2181559" y="3928363"/>
                  </a:lnTo>
                  <a:lnTo>
                    <a:pt x="2181716" y="3927933"/>
                  </a:lnTo>
                  <a:lnTo>
                    <a:pt x="2182032" y="3926210"/>
                  </a:lnTo>
                  <a:lnTo>
                    <a:pt x="2182032" y="3925780"/>
                  </a:lnTo>
                  <a:lnTo>
                    <a:pt x="2182190" y="3925780"/>
                  </a:lnTo>
                  <a:lnTo>
                    <a:pt x="2182505" y="3925780"/>
                  </a:lnTo>
                  <a:lnTo>
                    <a:pt x="2182505" y="3925349"/>
                  </a:lnTo>
                  <a:lnTo>
                    <a:pt x="2182505" y="3924919"/>
                  </a:lnTo>
                  <a:lnTo>
                    <a:pt x="2182978" y="3924919"/>
                  </a:lnTo>
                  <a:lnTo>
                    <a:pt x="2183136" y="3924919"/>
                  </a:lnTo>
                  <a:lnTo>
                    <a:pt x="2183294" y="3924919"/>
                  </a:lnTo>
                  <a:lnTo>
                    <a:pt x="2183451" y="3924919"/>
                  </a:lnTo>
                  <a:lnTo>
                    <a:pt x="2183924" y="3924919"/>
                  </a:lnTo>
                  <a:lnTo>
                    <a:pt x="2183924" y="3924488"/>
                  </a:lnTo>
                  <a:lnTo>
                    <a:pt x="2184082" y="3924057"/>
                  </a:lnTo>
                  <a:lnTo>
                    <a:pt x="2184240" y="3923627"/>
                  </a:lnTo>
                  <a:lnTo>
                    <a:pt x="2184398" y="3923627"/>
                  </a:lnTo>
                  <a:lnTo>
                    <a:pt x="2184555" y="3923627"/>
                  </a:lnTo>
                  <a:lnTo>
                    <a:pt x="2184871" y="3923627"/>
                  </a:lnTo>
                  <a:lnTo>
                    <a:pt x="2184871" y="3923196"/>
                  </a:lnTo>
                  <a:lnTo>
                    <a:pt x="2185029" y="3923196"/>
                  </a:lnTo>
                  <a:lnTo>
                    <a:pt x="2185659" y="3923196"/>
                  </a:lnTo>
                  <a:lnTo>
                    <a:pt x="2185817" y="3923196"/>
                  </a:lnTo>
                  <a:lnTo>
                    <a:pt x="2185975" y="3923196"/>
                  </a:lnTo>
                  <a:lnTo>
                    <a:pt x="2185975" y="3922766"/>
                  </a:lnTo>
                  <a:lnTo>
                    <a:pt x="2186290" y="3922766"/>
                  </a:lnTo>
                  <a:lnTo>
                    <a:pt x="2186921" y="3922766"/>
                  </a:lnTo>
                  <a:lnTo>
                    <a:pt x="2187079" y="3922766"/>
                  </a:lnTo>
                  <a:lnTo>
                    <a:pt x="2187237" y="3922766"/>
                  </a:lnTo>
                  <a:lnTo>
                    <a:pt x="2187394" y="3922766"/>
                  </a:lnTo>
                  <a:lnTo>
                    <a:pt x="2187710" y="3922766"/>
                  </a:lnTo>
                  <a:lnTo>
                    <a:pt x="2188498" y="3921474"/>
                  </a:lnTo>
                  <a:lnTo>
                    <a:pt x="2188498" y="3921043"/>
                  </a:lnTo>
                  <a:lnTo>
                    <a:pt x="2188656" y="3921043"/>
                  </a:lnTo>
                  <a:lnTo>
                    <a:pt x="2188814" y="3921043"/>
                  </a:lnTo>
                  <a:lnTo>
                    <a:pt x="2189129" y="3921043"/>
                  </a:lnTo>
                  <a:lnTo>
                    <a:pt x="2189445" y="3921043"/>
                  </a:lnTo>
                  <a:lnTo>
                    <a:pt x="2189760" y="3920182"/>
                  </a:lnTo>
                  <a:lnTo>
                    <a:pt x="2189918" y="3920182"/>
                  </a:lnTo>
                  <a:lnTo>
                    <a:pt x="2190549" y="3920182"/>
                  </a:lnTo>
                  <a:lnTo>
                    <a:pt x="2191180" y="3919751"/>
                  </a:lnTo>
                  <a:lnTo>
                    <a:pt x="2191180" y="3919321"/>
                  </a:lnTo>
                  <a:lnTo>
                    <a:pt x="2191495" y="3919321"/>
                  </a:lnTo>
                  <a:lnTo>
                    <a:pt x="2191653" y="3919321"/>
                  </a:lnTo>
                  <a:lnTo>
                    <a:pt x="2191810" y="3919321"/>
                  </a:lnTo>
                  <a:lnTo>
                    <a:pt x="2191810" y="3918890"/>
                  </a:lnTo>
                  <a:lnTo>
                    <a:pt x="2192126" y="3918890"/>
                  </a:lnTo>
                  <a:lnTo>
                    <a:pt x="2192284" y="3918890"/>
                  </a:lnTo>
                  <a:lnTo>
                    <a:pt x="2192441" y="3918890"/>
                  </a:lnTo>
                  <a:lnTo>
                    <a:pt x="2192599" y="3918029"/>
                  </a:lnTo>
                  <a:lnTo>
                    <a:pt x="2193072" y="3917598"/>
                  </a:lnTo>
                  <a:lnTo>
                    <a:pt x="2193230" y="3916737"/>
                  </a:lnTo>
                  <a:lnTo>
                    <a:pt x="2193703" y="3916307"/>
                  </a:lnTo>
                  <a:lnTo>
                    <a:pt x="2193703" y="3915876"/>
                  </a:lnTo>
                  <a:lnTo>
                    <a:pt x="2193703" y="3915445"/>
                  </a:lnTo>
                  <a:lnTo>
                    <a:pt x="2193703" y="3915015"/>
                  </a:lnTo>
                  <a:lnTo>
                    <a:pt x="2193861" y="3914584"/>
                  </a:lnTo>
                  <a:lnTo>
                    <a:pt x="2194334" y="3914584"/>
                  </a:lnTo>
                  <a:lnTo>
                    <a:pt x="2194334" y="3914154"/>
                  </a:lnTo>
                  <a:lnTo>
                    <a:pt x="2194334" y="3913723"/>
                  </a:lnTo>
                  <a:lnTo>
                    <a:pt x="2194649" y="3913292"/>
                  </a:lnTo>
                  <a:lnTo>
                    <a:pt x="2194965" y="3913292"/>
                  </a:lnTo>
                  <a:lnTo>
                    <a:pt x="2195438" y="3911570"/>
                  </a:lnTo>
                  <a:lnTo>
                    <a:pt x="2195911" y="3911570"/>
                  </a:lnTo>
                  <a:lnTo>
                    <a:pt x="2196384" y="3911570"/>
                  </a:lnTo>
                  <a:lnTo>
                    <a:pt x="2196542" y="3911570"/>
                  </a:lnTo>
                  <a:lnTo>
                    <a:pt x="2196700" y="3911570"/>
                  </a:lnTo>
                  <a:lnTo>
                    <a:pt x="2197488" y="3910709"/>
                  </a:lnTo>
                  <a:lnTo>
                    <a:pt x="2197646" y="3910709"/>
                  </a:lnTo>
                  <a:lnTo>
                    <a:pt x="2198119" y="3910278"/>
                  </a:lnTo>
                  <a:lnTo>
                    <a:pt x="2198750" y="3910278"/>
                  </a:lnTo>
                  <a:lnTo>
                    <a:pt x="2199065" y="3909848"/>
                  </a:lnTo>
                  <a:lnTo>
                    <a:pt x="2199223" y="3909848"/>
                  </a:lnTo>
                  <a:lnTo>
                    <a:pt x="2199539" y="3909417"/>
                  </a:lnTo>
                  <a:lnTo>
                    <a:pt x="2199854" y="3909417"/>
                  </a:lnTo>
                  <a:lnTo>
                    <a:pt x="2200012" y="3909417"/>
                  </a:lnTo>
                  <a:lnTo>
                    <a:pt x="2200012" y="3908986"/>
                  </a:lnTo>
                  <a:lnTo>
                    <a:pt x="2200169" y="3908986"/>
                  </a:lnTo>
                  <a:lnTo>
                    <a:pt x="2200485" y="3908556"/>
                  </a:lnTo>
                  <a:lnTo>
                    <a:pt x="2200485" y="3908125"/>
                  </a:lnTo>
                  <a:lnTo>
                    <a:pt x="2201274" y="3908125"/>
                  </a:lnTo>
                  <a:lnTo>
                    <a:pt x="2201589" y="3908125"/>
                  </a:lnTo>
                  <a:lnTo>
                    <a:pt x="2201589" y="3907695"/>
                  </a:lnTo>
                  <a:lnTo>
                    <a:pt x="2202220" y="3907264"/>
                  </a:lnTo>
                  <a:lnTo>
                    <a:pt x="2202378" y="3906833"/>
                  </a:lnTo>
                  <a:lnTo>
                    <a:pt x="2202693" y="3906403"/>
                  </a:lnTo>
                  <a:lnTo>
                    <a:pt x="2202851" y="3905972"/>
                  </a:lnTo>
                  <a:lnTo>
                    <a:pt x="2202851" y="3905542"/>
                  </a:lnTo>
                  <a:lnTo>
                    <a:pt x="2202851" y="3905111"/>
                  </a:lnTo>
                  <a:lnTo>
                    <a:pt x="2202851" y="3904680"/>
                  </a:lnTo>
                  <a:lnTo>
                    <a:pt x="2202851" y="3904250"/>
                  </a:lnTo>
                  <a:lnTo>
                    <a:pt x="2203166" y="3904250"/>
                  </a:lnTo>
                  <a:lnTo>
                    <a:pt x="2203324" y="3904250"/>
                  </a:lnTo>
                  <a:lnTo>
                    <a:pt x="2203482" y="3904250"/>
                  </a:lnTo>
                  <a:lnTo>
                    <a:pt x="2203955" y="3904250"/>
                  </a:lnTo>
                  <a:lnTo>
                    <a:pt x="2204112" y="3904250"/>
                  </a:lnTo>
                  <a:lnTo>
                    <a:pt x="2204112" y="3903819"/>
                  </a:lnTo>
                  <a:lnTo>
                    <a:pt x="2204112" y="3903389"/>
                  </a:lnTo>
                  <a:lnTo>
                    <a:pt x="2204270" y="3902958"/>
                  </a:lnTo>
                  <a:lnTo>
                    <a:pt x="2205216" y="3899083"/>
                  </a:lnTo>
                  <a:lnTo>
                    <a:pt x="2205374" y="3899083"/>
                  </a:lnTo>
                  <a:lnTo>
                    <a:pt x="2205847" y="3899083"/>
                  </a:lnTo>
                  <a:lnTo>
                    <a:pt x="2206005" y="3898221"/>
                  </a:lnTo>
                  <a:lnTo>
                    <a:pt x="2206005" y="3897791"/>
                  </a:lnTo>
                  <a:lnTo>
                    <a:pt x="2206163" y="3897791"/>
                  </a:lnTo>
                  <a:lnTo>
                    <a:pt x="2206320" y="3897360"/>
                  </a:lnTo>
                  <a:lnTo>
                    <a:pt x="2206320" y="3896930"/>
                  </a:lnTo>
                  <a:lnTo>
                    <a:pt x="2206636" y="3896930"/>
                  </a:lnTo>
                  <a:lnTo>
                    <a:pt x="2206794" y="3896930"/>
                  </a:lnTo>
                  <a:lnTo>
                    <a:pt x="2206794" y="3896068"/>
                  </a:lnTo>
                  <a:lnTo>
                    <a:pt x="2206951" y="3896068"/>
                  </a:lnTo>
                  <a:lnTo>
                    <a:pt x="2207109" y="3896068"/>
                  </a:lnTo>
                  <a:lnTo>
                    <a:pt x="2207740" y="3896068"/>
                  </a:lnTo>
                  <a:lnTo>
                    <a:pt x="2208371" y="3895638"/>
                  </a:lnTo>
                  <a:lnTo>
                    <a:pt x="2208529" y="3895638"/>
                  </a:lnTo>
                  <a:lnTo>
                    <a:pt x="2208844" y="3895638"/>
                  </a:lnTo>
                  <a:lnTo>
                    <a:pt x="2209475" y="3895207"/>
                  </a:lnTo>
                  <a:lnTo>
                    <a:pt x="2209633" y="3895207"/>
                  </a:lnTo>
                  <a:lnTo>
                    <a:pt x="2209633" y="3894777"/>
                  </a:lnTo>
                  <a:lnTo>
                    <a:pt x="2209790" y="3894777"/>
                  </a:lnTo>
                  <a:lnTo>
                    <a:pt x="2209948" y="3894777"/>
                  </a:lnTo>
                  <a:lnTo>
                    <a:pt x="2210106" y="3894346"/>
                  </a:lnTo>
                  <a:lnTo>
                    <a:pt x="2210106" y="3893915"/>
                  </a:lnTo>
                  <a:lnTo>
                    <a:pt x="2210421" y="3893485"/>
                  </a:lnTo>
                  <a:lnTo>
                    <a:pt x="2210737" y="3893485"/>
                  </a:lnTo>
                  <a:lnTo>
                    <a:pt x="2211210" y="3892624"/>
                  </a:lnTo>
                  <a:lnTo>
                    <a:pt x="2211367" y="3892624"/>
                  </a:lnTo>
                  <a:lnTo>
                    <a:pt x="2211525" y="3892624"/>
                  </a:lnTo>
                  <a:lnTo>
                    <a:pt x="2211998" y="3892624"/>
                  </a:lnTo>
                  <a:lnTo>
                    <a:pt x="2212314" y="3892624"/>
                  </a:lnTo>
                  <a:lnTo>
                    <a:pt x="2212314" y="3892193"/>
                  </a:lnTo>
                  <a:lnTo>
                    <a:pt x="2212472" y="3892193"/>
                  </a:lnTo>
                  <a:lnTo>
                    <a:pt x="2212629" y="3892193"/>
                  </a:lnTo>
                  <a:lnTo>
                    <a:pt x="2212787" y="3892193"/>
                  </a:lnTo>
                  <a:lnTo>
                    <a:pt x="2213418" y="3892193"/>
                  </a:lnTo>
                  <a:lnTo>
                    <a:pt x="2213576" y="3892193"/>
                  </a:lnTo>
                  <a:lnTo>
                    <a:pt x="2213733" y="3892193"/>
                  </a:lnTo>
                  <a:lnTo>
                    <a:pt x="2214364" y="3891762"/>
                  </a:lnTo>
                  <a:lnTo>
                    <a:pt x="2214522" y="3891762"/>
                  </a:lnTo>
                  <a:lnTo>
                    <a:pt x="2214522" y="3891332"/>
                  </a:lnTo>
                  <a:lnTo>
                    <a:pt x="2214680" y="3890901"/>
                  </a:lnTo>
                  <a:lnTo>
                    <a:pt x="2214680" y="3890471"/>
                  </a:lnTo>
                  <a:lnTo>
                    <a:pt x="2214837" y="3890471"/>
                  </a:lnTo>
                  <a:lnTo>
                    <a:pt x="2214995" y="3890471"/>
                  </a:lnTo>
                  <a:lnTo>
                    <a:pt x="2215153" y="3890471"/>
                  </a:lnTo>
                  <a:lnTo>
                    <a:pt x="2215468" y="3890471"/>
                  </a:lnTo>
                  <a:lnTo>
                    <a:pt x="2215941" y="3890471"/>
                  </a:lnTo>
                  <a:lnTo>
                    <a:pt x="2215941" y="3890040"/>
                  </a:lnTo>
                  <a:lnTo>
                    <a:pt x="2216257" y="3890040"/>
                  </a:lnTo>
                  <a:lnTo>
                    <a:pt x="2216414" y="3890040"/>
                  </a:lnTo>
                  <a:lnTo>
                    <a:pt x="2216572" y="3890040"/>
                  </a:lnTo>
                  <a:lnTo>
                    <a:pt x="2216888" y="3890040"/>
                  </a:lnTo>
                  <a:lnTo>
                    <a:pt x="2217045" y="3890040"/>
                  </a:lnTo>
                  <a:lnTo>
                    <a:pt x="2217203" y="3890040"/>
                  </a:lnTo>
                  <a:lnTo>
                    <a:pt x="2217361" y="3890040"/>
                  </a:lnTo>
                  <a:lnTo>
                    <a:pt x="2217361" y="3887887"/>
                  </a:lnTo>
                  <a:lnTo>
                    <a:pt x="2217361" y="3887456"/>
                  </a:lnTo>
                  <a:lnTo>
                    <a:pt x="2217518" y="3887456"/>
                  </a:lnTo>
                  <a:lnTo>
                    <a:pt x="2217676" y="3887456"/>
                  </a:lnTo>
                  <a:lnTo>
                    <a:pt x="2217834" y="3887026"/>
                  </a:lnTo>
                  <a:lnTo>
                    <a:pt x="2217992" y="3887026"/>
                  </a:lnTo>
                  <a:lnTo>
                    <a:pt x="2218149" y="3887026"/>
                  </a:lnTo>
                  <a:lnTo>
                    <a:pt x="2218149" y="3886595"/>
                  </a:lnTo>
                  <a:lnTo>
                    <a:pt x="2218780" y="3886595"/>
                  </a:lnTo>
                  <a:lnTo>
                    <a:pt x="2219096" y="3886595"/>
                  </a:lnTo>
                  <a:lnTo>
                    <a:pt x="2219253" y="3886595"/>
                  </a:lnTo>
                  <a:lnTo>
                    <a:pt x="2219884" y="3885734"/>
                  </a:lnTo>
                  <a:lnTo>
                    <a:pt x="2220042" y="3885734"/>
                  </a:lnTo>
                  <a:lnTo>
                    <a:pt x="2220042" y="3884442"/>
                  </a:lnTo>
                  <a:lnTo>
                    <a:pt x="2220200" y="3883581"/>
                  </a:lnTo>
                  <a:lnTo>
                    <a:pt x="2220200" y="3883150"/>
                  </a:lnTo>
                  <a:lnTo>
                    <a:pt x="2220357" y="3883150"/>
                  </a:lnTo>
                  <a:lnTo>
                    <a:pt x="2220515" y="3883150"/>
                  </a:lnTo>
                  <a:lnTo>
                    <a:pt x="2220831" y="3883150"/>
                  </a:lnTo>
                  <a:lnTo>
                    <a:pt x="2220988" y="3883150"/>
                  </a:lnTo>
                  <a:lnTo>
                    <a:pt x="2221146" y="3882720"/>
                  </a:lnTo>
                  <a:lnTo>
                    <a:pt x="2221304" y="3882720"/>
                  </a:lnTo>
                  <a:lnTo>
                    <a:pt x="2222250" y="3882289"/>
                  </a:lnTo>
                  <a:lnTo>
                    <a:pt x="2222408" y="3882289"/>
                  </a:lnTo>
                  <a:lnTo>
                    <a:pt x="2222565" y="3881859"/>
                  </a:lnTo>
                  <a:lnTo>
                    <a:pt x="2222565" y="3881428"/>
                  </a:lnTo>
                  <a:lnTo>
                    <a:pt x="2222565" y="3880997"/>
                  </a:lnTo>
                  <a:lnTo>
                    <a:pt x="2222723" y="3880567"/>
                  </a:lnTo>
                  <a:lnTo>
                    <a:pt x="2222881" y="3880136"/>
                  </a:lnTo>
                  <a:lnTo>
                    <a:pt x="2222881" y="3879706"/>
                  </a:lnTo>
                  <a:lnTo>
                    <a:pt x="2223039" y="3879706"/>
                  </a:lnTo>
                  <a:lnTo>
                    <a:pt x="2223196" y="3879275"/>
                  </a:lnTo>
                  <a:lnTo>
                    <a:pt x="2223196" y="3878844"/>
                  </a:lnTo>
                  <a:lnTo>
                    <a:pt x="2223354" y="3878844"/>
                  </a:lnTo>
                  <a:lnTo>
                    <a:pt x="2223985" y="3878844"/>
                  </a:lnTo>
                  <a:lnTo>
                    <a:pt x="2224458" y="3878844"/>
                  </a:lnTo>
                  <a:lnTo>
                    <a:pt x="2224616" y="3878844"/>
                  </a:lnTo>
                  <a:lnTo>
                    <a:pt x="2224931" y="3878844"/>
                  </a:lnTo>
                  <a:lnTo>
                    <a:pt x="2225089" y="3878844"/>
                  </a:lnTo>
                  <a:lnTo>
                    <a:pt x="2225247" y="3878844"/>
                  </a:lnTo>
                  <a:lnTo>
                    <a:pt x="2225562" y="3878414"/>
                  </a:lnTo>
                  <a:lnTo>
                    <a:pt x="2225878" y="3877983"/>
                  </a:lnTo>
                  <a:lnTo>
                    <a:pt x="2226035" y="3877983"/>
                  </a:lnTo>
                  <a:lnTo>
                    <a:pt x="2226193" y="3877983"/>
                  </a:lnTo>
                  <a:lnTo>
                    <a:pt x="2226351" y="3877983"/>
                  </a:lnTo>
                  <a:lnTo>
                    <a:pt x="2226824" y="3877983"/>
                  </a:lnTo>
                  <a:lnTo>
                    <a:pt x="2227612" y="3877553"/>
                  </a:lnTo>
                  <a:lnTo>
                    <a:pt x="2227928" y="3877553"/>
                  </a:lnTo>
                  <a:lnTo>
                    <a:pt x="2227928" y="3877122"/>
                  </a:lnTo>
                  <a:lnTo>
                    <a:pt x="2228086" y="3877122"/>
                  </a:lnTo>
                  <a:lnTo>
                    <a:pt x="2228559" y="3876691"/>
                  </a:lnTo>
                  <a:lnTo>
                    <a:pt x="2228716" y="3876691"/>
                  </a:lnTo>
                  <a:lnTo>
                    <a:pt x="2228716" y="3876261"/>
                  </a:lnTo>
                  <a:lnTo>
                    <a:pt x="2228874" y="3876261"/>
                  </a:lnTo>
                  <a:lnTo>
                    <a:pt x="2229978" y="3875400"/>
                  </a:lnTo>
                  <a:lnTo>
                    <a:pt x="2230136" y="3875400"/>
                  </a:lnTo>
                  <a:lnTo>
                    <a:pt x="2230294" y="3875400"/>
                  </a:lnTo>
                  <a:lnTo>
                    <a:pt x="2230609" y="3874969"/>
                  </a:lnTo>
                  <a:lnTo>
                    <a:pt x="2230925" y="3874969"/>
                  </a:lnTo>
                  <a:lnTo>
                    <a:pt x="2230925" y="3874538"/>
                  </a:lnTo>
                  <a:lnTo>
                    <a:pt x="2231871" y="3874108"/>
                  </a:lnTo>
                  <a:lnTo>
                    <a:pt x="2232029" y="3874108"/>
                  </a:lnTo>
                  <a:lnTo>
                    <a:pt x="2232029" y="3873677"/>
                  </a:lnTo>
                  <a:lnTo>
                    <a:pt x="2232029" y="3873247"/>
                  </a:lnTo>
                  <a:lnTo>
                    <a:pt x="2232029" y="3872816"/>
                  </a:lnTo>
                  <a:lnTo>
                    <a:pt x="2232502" y="3872385"/>
                  </a:lnTo>
                  <a:lnTo>
                    <a:pt x="2233133" y="3872385"/>
                  </a:lnTo>
                  <a:lnTo>
                    <a:pt x="2233448" y="3872385"/>
                  </a:lnTo>
                  <a:lnTo>
                    <a:pt x="2233606" y="3872385"/>
                  </a:lnTo>
                  <a:lnTo>
                    <a:pt x="2233606" y="3871955"/>
                  </a:lnTo>
                  <a:lnTo>
                    <a:pt x="2233763" y="3871955"/>
                  </a:lnTo>
                  <a:lnTo>
                    <a:pt x="2234237" y="3871524"/>
                  </a:lnTo>
                  <a:lnTo>
                    <a:pt x="2234394" y="3871524"/>
                  </a:lnTo>
                  <a:lnTo>
                    <a:pt x="2234394" y="3871094"/>
                  </a:lnTo>
                  <a:lnTo>
                    <a:pt x="2234552" y="3870663"/>
                  </a:lnTo>
                  <a:lnTo>
                    <a:pt x="2234552" y="3870232"/>
                  </a:lnTo>
                  <a:lnTo>
                    <a:pt x="2234710" y="3870232"/>
                  </a:lnTo>
                  <a:lnTo>
                    <a:pt x="2234868" y="3870232"/>
                  </a:lnTo>
                  <a:lnTo>
                    <a:pt x="2235025" y="3870232"/>
                  </a:lnTo>
                  <a:lnTo>
                    <a:pt x="2235183" y="3869802"/>
                  </a:lnTo>
                  <a:lnTo>
                    <a:pt x="2235498" y="3869371"/>
                  </a:lnTo>
                  <a:lnTo>
                    <a:pt x="2235498" y="3868941"/>
                  </a:lnTo>
                  <a:lnTo>
                    <a:pt x="2235656" y="3868510"/>
                  </a:lnTo>
                  <a:lnTo>
                    <a:pt x="2236129" y="3868079"/>
                  </a:lnTo>
                  <a:lnTo>
                    <a:pt x="2236287" y="3868079"/>
                  </a:lnTo>
                  <a:lnTo>
                    <a:pt x="2236602" y="3868079"/>
                  </a:lnTo>
                  <a:lnTo>
                    <a:pt x="2237391" y="3867649"/>
                  </a:lnTo>
                  <a:lnTo>
                    <a:pt x="2237549" y="3867649"/>
                  </a:lnTo>
                  <a:lnTo>
                    <a:pt x="2237706" y="3867649"/>
                  </a:lnTo>
                  <a:lnTo>
                    <a:pt x="2237864" y="3867649"/>
                  </a:lnTo>
                  <a:lnTo>
                    <a:pt x="2238180" y="3867649"/>
                  </a:lnTo>
                  <a:lnTo>
                    <a:pt x="2238653" y="3867218"/>
                  </a:lnTo>
                  <a:lnTo>
                    <a:pt x="2238810" y="3867218"/>
                  </a:lnTo>
                  <a:lnTo>
                    <a:pt x="2238968" y="3867218"/>
                  </a:lnTo>
                  <a:lnTo>
                    <a:pt x="2238968" y="3866788"/>
                  </a:lnTo>
                  <a:lnTo>
                    <a:pt x="2239126" y="3866788"/>
                  </a:lnTo>
                  <a:lnTo>
                    <a:pt x="2239126" y="3865926"/>
                  </a:lnTo>
                  <a:lnTo>
                    <a:pt x="2239757" y="3865496"/>
                  </a:lnTo>
                  <a:lnTo>
                    <a:pt x="2240072" y="3864635"/>
                  </a:lnTo>
                  <a:lnTo>
                    <a:pt x="2240230" y="3864204"/>
                  </a:lnTo>
                  <a:lnTo>
                    <a:pt x="2240703" y="3864204"/>
                  </a:lnTo>
                  <a:lnTo>
                    <a:pt x="2240861" y="3864204"/>
                  </a:lnTo>
                  <a:lnTo>
                    <a:pt x="2240861" y="3863773"/>
                  </a:lnTo>
                  <a:lnTo>
                    <a:pt x="2241176" y="3863773"/>
                  </a:lnTo>
                  <a:lnTo>
                    <a:pt x="2241492" y="3863773"/>
                  </a:lnTo>
                  <a:lnTo>
                    <a:pt x="2241965" y="3863343"/>
                  </a:lnTo>
                  <a:lnTo>
                    <a:pt x="2242438" y="3863343"/>
                  </a:lnTo>
                  <a:lnTo>
                    <a:pt x="2242753" y="3863343"/>
                  </a:lnTo>
                  <a:lnTo>
                    <a:pt x="2245592" y="3859898"/>
                  </a:lnTo>
                  <a:lnTo>
                    <a:pt x="2245908" y="3859898"/>
                  </a:lnTo>
                  <a:lnTo>
                    <a:pt x="2245908" y="3859467"/>
                  </a:lnTo>
                  <a:lnTo>
                    <a:pt x="2246066" y="3859467"/>
                  </a:lnTo>
                  <a:lnTo>
                    <a:pt x="2246381" y="3859467"/>
                  </a:lnTo>
                  <a:lnTo>
                    <a:pt x="2246696" y="3859037"/>
                  </a:lnTo>
                  <a:lnTo>
                    <a:pt x="2247012" y="3859037"/>
                  </a:lnTo>
                  <a:lnTo>
                    <a:pt x="2247170" y="3859037"/>
                  </a:lnTo>
                  <a:lnTo>
                    <a:pt x="2247327" y="3859037"/>
                  </a:lnTo>
                  <a:lnTo>
                    <a:pt x="2247327" y="3858606"/>
                  </a:lnTo>
                  <a:lnTo>
                    <a:pt x="2247643" y="3858176"/>
                  </a:lnTo>
                  <a:lnTo>
                    <a:pt x="2247643" y="3857745"/>
                  </a:lnTo>
                  <a:lnTo>
                    <a:pt x="2247800" y="3857745"/>
                  </a:lnTo>
                  <a:lnTo>
                    <a:pt x="2247800" y="3856884"/>
                  </a:lnTo>
                  <a:lnTo>
                    <a:pt x="2247958" y="3856884"/>
                  </a:lnTo>
                  <a:lnTo>
                    <a:pt x="2248116" y="3856453"/>
                  </a:lnTo>
                  <a:lnTo>
                    <a:pt x="2248274" y="3856453"/>
                  </a:lnTo>
                  <a:lnTo>
                    <a:pt x="2248431" y="3856453"/>
                  </a:lnTo>
                  <a:lnTo>
                    <a:pt x="2248904" y="3856453"/>
                  </a:lnTo>
                  <a:lnTo>
                    <a:pt x="2249062" y="3856453"/>
                  </a:lnTo>
                  <a:lnTo>
                    <a:pt x="2249378" y="3856453"/>
                  </a:lnTo>
                  <a:lnTo>
                    <a:pt x="2249535" y="3856453"/>
                  </a:lnTo>
                  <a:lnTo>
                    <a:pt x="2249693" y="3856453"/>
                  </a:lnTo>
                  <a:lnTo>
                    <a:pt x="2249693" y="3854300"/>
                  </a:lnTo>
                  <a:lnTo>
                    <a:pt x="2250639" y="3853439"/>
                  </a:lnTo>
                  <a:lnTo>
                    <a:pt x="2250797" y="3852578"/>
                  </a:lnTo>
                  <a:lnTo>
                    <a:pt x="2251428" y="3852578"/>
                  </a:lnTo>
                  <a:lnTo>
                    <a:pt x="2251901" y="3852578"/>
                  </a:lnTo>
                  <a:lnTo>
                    <a:pt x="2252059" y="3852578"/>
                  </a:lnTo>
                  <a:lnTo>
                    <a:pt x="2252059" y="3852147"/>
                  </a:lnTo>
                  <a:lnTo>
                    <a:pt x="2252532" y="3850855"/>
                  </a:lnTo>
                  <a:lnTo>
                    <a:pt x="2252690" y="3850855"/>
                  </a:lnTo>
                  <a:lnTo>
                    <a:pt x="2252847" y="3850855"/>
                  </a:lnTo>
                  <a:lnTo>
                    <a:pt x="2253005" y="3850855"/>
                  </a:lnTo>
                  <a:lnTo>
                    <a:pt x="2253321" y="3850425"/>
                  </a:lnTo>
                  <a:lnTo>
                    <a:pt x="2253478" y="3850425"/>
                  </a:lnTo>
                  <a:lnTo>
                    <a:pt x="2253636" y="3849994"/>
                  </a:lnTo>
                  <a:lnTo>
                    <a:pt x="2254109" y="3849994"/>
                  </a:lnTo>
                  <a:lnTo>
                    <a:pt x="2254267" y="3849994"/>
                  </a:lnTo>
                  <a:lnTo>
                    <a:pt x="2254425" y="3849994"/>
                  </a:lnTo>
                  <a:lnTo>
                    <a:pt x="2254740" y="3849133"/>
                  </a:lnTo>
                  <a:lnTo>
                    <a:pt x="2255055" y="3849133"/>
                  </a:lnTo>
                  <a:lnTo>
                    <a:pt x="2255529" y="3849133"/>
                  </a:lnTo>
                  <a:lnTo>
                    <a:pt x="2255686" y="3849133"/>
                  </a:lnTo>
                  <a:lnTo>
                    <a:pt x="2255686" y="3848702"/>
                  </a:lnTo>
                  <a:lnTo>
                    <a:pt x="2256317" y="3848702"/>
                  </a:lnTo>
                  <a:lnTo>
                    <a:pt x="2256790" y="3848702"/>
                  </a:lnTo>
                  <a:lnTo>
                    <a:pt x="2256948" y="3848702"/>
                  </a:lnTo>
                  <a:lnTo>
                    <a:pt x="2257106" y="3847841"/>
                  </a:lnTo>
                  <a:lnTo>
                    <a:pt x="2257263" y="3847841"/>
                  </a:lnTo>
                  <a:lnTo>
                    <a:pt x="2257579" y="3847411"/>
                  </a:lnTo>
                  <a:lnTo>
                    <a:pt x="2257737" y="3847411"/>
                  </a:lnTo>
                  <a:lnTo>
                    <a:pt x="2258210" y="3847411"/>
                  </a:lnTo>
                  <a:lnTo>
                    <a:pt x="2258210" y="3846980"/>
                  </a:lnTo>
                  <a:lnTo>
                    <a:pt x="2258525" y="3846980"/>
                  </a:lnTo>
                  <a:lnTo>
                    <a:pt x="2258841" y="3846549"/>
                  </a:lnTo>
                  <a:lnTo>
                    <a:pt x="2259156" y="3846119"/>
                  </a:lnTo>
                  <a:lnTo>
                    <a:pt x="2259472" y="3845688"/>
                  </a:lnTo>
                  <a:lnTo>
                    <a:pt x="2259629" y="3845688"/>
                  </a:lnTo>
                  <a:lnTo>
                    <a:pt x="2259945" y="3845688"/>
                  </a:lnTo>
                  <a:lnTo>
                    <a:pt x="2259945" y="3845258"/>
                  </a:lnTo>
                  <a:lnTo>
                    <a:pt x="2260102" y="3845258"/>
                  </a:lnTo>
                  <a:lnTo>
                    <a:pt x="2261364" y="3844827"/>
                  </a:lnTo>
                  <a:lnTo>
                    <a:pt x="2261680" y="3844396"/>
                  </a:lnTo>
                  <a:lnTo>
                    <a:pt x="2261680" y="3843966"/>
                  </a:lnTo>
                  <a:lnTo>
                    <a:pt x="2261837" y="3843966"/>
                  </a:lnTo>
                  <a:lnTo>
                    <a:pt x="2261995" y="3843966"/>
                  </a:lnTo>
                  <a:lnTo>
                    <a:pt x="2262310" y="3843535"/>
                  </a:lnTo>
                  <a:lnTo>
                    <a:pt x="2262941" y="3842674"/>
                  </a:lnTo>
                  <a:lnTo>
                    <a:pt x="2263572" y="3842674"/>
                  </a:lnTo>
                  <a:lnTo>
                    <a:pt x="2263730" y="3842674"/>
                  </a:lnTo>
                  <a:lnTo>
                    <a:pt x="2263888" y="3842243"/>
                  </a:lnTo>
                  <a:lnTo>
                    <a:pt x="2264676" y="3842243"/>
                  </a:lnTo>
                  <a:lnTo>
                    <a:pt x="2264834" y="3841382"/>
                  </a:lnTo>
                  <a:lnTo>
                    <a:pt x="2264992" y="3841382"/>
                  </a:lnTo>
                  <a:lnTo>
                    <a:pt x="2265149" y="3841382"/>
                  </a:lnTo>
                  <a:lnTo>
                    <a:pt x="2265149" y="3840952"/>
                  </a:lnTo>
                  <a:lnTo>
                    <a:pt x="2265780" y="3840952"/>
                  </a:lnTo>
                  <a:lnTo>
                    <a:pt x="2265938" y="3840952"/>
                  </a:lnTo>
                  <a:lnTo>
                    <a:pt x="2266253" y="3840521"/>
                  </a:lnTo>
                  <a:lnTo>
                    <a:pt x="2266411" y="3840521"/>
                  </a:lnTo>
                  <a:lnTo>
                    <a:pt x="2267042" y="3840090"/>
                  </a:lnTo>
                  <a:lnTo>
                    <a:pt x="2267200" y="3840090"/>
                  </a:lnTo>
                  <a:lnTo>
                    <a:pt x="2267357" y="3840090"/>
                  </a:lnTo>
                  <a:lnTo>
                    <a:pt x="2267673" y="3839660"/>
                  </a:lnTo>
                  <a:lnTo>
                    <a:pt x="2267831" y="3839660"/>
                  </a:lnTo>
                  <a:lnTo>
                    <a:pt x="2267988" y="3839660"/>
                  </a:lnTo>
                  <a:lnTo>
                    <a:pt x="2268146" y="3839660"/>
                  </a:lnTo>
                  <a:lnTo>
                    <a:pt x="2268461" y="3839660"/>
                  </a:lnTo>
                  <a:lnTo>
                    <a:pt x="2269723" y="3839229"/>
                  </a:lnTo>
                  <a:lnTo>
                    <a:pt x="2269881" y="3839229"/>
                  </a:lnTo>
                  <a:lnTo>
                    <a:pt x="2270039" y="3838799"/>
                  </a:lnTo>
                  <a:lnTo>
                    <a:pt x="2270196" y="3838799"/>
                  </a:lnTo>
                  <a:lnTo>
                    <a:pt x="2270354" y="3838368"/>
                  </a:lnTo>
                  <a:lnTo>
                    <a:pt x="2270354" y="3837937"/>
                  </a:lnTo>
                  <a:lnTo>
                    <a:pt x="2270827" y="3837937"/>
                  </a:lnTo>
                  <a:lnTo>
                    <a:pt x="2271458" y="3837937"/>
                  </a:lnTo>
                  <a:lnTo>
                    <a:pt x="2272089" y="3835784"/>
                  </a:lnTo>
                  <a:lnTo>
                    <a:pt x="2272404" y="3835784"/>
                  </a:lnTo>
                  <a:lnTo>
                    <a:pt x="2272562" y="3835354"/>
                  </a:lnTo>
                  <a:lnTo>
                    <a:pt x="2272878" y="3835354"/>
                  </a:lnTo>
                  <a:lnTo>
                    <a:pt x="2273035" y="3835354"/>
                  </a:lnTo>
                  <a:lnTo>
                    <a:pt x="2273193" y="3835354"/>
                  </a:lnTo>
                  <a:lnTo>
                    <a:pt x="2273193" y="3834923"/>
                  </a:lnTo>
                  <a:lnTo>
                    <a:pt x="2273351" y="3834923"/>
                  </a:lnTo>
                  <a:lnTo>
                    <a:pt x="2273666" y="3834493"/>
                  </a:lnTo>
                  <a:lnTo>
                    <a:pt x="2274297" y="3834062"/>
                  </a:lnTo>
                  <a:lnTo>
                    <a:pt x="2274297" y="3833201"/>
                  </a:lnTo>
                  <a:lnTo>
                    <a:pt x="2275086" y="3832770"/>
                  </a:lnTo>
                  <a:lnTo>
                    <a:pt x="2275243" y="3832770"/>
                  </a:lnTo>
                  <a:lnTo>
                    <a:pt x="2275401" y="3832770"/>
                  </a:lnTo>
                  <a:lnTo>
                    <a:pt x="2275717" y="3832340"/>
                  </a:lnTo>
                  <a:lnTo>
                    <a:pt x="2275874" y="3832340"/>
                  </a:lnTo>
                  <a:lnTo>
                    <a:pt x="2275874" y="3831909"/>
                  </a:lnTo>
                  <a:lnTo>
                    <a:pt x="2276032" y="3831478"/>
                  </a:lnTo>
                  <a:lnTo>
                    <a:pt x="2276190" y="3831478"/>
                  </a:lnTo>
                  <a:lnTo>
                    <a:pt x="2276347" y="3831478"/>
                  </a:lnTo>
                  <a:lnTo>
                    <a:pt x="2276821" y="3831048"/>
                  </a:lnTo>
                  <a:lnTo>
                    <a:pt x="2276978" y="3831048"/>
                  </a:lnTo>
                  <a:lnTo>
                    <a:pt x="2277451" y="3830617"/>
                  </a:lnTo>
                  <a:lnTo>
                    <a:pt x="2277451" y="3830187"/>
                  </a:lnTo>
                  <a:lnTo>
                    <a:pt x="2277609" y="3830187"/>
                  </a:lnTo>
                  <a:lnTo>
                    <a:pt x="2277767" y="3830187"/>
                  </a:lnTo>
                  <a:lnTo>
                    <a:pt x="2277925" y="3830187"/>
                  </a:lnTo>
                  <a:lnTo>
                    <a:pt x="2277925" y="3829756"/>
                  </a:lnTo>
                  <a:lnTo>
                    <a:pt x="2278082" y="3829325"/>
                  </a:lnTo>
                  <a:lnTo>
                    <a:pt x="2278240" y="3829325"/>
                  </a:lnTo>
                  <a:lnTo>
                    <a:pt x="2278398" y="3829325"/>
                  </a:lnTo>
                  <a:lnTo>
                    <a:pt x="2278555" y="3829325"/>
                  </a:lnTo>
                  <a:lnTo>
                    <a:pt x="2278555" y="3828464"/>
                  </a:lnTo>
                  <a:lnTo>
                    <a:pt x="2278871" y="3828034"/>
                  </a:lnTo>
                  <a:lnTo>
                    <a:pt x="2279029" y="3828034"/>
                  </a:lnTo>
                  <a:lnTo>
                    <a:pt x="2279502" y="3828034"/>
                  </a:lnTo>
                  <a:lnTo>
                    <a:pt x="2279659" y="3827603"/>
                  </a:lnTo>
                  <a:lnTo>
                    <a:pt x="2281079" y="3827603"/>
                  </a:lnTo>
                  <a:lnTo>
                    <a:pt x="2281552" y="3827603"/>
                  </a:lnTo>
                  <a:lnTo>
                    <a:pt x="2281552" y="3826742"/>
                  </a:lnTo>
                  <a:lnTo>
                    <a:pt x="2281552" y="3826311"/>
                  </a:lnTo>
                  <a:lnTo>
                    <a:pt x="2281552" y="3825881"/>
                  </a:lnTo>
                  <a:lnTo>
                    <a:pt x="2281868" y="3825450"/>
                  </a:lnTo>
                  <a:lnTo>
                    <a:pt x="2282025" y="3825019"/>
                  </a:lnTo>
                  <a:lnTo>
                    <a:pt x="2282025" y="3824589"/>
                  </a:lnTo>
                  <a:lnTo>
                    <a:pt x="2282498" y="3824589"/>
                  </a:lnTo>
                  <a:lnTo>
                    <a:pt x="2282656" y="3824589"/>
                  </a:lnTo>
                  <a:lnTo>
                    <a:pt x="2282814" y="3824589"/>
                  </a:lnTo>
                  <a:lnTo>
                    <a:pt x="2282972" y="3824589"/>
                  </a:lnTo>
                  <a:lnTo>
                    <a:pt x="2283129" y="3824589"/>
                  </a:lnTo>
                  <a:lnTo>
                    <a:pt x="2283287" y="3824158"/>
                  </a:lnTo>
                  <a:lnTo>
                    <a:pt x="2283445" y="3824158"/>
                  </a:lnTo>
                  <a:lnTo>
                    <a:pt x="2283445" y="3823728"/>
                  </a:lnTo>
                  <a:lnTo>
                    <a:pt x="2283602" y="3823728"/>
                  </a:lnTo>
                  <a:lnTo>
                    <a:pt x="2284076" y="3823728"/>
                  </a:lnTo>
                  <a:lnTo>
                    <a:pt x="2284233" y="3823728"/>
                  </a:lnTo>
                  <a:lnTo>
                    <a:pt x="2284549" y="3823297"/>
                  </a:lnTo>
                  <a:lnTo>
                    <a:pt x="2284864" y="3822866"/>
                  </a:lnTo>
                  <a:lnTo>
                    <a:pt x="2285022" y="3822436"/>
                  </a:lnTo>
                  <a:lnTo>
                    <a:pt x="2285495" y="3822436"/>
                  </a:lnTo>
                  <a:lnTo>
                    <a:pt x="2285811" y="3822436"/>
                  </a:lnTo>
                  <a:lnTo>
                    <a:pt x="2285968" y="3822436"/>
                  </a:lnTo>
                  <a:lnTo>
                    <a:pt x="2286126" y="3822436"/>
                  </a:lnTo>
                  <a:lnTo>
                    <a:pt x="2286284" y="3822005"/>
                  </a:lnTo>
                  <a:lnTo>
                    <a:pt x="2286284" y="3821575"/>
                  </a:lnTo>
                  <a:lnTo>
                    <a:pt x="2286757" y="3821144"/>
                  </a:lnTo>
                  <a:lnTo>
                    <a:pt x="2286757" y="3820713"/>
                  </a:lnTo>
                  <a:lnTo>
                    <a:pt x="2286915" y="3820713"/>
                  </a:lnTo>
                  <a:lnTo>
                    <a:pt x="2287861" y="3820713"/>
                  </a:lnTo>
                  <a:lnTo>
                    <a:pt x="2288019" y="3820713"/>
                  </a:lnTo>
                  <a:lnTo>
                    <a:pt x="2288492" y="3820283"/>
                  </a:lnTo>
                  <a:lnTo>
                    <a:pt x="2288492" y="3819852"/>
                  </a:lnTo>
                  <a:lnTo>
                    <a:pt x="2288965" y="3819852"/>
                  </a:lnTo>
                  <a:lnTo>
                    <a:pt x="2289123" y="3819852"/>
                  </a:lnTo>
                  <a:lnTo>
                    <a:pt x="2289438" y="3819852"/>
                  </a:lnTo>
                  <a:lnTo>
                    <a:pt x="2289911" y="3819852"/>
                  </a:lnTo>
                  <a:lnTo>
                    <a:pt x="2290227" y="3819852"/>
                  </a:lnTo>
                  <a:lnTo>
                    <a:pt x="2290384" y="3819852"/>
                  </a:lnTo>
                  <a:lnTo>
                    <a:pt x="2290700" y="3818991"/>
                  </a:lnTo>
                  <a:lnTo>
                    <a:pt x="2290857" y="3818991"/>
                  </a:lnTo>
                  <a:lnTo>
                    <a:pt x="2291015" y="3818560"/>
                  </a:lnTo>
                  <a:lnTo>
                    <a:pt x="2291331" y="3818560"/>
                  </a:lnTo>
                  <a:lnTo>
                    <a:pt x="2291488" y="3818560"/>
                  </a:lnTo>
                  <a:lnTo>
                    <a:pt x="2291646" y="3818560"/>
                  </a:lnTo>
                  <a:lnTo>
                    <a:pt x="2291646" y="3818130"/>
                  </a:lnTo>
                  <a:lnTo>
                    <a:pt x="2291962" y="3817699"/>
                  </a:lnTo>
                  <a:lnTo>
                    <a:pt x="2292277" y="3817699"/>
                  </a:lnTo>
                  <a:lnTo>
                    <a:pt x="2292277" y="3817269"/>
                  </a:lnTo>
                  <a:lnTo>
                    <a:pt x="2292750" y="3817269"/>
                  </a:lnTo>
                  <a:lnTo>
                    <a:pt x="2292908" y="3816838"/>
                  </a:lnTo>
                  <a:lnTo>
                    <a:pt x="2293066" y="3816407"/>
                  </a:lnTo>
                  <a:lnTo>
                    <a:pt x="2293381" y="3816407"/>
                  </a:lnTo>
                  <a:lnTo>
                    <a:pt x="2293854" y="3815977"/>
                  </a:lnTo>
                  <a:lnTo>
                    <a:pt x="2294012" y="3815977"/>
                  </a:lnTo>
                  <a:lnTo>
                    <a:pt x="2294170" y="3815977"/>
                  </a:lnTo>
                  <a:lnTo>
                    <a:pt x="2294800" y="3815977"/>
                  </a:lnTo>
                  <a:lnTo>
                    <a:pt x="2295274" y="3815546"/>
                  </a:lnTo>
                  <a:lnTo>
                    <a:pt x="2296535" y="3814254"/>
                  </a:lnTo>
                  <a:lnTo>
                    <a:pt x="2296851" y="3814254"/>
                  </a:lnTo>
                  <a:lnTo>
                    <a:pt x="2297009" y="3814254"/>
                  </a:lnTo>
                  <a:lnTo>
                    <a:pt x="2297166" y="3814254"/>
                  </a:lnTo>
                  <a:lnTo>
                    <a:pt x="2297324" y="3814254"/>
                  </a:lnTo>
                  <a:lnTo>
                    <a:pt x="2297482" y="3814254"/>
                  </a:lnTo>
                  <a:lnTo>
                    <a:pt x="2297797" y="3813824"/>
                  </a:lnTo>
                  <a:lnTo>
                    <a:pt x="2298113" y="3813393"/>
                  </a:lnTo>
                  <a:lnTo>
                    <a:pt x="2298428" y="3813393"/>
                  </a:lnTo>
                  <a:lnTo>
                    <a:pt x="2298586" y="3813393"/>
                  </a:lnTo>
                  <a:lnTo>
                    <a:pt x="2298743" y="3813393"/>
                  </a:lnTo>
                  <a:lnTo>
                    <a:pt x="2298901" y="3813393"/>
                  </a:lnTo>
                  <a:lnTo>
                    <a:pt x="2299217" y="3812963"/>
                  </a:lnTo>
                  <a:lnTo>
                    <a:pt x="2299374" y="3812963"/>
                  </a:lnTo>
                  <a:lnTo>
                    <a:pt x="2299690" y="3812101"/>
                  </a:lnTo>
                  <a:lnTo>
                    <a:pt x="2300163" y="3811671"/>
                  </a:lnTo>
                  <a:lnTo>
                    <a:pt x="2300951" y="3810810"/>
                  </a:lnTo>
                  <a:lnTo>
                    <a:pt x="2301109" y="3810379"/>
                  </a:lnTo>
                  <a:lnTo>
                    <a:pt x="2301267" y="3809518"/>
                  </a:lnTo>
                  <a:lnTo>
                    <a:pt x="2301267" y="3808657"/>
                  </a:lnTo>
                  <a:lnTo>
                    <a:pt x="2301582" y="3808657"/>
                  </a:lnTo>
                  <a:lnTo>
                    <a:pt x="2301898" y="3808657"/>
                  </a:lnTo>
                  <a:lnTo>
                    <a:pt x="2302055" y="3807795"/>
                  </a:lnTo>
                  <a:lnTo>
                    <a:pt x="2302371" y="3807795"/>
                  </a:lnTo>
                  <a:lnTo>
                    <a:pt x="2302686" y="3807795"/>
                  </a:lnTo>
                  <a:lnTo>
                    <a:pt x="2302844" y="3807795"/>
                  </a:lnTo>
                  <a:lnTo>
                    <a:pt x="2303160" y="3807365"/>
                  </a:lnTo>
                  <a:lnTo>
                    <a:pt x="2303948" y="3807365"/>
                  </a:lnTo>
                  <a:lnTo>
                    <a:pt x="2304106" y="3807365"/>
                  </a:lnTo>
                  <a:lnTo>
                    <a:pt x="2304264" y="3807365"/>
                  </a:lnTo>
                  <a:lnTo>
                    <a:pt x="2306314" y="3804351"/>
                  </a:lnTo>
                  <a:lnTo>
                    <a:pt x="2306472" y="3804351"/>
                  </a:lnTo>
                  <a:lnTo>
                    <a:pt x="2306472" y="3803920"/>
                  </a:lnTo>
                  <a:lnTo>
                    <a:pt x="2306945" y="3803920"/>
                  </a:lnTo>
                  <a:lnTo>
                    <a:pt x="2307102" y="3803920"/>
                  </a:lnTo>
                  <a:lnTo>
                    <a:pt x="2307102" y="3803489"/>
                  </a:lnTo>
                  <a:lnTo>
                    <a:pt x="2307260" y="3802628"/>
                  </a:lnTo>
                  <a:lnTo>
                    <a:pt x="2307418" y="3802628"/>
                  </a:lnTo>
                  <a:lnTo>
                    <a:pt x="2307418" y="3802198"/>
                  </a:lnTo>
                  <a:lnTo>
                    <a:pt x="2307576" y="3802198"/>
                  </a:lnTo>
                  <a:lnTo>
                    <a:pt x="2307733" y="3802198"/>
                  </a:lnTo>
                  <a:lnTo>
                    <a:pt x="2307733" y="3801767"/>
                  </a:lnTo>
                  <a:lnTo>
                    <a:pt x="2307891" y="3801767"/>
                  </a:lnTo>
                  <a:lnTo>
                    <a:pt x="2307891" y="3801336"/>
                  </a:lnTo>
                  <a:lnTo>
                    <a:pt x="2308049" y="3801336"/>
                  </a:lnTo>
                  <a:lnTo>
                    <a:pt x="2308207" y="3801336"/>
                  </a:lnTo>
                  <a:lnTo>
                    <a:pt x="2308522" y="3801336"/>
                  </a:lnTo>
                  <a:lnTo>
                    <a:pt x="2308837" y="3800906"/>
                  </a:lnTo>
                  <a:lnTo>
                    <a:pt x="2309153" y="3800045"/>
                  </a:lnTo>
                  <a:lnTo>
                    <a:pt x="2309311" y="3800045"/>
                  </a:lnTo>
                  <a:lnTo>
                    <a:pt x="2309468" y="3800045"/>
                  </a:lnTo>
                  <a:lnTo>
                    <a:pt x="2310099" y="3800045"/>
                  </a:lnTo>
                  <a:lnTo>
                    <a:pt x="2310257" y="3800045"/>
                  </a:lnTo>
                  <a:lnTo>
                    <a:pt x="2310415" y="3800045"/>
                  </a:lnTo>
                  <a:lnTo>
                    <a:pt x="2310572" y="3800045"/>
                  </a:lnTo>
                  <a:lnTo>
                    <a:pt x="2310888" y="3799614"/>
                  </a:lnTo>
                  <a:lnTo>
                    <a:pt x="2311203" y="3799183"/>
                  </a:lnTo>
                  <a:lnTo>
                    <a:pt x="2311361" y="3799183"/>
                  </a:lnTo>
                  <a:lnTo>
                    <a:pt x="2311519" y="3799183"/>
                  </a:lnTo>
                  <a:lnTo>
                    <a:pt x="2311676" y="3799183"/>
                  </a:lnTo>
                  <a:lnTo>
                    <a:pt x="2311834" y="3799183"/>
                  </a:lnTo>
                  <a:lnTo>
                    <a:pt x="2311834" y="3798753"/>
                  </a:lnTo>
                  <a:lnTo>
                    <a:pt x="2311992" y="3798753"/>
                  </a:lnTo>
                  <a:lnTo>
                    <a:pt x="2312149" y="3798753"/>
                  </a:lnTo>
                  <a:lnTo>
                    <a:pt x="2312307" y="3798753"/>
                  </a:lnTo>
                  <a:lnTo>
                    <a:pt x="2312465" y="3798753"/>
                  </a:lnTo>
                  <a:lnTo>
                    <a:pt x="2312623" y="3797461"/>
                  </a:lnTo>
                  <a:lnTo>
                    <a:pt x="2312623" y="3797030"/>
                  </a:lnTo>
                  <a:lnTo>
                    <a:pt x="2312780" y="3796169"/>
                  </a:lnTo>
                  <a:lnTo>
                    <a:pt x="2312938" y="3795739"/>
                  </a:lnTo>
                  <a:lnTo>
                    <a:pt x="2313253" y="3795739"/>
                  </a:lnTo>
                  <a:lnTo>
                    <a:pt x="2313253" y="3795308"/>
                  </a:lnTo>
                  <a:lnTo>
                    <a:pt x="2313411" y="3795308"/>
                  </a:lnTo>
                  <a:lnTo>
                    <a:pt x="2313727" y="3794877"/>
                  </a:lnTo>
                  <a:lnTo>
                    <a:pt x="2314042" y="3794877"/>
                  </a:lnTo>
                  <a:lnTo>
                    <a:pt x="2314200" y="3794877"/>
                  </a:lnTo>
                  <a:lnTo>
                    <a:pt x="2314673" y="3794877"/>
                  </a:lnTo>
                  <a:lnTo>
                    <a:pt x="2315304" y="3793586"/>
                  </a:lnTo>
                  <a:lnTo>
                    <a:pt x="2315619" y="3793586"/>
                  </a:lnTo>
                  <a:lnTo>
                    <a:pt x="2315619" y="3793155"/>
                  </a:lnTo>
                  <a:lnTo>
                    <a:pt x="2315777" y="3793155"/>
                  </a:lnTo>
                  <a:lnTo>
                    <a:pt x="2316250" y="3792294"/>
                  </a:lnTo>
                  <a:lnTo>
                    <a:pt x="2316408" y="3791863"/>
                  </a:lnTo>
                  <a:lnTo>
                    <a:pt x="2317196" y="3791002"/>
                  </a:lnTo>
                  <a:lnTo>
                    <a:pt x="2317512" y="3791002"/>
                  </a:lnTo>
                  <a:lnTo>
                    <a:pt x="2317512" y="3790571"/>
                  </a:lnTo>
                  <a:lnTo>
                    <a:pt x="2318143" y="3790571"/>
                  </a:lnTo>
                  <a:lnTo>
                    <a:pt x="2318458" y="3790141"/>
                  </a:lnTo>
                  <a:lnTo>
                    <a:pt x="2318616" y="3790141"/>
                  </a:lnTo>
                  <a:lnTo>
                    <a:pt x="2318616" y="3789710"/>
                  </a:lnTo>
                  <a:lnTo>
                    <a:pt x="2318774" y="3789710"/>
                  </a:lnTo>
                  <a:lnTo>
                    <a:pt x="2318931" y="3789710"/>
                  </a:lnTo>
                  <a:lnTo>
                    <a:pt x="2319404" y="3789280"/>
                  </a:lnTo>
                  <a:lnTo>
                    <a:pt x="2319562" y="3789280"/>
                  </a:lnTo>
                  <a:lnTo>
                    <a:pt x="2319562" y="3788849"/>
                  </a:lnTo>
                  <a:lnTo>
                    <a:pt x="2319720" y="3788849"/>
                  </a:lnTo>
                  <a:lnTo>
                    <a:pt x="2319878" y="3788849"/>
                  </a:lnTo>
                  <a:lnTo>
                    <a:pt x="2320035" y="3788849"/>
                  </a:lnTo>
                  <a:lnTo>
                    <a:pt x="2320193" y="3788849"/>
                  </a:lnTo>
                  <a:lnTo>
                    <a:pt x="2320509" y="3788849"/>
                  </a:lnTo>
                  <a:lnTo>
                    <a:pt x="2320824" y="3788849"/>
                  </a:lnTo>
                  <a:lnTo>
                    <a:pt x="2320982" y="3788418"/>
                  </a:lnTo>
                  <a:lnTo>
                    <a:pt x="2321455" y="3788418"/>
                  </a:lnTo>
                  <a:lnTo>
                    <a:pt x="2321613" y="3787988"/>
                  </a:lnTo>
                  <a:lnTo>
                    <a:pt x="2321613" y="3787557"/>
                  </a:lnTo>
                  <a:lnTo>
                    <a:pt x="2321928" y="3787557"/>
                  </a:lnTo>
                  <a:lnTo>
                    <a:pt x="2322086" y="3787127"/>
                  </a:lnTo>
                  <a:lnTo>
                    <a:pt x="2322086" y="3785835"/>
                  </a:lnTo>
                  <a:lnTo>
                    <a:pt x="2322559" y="3785404"/>
                  </a:lnTo>
                  <a:lnTo>
                    <a:pt x="2322559" y="3784974"/>
                  </a:lnTo>
                  <a:lnTo>
                    <a:pt x="2322559" y="3784543"/>
                  </a:lnTo>
                  <a:lnTo>
                    <a:pt x="2322717" y="3784543"/>
                  </a:lnTo>
                  <a:lnTo>
                    <a:pt x="2323347" y="3784112"/>
                  </a:lnTo>
                  <a:lnTo>
                    <a:pt x="2323663" y="3783682"/>
                  </a:lnTo>
                  <a:lnTo>
                    <a:pt x="2323821" y="3783682"/>
                  </a:lnTo>
                  <a:lnTo>
                    <a:pt x="2323978" y="3783682"/>
                  </a:lnTo>
                  <a:lnTo>
                    <a:pt x="2324136" y="3783682"/>
                  </a:lnTo>
                  <a:lnTo>
                    <a:pt x="2324451" y="3783682"/>
                  </a:lnTo>
                  <a:lnTo>
                    <a:pt x="2324609" y="3783682"/>
                  </a:lnTo>
                  <a:lnTo>
                    <a:pt x="2324767" y="3783682"/>
                  </a:lnTo>
                  <a:lnTo>
                    <a:pt x="2326186" y="3782390"/>
                  </a:lnTo>
                  <a:lnTo>
                    <a:pt x="2326186" y="3781098"/>
                  </a:lnTo>
                  <a:lnTo>
                    <a:pt x="2326344" y="3781098"/>
                  </a:lnTo>
                  <a:lnTo>
                    <a:pt x="2326344" y="3780668"/>
                  </a:lnTo>
                  <a:lnTo>
                    <a:pt x="2326502" y="3780668"/>
                  </a:lnTo>
                  <a:lnTo>
                    <a:pt x="2326660" y="3780668"/>
                  </a:lnTo>
                  <a:lnTo>
                    <a:pt x="2326817" y="3779376"/>
                  </a:lnTo>
                  <a:lnTo>
                    <a:pt x="2326975" y="3778945"/>
                  </a:lnTo>
                  <a:lnTo>
                    <a:pt x="2327448" y="3778084"/>
                  </a:lnTo>
                  <a:lnTo>
                    <a:pt x="2327606" y="3778084"/>
                  </a:lnTo>
                  <a:lnTo>
                    <a:pt x="2327606" y="3777653"/>
                  </a:lnTo>
                  <a:lnTo>
                    <a:pt x="2327764" y="3777653"/>
                  </a:lnTo>
                  <a:lnTo>
                    <a:pt x="2327921" y="3777653"/>
                  </a:lnTo>
                  <a:lnTo>
                    <a:pt x="2328079" y="3777653"/>
                  </a:lnTo>
                  <a:lnTo>
                    <a:pt x="2328552" y="3777653"/>
                  </a:lnTo>
                  <a:lnTo>
                    <a:pt x="2329341" y="3777223"/>
                  </a:lnTo>
                  <a:lnTo>
                    <a:pt x="2329341" y="3776792"/>
                  </a:lnTo>
                  <a:lnTo>
                    <a:pt x="2329656" y="3776362"/>
                  </a:lnTo>
                  <a:lnTo>
                    <a:pt x="2329814" y="3775931"/>
                  </a:lnTo>
                  <a:lnTo>
                    <a:pt x="2330602" y="3775500"/>
                  </a:lnTo>
                  <a:lnTo>
                    <a:pt x="2330918" y="3775500"/>
                  </a:lnTo>
                  <a:lnTo>
                    <a:pt x="2331076" y="3775070"/>
                  </a:lnTo>
                  <a:lnTo>
                    <a:pt x="2331076" y="3774639"/>
                  </a:lnTo>
                  <a:lnTo>
                    <a:pt x="2331391" y="3774639"/>
                  </a:lnTo>
                  <a:lnTo>
                    <a:pt x="2331391" y="3774209"/>
                  </a:lnTo>
                  <a:lnTo>
                    <a:pt x="2332022" y="3773778"/>
                  </a:lnTo>
                  <a:lnTo>
                    <a:pt x="2332180" y="3772917"/>
                  </a:lnTo>
                  <a:lnTo>
                    <a:pt x="2332495" y="3772917"/>
                  </a:lnTo>
                  <a:lnTo>
                    <a:pt x="2332653" y="3772917"/>
                  </a:lnTo>
                  <a:lnTo>
                    <a:pt x="2332653" y="3772486"/>
                  </a:lnTo>
                  <a:lnTo>
                    <a:pt x="2332811" y="3772486"/>
                  </a:lnTo>
                  <a:lnTo>
                    <a:pt x="2332968" y="3771625"/>
                  </a:lnTo>
                  <a:lnTo>
                    <a:pt x="2333441" y="3770333"/>
                  </a:lnTo>
                  <a:lnTo>
                    <a:pt x="2333599" y="3770333"/>
                  </a:lnTo>
                  <a:lnTo>
                    <a:pt x="2333757" y="3769903"/>
                  </a:lnTo>
                  <a:lnTo>
                    <a:pt x="2334230" y="3769903"/>
                  </a:lnTo>
                  <a:lnTo>
                    <a:pt x="2334388" y="3769041"/>
                  </a:lnTo>
                  <a:lnTo>
                    <a:pt x="2334388" y="3768180"/>
                  </a:lnTo>
                  <a:lnTo>
                    <a:pt x="2334703" y="3768180"/>
                  </a:lnTo>
                  <a:lnTo>
                    <a:pt x="2334861" y="3767750"/>
                  </a:lnTo>
                  <a:lnTo>
                    <a:pt x="2335019" y="3767319"/>
                  </a:lnTo>
                  <a:lnTo>
                    <a:pt x="2335019" y="3766888"/>
                  </a:lnTo>
                  <a:lnTo>
                    <a:pt x="2335334" y="3766458"/>
                  </a:lnTo>
                  <a:lnTo>
                    <a:pt x="2335492" y="3766027"/>
                  </a:lnTo>
                  <a:lnTo>
                    <a:pt x="2335649" y="3766027"/>
                  </a:lnTo>
                  <a:lnTo>
                    <a:pt x="2335649" y="3765597"/>
                  </a:lnTo>
                  <a:lnTo>
                    <a:pt x="2335807" y="3765597"/>
                  </a:lnTo>
                  <a:lnTo>
                    <a:pt x="2335965" y="3765597"/>
                  </a:lnTo>
                  <a:lnTo>
                    <a:pt x="2336911" y="3765166"/>
                  </a:lnTo>
                  <a:lnTo>
                    <a:pt x="2337069" y="3764735"/>
                  </a:lnTo>
                  <a:lnTo>
                    <a:pt x="2337542" y="3764305"/>
                  </a:lnTo>
                  <a:lnTo>
                    <a:pt x="2337700" y="3764305"/>
                  </a:lnTo>
                  <a:lnTo>
                    <a:pt x="2338173" y="3764305"/>
                  </a:lnTo>
                  <a:lnTo>
                    <a:pt x="2338173" y="3763874"/>
                  </a:lnTo>
                  <a:lnTo>
                    <a:pt x="2338646" y="3763874"/>
                  </a:lnTo>
                  <a:lnTo>
                    <a:pt x="2338804" y="3763874"/>
                  </a:lnTo>
                  <a:lnTo>
                    <a:pt x="2339119" y="3763874"/>
                  </a:lnTo>
                  <a:lnTo>
                    <a:pt x="2339277" y="3763874"/>
                  </a:lnTo>
                  <a:lnTo>
                    <a:pt x="2339435" y="3763013"/>
                  </a:lnTo>
                  <a:lnTo>
                    <a:pt x="2339592" y="3762582"/>
                  </a:lnTo>
                  <a:lnTo>
                    <a:pt x="2339750" y="3762582"/>
                  </a:lnTo>
                  <a:lnTo>
                    <a:pt x="2339908" y="3762582"/>
                  </a:lnTo>
                  <a:lnTo>
                    <a:pt x="2339908" y="3761721"/>
                  </a:lnTo>
                  <a:lnTo>
                    <a:pt x="2340066" y="3761721"/>
                  </a:lnTo>
                  <a:lnTo>
                    <a:pt x="2340854" y="3759999"/>
                  </a:lnTo>
                  <a:lnTo>
                    <a:pt x="2341170" y="3759999"/>
                  </a:lnTo>
                  <a:lnTo>
                    <a:pt x="2341327" y="3759999"/>
                  </a:lnTo>
                  <a:lnTo>
                    <a:pt x="2341327" y="3759568"/>
                  </a:lnTo>
                  <a:lnTo>
                    <a:pt x="2341485" y="3759568"/>
                  </a:lnTo>
                  <a:lnTo>
                    <a:pt x="2341800" y="3759568"/>
                  </a:lnTo>
                  <a:lnTo>
                    <a:pt x="2342274" y="3759138"/>
                  </a:lnTo>
                  <a:lnTo>
                    <a:pt x="2342905" y="3758707"/>
                  </a:lnTo>
                  <a:lnTo>
                    <a:pt x="2343062" y="3758707"/>
                  </a:lnTo>
                  <a:lnTo>
                    <a:pt x="2343220" y="3758276"/>
                  </a:lnTo>
                  <a:lnTo>
                    <a:pt x="2343378" y="3757846"/>
                  </a:lnTo>
                  <a:lnTo>
                    <a:pt x="2343378" y="3756554"/>
                  </a:lnTo>
                  <a:lnTo>
                    <a:pt x="2343535" y="3756554"/>
                  </a:lnTo>
                  <a:lnTo>
                    <a:pt x="2343693" y="3756554"/>
                  </a:lnTo>
                  <a:lnTo>
                    <a:pt x="2343851" y="3756554"/>
                  </a:lnTo>
                  <a:lnTo>
                    <a:pt x="2343851" y="3756123"/>
                  </a:lnTo>
                  <a:lnTo>
                    <a:pt x="2344166" y="3756123"/>
                  </a:lnTo>
                  <a:lnTo>
                    <a:pt x="2344324" y="3755693"/>
                  </a:lnTo>
                  <a:lnTo>
                    <a:pt x="2344639" y="3755262"/>
                  </a:lnTo>
                  <a:lnTo>
                    <a:pt x="2345113" y="3755262"/>
                  </a:lnTo>
                  <a:lnTo>
                    <a:pt x="2345428" y="3755262"/>
                  </a:lnTo>
                  <a:lnTo>
                    <a:pt x="2345586" y="3754832"/>
                  </a:lnTo>
                  <a:lnTo>
                    <a:pt x="2345586" y="3754401"/>
                  </a:lnTo>
                  <a:lnTo>
                    <a:pt x="2346217" y="3754401"/>
                  </a:lnTo>
                  <a:lnTo>
                    <a:pt x="2346374" y="3754401"/>
                  </a:lnTo>
                  <a:lnTo>
                    <a:pt x="2346847" y="3753970"/>
                  </a:lnTo>
                  <a:lnTo>
                    <a:pt x="2347005" y="3753970"/>
                  </a:lnTo>
                  <a:lnTo>
                    <a:pt x="2347163" y="3753970"/>
                  </a:lnTo>
                  <a:lnTo>
                    <a:pt x="2347321" y="3753970"/>
                  </a:lnTo>
                  <a:lnTo>
                    <a:pt x="2347636" y="3753970"/>
                  </a:lnTo>
                  <a:lnTo>
                    <a:pt x="2347794" y="3753970"/>
                  </a:lnTo>
                  <a:lnTo>
                    <a:pt x="2347952" y="3753970"/>
                  </a:lnTo>
                  <a:lnTo>
                    <a:pt x="2348109" y="3753970"/>
                  </a:lnTo>
                  <a:lnTo>
                    <a:pt x="2348425" y="3753970"/>
                  </a:lnTo>
                  <a:lnTo>
                    <a:pt x="2348582" y="3753540"/>
                  </a:lnTo>
                  <a:lnTo>
                    <a:pt x="2348740" y="3753109"/>
                  </a:lnTo>
                  <a:lnTo>
                    <a:pt x="2348898" y="3753109"/>
                  </a:lnTo>
                  <a:lnTo>
                    <a:pt x="2349213" y="3753109"/>
                  </a:lnTo>
                  <a:lnTo>
                    <a:pt x="2349529" y="3753109"/>
                  </a:lnTo>
                  <a:lnTo>
                    <a:pt x="2349686" y="3753109"/>
                  </a:lnTo>
                  <a:lnTo>
                    <a:pt x="2349844" y="3753109"/>
                  </a:lnTo>
                  <a:lnTo>
                    <a:pt x="2350002" y="3752679"/>
                  </a:lnTo>
                  <a:lnTo>
                    <a:pt x="2350160" y="3752679"/>
                  </a:lnTo>
                  <a:lnTo>
                    <a:pt x="2350475" y="3752248"/>
                  </a:lnTo>
                  <a:lnTo>
                    <a:pt x="2350790" y="3751817"/>
                  </a:lnTo>
                  <a:lnTo>
                    <a:pt x="2350948" y="3751817"/>
                  </a:lnTo>
                  <a:lnTo>
                    <a:pt x="2351106" y="3751387"/>
                  </a:lnTo>
                  <a:lnTo>
                    <a:pt x="2351421" y="3751387"/>
                  </a:lnTo>
                  <a:lnTo>
                    <a:pt x="2351737" y="3751387"/>
                  </a:lnTo>
                  <a:lnTo>
                    <a:pt x="2351894" y="3751387"/>
                  </a:lnTo>
                  <a:lnTo>
                    <a:pt x="2352052" y="3750956"/>
                  </a:lnTo>
                  <a:lnTo>
                    <a:pt x="2352052" y="3750526"/>
                  </a:lnTo>
                  <a:lnTo>
                    <a:pt x="2352052" y="3749664"/>
                  </a:lnTo>
                  <a:lnTo>
                    <a:pt x="2352210" y="3749234"/>
                  </a:lnTo>
                  <a:lnTo>
                    <a:pt x="2352998" y="3748803"/>
                  </a:lnTo>
                  <a:lnTo>
                    <a:pt x="2353629" y="3748803"/>
                  </a:lnTo>
                  <a:lnTo>
                    <a:pt x="2353787" y="3748803"/>
                  </a:lnTo>
                  <a:lnTo>
                    <a:pt x="2353787" y="3747942"/>
                  </a:lnTo>
                  <a:lnTo>
                    <a:pt x="2354260" y="3746650"/>
                  </a:lnTo>
                  <a:lnTo>
                    <a:pt x="2354733" y="3745358"/>
                  </a:lnTo>
                  <a:lnTo>
                    <a:pt x="2354891" y="3745358"/>
                  </a:lnTo>
                  <a:lnTo>
                    <a:pt x="2355049" y="3745358"/>
                  </a:lnTo>
                  <a:lnTo>
                    <a:pt x="2355680" y="3744497"/>
                  </a:lnTo>
                  <a:lnTo>
                    <a:pt x="2356468" y="3742775"/>
                  </a:lnTo>
                  <a:lnTo>
                    <a:pt x="2356468" y="3742344"/>
                  </a:lnTo>
                  <a:lnTo>
                    <a:pt x="2356626" y="3742344"/>
                  </a:lnTo>
                  <a:lnTo>
                    <a:pt x="2356784" y="3742344"/>
                  </a:lnTo>
                  <a:lnTo>
                    <a:pt x="2356941" y="3742344"/>
                  </a:lnTo>
                  <a:lnTo>
                    <a:pt x="2357415" y="3742344"/>
                  </a:lnTo>
                  <a:lnTo>
                    <a:pt x="2357572" y="3741914"/>
                  </a:lnTo>
                  <a:lnTo>
                    <a:pt x="2357730" y="3741914"/>
                  </a:lnTo>
                  <a:lnTo>
                    <a:pt x="2358361" y="3741052"/>
                  </a:lnTo>
                  <a:lnTo>
                    <a:pt x="2358519" y="3740622"/>
                  </a:lnTo>
                  <a:lnTo>
                    <a:pt x="2358676" y="3740622"/>
                  </a:lnTo>
                  <a:lnTo>
                    <a:pt x="2358992" y="3740622"/>
                  </a:lnTo>
                  <a:lnTo>
                    <a:pt x="2359150" y="3740191"/>
                  </a:lnTo>
                  <a:lnTo>
                    <a:pt x="2359465" y="3739330"/>
                  </a:lnTo>
                  <a:lnTo>
                    <a:pt x="2359623" y="3739330"/>
                  </a:lnTo>
                  <a:lnTo>
                    <a:pt x="2360096" y="3738469"/>
                  </a:lnTo>
                  <a:lnTo>
                    <a:pt x="2360254" y="3738469"/>
                  </a:lnTo>
                  <a:lnTo>
                    <a:pt x="2360884" y="3738038"/>
                  </a:lnTo>
                  <a:lnTo>
                    <a:pt x="2361042" y="3738038"/>
                  </a:lnTo>
                  <a:lnTo>
                    <a:pt x="2361515" y="3738038"/>
                  </a:lnTo>
                  <a:lnTo>
                    <a:pt x="2361673" y="3738038"/>
                  </a:lnTo>
                  <a:lnTo>
                    <a:pt x="2361831" y="3737608"/>
                  </a:lnTo>
                  <a:lnTo>
                    <a:pt x="2361988" y="3737608"/>
                  </a:lnTo>
                  <a:lnTo>
                    <a:pt x="2362146" y="3736316"/>
                  </a:lnTo>
                  <a:lnTo>
                    <a:pt x="2362777" y="3735885"/>
                  </a:lnTo>
                  <a:lnTo>
                    <a:pt x="2363408" y="3735885"/>
                  </a:lnTo>
                  <a:lnTo>
                    <a:pt x="2363408" y="3735455"/>
                  </a:lnTo>
                  <a:lnTo>
                    <a:pt x="2363566" y="3735455"/>
                  </a:lnTo>
                  <a:lnTo>
                    <a:pt x="2363723" y="3735455"/>
                  </a:lnTo>
                  <a:lnTo>
                    <a:pt x="2364670" y="3734593"/>
                  </a:lnTo>
                  <a:lnTo>
                    <a:pt x="2364827" y="3734593"/>
                  </a:lnTo>
                  <a:lnTo>
                    <a:pt x="2364985" y="3734163"/>
                  </a:lnTo>
                  <a:lnTo>
                    <a:pt x="2364985" y="3733732"/>
                  </a:lnTo>
                  <a:lnTo>
                    <a:pt x="2365143" y="3733732"/>
                  </a:lnTo>
                  <a:lnTo>
                    <a:pt x="2366405" y="3733732"/>
                  </a:lnTo>
                  <a:lnTo>
                    <a:pt x="2366720" y="3733732"/>
                  </a:lnTo>
                  <a:lnTo>
                    <a:pt x="2366878" y="3733732"/>
                  </a:lnTo>
                  <a:lnTo>
                    <a:pt x="2367035" y="3733732"/>
                  </a:lnTo>
                  <a:lnTo>
                    <a:pt x="2367035" y="3732871"/>
                  </a:lnTo>
                  <a:lnTo>
                    <a:pt x="2367193" y="3732440"/>
                  </a:lnTo>
                  <a:lnTo>
                    <a:pt x="2367509" y="3732440"/>
                  </a:lnTo>
                  <a:lnTo>
                    <a:pt x="2367666" y="3732440"/>
                  </a:lnTo>
                  <a:lnTo>
                    <a:pt x="2367666" y="3732010"/>
                  </a:lnTo>
                  <a:lnTo>
                    <a:pt x="2367824" y="3732010"/>
                  </a:lnTo>
                  <a:lnTo>
                    <a:pt x="2368928" y="3731579"/>
                  </a:lnTo>
                  <a:lnTo>
                    <a:pt x="2369086" y="3731149"/>
                  </a:lnTo>
                  <a:lnTo>
                    <a:pt x="2369243" y="3731149"/>
                  </a:lnTo>
                  <a:lnTo>
                    <a:pt x="2369243" y="3730287"/>
                  </a:lnTo>
                  <a:lnTo>
                    <a:pt x="2369717" y="3729857"/>
                  </a:lnTo>
                  <a:lnTo>
                    <a:pt x="2369874" y="3729857"/>
                  </a:lnTo>
                  <a:lnTo>
                    <a:pt x="2370190" y="3729857"/>
                  </a:lnTo>
                  <a:lnTo>
                    <a:pt x="2370505" y="3729857"/>
                  </a:lnTo>
                  <a:lnTo>
                    <a:pt x="2370978" y="3729857"/>
                  </a:lnTo>
                  <a:lnTo>
                    <a:pt x="2371452" y="3729426"/>
                  </a:lnTo>
                  <a:lnTo>
                    <a:pt x="2372082" y="3729426"/>
                  </a:lnTo>
                  <a:lnTo>
                    <a:pt x="2372398" y="3729426"/>
                  </a:lnTo>
                  <a:lnTo>
                    <a:pt x="2372556" y="3729426"/>
                  </a:lnTo>
                  <a:lnTo>
                    <a:pt x="2372713" y="3729426"/>
                  </a:lnTo>
                  <a:lnTo>
                    <a:pt x="2372871" y="3729426"/>
                  </a:lnTo>
                  <a:lnTo>
                    <a:pt x="2373186" y="3729426"/>
                  </a:lnTo>
                  <a:lnTo>
                    <a:pt x="2373344" y="3729426"/>
                  </a:lnTo>
                  <a:lnTo>
                    <a:pt x="2373502" y="3729426"/>
                  </a:lnTo>
                  <a:lnTo>
                    <a:pt x="2373817" y="3728996"/>
                  </a:lnTo>
                  <a:lnTo>
                    <a:pt x="2374290" y="3728565"/>
                  </a:lnTo>
                  <a:lnTo>
                    <a:pt x="2374606" y="3728565"/>
                  </a:lnTo>
                  <a:lnTo>
                    <a:pt x="2374764" y="3728565"/>
                  </a:lnTo>
                  <a:lnTo>
                    <a:pt x="2375237" y="3728565"/>
                  </a:lnTo>
                  <a:lnTo>
                    <a:pt x="2376183" y="3728565"/>
                  </a:lnTo>
                  <a:lnTo>
                    <a:pt x="2376183" y="3727704"/>
                  </a:lnTo>
                  <a:lnTo>
                    <a:pt x="2376183" y="3727273"/>
                  </a:lnTo>
                  <a:lnTo>
                    <a:pt x="2376183" y="3726843"/>
                  </a:lnTo>
                  <a:lnTo>
                    <a:pt x="2376656" y="3726843"/>
                  </a:lnTo>
                  <a:lnTo>
                    <a:pt x="2376814" y="3726843"/>
                  </a:lnTo>
                  <a:lnTo>
                    <a:pt x="2376972" y="3726843"/>
                  </a:lnTo>
                  <a:lnTo>
                    <a:pt x="2377129" y="3726412"/>
                  </a:lnTo>
                  <a:lnTo>
                    <a:pt x="2377287" y="3726412"/>
                  </a:lnTo>
                  <a:lnTo>
                    <a:pt x="2377445" y="3726412"/>
                  </a:lnTo>
                  <a:lnTo>
                    <a:pt x="2377603" y="3726412"/>
                  </a:lnTo>
                  <a:lnTo>
                    <a:pt x="2377760" y="3726412"/>
                  </a:lnTo>
                  <a:lnTo>
                    <a:pt x="2377918" y="3726412"/>
                  </a:lnTo>
                  <a:lnTo>
                    <a:pt x="2378233" y="3725981"/>
                  </a:lnTo>
                  <a:lnTo>
                    <a:pt x="2378549" y="3725981"/>
                  </a:lnTo>
                  <a:lnTo>
                    <a:pt x="2379022" y="3725981"/>
                  </a:lnTo>
                  <a:lnTo>
                    <a:pt x="2379180" y="3725981"/>
                  </a:lnTo>
                  <a:lnTo>
                    <a:pt x="2379495" y="3725981"/>
                  </a:lnTo>
                  <a:lnTo>
                    <a:pt x="2379653" y="3725551"/>
                  </a:lnTo>
                  <a:lnTo>
                    <a:pt x="2379653" y="3725120"/>
                  </a:lnTo>
                  <a:lnTo>
                    <a:pt x="2379811" y="3724259"/>
                  </a:lnTo>
                  <a:lnTo>
                    <a:pt x="2379968" y="3724259"/>
                  </a:lnTo>
                  <a:lnTo>
                    <a:pt x="2379968" y="3723828"/>
                  </a:lnTo>
                  <a:lnTo>
                    <a:pt x="2380284" y="3723828"/>
                  </a:lnTo>
                  <a:lnTo>
                    <a:pt x="2381230" y="3723828"/>
                  </a:lnTo>
                  <a:lnTo>
                    <a:pt x="2381230" y="3723398"/>
                  </a:lnTo>
                  <a:lnTo>
                    <a:pt x="2381388" y="3722967"/>
                  </a:lnTo>
                  <a:lnTo>
                    <a:pt x="2381388" y="3722537"/>
                  </a:lnTo>
                  <a:lnTo>
                    <a:pt x="2381546" y="3722537"/>
                  </a:lnTo>
                  <a:lnTo>
                    <a:pt x="2381703" y="3722537"/>
                  </a:lnTo>
                  <a:lnTo>
                    <a:pt x="2381861" y="3722537"/>
                  </a:lnTo>
                  <a:lnTo>
                    <a:pt x="2381861" y="3722106"/>
                  </a:lnTo>
                  <a:lnTo>
                    <a:pt x="2382176" y="3721675"/>
                  </a:lnTo>
                  <a:lnTo>
                    <a:pt x="2382650" y="3721675"/>
                  </a:lnTo>
                  <a:lnTo>
                    <a:pt x="2382965" y="3721675"/>
                  </a:lnTo>
                  <a:lnTo>
                    <a:pt x="2383123" y="3721675"/>
                  </a:lnTo>
                  <a:lnTo>
                    <a:pt x="2383596" y="3721675"/>
                  </a:lnTo>
                  <a:lnTo>
                    <a:pt x="2384069" y="3720814"/>
                  </a:lnTo>
                  <a:lnTo>
                    <a:pt x="2384227" y="3720814"/>
                  </a:lnTo>
                  <a:lnTo>
                    <a:pt x="2384858" y="3719953"/>
                  </a:lnTo>
                  <a:lnTo>
                    <a:pt x="2385015" y="3719953"/>
                  </a:lnTo>
                  <a:lnTo>
                    <a:pt x="2385331" y="3719522"/>
                  </a:lnTo>
                  <a:lnTo>
                    <a:pt x="2385488" y="3719522"/>
                  </a:lnTo>
                  <a:lnTo>
                    <a:pt x="2385804" y="3719092"/>
                  </a:lnTo>
                  <a:lnTo>
                    <a:pt x="2386277" y="3719092"/>
                  </a:lnTo>
                  <a:lnTo>
                    <a:pt x="2386435" y="3719092"/>
                  </a:lnTo>
                  <a:lnTo>
                    <a:pt x="2386592" y="3718661"/>
                  </a:lnTo>
                  <a:lnTo>
                    <a:pt x="2386592" y="3718231"/>
                  </a:lnTo>
                  <a:lnTo>
                    <a:pt x="2386592" y="3717800"/>
                  </a:lnTo>
                  <a:lnTo>
                    <a:pt x="2387066" y="3717800"/>
                  </a:lnTo>
                  <a:lnTo>
                    <a:pt x="2387539" y="3717369"/>
                  </a:lnTo>
                  <a:lnTo>
                    <a:pt x="2387697" y="3717369"/>
                  </a:lnTo>
                  <a:lnTo>
                    <a:pt x="2387854" y="3716508"/>
                  </a:lnTo>
                  <a:lnTo>
                    <a:pt x="2387854" y="3716078"/>
                  </a:lnTo>
                  <a:lnTo>
                    <a:pt x="2388012" y="3716078"/>
                  </a:lnTo>
                  <a:lnTo>
                    <a:pt x="2388170" y="3716078"/>
                  </a:lnTo>
                  <a:lnTo>
                    <a:pt x="2388485" y="3715647"/>
                  </a:lnTo>
                  <a:lnTo>
                    <a:pt x="2388643" y="3714786"/>
                  </a:lnTo>
                  <a:lnTo>
                    <a:pt x="2388801" y="3714786"/>
                  </a:lnTo>
                  <a:lnTo>
                    <a:pt x="2389274" y="3714355"/>
                  </a:lnTo>
                  <a:lnTo>
                    <a:pt x="2389431" y="3714355"/>
                  </a:lnTo>
                  <a:lnTo>
                    <a:pt x="2389589" y="3714355"/>
                  </a:lnTo>
                  <a:lnTo>
                    <a:pt x="2389747" y="3714355"/>
                  </a:lnTo>
                  <a:lnTo>
                    <a:pt x="2390062" y="3714355"/>
                  </a:lnTo>
                  <a:lnTo>
                    <a:pt x="2390220" y="3714355"/>
                  </a:lnTo>
                  <a:lnTo>
                    <a:pt x="2391797" y="3713494"/>
                  </a:lnTo>
                  <a:lnTo>
                    <a:pt x="2391797" y="3713063"/>
                  </a:lnTo>
                  <a:lnTo>
                    <a:pt x="2391955" y="3713063"/>
                  </a:lnTo>
                  <a:lnTo>
                    <a:pt x="2391955" y="3712633"/>
                  </a:lnTo>
                  <a:lnTo>
                    <a:pt x="2392113" y="3712633"/>
                  </a:lnTo>
                  <a:lnTo>
                    <a:pt x="2392270" y="3712633"/>
                  </a:lnTo>
                  <a:lnTo>
                    <a:pt x="2392428" y="3712633"/>
                  </a:lnTo>
                  <a:lnTo>
                    <a:pt x="2392586" y="3712202"/>
                  </a:lnTo>
                  <a:lnTo>
                    <a:pt x="2392743" y="3712202"/>
                  </a:lnTo>
                  <a:lnTo>
                    <a:pt x="2392901" y="3712202"/>
                  </a:lnTo>
                  <a:lnTo>
                    <a:pt x="2393059" y="3712202"/>
                  </a:lnTo>
                  <a:lnTo>
                    <a:pt x="2393217" y="3711772"/>
                  </a:lnTo>
                  <a:lnTo>
                    <a:pt x="2393848" y="3711772"/>
                  </a:lnTo>
                  <a:lnTo>
                    <a:pt x="2394005" y="3711772"/>
                  </a:lnTo>
                  <a:lnTo>
                    <a:pt x="2394636" y="3710910"/>
                  </a:lnTo>
                  <a:lnTo>
                    <a:pt x="2395109" y="3710910"/>
                  </a:lnTo>
                  <a:lnTo>
                    <a:pt x="2395267" y="3710910"/>
                  </a:lnTo>
                  <a:lnTo>
                    <a:pt x="2395582" y="3710910"/>
                  </a:lnTo>
                  <a:lnTo>
                    <a:pt x="2395740" y="3710910"/>
                  </a:lnTo>
                  <a:lnTo>
                    <a:pt x="2396213" y="3710910"/>
                  </a:lnTo>
                  <a:lnTo>
                    <a:pt x="2396371" y="3710910"/>
                  </a:lnTo>
                  <a:lnTo>
                    <a:pt x="2396529" y="3710910"/>
                  </a:lnTo>
                  <a:lnTo>
                    <a:pt x="2396686" y="3710910"/>
                  </a:lnTo>
                  <a:lnTo>
                    <a:pt x="2396844" y="3710910"/>
                  </a:lnTo>
                  <a:lnTo>
                    <a:pt x="2397160" y="3710910"/>
                  </a:lnTo>
                  <a:lnTo>
                    <a:pt x="2397633" y="3710910"/>
                  </a:lnTo>
                  <a:lnTo>
                    <a:pt x="2397790" y="3710910"/>
                  </a:lnTo>
                  <a:lnTo>
                    <a:pt x="2397948" y="3710910"/>
                  </a:lnTo>
                  <a:lnTo>
                    <a:pt x="2397948" y="3710480"/>
                  </a:lnTo>
                  <a:lnTo>
                    <a:pt x="2397948" y="3710049"/>
                  </a:lnTo>
                  <a:lnTo>
                    <a:pt x="2398264" y="3709619"/>
                  </a:lnTo>
                  <a:lnTo>
                    <a:pt x="2398421" y="3709619"/>
                  </a:lnTo>
                  <a:lnTo>
                    <a:pt x="2399052" y="3709188"/>
                  </a:lnTo>
                  <a:lnTo>
                    <a:pt x="2399210" y="3708757"/>
                  </a:lnTo>
                  <a:lnTo>
                    <a:pt x="2399368" y="3708757"/>
                  </a:lnTo>
                  <a:lnTo>
                    <a:pt x="2399525" y="3708757"/>
                  </a:lnTo>
                  <a:lnTo>
                    <a:pt x="2399683" y="3708327"/>
                  </a:lnTo>
                  <a:lnTo>
                    <a:pt x="2400156" y="3708327"/>
                  </a:lnTo>
                  <a:lnTo>
                    <a:pt x="2400629" y="3707896"/>
                  </a:lnTo>
                  <a:lnTo>
                    <a:pt x="2400787" y="3707466"/>
                  </a:lnTo>
                  <a:lnTo>
                    <a:pt x="2400945" y="3707466"/>
                  </a:lnTo>
                  <a:lnTo>
                    <a:pt x="2401260" y="3707466"/>
                  </a:lnTo>
                  <a:lnTo>
                    <a:pt x="2401576" y="3707466"/>
                  </a:lnTo>
                  <a:lnTo>
                    <a:pt x="2401733" y="3706604"/>
                  </a:lnTo>
                  <a:lnTo>
                    <a:pt x="2401891" y="3706174"/>
                  </a:lnTo>
                  <a:lnTo>
                    <a:pt x="2402049" y="3706174"/>
                  </a:lnTo>
                  <a:lnTo>
                    <a:pt x="2402049" y="3705743"/>
                  </a:lnTo>
                  <a:lnTo>
                    <a:pt x="2402207" y="3705313"/>
                  </a:lnTo>
                  <a:lnTo>
                    <a:pt x="2402995" y="3705313"/>
                  </a:lnTo>
                  <a:lnTo>
                    <a:pt x="2402995" y="3704882"/>
                  </a:lnTo>
                  <a:lnTo>
                    <a:pt x="2403153" y="3704451"/>
                  </a:lnTo>
                  <a:lnTo>
                    <a:pt x="2403311" y="3704451"/>
                  </a:lnTo>
                  <a:lnTo>
                    <a:pt x="2403311" y="3704021"/>
                  </a:lnTo>
                  <a:lnTo>
                    <a:pt x="2403468" y="3704021"/>
                  </a:lnTo>
                  <a:lnTo>
                    <a:pt x="2403941" y="3704021"/>
                  </a:lnTo>
                  <a:lnTo>
                    <a:pt x="2404257" y="3703160"/>
                  </a:lnTo>
                  <a:lnTo>
                    <a:pt x="2404415" y="3702729"/>
                  </a:lnTo>
                  <a:lnTo>
                    <a:pt x="2404730" y="3702298"/>
                  </a:lnTo>
                  <a:lnTo>
                    <a:pt x="2404888" y="3702298"/>
                  </a:lnTo>
                  <a:lnTo>
                    <a:pt x="2405046" y="3702298"/>
                  </a:lnTo>
                  <a:lnTo>
                    <a:pt x="2405676" y="3702298"/>
                  </a:lnTo>
                  <a:lnTo>
                    <a:pt x="2405834" y="3702298"/>
                  </a:lnTo>
                  <a:lnTo>
                    <a:pt x="2405992" y="3701868"/>
                  </a:lnTo>
                  <a:lnTo>
                    <a:pt x="2406150" y="3701868"/>
                  </a:lnTo>
                  <a:lnTo>
                    <a:pt x="2406307" y="3701868"/>
                  </a:lnTo>
                  <a:lnTo>
                    <a:pt x="2406623" y="3701868"/>
                  </a:lnTo>
                  <a:lnTo>
                    <a:pt x="2406623" y="3701437"/>
                  </a:lnTo>
                  <a:lnTo>
                    <a:pt x="2406780" y="3701007"/>
                  </a:lnTo>
                  <a:lnTo>
                    <a:pt x="2406938" y="3701007"/>
                  </a:lnTo>
                  <a:lnTo>
                    <a:pt x="2407096" y="3701007"/>
                  </a:lnTo>
                  <a:lnTo>
                    <a:pt x="2408831" y="3701007"/>
                  </a:lnTo>
                  <a:lnTo>
                    <a:pt x="2408988" y="3701007"/>
                  </a:lnTo>
                  <a:lnTo>
                    <a:pt x="2408988" y="3700576"/>
                  </a:lnTo>
                  <a:lnTo>
                    <a:pt x="2409304" y="3700576"/>
                  </a:lnTo>
                  <a:lnTo>
                    <a:pt x="2409304" y="3700145"/>
                  </a:lnTo>
                  <a:lnTo>
                    <a:pt x="2409462" y="3699715"/>
                  </a:lnTo>
                  <a:lnTo>
                    <a:pt x="2409619" y="3699715"/>
                  </a:lnTo>
                  <a:lnTo>
                    <a:pt x="2409777" y="3699715"/>
                  </a:lnTo>
                  <a:lnTo>
                    <a:pt x="2409935" y="3699715"/>
                  </a:lnTo>
                  <a:lnTo>
                    <a:pt x="2410250" y="3699284"/>
                  </a:lnTo>
                  <a:lnTo>
                    <a:pt x="2410566" y="3699284"/>
                  </a:lnTo>
                  <a:lnTo>
                    <a:pt x="2410723" y="3699284"/>
                  </a:lnTo>
                  <a:lnTo>
                    <a:pt x="2411197" y="3698423"/>
                  </a:lnTo>
                  <a:lnTo>
                    <a:pt x="2411670" y="3698423"/>
                  </a:lnTo>
                  <a:lnTo>
                    <a:pt x="2411827" y="3697562"/>
                  </a:lnTo>
                  <a:lnTo>
                    <a:pt x="2412143" y="3696701"/>
                  </a:lnTo>
                  <a:lnTo>
                    <a:pt x="2412301" y="3696270"/>
                  </a:lnTo>
                  <a:lnTo>
                    <a:pt x="2412458" y="3695839"/>
                  </a:lnTo>
                  <a:lnTo>
                    <a:pt x="2412616" y="3695839"/>
                  </a:lnTo>
                  <a:lnTo>
                    <a:pt x="2412774" y="3695839"/>
                  </a:lnTo>
                  <a:lnTo>
                    <a:pt x="2413089" y="3695839"/>
                  </a:lnTo>
                  <a:lnTo>
                    <a:pt x="2413089" y="3695409"/>
                  </a:lnTo>
                  <a:lnTo>
                    <a:pt x="2413247" y="3695409"/>
                  </a:lnTo>
                  <a:lnTo>
                    <a:pt x="2413247" y="3694978"/>
                  </a:lnTo>
                  <a:lnTo>
                    <a:pt x="2413405" y="3694978"/>
                  </a:lnTo>
                  <a:lnTo>
                    <a:pt x="2413720" y="3694548"/>
                  </a:lnTo>
                  <a:lnTo>
                    <a:pt x="2414035" y="3694117"/>
                  </a:lnTo>
                  <a:lnTo>
                    <a:pt x="2414193" y="3694117"/>
                  </a:lnTo>
                  <a:lnTo>
                    <a:pt x="2414351" y="3694117"/>
                  </a:lnTo>
                  <a:lnTo>
                    <a:pt x="2415139" y="3692825"/>
                  </a:lnTo>
                  <a:lnTo>
                    <a:pt x="2415297" y="3692825"/>
                  </a:lnTo>
                  <a:lnTo>
                    <a:pt x="2415770" y="3692825"/>
                  </a:lnTo>
                  <a:lnTo>
                    <a:pt x="2415928" y="3692825"/>
                  </a:lnTo>
                  <a:lnTo>
                    <a:pt x="2416401" y="3691964"/>
                  </a:lnTo>
                  <a:lnTo>
                    <a:pt x="2416559" y="3691964"/>
                  </a:lnTo>
                  <a:lnTo>
                    <a:pt x="2416717" y="3691964"/>
                  </a:lnTo>
                  <a:lnTo>
                    <a:pt x="2416874" y="3691964"/>
                  </a:lnTo>
                  <a:lnTo>
                    <a:pt x="2416874" y="3691533"/>
                  </a:lnTo>
                  <a:lnTo>
                    <a:pt x="2417032" y="3691533"/>
                  </a:lnTo>
                  <a:lnTo>
                    <a:pt x="2417190" y="3691533"/>
                  </a:lnTo>
                  <a:lnTo>
                    <a:pt x="2417348" y="3690242"/>
                  </a:lnTo>
                  <a:lnTo>
                    <a:pt x="2417505" y="3690242"/>
                  </a:lnTo>
                  <a:lnTo>
                    <a:pt x="2417978" y="3690242"/>
                  </a:lnTo>
                  <a:lnTo>
                    <a:pt x="2418136" y="3689811"/>
                  </a:lnTo>
                  <a:lnTo>
                    <a:pt x="2418452" y="3689811"/>
                  </a:lnTo>
                  <a:lnTo>
                    <a:pt x="2418609" y="3689811"/>
                  </a:lnTo>
                  <a:lnTo>
                    <a:pt x="2418767" y="3689811"/>
                  </a:lnTo>
                  <a:lnTo>
                    <a:pt x="2418767" y="3689380"/>
                  </a:lnTo>
                  <a:lnTo>
                    <a:pt x="2418925" y="3689380"/>
                  </a:lnTo>
                  <a:lnTo>
                    <a:pt x="2419082" y="3689380"/>
                  </a:lnTo>
                  <a:lnTo>
                    <a:pt x="2419398" y="3688950"/>
                  </a:lnTo>
                  <a:lnTo>
                    <a:pt x="2419556" y="3688519"/>
                  </a:lnTo>
                  <a:lnTo>
                    <a:pt x="2419713" y="3688519"/>
                  </a:lnTo>
                  <a:lnTo>
                    <a:pt x="2420817" y="3685505"/>
                  </a:lnTo>
                  <a:lnTo>
                    <a:pt x="2421291" y="3685074"/>
                  </a:lnTo>
                  <a:lnTo>
                    <a:pt x="2421448" y="3685074"/>
                  </a:lnTo>
                  <a:lnTo>
                    <a:pt x="2421606" y="3685074"/>
                  </a:lnTo>
                  <a:lnTo>
                    <a:pt x="2421764" y="3685074"/>
                  </a:lnTo>
                  <a:lnTo>
                    <a:pt x="2421921" y="3684644"/>
                  </a:lnTo>
                  <a:lnTo>
                    <a:pt x="2422079" y="3684213"/>
                  </a:lnTo>
                  <a:lnTo>
                    <a:pt x="2422237" y="3684213"/>
                  </a:lnTo>
                  <a:lnTo>
                    <a:pt x="2422237" y="3683783"/>
                  </a:lnTo>
                  <a:lnTo>
                    <a:pt x="2422395" y="3683352"/>
                  </a:lnTo>
                  <a:lnTo>
                    <a:pt x="2422552" y="3683352"/>
                  </a:lnTo>
                  <a:lnTo>
                    <a:pt x="2422710" y="3682921"/>
                  </a:lnTo>
                  <a:lnTo>
                    <a:pt x="2423183" y="3682921"/>
                  </a:lnTo>
                  <a:lnTo>
                    <a:pt x="2423341" y="3682921"/>
                  </a:lnTo>
                  <a:lnTo>
                    <a:pt x="2423972" y="3682921"/>
                  </a:lnTo>
                  <a:lnTo>
                    <a:pt x="2424129" y="3682921"/>
                  </a:lnTo>
                  <a:lnTo>
                    <a:pt x="2424287" y="3682921"/>
                  </a:lnTo>
                  <a:lnTo>
                    <a:pt x="2424445" y="3682921"/>
                  </a:lnTo>
                  <a:lnTo>
                    <a:pt x="2424445" y="3682491"/>
                  </a:lnTo>
                  <a:lnTo>
                    <a:pt x="2424603" y="3682491"/>
                  </a:lnTo>
                  <a:lnTo>
                    <a:pt x="2424918" y="3682060"/>
                  </a:lnTo>
                  <a:lnTo>
                    <a:pt x="2425233" y="3682060"/>
                  </a:lnTo>
                  <a:lnTo>
                    <a:pt x="2425549" y="3682060"/>
                  </a:lnTo>
                  <a:lnTo>
                    <a:pt x="2426180" y="3681630"/>
                  </a:lnTo>
                  <a:lnTo>
                    <a:pt x="2427284" y="3681199"/>
                  </a:lnTo>
                  <a:lnTo>
                    <a:pt x="2427284" y="3680768"/>
                  </a:lnTo>
                  <a:lnTo>
                    <a:pt x="2427442" y="3680768"/>
                  </a:lnTo>
                  <a:lnTo>
                    <a:pt x="2427757" y="3679907"/>
                  </a:lnTo>
                  <a:lnTo>
                    <a:pt x="2428072" y="3679477"/>
                  </a:lnTo>
                  <a:lnTo>
                    <a:pt x="2428546" y="3679046"/>
                  </a:lnTo>
                  <a:lnTo>
                    <a:pt x="2429334" y="3679046"/>
                  </a:lnTo>
                  <a:lnTo>
                    <a:pt x="2429334" y="3678615"/>
                  </a:lnTo>
                  <a:lnTo>
                    <a:pt x="2429492" y="3678615"/>
                  </a:lnTo>
                  <a:lnTo>
                    <a:pt x="2429965" y="3678185"/>
                  </a:lnTo>
                  <a:lnTo>
                    <a:pt x="2430280" y="3678185"/>
                  </a:lnTo>
                  <a:lnTo>
                    <a:pt x="2430438" y="3678185"/>
                  </a:lnTo>
                  <a:lnTo>
                    <a:pt x="2430438" y="3677754"/>
                  </a:lnTo>
                  <a:lnTo>
                    <a:pt x="2430596" y="3677754"/>
                  </a:lnTo>
                  <a:lnTo>
                    <a:pt x="2430754" y="3677754"/>
                  </a:lnTo>
                  <a:lnTo>
                    <a:pt x="2430754" y="3677324"/>
                  </a:lnTo>
                  <a:lnTo>
                    <a:pt x="2431384" y="3675171"/>
                  </a:lnTo>
                  <a:lnTo>
                    <a:pt x="2431542" y="3675171"/>
                  </a:lnTo>
                  <a:lnTo>
                    <a:pt x="2432173" y="3675171"/>
                  </a:lnTo>
                  <a:lnTo>
                    <a:pt x="2432331" y="3675171"/>
                  </a:lnTo>
                  <a:lnTo>
                    <a:pt x="2432489" y="3675171"/>
                  </a:lnTo>
                  <a:lnTo>
                    <a:pt x="2432646" y="3675171"/>
                  </a:lnTo>
                  <a:lnTo>
                    <a:pt x="2433435" y="3674740"/>
                  </a:lnTo>
                  <a:lnTo>
                    <a:pt x="2433750" y="3673879"/>
                  </a:lnTo>
                  <a:lnTo>
                    <a:pt x="2433750" y="3673448"/>
                  </a:lnTo>
                  <a:lnTo>
                    <a:pt x="2433750" y="3673018"/>
                  </a:lnTo>
                  <a:lnTo>
                    <a:pt x="2433908" y="3673018"/>
                  </a:lnTo>
                  <a:lnTo>
                    <a:pt x="2434539" y="3673018"/>
                  </a:lnTo>
                  <a:lnTo>
                    <a:pt x="2435012" y="3673018"/>
                  </a:lnTo>
                  <a:lnTo>
                    <a:pt x="2435170" y="3673018"/>
                  </a:lnTo>
                  <a:lnTo>
                    <a:pt x="2435327" y="3673018"/>
                  </a:lnTo>
                  <a:lnTo>
                    <a:pt x="2435643" y="3673018"/>
                  </a:lnTo>
                  <a:lnTo>
                    <a:pt x="2435958" y="3673018"/>
                  </a:lnTo>
                  <a:lnTo>
                    <a:pt x="2436431" y="3672587"/>
                  </a:lnTo>
                  <a:lnTo>
                    <a:pt x="2436431" y="3672156"/>
                  </a:lnTo>
                  <a:lnTo>
                    <a:pt x="2436905" y="3672156"/>
                  </a:lnTo>
                  <a:lnTo>
                    <a:pt x="2437062" y="3672156"/>
                  </a:lnTo>
                  <a:lnTo>
                    <a:pt x="2437378" y="3672156"/>
                  </a:lnTo>
                  <a:lnTo>
                    <a:pt x="2437851" y="3672156"/>
                  </a:lnTo>
                  <a:lnTo>
                    <a:pt x="2438324" y="3672156"/>
                  </a:lnTo>
                  <a:lnTo>
                    <a:pt x="2438324" y="3671726"/>
                  </a:lnTo>
                  <a:lnTo>
                    <a:pt x="2438482" y="3671726"/>
                  </a:lnTo>
                  <a:lnTo>
                    <a:pt x="2438640" y="3671726"/>
                  </a:lnTo>
                  <a:lnTo>
                    <a:pt x="2438797" y="3671726"/>
                  </a:lnTo>
                  <a:lnTo>
                    <a:pt x="2439113" y="3671726"/>
                  </a:lnTo>
                  <a:lnTo>
                    <a:pt x="2439586" y="3671295"/>
                  </a:lnTo>
                  <a:lnTo>
                    <a:pt x="2440217" y="3670434"/>
                  </a:lnTo>
                  <a:lnTo>
                    <a:pt x="2440374" y="3669573"/>
                  </a:lnTo>
                  <a:lnTo>
                    <a:pt x="2440690" y="3669573"/>
                  </a:lnTo>
                  <a:lnTo>
                    <a:pt x="2441163" y="3669573"/>
                  </a:lnTo>
                  <a:lnTo>
                    <a:pt x="2441321" y="3669573"/>
                  </a:lnTo>
                  <a:lnTo>
                    <a:pt x="2441636" y="3669573"/>
                  </a:lnTo>
                  <a:lnTo>
                    <a:pt x="2441636" y="3669142"/>
                  </a:lnTo>
                  <a:lnTo>
                    <a:pt x="2441794" y="3669142"/>
                  </a:lnTo>
                  <a:lnTo>
                    <a:pt x="2441952" y="3668712"/>
                  </a:lnTo>
                  <a:lnTo>
                    <a:pt x="2442109" y="3668281"/>
                  </a:lnTo>
                  <a:lnTo>
                    <a:pt x="2442267" y="3668281"/>
                  </a:lnTo>
                  <a:lnTo>
                    <a:pt x="2442425" y="3668281"/>
                  </a:lnTo>
                  <a:lnTo>
                    <a:pt x="2442425" y="3667850"/>
                  </a:lnTo>
                  <a:lnTo>
                    <a:pt x="2442582" y="3667850"/>
                  </a:lnTo>
                  <a:lnTo>
                    <a:pt x="2443056" y="3667850"/>
                  </a:lnTo>
                  <a:lnTo>
                    <a:pt x="2443371" y="3667850"/>
                  </a:lnTo>
                  <a:lnTo>
                    <a:pt x="2443529" y="3667850"/>
                  </a:lnTo>
                  <a:lnTo>
                    <a:pt x="2443687" y="3667850"/>
                  </a:lnTo>
                  <a:lnTo>
                    <a:pt x="2443844" y="3667850"/>
                  </a:lnTo>
                  <a:lnTo>
                    <a:pt x="2444475" y="3667850"/>
                  </a:lnTo>
                  <a:lnTo>
                    <a:pt x="2444633" y="3667850"/>
                  </a:lnTo>
                  <a:lnTo>
                    <a:pt x="2444791" y="3667850"/>
                  </a:lnTo>
                  <a:lnTo>
                    <a:pt x="2445106" y="3667850"/>
                  </a:lnTo>
                  <a:lnTo>
                    <a:pt x="2445421" y="3667850"/>
                  </a:lnTo>
                  <a:lnTo>
                    <a:pt x="2445579" y="3667850"/>
                  </a:lnTo>
                  <a:lnTo>
                    <a:pt x="2445737" y="3667850"/>
                  </a:lnTo>
                  <a:lnTo>
                    <a:pt x="2445895" y="3667420"/>
                  </a:lnTo>
                  <a:lnTo>
                    <a:pt x="2446052" y="3667420"/>
                  </a:lnTo>
                  <a:lnTo>
                    <a:pt x="2446368" y="3667420"/>
                  </a:lnTo>
                  <a:lnTo>
                    <a:pt x="2446525" y="3666559"/>
                  </a:lnTo>
                  <a:lnTo>
                    <a:pt x="2446841" y="3665697"/>
                  </a:lnTo>
                  <a:lnTo>
                    <a:pt x="2446999" y="3665697"/>
                  </a:lnTo>
                  <a:lnTo>
                    <a:pt x="2447156" y="3665697"/>
                  </a:lnTo>
                  <a:lnTo>
                    <a:pt x="2447787" y="3665697"/>
                  </a:lnTo>
                  <a:lnTo>
                    <a:pt x="2447945" y="3665697"/>
                  </a:lnTo>
                  <a:lnTo>
                    <a:pt x="2448576" y="3665267"/>
                  </a:lnTo>
                  <a:lnTo>
                    <a:pt x="2448733" y="3665267"/>
                  </a:lnTo>
                  <a:lnTo>
                    <a:pt x="2449207" y="3665267"/>
                  </a:lnTo>
                  <a:lnTo>
                    <a:pt x="2449838" y="3663975"/>
                  </a:lnTo>
                  <a:lnTo>
                    <a:pt x="2450311" y="3663975"/>
                  </a:lnTo>
                  <a:lnTo>
                    <a:pt x="2450311" y="3663544"/>
                  </a:lnTo>
                  <a:lnTo>
                    <a:pt x="2450468" y="3663544"/>
                  </a:lnTo>
                  <a:lnTo>
                    <a:pt x="2450626" y="3663544"/>
                  </a:lnTo>
                  <a:lnTo>
                    <a:pt x="2450784" y="3663544"/>
                  </a:lnTo>
                  <a:lnTo>
                    <a:pt x="2450942" y="3663114"/>
                  </a:lnTo>
                  <a:lnTo>
                    <a:pt x="2451099" y="3663114"/>
                  </a:lnTo>
                  <a:lnTo>
                    <a:pt x="2451257" y="3663114"/>
                  </a:lnTo>
                  <a:lnTo>
                    <a:pt x="2451572" y="3662683"/>
                  </a:lnTo>
                  <a:lnTo>
                    <a:pt x="2451888" y="3662253"/>
                  </a:lnTo>
                  <a:lnTo>
                    <a:pt x="2452361" y="3661391"/>
                  </a:lnTo>
                  <a:lnTo>
                    <a:pt x="2452361" y="3660961"/>
                  </a:lnTo>
                  <a:lnTo>
                    <a:pt x="2452519" y="3660961"/>
                  </a:lnTo>
                  <a:lnTo>
                    <a:pt x="2452834" y="3660961"/>
                  </a:lnTo>
                  <a:lnTo>
                    <a:pt x="2452834" y="3660530"/>
                  </a:lnTo>
                  <a:lnTo>
                    <a:pt x="2452834" y="3660100"/>
                  </a:lnTo>
                  <a:lnTo>
                    <a:pt x="2452992" y="3660100"/>
                  </a:lnTo>
                  <a:lnTo>
                    <a:pt x="2453150" y="3659238"/>
                  </a:lnTo>
                  <a:lnTo>
                    <a:pt x="2453150" y="3658808"/>
                  </a:lnTo>
                  <a:lnTo>
                    <a:pt x="2453150" y="3658377"/>
                  </a:lnTo>
                  <a:lnTo>
                    <a:pt x="2453465" y="3658377"/>
                  </a:lnTo>
                  <a:lnTo>
                    <a:pt x="2453465" y="3657947"/>
                  </a:lnTo>
                  <a:lnTo>
                    <a:pt x="2454096" y="3657947"/>
                  </a:lnTo>
                  <a:lnTo>
                    <a:pt x="2454096" y="3657085"/>
                  </a:lnTo>
                  <a:lnTo>
                    <a:pt x="2454411" y="3657085"/>
                  </a:lnTo>
                  <a:lnTo>
                    <a:pt x="2454569" y="3657085"/>
                  </a:lnTo>
                  <a:lnTo>
                    <a:pt x="2455673" y="3656224"/>
                  </a:lnTo>
                  <a:lnTo>
                    <a:pt x="2456146" y="3655794"/>
                  </a:lnTo>
                  <a:lnTo>
                    <a:pt x="2456304" y="3655794"/>
                  </a:lnTo>
                  <a:lnTo>
                    <a:pt x="2456619" y="3655794"/>
                  </a:lnTo>
                  <a:lnTo>
                    <a:pt x="2456935" y="3655794"/>
                  </a:lnTo>
                  <a:lnTo>
                    <a:pt x="2457250" y="3655363"/>
                  </a:lnTo>
                  <a:lnTo>
                    <a:pt x="2457408" y="3655363"/>
                  </a:lnTo>
                  <a:lnTo>
                    <a:pt x="2457566" y="3655363"/>
                  </a:lnTo>
                  <a:lnTo>
                    <a:pt x="2457881" y="3653641"/>
                  </a:lnTo>
                  <a:lnTo>
                    <a:pt x="2458039" y="3653641"/>
                  </a:lnTo>
                  <a:lnTo>
                    <a:pt x="2458039" y="3653210"/>
                  </a:lnTo>
                  <a:lnTo>
                    <a:pt x="2458197" y="3653210"/>
                  </a:lnTo>
                  <a:lnTo>
                    <a:pt x="2458512" y="3652349"/>
                  </a:lnTo>
                  <a:lnTo>
                    <a:pt x="2458670" y="3652349"/>
                  </a:lnTo>
                  <a:lnTo>
                    <a:pt x="2458827" y="3652349"/>
                  </a:lnTo>
                  <a:lnTo>
                    <a:pt x="2458985" y="3652349"/>
                  </a:lnTo>
                  <a:lnTo>
                    <a:pt x="2459143" y="3652349"/>
                  </a:lnTo>
                  <a:lnTo>
                    <a:pt x="2459931" y="3651488"/>
                  </a:lnTo>
                  <a:lnTo>
                    <a:pt x="2460089" y="3651488"/>
                  </a:lnTo>
                  <a:lnTo>
                    <a:pt x="2460562" y="3651488"/>
                  </a:lnTo>
                  <a:lnTo>
                    <a:pt x="2460720" y="3651488"/>
                  </a:lnTo>
                  <a:lnTo>
                    <a:pt x="2460878" y="3651057"/>
                  </a:lnTo>
                  <a:lnTo>
                    <a:pt x="2460878" y="3650626"/>
                  </a:lnTo>
                  <a:lnTo>
                    <a:pt x="2461036" y="3649765"/>
                  </a:lnTo>
                  <a:lnTo>
                    <a:pt x="2461193" y="3649765"/>
                  </a:lnTo>
                  <a:lnTo>
                    <a:pt x="2461509" y="3649335"/>
                  </a:lnTo>
                  <a:lnTo>
                    <a:pt x="2461666" y="3649335"/>
                  </a:lnTo>
                  <a:lnTo>
                    <a:pt x="2461982" y="3648904"/>
                  </a:lnTo>
                  <a:lnTo>
                    <a:pt x="2461982" y="3648473"/>
                  </a:lnTo>
                  <a:lnTo>
                    <a:pt x="2462140" y="3648473"/>
                  </a:lnTo>
                  <a:lnTo>
                    <a:pt x="2462297" y="3648473"/>
                  </a:lnTo>
                  <a:lnTo>
                    <a:pt x="2462613" y="3648473"/>
                  </a:lnTo>
                  <a:lnTo>
                    <a:pt x="2462928" y="3648473"/>
                  </a:lnTo>
                  <a:lnTo>
                    <a:pt x="2463086" y="3648473"/>
                  </a:lnTo>
                  <a:lnTo>
                    <a:pt x="2464190" y="3647182"/>
                  </a:lnTo>
                  <a:lnTo>
                    <a:pt x="2464663" y="3647182"/>
                  </a:lnTo>
                  <a:lnTo>
                    <a:pt x="2464978" y="3647182"/>
                  </a:lnTo>
                  <a:lnTo>
                    <a:pt x="2465452" y="3647182"/>
                  </a:lnTo>
                  <a:lnTo>
                    <a:pt x="2465767" y="3647182"/>
                  </a:lnTo>
                  <a:lnTo>
                    <a:pt x="2465925" y="3646751"/>
                  </a:lnTo>
                  <a:lnTo>
                    <a:pt x="2465925" y="3646320"/>
                  </a:lnTo>
                  <a:lnTo>
                    <a:pt x="2466082" y="3646320"/>
                  </a:lnTo>
                  <a:lnTo>
                    <a:pt x="2466240" y="3645890"/>
                  </a:lnTo>
                  <a:lnTo>
                    <a:pt x="2466556" y="3645890"/>
                  </a:lnTo>
                  <a:lnTo>
                    <a:pt x="2466713" y="3645890"/>
                  </a:lnTo>
                  <a:lnTo>
                    <a:pt x="2467029" y="3645890"/>
                  </a:lnTo>
                  <a:lnTo>
                    <a:pt x="2467029" y="3645459"/>
                  </a:lnTo>
                  <a:lnTo>
                    <a:pt x="2467187" y="3645459"/>
                  </a:lnTo>
                  <a:lnTo>
                    <a:pt x="2467344" y="3645459"/>
                  </a:lnTo>
                  <a:lnTo>
                    <a:pt x="2467502" y="3645459"/>
                  </a:lnTo>
                  <a:lnTo>
                    <a:pt x="2467660" y="3645459"/>
                  </a:lnTo>
                  <a:lnTo>
                    <a:pt x="2467660" y="3645029"/>
                  </a:lnTo>
                  <a:lnTo>
                    <a:pt x="2467817" y="3644598"/>
                  </a:lnTo>
                  <a:lnTo>
                    <a:pt x="2467975" y="3644167"/>
                  </a:lnTo>
                  <a:lnTo>
                    <a:pt x="2468133" y="3644167"/>
                  </a:lnTo>
                  <a:lnTo>
                    <a:pt x="2468291" y="3644167"/>
                  </a:lnTo>
                  <a:lnTo>
                    <a:pt x="2468921" y="3643306"/>
                  </a:lnTo>
                  <a:lnTo>
                    <a:pt x="2469079" y="3643306"/>
                  </a:lnTo>
                  <a:lnTo>
                    <a:pt x="2469552" y="3642876"/>
                  </a:lnTo>
                  <a:lnTo>
                    <a:pt x="2469710" y="3642876"/>
                  </a:lnTo>
                  <a:lnTo>
                    <a:pt x="2469868" y="3642876"/>
                  </a:lnTo>
                  <a:lnTo>
                    <a:pt x="2470025" y="3642876"/>
                  </a:lnTo>
                  <a:lnTo>
                    <a:pt x="2470341" y="3642876"/>
                  </a:lnTo>
                  <a:lnTo>
                    <a:pt x="2470499" y="3642876"/>
                  </a:lnTo>
                  <a:lnTo>
                    <a:pt x="2470656" y="3641584"/>
                  </a:lnTo>
                  <a:lnTo>
                    <a:pt x="2471129" y="3641584"/>
                  </a:lnTo>
                  <a:lnTo>
                    <a:pt x="2471129" y="3641153"/>
                  </a:lnTo>
                  <a:lnTo>
                    <a:pt x="2471287" y="3641153"/>
                  </a:lnTo>
                  <a:lnTo>
                    <a:pt x="2471445" y="3641153"/>
                  </a:lnTo>
                  <a:lnTo>
                    <a:pt x="2471918" y="3641153"/>
                  </a:lnTo>
                  <a:lnTo>
                    <a:pt x="2472234" y="3641153"/>
                  </a:lnTo>
                  <a:lnTo>
                    <a:pt x="2472391" y="3641153"/>
                  </a:lnTo>
                  <a:lnTo>
                    <a:pt x="2472707" y="3641153"/>
                  </a:lnTo>
                  <a:lnTo>
                    <a:pt x="2472864" y="3641153"/>
                  </a:lnTo>
                  <a:lnTo>
                    <a:pt x="2473022" y="3640292"/>
                  </a:lnTo>
                  <a:lnTo>
                    <a:pt x="2473180" y="3640292"/>
                  </a:lnTo>
                  <a:lnTo>
                    <a:pt x="2473495" y="3640292"/>
                  </a:lnTo>
                  <a:lnTo>
                    <a:pt x="2473653" y="3640292"/>
                  </a:lnTo>
                  <a:lnTo>
                    <a:pt x="2473968" y="3640292"/>
                  </a:lnTo>
                  <a:lnTo>
                    <a:pt x="2474284" y="3640292"/>
                  </a:lnTo>
                  <a:lnTo>
                    <a:pt x="2474915" y="3640292"/>
                  </a:lnTo>
                  <a:lnTo>
                    <a:pt x="2474915" y="3639861"/>
                  </a:lnTo>
                  <a:lnTo>
                    <a:pt x="2475072" y="3639861"/>
                  </a:lnTo>
                  <a:lnTo>
                    <a:pt x="2475230" y="3639861"/>
                  </a:lnTo>
                  <a:lnTo>
                    <a:pt x="2475388" y="3639861"/>
                  </a:lnTo>
                  <a:lnTo>
                    <a:pt x="2475861" y="3639861"/>
                  </a:lnTo>
                  <a:lnTo>
                    <a:pt x="2476176" y="3639861"/>
                  </a:lnTo>
                  <a:lnTo>
                    <a:pt x="2476334" y="3639861"/>
                  </a:lnTo>
                  <a:lnTo>
                    <a:pt x="2476492" y="3639861"/>
                  </a:lnTo>
                  <a:lnTo>
                    <a:pt x="2476650" y="3639431"/>
                  </a:lnTo>
                  <a:lnTo>
                    <a:pt x="2476965" y="3639000"/>
                  </a:lnTo>
                  <a:lnTo>
                    <a:pt x="2477123" y="3638570"/>
                  </a:lnTo>
                  <a:lnTo>
                    <a:pt x="2477280" y="3638570"/>
                  </a:lnTo>
                  <a:lnTo>
                    <a:pt x="2477596" y="3638570"/>
                  </a:lnTo>
                  <a:lnTo>
                    <a:pt x="2477911" y="3637708"/>
                  </a:lnTo>
                  <a:lnTo>
                    <a:pt x="2477911" y="3636847"/>
                  </a:lnTo>
                  <a:lnTo>
                    <a:pt x="2477911" y="3636417"/>
                  </a:lnTo>
                  <a:lnTo>
                    <a:pt x="2478069" y="3636417"/>
                  </a:lnTo>
                  <a:lnTo>
                    <a:pt x="2478542" y="3636417"/>
                  </a:lnTo>
                  <a:lnTo>
                    <a:pt x="2479331" y="3635986"/>
                  </a:lnTo>
                  <a:lnTo>
                    <a:pt x="2479489" y="3635555"/>
                  </a:lnTo>
                  <a:lnTo>
                    <a:pt x="2479646" y="3635555"/>
                  </a:lnTo>
                  <a:lnTo>
                    <a:pt x="2479804" y="3635555"/>
                  </a:lnTo>
                  <a:lnTo>
                    <a:pt x="2479962" y="3635555"/>
                  </a:lnTo>
                  <a:lnTo>
                    <a:pt x="2480435" y="3635125"/>
                  </a:lnTo>
                  <a:lnTo>
                    <a:pt x="2480593" y="3634694"/>
                  </a:lnTo>
                  <a:lnTo>
                    <a:pt x="2480908" y="3634694"/>
                  </a:lnTo>
                  <a:lnTo>
                    <a:pt x="2480908" y="3634264"/>
                  </a:lnTo>
                  <a:lnTo>
                    <a:pt x="2481066" y="3634264"/>
                  </a:lnTo>
                  <a:lnTo>
                    <a:pt x="2481854" y="3634264"/>
                  </a:lnTo>
                  <a:lnTo>
                    <a:pt x="2482485" y="3634264"/>
                  </a:lnTo>
                  <a:lnTo>
                    <a:pt x="2482643" y="3634264"/>
                  </a:lnTo>
                  <a:lnTo>
                    <a:pt x="2483116" y="3634264"/>
                  </a:lnTo>
                  <a:lnTo>
                    <a:pt x="2483589" y="3632972"/>
                  </a:lnTo>
                  <a:lnTo>
                    <a:pt x="2483905" y="3632541"/>
                  </a:lnTo>
                  <a:lnTo>
                    <a:pt x="2483905" y="3632111"/>
                  </a:lnTo>
                  <a:lnTo>
                    <a:pt x="2484220" y="3632111"/>
                  </a:lnTo>
                  <a:lnTo>
                    <a:pt x="2484378" y="3632111"/>
                  </a:lnTo>
                  <a:lnTo>
                    <a:pt x="2484693" y="3632111"/>
                  </a:lnTo>
                  <a:lnTo>
                    <a:pt x="2484851" y="3632111"/>
                  </a:lnTo>
                  <a:lnTo>
                    <a:pt x="2485324" y="3631680"/>
                  </a:lnTo>
                  <a:lnTo>
                    <a:pt x="2485640" y="3631249"/>
                  </a:lnTo>
                  <a:lnTo>
                    <a:pt x="2485797" y="3630388"/>
                  </a:lnTo>
                  <a:lnTo>
                    <a:pt x="2485797" y="3629958"/>
                  </a:lnTo>
                  <a:lnTo>
                    <a:pt x="2486270" y="3629527"/>
                  </a:lnTo>
                  <a:lnTo>
                    <a:pt x="2486586" y="3629527"/>
                  </a:lnTo>
                  <a:lnTo>
                    <a:pt x="2486744" y="3629527"/>
                  </a:lnTo>
                  <a:lnTo>
                    <a:pt x="2486744" y="3629096"/>
                  </a:lnTo>
                  <a:lnTo>
                    <a:pt x="2487848" y="3628235"/>
                  </a:lnTo>
                  <a:lnTo>
                    <a:pt x="2488005" y="3628235"/>
                  </a:lnTo>
                  <a:lnTo>
                    <a:pt x="2488005" y="3627805"/>
                  </a:lnTo>
                  <a:lnTo>
                    <a:pt x="2488163" y="3627374"/>
                  </a:lnTo>
                  <a:lnTo>
                    <a:pt x="2488321" y="3627374"/>
                  </a:lnTo>
                  <a:lnTo>
                    <a:pt x="2488478" y="3627374"/>
                  </a:lnTo>
                  <a:lnTo>
                    <a:pt x="2488636" y="3627374"/>
                  </a:lnTo>
                  <a:lnTo>
                    <a:pt x="2488794" y="3627374"/>
                  </a:lnTo>
                  <a:lnTo>
                    <a:pt x="2488952" y="3626513"/>
                  </a:lnTo>
                  <a:lnTo>
                    <a:pt x="2488952" y="3626082"/>
                  </a:lnTo>
                  <a:lnTo>
                    <a:pt x="2489109" y="3626082"/>
                  </a:lnTo>
                  <a:lnTo>
                    <a:pt x="2489267" y="3625221"/>
                  </a:lnTo>
                  <a:lnTo>
                    <a:pt x="2489267" y="3624360"/>
                  </a:lnTo>
                  <a:lnTo>
                    <a:pt x="2489583" y="3623929"/>
                  </a:lnTo>
                  <a:lnTo>
                    <a:pt x="2489898" y="3623929"/>
                  </a:lnTo>
                  <a:lnTo>
                    <a:pt x="2490056" y="3623499"/>
                  </a:lnTo>
                  <a:lnTo>
                    <a:pt x="2490213" y="3623499"/>
                  </a:lnTo>
                  <a:lnTo>
                    <a:pt x="2490371" y="3622637"/>
                  </a:lnTo>
                  <a:lnTo>
                    <a:pt x="2491317" y="3622637"/>
                  </a:lnTo>
                  <a:lnTo>
                    <a:pt x="2491475" y="3622637"/>
                  </a:lnTo>
                  <a:lnTo>
                    <a:pt x="2491948" y="3622637"/>
                  </a:lnTo>
                  <a:lnTo>
                    <a:pt x="2492106" y="3622637"/>
                  </a:lnTo>
                  <a:lnTo>
                    <a:pt x="2492579" y="3622207"/>
                  </a:lnTo>
                  <a:lnTo>
                    <a:pt x="2492737" y="3621776"/>
                  </a:lnTo>
                  <a:lnTo>
                    <a:pt x="2492895" y="3621776"/>
                  </a:lnTo>
                  <a:lnTo>
                    <a:pt x="2493052" y="3621776"/>
                  </a:lnTo>
                  <a:lnTo>
                    <a:pt x="2493210" y="3621776"/>
                  </a:lnTo>
                  <a:lnTo>
                    <a:pt x="2493683" y="3621776"/>
                  </a:lnTo>
                  <a:lnTo>
                    <a:pt x="2493841" y="3621776"/>
                  </a:lnTo>
                  <a:lnTo>
                    <a:pt x="2493999" y="3620915"/>
                  </a:lnTo>
                  <a:lnTo>
                    <a:pt x="2494630" y="3620915"/>
                  </a:lnTo>
                  <a:lnTo>
                    <a:pt x="2494945" y="3620915"/>
                  </a:lnTo>
                  <a:lnTo>
                    <a:pt x="2495103" y="3620915"/>
                  </a:lnTo>
                  <a:lnTo>
                    <a:pt x="2495260" y="3620915"/>
                  </a:lnTo>
                  <a:lnTo>
                    <a:pt x="2495260" y="3620484"/>
                  </a:lnTo>
                  <a:lnTo>
                    <a:pt x="2495418" y="3620484"/>
                  </a:lnTo>
                  <a:lnTo>
                    <a:pt x="2495734" y="3619623"/>
                  </a:lnTo>
                  <a:lnTo>
                    <a:pt x="2496207" y="3619623"/>
                  </a:lnTo>
                  <a:lnTo>
                    <a:pt x="2496364" y="3619193"/>
                  </a:lnTo>
                  <a:lnTo>
                    <a:pt x="2496838" y="3619193"/>
                  </a:lnTo>
                  <a:lnTo>
                    <a:pt x="2497153" y="3619193"/>
                  </a:lnTo>
                  <a:lnTo>
                    <a:pt x="2497311" y="3619193"/>
                  </a:lnTo>
                  <a:lnTo>
                    <a:pt x="2497468" y="3619193"/>
                  </a:lnTo>
                  <a:lnTo>
                    <a:pt x="2497784" y="3618762"/>
                  </a:lnTo>
                  <a:lnTo>
                    <a:pt x="2497942" y="3618331"/>
                  </a:lnTo>
                  <a:lnTo>
                    <a:pt x="2498257" y="3617901"/>
                  </a:lnTo>
                  <a:lnTo>
                    <a:pt x="2498415" y="3617470"/>
                  </a:lnTo>
                  <a:lnTo>
                    <a:pt x="2498415" y="3617040"/>
                  </a:lnTo>
                  <a:lnTo>
                    <a:pt x="2498572" y="3617040"/>
                  </a:lnTo>
                  <a:lnTo>
                    <a:pt x="2498730" y="3617040"/>
                  </a:lnTo>
                  <a:lnTo>
                    <a:pt x="2499519" y="3617040"/>
                  </a:lnTo>
                  <a:lnTo>
                    <a:pt x="2499834" y="3617040"/>
                  </a:lnTo>
                  <a:lnTo>
                    <a:pt x="2500465" y="3617040"/>
                  </a:lnTo>
                  <a:lnTo>
                    <a:pt x="2500623" y="3616609"/>
                  </a:lnTo>
                  <a:lnTo>
                    <a:pt x="2500781" y="3616609"/>
                  </a:lnTo>
                  <a:lnTo>
                    <a:pt x="2501096" y="3616609"/>
                  </a:lnTo>
                  <a:lnTo>
                    <a:pt x="2501411" y="3616609"/>
                  </a:lnTo>
                  <a:lnTo>
                    <a:pt x="2501569" y="3616609"/>
                  </a:lnTo>
                  <a:lnTo>
                    <a:pt x="2501727" y="3616609"/>
                  </a:lnTo>
                  <a:lnTo>
                    <a:pt x="2502200" y="3616609"/>
                  </a:lnTo>
                  <a:lnTo>
                    <a:pt x="2502200" y="3616178"/>
                  </a:lnTo>
                  <a:lnTo>
                    <a:pt x="2502515" y="3616178"/>
                  </a:lnTo>
                  <a:lnTo>
                    <a:pt x="2502515" y="3615748"/>
                  </a:lnTo>
                  <a:lnTo>
                    <a:pt x="2502673" y="3615748"/>
                  </a:lnTo>
                  <a:lnTo>
                    <a:pt x="2502831" y="3615748"/>
                  </a:lnTo>
                  <a:lnTo>
                    <a:pt x="2503146" y="3615317"/>
                  </a:lnTo>
                  <a:lnTo>
                    <a:pt x="2503146" y="3614025"/>
                  </a:lnTo>
                  <a:lnTo>
                    <a:pt x="2503304" y="3613595"/>
                  </a:lnTo>
                  <a:lnTo>
                    <a:pt x="2503619" y="3613595"/>
                  </a:lnTo>
                  <a:lnTo>
                    <a:pt x="2503777" y="3613595"/>
                  </a:lnTo>
                  <a:lnTo>
                    <a:pt x="2503935" y="3613595"/>
                  </a:lnTo>
                  <a:lnTo>
                    <a:pt x="2504250" y="3613595"/>
                  </a:lnTo>
                  <a:lnTo>
                    <a:pt x="2504408" y="3613164"/>
                  </a:lnTo>
                  <a:lnTo>
                    <a:pt x="2504408" y="3612734"/>
                  </a:lnTo>
                  <a:lnTo>
                    <a:pt x="2504566" y="3612734"/>
                  </a:lnTo>
                  <a:lnTo>
                    <a:pt x="2504566" y="3612303"/>
                  </a:lnTo>
                  <a:lnTo>
                    <a:pt x="2504881" y="3611872"/>
                  </a:lnTo>
                  <a:lnTo>
                    <a:pt x="2504881" y="3611442"/>
                  </a:lnTo>
                  <a:lnTo>
                    <a:pt x="2504881" y="3611011"/>
                  </a:lnTo>
                  <a:lnTo>
                    <a:pt x="2505039" y="3611011"/>
                  </a:lnTo>
                  <a:lnTo>
                    <a:pt x="2505670" y="3610581"/>
                  </a:lnTo>
                  <a:lnTo>
                    <a:pt x="2505828" y="3610581"/>
                  </a:lnTo>
                  <a:lnTo>
                    <a:pt x="2505985" y="3610581"/>
                  </a:lnTo>
                  <a:lnTo>
                    <a:pt x="2506301" y="3610581"/>
                  </a:lnTo>
                  <a:lnTo>
                    <a:pt x="2506774" y="3610581"/>
                  </a:lnTo>
                  <a:lnTo>
                    <a:pt x="2507089" y="3610581"/>
                  </a:lnTo>
                  <a:lnTo>
                    <a:pt x="2507247" y="3610581"/>
                  </a:lnTo>
                  <a:lnTo>
                    <a:pt x="2507878" y="3610581"/>
                  </a:lnTo>
                  <a:lnTo>
                    <a:pt x="2508193" y="3610150"/>
                  </a:lnTo>
                  <a:lnTo>
                    <a:pt x="2508193" y="3609719"/>
                  </a:lnTo>
                  <a:lnTo>
                    <a:pt x="2508193" y="3609289"/>
                  </a:lnTo>
                  <a:lnTo>
                    <a:pt x="2508666" y="3607997"/>
                  </a:lnTo>
                  <a:lnTo>
                    <a:pt x="2508982" y="3607997"/>
                  </a:lnTo>
                  <a:lnTo>
                    <a:pt x="2509297" y="3607997"/>
                  </a:lnTo>
                  <a:lnTo>
                    <a:pt x="2509613" y="3607566"/>
                  </a:lnTo>
                  <a:lnTo>
                    <a:pt x="2510717" y="3607566"/>
                  </a:lnTo>
                  <a:lnTo>
                    <a:pt x="2510874" y="3607136"/>
                  </a:lnTo>
                  <a:lnTo>
                    <a:pt x="2510874" y="3606705"/>
                  </a:lnTo>
                  <a:lnTo>
                    <a:pt x="2511821" y="3606705"/>
                  </a:lnTo>
                  <a:lnTo>
                    <a:pt x="2512294" y="3606705"/>
                  </a:lnTo>
                  <a:lnTo>
                    <a:pt x="2512294" y="3606275"/>
                  </a:lnTo>
                  <a:lnTo>
                    <a:pt x="2512452" y="3606275"/>
                  </a:lnTo>
                  <a:lnTo>
                    <a:pt x="2512452" y="3605844"/>
                  </a:lnTo>
                  <a:lnTo>
                    <a:pt x="2512767" y="3604983"/>
                  </a:lnTo>
                  <a:lnTo>
                    <a:pt x="2513398" y="3604552"/>
                  </a:lnTo>
                  <a:lnTo>
                    <a:pt x="2513556" y="3604552"/>
                  </a:lnTo>
                  <a:lnTo>
                    <a:pt x="2514029" y="3604122"/>
                  </a:lnTo>
                  <a:lnTo>
                    <a:pt x="2514344" y="3604122"/>
                  </a:lnTo>
                  <a:lnTo>
                    <a:pt x="2514502" y="3604122"/>
                  </a:lnTo>
                  <a:lnTo>
                    <a:pt x="2514660" y="3604122"/>
                  </a:lnTo>
                  <a:lnTo>
                    <a:pt x="2515133" y="3604122"/>
                  </a:lnTo>
                  <a:lnTo>
                    <a:pt x="2515291" y="3603691"/>
                  </a:lnTo>
                  <a:lnTo>
                    <a:pt x="2515764" y="3603691"/>
                  </a:lnTo>
                  <a:lnTo>
                    <a:pt x="2516079" y="3603691"/>
                  </a:lnTo>
                  <a:lnTo>
                    <a:pt x="2516552" y="3603260"/>
                  </a:lnTo>
                  <a:lnTo>
                    <a:pt x="2516710" y="3602830"/>
                  </a:lnTo>
                  <a:lnTo>
                    <a:pt x="2516868" y="3602830"/>
                  </a:lnTo>
                  <a:lnTo>
                    <a:pt x="2517499" y="3601538"/>
                  </a:lnTo>
                  <a:lnTo>
                    <a:pt x="2517814" y="3601107"/>
                  </a:lnTo>
                  <a:lnTo>
                    <a:pt x="2518130" y="3601107"/>
                  </a:lnTo>
                  <a:lnTo>
                    <a:pt x="2518287" y="3601107"/>
                  </a:lnTo>
                  <a:lnTo>
                    <a:pt x="2518603" y="3601107"/>
                  </a:lnTo>
                  <a:lnTo>
                    <a:pt x="2519234" y="3601107"/>
                  </a:lnTo>
                  <a:lnTo>
                    <a:pt x="2519549" y="3600677"/>
                  </a:lnTo>
                  <a:lnTo>
                    <a:pt x="2520022" y="3600677"/>
                  </a:lnTo>
                  <a:lnTo>
                    <a:pt x="2520180" y="3600246"/>
                  </a:lnTo>
                  <a:lnTo>
                    <a:pt x="2520653" y="3599816"/>
                  </a:lnTo>
                  <a:lnTo>
                    <a:pt x="2520653" y="3599385"/>
                  </a:lnTo>
                  <a:lnTo>
                    <a:pt x="2520968" y="3599385"/>
                  </a:lnTo>
                  <a:lnTo>
                    <a:pt x="2521126" y="3598954"/>
                  </a:lnTo>
                  <a:lnTo>
                    <a:pt x="2521757" y="3598954"/>
                  </a:lnTo>
                  <a:lnTo>
                    <a:pt x="2521915" y="3598954"/>
                  </a:lnTo>
                  <a:lnTo>
                    <a:pt x="2521915" y="3598524"/>
                  </a:lnTo>
                  <a:lnTo>
                    <a:pt x="2522388" y="3598524"/>
                  </a:lnTo>
                  <a:lnTo>
                    <a:pt x="2522546" y="3598093"/>
                  </a:lnTo>
                  <a:lnTo>
                    <a:pt x="2523019" y="3598093"/>
                  </a:lnTo>
                  <a:lnTo>
                    <a:pt x="2523177" y="3598093"/>
                  </a:lnTo>
                  <a:lnTo>
                    <a:pt x="2523334" y="3597663"/>
                  </a:lnTo>
                  <a:lnTo>
                    <a:pt x="2523492" y="3597663"/>
                  </a:lnTo>
                  <a:lnTo>
                    <a:pt x="2523650" y="3596801"/>
                  </a:lnTo>
                  <a:lnTo>
                    <a:pt x="2523807" y="3596801"/>
                  </a:lnTo>
                  <a:lnTo>
                    <a:pt x="2523965" y="3596801"/>
                  </a:lnTo>
                  <a:lnTo>
                    <a:pt x="2523965" y="3596371"/>
                  </a:lnTo>
                  <a:lnTo>
                    <a:pt x="2524281" y="3596371"/>
                  </a:lnTo>
                  <a:lnTo>
                    <a:pt x="2524438" y="3596371"/>
                  </a:lnTo>
                  <a:lnTo>
                    <a:pt x="2524438" y="3595940"/>
                  </a:lnTo>
                  <a:lnTo>
                    <a:pt x="2524596" y="3595940"/>
                  </a:lnTo>
                  <a:lnTo>
                    <a:pt x="2524754" y="3595940"/>
                  </a:lnTo>
                  <a:lnTo>
                    <a:pt x="2524754" y="3595510"/>
                  </a:lnTo>
                  <a:lnTo>
                    <a:pt x="2525069" y="3595510"/>
                  </a:lnTo>
                  <a:lnTo>
                    <a:pt x="2525069" y="3594648"/>
                  </a:lnTo>
                  <a:lnTo>
                    <a:pt x="2525069" y="3594218"/>
                  </a:lnTo>
                  <a:lnTo>
                    <a:pt x="2525227" y="3593787"/>
                  </a:lnTo>
                  <a:lnTo>
                    <a:pt x="2525227" y="3593357"/>
                  </a:lnTo>
                  <a:lnTo>
                    <a:pt x="2525385" y="3593357"/>
                  </a:lnTo>
                  <a:lnTo>
                    <a:pt x="2525700" y="3593357"/>
                  </a:lnTo>
                  <a:lnTo>
                    <a:pt x="2525700" y="3592926"/>
                  </a:lnTo>
                  <a:lnTo>
                    <a:pt x="2525700" y="3592495"/>
                  </a:lnTo>
                  <a:lnTo>
                    <a:pt x="2525858" y="3592495"/>
                  </a:lnTo>
                  <a:lnTo>
                    <a:pt x="2525858" y="3592065"/>
                  </a:lnTo>
                  <a:lnTo>
                    <a:pt x="2526331" y="3591634"/>
                  </a:lnTo>
                  <a:lnTo>
                    <a:pt x="2526489" y="3591204"/>
                  </a:lnTo>
                  <a:lnTo>
                    <a:pt x="2526962" y="3590773"/>
                  </a:lnTo>
                  <a:lnTo>
                    <a:pt x="2526962" y="3589912"/>
                  </a:lnTo>
                  <a:lnTo>
                    <a:pt x="2527119" y="3589912"/>
                  </a:lnTo>
                  <a:lnTo>
                    <a:pt x="2527435" y="3589912"/>
                  </a:lnTo>
                  <a:lnTo>
                    <a:pt x="2527750" y="3589481"/>
                  </a:lnTo>
                  <a:lnTo>
                    <a:pt x="2527750" y="3589051"/>
                  </a:lnTo>
                  <a:lnTo>
                    <a:pt x="2527908" y="3589051"/>
                  </a:lnTo>
                  <a:lnTo>
                    <a:pt x="2528539" y="3589051"/>
                  </a:lnTo>
                  <a:lnTo>
                    <a:pt x="2528697" y="3589051"/>
                  </a:lnTo>
                  <a:lnTo>
                    <a:pt x="2528854" y="3589051"/>
                  </a:lnTo>
                  <a:lnTo>
                    <a:pt x="2528854" y="3588620"/>
                  </a:lnTo>
                  <a:lnTo>
                    <a:pt x="2529012" y="3588620"/>
                  </a:lnTo>
                  <a:lnTo>
                    <a:pt x="2529170" y="3588620"/>
                  </a:lnTo>
                  <a:lnTo>
                    <a:pt x="2529485" y="3588620"/>
                  </a:lnTo>
                  <a:lnTo>
                    <a:pt x="2529643" y="3588620"/>
                  </a:lnTo>
                  <a:lnTo>
                    <a:pt x="2530274" y="3587759"/>
                  </a:lnTo>
                  <a:lnTo>
                    <a:pt x="2530589" y="3587328"/>
                  </a:lnTo>
                  <a:lnTo>
                    <a:pt x="2530905" y="3587328"/>
                  </a:lnTo>
                  <a:lnTo>
                    <a:pt x="2531062" y="3587328"/>
                  </a:lnTo>
                  <a:lnTo>
                    <a:pt x="2531536" y="3587328"/>
                  </a:lnTo>
                  <a:lnTo>
                    <a:pt x="2531693" y="3587328"/>
                  </a:lnTo>
                  <a:lnTo>
                    <a:pt x="2531851" y="3587328"/>
                  </a:lnTo>
                  <a:lnTo>
                    <a:pt x="2532009" y="3586467"/>
                  </a:lnTo>
                  <a:lnTo>
                    <a:pt x="2532166" y="3586467"/>
                  </a:lnTo>
                  <a:lnTo>
                    <a:pt x="2532482" y="3586467"/>
                  </a:lnTo>
                  <a:lnTo>
                    <a:pt x="2532482" y="3586036"/>
                  </a:lnTo>
                  <a:lnTo>
                    <a:pt x="2532955" y="3586036"/>
                  </a:lnTo>
                  <a:lnTo>
                    <a:pt x="2533270" y="3586036"/>
                  </a:lnTo>
                  <a:lnTo>
                    <a:pt x="2533586" y="3586036"/>
                  </a:lnTo>
                  <a:lnTo>
                    <a:pt x="2534217" y="3586036"/>
                  </a:lnTo>
                  <a:lnTo>
                    <a:pt x="2534375" y="3585606"/>
                  </a:lnTo>
                  <a:lnTo>
                    <a:pt x="2534532" y="3585606"/>
                  </a:lnTo>
                  <a:lnTo>
                    <a:pt x="2534690" y="3585606"/>
                  </a:lnTo>
                  <a:lnTo>
                    <a:pt x="2534848" y="3585606"/>
                  </a:lnTo>
                  <a:lnTo>
                    <a:pt x="2535321" y="3585175"/>
                  </a:lnTo>
                  <a:lnTo>
                    <a:pt x="2535479" y="3585175"/>
                  </a:lnTo>
                  <a:lnTo>
                    <a:pt x="2535794" y="3585175"/>
                  </a:lnTo>
                  <a:lnTo>
                    <a:pt x="2535952" y="3585175"/>
                  </a:lnTo>
                  <a:lnTo>
                    <a:pt x="2536267" y="3585175"/>
                  </a:lnTo>
                  <a:lnTo>
                    <a:pt x="2536425" y="3585175"/>
                  </a:lnTo>
                  <a:lnTo>
                    <a:pt x="2536425" y="3584745"/>
                  </a:lnTo>
                  <a:lnTo>
                    <a:pt x="2536740" y="3584314"/>
                  </a:lnTo>
                  <a:lnTo>
                    <a:pt x="2536898" y="3584314"/>
                  </a:lnTo>
                  <a:lnTo>
                    <a:pt x="2537371" y="3584314"/>
                  </a:lnTo>
                  <a:lnTo>
                    <a:pt x="2537687" y="3584314"/>
                  </a:lnTo>
                  <a:lnTo>
                    <a:pt x="2538317" y="3583453"/>
                  </a:lnTo>
                  <a:lnTo>
                    <a:pt x="2546677" y="3568812"/>
                  </a:lnTo>
                  <a:lnTo>
                    <a:pt x="2546834" y="3568812"/>
                  </a:lnTo>
                  <a:lnTo>
                    <a:pt x="2546834" y="3568382"/>
                  </a:lnTo>
                  <a:lnTo>
                    <a:pt x="2546992" y="3568382"/>
                  </a:lnTo>
                  <a:lnTo>
                    <a:pt x="2547150" y="3568382"/>
                  </a:lnTo>
                  <a:lnTo>
                    <a:pt x="2547623" y="3567951"/>
                  </a:lnTo>
                  <a:lnTo>
                    <a:pt x="2547781" y="3567521"/>
                  </a:lnTo>
                  <a:lnTo>
                    <a:pt x="2548411" y="3567521"/>
                  </a:lnTo>
                  <a:lnTo>
                    <a:pt x="2548727" y="3567521"/>
                  </a:lnTo>
                  <a:lnTo>
                    <a:pt x="2548885" y="3567521"/>
                  </a:lnTo>
                  <a:lnTo>
                    <a:pt x="2549358" y="3567521"/>
                  </a:lnTo>
                  <a:lnTo>
                    <a:pt x="2549515" y="3567521"/>
                  </a:lnTo>
                  <a:lnTo>
                    <a:pt x="2549673" y="3567521"/>
                  </a:lnTo>
                  <a:lnTo>
                    <a:pt x="2549831" y="3567521"/>
                  </a:lnTo>
                  <a:lnTo>
                    <a:pt x="2549989" y="3567521"/>
                  </a:lnTo>
                  <a:lnTo>
                    <a:pt x="2550146" y="3567521"/>
                  </a:lnTo>
                  <a:lnTo>
                    <a:pt x="2550304" y="3567521"/>
                  </a:lnTo>
                  <a:lnTo>
                    <a:pt x="2550619" y="3567521"/>
                  </a:lnTo>
                  <a:lnTo>
                    <a:pt x="2550777" y="3567521"/>
                  </a:lnTo>
                  <a:lnTo>
                    <a:pt x="2550935" y="3566659"/>
                  </a:lnTo>
                  <a:lnTo>
                    <a:pt x="2550935" y="3566229"/>
                  </a:lnTo>
                  <a:lnTo>
                    <a:pt x="2551093" y="3566229"/>
                  </a:lnTo>
                  <a:lnTo>
                    <a:pt x="2551408" y="3566229"/>
                  </a:lnTo>
                  <a:lnTo>
                    <a:pt x="2551566" y="3566229"/>
                  </a:lnTo>
                  <a:lnTo>
                    <a:pt x="2551566" y="3565798"/>
                  </a:lnTo>
                  <a:lnTo>
                    <a:pt x="2552039" y="3565798"/>
                  </a:lnTo>
                  <a:lnTo>
                    <a:pt x="2552197" y="3565798"/>
                  </a:lnTo>
                  <a:lnTo>
                    <a:pt x="2552354" y="3565798"/>
                  </a:lnTo>
                  <a:lnTo>
                    <a:pt x="2552512" y="3565798"/>
                  </a:lnTo>
                  <a:lnTo>
                    <a:pt x="2553301" y="3565368"/>
                  </a:lnTo>
                  <a:lnTo>
                    <a:pt x="2553932" y="3565368"/>
                  </a:lnTo>
                  <a:lnTo>
                    <a:pt x="2554089" y="3565368"/>
                  </a:lnTo>
                  <a:lnTo>
                    <a:pt x="2554405" y="3565368"/>
                  </a:lnTo>
                  <a:lnTo>
                    <a:pt x="2554562" y="3565368"/>
                  </a:lnTo>
                  <a:lnTo>
                    <a:pt x="2554720" y="3565368"/>
                  </a:lnTo>
                  <a:lnTo>
                    <a:pt x="2554878" y="3565368"/>
                  </a:lnTo>
                  <a:lnTo>
                    <a:pt x="2555351" y="3565368"/>
                  </a:lnTo>
                  <a:lnTo>
                    <a:pt x="2555351" y="3564937"/>
                  </a:lnTo>
                  <a:lnTo>
                    <a:pt x="2555351" y="3564506"/>
                  </a:lnTo>
                  <a:lnTo>
                    <a:pt x="2555509" y="3564076"/>
                  </a:lnTo>
                  <a:lnTo>
                    <a:pt x="2555666" y="3564076"/>
                  </a:lnTo>
                  <a:lnTo>
                    <a:pt x="2555666" y="3563645"/>
                  </a:lnTo>
                  <a:lnTo>
                    <a:pt x="2555666" y="3563215"/>
                  </a:lnTo>
                  <a:lnTo>
                    <a:pt x="2555982" y="3563215"/>
                  </a:lnTo>
                  <a:lnTo>
                    <a:pt x="2556297" y="3563215"/>
                  </a:lnTo>
                  <a:lnTo>
                    <a:pt x="2556297" y="3562784"/>
                  </a:lnTo>
                  <a:lnTo>
                    <a:pt x="2556613" y="3562784"/>
                  </a:lnTo>
                  <a:lnTo>
                    <a:pt x="2557086" y="3562784"/>
                  </a:lnTo>
                  <a:lnTo>
                    <a:pt x="2557244" y="3562784"/>
                  </a:lnTo>
                  <a:lnTo>
                    <a:pt x="2557401" y="3562784"/>
                  </a:lnTo>
                  <a:lnTo>
                    <a:pt x="2557559" y="3562784"/>
                  </a:lnTo>
                  <a:lnTo>
                    <a:pt x="2557717" y="3562784"/>
                  </a:lnTo>
                  <a:lnTo>
                    <a:pt x="2557875" y="3562784"/>
                  </a:lnTo>
                  <a:lnTo>
                    <a:pt x="2558032" y="3562784"/>
                  </a:lnTo>
                  <a:lnTo>
                    <a:pt x="2558190" y="3562353"/>
                  </a:lnTo>
                  <a:lnTo>
                    <a:pt x="2558348" y="3562353"/>
                  </a:lnTo>
                  <a:lnTo>
                    <a:pt x="2558348" y="3561923"/>
                  </a:lnTo>
                  <a:lnTo>
                    <a:pt x="2558505" y="3561923"/>
                  </a:lnTo>
                  <a:lnTo>
                    <a:pt x="2558505" y="3561062"/>
                  </a:lnTo>
                  <a:lnTo>
                    <a:pt x="2558979" y="3561062"/>
                  </a:lnTo>
                  <a:lnTo>
                    <a:pt x="2559294" y="3561062"/>
                  </a:lnTo>
                  <a:lnTo>
                    <a:pt x="2559452" y="3561062"/>
                  </a:lnTo>
                  <a:lnTo>
                    <a:pt x="2559452" y="3560631"/>
                  </a:lnTo>
                  <a:lnTo>
                    <a:pt x="2559925" y="3560631"/>
                  </a:lnTo>
                  <a:lnTo>
                    <a:pt x="2560556" y="3560631"/>
                  </a:lnTo>
                  <a:lnTo>
                    <a:pt x="2560871" y="3560200"/>
                  </a:lnTo>
                  <a:lnTo>
                    <a:pt x="2561344" y="3559770"/>
                  </a:lnTo>
                  <a:lnTo>
                    <a:pt x="2561502" y="3559339"/>
                  </a:lnTo>
                  <a:lnTo>
                    <a:pt x="2561660" y="3559339"/>
                  </a:lnTo>
                  <a:lnTo>
                    <a:pt x="2561975" y="3559339"/>
                  </a:lnTo>
                  <a:lnTo>
                    <a:pt x="2562606" y="3559339"/>
                  </a:lnTo>
                  <a:lnTo>
                    <a:pt x="2562606" y="3558909"/>
                  </a:lnTo>
                  <a:lnTo>
                    <a:pt x="2562764" y="3558478"/>
                  </a:lnTo>
                  <a:lnTo>
                    <a:pt x="2563079" y="3558478"/>
                  </a:lnTo>
                  <a:lnTo>
                    <a:pt x="2563395" y="3558478"/>
                  </a:lnTo>
                  <a:lnTo>
                    <a:pt x="2564026" y="3558478"/>
                  </a:lnTo>
                  <a:lnTo>
                    <a:pt x="2564026" y="3558047"/>
                  </a:lnTo>
                  <a:lnTo>
                    <a:pt x="2564026" y="3557617"/>
                  </a:lnTo>
                  <a:lnTo>
                    <a:pt x="2564341" y="3557617"/>
                  </a:lnTo>
                  <a:lnTo>
                    <a:pt x="2564499" y="3557617"/>
                  </a:lnTo>
                  <a:lnTo>
                    <a:pt x="2564656" y="3557617"/>
                  </a:lnTo>
                  <a:lnTo>
                    <a:pt x="2564656" y="3556756"/>
                  </a:lnTo>
                  <a:lnTo>
                    <a:pt x="2565130" y="3556756"/>
                  </a:lnTo>
                  <a:lnTo>
                    <a:pt x="2565603" y="3556756"/>
                  </a:lnTo>
                  <a:lnTo>
                    <a:pt x="2565760" y="3556325"/>
                  </a:lnTo>
                  <a:lnTo>
                    <a:pt x="2565918" y="3555894"/>
                  </a:lnTo>
                  <a:lnTo>
                    <a:pt x="2566234" y="3555894"/>
                  </a:lnTo>
                  <a:lnTo>
                    <a:pt x="2566391" y="3555894"/>
                  </a:lnTo>
                  <a:lnTo>
                    <a:pt x="2567022" y="3555894"/>
                  </a:lnTo>
                  <a:lnTo>
                    <a:pt x="2567811" y="3555033"/>
                  </a:lnTo>
                  <a:lnTo>
                    <a:pt x="2567811" y="3554603"/>
                  </a:lnTo>
                  <a:lnTo>
                    <a:pt x="2568284" y="3552880"/>
                  </a:lnTo>
                  <a:lnTo>
                    <a:pt x="2568442" y="3552880"/>
                  </a:lnTo>
                  <a:lnTo>
                    <a:pt x="2568599" y="3552880"/>
                  </a:lnTo>
                  <a:lnTo>
                    <a:pt x="2568915" y="3552450"/>
                  </a:lnTo>
                  <a:lnTo>
                    <a:pt x="2569073" y="3552450"/>
                  </a:lnTo>
                  <a:lnTo>
                    <a:pt x="2569388" y="3552019"/>
                  </a:lnTo>
                  <a:lnTo>
                    <a:pt x="2569546" y="3552019"/>
                  </a:lnTo>
                  <a:lnTo>
                    <a:pt x="2569861" y="3552019"/>
                  </a:lnTo>
                  <a:lnTo>
                    <a:pt x="2570492" y="3551158"/>
                  </a:lnTo>
                  <a:lnTo>
                    <a:pt x="2570965" y="3550297"/>
                  </a:lnTo>
                  <a:lnTo>
                    <a:pt x="2571596" y="3549866"/>
                  </a:lnTo>
                  <a:lnTo>
                    <a:pt x="2571911" y="3549435"/>
                  </a:lnTo>
                  <a:lnTo>
                    <a:pt x="2572069" y="3549435"/>
                  </a:lnTo>
                  <a:lnTo>
                    <a:pt x="2572700" y="3548574"/>
                  </a:lnTo>
                  <a:lnTo>
                    <a:pt x="2572700" y="3548144"/>
                  </a:lnTo>
                  <a:lnTo>
                    <a:pt x="2572858" y="3548144"/>
                  </a:lnTo>
                  <a:lnTo>
                    <a:pt x="2573173" y="3548144"/>
                  </a:lnTo>
                  <a:lnTo>
                    <a:pt x="2573331" y="3547713"/>
                  </a:lnTo>
                  <a:lnTo>
                    <a:pt x="2573646" y="3547713"/>
                  </a:lnTo>
                  <a:lnTo>
                    <a:pt x="2574120" y="3547282"/>
                  </a:lnTo>
                  <a:lnTo>
                    <a:pt x="2574277" y="3546852"/>
                  </a:lnTo>
                  <a:lnTo>
                    <a:pt x="2574435" y="3546852"/>
                  </a:lnTo>
                  <a:lnTo>
                    <a:pt x="2574435" y="3546421"/>
                  </a:lnTo>
                  <a:lnTo>
                    <a:pt x="2574593" y="3546421"/>
                  </a:lnTo>
                  <a:lnTo>
                    <a:pt x="2574750" y="3546421"/>
                  </a:lnTo>
                  <a:lnTo>
                    <a:pt x="2575224" y="3545560"/>
                  </a:lnTo>
                  <a:lnTo>
                    <a:pt x="2575381" y="3545560"/>
                  </a:lnTo>
                  <a:lnTo>
                    <a:pt x="2576012" y="3544699"/>
                  </a:lnTo>
                  <a:lnTo>
                    <a:pt x="2576170" y="3544699"/>
                  </a:lnTo>
                  <a:lnTo>
                    <a:pt x="2576170" y="3544268"/>
                  </a:lnTo>
                  <a:lnTo>
                    <a:pt x="2576485" y="3544268"/>
                  </a:lnTo>
                  <a:lnTo>
                    <a:pt x="2576643" y="3544268"/>
                  </a:lnTo>
                  <a:lnTo>
                    <a:pt x="2576801" y="3544268"/>
                  </a:lnTo>
                  <a:lnTo>
                    <a:pt x="2577274" y="3542976"/>
                  </a:lnTo>
                  <a:lnTo>
                    <a:pt x="2577589" y="3542976"/>
                  </a:lnTo>
                  <a:lnTo>
                    <a:pt x="2577747" y="3542976"/>
                  </a:lnTo>
                  <a:lnTo>
                    <a:pt x="2577747" y="3542546"/>
                  </a:lnTo>
                  <a:lnTo>
                    <a:pt x="2577905" y="3542546"/>
                  </a:lnTo>
                  <a:lnTo>
                    <a:pt x="2577905" y="3542115"/>
                  </a:lnTo>
                  <a:lnTo>
                    <a:pt x="2578062" y="3542115"/>
                  </a:lnTo>
                  <a:lnTo>
                    <a:pt x="2578536" y="3541685"/>
                  </a:lnTo>
                  <a:lnTo>
                    <a:pt x="2578536" y="3541254"/>
                  </a:lnTo>
                  <a:lnTo>
                    <a:pt x="2578851" y="3540823"/>
                  </a:lnTo>
                  <a:lnTo>
                    <a:pt x="2579482" y="3540393"/>
                  </a:lnTo>
                  <a:lnTo>
                    <a:pt x="2579797" y="3539962"/>
                  </a:lnTo>
                  <a:lnTo>
                    <a:pt x="2579955" y="3539962"/>
                  </a:lnTo>
                  <a:lnTo>
                    <a:pt x="2580113" y="3539962"/>
                  </a:lnTo>
                  <a:lnTo>
                    <a:pt x="2580113" y="3539532"/>
                  </a:lnTo>
                  <a:lnTo>
                    <a:pt x="2580271" y="3539101"/>
                  </a:lnTo>
                  <a:lnTo>
                    <a:pt x="2580428" y="3539101"/>
                  </a:lnTo>
                  <a:lnTo>
                    <a:pt x="2580586" y="3539101"/>
                  </a:lnTo>
                  <a:lnTo>
                    <a:pt x="2580744" y="3539101"/>
                  </a:lnTo>
                  <a:lnTo>
                    <a:pt x="2580744" y="3538670"/>
                  </a:lnTo>
                  <a:lnTo>
                    <a:pt x="2580744" y="3538240"/>
                  </a:lnTo>
                  <a:lnTo>
                    <a:pt x="2581059" y="3538240"/>
                  </a:lnTo>
                  <a:lnTo>
                    <a:pt x="2581690" y="3537809"/>
                  </a:lnTo>
                  <a:lnTo>
                    <a:pt x="2581848" y="3537379"/>
                  </a:lnTo>
                  <a:lnTo>
                    <a:pt x="2582005" y="3537379"/>
                  </a:lnTo>
                  <a:lnTo>
                    <a:pt x="2582321" y="3537379"/>
                  </a:lnTo>
                  <a:lnTo>
                    <a:pt x="2582479" y="3536517"/>
                  </a:lnTo>
                  <a:lnTo>
                    <a:pt x="2582636" y="3536517"/>
                  </a:lnTo>
                  <a:lnTo>
                    <a:pt x="2582636" y="3536087"/>
                  </a:lnTo>
                  <a:lnTo>
                    <a:pt x="2582636" y="3535656"/>
                  </a:lnTo>
                  <a:lnTo>
                    <a:pt x="2582794" y="3535656"/>
                  </a:lnTo>
                  <a:lnTo>
                    <a:pt x="2582952" y="3535656"/>
                  </a:lnTo>
                  <a:lnTo>
                    <a:pt x="2582952" y="3535226"/>
                  </a:lnTo>
                  <a:lnTo>
                    <a:pt x="2583267" y="3535226"/>
                  </a:lnTo>
                  <a:lnTo>
                    <a:pt x="2583425" y="3535226"/>
                  </a:lnTo>
                  <a:lnTo>
                    <a:pt x="2583425" y="3534795"/>
                  </a:lnTo>
                  <a:lnTo>
                    <a:pt x="2583583" y="3534795"/>
                  </a:lnTo>
                  <a:lnTo>
                    <a:pt x="2583898" y="3534795"/>
                  </a:lnTo>
                  <a:lnTo>
                    <a:pt x="2584056" y="3534795"/>
                  </a:lnTo>
                  <a:lnTo>
                    <a:pt x="2584213" y="3534795"/>
                  </a:lnTo>
                  <a:lnTo>
                    <a:pt x="2584213" y="3534364"/>
                  </a:lnTo>
                  <a:lnTo>
                    <a:pt x="2584371" y="3534364"/>
                  </a:lnTo>
                  <a:lnTo>
                    <a:pt x="2584687" y="3533934"/>
                  </a:lnTo>
                  <a:lnTo>
                    <a:pt x="2584687" y="3533503"/>
                  </a:lnTo>
                  <a:lnTo>
                    <a:pt x="2585160" y="3533503"/>
                  </a:lnTo>
                  <a:lnTo>
                    <a:pt x="2585318" y="3533073"/>
                  </a:lnTo>
                  <a:lnTo>
                    <a:pt x="2585948" y="3533073"/>
                  </a:lnTo>
                  <a:lnTo>
                    <a:pt x="2586106" y="3532642"/>
                  </a:lnTo>
                  <a:lnTo>
                    <a:pt x="2586579" y="3532642"/>
                  </a:lnTo>
                  <a:lnTo>
                    <a:pt x="2586895" y="3532642"/>
                  </a:lnTo>
                  <a:lnTo>
                    <a:pt x="2587052" y="3532642"/>
                  </a:lnTo>
                  <a:lnTo>
                    <a:pt x="2587368" y="3532642"/>
                  </a:lnTo>
                  <a:lnTo>
                    <a:pt x="2587683" y="3532211"/>
                  </a:lnTo>
                  <a:lnTo>
                    <a:pt x="2587841" y="3532211"/>
                  </a:lnTo>
                  <a:lnTo>
                    <a:pt x="2587999" y="3532211"/>
                  </a:lnTo>
                  <a:lnTo>
                    <a:pt x="2588314" y="3532211"/>
                  </a:lnTo>
                  <a:lnTo>
                    <a:pt x="2588787" y="3531781"/>
                  </a:lnTo>
                  <a:lnTo>
                    <a:pt x="2588945" y="3531781"/>
                  </a:lnTo>
                  <a:lnTo>
                    <a:pt x="2588945" y="3531350"/>
                  </a:lnTo>
                  <a:lnTo>
                    <a:pt x="2589103" y="3531350"/>
                  </a:lnTo>
                  <a:lnTo>
                    <a:pt x="2589103" y="3530920"/>
                  </a:lnTo>
                  <a:lnTo>
                    <a:pt x="2589576" y="3529628"/>
                  </a:lnTo>
                  <a:lnTo>
                    <a:pt x="2589734" y="3529197"/>
                  </a:lnTo>
                  <a:lnTo>
                    <a:pt x="2589734" y="3528767"/>
                  </a:lnTo>
                  <a:lnTo>
                    <a:pt x="2589891" y="3528767"/>
                  </a:lnTo>
                  <a:lnTo>
                    <a:pt x="2590049" y="3528767"/>
                  </a:lnTo>
                  <a:lnTo>
                    <a:pt x="2590207" y="3528767"/>
                  </a:lnTo>
                  <a:lnTo>
                    <a:pt x="2590680" y="3528336"/>
                  </a:lnTo>
                  <a:lnTo>
                    <a:pt x="2590680" y="3527905"/>
                  </a:lnTo>
                  <a:lnTo>
                    <a:pt x="2590995" y="3527905"/>
                  </a:lnTo>
                  <a:lnTo>
                    <a:pt x="2591626" y="3527044"/>
                  </a:lnTo>
                  <a:lnTo>
                    <a:pt x="2592257" y="3527044"/>
                  </a:lnTo>
                  <a:lnTo>
                    <a:pt x="2592415" y="3527044"/>
                  </a:lnTo>
                  <a:lnTo>
                    <a:pt x="2592573" y="3527044"/>
                  </a:lnTo>
                  <a:lnTo>
                    <a:pt x="2592888" y="3526183"/>
                  </a:lnTo>
                  <a:lnTo>
                    <a:pt x="2593203" y="3526183"/>
                  </a:lnTo>
                  <a:lnTo>
                    <a:pt x="2593519" y="3526183"/>
                  </a:lnTo>
                  <a:lnTo>
                    <a:pt x="2593992" y="3526183"/>
                  </a:lnTo>
                  <a:lnTo>
                    <a:pt x="2593992" y="3525322"/>
                  </a:lnTo>
                  <a:lnTo>
                    <a:pt x="2594150" y="3525322"/>
                  </a:lnTo>
                  <a:lnTo>
                    <a:pt x="2594465" y="3525322"/>
                  </a:lnTo>
                  <a:lnTo>
                    <a:pt x="2594623" y="3524891"/>
                  </a:lnTo>
                  <a:lnTo>
                    <a:pt x="2594781" y="3524891"/>
                  </a:lnTo>
                  <a:lnTo>
                    <a:pt x="2595411" y="3524461"/>
                  </a:lnTo>
                  <a:lnTo>
                    <a:pt x="2595727" y="3524461"/>
                  </a:lnTo>
                  <a:lnTo>
                    <a:pt x="2595885" y="3524461"/>
                  </a:lnTo>
                  <a:lnTo>
                    <a:pt x="2596200" y="3524461"/>
                  </a:lnTo>
                  <a:lnTo>
                    <a:pt x="2596200" y="3524030"/>
                  </a:lnTo>
                  <a:lnTo>
                    <a:pt x="2596831" y="3523599"/>
                  </a:lnTo>
                  <a:lnTo>
                    <a:pt x="2596989" y="3523599"/>
                  </a:lnTo>
                  <a:lnTo>
                    <a:pt x="2597146" y="3523599"/>
                  </a:lnTo>
                  <a:lnTo>
                    <a:pt x="2597146" y="3523169"/>
                  </a:lnTo>
                  <a:lnTo>
                    <a:pt x="2597146" y="3522738"/>
                  </a:lnTo>
                  <a:lnTo>
                    <a:pt x="2597304" y="3522738"/>
                  </a:lnTo>
                  <a:lnTo>
                    <a:pt x="2597935" y="3522308"/>
                  </a:lnTo>
                  <a:lnTo>
                    <a:pt x="2598093" y="3521446"/>
                  </a:lnTo>
                  <a:lnTo>
                    <a:pt x="2598566" y="3521016"/>
                  </a:lnTo>
                  <a:lnTo>
                    <a:pt x="2599354" y="3521016"/>
                  </a:lnTo>
                  <a:lnTo>
                    <a:pt x="2599354" y="3520585"/>
                  </a:lnTo>
                  <a:lnTo>
                    <a:pt x="2599828" y="3520585"/>
                  </a:lnTo>
                  <a:lnTo>
                    <a:pt x="2599985" y="3520585"/>
                  </a:lnTo>
                  <a:lnTo>
                    <a:pt x="2600301" y="3520585"/>
                  </a:lnTo>
                  <a:lnTo>
                    <a:pt x="2600458" y="3519724"/>
                  </a:lnTo>
                  <a:lnTo>
                    <a:pt x="2601405" y="3519293"/>
                  </a:lnTo>
                  <a:lnTo>
                    <a:pt x="2601562" y="3519293"/>
                  </a:lnTo>
                  <a:lnTo>
                    <a:pt x="2601878" y="3519293"/>
                  </a:lnTo>
                  <a:lnTo>
                    <a:pt x="2602193" y="3519293"/>
                  </a:lnTo>
                  <a:lnTo>
                    <a:pt x="2602509" y="3518432"/>
                  </a:lnTo>
                  <a:lnTo>
                    <a:pt x="2602982" y="3518002"/>
                  </a:lnTo>
                  <a:lnTo>
                    <a:pt x="2604086" y="3517571"/>
                  </a:lnTo>
                  <a:lnTo>
                    <a:pt x="2604244" y="3517571"/>
                  </a:lnTo>
                  <a:lnTo>
                    <a:pt x="2604401" y="3517571"/>
                  </a:lnTo>
                  <a:lnTo>
                    <a:pt x="2604559" y="3517571"/>
                  </a:lnTo>
                  <a:lnTo>
                    <a:pt x="2604875" y="3517571"/>
                  </a:lnTo>
                  <a:lnTo>
                    <a:pt x="2604875" y="3516279"/>
                  </a:lnTo>
                  <a:lnTo>
                    <a:pt x="2605348" y="3515849"/>
                  </a:lnTo>
                  <a:lnTo>
                    <a:pt x="2605505" y="3515849"/>
                  </a:lnTo>
                  <a:lnTo>
                    <a:pt x="2605505" y="3515418"/>
                  </a:lnTo>
                  <a:lnTo>
                    <a:pt x="2605663" y="3515418"/>
                  </a:lnTo>
                  <a:lnTo>
                    <a:pt x="2605979" y="3515418"/>
                  </a:lnTo>
                  <a:lnTo>
                    <a:pt x="2606136" y="3515418"/>
                  </a:lnTo>
                  <a:lnTo>
                    <a:pt x="2606294" y="3514557"/>
                  </a:lnTo>
                  <a:lnTo>
                    <a:pt x="2607083" y="3513696"/>
                  </a:lnTo>
                  <a:lnTo>
                    <a:pt x="2607240" y="3513696"/>
                  </a:lnTo>
                  <a:lnTo>
                    <a:pt x="2608029" y="3513696"/>
                  </a:lnTo>
                  <a:lnTo>
                    <a:pt x="2608187" y="3513696"/>
                  </a:lnTo>
                  <a:lnTo>
                    <a:pt x="2608502" y="3513696"/>
                  </a:lnTo>
                  <a:lnTo>
                    <a:pt x="2608660" y="3513696"/>
                  </a:lnTo>
                  <a:lnTo>
                    <a:pt x="2608660" y="3513265"/>
                  </a:lnTo>
                  <a:lnTo>
                    <a:pt x="2608818" y="3513265"/>
                  </a:lnTo>
                  <a:lnTo>
                    <a:pt x="2609291" y="3512404"/>
                  </a:lnTo>
                  <a:lnTo>
                    <a:pt x="2609291" y="3511973"/>
                  </a:lnTo>
                  <a:lnTo>
                    <a:pt x="2609448" y="3511973"/>
                  </a:lnTo>
                  <a:lnTo>
                    <a:pt x="2609922" y="3511973"/>
                  </a:lnTo>
                  <a:lnTo>
                    <a:pt x="2610079" y="3511973"/>
                  </a:lnTo>
                  <a:lnTo>
                    <a:pt x="2610395" y="3511543"/>
                  </a:lnTo>
                  <a:lnTo>
                    <a:pt x="2610552" y="3511543"/>
                  </a:lnTo>
                  <a:lnTo>
                    <a:pt x="2610710" y="3511543"/>
                  </a:lnTo>
                  <a:lnTo>
                    <a:pt x="2610868" y="3510681"/>
                  </a:lnTo>
                  <a:lnTo>
                    <a:pt x="2611656" y="3510681"/>
                  </a:lnTo>
                  <a:lnTo>
                    <a:pt x="2611656" y="3509820"/>
                  </a:lnTo>
                  <a:lnTo>
                    <a:pt x="2611814" y="3509820"/>
                  </a:lnTo>
                  <a:lnTo>
                    <a:pt x="2612130" y="3509820"/>
                  </a:lnTo>
                  <a:lnTo>
                    <a:pt x="2612287" y="3509820"/>
                  </a:lnTo>
                  <a:lnTo>
                    <a:pt x="2612603" y="3509820"/>
                  </a:lnTo>
                  <a:lnTo>
                    <a:pt x="2613391" y="3509390"/>
                  </a:lnTo>
                  <a:lnTo>
                    <a:pt x="2613707" y="3509390"/>
                  </a:lnTo>
                  <a:lnTo>
                    <a:pt x="2613865" y="3509390"/>
                  </a:lnTo>
                  <a:lnTo>
                    <a:pt x="2614022" y="3508528"/>
                  </a:lnTo>
                  <a:lnTo>
                    <a:pt x="2614180" y="3508528"/>
                  </a:lnTo>
                  <a:lnTo>
                    <a:pt x="2614180" y="3508098"/>
                  </a:lnTo>
                  <a:lnTo>
                    <a:pt x="2614338" y="3508098"/>
                  </a:lnTo>
                  <a:lnTo>
                    <a:pt x="2614653" y="3508098"/>
                  </a:lnTo>
                  <a:lnTo>
                    <a:pt x="2614969" y="3507667"/>
                  </a:lnTo>
                  <a:lnTo>
                    <a:pt x="2615126" y="3507667"/>
                  </a:lnTo>
                  <a:lnTo>
                    <a:pt x="2615442" y="3507667"/>
                  </a:lnTo>
                  <a:lnTo>
                    <a:pt x="2615442" y="3507237"/>
                  </a:lnTo>
                  <a:lnTo>
                    <a:pt x="2615915" y="3506806"/>
                  </a:lnTo>
                  <a:lnTo>
                    <a:pt x="2615915" y="3505945"/>
                  </a:lnTo>
                  <a:lnTo>
                    <a:pt x="2616230" y="3505514"/>
                  </a:lnTo>
                  <a:lnTo>
                    <a:pt x="2616546" y="3505514"/>
                  </a:lnTo>
                  <a:lnTo>
                    <a:pt x="2616861" y="3505084"/>
                  </a:lnTo>
                  <a:lnTo>
                    <a:pt x="2617019" y="3505084"/>
                  </a:lnTo>
                  <a:lnTo>
                    <a:pt x="2617177" y="3505084"/>
                  </a:lnTo>
                  <a:lnTo>
                    <a:pt x="2617334" y="3504653"/>
                  </a:lnTo>
                  <a:lnTo>
                    <a:pt x="2617492" y="3503361"/>
                  </a:lnTo>
                  <a:lnTo>
                    <a:pt x="2617492" y="3502931"/>
                  </a:lnTo>
                  <a:lnTo>
                    <a:pt x="2617965" y="3502500"/>
                  </a:lnTo>
                  <a:lnTo>
                    <a:pt x="2618123" y="3502069"/>
                  </a:lnTo>
                  <a:lnTo>
                    <a:pt x="2618281" y="3501639"/>
                  </a:lnTo>
                  <a:lnTo>
                    <a:pt x="2618438" y="3501639"/>
                  </a:lnTo>
                  <a:lnTo>
                    <a:pt x="2618596" y="3501639"/>
                  </a:lnTo>
                  <a:lnTo>
                    <a:pt x="2618912" y="3500778"/>
                  </a:lnTo>
                  <a:lnTo>
                    <a:pt x="2618912" y="3499486"/>
                  </a:lnTo>
                  <a:lnTo>
                    <a:pt x="2619227" y="3498625"/>
                  </a:lnTo>
                  <a:lnTo>
                    <a:pt x="2619542" y="3498625"/>
                  </a:lnTo>
                  <a:lnTo>
                    <a:pt x="2619700" y="3498625"/>
                  </a:lnTo>
                  <a:lnTo>
                    <a:pt x="2619858" y="3498625"/>
                  </a:lnTo>
                  <a:lnTo>
                    <a:pt x="2620016" y="3498194"/>
                  </a:lnTo>
                  <a:lnTo>
                    <a:pt x="2620173" y="3498194"/>
                  </a:lnTo>
                  <a:lnTo>
                    <a:pt x="2620331" y="3497763"/>
                  </a:lnTo>
                  <a:lnTo>
                    <a:pt x="2620804" y="3497763"/>
                  </a:lnTo>
                  <a:lnTo>
                    <a:pt x="2621908" y="3496902"/>
                  </a:lnTo>
                  <a:lnTo>
                    <a:pt x="2622066" y="3496902"/>
                  </a:lnTo>
                  <a:lnTo>
                    <a:pt x="2622066" y="3496472"/>
                  </a:lnTo>
                  <a:lnTo>
                    <a:pt x="2622539" y="3495610"/>
                  </a:lnTo>
                  <a:lnTo>
                    <a:pt x="2623328" y="3495180"/>
                  </a:lnTo>
                  <a:lnTo>
                    <a:pt x="2623643" y="3493888"/>
                  </a:lnTo>
                  <a:lnTo>
                    <a:pt x="2623801" y="3493888"/>
                  </a:lnTo>
                  <a:lnTo>
                    <a:pt x="2624116" y="3493457"/>
                  </a:lnTo>
                  <a:lnTo>
                    <a:pt x="2624274" y="3493457"/>
                  </a:lnTo>
                  <a:lnTo>
                    <a:pt x="2624274" y="3493027"/>
                  </a:lnTo>
                  <a:lnTo>
                    <a:pt x="2624905" y="3493027"/>
                  </a:lnTo>
                  <a:lnTo>
                    <a:pt x="2625220" y="3492166"/>
                  </a:lnTo>
                  <a:lnTo>
                    <a:pt x="2625378" y="3491735"/>
                  </a:lnTo>
                  <a:lnTo>
                    <a:pt x="2625536" y="3491304"/>
                  </a:lnTo>
                  <a:lnTo>
                    <a:pt x="2626640" y="3490443"/>
                  </a:lnTo>
                  <a:lnTo>
                    <a:pt x="2626640" y="3490013"/>
                  </a:lnTo>
                  <a:lnTo>
                    <a:pt x="2626797" y="3489582"/>
                  </a:lnTo>
                  <a:lnTo>
                    <a:pt x="2627113" y="3489582"/>
                  </a:lnTo>
                  <a:lnTo>
                    <a:pt x="2627901" y="3489582"/>
                  </a:lnTo>
                  <a:lnTo>
                    <a:pt x="2628059" y="3489582"/>
                  </a:lnTo>
                  <a:lnTo>
                    <a:pt x="2628375" y="3489582"/>
                  </a:lnTo>
                  <a:lnTo>
                    <a:pt x="2629163" y="3488721"/>
                  </a:lnTo>
                  <a:lnTo>
                    <a:pt x="2629163" y="3488290"/>
                  </a:lnTo>
                  <a:lnTo>
                    <a:pt x="2629479" y="3487429"/>
                  </a:lnTo>
                  <a:lnTo>
                    <a:pt x="2629636" y="3487429"/>
                  </a:lnTo>
                  <a:lnTo>
                    <a:pt x="2630425" y="3487429"/>
                  </a:lnTo>
                  <a:lnTo>
                    <a:pt x="2630898" y="3487429"/>
                  </a:lnTo>
                  <a:lnTo>
                    <a:pt x="2631056" y="3487429"/>
                  </a:lnTo>
                  <a:lnTo>
                    <a:pt x="2632160" y="3485707"/>
                  </a:lnTo>
                  <a:lnTo>
                    <a:pt x="2632318" y="3485707"/>
                  </a:lnTo>
                  <a:lnTo>
                    <a:pt x="2632475" y="3485276"/>
                  </a:lnTo>
                  <a:lnTo>
                    <a:pt x="2632633" y="3485276"/>
                  </a:lnTo>
                  <a:lnTo>
                    <a:pt x="2632948" y="3485276"/>
                  </a:lnTo>
                  <a:lnTo>
                    <a:pt x="2633264" y="3485276"/>
                  </a:lnTo>
                  <a:lnTo>
                    <a:pt x="2633737" y="3485276"/>
                  </a:lnTo>
                  <a:lnTo>
                    <a:pt x="2633737" y="3484845"/>
                  </a:lnTo>
                  <a:lnTo>
                    <a:pt x="2633737" y="3484415"/>
                  </a:lnTo>
                  <a:lnTo>
                    <a:pt x="2634210" y="3483554"/>
                  </a:lnTo>
                  <a:lnTo>
                    <a:pt x="2635156" y="3483123"/>
                  </a:lnTo>
                  <a:lnTo>
                    <a:pt x="2635314" y="3482262"/>
                  </a:lnTo>
                  <a:lnTo>
                    <a:pt x="2635787" y="3481831"/>
                  </a:lnTo>
                  <a:lnTo>
                    <a:pt x="2636103" y="3481831"/>
                  </a:lnTo>
                  <a:lnTo>
                    <a:pt x="2636103" y="3481401"/>
                  </a:lnTo>
                  <a:lnTo>
                    <a:pt x="2636261" y="3481401"/>
                  </a:lnTo>
                  <a:lnTo>
                    <a:pt x="2636734" y="3480539"/>
                  </a:lnTo>
                  <a:lnTo>
                    <a:pt x="2636891" y="3480109"/>
                  </a:lnTo>
                  <a:lnTo>
                    <a:pt x="2637049" y="3480109"/>
                  </a:lnTo>
                  <a:lnTo>
                    <a:pt x="2637207" y="3480109"/>
                  </a:lnTo>
                  <a:lnTo>
                    <a:pt x="2637522" y="3479678"/>
                  </a:lnTo>
                  <a:lnTo>
                    <a:pt x="2637995" y="3479678"/>
                  </a:lnTo>
                  <a:lnTo>
                    <a:pt x="2638153" y="3479678"/>
                  </a:lnTo>
                  <a:lnTo>
                    <a:pt x="2638311" y="3479678"/>
                  </a:lnTo>
                  <a:lnTo>
                    <a:pt x="2639099" y="3479678"/>
                  </a:lnTo>
                  <a:lnTo>
                    <a:pt x="2639257" y="3479248"/>
                  </a:lnTo>
                  <a:lnTo>
                    <a:pt x="2639573" y="3478817"/>
                  </a:lnTo>
                  <a:lnTo>
                    <a:pt x="2639573" y="3478386"/>
                  </a:lnTo>
                  <a:lnTo>
                    <a:pt x="2639573" y="3477956"/>
                  </a:lnTo>
                  <a:lnTo>
                    <a:pt x="2640046" y="3477956"/>
                  </a:lnTo>
                  <a:lnTo>
                    <a:pt x="2640046" y="3477525"/>
                  </a:lnTo>
                  <a:lnTo>
                    <a:pt x="2640203" y="3477525"/>
                  </a:lnTo>
                  <a:lnTo>
                    <a:pt x="2640203" y="3476664"/>
                  </a:lnTo>
                  <a:lnTo>
                    <a:pt x="2640203" y="3476233"/>
                  </a:lnTo>
                  <a:lnTo>
                    <a:pt x="2640519" y="3475803"/>
                  </a:lnTo>
                  <a:lnTo>
                    <a:pt x="2640992" y="3475803"/>
                  </a:lnTo>
                  <a:lnTo>
                    <a:pt x="2641150" y="3475803"/>
                  </a:lnTo>
                  <a:lnTo>
                    <a:pt x="2641150" y="3475372"/>
                  </a:lnTo>
                  <a:lnTo>
                    <a:pt x="2641308" y="3475372"/>
                  </a:lnTo>
                  <a:lnTo>
                    <a:pt x="2641465" y="3475372"/>
                  </a:lnTo>
                  <a:lnTo>
                    <a:pt x="2641623" y="3475372"/>
                  </a:lnTo>
                  <a:lnTo>
                    <a:pt x="2642096" y="3475372"/>
                  </a:lnTo>
                  <a:lnTo>
                    <a:pt x="2642569" y="3475372"/>
                  </a:lnTo>
                  <a:lnTo>
                    <a:pt x="2642569" y="3474942"/>
                  </a:lnTo>
                  <a:lnTo>
                    <a:pt x="2642727" y="3474511"/>
                  </a:lnTo>
                  <a:lnTo>
                    <a:pt x="2643042" y="3474511"/>
                  </a:lnTo>
                  <a:lnTo>
                    <a:pt x="2643200" y="3474511"/>
                  </a:lnTo>
                  <a:lnTo>
                    <a:pt x="2643200" y="3473219"/>
                  </a:lnTo>
                  <a:lnTo>
                    <a:pt x="2643358" y="3473219"/>
                  </a:lnTo>
                  <a:lnTo>
                    <a:pt x="2643516" y="3472789"/>
                  </a:lnTo>
                  <a:lnTo>
                    <a:pt x="2643673" y="3472789"/>
                  </a:lnTo>
                  <a:lnTo>
                    <a:pt x="2643831" y="3472789"/>
                  </a:lnTo>
                  <a:lnTo>
                    <a:pt x="2643989" y="3472789"/>
                  </a:lnTo>
                  <a:lnTo>
                    <a:pt x="2644146" y="3472789"/>
                  </a:lnTo>
                  <a:lnTo>
                    <a:pt x="2644304" y="3472789"/>
                  </a:lnTo>
                  <a:lnTo>
                    <a:pt x="2644462" y="3472789"/>
                  </a:lnTo>
                  <a:lnTo>
                    <a:pt x="2645093" y="3472789"/>
                  </a:lnTo>
                  <a:lnTo>
                    <a:pt x="2645093" y="3472358"/>
                  </a:lnTo>
                  <a:lnTo>
                    <a:pt x="2645408" y="3471497"/>
                  </a:lnTo>
                  <a:lnTo>
                    <a:pt x="2645881" y="3471497"/>
                  </a:lnTo>
                  <a:lnTo>
                    <a:pt x="2646039" y="3471066"/>
                  </a:lnTo>
                  <a:lnTo>
                    <a:pt x="2646197" y="3471066"/>
                  </a:lnTo>
                  <a:lnTo>
                    <a:pt x="2646354" y="3470636"/>
                  </a:lnTo>
                  <a:lnTo>
                    <a:pt x="2646512" y="3470636"/>
                  </a:lnTo>
                  <a:lnTo>
                    <a:pt x="2646985" y="3470636"/>
                  </a:lnTo>
                  <a:lnTo>
                    <a:pt x="2647301" y="3469774"/>
                  </a:lnTo>
                  <a:lnTo>
                    <a:pt x="2647459" y="3469774"/>
                  </a:lnTo>
                  <a:lnTo>
                    <a:pt x="2648563" y="3468913"/>
                  </a:lnTo>
                  <a:lnTo>
                    <a:pt x="2648563" y="3468483"/>
                  </a:lnTo>
                  <a:lnTo>
                    <a:pt x="2648720" y="3468483"/>
                  </a:lnTo>
                  <a:lnTo>
                    <a:pt x="2648720" y="3468052"/>
                  </a:lnTo>
                  <a:lnTo>
                    <a:pt x="2649193" y="3467191"/>
                  </a:lnTo>
                  <a:lnTo>
                    <a:pt x="2649351" y="3467191"/>
                  </a:lnTo>
                  <a:lnTo>
                    <a:pt x="2649509" y="3467191"/>
                  </a:lnTo>
                  <a:lnTo>
                    <a:pt x="2649509" y="3466760"/>
                  </a:lnTo>
                  <a:lnTo>
                    <a:pt x="2649667" y="3466760"/>
                  </a:lnTo>
                  <a:lnTo>
                    <a:pt x="2650455" y="3466330"/>
                  </a:lnTo>
                  <a:lnTo>
                    <a:pt x="2651086" y="3466330"/>
                  </a:lnTo>
                  <a:lnTo>
                    <a:pt x="2651244" y="3466330"/>
                  </a:lnTo>
                  <a:lnTo>
                    <a:pt x="2651244" y="3465899"/>
                  </a:lnTo>
                  <a:lnTo>
                    <a:pt x="2651401" y="3465899"/>
                  </a:lnTo>
                  <a:lnTo>
                    <a:pt x="2651717" y="3465899"/>
                  </a:lnTo>
                  <a:lnTo>
                    <a:pt x="2652032" y="3465899"/>
                  </a:lnTo>
                  <a:lnTo>
                    <a:pt x="2652506" y="3465899"/>
                  </a:lnTo>
                  <a:lnTo>
                    <a:pt x="2652663" y="3465899"/>
                  </a:lnTo>
                  <a:lnTo>
                    <a:pt x="2652821" y="3465899"/>
                  </a:lnTo>
                  <a:lnTo>
                    <a:pt x="2652979" y="3465899"/>
                  </a:lnTo>
                  <a:lnTo>
                    <a:pt x="2653610" y="3465468"/>
                  </a:lnTo>
                  <a:lnTo>
                    <a:pt x="2653925" y="3465468"/>
                  </a:lnTo>
                  <a:lnTo>
                    <a:pt x="2654083" y="3465468"/>
                  </a:lnTo>
                  <a:lnTo>
                    <a:pt x="2654240" y="3465468"/>
                  </a:lnTo>
                  <a:lnTo>
                    <a:pt x="2654240" y="3464607"/>
                  </a:lnTo>
                  <a:lnTo>
                    <a:pt x="2654240" y="3464177"/>
                  </a:lnTo>
                  <a:lnTo>
                    <a:pt x="2654398" y="3464177"/>
                  </a:lnTo>
                  <a:lnTo>
                    <a:pt x="2654714" y="3463746"/>
                  </a:lnTo>
                  <a:lnTo>
                    <a:pt x="2655187" y="3462885"/>
                  </a:lnTo>
                  <a:lnTo>
                    <a:pt x="2655502" y="3462885"/>
                  </a:lnTo>
                  <a:lnTo>
                    <a:pt x="2655660" y="3462885"/>
                  </a:lnTo>
                  <a:lnTo>
                    <a:pt x="2655660" y="3462454"/>
                  </a:lnTo>
                  <a:lnTo>
                    <a:pt x="2656133" y="3462454"/>
                  </a:lnTo>
                  <a:lnTo>
                    <a:pt x="2656291" y="3462454"/>
                  </a:lnTo>
                  <a:lnTo>
                    <a:pt x="2656448" y="3462454"/>
                  </a:lnTo>
                  <a:lnTo>
                    <a:pt x="2656606" y="3462454"/>
                  </a:lnTo>
                  <a:lnTo>
                    <a:pt x="2656764" y="3462454"/>
                  </a:lnTo>
                  <a:lnTo>
                    <a:pt x="2657079" y="3462454"/>
                  </a:lnTo>
                  <a:lnTo>
                    <a:pt x="2657237" y="3462454"/>
                  </a:lnTo>
                  <a:lnTo>
                    <a:pt x="2657710" y="3462454"/>
                  </a:lnTo>
                  <a:lnTo>
                    <a:pt x="2657710" y="3461593"/>
                  </a:lnTo>
                  <a:lnTo>
                    <a:pt x="2658026" y="3461593"/>
                  </a:lnTo>
                  <a:lnTo>
                    <a:pt x="2658657" y="3461162"/>
                  </a:lnTo>
                  <a:lnTo>
                    <a:pt x="2658972" y="3461162"/>
                  </a:lnTo>
                  <a:lnTo>
                    <a:pt x="2659445" y="3461162"/>
                  </a:lnTo>
                  <a:lnTo>
                    <a:pt x="2659603" y="3461162"/>
                  </a:lnTo>
                  <a:lnTo>
                    <a:pt x="2659761" y="3461162"/>
                  </a:lnTo>
                  <a:lnTo>
                    <a:pt x="2659918" y="3461162"/>
                  </a:lnTo>
                  <a:lnTo>
                    <a:pt x="2659918" y="3460732"/>
                  </a:lnTo>
                  <a:lnTo>
                    <a:pt x="2660707" y="3460732"/>
                  </a:lnTo>
                  <a:lnTo>
                    <a:pt x="2660865" y="3460732"/>
                  </a:lnTo>
                  <a:lnTo>
                    <a:pt x="2661022" y="3460732"/>
                  </a:lnTo>
                  <a:lnTo>
                    <a:pt x="2661180" y="3460732"/>
                  </a:lnTo>
                  <a:lnTo>
                    <a:pt x="2661338" y="3460301"/>
                  </a:lnTo>
                  <a:lnTo>
                    <a:pt x="2661653" y="3460301"/>
                  </a:lnTo>
                  <a:lnTo>
                    <a:pt x="2662126" y="3460301"/>
                  </a:lnTo>
                  <a:lnTo>
                    <a:pt x="2662284" y="3460301"/>
                  </a:lnTo>
                  <a:lnTo>
                    <a:pt x="2662757" y="3460301"/>
                  </a:lnTo>
                  <a:lnTo>
                    <a:pt x="2662915" y="3459440"/>
                  </a:lnTo>
                  <a:lnTo>
                    <a:pt x="2663073" y="3459440"/>
                  </a:lnTo>
                  <a:lnTo>
                    <a:pt x="2663230" y="3459440"/>
                  </a:lnTo>
                  <a:lnTo>
                    <a:pt x="2663388" y="3459440"/>
                  </a:lnTo>
                  <a:lnTo>
                    <a:pt x="2663861" y="3459009"/>
                  </a:lnTo>
                  <a:lnTo>
                    <a:pt x="2664177" y="3459009"/>
                  </a:lnTo>
                  <a:lnTo>
                    <a:pt x="2664334" y="3458579"/>
                  </a:lnTo>
                  <a:lnTo>
                    <a:pt x="2664965" y="3457718"/>
                  </a:lnTo>
                  <a:lnTo>
                    <a:pt x="2665123" y="3457718"/>
                  </a:lnTo>
                  <a:lnTo>
                    <a:pt x="2665281" y="3457718"/>
                  </a:lnTo>
                  <a:lnTo>
                    <a:pt x="2665438" y="3456856"/>
                  </a:lnTo>
                  <a:lnTo>
                    <a:pt x="2665596" y="3456426"/>
                  </a:lnTo>
                  <a:lnTo>
                    <a:pt x="2665596" y="3455995"/>
                  </a:lnTo>
                  <a:lnTo>
                    <a:pt x="2666069" y="3455995"/>
                  </a:lnTo>
                  <a:lnTo>
                    <a:pt x="2666227" y="3455995"/>
                  </a:lnTo>
                  <a:lnTo>
                    <a:pt x="2666858" y="3455565"/>
                  </a:lnTo>
                  <a:lnTo>
                    <a:pt x="2667016" y="3455565"/>
                  </a:lnTo>
                  <a:lnTo>
                    <a:pt x="2667173" y="3455565"/>
                  </a:lnTo>
                  <a:lnTo>
                    <a:pt x="2667331" y="3454703"/>
                  </a:lnTo>
                  <a:lnTo>
                    <a:pt x="2668120" y="3452981"/>
                  </a:lnTo>
                  <a:lnTo>
                    <a:pt x="2668435" y="3452981"/>
                  </a:lnTo>
                  <a:lnTo>
                    <a:pt x="2668593" y="3452981"/>
                  </a:lnTo>
                  <a:lnTo>
                    <a:pt x="2668750" y="3452981"/>
                  </a:lnTo>
                  <a:lnTo>
                    <a:pt x="2669066" y="3452550"/>
                  </a:lnTo>
                  <a:lnTo>
                    <a:pt x="2669224" y="3452550"/>
                  </a:lnTo>
                  <a:lnTo>
                    <a:pt x="2669381" y="3452550"/>
                  </a:lnTo>
                  <a:lnTo>
                    <a:pt x="2669539" y="3452550"/>
                  </a:lnTo>
                  <a:lnTo>
                    <a:pt x="2669697" y="3452550"/>
                  </a:lnTo>
                  <a:lnTo>
                    <a:pt x="2670328" y="3451259"/>
                  </a:lnTo>
                  <a:lnTo>
                    <a:pt x="2670485" y="3451259"/>
                  </a:lnTo>
                  <a:lnTo>
                    <a:pt x="2670643" y="3451259"/>
                  </a:lnTo>
                  <a:lnTo>
                    <a:pt x="2671432" y="3449536"/>
                  </a:lnTo>
                  <a:lnTo>
                    <a:pt x="2671747" y="3449106"/>
                  </a:lnTo>
                  <a:lnTo>
                    <a:pt x="2671905" y="3449106"/>
                  </a:lnTo>
                  <a:lnTo>
                    <a:pt x="2671905" y="3448675"/>
                  </a:lnTo>
                  <a:lnTo>
                    <a:pt x="2672063" y="3448675"/>
                  </a:lnTo>
                  <a:lnTo>
                    <a:pt x="2672220" y="3448675"/>
                  </a:lnTo>
                  <a:lnTo>
                    <a:pt x="2672378" y="3448675"/>
                  </a:lnTo>
                  <a:lnTo>
                    <a:pt x="2672536" y="3448675"/>
                  </a:lnTo>
                  <a:lnTo>
                    <a:pt x="2672693" y="3448675"/>
                  </a:lnTo>
                  <a:lnTo>
                    <a:pt x="2673009" y="3448675"/>
                  </a:lnTo>
                  <a:lnTo>
                    <a:pt x="2673167" y="3448675"/>
                  </a:lnTo>
                  <a:lnTo>
                    <a:pt x="2673324" y="3448675"/>
                  </a:lnTo>
                  <a:lnTo>
                    <a:pt x="2673640" y="3448675"/>
                  </a:lnTo>
                  <a:lnTo>
                    <a:pt x="2674113" y="3448244"/>
                  </a:lnTo>
                  <a:lnTo>
                    <a:pt x="2674271" y="3447383"/>
                  </a:lnTo>
                  <a:lnTo>
                    <a:pt x="2674586" y="3446953"/>
                  </a:lnTo>
                  <a:lnTo>
                    <a:pt x="2675059" y="3446953"/>
                  </a:lnTo>
                  <a:lnTo>
                    <a:pt x="2675217" y="3446953"/>
                  </a:lnTo>
                  <a:lnTo>
                    <a:pt x="2675375" y="3446953"/>
                  </a:lnTo>
                  <a:lnTo>
                    <a:pt x="2675690" y="3446953"/>
                  </a:lnTo>
                  <a:lnTo>
                    <a:pt x="2676006" y="3446953"/>
                  </a:lnTo>
                  <a:lnTo>
                    <a:pt x="2676321" y="3446953"/>
                  </a:lnTo>
                  <a:lnTo>
                    <a:pt x="2677110" y="3446953"/>
                  </a:lnTo>
                  <a:lnTo>
                    <a:pt x="2677267" y="3446522"/>
                  </a:lnTo>
                  <a:lnTo>
                    <a:pt x="2677267" y="3446091"/>
                  </a:lnTo>
                  <a:lnTo>
                    <a:pt x="2677898" y="3445661"/>
                  </a:lnTo>
                  <a:lnTo>
                    <a:pt x="2677898" y="3445230"/>
                  </a:lnTo>
                  <a:lnTo>
                    <a:pt x="2678056" y="3444800"/>
                  </a:lnTo>
                  <a:lnTo>
                    <a:pt x="2678214" y="3444800"/>
                  </a:lnTo>
                  <a:lnTo>
                    <a:pt x="2678371" y="3444800"/>
                  </a:lnTo>
                  <a:lnTo>
                    <a:pt x="2678529" y="3444800"/>
                  </a:lnTo>
                  <a:lnTo>
                    <a:pt x="2679160" y="3444800"/>
                  </a:lnTo>
                  <a:lnTo>
                    <a:pt x="2679318" y="3444800"/>
                  </a:lnTo>
                  <a:lnTo>
                    <a:pt x="2679475" y="3444800"/>
                  </a:lnTo>
                  <a:lnTo>
                    <a:pt x="2679633" y="3444800"/>
                  </a:lnTo>
                  <a:lnTo>
                    <a:pt x="2679791" y="3444800"/>
                  </a:lnTo>
                  <a:lnTo>
                    <a:pt x="2679948" y="3444800"/>
                  </a:lnTo>
                  <a:lnTo>
                    <a:pt x="2680106" y="3444800"/>
                  </a:lnTo>
                  <a:lnTo>
                    <a:pt x="2680422" y="3443938"/>
                  </a:lnTo>
                  <a:lnTo>
                    <a:pt x="2680422" y="3443508"/>
                  </a:lnTo>
                  <a:lnTo>
                    <a:pt x="2680895" y="3442647"/>
                  </a:lnTo>
                  <a:lnTo>
                    <a:pt x="2680895" y="3441785"/>
                  </a:lnTo>
                  <a:lnTo>
                    <a:pt x="2681053" y="3441785"/>
                  </a:lnTo>
                  <a:lnTo>
                    <a:pt x="2681210" y="3441785"/>
                  </a:lnTo>
                  <a:lnTo>
                    <a:pt x="2681368" y="3441785"/>
                  </a:lnTo>
                  <a:lnTo>
                    <a:pt x="2681526" y="3441785"/>
                  </a:lnTo>
                  <a:lnTo>
                    <a:pt x="2681683" y="3441785"/>
                  </a:lnTo>
                  <a:lnTo>
                    <a:pt x="2681999" y="3441785"/>
                  </a:lnTo>
                  <a:lnTo>
                    <a:pt x="2682157" y="3441785"/>
                  </a:lnTo>
                  <a:lnTo>
                    <a:pt x="2682314" y="3441785"/>
                  </a:lnTo>
                  <a:lnTo>
                    <a:pt x="2682945" y="3441785"/>
                  </a:lnTo>
                  <a:lnTo>
                    <a:pt x="2682945" y="3441355"/>
                  </a:lnTo>
                  <a:lnTo>
                    <a:pt x="2683103" y="3440924"/>
                  </a:lnTo>
                  <a:lnTo>
                    <a:pt x="2683576" y="3440924"/>
                  </a:lnTo>
                  <a:lnTo>
                    <a:pt x="2684049" y="3440494"/>
                  </a:lnTo>
                  <a:lnTo>
                    <a:pt x="2684207" y="3440494"/>
                  </a:lnTo>
                  <a:lnTo>
                    <a:pt x="2685626" y="3439632"/>
                  </a:lnTo>
                  <a:lnTo>
                    <a:pt x="2685784" y="3439632"/>
                  </a:lnTo>
                  <a:lnTo>
                    <a:pt x="2686257" y="3439632"/>
                  </a:lnTo>
                  <a:lnTo>
                    <a:pt x="2686257" y="3439202"/>
                  </a:lnTo>
                  <a:lnTo>
                    <a:pt x="2686573" y="3438341"/>
                  </a:lnTo>
                  <a:lnTo>
                    <a:pt x="2687204" y="3437910"/>
                  </a:lnTo>
                  <a:lnTo>
                    <a:pt x="2687361" y="3437910"/>
                  </a:lnTo>
                  <a:lnTo>
                    <a:pt x="2687361" y="3437479"/>
                  </a:lnTo>
                  <a:lnTo>
                    <a:pt x="2687677" y="3436618"/>
                  </a:lnTo>
                  <a:lnTo>
                    <a:pt x="2687834" y="3436618"/>
                  </a:lnTo>
                  <a:lnTo>
                    <a:pt x="2687992" y="3436618"/>
                  </a:lnTo>
                  <a:lnTo>
                    <a:pt x="2688623" y="3436618"/>
                  </a:lnTo>
                  <a:lnTo>
                    <a:pt x="2688781" y="3436618"/>
                  </a:lnTo>
                  <a:lnTo>
                    <a:pt x="2688938" y="3436618"/>
                  </a:lnTo>
                  <a:lnTo>
                    <a:pt x="2689096" y="3436618"/>
                  </a:lnTo>
                  <a:lnTo>
                    <a:pt x="2689096" y="3436188"/>
                  </a:lnTo>
                  <a:lnTo>
                    <a:pt x="2689096" y="3435326"/>
                  </a:lnTo>
                  <a:lnTo>
                    <a:pt x="2689727" y="3434896"/>
                  </a:lnTo>
                  <a:lnTo>
                    <a:pt x="2689885" y="3434896"/>
                  </a:lnTo>
                  <a:lnTo>
                    <a:pt x="2690042" y="3434896"/>
                  </a:lnTo>
                  <a:lnTo>
                    <a:pt x="2690358" y="3434465"/>
                  </a:lnTo>
                  <a:lnTo>
                    <a:pt x="2690516" y="3434465"/>
                  </a:lnTo>
                  <a:lnTo>
                    <a:pt x="2691146" y="3434465"/>
                  </a:lnTo>
                  <a:lnTo>
                    <a:pt x="2691304" y="3434035"/>
                  </a:lnTo>
                  <a:lnTo>
                    <a:pt x="2691462" y="3433173"/>
                  </a:lnTo>
                  <a:lnTo>
                    <a:pt x="2691935" y="3432312"/>
                  </a:lnTo>
                  <a:lnTo>
                    <a:pt x="2692093" y="3432312"/>
                  </a:lnTo>
                  <a:lnTo>
                    <a:pt x="2692093" y="3431882"/>
                  </a:lnTo>
                  <a:lnTo>
                    <a:pt x="2692093" y="3431451"/>
                  </a:lnTo>
                  <a:lnTo>
                    <a:pt x="2692566" y="3430590"/>
                  </a:lnTo>
                  <a:lnTo>
                    <a:pt x="2693197" y="3430159"/>
                  </a:lnTo>
                  <a:lnTo>
                    <a:pt x="2693355" y="3430159"/>
                  </a:lnTo>
                  <a:lnTo>
                    <a:pt x="2693512" y="3430159"/>
                  </a:lnTo>
                  <a:lnTo>
                    <a:pt x="2693670" y="3430159"/>
                  </a:lnTo>
                  <a:lnTo>
                    <a:pt x="2693828" y="3430159"/>
                  </a:lnTo>
                  <a:lnTo>
                    <a:pt x="2694143" y="3430159"/>
                  </a:lnTo>
                  <a:lnTo>
                    <a:pt x="2694301" y="3430159"/>
                  </a:lnTo>
                  <a:lnTo>
                    <a:pt x="2694616" y="3429729"/>
                  </a:lnTo>
                  <a:lnTo>
                    <a:pt x="2694774" y="3429729"/>
                  </a:lnTo>
                  <a:lnTo>
                    <a:pt x="2694932" y="3429729"/>
                  </a:lnTo>
                  <a:lnTo>
                    <a:pt x="2695089" y="3429729"/>
                  </a:lnTo>
                  <a:lnTo>
                    <a:pt x="2696036" y="3429298"/>
                  </a:lnTo>
                  <a:lnTo>
                    <a:pt x="2696193" y="3429298"/>
                  </a:lnTo>
                  <a:lnTo>
                    <a:pt x="2696351" y="3429298"/>
                  </a:lnTo>
                  <a:lnTo>
                    <a:pt x="2696509" y="3429298"/>
                  </a:lnTo>
                  <a:lnTo>
                    <a:pt x="2696824" y="3428867"/>
                  </a:lnTo>
                  <a:lnTo>
                    <a:pt x="2696982" y="3428867"/>
                  </a:lnTo>
                  <a:lnTo>
                    <a:pt x="2697771" y="3428867"/>
                  </a:lnTo>
                  <a:lnTo>
                    <a:pt x="2697928" y="3428867"/>
                  </a:lnTo>
                  <a:lnTo>
                    <a:pt x="2698402" y="3428867"/>
                  </a:lnTo>
                  <a:lnTo>
                    <a:pt x="2698402" y="3428437"/>
                  </a:lnTo>
                  <a:lnTo>
                    <a:pt x="2698875" y="3426714"/>
                  </a:lnTo>
                  <a:lnTo>
                    <a:pt x="2698875" y="3426284"/>
                  </a:lnTo>
                  <a:lnTo>
                    <a:pt x="2699032" y="3426284"/>
                  </a:lnTo>
                  <a:lnTo>
                    <a:pt x="2699190" y="3425423"/>
                  </a:lnTo>
                  <a:lnTo>
                    <a:pt x="2699190" y="3424992"/>
                  </a:lnTo>
                  <a:lnTo>
                    <a:pt x="2699190" y="3424561"/>
                  </a:lnTo>
                  <a:lnTo>
                    <a:pt x="2699348" y="3424561"/>
                  </a:lnTo>
                  <a:lnTo>
                    <a:pt x="2699506" y="3424131"/>
                  </a:lnTo>
                  <a:lnTo>
                    <a:pt x="2699663" y="3423700"/>
                  </a:lnTo>
                  <a:lnTo>
                    <a:pt x="2699821" y="3423270"/>
                  </a:lnTo>
                  <a:lnTo>
                    <a:pt x="2700136" y="3423270"/>
                  </a:lnTo>
                  <a:lnTo>
                    <a:pt x="2700294" y="3423270"/>
                  </a:lnTo>
                  <a:lnTo>
                    <a:pt x="2700452" y="3422839"/>
                  </a:lnTo>
                  <a:lnTo>
                    <a:pt x="2700767" y="3421978"/>
                  </a:lnTo>
                  <a:lnTo>
                    <a:pt x="2700925" y="3421547"/>
                  </a:lnTo>
                  <a:lnTo>
                    <a:pt x="2701556" y="3420686"/>
                  </a:lnTo>
                  <a:lnTo>
                    <a:pt x="2701871" y="3420255"/>
                  </a:lnTo>
                  <a:lnTo>
                    <a:pt x="2702029" y="3420255"/>
                  </a:lnTo>
                  <a:lnTo>
                    <a:pt x="2702344" y="3419825"/>
                  </a:lnTo>
                  <a:lnTo>
                    <a:pt x="2703133" y="3418964"/>
                  </a:lnTo>
                  <a:lnTo>
                    <a:pt x="2703606" y="3418964"/>
                  </a:lnTo>
                  <a:lnTo>
                    <a:pt x="2703764" y="3418533"/>
                  </a:lnTo>
                  <a:lnTo>
                    <a:pt x="2703922" y="3418102"/>
                  </a:lnTo>
                  <a:lnTo>
                    <a:pt x="2704079" y="3418102"/>
                  </a:lnTo>
                  <a:lnTo>
                    <a:pt x="2704868" y="3417672"/>
                  </a:lnTo>
                  <a:lnTo>
                    <a:pt x="2705341" y="3416811"/>
                  </a:lnTo>
                  <a:lnTo>
                    <a:pt x="2705499" y="3416380"/>
                  </a:lnTo>
                  <a:lnTo>
                    <a:pt x="2705499" y="3415519"/>
                  </a:lnTo>
                  <a:lnTo>
                    <a:pt x="2705657" y="3415519"/>
                  </a:lnTo>
                  <a:lnTo>
                    <a:pt x="2705814" y="3415519"/>
                  </a:lnTo>
                  <a:lnTo>
                    <a:pt x="2705814" y="3415088"/>
                  </a:lnTo>
                  <a:lnTo>
                    <a:pt x="2706130" y="3415088"/>
                  </a:lnTo>
                  <a:lnTo>
                    <a:pt x="2706603" y="3415088"/>
                  </a:lnTo>
                  <a:lnTo>
                    <a:pt x="2706603" y="3414658"/>
                  </a:lnTo>
                  <a:lnTo>
                    <a:pt x="2706603" y="3414227"/>
                  </a:lnTo>
                  <a:lnTo>
                    <a:pt x="2707234" y="3414227"/>
                  </a:lnTo>
                  <a:lnTo>
                    <a:pt x="2707707" y="3413796"/>
                  </a:lnTo>
                  <a:lnTo>
                    <a:pt x="2707707" y="3413366"/>
                  </a:lnTo>
                  <a:lnTo>
                    <a:pt x="2708338" y="3412505"/>
                  </a:lnTo>
                  <a:lnTo>
                    <a:pt x="2709126" y="3412074"/>
                  </a:lnTo>
                  <a:lnTo>
                    <a:pt x="2709284" y="3412074"/>
                  </a:lnTo>
                  <a:lnTo>
                    <a:pt x="2709284" y="3411643"/>
                  </a:lnTo>
                  <a:lnTo>
                    <a:pt x="2709757" y="3411643"/>
                  </a:lnTo>
                  <a:lnTo>
                    <a:pt x="2710073" y="3410782"/>
                  </a:lnTo>
                  <a:lnTo>
                    <a:pt x="2710230" y="3410782"/>
                  </a:lnTo>
                  <a:lnTo>
                    <a:pt x="2711177" y="3410782"/>
                  </a:lnTo>
                  <a:lnTo>
                    <a:pt x="2711492" y="3410782"/>
                  </a:lnTo>
                  <a:lnTo>
                    <a:pt x="2711650" y="3410782"/>
                  </a:lnTo>
                  <a:lnTo>
                    <a:pt x="2711808" y="3410782"/>
                  </a:lnTo>
                  <a:lnTo>
                    <a:pt x="2711965" y="3410782"/>
                  </a:lnTo>
                  <a:lnTo>
                    <a:pt x="2712123" y="3410352"/>
                  </a:lnTo>
                  <a:lnTo>
                    <a:pt x="2712438" y="3409921"/>
                  </a:lnTo>
                  <a:lnTo>
                    <a:pt x="2712596" y="3409490"/>
                  </a:lnTo>
                  <a:lnTo>
                    <a:pt x="2713385" y="3409060"/>
                  </a:lnTo>
                  <a:lnTo>
                    <a:pt x="2713542" y="3409060"/>
                  </a:lnTo>
                  <a:lnTo>
                    <a:pt x="2713700" y="3409060"/>
                  </a:lnTo>
                  <a:lnTo>
                    <a:pt x="2714016" y="3409060"/>
                  </a:lnTo>
                  <a:lnTo>
                    <a:pt x="2714016" y="3408629"/>
                  </a:lnTo>
                  <a:lnTo>
                    <a:pt x="2714173" y="3408199"/>
                  </a:lnTo>
                  <a:lnTo>
                    <a:pt x="2714489" y="3408199"/>
                  </a:lnTo>
                  <a:lnTo>
                    <a:pt x="2715277" y="3407768"/>
                  </a:lnTo>
                  <a:lnTo>
                    <a:pt x="2715435" y="3407768"/>
                  </a:lnTo>
                  <a:lnTo>
                    <a:pt x="2716066" y="3407768"/>
                  </a:lnTo>
                  <a:lnTo>
                    <a:pt x="2716066" y="3407337"/>
                  </a:lnTo>
                  <a:lnTo>
                    <a:pt x="2716381" y="3406046"/>
                  </a:lnTo>
                  <a:lnTo>
                    <a:pt x="2716697" y="3406046"/>
                  </a:lnTo>
                  <a:lnTo>
                    <a:pt x="2717170" y="3406046"/>
                  </a:lnTo>
                  <a:lnTo>
                    <a:pt x="2717485" y="3405615"/>
                  </a:lnTo>
                  <a:lnTo>
                    <a:pt x="2717485" y="3405184"/>
                  </a:lnTo>
                  <a:lnTo>
                    <a:pt x="2717643" y="3405184"/>
                  </a:lnTo>
                  <a:lnTo>
                    <a:pt x="2718116" y="3404754"/>
                  </a:lnTo>
                  <a:lnTo>
                    <a:pt x="2718274" y="3404754"/>
                  </a:lnTo>
                  <a:lnTo>
                    <a:pt x="2718432" y="3404323"/>
                  </a:lnTo>
                  <a:lnTo>
                    <a:pt x="2718589" y="3404323"/>
                  </a:lnTo>
                  <a:lnTo>
                    <a:pt x="2718589" y="3403462"/>
                  </a:lnTo>
                  <a:lnTo>
                    <a:pt x="2718589" y="3403031"/>
                  </a:lnTo>
                  <a:lnTo>
                    <a:pt x="2718747" y="3403031"/>
                  </a:lnTo>
                  <a:lnTo>
                    <a:pt x="2718905" y="3403031"/>
                  </a:lnTo>
                  <a:lnTo>
                    <a:pt x="2719063" y="3402601"/>
                  </a:lnTo>
                  <a:lnTo>
                    <a:pt x="2719220" y="3402601"/>
                  </a:lnTo>
                  <a:lnTo>
                    <a:pt x="2719536" y="3401309"/>
                  </a:lnTo>
                  <a:lnTo>
                    <a:pt x="2719851" y="3401309"/>
                  </a:lnTo>
                  <a:lnTo>
                    <a:pt x="2720009" y="3401309"/>
                  </a:lnTo>
                  <a:lnTo>
                    <a:pt x="2720009" y="3400878"/>
                  </a:lnTo>
                  <a:lnTo>
                    <a:pt x="2720324" y="3400878"/>
                  </a:lnTo>
                  <a:lnTo>
                    <a:pt x="2720324" y="3400448"/>
                  </a:lnTo>
                  <a:lnTo>
                    <a:pt x="2720482" y="3400448"/>
                  </a:lnTo>
                  <a:lnTo>
                    <a:pt x="2720482" y="3400017"/>
                  </a:lnTo>
                  <a:lnTo>
                    <a:pt x="2720798" y="3400017"/>
                  </a:lnTo>
                  <a:lnTo>
                    <a:pt x="2720955" y="3400017"/>
                  </a:lnTo>
                  <a:lnTo>
                    <a:pt x="2721271" y="3399587"/>
                  </a:lnTo>
                  <a:lnTo>
                    <a:pt x="2721428" y="3399587"/>
                  </a:lnTo>
                  <a:lnTo>
                    <a:pt x="2721586" y="3399587"/>
                  </a:lnTo>
                  <a:lnTo>
                    <a:pt x="2721744" y="3399156"/>
                  </a:lnTo>
                  <a:lnTo>
                    <a:pt x="2721744" y="3398725"/>
                  </a:lnTo>
                  <a:lnTo>
                    <a:pt x="2722375" y="3398295"/>
                  </a:lnTo>
                  <a:lnTo>
                    <a:pt x="2722375" y="3397864"/>
                  </a:lnTo>
                  <a:lnTo>
                    <a:pt x="2722532" y="3397434"/>
                  </a:lnTo>
                  <a:lnTo>
                    <a:pt x="2723163" y="3396572"/>
                  </a:lnTo>
                  <a:lnTo>
                    <a:pt x="2723479" y="3396572"/>
                  </a:lnTo>
                  <a:lnTo>
                    <a:pt x="2723952" y="3396142"/>
                  </a:lnTo>
                  <a:lnTo>
                    <a:pt x="2724425" y="3395281"/>
                  </a:lnTo>
                  <a:lnTo>
                    <a:pt x="2724740" y="3395281"/>
                  </a:lnTo>
                  <a:lnTo>
                    <a:pt x="2724740" y="3394850"/>
                  </a:lnTo>
                  <a:lnTo>
                    <a:pt x="2724740" y="3394419"/>
                  </a:lnTo>
                  <a:lnTo>
                    <a:pt x="2724898" y="3394419"/>
                  </a:lnTo>
                  <a:lnTo>
                    <a:pt x="2725371" y="3393558"/>
                  </a:lnTo>
                  <a:lnTo>
                    <a:pt x="2725687" y="3393558"/>
                  </a:lnTo>
                  <a:lnTo>
                    <a:pt x="2725687" y="3393128"/>
                  </a:lnTo>
                  <a:lnTo>
                    <a:pt x="2726160" y="3392697"/>
                  </a:lnTo>
                  <a:lnTo>
                    <a:pt x="2727579" y="3391836"/>
                  </a:lnTo>
                  <a:lnTo>
                    <a:pt x="2727737" y="3391836"/>
                  </a:lnTo>
                  <a:lnTo>
                    <a:pt x="2727895" y="3391836"/>
                  </a:lnTo>
                  <a:lnTo>
                    <a:pt x="2728053" y="3391836"/>
                  </a:lnTo>
                  <a:lnTo>
                    <a:pt x="2728368" y="3391405"/>
                  </a:lnTo>
                  <a:lnTo>
                    <a:pt x="2728526" y="3391405"/>
                  </a:lnTo>
                  <a:lnTo>
                    <a:pt x="2728526" y="3390975"/>
                  </a:lnTo>
                  <a:lnTo>
                    <a:pt x="2728683" y="3390975"/>
                  </a:lnTo>
                  <a:lnTo>
                    <a:pt x="2728999" y="3390975"/>
                  </a:lnTo>
                  <a:lnTo>
                    <a:pt x="2728999" y="3390544"/>
                  </a:lnTo>
                  <a:lnTo>
                    <a:pt x="2729314" y="3390113"/>
                  </a:lnTo>
                  <a:lnTo>
                    <a:pt x="2729787" y="3390113"/>
                  </a:lnTo>
                  <a:lnTo>
                    <a:pt x="2729787" y="3389683"/>
                  </a:lnTo>
                  <a:lnTo>
                    <a:pt x="2729945" y="3389683"/>
                  </a:lnTo>
                  <a:lnTo>
                    <a:pt x="2730103" y="3389252"/>
                  </a:lnTo>
                  <a:lnTo>
                    <a:pt x="2730103" y="3388822"/>
                  </a:lnTo>
                  <a:lnTo>
                    <a:pt x="2730418" y="3388822"/>
                  </a:lnTo>
                  <a:lnTo>
                    <a:pt x="2730891" y="3388822"/>
                  </a:lnTo>
                  <a:lnTo>
                    <a:pt x="2731049" y="3388822"/>
                  </a:lnTo>
                  <a:lnTo>
                    <a:pt x="2731365" y="3388391"/>
                  </a:lnTo>
                  <a:lnTo>
                    <a:pt x="2731522" y="3388391"/>
                  </a:lnTo>
                  <a:lnTo>
                    <a:pt x="2732153" y="3387960"/>
                  </a:lnTo>
                  <a:lnTo>
                    <a:pt x="2732311" y="3387960"/>
                  </a:lnTo>
                  <a:lnTo>
                    <a:pt x="2732784" y="3387099"/>
                  </a:lnTo>
                  <a:lnTo>
                    <a:pt x="2733100" y="3387099"/>
                  </a:lnTo>
                  <a:lnTo>
                    <a:pt x="2733573" y="3386669"/>
                  </a:lnTo>
                  <a:lnTo>
                    <a:pt x="2733888" y="3386238"/>
                  </a:lnTo>
                  <a:lnTo>
                    <a:pt x="2734046" y="3386238"/>
                  </a:lnTo>
                  <a:lnTo>
                    <a:pt x="2734204" y="3386238"/>
                  </a:lnTo>
                  <a:lnTo>
                    <a:pt x="2734361" y="3386238"/>
                  </a:lnTo>
                  <a:lnTo>
                    <a:pt x="2734361" y="3385807"/>
                  </a:lnTo>
                  <a:lnTo>
                    <a:pt x="2734677" y="3384946"/>
                  </a:lnTo>
                  <a:lnTo>
                    <a:pt x="2734992" y="3384946"/>
                  </a:lnTo>
                  <a:lnTo>
                    <a:pt x="2735150" y="3384946"/>
                  </a:lnTo>
                  <a:lnTo>
                    <a:pt x="2735308" y="3384516"/>
                  </a:lnTo>
                  <a:lnTo>
                    <a:pt x="2735465" y="3384085"/>
                  </a:lnTo>
                  <a:lnTo>
                    <a:pt x="2735781" y="3384085"/>
                  </a:lnTo>
                  <a:lnTo>
                    <a:pt x="2736096" y="3384085"/>
                  </a:lnTo>
                  <a:lnTo>
                    <a:pt x="2736569" y="3383654"/>
                  </a:lnTo>
                  <a:lnTo>
                    <a:pt x="2736727" y="3383224"/>
                  </a:lnTo>
                  <a:lnTo>
                    <a:pt x="2736727" y="3382793"/>
                  </a:lnTo>
                  <a:lnTo>
                    <a:pt x="2737043" y="3382793"/>
                  </a:lnTo>
                  <a:lnTo>
                    <a:pt x="2737200" y="3382793"/>
                  </a:lnTo>
                  <a:lnTo>
                    <a:pt x="2737358" y="3382363"/>
                  </a:lnTo>
                  <a:lnTo>
                    <a:pt x="2737516" y="3382363"/>
                  </a:lnTo>
                  <a:lnTo>
                    <a:pt x="2737516" y="3381932"/>
                  </a:lnTo>
                  <a:lnTo>
                    <a:pt x="2737673" y="3381932"/>
                  </a:lnTo>
                  <a:lnTo>
                    <a:pt x="2737831" y="3381932"/>
                  </a:lnTo>
                  <a:lnTo>
                    <a:pt x="2737989" y="3381932"/>
                  </a:lnTo>
                  <a:lnTo>
                    <a:pt x="2738304" y="3381932"/>
                  </a:lnTo>
                  <a:lnTo>
                    <a:pt x="2738462" y="3381932"/>
                  </a:lnTo>
                  <a:lnTo>
                    <a:pt x="2738620" y="3381932"/>
                  </a:lnTo>
                  <a:lnTo>
                    <a:pt x="2738777" y="3381501"/>
                  </a:lnTo>
                  <a:lnTo>
                    <a:pt x="2739251" y="3381071"/>
                  </a:lnTo>
                  <a:lnTo>
                    <a:pt x="2739408" y="3381071"/>
                  </a:lnTo>
                  <a:lnTo>
                    <a:pt x="2739566" y="3381071"/>
                  </a:lnTo>
                  <a:lnTo>
                    <a:pt x="2739724" y="3381071"/>
                  </a:lnTo>
                  <a:lnTo>
                    <a:pt x="2739881" y="3381071"/>
                  </a:lnTo>
                  <a:lnTo>
                    <a:pt x="2740039" y="3381071"/>
                  </a:lnTo>
                  <a:lnTo>
                    <a:pt x="2740828" y="3380640"/>
                  </a:lnTo>
                  <a:lnTo>
                    <a:pt x="2740985" y="3380210"/>
                  </a:lnTo>
                  <a:lnTo>
                    <a:pt x="2741143" y="3380210"/>
                  </a:lnTo>
                  <a:lnTo>
                    <a:pt x="2741459" y="3380210"/>
                  </a:lnTo>
                  <a:lnTo>
                    <a:pt x="2741774" y="3380210"/>
                  </a:lnTo>
                  <a:lnTo>
                    <a:pt x="2741932" y="3379779"/>
                  </a:lnTo>
                  <a:lnTo>
                    <a:pt x="2742089" y="3379779"/>
                  </a:lnTo>
                  <a:lnTo>
                    <a:pt x="2742563" y="3378918"/>
                  </a:lnTo>
                  <a:lnTo>
                    <a:pt x="2743194" y="3378918"/>
                  </a:lnTo>
                  <a:lnTo>
                    <a:pt x="2743351" y="3378918"/>
                  </a:lnTo>
                  <a:lnTo>
                    <a:pt x="2743667" y="3378487"/>
                  </a:lnTo>
                  <a:lnTo>
                    <a:pt x="2743824" y="3378487"/>
                  </a:lnTo>
                  <a:lnTo>
                    <a:pt x="2743824" y="3378057"/>
                  </a:lnTo>
                  <a:lnTo>
                    <a:pt x="2743982" y="3377626"/>
                  </a:lnTo>
                  <a:lnTo>
                    <a:pt x="2743982" y="3377195"/>
                  </a:lnTo>
                  <a:lnTo>
                    <a:pt x="2744140" y="3377195"/>
                  </a:lnTo>
                  <a:lnTo>
                    <a:pt x="2744613" y="3377195"/>
                  </a:lnTo>
                  <a:lnTo>
                    <a:pt x="2744771" y="3377195"/>
                  </a:lnTo>
                  <a:lnTo>
                    <a:pt x="2745244" y="3376765"/>
                  </a:lnTo>
                  <a:lnTo>
                    <a:pt x="2745402" y="3376765"/>
                  </a:lnTo>
                  <a:lnTo>
                    <a:pt x="2745559" y="3376765"/>
                  </a:lnTo>
                  <a:lnTo>
                    <a:pt x="2745717" y="3376334"/>
                  </a:lnTo>
                  <a:lnTo>
                    <a:pt x="2745717" y="3375904"/>
                  </a:lnTo>
                  <a:lnTo>
                    <a:pt x="2745717" y="3375473"/>
                  </a:lnTo>
                  <a:lnTo>
                    <a:pt x="2746032" y="3374181"/>
                  </a:lnTo>
                  <a:lnTo>
                    <a:pt x="2746190" y="3373751"/>
                  </a:lnTo>
                  <a:lnTo>
                    <a:pt x="2746348" y="3373751"/>
                  </a:lnTo>
                  <a:lnTo>
                    <a:pt x="2746821" y="3372459"/>
                  </a:lnTo>
                  <a:lnTo>
                    <a:pt x="2746979" y="3372459"/>
                  </a:lnTo>
                  <a:lnTo>
                    <a:pt x="2747452" y="3371598"/>
                  </a:lnTo>
                  <a:lnTo>
                    <a:pt x="2747610" y="3371598"/>
                  </a:lnTo>
                  <a:lnTo>
                    <a:pt x="2747767" y="3371167"/>
                  </a:lnTo>
                  <a:lnTo>
                    <a:pt x="2747925" y="3371167"/>
                  </a:lnTo>
                  <a:lnTo>
                    <a:pt x="2748556" y="3369445"/>
                  </a:lnTo>
                  <a:lnTo>
                    <a:pt x="2748871" y="3369445"/>
                  </a:lnTo>
                  <a:lnTo>
                    <a:pt x="2749029" y="3369445"/>
                  </a:lnTo>
                  <a:lnTo>
                    <a:pt x="2749187" y="3369445"/>
                  </a:lnTo>
                  <a:lnTo>
                    <a:pt x="2749187" y="3369014"/>
                  </a:lnTo>
                  <a:lnTo>
                    <a:pt x="2749660" y="3368583"/>
                  </a:lnTo>
                  <a:lnTo>
                    <a:pt x="2749975" y="3368583"/>
                  </a:lnTo>
                  <a:lnTo>
                    <a:pt x="2750133" y="3368153"/>
                  </a:lnTo>
                  <a:lnTo>
                    <a:pt x="2750449" y="3368153"/>
                  </a:lnTo>
                  <a:lnTo>
                    <a:pt x="2750922" y="3368153"/>
                  </a:lnTo>
                  <a:lnTo>
                    <a:pt x="2751237" y="3368153"/>
                  </a:lnTo>
                  <a:lnTo>
                    <a:pt x="2751395" y="3368153"/>
                  </a:lnTo>
                  <a:lnTo>
                    <a:pt x="2751710" y="3368153"/>
                  </a:lnTo>
                  <a:lnTo>
                    <a:pt x="2751868" y="3367292"/>
                  </a:lnTo>
                  <a:lnTo>
                    <a:pt x="2752183" y="3367292"/>
                  </a:lnTo>
                  <a:lnTo>
                    <a:pt x="2752341" y="3367292"/>
                  </a:lnTo>
                  <a:lnTo>
                    <a:pt x="2752341" y="3366861"/>
                  </a:lnTo>
                  <a:lnTo>
                    <a:pt x="2752341" y="3366430"/>
                  </a:lnTo>
                  <a:lnTo>
                    <a:pt x="2752341" y="3366000"/>
                  </a:lnTo>
                  <a:lnTo>
                    <a:pt x="2752499" y="3366000"/>
                  </a:lnTo>
                  <a:lnTo>
                    <a:pt x="2752657" y="3366000"/>
                  </a:lnTo>
                  <a:lnTo>
                    <a:pt x="2752657" y="3365569"/>
                  </a:lnTo>
                  <a:lnTo>
                    <a:pt x="2752814" y="3365569"/>
                  </a:lnTo>
                  <a:lnTo>
                    <a:pt x="2753130" y="3365139"/>
                  </a:lnTo>
                  <a:lnTo>
                    <a:pt x="2753445" y="3364708"/>
                  </a:lnTo>
                  <a:lnTo>
                    <a:pt x="2753761" y="3364277"/>
                  </a:lnTo>
                  <a:lnTo>
                    <a:pt x="2753918" y="3364277"/>
                  </a:lnTo>
                  <a:lnTo>
                    <a:pt x="2754076" y="3364277"/>
                  </a:lnTo>
                  <a:lnTo>
                    <a:pt x="2754234" y="3364277"/>
                  </a:lnTo>
                  <a:lnTo>
                    <a:pt x="2754392" y="3364277"/>
                  </a:lnTo>
                  <a:lnTo>
                    <a:pt x="2755022" y="3363847"/>
                  </a:lnTo>
                  <a:lnTo>
                    <a:pt x="2755338" y="3363416"/>
                  </a:lnTo>
                  <a:lnTo>
                    <a:pt x="2755653" y="3363416"/>
                  </a:lnTo>
                  <a:lnTo>
                    <a:pt x="2755653" y="3362986"/>
                  </a:lnTo>
                  <a:lnTo>
                    <a:pt x="2755653" y="3362124"/>
                  </a:lnTo>
                  <a:lnTo>
                    <a:pt x="2755811" y="3361694"/>
                  </a:lnTo>
                  <a:lnTo>
                    <a:pt x="2755969" y="3361694"/>
                  </a:lnTo>
                  <a:lnTo>
                    <a:pt x="2756126" y="3361694"/>
                  </a:lnTo>
                  <a:lnTo>
                    <a:pt x="2756284" y="3361694"/>
                  </a:lnTo>
                  <a:lnTo>
                    <a:pt x="2756442" y="3361694"/>
                  </a:lnTo>
                  <a:lnTo>
                    <a:pt x="2756600" y="3361694"/>
                  </a:lnTo>
                  <a:lnTo>
                    <a:pt x="2756600" y="3361263"/>
                  </a:lnTo>
                  <a:lnTo>
                    <a:pt x="2756757" y="3361263"/>
                  </a:lnTo>
                  <a:lnTo>
                    <a:pt x="2757704" y="3359541"/>
                  </a:lnTo>
                  <a:lnTo>
                    <a:pt x="2757704" y="3359110"/>
                  </a:lnTo>
                  <a:lnTo>
                    <a:pt x="2757861" y="3359110"/>
                  </a:lnTo>
                  <a:lnTo>
                    <a:pt x="2758019" y="3358249"/>
                  </a:lnTo>
                  <a:lnTo>
                    <a:pt x="2758177" y="3358249"/>
                  </a:lnTo>
                  <a:lnTo>
                    <a:pt x="2758334" y="3358249"/>
                  </a:lnTo>
                  <a:lnTo>
                    <a:pt x="2758492" y="3358249"/>
                  </a:lnTo>
                  <a:lnTo>
                    <a:pt x="2758965" y="3357818"/>
                  </a:lnTo>
                  <a:lnTo>
                    <a:pt x="2759123" y="3357388"/>
                  </a:lnTo>
                  <a:lnTo>
                    <a:pt x="2759123" y="3356957"/>
                  </a:lnTo>
                  <a:lnTo>
                    <a:pt x="2759596" y="3356957"/>
                  </a:lnTo>
                  <a:lnTo>
                    <a:pt x="2759754" y="3356957"/>
                  </a:lnTo>
                  <a:lnTo>
                    <a:pt x="2759912" y="3356957"/>
                  </a:lnTo>
                  <a:lnTo>
                    <a:pt x="2760069" y="3356957"/>
                  </a:lnTo>
                  <a:lnTo>
                    <a:pt x="2760227" y="3356957"/>
                  </a:lnTo>
                  <a:lnTo>
                    <a:pt x="2760700" y="3356957"/>
                  </a:lnTo>
                  <a:lnTo>
                    <a:pt x="2761331" y="3356096"/>
                  </a:lnTo>
                  <a:lnTo>
                    <a:pt x="2761489" y="3356096"/>
                  </a:lnTo>
                  <a:lnTo>
                    <a:pt x="2761647" y="3356096"/>
                  </a:lnTo>
                  <a:lnTo>
                    <a:pt x="2761804" y="3355665"/>
                  </a:lnTo>
                  <a:lnTo>
                    <a:pt x="2762751" y="3355665"/>
                  </a:lnTo>
                  <a:lnTo>
                    <a:pt x="2763066" y="3355235"/>
                  </a:lnTo>
                  <a:lnTo>
                    <a:pt x="2763224" y="3355235"/>
                  </a:lnTo>
                  <a:lnTo>
                    <a:pt x="2763381" y="3354804"/>
                  </a:lnTo>
                  <a:lnTo>
                    <a:pt x="2763381" y="3354374"/>
                  </a:lnTo>
                  <a:lnTo>
                    <a:pt x="2763539" y="3354374"/>
                  </a:lnTo>
                  <a:lnTo>
                    <a:pt x="2763697" y="3354374"/>
                  </a:lnTo>
                  <a:lnTo>
                    <a:pt x="2763855" y="3354374"/>
                  </a:lnTo>
                  <a:lnTo>
                    <a:pt x="2764170" y="3353943"/>
                  </a:lnTo>
                  <a:lnTo>
                    <a:pt x="2764328" y="3353512"/>
                  </a:lnTo>
                  <a:lnTo>
                    <a:pt x="2764485" y="3353512"/>
                  </a:lnTo>
                  <a:lnTo>
                    <a:pt x="2764801" y="3353082"/>
                  </a:lnTo>
                  <a:lnTo>
                    <a:pt x="2764801" y="3352651"/>
                  </a:lnTo>
                  <a:lnTo>
                    <a:pt x="2765274" y="3352651"/>
                  </a:lnTo>
                  <a:lnTo>
                    <a:pt x="2765432" y="3352651"/>
                  </a:lnTo>
                  <a:lnTo>
                    <a:pt x="2765590" y="3352651"/>
                  </a:lnTo>
                  <a:lnTo>
                    <a:pt x="2765747" y="3352651"/>
                  </a:lnTo>
                  <a:lnTo>
                    <a:pt x="2765905" y="3352221"/>
                  </a:lnTo>
                  <a:lnTo>
                    <a:pt x="2766378" y="3352221"/>
                  </a:lnTo>
                  <a:lnTo>
                    <a:pt x="2766694" y="3352221"/>
                  </a:lnTo>
                  <a:lnTo>
                    <a:pt x="2766851" y="3352221"/>
                  </a:lnTo>
                  <a:lnTo>
                    <a:pt x="2767324" y="3352221"/>
                  </a:lnTo>
                  <a:lnTo>
                    <a:pt x="2767640" y="3351790"/>
                  </a:lnTo>
                  <a:lnTo>
                    <a:pt x="2767798" y="3351790"/>
                  </a:lnTo>
                  <a:lnTo>
                    <a:pt x="2767955" y="3351790"/>
                  </a:lnTo>
                  <a:lnTo>
                    <a:pt x="2768113" y="3350498"/>
                  </a:lnTo>
                  <a:lnTo>
                    <a:pt x="2768113" y="3350068"/>
                  </a:lnTo>
                  <a:lnTo>
                    <a:pt x="2768271" y="3350068"/>
                  </a:lnTo>
                  <a:lnTo>
                    <a:pt x="2768428" y="3350068"/>
                  </a:lnTo>
                  <a:lnTo>
                    <a:pt x="2768586" y="3350068"/>
                  </a:lnTo>
                  <a:lnTo>
                    <a:pt x="2768902" y="3350068"/>
                  </a:lnTo>
                  <a:lnTo>
                    <a:pt x="2768902" y="3349637"/>
                  </a:lnTo>
                  <a:lnTo>
                    <a:pt x="2768902" y="3349206"/>
                  </a:lnTo>
                  <a:lnTo>
                    <a:pt x="2769217" y="3349206"/>
                  </a:lnTo>
                  <a:lnTo>
                    <a:pt x="2769375" y="3349206"/>
                  </a:lnTo>
                  <a:lnTo>
                    <a:pt x="2770163" y="3348776"/>
                  </a:lnTo>
                  <a:lnTo>
                    <a:pt x="2770321" y="3348776"/>
                  </a:lnTo>
                  <a:lnTo>
                    <a:pt x="2770636" y="3348776"/>
                  </a:lnTo>
                  <a:lnTo>
                    <a:pt x="2770794" y="3348776"/>
                  </a:lnTo>
                  <a:lnTo>
                    <a:pt x="2770952" y="3348776"/>
                  </a:lnTo>
                  <a:lnTo>
                    <a:pt x="2771110" y="3348776"/>
                  </a:lnTo>
                  <a:lnTo>
                    <a:pt x="2771583" y="3348776"/>
                  </a:lnTo>
                  <a:lnTo>
                    <a:pt x="2771741" y="3348776"/>
                  </a:lnTo>
                  <a:lnTo>
                    <a:pt x="2771898" y="3348776"/>
                  </a:lnTo>
                  <a:lnTo>
                    <a:pt x="2772371" y="3347484"/>
                  </a:lnTo>
                  <a:lnTo>
                    <a:pt x="2772687" y="3347053"/>
                  </a:lnTo>
                  <a:lnTo>
                    <a:pt x="2772687" y="3346623"/>
                  </a:lnTo>
                  <a:lnTo>
                    <a:pt x="2772845" y="3346623"/>
                  </a:lnTo>
                  <a:lnTo>
                    <a:pt x="2773002" y="3346623"/>
                  </a:lnTo>
                  <a:lnTo>
                    <a:pt x="2773318" y="3345762"/>
                  </a:lnTo>
                  <a:lnTo>
                    <a:pt x="2773475" y="3345762"/>
                  </a:lnTo>
                  <a:lnTo>
                    <a:pt x="2773633" y="3345762"/>
                  </a:lnTo>
                  <a:lnTo>
                    <a:pt x="2773949" y="3345331"/>
                  </a:lnTo>
                  <a:lnTo>
                    <a:pt x="2773949" y="3344470"/>
                  </a:lnTo>
                  <a:lnTo>
                    <a:pt x="2774106" y="3344039"/>
                  </a:lnTo>
                  <a:lnTo>
                    <a:pt x="2774264" y="3344039"/>
                  </a:lnTo>
                  <a:lnTo>
                    <a:pt x="2774422" y="3343178"/>
                  </a:lnTo>
                  <a:lnTo>
                    <a:pt x="2774422" y="3342747"/>
                  </a:lnTo>
                  <a:lnTo>
                    <a:pt x="2774422" y="3342317"/>
                  </a:lnTo>
                  <a:lnTo>
                    <a:pt x="2774579" y="3341886"/>
                  </a:lnTo>
                  <a:lnTo>
                    <a:pt x="2774737" y="3341886"/>
                  </a:lnTo>
                  <a:lnTo>
                    <a:pt x="2774737" y="3341456"/>
                  </a:lnTo>
                  <a:lnTo>
                    <a:pt x="2774895" y="3341456"/>
                  </a:lnTo>
                  <a:lnTo>
                    <a:pt x="2775368" y="3341025"/>
                  </a:lnTo>
                  <a:lnTo>
                    <a:pt x="2775526" y="3340594"/>
                  </a:lnTo>
                  <a:lnTo>
                    <a:pt x="2776472" y="3340164"/>
                  </a:lnTo>
                  <a:lnTo>
                    <a:pt x="2776630" y="3340164"/>
                  </a:lnTo>
                  <a:lnTo>
                    <a:pt x="2776630" y="3339733"/>
                  </a:lnTo>
                  <a:lnTo>
                    <a:pt x="2776945" y="3339303"/>
                  </a:lnTo>
                  <a:lnTo>
                    <a:pt x="2777103" y="3338872"/>
                  </a:lnTo>
                  <a:lnTo>
                    <a:pt x="2777261" y="3338441"/>
                  </a:lnTo>
                  <a:lnTo>
                    <a:pt x="2777576" y="3338441"/>
                  </a:lnTo>
                  <a:lnTo>
                    <a:pt x="2777734" y="3338441"/>
                  </a:lnTo>
                  <a:lnTo>
                    <a:pt x="2777892" y="3338441"/>
                  </a:lnTo>
                  <a:lnTo>
                    <a:pt x="2778365" y="3338441"/>
                  </a:lnTo>
                  <a:lnTo>
                    <a:pt x="2778522" y="3338441"/>
                  </a:lnTo>
                  <a:lnTo>
                    <a:pt x="2778680" y="3338441"/>
                  </a:lnTo>
                  <a:lnTo>
                    <a:pt x="2778838" y="3338441"/>
                  </a:lnTo>
                  <a:lnTo>
                    <a:pt x="2778838" y="3337580"/>
                  </a:lnTo>
                  <a:lnTo>
                    <a:pt x="2778996" y="3337580"/>
                  </a:lnTo>
                  <a:lnTo>
                    <a:pt x="2779311" y="3337580"/>
                  </a:lnTo>
                  <a:lnTo>
                    <a:pt x="2779469" y="3336288"/>
                  </a:lnTo>
                  <a:lnTo>
                    <a:pt x="2779784" y="3336288"/>
                  </a:lnTo>
                  <a:lnTo>
                    <a:pt x="2779942" y="3335858"/>
                  </a:lnTo>
                  <a:lnTo>
                    <a:pt x="2780100" y="3335858"/>
                  </a:lnTo>
                  <a:lnTo>
                    <a:pt x="2780257" y="3335427"/>
                  </a:lnTo>
                  <a:lnTo>
                    <a:pt x="2780730" y="3334997"/>
                  </a:lnTo>
                  <a:lnTo>
                    <a:pt x="2780888" y="3334997"/>
                  </a:lnTo>
                  <a:lnTo>
                    <a:pt x="2781046" y="3334135"/>
                  </a:lnTo>
                  <a:lnTo>
                    <a:pt x="2781204" y="3333705"/>
                  </a:lnTo>
                  <a:lnTo>
                    <a:pt x="2781361" y="3333705"/>
                  </a:lnTo>
                  <a:lnTo>
                    <a:pt x="2781519" y="3333705"/>
                  </a:lnTo>
                  <a:lnTo>
                    <a:pt x="2781677" y="3333705"/>
                  </a:lnTo>
                  <a:lnTo>
                    <a:pt x="2782781" y="3333274"/>
                  </a:lnTo>
                  <a:lnTo>
                    <a:pt x="2783096" y="3333274"/>
                  </a:lnTo>
                  <a:lnTo>
                    <a:pt x="2783096" y="3332844"/>
                  </a:lnTo>
                  <a:lnTo>
                    <a:pt x="2783096" y="3331982"/>
                  </a:lnTo>
                  <a:lnTo>
                    <a:pt x="2783254" y="3331982"/>
                  </a:lnTo>
                  <a:lnTo>
                    <a:pt x="2783885" y="3331552"/>
                  </a:lnTo>
                  <a:lnTo>
                    <a:pt x="2784200" y="3331552"/>
                  </a:lnTo>
                  <a:lnTo>
                    <a:pt x="2784358" y="3331552"/>
                  </a:lnTo>
                  <a:lnTo>
                    <a:pt x="2784516" y="3331121"/>
                  </a:lnTo>
                  <a:lnTo>
                    <a:pt x="2784673" y="3331121"/>
                  </a:lnTo>
                  <a:lnTo>
                    <a:pt x="2784989" y="3331121"/>
                  </a:lnTo>
                  <a:lnTo>
                    <a:pt x="2785147" y="3331121"/>
                  </a:lnTo>
                  <a:lnTo>
                    <a:pt x="2785147" y="3330691"/>
                  </a:lnTo>
                  <a:lnTo>
                    <a:pt x="2785462" y="3330260"/>
                  </a:lnTo>
                  <a:lnTo>
                    <a:pt x="2785777" y="3329829"/>
                  </a:lnTo>
                  <a:lnTo>
                    <a:pt x="2786093" y="3329829"/>
                  </a:lnTo>
                  <a:lnTo>
                    <a:pt x="2786251" y="3329829"/>
                  </a:lnTo>
                  <a:lnTo>
                    <a:pt x="2786408" y="3329829"/>
                  </a:lnTo>
                  <a:lnTo>
                    <a:pt x="2786566" y="3329399"/>
                  </a:lnTo>
                  <a:lnTo>
                    <a:pt x="2786724" y="3329399"/>
                  </a:lnTo>
                  <a:lnTo>
                    <a:pt x="2787355" y="3328968"/>
                  </a:lnTo>
                  <a:lnTo>
                    <a:pt x="2787670" y="3328538"/>
                  </a:lnTo>
                  <a:lnTo>
                    <a:pt x="2788143" y="3328538"/>
                  </a:lnTo>
                  <a:lnTo>
                    <a:pt x="2788301" y="3328538"/>
                  </a:lnTo>
                  <a:lnTo>
                    <a:pt x="2788932" y="3328538"/>
                  </a:lnTo>
                  <a:lnTo>
                    <a:pt x="2789090" y="3328107"/>
                  </a:lnTo>
                  <a:lnTo>
                    <a:pt x="2790194" y="3327676"/>
                  </a:lnTo>
                  <a:lnTo>
                    <a:pt x="2790351" y="3327676"/>
                  </a:lnTo>
                  <a:lnTo>
                    <a:pt x="2790667" y="3327676"/>
                  </a:lnTo>
                  <a:lnTo>
                    <a:pt x="2791298" y="3327246"/>
                  </a:lnTo>
                  <a:lnTo>
                    <a:pt x="2791455" y="3326815"/>
                  </a:lnTo>
                  <a:lnTo>
                    <a:pt x="2792244" y="3326815"/>
                  </a:lnTo>
                  <a:lnTo>
                    <a:pt x="2792244" y="3325954"/>
                  </a:lnTo>
                  <a:lnTo>
                    <a:pt x="2792402" y="3325954"/>
                  </a:lnTo>
                  <a:lnTo>
                    <a:pt x="2792559" y="3325523"/>
                  </a:lnTo>
                  <a:lnTo>
                    <a:pt x="2792875" y="3325523"/>
                  </a:lnTo>
                  <a:lnTo>
                    <a:pt x="2793032" y="3325523"/>
                  </a:lnTo>
                  <a:lnTo>
                    <a:pt x="2793190" y="3325523"/>
                  </a:lnTo>
                  <a:lnTo>
                    <a:pt x="2793348" y="3325523"/>
                  </a:lnTo>
                  <a:lnTo>
                    <a:pt x="2793663" y="3325523"/>
                  </a:lnTo>
                  <a:lnTo>
                    <a:pt x="2793663" y="3325093"/>
                  </a:lnTo>
                  <a:lnTo>
                    <a:pt x="2793663" y="3324662"/>
                  </a:lnTo>
                  <a:lnTo>
                    <a:pt x="2793979" y="3324662"/>
                  </a:lnTo>
                  <a:lnTo>
                    <a:pt x="2794925" y="3323801"/>
                  </a:lnTo>
                  <a:lnTo>
                    <a:pt x="2795083" y="3323370"/>
                  </a:lnTo>
                  <a:lnTo>
                    <a:pt x="2795556" y="3323370"/>
                  </a:lnTo>
                  <a:lnTo>
                    <a:pt x="2795714" y="3323370"/>
                  </a:lnTo>
                  <a:lnTo>
                    <a:pt x="2795714" y="3322940"/>
                  </a:lnTo>
                  <a:lnTo>
                    <a:pt x="2795714" y="3321648"/>
                  </a:lnTo>
                  <a:lnTo>
                    <a:pt x="2795714" y="3321217"/>
                  </a:lnTo>
                  <a:lnTo>
                    <a:pt x="2796029" y="3321217"/>
                  </a:lnTo>
                  <a:lnTo>
                    <a:pt x="2796502" y="3321217"/>
                  </a:lnTo>
                  <a:lnTo>
                    <a:pt x="2796502" y="3320787"/>
                  </a:lnTo>
                  <a:lnTo>
                    <a:pt x="2796975" y="3320356"/>
                  </a:lnTo>
                  <a:lnTo>
                    <a:pt x="2797133" y="3320356"/>
                  </a:lnTo>
                  <a:lnTo>
                    <a:pt x="2797291" y="3320356"/>
                  </a:lnTo>
                  <a:lnTo>
                    <a:pt x="2797606" y="3319926"/>
                  </a:lnTo>
                  <a:lnTo>
                    <a:pt x="2797764" y="3319926"/>
                  </a:lnTo>
                  <a:lnTo>
                    <a:pt x="2797922" y="3319926"/>
                  </a:lnTo>
                  <a:lnTo>
                    <a:pt x="2798079" y="3319495"/>
                  </a:lnTo>
                  <a:lnTo>
                    <a:pt x="2798395" y="3319495"/>
                  </a:lnTo>
                  <a:lnTo>
                    <a:pt x="2798553" y="3319495"/>
                  </a:lnTo>
                  <a:lnTo>
                    <a:pt x="2798553" y="3319064"/>
                  </a:lnTo>
                  <a:lnTo>
                    <a:pt x="2800445" y="3315620"/>
                  </a:lnTo>
                  <a:lnTo>
                    <a:pt x="2800603" y="3315620"/>
                  </a:lnTo>
                  <a:lnTo>
                    <a:pt x="2800918" y="3315620"/>
                  </a:lnTo>
                  <a:lnTo>
                    <a:pt x="2801076" y="3315189"/>
                  </a:lnTo>
                  <a:lnTo>
                    <a:pt x="2801392" y="3314758"/>
                  </a:lnTo>
                  <a:lnTo>
                    <a:pt x="2801707" y="3314328"/>
                  </a:lnTo>
                  <a:lnTo>
                    <a:pt x="2802180" y="3313897"/>
                  </a:lnTo>
                  <a:lnTo>
                    <a:pt x="2802653" y="3313897"/>
                  </a:lnTo>
                  <a:lnTo>
                    <a:pt x="2802811" y="3313467"/>
                  </a:lnTo>
                  <a:lnTo>
                    <a:pt x="2802969" y="3313467"/>
                  </a:lnTo>
                  <a:lnTo>
                    <a:pt x="2802969" y="3313036"/>
                  </a:lnTo>
                  <a:lnTo>
                    <a:pt x="2803126" y="3312175"/>
                  </a:lnTo>
                  <a:lnTo>
                    <a:pt x="2803284" y="3311744"/>
                  </a:lnTo>
                  <a:lnTo>
                    <a:pt x="2803284" y="3311314"/>
                  </a:lnTo>
                  <a:lnTo>
                    <a:pt x="2803442" y="3311314"/>
                  </a:lnTo>
                  <a:lnTo>
                    <a:pt x="2803600" y="3310883"/>
                  </a:lnTo>
                  <a:lnTo>
                    <a:pt x="2803757" y="3310883"/>
                  </a:lnTo>
                  <a:lnTo>
                    <a:pt x="2804073" y="3310883"/>
                  </a:lnTo>
                  <a:lnTo>
                    <a:pt x="2804230" y="3310883"/>
                  </a:lnTo>
                  <a:lnTo>
                    <a:pt x="2804546" y="3310883"/>
                  </a:lnTo>
                  <a:lnTo>
                    <a:pt x="2805019" y="3310883"/>
                  </a:lnTo>
                  <a:lnTo>
                    <a:pt x="2805650" y="3310022"/>
                  </a:lnTo>
                  <a:lnTo>
                    <a:pt x="2806596" y="3309161"/>
                  </a:lnTo>
                  <a:lnTo>
                    <a:pt x="2807227" y="3308299"/>
                  </a:lnTo>
                  <a:lnTo>
                    <a:pt x="2807543" y="3307869"/>
                  </a:lnTo>
                  <a:lnTo>
                    <a:pt x="2807700" y="3307869"/>
                  </a:lnTo>
                  <a:lnTo>
                    <a:pt x="2807858" y="3307008"/>
                  </a:lnTo>
                  <a:lnTo>
                    <a:pt x="2808016" y="3307008"/>
                  </a:lnTo>
                  <a:lnTo>
                    <a:pt x="2808173" y="3307008"/>
                  </a:lnTo>
                  <a:lnTo>
                    <a:pt x="2808331" y="3307008"/>
                  </a:lnTo>
                  <a:lnTo>
                    <a:pt x="2808489" y="3307008"/>
                  </a:lnTo>
                  <a:lnTo>
                    <a:pt x="2808647" y="3307008"/>
                  </a:lnTo>
                  <a:lnTo>
                    <a:pt x="2809120" y="3307008"/>
                  </a:lnTo>
                  <a:lnTo>
                    <a:pt x="2809277" y="3307008"/>
                  </a:lnTo>
                  <a:lnTo>
                    <a:pt x="2809593" y="3307008"/>
                  </a:lnTo>
                  <a:lnTo>
                    <a:pt x="2810066" y="3306577"/>
                  </a:lnTo>
                  <a:lnTo>
                    <a:pt x="2810224" y="3306577"/>
                  </a:lnTo>
                  <a:lnTo>
                    <a:pt x="2810224" y="3306146"/>
                  </a:lnTo>
                  <a:lnTo>
                    <a:pt x="2810382" y="3306146"/>
                  </a:lnTo>
                  <a:lnTo>
                    <a:pt x="2810697" y="3306146"/>
                  </a:lnTo>
                  <a:lnTo>
                    <a:pt x="2810855" y="3306146"/>
                  </a:lnTo>
                  <a:lnTo>
                    <a:pt x="2811170" y="3305716"/>
                  </a:lnTo>
                  <a:lnTo>
                    <a:pt x="2811328" y="3305285"/>
                  </a:lnTo>
                  <a:lnTo>
                    <a:pt x="2811328" y="3304424"/>
                  </a:lnTo>
                  <a:lnTo>
                    <a:pt x="2811486" y="3303993"/>
                  </a:lnTo>
                  <a:lnTo>
                    <a:pt x="2811959" y="3303993"/>
                  </a:lnTo>
                  <a:lnTo>
                    <a:pt x="2812747" y="3303563"/>
                  </a:lnTo>
                  <a:lnTo>
                    <a:pt x="2812905" y="3303563"/>
                  </a:lnTo>
                  <a:lnTo>
                    <a:pt x="2813063" y="3303563"/>
                  </a:lnTo>
                  <a:lnTo>
                    <a:pt x="2813220" y="3303563"/>
                  </a:lnTo>
                  <a:lnTo>
                    <a:pt x="2813378" y="3303563"/>
                  </a:lnTo>
                  <a:lnTo>
                    <a:pt x="2813536" y="3303563"/>
                  </a:lnTo>
                  <a:lnTo>
                    <a:pt x="2813694" y="3303563"/>
                  </a:lnTo>
                  <a:lnTo>
                    <a:pt x="2813851" y="3302702"/>
                  </a:lnTo>
                  <a:lnTo>
                    <a:pt x="2814324" y="3302271"/>
                  </a:lnTo>
                  <a:lnTo>
                    <a:pt x="2814640" y="3302271"/>
                  </a:lnTo>
                  <a:lnTo>
                    <a:pt x="2814798" y="3302271"/>
                  </a:lnTo>
                  <a:lnTo>
                    <a:pt x="2814955" y="3301410"/>
                  </a:lnTo>
                  <a:lnTo>
                    <a:pt x="2815271" y="3300118"/>
                  </a:lnTo>
                  <a:lnTo>
                    <a:pt x="2815428" y="3300118"/>
                  </a:lnTo>
                  <a:lnTo>
                    <a:pt x="2815586" y="3300118"/>
                  </a:lnTo>
                  <a:lnTo>
                    <a:pt x="2815744" y="3300118"/>
                  </a:lnTo>
                  <a:lnTo>
                    <a:pt x="2815902" y="3300118"/>
                  </a:lnTo>
                  <a:lnTo>
                    <a:pt x="2816217" y="3300118"/>
                  </a:lnTo>
                  <a:lnTo>
                    <a:pt x="2816375" y="3299687"/>
                  </a:lnTo>
                  <a:lnTo>
                    <a:pt x="2816848" y="3299257"/>
                  </a:lnTo>
                  <a:lnTo>
                    <a:pt x="2817794" y="3297534"/>
                  </a:lnTo>
                  <a:lnTo>
                    <a:pt x="2817952" y="3296673"/>
                  </a:lnTo>
                  <a:lnTo>
                    <a:pt x="2818110" y="3296243"/>
                  </a:lnTo>
                  <a:lnTo>
                    <a:pt x="2818425" y="3296243"/>
                  </a:lnTo>
                  <a:lnTo>
                    <a:pt x="2818583" y="3296243"/>
                  </a:lnTo>
                  <a:lnTo>
                    <a:pt x="2819056" y="3295381"/>
                  </a:lnTo>
                  <a:lnTo>
                    <a:pt x="2819214" y="3294951"/>
                  </a:lnTo>
                  <a:lnTo>
                    <a:pt x="2819371" y="3294951"/>
                  </a:lnTo>
                  <a:lnTo>
                    <a:pt x="2820002" y="3294520"/>
                  </a:lnTo>
                  <a:lnTo>
                    <a:pt x="2820475" y="3294520"/>
                  </a:lnTo>
                  <a:lnTo>
                    <a:pt x="2820633" y="3294520"/>
                  </a:lnTo>
                  <a:lnTo>
                    <a:pt x="2820949" y="3294090"/>
                  </a:lnTo>
                  <a:lnTo>
                    <a:pt x="2821264" y="3294090"/>
                  </a:lnTo>
                  <a:lnTo>
                    <a:pt x="2821895" y="3294090"/>
                  </a:lnTo>
                  <a:lnTo>
                    <a:pt x="2821895" y="3293659"/>
                  </a:lnTo>
                  <a:lnTo>
                    <a:pt x="2822053" y="3293659"/>
                  </a:lnTo>
                  <a:lnTo>
                    <a:pt x="2822210" y="3293659"/>
                  </a:lnTo>
                  <a:lnTo>
                    <a:pt x="2822841" y="3293228"/>
                  </a:lnTo>
                  <a:lnTo>
                    <a:pt x="2822999" y="3293228"/>
                  </a:lnTo>
                  <a:lnTo>
                    <a:pt x="2823157" y="3293228"/>
                  </a:lnTo>
                  <a:lnTo>
                    <a:pt x="2823472" y="3293228"/>
                  </a:lnTo>
                  <a:lnTo>
                    <a:pt x="2823630" y="3293228"/>
                  </a:lnTo>
                  <a:lnTo>
                    <a:pt x="2823945" y="3293228"/>
                  </a:lnTo>
                  <a:lnTo>
                    <a:pt x="2824418" y="3291937"/>
                  </a:lnTo>
                  <a:lnTo>
                    <a:pt x="2824576" y="3291937"/>
                  </a:lnTo>
                  <a:lnTo>
                    <a:pt x="2824576" y="3291506"/>
                  </a:lnTo>
                  <a:lnTo>
                    <a:pt x="2824734" y="3291506"/>
                  </a:lnTo>
                  <a:lnTo>
                    <a:pt x="2825049" y="3291075"/>
                  </a:lnTo>
                  <a:lnTo>
                    <a:pt x="2825680" y="3291075"/>
                  </a:lnTo>
                  <a:lnTo>
                    <a:pt x="2826626" y="3291075"/>
                  </a:lnTo>
                  <a:lnTo>
                    <a:pt x="2826942" y="3291075"/>
                  </a:lnTo>
                  <a:lnTo>
                    <a:pt x="2826942" y="3290645"/>
                  </a:lnTo>
                  <a:lnTo>
                    <a:pt x="2827257" y="3290214"/>
                  </a:lnTo>
                  <a:lnTo>
                    <a:pt x="2827415" y="3289784"/>
                  </a:lnTo>
                  <a:lnTo>
                    <a:pt x="2828046" y="3289353"/>
                  </a:lnTo>
                  <a:lnTo>
                    <a:pt x="2828046" y="3288922"/>
                  </a:lnTo>
                  <a:lnTo>
                    <a:pt x="2828519" y="3288922"/>
                  </a:lnTo>
                  <a:lnTo>
                    <a:pt x="2828677" y="3288922"/>
                  </a:lnTo>
                  <a:lnTo>
                    <a:pt x="2828835" y="3288922"/>
                  </a:lnTo>
                  <a:lnTo>
                    <a:pt x="2828835" y="3288492"/>
                  </a:lnTo>
                  <a:lnTo>
                    <a:pt x="2828835" y="3288061"/>
                  </a:lnTo>
                  <a:lnTo>
                    <a:pt x="2828992" y="3288061"/>
                  </a:lnTo>
                  <a:lnTo>
                    <a:pt x="2829150" y="3287631"/>
                  </a:lnTo>
                  <a:lnTo>
                    <a:pt x="2829308" y="3287631"/>
                  </a:lnTo>
                  <a:lnTo>
                    <a:pt x="2829939" y="3287631"/>
                  </a:lnTo>
                  <a:lnTo>
                    <a:pt x="2830096" y="3286769"/>
                  </a:lnTo>
                  <a:lnTo>
                    <a:pt x="2831673" y="3285478"/>
                  </a:lnTo>
                  <a:lnTo>
                    <a:pt x="2831831" y="3285478"/>
                  </a:lnTo>
                  <a:lnTo>
                    <a:pt x="2831989" y="3285047"/>
                  </a:lnTo>
                  <a:lnTo>
                    <a:pt x="2832147" y="3285047"/>
                  </a:lnTo>
                  <a:lnTo>
                    <a:pt x="2832304" y="3284616"/>
                  </a:lnTo>
                  <a:lnTo>
                    <a:pt x="2832304" y="3284186"/>
                  </a:lnTo>
                  <a:lnTo>
                    <a:pt x="2832777" y="3283755"/>
                  </a:lnTo>
                  <a:lnTo>
                    <a:pt x="2832935" y="3283755"/>
                  </a:lnTo>
                  <a:lnTo>
                    <a:pt x="2833093" y="3283755"/>
                  </a:lnTo>
                  <a:lnTo>
                    <a:pt x="2833251" y="3283755"/>
                  </a:lnTo>
                  <a:lnTo>
                    <a:pt x="2833408" y="3283755"/>
                  </a:lnTo>
                  <a:lnTo>
                    <a:pt x="2833408" y="3283325"/>
                  </a:lnTo>
                  <a:lnTo>
                    <a:pt x="2833724" y="3282894"/>
                  </a:lnTo>
                  <a:lnTo>
                    <a:pt x="2834355" y="3282894"/>
                  </a:lnTo>
                  <a:lnTo>
                    <a:pt x="2834355" y="3282463"/>
                  </a:lnTo>
                  <a:lnTo>
                    <a:pt x="2834512" y="3282463"/>
                  </a:lnTo>
                  <a:lnTo>
                    <a:pt x="2834986" y="3281172"/>
                  </a:lnTo>
                  <a:lnTo>
                    <a:pt x="2835143" y="3281172"/>
                  </a:lnTo>
                  <a:lnTo>
                    <a:pt x="2835301" y="3281172"/>
                  </a:lnTo>
                  <a:lnTo>
                    <a:pt x="2835459" y="3281172"/>
                  </a:lnTo>
                  <a:lnTo>
                    <a:pt x="2835932" y="3281172"/>
                  </a:lnTo>
                  <a:lnTo>
                    <a:pt x="2836247" y="3281172"/>
                  </a:lnTo>
                  <a:lnTo>
                    <a:pt x="2836563" y="3281172"/>
                  </a:lnTo>
                  <a:lnTo>
                    <a:pt x="2837509" y="3280741"/>
                  </a:lnTo>
                  <a:lnTo>
                    <a:pt x="2837982" y="3280741"/>
                  </a:lnTo>
                  <a:lnTo>
                    <a:pt x="2838298" y="3280741"/>
                  </a:lnTo>
                  <a:lnTo>
                    <a:pt x="2839086" y="3280741"/>
                  </a:lnTo>
                  <a:lnTo>
                    <a:pt x="2839402" y="3280741"/>
                  </a:lnTo>
                  <a:lnTo>
                    <a:pt x="2839875" y="3280310"/>
                  </a:lnTo>
                  <a:lnTo>
                    <a:pt x="2840033" y="3280310"/>
                  </a:lnTo>
                  <a:lnTo>
                    <a:pt x="2840348" y="3280310"/>
                  </a:lnTo>
                  <a:lnTo>
                    <a:pt x="2840506" y="3279880"/>
                  </a:lnTo>
                  <a:lnTo>
                    <a:pt x="2840663" y="3279449"/>
                  </a:lnTo>
                  <a:lnTo>
                    <a:pt x="2840821" y="3279449"/>
                  </a:lnTo>
                  <a:lnTo>
                    <a:pt x="2840979" y="3279019"/>
                  </a:lnTo>
                  <a:lnTo>
                    <a:pt x="2841137" y="3279019"/>
                  </a:lnTo>
                  <a:lnTo>
                    <a:pt x="2841294" y="3279019"/>
                  </a:lnTo>
                  <a:lnTo>
                    <a:pt x="2841610" y="3279019"/>
                  </a:lnTo>
                  <a:lnTo>
                    <a:pt x="2841767" y="3279019"/>
                  </a:lnTo>
                  <a:lnTo>
                    <a:pt x="2842083" y="3279019"/>
                  </a:lnTo>
                  <a:lnTo>
                    <a:pt x="2842241" y="3278588"/>
                  </a:lnTo>
                  <a:lnTo>
                    <a:pt x="2842398" y="3278588"/>
                  </a:lnTo>
                  <a:lnTo>
                    <a:pt x="2842714" y="3277727"/>
                  </a:lnTo>
                  <a:lnTo>
                    <a:pt x="2844291" y="3277296"/>
                  </a:lnTo>
                  <a:lnTo>
                    <a:pt x="2844606" y="3277296"/>
                  </a:lnTo>
                  <a:lnTo>
                    <a:pt x="2844764" y="3277296"/>
                  </a:lnTo>
                  <a:lnTo>
                    <a:pt x="2844764" y="3276004"/>
                  </a:lnTo>
                  <a:lnTo>
                    <a:pt x="2844922" y="3276004"/>
                  </a:lnTo>
                  <a:lnTo>
                    <a:pt x="2845080" y="3276004"/>
                  </a:lnTo>
                  <a:lnTo>
                    <a:pt x="2845237" y="3276004"/>
                  </a:lnTo>
                  <a:lnTo>
                    <a:pt x="2845868" y="3276004"/>
                  </a:lnTo>
                  <a:lnTo>
                    <a:pt x="2845868" y="3275574"/>
                  </a:lnTo>
                  <a:lnTo>
                    <a:pt x="2846499" y="3275574"/>
                  </a:lnTo>
                  <a:lnTo>
                    <a:pt x="2846657" y="3274713"/>
                  </a:lnTo>
                  <a:lnTo>
                    <a:pt x="2846814" y="3274713"/>
                  </a:lnTo>
                  <a:lnTo>
                    <a:pt x="2846814" y="3274282"/>
                  </a:lnTo>
                  <a:lnTo>
                    <a:pt x="2846814" y="3273851"/>
                  </a:lnTo>
                  <a:lnTo>
                    <a:pt x="2847130" y="3273851"/>
                  </a:lnTo>
                  <a:lnTo>
                    <a:pt x="2847445" y="3273851"/>
                  </a:lnTo>
                  <a:lnTo>
                    <a:pt x="2848234" y="3273421"/>
                  </a:lnTo>
                  <a:lnTo>
                    <a:pt x="2848549" y="3273421"/>
                  </a:lnTo>
                  <a:lnTo>
                    <a:pt x="2848549" y="3272990"/>
                  </a:lnTo>
                  <a:lnTo>
                    <a:pt x="2849496" y="3272990"/>
                  </a:lnTo>
                  <a:lnTo>
                    <a:pt x="2849653" y="3272990"/>
                  </a:lnTo>
                  <a:lnTo>
                    <a:pt x="2849811" y="3272990"/>
                  </a:lnTo>
                  <a:lnTo>
                    <a:pt x="2849969" y="3272990"/>
                  </a:lnTo>
                  <a:lnTo>
                    <a:pt x="2850127" y="3272990"/>
                  </a:lnTo>
                  <a:lnTo>
                    <a:pt x="2850284" y="3272990"/>
                  </a:lnTo>
                  <a:lnTo>
                    <a:pt x="2850442" y="3272560"/>
                  </a:lnTo>
                  <a:lnTo>
                    <a:pt x="2851388" y="3272560"/>
                  </a:lnTo>
                  <a:lnTo>
                    <a:pt x="2851704" y="3272129"/>
                  </a:lnTo>
                  <a:lnTo>
                    <a:pt x="2851861" y="3272129"/>
                  </a:lnTo>
                  <a:lnTo>
                    <a:pt x="2852019" y="3272129"/>
                  </a:lnTo>
                  <a:lnTo>
                    <a:pt x="2852335" y="3271698"/>
                  </a:lnTo>
                  <a:lnTo>
                    <a:pt x="2852492" y="3271698"/>
                  </a:lnTo>
                  <a:lnTo>
                    <a:pt x="2852650" y="3270837"/>
                  </a:lnTo>
                  <a:lnTo>
                    <a:pt x="2852650" y="3270407"/>
                  </a:lnTo>
                  <a:lnTo>
                    <a:pt x="2852808" y="3270407"/>
                  </a:lnTo>
                  <a:lnTo>
                    <a:pt x="2852808" y="3269545"/>
                  </a:lnTo>
                  <a:lnTo>
                    <a:pt x="2852808" y="3269115"/>
                  </a:lnTo>
                  <a:lnTo>
                    <a:pt x="2852965" y="3269115"/>
                  </a:lnTo>
                  <a:lnTo>
                    <a:pt x="2853123" y="3269115"/>
                  </a:lnTo>
                  <a:lnTo>
                    <a:pt x="2853281" y="3269115"/>
                  </a:lnTo>
                  <a:lnTo>
                    <a:pt x="2853912" y="3269115"/>
                  </a:lnTo>
                  <a:lnTo>
                    <a:pt x="2854069" y="3269115"/>
                  </a:lnTo>
                  <a:lnTo>
                    <a:pt x="2854543" y="3268684"/>
                  </a:lnTo>
                  <a:lnTo>
                    <a:pt x="2854700" y="3268254"/>
                  </a:lnTo>
                  <a:lnTo>
                    <a:pt x="2854858" y="3268254"/>
                  </a:lnTo>
                  <a:lnTo>
                    <a:pt x="2855173" y="3268254"/>
                  </a:lnTo>
                  <a:lnTo>
                    <a:pt x="2855331" y="3267823"/>
                  </a:lnTo>
                  <a:lnTo>
                    <a:pt x="2855489" y="3267823"/>
                  </a:lnTo>
                  <a:lnTo>
                    <a:pt x="2855962" y="3267392"/>
                  </a:lnTo>
                  <a:lnTo>
                    <a:pt x="2855962" y="3266962"/>
                  </a:lnTo>
                  <a:lnTo>
                    <a:pt x="2856278" y="3266962"/>
                  </a:lnTo>
                  <a:lnTo>
                    <a:pt x="2857066" y="3266962"/>
                  </a:lnTo>
                  <a:lnTo>
                    <a:pt x="2857224" y="3266962"/>
                  </a:lnTo>
                  <a:lnTo>
                    <a:pt x="2857382" y="3266962"/>
                  </a:lnTo>
                  <a:lnTo>
                    <a:pt x="2857539" y="3266962"/>
                  </a:lnTo>
                  <a:lnTo>
                    <a:pt x="2857855" y="3266962"/>
                  </a:lnTo>
                  <a:lnTo>
                    <a:pt x="2857855" y="3266531"/>
                  </a:lnTo>
                  <a:lnTo>
                    <a:pt x="2858012" y="3266531"/>
                  </a:lnTo>
                  <a:lnTo>
                    <a:pt x="2858170" y="3266531"/>
                  </a:lnTo>
                  <a:lnTo>
                    <a:pt x="2858328" y="3266101"/>
                  </a:lnTo>
                  <a:lnTo>
                    <a:pt x="2858486" y="3266101"/>
                  </a:lnTo>
                  <a:lnTo>
                    <a:pt x="2858801" y="3266101"/>
                  </a:lnTo>
                  <a:lnTo>
                    <a:pt x="2858959" y="3265670"/>
                  </a:lnTo>
                  <a:lnTo>
                    <a:pt x="2859116" y="3265670"/>
                  </a:lnTo>
                  <a:lnTo>
                    <a:pt x="2859432" y="3265670"/>
                  </a:lnTo>
                  <a:lnTo>
                    <a:pt x="2859590" y="3265670"/>
                  </a:lnTo>
                  <a:lnTo>
                    <a:pt x="2859905" y="3265670"/>
                  </a:lnTo>
                  <a:lnTo>
                    <a:pt x="2860063" y="3265670"/>
                  </a:lnTo>
                  <a:lnTo>
                    <a:pt x="2860378" y="3265670"/>
                  </a:lnTo>
                  <a:lnTo>
                    <a:pt x="2861009" y="3265239"/>
                  </a:lnTo>
                  <a:lnTo>
                    <a:pt x="2861167" y="3265239"/>
                  </a:lnTo>
                  <a:lnTo>
                    <a:pt x="2861325" y="3264378"/>
                  </a:lnTo>
                  <a:lnTo>
                    <a:pt x="2861640" y="3264378"/>
                  </a:lnTo>
                  <a:lnTo>
                    <a:pt x="2861798" y="3264378"/>
                  </a:lnTo>
                  <a:lnTo>
                    <a:pt x="2861955" y="3264378"/>
                  </a:lnTo>
                  <a:lnTo>
                    <a:pt x="2862271" y="3263948"/>
                  </a:lnTo>
                  <a:lnTo>
                    <a:pt x="2862586" y="3263517"/>
                  </a:lnTo>
                  <a:lnTo>
                    <a:pt x="2862744" y="3262225"/>
                  </a:lnTo>
                  <a:lnTo>
                    <a:pt x="2864163" y="3259642"/>
                  </a:lnTo>
                  <a:lnTo>
                    <a:pt x="2864163" y="3259211"/>
                  </a:lnTo>
                  <a:lnTo>
                    <a:pt x="2864163" y="3258780"/>
                  </a:lnTo>
                  <a:lnTo>
                    <a:pt x="2864637" y="3258780"/>
                  </a:lnTo>
                  <a:lnTo>
                    <a:pt x="2864794" y="3258350"/>
                  </a:lnTo>
                  <a:lnTo>
                    <a:pt x="2865267" y="3258350"/>
                  </a:lnTo>
                  <a:lnTo>
                    <a:pt x="2865583" y="3258350"/>
                  </a:lnTo>
                  <a:lnTo>
                    <a:pt x="2865741" y="3258350"/>
                  </a:lnTo>
                  <a:lnTo>
                    <a:pt x="2865898" y="3257919"/>
                  </a:lnTo>
                  <a:lnTo>
                    <a:pt x="2866214" y="3257919"/>
                  </a:lnTo>
                  <a:lnTo>
                    <a:pt x="2866371" y="3256197"/>
                  </a:lnTo>
                  <a:lnTo>
                    <a:pt x="2866845" y="3255766"/>
                  </a:lnTo>
                  <a:lnTo>
                    <a:pt x="2867002" y="3255336"/>
                  </a:lnTo>
                  <a:lnTo>
                    <a:pt x="2867318" y="3254905"/>
                  </a:lnTo>
                  <a:lnTo>
                    <a:pt x="2867476" y="3254905"/>
                  </a:lnTo>
                  <a:lnTo>
                    <a:pt x="2867633" y="3254905"/>
                  </a:lnTo>
                  <a:lnTo>
                    <a:pt x="2867791" y="3254905"/>
                  </a:lnTo>
                  <a:lnTo>
                    <a:pt x="2867949" y="3254905"/>
                  </a:lnTo>
                  <a:lnTo>
                    <a:pt x="2868264" y="3254474"/>
                  </a:lnTo>
                  <a:lnTo>
                    <a:pt x="2868580" y="3254474"/>
                  </a:lnTo>
                  <a:lnTo>
                    <a:pt x="2868737" y="3254474"/>
                  </a:lnTo>
                  <a:lnTo>
                    <a:pt x="2868895" y="3254474"/>
                  </a:lnTo>
                  <a:lnTo>
                    <a:pt x="2869053" y="3254474"/>
                  </a:lnTo>
                  <a:lnTo>
                    <a:pt x="2869210" y="3254474"/>
                  </a:lnTo>
                  <a:lnTo>
                    <a:pt x="2869526" y="3254044"/>
                  </a:lnTo>
                  <a:lnTo>
                    <a:pt x="2872523" y="3251460"/>
                  </a:lnTo>
                  <a:lnTo>
                    <a:pt x="2872838" y="3251460"/>
                  </a:lnTo>
                  <a:lnTo>
                    <a:pt x="2872996" y="3251460"/>
                  </a:lnTo>
                  <a:lnTo>
                    <a:pt x="2873153" y="3251460"/>
                  </a:lnTo>
                  <a:lnTo>
                    <a:pt x="2873311" y="3251030"/>
                  </a:lnTo>
                  <a:lnTo>
                    <a:pt x="2873469" y="3251030"/>
                  </a:lnTo>
                  <a:lnTo>
                    <a:pt x="2873627" y="3251030"/>
                  </a:lnTo>
                  <a:lnTo>
                    <a:pt x="2873942" y="3251030"/>
                  </a:lnTo>
                  <a:lnTo>
                    <a:pt x="2874257" y="3251030"/>
                  </a:lnTo>
                  <a:lnTo>
                    <a:pt x="2874257" y="3250168"/>
                  </a:lnTo>
                  <a:lnTo>
                    <a:pt x="2874415" y="3249738"/>
                  </a:lnTo>
                  <a:lnTo>
                    <a:pt x="2874731" y="3249738"/>
                  </a:lnTo>
                  <a:lnTo>
                    <a:pt x="2875204" y="3249738"/>
                  </a:lnTo>
                  <a:lnTo>
                    <a:pt x="2875519" y="3249738"/>
                  </a:lnTo>
                  <a:lnTo>
                    <a:pt x="2875835" y="3249738"/>
                  </a:lnTo>
                  <a:lnTo>
                    <a:pt x="2876150" y="3249738"/>
                  </a:lnTo>
                  <a:lnTo>
                    <a:pt x="2876465" y="3249738"/>
                  </a:lnTo>
                  <a:lnTo>
                    <a:pt x="2876623" y="3249738"/>
                  </a:lnTo>
                  <a:lnTo>
                    <a:pt x="2876781" y="3249738"/>
                  </a:lnTo>
                  <a:lnTo>
                    <a:pt x="2877096" y="3249307"/>
                  </a:lnTo>
                  <a:lnTo>
                    <a:pt x="2877096" y="3248877"/>
                  </a:lnTo>
                  <a:lnTo>
                    <a:pt x="2877254" y="3248877"/>
                  </a:lnTo>
                  <a:lnTo>
                    <a:pt x="2877412" y="3248877"/>
                  </a:lnTo>
                  <a:lnTo>
                    <a:pt x="2877569" y="3248877"/>
                  </a:lnTo>
                  <a:lnTo>
                    <a:pt x="2877885" y="3247585"/>
                  </a:lnTo>
                  <a:lnTo>
                    <a:pt x="2878043" y="3247154"/>
                  </a:lnTo>
                  <a:lnTo>
                    <a:pt x="2878831" y="3247154"/>
                  </a:lnTo>
                  <a:lnTo>
                    <a:pt x="2879147" y="3247154"/>
                  </a:lnTo>
                  <a:lnTo>
                    <a:pt x="2879147" y="3246724"/>
                  </a:lnTo>
                  <a:lnTo>
                    <a:pt x="2879304" y="3246293"/>
                  </a:lnTo>
                  <a:lnTo>
                    <a:pt x="2880093" y="3245432"/>
                  </a:lnTo>
                  <a:lnTo>
                    <a:pt x="2880566" y="3245432"/>
                  </a:lnTo>
                  <a:lnTo>
                    <a:pt x="2881039" y="3245001"/>
                  </a:lnTo>
                  <a:lnTo>
                    <a:pt x="2881670" y="3245001"/>
                  </a:lnTo>
                  <a:lnTo>
                    <a:pt x="2882143" y="3244140"/>
                  </a:lnTo>
                  <a:lnTo>
                    <a:pt x="2882301" y="3244140"/>
                  </a:lnTo>
                  <a:lnTo>
                    <a:pt x="2882774" y="3243709"/>
                  </a:lnTo>
                  <a:lnTo>
                    <a:pt x="2882932" y="3243709"/>
                  </a:lnTo>
                  <a:lnTo>
                    <a:pt x="2883090" y="3243709"/>
                  </a:lnTo>
                  <a:lnTo>
                    <a:pt x="2883405" y="3243709"/>
                  </a:lnTo>
                  <a:lnTo>
                    <a:pt x="2883563" y="3243709"/>
                  </a:lnTo>
                  <a:lnTo>
                    <a:pt x="2884036" y="3243709"/>
                  </a:lnTo>
                  <a:lnTo>
                    <a:pt x="2884036" y="3243279"/>
                  </a:lnTo>
                  <a:lnTo>
                    <a:pt x="2884194" y="3243279"/>
                  </a:lnTo>
                  <a:lnTo>
                    <a:pt x="2884351" y="3243279"/>
                  </a:lnTo>
                  <a:lnTo>
                    <a:pt x="2884825" y="3243279"/>
                  </a:lnTo>
                  <a:lnTo>
                    <a:pt x="2884982" y="3242848"/>
                  </a:lnTo>
                  <a:lnTo>
                    <a:pt x="2884982" y="3242418"/>
                  </a:lnTo>
                  <a:lnTo>
                    <a:pt x="2885929" y="3241987"/>
                  </a:lnTo>
                  <a:lnTo>
                    <a:pt x="2886086" y="3241987"/>
                  </a:lnTo>
                  <a:lnTo>
                    <a:pt x="2886086" y="3241556"/>
                  </a:lnTo>
                  <a:lnTo>
                    <a:pt x="2886086" y="3241126"/>
                  </a:lnTo>
                  <a:lnTo>
                    <a:pt x="2886559" y="3240265"/>
                  </a:lnTo>
                  <a:lnTo>
                    <a:pt x="2886559" y="3239834"/>
                  </a:lnTo>
                  <a:lnTo>
                    <a:pt x="2886559" y="3239403"/>
                  </a:lnTo>
                  <a:lnTo>
                    <a:pt x="2886717" y="3239403"/>
                  </a:lnTo>
                  <a:lnTo>
                    <a:pt x="2886875" y="3239403"/>
                  </a:lnTo>
                  <a:lnTo>
                    <a:pt x="2886875" y="3238973"/>
                  </a:lnTo>
                  <a:lnTo>
                    <a:pt x="2887033" y="3238973"/>
                  </a:lnTo>
                  <a:lnTo>
                    <a:pt x="2887348" y="3238542"/>
                  </a:lnTo>
                  <a:lnTo>
                    <a:pt x="2887506" y="3236820"/>
                  </a:lnTo>
                  <a:lnTo>
                    <a:pt x="2887663" y="3236389"/>
                  </a:lnTo>
                  <a:lnTo>
                    <a:pt x="2887663" y="3235959"/>
                  </a:lnTo>
                  <a:lnTo>
                    <a:pt x="2887663" y="3235528"/>
                  </a:lnTo>
                  <a:lnTo>
                    <a:pt x="2887821" y="3235097"/>
                  </a:lnTo>
                  <a:lnTo>
                    <a:pt x="2888452" y="3235097"/>
                  </a:lnTo>
                  <a:lnTo>
                    <a:pt x="2888610" y="3235097"/>
                  </a:lnTo>
                  <a:lnTo>
                    <a:pt x="2889083" y="3235097"/>
                  </a:lnTo>
                  <a:lnTo>
                    <a:pt x="2889398" y="3234667"/>
                  </a:lnTo>
                  <a:lnTo>
                    <a:pt x="2889714" y="3234667"/>
                  </a:lnTo>
                  <a:lnTo>
                    <a:pt x="2889872" y="3234236"/>
                  </a:lnTo>
                  <a:lnTo>
                    <a:pt x="2890187" y="3234236"/>
                  </a:lnTo>
                  <a:lnTo>
                    <a:pt x="2890187" y="3233806"/>
                  </a:lnTo>
                  <a:lnTo>
                    <a:pt x="2890818" y="3233806"/>
                  </a:lnTo>
                  <a:lnTo>
                    <a:pt x="2890976" y="3233806"/>
                  </a:lnTo>
                  <a:lnTo>
                    <a:pt x="2891606" y="3233375"/>
                  </a:lnTo>
                  <a:lnTo>
                    <a:pt x="2891764" y="3233375"/>
                  </a:lnTo>
                  <a:lnTo>
                    <a:pt x="2891764" y="3232944"/>
                  </a:lnTo>
                  <a:lnTo>
                    <a:pt x="2892080" y="3232944"/>
                  </a:lnTo>
                  <a:lnTo>
                    <a:pt x="2892553" y="3232944"/>
                  </a:lnTo>
                  <a:lnTo>
                    <a:pt x="2892710" y="3232944"/>
                  </a:lnTo>
                  <a:lnTo>
                    <a:pt x="2893026" y="3232514"/>
                  </a:lnTo>
                  <a:lnTo>
                    <a:pt x="2893972" y="3231653"/>
                  </a:lnTo>
                  <a:lnTo>
                    <a:pt x="2894130" y="3231653"/>
                  </a:lnTo>
                  <a:lnTo>
                    <a:pt x="2894288" y="3231653"/>
                  </a:lnTo>
                  <a:lnTo>
                    <a:pt x="2894445" y="3231222"/>
                  </a:lnTo>
                  <a:lnTo>
                    <a:pt x="2894445" y="3230791"/>
                  </a:lnTo>
                  <a:lnTo>
                    <a:pt x="2894761" y="3230791"/>
                  </a:lnTo>
                  <a:lnTo>
                    <a:pt x="2895234" y="3229069"/>
                  </a:lnTo>
                  <a:lnTo>
                    <a:pt x="2895392" y="3229069"/>
                  </a:lnTo>
                  <a:lnTo>
                    <a:pt x="2895549" y="3229069"/>
                  </a:lnTo>
                  <a:lnTo>
                    <a:pt x="2895707" y="3229069"/>
                  </a:lnTo>
                  <a:lnTo>
                    <a:pt x="2895707" y="3228638"/>
                  </a:lnTo>
                  <a:lnTo>
                    <a:pt x="2896180" y="3228208"/>
                  </a:lnTo>
                  <a:lnTo>
                    <a:pt x="2897127" y="3227777"/>
                  </a:lnTo>
                  <a:lnTo>
                    <a:pt x="2897284" y="3227347"/>
                  </a:lnTo>
                  <a:lnTo>
                    <a:pt x="2897442" y="3226485"/>
                  </a:lnTo>
                  <a:lnTo>
                    <a:pt x="2897442" y="3226055"/>
                  </a:lnTo>
                  <a:lnTo>
                    <a:pt x="2897600" y="3226055"/>
                  </a:lnTo>
                  <a:lnTo>
                    <a:pt x="2897915" y="3226055"/>
                  </a:lnTo>
                  <a:lnTo>
                    <a:pt x="2898231" y="3226055"/>
                  </a:lnTo>
                  <a:lnTo>
                    <a:pt x="2898546" y="3225624"/>
                  </a:lnTo>
                  <a:lnTo>
                    <a:pt x="2898546" y="3225194"/>
                  </a:lnTo>
                  <a:lnTo>
                    <a:pt x="2898704" y="3223902"/>
                  </a:lnTo>
                  <a:lnTo>
                    <a:pt x="2898861" y="3223902"/>
                  </a:lnTo>
                  <a:lnTo>
                    <a:pt x="2899177" y="3223902"/>
                  </a:lnTo>
                  <a:lnTo>
                    <a:pt x="2899335" y="3223902"/>
                  </a:lnTo>
                  <a:lnTo>
                    <a:pt x="2900123" y="3223471"/>
                  </a:lnTo>
                  <a:lnTo>
                    <a:pt x="2900281" y="3223471"/>
                  </a:lnTo>
                  <a:lnTo>
                    <a:pt x="2900281" y="3223041"/>
                  </a:lnTo>
                  <a:lnTo>
                    <a:pt x="2900912" y="3222610"/>
                  </a:lnTo>
                  <a:lnTo>
                    <a:pt x="2900912" y="3222179"/>
                  </a:lnTo>
                  <a:lnTo>
                    <a:pt x="2901227" y="3221749"/>
                  </a:lnTo>
                  <a:lnTo>
                    <a:pt x="2901543" y="3220457"/>
                  </a:lnTo>
                  <a:lnTo>
                    <a:pt x="2901700" y="3220457"/>
                  </a:lnTo>
                  <a:lnTo>
                    <a:pt x="2902016" y="3219596"/>
                  </a:lnTo>
                  <a:lnTo>
                    <a:pt x="2902174" y="3219165"/>
                  </a:lnTo>
                  <a:lnTo>
                    <a:pt x="2902174" y="3218735"/>
                  </a:lnTo>
                  <a:lnTo>
                    <a:pt x="2902174" y="3218304"/>
                  </a:lnTo>
                  <a:lnTo>
                    <a:pt x="2902489" y="3218304"/>
                  </a:lnTo>
                  <a:lnTo>
                    <a:pt x="2902962" y="3218304"/>
                  </a:lnTo>
                  <a:lnTo>
                    <a:pt x="2903908" y="3217873"/>
                  </a:lnTo>
                  <a:lnTo>
                    <a:pt x="2904224" y="3217873"/>
                  </a:lnTo>
                  <a:lnTo>
                    <a:pt x="2904382" y="3217873"/>
                  </a:lnTo>
                  <a:lnTo>
                    <a:pt x="2904855" y="3217012"/>
                  </a:lnTo>
                  <a:lnTo>
                    <a:pt x="2905012" y="3217012"/>
                  </a:lnTo>
                  <a:lnTo>
                    <a:pt x="2905170" y="3216582"/>
                  </a:lnTo>
                  <a:lnTo>
                    <a:pt x="2905486" y="3215720"/>
                  </a:lnTo>
                  <a:lnTo>
                    <a:pt x="2905643" y="3215720"/>
                  </a:lnTo>
                  <a:lnTo>
                    <a:pt x="2905959" y="3215290"/>
                  </a:lnTo>
                  <a:lnTo>
                    <a:pt x="2906116" y="3215290"/>
                  </a:lnTo>
                  <a:lnTo>
                    <a:pt x="2906116" y="3214859"/>
                  </a:lnTo>
                  <a:lnTo>
                    <a:pt x="2906432" y="3213998"/>
                  </a:lnTo>
                  <a:lnTo>
                    <a:pt x="2906590" y="3213998"/>
                  </a:lnTo>
                  <a:lnTo>
                    <a:pt x="2907378" y="3212706"/>
                  </a:lnTo>
                  <a:lnTo>
                    <a:pt x="2907536" y="3212706"/>
                  </a:lnTo>
                  <a:lnTo>
                    <a:pt x="2908009" y="3212706"/>
                  </a:lnTo>
                  <a:lnTo>
                    <a:pt x="2908325" y="3212706"/>
                  </a:lnTo>
                  <a:lnTo>
                    <a:pt x="2908798" y="3211414"/>
                  </a:lnTo>
                  <a:lnTo>
                    <a:pt x="2909271" y="3211414"/>
                  </a:lnTo>
                  <a:lnTo>
                    <a:pt x="2909586" y="3211414"/>
                  </a:lnTo>
                  <a:lnTo>
                    <a:pt x="2909744" y="3211414"/>
                  </a:lnTo>
                  <a:lnTo>
                    <a:pt x="2909902" y="3211414"/>
                  </a:lnTo>
                  <a:lnTo>
                    <a:pt x="2910217" y="3211414"/>
                  </a:lnTo>
                  <a:lnTo>
                    <a:pt x="2910217" y="3210984"/>
                  </a:lnTo>
                  <a:lnTo>
                    <a:pt x="2910375" y="3210984"/>
                  </a:lnTo>
                  <a:lnTo>
                    <a:pt x="2910690" y="3210984"/>
                  </a:lnTo>
                  <a:lnTo>
                    <a:pt x="2910848" y="3210984"/>
                  </a:lnTo>
                  <a:lnTo>
                    <a:pt x="2911006" y="3210553"/>
                  </a:lnTo>
                  <a:lnTo>
                    <a:pt x="2911163" y="3210553"/>
                  </a:lnTo>
                  <a:lnTo>
                    <a:pt x="2911321" y="3210553"/>
                  </a:lnTo>
                  <a:lnTo>
                    <a:pt x="2911637" y="3210553"/>
                  </a:lnTo>
                  <a:lnTo>
                    <a:pt x="2912110" y="3209261"/>
                  </a:lnTo>
                  <a:lnTo>
                    <a:pt x="2912425" y="3209261"/>
                  </a:lnTo>
                  <a:lnTo>
                    <a:pt x="2912583" y="3209261"/>
                  </a:lnTo>
                  <a:lnTo>
                    <a:pt x="2913214" y="3208831"/>
                  </a:lnTo>
                  <a:lnTo>
                    <a:pt x="2913372" y="3208400"/>
                  </a:lnTo>
                  <a:lnTo>
                    <a:pt x="2913529" y="3208400"/>
                  </a:lnTo>
                  <a:lnTo>
                    <a:pt x="2913845" y="3207970"/>
                  </a:lnTo>
                  <a:lnTo>
                    <a:pt x="2914318" y="3207970"/>
                  </a:lnTo>
                  <a:lnTo>
                    <a:pt x="2914476" y="3207970"/>
                  </a:lnTo>
                  <a:lnTo>
                    <a:pt x="2914633" y="3207970"/>
                  </a:lnTo>
                  <a:lnTo>
                    <a:pt x="2915580" y="3206247"/>
                  </a:lnTo>
                  <a:lnTo>
                    <a:pt x="2915895" y="3205817"/>
                  </a:lnTo>
                  <a:lnTo>
                    <a:pt x="2916210" y="3205386"/>
                  </a:lnTo>
                  <a:lnTo>
                    <a:pt x="2916368" y="3205386"/>
                  </a:lnTo>
                  <a:lnTo>
                    <a:pt x="2916526" y="3204955"/>
                  </a:lnTo>
                  <a:lnTo>
                    <a:pt x="2916684" y="3204955"/>
                  </a:lnTo>
                  <a:lnTo>
                    <a:pt x="2916999" y="3204955"/>
                  </a:lnTo>
                  <a:lnTo>
                    <a:pt x="2917157" y="3204955"/>
                  </a:lnTo>
                  <a:lnTo>
                    <a:pt x="2918261" y="3204955"/>
                  </a:lnTo>
                  <a:lnTo>
                    <a:pt x="2918419" y="3204955"/>
                  </a:lnTo>
                  <a:lnTo>
                    <a:pt x="2918576" y="3204955"/>
                  </a:lnTo>
                  <a:lnTo>
                    <a:pt x="2918734" y="3204525"/>
                  </a:lnTo>
                  <a:lnTo>
                    <a:pt x="2918892" y="3204525"/>
                  </a:lnTo>
                  <a:lnTo>
                    <a:pt x="2919207" y="3204525"/>
                  </a:lnTo>
                  <a:lnTo>
                    <a:pt x="2919207" y="3204094"/>
                  </a:lnTo>
                  <a:lnTo>
                    <a:pt x="2919365" y="3204094"/>
                  </a:lnTo>
                  <a:lnTo>
                    <a:pt x="2919680" y="3204094"/>
                  </a:lnTo>
                  <a:lnTo>
                    <a:pt x="2919680" y="3203664"/>
                  </a:lnTo>
                  <a:lnTo>
                    <a:pt x="2921415" y="3202802"/>
                  </a:lnTo>
                  <a:lnTo>
                    <a:pt x="2921573" y="3202802"/>
                  </a:lnTo>
                  <a:lnTo>
                    <a:pt x="2921731" y="3202802"/>
                  </a:lnTo>
                  <a:lnTo>
                    <a:pt x="2921888" y="3202802"/>
                  </a:lnTo>
                  <a:lnTo>
                    <a:pt x="2922046" y="3202802"/>
                  </a:lnTo>
                  <a:lnTo>
                    <a:pt x="2922046" y="3202372"/>
                  </a:lnTo>
                  <a:lnTo>
                    <a:pt x="2922204" y="3202372"/>
                  </a:lnTo>
                  <a:lnTo>
                    <a:pt x="2922361" y="3202372"/>
                  </a:lnTo>
                  <a:lnTo>
                    <a:pt x="2922677" y="3202372"/>
                  </a:lnTo>
                  <a:lnTo>
                    <a:pt x="2922677" y="3201511"/>
                  </a:lnTo>
                  <a:lnTo>
                    <a:pt x="2922992" y="3201511"/>
                  </a:lnTo>
                  <a:lnTo>
                    <a:pt x="2923150" y="3201511"/>
                  </a:lnTo>
                  <a:lnTo>
                    <a:pt x="2923308" y="3201511"/>
                  </a:lnTo>
                  <a:lnTo>
                    <a:pt x="2923781" y="3201080"/>
                  </a:lnTo>
                  <a:lnTo>
                    <a:pt x="2923781" y="3200649"/>
                  </a:lnTo>
                  <a:lnTo>
                    <a:pt x="2924412" y="3200219"/>
                  </a:lnTo>
                  <a:lnTo>
                    <a:pt x="2924570" y="3200219"/>
                  </a:lnTo>
                  <a:lnTo>
                    <a:pt x="2924570" y="3199788"/>
                  </a:lnTo>
                  <a:lnTo>
                    <a:pt x="2924727" y="3198927"/>
                  </a:lnTo>
                  <a:lnTo>
                    <a:pt x="2925831" y="3198496"/>
                  </a:lnTo>
                  <a:lnTo>
                    <a:pt x="2926147" y="3198496"/>
                  </a:lnTo>
                  <a:lnTo>
                    <a:pt x="2926147" y="3198066"/>
                  </a:lnTo>
                  <a:lnTo>
                    <a:pt x="2926304" y="3198066"/>
                  </a:lnTo>
                  <a:lnTo>
                    <a:pt x="2926304" y="3197635"/>
                  </a:lnTo>
                  <a:lnTo>
                    <a:pt x="2926462" y="3197635"/>
                  </a:lnTo>
                  <a:lnTo>
                    <a:pt x="2926935" y="3197635"/>
                  </a:lnTo>
                  <a:lnTo>
                    <a:pt x="2927093" y="3197635"/>
                  </a:lnTo>
                  <a:lnTo>
                    <a:pt x="2927882" y="3197205"/>
                  </a:lnTo>
                  <a:lnTo>
                    <a:pt x="2928197" y="3196774"/>
                  </a:lnTo>
                  <a:lnTo>
                    <a:pt x="2928355" y="3196774"/>
                  </a:lnTo>
                  <a:lnTo>
                    <a:pt x="2928670" y="3196774"/>
                  </a:lnTo>
                  <a:lnTo>
                    <a:pt x="2928828" y="3196774"/>
                  </a:lnTo>
                  <a:lnTo>
                    <a:pt x="2929143" y="3196343"/>
                  </a:lnTo>
                  <a:lnTo>
                    <a:pt x="2929301" y="3196343"/>
                  </a:lnTo>
                  <a:lnTo>
                    <a:pt x="2929774" y="3195052"/>
                  </a:lnTo>
                  <a:lnTo>
                    <a:pt x="2931509" y="3194190"/>
                  </a:lnTo>
                  <a:lnTo>
                    <a:pt x="2931667" y="3194190"/>
                  </a:lnTo>
                  <a:lnTo>
                    <a:pt x="2931982" y="3194190"/>
                  </a:lnTo>
                  <a:lnTo>
                    <a:pt x="2932613" y="3193760"/>
                  </a:lnTo>
                  <a:lnTo>
                    <a:pt x="2932929" y="3193760"/>
                  </a:lnTo>
                  <a:lnTo>
                    <a:pt x="2933244" y="3193760"/>
                  </a:lnTo>
                  <a:lnTo>
                    <a:pt x="2933402" y="3193329"/>
                  </a:lnTo>
                  <a:lnTo>
                    <a:pt x="2933559" y="3193329"/>
                  </a:lnTo>
                  <a:lnTo>
                    <a:pt x="2934506" y="3192468"/>
                  </a:lnTo>
                  <a:lnTo>
                    <a:pt x="2934821" y="3192468"/>
                  </a:lnTo>
                  <a:lnTo>
                    <a:pt x="2934979" y="3192468"/>
                  </a:lnTo>
                  <a:lnTo>
                    <a:pt x="2935137" y="3192468"/>
                  </a:lnTo>
                  <a:lnTo>
                    <a:pt x="2935294" y="3192468"/>
                  </a:lnTo>
                  <a:lnTo>
                    <a:pt x="2935294" y="3192037"/>
                  </a:lnTo>
                  <a:lnTo>
                    <a:pt x="2935452" y="3192037"/>
                  </a:lnTo>
                  <a:lnTo>
                    <a:pt x="2935768" y="3192037"/>
                  </a:lnTo>
                  <a:lnTo>
                    <a:pt x="2936083" y="3191607"/>
                  </a:lnTo>
                  <a:lnTo>
                    <a:pt x="2936241" y="3190746"/>
                  </a:lnTo>
                  <a:lnTo>
                    <a:pt x="2936556" y="3190746"/>
                  </a:lnTo>
                  <a:lnTo>
                    <a:pt x="2936872" y="3190315"/>
                  </a:lnTo>
                  <a:lnTo>
                    <a:pt x="2937029" y="3190315"/>
                  </a:lnTo>
                  <a:lnTo>
                    <a:pt x="2937660" y="3189884"/>
                  </a:lnTo>
                  <a:lnTo>
                    <a:pt x="2938133" y="3189454"/>
                  </a:lnTo>
                  <a:lnTo>
                    <a:pt x="2938291" y="3189454"/>
                  </a:lnTo>
                  <a:lnTo>
                    <a:pt x="2938922" y="3188593"/>
                  </a:lnTo>
                  <a:lnTo>
                    <a:pt x="2939080" y="3188593"/>
                  </a:lnTo>
                  <a:lnTo>
                    <a:pt x="2939080" y="3187731"/>
                  </a:lnTo>
                  <a:lnTo>
                    <a:pt x="2939080" y="3187301"/>
                  </a:lnTo>
                  <a:lnTo>
                    <a:pt x="2939237" y="3187301"/>
                  </a:lnTo>
                  <a:lnTo>
                    <a:pt x="2939553" y="3187301"/>
                  </a:lnTo>
                  <a:lnTo>
                    <a:pt x="2939553" y="3186870"/>
                  </a:lnTo>
                  <a:lnTo>
                    <a:pt x="2939710" y="3186440"/>
                  </a:lnTo>
                  <a:lnTo>
                    <a:pt x="2939868" y="3186440"/>
                  </a:lnTo>
                  <a:lnTo>
                    <a:pt x="2940341" y="3185578"/>
                  </a:lnTo>
                  <a:lnTo>
                    <a:pt x="2940499" y="3185148"/>
                  </a:lnTo>
                  <a:lnTo>
                    <a:pt x="2940657" y="3185148"/>
                  </a:lnTo>
                  <a:lnTo>
                    <a:pt x="2940815" y="3185148"/>
                  </a:lnTo>
                  <a:lnTo>
                    <a:pt x="2941445" y="3184717"/>
                  </a:lnTo>
                  <a:lnTo>
                    <a:pt x="2941919" y="3184717"/>
                  </a:lnTo>
                  <a:lnTo>
                    <a:pt x="2942076" y="3184287"/>
                  </a:lnTo>
                  <a:lnTo>
                    <a:pt x="2942234" y="3183856"/>
                  </a:lnTo>
                  <a:lnTo>
                    <a:pt x="2942392" y="3183856"/>
                  </a:lnTo>
                  <a:lnTo>
                    <a:pt x="2942549" y="3183856"/>
                  </a:lnTo>
                  <a:lnTo>
                    <a:pt x="2942707" y="3183856"/>
                  </a:lnTo>
                  <a:lnTo>
                    <a:pt x="2943496" y="3182564"/>
                  </a:lnTo>
                  <a:lnTo>
                    <a:pt x="2943653" y="3182564"/>
                  </a:lnTo>
                  <a:lnTo>
                    <a:pt x="2943653" y="3182134"/>
                  </a:lnTo>
                  <a:lnTo>
                    <a:pt x="2943811" y="3182134"/>
                  </a:lnTo>
                  <a:lnTo>
                    <a:pt x="2943969" y="3182134"/>
                  </a:lnTo>
                  <a:lnTo>
                    <a:pt x="2944442" y="3182134"/>
                  </a:lnTo>
                  <a:lnTo>
                    <a:pt x="2945073" y="3182134"/>
                  </a:lnTo>
                  <a:lnTo>
                    <a:pt x="2945388" y="3182134"/>
                  </a:lnTo>
                  <a:lnTo>
                    <a:pt x="2945546" y="3182134"/>
                  </a:lnTo>
                  <a:lnTo>
                    <a:pt x="2945704" y="3181703"/>
                  </a:lnTo>
                  <a:lnTo>
                    <a:pt x="2946019" y="3181703"/>
                  </a:lnTo>
                  <a:lnTo>
                    <a:pt x="2946335" y="3181703"/>
                  </a:lnTo>
                  <a:lnTo>
                    <a:pt x="2946808" y="3181703"/>
                  </a:lnTo>
                  <a:lnTo>
                    <a:pt x="2947439" y="3180842"/>
                  </a:lnTo>
                  <a:lnTo>
                    <a:pt x="2947596" y="3180842"/>
                  </a:lnTo>
                  <a:lnTo>
                    <a:pt x="2948227" y="3179981"/>
                  </a:lnTo>
                  <a:lnTo>
                    <a:pt x="2948543" y="3179981"/>
                  </a:lnTo>
                  <a:lnTo>
                    <a:pt x="2948543" y="3179550"/>
                  </a:lnTo>
                  <a:lnTo>
                    <a:pt x="2948700" y="3179550"/>
                  </a:lnTo>
                  <a:lnTo>
                    <a:pt x="2948858" y="3179550"/>
                  </a:lnTo>
                  <a:lnTo>
                    <a:pt x="2949174" y="3179550"/>
                  </a:lnTo>
                  <a:lnTo>
                    <a:pt x="2949174" y="3179119"/>
                  </a:lnTo>
                  <a:lnTo>
                    <a:pt x="2949804" y="3178258"/>
                  </a:lnTo>
                  <a:lnTo>
                    <a:pt x="2950120" y="3178258"/>
                  </a:lnTo>
                  <a:lnTo>
                    <a:pt x="2950278" y="3178258"/>
                  </a:lnTo>
                  <a:lnTo>
                    <a:pt x="2950908" y="3178258"/>
                  </a:lnTo>
                  <a:lnTo>
                    <a:pt x="2951066" y="3178258"/>
                  </a:lnTo>
                  <a:lnTo>
                    <a:pt x="2951224" y="3178258"/>
                  </a:lnTo>
                  <a:lnTo>
                    <a:pt x="2951224" y="3177828"/>
                  </a:lnTo>
                  <a:lnTo>
                    <a:pt x="2951539" y="3177828"/>
                  </a:lnTo>
                  <a:lnTo>
                    <a:pt x="2951697" y="3177828"/>
                  </a:lnTo>
                  <a:lnTo>
                    <a:pt x="2951855" y="3177828"/>
                  </a:lnTo>
                  <a:lnTo>
                    <a:pt x="2952013" y="3177397"/>
                  </a:lnTo>
                  <a:lnTo>
                    <a:pt x="2952170" y="3177397"/>
                  </a:lnTo>
                  <a:lnTo>
                    <a:pt x="2952486" y="3176536"/>
                  </a:lnTo>
                  <a:lnTo>
                    <a:pt x="2952643" y="3173952"/>
                  </a:lnTo>
                  <a:lnTo>
                    <a:pt x="2952959" y="3173091"/>
                  </a:lnTo>
                  <a:lnTo>
                    <a:pt x="2953117" y="3173091"/>
                  </a:lnTo>
                  <a:lnTo>
                    <a:pt x="2953274" y="3173091"/>
                  </a:lnTo>
                  <a:lnTo>
                    <a:pt x="2953432" y="3173091"/>
                  </a:lnTo>
                  <a:lnTo>
                    <a:pt x="2953590" y="3173091"/>
                  </a:lnTo>
                  <a:lnTo>
                    <a:pt x="2953905" y="3173091"/>
                  </a:lnTo>
                  <a:lnTo>
                    <a:pt x="2954221" y="3172660"/>
                  </a:lnTo>
                  <a:lnTo>
                    <a:pt x="2954378" y="3172660"/>
                  </a:lnTo>
                  <a:lnTo>
                    <a:pt x="2954694" y="3172230"/>
                  </a:lnTo>
                  <a:lnTo>
                    <a:pt x="2954851" y="3172230"/>
                  </a:lnTo>
                  <a:lnTo>
                    <a:pt x="2955640" y="3170507"/>
                  </a:lnTo>
                  <a:lnTo>
                    <a:pt x="2955955" y="3170507"/>
                  </a:lnTo>
                  <a:lnTo>
                    <a:pt x="2956113" y="3170507"/>
                  </a:lnTo>
                  <a:lnTo>
                    <a:pt x="2956429" y="3170507"/>
                  </a:lnTo>
                  <a:lnTo>
                    <a:pt x="2956744" y="3170507"/>
                  </a:lnTo>
                  <a:lnTo>
                    <a:pt x="2956902" y="3170077"/>
                  </a:lnTo>
                  <a:lnTo>
                    <a:pt x="2957059" y="3170077"/>
                  </a:lnTo>
                  <a:lnTo>
                    <a:pt x="2957217" y="3170077"/>
                  </a:lnTo>
                  <a:lnTo>
                    <a:pt x="2957848" y="3169646"/>
                  </a:lnTo>
                  <a:lnTo>
                    <a:pt x="2958321" y="3169646"/>
                  </a:lnTo>
                  <a:lnTo>
                    <a:pt x="2958637" y="3169646"/>
                  </a:lnTo>
                  <a:lnTo>
                    <a:pt x="2958794" y="3169216"/>
                  </a:lnTo>
                  <a:lnTo>
                    <a:pt x="2958952" y="3168785"/>
                  </a:lnTo>
                  <a:lnTo>
                    <a:pt x="2959268" y="3168785"/>
                  </a:lnTo>
                  <a:lnTo>
                    <a:pt x="2959268" y="3168354"/>
                  </a:lnTo>
                  <a:lnTo>
                    <a:pt x="2959268" y="3167924"/>
                  </a:lnTo>
                  <a:lnTo>
                    <a:pt x="2959741" y="3167063"/>
                  </a:lnTo>
                  <a:lnTo>
                    <a:pt x="2959898" y="3167063"/>
                  </a:lnTo>
                  <a:lnTo>
                    <a:pt x="2960056" y="3167063"/>
                  </a:lnTo>
                  <a:lnTo>
                    <a:pt x="2961160" y="3167063"/>
                  </a:lnTo>
                  <a:lnTo>
                    <a:pt x="2961318" y="3167063"/>
                  </a:lnTo>
                  <a:lnTo>
                    <a:pt x="2961633" y="3167063"/>
                  </a:lnTo>
                  <a:lnTo>
                    <a:pt x="2961791" y="3167063"/>
                  </a:lnTo>
                  <a:lnTo>
                    <a:pt x="2962422" y="3166632"/>
                  </a:lnTo>
                  <a:lnTo>
                    <a:pt x="2962580" y="3166201"/>
                  </a:lnTo>
                  <a:lnTo>
                    <a:pt x="2962580" y="3165771"/>
                  </a:lnTo>
                  <a:lnTo>
                    <a:pt x="2962580" y="3164910"/>
                  </a:lnTo>
                  <a:lnTo>
                    <a:pt x="2962580" y="3164479"/>
                  </a:lnTo>
                  <a:lnTo>
                    <a:pt x="2962737" y="3164479"/>
                  </a:lnTo>
                  <a:lnTo>
                    <a:pt x="2962895" y="3163618"/>
                  </a:lnTo>
                  <a:lnTo>
                    <a:pt x="2963053" y="3162757"/>
                  </a:lnTo>
                  <a:lnTo>
                    <a:pt x="2963368" y="3162326"/>
                  </a:lnTo>
                  <a:lnTo>
                    <a:pt x="2963684" y="3161895"/>
                  </a:lnTo>
                  <a:lnTo>
                    <a:pt x="2963684" y="3161465"/>
                  </a:lnTo>
                  <a:lnTo>
                    <a:pt x="2963841" y="3161465"/>
                  </a:lnTo>
                  <a:lnTo>
                    <a:pt x="2964157" y="3161465"/>
                  </a:lnTo>
                  <a:lnTo>
                    <a:pt x="2965261" y="3161034"/>
                  </a:lnTo>
                  <a:lnTo>
                    <a:pt x="2965261" y="3160604"/>
                  </a:lnTo>
                  <a:lnTo>
                    <a:pt x="2965261" y="3160173"/>
                  </a:lnTo>
                  <a:lnTo>
                    <a:pt x="2965419" y="3160173"/>
                  </a:lnTo>
                  <a:lnTo>
                    <a:pt x="2965734" y="3160173"/>
                  </a:lnTo>
                  <a:lnTo>
                    <a:pt x="2965734" y="3159742"/>
                  </a:lnTo>
                  <a:lnTo>
                    <a:pt x="2965892" y="3159742"/>
                  </a:lnTo>
                  <a:lnTo>
                    <a:pt x="2966207" y="3159312"/>
                  </a:lnTo>
                  <a:lnTo>
                    <a:pt x="2966365" y="3159312"/>
                  </a:lnTo>
                  <a:lnTo>
                    <a:pt x="2966680" y="3158881"/>
                  </a:lnTo>
                  <a:lnTo>
                    <a:pt x="2966838" y="3158881"/>
                  </a:lnTo>
                  <a:lnTo>
                    <a:pt x="2967311" y="3158881"/>
                  </a:lnTo>
                  <a:lnTo>
                    <a:pt x="2967469" y="3158881"/>
                  </a:lnTo>
                  <a:lnTo>
                    <a:pt x="2967627" y="3158881"/>
                  </a:lnTo>
                  <a:lnTo>
                    <a:pt x="2967784" y="3158881"/>
                  </a:lnTo>
                  <a:lnTo>
                    <a:pt x="2968731" y="3158881"/>
                  </a:lnTo>
                  <a:lnTo>
                    <a:pt x="2968888" y="3158881"/>
                  </a:lnTo>
                  <a:lnTo>
                    <a:pt x="2969204" y="3158881"/>
                  </a:lnTo>
                  <a:lnTo>
                    <a:pt x="2969362" y="3157589"/>
                  </a:lnTo>
                  <a:lnTo>
                    <a:pt x="2969519" y="3157589"/>
                  </a:lnTo>
                  <a:lnTo>
                    <a:pt x="2969677" y="3157589"/>
                  </a:lnTo>
                  <a:lnTo>
                    <a:pt x="2970150" y="3157159"/>
                  </a:lnTo>
                  <a:lnTo>
                    <a:pt x="2970308" y="3156298"/>
                  </a:lnTo>
                  <a:lnTo>
                    <a:pt x="2970466" y="3156298"/>
                  </a:lnTo>
                  <a:lnTo>
                    <a:pt x="2970623" y="3156298"/>
                  </a:lnTo>
                  <a:lnTo>
                    <a:pt x="2970781" y="3155867"/>
                  </a:lnTo>
                  <a:lnTo>
                    <a:pt x="2970781" y="3155436"/>
                  </a:lnTo>
                  <a:lnTo>
                    <a:pt x="2970939" y="3155436"/>
                  </a:lnTo>
                  <a:lnTo>
                    <a:pt x="2970939" y="3155006"/>
                  </a:lnTo>
                  <a:lnTo>
                    <a:pt x="2971412" y="3155006"/>
                  </a:lnTo>
                  <a:lnTo>
                    <a:pt x="2971727" y="3155006"/>
                  </a:lnTo>
                  <a:lnTo>
                    <a:pt x="2971727" y="3154575"/>
                  </a:lnTo>
                  <a:lnTo>
                    <a:pt x="2972831" y="3153714"/>
                  </a:lnTo>
                  <a:lnTo>
                    <a:pt x="2973462" y="3153714"/>
                  </a:lnTo>
                  <a:lnTo>
                    <a:pt x="2974251" y="3152853"/>
                  </a:lnTo>
                  <a:lnTo>
                    <a:pt x="2974409" y="3152422"/>
                  </a:lnTo>
                  <a:lnTo>
                    <a:pt x="2974409" y="3151992"/>
                  </a:lnTo>
                  <a:lnTo>
                    <a:pt x="2974566" y="3151561"/>
                  </a:lnTo>
                  <a:lnTo>
                    <a:pt x="2974724" y="3151561"/>
                  </a:lnTo>
                  <a:lnTo>
                    <a:pt x="2974882" y="3151561"/>
                  </a:lnTo>
                  <a:lnTo>
                    <a:pt x="2975039" y="3151561"/>
                  </a:lnTo>
                  <a:lnTo>
                    <a:pt x="2975197" y="3151561"/>
                  </a:lnTo>
                  <a:lnTo>
                    <a:pt x="2975197" y="3151130"/>
                  </a:lnTo>
                  <a:lnTo>
                    <a:pt x="2975355" y="3151130"/>
                  </a:lnTo>
                  <a:lnTo>
                    <a:pt x="2975513" y="3151130"/>
                  </a:lnTo>
                  <a:lnTo>
                    <a:pt x="2975670" y="3151130"/>
                  </a:lnTo>
                  <a:lnTo>
                    <a:pt x="2976143" y="3150700"/>
                  </a:lnTo>
                  <a:lnTo>
                    <a:pt x="2976143" y="3150269"/>
                  </a:lnTo>
                  <a:lnTo>
                    <a:pt x="2976617" y="3150269"/>
                  </a:lnTo>
                  <a:lnTo>
                    <a:pt x="2976774" y="3149839"/>
                  </a:lnTo>
                  <a:lnTo>
                    <a:pt x="2976932" y="3149408"/>
                  </a:lnTo>
                  <a:lnTo>
                    <a:pt x="2977405" y="3148977"/>
                  </a:lnTo>
                  <a:lnTo>
                    <a:pt x="2977563" y="3148977"/>
                  </a:lnTo>
                  <a:lnTo>
                    <a:pt x="2977563" y="3148547"/>
                  </a:lnTo>
                  <a:lnTo>
                    <a:pt x="2977878" y="3148547"/>
                  </a:lnTo>
                  <a:lnTo>
                    <a:pt x="2978194" y="3148116"/>
                  </a:lnTo>
                  <a:lnTo>
                    <a:pt x="2978194" y="3147686"/>
                  </a:lnTo>
                  <a:lnTo>
                    <a:pt x="2978194" y="3147255"/>
                  </a:lnTo>
                  <a:lnTo>
                    <a:pt x="2978825" y="3146394"/>
                  </a:lnTo>
                  <a:lnTo>
                    <a:pt x="2978982" y="3146394"/>
                  </a:lnTo>
                  <a:lnTo>
                    <a:pt x="2979140" y="3146394"/>
                  </a:lnTo>
                  <a:lnTo>
                    <a:pt x="2979455" y="3145963"/>
                  </a:lnTo>
                  <a:lnTo>
                    <a:pt x="2980086" y="3145533"/>
                  </a:lnTo>
                  <a:lnTo>
                    <a:pt x="2980402" y="3145533"/>
                  </a:lnTo>
                  <a:lnTo>
                    <a:pt x="2980560" y="3145533"/>
                  </a:lnTo>
                  <a:lnTo>
                    <a:pt x="2980560" y="3144241"/>
                  </a:lnTo>
                  <a:lnTo>
                    <a:pt x="2980717" y="3143810"/>
                  </a:lnTo>
                  <a:lnTo>
                    <a:pt x="2980875" y="3143810"/>
                  </a:lnTo>
                  <a:lnTo>
                    <a:pt x="2981033" y="3143810"/>
                  </a:lnTo>
                  <a:lnTo>
                    <a:pt x="2981348" y="3143810"/>
                  </a:lnTo>
                  <a:lnTo>
                    <a:pt x="2981506" y="3143810"/>
                  </a:lnTo>
                  <a:lnTo>
                    <a:pt x="2981664" y="3143810"/>
                  </a:lnTo>
                  <a:lnTo>
                    <a:pt x="2981979" y="3143810"/>
                  </a:lnTo>
                  <a:lnTo>
                    <a:pt x="2981979" y="3143380"/>
                  </a:lnTo>
                  <a:lnTo>
                    <a:pt x="2982137" y="3143380"/>
                  </a:lnTo>
                  <a:lnTo>
                    <a:pt x="2982452" y="3143380"/>
                  </a:lnTo>
                  <a:lnTo>
                    <a:pt x="2982768" y="3143380"/>
                  </a:lnTo>
                  <a:lnTo>
                    <a:pt x="2982925" y="3143380"/>
                  </a:lnTo>
                  <a:lnTo>
                    <a:pt x="2983398" y="3143380"/>
                  </a:lnTo>
                  <a:lnTo>
                    <a:pt x="2983398" y="3142949"/>
                  </a:lnTo>
                  <a:lnTo>
                    <a:pt x="2983714" y="3142949"/>
                  </a:lnTo>
                  <a:lnTo>
                    <a:pt x="2983872" y="3142949"/>
                  </a:lnTo>
                  <a:lnTo>
                    <a:pt x="2984345" y="3142949"/>
                  </a:lnTo>
                  <a:lnTo>
                    <a:pt x="2984345" y="3142518"/>
                  </a:lnTo>
                  <a:lnTo>
                    <a:pt x="2984660" y="3142518"/>
                  </a:lnTo>
                  <a:lnTo>
                    <a:pt x="2984818" y="3142518"/>
                  </a:lnTo>
                  <a:lnTo>
                    <a:pt x="2984976" y="3142088"/>
                  </a:lnTo>
                  <a:lnTo>
                    <a:pt x="2985133" y="3142088"/>
                  </a:lnTo>
                  <a:lnTo>
                    <a:pt x="2985291" y="3142088"/>
                  </a:lnTo>
                  <a:lnTo>
                    <a:pt x="2985607" y="3142088"/>
                  </a:lnTo>
                  <a:lnTo>
                    <a:pt x="2985607" y="3141227"/>
                  </a:lnTo>
                  <a:lnTo>
                    <a:pt x="2985607" y="3140365"/>
                  </a:lnTo>
                  <a:lnTo>
                    <a:pt x="2985922" y="3139935"/>
                  </a:lnTo>
                  <a:lnTo>
                    <a:pt x="2986080" y="3139935"/>
                  </a:lnTo>
                  <a:lnTo>
                    <a:pt x="2986395" y="3139935"/>
                  </a:lnTo>
                  <a:lnTo>
                    <a:pt x="2986553" y="3139935"/>
                  </a:lnTo>
                  <a:lnTo>
                    <a:pt x="2986553" y="3139504"/>
                  </a:lnTo>
                  <a:lnTo>
                    <a:pt x="2986553" y="3139074"/>
                  </a:lnTo>
                  <a:lnTo>
                    <a:pt x="2986553" y="3138643"/>
                  </a:lnTo>
                  <a:lnTo>
                    <a:pt x="2987026" y="3138212"/>
                  </a:lnTo>
                  <a:lnTo>
                    <a:pt x="2990969" y="3132615"/>
                  </a:lnTo>
                  <a:lnTo>
                    <a:pt x="2991127" y="3132184"/>
                  </a:lnTo>
                  <a:lnTo>
                    <a:pt x="2991758" y="3132184"/>
                  </a:lnTo>
                  <a:lnTo>
                    <a:pt x="2992073" y="3131753"/>
                  </a:lnTo>
                  <a:lnTo>
                    <a:pt x="2992231" y="3131753"/>
                  </a:lnTo>
                  <a:lnTo>
                    <a:pt x="2992388" y="3131753"/>
                  </a:lnTo>
                  <a:lnTo>
                    <a:pt x="2992546" y="3131753"/>
                  </a:lnTo>
                  <a:lnTo>
                    <a:pt x="2993019" y="3131753"/>
                  </a:lnTo>
                  <a:lnTo>
                    <a:pt x="2993492" y="3131323"/>
                  </a:lnTo>
                  <a:lnTo>
                    <a:pt x="2993650" y="3131323"/>
                  </a:lnTo>
                  <a:lnTo>
                    <a:pt x="2993808" y="3131323"/>
                  </a:lnTo>
                  <a:lnTo>
                    <a:pt x="2994281" y="3130462"/>
                  </a:lnTo>
                  <a:lnTo>
                    <a:pt x="2994754" y="3129600"/>
                  </a:lnTo>
                  <a:lnTo>
                    <a:pt x="2994754" y="3129170"/>
                  </a:lnTo>
                  <a:lnTo>
                    <a:pt x="2995227" y="3129170"/>
                  </a:lnTo>
                  <a:lnTo>
                    <a:pt x="2995385" y="3129170"/>
                  </a:lnTo>
                  <a:lnTo>
                    <a:pt x="2995700" y="3128309"/>
                  </a:lnTo>
                  <a:lnTo>
                    <a:pt x="2995858" y="3128309"/>
                  </a:lnTo>
                  <a:lnTo>
                    <a:pt x="2995858" y="3127878"/>
                  </a:lnTo>
                  <a:lnTo>
                    <a:pt x="2996016" y="3127878"/>
                  </a:lnTo>
                  <a:lnTo>
                    <a:pt x="2996331" y="3127447"/>
                  </a:lnTo>
                  <a:lnTo>
                    <a:pt x="2996489" y="3127447"/>
                  </a:lnTo>
                  <a:lnTo>
                    <a:pt x="2996805" y="3127447"/>
                  </a:lnTo>
                  <a:lnTo>
                    <a:pt x="2996962" y="3127447"/>
                  </a:lnTo>
                  <a:lnTo>
                    <a:pt x="2997278" y="3126586"/>
                  </a:lnTo>
                  <a:lnTo>
                    <a:pt x="2998066" y="3126586"/>
                  </a:lnTo>
                  <a:lnTo>
                    <a:pt x="2998066" y="3126156"/>
                  </a:lnTo>
                  <a:lnTo>
                    <a:pt x="2998855" y="3125725"/>
                  </a:lnTo>
                  <a:lnTo>
                    <a:pt x="2999643" y="3125725"/>
                  </a:lnTo>
                  <a:lnTo>
                    <a:pt x="3000117" y="3125725"/>
                  </a:lnTo>
                  <a:lnTo>
                    <a:pt x="3000747" y="3125725"/>
                  </a:lnTo>
                  <a:lnTo>
                    <a:pt x="3000747" y="3125294"/>
                  </a:lnTo>
                  <a:lnTo>
                    <a:pt x="3001378" y="3125294"/>
                  </a:lnTo>
                  <a:lnTo>
                    <a:pt x="3001536" y="3125294"/>
                  </a:lnTo>
                  <a:lnTo>
                    <a:pt x="3001851" y="3125294"/>
                  </a:lnTo>
                  <a:lnTo>
                    <a:pt x="3002482" y="3124433"/>
                  </a:lnTo>
                  <a:lnTo>
                    <a:pt x="3002798" y="3124433"/>
                  </a:lnTo>
                  <a:lnTo>
                    <a:pt x="3003113" y="3124003"/>
                  </a:lnTo>
                  <a:lnTo>
                    <a:pt x="3003902" y="3123572"/>
                  </a:lnTo>
                  <a:lnTo>
                    <a:pt x="3004533" y="3123572"/>
                  </a:lnTo>
                  <a:lnTo>
                    <a:pt x="3004533" y="3123141"/>
                  </a:lnTo>
                  <a:lnTo>
                    <a:pt x="3004690" y="3123141"/>
                  </a:lnTo>
                  <a:lnTo>
                    <a:pt x="3004848" y="3122711"/>
                  </a:lnTo>
                  <a:lnTo>
                    <a:pt x="3004848" y="3122280"/>
                  </a:lnTo>
                  <a:lnTo>
                    <a:pt x="3005164" y="3122280"/>
                  </a:lnTo>
                  <a:lnTo>
                    <a:pt x="3005321" y="3122280"/>
                  </a:lnTo>
                  <a:lnTo>
                    <a:pt x="3005479" y="3120988"/>
                  </a:lnTo>
                  <a:lnTo>
                    <a:pt x="3005637" y="3120988"/>
                  </a:lnTo>
                  <a:lnTo>
                    <a:pt x="3005794" y="3120558"/>
                  </a:lnTo>
                  <a:lnTo>
                    <a:pt x="3005952" y="3120558"/>
                  </a:lnTo>
                  <a:lnTo>
                    <a:pt x="3006110" y="3120558"/>
                  </a:lnTo>
                  <a:lnTo>
                    <a:pt x="3006425" y="3120558"/>
                  </a:lnTo>
                  <a:lnTo>
                    <a:pt x="3006583" y="3120558"/>
                  </a:lnTo>
                  <a:lnTo>
                    <a:pt x="3007056" y="3120558"/>
                  </a:lnTo>
                  <a:lnTo>
                    <a:pt x="3007056" y="3120127"/>
                  </a:lnTo>
                  <a:lnTo>
                    <a:pt x="3007056" y="3119697"/>
                  </a:lnTo>
                  <a:lnTo>
                    <a:pt x="3007056" y="3118835"/>
                  </a:lnTo>
                  <a:lnTo>
                    <a:pt x="3007529" y="3118835"/>
                  </a:lnTo>
                  <a:lnTo>
                    <a:pt x="3007687" y="3118835"/>
                  </a:lnTo>
                  <a:lnTo>
                    <a:pt x="3007845" y="3118835"/>
                  </a:lnTo>
                  <a:lnTo>
                    <a:pt x="3008003" y="3118835"/>
                  </a:lnTo>
                  <a:lnTo>
                    <a:pt x="3008160" y="3118835"/>
                  </a:lnTo>
                  <a:lnTo>
                    <a:pt x="3008476" y="3118405"/>
                  </a:lnTo>
                  <a:lnTo>
                    <a:pt x="3008633" y="3118405"/>
                  </a:lnTo>
                  <a:lnTo>
                    <a:pt x="3009107" y="3118405"/>
                  </a:lnTo>
                  <a:lnTo>
                    <a:pt x="3009264" y="3118405"/>
                  </a:lnTo>
                  <a:lnTo>
                    <a:pt x="3010053" y="3117544"/>
                  </a:lnTo>
                  <a:lnTo>
                    <a:pt x="3010841" y="3117113"/>
                  </a:lnTo>
                  <a:lnTo>
                    <a:pt x="3010999" y="3115821"/>
                  </a:lnTo>
                  <a:lnTo>
                    <a:pt x="3011472" y="3115821"/>
                  </a:lnTo>
                  <a:lnTo>
                    <a:pt x="3011788" y="3115391"/>
                  </a:lnTo>
                  <a:lnTo>
                    <a:pt x="3012261" y="3113238"/>
                  </a:lnTo>
                  <a:lnTo>
                    <a:pt x="3012576" y="3112807"/>
                  </a:lnTo>
                  <a:lnTo>
                    <a:pt x="3012892" y="3111515"/>
                  </a:lnTo>
                  <a:lnTo>
                    <a:pt x="3013049" y="3111515"/>
                  </a:lnTo>
                  <a:lnTo>
                    <a:pt x="3013207" y="3111515"/>
                  </a:lnTo>
                  <a:lnTo>
                    <a:pt x="3013365" y="3111515"/>
                  </a:lnTo>
                  <a:lnTo>
                    <a:pt x="3013365" y="3111085"/>
                  </a:lnTo>
                  <a:lnTo>
                    <a:pt x="3013996" y="3110654"/>
                  </a:lnTo>
                  <a:lnTo>
                    <a:pt x="3014154" y="3109793"/>
                  </a:lnTo>
                  <a:lnTo>
                    <a:pt x="3014311" y="3109793"/>
                  </a:lnTo>
                  <a:lnTo>
                    <a:pt x="3014469" y="3109793"/>
                  </a:lnTo>
                  <a:lnTo>
                    <a:pt x="3014469" y="3109362"/>
                  </a:lnTo>
                  <a:lnTo>
                    <a:pt x="3014627" y="3109362"/>
                  </a:lnTo>
                  <a:lnTo>
                    <a:pt x="3014942" y="3109362"/>
                  </a:lnTo>
                  <a:lnTo>
                    <a:pt x="3015258" y="3109362"/>
                  </a:lnTo>
                  <a:lnTo>
                    <a:pt x="3015573" y="3109362"/>
                  </a:lnTo>
                  <a:lnTo>
                    <a:pt x="3015731" y="3109362"/>
                  </a:lnTo>
                  <a:lnTo>
                    <a:pt x="3016204" y="3109362"/>
                  </a:lnTo>
                  <a:lnTo>
                    <a:pt x="3016362" y="3109362"/>
                  </a:lnTo>
                  <a:lnTo>
                    <a:pt x="3016835" y="3106779"/>
                  </a:lnTo>
                  <a:lnTo>
                    <a:pt x="3017150" y="3106779"/>
                  </a:lnTo>
                  <a:lnTo>
                    <a:pt x="3017308" y="3106779"/>
                  </a:lnTo>
                  <a:lnTo>
                    <a:pt x="3017308" y="3106348"/>
                  </a:lnTo>
                  <a:lnTo>
                    <a:pt x="3017466" y="3105917"/>
                  </a:lnTo>
                  <a:lnTo>
                    <a:pt x="3017466" y="3105487"/>
                  </a:lnTo>
                  <a:lnTo>
                    <a:pt x="3017623" y="3105056"/>
                  </a:lnTo>
                  <a:lnTo>
                    <a:pt x="3018096" y="3105056"/>
                  </a:lnTo>
                  <a:lnTo>
                    <a:pt x="3018570" y="3105056"/>
                  </a:lnTo>
                  <a:lnTo>
                    <a:pt x="3018727" y="3105056"/>
                  </a:lnTo>
                  <a:lnTo>
                    <a:pt x="3019043" y="3105056"/>
                  </a:lnTo>
                  <a:lnTo>
                    <a:pt x="3019201" y="3105056"/>
                  </a:lnTo>
                  <a:lnTo>
                    <a:pt x="3019358" y="3105056"/>
                  </a:lnTo>
                  <a:lnTo>
                    <a:pt x="3019674" y="3105056"/>
                  </a:lnTo>
                  <a:lnTo>
                    <a:pt x="3019989" y="3104626"/>
                  </a:lnTo>
                  <a:lnTo>
                    <a:pt x="3020305" y="3104626"/>
                  </a:lnTo>
                  <a:lnTo>
                    <a:pt x="3020462" y="3103334"/>
                  </a:lnTo>
                  <a:lnTo>
                    <a:pt x="3020935" y="3103334"/>
                  </a:lnTo>
                  <a:lnTo>
                    <a:pt x="3021093" y="3103334"/>
                  </a:lnTo>
                  <a:lnTo>
                    <a:pt x="3021251" y="3103334"/>
                  </a:lnTo>
                  <a:lnTo>
                    <a:pt x="3021409" y="3103334"/>
                  </a:lnTo>
                  <a:lnTo>
                    <a:pt x="3021409" y="3102903"/>
                  </a:lnTo>
                  <a:lnTo>
                    <a:pt x="3021724" y="3102903"/>
                  </a:lnTo>
                  <a:lnTo>
                    <a:pt x="3021882" y="3102473"/>
                  </a:lnTo>
                  <a:lnTo>
                    <a:pt x="3022513" y="3100750"/>
                  </a:lnTo>
                  <a:lnTo>
                    <a:pt x="3022670" y="3100750"/>
                  </a:lnTo>
                  <a:lnTo>
                    <a:pt x="3022828" y="3100750"/>
                  </a:lnTo>
                  <a:lnTo>
                    <a:pt x="3022986" y="3100750"/>
                  </a:lnTo>
                  <a:lnTo>
                    <a:pt x="3022986" y="3100320"/>
                  </a:lnTo>
                  <a:lnTo>
                    <a:pt x="3022986" y="3099889"/>
                  </a:lnTo>
                  <a:lnTo>
                    <a:pt x="3023459" y="3099889"/>
                  </a:lnTo>
                  <a:lnTo>
                    <a:pt x="3023617" y="3099889"/>
                  </a:lnTo>
                  <a:lnTo>
                    <a:pt x="3023774" y="3099889"/>
                  </a:lnTo>
                  <a:lnTo>
                    <a:pt x="3023932" y="3099889"/>
                  </a:lnTo>
                  <a:lnTo>
                    <a:pt x="3024247" y="3099889"/>
                  </a:lnTo>
                  <a:lnTo>
                    <a:pt x="3024563" y="3099889"/>
                  </a:lnTo>
                  <a:lnTo>
                    <a:pt x="3024563" y="3099458"/>
                  </a:lnTo>
                  <a:lnTo>
                    <a:pt x="3024563" y="3099028"/>
                  </a:lnTo>
                  <a:lnTo>
                    <a:pt x="3024563" y="3098597"/>
                  </a:lnTo>
                  <a:lnTo>
                    <a:pt x="3024721" y="3098597"/>
                  </a:lnTo>
                  <a:lnTo>
                    <a:pt x="3024878" y="3098597"/>
                  </a:lnTo>
                  <a:lnTo>
                    <a:pt x="3025667" y="3097736"/>
                  </a:lnTo>
                  <a:lnTo>
                    <a:pt x="3025825" y="3097736"/>
                  </a:lnTo>
                  <a:lnTo>
                    <a:pt x="3026140" y="3097736"/>
                  </a:lnTo>
                  <a:lnTo>
                    <a:pt x="3026298" y="3097736"/>
                  </a:lnTo>
                  <a:lnTo>
                    <a:pt x="3026456" y="3097736"/>
                  </a:lnTo>
                  <a:lnTo>
                    <a:pt x="3026613" y="3097305"/>
                  </a:lnTo>
                  <a:lnTo>
                    <a:pt x="3026929" y="3097305"/>
                  </a:lnTo>
                  <a:lnTo>
                    <a:pt x="3027086" y="3097305"/>
                  </a:lnTo>
                  <a:lnTo>
                    <a:pt x="3028033" y="3096014"/>
                  </a:lnTo>
                  <a:lnTo>
                    <a:pt x="3028506" y="3095152"/>
                  </a:lnTo>
                  <a:lnTo>
                    <a:pt x="3028664" y="3095152"/>
                  </a:lnTo>
                  <a:lnTo>
                    <a:pt x="3029452" y="3093861"/>
                  </a:lnTo>
                  <a:lnTo>
                    <a:pt x="3029768" y="3092999"/>
                  </a:lnTo>
                  <a:lnTo>
                    <a:pt x="3029925" y="3092999"/>
                  </a:lnTo>
                  <a:lnTo>
                    <a:pt x="3030083" y="3092569"/>
                  </a:lnTo>
                  <a:lnTo>
                    <a:pt x="3030241" y="3092138"/>
                  </a:lnTo>
                  <a:lnTo>
                    <a:pt x="3030556" y="3091708"/>
                  </a:lnTo>
                  <a:lnTo>
                    <a:pt x="3030872" y="3090416"/>
                  </a:lnTo>
                  <a:lnTo>
                    <a:pt x="3031345" y="3090416"/>
                  </a:lnTo>
                  <a:lnTo>
                    <a:pt x="3031503" y="3090416"/>
                  </a:lnTo>
                  <a:lnTo>
                    <a:pt x="3031503" y="3089555"/>
                  </a:lnTo>
                  <a:lnTo>
                    <a:pt x="3031503" y="3089124"/>
                  </a:lnTo>
                  <a:lnTo>
                    <a:pt x="3031660" y="3089124"/>
                  </a:lnTo>
                  <a:lnTo>
                    <a:pt x="3031818" y="3089124"/>
                  </a:lnTo>
                  <a:lnTo>
                    <a:pt x="3031976" y="3088693"/>
                  </a:lnTo>
                  <a:lnTo>
                    <a:pt x="3032133" y="3088693"/>
                  </a:lnTo>
                  <a:lnTo>
                    <a:pt x="3032449" y="3087832"/>
                  </a:lnTo>
                  <a:lnTo>
                    <a:pt x="3032764" y="3087832"/>
                  </a:lnTo>
                  <a:lnTo>
                    <a:pt x="3032922" y="3087832"/>
                  </a:lnTo>
                  <a:lnTo>
                    <a:pt x="3033237" y="3087832"/>
                  </a:lnTo>
                  <a:lnTo>
                    <a:pt x="3033395" y="3086971"/>
                  </a:lnTo>
                  <a:lnTo>
                    <a:pt x="3033395" y="3086540"/>
                  </a:lnTo>
                  <a:lnTo>
                    <a:pt x="3033553" y="3086540"/>
                  </a:lnTo>
                  <a:lnTo>
                    <a:pt x="3033868" y="3086110"/>
                  </a:lnTo>
                  <a:lnTo>
                    <a:pt x="3034026" y="3086110"/>
                  </a:lnTo>
                  <a:lnTo>
                    <a:pt x="3034499" y="3085679"/>
                  </a:lnTo>
                  <a:lnTo>
                    <a:pt x="3034815" y="3085679"/>
                  </a:lnTo>
                  <a:lnTo>
                    <a:pt x="3034972" y="3085679"/>
                  </a:lnTo>
                  <a:lnTo>
                    <a:pt x="3035445" y="3085679"/>
                  </a:lnTo>
                  <a:lnTo>
                    <a:pt x="3035761" y="3084818"/>
                  </a:lnTo>
                  <a:lnTo>
                    <a:pt x="3035761" y="3084387"/>
                  </a:lnTo>
                  <a:lnTo>
                    <a:pt x="3036076" y="3084387"/>
                  </a:lnTo>
                  <a:lnTo>
                    <a:pt x="3036707" y="3084387"/>
                  </a:lnTo>
                  <a:lnTo>
                    <a:pt x="3037023" y="3084387"/>
                  </a:lnTo>
                  <a:lnTo>
                    <a:pt x="3037180" y="3084387"/>
                  </a:lnTo>
                  <a:lnTo>
                    <a:pt x="3037338" y="3084387"/>
                  </a:lnTo>
                  <a:lnTo>
                    <a:pt x="3037969" y="3083526"/>
                  </a:lnTo>
                  <a:lnTo>
                    <a:pt x="3038127" y="3083526"/>
                  </a:lnTo>
                  <a:lnTo>
                    <a:pt x="3038284" y="3083526"/>
                  </a:lnTo>
                  <a:lnTo>
                    <a:pt x="3038284" y="3083096"/>
                  </a:lnTo>
                  <a:lnTo>
                    <a:pt x="3038442" y="3083096"/>
                  </a:lnTo>
                  <a:lnTo>
                    <a:pt x="3038600" y="3083096"/>
                  </a:lnTo>
                  <a:lnTo>
                    <a:pt x="3038915" y="3082234"/>
                  </a:lnTo>
                  <a:lnTo>
                    <a:pt x="3039231" y="3082234"/>
                  </a:lnTo>
                  <a:lnTo>
                    <a:pt x="3039231" y="3081804"/>
                  </a:lnTo>
                  <a:lnTo>
                    <a:pt x="3039388" y="3081804"/>
                  </a:lnTo>
                  <a:lnTo>
                    <a:pt x="3039546" y="3081804"/>
                  </a:lnTo>
                  <a:lnTo>
                    <a:pt x="3039862" y="3080943"/>
                  </a:lnTo>
                  <a:lnTo>
                    <a:pt x="3039862" y="3080512"/>
                  </a:lnTo>
                  <a:lnTo>
                    <a:pt x="3040335" y="3080081"/>
                  </a:lnTo>
                  <a:lnTo>
                    <a:pt x="3040808" y="3078359"/>
                  </a:lnTo>
                  <a:lnTo>
                    <a:pt x="3040966" y="3078359"/>
                  </a:lnTo>
                  <a:lnTo>
                    <a:pt x="3041281" y="3078359"/>
                  </a:lnTo>
                  <a:lnTo>
                    <a:pt x="3041754" y="3078359"/>
                  </a:lnTo>
                  <a:lnTo>
                    <a:pt x="3042227" y="3078359"/>
                  </a:lnTo>
                  <a:lnTo>
                    <a:pt x="3042701" y="3078359"/>
                  </a:lnTo>
                  <a:lnTo>
                    <a:pt x="3042858" y="3078359"/>
                  </a:lnTo>
                  <a:lnTo>
                    <a:pt x="3042858" y="3077928"/>
                  </a:lnTo>
                  <a:lnTo>
                    <a:pt x="3043016" y="3077928"/>
                  </a:lnTo>
                  <a:lnTo>
                    <a:pt x="3043174" y="3077928"/>
                  </a:lnTo>
                  <a:lnTo>
                    <a:pt x="3043331" y="3077928"/>
                  </a:lnTo>
                  <a:lnTo>
                    <a:pt x="3043647" y="3077928"/>
                  </a:lnTo>
                  <a:lnTo>
                    <a:pt x="3043962" y="3077067"/>
                  </a:lnTo>
                  <a:lnTo>
                    <a:pt x="3044278" y="3076206"/>
                  </a:lnTo>
                  <a:lnTo>
                    <a:pt x="3044278" y="3075775"/>
                  </a:lnTo>
                  <a:lnTo>
                    <a:pt x="3045066" y="3074914"/>
                  </a:lnTo>
                  <a:lnTo>
                    <a:pt x="3045224" y="3074914"/>
                  </a:lnTo>
                  <a:lnTo>
                    <a:pt x="3045382" y="3074484"/>
                  </a:lnTo>
                  <a:lnTo>
                    <a:pt x="3045855" y="3074484"/>
                  </a:lnTo>
                  <a:lnTo>
                    <a:pt x="3046170" y="3074053"/>
                  </a:lnTo>
                  <a:lnTo>
                    <a:pt x="3046328" y="3074053"/>
                  </a:lnTo>
                  <a:lnTo>
                    <a:pt x="3046486" y="3074053"/>
                  </a:lnTo>
                  <a:lnTo>
                    <a:pt x="3046486" y="3073622"/>
                  </a:lnTo>
                  <a:lnTo>
                    <a:pt x="3046959" y="3072761"/>
                  </a:lnTo>
                  <a:lnTo>
                    <a:pt x="3046959" y="3072331"/>
                  </a:lnTo>
                  <a:lnTo>
                    <a:pt x="3047748" y="3072331"/>
                  </a:lnTo>
                  <a:lnTo>
                    <a:pt x="3047905" y="3072331"/>
                  </a:lnTo>
                  <a:lnTo>
                    <a:pt x="3048221" y="3071900"/>
                  </a:lnTo>
                  <a:lnTo>
                    <a:pt x="3048378" y="3071900"/>
                  </a:lnTo>
                  <a:lnTo>
                    <a:pt x="3049009" y="3071900"/>
                  </a:lnTo>
                  <a:lnTo>
                    <a:pt x="3049325" y="3071900"/>
                  </a:lnTo>
                  <a:lnTo>
                    <a:pt x="3049325" y="3071469"/>
                  </a:lnTo>
                  <a:lnTo>
                    <a:pt x="3049798" y="3071469"/>
                  </a:lnTo>
                  <a:lnTo>
                    <a:pt x="3049956" y="3071469"/>
                  </a:lnTo>
                  <a:lnTo>
                    <a:pt x="3050113" y="3071469"/>
                  </a:lnTo>
                  <a:lnTo>
                    <a:pt x="3050271" y="3071469"/>
                  </a:lnTo>
                  <a:lnTo>
                    <a:pt x="3050429" y="3071039"/>
                  </a:lnTo>
                  <a:lnTo>
                    <a:pt x="3050902" y="3069747"/>
                  </a:lnTo>
                  <a:lnTo>
                    <a:pt x="3051375" y="3069316"/>
                  </a:lnTo>
                  <a:lnTo>
                    <a:pt x="3052006" y="3069316"/>
                  </a:lnTo>
                  <a:lnTo>
                    <a:pt x="3052006" y="3068886"/>
                  </a:lnTo>
                  <a:lnTo>
                    <a:pt x="3052321" y="3067594"/>
                  </a:lnTo>
                  <a:lnTo>
                    <a:pt x="3052952" y="3067163"/>
                  </a:lnTo>
                  <a:lnTo>
                    <a:pt x="3052952" y="3066733"/>
                  </a:lnTo>
                  <a:lnTo>
                    <a:pt x="3053110" y="3066733"/>
                  </a:lnTo>
                  <a:lnTo>
                    <a:pt x="3053268" y="3066733"/>
                  </a:lnTo>
                  <a:lnTo>
                    <a:pt x="3053425" y="3066733"/>
                  </a:lnTo>
                  <a:lnTo>
                    <a:pt x="3053425" y="3066302"/>
                  </a:lnTo>
                  <a:lnTo>
                    <a:pt x="3053425" y="3065872"/>
                  </a:lnTo>
                  <a:lnTo>
                    <a:pt x="3054214" y="3064149"/>
                  </a:lnTo>
                  <a:lnTo>
                    <a:pt x="3054372" y="3064149"/>
                  </a:lnTo>
                  <a:lnTo>
                    <a:pt x="3054372" y="3063288"/>
                  </a:lnTo>
                  <a:lnTo>
                    <a:pt x="3055003" y="3063288"/>
                  </a:lnTo>
                  <a:lnTo>
                    <a:pt x="3055160" y="3063288"/>
                  </a:lnTo>
                  <a:lnTo>
                    <a:pt x="3055318" y="3062857"/>
                  </a:lnTo>
                  <a:lnTo>
                    <a:pt x="3055318" y="3062427"/>
                  </a:lnTo>
                  <a:lnTo>
                    <a:pt x="3055318" y="3061996"/>
                  </a:lnTo>
                  <a:lnTo>
                    <a:pt x="3055476" y="3061996"/>
                  </a:lnTo>
                  <a:lnTo>
                    <a:pt x="3055633" y="3061996"/>
                  </a:lnTo>
                  <a:lnTo>
                    <a:pt x="3055633" y="3061566"/>
                  </a:lnTo>
                  <a:lnTo>
                    <a:pt x="3056264" y="3061566"/>
                  </a:lnTo>
                  <a:lnTo>
                    <a:pt x="3056580" y="3061566"/>
                  </a:lnTo>
                  <a:lnTo>
                    <a:pt x="3056737" y="3061566"/>
                  </a:lnTo>
                  <a:lnTo>
                    <a:pt x="3056895" y="3061566"/>
                  </a:lnTo>
                  <a:lnTo>
                    <a:pt x="3057211" y="3061566"/>
                  </a:lnTo>
                  <a:lnTo>
                    <a:pt x="3057368" y="3061566"/>
                  </a:lnTo>
                  <a:lnTo>
                    <a:pt x="3057526" y="3061566"/>
                  </a:lnTo>
                  <a:lnTo>
                    <a:pt x="3057841" y="3061566"/>
                  </a:lnTo>
                  <a:lnTo>
                    <a:pt x="3058315" y="3061566"/>
                  </a:lnTo>
                  <a:lnTo>
                    <a:pt x="3058630" y="3061566"/>
                  </a:lnTo>
                  <a:lnTo>
                    <a:pt x="3058946" y="3061566"/>
                  </a:lnTo>
                  <a:lnTo>
                    <a:pt x="3059103" y="3061566"/>
                  </a:lnTo>
                  <a:lnTo>
                    <a:pt x="3059261" y="3061566"/>
                  </a:lnTo>
                  <a:lnTo>
                    <a:pt x="3059892" y="3061566"/>
                  </a:lnTo>
                  <a:lnTo>
                    <a:pt x="3060207" y="3061135"/>
                  </a:lnTo>
                  <a:lnTo>
                    <a:pt x="3060365" y="3061135"/>
                  </a:lnTo>
                  <a:lnTo>
                    <a:pt x="3060680" y="3060704"/>
                  </a:lnTo>
                  <a:lnTo>
                    <a:pt x="3061154" y="3059413"/>
                  </a:lnTo>
                  <a:lnTo>
                    <a:pt x="3061311" y="3059413"/>
                  </a:lnTo>
                  <a:lnTo>
                    <a:pt x="3061469" y="3058982"/>
                  </a:lnTo>
                  <a:lnTo>
                    <a:pt x="3061942" y="3058982"/>
                  </a:lnTo>
                  <a:lnTo>
                    <a:pt x="3062100" y="3057690"/>
                  </a:lnTo>
                  <a:lnTo>
                    <a:pt x="3062573" y="3057260"/>
                  </a:lnTo>
                  <a:lnTo>
                    <a:pt x="3062731" y="3057260"/>
                  </a:lnTo>
                  <a:lnTo>
                    <a:pt x="3063046" y="3057260"/>
                  </a:lnTo>
                  <a:lnTo>
                    <a:pt x="3063992" y="3056829"/>
                  </a:lnTo>
                  <a:lnTo>
                    <a:pt x="3064150" y="3056829"/>
                  </a:lnTo>
                  <a:lnTo>
                    <a:pt x="3064466" y="3056829"/>
                  </a:lnTo>
                  <a:lnTo>
                    <a:pt x="3064623" y="3056829"/>
                  </a:lnTo>
                  <a:lnTo>
                    <a:pt x="3064939" y="3056829"/>
                  </a:lnTo>
                  <a:lnTo>
                    <a:pt x="3066043" y="3056398"/>
                  </a:lnTo>
                  <a:lnTo>
                    <a:pt x="3066201" y="3056398"/>
                  </a:lnTo>
                  <a:lnTo>
                    <a:pt x="3066516" y="3056398"/>
                  </a:lnTo>
                  <a:lnTo>
                    <a:pt x="3066674" y="3056398"/>
                  </a:lnTo>
                  <a:lnTo>
                    <a:pt x="3066831" y="3056398"/>
                  </a:lnTo>
                  <a:lnTo>
                    <a:pt x="3066831" y="3055968"/>
                  </a:lnTo>
                  <a:lnTo>
                    <a:pt x="3067147" y="3055968"/>
                  </a:lnTo>
                  <a:lnTo>
                    <a:pt x="3067620" y="3055537"/>
                  </a:lnTo>
                  <a:lnTo>
                    <a:pt x="3067778" y="3055537"/>
                  </a:lnTo>
                  <a:lnTo>
                    <a:pt x="3068251" y="3055107"/>
                  </a:lnTo>
                  <a:lnTo>
                    <a:pt x="3068882" y="3052954"/>
                  </a:lnTo>
                  <a:lnTo>
                    <a:pt x="3069039" y="3052954"/>
                  </a:lnTo>
                  <a:lnTo>
                    <a:pt x="3069355" y="3052954"/>
                  </a:lnTo>
                  <a:lnTo>
                    <a:pt x="3069355" y="3052523"/>
                  </a:lnTo>
                  <a:lnTo>
                    <a:pt x="3069513" y="3052092"/>
                  </a:lnTo>
                  <a:lnTo>
                    <a:pt x="3069986" y="3052092"/>
                  </a:lnTo>
                  <a:lnTo>
                    <a:pt x="3070144" y="3052092"/>
                  </a:lnTo>
                  <a:lnTo>
                    <a:pt x="3070932" y="3052092"/>
                  </a:lnTo>
                  <a:lnTo>
                    <a:pt x="3071090" y="3052092"/>
                  </a:lnTo>
                  <a:lnTo>
                    <a:pt x="3071090" y="3051662"/>
                  </a:lnTo>
                  <a:lnTo>
                    <a:pt x="3071248" y="3051231"/>
                  </a:lnTo>
                  <a:lnTo>
                    <a:pt x="3071405" y="3050801"/>
                  </a:lnTo>
                  <a:lnTo>
                    <a:pt x="3071405" y="3050370"/>
                  </a:lnTo>
                  <a:lnTo>
                    <a:pt x="3071563" y="3050370"/>
                  </a:lnTo>
                  <a:lnTo>
                    <a:pt x="3071878" y="3050370"/>
                  </a:lnTo>
                  <a:lnTo>
                    <a:pt x="3072036" y="3050370"/>
                  </a:lnTo>
                  <a:lnTo>
                    <a:pt x="3072352" y="3049939"/>
                  </a:lnTo>
                  <a:lnTo>
                    <a:pt x="3072352" y="3049509"/>
                  </a:lnTo>
                  <a:lnTo>
                    <a:pt x="3072509" y="3049509"/>
                  </a:lnTo>
                  <a:lnTo>
                    <a:pt x="3072667" y="3049078"/>
                  </a:lnTo>
                  <a:lnTo>
                    <a:pt x="3072825" y="3049078"/>
                  </a:lnTo>
                  <a:lnTo>
                    <a:pt x="3072982" y="3048648"/>
                  </a:lnTo>
                  <a:lnTo>
                    <a:pt x="3073140" y="3047786"/>
                  </a:lnTo>
                  <a:lnTo>
                    <a:pt x="3073140" y="3047356"/>
                  </a:lnTo>
                  <a:lnTo>
                    <a:pt x="3073298" y="3047356"/>
                  </a:lnTo>
                  <a:lnTo>
                    <a:pt x="3073613" y="3047356"/>
                  </a:lnTo>
                  <a:lnTo>
                    <a:pt x="3073929" y="3047356"/>
                  </a:lnTo>
                  <a:lnTo>
                    <a:pt x="3074086" y="3047356"/>
                  </a:lnTo>
                  <a:lnTo>
                    <a:pt x="3074244" y="3047356"/>
                  </a:lnTo>
                  <a:lnTo>
                    <a:pt x="3074717" y="3047356"/>
                  </a:lnTo>
                  <a:lnTo>
                    <a:pt x="3074717" y="3046925"/>
                  </a:lnTo>
                  <a:lnTo>
                    <a:pt x="3074875" y="3046925"/>
                  </a:lnTo>
                  <a:lnTo>
                    <a:pt x="3075190" y="3046925"/>
                  </a:lnTo>
                  <a:lnTo>
                    <a:pt x="3075506" y="3046495"/>
                  </a:lnTo>
                  <a:lnTo>
                    <a:pt x="3075664" y="3046495"/>
                  </a:lnTo>
                  <a:lnTo>
                    <a:pt x="3075979" y="3046064"/>
                  </a:lnTo>
                  <a:lnTo>
                    <a:pt x="3076137" y="3046064"/>
                  </a:lnTo>
                  <a:lnTo>
                    <a:pt x="3076452" y="3046064"/>
                  </a:lnTo>
                  <a:lnTo>
                    <a:pt x="3076610" y="3046064"/>
                  </a:lnTo>
                  <a:lnTo>
                    <a:pt x="3076925" y="3045633"/>
                  </a:lnTo>
                  <a:lnTo>
                    <a:pt x="3077083" y="3045633"/>
                  </a:lnTo>
                  <a:lnTo>
                    <a:pt x="3077399" y="3045203"/>
                  </a:lnTo>
                  <a:lnTo>
                    <a:pt x="3078187" y="3044342"/>
                  </a:lnTo>
                  <a:lnTo>
                    <a:pt x="3078345" y="3044342"/>
                  </a:lnTo>
                  <a:lnTo>
                    <a:pt x="3078503" y="3044342"/>
                  </a:lnTo>
                  <a:lnTo>
                    <a:pt x="3078818" y="3044342"/>
                  </a:lnTo>
                  <a:lnTo>
                    <a:pt x="3078818" y="3043911"/>
                  </a:lnTo>
                  <a:lnTo>
                    <a:pt x="3078976" y="3043911"/>
                  </a:lnTo>
                  <a:lnTo>
                    <a:pt x="3078976" y="3043480"/>
                  </a:lnTo>
                  <a:lnTo>
                    <a:pt x="3079133" y="3043480"/>
                  </a:lnTo>
                  <a:lnTo>
                    <a:pt x="3079449" y="3042619"/>
                  </a:lnTo>
                  <a:lnTo>
                    <a:pt x="3079607" y="3042619"/>
                  </a:lnTo>
                  <a:lnTo>
                    <a:pt x="3079922" y="3042619"/>
                  </a:lnTo>
                  <a:lnTo>
                    <a:pt x="3080080" y="3042619"/>
                  </a:lnTo>
                  <a:lnTo>
                    <a:pt x="3080237" y="3042619"/>
                  </a:lnTo>
                  <a:lnTo>
                    <a:pt x="3080395" y="3042189"/>
                  </a:lnTo>
                  <a:lnTo>
                    <a:pt x="3080711" y="3041758"/>
                  </a:lnTo>
                  <a:lnTo>
                    <a:pt x="3081026" y="3041758"/>
                  </a:lnTo>
                  <a:lnTo>
                    <a:pt x="3081026" y="3040897"/>
                  </a:lnTo>
                  <a:lnTo>
                    <a:pt x="3081342" y="3039605"/>
                  </a:lnTo>
                  <a:lnTo>
                    <a:pt x="3081657" y="3039174"/>
                  </a:lnTo>
                  <a:lnTo>
                    <a:pt x="3082288" y="3039174"/>
                  </a:lnTo>
                  <a:lnTo>
                    <a:pt x="3082446" y="3039174"/>
                  </a:lnTo>
                  <a:lnTo>
                    <a:pt x="3083076" y="3039174"/>
                  </a:lnTo>
                  <a:lnTo>
                    <a:pt x="3083234" y="3039174"/>
                  </a:lnTo>
                  <a:lnTo>
                    <a:pt x="3083707" y="3038744"/>
                  </a:lnTo>
                  <a:lnTo>
                    <a:pt x="3084023" y="3038313"/>
                  </a:lnTo>
                  <a:lnTo>
                    <a:pt x="3084180" y="3037883"/>
                  </a:lnTo>
                  <a:lnTo>
                    <a:pt x="3084338" y="3037883"/>
                  </a:lnTo>
                  <a:lnTo>
                    <a:pt x="3084496" y="3037883"/>
                  </a:lnTo>
                  <a:lnTo>
                    <a:pt x="3084654" y="3037883"/>
                  </a:lnTo>
                  <a:lnTo>
                    <a:pt x="3084811" y="3037883"/>
                  </a:lnTo>
                  <a:lnTo>
                    <a:pt x="3084969" y="3037883"/>
                  </a:lnTo>
                  <a:lnTo>
                    <a:pt x="3085127" y="3037452"/>
                  </a:lnTo>
                  <a:lnTo>
                    <a:pt x="3085284" y="3037452"/>
                  </a:lnTo>
                  <a:lnTo>
                    <a:pt x="3085442" y="3037452"/>
                  </a:lnTo>
                  <a:lnTo>
                    <a:pt x="3085600" y="3037452"/>
                  </a:lnTo>
                  <a:lnTo>
                    <a:pt x="3085600" y="3036591"/>
                  </a:lnTo>
                  <a:lnTo>
                    <a:pt x="3085758" y="3036591"/>
                  </a:lnTo>
                  <a:lnTo>
                    <a:pt x="3085915" y="3036591"/>
                  </a:lnTo>
                  <a:lnTo>
                    <a:pt x="3086231" y="3036591"/>
                  </a:lnTo>
                  <a:lnTo>
                    <a:pt x="3086388" y="3036591"/>
                  </a:lnTo>
                  <a:lnTo>
                    <a:pt x="3086388" y="3035730"/>
                  </a:lnTo>
                  <a:lnTo>
                    <a:pt x="3086862" y="3035730"/>
                  </a:lnTo>
                  <a:lnTo>
                    <a:pt x="3087019" y="3035299"/>
                  </a:lnTo>
                  <a:lnTo>
                    <a:pt x="3087177" y="3035299"/>
                  </a:lnTo>
                  <a:lnTo>
                    <a:pt x="3087335" y="3035299"/>
                  </a:lnTo>
                  <a:lnTo>
                    <a:pt x="3088912" y="3031424"/>
                  </a:lnTo>
                  <a:lnTo>
                    <a:pt x="3089385" y="3030993"/>
                  </a:lnTo>
                  <a:lnTo>
                    <a:pt x="3089385" y="3030562"/>
                  </a:lnTo>
                  <a:lnTo>
                    <a:pt x="3089543" y="3030562"/>
                  </a:lnTo>
                  <a:lnTo>
                    <a:pt x="3089701" y="3030562"/>
                  </a:lnTo>
                  <a:lnTo>
                    <a:pt x="3089858" y="3030562"/>
                  </a:lnTo>
                  <a:lnTo>
                    <a:pt x="3089858" y="3030132"/>
                  </a:lnTo>
                  <a:lnTo>
                    <a:pt x="3090805" y="3030132"/>
                  </a:lnTo>
                  <a:lnTo>
                    <a:pt x="3090805" y="3029701"/>
                  </a:lnTo>
                  <a:lnTo>
                    <a:pt x="3091278" y="3029701"/>
                  </a:lnTo>
                  <a:lnTo>
                    <a:pt x="3091435" y="3029701"/>
                  </a:lnTo>
                  <a:lnTo>
                    <a:pt x="3091593" y="3029271"/>
                  </a:lnTo>
                  <a:lnTo>
                    <a:pt x="3091593" y="3028840"/>
                  </a:lnTo>
                  <a:lnTo>
                    <a:pt x="3091751" y="3028840"/>
                  </a:lnTo>
                  <a:lnTo>
                    <a:pt x="3091909" y="3028840"/>
                  </a:lnTo>
                  <a:lnTo>
                    <a:pt x="3092066" y="3028840"/>
                  </a:lnTo>
                  <a:lnTo>
                    <a:pt x="3092224" y="3028840"/>
                  </a:lnTo>
                  <a:lnTo>
                    <a:pt x="3092539" y="3028840"/>
                  </a:lnTo>
                  <a:lnTo>
                    <a:pt x="3092697" y="3027979"/>
                  </a:lnTo>
                  <a:lnTo>
                    <a:pt x="3093170" y="3027548"/>
                  </a:lnTo>
                  <a:lnTo>
                    <a:pt x="3093801" y="3027548"/>
                  </a:lnTo>
                  <a:lnTo>
                    <a:pt x="3094117" y="3027548"/>
                  </a:lnTo>
                  <a:lnTo>
                    <a:pt x="3094432" y="3027548"/>
                  </a:lnTo>
                  <a:lnTo>
                    <a:pt x="3094590" y="3027548"/>
                  </a:lnTo>
                  <a:lnTo>
                    <a:pt x="3094748" y="3027548"/>
                  </a:lnTo>
                  <a:lnTo>
                    <a:pt x="3095063" y="3027118"/>
                  </a:lnTo>
                  <a:lnTo>
                    <a:pt x="3095221" y="3026256"/>
                  </a:lnTo>
                  <a:lnTo>
                    <a:pt x="3095694" y="3025826"/>
                  </a:lnTo>
                  <a:lnTo>
                    <a:pt x="3096325" y="3025826"/>
                  </a:lnTo>
                  <a:lnTo>
                    <a:pt x="3096640" y="3025826"/>
                  </a:lnTo>
                  <a:lnTo>
                    <a:pt x="3096640" y="3024965"/>
                  </a:lnTo>
                  <a:lnTo>
                    <a:pt x="3096956" y="3024965"/>
                  </a:lnTo>
                  <a:lnTo>
                    <a:pt x="3097113" y="3024965"/>
                  </a:lnTo>
                  <a:lnTo>
                    <a:pt x="3097271" y="3024965"/>
                  </a:lnTo>
                  <a:lnTo>
                    <a:pt x="3097429" y="3024965"/>
                  </a:lnTo>
                  <a:lnTo>
                    <a:pt x="3097902" y="3024965"/>
                  </a:lnTo>
                  <a:lnTo>
                    <a:pt x="3097902" y="3024534"/>
                  </a:lnTo>
                  <a:lnTo>
                    <a:pt x="3097902" y="3024103"/>
                  </a:lnTo>
                  <a:lnTo>
                    <a:pt x="3097902" y="3023673"/>
                  </a:lnTo>
                  <a:lnTo>
                    <a:pt x="3098060" y="3023673"/>
                  </a:lnTo>
                  <a:lnTo>
                    <a:pt x="3098217" y="3022381"/>
                  </a:lnTo>
                  <a:lnTo>
                    <a:pt x="3098848" y="3021950"/>
                  </a:lnTo>
                  <a:lnTo>
                    <a:pt x="3099006" y="3021950"/>
                  </a:lnTo>
                  <a:lnTo>
                    <a:pt x="3099321" y="3021950"/>
                  </a:lnTo>
                  <a:lnTo>
                    <a:pt x="3099479" y="3021950"/>
                  </a:lnTo>
                  <a:lnTo>
                    <a:pt x="3099637" y="3021520"/>
                  </a:lnTo>
                  <a:lnTo>
                    <a:pt x="3099795" y="3021089"/>
                  </a:lnTo>
                  <a:lnTo>
                    <a:pt x="3099952" y="3021089"/>
                  </a:lnTo>
                  <a:lnTo>
                    <a:pt x="3100110" y="3021089"/>
                  </a:lnTo>
                  <a:lnTo>
                    <a:pt x="3100425" y="3019797"/>
                  </a:lnTo>
                  <a:lnTo>
                    <a:pt x="3100741" y="3019797"/>
                  </a:lnTo>
                  <a:lnTo>
                    <a:pt x="3100899" y="3019367"/>
                  </a:lnTo>
                  <a:lnTo>
                    <a:pt x="3102003" y="3018506"/>
                  </a:lnTo>
                  <a:lnTo>
                    <a:pt x="3102160" y="3018506"/>
                  </a:lnTo>
                  <a:lnTo>
                    <a:pt x="3102318" y="3018506"/>
                  </a:lnTo>
                  <a:lnTo>
                    <a:pt x="3102476" y="3018506"/>
                  </a:lnTo>
                  <a:lnTo>
                    <a:pt x="3102476" y="3018075"/>
                  </a:lnTo>
                  <a:lnTo>
                    <a:pt x="3102633" y="3018075"/>
                  </a:lnTo>
                  <a:lnTo>
                    <a:pt x="3102791" y="3018075"/>
                  </a:lnTo>
                  <a:lnTo>
                    <a:pt x="3102949" y="3018075"/>
                  </a:lnTo>
                  <a:lnTo>
                    <a:pt x="3103580" y="3017644"/>
                  </a:lnTo>
                  <a:lnTo>
                    <a:pt x="3103895" y="3017644"/>
                  </a:lnTo>
                  <a:lnTo>
                    <a:pt x="3104211" y="3017644"/>
                  </a:lnTo>
                  <a:lnTo>
                    <a:pt x="3104526" y="3017214"/>
                  </a:lnTo>
                  <a:lnTo>
                    <a:pt x="3104684" y="3016353"/>
                  </a:lnTo>
                  <a:lnTo>
                    <a:pt x="3104684" y="3015922"/>
                  </a:lnTo>
                  <a:lnTo>
                    <a:pt x="3104842" y="3015922"/>
                  </a:lnTo>
                  <a:lnTo>
                    <a:pt x="3104842" y="3015061"/>
                  </a:lnTo>
                  <a:lnTo>
                    <a:pt x="3104999" y="3015061"/>
                  </a:lnTo>
                  <a:lnTo>
                    <a:pt x="3105157" y="3015061"/>
                  </a:lnTo>
                  <a:lnTo>
                    <a:pt x="3105946" y="3013769"/>
                  </a:lnTo>
                  <a:lnTo>
                    <a:pt x="3106419" y="3013338"/>
                  </a:lnTo>
                  <a:lnTo>
                    <a:pt x="3106734" y="3013338"/>
                  </a:lnTo>
                  <a:lnTo>
                    <a:pt x="3107050" y="3012908"/>
                  </a:lnTo>
                  <a:lnTo>
                    <a:pt x="3107996" y="3012477"/>
                  </a:lnTo>
                  <a:lnTo>
                    <a:pt x="3107996" y="3012047"/>
                  </a:lnTo>
                  <a:lnTo>
                    <a:pt x="3108154" y="3011616"/>
                  </a:lnTo>
                  <a:lnTo>
                    <a:pt x="3108311" y="3011185"/>
                  </a:lnTo>
                  <a:lnTo>
                    <a:pt x="3108627" y="3011185"/>
                  </a:lnTo>
                  <a:lnTo>
                    <a:pt x="3108784" y="3010755"/>
                  </a:lnTo>
                  <a:lnTo>
                    <a:pt x="3108942" y="3010755"/>
                  </a:lnTo>
                  <a:lnTo>
                    <a:pt x="3109415" y="3010324"/>
                  </a:lnTo>
                  <a:lnTo>
                    <a:pt x="3109731" y="3010324"/>
                  </a:lnTo>
                  <a:lnTo>
                    <a:pt x="3110204" y="3010324"/>
                  </a:lnTo>
                  <a:lnTo>
                    <a:pt x="3110362" y="3010324"/>
                  </a:lnTo>
                  <a:lnTo>
                    <a:pt x="3110519" y="3010324"/>
                  </a:lnTo>
                  <a:lnTo>
                    <a:pt x="3110835" y="3009894"/>
                  </a:lnTo>
                  <a:lnTo>
                    <a:pt x="3111150" y="3009894"/>
                  </a:lnTo>
                  <a:lnTo>
                    <a:pt x="3111308" y="3009894"/>
                  </a:lnTo>
                  <a:lnTo>
                    <a:pt x="3111623" y="3009894"/>
                  </a:lnTo>
                  <a:lnTo>
                    <a:pt x="3111781" y="3009894"/>
                  </a:lnTo>
                  <a:lnTo>
                    <a:pt x="3111781" y="3009463"/>
                  </a:lnTo>
                  <a:lnTo>
                    <a:pt x="3112097" y="3008602"/>
                  </a:lnTo>
                  <a:lnTo>
                    <a:pt x="3112254" y="3008171"/>
                  </a:lnTo>
                  <a:lnTo>
                    <a:pt x="3113043" y="3007310"/>
                  </a:lnTo>
                  <a:lnTo>
                    <a:pt x="3113358" y="3007310"/>
                  </a:lnTo>
                  <a:lnTo>
                    <a:pt x="3113674" y="3007310"/>
                  </a:lnTo>
                  <a:lnTo>
                    <a:pt x="3113831" y="3007310"/>
                  </a:lnTo>
                  <a:lnTo>
                    <a:pt x="3114147" y="3007310"/>
                  </a:lnTo>
                  <a:lnTo>
                    <a:pt x="3114305" y="3007310"/>
                  </a:lnTo>
                  <a:lnTo>
                    <a:pt x="3114620" y="3007310"/>
                  </a:lnTo>
                  <a:lnTo>
                    <a:pt x="3114778" y="3007310"/>
                  </a:lnTo>
                  <a:lnTo>
                    <a:pt x="3115093" y="3007310"/>
                  </a:lnTo>
                  <a:lnTo>
                    <a:pt x="3115251" y="3007310"/>
                  </a:lnTo>
                  <a:lnTo>
                    <a:pt x="3115566" y="3006879"/>
                  </a:lnTo>
                  <a:lnTo>
                    <a:pt x="3115882" y="3006879"/>
                  </a:lnTo>
                  <a:lnTo>
                    <a:pt x="3116040" y="3006879"/>
                  </a:lnTo>
                  <a:lnTo>
                    <a:pt x="3116355" y="3006879"/>
                  </a:lnTo>
                  <a:lnTo>
                    <a:pt x="3116670" y="3006449"/>
                  </a:lnTo>
                  <a:lnTo>
                    <a:pt x="3116828" y="3006449"/>
                  </a:lnTo>
                  <a:lnTo>
                    <a:pt x="3116828" y="3006018"/>
                  </a:lnTo>
                  <a:lnTo>
                    <a:pt x="3116828" y="3005588"/>
                  </a:lnTo>
                  <a:lnTo>
                    <a:pt x="3116986" y="3005588"/>
                  </a:lnTo>
                  <a:lnTo>
                    <a:pt x="3117459" y="3005157"/>
                  </a:lnTo>
                  <a:lnTo>
                    <a:pt x="3117459" y="3004726"/>
                  </a:lnTo>
                  <a:lnTo>
                    <a:pt x="3117932" y="3004296"/>
                  </a:lnTo>
                  <a:lnTo>
                    <a:pt x="3117932" y="3003865"/>
                  </a:lnTo>
                  <a:lnTo>
                    <a:pt x="3117932" y="3003435"/>
                  </a:lnTo>
                  <a:lnTo>
                    <a:pt x="3117932" y="3003004"/>
                  </a:lnTo>
                  <a:lnTo>
                    <a:pt x="3118090" y="3003004"/>
                  </a:lnTo>
                  <a:lnTo>
                    <a:pt x="3118721" y="3003004"/>
                  </a:lnTo>
                  <a:lnTo>
                    <a:pt x="3119036" y="3003004"/>
                  </a:lnTo>
                  <a:lnTo>
                    <a:pt x="3119194" y="3002573"/>
                  </a:lnTo>
                  <a:lnTo>
                    <a:pt x="3119352" y="3002573"/>
                  </a:lnTo>
                  <a:lnTo>
                    <a:pt x="3119667" y="3002143"/>
                  </a:lnTo>
                  <a:lnTo>
                    <a:pt x="3120140" y="3000851"/>
                  </a:lnTo>
                  <a:lnTo>
                    <a:pt x="3120298" y="3000420"/>
                  </a:lnTo>
                  <a:lnTo>
                    <a:pt x="3120613" y="2999990"/>
                  </a:lnTo>
                  <a:lnTo>
                    <a:pt x="3120771" y="2999990"/>
                  </a:lnTo>
                  <a:lnTo>
                    <a:pt x="3120929" y="2999990"/>
                  </a:lnTo>
                  <a:lnTo>
                    <a:pt x="3121244" y="2999559"/>
                  </a:lnTo>
                  <a:lnTo>
                    <a:pt x="3121402" y="2999559"/>
                  </a:lnTo>
                  <a:lnTo>
                    <a:pt x="3121560" y="2999559"/>
                  </a:lnTo>
                  <a:lnTo>
                    <a:pt x="3121717" y="2999559"/>
                  </a:lnTo>
                  <a:lnTo>
                    <a:pt x="3121875" y="2999559"/>
                  </a:lnTo>
                  <a:lnTo>
                    <a:pt x="3122033" y="2999559"/>
                  </a:lnTo>
                  <a:lnTo>
                    <a:pt x="3122033" y="2997837"/>
                  </a:lnTo>
                  <a:lnTo>
                    <a:pt x="3122191" y="2997837"/>
                  </a:lnTo>
                  <a:lnTo>
                    <a:pt x="3123768" y="2997406"/>
                  </a:lnTo>
                  <a:lnTo>
                    <a:pt x="3123925" y="2997406"/>
                  </a:lnTo>
                  <a:lnTo>
                    <a:pt x="3124241" y="2997406"/>
                  </a:lnTo>
                  <a:lnTo>
                    <a:pt x="3124399" y="2996976"/>
                  </a:lnTo>
                  <a:lnTo>
                    <a:pt x="3124872" y="2996114"/>
                  </a:lnTo>
                  <a:lnTo>
                    <a:pt x="3125029" y="2996114"/>
                  </a:lnTo>
                  <a:lnTo>
                    <a:pt x="3125345" y="2996114"/>
                  </a:lnTo>
                  <a:lnTo>
                    <a:pt x="3125660" y="2996114"/>
                  </a:lnTo>
                  <a:lnTo>
                    <a:pt x="3125818" y="2996114"/>
                  </a:lnTo>
                  <a:lnTo>
                    <a:pt x="3126133" y="2996114"/>
                  </a:lnTo>
                  <a:lnTo>
                    <a:pt x="3126607" y="2996114"/>
                  </a:lnTo>
                  <a:lnTo>
                    <a:pt x="3126607" y="2995684"/>
                  </a:lnTo>
                  <a:lnTo>
                    <a:pt x="3126922" y="2994823"/>
                  </a:lnTo>
                  <a:lnTo>
                    <a:pt x="3126922" y="2994392"/>
                  </a:lnTo>
                  <a:lnTo>
                    <a:pt x="3126922" y="2993961"/>
                  </a:lnTo>
                  <a:lnTo>
                    <a:pt x="3127080" y="2993531"/>
                  </a:lnTo>
                  <a:lnTo>
                    <a:pt x="3127238" y="2993100"/>
                  </a:lnTo>
                  <a:lnTo>
                    <a:pt x="3128184" y="2991808"/>
                  </a:lnTo>
                  <a:lnTo>
                    <a:pt x="3128499" y="2991378"/>
                  </a:lnTo>
                  <a:lnTo>
                    <a:pt x="3128657" y="2991378"/>
                  </a:lnTo>
                  <a:lnTo>
                    <a:pt x="3128972" y="2991378"/>
                  </a:lnTo>
                  <a:lnTo>
                    <a:pt x="3128972" y="2990947"/>
                  </a:lnTo>
                  <a:lnTo>
                    <a:pt x="3128972" y="2990086"/>
                  </a:lnTo>
                  <a:lnTo>
                    <a:pt x="3129130" y="2990086"/>
                  </a:lnTo>
                  <a:lnTo>
                    <a:pt x="3129603" y="2990086"/>
                  </a:lnTo>
                  <a:lnTo>
                    <a:pt x="3129603" y="2988794"/>
                  </a:lnTo>
                  <a:lnTo>
                    <a:pt x="3129761" y="2988794"/>
                  </a:lnTo>
                  <a:lnTo>
                    <a:pt x="3130076" y="2988794"/>
                  </a:lnTo>
                  <a:lnTo>
                    <a:pt x="3130234" y="2988794"/>
                  </a:lnTo>
                  <a:lnTo>
                    <a:pt x="3131023" y="2988794"/>
                  </a:lnTo>
                  <a:lnTo>
                    <a:pt x="3131180" y="2987933"/>
                  </a:lnTo>
                  <a:lnTo>
                    <a:pt x="3131496" y="2986641"/>
                  </a:lnTo>
                  <a:lnTo>
                    <a:pt x="3131654" y="2986641"/>
                  </a:lnTo>
                  <a:lnTo>
                    <a:pt x="3131811" y="2986641"/>
                  </a:lnTo>
                  <a:lnTo>
                    <a:pt x="3132442" y="2986641"/>
                  </a:lnTo>
                  <a:lnTo>
                    <a:pt x="3132600" y="2986641"/>
                  </a:lnTo>
                  <a:lnTo>
                    <a:pt x="3132600" y="2986211"/>
                  </a:lnTo>
                  <a:lnTo>
                    <a:pt x="3133073" y="2986211"/>
                  </a:lnTo>
                  <a:lnTo>
                    <a:pt x="3133389" y="2985349"/>
                  </a:lnTo>
                  <a:lnTo>
                    <a:pt x="3133704" y="2985349"/>
                  </a:lnTo>
                  <a:lnTo>
                    <a:pt x="3134177" y="2985349"/>
                  </a:lnTo>
                  <a:lnTo>
                    <a:pt x="3134650" y="2985349"/>
                  </a:lnTo>
                  <a:lnTo>
                    <a:pt x="3134808" y="2985349"/>
                  </a:lnTo>
                  <a:lnTo>
                    <a:pt x="3134966" y="2985349"/>
                  </a:lnTo>
                  <a:lnTo>
                    <a:pt x="3135123" y="2985349"/>
                  </a:lnTo>
                  <a:lnTo>
                    <a:pt x="3135754" y="2985349"/>
                  </a:lnTo>
                  <a:lnTo>
                    <a:pt x="3135912" y="2984919"/>
                  </a:lnTo>
                  <a:lnTo>
                    <a:pt x="3136227" y="2984488"/>
                  </a:lnTo>
                  <a:lnTo>
                    <a:pt x="3136385" y="2984488"/>
                  </a:lnTo>
                  <a:lnTo>
                    <a:pt x="3136385" y="2984058"/>
                  </a:lnTo>
                  <a:lnTo>
                    <a:pt x="3136543" y="2984058"/>
                  </a:lnTo>
                  <a:lnTo>
                    <a:pt x="3136701" y="2984058"/>
                  </a:lnTo>
                  <a:lnTo>
                    <a:pt x="3136858" y="2984058"/>
                  </a:lnTo>
                  <a:lnTo>
                    <a:pt x="3137016" y="2983196"/>
                  </a:lnTo>
                  <a:lnTo>
                    <a:pt x="3137331" y="2983196"/>
                  </a:lnTo>
                  <a:lnTo>
                    <a:pt x="3137489" y="2983196"/>
                  </a:lnTo>
                  <a:lnTo>
                    <a:pt x="3137647" y="2983196"/>
                  </a:lnTo>
                  <a:lnTo>
                    <a:pt x="3137805" y="2982766"/>
                  </a:lnTo>
                  <a:lnTo>
                    <a:pt x="3138278" y="2982335"/>
                  </a:lnTo>
                  <a:lnTo>
                    <a:pt x="3138751" y="2982335"/>
                  </a:lnTo>
                  <a:lnTo>
                    <a:pt x="3139066" y="2981905"/>
                  </a:lnTo>
                  <a:lnTo>
                    <a:pt x="3139855" y="2981905"/>
                  </a:lnTo>
                  <a:lnTo>
                    <a:pt x="3140328" y="2981474"/>
                  </a:lnTo>
                  <a:lnTo>
                    <a:pt x="3140801" y="2980613"/>
                  </a:lnTo>
                  <a:lnTo>
                    <a:pt x="3140959" y="2980613"/>
                  </a:lnTo>
                  <a:lnTo>
                    <a:pt x="3141117" y="2980613"/>
                  </a:lnTo>
                  <a:lnTo>
                    <a:pt x="3141117" y="2979752"/>
                  </a:lnTo>
                  <a:lnTo>
                    <a:pt x="3141274" y="2979321"/>
                  </a:lnTo>
                  <a:lnTo>
                    <a:pt x="3141432" y="2979321"/>
                  </a:lnTo>
                  <a:lnTo>
                    <a:pt x="3141590" y="2979321"/>
                  </a:lnTo>
                  <a:lnTo>
                    <a:pt x="3141748" y="2979321"/>
                  </a:lnTo>
                  <a:lnTo>
                    <a:pt x="3141905" y="2978890"/>
                  </a:lnTo>
                  <a:lnTo>
                    <a:pt x="3142063" y="2978890"/>
                  </a:lnTo>
                  <a:lnTo>
                    <a:pt x="3142063" y="2978460"/>
                  </a:lnTo>
                  <a:lnTo>
                    <a:pt x="3142221" y="2978029"/>
                  </a:lnTo>
                  <a:lnTo>
                    <a:pt x="3142694" y="2978029"/>
                  </a:lnTo>
                  <a:lnTo>
                    <a:pt x="3142852" y="2978029"/>
                  </a:lnTo>
                  <a:lnTo>
                    <a:pt x="3143167" y="2978029"/>
                  </a:lnTo>
                  <a:lnTo>
                    <a:pt x="3143483" y="2978029"/>
                  </a:lnTo>
                  <a:lnTo>
                    <a:pt x="3143640" y="2977599"/>
                  </a:lnTo>
                  <a:lnTo>
                    <a:pt x="3144587" y="2976307"/>
                  </a:lnTo>
                  <a:lnTo>
                    <a:pt x="3144902" y="2976307"/>
                  </a:lnTo>
                  <a:lnTo>
                    <a:pt x="3145375" y="2976307"/>
                  </a:lnTo>
                  <a:lnTo>
                    <a:pt x="3145691" y="2975876"/>
                  </a:lnTo>
                  <a:lnTo>
                    <a:pt x="3145691" y="2975446"/>
                  </a:lnTo>
                  <a:lnTo>
                    <a:pt x="3146006" y="2975446"/>
                  </a:lnTo>
                  <a:lnTo>
                    <a:pt x="3146164" y="2975446"/>
                  </a:lnTo>
                  <a:lnTo>
                    <a:pt x="3146164" y="2975015"/>
                  </a:lnTo>
                  <a:lnTo>
                    <a:pt x="3146637" y="2975015"/>
                  </a:lnTo>
                  <a:lnTo>
                    <a:pt x="3147110" y="2975015"/>
                  </a:lnTo>
                  <a:lnTo>
                    <a:pt x="3147268" y="2974584"/>
                  </a:lnTo>
                  <a:lnTo>
                    <a:pt x="3147583" y="2973723"/>
                  </a:lnTo>
                  <a:lnTo>
                    <a:pt x="3147741" y="2973723"/>
                  </a:lnTo>
                  <a:lnTo>
                    <a:pt x="3148056" y="2973293"/>
                  </a:lnTo>
                  <a:lnTo>
                    <a:pt x="3148056" y="2972862"/>
                  </a:lnTo>
                  <a:lnTo>
                    <a:pt x="3148372" y="2972862"/>
                  </a:lnTo>
                  <a:lnTo>
                    <a:pt x="3149791" y="2972862"/>
                  </a:lnTo>
                  <a:lnTo>
                    <a:pt x="3149791" y="2972431"/>
                  </a:lnTo>
                  <a:lnTo>
                    <a:pt x="3149949" y="2972431"/>
                  </a:lnTo>
                  <a:lnTo>
                    <a:pt x="3150107" y="2972431"/>
                  </a:lnTo>
                  <a:lnTo>
                    <a:pt x="3150107" y="2972001"/>
                  </a:lnTo>
                  <a:lnTo>
                    <a:pt x="3150264" y="2972001"/>
                  </a:lnTo>
                  <a:lnTo>
                    <a:pt x="3150580" y="2972001"/>
                  </a:lnTo>
                  <a:lnTo>
                    <a:pt x="3150738" y="2972001"/>
                  </a:lnTo>
                  <a:lnTo>
                    <a:pt x="3151053" y="2972001"/>
                  </a:lnTo>
                  <a:lnTo>
                    <a:pt x="3151211" y="2972001"/>
                  </a:lnTo>
                  <a:lnTo>
                    <a:pt x="3151526" y="2971570"/>
                  </a:lnTo>
                  <a:lnTo>
                    <a:pt x="3151999" y="2970278"/>
                  </a:lnTo>
                  <a:lnTo>
                    <a:pt x="3152630" y="2969417"/>
                  </a:lnTo>
                  <a:lnTo>
                    <a:pt x="3152788" y="2969417"/>
                  </a:lnTo>
                  <a:lnTo>
                    <a:pt x="3152946" y="2969417"/>
                  </a:lnTo>
                  <a:lnTo>
                    <a:pt x="3152946" y="2968125"/>
                  </a:lnTo>
                  <a:lnTo>
                    <a:pt x="3153261" y="2968125"/>
                  </a:lnTo>
                  <a:lnTo>
                    <a:pt x="3154365" y="2968125"/>
                  </a:lnTo>
                  <a:lnTo>
                    <a:pt x="3154365" y="2967695"/>
                  </a:lnTo>
                  <a:lnTo>
                    <a:pt x="3154838" y="2967264"/>
                  </a:lnTo>
                  <a:lnTo>
                    <a:pt x="3154996" y="2967264"/>
                  </a:lnTo>
                  <a:lnTo>
                    <a:pt x="3155311" y="2967264"/>
                  </a:lnTo>
                  <a:lnTo>
                    <a:pt x="3155469" y="2967264"/>
                  </a:lnTo>
                  <a:lnTo>
                    <a:pt x="3155785" y="2967264"/>
                  </a:lnTo>
                  <a:lnTo>
                    <a:pt x="3155942" y="2967264"/>
                  </a:lnTo>
                  <a:lnTo>
                    <a:pt x="3155942" y="2966834"/>
                  </a:lnTo>
                  <a:lnTo>
                    <a:pt x="3156573" y="2966403"/>
                  </a:lnTo>
                  <a:lnTo>
                    <a:pt x="3157046" y="2965972"/>
                  </a:lnTo>
                  <a:lnTo>
                    <a:pt x="3157204" y="2965972"/>
                  </a:lnTo>
                  <a:lnTo>
                    <a:pt x="3157677" y="2965972"/>
                  </a:lnTo>
                  <a:lnTo>
                    <a:pt x="3157993" y="2965542"/>
                  </a:lnTo>
                  <a:lnTo>
                    <a:pt x="3158150" y="2965542"/>
                  </a:lnTo>
                  <a:lnTo>
                    <a:pt x="3158781" y="2965542"/>
                  </a:lnTo>
                  <a:lnTo>
                    <a:pt x="3158781" y="2965111"/>
                  </a:lnTo>
                  <a:lnTo>
                    <a:pt x="3159097" y="2965111"/>
                  </a:lnTo>
                  <a:lnTo>
                    <a:pt x="3159412" y="2965111"/>
                  </a:lnTo>
                  <a:lnTo>
                    <a:pt x="3159570" y="2964681"/>
                  </a:lnTo>
                  <a:lnTo>
                    <a:pt x="3159570" y="2964250"/>
                  </a:lnTo>
                  <a:lnTo>
                    <a:pt x="3159727" y="2963819"/>
                  </a:lnTo>
                  <a:lnTo>
                    <a:pt x="3159885" y="2963819"/>
                  </a:lnTo>
                  <a:lnTo>
                    <a:pt x="3160043" y="2963389"/>
                  </a:lnTo>
                  <a:lnTo>
                    <a:pt x="3160201" y="2963389"/>
                  </a:lnTo>
                  <a:lnTo>
                    <a:pt x="3160358" y="2963389"/>
                  </a:lnTo>
                  <a:lnTo>
                    <a:pt x="3160516" y="2963389"/>
                  </a:lnTo>
                  <a:lnTo>
                    <a:pt x="3160989" y="2962958"/>
                  </a:lnTo>
                  <a:lnTo>
                    <a:pt x="3161778" y="2962958"/>
                  </a:lnTo>
                  <a:lnTo>
                    <a:pt x="3161778" y="2962528"/>
                  </a:lnTo>
                  <a:lnTo>
                    <a:pt x="3161936" y="2962528"/>
                  </a:lnTo>
                  <a:lnTo>
                    <a:pt x="3162093" y="2962528"/>
                  </a:lnTo>
                  <a:lnTo>
                    <a:pt x="3162093" y="2962097"/>
                  </a:lnTo>
                  <a:lnTo>
                    <a:pt x="3162251" y="2962097"/>
                  </a:lnTo>
                  <a:lnTo>
                    <a:pt x="3162882" y="2962097"/>
                  </a:lnTo>
                  <a:lnTo>
                    <a:pt x="3163513" y="2961666"/>
                  </a:lnTo>
                  <a:lnTo>
                    <a:pt x="3163670" y="2961666"/>
                  </a:lnTo>
                  <a:lnTo>
                    <a:pt x="3163828" y="2961666"/>
                  </a:lnTo>
                  <a:lnTo>
                    <a:pt x="3163986" y="2961666"/>
                  </a:lnTo>
                  <a:lnTo>
                    <a:pt x="3164144" y="2961236"/>
                  </a:lnTo>
                  <a:lnTo>
                    <a:pt x="3164301" y="2961236"/>
                  </a:lnTo>
                  <a:lnTo>
                    <a:pt x="3165721" y="2959944"/>
                  </a:lnTo>
                  <a:lnTo>
                    <a:pt x="3166036" y="2959944"/>
                  </a:lnTo>
                  <a:lnTo>
                    <a:pt x="3166036" y="2959513"/>
                  </a:lnTo>
                  <a:lnTo>
                    <a:pt x="3166194" y="2959513"/>
                  </a:lnTo>
                  <a:lnTo>
                    <a:pt x="3166352" y="2958652"/>
                  </a:lnTo>
                  <a:lnTo>
                    <a:pt x="3166509" y="2958652"/>
                  </a:lnTo>
                  <a:lnTo>
                    <a:pt x="3166825" y="2958222"/>
                  </a:lnTo>
                  <a:lnTo>
                    <a:pt x="3166825" y="2957791"/>
                  </a:lnTo>
                  <a:lnTo>
                    <a:pt x="3167613" y="2957791"/>
                  </a:lnTo>
                  <a:lnTo>
                    <a:pt x="3168244" y="2957791"/>
                  </a:lnTo>
                  <a:lnTo>
                    <a:pt x="3168402" y="2957791"/>
                  </a:lnTo>
                  <a:lnTo>
                    <a:pt x="3168560" y="2957791"/>
                  </a:lnTo>
                  <a:lnTo>
                    <a:pt x="3168560" y="2957360"/>
                  </a:lnTo>
                  <a:lnTo>
                    <a:pt x="3168717" y="2957360"/>
                  </a:lnTo>
                  <a:lnTo>
                    <a:pt x="3168875" y="2957360"/>
                  </a:lnTo>
                  <a:lnTo>
                    <a:pt x="3169033" y="2957360"/>
                  </a:lnTo>
                  <a:lnTo>
                    <a:pt x="3169191" y="2957360"/>
                  </a:lnTo>
                  <a:lnTo>
                    <a:pt x="3169664" y="2956930"/>
                  </a:lnTo>
                  <a:lnTo>
                    <a:pt x="3169979" y="2956930"/>
                  </a:lnTo>
                  <a:lnTo>
                    <a:pt x="3170768" y="2955207"/>
                  </a:lnTo>
                  <a:lnTo>
                    <a:pt x="3171083" y="2955207"/>
                  </a:lnTo>
                  <a:lnTo>
                    <a:pt x="3171399" y="2954777"/>
                  </a:lnTo>
                  <a:lnTo>
                    <a:pt x="3171556" y="2954346"/>
                  </a:lnTo>
                  <a:lnTo>
                    <a:pt x="3171556" y="2953916"/>
                  </a:lnTo>
                  <a:lnTo>
                    <a:pt x="3171872" y="2953485"/>
                  </a:lnTo>
                  <a:lnTo>
                    <a:pt x="3171872" y="2953054"/>
                  </a:lnTo>
                  <a:lnTo>
                    <a:pt x="3172030" y="2953054"/>
                  </a:lnTo>
                  <a:lnTo>
                    <a:pt x="3172030" y="2952624"/>
                  </a:lnTo>
                  <a:lnTo>
                    <a:pt x="3172503" y="2952193"/>
                  </a:lnTo>
                  <a:lnTo>
                    <a:pt x="3172503" y="2951763"/>
                  </a:lnTo>
                  <a:lnTo>
                    <a:pt x="3173764" y="2950901"/>
                  </a:lnTo>
                  <a:lnTo>
                    <a:pt x="3173922" y="2950901"/>
                  </a:lnTo>
                  <a:lnTo>
                    <a:pt x="3174238" y="2950471"/>
                  </a:lnTo>
                  <a:lnTo>
                    <a:pt x="3174395" y="2950471"/>
                  </a:lnTo>
                  <a:lnTo>
                    <a:pt x="3174553" y="2950471"/>
                  </a:lnTo>
                  <a:lnTo>
                    <a:pt x="3174553" y="2950040"/>
                  </a:lnTo>
                  <a:lnTo>
                    <a:pt x="3174711" y="2950040"/>
                  </a:lnTo>
                  <a:lnTo>
                    <a:pt x="3175184" y="2949610"/>
                  </a:lnTo>
                  <a:lnTo>
                    <a:pt x="3175657" y="2948748"/>
                  </a:lnTo>
                  <a:lnTo>
                    <a:pt x="3176130" y="2947457"/>
                  </a:lnTo>
                  <a:lnTo>
                    <a:pt x="3176446" y="2947457"/>
                  </a:lnTo>
                  <a:lnTo>
                    <a:pt x="3176919" y="2947457"/>
                  </a:lnTo>
                  <a:lnTo>
                    <a:pt x="3177234" y="2947457"/>
                  </a:lnTo>
                  <a:lnTo>
                    <a:pt x="3177550" y="2947457"/>
                  </a:lnTo>
                  <a:lnTo>
                    <a:pt x="3178181" y="2947026"/>
                  </a:lnTo>
                  <a:lnTo>
                    <a:pt x="3179127" y="2946595"/>
                  </a:lnTo>
                  <a:lnTo>
                    <a:pt x="3179600" y="2946165"/>
                  </a:lnTo>
                  <a:lnTo>
                    <a:pt x="3180231" y="2946165"/>
                  </a:lnTo>
                  <a:lnTo>
                    <a:pt x="3180389" y="2946165"/>
                  </a:lnTo>
                  <a:lnTo>
                    <a:pt x="3180546" y="2946165"/>
                  </a:lnTo>
                  <a:lnTo>
                    <a:pt x="3180704" y="2945734"/>
                  </a:lnTo>
                  <a:lnTo>
                    <a:pt x="3180862" y="2945734"/>
                  </a:lnTo>
                  <a:lnTo>
                    <a:pt x="3181177" y="2945734"/>
                  </a:lnTo>
                  <a:lnTo>
                    <a:pt x="3181493" y="2945304"/>
                  </a:lnTo>
                  <a:lnTo>
                    <a:pt x="3181650" y="2945304"/>
                  </a:lnTo>
                  <a:lnTo>
                    <a:pt x="3181966" y="2943581"/>
                  </a:lnTo>
                  <a:lnTo>
                    <a:pt x="3182123" y="2943581"/>
                  </a:lnTo>
                  <a:lnTo>
                    <a:pt x="3182123" y="2943151"/>
                  </a:lnTo>
                  <a:lnTo>
                    <a:pt x="3182439" y="2942720"/>
                  </a:lnTo>
                  <a:lnTo>
                    <a:pt x="3182597" y="2942720"/>
                  </a:lnTo>
                  <a:lnTo>
                    <a:pt x="3182754" y="2942720"/>
                  </a:lnTo>
                  <a:lnTo>
                    <a:pt x="3182912" y="2942720"/>
                  </a:lnTo>
                  <a:lnTo>
                    <a:pt x="3184174" y="2940998"/>
                  </a:lnTo>
                  <a:lnTo>
                    <a:pt x="3184489" y="2940567"/>
                  </a:lnTo>
                  <a:lnTo>
                    <a:pt x="3184647" y="2940567"/>
                  </a:lnTo>
                  <a:lnTo>
                    <a:pt x="3184805" y="2940567"/>
                  </a:lnTo>
                  <a:lnTo>
                    <a:pt x="3184962" y="2940136"/>
                  </a:lnTo>
                  <a:lnTo>
                    <a:pt x="3185120" y="2939706"/>
                  </a:lnTo>
                  <a:lnTo>
                    <a:pt x="3185120" y="2939275"/>
                  </a:lnTo>
                  <a:lnTo>
                    <a:pt x="3185909" y="2938845"/>
                  </a:lnTo>
                  <a:lnTo>
                    <a:pt x="3186697" y="2937983"/>
                  </a:lnTo>
                  <a:lnTo>
                    <a:pt x="3187013" y="2937983"/>
                  </a:lnTo>
                  <a:lnTo>
                    <a:pt x="3187170" y="2937983"/>
                  </a:lnTo>
                  <a:lnTo>
                    <a:pt x="3187486" y="2937983"/>
                  </a:lnTo>
                  <a:lnTo>
                    <a:pt x="3187959" y="2937553"/>
                  </a:lnTo>
                  <a:lnTo>
                    <a:pt x="3188117" y="2937553"/>
                  </a:lnTo>
                  <a:lnTo>
                    <a:pt x="3188117" y="2937122"/>
                  </a:lnTo>
                  <a:lnTo>
                    <a:pt x="3188274" y="2937122"/>
                  </a:lnTo>
                  <a:lnTo>
                    <a:pt x="3188432" y="2937122"/>
                  </a:lnTo>
                  <a:lnTo>
                    <a:pt x="3188590" y="2937122"/>
                  </a:lnTo>
                  <a:lnTo>
                    <a:pt x="3189063" y="2937122"/>
                  </a:lnTo>
                  <a:lnTo>
                    <a:pt x="3189379" y="2937122"/>
                  </a:lnTo>
                  <a:lnTo>
                    <a:pt x="3189536" y="2937122"/>
                  </a:lnTo>
                  <a:lnTo>
                    <a:pt x="3189694" y="2937122"/>
                  </a:lnTo>
                  <a:lnTo>
                    <a:pt x="3190009" y="2937122"/>
                  </a:lnTo>
                  <a:lnTo>
                    <a:pt x="3190167" y="2937122"/>
                  </a:lnTo>
                  <a:lnTo>
                    <a:pt x="3190483" y="2936692"/>
                  </a:lnTo>
                  <a:lnTo>
                    <a:pt x="3190640" y="2936261"/>
                  </a:lnTo>
                  <a:lnTo>
                    <a:pt x="3190956" y="2935830"/>
                  </a:lnTo>
                  <a:lnTo>
                    <a:pt x="3191113" y="2935830"/>
                  </a:lnTo>
                  <a:lnTo>
                    <a:pt x="3191587" y="2935830"/>
                  </a:lnTo>
                  <a:lnTo>
                    <a:pt x="3191744" y="2935830"/>
                  </a:lnTo>
                  <a:lnTo>
                    <a:pt x="3191902" y="2935830"/>
                  </a:lnTo>
                  <a:lnTo>
                    <a:pt x="3192375" y="2935830"/>
                  </a:lnTo>
                  <a:lnTo>
                    <a:pt x="3192533" y="2935830"/>
                  </a:lnTo>
                  <a:lnTo>
                    <a:pt x="3192533" y="2935400"/>
                  </a:lnTo>
                  <a:lnTo>
                    <a:pt x="3193321" y="2934539"/>
                  </a:lnTo>
                  <a:lnTo>
                    <a:pt x="3193795" y="2933677"/>
                  </a:lnTo>
                  <a:lnTo>
                    <a:pt x="3193952" y="2933677"/>
                  </a:lnTo>
                  <a:lnTo>
                    <a:pt x="3194110" y="2933247"/>
                  </a:lnTo>
                  <a:lnTo>
                    <a:pt x="3194741" y="2933247"/>
                  </a:lnTo>
                  <a:lnTo>
                    <a:pt x="3195214" y="2933247"/>
                  </a:lnTo>
                  <a:lnTo>
                    <a:pt x="3195845" y="2932816"/>
                  </a:lnTo>
                  <a:lnTo>
                    <a:pt x="3195845" y="2932386"/>
                  </a:lnTo>
                  <a:lnTo>
                    <a:pt x="3196003" y="2932386"/>
                  </a:lnTo>
                  <a:lnTo>
                    <a:pt x="3196160" y="2931955"/>
                  </a:lnTo>
                  <a:lnTo>
                    <a:pt x="3196634" y="2931955"/>
                  </a:lnTo>
                  <a:lnTo>
                    <a:pt x="3196791" y="2931955"/>
                  </a:lnTo>
                  <a:lnTo>
                    <a:pt x="3196949" y="2931524"/>
                  </a:lnTo>
                  <a:lnTo>
                    <a:pt x="3197107" y="2931524"/>
                  </a:lnTo>
                  <a:lnTo>
                    <a:pt x="3197580" y="2931094"/>
                  </a:lnTo>
                  <a:lnTo>
                    <a:pt x="3198211" y="2930233"/>
                  </a:lnTo>
                  <a:lnTo>
                    <a:pt x="3198368" y="2930233"/>
                  </a:lnTo>
                  <a:lnTo>
                    <a:pt x="3198684" y="2930233"/>
                  </a:lnTo>
                  <a:lnTo>
                    <a:pt x="3198842" y="2929802"/>
                  </a:lnTo>
                  <a:lnTo>
                    <a:pt x="3199157" y="2929371"/>
                  </a:lnTo>
                  <a:lnTo>
                    <a:pt x="3199315" y="2928941"/>
                  </a:lnTo>
                  <a:lnTo>
                    <a:pt x="3199472" y="2928941"/>
                  </a:lnTo>
                  <a:lnTo>
                    <a:pt x="3199946" y="2928080"/>
                  </a:lnTo>
                  <a:lnTo>
                    <a:pt x="3200103" y="2926788"/>
                  </a:lnTo>
                  <a:lnTo>
                    <a:pt x="3200419" y="2926788"/>
                  </a:lnTo>
                  <a:lnTo>
                    <a:pt x="3200734" y="2926357"/>
                  </a:lnTo>
                  <a:lnTo>
                    <a:pt x="3201207" y="2925496"/>
                  </a:lnTo>
                  <a:lnTo>
                    <a:pt x="3201523" y="2925065"/>
                  </a:lnTo>
                  <a:lnTo>
                    <a:pt x="3201838" y="2924635"/>
                  </a:lnTo>
                  <a:lnTo>
                    <a:pt x="3201996" y="2924635"/>
                  </a:lnTo>
                  <a:lnTo>
                    <a:pt x="3201996" y="2924204"/>
                  </a:lnTo>
                  <a:lnTo>
                    <a:pt x="3202154" y="2924204"/>
                  </a:lnTo>
                  <a:lnTo>
                    <a:pt x="3202942" y="2922482"/>
                  </a:lnTo>
                  <a:lnTo>
                    <a:pt x="3202942" y="2921190"/>
                  </a:lnTo>
                  <a:lnTo>
                    <a:pt x="3203100" y="2920329"/>
                  </a:lnTo>
                  <a:lnTo>
                    <a:pt x="3203415" y="2919898"/>
                  </a:lnTo>
                  <a:lnTo>
                    <a:pt x="3204204" y="2919898"/>
                  </a:lnTo>
                  <a:lnTo>
                    <a:pt x="3204204" y="2919468"/>
                  </a:lnTo>
                  <a:lnTo>
                    <a:pt x="3204519" y="2919468"/>
                  </a:lnTo>
                  <a:lnTo>
                    <a:pt x="3204519" y="2919037"/>
                  </a:lnTo>
                  <a:lnTo>
                    <a:pt x="3204677" y="2919037"/>
                  </a:lnTo>
                  <a:lnTo>
                    <a:pt x="3204993" y="2919037"/>
                  </a:lnTo>
                  <a:lnTo>
                    <a:pt x="3205150" y="2919037"/>
                  </a:lnTo>
                  <a:lnTo>
                    <a:pt x="3205308" y="2919037"/>
                  </a:lnTo>
                  <a:lnTo>
                    <a:pt x="3205466" y="2919037"/>
                  </a:lnTo>
                  <a:lnTo>
                    <a:pt x="3205781" y="2918606"/>
                  </a:lnTo>
                  <a:lnTo>
                    <a:pt x="3205939" y="2918606"/>
                  </a:lnTo>
                  <a:lnTo>
                    <a:pt x="3206254" y="2917745"/>
                  </a:lnTo>
                  <a:lnTo>
                    <a:pt x="3207043" y="2917745"/>
                  </a:lnTo>
                  <a:lnTo>
                    <a:pt x="3207358" y="2916884"/>
                  </a:lnTo>
                  <a:lnTo>
                    <a:pt x="3207516" y="2916453"/>
                  </a:lnTo>
                  <a:lnTo>
                    <a:pt x="3207516" y="2916023"/>
                  </a:lnTo>
                  <a:lnTo>
                    <a:pt x="3207832" y="2916023"/>
                  </a:lnTo>
                  <a:lnTo>
                    <a:pt x="3207989" y="2916023"/>
                  </a:lnTo>
                  <a:lnTo>
                    <a:pt x="3207989" y="2915592"/>
                  </a:lnTo>
                  <a:lnTo>
                    <a:pt x="3208147" y="2915592"/>
                  </a:lnTo>
                  <a:lnTo>
                    <a:pt x="3208305" y="2915162"/>
                  </a:lnTo>
                  <a:lnTo>
                    <a:pt x="3208462" y="2914731"/>
                  </a:lnTo>
                  <a:lnTo>
                    <a:pt x="3208620" y="2914731"/>
                  </a:lnTo>
                  <a:lnTo>
                    <a:pt x="3208620" y="2913870"/>
                  </a:lnTo>
                  <a:lnTo>
                    <a:pt x="3208620" y="2913439"/>
                  </a:lnTo>
                  <a:lnTo>
                    <a:pt x="3208778" y="2913439"/>
                  </a:lnTo>
                  <a:lnTo>
                    <a:pt x="3208778" y="2913009"/>
                  </a:lnTo>
                  <a:lnTo>
                    <a:pt x="3208936" y="2913009"/>
                  </a:lnTo>
                  <a:lnTo>
                    <a:pt x="3209093" y="2913009"/>
                  </a:lnTo>
                  <a:lnTo>
                    <a:pt x="3209566" y="2912147"/>
                  </a:lnTo>
                  <a:lnTo>
                    <a:pt x="3209724" y="2912147"/>
                  </a:lnTo>
                  <a:lnTo>
                    <a:pt x="3209882" y="2912147"/>
                  </a:lnTo>
                  <a:lnTo>
                    <a:pt x="3209882" y="2911717"/>
                  </a:lnTo>
                  <a:lnTo>
                    <a:pt x="3210197" y="2911717"/>
                  </a:lnTo>
                  <a:lnTo>
                    <a:pt x="3210670" y="2911286"/>
                  </a:lnTo>
                  <a:lnTo>
                    <a:pt x="3210986" y="2911286"/>
                  </a:lnTo>
                  <a:lnTo>
                    <a:pt x="3211144" y="2911286"/>
                  </a:lnTo>
                  <a:lnTo>
                    <a:pt x="3211301" y="2909133"/>
                  </a:lnTo>
                  <a:lnTo>
                    <a:pt x="3211459" y="2909133"/>
                  </a:lnTo>
                  <a:lnTo>
                    <a:pt x="3211775" y="2909133"/>
                  </a:lnTo>
                  <a:lnTo>
                    <a:pt x="3211775" y="2908703"/>
                  </a:lnTo>
                  <a:lnTo>
                    <a:pt x="3212563" y="2907841"/>
                  </a:lnTo>
                  <a:lnTo>
                    <a:pt x="3212721" y="2907411"/>
                  </a:lnTo>
                  <a:lnTo>
                    <a:pt x="3213509" y="2906550"/>
                  </a:lnTo>
                  <a:lnTo>
                    <a:pt x="3213667" y="2906550"/>
                  </a:lnTo>
                  <a:lnTo>
                    <a:pt x="3213667" y="2906119"/>
                  </a:lnTo>
                  <a:lnTo>
                    <a:pt x="3214456" y="2904397"/>
                  </a:lnTo>
                  <a:lnTo>
                    <a:pt x="3214613" y="2903966"/>
                  </a:lnTo>
                  <a:lnTo>
                    <a:pt x="3214771" y="2903966"/>
                  </a:lnTo>
                  <a:lnTo>
                    <a:pt x="3215875" y="2903105"/>
                  </a:lnTo>
                  <a:lnTo>
                    <a:pt x="3215875" y="2902674"/>
                  </a:lnTo>
                  <a:lnTo>
                    <a:pt x="3216033" y="2902674"/>
                  </a:lnTo>
                  <a:lnTo>
                    <a:pt x="3216348" y="2902674"/>
                  </a:lnTo>
                  <a:lnTo>
                    <a:pt x="3217610" y="2902244"/>
                  </a:lnTo>
                  <a:lnTo>
                    <a:pt x="3217768" y="2902244"/>
                  </a:lnTo>
                  <a:lnTo>
                    <a:pt x="3218241" y="2902244"/>
                  </a:lnTo>
                  <a:lnTo>
                    <a:pt x="3219030" y="2901382"/>
                  </a:lnTo>
                  <a:lnTo>
                    <a:pt x="3219030" y="2900952"/>
                  </a:lnTo>
                  <a:lnTo>
                    <a:pt x="3219187" y="2900952"/>
                  </a:lnTo>
                  <a:lnTo>
                    <a:pt x="3219345" y="2900521"/>
                  </a:lnTo>
                  <a:lnTo>
                    <a:pt x="3219503" y="2900521"/>
                  </a:lnTo>
                  <a:lnTo>
                    <a:pt x="3219818" y="2900521"/>
                  </a:lnTo>
                  <a:lnTo>
                    <a:pt x="3220291" y="2900091"/>
                  </a:lnTo>
                  <a:lnTo>
                    <a:pt x="3220291" y="2899660"/>
                  </a:lnTo>
                  <a:lnTo>
                    <a:pt x="3220291" y="2899229"/>
                  </a:lnTo>
                  <a:lnTo>
                    <a:pt x="3220922" y="2899229"/>
                  </a:lnTo>
                  <a:lnTo>
                    <a:pt x="3221080" y="2899229"/>
                  </a:lnTo>
                  <a:lnTo>
                    <a:pt x="3221553" y="2899229"/>
                  </a:lnTo>
                  <a:lnTo>
                    <a:pt x="3221711" y="2899229"/>
                  </a:lnTo>
                  <a:lnTo>
                    <a:pt x="3221868" y="2899229"/>
                  </a:lnTo>
                  <a:lnTo>
                    <a:pt x="3222026" y="2899229"/>
                  </a:lnTo>
                  <a:lnTo>
                    <a:pt x="3222815" y="2899229"/>
                  </a:lnTo>
                  <a:lnTo>
                    <a:pt x="3222973" y="2899229"/>
                  </a:lnTo>
                  <a:lnTo>
                    <a:pt x="3223446" y="2899229"/>
                  </a:lnTo>
                  <a:lnTo>
                    <a:pt x="3223761" y="2899229"/>
                  </a:lnTo>
                  <a:lnTo>
                    <a:pt x="3223919" y="2898799"/>
                  </a:lnTo>
                  <a:lnTo>
                    <a:pt x="3224077" y="2898799"/>
                  </a:lnTo>
                  <a:lnTo>
                    <a:pt x="3224234" y="2898799"/>
                  </a:lnTo>
                  <a:lnTo>
                    <a:pt x="3224550" y="2898799"/>
                  </a:lnTo>
                  <a:lnTo>
                    <a:pt x="3224707" y="2898368"/>
                  </a:lnTo>
                  <a:lnTo>
                    <a:pt x="3224865" y="2898368"/>
                  </a:lnTo>
                  <a:lnTo>
                    <a:pt x="3225023" y="2898368"/>
                  </a:lnTo>
                  <a:lnTo>
                    <a:pt x="3225181" y="2897507"/>
                  </a:lnTo>
                  <a:lnTo>
                    <a:pt x="3225496" y="2897507"/>
                  </a:lnTo>
                  <a:lnTo>
                    <a:pt x="3225811" y="2897076"/>
                  </a:lnTo>
                  <a:lnTo>
                    <a:pt x="3225969" y="2897076"/>
                  </a:lnTo>
                  <a:lnTo>
                    <a:pt x="3226285" y="2897076"/>
                  </a:lnTo>
                  <a:lnTo>
                    <a:pt x="3226758" y="2897076"/>
                  </a:lnTo>
                  <a:lnTo>
                    <a:pt x="3226758" y="2896646"/>
                  </a:lnTo>
                  <a:lnTo>
                    <a:pt x="3227073" y="2896646"/>
                  </a:lnTo>
                  <a:lnTo>
                    <a:pt x="3227231" y="2896215"/>
                  </a:lnTo>
                  <a:lnTo>
                    <a:pt x="3227546" y="2896215"/>
                  </a:lnTo>
                  <a:lnTo>
                    <a:pt x="3227546" y="2895785"/>
                  </a:lnTo>
                  <a:lnTo>
                    <a:pt x="3227704" y="2895785"/>
                  </a:lnTo>
                  <a:lnTo>
                    <a:pt x="3228177" y="2895354"/>
                  </a:lnTo>
                  <a:lnTo>
                    <a:pt x="3228493" y="2895354"/>
                  </a:lnTo>
                  <a:lnTo>
                    <a:pt x="3228966" y="2895354"/>
                  </a:lnTo>
                  <a:lnTo>
                    <a:pt x="3229439" y="2894923"/>
                  </a:lnTo>
                  <a:lnTo>
                    <a:pt x="3229439" y="2894493"/>
                  </a:lnTo>
                  <a:lnTo>
                    <a:pt x="3229754" y="2894493"/>
                  </a:lnTo>
                  <a:lnTo>
                    <a:pt x="3229754" y="2894062"/>
                  </a:lnTo>
                  <a:lnTo>
                    <a:pt x="3230070" y="2894062"/>
                  </a:lnTo>
                  <a:lnTo>
                    <a:pt x="3230228" y="2894062"/>
                  </a:lnTo>
                  <a:lnTo>
                    <a:pt x="3230543" y="2894062"/>
                  </a:lnTo>
                  <a:lnTo>
                    <a:pt x="3230701" y="2894062"/>
                  </a:lnTo>
                  <a:lnTo>
                    <a:pt x="3231332" y="2894062"/>
                  </a:lnTo>
                  <a:lnTo>
                    <a:pt x="3231332" y="2893201"/>
                  </a:lnTo>
                  <a:lnTo>
                    <a:pt x="3231489" y="2892770"/>
                  </a:lnTo>
                  <a:lnTo>
                    <a:pt x="3231805" y="2892770"/>
                  </a:lnTo>
                  <a:lnTo>
                    <a:pt x="3231805" y="2892340"/>
                  </a:lnTo>
                  <a:lnTo>
                    <a:pt x="3232120" y="2892340"/>
                  </a:lnTo>
                  <a:lnTo>
                    <a:pt x="3232278" y="2892340"/>
                  </a:lnTo>
                  <a:lnTo>
                    <a:pt x="3232436" y="2892340"/>
                  </a:lnTo>
                  <a:lnTo>
                    <a:pt x="3232751" y="2892340"/>
                  </a:lnTo>
                  <a:lnTo>
                    <a:pt x="3233066" y="2892340"/>
                  </a:lnTo>
                  <a:lnTo>
                    <a:pt x="3233224" y="2891479"/>
                  </a:lnTo>
                  <a:lnTo>
                    <a:pt x="3233224" y="2891048"/>
                  </a:lnTo>
                  <a:lnTo>
                    <a:pt x="3233224" y="2890617"/>
                  </a:lnTo>
                  <a:lnTo>
                    <a:pt x="3233540" y="2890617"/>
                  </a:lnTo>
                  <a:lnTo>
                    <a:pt x="3233697" y="2890617"/>
                  </a:lnTo>
                  <a:lnTo>
                    <a:pt x="3233855" y="2890617"/>
                  </a:lnTo>
                  <a:lnTo>
                    <a:pt x="3239848" y="2883728"/>
                  </a:lnTo>
                  <a:lnTo>
                    <a:pt x="3240006" y="2883297"/>
                  </a:lnTo>
                  <a:lnTo>
                    <a:pt x="3240164" y="2883297"/>
                  </a:lnTo>
                  <a:lnTo>
                    <a:pt x="3240479" y="2883297"/>
                  </a:lnTo>
                  <a:lnTo>
                    <a:pt x="3240795" y="2883297"/>
                  </a:lnTo>
                  <a:lnTo>
                    <a:pt x="3240952" y="2882867"/>
                  </a:lnTo>
                  <a:lnTo>
                    <a:pt x="3241110" y="2882867"/>
                  </a:lnTo>
                  <a:lnTo>
                    <a:pt x="3241268" y="2882005"/>
                  </a:lnTo>
                  <a:lnTo>
                    <a:pt x="3241426" y="2882005"/>
                  </a:lnTo>
                  <a:lnTo>
                    <a:pt x="3241583" y="2882005"/>
                  </a:lnTo>
                  <a:lnTo>
                    <a:pt x="3241741" y="2881575"/>
                  </a:lnTo>
                  <a:lnTo>
                    <a:pt x="3242214" y="2881144"/>
                  </a:lnTo>
                  <a:lnTo>
                    <a:pt x="3242372" y="2880714"/>
                  </a:lnTo>
                  <a:lnTo>
                    <a:pt x="3243003" y="2880714"/>
                  </a:lnTo>
                  <a:lnTo>
                    <a:pt x="3243160" y="2880714"/>
                  </a:lnTo>
                  <a:lnTo>
                    <a:pt x="3243476" y="2880714"/>
                  </a:lnTo>
                  <a:lnTo>
                    <a:pt x="3243476" y="2880283"/>
                  </a:lnTo>
                  <a:lnTo>
                    <a:pt x="3243634" y="2880283"/>
                  </a:lnTo>
                  <a:lnTo>
                    <a:pt x="3244107" y="2880283"/>
                  </a:lnTo>
                  <a:lnTo>
                    <a:pt x="3244264" y="2880283"/>
                  </a:lnTo>
                  <a:lnTo>
                    <a:pt x="3244580" y="2880283"/>
                  </a:lnTo>
                  <a:lnTo>
                    <a:pt x="3244738" y="2880283"/>
                  </a:lnTo>
                  <a:lnTo>
                    <a:pt x="3245053" y="2879852"/>
                  </a:lnTo>
                  <a:lnTo>
                    <a:pt x="3245369" y="2879422"/>
                  </a:lnTo>
                  <a:lnTo>
                    <a:pt x="3245526" y="2879422"/>
                  </a:lnTo>
                  <a:lnTo>
                    <a:pt x="3245684" y="2879422"/>
                  </a:lnTo>
                  <a:lnTo>
                    <a:pt x="3245999" y="2878991"/>
                  </a:lnTo>
                  <a:lnTo>
                    <a:pt x="3246473" y="2878991"/>
                  </a:lnTo>
                  <a:lnTo>
                    <a:pt x="3246946" y="2878991"/>
                  </a:lnTo>
                  <a:lnTo>
                    <a:pt x="3247261" y="2878991"/>
                  </a:lnTo>
                  <a:lnTo>
                    <a:pt x="3247261" y="2878561"/>
                  </a:lnTo>
                  <a:lnTo>
                    <a:pt x="3247734" y="2878130"/>
                  </a:lnTo>
                  <a:lnTo>
                    <a:pt x="3248050" y="2877699"/>
                  </a:lnTo>
                  <a:lnTo>
                    <a:pt x="3248207" y="2877269"/>
                  </a:lnTo>
                  <a:lnTo>
                    <a:pt x="3248365" y="2877269"/>
                  </a:lnTo>
                  <a:lnTo>
                    <a:pt x="3249311" y="2876408"/>
                  </a:lnTo>
                  <a:lnTo>
                    <a:pt x="3249469" y="2875977"/>
                  </a:lnTo>
                  <a:lnTo>
                    <a:pt x="3249627" y="2875977"/>
                  </a:lnTo>
                  <a:lnTo>
                    <a:pt x="3249942" y="2875546"/>
                  </a:lnTo>
                  <a:lnTo>
                    <a:pt x="3250258" y="2874255"/>
                  </a:lnTo>
                  <a:lnTo>
                    <a:pt x="3250415" y="2873824"/>
                  </a:lnTo>
                  <a:lnTo>
                    <a:pt x="3250731" y="2873824"/>
                  </a:lnTo>
                  <a:lnTo>
                    <a:pt x="3251520" y="2873393"/>
                  </a:lnTo>
                  <a:lnTo>
                    <a:pt x="3251835" y="2873393"/>
                  </a:lnTo>
                  <a:lnTo>
                    <a:pt x="3251993" y="2873393"/>
                  </a:lnTo>
                  <a:lnTo>
                    <a:pt x="3252308" y="2873393"/>
                  </a:lnTo>
                  <a:lnTo>
                    <a:pt x="3252466" y="2873393"/>
                  </a:lnTo>
                  <a:lnTo>
                    <a:pt x="3252466" y="2872963"/>
                  </a:lnTo>
                  <a:lnTo>
                    <a:pt x="3252781" y="2872963"/>
                  </a:lnTo>
                  <a:lnTo>
                    <a:pt x="3252939" y="2872963"/>
                  </a:lnTo>
                  <a:lnTo>
                    <a:pt x="3253412" y="2872963"/>
                  </a:lnTo>
                  <a:lnTo>
                    <a:pt x="3253570" y="2872532"/>
                  </a:lnTo>
                  <a:lnTo>
                    <a:pt x="3253885" y="2872532"/>
                  </a:lnTo>
                  <a:lnTo>
                    <a:pt x="3254516" y="2871671"/>
                  </a:lnTo>
                  <a:lnTo>
                    <a:pt x="3255147" y="2871240"/>
                  </a:lnTo>
                  <a:lnTo>
                    <a:pt x="3255147" y="2870810"/>
                  </a:lnTo>
                  <a:lnTo>
                    <a:pt x="3255305" y="2870810"/>
                  </a:lnTo>
                  <a:lnTo>
                    <a:pt x="3256251" y="2870810"/>
                  </a:lnTo>
                  <a:lnTo>
                    <a:pt x="3256724" y="2870810"/>
                  </a:lnTo>
                  <a:lnTo>
                    <a:pt x="3256882" y="2870810"/>
                  </a:lnTo>
                  <a:lnTo>
                    <a:pt x="3257040" y="2870810"/>
                  </a:lnTo>
                  <a:lnTo>
                    <a:pt x="3257828" y="2870810"/>
                  </a:lnTo>
                  <a:lnTo>
                    <a:pt x="3258144" y="2869949"/>
                  </a:lnTo>
                  <a:lnTo>
                    <a:pt x="3258775" y="2869949"/>
                  </a:lnTo>
                  <a:lnTo>
                    <a:pt x="3258932" y="2869518"/>
                  </a:lnTo>
                  <a:lnTo>
                    <a:pt x="3259090" y="2869518"/>
                  </a:lnTo>
                  <a:lnTo>
                    <a:pt x="3259248" y="2869518"/>
                  </a:lnTo>
                  <a:lnTo>
                    <a:pt x="3259563" y="2869087"/>
                  </a:lnTo>
                  <a:lnTo>
                    <a:pt x="3259721" y="2869087"/>
                  </a:lnTo>
                  <a:lnTo>
                    <a:pt x="3260036" y="2869087"/>
                  </a:lnTo>
                  <a:lnTo>
                    <a:pt x="3260036" y="2868657"/>
                  </a:lnTo>
                  <a:lnTo>
                    <a:pt x="3260194" y="2868657"/>
                  </a:lnTo>
                  <a:lnTo>
                    <a:pt x="3260194" y="2868226"/>
                  </a:lnTo>
                  <a:lnTo>
                    <a:pt x="3261298" y="2866073"/>
                  </a:lnTo>
                  <a:lnTo>
                    <a:pt x="3261771" y="2866073"/>
                  </a:lnTo>
                  <a:lnTo>
                    <a:pt x="3261771" y="2865643"/>
                  </a:lnTo>
                  <a:lnTo>
                    <a:pt x="3261929" y="2865643"/>
                  </a:lnTo>
                  <a:lnTo>
                    <a:pt x="3261929" y="2865212"/>
                  </a:lnTo>
                  <a:lnTo>
                    <a:pt x="3262718" y="2865212"/>
                  </a:lnTo>
                  <a:lnTo>
                    <a:pt x="3262875" y="2864781"/>
                  </a:lnTo>
                  <a:lnTo>
                    <a:pt x="3263033" y="2864781"/>
                  </a:lnTo>
                  <a:lnTo>
                    <a:pt x="3263191" y="2864781"/>
                  </a:lnTo>
                  <a:lnTo>
                    <a:pt x="3263822" y="2864781"/>
                  </a:lnTo>
                  <a:lnTo>
                    <a:pt x="3263979" y="2864781"/>
                  </a:lnTo>
                  <a:lnTo>
                    <a:pt x="3264137" y="2864781"/>
                  </a:lnTo>
                  <a:lnTo>
                    <a:pt x="3264137" y="2864351"/>
                  </a:lnTo>
                  <a:lnTo>
                    <a:pt x="3264295" y="2864351"/>
                  </a:lnTo>
                  <a:lnTo>
                    <a:pt x="3265241" y="2863490"/>
                  </a:lnTo>
                  <a:lnTo>
                    <a:pt x="3265399" y="2863490"/>
                  </a:lnTo>
                  <a:lnTo>
                    <a:pt x="3265556" y="2863490"/>
                  </a:lnTo>
                  <a:lnTo>
                    <a:pt x="3265714" y="2863490"/>
                  </a:lnTo>
                  <a:lnTo>
                    <a:pt x="3266030" y="2863490"/>
                  </a:lnTo>
                  <a:lnTo>
                    <a:pt x="3266030" y="2863059"/>
                  </a:lnTo>
                  <a:lnTo>
                    <a:pt x="3266187" y="2863059"/>
                  </a:lnTo>
                  <a:lnTo>
                    <a:pt x="3266503" y="2863059"/>
                  </a:lnTo>
                  <a:lnTo>
                    <a:pt x="3266660" y="2863059"/>
                  </a:lnTo>
                  <a:lnTo>
                    <a:pt x="3266818" y="2862628"/>
                  </a:lnTo>
                  <a:lnTo>
                    <a:pt x="3266976" y="2862628"/>
                  </a:lnTo>
                  <a:lnTo>
                    <a:pt x="3267449" y="2862198"/>
                  </a:lnTo>
                  <a:lnTo>
                    <a:pt x="3267607" y="2862198"/>
                  </a:lnTo>
                  <a:lnTo>
                    <a:pt x="3267765" y="2862198"/>
                  </a:lnTo>
                  <a:lnTo>
                    <a:pt x="3267922" y="2862198"/>
                  </a:lnTo>
                  <a:lnTo>
                    <a:pt x="3268080" y="2862198"/>
                  </a:lnTo>
                  <a:lnTo>
                    <a:pt x="3268080" y="2861767"/>
                  </a:lnTo>
                  <a:lnTo>
                    <a:pt x="3268395" y="2861337"/>
                  </a:lnTo>
                  <a:lnTo>
                    <a:pt x="3268553" y="2861337"/>
                  </a:lnTo>
                  <a:lnTo>
                    <a:pt x="3268553" y="2860906"/>
                  </a:lnTo>
                  <a:lnTo>
                    <a:pt x="3268711" y="2860475"/>
                  </a:lnTo>
                  <a:lnTo>
                    <a:pt x="3269342" y="2860045"/>
                  </a:lnTo>
                  <a:lnTo>
                    <a:pt x="3269499" y="2859614"/>
                  </a:lnTo>
                  <a:lnTo>
                    <a:pt x="3269815" y="2859184"/>
                  </a:lnTo>
                  <a:lnTo>
                    <a:pt x="3269973" y="2859184"/>
                  </a:lnTo>
                  <a:lnTo>
                    <a:pt x="3270288" y="2859184"/>
                  </a:lnTo>
                  <a:lnTo>
                    <a:pt x="3270288" y="2858753"/>
                  </a:lnTo>
                  <a:lnTo>
                    <a:pt x="3270603" y="2858322"/>
                  </a:lnTo>
                  <a:lnTo>
                    <a:pt x="3270761" y="2858322"/>
                  </a:lnTo>
                  <a:lnTo>
                    <a:pt x="3271234" y="2858322"/>
                  </a:lnTo>
                  <a:lnTo>
                    <a:pt x="3271234" y="2857892"/>
                  </a:lnTo>
                  <a:lnTo>
                    <a:pt x="3271550" y="2857461"/>
                  </a:lnTo>
                  <a:lnTo>
                    <a:pt x="3272181" y="2857461"/>
                  </a:lnTo>
                  <a:lnTo>
                    <a:pt x="3272338" y="2857461"/>
                  </a:lnTo>
                  <a:lnTo>
                    <a:pt x="3272338" y="2857031"/>
                  </a:lnTo>
                  <a:lnTo>
                    <a:pt x="3273600" y="2857031"/>
                  </a:lnTo>
                  <a:lnTo>
                    <a:pt x="3273758" y="2857031"/>
                  </a:lnTo>
                  <a:lnTo>
                    <a:pt x="3274231" y="2856600"/>
                  </a:lnTo>
                  <a:lnTo>
                    <a:pt x="3275808" y="2856600"/>
                  </a:lnTo>
                  <a:lnTo>
                    <a:pt x="3276124" y="2856600"/>
                  </a:lnTo>
                  <a:lnTo>
                    <a:pt x="3276124" y="2856169"/>
                  </a:lnTo>
                  <a:lnTo>
                    <a:pt x="3276754" y="2855739"/>
                  </a:lnTo>
                  <a:lnTo>
                    <a:pt x="3277701" y="2855308"/>
                  </a:lnTo>
                  <a:lnTo>
                    <a:pt x="3277858" y="2854878"/>
                  </a:lnTo>
                  <a:lnTo>
                    <a:pt x="3278805" y="2854447"/>
                  </a:lnTo>
                  <a:lnTo>
                    <a:pt x="3279120" y="2854447"/>
                  </a:lnTo>
                  <a:lnTo>
                    <a:pt x="3279593" y="2854447"/>
                  </a:lnTo>
                  <a:lnTo>
                    <a:pt x="3280067" y="2853586"/>
                  </a:lnTo>
                  <a:lnTo>
                    <a:pt x="3280382" y="2853586"/>
                  </a:lnTo>
                  <a:lnTo>
                    <a:pt x="3280382" y="2853155"/>
                  </a:lnTo>
                  <a:lnTo>
                    <a:pt x="3280540" y="2852725"/>
                  </a:lnTo>
                  <a:lnTo>
                    <a:pt x="3280540" y="2852294"/>
                  </a:lnTo>
                  <a:lnTo>
                    <a:pt x="3281013" y="2852294"/>
                  </a:lnTo>
                  <a:lnTo>
                    <a:pt x="3281171" y="2851863"/>
                  </a:lnTo>
                  <a:lnTo>
                    <a:pt x="3281328" y="2851863"/>
                  </a:lnTo>
                  <a:lnTo>
                    <a:pt x="3281644" y="2851002"/>
                  </a:lnTo>
                  <a:lnTo>
                    <a:pt x="3282275" y="2850141"/>
                  </a:lnTo>
                  <a:lnTo>
                    <a:pt x="3282432" y="2850141"/>
                  </a:lnTo>
                  <a:lnTo>
                    <a:pt x="3282590" y="2850141"/>
                  </a:lnTo>
                  <a:lnTo>
                    <a:pt x="3282590" y="2849280"/>
                  </a:lnTo>
                  <a:lnTo>
                    <a:pt x="3282905" y="2849280"/>
                  </a:lnTo>
                  <a:lnTo>
                    <a:pt x="3283536" y="2848849"/>
                  </a:lnTo>
                  <a:lnTo>
                    <a:pt x="3283536" y="2847988"/>
                  </a:lnTo>
                  <a:lnTo>
                    <a:pt x="3283694" y="2847988"/>
                  </a:lnTo>
                  <a:lnTo>
                    <a:pt x="3284009" y="2847988"/>
                  </a:lnTo>
                  <a:lnTo>
                    <a:pt x="3284009" y="2847557"/>
                  </a:lnTo>
                  <a:lnTo>
                    <a:pt x="3284009" y="2847127"/>
                  </a:lnTo>
                  <a:lnTo>
                    <a:pt x="3284167" y="2847127"/>
                  </a:lnTo>
                  <a:lnTo>
                    <a:pt x="3284325" y="2847127"/>
                  </a:lnTo>
                  <a:lnTo>
                    <a:pt x="3284483" y="2847127"/>
                  </a:lnTo>
                  <a:lnTo>
                    <a:pt x="3284483" y="2846696"/>
                  </a:lnTo>
                  <a:lnTo>
                    <a:pt x="3284483" y="2846266"/>
                  </a:lnTo>
                  <a:lnTo>
                    <a:pt x="3284640" y="2846266"/>
                  </a:lnTo>
                  <a:lnTo>
                    <a:pt x="3284956" y="2846266"/>
                  </a:lnTo>
                  <a:lnTo>
                    <a:pt x="3285271" y="2846266"/>
                  </a:lnTo>
                  <a:lnTo>
                    <a:pt x="3285429" y="2845404"/>
                  </a:lnTo>
                  <a:lnTo>
                    <a:pt x="3285902" y="2845404"/>
                  </a:lnTo>
                  <a:lnTo>
                    <a:pt x="3286218" y="2845404"/>
                  </a:lnTo>
                  <a:lnTo>
                    <a:pt x="3286848" y="2844974"/>
                  </a:lnTo>
                  <a:lnTo>
                    <a:pt x="3287164" y="2844543"/>
                  </a:lnTo>
                  <a:lnTo>
                    <a:pt x="3287795" y="2843682"/>
                  </a:lnTo>
                  <a:lnTo>
                    <a:pt x="3288110" y="2843682"/>
                  </a:lnTo>
                  <a:lnTo>
                    <a:pt x="3288110" y="2843251"/>
                  </a:lnTo>
                  <a:lnTo>
                    <a:pt x="3288741" y="2842390"/>
                  </a:lnTo>
                  <a:lnTo>
                    <a:pt x="3289214" y="2842390"/>
                  </a:lnTo>
                  <a:lnTo>
                    <a:pt x="3289214" y="2841960"/>
                  </a:lnTo>
                  <a:lnTo>
                    <a:pt x="3289372" y="2841960"/>
                  </a:lnTo>
                  <a:lnTo>
                    <a:pt x="3289530" y="2841960"/>
                  </a:lnTo>
                  <a:lnTo>
                    <a:pt x="3289687" y="2841960"/>
                  </a:lnTo>
                  <a:lnTo>
                    <a:pt x="3291107" y="2841098"/>
                  </a:lnTo>
                  <a:lnTo>
                    <a:pt x="3291422" y="2841098"/>
                  </a:lnTo>
                  <a:lnTo>
                    <a:pt x="3291895" y="2841098"/>
                  </a:lnTo>
                  <a:lnTo>
                    <a:pt x="3292053" y="2841098"/>
                  </a:lnTo>
                  <a:lnTo>
                    <a:pt x="3292211" y="2841098"/>
                  </a:lnTo>
                  <a:lnTo>
                    <a:pt x="3292211" y="2840668"/>
                  </a:lnTo>
                  <a:lnTo>
                    <a:pt x="3292842" y="2838945"/>
                  </a:lnTo>
                  <a:lnTo>
                    <a:pt x="3292999" y="2838945"/>
                  </a:lnTo>
                  <a:lnTo>
                    <a:pt x="3293157" y="2838084"/>
                  </a:lnTo>
                  <a:lnTo>
                    <a:pt x="3293157" y="2837654"/>
                  </a:lnTo>
                  <a:lnTo>
                    <a:pt x="3293630" y="2837654"/>
                  </a:lnTo>
                  <a:lnTo>
                    <a:pt x="3293946" y="2837223"/>
                  </a:lnTo>
                  <a:lnTo>
                    <a:pt x="3294577" y="2836792"/>
                  </a:lnTo>
                  <a:lnTo>
                    <a:pt x="3294892" y="2836792"/>
                  </a:lnTo>
                  <a:lnTo>
                    <a:pt x="3295050" y="2836362"/>
                  </a:lnTo>
                  <a:lnTo>
                    <a:pt x="3295207" y="2835931"/>
                  </a:lnTo>
                  <a:lnTo>
                    <a:pt x="3295365" y="2835501"/>
                  </a:lnTo>
                  <a:lnTo>
                    <a:pt x="3295365" y="2834639"/>
                  </a:lnTo>
                  <a:lnTo>
                    <a:pt x="3296469" y="2834639"/>
                  </a:lnTo>
                  <a:lnTo>
                    <a:pt x="3297258" y="2834209"/>
                  </a:lnTo>
                  <a:lnTo>
                    <a:pt x="3297416" y="2834209"/>
                  </a:lnTo>
                  <a:lnTo>
                    <a:pt x="3297416" y="2833778"/>
                  </a:lnTo>
                  <a:lnTo>
                    <a:pt x="3298204" y="2833348"/>
                  </a:lnTo>
                  <a:lnTo>
                    <a:pt x="3298362" y="2833348"/>
                  </a:lnTo>
                  <a:lnTo>
                    <a:pt x="3298520" y="2833348"/>
                  </a:lnTo>
                  <a:lnTo>
                    <a:pt x="3298677" y="2832486"/>
                  </a:lnTo>
                  <a:lnTo>
                    <a:pt x="3299150" y="2831625"/>
                  </a:lnTo>
                  <a:lnTo>
                    <a:pt x="3299308" y="2831625"/>
                  </a:lnTo>
                  <a:lnTo>
                    <a:pt x="3299781" y="2831625"/>
                  </a:lnTo>
                  <a:lnTo>
                    <a:pt x="3299939" y="2831625"/>
                  </a:lnTo>
                  <a:lnTo>
                    <a:pt x="3300097" y="2831195"/>
                  </a:lnTo>
                  <a:lnTo>
                    <a:pt x="3300254" y="2831195"/>
                  </a:lnTo>
                  <a:lnTo>
                    <a:pt x="3300570" y="2831195"/>
                  </a:lnTo>
                  <a:lnTo>
                    <a:pt x="3301201" y="2830764"/>
                  </a:lnTo>
                  <a:lnTo>
                    <a:pt x="3301201" y="2829903"/>
                  </a:lnTo>
                  <a:lnTo>
                    <a:pt x="3301359" y="2829903"/>
                  </a:lnTo>
                  <a:lnTo>
                    <a:pt x="3301359" y="2829472"/>
                  </a:lnTo>
                  <a:lnTo>
                    <a:pt x="3301516" y="2828180"/>
                  </a:lnTo>
                  <a:lnTo>
                    <a:pt x="3301516" y="2827750"/>
                  </a:lnTo>
                  <a:lnTo>
                    <a:pt x="3301674" y="2827750"/>
                  </a:lnTo>
                  <a:lnTo>
                    <a:pt x="3302463" y="2825597"/>
                  </a:lnTo>
                  <a:lnTo>
                    <a:pt x="3302620" y="2825597"/>
                  </a:lnTo>
                  <a:lnTo>
                    <a:pt x="3302778" y="2824305"/>
                  </a:lnTo>
                  <a:lnTo>
                    <a:pt x="3303251" y="2824305"/>
                  </a:lnTo>
                  <a:lnTo>
                    <a:pt x="3303409" y="2823874"/>
                  </a:lnTo>
                  <a:lnTo>
                    <a:pt x="3303409" y="2823444"/>
                  </a:lnTo>
                  <a:lnTo>
                    <a:pt x="3303724" y="2823013"/>
                  </a:lnTo>
                  <a:lnTo>
                    <a:pt x="3303882" y="2822583"/>
                  </a:lnTo>
                  <a:lnTo>
                    <a:pt x="3304197" y="2822583"/>
                  </a:lnTo>
                  <a:lnTo>
                    <a:pt x="3304513" y="2822152"/>
                  </a:lnTo>
                  <a:lnTo>
                    <a:pt x="3304671" y="2822152"/>
                  </a:lnTo>
                  <a:lnTo>
                    <a:pt x="3304828" y="2822152"/>
                  </a:lnTo>
                  <a:lnTo>
                    <a:pt x="3305459" y="2821721"/>
                  </a:lnTo>
                  <a:lnTo>
                    <a:pt x="3305617" y="2821721"/>
                  </a:lnTo>
                  <a:lnTo>
                    <a:pt x="3306090" y="2821721"/>
                  </a:lnTo>
                  <a:lnTo>
                    <a:pt x="3306248" y="2821291"/>
                  </a:lnTo>
                  <a:lnTo>
                    <a:pt x="3306405" y="2821291"/>
                  </a:lnTo>
                  <a:lnTo>
                    <a:pt x="3306879" y="2820860"/>
                  </a:lnTo>
                  <a:lnTo>
                    <a:pt x="3307667" y="2820860"/>
                  </a:lnTo>
                  <a:lnTo>
                    <a:pt x="3307825" y="2820860"/>
                  </a:lnTo>
                  <a:lnTo>
                    <a:pt x="3308614" y="2820860"/>
                  </a:lnTo>
                  <a:lnTo>
                    <a:pt x="3308614" y="2820430"/>
                  </a:lnTo>
                  <a:lnTo>
                    <a:pt x="3308771" y="2820430"/>
                  </a:lnTo>
                  <a:lnTo>
                    <a:pt x="3308929" y="2820430"/>
                  </a:lnTo>
                  <a:lnTo>
                    <a:pt x="3309560" y="2820430"/>
                  </a:lnTo>
                  <a:lnTo>
                    <a:pt x="3309718" y="2820430"/>
                  </a:lnTo>
                  <a:lnTo>
                    <a:pt x="3309718" y="2819999"/>
                  </a:lnTo>
                  <a:lnTo>
                    <a:pt x="3310191" y="2819999"/>
                  </a:lnTo>
                  <a:lnTo>
                    <a:pt x="3311295" y="2818707"/>
                  </a:lnTo>
                  <a:lnTo>
                    <a:pt x="3311452" y="2817846"/>
                  </a:lnTo>
                  <a:lnTo>
                    <a:pt x="3311926" y="2817846"/>
                  </a:lnTo>
                  <a:lnTo>
                    <a:pt x="3312241" y="2817846"/>
                  </a:lnTo>
                  <a:lnTo>
                    <a:pt x="3312556" y="2817846"/>
                  </a:lnTo>
                  <a:lnTo>
                    <a:pt x="3312714" y="2817846"/>
                  </a:lnTo>
                  <a:lnTo>
                    <a:pt x="3313345" y="2817415"/>
                  </a:lnTo>
                  <a:lnTo>
                    <a:pt x="3313661" y="2816554"/>
                  </a:lnTo>
                  <a:lnTo>
                    <a:pt x="3313818" y="2816554"/>
                  </a:lnTo>
                  <a:lnTo>
                    <a:pt x="3313818" y="2816124"/>
                  </a:lnTo>
                  <a:lnTo>
                    <a:pt x="3313976" y="2815693"/>
                  </a:lnTo>
                  <a:lnTo>
                    <a:pt x="3314291" y="2815693"/>
                  </a:lnTo>
                  <a:lnTo>
                    <a:pt x="3314291" y="2815262"/>
                  </a:lnTo>
                  <a:lnTo>
                    <a:pt x="3314607" y="2815262"/>
                  </a:lnTo>
                  <a:lnTo>
                    <a:pt x="3315080" y="2815262"/>
                  </a:lnTo>
                  <a:lnTo>
                    <a:pt x="3315238" y="2815262"/>
                  </a:lnTo>
                  <a:lnTo>
                    <a:pt x="3315395" y="2815262"/>
                  </a:lnTo>
                  <a:lnTo>
                    <a:pt x="3315395" y="2814832"/>
                  </a:lnTo>
                  <a:lnTo>
                    <a:pt x="3316973" y="2812248"/>
                  </a:lnTo>
                  <a:lnTo>
                    <a:pt x="3316973" y="2810956"/>
                  </a:lnTo>
                  <a:lnTo>
                    <a:pt x="3317130" y="2810956"/>
                  </a:lnTo>
                  <a:lnTo>
                    <a:pt x="3317288" y="2810956"/>
                  </a:lnTo>
                  <a:lnTo>
                    <a:pt x="3317446" y="2810956"/>
                  </a:lnTo>
                  <a:lnTo>
                    <a:pt x="3318077" y="2810526"/>
                  </a:lnTo>
                  <a:lnTo>
                    <a:pt x="3318234" y="2810526"/>
                  </a:lnTo>
                  <a:lnTo>
                    <a:pt x="3318550" y="2810526"/>
                  </a:lnTo>
                  <a:lnTo>
                    <a:pt x="3318708" y="2810526"/>
                  </a:lnTo>
                  <a:lnTo>
                    <a:pt x="3318708" y="2810095"/>
                  </a:lnTo>
                  <a:lnTo>
                    <a:pt x="3319181" y="2810095"/>
                  </a:lnTo>
                  <a:lnTo>
                    <a:pt x="3319496" y="2809665"/>
                  </a:lnTo>
                  <a:lnTo>
                    <a:pt x="3320758" y="2809234"/>
                  </a:lnTo>
                  <a:lnTo>
                    <a:pt x="3321073" y="2809234"/>
                  </a:lnTo>
                  <a:lnTo>
                    <a:pt x="3321389" y="2809234"/>
                  </a:lnTo>
                  <a:lnTo>
                    <a:pt x="3321546" y="2809234"/>
                  </a:lnTo>
                  <a:lnTo>
                    <a:pt x="3322808" y="2808373"/>
                  </a:lnTo>
                  <a:lnTo>
                    <a:pt x="3322966" y="2808373"/>
                  </a:lnTo>
                  <a:lnTo>
                    <a:pt x="3323281" y="2808373"/>
                  </a:lnTo>
                  <a:lnTo>
                    <a:pt x="3323597" y="2808373"/>
                  </a:lnTo>
                  <a:lnTo>
                    <a:pt x="3324070" y="2808373"/>
                  </a:lnTo>
                  <a:lnTo>
                    <a:pt x="3324543" y="2808373"/>
                  </a:lnTo>
                  <a:lnTo>
                    <a:pt x="3324701" y="2808373"/>
                  </a:lnTo>
                  <a:lnTo>
                    <a:pt x="3324859" y="2808373"/>
                  </a:lnTo>
                  <a:lnTo>
                    <a:pt x="3325174" y="2807942"/>
                  </a:lnTo>
                  <a:lnTo>
                    <a:pt x="3325332" y="2807942"/>
                  </a:lnTo>
                  <a:lnTo>
                    <a:pt x="3325963" y="2807942"/>
                  </a:lnTo>
                  <a:lnTo>
                    <a:pt x="3326436" y="2807512"/>
                  </a:lnTo>
                  <a:lnTo>
                    <a:pt x="3326593" y="2807512"/>
                  </a:lnTo>
                  <a:lnTo>
                    <a:pt x="3327224" y="2807081"/>
                  </a:lnTo>
                  <a:lnTo>
                    <a:pt x="3327855" y="2806650"/>
                  </a:lnTo>
                  <a:lnTo>
                    <a:pt x="3328013" y="2806650"/>
                  </a:lnTo>
                  <a:lnTo>
                    <a:pt x="3328486" y="2806650"/>
                  </a:lnTo>
                  <a:lnTo>
                    <a:pt x="3328644" y="2806220"/>
                  </a:lnTo>
                  <a:lnTo>
                    <a:pt x="3328801" y="2805359"/>
                  </a:lnTo>
                  <a:lnTo>
                    <a:pt x="3328959" y="2805359"/>
                  </a:lnTo>
                  <a:lnTo>
                    <a:pt x="3329117" y="2805359"/>
                  </a:lnTo>
                  <a:lnTo>
                    <a:pt x="3329432" y="2805359"/>
                  </a:lnTo>
                  <a:lnTo>
                    <a:pt x="3329432" y="2804497"/>
                  </a:lnTo>
                  <a:lnTo>
                    <a:pt x="3329590" y="2804067"/>
                  </a:lnTo>
                  <a:lnTo>
                    <a:pt x="3330063" y="2803636"/>
                  </a:lnTo>
                  <a:lnTo>
                    <a:pt x="3330063" y="2803206"/>
                  </a:lnTo>
                  <a:lnTo>
                    <a:pt x="3330694" y="2803206"/>
                  </a:lnTo>
                  <a:lnTo>
                    <a:pt x="3330852" y="2803206"/>
                  </a:lnTo>
                  <a:lnTo>
                    <a:pt x="3331167" y="2802344"/>
                  </a:lnTo>
                  <a:lnTo>
                    <a:pt x="3331325" y="2801914"/>
                  </a:lnTo>
                  <a:lnTo>
                    <a:pt x="3331640" y="2801483"/>
                  </a:lnTo>
                  <a:lnTo>
                    <a:pt x="3331798" y="2801053"/>
                  </a:lnTo>
                  <a:lnTo>
                    <a:pt x="3332114" y="2801053"/>
                  </a:lnTo>
                  <a:lnTo>
                    <a:pt x="3332271" y="2801053"/>
                  </a:lnTo>
                  <a:lnTo>
                    <a:pt x="3332587" y="2801053"/>
                  </a:lnTo>
                  <a:lnTo>
                    <a:pt x="3332587" y="2800622"/>
                  </a:lnTo>
                  <a:lnTo>
                    <a:pt x="3332744" y="2800622"/>
                  </a:lnTo>
                  <a:lnTo>
                    <a:pt x="3332902" y="2800622"/>
                  </a:lnTo>
                  <a:lnTo>
                    <a:pt x="3333218" y="2799761"/>
                  </a:lnTo>
                  <a:lnTo>
                    <a:pt x="3333533" y="2799761"/>
                  </a:lnTo>
                  <a:lnTo>
                    <a:pt x="3334479" y="2799330"/>
                  </a:lnTo>
                  <a:lnTo>
                    <a:pt x="3334479" y="2798900"/>
                  </a:lnTo>
                  <a:lnTo>
                    <a:pt x="3334637" y="2798900"/>
                  </a:lnTo>
                  <a:lnTo>
                    <a:pt x="3334795" y="2798900"/>
                  </a:lnTo>
                  <a:lnTo>
                    <a:pt x="3334952" y="2798038"/>
                  </a:lnTo>
                  <a:lnTo>
                    <a:pt x="3335110" y="2798038"/>
                  </a:lnTo>
                  <a:lnTo>
                    <a:pt x="3335583" y="2797608"/>
                  </a:lnTo>
                  <a:lnTo>
                    <a:pt x="3335583" y="2797177"/>
                  </a:lnTo>
                  <a:lnTo>
                    <a:pt x="3336057" y="2797177"/>
                  </a:lnTo>
                  <a:lnTo>
                    <a:pt x="3336372" y="2797177"/>
                  </a:lnTo>
                  <a:lnTo>
                    <a:pt x="3336687" y="2797177"/>
                  </a:lnTo>
                  <a:lnTo>
                    <a:pt x="3336845" y="2797177"/>
                  </a:lnTo>
                  <a:lnTo>
                    <a:pt x="3337003" y="2797177"/>
                  </a:lnTo>
                  <a:lnTo>
                    <a:pt x="3337476" y="2797177"/>
                  </a:lnTo>
                  <a:lnTo>
                    <a:pt x="3337791" y="2797177"/>
                  </a:lnTo>
                  <a:lnTo>
                    <a:pt x="3338265" y="2797177"/>
                  </a:lnTo>
                  <a:lnTo>
                    <a:pt x="3338580" y="2797177"/>
                  </a:lnTo>
                  <a:lnTo>
                    <a:pt x="3338895" y="2797177"/>
                  </a:lnTo>
                  <a:lnTo>
                    <a:pt x="3338895" y="2796747"/>
                  </a:lnTo>
                  <a:lnTo>
                    <a:pt x="3339369" y="2795885"/>
                  </a:lnTo>
                  <a:lnTo>
                    <a:pt x="3339526" y="2795885"/>
                  </a:lnTo>
                  <a:lnTo>
                    <a:pt x="3339684" y="2795885"/>
                  </a:lnTo>
                  <a:lnTo>
                    <a:pt x="3339684" y="2795455"/>
                  </a:lnTo>
                  <a:lnTo>
                    <a:pt x="3339842" y="2795024"/>
                  </a:lnTo>
                  <a:lnTo>
                    <a:pt x="3340157" y="2795024"/>
                  </a:lnTo>
                  <a:lnTo>
                    <a:pt x="3340315" y="2795024"/>
                  </a:lnTo>
                  <a:lnTo>
                    <a:pt x="3340946" y="2795024"/>
                  </a:lnTo>
                  <a:lnTo>
                    <a:pt x="3341261" y="2795024"/>
                  </a:lnTo>
                  <a:lnTo>
                    <a:pt x="3341734" y="2795024"/>
                  </a:lnTo>
                  <a:lnTo>
                    <a:pt x="3342050" y="2795024"/>
                  </a:lnTo>
                  <a:lnTo>
                    <a:pt x="3342050" y="2794594"/>
                  </a:lnTo>
                  <a:lnTo>
                    <a:pt x="3342208" y="2794594"/>
                  </a:lnTo>
                  <a:lnTo>
                    <a:pt x="3342365" y="2794594"/>
                  </a:lnTo>
                  <a:lnTo>
                    <a:pt x="3342365" y="2794163"/>
                  </a:lnTo>
                  <a:lnTo>
                    <a:pt x="3342681" y="2793732"/>
                  </a:lnTo>
                  <a:lnTo>
                    <a:pt x="3343312" y="2793732"/>
                  </a:lnTo>
                  <a:lnTo>
                    <a:pt x="3343469" y="2793732"/>
                  </a:lnTo>
                  <a:lnTo>
                    <a:pt x="3343942" y="2793302"/>
                  </a:lnTo>
                  <a:lnTo>
                    <a:pt x="3343942" y="2792871"/>
                  </a:lnTo>
                  <a:lnTo>
                    <a:pt x="3344258" y="2792871"/>
                  </a:lnTo>
                  <a:lnTo>
                    <a:pt x="3344416" y="2792441"/>
                  </a:lnTo>
                  <a:lnTo>
                    <a:pt x="3344416" y="2791579"/>
                  </a:lnTo>
                  <a:lnTo>
                    <a:pt x="3344889" y="2791149"/>
                  </a:lnTo>
                  <a:lnTo>
                    <a:pt x="3345520" y="2791149"/>
                  </a:lnTo>
                  <a:lnTo>
                    <a:pt x="3345835" y="2791149"/>
                  </a:lnTo>
                  <a:lnTo>
                    <a:pt x="3345993" y="2791149"/>
                  </a:lnTo>
                  <a:lnTo>
                    <a:pt x="3345993" y="2790718"/>
                  </a:lnTo>
                  <a:lnTo>
                    <a:pt x="3346150" y="2790288"/>
                  </a:lnTo>
                  <a:lnTo>
                    <a:pt x="3346150" y="2789857"/>
                  </a:lnTo>
                  <a:lnTo>
                    <a:pt x="3346624" y="2789857"/>
                  </a:lnTo>
                  <a:lnTo>
                    <a:pt x="3346781" y="2789857"/>
                  </a:lnTo>
                  <a:lnTo>
                    <a:pt x="3347255" y="2788996"/>
                  </a:lnTo>
                  <a:lnTo>
                    <a:pt x="3347412" y="2788996"/>
                  </a:lnTo>
                  <a:lnTo>
                    <a:pt x="3347885" y="2788996"/>
                  </a:lnTo>
                  <a:lnTo>
                    <a:pt x="3348043" y="2788996"/>
                  </a:lnTo>
                  <a:lnTo>
                    <a:pt x="3348201" y="2788996"/>
                  </a:lnTo>
                  <a:lnTo>
                    <a:pt x="3348516" y="2788996"/>
                  </a:lnTo>
                  <a:lnTo>
                    <a:pt x="3348832" y="2788996"/>
                  </a:lnTo>
                  <a:lnTo>
                    <a:pt x="3348989" y="2788996"/>
                  </a:lnTo>
                  <a:lnTo>
                    <a:pt x="3349305" y="2788996"/>
                  </a:lnTo>
                  <a:lnTo>
                    <a:pt x="3349463" y="2788135"/>
                  </a:lnTo>
                  <a:lnTo>
                    <a:pt x="3349620" y="2788135"/>
                  </a:lnTo>
                  <a:lnTo>
                    <a:pt x="3349936" y="2788135"/>
                  </a:lnTo>
                  <a:lnTo>
                    <a:pt x="3350093" y="2787704"/>
                  </a:lnTo>
                  <a:lnTo>
                    <a:pt x="3350567" y="2787704"/>
                  </a:lnTo>
                  <a:lnTo>
                    <a:pt x="3350724" y="2787704"/>
                  </a:lnTo>
                  <a:lnTo>
                    <a:pt x="3350882" y="2787273"/>
                  </a:lnTo>
                  <a:lnTo>
                    <a:pt x="3351197" y="2786843"/>
                  </a:lnTo>
                  <a:lnTo>
                    <a:pt x="3351513" y="2786843"/>
                  </a:lnTo>
                  <a:lnTo>
                    <a:pt x="3351513" y="2786412"/>
                  </a:lnTo>
                  <a:lnTo>
                    <a:pt x="3351671" y="2786412"/>
                  </a:lnTo>
                  <a:lnTo>
                    <a:pt x="3351671" y="2785551"/>
                  </a:lnTo>
                  <a:lnTo>
                    <a:pt x="3351828" y="2785551"/>
                  </a:lnTo>
                  <a:lnTo>
                    <a:pt x="3352459" y="2785120"/>
                  </a:lnTo>
                  <a:lnTo>
                    <a:pt x="3352617" y="2785120"/>
                  </a:lnTo>
                  <a:lnTo>
                    <a:pt x="3353090" y="2785120"/>
                  </a:lnTo>
                  <a:lnTo>
                    <a:pt x="3353248" y="2785120"/>
                  </a:lnTo>
                  <a:lnTo>
                    <a:pt x="3353406" y="2785120"/>
                  </a:lnTo>
                  <a:lnTo>
                    <a:pt x="3353563" y="2784259"/>
                  </a:lnTo>
                  <a:lnTo>
                    <a:pt x="3353721" y="2784259"/>
                  </a:lnTo>
                  <a:lnTo>
                    <a:pt x="3353879" y="2784259"/>
                  </a:lnTo>
                  <a:lnTo>
                    <a:pt x="3354352" y="2784259"/>
                  </a:lnTo>
                  <a:lnTo>
                    <a:pt x="3354667" y="2784259"/>
                  </a:lnTo>
                  <a:lnTo>
                    <a:pt x="3354667" y="2783829"/>
                  </a:lnTo>
                  <a:lnTo>
                    <a:pt x="3354825" y="2783829"/>
                  </a:lnTo>
                  <a:lnTo>
                    <a:pt x="3354983" y="2783829"/>
                  </a:lnTo>
                  <a:lnTo>
                    <a:pt x="3355298" y="2783398"/>
                  </a:lnTo>
                  <a:lnTo>
                    <a:pt x="3355456" y="2783398"/>
                  </a:lnTo>
                  <a:lnTo>
                    <a:pt x="3355456" y="2782967"/>
                  </a:lnTo>
                  <a:lnTo>
                    <a:pt x="3355614" y="2782967"/>
                  </a:lnTo>
                  <a:lnTo>
                    <a:pt x="3356244" y="2782537"/>
                  </a:lnTo>
                  <a:lnTo>
                    <a:pt x="3356402" y="2782537"/>
                  </a:lnTo>
                  <a:lnTo>
                    <a:pt x="3357979" y="2780814"/>
                  </a:lnTo>
                  <a:lnTo>
                    <a:pt x="3358137" y="2780814"/>
                  </a:lnTo>
                  <a:lnTo>
                    <a:pt x="3358137" y="2780384"/>
                  </a:lnTo>
                  <a:lnTo>
                    <a:pt x="3358295" y="2779953"/>
                  </a:lnTo>
                  <a:lnTo>
                    <a:pt x="3358926" y="2779953"/>
                  </a:lnTo>
                  <a:lnTo>
                    <a:pt x="3358926" y="2779523"/>
                  </a:lnTo>
                  <a:lnTo>
                    <a:pt x="3358926" y="2779092"/>
                  </a:lnTo>
                  <a:lnTo>
                    <a:pt x="3359241" y="2778661"/>
                  </a:lnTo>
                  <a:lnTo>
                    <a:pt x="3359399" y="2778661"/>
                  </a:lnTo>
                  <a:lnTo>
                    <a:pt x="3359557" y="2778231"/>
                  </a:lnTo>
                  <a:lnTo>
                    <a:pt x="3359714" y="2778231"/>
                  </a:lnTo>
                  <a:lnTo>
                    <a:pt x="3360187" y="2777800"/>
                  </a:lnTo>
                  <a:lnTo>
                    <a:pt x="3360345" y="2777800"/>
                  </a:lnTo>
                  <a:lnTo>
                    <a:pt x="3360661" y="2777370"/>
                  </a:lnTo>
                  <a:lnTo>
                    <a:pt x="3360818" y="2776939"/>
                  </a:lnTo>
                  <a:lnTo>
                    <a:pt x="3361449" y="2775647"/>
                  </a:lnTo>
                  <a:lnTo>
                    <a:pt x="3361449" y="2775217"/>
                  </a:lnTo>
                  <a:lnTo>
                    <a:pt x="3361607" y="2774786"/>
                  </a:lnTo>
                  <a:lnTo>
                    <a:pt x="3362080" y="2774786"/>
                  </a:lnTo>
                  <a:lnTo>
                    <a:pt x="3362238" y="2774786"/>
                  </a:lnTo>
                  <a:lnTo>
                    <a:pt x="3362553" y="2774786"/>
                  </a:lnTo>
                  <a:lnTo>
                    <a:pt x="3362711" y="2773925"/>
                  </a:lnTo>
                  <a:lnTo>
                    <a:pt x="3362869" y="2773925"/>
                  </a:lnTo>
                  <a:lnTo>
                    <a:pt x="3363026" y="2773925"/>
                  </a:lnTo>
                  <a:lnTo>
                    <a:pt x="3363184" y="2773925"/>
                  </a:lnTo>
                  <a:lnTo>
                    <a:pt x="3363657" y="2773925"/>
                  </a:lnTo>
                  <a:lnTo>
                    <a:pt x="3363973" y="2773925"/>
                  </a:lnTo>
                  <a:lnTo>
                    <a:pt x="3364130" y="2773064"/>
                  </a:lnTo>
                  <a:lnTo>
                    <a:pt x="3364761" y="2772633"/>
                  </a:lnTo>
                  <a:lnTo>
                    <a:pt x="3365077" y="2772633"/>
                  </a:lnTo>
                  <a:lnTo>
                    <a:pt x="3365708" y="2772202"/>
                  </a:lnTo>
                  <a:lnTo>
                    <a:pt x="3365865" y="2772202"/>
                  </a:lnTo>
                  <a:lnTo>
                    <a:pt x="3366181" y="2772202"/>
                  </a:lnTo>
                  <a:lnTo>
                    <a:pt x="3366338" y="2772202"/>
                  </a:lnTo>
                  <a:lnTo>
                    <a:pt x="3366654" y="2771772"/>
                  </a:lnTo>
                  <a:lnTo>
                    <a:pt x="3366812" y="2771772"/>
                  </a:lnTo>
                  <a:lnTo>
                    <a:pt x="3367127" y="2771341"/>
                  </a:lnTo>
                  <a:lnTo>
                    <a:pt x="3367285" y="2771341"/>
                  </a:lnTo>
                  <a:lnTo>
                    <a:pt x="3368073" y="2770049"/>
                  </a:lnTo>
                  <a:lnTo>
                    <a:pt x="3368231" y="2770049"/>
                  </a:lnTo>
                  <a:lnTo>
                    <a:pt x="3368546" y="2770049"/>
                  </a:lnTo>
                  <a:lnTo>
                    <a:pt x="3368704" y="2768758"/>
                  </a:lnTo>
                  <a:lnTo>
                    <a:pt x="3368862" y="2768758"/>
                  </a:lnTo>
                  <a:lnTo>
                    <a:pt x="3369808" y="2768758"/>
                  </a:lnTo>
                  <a:lnTo>
                    <a:pt x="3370124" y="2768758"/>
                  </a:lnTo>
                  <a:lnTo>
                    <a:pt x="3371228" y="2767466"/>
                  </a:lnTo>
                  <a:lnTo>
                    <a:pt x="3371543" y="2767466"/>
                  </a:lnTo>
                  <a:lnTo>
                    <a:pt x="3371701" y="2767466"/>
                  </a:lnTo>
                  <a:lnTo>
                    <a:pt x="3371859" y="2767035"/>
                  </a:lnTo>
                  <a:lnTo>
                    <a:pt x="3372332" y="2766605"/>
                  </a:lnTo>
                  <a:lnTo>
                    <a:pt x="3372489" y="2766605"/>
                  </a:lnTo>
                  <a:lnTo>
                    <a:pt x="3372647" y="2766605"/>
                  </a:lnTo>
                  <a:lnTo>
                    <a:pt x="3372805" y="2766174"/>
                  </a:lnTo>
                  <a:lnTo>
                    <a:pt x="3373120" y="2765313"/>
                  </a:lnTo>
                  <a:lnTo>
                    <a:pt x="3373278" y="2765313"/>
                  </a:lnTo>
                  <a:lnTo>
                    <a:pt x="3373436" y="2764452"/>
                  </a:lnTo>
                  <a:lnTo>
                    <a:pt x="3373593" y="2764452"/>
                  </a:lnTo>
                  <a:lnTo>
                    <a:pt x="3373751" y="2764452"/>
                  </a:lnTo>
                  <a:lnTo>
                    <a:pt x="3373909" y="2764452"/>
                  </a:lnTo>
                  <a:lnTo>
                    <a:pt x="3373909" y="2764021"/>
                  </a:lnTo>
                  <a:lnTo>
                    <a:pt x="3374067" y="2764021"/>
                  </a:lnTo>
                  <a:lnTo>
                    <a:pt x="3374224" y="2763590"/>
                  </a:lnTo>
                  <a:lnTo>
                    <a:pt x="3374382" y="2763590"/>
                  </a:lnTo>
                  <a:lnTo>
                    <a:pt x="3375013" y="2762729"/>
                  </a:lnTo>
                  <a:lnTo>
                    <a:pt x="3375171" y="2762729"/>
                  </a:lnTo>
                  <a:lnTo>
                    <a:pt x="3375644" y="2762729"/>
                  </a:lnTo>
                  <a:lnTo>
                    <a:pt x="3375802" y="2762729"/>
                  </a:lnTo>
                  <a:lnTo>
                    <a:pt x="3375959" y="2762729"/>
                  </a:lnTo>
                  <a:lnTo>
                    <a:pt x="3377063" y="2759284"/>
                  </a:lnTo>
                  <a:lnTo>
                    <a:pt x="3377379" y="2758423"/>
                  </a:lnTo>
                  <a:lnTo>
                    <a:pt x="3377536" y="2758423"/>
                  </a:lnTo>
                  <a:lnTo>
                    <a:pt x="3377536" y="2757993"/>
                  </a:lnTo>
                  <a:lnTo>
                    <a:pt x="3378167" y="2757993"/>
                  </a:lnTo>
                  <a:lnTo>
                    <a:pt x="3379114" y="2757562"/>
                  </a:lnTo>
                  <a:lnTo>
                    <a:pt x="3379902" y="2757562"/>
                  </a:lnTo>
                  <a:lnTo>
                    <a:pt x="3380375" y="2757131"/>
                  </a:lnTo>
                  <a:lnTo>
                    <a:pt x="3381006" y="2757131"/>
                  </a:lnTo>
                  <a:lnTo>
                    <a:pt x="3381164" y="2757131"/>
                  </a:lnTo>
                  <a:lnTo>
                    <a:pt x="3381322" y="2757131"/>
                  </a:lnTo>
                  <a:lnTo>
                    <a:pt x="3381479" y="2757131"/>
                  </a:lnTo>
                  <a:lnTo>
                    <a:pt x="3381637" y="2755840"/>
                  </a:lnTo>
                  <a:lnTo>
                    <a:pt x="3381795" y="2755840"/>
                  </a:lnTo>
                  <a:lnTo>
                    <a:pt x="3382110" y="2755409"/>
                  </a:lnTo>
                  <a:lnTo>
                    <a:pt x="3382426" y="2755409"/>
                  </a:lnTo>
                  <a:lnTo>
                    <a:pt x="3383530" y="2754117"/>
                  </a:lnTo>
                  <a:lnTo>
                    <a:pt x="3383687" y="2753687"/>
                  </a:lnTo>
                  <a:lnTo>
                    <a:pt x="3383687" y="2752825"/>
                  </a:lnTo>
                  <a:lnTo>
                    <a:pt x="3383687" y="2752395"/>
                  </a:lnTo>
                  <a:lnTo>
                    <a:pt x="3383845" y="2752395"/>
                  </a:lnTo>
                  <a:lnTo>
                    <a:pt x="3384318" y="2751964"/>
                  </a:lnTo>
                  <a:lnTo>
                    <a:pt x="3384476" y="2751964"/>
                  </a:lnTo>
                  <a:lnTo>
                    <a:pt x="3384634" y="2751964"/>
                  </a:lnTo>
                  <a:lnTo>
                    <a:pt x="3384791" y="2751534"/>
                  </a:lnTo>
                  <a:lnTo>
                    <a:pt x="3384949" y="2751534"/>
                  </a:lnTo>
                  <a:lnTo>
                    <a:pt x="3384949" y="2751103"/>
                  </a:lnTo>
                  <a:lnTo>
                    <a:pt x="3385422" y="2749811"/>
                  </a:lnTo>
                  <a:lnTo>
                    <a:pt x="3385895" y="2749811"/>
                  </a:lnTo>
                  <a:lnTo>
                    <a:pt x="3386053" y="2749811"/>
                  </a:lnTo>
                  <a:lnTo>
                    <a:pt x="3386211" y="2749811"/>
                  </a:lnTo>
                  <a:lnTo>
                    <a:pt x="3386526" y="2749811"/>
                  </a:lnTo>
                  <a:lnTo>
                    <a:pt x="3386842" y="2749811"/>
                  </a:lnTo>
                  <a:lnTo>
                    <a:pt x="3387000" y="2749811"/>
                  </a:lnTo>
                  <a:lnTo>
                    <a:pt x="3387315" y="2749381"/>
                  </a:lnTo>
                  <a:lnTo>
                    <a:pt x="3387473" y="2749381"/>
                  </a:lnTo>
                  <a:lnTo>
                    <a:pt x="3387788" y="2749381"/>
                  </a:lnTo>
                  <a:lnTo>
                    <a:pt x="3388104" y="2748950"/>
                  </a:lnTo>
                  <a:lnTo>
                    <a:pt x="3388419" y="2748950"/>
                  </a:lnTo>
                  <a:lnTo>
                    <a:pt x="3388419" y="2748519"/>
                  </a:lnTo>
                  <a:lnTo>
                    <a:pt x="3388892" y="2748089"/>
                  </a:lnTo>
                  <a:lnTo>
                    <a:pt x="3389050" y="2748089"/>
                  </a:lnTo>
                  <a:lnTo>
                    <a:pt x="3389050" y="2747658"/>
                  </a:lnTo>
                  <a:lnTo>
                    <a:pt x="3389208" y="2747658"/>
                  </a:lnTo>
                  <a:lnTo>
                    <a:pt x="3389523" y="2747228"/>
                  </a:lnTo>
                  <a:lnTo>
                    <a:pt x="3389681" y="2747228"/>
                  </a:lnTo>
                  <a:lnTo>
                    <a:pt x="3391100" y="2746797"/>
                  </a:lnTo>
                  <a:lnTo>
                    <a:pt x="3391100" y="2746366"/>
                  </a:lnTo>
                  <a:lnTo>
                    <a:pt x="3391100" y="2745936"/>
                  </a:lnTo>
                  <a:lnTo>
                    <a:pt x="3391416" y="2744644"/>
                  </a:lnTo>
                  <a:lnTo>
                    <a:pt x="3391573" y="2744644"/>
                  </a:lnTo>
                  <a:lnTo>
                    <a:pt x="3391573" y="2744213"/>
                  </a:lnTo>
                  <a:lnTo>
                    <a:pt x="3391889" y="2744213"/>
                  </a:lnTo>
                  <a:lnTo>
                    <a:pt x="3391889" y="2743783"/>
                  </a:lnTo>
                  <a:lnTo>
                    <a:pt x="3392362" y="2743783"/>
                  </a:lnTo>
                  <a:lnTo>
                    <a:pt x="3393151" y="2743783"/>
                  </a:lnTo>
                  <a:lnTo>
                    <a:pt x="3393308" y="2743783"/>
                  </a:lnTo>
                  <a:lnTo>
                    <a:pt x="3393466" y="2743783"/>
                  </a:lnTo>
                  <a:lnTo>
                    <a:pt x="3393624" y="2743352"/>
                  </a:lnTo>
                  <a:lnTo>
                    <a:pt x="3393624" y="2742922"/>
                  </a:lnTo>
                  <a:lnTo>
                    <a:pt x="3393781" y="2742922"/>
                  </a:lnTo>
                  <a:lnTo>
                    <a:pt x="3393939" y="2742922"/>
                  </a:lnTo>
                  <a:lnTo>
                    <a:pt x="3394412" y="2742491"/>
                  </a:lnTo>
                  <a:lnTo>
                    <a:pt x="3395201" y="2742060"/>
                  </a:lnTo>
                  <a:lnTo>
                    <a:pt x="3395359" y="2741199"/>
                  </a:lnTo>
                  <a:lnTo>
                    <a:pt x="3395516" y="2740769"/>
                  </a:lnTo>
                  <a:lnTo>
                    <a:pt x="3395989" y="2739907"/>
                  </a:lnTo>
                  <a:lnTo>
                    <a:pt x="3396463" y="2739046"/>
                  </a:lnTo>
                  <a:lnTo>
                    <a:pt x="3397251" y="2739046"/>
                  </a:lnTo>
                  <a:lnTo>
                    <a:pt x="3397251" y="2738616"/>
                  </a:lnTo>
                  <a:lnTo>
                    <a:pt x="3397251" y="2738185"/>
                  </a:lnTo>
                  <a:lnTo>
                    <a:pt x="3397409" y="2738185"/>
                  </a:lnTo>
                  <a:lnTo>
                    <a:pt x="3397567" y="2738185"/>
                  </a:lnTo>
                  <a:lnTo>
                    <a:pt x="3398355" y="2737324"/>
                  </a:lnTo>
                  <a:lnTo>
                    <a:pt x="3399302" y="2736463"/>
                  </a:lnTo>
                  <a:lnTo>
                    <a:pt x="3399459" y="2736463"/>
                  </a:lnTo>
                  <a:lnTo>
                    <a:pt x="3399617" y="2736463"/>
                  </a:lnTo>
                  <a:lnTo>
                    <a:pt x="3400563" y="2736463"/>
                  </a:lnTo>
                  <a:lnTo>
                    <a:pt x="3400721" y="2736463"/>
                  </a:lnTo>
                  <a:lnTo>
                    <a:pt x="3400879" y="2736032"/>
                  </a:lnTo>
                  <a:lnTo>
                    <a:pt x="3401036" y="2736032"/>
                  </a:lnTo>
                  <a:lnTo>
                    <a:pt x="3401510" y="2736032"/>
                  </a:lnTo>
                  <a:lnTo>
                    <a:pt x="3401667" y="2735171"/>
                  </a:lnTo>
                  <a:lnTo>
                    <a:pt x="3402140" y="2735171"/>
                  </a:lnTo>
                  <a:lnTo>
                    <a:pt x="3402298" y="2735171"/>
                  </a:lnTo>
                  <a:lnTo>
                    <a:pt x="3402456" y="2734740"/>
                  </a:lnTo>
                  <a:lnTo>
                    <a:pt x="3402614" y="2734740"/>
                  </a:lnTo>
                  <a:lnTo>
                    <a:pt x="3402771" y="2734310"/>
                  </a:lnTo>
                  <a:lnTo>
                    <a:pt x="3402929" y="2734310"/>
                  </a:lnTo>
                  <a:lnTo>
                    <a:pt x="3403087" y="2734310"/>
                  </a:lnTo>
                  <a:lnTo>
                    <a:pt x="3403245" y="2734310"/>
                  </a:lnTo>
                  <a:lnTo>
                    <a:pt x="3403402" y="2734310"/>
                  </a:lnTo>
                  <a:lnTo>
                    <a:pt x="3403560" y="2734310"/>
                  </a:lnTo>
                  <a:lnTo>
                    <a:pt x="3403718" y="2734310"/>
                  </a:lnTo>
                  <a:lnTo>
                    <a:pt x="3404033" y="2734310"/>
                  </a:lnTo>
                  <a:lnTo>
                    <a:pt x="3406557" y="2730434"/>
                  </a:lnTo>
                  <a:lnTo>
                    <a:pt x="3406714" y="2730434"/>
                  </a:lnTo>
                  <a:lnTo>
                    <a:pt x="3407187" y="2730434"/>
                  </a:lnTo>
                  <a:lnTo>
                    <a:pt x="3407503" y="2730434"/>
                  </a:lnTo>
                  <a:lnTo>
                    <a:pt x="3407976" y="2730434"/>
                  </a:lnTo>
                  <a:lnTo>
                    <a:pt x="3407976" y="2730004"/>
                  </a:lnTo>
                  <a:lnTo>
                    <a:pt x="3408291" y="2730004"/>
                  </a:lnTo>
                  <a:lnTo>
                    <a:pt x="3408765" y="2730004"/>
                  </a:lnTo>
                  <a:lnTo>
                    <a:pt x="3408765" y="2729573"/>
                  </a:lnTo>
                  <a:lnTo>
                    <a:pt x="3409080" y="2729142"/>
                  </a:lnTo>
                  <a:lnTo>
                    <a:pt x="3409238" y="2729142"/>
                  </a:lnTo>
                  <a:lnTo>
                    <a:pt x="3409396" y="2729142"/>
                  </a:lnTo>
                  <a:lnTo>
                    <a:pt x="3409553" y="2729142"/>
                  </a:lnTo>
                  <a:lnTo>
                    <a:pt x="3409711" y="2729142"/>
                  </a:lnTo>
                  <a:lnTo>
                    <a:pt x="3410184" y="2729142"/>
                  </a:lnTo>
                  <a:lnTo>
                    <a:pt x="3410500" y="2729142"/>
                  </a:lnTo>
                  <a:lnTo>
                    <a:pt x="3410815" y="2729142"/>
                  </a:lnTo>
                  <a:lnTo>
                    <a:pt x="3411446" y="2728712"/>
                  </a:lnTo>
                  <a:lnTo>
                    <a:pt x="3411604" y="2728712"/>
                  </a:lnTo>
                  <a:lnTo>
                    <a:pt x="3411761" y="2728712"/>
                  </a:lnTo>
                  <a:lnTo>
                    <a:pt x="3412234" y="2728712"/>
                  </a:lnTo>
                  <a:lnTo>
                    <a:pt x="3412550" y="2728712"/>
                  </a:lnTo>
                  <a:lnTo>
                    <a:pt x="3412708" y="2727851"/>
                  </a:lnTo>
                  <a:lnTo>
                    <a:pt x="3412865" y="2727851"/>
                  </a:lnTo>
                  <a:lnTo>
                    <a:pt x="3413023" y="2727851"/>
                  </a:lnTo>
                  <a:lnTo>
                    <a:pt x="3413496" y="2727851"/>
                  </a:lnTo>
                  <a:lnTo>
                    <a:pt x="3414127" y="2727851"/>
                  </a:lnTo>
                  <a:lnTo>
                    <a:pt x="3414600" y="2727420"/>
                  </a:lnTo>
                  <a:lnTo>
                    <a:pt x="3415073" y="2726559"/>
                  </a:lnTo>
                  <a:lnTo>
                    <a:pt x="3415231" y="2726559"/>
                  </a:lnTo>
                  <a:lnTo>
                    <a:pt x="3415231" y="2726128"/>
                  </a:lnTo>
                  <a:lnTo>
                    <a:pt x="3415389" y="2726128"/>
                  </a:lnTo>
                  <a:lnTo>
                    <a:pt x="3416020" y="2726128"/>
                  </a:lnTo>
                  <a:lnTo>
                    <a:pt x="3416493" y="2726128"/>
                  </a:lnTo>
                  <a:lnTo>
                    <a:pt x="3416808" y="2726128"/>
                  </a:lnTo>
                  <a:lnTo>
                    <a:pt x="3417281" y="2726128"/>
                  </a:lnTo>
                  <a:lnTo>
                    <a:pt x="3417597" y="2725698"/>
                  </a:lnTo>
                  <a:lnTo>
                    <a:pt x="3417755" y="2724406"/>
                  </a:lnTo>
                  <a:lnTo>
                    <a:pt x="3418385" y="2724406"/>
                  </a:lnTo>
                  <a:lnTo>
                    <a:pt x="3418859" y="2724406"/>
                  </a:lnTo>
                  <a:lnTo>
                    <a:pt x="3419332" y="2724406"/>
                  </a:lnTo>
                  <a:lnTo>
                    <a:pt x="3419489" y="2724406"/>
                  </a:lnTo>
                  <a:lnTo>
                    <a:pt x="3419647" y="2724406"/>
                  </a:lnTo>
                  <a:lnTo>
                    <a:pt x="3419805" y="2724406"/>
                  </a:lnTo>
                  <a:lnTo>
                    <a:pt x="3419963" y="2724406"/>
                  </a:lnTo>
                  <a:lnTo>
                    <a:pt x="3420120" y="2724406"/>
                  </a:lnTo>
                  <a:lnTo>
                    <a:pt x="3420278" y="2724406"/>
                  </a:lnTo>
                  <a:lnTo>
                    <a:pt x="3420751" y="2724406"/>
                  </a:lnTo>
                  <a:lnTo>
                    <a:pt x="3421067" y="2723545"/>
                  </a:lnTo>
                  <a:lnTo>
                    <a:pt x="3421224" y="2723545"/>
                  </a:lnTo>
                  <a:lnTo>
                    <a:pt x="3421382" y="2723545"/>
                  </a:lnTo>
                  <a:lnTo>
                    <a:pt x="3421855" y="2723114"/>
                  </a:lnTo>
                  <a:lnTo>
                    <a:pt x="3422644" y="2723114"/>
                  </a:lnTo>
                  <a:lnTo>
                    <a:pt x="3422644" y="2722683"/>
                  </a:lnTo>
                  <a:lnTo>
                    <a:pt x="3423117" y="2722683"/>
                  </a:lnTo>
                  <a:lnTo>
                    <a:pt x="3423906" y="2720530"/>
                  </a:lnTo>
                  <a:lnTo>
                    <a:pt x="3424221" y="2720100"/>
                  </a:lnTo>
                  <a:lnTo>
                    <a:pt x="3424221" y="2719669"/>
                  </a:lnTo>
                  <a:lnTo>
                    <a:pt x="3424379" y="2719669"/>
                  </a:lnTo>
                  <a:lnTo>
                    <a:pt x="3424694" y="2719669"/>
                  </a:lnTo>
                  <a:lnTo>
                    <a:pt x="3425167" y="2719239"/>
                  </a:lnTo>
                  <a:lnTo>
                    <a:pt x="3425483" y="2719239"/>
                  </a:lnTo>
                  <a:lnTo>
                    <a:pt x="3425956" y="2718808"/>
                  </a:lnTo>
                  <a:lnTo>
                    <a:pt x="3426271" y="2718377"/>
                  </a:lnTo>
                  <a:lnTo>
                    <a:pt x="3426587" y="2718377"/>
                  </a:lnTo>
                  <a:lnTo>
                    <a:pt x="3426745" y="2718377"/>
                  </a:lnTo>
                  <a:lnTo>
                    <a:pt x="3426902" y="2718377"/>
                  </a:lnTo>
                  <a:lnTo>
                    <a:pt x="3427060" y="2718377"/>
                  </a:lnTo>
                  <a:lnTo>
                    <a:pt x="3427533" y="2718377"/>
                  </a:lnTo>
                  <a:lnTo>
                    <a:pt x="3427691" y="2718377"/>
                  </a:lnTo>
                  <a:lnTo>
                    <a:pt x="3427849" y="2718377"/>
                  </a:lnTo>
                  <a:lnTo>
                    <a:pt x="3428164" y="2718377"/>
                  </a:lnTo>
                  <a:lnTo>
                    <a:pt x="3428795" y="2717516"/>
                  </a:lnTo>
                  <a:lnTo>
                    <a:pt x="3429110" y="2717516"/>
                  </a:lnTo>
                  <a:lnTo>
                    <a:pt x="3429268" y="2717516"/>
                  </a:lnTo>
                  <a:lnTo>
                    <a:pt x="3429426" y="2717516"/>
                  </a:lnTo>
                  <a:lnTo>
                    <a:pt x="3429583" y="2717516"/>
                  </a:lnTo>
                  <a:lnTo>
                    <a:pt x="3429741" y="2717516"/>
                  </a:lnTo>
                  <a:lnTo>
                    <a:pt x="3429899" y="2717086"/>
                  </a:lnTo>
                  <a:lnTo>
                    <a:pt x="3430372" y="2717086"/>
                  </a:lnTo>
                  <a:lnTo>
                    <a:pt x="3430530" y="2716655"/>
                  </a:lnTo>
                  <a:lnTo>
                    <a:pt x="3430687" y="2716655"/>
                  </a:lnTo>
                  <a:lnTo>
                    <a:pt x="3431003" y="2716655"/>
                  </a:lnTo>
                  <a:lnTo>
                    <a:pt x="3431161" y="2716655"/>
                  </a:lnTo>
                  <a:lnTo>
                    <a:pt x="3431161" y="2715794"/>
                  </a:lnTo>
                  <a:lnTo>
                    <a:pt x="3431318" y="2715363"/>
                  </a:lnTo>
                  <a:lnTo>
                    <a:pt x="3431949" y="2715363"/>
                  </a:lnTo>
                  <a:lnTo>
                    <a:pt x="3432265" y="2714933"/>
                  </a:lnTo>
                  <a:lnTo>
                    <a:pt x="3432580" y="2714933"/>
                  </a:lnTo>
                  <a:lnTo>
                    <a:pt x="3432738" y="2714502"/>
                  </a:lnTo>
                  <a:lnTo>
                    <a:pt x="3433053" y="2714502"/>
                  </a:lnTo>
                  <a:lnTo>
                    <a:pt x="3433053" y="2713210"/>
                  </a:lnTo>
                  <a:lnTo>
                    <a:pt x="3433211" y="2713210"/>
                  </a:lnTo>
                  <a:lnTo>
                    <a:pt x="3433369" y="2713210"/>
                  </a:lnTo>
                  <a:lnTo>
                    <a:pt x="3433684" y="2712780"/>
                  </a:lnTo>
                  <a:lnTo>
                    <a:pt x="3434157" y="2712780"/>
                  </a:lnTo>
                  <a:lnTo>
                    <a:pt x="3434630" y="2711057"/>
                  </a:lnTo>
                  <a:lnTo>
                    <a:pt x="3434788" y="2711057"/>
                  </a:lnTo>
                  <a:lnTo>
                    <a:pt x="3434946" y="2711057"/>
                  </a:lnTo>
                  <a:lnTo>
                    <a:pt x="3435104" y="2711057"/>
                  </a:lnTo>
                  <a:lnTo>
                    <a:pt x="3435261" y="2711057"/>
                  </a:lnTo>
                  <a:lnTo>
                    <a:pt x="3435261" y="2710627"/>
                  </a:lnTo>
                  <a:lnTo>
                    <a:pt x="3436050" y="2710196"/>
                  </a:lnTo>
                  <a:lnTo>
                    <a:pt x="3436208" y="2710196"/>
                  </a:lnTo>
                  <a:lnTo>
                    <a:pt x="3436365" y="2709765"/>
                  </a:lnTo>
                  <a:lnTo>
                    <a:pt x="3436681" y="2709335"/>
                  </a:lnTo>
                  <a:lnTo>
                    <a:pt x="3436996" y="2708904"/>
                  </a:lnTo>
                  <a:lnTo>
                    <a:pt x="3437785" y="2708904"/>
                  </a:lnTo>
                  <a:lnTo>
                    <a:pt x="3437943" y="2708904"/>
                  </a:lnTo>
                  <a:lnTo>
                    <a:pt x="3438100" y="2708904"/>
                  </a:lnTo>
                  <a:lnTo>
                    <a:pt x="3438258" y="2708904"/>
                  </a:lnTo>
                  <a:lnTo>
                    <a:pt x="3438573" y="2708474"/>
                  </a:lnTo>
                  <a:lnTo>
                    <a:pt x="3438731" y="2708474"/>
                  </a:lnTo>
                  <a:lnTo>
                    <a:pt x="3439047" y="2708474"/>
                  </a:lnTo>
                  <a:lnTo>
                    <a:pt x="3439362" y="2708474"/>
                  </a:lnTo>
                  <a:lnTo>
                    <a:pt x="3439520" y="2708474"/>
                  </a:lnTo>
                  <a:lnTo>
                    <a:pt x="3439993" y="2707182"/>
                  </a:lnTo>
                  <a:lnTo>
                    <a:pt x="3440151" y="2707182"/>
                  </a:lnTo>
                  <a:lnTo>
                    <a:pt x="3440308" y="2707182"/>
                  </a:lnTo>
                  <a:lnTo>
                    <a:pt x="3440466" y="2707182"/>
                  </a:lnTo>
                  <a:lnTo>
                    <a:pt x="3440624" y="2706751"/>
                  </a:lnTo>
                  <a:lnTo>
                    <a:pt x="3441255" y="2705890"/>
                  </a:lnTo>
                  <a:lnTo>
                    <a:pt x="3441412" y="2705890"/>
                  </a:lnTo>
                  <a:lnTo>
                    <a:pt x="3441728" y="2705890"/>
                  </a:lnTo>
                  <a:lnTo>
                    <a:pt x="3442359" y="2705890"/>
                  </a:lnTo>
                  <a:lnTo>
                    <a:pt x="3442516" y="2705459"/>
                  </a:lnTo>
                  <a:lnTo>
                    <a:pt x="3442990" y="2705029"/>
                  </a:lnTo>
                  <a:lnTo>
                    <a:pt x="3443305" y="2705029"/>
                  </a:lnTo>
                  <a:lnTo>
                    <a:pt x="3443620" y="2705029"/>
                  </a:lnTo>
                  <a:lnTo>
                    <a:pt x="3443620" y="2704598"/>
                  </a:lnTo>
                  <a:lnTo>
                    <a:pt x="3443778" y="2704598"/>
                  </a:lnTo>
                  <a:lnTo>
                    <a:pt x="3444094" y="2704598"/>
                  </a:lnTo>
                  <a:lnTo>
                    <a:pt x="3444567" y="2703737"/>
                  </a:lnTo>
                  <a:lnTo>
                    <a:pt x="3444882" y="2703737"/>
                  </a:lnTo>
                  <a:lnTo>
                    <a:pt x="3445040" y="2703737"/>
                  </a:lnTo>
                  <a:lnTo>
                    <a:pt x="3445355" y="2703306"/>
                  </a:lnTo>
                  <a:lnTo>
                    <a:pt x="3446144" y="2703306"/>
                  </a:lnTo>
                  <a:lnTo>
                    <a:pt x="3446302" y="2702876"/>
                  </a:lnTo>
                  <a:lnTo>
                    <a:pt x="3447090" y="2702015"/>
                  </a:lnTo>
                  <a:lnTo>
                    <a:pt x="3447248" y="2702015"/>
                  </a:lnTo>
                  <a:lnTo>
                    <a:pt x="3447406" y="2702015"/>
                  </a:lnTo>
                  <a:lnTo>
                    <a:pt x="3447563" y="2702015"/>
                  </a:lnTo>
                  <a:lnTo>
                    <a:pt x="3447721" y="2702015"/>
                  </a:lnTo>
                  <a:lnTo>
                    <a:pt x="3448036" y="2702015"/>
                  </a:lnTo>
                  <a:lnTo>
                    <a:pt x="3448194" y="2702015"/>
                  </a:lnTo>
                  <a:lnTo>
                    <a:pt x="3448352" y="2702015"/>
                  </a:lnTo>
                  <a:lnTo>
                    <a:pt x="3448510" y="2702015"/>
                  </a:lnTo>
                  <a:lnTo>
                    <a:pt x="3448667" y="2701584"/>
                  </a:lnTo>
                  <a:lnTo>
                    <a:pt x="3448983" y="2701584"/>
                  </a:lnTo>
                  <a:lnTo>
                    <a:pt x="3449141" y="2701584"/>
                  </a:lnTo>
                  <a:lnTo>
                    <a:pt x="3449298" y="2701584"/>
                  </a:lnTo>
                  <a:lnTo>
                    <a:pt x="3449298" y="2701153"/>
                  </a:lnTo>
                  <a:lnTo>
                    <a:pt x="3449456" y="2701153"/>
                  </a:lnTo>
                  <a:lnTo>
                    <a:pt x="3450087" y="2700723"/>
                  </a:lnTo>
                  <a:lnTo>
                    <a:pt x="3451822" y="2699431"/>
                  </a:lnTo>
                  <a:lnTo>
                    <a:pt x="3451979" y="2699431"/>
                  </a:lnTo>
                  <a:lnTo>
                    <a:pt x="3452295" y="2699000"/>
                  </a:lnTo>
                  <a:lnTo>
                    <a:pt x="3452453" y="2699000"/>
                  </a:lnTo>
                  <a:lnTo>
                    <a:pt x="3452610" y="2698570"/>
                  </a:lnTo>
                  <a:lnTo>
                    <a:pt x="3452768" y="2698570"/>
                  </a:lnTo>
                  <a:lnTo>
                    <a:pt x="3452926" y="2698570"/>
                  </a:lnTo>
                  <a:lnTo>
                    <a:pt x="3452926" y="2698139"/>
                  </a:lnTo>
                  <a:lnTo>
                    <a:pt x="3453083" y="2698139"/>
                  </a:lnTo>
                  <a:lnTo>
                    <a:pt x="3453399" y="2698139"/>
                  </a:lnTo>
                  <a:lnTo>
                    <a:pt x="3453557" y="2698139"/>
                  </a:lnTo>
                  <a:lnTo>
                    <a:pt x="3454188" y="2697278"/>
                  </a:lnTo>
                  <a:lnTo>
                    <a:pt x="3454818" y="2696417"/>
                  </a:lnTo>
                  <a:lnTo>
                    <a:pt x="3454976" y="2696417"/>
                  </a:lnTo>
                  <a:lnTo>
                    <a:pt x="3455134" y="2696417"/>
                  </a:lnTo>
                  <a:lnTo>
                    <a:pt x="3455134" y="2695986"/>
                  </a:lnTo>
                  <a:lnTo>
                    <a:pt x="3455607" y="2695556"/>
                  </a:lnTo>
                  <a:lnTo>
                    <a:pt x="3455922" y="2695556"/>
                  </a:lnTo>
                  <a:lnTo>
                    <a:pt x="3456238" y="2695125"/>
                  </a:lnTo>
                  <a:lnTo>
                    <a:pt x="3456396" y="2694694"/>
                  </a:lnTo>
                  <a:lnTo>
                    <a:pt x="3456553" y="2694694"/>
                  </a:lnTo>
                  <a:lnTo>
                    <a:pt x="3456711" y="2694264"/>
                  </a:lnTo>
                  <a:lnTo>
                    <a:pt x="3456869" y="2693833"/>
                  </a:lnTo>
                  <a:lnTo>
                    <a:pt x="3457026" y="2693833"/>
                  </a:lnTo>
                  <a:lnTo>
                    <a:pt x="3457026" y="2693403"/>
                  </a:lnTo>
                  <a:lnTo>
                    <a:pt x="3457657" y="2692972"/>
                  </a:lnTo>
                  <a:lnTo>
                    <a:pt x="3457657" y="2692541"/>
                  </a:lnTo>
                  <a:lnTo>
                    <a:pt x="3458446" y="2691680"/>
                  </a:lnTo>
                  <a:lnTo>
                    <a:pt x="3458446" y="2691250"/>
                  </a:lnTo>
                  <a:lnTo>
                    <a:pt x="3458604" y="2690819"/>
                  </a:lnTo>
                  <a:lnTo>
                    <a:pt x="3458761" y="2690819"/>
                  </a:lnTo>
                  <a:lnTo>
                    <a:pt x="3458919" y="2690819"/>
                  </a:lnTo>
                  <a:lnTo>
                    <a:pt x="3459234" y="2690388"/>
                  </a:lnTo>
                  <a:lnTo>
                    <a:pt x="3459392" y="2690388"/>
                  </a:lnTo>
                  <a:lnTo>
                    <a:pt x="3459550" y="2690388"/>
                  </a:lnTo>
                  <a:lnTo>
                    <a:pt x="3459865" y="2690388"/>
                  </a:lnTo>
                  <a:lnTo>
                    <a:pt x="3459865" y="2689958"/>
                  </a:lnTo>
                  <a:lnTo>
                    <a:pt x="3460654" y="2688666"/>
                  </a:lnTo>
                  <a:lnTo>
                    <a:pt x="3460969" y="2688666"/>
                  </a:lnTo>
                  <a:lnTo>
                    <a:pt x="3461600" y="2688235"/>
                  </a:lnTo>
                  <a:lnTo>
                    <a:pt x="3461758" y="2687805"/>
                  </a:lnTo>
                  <a:lnTo>
                    <a:pt x="3461916" y="2687805"/>
                  </a:lnTo>
                  <a:lnTo>
                    <a:pt x="3462231" y="2686944"/>
                  </a:lnTo>
                  <a:lnTo>
                    <a:pt x="3462389" y="2686082"/>
                  </a:lnTo>
                  <a:lnTo>
                    <a:pt x="3462547" y="2686082"/>
                  </a:lnTo>
                  <a:lnTo>
                    <a:pt x="3462704" y="2685652"/>
                  </a:lnTo>
                  <a:lnTo>
                    <a:pt x="3463020" y="2685221"/>
                  </a:lnTo>
                  <a:lnTo>
                    <a:pt x="3463177" y="2685221"/>
                  </a:lnTo>
                  <a:lnTo>
                    <a:pt x="3463651" y="2684360"/>
                  </a:lnTo>
                  <a:lnTo>
                    <a:pt x="3464281" y="2684360"/>
                  </a:lnTo>
                  <a:lnTo>
                    <a:pt x="3464439" y="2684360"/>
                  </a:lnTo>
                  <a:lnTo>
                    <a:pt x="3464597" y="2684360"/>
                  </a:lnTo>
                  <a:lnTo>
                    <a:pt x="3464755" y="2684360"/>
                  </a:lnTo>
                  <a:lnTo>
                    <a:pt x="3464755" y="2683929"/>
                  </a:lnTo>
                  <a:lnTo>
                    <a:pt x="3465386" y="2683929"/>
                  </a:lnTo>
                  <a:lnTo>
                    <a:pt x="3466174" y="2683929"/>
                  </a:lnTo>
                  <a:lnTo>
                    <a:pt x="3466332" y="2683929"/>
                  </a:lnTo>
                  <a:lnTo>
                    <a:pt x="3466490" y="2683929"/>
                  </a:lnTo>
                  <a:lnTo>
                    <a:pt x="3466490" y="2683499"/>
                  </a:lnTo>
                  <a:lnTo>
                    <a:pt x="3466490" y="2683068"/>
                  </a:lnTo>
                  <a:lnTo>
                    <a:pt x="3466647" y="2682638"/>
                  </a:lnTo>
                  <a:lnTo>
                    <a:pt x="3466963" y="2682638"/>
                  </a:lnTo>
                  <a:lnTo>
                    <a:pt x="3467120" y="2682638"/>
                  </a:lnTo>
                  <a:lnTo>
                    <a:pt x="3467278" y="2682638"/>
                  </a:lnTo>
                  <a:lnTo>
                    <a:pt x="3467594" y="2682638"/>
                  </a:lnTo>
                  <a:lnTo>
                    <a:pt x="3467751" y="2682638"/>
                  </a:lnTo>
                  <a:lnTo>
                    <a:pt x="3468382" y="2682638"/>
                  </a:lnTo>
                  <a:lnTo>
                    <a:pt x="3468540" y="2682638"/>
                  </a:lnTo>
                  <a:lnTo>
                    <a:pt x="3469486" y="2682207"/>
                  </a:lnTo>
                  <a:lnTo>
                    <a:pt x="3469644" y="2682207"/>
                  </a:lnTo>
                  <a:lnTo>
                    <a:pt x="3469959" y="2682207"/>
                  </a:lnTo>
                  <a:lnTo>
                    <a:pt x="3470432" y="2681346"/>
                  </a:lnTo>
                  <a:lnTo>
                    <a:pt x="3470748" y="2681346"/>
                  </a:lnTo>
                  <a:lnTo>
                    <a:pt x="3470906" y="2681346"/>
                  </a:lnTo>
                  <a:lnTo>
                    <a:pt x="3471063" y="2681346"/>
                  </a:lnTo>
                  <a:lnTo>
                    <a:pt x="3471063" y="2680915"/>
                  </a:lnTo>
                  <a:lnTo>
                    <a:pt x="3471221" y="2680915"/>
                  </a:lnTo>
                  <a:lnTo>
                    <a:pt x="3471537" y="2680485"/>
                  </a:lnTo>
                  <a:lnTo>
                    <a:pt x="3472167" y="2680485"/>
                  </a:lnTo>
                  <a:lnTo>
                    <a:pt x="3472325" y="2680485"/>
                  </a:lnTo>
                  <a:lnTo>
                    <a:pt x="3472641" y="2680054"/>
                  </a:lnTo>
                  <a:lnTo>
                    <a:pt x="3472956" y="2679623"/>
                  </a:lnTo>
                  <a:lnTo>
                    <a:pt x="3472956" y="2679193"/>
                  </a:lnTo>
                  <a:lnTo>
                    <a:pt x="3473114" y="2678762"/>
                  </a:lnTo>
                  <a:lnTo>
                    <a:pt x="3473902" y="2678762"/>
                  </a:lnTo>
                  <a:lnTo>
                    <a:pt x="3474691" y="2678762"/>
                  </a:lnTo>
                  <a:lnTo>
                    <a:pt x="3474849" y="2678332"/>
                  </a:lnTo>
                  <a:lnTo>
                    <a:pt x="3474849" y="2677901"/>
                  </a:lnTo>
                  <a:lnTo>
                    <a:pt x="3475006" y="2677901"/>
                  </a:lnTo>
                  <a:lnTo>
                    <a:pt x="3475006" y="2677470"/>
                  </a:lnTo>
                  <a:lnTo>
                    <a:pt x="3475479" y="2677470"/>
                  </a:lnTo>
                  <a:lnTo>
                    <a:pt x="3476110" y="2676609"/>
                  </a:lnTo>
                  <a:lnTo>
                    <a:pt x="3476110" y="2676179"/>
                  </a:lnTo>
                  <a:lnTo>
                    <a:pt x="3476426" y="2676179"/>
                  </a:lnTo>
                  <a:lnTo>
                    <a:pt x="3476584" y="2676179"/>
                  </a:lnTo>
                  <a:lnTo>
                    <a:pt x="3477057" y="2676179"/>
                  </a:lnTo>
                  <a:lnTo>
                    <a:pt x="3477372" y="2676179"/>
                  </a:lnTo>
                  <a:lnTo>
                    <a:pt x="3477688" y="2675317"/>
                  </a:lnTo>
                  <a:lnTo>
                    <a:pt x="3478003" y="2674887"/>
                  </a:lnTo>
                  <a:lnTo>
                    <a:pt x="3478161" y="2674887"/>
                  </a:lnTo>
                  <a:lnTo>
                    <a:pt x="3478476" y="2674887"/>
                  </a:lnTo>
                  <a:lnTo>
                    <a:pt x="3478634" y="2674887"/>
                  </a:lnTo>
                  <a:lnTo>
                    <a:pt x="3478792" y="2674887"/>
                  </a:lnTo>
                  <a:lnTo>
                    <a:pt x="3478949" y="2674887"/>
                  </a:lnTo>
                  <a:lnTo>
                    <a:pt x="3479265" y="2674887"/>
                  </a:lnTo>
                  <a:lnTo>
                    <a:pt x="3480369" y="2672734"/>
                  </a:lnTo>
                  <a:lnTo>
                    <a:pt x="3480526" y="2672734"/>
                  </a:lnTo>
                  <a:lnTo>
                    <a:pt x="3480684" y="2672734"/>
                  </a:lnTo>
                  <a:lnTo>
                    <a:pt x="3481000" y="2672734"/>
                  </a:lnTo>
                  <a:lnTo>
                    <a:pt x="3481157" y="2672303"/>
                  </a:lnTo>
                  <a:lnTo>
                    <a:pt x="3481473" y="2671873"/>
                  </a:lnTo>
                  <a:lnTo>
                    <a:pt x="3481630" y="2671873"/>
                  </a:lnTo>
                  <a:lnTo>
                    <a:pt x="3481788" y="2671442"/>
                  </a:lnTo>
                  <a:lnTo>
                    <a:pt x="3481946" y="2671442"/>
                  </a:lnTo>
                  <a:lnTo>
                    <a:pt x="3482104" y="2671442"/>
                  </a:lnTo>
                  <a:lnTo>
                    <a:pt x="3483681" y="2671442"/>
                  </a:lnTo>
                  <a:lnTo>
                    <a:pt x="3484312" y="2671442"/>
                  </a:lnTo>
                  <a:lnTo>
                    <a:pt x="3484627" y="2671442"/>
                  </a:lnTo>
                  <a:lnTo>
                    <a:pt x="3484785" y="2671442"/>
                  </a:lnTo>
                  <a:lnTo>
                    <a:pt x="3484943" y="2671011"/>
                  </a:lnTo>
                  <a:lnTo>
                    <a:pt x="3485100" y="2670581"/>
                  </a:lnTo>
                  <a:lnTo>
                    <a:pt x="3485258" y="2670581"/>
                  </a:lnTo>
                  <a:lnTo>
                    <a:pt x="3485258" y="2670150"/>
                  </a:lnTo>
                  <a:lnTo>
                    <a:pt x="3486204" y="2669720"/>
                  </a:lnTo>
                  <a:lnTo>
                    <a:pt x="3486204" y="2669289"/>
                  </a:lnTo>
                  <a:lnTo>
                    <a:pt x="3486204" y="2668858"/>
                  </a:lnTo>
                  <a:lnTo>
                    <a:pt x="3486362" y="2668858"/>
                  </a:lnTo>
                  <a:lnTo>
                    <a:pt x="3486520" y="2668858"/>
                  </a:lnTo>
                  <a:lnTo>
                    <a:pt x="3486677" y="2668428"/>
                  </a:lnTo>
                  <a:lnTo>
                    <a:pt x="3486993" y="2668428"/>
                  </a:lnTo>
                  <a:lnTo>
                    <a:pt x="3487151" y="2668428"/>
                  </a:lnTo>
                  <a:lnTo>
                    <a:pt x="3487466" y="2668428"/>
                  </a:lnTo>
                  <a:lnTo>
                    <a:pt x="3487624" y="2668428"/>
                  </a:lnTo>
                  <a:lnTo>
                    <a:pt x="3487624" y="2667997"/>
                  </a:lnTo>
                  <a:lnTo>
                    <a:pt x="3487782" y="2667997"/>
                  </a:lnTo>
                  <a:lnTo>
                    <a:pt x="3488570" y="2667136"/>
                  </a:lnTo>
                  <a:lnTo>
                    <a:pt x="3488728" y="2667136"/>
                  </a:lnTo>
                  <a:lnTo>
                    <a:pt x="3488886" y="2667136"/>
                  </a:lnTo>
                  <a:lnTo>
                    <a:pt x="3489043" y="2666705"/>
                  </a:lnTo>
                  <a:lnTo>
                    <a:pt x="3489832" y="2666275"/>
                  </a:lnTo>
                  <a:lnTo>
                    <a:pt x="3489990" y="2666275"/>
                  </a:lnTo>
                  <a:lnTo>
                    <a:pt x="3490147" y="2666275"/>
                  </a:lnTo>
                  <a:lnTo>
                    <a:pt x="3490305" y="2666275"/>
                  </a:lnTo>
                  <a:lnTo>
                    <a:pt x="3490936" y="2665844"/>
                  </a:lnTo>
                  <a:lnTo>
                    <a:pt x="3491251" y="2665414"/>
                  </a:lnTo>
                  <a:lnTo>
                    <a:pt x="3491567" y="2665414"/>
                  </a:lnTo>
                  <a:lnTo>
                    <a:pt x="3492040" y="2664983"/>
                  </a:lnTo>
                  <a:lnTo>
                    <a:pt x="3492198" y="2664983"/>
                  </a:lnTo>
                  <a:lnTo>
                    <a:pt x="3492513" y="2664983"/>
                  </a:lnTo>
                  <a:lnTo>
                    <a:pt x="3492513" y="2664552"/>
                  </a:lnTo>
                  <a:lnTo>
                    <a:pt x="3492828" y="2664552"/>
                  </a:lnTo>
                  <a:lnTo>
                    <a:pt x="3493144" y="2664122"/>
                  </a:lnTo>
                  <a:lnTo>
                    <a:pt x="3493617" y="2663691"/>
                  </a:lnTo>
                  <a:lnTo>
                    <a:pt x="3493775" y="2662830"/>
                  </a:lnTo>
                  <a:lnTo>
                    <a:pt x="3493933" y="2662830"/>
                  </a:lnTo>
                  <a:lnTo>
                    <a:pt x="3494090" y="2662830"/>
                  </a:lnTo>
                  <a:lnTo>
                    <a:pt x="3494248" y="2662830"/>
                  </a:lnTo>
                  <a:lnTo>
                    <a:pt x="3494406" y="2662830"/>
                  </a:lnTo>
                  <a:lnTo>
                    <a:pt x="3494563" y="2662830"/>
                  </a:lnTo>
                  <a:lnTo>
                    <a:pt x="3494879" y="2661969"/>
                  </a:lnTo>
                  <a:lnTo>
                    <a:pt x="3495352" y="2661969"/>
                  </a:lnTo>
                  <a:lnTo>
                    <a:pt x="3495352" y="2661538"/>
                  </a:lnTo>
                  <a:lnTo>
                    <a:pt x="3496141" y="2661538"/>
                  </a:lnTo>
                  <a:lnTo>
                    <a:pt x="3496298" y="2661538"/>
                  </a:lnTo>
                  <a:lnTo>
                    <a:pt x="3497560" y="2661538"/>
                  </a:lnTo>
                  <a:lnTo>
                    <a:pt x="3497718" y="2661538"/>
                  </a:lnTo>
                  <a:lnTo>
                    <a:pt x="3497875" y="2661538"/>
                  </a:lnTo>
                  <a:lnTo>
                    <a:pt x="3498191" y="2661538"/>
                  </a:lnTo>
                  <a:lnTo>
                    <a:pt x="3498349" y="2661538"/>
                  </a:lnTo>
                  <a:lnTo>
                    <a:pt x="3498506" y="2661538"/>
                  </a:lnTo>
                  <a:lnTo>
                    <a:pt x="3498664" y="2661108"/>
                  </a:lnTo>
                  <a:lnTo>
                    <a:pt x="3499768" y="2661108"/>
                  </a:lnTo>
                  <a:lnTo>
                    <a:pt x="3500241" y="2661108"/>
                  </a:lnTo>
                  <a:lnTo>
                    <a:pt x="3500399" y="2660677"/>
                  </a:lnTo>
                  <a:lnTo>
                    <a:pt x="3500557" y="2660677"/>
                  </a:lnTo>
                  <a:lnTo>
                    <a:pt x="3500714" y="2660677"/>
                  </a:lnTo>
                  <a:lnTo>
                    <a:pt x="3501661" y="2660246"/>
                  </a:lnTo>
                  <a:lnTo>
                    <a:pt x="3501661" y="2659385"/>
                  </a:lnTo>
                  <a:lnTo>
                    <a:pt x="3501976" y="2658955"/>
                  </a:lnTo>
                  <a:lnTo>
                    <a:pt x="3502134" y="2658955"/>
                  </a:lnTo>
                  <a:lnTo>
                    <a:pt x="3502134" y="2658524"/>
                  </a:lnTo>
                  <a:lnTo>
                    <a:pt x="3502292" y="2658524"/>
                  </a:lnTo>
                  <a:lnTo>
                    <a:pt x="3502449" y="2658524"/>
                  </a:lnTo>
                  <a:lnTo>
                    <a:pt x="3502607" y="2658093"/>
                  </a:lnTo>
                  <a:lnTo>
                    <a:pt x="3503080" y="2657663"/>
                  </a:lnTo>
                  <a:lnTo>
                    <a:pt x="3503238" y="2657663"/>
                  </a:lnTo>
                  <a:lnTo>
                    <a:pt x="3503396" y="2657232"/>
                  </a:lnTo>
                  <a:lnTo>
                    <a:pt x="3503869" y="2656802"/>
                  </a:lnTo>
                  <a:lnTo>
                    <a:pt x="3504026" y="2656802"/>
                  </a:lnTo>
                  <a:lnTo>
                    <a:pt x="3504026" y="2656371"/>
                  </a:lnTo>
                  <a:lnTo>
                    <a:pt x="3504500" y="2655510"/>
                  </a:lnTo>
                  <a:lnTo>
                    <a:pt x="3504657" y="2655079"/>
                  </a:lnTo>
                  <a:lnTo>
                    <a:pt x="3504815" y="2655079"/>
                  </a:lnTo>
                  <a:lnTo>
                    <a:pt x="3505131" y="2654649"/>
                  </a:lnTo>
                  <a:lnTo>
                    <a:pt x="3505288" y="2654649"/>
                  </a:lnTo>
                  <a:lnTo>
                    <a:pt x="3505761" y="2654218"/>
                  </a:lnTo>
                  <a:lnTo>
                    <a:pt x="3505919" y="2654218"/>
                  </a:lnTo>
                  <a:lnTo>
                    <a:pt x="3506235" y="2654218"/>
                  </a:lnTo>
                  <a:lnTo>
                    <a:pt x="3506550" y="2654218"/>
                  </a:lnTo>
                  <a:lnTo>
                    <a:pt x="3507023" y="2653357"/>
                  </a:lnTo>
                  <a:lnTo>
                    <a:pt x="3507181" y="2653357"/>
                  </a:lnTo>
                  <a:lnTo>
                    <a:pt x="3507339" y="2653357"/>
                  </a:lnTo>
                  <a:lnTo>
                    <a:pt x="3507339" y="2652926"/>
                  </a:lnTo>
                  <a:lnTo>
                    <a:pt x="3507339" y="2652496"/>
                  </a:lnTo>
                  <a:lnTo>
                    <a:pt x="3507496" y="2651634"/>
                  </a:lnTo>
                  <a:lnTo>
                    <a:pt x="3507654" y="2651634"/>
                  </a:lnTo>
                  <a:lnTo>
                    <a:pt x="3508127" y="2651204"/>
                  </a:lnTo>
                  <a:lnTo>
                    <a:pt x="3508600" y="2651204"/>
                  </a:lnTo>
                  <a:lnTo>
                    <a:pt x="3508758" y="2651204"/>
                  </a:lnTo>
                  <a:lnTo>
                    <a:pt x="3509231" y="2651204"/>
                  </a:lnTo>
                  <a:lnTo>
                    <a:pt x="3509389" y="2651204"/>
                  </a:lnTo>
                  <a:lnTo>
                    <a:pt x="3509704" y="2650343"/>
                  </a:lnTo>
                  <a:lnTo>
                    <a:pt x="3510020" y="2649912"/>
                  </a:lnTo>
                  <a:lnTo>
                    <a:pt x="3510493" y="2649912"/>
                  </a:lnTo>
                  <a:lnTo>
                    <a:pt x="3510808" y="2649051"/>
                  </a:lnTo>
                  <a:lnTo>
                    <a:pt x="3510966" y="2649051"/>
                  </a:lnTo>
                  <a:lnTo>
                    <a:pt x="3511282" y="2649051"/>
                  </a:lnTo>
                  <a:lnTo>
                    <a:pt x="3512070" y="2648620"/>
                  </a:lnTo>
                  <a:lnTo>
                    <a:pt x="3512543" y="2648620"/>
                  </a:lnTo>
                  <a:lnTo>
                    <a:pt x="3512701" y="2648620"/>
                  </a:lnTo>
                  <a:lnTo>
                    <a:pt x="3513647" y="2647759"/>
                  </a:lnTo>
                  <a:lnTo>
                    <a:pt x="3513963" y="2647328"/>
                  </a:lnTo>
                  <a:lnTo>
                    <a:pt x="3514120" y="2646898"/>
                  </a:lnTo>
                  <a:lnTo>
                    <a:pt x="3514909" y="2646898"/>
                  </a:lnTo>
                  <a:lnTo>
                    <a:pt x="3515067" y="2646898"/>
                  </a:lnTo>
                  <a:lnTo>
                    <a:pt x="3515224" y="2646467"/>
                  </a:lnTo>
                  <a:lnTo>
                    <a:pt x="3515382" y="2646467"/>
                  </a:lnTo>
                  <a:lnTo>
                    <a:pt x="3516013" y="2646037"/>
                  </a:lnTo>
                  <a:lnTo>
                    <a:pt x="3516171" y="2645606"/>
                  </a:lnTo>
                  <a:lnTo>
                    <a:pt x="3516644" y="2645175"/>
                  </a:lnTo>
                  <a:lnTo>
                    <a:pt x="3516802" y="2645175"/>
                  </a:lnTo>
                  <a:lnTo>
                    <a:pt x="3516959" y="2645175"/>
                  </a:lnTo>
                  <a:lnTo>
                    <a:pt x="3517117" y="2645175"/>
                  </a:lnTo>
                  <a:lnTo>
                    <a:pt x="3517275" y="2645175"/>
                  </a:lnTo>
                  <a:lnTo>
                    <a:pt x="3517275" y="2644745"/>
                  </a:lnTo>
                  <a:lnTo>
                    <a:pt x="3517275" y="2643884"/>
                  </a:lnTo>
                  <a:lnTo>
                    <a:pt x="3517590" y="2643884"/>
                  </a:lnTo>
                  <a:lnTo>
                    <a:pt x="3517748" y="2643884"/>
                  </a:lnTo>
                  <a:lnTo>
                    <a:pt x="3517748" y="2643453"/>
                  </a:lnTo>
                  <a:lnTo>
                    <a:pt x="3517906" y="2643022"/>
                  </a:lnTo>
                  <a:lnTo>
                    <a:pt x="3517906" y="2642592"/>
                  </a:lnTo>
                  <a:lnTo>
                    <a:pt x="3517906" y="2642161"/>
                  </a:lnTo>
                  <a:lnTo>
                    <a:pt x="3518221" y="2642161"/>
                  </a:lnTo>
                  <a:lnTo>
                    <a:pt x="3518537" y="2641731"/>
                  </a:lnTo>
                  <a:lnTo>
                    <a:pt x="3518537" y="2641300"/>
                  </a:lnTo>
                  <a:lnTo>
                    <a:pt x="3518694" y="2641300"/>
                  </a:lnTo>
                  <a:lnTo>
                    <a:pt x="3518852" y="2641300"/>
                  </a:lnTo>
                  <a:lnTo>
                    <a:pt x="3519010" y="2640008"/>
                  </a:lnTo>
                  <a:lnTo>
                    <a:pt x="3519167" y="2639578"/>
                  </a:lnTo>
                  <a:lnTo>
                    <a:pt x="3519167" y="2639147"/>
                  </a:lnTo>
                  <a:lnTo>
                    <a:pt x="3519641" y="2637855"/>
                  </a:lnTo>
                  <a:lnTo>
                    <a:pt x="3519798" y="2637855"/>
                  </a:lnTo>
                  <a:lnTo>
                    <a:pt x="3520114" y="2637425"/>
                  </a:lnTo>
                  <a:lnTo>
                    <a:pt x="3520745" y="2636994"/>
                  </a:lnTo>
                  <a:lnTo>
                    <a:pt x="3521218" y="2636994"/>
                  </a:lnTo>
                  <a:lnTo>
                    <a:pt x="3521375" y="2636994"/>
                  </a:lnTo>
                  <a:lnTo>
                    <a:pt x="3521691" y="2636563"/>
                  </a:lnTo>
                  <a:lnTo>
                    <a:pt x="3522006" y="2636563"/>
                  </a:lnTo>
                  <a:lnTo>
                    <a:pt x="3522795" y="2636563"/>
                  </a:lnTo>
                  <a:lnTo>
                    <a:pt x="3522953" y="2636563"/>
                  </a:lnTo>
                  <a:lnTo>
                    <a:pt x="3523110" y="2636563"/>
                  </a:lnTo>
                  <a:lnTo>
                    <a:pt x="3523426" y="2635702"/>
                  </a:lnTo>
                  <a:lnTo>
                    <a:pt x="3523899" y="2635702"/>
                  </a:lnTo>
                  <a:lnTo>
                    <a:pt x="3524057" y="2635702"/>
                  </a:lnTo>
                  <a:lnTo>
                    <a:pt x="3524214" y="2635702"/>
                  </a:lnTo>
                  <a:lnTo>
                    <a:pt x="3528473" y="2632688"/>
                  </a:lnTo>
                  <a:lnTo>
                    <a:pt x="3528946" y="2632257"/>
                  </a:lnTo>
                  <a:lnTo>
                    <a:pt x="3529104" y="2632257"/>
                  </a:lnTo>
                  <a:lnTo>
                    <a:pt x="3529261" y="2632257"/>
                  </a:lnTo>
                  <a:lnTo>
                    <a:pt x="3529419" y="2632257"/>
                  </a:lnTo>
                  <a:lnTo>
                    <a:pt x="3529577" y="2631827"/>
                  </a:lnTo>
                  <a:lnTo>
                    <a:pt x="3530208" y="2630966"/>
                  </a:lnTo>
                  <a:lnTo>
                    <a:pt x="3530365" y="2630966"/>
                  </a:lnTo>
                  <a:lnTo>
                    <a:pt x="3530365" y="2629674"/>
                  </a:lnTo>
                  <a:lnTo>
                    <a:pt x="3530681" y="2629243"/>
                  </a:lnTo>
                  <a:lnTo>
                    <a:pt x="3530839" y="2629243"/>
                  </a:lnTo>
                  <a:lnTo>
                    <a:pt x="3530839" y="2628813"/>
                  </a:lnTo>
                  <a:lnTo>
                    <a:pt x="3530996" y="2628813"/>
                  </a:lnTo>
                  <a:lnTo>
                    <a:pt x="3531154" y="2628382"/>
                  </a:lnTo>
                  <a:lnTo>
                    <a:pt x="3531627" y="2627951"/>
                  </a:lnTo>
                  <a:lnTo>
                    <a:pt x="3531785" y="2627090"/>
                  </a:lnTo>
                  <a:lnTo>
                    <a:pt x="3531943" y="2627090"/>
                  </a:lnTo>
                  <a:lnTo>
                    <a:pt x="3532416" y="2627090"/>
                  </a:lnTo>
                  <a:lnTo>
                    <a:pt x="3532889" y="2627090"/>
                  </a:lnTo>
                  <a:lnTo>
                    <a:pt x="3533047" y="2626229"/>
                  </a:lnTo>
                  <a:lnTo>
                    <a:pt x="3533047" y="2625798"/>
                  </a:lnTo>
                  <a:lnTo>
                    <a:pt x="3533520" y="2625798"/>
                  </a:lnTo>
                  <a:lnTo>
                    <a:pt x="3533678" y="2625798"/>
                  </a:lnTo>
                  <a:lnTo>
                    <a:pt x="3533835" y="2625798"/>
                  </a:lnTo>
                  <a:lnTo>
                    <a:pt x="3533835" y="2625368"/>
                  </a:lnTo>
                  <a:lnTo>
                    <a:pt x="3534308" y="2625368"/>
                  </a:lnTo>
                  <a:lnTo>
                    <a:pt x="3534466" y="2625368"/>
                  </a:lnTo>
                  <a:lnTo>
                    <a:pt x="3534624" y="2625368"/>
                  </a:lnTo>
                  <a:lnTo>
                    <a:pt x="3534782" y="2625368"/>
                  </a:lnTo>
                  <a:lnTo>
                    <a:pt x="3534939" y="2625368"/>
                  </a:lnTo>
                  <a:lnTo>
                    <a:pt x="3535255" y="2625368"/>
                  </a:lnTo>
                  <a:lnTo>
                    <a:pt x="3535412" y="2625368"/>
                  </a:lnTo>
                  <a:lnTo>
                    <a:pt x="3535412" y="2624507"/>
                  </a:lnTo>
                  <a:lnTo>
                    <a:pt x="3535728" y="2624507"/>
                  </a:lnTo>
                  <a:lnTo>
                    <a:pt x="3535886" y="2624507"/>
                  </a:lnTo>
                  <a:lnTo>
                    <a:pt x="3536201" y="2624507"/>
                  </a:lnTo>
                  <a:lnTo>
                    <a:pt x="3536359" y="2624507"/>
                  </a:lnTo>
                  <a:lnTo>
                    <a:pt x="3536674" y="2624507"/>
                  </a:lnTo>
                  <a:lnTo>
                    <a:pt x="3536990" y="2624076"/>
                  </a:lnTo>
                  <a:lnTo>
                    <a:pt x="3537305" y="2623645"/>
                  </a:lnTo>
                  <a:lnTo>
                    <a:pt x="3537778" y="2623645"/>
                  </a:lnTo>
                  <a:lnTo>
                    <a:pt x="3537936" y="2623645"/>
                  </a:lnTo>
                  <a:lnTo>
                    <a:pt x="3538094" y="2623645"/>
                  </a:lnTo>
                  <a:lnTo>
                    <a:pt x="3538567" y="2621492"/>
                  </a:lnTo>
                  <a:lnTo>
                    <a:pt x="3539040" y="2621492"/>
                  </a:lnTo>
                  <a:lnTo>
                    <a:pt x="3539198" y="2621492"/>
                  </a:lnTo>
                  <a:lnTo>
                    <a:pt x="3539986" y="2619770"/>
                  </a:lnTo>
                  <a:lnTo>
                    <a:pt x="3540144" y="2619770"/>
                  </a:lnTo>
                  <a:lnTo>
                    <a:pt x="3540302" y="2619770"/>
                  </a:lnTo>
                  <a:lnTo>
                    <a:pt x="3541248" y="2619339"/>
                  </a:lnTo>
                  <a:lnTo>
                    <a:pt x="3541406" y="2619339"/>
                  </a:lnTo>
                  <a:lnTo>
                    <a:pt x="3541563" y="2618909"/>
                  </a:lnTo>
                  <a:lnTo>
                    <a:pt x="3541721" y="2618909"/>
                  </a:lnTo>
                  <a:lnTo>
                    <a:pt x="3542037" y="2618048"/>
                  </a:lnTo>
                  <a:lnTo>
                    <a:pt x="3542510" y="2617617"/>
                  </a:lnTo>
                  <a:lnTo>
                    <a:pt x="3543298" y="2617617"/>
                  </a:lnTo>
                  <a:lnTo>
                    <a:pt x="3543614" y="2617186"/>
                  </a:lnTo>
                  <a:lnTo>
                    <a:pt x="3544245" y="2617186"/>
                  </a:lnTo>
                  <a:lnTo>
                    <a:pt x="3544876" y="2617186"/>
                  </a:lnTo>
                  <a:lnTo>
                    <a:pt x="3545033" y="2617186"/>
                  </a:lnTo>
                  <a:lnTo>
                    <a:pt x="3545191" y="2617186"/>
                  </a:lnTo>
                  <a:lnTo>
                    <a:pt x="3545191" y="2616756"/>
                  </a:lnTo>
                  <a:lnTo>
                    <a:pt x="3545349" y="2616756"/>
                  </a:lnTo>
                  <a:lnTo>
                    <a:pt x="3545349" y="2615895"/>
                  </a:lnTo>
                  <a:lnTo>
                    <a:pt x="3545664" y="2615895"/>
                  </a:lnTo>
                  <a:lnTo>
                    <a:pt x="3545822" y="2615895"/>
                  </a:lnTo>
                  <a:lnTo>
                    <a:pt x="3546453" y="2615895"/>
                  </a:lnTo>
                  <a:lnTo>
                    <a:pt x="3546926" y="2615895"/>
                  </a:lnTo>
                  <a:lnTo>
                    <a:pt x="3547399" y="2615895"/>
                  </a:lnTo>
                  <a:lnTo>
                    <a:pt x="3547399" y="2615464"/>
                  </a:lnTo>
                  <a:lnTo>
                    <a:pt x="3547714" y="2615464"/>
                  </a:lnTo>
                  <a:lnTo>
                    <a:pt x="3548503" y="2615033"/>
                  </a:lnTo>
                  <a:lnTo>
                    <a:pt x="3548661" y="2615033"/>
                  </a:lnTo>
                  <a:lnTo>
                    <a:pt x="3548661" y="2614603"/>
                  </a:lnTo>
                  <a:lnTo>
                    <a:pt x="3548976" y="2614603"/>
                  </a:lnTo>
                  <a:lnTo>
                    <a:pt x="3549607" y="2614603"/>
                  </a:lnTo>
                  <a:lnTo>
                    <a:pt x="3550080" y="2614603"/>
                  </a:lnTo>
                  <a:lnTo>
                    <a:pt x="3550238" y="2614172"/>
                  </a:lnTo>
                  <a:lnTo>
                    <a:pt x="3550396" y="2614172"/>
                  </a:lnTo>
                  <a:lnTo>
                    <a:pt x="3551184" y="2614172"/>
                  </a:lnTo>
                  <a:lnTo>
                    <a:pt x="3551500" y="2613742"/>
                  </a:lnTo>
                  <a:lnTo>
                    <a:pt x="3551657" y="2613742"/>
                  </a:lnTo>
                  <a:lnTo>
                    <a:pt x="3551815" y="2613311"/>
                  </a:lnTo>
                  <a:lnTo>
                    <a:pt x="3551973" y="2613311"/>
                  </a:lnTo>
                  <a:lnTo>
                    <a:pt x="3552131" y="2613311"/>
                  </a:lnTo>
                  <a:lnTo>
                    <a:pt x="3552604" y="2612880"/>
                  </a:lnTo>
                  <a:lnTo>
                    <a:pt x="3553235" y="2612880"/>
                  </a:lnTo>
                  <a:lnTo>
                    <a:pt x="3553708" y="2612450"/>
                  </a:lnTo>
                  <a:lnTo>
                    <a:pt x="3553865" y="2612450"/>
                  </a:lnTo>
                  <a:lnTo>
                    <a:pt x="3554181" y="2612019"/>
                  </a:lnTo>
                  <a:lnTo>
                    <a:pt x="3554181" y="2611589"/>
                  </a:lnTo>
                  <a:lnTo>
                    <a:pt x="3554339" y="2611589"/>
                  </a:lnTo>
                  <a:lnTo>
                    <a:pt x="3554654" y="2611589"/>
                  </a:lnTo>
                  <a:lnTo>
                    <a:pt x="3554812" y="2611589"/>
                  </a:lnTo>
                  <a:lnTo>
                    <a:pt x="3554812" y="2611158"/>
                  </a:lnTo>
                  <a:lnTo>
                    <a:pt x="3555127" y="2610727"/>
                  </a:lnTo>
                  <a:lnTo>
                    <a:pt x="3556074" y="2610727"/>
                  </a:lnTo>
                  <a:lnTo>
                    <a:pt x="3556074" y="2610297"/>
                  </a:lnTo>
                  <a:lnTo>
                    <a:pt x="3556231" y="2609866"/>
                  </a:lnTo>
                  <a:lnTo>
                    <a:pt x="3556389" y="2609866"/>
                  </a:lnTo>
                  <a:lnTo>
                    <a:pt x="3556547" y="2609866"/>
                  </a:lnTo>
                  <a:lnTo>
                    <a:pt x="3556547" y="2609436"/>
                  </a:lnTo>
                  <a:lnTo>
                    <a:pt x="3556862" y="2609005"/>
                  </a:lnTo>
                  <a:lnTo>
                    <a:pt x="3557335" y="2608574"/>
                  </a:lnTo>
                  <a:lnTo>
                    <a:pt x="3557966" y="2608144"/>
                  </a:lnTo>
                  <a:lnTo>
                    <a:pt x="3558282" y="2608144"/>
                  </a:lnTo>
                  <a:lnTo>
                    <a:pt x="3558439" y="2608144"/>
                  </a:lnTo>
                  <a:lnTo>
                    <a:pt x="3558597" y="2608144"/>
                  </a:lnTo>
                  <a:lnTo>
                    <a:pt x="3558912" y="2607713"/>
                  </a:lnTo>
                  <a:lnTo>
                    <a:pt x="3559070" y="2607283"/>
                  </a:lnTo>
                  <a:lnTo>
                    <a:pt x="3559228" y="2607283"/>
                  </a:lnTo>
                  <a:lnTo>
                    <a:pt x="3559386" y="2607283"/>
                  </a:lnTo>
                  <a:lnTo>
                    <a:pt x="3559859" y="2606421"/>
                  </a:lnTo>
                  <a:lnTo>
                    <a:pt x="3560490" y="2605991"/>
                  </a:lnTo>
                  <a:lnTo>
                    <a:pt x="3560647" y="2605991"/>
                  </a:lnTo>
                  <a:lnTo>
                    <a:pt x="3560805" y="2605991"/>
                  </a:lnTo>
                  <a:lnTo>
                    <a:pt x="3560805" y="2605560"/>
                  </a:lnTo>
                  <a:lnTo>
                    <a:pt x="3560963" y="2605560"/>
                  </a:lnTo>
                  <a:lnTo>
                    <a:pt x="3561121" y="2605560"/>
                  </a:lnTo>
                  <a:lnTo>
                    <a:pt x="3561594" y="2605560"/>
                  </a:lnTo>
                  <a:lnTo>
                    <a:pt x="3561751" y="2605560"/>
                  </a:lnTo>
                  <a:lnTo>
                    <a:pt x="3561909" y="2605560"/>
                  </a:lnTo>
                  <a:lnTo>
                    <a:pt x="3562855" y="2605560"/>
                  </a:lnTo>
                  <a:lnTo>
                    <a:pt x="3563013" y="2605560"/>
                  </a:lnTo>
                  <a:lnTo>
                    <a:pt x="3563171" y="2605560"/>
                  </a:lnTo>
                  <a:lnTo>
                    <a:pt x="3563644" y="2604268"/>
                  </a:lnTo>
                  <a:lnTo>
                    <a:pt x="3563644" y="2603838"/>
                  </a:lnTo>
                  <a:lnTo>
                    <a:pt x="3563802" y="2603407"/>
                  </a:lnTo>
                  <a:lnTo>
                    <a:pt x="3563802" y="2602546"/>
                  </a:lnTo>
                  <a:lnTo>
                    <a:pt x="3564906" y="2600824"/>
                  </a:lnTo>
                  <a:lnTo>
                    <a:pt x="3565063" y="2600824"/>
                  </a:lnTo>
                  <a:lnTo>
                    <a:pt x="3565063" y="2600393"/>
                  </a:lnTo>
                  <a:lnTo>
                    <a:pt x="3565221" y="2600393"/>
                  </a:lnTo>
                  <a:lnTo>
                    <a:pt x="3565379" y="2600393"/>
                  </a:lnTo>
                  <a:lnTo>
                    <a:pt x="3566483" y="2599101"/>
                  </a:lnTo>
                  <a:lnTo>
                    <a:pt x="3567114" y="2599101"/>
                  </a:lnTo>
                  <a:lnTo>
                    <a:pt x="3567272" y="2598671"/>
                  </a:lnTo>
                  <a:lnTo>
                    <a:pt x="3567902" y="2598671"/>
                  </a:lnTo>
                  <a:lnTo>
                    <a:pt x="3568060" y="2598671"/>
                  </a:lnTo>
                  <a:lnTo>
                    <a:pt x="3568218" y="2598671"/>
                  </a:lnTo>
                  <a:lnTo>
                    <a:pt x="3568691" y="2598671"/>
                  </a:lnTo>
                  <a:lnTo>
                    <a:pt x="3568849" y="2598671"/>
                  </a:lnTo>
                  <a:lnTo>
                    <a:pt x="3569322" y="2597809"/>
                  </a:lnTo>
                  <a:lnTo>
                    <a:pt x="3569480" y="2597809"/>
                  </a:lnTo>
                  <a:lnTo>
                    <a:pt x="3569795" y="2597809"/>
                  </a:lnTo>
                  <a:lnTo>
                    <a:pt x="3569953" y="2597809"/>
                  </a:lnTo>
                  <a:lnTo>
                    <a:pt x="3570426" y="2597809"/>
                  </a:lnTo>
                  <a:lnTo>
                    <a:pt x="3570899" y="2597379"/>
                  </a:lnTo>
                  <a:lnTo>
                    <a:pt x="3571057" y="2597379"/>
                  </a:lnTo>
                  <a:lnTo>
                    <a:pt x="3571845" y="2597379"/>
                  </a:lnTo>
                  <a:lnTo>
                    <a:pt x="3572319" y="2596948"/>
                  </a:lnTo>
                  <a:lnTo>
                    <a:pt x="3573738" y="2596518"/>
                  </a:lnTo>
                  <a:lnTo>
                    <a:pt x="3574053" y="2596518"/>
                  </a:lnTo>
                  <a:lnTo>
                    <a:pt x="3574211" y="2596518"/>
                  </a:lnTo>
                  <a:lnTo>
                    <a:pt x="3574211" y="2595656"/>
                  </a:lnTo>
                  <a:lnTo>
                    <a:pt x="3574684" y="2595226"/>
                  </a:lnTo>
                  <a:lnTo>
                    <a:pt x="3575631" y="2593073"/>
                  </a:lnTo>
                  <a:lnTo>
                    <a:pt x="3575788" y="2593073"/>
                  </a:lnTo>
                  <a:lnTo>
                    <a:pt x="3575946" y="2593073"/>
                  </a:lnTo>
                  <a:lnTo>
                    <a:pt x="3576104" y="2593073"/>
                  </a:lnTo>
                  <a:lnTo>
                    <a:pt x="3576261" y="2593073"/>
                  </a:lnTo>
                  <a:lnTo>
                    <a:pt x="3576577" y="2593073"/>
                  </a:lnTo>
                  <a:lnTo>
                    <a:pt x="3576892" y="2593073"/>
                  </a:lnTo>
                  <a:lnTo>
                    <a:pt x="3577208" y="2591350"/>
                  </a:lnTo>
                  <a:lnTo>
                    <a:pt x="3577365" y="2591350"/>
                  </a:lnTo>
                  <a:lnTo>
                    <a:pt x="3578154" y="2590920"/>
                  </a:lnTo>
                  <a:lnTo>
                    <a:pt x="3578470" y="2590920"/>
                  </a:lnTo>
                  <a:lnTo>
                    <a:pt x="3578627" y="2590920"/>
                  </a:lnTo>
                  <a:lnTo>
                    <a:pt x="3579100" y="2590920"/>
                  </a:lnTo>
                  <a:lnTo>
                    <a:pt x="3579258" y="2590920"/>
                  </a:lnTo>
                  <a:lnTo>
                    <a:pt x="3579416" y="2590489"/>
                  </a:lnTo>
                  <a:lnTo>
                    <a:pt x="3579731" y="2589628"/>
                  </a:lnTo>
                  <a:lnTo>
                    <a:pt x="3579889" y="2589628"/>
                  </a:lnTo>
                  <a:lnTo>
                    <a:pt x="3580047" y="2588767"/>
                  </a:lnTo>
                  <a:lnTo>
                    <a:pt x="3580047" y="2588336"/>
                  </a:lnTo>
                  <a:lnTo>
                    <a:pt x="3580362" y="2588336"/>
                  </a:lnTo>
                  <a:lnTo>
                    <a:pt x="3580520" y="2588336"/>
                  </a:lnTo>
                  <a:lnTo>
                    <a:pt x="3580993" y="2588336"/>
                  </a:lnTo>
                  <a:lnTo>
                    <a:pt x="3581151" y="2588336"/>
                  </a:lnTo>
                  <a:lnTo>
                    <a:pt x="3581466" y="2588336"/>
                  </a:lnTo>
                  <a:lnTo>
                    <a:pt x="3581466" y="2587906"/>
                  </a:lnTo>
                  <a:lnTo>
                    <a:pt x="3581782" y="2587475"/>
                  </a:lnTo>
                  <a:lnTo>
                    <a:pt x="3581939" y="2587475"/>
                  </a:lnTo>
                  <a:lnTo>
                    <a:pt x="3582255" y="2587044"/>
                  </a:lnTo>
                  <a:lnTo>
                    <a:pt x="3582570" y="2587044"/>
                  </a:lnTo>
                  <a:lnTo>
                    <a:pt x="3582886" y="2586183"/>
                  </a:lnTo>
                  <a:lnTo>
                    <a:pt x="3583043" y="2586183"/>
                  </a:lnTo>
                  <a:lnTo>
                    <a:pt x="3583201" y="2586183"/>
                  </a:lnTo>
                  <a:lnTo>
                    <a:pt x="3583201" y="2585753"/>
                  </a:lnTo>
                  <a:lnTo>
                    <a:pt x="3583832" y="2585322"/>
                  </a:lnTo>
                  <a:lnTo>
                    <a:pt x="3584147" y="2584461"/>
                  </a:lnTo>
                  <a:lnTo>
                    <a:pt x="3584463" y="2584461"/>
                  </a:lnTo>
                  <a:lnTo>
                    <a:pt x="3584621" y="2583600"/>
                  </a:lnTo>
                  <a:lnTo>
                    <a:pt x="3584778" y="2583600"/>
                  </a:lnTo>
                  <a:lnTo>
                    <a:pt x="3585409" y="2582738"/>
                  </a:lnTo>
                  <a:lnTo>
                    <a:pt x="3585567" y="2582308"/>
                  </a:lnTo>
                  <a:lnTo>
                    <a:pt x="3585882" y="2581877"/>
                  </a:lnTo>
                  <a:lnTo>
                    <a:pt x="3586040" y="2581877"/>
                  </a:lnTo>
                  <a:lnTo>
                    <a:pt x="3586986" y="2581447"/>
                  </a:lnTo>
                  <a:lnTo>
                    <a:pt x="3587302" y="2581016"/>
                  </a:lnTo>
                  <a:lnTo>
                    <a:pt x="3588090" y="2580585"/>
                  </a:lnTo>
                  <a:lnTo>
                    <a:pt x="3588406" y="2580155"/>
                  </a:lnTo>
                  <a:lnTo>
                    <a:pt x="3588563" y="2580155"/>
                  </a:lnTo>
                  <a:lnTo>
                    <a:pt x="3588879" y="2580155"/>
                  </a:lnTo>
                  <a:lnTo>
                    <a:pt x="3589510" y="2579294"/>
                  </a:lnTo>
                  <a:lnTo>
                    <a:pt x="3590456" y="2579294"/>
                  </a:lnTo>
                  <a:lnTo>
                    <a:pt x="3590772" y="2579294"/>
                  </a:lnTo>
                  <a:lnTo>
                    <a:pt x="3590772" y="2578863"/>
                  </a:lnTo>
                  <a:lnTo>
                    <a:pt x="3590929" y="2578863"/>
                  </a:lnTo>
                  <a:lnTo>
                    <a:pt x="3591245" y="2578432"/>
                  </a:lnTo>
                  <a:lnTo>
                    <a:pt x="3591876" y="2578432"/>
                  </a:lnTo>
                  <a:lnTo>
                    <a:pt x="3592349" y="2578002"/>
                  </a:lnTo>
                  <a:lnTo>
                    <a:pt x="3592506" y="2578002"/>
                  </a:lnTo>
                  <a:lnTo>
                    <a:pt x="3592506" y="2577571"/>
                  </a:lnTo>
                  <a:lnTo>
                    <a:pt x="3592664" y="2577141"/>
                  </a:lnTo>
                  <a:lnTo>
                    <a:pt x="3593610" y="2574557"/>
                  </a:lnTo>
                  <a:lnTo>
                    <a:pt x="3593768" y="2574557"/>
                  </a:lnTo>
                  <a:lnTo>
                    <a:pt x="3594084" y="2574126"/>
                  </a:lnTo>
                  <a:lnTo>
                    <a:pt x="3594241" y="2574126"/>
                  </a:lnTo>
                  <a:lnTo>
                    <a:pt x="3594557" y="2574126"/>
                  </a:lnTo>
                  <a:lnTo>
                    <a:pt x="3594714" y="2574126"/>
                  </a:lnTo>
                  <a:lnTo>
                    <a:pt x="3594714" y="2573696"/>
                  </a:lnTo>
                  <a:lnTo>
                    <a:pt x="3594872" y="2573265"/>
                  </a:lnTo>
                  <a:lnTo>
                    <a:pt x="3595030" y="2573265"/>
                  </a:lnTo>
                  <a:lnTo>
                    <a:pt x="3595345" y="2573265"/>
                  </a:lnTo>
                  <a:lnTo>
                    <a:pt x="3595819" y="2573265"/>
                  </a:lnTo>
                  <a:lnTo>
                    <a:pt x="3595976" y="2573265"/>
                  </a:lnTo>
                  <a:lnTo>
                    <a:pt x="3596134" y="2573265"/>
                  </a:lnTo>
                  <a:lnTo>
                    <a:pt x="3596134" y="2572835"/>
                  </a:lnTo>
                  <a:lnTo>
                    <a:pt x="3596607" y="2572835"/>
                  </a:lnTo>
                  <a:lnTo>
                    <a:pt x="3597553" y="2572404"/>
                  </a:lnTo>
                  <a:lnTo>
                    <a:pt x="3597711" y="2572404"/>
                  </a:lnTo>
                  <a:lnTo>
                    <a:pt x="3598027" y="2572404"/>
                  </a:lnTo>
                  <a:lnTo>
                    <a:pt x="3598342" y="2572404"/>
                  </a:lnTo>
                  <a:lnTo>
                    <a:pt x="3598815" y="2571973"/>
                  </a:lnTo>
                  <a:lnTo>
                    <a:pt x="3598973" y="2571973"/>
                  </a:lnTo>
                  <a:lnTo>
                    <a:pt x="3599131" y="2571973"/>
                  </a:lnTo>
                  <a:lnTo>
                    <a:pt x="3599446" y="2571543"/>
                  </a:lnTo>
                  <a:lnTo>
                    <a:pt x="3599761" y="2571543"/>
                  </a:lnTo>
                  <a:lnTo>
                    <a:pt x="3600235" y="2570682"/>
                  </a:lnTo>
                  <a:lnTo>
                    <a:pt x="3600866" y="2569820"/>
                  </a:lnTo>
                  <a:lnTo>
                    <a:pt x="3600866" y="2569390"/>
                  </a:lnTo>
                  <a:lnTo>
                    <a:pt x="3601023" y="2569390"/>
                  </a:lnTo>
                  <a:lnTo>
                    <a:pt x="3601339" y="2568959"/>
                  </a:lnTo>
                  <a:lnTo>
                    <a:pt x="3601496" y="2568959"/>
                  </a:lnTo>
                  <a:lnTo>
                    <a:pt x="3601812" y="2568959"/>
                  </a:lnTo>
                  <a:lnTo>
                    <a:pt x="3601970" y="2568959"/>
                  </a:lnTo>
                  <a:lnTo>
                    <a:pt x="3602127" y="2568959"/>
                  </a:lnTo>
                  <a:lnTo>
                    <a:pt x="3602916" y="2568959"/>
                  </a:lnTo>
                  <a:lnTo>
                    <a:pt x="3603231" y="2568529"/>
                  </a:lnTo>
                  <a:lnTo>
                    <a:pt x="3604020" y="2566806"/>
                  </a:lnTo>
                  <a:lnTo>
                    <a:pt x="3604020" y="2566376"/>
                  </a:lnTo>
                  <a:lnTo>
                    <a:pt x="3604178" y="2566376"/>
                  </a:lnTo>
                  <a:lnTo>
                    <a:pt x="3604335" y="2566376"/>
                  </a:lnTo>
                  <a:lnTo>
                    <a:pt x="3604493" y="2566376"/>
                  </a:lnTo>
                  <a:lnTo>
                    <a:pt x="3604808" y="2566376"/>
                  </a:lnTo>
                  <a:lnTo>
                    <a:pt x="3605124" y="2566376"/>
                  </a:lnTo>
                  <a:lnTo>
                    <a:pt x="3605755" y="2566376"/>
                  </a:lnTo>
                  <a:lnTo>
                    <a:pt x="3605912" y="2566376"/>
                  </a:lnTo>
                  <a:lnTo>
                    <a:pt x="3605912" y="2565945"/>
                  </a:lnTo>
                  <a:lnTo>
                    <a:pt x="3606386" y="2565945"/>
                  </a:lnTo>
                  <a:lnTo>
                    <a:pt x="3606386" y="2565514"/>
                  </a:lnTo>
                  <a:lnTo>
                    <a:pt x="3606543" y="2565514"/>
                  </a:lnTo>
                  <a:lnTo>
                    <a:pt x="3606701" y="2565514"/>
                  </a:lnTo>
                  <a:lnTo>
                    <a:pt x="3606859" y="2565514"/>
                  </a:lnTo>
                  <a:lnTo>
                    <a:pt x="3607017" y="2565084"/>
                  </a:lnTo>
                  <a:lnTo>
                    <a:pt x="3607174" y="2565084"/>
                  </a:lnTo>
                  <a:lnTo>
                    <a:pt x="3607332" y="2565084"/>
                  </a:lnTo>
                  <a:lnTo>
                    <a:pt x="3607647" y="2565084"/>
                  </a:lnTo>
                  <a:lnTo>
                    <a:pt x="3608121" y="2565084"/>
                  </a:lnTo>
                  <a:lnTo>
                    <a:pt x="3608278" y="2565084"/>
                  </a:lnTo>
                  <a:lnTo>
                    <a:pt x="3608751" y="2564223"/>
                  </a:lnTo>
                  <a:lnTo>
                    <a:pt x="3609225" y="2563792"/>
                  </a:lnTo>
                  <a:lnTo>
                    <a:pt x="3609382" y="2563792"/>
                  </a:lnTo>
                  <a:lnTo>
                    <a:pt x="3609540" y="2563792"/>
                  </a:lnTo>
                  <a:lnTo>
                    <a:pt x="3609855" y="2562931"/>
                  </a:lnTo>
                  <a:lnTo>
                    <a:pt x="3610802" y="2561639"/>
                  </a:lnTo>
                  <a:lnTo>
                    <a:pt x="3611117" y="2560778"/>
                  </a:lnTo>
                  <a:lnTo>
                    <a:pt x="3611906" y="2560778"/>
                  </a:lnTo>
                  <a:lnTo>
                    <a:pt x="3612221" y="2560778"/>
                  </a:lnTo>
                  <a:lnTo>
                    <a:pt x="3612537" y="2559917"/>
                  </a:lnTo>
                  <a:lnTo>
                    <a:pt x="3612694" y="2559486"/>
                  </a:lnTo>
                  <a:lnTo>
                    <a:pt x="3613325" y="2559486"/>
                  </a:lnTo>
                  <a:lnTo>
                    <a:pt x="3613641" y="2559486"/>
                  </a:lnTo>
                  <a:lnTo>
                    <a:pt x="3613641" y="2559055"/>
                  </a:lnTo>
                  <a:lnTo>
                    <a:pt x="3613956" y="2559055"/>
                  </a:lnTo>
                  <a:lnTo>
                    <a:pt x="3614114" y="2558625"/>
                  </a:lnTo>
                  <a:lnTo>
                    <a:pt x="3614587" y="2558625"/>
                  </a:lnTo>
                  <a:lnTo>
                    <a:pt x="3614587" y="2558194"/>
                  </a:lnTo>
                  <a:lnTo>
                    <a:pt x="3616164" y="2556472"/>
                  </a:lnTo>
                  <a:lnTo>
                    <a:pt x="3616480" y="2556041"/>
                  </a:lnTo>
                  <a:lnTo>
                    <a:pt x="3616637" y="2556041"/>
                  </a:lnTo>
                  <a:lnTo>
                    <a:pt x="3616637" y="2555180"/>
                  </a:lnTo>
                  <a:lnTo>
                    <a:pt x="3616795" y="2554749"/>
                  </a:lnTo>
                  <a:lnTo>
                    <a:pt x="3616953" y="2554749"/>
                  </a:lnTo>
                  <a:lnTo>
                    <a:pt x="3617110" y="2554749"/>
                  </a:lnTo>
                  <a:lnTo>
                    <a:pt x="3617899" y="2554319"/>
                  </a:lnTo>
                  <a:lnTo>
                    <a:pt x="3618215" y="2554319"/>
                  </a:lnTo>
                  <a:lnTo>
                    <a:pt x="3618372" y="2554319"/>
                  </a:lnTo>
                  <a:lnTo>
                    <a:pt x="3618530" y="2554319"/>
                  </a:lnTo>
                  <a:lnTo>
                    <a:pt x="3619003" y="2554319"/>
                  </a:lnTo>
                  <a:lnTo>
                    <a:pt x="3619161" y="2553888"/>
                  </a:lnTo>
                  <a:lnTo>
                    <a:pt x="3619161" y="2553458"/>
                  </a:lnTo>
                  <a:lnTo>
                    <a:pt x="3619476" y="2553458"/>
                  </a:lnTo>
                  <a:lnTo>
                    <a:pt x="3619476" y="2553027"/>
                  </a:lnTo>
                  <a:lnTo>
                    <a:pt x="3620107" y="2552596"/>
                  </a:lnTo>
                  <a:lnTo>
                    <a:pt x="3620265" y="2552596"/>
                  </a:lnTo>
                  <a:lnTo>
                    <a:pt x="3621053" y="2551305"/>
                  </a:lnTo>
                  <a:lnTo>
                    <a:pt x="3621211" y="2551305"/>
                  </a:lnTo>
                  <a:lnTo>
                    <a:pt x="3621369" y="2551305"/>
                  </a:lnTo>
                  <a:lnTo>
                    <a:pt x="3621684" y="2551305"/>
                  </a:lnTo>
                  <a:lnTo>
                    <a:pt x="3622000" y="2551305"/>
                  </a:lnTo>
                  <a:lnTo>
                    <a:pt x="3622157" y="2551305"/>
                  </a:lnTo>
                  <a:lnTo>
                    <a:pt x="3622473" y="2551305"/>
                  </a:lnTo>
                  <a:lnTo>
                    <a:pt x="3622946" y="2550443"/>
                  </a:lnTo>
                  <a:lnTo>
                    <a:pt x="3623104" y="2550443"/>
                  </a:lnTo>
                  <a:lnTo>
                    <a:pt x="3623419" y="2550443"/>
                  </a:lnTo>
                  <a:lnTo>
                    <a:pt x="3623735" y="2550443"/>
                  </a:lnTo>
                  <a:lnTo>
                    <a:pt x="3624208" y="2550013"/>
                  </a:lnTo>
                  <a:lnTo>
                    <a:pt x="3624681" y="2549582"/>
                  </a:lnTo>
                  <a:lnTo>
                    <a:pt x="3624996" y="2549582"/>
                  </a:lnTo>
                  <a:lnTo>
                    <a:pt x="3625470" y="2549582"/>
                  </a:lnTo>
                  <a:lnTo>
                    <a:pt x="3626258" y="2549582"/>
                  </a:lnTo>
                  <a:lnTo>
                    <a:pt x="3626416" y="2548721"/>
                  </a:lnTo>
                  <a:lnTo>
                    <a:pt x="3626889" y="2547860"/>
                  </a:lnTo>
                  <a:lnTo>
                    <a:pt x="3627047" y="2547860"/>
                  </a:lnTo>
                  <a:lnTo>
                    <a:pt x="3627362" y="2547860"/>
                  </a:lnTo>
                  <a:lnTo>
                    <a:pt x="3627993" y="2547860"/>
                  </a:lnTo>
                  <a:lnTo>
                    <a:pt x="3628466" y="2547860"/>
                  </a:lnTo>
                  <a:lnTo>
                    <a:pt x="3629570" y="2547860"/>
                  </a:lnTo>
                  <a:lnTo>
                    <a:pt x="3629728" y="2547429"/>
                  </a:lnTo>
                  <a:lnTo>
                    <a:pt x="3630517" y="2546999"/>
                  </a:lnTo>
                  <a:lnTo>
                    <a:pt x="3630674" y="2546568"/>
                  </a:lnTo>
                  <a:lnTo>
                    <a:pt x="3630832" y="2546137"/>
                  </a:lnTo>
                  <a:lnTo>
                    <a:pt x="3630990" y="2545707"/>
                  </a:lnTo>
                  <a:lnTo>
                    <a:pt x="3631778" y="2545707"/>
                  </a:lnTo>
                  <a:lnTo>
                    <a:pt x="3632094" y="2545707"/>
                  </a:lnTo>
                  <a:lnTo>
                    <a:pt x="3632567" y="2545276"/>
                  </a:lnTo>
                  <a:lnTo>
                    <a:pt x="3633513" y="2544846"/>
                  </a:lnTo>
                  <a:lnTo>
                    <a:pt x="3634144" y="2544846"/>
                  </a:lnTo>
                  <a:lnTo>
                    <a:pt x="3634144" y="2544415"/>
                  </a:lnTo>
                  <a:lnTo>
                    <a:pt x="3634460" y="2543554"/>
                  </a:lnTo>
                  <a:lnTo>
                    <a:pt x="3634617" y="2543554"/>
                  </a:lnTo>
                  <a:lnTo>
                    <a:pt x="3634775" y="2543554"/>
                  </a:lnTo>
                  <a:lnTo>
                    <a:pt x="3634933" y="2543123"/>
                  </a:lnTo>
                  <a:lnTo>
                    <a:pt x="3635248" y="2542693"/>
                  </a:lnTo>
                  <a:lnTo>
                    <a:pt x="3636352" y="2541401"/>
                  </a:lnTo>
                  <a:lnTo>
                    <a:pt x="3636668" y="2541401"/>
                  </a:lnTo>
                  <a:lnTo>
                    <a:pt x="3636983" y="2541401"/>
                  </a:lnTo>
                  <a:lnTo>
                    <a:pt x="3637141" y="2541401"/>
                  </a:lnTo>
                  <a:lnTo>
                    <a:pt x="3637772" y="2540970"/>
                  </a:lnTo>
                  <a:lnTo>
                    <a:pt x="3637929" y="2540970"/>
                  </a:lnTo>
                  <a:lnTo>
                    <a:pt x="3638087" y="2540970"/>
                  </a:lnTo>
                  <a:lnTo>
                    <a:pt x="3638087" y="2540540"/>
                  </a:lnTo>
                  <a:lnTo>
                    <a:pt x="3638876" y="2539678"/>
                  </a:lnTo>
                  <a:lnTo>
                    <a:pt x="3639033" y="2539678"/>
                  </a:lnTo>
                  <a:lnTo>
                    <a:pt x="3639349" y="2539678"/>
                  </a:lnTo>
                  <a:lnTo>
                    <a:pt x="3639822" y="2538817"/>
                  </a:lnTo>
                  <a:lnTo>
                    <a:pt x="3639980" y="2538817"/>
                  </a:lnTo>
                  <a:lnTo>
                    <a:pt x="3640137" y="2537095"/>
                  </a:lnTo>
                  <a:lnTo>
                    <a:pt x="3640295" y="2536234"/>
                  </a:lnTo>
                  <a:lnTo>
                    <a:pt x="3640453" y="2536234"/>
                  </a:lnTo>
                  <a:lnTo>
                    <a:pt x="3640611" y="2536234"/>
                  </a:lnTo>
                  <a:lnTo>
                    <a:pt x="3640611" y="2535803"/>
                  </a:lnTo>
                  <a:lnTo>
                    <a:pt x="3640926" y="2534942"/>
                  </a:lnTo>
                  <a:lnTo>
                    <a:pt x="3641084" y="2534511"/>
                  </a:lnTo>
                  <a:lnTo>
                    <a:pt x="3641557" y="2534511"/>
                  </a:lnTo>
                  <a:lnTo>
                    <a:pt x="3642030" y="2534511"/>
                  </a:lnTo>
                  <a:lnTo>
                    <a:pt x="3642188" y="2534511"/>
                  </a:lnTo>
                  <a:lnTo>
                    <a:pt x="3642345" y="2534081"/>
                  </a:lnTo>
                  <a:lnTo>
                    <a:pt x="3642661" y="2534081"/>
                  </a:lnTo>
                  <a:lnTo>
                    <a:pt x="3642819" y="2534081"/>
                  </a:lnTo>
                  <a:lnTo>
                    <a:pt x="3642819" y="2533219"/>
                  </a:lnTo>
                  <a:lnTo>
                    <a:pt x="3642976" y="2533219"/>
                  </a:lnTo>
                  <a:lnTo>
                    <a:pt x="3643134" y="2533219"/>
                  </a:lnTo>
                  <a:lnTo>
                    <a:pt x="3643292" y="2533219"/>
                  </a:lnTo>
                  <a:lnTo>
                    <a:pt x="3645342" y="2531497"/>
                  </a:lnTo>
                  <a:lnTo>
                    <a:pt x="3645815" y="2531066"/>
                  </a:lnTo>
                  <a:lnTo>
                    <a:pt x="3645973" y="2531066"/>
                  </a:lnTo>
                  <a:lnTo>
                    <a:pt x="3646288" y="2531066"/>
                  </a:lnTo>
                  <a:lnTo>
                    <a:pt x="3646446" y="2530636"/>
                  </a:lnTo>
                  <a:lnTo>
                    <a:pt x="3646604" y="2530636"/>
                  </a:lnTo>
                  <a:lnTo>
                    <a:pt x="3647392" y="2530205"/>
                  </a:lnTo>
                  <a:lnTo>
                    <a:pt x="3647550" y="2530205"/>
                  </a:lnTo>
                  <a:lnTo>
                    <a:pt x="3647708" y="2530205"/>
                  </a:lnTo>
                  <a:lnTo>
                    <a:pt x="3648181" y="2530205"/>
                  </a:lnTo>
                  <a:lnTo>
                    <a:pt x="3648339" y="2529344"/>
                  </a:lnTo>
                  <a:lnTo>
                    <a:pt x="3648496" y="2529344"/>
                  </a:lnTo>
                  <a:lnTo>
                    <a:pt x="3648496" y="2528913"/>
                  </a:lnTo>
                  <a:lnTo>
                    <a:pt x="3649127" y="2528052"/>
                  </a:lnTo>
                  <a:lnTo>
                    <a:pt x="3649127" y="2527622"/>
                  </a:lnTo>
                  <a:lnTo>
                    <a:pt x="3649285" y="2527622"/>
                  </a:lnTo>
                  <a:lnTo>
                    <a:pt x="3649443" y="2527622"/>
                  </a:lnTo>
                  <a:lnTo>
                    <a:pt x="3650074" y="2527191"/>
                  </a:lnTo>
                  <a:lnTo>
                    <a:pt x="3650074" y="2526760"/>
                  </a:lnTo>
                  <a:lnTo>
                    <a:pt x="3650231" y="2526760"/>
                  </a:lnTo>
                  <a:lnTo>
                    <a:pt x="3650704" y="2526760"/>
                  </a:lnTo>
                  <a:lnTo>
                    <a:pt x="3650862" y="2526760"/>
                  </a:lnTo>
                  <a:lnTo>
                    <a:pt x="3651020" y="2526760"/>
                  </a:lnTo>
                  <a:lnTo>
                    <a:pt x="3651335" y="2526760"/>
                  </a:lnTo>
                  <a:lnTo>
                    <a:pt x="3651493" y="2526330"/>
                  </a:lnTo>
                  <a:lnTo>
                    <a:pt x="3651809" y="2526330"/>
                  </a:lnTo>
                  <a:lnTo>
                    <a:pt x="3652124" y="2526330"/>
                  </a:lnTo>
                  <a:lnTo>
                    <a:pt x="3652439" y="2526330"/>
                  </a:lnTo>
                  <a:lnTo>
                    <a:pt x="3652755" y="2526330"/>
                  </a:lnTo>
                  <a:lnTo>
                    <a:pt x="3652913" y="2526330"/>
                  </a:lnTo>
                  <a:lnTo>
                    <a:pt x="3653070" y="2526330"/>
                  </a:lnTo>
                  <a:lnTo>
                    <a:pt x="3653228" y="2525899"/>
                  </a:lnTo>
                  <a:lnTo>
                    <a:pt x="3653543" y="2522885"/>
                  </a:lnTo>
                  <a:lnTo>
                    <a:pt x="3653701" y="2522885"/>
                  </a:lnTo>
                  <a:lnTo>
                    <a:pt x="3653859" y="2522454"/>
                  </a:lnTo>
                  <a:lnTo>
                    <a:pt x="3654017" y="2522454"/>
                  </a:lnTo>
                  <a:lnTo>
                    <a:pt x="3654174" y="2522454"/>
                  </a:lnTo>
                  <a:lnTo>
                    <a:pt x="3654174" y="2522024"/>
                  </a:lnTo>
                  <a:lnTo>
                    <a:pt x="3654174" y="2521593"/>
                  </a:lnTo>
                  <a:lnTo>
                    <a:pt x="3654332" y="2521593"/>
                  </a:lnTo>
                  <a:lnTo>
                    <a:pt x="3654805" y="2521163"/>
                  </a:lnTo>
                  <a:lnTo>
                    <a:pt x="3654963" y="2521163"/>
                  </a:lnTo>
                  <a:lnTo>
                    <a:pt x="3655121" y="2521163"/>
                  </a:lnTo>
                  <a:lnTo>
                    <a:pt x="3655121" y="2520732"/>
                  </a:lnTo>
                  <a:lnTo>
                    <a:pt x="3655436" y="2520732"/>
                  </a:lnTo>
                  <a:lnTo>
                    <a:pt x="3655751" y="2519010"/>
                  </a:lnTo>
                  <a:lnTo>
                    <a:pt x="3656067" y="2519010"/>
                  </a:lnTo>
                  <a:lnTo>
                    <a:pt x="3656225" y="2518579"/>
                  </a:lnTo>
                  <a:lnTo>
                    <a:pt x="3656540" y="2518579"/>
                  </a:lnTo>
                  <a:lnTo>
                    <a:pt x="3656698" y="2518579"/>
                  </a:lnTo>
                  <a:lnTo>
                    <a:pt x="3656855" y="2518579"/>
                  </a:lnTo>
                  <a:lnTo>
                    <a:pt x="3657013" y="2518579"/>
                  </a:lnTo>
                  <a:lnTo>
                    <a:pt x="3657171" y="2518579"/>
                  </a:lnTo>
                  <a:lnTo>
                    <a:pt x="3657171" y="2518148"/>
                  </a:lnTo>
                  <a:lnTo>
                    <a:pt x="3657329" y="2518148"/>
                  </a:lnTo>
                  <a:lnTo>
                    <a:pt x="3657802" y="2518148"/>
                  </a:lnTo>
                  <a:lnTo>
                    <a:pt x="3658117" y="2517287"/>
                  </a:lnTo>
                  <a:lnTo>
                    <a:pt x="3658275" y="2517287"/>
                  </a:lnTo>
                  <a:lnTo>
                    <a:pt x="3658433" y="2517287"/>
                  </a:lnTo>
                  <a:lnTo>
                    <a:pt x="3658590" y="2517287"/>
                  </a:lnTo>
                  <a:lnTo>
                    <a:pt x="3658906" y="2515995"/>
                  </a:lnTo>
                  <a:lnTo>
                    <a:pt x="3659537" y="2515995"/>
                  </a:lnTo>
                  <a:lnTo>
                    <a:pt x="3660325" y="2515995"/>
                  </a:lnTo>
                  <a:lnTo>
                    <a:pt x="3660483" y="2515995"/>
                  </a:lnTo>
                  <a:lnTo>
                    <a:pt x="3661272" y="2515134"/>
                  </a:lnTo>
                  <a:lnTo>
                    <a:pt x="3661587" y="2514704"/>
                  </a:lnTo>
                  <a:lnTo>
                    <a:pt x="3661745" y="2514704"/>
                  </a:lnTo>
                  <a:lnTo>
                    <a:pt x="3662060" y="2514704"/>
                  </a:lnTo>
                  <a:lnTo>
                    <a:pt x="3662218" y="2514273"/>
                  </a:lnTo>
                  <a:lnTo>
                    <a:pt x="3662533" y="2513842"/>
                  </a:lnTo>
                  <a:lnTo>
                    <a:pt x="3663007" y="2513412"/>
                  </a:lnTo>
                  <a:lnTo>
                    <a:pt x="3663637" y="2513412"/>
                  </a:lnTo>
                  <a:lnTo>
                    <a:pt x="3663795" y="2513412"/>
                  </a:lnTo>
                  <a:lnTo>
                    <a:pt x="3664111" y="2513412"/>
                  </a:lnTo>
                  <a:lnTo>
                    <a:pt x="3664268" y="2513412"/>
                  </a:lnTo>
                  <a:lnTo>
                    <a:pt x="3664426" y="2512981"/>
                  </a:lnTo>
                  <a:lnTo>
                    <a:pt x="3664584" y="2512981"/>
                  </a:lnTo>
                  <a:lnTo>
                    <a:pt x="3665215" y="2512981"/>
                  </a:lnTo>
                  <a:lnTo>
                    <a:pt x="3665845" y="2512120"/>
                  </a:lnTo>
                  <a:lnTo>
                    <a:pt x="3666161" y="2511689"/>
                  </a:lnTo>
                  <a:lnTo>
                    <a:pt x="3666792" y="2511259"/>
                  </a:lnTo>
                  <a:lnTo>
                    <a:pt x="3666949" y="2510828"/>
                  </a:lnTo>
                  <a:lnTo>
                    <a:pt x="3667107" y="2510828"/>
                  </a:lnTo>
                  <a:lnTo>
                    <a:pt x="3668211" y="2510828"/>
                  </a:lnTo>
                  <a:lnTo>
                    <a:pt x="3668369" y="2510398"/>
                  </a:lnTo>
                  <a:lnTo>
                    <a:pt x="3669158" y="2509967"/>
                  </a:lnTo>
                  <a:lnTo>
                    <a:pt x="3669315" y="2509967"/>
                  </a:lnTo>
                  <a:lnTo>
                    <a:pt x="3669788" y="2509967"/>
                  </a:lnTo>
                  <a:lnTo>
                    <a:pt x="3670262" y="2509536"/>
                  </a:lnTo>
                  <a:lnTo>
                    <a:pt x="3670419" y="2509536"/>
                  </a:lnTo>
                  <a:lnTo>
                    <a:pt x="3670735" y="2509106"/>
                  </a:lnTo>
                  <a:lnTo>
                    <a:pt x="3670892" y="2509106"/>
                  </a:lnTo>
                  <a:lnTo>
                    <a:pt x="3671366" y="2509106"/>
                  </a:lnTo>
                  <a:lnTo>
                    <a:pt x="3671681" y="2508675"/>
                  </a:lnTo>
                  <a:lnTo>
                    <a:pt x="3672154" y="2508675"/>
                  </a:lnTo>
                  <a:lnTo>
                    <a:pt x="3672312" y="2508675"/>
                  </a:lnTo>
                  <a:lnTo>
                    <a:pt x="3672627" y="2508675"/>
                  </a:lnTo>
                  <a:lnTo>
                    <a:pt x="3673100" y="2508675"/>
                  </a:lnTo>
                  <a:lnTo>
                    <a:pt x="3673416" y="2508675"/>
                  </a:lnTo>
                  <a:lnTo>
                    <a:pt x="3675151" y="2508675"/>
                  </a:lnTo>
                  <a:lnTo>
                    <a:pt x="3675309" y="2508245"/>
                  </a:lnTo>
                  <a:lnTo>
                    <a:pt x="3675939" y="2507814"/>
                  </a:lnTo>
                  <a:lnTo>
                    <a:pt x="3676097" y="2507814"/>
                  </a:lnTo>
                  <a:lnTo>
                    <a:pt x="3676728" y="2506522"/>
                  </a:lnTo>
                  <a:lnTo>
                    <a:pt x="3677201" y="2506092"/>
                  </a:lnTo>
                  <a:lnTo>
                    <a:pt x="3677674" y="2505230"/>
                  </a:lnTo>
                  <a:lnTo>
                    <a:pt x="3677832" y="2505230"/>
                  </a:lnTo>
                  <a:lnTo>
                    <a:pt x="3678621" y="2504369"/>
                  </a:lnTo>
                  <a:lnTo>
                    <a:pt x="3678778" y="2504369"/>
                  </a:lnTo>
                  <a:lnTo>
                    <a:pt x="3678936" y="2504369"/>
                  </a:lnTo>
                  <a:lnTo>
                    <a:pt x="3679094" y="2504369"/>
                  </a:lnTo>
                  <a:lnTo>
                    <a:pt x="3679251" y="2504369"/>
                  </a:lnTo>
                  <a:lnTo>
                    <a:pt x="3679567" y="2503939"/>
                  </a:lnTo>
                  <a:lnTo>
                    <a:pt x="3679725" y="2503939"/>
                  </a:lnTo>
                  <a:lnTo>
                    <a:pt x="3679725" y="2503508"/>
                  </a:lnTo>
                  <a:lnTo>
                    <a:pt x="3680198" y="2503508"/>
                  </a:lnTo>
                  <a:lnTo>
                    <a:pt x="3680829" y="2503508"/>
                  </a:lnTo>
                  <a:lnTo>
                    <a:pt x="3680986" y="2503508"/>
                  </a:lnTo>
                  <a:lnTo>
                    <a:pt x="3681775" y="2503508"/>
                  </a:lnTo>
                  <a:lnTo>
                    <a:pt x="3681933" y="2503508"/>
                  </a:lnTo>
                  <a:lnTo>
                    <a:pt x="3682090" y="2503077"/>
                  </a:lnTo>
                  <a:lnTo>
                    <a:pt x="3682879" y="2503077"/>
                  </a:lnTo>
                  <a:lnTo>
                    <a:pt x="3682879" y="2501355"/>
                  </a:lnTo>
                  <a:lnTo>
                    <a:pt x="3683037" y="2501355"/>
                  </a:lnTo>
                  <a:lnTo>
                    <a:pt x="3683194" y="2501355"/>
                  </a:lnTo>
                  <a:lnTo>
                    <a:pt x="3683825" y="2501355"/>
                  </a:lnTo>
                  <a:lnTo>
                    <a:pt x="3683983" y="2501355"/>
                  </a:lnTo>
                  <a:lnTo>
                    <a:pt x="3684141" y="2501355"/>
                  </a:lnTo>
                  <a:lnTo>
                    <a:pt x="3684141" y="2500924"/>
                  </a:lnTo>
                  <a:lnTo>
                    <a:pt x="3684141" y="2499633"/>
                  </a:lnTo>
                  <a:lnTo>
                    <a:pt x="3684141" y="2499202"/>
                  </a:lnTo>
                  <a:lnTo>
                    <a:pt x="3684141" y="2498771"/>
                  </a:lnTo>
                  <a:lnTo>
                    <a:pt x="3684929" y="2498341"/>
                  </a:lnTo>
                  <a:lnTo>
                    <a:pt x="3685087" y="2498341"/>
                  </a:lnTo>
                  <a:lnTo>
                    <a:pt x="3685245" y="2498341"/>
                  </a:lnTo>
                  <a:lnTo>
                    <a:pt x="3685403" y="2498341"/>
                  </a:lnTo>
                  <a:lnTo>
                    <a:pt x="3685560" y="2498341"/>
                  </a:lnTo>
                  <a:lnTo>
                    <a:pt x="3685876" y="2498341"/>
                  </a:lnTo>
                  <a:lnTo>
                    <a:pt x="3686191" y="2497910"/>
                  </a:lnTo>
                  <a:lnTo>
                    <a:pt x="3690765" y="2494896"/>
                  </a:lnTo>
                  <a:lnTo>
                    <a:pt x="3691238" y="2494465"/>
                  </a:lnTo>
                  <a:lnTo>
                    <a:pt x="3691554" y="2494465"/>
                  </a:lnTo>
                  <a:lnTo>
                    <a:pt x="3691554" y="2493604"/>
                  </a:lnTo>
                  <a:lnTo>
                    <a:pt x="3691554" y="2493174"/>
                  </a:lnTo>
                  <a:lnTo>
                    <a:pt x="3691554" y="2492743"/>
                  </a:lnTo>
                  <a:lnTo>
                    <a:pt x="3691711" y="2492312"/>
                  </a:lnTo>
                  <a:lnTo>
                    <a:pt x="3691869" y="2492312"/>
                  </a:lnTo>
                  <a:lnTo>
                    <a:pt x="3692027" y="2492312"/>
                  </a:lnTo>
                  <a:lnTo>
                    <a:pt x="3692027" y="2491882"/>
                  </a:lnTo>
                  <a:lnTo>
                    <a:pt x="3692184" y="2491882"/>
                  </a:lnTo>
                  <a:lnTo>
                    <a:pt x="3692500" y="2491451"/>
                  </a:lnTo>
                  <a:lnTo>
                    <a:pt x="3692815" y="2491451"/>
                  </a:lnTo>
                  <a:lnTo>
                    <a:pt x="3693131" y="2491451"/>
                  </a:lnTo>
                  <a:lnTo>
                    <a:pt x="3693446" y="2491451"/>
                  </a:lnTo>
                  <a:lnTo>
                    <a:pt x="3694077" y="2491451"/>
                  </a:lnTo>
                  <a:lnTo>
                    <a:pt x="3694708" y="2491451"/>
                  </a:lnTo>
                  <a:lnTo>
                    <a:pt x="3694708" y="2491021"/>
                  </a:lnTo>
                  <a:lnTo>
                    <a:pt x="3694708" y="2490590"/>
                  </a:lnTo>
                  <a:lnTo>
                    <a:pt x="3694708" y="2490159"/>
                  </a:lnTo>
                  <a:lnTo>
                    <a:pt x="3694708" y="2489729"/>
                  </a:lnTo>
                  <a:lnTo>
                    <a:pt x="3695023" y="2489729"/>
                  </a:lnTo>
                  <a:lnTo>
                    <a:pt x="3695339" y="2489729"/>
                  </a:lnTo>
                  <a:lnTo>
                    <a:pt x="3695496" y="2489729"/>
                  </a:lnTo>
                  <a:lnTo>
                    <a:pt x="3695654" y="2489298"/>
                  </a:lnTo>
                  <a:lnTo>
                    <a:pt x="3696127" y="2488868"/>
                  </a:lnTo>
                  <a:lnTo>
                    <a:pt x="3696443" y="2488868"/>
                  </a:lnTo>
                  <a:lnTo>
                    <a:pt x="3697231" y="2488437"/>
                  </a:lnTo>
                  <a:lnTo>
                    <a:pt x="3697231" y="2488006"/>
                  </a:lnTo>
                  <a:lnTo>
                    <a:pt x="3697862" y="2487576"/>
                  </a:lnTo>
                  <a:lnTo>
                    <a:pt x="3698493" y="2486715"/>
                  </a:lnTo>
                  <a:lnTo>
                    <a:pt x="3698493" y="2486284"/>
                  </a:lnTo>
                  <a:lnTo>
                    <a:pt x="3698493" y="2485853"/>
                  </a:lnTo>
                  <a:lnTo>
                    <a:pt x="3698651" y="2485853"/>
                  </a:lnTo>
                  <a:lnTo>
                    <a:pt x="3698651" y="2485423"/>
                  </a:lnTo>
                  <a:lnTo>
                    <a:pt x="3699597" y="2485423"/>
                  </a:lnTo>
                  <a:lnTo>
                    <a:pt x="3699755" y="2485423"/>
                  </a:lnTo>
                  <a:lnTo>
                    <a:pt x="3700070" y="2484992"/>
                  </a:lnTo>
                  <a:lnTo>
                    <a:pt x="3700386" y="2484131"/>
                  </a:lnTo>
                  <a:lnTo>
                    <a:pt x="3701017" y="2483700"/>
                  </a:lnTo>
                  <a:lnTo>
                    <a:pt x="3701174" y="2483270"/>
                  </a:lnTo>
                  <a:lnTo>
                    <a:pt x="3701332" y="2482839"/>
                  </a:lnTo>
                  <a:lnTo>
                    <a:pt x="3701490" y="2482839"/>
                  </a:lnTo>
                  <a:lnTo>
                    <a:pt x="3701647" y="2482839"/>
                  </a:lnTo>
                  <a:lnTo>
                    <a:pt x="3701805" y="2482839"/>
                  </a:lnTo>
                  <a:lnTo>
                    <a:pt x="3701963" y="2482839"/>
                  </a:lnTo>
                  <a:lnTo>
                    <a:pt x="3702436" y="2482839"/>
                  </a:lnTo>
                  <a:lnTo>
                    <a:pt x="3702752" y="2482839"/>
                  </a:lnTo>
                  <a:lnTo>
                    <a:pt x="3702909" y="2482409"/>
                  </a:lnTo>
                  <a:lnTo>
                    <a:pt x="3703382" y="2482409"/>
                  </a:lnTo>
                  <a:lnTo>
                    <a:pt x="3703540" y="2482409"/>
                  </a:lnTo>
                  <a:lnTo>
                    <a:pt x="3703540" y="2481117"/>
                  </a:lnTo>
                  <a:lnTo>
                    <a:pt x="3703698" y="2481117"/>
                  </a:lnTo>
                  <a:lnTo>
                    <a:pt x="3703856" y="2481117"/>
                  </a:lnTo>
                  <a:lnTo>
                    <a:pt x="3704171" y="2481117"/>
                  </a:lnTo>
                  <a:lnTo>
                    <a:pt x="3704329" y="2481117"/>
                  </a:lnTo>
                  <a:lnTo>
                    <a:pt x="3704486" y="2481117"/>
                  </a:lnTo>
                  <a:lnTo>
                    <a:pt x="3704644" y="2480686"/>
                  </a:lnTo>
                  <a:lnTo>
                    <a:pt x="3704802" y="2480686"/>
                  </a:lnTo>
                  <a:lnTo>
                    <a:pt x="3704960" y="2480686"/>
                  </a:lnTo>
                  <a:lnTo>
                    <a:pt x="3705117" y="2480256"/>
                  </a:lnTo>
                  <a:lnTo>
                    <a:pt x="3705906" y="2478964"/>
                  </a:lnTo>
                  <a:lnTo>
                    <a:pt x="3706537" y="2478533"/>
                  </a:lnTo>
                  <a:lnTo>
                    <a:pt x="3707010" y="2477241"/>
                  </a:lnTo>
                  <a:lnTo>
                    <a:pt x="3707010" y="2476811"/>
                  </a:lnTo>
                  <a:lnTo>
                    <a:pt x="3707483" y="2476811"/>
                  </a:lnTo>
                  <a:lnTo>
                    <a:pt x="3707799" y="2476380"/>
                  </a:lnTo>
                  <a:lnTo>
                    <a:pt x="3707956" y="2475519"/>
                  </a:lnTo>
                  <a:lnTo>
                    <a:pt x="3708114" y="2475519"/>
                  </a:lnTo>
                  <a:lnTo>
                    <a:pt x="3709376" y="2474658"/>
                  </a:lnTo>
                  <a:lnTo>
                    <a:pt x="3709376" y="2474227"/>
                  </a:lnTo>
                  <a:lnTo>
                    <a:pt x="3709376" y="2473797"/>
                  </a:lnTo>
                  <a:lnTo>
                    <a:pt x="3709691" y="2473797"/>
                  </a:lnTo>
                  <a:lnTo>
                    <a:pt x="3710480" y="2473797"/>
                  </a:lnTo>
                  <a:lnTo>
                    <a:pt x="3710637" y="2473366"/>
                  </a:lnTo>
                  <a:lnTo>
                    <a:pt x="3710637" y="2472935"/>
                  </a:lnTo>
                  <a:lnTo>
                    <a:pt x="3711268" y="2472935"/>
                  </a:lnTo>
                  <a:lnTo>
                    <a:pt x="3711426" y="2472935"/>
                  </a:lnTo>
                  <a:lnTo>
                    <a:pt x="3711741" y="2472074"/>
                  </a:lnTo>
                  <a:lnTo>
                    <a:pt x="3711899" y="2471644"/>
                  </a:lnTo>
                  <a:lnTo>
                    <a:pt x="3712057" y="2471644"/>
                  </a:lnTo>
                  <a:lnTo>
                    <a:pt x="3712215" y="2471213"/>
                  </a:lnTo>
                  <a:lnTo>
                    <a:pt x="3712372" y="2471213"/>
                  </a:lnTo>
                  <a:lnTo>
                    <a:pt x="3712530" y="2470782"/>
                  </a:lnTo>
                  <a:lnTo>
                    <a:pt x="3712688" y="2469921"/>
                  </a:lnTo>
                  <a:lnTo>
                    <a:pt x="3712845" y="2469921"/>
                  </a:lnTo>
                  <a:lnTo>
                    <a:pt x="3713003" y="2469491"/>
                  </a:lnTo>
                  <a:lnTo>
                    <a:pt x="3713161" y="2469491"/>
                  </a:lnTo>
                  <a:lnTo>
                    <a:pt x="3713634" y="2469060"/>
                  </a:lnTo>
                  <a:lnTo>
                    <a:pt x="3713792" y="2468629"/>
                  </a:lnTo>
                  <a:lnTo>
                    <a:pt x="3713950" y="2468629"/>
                  </a:lnTo>
                  <a:lnTo>
                    <a:pt x="3714107" y="2468629"/>
                  </a:lnTo>
                  <a:lnTo>
                    <a:pt x="3714896" y="2468629"/>
                  </a:lnTo>
                  <a:lnTo>
                    <a:pt x="3715211" y="2467768"/>
                  </a:lnTo>
                  <a:lnTo>
                    <a:pt x="3715684" y="2467338"/>
                  </a:lnTo>
                  <a:lnTo>
                    <a:pt x="3716473" y="2467338"/>
                  </a:lnTo>
                  <a:lnTo>
                    <a:pt x="3716631" y="2467338"/>
                  </a:lnTo>
                  <a:lnTo>
                    <a:pt x="3717419" y="2467338"/>
                  </a:lnTo>
                  <a:lnTo>
                    <a:pt x="3717577" y="2467338"/>
                  </a:lnTo>
                  <a:lnTo>
                    <a:pt x="3718050" y="2466046"/>
                  </a:lnTo>
                  <a:lnTo>
                    <a:pt x="3718523" y="2465615"/>
                  </a:lnTo>
                  <a:lnTo>
                    <a:pt x="3718997" y="2465185"/>
                  </a:lnTo>
                  <a:lnTo>
                    <a:pt x="3719312" y="2464754"/>
                  </a:lnTo>
                  <a:lnTo>
                    <a:pt x="3719470" y="2463893"/>
                  </a:lnTo>
                  <a:lnTo>
                    <a:pt x="3719943" y="2463893"/>
                  </a:lnTo>
                  <a:lnTo>
                    <a:pt x="3720101" y="2463462"/>
                  </a:lnTo>
                  <a:lnTo>
                    <a:pt x="3720731" y="2462601"/>
                  </a:lnTo>
                  <a:lnTo>
                    <a:pt x="3720889" y="2461740"/>
                  </a:lnTo>
                  <a:lnTo>
                    <a:pt x="3721047" y="2461740"/>
                  </a:lnTo>
                  <a:lnTo>
                    <a:pt x="3721205" y="2461740"/>
                  </a:lnTo>
                  <a:lnTo>
                    <a:pt x="3721362" y="2461740"/>
                  </a:lnTo>
                  <a:lnTo>
                    <a:pt x="3721993" y="2461740"/>
                  </a:lnTo>
                  <a:lnTo>
                    <a:pt x="3722466" y="2461309"/>
                  </a:lnTo>
                  <a:lnTo>
                    <a:pt x="3722624" y="2461309"/>
                  </a:lnTo>
                  <a:lnTo>
                    <a:pt x="3723413" y="2458726"/>
                  </a:lnTo>
                  <a:lnTo>
                    <a:pt x="3723570" y="2458726"/>
                  </a:lnTo>
                  <a:lnTo>
                    <a:pt x="3723728" y="2458726"/>
                  </a:lnTo>
                  <a:lnTo>
                    <a:pt x="3724201" y="2457864"/>
                  </a:lnTo>
                  <a:lnTo>
                    <a:pt x="3724517" y="2457864"/>
                  </a:lnTo>
                  <a:lnTo>
                    <a:pt x="3724674" y="2457864"/>
                  </a:lnTo>
                  <a:lnTo>
                    <a:pt x="3724832" y="2457864"/>
                  </a:lnTo>
                  <a:lnTo>
                    <a:pt x="3724990" y="2457434"/>
                  </a:lnTo>
                  <a:lnTo>
                    <a:pt x="3724990" y="2457003"/>
                  </a:lnTo>
                  <a:lnTo>
                    <a:pt x="3725305" y="2457003"/>
                  </a:lnTo>
                  <a:lnTo>
                    <a:pt x="3725778" y="2456142"/>
                  </a:lnTo>
                  <a:lnTo>
                    <a:pt x="3726094" y="2456142"/>
                  </a:lnTo>
                  <a:lnTo>
                    <a:pt x="3726252" y="2456142"/>
                  </a:lnTo>
                  <a:lnTo>
                    <a:pt x="3726725" y="2456142"/>
                  </a:lnTo>
                  <a:lnTo>
                    <a:pt x="3726725" y="2455711"/>
                  </a:lnTo>
                  <a:lnTo>
                    <a:pt x="3727198" y="2455711"/>
                  </a:lnTo>
                  <a:lnTo>
                    <a:pt x="3727356" y="2455711"/>
                  </a:lnTo>
                  <a:lnTo>
                    <a:pt x="3727356" y="2455281"/>
                  </a:lnTo>
                  <a:lnTo>
                    <a:pt x="3727829" y="2454850"/>
                  </a:lnTo>
                  <a:lnTo>
                    <a:pt x="3728144" y="2454850"/>
                  </a:lnTo>
                  <a:lnTo>
                    <a:pt x="3728302" y="2454850"/>
                  </a:lnTo>
                  <a:lnTo>
                    <a:pt x="3728460" y="2454850"/>
                  </a:lnTo>
                  <a:lnTo>
                    <a:pt x="3729248" y="2453989"/>
                  </a:lnTo>
                  <a:lnTo>
                    <a:pt x="3729564" y="2453989"/>
                  </a:lnTo>
                  <a:lnTo>
                    <a:pt x="3730194" y="2453989"/>
                  </a:lnTo>
                  <a:lnTo>
                    <a:pt x="3730352" y="2453989"/>
                  </a:lnTo>
                  <a:lnTo>
                    <a:pt x="3730510" y="2453989"/>
                  </a:lnTo>
                  <a:lnTo>
                    <a:pt x="3730825" y="2453558"/>
                  </a:lnTo>
                  <a:lnTo>
                    <a:pt x="3731299" y="2453558"/>
                  </a:lnTo>
                  <a:lnTo>
                    <a:pt x="3731456" y="2453128"/>
                  </a:lnTo>
                  <a:lnTo>
                    <a:pt x="3731929" y="2453128"/>
                  </a:lnTo>
                  <a:lnTo>
                    <a:pt x="3731929" y="2452697"/>
                  </a:lnTo>
                  <a:lnTo>
                    <a:pt x="3732087" y="2452697"/>
                  </a:lnTo>
                  <a:lnTo>
                    <a:pt x="3732718" y="2452267"/>
                  </a:lnTo>
                  <a:lnTo>
                    <a:pt x="3732876" y="2452267"/>
                  </a:lnTo>
                  <a:lnTo>
                    <a:pt x="3732876" y="2451836"/>
                  </a:lnTo>
                  <a:lnTo>
                    <a:pt x="3733191" y="2451836"/>
                  </a:lnTo>
                  <a:lnTo>
                    <a:pt x="3733507" y="2451836"/>
                  </a:lnTo>
                  <a:lnTo>
                    <a:pt x="3733507" y="2451405"/>
                  </a:lnTo>
                  <a:lnTo>
                    <a:pt x="3733980" y="2451405"/>
                  </a:lnTo>
                  <a:lnTo>
                    <a:pt x="3733980" y="2450975"/>
                  </a:lnTo>
                  <a:lnTo>
                    <a:pt x="3734295" y="2450544"/>
                  </a:lnTo>
                  <a:lnTo>
                    <a:pt x="3734453" y="2450544"/>
                  </a:lnTo>
                  <a:lnTo>
                    <a:pt x="3734768" y="2450544"/>
                  </a:lnTo>
                  <a:lnTo>
                    <a:pt x="3734768" y="2450114"/>
                  </a:lnTo>
                  <a:lnTo>
                    <a:pt x="3734768" y="2449683"/>
                  </a:lnTo>
                  <a:lnTo>
                    <a:pt x="3734926" y="2449683"/>
                  </a:lnTo>
                  <a:lnTo>
                    <a:pt x="3735084" y="2449252"/>
                  </a:lnTo>
                  <a:lnTo>
                    <a:pt x="3735241" y="2448391"/>
                  </a:lnTo>
                  <a:lnTo>
                    <a:pt x="3735557" y="2448391"/>
                  </a:lnTo>
                  <a:lnTo>
                    <a:pt x="3736030" y="2448391"/>
                  </a:lnTo>
                  <a:lnTo>
                    <a:pt x="3736030" y="2447961"/>
                  </a:lnTo>
                  <a:lnTo>
                    <a:pt x="3736188" y="2447961"/>
                  </a:lnTo>
                  <a:lnTo>
                    <a:pt x="3736346" y="2447530"/>
                  </a:lnTo>
                  <a:lnTo>
                    <a:pt x="3736503" y="2446669"/>
                  </a:lnTo>
                  <a:lnTo>
                    <a:pt x="3736819" y="2446669"/>
                  </a:lnTo>
                  <a:lnTo>
                    <a:pt x="3736819" y="2446238"/>
                  </a:lnTo>
                  <a:lnTo>
                    <a:pt x="3737292" y="2443655"/>
                  </a:lnTo>
                  <a:lnTo>
                    <a:pt x="3737450" y="2443655"/>
                  </a:lnTo>
                  <a:lnTo>
                    <a:pt x="3737607" y="2443655"/>
                  </a:lnTo>
                  <a:lnTo>
                    <a:pt x="3737765" y="2443224"/>
                  </a:lnTo>
                  <a:lnTo>
                    <a:pt x="3737923" y="2443224"/>
                  </a:lnTo>
                  <a:lnTo>
                    <a:pt x="3738080" y="2442793"/>
                  </a:lnTo>
                  <a:lnTo>
                    <a:pt x="3738080" y="2442363"/>
                  </a:lnTo>
                  <a:lnTo>
                    <a:pt x="3738238" y="2442363"/>
                  </a:lnTo>
                  <a:lnTo>
                    <a:pt x="3738396" y="2441932"/>
                  </a:lnTo>
                  <a:lnTo>
                    <a:pt x="3738396" y="2441502"/>
                  </a:lnTo>
                  <a:lnTo>
                    <a:pt x="3738396" y="2441071"/>
                  </a:lnTo>
                  <a:lnTo>
                    <a:pt x="3738711" y="2440640"/>
                  </a:lnTo>
                  <a:lnTo>
                    <a:pt x="3738869" y="2440210"/>
                  </a:lnTo>
                  <a:lnTo>
                    <a:pt x="3738869" y="2439779"/>
                  </a:lnTo>
                  <a:lnTo>
                    <a:pt x="3739184" y="2439779"/>
                  </a:lnTo>
                  <a:lnTo>
                    <a:pt x="3739184" y="2439349"/>
                  </a:lnTo>
                  <a:lnTo>
                    <a:pt x="3740288" y="2438487"/>
                  </a:lnTo>
                  <a:lnTo>
                    <a:pt x="3740604" y="2438487"/>
                  </a:lnTo>
                  <a:lnTo>
                    <a:pt x="3740919" y="2437626"/>
                  </a:lnTo>
                  <a:lnTo>
                    <a:pt x="3741392" y="2437626"/>
                  </a:lnTo>
                  <a:lnTo>
                    <a:pt x="3741550" y="2437626"/>
                  </a:lnTo>
                  <a:lnTo>
                    <a:pt x="3741708" y="2437626"/>
                  </a:lnTo>
                  <a:lnTo>
                    <a:pt x="3741866" y="2437196"/>
                  </a:lnTo>
                  <a:lnTo>
                    <a:pt x="3742023" y="2437196"/>
                  </a:lnTo>
                  <a:lnTo>
                    <a:pt x="3742654" y="2437196"/>
                  </a:lnTo>
                  <a:lnTo>
                    <a:pt x="3743601" y="2437196"/>
                  </a:lnTo>
                  <a:lnTo>
                    <a:pt x="3743758" y="2437196"/>
                  </a:lnTo>
                  <a:lnTo>
                    <a:pt x="3743916" y="2437196"/>
                  </a:lnTo>
                  <a:lnTo>
                    <a:pt x="3744074" y="2436334"/>
                  </a:lnTo>
                  <a:lnTo>
                    <a:pt x="3744231" y="2436334"/>
                  </a:lnTo>
                  <a:lnTo>
                    <a:pt x="3744705" y="2435904"/>
                  </a:lnTo>
                  <a:lnTo>
                    <a:pt x="3744862" y="2435904"/>
                  </a:lnTo>
                  <a:lnTo>
                    <a:pt x="3745178" y="2435904"/>
                  </a:lnTo>
                  <a:lnTo>
                    <a:pt x="3745335" y="2435904"/>
                  </a:lnTo>
                  <a:lnTo>
                    <a:pt x="3746282" y="2435904"/>
                  </a:lnTo>
                  <a:lnTo>
                    <a:pt x="3746439" y="2435904"/>
                  </a:lnTo>
                  <a:lnTo>
                    <a:pt x="3746439" y="2435473"/>
                  </a:lnTo>
                  <a:lnTo>
                    <a:pt x="3746755" y="2435473"/>
                  </a:lnTo>
                  <a:lnTo>
                    <a:pt x="3747228" y="2435473"/>
                  </a:lnTo>
                  <a:lnTo>
                    <a:pt x="3747386" y="2435473"/>
                  </a:lnTo>
                  <a:lnTo>
                    <a:pt x="3747544" y="2435473"/>
                  </a:lnTo>
                  <a:lnTo>
                    <a:pt x="3748017" y="2435473"/>
                  </a:lnTo>
                  <a:lnTo>
                    <a:pt x="3748490" y="2435043"/>
                  </a:lnTo>
                  <a:lnTo>
                    <a:pt x="3748648" y="2435043"/>
                  </a:lnTo>
                  <a:lnTo>
                    <a:pt x="3749436" y="2435043"/>
                  </a:lnTo>
                  <a:lnTo>
                    <a:pt x="3749909" y="2435043"/>
                  </a:lnTo>
                  <a:lnTo>
                    <a:pt x="3750382" y="2434612"/>
                  </a:lnTo>
                  <a:lnTo>
                    <a:pt x="3750540" y="2434612"/>
                  </a:lnTo>
                  <a:lnTo>
                    <a:pt x="3750698" y="2434612"/>
                  </a:lnTo>
                  <a:lnTo>
                    <a:pt x="3751013" y="2434612"/>
                  </a:lnTo>
                  <a:lnTo>
                    <a:pt x="3751171" y="2434612"/>
                  </a:lnTo>
                  <a:lnTo>
                    <a:pt x="3751802" y="2434612"/>
                  </a:lnTo>
                  <a:lnTo>
                    <a:pt x="3751960" y="2434612"/>
                  </a:lnTo>
                  <a:lnTo>
                    <a:pt x="3753221" y="2433320"/>
                  </a:lnTo>
                  <a:lnTo>
                    <a:pt x="3753537" y="2432890"/>
                  </a:lnTo>
                  <a:lnTo>
                    <a:pt x="3753537" y="2432459"/>
                  </a:lnTo>
                  <a:lnTo>
                    <a:pt x="3753852" y="2432459"/>
                  </a:lnTo>
                  <a:lnTo>
                    <a:pt x="3754010" y="2432459"/>
                  </a:lnTo>
                  <a:lnTo>
                    <a:pt x="3754325" y="2432028"/>
                  </a:lnTo>
                  <a:lnTo>
                    <a:pt x="3754483" y="2432028"/>
                  </a:lnTo>
                  <a:lnTo>
                    <a:pt x="3754956" y="2432028"/>
                  </a:lnTo>
                  <a:lnTo>
                    <a:pt x="3755114" y="2432028"/>
                  </a:lnTo>
                  <a:lnTo>
                    <a:pt x="3755114" y="2431598"/>
                  </a:lnTo>
                  <a:lnTo>
                    <a:pt x="3755903" y="2430737"/>
                  </a:lnTo>
                  <a:lnTo>
                    <a:pt x="3755903" y="2430306"/>
                  </a:lnTo>
                  <a:lnTo>
                    <a:pt x="3756060" y="2430306"/>
                  </a:lnTo>
                  <a:lnTo>
                    <a:pt x="3756376" y="2429875"/>
                  </a:lnTo>
                  <a:lnTo>
                    <a:pt x="3756849" y="2429875"/>
                  </a:lnTo>
                  <a:lnTo>
                    <a:pt x="3757007" y="2429875"/>
                  </a:lnTo>
                  <a:lnTo>
                    <a:pt x="3757637" y="2429014"/>
                  </a:lnTo>
                  <a:lnTo>
                    <a:pt x="3758111" y="2428584"/>
                  </a:lnTo>
                  <a:lnTo>
                    <a:pt x="3758426" y="2428153"/>
                  </a:lnTo>
                  <a:lnTo>
                    <a:pt x="3758742" y="2428153"/>
                  </a:lnTo>
                  <a:lnTo>
                    <a:pt x="3759057" y="2428153"/>
                  </a:lnTo>
                  <a:lnTo>
                    <a:pt x="3759057" y="2427722"/>
                  </a:lnTo>
                  <a:lnTo>
                    <a:pt x="3759530" y="2427722"/>
                  </a:lnTo>
                  <a:lnTo>
                    <a:pt x="3759530" y="2427292"/>
                  </a:lnTo>
                  <a:lnTo>
                    <a:pt x="3760003" y="2427292"/>
                  </a:lnTo>
                  <a:lnTo>
                    <a:pt x="3760161" y="2426861"/>
                  </a:lnTo>
                  <a:lnTo>
                    <a:pt x="3760476" y="2426861"/>
                  </a:lnTo>
                  <a:lnTo>
                    <a:pt x="3760634" y="2426861"/>
                  </a:lnTo>
                  <a:lnTo>
                    <a:pt x="3761265" y="2426861"/>
                  </a:lnTo>
                  <a:lnTo>
                    <a:pt x="3761423" y="2426861"/>
                  </a:lnTo>
                  <a:lnTo>
                    <a:pt x="3761580" y="2426431"/>
                  </a:lnTo>
                  <a:lnTo>
                    <a:pt x="3761580" y="2426000"/>
                  </a:lnTo>
                  <a:lnTo>
                    <a:pt x="3761896" y="2425139"/>
                  </a:lnTo>
                  <a:lnTo>
                    <a:pt x="3762054" y="2425139"/>
                  </a:lnTo>
                  <a:lnTo>
                    <a:pt x="3762369" y="2425139"/>
                  </a:lnTo>
                  <a:lnTo>
                    <a:pt x="3762527" y="2425139"/>
                  </a:lnTo>
                  <a:lnTo>
                    <a:pt x="3762842" y="2425139"/>
                  </a:lnTo>
                  <a:lnTo>
                    <a:pt x="3763000" y="2425139"/>
                  </a:lnTo>
                  <a:lnTo>
                    <a:pt x="3763158" y="2425139"/>
                  </a:lnTo>
                  <a:lnTo>
                    <a:pt x="3763315" y="2425139"/>
                  </a:lnTo>
                  <a:lnTo>
                    <a:pt x="3764104" y="2423847"/>
                  </a:lnTo>
                  <a:lnTo>
                    <a:pt x="3764893" y="2423847"/>
                  </a:lnTo>
                  <a:lnTo>
                    <a:pt x="3765208" y="2423847"/>
                  </a:lnTo>
                  <a:lnTo>
                    <a:pt x="3765839" y="2423416"/>
                  </a:lnTo>
                  <a:lnTo>
                    <a:pt x="3766154" y="2422986"/>
                  </a:lnTo>
                  <a:lnTo>
                    <a:pt x="3766627" y="2422986"/>
                  </a:lnTo>
                  <a:lnTo>
                    <a:pt x="3766785" y="2422986"/>
                  </a:lnTo>
                  <a:lnTo>
                    <a:pt x="3767258" y="2422986"/>
                  </a:lnTo>
                  <a:lnTo>
                    <a:pt x="3767574" y="2422986"/>
                  </a:lnTo>
                  <a:lnTo>
                    <a:pt x="3768205" y="2422555"/>
                  </a:lnTo>
                  <a:lnTo>
                    <a:pt x="3768362" y="2422555"/>
                  </a:lnTo>
                  <a:lnTo>
                    <a:pt x="3768520" y="2422555"/>
                  </a:lnTo>
                  <a:lnTo>
                    <a:pt x="3769151" y="2422125"/>
                  </a:lnTo>
                  <a:lnTo>
                    <a:pt x="3769151" y="2421263"/>
                  </a:lnTo>
                  <a:lnTo>
                    <a:pt x="3769151" y="2419972"/>
                  </a:lnTo>
                  <a:lnTo>
                    <a:pt x="3769309" y="2419972"/>
                  </a:lnTo>
                  <a:lnTo>
                    <a:pt x="3769624" y="2419972"/>
                  </a:lnTo>
                  <a:lnTo>
                    <a:pt x="3770097" y="2419541"/>
                  </a:lnTo>
                  <a:lnTo>
                    <a:pt x="3770255" y="2419541"/>
                  </a:lnTo>
                  <a:lnTo>
                    <a:pt x="3770570" y="2419110"/>
                  </a:lnTo>
                  <a:lnTo>
                    <a:pt x="3770728" y="2419110"/>
                  </a:lnTo>
                  <a:lnTo>
                    <a:pt x="3771201" y="2417388"/>
                  </a:lnTo>
                  <a:lnTo>
                    <a:pt x="3771359" y="2417388"/>
                  </a:lnTo>
                  <a:lnTo>
                    <a:pt x="3771517" y="2417388"/>
                  </a:lnTo>
                  <a:lnTo>
                    <a:pt x="3772148" y="2417388"/>
                  </a:lnTo>
                  <a:lnTo>
                    <a:pt x="3772305" y="2416957"/>
                  </a:lnTo>
                  <a:lnTo>
                    <a:pt x="3772463" y="2416527"/>
                  </a:lnTo>
                  <a:lnTo>
                    <a:pt x="3772936" y="2416527"/>
                  </a:lnTo>
                  <a:lnTo>
                    <a:pt x="3773094" y="2416527"/>
                  </a:lnTo>
                  <a:lnTo>
                    <a:pt x="3773409" y="2416096"/>
                  </a:lnTo>
                  <a:lnTo>
                    <a:pt x="3773567" y="2416096"/>
                  </a:lnTo>
                  <a:lnTo>
                    <a:pt x="3773567" y="2415666"/>
                  </a:lnTo>
                  <a:lnTo>
                    <a:pt x="3773725" y="2415666"/>
                  </a:lnTo>
                  <a:lnTo>
                    <a:pt x="3774198" y="2415235"/>
                  </a:lnTo>
                  <a:lnTo>
                    <a:pt x="3774198" y="2414804"/>
                  </a:lnTo>
                  <a:lnTo>
                    <a:pt x="3774356" y="2414804"/>
                  </a:lnTo>
                  <a:lnTo>
                    <a:pt x="3774671" y="2414804"/>
                  </a:lnTo>
                  <a:lnTo>
                    <a:pt x="3774829" y="2414804"/>
                  </a:lnTo>
                  <a:lnTo>
                    <a:pt x="3775144" y="2414804"/>
                  </a:lnTo>
                  <a:lnTo>
                    <a:pt x="3775617" y="2414374"/>
                  </a:lnTo>
                  <a:lnTo>
                    <a:pt x="3775775" y="2414374"/>
                  </a:lnTo>
                  <a:lnTo>
                    <a:pt x="3776406" y="2414374"/>
                  </a:lnTo>
                  <a:lnTo>
                    <a:pt x="3776564" y="2413943"/>
                  </a:lnTo>
                  <a:lnTo>
                    <a:pt x="3776721" y="2413943"/>
                  </a:lnTo>
                  <a:lnTo>
                    <a:pt x="3776721" y="2413513"/>
                  </a:lnTo>
                  <a:lnTo>
                    <a:pt x="3778772" y="2411360"/>
                  </a:lnTo>
                  <a:lnTo>
                    <a:pt x="3779245" y="2411360"/>
                  </a:lnTo>
                  <a:lnTo>
                    <a:pt x="3779560" y="2411360"/>
                  </a:lnTo>
                  <a:lnTo>
                    <a:pt x="3779876" y="2411360"/>
                  </a:lnTo>
                  <a:lnTo>
                    <a:pt x="3780033" y="2410929"/>
                  </a:lnTo>
                  <a:lnTo>
                    <a:pt x="3780507" y="2410929"/>
                  </a:lnTo>
                  <a:lnTo>
                    <a:pt x="3780664" y="2410929"/>
                  </a:lnTo>
                  <a:lnTo>
                    <a:pt x="3780664" y="2410498"/>
                  </a:lnTo>
                  <a:lnTo>
                    <a:pt x="3780822" y="2410498"/>
                  </a:lnTo>
                  <a:lnTo>
                    <a:pt x="3781295" y="2410498"/>
                  </a:lnTo>
                  <a:lnTo>
                    <a:pt x="3782242" y="2410498"/>
                  </a:lnTo>
                  <a:lnTo>
                    <a:pt x="3783030" y="2410498"/>
                  </a:lnTo>
                  <a:lnTo>
                    <a:pt x="3783188" y="2410068"/>
                  </a:lnTo>
                  <a:lnTo>
                    <a:pt x="3783346" y="2409207"/>
                  </a:lnTo>
                  <a:lnTo>
                    <a:pt x="3783661" y="2409207"/>
                  </a:lnTo>
                  <a:lnTo>
                    <a:pt x="3783819" y="2409207"/>
                  </a:lnTo>
                  <a:lnTo>
                    <a:pt x="3784134" y="2409207"/>
                  </a:lnTo>
                  <a:lnTo>
                    <a:pt x="3784292" y="2409207"/>
                  </a:lnTo>
                  <a:lnTo>
                    <a:pt x="3784292" y="2408776"/>
                  </a:lnTo>
                  <a:lnTo>
                    <a:pt x="3784292" y="2408345"/>
                  </a:lnTo>
                  <a:lnTo>
                    <a:pt x="3784450" y="2408345"/>
                  </a:lnTo>
                  <a:lnTo>
                    <a:pt x="3784765" y="2408345"/>
                  </a:lnTo>
                  <a:lnTo>
                    <a:pt x="3784765" y="2407915"/>
                  </a:lnTo>
                  <a:lnTo>
                    <a:pt x="3785080" y="2407915"/>
                  </a:lnTo>
                  <a:lnTo>
                    <a:pt x="3785396" y="2407484"/>
                  </a:lnTo>
                  <a:lnTo>
                    <a:pt x="3785396" y="2406623"/>
                  </a:lnTo>
                  <a:lnTo>
                    <a:pt x="3785554" y="2406623"/>
                  </a:lnTo>
                  <a:lnTo>
                    <a:pt x="3785711" y="2405762"/>
                  </a:lnTo>
                  <a:lnTo>
                    <a:pt x="3785869" y="2405331"/>
                  </a:lnTo>
                  <a:lnTo>
                    <a:pt x="3786027" y="2405331"/>
                  </a:lnTo>
                  <a:lnTo>
                    <a:pt x="3786184" y="2405331"/>
                  </a:lnTo>
                  <a:lnTo>
                    <a:pt x="3786973" y="2404901"/>
                  </a:lnTo>
                  <a:lnTo>
                    <a:pt x="3787131" y="2404901"/>
                  </a:lnTo>
                  <a:lnTo>
                    <a:pt x="3787289" y="2404901"/>
                  </a:lnTo>
                  <a:lnTo>
                    <a:pt x="3787446" y="2404039"/>
                  </a:lnTo>
                  <a:lnTo>
                    <a:pt x="3787919" y="2403609"/>
                  </a:lnTo>
                  <a:lnTo>
                    <a:pt x="3788235" y="2403609"/>
                  </a:lnTo>
                  <a:lnTo>
                    <a:pt x="3788708" y="2403178"/>
                  </a:lnTo>
                  <a:lnTo>
                    <a:pt x="3789497" y="2402748"/>
                  </a:lnTo>
                  <a:lnTo>
                    <a:pt x="3789654" y="2402748"/>
                  </a:lnTo>
                  <a:lnTo>
                    <a:pt x="3789970" y="2402748"/>
                  </a:lnTo>
                  <a:lnTo>
                    <a:pt x="3790285" y="2402317"/>
                  </a:lnTo>
                  <a:lnTo>
                    <a:pt x="3790285" y="2401886"/>
                  </a:lnTo>
                  <a:lnTo>
                    <a:pt x="3790601" y="2401886"/>
                  </a:lnTo>
                  <a:lnTo>
                    <a:pt x="3790758" y="2401456"/>
                  </a:lnTo>
                  <a:lnTo>
                    <a:pt x="3791389" y="2401456"/>
                  </a:lnTo>
                  <a:lnTo>
                    <a:pt x="3791547" y="2401456"/>
                  </a:lnTo>
                  <a:lnTo>
                    <a:pt x="3792336" y="2401456"/>
                  </a:lnTo>
                  <a:lnTo>
                    <a:pt x="3792651" y="2401456"/>
                  </a:lnTo>
                  <a:lnTo>
                    <a:pt x="3792966" y="2401456"/>
                  </a:lnTo>
                  <a:lnTo>
                    <a:pt x="3792966" y="2401025"/>
                  </a:lnTo>
                  <a:lnTo>
                    <a:pt x="3793440" y="2400164"/>
                  </a:lnTo>
                  <a:lnTo>
                    <a:pt x="3793755" y="2400164"/>
                  </a:lnTo>
                  <a:lnTo>
                    <a:pt x="3794701" y="2399733"/>
                  </a:lnTo>
                  <a:lnTo>
                    <a:pt x="3794859" y="2399733"/>
                  </a:lnTo>
                  <a:lnTo>
                    <a:pt x="3795332" y="2399733"/>
                  </a:lnTo>
                  <a:lnTo>
                    <a:pt x="3795490" y="2399733"/>
                  </a:lnTo>
                  <a:lnTo>
                    <a:pt x="3796594" y="2398872"/>
                  </a:lnTo>
                  <a:lnTo>
                    <a:pt x="3797067" y="2398872"/>
                  </a:lnTo>
                  <a:lnTo>
                    <a:pt x="3797856" y="2398872"/>
                  </a:lnTo>
                  <a:lnTo>
                    <a:pt x="3798013" y="2398872"/>
                  </a:lnTo>
                  <a:lnTo>
                    <a:pt x="3798329" y="2398872"/>
                  </a:lnTo>
                  <a:lnTo>
                    <a:pt x="3798329" y="2398442"/>
                  </a:lnTo>
                  <a:lnTo>
                    <a:pt x="3798644" y="2398011"/>
                  </a:lnTo>
                  <a:lnTo>
                    <a:pt x="3798802" y="2397580"/>
                  </a:lnTo>
                  <a:lnTo>
                    <a:pt x="3798960" y="2397580"/>
                  </a:lnTo>
                  <a:lnTo>
                    <a:pt x="3799117" y="2397580"/>
                  </a:lnTo>
                  <a:lnTo>
                    <a:pt x="3799433" y="2397580"/>
                  </a:lnTo>
                  <a:lnTo>
                    <a:pt x="3799591" y="2397580"/>
                  </a:lnTo>
                  <a:lnTo>
                    <a:pt x="3800221" y="2397580"/>
                  </a:lnTo>
                  <a:lnTo>
                    <a:pt x="3800537" y="2397150"/>
                  </a:lnTo>
                  <a:lnTo>
                    <a:pt x="3800695" y="2397150"/>
                  </a:lnTo>
                  <a:lnTo>
                    <a:pt x="3801799" y="2396719"/>
                  </a:lnTo>
                  <a:lnTo>
                    <a:pt x="3802114" y="2396719"/>
                  </a:lnTo>
                  <a:lnTo>
                    <a:pt x="3802272" y="2396719"/>
                  </a:lnTo>
                  <a:lnTo>
                    <a:pt x="3802429" y="2396289"/>
                  </a:lnTo>
                  <a:lnTo>
                    <a:pt x="3802587" y="2395858"/>
                  </a:lnTo>
                  <a:lnTo>
                    <a:pt x="3802745" y="2395858"/>
                  </a:lnTo>
                  <a:lnTo>
                    <a:pt x="3803060" y="2394997"/>
                  </a:lnTo>
                  <a:lnTo>
                    <a:pt x="3803218" y="2394997"/>
                  </a:lnTo>
                  <a:lnTo>
                    <a:pt x="3804638" y="2393705"/>
                  </a:lnTo>
                  <a:lnTo>
                    <a:pt x="3804795" y="2393705"/>
                  </a:lnTo>
                  <a:lnTo>
                    <a:pt x="3805111" y="2393705"/>
                  </a:lnTo>
                  <a:lnTo>
                    <a:pt x="3805268" y="2393274"/>
                  </a:lnTo>
                  <a:lnTo>
                    <a:pt x="3805584" y="2393274"/>
                  </a:lnTo>
                  <a:lnTo>
                    <a:pt x="3805899" y="2392844"/>
                  </a:lnTo>
                  <a:lnTo>
                    <a:pt x="3806057" y="2391552"/>
                  </a:lnTo>
                  <a:lnTo>
                    <a:pt x="3806688" y="2391552"/>
                  </a:lnTo>
                  <a:lnTo>
                    <a:pt x="3807161" y="2391552"/>
                  </a:lnTo>
                  <a:lnTo>
                    <a:pt x="3807161" y="2391121"/>
                  </a:lnTo>
                  <a:lnTo>
                    <a:pt x="3807634" y="2390691"/>
                  </a:lnTo>
                  <a:lnTo>
                    <a:pt x="3807634" y="2389830"/>
                  </a:lnTo>
                  <a:lnTo>
                    <a:pt x="3807792" y="2389830"/>
                  </a:lnTo>
                  <a:lnTo>
                    <a:pt x="3808107" y="2389399"/>
                  </a:lnTo>
                  <a:lnTo>
                    <a:pt x="3808580" y="2388538"/>
                  </a:lnTo>
                  <a:lnTo>
                    <a:pt x="3809211" y="2388107"/>
                  </a:lnTo>
                  <a:lnTo>
                    <a:pt x="3809842" y="2388107"/>
                  </a:lnTo>
                  <a:lnTo>
                    <a:pt x="3809842" y="2387677"/>
                  </a:lnTo>
                  <a:lnTo>
                    <a:pt x="3810000" y="2387677"/>
                  </a:lnTo>
                  <a:lnTo>
                    <a:pt x="3810473" y="2387677"/>
                  </a:lnTo>
                  <a:lnTo>
                    <a:pt x="3810789" y="2387246"/>
                  </a:lnTo>
                  <a:lnTo>
                    <a:pt x="3810946" y="2387246"/>
                  </a:lnTo>
                  <a:lnTo>
                    <a:pt x="3811104" y="2387246"/>
                  </a:lnTo>
                  <a:lnTo>
                    <a:pt x="3811262" y="2387246"/>
                  </a:lnTo>
                  <a:lnTo>
                    <a:pt x="3811735" y="2387246"/>
                  </a:lnTo>
                  <a:lnTo>
                    <a:pt x="3811735" y="2386815"/>
                  </a:lnTo>
                  <a:lnTo>
                    <a:pt x="3811893" y="2386815"/>
                  </a:lnTo>
                  <a:lnTo>
                    <a:pt x="3812997" y="2386385"/>
                  </a:lnTo>
                  <a:lnTo>
                    <a:pt x="3813154" y="2385954"/>
                  </a:lnTo>
                  <a:lnTo>
                    <a:pt x="3813627" y="2385954"/>
                  </a:lnTo>
                  <a:lnTo>
                    <a:pt x="3813785" y="2385954"/>
                  </a:lnTo>
                  <a:lnTo>
                    <a:pt x="3814101" y="2384662"/>
                  </a:lnTo>
                  <a:lnTo>
                    <a:pt x="3814101" y="2384232"/>
                  </a:lnTo>
                  <a:lnTo>
                    <a:pt x="3814258" y="2384232"/>
                  </a:lnTo>
                  <a:lnTo>
                    <a:pt x="3814258" y="2383801"/>
                  </a:lnTo>
                  <a:lnTo>
                    <a:pt x="3814574" y="2383801"/>
                  </a:lnTo>
                  <a:lnTo>
                    <a:pt x="3815047" y="2383801"/>
                  </a:lnTo>
                  <a:lnTo>
                    <a:pt x="3816466" y="2382509"/>
                  </a:lnTo>
                  <a:lnTo>
                    <a:pt x="3816940" y="2382079"/>
                  </a:lnTo>
                  <a:lnTo>
                    <a:pt x="3817886" y="2382079"/>
                  </a:lnTo>
                  <a:lnTo>
                    <a:pt x="3818044" y="2382079"/>
                  </a:lnTo>
                  <a:lnTo>
                    <a:pt x="3818359" y="2382079"/>
                  </a:lnTo>
                  <a:lnTo>
                    <a:pt x="3818674" y="2381648"/>
                  </a:lnTo>
                  <a:lnTo>
                    <a:pt x="3819463" y="2381218"/>
                  </a:lnTo>
                  <a:lnTo>
                    <a:pt x="3820094" y="2381218"/>
                  </a:lnTo>
                  <a:lnTo>
                    <a:pt x="3820725" y="2380787"/>
                  </a:lnTo>
                  <a:lnTo>
                    <a:pt x="3820883" y="2380787"/>
                  </a:lnTo>
                  <a:lnTo>
                    <a:pt x="3821040" y="2380787"/>
                  </a:lnTo>
                  <a:lnTo>
                    <a:pt x="3821198" y="2380787"/>
                  </a:lnTo>
                  <a:lnTo>
                    <a:pt x="3822144" y="2378634"/>
                  </a:lnTo>
                  <a:lnTo>
                    <a:pt x="3822302" y="2378634"/>
                  </a:lnTo>
                  <a:lnTo>
                    <a:pt x="3822617" y="2378634"/>
                  </a:lnTo>
                  <a:lnTo>
                    <a:pt x="3822617" y="2378203"/>
                  </a:lnTo>
                  <a:lnTo>
                    <a:pt x="3822933" y="2377342"/>
                  </a:lnTo>
                  <a:lnTo>
                    <a:pt x="3823406" y="2376481"/>
                  </a:lnTo>
                  <a:lnTo>
                    <a:pt x="3823564" y="2376481"/>
                  </a:lnTo>
                  <a:lnTo>
                    <a:pt x="3823879" y="2375620"/>
                  </a:lnTo>
                  <a:lnTo>
                    <a:pt x="3824195" y="2375620"/>
                  </a:lnTo>
                  <a:lnTo>
                    <a:pt x="3824195" y="2375189"/>
                  </a:lnTo>
                  <a:lnTo>
                    <a:pt x="3824352" y="2375189"/>
                  </a:lnTo>
                  <a:lnTo>
                    <a:pt x="3824510" y="2375189"/>
                  </a:lnTo>
                  <a:lnTo>
                    <a:pt x="3824668" y="2375189"/>
                  </a:lnTo>
                  <a:lnTo>
                    <a:pt x="3824825" y="2374328"/>
                  </a:lnTo>
                  <a:lnTo>
                    <a:pt x="3826087" y="2373897"/>
                  </a:lnTo>
                  <a:lnTo>
                    <a:pt x="3826245" y="2373897"/>
                  </a:lnTo>
                  <a:lnTo>
                    <a:pt x="3826718" y="2373897"/>
                  </a:lnTo>
                  <a:lnTo>
                    <a:pt x="3826876" y="2373897"/>
                  </a:lnTo>
                  <a:lnTo>
                    <a:pt x="3827507" y="2373897"/>
                  </a:lnTo>
                  <a:lnTo>
                    <a:pt x="3827664" y="2373467"/>
                  </a:lnTo>
                  <a:lnTo>
                    <a:pt x="3827980" y="2373467"/>
                  </a:lnTo>
                  <a:lnTo>
                    <a:pt x="3828138" y="2373467"/>
                  </a:lnTo>
                  <a:lnTo>
                    <a:pt x="3828295" y="2373467"/>
                  </a:lnTo>
                  <a:lnTo>
                    <a:pt x="3828453" y="2373036"/>
                  </a:lnTo>
                  <a:lnTo>
                    <a:pt x="3829242" y="2372175"/>
                  </a:lnTo>
                  <a:lnTo>
                    <a:pt x="3829399" y="2372175"/>
                  </a:lnTo>
                  <a:lnTo>
                    <a:pt x="3829557" y="2372175"/>
                  </a:lnTo>
                  <a:lnTo>
                    <a:pt x="3829872" y="2371744"/>
                  </a:lnTo>
                  <a:lnTo>
                    <a:pt x="3830503" y="2370453"/>
                  </a:lnTo>
                  <a:lnTo>
                    <a:pt x="3830661" y="2369591"/>
                  </a:lnTo>
                  <a:lnTo>
                    <a:pt x="3830819" y="2369591"/>
                  </a:lnTo>
                  <a:lnTo>
                    <a:pt x="3831134" y="2369161"/>
                  </a:lnTo>
                  <a:lnTo>
                    <a:pt x="3831292" y="2368730"/>
                  </a:lnTo>
                  <a:lnTo>
                    <a:pt x="3831450" y="2367438"/>
                  </a:lnTo>
                  <a:lnTo>
                    <a:pt x="3831765" y="2367438"/>
                  </a:lnTo>
                  <a:lnTo>
                    <a:pt x="3832081" y="2367438"/>
                  </a:lnTo>
                  <a:lnTo>
                    <a:pt x="3832396" y="2367438"/>
                  </a:lnTo>
                  <a:lnTo>
                    <a:pt x="3832554" y="2367438"/>
                  </a:lnTo>
                  <a:lnTo>
                    <a:pt x="3832711" y="2367438"/>
                  </a:lnTo>
                  <a:lnTo>
                    <a:pt x="3832869" y="2367438"/>
                  </a:lnTo>
                  <a:lnTo>
                    <a:pt x="3833185" y="2366577"/>
                  </a:lnTo>
                  <a:lnTo>
                    <a:pt x="3833658" y="2365716"/>
                  </a:lnTo>
                  <a:lnTo>
                    <a:pt x="3833815" y="2365716"/>
                  </a:lnTo>
                  <a:lnTo>
                    <a:pt x="3833815" y="2365285"/>
                  </a:lnTo>
                  <a:lnTo>
                    <a:pt x="3834762" y="2365285"/>
                  </a:lnTo>
                  <a:lnTo>
                    <a:pt x="3835393" y="2365285"/>
                  </a:lnTo>
                  <a:lnTo>
                    <a:pt x="3835866" y="2365285"/>
                  </a:lnTo>
                  <a:lnTo>
                    <a:pt x="3836812" y="2364855"/>
                  </a:lnTo>
                  <a:lnTo>
                    <a:pt x="3837443" y="2364855"/>
                  </a:lnTo>
                  <a:lnTo>
                    <a:pt x="3837758" y="2364855"/>
                  </a:lnTo>
                  <a:lnTo>
                    <a:pt x="3837916" y="2364855"/>
                  </a:lnTo>
                  <a:lnTo>
                    <a:pt x="3838074" y="2364855"/>
                  </a:lnTo>
                  <a:lnTo>
                    <a:pt x="3838547" y="2364855"/>
                  </a:lnTo>
                  <a:lnTo>
                    <a:pt x="3838705" y="2364855"/>
                  </a:lnTo>
                  <a:lnTo>
                    <a:pt x="3838862" y="2364855"/>
                  </a:lnTo>
                  <a:lnTo>
                    <a:pt x="3839493" y="2364424"/>
                  </a:lnTo>
                  <a:lnTo>
                    <a:pt x="3839651" y="2364424"/>
                  </a:lnTo>
                  <a:lnTo>
                    <a:pt x="3839809" y="2364424"/>
                  </a:lnTo>
                  <a:lnTo>
                    <a:pt x="3840282" y="2364424"/>
                  </a:lnTo>
                  <a:lnTo>
                    <a:pt x="3841544" y="2363994"/>
                  </a:lnTo>
                  <a:lnTo>
                    <a:pt x="3842332" y="2363994"/>
                  </a:lnTo>
                  <a:lnTo>
                    <a:pt x="3842490" y="2363994"/>
                  </a:lnTo>
                  <a:lnTo>
                    <a:pt x="3842648" y="2363563"/>
                  </a:lnTo>
                  <a:lnTo>
                    <a:pt x="3842648" y="2363132"/>
                  </a:lnTo>
                  <a:lnTo>
                    <a:pt x="3842963" y="2362702"/>
                  </a:lnTo>
                  <a:lnTo>
                    <a:pt x="3842963" y="2362271"/>
                  </a:lnTo>
                  <a:lnTo>
                    <a:pt x="3842963" y="2361841"/>
                  </a:lnTo>
                  <a:lnTo>
                    <a:pt x="3843121" y="2361841"/>
                  </a:lnTo>
                  <a:lnTo>
                    <a:pt x="3843279" y="2361410"/>
                  </a:lnTo>
                  <a:lnTo>
                    <a:pt x="3844540" y="2361410"/>
                  </a:lnTo>
                  <a:lnTo>
                    <a:pt x="3844698" y="2361410"/>
                  </a:lnTo>
                  <a:lnTo>
                    <a:pt x="3844856" y="2361410"/>
                  </a:lnTo>
                  <a:lnTo>
                    <a:pt x="3845171" y="2361410"/>
                  </a:lnTo>
                  <a:lnTo>
                    <a:pt x="3845171" y="2360979"/>
                  </a:lnTo>
                  <a:lnTo>
                    <a:pt x="3845644" y="2360979"/>
                  </a:lnTo>
                  <a:lnTo>
                    <a:pt x="3845960" y="2360979"/>
                  </a:lnTo>
                  <a:lnTo>
                    <a:pt x="3846433" y="2360979"/>
                  </a:lnTo>
                  <a:lnTo>
                    <a:pt x="3846591" y="2360979"/>
                  </a:lnTo>
                  <a:lnTo>
                    <a:pt x="3846906" y="2360549"/>
                  </a:lnTo>
                  <a:lnTo>
                    <a:pt x="3847379" y="2360549"/>
                  </a:lnTo>
                  <a:lnTo>
                    <a:pt x="3847695" y="2360549"/>
                  </a:lnTo>
                  <a:lnTo>
                    <a:pt x="3847695" y="2360118"/>
                  </a:lnTo>
                  <a:lnTo>
                    <a:pt x="3848010" y="2359257"/>
                  </a:lnTo>
                  <a:lnTo>
                    <a:pt x="3848168" y="2359257"/>
                  </a:lnTo>
                  <a:lnTo>
                    <a:pt x="3848325" y="2359257"/>
                  </a:lnTo>
                  <a:lnTo>
                    <a:pt x="3850218" y="2357965"/>
                  </a:lnTo>
                  <a:lnTo>
                    <a:pt x="3850849" y="2357535"/>
                  </a:lnTo>
                  <a:lnTo>
                    <a:pt x="3851164" y="2357535"/>
                  </a:lnTo>
                  <a:lnTo>
                    <a:pt x="3851638" y="2357535"/>
                  </a:lnTo>
                  <a:lnTo>
                    <a:pt x="3851795" y="2357104"/>
                  </a:lnTo>
                  <a:lnTo>
                    <a:pt x="3852268" y="2357104"/>
                  </a:lnTo>
                  <a:lnTo>
                    <a:pt x="3852268" y="2356673"/>
                  </a:lnTo>
                  <a:lnTo>
                    <a:pt x="3852426" y="2356673"/>
                  </a:lnTo>
                  <a:lnTo>
                    <a:pt x="3852742" y="2356673"/>
                  </a:lnTo>
                  <a:lnTo>
                    <a:pt x="3853057" y="2355812"/>
                  </a:lnTo>
                  <a:lnTo>
                    <a:pt x="3853372" y="2355812"/>
                  </a:lnTo>
                  <a:lnTo>
                    <a:pt x="3853372" y="2355382"/>
                  </a:lnTo>
                  <a:lnTo>
                    <a:pt x="3853688" y="2355382"/>
                  </a:lnTo>
                  <a:lnTo>
                    <a:pt x="3853846" y="2355382"/>
                  </a:lnTo>
                  <a:lnTo>
                    <a:pt x="3854477" y="2354951"/>
                  </a:lnTo>
                  <a:lnTo>
                    <a:pt x="3854950" y="2354951"/>
                  </a:lnTo>
                  <a:lnTo>
                    <a:pt x="3855265" y="2354951"/>
                  </a:lnTo>
                  <a:lnTo>
                    <a:pt x="3855738" y="2354951"/>
                  </a:lnTo>
                  <a:lnTo>
                    <a:pt x="3856369" y="2354951"/>
                  </a:lnTo>
                  <a:lnTo>
                    <a:pt x="3856842" y="2354090"/>
                  </a:lnTo>
                  <a:lnTo>
                    <a:pt x="3856842" y="2353229"/>
                  </a:lnTo>
                  <a:lnTo>
                    <a:pt x="3857946" y="2351506"/>
                  </a:lnTo>
                  <a:lnTo>
                    <a:pt x="3858104" y="2351506"/>
                  </a:lnTo>
                  <a:lnTo>
                    <a:pt x="3858419" y="2351076"/>
                  </a:lnTo>
                  <a:lnTo>
                    <a:pt x="3859050" y="2350645"/>
                  </a:lnTo>
                  <a:lnTo>
                    <a:pt x="3859366" y="2350645"/>
                  </a:lnTo>
                  <a:lnTo>
                    <a:pt x="3859523" y="2350645"/>
                  </a:lnTo>
                  <a:lnTo>
                    <a:pt x="3859681" y="2350214"/>
                  </a:lnTo>
                  <a:lnTo>
                    <a:pt x="3859839" y="2350214"/>
                  </a:lnTo>
                  <a:lnTo>
                    <a:pt x="3859839" y="2349353"/>
                  </a:lnTo>
                  <a:lnTo>
                    <a:pt x="3860154" y="2348923"/>
                  </a:lnTo>
                  <a:lnTo>
                    <a:pt x="3860312" y="2348492"/>
                  </a:lnTo>
                  <a:lnTo>
                    <a:pt x="3860470" y="2348492"/>
                  </a:lnTo>
                  <a:lnTo>
                    <a:pt x="3860785" y="2348061"/>
                  </a:lnTo>
                  <a:lnTo>
                    <a:pt x="3860943" y="2347631"/>
                  </a:lnTo>
                  <a:lnTo>
                    <a:pt x="3861416" y="2347631"/>
                  </a:lnTo>
                  <a:lnTo>
                    <a:pt x="3861889" y="2347631"/>
                  </a:lnTo>
                  <a:lnTo>
                    <a:pt x="3862362" y="2347631"/>
                  </a:lnTo>
                  <a:lnTo>
                    <a:pt x="3862836" y="2347200"/>
                  </a:lnTo>
                  <a:lnTo>
                    <a:pt x="3862993" y="2347200"/>
                  </a:lnTo>
                  <a:lnTo>
                    <a:pt x="3863309" y="2347200"/>
                  </a:lnTo>
                  <a:lnTo>
                    <a:pt x="3863782" y="2346770"/>
                  </a:lnTo>
                  <a:lnTo>
                    <a:pt x="3864097" y="2346770"/>
                  </a:lnTo>
                  <a:lnTo>
                    <a:pt x="3864413" y="2346770"/>
                  </a:lnTo>
                  <a:lnTo>
                    <a:pt x="3864570" y="2345908"/>
                  </a:lnTo>
                  <a:lnTo>
                    <a:pt x="3865201" y="2344617"/>
                  </a:lnTo>
                  <a:lnTo>
                    <a:pt x="3865359" y="2344186"/>
                  </a:lnTo>
                  <a:lnTo>
                    <a:pt x="3865517" y="2344186"/>
                  </a:lnTo>
                  <a:lnTo>
                    <a:pt x="3865674" y="2344186"/>
                  </a:lnTo>
                  <a:lnTo>
                    <a:pt x="3865990" y="2343325"/>
                  </a:lnTo>
                  <a:lnTo>
                    <a:pt x="3866148" y="2343325"/>
                  </a:lnTo>
                  <a:lnTo>
                    <a:pt x="3866305" y="2342894"/>
                  </a:lnTo>
                  <a:lnTo>
                    <a:pt x="3866463" y="2342894"/>
                  </a:lnTo>
                  <a:lnTo>
                    <a:pt x="3867252" y="2342464"/>
                  </a:lnTo>
                  <a:lnTo>
                    <a:pt x="3867409" y="2342033"/>
                  </a:lnTo>
                  <a:lnTo>
                    <a:pt x="3867567" y="2341602"/>
                  </a:lnTo>
                  <a:lnTo>
                    <a:pt x="3868040" y="2341602"/>
                  </a:lnTo>
                  <a:lnTo>
                    <a:pt x="3868513" y="2341602"/>
                  </a:lnTo>
                  <a:lnTo>
                    <a:pt x="3868671" y="2341602"/>
                  </a:lnTo>
                  <a:lnTo>
                    <a:pt x="3869144" y="2341602"/>
                  </a:lnTo>
                  <a:lnTo>
                    <a:pt x="3869302" y="2341602"/>
                  </a:lnTo>
                  <a:lnTo>
                    <a:pt x="3869302" y="2341172"/>
                  </a:lnTo>
                  <a:lnTo>
                    <a:pt x="3869460" y="2341172"/>
                  </a:lnTo>
                  <a:lnTo>
                    <a:pt x="3869775" y="2341172"/>
                  </a:lnTo>
                  <a:lnTo>
                    <a:pt x="3869933" y="2341172"/>
                  </a:lnTo>
                  <a:lnTo>
                    <a:pt x="3870091" y="2341172"/>
                  </a:lnTo>
                  <a:lnTo>
                    <a:pt x="3870564" y="2340311"/>
                  </a:lnTo>
                  <a:lnTo>
                    <a:pt x="3870721" y="2340311"/>
                  </a:lnTo>
                  <a:lnTo>
                    <a:pt x="3870721" y="2339880"/>
                  </a:lnTo>
                  <a:lnTo>
                    <a:pt x="3871352" y="2339449"/>
                  </a:lnTo>
                  <a:lnTo>
                    <a:pt x="3872299" y="2338588"/>
                  </a:lnTo>
                  <a:lnTo>
                    <a:pt x="3872772" y="2338588"/>
                  </a:lnTo>
                  <a:lnTo>
                    <a:pt x="3873245" y="2338588"/>
                  </a:lnTo>
                  <a:lnTo>
                    <a:pt x="3873560" y="2338158"/>
                  </a:lnTo>
                  <a:lnTo>
                    <a:pt x="3874034" y="2338158"/>
                  </a:lnTo>
                  <a:lnTo>
                    <a:pt x="3874980" y="2337727"/>
                  </a:lnTo>
                  <a:lnTo>
                    <a:pt x="3874980" y="2337296"/>
                  </a:lnTo>
                  <a:lnTo>
                    <a:pt x="3874980" y="2336866"/>
                  </a:lnTo>
                  <a:lnTo>
                    <a:pt x="3875295" y="2336866"/>
                  </a:lnTo>
                  <a:lnTo>
                    <a:pt x="3875453" y="2336866"/>
                  </a:lnTo>
                  <a:lnTo>
                    <a:pt x="3875453" y="2336005"/>
                  </a:lnTo>
                  <a:lnTo>
                    <a:pt x="3875611" y="2336005"/>
                  </a:lnTo>
                  <a:lnTo>
                    <a:pt x="3875768" y="2336005"/>
                  </a:lnTo>
                  <a:lnTo>
                    <a:pt x="3875926" y="2335143"/>
                  </a:lnTo>
                  <a:lnTo>
                    <a:pt x="3876399" y="2334713"/>
                  </a:lnTo>
                  <a:lnTo>
                    <a:pt x="3876715" y="2334282"/>
                  </a:lnTo>
                  <a:lnTo>
                    <a:pt x="3877503" y="2334282"/>
                  </a:lnTo>
                  <a:lnTo>
                    <a:pt x="3877819" y="2333852"/>
                  </a:lnTo>
                  <a:lnTo>
                    <a:pt x="3878450" y="2333852"/>
                  </a:lnTo>
                  <a:lnTo>
                    <a:pt x="3878765" y="2333852"/>
                  </a:lnTo>
                  <a:lnTo>
                    <a:pt x="3878923" y="2333852"/>
                  </a:lnTo>
                  <a:lnTo>
                    <a:pt x="3878923" y="2333421"/>
                  </a:lnTo>
                  <a:lnTo>
                    <a:pt x="3879396" y="2332990"/>
                  </a:lnTo>
                  <a:lnTo>
                    <a:pt x="3879711" y="2332129"/>
                  </a:lnTo>
                  <a:lnTo>
                    <a:pt x="3880027" y="2332129"/>
                  </a:lnTo>
                  <a:lnTo>
                    <a:pt x="3880185" y="2332129"/>
                  </a:lnTo>
                  <a:lnTo>
                    <a:pt x="3880500" y="2332129"/>
                  </a:lnTo>
                  <a:lnTo>
                    <a:pt x="3880658" y="2332129"/>
                  </a:lnTo>
                  <a:lnTo>
                    <a:pt x="3881919" y="2331268"/>
                  </a:lnTo>
                  <a:lnTo>
                    <a:pt x="3882077" y="2331268"/>
                  </a:lnTo>
                  <a:lnTo>
                    <a:pt x="3882235" y="2331268"/>
                  </a:lnTo>
                  <a:lnTo>
                    <a:pt x="3882550" y="2330837"/>
                  </a:lnTo>
                  <a:lnTo>
                    <a:pt x="3882550" y="2330407"/>
                  </a:lnTo>
                  <a:lnTo>
                    <a:pt x="3883024" y="2329976"/>
                  </a:lnTo>
                  <a:lnTo>
                    <a:pt x="3883812" y="2329546"/>
                  </a:lnTo>
                  <a:lnTo>
                    <a:pt x="3884285" y="2329546"/>
                  </a:lnTo>
                  <a:lnTo>
                    <a:pt x="3884758" y="2329546"/>
                  </a:lnTo>
                  <a:lnTo>
                    <a:pt x="3884758" y="2329115"/>
                  </a:lnTo>
                  <a:lnTo>
                    <a:pt x="3885705" y="2328684"/>
                  </a:lnTo>
                  <a:lnTo>
                    <a:pt x="3885862" y="2328684"/>
                  </a:lnTo>
                  <a:lnTo>
                    <a:pt x="3886809" y="2328684"/>
                  </a:lnTo>
                  <a:lnTo>
                    <a:pt x="3887282" y="2328684"/>
                  </a:lnTo>
                  <a:lnTo>
                    <a:pt x="3887440" y="2328684"/>
                  </a:lnTo>
                  <a:lnTo>
                    <a:pt x="3887440" y="2328254"/>
                  </a:lnTo>
                  <a:lnTo>
                    <a:pt x="3887755" y="2328254"/>
                  </a:lnTo>
                  <a:lnTo>
                    <a:pt x="3887913" y="2328254"/>
                  </a:lnTo>
                  <a:lnTo>
                    <a:pt x="3888070" y="2328254"/>
                  </a:lnTo>
                  <a:lnTo>
                    <a:pt x="3888070" y="2326962"/>
                  </a:lnTo>
                  <a:lnTo>
                    <a:pt x="3888228" y="2326962"/>
                  </a:lnTo>
                  <a:lnTo>
                    <a:pt x="3888544" y="2326531"/>
                  </a:lnTo>
                  <a:lnTo>
                    <a:pt x="3888701" y="2326531"/>
                  </a:lnTo>
                  <a:lnTo>
                    <a:pt x="3889175" y="2326101"/>
                  </a:lnTo>
                  <a:lnTo>
                    <a:pt x="3889648" y="2326101"/>
                  </a:lnTo>
                  <a:lnTo>
                    <a:pt x="3889963" y="2325240"/>
                  </a:lnTo>
                  <a:lnTo>
                    <a:pt x="3890121" y="2324809"/>
                  </a:lnTo>
                  <a:lnTo>
                    <a:pt x="3891067" y="2323948"/>
                  </a:lnTo>
                  <a:lnTo>
                    <a:pt x="3891383" y="2323948"/>
                  </a:lnTo>
                  <a:lnTo>
                    <a:pt x="3892013" y="2323948"/>
                  </a:lnTo>
                  <a:lnTo>
                    <a:pt x="3892329" y="2323948"/>
                  </a:lnTo>
                  <a:lnTo>
                    <a:pt x="3892644" y="2323948"/>
                  </a:lnTo>
                  <a:lnTo>
                    <a:pt x="3892802" y="2323948"/>
                  </a:lnTo>
                  <a:lnTo>
                    <a:pt x="3892960" y="2323517"/>
                  </a:lnTo>
                  <a:lnTo>
                    <a:pt x="3893117" y="2323517"/>
                  </a:lnTo>
                  <a:lnTo>
                    <a:pt x="3893275" y="2323517"/>
                  </a:lnTo>
                  <a:lnTo>
                    <a:pt x="3893591" y="2323517"/>
                  </a:lnTo>
                  <a:lnTo>
                    <a:pt x="3893906" y="2323517"/>
                  </a:lnTo>
                  <a:lnTo>
                    <a:pt x="3894379" y="2323087"/>
                  </a:lnTo>
                  <a:lnTo>
                    <a:pt x="3894537" y="2323087"/>
                  </a:lnTo>
                  <a:lnTo>
                    <a:pt x="3895010" y="2323087"/>
                  </a:lnTo>
                  <a:lnTo>
                    <a:pt x="3895168" y="2323087"/>
                  </a:lnTo>
                  <a:lnTo>
                    <a:pt x="3895326" y="2323087"/>
                  </a:lnTo>
                  <a:lnTo>
                    <a:pt x="3895956" y="2323087"/>
                  </a:lnTo>
                  <a:lnTo>
                    <a:pt x="3896114" y="2323087"/>
                  </a:lnTo>
                  <a:lnTo>
                    <a:pt x="3896272" y="2323087"/>
                  </a:lnTo>
                  <a:lnTo>
                    <a:pt x="3896430" y="2323087"/>
                  </a:lnTo>
                  <a:lnTo>
                    <a:pt x="3896745" y="2323087"/>
                  </a:lnTo>
                  <a:lnTo>
                    <a:pt x="3896745" y="2322656"/>
                  </a:lnTo>
                  <a:lnTo>
                    <a:pt x="3898322" y="2319211"/>
                  </a:lnTo>
                  <a:lnTo>
                    <a:pt x="3898322" y="2318781"/>
                  </a:lnTo>
                  <a:lnTo>
                    <a:pt x="3898322" y="2318350"/>
                  </a:lnTo>
                  <a:lnTo>
                    <a:pt x="3899111" y="2318350"/>
                  </a:lnTo>
                  <a:lnTo>
                    <a:pt x="3899268" y="2318350"/>
                  </a:lnTo>
                  <a:lnTo>
                    <a:pt x="3899426" y="2318350"/>
                  </a:lnTo>
                  <a:lnTo>
                    <a:pt x="3899742" y="2317919"/>
                  </a:lnTo>
                  <a:lnTo>
                    <a:pt x="3899742" y="2317489"/>
                  </a:lnTo>
                  <a:lnTo>
                    <a:pt x="3899899" y="2317489"/>
                  </a:lnTo>
                  <a:lnTo>
                    <a:pt x="3900057" y="2317058"/>
                  </a:lnTo>
                  <a:lnTo>
                    <a:pt x="3900215" y="2316628"/>
                  </a:lnTo>
                  <a:lnTo>
                    <a:pt x="3900530" y="2316197"/>
                  </a:lnTo>
                  <a:lnTo>
                    <a:pt x="3900846" y="2316197"/>
                  </a:lnTo>
                  <a:lnTo>
                    <a:pt x="3901003" y="2316197"/>
                  </a:lnTo>
                  <a:lnTo>
                    <a:pt x="3902265" y="2315336"/>
                  </a:lnTo>
                  <a:lnTo>
                    <a:pt x="3902423" y="2315336"/>
                  </a:lnTo>
                  <a:lnTo>
                    <a:pt x="3902738" y="2315336"/>
                  </a:lnTo>
                  <a:lnTo>
                    <a:pt x="3904000" y="2314475"/>
                  </a:lnTo>
                  <a:lnTo>
                    <a:pt x="3904315" y="2313613"/>
                  </a:lnTo>
                  <a:lnTo>
                    <a:pt x="3904315" y="2313183"/>
                  </a:lnTo>
                  <a:lnTo>
                    <a:pt x="3904631" y="2312752"/>
                  </a:lnTo>
                  <a:lnTo>
                    <a:pt x="3904789" y="2312322"/>
                  </a:lnTo>
                  <a:lnTo>
                    <a:pt x="3905262" y="2311460"/>
                  </a:lnTo>
                  <a:lnTo>
                    <a:pt x="3905577" y="2311460"/>
                  </a:lnTo>
                  <a:lnTo>
                    <a:pt x="3905735" y="2310599"/>
                  </a:lnTo>
                  <a:lnTo>
                    <a:pt x="3905893" y="2310599"/>
                  </a:lnTo>
                  <a:lnTo>
                    <a:pt x="3906050" y="2310599"/>
                  </a:lnTo>
                  <a:lnTo>
                    <a:pt x="3906366" y="2310169"/>
                  </a:lnTo>
                  <a:lnTo>
                    <a:pt x="3906524" y="2310169"/>
                  </a:lnTo>
                  <a:lnTo>
                    <a:pt x="3907154" y="2310169"/>
                  </a:lnTo>
                  <a:lnTo>
                    <a:pt x="3907628" y="2310169"/>
                  </a:lnTo>
                  <a:lnTo>
                    <a:pt x="3907785" y="2310169"/>
                  </a:lnTo>
                  <a:lnTo>
                    <a:pt x="3907785" y="2309738"/>
                  </a:lnTo>
                  <a:lnTo>
                    <a:pt x="3907943" y="2309738"/>
                  </a:lnTo>
                  <a:lnTo>
                    <a:pt x="3908101" y="2309738"/>
                  </a:lnTo>
                  <a:lnTo>
                    <a:pt x="3908732" y="2309738"/>
                  </a:lnTo>
                  <a:lnTo>
                    <a:pt x="3909047" y="2309738"/>
                  </a:lnTo>
                  <a:lnTo>
                    <a:pt x="3910309" y="2309307"/>
                  </a:lnTo>
                  <a:lnTo>
                    <a:pt x="3910624" y="2308877"/>
                  </a:lnTo>
                  <a:lnTo>
                    <a:pt x="3910940" y="2308446"/>
                  </a:lnTo>
                  <a:lnTo>
                    <a:pt x="3911097" y="2308016"/>
                  </a:lnTo>
                  <a:lnTo>
                    <a:pt x="3911728" y="2307585"/>
                  </a:lnTo>
                  <a:lnTo>
                    <a:pt x="3911886" y="2307585"/>
                  </a:lnTo>
                  <a:lnTo>
                    <a:pt x="3912517" y="2307585"/>
                  </a:lnTo>
                  <a:lnTo>
                    <a:pt x="3912675" y="2307585"/>
                  </a:lnTo>
                  <a:lnTo>
                    <a:pt x="3912832" y="2307585"/>
                  </a:lnTo>
                  <a:lnTo>
                    <a:pt x="3912990" y="2307585"/>
                  </a:lnTo>
                  <a:lnTo>
                    <a:pt x="3913463" y="2307585"/>
                  </a:lnTo>
                  <a:lnTo>
                    <a:pt x="3913621" y="2307585"/>
                  </a:lnTo>
                  <a:lnTo>
                    <a:pt x="3913779" y="2307154"/>
                  </a:lnTo>
                  <a:lnTo>
                    <a:pt x="3914094" y="2307154"/>
                  </a:lnTo>
                  <a:lnTo>
                    <a:pt x="3914883" y="2305863"/>
                  </a:lnTo>
                  <a:lnTo>
                    <a:pt x="3915040" y="2305863"/>
                  </a:lnTo>
                  <a:lnTo>
                    <a:pt x="3915356" y="2305863"/>
                  </a:lnTo>
                  <a:lnTo>
                    <a:pt x="3915356" y="2305432"/>
                  </a:lnTo>
                  <a:lnTo>
                    <a:pt x="3916775" y="2305432"/>
                  </a:lnTo>
                  <a:lnTo>
                    <a:pt x="3916933" y="2305432"/>
                  </a:lnTo>
                  <a:lnTo>
                    <a:pt x="3917564" y="2304571"/>
                  </a:lnTo>
                  <a:lnTo>
                    <a:pt x="3918037" y="2304571"/>
                  </a:lnTo>
                  <a:lnTo>
                    <a:pt x="3918352" y="2304571"/>
                  </a:lnTo>
                  <a:lnTo>
                    <a:pt x="3918983" y="2304140"/>
                  </a:lnTo>
                  <a:lnTo>
                    <a:pt x="3919456" y="2303710"/>
                  </a:lnTo>
                  <a:lnTo>
                    <a:pt x="3919772" y="2303710"/>
                  </a:lnTo>
                  <a:lnTo>
                    <a:pt x="3919930" y="2303710"/>
                  </a:lnTo>
                  <a:lnTo>
                    <a:pt x="3920560" y="2303710"/>
                  </a:lnTo>
                  <a:lnTo>
                    <a:pt x="3920876" y="2303279"/>
                  </a:lnTo>
                  <a:lnTo>
                    <a:pt x="3921034" y="2302848"/>
                  </a:lnTo>
                  <a:lnTo>
                    <a:pt x="3921980" y="2302848"/>
                  </a:lnTo>
                  <a:lnTo>
                    <a:pt x="3922138" y="2302848"/>
                  </a:lnTo>
                  <a:lnTo>
                    <a:pt x="3922295" y="2302418"/>
                  </a:lnTo>
                  <a:lnTo>
                    <a:pt x="3922295" y="2301557"/>
                  </a:lnTo>
                  <a:lnTo>
                    <a:pt x="3923084" y="2301557"/>
                  </a:lnTo>
                  <a:lnTo>
                    <a:pt x="3923242" y="2301557"/>
                  </a:lnTo>
                  <a:lnTo>
                    <a:pt x="3923399" y="2301557"/>
                  </a:lnTo>
                  <a:lnTo>
                    <a:pt x="3923715" y="2301126"/>
                  </a:lnTo>
                  <a:lnTo>
                    <a:pt x="3924346" y="2301126"/>
                  </a:lnTo>
                  <a:lnTo>
                    <a:pt x="3924503" y="2301126"/>
                  </a:lnTo>
                  <a:lnTo>
                    <a:pt x="3924661" y="2301126"/>
                  </a:lnTo>
                  <a:lnTo>
                    <a:pt x="3924819" y="2301126"/>
                  </a:lnTo>
                  <a:lnTo>
                    <a:pt x="3925134" y="2300695"/>
                  </a:lnTo>
                  <a:lnTo>
                    <a:pt x="3925134" y="2300265"/>
                  </a:lnTo>
                  <a:lnTo>
                    <a:pt x="3925923" y="2300265"/>
                  </a:lnTo>
                  <a:lnTo>
                    <a:pt x="3926238" y="2300265"/>
                  </a:lnTo>
                  <a:lnTo>
                    <a:pt x="3926396" y="2300265"/>
                  </a:lnTo>
                  <a:lnTo>
                    <a:pt x="3926396" y="2299834"/>
                  </a:lnTo>
                  <a:lnTo>
                    <a:pt x="3926869" y="2299404"/>
                  </a:lnTo>
                  <a:lnTo>
                    <a:pt x="3927027" y="2299404"/>
                  </a:lnTo>
                  <a:lnTo>
                    <a:pt x="3927185" y="2299404"/>
                  </a:lnTo>
                  <a:lnTo>
                    <a:pt x="3927658" y="2298973"/>
                  </a:lnTo>
                  <a:lnTo>
                    <a:pt x="3928289" y="2298112"/>
                  </a:lnTo>
                  <a:lnTo>
                    <a:pt x="3929708" y="2297251"/>
                  </a:lnTo>
                  <a:lnTo>
                    <a:pt x="3929708" y="2296820"/>
                  </a:lnTo>
                  <a:lnTo>
                    <a:pt x="3929866" y="2296820"/>
                  </a:lnTo>
                  <a:lnTo>
                    <a:pt x="3930024" y="2296820"/>
                  </a:lnTo>
                  <a:lnTo>
                    <a:pt x="3930181" y="2296820"/>
                  </a:lnTo>
                  <a:lnTo>
                    <a:pt x="3930497" y="2296820"/>
                  </a:lnTo>
                  <a:lnTo>
                    <a:pt x="3930654" y="2296820"/>
                  </a:lnTo>
                  <a:lnTo>
                    <a:pt x="3930812" y="2296820"/>
                  </a:lnTo>
                  <a:lnTo>
                    <a:pt x="3930970" y="2296820"/>
                  </a:lnTo>
                  <a:lnTo>
                    <a:pt x="3931128" y="2296820"/>
                  </a:lnTo>
                  <a:lnTo>
                    <a:pt x="3931285" y="2296820"/>
                  </a:lnTo>
                  <a:lnTo>
                    <a:pt x="3931443" y="2296820"/>
                  </a:lnTo>
                  <a:lnTo>
                    <a:pt x="3931758" y="2296389"/>
                  </a:lnTo>
                  <a:lnTo>
                    <a:pt x="3931758" y="2295959"/>
                  </a:lnTo>
                  <a:lnTo>
                    <a:pt x="3933967" y="2292514"/>
                  </a:lnTo>
                  <a:lnTo>
                    <a:pt x="3933967" y="2292083"/>
                  </a:lnTo>
                  <a:lnTo>
                    <a:pt x="3934124" y="2292083"/>
                  </a:lnTo>
                  <a:lnTo>
                    <a:pt x="3934597" y="2292083"/>
                  </a:lnTo>
                  <a:lnTo>
                    <a:pt x="3934913" y="2292083"/>
                  </a:lnTo>
                  <a:lnTo>
                    <a:pt x="3935071" y="2292083"/>
                  </a:lnTo>
                  <a:lnTo>
                    <a:pt x="3935386" y="2292083"/>
                  </a:lnTo>
                  <a:lnTo>
                    <a:pt x="3935544" y="2292083"/>
                  </a:lnTo>
                  <a:lnTo>
                    <a:pt x="3935544" y="2291653"/>
                  </a:lnTo>
                  <a:lnTo>
                    <a:pt x="3935859" y="2291222"/>
                  </a:lnTo>
                  <a:lnTo>
                    <a:pt x="3936017" y="2291222"/>
                  </a:lnTo>
                  <a:lnTo>
                    <a:pt x="3936490" y="2291222"/>
                  </a:lnTo>
                  <a:lnTo>
                    <a:pt x="3936963" y="2290361"/>
                  </a:lnTo>
                  <a:lnTo>
                    <a:pt x="3937121" y="2290361"/>
                  </a:lnTo>
                  <a:lnTo>
                    <a:pt x="3937279" y="2290361"/>
                  </a:lnTo>
                  <a:lnTo>
                    <a:pt x="3937436" y="2289500"/>
                  </a:lnTo>
                  <a:lnTo>
                    <a:pt x="3937752" y="2289500"/>
                  </a:lnTo>
                  <a:lnTo>
                    <a:pt x="3938067" y="2289500"/>
                  </a:lnTo>
                  <a:lnTo>
                    <a:pt x="3938540" y="2289500"/>
                  </a:lnTo>
                  <a:lnTo>
                    <a:pt x="3938698" y="2289500"/>
                  </a:lnTo>
                  <a:lnTo>
                    <a:pt x="3938856" y="2289069"/>
                  </a:lnTo>
                  <a:lnTo>
                    <a:pt x="3938856" y="2288639"/>
                  </a:lnTo>
                  <a:lnTo>
                    <a:pt x="3939487" y="2288639"/>
                  </a:lnTo>
                  <a:lnTo>
                    <a:pt x="3939802" y="2288639"/>
                  </a:lnTo>
                  <a:lnTo>
                    <a:pt x="3940748" y="2288639"/>
                  </a:lnTo>
                  <a:lnTo>
                    <a:pt x="3940748" y="2288208"/>
                  </a:lnTo>
                  <a:lnTo>
                    <a:pt x="3941064" y="2288208"/>
                  </a:lnTo>
                  <a:lnTo>
                    <a:pt x="3941222" y="2288208"/>
                  </a:lnTo>
                  <a:lnTo>
                    <a:pt x="3941695" y="2288208"/>
                  </a:lnTo>
                  <a:lnTo>
                    <a:pt x="3941852" y="2288208"/>
                  </a:lnTo>
                  <a:lnTo>
                    <a:pt x="3942168" y="2288208"/>
                  </a:lnTo>
                  <a:lnTo>
                    <a:pt x="3942168" y="2287347"/>
                  </a:lnTo>
                  <a:lnTo>
                    <a:pt x="3942956" y="2287347"/>
                  </a:lnTo>
                  <a:lnTo>
                    <a:pt x="3943114" y="2287347"/>
                  </a:lnTo>
                  <a:lnTo>
                    <a:pt x="3943587" y="2285624"/>
                  </a:lnTo>
                  <a:lnTo>
                    <a:pt x="3944376" y="2284333"/>
                  </a:lnTo>
                  <a:lnTo>
                    <a:pt x="3945480" y="2283902"/>
                  </a:lnTo>
                  <a:lnTo>
                    <a:pt x="3945638" y="2283902"/>
                  </a:lnTo>
                  <a:lnTo>
                    <a:pt x="3945795" y="2283471"/>
                  </a:lnTo>
                  <a:lnTo>
                    <a:pt x="3945953" y="2283471"/>
                  </a:lnTo>
                  <a:lnTo>
                    <a:pt x="3946269" y="2283471"/>
                  </a:lnTo>
                  <a:lnTo>
                    <a:pt x="3946426" y="2283471"/>
                  </a:lnTo>
                  <a:lnTo>
                    <a:pt x="3946584" y="2283041"/>
                  </a:lnTo>
                  <a:lnTo>
                    <a:pt x="3948161" y="2280457"/>
                  </a:lnTo>
                  <a:lnTo>
                    <a:pt x="3948319" y="2280027"/>
                  </a:lnTo>
                  <a:lnTo>
                    <a:pt x="3948477" y="2280027"/>
                  </a:lnTo>
                  <a:lnTo>
                    <a:pt x="3948634" y="2279596"/>
                  </a:lnTo>
                  <a:lnTo>
                    <a:pt x="3948792" y="2279596"/>
                  </a:lnTo>
                  <a:lnTo>
                    <a:pt x="3948950" y="2279596"/>
                  </a:lnTo>
                  <a:lnTo>
                    <a:pt x="3949107" y="2279596"/>
                  </a:lnTo>
                  <a:lnTo>
                    <a:pt x="3949581" y="2279596"/>
                  </a:lnTo>
                  <a:lnTo>
                    <a:pt x="3949896" y="2279596"/>
                  </a:lnTo>
                  <a:lnTo>
                    <a:pt x="3950054" y="2279596"/>
                  </a:lnTo>
                  <a:lnTo>
                    <a:pt x="3950211" y="2279596"/>
                  </a:lnTo>
                  <a:lnTo>
                    <a:pt x="3950527" y="2279596"/>
                  </a:lnTo>
                  <a:lnTo>
                    <a:pt x="3951316" y="2279596"/>
                  </a:lnTo>
                  <a:lnTo>
                    <a:pt x="3951316" y="2278735"/>
                  </a:lnTo>
                  <a:lnTo>
                    <a:pt x="3951631" y="2278735"/>
                  </a:lnTo>
                  <a:lnTo>
                    <a:pt x="3951789" y="2278735"/>
                  </a:lnTo>
                  <a:lnTo>
                    <a:pt x="3952104" y="2278735"/>
                  </a:lnTo>
                  <a:lnTo>
                    <a:pt x="3952893" y="2278735"/>
                  </a:lnTo>
                  <a:lnTo>
                    <a:pt x="3953050" y="2278735"/>
                  </a:lnTo>
                  <a:lnTo>
                    <a:pt x="3953208" y="2278735"/>
                  </a:lnTo>
                  <a:lnTo>
                    <a:pt x="3953524" y="2278735"/>
                  </a:lnTo>
                  <a:lnTo>
                    <a:pt x="3954154" y="2278735"/>
                  </a:lnTo>
                  <a:lnTo>
                    <a:pt x="3954312" y="2278304"/>
                  </a:lnTo>
                  <a:lnTo>
                    <a:pt x="3954628" y="2277874"/>
                  </a:lnTo>
                  <a:lnTo>
                    <a:pt x="3955574" y="2277443"/>
                  </a:lnTo>
                  <a:lnTo>
                    <a:pt x="3956205" y="2277443"/>
                  </a:lnTo>
                  <a:lnTo>
                    <a:pt x="3956363" y="2277443"/>
                  </a:lnTo>
                  <a:lnTo>
                    <a:pt x="3956678" y="2277443"/>
                  </a:lnTo>
                  <a:lnTo>
                    <a:pt x="3957151" y="2277443"/>
                  </a:lnTo>
                  <a:lnTo>
                    <a:pt x="3957624" y="2277443"/>
                  </a:lnTo>
                  <a:lnTo>
                    <a:pt x="3957782" y="2276582"/>
                  </a:lnTo>
                  <a:lnTo>
                    <a:pt x="3957782" y="2276151"/>
                  </a:lnTo>
                  <a:lnTo>
                    <a:pt x="3957940" y="2276151"/>
                  </a:lnTo>
                  <a:lnTo>
                    <a:pt x="3958097" y="2276151"/>
                  </a:lnTo>
                  <a:lnTo>
                    <a:pt x="3959044" y="2275290"/>
                  </a:lnTo>
                  <a:lnTo>
                    <a:pt x="3959201" y="2275290"/>
                  </a:lnTo>
                  <a:lnTo>
                    <a:pt x="3959517" y="2275290"/>
                  </a:lnTo>
                  <a:lnTo>
                    <a:pt x="3959675" y="2275290"/>
                  </a:lnTo>
                  <a:lnTo>
                    <a:pt x="3960463" y="2274429"/>
                  </a:lnTo>
                  <a:lnTo>
                    <a:pt x="3960779" y="2273998"/>
                  </a:lnTo>
                  <a:lnTo>
                    <a:pt x="3961094" y="2273998"/>
                  </a:lnTo>
                  <a:lnTo>
                    <a:pt x="3961252" y="2273568"/>
                  </a:lnTo>
                  <a:lnTo>
                    <a:pt x="3961567" y="2273137"/>
                  </a:lnTo>
                  <a:lnTo>
                    <a:pt x="3961567" y="2272706"/>
                  </a:lnTo>
                  <a:lnTo>
                    <a:pt x="3961725" y="2272276"/>
                  </a:lnTo>
                  <a:lnTo>
                    <a:pt x="3962040" y="2272276"/>
                  </a:lnTo>
                  <a:lnTo>
                    <a:pt x="3962356" y="2272276"/>
                  </a:lnTo>
                  <a:lnTo>
                    <a:pt x="3962671" y="2271415"/>
                  </a:lnTo>
                  <a:lnTo>
                    <a:pt x="3962829" y="2271415"/>
                  </a:lnTo>
                  <a:lnTo>
                    <a:pt x="3962987" y="2271415"/>
                  </a:lnTo>
                  <a:lnTo>
                    <a:pt x="3963144" y="2271415"/>
                  </a:lnTo>
                  <a:lnTo>
                    <a:pt x="3963302" y="2271415"/>
                  </a:lnTo>
                  <a:lnTo>
                    <a:pt x="3964879" y="2270553"/>
                  </a:lnTo>
                  <a:lnTo>
                    <a:pt x="3965037" y="2270553"/>
                  </a:lnTo>
                  <a:lnTo>
                    <a:pt x="3965510" y="2270553"/>
                  </a:lnTo>
                  <a:lnTo>
                    <a:pt x="3965668" y="2270553"/>
                  </a:lnTo>
                  <a:lnTo>
                    <a:pt x="3965826" y="2270553"/>
                  </a:lnTo>
                  <a:lnTo>
                    <a:pt x="3965983" y="2270123"/>
                  </a:lnTo>
                  <a:lnTo>
                    <a:pt x="3966141" y="2270123"/>
                  </a:lnTo>
                  <a:lnTo>
                    <a:pt x="3966772" y="2269262"/>
                  </a:lnTo>
                  <a:lnTo>
                    <a:pt x="3966772" y="2268831"/>
                  </a:lnTo>
                  <a:lnTo>
                    <a:pt x="3967087" y="2268831"/>
                  </a:lnTo>
                  <a:lnTo>
                    <a:pt x="3967561" y="2268400"/>
                  </a:lnTo>
                  <a:lnTo>
                    <a:pt x="3967718" y="2267970"/>
                  </a:lnTo>
                  <a:lnTo>
                    <a:pt x="3968191" y="2267970"/>
                  </a:lnTo>
                  <a:lnTo>
                    <a:pt x="3968349" y="2267109"/>
                  </a:lnTo>
                  <a:lnTo>
                    <a:pt x="3968507" y="2267109"/>
                  </a:lnTo>
                  <a:lnTo>
                    <a:pt x="3968822" y="2267109"/>
                  </a:lnTo>
                  <a:lnTo>
                    <a:pt x="3969138" y="2267109"/>
                  </a:lnTo>
                  <a:lnTo>
                    <a:pt x="3969138" y="2266678"/>
                  </a:lnTo>
                  <a:lnTo>
                    <a:pt x="3969453" y="2266247"/>
                  </a:lnTo>
                  <a:lnTo>
                    <a:pt x="3970242" y="2266247"/>
                  </a:lnTo>
                  <a:lnTo>
                    <a:pt x="3970399" y="2266247"/>
                  </a:lnTo>
                  <a:lnTo>
                    <a:pt x="3970873" y="2265817"/>
                  </a:lnTo>
                  <a:lnTo>
                    <a:pt x="3971819" y="2265386"/>
                  </a:lnTo>
                  <a:lnTo>
                    <a:pt x="3972292" y="2265386"/>
                  </a:lnTo>
                  <a:lnTo>
                    <a:pt x="3972450" y="2265386"/>
                  </a:lnTo>
                  <a:lnTo>
                    <a:pt x="3973081" y="2265386"/>
                  </a:lnTo>
                  <a:lnTo>
                    <a:pt x="3973396" y="2265386"/>
                  </a:lnTo>
                  <a:lnTo>
                    <a:pt x="3973712" y="2265386"/>
                  </a:lnTo>
                  <a:lnTo>
                    <a:pt x="3974973" y="2264094"/>
                  </a:lnTo>
                  <a:lnTo>
                    <a:pt x="3975289" y="2264094"/>
                  </a:lnTo>
                  <a:lnTo>
                    <a:pt x="3975446" y="2264094"/>
                  </a:lnTo>
                  <a:lnTo>
                    <a:pt x="3975762" y="2264094"/>
                  </a:lnTo>
                  <a:lnTo>
                    <a:pt x="3976077" y="2263664"/>
                  </a:lnTo>
                  <a:lnTo>
                    <a:pt x="3977181" y="2261511"/>
                  </a:lnTo>
                  <a:lnTo>
                    <a:pt x="3977497" y="2261511"/>
                  </a:lnTo>
                  <a:lnTo>
                    <a:pt x="3977970" y="2261080"/>
                  </a:lnTo>
                  <a:lnTo>
                    <a:pt x="3978128" y="2261080"/>
                  </a:lnTo>
                  <a:lnTo>
                    <a:pt x="3978443" y="2261080"/>
                  </a:lnTo>
                  <a:lnTo>
                    <a:pt x="3978759" y="2260650"/>
                  </a:lnTo>
                  <a:lnTo>
                    <a:pt x="3979074" y="2260650"/>
                  </a:lnTo>
                  <a:lnTo>
                    <a:pt x="3979547" y="2259358"/>
                  </a:lnTo>
                  <a:lnTo>
                    <a:pt x="3979705" y="2258927"/>
                  </a:lnTo>
                  <a:lnTo>
                    <a:pt x="3979863" y="2258927"/>
                  </a:lnTo>
                  <a:lnTo>
                    <a:pt x="3980020" y="2258927"/>
                  </a:lnTo>
                  <a:lnTo>
                    <a:pt x="3980493" y="2258497"/>
                  </a:lnTo>
                  <a:lnTo>
                    <a:pt x="3980967" y="2258497"/>
                  </a:lnTo>
                  <a:lnTo>
                    <a:pt x="3981124" y="2258497"/>
                  </a:lnTo>
                  <a:lnTo>
                    <a:pt x="3981282" y="2258497"/>
                  </a:lnTo>
                  <a:lnTo>
                    <a:pt x="3982071" y="2258066"/>
                  </a:lnTo>
                  <a:lnTo>
                    <a:pt x="3982071" y="2257635"/>
                  </a:lnTo>
                  <a:lnTo>
                    <a:pt x="3982228" y="2257635"/>
                  </a:lnTo>
                  <a:lnTo>
                    <a:pt x="3982228" y="2257205"/>
                  </a:lnTo>
                  <a:lnTo>
                    <a:pt x="3982386" y="2256774"/>
                  </a:lnTo>
                  <a:lnTo>
                    <a:pt x="3982544" y="2256774"/>
                  </a:lnTo>
                  <a:lnTo>
                    <a:pt x="3982701" y="2256774"/>
                  </a:lnTo>
                  <a:lnTo>
                    <a:pt x="3983017" y="2256774"/>
                  </a:lnTo>
                  <a:lnTo>
                    <a:pt x="3984121" y="2255482"/>
                  </a:lnTo>
                  <a:lnTo>
                    <a:pt x="3984279" y="2255482"/>
                  </a:lnTo>
                  <a:lnTo>
                    <a:pt x="3984910" y="2255052"/>
                  </a:lnTo>
                  <a:lnTo>
                    <a:pt x="3984910" y="2254621"/>
                  </a:lnTo>
                  <a:lnTo>
                    <a:pt x="3985225" y="2254621"/>
                  </a:lnTo>
                  <a:lnTo>
                    <a:pt x="3985225" y="2253760"/>
                  </a:lnTo>
                  <a:lnTo>
                    <a:pt x="3985383" y="2253760"/>
                  </a:lnTo>
                  <a:lnTo>
                    <a:pt x="3985698" y="2253329"/>
                  </a:lnTo>
                  <a:lnTo>
                    <a:pt x="3986171" y="2252468"/>
                  </a:lnTo>
                  <a:lnTo>
                    <a:pt x="3986487" y="2252038"/>
                  </a:lnTo>
                  <a:lnTo>
                    <a:pt x="3986644" y="2252038"/>
                  </a:lnTo>
                  <a:lnTo>
                    <a:pt x="3986802" y="2252038"/>
                  </a:lnTo>
                  <a:lnTo>
                    <a:pt x="3986960" y="2252038"/>
                  </a:lnTo>
                  <a:lnTo>
                    <a:pt x="3987591" y="2251176"/>
                  </a:lnTo>
                  <a:lnTo>
                    <a:pt x="3987906" y="2251176"/>
                  </a:lnTo>
                  <a:lnTo>
                    <a:pt x="3988379" y="2250746"/>
                  </a:lnTo>
                  <a:lnTo>
                    <a:pt x="3988379" y="2250315"/>
                  </a:lnTo>
                  <a:lnTo>
                    <a:pt x="3988379" y="2249885"/>
                  </a:lnTo>
                  <a:lnTo>
                    <a:pt x="3988537" y="2249885"/>
                  </a:lnTo>
                  <a:lnTo>
                    <a:pt x="3988695" y="2249885"/>
                  </a:lnTo>
                  <a:lnTo>
                    <a:pt x="3989168" y="2249454"/>
                  </a:lnTo>
                  <a:lnTo>
                    <a:pt x="3989483" y="2248593"/>
                  </a:lnTo>
                  <a:lnTo>
                    <a:pt x="3989483" y="2248162"/>
                  </a:lnTo>
                  <a:lnTo>
                    <a:pt x="3989641" y="2248162"/>
                  </a:lnTo>
                  <a:lnTo>
                    <a:pt x="3989799" y="2248162"/>
                  </a:lnTo>
                  <a:lnTo>
                    <a:pt x="3989957" y="2248162"/>
                  </a:lnTo>
                  <a:lnTo>
                    <a:pt x="3990272" y="2247301"/>
                  </a:lnTo>
                  <a:lnTo>
                    <a:pt x="3990587" y="2247301"/>
                  </a:lnTo>
                  <a:lnTo>
                    <a:pt x="3990903" y="2246870"/>
                  </a:lnTo>
                  <a:lnTo>
                    <a:pt x="3991061" y="2246870"/>
                  </a:lnTo>
                  <a:lnTo>
                    <a:pt x="3991218" y="2246440"/>
                  </a:lnTo>
                  <a:lnTo>
                    <a:pt x="3991534" y="2245579"/>
                  </a:lnTo>
                  <a:lnTo>
                    <a:pt x="3991691" y="2245579"/>
                  </a:lnTo>
                  <a:lnTo>
                    <a:pt x="3992480" y="2245148"/>
                  </a:lnTo>
                  <a:lnTo>
                    <a:pt x="3992953" y="2245148"/>
                  </a:lnTo>
                  <a:lnTo>
                    <a:pt x="3993269" y="2245148"/>
                  </a:lnTo>
                  <a:lnTo>
                    <a:pt x="3993426" y="2245148"/>
                  </a:lnTo>
                  <a:lnTo>
                    <a:pt x="3993584" y="2245148"/>
                  </a:lnTo>
                  <a:lnTo>
                    <a:pt x="3993899" y="2244717"/>
                  </a:lnTo>
                  <a:lnTo>
                    <a:pt x="3994373" y="2244717"/>
                  </a:lnTo>
                  <a:lnTo>
                    <a:pt x="3994846" y="2243856"/>
                  </a:lnTo>
                  <a:lnTo>
                    <a:pt x="3995319" y="2243856"/>
                  </a:lnTo>
                  <a:lnTo>
                    <a:pt x="3995950" y="2243426"/>
                  </a:lnTo>
                  <a:lnTo>
                    <a:pt x="3996581" y="2243426"/>
                  </a:lnTo>
                  <a:lnTo>
                    <a:pt x="3996896" y="2242564"/>
                  </a:lnTo>
                  <a:lnTo>
                    <a:pt x="3997527" y="2242564"/>
                  </a:lnTo>
                  <a:lnTo>
                    <a:pt x="3998000" y="2242564"/>
                  </a:lnTo>
                  <a:lnTo>
                    <a:pt x="3998316" y="2242564"/>
                  </a:lnTo>
                  <a:lnTo>
                    <a:pt x="3998631" y="2242134"/>
                  </a:lnTo>
                  <a:lnTo>
                    <a:pt x="3998631" y="2241273"/>
                  </a:lnTo>
                  <a:lnTo>
                    <a:pt x="3998631" y="2240842"/>
                  </a:lnTo>
                  <a:lnTo>
                    <a:pt x="3998946" y="2240842"/>
                  </a:lnTo>
                  <a:lnTo>
                    <a:pt x="3999420" y="2240842"/>
                  </a:lnTo>
                  <a:lnTo>
                    <a:pt x="3999735" y="2240842"/>
                  </a:lnTo>
                  <a:lnTo>
                    <a:pt x="3999893" y="2240842"/>
                  </a:lnTo>
                  <a:lnTo>
                    <a:pt x="4000524" y="2240411"/>
                  </a:lnTo>
                  <a:lnTo>
                    <a:pt x="4000681" y="2240411"/>
                  </a:lnTo>
                  <a:lnTo>
                    <a:pt x="4000839" y="2240411"/>
                  </a:lnTo>
                  <a:lnTo>
                    <a:pt x="4001312" y="2239981"/>
                  </a:lnTo>
                  <a:lnTo>
                    <a:pt x="4001628" y="2239550"/>
                  </a:lnTo>
                  <a:lnTo>
                    <a:pt x="4002259" y="2239550"/>
                  </a:lnTo>
                  <a:lnTo>
                    <a:pt x="4002416" y="2239550"/>
                  </a:lnTo>
                  <a:lnTo>
                    <a:pt x="4003363" y="2239550"/>
                  </a:lnTo>
                  <a:lnTo>
                    <a:pt x="4003363" y="2239120"/>
                  </a:lnTo>
                  <a:lnTo>
                    <a:pt x="4003678" y="2238689"/>
                  </a:lnTo>
                  <a:lnTo>
                    <a:pt x="4003836" y="2238689"/>
                  </a:lnTo>
                  <a:lnTo>
                    <a:pt x="4003993" y="2238258"/>
                  </a:lnTo>
                  <a:lnTo>
                    <a:pt x="4004151" y="2238258"/>
                  </a:lnTo>
                  <a:lnTo>
                    <a:pt x="4004309" y="2238258"/>
                  </a:lnTo>
                  <a:lnTo>
                    <a:pt x="4004940" y="2238258"/>
                  </a:lnTo>
                  <a:lnTo>
                    <a:pt x="4005097" y="2238258"/>
                  </a:lnTo>
                  <a:lnTo>
                    <a:pt x="4005571" y="2238258"/>
                  </a:lnTo>
                  <a:lnTo>
                    <a:pt x="4006517" y="2237828"/>
                  </a:lnTo>
                  <a:lnTo>
                    <a:pt x="4006675" y="2237828"/>
                  </a:lnTo>
                  <a:lnTo>
                    <a:pt x="4007148" y="2237828"/>
                  </a:lnTo>
                  <a:lnTo>
                    <a:pt x="4007306" y="2237828"/>
                  </a:lnTo>
                  <a:lnTo>
                    <a:pt x="4007779" y="2237828"/>
                  </a:lnTo>
                  <a:lnTo>
                    <a:pt x="4008410" y="2237397"/>
                  </a:lnTo>
                  <a:lnTo>
                    <a:pt x="4008567" y="2237397"/>
                  </a:lnTo>
                  <a:lnTo>
                    <a:pt x="4009514" y="2237397"/>
                  </a:lnTo>
                  <a:lnTo>
                    <a:pt x="4009987" y="2236536"/>
                  </a:lnTo>
                  <a:lnTo>
                    <a:pt x="4010144" y="2236536"/>
                  </a:lnTo>
                  <a:lnTo>
                    <a:pt x="4010933" y="2236105"/>
                  </a:lnTo>
                  <a:lnTo>
                    <a:pt x="4011091" y="2236105"/>
                  </a:lnTo>
                  <a:lnTo>
                    <a:pt x="4011564" y="2235244"/>
                  </a:lnTo>
                  <a:lnTo>
                    <a:pt x="4011722" y="2235244"/>
                  </a:lnTo>
                  <a:lnTo>
                    <a:pt x="4012352" y="2234814"/>
                  </a:lnTo>
                  <a:lnTo>
                    <a:pt x="4013141" y="2233952"/>
                  </a:lnTo>
                  <a:lnTo>
                    <a:pt x="4013772" y="2233952"/>
                  </a:lnTo>
                  <a:lnTo>
                    <a:pt x="4013930" y="2233952"/>
                  </a:lnTo>
                  <a:lnTo>
                    <a:pt x="4014245" y="2233952"/>
                  </a:lnTo>
                  <a:lnTo>
                    <a:pt x="4014876" y="2233952"/>
                  </a:lnTo>
                  <a:lnTo>
                    <a:pt x="4015349" y="2233522"/>
                  </a:lnTo>
                  <a:lnTo>
                    <a:pt x="4015507" y="2233522"/>
                  </a:lnTo>
                  <a:lnTo>
                    <a:pt x="4015507" y="2232661"/>
                  </a:lnTo>
                  <a:lnTo>
                    <a:pt x="4015822" y="2232661"/>
                  </a:lnTo>
                  <a:lnTo>
                    <a:pt x="4016138" y="2232230"/>
                  </a:lnTo>
                  <a:lnTo>
                    <a:pt x="4016926" y="2230508"/>
                  </a:lnTo>
                  <a:lnTo>
                    <a:pt x="4017084" y="2230508"/>
                  </a:lnTo>
                  <a:lnTo>
                    <a:pt x="4017242" y="2230508"/>
                  </a:lnTo>
                  <a:lnTo>
                    <a:pt x="4017242" y="2230077"/>
                  </a:lnTo>
                  <a:lnTo>
                    <a:pt x="4017242" y="2229646"/>
                  </a:lnTo>
                  <a:lnTo>
                    <a:pt x="4017715" y="2229646"/>
                  </a:lnTo>
                  <a:lnTo>
                    <a:pt x="4018030" y="2228785"/>
                  </a:lnTo>
                  <a:lnTo>
                    <a:pt x="4018188" y="2228785"/>
                  </a:lnTo>
                  <a:lnTo>
                    <a:pt x="4018661" y="2228785"/>
                  </a:lnTo>
                  <a:lnTo>
                    <a:pt x="4018977" y="2227924"/>
                  </a:lnTo>
                  <a:lnTo>
                    <a:pt x="4019134" y="2227924"/>
                  </a:lnTo>
                  <a:lnTo>
                    <a:pt x="4019292" y="2227924"/>
                  </a:lnTo>
                  <a:lnTo>
                    <a:pt x="4020396" y="2227924"/>
                  </a:lnTo>
                  <a:lnTo>
                    <a:pt x="4021027" y="2227924"/>
                  </a:lnTo>
                  <a:lnTo>
                    <a:pt x="4021185" y="2227924"/>
                  </a:lnTo>
                  <a:lnTo>
                    <a:pt x="4021185" y="2227493"/>
                  </a:lnTo>
                  <a:lnTo>
                    <a:pt x="4021185" y="2227063"/>
                  </a:lnTo>
                  <a:lnTo>
                    <a:pt x="4021658" y="2227063"/>
                  </a:lnTo>
                  <a:lnTo>
                    <a:pt x="4021973" y="2227063"/>
                  </a:lnTo>
                  <a:lnTo>
                    <a:pt x="4021973" y="2226632"/>
                  </a:lnTo>
                  <a:lnTo>
                    <a:pt x="4023077" y="2225771"/>
                  </a:lnTo>
                  <a:lnTo>
                    <a:pt x="4023077" y="2225340"/>
                  </a:lnTo>
                  <a:lnTo>
                    <a:pt x="4023235" y="2225340"/>
                  </a:lnTo>
                  <a:lnTo>
                    <a:pt x="4023708" y="2225340"/>
                  </a:lnTo>
                  <a:lnTo>
                    <a:pt x="4024181" y="2225340"/>
                  </a:lnTo>
                  <a:lnTo>
                    <a:pt x="4024812" y="2224910"/>
                  </a:lnTo>
                  <a:lnTo>
                    <a:pt x="4024970" y="2224910"/>
                  </a:lnTo>
                  <a:lnTo>
                    <a:pt x="4025443" y="2224049"/>
                  </a:lnTo>
                  <a:lnTo>
                    <a:pt x="4025759" y="2223618"/>
                  </a:lnTo>
                  <a:lnTo>
                    <a:pt x="4027020" y="2223618"/>
                  </a:lnTo>
                  <a:lnTo>
                    <a:pt x="4028440" y="2223187"/>
                  </a:lnTo>
                  <a:lnTo>
                    <a:pt x="4028597" y="2223187"/>
                  </a:lnTo>
                  <a:lnTo>
                    <a:pt x="4028597" y="2222757"/>
                  </a:lnTo>
                  <a:lnTo>
                    <a:pt x="4028755" y="2222757"/>
                  </a:lnTo>
                  <a:lnTo>
                    <a:pt x="4028913" y="2222757"/>
                  </a:lnTo>
                  <a:lnTo>
                    <a:pt x="4029386" y="2222757"/>
                  </a:lnTo>
                  <a:lnTo>
                    <a:pt x="4029544" y="2222757"/>
                  </a:lnTo>
                  <a:lnTo>
                    <a:pt x="4029702" y="2222326"/>
                  </a:lnTo>
                  <a:lnTo>
                    <a:pt x="4030017" y="2222326"/>
                  </a:lnTo>
                  <a:lnTo>
                    <a:pt x="4030175" y="2221465"/>
                  </a:lnTo>
                  <a:lnTo>
                    <a:pt x="4030332" y="2221465"/>
                  </a:lnTo>
                  <a:lnTo>
                    <a:pt x="4030490" y="2221465"/>
                  </a:lnTo>
                  <a:lnTo>
                    <a:pt x="4030806" y="2221465"/>
                  </a:lnTo>
                  <a:lnTo>
                    <a:pt x="4031121" y="2221465"/>
                  </a:lnTo>
                  <a:lnTo>
                    <a:pt x="4031121" y="2221034"/>
                  </a:lnTo>
                  <a:lnTo>
                    <a:pt x="4031279" y="2221034"/>
                  </a:lnTo>
                  <a:lnTo>
                    <a:pt x="4032540" y="2219743"/>
                  </a:lnTo>
                  <a:lnTo>
                    <a:pt x="4032540" y="2219312"/>
                  </a:lnTo>
                  <a:lnTo>
                    <a:pt x="4032698" y="2218881"/>
                  </a:lnTo>
                  <a:lnTo>
                    <a:pt x="4032856" y="2218881"/>
                  </a:lnTo>
                  <a:lnTo>
                    <a:pt x="4033014" y="2218881"/>
                  </a:lnTo>
                  <a:lnTo>
                    <a:pt x="4033171" y="2218451"/>
                  </a:lnTo>
                  <a:lnTo>
                    <a:pt x="4033487" y="2218451"/>
                  </a:lnTo>
                  <a:lnTo>
                    <a:pt x="4033802" y="2218451"/>
                  </a:lnTo>
                  <a:lnTo>
                    <a:pt x="4034118" y="2218020"/>
                  </a:lnTo>
                  <a:lnTo>
                    <a:pt x="4034275" y="2218020"/>
                  </a:lnTo>
                  <a:lnTo>
                    <a:pt x="4035853" y="2216298"/>
                  </a:lnTo>
                  <a:lnTo>
                    <a:pt x="4036326" y="2216298"/>
                  </a:lnTo>
                  <a:lnTo>
                    <a:pt x="4036799" y="2216298"/>
                  </a:lnTo>
                  <a:lnTo>
                    <a:pt x="4037114" y="2216298"/>
                  </a:lnTo>
                  <a:lnTo>
                    <a:pt x="4037272" y="2216298"/>
                  </a:lnTo>
                  <a:lnTo>
                    <a:pt x="4037430" y="2216298"/>
                  </a:lnTo>
                  <a:lnTo>
                    <a:pt x="4037903" y="2216298"/>
                  </a:lnTo>
                  <a:lnTo>
                    <a:pt x="4038061" y="2215867"/>
                  </a:lnTo>
                  <a:lnTo>
                    <a:pt x="4038376" y="2215437"/>
                  </a:lnTo>
                  <a:lnTo>
                    <a:pt x="4038534" y="2215437"/>
                  </a:lnTo>
                  <a:lnTo>
                    <a:pt x="4038691" y="2215437"/>
                  </a:lnTo>
                  <a:lnTo>
                    <a:pt x="4039007" y="2215437"/>
                  </a:lnTo>
                  <a:lnTo>
                    <a:pt x="4039165" y="2215437"/>
                  </a:lnTo>
                  <a:lnTo>
                    <a:pt x="4039953" y="2214145"/>
                  </a:lnTo>
                  <a:lnTo>
                    <a:pt x="4040111" y="2214145"/>
                  </a:lnTo>
                  <a:lnTo>
                    <a:pt x="4040584" y="2213284"/>
                  </a:lnTo>
                  <a:lnTo>
                    <a:pt x="4041057" y="2212422"/>
                  </a:lnTo>
                  <a:lnTo>
                    <a:pt x="4041373" y="2210700"/>
                  </a:lnTo>
                  <a:lnTo>
                    <a:pt x="4041373" y="2210269"/>
                  </a:lnTo>
                  <a:lnTo>
                    <a:pt x="4041373" y="2209408"/>
                  </a:lnTo>
                  <a:lnTo>
                    <a:pt x="4042004" y="2208978"/>
                  </a:lnTo>
                  <a:lnTo>
                    <a:pt x="4042477" y="2208978"/>
                  </a:lnTo>
                  <a:lnTo>
                    <a:pt x="4042634" y="2208978"/>
                  </a:lnTo>
                  <a:lnTo>
                    <a:pt x="4042950" y="2208978"/>
                  </a:lnTo>
                  <a:lnTo>
                    <a:pt x="4042950" y="2208547"/>
                  </a:lnTo>
                  <a:lnTo>
                    <a:pt x="4043108" y="2208547"/>
                  </a:lnTo>
                  <a:lnTo>
                    <a:pt x="4043265" y="2208547"/>
                  </a:lnTo>
                  <a:lnTo>
                    <a:pt x="4043423" y="2208116"/>
                  </a:lnTo>
                  <a:lnTo>
                    <a:pt x="4043581" y="2208116"/>
                  </a:lnTo>
                  <a:lnTo>
                    <a:pt x="4043738" y="2207255"/>
                  </a:lnTo>
                  <a:lnTo>
                    <a:pt x="4044212" y="2207255"/>
                  </a:lnTo>
                  <a:lnTo>
                    <a:pt x="4044842" y="2206825"/>
                  </a:lnTo>
                  <a:lnTo>
                    <a:pt x="4045000" y="2206825"/>
                  </a:lnTo>
                  <a:lnTo>
                    <a:pt x="4045158" y="2206825"/>
                  </a:lnTo>
                  <a:lnTo>
                    <a:pt x="4045316" y="2206394"/>
                  </a:lnTo>
                  <a:lnTo>
                    <a:pt x="4045789" y="2206394"/>
                  </a:lnTo>
                  <a:lnTo>
                    <a:pt x="4045946" y="2205963"/>
                  </a:lnTo>
                  <a:lnTo>
                    <a:pt x="4046104" y="2205533"/>
                  </a:lnTo>
                  <a:lnTo>
                    <a:pt x="4047051" y="2205102"/>
                  </a:lnTo>
                  <a:lnTo>
                    <a:pt x="4047208" y="2205102"/>
                  </a:lnTo>
                  <a:lnTo>
                    <a:pt x="4047524" y="2205102"/>
                  </a:lnTo>
                  <a:lnTo>
                    <a:pt x="4047997" y="2204672"/>
                  </a:lnTo>
                  <a:lnTo>
                    <a:pt x="4048470" y="2204241"/>
                  </a:lnTo>
                  <a:lnTo>
                    <a:pt x="4049101" y="2204241"/>
                  </a:lnTo>
                  <a:lnTo>
                    <a:pt x="4049416" y="2204241"/>
                  </a:lnTo>
                  <a:lnTo>
                    <a:pt x="4049574" y="2204241"/>
                  </a:lnTo>
                  <a:lnTo>
                    <a:pt x="4049732" y="2204241"/>
                  </a:lnTo>
                  <a:lnTo>
                    <a:pt x="4050205" y="2204241"/>
                  </a:lnTo>
                  <a:lnTo>
                    <a:pt x="4051151" y="2203380"/>
                  </a:lnTo>
                  <a:lnTo>
                    <a:pt x="4051467" y="2203380"/>
                  </a:lnTo>
                  <a:lnTo>
                    <a:pt x="4051940" y="2202519"/>
                  </a:lnTo>
                  <a:lnTo>
                    <a:pt x="4052098" y="2202519"/>
                  </a:lnTo>
                  <a:lnTo>
                    <a:pt x="4052098" y="2202088"/>
                  </a:lnTo>
                  <a:lnTo>
                    <a:pt x="4052255" y="2201657"/>
                  </a:lnTo>
                  <a:lnTo>
                    <a:pt x="4052728" y="2201657"/>
                  </a:lnTo>
                  <a:lnTo>
                    <a:pt x="4053044" y="2201227"/>
                  </a:lnTo>
                  <a:lnTo>
                    <a:pt x="4053202" y="2201227"/>
                  </a:lnTo>
                  <a:lnTo>
                    <a:pt x="4053990" y="2201227"/>
                  </a:lnTo>
                  <a:lnTo>
                    <a:pt x="4054621" y="2201227"/>
                  </a:lnTo>
                  <a:lnTo>
                    <a:pt x="4054779" y="2201227"/>
                  </a:lnTo>
                  <a:lnTo>
                    <a:pt x="4055410" y="2199935"/>
                  </a:lnTo>
                  <a:lnTo>
                    <a:pt x="4055567" y="2199935"/>
                  </a:lnTo>
                  <a:lnTo>
                    <a:pt x="4055725" y="2199074"/>
                  </a:lnTo>
                  <a:lnTo>
                    <a:pt x="4055725" y="2198643"/>
                  </a:lnTo>
                  <a:lnTo>
                    <a:pt x="4055883" y="2198643"/>
                  </a:lnTo>
                  <a:lnTo>
                    <a:pt x="4056356" y="2198643"/>
                  </a:lnTo>
                  <a:lnTo>
                    <a:pt x="4056829" y="2198643"/>
                  </a:lnTo>
                  <a:lnTo>
                    <a:pt x="4057460" y="2198643"/>
                  </a:lnTo>
                  <a:lnTo>
                    <a:pt x="4057775" y="2198643"/>
                  </a:lnTo>
                  <a:lnTo>
                    <a:pt x="4058406" y="2198213"/>
                  </a:lnTo>
                  <a:lnTo>
                    <a:pt x="4058722" y="2198213"/>
                  </a:lnTo>
                  <a:lnTo>
                    <a:pt x="4058722" y="2197782"/>
                  </a:lnTo>
                  <a:lnTo>
                    <a:pt x="4059037" y="2197782"/>
                  </a:lnTo>
                  <a:lnTo>
                    <a:pt x="4059668" y="2197351"/>
                  </a:lnTo>
                  <a:lnTo>
                    <a:pt x="4059826" y="2197351"/>
                  </a:lnTo>
                  <a:lnTo>
                    <a:pt x="4059983" y="2196921"/>
                  </a:lnTo>
                  <a:lnTo>
                    <a:pt x="4060141" y="2196921"/>
                  </a:lnTo>
                  <a:lnTo>
                    <a:pt x="4060141" y="2196490"/>
                  </a:lnTo>
                  <a:lnTo>
                    <a:pt x="4060772" y="2196490"/>
                  </a:lnTo>
                  <a:lnTo>
                    <a:pt x="4061403" y="2196490"/>
                  </a:lnTo>
                  <a:lnTo>
                    <a:pt x="4061876" y="2196490"/>
                  </a:lnTo>
                  <a:lnTo>
                    <a:pt x="4062507" y="2196060"/>
                  </a:lnTo>
                  <a:lnTo>
                    <a:pt x="4062507" y="2195629"/>
                  </a:lnTo>
                  <a:lnTo>
                    <a:pt x="4062665" y="2195198"/>
                  </a:lnTo>
                  <a:lnTo>
                    <a:pt x="4063769" y="2194768"/>
                  </a:lnTo>
                  <a:lnTo>
                    <a:pt x="4063769" y="2194337"/>
                  </a:lnTo>
                  <a:lnTo>
                    <a:pt x="4063926" y="2194337"/>
                  </a:lnTo>
                  <a:lnTo>
                    <a:pt x="4064242" y="2194337"/>
                  </a:lnTo>
                  <a:lnTo>
                    <a:pt x="4064400" y="2194337"/>
                  </a:lnTo>
                  <a:lnTo>
                    <a:pt x="4064715" y="2193907"/>
                  </a:lnTo>
                  <a:lnTo>
                    <a:pt x="4064715" y="2193476"/>
                  </a:lnTo>
                  <a:lnTo>
                    <a:pt x="4064873" y="2193476"/>
                  </a:lnTo>
                  <a:lnTo>
                    <a:pt x="4065030" y="2193476"/>
                  </a:lnTo>
                  <a:lnTo>
                    <a:pt x="4065188" y="2193045"/>
                  </a:lnTo>
                  <a:lnTo>
                    <a:pt x="4065346" y="2193045"/>
                  </a:lnTo>
                  <a:lnTo>
                    <a:pt x="4066134" y="2192184"/>
                  </a:lnTo>
                  <a:lnTo>
                    <a:pt x="4066292" y="2191754"/>
                  </a:lnTo>
                  <a:lnTo>
                    <a:pt x="4066765" y="2191754"/>
                  </a:lnTo>
                  <a:lnTo>
                    <a:pt x="4067081" y="2191754"/>
                  </a:lnTo>
                  <a:lnTo>
                    <a:pt x="4067396" y="2190462"/>
                  </a:lnTo>
                  <a:lnTo>
                    <a:pt x="4067554" y="2190462"/>
                  </a:lnTo>
                  <a:lnTo>
                    <a:pt x="4067712" y="2190462"/>
                  </a:lnTo>
                  <a:lnTo>
                    <a:pt x="4068027" y="2190462"/>
                  </a:lnTo>
                  <a:lnTo>
                    <a:pt x="4068342" y="2190462"/>
                  </a:lnTo>
                  <a:lnTo>
                    <a:pt x="4068973" y="2190462"/>
                  </a:lnTo>
                  <a:lnTo>
                    <a:pt x="4069131" y="2190462"/>
                  </a:lnTo>
                  <a:lnTo>
                    <a:pt x="4069289" y="2190462"/>
                  </a:lnTo>
                  <a:lnTo>
                    <a:pt x="4069447" y="2190462"/>
                  </a:lnTo>
                  <a:lnTo>
                    <a:pt x="4069604" y="2190462"/>
                  </a:lnTo>
                  <a:lnTo>
                    <a:pt x="4070235" y="2190031"/>
                  </a:lnTo>
                  <a:lnTo>
                    <a:pt x="4071497" y="2188739"/>
                  </a:lnTo>
                  <a:lnTo>
                    <a:pt x="4071655" y="2188739"/>
                  </a:lnTo>
                  <a:lnTo>
                    <a:pt x="4071812" y="2188739"/>
                  </a:lnTo>
                  <a:lnTo>
                    <a:pt x="4071970" y="2188739"/>
                  </a:lnTo>
                  <a:lnTo>
                    <a:pt x="4071970" y="2188309"/>
                  </a:lnTo>
                  <a:lnTo>
                    <a:pt x="4072443" y="2188309"/>
                  </a:lnTo>
                  <a:lnTo>
                    <a:pt x="4072601" y="2187878"/>
                  </a:lnTo>
                  <a:lnTo>
                    <a:pt x="4072759" y="2187878"/>
                  </a:lnTo>
                  <a:lnTo>
                    <a:pt x="4073705" y="2187017"/>
                  </a:lnTo>
                  <a:lnTo>
                    <a:pt x="4074336" y="2187017"/>
                  </a:lnTo>
                  <a:lnTo>
                    <a:pt x="4074494" y="2187017"/>
                  </a:lnTo>
                  <a:lnTo>
                    <a:pt x="4074967" y="2187017"/>
                  </a:lnTo>
                  <a:lnTo>
                    <a:pt x="4075124" y="2187017"/>
                  </a:lnTo>
                  <a:lnTo>
                    <a:pt x="4076071" y="2186586"/>
                  </a:lnTo>
                  <a:lnTo>
                    <a:pt x="4076071" y="2186156"/>
                  </a:lnTo>
                  <a:lnTo>
                    <a:pt x="4076228" y="2186156"/>
                  </a:lnTo>
                  <a:lnTo>
                    <a:pt x="4076544" y="2185295"/>
                  </a:lnTo>
                  <a:lnTo>
                    <a:pt x="4077017" y="2184864"/>
                  </a:lnTo>
                  <a:lnTo>
                    <a:pt x="4077175" y="2184864"/>
                  </a:lnTo>
                  <a:lnTo>
                    <a:pt x="4077490" y="2184864"/>
                  </a:lnTo>
                  <a:lnTo>
                    <a:pt x="4077648" y="2184864"/>
                  </a:lnTo>
                  <a:lnTo>
                    <a:pt x="4078279" y="2184864"/>
                  </a:lnTo>
                  <a:lnTo>
                    <a:pt x="4078436" y="2184003"/>
                  </a:lnTo>
                  <a:lnTo>
                    <a:pt x="4078436" y="2183572"/>
                  </a:lnTo>
                  <a:lnTo>
                    <a:pt x="4078752" y="2183572"/>
                  </a:lnTo>
                  <a:lnTo>
                    <a:pt x="4078910" y="2183572"/>
                  </a:lnTo>
                  <a:lnTo>
                    <a:pt x="4079225" y="2183572"/>
                  </a:lnTo>
                  <a:lnTo>
                    <a:pt x="4079383" y="2183572"/>
                  </a:lnTo>
                  <a:lnTo>
                    <a:pt x="4079540" y="2182711"/>
                  </a:lnTo>
                  <a:lnTo>
                    <a:pt x="4079540" y="2182280"/>
                  </a:lnTo>
                  <a:lnTo>
                    <a:pt x="4079698" y="2182280"/>
                  </a:lnTo>
                  <a:lnTo>
                    <a:pt x="4080014" y="2182280"/>
                  </a:lnTo>
                  <a:lnTo>
                    <a:pt x="4080487" y="2180989"/>
                  </a:lnTo>
                  <a:lnTo>
                    <a:pt x="4080645" y="2180989"/>
                  </a:lnTo>
                  <a:lnTo>
                    <a:pt x="4080960" y="2180989"/>
                  </a:lnTo>
                  <a:lnTo>
                    <a:pt x="4080960" y="2180558"/>
                  </a:lnTo>
                  <a:lnTo>
                    <a:pt x="4081118" y="2180127"/>
                  </a:lnTo>
                  <a:lnTo>
                    <a:pt x="4082064" y="2178405"/>
                  </a:lnTo>
                  <a:lnTo>
                    <a:pt x="4082537" y="2177974"/>
                  </a:lnTo>
                  <a:lnTo>
                    <a:pt x="4083168" y="2177544"/>
                  </a:lnTo>
                  <a:lnTo>
                    <a:pt x="4083326" y="2177544"/>
                  </a:lnTo>
                  <a:lnTo>
                    <a:pt x="4083483" y="2177544"/>
                  </a:lnTo>
                  <a:lnTo>
                    <a:pt x="4083641" y="2177544"/>
                  </a:lnTo>
                  <a:lnTo>
                    <a:pt x="4083799" y="2177113"/>
                  </a:lnTo>
                  <a:lnTo>
                    <a:pt x="4084114" y="2176683"/>
                  </a:lnTo>
                  <a:lnTo>
                    <a:pt x="4084430" y="2175821"/>
                  </a:lnTo>
                  <a:lnTo>
                    <a:pt x="4084745" y="2175821"/>
                  </a:lnTo>
                  <a:lnTo>
                    <a:pt x="4085061" y="2175821"/>
                  </a:lnTo>
                  <a:lnTo>
                    <a:pt x="4085061" y="2175391"/>
                  </a:lnTo>
                  <a:lnTo>
                    <a:pt x="4085534" y="2174530"/>
                  </a:lnTo>
                  <a:lnTo>
                    <a:pt x="4085849" y="2174530"/>
                  </a:lnTo>
                  <a:lnTo>
                    <a:pt x="4086007" y="2174530"/>
                  </a:lnTo>
                  <a:lnTo>
                    <a:pt x="4086165" y="2174530"/>
                  </a:lnTo>
                  <a:lnTo>
                    <a:pt x="4086322" y="2174530"/>
                  </a:lnTo>
                  <a:lnTo>
                    <a:pt x="4086953" y="2174530"/>
                  </a:lnTo>
                  <a:lnTo>
                    <a:pt x="4087269" y="2174530"/>
                  </a:lnTo>
                  <a:lnTo>
                    <a:pt x="4087584" y="2174099"/>
                  </a:lnTo>
                  <a:lnTo>
                    <a:pt x="4087900" y="2173668"/>
                  </a:lnTo>
                  <a:lnTo>
                    <a:pt x="4088057" y="2173238"/>
                  </a:lnTo>
                  <a:lnTo>
                    <a:pt x="4088846" y="2173238"/>
                  </a:lnTo>
                  <a:lnTo>
                    <a:pt x="4089004" y="2173238"/>
                  </a:lnTo>
                  <a:lnTo>
                    <a:pt x="4089004" y="2172807"/>
                  </a:lnTo>
                  <a:lnTo>
                    <a:pt x="4089319" y="2171946"/>
                  </a:lnTo>
                  <a:lnTo>
                    <a:pt x="4089477" y="2171946"/>
                  </a:lnTo>
                  <a:lnTo>
                    <a:pt x="4089634" y="2171946"/>
                  </a:lnTo>
                  <a:lnTo>
                    <a:pt x="4089792" y="2171946"/>
                  </a:lnTo>
                  <a:lnTo>
                    <a:pt x="4089950" y="2171946"/>
                  </a:lnTo>
                  <a:lnTo>
                    <a:pt x="4090108" y="2171946"/>
                  </a:lnTo>
                  <a:lnTo>
                    <a:pt x="4090581" y="2171515"/>
                  </a:lnTo>
                  <a:lnTo>
                    <a:pt x="4090738" y="2171515"/>
                  </a:lnTo>
                  <a:lnTo>
                    <a:pt x="4090896" y="2171515"/>
                  </a:lnTo>
                  <a:lnTo>
                    <a:pt x="4091054" y="2171515"/>
                  </a:lnTo>
                  <a:lnTo>
                    <a:pt x="4091527" y="2171515"/>
                  </a:lnTo>
                  <a:lnTo>
                    <a:pt x="4092000" y="2170654"/>
                  </a:lnTo>
                  <a:lnTo>
                    <a:pt x="4092316" y="2170654"/>
                  </a:lnTo>
                  <a:lnTo>
                    <a:pt x="4092473" y="2170654"/>
                  </a:lnTo>
                  <a:lnTo>
                    <a:pt x="4092631" y="2170654"/>
                  </a:lnTo>
                  <a:lnTo>
                    <a:pt x="4092789" y="2170224"/>
                  </a:lnTo>
                  <a:lnTo>
                    <a:pt x="4092947" y="2170224"/>
                  </a:lnTo>
                  <a:lnTo>
                    <a:pt x="4093577" y="2169362"/>
                  </a:lnTo>
                  <a:lnTo>
                    <a:pt x="4094051" y="2169362"/>
                  </a:lnTo>
                  <a:lnTo>
                    <a:pt x="4094208" y="2169362"/>
                  </a:lnTo>
                  <a:lnTo>
                    <a:pt x="4094366" y="2169362"/>
                  </a:lnTo>
                  <a:lnTo>
                    <a:pt x="4094681" y="2168932"/>
                  </a:lnTo>
                  <a:lnTo>
                    <a:pt x="4094839" y="2168932"/>
                  </a:lnTo>
                  <a:lnTo>
                    <a:pt x="4095155" y="2168501"/>
                  </a:lnTo>
                  <a:lnTo>
                    <a:pt x="4095470" y="2167640"/>
                  </a:lnTo>
                  <a:lnTo>
                    <a:pt x="4095628" y="2167209"/>
                  </a:lnTo>
                  <a:lnTo>
                    <a:pt x="4095785" y="2167209"/>
                  </a:lnTo>
                  <a:lnTo>
                    <a:pt x="4096101" y="2166779"/>
                  </a:lnTo>
                  <a:lnTo>
                    <a:pt x="4096259" y="2166779"/>
                  </a:lnTo>
                  <a:lnTo>
                    <a:pt x="4097047" y="2166779"/>
                  </a:lnTo>
                  <a:lnTo>
                    <a:pt x="4097205" y="2165918"/>
                  </a:lnTo>
                  <a:lnTo>
                    <a:pt x="4097363" y="2165918"/>
                  </a:lnTo>
                  <a:lnTo>
                    <a:pt x="4097678" y="2165918"/>
                  </a:lnTo>
                  <a:lnTo>
                    <a:pt x="4097994" y="2165056"/>
                  </a:lnTo>
                  <a:lnTo>
                    <a:pt x="4098467" y="2164195"/>
                  </a:lnTo>
                  <a:lnTo>
                    <a:pt x="4098782" y="2163765"/>
                  </a:lnTo>
                  <a:lnTo>
                    <a:pt x="4099255" y="2163765"/>
                  </a:lnTo>
                  <a:lnTo>
                    <a:pt x="4099413" y="2163334"/>
                  </a:lnTo>
                  <a:lnTo>
                    <a:pt x="4099571" y="2163334"/>
                  </a:lnTo>
                  <a:lnTo>
                    <a:pt x="4099728" y="2163334"/>
                  </a:lnTo>
                  <a:lnTo>
                    <a:pt x="4100359" y="2163334"/>
                  </a:lnTo>
                  <a:lnTo>
                    <a:pt x="4100832" y="2162473"/>
                  </a:lnTo>
                  <a:lnTo>
                    <a:pt x="4101306" y="2162473"/>
                  </a:lnTo>
                  <a:lnTo>
                    <a:pt x="4101463" y="2162473"/>
                  </a:lnTo>
                  <a:lnTo>
                    <a:pt x="4101779" y="2162042"/>
                  </a:lnTo>
                  <a:lnTo>
                    <a:pt x="4101936" y="2162042"/>
                  </a:lnTo>
                  <a:lnTo>
                    <a:pt x="4102094" y="2161612"/>
                  </a:lnTo>
                  <a:lnTo>
                    <a:pt x="4102252" y="2161612"/>
                  </a:lnTo>
                  <a:lnTo>
                    <a:pt x="4102410" y="2161612"/>
                  </a:lnTo>
                  <a:lnTo>
                    <a:pt x="4102567" y="2160750"/>
                  </a:lnTo>
                  <a:lnTo>
                    <a:pt x="4102725" y="2160750"/>
                  </a:lnTo>
                  <a:lnTo>
                    <a:pt x="4103514" y="2160320"/>
                  </a:lnTo>
                  <a:lnTo>
                    <a:pt x="4103987" y="2160320"/>
                  </a:lnTo>
                  <a:lnTo>
                    <a:pt x="4104302" y="2159028"/>
                  </a:lnTo>
                  <a:lnTo>
                    <a:pt x="4104460" y="2159028"/>
                  </a:lnTo>
                  <a:lnTo>
                    <a:pt x="4104618" y="2159028"/>
                  </a:lnTo>
                  <a:lnTo>
                    <a:pt x="4105091" y="2157306"/>
                  </a:lnTo>
                  <a:lnTo>
                    <a:pt x="4105406" y="2157306"/>
                  </a:lnTo>
                  <a:lnTo>
                    <a:pt x="4105564" y="2157306"/>
                  </a:lnTo>
                  <a:lnTo>
                    <a:pt x="4105564" y="2156875"/>
                  </a:lnTo>
                  <a:lnTo>
                    <a:pt x="4105879" y="2156444"/>
                  </a:lnTo>
                  <a:lnTo>
                    <a:pt x="4106510" y="2155583"/>
                  </a:lnTo>
                  <a:lnTo>
                    <a:pt x="4106510" y="2155153"/>
                  </a:lnTo>
                  <a:lnTo>
                    <a:pt x="4107457" y="2154291"/>
                  </a:lnTo>
                  <a:lnTo>
                    <a:pt x="4107614" y="2154291"/>
                  </a:lnTo>
                  <a:lnTo>
                    <a:pt x="4107614" y="2153861"/>
                  </a:lnTo>
                  <a:lnTo>
                    <a:pt x="4107772" y="2153861"/>
                  </a:lnTo>
                  <a:lnTo>
                    <a:pt x="4107930" y="2153861"/>
                  </a:lnTo>
                  <a:lnTo>
                    <a:pt x="4108087" y="2153861"/>
                  </a:lnTo>
                  <a:lnTo>
                    <a:pt x="4109192" y="2153430"/>
                  </a:lnTo>
                  <a:lnTo>
                    <a:pt x="4109507" y="2153430"/>
                  </a:lnTo>
                  <a:lnTo>
                    <a:pt x="4109507" y="2153000"/>
                  </a:lnTo>
                  <a:lnTo>
                    <a:pt x="4109980" y="2153000"/>
                  </a:lnTo>
                  <a:lnTo>
                    <a:pt x="4110138" y="2153000"/>
                  </a:lnTo>
                  <a:lnTo>
                    <a:pt x="4110296" y="2153000"/>
                  </a:lnTo>
                  <a:lnTo>
                    <a:pt x="4111873" y="2153000"/>
                  </a:lnTo>
                  <a:lnTo>
                    <a:pt x="4112188" y="2153000"/>
                  </a:lnTo>
                  <a:lnTo>
                    <a:pt x="4112504" y="2153000"/>
                  </a:lnTo>
                  <a:lnTo>
                    <a:pt x="4112504" y="2152569"/>
                  </a:lnTo>
                  <a:lnTo>
                    <a:pt x="4112819" y="2151277"/>
                  </a:lnTo>
                  <a:lnTo>
                    <a:pt x="4113765" y="2149555"/>
                  </a:lnTo>
                  <a:lnTo>
                    <a:pt x="4113923" y="2149555"/>
                  </a:lnTo>
                  <a:lnTo>
                    <a:pt x="4115185" y="2148694"/>
                  </a:lnTo>
                  <a:lnTo>
                    <a:pt x="4115343" y="2148694"/>
                  </a:lnTo>
                  <a:lnTo>
                    <a:pt x="4115658" y="2148694"/>
                  </a:lnTo>
                  <a:lnTo>
                    <a:pt x="4115816" y="2148694"/>
                  </a:lnTo>
                  <a:lnTo>
                    <a:pt x="4116762" y="2146971"/>
                  </a:lnTo>
                  <a:lnTo>
                    <a:pt x="4117708" y="2146541"/>
                  </a:lnTo>
                  <a:lnTo>
                    <a:pt x="4118339" y="2146110"/>
                  </a:lnTo>
                  <a:lnTo>
                    <a:pt x="4118497" y="2146110"/>
                  </a:lnTo>
                  <a:lnTo>
                    <a:pt x="4118655" y="2146110"/>
                  </a:lnTo>
                  <a:lnTo>
                    <a:pt x="4118812" y="2146110"/>
                  </a:lnTo>
                  <a:lnTo>
                    <a:pt x="4119601" y="2144818"/>
                  </a:lnTo>
                  <a:lnTo>
                    <a:pt x="4119759" y="2144818"/>
                  </a:lnTo>
                  <a:lnTo>
                    <a:pt x="4120232" y="2144818"/>
                  </a:lnTo>
                  <a:lnTo>
                    <a:pt x="4120547" y="2144388"/>
                  </a:lnTo>
                  <a:lnTo>
                    <a:pt x="4120863" y="2144388"/>
                  </a:lnTo>
                  <a:lnTo>
                    <a:pt x="4120863" y="2143957"/>
                  </a:lnTo>
                  <a:lnTo>
                    <a:pt x="4121020" y="2143957"/>
                  </a:lnTo>
                  <a:lnTo>
                    <a:pt x="4121178" y="2143957"/>
                  </a:lnTo>
                  <a:lnTo>
                    <a:pt x="4121809" y="2143526"/>
                  </a:lnTo>
                  <a:lnTo>
                    <a:pt x="4121967" y="2143526"/>
                  </a:lnTo>
                  <a:lnTo>
                    <a:pt x="4122755" y="2143526"/>
                  </a:lnTo>
                  <a:lnTo>
                    <a:pt x="4122913" y="2143526"/>
                  </a:lnTo>
                  <a:lnTo>
                    <a:pt x="4123071" y="2143526"/>
                  </a:lnTo>
                  <a:lnTo>
                    <a:pt x="4123702" y="2143096"/>
                  </a:lnTo>
                  <a:lnTo>
                    <a:pt x="4123859" y="2143096"/>
                  </a:lnTo>
                  <a:lnTo>
                    <a:pt x="4124017" y="2143096"/>
                  </a:lnTo>
                  <a:lnTo>
                    <a:pt x="4124175" y="2142665"/>
                  </a:lnTo>
                  <a:lnTo>
                    <a:pt x="4124332" y="2142665"/>
                  </a:lnTo>
                  <a:lnTo>
                    <a:pt x="4124648" y="2142665"/>
                  </a:lnTo>
                  <a:lnTo>
                    <a:pt x="4124806" y="2142665"/>
                  </a:lnTo>
                  <a:lnTo>
                    <a:pt x="4125437" y="2142235"/>
                  </a:lnTo>
                  <a:lnTo>
                    <a:pt x="4125594" y="2142235"/>
                  </a:lnTo>
                  <a:lnTo>
                    <a:pt x="4126067" y="2142235"/>
                  </a:lnTo>
                  <a:lnTo>
                    <a:pt x="4126698" y="2141804"/>
                  </a:lnTo>
                  <a:lnTo>
                    <a:pt x="4126856" y="2141804"/>
                  </a:lnTo>
                  <a:lnTo>
                    <a:pt x="4127014" y="2141804"/>
                  </a:lnTo>
                  <a:lnTo>
                    <a:pt x="4127329" y="2141804"/>
                  </a:lnTo>
                  <a:lnTo>
                    <a:pt x="4127645" y="2141373"/>
                  </a:lnTo>
                  <a:lnTo>
                    <a:pt x="4128433" y="2140943"/>
                  </a:lnTo>
                  <a:lnTo>
                    <a:pt x="4128591" y="2140943"/>
                  </a:lnTo>
                  <a:lnTo>
                    <a:pt x="4128591" y="2140512"/>
                  </a:lnTo>
                  <a:lnTo>
                    <a:pt x="4128591" y="2140082"/>
                  </a:lnTo>
                  <a:lnTo>
                    <a:pt x="4128906" y="2140082"/>
                  </a:lnTo>
                  <a:lnTo>
                    <a:pt x="4129222" y="2140082"/>
                  </a:lnTo>
                  <a:lnTo>
                    <a:pt x="4129379" y="2140082"/>
                  </a:lnTo>
                  <a:lnTo>
                    <a:pt x="4129695" y="2140082"/>
                  </a:lnTo>
                  <a:lnTo>
                    <a:pt x="4129695" y="2139651"/>
                  </a:lnTo>
                  <a:lnTo>
                    <a:pt x="4130010" y="2139651"/>
                  </a:lnTo>
                  <a:lnTo>
                    <a:pt x="4130168" y="2139220"/>
                  </a:lnTo>
                  <a:lnTo>
                    <a:pt x="4130326" y="2138359"/>
                  </a:lnTo>
                  <a:lnTo>
                    <a:pt x="4130326" y="2137929"/>
                  </a:lnTo>
                  <a:lnTo>
                    <a:pt x="4130483" y="2137929"/>
                  </a:lnTo>
                  <a:lnTo>
                    <a:pt x="4130641" y="2137929"/>
                  </a:lnTo>
                  <a:lnTo>
                    <a:pt x="4131272" y="2137498"/>
                  </a:lnTo>
                  <a:lnTo>
                    <a:pt x="4131430" y="2137498"/>
                  </a:lnTo>
                  <a:lnTo>
                    <a:pt x="4131588" y="2137498"/>
                  </a:lnTo>
                  <a:lnTo>
                    <a:pt x="4131745" y="2137067"/>
                  </a:lnTo>
                  <a:lnTo>
                    <a:pt x="4132692" y="2137067"/>
                  </a:lnTo>
                  <a:lnTo>
                    <a:pt x="4132849" y="2137067"/>
                  </a:lnTo>
                  <a:lnTo>
                    <a:pt x="4133322" y="2137067"/>
                  </a:lnTo>
                  <a:lnTo>
                    <a:pt x="4133480" y="2137067"/>
                  </a:lnTo>
                  <a:lnTo>
                    <a:pt x="4133638" y="2137067"/>
                  </a:lnTo>
                  <a:lnTo>
                    <a:pt x="4133796" y="2137067"/>
                  </a:lnTo>
                  <a:lnTo>
                    <a:pt x="4134269" y="2137067"/>
                  </a:lnTo>
                  <a:lnTo>
                    <a:pt x="4134426" y="2137067"/>
                  </a:lnTo>
                  <a:lnTo>
                    <a:pt x="4134742" y="2137067"/>
                  </a:lnTo>
                  <a:lnTo>
                    <a:pt x="4134900" y="2137067"/>
                  </a:lnTo>
                  <a:lnTo>
                    <a:pt x="4135057" y="2137067"/>
                  </a:lnTo>
                  <a:lnTo>
                    <a:pt x="4135215" y="2137067"/>
                  </a:lnTo>
                  <a:lnTo>
                    <a:pt x="4135530" y="2136637"/>
                  </a:lnTo>
                  <a:lnTo>
                    <a:pt x="4135846" y="2136637"/>
                  </a:lnTo>
                  <a:lnTo>
                    <a:pt x="4136004" y="2136637"/>
                  </a:lnTo>
                  <a:lnTo>
                    <a:pt x="4136635" y="2136206"/>
                  </a:lnTo>
                  <a:lnTo>
                    <a:pt x="4136792" y="2135776"/>
                  </a:lnTo>
                  <a:lnTo>
                    <a:pt x="4136950" y="2135345"/>
                  </a:lnTo>
                  <a:lnTo>
                    <a:pt x="4137423" y="2134914"/>
                  </a:lnTo>
                  <a:lnTo>
                    <a:pt x="4137581" y="2134914"/>
                  </a:lnTo>
                  <a:lnTo>
                    <a:pt x="4137739" y="2134484"/>
                  </a:lnTo>
                  <a:lnTo>
                    <a:pt x="4137896" y="2134484"/>
                  </a:lnTo>
                  <a:lnTo>
                    <a:pt x="4138212" y="2134484"/>
                  </a:lnTo>
                  <a:lnTo>
                    <a:pt x="4138212" y="2134053"/>
                  </a:lnTo>
                  <a:lnTo>
                    <a:pt x="4138685" y="2134053"/>
                  </a:lnTo>
                  <a:lnTo>
                    <a:pt x="4138843" y="2133623"/>
                  </a:lnTo>
                  <a:lnTo>
                    <a:pt x="4139158" y="2133192"/>
                  </a:lnTo>
                  <a:lnTo>
                    <a:pt x="4139789" y="2133192"/>
                  </a:lnTo>
                  <a:lnTo>
                    <a:pt x="4139947" y="2133192"/>
                  </a:lnTo>
                  <a:lnTo>
                    <a:pt x="4140104" y="2132761"/>
                  </a:lnTo>
                  <a:lnTo>
                    <a:pt x="4140104" y="2132331"/>
                  </a:lnTo>
                  <a:lnTo>
                    <a:pt x="4140262" y="2132331"/>
                  </a:lnTo>
                  <a:lnTo>
                    <a:pt x="4140262" y="2131900"/>
                  </a:lnTo>
                  <a:lnTo>
                    <a:pt x="4140577" y="2131470"/>
                  </a:lnTo>
                  <a:lnTo>
                    <a:pt x="4140893" y="2131039"/>
                  </a:lnTo>
                  <a:lnTo>
                    <a:pt x="4141051" y="2131039"/>
                  </a:lnTo>
                  <a:lnTo>
                    <a:pt x="4141208" y="2131039"/>
                  </a:lnTo>
                  <a:lnTo>
                    <a:pt x="4141366" y="2130608"/>
                  </a:lnTo>
                  <a:lnTo>
                    <a:pt x="4141524" y="2130608"/>
                  </a:lnTo>
                  <a:lnTo>
                    <a:pt x="4141681" y="2130608"/>
                  </a:lnTo>
                  <a:lnTo>
                    <a:pt x="4142155" y="2130178"/>
                  </a:lnTo>
                  <a:lnTo>
                    <a:pt x="4142312" y="2130178"/>
                  </a:lnTo>
                  <a:lnTo>
                    <a:pt x="4142786" y="2129747"/>
                  </a:lnTo>
                  <a:lnTo>
                    <a:pt x="4142786" y="2129317"/>
                  </a:lnTo>
                  <a:lnTo>
                    <a:pt x="4143101" y="2129317"/>
                  </a:lnTo>
                  <a:lnTo>
                    <a:pt x="4143259" y="2129317"/>
                  </a:lnTo>
                  <a:lnTo>
                    <a:pt x="4143416" y="2129317"/>
                  </a:lnTo>
                  <a:lnTo>
                    <a:pt x="4143890" y="2128025"/>
                  </a:lnTo>
                  <a:lnTo>
                    <a:pt x="4144047" y="2128025"/>
                  </a:lnTo>
                  <a:lnTo>
                    <a:pt x="4144363" y="2128025"/>
                  </a:lnTo>
                  <a:lnTo>
                    <a:pt x="4144678" y="2127594"/>
                  </a:lnTo>
                  <a:lnTo>
                    <a:pt x="4145151" y="2127164"/>
                  </a:lnTo>
                  <a:lnTo>
                    <a:pt x="4145467" y="2127164"/>
                  </a:lnTo>
                  <a:lnTo>
                    <a:pt x="4145467" y="2126733"/>
                  </a:lnTo>
                  <a:lnTo>
                    <a:pt x="4145782" y="2126302"/>
                  </a:lnTo>
                  <a:lnTo>
                    <a:pt x="4145940" y="2126302"/>
                  </a:lnTo>
                  <a:lnTo>
                    <a:pt x="4146255" y="2126302"/>
                  </a:lnTo>
                  <a:lnTo>
                    <a:pt x="4146571" y="2126302"/>
                  </a:lnTo>
                  <a:lnTo>
                    <a:pt x="4146886" y="2126302"/>
                  </a:lnTo>
                  <a:lnTo>
                    <a:pt x="4147517" y="2125872"/>
                  </a:lnTo>
                  <a:lnTo>
                    <a:pt x="4148148" y="2125872"/>
                  </a:lnTo>
                  <a:lnTo>
                    <a:pt x="4148306" y="2125441"/>
                  </a:lnTo>
                  <a:lnTo>
                    <a:pt x="4148463" y="2125441"/>
                  </a:lnTo>
                  <a:lnTo>
                    <a:pt x="4148779" y="2125441"/>
                  </a:lnTo>
                  <a:lnTo>
                    <a:pt x="4149094" y="2125441"/>
                  </a:lnTo>
                  <a:lnTo>
                    <a:pt x="4149567" y="2125011"/>
                  </a:lnTo>
                  <a:lnTo>
                    <a:pt x="4149725" y="2124580"/>
                  </a:lnTo>
                  <a:lnTo>
                    <a:pt x="4149725" y="2124149"/>
                  </a:lnTo>
                  <a:lnTo>
                    <a:pt x="4149725" y="2123719"/>
                  </a:lnTo>
                  <a:lnTo>
                    <a:pt x="4150514" y="2123719"/>
                  </a:lnTo>
                  <a:lnTo>
                    <a:pt x="4150671" y="2123719"/>
                  </a:lnTo>
                  <a:lnTo>
                    <a:pt x="4150829" y="2123719"/>
                  </a:lnTo>
                  <a:lnTo>
                    <a:pt x="4151460" y="2123288"/>
                  </a:lnTo>
                  <a:lnTo>
                    <a:pt x="4151618" y="2123288"/>
                  </a:lnTo>
                  <a:lnTo>
                    <a:pt x="4151933" y="2122858"/>
                  </a:lnTo>
                  <a:lnTo>
                    <a:pt x="4152091" y="2122427"/>
                  </a:lnTo>
                  <a:lnTo>
                    <a:pt x="4152091" y="2121996"/>
                  </a:lnTo>
                  <a:lnTo>
                    <a:pt x="4152249" y="2121566"/>
                  </a:lnTo>
                  <a:lnTo>
                    <a:pt x="4152249" y="2121135"/>
                  </a:lnTo>
                  <a:lnTo>
                    <a:pt x="4152722" y="2120705"/>
                  </a:lnTo>
                  <a:lnTo>
                    <a:pt x="4152722" y="2120274"/>
                  </a:lnTo>
                  <a:lnTo>
                    <a:pt x="4153826" y="2119843"/>
                  </a:lnTo>
                  <a:lnTo>
                    <a:pt x="4154299" y="2118982"/>
                  </a:lnTo>
                  <a:lnTo>
                    <a:pt x="4155088" y="2118121"/>
                  </a:lnTo>
                  <a:lnTo>
                    <a:pt x="4155245" y="2118121"/>
                  </a:lnTo>
                  <a:lnTo>
                    <a:pt x="4155876" y="2117260"/>
                  </a:lnTo>
                  <a:lnTo>
                    <a:pt x="4156822" y="2116829"/>
                  </a:lnTo>
                  <a:lnTo>
                    <a:pt x="4157611" y="2116829"/>
                  </a:lnTo>
                  <a:lnTo>
                    <a:pt x="4158242" y="2116399"/>
                  </a:lnTo>
                  <a:lnTo>
                    <a:pt x="4158557" y="2116399"/>
                  </a:lnTo>
                  <a:lnTo>
                    <a:pt x="4159030" y="2115537"/>
                  </a:lnTo>
                  <a:lnTo>
                    <a:pt x="4159661" y="2114676"/>
                  </a:lnTo>
                  <a:lnTo>
                    <a:pt x="4160135" y="2114246"/>
                  </a:lnTo>
                  <a:lnTo>
                    <a:pt x="4160292" y="2113815"/>
                  </a:lnTo>
                  <a:lnTo>
                    <a:pt x="4160923" y="2113384"/>
                  </a:lnTo>
                  <a:lnTo>
                    <a:pt x="4160923" y="2112954"/>
                  </a:lnTo>
                  <a:lnTo>
                    <a:pt x="4161396" y="2112954"/>
                  </a:lnTo>
                  <a:lnTo>
                    <a:pt x="4161554" y="2112954"/>
                  </a:lnTo>
                  <a:lnTo>
                    <a:pt x="4162185" y="2112954"/>
                  </a:lnTo>
                  <a:lnTo>
                    <a:pt x="4162185" y="2112523"/>
                  </a:lnTo>
                  <a:lnTo>
                    <a:pt x="4162816" y="2111662"/>
                  </a:lnTo>
                  <a:lnTo>
                    <a:pt x="4162973" y="2111662"/>
                  </a:lnTo>
                  <a:lnTo>
                    <a:pt x="4163131" y="2111662"/>
                  </a:lnTo>
                  <a:lnTo>
                    <a:pt x="4163447" y="2111662"/>
                  </a:lnTo>
                  <a:lnTo>
                    <a:pt x="4163604" y="2111662"/>
                  </a:lnTo>
                  <a:lnTo>
                    <a:pt x="4163762" y="2111662"/>
                  </a:lnTo>
                  <a:lnTo>
                    <a:pt x="4163762" y="2111231"/>
                  </a:lnTo>
                  <a:lnTo>
                    <a:pt x="4164235" y="2111231"/>
                  </a:lnTo>
                  <a:lnTo>
                    <a:pt x="4164393" y="2110370"/>
                  </a:lnTo>
                  <a:lnTo>
                    <a:pt x="4164551" y="2110370"/>
                  </a:lnTo>
                  <a:lnTo>
                    <a:pt x="4164708" y="2110370"/>
                  </a:lnTo>
                  <a:lnTo>
                    <a:pt x="4165339" y="2110370"/>
                  </a:lnTo>
                  <a:lnTo>
                    <a:pt x="4165655" y="2110370"/>
                  </a:lnTo>
                  <a:lnTo>
                    <a:pt x="4165970" y="2110370"/>
                  </a:lnTo>
                  <a:lnTo>
                    <a:pt x="4166128" y="2110370"/>
                  </a:lnTo>
                  <a:lnTo>
                    <a:pt x="4166443" y="2110370"/>
                  </a:lnTo>
                  <a:lnTo>
                    <a:pt x="4166443" y="2109509"/>
                  </a:lnTo>
                  <a:lnTo>
                    <a:pt x="4167390" y="2109509"/>
                  </a:lnTo>
                  <a:lnTo>
                    <a:pt x="4167390" y="2109078"/>
                  </a:lnTo>
                  <a:lnTo>
                    <a:pt x="4167705" y="2109078"/>
                  </a:lnTo>
                  <a:lnTo>
                    <a:pt x="4167705" y="2108648"/>
                  </a:lnTo>
                  <a:lnTo>
                    <a:pt x="4167863" y="2108217"/>
                  </a:lnTo>
                  <a:lnTo>
                    <a:pt x="4168020" y="2108217"/>
                  </a:lnTo>
                  <a:lnTo>
                    <a:pt x="4168178" y="2107787"/>
                  </a:lnTo>
                  <a:lnTo>
                    <a:pt x="4168336" y="2107787"/>
                  </a:lnTo>
                  <a:lnTo>
                    <a:pt x="4168494" y="2107787"/>
                  </a:lnTo>
                  <a:lnTo>
                    <a:pt x="4169124" y="2107356"/>
                  </a:lnTo>
                  <a:lnTo>
                    <a:pt x="4169440" y="2107356"/>
                  </a:lnTo>
                  <a:lnTo>
                    <a:pt x="4169598" y="2107356"/>
                  </a:lnTo>
                  <a:lnTo>
                    <a:pt x="4169755" y="2107356"/>
                  </a:lnTo>
                  <a:lnTo>
                    <a:pt x="4169913" y="2107356"/>
                  </a:lnTo>
                  <a:lnTo>
                    <a:pt x="4170071" y="2107356"/>
                  </a:lnTo>
                  <a:lnTo>
                    <a:pt x="4170228" y="2107356"/>
                  </a:lnTo>
                  <a:lnTo>
                    <a:pt x="4170544" y="2106495"/>
                  </a:lnTo>
                  <a:lnTo>
                    <a:pt x="4170702" y="2106495"/>
                  </a:lnTo>
                  <a:lnTo>
                    <a:pt x="4170859" y="2106495"/>
                  </a:lnTo>
                  <a:lnTo>
                    <a:pt x="4171333" y="2106495"/>
                  </a:lnTo>
                  <a:lnTo>
                    <a:pt x="4171806" y="2106064"/>
                  </a:lnTo>
                  <a:lnTo>
                    <a:pt x="4171806" y="2105634"/>
                  </a:lnTo>
                  <a:lnTo>
                    <a:pt x="4171963" y="2105634"/>
                  </a:lnTo>
                  <a:lnTo>
                    <a:pt x="4172121" y="2105634"/>
                  </a:lnTo>
                  <a:lnTo>
                    <a:pt x="4172279" y="2105634"/>
                  </a:lnTo>
                  <a:lnTo>
                    <a:pt x="4172594" y="2105634"/>
                  </a:lnTo>
                  <a:lnTo>
                    <a:pt x="4172910" y="2105634"/>
                  </a:lnTo>
                  <a:lnTo>
                    <a:pt x="4173225" y="2105634"/>
                  </a:lnTo>
                  <a:lnTo>
                    <a:pt x="4173225" y="2105203"/>
                  </a:lnTo>
                  <a:lnTo>
                    <a:pt x="4173383" y="2105203"/>
                  </a:lnTo>
                  <a:lnTo>
                    <a:pt x="4173383" y="2104772"/>
                  </a:lnTo>
                  <a:lnTo>
                    <a:pt x="4173541" y="2104772"/>
                  </a:lnTo>
                  <a:lnTo>
                    <a:pt x="4173698" y="2104772"/>
                  </a:lnTo>
                  <a:lnTo>
                    <a:pt x="4173856" y="2104772"/>
                  </a:lnTo>
                  <a:lnTo>
                    <a:pt x="4174014" y="2104772"/>
                  </a:lnTo>
                  <a:lnTo>
                    <a:pt x="4174014" y="2104342"/>
                  </a:lnTo>
                  <a:lnTo>
                    <a:pt x="4174645" y="2104342"/>
                  </a:lnTo>
                  <a:lnTo>
                    <a:pt x="4174802" y="2103911"/>
                  </a:lnTo>
                  <a:lnTo>
                    <a:pt x="4175118" y="2103911"/>
                  </a:lnTo>
                  <a:lnTo>
                    <a:pt x="4175591" y="2103911"/>
                  </a:lnTo>
                  <a:lnTo>
                    <a:pt x="4175906" y="2103481"/>
                  </a:lnTo>
                  <a:lnTo>
                    <a:pt x="4176064" y="2103481"/>
                  </a:lnTo>
                  <a:lnTo>
                    <a:pt x="4176380" y="2103481"/>
                  </a:lnTo>
                  <a:lnTo>
                    <a:pt x="4177010" y="2103481"/>
                  </a:lnTo>
                  <a:lnTo>
                    <a:pt x="4177168" y="2103050"/>
                  </a:lnTo>
                  <a:lnTo>
                    <a:pt x="4177641" y="2103050"/>
                  </a:lnTo>
                  <a:lnTo>
                    <a:pt x="4177641" y="2102619"/>
                  </a:lnTo>
                  <a:lnTo>
                    <a:pt x="4177799" y="2102189"/>
                  </a:lnTo>
                  <a:lnTo>
                    <a:pt x="4177957" y="2102189"/>
                  </a:lnTo>
                  <a:lnTo>
                    <a:pt x="4178114" y="2102189"/>
                  </a:lnTo>
                  <a:lnTo>
                    <a:pt x="4178272" y="2102189"/>
                  </a:lnTo>
                  <a:lnTo>
                    <a:pt x="4178588" y="2102189"/>
                  </a:lnTo>
                  <a:lnTo>
                    <a:pt x="4179061" y="2101328"/>
                  </a:lnTo>
                  <a:lnTo>
                    <a:pt x="4179218" y="2101328"/>
                  </a:lnTo>
                  <a:lnTo>
                    <a:pt x="4179376" y="2100897"/>
                  </a:lnTo>
                  <a:lnTo>
                    <a:pt x="4179534" y="2100897"/>
                  </a:lnTo>
                  <a:lnTo>
                    <a:pt x="4180165" y="2100897"/>
                  </a:lnTo>
                  <a:lnTo>
                    <a:pt x="4180165" y="2100466"/>
                  </a:lnTo>
                  <a:lnTo>
                    <a:pt x="4180638" y="2099605"/>
                  </a:lnTo>
                  <a:lnTo>
                    <a:pt x="4180796" y="2099605"/>
                  </a:lnTo>
                  <a:lnTo>
                    <a:pt x="4181269" y="2099605"/>
                  </a:lnTo>
                  <a:lnTo>
                    <a:pt x="4181426" y="2099605"/>
                  </a:lnTo>
                  <a:lnTo>
                    <a:pt x="4181426" y="2099175"/>
                  </a:lnTo>
                  <a:lnTo>
                    <a:pt x="4181584" y="2099175"/>
                  </a:lnTo>
                  <a:lnTo>
                    <a:pt x="4181584" y="2098744"/>
                  </a:lnTo>
                  <a:lnTo>
                    <a:pt x="4181742" y="2098744"/>
                  </a:lnTo>
                  <a:lnTo>
                    <a:pt x="4182057" y="2098744"/>
                  </a:lnTo>
                  <a:lnTo>
                    <a:pt x="4182215" y="2098744"/>
                  </a:lnTo>
                  <a:lnTo>
                    <a:pt x="4182688" y="2098313"/>
                  </a:lnTo>
                  <a:lnTo>
                    <a:pt x="4183004" y="2098313"/>
                  </a:lnTo>
                  <a:lnTo>
                    <a:pt x="4183319" y="2098313"/>
                  </a:lnTo>
                  <a:lnTo>
                    <a:pt x="4183635" y="2098313"/>
                  </a:lnTo>
                  <a:lnTo>
                    <a:pt x="4184423" y="2098313"/>
                  </a:lnTo>
                  <a:lnTo>
                    <a:pt x="4184896" y="2097452"/>
                  </a:lnTo>
                  <a:lnTo>
                    <a:pt x="4185369" y="2097452"/>
                  </a:lnTo>
                  <a:lnTo>
                    <a:pt x="4185527" y="2097452"/>
                  </a:lnTo>
                  <a:lnTo>
                    <a:pt x="4185685" y="2097452"/>
                  </a:lnTo>
                  <a:lnTo>
                    <a:pt x="4185843" y="2097452"/>
                  </a:lnTo>
                  <a:lnTo>
                    <a:pt x="4186000" y="2097452"/>
                  </a:lnTo>
                  <a:lnTo>
                    <a:pt x="4186158" y="2097022"/>
                  </a:lnTo>
                  <a:lnTo>
                    <a:pt x="4186473" y="2097022"/>
                  </a:lnTo>
                  <a:lnTo>
                    <a:pt x="4187104" y="2097022"/>
                  </a:lnTo>
                  <a:lnTo>
                    <a:pt x="4187104" y="2096591"/>
                  </a:lnTo>
                  <a:lnTo>
                    <a:pt x="4187262" y="2096591"/>
                  </a:lnTo>
                  <a:lnTo>
                    <a:pt x="4187578" y="2096591"/>
                  </a:lnTo>
                  <a:lnTo>
                    <a:pt x="4187735" y="2096591"/>
                  </a:lnTo>
                  <a:lnTo>
                    <a:pt x="4187735" y="2096160"/>
                  </a:lnTo>
                  <a:lnTo>
                    <a:pt x="4187893" y="2096160"/>
                  </a:lnTo>
                  <a:lnTo>
                    <a:pt x="4202561" y="2081951"/>
                  </a:lnTo>
                  <a:lnTo>
                    <a:pt x="4203349" y="2080659"/>
                  </a:lnTo>
                  <a:lnTo>
                    <a:pt x="4203349" y="2080228"/>
                  </a:lnTo>
                  <a:lnTo>
                    <a:pt x="4203507" y="2080228"/>
                  </a:lnTo>
                  <a:lnTo>
                    <a:pt x="4203665" y="2080228"/>
                  </a:lnTo>
                  <a:lnTo>
                    <a:pt x="4204138" y="2080228"/>
                  </a:lnTo>
                  <a:lnTo>
                    <a:pt x="4204138" y="2079798"/>
                  </a:lnTo>
                  <a:lnTo>
                    <a:pt x="4204296" y="2079798"/>
                  </a:lnTo>
                  <a:lnTo>
                    <a:pt x="4204296" y="2079367"/>
                  </a:lnTo>
                  <a:lnTo>
                    <a:pt x="4204453" y="2078936"/>
                  </a:lnTo>
                  <a:lnTo>
                    <a:pt x="4205557" y="2078506"/>
                  </a:lnTo>
                  <a:lnTo>
                    <a:pt x="4205873" y="2078075"/>
                  </a:lnTo>
                  <a:lnTo>
                    <a:pt x="4206188" y="2078075"/>
                  </a:lnTo>
                  <a:lnTo>
                    <a:pt x="4206346" y="2078075"/>
                  </a:lnTo>
                  <a:lnTo>
                    <a:pt x="4206504" y="2078075"/>
                  </a:lnTo>
                  <a:lnTo>
                    <a:pt x="4206977" y="2077645"/>
                  </a:lnTo>
                  <a:lnTo>
                    <a:pt x="4206977" y="2077214"/>
                  </a:lnTo>
                  <a:lnTo>
                    <a:pt x="4207135" y="2077214"/>
                  </a:lnTo>
                  <a:lnTo>
                    <a:pt x="4208239" y="2076783"/>
                  </a:lnTo>
                  <a:lnTo>
                    <a:pt x="4208396" y="2076783"/>
                  </a:lnTo>
                  <a:lnTo>
                    <a:pt x="4208554" y="2076783"/>
                  </a:lnTo>
                  <a:lnTo>
                    <a:pt x="4208712" y="2076783"/>
                  </a:lnTo>
                  <a:lnTo>
                    <a:pt x="4208869" y="2075922"/>
                  </a:lnTo>
                  <a:lnTo>
                    <a:pt x="4209027" y="2075922"/>
                  </a:lnTo>
                  <a:lnTo>
                    <a:pt x="4209185" y="2075922"/>
                  </a:lnTo>
                  <a:lnTo>
                    <a:pt x="4209343" y="2075922"/>
                  </a:lnTo>
                  <a:lnTo>
                    <a:pt x="4209500" y="2075922"/>
                  </a:lnTo>
                  <a:lnTo>
                    <a:pt x="4209658" y="2075922"/>
                  </a:lnTo>
                  <a:lnTo>
                    <a:pt x="4210131" y="2075922"/>
                  </a:lnTo>
                  <a:lnTo>
                    <a:pt x="4210289" y="2075922"/>
                  </a:lnTo>
                  <a:lnTo>
                    <a:pt x="4210604" y="2075922"/>
                  </a:lnTo>
                  <a:lnTo>
                    <a:pt x="4210762" y="2075922"/>
                  </a:lnTo>
                  <a:lnTo>
                    <a:pt x="4211078" y="2075922"/>
                  </a:lnTo>
                  <a:lnTo>
                    <a:pt x="4211235" y="2075922"/>
                  </a:lnTo>
                  <a:lnTo>
                    <a:pt x="4211235" y="2075492"/>
                  </a:lnTo>
                  <a:lnTo>
                    <a:pt x="4211393" y="2075492"/>
                  </a:lnTo>
                  <a:lnTo>
                    <a:pt x="4211708" y="2075492"/>
                  </a:lnTo>
                  <a:lnTo>
                    <a:pt x="4211708" y="2075061"/>
                  </a:lnTo>
                  <a:lnTo>
                    <a:pt x="4211708" y="2074630"/>
                  </a:lnTo>
                  <a:lnTo>
                    <a:pt x="4212024" y="2074200"/>
                  </a:lnTo>
                  <a:lnTo>
                    <a:pt x="4212182" y="2074200"/>
                  </a:lnTo>
                  <a:lnTo>
                    <a:pt x="4212970" y="2073339"/>
                  </a:lnTo>
                  <a:lnTo>
                    <a:pt x="4213128" y="2073339"/>
                  </a:lnTo>
                  <a:lnTo>
                    <a:pt x="4213759" y="2073339"/>
                  </a:lnTo>
                  <a:lnTo>
                    <a:pt x="4214074" y="2072477"/>
                  </a:lnTo>
                  <a:lnTo>
                    <a:pt x="4214232" y="2072477"/>
                  </a:lnTo>
                  <a:lnTo>
                    <a:pt x="4214390" y="2072477"/>
                  </a:lnTo>
                  <a:lnTo>
                    <a:pt x="4214547" y="2072477"/>
                  </a:lnTo>
                  <a:lnTo>
                    <a:pt x="4214705" y="2072477"/>
                  </a:lnTo>
                  <a:lnTo>
                    <a:pt x="4214863" y="2072477"/>
                  </a:lnTo>
                  <a:lnTo>
                    <a:pt x="4215178" y="2072477"/>
                  </a:lnTo>
                  <a:lnTo>
                    <a:pt x="4215336" y="2072477"/>
                  </a:lnTo>
                  <a:lnTo>
                    <a:pt x="4215494" y="2072477"/>
                  </a:lnTo>
                  <a:lnTo>
                    <a:pt x="4216125" y="2072477"/>
                  </a:lnTo>
                  <a:lnTo>
                    <a:pt x="4216282" y="2072477"/>
                  </a:lnTo>
                  <a:lnTo>
                    <a:pt x="4216440" y="2072047"/>
                  </a:lnTo>
                  <a:lnTo>
                    <a:pt x="4216440" y="2071616"/>
                  </a:lnTo>
                  <a:lnTo>
                    <a:pt x="4216440" y="2071186"/>
                  </a:lnTo>
                  <a:lnTo>
                    <a:pt x="4216755" y="2071186"/>
                  </a:lnTo>
                  <a:lnTo>
                    <a:pt x="4216913" y="2071186"/>
                  </a:lnTo>
                  <a:lnTo>
                    <a:pt x="4217071" y="2071186"/>
                  </a:lnTo>
                  <a:lnTo>
                    <a:pt x="4217386" y="2071186"/>
                  </a:lnTo>
                  <a:lnTo>
                    <a:pt x="4217859" y="2070324"/>
                  </a:lnTo>
                  <a:lnTo>
                    <a:pt x="4218017" y="2070324"/>
                  </a:lnTo>
                  <a:lnTo>
                    <a:pt x="4218333" y="2069463"/>
                  </a:lnTo>
                  <a:lnTo>
                    <a:pt x="4218490" y="2069463"/>
                  </a:lnTo>
                  <a:lnTo>
                    <a:pt x="4218648" y="2069463"/>
                  </a:lnTo>
                  <a:lnTo>
                    <a:pt x="4218963" y="2069033"/>
                  </a:lnTo>
                  <a:lnTo>
                    <a:pt x="4219437" y="2069033"/>
                  </a:lnTo>
                  <a:lnTo>
                    <a:pt x="4220067" y="2068602"/>
                  </a:lnTo>
                  <a:lnTo>
                    <a:pt x="4220225" y="2068602"/>
                  </a:lnTo>
                  <a:lnTo>
                    <a:pt x="4220541" y="2068602"/>
                  </a:lnTo>
                  <a:lnTo>
                    <a:pt x="4220698" y="2068602"/>
                  </a:lnTo>
                  <a:lnTo>
                    <a:pt x="4220856" y="2068602"/>
                  </a:lnTo>
                  <a:lnTo>
                    <a:pt x="4221014" y="2068602"/>
                  </a:lnTo>
                  <a:lnTo>
                    <a:pt x="4221171" y="2068602"/>
                  </a:lnTo>
                  <a:lnTo>
                    <a:pt x="4221487" y="2068602"/>
                  </a:lnTo>
                  <a:lnTo>
                    <a:pt x="4222276" y="2068602"/>
                  </a:lnTo>
                  <a:lnTo>
                    <a:pt x="4222749" y="2068171"/>
                  </a:lnTo>
                  <a:lnTo>
                    <a:pt x="4222906" y="2068171"/>
                  </a:lnTo>
                  <a:lnTo>
                    <a:pt x="4223222" y="2068171"/>
                  </a:lnTo>
                  <a:lnTo>
                    <a:pt x="4223695" y="2068171"/>
                  </a:lnTo>
                  <a:lnTo>
                    <a:pt x="4224168" y="2067741"/>
                  </a:lnTo>
                  <a:lnTo>
                    <a:pt x="4224641" y="2067741"/>
                  </a:lnTo>
                  <a:lnTo>
                    <a:pt x="4225745" y="2067741"/>
                  </a:lnTo>
                  <a:lnTo>
                    <a:pt x="4225903" y="2067741"/>
                  </a:lnTo>
                  <a:lnTo>
                    <a:pt x="4226218" y="2067741"/>
                  </a:lnTo>
                  <a:lnTo>
                    <a:pt x="4226849" y="2067310"/>
                  </a:lnTo>
                  <a:lnTo>
                    <a:pt x="4227323" y="2066880"/>
                  </a:lnTo>
                  <a:lnTo>
                    <a:pt x="4227796" y="2066880"/>
                  </a:lnTo>
                  <a:lnTo>
                    <a:pt x="4228111" y="2066018"/>
                  </a:lnTo>
                  <a:lnTo>
                    <a:pt x="4228111" y="2065588"/>
                  </a:lnTo>
                  <a:lnTo>
                    <a:pt x="4228742" y="2065588"/>
                  </a:lnTo>
                  <a:lnTo>
                    <a:pt x="4229215" y="2065588"/>
                  </a:lnTo>
                  <a:lnTo>
                    <a:pt x="4229531" y="2065588"/>
                  </a:lnTo>
                  <a:lnTo>
                    <a:pt x="4229531" y="2065157"/>
                  </a:lnTo>
                  <a:lnTo>
                    <a:pt x="4230477" y="2065157"/>
                  </a:lnTo>
                  <a:lnTo>
                    <a:pt x="4230635" y="2065157"/>
                  </a:lnTo>
                  <a:lnTo>
                    <a:pt x="4231108" y="2064727"/>
                  </a:lnTo>
                  <a:lnTo>
                    <a:pt x="4231423" y="2064727"/>
                  </a:lnTo>
                  <a:lnTo>
                    <a:pt x="4231739" y="2064727"/>
                  </a:lnTo>
                  <a:lnTo>
                    <a:pt x="4231896" y="2064727"/>
                  </a:lnTo>
                  <a:lnTo>
                    <a:pt x="4232212" y="2064296"/>
                  </a:lnTo>
                  <a:lnTo>
                    <a:pt x="4232369" y="2064296"/>
                  </a:lnTo>
                  <a:lnTo>
                    <a:pt x="4232685" y="2063865"/>
                  </a:lnTo>
                  <a:lnTo>
                    <a:pt x="4233158" y="2063865"/>
                  </a:lnTo>
                  <a:lnTo>
                    <a:pt x="4233316" y="2063865"/>
                  </a:lnTo>
                  <a:lnTo>
                    <a:pt x="4233474" y="2063865"/>
                  </a:lnTo>
                  <a:lnTo>
                    <a:pt x="4233474" y="2063435"/>
                  </a:lnTo>
                  <a:lnTo>
                    <a:pt x="4233631" y="2063435"/>
                  </a:lnTo>
                  <a:lnTo>
                    <a:pt x="4233789" y="2063435"/>
                  </a:lnTo>
                  <a:lnTo>
                    <a:pt x="4233947" y="2063435"/>
                  </a:lnTo>
                  <a:lnTo>
                    <a:pt x="4234104" y="2063435"/>
                  </a:lnTo>
                  <a:lnTo>
                    <a:pt x="4234262" y="2063435"/>
                  </a:lnTo>
                  <a:lnTo>
                    <a:pt x="4234420" y="2063435"/>
                  </a:lnTo>
                  <a:lnTo>
                    <a:pt x="4234578" y="2063435"/>
                  </a:lnTo>
                  <a:lnTo>
                    <a:pt x="4234735" y="2063435"/>
                  </a:lnTo>
                  <a:lnTo>
                    <a:pt x="4234893" y="2063435"/>
                  </a:lnTo>
                  <a:lnTo>
                    <a:pt x="4235051" y="2063435"/>
                  </a:lnTo>
                  <a:lnTo>
                    <a:pt x="4235051" y="2063004"/>
                  </a:lnTo>
                  <a:lnTo>
                    <a:pt x="4235839" y="2062574"/>
                  </a:lnTo>
                  <a:lnTo>
                    <a:pt x="4235839" y="2061712"/>
                  </a:lnTo>
                  <a:lnTo>
                    <a:pt x="4235997" y="2061712"/>
                  </a:lnTo>
                  <a:lnTo>
                    <a:pt x="4236470" y="2061282"/>
                  </a:lnTo>
                  <a:lnTo>
                    <a:pt x="4236943" y="2060851"/>
                  </a:lnTo>
                  <a:lnTo>
                    <a:pt x="4237890" y="2060851"/>
                  </a:lnTo>
                  <a:lnTo>
                    <a:pt x="4238047" y="2059990"/>
                  </a:lnTo>
                  <a:lnTo>
                    <a:pt x="4238047" y="2059559"/>
                  </a:lnTo>
                  <a:lnTo>
                    <a:pt x="4238678" y="2059129"/>
                  </a:lnTo>
                  <a:lnTo>
                    <a:pt x="4238994" y="2058698"/>
                  </a:lnTo>
                  <a:lnTo>
                    <a:pt x="4239151" y="2058698"/>
                  </a:lnTo>
                  <a:lnTo>
                    <a:pt x="4239940" y="2058268"/>
                  </a:lnTo>
                  <a:lnTo>
                    <a:pt x="4239940" y="2057837"/>
                  </a:lnTo>
                  <a:lnTo>
                    <a:pt x="4240255" y="2057837"/>
                  </a:lnTo>
                  <a:lnTo>
                    <a:pt x="4240413" y="2056976"/>
                  </a:lnTo>
                  <a:lnTo>
                    <a:pt x="4240729" y="2056976"/>
                  </a:lnTo>
                  <a:lnTo>
                    <a:pt x="4241359" y="2056976"/>
                  </a:lnTo>
                  <a:lnTo>
                    <a:pt x="4242621" y="2056115"/>
                  </a:lnTo>
                  <a:lnTo>
                    <a:pt x="4242937" y="2055684"/>
                  </a:lnTo>
                  <a:lnTo>
                    <a:pt x="4243094" y="2055684"/>
                  </a:lnTo>
                  <a:lnTo>
                    <a:pt x="4243094" y="2054823"/>
                  </a:lnTo>
                  <a:lnTo>
                    <a:pt x="4243252" y="2054823"/>
                  </a:lnTo>
                  <a:lnTo>
                    <a:pt x="4243725" y="2054392"/>
                  </a:lnTo>
                  <a:lnTo>
                    <a:pt x="4244672" y="2053100"/>
                  </a:lnTo>
                  <a:lnTo>
                    <a:pt x="4245460" y="2052670"/>
                  </a:lnTo>
                  <a:lnTo>
                    <a:pt x="4245618" y="2052670"/>
                  </a:lnTo>
                  <a:lnTo>
                    <a:pt x="4246091" y="2052239"/>
                  </a:lnTo>
                  <a:lnTo>
                    <a:pt x="4246091" y="2051809"/>
                  </a:lnTo>
                  <a:lnTo>
                    <a:pt x="4246249" y="2050947"/>
                  </a:lnTo>
                  <a:lnTo>
                    <a:pt x="4247353" y="2049225"/>
                  </a:lnTo>
                  <a:lnTo>
                    <a:pt x="4247984" y="2049225"/>
                  </a:lnTo>
                  <a:lnTo>
                    <a:pt x="4248299" y="2049225"/>
                  </a:lnTo>
                  <a:lnTo>
                    <a:pt x="4248457" y="2049225"/>
                  </a:lnTo>
                  <a:lnTo>
                    <a:pt x="4249245" y="2048794"/>
                  </a:lnTo>
                  <a:lnTo>
                    <a:pt x="4249876" y="2048364"/>
                  </a:lnTo>
                  <a:lnTo>
                    <a:pt x="4250192" y="2048364"/>
                  </a:lnTo>
                  <a:lnTo>
                    <a:pt x="4250349" y="2048364"/>
                  </a:lnTo>
                  <a:lnTo>
                    <a:pt x="4251138" y="2048364"/>
                  </a:lnTo>
                  <a:lnTo>
                    <a:pt x="4251453" y="2048364"/>
                  </a:lnTo>
                  <a:lnTo>
                    <a:pt x="4251769" y="2047933"/>
                  </a:lnTo>
                  <a:lnTo>
                    <a:pt x="4251927" y="2047933"/>
                  </a:lnTo>
                  <a:lnTo>
                    <a:pt x="4252715" y="2047072"/>
                  </a:lnTo>
                  <a:lnTo>
                    <a:pt x="4252873" y="2047072"/>
                  </a:lnTo>
                  <a:lnTo>
                    <a:pt x="4253346" y="2047072"/>
                  </a:lnTo>
                  <a:lnTo>
                    <a:pt x="4253504" y="2047072"/>
                  </a:lnTo>
                  <a:lnTo>
                    <a:pt x="4254135" y="2047072"/>
                  </a:lnTo>
                  <a:lnTo>
                    <a:pt x="4254450" y="2046641"/>
                  </a:lnTo>
                  <a:lnTo>
                    <a:pt x="4254765" y="2046641"/>
                  </a:lnTo>
                  <a:lnTo>
                    <a:pt x="4254923" y="2046641"/>
                  </a:lnTo>
                  <a:lnTo>
                    <a:pt x="4255081" y="2046641"/>
                  </a:lnTo>
                  <a:lnTo>
                    <a:pt x="4255870" y="2045780"/>
                  </a:lnTo>
                  <a:lnTo>
                    <a:pt x="4256027" y="2045780"/>
                  </a:lnTo>
                  <a:lnTo>
                    <a:pt x="4256185" y="2045350"/>
                  </a:lnTo>
                  <a:lnTo>
                    <a:pt x="4256500" y="2044058"/>
                  </a:lnTo>
                  <a:lnTo>
                    <a:pt x="4256500" y="2043197"/>
                  </a:lnTo>
                  <a:lnTo>
                    <a:pt x="4256658" y="2042766"/>
                  </a:lnTo>
                  <a:lnTo>
                    <a:pt x="4256658" y="2042335"/>
                  </a:lnTo>
                  <a:lnTo>
                    <a:pt x="4256816" y="2042335"/>
                  </a:lnTo>
                  <a:lnTo>
                    <a:pt x="4256974" y="2042335"/>
                  </a:lnTo>
                  <a:lnTo>
                    <a:pt x="4257131" y="2042335"/>
                  </a:lnTo>
                  <a:lnTo>
                    <a:pt x="4257920" y="2041905"/>
                  </a:lnTo>
                  <a:lnTo>
                    <a:pt x="4258078" y="2041905"/>
                  </a:lnTo>
                  <a:lnTo>
                    <a:pt x="4258235" y="2041905"/>
                  </a:lnTo>
                  <a:lnTo>
                    <a:pt x="4258393" y="2041044"/>
                  </a:lnTo>
                  <a:lnTo>
                    <a:pt x="4258866" y="2040613"/>
                  </a:lnTo>
                  <a:lnTo>
                    <a:pt x="4259024" y="2040613"/>
                  </a:lnTo>
                  <a:lnTo>
                    <a:pt x="4259182" y="2040613"/>
                  </a:lnTo>
                  <a:lnTo>
                    <a:pt x="4259655" y="2040613"/>
                  </a:lnTo>
                  <a:lnTo>
                    <a:pt x="4259812" y="2040613"/>
                  </a:lnTo>
                  <a:lnTo>
                    <a:pt x="4260286" y="2038891"/>
                  </a:lnTo>
                  <a:lnTo>
                    <a:pt x="4260601" y="2038891"/>
                  </a:lnTo>
                  <a:lnTo>
                    <a:pt x="4260917" y="2038891"/>
                  </a:lnTo>
                  <a:lnTo>
                    <a:pt x="4261390" y="2038891"/>
                  </a:lnTo>
                  <a:lnTo>
                    <a:pt x="4261705" y="2038891"/>
                  </a:lnTo>
                  <a:lnTo>
                    <a:pt x="4262336" y="2038891"/>
                  </a:lnTo>
                  <a:lnTo>
                    <a:pt x="4262651" y="2038891"/>
                  </a:lnTo>
                  <a:lnTo>
                    <a:pt x="4262967" y="2038891"/>
                  </a:lnTo>
                  <a:lnTo>
                    <a:pt x="4263440" y="2038891"/>
                  </a:lnTo>
                  <a:lnTo>
                    <a:pt x="4263440" y="2038460"/>
                  </a:lnTo>
                  <a:lnTo>
                    <a:pt x="4263598" y="2038029"/>
                  </a:lnTo>
                  <a:lnTo>
                    <a:pt x="4263913" y="2038029"/>
                  </a:lnTo>
                  <a:lnTo>
                    <a:pt x="4264229" y="2038029"/>
                  </a:lnTo>
                  <a:lnTo>
                    <a:pt x="4264859" y="2038029"/>
                  </a:lnTo>
                  <a:lnTo>
                    <a:pt x="4265017" y="2037599"/>
                  </a:lnTo>
                  <a:lnTo>
                    <a:pt x="4265175" y="2037599"/>
                  </a:lnTo>
                  <a:lnTo>
                    <a:pt x="4265333" y="2037599"/>
                  </a:lnTo>
                  <a:lnTo>
                    <a:pt x="4265806" y="2037599"/>
                  </a:lnTo>
                  <a:lnTo>
                    <a:pt x="4266121" y="2037599"/>
                  </a:lnTo>
                  <a:lnTo>
                    <a:pt x="4266279" y="2037599"/>
                  </a:lnTo>
                  <a:lnTo>
                    <a:pt x="4266594" y="2037599"/>
                  </a:lnTo>
                  <a:lnTo>
                    <a:pt x="4266910" y="2037168"/>
                  </a:lnTo>
                  <a:lnTo>
                    <a:pt x="4267225" y="2037168"/>
                  </a:lnTo>
                  <a:lnTo>
                    <a:pt x="4267383" y="2037168"/>
                  </a:lnTo>
                  <a:lnTo>
                    <a:pt x="4267541" y="2037168"/>
                  </a:lnTo>
                  <a:lnTo>
                    <a:pt x="4268014" y="2037168"/>
                  </a:lnTo>
                  <a:lnTo>
                    <a:pt x="4268329" y="2037168"/>
                  </a:lnTo>
                  <a:lnTo>
                    <a:pt x="4268802" y="2036738"/>
                  </a:lnTo>
                  <a:lnTo>
                    <a:pt x="4268960" y="2036738"/>
                  </a:lnTo>
                  <a:lnTo>
                    <a:pt x="4269276" y="2036307"/>
                  </a:lnTo>
                  <a:lnTo>
                    <a:pt x="4269591" y="2036307"/>
                  </a:lnTo>
                  <a:lnTo>
                    <a:pt x="4269906" y="2036307"/>
                  </a:lnTo>
                  <a:lnTo>
                    <a:pt x="4271010" y="2035876"/>
                  </a:lnTo>
                  <a:lnTo>
                    <a:pt x="4271010" y="2035446"/>
                  </a:lnTo>
                  <a:lnTo>
                    <a:pt x="4271168" y="2035446"/>
                  </a:lnTo>
                  <a:lnTo>
                    <a:pt x="4271326" y="2035015"/>
                  </a:lnTo>
                  <a:lnTo>
                    <a:pt x="4271484" y="2035015"/>
                  </a:lnTo>
                  <a:lnTo>
                    <a:pt x="4271799" y="2035015"/>
                  </a:lnTo>
                  <a:lnTo>
                    <a:pt x="4272115" y="2035015"/>
                  </a:lnTo>
                  <a:lnTo>
                    <a:pt x="4272272" y="2035015"/>
                  </a:lnTo>
                  <a:lnTo>
                    <a:pt x="4272588" y="2034585"/>
                  </a:lnTo>
                  <a:lnTo>
                    <a:pt x="4273061" y="2034154"/>
                  </a:lnTo>
                  <a:lnTo>
                    <a:pt x="4273061" y="2033723"/>
                  </a:lnTo>
                  <a:lnTo>
                    <a:pt x="4273219" y="2032862"/>
                  </a:lnTo>
                  <a:lnTo>
                    <a:pt x="4273534" y="2032862"/>
                  </a:lnTo>
                  <a:lnTo>
                    <a:pt x="4273849" y="2032432"/>
                  </a:lnTo>
                  <a:lnTo>
                    <a:pt x="4274480" y="2032432"/>
                  </a:lnTo>
                  <a:lnTo>
                    <a:pt x="4274638" y="2032432"/>
                  </a:lnTo>
                  <a:lnTo>
                    <a:pt x="4274796" y="2032432"/>
                  </a:lnTo>
                  <a:lnTo>
                    <a:pt x="4275111" y="2032001"/>
                  </a:lnTo>
                  <a:lnTo>
                    <a:pt x="4275269" y="2031570"/>
                  </a:lnTo>
                  <a:lnTo>
                    <a:pt x="4275900" y="2031570"/>
                  </a:lnTo>
                  <a:lnTo>
                    <a:pt x="4276215" y="2031140"/>
                  </a:lnTo>
                  <a:lnTo>
                    <a:pt x="4276846" y="2031140"/>
                  </a:lnTo>
                  <a:lnTo>
                    <a:pt x="4278108" y="2030709"/>
                  </a:lnTo>
                  <a:lnTo>
                    <a:pt x="4278581" y="2030709"/>
                  </a:lnTo>
                  <a:lnTo>
                    <a:pt x="4278896" y="2030709"/>
                  </a:lnTo>
                  <a:lnTo>
                    <a:pt x="4279054" y="2030279"/>
                  </a:lnTo>
                  <a:lnTo>
                    <a:pt x="4279527" y="2029848"/>
                  </a:lnTo>
                  <a:lnTo>
                    <a:pt x="4279527" y="2029417"/>
                  </a:lnTo>
                  <a:lnTo>
                    <a:pt x="4280316" y="2029417"/>
                  </a:lnTo>
                  <a:lnTo>
                    <a:pt x="4281578" y="2029417"/>
                  </a:lnTo>
                  <a:lnTo>
                    <a:pt x="4282051" y="2028987"/>
                  </a:lnTo>
                  <a:lnTo>
                    <a:pt x="4282366" y="2028987"/>
                  </a:lnTo>
                  <a:lnTo>
                    <a:pt x="4282839" y="2028987"/>
                  </a:lnTo>
                  <a:lnTo>
                    <a:pt x="4283628" y="2028126"/>
                  </a:lnTo>
                  <a:lnTo>
                    <a:pt x="4283786" y="2028126"/>
                  </a:lnTo>
                  <a:lnTo>
                    <a:pt x="4284101" y="2028126"/>
                  </a:lnTo>
                  <a:lnTo>
                    <a:pt x="4284259" y="2027695"/>
                  </a:lnTo>
                  <a:lnTo>
                    <a:pt x="4284417" y="2027695"/>
                  </a:lnTo>
                  <a:lnTo>
                    <a:pt x="4284574" y="2027695"/>
                  </a:lnTo>
                  <a:lnTo>
                    <a:pt x="4285363" y="2027264"/>
                  </a:lnTo>
                  <a:lnTo>
                    <a:pt x="4285521" y="2027264"/>
                  </a:lnTo>
                  <a:lnTo>
                    <a:pt x="4285521" y="2026834"/>
                  </a:lnTo>
                  <a:lnTo>
                    <a:pt x="4285678" y="2026834"/>
                  </a:lnTo>
                  <a:lnTo>
                    <a:pt x="4285836" y="2026834"/>
                  </a:lnTo>
                  <a:lnTo>
                    <a:pt x="4285994" y="2026834"/>
                  </a:lnTo>
                  <a:lnTo>
                    <a:pt x="4285994" y="2026403"/>
                  </a:lnTo>
                  <a:lnTo>
                    <a:pt x="4286151" y="2026403"/>
                  </a:lnTo>
                  <a:lnTo>
                    <a:pt x="4286309" y="2026403"/>
                  </a:lnTo>
                  <a:lnTo>
                    <a:pt x="4287571" y="2025973"/>
                  </a:lnTo>
                  <a:lnTo>
                    <a:pt x="4287729" y="2025973"/>
                  </a:lnTo>
                  <a:lnTo>
                    <a:pt x="4287886" y="2025973"/>
                  </a:lnTo>
                  <a:lnTo>
                    <a:pt x="4287886" y="2025542"/>
                  </a:lnTo>
                  <a:lnTo>
                    <a:pt x="4288044" y="2025542"/>
                  </a:lnTo>
                  <a:lnTo>
                    <a:pt x="4288202" y="2025542"/>
                  </a:lnTo>
                  <a:lnTo>
                    <a:pt x="4288359" y="2025542"/>
                  </a:lnTo>
                  <a:lnTo>
                    <a:pt x="4288517" y="2025542"/>
                  </a:lnTo>
                  <a:lnTo>
                    <a:pt x="4289464" y="2024681"/>
                  </a:lnTo>
                  <a:lnTo>
                    <a:pt x="4289779" y="2024681"/>
                  </a:lnTo>
                  <a:lnTo>
                    <a:pt x="4289937" y="2024681"/>
                  </a:lnTo>
                  <a:lnTo>
                    <a:pt x="4290252" y="2023820"/>
                  </a:lnTo>
                  <a:lnTo>
                    <a:pt x="4290410" y="2023820"/>
                  </a:lnTo>
                  <a:lnTo>
                    <a:pt x="4290725" y="2023820"/>
                  </a:lnTo>
                  <a:lnTo>
                    <a:pt x="4291356" y="2022528"/>
                  </a:lnTo>
                  <a:lnTo>
                    <a:pt x="4291514" y="2022528"/>
                  </a:lnTo>
                  <a:lnTo>
                    <a:pt x="4291672" y="2022528"/>
                  </a:lnTo>
                  <a:lnTo>
                    <a:pt x="4291987" y="2022528"/>
                  </a:lnTo>
                  <a:lnTo>
                    <a:pt x="4292145" y="2022528"/>
                  </a:lnTo>
                  <a:lnTo>
                    <a:pt x="4293091" y="2022097"/>
                  </a:lnTo>
                  <a:lnTo>
                    <a:pt x="4294037" y="2021236"/>
                  </a:lnTo>
                  <a:lnTo>
                    <a:pt x="4294195" y="2021236"/>
                  </a:lnTo>
                  <a:lnTo>
                    <a:pt x="4294353" y="2021236"/>
                  </a:lnTo>
                  <a:lnTo>
                    <a:pt x="4294510" y="2020805"/>
                  </a:lnTo>
                  <a:lnTo>
                    <a:pt x="4294510" y="2020375"/>
                  </a:lnTo>
                  <a:lnTo>
                    <a:pt x="4295457" y="2019514"/>
                  </a:lnTo>
                  <a:lnTo>
                    <a:pt x="4295615" y="2019514"/>
                  </a:lnTo>
                  <a:lnTo>
                    <a:pt x="4296245" y="2019083"/>
                  </a:lnTo>
                  <a:lnTo>
                    <a:pt x="4297034" y="2018652"/>
                  </a:lnTo>
                  <a:lnTo>
                    <a:pt x="4297192" y="2018652"/>
                  </a:lnTo>
                  <a:lnTo>
                    <a:pt x="4297349" y="2018652"/>
                  </a:lnTo>
                  <a:lnTo>
                    <a:pt x="4298296" y="2017791"/>
                  </a:lnTo>
                  <a:lnTo>
                    <a:pt x="4298453" y="2017791"/>
                  </a:lnTo>
                  <a:lnTo>
                    <a:pt x="4298769" y="2017791"/>
                  </a:lnTo>
                  <a:lnTo>
                    <a:pt x="4298927" y="2017791"/>
                  </a:lnTo>
                  <a:lnTo>
                    <a:pt x="4299400" y="2017791"/>
                  </a:lnTo>
                  <a:lnTo>
                    <a:pt x="4300031" y="2016930"/>
                  </a:lnTo>
                  <a:lnTo>
                    <a:pt x="4300188" y="2016930"/>
                  </a:lnTo>
                  <a:lnTo>
                    <a:pt x="4300346" y="2016930"/>
                  </a:lnTo>
                  <a:lnTo>
                    <a:pt x="4300504" y="2016930"/>
                  </a:lnTo>
                  <a:lnTo>
                    <a:pt x="4300662" y="2016930"/>
                  </a:lnTo>
                  <a:lnTo>
                    <a:pt x="4300819" y="2016930"/>
                  </a:lnTo>
                  <a:lnTo>
                    <a:pt x="4301135" y="2016499"/>
                  </a:lnTo>
                  <a:lnTo>
                    <a:pt x="4302870" y="2016069"/>
                  </a:lnTo>
                  <a:lnTo>
                    <a:pt x="4303343" y="2016069"/>
                  </a:lnTo>
                  <a:lnTo>
                    <a:pt x="4303500" y="2016069"/>
                  </a:lnTo>
                  <a:lnTo>
                    <a:pt x="4303658" y="2016069"/>
                  </a:lnTo>
                  <a:lnTo>
                    <a:pt x="4304131" y="2016069"/>
                  </a:lnTo>
                  <a:lnTo>
                    <a:pt x="4304289" y="2016069"/>
                  </a:lnTo>
                  <a:lnTo>
                    <a:pt x="4304447" y="2016069"/>
                  </a:lnTo>
                  <a:lnTo>
                    <a:pt x="4304762" y="2015208"/>
                  </a:lnTo>
                  <a:lnTo>
                    <a:pt x="4304920" y="2014346"/>
                  </a:lnTo>
                  <a:lnTo>
                    <a:pt x="4304920" y="2013916"/>
                  </a:lnTo>
                  <a:lnTo>
                    <a:pt x="4305078" y="2013916"/>
                  </a:lnTo>
                  <a:lnTo>
                    <a:pt x="4306339" y="2013485"/>
                  </a:lnTo>
                  <a:lnTo>
                    <a:pt x="4306497" y="2013055"/>
                  </a:lnTo>
                  <a:lnTo>
                    <a:pt x="4306497" y="2012624"/>
                  </a:lnTo>
                  <a:lnTo>
                    <a:pt x="4306970" y="2012624"/>
                  </a:lnTo>
                  <a:lnTo>
                    <a:pt x="4307128" y="2012624"/>
                  </a:lnTo>
                  <a:lnTo>
                    <a:pt x="4307286" y="2012624"/>
                  </a:lnTo>
                  <a:lnTo>
                    <a:pt x="4307759" y="2012193"/>
                  </a:lnTo>
                  <a:lnTo>
                    <a:pt x="4307917" y="2012193"/>
                  </a:lnTo>
                  <a:lnTo>
                    <a:pt x="4308232" y="2012193"/>
                  </a:lnTo>
                  <a:lnTo>
                    <a:pt x="4308705" y="2011763"/>
                  </a:lnTo>
                  <a:lnTo>
                    <a:pt x="4308863" y="2011332"/>
                  </a:lnTo>
                  <a:lnTo>
                    <a:pt x="4309021" y="2010471"/>
                  </a:lnTo>
                  <a:lnTo>
                    <a:pt x="4309021" y="2010040"/>
                  </a:lnTo>
                  <a:lnTo>
                    <a:pt x="4309178" y="2010040"/>
                  </a:lnTo>
                  <a:lnTo>
                    <a:pt x="4309336" y="2010040"/>
                  </a:lnTo>
                  <a:lnTo>
                    <a:pt x="4309494" y="2010040"/>
                  </a:lnTo>
                  <a:lnTo>
                    <a:pt x="4309651" y="2010040"/>
                  </a:lnTo>
                  <a:lnTo>
                    <a:pt x="4310282" y="2010040"/>
                  </a:lnTo>
                  <a:lnTo>
                    <a:pt x="4310755" y="2010040"/>
                  </a:lnTo>
                  <a:lnTo>
                    <a:pt x="4310913" y="2009610"/>
                  </a:lnTo>
                  <a:lnTo>
                    <a:pt x="4311229" y="2009610"/>
                  </a:lnTo>
                  <a:lnTo>
                    <a:pt x="4311386" y="2009610"/>
                  </a:lnTo>
                  <a:lnTo>
                    <a:pt x="4312017" y="2009610"/>
                  </a:lnTo>
                  <a:lnTo>
                    <a:pt x="4312333" y="2009610"/>
                  </a:lnTo>
                  <a:lnTo>
                    <a:pt x="4312648" y="2009610"/>
                  </a:lnTo>
                  <a:lnTo>
                    <a:pt x="4312806" y="2009610"/>
                  </a:lnTo>
                  <a:lnTo>
                    <a:pt x="4313594" y="2009610"/>
                  </a:lnTo>
                  <a:lnTo>
                    <a:pt x="4313752" y="2009610"/>
                  </a:lnTo>
                  <a:lnTo>
                    <a:pt x="4314068" y="2009610"/>
                  </a:lnTo>
                  <a:lnTo>
                    <a:pt x="4314225" y="2009610"/>
                  </a:lnTo>
                  <a:lnTo>
                    <a:pt x="4314541" y="2009610"/>
                  </a:lnTo>
                  <a:lnTo>
                    <a:pt x="4314856" y="2008749"/>
                  </a:lnTo>
                  <a:lnTo>
                    <a:pt x="4315172" y="2008749"/>
                  </a:lnTo>
                  <a:lnTo>
                    <a:pt x="4315487" y="2008749"/>
                  </a:lnTo>
                  <a:lnTo>
                    <a:pt x="4315645" y="2008318"/>
                  </a:lnTo>
                  <a:lnTo>
                    <a:pt x="4315802" y="2008318"/>
                  </a:lnTo>
                  <a:lnTo>
                    <a:pt x="4316276" y="2007457"/>
                  </a:lnTo>
                  <a:lnTo>
                    <a:pt x="4317537" y="2006165"/>
                  </a:lnTo>
                  <a:lnTo>
                    <a:pt x="4318168" y="2005734"/>
                  </a:lnTo>
                  <a:lnTo>
                    <a:pt x="4318326" y="2005734"/>
                  </a:lnTo>
                  <a:lnTo>
                    <a:pt x="4318641" y="2005304"/>
                  </a:lnTo>
                  <a:lnTo>
                    <a:pt x="4318799" y="2005304"/>
                  </a:lnTo>
                  <a:lnTo>
                    <a:pt x="4319115" y="2005304"/>
                  </a:lnTo>
                  <a:lnTo>
                    <a:pt x="4319115" y="2004873"/>
                  </a:lnTo>
                  <a:lnTo>
                    <a:pt x="4319430" y="2004873"/>
                  </a:lnTo>
                  <a:lnTo>
                    <a:pt x="4319588" y="2004873"/>
                  </a:lnTo>
                  <a:lnTo>
                    <a:pt x="4320061" y="2004873"/>
                  </a:lnTo>
                  <a:lnTo>
                    <a:pt x="4320376" y="2004873"/>
                  </a:lnTo>
                  <a:lnTo>
                    <a:pt x="4320376" y="2004443"/>
                  </a:lnTo>
                  <a:lnTo>
                    <a:pt x="4320534" y="2004443"/>
                  </a:lnTo>
                  <a:lnTo>
                    <a:pt x="4321007" y="2004443"/>
                  </a:lnTo>
                  <a:lnTo>
                    <a:pt x="4321165" y="2004443"/>
                  </a:lnTo>
                  <a:lnTo>
                    <a:pt x="4321638" y="2002720"/>
                  </a:lnTo>
                  <a:lnTo>
                    <a:pt x="4321638" y="2002290"/>
                  </a:lnTo>
                  <a:lnTo>
                    <a:pt x="4321796" y="2002290"/>
                  </a:lnTo>
                  <a:lnTo>
                    <a:pt x="4322269" y="2002290"/>
                  </a:lnTo>
                  <a:lnTo>
                    <a:pt x="4322900" y="2001859"/>
                  </a:lnTo>
                  <a:lnTo>
                    <a:pt x="4322900" y="2001428"/>
                  </a:lnTo>
                  <a:lnTo>
                    <a:pt x="4323058" y="2001428"/>
                  </a:lnTo>
                  <a:lnTo>
                    <a:pt x="4323846" y="2001428"/>
                  </a:lnTo>
                  <a:lnTo>
                    <a:pt x="4325423" y="2000137"/>
                  </a:lnTo>
                  <a:lnTo>
                    <a:pt x="4325739" y="2000137"/>
                  </a:lnTo>
                  <a:lnTo>
                    <a:pt x="4325896" y="1999706"/>
                  </a:lnTo>
                  <a:lnTo>
                    <a:pt x="4326054" y="1999706"/>
                  </a:lnTo>
                  <a:lnTo>
                    <a:pt x="4326527" y="1998845"/>
                  </a:lnTo>
                  <a:lnTo>
                    <a:pt x="4326685" y="1998414"/>
                  </a:lnTo>
                  <a:lnTo>
                    <a:pt x="4327158" y="1998414"/>
                  </a:lnTo>
                  <a:lnTo>
                    <a:pt x="4327316" y="1998414"/>
                  </a:lnTo>
                  <a:lnTo>
                    <a:pt x="4327474" y="1998414"/>
                  </a:lnTo>
                  <a:lnTo>
                    <a:pt x="4327631" y="1998414"/>
                  </a:lnTo>
                  <a:lnTo>
                    <a:pt x="4328578" y="1997553"/>
                  </a:lnTo>
                  <a:lnTo>
                    <a:pt x="4329209" y="1997553"/>
                  </a:lnTo>
                  <a:lnTo>
                    <a:pt x="4329366" y="1997553"/>
                  </a:lnTo>
                  <a:lnTo>
                    <a:pt x="4329524" y="1997553"/>
                  </a:lnTo>
                  <a:lnTo>
                    <a:pt x="4329839" y="1997553"/>
                  </a:lnTo>
                  <a:lnTo>
                    <a:pt x="4329997" y="1997122"/>
                  </a:lnTo>
                  <a:lnTo>
                    <a:pt x="4330155" y="1997122"/>
                  </a:lnTo>
                  <a:lnTo>
                    <a:pt x="4330313" y="1996692"/>
                  </a:lnTo>
                  <a:lnTo>
                    <a:pt x="4330943" y="1996692"/>
                  </a:lnTo>
                  <a:lnTo>
                    <a:pt x="4331259" y="1996692"/>
                  </a:lnTo>
                  <a:lnTo>
                    <a:pt x="4332205" y="1995831"/>
                  </a:lnTo>
                  <a:lnTo>
                    <a:pt x="4332363" y="1995831"/>
                  </a:lnTo>
                  <a:lnTo>
                    <a:pt x="4332678" y="1995831"/>
                  </a:lnTo>
                  <a:lnTo>
                    <a:pt x="4332994" y="1995831"/>
                  </a:lnTo>
                  <a:lnTo>
                    <a:pt x="4333151" y="1995831"/>
                  </a:lnTo>
                  <a:lnTo>
                    <a:pt x="4333309" y="1995400"/>
                  </a:lnTo>
                  <a:lnTo>
                    <a:pt x="4334098" y="1995400"/>
                  </a:lnTo>
                  <a:lnTo>
                    <a:pt x="4334413" y="1995400"/>
                  </a:lnTo>
                  <a:lnTo>
                    <a:pt x="4334571" y="1995400"/>
                  </a:lnTo>
                  <a:lnTo>
                    <a:pt x="4334729" y="1995400"/>
                  </a:lnTo>
                  <a:lnTo>
                    <a:pt x="4335202" y="1995400"/>
                  </a:lnTo>
                  <a:lnTo>
                    <a:pt x="4335360" y="1995400"/>
                  </a:lnTo>
                  <a:lnTo>
                    <a:pt x="4335833" y="1995400"/>
                  </a:lnTo>
                  <a:lnTo>
                    <a:pt x="4336306" y="1994969"/>
                  </a:lnTo>
                  <a:lnTo>
                    <a:pt x="4336464" y="1994969"/>
                  </a:lnTo>
                  <a:lnTo>
                    <a:pt x="4336621" y="1994539"/>
                  </a:lnTo>
                  <a:lnTo>
                    <a:pt x="4336779" y="1994539"/>
                  </a:lnTo>
                  <a:lnTo>
                    <a:pt x="4337094" y="1994108"/>
                  </a:lnTo>
                  <a:lnTo>
                    <a:pt x="4337252" y="1994108"/>
                  </a:lnTo>
                  <a:lnTo>
                    <a:pt x="4337568" y="1993678"/>
                  </a:lnTo>
                  <a:lnTo>
                    <a:pt x="4337725" y="1993678"/>
                  </a:lnTo>
                  <a:lnTo>
                    <a:pt x="4338041" y="1993247"/>
                  </a:lnTo>
                  <a:lnTo>
                    <a:pt x="4339460" y="1992816"/>
                  </a:lnTo>
                  <a:lnTo>
                    <a:pt x="4339618" y="1992816"/>
                  </a:lnTo>
                  <a:lnTo>
                    <a:pt x="4340091" y="1992386"/>
                  </a:lnTo>
                  <a:lnTo>
                    <a:pt x="4340249" y="1991955"/>
                  </a:lnTo>
                  <a:lnTo>
                    <a:pt x="4341037" y="1991955"/>
                  </a:lnTo>
                  <a:lnTo>
                    <a:pt x="4341353" y="1991955"/>
                  </a:lnTo>
                  <a:lnTo>
                    <a:pt x="4341668" y="1991525"/>
                  </a:lnTo>
                  <a:lnTo>
                    <a:pt x="4341826" y="1991525"/>
                  </a:lnTo>
                  <a:lnTo>
                    <a:pt x="4342141" y="1991525"/>
                  </a:lnTo>
                  <a:lnTo>
                    <a:pt x="4342299" y="1991525"/>
                  </a:lnTo>
                  <a:lnTo>
                    <a:pt x="4342930" y="1990663"/>
                  </a:lnTo>
                  <a:lnTo>
                    <a:pt x="4343088" y="1990233"/>
                  </a:lnTo>
                  <a:lnTo>
                    <a:pt x="4343403" y="1989802"/>
                  </a:lnTo>
                  <a:lnTo>
                    <a:pt x="4343561" y="1989802"/>
                  </a:lnTo>
                  <a:lnTo>
                    <a:pt x="4343876" y="1989372"/>
                  </a:lnTo>
                  <a:lnTo>
                    <a:pt x="4344192" y="1988941"/>
                  </a:lnTo>
                  <a:lnTo>
                    <a:pt x="4344349" y="1988941"/>
                  </a:lnTo>
                  <a:lnTo>
                    <a:pt x="4345296" y="1988941"/>
                  </a:lnTo>
                  <a:lnTo>
                    <a:pt x="4346400" y="1988941"/>
                  </a:lnTo>
                  <a:lnTo>
                    <a:pt x="4346558" y="1988510"/>
                  </a:lnTo>
                  <a:lnTo>
                    <a:pt x="4346873" y="1988510"/>
                  </a:lnTo>
                  <a:lnTo>
                    <a:pt x="4347031" y="1988510"/>
                  </a:lnTo>
                  <a:lnTo>
                    <a:pt x="4347188" y="1988080"/>
                  </a:lnTo>
                  <a:lnTo>
                    <a:pt x="4347504" y="1988080"/>
                  </a:lnTo>
                  <a:lnTo>
                    <a:pt x="4347662" y="1988080"/>
                  </a:lnTo>
                  <a:lnTo>
                    <a:pt x="4347819" y="1988080"/>
                  </a:lnTo>
                  <a:lnTo>
                    <a:pt x="4348135" y="1988080"/>
                  </a:lnTo>
                  <a:lnTo>
                    <a:pt x="4348450" y="1988080"/>
                  </a:lnTo>
                  <a:lnTo>
                    <a:pt x="4349554" y="1985496"/>
                  </a:lnTo>
                  <a:lnTo>
                    <a:pt x="4349712" y="1985496"/>
                  </a:lnTo>
                  <a:lnTo>
                    <a:pt x="4349870" y="1985066"/>
                  </a:lnTo>
                  <a:lnTo>
                    <a:pt x="4350500" y="1985066"/>
                  </a:lnTo>
                  <a:lnTo>
                    <a:pt x="4350658" y="1985066"/>
                  </a:lnTo>
                  <a:lnTo>
                    <a:pt x="4350816" y="1985066"/>
                  </a:lnTo>
                  <a:lnTo>
                    <a:pt x="4350974" y="1985066"/>
                  </a:lnTo>
                  <a:lnTo>
                    <a:pt x="4351447" y="1985066"/>
                  </a:lnTo>
                  <a:lnTo>
                    <a:pt x="4351605" y="1985066"/>
                  </a:lnTo>
                  <a:lnTo>
                    <a:pt x="4352551" y="1984204"/>
                  </a:lnTo>
                  <a:lnTo>
                    <a:pt x="4352709" y="1984204"/>
                  </a:lnTo>
                  <a:lnTo>
                    <a:pt x="4353497" y="1984204"/>
                  </a:lnTo>
                  <a:lnTo>
                    <a:pt x="4353655" y="1984204"/>
                  </a:lnTo>
                  <a:lnTo>
                    <a:pt x="4353813" y="1983774"/>
                  </a:lnTo>
                  <a:lnTo>
                    <a:pt x="4353813" y="1983343"/>
                  </a:lnTo>
                  <a:lnTo>
                    <a:pt x="4354128" y="1983343"/>
                  </a:lnTo>
                  <a:lnTo>
                    <a:pt x="4354443" y="1982482"/>
                  </a:lnTo>
                  <a:lnTo>
                    <a:pt x="4354601" y="1982482"/>
                  </a:lnTo>
                  <a:lnTo>
                    <a:pt x="4354917" y="1981621"/>
                  </a:lnTo>
                  <a:lnTo>
                    <a:pt x="4355074" y="1981621"/>
                  </a:lnTo>
                  <a:lnTo>
                    <a:pt x="4355547" y="1981621"/>
                  </a:lnTo>
                  <a:lnTo>
                    <a:pt x="4355705" y="1981621"/>
                  </a:lnTo>
                  <a:lnTo>
                    <a:pt x="4355863" y="1981190"/>
                  </a:lnTo>
                  <a:lnTo>
                    <a:pt x="4356494" y="1981190"/>
                  </a:lnTo>
                  <a:lnTo>
                    <a:pt x="4356652" y="1981190"/>
                  </a:lnTo>
                  <a:lnTo>
                    <a:pt x="4356809" y="1980760"/>
                  </a:lnTo>
                  <a:lnTo>
                    <a:pt x="4356967" y="1980760"/>
                  </a:lnTo>
                  <a:lnTo>
                    <a:pt x="4357125" y="1980760"/>
                  </a:lnTo>
                  <a:lnTo>
                    <a:pt x="4357125" y="1980329"/>
                  </a:lnTo>
                  <a:lnTo>
                    <a:pt x="4357598" y="1980329"/>
                  </a:lnTo>
                  <a:lnTo>
                    <a:pt x="4358386" y="1980329"/>
                  </a:lnTo>
                  <a:lnTo>
                    <a:pt x="4358544" y="1980329"/>
                  </a:lnTo>
                  <a:lnTo>
                    <a:pt x="4359648" y="1978607"/>
                  </a:lnTo>
                  <a:lnTo>
                    <a:pt x="4359806" y="1978607"/>
                  </a:lnTo>
                  <a:lnTo>
                    <a:pt x="4360121" y="1978607"/>
                  </a:lnTo>
                  <a:lnTo>
                    <a:pt x="4360279" y="1978607"/>
                  </a:lnTo>
                  <a:lnTo>
                    <a:pt x="4360437" y="1978607"/>
                  </a:lnTo>
                  <a:lnTo>
                    <a:pt x="4361541" y="1978176"/>
                  </a:lnTo>
                  <a:lnTo>
                    <a:pt x="4361856" y="1977745"/>
                  </a:lnTo>
                  <a:lnTo>
                    <a:pt x="4362014" y="1977745"/>
                  </a:lnTo>
                  <a:lnTo>
                    <a:pt x="4362487" y="1977315"/>
                  </a:lnTo>
                  <a:lnTo>
                    <a:pt x="4362645" y="1977315"/>
                  </a:lnTo>
                  <a:lnTo>
                    <a:pt x="4362803" y="1977315"/>
                  </a:lnTo>
                  <a:lnTo>
                    <a:pt x="4362960" y="1977315"/>
                  </a:lnTo>
                  <a:lnTo>
                    <a:pt x="4363118" y="1977315"/>
                  </a:lnTo>
                  <a:lnTo>
                    <a:pt x="4363433" y="1977315"/>
                  </a:lnTo>
                  <a:lnTo>
                    <a:pt x="4363591" y="1977315"/>
                  </a:lnTo>
                  <a:lnTo>
                    <a:pt x="4363749" y="1977315"/>
                  </a:lnTo>
                  <a:lnTo>
                    <a:pt x="4364064" y="1977315"/>
                  </a:lnTo>
                  <a:lnTo>
                    <a:pt x="4364695" y="1976884"/>
                  </a:lnTo>
                  <a:lnTo>
                    <a:pt x="4365326" y="1976454"/>
                  </a:lnTo>
                  <a:lnTo>
                    <a:pt x="4365957" y="1976454"/>
                  </a:lnTo>
                  <a:lnTo>
                    <a:pt x="4366115" y="1976454"/>
                  </a:lnTo>
                  <a:lnTo>
                    <a:pt x="4366272" y="1976454"/>
                  </a:lnTo>
                  <a:lnTo>
                    <a:pt x="4366430" y="1976454"/>
                  </a:lnTo>
                  <a:lnTo>
                    <a:pt x="4366588" y="1976454"/>
                  </a:lnTo>
                  <a:lnTo>
                    <a:pt x="4366745" y="1976454"/>
                  </a:lnTo>
                  <a:lnTo>
                    <a:pt x="4367061" y="1975592"/>
                  </a:lnTo>
                  <a:lnTo>
                    <a:pt x="4368007" y="1975592"/>
                  </a:lnTo>
                  <a:lnTo>
                    <a:pt x="4368638" y="1975162"/>
                  </a:lnTo>
                  <a:lnTo>
                    <a:pt x="4368796" y="1974731"/>
                  </a:lnTo>
                  <a:lnTo>
                    <a:pt x="4369111" y="1974301"/>
                  </a:lnTo>
                  <a:lnTo>
                    <a:pt x="4369742" y="1973870"/>
                  </a:lnTo>
                  <a:lnTo>
                    <a:pt x="4369742" y="1973439"/>
                  </a:lnTo>
                  <a:lnTo>
                    <a:pt x="4369900" y="1973439"/>
                  </a:lnTo>
                  <a:lnTo>
                    <a:pt x="4370846" y="1972578"/>
                  </a:lnTo>
                  <a:lnTo>
                    <a:pt x="4371477" y="1972148"/>
                  </a:lnTo>
                  <a:lnTo>
                    <a:pt x="4371792" y="1972148"/>
                  </a:lnTo>
                  <a:lnTo>
                    <a:pt x="4372266" y="1972148"/>
                  </a:lnTo>
                  <a:lnTo>
                    <a:pt x="4372423" y="1972148"/>
                  </a:lnTo>
                  <a:lnTo>
                    <a:pt x="4372423" y="1971717"/>
                  </a:lnTo>
                  <a:lnTo>
                    <a:pt x="4372423" y="1970856"/>
                  </a:lnTo>
                  <a:lnTo>
                    <a:pt x="4372581" y="1970425"/>
                  </a:lnTo>
                  <a:lnTo>
                    <a:pt x="4372896" y="1970425"/>
                  </a:lnTo>
                  <a:lnTo>
                    <a:pt x="4373054" y="1970425"/>
                  </a:lnTo>
                  <a:lnTo>
                    <a:pt x="4373054" y="1969995"/>
                  </a:lnTo>
                  <a:lnTo>
                    <a:pt x="4373370" y="1969564"/>
                  </a:lnTo>
                  <a:lnTo>
                    <a:pt x="4373685" y="1969564"/>
                  </a:lnTo>
                  <a:lnTo>
                    <a:pt x="4374158" y="1969133"/>
                  </a:lnTo>
                  <a:lnTo>
                    <a:pt x="4374474" y="1968703"/>
                  </a:lnTo>
                  <a:lnTo>
                    <a:pt x="4374631" y="1968703"/>
                  </a:lnTo>
                  <a:lnTo>
                    <a:pt x="4374947" y="1968703"/>
                  </a:lnTo>
                  <a:lnTo>
                    <a:pt x="4375105" y="1968272"/>
                  </a:lnTo>
                  <a:lnTo>
                    <a:pt x="4375262" y="1968272"/>
                  </a:lnTo>
                  <a:lnTo>
                    <a:pt x="4375420" y="1968272"/>
                  </a:lnTo>
                  <a:lnTo>
                    <a:pt x="4375893" y="1968272"/>
                  </a:lnTo>
                  <a:lnTo>
                    <a:pt x="4376051" y="1968272"/>
                  </a:lnTo>
                  <a:lnTo>
                    <a:pt x="4376682" y="1968272"/>
                  </a:lnTo>
                  <a:lnTo>
                    <a:pt x="4376839" y="1968272"/>
                  </a:lnTo>
                  <a:lnTo>
                    <a:pt x="4377470" y="1968272"/>
                  </a:lnTo>
                  <a:lnTo>
                    <a:pt x="4377943" y="1967842"/>
                  </a:lnTo>
                  <a:lnTo>
                    <a:pt x="4378101" y="1966550"/>
                  </a:lnTo>
                  <a:lnTo>
                    <a:pt x="4378101" y="1966119"/>
                  </a:lnTo>
                  <a:lnTo>
                    <a:pt x="4379205" y="1965258"/>
                  </a:lnTo>
                  <a:lnTo>
                    <a:pt x="4379994" y="1964827"/>
                  </a:lnTo>
                  <a:lnTo>
                    <a:pt x="4380152" y="1964827"/>
                  </a:lnTo>
                  <a:lnTo>
                    <a:pt x="4380152" y="1964397"/>
                  </a:lnTo>
                  <a:lnTo>
                    <a:pt x="4380940" y="1964397"/>
                  </a:lnTo>
                  <a:lnTo>
                    <a:pt x="4380940" y="1963966"/>
                  </a:lnTo>
                  <a:lnTo>
                    <a:pt x="4381729" y="1963966"/>
                  </a:lnTo>
                  <a:lnTo>
                    <a:pt x="4382360" y="1963536"/>
                  </a:lnTo>
                  <a:lnTo>
                    <a:pt x="4382517" y="1963536"/>
                  </a:lnTo>
                  <a:lnTo>
                    <a:pt x="4383464" y="1962244"/>
                  </a:lnTo>
                  <a:lnTo>
                    <a:pt x="4383621" y="1962244"/>
                  </a:lnTo>
                  <a:lnTo>
                    <a:pt x="4385041" y="1959660"/>
                  </a:lnTo>
                  <a:lnTo>
                    <a:pt x="4385199" y="1959660"/>
                  </a:lnTo>
                  <a:lnTo>
                    <a:pt x="4385514" y="1959660"/>
                  </a:lnTo>
                  <a:lnTo>
                    <a:pt x="4385672" y="1959660"/>
                  </a:lnTo>
                  <a:lnTo>
                    <a:pt x="4385829" y="1959660"/>
                  </a:lnTo>
                  <a:lnTo>
                    <a:pt x="4386145" y="1959660"/>
                  </a:lnTo>
                  <a:lnTo>
                    <a:pt x="4386776" y="1959660"/>
                  </a:lnTo>
                  <a:lnTo>
                    <a:pt x="4387249" y="1959230"/>
                  </a:lnTo>
                  <a:lnTo>
                    <a:pt x="4387407" y="1959230"/>
                  </a:lnTo>
                  <a:lnTo>
                    <a:pt x="4387564" y="1958799"/>
                  </a:lnTo>
                  <a:lnTo>
                    <a:pt x="4387722" y="1958799"/>
                  </a:lnTo>
                  <a:lnTo>
                    <a:pt x="4388511" y="1958799"/>
                  </a:lnTo>
                  <a:lnTo>
                    <a:pt x="4388668" y="1958799"/>
                  </a:lnTo>
                  <a:lnTo>
                    <a:pt x="4388984" y="1958799"/>
                  </a:lnTo>
                  <a:lnTo>
                    <a:pt x="4389141" y="1958799"/>
                  </a:lnTo>
                  <a:lnTo>
                    <a:pt x="4389457" y="1958799"/>
                  </a:lnTo>
                  <a:lnTo>
                    <a:pt x="4389457" y="1958368"/>
                  </a:lnTo>
                  <a:lnTo>
                    <a:pt x="4389615" y="1958368"/>
                  </a:lnTo>
                  <a:lnTo>
                    <a:pt x="4390403" y="1957938"/>
                  </a:lnTo>
                  <a:lnTo>
                    <a:pt x="4390719" y="1957938"/>
                  </a:lnTo>
                  <a:lnTo>
                    <a:pt x="4391507" y="1956646"/>
                  </a:lnTo>
                  <a:lnTo>
                    <a:pt x="4391980" y="1956646"/>
                  </a:lnTo>
                  <a:lnTo>
                    <a:pt x="4392138" y="1956646"/>
                  </a:lnTo>
                  <a:lnTo>
                    <a:pt x="4392296" y="1956646"/>
                  </a:lnTo>
                  <a:lnTo>
                    <a:pt x="4392611" y="1955785"/>
                  </a:lnTo>
                  <a:lnTo>
                    <a:pt x="4392769" y="1955354"/>
                  </a:lnTo>
                  <a:lnTo>
                    <a:pt x="4393242" y="1954924"/>
                  </a:lnTo>
                  <a:lnTo>
                    <a:pt x="4393242" y="1954493"/>
                  </a:lnTo>
                  <a:lnTo>
                    <a:pt x="4393558" y="1954062"/>
                  </a:lnTo>
                  <a:lnTo>
                    <a:pt x="4393873" y="1953632"/>
                  </a:lnTo>
                  <a:lnTo>
                    <a:pt x="4394662" y="1953632"/>
                  </a:lnTo>
                  <a:lnTo>
                    <a:pt x="4395135" y="1953632"/>
                  </a:lnTo>
                  <a:lnTo>
                    <a:pt x="4395608" y="1953632"/>
                  </a:lnTo>
                  <a:lnTo>
                    <a:pt x="4395766" y="1953632"/>
                  </a:lnTo>
                  <a:lnTo>
                    <a:pt x="4396081" y="1953632"/>
                  </a:lnTo>
                  <a:lnTo>
                    <a:pt x="4396870" y="1953632"/>
                  </a:lnTo>
                  <a:lnTo>
                    <a:pt x="4397185" y="1953632"/>
                  </a:lnTo>
                  <a:lnTo>
                    <a:pt x="4397343" y="1952771"/>
                  </a:lnTo>
                  <a:lnTo>
                    <a:pt x="4397816" y="1952771"/>
                  </a:lnTo>
                  <a:lnTo>
                    <a:pt x="4398289" y="1952340"/>
                  </a:lnTo>
                  <a:lnTo>
                    <a:pt x="4398447" y="1952340"/>
                  </a:lnTo>
                  <a:lnTo>
                    <a:pt x="4400024" y="1951048"/>
                  </a:lnTo>
                  <a:lnTo>
                    <a:pt x="4400182" y="1951048"/>
                  </a:lnTo>
                  <a:lnTo>
                    <a:pt x="4400339" y="1950618"/>
                  </a:lnTo>
                  <a:lnTo>
                    <a:pt x="4400497" y="1950187"/>
                  </a:lnTo>
                  <a:lnTo>
                    <a:pt x="4400970" y="1950187"/>
                  </a:lnTo>
                  <a:lnTo>
                    <a:pt x="4401128" y="1949756"/>
                  </a:lnTo>
                  <a:lnTo>
                    <a:pt x="4401443" y="1949756"/>
                  </a:lnTo>
                  <a:lnTo>
                    <a:pt x="4401917" y="1948895"/>
                  </a:lnTo>
                  <a:lnTo>
                    <a:pt x="4402074" y="1948034"/>
                  </a:lnTo>
                  <a:lnTo>
                    <a:pt x="4403336" y="1948034"/>
                  </a:lnTo>
                  <a:lnTo>
                    <a:pt x="4403652" y="1948034"/>
                  </a:lnTo>
                  <a:lnTo>
                    <a:pt x="4403809" y="1948034"/>
                  </a:lnTo>
                  <a:lnTo>
                    <a:pt x="4404282" y="1948034"/>
                  </a:lnTo>
                  <a:lnTo>
                    <a:pt x="4404756" y="1948034"/>
                  </a:lnTo>
                  <a:lnTo>
                    <a:pt x="4404756" y="1947603"/>
                  </a:lnTo>
                  <a:lnTo>
                    <a:pt x="4406175" y="1947173"/>
                  </a:lnTo>
                  <a:lnTo>
                    <a:pt x="4406333" y="1946742"/>
                  </a:lnTo>
                  <a:lnTo>
                    <a:pt x="4406964" y="1946742"/>
                  </a:lnTo>
                  <a:lnTo>
                    <a:pt x="4408225" y="1946742"/>
                  </a:lnTo>
                  <a:lnTo>
                    <a:pt x="4408383" y="1946742"/>
                  </a:lnTo>
                  <a:lnTo>
                    <a:pt x="4408541" y="1946742"/>
                  </a:lnTo>
                  <a:lnTo>
                    <a:pt x="4408541" y="1946312"/>
                  </a:lnTo>
                  <a:lnTo>
                    <a:pt x="4408699" y="1945881"/>
                  </a:lnTo>
                  <a:lnTo>
                    <a:pt x="4408856" y="1945881"/>
                  </a:lnTo>
                  <a:lnTo>
                    <a:pt x="4408856" y="1945450"/>
                  </a:lnTo>
                  <a:lnTo>
                    <a:pt x="4409014" y="1945450"/>
                  </a:lnTo>
                  <a:lnTo>
                    <a:pt x="4409329" y="1945020"/>
                  </a:lnTo>
                  <a:lnTo>
                    <a:pt x="4409645" y="1945020"/>
                  </a:lnTo>
                  <a:lnTo>
                    <a:pt x="4409803" y="1945020"/>
                  </a:lnTo>
                  <a:lnTo>
                    <a:pt x="4410276" y="1945020"/>
                  </a:lnTo>
                  <a:lnTo>
                    <a:pt x="4411064" y="1945020"/>
                  </a:lnTo>
                  <a:lnTo>
                    <a:pt x="4411222" y="1945020"/>
                  </a:lnTo>
                  <a:lnTo>
                    <a:pt x="4411380" y="1945020"/>
                  </a:lnTo>
                  <a:lnTo>
                    <a:pt x="4412799" y="1944159"/>
                  </a:lnTo>
                  <a:lnTo>
                    <a:pt x="4412957" y="1944159"/>
                  </a:lnTo>
                  <a:lnTo>
                    <a:pt x="4413746" y="1943728"/>
                  </a:lnTo>
                  <a:lnTo>
                    <a:pt x="4413903" y="1943297"/>
                  </a:lnTo>
                  <a:lnTo>
                    <a:pt x="4414219" y="1943297"/>
                  </a:lnTo>
                  <a:lnTo>
                    <a:pt x="4414376" y="1942436"/>
                  </a:lnTo>
                  <a:lnTo>
                    <a:pt x="4415007" y="1942006"/>
                  </a:lnTo>
                  <a:lnTo>
                    <a:pt x="4415323" y="1942006"/>
                  </a:lnTo>
                  <a:lnTo>
                    <a:pt x="4415480" y="1942006"/>
                  </a:lnTo>
                  <a:lnTo>
                    <a:pt x="4415480" y="1941575"/>
                  </a:lnTo>
                  <a:lnTo>
                    <a:pt x="4415638" y="1941144"/>
                  </a:lnTo>
                  <a:lnTo>
                    <a:pt x="4416269" y="1940714"/>
                  </a:lnTo>
                  <a:lnTo>
                    <a:pt x="4416742" y="1940283"/>
                  </a:lnTo>
                  <a:lnTo>
                    <a:pt x="4416900" y="1939422"/>
                  </a:lnTo>
                  <a:lnTo>
                    <a:pt x="4418004" y="1938130"/>
                  </a:lnTo>
                  <a:lnTo>
                    <a:pt x="4418162" y="1938130"/>
                  </a:lnTo>
                  <a:lnTo>
                    <a:pt x="4418319" y="1938130"/>
                  </a:lnTo>
                  <a:lnTo>
                    <a:pt x="4418635" y="1937700"/>
                  </a:lnTo>
                  <a:lnTo>
                    <a:pt x="4418950" y="1937700"/>
                  </a:lnTo>
                  <a:lnTo>
                    <a:pt x="4419581" y="1937700"/>
                  </a:lnTo>
                  <a:lnTo>
                    <a:pt x="4419739" y="1937700"/>
                  </a:lnTo>
                  <a:lnTo>
                    <a:pt x="4419739" y="1937269"/>
                  </a:lnTo>
                  <a:lnTo>
                    <a:pt x="4420843" y="1937269"/>
                  </a:lnTo>
                  <a:lnTo>
                    <a:pt x="4421001" y="1937269"/>
                  </a:lnTo>
                  <a:lnTo>
                    <a:pt x="4421474" y="1936838"/>
                  </a:lnTo>
                  <a:lnTo>
                    <a:pt x="4421631" y="1936838"/>
                  </a:lnTo>
                  <a:lnTo>
                    <a:pt x="4421789" y="1936838"/>
                  </a:lnTo>
                  <a:lnTo>
                    <a:pt x="4422105" y="1936838"/>
                  </a:lnTo>
                  <a:lnTo>
                    <a:pt x="4422420" y="1936838"/>
                  </a:lnTo>
                  <a:lnTo>
                    <a:pt x="4422578" y="1936838"/>
                  </a:lnTo>
                  <a:lnTo>
                    <a:pt x="4422735" y="1936838"/>
                  </a:lnTo>
                  <a:lnTo>
                    <a:pt x="4423682" y="1936408"/>
                  </a:lnTo>
                  <a:lnTo>
                    <a:pt x="4423839" y="1936408"/>
                  </a:lnTo>
                  <a:lnTo>
                    <a:pt x="4423997" y="1936408"/>
                  </a:lnTo>
                  <a:lnTo>
                    <a:pt x="4424155" y="1936408"/>
                  </a:lnTo>
                  <a:lnTo>
                    <a:pt x="4424313" y="1936408"/>
                  </a:lnTo>
                  <a:lnTo>
                    <a:pt x="4424313" y="1935977"/>
                  </a:lnTo>
                  <a:lnTo>
                    <a:pt x="4424313" y="1935547"/>
                  </a:lnTo>
                  <a:lnTo>
                    <a:pt x="4424628" y="1935116"/>
                  </a:lnTo>
                  <a:lnTo>
                    <a:pt x="4426205" y="1935116"/>
                  </a:lnTo>
                  <a:lnTo>
                    <a:pt x="4426363" y="1935116"/>
                  </a:lnTo>
                  <a:lnTo>
                    <a:pt x="4426521" y="1935116"/>
                  </a:lnTo>
                  <a:lnTo>
                    <a:pt x="4426678" y="1935116"/>
                  </a:lnTo>
                  <a:lnTo>
                    <a:pt x="4426836" y="1935116"/>
                  </a:lnTo>
                  <a:lnTo>
                    <a:pt x="4426994" y="1935116"/>
                  </a:lnTo>
                  <a:lnTo>
                    <a:pt x="4427467" y="1935116"/>
                  </a:lnTo>
                  <a:lnTo>
                    <a:pt x="4428256" y="1934685"/>
                  </a:lnTo>
                  <a:lnTo>
                    <a:pt x="4428413" y="1934685"/>
                  </a:lnTo>
                  <a:lnTo>
                    <a:pt x="4428729" y="1934685"/>
                  </a:lnTo>
                  <a:lnTo>
                    <a:pt x="4429360" y="1934255"/>
                  </a:lnTo>
                  <a:lnTo>
                    <a:pt x="4429517" y="1934255"/>
                  </a:lnTo>
                  <a:lnTo>
                    <a:pt x="4429517" y="1933824"/>
                  </a:lnTo>
                  <a:lnTo>
                    <a:pt x="4429833" y="1933824"/>
                  </a:lnTo>
                  <a:lnTo>
                    <a:pt x="4430148" y="1933394"/>
                  </a:lnTo>
                  <a:lnTo>
                    <a:pt x="4430464" y="1932963"/>
                  </a:lnTo>
                  <a:lnTo>
                    <a:pt x="4430937" y="1932532"/>
                  </a:lnTo>
                  <a:lnTo>
                    <a:pt x="4430937" y="1932102"/>
                  </a:lnTo>
                  <a:lnTo>
                    <a:pt x="4431410" y="1932102"/>
                  </a:lnTo>
                  <a:lnTo>
                    <a:pt x="4431568" y="1932102"/>
                  </a:lnTo>
                  <a:lnTo>
                    <a:pt x="4431568" y="1931671"/>
                  </a:lnTo>
                  <a:lnTo>
                    <a:pt x="4431568" y="1930810"/>
                  </a:lnTo>
                  <a:lnTo>
                    <a:pt x="4431725" y="1930810"/>
                  </a:lnTo>
                  <a:lnTo>
                    <a:pt x="4432041" y="1930810"/>
                  </a:lnTo>
                  <a:lnTo>
                    <a:pt x="4432199" y="1930379"/>
                  </a:lnTo>
                  <a:lnTo>
                    <a:pt x="4432356" y="1930379"/>
                  </a:lnTo>
                  <a:lnTo>
                    <a:pt x="4432672" y="1930379"/>
                  </a:lnTo>
                  <a:lnTo>
                    <a:pt x="4434249" y="1930379"/>
                  </a:lnTo>
                  <a:lnTo>
                    <a:pt x="4434407" y="1930379"/>
                  </a:lnTo>
                  <a:lnTo>
                    <a:pt x="4434880" y="1929949"/>
                  </a:lnTo>
                  <a:lnTo>
                    <a:pt x="4435353" y="1929949"/>
                  </a:lnTo>
                  <a:lnTo>
                    <a:pt x="4435826" y="1929088"/>
                  </a:lnTo>
                  <a:lnTo>
                    <a:pt x="4436142" y="1929088"/>
                  </a:lnTo>
                  <a:lnTo>
                    <a:pt x="4436615" y="1928657"/>
                  </a:lnTo>
                  <a:lnTo>
                    <a:pt x="4436615" y="1928226"/>
                  </a:lnTo>
                  <a:lnTo>
                    <a:pt x="4436615" y="1927796"/>
                  </a:lnTo>
                  <a:lnTo>
                    <a:pt x="4436930" y="1927796"/>
                  </a:lnTo>
                  <a:lnTo>
                    <a:pt x="4438665" y="1925643"/>
                  </a:lnTo>
                  <a:lnTo>
                    <a:pt x="4438823" y="1925212"/>
                  </a:lnTo>
                  <a:lnTo>
                    <a:pt x="4438980" y="1925212"/>
                  </a:lnTo>
                  <a:lnTo>
                    <a:pt x="4439454" y="1924782"/>
                  </a:lnTo>
                  <a:lnTo>
                    <a:pt x="4439927" y="1924782"/>
                  </a:lnTo>
                  <a:lnTo>
                    <a:pt x="4440242" y="1924782"/>
                  </a:lnTo>
                  <a:lnTo>
                    <a:pt x="4440400" y="1924782"/>
                  </a:lnTo>
                  <a:lnTo>
                    <a:pt x="4440558" y="1924782"/>
                  </a:lnTo>
                  <a:lnTo>
                    <a:pt x="4440715" y="1924782"/>
                  </a:lnTo>
                  <a:lnTo>
                    <a:pt x="4441031" y="1924782"/>
                  </a:lnTo>
                  <a:lnTo>
                    <a:pt x="4441504" y="1924782"/>
                  </a:lnTo>
                  <a:lnTo>
                    <a:pt x="4441977" y="1924351"/>
                  </a:lnTo>
                  <a:lnTo>
                    <a:pt x="4442135" y="1924351"/>
                  </a:lnTo>
                  <a:lnTo>
                    <a:pt x="4442608" y="1924351"/>
                  </a:lnTo>
                  <a:lnTo>
                    <a:pt x="4442766" y="1923920"/>
                  </a:lnTo>
                  <a:lnTo>
                    <a:pt x="4442923" y="1923920"/>
                  </a:lnTo>
                  <a:lnTo>
                    <a:pt x="4443554" y="1923059"/>
                  </a:lnTo>
                  <a:lnTo>
                    <a:pt x="4443712" y="1923059"/>
                  </a:lnTo>
                  <a:lnTo>
                    <a:pt x="4443870" y="1923059"/>
                  </a:lnTo>
                  <a:lnTo>
                    <a:pt x="4444027" y="1922629"/>
                  </a:lnTo>
                  <a:lnTo>
                    <a:pt x="4444185" y="1922629"/>
                  </a:lnTo>
                  <a:lnTo>
                    <a:pt x="4444974" y="1922629"/>
                  </a:lnTo>
                  <a:lnTo>
                    <a:pt x="4445289" y="1922629"/>
                  </a:lnTo>
                  <a:lnTo>
                    <a:pt x="4445447" y="1922629"/>
                  </a:lnTo>
                  <a:lnTo>
                    <a:pt x="4445447" y="1922198"/>
                  </a:lnTo>
                  <a:lnTo>
                    <a:pt x="4445605" y="1921767"/>
                  </a:lnTo>
                  <a:lnTo>
                    <a:pt x="4445605" y="1921337"/>
                  </a:lnTo>
                  <a:lnTo>
                    <a:pt x="4446078" y="1921337"/>
                  </a:lnTo>
                  <a:lnTo>
                    <a:pt x="4447024" y="1921337"/>
                  </a:lnTo>
                  <a:lnTo>
                    <a:pt x="4447340" y="1920476"/>
                  </a:lnTo>
                  <a:lnTo>
                    <a:pt x="4447497" y="1920476"/>
                  </a:lnTo>
                  <a:lnTo>
                    <a:pt x="4447497" y="1920045"/>
                  </a:lnTo>
                  <a:lnTo>
                    <a:pt x="4448444" y="1919614"/>
                  </a:lnTo>
                  <a:lnTo>
                    <a:pt x="4448601" y="1919184"/>
                  </a:lnTo>
                  <a:lnTo>
                    <a:pt x="4449548" y="1918753"/>
                  </a:lnTo>
                  <a:lnTo>
                    <a:pt x="4449705" y="1918753"/>
                  </a:lnTo>
                  <a:lnTo>
                    <a:pt x="4449863" y="1918753"/>
                  </a:lnTo>
                  <a:lnTo>
                    <a:pt x="4450021" y="1918753"/>
                  </a:lnTo>
                  <a:lnTo>
                    <a:pt x="4450178" y="1918753"/>
                  </a:lnTo>
                  <a:lnTo>
                    <a:pt x="4450494" y="1918323"/>
                  </a:lnTo>
                  <a:lnTo>
                    <a:pt x="4450652" y="1918323"/>
                  </a:lnTo>
                  <a:lnTo>
                    <a:pt x="4450809" y="1918323"/>
                  </a:lnTo>
                  <a:lnTo>
                    <a:pt x="4451913" y="1917892"/>
                  </a:lnTo>
                  <a:lnTo>
                    <a:pt x="4452071" y="1917892"/>
                  </a:lnTo>
                  <a:lnTo>
                    <a:pt x="4452386" y="1917892"/>
                  </a:lnTo>
                  <a:lnTo>
                    <a:pt x="4453017" y="1917461"/>
                  </a:lnTo>
                  <a:lnTo>
                    <a:pt x="4453175" y="1917461"/>
                  </a:lnTo>
                  <a:lnTo>
                    <a:pt x="4453333" y="1917461"/>
                  </a:lnTo>
                  <a:lnTo>
                    <a:pt x="4453648" y="1917031"/>
                  </a:lnTo>
                  <a:lnTo>
                    <a:pt x="4453806" y="1916600"/>
                  </a:lnTo>
                  <a:lnTo>
                    <a:pt x="4455068" y="1915308"/>
                  </a:lnTo>
                  <a:lnTo>
                    <a:pt x="4455541" y="1915308"/>
                  </a:lnTo>
                  <a:lnTo>
                    <a:pt x="4455856" y="1915308"/>
                  </a:lnTo>
                  <a:lnTo>
                    <a:pt x="4456014" y="1915308"/>
                  </a:lnTo>
                  <a:lnTo>
                    <a:pt x="4456014" y="1914878"/>
                  </a:lnTo>
                  <a:lnTo>
                    <a:pt x="4456172" y="1914878"/>
                  </a:lnTo>
                  <a:lnTo>
                    <a:pt x="4456487" y="1914878"/>
                  </a:lnTo>
                  <a:lnTo>
                    <a:pt x="4456645" y="1914878"/>
                  </a:lnTo>
                  <a:lnTo>
                    <a:pt x="4456803" y="1914878"/>
                  </a:lnTo>
                  <a:lnTo>
                    <a:pt x="4457118" y="1914878"/>
                  </a:lnTo>
                  <a:lnTo>
                    <a:pt x="4457749" y="1914447"/>
                  </a:lnTo>
                  <a:lnTo>
                    <a:pt x="4457907" y="1914447"/>
                  </a:lnTo>
                  <a:lnTo>
                    <a:pt x="4458064" y="1914447"/>
                  </a:lnTo>
                  <a:lnTo>
                    <a:pt x="4458222" y="1914447"/>
                  </a:lnTo>
                  <a:lnTo>
                    <a:pt x="4458380" y="1914017"/>
                  </a:lnTo>
                  <a:lnTo>
                    <a:pt x="4458538" y="1914017"/>
                  </a:lnTo>
                  <a:lnTo>
                    <a:pt x="4459168" y="1913586"/>
                  </a:lnTo>
                  <a:lnTo>
                    <a:pt x="4459642" y="1913586"/>
                  </a:lnTo>
                  <a:lnTo>
                    <a:pt x="4459799" y="1913155"/>
                  </a:lnTo>
                  <a:lnTo>
                    <a:pt x="4460115" y="1913155"/>
                  </a:lnTo>
                  <a:lnTo>
                    <a:pt x="4461219" y="1912725"/>
                  </a:lnTo>
                  <a:lnTo>
                    <a:pt x="4461376" y="1912294"/>
                  </a:lnTo>
                  <a:lnTo>
                    <a:pt x="4461534" y="1912294"/>
                  </a:lnTo>
                  <a:lnTo>
                    <a:pt x="4461850" y="1912294"/>
                  </a:lnTo>
                  <a:lnTo>
                    <a:pt x="4462007" y="1912294"/>
                  </a:lnTo>
                  <a:lnTo>
                    <a:pt x="4462165" y="1912294"/>
                  </a:lnTo>
                  <a:lnTo>
                    <a:pt x="4462480" y="1912294"/>
                  </a:lnTo>
                  <a:lnTo>
                    <a:pt x="4462638" y="1912294"/>
                  </a:lnTo>
                  <a:lnTo>
                    <a:pt x="4462796" y="1912294"/>
                  </a:lnTo>
                  <a:lnTo>
                    <a:pt x="4463269" y="1911864"/>
                  </a:lnTo>
                  <a:lnTo>
                    <a:pt x="4463427" y="1911002"/>
                  </a:lnTo>
                  <a:lnTo>
                    <a:pt x="4463900" y="1911002"/>
                  </a:lnTo>
                  <a:lnTo>
                    <a:pt x="4464058" y="1911002"/>
                  </a:lnTo>
                  <a:lnTo>
                    <a:pt x="4464373" y="1911002"/>
                  </a:lnTo>
                  <a:lnTo>
                    <a:pt x="4464689" y="1910572"/>
                  </a:lnTo>
                  <a:lnTo>
                    <a:pt x="4464846" y="1910572"/>
                  </a:lnTo>
                  <a:lnTo>
                    <a:pt x="4465477" y="1910572"/>
                  </a:lnTo>
                  <a:lnTo>
                    <a:pt x="4466108" y="1909711"/>
                  </a:lnTo>
                  <a:lnTo>
                    <a:pt x="4466266" y="1909280"/>
                  </a:lnTo>
                  <a:lnTo>
                    <a:pt x="4469105" y="1907988"/>
                  </a:lnTo>
                  <a:lnTo>
                    <a:pt x="4469736" y="1907988"/>
                  </a:lnTo>
                  <a:lnTo>
                    <a:pt x="4469893" y="1907988"/>
                  </a:lnTo>
                  <a:lnTo>
                    <a:pt x="4470051" y="1907988"/>
                  </a:lnTo>
                  <a:lnTo>
                    <a:pt x="4470051" y="1907558"/>
                  </a:lnTo>
                  <a:lnTo>
                    <a:pt x="4470209" y="1906266"/>
                  </a:lnTo>
                  <a:lnTo>
                    <a:pt x="4470366" y="1906266"/>
                  </a:lnTo>
                  <a:lnTo>
                    <a:pt x="4470524" y="1905835"/>
                  </a:lnTo>
                  <a:lnTo>
                    <a:pt x="4470682" y="1904974"/>
                  </a:lnTo>
                  <a:lnTo>
                    <a:pt x="4470840" y="1904974"/>
                  </a:lnTo>
                  <a:lnTo>
                    <a:pt x="4471155" y="1904974"/>
                  </a:lnTo>
                  <a:lnTo>
                    <a:pt x="4471313" y="1904974"/>
                  </a:lnTo>
                  <a:lnTo>
                    <a:pt x="4471470" y="1904974"/>
                  </a:lnTo>
                  <a:lnTo>
                    <a:pt x="4471628" y="1904974"/>
                  </a:lnTo>
                  <a:lnTo>
                    <a:pt x="4471786" y="1904974"/>
                  </a:lnTo>
                  <a:lnTo>
                    <a:pt x="4471944" y="1904974"/>
                  </a:lnTo>
                  <a:lnTo>
                    <a:pt x="4473048" y="1904113"/>
                  </a:lnTo>
                  <a:lnTo>
                    <a:pt x="4473521" y="1904113"/>
                  </a:lnTo>
                  <a:lnTo>
                    <a:pt x="4473678" y="1903682"/>
                  </a:lnTo>
                  <a:lnTo>
                    <a:pt x="4473836" y="1903682"/>
                  </a:lnTo>
                  <a:lnTo>
                    <a:pt x="4474152" y="1902390"/>
                  </a:lnTo>
                  <a:lnTo>
                    <a:pt x="4474467" y="1902390"/>
                  </a:lnTo>
                  <a:lnTo>
                    <a:pt x="4475256" y="1902390"/>
                  </a:lnTo>
                  <a:lnTo>
                    <a:pt x="4475571" y="1902390"/>
                  </a:lnTo>
                  <a:lnTo>
                    <a:pt x="4475887" y="1901099"/>
                  </a:lnTo>
                  <a:lnTo>
                    <a:pt x="4476044" y="1901099"/>
                  </a:lnTo>
                  <a:lnTo>
                    <a:pt x="4476517" y="1901099"/>
                  </a:lnTo>
                  <a:lnTo>
                    <a:pt x="4476833" y="1901099"/>
                  </a:lnTo>
                  <a:lnTo>
                    <a:pt x="4476833" y="1900668"/>
                  </a:lnTo>
                  <a:lnTo>
                    <a:pt x="4477306" y="1900237"/>
                  </a:lnTo>
                  <a:lnTo>
                    <a:pt x="4477464" y="1900237"/>
                  </a:lnTo>
                  <a:lnTo>
                    <a:pt x="4477937" y="1900237"/>
                  </a:lnTo>
                  <a:lnTo>
                    <a:pt x="4478095" y="1899807"/>
                  </a:lnTo>
                  <a:lnTo>
                    <a:pt x="4478252" y="1899376"/>
                  </a:lnTo>
                  <a:lnTo>
                    <a:pt x="4478410" y="1899376"/>
                  </a:lnTo>
                  <a:lnTo>
                    <a:pt x="4478725" y="1899376"/>
                  </a:lnTo>
                  <a:lnTo>
                    <a:pt x="4479199" y="1899376"/>
                  </a:lnTo>
                  <a:lnTo>
                    <a:pt x="4479199" y="1898946"/>
                  </a:lnTo>
                  <a:lnTo>
                    <a:pt x="4479356" y="1898946"/>
                  </a:lnTo>
                  <a:lnTo>
                    <a:pt x="4479514" y="1898946"/>
                  </a:lnTo>
                  <a:lnTo>
                    <a:pt x="4479672" y="1898946"/>
                  </a:lnTo>
                  <a:lnTo>
                    <a:pt x="4479987" y="1898515"/>
                  </a:lnTo>
                  <a:lnTo>
                    <a:pt x="4480145" y="1898515"/>
                  </a:lnTo>
                  <a:lnTo>
                    <a:pt x="4480618" y="1898515"/>
                  </a:lnTo>
                  <a:lnTo>
                    <a:pt x="4481249" y="1898084"/>
                  </a:lnTo>
                  <a:lnTo>
                    <a:pt x="4481407" y="1898084"/>
                  </a:lnTo>
                  <a:lnTo>
                    <a:pt x="4481880" y="1897223"/>
                  </a:lnTo>
                  <a:lnTo>
                    <a:pt x="4482826" y="1895931"/>
                  </a:lnTo>
                  <a:lnTo>
                    <a:pt x="4483299" y="1895931"/>
                  </a:lnTo>
                  <a:lnTo>
                    <a:pt x="4483772" y="1895070"/>
                  </a:lnTo>
                  <a:lnTo>
                    <a:pt x="4483930" y="1895070"/>
                  </a:lnTo>
                  <a:lnTo>
                    <a:pt x="4483930" y="1894640"/>
                  </a:lnTo>
                  <a:lnTo>
                    <a:pt x="4484246" y="1894640"/>
                  </a:lnTo>
                  <a:lnTo>
                    <a:pt x="4484403" y="1894640"/>
                  </a:lnTo>
                  <a:lnTo>
                    <a:pt x="4484561" y="1894640"/>
                  </a:lnTo>
                  <a:lnTo>
                    <a:pt x="4484719" y="1894640"/>
                  </a:lnTo>
                  <a:lnTo>
                    <a:pt x="4484876" y="1894640"/>
                  </a:lnTo>
                  <a:lnTo>
                    <a:pt x="4485507" y="1894640"/>
                  </a:lnTo>
                  <a:lnTo>
                    <a:pt x="4486138" y="1894209"/>
                  </a:lnTo>
                  <a:lnTo>
                    <a:pt x="4486296" y="1894209"/>
                  </a:lnTo>
                  <a:lnTo>
                    <a:pt x="4486927" y="1894209"/>
                  </a:lnTo>
                  <a:lnTo>
                    <a:pt x="4487085" y="1894209"/>
                  </a:lnTo>
                  <a:lnTo>
                    <a:pt x="4487242" y="1893778"/>
                  </a:lnTo>
                  <a:lnTo>
                    <a:pt x="4488189" y="1893348"/>
                  </a:lnTo>
                  <a:lnTo>
                    <a:pt x="4488346" y="1893348"/>
                  </a:lnTo>
                  <a:lnTo>
                    <a:pt x="4488662" y="1892917"/>
                  </a:lnTo>
                  <a:lnTo>
                    <a:pt x="4489293" y="1892056"/>
                  </a:lnTo>
                  <a:lnTo>
                    <a:pt x="4489450" y="1892056"/>
                  </a:lnTo>
                  <a:lnTo>
                    <a:pt x="4489923" y="1892056"/>
                  </a:lnTo>
                  <a:lnTo>
                    <a:pt x="4490081" y="1892056"/>
                  </a:lnTo>
                  <a:lnTo>
                    <a:pt x="4491501" y="1892056"/>
                  </a:lnTo>
                  <a:lnTo>
                    <a:pt x="4491501" y="1891625"/>
                  </a:lnTo>
                  <a:lnTo>
                    <a:pt x="4491658" y="1891195"/>
                  </a:lnTo>
                  <a:lnTo>
                    <a:pt x="4491658" y="1890764"/>
                  </a:lnTo>
                  <a:lnTo>
                    <a:pt x="4491816" y="1890764"/>
                  </a:lnTo>
                  <a:lnTo>
                    <a:pt x="4492289" y="1890764"/>
                  </a:lnTo>
                  <a:lnTo>
                    <a:pt x="4492447" y="1890764"/>
                  </a:lnTo>
                  <a:lnTo>
                    <a:pt x="4492605" y="1890764"/>
                  </a:lnTo>
                  <a:lnTo>
                    <a:pt x="4492920" y="1890334"/>
                  </a:lnTo>
                  <a:lnTo>
                    <a:pt x="4493078" y="1890334"/>
                  </a:lnTo>
                  <a:lnTo>
                    <a:pt x="4494024" y="1889903"/>
                  </a:lnTo>
                  <a:lnTo>
                    <a:pt x="4494182" y="1889903"/>
                  </a:lnTo>
                  <a:lnTo>
                    <a:pt x="4494182" y="1889472"/>
                  </a:lnTo>
                  <a:lnTo>
                    <a:pt x="4495286" y="1887750"/>
                  </a:lnTo>
                  <a:lnTo>
                    <a:pt x="4495444" y="1887750"/>
                  </a:lnTo>
                  <a:lnTo>
                    <a:pt x="4495759" y="1887750"/>
                  </a:lnTo>
                  <a:lnTo>
                    <a:pt x="4496074" y="1886889"/>
                  </a:lnTo>
                  <a:lnTo>
                    <a:pt x="4496232" y="1886889"/>
                  </a:lnTo>
                  <a:lnTo>
                    <a:pt x="4496705" y="1886889"/>
                  </a:lnTo>
                  <a:lnTo>
                    <a:pt x="4496863" y="1886458"/>
                  </a:lnTo>
                  <a:lnTo>
                    <a:pt x="4497021" y="1886458"/>
                  </a:lnTo>
                  <a:lnTo>
                    <a:pt x="4497178" y="1886458"/>
                  </a:lnTo>
                  <a:lnTo>
                    <a:pt x="4497336" y="1886458"/>
                  </a:lnTo>
                  <a:lnTo>
                    <a:pt x="4497494" y="1886458"/>
                  </a:lnTo>
                  <a:lnTo>
                    <a:pt x="4497652" y="1886458"/>
                  </a:lnTo>
                  <a:lnTo>
                    <a:pt x="4497809" y="1886458"/>
                  </a:lnTo>
                  <a:lnTo>
                    <a:pt x="4498598" y="1886458"/>
                  </a:lnTo>
                  <a:lnTo>
                    <a:pt x="4498913" y="1886458"/>
                  </a:lnTo>
                  <a:lnTo>
                    <a:pt x="4499071" y="1886028"/>
                  </a:lnTo>
                  <a:lnTo>
                    <a:pt x="4499229" y="1886028"/>
                  </a:lnTo>
                  <a:lnTo>
                    <a:pt x="4499387" y="1886028"/>
                  </a:lnTo>
                  <a:lnTo>
                    <a:pt x="4499544" y="1885597"/>
                  </a:lnTo>
                  <a:lnTo>
                    <a:pt x="4499702" y="1885597"/>
                  </a:lnTo>
                  <a:lnTo>
                    <a:pt x="4500017" y="1884305"/>
                  </a:lnTo>
                  <a:lnTo>
                    <a:pt x="4502225" y="1882583"/>
                  </a:lnTo>
                  <a:lnTo>
                    <a:pt x="4502541" y="1882583"/>
                  </a:lnTo>
                  <a:lnTo>
                    <a:pt x="4502699" y="1882583"/>
                  </a:lnTo>
                  <a:lnTo>
                    <a:pt x="4502856" y="1882583"/>
                  </a:lnTo>
                  <a:lnTo>
                    <a:pt x="4503014" y="1882583"/>
                  </a:lnTo>
                  <a:lnTo>
                    <a:pt x="4503172" y="1882583"/>
                  </a:lnTo>
                  <a:lnTo>
                    <a:pt x="4503329" y="1882583"/>
                  </a:lnTo>
                  <a:lnTo>
                    <a:pt x="4503645" y="1882583"/>
                  </a:lnTo>
                  <a:lnTo>
                    <a:pt x="4503803" y="1882152"/>
                  </a:lnTo>
                  <a:lnTo>
                    <a:pt x="4503960" y="1882152"/>
                  </a:lnTo>
                  <a:lnTo>
                    <a:pt x="4504276" y="1881291"/>
                  </a:lnTo>
                  <a:lnTo>
                    <a:pt x="4504434" y="1881291"/>
                  </a:lnTo>
                  <a:lnTo>
                    <a:pt x="4504434" y="1880860"/>
                  </a:lnTo>
                  <a:lnTo>
                    <a:pt x="4504907" y="1880860"/>
                  </a:lnTo>
                  <a:lnTo>
                    <a:pt x="4505695" y="1879999"/>
                  </a:lnTo>
                  <a:lnTo>
                    <a:pt x="4506642" y="1879999"/>
                  </a:lnTo>
                  <a:lnTo>
                    <a:pt x="4506799" y="1879999"/>
                  </a:lnTo>
                  <a:lnTo>
                    <a:pt x="4506957" y="1879569"/>
                  </a:lnTo>
                  <a:lnTo>
                    <a:pt x="4507272" y="1879569"/>
                  </a:lnTo>
                  <a:lnTo>
                    <a:pt x="4507430" y="1879569"/>
                  </a:lnTo>
                  <a:lnTo>
                    <a:pt x="4507746" y="1879138"/>
                  </a:lnTo>
                  <a:lnTo>
                    <a:pt x="4507903" y="1879138"/>
                  </a:lnTo>
                  <a:lnTo>
                    <a:pt x="4508534" y="1878277"/>
                  </a:lnTo>
                  <a:lnTo>
                    <a:pt x="4508850" y="1877846"/>
                  </a:lnTo>
                  <a:lnTo>
                    <a:pt x="4509481" y="1877416"/>
                  </a:lnTo>
                  <a:lnTo>
                    <a:pt x="4510269" y="1877416"/>
                  </a:lnTo>
                  <a:lnTo>
                    <a:pt x="4510900" y="1876985"/>
                  </a:lnTo>
                  <a:lnTo>
                    <a:pt x="4510900" y="1876554"/>
                  </a:lnTo>
                  <a:lnTo>
                    <a:pt x="4510900" y="1876124"/>
                  </a:lnTo>
                  <a:lnTo>
                    <a:pt x="4511058" y="1876124"/>
                  </a:lnTo>
                  <a:lnTo>
                    <a:pt x="4511215" y="1876124"/>
                  </a:lnTo>
                  <a:lnTo>
                    <a:pt x="4511689" y="1874832"/>
                  </a:lnTo>
                  <a:lnTo>
                    <a:pt x="4512319" y="1874832"/>
                  </a:lnTo>
                  <a:lnTo>
                    <a:pt x="4512477" y="1874832"/>
                  </a:lnTo>
                  <a:lnTo>
                    <a:pt x="4512635" y="1874832"/>
                  </a:lnTo>
                  <a:lnTo>
                    <a:pt x="4512793" y="1874832"/>
                  </a:lnTo>
                  <a:lnTo>
                    <a:pt x="4513108" y="1874401"/>
                  </a:lnTo>
                  <a:lnTo>
                    <a:pt x="4513739" y="1873971"/>
                  </a:lnTo>
                  <a:lnTo>
                    <a:pt x="4514054" y="1873971"/>
                  </a:lnTo>
                  <a:lnTo>
                    <a:pt x="4514527" y="1873971"/>
                  </a:lnTo>
                  <a:lnTo>
                    <a:pt x="4514685" y="1873971"/>
                  </a:lnTo>
                  <a:lnTo>
                    <a:pt x="4515001" y="1873540"/>
                  </a:lnTo>
                  <a:lnTo>
                    <a:pt x="4515316" y="1873540"/>
                  </a:lnTo>
                  <a:lnTo>
                    <a:pt x="4515474" y="1873540"/>
                  </a:lnTo>
                  <a:lnTo>
                    <a:pt x="4516262" y="1872679"/>
                  </a:lnTo>
                  <a:lnTo>
                    <a:pt x="4516578" y="1872248"/>
                  </a:lnTo>
                  <a:lnTo>
                    <a:pt x="4516736" y="1872248"/>
                  </a:lnTo>
                  <a:lnTo>
                    <a:pt x="4516736" y="1871818"/>
                  </a:lnTo>
                  <a:lnTo>
                    <a:pt x="4516736" y="1871387"/>
                  </a:lnTo>
                  <a:lnTo>
                    <a:pt x="4517366" y="1871387"/>
                  </a:lnTo>
                  <a:lnTo>
                    <a:pt x="4517524" y="1871387"/>
                  </a:lnTo>
                  <a:lnTo>
                    <a:pt x="4517682" y="1871387"/>
                  </a:lnTo>
                  <a:lnTo>
                    <a:pt x="4519101" y="1869234"/>
                  </a:lnTo>
                  <a:lnTo>
                    <a:pt x="4519259" y="1868804"/>
                  </a:lnTo>
                  <a:lnTo>
                    <a:pt x="4519417" y="1868804"/>
                  </a:lnTo>
                  <a:lnTo>
                    <a:pt x="4519890" y="1868373"/>
                  </a:lnTo>
                  <a:lnTo>
                    <a:pt x="4520205" y="1868373"/>
                  </a:lnTo>
                  <a:lnTo>
                    <a:pt x="4520363" y="1868373"/>
                  </a:lnTo>
                  <a:lnTo>
                    <a:pt x="4520521" y="1868373"/>
                  </a:lnTo>
                  <a:lnTo>
                    <a:pt x="4521152" y="1867081"/>
                  </a:lnTo>
                  <a:lnTo>
                    <a:pt x="4521309" y="1867081"/>
                  </a:lnTo>
                  <a:lnTo>
                    <a:pt x="4521467" y="1867081"/>
                  </a:lnTo>
                  <a:lnTo>
                    <a:pt x="4521467" y="1866651"/>
                  </a:lnTo>
                  <a:lnTo>
                    <a:pt x="4521625" y="1866651"/>
                  </a:lnTo>
                  <a:lnTo>
                    <a:pt x="4521783" y="1866220"/>
                  </a:lnTo>
                  <a:lnTo>
                    <a:pt x="4522098" y="1865789"/>
                  </a:lnTo>
                  <a:lnTo>
                    <a:pt x="4522413" y="1865789"/>
                  </a:lnTo>
                  <a:lnTo>
                    <a:pt x="4523517" y="1865789"/>
                  </a:lnTo>
                  <a:lnTo>
                    <a:pt x="4524306" y="1865789"/>
                  </a:lnTo>
                  <a:lnTo>
                    <a:pt x="4524464" y="1865359"/>
                  </a:lnTo>
                  <a:lnTo>
                    <a:pt x="4524464" y="1864928"/>
                  </a:lnTo>
                  <a:lnTo>
                    <a:pt x="4524621" y="1864928"/>
                  </a:lnTo>
                  <a:lnTo>
                    <a:pt x="4524779" y="1864928"/>
                  </a:lnTo>
                  <a:lnTo>
                    <a:pt x="4525252" y="1864928"/>
                  </a:lnTo>
                  <a:lnTo>
                    <a:pt x="4525568" y="1864928"/>
                  </a:lnTo>
                  <a:lnTo>
                    <a:pt x="4525568" y="1864498"/>
                  </a:lnTo>
                  <a:lnTo>
                    <a:pt x="4526672" y="1864498"/>
                  </a:lnTo>
                  <a:lnTo>
                    <a:pt x="4526830" y="1864498"/>
                  </a:lnTo>
                  <a:lnTo>
                    <a:pt x="4526987" y="1864067"/>
                  </a:lnTo>
                  <a:lnTo>
                    <a:pt x="4527460" y="1864067"/>
                  </a:lnTo>
                  <a:lnTo>
                    <a:pt x="4527618" y="1864067"/>
                  </a:lnTo>
                  <a:lnTo>
                    <a:pt x="4528880" y="1862345"/>
                  </a:lnTo>
                  <a:lnTo>
                    <a:pt x="4529353" y="1861483"/>
                  </a:lnTo>
                  <a:lnTo>
                    <a:pt x="4529511" y="1861483"/>
                  </a:lnTo>
                  <a:lnTo>
                    <a:pt x="4530299" y="1860622"/>
                  </a:lnTo>
                  <a:lnTo>
                    <a:pt x="4530772" y="1860192"/>
                  </a:lnTo>
                  <a:lnTo>
                    <a:pt x="4530930" y="1860192"/>
                  </a:lnTo>
                  <a:lnTo>
                    <a:pt x="4532034" y="1859761"/>
                  </a:lnTo>
                  <a:lnTo>
                    <a:pt x="4532350" y="1859761"/>
                  </a:lnTo>
                  <a:lnTo>
                    <a:pt x="4533138" y="1859330"/>
                  </a:lnTo>
                  <a:lnTo>
                    <a:pt x="4533611" y="1859330"/>
                  </a:lnTo>
                  <a:lnTo>
                    <a:pt x="4533927" y="1858900"/>
                  </a:lnTo>
                  <a:lnTo>
                    <a:pt x="4534400" y="1858469"/>
                  </a:lnTo>
                  <a:lnTo>
                    <a:pt x="4534400" y="1858039"/>
                  </a:lnTo>
                  <a:lnTo>
                    <a:pt x="4534558" y="1858039"/>
                  </a:lnTo>
                  <a:lnTo>
                    <a:pt x="4534873" y="1858039"/>
                  </a:lnTo>
                  <a:lnTo>
                    <a:pt x="4535977" y="1857608"/>
                  </a:lnTo>
                  <a:lnTo>
                    <a:pt x="4536766" y="1857608"/>
                  </a:lnTo>
                  <a:lnTo>
                    <a:pt x="4537239" y="1857608"/>
                  </a:lnTo>
                  <a:lnTo>
                    <a:pt x="4537397" y="1857177"/>
                  </a:lnTo>
                  <a:lnTo>
                    <a:pt x="4538028" y="1857177"/>
                  </a:lnTo>
                  <a:lnTo>
                    <a:pt x="4538501" y="1856747"/>
                  </a:lnTo>
                  <a:lnTo>
                    <a:pt x="4538501" y="1856316"/>
                  </a:lnTo>
                  <a:lnTo>
                    <a:pt x="4538816" y="1855024"/>
                  </a:lnTo>
                  <a:lnTo>
                    <a:pt x="4539447" y="1855024"/>
                  </a:lnTo>
                  <a:lnTo>
                    <a:pt x="4539447" y="1854594"/>
                  </a:lnTo>
                  <a:lnTo>
                    <a:pt x="4539447" y="1854163"/>
                  </a:lnTo>
                  <a:lnTo>
                    <a:pt x="4539605" y="1853733"/>
                  </a:lnTo>
                  <a:lnTo>
                    <a:pt x="4540236" y="1853733"/>
                  </a:lnTo>
                  <a:lnTo>
                    <a:pt x="4540551" y="1853733"/>
                  </a:lnTo>
                  <a:lnTo>
                    <a:pt x="4540709" y="1853733"/>
                  </a:lnTo>
                  <a:lnTo>
                    <a:pt x="4540866" y="1853733"/>
                  </a:lnTo>
                  <a:lnTo>
                    <a:pt x="4540866" y="1853302"/>
                  </a:lnTo>
                  <a:lnTo>
                    <a:pt x="4541497" y="1853302"/>
                  </a:lnTo>
                  <a:lnTo>
                    <a:pt x="4541813" y="1853302"/>
                  </a:lnTo>
                  <a:lnTo>
                    <a:pt x="4541970" y="1853302"/>
                  </a:lnTo>
                  <a:lnTo>
                    <a:pt x="4544336" y="1851149"/>
                  </a:lnTo>
                  <a:lnTo>
                    <a:pt x="4544494" y="1851149"/>
                  </a:lnTo>
                  <a:lnTo>
                    <a:pt x="4544652" y="1850718"/>
                  </a:lnTo>
                  <a:lnTo>
                    <a:pt x="4545125" y="1850718"/>
                  </a:lnTo>
                  <a:lnTo>
                    <a:pt x="4545440" y="1850718"/>
                  </a:lnTo>
                  <a:lnTo>
                    <a:pt x="4546071" y="1850288"/>
                  </a:lnTo>
                  <a:lnTo>
                    <a:pt x="4546229" y="1850288"/>
                  </a:lnTo>
                  <a:lnTo>
                    <a:pt x="4546387" y="1850288"/>
                  </a:lnTo>
                  <a:lnTo>
                    <a:pt x="4546702" y="1850288"/>
                  </a:lnTo>
                  <a:lnTo>
                    <a:pt x="4546860" y="1850288"/>
                  </a:lnTo>
                  <a:lnTo>
                    <a:pt x="4547175" y="1850288"/>
                  </a:lnTo>
                  <a:lnTo>
                    <a:pt x="4547333" y="1849427"/>
                  </a:lnTo>
                  <a:lnTo>
                    <a:pt x="4547491" y="1849427"/>
                  </a:lnTo>
                  <a:lnTo>
                    <a:pt x="4547648" y="1849427"/>
                  </a:lnTo>
                  <a:lnTo>
                    <a:pt x="4547964" y="1848996"/>
                  </a:lnTo>
                  <a:lnTo>
                    <a:pt x="4548121" y="1848996"/>
                  </a:lnTo>
                  <a:lnTo>
                    <a:pt x="4548279" y="1848996"/>
                  </a:lnTo>
                  <a:lnTo>
                    <a:pt x="4549226" y="1848996"/>
                  </a:lnTo>
                  <a:lnTo>
                    <a:pt x="4549699" y="1848996"/>
                  </a:lnTo>
                  <a:lnTo>
                    <a:pt x="4550172" y="1848996"/>
                  </a:lnTo>
                  <a:lnTo>
                    <a:pt x="4550330" y="1848996"/>
                  </a:lnTo>
                  <a:lnTo>
                    <a:pt x="4550487" y="1848996"/>
                  </a:lnTo>
                  <a:lnTo>
                    <a:pt x="4550487" y="1848565"/>
                  </a:lnTo>
                  <a:lnTo>
                    <a:pt x="4551276" y="1848565"/>
                  </a:lnTo>
                  <a:lnTo>
                    <a:pt x="4551591" y="1847704"/>
                  </a:lnTo>
                  <a:lnTo>
                    <a:pt x="4551749" y="1847704"/>
                  </a:lnTo>
                  <a:lnTo>
                    <a:pt x="4552064" y="1847704"/>
                  </a:lnTo>
                  <a:lnTo>
                    <a:pt x="4552222" y="1847704"/>
                  </a:lnTo>
                  <a:lnTo>
                    <a:pt x="4552380" y="1847274"/>
                  </a:lnTo>
                  <a:lnTo>
                    <a:pt x="4552853" y="1847274"/>
                  </a:lnTo>
                  <a:lnTo>
                    <a:pt x="4553168" y="1847274"/>
                  </a:lnTo>
                  <a:lnTo>
                    <a:pt x="4553799" y="1846843"/>
                  </a:lnTo>
                  <a:lnTo>
                    <a:pt x="4553957" y="1846412"/>
                  </a:lnTo>
                  <a:lnTo>
                    <a:pt x="4554273" y="1846412"/>
                  </a:lnTo>
                  <a:lnTo>
                    <a:pt x="4554588" y="1845982"/>
                  </a:lnTo>
                  <a:lnTo>
                    <a:pt x="4554903" y="1845982"/>
                  </a:lnTo>
                  <a:lnTo>
                    <a:pt x="4554903" y="1845551"/>
                  </a:lnTo>
                  <a:lnTo>
                    <a:pt x="4555061" y="1845121"/>
                  </a:lnTo>
                  <a:lnTo>
                    <a:pt x="4556481" y="1844259"/>
                  </a:lnTo>
                  <a:lnTo>
                    <a:pt x="4556638" y="1843829"/>
                  </a:lnTo>
                  <a:lnTo>
                    <a:pt x="4556954" y="1842968"/>
                  </a:lnTo>
                  <a:lnTo>
                    <a:pt x="4557900" y="1841245"/>
                  </a:lnTo>
                  <a:lnTo>
                    <a:pt x="4558058" y="1840815"/>
                  </a:lnTo>
                  <a:lnTo>
                    <a:pt x="4558215" y="1840815"/>
                  </a:lnTo>
                  <a:lnTo>
                    <a:pt x="4558689" y="1840815"/>
                  </a:lnTo>
                  <a:lnTo>
                    <a:pt x="4559319" y="1840815"/>
                  </a:lnTo>
                  <a:lnTo>
                    <a:pt x="4559477" y="1840815"/>
                  </a:lnTo>
                  <a:lnTo>
                    <a:pt x="4559635" y="1840815"/>
                  </a:lnTo>
                  <a:lnTo>
                    <a:pt x="4559950" y="1839953"/>
                  </a:lnTo>
                  <a:lnTo>
                    <a:pt x="4559950" y="1839523"/>
                  </a:lnTo>
                  <a:lnTo>
                    <a:pt x="4559950" y="1839092"/>
                  </a:lnTo>
                  <a:lnTo>
                    <a:pt x="4560108" y="1839092"/>
                  </a:lnTo>
                  <a:lnTo>
                    <a:pt x="4560108" y="1838662"/>
                  </a:lnTo>
                  <a:lnTo>
                    <a:pt x="4560266" y="1838662"/>
                  </a:lnTo>
                  <a:lnTo>
                    <a:pt x="4560897" y="1838662"/>
                  </a:lnTo>
                  <a:lnTo>
                    <a:pt x="4561212" y="1838662"/>
                  </a:lnTo>
                  <a:lnTo>
                    <a:pt x="4561528" y="1837800"/>
                  </a:lnTo>
                  <a:lnTo>
                    <a:pt x="4561843" y="1837800"/>
                  </a:lnTo>
                  <a:lnTo>
                    <a:pt x="4562316" y="1837800"/>
                  </a:lnTo>
                  <a:lnTo>
                    <a:pt x="4562474" y="1837800"/>
                  </a:lnTo>
                  <a:lnTo>
                    <a:pt x="4562474" y="1837370"/>
                  </a:lnTo>
                  <a:lnTo>
                    <a:pt x="4562789" y="1836939"/>
                  </a:lnTo>
                  <a:lnTo>
                    <a:pt x="4562789" y="1836509"/>
                  </a:lnTo>
                  <a:lnTo>
                    <a:pt x="4563105" y="1836509"/>
                  </a:lnTo>
                  <a:lnTo>
                    <a:pt x="4563262" y="1836509"/>
                  </a:lnTo>
                  <a:lnTo>
                    <a:pt x="4563578" y="1836078"/>
                  </a:lnTo>
                  <a:lnTo>
                    <a:pt x="4563736" y="1836078"/>
                  </a:lnTo>
                  <a:lnTo>
                    <a:pt x="4564209" y="1835217"/>
                  </a:lnTo>
                  <a:lnTo>
                    <a:pt x="4564366" y="1835217"/>
                  </a:lnTo>
                  <a:lnTo>
                    <a:pt x="4564524" y="1835217"/>
                  </a:lnTo>
                  <a:lnTo>
                    <a:pt x="4565313" y="1834356"/>
                  </a:lnTo>
                  <a:lnTo>
                    <a:pt x="4566259" y="1834356"/>
                  </a:lnTo>
                  <a:lnTo>
                    <a:pt x="4566575" y="1833925"/>
                  </a:lnTo>
                  <a:lnTo>
                    <a:pt x="4566575" y="1833064"/>
                  </a:lnTo>
                  <a:lnTo>
                    <a:pt x="4566732" y="1833064"/>
                  </a:lnTo>
                  <a:lnTo>
                    <a:pt x="4567363" y="1833064"/>
                  </a:lnTo>
                  <a:lnTo>
                    <a:pt x="4567679" y="1833064"/>
                  </a:lnTo>
                  <a:lnTo>
                    <a:pt x="4568309" y="1833064"/>
                  </a:lnTo>
                  <a:lnTo>
                    <a:pt x="4569098" y="1832633"/>
                  </a:lnTo>
                  <a:lnTo>
                    <a:pt x="4569887" y="1830050"/>
                  </a:lnTo>
                  <a:lnTo>
                    <a:pt x="4570202" y="1830050"/>
                  </a:lnTo>
                  <a:lnTo>
                    <a:pt x="4570360" y="1829619"/>
                  </a:lnTo>
                  <a:lnTo>
                    <a:pt x="4570517" y="1828758"/>
                  </a:lnTo>
                  <a:lnTo>
                    <a:pt x="4570675" y="1828758"/>
                  </a:lnTo>
                  <a:lnTo>
                    <a:pt x="4570833" y="1828327"/>
                  </a:lnTo>
                  <a:lnTo>
                    <a:pt x="4571148" y="1828327"/>
                  </a:lnTo>
                  <a:lnTo>
                    <a:pt x="4571306" y="1828327"/>
                  </a:lnTo>
                  <a:lnTo>
                    <a:pt x="4571622" y="1828327"/>
                  </a:lnTo>
                  <a:lnTo>
                    <a:pt x="4571937" y="1827897"/>
                  </a:lnTo>
                  <a:lnTo>
                    <a:pt x="4572410" y="1827897"/>
                  </a:lnTo>
                  <a:lnTo>
                    <a:pt x="4572883" y="1827466"/>
                  </a:lnTo>
                  <a:lnTo>
                    <a:pt x="4573041" y="1827466"/>
                  </a:lnTo>
                  <a:lnTo>
                    <a:pt x="4573199" y="1827466"/>
                  </a:lnTo>
                  <a:lnTo>
                    <a:pt x="4573514" y="1827466"/>
                  </a:lnTo>
                  <a:lnTo>
                    <a:pt x="4573672" y="1827466"/>
                  </a:lnTo>
                  <a:lnTo>
                    <a:pt x="4573987" y="1827466"/>
                  </a:lnTo>
                  <a:lnTo>
                    <a:pt x="4574460" y="1827466"/>
                  </a:lnTo>
                  <a:lnTo>
                    <a:pt x="4575407" y="1827466"/>
                  </a:lnTo>
                  <a:lnTo>
                    <a:pt x="4575564" y="1827035"/>
                  </a:lnTo>
                  <a:lnTo>
                    <a:pt x="4575880" y="1827035"/>
                  </a:lnTo>
                  <a:lnTo>
                    <a:pt x="4576511" y="1826174"/>
                  </a:lnTo>
                  <a:lnTo>
                    <a:pt x="4576668" y="1826174"/>
                  </a:lnTo>
                  <a:lnTo>
                    <a:pt x="4577299" y="1825744"/>
                  </a:lnTo>
                  <a:lnTo>
                    <a:pt x="4577299" y="1825313"/>
                  </a:lnTo>
                  <a:lnTo>
                    <a:pt x="4577457" y="1825313"/>
                  </a:lnTo>
                  <a:lnTo>
                    <a:pt x="4577615" y="1825313"/>
                  </a:lnTo>
                  <a:lnTo>
                    <a:pt x="4577773" y="1825313"/>
                  </a:lnTo>
                  <a:lnTo>
                    <a:pt x="4578088" y="1825313"/>
                  </a:lnTo>
                  <a:lnTo>
                    <a:pt x="4578561" y="1825313"/>
                  </a:lnTo>
                  <a:lnTo>
                    <a:pt x="4578561" y="1824882"/>
                  </a:lnTo>
                  <a:lnTo>
                    <a:pt x="4579507" y="1824882"/>
                  </a:lnTo>
                  <a:lnTo>
                    <a:pt x="4579823" y="1824882"/>
                  </a:lnTo>
                  <a:lnTo>
                    <a:pt x="4580296" y="1824452"/>
                  </a:lnTo>
                  <a:lnTo>
                    <a:pt x="4580611" y="1824452"/>
                  </a:lnTo>
                  <a:lnTo>
                    <a:pt x="4581242" y="1824452"/>
                  </a:lnTo>
                  <a:lnTo>
                    <a:pt x="4582189" y="1824452"/>
                  </a:lnTo>
                  <a:lnTo>
                    <a:pt x="4582977" y="1822729"/>
                  </a:lnTo>
                  <a:lnTo>
                    <a:pt x="4583293" y="1822729"/>
                  </a:lnTo>
                  <a:lnTo>
                    <a:pt x="4584554" y="1822729"/>
                  </a:lnTo>
                  <a:lnTo>
                    <a:pt x="4584712" y="1822729"/>
                  </a:lnTo>
                  <a:lnTo>
                    <a:pt x="4585028" y="1822729"/>
                  </a:lnTo>
                  <a:lnTo>
                    <a:pt x="4585501" y="1822299"/>
                  </a:lnTo>
                  <a:lnTo>
                    <a:pt x="4585658" y="1822299"/>
                  </a:lnTo>
                  <a:lnTo>
                    <a:pt x="4585816" y="1822299"/>
                  </a:lnTo>
                  <a:lnTo>
                    <a:pt x="4586447" y="1821868"/>
                  </a:lnTo>
                  <a:lnTo>
                    <a:pt x="4586605" y="1821868"/>
                  </a:lnTo>
                  <a:lnTo>
                    <a:pt x="4586920" y="1821438"/>
                  </a:lnTo>
                  <a:lnTo>
                    <a:pt x="4586920" y="1821007"/>
                  </a:lnTo>
                  <a:lnTo>
                    <a:pt x="4587393" y="1821007"/>
                  </a:lnTo>
                  <a:lnTo>
                    <a:pt x="4587551" y="1821007"/>
                  </a:lnTo>
                  <a:lnTo>
                    <a:pt x="4587709" y="1820576"/>
                  </a:lnTo>
                  <a:lnTo>
                    <a:pt x="4587866" y="1820146"/>
                  </a:lnTo>
                  <a:lnTo>
                    <a:pt x="4588182" y="1820146"/>
                  </a:lnTo>
                  <a:lnTo>
                    <a:pt x="4588340" y="1820146"/>
                  </a:lnTo>
                  <a:lnTo>
                    <a:pt x="4588340" y="1819715"/>
                  </a:lnTo>
                  <a:lnTo>
                    <a:pt x="4588340" y="1819285"/>
                  </a:lnTo>
                  <a:lnTo>
                    <a:pt x="4588497" y="1818854"/>
                  </a:lnTo>
                  <a:lnTo>
                    <a:pt x="4588971" y="1818423"/>
                  </a:lnTo>
                  <a:lnTo>
                    <a:pt x="4589759" y="1818423"/>
                  </a:lnTo>
                  <a:lnTo>
                    <a:pt x="4589917" y="1817562"/>
                  </a:lnTo>
                  <a:lnTo>
                    <a:pt x="4589917" y="1817132"/>
                  </a:lnTo>
                  <a:lnTo>
                    <a:pt x="4590232" y="1817132"/>
                  </a:lnTo>
                  <a:lnTo>
                    <a:pt x="4590232" y="1816701"/>
                  </a:lnTo>
                  <a:lnTo>
                    <a:pt x="4590705" y="1816270"/>
                  </a:lnTo>
                  <a:lnTo>
                    <a:pt x="4591336" y="1815409"/>
                  </a:lnTo>
                  <a:lnTo>
                    <a:pt x="4591967" y="1815409"/>
                  </a:lnTo>
                  <a:lnTo>
                    <a:pt x="4592125" y="1815409"/>
                  </a:lnTo>
                  <a:lnTo>
                    <a:pt x="4593229" y="1814548"/>
                  </a:lnTo>
                  <a:lnTo>
                    <a:pt x="4594018" y="1813687"/>
                  </a:lnTo>
                  <a:lnTo>
                    <a:pt x="4594175" y="1813687"/>
                  </a:lnTo>
                  <a:lnTo>
                    <a:pt x="4594333" y="1813687"/>
                  </a:lnTo>
                  <a:lnTo>
                    <a:pt x="4595437" y="1812395"/>
                  </a:lnTo>
                  <a:lnTo>
                    <a:pt x="4595595" y="1812395"/>
                  </a:lnTo>
                  <a:lnTo>
                    <a:pt x="4595910" y="1812395"/>
                  </a:lnTo>
                  <a:lnTo>
                    <a:pt x="4596226" y="1812395"/>
                  </a:lnTo>
                  <a:lnTo>
                    <a:pt x="4596383" y="1812395"/>
                  </a:lnTo>
                  <a:lnTo>
                    <a:pt x="4596541" y="1812395"/>
                  </a:lnTo>
                  <a:lnTo>
                    <a:pt x="4596699" y="1812395"/>
                  </a:lnTo>
                  <a:lnTo>
                    <a:pt x="4597014" y="1812395"/>
                  </a:lnTo>
                  <a:lnTo>
                    <a:pt x="4597330" y="1812395"/>
                  </a:lnTo>
                  <a:lnTo>
                    <a:pt x="4597645" y="1811964"/>
                  </a:lnTo>
                  <a:lnTo>
                    <a:pt x="4597803" y="1811964"/>
                  </a:lnTo>
                  <a:lnTo>
                    <a:pt x="4597960" y="1811964"/>
                  </a:lnTo>
                  <a:lnTo>
                    <a:pt x="4598118" y="1811964"/>
                  </a:lnTo>
                  <a:lnTo>
                    <a:pt x="4598276" y="1811964"/>
                  </a:lnTo>
                  <a:lnTo>
                    <a:pt x="4598434" y="1811964"/>
                  </a:lnTo>
                  <a:lnTo>
                    <a:pt x="4601273" y="1806797"/>
                  </a:lnTo>
                  <a:lnTo>
                    <a:pt x="4601430" y="1806797"/>
                  </a:lnTo>
                  <a:lnTo>
                    <a:pt x="4602061" y="1806797"/>
                  </a:lnTo>
                  <a:lnTo>
                    <a:pt x="4602219" y="1806797"/>
                  </a:lnTo>
                  <a:lnTo>
                    <a:pt x="4602219" y="1806367"/>
                  </a:lnTo>
                  <a:lnTo>
                    <a:pt x="4602377" y="1806367"/>
                  </a:lnTo>
                  <a:lnTo>
                    <a:pt x="4603165" y="1805936"/>
                  </a:lnTo>
                  <a:lnTo>
                    <a:pt x="4603323" y="1805936"/>
                  </a:lnTo>
                  <a:lnTo>
                    <a:pt x="4603796" y="1805936"/>
                  </a:lnTo>
                  <a:lnTo>
                    <a:pt x="4604269" y="1805505"/>
                  </a:lnTo>
                  <a:lnTo>
                    <a:pt x="4604269" y="1804644"/>
                  </a:lnTo>
                  <a:lnTo>
                    <a:pt x="4604269" y="1803783"/>
                  </a:lnTo>
                  <a:lnTo>
                    <a:pt x="4604585" y="1803352"/>
                  </a:lnTo>
                  <a:lnTo>
                    <a:pt x="4605373" y="1803352"/>
                  </a:lnTo>
                  <a:lnTo>
                    <a:pt x="4605689" y="1803352"/>
                  </a:lnTo>
                  <a:lnTo>
                    <a:pt x="4605689" y="1802922"/>
                  </a:lnTo>
                  <a:lnTo>
                    <a:pt x="4605846" y="1802922"/>
                  </a:lnTo>
                  <a:lnTo>
                    <a:pt x="4606320" y="1802922"/>
                  </a:lnTo>
                  <a:lnTo>
                    <a:pt x="4606477" y="1802922"/>
                  </a:lnTo>
                  <a:lnTo>
                    <a:pt x="4606635" y="1801630"/>
                  </a:lnTo>
                  <a:lnTo>
                    <a:pt x="4606635" y="1801199"/>
                  </a:lnTo>
                  <a:lnTo>
                    <a:pt x="4606793" y="1801199"/>
                  </a:lnTo>
                  <a:lnTo>
                    <a:pt x="4607424" y="1799908"/>
                  </a:lnTo>
                  <a:lnTo>
                    <a:pt x="4607739" y="1799046"/>
                  </a:lnTo>
                  <a:lnTo>
                    <a:pt x="4608212" y="1798616"/>
                  </a:lnTo>
                  <a:lnTo>
                    <a:pt x="4609316" y="1797755"/>
                  </a:lnTo>
                  <a:lnTo>
                    <a:pt x="4609474" y="1797755"/>
                  </a:lnTo>
                  <a:lnTo>
                    <a:pt x="4609789" y="1797755"/>
                  </a:lnTo>
                  <a:lnTo>
                    <a:pt x="4610105" y="1796463"/>
                  </a:lnTo>
                  <a:lnTo>
                    <a:pt x="4610420" y="1796032"/>
                  </a:lnTo>
                  <a:lnTo>
                    <a:pt x="4610578" y="1796032"/>
                  </a:lnTo>
                  <a:lnTo>
                    <a:pt x="4610893" y="1796032"/>
                  </a:lnTo>
                  <a:lnTo>
                    <a:pt x="4611209" y="1795602"/>
                  </a:lnTo>
                  <a:lnTo>
                    <a:pt x="4611367" y="1795602"/>
                  </a:lnTo>
                  <a:lnTo>
                    <a:pt x="4612471" y="1795602"/>
                  </a:lnTo>
                  <a:lnTo>
                    <a:pt x="4612786" y="1795602"/>
                  </a:lnTo>
                  <a:lnTo>
                    <a:pt x="4613101" y="1795602"/>
                  </a:lnTo>
                  <a:lnTo>
                    <a:pt x="4613259" y="1795602"/>
                  </a:lnTo>
                  <a:lnTo>
                    <a:pt x="4613575" y="1795602"/>
                  </a:lnTo>
                  <a:lnTo>
                    <a:pt x="4614048" y="1795171"/>
                  </a:lnTo>
                  <a:lnTo>
                    <a:pt x="4614205" y="1795171"/>
                  </a:lnTo>
                  <a:lnTo>
                    <a:pt x="4614205" y="1794310"/>
                  </a:lnTo>
                  <a:lnTo>
                    <a:pt x="4614363" y="1794310"/>
                  </a:lnTo>
                  <a:lnTo>
                    <a:pt x="4614679" y="1794310"/>
                  </a:lnTo>
                  <a:lnTo>
                    <a:pt x="4614994" y="1793879"/>
                  </a:lnTo>
                  <a:lnTo>
                    <a:pt x="4615467" y="1793449"/>
                  </a:lnTo>
                  <a:lnTo>
                    <a:pt x="4615625" y="1793449"/>
                  </a:lnTo>
                  <a:lnTo>
                    <a:pt x="4615783" y="1793449"/>
                  </a:lnTo>
                  <a:lnTo>
                    <a:pt x="4616098" y="1793449"/>
                  </a:lnTo>
                  <a:lnTo>
                    <a:pt x="4616256" y="1793449"/>
                  </a:lnTo>
                  <a:lnTo>
                    <a:pt x="4616729" y="1793449"/>
                  </a:lnTo>
                  <a:lnTo>
                    <a:pt x="4616887" y="1793449"/>
                  </a:lnTo>
                  <a:lnTo>
                    <a:pt x="4617991" y="1792587"/>
                  </a:lnTo>
                  <a:lnTo>
                    <a:pt x="4617991" y="1792157"/>
                  </a:lnTo>
                  <a:lnTo>
                    <a:pt x="4618464" y="1792157"/>
                  </a:lnTo>
                  <a:lnTo>
                    <a:pt x="4618779" y="1792157"/>
                  </a:lnTo>
                  <a:lnTo>
                    <a:pt x="4618937" y="1792157"/>
                  </a:lnTo>
                  <a:lnTo>
                    <a:pt x="4619252" y="1791296"/>
                  </a:lnTo>
                  <a:lnTo>
                    <a:pt x="4619726" y="1791296"/>
                  </a:lnTo>
                  <a:lnTo>
                    <a:pt x="4619883" y="1790434"/>
                  </a:lnTo>
                  <a:lnTo>
                    <a:pt x="4620041" y="1790434"/>
                  </a:lnTo>
                  <a:lnTo>
                    <a:pt x="4620514" y="1790434"/>
                  </a:lnTo>
                  <a:lnTo>
                    <a:pt x="4620987" y="1789573"/>
                  </a:lnTo>
                  <a:lnTo>
                    <a:pt x="4621303" y="1789573"/>
                  </a:lnTo>
                  <a:lnTo>
                    <a:pt x="4621460" y="1789143"/>
                  </a:lnTo>
                  <a:lnTo>
                    <a:pt x="4621618" y="1789143"/>
                  </a:lnTo>
                  <a:lnTo>
                    <a:pt x="4621934" y="1789143"/>
                  </a:lnTo>
                  <a:lnTo>
                    <a:pt x="4622407" y="1789143"/>
                  </a:lnTo>
                  <a:lnTo>
                    <a:pt x="4622880" y="1788712"/>
                  </a:lnTo>
                  <a:lnTo>
                    <a:pt x="4623038" y="1788712"/>
                  </a:lnTo>
                  <a:lnTo>
                    <a:pt x="4623195" y="1788712"/>
                  </a:lnTo>
                  <a:lnTo>
                    <a:pt x="4623353" y="1788712"/>
                  </a:lnTo>
                  <a:lnTo>
                    <a:pt x="4623353" y="1788281"/>
                  </a:lnTo>
                  <a:lnTo>
                    <a:pt x="4623669" y="1788281"/>
                  </a:lnTo>
                  <a:lnTo>
                    <a:pt x="4624457" y="1788281"/>
                  </a:lnTo>
                  <a:lnTo>
                    <a:pt x="4624615" y="1788281"/>
                  </a:lnTo>
                  <a:lnTo>
                    <a:pt x="4624615" y="1787851"/>
                  </a:lnTo>
                  <a:lnTo>
                    <a:pt x="4624773" y="1787420"/>
                  </a:lnTo>
                  <a:lnTo>
                    <a:pt x="4625088" y="1787420"/>
                  </a:lnTo>
                  <a:lnTo>
                    <a:pt x="4625877" y="1786128"/>
                  </a:lnTo>
                  <a:lnTo>
                    <a:pt x="4626350" y="1786128"/>
                  </a:lnTo>
                  <a:lnTo>
                    <a:pt x="4626981" y="1786128"/>
                  </a:lnTo>
                  <a:lnTo>
                    <a:pt x="4627138" y="1786128"/>
                  </a:lnTo>
                  <a:lnTo>
                    <a:pt x="4628085" y="1785698"/>
                  </a:lnTo>
                  <a:lnTo>
                    <a:pt x="4628716" y="1785698"/>
                  </a:lnTo>
                  <a:lnTo>
                    <a:pt x="4628716" y="1785267"/>
                  </a:lnTo>
                  <a:lnTo>
                    <a:pt x="4628873" y="1785267"/>
                  </a:lnTo>
                  <a:lnTo>
                    <a:pt x="4629031" y="1785267"/>
                  </a:lnTo>
                  <a:lnTo>
                    <a:pt x="4629504" y="1785267"/>
                  </a:lnTo>
                  <a:lnTo>
                    <a:pt x="4629504" y="1784837"/>
                  </a:lnTo>
                  <a:lnTo>
                    <a:pt x="4629662" y="1784837"/>
                  </a:lnTo>
                  <a:lnTo>
                    <a:pt x="4630293" y="1784837"/>
                  </a:lnTo>
                  <a:lnTo>
                    <a:pt x="4630608" y="1784406"/>
                  </a:lnTo>
                  <a:lnTo>
                    <a:pt x="4630924" y="1783975"/>
                  </a:lnTo>
                  <a:lnTo>
                    <a:pt x="4631397" y="1783975"/>
                  </a:lnTo>
                  <a:lnTo>
                    <a:pt x="4632028" y="1783114"/>
                  </a:lnTo>
                  <a:lnTo>
                    <a:pt x="4632501" y="1783114"/>
                  </a:lnTo>
                  <a:lnTo>
                    <a:pt x="4632658" y="1783114"/>
                  </a:lnTo>
                  <a:lnTo>
                    <a:pt x="4633132" y="1782684"/>
                  </a:lnTo>
                  <a:lnTo>
                    <a:pt x="4633447" y="1782684"/>
                  </a:lnTo>
                  <a:lnTo>
                    <a:pt x="4633447" y="1782253"/>
                  </a:lnTo>
                  <a:lnTo>
                    <a:pt x="4633763" y="1782253"/>
                  </a:lnTo>
                  <a:lnTo>
                    <a:pt x="4633920" y="1782253"/>
                  </a:lnTo>
                  <a:lnTo>
                    <a:pt x="4634236" y="1782253"/>
                  </a:lnTo>
                  <a:lnTo>
                    <a:pt x="4634393" y="1782253"/>
                  </a:lnTo>
                  <a:lnTo>
                    <a:pt x="4636917" y="1781392"/>
                  </a:lnTo>
                  <a:lnTo>
                    <a:pt x="4637075" y="1781392"/>
                  </a:lnTo>
                  <a:lnTo>
                    <a:pt x="4637232" y="1781392"/>
                  </a:lnTo>
                  <a:lnTo>
                    <a:pt x="4637548" y="1781392"/>
                  </a:lnTo>
                  <a:lnTo>
                    <a:pt x="4637863" y="1781392"/>
                  </a:lnTo>
                  <a:lnTo>
                    <a:pt x="4638021" y="1780961"/>
                  </a:lnTo>
                  <a:lnTo>
                    <a:pt x="4638021" y="1780531"/>
                  </a:lnTo>
                  <a:lnTo>
                    <a:pt x="4638179" y="1780531"/>
                  </a:lnTo>
                  <a:lnTo>
                    <a:pt x="4638809" y="1779669"/>
                  </a:lnTo>
                  <a:lnTo>
                    <a:pt x="4638809" y="1779239"/>
                  </a:lnTo>
                  <a:lnTo>
                    <a:pt x="4639283" y="1779239"/>
                  </a:lnTo>
                  <a:lnTo>
                    <a:pt x="4639440" y="1779239"/>
                  </a:lnTo>
                  <a:lnTo>
                    <a:pt x="4639914" y="1778378"/>
                  </a:lnTo>
                  <a:lnTo>
                    <a:pt x="4640229" y="1778378"/>
                  </a:lnTo>
                  <a:lnTo>
                    <a:pt x="4640702" y="1778378"/>
                  </a:lnTo>
                  <a:lnTo>
                    <a:pt x="4640860" y="1778378"/>
                  </a:lnTo>
                  <a:lnTo>
                    <a:pt x="4641018" y="1778378"/>
                  </a:lnTo>
                  <a:lnTo>
                    <a:pt x="4641491" y="1778378"/>
                  </a:lnTo>
                  <a:lnTo>
                    <a:pt x="4642910" y="1777516"/>
                  </a:lnTo>
                  <a:lnTo>
                    <a:pt x="4643068" y="1777516"/>
                  </a:lnTo>
                  <a:lnTo>
                    <a:pt x="4643541" y="1777516"/>
                  </a:lnTo>
                  <a:lnTo>
                    <a:pt x="4643699" y="1777516"/>
                  </a:lnTo>
                  <a:lnTo>
                    <a:pt x="4643856" y="1777516"/>
                  </a:lnTo>
                  <a:lnTo>
                    <a:pt x="4644172" y="1777086"/>
                  </a:lnTo>
                  <a:lnTo>
                    <a:pt x="4644330" y="1777086"/>
                  </a:lnTo>
                  <a:lnTo>
                    <a:pt x="4644487" y="1777086"/>
                  </a:lnTo>
                  <a:lnTo>
                    <a:pt x="4645434" y="1776655"/>
                  </a:lnTo>
                  <a:lnTo>
                    <a:pt x="4646065" y="1776225"/>
                  </a:lnTo>
                  <a:lnTo>
                    <a:pt x="4646222" y="1775794"/>
                  </a:lnTo>
                  <a:lnTo>
                    <a:pt x="4646695" y="1775794"/>
                  </a:lnTo>
                  <a:lnTo>
                    <a:pt x="4646853" y="1775794"/>
                  </a:lnTo>
                  <a:lnTo>
                    <a:pt x="4646853" y="1774933"/>
                  </a:lnTo>
                  <a:lnTo>
                    <a:pt x="4647011" y="1774933"/>
                  </a:lnTo>
                  <a:lnTo>
                    <a:pt x="4647326" y="1774933"/>
                  </a:lnTo>
                  <a:lnTo>
                    <a:pt x="4647484" y="1774933"/>
                  </a:lnTo>
                  <a:lnTo>
                    <a:pt x="4647957" y="1774072"/>
                  </a:lnTo>
                  <a:lnTo>
                    <a:pt x="4648115" y="1774072"/>
                  </a:lnTo>
                  <a:lnTo>
                    <a:pt x="4648746" y="1773641"/>
                  </a:lnTo>
                  <a:lnTo>
                    <a:pt x="4649219" y="1773641"/>
                  </a:lnTo>
                  <a:lnTo>
                    <a:pt x="4649534" y="1772780"/>
                  </a:lnTo>
                  <a:lnTo>
                    <a:pt x="4649692" y="1772780"/>
                  </a:lnTo>
                  <a:lnTo>
                    <a:pt x="4649850" y="1772780"/>
                  </a:lnTo>
                  <a:lnTo>
                    <a:pt x="4650165" y="1772780"/>
                  </a:lnTo>
                  <a:lnTo>
                    <a:pt x="4650638" y="1772780"/>
                  </a:lnTo>
                  <a:lnTo>
                    <a:pt x="4650796" y="1772780"/>
                  </a:lnTo>
                  <a:lnTo>
                    <a:pt x="4651742" y="1772349"/>
                  </a:lnTo>
                  <a:lnTo>
                    <a:pt x="4652058" y="1772349"/>
                  </a:lnTo>
                  <a:lnTo>
                    <a:pt x="4652216" y="1772349"/>
                  </a:lnTo>
                  <a:lnTo>
                    <a:pt x="4652373" y="1772349"/>
                  </a:lnTo>
                  <a:lnTo>
                    <a:pt x="4652689" y="1772349"/>
                  </a:lnTo>
                  <a:lnTo>
                    <a:pt x="4652689" y="1771919"/>
                  </a:lnTo>
                  <a:lnTo>
                    <a:pt x="4652846" y="1771919"/>
                  </a:lnTo>
                  <a:lnTo>
                    <a:pt x="4653004" y="1771057"/>
                  </a:lnTo>
                  <a:lnTo>
                    <a:pt x="4653477" y="1771057"/>
                  </a:lnTo>
                  <a:lnTo>
                    <a:pt x="4654266" y="1771057"/>
                  </a:lnTo>
                  <a:lnTo>
                    <a:pt x="4654424" y="1771057"/>
                  </a:lnTo>
                  <a:lnTo>
                    <a:pt x="4654739" y="1771057"/>
                  </a:lnTo>
                  <a:lnTo>
                    <a:pt x="4654897" y="1771057"/>
                  </a:lnTo>
                  <a:lnTo>
                    <a:pt x="4655212" y="1771057"/>
                  </a:lnTo>
                  <a:lnTo>
                    <a:pt x="4655370" y="1771057"/>
                  </a:lnTo>
                  <a:lnTo>
                    <a:pt x="4655528" y="1771057"/>
                  </a:lnTo>
                  <a:lnTo>
                    <a:pt x="4656001" y="1771057"/>
                  </a:lnTo>
                  <a:lnTo>
                    <a:pt x="4656474" y="1771057"/>
                  </a:lnTo>
                  <a:lnTo>
                    <a:pt x="4656632" y="1771057"/>
                  </a:lnTo>
                  <a:lnTo>
                    <a:pt x="4656789" y="1771057"/>
                  </a:lnTo>
                  <a:lnTo>
                    <a:pt x="4657263" y="1771057"/>
                  </a:lnTo>
                  <a:lnTo>
                    <a:pt x="4657893" y="1770627"/>
                  </a:lnTo>
                  <a:lnTo>
                    <a:pt x="4658209" y="1770196"/>
                  </a:lnTo>
                  <a:lnTo>
                    <a:pt x="4658524" y="1769766"/>
                  </a:lnTo>
                  <a:lnTo>
                    <a:pt x="4658682" y="1769766"/>
                  </a:lnTo>
                  <a:lnTo>
                    <a:pt x="4658682" y="1768904"/>
                  </a:lnTo>
                  <a:lnTo>
                    <a:pt x="4658997" y="1768904"/>
                  </a:lnTo>
                  <a:lnTo>
                    <a:pt x="4658997" y="1768474"/>
                  </a:lnTo>
                  <a:lnTo>
                    <a:pt x="4659471" y="1768474"/>
                  </a:lnTo>
                  <a:lnTo>
                    <a:pt x="4659628" y="1768043"/>
                  </a:lnTo>
                  <a:lnTo>
                    <a:pt x="4660101" y="1767182"/>
                  </a:lnTo>
                  <a:lnTo>
                    <a:pt x="4660259" y="1767182"/>
                  </a:lnTo>
                  <a:lnTo>
                    <a:pt x="4661048" y="1767182"/>
                  </a:lnTo>
                  <a:lnTo>
                    <a:pt x="4661363" y="1767182"/>
                  </a:lnTo>
                  <a:lnTo>
                    <a:pt x="4662152" y="1765029"/>
                  </a:lnTo>
                  <a:lnTo>
                    <a:pt x="4662310" y="1765029"/>
                  </a:lnTo>
                  <a:lnTo>
                    <a:pt x="4662467" y="1765029"/>
                  </a:lnTo>
                  <a:lnTo>
                    <a:pt x="4662783" y="1764598"/>
                  </a:lnTo>
                  <a:lnTo>
                    <a:pt x="4662940" y="1764598"/>
                  </a:lnTo>
                  <a:lnTo>
                    <a:pt x="4663414" y="1764598"/>
                  </a:lnTo>
                  <a:lnTo>
                    <a:pt x="4664202" y="1764168"/>
                  </a:lnTo>
                  <a:lnTo>
                    <a:pt x="4664360" y="1764168"/>
                  </a:lnTo>
                  <a:lnTo>
                    <a:pt x="4664360" y="1763737"/>
                  </a:lnTo>
                  <a:lnTo>
                    <a:pt x="4664991" y="1763307"/>
                  </a:lnTo>
                  <a:lnTo>
                    <a:pt x="4665148" y="1763307"/>
                  </a:lnTo>
                  <a:lnTo>
                    <a:pt x="4665306" y="1763307"/>
                  </a:lnTo>
                  <a:lnTo>
                    <a:pt x="4665464" y="1763307"/>
                  </a:lnTo>
                  <a:lnTo>
                    <a:pt x="4665779" y="1763307"/>
                  </a:lnTo>
                  <a:lnTo>
                    <a:pt x="4665779" y="1762876"/>
                  </a:lnTo>
                  <a:lnTo>
                    <a:pt x="4665937" y="1762876"/>
                  </a:lnTo>
                  <a:lnTo>
                    <a:pt x="4666095" y="1762876"/>
                  </a:lnTo>
                  <a:lnTo>
                    <a:pt x="4666410" y="1762876"/>
                  </a:lnTo>
                  <a:lnTo>
                    <a:pt x="4666568" y="1762015"/>
                  </a:lnTo>
                  <a:lnTo>
                    <a:pt x="4666883" y="1760723"/>
                  </a:lnTo>
                  <a:lnTo>
                    <a:pt x="4667514" y="1760723"/>
                  </a:lnTo>
                  <a:lnTo>
                    <a:pt x="4667672" y="1760723"/>
                  </a:lnTo>
                  <a:lnTo>
                    <a:pt x="4667830" y="1760292"/>
                  </a:lnTo>
                  <a:lnTo>
                    <a:pt x="4668618" y="1760292"/>
                  </a:lnTo>
                  <a:lnTo>
                    <a:pt x="4668934" y="1760292"/>
                  </a:lnTo>
                  <a:lnTo>
                    <a:pt x="4669091" y="1760292"/>
                  </a:lnTo>
                  <a:lnTo>
                    <a:pt x="4669565" y="1760292"/>
                  </a:lnTo>
                  <a:lnTo>
                    <a:pt x="4669565" y="1759862"/>
                  </a:lnTo>
                  <a:lnTo>
                    <a:pt x="4670038" y="1759001"/>
                  </a:lnTo>
                  <a:lnTo>
                    <a:pt x="4670038" y="1758570"/>
                  </a:lnTo>
                  <a:lnTo>
                    <a:pt x="4670353" y="1758570"/>
                  </a:lnTo>
                  <a:lnTo>
                    <a:pt x="4670511" y="1758570"/>
                  </a:lnTo>
                  <a:lnTo>
                    <a:pt x="4670511" y="1758139"/>
                  </a:lnTo>
                  <a:lnTo>
                    <a:pt x="4671773" y="1757278"/>
                  </a:lnTo>
                  <a:lnTo>
                    <a:pt x="4672088" y="1756417"/>
                  </a:lnTo>
                  <a:lnTo>
                    <a:pt x="4672561" y="1756417"/>
                  </a:lnTo>
                  <a:lnTo>
                    <a:pt x="4673034" y="1756417"/>
                  </a:lnTo>
                  <a:lnTo>
                    <a:pt x="4673034" y="1755986"/>
                  </a:lnTo>
                  <a:lnTo>
                    <a:pt x="4673034" y="1755125"/>
                  </a:lnTo>
                  <a:lnTo>
                    <a:pt x="4673350" y="1755125"/>
                  </a:lnTo>
                  <a:lnTo>
                    <a:pt x="4673508" y="1755125"/>
                  </a:lnTo>
                  <a:lnTo>
                    <a:pt x="4673981" y="1755125"/>
                  </a:lnTo>
                  <a:lnTo>
                    <a:pt x="4674296" y="1754695"/>
                  </a:lnTo>
                  <a:lnTo>
                    <a:pt x="4674769" y="1754695"/>
                  </a:lnTo>
                  <a:lnTo>
                    <a:pt x="4675085" y="1754695"/>
                  </a:lnTo>
                  <a:lnTo>
                    <a:pt x="4675558" y="1754695"/>
                  </a:lnTo>
                  <a:lnTo>
                    <a:pt x="4675716" y="1754695"/>
                  </a:lnTo>
                  <a:lnTo>
                    <a:pt x="4675873" y="1754695"/>
                  </a:lnTo>
                  <a:lnTo>
                    <a:pt x="4676504" y="1753833"/>
                  </a:lnTo>
                  <a:lnTo>
                    <a:pt x="4677135" y="1753833"/>
                  </a:lnTo>
                  <a:lnTo>
                    <a:pt x="4677293" y="1753833"/>
                  </a:lnTo>
                  <a:lnTo>
                    <a:pt x="4677450" y="1753833"/>
                  </a:lnTo>
                  <a:lnTo>
                    <a:pt x="4677608" y="1753833"/>
                  </a:lnTo>
                  <a:lnTo>
                    <a:pt x="4680447" y="1749958"/>
                  </a:lnTo>
                  <a:lnTo>
                    <a:pt x="4680763" y="1749527"/>
                  </a:lnTo>
                  <a:lnTo>
                    <a:pt x="4680920" y="1748236"/>
                  </a:lnTo>
                  <a:lnTo>
                    <a:pt x="4681078" y="1747805"/>
                  </a:lnTo>
                  <a:lnTo>
                    <a:pt x="4681393" y="1747805"/>
                  </a:lnTo>
                  <a:lnTo>
                    <a:pt x="4681551" y="1747805"/>
                  </a:lnTo>
                  <a:lnTo>
                    <a:pt x="4681867" y="1746944"/>
                  </a:lnTo>
                  <a:lnTo>
                    <a:pt x="4681867" y="1746513"/>
                  </a:lnTo>
                  <a:lnTo>
                    <a:pt x="4682971" y="1746083"/>
                  </a:lnTo>
                  <a:lnTo>
                    <a:pt x="4682971" y="1745652"/>
                  </a:lnTo>
                  <a:lnTo>
                    <a:pt x="4683601" y="1745221"/>
                  </a:lnTo>
                  <a:lnTo>
                    <a:pt x="4684390" y="1744791"/>
                  </a:lnTo>
                  <a:lnTo>
                    <a:pt x="4684706" y="1744791"/>
                  </a:lnTo>
                  <a:lnTo>
                    <a:pt x="4685179" y="1744360"/>
                  </a:lnTo>
                  <a:lnTo>
                    <a:pt x="4685179" y="1743499"/>
                  </a:lnTo>
                  <a:lnTo>
                    <a:pt x="4685494" y="1743499"/>
                  </a:lnTo>
                  <a:lnTo>
                    <a:pt x="4685652" y="1743499"/>
                  </a:lnTo>
                  <a:lnTo>
                    <a:pt x="4685967" y="1743499"/>
                  </a:lnTo>
                  <a:lnTo>
                    <a:pt x="4685967" y="1743068"/>
                  </a:lnTo>
                  <a:lnTo>
                    <a:pt x="4686283" y="1743068"/>
                  </a:lnTo>
                  <a:lnTo>
                    <a:pt x="4686440" y="1743068"/>
                  </a:lnTo>
                  <a:lnTo>
                    <a:pt x="4686598" y="1742638"/>
                  </a:lnTo>
                  <a:lnTo>
                    <a:pt x="4686914" y="1742207"/>
                  </a:lnTo>
                  <a:lnTo>
                    <a:pt x="4687071" y="1742207"/>
                  </a:lnTo>
                  <a:lnTo>
                    <a:pt x="4687229" y="1742207"/>
                  </a:lnTo>
                  <a:lnTo>
                    <a:pt x="4688491" y="1741777"/>
                  </a:lnTo>
                  <a:lnTo>
                    <a:pt x="4688964" y="1741777"/>
                  </a:lnTo>
                  <a:lnTo>
                    <a:pt x="4689910" y="1741777"/>
                  </a:lnTo>
                  <a:lnTo>
                    <a:pt x="4690857" y="1741346"/>
                  </a:lnTo>
                  <a:lnTo>
                    <a:pt x="4691014" y="1741346"/>
                  </a:lnTo>
                  <a:lnTo>
                    <a:pt x="4691014" y="1740915"/>
                  </a:lnTo>
                  <a:lnTo>
                    <a:pt x="4691330" y="1740054"/>
                  </a:lnTo>
                  <a:lnTo>
                    <a:pt x="4691961" y="1739193"/>
                  </a:lnTo>
                  <a:lnTo>
                    <a:pt x="4692276" y="1738332"/>
                  </a:lnTo>
                  <a:lnTo>
                    <a:pt x="4692434" y="1738332"/>
                  </a:lnTo>
                  <a:lnTo>
                    <a:pt x="4692591" y="1738332"/>
                  </a:lnTo>
                  <a:lnTo>
                    <a:pt x="4692749" y="1738332"/>
                  </a:lnTo>
                  <a:lnTo>
                    <a:pt x="4693380" y="1737471"/>
                  </a:lnTo>
                  <a:lnTo>
                    <a:pt x="4693538" y="1737040"/>
                  </a:lnTo>
                  <a:lnTo>
                    <a:pt x="4693853" y="1737040"/>
                  </a:lnTo>
                  <a:lnTo>
                    <a:pt x="4693853" y="1736609"/>
                  </a:lnTo>
                  <a:lnTo>
                    <a:pt x="4694326" y="1736179"/>
                  </a:lnTo>
                  <a:lnTo>
                    <a:pt x="4695115" y="1734887"/>
                  </a:lnTo>
                  <a:lnTo>
                    <a:pt x="4695588" y="1734887"/>
                  </a:lnTo>
                  <a:lnTo>
                    <a:pt x="4696061" y="1734887"/>
                  </a:lnTo>
                  <a:lnTo>
                    <a:pt x="4696534" y="1734887"/>
                  </a:lnTo>
                  <a:lnTo>
                    <a:pt x="4697008" y="1734026"/>
                  </a:lnTo>
                  <a:lnTo>
                    <a:pt x="4697323" y="1733165"/>
                  </a:lnTo>
                  <a:lnTo>
                    <a:pt x="4697796" y="1733165"/>
                  </a:lnTo>
                  <a:lnTo>
                    <a:pt x="4698112" y="1733165"/>
                  </a:lnTo>
                  <a:lnTo>
                    <a:pt x="4699058" y="1732303"/>
                  </a:lnTo>
                  <a:lnTo>
                    <a:pt x="4699846" y="1731873"/>
                  </a:lnTo>
                  <a:lnTo>
                    <a:pt x="4699846" y="1731442"/>
                  </a:lnTo>
                  <a:lnTo>
                    <a:pt x="4700004" y="1731442"/>
                  </a:lnTo>
                  <a:lnTo>
                    <a:pt x="4700320" y="1731442"/>
                  </a:lnTo>
                  <a:lnTo>
                    <a:pt x="4700477" y="1731442"/>
                  </a:lnTo>
                  <a:lnTo>
                    <a:pt x="4700635" y="1731442"/>
                  </a:lnTo>
                  <a:lnTo>
                    <a:pt x="4701424" y="1730581"/>
                  </a:lnTo>
                  <a:lnTo>
                    <a:pt x="4701424" y="1730150"/>
                  </a:lnTo>
                  <a:lnTo>
                    <a:pt x="4701897" y="1729720"/>
                  </a:lnTo>
                  <a:lnTo>
                    <a:pt x="4701897" y="1729289"/>
                  </a:lnTo>
                  <a:lnTo>
                    <a:pt x="4702055" y="1729289"/>
                  </a:lnTo>
                  <a:lnTo>
                    <a:pt x="4702212" y="1729289"/>
                  </a:lnTo>
                  <a:lnTo>
                    <a:pt x="4702843" y="1729289"/>
                  </a:lnTo>
                  <a:lnTo>
                    <a:pt x="4703001" y="1729289"/>
                  </a:lnTo>
                  <a:lnTo>
                    <a:pt x="4703316" y="1728859"/>
                  </a:lnTo>
                  <a:lnTo>
                    <a:pt x="4703789" y="1728859"/>
                  </a:lnTo>
                  <a:lnTo>
                    <a:pt x="4704263" y="1728859"/>
                  </a:lnTo>
                  <a:lnTo>
                    <a:pt x="4704578" y="1728859"/>
                  </a:lnTo>
                  <a:lnTo>
                    <a:pt x="4704736" y="1728859"/>
                  </a:lnTo>
                  <a:lnTo>
                    <a:pt x="4705367" y="1728859"/>
                  </a:lnTo>
                  <a:lnTo>
                    <a:pt x="4705997" y="1728859"/>
                  </a:lnTo>
                  <a:lnTo>
                    <a:pt x="4706155" y="1728859"/>
                  </a:lnTo>
                  <a:lnTo>
                    <a:pt x="4706313" y="1728859"/>
                  </a:lnTo>
                  <a:lnTo>
                    <a:pt x="4707259" y="1727997"/>
                  </a:lnTo>
                  <a:lnTo>
                    <a:pt x="4707417" y="1727997"/>
                  </a:lnTo>
                  <a:lnTo>
                    <a:pt x="4707890" y="1727567"/>
                  </a:lnTo>
                  <a:lnTo>
                    <a:pt x="4708048" y="1727567"/>
                  </a:lnTo>
                  <a:lnTo>
                    <a:pt x="4708206" y="1727136"/>
                  </a:lnTo>
                  <a:lnTo>
                    <a:pt x="4708679" y="1727136"/>
                  </a:lnTo>
                  <a:lnTo>
                    <a:pt x="4708994" y="1727136"/>
                  </a:lnTo>
                  <a:lnTo>
                    <a:pt x="4709152" y="1727136"/>
                  </a:lnTo>
                  <a:lnTo>
                    <a:pt x="4709467" y="1727136"/>
                  </a:lnTo>
                  <a:lnTo>
                    <a:pt x="4710571" y="1725414"/>
                  </a:lnTo>
                  <a:lnTo>
                    <a:pt x="4710729" y="1725414"/>
                  </a:lnTo>
                  <a:lnTo>
                    <a:pt x="4710887" y="1725414"/>
                  </a:lnTo>
                  <a:lnTo>
                    <a:pt x="4711202" y="1725414"/>
                  </a:lnTo>
                  <a:lnTo>
                    <a:pt x="4711360" y="1725414"/>
                  </a:lnTo>
                  <a:lnTo>
                    <a:pt x="4711833" y="1724553"/>
                  </a:lnTo>
                  <a:lnTo>
                    <a:pt x="4711991" y="1724553"/>
                  </a:lnTo>
                  <a:lnTo>
                    <a:pt x="4712306" y="1724553"/>
                  </a:lnTo>
                  <a:lnTo>
                    <a:pt x="4712622" y="1724553"/>
                  </a:lnTo>
                  <a:lnTo>
                    <a:pt x="4713095" y="1724553"/>
                  </a:lnTo>
                  <a:lnTo>
                    <a:pt x="4713883" y="1724553"/>
                  </a:lnTo>
                  <a:lnTo>
                    <a:pt x="4714199" y="1723691"/>
                  </a:lnTo>
                  <a:lnTo>
                    <a:pt x="4715461" y="1723691"/>
                  </a:lnTo>
                  <a:lnTo>
                    <a:pt x="4715776" y="1723691"/>
                  </a:lnTo>
                  <a:lnTo>
                    <a:pt x="4715934" y="1723691"/>
                  </a:lnTo>
                  <a:lnTo>
                    <a:pt x="4716091" y="1723691"/>
                  </a:lnTo>
                  <a:lnTo>
                    <a:pt x="4716407" y="1723691"/>
                  </a:lnTo>
                  <a:lnTo>
                    <a:pt x="4716565" y="1723691"/>
                  </a:lnTo>
                  <a:lnTo>
                    <a:pt x="4717038" y="1723691"/>
                  </a:lnTo>
                  <a:lnTo>
                    <a:pt x="4717195" y="1723691"/>
                  </a:lnTo>
                  <a:lnTo>
                    <a:pt x="4717353" y="1723691"/>
                  </a:lnTo>
                  <a:lnTo>
                    <a:pt x="4717511" y="1723691"/>
                  </a:lnTo>
                  <a:lnTo>
                    <a:pt x="4717669" y="1723691"/>
                  </a:lnTo>
                  <a:lnTo>
                    <a:pt x="4719246" y="1721969"/>
                  </a:lnTo>
                  <a:lnTo>
                    <a:pt x="4719561" y="1721969"/>
                  </a:lnTo>
                  <a:lnTo>
                    <a:pt x="4719719" y="1720677"/>
                  </a:lnTo>
                  <a:lnTo>
                    <a:pt x="4720192" y="1720677"/>
                  </a:lnTo>
                  <a:lnTo>
                    <a:pt x="4720508" y="1720677"/>
                  </a:lnTo>
                  <a:lnTo>
                    <a:pt x="4720823" y="1720677"/>
                  </a:lnTo>
                  <a:lnTo>
                    <a:pt x="4721138" y="1719385"/>
                  </a:lnTo>
                  <a:lnTo>
                    <a:pt x="4721454" y="1718524"/>
                  </a:lnTo>
                  <a:lnTo>
                    <a:pt x="4721612" y="1718094"/>
                  </a:lnTo>
                  <a:lnTo>
                    <a:pt x="4721927" y="1718094"/>
                  </a:lnTo>
                  <a:lnTo>
                    <a:pt x="4721927" y="1717232"/>
                  </a:lnTo>
                  <a:lnTo>
                    <a:pt x="4722400" y="1717232"/>
                  </a:lnTo>
                  <a:lnTo>
                    <a:pt x="4723189" y="1717232"/>
                  </a:lnTo>
                  <a:lnTo>
                    <a:pt x="4723189" y="1716802"/>
                  </a:lnTo>
                  <a:lnTo>
                    <a:pt x="4723820" y="1715510"/>
                  </a:lnTo>
                  <a:lnTo>
                    <a:pt x="4723977" y="1714649"/>
                  </a:lnTo>
                  <a:lnTo>
                    <a:pt x="4724293" y="1714218"/>
                  </a:lnTo>
                  <a:lnTo>
                    <a:pt x="4724451" y="1713788"/>
                  </a:lnTo>
                  <a:lnTo>
                    <a:pt x="4724608" y="1713788"/>
                  </a:lnTo>
                  <a:lnTo>
                    <a:pt x="4724766" y="1713788"/>
                  </a:lnTo>
                  <a:lnTo>
                    <a:pt x="4724924" y="1713788"/>
                  </a:lnTo>
                  <a:lnTo>
                    <a:pt x="4725239" y="1713788"/>
                  </a:lnTo>
                  <a:lnTo>
                    <a:pt x="4726185" y="1713357"/>
                  </a:lnTo>
                  <a:lnTo>
                    <a:pt x="4726659" y="1712926"/>
                  </a:lnTo>
                  <a:lnTo>
                    <a:pt x="4727763" y="1712926"/>
                  </a:lnTo>
                  <a:lnTo>
                    <a:pt x="4727920" y="1712926"/>
                  </a:lnTo>
                  <a:lnTo>
                    <a:pt x="4727920" y="1712496"/>
                  </a:lnTo>
                  <a:lnTo>
                    <a:pt x="4728393" y="1712496"/>
                  </a:lnTo>
                  <a:lnTo>
                    <a:pt x="4728551" y="1712496"/>
                  </a:lnTo>
                  <a:lnTo>
                    <a:pt x="4729024" y="1712065"/>
                  </a:lnTo>
                  <a:lnTo>
                    <a:pt x="4729024" y="1711204"/>
                  </a:lnTo>
                  <a:lnTo>
                    <a:pt x="4729340" y="1710773"/>
                  </a:lnTo>
                  <a:lnTo>
                    <a:pt x="4729498" y="1710773"/>
                  </a:lnTo>
                  <a:lnTo>
                    <a:pt x="4729655" y="1710773"/>
                  </a:lnTo>
                  <a:lnTo>
                    <a:pt x="4730759" y="1709482"/>
                  </a:lnTo>
                  <a:lnTo>
                    <a:pt x="4730917" y="1709482"/>
                  </a:lnTo>
                  <a:lnTo>
                    <a:pt x="4731075" y="1707329"/>
                  </a:lnTo>
                  <a:lnTo>
                    <a:pt x="4731548" y="1707329"/>
                  </a:lnTo>
                  <a:lnTo>
                    <a:pt x="4731548" y="1706898"/>
                  </a:lnTo>
                  <a:lnTo>
                    <a:pt x="4731863" y="1706898"/>
                  </a:lnTo>
                  <a:lnTo>
                    <a:pt x="4732021" y="1706898"/>
                  </a:lnTo>
                  <a:lnTo>
                    <a:pt x="4732179" y="1706467"/>
                  </a:lnTo>
                  <a:lnTo>
                    <a:pt x="4732967" y="1706467"/>
                  </a:lnTo>
                  <a:lnTo>
                    <a:pt x="4733598" y="1706037"/>
                  </a:lnTo>
                  <a:lnTo>
                    <a:pt x="4733756" y="1705606"/>
                  </a:lnTo>
                  <a:lnTo>
                    <a:pt x="4734071" y="1705606"/>
                  </a:lnTo>
                  <a:lnTo>
                    <a:pt x="4734229" y="1705176"/>
                  </a:lnTo>
                  <a:lnTo>
                    <a:pt x="4734544" y="1705176"/>
                  </a:lnTo>
                  <a:lnTo>
                    <a:pt x="4734860" y="1705176"/>
                  </a:lnTo>
                  <a:lnTo>
                    <a:pt x="4735333" y="1705176"/>
                  </a:lnTo>
                  <a:lnTo>
                    <a:pt x="4735806" y="1705176"/>
                  </a:lnTo>
                  <a:lnTo>
                    <a:pt x="4735964" y="1705176"/>
                  </a:lnTo>
                  <a:lnTo>
                    <a:pt x="4738014" y="1703453"/>
                  </a:lnTo>
                  <a:lnTo>
                    <a:pt x="4738014" y="1703023"/>
                  </a:lnTo>
                  <a:lnTo>
                    <a:pt x="4738172" y="1703023"/>
                  </a:lnTo>
                  <a:lnTo>
                    <a:pt x="4738645" y="1702592"/>
                  </a:lnTo>
                  <a:lnTo>
                    <a:pt x="4738803" y="1702592"/>
                  </a:lnTo>
                  <a:lnTo>
                    <a:pt x="4739118" y="1701731"/>
                  </a:lnTo>
                  <a:lnTo>
                    <a:pt x="4739276" y="1701731"/>
                  </a:lnTo>
                  <a:lnTo>
                    <a:pt x="4739434" y="1701731"/>
                  </a:lnTo>
                  <a:lnTo>
                    <a:pt x="4739434" y="1701300"/>
                  </a:lnTo>
                  <a:lnTo>
                    <a:pt x="4739907" y="1701300"/>
                  </a:lnTo>
                  <a:lnTo>
                    <a:pt x="4740065" y="1701300"/>
                  </a:lnTo>
                  <a:lnTo>
                    <a:pt x="4740222" y="1700439"/>
                  </a:lnTo>
                  <a:lnTo>
                    <a:pt x="4740380" y="1700439"/>
                  </a:lnTo>
                  <a:lnTo>
                    <a:pt x="4740538" y="1700008"/>
                  </a:lnTo>
                  <a:lnTo>
                    <a:pt x="4740696" y="1700008"/>
                  </a:lnTo>
                  <a:lnTo>
                    <a:pt x="4741169" y="1700008"/>
                  </a:lnTo>
                  <a:lnTo>
                    <a:pt x="4741169" y="1699578"/>
                  </a:lnTo>
                  <a:lnTo>
                    <a:pt x="4741957" y="1698286"/>
                  </a:lnTo>
                  <a:lnTo>
                    <a:pt x="4741957" y="1696994"/>
                  </a:lnTo>
                  <a:lnTo>
                    <a:pt x="4742115" y="1696994"/>
                  </a:lnTo>
                  <a:lnTo>
                    <a:pt x="4742588" y="1696994"/>
                  </a:lnTo>
                  <a:lnTo>
                    <a:pt x="4743061" y="1696564"/>
                  </a:lnTo>
                  <a:lnTo>
                    <a:pt x="4743219" y="1696564"/>
                  </a:lnTo>
                  <a:lnTo>
                    <a:pt x="4743377" y="1696564"/>
                  </a:lnTo>
                  <a:lnTo>
                    <a:pt x="4743377" y="1695702"/>
                  </a:lnTo>
                  <a:lnTo>
                    <a:pt x="4743534" y="1695702"/>
                  </a:lnTo>
                  <a:lnTo>
                    <a:pt x="4743850" y="1695702"/>
                  </a:lnTo>
                  <a:lnTo>
                    <a:pt x="4744008" y="1694841"/>
                  </a:lnTo>
                  <a:lnTo>
                    <a:pt x="4744165" y="1694841"/>
                  </a:lnTo>
                  <a:lnTo>
                    <a:pt x="4744638" y="1694841"/>
                  </a:lnTo>
                  <a:lnTo>
                    <a:pt x="4745427" y="1693980"/>
                  </a:lnTo>
                  <a:lnTo>
                    <a:pt x="4745585" y="1693980"/>
                  </a:lnTo>
                  <a:lnTo>
                    <a:pt x="4745742" y="1693980"/>
                  </a:lnTo>
                  <a:lnTo>
                    <a:pt x="4746058" y="1693980"/>
                  </a:lnTo>
                  <a:lnTo>
                    <a:pt x="4747477" y="1693119"/>
                  </a:lnTo>
                  <a:lnTo>
                    <a:pt x="4747635" y="1691396"/>
                  </a:lnTo>
                  <a:lnTo>
                    <a:pt x="4748424" y="1691396"/>
                  </a:lnTo>
                  <a:lnTo>
                    <a:pt x="4748581" y="1691396"/>
                  </a:lnTo>
                  <a:lnTo>
                    <a:pt x="4748897" y="1691396"/>
                  </a:lnTo>
                  <a:lnTo>
                    <a:pt x="4749528" y="1691396"/>
                  </a:lnTo>
                  <a:lnTo>
                    <a:pt x="4749843" y="1691396"/>
                  </a:lnTo>
                  <a:lnTo>
                    <a:pt x="4749843" y="1690966"/>
                  </a:lnTo>
                  <a:lnTo>
                    <a:pt x="4750001" y="1690966"/>
                  </a:lnTo>
                  <a:lnTo>
                    <a:pt x="4750789" y="1689243"/>
                  </a:lnTo>
                  <a:lnTo>
                    <a:pt x="4750947" y="1689243"/>
                  </a:lnTo>
                  <a:lnTo>
                    <a:pt x="4751105" y="1689243"/>
                  </a:lnTo>
                  <a:lnTo>
                    <a:pt x="4751420" y="1687952"/>
                  </a:lnTo>
                  <a:lnTo>
                    <a:pt x="4751736" y="1687952"/>
                  </a:lnTo>
                  <a:lnTo>
                    <a:pt x="4751894" y="1687521"/>
                  </a:lnTo>
                  <a:lnTo>
                    <a:pt x="4752051" y="1687521"/>
                  </a:lnTo>
                  <a:lnTo>
                    <a:pt x="4752209" y="1687521"/>
                  </a:lnTo>
                  <a:lnTo>
                    <a:pt x="4752840" y="1686229"/>
                  </a:lnTo>
                  <a:lnTo>
                    <a:pt x="4752998" y="1686229"/>
                  </a:lnTo>
                  <a:lnTo>
                    <a:pt x="4753155" y="1686229"/>
                  </a:lnTo>
                  <a:lnTo>
                    <a:pt x="4753471" y="1686229"/>
                  </a:lnTo>
                  <a:lnTo>
                    <a:pt x="4753944" y="1686229"/>
                  </a:lnTo>
                  <a:lnTo>
                    <a:pt x="4754417" y="1686229"/>
                  </a:lnTo>
                  <a:lnTo>
                    <a:pt x="4755048" y="1686229"/>
                  </a:lnTo>
                  <a:lnTo>
                    <a:pt x="4755363" y="1686229"/>
                  </a:lnTo>
                  <a:lnTo>
                    <a:pt x="4755521" y="1686229"/>
                  </a:lnTo>
                  <a:lnTo>
                    <a:pt x="4755679" y="1686229"/>
                  </a:lnTo>
                  <a:lnTo>
                    <a:pt x="4755994" y="1685799"/>
                  </a:lnTo>
                  <a:lnTo>
                    <a:pt x="4756152" y="1685799"/>
                  </a:lnTo>
                  <a:lnTo>
                    <a:pt x="4758202" y="1684937"/>
                  </a:lnTo>
                  <a:lnTo>
                    <a:pt x="4758360" y="1684937"/>
                  </a:lnTo>
                  <a:lnTo>
                    <a:pt x="4758360" y="1684507"/>
                  </a:lnTo>
                  <a:lnTo>
                    <a:pt x="4759149" y="1683646"/>
                  </a:lnTo>
                  <a:lnTo>
                    <a:pt x="4759306" y="1683215"/>
                  </a:lnTo>
                  <a:lnTo>
                    <a:pt x="4759622" y="1683215"/>
                  </a:lnTo>
                  <a:lnTo>
                    <a:pt x="4760095" y="1683215"/>
                  </a:lnTo>
                  <a:lnTo>
                    <a:pt x="4760253" y="1683215"/>
                  </a:lnTo>
                  <a:lnTo>
                    <a:pt x="4760410" y="1683215"/>
                  </a:lnTo>
                  <a:lnTo>
                    <a:pt x="4761041" y="1683215"/>
                  </a:lnTo>
                  <a:lnTo>
                    <a:pt x="4761041" y="1682354"/>
                  </a:lnTo>
                  <a:lnTo>
                    <a:pt x="4761987" y="1681923"/>
                  </a:lnTo>
                  <a:lnTo>
                    <a:pt x="4762145" y="1681493"/>
                  </a:lnTo>
                  <a:lnTo>
                    <a:pt x="4762303" y="1681493"/>
                  </a:lnTo>
                  <a:lnTo>
                    <a:pt x="4762461" y="1681493"/>
                  </a:lnTo>
                  <a:lnTo>
                    <a:pt x="4762618" y="1681493"/>
                  </a:lnTo>
                  <a:lnTo>
                    <a:pt x="4762776" y="1681062"/>
                  </a:lnTo>
                  <a:lnTo>
                    <a:pt x="4763092" y="1680631"/>
                  </a:lnTo>
                  <a:lnTo>
                    <a:pt x="4763722" y="1680631"/>
                  </a:lnTo>
                  <a:lnTo>
                    <a:pt x="4763880" y="1680631"/>
                  </a:lnTo>
                  <a:lnTo>
                    <a:pt x="4764511" y="1680631"/>
                  </a:lnTo>
                  <a:lnTo>
                    <a:pt x="4765142" y="1680631"/>
                  </a:lnTo>
                  <a:lnTo>
                    <a:pt x="4765457" y="1680631"/>
                  </a:lnTo>
                  <a:lnTo>
                    <a:pt x="4765773" y="1680631"/>
                  </a:lnTo>
                  <a:lnTo>
                    <a:pt x="4765773" y="1680201"/>
                  </a:lnTo>
                  <a:lnTo>
                    <a:pt x="4766088" y="1679340"/>
                  </a:lnTo>
                  <a:lnTo>
                    <a:pt x="4766877" y="1678478"/>
                  </a:lnTo>
                  <a:lnTo>
                    <a:pt x="4767508" y="1677617"/>
                  </a:lnTo>
                  <a:lnTo>
                    <a:pt x="4767665" y="1677617"/>
                  </a:lnTo>
                  <a:lnTo>
                    <a:pt x="4767981" y="1677617"/>
                  </a:lnTo>
                  <a:lnTo>
                    <a:pt x="4768296" y="1677617"/>
                  </a:lnTo>
                  <a:lnTo>
                    <a:pt x="4768454" y="1677187"/>
                  </a:lnTo>
                  <a:lnTo>
                    <a:pt x="4768454" y="1676756"/>
                  </a:lnTo>
                  <a:lnTo>
                    <a:pt x="4768612" y="1676756"/>
                  </a:lnTo>
                  <a:lnTo>
                    <a:pt x="4768927" y="1676325"/>
                  </a:lnTo>
                  <a:lnTo>
                    <a:pt x="4769085" y="1676325"/>
                  </a:lnTo>
                  <a:lnTo>
                    <a:pt x="4769400" y="1675895"/>
                  </a:lnTo>
                  <a:lnTo>
                    <a:pt x="4770662" y="1675034"/>
                  </a:lnTo>
                  <a:lnTo>
                    <a:pt x="4770820" y="1675034"/>
                  </a:lnTo>
                  <a:lnTo>
                    <a:pt x="4771293" y="1675034"/>
                  </a:lnTo>
                  <a:lnTo>
                    <a:pt x="4771293" y="1674603"/>
                  </a:lnTo>
                  <a:lnTo>
                    <a:pt x="4771293" y="1673742"/>
                  </a:lnTo>
                  <a:lnTo>
                    <a:pt x="4771924" y="1673742"/>
                  </a:lnTo>
                  <a:lnTo>
                    <a:pt x="4772239" y="1673742"/>
                  </a:lnTo>
                  <a:lnTo>
                    <a:pt x="4772870" y="1672881"/>
                  </a:lnTo>
                  <a:lnTo>
                    <a:pt x="4772870" y="1672450"/>
                  </a:lnTo>
                  <a:lnTo>
                    <a:pt x="4773028" y="1672450"/>
                  </a:lnTo>
                  <a:lnTo>
                    <a:pt x="4773185" y="1672450"/>
                  </a:lnTo>
                  <a:lnTo>
                    <a:pt x="4773343" y="1671158"/>
                  </a:lnTo>
                  <a:lnTo>
                    <a:pt x="4773501" y="1671158"/>
                  </a:lnTo>
                  <a:lnTo>
                    <a:pt x="4773659" y="1671158"/>
                  </a:lnTo>
                  <a:lnTo>
                    <a:pt x="4774132" y="1671158"/>
                  </a:lnTo>
                  <a:lnTo>
                    <a:pt x="4774920" y="1670297"/>
                  </a:lnTo>
                  <a:lnTo>
                    <a:pt x="4775078" y="1670297"/>
                  </a:lnTo>
                  <a:lnTo>
                    <a:pt x="4775394" y="1669866"/>
                  </a:lnTo>
                  <a:lnTo>
                    <a:pt x="4775867" y="1669436"/>
                  </a:lnTo>
                  <a:lnTo>
                    <a:pt x="4776813" y="1669436"/>
                  </a:lnTo>
                  <a:lnTo>
                    <a:pt x="4776813" y="1668575"/>
                  </a:lnTo>
                  <a:lnTo>
                    <a:pt x="4777602" y="1666422"/>
                  </a:lnTo>
                  <a:lnTo>
                    <a:pt x="4777759" y="1666422"/>
                  </a:lnTo>
                  <a:lnTo>
                    <a:pt x="4777917" y="1666422"/>
                  </a:lnTo>
                  <a:lnTo>
                    <a:pt x="4778075" y="1666422"/>
                  </a:lnTo>
                  <a:lnTo>
                    <a:pt x="4778232" y="1666422"/>
                  </a:lnTo>
                  <a:lnTo>
                    <a:pt x="4778390" y="1666422"/>
                  </a:lnTo>
                  <a:lnTo>
                    <a:pt x="4778706" y="1666422"/>
                  </a:lnTo>
                  <a:lnTo>
                    <a:pt x="4779494" y="1665991"/>
                  </a:lnTo>
                  <a:lnTo>
                    <a:pt x="4779810" y="1665991"/>
                  </a:lnTo>
                  <a:lnTo>
                    <a:pt x="4780283" y="1665560"/>
                  </a:lnTo>
                  <a:lnTo>
                    <a:pt x="4780441" y="1665560"/>
                  </a:lnTo>
                  <a:lnTo>
                    <a:pt x="4780598" y="1665560"/>
                  </a:lnTo>
                  <a:lnTo>
                    <a:pt x="4780756" y="1665560"/>
                  </a:lnTo>
                  <a:lnTo>
                    <a:pt x="4781229" y="1665560"/>
                  </a:lnTo>
                  <a:lnTo>
                    <a:pt x="4782018" y="1664699"/>
                  </a:lnTo>
                  <a:lnTo>
                    <a:pt x="4782175" y="1663838"/>
                  </a:lnTo>
                  <a:lnTo>
                    <a:pt x="4782333" y="1663838"/>
                  </a:lnTo>
                  <a:lnTo>
                    <a:pt x="4782491" y="1663838"/>
                  </a:lnTo>
                  <a:lnTo>
                    <a:pt x="4782649" y="1663838"/>
                  </a:lnTo>
                  <a:lnTo>
                    <a:pt x="4783122" y="1663838"/>
                  </a:lnTo>
                  <a:lnTo>
                    <a:pt x="4784068" y="1662977"/>
                  </a:lnTo>
                  <a:lnTo>
                    <a:pt x="4784068" y="1662546"/>
                  </a:lnTo>
                  <a:lnTo>
                    <a:pt x="4784226" y="1662546"/>
                  </a:lnTo>
                  <a:lnTo>
                    <a:pt x="4784541" y="1662116"/>
                  </a:lnTo>
                  <a:lnTo>
                    <a:pt x="4785014" y="1661685"/>
                  </a:lnTo>
                  <a:lnTo>
                    <a:pt x="4785014" y="1661254"/>
                  </a:lnTo>
                  <a:lnTo>
                    <a:pt x="4785645" y="1659963"/>
                  </a:lnTo>
                  <a:lnTo>
                    <a:pt x="4785961" y="1659963"/>
                  </a:lnTo>
                  <a:lnTo>
                    <a:pt x="4786276" y="1659963"/>
                  </a:lnTo>
                  <a:lnTo>
                    <a:pt x="4786434" y="1659963"/>
                  </a:lnTo>
                  <a:lnTo>
                    <a:pt x="4786592" y="1659532"/>
                  </a:lnTo>
                  <a:lnTo>
                    <a:pt x="4786907" y="1659532"/>
                  </a:lnTo>
                  <a:lnTo>
                    <a:pt x="4787538" y="1659532"/>
                  </a:lnTo>
                  <a:lnTo>
                    <a:pt x="4787696" y="1659101"/>
                  </a:lnTo>
                  <a:lnTo>
                    <a:pt x="4787853" y="1659101"/>
                  </a:lnTo>
                  <a:lnTo>
                    <a:pt x="4788642" y="1658240"/>
                  </a:lnTo>
                  <a:lnTo>
                    <a:pt x="4788800" y="1658240"/>
                  </a:lnTo>
                  <a:lnTo>
                    <a:pt x="4788957" y="1658240"/>
                  </a:lnTo>
                  <a:lnTo>
                    <a:pt x="4789746" y="1658240"/>
                  </a:lnTo>
                  <a:lnTo>
                    <a:pt x="4789904" y="1658240"/>
                  </a:lnTo>
                  <a:lnTo>
                    <a:pt x="4789904" y="1657810"/>
                  </a:lnTo>
                  <a:lnTo>
                    <a:pt x="4790061" y="1657810"/>
                  </a:lnTo>
                  <a:lnTo>
                    <a:pt x="4790850" y="1657379"/>
                  </a:lnTo>
                  <a:lnTo>
                    <a:pt x="4790850" y="1656948"/>
                  </a:lnTo>
                  <a:lnTo>
                    <a:pt x="4791323" y="1656518"/>
                  </a:lnTo>
                  <a:lnTo>
                    <a:pt x="4791639" y="1656518"/>
                  </a:lnTo>
                  <a:lnTo>
                    <a:pt x="4791796" y="1656518"/>
                  </a:lnTo>
                  <a:lnTo>
                    <a:pt x="4792269" y="1656518"/>
                  </a:lnTo>
                  <a:lnTo>
                    <a:pt x="4792427" y="1656518"/>
                  </a:lnTo>
                  <a:lnTo>
                    <a:pt x="4792743" y="1656087"/>
                  </a:lnTo>
                  <a:lnTo>
                    <a:pt x="4793373" y="1655657"/>
                  </a:lnTo>
                  <a:lnTo>
                    <a:pt x="4793531" y="1655657"/>
                  </a:lnTo>
                  <a:lnTo>
                    <a:pt x="4793689" y="1655657"/>
                  </a:lnTo>
                  <a:lnTo>
                    <a:pt x="4793847" y="1655657"/>
                  </a:lnTo>
                  <a:lnTo>
                    <a:pt x="4794320" y="1654365"/>
                  </a:lnTo>
                  <a:lnTo>
                    <a:pt x="4794635" y="1654365"/>
                  </a:lnTo>
                  <a:lnTo>
                    <a:pt x="4795108" y="1653934"/>
                  </a:lnTo>
                  <a:lnTo>
                    <a:pt x="4795424" y="1653934"/>
                  </a:lnTo>
                  <a:lnTo>
                    <a:pt x="4795581" y="1653934"/>
                  </a:lnTo>
                  <a:lnTo>
                    <a:pt x="4795739" y="1653504"/>
                  </a:lnTo>
                  <a:lnTo>
                    <a:pt x="4795897" y="1653504"/>
                  </a:lnTo>
                  <a:lnTo>
                    <a:pt x="4796528" y="1653504"/>
                  </a:lnTo>
                  <a:lnTo>
                    <a:pt x="4797316" y="1653504"/>
                  </a:lnTo>
                  <a:lnTo>
                    <a:pt x="4797474" y="1652642"/>
                  </a:lnTo>
                  <a:lnTo>
                    <a:pt x="4797790" y="1652212"/>
                  </a:lnTo>
                  <a:lnTo>
                    <a:pt x="4798263" y="1652212"/>
                  </a:lnTo>
                  <a:lnTo>
                    <a:pt x="4798420" y="1652212"/>
                  </a:lnTo>
                  <a:lnTo>
                    <a:pt x="4798578" y="1652212"/>
                  </a:lnTo>
                  <a:lnTo>
                    <a:pt x="4798736" y="1652212"/>
                  </a:lnTo>
                  <a:lnTo>
                    <a:pt x="4798894" y="1652212"/>
                  </a:lnTo>
                  <a:lnTo>
                    <a:pt x="4799051" y="1652212"/>
                  </a:lnTo>
                  <a:lnTo>
                    <a:pt x="4799051" y="1651781"/>
                  </a:lnTo>
                  <a:lnTo>
                    <a:pt x="4799209" y="1651781"/>
                  </a:lnTo>
                  <a:lnTo>
                    <a:pt x="4799367" y="1651781"/>
                  </a:lnTo>
                  <a:lnTo>
                    <a:pt x="4799524" y="1651781"/>
                  </a:lnTo>
                  <a:lnTo>
                    <a:pt x="4799840" y="1651351"/>
                  </a:lnTo>
                  <a:lnTo>
                    <a:pt x="4800313" y="1650920"/>
                  </a:lnTo>
                  <a:lnTo>
                    <a:pt x="4800471" y="1650920"/>
                  </a:lnTo>
                  <a:lnTo>
                    <a:pt x="4800944" y="1650489"/>
                  </a:lnTo>
                  <a:lnTo>
                    <a:pt x="4801259" y="1650489"/>
                  </a:lnTo>
                  <a:lnTo>
                    <a:pt x="4801417" y="1649628"/>
                  </a:lnTo>
                  <a:lnTo>
                    <a:pt x="4801575" y="1649628"/>
                  </a:lnTo>
                  <a:lnTo>
                    <a:pt x="4801732" y="1649628"/>
                  </a:lnTo>
                  <a:lnTo>
                    <a:pt x="4801890" y="1649628"/>
                  </a:lnTo>
                  <a:lnTo>
                    <a:pt x="4802363" y="1649628"/>
                  </a:lnTo>
                  <a:lnTo>
                    <a:pt x="4802363" y="1649198"/>
                  </a:lnTo>
                  <a:lnTo>
                    <a:pt x="4802521" y="1649198"/>
                  </a:lnTo>
                  <a:lnTo>
                    <a:pt x="4802679" y="1649198"/>
                  </a:lnTo>
                  <a:lnTo>
                    <a:pt x="4802837" y="1649198"/>
                  </a:lnTo>
                  <a:lnTo>
                    <a:pt x="4802837" y="1648767"/>
                  </a:lnTo>
                  <a:lnTo>
                    <a:pt x="4802994" y="1648767"/>
                  </a:lnTo>
                  <a:lnTo>
                    <a:pt x="4803152" y="1648767"/>
                  </a:lnTo>
                  <a:lnTo>
                    <a:pt x="4803625" y="1648767"/>
                  </a:lnTo>
                  <a:lnTo>
                    <a:pt x="4804098" y="1648767"/>
                  </a:lnTo>
                  <a:lnTo>
                    <a:pt x="4808830" y="1645322"/>
                  </a:lnTo>
                  <a:lnTo>
                    <a:pt x="4808988" y="1644461"/>
                  </a:lnTo>
                  <a:lnTo>
                    <a:pt x="4808988" y="1644030"/>
                  </a:lnTo>
                  <a:lnTo>
                    <a:pt x="4809145" y="1644030"/>
                  </a:lnTo>
                  <a:lnTo>
                    <a:pt x="4809618" y="1644030"/>
                  </a:lnTo>
                  <a:lnTo>
                    <a:pt x="4809776" y="1644030"/>
                  </a:lnTo>
                  <a:lnTo>
                    <a:pt x="4809934" y="1644030"/>
                  </a:lnTo>
                  <a:lnTo>
                    <a:pt x="4810407" y="1644030"/>
                  </a:lnTo>
                  <a:lnTo>
                    <a:pt x="4810565" y="1643600"/>
                  </a:lnTo>
                  <a:lnTo>
                    <a:pt x="4811038" y="1643600"/>
                  </a:lnTo>
                  <a:lnTo>
                    <a:pt x="4811196" y="1643600"/>
                  </a:lnTo>
                  <a:lnTo>
                    <a:pt x="4811353" y="1643600"/>
                  </a:lnTo>
                  <a:lnTo>
                    <a:pt x="4811826" y="1641877"/>
                  </a:lnTo>
                  <a:lnTo>
                    <a:pt x="4811984" y="1641877"/>
                  </a:lnTo>
                  <a:lnTo>
                    <a:pt x="4811984" y="1641447"/>
                  </a:lnTo>
                  <a:lnTo>
                    <a:pt x="4812300" y="1641447"/>
                  </a:lnTo>
                  <a:lnTo>
                    <a:pt x="4812615" y="1641447"/>
                  </a:lnTo>
                  <a:lnTo>
                    <a:pt x="4812773" y="1641447"/>
                  </a:lnTo>
                  <a:lnTo>
                    <a:pt x="4813404" y="1641447"/>
                  </a:lnTo>
                  <a:lnTo>
                    <a:pt x="4813561" y="1641016"/>
                  </a:lnTo>
                  <a:lnTo>
                    <a:pt x="4814035" y="1640155"/>
                  </a:lnTo>
                  <a:lnTo>
                    <a:pt x="4814035" y="1639724"/>
                  </a:lnTo>
                  <a:lnTo>
                    <a:pt x="4814508" y="1639724"/>
                  </a:lnTo>
                  <a:lnTo>
                    <a:pt x="4814665" y="1639724"/>
                  </a:lnTo>
                  <a:lnTo>
                    <a:pt x="4814823" y="1639294"/>
                  </a:lnTo>
                  <a:lnTo>
                    <a:pt x="4814981" y="1639294"/>
                  </a:lnTo>
                  <a:lnTo>
                    <a:pt x="4815139" y="1639294"/>
                  </a:lnTo>
                  <a:lnTo>
                    <a:pt x="4815296" y="1639294"/>
                  </a:lnTo>
                  <a:lnTo>
                    <a:pt x="4815612" y="1639294"/>
                  </a:lnTo>
                  <a:lnTo>
                    <a:pt x="4815769" y="1639294"/>
                  </a:lnTo>
                  <a:lnTo>
                    <a:pt x="4816558" y="1638433"/>
                  </a:lnTo>
                  <a:lnTo>
                    <a:pt x="4816716" y="1638002"/>
                  </a:lnTo>
                  <a:lnTo>
                    <a:pt x="4817820" y="1636710"/>
                  </a:lnTo>
                  <a:lnTo>
                    <a:pt x="4818451" y="1636710"/>
                  </a:lnTo>
                  <a:lnTo>
                    <a:pt x="4818608" y="1636710"/>
                  </a:lnTo>
                  <a:lnTo>
                    <a:pt x="4819397" y="1636710"/>
                  </a:lnTo>
                  <a:lnTo>
                    <a:pt x="4819870" y="1636710"/>
                  </a:lnTo>
                  <a:lnTo>
                    <a:pt x="4819870" y="1636280"/>
                  </a:lnTo>
                  <a:lnTo>
                    <a:pt x="4820501" y="1635849"/>
                  </a:lnTo>
                  <a:lnTo>
                    <a:pt x="4820659" y="1635849"/>
                  </a:lnTo>
                  <a:lnTo>
                    <a:pt x="4820816" y="1635418"/>
                  </a:lnTo>
                  <a:lnTo>
                    <a:pt x="4821605" y="1634988"/>
                  </a:lnTo>
                  <a:lnTo>
                    <a:pt x="4821763" y="1634557"/>
                  </a:lnTo>
                  <a:lnTo>
                    <a:pt x="4822236" y="1634557"/>
                  </a:lnTo>
                  <a:lnTo>
                    <a:pt x="4823024" y="1633696"/>
                  </a:lnTo>
                  <a:lnTo>
                    <a:pt x="4823182" y="1633696"/>
                  </a:lnTo>
                  <a:lnTo>
                    <a:pt x="4823498" y="1633265"/>
                  </a:lnTo>
                  <a:lnTo>
                    <a:pt x="4824286" y="1632835"/>
                  </a:lnTo>
                  <a:lnTo>
                    <a:pt x="4824759" y="1632404"/>
                  </a:lnTo>
                  <a:lnTo>
                    <a:pt x="4824917" y="1632404"/>
                  </a:lnTo>
                  <a:lnTo>
                    <a:pt x="4825390" y="1631543"/>
                  </a:lnTo>
                  <a:lnTo>
                    <a:pt x="4825548" y="1631543"/>
                  </a:lnTo>
                  <a:lnTo>
                    <a:pt x="4826179" y="1631543"/>
                  </a:lnTo>
                  <a:lnTo>
                    <a:pt x="4826337" y="1631543"/>
                  </a:lnTo>
                  <a:lnTo>
                    <a:pt x="4826967" y="1631543"/>
                  </a:lnTo>
                  <a:lnTo>
                    <a:pt x="4827283" y="1631112"/>
                  </a:lnTo>
                  <a:lnTo>
                    <a:pt x="4827441" y="1631112"/>
                  </a:lnTo>
                  <a:lnTo>
                    <a:pt x="4827598" y="1631112"/>
                  </a:lnTo>
                  <a:lnTo>
                    <a:pt x="4827756" y="1631112"/>
                  </a:lnTo>
                  <a:lnTo>
                    <a:pt x="4828071" y="1631112"/>
                  </a:lnTo>
                  <a:lnTo>
                    <a:pt x="4828229" y="1631112"/>
                  </a:lnTo>
                  <a:lnTo>
                    <a:pt x="4829018" y="1630682"/>
                  </a:lnTo>
                  <a:lnTo>
                    <a:pt x="4829333" y="1630682"/>
                  </a:lnTo>
                  <a:lnTo>
                    <a:pt x="4829491" y="1630682"/>
                  </a:lnTo>
                  <a:lnTo>
                    <a:pt x="4829649" y="1630682"/>
                  </a:lnTo>
                  <a:lnTo>
                    <a:pt x="4829806" y="1630682"/>
                  </a:lnTo>
                  <a:lnTo>
                    <a:pt x="4830122" y="1630682"/>
                  </a:lnTo>
                  <a:lnTo>
                    <a:pt x="4830595" y="1630682"/>
                  </a:lnTo>
                  <a:lnTo>
                    <a:pt x="4831068" y="1630682"/>
                  </a:lnTo>
                  <a:lnTo>
                    <a:pt x="4832014" y="1630251"/>
                  </a:lnTo>
                  <a:lnTo>
                    <a:pt x="4832172" y="1630251"/>
                  </a:lnTo>
                  <a:lnTo>
                    <a:pt x="4832488" y="1630251"/>
                  </a:lnTo>
                  <a:lnTo>
                    <a:pt x="4832645" y="1630251"/>
                  </a:lnTo>
                  <a:lnTo>
                    <a:pt x="4832645" y="1629821"/>
                  </a:lnTo>
                  <a:lnTo>
                    <a:pt x="4832645" y="1629390"/>
                  </a:lnTo>
                  <a:lnTo>
                    <a:pt x="4832961" y="1628959"/>
                  </a:lnTo>
                  <a:lnTo>
                    <a:pt x="4833118" y="1628959"/>
                  </a:lnTo>
                  <a:lnTo>
                    <a:pt x="4833592" y="1628959"/>
                  </a:lnTo>
                  <a:lnTo>
                    <a:pt x="4833749" y="1628959"/>
                  </a:lnTo>
                  <a:lnTo>
                    <a:pt x="4833907" y="1628959"/>
                  </a:lnTo>
                  <a:lnTo>
                    <a:pt x="4834065" y="1628959"/>
                  </a:lnTo>
                  <a:lnTo>
                    <a:pt x="4835642" y="1628098"/>
                  </a:lnTo>
                  <a:lnTo>
                    <a:pt x="4836431" y="1628098"/>
                  </a:lnTo>
                  <a:lnTo>
                    <a:pt x="4836588" y="1628098"/>
                  </a:lnTo>
                  <a:lnTo>
                    <a:pt x="4836904" y="1627668"/>
                  </a:lnTo>
                  <a:lnTo>
                    <a:pt x="4837219" y="1626376"/>
                  </a:lnTo>
                  <a:lnTo>
                    <a:pt x="4837850" y="1626376"/>
                  </a:lnTo>
                  <a:lnTo>
                    <a:pt x="4838481" y="1626376"/>
                  </a:lnTo>
                  <a:lnTo>
                    <a:pt x="4838796" y="1625945"/>
                  </a:lnTo>
                  <a:lnTo>
                    <a:pt x="4838954" y="1625945"/>
                  </a:lnTo>
                  <a:lnTo>
                    <a:pt x="4839112" y="1625945"/>
                  </a:lnTo>
                  <a:lnTo>
                    <a:pt x="4839269" y="1625945"/>
                  </a:lnTo>
                  <a:lnTo>
                    <a:pt x="4839427" y="1625515"/>
                  </a:lnTo>
                  <a:lnTo>
                    <a:pt x="4839900" y="1625084"/>
                  </a:lnTo>
                  <a:lnTo>
                    <a:pt x="4840058" y="1624653"/>
                  </a:lnTo>
                  <a:lnTo>
                    <a:pt x="4840847" y="1624653"/>
                  </a:lnTo>
                  <a:lnTo>
                    <a:pt x="4841162" y="1624653"/>
                  </a:lnTo>
                  <a:lnTo>
                    <a:pt x="4841320" y="1624223"/>
                  </a:lnTo>
                  <a:lnTo>
                    <a:pt x="4841477" y="1623362"/>
                  </a:lnTo>
                  <a:lnTo>
                    <a:pt x="4841793" y="1623362"/>
                  </a:lnTo>
                  <a:lnTo>
                    <a:pt x="4842739" y="1622500"/>
                  </a:lnTo>
                  <a:lnTo>
                    <a:pt x="4842897" y="1622500"/>
                  </a:lnTo>
                  <a:lnTo>
                    <a:pt x="4843055" y="1622500"/>
                  </a:lnTo>
                  <a:lnTo>
                    <a:pt x="4843528" y="1622070"/>
                  </a:lnTo>
                  <a:lnTo>
                    <a:pt x="4843686" y="1622070"/>
                  </a:lnTo>
                  <a:lnTo>
                    <a:pt x="4843843" y="1622070"/>
                  </a:lnTo>
                  <a:lnTo>
                    <a:pt x="4844316" y="1622070"/>
                  </a:lnTo>
                  <a:lnTo>
                    <a:pt x="4844474" y="1622070"/>
                  </a:lnTo>
                  <a:lnTo>
                    <a:pt x="4845105" y="1621639"/>
                  </a:lnTo>
                  <a:lnTo>
                    <a:pt x="4845420" y="1621639"/>
                  </a:lnTo>
                  <a:lnTo>
                    <a:pt x="4845578" y="1621639"/>
                  </a:lnTo>
                  <a:lnTo>
                    <a:pt x="4845894" y="1621639"/>
                  </a:lnTo>
                  <a:lnTo>
                    <a:pt x="4846367" y="1621209"/>
                  </a:lnTo>
                  <a:lnTo>
                    <a:pt x="4846840" y="1621209"/>
                  </a:lnTo>
                  <a:lnTo>
                    <a:pt x="4847471" y="1619917"/>
                  </a:lnTo>
                  <a:lnTo>
                    <a:pt x="4847629" y="1619917"/>
                  </a:lnTo>
                  <a:lnTo>
                    <a:pt x="4847786" y="1619917"/>
                  </a:lnTo>
                  <a:lnTo>
                    <a:pt x="4847944" y="1619486"/>
                  </a:lnTo>
                  <a:lnTo>
                    <a:pt x="4848102" y="1619486"/>
                  </a:lnTo>
                  <a:lnTo>
                    <a:pt x="4848575" y="1619486"/>
                  </a:lnTo>
                  <a:lnTo>
                    <a:pt x="4848733" y="1619486"/>
                  </a:lnTo>
                  <a:lnTo>
                    <a:pt x="4848890" y="1619056"/>
                  </a:lnTo>
                  <a:lnTo>
                    <a:pt x="4850941" y="1616903"/>
                  </a:lnTo>
                  <a:lnTo>
                    <a:pt x="4851571" y="1616472"/>
                  </a:lnTo>
                  <a:lnTo>
                    <a:pt x="4851887" y="1616472"/>
                  </a:lnTo>
                  <a:lnTo>
                    <a:pt x="4852202" y="1616472"/>
                  </a:lnTo>
                  <a:lnTo>
                    <a:pt x="4852518" y="1615611"/>
                  </a:lnTo>
                  <a:lnTo>
                    <a:pt x="4852991" y="1615611"/>
                  </a:lnTo>
                  <a:lnTo>
                    <a:pt x="4853464" y="1615611"/>
                  </a:lnTo>
                  <a:lnTo>
                    <a:pt x="4853937" y="1615180"/>
                  </a:lnTo>
                  <a:lnTo>
                    <a:pt x="4854726" y="1615180"/>
                  </a:lnTo>
                  <a:lnTo>
                    <a:pt x="4855041" y="1614750"/>
                  </a:lnTo>
                  <a:lnTo>
                    <a:pt x="4855199" y="1614750"/>
                  </a:lnTo>
                  <a:lnTo>
                    <a:pt x="4855357" y="1614750"/>
                  </a:lnTo>
                  <a:lnTo>
                    <a:pt x="4855514" y="1614750"/>
                  </a:lnTo>
                  <a:lnTo>
                    <a:pt x="4855514" y="1614319"/>
                  </a:lnTo>
                  <a:lnTo>
                    <a:pt x="4856145" y="1614319"/>
                  </a:lnTo>
                  <a:lnTo>
                    <a:pt x="4857407" y="1613888"/>
                  </a:lnTo>
                  <a:lnTo>
                    <a:pt x="4857722" y="1613888"/>
                  </a:lnTo>
                  <a:lnTo>
                    <a:pt x="4857880" y="1613458"/>
                  </a:lnTo>
                  <a:lnTo>
                    <a:pt x="4858038" y="1613458"/>
                  </a:lnTo>
                  <a:lnTo>
                    <a:pt x="4858196" y="1613458"/>
                  </a:lnTo>
                  <a:lnTo>
                    <a:pt x="4858353" y="1612166"/>
                  </a:lnTo>
                  <a:lnTo>
                    <a:pt x="4858669" y="1612166"/>
                  </a:lnTo>
                  <a:lnTo>
                    <a:pt x="4859773" y="1611735"/>
                  </a:lnTo>
                  <a:lnTo>
                    <a:pt x="4859931" y="1611735"/>
                  </a:lnTo>
                  <a:lnTo>
                    <a:pt x="4860404" y="1611735"/>
                  </a:lnTo>
                  <a:lnTo>
                    <a:pt x="4860561" y="1611735"/>
                  </a:lnTo>
                  <a:lnTo>
                    <a:pt x="4860719" y="1611305"/>
                  </a:lnTo>
                  <a:lnTo>
                    <a:pt x="4860719" y="1610874"/>
                  </a:lnTo>
                  <a:lnTo>
                    <a:pt x="4860877" y="1610874"/>
                  </a:lnTo>
                  <a:lnTo>
                    <a:pt x="4861035" y="1610013"/>
                  </a:lnTo>
                  <a:lnTo>
                    <a:pt x="4861508" y="1609582"/>
                  </a:lnTo>
                  <a:lnTo>
                    <a:pt x="4862296" y="1609582"/>
                  </a:lnTo>
                  <a:lnTo>
                    <a:pt x="4862296" y="1609152"/>
                  </a:lnTo>
                  <a:lnTo>
                    <a:pt x="4862454" y="1609152"/>
                  </a:lnTo>
                  <a:lnTo>
                    <a:pt x="4862454" y="1608721"/>
                  </a:lnTo>
                  <a:lnTo>
                    <a:pt x="4862769" y="1608721"/>
                  </a:lnTo>
                  <a:lnTo>
                    <a:pt x="4862927" y="1608721"/>
                  </a:lnTo>
                  <a:lnTo>
                    <a:pt x="4863400" y="1608721"/>
                  </a:lnTo>
                  <a:lnTo>
                    <a:pt x="4863558" y="1608721"/>
                  </a:lnTo>
                  <a:lnTo>
                    <a:pt x="4863716" y="1608721"/>
                  </a:lnTo>
                  <a:lnTo>
                    <a:pt x="4863873" y="1608721"/>
                  </a:lnTo>
                  <a:lnTo>
                    <a:pt x="4864031" y="1608291"/>
                  </a:lnTo>
                  <a:lnTo>
                    <a:pt x="4864347" y="1608291"/>
                  </a:lnTo>
                  <a:lnTo>
                    <a:pt x="4864820" y="1607860"/>
                  </a:lnTo>
                  <a:lnTo>
                    <a:pt x="4865293" y="1607860"/>
                  </a:lnTo>
                  <a:lnTo>
                    <a:pt x="4866712" y="1605276"/>
                  </a:lnTo>
                  <a:lnTo>
                    <a:pt x="4866870" y="1604846"/>
                  </a:lnTo>
                  <a:lnTo>
                    <a:pt x="4867028" y="1604415"/>
                  </a:lnTo>
                  <a:lnTo>
                    <a:pt x="4867659" y="1604415"/>
                  </a:lnTo>
                  <a:lnTo>
                    <a:pt x="4867659" y="1603985"/>
                  </a:lnTo>
                  <a:lnTo>
                    <a:pt x="4867816" y="1603985"/>
                  </a:lnTo>
                  <a:lnTo>
                    <a:pt x="4867974" y="1603985"/>
                  </a:lnTo>
                  <a:lnTo>
                    <a:pt x="4868290" y="1603554"/>
                  </a:lnTo>
                  <a:lnTo>
                    <a:pt x="4868763" y="1603123"/>
                  </a:lnTo>
                  <a:lnTo>
                    <a:pt x="4869551" y="1603123"/>
                  </a:lnTo>
                  <a:lnTo>
                    <a:pt x="4869867" y="1603123"/>
                  </a:lnTo>
                  <a:lnTo>
                    <a:pt x="4870498" y="1603123"/>
                  </a:lnTo>
                  <a:lnTo>
                    <a:pt x="4870655" y="1603123"/>
                  </a:lnTo>
                  <a:lnTo>
                    <a:pt x="4870813" y="1603123"/>
                  </a:lnTo>
                  <a:lnTo>
                    <a:pt x="4871129" y="1602693"/>
                  </a:lnTo>
                  <a:lnTo>
                    <a:pt x="4871286" y="1602693"/>
                  </a:lnTo>
                  <a:lnTo>
                    <a:pt x="4872233" y="1602693"/>
                  </a:lnTo>
                  <a:lnTo>
                    <a:pt x="4872390" y="1602262"/>
                  </a:lnTo>
                  <a:lnTo>
                    <a:pt x="4873179" y="1600540"/>
                  </a:lnTo>
                  <a:lnTo>
                    <a:pt x="4873494" y="1600540"/>
                  </a:lnTo>
                  <a:lnTo>
                    <a:pt x="4873652" y="1600109"/>
                  </a:lnTo>
                  <a:lnTo>
                    <a:pt x="4873967" y="1600109"/>
                  </a:lnTo>
                  <a:lnTo>
                    <a:pt x="4874283" y="1599679"/>
                  </a:lnTo>
                  <a:lnTo>
                    <a:pt x="4874441" y="1599679"/>
                  </a:lnTo>
                  <a:lnTo>
                    <a:pt x="4874756" y="1599679"/>
                  </a:lnTo>
                  <a:lnTo>
                    <a:pt x="4875071" y="1599679"/>
                  </a:lnTo>
                  <a:lnTo>
                    <a:pt x="4875229" y="1599679"/>
                  </a:lnTo>
                  <a:lnTo>
                    <a:pt x="4875545" y="1599679"/>
                  </a:lnTo>
                  <a:lnTo>
                    <a:pt x="4875702" y="1599248"/>
                  </a:lnTo>
                  <a:lnTo>
                    <a:pt x="4875860" y="1599248"/>
                  </a:lnTo>
                  <a:lnTo>
                    <a:pt x="4876018" y="1599248"/>
                  </a:lnTo>
                  <a:lnTo>
                    <a:pt x="4876018" y="1598817"/>
                  </a:lnTo>
                  <a:lnTo>
                    <a:pt x="4876176" y="1598817"/>
                  </a:lnTo>
                  <a:lnTo>
                    <a:pt x="4876333" y="1598817"/>
                  </a:lnTo>
                  <a:lnTo>
                    <a:pt x="4877122" y="1598387"/>
                  </a:lnTo>
                  <a:lnTo>
                    <a:pt x="4877280" y="1598387"/>
                  </a:lnTo>
                  <a:lnTo>
                    <a:pt x="4877595" y="1598387"/>
                  </a:lnTo>
                  <a:lnTo>
                    <a:pt x="4877753" y="1598387"/>
                  </a:lnTo>
                  <a:lnTo>
                    <a:pt x="4878068" y="1597956"/>
                  </a:lnTo>
                  <a:lnTo>
                    <a:pt x="4878068" y="1597526"/>
                  </a:lnTo>
                  <a:lnTo>
                    <a:pt x="4878541" y="1597095"/>
                  </a:lnTo>
                  <a:lnTo>
                    <a:pt x="4879172" y="1596664"/>
                  </a:lnTo>
                  <a:lnTo>
                    <a:pt x="4879330" y="1596664"/>
                  </a:lnTo>
                  <a:lnTo>
                    <a:pt x="4879488" y="1596664"/>
                  </a:lnTo>
                  <a:lnTo>
                    <a:pt x="4879488" y="1596234"/>
                  </a:lnTo>
                  <a:lnTo>
                    <a:pt x="4879803" y="1596234"/>
                  </a:lnTo>
                  <a:lnTo>
                    <a:pt x="4881538" y="1594942"/>
                  </a:lnTo>
                  <a:lnTo>
                    <a:pt x="4881696" y="1594942"/>
                  </a:lnTo>
                  <a:lnTo>
                    <a:pt x="4882011" y="1594942"/>
                  </a:lnTo>
                  <a:lnTo>
                    <a:pt x="4882642" y="1594942"/>
                  </a:lnTo>
                  <a:lnTo>
                    <a:pt x="4882800" y="1594942"/>
                  </a:lnTo>
                  <a:lnTo>
                    <a:pt x="4883431" y="1594511"/>
                  </a:lnTo>
                  <a:lnTo>
                    <a:pt x="4883746" y="1594511"/>
                  </a:lnTo>
                  <a:lnTo>
                    <a:pt x="4883904" y="1594511"/>
                  </a:lnTo>
                  <a:lnTo>
                    <a:pt x="4884535" y="1593650"/>
                  </a:lnTo>
                  <a:lnTo>
                    <a:pt x="4884535" y="1593220"/>
                  </a:lnTo>
                  <a:lnTo>
                    <a:pt x="4884850" y="1593220"/>
                  </a:lnTo>
                  <a:lnTo>
                    <a:pt x="4885165" y="1593220"/>
                  </a:lnTo>
                  <a:lnTo>
                    <a:pt x="4885165" y="1592789"/>
                  </a:lnTo>
                  <a:lnTo>
                    <a:pt x="4885323" y="1592789"/>
                  </a:lnTo>
                  <a:lnTo>
                    <a:pt x="4885954" y="1591928"/>
                  </a:lnTo>
                  <a:lnTo>
                    <a:pt x="4886269" y="1591497"/>
                  </a:lnTo>
                  <a:lnTo>
                    <a:pt x="4886427" y="1591497"/>
                  </a:lnTo>
                  <a:lnTo>
                    <a:pt x="4886585" y="1591497"/>
                  </a:lnTo>
                  <a:lnTo>
                    <a:pt x="4887374" y="1591067"/>
                  </a:lnTo>
                  <a:lnTo>
                    <a:pt x="4888162" y="1590636"/>
                  </a:lnTo>
                  <a:lnTo>
                    <a:pt x="4888320" y="1590636"/>
                  </a:lnTo>
                  <a:lnTo>
                    <a:pt x="4888478" y="1590636"/>
                  </a:lnTo>
                  <a:lnTo>
                    <a:pt x="4888635" y="1590636"/>
                  </a:lnTo>
                  <a:lnTo>
                    <a:pt x="4888635" y="1590205"/>
                  </a:lnTo>
                  <a:lnTo>
                    <a:pt x="4889424" y="1589775"/>
                  </a:lnTo>
                  <a:lnTo>
                    <a:pt x="4889582" y="1589775"/>
                  </a:lnTo>
                  <a:lnTo>
                    <a:pt x="4889897" y="1589775"/>
                  </a:lnTo>
                  <a:lnTo>
                    <a:pt x="4889897" y="1588914"/>
                  </a:lnTo>
                  <a:lnTo>
                    <a:pt x="4889897" y="1588483"/>
                  </a:lnTo>
                  <a:lnTo>
                    <a:pt x="4890055" y="1588483"/>
                  </a:lnTo>
                  <a:lnTo>
                    <a:pt x="4890686" y="1588483"/>
                  </a:lnTo>
                  <a:lnTo>
                    <a:pt x="4890843" y="1588483"/>
                  </a:lnTo>
                  <a:lnTo>
                    <a:pt x="4891632" y="1588483"/>
                  </a:lnTo>
                  <a:lnTo>
                    <a:pt x="4892105" y="1588052"/>
                  </a:lnTo>
                  <a:lnTo>
                    <a:pt x="4892736" y="1586761"/>
                  </a:lnTo>
                  <a:lnTo>
                    <a:pt x="4892894" y="1586330"/>
                  </a:lnTo>
                  <a:lnTo>
                    <a:pt x="4893525" y="1585899"/>
                  </a:lnTo>
                  <a:lnTo>
                    <a:pt x="4893682" y="1585469"/>
                  </a:lnTo>
                  <a:lnTo>
                    <a:pt x="4893840" y="1585469"/>
                  </a:lnTo>
                  <a:lnTo>
                    <a:pt x="4894155" y="1585469"/>
                  </a:lnTo>
                  <a:lnTo>
                    <a:pt x="4894155" y="1585038"/>
                  </a:lnTo>
                  <a:lnTo>
                    <a:pt x="4894629" y="1585038"/>
                  </a:lnTo>
                  <a:lnTo>
                    <a:pt x="4894786" y="1585038"/>
                  </a:lnTo>
                  <a:lnTo>
                    <a:pt x="4895417" y="1584608"/>
                  </a:lnTo>
                  <a:lnTo>
                    <a:pt x="4896048" y="1584177"/>
                  </a:lnTo>
                  <a:lnTo>
                    <a:pt x="4896521" y="1583316"/>
                  </a:lnTo>
                  <a:lnTo>
                    <a:pt x="4896521" y="1582885"/>
                  </a:lnTo>
                  <a:lnTo>
                    <a:pt x="4896679" y="1582024"/>
                  </a:lnTo>
                  <a:lnTo>
                    <a:pt x="4897310" y="1581593"/>
                  </a:lnTo>
                  <a:lnTo>
                    <a:pt x="4897467" y="1581593"/>
                  </a:lnTo>
                  <a:lnTo>
                    <a:pt x="4897783" y="1581593"/>
                  </a:lnTo>
                  <a:lnTo>
                    <a:pt x="4898414" y="1581593"/>
                  </a:lnTo>
                  <a:lnTo>
                    <a:pt x="4898572" y="1581593"/>
                  </a:lnTo>
                  <a:lnTo>
                    <a:pt x="4898572" y="1580732"/>
                  </a:lnTo>
                  <a:lnTo>
                    <a:pt x="4900780" y="1579010"/>
                  </a:lnTo>
                  <a:lnTo>
                    <a:pt x="4901253" y="1578149"/>
                  </a:lnTo>
                  <a:lnTo>
                    <a:pt x="4901410" y="1578149"/>
                  </a:lnTo>
                  <a:lnTo>
                    <a:pt x="4901726" y="1578149"/>
                  </a:lnTo>
                  <a:lnTo>
                    <a:pt x="4901884" y="1578149"/>
                  </a:lnTo>
                  <a:lnTo>
                    <a:pt x="4902199" y="1578149"/>
                  </a:lnTo>
                  <a:lnTo>
                    <a:pt x="4902357" y="1578149"/>
                  </a:lnTo>
                  <a:lnTo>
                    <a:pt x="4902514" y="1578149"/>
                  </a:lnTo>
                  <a:lnTo>
                    <a:pt x="4903303" y="1578149"/>
                  </a:lnTo>
                  <a:lnTo>
                    <a:pt x="4903618" y="1578149"/>
                  </a:lnTo>
                  <a:lnTo>
                    <a:pt x="4903934" y="1578149"/>
                  </a:lnTo>
                  <a:lnTo>
                    <a:pt x="4904092" y="1578149"/>
                  </a:lnTo>
                  <a:lnTo>
                    <a:pt x="4904565" y="1578149"/>
                  </a:lnTo>
                  <a:lnTo>
                    <a:pt x="4905196" y="1578149"/>
                  </a:lnTo>
                  <a:lnTo>
                    <a:pt x="4905353" y="1578149"/>
                  </a:lnTo>
                  <a:lnTo>
                    <a:pt x="4905984" y="1577718"/>
                  </a:lnTo>
                  <a:lnTo>
                    <a:pt x="4906142" y="1577718"/>
                  </a:lnTo>
                  <a:lnTo>
                    <a:pt x="4906773" y="1576857"/>
                  </a:lnTo>
                  <a:lnTo>
                    <a:pt x="4907404" y="1576426"/>
                  </a:lnTo>
                  <a:lnTo>
                    <a:pt x="4907877" y="1576426"/>
                  </a:lnTo>
                  <a:lnTo>
                    <a:pt x="4908192" y="1576426"/>
                  </a:lnTo>
                  <a:lnTo>
                    <a:pt x="4909139" y="1575565"/>
                  </a:lnTo>
                  <a:lnTo>
                    <a:pt x="4909454" y="1575565"/>
                  </a:lnTo>
                  <a:lnTo>
                    <a:pt x="4909454" y="1575134"/>
                  </a:lnTo>
                  <a:lnTo>
                    <a:pt x="4909454" y="1574704"/>
                  </a:lnTo>
                  <a:lnTo>
                    <a:pt x="4909612" y="1574704"/>
                  </a:lnTo>
                  <a:lnTo>
                    <a:pt x="4909770" y="1573843"/>
                  </a:lnTo>
                  <a:lnTo>
                    <a:pt x="4909927" y="1573843"/>
                  </a:lnTo>
                  <a:lnTo>
                    <a:pt x="4910243" y="1573843"/>
                  </a:lnTo>
                  <a:lnTo>
                    <a:pt x="4910716" y="1573843"/>
                  </a:lnTo>
                  <a:lnTo>
                    <a:pt x="4911347" y="1573843"/>
                  </a:lnTo>
                  <a:lnTo>
                    <a:pt x="4911978" y="1572981"/>
                  </a:lnTo>
                  <a:lnTo>
                    <a:pt x="4911978" y="1572551"/>
                  </a:lnTo>
                  <a:lnTo>
                    <a:pt x="4912135" y="1572551"/>
                  </a:lnTo>
                  <a:lnTo>
                    <a:pt x="4912293" y="1572120"/>
                  </a:lnTo>
                  <a:lnTo>
                    <a:pt x="4912608" y="1571690"/>
                  </a:lnTo>
                  <a:lnTo>
                    <a:pt x="4912766" y="1571690"/>
                  </a:lnTo>
                  <a:lnTo>
                    <a:pt x="4913870" y="1571690"/>
                  </a:lnTo>
                  <a:lnTo>
                    <a:pt x="4914028" y="1571690"/>
                  </a:lnTo>
                  <a:lnTo>
                    <a:pt x="4914186" y="1571690"/>
                  </a:lnTo>
                  <a:lnTo>
                    <a:pt x="4914343" y="1571690"/>
                  </a:lnTo>
                  <a:lnTo>
                    <a:pt x="4915290" y="1571690"/>
                  </a:lnTo>
                  <a:lnTo>
                    <a:pt x="4915290" y="1571259"/>
                  </a:lnTo>
                  <a:lnTo>
                    <a:pt x="4915605" y="1571259"/>
                  </a:lnTo>
                  <a:lnTo>
                    <a:pt x="4915763" y="1571259"/>
                  </a:lnTo>
                  <a:lnTo>
                    <a:pt x="4915921" y="1571259"/>
                  </a:lnTo>
                  <a:lnTo>
                    <a:pt x="4916236" y="1570828"/>
                  </a:lnTo>
                  <a:lnTo>
                    <a:pt x="4916551" y="1570828"/>
                  </a:lnTo>
                  <a:lnTo>
                    <a:pt x="4916867" y="1570828"/>
                  </a:lnTo>
                  <a:lnTo>
                    <a:pt x="4917340" y="1569967"/>
                  </a:lnTo>
                  <a:lnTo>
                    <a:pt x="4917498" y="1569967"/>
                  </a:lnTo>
                  <a:lnTo>
                    <a:pt x="4917971" y="1569967"/>
                  </a:lnTo>
                  <a:lnTo>
                    <a:pt x="4918129" y="1569537"/>
                  </a:lnTo>
                  <a:lnTo>
                    <a:pt x="4918759" y="1569537"/>
                  </a:lnTo>
                  <a:lnTo>
                    <a:pt x="4919075" y="1569537"/>
                  </a:lnTo>
                  <a:lnTo>
                    <a:pt x="4919233" y="1569537"/>
                  </a:lnTo>
                  <a:lnTo>
                    <a:pt x="4919390" y="1569537"/>
                  </a:lnTo>
                  <a:lnTo>
                    <a:pt x="4920179" y="1568675"/>
                  </a:lnTo>
                  <a:lnTo>
                    <a:pt x="4920337" y="1568675"/>
                  </a:lnTo>
                  <a:lnTo>
                    <a:pt x="4920494" y="1568675"/>
                  </a:lnTo>
                  <a:lnTo>
                    <a:pt x="4920810" y="1568675"/>
                  </a:lnTo>
                  <a:lnTo>
                    <a:pt x="4920967" y="1568245"/>
                  </a:lnTo>
                  <a:lnTo>
                    <a:pt x="4921756" y="1568245"/>
                  </a:lnTo>
                  <a:lnTo>
                    <a:pt x="4923176" y="1568245"/>
                  </a:lnTo>
                  <a:lnTo>
                    <a:pt x="4923806" y="1568245"/>
                  </a:lnTo>
                  <a:lnTo>
                    <a:pt x="4923964" y="1567814"/>
                  </a:lnTo>
                  <a:lnTo>
                    <a:pt x="4924122" y="1567814"/>
                  </a:lnTo>
                  <a:lnTo>
                    <a:pt x="4924280" y="1567814"/>
                  </a:lnTo>
                  <a:lnTo>
                    <a:pt x="4924280" y="1567384"/>
                  </a:lnTo>
                  <a:lnTo>
                    <a:pt x="4924595" y="1567384"/>
                  </a:lnTo>
                  <a:lnTo>
                    <a:pt x="4924753" y="1567384"/>
                  </a:lnTo>
                  <a:lnTo>
                    <a:pt x="4925226" y="1566953"/>
                  </a:lnTo>
                  <a:lnTo>
                    <a:pt x="4925699" y="1566522"/>
                  </a:lnTo>
                  <a:lnTo>
                    <a:pt x="4926014" y="1566522"/>
                  </a:lnTo>
                  <a:lnTo>
                    <a:pt x="4926645" y="1566522"/>
                  </a:lnTo>
                  <a:lnTo>
                    <a:pt x="4926803" y="1566522"/>
                  </a:lnTo>
                  <a:lnTo>
                    <a:pt x="4927592" y="1566092"/>
                  </a:lnTo>
                  <a:lnTo>
                    <a:pt x="4928065" y="1565661"/>
                  </a:lnTo>
                  <a:lnTo>
                    <a:pt x="4928380" y="1565661"/>
                  </a:lnTo>
                  <a:lnTo>
                    <a:pt x="4928538" y="1565661"/>
                  </a:lnTo>
                  <a:lnTo>
                    <a:pt x="4928696" y="1565231"/>
                  </a:lnTo>
                  <a:lnTo>
                    <a:pt x="4929011" y="1564369"/>
                  </a:lnTo>
                  <a:lnTo>
                    <a:pt x="4929327" y="1563939"/>
                  </a:lnTo>
                  <a:lnTo>
                    <a:pt x="4929642" y="1563508"/>
                  </a:lnTo>
                  <a:lnTo>
                    <a:pt x="4929957" y="1563078"/>
                  </a:lnTo>
                  <a:lnTo>
                    <a:pt x="4930273" y="1563078"/>
                  </a:lnTo>
                  <a:lnTo>
                    <a:pt x="4930588" y="1562647"/>
                  </a:lnTo>
                  <a:lnTo>
                    <a:pt x="4930746" y="1562647"/>
                  </a:lnTo>
                  <a:lnTo>
                    <a:pt x="4931219" y="1561786"/>
                  </a:lnTo>
                  <a:lnTo>
                    <a:pt x="4931219" y="1561355"/>
                  </a:lnTo>
                  <a:lnTo>
                    <a:pt x="4932008" y="1561355"/>
                  </a:lnTo>
                  <a:lnTo>
                    <a:pt x="4932481" y="1560925"/>
                  </a:lnTo>
                  <a:lnTo>
                    <a:pt x="4932639" y="1560925"/>
                  </a:lnTo>
                  <a:lnTo>
                    <a:pt x="4932954" y="1560925"/>
                  </a:lnTo>
                  <a:lnTo>
                    <a:pt x="4933112" y="1560494"/>
                  </a:lnTo>
                  <a:lnTo>
                    <a:pt x="4933270" y="1560494"/>
                  </a:lnTo>
                  <a:lnTo>
                    <a:pt x="4933743" y="1560063"/>
                  </a:lnTo>
                  <a:lnTo>
                    <a:pt x="4933900" y="1559633"/>
                  </a:lnTo>
                  <a:lnTo>
                    <a:pt x="4934058" y="1559633"/>
                  </a:lnTo>
                  <a:lnTo>
                    <a:pt x="4934216" y="1559633"/>
                  </a:lnTo>
                  <a:lnTo>
                    <a:pt x="4934374" y="1559633"/>
                  </a:lnTo>
                  <a:lnTo>
                    <a:pt x="4934847" y="1559633"/>
                  </a:lnTo>
                  <a:lnTo>
                    <a:pt x="4935004" y="1559633"/>
                  </a:lnTo>
                  <a:lnTo>
                    <a:pt x="4935162" y="1559633"/>
                  </a:lnTo>
                  <a:lnTo>
                    <a:pt x="4935162" y="1559202"/>
                  </a:lnTo>
                  <a:lnTo>
                    <a:pt x="4935320" y="1559202"/>
                  </a:lnTo>
                  <a:lnTo>
                    <a:pt x="4935478" y="1559202"/>
                  </a:lnTo>
                  <a:lnTo>
                    <a:pt x="4938317" y="1557910"/>
                  </a:lnTo>
                  <a:lnTo>
                    <a:pt x="4938474" y="1557910"/>
                  </a:lnTo>
                  <a:lnTo>
                    <a:pt x="4939421" y="1557910"/>
                  </a:lnTo>
                  <a:lnTo>
                    <a:pt x="4939578" y="1557480"/>
                  </a:lnTo>
                  <a:lnTo>
                    <a:pt x="4940051" y="1557480"/>
                  </a:lnTo>
                  <a:lnTo>
                    <a:pt x="4940209" y="1557480"/>
                  </a:lnTo>
                  <a:lnTo>
                    <a:pt x="4940367" y="1557049"/>
                  </a:lnTo>
                  <a:lnTo>
                    <a:pt x="4940525" y="1556619"/>
                  </a:lnTo>
                  <a:lnTo>
                    <a:pt x="4940682" y="1556619"/>
                  </a:lnTo>
                  <a:lnTo>
                    <a:pt x="4940682" y="1555757"/>
                  </a:lnTo>
                  <a:lnTo>
                    <a:pt x="4940840" y="1555757"/>
                  </a:lnTo>
                  <a:lnTo>
                    <a:pt x="4940998" y="1555757"/>
                  </a:lnTo>
                  <a:lnTo>
                    <a:pt x="4941155" y="1555757"/>
                  </a:lnTo>
                  <a:lnTo>
                    <a:pt x="4941313" y="1555757"/>
                  </a:lnTo>
                  <a:lnTo>
                    <a:pt x="4941471" y="1555327"/>
                  </a:lnTo>
                  <a:lnTo>
                    <a:pt x="4942259" y="1555327"/>
                  </a:lnTo>
                  <a:lnTo>
                    <a:pt x="4942259" y="1554896"/>
                  </a:lnTo>
                  <a:lnTo>
                    <a:pt x="4942417" y="1554896"/>
                  </a:lnTo>
                  <a:lnTo>
                    <a:pt x="4942890" y="1554896"/>
                  </a:lnTo>
                  <a:lnTo>
                    <a:pt x="4943363" y="1554896"/>
                  </a:lnTo>
                  <a:lnTo>
                    <a:pt x="4943521" y="1554896"/>
                  </a:lnTo>
                  <a:lnTo>
                    <a:pt x="4943837" y="1554896"/>
                  </a:lnTo>
                  <a:lnTo>
                    <a:pt x="4943994" y="1554466"/>
                  </a:lnTo>
                  <a:lnTo>
                    <a:pt x="4943994" y="1554035"/>
                  </a:lnTo>
                  <a:lnTo>
                    <a:pt x="4944152" y="1554035"/>
                  </a:lnTo>
                  <a:lnTo>
                    <a:pt x="4944625" y="1553604"/>
                  </a:lnTo>
                  <a:lnTo>
                    <a:pt x="4945098" y="1553604"/>
                  </a:lnTo>
                  <a:lnTo>
                    <a:pt x="4945572" y="1552743"/>
                  </a:lnTo>
                  <a:lnTo>
                    <a:pt x="4946518" y="1552313"/>
                  </a:lnTo>
                  <a:lnTo>
                    <a:pt x="4946991" y="1552313"/>
                  </a:lnTo>
                  <a:lnTo>
                    <a:pt x="4947306" y="1551882"/>
                  </a:lnTo>
                  <a:lnTo>
                    <a:pt x="4947306" y="1551451"/>
                  </a:lnTo>
                  <a:lnTo>
                    <a:pt x="4948253" y="1551021"/>
                  </a:lnTo>
                  <a:lnTo>
                    <a:pt x="4948410" y="1551021"/>
                  </a:lnTo>
                  <a:lnTo>
                    <a:pt x="4948726" y="1550590"/>
                  </a:lnTo>
                  <a:lnTo>
                    <a:pt x="4948884" y="1550590"/>
                  </a:lnTo>
                  <a:lnTo>
                    <a:pt x="4949515" y="1550590"/>
                  </a:lnTo>
                  <a:lnTo>
                    <a:pt x="4949672" y="1550160"/>
                  </a:lnTo>
                  <a:lnTo>
                    <a:pt x="4950145" y="1550160"/>
                  </a:lnTo>
                  <a:lnTo>
                    <a:pt x="4950776" y="1549729"/>
                  </a:lnTo>
                  <a:lnTo>
                    <a:pt x="4950934" y="1549729"/>
                  </a:lnTo>
                  <a:lnTo>
                    <a:pt x="4951249" y="1549729"/>
                  </a:lnTo>
                  <a:lnTo>
                    <a:pt x="4951565" y="1549729"/>
                  </a:lnTo>
                  <a:lnTo>
                    <a:pt x="4951565" y="1549298"/>
                  </a:lnTo>
                  <a:lnTo>
                    <a:pt x="4951880" y="1549298"/>
                  </a:lnTo>
                  <a:lnTo>
                    <a:pt x="4952196" y="1547576"/>
                  </a:lnTo>
                  <a:lnTo>
                    <a:pt x="4952827" y="1546715"/>
                  </a:lnTo>
                  <a:lnTo>
                    <a:pt x="4953457" y="1546715"/>
                  </a:lnTo>
                  <a:lnTo>
                    <a:pt x="4953615" y="1546715"/>
                  </a:lnTo>
                  <a:lnTo>
                    <a:pt x="4953773" y="1546715"/>
                  </a:lnTo>
                  <a:lnTo>
                    <a:pt x="4953931" y="1546715"/>
                  </a:lnTo>
                  <a:lnTo>
                    <a:pt x="4954088" y="1546715"/>
                  </a:lnTo>
                  <a:lnTo>
                    <a:pt x="4954404" y="1546284"/>
                  </a:lnTo>
                  <a:lnTo>
                    <a:pt x="4954561" y="1546284"/>
                  </a:lnTo>
                  <a:lnTo>
                    <a:pt x="4954719" y="1546284"/>
                  </a:lnTo>
                  <a:lnTo>
                    <a:pt x="4954719" y="1545854"/>
                  </a:lnTo>
                  <a:lnTo>
                    <a:pt x="4955035" y="1545423"/>
                  </a:lnTo>
                  <a:lnTo>
                    <a:pt x="4955192" y="1545423"/>
                  </a:lnTo>
                  <a:lnTo>
                    <a:pt x="4955192" y="1544562"/>
                  </a:lnTo>
                  <a:lnTo>
                    <a:pt x="4955823" y="1544131"/>
                  </a:lnTo>
                  <a:lnTo>
                    <a:pt x="4955981" y="1544131"/>
                  </a:lnTo>
                  <a:lnTo>
                    <a:pt x="4956296" y="1544131"/>
                  </a:lnTo>
                  <a:lnTo>
                    <a:pt x="4956454" y="1544131"/>
                  </a:lnTo>
                  <a:lnTo>
                    <a:pt x="4956770" y="1544131"/>
                  </a:lnTo>
                  <a:lnTo>
                    <a:pt x="4957085" y="1544131"/>
                  </a:lnTo>
                  <a:lnTo>
                    <a:pt x="4957243" y="1544131"/>
                  </a:lnTo>
                  <a:lnTo>
                    <a:pt x="4957558" y="1543270"/>
                  </a:lnTo>
                  <a:lnTo>
                    <a:pt x="4957716" y="1543270"/>
                  </a:lnTo>
                  <a:lnTo>
                    <a:pt x="4958189" y="1543270"/>
                  </a:lnTo>
                  <a:lnTo>
                    <a:pt x="4958504" y="1543270"/>
                  </a:lnTo>
                  <a:lnTo>
                    <a:pt x="4959135" y="1542839"/>
                  </a:lnTo>
                  <a:lnTo>
                    <a:pt x="4959451" y="1542839"/>
                  </a:lnTo>
                  <a:lnTo>
                    <a:pt x="4959608" y="1542839"/>
                  </a:lnTo>
                  <a:lnTo>
                    <a:pt x="4959766" y="1542839"/>
                  </a:lnTo>
                  <a:lnTo>
                    <a:pt x="4959924" y="1541548"/>
                  </a:lnTo>
                  <a:lnTo>
                    <a:pt x="4960555" y="1541548"/>
                  </a:lnTo>
                  <a:lnTo>
                    <a:pt x="4960555" y="1541117"/>
                  </a:lnTo>
                  <a:lnTo>
                    <a:pt x="4960713" y="1541117"/>
                  </a:lnTo>
                  <a:lnTo>
                    <a:pt x="4960870" y="1541117"/>
                  </a:lnTo>
                  <a:lnTo>
                    <a:pt x="4961028" y="1541117"/>
                  </a:lnTo>
                  <a:lnTo>
                    <a:pt x="4961343" y="1541117"/>
                  </a:lnTo>
                  <a:lnTo>
                    <a:pt x="4961501" y="1540686"/>
                  </a:lnTo>
                  <a:lnTo>
                    <a:pt x="4961974" y="1540256"/>
                  </a:lnTo>
                  <a:lnTo>
                    <a:pt x="4961974" y="1539825"/>
                  </a:lnTo>
                  <a:lnTo>
                    <a:pt x="4962290" y="1538964"/>
                  </a:lnTo>
                  <a:lnTo>
                    <a:pt x="4962290" y="1538533"/>
                  </a:lnTo>
                  <a:lnTo>
                    <a:pt x="4962605" y="1538103"/>
                  </a:lnTo>
                  <a:lnTo>
                    <a:pt x="4962605" y="1537672"/>
                  </a:lnTo>
                  <a:lnTo>
                    <a:pt x="4962763" y="1537672"/>
                  </a:lnTo>
                  <a:lnTo>
                    <a:pt x="4963078" y="1537672"/>
                  </a:lnTo>
                  <a:lnTo>
                    <a:pt x="4963236" y="1537672"/>
                  </a:lnTo>
                  <a:lnTo>
                    <a:pt x="4964340" y="1537242"/>
                  </a:lnTo>
                  <a:lnTo>
                    <a:pt x="4964813" y="1537242"/>
                  </a:lnTo>
                  <a:lnTo>
                    <a:pt x="4964971" y="1537242"/>
                  </a:lnTo>
                  <a:lnTo>
                    <a:pt x="4965129" y="1537242"/>
                  </a:lnTo>
                  <a:lnTo>
                    <a:pt x="4965602" y="1537242"/>
                  </a:lnTo>
                  <a:lnTo>
                    <a:pt x="4965759" y="1537242"/>
                  </a:lnTo>
                  <a:lnTo>
                    <a:pt x="4965917" y="1537242"/>
                  </a:lnTo>
                  <a:lnTo>
                    <a:pt x="4966075" y="1537242"/>
                  </a:lnTo>
                  <a:lnTo>
                    <a:pt x="4966390" y="1536380"/>
                  </a:lnTo>
                  <a:lnTo>
                    <a:pt x="4966706" y="1536380"/>
                  </a:lnTo>
                  <a:lnTo>
                    <a:pt x="4966864" y="1536380"/>
                  </a:lnTo>
                  <a:lnTo>
                    <a:pt x="4967179" y="1536380"/>
                  </a:lnTo>
                  <a:lnTo>
                    <a:pt x="4968283" y="1535950"/>
                  </a:lnTo>
                  <a:lnTo>
                    <a:pt x="4968283" y="1535519"/>
                  </a:lnTo>
                  <a:lnTo>
                    <a:pt x="4968914" y="1535519"/>
                  </a:lnTo>
                  <a:lnTo>
                    <a:pt x="4969072" y="1535519"/>
                  </a:lnTo>
                  <a:lnTo>
                    <a:pt x="4969387" y="1534658"/>
                  </a:lnTo>
                  <a:lnTo>
                    <a:pt x="4969545" y="1534227"/>
                  </a:lnTo>
                  <a:lnTo>
                    <a:pt x="4969860" y="1534227"/>
                  </a:lnTo>
                  <a:lnTo>
                    <a:pt x="4969860" y="1533797"/>
                  </a:lnTo>
                  <a:lnTo>
                    <a:pt x="4970806" y="1532505"/>
                  </a:lnTo>
                  <a:lnTo>
                    <a:pt x="4971122" y="1532505"/>
                  </a:lnTo>
                  <a:lnTo>
                    <a:pt x="4971911" y="1532505"/>
                  </a:lnTo>
                  <a:lnTo>
                    <a:pt x="4973015" y="1532505"/>
                  </a:lnTo>
                  <a:lnTo>
                    <a:pt x="4973015" y="1532074"/>
                  </a:lnTo>
                  <a:lnTo>
                    <a:pt x="4973172" y="1532074"/>
                  </a:lnTo>
                  <a:lnTo>
                    <a:pt x="4973330" y="1532074"/>
                  </a:lnTo>
                  <a:lnTo>
                    <a:pt x="4973488" y="1532074"/>
                  </a:lnTo>
                  <a:lnTo>
                    <a:pt x="4974907" y="1531213"/>
                  </a:lnTo>
                  <a:lnTo>
                    <a:pt x="4975065" y="1531213"/>
                  </a:lnTo>
                  <a:lnTo>
                    <a:pt x="4975380" y="1531213"/>
                  </a:lnTo>
                  <a:lnTo>
                    <a:pt x="4976011" y="1531213"/>
                  </a:lnTo>
                  <a:lnTo>
                    <a:pt x="4976327" y="1531213"/>
                  </a:lnTo>
                  <a:lnTo>
                    <a:pt x="4976642" y="1529921"/>
                  </a:lnTo>
                  <a:lnTo>
                    <a:pt x="4976800" y="1529921"/>
                  </a:lnTo>
                  <a:lnTo>
                    <a:pt x="4977273" y="1529491"/>
                  </a:lnTo>
                  <a:lnTo>
                    <a:pt x="4977588" y="1529491"/>
                  </a:lnTo>
                  <a:lnTo>
                    <a:pt x="4977746" y="1529491"/>
                  </a:lnTo>
                  <a:lnTo>
                    <a:pt x="4977904" y="1529491"/>
                  </a:lnTo>
                  <a:lnTo>
                    <a:pt x="4978850" y="1529491"/>
                  </a:lnTo>
                  <a:lnTo>
                    <a:pt x="4979008" y="1529491"/>
                  </a:lnTo>
                  <a:lnTo>
                    <a:pt x="4979481" y="1529491"/>
                  </a:lnTo>
                  <a:lnTo>
                    <a:pt x="4979796" y="1529060"/>
                  </a:lnTo>
                  <a:lnTo>
                    <a:pt x="4980112" y="1529060"/>
                  </a:lnTo>
                  <a:lnTo>
                    <a:pt x="4980900" y="1529060"/>
                  </a:lnTo>
                  <a:lnTo>
                    <a:pt x="4981216" y="1528630"/>
                  </a:lnTo>
                  <a:lnTo>
                    <a:pt x="4981374" y="1528199"/>
                  </a:lnTo>
                  <a:lnTo>
                    <a:pt x="4982004" y="1527338"/>
                  </a:lnTo>
                  <a:lnTo>
                    <a:pt x="4982478" y="1527338"/>
                  </a:lnTo>
                  <a:lnTo>
                    <a:pt x="4983266" y="1526907"/>
                  </a:lnTo>
                  <a:lnTo>
                    <a:pt x="4983424" y="1526907"/>
                  </a:lnTo>
                  <a:lnTo>
                    <a:pt x="4983739" y="1526907"/>
                  </a:lnTo>
                  <a:lnTo>
                    <a:pt x="4983897" y="1526907"/>
                  </a:lnTo>
                  <a:lnTo>
                    <a:pt x="4984055" y="1526907"/>
                  </a:lnTo>
                  <a:lnTo>
                    <a:pt x="4984213" y="1526907"/>
                  </a:lnTo>
                  <a:lnTo>
                    <a:pt x="4984528" y="1526046"/>
                  </a:lnTo>
                  <a:lnTo>
                    <a:pt x="4984686" y="1526046"/>
                  </a:lnTo>
                  <a:lnTo>
                    <a:pt x="4985001" y="1525615"/>
                  </a:lnTo>
                  <a:lnTo>
                    <a:pt x="4985317" y="1525615"/>
                  </a:lnTo>
                  <a:lnTo>
                    <a:pt x="4985632" y="1525615"/>
                  </a:lnTo>
                  <a:lnTo>
                    <a:pt x="4985790" y="1525615"/>
                  </a:lnTo>
                  <a:lnTo>
                    <a:pt x="4986421" y="1524754"/>
                  </a:lnTo>
                  <a:lnTo>
                    <a:pt x="4986578" y="1524324"/>
                  </a:lnTo>
                  <a:lnTo>
                    <a:pt x="4986736" y="1524324"/>
                  </a:lnTo>
                  <a:lnTo>
                    <a:pt x="4987051" y="1524324"/>
                  </a:lnTo>
                  <a:lnTo>
                    <a:pt x="4987998" y="1523462"/>
                  </a:lnTo>
                  <a:lnTo>
                    <a:pt x="4988313" y="1523462"/>
                  </a:lnTo>
                  <a:lnTo>
                    <a:pt x="4988786" y="1523462"/>
                  </a:lnTo>
                  <a:lnTo>
                    <a:pt x="4988944" y="1523462"/>
                  </a:lnTo>
                  <a:lnTo>
                    <a:pt x="4989417" y="1522601"/>
                  </a:lnTo>
                  <a:lnTo>
                    <a:pt x="4989733" y="1522171"/>
                  </a:lnTo>
                  <a:lnTo>
                    <a:pt x="4990837" y="1521740"/>
                  </a:lnTo>
                  <a:lnTo>
                    <a:pt x="4990994" y="1521740"/>
                  </a:lnTo>
                  <a:lnTo>
                    <a:pt x="4990994" y="1521309"/>
                  </a:lnTo>
                  <a:lnTo>
                    <a:pt x="4991152" y="1521309"/>
                  </a:lnTo>
                  <a:lnTo>
                    <a:pt x="4991310" y="1521309"/>
                  </a:lnTo>
                  <a:lnTo>
                    <a:pt x="4991625" y="1520448"/>
                  </a:lnTo>
                  <a:lnTo>
                    <a:pt x="4992572" y="1520018"/>
                  </a:lnTo>
                  <a:lnTo>
                    <a:pt x="4992729" y="1519587"/>
                  </a:lnTo>
                  <a:lnTo>
                    <a:pt x="4992887" y="1519587"/>
                  </a:lnTo>
                  <a:lnTo>
                    <a:pt x="4993202" y="1519587"/>
                  </a:lnTo>
                  <a:lnTo>
                    <a:pt x="4993676" y="1517865"/>
                  </a:lnTo>
                  <a:lnTo>
                    <a:pt x="4993833" y="1517865"/>
                  </a:lnTo>
                  <a:lnTo>
                    <a:pt x="4993991" y="1517865"/>
                  </a:lnTo>
                  <a:lnTo>
                    <a:pt x="4994306" y="1517434"/>
                  </a:lnTo>
                  <a:lnTo>
                    <a:pt x="4995095" y="1517003"/>
                  </a:lnTo>
                  <a:lnTo>
                    <a:pt x="4995253" y="1517003"/>
                  </a:lnTo>
                  <a:lnTo>
                    <a:pt x="4995411" y="1517003"/>
                  </a:lnTo>
                  <a:lnTo>
                    <a:pt x="4995726" y="1516142"/>
                  </a:lnTo>
                  <a:lnTo>
                    <a:pt x="4995884" y="1516142"/>
                  </a:lnTo>
                  <a:lnTo>
                    <a:pt x="4996357" y="1516142"/>
                  </a:lnTo>
                  <a:lnTo>
                    <a:pt x="4996515" y="1516142"/>
                  </a:lnTo>
                  <a:lnTo>
                    <a:pt x="4996830" y="1516142"/>
                  </a:lnTo>
                  <a:lnTo>
                    <a:pt x="4997145" y="1515712"/>
                  </a:lnTo>
                  <a:lnTo>
                    <a:pt x="4997303" y="1515712"/>
                  </a:lnTo>
                  <a:lnTo>
                    <a:pt x="4997619" y="1514850"/>
                  </a:lnTo>
                  <a:lnTo>
                    <a:pt x="4997934" y="1514850"/>
                  </a:lnTo>
                  <a:lnTo>
                    <a:pt x="4997934" y="1514420"/>
                  </a:lnTo>
                  <a:lnTo>
                    <a:pt x="4998407" y="1514420"/>
                  </a:lnTo>
                  <a:lnTo>
                    <a:pt x="4999353" y="1514420"/>
                  </a:lnTo>
                  <a:lnTo>
                    <a:pt x="4999353" y="1513989"/>
                  </a:lnTo>
                  <a:lnTo>
                    <a:pt x="4999353" y="1513559"/>
                  </a:lnTo>
                  <a:lnTo>
                    <a:pt x="4999669" y="1513559"/>
                  </a:lnTo>
                  <a:lnTo>
                    <a:pt x="4999984" y="1513559"/>
                  </a:lnTo>
                  <a:lnTo>
                    <a:pt x="5000142" y="1513559"/>
                  </a:lnTo>
                  <a:lnTo>
                    <a:pt x="5000458" y="1513559"/>
                  </a:lnTo>
                  <a:lnTo>
                    <a:pt x="5001246" y="1513559"/>
                  </a:lnTo>
                  <a:lnTo>
                    <a:pt x="5001719" y="1513559"/>
                  </a:lnTo>
                  <a:lnTo>
                    <a:pt x="5001719" y="1513128"/>
                  </a:lnTo>
                  <a:lnTo>
                    <a:pt x="5001877" y="1512697"/>
                  </a:lnTo>
                  <a:lnTo>
                    <a:pt x="5002192" y="1512267"/>
                  </a:lnTo>
                  <a:lnTo>
                    <a:pt x="5002508" y="1512267"/>
                  </a:lnTo>
                  <a:lnTo>
                    <a:pt x="5003139" y="1511836"/>
                  </a:lnTo>
                  <a:lnTo>
                    <a:pt x="5003454" y="1511406"/>
                  </a:lnTo>
                  <a:lnTo>
                    <a:pt x="5003612" y="1511406"/>
                  </a:lnTo>
                  <a:lnTo>
                    <a:pt x="5003927" y="1511406"/>
                  </a:lnTo>
                  <a:lnTo>
                    <a:pt x="5004243" y="1510114"/>
                  </a:lnTo>
                  <a:lnTo>
                    <a:pt x="5004874" y="1508391"/>
                  </a:lnTo>
                  <a:lnTo>
                    <a:pt x="5005031" y="1508391"/>
                  </a:lnTo>
                  <a:lnTo>
                    <a:pt x="5005189" y="1508391"/>
                  </a:lnTo>
                  <a:lnTo>
                    <a:pt x="5005662" y="1508391"/>
                  </a:lnTo>
                  <a:lnTo>
                    <a:pt x="5005820" y="1508391"/>
                  </a:lnTo>
                  <a:lnTo>
                    <a:pt x="5006609" y="1506238"/>
                  </a:lnTo>
                  <a:lnTo>
                    <a:pt x="5006924" y="1506238"/>
                  </a:lnTo>
                  <a:lnTo>
                    <a:pt x="5008186" y="1505377"/>
                  </a:lnTo>
                  <a:lnTo>
                    <a:pt x="5008343" y="1505377"/>
                  </a:lnTo>
                  <a:lnTo>
                    <a:pt x="5008974" y="1505377"/>
                  </a:lnTo>
                  <a:lnTo>
                    <a:pt x="5009290" y="1505377"/>
                  </a:lnTo>
                  <a:lnTo>
                    <a:pt x="5009921" y="1504947"/>
                  </a:lnTo>
                  <a:lnTo>
                    <a:pt x="5010078" y="1504947"/>
                  </a:lnTo>
                  <a:lnTo>
                    <a:pt x="5010236" y="1504947"/>
                  </a:lnTo>
                  <a:lnTo>
                    <a:pt x="5010394" y="1504947"/>
                  </a:lnTo>
                  <a:lnTo>
                    <a:pt x="5010709" y="1504947"/>
                  </a:lnTo>
                  <a:lnTo>
                    <a:pt x="5011025" y="1504516"/>
                  </a:lnTo>
                  <a:lnTo>
                    <a:pt x="5011340" y="1503655"/>
                  </a:lnTo>
                  <a:lnTo>
                    <a:pt x="5011498" y="1503655"/>
                  </a:lnTo>
                  <a:lnTo>
                    <a:pt x="5011971" y="1503655"/>
                  </a:lnTo>
                  <a:lnTo>
                    <a:pt x="5012286" y="1503655"/>
                  </a:lnTo>
                  <a:lnTo>
                    <a:pt x="5012444" y="1503655"/>
                  </a:lnTo>
                  <a:lnTo>
                    <a:pt x="5012602" y="1503655"/>
                  </a:lnTo>
                  <a:lnTo>
                    <a:pt x="5013075" y="1503655"/>
                  </a:lnTo>
                  <a:lnTo>
                    <a:pt x="5013233" y="1503655"/>
                  </a:lnTo>
                  <a:lnTo>
                    <a:pt x="5013864" y="1503655"/>
                  </a:lnTo>
                  <a:lnTo>
                    <a:pt x="5014021" y="1503655"/>
                  </a:lnTo>
                  <a:lnTo>
                    <a:pt x="5014021" y="1503224"/>
                  </a:lnTo>
                  <a:lnTo>
                    <a:pt x="5014179" y="1503224"/>
                  </a:lnTo>
                  <a:lnTo>
                    <a:pt x="5014337" y="1503224"/>
                  </a:lnTo>
                  <a:lnTo>
                    <a:pt x="5014652" y="1502794"/>
                  </a:lnTo>
                  <a:lnTo>
                    <a:pt x="5014810" y="1501932"/>
                  </a:lnTo>
                  <a:lnTo>
                    <a:pt x="5014968" y="1501932"/>
                  </a:lnTo>
                  <a:lnTo>
                    <a:pt x="5015125" y="1501932"/>
                  </a:lnTo>
                  <a:lnTo>
                    <a:pt x="5015441" y="1501932"/>
                  </a:lnTo>
                  <a:lnTo>
                    <a:pt x="5015756" y="1501932"/>
                  </a:lnTo>
                  <a:lnTo>
                    <a:pt x="5016229" y="1501932"/>
                  </a:lnTo>
                  <a:lnTo>
                    <a:pt x="5016702" y="1501932"/>
                  </a:lnTo>
                  <a:lnTo>
                    <a:pt x="5017018" y="1501932"/>
                  </a:lnTo>
                  <a:lnTo>
                    <a:pt x="5017491" y="1501932"/>
                  </a:lnTo>
                  <a:lnTo>
                    <a:pt x="5017964" y="1501502"/>
                  </a:lnTo>
                  <a:lnTo>
                    <a:pt x="5017964" y="1501071"/>
                  </a:lnTo>
                  <a:lnTo>
                    <a:pt x="5018280" y="1501071"/>
                  </a:lnTo>
                  <a:lnTo>
                    <a:pt x="5018280" y="1500641"/>
                  </a:lnTo>
                  <a:lnTo>
                    <a:pt x="5018753" y="1500641"/>
                  </a:lnTo>
                  <a:lnTo>
                    <a:pt x="5018911" y="1500641"/>
                  </a:lnTo>
                  <a:lnTo>
                    <a:pt x="5019068" y="1500641"/>
                  </a:lnTo>
                  <a:lnTo>
                    <a:pt x="5019226" y="1500641"/>
                  </a:lnTo>
                  <a:lnTo>
                    <a:pt x="5019857" y="1500641"/>
                  </a:lnTo>
                  <a:lnTo>
                    <a:pt x="5020015" y="1500641"/>
                  </a:lnTo>
                  <a:lnTo>
                    <a:pt x="5027585" y="1496765"/>
                  </a:lnTo>
                  <a:lnTo>
                    <a:pt x="5027585" y="1496335"/>
                  </a:lnTo>
                  <a:lnTo>
                    <a:pt x="5028058" y="1496335"/>
                  </a:lnTo>
                  <a:lnTo>
                    <a:pt x="5028531" y="1496335"/>
                  </a:lnTo>
                  <a:lnTo>
                    <a:pt x="5029478" y="1496335"/>
                  </a:lnTo>
                  <a:lnTo>
                    <a:pt x="5030109" y="1496335"/>
                  </a:lnTo>
                  <a:lnTo>
                    <a:pt x="5030266" y="1496335"/>
                  </a:lnTo>
                  <a:lnTo>
                    <a:pt x="5030266" y="1495904"/>
                  </a:lnTo>
                  <a:lnTo>
                    <a:pt x="5030582" y="1495904"/>
                  </a:lnTo>
                  <a:lnTo>
                    <a:pt x="5030897" y="1495904"/>
                  </a:lnTo>
                  <a:lnTo>
                    <a:pt x="5031055" y="1495904"/>
                  </a:lnTo>
                  <a:lnTo>
                    <a:pt x="5031213" y="1495904"/>
                  </a:lnTo>
                  <a:lnTo>
                    <a:pt x="5031843" y="1495904"/>
                  </a:lnTo>
                  <a:lnTo>
                    <a:pt x="5032001" y="1495904"/>
                  </a:lnTo>
                  <a:lnTo>
                    <a:pt x="5032159" y="1495904"/>
                  </a:lnTo>
                  <a:lnTo>
                    <a:pt x="5032947" y="1495904"/>
                  </a:lnTo>
                  <a:lnTo>
                    <a:pt x="5033263" y="1495904"/>
                  </a:lnTo>
                  <a:lnTo>
                    <a:pt x="5033421" y="1495473"/>
                  </a:lnTo>
                  <a:lnTo>
                    <a:pt x="5033578" y="1495473"/>
                  </a:lnTo>
                  <a:lnTo>
                    <a:pt x="5033736" y="1495473"/>
                  </a:lnTo>
                  <a:lnTo>
                    <a:pt x="5034052" y="1495043"/>
                  </a:lnTo>
                  <a:lnTo>
                    <a:pt x="5034052" y="1494612"/>
                  </a:lnTo>
                  <a:lnTo>
                    <a:pt x="5034209" y="1494612"/>
                  </a:lnTo>
                  <a:lnTo>
                    <a:pt x="5034367" y="1494612"/>
                  </a:lnTo>
                  <a:lnTo>
                    <a:pt x="5034682" y="1493751"/>
                  </a:lnTo>
                  <a:lnTo>
                    <a:pt x="5034840" y="1493751"/>
                  </a:lnTo>
                  <a:lnTo>
                    <a:pt x="5034998" y="1493751"/>
                  </a:lnTo>
                  <a:lnTo>
                    <a:pt x="5034998" y="1493320"/>
                  </a:lnTo>
                  <a:lnTo>
                    <a:pt x="5035156" y="1493320"/>
                  </a:lnTo>
                  <a:lnTo>
                    <a:pt x="5035629" y="1493320"/>
                  </a:lnTo>
                  <a:lnTo>
                    <a:pt x="5035944" y="1493320"/>
                  </a:lnTo>
                  <a:lnTo>
                    <a:pt x="5035944" y="1492890"/>
                  </a:lnTo>
                  <a:lnTo>
                    <a:pt x="5036575" y="1492890"/>
                  </a:lnTo>
                  <a:lnTo>
                    <a:pt x="5037364" y="1492890"/>
                  </a:lnTo>
                  <a:lnTo>
                    <a:pt x="5037521" y="1492890"/>
                  </a:lnTo>
                  <a:lnTo>
                    <a:pt x="5037679" y="1492890"/>
                  </a:lnTo>
                  <a:lnTo>
                    <a:pt x="5037994" y="1492029"/>
                  </a:lnTo>
                  <a:lnTo>
                    <a:pt x="5038941" y="1491598"/>
                  </a:lnTo>
                  <a:lnTo>
                    <a:pt x="5039256" y="1491598"/>
                  </a:lnTo>
                  <a:lnTo>
                    <a:pt x="5039414" y="1491598"/>
                  </a:lnTo>
                  <a:lnTo>
                    <a:pt x="5039572" y="1491598"/>
                  </a:lnTo>
                  <a:lnTo>
                    <a:pt x="5039729" y="1490737"/>
                  </a:lnTo>
                  <a:lnTo>
                    <a:pt x="5040203" y="1490306"/>
                  </a:lnTo>
                  <a:lnTo>
                    <a:pt x="5040360" y="1490306"/>
                  </a:lnTo>
                  <a:lnTo>
                    <a:pt x="5040518" y="1490306"/>
                  </a:lnTo>
                  <a:lnTo>
                    <a:pt x="5041780" y="1489014"/>
                  </a:lnTo>
                  <a:lnTo>
                    <a:pt x="5041937" y="1489014"/>
                  </a:lnTo>
                  <a:lnTo>
                    <a:pt x="5042095" y="1489014"/>
                  </a:lnTo>
                  <a:lnTo>
                    <a:pt x="5042568" y="1489014"/>
                  </a:lnTo>
                  <a:lnTo>
                    <a:pt x="5043199" y="1487723"/>
                  </a:lnTo>
                  <a:lnTo>
                    <a:pt x="5043357" y="1487292"/>
                  </a:lnTo>
                  <a:lnTo>
                    <a:pt x="5044145" y="1487292"/>
                  </a:lnTo>
                  <a:lnTo>
                    <a:pt x="5044303" y="1487292"/>
                  </a:lnTo>
                  <a:lnTo>
                    <a:pt x="5044776" y="1487292"/>
                  </a:lnTo>
                  <a:lnTo>
                    <a:pt x="5044934" y="1487292"/>
                  </a:lnTo>
                  <a:lnTo>
                    <a:pt x="5045092" y="1487292"/>
                  </a:lnTo>
                  <a:lnTo>
                    <a:pt x="5045250" y="1487292"/>
                  </a:lnTo>
                  <a:lnTo>
                    <a:pt x="5045407" y="1486861"/>
                  </a:lnTo>
                  <a:lnTo>
                    <a:pt x="5046196" y="1486000"/>
                  </a:lnTo>
                  <a:lnTo>
                    <a:pt x="5046354" y="1486000"/>
                  </a:lnTo>
                  <a:lnTo>
                    <a:pt x="5046669" y="1486000"/>
                  </a:lnTo>
                  <a:lnTo>
                    <a:pt x="5046827" y="1486000"/>
                  </a:lnTo>
                  <a:lnTo>
                    <a:pt x="5047142" y="1486000"/>
                  </a:lnTo>
                  <a:lnTo>
                    <a:pt x="5047773" y="1485139"/>
                  </a:lnTo>
                  <a:lnTo>
                    <a:pt x="5048246" y="1485139"/>
                  </a:lnTo>
                  <a:lnTo>
                    <a:pt x="5048719" y="1485139"/>
                  </a:lnTo>
                  <a:lnTo>
                    <a:pt x="5048719" y="1484708"/>
                  </a:lnTo>
                  <a:lnTo>
                    <a:pt x="5049823" y="1483417"/>
                  </a:lnTo>
                  <a:lnTo>
                    <a:pt x="5050296" y="1483417"/>
                  </a:lnTo>
                  <a:lnTo>
                    <a:pt x="5050454" y="1483417"/>
                  </a:lnTo>
                  <a:lnTo>
                    <a:pt x="5050770" y="1482986"/>
                  </a:lnTo>
                  <a:lnTo>
                    <a:pt x="5051243" y="1482986"/>
                  </a:lnTo>
                  <a:lnTo>
                    <a:pt x="5051401" y="1482986"/>
                  </a:lnTo>
                  <a:lnTo>
                    <a:pt x="5051874" y="1481694"/>
                  </a:lnTo>
                  <a:lnTo>
                    <a:pt x="5051874" y="1480402"/>
                  </a:lnTo>
                  <a:lnTo>
                    <a:pt x="5052189" y="1480402"/>
                  </a:lnTo>
                  <a:lnTo>
                    <a:pt x="5052505" y="1480402"/>
                  </a:lnTo>
                  <a:lnTo>
                    <a:pt x="5052662" y="1480402"/>
                  </a:lnTo>
                  <a:lnTo>
                    <a:pt x="5052662" y="1479972"/>
                  </a:lnTo>
                  <a:lnTo>
                    <a:pt x="5053609" y="1479541"/>
                  </a:lnTo>
                  <a:lnTo>
                    <a:pt x="5053609" y="1479111"/>
                  </a:lnTo>
                  <a:lnTo>
                    <a:pt x="5054239" y="1479111"/>
                  </a:lnTo>
                  <a:lnTo>
                    <a:pt x="5054713" y="1478680"/>
                  </a:lnTo>
                  <a:lnTo>
                    <a:pt x="5054870" y="1478680"/>
                  </a:lnTo>
                  <a:lnTo>
                    <a:pt x="5055028" y="1478680"/>
                  </a:lnTo>
                  <a:lnTo>
                    <a:pt x="5055659" y="1478680"/>
                  </a:lnTo>
                  <a:lnTo>
                    <a:pt x="5055659" y="1478249"/>
                  </a:lnTo>
                  <a:lnTo>
                    <a:pt x="5056921" y="1476958"/>
                  </a:lnTo>
                  <a:lnTo>
                    <a:pt x="5057236" y="1476958"/>
                  </a:lnTo>
                  <a:lnTo>
                    <a:pt x="5058025" y="1476958"/>
                  </a:lnTo>
                  <a:lnTo>
                    <a:pt x="5058182" y="1476958"/>
                  </a:lnTo>
                  <a:lnTo>
                    <a:pt x="5058971" y="1476958"/>
                  </a:lnTo>
                  <a:lnTo>
                    <a:pt x="5059602" y="1476096"/>
                  </a:lnTo>
                  <a:lnTo>
                    <a:pt x="5059760" y="1476096"/>
                  </a:lnTo>
                  <a:lnTo>
                    <a:pt x="5060548" y="1476096"/>
                  </a:lnTo>
                  <a:lnTo>
                    <a:pt x="5060706" y="1476096"/>
                  </a:lnTo>
                  <a:lnTo>
                    <a:pt x="5060864" y="1476096"/>
                  </a:lnTo>
                  <a:lnTo>
                    <a:pt x="5061021" y="1476096"/>
                  </a:lnTo>
                  <a:lnTo>
                    <a:pt x="5061179" y="1476096"/>
                  </a:lnTo>
                  <a:lnTo>
                    <a:pt x="5061337" y="1476096"/>
                  </a:lnTo>
                  <a:lnTo>
                    <a:pt x="5061968" y="1475235"/>
                  </a:lnTo>
                  <a:lnTo>
                    <a:pt x="5062599" y="1474805"/>
                  </a:lnTo>
                  <a:lnTo>
                    <a:pt x="5063072" y="1473943"/>
                  </a:lnTo>
                  <a:lnTo>
                    <a:pt x="5063229" y="1473513"/>
                  </a:lnTo>
                  <a:lnTo>
                    <a:pt x="5063703" y="1473082"/>
                  </a:lnTo>
                  <a:lnTo>
                    <a:pt x="5064176" y="1473082"/>
                  </a:lnTo>
                  <a:lnTo>
                    <a:pt x="5064491" y="1473082"/>
                  </a:lnTo>
                  <a:lnTo>
                    <a:pt x="5065122" y="1473082"/>
                  </a:lnTo>
                  <a:lnTo>
                    <a:pt x="5065911" y="1473082"/>
                  </a:lnTo>
                  <a:lnTo>
                    <a:pt x="5066384" y="1473082"/>
                  </a:lnTo>
                  <a:lnTo>
                    <a:pt x="5066699" y="1473082"/>
                  </a:lnTo>
                  <a:lnTo>
                    <a:pt x="5066857" y="1473082"/>
                  </a:lnTo>
                  <a:lnTo>
                    <a:pt x="5067645" y="1470929"/>
                  </a:lnTo>
                  <a:lnTo>
                    <a:pt x="5067803" y="1470929"/>
                  </a:lnTo>
                  <a:lnTo>
                    <a:pt x="5067961" y="1470499"/>
                  </a:lnTo>
                  <a:lnTo>
                    <a:pt x="5068907" y="1470499"/>
                  </a:lnTo>
                  <a:lnTo>
                    <a:pt x="5069538" y="1470068"/>
                  </a:lnTo>
                  <a:lnTo>
                    <a:pt x="5070800" y="1469207"/>
                  </a:lnTo>
                  <a:lnTo>
                    <a:pt x="5070958" y="1469207"/>
                  </a:lnTo>
                  <a:lnTo>
                    <a:pt x="5071115" y="1469207"/>
                  </a:lnTo>
                  <a:lnTo>
                    <a:pt x="5071431" y="1468776"/>
                  </a:lnTo>
                  <a:lnTo>
                    <a:pt x="5071746" y="1468776"/>
                  </a:lnTo>
                  <a:lnTo>
                    <a:pt x="5072377" y="1468776"/>
                  </a:lnTo>
                  <a:lnTo>
                    <a:pt x="5072692" y="1467915"/>
                  </a:lnTo>
                  <a:lnTo>
                    <a:pt x="5072850" y="1467484"/>
                  </a:lnTo>
                  <a:lnTo>
                    <a:pt x="5073323" y="1467484"/>
                  </a:lnTo>
                  <a:lnTo>
                    <a:pt x="5073323" y="1467054"/>
                  </a:lnTo>
                  <a:lnTo>
                    <a:pt x="5073481" y="1466623"/>
                  </a:lnTo>
                  <a:lnTo>
                    <a:pt x="5074112" y="1466193"/>
                  </a:lnTo>
                  <a:lnTo>
                    <a:pt x="5074427" y="1466193"/>
                  </a:lnTo>
                  <a:lnTo>
                    <a:pt x="5074901" y="1465762"/>
                  </a:lnTo>
                  <a:lnTo>
                    <a:pt x="5075374" y="1465331"/>
                  </a:lnTo>
                  <a:lnTo>
                    <a:pt x="5076005" y="1465331"/>
                  </a:lnTo>
                  <a:lnTo>
                    <a:pt x="5076320" y="1465331"/>
                  </a:lnTo>
                  <a:lnTo>
                    <a:pt x="5076478" y="1465331"/>
                  </a:lnTo>
                  <a:lnTo>
                    <a:pt x="5077582" y="1465331"/>
                  </a:lnTo>
                  <a:lnTo>
                    <a:pt x="5078055" y="1464901"/>
                  </a:lnTo>
                  <a:lnTo>
                    <a:pt x="5078213" y="1464901"/>
                  </a:lnTo>
                  <a:lnTo>
                    <a:pt x="5078370" y="1464901"/>
                  </a:lnTo>
                  <a:lnTo>
                    <a:pt x="5078528" y="1464901"/>
                  </a:lnTo>
                  <a:lnTo>
                    <a:pt x="5078843" y="1464901"/>
                  </a:lnTo>
                  <a:lnTo>
                    <a:pt x="5079001" y="1464901"/>
                  </a:lnTo>
                  <a:lnTo>
                    <a:pt x="5079001" y="1464470"/>
                  </a:lnTo>
                  <a:lnTo>
                    <a:pt x="5079317" y="1464040"/>
                  </a:lnTo>
                  <a:lnTo>
                    <a:pt x="5079474" y="1464040"/>
                  </a:lnTo>
                  <a:lnTo>
                    <a:pt x="5080578" y="1462748"/>
                  </a:lnTo>
                  <a:lnTo>
                    <a:pt x="5081052" y="1462317"/>
                  </a:lnTo>
                  <a:lnTo>
                    <a:pt x="5081052" y="1461887"/>
                  </a:lnTo>
                  <a:lnTo>
                    <a:pt x="5081209" y="1461887"/>
                  </a:lnTo>
                  <a:lnTo>
                    <a:pt x="5081367" y="1461025"/>
                  </a:lnTo>
                  <a:lnTo>
                    <a:pt x="5081840" y="1460164"/>
                  </a:lnTo>
                  <a:lnTo>
                    <a:pt x="5081840" y="1459734"/>
                  </a:lnTo>
                  <a:lnTo>
                    <a:pt x="5082313" y="1459303"/>
                  </a:lnTo>
                  <a:lnTo>
                    <a:pt x="5082471" y="1459303"/>
                  </a:lnTo>
                  <a:lnTo>
                    <a:pt x="5083102" y="1458442"/>
                  </a:lnTo>
                  <a:lnTo>
                    <a:pt x="5083102" y="1458011"/>
                  </a:lnTo>
                  <a:lnTo>
                    <a:pt x="5083575" y="1457581"/>
                  </a:lnTo>
                  <a:lnTo>
                    <a:pt x="5083733" y="1457581"/>
                  </a:lnTo>
                  <a:lnTo>
                    <a:pt x="5083733" y="1456719"/>
                  </a:lnTo>
                  <a:lnTo>
                    <a:pt x="5084048" y="1456719"/>
                  </a:lnTo>
                  <a:lnTo>
                    <a:pt x="5084679" y="1456719"/>
                  </a:lnTo>
                  <a:lnTo>
                    <a:pt x="5084837" y="1456719"/>
                  </a:lnTo>
                  <a:lnTo>
                    <a:pt x="5085468" y="1456719"/>
                  </a:lnTo>
                  <a:lnTo>
                    <a:pt x="5085625" y="1456719"/>
                  </a:lnTo>
                  <a:lnTo>
                    <a:pt x="5085783" y="1456719"/>
                  </a:lnTo>
                  <a:lnTo>
                    <a:pt x="5086256" y="1456719"/>
                  </a:lnTo>
                  <a:lnTo>
                    <a:pt x="5087045" y="1455858"/>
                  </a:lnTo>
                  <a:lnTo>
                    <a:pt x="5087045" y="1455428"/>
                  </a:lnTo>
                  <a:lnTo>
                    <a:pt x="5087203" y="1455428"/>
                  </a:lnTo>
                  <a:lnTo>
                    <a:pt x="5087360" y="1455428"/>
                  </a:lnTo>
                  <a:lnTo>
                    <a:pt x="5087676" y="1455428"/>
                  </a:lnTo>
                  <a:lnTo>
                    <a:pt x="5089568" y="1453705"/>
                  </a:lnTo>
                  <a:lnTo>
                    <a:pt x="5089884" y="1453705"/>
                  </a:lnTo>
                  <a:lnTo>
                    <a:pt x="5090041" y="1453705"/>
                  </a:lnTo>
                  <a:lnTo>
                    <a:pt x="5090672" y="1453705"/>
                  </a:lnTo>
                  <a:lnTo>
                    <a:pt x="5090988" y="1453705"/>
                  </a:lnTo>
                  <a:lnTo>
                    <a:pt x="5091146" y="1453705"/>
                  </a:lnTo>
                  <a:lnTo>
                    <a:pt x="5091303" y="1453705"/>
                  </a:lnTo>
                  <a:lnTo>
                    <a:pt x="5091619" y="1453275"/>
                  </a:lnTo>
                  <a:lnTo>
                    <a:pt x="5091934" y="1453275"/>
                  </a:lnTo>
                  <a:lnTo>
                    <a:pt x="5092723" y="1453275"/>
                  </a:lnTo>
                  <a:lnTo>
                    <a:pt x="5093196" y="1453275"/>
                  </a:lnTo>
                  <a:lnTo>
                    <a:pt x="5093827" y="1453275"/>
                  </a:lnTo>
                  <a:lnTo>
                    <a:pt x="5093827" y="1452844"/>
                  </a:lnTo>
                  <a:lnTo>
                    <a:pt x="5093984" y="1452844"/>
                  </a:lnTo>
                  <a:lnTo>
                    <a:pt x="5094458" y="1452844"/>
                  </a:lnTo>
                  <a:lnTo>
                    <a:pt x="5095088" y="1452413"/>
                  </a:lnTo>
                  <a:lnTo>
                    <a:pt x="5096193" y="1451983"/>
                  </a:lnTo>
                  <a:lnTo>
                    <a:pt x="5096508" y="1451552"/>
                  </a:lnTo>
                  <a:lnTo>
                    <a:pt x="5096666" y="1451552"/>
                  </a:lnTo>
                  <a:lnTo>
                    <a:pt x="5097454" y="1451552"/>
                  </a:lnTo>
                  <a:lnTo>
                    <a:pt x="5097770" y="1451552"/>
                  </a:lnTo>
                  <a:lnTo>
                    <a:pt x="5097927" y="1451552"/>
                  </a:lnTo>
                  <a:lnTo>
                    <a:pt x="5098243" y="1451552"/>
                  </a:lnTo>
                  <a:lnTo>
                    <a:pt x="5099189" y="1451122"/>
                  </a:lnTo>
                  <a:lnTo>
                    <a:pt x="5099189" y="1450691"/>
                  </a:lnTo>
                  <a:lnTo>
                    <a:pt x="5099347" y="1450691"/>
                  </a:lnTo>
                  <a:lnTo>
                    <a:pt x="5099347" y="1450260"/>
                  </a:lnTo>
                  <a:lnTo>
                    <a:pt x="5099505" y="1450260"/>
                  </a:lnTo>
                  <a:lnTo>
                    <a:pt x="5099662" y="1450260"/>
                  </a:lnTo>
                  <a:lnTo>
                    <a:pt x="5099978" y="1450260"/>
                  </a:lnTo>
                  <a:lnTo>
                    <a:pt x="5100451" y="1450260"/>
                  </a:lnTo>
                  <a:lnTo>
                    <a:pt x="5100766" y="1449830"/>
                  </a:lnTo>
                  <a:lnTo>
                    <a:pt x="5101239" y="1449830"/>
                  </a:lnTo>
                  <a:lnTo>
                    <a:pt x="5101397" y="1449830"/>
                  </a:lnTo>
                  <a:lnTo>
                    <a:pt x="5102501" y="1449830"/>
                  </a:lnTo>
                  <a:lnTo>
                    <a:pt x="5102659" y="1449830"/>
                  </a:lnTo>
                  <a:lnTo>
                    <a:pt x="5102817" y="1449830"/>
                  </a:lnTo>
                  <a:lnTo>
                    <a:pt x="5103132" y="1449399"/>
                  </a:lnTo>
                  <a:lnTo>
                    <a:pt x="5103763" y="1449399"/>
                  </a:lnTo>
                  <a:lnTo>
                    <a:pt x="5103921" y="1448969"/>
                  </a:lnTo>
                  <a:lnTo>
                    <a:pt x="5104394" y="1447677"/>
                  </a:lnTo>
                  <a:lnTo>
                    <a:pt x="5104552" y="1447677"/>
                  </a:lnTo>
                  <a:lnTo>
                    <a:pt x="5105025" y="1447677"/>
                  </a:lnTo>
                  <a:lnTo>
                    <a:pt x="5105813" y="1447677"/>
                  </a:lnTo>
                  <a:lnTo>
                    <a:pt x="5105813" y="1447246"/>
                  </a:lnTo>
                  <a:lnTo>
                    <a:pt x="5106129" y="1446816"/>
                  </a:lnTo>
                  <a:lnTo>
                    <a:pt x="5106129" y="1446385"/>
                  </a:lnTo>
                  <a:lnTo>
                    <a:pt x="5106129" y="1445954"/>
                  </a:lnTo>
                  <a:lnTo>
                    <a:pt x="5106286" y="1445954"/>
                  </a:lnTo>
                  <a:lnTo>
                    <a:pt x="5108179" y="1445093"/>
                  </a:lnTo>
                  <a:lnTo>
                    <a:pt x="5108652" y="1444663"/>
                  </a:lnTo>
                  <a:lnTo>
                    <a:pt x="5109125" y="1444663"/>
                  </a:lnTo>
                  <a:lnTo>
                    <a:pt x="5109283" y="1444663"/>
                  </a:lnTo>
                  <a:lnTo>
                    <a:pt x="5109441" y="1444232"/>
                  </a:lnTo>
                  <a:lnTo>
                    <a:pt x="5109599" y="1444232"/>
                  </a:lnTo>
                  <a:lnTo>
                    <a:pt x="5109756" y="1444232"/>
                  </a:lnTo>
                  <a:lnTo>
                    <a:pt x="5109914" y="1444232"/>
                  </a:lnTo>
                  <a:lnTo>
                    <a:pt x="5110229" y="1444232"/>
                  </a:lnTo>
                  <a:lnTo>
                    <a:pt x="5111176" y="1444232"/>
                  </a:lnTo>
                  <a:lnTo>
                    <a:pt x="5111333" y="1443801"/>
                  </a:lnTo>
                  <a:lnTo>
                    <a:pt x="5111491" y="1443801"/>
                  </a:lnTo>
                  <a:lnTo>
                    <a:pt x="5111964" y="1443801"/>
                  </a:lnTo>
                  <a:lnTo>
                    <a:pt x="5112595" y="1442940"/>
                  </a:lnTo>
                  <a:lnTo>
                    <a:pt x="5113068" y="1442510"/>
                  </a:lnTo>
                  <a:lnTo>
                    <a:pt x="5113226" y="1442510"/>
                  </a:lnTo>
                  <a:lnTo>
                    <a:pt x="5113384" y="1441648"/>
                  </a:lnTo>
                  <a:lnTo>
                    <a:pt x="5113542" y="1441648"/>
                  </a:lnTo>
                  <a:lnTo>
                    <a:pt x="5113542" y="1440787"/>
                  </a:lnTo>
                  <a:lnTo>
                    <a:pt x="5114015" y="1440787"/>
                  </a:lnTo>
                  <a:lnTo>
                    <a:pt x="5114330" y="1440787"/>
                  </a:lnTo>
                  <a:lnTo>
                    <a:pt x="5114330" y="1440357"/>
                  </a:lnTo>
                  <a:lnTo>
                    <a:pt x="5114646" y="1440357"/>
                  </a:lnTo>
                  <a:lnTo>
                    <a:pt x="5114646" y="1439926"/>
                  </a:lnTo>
                  <a:lnTo>
                    <a:pt x="5114803" y="1439495"/>
                  </a:lnTo>
                  <a:lnTo>
                    <a:pt x="5115592" y="1439065"/>
                  </a:lnTo>
                  <a:lnTo>
                    <a:pt x="5116380" y="1439065"/>
                  </a:lnTo>
                  <a:lnTo>
                    <a:pt x="5116696" y="1438204"/>
                  </a:lnTo>
                  <a:lnTo>
                    <a:pt x="5116696" y="1437773"/>
                  </a:lnTo>
                  <a:lnTo>
                    <a:pt x="5117642" y="1437342"/>
                  </a:lnTo>
                  <a:lnTo>
                    <a:pt x="5117800" y="1437342"/>
                  </a:lnTo>
                  <a:lnTo>
                    <a:pt x="5118589" y="1437342"/>
                  </a:lnTo>
                  <a:lnTo>
                    <a:pt x="5118904" y="1437342"/>
                  </a:lnTo>
                  <a:lnTo>
                    <a:pt x="5119062" y="1437342"/>
                  </a:lnTo>
                  <a:lnTo>
                    <a:pt x="5119535" y="1436912"/>
                  </a:lnTo>
                  <a:lnTo>
                    <a:pt x="5120166" y="1436912"/>
                  </a:lnTo>
                  <a:lnTo>
                    <a:pt x="5120797" y="1436912"/>
                  </a:lnTo>
                  <a:lnTo>
                    <a:pt x="5120954" y="1436912"/>
                  </a:lnTo>
                  <a:lnTo>
                    <a:pt x="5120954" y="1436481"/>
                  </a:lnTo>
                  <a:lnTo>
                    <a:pt x="5121585" y="1435620"/>
                  </a:lnTo>
                  <a:lnTo>
                    <a:pt x="5122058" y="1435189"/>
                  </a:lnTo>
                  <a:lnTo>
                    <a:pt x="5122374" y="1435189"/>
                  </a:lnTo>
                  <a:lnTo>
                    <a:pt x="5122847" y="1434759"/>
                  </a:lnTo>
                  <a:lnTo>
                    <a:pt x="5123320" y="1434328"/>
                  </a:lnTo>
                  <a:lnTo>
                    <a:pt x="5123635" y="1433898"/>
                  </a:lnTo>
                  <a:lnTo>
                    <a:pt x="5123793" y="1433467"/>
                  </a:lnTo>
                  <a:lnTo>
                    <a:pt x="5123793" y="1433036"/>
                  </a:lnTo>
                  <a:lnTo>
                    <a:pt x="5124424" y="1433036"/>
                  </a:lnTo>
                  <a:lnTo>
                    <a:pt x="5125055" y="1432606"/>
                  </a:lnTo>
                  <a:lnTo>
                    <a:pt x="5125213" y="1432175"/>
                  </a:lnTo>
                  <a:lnTo>
                    <a:pt x="5125213" y="1431745"/>
                  </a:lnTo>
                  <a:lnTo>
                    <a:pt x="5125844" y="1431745"/>
                  </a:lnTo>
                  <a:lnTo>
                    <a:pt x="5126001" y="1431745"/>
                  </a:lnTo>
                  <a:lnTo>
                    <a:pt x="5126159" y="1431745"/>
                  </a:lnTo>
                  <a:lnTo>
                    <a:pt x="5126317" y="1431745"/>
                  </a:lnTo>
                  <a:lnTo>
                    <a:pt x="5126632" y="1431314"/>
                  </a:lnTo>
                  <a:lnTo>
                    <a:pt x="5127578" y="1431314"/>
                  </a:lnTo>
                  <a:lnTo>
                    <a:pt x="5127736" y="1431314"/>
                  </a:lnTo>
                  <a:lnTo>
                    <a:pt x="5128209" y="1430453"/>
                  </a:lnTo>
                  <a:lnTo>
                    <a:pt x="5128367" y="1430453"/>
                  </a:lnTo>
                  <a:lnTo>
                    <a:pt x="5128525" y="1430453"/>
                  </a:lnTo>
                  <a:lnTo>
                    <a:pt x="5128682" y="1430453"/>
                  </a:lnTo>
                  <a:lnTo>
                    <a:pt x="5128840" y="1430022"/>
                  </a:lnTo>
                  <a:lnTo>
                    <a:pt x="5128998" y="1429592"/>
                  </a:lnTo>
                  <a:lnTo>
                    <a:pt x="5129156" y="1429592"/>
                  </a:lnTo>
                  <a:lnTo>
                    <a:pt x="5129629" y="1429592"/>
                  </a:lnTo>
                  <a:lnTo>
                    <a:pt x="5130260" y="1429592"/>
                  </a:lnTo>
                  <a:lnTo>
                    <a:pt x="5130417" y="1429592"/>
                  </a:lnTo>
                  <a:lnTo>
                    <a:pt x="5130575" y="1429592"/>
                  </a:lnTo>
                  <a:lnTo>
                    <a:pt x="5130891" y="1428730"/>
                  </a:lnTo>
                  <a:lnTo>
                    <a:pt x="5131048" y="1428730"/>
                  </a:lnTo>
                  <a:lnTo>
                    <a:pt x="5131206" y="1428730"/>
                  </a:lnTo>
                  <a:lnTo>
                    <a:pt x="5131521" y="1428730"/>
                  </a:lnTo>
                  <a:lnTo>
                    <a:pt x="5131679" y="1428730"/>
                  </a:lnTo>
                  <a:lnTo>
                    <a:pt x="5132783" y="1428300"/>
                  </a:lnTo>
                  <a:lnTo>
                    <a:pt x="5132941" y="1428300"/>
                  </a:lnTo>
                  <a:lnTo>
                    <a:pt x="5132941" y="1427869"/>
                  </a:lnTo>
                  <a:lnTo>
                    <a:pt x="5134045" y="1427439"/>
                  </a:lnTo>
                  <a:lnTo>
                    <a:pt x="5134518" y="1427439"/>
                  </a:lnTo>
                  <a:lnTo>
                    <a:pt x="5134676" y="1427008"/>
                  </a:lnTo>
                  <a:lnTo>
                    <a:pt x="5134833" y="1426577"/>
                  </a:lnTo>
                  <a:lnTo>
                    <a:pt x="5134991" y="1426577"/>
                  </a:lnTo>
                  <a:lnTo>
                    <a:pt x="5135149" y="1426577"/>
                  </a:lnTo>
                  <a:lnTo>
                    <a:pt x="5135307" y="1426577"/>
                  </a:lnTo>
                  <a:lnTo>
                    <a:pt x="5135464" y="1426577"/>
                  </a:lnTo>
                  <a:lnTo>
                    <a:pt x="5135622" y="1426147"/>
                  </a:lnTo>
                  <a:lnTo>
                    <a:pt x="5135938" y="1426147"/>
                  </a:lnTo>
                  <a:lnTo>
                    <a:pt x="5136095" y="1426147"/>
                  </a:lnTo>
                  <a:lnTo>
                    <a:pt x="5136253" y="1426147"/>
                  </a:lnTo>
                  <a:lnTo>
                    <a:pt x="5136253" y="1425716"/>
                  </a:lnTo>
                  <a:lnTo>
                    <a:pt x="5138461" y="1423994"/>
                  </a:lnTo>
                  <a:lnTo>
                    <a:pt x="5138619" y="1423994"/>
                  </a:lnTo>
                  <a:lnTo>
                    <a:pt x="5138619" y="1423563"/>
                  </a:lnTo>
                  <a:lnTo>
                    <a:pt x="5138934" y="1423563"/>
                  </a:lnTo>
                  <a:lnTo>
                    <a:pt x="5138934" y="1423133"/>
                  </a:lnTo>
                  <a:lnTo>
                    <a:pt x="5139250" y="1423133"/>
                  </a:lnTo>
                  <a:lnTo>
                    <a:pt x="5139407" y="1423133"/>
                  </a:lnTo>
                  <a:lnTo>
                    <a:pt x="5139723" y="1423133"/>
                  </a:lnTo>
                  <a:lnTo>
                    <a:pt x="5139880" y="1423133"/>
                  </a:lnTo>
                  <a:lnTo>
                    <a:pt x="5140196" y="1423133"/>
                  </a:lnTo>
                  <a:lnTo>
                    <a:pt x="5140196" y="1422702"/>
                  </a:lnTo>
                  <a:lnTo>
                    <a:pt x="5140354" y="1422702"/>
                  </a:lnTo>
                  <a:lnTo>
                    <a:pt x="5140511" y="1422702"/>
                  </a:lnTo>
                  <a:lnTo>
                    <a:pt x="5140669" y="1422702"/>
                  </a:lnTo>
                  <a:lnTo>
                    <a:pt x="5140984" y="1422702"/>
                  </a:lnTo>
                  <a:lnTo>
                    <a:pt x="5141773" y="1422271"/>
                  </a:lnTo>
                  <a:lnTo>
                    <a:pt x="5142089" y="1422271"/>
                  </a:lnTo>
                  <a:lnTo>
                    <a:pt x="5142877" y="1422271"/>
                  </a:lnTo>
                  <a:lnTo>
                    <a:pt x="5143035" y="1422271"/>
                  </a:lnTo>
                  <a:lnTo>
                    <a:pt x="5143035" y="1421841"/>
                  </a:lnTo>
                  <a:lnTo>
                    <a:pt x="5143350" y="1421841"/>
                  </a:lnTo>
                  <a:lnTo>
                    <a:pt x="5143666" y="1421410"/>
                  </a:lnTo>
                  <a:lnTo>
                    <a:pt x="5143823" y="1421410"/>
                  </a:lnTo>
                  <a:lnTo>
                    <a:pt x="5144297" y="1421410"/>
                  </a:lnTo>
                  <a:lnTo>
                    <a:pt x="5144454" y="1421410"/>
                  </a:lnTo>
                  <a:lnTo>
                    <a:pt x="5145401" y="1421410"/>
                  </a:lnTo>
                  <a:lnTo>
                    <a:pt x="5145716" y="1421410"/>
                  </a:lnTo>
                  <a:lnTo>
                    <a:pt x="5146662" y="1420980"/>
                  </a:lnTo>
                  <a:lnTo>
                    <a:pt x="5146820" y="1420549"/>
                  </a:lnTo>
                  <a:lnTo>
                    <a:pt x="5147293" y="1419688"/>
                  </a:lnTo>
                  <a:lnTo>
                    <a:pt x="5147293" y="1419257"/>
                  </a:lnTo>
                  <a:lnTo>
                    <a:pt x="5147924" y="1419257"/>
                  </a:lnTo>
                  <a:lnTo>
                    <a:pt x="5150132" y="1419257"/>
                  </a:lnTo>
                  <a:lnTo>
                    <a:pt x="5150290" y="1419257"/>
                  </a:lnTo>
                  <a:lnTo>
                    <a:pt x="5150605" y="1419257"/>
                  </a:lnTo>
                  <a:lnTo>
                    <a:pt x="5152498" y="1417535"/>
                  </a:lnTo>
                  <a:lnTo>
                    <a:pt x="5152656" y="1416674"/>
                  </a:lnTo>
                  <a:lnTo>
                    <a:pt x="5152813" y="1416674"/>
                  </a:lnTo>
                  <a:lnTo>
                    <a:pt x="5153129" y="1416243"/>
                  </a:lnTo>
                  <a:lnTo>
                    <a:pt x="5153287" y="1416243"/>
                  </a:lnTo>
                  <a:lnTo>
                    <a:pt x="5154075" y="1416243"/>
                  </a:lnTo>
                  <a:lnTo>
                    <a:pt x="5154548" y="1415382"/>
                  </a:lnTo>
                  <a:lnTo>
                    <a:pt x="5154864" y="1415382"/>
                  </a:lnTo>
                  <a:lnTo>
                    <a:pt x="5155021" y="1415382"/>
                  </a:lnTo>
                  <a:lnTo>
                    <a:pt x="5155179" y="1415382"/>
                  </a:lnTo>
                  <a:lnTo>
                    <a:pt x="5155968" y="1415382"/>
                  </a:lnTo>
                  <a:lnTo>
                    <a:pt x="5156756" y="1414951"/>
                  </a:lnTo>
                  <a:lnTo>
                    <a:pt x="5157072" y="1414951"/>
                  </a:lnTo>
                  <a:lnTo>
                    <a:pt x="5157229" y="1414951"/>
                  </a:lnTo>
                  <a:lnTo>
                    <a:pt x="5157387" y="1414951"/>
                  </a:lnTo>
                  <a:lnTo>
                    <a:pt x="5157545" y="1414521"/>
                  </a:lnTo>
                  <a:lnTo>
                    <a:pt x="5157703" y="1414090"/>
                  </a:lnTo>
                  <a:lnTo>
                    <a:pt x="5157860" y="1414090"/>
                  </a:lnTo>
                  <a:lnTo>
                    <a:pt x="5158176" y="1413229"/>
                  </a:lnTo>
                  <a:lnTo>
                    <a:pt x="5158334" y="1413229"/>
                  </a:lnTo>
                  <a:lnTo>
                    <a:pt x="5158807" y="1413229"/>
                  </a:lnTo>
                  <a:lnTo>
                    <a:pt x="5158964" y="1413229"/>
                  </a:lnTo>
                  <a:lnTo>
                    <a:pt x="5159122" y="1413229"/>
                  </a:lnTo>
                  <a:lnTo>
                    <a:pt x="5159595" y="1413229"/>
                  </a:lnTo>
                  <a:lnTo>
                    <a:pt x="5159753" y="1413229"/>
                  </a:lnTo>
                  <a:lnTo>
                    <a:pt x="5160384" y="1412368"/>
                  </a:lnTo>
                  <a:lnTo>
                    <a:pt x="5160699" y="1412368"/>
                  </a:lnTo>
                  <a:lnTo>
                    <a:pt x="5160857" y="1412368"/>
                  </a:lnTo>
                  <a:lnTo>
                    <a:pt x="5161172" y="1412368"/>
                  </a:lnTo>
                  <a:lnTo>
                    <a:pt x="5161330" y="1412368"/>
                  </a:lnTo>
                  <a:lnTo>
                    <a:pt x="5161488" y="1412368"/>
                  </a:lnTo>
                  <a:lnTo>
                    <a:pt x="5161803" y="1412368"/>
                  </a:lnTo>
                  <a:lnTo>
                    <a:pt x="5162119" y="1412368"/>
                  </a:lnTo>
                  <a:lnTo>
                    <a:pt x="5162276" y="1412368"/>
                  </a:lnTo>
                  <a:lnTo>
                    <a:pt x="5162276" y="1411937"/>
                  </a:lnTo>
                  <a:lnTo>
                    <a:pt x="5162907" y="1411506"/>
                  </a:lnTo>
                  <a:lnTo>
                    <a:pt x="5163696" y="1410215"/>
                  </a:lnTo>
                  <a:lnTo>
                    <a:pt x="5163696" y="1409784"/>
                  </a:lnTo>
                  <a:lnTo>
                    <a:pt x="5163854" y="1409784"/>
                  </a:lnTo>
                  <a:lnTo>
                    <a:pt x="5164011" y="1409784"/>
                  </a:lnTo>
                  <a:lnTo>
                    <a:pt x="5164327" y="1409784"/>
                  </a:lnTo>
                  <a:lnTo>
                    <a:pt x="5164800" y="1409784"/>
                  </a:lnTo>
                  <a:lnTo>
                    <a:pt x="5164958" y="1409784"/>
                  </a:lnTo>
                  <a:lnTo>
                    <a:pt x="5165115" y="1409784"/>
                  </a:lnTo>
                  <a:lnTo>
                    <a:pt x="5165273" y="1409353"/>
                  </a:lnTo>
                  <a:lnTo>
                    <a:pt x="5165431" y="1409353"/>
                  </a:lnTo>
                  <a:lnTo>
                    <a:pt x="5166062" y="1407631"/>
                  </a:lnTo>
                  <a:lnTo>
                    <a:pt x="5167166" y="1407631"/>
                  </a:lnTo>
                  <a:lnTo>
                    <a:pt x="5167481" y="1407631"/>
                  </a:lnTo>
                  <a:lnTo>
                    <a:pt x="5168427" y="1407200"/>
                  </a:lnTo>
                  <a:lnTo>
                    <a:pt x="5168585" y="1407200"/>
                  </a:lnTo>
                  <a:lnTo>
                    <a:pt x="5168901" y="1406339"/>
                  </a:lnTo>
                  <a:lnTo>
                    <a:pt x="5169058" y="1406339"/>
                  </a:lnTo>
                  <a:lnTo>
                    <a:pt x="5169689" y="1406339"/>
                  </a:lnTo>
                  <a:lnTo>
                    <a:pt x="5170005" y="1406339"/>
                  </a:lnTo>
                  <a:lnTo>
                    <a:pt x="5170320" y="1406339"/>
                  </a:lnTo>
                  <a:lnTo>
                    <a:pt x="5170478" y="1406339"/>
                  </a:lnTo>
                  <a:lnTo>
                    <a:pt x="5170478" y="1405478"/>
                  </a:lnTo>
                  <a:lnTo>
                    <a:pt x="5170636" y="1405478"/>
                  </a:lnTo>
                  <a:lnTo>
                    <a:pt x="5171109" y="1405047"/>
                  </a:lnTo>
                  <a:lnTo>
                    <a:pt x="5171109" y="1404617"/>
                  </a:lnTo>
                  <a:lnTo>
                    <a:pt x="5171266" y="1403756"/>
                  </a:lnTo>
                  <a:lnTo>
                    <a:pt x="5171740" y="1403325"/>
                  </a:lnTo>
                  <a:lnTo>
                    <a:pt x="5171897" y="1403325"/>
                  </a:lnTo>
                  <a:lnTo>
                    <a:pt x="5172370" y="1402894"/>
                  </a:lnTo>
                  <a:lnTo>
                    <a:pt x="5172528" y="1402464"/>
                  </a:lnTo>
                  <a:lnTo>
                    <a:pt x="5172686" y="1402464"/>
                  </a:lnTo>
                  <a:lnTo>
                    <a:pt x="5173948" y="1402033"/>
                  </a:lnTo>
                  <a:lnTo>
                    <a:pt x="5174421" y="1400741"/>
                  </a:lnTo>
                  <a:lnTo>
                    <a:pt x="5174578" y="1400741"/>
                  </a:lnTo>
                  <a:lnTo>
                    <a:pt x="5175525" y="1400741"/>
                  </a:lnTo>
                  <a:lnTo>
                    <a:pt x="5175683" y="1400741"/>
                  </a:lnTo>
                  <a:lnTo>
                    <a:pt x="5175998" y="1400311"/>
                  </a:lnTo>
                  <a:lnTo>
                    <a:pt x="5176471" y="1400311"/>
                  </a:lnTo>
                  <a:lnTo>
                    <a:pt x="5176629" y="1400311"/>
                  </a:lnTo>
                  <a:lnTo>
                    <a:pt x="5176787" y="1400311"/>
                  </a:lnTo>
                  <a:lnTo>
                    <a:pt x="5177260" y="1399880"/>
                  </a:lnTo>
                  <a:lnTo>
                    <a:pt x="5177733" y="1399450"/>
                  </a:lnTo>
                  <a:lnTo>
                    <a:pt x="5177891" y="1399450"/>
                  </a:lnTo>
                  <a:lnTo>
                    <a:pt x="5178364" y="1399450"/>
                  </a:lnTo>
                  <a:lnTo>
                    <a:pt x="5178364" y="1399019"/>
                  </a:lnTo>
                  <a:lnTo>
                    <a:pt x="5178521" y="1399019"/>
                  </a:lnTo>
                  <a:lnTo>
                    <a:pt x="5178679" y="1399019"/>
                  </a:lnTo>
                  <a:lnTo>
                    <a:pt x="5178995" y="1399019"/>
                  </a:lnTo>
                  <a:lnTo>
                    <a:pt x="5180099" y="1397297"/>
                  </a:lnTo>
                  <a:lnTo>
                    <a:pt x="5180256" y="1397297"/>
                  </a:lnTo>
                  <a:lnTo>
                    <a:pt x="5180414" y="1396435"/>
                  </a:lnTo>
                  <a:lnTo>
                    <a:pt x="5180572" y="1396005"/>
                  </a:lnTo>
                  <a:lnTo>
                    <a:pt x="5180730" y="1396005"/>
                  </a:lnTo>
                  <a:lnTo>
                    <a:pt x="5180887" y="1396005"/>
                  </a:lnTo>
                  <a:lnTo>
                    <a:pt x="5180887" y="1395574"/>
                  </a:lnTo>
                  <a:lnTo>
                    <a:pt x="5181203" y="1395144"/>
                  </a:lnTo>
                  <a:lnTo>
                    <a:pt x="5181203" y="1394713"/>
                  </a:lnTo>
                  <a:lnTo>
                    <a:pt x="5181991" y="1393852"/>
                  </a:lnTo>
                  <a:lnTo>
                    <a:pt x="5182149" y="1393852"/>
                  </a:lnTo>
                  <a:lnTo>
                    <a:pt x="5182622" y="1393852"/>
                  </a:lnTo>
                  <a:lnTo>
                    <a:pt x="5182938" y="1393852"/>
                  </a:lnTo>
                  <a:lnTo>
                    <a:pt x="5183726" y="1393852"/>
                  </a:lnTo>
                  <a:lnTo>
                    <a:pt x="5184199" y="1393852"/>
                  </a:lnTo>
                  <a:lnTo>
                    <a:pt x="5185146" y="1392560"/>
                  </a:lnTo>
                  <a:lnTo>
                    <a:pt x="5186092" y="1392560"/>
                  </a:lnTo>
                  <a:lnTo>
                    <a:pt x="5186407" y="1391699"/>
                  </a:lnTo>
                  <a:lnTo>
                    <a:pt x="5186565" y="1391699"/>
                  </a:lnTo>
                  <a:lnTo>
                    <a:pt x="5186565" y="1391268"/>
                  </a:lnTo>
                  <a:lnTo>
                    <a:pt x="5187196" y="1391268"/>
                  </a:lnTo>
                  <a:lnTo>
                    <a:pt x="5187985" y="1391268"/>
                  </a:lnTo>
                  <a:lnTo>
                    <a:pt x="5187985" y="1390838"/>
                  </a:lnTo>
                  <a:lnTo>
                    <a:pt x="5188300" y="1390838"/>
                  </a:lnTo>
                  <a:lnTo>
                    <a:pt x="5188458" y="1390407"/>
                  </a:lnTo>
                  <a:lnTo>
                    <a:pt x="5188615" y="1390407"/>
                  </a:lnTo>
                  <a:lnTo>
                    <a:pt x="5188773" y="1390407"/>
                  </a:lnTo>
                  <a:lnTo>
                    <a:pt x="5189089" y="1390407"/>
                  </a:lnTo>
                  <a:lnTo>
                    <a:pt x="5189246" y="1390407"/>
                  </a:lnTo>
                  <a:lnTo>
                    <a:pt x="5189404" y="1389546"/>
                  </a:lnTo>
                  <a:lnTo>
                    <a:pt x="5189719" y="1389546"/>
                  </a:lnTo>
                  <a:lnTo>
                    <a:pt x="5189877" y="1389546"/>
                  </a:lnTo>
                  <a:lnTo>
                    <a:pt x="5190035" y="1389546"/>
                  </a:lnTo>
                  <a:lnTo>
                    <a:pt x="5190193" y="1389546"/>
                  </a:lnTo>
                  <a:lnTo>
                    <a:pt x="5190350" y="1389546"/>
                  </a:lnTo>
                  <a:lnTo>
                    <a:pt x="5191928" y="1389546"/>
                  </a:lnTo>
                  <a:lnTo>
                    <a:pt x="5192558" y="1389546"/>
                  </a:lnTo>
                  <a:lnTo>
                    <a:pt x="5192716" y="1389546"/>
                  </a:lnTo>
                  <a:lnTo>
                    <a:pt x="5194136" y="1388254"/>
                  </a:lnTo>
                  <a:lnTo>
                    <a:pt x="5194451" y="1387823"/>
                  </a:lnTo>
                  <a:lnTo>
                    <a:pt x="5194924" y="1387393"/>
                  </a:lnTo>
                  <a:lnTo>
                    <a:pt x="5195082" y="1387393"/>
                  </a:lnTo>
                  <a:lnTo>
                    <a:pt x="5195240" y="1386962"/>
                  </a:lnTo>
                  <a:lnTo>
                    <a:pt x="5195240" y="1386532"/>
                  </a:lnTo>
                  <a:lnTo>
                    <a:pt x="5195397" y="1386101"/>
                  </a:lnTo>
                  <a:lnTo>
                    <a:pt x="5196344" y="1385240"/>
                  </a:lnTo>
                  <a:lnTo>
                    <a:pt x="5196501" y="1384809"/>
                  </a:lnTo>
                  <a:lnTo>
                    <a:pt x="5196974" y="1384809"/>
                  </a:lnTo>
                  <a:lnTo>
                    <a:pt x="5197132" y="1384809"/>
                  </a:lnTo>
                  <a:lnTo>
                    <a:pt x="5197921" y="1384809"/>
                  </a:lnTo>
                  <a:lnTo>
                    <a:pt x="5198079" y="1384809"/>
                  </a:lnTo>
                  <a:lnTo>
                    <a:pt x="5198709" y="1384379"/>
                  </a:lnTo>
                  <a:lnTo>
                    <a:pt x="5199025" y="1383948"/>
                  </a:lnTo>
                  <a:lnTo>
                    <a:pt x="5199340" y="1383948"/>
                  </a:lnTo>
                  <a:lnTo>
                    <a:pt x="5199813" y="1383948"/>
                  </a:lnTo>
                  <a:lnTo>
                    <a:pt x="5199971" y="1383948"/>
                  </a:lnTo>
                  <a:lnTo>
                    <a:pt x="5200129" y="1383948"/>
                  </a:lnTo>
                  <a:lnTo>
                    <a:pt x="5200287" y="1383948"/>
                  </a:lnTo>
                  <a:lnTo>
                    <a:pt x="5200444" y="1383948"/>
                  </a:lnTo>
                  <a:lnTo>
                    <a:pt x="5200444" y="1383517"/>
                  </a:lnTo>
                  <a:lnTo>
                    <a:pt x="5200444" y="1383087"/>
                  </a:lnTo>
                  <a:lnTo>
                    <a:pt x="5201075" y="1382656"/>
                  </a:lnTo>
                  <a:lnTo>
                    <a:pt x="5201548" y="1382656"/>
                  </a:lnTo>
                  <a:lnTo>
                    <a:pt x="5201706" y="1382656"/>
                  </a:lnTo>
                  <a:lnTo>
                    <a:pt x="5201864" y="1382226"/>
                  </a:lnTo>
                  <a:lnTo>
                    <a:pt x="5202179" y="1382226"/>
                  </a:lnTo>
                  <a:lnTo>
                    <a:pt x="5202337" y="1382226"/>
                  </a:lnTo>
                  <a:lnTo>
                    <a:pt x="5202337" y="1381795"/>
                  </a:lnTo>
                  <a:lnTo>
                    <a:pt x="5202337" y="1381364"/>
                  </a:lnTo>
                  <a:lnTo>
                    <a:pt x="5206911" y="1378350"/>
                  </a:lnTo>
                  <a:lnTo>
                    <a:pt x="5207226" y="1378350"/>
                  </a:lnTo>
                  <a:lnTo>
                    <a:pt x="5207384" y="1378350"/>
                  </a:lnTo>
                  <a:lnTo>
                    <a:pt x="5207542" y="1377920"/>
                  </a:lnTo>
                  <a:lnTo>
                    <a:pt x="5207699" y="1377920"/>
                  </a:lnTo>
                  <a:lnTo>
                    <a:pt x="5208015" y="1377489"/>
                  </a:lnTo>
                  <a:lnTo>
                    <a:pt x="5208488" y="1377489"/>
                  </a:lnTo>
                  <a:lnTo>
                    <a:pt x="5208646" y="1377489"/>
                  </a:lnTo>
                  <a:lnTo>
                    <a:pt x="5208803" y="1377489"/>
                  </a:lnTo>
                  <a:lnTo>
                    <a:pt x="5208961" y="1377489"/>
                  </a:lnTo>
                  <a:lnTo>
                    <a:pt x="5209277" y="1377489"/>
                  </a:lnTo>
                  <a:lnTo>
                    <a:pt x="5209434" y="1377489"/>
                  </a:lnTo>
                  <a:lnTo>
                    <a:pt x="5209750" y="1377489"/>
                  </a:lnTo>
                  <a:lnTo>
                    <a:pt x="5210381" y="1377489"/>
                  </a:lnTo>
                  <a:lnTo>
                    <a:pt x="5210696" y="1377489"/>
                  </a:lnTo>
                  <a:lnTo>
                    <a:pt x="5210854" y="1377489"/>
                  </a:lnTo>
                  <a:lnTo>
                    <a:pt x="5211011" y="1377489"/>
                  </a:lnTo>
                  <a:lnTo>
                    <a:pt x="5211169" y="1377489"/>
                  </a:lnTo>
                  <a:lnTo>
                    <a:pt x="5211327" y="1377489"/>
                  </a:lnTo>
                  <a:lnTo>
                    <a:pt x="5211485" y="1377489"/>
                  </a:lnTo>
                  <a:lnTo>
                    <a:pt x="5211642" y="1377489"/>
                  </a:lnTo>
                  <a:lnTo>
                    <a:pt x="5211642" y="1377058"/>
                  </a:lnTo>
                  <a:lnTo>
                    <a:pt x="5211800" y="1377058"/>
                  </a:lnTo>
                  <a:lnTo>
                    <a:pt x="5211958" y="1377058"/>
                  </a:lnTo>
                  <a:lnTo>
                    <a:pt x="5211958" y="1376628"/>
                  </a:lnTo>
                  <a:lnTo>
                    <a:pt x="5212589" y="1375767"/>
                  </a:lnTo>
                  <a:lnTo>
                    <a:pt x="5212746" y="1375767"/>
                  </a:lnTo>
                  <a:lnTo>
                    <a:pt x="5213535" y="1375336"/>
                  </a:lnTo>
                  <a:lnTo>
                    <a:pt x="5213535" y="1374905"/>
                  </a:lnTo>
                  <a:lnTo>
                    <a:pt x="5213693" y="1374905"/>
                  </a:lnTo>
                  <a:lnTo>
                    <a:pt x="5214323" y="1374044"/>
                  </a:lnTo>
                  <a:lnTo>
                    <a:pt x="5214323" y="1373614"/>
                  </a:lnTo>
                  <a:lnTo>
                    <a:pt x="5214481" y="1373614"/>
                  </a:lnTo>
                  <a:lnTo>
                    <a:pt x="5215585" y="1373614"/>
                  </a:lnTo>
                  <a:lnTo>
                    <a:pt x="5215743" y="1373614"/>
                  </a:lnTo>
                  <a:lnTo>
                    <a:pt x="5216216" y="1373614"/>
                  </a:lnTo>
                  <a:lnTo>
                    <a:pt x="5216374" y="1373614"/>
                  </a:lnTo>
                  <a:lnTo>
                    <a:pt x="5216847" y="1373183"/>
                  </a:lnTo>
                  <a:lnTo>
                    <a:pt x="5217478" y="1373183"/>
                  </a:lnTo>
                  <a:lnTo>
                    <a:pt x="5217636" y="1372752"/>
                  </a:lnTo>
                  <a:lnTo>
                    <a:pt x="5217793" y="1372752"/>
                  </a:lnTo>
                  <a:lnTo>
                    <a:pt x="5218109" y="1372752"/>
                  </a:lnTo>
                  <a:lnTo>
                    <a:pt x="5218266" y="1372752"/>
                  </a:lnTo>
                  <a:lnTo>
                    <a:pt x="5219055" y="1372752"/>
                  </a:lnTo>
                  <a:lnTo>
                    <a:pt x="5219055" y="1372322"/>
                  </a:lnTo>
                  <a:lnTo>
                    <a:pt x="5219528" y="1371891"/>
                  </a:lnTo>
                  <a:lnTo>
                    <a:pt x="5219686" y="1371891"/>
                  </a:lnTo>
                  <a:lnTo>
                    <a:pt x="5219844" y="1371891"/>
                  </a:lnTo>
                  <a:lnTo>
                    <a:pt x="5220159" y="1371891"/>
                  </a:lnTo>
                  <a:lnTo>
                    <a:pt x="5220632" y="1371891"/>
                  </a:lnTo>
                  <a:lnTo>
                    <a:pt x="5221263" y="1371461"/>
                  </a:lnTo>
                  <a:lnTo>
                    <a:pt x="5221421" y="1371461"/>
                  </a:lnTo>
                  <a:lnTo>
                    <a:pt x="5221736" y="1371461"/>
                  </a:lnTo>
                  <a:lnTo>
                    <a:pt x="5221894" y="1371461"/>
                  </a:lnTo>
                  <a:lnTo>
                    <a:pt x="5223156" y="1371030"/>
                  </a:lnTo>
                  <a:lnTo>
                    <a:pt x="5223313" y="1371030"/>
                  </a:lnTo>
                  <a:lnTo>
                    <a:pt x="5223787" y="1371030"/>
                  </a:lnTo>
                  <a:lnTo>
                    <a:pt x="5225048" y="1369738"/>
                  </a:lnTo>
                  <a:lnTo>
                    <a:pt x="5225837" y="1369738"/>
                  </a:lnTo>
                  <a:lnTo>
                    <a:pt x="5226626" y="1369738"/>
                  </a:lnTo>
                  <a:lnTo>
                    <a:pt x="5227099" y="1369308"/>
                  </a:lnTo>
                  <a:lnTo>
                    <a:pt x="5227414" y="1368877"/>
                  </a:lnTo>
                  <a:lnTo>
                    <a:pt x="5227887" y="1368877"/>
                  </a:lnTo>
                  <a:lnTo>
                    <a:pt x="5228045" y="1368877"/>
                  </a:lnTo>
                  <a:lnTo>
                    <a:pt x="5228045" y="1368016"/>
                  </a:lnTo>
                  <a:lnTo>
                    <a:pt x="5228676" y="1367585"/>
                  </a:lnTo>
                  <a:lnTo>
                    <a:pt x="5228834" y="1367585"/>
                  </a:lnTo>
                  <a:lnTo>
                    <a:pt x="5229938" y="1367155"/>
                  </a:lnTo>
                  <a:lnTo>
                    <a:pt x="5229938" y="1366724"/>
                  </a:lnTo>
                  <a:lnTo>
                    <a:pt x="5230253" y="1365002"/>
                  </a:lnTo>
                  <a:lnTo>
                    <a:pt x="5230726" y="1365002"/>
                  </a:lnTo>
                  <a:lnTo>
                    <a:pt x="5230884" y="1365002"/>
                  </a:lnTo>
                  <a:lnTo>
                    <a:pt x="5231042" y="1365002"/>
                  </a:lnTo>
                  <a:lnTo>
                    <a:pt x="5231199" y="1365002"/>
                  </a:lnTo>
                  <a:lnTo>
                    <a:pt x="5231199" y="1364571"/>
                  </a:lnTo>
                  <a:lnTo>
                    <a:pt x="5232146" y="1363710"/>
                  </a:lnTo>
                  <a:lnTo>
                    <a:pt x="5232303" y="1363710"/>
                  </a:lnTo>
                  <a:lnTo>
                    <a:pt x="5232461" y="1363710"/>
                  </a:lnTo>
                  <a:lnTo>
                    <a:pt x="5232934" y="1362418"/>
                  </a:lnTo>
                  <a:lnTo>
                    <a:pt x="5233250" y="1362418"/>
                  </a:lnTo>
                  <a:lnTo>
                    <a:pt x="5233565" y="1362418"/>
                  </a:lnTo>
                  <a:lnTo>
                    <a:pt x="5234038" y="1361987"/>
                  </a:lnTo>
                  <a:lnTo>
                    <a:pt x="5234196" y="1361987"/>
                  </a:lnTo>
                  <a:lnTo>
                    <a:pt x="5234827" y="1361987"/>
                  </a:lnTo>
                  <a:lnTo>
                    <a:pt x="5235773" y="1360696"/>
                  </a:lnTo>
                  <a:lnTo>
                    <a:pt x="5236089" y="1360696"/>
                  </a:lnTo>
                  <a:lnTo>
                    <a:pt x="5236562" y="1360696"/>
                  </a:lnTo>
                  <a:lnTo>
                    <a:pt x="5236877" y="1360265"/>
                  </a:lnTo>
                  <a:lnTo>
                    <a:pt x="5237193" y="1360265"/>
                  </a:lnTo>
                  <a:lnTo>
                    <a:pt x="5237508" y="1360265"/>
                  </a:lnTo>
                  <a:lnTo>
                    <a:pt x="5237981" y="1360265"/>
                  </a:lnTo>
                  <a:lnTo>
                    <a:pt x="5238139" y="1360265"/>
                  </a:lnTo>
                  <a:lnTo>
                    <a:pt x="5238454" y="1360265"/>
                  </a:lnTo>
                  <a:lnTo>
                    <a:pt x="5239558" y="1358973"/>
                  </a:lnTo>
                  <a:lnTo>
                    <a:pt x="5240032" y="1358973"/>
                  </a:lnTo>
                  <a:lnTo>
                    <a:pt x="5240189" y="1358973"/>
                  </a:lnTo>
                  <a:lnTo>
                    <a:pt x="5240189" y="1358543"/>
                  </a:lnTo>
                  <a:lnTo>
                    <a:pt x="5240505" y="1358543"/>
                  </a:lnTo>
                  <a:lnTo>
                    <a:pt x="5240662" y="1358543"/>
                  </a:lnTo>
                  <a:lnTo>
                    <a:pt x="5240820" y="1358112"/>
                  </a:lnTo>
                  <a:lnTo>
                    <a:pt x="5240978" y="1358112"/>
                  </a:lnTo>
                  <a:lnTo>
                    <a:pt x="5241609" y="1358112"/>
                  </a:lnTo>
                  <a:lnTo>
                    <a:pt x="5241609" y="1357681"/>
                  </a:lnTo>
                  <a:lnTo>
                    <a:pt x="5242240" y="1357681"/>
                  </a:lnTo>
                  <a:lnTo>
                    <a:pt x="5242240" y="1357251"/>
                  </a:lnTo>
                  <a:lnTo>
                    <a:pt x="5242713" y="1356820"/>
                  </a:lnTo>
                  <a:lnTo>
                    <a:pt x="5243028" y="1356820"/>
                  </a:lnTo>
                  <a:lnTo>
                    <a:pt x="5243344" y="1356820"/>
                  </a:lnTo>
                  <a:lnTo>
                    <a:pt x="5243344" y="1356390"/>
                  </a:lnTo>
                  <a:lnTo>
                    <a:pt x="5243501" y="1356390"/>
                  </a:lnTo>
                  <a:lnTo>
                    <a:pt x="5243501" y="1355959"/>
                  </a:lnTo>
                  <a:lnTo>
                    <a:pt x="5243975" y="1355959"/>
                  </a:lnTo>
                  <a:lnTo>
                    <a:pt x="5243975" y="1355528"/>
                  </a:lnTo>
                  <a:lnTo>
                    <a:pt x="5244290" y="1355528"/>
                  </a:lnTo>
                  <a:lnTo>
                    <a:pt x="5245394" y="1355098"/>
                  </a:lnTo>
                  <a:lnTo>
                    <a:pt x="5245552" y="1354667"/>
                  </a:lnTo>
                  <a:lnTo>
                    <a:pt x="5245709" y="1354237"/>
                  </a:lnTo>
                  <a:lnTo>
                    <a:pt x="5246183" y="1354237"/>
                  </a:lnTo>
                  <a:lnTo>
                    <a:pt x="5247129" y="1353806"/>
                  </a:lnTo>
                  <a:lnTo>
                    <a:pt x="5247287" y="1353806"/>
                  </a:lnTo>
                  <a:lnTo>
                    <a:pt x="5247444" y="1353806"/>
                  </a:lnTo>
                  <a:lnTo>
                    <a:pt x="5247917" y="1353806"/>
                  </a:lnTo>
                  <a:lnTo>
                    <a:pt x="5248233" y="1353806"/>
                  </a:lnTo>
                  <a:lnTo>
                    <a:pt x="5248391" y="1353806"/>
                  </a:lnTo>
                  <a:lnTo>
                    <a:pt x="5248548" y="1353806"/>
                  </a:lnTo>
                  <a:lnTo>
                    <a:pt x="5249810" y="1352945"/>
                  </a:lnTo>
                  <a:lnTo>
                    <a:pt x="5249968" y="1352945"/>
                  </a:lnTo>
                  <a:lnTo>
                    <a:pt x="5250126" y="1352945"/>
                  </a:lnTo>
                  <a:lnTo>
                    <a:pt x="5250599" y="1352945"/>
                  </a:lnTo>
                  <a:lnTo>
                    <a:pt x="5250756" y="1352945"/>
                  </a:lnTo>
                  <a:lnTo>
                    <a:pt x="5251072" y="1352945"/>
                  </a:lnTo>
                  <a:lnTo>
                    <a:pt x="5251230" y="1352514"/>
                  </a:lnTo>
                  <a:lnTo>
                    <a:pt x="5251545" y="1352514"/>
                  </a:lnTo>
                  <a:lnTo>
                    <a:pt x="5252018" y="1352514"/>
                  </a:lnTo>
                  <a:lnTo>
                    <a:pt x="5253122" y="1352514"/>
                  </a:lnTo>
                  <a:lnTo>
                    <a:pt x="5253280" y="1352514"/>
                  </a:lnTo>
                  <a:lnTo>
                    <a:pt x="5253438" y="1352514"/>
                  </a:lnTo>
                  <a:lnTo>
                    <a:pt x="5253595" y="1352514"/>
                  </a:lnTo>
                  <a:lnTo>
                    <a:pt x="5254542" y="1352084"/>
                  </a:lnTo>
                  <a:lnTo>
                    <a:pt x="5255015" y="1352084"/>
                  </a:lnTo>
                  <a:lnTo>
                    <a:pt x="5255646" y="1352084"/>
                  </a:lnTo>
                  <a:lnTo>
                    <a:pt x="5255803" y="1351653"/>
                  </a:lnTo>
                  <a:lnTo>
                    <a:pt x="5256434" y="1351653"/>
                  </a:lnTo>
                  <a:lnTo>
                    <a:pt x="5256750" y="1351653"/>
                  </a:lnTo>
                  <a:lnTo>
                    <a:pt x="5257065" y="1351653"/>
                  </a:lnTo>
                  <a:lnTo>
                    <a:pt x="5257538" y="1351222"/>
                  </a:lnTo>
                  <a:lnTo>
                    <a:pt x="5258011" y="1350792"/>
                  </a:lnTo>
                  <a:lnTo>
                    <a:pt x="5258642" y="1350361"/>
                  </a:lnTo>
                  <a:lnTo>
                    <a:pt x="5258800" y="1350361"/>
                  </a:lnTo>
                  <a:lnTo>
                    <a:pt x="5259273" y="1350361"/>
                  </a:lnTo>
                  <a:lnTo>
                    <a:pt x="5259746" y="1350361"/>
                  </a:lnTo>
                  <a:lnTo>
                    <a:pt x="5260062" y="1350361"/>
                  </a:lnTo>
                  <a:lnTo>
                    <a:pt x="5260220" y="1350361"/>
                  </a:lnTo>
                  <a:lnTo>
                    <a:pt x="5260377" y="1350361"/>
                  </a:lnTo>
                  <a:lnTo>
                    <a:pt x="5260535" y="1350361"/>
                  </a:lnTo>
                  <a:lnTo>
                    <a:pt x="5260693" y="1350361"/>
                  </a:lnTo>
                  <a:lnTo>
                    <a:pt x="5261166" y="1350361"/>
                  </a:lnTo>
                  <a:lnTo>
                    <a:pt x="5261481" y="1349931"/>
                  </a:lnTo>
                  <a:lnTo>
                    <a:pt x="5262428" y="1348639"/>
                  </a:lnTo>
                  <a:lnTo>
                    <a:pt x="5262585" y="1347778"/>
                  </a:lnTo>
                  <a:lnTo>
                    <a:pt x="5262585" y="1347347"/>
                  </a:lnTo>
                  <a:lnTo>
                    <a:pt x="5262743" y="1347347"/>
                  </a:lnTo>
                  <a:lnTo>
                    <a:pt x="5262901" y="1347347"/>
                  </a:lnTo>
                  <a:lnTo>
                    <a:pt x="5263058" y="1347347"/>
                  </a:lnTo>
                  <a:lnTo>
                    <a:pt x="5263216" y="1347347"/>
                  </a:lnTo>
                  <a:lnTo>
                    <a:pt x="5263689" y="1347347"/>
                  </a:lnTo>
                  <a:lnTo>
                    <a:pt x="5263689" y="1346916"/>
                  </a:lnTo>
                  <a:lnTo>
                    <a:pt x="5264951" y="1345194"/>
                  </a:lnTo>
                  <a:lnTo>
                    <a:pt x="5265109" y="1345194"/>
                  </a:lnTo>
                  <a:lnTo>
                    <a:pt x="5265424" y="1344763"/>
                  </a:lnTo>
                  <a:lnTo>
                    <a:pt x="5265582" y="1344763"/>
                  </a:lnTo>
                  <a:lnTo>
                    <a:pt x="5265740" y="1344763"/>
                  </a:lnTo>
                  <a:lnTo>
                    <a:pt x="5267001" y="1344763"/>
                  </a:lnTo>
                  <a:lnTo>
                    <a:pt x="5267317" y="1344763"/>
                  </a:lnTo>
                  <a:lnTo>
                    <a:pt x="5267632" y="1344763"/>
                  </a:lnTo>
                  <a:lnTo>
                    <a:pt x="5267790" y="1344763"/>
                  </a:lnTo>
                  <a:lnTo>
                    <a:pt x="5268894" y="1344333"/>
                  </a:lnTo>
                  <a:lnTo>
                    <a:pt x="5269052" y="1344333"/>
                  </a:lnTo>
                  <a:lnTo>
                    <a:pt x="5269209" y="1344333"/>
                  </a:lnTo>
                  <a:lnTo>
                    <a:pt x="5269367" y="1344333"/>
                  </a:lnTo>
                  <a:lnTo>
                    <a:pt x="5269683" y="1343902"/>
                  </a:lnTo>
                  <a:lnTo>
                    <a:pt x="5270944" y="1343472"/>
                  </a:lnTo>
                  <a:lnTo>
                    <a:pt x="5271102" y="1343472"/>
                  </a:lnTo>
                  <a:lnTo>
                    <a:pt x="5271260" y="1343472"/>
                  </a:lnTo>
                  <a:lnTo>
                    <a:pt x="5271418" y="1343472"/>
                  </a:lnTo>
                  <a:lnTo>
                    <a:pt x="5271891" y="1342610"/>
                  </a:lnTo>
                  <a:lnTo>
                    <a:pt x="5272048" y="1342610"/>
                  </a:lnTo>
                  <a:lnTo>
                    <a:pt x="5272206" y="1342610"/>
                  </a:lnTo>
                  <a:lnTo>
                    <a:pt x="5272364" y="1342180"/>
                  </a:lnTo>
                  <a:lnTo>
                    <a:pt x="5272522" y="1342180"/>
                  </a:lnTo>
                  <a:lnTo>
                    <a:pt x="5272679" y="1342180"/>
                  </a:lnTo>
                  <a:lnTo>
                    <a:pt x="5272995" y="1341749"/>
                  </a:lnTo>
                  <a:lnTo>
                    <a:pt x="5273152" y="1341749"/>
                  </a:lnTo>
                  <a:lnTo>
                    <a:pt x="5273468" y="1341749"/>
                  </a:lnTo>
                  <a:lnTo>
                    <a:pt x="5274887" y="1341319"/>
                  </a:lnTo>
                  <a:lnTo>
                    <a:pt x="5275203" y="1340888"/>
                  </a:lnTo>
                  <a:lnTo>
                    <a:pt x="5275676" y="1340027"/>
                  </a:lnTo>
                  <a:lnTo>
                    <a:pt x="5275834" y="1340027"/>
                  </a:lnTo>
                  <a:lnTo>
                    <a:pt x="5276938" y="1339596"/>
                  </a:lnTo>
                  <a:lnTo>
                    <a:pt x="5277095" y="1339596"/>
                  </a:lnTo>
                  <a:lnTo>
                    <a:pt x="5277411" y="1339596"/>
                  </a:lnTo>
                  <a:lnTo>
                    <a:pt x="5277569" y="1339596"/>
                  </a:lnTo>
                  <a:lnTo>
                    <a:pt x="5278515" y="1339166"/>
                  </a:lnTo>
                  <a:lnTo>
                    <a:pt x="5278515" y="1338735"/>
                  </a:lnTo>
                  <a:lnTo>
                    <a:pt x="5278673" y="1338735"/>
                  </a:lnTo>
                  <a:lnTo>
                    <a:pt x="5279146" y="1338735"/>
                  </a:lnTo>
                  <a:lnTo>
                    <a:pt x="5279303" y="1338735"/>
                  </a:lnTo>
                  <a:lnTo>
                    <a:pt x="5279303" y="1338304"/>
                  </a:lnTo>
                  <a:lnTo>
                    <a:pt x="5279461" y="1338304"/>
                  </a:lnTo>
                  <a:lnTo>
                    <a:pt x="5279619" y="1337874"/>
                  </a:lnTo>
                  <a:lnTo>
                    <a:pt x="5279777" y="1337874"/>
                  </a:lnTo>
                  <a:lnTo>
                    <a:pt x="5279934" y="1337874"/>
                  </a:lnTo>
                  <a:lnTo>
                    <a:pt x="5280250" y="1337874"/>
                  </a:lnTo>
                  <a:lnTo>
                    <a:pt x="5280565" y="1337874"/>
                  </a:lnTo>
                  <a:lnTo>
                    <a:pt x="5280723" y="1337874"/>
                  </a:lnTo>
                  <a:lnTo>
                    <a:pt x="5280881" y="1337874"/>
                  </a:lnTo>
                  <a:lnTo>
                    <a:pt x="5281196" y="1337874"/>
                  </a:lnTo>
                  <a:lnTo>
                    <a:pt x="5281354" y="1337874"/>
                  </a:lnTo>
                  <a:lnTo>
                    <a:pt x="5281511" y="1337874"/>
                  </a:lnTo>
                  <a:lnTo>
                    <a:pt x="5281985" y="1337874"/>
                  </a:lnTo>
                  <a:lnTo>
                    <a:pt x="5282142" y="1337874"/>
                  </a:lnTo>
                  <a:lnTo>
                    <a:pt x="5285454" y="1335290"/>
                  </a:lnTo>
                  <a:lnTo>
                    <a:pt x="5285770" y="1335290"/>
                  </a:lnTo>
                  <a:lnTo>
                    <a:pt x="5285928" y="1335290"/>
                  </a:lnTo>
                  <a:lnTo>
                    <a:pt x="5287189" y="1334429"/>
                  </a:lnTo>
                  <a:lnTo>
                    <a:pt x="5287820" y="1334429"/>
                  </a:lnTo>
                  <a:lnTo>
                    <a:pt x="5288136" y="1334429"/>
                  </a:lnTo>
                  <a:lnTo>
                    <a:pt x="5288293" y="1333998"/>
                  </a:lnTo>
                  <a:lnTo>
                    <a:pt x="5288609" y="1333998"/>
                  </a:lnTo>
                  <a:lnTo>
                    <a:pt x="5288924" y="1333998"/>
                  </a:lnTo>
                  <a:lnTo>
                    <a:pt x="5289397" y="1333998"/>
                  </a:lnTo>
                  <a:lnTo>
                    <a:pt x="5289713" y="1333998"/>
                  </a:lnTo>
                  <a:lnTo>
                    <a:pt x="5289871" y="1333998"/>
                  </a:lnTo>
                  <a:lnTo>
                    <a:pt x="5290501" y="1333998"/>
                  </a:lnTo>
                  <a:lnTo>
                    <a:pt x="5290659" y="1333998"/>
                  </a:lnTo>
                  <a:lnTo>
                    <a:pt x="5290817" y="1333998"/>
                  </a:lnTo>
                  <a:lnTo>
                    <a:pt x="5291448" y="1333998"/>
                  </a:lnTo>
                  <a:lnTo>
                    <a:pt x="5291448" y="1333568"/>
                  </a:lnTo>
                  <a:lnTo>
                    <a:pt x="5291605" y="1333568"/>
                  </a:lnTo>
                  <a:lnTo>
                    <a:pt x="5291763" y="1333568"/>
                  </a:lnTo>
                  <a:lnTo>
                    <a:pt x="5291921" y="1333568"/>
                  </a:lnTo>
                  <a:lnTo>
                    <a:pt x="5292552" y="1333568"/>
                  </a:lnTo>
                  <a:lnTo>
                    <a:pt x="5292709" y="1333568"/>
                  </a:lnTo>
                  <a:lnTo>
                    <a:pt x="5293656" y="1333137"/>
                  </a:lnTo>
                  <a:lnTo>
                    <a:pt x="5294444" y="1333137"/>
                  </a:lnTo>
                  <a:lnTo>
                    <a:pt x="5294760" y="1333137"/>
                  </a:lnTo>
                  <a:lnTo>
                    <a:pt x="5295233" y="1331845"/>
                  </a:lnTo>
                  <a:lnTo>
                    <a:pt x="5295391" y="1331845"/>
                  </a:lnTo>
                  <a:lnTo>
                    <a:pt x="5295548" y="1331845"/>
                  </a:lnTo>
                  <a:lnTo>
                    <a:pt x="5296337" y="1331415"/>
                  </a:lnTo>
                  <a:lnTo>
                    <a:pt x="5296652" y="1330984"/>
                  </a:lnTo>
                  <a:lnTo>
                    <a:pt x="5296810" y="1330984"/>
                  </a:lnTo>
                  <a:lnTo>
                    <a:pt x="5297283" y="1330984"/>
                  </a:lnTo>
                  <a:lnTo>
                    <a:pt x="5297441" y="1330984"/>
                  </a:lnTo>
                  <a:lnTo>
                    <a:pt x="5297756" y="1330984"/>
                  </a:lnTo>
                  <a:lnTo>
                    <a:pt x="5297914" y="1330984"/>
                  </a:lnTo>
                  <a:lnTo>
                    <a:pt x="5298387" y="1330984"/>
                  </a:lnTo>
                  <a:lnTo>
                    <a:pt x="5299176" y="1330123"/>
                  </a:lnTo>
                  <a:lnTo>
                    <a:pt x="5299334" y="1330123"/>
                  </a:lnTo>
                  <a:lnTo>
                    <a:pt x="5299649" y="1330123"/>
                  </a:lnTo>
                  <a:lnTo>
                    <a:pt x="5299807" y="1330123"/>
                  </a:lnTo>
                  <a:lnTo>
                    <a:pt x="5299965" y="1330123"/>
                  </a:lnTo>
                  <a:lnTo>
                    <a:pt x="5299965" y="1329692"/>
                  </a:lnTo>
                  <a:lnTo>
                    <a:pt x="5300911" y="1328831"/>
                  </a:lnTo>
                  <a:lnTo>
                    <a:pt x="5301069" y="1328831"/>
                  </a:lnTo>
                  <a:lnTo>
                    <a:pt x="5301226" y="1328831"/>
                  </a:lnTo>
                  <a:lnTo>
                    <a:pt x="5301226" y="1328401"/>
                  </a:lnTo>
                  <a:lnTo>
                    <a:pt x="5301384" y="1327970"/>
                  </a:lnTo>
                  <a:lnTo>
                    <a:pt x="5301542" y="1327970"/>
                  </a:lnTo>
                  <a:lnTo>
                    <a:pt x="5302173" y="1327970"/>
                  </a:lnTo>
                  <a:lnTo>
                    <a:pt x="5302173" y="1326678"/>
                  </a:lnTo>
                  <a:lnTo>
                    <a:pt x="5302803" y="1326678"/>
                  </a:lnTo>
                  <a:lnTo>
                    <a:pt x="5302961" y="1326678"/>
                  </a:lnTo>
                  <a:lnTo>
                    <a:pt x="5303277" y="1326678"/>
                  </a:lnTo>
                  <a:lnTo>
                    <a:pt x="5303434" y="1326678"/>
                  </a:lnTo>
                  <a:lnTo>
                    <a:pt x="5304065" y="1326678"/>
                  </a:lnTo>
                  <a:lnTo>
                    <a:pt x="5304381" y="1326248"/>
                  </a:lnTo>
                  <a:lnTo>
                    <a:pt x="5304381" y="1325817"/>
                  </a:lnTo>
                  <a:lnTo>
                    <a:pt x="5304538" y="1325386"/>
                  </a:lnTo>
                  <a:lnTo>
                    <a:pt x="5304696" y="1325386"/>
                  </a:lnTo>
                  <a:lnTo>
                    <a:pt x="5305800" y="1324956"/>
                  </a:lnTo>
                  <a:lnTo>
                    <a:pt x="5305958" y="1324956"/>
                  </a:lnTo>
                  <a:lnTo>
                    <a:pt x="5306116" y="1324525"/>
                  </a:lnTo>
                  <a:lnTo>
                    <a:pt x="5306116" y="1324095"/>
                  </a:lnTo>
                  <a:lnTo>
                    <a:pt x="5306273" y="1323664"/>
                  </a:lnTo>
                  <a:lnTo>
                    <a:pt x="5306431" y="1323664"/>
                  </a:lnTo>
                  <a:lnTo>
                    <a:pt x="5306904" y="1323664"/>
                  </a:lnTo>
                  <a:lnTo>
                    <a:pt x="5307377" y="1323233"/>
                  </a:lnTo>
                  <a:lnTo>
                    <a:pt x="5307535" y="1323233"/>
                  </a:lnTo>
                  <a:lnTo>
                    <a:pt x="5307693" y="1323233"/>
                  </a:lnTo>
                  <a:lnTo>
                    <a:pt x="5308324" y="1323233"/>
                  </a:lnTo>
                  <a:lnTo>
                    <a:pt x="5308481" y="1323233"/>
                  </a:lnTo>
                  <a:lnTo>
                    <a:pt x="5308954" y="1323233"/>
                  </a:lnTo>
                  <a:lnTo>
                    <a:pt x="5310058" y="1322372"/>
                  </a:lnTo>
                  <a:lnTo>
                    <a:pt x="5310847" y="1322372"/>
                  </a:lnTo>
                  <a:lnTo>
                    <a:pt x="5311005" y="1322372"/>
                  </a:lnTo>
                  <a:lnTo>
                    <a:pt x="5311320" y="1321942"/>
                  </a:lnTo>
                  <a:lnTo>
                    <a:pt x="5311478" y="1321942"/>
                  </a:lnTo>
                  <a:lnTo>
                    <a:pt x="5311478" y="1321511"/>
                  </a:lnTo>
                  <a:lnTo>
                    <a:pt x="5311951" y="1321080"/>
                  </a:lnTo>
                  <a:lnTo>
                    <a:pt x="5312424" y="1321080"/>
                  </a:lnTo>
                  <a:lnTo>
                    <a:pt x="5312582" y="1321080"/>
                  </a:lnTo>
                  <a:lnTo>
                    <a:pt x="5312897" y="1319789"/>
                  </a:lnTo>
                  <a:lnTo>
                    <a:pt x="5313055" y="1319789"/>
                  </a:lnTo>
                  <a:lnTo>
                    <a:pt x="5313213" y="1319789"/>
                  </a:lnTo>
                  <a:lnTo>
                    <a:pt x="5313686" y="1319358"/>
                  </a:lnTo>
                  <a:lnTo>
                    <a:pt x="5314475" y="1318497"/>
                  </a:lnTo>
                  <a:lnTo>
                    <a:pt x="5314475" y="1318066"/>
                  </a:lnTo>
                  <a:lnTo>
                    <a:pt x="5314790" y="1317636"/>
                  </a:lnTo>
                  <a:lnTo>
                    <a:pt x="5315105" y="1317636"/>
                  </a:lnTo>
                  <a:lnTo>
                    <a:pt x="5316210" y="1317205"/>
                  </a:lnTo>
                  <a:lnTo>
                    <a:pt x="5316367" y="1317205"/>
                  </a:lnTo>
                  <a:lnTo>
                    <a:pt x="5316683" y="1316774"/>
                  </a:lnTo>
                  <a:lnTo>
                    <a:pt x="5317314" y="1316344"/>
                  </a:lnTo>
                  <a:lnTo>
                    <a:pt x="5317787" y="1316344"/>
                  </a:lnTo>
                  <a:lnTo>
                    <a:pt x="5318102" y="1315913"/>
                  </a:lnTo>
                  <a:lnTo>
                    <a:pt x="5318260" y="1315483"/>
                  </a:lnTo>
                  <a:lnTo>
                    <a:pt x="5318260" y="1315052"/>
                  </a:lnTo>
                  <a:lnTo>
                    <a:pt x="5318418" y="1315052"/>
                  </a:lnTo>
                  <a:lnTo>
                    <a:pt x="5318418" y="1314621"/>
                  </a:lnTo>
                  <a:lnTo>
                    <a:pt x="5318575" y="1314621"/>
                  </a:lnTo>
                  <a:lnTo>
                    <a:pt x="5318733" y="1314621"/>
                  </a:lnTo>
                  <a:lnTo>
                    <a:pt x="5318733" y="1314191"/>
                  </a:lnTo>
                  <a:lnTo>
                    <a:pt x="5319048" y="1314191"/>
                  </a:lnTo>
                  <a:lnTo>
                    <a:pt x="5319206" y="1314191"/>
                  </a:lnTo>
                  <a:lnTo>
                    <a:pt x="5319522" y="1314191"/>
                  </a:lnTo>
                  <a:lnTo>
                    <a:pt x="5320468" y="1313760"/>
                  </a:lnTo>
                  <a:lnTo>
                    <a:pt x="5320783" y="1313760"/>
                  </a:lnTo>
                  <a:lnTo>
                    <a:pt x="5320783" y="1312899"/>
                  </a:lnTo>
                  <a:lnTo>
                    <a:pt x="5321887" y="1312038"/>
                  </a:lnTo>
                  <a:lnTo>
                    <a:pt x="5322361" y="1312038"/>
                  </a:lnTo>
                  <a:lnTo>
                    <a:pt x="5322676" y="1311177"/>
                  </a:lnTo>
                  <a:lnTo>
                    <a:pt x="5323149" y="1310746"/>
                  </a:lnTo>
                  <a:lnTo>
                    <a:pt x="5323149" y="1310315"/>
                  </a:lnTo>
                  <a:lnTo>
                    <a:pt x="5323307" y="1310315"/>
                  </a:lnTo>
                  <a:lnTo>
                    <a:pt x="5323622" y="1310315"/>
                  </a:lnTo>
                  <a:lnTo>
                    <a:pt x="5324095" y="1309454"/>
                  </a:lnTo>
                  <a:lnTo>
                    <a:pt x="5324411" y="1309454"/>
                  </a:lnTo>
                  <a:lnTo>
                    <a:pt x="5324411" y="1309024"/>
                  </a:lnTo>
                  <a:lnTo>
                    <a:pt x="5324569" y="1308593"/>
                  </a:lnTo>
                  <a:lnTo>
                    <a:pt x="5324726" y="1308593"/>
                  </a:lnTo>
                  <a:lnTo>
                    <a:pt x="5324884" y="1308593"/>
                  </a:lnTo>
                  <a:lnTo>
                    <a:pt x="5325042" y="1308593"/>
                  </a:lnTo>
                  <a:lnTo>
                    <a:pt x="5325199" y="1308593"/>
                  </a:lnTo>
                  <a:lnTo>
                    <a:pt x="5325357" y="1308593"/>
                  </a:lnTo>
                  <a:lnTo>
                    <a:pt x="5325673" y="1308162"/>
                  </a:lnTo>
                  <a:lnTo>
                    <a:pt x="5328669" y="1307732"/>
                  </a:lnTo>
                  <a:lnTo>
                    <a:pt x="5328827" y="1307732"/>
                  </a:lnTo>
                  <a:lnTo>
                    <a:pt x="5329142" y="1307732"/>
                  </a:lnTo>
                  <a:lnTo>
                    <a:pt x="5330089" y="1307732"/>
                  </a:lnTo>
                  <a:lnTo>
                    <a:pt x="5330246" y="1307732"/>
                  </a:lnTo>
                  <a:lnTo>
                    <a:pt x="5330404" y="1307732"/>
                  </a:lnTo>
                  <a:lnTo>
                    <a:pt x="5330404" y="1307301"/>
                  </a:lnTo>
                  <a:lnTo>
                    <a:pt x="5330562" y="1307301"/>
                  </a:lnTo>
                  <a:lnTo>
                    <a:pt x="5331193" y="1307301"/>
                  </a:lnTo>
                  <a:lnTo>
                    <a:pt x="5331350" y="1307301"/>
                  </a:lnTo>
                  <a:lnTo>
                    <a:pt x="5331508" y="1306440"/>
                  </a:lnTo>
                  <a:lnTo>
                    <a:pt x="5331666" y="1305579"/>
                  </a:lnTo>
                  <a:lnTo>
                    <a:pt x="5332139" y="1305579"/>
                  </a:lnTo>
                  <a:lnTo>
                    <a:pt x="5332454" y="1305579"/>
                  </a:lnTo>
                  <a:lnTo>
                    <a:pt x="5332454" y="1305148"/>
                  </a:lnTo>
                  <a:lnTo>
                    <a:pt x="5332612" y="1304718"/>
                  </a:lnTo>
                  <a:lnTo>
                    <a:pt x="5332770" y="1304718"/>
                  </a:lnTo>
                  <a:lnTo>
                    <a:pt x="5333401" y="1304718"/>
                  </a:lnTo>
                  <a:lnTo>
                    <a:pt x="5333401" y="1304287"/>
                  </a:lnTo>
                  <a:lnTo>
                    <a:pt x="5333559" y="1303856"/>
                  </a:lnTo>
                  <a:lnTo>
                    <a:pt x="5334189" y="1303856"/>
                  </a:lnTo>
                  <a:lnTo>
                    <a:pt x="5334663" y="1303856"/>
                  </a:lnTo>
                  <a:lnTo>
                    <a:pt x="5334978" y="1303426"/>
                  </a:lnTo>
                  <a:lnTo>
                    <a:pt x="5335293" y="1303426"/>
                  </a:lnTo>
                  <a:lnTo>
                    <a:pt x="5336713" y="1302134"/>
                  </a:lnTo>
                  <a:lnTo>
                    <a:pt x="5337501" y="1302134"/>
                  </a:lnTo>
                  <a:lnTo>
                    <a:pt x="5338132" y="1302134"/>
                  </a:lnTo>
                  <a:lnTo>
                    <a:pt x="5339079" y="1301703"/>
                  </a:lnTo>
                  <a:lnTo>
                    <a:pt x="5339236" y="1301703"/>
                  </a:lnTo>
                  <a:lnTo>
                    <a:pt x="5339394" y="1301703"/>
                  </a:lnTo>
                  <a:lnTo>
                    <a:pt x="5339552" y="1301703"/>
                  </a:lnTo>
                  <a:lnTo>
                    <a:pt x="5339867" y="1301703"/>
                  </a:lnTo>
                  <a:lnTo>
                    <a:pt x="5340183" y="1301703"/>
                  </a:lnTo>
                  <a:lnTo>
                    <a:pt x="5340656" y="1301273"/>
                  </a:lnTo>
                  <a:lnTo>
                    <a:pt x="5340814" y="1301273"/>
                  </a:lnTo>
                  <a:lnTo>
                    <a:pt x="5341129" y="1301273"/>
                  </a:lnTo>
                  <a:lnTo>
                    <a:pt x="5342391" y="1301273"/>
                  </a:lnTo>
                  <a:lnTo>
                    <a:pt x="5343179" y="1300842"/>
                  </a:lnTo>
                  <a:lnTo>
                    <a:pt x="5343968" y="1300842"/>
                  </a:lnTo>
                  <a:lnTo>
                    <a:pt x="5344126" y="1300842"/>
                  </a:lnTo>
                  <a:lnTo>
                    <a:pt x="5344599" y="1300842"/>
                  </a:lnTo>
                  <a:lnTo>
                    <a:pt x="5344757" y="1300842"/>
                  </a:lnTo>
                  <a:lnTo>
                    <a:pt x="5345230" y="1299550"/>
                  </a:lnTo>
                  <a:lnTo>
                    <a:pt x="5345861" y="1299550"/>
                  </a:lnTo>
                  <a:lnTo>
                    <a:pt x="5346018" y="1299120"/>
                  </a:lnTo>
                  <a:lnTo>
                    <a:pt x="5346334" y="1299120"/>
                  </a:lnTo>
                  <a:lnTo>
                    <a:pt x="5346491" y="1299120"/>
                  </a:lnTo>
                  <a:lnTo>
                    <a:pt x="5346649" y="1298689"/>
                  </a:lnTo>
                  <a:lnTo>
                    <a:pt x="5346807" y="1298689"/>
                  </a:lnTo>
                  <a:lnTo>
                    <a:pt x="5348069" y="1296967"/>
                  </a:lnTo>
                  <a:lnTo>
                    <a:pt x="5348542" y="1296967"/>
                  </a:lnTo>
                  <a:lnTo>
                    <a:pt x="5348699" y="1296967"/>
                  </a:lnTo>
                  <a:lnTo>
                    <a:pt x="5348857" y="1296967"/>
                  </a:lnTo>
                  <a:lnTo>
                    <a:pt x="5349015" y="1296967"/>
                  </a:lnTo>
                  <a:lnTo>
                    <a:pt x="5349173" y="1296967"/>
                  </a:lnTo>
                  <a:lnTo>
                    <a:pt x="5349173" y="1296536"/>
                  </a:lnTo>
                  <a:lnTo>
                    <a:pt x="5349330" y="1296536"/>
                  </a:lnTo>
                  <a:lnTo>
                    <a:pt x="5349488" y="1296536"/>
                  </a:lnTo>
                  <a:lnTo>
                    <a:pt x="5349646" y="1296536"/>
                  </a:lnTo>
                  <a:lnTo>
                    <a:pt x="5350119" y="1296536"/>
                  </a:lnTo>
                  <a:lnTo>
                    <a:pt x="5350434" y="1296536"/>
                  </a:lnTo>
                  <a:lnTo>
                    <a:pt x="5350750" y="1296106"/>
                  </a:lnTo>
                  <a:lnTo>
                    <a:pt x="5350908" y="1296106"/>
                  </a:lnTo>
                  <a:lnTo>
                    <a:pt x="5351223" y="1296106"/>
                  </a:lnTo>
                  <a:lnTo>
                    <a:pt x="5351381" y="1295675"/>
                  </a:lnTo>
                  <a:lnTo>
                    <a:pt x="5352485" y="1295244"/>
                  </a:lnTo>
                  <a:lnTo>
                    <a:pt x="5352642" y="1295244"/>
                  </a:lnTo>
                  <a:lnTo>
                    <a:pt x="5353589" y="1295244"/>
                  </a:lnTo>
                  <a:lnTo>
                    <a:pt x="5353746" y="1295244"/>
                  </a:lnTo>
                  <a:lnTo>
                    <a:pt x="5353904" y="1295244"/>
                  </a:lnTo>
                  <a:lnTo>
                    <a:pt x="5354377" y="1295244"/>
                  </a:lnTo>
                  <a:lnTo>
                    <a:pt x="5354693" y="1295244"/>
                  </a:lnTo>
                  <a:lnTo>
                    <a:pt x="5355008" y="1295244"/>
                  </a:lnTo>
                  <a:lnTo>
                    <a:pt x="5355797" y="1295244"/>
                  </a:lnTo>
                  <a:lnTo>
                    <a:pt x="5355955" y="1295244"/>
                  </a:lnTo>
                  <a:lnTo>
                    <a:pt x="5357059" y="1294383"/>
                  </a:lnTo>
                  <a:lnTo>
                    <a:pt x="5357532" y="1293522"/>
                  </a:lnTo>
                  <a:lnTo>
                    <a:pt x="5357847" y="1293522"/>
                  </a:lnTo>
                  <a:lnTo>
                    <a:pt x="5358163" y="1293522"/>
                  </a:lnTo>
                  <a:lnTo>
                    <a:pt x="5358163" y="1292661"/>
                  </a:lnTo>
                  <a:lnTo>
                    <a:pt x="5358320" y="1292661"/>
                  </a:lnTo>
                  <a:lnTo>
                    <a:pt x="5358793" y="1292661"/>
                  </a:lnTo>
                  <a:lnTo>
                    <a:pt x="5358793" y="1292230"/>
                  </a:lnTo>
                  <a:lnTo>
                    <a:pt x="5359424" y="1291800"/>
                  </a:lnTo>
                  <a:lnTo>
                    <a:pt x="5359582" y="1291800"/>
                  </a:lnTo>
                  <a:lnTo>
                    <a:pt x="5360213" y="1291800"/>
                  </a:lnTo>
                  <a:lnTo>
                    <a:pt x="5360371" y="1291800"/>
                  </a:lnTo>
                  <a:lnTo>
                    <a:pt x="5360371" y="1291369"/>
                  </a:lnTo>
                  <a:lnTo>
                    <a:pt x="5360844" y="1291369"/>
                  </a:lnTo>
                  <a:lnTo>
                    <a:pt x="5362894" y="1289647"/>
                  </a:lnTo>
                  <a:lnTo>
                    <a:pt x="5363367" y="1289647"/>
                  </a:lnTo>
                  <a:lnTo>
                    <a:pt x="5363683" y="1289647"/>
                  </a:lnTo>
                  <a:lnTo>
                    <a:pt x="5364156" y="1289647"/>
                  </a:lnTo>
                  <a:lnTo>
                    <a:pt x="5364471" y="1289647"/>
                  </a:lnTo>
                  <a:lnTo>
                    <a:pt x="5364629" y="1289216"/>
                  </a:lnTo>
                  <a:lnTo>
                    <a:pt x="5364787" y="1289216"/>
                  </a:lnTo>
                  <a:lnTo>
                    <a:pt x="5364944" y="1289216"/>
                  </a:lnTo>
                  <a:lnTo>
                    <a:pt x="5365418" y="1289216"/>
                  </a:lnTo>
                  <a:lnTo>
                    <a:pt x="5365575" y="1289216"/>
                  </a:lnTo>
                  <a:lnTo>
                    <a:pt x="5365891" y="1288785"/>
                  </a:lnTo>
                  <a:lnTo>
                    <a:pt x="5367310" y="1288355"/>
                  </a:lnTo>
                  <a:lnTo>
                    <a:pt x="5367468" y="1287924"/>
                  </a:lnTo>
                  <a:lnTo>
                    <a:pt x="5367941" y="1287924"/>
                  </a:lnTo>
                  <a:lnTo>
                    <a:pt x="5368099" y="1287924"/>
                  </a:lnTo>
                  <a:lnTo>
                    <a:pt x="5368414" y="1287924"/>
                  </a:lnTo>
                  <a:lnTo>
                    <a:pt x="5368572" y="1287924"/>
                  </a:lnTo>
                  <a:lnTo>
                    <a:pt x="5368730" y="1287924"/>
                  </a:lnTo>
                  <a:lnTo>
                    <a:pt x="5368887" y="1287924"/>
                  </a:lnTo>
                  <a:lnTo>
                    <a:pt x="5369203" y="1287494"/>
                  </a:lnTo>
                  <a:lnTo>
                    <a:pt x="5369518" y="1287494"/>
                  </a:lnTo>
                  <a:lnTo>
                    <a:pt x="5369991" y="1287063"/>
                  </a:lnTo>
                  <a:lnTo>
                    <a:pt x="5370149" y="1287063"/>
                  </a:lnTo>
                  <a:lnTo>
                    <a:pt x="5370307" y="1287063"/>
                  </a:lnTo>
                  <a:lnTo>
                    <a:pt x="5371095" y="1286632"/>
                  </a:lnTo>
                  <a:lnTo>
                    <a:pt x="5371095" y="1286202"/>
                  </a:lnTo>
                  <a:lnTo>
                    <a:pt x="5372199" y="1285341"/>
                  </a:lnTo>
                  <a:lnTo>
                    <a:pt x="5372515" y="1285341"/>
                  </a:lnTo>
                  <a:lnTo>
                    <a:pt x="5374092" y="1284910"/>
                  </a:lnTo>
                  <a:lnTo>
                    <a:pt x="5374565" y="1284910"/>
                  </a:lnTo>
                  <a:lnTo>
                    <a:pt x="5374723" y="1284910"/>
                  </a:lnTo>
                  <a:lnTo>
                    <a:pt x="5375038" y="1284910"/>
                  </a:lnTo>
                  <a:lnTo>
                    <a:pt x="5375196" y="1284479"/>
                  </a:lnTo>
                  <a:lnTo>
                    <a:pt x="5375354" y="1284479"/>
                  </a:lnTo>
                  <a:lnTo>
                    <a:pt x="5375512" y="1284479"/>
                  </a:lnTo>
                  <a:lnTo>
                    <a:pt x="5375669" y="1284479"/>
                  </a:lnTo>
                  <a:lnTo>
                    <a:pt x="5376458" y="1284049"/>
                  </a:lnTo>
                  <a:lnTo>
                    <a:pt x="5376931" y="1283618"/>
                  </a:lnTo>
                  <a:lnTo>
                    <a:pt x="5377246" y="1283618"/>
                  </a:lnTo>
                  <a:lnTo>
                    <a:pt x="5377720" y="1283618"/>
                  </a:lnTo>
                  <a:lnTo>
                    <a:pt x="5377877" y="1283618"/>
                  </a:lnTo>
                  <a:lnTo>
                    <a:pt x="5378035" y="1283618"/>
                  </a:lnTo>
                  <a:lnTo>
                    <a:pt x="5378508" y="1283618"/>
                  </a:lnTo>
                  <a:lnTo>
                    <a:pt x="5378824" y="1283618"/>
                  </a:lnTo>
                  <a:lnTo>
                    <a:pt x="5379297" y="1283618"/>
                  </a:lnTo>
                  <a:lnTo>
                    <a:pt x="5379455" y="1283618"/>
                  </a:lnTo>
                  <a:lnTo>
                    <a:pt x="5379612" y="1283618"/>
                  </a:lnTo>
                  <a:lnTo>
                    <a:pt x="5379928" y="1283618"/>
                  </a:lnTo>
                  <a:lnTo>
                    <a:pt x="5380085" y="1283188"/>
                  </a:lnTo>
                  <a:lnTo>
                    <a:pt x="5380559" y="1283188"/>
                  </a:lnTo>
                  <a:lnTo>
                    <a:pt x="5380716" y="1283188"/>
                  </a:lnTo>
                  <a:lnTo>
                    <a:pt x="5380874" y="1283188"/>
                  </a:lnTo>
                  <a:lnTo>
                    <a:pt x="5382924" y="1281465"/>
                  </a:lnTo>
                  <a:lnTo>
                    <a:pt x="5382924" y="1280604"/>
                  </a:lnTo>
                  <a:lnTo>
                    <a:pt x="5383240" y="1280604"/>
                  </a:lnTo>
                  <a:lnTo>
                    <a:pt x="5383397" y="1280604"/>
                  </a:lnTo>
                  <a:lnTo>
                    <a:pt x="5383555" y="1280604"/>
                  </a:lnTo>
                  <a:lnTo>
                    <a:pt x="5384028" y="1280604"/>
                  </a:lnTo>
                  <a:lnTo>
                    <a:pt x="5384186" y="1280604"/>
                  </a:lnTo>
                  <a:lnTo>
                    <a:pt x="5384344" y="1280604"/>
                  </a:lnTo>
                  <a:lnTo>
                    <a:pt x="5384502" y="1280604"/>
                  </a:lnTo>
                  <a:lnTo>
                    <a:pt x="5384817" y="1280604"/>
                  </a:lnTo>
                  <a:lnTo>
                    <a:pt x="5385448" y="1280604"/>
                  </a:lnTo>
                  <a:lnTo>
                    <a:pt x="5385606" y="1280604"/>
                  </a:lnTo>
                  <a:lnTo>
                    <a:pt x="5385763" y="1280604"/>
                  </a:lnTo>
                  <a:lnTo>
                    <a:pt x="5386710" y="1279743"/>
                  </a:lnTo>
                  <a:lnTo>
                    <a:pt x="5387025" y="1278882"/>
                  </a:lnTo>
                  <a:lnTo>
                    <a:pt x="5387340" y="1278882"/>
                  </a:lnTo>
                  <a:lnTo>
                    <a:pt x="5387498" y="1278882"/>
                  </a:lnTo>
                  <a:lnTo>
                    <a:pt x="5387656" y="1278882"/>
                  </a:lnTo>
                  <a:lnTo>
                    <a:pt x="5387814" y="1278882"/>
                  </a:lnTo>
                  <a:lnTo>
                    <a:pt x="5387971" y="1278882"/>
                  </a:lnTo>
                  <a:lnTo>
                    <a:pt x="5389391" y="1278020"/>
                  </a:lnTo>
                  <a:lnTo>
                    <a:pt x="5390179" y="1278020"/>
                  </a:lnTo>
                  <a:lnTo>
                    <a:pt x="5390810" y="1278020"/>
                  </a:lnTo>
                  <a:lnTo>
                    <a:pt x="5390968" y="1278020"/>
                  </a:lnTo>
                  <a:lnTo>
                    <a:pt x="5391126" y="1278020"/>
                  </a:lnTo>
                  <a:lnTo>
                    <a:pt x="5391283" y="1277590"/>
                  </a:lnTo>
                  <a:lnTo>
                    <a:pt x="5391914" y="1277159"/>
                  </a:lnTo>
                  <a:lnTo>
                    <a:pt x="5392072" y="1277159"/>
                  </a:lnTo>
                  <a:lnTo>
                    <a:pt x="5392861" y="1276729"/>
                  </a:lnTo>
                  <a:lnTo>
                    <a:pt x="5393018" y="1276729"/>
                  </a:lnTo>
                  <a:lnTo>
                    <a:pt x="5393491" y="1276729"/>
                  </a:lnTo>
                  <a:lnTo>
                    <a:pt x="5394595" y="1276298"/>
                  </a:lnTo>
                  <a:lnTo>
                    <a:pt x="5394911" y="1276298"/>
                  </a:lnTo>
                  <a:lnTo>
                    <a:pt x="5394911" y="1275867"/>
                  </a:lnTo>
                  <a:lnTo>
                    <a:pt x="5394911" y="1275437"/>
                  </a:lnTo>
                  <a:lnTo>
                    <a:pt x="5395069" y="1275437"/>
                  </a:lnTo>
                  <a:lnTo>
                    <a:pt x="5395542" y="1275006"/>
                  </a:lnTo>
                  <a:lnTo>
                    <a:pt x="5395700" y="1274145"/>
                  </a:lnTo>
                  <a:lnTo>
                    <a:pt x="5396173" y="1274145"/>
                  </a:lnTo>
                  <a:lnTo>
                    <a:pt x="5396173" y="1273714"/>
                  </a:lnTo>
                  <a:lnTo>
                    <a:pt x="5396961" y="1272853"/>
                  </a:lnTo>
                  <a:lnTo>
                    <a:pt x="5397592" y="1272853"/>
                  </a:lnTo>
                  <a:lnTo>
                    <a:pt x="5398223" y="1271992"/>
                  </a:lnTo>
                  <a:lnTo>
                    <a:pt x="5398696" y="1271992"/>
                  </a:lnTo>
                  <a:lnTo>
                    <a:pt x="5399327" y="1271992"/>
                  </a:lnTo>
                  <a:lnTo>
                    <a:pt x="5399485" y="1271561"/>
                  </a:lnTo>
                  <a:lnTo>
                    <a:pt x="5399800" y="1271561"/>
                  </a:lnTo>
                  <a:lnTo>
                    <a:pt x="5400116" y="1271561"/>
                  </a:lnTo>
                  <a:lnTo>
                    <a:pt x="5400589" y="1271131"/>
                  </a:lnTo>
                  <a:lnTo>
                    <a:pt x="5400904" y="1271131"/>
                  </a:lnTo>
                  <a:lnTo>
                    <a:pt x="5402166" y="1270270"/>
                  </a:lnTo>
                  <a:lnTo>
                    <a:pt x="5402324" y="1270270"/>
                  </a:lnTo>
                  <a:lnTo>
                    <a:pt x="5402481" y="1270270"/>
                  </a:lnTo>
                  <a:lnTo>
                    <a:pt x="5403112" y="1269839"/>
                  </a:lnTo>
                  <a:lnTo>
                    <a:pt x="5403270" y="1269839"/>
                  </a:lnTo>
                  <a:lnTo>
                    <a:pt x="5403428" y="1269839"/>
                  </a:lnTo>
                  <a:lnTo>
                    <a:pt x="5404374" y="1269839"/>
                  </a:lnTo>
                  <a:lnTo>
                    <a:pt x="5404532" y="1269839"/>
                  </a:lnTo>
                  <a:lnTo>
                    <a:pt x="5404689" y="1269839"/>
                  </a:lnTo>
                  <a:lnTo>
                    <a:pt x="5404847" y="1269408"/>
                  </a:lnTo>
                  <a:lnTo>
                    <a:pt x="5405636" y="1268117"/>
                  </a:lnTo>
                  <a:lnTo>
                    <a:pt x="5405793" y="1268117"/>
                  </a:lnTo>
                  <a:lnTo>
                    <a:pt x="5405951" y="1268117"/>
                  </a:lnTo>
                  <a:lnTo>
                    <a:pt x="5407055" y="1267686"/>
                  </a:lnTo>
                  <a:lnTo>
                    <a:pt x="5407213" y="1267686"/>
                  </a:lnTo>
                  <a:lnTo>
                    <a:pt x="5407686" y="1267686"/>
                  </a:lnTo>
                  <a:lnTo>
                    <a:pt x="5408475" y="1267686"/>
                  </a:lnTo>
                  <a:lnTo>
                    <a:pt x="5408632" y="1267686"/>
                  </a:lnTo>
                  <a:lnTo>
                    <a:pt x="5408790" y="1267686"/>
                  </a:lnTo>
                  <a:lnTo>
                    <a:pt x="5410683" y="1267255"/>
                  </a:lnTo>
                  <a:lnTo>
                    <a:pt x="5410840" y="1266825"/>
                  </a:lnTo>
                  <a:lnTo>
                    <a:pt x="5411156" y="1266825"/>
                  </a:lnTo>
                  <a:lnTo>
                    <a:pt x="5411314" y="1266825"/>
                  </a:lnTo>
                  <a:lnTo>
                    <a:pt x="5411944" y="1266825"/>
                  </a:lnTo>
                  <a:lnTo>
                    <a:pt x="5412102" y="1266825"/>
                  </a:lnTo>
                  <a:lnTo>
                    <a:pt x="5412260" y="1266825"/>
                  </a:lnTo>
                  <a:lnTo>
                    <a:pt x="5412418" y="1266825"/>
                  </a:lnTo>
                  <a:lnTo>
                    <a:pt x="5412733" y="1266825"/>
                  </a:lnTo>
                  <a:lnTo>
                    <a:pt x="5412733" y="1266394"/>
                  </a:lnTo>
                  <a:lnTo>
                    <a:pt x="5413049" y="1266394"/>
                  </a:lnTo>
                  <a:lnTo>
                    <a:pt x="5414310" y="1265964"/>
                  </a:lnTo>
                  <a:lnTo>
                    <a:pt x="5414310" y="1265533"/>
                  </a:lnTo>
                  <a:lnTo>
                    <a:pt x="5414783" y="1265533"/>
                  </a:lnTo>
                  <a:lnTo>
                    <a:pt x="5414941" y="1265533"/>
                  </a:lnTo>
                  <a:lnTo>
                    <a:pt x="5415099" y="1265533"/>
                  </a:lnTo>
                  <a:lnTo>
                    <a:pt x="5415257" y="1265102"/>
                  </a:lnTo>
                  <a:lnTo>
                    <a:pt x="5415414" y="1265102"/>
                  </a:lnTo>
                  <a:lnTo>
                    <a:pt x="5415730" y="1264672"/>
                  </a:lnTo>
                  <a:lnTo>
                    <a:pt x="5415887" y="1264241"/>
                  </a:lnTo>
                  <a:lnTo>
                    <a:pt x="5416518" y="1264241"/>
                  </a:lnTo>
                  <a:lnTo>
                    <a:pt x="5417780" y="1264241"/>
                  </a:lnTo>
                  <a:lnTo>
                    <a:pt x="5417938" y="1264241"/>
                  </a:lnTo>
                  <a:lnTo>
                    <a:pt x="5418411" y="1264241"/>
                  </a:lnTo>
                  <a:lnTo>
                    <a:pt x="5418884" y="1264241"/>
                  </a:lnTo>
                  <a:lnTo>
                    <a:pt x="5419200" y="1263811"/>
                  </a:lnTo>
                  <a:lnTo>
                    <a:pt x="5419200" y="1263380"/>
                  </a:lnTo>
                  <a:lnTo>
                    <a:pt x="5419673" y="1263380"/>
                  </a:lnTo>
                  <a:lnTo>
                    <a:pt x="5419988" y="1263380"/>
                  </a:lnTo>
                  <a:lnTo>
                    <a:pt x="5420619" y="1263380"/>
                  </a:lnTo>
                  <a:lnTo>
                    <a:pt x="5420777" y="1263380"/>
                  </a:lnTo>
                  <a:lnTo>
                    <a:pt x="5421092" y="1263380"/>
                  </a:lnTo>
                  <a:lnTo>
                    <a:pt x="5422669" y="1262088"/>
                  </a:lnTo>
                  <a:lnTo>
                    <a:pt x="5422827" y="1262088"/>
                  </a:lnTo>
                  <a:lnTo>
                    <a:pt x="5422985" y="1262088"/>
                  </a:lnTo>
                  <a:lnTo>
                    <a:pt x="5423458" y="1262088"/>
                  </a:lnTo>
                  <a:lnTo>
                    <a:pt x="5423616" y="1262088"/>
                  </a:lnTo>
                  <a:lnTo>
                    <a:pt x="5423931" y="1262088"/>
                  </a:lnTo>
                  <a:lnTo>
                    <a:pt x="5424404" y="1262088"/>
                  </a:lnTo>
                  <a:lnTo>
                    <a:pt x="5424562" y="1262088"/>
                  </a:lnTo>
                  <a:lnTo>
                    <a:pt x="5424877" y="1261658"/>
                  </a:lnTo>
                  <a:lnTo>
                    <a:pt x="5425193" y="1261227"/>
                  </a:lnTo>
                  <a:lnTo>
                    <a:pt x="5425351" y="1261227"/>
                  </a:lnTo>
                  <a:lnTo>
                    <a:pt x="5425666" y="1261227"/>
                  </a:lnTo>
                  <a:lnTo>
                    <a:pt x="5425824" y="1261227"/>
                  </a:lnTo>
                  <a:lnTo>
                    <a:pt x="5426612" y="1261227"/>
                  </a:lnTo>
                  <a:lnTo>
                    <a:pt x="5426770" y="1261227"/>
                  </a:lnTo>
                  <a:lnTo>
                    <a:pt x="5427401" y="1260366"/>
                  </a:lnTo>
                  <a:lnTo>
                    <a:pt x="5427874" y="1259074"/>
                  </a:lnTo>
                  <a:lnTo>
                    <a:pt x="5428032" y="1259074"/>
                  </a:lnTo>
                  <a:lnTo>
                    <a:pt x="5428189" y="1259074"/>
                  </a:lnTo>
                  <a:lnTo>
                    <a:pt x="5428505" y="1259074"/>
                  </a:lnTo>
                  <a:lnTo>
                    <a:pt x="5428663" y="1259074"/>
                  </a:lnTo>
                  <a:lnTo>
                    <a:pt x="5429136" y="1258643"/>
                  </a:lnTo>
                  <a:lnTo>
                    <a:pt x="5429924" y="1258213"/>
                  </a:lnTo>
                  <a:lnTo>
                    <a:pt x="5430082" y="1258213"/>
                  </a:lnTo>
                  <a:lnTo>
                    <a:pt x="5430240" y="1258213"/>
                  </a:lnTo>
                  <a:lnTo>
                    <a:pt x="5430555" y="1257782"/>
                  </a:lnTo>
                  <a:lnTo>
                    <a:pt x="5430871" y="1257782"/>
                  </a:lnTo>
                  <a:lnTo>
                    <a:pt x="5431028" y="1257782"/>
                  </a:lnTo>
                  <a:lnTo>
                    <a:pt x="5431344" y="1257782"/>
                  </a:lnTo>
                  <a:lnTo>
                    <a:pt x="5431502" y="1257782"/>
                  </a:lnTo>
                  <a:lnTo>
                    <a:pt x="5431659" y="1257782"/>
                  </a:lnTo>
                  <a:lnTo>
                    <a:pt x="5431817" y="1257782"/>
                  </a:lnTo>
                  <a:lnTo>
                    <a:pt x="5432448" y="1257782"/>
                  </a:lnTo>
                  <a:lnTo>
                    <a:pt x="5432606" y="1257782"/>
                  </a:lnTo>
                  <a:lnTo>
                    <a:pt x="5433710" y="1256921"/>
                  </a:lnTo>
                  <a:lnTo>
                    <a:pt x="5433867" y="1256921"/>
                  </a:lnTo>
                  <a:lnTo>
                    <a:pt x="5434025" y="1256921"/>
                  </a:lnTo>
                  <a:lnTo>
                    <a:pt x="5434971" y="1256921"/>
                  </a:lnTo>
                  <a:lnTo>
                    <a:pt x="5436233" y="1256921"/>
                  </a:lnTo>
                  <a:lnTo>
                    <a:pt x="5436391" y="1256921"/>
                  </a:lnTo>
                  <a:lnTo>
                    <a:pt x="5436549" y="1256921"/>
                  </a:lnTo>
                  <a:lnTo>
                    <a:pt x="5437022" y="1256490"/>
                  </a:lnTo>
                  <a:lnTo>
                    <a:pt x="5437179" y="1256490"/>
                  </a:lnTo>
                  <a:lnTo>
                    <a:pt x="5438126" y="1256060"/>
                  </a:lnTo>
                  <a:lnTo>
                    <a:pt x="5438283" y="1256060"/>
                  </a:lnTo>
                  <a:lnTo>
                    <a:pt x="5438441" y="1256060"/>
                  </a:lnTo>
                  <a:lnTo>
                    <a:pt x="5438914" y="1256060"/>
                  </a:lnTo>
                  <a:lnTo>
                    <a:pt x="5439072" y="1256060"/>
                  </a:lnTo>
                  <a:lnTo>
                    <a:pt x="5439230" y="1256060"/>
                  </a:lnTo>
                  <a:lnTo>
                    <a:pt x="5439387" y="1256060"/>
                  </a:lnTo>
                  <a:lnTo>
                    <a:pt x="5439545" y="1256060"/>
                  </a:lnTo>
                  <a:lnTo>
                    <a:pt x="5439545" y="1255629"/>
                  </a:lnTo>
                  <a:lnTo>
                    <a:pt x="5439861" y="1255629"/>
                  </a:lnTo>
                  <a:lnTo>
                    <a:pt x="5440965" y="1254768"/>
                  </a:lnTo>
                  <a:lnTo>
                    <a:pt x="5441438" y="1254337"/>
                  </a:lnTo>
                  <a:lnTo>
                    <a:pt x="5442542" y="1253476"/>
                  </a:lnTo>
                  <a:lnTo>
                    <a:pt x="5443015" y="1253476"/>
                  </a:lnTo>
                  <a:lnTo>
                    <a:pt x="5443488" y="1253046"/>
                  </a:lnTo>
                  <a:lnTo>
                    <a:pt x="5444277" y="1252184"/>
                  </a:lnTo>
                  <a:lnTo>
                    <a:pt x="5444434" y="1252184"/>
                  </a:lnTo>
                  <a:lnTo>
                    <a:pt x="5445065" y="1252184"/>
                  </a:lnTo>
                  <a:lnTo>
                    <a:pt x="5445223" y="1252184"/>
                  </a:lnTo>
                  <a:lnTo>
                    <a:pt x="5445381" y="1252184"/>
                  </a:lnTo>
                  <a:lnTo>
                    <a:pt x="5445538" y="1252184"/>
                  </a:lnTo>
                  <a:lnTo>
                    <a:pt x="5446958" y="1251754"/>
                  </a:lnTo>
                  <a:lnTo>
                    <a:pt x="5447431" y="1251754"/>
                  </a:lnTo>
                  <a:lnTo>
                    <a:pt x="5447431" y="1251323"/>
                  </a:lnTo>
                  <a:lnTo>
                    <a:pt x="5447589" y="1251323"/>
                  </a:lnTo>
                  <a:lnTo>
                    <a:pt x="5448535" y="1250893"/>
                  </a:lnTo>
                  <a:lnTo>
                    <a:pt x="5448851" y="1250893"/>
                  </a:lnTo>
                  <a:lnTo>
                    <a:pt x="5449008" y="1250893"/>
                  </a:lnTo>
                  <a:lnTo>
                    <a:pt x="5449481" y="1250462"/>
                  </a:lnTo>
                  <a:lnTo>
                    <a:pt x="5449797" y="1250462"/>
                  </a:lnTo>
                  <a:lnTo>
                    <a:pt x="5450428" y="1250462"/>
                  </a:lnTo>
                  <a:lnTo>
                    <a:pt x="5450901" y="1250031"/>
                  </a:lnTo>
                  <a:lnTo>
                    <a:pt x="5451374" y="1249601"/>
                  </a:lnTo>
                  <a:lnTo>
                    <a:pt x="5451532" y="1249601"/>
                  </a:lnTo>
                  <a:lnTo>
                    <a:pt x="5451690" y="1249601"/>
                  </a:lnTo>
                  <a:lnTo>
                    <a:pt x="5451847" y="1249170"/>
                  </a:lnTo>
                  <a:lnTo>
                    <a:pt x="5452163" y="1249170"/>
                  </a:lnTo>
                  <a:lnTo>
                    <a:pt x="5452320" y="1248740"/>
                  </a:lnTo>
                  <a:lnTo>
                    <a:pt x="5452320" y="1248309"/>
                  </a:lnTo>
                  <a:lnTo>
                    <a:pt x="5452478" y="1248309"/>
                  </a:lnTo>
                  <a:lnTo>
                    <a:pt x="5452951" y="1247878"/>
                  </a:lnTo>
                  <a:lnTo>
                    <a:pt x="5453109" y="1247448"/>
                  </a:lnTo>
                  <a:lnTo>
                    <a:pt x="5453267" y="1247448"/>
                  </a:lnTo>
                  <a:lnTo>
                    <a:pt x="5453424" y="1247448"/>
                  </a:lnTo>
                  <a:lnTo>
                    <a:pt x="5453582" y="1247448"/>
                  </a:lnTo>
                  <a:lnTo>
                    <a:pt x="5454055" y="1247448"/>
                  </a:lnTo>
                  <a:lnTo>
                    <a:pt x="5454213" y="1247448"/>
                  </a:lnTo>
                  <a:lnTo>
                    <a:pt x="5454371" y="1247448"/>
                  </a:lnTo>
                  <a:lnTo>
                    <a:pt x="5454371" y="1247017"/>
                  </a:lnTo>
                  <a:lnTo>
                    <a:pt x="5455002" y="1245725"/>
                  </a:lnTo>
                  <a:lnTo>
                    <a:pt x="5455475" y="1245295"/>
                  </a:lnTo>
                  <a:lnTo>
                    <a:pt x="5456421" y="1245295"/>
                  </a:lnTo>
                  <a:lnTo>
                    <a:pt x="5456579" y="1245295"/>
                  </a:lnTo>
                  <a:lnTo>
                    <a:pt x="5457052" y="1244434"/>
                  </a:lnTo>
                  <a:lnTo>
                    <a:pt x="5457210" y="1244434"/>
                  </a:lnTo>
                  <a:lnTo>
                    <a:pt x="5457367" y="1244434"/>
                  </a:lnTo>
                  <a:lnTo>
                    <a:pt x="5457525" y="1244434"/>
                  </a:lnTo>
                  <a:lnTo>
                    <a:pt x="5457683" y="1244434"/>
                  </a:lnTo>
                  <a:lnTo>
                    <a:pt x="5458156" y="1244003"/>
                  </a:lnTo>
                  <a:lnTo>
                    <a:pt x="5458629" y="1244003"/>
                  </a:lnTo>
                  <a:lnTo>
                    <a:pt x="5458945" y="1244003"/>
                  </a:lnTo>
                  <a:lnTo>
                    <a:pt x="5459102" y="1244003"/>
                  </a:lnTo>
                  <a:lnTo>
                    <a:pt x="5459102" y="1243572"/>
                  </a:lnTo>
                  <a:lnTo>
                    <a:pt x="5459102" y="1243142"/>
                  </a:lnTo>
                  <a:lnTo>
                    <a:pt x="5459260" y="1242711"/>
                  </a:lnTo>
                  <a:lnTo>
                    <a:pt x="5459260" y="1241419"/>
                  </a:lnTo>
                  <a:lnTo>
                    <a:pt x="5459418" y="1240989"/>
                  </a:lnTo>
                  <a:lnTo>
                    <a:pt x="5459891" y="1240989"/>
                  </a:lnTo>
                  <a:lnTo>
                    <a:pt x="5460049" y="1240989"/>
                  </a:lnTo>
                  <a:lnTo>
                    <a:pt x="5460206" y="1240558"/>
                  </a:lnTo>
                  <a:lnTo>
                    <a:pt x="5460522" y="1240558"/>
                  </a:lnTo>
                  <a:lnTo>
                    <a:pt x="5460837" y="1240558"/>
                  </a:lnTo>
                  <a:lnTo>
                    <a:pt x="5460995" y="1240558"/>
                  </a:lnTo>
                  <a:lnTo>
                    <a:pt x="5461310" y="1240128"/>
                  </a:lnTo>
                  <a:lnTo>
                    <a:pt x="5461783" y="1240128"/>
                  </a:lnTo>
                  <a:lnTo>
                    <a:pt x="5462414" y="1239697"/>
                  </a:lnTo>
                  <a:lnTo>
                    <a:pt x="5462888" y="1239697"/>
                  </a:lnTo>
                  <a:lnTo>
                    <a:pt x="5463361" y="1239266"/>
                  </a:lnTo>
                  <a:lnTo>
                    <a:pt x="5463518" y="1239266"/>
                  </a:lnTo>
                  <a:lnTo>
                    <a:pt x="5463834" y="1239266"/>
                  </a:lnTo>
                  <a:lnTo>
                    <a:pt x="5463834" y="1238836"/>
                  </a:lnTo>
                  <a:lnTo>
                    <a:pt x="5464307" y="1238836"/>
                  </a:lnTo>
                  <a:lnTo>
                    <a:pt x="5464938" y="1237975"/>
                  </a:lnTo>
                  <a:lnTo>
                    <a:pt x="5465096" y="1237975"/>
                  </a:lnTo>
                  <a:lnTo>
                    <a:pt x="5465726" y="1237113"/>
                  </a:lnTo>
                  <a:lnTo>
                    <a:pt x="5466042" y="1236683"/>
                  </a:lnTo>
                  <a:lnTo>
                    <a:pt x="5466357" y="1236683"/>
                  </a:lnTo>
                  <a:lnTo>
                    <a:pt x="5466673" y="1236683"/>
                  </a:lnTo>
                  <a:lnTo>
                    <a:pt x="5466830" y="1236683"/>
                  </a:lnTo>
                  <a:lnTo>
                    <a:pt x="5468408" y="1235822"/>
                  </a:lnTo>
                  <a:lnTo>
                    <a:pt x="5469669" y="1235391"/>
                  </a:lnTo>
                  <a:lnTo>
                    <a:pt x="5469827" y="1235391"/>
                  </a:lnTo>
                  <a:lnTo>
                    <a:pt x="5469985" y="1235391"/>
                  </a:lnTo>
                  <a:lnTo>
                    <a:pt x="5471404" y="1235391"/>
                  </a:lnTo>
                  <a:lnTo>
                    <a:pt x="5471562" y="1235391"/>
                  </a:lnTo>
                  <a:lnTo>
                    <a:pt x="5471877" y="1235391"/>
                  </a:lnTo>
                  <a:lnTo>
                    <a:pt x="5471877" y="1234960"/>
                  </a:lnTo>
                  <a:lnTo>
                    <a:pt x="5472981" y="1234099"/>
                  </a:lnTo>
                  <a:lnTo>
                    <a:pt x="5473770" y="1234099"/>
                  </a:lnTo>
                  <a:lnTo>
                    <a:pt x="5474086" y="1233669"/>
                  </a:lnTo>
                  <a:lnTo>
                    <a:pt x="5474243" y="1233669"/>
                  </a:lnTo>
                  <a:lnTo>
                    <a:pt x="5475347" y="1233669"/>
                  </a:lnTo>
                  <a:lnTo>
                    <a:pt x="5476136" y="1233238"/>
                  </a:lnTo>
                  <a:lnTo>
                    <a:pt x="5476609" y="1232377"/>
                  </a:lnTo>
                  <a:lnTo>
                    <a:pt x="5477555" y="1231946"/>
                  </a:lnTo>
                  <a:lnTo>
                    <a:pt x="5478186" y="1231516"/>
                  </a:lnTo>
                  <a:lnTo>
                    <a:pt x="5478344" y="1231516"/>
                  </a:lnTo>
                  <a:lnTo>
                    <a:pt x="5478817" y="1231516"/>
                  </a:lnTo>
                  <a:lnTo>
                    <a:pt x="5478817" y="1231085"/>
                  </a:lnTo>
                  <a:lnTo>
                    <a:pt x="5478975" y="1231085"/>
                  </a:lnTo>
                  <a:lnTo>
                    <a:pt x="5479606" y="1230654"/>
                  </a:lnTo>
                  <a:lnTo>
                    <a:pt x="5480237" y="1230224"/>
                  </a:lnTo>
                  <a:lnTo>
                    <a:pt x="5480552" y="1230224"/>
                  </a:lnTo>
                  <a:lnTo>
                    <a:pt x="5481025" y="1229363"/>
                  </a:lnTo>
                  <a:lnTo>
                    <a:pt x="5481341" y="1229363"/>
                  </a:lnTo>
                  <a:lnTo>
                    <a:pt x="5482445" y="1229363"/>
                  </a:lnTo>
                  <a:lnTo>
                    <a:pt x="5482918" y="1229363"/>
                  </a:lnTo>
                  <a:lnTo>
                    <a:pt x="5483075" y="1229363"/>
                  </a:lnTo>
                  <a:lnTo>
                    <a:pt x="5483391" y="1228932"/>
                  </a:lnTo>
                  <a:lnTo>
                    <a:pt x="5483549" y="1228932"/>
                  </a:lnTo>
                  <a:lnTo>
                    <a:pt x="5483706" y="1228932"/>
                  </a:lnTo>
                  <a:lnTo>
                    <a:pt x="5483864" y="1228501"/>
                  </a:lnTo>
                  <a:lnTo>
                    <a:pt x="5484022" y="1228501"/>
                  </a:lnTo>
                  <a:lnTo>
                    <a:pt x="5484179" y="1228501"/>
                  </a:lnTo>
                  <a:lnTo>
                    <a:pt x="5484653" y="1228071"/>
                  </a:lnTo>
                  <a:lnTo>
                    <a:pt x="5484810" y="1228071"/>
                  </a:lnTo>
                  <a:lnTo>
                    <a:pt x="5484968" y="1227640"/>
                  </a:lnTo>
                  <a:lnTo>
                    <a:pt x="5485126" y="1227640"/>
                  </a:lnTo>
                  <a:lnTo>
                    <a:pt x="5485283" y="1227640"/>
                  </a:lnTo>
                  <a:lnTo>
                    <a:pt x="5485441" y="1227640"/>
                  </a:lnTo>
                  <a:lnTo>
                    <a:pt x="5486388" y="1227210"/>
                  </a:lnTo>
                  <a:lnTo>
                    <a:pt x="5486545" y="1227210"/>
                  </a:lnTo>
                  <a:lnTo>
                    <a:pt x="5487176" y="1227210"/>
                  </a:lnTo>
                  <a:lnTo>
                    <a:pt x="5487649" y="1227210"/>
                  </a:lnTo>
                  <a:lnTo>
                    <a:pt x="5487807" y="1227210"/>
                  </a:lnTo>
                  <a:lnTo>
                    <a:pt x="5488122" y="1227210"/>
                  </a:lnTo>
                  <a:lnTo>
                    <a:pt x="5488438" y="1227210"/>
                  </a:lnTo>
                  <a:lnTo>
                    <a:pt x="5488596" y="1227210"/>
                  </a:lnTo>
                  <a:lnTo>
                    <a:pt x="5488753" y="1227210"/>
                  </a:lnTo>
                  <a:lnTo>
                    <a:pt x="5489226" y="1227210"/>
                  </a:lnTo>
                  <a:lnTo>
                    <a:pt x="5489384" y="1227210"/>
                  </a:lnTo>
                  <a:lnTo>
                    <a:pt x="5489700" y="1227210"/>
                  </a:lnTo>
                  <a:lnTo>
                    <a:pt x="5490173" y="1227210"/>
                  </a:lnTo>
                  <a:lnTo>
                    <a:pt x="5490330" y="1227210"/>
                  </a:lnTo>
                  <a:lnTo>
                    <a:pt x="5490488" y="1227210"/>
                  </a:lnTo>
                  <a:lnTo>
                    <a:pt x="5490646" y="1227210"/>
                  </a:lnTo>
                  <a:lnTo>
                    <a:pt x="5490961" y="1227210"/>
                  </a:lnTo>
                  <a:lnTo>
                    <a:pt x="5490961" y="1226779"/>
                  </a:lnTo>
                  <a:lnTo>
                    <a:pt x="5491119" y="1226779"/>
                  </a:lnTo>
                  <a:lnTo>
                    <a:pt x="5491277" y="1226779"/>
                  </a:lnTo>
                  <a:lnTo>
                    <a:pt x="5491435" y="1226779"/>
                  </a:lnTo>
                  <a:lnTo>
                    <a:pt x="5491592" y="1226348"/>
                  </a:lnTo>
                  <a:lnTo>
                    <a:pt x="5491908" y="1226348"/>
                  </a:lnTo>
                  <a:lnTo>
                    <a:pt x="5492065" y="1226348"/>
                  </a:lnTo>
                  <a:lnTo>
                    <a:pt x="5492381" y="1225918"/>
                  </a:lnTo>
                  <a:lnTo>
                    <a:pt x="5492539" y="1225918"/>
                  </a:lnTo>
                  <a:lnTo>
                    <a:pt x="5492696" y="1225918"/>
                  </a:lnTo>
                  <a:lnTo>
                    <a:pt x="5493012" y="1225918"/>
                  </a:lnTo>
                  <a:lnTo>
                    <a:pt x="5504525" y="1218167"/>
                  </a:lnTo>
                  <a:lnTo>
                    <a:pt x="5504683" y="1218167"/>
                  </a:lnTo>
                  <a:lnTo>
                    <a:pt x="5504683" y="1217736"/>
                  </a:lnTo>
                  <a:lnTo>
                    <a:pt x="5505314" y="1216875"/>
                  </a:lnTo>
                  <a:lnTo>
                    <a:pt x="5505314" y="1216445"/>
                  </a:lnTo>
                  <a:lnTo>
                    <a:pt x="5505945" y="1216014"/>
                  </a:lnTo>
                  <a:lnTo>
                    <a:pt x="5506102" y="1215583"/>
                  </a:lnTo>
                  <a:lnTo>
                    <a:pt x="5506418" y="1215583"/>
                  </a:lnTo>
                  <a:lnTo>
                    <a:pt x="5506418" y="1215153"/>
                  </a:lnTo>
                  <a:lnTo>
                    <a:pt x="5506891" y="1215153"/>
                  </a:lnTo>
                  <a:lnTo>
                    <a:pt x="5507522" y="1215153"/>
                  </a:lnTo>
                  <a:lnTo>
                    <a:pt x="5507522" y="1214722"/>
                  </a:lnTo>
                  <a:lnTo>
                    <a:pt x="5507679" y="1214722"/>
                  </a:lnTo>
                  <a:lnTo>
                    <a:pt x="5508941" y="1213861"/>
                  </a:lnTo>
                  <a:lnTo>
                    <a:pt x="5508941" y="1213430"/>
                  </a:lnTo>
                  <a:lnTo>
                    <a:pt x="5510045" y="1213430"/>
                  </a:lnTo>
                  <a:lnTo>
                    <a:pt x="5510676" y="1213430"/>
                  </a:lnTo>
                  <a:lnTo>
                    <a:pt x="5511465" y="1213000"/>
                  </a:lnTo>
                  <a:lnTo>
                    <a:pt x="5511622" y="1213000"/>
                  </a:lnTo>
                  <a:lnTo>
                    <a:pt x="5512253" y="1213000"/>
                  </a:lnTo>
                  <a:lnTo>
                    <a:pt x="5512569" y="1213000"/>
                  </a:lnTo>
                  <a:lnTo>
                    <a:pt x="5512726" y="1213000"/>
                  </a:lnTo>
                  <a:lnTo>
                    <a:pt x="5513200" y="1212569"/>
                  </a:lnTo>
                  <a:lnTo>
                    <a:pt x="5513357" y="1212139"/>
                  </a:lnTo>
                  <a:lnTo>
                    <a:pt x="5513988" y="1212139"/>
                  </a:lnTo>
                  <a:lnTo>
                    <a:pt x="5514304" y="1212139"/>
                  </a:lnTo>
                  <a:lnTo>
                    <a:pt x="5514777" y="1211708"/>
                  </a:lnTo>
                  <a:lnTo>
                    <a:pt x="5515092" y="1211708"/>
                  </a:lnTo>
                  <a:lnTo>
                    <a:pt x="5515250" y="1211708"/>
                  </a:lnTo>
                  <a:lnTo>
                    <a:pt x="5516039" y="1211708"/>
                  </a:lnTo>
                  <a:lnTo>
                    <a:pt x="5516512" y="1211277"/>
                  </a:lnTo>
                  <a:lnTo>
                    <a:pt x="5516827" y="1211277"/>
                  </a:lnTo>
                  <a:lnTo>
                    <a:pt x="5516985" y="1211277"/>
                  </a:lnTo>
                  <a:lnTo>
                    <a:pt x="5517143" y="1211277"/>
                  </a:lnTo>
                  <a:lnTo>
                    <a:pt x="5517300" y="1211277"/>
                  </a:lnTo>
                  <a:lnTo>
                    <a:pt x="5517616" y="1211277"/>
                  </a:lnTo>
                  <a:lnTo>
                    <a:pt x="5517773" y="1211277"/>
                  </a:lnTo>
                  <a:lnTo>
                    <a:pt x="5517773" y="1210847"/>
                  </a:lnTo>
                  <a:lnTo>
                    <a:pt x="5518247" y="1210847"/>
                  </a:lnTo>
                  <a:lnTo>
                    <a:pt x="5518404" y="1210847"/>
                  </a:lnTo>
                  <a:lnTo>
                    <a:pt x="5519193" y="1210847"/>
                  </a:lnTo>
                  <a:lnTo>
                    <a:pt x="5519351" y="1210847"/>
                  </a:lnTo>
                  <a:lnTo>
                    <a:pt x="5519351" y="1210416"/>
                  </a:lnTo>
                  <a:lnTo>
                    <a:pt x="5519666" y="1210416"/>
                  </a:lnTo>
                  <a:lnTo>
                    <a:pt x="5519824" y="1210416"/>
                  </a:lnTo>
                  <a:lnTo>
                    <a:pt x="5519982" y="1210416"/>
                  </a:lnTo>
                  <a:lnTo>
                    <a:pt x="5520139" y="1210416"/>
                  </a:lnTo>
                  <a:lnTo>
                    <a:pt x="5520297" y="1209986"/>
                  </a:lnTo>
                  <a:lnTo>
                    <a:pt x="5521086" y="1209986"/>
                  </a:lnTo>
                  <a:lnTo>
                    <a:pt x="5521243" y="1209986"/>
                  </a:lnTo>
                  <a:lnTo>
                    <a:pt x="5521243" y="1209124"/>
                  </a:lnTo>
                  <a:lnTo>
                    <a:pt x="5521401" y="1208694"/>
                  </a:lnTo>
                  <a:lnTo>
                    <a:pt x="5521559" y="1208694"/>
                  </a:lnTo>
                  <a:lnTo>
                    <a:pt x="5522032" y="1208694"/>
                  </a:lnTo>
                  <a:lnTo>
                    <a:pt x="5522032" y="1208263"/>
                  </a:lnTo>
                  <a:lnTo>
                    <a:pt x="5522190" y="1208263"/>
                  </a:lnTo>
                  <a:lnTo>
                    <a:pt x="5522505" y="1208263"/>
                  </a:lnTo>
                  <a:lnTo>
                    <a:pt x="5523136" y="1208263"/>
                  </a:lnTo>
                  <a:lnTo>
                    <a:pt x="5524082" y="1207402"/>
                  </a:lnTo>
                  <a:lnTo>
                    <a:pt x="5524555" y="1207402"/>
                  </a:lnTo>
                  <a:lnTo>
                    <a:pt x="5524713" y="1206971"/>
                  </a:lnTo>
                  <a:lnTo>
                    <a:pt x="5524871" y="1206971"/>
                  </a:lnTo>
                  <a:lnTo>
                    <a:pt x="5525975" y="1206971"/>
                  </a:lnTo>
                  <a:lnTo>
                    <a:pt x="5526448" y="1206971"/>
                  </a:lnTo>
                  <a:lnTo>
                    <a:pt x="5526763" y="1206971"/>
                  </a:lnTo>
                  <a:lnTo>
                    <a:pt x="5526921" y="1206971"/>
                  </a:lnTo>
                  <a:lnTo>
                    <a:pt x="5527710" y="1205680"/>
                  </a:lnTo>
                  <a:lnTo>
                    <a:pt x="5527867" y="1205680"/>
                  </a:lnTo>
                  <a:lnTo>
                    <a:pt x="5528971" y="1205680"/>
                  </a:lnTo>
                  <a:lnTo>
                    <a:pt x="5529129" y="1204818"/>
                  </a:lnTo>
                  <a:lnTo>
                    <a:pt x="5530233" y="1202665"/>
                  </a:lnTo>
                  <a:lnTo>
                    <a:pt x="5530549" y="1202235"/>
                  </a:lnTo>
                  <a:lnTo>
                    <a:pt x="5530864" y="1202235"/>
                  </a:lnTo>
                  <a:lnTo>
                    <a:pt x="5531337" y="1200943"/>
                  </a:lnTo>
                  <a:lnTo>
                    <a:pt x="5531653" y="1200943"/>
                  </a:lnTo>
                  <a:lnTo>
                    <a:pt x="5532126" y="1200943"/>
                  </a:lnTo>
                  <a:lnTo>
                    <a:pt x="5532599" y="1200082"/>
                  </a:lnTo>
                  <a:lnTo>
                    <a:pt x="5532914" y="1200082"/>
                  </a:lnTo>
                  <a:lnTo>
                    <a:pt x="5533388" y="1200082"/>
                  </a:lnTo>
                  <a:lnTo>
                    <a:pt x="5534492" y="1200082"/>
                  </a:lnTo>
                  <a:lnTo>
                    <a:pt x="5535122" y="1199651"/>
                  </a:lnTo>
                  <a:lnTo>
                    <a:pt x="5535753" y="1199651"/>
                  </a:lnTo>
                  <a:lnTo>
                    <a:pt x="5536069" y="1199651"/>
                  </a:lnTo>
                  <a:lnTo>
                    <a:pt x="5536227" y="1199221"/>
                  </a:lnTo>
                  <a:lnTo>
                    <a:pt x="5536857" y="1199221"/>
                  </a:lnTo>
                  <a:lnTo>
                    <a:pt x="5537173" y="1199221"/>
                  </a:lnTo>
                  <a:lnTo>
                    <a:pt x="5537331" y="1198790"/>
                  </a:lnTo>
                  <a:lnTo>
                    <a:pt x="5537488" y="1198790"/>
                  </a:lnTo>
                  <a:lnTo>
                    <a:pt x="5537804" y="1198790"/>
                  </a:lnTo>
                  <a:lnTo>
                    <a:pt x="5539223" y="1198790"/>
                  </a:lnTo>
                  <a:lnTo>
                    <a:pt x="5539381" y="1198790"/>
                  </a:lnTo>
                  <a:lnTo>
                    <a:pt x="5539539" y="1198790"/>
                  </a:lnTo>
                  <a:lnTo>
                    <a:pt x="5539696" y="1198359"/>
                  </a:lnTo>
                  <a:lnTo>
                    <a:pt x="5540012" y="1198359"/>
                  </a:lnTo>
                  <a:lnTo>
                    <a:pt x="5540169" y="1197929"/>
                  </a:lnTo>
                  <a:lnTo>
                    <a:pt x="5540958" y="1197929"/>
                  </a:lnTo>
                  <a:lnTo>
                    <a:pt x="5541116" y="1197929"/>
                  </a:lnTo>
                  <a:lnTo>
                    <a:pt x="5541273" y="1197929"/>
                  </a:lnTo>
                  <a:lnTo>
                    <a:pt x="5541273" y="1197498"/>
                  </a:lnTo>
                  <a:lnTo>
                    <a:pt x="5541273" y="1197068"/>
                  </a:lnTo>
                  <a:lnTo>
                    <a:pt x="5541431" y="1197068"/>
                  </a:lnTo>
                  <a:lnTo>
                    <a:pt x="5541747" y="1196637"/>
                  </a:lnTo>
                  <a:lnTo>
                    <a:pt x="5541904" y="1196637"/>
                  </a:lnTo>
                  <a:lnTo>
                    <a:pt x="5542220" y="1196206"/>
                  </a:lnTo>
                  <a:lnTo>
                    <a:pt x="5542378" y="1196206"/>
                  </a:lnTo>
                  <a:lnTo>
                    <a:pt x="5542535" y="1196206"/>
                  </a:lnTo>
                  <a:lnTo>
                    <a:pt x="5543324" y="1196206"/>
                  </a:lnTo>
                  <a:lnTo>
                    <a:pt x="5543482" y="1196206"/>
                  </a:lnTo>
                  <a:lnTo>
                    <a:pt x="5544112" y="1195345"/>
                  </a:lnTo>
                  <a:lnTo>
                    <a:pt x="5544270" y="1195345"/>
                  </a:lnTo>
                  <a:lnTo>
                    <a:pt x="5545059" y="1194484"/>
                  </a:lnTo>
                  <a:lnTo>
                    <a:pt x="5545216" y="1194484"/>
                  </a:lnTo>
                  <a:lnTo>
                    <a:pt x="5545374" y="1194484"/>
                  </a:lnTo>
                  <a:lnTo>
                    <a:pt x="5545374" y="1193623"/>
                  </a:lnTo>
                  <a:lnTo>
                    <a:pt x="5545532" y="1193623"/>
                  </a:lnTo>
                  <a:lnTo>
                    <a:pt x="5545690" y="1193623"/>
                  </a:lnTo>
                  <a:lnTo>
                    <a:pt x="5546005" y="1193623"/>
                  </a:lnTo>
                  <a:lnTo>
                    <a:pt x="5546163" y="1193192"/>
                  </a:lnTo>
                  <a:lnTo>
                    <a:pt x="5546320" y="1193192"/>
                  </a:lnTo>
                  <a:lnTo>
                    <a:pt x="5546794" y="1192762"/>
                  </a:lnTo>
                  <a:lnTo>
                    <a:pt x="5546951" y="1191900"/>
                  </a:lnTo>
                  <a:lnTo>
                    <a:pt x="5547898" y="1191900"/>
                  </a:lnTo>
                  <a:lnTo>
                    <a:pt x="5547898" y="1191470"/>
                  </a:lnTo>
                  <a:lnTo>
                    <a:pt x="5548213" y="1191470"/>
                  </a:lnTo>
                  <a:lnTo>
                    <a:pt x="5548844" y="1191470"/>
                  </a:lnTo>
                  <a:lnTo>
                    <a:pt x="5549002" y="1191470"/>
                  </a:lnTo>
                  <a:lnTo>
                    <a:pt x="5549475" y="1191039"/>
                  </a:lnTo>
                  <a:lnTo>
                    <a:pt x="5549948" y="1191039"/>
                  </a:lnTo>
                  <a:lnTo>
                    <a:pt x="5550106" y="1191039"/>
                  </a:lnTo>
                  <a:lnTo>
                    <a:pt x="5550106" y="1190609"/>
                  </a:lnTo>
                  <a:lnTo>
                    <a:pt x="5550263" y="1190609"/>
                  </a:lnTo>
                  <a:lnTo>
                    <a:pt x="5550421" y="1190609"/>
                  </a:lnTo>
                  <a:lnTo>
                    <a:pt x="5551052" y="1189317"/>
                  </a:lnTo>
                  <a:lnTo>
                    <a:pt x="5551210" y="1189317"/>
                  </a:lnTo>
                  <a:lnTo>
                    <a:pt x="5551210" y="1188886"/>
                  </a:lnTo>
                  <a:lnTo>
                    <a:pt x="5551525" y="1188886"/>
                  </a:lnTo>
                  <a:lnTo>
                    <a:pt x="5552787" y="1188025"/>
                  </a:lnTo>
                  <a:lnTo>
                    <a:pt x="5552945" y="1188025"/>
                  </a:lnTo>
                  <a:lnTo>
                    <a:pt x="5553418" y="1187594"/>
                  </a:lnTo>
                  <a:lnTo>
                    <a:pt x="5553418" y="1187164"/>
                  </a:lnTo>
                  <a:lnTo>
                    <a:pt x="5554364" y="1187164"/>
                  </a:lnTo>
                  <a:lnTo>
                    <a:pt x="5554364" y="1186733"/>
                  </a:lnTo>
                  <a:lnTo>
                    <a:pt x="5554680" y="1186733"/>
                  </a:lnTo>
                  <a:lnTo>
                    <a:pt x="5554837" y="1185441"/>
                  </a:lnTo>
                  <a:lnTo>
                    <a:pt x="5555941" y="1185441"/>
                  </a:lnTo>
                  <a:lnTo>
                    <a:pt x="5556099" y="1185441"/>
                  </a:lnTo>
                  <a:lnTo>
                    <a:pt x="5557203" y="1184580"/>
                  </a:lnTo>
                  <a:lnTo>
                    <a:pt x="5557676" y="1184580"/>
                  </a:lnTo>
                  <a:lnTo>
                    <a:pt x="5557834" y="1184580"/>
                  </a:lnTo>
                  <a:lnTo>
                    <a:pt x="5557992" y="1184580"/>
                  </a:lnTo>
                  <a:lnTo>
                    <a:pt x="5558149" y="1184580"/>
                  </a:lnTo>
                  <a:lnTo>
                    <a:pt x="5558307" y="1184150"/>
                  </a:lnTo>
                  <a:lnTo>
                    <a:pt x="5559569" y="1183719"/>
                  </a:lnTo>
                  <a:lnTo>
                    <a:pt x="5559727" y="1183719"/>
                  </a:lnTo>
                  <a:lnTo>
                    <a:pt x="5560357" y="1183719"/>
                  </a:lnTo>
                  <a:lnTo>
                    <a:pt x="5560515" y="1183719"/>
                  </a:lnTo>
                  <a:lnTo>
                    <a:pt x="5560673" y="1183719"/>
                  </a:lnTo>
                  <a:lnTo>
                    <a:pt x="5560673" y="1183288"/>
                  </a:lnTo>
                  <a:lnTo>
                    <a:pt x="5560988" y="1183288"/>
                  </a:lnTo>
                  <a:lnTo>
                    <a:pt x="5561461" y="1183288"/>
                  </a:lnTo>
                  <a:lnTo>
                    <a:pt x="5562092" y="1182427"/>
                  </a:lnTo>
                  <a:lnTo>
                    <a:pt x="5562723" y="1182427"/>
                  </a:lnTo>
                  <a:lnTo>
                    <a:pt x="5563196" y="1181566"/>
                  </a:lnTo>
                  <a:lnTo>
                    <a:pt x="5563354" y="1181566"/>
                  </a:lnTo>
                  <a:lnTo>
                    <a:pt x="5563827" y="1181566"/>
                  </a:lnTo>
                  <a:lnTo>
                    <a:pt x="5563985" y="1181566"/>
                  </a:lnTo>
                  <a:lnTo>
                    <a:pt x="5564616" y="1181135"/>
                  </a:lnTo>
                  <a:lnTo>
                    <a:pt x="5564774" y="1181135"/>
                  </a:lnTo>
                  <a:lnTo>
                    <a:pt x="5565404" y="1180705"/>
                  </a:lnTo>
                  <a:lnTo>
                    <a:pt x="5565878" y="1180274"/>
                  </a:lnTo>
                  <a:lnTo>
                    <a:pt x="5565878" y="1179844"/>
                  </a:lnTo>
                  <a:lnTo>
                    <a:pt x="5566351" y="1179413"/>
                  </a:lnTo>
                  <a:lnTo>
                    <a:pt x="5566982" y="1178552"/>
                  </a:lnTo>
                  <a:lnTo>
                    <a:pt x="5567139" y="1178552"/>
                  </a:lnTo>
                  <a:lnTo>
                    <a:pt x="5567612" y="1177691"/>
                  </a:lnTo>
                  <a:lnTo>
                    <a:pt x="5568086" y="1176829"/>
                  </a:lnTo>
                  <a:lnTo>
                    <a:pt x="5568401" y="1176829"/>
                  </a:lnTo>
                  <a:lnTo>
                    <a:pt x="5568874" y="1176829"/>
                  </a:lnTo>
                  <a:lnTo>
                    <a:pt x="5569347" y="1176399"/>
                  </a:lnTo>
                  <a:lnTo>
                    <a:pt x="5569505" y="1176399"/>
                  </a:lnTo>
                  <a:lnTo>
                    <a:pt x="5570767" y="1175968"/>
                  </a:lnTo>
                  <a:lnTo>
                    <a:pt x="5571240" y="1175968"/>
                  </a:lnTo>
                  <a:lnTo>
                    <a:pt x="5571713" y="1175968"/>
                  </a:lnTo>
                  <a:lnTo>
                    <a:pt x="5571713" y="1175538"/>
                  </a:lnTo>
                  <a:lnTo>
                    <a:pt x="5572186" y="1175538"/>
                  </a:lnTo>
                  <a:lnTo>
                    <a:pt x="5572344" y="1175107"/>
                  </a:lnTo>
                  <a:lnTo>
                    <a:pt x="5572817" y="1175107"/>
                  </a:lnTo>
                  <a:lnTo>
                    <a:pt x="5572817" y="1174676"/>
                  </a:lnTo>
                  <a:lnTo>
                    <a:pt x="5572975" y="1174676"/>
                  </a:lnTo>
                  <a:lnTo>
                    <a:pt x="5572975" y="1174246"/>
                  </a:lnTo>
                  <a:lnTo>
                    <a:pt x="5573763" y="1173815"/>
                  </a:lnTo>
                  <a:lnTo>
                    <a:pt x="5573921" y="1173815"/>
                  </a:lnTo>
                  <a:lnTo>
                    <a:pt x="5574237" y="1173815"/>
                  </a:lnTo>
                  <a:lnTo>
                    <a:pt x="5574394" y="1173815"/>
                  </a:lnTo>
                  <a:lnTo>
                    <a:pt x="5574552" y="1173815"/>
                  </a:lnTo>
                  <a:lnTo>
                    <a:pt x="5574710" y="1173815"/>
                  </a:lnTo>
                  <a:lnTo>
                    <a:pt x="5575341" y="1173815"/>
                  </a:lnTo>
                  <a:lnTo>
                    <a:pt x="5575972" y="1173385"/>
                  </a:lnTo>
                  <a:lnTo>
                    <a:pt x="5575972" y="1172954"/>
                  </a:lnTo>
                  <a:lnTo>
                    <a:pt x="5576129" y="1172954"/>
                  </a:lnTo>
                  <a:lnTo>
                    <a:pt x="5576129" y="1172523"/>
                  </a:lnTo>
                  <a:lnTo>
                    <a:pt x="5576287" y="1172523"/>
                  </a:lnTo>
                  <a:lnTo>
                    <a:pt x="5576445" y="1172523"/>
                  </a:lnTo>
                  <a:lnTo>
                    <a:pt x="5577233" y="1171662"/>
                  </a:lnTo>
                  <a:lnTo>
                    <a:pt x="5577391" y="1171662"/>
                  </a:lnTo>
                  <a:lnTo>
                    <a:pt x="5577706" y="1171662"/>
                  </a:lnTo>
                  <a:lnTo>
                    <a:pt x="5578022" y="1171662"/>
                  </a:lnTo>
                  <a:lnTo>
                    <a:pt x="5578180" y="1171662"/>
                  </a:lnTo>
                  <a:lnTo>
                    <a:pt x="5579284" y="1171232"/>
                  </a:lnTo>
                  <a:lnTo>
                    <a:pt x="5580072" y="1169940"/>
                  </a:lnTo>
                  <a:lnTo>
                    <a:pt x="5580230" y="1169940"/>
                  </a:lnTo>
                  <a:lnTo>
                    <a:pt x="5580230" y="1169509"/>
                  </a:lnTo>
                  <a:lnTo>
                    <a:pt x="5581018" y="1169509"/>
                  </a:lnTo>
                  <a:lnTo>
                    <a:pt x="5581176" y="1169509"/>
                  </a:lnTo>
                  <a:lnTo>
                    <a:pt x="5581492" y="1169509"/>
                  </a:lnTo>
                  <a:lnTo>
                    <a:pt x="5582123" y="1168648"/>
                  </a:lnTo>
                  <a:lnTo>
                    <a:pt x="5582438" y="1168648"/>
                  </a:lnTo>
                  <a:lnTo>
                    <a:pt x="5582596" y="1168648"/>
                  </a:lnTo>
                  <a:lnTo>
                    <a:pt x="5582753" y="1168648"/>
                  </a:lnTo>
                  <a:lnTo>
                    <a:pt x="5582911" y="1168648"/>
                  </a:lnTo>
                  <a:lnTo>
                    <a:pt x="5583700" y="1168648"/>
                  </a:lnTo>
                  <a:lnTo>
                    <a:pt x="5583857" y="1168217"/>
                  </a:lnTo>
                  <a:lnTo>
                    <a:pt x="5584488" y="1168217"/>
                  </a:lnTo>
                  <a:lnTo>
                    <a:pt x="5584804" y="1168217"/>
                  </a:lnTo>
                  <a:lnTo>
                    <a:pt x="5585277" y="1168217"/>
                  </a:lnTo>
                  <a:lnTo>
                    <a:pt x="5585592" y="1168217"/>
                  </a:lnTo>
                  <a:lnTo>
                    <a:pt x="5585750" y="1168217"/>
                  </a:lnTo>
                  <a:lnTo>
                    <a:pt x="5585908" y="1168217"/>
                  </a:lnTo>
                  <a:lnTo>
                    <a:pt x="5587170" y="1167787"/>
                  </a:lnTo>
                  <a:lnTo>
                    <a:pt x="5587327" y="1167787"/>
                  </a:lnTo>
                  <a:lnTo>
                    <a:pt x="5587485" y="1167356"/>
                  </a:lnTo>
                  <a:lnTo>
                    <a:pt x="5587643" y="1167356"/>
                  </a:lnTo>
                  <a:lnTo>
                    <a:pt x="5587958" y="1167356"/>
                  </a:lnTo>
                  <a:lnTo>
                    <a:pt x="5588431" y="1167356"/>
                  </a:lnTo>
                  <a:lnTo>
                    <a:pt x="5590166" y="1166495"/>
                  </a:lnTo>
                  <a:lnTo>
                    <a:pt x="5590482" y="1166495"/>
                  </a:lnTo>
                  <a:lnTo>
                    <a:pt x="5590639" y="1166495"/>
                  </a:lnTo>
                  <a:lnTo>
                    <a:pt x="5590797" y="1166495"/>
                  </a:lnTo>
                  <a:lnTo>
                    <a:pt x="5590955" y="1166495"/>
                  </a:lnTo>
                  <a:lnTo>
                    <a:pt x="5591112" y="1166495"/>
                  </a:lnTo>
                  <a:lnTo>
                    <a:pt x="5591743" y="1166495"/>
                  </a:lnTo>
                  <a:lnTo>
                    <a:pt x="5592374" y="1166495"/>
                  </a:lnTo>
                  <a:lnTo>
                    <a:pt x="5593636" y="1166064"/>
                  </a:lnTo>
                  <a:lnTo>
                    <a:pt x="5593794" y="1166064"/>
                  </a:lnTo>
                  <a:lnTo>
                    <a:pt x="5593794" y="1165634"/>
                  </a:lnTo>
                  <a:lnTo>
                    <a:pt x="5594425" y="1165634"/>
                  </a:lnTo>
                  <a:lnTo>
                    <a:pt x="5594740" y="1165634"/>
                  </a:lnTo>
                  <a:lnTo>
                    <a:pt x="5595055" y="1165634"/>
                  </a:lnTo>
                  <a:lnTo>
                    <a:pt x="5595686" y="1165203"/>
                  </a:lnTo>
                  <a:lnTo>
                    <a:pt x="5595844" y="1164773"/>
                  </a:lnTo>
                  <a:lnTo>
                    <a:pt x="5595844" y="1164342"/>
                  </a:lnTo>
                  <a:lnTo>
                    <a:pt x="5596159" y="1164342"/>
                  </a:lnTo>
                  <a:lnTo>
                    <a:pt x="5596317" y="1164342"/>
                  </a:lnTo>
                  <a:lnTo>
                    <a:pt x="5596790" y="1164342"/>
                  </a:lnTo>
                  <a:lnTo>
                    <a:pt x="5597106" y="1164342"/>
                  </a:lnTo>
                  <a:lnTo>
                    <a:pt x="5597263" y="1163911"/>
                  </a:lnTo>
                  <a:lnTo>
                    <a:pt x="5598210" y="1163911"/>
                  </a:lnTo>
                  <a:lnTo>
                    <a:pt x="5598368" y="1163911"/>
                  </a:lnTo>
                  <a:lnTo>
                    <a:pt x="5598998" y="1163911"/>
                  </a:lnTo>
                  <a:lnTo>
                    <a:pt x="5599629" y="1163050"/>
                  </a:lnTo>
                  <a:lnTo>
                    <a:pt x="5600102" y="1162620"/>
                  </a:lnTo>
                  <a:lnTo>
                    <a:pt x="5600576" y="1162189"/>
                  </a:lnTo>
                  <a:lnTo>
                    <a:pt x="5602153" y="1161758"/>
                  </a:lnTo>
                  <a:lnTo>
                    <a:pt x="5602468" y="1161758"/>
                  </a:lnTo>
                  <a:lnTo>
                    <a:pt x="5602784" y="1160897"/>
                  </a:lnTo>
                  <a:lnTo>
                    <a:pt x="5602941" y="1160897"/>
                  </a:lnTo>
                  <a:lnTo>
                    <a:pt x="5603730" y="1160467"/>
                  </a:lnTo>
                  <a:lnTo>
                    <a:pt x="5603888" y="1160467"/>
                  </a:lnTo>
                  <a:lnTo>
                    <a:pt x="5604203" y="1160467"/>
                  </a:lnTo>
                  <a:lnTo>
                    <a:pt x="5604676" y="1160036"/>
                  </a:lnTo>
                  <a:lnTo>
                    <a:pt x="5605307" y="1160036"/>
                  </a:lnTo>
                  <a:lnTo>
                    <a:pt x="5605623" y="1160036"/>
                  </a:lnTo>
                  <a:lnTo>
                    <a:pt x="5605938" y="1159175"/>
                  </a:lnTo>
                  <a:lnTo>
                    <a:pt x="5606096" y="1159175"/>
                  </a:lnTo>
                  <a:lnTo>
                    <a:pt x="5607515" y="1158744"/>
                  </a:lnTo>
                  <a:lnTo>
                    <a:pt x="5607831" y="1158744"/>
                  </a:lnTo>
                  <a:lnTo>
                    <a:pt x="5607831" y="1158314"/>
                  </a:lnTo>
                  <a:lnTo>
                    <a:pt x="5608304" y="1158314"/>
                  </a:lnTo>
                  <a:lnTo>
                    <a:pt x="5608461" y="1158314"/>
                  </a:lnTo>
                  <a:lnTo>
                    <a:pt x="5608619" y="1157883"/>
                  </a:lnTo>
                  <a:lnTo>
                    <a:pt x="5608777" y="1157883"/>
                  </a:lnTo>
                  <a:lnTo>
                    <a:pt x="5608777" y="1157452"/>
                  </a:lnTo>
                  <a:lnTo>
                    <a:pt x="5609092" y="1157022"/>
                  </a:lnTo>
                  <a:lnTo>
                    <a:pt x="5609566" y="1157022"/>
                  </a:lnTo>
                  <a:lnTo>
                    <a:pt x="5610196" y="1156161"/>
                  </a:lnTo>
                  <a:lnTo>
                    <a:pt x="5610354" y="1156161"/>
                  </a:lnTo>
                  <a:lnTo>
                    <a:pt x="5611143" y="1156161"/>
                  </a:lnTo>
                  <a:lnTo>
                    <a:pt x="5611300" y="1156161"/>
                  </a:lnTo>
                  <a:lnTo>
                    <a:pt x="5611774" y="1156161"/>
                  </a:lnTo>
                  <a:lnTo>
                    <a:pt x="5611931" y="1156161"/>
                  </a:lnTo>
                  <a:lnTo>
                    <a:pt x="5612089" y="1156161"/>
                  </a:lnTo>
                  <a:lnTo>
                    <a:pt x="5612089" y="1155730"/>
                  </a:lnTo>
                  <a:lnTo>
                    <a:pt x="5612247" y="1155299"/>
                  </a:lnTo>
                  <a:lnTo>
                    <a:pt x="5612404" y="1155299"/>
                  </a:lnTo>
                  <a:lnTo>
                    <a:pt x="5613193" y="1154869"/>
                  </a:lnTo>
                  <a:lnTo>
                    <a:pt x="5613508" y="1154438"/>
                  </a:lnTo>
                  <a:lnTo>
                    <a:pt x="5613982" y="1154438"/>
                  </a:lnTo>
                  <a:lnTo>
                    <a:pt x="5614139" y="1154438"/>
                  </a:lnTo>
                  <a:lnTo>
                    <a:pt x="5614139" y="1154008"/>
                  </a:lnTo>
                  <a:lnTo>
                    <a:pt x="5614455" y="1153146"/>
                  </a:lnTo>
                  <a:lnTo>
                    <a:pt x="5614612" y="1152285"/>
                  </a:lnTo>
                  <a:lnTo>
                    <a:pt x="5614612" y="1151855"/>
                  </a:lnTo>
                  <a:lnTo>
                    <a:pt x="5614612" y="1151424"/>
                  </a:lnTo>
                  <a:lnTo>
                    <a:pt x="5615243" y="1151424"/>
                  </a:lnTo>
                  <a:lnTo>
                    <a:pt x="5616190" y="1151424"/>
                  </a:lnTo>
                  <a:lnTo>
                    <a:pt x="5616347" y="1151424"/>
                  </a:lnTo>
                  <a:lnTo>
                    <a:pt x="5616505" y="1151424"/>
                  </a:lnTo>
                  <a:lnTo>
                    <a:pt x="5616821" y="1151424"/>
                  </a:lnTo>
                  <a:lnTo>
                    <a:pt x="5617294" y="1151424"/>
                  </a:lnTo>
                  <a:lnTo>
                    <a:pt x="5617451" y="1151424"/>
                  </a:lnTo>
                  <a:lnTo>
                    <a:pt x="5618240" y="1150993"/>
                  </a:lnTo>
                  <a:lnTo>
                    <a:pt x="5618555" y="1150993"/>
                  </a:lnTo>
                  <a:lnTo>
                    <a:pt x="5618713" y="1150993"/>
                  </a:lnTo>
                  <a:lnTo>
                    <a:pt x="5618713" y="1150563"/>
                  </a:lnTo>
                  <a:lnTo>
                    <a:pt x="5619186" y="1149702"/>
                  </a:lnTo>
                  <a:lnTo>
                    <a:pt x="5619817" y="1148840"/>
                  </a:lnTo>
                  <a:lnTo>
                    <a:pt x="5619817" y="1148410"/>
                  </a:lnTo>
                  <a:lnTo>
                    <a:pt x="5620606" y="1147549"/>
                  </a:lnTo>
                  <a:lnTo>
                    <a:pt x="5620921" y="1147549"/>
                  </a:lnTo>
                  <a:lnTo>
                    <a:pt x="5621237" y="1146687"/>
                  </a:lnTo>
                  <a:lnTo>
                    <a:pt x="5622025" y="1146687"/>
                  </a:lnTo>
                  <a:lnTo>
                    <a:pt x="5622183" y="1146687"/>
                  </a:lnTo>
                  <a:lnTo>
                    <a:pt x="5622341" y="1146687"/>
                  </a:lnTo>
                  <a:lnTo>
                    <a:pt x="5622498" y="1146257"/>
                  </a:lnTo>
                  <a:lnTo>
                    <a:pt x="5623129" y="1146257"/>
                  </a:lnTo>
                  <a:lnTo>
                    <a:pt x="5623129" y="1145826"/>
                  </a:lnTo>
                  <a:lnTo>
                    <a:pt x="5623287" y="1145826"/>
                  </a:lnTo>
                  <a:lnTo>
                    <a:pt x="5623445" y="1145826"/>
                  </a:lnTo>
                  <a:lnTo>
                    <a:pt x="5623918" y="1145826"/>
                  </a:lnTo>
                  <a:lnTo>
                    <a:pt x="5624706" y="1145826"/>
                  </a:lnTo>
                  <a:lnTo>
                    <a:pt x="5624864" y="1145826"/>
                  </a:lnTo>
                  <a:lnTo>
                    <a:pt x="5625180" y="1145826"/>
                  </a:lnTo>
                  <a:lnTo>
                    <a:pt x="5625495" y="1145826"/>
                  </a:lnTo>
                  <a:lnTo>
                    <a:pt x="5625653" y="1145826"/>
                  </a:lnTo>
                  <a:lnTo>
                    <a:pt x="5626757" y="1145826"/>
                  </a:lnTo>
                  <a:lnTo>
                    <a:pt x="5626757" y="1145396"/>
                  </a:lnTo>
                  <a:lnTo>
                    <a:pt x="5627072" y="1145396"/>
                  </a:lnTo>
                  <a:lnTo>
                    <a:pt x="5628019" y="1145396"/>
                  </a:lnTo>
                  <a:lnTo>
                    <a:pt x="5628334" y="1145396"/>
                  </a:lnTo>
                  <a:lnTo>
                    <a:pt x="5628649" y="1145396"/>
                  </a:lnTo>
                  <a:lnTo>
                    <a:pt x="5629123" y="1145396"/>
                  </a:lnTo>
                  <a:lnTo>
                    <a:pt x="5629596" y="1144104"/>
                  </a:lnTo>
                  <a:lnTo>
                    <a:pt x="5629753" y="1144104"/>
                  </a:lnTo>
                  <a:lnTo>
                    <a:pt x="5630384" y="1144104"/>
                  </a:lnTo>
                  <a:lnTo>
                    <a:pt x="5630542" y="1144104"/>
                  </a:lnTo>
                  <a:lnTo>
                    <a:pt x="5630700" y="1144104"/>
                  </a:lnTo>
                  <a:lnTo>
                    <a:pt x="5631015" y="1144104"/>
                  </a:lnTo>
                  <a:lnTo>
                    <a:pt x="5631173" y="1144104"/>
                  </a:lnTo>
                  <a:lnTo>
                    <a:pt x="5631804" y="1143673"/>
                  </a:lnTo>
                  <a:lnTo>
                    <a:pt x="5632435" y="1143673"/>
                  </a:lnTo>
                  <a:lnTo>
                    <a:pt x="5632592" y="1143243"/>
                  </a:lnTo>
                  <a:lnTo>
                    <a:pt x="5632750" y="1142812"/>
                  </a:lnTo>
                  <a:lnTo>
                    <a:pt x="5632908" y="1142381"/>
                  </a:lnTo>
                  <a:lnTo>
                    <a:pt x="5633539" y="1141520"/>
                  </a:lnTo>
                  <a:lnTo>
                    <a:pt x="5633696" y="1141520"/>
                  </a:lnTo>
                  <a:lnTo>
                    <a:pt x="5634012" y="1141520"/>
                  </a:lnTo>
                  <a:lnTo>
                    <a:pt x="5634170" y="1141520"/>
                  </a:lnTo>
                  <a:lnTo>
                    <a:pt x="5634327" y="1141520"/>
                  </a:lnTo>
                  <a:lnTo>
                    <a:pt x="5634800" y="1141090"/>
                  </a:lnTo>
                  <a:lnTo>
                    <a:pt x="5635116" y="1141090"/>
                  </a:lnTo>
                  <a:lnTo>
                    <a:pt x="5635274" y="1141090"/>
                  </a:lnTo>
                  <a:lnTo>
                    <a:pt x="5636062" y="1140228"/>
                  </a:lnTo>
                  <a:lnTo>
                    <a:pt x="5636220" y="1140228"/>
                  </a:lnTo>
                  <a:lnTo>
                    <a:pt x="5636535" y="1139798"/>
                  </a:lnTo>
                  <a:lnTo>
                    <a:pt x="5637008" y="1139367"/>
                  </a:lnTo>
                  <a:lnTo>
                    <a:pt x="5637639" y="1139367"/>
                  </a:lnTo>
                  <a:lnTo>
                    <a:pt x="5637797" y="1138937"/>
                  </a:lnTo>
                  <a:lnTo>
                    <a:pt x="5638428" y="1138937"/>
                  </a:lnTo>
                  <a:lnTo>
                    <a:pt x="5638586" y="1138937"/>
                  </a:lnTo>
                  <a:lnTo>
                    <a:pt x="5639532" y="1138937"/>
                  </a:lnTo>
                  <a:lnTo>
                    <a:pt x="5640321" y="1136353"/>
                  </a:lnTo>
                  <a:lnTo>
                    <a:pt x="5640478" y="1136353"/>
                  </a:lnTo>
                  <a:lnTo>
                    <a:pt x="5640636" y="1136353"/>
                  </a:lnTo>
                  <a:lnTo>
                    <a:pt x="5640636" y="1135922"/>
                  </a:lnTo>
                  <a:lnTo>
                    <a:pt x="5641109" y="1135922"/>
                  </a:lnTo>
                  <a:lnTo>
                    <a:pt x="5641582" y="1135922"/>
                  </a:lnTo>
                  <a:lnTo>
                    <a:pt x="5641740" y="1135922"/>
                  </a:lnTo>
                  <a:lnTo>
                    <a:pt x="5641898" y="1135922"/>
                  </a:lnTo>
                  <a:lnTo>
                    <a:pt x="5642055" y="1135922"/>
                  </a:lnTo>
                  <a:lnTo>
                    <a:pt x="5642529" y="1135922"/>
                  </a:lnTo>
                  <a:lnTo>
                    <a:pt x="5643159" y="1135492"/>
                  </a:lnTo>
                  <a:lnTo>
                    <a:pt x="5643475" y="1135492"/>
                  </a:lnTo>
                  <a:lnTo>
                    <a:pt x="5643633" y="1135061"/>
                  </a:lnTo>
                  <a:lnTo>
                    <a:pt x="5644737" y="1134631"/>
                  </a:lnTo>
                  <a:lnTo>
                    <a:pt x="5644737" y="1134200"/>
                  </a:lnTo>
                  <a:lnTo>
                    <a:pt x="5645052" y="1133769"/>
                  </a:lnTo>
                  <a:lnTo>
                    <a:pt x="5645052" y="1133339"/>
                  </a:lnTo>
                  <a:lnTo>
                    <a:pt x="5645525" y="1132908"/>
                  </a:lnTo>
                  <a:lnTo>
                    <a:pt x="5645683" y="1132908"/>
                  </a:lnTo>
                  <a:lnTo>
                    <a:pt x="5645998" y="1132478"/>
                  </a:lnTo>
                  <a:lnTo>
                    <a:pt x="5646472" y="1132478"/>
                  </a:lnTo>
                  <a:lnTo>
                    <a:pt x="5647576" y="1131616"/>
                  </a:lnTo>
                  <a:lnTo>
                    <a:pt x="5647891" y="1131616"/>
                  </a:lnTo>
                  <a:lnTo>
                    <a:pt x="5648049" y="1131186"/>
                  </a:lnTo>
                  <a:lnTo>
                    <a:pt x="5648206" y="1131186"/>
                  </a:lnTo>
                  <a:lnTo>
                    <a:pt x="5648837" y="1130755"/>
                  </a:lnTo>
                  <a:lnTo>
                    <a:pt x="5648995" y="1130755"/>
                  </a:lnTo>
                  <a:lnTo>
                    <a:pt x="5649311" y="1130755"/>
                  </a:lnTo>
                  <a:lnTo>
                    <a:pt x="5649784" y="1130755"/>
                  </a:lnTo>
                  <a:lnTo>
                    <a:pt x="5650257" y="1130755"/>
                  </a:lnTo>
                  <a:lnTo>
                    <a:pt x="5651045" y="1130755"/>
                  </a:lnTo>
                  <a:lnTo>
                    <a:pt x="5651203" y="1130325"/>
                  </a:lnTo>
                  <a:lnTo>
                    <a:pt x="5651519" y="1130325"/>
                  </a:lnTo>
                  <a:lnTo>
                    <a:pt x="5651992" y="1129894"/>
                  </a:lnTo>
                  <a:lnTo>
                    <a:pt x="5652465" y="1129894"/>
                  </a:lnTo>
                  <a:lnTo>
                    <a:pt x="5653727" y="1129463"/>
                  </a:lnTo>
                  <a:lnTo>
                    <a:pt x="5653884" y="1129463"/>
                  </a:lnTo>
                  <a:lnTo>
                    <a:pt x="5654357" y="1129463"/>
                  </a:lnTo>
                  <a:lnTo>
                    <a:pt x="5654988" y="1129463"/>
                  </a:lnTo>
                  <a:lnTo>
                    <a:pt x="5655462" y="1129033"/>
                  </a:lnTo>
                  <a:lnTo>
                    <a:pt x="5655619" y="1128602"/>
                  </a:lnTo>
                  <a:lnTo>
                    <a:pt x="5656092" y="1128172"/>
                  </a:lnTo>
                  <a:lnTo>
                    <a:pt x="5657354" y="1126880"/>
                  </a:lnTo>
                  <a:lnTo>
                    <a:pt x="5657827" y="1126880"/>
                  </a:lnTo>
                  <a:lnTo>
                    <a:pt x="5658143" y="1126880"/>
                  </a:lnTo>
                  <a:lnTo>
                    <a:pt x="5658300" y="1126880"/>
                  </a:lnTo>
                  <a:lnTo>
                    <a:pt x="5658616" y="1126880"/>
                  </a:lnTo>
                  <a:lnTo>
                    <a:pt x="5658616" y="1126449"/>
                  </a:lnTo>
                  <a:lnTo>
                    <a:pt x="5659720" y="1125588"/>
                  </a:lnTo>
                  <a:lnTo>
                    <a:pt x="5660193" y="1125157"/>
                  </a:lnTo>
                  <a:lnTo>
                    <a:pt x="5660982" y="1124727"/>
                  </a:lnTo>
                  <a:lnTo>
                    <a:pt x="5661139" y="1124727"/>
                  </a:lnTo>
                  <a:lnTo>
                    <a:pt x="5661770" y="1123866"/>
                  </a:lnTo>
                  <a:lnTo>
                    <a:pt x="5661770" y="1122574"/>
                  </a:lnTo>
                  <a:lnTo>
                    <a:pt x="5662401" y="1122574"/>
                  </a:lnTo>
                  <a:lnTo>
                    <a:pt x="5662559" y="1122574"/>
                  </a:lnTo>
                  <a:lnTo>
                    <a:pt x="5663190" y="1122574"/>
                  </a:lnTo>
                  <a:lnTo>
                    <a:pt x="5663663" y="1122574"/>
                  </a:lnTo>
                  <a:lnTo>
                    <a:pt x="5664136" y="1122574"/>
                  </a:lnTo>
                  <a:lnTo>
                    <a:pt x="5665082" y="1121713"/>
                  </a:lnTo>
                  <a:lnTo>
                    <a:pt x="5665240" y="1121713"/>
                  </a:lnTo>
                  <a:lnTo>
                    <a:pt x="5665555" y="1121713"/>
                  </a:lnTo>
                  <a:lnTo>
                    <a:pt x="5666186" y="1120851"/>
                  </a:lnTo>
                  <a:lnTo>
                    <a:pt x="5666344" y="1119560"/>
                  </a:lnTo>
                  <a:lnTo>
                    <a:pt x="5666502" y="1119560"/>
                  </a:lnTo>
                  <a:lnTo>
                    <a:pt x="5666660" y="1119560"/>
                  </a:lnTo>
                  <a:lnTo>
                    <a:pt x="5666975" y="1119129"/>
                  </a:lnTo>
                  <a:lnTo>
                    <a:pt x="5667448" y="1118698"/>
                  </a:lnTo>
                  <a:lnTo>
                    <a:pt x="5667606" y="1118698"/>
                  </a:lnTo>
                  <a:lnTo>
                    <a:pt x="5667921" y="1118698"/>
                  </a:lnTo>
                  <a:lnTo>
                    <a:pt x="5667921" y="1118268"/>
                  </a:lnTo>
                  <a:lnTo>
                    <a:pt x="5667921" y="1117837"/>
                  </a:lnTo>
                  <a:lnTo>
                    <a:pt x="5668237" y="1117837"/>
                  </a:lnTo>
                  <a:lnTo>
                    <a:pt x="5668394" y="1117837"/>
                  </a:lnTo>
                  <a:lnTo>
                    <a:pt x="5668710" y="1117837"/>
                  </a:lnTo>
                  <a:lnTo>
                    <a:pt x="5668710" y="1117407"/>
                  </a:lnTo>
                  <a:lnTo>
                    <a:pt x="5670129" y="1116976"/>
                  </a:lnTo>
                  <a:lnTo>
                    <a:pt x="5670760" y="1116545"/>
                  </a:lnTo>
                  <a:lnTo>
                    <a:pt x="5670918" y="1116545"/>
                  </a:lnTo>
                  <a:lnTo>
                    <a:pt x="5671076" y="1116545"/>
                  </a:lnTo>
                  <a:lnTo>
                    <a:pt x="5671076" y="1116115"/>
                  </a:lnTo>
                  <a:lnTo>
                    <a:pt x="5671233" y="1116115"/>
                  </a:lnTo>
                  <a:lnTo>
                    <a:pt x="5671233" y="1115684"/>
                  </a:lnTo>
                  <a:lnTo>
                    <a:pt x="5672968" y="1114823"/>
                  </a:lnTo>
                  <a:lnTo>
                    <a:pt x="5673441" y="1114823"/>
                  </a:lnTo>
                  <a:lnTo>
                    <a:pt x="5673599" y="1114823"/>
                  </a:lnTo>
                  <a:lnTo>
                    <a:pt x="5674230" y="1114823"/>
                  </a:lnTo>
                  <a:lnTo>
                    <a:pt x="5674388" y="1114823"/>
                  </a:lnTo>
                  <a:lnTo>
                    <a:pt x="5674703" y="1114823"/>
                  </a:lnTo>
                  <a:lnTo>
                    <a:pt x="5674861" y="1114823"/>
                  </a:lnTo>
                  <a:lnTo>
                    <a:pt x="5675019" y="1114823"/>
                  </a:lnTo>
                  <a:lnTo>
                    <a:pt x="5675176" y="1114823"/>
                  </a:lnTo>
                  <a:lnTo>
                    <a:pt x="5675807" y="1114392"/>
                  </a:lnTo>
                  <a:lnTo>
                    <a:pt x="5676280" y="1113962"/>
                  </a:lnTo>
                  <a:lnTo>
                    <a:pt x="5676596" y="1113962"/>
                  </a:lnTo>
                  <a:lnTo>
                    <a:pt x="5677227" y="1113962"/>
                  </a:lnTo>
                  <a:lnTo>
                    <a:pt x="5678173" y="1113962"/>
                  </a:lnTo>
                  <a:lnTo>
                    <a:pt x="5678488" y="1113962"/>
                  </a:lnTo>
                  <a:lnTo>
                    <a:pt x="5679435" y="1113531"/>
                  </a:lnTo>
                  <a:lnTo>
                    <a:pt x="5679750" y="1113531"/>
                  </a:lnTo>
                  <a:lnTo>
                    <a:pt x="5680223" y="1113531"/>
                  </a:lnTo>
                  <a:lnTo>
                    <a:pt x="5680381" y="1113531"/>
                  </a:lnTo>
                  <a:lnTo>
                    <a:pt x="5681170" y="1113531"/>
                  </a:lnTo>
                  <a:lnTo>
                    <a:pt x="5681170" y="1113101"/>
                  </a:lnTo>
                  <a:lnTo>
                    <a:pt x="5681485" y="1113101"/>
                  </a:lnTo>
                  <a:lnTo>
                    <a:pt x="5681643" y="1113101"/>
                  </a:lnTo>
                  <a:lnTo>
                    <a:pt x="5682747" y="1113101"/>
                  </a:lnTo>
                  <a:lnTo>
                    <a:pt x="5682905" y="1113101"/>
                  </a:lnTo>
                  <a:lnTo>
                    <a:pt x="5683062" y="1113101"/>
                  </a:lnTo>
                  <a:lnTo>
                    <a:pt x="5683220" y="1112239"/>
                  </a:lnTo>
                  <a:lnTo>
                    <a:pt x="5683378" y="1111809"/>
                  </a:lnTo>
                  <a:lnTo>
                    <a:pt x="5683851" y="1111809"/>
                  </a:lnTo>
                  <a:lnTo>
                    <a:pt x="5684324" y="1110948"/>
                  </a:lnTo>
                  <a:lnTo>
                    <a:pt x="5684482" y="1110948"/>
                  </a:lnTo>
                  <a:lnTo>
                    <a:pt x="5684639" y="1110517"/>
                  </a:lnTo>
                  <a:lnTo>
                    <a:pt x="5684797" y="1110086"/>
                  </a:lnTo>
                  <a:lnTo>
                    <a:pt x="5685270" y="1109656"/>
                  </a:lnTo>
                  <a:lnTo>
                    <a:pt x="5685428" y="1109656"/>
                  </a:lnTo>
                  <a:lnTo>
                    <a:pt x="5685586" y="1109656"/>
                  </a:lnTo>
                  <a:lnTo>
                    <a:pt x="5686374" y="1107933"/>
                  </a:lnTo>
                  <a:lnTo>
                    <a:pt x="5687005" y="1107933"/>
                  </a:lnTo>
                  <a:lnTo>
                    <a:pt x="5687636" y="1107933"/>
                  </a:lnTo>
                  <a:lnTo>
                    <a:pt x="5687794" y="1107933"/>
                  </a:lnTo>
                  <a:lnTo>
                    <a:pt x="5687951" y="1107503"/>
                  </a:lnTo>
                  <a:lnTo>
                    <a:pt x="5687951" y="1107072"/>
                  </a:lnTo>
                  <a:lnTo>
                    <a:pt x="5688109" y="1107072"/>
                  </a:lnTo>
                  <a:lnTo>
                    <a:pt x="5688582" y="1107072"/>
                  </a:lnTo>
                  <a:lnTo>
                    <a:pt x="5688898" y="1107072"/>
                  </a:lnTo>
                  <a:lnTo>
                    <a:pt x="5689529" y="1106642"/>
                  </a:lnTo>
                  <a:lnTo>
                    <a:pt x="5689686" y="1106642"/>
                  </a:lnTo>
                  <a:lnTo>
                    <a:pt x="5689844" y="1106642"/>
                  </a:lnTo>
                  <a:lnTo>
                    <a:pt x="5690948" y="1106211"/>
                  </a:lnTo>
                  <a:lnTo>
                    <a:pt x="5691106" y="1106211"/>
                  </a:lnTo>
                  <a:lnTo>
                    <a:pt x="5692052" y="1106211"/>
                  </a:lnTo>
                  <a:lnTo>
                    <a:pt x="5692210" y="1106211"/>
                  </a:lnTo>
                  <a:lnTo>
                    <a:pt x="5692368" y="1106211"/>
                  </a:lnTo>
                  <a:lnTo>
                    <a:pt x="5692525" y="1106211"/>
                  </a:lnTo>
                  <a:lnTo>
                    <a:pt x="5692841" y="1105780"/>
                  </a:lnTo>
                  <a:lnTo>
                    <a:pt x="5693156" y="1105780"/>
                  </a:lnTo>
                  <a:lnTo>
                    <a:pt x="5693629" y="1105350"/>
                  </a:lnTo>
                  <a:lnTo>
                    <a:pt x="5694891" y="1104058"/>
                  </a:lnTo>
                  <a:lnTo>
                    <a:pt x="5695364" y="1104058"/>
                  </a:lnTo>
                  <a:lnTo>
                    <a:pt x="5695680" y="1104058"/>
                  </a:lnTo>
                  <a:lnTo>
                    <a:pt x="5696311" y="1103627"/>
                  </a:lnTo>
                  <a:lnTo>
                    <a:pt x="5696468" y="1103627"/>
                  </a:lnTo>
                  <a:lnTo>
                    <a:pt x="5696784" y="1103627"/>
                  </a:lnTo>
                  <a:lnTo>
                    <a:pt x="5696941" y="1103627"/>
                  </a:lnTo>
                  <a:lnTo>
                    <a:pt x="5697415" y="1103627"/>
                  </a:lnTo>
                  <a:lnTo>
                    <a:pt x="5697572" y="1103627"/>
                  </a:lnTo>
                  <a:lnTo>
                    <a:pt x="5697730" y="1103627"/>
                  </a:lnTo>
                  <a:lnTo>
                    <a:pt x="5698045" y="1103627"/>
                  </a:lnTo>
                  <a:lnTo>
                    <a:pt x="5698203" y="1103627"/>
                  </a:lnTo>
                  <a:lnTo>
                    <a:pt x="5698361" y="1103627"/>
                  </a:lnTo>
                  <a:lnTo>
                    <a:pt x="5698519" y="1103627"/>
                  </a:lnTo>
                  <a:lnTo>
                    <a:pt x="5699307" y="1102766"/>
                  </a:lnTo>
                  <a:lnTo>
                    <a:pt x="5699465" y="1102766"/>
                  </a:lnTo>
                  <a:lnTo>
                    <a:pt x="5699623" y="1102766"/>
                  </a:lnTo>
                  <a:lnTo>
                    <a:pt x="5699780" y="1102336"/>
                  </a:lnTo>
                  <a:lnTo>
                    <a:pt x="5699938" y="1101905"/>
                  </a:lnTo>
                  <a:lnTo>
                    <a:pt x="5700096" y="1101474"/>
                  </a:lnTo>
                  <a:lnTo>
                    <a:pt x="5700884" y="1101474"/>
                  </a:lnTo>
                  <a:lnTo>
                    <a:pt x="5701831" y="1101044"/>
                  </a:lnTo>
                  <a:lnTo>
                    <a:pt x="5701988" y="1100613"/>
                  </a:lnTo>
                  <a:lnTo>
                    <a:pt x="5702146" y="1100613"/>
                  </a:lnTo>
                  <a:lnTo>
                    <a:pt x="5703408" y="1100183"/>
                  </a:lnTo>
                  <a:lnTo>
                    <a:pt x="5703723" y="1099752"/>
                  </a:lnTo>
                  <a:lnTo>
                    <a:pt x="5703723" y="1099321"/>
                  </a:lnTo>
                  <a:lnTo>
                    <a:pt x="5703881" y="1099321"/>
                  </a:lnTo>
                  <a:lnTo>
                    <a:pt x="5704039" y="1099321"/>
                  </a:lnTo>
                  <a:lnTo>
                    <a:pt x="5704196" y="1099321"/>
                  </a:lnTo>
                  <a:lnTo>
                    <a:pt x="5704354" y="1099321"/>
                  </a:lnTo>
                  <a:lnTo>
                    <a:pt x="5706247" y="1098460"/>
                  </a:lnTo>
                  <a:lnTo>
                    <a:pt x="5706405" y="1098460"/>
                  </a:lnTo>
                  <a:lnTo>
                    <a:pt x="5706720" y="1097599"/>
                  </a:lnTo>
                  <a:lnTo>
                    <a:pt x="5707035" y="1097599"/>
                  </a:lnTo>
                  <a:lnTo>
                    <a:pt x="5707193" y="1097599"/>
                  </a:lnTo>
                  <a:lnTo>
                    <a:pt x="5707824" y="1097599"/>
                  </a:lnTo>
                  <a:lnTo>
                    <a:pt x="5707982" y="1097599"/>
                  </a:lnTo>
                  <a:lnTo>
                    <a:pt x="5707982" y="1097168"/>
                  </a:lnTo>
                  <a:lnTo>
                    <a:pt x="5708139" y="1096738"/>
                  </a:lnTo>
                  <a:lnTo>
                    <a:pt x="5708297" y="1096738"/>
                  </a:lnTo>
                  <a:lnTo>
                    <a:pt x="5708770" y="1096738"/>
                  </a:lnTo>
                  <a:lnTo>
                    <a:pt x="5708928" y="1096307"/>
                  </a:lnTo>
                  <a:lnTo>
                    <a:pt x="5709086" y="1096307"/>
                  </a:lnTo>
                  <a:lnTo>
                    <a:pt x="5709401" y="1095877"/>
                  </a:lnTo>
                  <a:lnTo>
                    <a:pt x="5709717" y="1095877"/>
                  </a:lnTo>
                  <a:lnTo>
                    <a:pt x="5709874" y="1095877"/>
                  </a:lnTo>
                  <a:lnTo>
                    <a:pt x="5710505" y="1095446"/>
                  </a:lnTo>
                  <a:lnTo>
                    <a:pt x="5710663" y="1095446"/>
                  </a:lnTo>
                  <a:lnTo>
                    <a:pt x="5711136" y="1095446"/>
                  </a:lnTo>
                  <a:lnTo>
                    <a:pt x="5711452" y="1095446"/>
                  </a:lnTo>
                  <a:lnTo>
                    <a:pt x="5711767" y="1095446"/>
                  </a:lnTo>
                  <a:lnTo>
                    <a:pt x="5711925" y="1095446"/>
                  </a:lnTo>
                  <a:lnTo>
                    <a:pt x="5712556" y="1095446"/>
                  </a:lnTo>
                  <a:lnTo>
                    <a:pt x="5712871" y="1095446"/>
                  </a:lnTo>
                  <a:lnTo>
                    <a:pt x="5713502" y="1095015"/>
                  </a:lnTo>
                  <a:lnTo>
                    <a:pt x="5713502" y="1094585"/>
                  </a:lnTo>
                  <a:lnTo>
                    <a:pt x="5713975" y="1094154"/>
                  </a:lnTo>
                  <a:lnTo>
                    <a:pt x="5714133" y="1093724"/>
                  </a:lnTo>
                  <a:lnTo>
                    <a:pt x="5715394" y="1093293"/>
                  </a:lnTo>
                  <a:lnTo>
                    <a:pt x="5716183" y="1093293"/>
                  </a:lnTo>
                  <a:lnTo>
                    <a:pt x="5716341" y="1093293"/>
                  </a:lnTo>
                  <a:lnTo>
                    <a:pt x="5716498" y="1093293"/>
                  </a:lnTo>
                  <a:lnTo>
                    <a:pt x="5716656" y="1093293"/>
                  </a:lnTo>
                  <a:lnTo>
                    <a:pt x="5716814" y="1093293"/>
                  </a:lnTo>
                  <a:lnTo>
                    <a:pt x="5716972" y="1093293"/>
                  </a:lnTo>
                  <a:lnTo>
                    <a:pt x="5717129" y="1093293"/>
                  </a:lnTo>
                  <a:lnTo>
                    <a:pt x="5717603" y="1093293"/>
                  </a:lnTo>
                  <a:lnTo>
                    <a:pt x="5717760" y="1093293"/>
                  </a:lnTo>
                  <a:lnTo>
                    <a:pt x="5718391" y="1093293"/>
                  </a:lnTo>
                  <a:lnTo>
                    <a:pt x="5718549" y="1093293"/>
                  </a:lnTo>
                  <a:lnTo>
                    <a:pt x="5718707" y="1093293"/>
                  </a:lnTo>
                  <a:lnTo>
                    <a:pt x="5719022" y="1093293"/>
                  </a:lnTo>
                  <a:lnTo>
                    <a:pt x="5719180" y="1093293"/>
                  </a:lnTo>
                  <a:lnTo>
                    <a:pt x="5719337" y="1093293"/>
                  </a:lnTo>
                  <a:lnTo>
                    <a:pt x="5719495" y="1093293"/>
                  </a:lnTo>
                  <a:lnTo>
                    <a:pt x="5721861" y="1092862"/>
                  </a:lnTo>
                  <a:lnTo>
                    <a:pt x="5722019" y="1092862"/>
                  </a:lnTo>
                  <a:lnTo>
                    <a:pt x="5722965" y="1092432"/>
                  </a:lnTo>
                  <a:lnTo>
                    <a:pt x="5723123" y="1092432"/>
                  </a:lnTo>
                  <a:lnTo>
                    <a:pt x="5723280" y="1092432"/>
                  </a:lnTo>
                  <a:lnTo>
                    <a:pt x="5724384" y="1092432"/>
                  </a:lnTo>
                  <a:lnTo>
                    <a:pt x="5724384" y="1092001"/>
                  </a:lnTo>
                  <a:lnTo>
                    <a:pt x="5724542" y="1092001"/>
                  </a:lnTo>
                  <a:lnTo>
                    <a:pt x="5724700" y="1092001"/>
                  </a:lnTo>
                  <a:lnTo>
                    <a:pt x="5725804" y="1091571"/>
                  </a:lnTo>
                  <a:lnTo>
                    <a:pt x="5725962" y="1091571"/>
                  </a:lnTo>
                  <a:lnTo>
                    <a:pt x="5726119" y="1091571"/>
                  </a:lnTo>
                  <a:lnTo>
                    <a:pt x="5726435" y="1091571"/>
                  </a:lnTo>
                  <a:lnTo>
                    <a:pt x="5726908" y="1091571"/>
                  </a:lnTo>
                  <a:lnTo>
                    <a:pt x="5727223" y="1091140"/>
                  </a:lnTo>
                  <a:lnTo>
                    <a:pt x="5727381" y="1091140"/>
                  </a:lnTo>
                  <a:lnTo>
                    <a:pt x="5727539" y="1091140"/>
                  </a:lnTo>
                  <a:lnTo>
                    <a:pt x="5727696" y="1091140"/>
                  </a:lnTo>
                  <a:lnTo>
                    <a:pt x="5727696" y="1090709"/>
                  </a:lnTo>
                  <a:lnTo>
                    <a:pt x="5728012" y="1090709"/>
                  </a:lnTo>
                  <a:lnTo>
                    <a:pt x="5728170" y="1090279"/>
                  </a:lnTo>
                  <a:lnTo>
                    <a:pt x="5728801" y="1089848"/>
                  </a:lnTo>
                  <a:lnTo>
                    <a:pt x="5729747" y="1089418"/>
                  </a:lnTo>
                  <a:lnTo>
                    <a:pt x="5730062" y="1089418"/>
                  </a:lnTo>
                  <a:lnTo>
                    <a:pt x="5730378" y="1088987"/>
                  </a:lnTo>
                  <a:lnTo>
                    <a:pt x="5730693" y="1088987"/>
                  </a:lnTo>
                  <a:lnTo>
                    <a:pt x="5731324" y="1088556"/>
                  </a:lnTo>
                  <a:lnTo>
                    <a:pt x="5731797" y="1088126"/>
                  </a:lnTo>
                  <a:lnTo>
                    <a:pt x="5731955" y="1088126"/>
                  </a:lnTo>
                  <a:lnTo>
                    <a:pt x="5732113" y="1088126"/>
                  </a:lnTo>
                  <a:lnTo>
                    <a:pt x="5732113" y="1087265"/>
                  </a:lnTo>
                  <a:lnTo>
                    <a:pt x="5732270" y="1087265"/>
                  </a:lnTo>
                  <a:lnTo>
                    <a:pt x="5732428" y="1087265"/>
                  </a:lnTo>
                  <a:lnTo>
                    <a:pt x="5732428" y="1086834"/>
                  </a:lnTo>
                  <a:lnTo>
                    <a:pt x="5733059" y="1086834"/>
                  </a:lnTo>
                  <a:lnTo>
                    <a:pt x="5733532" y="1086403"/>
                  </a:lnTo>
                  <a:lnTo>
                    <a:pt x="5734005" y="1086403"/>
                  </a:lnTo>
                  <a:lnTo>
                    <a:pt x="5734163" y="1085542"/>
                  </a:lnTo>
                  <a:lnTo>
                    <a:pt x="5734636" y="1085112"/>
                  </a:lnTo>
                  <a:lnTo>
                    <a:pt x="5734952" y="1085112"/>
                  </a:lnTo>
                  <a:lnTo>
                    <a:pt x="5735109" y="1084250"/>
                  </a:lnTo>
                  <a:lnTo>
                    <a:pt x="5735267" y="1084250"/>
                  </a:lnTo>
                  <a:lnTo>
                    <a:pt x="5735898" y="1083820"/>
                  </a:lnTo>
                  <a:lnTo>
                    <a:pt x="5736371" y="1082959"/>
                  </a:lnTo>
                  <a:lnTo>
                    <a:pt x="5736529" y="1082959"/>
                  </a:lnTo>
                  <a:lnTo>
                    <a:pt x="5736844" y="1082959"/>
                  </a:lnTo>
                  <a:lnTo>
                    <a:pt x="5737160" y="1082959"/>
                  </a:lnTo>
                  <a:lnTo>
                    <a:pt x="5737160" y="1082528"/>
                  </a:lnTo>
                  <a:lnTo>
                    <a:pt x="5738737" y="1081236"/>
                  </a:lnTo>
                  <a:lnTo>
                    <a:pt x="5739210" y="1079514"/>
                  </a:lnTo>
                  <a:lnTo>
                    <a:pt x="5739368" y="1079514"/>
                  </a:lnTo>
                  <a:lnTo>
                    <a:pt x="5739525" y="1079514"/>
                  </a:lnTo>
                  <a:lnTo>
                    <a:pt x="5740156" y="1079514"/>
                  </a:lnTo>
                  <a:lnTo>
                    <a:pt x="5740787" y="1079083"/>
                  </a:lnTo>
                  <a:lnTo>
                    <a:pt x="5740945" y="1079083"/>
                  </a:lnTo>
                  <a:lnTo>
                    <a:pt x="5741576" y="1079083"/>
                  </a:lnTo>
                  <a:lnTo>
                    <a:pt x="5741733" y="1079083"/>
                  </a:lnTo>
                  <a:lnTo>
                    <a:pt x="5741733" y="1078653"/>
                  </a:lnTo>
                  <a:lnTo>
                    <a:pt x="5742207" y="1078653"/>
                  </a:lnTo>
                  <a:lnTo>
                    <a:pt x="5743941" y="1078222"/>
                  </a:lnTo>
                  <a:lnTo>
                    <a:pt x="5744099" y="1078222"/>
                  </a:lnTo>
                  <a:lnTo>
                    <a:pt x="5744099" y="1077791"/>
                  </a:lnTo>
                  <a:lnTo>
                    <a:pt x="5744257" y="1077361"/>
                  </a:lnTo>
                  <a:lnTo>
                    <a:pt x="5744415" y="1077361"/>
                  </a:lnTo>
                  <a:lnTo>
                    <a:pt x="5744572" y="1077361"/>
                  </a:lnTo>
                  <a:lnTo>
                    <a:pt x="5744888" y="1077361"/>
                  </a:lnTo>
                  <a:lnTo>
                    <a:pt x="5745203" y="1076930"/>
                  </a:lnTo>
                  <a:lnTo>
                    <a:pt x="5745834" y="1076069"/>
                  </a:lnTo>
                  <a:lnTo>
                    <a:pt x="5745992" y="1076069"/>
                  </a:lnTo>
                  <a:lnTo>
                    <a:pt x="5747254" y="1075208"/>
                  </a:lnTo>
                  <a:lnTo>
                    <a:pt x="5747411" y="1075208"/>
                  </a:lnTo>
                  <a:lnTo>
                    <a:pt x="5747569" y="1074777"/>
                  </a:lnTo>
                  <a:lnTo>
                    <a:pt x="5747884" y="1074347"/>
                  </a:lnTo>
                  <a:lnTo>
                    <a:pt x="5748673" y="1074347"/>
                  </a:lnTo>
                  <a:lnTo>
                    <a:pt x="5750092" y="1074347"/>
                  </a:lnTo>
                  <a:lnTo>
                    <a:pt x="5750250" y="1074347"/>
                  </a:lnTo>
                  <a:lnTo>
                    <a:pt x="5750250" y="1073916"/>
                  </a:lnTo>
                  <a:lnTo>
                    <a:pt x="5750408" y="1073916"/>
                  </a:lnTo>
                  <a:lnTo>
                    <a:pt x="5750723" y="1073916"/>
                  </a:lnTo>
                  <a:lnTo>
                    <a:pt x="5751197" y="1073485"/>
                  </a:lnTo>
                  <a:lnTo>
                    <a:pt x="5751827" y="1073485"/>
                  </a:lnTo>
                  <a:lnTo>
                    <a:pt x="5752458" y="1073485"/>
                  </a:lnTo>
                  <a:lnTo>
                    <a:pt x="5753562" y="1072624"/>
                  </a:lnTo>
                  <a:lnTo>
                    <a:pt x="5753878" y="1072624"/>
                  </a:lnTo>
                  <a:lnTo>
                    <a:pt x="5754035" y="1072624"/>
                  </a:lnTo>
                  <a:lnTo>
                    <a:pt x="5754193" y="1072624"/>
                  </a:lnTo>
                  <a:lnTo>
                    <a:pt x="5754982" y="1072624"/>
                  </a:lnTo>
                  <a:lnTo>
                    <a:pt x="5755139" y="1072624"/>
                  </a:lnTo>
                  <a:lnTo>
                    <a:pt x="5755297" y="1072624"/>
                  </a:lnTo>
                  <a:lnTo>
                    <a:pt x="5756401" y="1072624"/>
                  </a:lnTo>
                  <a:lnTo>
                    <a:pt x="5756559" y="1072624"/>
                  </a:lnTo>
                  <a:lnTo>
                    <a:pt x="5756559" y="1072194"/>
                  </a:lnTo>
                  <a:lnTo>
                    <a:pt x="5756717" y="1072194"/>
                  </a:lnTo>
                  <a:lnTo>
                    <a:pt x="5756874" y="1072194"/>
                  </a:lnTo>
                  <a:lnTo>
                    <a:pt x="5757978" y="1071763"/>
                  </a:lnTo>
                  <a:lnTo>
                    <a:pt x="5758925" y="1071332"/>
                  </a:lnTo>
                  <a:lnTo>
                    <a:pt x="5758925" y="1070902"/>
                  </a:lnTo>
                  <a:lnTo>
                    <a:pt x="5759240" y="1070902"/>
                  </a:lnTo>
                  <a:lnTo>
                    <a:pt x="5759556" y="1070902"/>
                  </a:lnTo>
                  <a:lnTo>
                    <a:pt x="5759713" y="1070902"/>
                  </a:lnTo>
                  <a:lnTo>
                    <a:pt x="5760502" y="1070471"/>
                  </a:lnTo>
                  <a:lnTo>
                    <a:pt x="5760817" y="1070041"/>
                  </a:lnTo>
                  <a:lnTo>
                    <a:pt x="5760975" y="1070041"/>
                  </a:lnTo>
                  <a:lnTo>
                    <a:pt x="5761290" y="1070041"/>
                  </a:lnTo>
                  <a:lnTo>
                    <a:pt x="5761764" y="1070041"/>
                  </a:lnTo>
                  <a:lnTo>
                    <a:pt x="5761921" y="1070041"/>
                  </a:lnTo>
                  <a:lnTo>
                    <a:pt x="5762079" y="1070041"/>
                  </a:lnTo>
                  <a:lnTo>
                    <a:pt x="5762710" y="1069179"/>
                  </a:lnTo>
                  <a:lnTo>
                    <a:pt x="5763025" y="1069179"/>
                  </a:lnTo>
                  <a:lnTo>
                    <a:pt x="5763025" y="1068749"/>
                  </a:lnTo>
                  <a:lnTo>
                    <a:pt x="5763341" y="1068749"/>
                  </a:lnTo>
                  <a:lnTo>
                    <a:pt x="5763656" y="1068749"/>
                  </a:lnTo>
                  <a:lnTo>
                    <a:pt x="5764287" y="1068318"/>
                  </a:lnTo>
                  <a:lnTo>
                    <a:pt x="5764760" y="1068318"/>
                  </a:lnTo>
                  <a:lnTo>
                    <a:pt x="5765233" y="1067888"/>
                  </a:lnTo>
                  <a:lnTo>
                    <a:pt x="5765391" y="1067888"/>
                  </a:lnTo>
                  <a:lnTo>
                    <a:pt x="5765707" y="1067888"/>
                  </a:lnTo>
                  <a:lnTo>
                    <a:pt x="5765707" y="1067457"/>
                  </a:lnTo>
                  <a:lnTo>
                    <a:pt x="5766180" y="1067457"/>
                  </a:lnTo>
                  <a:lnTo>
                    <a:pt x="5766337" y="1067457"/>
                  </a:lnTo>
                  <a:lnTo>
                    <a:pt x="5766811" y="1067457"/>
                  </a:lnTo>
                  <a:lnTo>
                    <a:pt x="5767441" y="1067457"/>
                  </a:lnTo>
                  <a:lnTo>
                    <a:pt x="5767441" y="1067026"/>
                  </a:lnTo>
                  <a:lnTo>
                    <a:pt x="5768546" y="1066596"/>
                  </a:lnTo>
                  <a:lnTo>
                    <a:pt x="5769176" y="1066596"/>
                  </a:lnTo>
                  <a:lnTo>
                    <a:pt x="5769334" y="1066596"/>
                  </a:lnTo>
                  <a:lnTo>
                    <a:pt x="5769492" y="1066596"/>
                  </a:lnTo>
                  <a:lnTo>
                    <a:pt x="5769807" y="1066596"/>
                  </a:lnTo>
                  <a:lnTo>
                    <a:pt x="5770123" y="1066596"/>
                  </a:lnTo>
                  <a:lnTo>
                    <a:pt x="5770123" y="1066165"/>
                  </a:lnTo>
                  <a:lnTo>
                    <a:pt x="5770280" y="1066165"/>
                  </a:lnTo>
                  <a:lnTo>
                    <a:pt x="5770280" y="1065735"/>
                  </a:lnTo>
                  <a:lnTo>
                    <a:pt x="5770438" y="1065735"/>
                  </a:lnTo>
                  <a:lnTo>
                    <a:pt x="5770596" y="1065735"/>
                  </a:lnTo>
                  <a:lnTo>
                    <a:pt x="5770754" y="1065735"/>
                  </a:lnTo>
                  <a:lnTo>
                    <a:pt x="5770911" y="1065735"/>
                  </a:lnTo>
                  <a:lnTo>
                    <a:pt x="5772331" y="1064873"/>
                  </a:lnTo>
                  <a:lnTo>
                    <a:pt x="5772488" y="1064873"/>
                  </a:lnTo>
                  <a:lnTo>
                    <a:pt x="5772962" y="1064873"/>
                  </a:lnTo>
                  <a:lnTo>
                    <a:pt x="5773277" y="1064873"/>
                  </a:lnTo>
                  <a:lnTo>
                    <a:pt x="5773593" y="1064873"/>
                  </a:lnTo>
                  <a:lnTo>
                    <a:pt x="5773750" y="1064873"/>
                  </a:lnTo>
                  <a:lnTo>
                    <a:pt x="5773908" y="1064443"/>
                  </a:lnTo>
                  <a:lnTo>
                    <a:pt x="5773908" y="1064012"/>
                  </a:lnTo>
                  <a:lnTo>
                    <a:pt x="5774697" y="1062720"/>
                  </a:lnTo>
                  <a:lnTo>
                    <a:pt x="5775012" y="1062290"/>
                  </a:lnTo>
                  <a:lnTo>
                    <a:pt x="5775327" y="1062290"/>
                  </a:lnTo>
                  <a:lnTo>
                    <a:pt x="5775801" y="1062290"/>
                  </a:lnTo>
                  <a:lnTo>
                    <a:pt x="5776116" y="1062290"/>
                  </a:lnTo>
                  <a:lnTo>
                    <a:pt x="5776274" y="1062290"/>
                  </a:lnTo>
                  <a:lnTo>
                    <a:pt x="5776747" y="1062290"/>
                  </a:lnTo>
                  <a:lnTo>
                    <a:pt x="5777693" y="1062290"/>
                  </a:lnTo>
                  <a:lnTo>
                    <a:pt x="5778639" y="1061859"/>
                  </a:lnTo>
                  <a:lnTo>
                    <a:pt x="5779270" y="1061429"/>
                  </a:lnTo>
                  <a:lnTo>
                    <a:pt x="5779428" y="1061429"/>
                  </a:lnTo>
                  <a:lnTo>
                    <a:pt x="5779901" y="1061429"/>
                  </a:lnTo>
                  <a:lnTo>
                    <a:pt x="5780059" y="1061429"/>
                  </a:lnTo>
                  <a:lnTo>
                    <a:pt x="5780217" y="1060998"/>
                  </a:lnTo>
                  <a:lnTo>
                    <a:pt x="5780532" y="1060998"/>
                  </a:lnTo>
                  <a:lnTo>
                    <a:pt x="5780690" y="1060998"/>
                  </a:lnTo>
                  <a:lnTo>
                    <a:pt x="5781952" y="1060567"/>
                  </a:lnTo>
                  <a:lnTo>
                    <a:pt x="5782425" y="1059706"/>
                  </a:lnTo>
                  <a:lnTo>
                    <a:pt x="5782582" y="1059706"/>
                  </a:lnTo>
                  <a:lnTo>
                    <a:pt x="5782740" y="1059706"/>
                  </a:lnTo>
                  <a:lnTo>
                    <a:pt x="5782898" y="1059706"/>
                  </a:lnTo>
                  <a:lnTo>
                    <a:pt x="5783056" y="1059706"/>
                  </a:lnTo>
                  <a:lnTo>
                    <a:pt x="5783371" y="1059706"/>
                  </a:lnTo>
                  <a:lnTo>
                    <a:pt x="5783686" y="1059706"/>
                  </a:lnTo>
                  <a:lnTo>
                    <a:pt x="5784633" y="1059276"/>
                  </a:lnTo>
                  <a:lnTo>
                    <a:pt x="5784791" y="1059276"/>
                  </a:lnTo>
                  <a:lnTo>
                    <a:pt x="5784948" y="1059276"/>
                  </a:lnTo>
                  <a:lnTo>
                    <a:pt x="5785106" y="1059276"/>
                  </a:lnTo>
                  <a:lnTo>
                    <a:pt x="5785106" y="1058845"/>
                  </a:lnTo>
                  <a:lnTo>
                    <a:pt x="5785737" y="1057984"/>
                  </a:lnTo>
                  <a:lnTo>
                    <a:pt x="5785895" y="1057984"/>
                  </a:lnTo>
                  <a:lnTo>
                    <a:pt x="5786210" y="1057984"/>
                  </a:lnTo>
                  <a:lnTo>
                    <a:pt x="5786368" y="1057984"/>
                  </a:lnTo>
                  <a:lnTo>
                    <a:pt x="5786683" y="1057984"/>
                  </a:lnTo>
                  <a:lnTo>
                    <a:pt x="5787156" y="1057553"/>
                  </a:lnTo>
                  <a:lnTo>
                    <a:pt x="5787945" y="1057553"/>
                  </a:lnTo>
                  <a:lnTo>
                    <a:pt x="5788103" y="1057553"/>
                  </a:lnTo>
                  <a:lnTo>
                    <a:pt x="5788260" y="1057553"/>
                  </a:lnTo>
                  <a:lnTo>
                    <a:pt x="5788418" y="1057553"/>
                  </a:lnTo>
                  <a:lnTo>
                    <a:pt x="5789207" y="1057553"/>
                  </a:lnTo>
                  <a:lnTo>
                    <a:pt x="5789680" y="1057553"/>
                  </a:lnTo>
                  <a:lnTo>
                    <a:pt x="5789837" y="1057553"/>
                  </a:lnTo>
                  <a:lnTo>
                    <a:pt x="5790153" y="1057553"/>
                  </a:lnTo>
                  <a:lnTo>
                    <a:pt x="5790311" y="1057553"/>
                  </a:lnTo>
                  <a:lnTo>
                    <a:pt x="5790311" y="1057123"/>
                  </a:lnTo>
                  <a:lnTo>
                    <a:pt x="5790468" y="1056692"/>
                  </a:lnTo>
                  <a:lnTo>
                    <a:pt x="5790784" y="1056692"/>
                  </a:lnTo>
                  <a:lnTo>
                    <a:pt x="5791257" y="1055831"/>
                  </a:lnTo>
                  <a:lnTo>
                    <a:pt x="5791257" y="1055400"/>
                  </a:lnTo>
                  <a:lnTo>
                    <a:pt x="5791415" y="1055400"/>
                  </a:lnTo>
                  <a:lnTo>
                    <a:pt x="5791572" y="1055400"/>
                  </a:lnTo>
                  <a:lnTo>
                    <a:pt x="5792203" y="1054108"/>
                  </a:lnTo>
                  <a:lnTo>
                    <a:pt x="5792834" y="1054108"/>
                  </a:lnTo>
                  <a:lnTo>
                    <a:pt x="5792992" y="1054108"/>
                  </a:lnTo>
                  <a:lnTo>
                    <a:pt x="5793623" y="1053678"/>
                  </a:lnTo>
                  <a:lnTo>
                    <a:pt x="5793780" y="1053678"/>
                  </a:lnTo>
                  <a:lnTo>
                    <a:pt x="5793780" y="1053247"/>
                  </a:lnTo>
                  <a:lnTo>
                    <a:pt x="5795042" y="1052817"/>
                  </a:lnTo>
                  <a:lnTo>
                    <a:pt x="5795515" y="1052386"/>
                  </a:lnTo>
                  <a:lnTo>
                    <a:pt x="5795673" y="1052386"/>
                  </a:lnTo>
                  <a:lnTo>
                    <a:pt x="5796146" y="1052386"/>
                  </a:lnTo>
                  <a:lnTo>
                    <a:pt x="5796304" y="1052386"/>
                  </a:lnTo>
                  <a:lnTo>
                    <a:pt x="5796935" y="1052386"/>
                  </a:lnTo>
                  <a:lnTo>
                    <a:pt x="5797093" y="1052386"/>
                  </a:lnTo>
                  <a:lnTo>
                    <a:pt x="5797723" y="1051525"/>
                  </a:lnTo>
                  <a:lnTo>
                    <a:pt x="5798197" y="1051525"/>
                  </a:lnTo>
                  <a:lnTo>
                    <a:pt x="5798512" y="1051525"/>
                  </a:lnTo>
                  <a:lnTo>
                    <a:pt x="5798985" y="1051525"/>
                  </a:lnTo>
                  <a:lnTo>
                    <a:pt x="5799143" y="1051525"/>
                  </a:lnTo>
                  <a:lnTo>
                    <a:pt x="5799458" y="1051525"/>
                  </a:lnTo>
                  <a:lnTo>
                    <a:pt x="5799774" y="1051525"/>
                  </a:lnTo>
                  <a:lnTo>
                    <a:pt x="5799931" y="1051525"/>
                  </a:lnTo>
                  <a:lnTo>
                    <a:pt x="5800089" y="1051094"/>
                  </a:lnTo>
                  <a:lnTo>
                    <a:pt x="5800247" y="1051094"/>
                  </a:lnTo>
                  <a:lnTo>
                    <a:pt x="5800405" y="1051094"/>
                  </a:lnTo>
                  <a:lnTo>
                    <a:pt x="5800562" y="1051094"/>
                  </a:lnTo>
                  <a:lnTo>
                    <a:pt x="5800720" y="1051094"/>
                  </a:lnTo>
                  <a:lnTo>
                    <a:pt x="5801035" y="1051094"/>
                  </a:lnTo>
                  <a:lnTo>
                    <a:pt x="5801351" y="1051094"/>
                  </a:lnTo>
                  <a:lnTo>
                    <a:pt x="5801666" y="1050233"/>
                  </a:lnTo>
                  <a:lnTo>
                    <a:pt x="5802140" y="1050233"/>
                  </a:lnTo>
                  <a:lnTo>
                    <a:pt x="5802297" y="1050233"/>
                  </a:lnTo>
                  <a:lnTo>
                    <a:pt x="5802770" y="1050233"/>
                  </a:lnTo>
                  <a:lnTo>
                    <a:pt x="5803244" y="1050233"/>
                  </a:lnTo>
                  <a:lnTo>
                    <a:pt x="5803401" y="1050233"/>
                  </a:lnTo>
                  <a:lnTo>
                    <a:pt x="5803717" y="1050233"/>
                  </a:lnTo>
                  <a:lnTo>
                    <a:pt x="5803874" y="1050233"/>
                  </a:lnTo>
                  <a:lnTo>
                    <a:pt x="5804190" y="1050233"/>
                  </a:lnTo>
                  <a:lnTo>
                    <a:pt x="5804348" y="1050233"/>
                  </a:lnTo>
                  <a:lnTo>
                    <a:pt x="5808921" y="1046788"/>
                  </a:lnTo>
                  <a:lnTo>
                    <a:pt x="5809237" y="1046788"/>
                  </a:lnTo>
                  <a:lnTo>
                    <a:pt x="5809552" y="1045927"/>
                  </a:lnTo>
                  <a:lnTo>
                    <a:pt x="5809868" y="1045496"/>
                  </a:lnTo>
                  <a:lnTo>
                    <a:pt x="5810341" y="1045496"/>
                  </a:lnTo>
                  <a:lnTo>
                    <a:pt x="5810814" y="1045066"/>
                  </a:lnTo>
                  <a:lnTo>
                    <a:pt x="5811129" y="1045066"/>
                  </a:lnTo>
                  <a:lnTo>
                    <a:pt x="5811760" y="1045066"/>
                  </a:lnTo>
                  <a:lnTo>
                    <a:pt x="5812076" y="1045066"/>
                  </a:lnTo>
                  <a:lnTo>
                    <a:pt x="5812233" y="1045066"/>
                  </a:lnTo>
                  <a:lnTo>
                    <a:pt x="5812391" y="1045066"/>
                  </a:lnTo>
                  <a:lnTo>
                    <a:pt x="5812549" y="1045066"/>
                  </a:lnTo>
                  <a:lnTo>
                    <a:pt x="5812864" y="1045066"/>
                  </a:lnTo>
                  <a:lnTo>
                    <a:pt x="5813022" y="1045066"/>
                  </a:lnTo>
                  <a:lnTo>
                    <a:pt x="5813180" y="1045066"/>
                  </a:lnTo>
                  <a:lnTo>
                    <a:pt x="5813495" y="1045066"/>
                  </a:lnTo>
                  <a:lnTo>
                    <a:pt x="5813811" y="1045066"/>
                  </a:lnTo>
                  <a:lnTo>
                    <a:pt x="5814442" y="1045066"/>
                  </a:lnTo>
                  <a:lnTo>
                    <a:pt x="5814599" y="1044205"/>
                  </a:lnTo>
                  <a:lnTo>
                    <a:pt x="5815072" y="1044205"/>
                  </a:lnTo>
                  <a:lnTo>
                    <a:pt x="5815703" y="1044205"/>
                  </a:lnTo>
                  <a:lnTo>
                    <a:pt x="5816176" y="1044205"/>
                  </a:lnTo>
                  <a:lnTo>
                    <a:pt x="5817123" y="1044205"/>
                  </a:lnTo>
                  <a:lnTo>
                    <a:pt x="5817438" y="1043774"/>
                  </a:lnTo>
                  <a:lnTo>
                    <a:pt x="5817438" y="1043343"/>
                  </a:lnTo>
                  <a:lnTo>
                    <a:pt x="5817754" y="1042913"/>
                  </a:lnTo>
                  <a:lnTo>
                    <a:pt x="5818385" y="1042482"/>
                  </a:lnTo>
                  <a:lnTo>
                    <a:pt x="5818542" y="1042482"/>
                  </a:lnTo>
                  <a:lnTo>
                    <a:pt x="5819015" y="1042482"/>
                  </a:lnTo>
                  <a:lnTo>
                    <a:pt x="5820119" y="1041190"/>
                  </a:lnTo>
                  <a:lnTo>
                    <a:pt x="5820593" y="1041190"/>
                  </a:lnTo>
                  <a:lnTo>
                    <a:pt x="5820908" y="1041190"/>
                  </a:lnTo>
                  <a:lnTo>
                    <a:pt x="5821381" y="1041190"/>
                  </a:lnTo>
                  <a:lnTo>
                    <a:pt x="5821854" y="1040760"/>
                  </a:lnTo>
                  <a:lnTo>
                    <a:pt x="5822327" y="1040760"/>
                  </a:lnTo>
                  <a:lnTo>
                    <a:pt x="5823116" y="1040329"/>
                  </a:lnTo>
                  <a:lnTo>
                    <a:pt x="5823431" y="1040329"/>
                  </a:lnTo>
                  <a:lnTo>
                    <a:pt x="5823589" y="1039899"/>
                  </a:lnTo>
                  <a:lnTo>
                    <a:pt x="5823747" y="1039899"/>
                  </a:lnTo>
                  <a:lnTo>
                    <a:pt x="5824220" y="1039468"/>
                  </a:lnTo>
                  <a:lnTo>
                    <a:pt x="5824851" y="1039468"/>
                  </a:lnTo>
                  <a:lnTo>
                    <a:pt x="5825009" y="1039468"/>
                  </a:lnTo>
                  <a:lnTo>
                    <a:pt x="5825166" y="1039468"/>
                  </a:lnTo>
                  <a:lnTo>
                    <a:pt x="5825166" y="1039037"/>
                  </a:lnTo>
                  <a:lnTo>
                    <a:pt x="5825482" y="1039037"/>
                  </a:lnTo>
                  <a:lnTo>
                    <a:pt x="5825640" y="1039037"/>
                  </a:lnTo>
                  <a:lnTo>
                    <a:pt x="5825797" y="1038607"/>
                  </a:lnTo>
                  <a:lnTo>
                    <a:pt x="5825797" y="1038176"/>
                  </a:lnTo>
                  <a:lnTo>
                    <a:pt x="5825955" y="1038176"/>
                  </a:lnTo>
                  <a:lnTo>
                    <a:pt x="5826113" y="1037746"/>
                  </a:lnTo>
                  <a:lnTo>
                    <a:pt x="5826744" y="1037746"/>
                  </a:lnTo>
                  <a:lnTo>
                    <a:pt x="5827374" y="1037315"/>
                  </a:lnTo>
                  <a:lnTo>
                    <a:pt x="5827690" y="1037315"/>
                  </a:lnTo>
                  <a:lnTo>
                    <a:pt x="5827848" y="1037315"/>
                  </a:lnTo>
                  <a:lnTo>
                    <a:pt x="5828005" y="1036884"/>
                  </a:lnTo>
                  <a:lnTo>
                    <a:pt x="5828163" y="1036884"/>
                  </a:lnTo>
                  <a:lnTo>
                    <a:pt x="5828321" y="1036884"/>
                  </a:lnTo>
                  <a:lnTo>
                    <a:pt x="5828478" y="1036884"/>
                  </a:lnTo>
                  <a:lnTo>
                    <a:pt x="5829109" y="1035593"/>
                  </a:lnTo>
                  <a:lnTo>
                    <a:pt x="5829267" y="1035593"/>
                  </a:lnTo>
                  <a:lnTo>
                    <a:pt x="5829425" y="1035593"/>
                  </a:lnTo>
                  <a:lnTo>
                    <a:pt x="5829898" y="1035162"/>
                  </a:lnTo>
                  <a:lnTo>
                    <a:pt x="5830056" y="1035162"/>
                  </a:lnTo>
                  <a:lnTo>
                    <a:pt x="5831002" y="1034301"/>
                  </a:lnTo>
                  <a:lnTo>
                    <a:pt x="5831475" y="1034301"/>
                  </a:lnTo>
                  <a:lnTo>
                    <a:pt x="5831948" y="1034301"/>
                  </a:lnTo>
                  <a:lnTo>
                    <a:pt x="5833683" y="1033440"/>
                  </a:lnTo>
                  <a:lnTo>
                    <a:pt x="5833683" y="1033009"/>
                  </a:lnTo>
                  <a:lnTo>
                    <a:pt x="5833841" y="1033009"/>
                  </a:lnTo>
                  <a:lnTo>
                    <a:pt x="5833999" y="1033009"/>
                  </a:lnTo>
                  <a:lnTo>
                    <a:pt x="5834629" y="1033009"/>
                  </a:lnTo>
                  <a:lnTo>
                    <a:pt x="5834787" y="1033009"/>
                  </a:lnTo>
                  <a:lnTo>
                    <a:pt x="5834787" y="1032578"/>
                  </a:lnTo>
                  <a:lnTo>
                    <a:pt x="5834945" y="1032578"/>
                  </a:lnTo>
                  <a:lnTo>
                    <a:pt x="5835103" y="1032578"/>
                  </a:lnTo>
                  <a:lnTo>
                    <a:pt x="5835103" y="1032148"/>
                  </a:lnTo>
                  <a:lnTo>
                    <a:pt x="5836049" y="1032148"/>
                  </a:lnTo>
                  <a:lnTo>
                    <a:pt x="5836838" y="1031287"/>
                  </a:lnTo>
                  <a:lnTo>
                    <a:pt x="5837311" y="1031287"/>
                  </a:lnTo>
                  <a:lnTo>
                    <a:pt x="5837468" y="1031287"/>
                  </a:lnTo>
                  <a:lnTo>
                    <a:pt x="5837626" y="1031287"/>
                  </a:lnTo>
                  <a:lnTo>
                    <a:pt x="5838257" y="1030856"/>
                  </a:lnTo>
                  <a:lnTo>
                    <a:pt x="5838257" y="1030425"/>
                  </a:lnTo>
                  <a:lnTo>
                    <a:pt x="5838572" y="1030425"/>
                  </a:lnTo>
                  <a:lnTo>
                    <a:pt x="5838888" y="1030425"/>
                  </a:lnTo>
                  <a:lnTo>
                    <a:pt x="5839046" y="1030425"/>
                  </a:lnTo>
                  <a:lnTo>
                    <a:pt x="5839203" y="1030425"/>
                  </a:lnTo>
                  <a:lnTo>
                    <a:pt x="5839676" y="1030425"/>
                  </a:lnTo>
                  <a:lnTo>
                    <a:pt x="5839992" y="1029134"/>
                  </a:lnTo>
                  <a:lnTo>
                    <a:pt x="5840150" y="1029134"/>
                  </a:lnTo>
                  <a:lnTo>
                    <a:pt x="5841411" y="1027842"/>
                  </a:lnTo>
                  <a:lnTo>
                    <a:pt x="5841569" y="1027411"/>
                  </a:lnTo>
                  <a:lnTo>
                    <a:pt x="5841727" y="1027411"/>
                  </a:lnTo>
                  <a:lnTo>
                    <a:pt x="5841885" y="1027411"/>
                  </a:lnTo>
                  <a:lnTo>
                    <a:pt x="5842989" y="1027411"/>
                  </a:lnTo>
                  <a:lnTo>
                    <a:pt x="5843462" y="1027411"/>
                  </a:lnTo>
                  <a:lnTo>
                    <a:pt x="5843777" y="1027411"/>
                  </a:lnTo>
                  <a:lnTo>
                    <a:pt x="5844250" y="1027411"/>
                  </a:lnTo>
                  <a:lnTo>
                    <a:pt x="5844408" y="1027411"/>
                  </a:lnTo>
                  <a:lnTo>
                    <a:pt x="5845354" y="1026550"/>
                  </a:lnTo>
                  <a:lnTo>
                    <a:pt x="5845512" y="1026550"/>
                  </a:lnTo>
                  <a:lnTo>
                    <a:pt x="5846301" y="1026119"/>
                  </a:lnTo>
                  <a:lnTo>
                    <a:pt x="5846458" y="1026119"/>
                  </a:lnTo>
                  <a:lnTo>
                    <a:pt x="5846616" y="1026119"/>
                  </a:lnTo>
                  <a:lnTo>
                    <a:pt x="5847247" y="1024397"/>
                  </a:lnTo>
                  <a:lnTo>
                    <a:pt x="5848193" y="1023966"/>
                  </a:lnTo>
                  <a:lnTo>
                    <a:pt x="5848351" y="1023966"/>
                  </a:lnTo>
                  <a:lnTo>
                    <a:pt x="5848509" y="1023966"/>
                  </a:lnTo>
                  <a:lnTo>
                    <a:pt x="5849297" y="1023536"/>
                  </a:lnTo>
                  <a:lnTo>
                    <a:pt x="5849613" y="1023536"/>
                  </a:lnTo>
                  <a:lnTo>
                    <a:pt x="5850717" y="1022675"/>
                  </a:lnTo>
                  <a:lnTo>
                    <a:pt x="5851190" y="1022675"/>
                  </a:lnTo>
                  <a:lnTo>
                    <a:pt x="5851505" y="1022675"/>
                  </a:lnTo>
                  <a:lnTo>
                    <a:pt x="5851663" y="1022675"/>
                  </a:lnTo>
                  <a:lnTo>
                    <a:pt x="5851978" y="1022675"/>
                  </a:lnTo>
                  <a:lnTo>
                    <a:pt x="5852136" y="1022675"/>
                  </a:lnTo>
                  <a:lnTo>
                    <a:pt x="5852294" y="1022675"/>
                  </a:lnTo>
                  <a:lnTo>
                    <a:pt x="5852452" y="1022675"/>
                  </a:lnTo>
                  <a:lnTo>
                    <a:pt x="5852767" y="1022675"/>
                  </a:lnTo>
                  <a:lnTo>
                    <a:pt x="5852925" y="1022244"/>
                  </a:lnTo>
                  <a:lnTo>
                    <a:pt x="5853083" y="1022244"/>
                  </a:lnTo>
                  <a:lnTo>
                    <a:pt x="5853240" y="1022244"/>
                  </a:lnTo>
                  <a:lnTo>
                    <a:pt x="5853871" y="1022244"/>
                  </a:lnTo>
                  <a:lnTo>
                    <a:pt x="5854029" y="1022244"/>
                  </a:lnTo>
                  <a:lnTo>
                    <a:pt x="5854344" y="1021813"/>
                  </a:lnTo>
                  <a:lnTo>
                    <a:pt x="5854502" y="1021813"/>
                  </a:lnTo>
                  <a:lnTo>
                    <a:pt x="5855133" y="1020952"/>
                  </a:lnTo>
                  <a:lnTo>
                    <a:pt x="5855448" y="1020952"/>
                  </a:lnTo>
                  <a:lnTo>
                    <a:pt x="5855764" y="1020522"/>
                  </a:lnTo>
                  <a:lnTo>
                    <a:pt x="5856079" y="1020522"/>
                  </a:lnTo>
                  <a:lnTo>
                    <a:pt x="5856395" y="1020522"/>
                  </a:lnTo>
                  <a:lnTo>
                    <a:pt x="5856868" y="1020522"/>
                  </a:lnTo>
                  <a:lnTo>
                    <a:pt x="5857341" y="1020522"/>
                  </a:lnTo>
                  <a:lnTo>
                    <a:pt x="5858130" y="1020522"/>
                  </a:lnTo>
                  <a:lnTo>
                    <a:pt x="5859864" y="1020091"/>
                  </a:lnTo>
                  <a:lnTo>
                    <a:pt x="5860968" y="1020091"/>
                  </a:lnTo>
                  <a:lnTo>
                    <a:pt x="5861599" y="1020091"/>
                  </a:lnTo>
                  <a:lnTo>
                    <a:pt x="5861757" y="1020091"/>
                  </a:lnTo>
                  <a:lnTo>
                    <a:pt x="5861915" y="1020091"/>
                  </a:lnTo>
                  <a:lnTo>
                    <a:pt x="5862072" y="1020091"/>
                  </a:lnTo>
                  <a:lnTo>
                    <a:pt x="5862230" y="1020091"/>
                  </a:lnTo>
                  <a:lnTo>
                    <a:pt x="5863650" y="1020091"/>
                  </a:lnTo>
                  <a:lnTo>
                    <a:pt x="5863965" y="1020091"/>
                  </a:lnTo>
                  <a:lnTo>
                    <a:pt x="5864281" y="1020091"/>
                  </a:lnTo>
                  <a:lnTo>
                    <a:pt x="5864754" y="1020091"/>
                  </a:lnTo>
                  <a:lnTo>
                    <a:pt x="5864754" y="1019660"/>
                  </a:lnTo>
                  <a:lnTo>
                    <a:pt x="5864911" y="1019660"/>
                  </a:lnTo>
                  <a:lnTo>
                    <a:pt x="5865227" y="1019660"/>
                  </a:lnTo>
                  <a:lnTo>
                    <a:pt x="5865700" y="1019230"/>
                  </a:lnTo>
                  <a:lnTo>
                    <a:pt x="5865858" y="1019230"/>
                  </a:lnTo>
                  <a:lnTo>
                    <a:pt x="5866173" y="1019230"/>
                  </a:lnTo>
                  <a:lnTo>
                    <a:pt x="5866962" y="1018369"/>
                  </a:lnTo>
                  <a:lnTo>
                    <a:pt x="5867119" y="1018369"/>
                  </a:lnTo>
                  <a:lnTo>
                    <a:pt x="5868697" y="1018369"/>
                  </a:lnTo>
                  <a:lnTo>
                    <a:pt x="5868854" y="1017938"/>
                  </a:lnTo>
                  <a:lnTo>
                    <a:pt x="5869012" y="1017938"/>
                  </a:lnTo>
                  <a:lnTo>
                    <a:pt x="5869012" y="1017507"/>
                  </a:lnTo>
                  <a:lnTo>
                    <a:pt x="5869328" y="1017077"/>
                  </a:lnTo>
                  <a:lnTo>
                    <a:pt x="5870116" y="1017077"/>
                  </a:lnTo>
                  <a:lnTo>
                    <a:pt x="5870274" y="1017077"/>
                  </a:lnTo>
                  <a:lnTo>
                    <a:pt x="5870747" y="1016646"/>
                  </a:lnTo>
                  <a:lnTo>
                    <a:pt x="5870905" y="1016646"/>
                  </a:lnTo>
                  <a:lnTo>
                    <a:pt x="5871693" y="1016216"/>
                  </a:lnTo>
                  <a:lnTo>
                    <a:pt x="5871851" y="1016216"/>
                  </a:lnTo>
                  <a:lnTo>
                    <a:pt x="5872166" y="1016216"/>
                  </a:lnTo>
                  <a:lnTo>
                    <a:pt x="5872324" y="1016216"/>
                  </a:lnTo>
                  <a:lnTo>
                    <a:pt x="5872324" y="1015785"/>
                  </a:lnTo>
                  <a:lnTo>
                    <a:pt x="5872482" y="1015785"/>
                  </a:lnTo>
                  <a:lnTo>
                    <a:pt x="5872640" y="1015785"/>
                  </a:lnTo>
                  <a:lnTo>
                    <a:pt x="5873113" y="1015354"/>
                  </a:lnTo>
                  <a:lnTo>
                    <a:pt x="5873744" y="1014063"/>
                  </a:lnTo>
                  <a:lnTo>
                    <a:pt x="5874059" y="1014063"/>
                  </a:lnTo>
                  <a:lnTo>
                    <a:pt x="5874374" y="1013632"/>
                  </a:lnTo>
                  <a:lnTo>
                    <a:pt x="5874690" y="1013632"/>
                  </a:lnTo>
                  <a:lnTo>
                    <a:pt x="5874848" y="1013632"/>
                  </a:lnTo>
                  <a:lnTo>
                    <a:pt x="5875005" y="1013201"/>
                  </a:lnTo>
                  <a:lnTo>
                    <a:pt x="5875163" y="1012771"/>
                  </a:lnTo>
                  <a:lnTo>
                    <a:pt x="5875163" y="1012340"/>
                  </a:lnTo>
                  <a:lnTo>
                    <a:pt x="5875636" y="1011479"/>
                  </a:lnTo>
                  <a:lnTo>
                    <a:pt x="5875794" y="1011479"/>
                  </a:lnTo>
                  <a:lnTo>
                    <a:pt x="5875952" y="1011479"/>
                  </a:lnTo>
                  <a:lnTo>
                    <a:pt x="5876267" y="1011479"/>
                  </a:lnTo>
                  <a:lnTo>
                    <a:pt x="5876740" y="1011479"/>
                  </a:lnTo>
                  <a:lnTo>
                    <a:pt x="5877056" y="1011479"/>
                  </a:lnTo>
                  <a:lnTo>
                    <a:pt x="5877371" y="1011479"/>
                  </a:lnTo>
                  <a:lnTo>
                    <a:pt x="5877687" y="1011479"/>
                  </a:lnTo>
                  <a:lnTo>
                    <a:pt x="5878160" y="1011479"/>
                  </a:lnTo>
                  <a:lnTo>
                    <a:pt x="5878633" y="1010187"/>
                  </a:lnTo>
                  <a:lnTo>
                    <a:pt x="5878791" y="1010187"/>
                  </a:lnTo>
                  <a:lnTo>
                    <a:pt x="5879579" y="1008895"/>
                  </a:lnTo>
                  <a:lnTo>
                    <a:pt x="5879737" y="1008895"/>
                  </a:lnTo>
                  <a:lnTo>
                    <a:pt x="5879737" y="1008465"/>
                  </a:lnTo>
                  <a:lnTo>
                    <a:pt x="5880210" y="1008465"/>
                  </a:lnTo>
                  <a:lnTo>
                    <a:pt x="5880368" y="1008034"/>
                  </a:lnTo>
                  <a:lnTo>
                    <a:pt x="5880526" y="1007604"/>
                  </a:lnTo>
                  <a:lnTo>
                    <a:pt x="5881156" y="1007173"/>
                  </a:lnTo>
                  <a:lnTo>
                    <a:pt x="5881314" y="1006742"/>
                  </a:lnTo>
                  <a:lnTo>
                    <a:pt x="5881472" y="1006742"/>
                  </a:lnTo>
                  <a:lnTo>
                    <a:pt x="5881630" y="1006742"/>
                  </a:lnTo>
                  <a:lnTo>
                    <a:pt x="5882103" y="1006742"/>
                  </a:lnTo>
                  <a:lnTo>
                    <a:pt x="5882418" y="1006742"/>
                  </a:lnTo>
                  <a:lnTo>
                    <a:pt x="5883207" y="1006742"/>
                  </a:lnTo>
                  <a:lnTo>
                    <a:pt x="5884153" y="1006742"/>
                  </a:lnTo>
                  <a:lnTo>
                    <a:pt x="5884626" y="1006312"/>
                  </a:lnTo>
                  <a:lnTo>
                    <a:pt x="5884784" y="1006312"/>
                  </a:lnTo>
                  <a:lnTo>
                    <a:pt x="5885099" y="1006312"/>
                  </a:lnTo>
                  <a:lnTo>
                    <a:pt x="5885257" y="1006312"/>
                  </a:lnTo>
                  <a:lnTo>
                    <a:pt x="5885730" y="1005881"/>
                  </a:lnTo>
                  <a:lnTo>
                    <a:pt x="5886046" y="1005881"/>
                  </a:lnTo>
                  <a:lnTo>
                    <a:pt x="5886203" y="1005881"/>
                  </a:lnTo>
                  <a:lnTo>
                    <a:pt x="5886203" y="1005451"/>
                  </a:lnTo>
                  <a:lnTo>
                    <a:pt x="5888569" y="1002006"/>
                  </a:lnTo>
                  <a:lnTo>
                    <a:pt x="5889042" y="1002006"/>
                  </a:lnTo>
                  <a:lnTo>
                    <a:pt x="5889200" y="1002006"/>
                  </a:lnTo>
                  <a:lnTo>
                    <a:pt x="5889673" y="1002006"/>
                  </a:lnTo>
                  <a:lnTo>
                    <a:pt x="5890146" y="1001575"/>
                  </a:lnTo>
                  <a:lnTo>
                    <a:pt x="5890304" y="1001575"/>
                  </a:lnTo>
                  <a:lnTo>
                    <a:pt x="5890304" y="1001145"/>
                  </a:lnTo>
                  <a:lnTo>
                    <a:pt x="5890462" y="1001145"/>
                  </a:lnTo>
                  <a:lnTo>
                    <a:pt x="5890619" y="1001145"/>
                  </a:lnTo>
                  <a:lnTo>
                    <a:pt x="5890777" y="1001145"/>
                  </a:lnTo>
                  <a:lnTo>
                    <a:pt x="5891250" y="1001145"/>
                  </a:lnTo>
                  <a:lnTo>
                    <a:pt x="5891566" y="1001145"/>
                  </a:lnTo>
                  <a:lnTo>
                    <a:pt x="5892197" y="1001145"/>
                  </a:lnTo>
                  <a:lnTo>
                    <a:pt x="5892354" y="1001145"/>
                  </a:lnTo>
                  <a:lnTo>
                    <a:pt x="5892354" y="1000714"/>
                  </a:lnTo>
                  <a:lnTo>
                    <a:pt x="5892670" y="1000714"/>
                  </a:lnTo>
                  <a:lnTo>
                    <a:pt x="5892985" y="1000714"/>
                  </a:lnTo>
                  <a:lnTo>
                    <a:pt x="5893774" y="1000283"/>
                  </a:lnTo>
                  <a:lnTo>
                    <a:pt x="5893932" y="1000283"/>
                  </a:lnTo>
                  <a:lnTo>
                    <a:pt x="5894405" y="1000283"/>
                  </a:lnTo>
                  <a:lnTo>
                    <a:pt x="5894562" y="1000283"/>
                  </a:lnTo>
                  <a:lnTo>
                    <a:pt x="5894720" y="1000283"/>
                  </a:lnTo>
                  <a:lnTo>
                    <a:pt x="5894878" y="1000283"/>
                  </a:lnTo>
                  <a:lnTo>
                    <a:pt x="5895036" y="1000283"/>
                  </a:lnTo>
                  <a:lnTo>
                    <a:pt x="5895982" y="998130"/>
                  </a:lnTo>
                  <a:lnTo>
                    <a:pt x="5896140" y="998130"/>
                  </a:lnTo>
                  <a:lnTo>
                    <a:pt x="5896297" y="998130"/>
                  </a:lnTo>
                  <a:lnTo>
                    <a:pt x="5896928" y="998130"/>
                  </a:lnTo>
                  <a:lnTo>
                    <a:pt x="5897086" y="998130"/>
                  </a:lnTo>
                  <a:lnTo>
                    <a:pt x="5897717" y="997700"/>
                  </a:lnTo>
                  <a:lnTo>
                    <a:pt x="5897875" y="997700"/>
                  </a:lnTo>
                  <a:lnTo>
                    <a:pt x="5898032" y="997269"/>
                  </a:lnTo>
                  <a:lnTo>
                    <a:pt x="5898505" y="997269"/>
                  </a:lnTo>
                  <a:lnTo>
                    <a:pt x="5898979" y="997269"/>
                  </a:lnTo>
                  <a:lnTo>
                    <a:pt x="5899294" y="997269"/>
                  </a:lnTo>
                  <a:lnTo>
                    <a:pt x="5899767" y="997269"/>
                  </a:lnTo>
                  <a:lnTo>
                    <a:pt x="5900083" y="996839"/>
                  </a:lnTo>
                  <a:lnTo>
                    <a:pt x="5900398" y="996408"/>
                  </a:lnTo>
                  <a:lnTo>
                    <a:pt x="5901502" y="995977"/>
                  </a:lnTo>
                  <a:lnTo>
                    <a:pt x="5901660" y="995977"/>
                  </a:lnTo>
                  <a:lnTo>
                    <a:pt x="5901817" y="995547"/>
                  </a:lnTo>
                  <a:lnTo>
                    <a:pt x="5902448" y="995547"/>
                  </a:lnTo>
                  <a:lnTo>
                    <a:pt x="5904026" y="994686"/>
                  </a:lnTo>
                  <a:lnTo>
                    <a:pt x="5904026" y="994255"/>
                  </a:lnTo>
                  <a:lnTo>
                    <a:pt x="5904183" y="994255"/>
                  </a:lnTo>
                  <a:lnTo>
                    <a:pt x="5904341" y="994255"/>
                  </a:lnTo>
                  <a:lnTo>
                    <a:pt x="5904499" y="994255"/>
                  </a:lnTo>
                  <a:lnTo>
                    <a:pt x="5904656" y="994255"/>
                  </a:lnTo>
                  <a:lnTo>
                    <a:pt x="5905130" y="994255"/>
                  </a:lnTo>
                  <a:lnTo>
                    <a:pt x="5905287" y="994255"/>
                  </a:lnTo>
                  <a:lnTo>
                    <a:pt x="5905445" y="994255"/>
                  </a:lnTo>
                  <a:lnTo>
                    <a:pt x="5905918" y="993824"/>
                  </a:lnTo>
                  <a:lnTo>
                    <a:pt x="5906707" y="993824"/>
                  </a:lnTo>
                  <a:lnTo>
                    <a:pt x="5906864" y="993824"/>
                  </a:lnTo>
                  <a:lnTo>
                    <a:pt x="5907022" y="993824"/>
                  </a:lnTo>
                  <a:lnTo>
                    <a:pt x="5907653" y="993394"/>
                  </a:lnTo>
                  <a:lnTo>
                    <a:pt x="5907811" y="993394"/>
                  </a:lnTo>
                  <a:lnTo>
                    <a:pt x="5907968" y="993394"/>
                  </a:lnTo>
                  <a:lnTo>
                    <a:pt x="5909230" y="993394"/>
                  </a:lnTo>
                  <a:lnTo>
                    <a:pt x="5910492" y="992963"/>
                  </a:lnTo>
                  <a:lnTo>
                    <a:pt x="5910650" y="992963"/>
                  </a:lnTo>
                  <a:lnTo>
                    <a:pt x="5910965" y="992963"/>
                  </a:lnTo>
                  <a:lnTo>
                    <a:pt x="5911281" y="992963"/>
                  </a:lnTo>
                  <a:lnTo>
                    <a:pt x="5911438" y="992963"/>
                  </a:lnTo>
                  <a:lnTo>
                    <a:pt x="5912227" y="992533"/>
                  </a:lnTo>
                  <a:lnTo>
                    <a:pt x="5912385" y="992102"/>
                  </a:lnTo>
                  <a:lnTo>
                    <a:pt x="5913173" y="992102"/>
                  </a:lnTo>
                  <a:lnTo>
                    <a:pt x="5913646" y="992102"/>
                  </a:lnTo>
                  <a:lnTo>
                    <a:pt x="5913804" y="991671"/>
                  </a:lnTo>
                  <a:lnTo>
                    <a:pt x="5914435" y="991671"/>
                  </a:lnTo>
                  <a:lnTo>
                    <a:pt x="5914593" y="991671"/>
                  </a:lnTo>
                  <a:lnTo>
                    <a:pt x="5915066" y="991671"/>
                  </a:lnTo>
                  <a:lnTo>
                    <a:pt x="5915381" y="991241"/>
                  </a:lnTo>
                  <a:lnTo>
                    <a:pt x="5915854" y="991241"/>
                  </a:lnTo>
                  <a:lnTo>
                    <a:pt x="5916012" y="991241"/>
                  </a:lnTo>
                  <a:lnTo>
                    <a:pt x="5916170" y="990810"/>
                  </a:lnTo>
                  <a:lnTo>
                    <a:pt x="5916485" y="990810"/>
                  </a:lnTo>
                  <a:lnTo>
                    <a:pt x="5916801" y="990810"/>
                  </a:lnTo>
                  <a:lnTo>
                    <a:pt x="5917116" y="990810"/>
                  </a:lnTo>
                  <a:lnTo>
                    <a:pt x="5917432" y="990810"/>
                  </a:lnTo>
                  <a:lnTo>
                    <a:pt x="5917589" y="990380"/>
                  </a:lnTo>
                  <a:lnTo>
                    <a:pt x="5917747" y="990380"/>
                  </a:lnTo>
                  <a:lnTo>
                    <a:pt x="5918378" y="990380"/>
                  </a:lnTo>
                  <a:lnTo>
                    <a:pt x="5918851" y="989949"/>
                  </a:lnTo>
                  <a:lnTo>
                    <a:pt x="5919166" y="989518"/>
                  </a:lnTo>
                  <a:lnTo>
                    <a:pt x="5919482" y="989518"/>
                  </a:lnTo>
                  <a:lnTo>
                    <a:pt x="5919482" y="989088"/>
                  </a:lnTo>
                  <a:lnTo>
                    <a:pt x="5919640" y="989088"/>
                  </a:lnTo>
                  <a:lnTo>
                    <a:pt x="5919797" y="989088"/>
                  </a:lnTo>
                  <a:lnTo>
                    <a:pt x="5920113" y="989088"/>
                  </a:lnTo>
                  <a:lnTo>
                    <a:pt x="5920901" y="988227"/>
                  </a:lnTo>
                  <a:lnTo>
                    <a:pt x="5921059" y="988227"/>
                  </a:lnTo>
                  <a:lnTo>
                    <a:pt x="5921690" y="988227"/>
                  </a:lnTo>
                  <a:lnTo>
                    <a:pt x="5922163" y="988227"/>
                  </a:lnTo>
                  <a:lnTo>
                    <a:pt x="5922636" y="988227"/>
                  </a:lnTo>
                  <a:lnTo>
                    <a:pt x="5923109" y="988227"/>
                  </a:lnTo>
                  <a:lnTo>
                    <a:pt x="5923583" y="988227"/>
                  </a:lnTo>
                  <a:lnTo>
                    <a:pt x="5923583" y="987796"/>
                  </a:lnTo>
                  <a:lnTo>
                    <a:pt x="5923583" y="987365"/>
                  </a:lnTo>
                  <a:lnTo>
                    <a:pt x="5923898" y="987365"/>
                  </a:lnTo>
                  <a:lnTo>
                    <a:pt x="5925948" y="984782"/>
                  </a:lnTo>
                  <a:lnTo>
                    <a:pt x="5926106" y="984782"/>
                  </a:lnTo>
                  <a:lnTo>
                    <a:pt x="5926264" y="984782"/>
                  </a:lnTo>
                  <a:lnTo>
                    <a:pt x="5926422" y="984782"/>
                  </a:lnTo>
                  <a:lnTo>
                    <a:pt x="5926737" y="984782"/>
                  </a:lnTo>
                  <a:lnTo>
                    <a:pt x="5926895" y="984782"/>
                  </a:lnTo>
                  <a:lnTo>
                    <a:pt x="5927368" y="984782"/>
                  </a:lnTo>
                  <a:lnTo>
                    <a:pt x="5927999" y="984782"/>
                  </a:lnTo>
                  <a:lnTo>
                    <a:pt x="5928156" y="984782"/>
                  </a:lnTo>
                  <a:lnTo>
                    <a:pt x="5928472" y="984782"/>
                  </a:lnTo>
                  <a:lnTo>
                    <a:pt x="5928630" y="984782"/>
                  </a:lnTo>
                  <a:lnTo>
                    <a:pt x="5929260" y="984782"/>
                  </a:lnTo>
                  <a:lnTo>
                    <a:pt x="5929418" y="984351"/>
                  </a:lnTo>
                  <a:lnTo>
                    <a:pt x="5930049" y="983921"/>
                  </a:lnTo>
                  <a:lnTo>
                    <a:pt x="5930522" y="983490"/>
                  </a:lnTo>
                  <a:lnTo>
                    <a:pt x="5930680" y="983490"/>
                  </a:lnTo>
                  <a:lnTo>
                    <a:pt x="5931311" y="983490"/>
                  </a:lnTo>
                  <a:lnTo>
                    <a:pt x="5931469" y="983490"/>
                  </a:lnTo>
                  <a:lnTo>
                    <a:pt x="5931784" y="983490"/>
                  </a:lnTo>
                  <a:lnTo>
                    <a:pt x="5932099" y="983490"/>
                  </a:lnTo>
                  <a:lnTo>
                    <a:pt x="5932257" y="983490"/>
                  </a:lnTo>
                  <a:lnTo>
                    <a:pt x="5933046" y="983490"/>
                  </a:lnTo>
                  <a:lnTo>
                    <a:pt x="5933361" y="983059"/>
                  </a:lnTo>
                  <a:lnTo>
                    <a:pt x="5933519" y="983059"/>
                  </a:lnTo>
                  <a:lnTo>
                    <a:pt x="5933677" y="982629"/>
                  </a:lnTo>
                  <a:lnTo>
                    <a:pt x="5933992" y="982629"/>
                  </a:lnTo>
                  <a:lnTo>
                    <a:pt x="5934623" y="982629"/>
                  </a:lnTo>
                  <a:lnTo>
                    <a:pt x="5935411" y="981768"/>
                  </a:lnTo>
                  <a:lnTo>
                    <a:pt x="5935885" y="981768"/>
                  </a:lnTo>
                  <a:lnTo>
                    <a:pt x="5936042" y="981768"/>
                  </a:lnTo>
                  <a:lnTo>
                    <a:pt x="5936358" y="981768"/>
                  </a:lnTo>
                  <a:lnTo>
                    <a:pt x="5937462" y="981337"/>
                  </a:lnTo>
                  <a:lnTo>
                    <a:pt x="5937935" y="980476"/>
                  </a:lnTo>
                  <a:lnTo>
                    <a:pt x="5938093" y="980045"/>
                  </a:lnTo>
                  <a:lnTo>
                    <a:pt x="5938408" y="979615"/>
                  </a:lnTo>
                  <a:lnTo>
                    <a:pt x="5938566" y="979615"/>
                  </a:lnTo>
                  <a:lnTo>
                    <a:pt x="5938724" y="979615"/>
                  </a:lnTo>
                  <a:lnTo>
                    <a:pt x="5939670" y="979615"/>
                  </a:lnTo>
                  <a:lnTo>
                    <a:pt x="5939985" y="979615"/>
                  </a:lnTo>
                  <a:lnTo>
                    <a:pt x="5940143" y="979615"/>
                  </a:lnTo>
                  <a:lnTo>
                    <a:pt x="5940143" y="978753"/>
                  </a:lnTo>
                  <a:lnTo>
                    <a:pt x="5940143" y="978323"/>
                  </a:lnTo>
                  <a:lnTo>
                    <a:pt x="5940616" y="977462"/>
                  </a:lnTo>
                  <a:lnTo>
                    <a:pt x="5941089" y="977462"/>
                  </a:lnTo>
                  <a:lnTo>
                    <a:pt x="5941562" y="977462"/>
                  </a:lnTo>
                  <a:lnTo>
                    <a:pt x="5941720" y="977462"/>
                  </a:lnTo>
                  <a:lnTo>
                    <a:pt x="5942351" y="977462"/>
                  </a:lnTo>
                  <a:lnTo>
                    <a:pt x="5942824" y="977462"/>
                  </a:lnTo>
                  <a:lnTo>
                    <a:pt x="5943455" y="977462"/>
                  </a:lnTo>
                  <a:lnTo>
                    <a:pt x="5943613" y="977462"/>
                  </a:lnTo>
                  <a:lnTo>
                    <a:pt x="5943771" y="977462"/>
                  </a:lnTo>
                  <a:lnTo>
                    <a:pt x="5945663" y="976600"/>
                  </a:lnTo>
                  <a:lnTo>
                    <a:pt x="5945979" y="976170"/>
                  </a:lnTo>
                  <a:lnTo>
                    <a:pt x="5946136" y="975739"/>
                  </a:lnTo>
                  <a:lnTo>
                    <a:pt x="5946294" y="975739"/>
                  </a:lnTo>
                  <a:lnTo>
                    <a:pt x="5946452" y="975739"/>
                  </a:lnTo>
                  <a:lnTo>
                    <a:pt x="5946925" y="975309"/>
                  </a:lnTo>
                  <a:lnTo>
                    <a:pt x="5947240" y="975309"/>
                  </a:lnTo>
                  <a:lnTo>
                    <a:pt x="5947398" y="974447"/>
                  </a:lnTo>
                  <a:lnTo>
                    <a:pt x="5947556" y="974447"/>
                  </a:lnTo>
                  <a:lnTo>
                    <a:pt x="5948502" y="974017"/>
                  </a:lnTo>
                  <a:lnTo>
                    <a:pt x="5948502" y="973586"/>
                  </a:lnTo>
                  <a:lnTo>
                    <a:pt x="5948975" y="973586"/>
                  </a:lnTo>
                  <a:lnTo>
                    <a:pt x="5949448" y="972725"/>
                  </a:lnTo>
                  <a:lnTo>
                    <a:pt x="5950395" y="972725"/>
                  </a:lnTo>
                  <a:lnTo>
                    <a:pt x="5950552" y="972725"/>
                  </a:lnTo>
                  <a:lnTo>
                    <a:pt x="5951656" y="972294"/>
                  </a:lnTo>
                  <a:lnTo>
                    <a:pt x="5951656" y="971864"/>
                  </a:lnTo>
                  <a:lnTo>
                    <a:pt x="5951814" y="971864"/>
                  </a:lnTo>
                  <a:lnTo>
                    <a:pt x="5953391" y="971864"/>
                  </a:lnTo>
                  <a:lnTo>
                    <a:pt x="5953707" y="971003"/>
                  </a:lnTo>
                  <a:lnTo>
                    <a:pt x="5953865" y="970572"/>
                  </a:lnTo>
                  <a:lnTo>
                    <a:pt x="5954180" y="970572"/>
                  </a:lnTo>
                  <a:lnTo>
                    <a:pt x="5954338" y="970572"/>
                  </a:lnTo>
                  <a:lnTo>
                    <a:pt x="5954495" y="970572"/>
                  </a:lnTo>
                  <a:lnTo>
                    <a:pt x="5954653" y="970572"/>
                  </a:lnTo>
                  <a:lnTo>
                    <a:pt x="5954811" y="970572"/>
                  </a:lnTo>
                  <a:lnTo>
                    <a:pt x="5955126" y="970572"/>
                  </a:lnTo>
                  <a:lnTo>
                    <a:pt x="5955442" y="970141"/>
                  </a:lnTo>
                  <a:lnTo>
                    <a:pt x="5956073" y="969711"/>
                  </a:lnTo>
                  <a:lnTo>
                    <a:pt x="5956703" y="969280"/>
                  </a:lnTo>
                  <a:lnTo>
                    <a:pt x="5957177" y="969280"/>
                  </a:lnTo>
                  <a:lnTo>
                    <a:pt x="5957177" y="968850"/>
                  </a:lnTo>
                  <a:lnTo>
                    <a:pt x="5957334" y="968419"/>
                  </a:lnTo>
                  <a:lnTo>
                    <a:pt x="5957650" y="968419"/>
                  </a:lnTo>
                  <a:lnTo>
                    <a:pt x="5958438" y="967988"/>
                  </a:lnTo>
                  <a:lnTo>
                    <a:pt x="5958596" y="967988"/>
                  </a:lnTo>
                  <a:lnTo>
                    <a:pt x="5959069" y="967988"/>
                  </a:lnTo>
                  <a:lnTo>
                    <a:pt x="5959385" y="967988"/>
                  </a:lnTo>
                  <a:lnTo>
                    <a:pt x="5959542" y="967988"/>
                  </a:lnTo>
                  <a:lnTo>
                    <a:pt x="5959700" y="967988"/>
                  </a:lnTo>
                  <a:lnTo>
                    <a:pt x="5960173" y="967127"/>
                  </a:lnTo>
                  <a:lnTo>
                    <a:pt x="5960489" y="967127"/>
                  </a:lnTo>
                  <a:lnTo>
                    <a:pt x="5960489" y="966697"/>
                  </a:lnTo>
                  <a:lnTo>
                    <a:pt x="5960804" y="966697"/>
                  </a:lnTo>
                  <a:lnTo>
                    <a:pt x="5960962" y="966697"/>
                  </a:lnTo>
                  <a:lnTo>
                    <a:pt x="5961120" y="966697"/>
                  </a:lnTo>
                  <a:lnTo>
                    <a:pt x="5961750" y="966697"/>
                  </a:lnTo>
                  <a:lnTo>
                    <a:pt x="5962224" y="966266"/>
                  </a:lnTo>
                  <a:lnTo>
                    <a:pt x="5962539" y="966266"/>
                  </a:lnTo>
                  <a:lnTo>
                    <a:pt x="5962697" y="966266"/>
                  </a:lnTo>
                  <a:lnTo>
                    <a:pt x="5962854" y="966266"/>
                  </a:lnTo>
                  <a:lnTo>
                    <a:pt x="5964116" y="965405"/>
                  </a:lnTo>
                  <a:lnTo>
                    <a:pt x="5964589" y="965405"/>
                  </a:lnTo>
                  <a:lnTo>
                    <a:pt x="5965063" y="964974"/>
                  </a:lnTo>
                  <a:lnTo>
                    <a:pt x="5965378" y="964974"/>
                  </a:lnTo>
                  <a:lnTo>
                    <a:pt x="5965536" y="964544"/>
                  </a:lnTo>
                  <a:lnTo>
                    <a:pt x="5965693" y="964544"/>
                  </a:lnTo>
                  <a:lnTo>
                    <a:pt x="5966955" y="964113"/>
                  </a:lnTo>
                  <a:lnTo>
                    <a:pt x="5967586" y="964113"/>
                  </a:lnTo>
                  <a:lnTo>
                    <a:pt x="5968059" y="964113"/>
                  </a:lnTo>
                  <a:lnTo>
                    <a:pt x="5968375" y="964113"/>
                  </a:lnTo>
                  <a:lnTo>
                    <a:pt x="5968848" y="964113"/>
                  </a:lnTo>
                  <a:lnTo>
                    <a:pt x="5968848" y="963252"/>
                  </a:lnTo>
                  <a:lnTo>
                    <a:pt x="5969321" y="962821"/>
                  </a:lnTo>
                  <a:lnTo>
                    <a:pt x="5969636" y="962821"/>
                  </a:lnTo>
                  <a:lnTo>
                    <a:pt x="5970583" y="962821"/>
                  </a:lnTo>
                  <a:lnTo>
                    <a:pt x="5970740" y="962821"/>
                  </a:lnTo>
                  <a:lnTo>
                    <a:pt x="5971371" y="961529"/>
                  </a:lnTo>
                  <a:lnTo>
                    <a:pt x="5971529" y="961529"/>
                  </a:lnTo>
                  <a:lnTo>
                    <a:pt x="5972633" y="961099"/>
                  </a:lnTo>
                  <a:lnTo>
                    <a:pt x="5973264" y="961099"/>
                  </a:lnTo>
                  <a:lnTo>
                    <a:pt x="5973895" y="961099"/>
                  </a:lnTo>
                  <a:lnTo>
                    <a:pt x="5973895" y="960238"/>
                  </a:lnTo>
                  <a:lnTo>
                    <a:pt x="5974841" y="959376"/>
                  </a:lnTo>
                  <a:lnTo>
                    <a:pt x="5974999" y="959376"/>
                  </a:lnTo>
                  <a:lnTo>
                    <a:pt x="5975156" y="959376"/>
                  </a:lnTo>
                  <a:lnTo>
                    <a:pt x="5975314" y="959376"/>
                  </a:lnTo>
                  <a:lnTo>
                    <a:pt x="5975472" y="959376"/>
                  </a:lnTo>
                  <a:lnTo>
                    <a:pt x="5975787" y="958946"/>
                  </a:lnTo>
                  <a:lnTo>
                    <a:pt x="5975945" y="958946"/>
                  </a:lnTo>
                  <a:lnTo>
                    <a:pt x="5976576" y="958946"/>
                  </a:lnTo>
                  <a:lnTo>
                    <a:pt x="5976734" y="958085"/>
                  </a:lnTo>
                  <a:lnTo>
                    <a:pt x="5977365" y="957223"/>
                  </a:lnTo>
                  <a:lnTo>
                    <a:pt x="5978626" y="956362"/>
                  </a:lnTo>
                  <a:lnTo>
                    <a:pt x="5978784" y="956362"/>
                  </a:lnTo>
                  <a:lnTo>
                    <a:pt x="5978942" y="956362"/>
                  </a:lnTo>
                  <a:lnTo>
                    <a:pt x="5979257" y="956362"/>
                  </a:lnTo>
                  <a:lnTo>
                    <a:pt x="5979415" y="956362"/>
                  </a:lnTo>
                  <a:lnTo>
                    <a:pt x="5979730" y="956362"/>
                  </a:lnTo>
                  <a:lnTo>
                    <a:pt x="5979888" y="956362"/>
                  </a:lnTo>
                  <a:lnTo>
                    <a:pt x="5980677" y="955932"/>
                  </a:lnTo>
                  <a:lnTo>
                    <a:pt x="5981781" y="954640"/>
                  </a:lnTo>
                  <a:lnTo>
                    <a:pt x="5982254" y="954640"/>
                  </a:lnTo>
                  <a:lnTo>
                    <a:pt x="5982412" y="954640"/>
                  </a:lnTo>
                  <a:lnTo>
                    <a:pt x="5982727" y="954640"/>
                  </a:lnTo>
                  <a:lnTo>
                    <a:pt x="5982885" y="954640"/>
                  </a:lnTo>
                  <a:lnTo>
                    <a:pt x="5983989" y="953779"/>
                  </a:lnTo>
                  <a:lnTo>
                    <a:pt x="5984620" y="953779"/>
                  </a:lnTo>
                  <a:lnTo>
                    <a:pt x="5984777" y="953779"/>
                  </a:lnTo>
                  <a:lnTo>
                    <a:pt x="5985093" y="953779"/>
                  </a:lnTo>
                  <a:lnTo>
                    <a:pt x="5985408" y="952917"/>
                  </a:lnTo>
                  <a:lnTo>
                    <a:pt x="5985566" y="952056"/>
                  </a:lnTo>
                  <a:lnTo>
                    <a:pt x="5986039" y="952056"/>
                  </a:lnTo>
                  <a:lnTo>
                    <a:pt x="5986039" y="951195"/>
                  </a:lnTo>
                  <a:lnTo>
                    <a:pt x="5986197" y="950764"/>
                  </a:lnTo>
                  <a:lnTo>
                    <a:pt x="5986512" y="950764"/>
                  </a:lnTo>
                  <a:lnTo>
                    <a:pt x="5986670" y="950764"/>
                  </a:lnTo>
                  <a:lnTo>
                    <a:pt x="5987143" y="949903"/>
                  </a:lnTo>
                  <a:lnTo>
                    <a:pt x="5987458" y="949903"/>
                  </a:lnTo>
                  <a:lnTo>
                    <a:pt x="5987774" y="949903"/>
                  </a:lnTo>
                  <a:lnTo>
                    <a:pt x="5987932" y="949903"/>
                  </a:lnTo>
                  <a:lnTo>
                    <a:pt x="5988089" y="949903"/>
                  </a:lnTo>
                  <a:lnTo>
                    <a:pt x="5988405" y="949903"/>
                  </a:lnTo>
                  <a:lnTo>
                    <a:pt x="5988405" y="949473"/>
                  </a:lnTo>
                  <a:lnTo>
                    <a:pt x="5988720" y="949042"/>
                  </a:lnTo>
                  <a:lnTo>
                    <a:pt x="5989509" y="948611"/>
                  </a:lnTo>
                  <a:lnTo>
                    <a:pt x="5990455" y="948611"/>
                  </a:lnTo>
                  <a:lnTo>
                    <a:pt x="5990455" y="948181"/>
                  </a:lnTo>
                  <a:lnTo>
                    <a:pt x="5990771" y="948181"/>
                  </a:lnTo>
                  <a:lnTo>
                    <a:pt x="5991086" y="948181"/>
                  </a:lnTo>
                  <a:lnTo>
                    <a:pt x="5991244" y="948181"/>
                  </a:lnTo>
                  <a:lnTo>
                    <a:pt x="5991559" y="948181"/>
                  </a:lnTo>
                  <a:lnTo>
                    <a:pt x="5992032" y="948181"/>
                  </a:lnTo>
                  <a:lnTo>
                    <a:pt x="5992348" y="948181"/>
                  </a:lnTo>
                  <a:lnTo>
                    <a:pt x="5992505" y="948181"/>
                  </a:lnTo>
                  <a:lnTo>
                    <a:pt x="5992505" y="947750"/>
                  </a:lnTo>
                  <a:lnTo>
                    <a:pt x="5992663" y="947750"/>
                  </a:lnTo>
                  <a:lnTo>
                    <a:pt x="5993767" y="947320"/>
                  </a:lnTo>
                  <a:lnTo>
                    <a:pt x="5994240" y="947320"/>
                  </a:lnTo>
                  <a:lnTo>
                    <a:pt x="5994398" y="947320"/>
                  </a:lnTo>
                  <a:lnTo>
                    <a:pt x="5994871" y="947320"/>
                  </a:lnTo>
                  <a:lnTo>
                    <a:pt x="5995029" y="946028"/>
                  </a:lnTo>
                  <a:lnTo>
                    <a:pt x="5995187" y="946028"/>
                  </a:lnTo>
                  <a:lnTo>
                    <a:pt x="5995344" y="946028"/>
                  </a:lnTo>
                  <a:lnTo>
                    <a:pt x="5995502" y="946028"/>
                  </a:lnTo>
                  <a:lnTo>
                    <a:pt x="5995818" y="945597"/>
                  </a:lnTo>
                  <a:lnTo>
                    <a:pt x="5996133" y="945597"/>
                  </a:lnTo>
                  <a:lnTo>
                    <a:pt x="5996291" y="945597"/>
                  </a:lnTo>
                  <a:lnTo>
                    <a:pt x="5996448" y="945597"/>
                  </a:lnTo>
                  <a:lnTo>
                    <a:pt x="5996764" y="945167"/>
                  </a:lnTo>
                  <a:lnTo>
                    <a:pt x="5997079" y="944736"/>
                  </a:lnTo>
                  <a:lnTo>
                    <a:pt x="5997237" y="944736"/>
                  </a:lnTo>
                  <a:lnTo>
                    <a:pt x="5997395" y="944736"/>
                  </a:lnTo>
                  <a:lnTo>
                    <a:pt x="5998183" y="944736"/>
                  </a:lnTo>
                  <a:lnTo>
                    <a:pt x="5998341" y="944736"/>
                  </a:lnTo>
                  <a:lnTo>
                    <a:pt x="5998499" y="944736"/>
                  </a:lnTo>
                  <a:lnTo>
                    <a:pt x="5999603" y="943875"/>
                  </a:lnTo>
                  <a:lnTo>
                    <a:pt x="6000076" y="943875"/>
                  </a:lnTo>
                  <a:lnTo>
                    <a:pt x="6000391" y="943875"/>
                  </a:lnTo>
                  <a:lnTo>
                    <a:pt x="6000865" y="943875"/>
                  </a:lnTo>
                  <a:lnTo>
                    <a:pt x="6001022" y="943875"/>
                  </a:lnTo>
                  <a:lnTo>
                    <a:pt x="6002126" y="942152"/>
                  </a:lnTo>
                  <a:lnTo>
                    <a:pt x="6002442" y="941722"/>
                  </a:lnTo>
                  <a:lnTo>
                    <a:pt x="6002599" y="941722"/>
                  </a:lnTo>
                  <a:lnTo>
                    <a:pt x="6002599" y="941291"/>
                  </a:lnTo>
                  <a:lnTo>
                    <a:pt x="6002757" y="941291"/>
                  </a:lnTo>
                  <a:lnTo>
                    <a:pt x="6003546" y="940861"/>
                  </a:lnTo>
                  <a:lnTo>
                    <a:pt x="6004019" y="940861"/>
                  </a:lnTo>
                  <a:lnTo>
                    <a:pt x="6004334" y="940861"/>
                  </a:lnTo>
                  <a:lnTo>
                    <a:pt x="6004965" y="940861"/>
                  </a:lnTo>
                  <a:lnTo>
                    <a:pt x="6005438" y="940861"/>
                  </a:lnTo>
                  <a:lnTo>
                    <a:pt x="6006385" y="940861"/>
                  </a:lnTo>
                  <a:lnTo>
                    <a:pt x="6006858" y="940861"/>
                  </a:lnTo>
                  <a:lnTo>
                    <a:pt x="6007646" y="940861"/>
                  </a:lnTo>
                  <a:lnTo>
                    <a:pt x="6007804" y="940861"/>
                  </a:lnTo>
                  <a:lnTo>
                    <a:pt x="6008277" y="940861"/>
                  </a:lnTo>
                  <a:lnTo>
                    <a:pt x="6008750" y="940861"/>
                  </a:lnTo>
                  <a:lnTo>
                    <a:pt x="6008908" y="940861"/>
                  </a:lnTo>
                  <a:lnTo>
                    <a:pt x="6009224" y="940861"/>
                  </a:lnTo>
                  <a:lnTo>
                    <a:pt x="6009381" y="940861"/>
                  </a:lnTo>
                  <a:lnTo>
                    <a:pt x="6009697" y="940861"/>
                  </a:lnTo>
                  <a:lnTo>
                    <a:pt x="6009854" y="940861"/>
                  </a:lnTo>
                  <a:lnTo>
                    <a:pt x="6010012" y="940861"/>
                  </a:lnTo>
                  <a:lnTo>
                    <a:pt x="6010328" y="940861"/>
                  </a:lnTo>
                  <a:lnTo>
                    <a:pt x="6010801" y="940861"/>
                  </a:lnTo>
                  <a:lnTo>
                    <a:pt x="6011116" y="940861"/>
                  </a:lnTo>
                  <a:lnTo>
                    <a:pt x="6011274" y="940861"/>
                  </a:lnTo>
                  <a:lnTo>
                    <a:pt x="6011589" y="940861"/>
                  </a:lnTo>
                  <a:lnTo>
                    <a:pt x="6011747" y="940861"/>
                  </a:lnTo>
                  <a:lnTo>
                    <a:pt x="6011747" y="940430"/>
                  </a:lnTo>
                  <a:lnTo>
                    <a:pt x="6011905" y="940430"/>
                  </a:lnTo>
                  <a:lnTo>
                    <a:pt x="6012063" y="940430"/>
                  </a:lnTo>
                  <a:lnTo>
                    <a:pt x="6012378" y="939999"/>
                  </a:lnTo>
                  <a:lnTo>
                    <a:pt x="6013324" y="939999"/>
                  </a:lnTo>
                  <a:lnTo>
                    <a:pt x="6013640" y="939999"/>
                  </a:lnTo>
                  <a:lnTo>
                    <a:pt x="6013797" y="939999"/>
                  </a:lnTo>
                  <a:lnTo>
                    <a:pt x="6014271" y="939999"/>
                  </a:lnTo>
                  <a:lnTo>
                    <a:pt x="6014271" y="939569"/>
                  </a:lnTo>
                  <a:lnTo>
                    <a:pt x="6014744" y="939569"/>
                  </a:lnTo>
                  <a:lnTo>
                    <a:pt x="6015059" y="939138"/>
                  </a:lnTo>
                  <a:lnTo>
                    <a:pt x="6015059" y="938708"/>
                  </a:lnTo>
                  <a:lnTo>
                    <a:pt x="6015217" y="938708"/>
                  </a:lnTo>
                  <a:lnTo>
                    <a:pt x="6015375" y="938708"/>
                  </a:lnTo>
                  <a:lnTo>
                    <a:pt x="6016163" y="938708"/>
                  </a:lnTo>
                  <a:lnTo>
                    <a:pt x="6016163" y="938277"/>
                  </a:lnTo>
                  <a:lnTo>
                    <a:pt x="6016321" y="938277"/>
                  </a:lnTo>
                  <a:lnTo>
                    <a:pt x="6016479" y="938277"/>
                  </a:lnTo>
                  <a:lnTo>
                    <a:pt x="6023576" y="935263"/>
                  </a:lnTo>
                  <a:lnTo>
                    <a:pt x="6023576" y="934832"/>
                  </a:lnTo>
                  <a:lnTo>
                    <a:pt x="6024207" y="934832"/>
                  </a:lnTo>
                  <a:lnTo>
                    <a:pt x="6024365" y="934832"/>
                  </a:lnTo>
                  <a:lnTo>
                    <a:pt x="6025311" y="933971"/>
                  </a:lnTo>
                  <a:lnTo>
                    <a:pt x="6025469" y="933971"/>
                  </a:lnTo>
                  <a:lnTo>
                    <a:pt x="6025626" y="933971"/>
                  </a:lnTo>
                  <a:lnTo>
                    <a:pt x="6025784" y="933971"/>
                  </a:lnTo>
                  <a:lnTo>
                    <a:pt x="6025942" y="933971"/>
                  </a:lnTo>
                  <a:lnTo>
                    <a:pt x="6026099" y="933971"/>
                  </a:lnTo>
                  <a:lnTo>
                    <a:pt x="6026257" y="933540"/>
                  </a:lnTo>
                  <a:lnTo>
                    <a:pt x="6026573" y="933540"/>
                  </a:lnTo>
                  <a:lnTo>
                    <a:pt x="6026730" y="933540"/>
                  </a:lnTo>
                  <a:lnTo>
                    <a:pt x="6026888" y="933540"/>
                  </a:lnTo>
                  <a:lnTo>
                    <a:pt x="6027046" y="933540"/>
                  </a:lnTo>
                  <a:lnTo>
                    <a:pt x="6027046" y="933110"/>
                  </a:lnTo>
                  <a:lnTo>
                    <a:pt x="6027204" y="933110"/>
                  </a:lnTo>
                  <a:lnTo>
                    <a:pt x="6027519" y="933110"/>
                  </a:lnTo>
                  <a:lnTo>
                    <a:pt x="6027992" y="932679"/>
                  </a:lnTo>
                  <a:lnTo>
                    <a:pt x="6028150" y="932679"/>
                  </a:lnTo>
                  <a:lnTo>
                    <a:pt x="6028308" y="932679"/>
                  </a:lnTo>
                  <a:lnTo>
                    <a:pt x="6028623" y="932249"/>
                  </a:lnTo>
                  <a:lnTo>
                    <a:pt x="6028781" y="932249"/>
                  </a:lnTo>
                  <a:lnTo>
                    <a:pt x="6028938" y="932249"/>
                  </a:lnTo>
                  <a:lnTo>
                    <a:pt x="6029096" y="932249"/>
                  </a:lnTo>
                  <a:lnTo>
                    <a:pt x="6030042" y="932249"/>
                  </a:lnTo>
                  <a:lnTo>
                    <a:pt x="6031304" y="932249"/>
                  </a:lnTo>
                  <a:lnTo>
                    <a:pt x="6031777" y="932249"/>
                  </a:lnTo>
                  <a:lnTo>
                    <a:pt x="6032408" y="931818"/>
                  </a:lnTo>
                  <a:lnTo>
                    <a:pt x="6032724" y="931387"/>
                  </a:lnTo>
                  <a:lnTo>
                    <a:pt x="6033197" y="930957"/>
                  </a:lnTo>
                  <a:lnTo>
                    <a:pt x="6033355" y="930957"/>
                  </a:lnTo>
                  <a:lnTo>
                    <a:pt x="6033512" y="930957"/>
                  </a:lnTo>
                  <a:lnTo>
                    <a:pt x="6033670" y="930957"/>
                  </a:lnTo>
                  <a:lnTo>
                    <a:pt x="6033985" y="930957"/>
                  </a:lnTo>
                  <a:lnTo>
                    <a:pt x="6034459" y="930957"/>
                  </a:lnTo>
                  <a:lnTo>
                    <a:pt x="6034774" y="930957"/>
                  </a:lnTo>
                  <a:lnTo>
                    <a:pt x="6034932" y="930526"/>
                  </a:lnTo>
                  <a:lnTo>
                    <a:pt x="6035563" y="930526"/>
                  </a:lnTo>
                  <a:lnTo>
                    <a:pt x="6036193" y="930526"/>
                  </a:lnTo>
                  <a:lnTo>
                    <a:pt x="6036351" y="930526"/>
                  </a:lnTo>
                  <a:lnTo>
                    <a:pt x="6037140" y="930526"/>
                  </a:lnTo>
                  <a:lnTo>
                    <a:pt x="6037297" y="930526"/>
                  </a:lnTo>
                  <a:lnTo>
                    <a:pt x="6037613" y="930526"/>
                  </a:lnTo>
                  <a:lnTo>
                    <a:pt x="6037928" y="930526"/>
                  </a:lnTo>
                  <a:lnTo>
                    <a:pt x="6037928" y="930096"/>
                  </a:lnTo>
                  <a:lnTo>
                    <a:pt x="6039032" y="929665"/>
                  </a:lnTo>
                  <a:lnTo>
                    <a:pt x="6039190" y="929665"/>
                  </a:lnTo>
                  <a:lnTo>
                    <a:pt x="6039348" y="929665"/>
                  </a:lnTo>
                  <a:lnTo>
                    <a:pt x="6039348" y="929234"/>
                  </a:lnTo>
                  <a:lnTo>
                    <a:pt x="6040294" y="928373"/>
                  </a:lnTo>
                  <a:lnTo>
                    <a:pt x="6040610" y="927943"/>
                  </a:lnTo>
                  <a:lnTo>
                    <a:pt x="6040610" y="927512"/>
                  </a:lnTo>
                  <a:lnTo>
                    <a:pt x="6041556" y="926651"/>
                  </a:lnTo>
                  <a:lnTo>
                    <a:pt x="6041871" y="926651"/>
                  </a:lnTo>
                  <a:lnTo>
                    <a:pt x="6042660" y="925790"/>
                  </a:lnTo>
                  <a:lnTo>
                    <a:pt x="6042818" y="925790"/>
                  </a:lnTo>
                  <a:lnTo>
                    <a:pt x="6042975" y="925790"/>
                  </a:lnTo>
                  <a:lnTo>
                    <a:pt x="6043133" y="925790"/>
                  </a:lnTo>
                  <a:lnTo>
                    <a:pt x="6043448" y="925790"/>
                  </a:lnTo>
                  <a:lnTo>
                    <a:pt x="6043606" y="925790"/>
                  </a:lnTo>
                  <a:lnTo>
                    <a:pt x="6043922" y="925790"/>
                  </a:lnTo>
                  <a:lnTo>
                    <a:pt x="6044079" y="925790"/>
                  </a:lnTo>
                  <a:lnTo>
                    <a:pt x="6044079" y="925359"/>
                  </a:lnTo>
                  <a:lnTo>
                    <a:pt x="6044237" y="925359"/>
                  </a:lnTo>
                  <a:lnTo>
                    <a:pt x="6044553" y="925359"/>
                  </a:lnTo>
                  <a:lnTo>
                    <a:pt x="6045499" y="925359"/>
                  </a:lnTo>
                  <a:lnTo>
                    <a:pt x="6045657" y="924928"/>
                  </a:lnTo>
                  <a:lnTo>
                    <a:pt x="6045814" y="924928"/>
                  </a:lnTo>
                  <a:lnTo>
                    <a:pt x="6045814" y="924498"/>
                  </a:lnTo>
                  <a:lnTo>
                    <a:pt x="6045972" y="924498"/>
                  </a:lnTo>
                  <a:lnTo>
                    <a:pt x="6046130" y="924498"/>
                  </a:lnTo>
                  <a:lnTo>
                    <a:pt x="6046445" y="924498"/>
                  </a:lnTo>
                  <a:lnTo>
                    <a:pt x="6046761" y="924498"/>
                  </a:lnTo>
                  <a:lnTo>
                    <a:pt x="6046918" y="924067"/>
                  </a:lnTo>
                  <a:lnTo>
                    <a:pt x="6047076" y="924067"/>
                  </a:lnTo>
                  <a:lnTo>
                    <a:pt x="6047234" y="924067"/>
                  </a:lnTo>
                  <a:lnTo>
                    <a:pt x="6047549" y="924067"/>
                  </a:lnTo>
                  <a:lnTo>
                    <a:pt x="6047707" y="924067"/>
                  </a:lnTo>
                  <a:lnTo>
                    <a:pt x="6048022" y="924067"/>
                  </a:lnTo>
                  <a:lnTo>
                    <a:pt x="6048338" y="924067"/>
                  </a:lnTo>
                  <a:lnTo>
                    <a:pt x="6048495" y="924067"/>
                  </a:lnTo>
                  <a:lnTo>
                    <a:pt x="6048811" y="923637"/>
                  </a:lnTo>
                  <a:lnTo>
                    <a:pt x="6049284" y="923206"/>
                  </a:lnTo>
                  <a:lnTo>
                    <a:pt x="6049599" y="923206"/>
                  </a:lnTo>
                  <a:lnTo>
                    <a:pt x="6050230" y="923206"/>
                  </a:lnTo>
                  <a:lnTo>
                    <a:pt x="6050388" y="923206"/>
                  </a:lnTo>
                  <a:lnTo>
                    <a:pt x="6050704" y="923206"/>
                  </a:lnTo>
                  <a:lnTo>
                    <a:pt x="6050861" y="923206"/>
                  </a:lnTo>
                  <a:lnTo>
                    <a:pt x="6051492" y="923206"/>
                  </a:lnTo>
                  <a:lnTo>
                    <a:pt x="6052123" y="922775"/>
                  </a:lnTo>
                  <a:lnTo>
                    <a:pt x="6052912" y="922345"/>
                  </a:lnTo>
                  <a:lnTo>
                    <a:pt x="6053227" y="921914"/>
                  </a:lnTo>
                  <a:lnTo>
                    <a:pt x="6053385" y="921914"/>
                  </a:lnTo>
                  <a:lnTo>
                    <a:pt x="6054016" y="921914"/>
                  </a:lnTo>
                  <a:lnTo>
                    <a:pt x="6054016" y="921484"/>
                  </a:lnTo>
                  <a:lnTo>
                    <a:pt x="6054331" y="921484"/>
                  </a:lnTo>
                  <a:lnTo>
                    <a:pt x="6054962" y="921484"/>
                  </a:lnTo>
                  <a:lnTo>
                    <a:pt x="6055751" y="921484"/>
                  </a:lnTo>
                  <a:lnTo>
                    <a:pt x="6056066" y="921484"/>
                  </a:lnTo>
                  <a:lnTo>
                    <a:pt x="6056381" y="921484"/>
                  </a:lnTo>
                  <a:lnTo>
                    <a:pt x="6056697" y="921484"/>
                  </a:lnTo>
                  <a:lnTo>
                    <a:pt x="6056855" y="921484"/>
                  </a:lnTo>
                  <a:lnTo>
                    <a:pt x="6057170" y="921053"/>
                  </a:lnTo>
                  <a:lnTo>
                    <a:pt x="6057801" y="920622"/>
                  </a:lnTo>
                  <a:lnTo>
                    <a:pt x="6057959" y="920622"/>
                  </a:lnTo>
                  <a:lnTo>
                    <a:pt x="6058274" y="920192"/>
                  </a:lnTo>
                  <a:lnTo>
                    <a:pt x="6059536" y="918900"/>
                  </a:lnTo>
                  <a:lnTo>
                    <a:pt x="6059693" y="918900"/>
                  </a:lnTo>
                  <a:lnTo>
                    <a:pt x="6060640" y="918900"/>
                  </a:lnTo>
                  <a:lnTo>
                    <a:pt x="6060797" y="918900"/>
                  </a:lnTo>
                  <a:lnTo>
                    <a:pt x="6060955" y="918469"/>
                  </a:lnTo>
                  <a:lnTo>
                    <a:pt x="6061113" y="918469"/>
                  </a:lnTo>
                  <a:lnTo>
                    <a:pt x="6061113" y="918039"/>
                  </a:lnTo>
                  <a:lnTo>
                    <a:pt x="6061271" y="918039"/>
                  </a:lnTo>
                  <a:lnTo>
                    <a:pt x="6061586" y="918039"/>
                  </a:lnTo>
                  <a:lnTo>
                    <a:pt x="6061586" y="917608"/>
                  </a:lnTo>
                  <a:lnTo>
                    <a:pt x="6063006" y="917178"/>
                  </a:lnTo>
                  <a:lnTo>
                    <a:pt x="6063006" y="916747"/>
                  </a:lnTo>
                  <a:lnTo>
                    <a:pt x="6063321" y="916747"/>
                  </a:lnTo>
                  <a:lnTo>
                    <a:pt x="6063479" y="916747"/>
                  </a:lnTo>
                  <a:lnTo>
                    <a:pt x="6063636" y="916747"/>
                  </a:lnTo>
                  <a:lnTo>
                    <a:pt x="6063794" y="916747"/>
                  </a:lnTo>
                  <a:lnTo>
                    <a:pt x="6064110" y="916316"/>
                  </a:lnTo>
                  <a:lnTo>
                    <a:pt x="6064267" y="916316"/>
                  </a:lnTo>
                  <a:lnTo>
                    <a:pt x="6064425" y="915886"/>
                  </a:lnTo>
                  <a:lnTo>
                    <a:pt x="6064740" y="915886"/>
                  </a:lnTo>
                  <a:lnTo>
                    <a:pt x="6065056" y="914594"/>
                  </a:lnTo>
                  <a:lnTo>
                    <a:pt x="6065371" y="914594"/>
                  </a:lnTo>
                  <a:lnTo>
                    <a:pt x="6065687" y="914594"/>
                  </a:lnTo>
                  <a:lnTo>
                    <a:pt x="6065844" y="914594"/>
                  </a:lnTo>
                  <a:lnTo>
                    <a:pt x="6066002" y="914594"/>
                  </a:lnTo>
                  <a:lnTo>
                    <a:pt x="6066160" y="914594"/>
                  </a:lnTo>
                  <a:lnTo>
                    <a:pt x="6066318" y="914594"/>
                  </a:lnTo>
                  <a:lnTo>
                    <a:pt x="6066791" y="914594"/>
                  </a:lnTo>
                  <a:lnTo>
                    <a:pt x="6067895" y="912872"/>
                  </a:lnTo>
                  <a:lnTo>
                    <a:pt x="6068053" y="912872"/>
                  </a:lnTo>
                  <a:lnTo>
                    <a:pt x="6068053" y="912010"/>
                  </a:lnTo>
                  <a:lnTo>
                    <a:pt x="6068210" y="912010"/>
                  </a:lnTo>
                  <a:lnTo>
                    <a:pt x="6068526" y="912010"/>
                  </a:lnTo>
                  <a:lnTo>
                    <a:pt x="6069472" y="911580"/>
                  </a:lnTo>
                  <a:lnTo>
                    <a:pt x="6069945" y="911580"/>
                  </a:lnTo>
                  <a:lnTo>
                    <a:pt x="6070418" y="911580"/>
                  </a:lnTo>
                  <a:lnTo>
                    <a:pt x="6070418" y="911149"/>
                  </a:lnTo>
                  <a:lnTo>
                    <a:pt x="6070576" y="910288"/>
                  </a:lnTo>
                  <a:lnTo>
                    <a:pt x="6070891" y="910288"/>
                  </a:lnTo>
                  <a:lnTo>
                    <a:pt x="6070891" y="909857"/>
                  </a:lnTo>
                  <a:lnTo>
                    <a:pt x="6071838" y="909857"/>
                  </a:lnTo>
                  <a:lnTo>
                    <a:pt x="6072153" y="909857"/>
                  </a:lnTo>
                  <a:lnTo>
                    <a:pt x="6072311" y="909857"/>
                  </a:lnTo>
                  <a:lnTo>
                    <a:pt x="6072626" y="909427"/>
                  </a:lnTo>
                  <a:lnTo>
                    <a:pt x="6072942" y="909427"/>
                  </a:lnTo>
                  <a:lnTo>
                    <a:pt x="6072942" y="908996"/>
                  </a:lnTo>
                  <a:lnTo>
                    <a:pt x="6073100" y="908566"/>
                  </a:lnTo>
                  <a:lnTo>
                    <a:pt x="6073888" y="908135"/>
                  </a:lnTo>
                  <a:lnTo>
                    <a:pt x="6073888" y="907704"/>
                  </a:lnTo>
                  <a:lnTo>
                    <a:pt x="6074046" y="907704"/>
                  </a:lnTo>
                  <a:lnTo>
                    <a:pt x="6074204" y="907704"/>
                  </a:lnTo>
                  <a:lnTo>
                    <a:pt x="6074361" y="907704"/>
                  </a:lnTo>
                  <a:lnTo>
                    <a:pt x="6074519" y="907274"/>
                  </a:lnTo>
                  <a:lnTo>
                    <a:pt x="6074677" y="907274"/>
                  </a:lnTo>
                  <a:lnTo>
                    <a:pt x="6075938" y="907274"/>
                  </a:lnTo>
                  <a:lnTo>
                    <a:pt x="6076096" y="907274"/>
                  </a:lnTo>
                  <a:lnTo>
                    <a:pt x="6076254" y="907274"/>
                  </a:lnTo>
                  <a:lnTo>
                    <a:pt x="6076412" y="907274"/>
                  </a:lnTo>
                  <a:lnTo>
                    <a:pt x="6076569" y="907274"/>
                  </a:lnTo>
                  <a:lnTo>
                    <a:pt x="6077989" y="907274"/>
                  </a:lnTo>
                  <a:lnTo>
                    <a:pt x="6078304" y="907274"/>
                  </a:lnTo>
                  <a:lnTo>
                    <a:pt x="6078620" y="907274"/>
                  </a:lnTo>
                  <a:lnTo>
                    <a:pt x="6079251" y="907274"/>
                  </a:lnTo>
                  <a:lnTo>
                    <a:pt x="6079566" y="906843"/>
                  </a:lnTo>
                  <a:lnTo>
                    <a:pt x="6079724" y="906843"/>
                  </a:lnTo>
                  <a:lnTo>
                    <a:pt x="6080828" y="906413"/>
                  </a:lnTo>
                  <a:lnTo>
                    <a:pt x="6080985" y="906413"/>
                  </a:lnTo>
                  <a:lnTo>
                    <a:pt x="6081932" y="906413"/>
                  </a:lnTo>
                  <a:lnTo>
                    <a:pt x="6082089" y="906413"/>
                  </a:lnTo>
                  <a:lnTo>
                    <a:pt x="6082089" y="905982"/>
                  </a:lnTo>
                  <a:lnTo>
                    <a:pt x="6082405" y="905982"/>
                  </a:lnTo>
                  <a:lnTo>
                    <a:pt x="6082563" y="905982"/>
                  </a:lnTo>
                  <a:lnTo>
                    <a:pt x="6082720" y="905982"/>
                  </a:lnTo>
                  <a:lnTo>
                    <a:pt x="6083667" y="905982"/>
                  </a:lnTo>
                  <a:lnTo>
                    <a:pt x="6083824" y="905982"/>
                  </a:lnTo>
                  <a:lnTo>
                    <a:pt x="6083982" y="905982"/>
                  </a:lnTo>
                  <a:lnTo>
                    <a:pt x="6084298" y="905121"/>
                  </a:lnTo>
                  <a:lnTo>
                    <a:pt x="6084298" y="904690"/>
                  </a:lnTo>
                  <a:lnTo>
                    <a:pt x="6084613" y="904690"/>
                  </a:lnTo>
                  <a:lnTo>
                    <a:pt x="6084771" y="904690"/>
                  </a:lnTo>
                  <a:lnTo>
                    <a:pt x="6086032" y="903829"/>
                  </a:lnTo>
                  <a:lnTo>
                    <a:pt x="6086348" y="903398"/>
                  </a:lnTo>
                  <a:lnTo>
                    <a:pt x="6086506" y="903398"/>
                  </a:lnTo>
                  <a:lnTo>
                    <a:pt x="6086663" y="903398"/>
                  </a:lnTo>
                  <a:lnTo>
                    <a:pt x="6086663" y="902968"/>
                  </a:lnTo>
                  <a:lnTo>
                    <a:pt x="6086979" y="902968"/>
                  </a:lnTo>
                  <a:lnTo>
                    <a:pt x="6087452" y="902968"/>
                  </a:lnTo>
                  <a:lnTo>
                    <a:pt x="6087610" y="902968"/>
                  </a:lnTo>
                  <a:lnTo>
                    <a:pt x="6087925" y="901245"/>
                  </a:lnTo>
                  <a:lnTo>
                    <a:pt x="6088083" y="900815"/>
                  </a:lnTo>
                  <a:lnTo>
                    <a:pt x="6088398" y="900815"/>
                  </a:lnTo>
                  <a:lnTo>
                    <a:pt x="6089345" y="900384"/>
                  </a:lnTo>
                  <a:lnTo>
                    <a:pt x="6089502" y="900384"/>
                  </a:lnTo>
                  <a:lnTo>
                    <a:pt x="6089660" y="900384"/>
                  </a:lnTo>
                  <a:lnTo>
                    <a:pt x="6089975" y="900384"/>
                  </a:lnTo>
                  <a:lnTo>
                    <a:pt x="6090606" y="899954"/>
                  </a:lnTo>
                  <a:lnTo>
                    <a:pt x="6090606" y="899523"/>
                  </a:lnTo>
                  <a:lnTo>
                    <a:pt x="6091079" y="899523"/>
                  </a:lnTo>
                  <a:lnTo>
                    <a:pt x="6091237" y="899523"/>
                  </a:lnTo>
                  <a:lnTo>
                    <a:pt x="6092026" y="899523"/>
                  </a:lnTo>
                  <a:lnTo>
                    <a:pt x="6093445" y="898662"/>
                  </a:lnTo>
                  <a:lnTo>
                    <a:pt x="6093761" y="898662"/>
                  </a:lnTo>
                  <a:lnTo>
                    <a:pt x="6093918" y="898662"/>
                  </a:lnTo>
                  <a:lnTo>
                    <a:pt x="6094076" y="898662"/>
                  </a:lnTo>
                  <a:lnTo>
                    <a:pt x="6094549" y="898662"/>
                  </a:lnTo>
                  <a:lnTo>
                    <a:pt x="6094707" y="898231"/>
                  </a:lnTo>
                  <a:lnTo>
                    <a:pt x="6095022" y="898231"/>
                  </a:lnTo>
                  <a:lnTo>
                    <a:pt x="6095338" y="898231"/>
                  </a:lnTo>
                  <a:lnTo>
                    <a:pt x="6095496" y="898231"/>
                  </a:lnTo>
                  <a:lnTo>
                    <a:pt x="6095969" y="897801"/>
                  </a:lnTo>
                  <a:lnTo>
                    <a:pt x="6096126" y="897801"/>
                  </a:lnTo>
                  <a:lnTo>
                    <a:pt x="6096284" y="897801"/>
                  </a:lnTo>
                  <a:lnTo>
                    <a:pt x="6096442" y="897801"/>
                  </a:lnTo>
                  <a:lnTo>
                    <a:pt x="6096600" y="897801"/>
                  </a:lnTo>
                  <a:lnTo>
                    <a:pt x="6097073" y="897801"/>
                  </a:lnTo>
                  <a:lnTo>
                    <a:pt x="6098492" y="897370"/>
                  </a:lnTo>
                  <a:lnTo>
                    <a:pt x="6098808" y="897370"/>
                  </a:lnTo>
                  <a:lnTo>
                    <a:pt x="6099123" y="897370"/>
                  </a:lnTo>
                  <a:lnTo>
                    <a:pt x="6099438" y="896939"/>
                  </a:lnTo>
                  <a:lnTo>
                    <a:pt x="6099596" y="896939"/>
                  </a:lnTo>
                  <a:lnTo>
                    <a:pt x="6099754" y="896939"/>
                  </a:lnTo>
                  <a:lnTo>
                    <a:pt x="6099754" y="896509"/>
                  </a:lnTo>
                  <a:lnTo>
                    <a:pt x="6099912" y="896509"/>
                  </a:lnTo>
                  <a:lnTo>
                    <a:pt x="6100069" y="896509"/>
                  </a:lnTo>
                  <a:lnTo>
                    <a:pt x="6100069" y="896078"/>
                  </a:lnTo>
                  <a:lnTo>
                    <a:pt x="6100069" y="895648"/>
                  </a:lnTo>
                  <a:lnTo>
                    <a:pt x="6100227" y="895648"/>
                  </a:lnTo>
                  <a:lnTo>
                    <a:pt x="6100385" y="895648"/>
                  </a:lnTo>
                  <a:lnTo>
                    <a:pt x="6101647" y="895217"/>
                  </a:lnTo>
                  <a:lnTo>
                    <a:pt x="6101804" y="895217"/>
                  </a:lnTo>
                  <a:lnTo>
                    <a:pt x="6101962" y="895217"/>
                  </a:lnTo>
                  <a:lnTo>
                    <a:pt x="6102120" y="894786"/>
                  </a:lnTo>
                  <a:lnTo>
                    <a:pt x="6102277" y="894786"/>
                  </a:lnTo>
                  <a:lnTo>
                    <a:pt x="6102435" y="894786"/>
                  </a:lnTo>
                  <a:lnTo>
                    <a:pt x="6102593" y="894786"/>
                  </a:lnTo>
                  <a:lnTo>
                    <a:pt x="6102908" y="894786"/>
                  </a:lnTo>
                  <a:lnTo>
                    <a:pt x="6103066" y="894786"/>
                  </a:lnTo>
                  <a:lnTo>
                    <a:pt x="6103224" y="894786"/>
                  </a:lnTo>
                  <a:lnTo>
                    <a:pt x="6103855" y="894356"/>
                  </a:lnTo>
                  <a:lnTo>
                    <a:pt x="6104012" y="894356"/>
                  </a:lnTo>
                  <a:lnTo>
                    <a:pt x="6104485" y="894356"/>
                  </a:lnTo>
                  <a:lnTo>
                    <a:pt x="6105589" y="893925"/>
                  </a:lnTo>
                  <a:lnTo>
                    <a:pt x="6105747" y="893925"/>
                  </a:lnTo>
                  <a:lnTo>
                    <a:pt x="6106220" y="893925"/>
                  </a:lnTo>
                  <a:lnTo>
                    <a:pt x="6106220" y="893495"/>
                  </a:lnTo>
                  <a:lnTo>
                    <a:pt x="6106378" y="893495"/>
                  </a:lnTo>
                  <a:lnTo>
                    <a:pt x="6106536" y="893495"/>
                  </a:lnTo>
                  <a:lnTo>
                    <a:pt x="6107009" y="893495"/>
                  </a:lnTo>
                  <a:lnTo>
                    <a:pt x="6107482" y="893064"/>
                  </a:lnTo>
                  <a:lnTo>
                    <a:pt x="6107640" y="893064"/>
                  </a:lnTo>
                  <a:lnTo>
                    <a:pt x="6108113" y="893064"/>
                  </a:lnTo>
                  <a:lnTo>
                    <a:pt x="6108902" y="892633"/>
                  </a:lnTo>
                  <a:lnTo>
                    <a:pt x="6109059" y="892633"/>
                  </a:lnTo>
                  <a:lnTo>
                    <a:pt x="6109217" y="892633"/>
                  </a:lnTo>
                  <a:lnTo>
                    <a:pt x="6109375" y="892633"/>
                  </a:lnTo>
                  <a:lnTo>
                    <a:pt x="6110952" y="890911"/>
                  </a:lnTo>
                  <a:lnTo>
                    <a:pt x="6111583" y="890911"/>
                  </a:lnTo>
                  <a:lnTo>
                    <a:pt x="6111898" y="890480"/>
                  </a:lnTo>
                  <a:lnTo>
                    <a:pt x="6111898" y="890050"/>
                  </a:lnTo>
                  <a:lnTo>
                    <a:pt x="6112056" y="890050"/>
                  </a:lnTo>
                  <a:lnTo>
                    <a:pt x="6113002" y="889619"/>
                  </a:lnTo>
                  <a:lnTo>
                    <a:pt x="6113318" y="889619"/>
                  </a:lnTo>
                  <a:lnTo>
                    <a:pt x="6113318" y="888758"/>
                  </a:lnTo>
                  <a:lnTo>
                    <a:pt x="6113475" y="888758"/>
                  </a:lnTo>
                  <a:lnTo>
                    <a:pt x="6113633" y="888758"/>
                  </a:lnTo>
                  <a:lnTo>
                    <a:pt x="6114422" y="888758"/>
                  </a:lnTo>
                  <a:lnTo>
                    <a:pt x="6114579" y="888758"/>
                  </a:lnTo>
                  <a:lnTo>
                    <a:pt x="6114737" y="888327"/>
                  </a:lnTo>
                  <a:lnTo>
                    <a:pt x="6115683" y="888327"/>
                  </a:lnTo>
                  <a:lnTo>
                    <a:pt x="6115841" y="888327"/>
                  </a:lnTo>
                  <a:lnTo>
                    <a:pt x="6115999" y="888327"/>
                  </a:lnTo>
                  <a:lnTo>
                    <a:pt x="6116157" y="887897"/>
                  </a:lnTo>
                  <a:lnTo>
                    <a:pt x="6116314" y="887897"/>
                  </a:lnTo>
                  <a:lnTo>
                    <a:pt x="6116472" y="887036"/>
                  </a:lnTo>
                  <a:lnTo>
                    <a:pt x="6116630" y="887036"/>
                  </a:lnTo>
                  <a:lnTo>
                    <a:pt x="6118365" y="886605"/>
                  </a:lnTo>
                  <a:lnTo>
                    <a:pt x="6118522" y="886605"/>
                  </a:lnTo>
                  <a:lnTo>
                    <a:pt x="6118680" y="886605"/>
                  </a:lnTo>
                  <a:lnTo>
                    <a:pt x="6119469" y="885744"/>
                  </a:lnTo>
                  <a:lnTo>
                    <a:pt x="6119626" y="885744"/>
                  </a:lnTo>
                  <a:lnTo>
                    <a:pt x="6119784" y="885744"/>
                  </a:lnTo>
                  <a:lnTo>
                    <a:pt x="6121046" y="885744"/>
                  </a:lnTo>
                  <a:lnTo>
                    <a:pt x="6121204" y="885744"/>
                  </a:lnTo>
                  <a:lnTo>
                    <a:pt x="6121361" y="885744"/>
                  </a:lnTo>
                  <a:lnTo>
                    <a:pt x="6121519" y="885744"/>
                  </a:lnTo>
                  <a:lnTo>
                    <a:pt x="6121677" y="885744"/>
                  </a:lnTo>
                  <a:lnTo>
                    <a:pt x="6121834" y="885744"/>
                  </a:lnTo>
                  <a:lnTo>
                    <a:pt x="6122150" y="885744"/>
                  </a:lnTo>
                  <a:lnTo>
                    <a:pt x="6122465" y="885744"/>
                  </a:lnTo>
                  <a:lnTo>
                    <a:pt x="6122465" y="885313"/>
                  </a:lnTo>
                  <a:lnTo>
                    <a:pt x="6123254" y="885313"/>
                  </a:lnTo>
                  <a:lnTo>
                    <a:pt x="6125935" y="884021"/>
                  </a:lnTo>
                  <a:lnTo>
                    <a:pt x="6126093" y="884021"/>
                  </a:lnTo>
                  <a:lnTo>
                    <a:pt x="6126251" y="884021"/>
                  </a:lnTo>
                  <a:lnTo>
                    <a:pt x="6126724" y="884021"/>
                  </a:lnTo>
                  <a:lnTo>
                    <a:pt x="6127039" y="884021"/>
                  </a:lnTo>
                  <a:lnTo>
                    <a:pt x="6127512" y="884021"/>
                  </a:lnTo>
                  <a:lnTo>
                    <a:pt x="6127828" y="882730"/>
                  </a:lnTo>
                  <a:lnTo>
                    <a:pt x="6127828" y="882299"/>
                  </a:lnTo>
                  <a:lnTo>
                    <a:pt x="6128143" y="882299"/>
                  </a:lnTo>
                  <a:lnTo>
                    <a:pt x="6128301" y="882299"/>
                  </a:lnTo>
                  <a:lnTo>
                    <a:pt x="6128459" y="882299"/>
                  </a:lnTo>
                  <a:lnTo>
                    <a:pt x="6128616" y="882299"/>
                  </a:lnTo>
                  <a:lnTo>
                    <a:pt x="6129247" y="881868"/>
                  </a:lnTo>
                  <a:lnTo>
                    <a:pt x="6129563" y="881438"/>
                  </a:lnTo>
                  <a:lnTo>
                    <a:pt x="6130036" y="881007"/>
                  </a:lnTo>
                  <a:lnTo>
                    <a:pt x="6130036" y="880577"/>
                  </a:lnTo>
                  <a:lnTo>
                    <a:pt x="6130194" y="880577"/>
                  </a:lnTo>
                  <a:lnTo>
                    <a:pt x="6132244" y="879715"/>
                  </a:lnTo>
                  <a:lnTo>
                    <a:pt x="6132875" y="879285"/>
                  </a:lnTo>
                  <a:lnTo>
                    <a:pt x="6133032" y="879285"/>
                  </a:lnTo>
                  <a:lnTo>
                    <a:pt x="6133348" y="879285"/>
                  </a:lnTo>
                  <a:lnTo>
                    <a:pt x="6133506" y="879285"/>
                  </a:lnTo>
                  <a:lnTo>
                    <a:pt x="6134136" y="879285"/>
                  </a:lnTo>
                  <a:lnTo>
                    <a:pt x="6134452" y="878424"/>
                  </a:lnTo>
                  <a:lnTo>
                    <a:pt x="6134925" y="878424"/>
                  </a:lnTo>
                  <a:lnTo>
                    <a:pt x="6135241" y="877993"/>
                  </a:lnTo>
                  <a:lnTo>
                    <a:pt x="6135714" y="877562"/>
                  </a:lnTo>
                  <a:lnTo>
                    <a:pt x="6135871" y="877562"/>
                  </a:lnTo>
                  <a:lnTo>
                    <a:pt x="6136187" y="877562"/>
                  </a:lnTo>
                  <a:lnTo>
                    <a:pt x="6136502" y="877562"/>
                  </a:lnTo>
                  <a:lnTo>
                    <a:pt x="6137291" y="875840"/>
                  </a:lnTo>
                  <a:lnTo>
                    <a:pt x="6137449" y="875409"/>
                  </a:lnTo>
                  <a:lnTo>
                    <a:pt x="6137606" y="875409"/>
                  </a:lnTo>
                  <a:lnTo>
                    <a:pt x="6137764" y="875409"/>
                  </a:lnTo>
                  <a:lnTo>
                    <a:pt x="6137764" y="874979"/>
                  </a:lnTo>
                  <a:lnTo>
                    <a:pt x="6137764" y="874548"/>
                  </a:lnTo>
                  <a:lnTo>
                    <a:pt x="6138079" y="874118"/>
                  </a:lnTo>
                  <a:lnTo>
                    <a:pt x="6138237" y="874118"/>
                  </a:lnTo>
                  <a:lnTo>
                    <a:pt x="6138395" y="874118"/>
                  </a:lnTo>
                  <a:lnTo>
                    <a:pt x="6139972" y="873687"/>
                  </a:lnTo>
                  <a:lnTo>
                    <a:pt x="6140288" y="873687"/>
                  </a:lnTo>
                  <a:lnTo>
                    <a:pt x="6140445" y="873687"/>
                  </a:lnTo>
                  <a:lnTo>
                    <a:pt x="6140761" y="873687"/>
                  </a:lnTo>
                  <a:lnTo>
                    <a:pt x="6141076" y="873687"/>
                  </a:lnTo>
                  <a:lnTo>
                    <a:pt x="6141234" y="873687"/>
                  </a:lnTo>
                  <a:lnTo>
                    <a:pt x="6141392" y="873687"/>
                  </a:lnTo>
                  <a:lnTo>
                    <a:pt x="6141865" y="873687"/>
                  </a:lnTo>
                  <a:lnTo>
                    <a:pt x="6142022" y="873687"/>
                  </a:lnTo>
                  <a:lnTo>
                    <a:pt x="6143284" y="871965"/>
                  </a:lnTo>
                  <a:lnTo>
                    <a:pt x="6143442" y="871965"/>
                  </a:lnTo>
                  <a:lnTo>
                    <a:pt x="6143600" y="871965"/>
                  </a:lnTo>
                  <a:lnTo>
                    <a:pt x="6144861" y="871965"/>
                  </a:lnTo>
                  <a:lnTo>
                    <a:pt x="6145334" y="871965"/>
                  </a:lnTo>
                  <a:lnTo>
                    <a:pt x="6145492" y="871965"/>
                  </a:lnTo>
                  <a:lnTo>
                    <a:pt x="6145965" y="871965"/>
                  </a:lnTo>
                  <a:lnTo>
                    <a:pt x="6146123" y="871965"/>
                  </a:lnTo>
                  <a:lnTo>
                    <a:pt x="6146596" y="871534"/>
                  </a:lnTo>
                  <a:lnTo>
                    <a:pt x="6146754" y="871534"/>
                  </a:lnTo>
                  <a:lnTo>
                    <a:pt x="6147069" y="871103"/>
                  </a:lnTo>
                  <a:lnTo>
                    <a:pt x="6147700" y="870242"/>
                  </a:lnTo>
                  <a:lnTo>
                    <a:pt x="6147858" y="869812"/>
                  </a:lnTo>
                  <a:lnTo>
                    <a:pt x="6148016" y="869812"/>
                  </a:lnTo>
                  <a:lnTo>
                    <a:pt x="6148489" y="869812"/>
                  </a:lnTo>
                  <a:lnTo>
                    <a:pt x="6148647" y="869812"/>
                  </a:lnTo>
                  <a:lnTo>
                    <a:pt x="6149435" y="869812"/>
                  </a:lnTo>
                  <a:lnTo>
                    <a:pt x="6149593" y="869812"/>
                  </a:lnTo>
                  <a:lnTo>
                    <a:pt x="6149908" y="869812"/>
                  </a:lnTo>
                  <a:lnTo>
                    <a:pt x="6150066" y="869812"/>
                  </a:lnTo>
                  <a:lnTo>
                    <a:pt x="6150697" y="869381"/>
                  </a:lnTo>
                  <a:lnTo>
                    <a:pt x="6150855" y="869381"/>
                  </a:lnTo>
                  <a:lnTo>
                    <a:pt x="6151328" y="868950"/>
                  </a:lnTo>
                  <a:lnTo>
                    <a:pt x="6151643" y="868950"/>
                  </a:lnTo>
                  <a:lnTo>
                    <a:pt x="6151801" y="868950"/>
                  </a:lnTo>
                  <a:lnTo>
                    <a:pt x="6151959" y="868950"/>
                  </a:lnTo>
                  <a:lnTo>
                    <a:pt x="6152274" y="868950"/>
                  </a:lnTo>
                  <a:lnTo>
                    <a:pt x="6152747" y="868950"/>
                  </a:lnTo>
                  <a:lnTo>
                    <a:pt x="6153536" y="868089"/>
                  </a:lnTo>
                  <a:lnTo>
                    <a:pt x="6154009" y="867659"/>
                  </a:lnTo>
                  <a:lnTo>
                    <a:pt x="6154167" y="867659"/>
                  </a:lnTo>
                  <a:lnTo>
                    <a:pt x="6154798" y="867659"/>
                  </a:lnTo>
                  <a:lnTo>
                    <a:pt x="6154955" y="867659"/>
                  </a:lnTo>
                  <a:lnTo>
                    <a:pt x="6155113" y="867659"/>
                  </a:lnTo>
                  <a:lnTo>
                    <a:pt x="6155271" y="867659"/>
                  </a:lnTo>
                  <a:lnTo>
                    <a:pt x="6156532" y="867659"/>
                  </a:lnTo>
                  <a:lnTo>
                    <a:pt x="6156690" y="867659"/>
                  </a:lnTo>
                  <a:lnTo>
                    <a:pt x="6156848" y="867659"/>
                  </a:lnTo>
                  <a:lnTo>
                    <a:pt x="6157163" y="867228"/>
                  </a:lnTo>
                  <a:lnTo>
                    <a:pt x="6157321" y="867228"/>
                  </a:lnTo>
                  <a:lnTo>
                    <a:pt x="6158583" y="866367"/>
                  </a:lnTo>
                  <a:lnTo>
                    <a:pt x="6158741" y="866367"/>
                  </a:lnTo>
                  <a:lnTo>
                    <a:pt x="6158898" y="866367"/>
                  </a:lnTo>
                  <a:lnTo>
                    <a:pt x="6159056" y="865936"/>
                  </a:lnTo>
                  <a:lnTo>
                    <a:pt x="6159529" y="865936"/>
                  </a:lnTo>
                  <a:lnTo>
                    <a:pt x="6159687" y="865936"/>
                  </a:lnTo>
                  <a:lnTo>
                    <a:pt x="6159845" y="865936"/>
                  </a:lnTo>
                  <a:lnTo>
                    <a:pt x="6159845" y="865506"/>
                  </a:lnTo>
                  <a:lnTo>
                    <a:pt x="6160002" y="865506"/>
                  </a:lnTo>
                  <a:lnTo>
                    <a:pt x="6160791" y="865506"/>
                  </a:lnTo>
                  <a:lnTo>
                    <a:pt x="6161737" y="865506"/>
                  </a:lnTo>
                  <a:lnTo>
                    <a:pt x="6161895" y="865506"/>
                  </a:lnTo>
                  <a:lnTo>
                    <a:pt x="6162368" y="865506"/>
                  </a:lnTo>
                  <a:lnTo>
                    <a:pt x="6162841" y="865506"/>
                  </a:lnTo>
                  <a:lnTo>
                    <a:pt x="6163157" y="864644"/>
                  </a:lnTo>
                  <a:lnTo>
                    <a:pt x="6163630" y="864644"/>
                  </a:lnTo>
                  <a:lnTo>
                    <a:pt x="6163788" y="864644"/>
                  </a:lnTo>
                  <a:lnTo>
                    <a:pt x="6164103" y="864214"/>
                  </a:lnTo>
                  <a:lnTo>
                    <a:pt x="6164576" y="863353"/>
                  </a:lnTo>
                  <a:lnTo>
                    <a:pt x="6164734" y="863353"/>
                  </a:lnTo>
                  <a:lnTo>
                    <a:pt x="6166311" y="863353"/>
                  </a:lnTo>
                  <a:lnTo>
                    <a:pt x="6166784" y="862922"/>
                  </a:lnTo>
                  <a:lnTo>
                    <a:pt x="6166942" y="862922"/>
                  </a:lnTo>
                  <a:lnTo>
                    <a:pt x="6167100" y="862922"/>
                  </a:lnTo>
                  <a:lnTo>
                    <a:pt x="6167257" y="862922"/>
                  </a:lnTo>
                  <a:lnTo>
                    <a:pt x="6167888" y="862922"/>
                  </a:lnTo>
                  <a:lnTo>
                    <a:pt x="6168361" y="862491"/>
                  </a:lnTo>
                  <a:lnTo>
                    <a:pt x="6168519" y="862491"/>
                  </a:lnTo>
                  <a:lnTo>
                    <a:pt x="6168992" y="862061"/>
                  </a:lnTo>
                  <a:lnTo>
                    <a:pt x="6169150" y="862061"/>
                  </a:lnTo>
                  <a:lnTo>
                    <a:pt x="6169781" y="861630"/>
                  </a:lnTo>
                  <a:lnTo>
                    <a:pt x="6169939" y="861630"/>
                  </a:lnTo>
                  <a:lnTo>
                    <a:pt x="6170412" y="861630"/>
                  </a:lnTo>
                  <a:lnTo>
                    <a:pt x="6170569" y="861630"/>
                  </a:lnTo>
                  <a:lnTo>
                    <a:pt x="6171043" y="861630"/>
                  </a:lnTo>
                  <a:lnTo>
                    <a:pt x="6173251" y="860338"/>
                  </a:lnTo>
                  <a:lnTo>
                    <a:pt x="6173408" y="860338"/>
                  </a:lnTo>
                  <a:lnTo>
                    <a:pt x="6173566" y="860338"/>
                  </a:lnTo>
                  <a:lnTo>
                    <a:pt x="6173882" y="860338"/>
                  </a:lnTo>
                  <a:lnTo>
                    <a:pt x="6173882" y="859908"/>
                  </a:lnTo>
                  <a:lnTo>
                    <a:pt x="6174355" y="859477"/>
                  </a:lnTo>
                  <a:lnTo>
                    <a:pt x="6174512" y="859477"/>
                  </a:lnTo>
                  <a:lnTo>
                    <a:pt x="6174828" y="859477"/>
                  </a:lnTo>
                  <a:lnTo>
                    <a:pt x="6175301" y="859477"/>
                  </a:lnTo>
                  <a:lnTo>
                    <a:pt x="6175459" y="859477"/>
                  </a:lnTo>
                  <a:lnTo>
                    <a:pt x="6175774" y="859047"/>
                  </a:lnTo>
                  <a:lnTo>
                    <a:pt x="6175774" y="858185"/>
                  </a:lnTo>
                  <a:lnTo>
                    <a:pt x="6175932" y="858185"/>
                  </a:lnTo>
                  <a:lnTo>
                    <a:pt x="6176247" y="858185"/>
                  </a:lnTo>
                  <a:lnTo>
                    <a:pt x="6176405" y="858185"/>
                  </a:lnTo>
                  <a:lnTo>
                    <a:pt x="6176878" y="858185"/>
                  </a:lnTo>
                  <a:lnTo>
                    <a:pt x="6177509" y="857755"/>
                  </a:lnTo>
                  <a:lnTo>
                    <a:pt x="6177824" y="857324"/>
                  </a:lnTo>
                  <a:lnTo>
                    <a:pt x="6179086" y="856032"/>
                  </a:lnTo>
                  <a:lnTo>
                    <a:pt x="6179875" y="855602"/>
                  </a:lnTo>
                  <a:lnTo>
                    <a:pt x="6180033" y="855602"/>
                  </a:lnTo>
                  <a:lnTo>
                    <a:pt x="6180190" y="855602"/>
                  </a:lnTo>
                  <a:lnTo>
                    <a:pt x="6180348" y="855602"/>
                  </a:lnTo>
                  <a:lnTo>
                    <a:pt x="6180663" y="854741"/>
                  </a:lnTo>
                  <a:lnTo>
                    <a:pt x="6180821" y="853879"/>
                  </a:lnTo>
                  <a:lnTo>
                    <a:pt x="6181294" y="853879"/>
                  </a:lnTo>
                  <a:lnTo>
                    <a:pt x="6181610" y="853879"/>
                  </a:lnTo>
                  <a:lnTo>
                    <a:pt x="6181767" y="853879"/>
                  </a:lnTo>
                  <a:lnTo>
                    <a:pt x="6181925" y="853879"/>
                  </a:lnTo>
                  <a:lnTo>
                    <a:pt x="6182241" y="853879"/>
                  </a:lnTo>
                  <a:lnTo>
                    <a:pt x="6182398" y="853879"/>
                  </a:lnTo>
                  <a:lnTo>
                    <a:pt x="6182556" y="853879"/>
                  </a:lnTo>
                  <a:lnTo>
                    <a:pt x="6183187" y="853879"/>
                  </a:lnTo>
                  <a:lnTo>
                    <a:pt x="6183818" y="853879"/>
                  </a:lnTo>
                  <a:lnTo>
                    <a:pt x="6184133" y="853449"/>
                  </a:lnTo>
                  <a:lnTo>
                    <a:pt x="6184291" y="853449"/>
                  </a:lnTo>
                  <a:lnTo>
                    <a:pt x="6184606" y="853449"/>
                  </a:lnTo>
                  <a:lnTo>
                    <a:pt x="6184764" y="853449"/>
                  </a:lnTo>
                  <a:lnTo>
                    <a:pt x="6185079" y="853449"/>
                  </a:lnTo>
                  <a:lnTo>
                    <a:pt x="6185395" y="853018"/>
                  </a:lnTo>
                  <a:lnTo>
                    <a:pt x="6186499" y="851296"/>
                  </a:lnTo>
                  <a:lnTo>
                    <a:pt x="6186972" y="851296"/>
                  </a:lnTo>
                  <a:lnTo>
                    <a:pt x="6187130" y="851296"/>
                  </a:lnTo>
                  <a:lnTo>
                    <a:pt x="6187445" y="851296"/>
                  </a:lnTo>
                  <a:lnTo>
                    <a:pt x="6188392" y="850435"/>
                  </a:lnTo>
                  <a:lnTo>
                    <a:pt x="6188549" y="850435"/>
                  </a:lnTo>
                  <a:lnTo>
                    <a:pt x="6189338" y="850435"/>
                  </a:lnTo>
                  <a:lnTo>
                    <a:pt x="6189496" y="850435"/>
                  </a:lnTo>
                  <a:lnTo>
                    <a:pt x="6189653" y="850435"/>
                  </a:lnTo>
                  <a:lnTo>
                    <a:pt x="6189969" y="850435"/>
                  </a:lnTo>
                  <a:lnTo>
                    <a:pt x="6190284" y="850435"/>
                  </a:lnTo>
                  <a:lnTo>
                    <a:pt x="6190757" y="850435"/>
                  </a:lnTo>
                  <a:lnTo>
                    <a:pt x="6190915" y="850435"/>
                  </a:lnTo>
                  <a:lnTo>
                    <a:pt x="6191073" y="850004"/>
                  </a:lnTo>
                  <a:lnTo>
                    <a:pt x="6191231" y="850004"/>
                  </a:lnTo>
                  <a:lnTo>
                    <a:pt x="6191388" y="850004"/>
                  </a:lnTo>
                  <a:lnTo>
                    <a:pt x="6191546" y="850004"/>
                  </a:lnTo>
                  <a:lnTo>
                    <a:pt x="6191704" y="850004"/>
                  </a:lnTo>
                  <a:lnTo>
                    <a:pt x="6192965" y="850004"/>
                  </a:lnTo>
                  <a:lnTo>
                    <a:pt x="6193281" y="850004"/>
                  </a:lnTo>
                  <a:lnTo>
                    <a:pt x="6193439" y="850004"/>
                  </a:lnTo>
                  <a:lnTo>
                    <a:pt x="6194543" y="850004"/>
                  </a:lnTo>
                  <a:lnTo>
                    <a:pt x="6194700" y="850004"/>
                  </a:lnTo>
                  <a:lnTo>
                    <a:pt x="6194700" y="849573"/>
                  </a:lnTo>
                  <a:lnTo>
                    <a:pt x="6194700" y="849143"/>
                  </a:lnTo>
                  <a:lnTo>
                    <a:pt x="6195489" y="848712"/>
                  </a:lnTo>
                  <a:lnTo>
                    <a:pt x="6195647" y="848712"/>
                  </a:lnTo>
                  <a:lnTo>
                    <a:pt x="6195804" y="848712"/>
                  </a:lnTo>
                  <a:lnTo>
                    <a:pt x="6195962" y="848712"/>
                  </a:lnTo>
                  <a:lnTo>
                    <a:pt x="6195962" y="848282"/>
                  </a:lnTo>
                  <a:lnTo>
                    <a:pt x="6196120" y="848282"/>
                  </a:lnTo>
                  <a:lnTo>
                    <a:pt x="6197539" y="847420"/>
                  </a:lnTo>
                  <a:lnTo>
                    <a:pt x="6198012" y="847420"/>
                  </a:lnTo>
                  <a:lnTo>
                    <a:pt x="6198328" y="846990"/>
                  </a:lnTo>
                  <a:lnTo>
                    <a:pt x="6198643" y="846990"/>
                  </a:lnTo>
                  <a:lnTo>
                    <a:pt x="6198801" y="846990"/>
                  </a:lnTo>
                  <a:lnTo>
                    <a:pt x="6199747" y="846990"/>
                  </a:lnTo>
                  <a:lnTo>
                    <a:pt x="6200220" y="846559"/>
                  </a:lnTo>
                  <a:lnTo>
                    <a:pt x="6200851" y="846559"/>
                  </a:lnTo>
                  <a:lnTo>
                    <a:pt x="6201167" y="846129"/>
                  </a:lnTo>
                  <a:lnTo>
                    <a:pt x="6201324" y="846129"/>
                  </a:lnTo>
                  <a:lnTo>
                    <a:pt x="6201640" y="846129"/>
                  </a:lnTo>
                  <a:lnTo>
                    <a:pt x="6202113" y="846129"/>
                  </a:lnTo>
                  <a:lnTo>
                    <a:pt x="6202271" y="845698"/>
                  </a:lnTo>
                  <a:lnTo>
                    <a:pt x="6202429" y="845698"/>
                  </a:lnTo>
                  <a:lnTo>
                    <a:pt x="6202586" y="845698"/>
                  </a:lnTo>
                  <a:lnTo>
                    <a:pt x="6202902" y="845267"/>
                  </a:lnTo>
                  <a:lnTo>
                    <a:pt x="6203217" y="845267"/>
                  </a:lnTo>
                  <a:lnTo>
                    <a:pt x="6203533" y="845267"/>
                  </a:lnTo>
                  <a:lnTo>
                    <a:pt x="6203690" y="845267"/>
                  </a:lnTo>
                  <a:lnTo>
                    <a:pt x="6203848" y="845267"/>
                  </a:lnTo>
                  <a:lnTo>
                    <a:pt x="6204006" y="845267"/>
                  </a:lnTo>
                  <a:lnTo>
                    <a:pt x="6204163" y="844406"/>
                  </a:lnTo>
                  <a:lnTo>
                    <a:pt x="6204321" y="844406"/>
                  </a:lnTo>
                  <a:lnTo>
                    <a:pt x="6204321" y="843976"/>
                  </a:lnTo>
                  <a:lnTo>
                    <a:pt x="6204952" y="843114"/>
                  </a:lnTo>
                  <a:lnTo>
                    <a:pt x="6204952" y="842684"/>
                  </a:lnTo>
                  <a:lnTo>
                    <a:pt x="6204952" y="842253"/>
                  </a:lnTo>
                  <a:lnTo>
                    <a:pt x="6205583" y="841392"/>
                  </a:lnTo>
                  <a:lnTo>
                    <a:pt x="6206529" y="840961"/>
                  </a:lnTo>
                  <a:lnTo>
                    <a:pt x="6207160" y="840961"/>
                  </a:lnTo>
                  <a:lnTo>
                    <a:pt x="6207318" y="840961"/>
                  </a:lnTo>
                  <a:lnTo>
                    <a:pt x="6207475" y="840961"/>
                  </a:lnTo>
                  <a:lnTo>
                    <a:pt x="6207791" y="840961"/>
                  </a:lnTo>
                  <a:lnTo>
                    <a:pt x="6208106" y="840961"/>
                  </a:lnTo>
                  <a:lnTo>
                    <a:pt x="6208580" y="840961"/>
                  </a:lnTo>
                  <a:lnTo>
                    <a:pt x="6208737" y="840961"/>
                  </a:lnTo>
                  <a:lnTo>
                    <a:pt x="6209526" y="840531"/>
                  </a:lnTo>
                  <a:lnTo>
                    <a:pt x="6210157" y="840531"/>
                  </a:lnTo>
                  <a:lnTo>
                    <a:pt x="6210630" y="840100"/>
                  </a:lnTo>
                  <a:lnTo>
                    <a:pt x="6210945" y="840100"/>
                  </a:lnTo>
                  <a:lnTo>
                    <a:pt x="6211103" y="840100"/>
                  </a:lnTo>
                  <a:lnTo>
                    <a:pt x="6211103" y="839670"/>
                  </a:lnTo>
                  <a:lnTo>
                    <a:pt x="6211734" y="839670"/>
                  </a:lnTo>
                  <a:lnTo>
                    <a:pt x="6212207" y="839670"/>
                  </a:lnTo>
                  <a:lnTo>
                    <a:pt x="6214888" y="837086"/>
                  </a:lnTo>
                  <a:lnTo>
                    <a:pt x="6215046" y="837086"/>
                  </a:lnTo>
                  <a:lnTo>
                    <a:pt x="6215204" y="837086"/>
                  </a:lnTo>
                  <a:lnTo>
                    <a:pt x="6215361" y="837086"/>
                  </a:lnTo>
                  <a:lnTo>
                    <a:pt x="6215992" y="836655"/>
                  </a:lnTo>
                  <a:lnTo>
                    <a:pt x="6216150" y="836655"/>
                  </a:lnTo>
                  <a:lnTo>
                    <a:pt x="6216308" y="836655"/>
                  </a:lnTo>
                  <a:lnTo>
                    <a:pt x="6216623" y="836655"/>
                  </a:lnTo>
                  <a:lnTo>
                    <a:pt x="6216781" y="836655"/>
                  </a:lnTo>
                  <a:lnTo>
                    <a:pt x="6216939" y="836655"/>
                  </a:lnTo>
                  <a:lnTo>
                    <a:pt x="6217096" y="836655"/>
                  </a:lnTo>
                  <a:lnTo>
                    <a:pt x="6217569" y="836655"/>
                  </a:lnTo>
                  <a:lnTo>
                    <a:pt x="6218516" y="836225"/>
                  </a:lnTo>
                  <a:lnTo>
                    <a:pt x="6219304" y="835794"/>
                  </a:lnTo>
                  <a:lnTo>
                    <a:pt x="6219778" y="835794"/>
                  </a:lnTo>
                  <a:lnTo>
                    <a:pt x="6220724" y="835364"/>
                  </a:lnTo>
                  <a:lnTo>
                    <a:pt x="6220882" y="835364"/>
                  </a:lnTo>
                  <a:lnTo>
                    <a:pt x="6221039" y="835364"/>
                  </a:lnTo>
                  <a:lnTo>
                    <a:pt x="6221986" y="835364"/>
                  </a:lnTo>
                  <a:lnTo>
                    <a:pt x="6221986" y="834933"/>
                  </a:lnTo>
                  <a:lnTo>
                    <a:pt x="6222143" y="834933"/>
                  </a:lnTo>
                  <a:lnTo>
                    <a:pt x="6222616" y="834502"/>
                  </a:lnTo>
                  <a:lnTo>
                    <a:pt x="6222616" y="833641"/>
                  </a:lnTo>
                  <a:lnTo>
                    <a:pt x="6222774" y="833641"/>
                  </a:lnTo>
                  <a:lnTo>
                    <a:pt x="6223878" y="833641"/>
                  </a:lnTo>
                  <a:lnTo>
                    <a:pt x="6224194" y="833641"/>
                  </a:lnTo>
                  <a:lnTo>
                    <a:pt x="6224667" y="833211"/>
                  </a:lnTo>
                  <a:lnTo>
                    <a:pt x="6225929" y="832780"/>
                  </a:lnTo>
                  <a:lnTo>
                    <a:pt x="6226086" y="832780"/>
                  </a:lnTo>
                  <a:lnTo>
                    <a:pt x="6226559" y="832349"/>
                  </a:lnTo>
                  <a:lnTo>
                    <a:pt x="6226717" y="832349"/>
                  </a:lnTo>
                  <a:lnTo>
                    <a:pt x="6226717" y="831919"/>
                  </a:lnTo>
                  <a:lnTo>
                    <a:pt x="6226875" y="831919"/>
                  </a:lnTo>
                  <a:lnTo>
                    <a:pt x="6227506" y="831919"/>
                  </a:lnTo>
                  <a:lnTo>
                    <a:pt x="6227663" y="831919"/>
                  </a:lnTo>
                  <a:lnTo>
                    <a:pt x="6228137" y="831919"/>
                  </a:lnTo>
                  <a:lnTo>
                    <a:pt x="6228767" y="831919"/>
                  </a:lnTo>
                  <a:lnTo>
                    <a:pt x="6230345" y="831058"/>
                  </a:lnTo>
                  <a:lnTo>
                    <a:pt x="6230818" y="830627"/>
                  </a:lnTo>
                  <a:lnTo>
                    <a:pt x="6231133" y="830627"/>
                  </a:lnTo>
                  <a:lnTo>
                    <a:pt x="6231291" y="830627"/>
                  </a:lnTo>
                  <a:lnTo>
                    <a:pt x="6231449" y="830627"/>
                  </a:lnTo>
                  <a:lnTo>
                    <a:pt x="6231764" y="830196"/>
                  </a:lnTo>
                  <a:lnTo>
                    <a:pt x="6232080" y="830196"/>
                  </a:lnTo>
                  <a:lnTo>
                    <a:pt x="6232553" y="830196"/>
                  </a:lnTo>
                  <a:lnTo>
                    <a:pt x="6232710" y="829766"/>
                  </a:lnTo>
                  <a:lnTo>
                    <a:pt x="6233499" y="829335"/>
                  </a:lnTo>
                  <a:lnTo>
                    <a:pt x="6233657" y="829335"/>
                  </a:lnTo>
                  <a:lnTo>
                    <a:pt x="6233657" y="828905"/>
                  </a:lnTo>
                  <a:lnTo>
                    <a:pt x="6233814" y="828905"/>
                  </a:lnTo>
                  <a:lnTo>
                    <a:pt x="6233972" y="828905"/>
                  </a:lnTo>
                  <a:lnTo>
                    <a:pt x="6234130" y="828474"/>
                  </a:lnTo>
                  <a:lnTo>
                    <a:pt x="6234603" y="828474"/>
                  </a:lnTo>
                  <a:lnTo>
                    <a:pt x="6234918" y="828474"/>
                  </a:lnTo>
                  <a:lnTo>
                    <a:pt x="6235076" y="828474"/>
                  </a:lnTo>
                  <a:lnTo>
                    <a:pt x="6235707" y="828474"/>
                  </a:lnTo>
                  <a:lnTo>
                    <a:pt x="6236338" y="828474"/>
                  </a:lnTo>
                  <a:lnTo>
                    <a:pt x="6236496" y="828474"/>
                  </a:lnTo>
                  <a:lnTo>
                    <a:pt x="6236969" y="828474"/>
                  </a:lnTo>
                  <a:lnTo>
                    <a:pt x="6237127" y="828474"/>
                  </a:lnTo>
                  <a:lnTo>
                    <a:pt x="6237757" y="828043"/>
                  </a:lnTo>
                  <a:lnTo>
                    <a:pt x="6237915" y="828043"/>
                  </a:lnTo>
                  <a:lnTo>
                    <a:pt x="6238231" y="828043"/>
                  </a:lnTo>
                  <a:lnTo>
                    <a:pt x="6239492" y="827613"/>
                  </a:lnTo>
                  <a:lnTo>
                    <a:pt x="6239808" y="827613"/>
                  </a:lnTo>
                  <a:lnTo>
                    <a:pt x="6240439" y="827613"/>
                  </a:lnTo>
                  <a:lnTo>
                    <a:pt x="6240912" y="827613"/>
                  </a:lnTo>
                  <a:lnTo>
                    <a:pt x="6241069" y="827613"/>
                  </a:lnTo>
                  <a:lnTo>
                    <a:pt x="6242174" y="827182"/>
                  </a:lnTo>
                  <a:lnTo>
                    <a:pt x="6242647" y="827182"/>
                  </a:lnTo>
                  <a:lnTo>
                    <a:pt x="6242804" y="827182"/>
                  </a:lnTo>
                  <a:lnTo>
                    <a:pt x="6242962" y="826752"/>
                  </a:lnTo>
                  <a:lnTo>
                    <a:pt x="6243751" y="826752"/>
                  </a:lnTo>
                  <a:lnTo>
                    <a:pt x="6244224" y="826752"/>
                  </a:lnTo>
                  <a:lnTo>
                    <a:pt x="6244697" y="826321"/>
                  </a:lnTo>
                  <a:lnTo>
                    <a:pt x="6245012" y="826321"/>
                  </a:lnTo>
                  <a:lnTo>
                    <a:pt x="6245012" y="825890"/>
                  </a:lnTo>
                  <a:lnTo>
                    <a:pt x="6245486" y="825460"/>
                  </a:lnTo>
                  <a:lnTo>
                    <a:pt x="6245643" y="825460"/>
                  </a:lnTo>
                  <a:lnTo>
                    <a:pt x="6245801" y="825029"/>
                  </a:lnTo>
                  <a:lnTo>
                    <a:pt x="6246116" y="824599"/>
                  </a:lnTo>
                  <a:lnTo>
                    <a:pt x="6247378" y="824599"/>
                  </a:lnTo>
                  <a:lnTo>
                    <a:pt x="6248009" y="824599"/>
                  </a:lnTo>
                  <a:lnTo>
                    <a:pt x="6248325" y="824168"/>
                  </a:lnTo>
                  <a:lnTo>
                    <a:pt x="6248482" y="824168"/>
                  </a:lnTo>
                  <a:lnTo>
                    <a:pt x="6248640" y="824168"/>
                  </a:lnTo>
                  <a:lnTo>
                    <a:pt x="6248640" y="823737"/>
                  </a:lnTo>
                  <a:lnTo>
                    <a:pt x="6249586" y="823307"/>
                  </a:lnTo>
                  <a:lnTo>
                    <a:pt x="6249744" y="823307"/>
                  </a:lnTo>
                  <a:lnTo>
                    <a:pt x="6250690" y="823307"/>
                  </a:lnTo>
                  <a:lnTo>
                    <a:pt x="6251006" y="823307"/>
                  </a:lnTo>
                  <a:lnTo>
                    <a:pt x="6251321" y="822015"/>
                  </a:lnTo>
                  <a:lnTo>
                    <a:pt x="6252110" y="821584"/>
                  </a:lnTo>
                  <a:lnTo>
                    <a:pt x="6252267" y="821584"/>
                  </a:lnTo>
                  <a:lnTo>
                    <a:pt x="6252425" y="821584"/>
                  </a:lnTo>
                  <a:lnTo>
                    <a:pt x="6252898" y="821584"/>
                  </a:lnTo>
                  <a:lnTo>
                    <a:pt x="6253372" y="821584"/>
                  </a:lnTo>
                  <a:lnTo>
                    <a:pt x="6253529" y="821584"/>
                  </a:lnTo>
                  <a:lnTo>
                    <a:pt x="6253687" y="821584"/>
                  </a:lnTo>
                  <a:lnTo>
                    <a:pt x="6254002" y="821154"/>
                  </a:lnTo>
                  <a:lnTo>
                    <a:pt x="6254949" y="821154"/>
                  </a:lnTo>
                  <a:lnTo>
                    <a:pt x="6255580" y="821154"/>
                  </a:lnTo>
                  <a:lnTo>
                    <a:pt x="6256210" y="820293"/>
                  </a:lnTo>
                  <a:lnTo>
                    <a:pt x="6256368" y="820293"/>
                  </a:lnTo>
                  <a:lnTo>
                    <a:pt x="6256841" y="820293"/>
                  </a:lnTo>
                  <a:lnTo>
                    <a:pt x="6257472" y="820293"/>
                  </a:lnTo>
                  <a:lnTo>
                    <a:pt x="6257630" y="820293"/>
                  </a:lnTo>
                  <a:lnTo>
                    <a:pt x="6257788" y="820293"/>
                  </a:lnTo>
                  <a:lnTo>
                    <a:pt x="6258261" y="819862"/>
                  </a:lnTo>
                  <a:lnTo>
                    <a:pt x="6259049" y="819862"/>
                  </a:lnTo>
                  <a:lnTo>
                    <a:pt x="6259207" y="819862"/>
                  </a:lnTo>
                  <a:lnTo>
                    <a:pt x="6259365" y="819862"/>
                  </a:lnTo>
                  <a:lnTo>
                    <a:pt x="6259838" y="819431"/>
                  </a:lnTo>
                  <a:lnTo>
                    <a:pt x="6259996" y="819001"/>
                  </a:lnTo>
                  <a:lnTo>
                    <a:pt x="6259996" y="818570"/>
                  </a:lnTo>
                  <a:lnTo>
                    <a:pt x="6260153" y="818570"/>
                  </a:lnTo>
                  <a:lnTo>
                    <a:pt x="6260311" y="818570"/>
                  </a:lnTo>
                  <a:lnTo>
                    <a:pt x="6260469" y="818570"/>
                  </a:lnTo>
                  <a:lnTo>
                    <a:pt x="6260627" y="818570"/>
                  </a:lnTo>
                  <a:lnTo>
                    <a:pt x="6260942" y="818570"/>
                  </a:lnTo>
                  <a:lnTo>
                    <a:pt x="6261731" y="818570"/>
                  </a:lnTo>
                  <a:lnTo>
                    <a:pt x="6261888" y="818570"/>
                  </a:lnTo>
                  <a:lnTo>
                    <a:pt x="6262046" y="818570"/>
                  </a:lnTo>
                  <a:lnTo>
                    <a:pt x="6262361" y="818570"/>
                  </a:lnTo>
                  <a:lnTo>
                    <a:pt x="6262835" y="817709"/>
                  </a:lnTo>
                  <a:lnTo>
                    <a:pt x="6262992" y="817278"/>
                  </a:lnTo>
                  <a:lnTo>
                    <a:pt x="6263150" y="817278"/>
                  </a:lnTo>
                  <a:lnTo>
                    <a:pt x="6263308" y="817278"/>
                  </a:lnTo>
                  <a:lnTo>
                    <a:pt x="6264254" y="817278"/>
                  </a:lnTo>
                  <a:lnTo>
                    <a:pt x="6264570" y="817278"/>
                  </a:lnTo>
                  <a:lnTo>
                    <a:pt x="6264727" y="817278"/>
                  </a:lnTo>
                  <a:lnTo>
                    <a:pt x="6264885" y="817278"/>
                  </a:lnTo>
                  <a:lnTo>
                    <a:pt x="6265516" y="817278"/>
                  </a:lnTo>
                  <a:lnTo>
                    <a:pt x="6265831" y="817278"/>
                  </a:lnTo>
                  <a:lnTo>
                    <a:pt x="6265989" y="817278"/>
                  </a:lnTo>
                  <a:lnTo>
                    <a:pt x="6266147" y="817278"/>
                  </a:lnTo>
                  <a:lnTo>
                    <a:pt x="6266462" y="817278"/>
                  </a:lnTo>
                  <a:lnTo>
                    <a:pt x="6266620" y="816848"/>
                  </a:lnTo>
                  <a:lnTo>
                    <a:pt x="6266778" y="816848"/>
                  </a:lnTo>
                  <a:lnTo>
                    <a:pt x="6266935" y="816848"/>
                  </a:lnTo>
                  <a:lnTo>
                    <a:pt x="6267251" y="816848"/>
                  </a:lnTo>
                  <a:lnTo>
                    <a:pt x="6267882" y="816848"/>
                  </a:lnTo>
                  <a:lnTo>
                    <a:pt x="6268512" y="816848"/>
                  </a:lnTo>
                  <a:lnTo>
                    <a:pt x="6268670" y="816848"/>
                  </a:lnTo>
                  <a:lnTo>
                    <a:pt x="6268828" y="816848"/>
                  </a:lnTo>
                  <a:lnTo>
                    <a:pt x="6269301" y="816848"/>
                  </a:lnTo>
                  <a:lnTo>
                    <a:pt x="6269774" y="816848"/>
                  </a:lnTo>
                  <a:lnTo>
                    <a:pt x="6269932" y="816848"/>
                  </a:lnTo>
                  <a:lnTo>
                    <a:pt x="6270405" y="816417"/>
                  </a:lnTo>
                  <a:lnTo>
                    <a:pt x="6270563" y="816417"/>
                  </a:lnTo>
                  <a:lnTo>
                    <a:pt x="6271036" y="816417"/>
                  </a:lnTo>
                  <a:lnTo>
                    <a:pt x="6271667" y="816417"/>
                  </a:lnTo>
                  <a:lnTo>
                    <a:pt x="6271825" y="816417"/>
                  </a:lnTo>
                  <a:lnTo>
                    <a:pt x="6271825" y="815987"/>
                  </a:lnTo>
                  <a:lnTo>
                    <a:pt x="6272140" y="815987"/>
                  </a:lnTo>
                  <a:lnTo>
                    <a:pt x="6272140" y="815556"/>
                  </a:lnTo>
                  <a:lnTo>
                    <a:pt x="6272298" y="815556"/>
                  </a:lnTo>
                  <a:lnTo>
                    <a:pt x="6272455" y="815556"/>
                  </a:lnTo>
                  <a:lnTo>
                    <a:pt x="6273086" y="815125"/>
                  </a:lnTo>
                  <a:lnTo>
                    <a:pt x="6273402" y="815125"/>
                  </a:lnTo>
                  <a:lnTo>
                    <a:pt x="6273875" y="815125"/>
                  </a:lnTo>
                  <a:lnTo>
                    <a:pt x="6274190" y="815125"/>
                  </a:lnTo>
                  <a:lnTo>
                    <a:pt x="6274821" y="814264"/>
                  </a:lnTo>
                  <a:lnTo>
                    <a:pt x="6274979" y="814264"/>
                  </a:lnTo>
                  <a:lnTo>
                    <a:pt x="6275768" y="813834"/>
                  </a:lnTo>
                  <a:lnTo>
                    <a:pt x="6276083" y="813834"/>
                  </a:lnTo>
                  <a:lnTo>
                    <a:pt x="6276714" y="813834"/>
                  </a:lnTo>
                  <a:lnTo>
                    <a:pt x="6277660" y="813834"/>
                  </a:lnTo>
                  <a:lnTo>
                    <a:pt x="6277660" y="813403"/>
                  </a:lnTo>
                  <a:lnTo>
                    <a:pt x="6278133" y="812972"/>
                  </a:lnTo>
                  <a:lnTo>
                    <a:pt x="6278449" y="812972"/>
                  </a:lnTo>
                  <a:lnTo>
                    <a:pt x="6278764" y="812972"/>
                  </a:lnTo>
                  <a:lnTo>
                    <a:pt x="6279237" y="812972"/>
                  </a:lnTo>
                  <a:lnTo>
                    <a:pt x="6279710" y="812972"/>
                  </a:lnTo>
                  <a:lnTo>
                    <a:pt x="6280341" y="812972"/>
                  </a:lnTo>
                  <a:lnTo>
                    <a:pt x="6280657" y="812972"/>
                  </a:lnTo>
                  <a:lnTo>
                    <a:pt x="6280814" y="812972"/>
                  </a:lnTo>
                  <a:lnTo>
                    <a:pt x="6280972" y="812972"/>
                  </a:lnTo>
                  <a:lnTo>
                    <a:pt x="6281603" y="812542"/>
                  </a:lnTo>
                  <a:lnTo>
                    <a:pt x="6282076" y="811250"/>
                  </a:lnTo>
                  <a:lnTo>
                    <a:pt x="6282076" y="810819"/>
                  </a:lnTo>
                  <a:lnTo>
                    <a:pt x="6282076" y="810389"/>
                  </a:lnTo>
                  <a:lnTo>
                    <a:pt x="6282549" y="810389"/>
                  </a:lnTo>
                  <a:lnTo>
                    <a:pt x="6282549" y="809528"/>
                  </a:lnTo>
                  <a:lnTo>
                    <a:pt x="6282707" y="809528"/>
                  </a:lnTo>
                  <a:lnTo>
                    <a:pt x="6282865" y="809528"/>
                  </a:lnTo>
                  <a:lnTo>
                    <a:pt x="6283023" y="809528"/>
                  </a:lnTo>
                  <a:lnTo>
                    <a:pt x="6283023" y="809097"/>
                  </a:lnTo>
                  <a:lnTo>
                    <a:pt x="6283180" y="809097"/>
                  </a:lnTo>
                  <a:lnTo>
                    <a:pt x="6283811" y="809097"/>
                  </a:lnTo>
                  <a:lnTo>
                    <a:pt x="6284442" y="809097"/>
                  </a:lnTo>
                  <a:lnTo>
                    <a:pt x="6285231" y="809097"/>
                  </a:lnTo>
                  <a:lnTo>
                    <a:pt x="6285546" y="809097"/>
                  </a:lnTo>
                  <a:lnTo>
                    <a:pt x="6285704" y="809097"/>
                  </a:lnTo>
                  <a:lnTo>
                    <a:pt x="6286177" y="809097"/>
                  </a:lnTo>
                  <a:lnTo>
                    <a:pt x="6286335" y="809097"/>
                  </a:lnTo>
                  <a:lnTo>
                    <a:pt x="6286335" y="808666"/>
                  </a:lnTo>
                  <a:lnTo>
                    <a:pt x="6286492" y="807805"/>
                  </a:lnTo>
                  <a:lnTo>
                    <a:pt x="6286650" y="807805"/>
                  </a:lnTo>
                  <a:lnTo>
                    <a:pt x="6286966" y="807805"/>
                  </a:lnTo>
                  <a:lnTo>
                    <a:pt x="6287281" y="807805"/>
                  </a:lnTo>
                  <a:lnTo>
                    <a:pt x="6287754" y="807375"/>
                  </a:lnTo>
                  <a:lnTo>
                    <a:pt x="6287912" y="807375"/>
                  </a:lnTo>
                  <a:lnTo>
                    <a:pt x="6294378" y="805652"/>
                  </a:lnTo>
                  <a:lnTo>
                    <a:pt x="6294536" y="805652"/>
                  </a:lnTo>
                  <a:lnTo>
                    <a:pt x="6294694" y="805652"/>
                  </a:lnTo>
                  <a:lnTo>
                    <a:pt x="6294851" y="805652"/>
                  </a:lnTo>
                  <a:lnTo>
                    <a:pt x="6294851" y="805222"/>
                  </a:lnTo>
                  <a:lnTo>
                    <a:pt x="6295009" y="805222"/>
                  </a:lnTo>
                  <a:lnTo>
                    <a:pt x="6295167" y="805222"/>
                  </a:lnTo>
                  <a:lnTo>
                    <a:pt x="6295325" y="805222"/>
                  </a:lnTo>
                  <a:lnTo>
                    <a:pt x="6295482" y="805222"/>
                  </a:lnTo>
                  <a:lnTo>
                    <a:pt x="6295640" y="805222"/>
                  </a:lnTo>
                  <a:lnTo>
                    <a:pt x="6295798" y="805222"/>
                  </a:lnTo>
                  <a:lnTo>
                    <a:pt x="6295955" y="805222"/>
                  </a:lnTo>
                  <a:lnTo>
                    <a:pt x="6296113" y="805222"/>
                  </a:lnTo>
                  <a:lnTo>
                    <a:pt x="6296902" y="805222"/>
                  </a:lnTo>
                  <a:lnTo>
                    <a:pt x="6297059" y="805222"/>
                  </a:lnTo>
                  <a:lnTo>
                    <a:pt x="6297375" y="805222"/>
                  </a:lnTo>
                  <a:lnTo>
                    <a:pt x="6297690" y="805222"/>
                  </a:lnTo>
                  <a:lnTo>
                    <a:pt x="6297690" y="804791"/>
                  </a:lnTo>
                  <a:lnTo>
                    <a:pt x="6297690" y="804360"/>
                  </a:lnTo>
                  <a:lnTo>
                    <a:pt x="6297690" y="803930"/>
                  </a:lnTo>
                  <a:lnTo>
                    <a:pt x="6297848" y="803930"/>
                  </a:lnTo>
                  <a:lnTo>
                    <a:pt x="6298479" y="803499"/>
                  </a:lnTo>
                  <a:lnTo>
                    <a:pt x="6298952" y="803069"/>
                  </a:lnTo>
                  <a:lnTo>
                    <a:pt x="6299110" y="803069"/>
                  </a:lnTo>
                  <a:lnTo>
                    <a:pt x="6299741" y="803069"/>
                  </a:lnTo>
                  <a:lnTo>
                    <a:pt x="6299741" y="802638"/>
                  </a:lnTo>
                  <a:lnTo>
                    <a:pt x="6300056" y="802638"/>
                  </a:lnTo>
                  <a:lnTo>
                    <a:pt x="6300214" y="802638"/>
                  </a:lnTo>
                  <a:lnTo>
                    <a:pt x="6300372" y="802638"/>
                  </a:lnTo>
                  <a:lnTo>
                    <a:pt x="6300845" y="802638"/>
                  </a:lnTo>
                  <a:lnTo>
                    <a:pt x="6301476" y="802638"/>
                  </a:lnTo>
                  <a:lnTo>
                    <a:pt x="6301949" y="802638"/>
                  </a:lnTo>
                  <a:lnTo>
                    <a:pt x="6302106" y="802638"/>
                  </a:lnTo>
                  <a:lnTo>
                    <a:pt x="6302737" y="801777"/>
                  </a:lnTo>
                  <a:lnTo>
                    <a:pt x="6303210" y="801346"/>
                  </a:lnTo>
                  <a:lnTo>
                    <a:pt x="6303368" y="800916"/>
                  </a:lnTo>
                  <a:lnTo>
                    <a:pt x="6303526" y="799624"/>
                  </a:lnTo>
                  <a:lnTo>
                    <a:pt x="6303999" y="797901"/>
                  </a:lnTo>
                  <a:lnTo>
                    <a:pt x="6304630" y="797901"/>
                  </a:lnTo>
                  <a:lnTo>
                    <a:pt x="6304945" y="797901"/>
                  </a:lnTo>
                  <a:lnTo>
                    <a:pt x="6305419" y="797901"/>
                  </a:lnTo>
                  <a:lnTo>
                    <a:pt x="6306207" y="797471"/>
                  </a:lnTo>
                  <a:lnTo>
                    <a:pt x="6306838" y="797471"/>
                  </a:lnTo>
                  <a:lnTo>
                    <a:pt x="6306996" y="797471"/>
                  </a:lnTo>
                  <a:lnTo>
                    <a:pt x="6307627" y="797471"/>
                  </a:lnTo>
                  <a:lnTo>
                    <a:pt x="6307784" y="797471"/>
                  </a:lnTo>
                  <a:lnTo>
                    <a:pt x="6308257" y="797040"/>
                  </a:lnTo>
                  <a:lnTo>
                    <a:pt x="6308731" y="797040"/>
                  </a:lnTo>
                  <a:lnTo>
                    <a:pt x="6308888" y="797040"/>
                  </a:lnTo>
                  <a:lnTo>
                    <a:pt x="6309204" y="797040"/>
                  </a:lnTo>
                  <a:lnTo>
                    <a:pt x="6309362" y="797040"/>
                  </a:lnTo>
                  <a:lnTo>
                    <a:pt x="6309835" y="797040"/>
                  </a:lnTo>
                  <a:lnTo>
                    <a:pt x="6310308" y="797040"/>
                  </a:lnTo>
                  <a:lnTo>
                    <a:pt x="6310781" y="797040"/>
                  </a:lnTo>
                  <a:lnTo>
                    <a:pt x="6311096" y="796610"/>
                  </a:lnTo>
                  <a:lnTo>
                    <a:pt x="6311254" y="796610"/>
                  </a:lnTo>
                  <a:lnTo>
                    <a:pt x="6311570" y="796610"/>
                  </a:lnTo>
                  <a:lnTo>
                    <a:pt x="6311727" y="796610"/>
                  </a:lnTo>
                  <a:lnTo>
                    <a:pt x="6311885" y="796179"/>
                  </a:lnTo>
                  <a:lnTo>
                    <a:pt x="6312043" y="796179"/>
                  </a:lnTo>
                  <a:lnTo>
                    <a:pt x="6312358" y="796179"/>
                  </a:lnTo>
                  <a:lnTo>
                    <a:pt x="6312831" y="795748"/>
                  </a:lnTo>
                  <a:lnTo>
                    <a:pt x="6313620" y="795318"/>
                  </a:lnTo>
                  <a:lnTo>
                    <a:pt x="6313778" y="795318"/>
                  </a:lnTo>
                  <a:lnTo>
                    <a:pt x="6314251" y="795318"/>
                  </a:lnTo>
                  <a:lnTo>
                    <a:pt x="6314882" y="795318"/>
                  </a:lnTo>
                  <a:lnTo>
                    <a:pt x="6314882" y="794887"/>
                  </a:lnTo>
                  <a:lnTo>
                    <a:pt x="6315197" y="794887"/>
                  </a:lnTo>
                  <a:lnTo>
                    <a:pt x="6315197" y="794457"/>
                  </a:lnTo>
                  <a:lnTo>
                    <a:pt x="6315670" y="793595"/>
                  </a:lnTo>
                  <a:lnTo>
                    <a:pt x="6316774" y="793165"/>
                  </a:lnTo>
                  <a:lnTo>
                    <a:pt x="6316932" y="793165"/>
                  </a:lnTo>
                  <a:lnTo>
                    <a:pt x="6317090" y="793165"/>
                  </a:lnTo>
                  <a:lnTo>
                    <a:pt x="6317405" y="792304"/>
                  </a:lnTo>
                  <a:lnTo>
                    <a:pt x="6317878" y="792304"/>
                  </a:lnTo>
                  <a:lnTo>
                    <a:pt x="6318667" y="791873"/>
                  </a:lnTo>
                  <a:lnTo>
                    <a:pt x="6319140" y="791442"/>
                  </a:lnTo>
                  <a:lnTo>
                    <a:pt x="6319298" y="791012"/>
                  </a:lnTo>
                  <a:lnTo>
                    <a:pt x="6319613" y="790581"/>
                  </a:lnTo>
                  <a:lnTo>
                    <a:pt x="6320086" y="790581"/>
                  </a:lnTo>
                  <a:lnTo>
                    <a:pt x="6320402" y="790581"/>
                  </a:lnTo>
                  <a:lnTo>
                    <a:pt x="6321979" y="790151"/>
                  </a:lnTo>
                  <a:lnTo>
                    <a:pt x="6322294" y="789720"/>
                  </a:lnTo>
                  <a:lnTo>
                    <a:pt x="6322452" y="789720"/>
                  </a:lnTo>
                  <a:lnTo>
                    <a:pt x="6322610" y="789720"/>
                  </a:lnTo>
                  <a:lnTo>
                    <a:pt x="6322768" y="789720"/>
                  </a:lnTo>
                  <a:lnTo>
                    <a:pt x="6323241" y="789720"/>
                  </a:lnTo>
                  <a:lnTo>
                    <a:pt x="6323556" y="789720"/>
                  </a:lnTo>
                  <a:lnTo>
                    <a:pt x="6324345" y="788428"/>
                  </a:lnTo>
                  <a:lnTo>
                    <a:pt x="6324502" y="788428"/>
                  </a:lnTo>
                  <a:lnTo>
                    <a:pt x="6324818" y="788428"/>
                  </a:lnTo>
                  <a:lnTo>
                    <a:pt x="6324818" y="787998"/>
                  </a:lnTo>
                  <a:lnTo>
                    <a:pt x="6325922" y="787567"/>
                  </a:lnTo>
                  <a:lnTo>
                    <a:pt x="6326237" y="787136"/>
                  </a:lnTo>
                  <a:lnTo>
                    <a:pt x="6326553" y="787136"/>
                  </a:lnTo>
                  <a:lnTo>
                    <a:pt x="6327026" y="787136"/>
                  </a:lnTo>
                  <a:lnTo>
                    <a:pt x="6328603" y="787136"/>
                  </a:lnTo>
                  <a:lnTo>
                    <a:pt x="6328761" y="787136"/>
                  </a:lnTo>
                  <a:lnTo>
                    <a:pt x="6329076" y="787136"/>
                  </a:lnTo>
                  <a:lnTo>
                    <a:pt x="6329234" y="787136"/>
                  </a:lnTo>
                  <a:lnTo>
                    <a:pt x="6329549" y="787136"/>
                  </a:lnTo>
                  <a:lnTo>
                    <a:pt x="6329707" y="787136"/>
                  </a:lnTo>
                  <a:lnTo>
                    <a:pt x="6329865" y="787136"/>
                  </a:lnTo>
                  <a:lnTo>
                    <a:pt x="6330338" y="787136"/>
                  </a:lnTo>
                  <a:lnTo>
                    <a:pt x="6330653" y="787136"/>
                  </a:lnTo>
                  <a:lnTo>
                    <a:pt x="6330969" y="785845"/>
                  </a:lnTo>
                  <a:lnTo>
                    <a:pt x="6331127" y="785414"/>
                  </a:lnTo>
                  <a:lnTo>
                    <a:pt x="6331442" y="785414"/>
                  </a:lnTo>
                  <a:lnTo>
                    <a:pt x="6331757" y="785414"/>
                  </a:lnTo>
                  <a:lnTo>
                    <a:pt x="6331915" y="785414"/>
                  </a:lnTo>
                  <a:lnTo>
                    <a:pt x="6332388" y="785414"/>
                  </a:lnTo>
                  <a:lnTo>
                    <a:pt x="6332546" y="785414"/>
                  </a:lnTo>
                  <a:lnTo>
                    <a:pt x="6333492" y="784553"/>
                  </a:lnTo>
                  <a:lnTo>
                    <a:pt x="6333650" y="784122"/>
                  </a:lnTo>
                  <a:lnTo>
                    <a:pt x="6333808" y="784122"/>
                  </a:lnTo>
                  <a:lnTo>
                    <a:pt x="6334281" y="784122"/>
                  </a:lnTo>
                  <a:lnTo>
                    <a:pt x="6334439" y="784122"/>
                  </a:lnTo>
                  <a:lnTo>
                    <a:pt x="6334596" y="784122"/>
                  </a:lnTo>
                  <a:lnTo>
                    <a:pt x="6334754" y="784122"/>
                  </a:lnTo>
                  <a:lnTo>
                    <a:pt x="6335385" y="784122"/>
                  </a:lnTo>
                  <a:lnTo>
                    <a:pt x="6336647" y="783261"/>
                  </a:lnTo>
                  <a:lnTo>
                    <a:pt x="6336804" y="783261"/>
                  </a:lnTo>
                  <a:lnTo>
                    <a:pt x="6337435" y="783261"/>
                  </a:lnTo>
                  <a:lnTo>
                    <a:pt x="6338224" y="783261"/>
                  </a:lnTo>
                  <a:lnTo>
                    <a:pt x="6338855" y="782830"/>
                  </a:lnTo>
                  <a:lnTo>
                    <a:pt x="6339013" y="782830"/>
                  </a:lnTo>
                  <a:lnTo>
                    <a:pt x="6339643" y="782400"/>
                  </a:lnTo>
                  <a:lnTo>
                    <a:pt x="6339801" y="782400"/>
                  </a:lnTo>
                  <a:lnTo>
                    <a:pt x="6339959" y="782400"/>
                  </a:lnTo>
                  <a:lnTo>
                    <a:pt x="6340432" y="782400"/>
                  </a:lnTo>
                  <a:lnTo>
                    <a:pt x="6341221" y="781969"/>
                  </a:lnTo>
                  <a:lnTo>
                    <a:pt x="6341378" y="781969"/>
                  </a:lnTo>
                  <a:lnTo>
                    <a:pt x="6341536" y="781969"/>
                  </a:lnTo>
                  <a:lnTo>
                    <a:pt x="6341694" y="781969"/>
                  </a:lnTo>
                  <a:lnTo>
                    <a:pt x="6342009" y="781539"/>
                  </a:lnTo>
                  <a:lnTo>
                    <a:pt x="6342167" y="781539"/>
                  </a:lnTo>
                  <a:lnTo>
                    <a:pt x="6342798" y="781108"/>
                  </a:lnTo>
                  <a:lnTo>
                    <a:pt x="6343429" y="781108"/>
                  </a:lnTo>
                  <a:lnTo>
                    <a:pt x="6343586" y="781108"/>
                  </a:lnTo>
                  <a:lnTo>
                    <a:pt x="6344217" y="781108"/>
                  </a:lnTo>
                  <a:lnTo>
                    <a:pt x="6344533" y="779816"/>
                  </a:lnTo>
                  <a:lnTo>
                    <a:pt x="6344690" y="779816"/>
                  </a:lnTo>
                  <a:lnTo>
                    <a:pt x="6345637" y="779816"/>
                  </a:lnTo>
                  <a:lnTo>
                    <a:pt x="6345952" y="779386"/>
                  </a:lnTo>
                  <a:lnTo>
                    <a:pt x="6346110" y="779386"/>
                  </a:lnTo>
                  <a:lnTo>
                    <a:pt x="6347214" y="778524"/>
                  </a:lnTo>
                  <a:lnTo>
                    <a:pt x="6347372" y="778524"/>
                  </a:lnTo>
                  <a:lnTo>
                    <a:pt x="6347529" y="778524"/>
                  </a:lnTo>
                  <a:lnTo>
                    <a:pt x="6347845" y="778524"/>
                  </a:lnTo>
                  <a:lnTo>
                    <a:pt x="6348318" y="778094"/>
                  </a:lnTo>
                  <a:lnTo>
                    <a:pt x="6348476" y="778094"/>
                  </a:lnTo>
                  <a:lnTo>
                    <a:pt x="6348791" y="778094"/>
                  </a:lnTo>
                  <a:lnTo>
                    <a:pt x="6349264" y="778094"/>
                  </a:lnTo>
                  <a:lnTo>
                    <a:pt x="6349422" y="778094"/>
                  </a:lnTo>
                  <a:lnTo>
                    <a:pt x="6349580" y="777663"/>
                  </a:lnTo>
                  <a:lnTo>
                    <a:pt x="6349737" y="777663"/>
                  </a:lnTo>
                  <a:lnTo>
                    <a:pt x="6350684" y="777233"/>
                  </a:lnTo>
                  <a:lnTo>
                    <a:pt x="6351472" y="777233"/>
                  </a:lnTo>
                  <a:lnTo>
                    <a:pt x="6352261" y="776371"/>
                  </a:lnTo>
                  <a:lnTo>
                    <a:pt x="6352261" y="775941"/>
                  </a:lnTo>
                  <a:lnTo>
                    <a:pt x="6352419" y="775941"/>
                  </a:lnTo>
                  <a:lnTo>
                    <a:pt x="6352892" y="775510"/>
                  </a:lnTo>
                  <a:lnTo>
                    <a:pt x="6352892" y="775080"/>
                  </a:lnTo>
                  <a:lnTo>
                    <a:pt x="6353523" y="775080"/>
                  </a:lnTo>
                  <a:lnTo>
                    <a:pt x="6353680" y="774649"/>
                  </a:lnTo>
                  <a:lnTo>
                    <a:pt x="6353838" y="774649"/>
                  </a:lnTo>
                  <a:lnTo>
                    <a:pt x="6354311" y="774218"/>
                  </a:lnTo>
                  <a:lnTo>
                    <a:pt x="6354627" y="774218"/>
                  </a:lnTo>
                  <a:lnTo>
                    <a:pt x="6354942" y="774218"/>
                  </a:lnTo>
                  <a:lnTo>
                    <a:pt x="6355888" y="774218"/>
                  </a:lnTo>
                  <a:lnTo>
                    <a:pt x="6356204" y="773788"/>
                  </a:lnTo>
                  <a:lnTo>
                    <a:pt x="6356362" y="773357"/>
                  </a:lnTo>
                  <a:lnTo>
                    <a:pt x="6356519" y="773357"/>
                  </a:lnTo>
                  <a:lnTo>
                    <a:pt x="6356519" y="772927"/>
                  </a:lnTo>
                  <a:lnTo>
                    <a:pt x="6356677" y="772927"/>
                  </a:lnTo>
                  <a:lnTo>
                    <a:pt x="6356835" y="772927"/>
                  </a:lnTo>
                  <a:lnTo>
                    <a:pt x="6357150" y="772927"/>
                  </a:lnTo>
                  <a:lnTo>
                    <a:pt x="6357308" y="772496"/>
                  </a:lnTo>
                  <a:lnTo>
                    <a:pt x="6357781" y="772065"/>
                  </a:lnTo>
                  <a:lnTo>
                    <a:pt x="6357939" y="771635"/>
                  </a:lnTo>
                  <a:lnTo>
                    <a:pt x="6358727" y="771204"/>
                  </a:lnTo>
                  <a:lnTo>
                    <a:pt x="6359200" y="770774"/>
                  </a:lnTo>
                  <a:lnTo>
                    <a:pt x="6359358" y="770774"/>
                  </a:lnTo>
                  <a:lnTo>
                    <a:pt x="6360147" y="770343"/>
                  </a:lnTo>
                  <a:lnTo>
                    <a:pt x="6360462" y="769912"/>
                  </a:lnTo>
                  <a:lnTo>
                    <a:pt x="6360778" y="769482"/>
                  </a:lnTo>
                  <a:lnTo>
                    <a:pt x="6361251" y="769482"/>
                  </a:lnTo>
                  <a:lnTo>
                    <a:pt x="6361409" y="769482"/>
                  </a:lnTo>
                  <a:lnTo>
                    <a:pt x="6361724" y="769482"/>
                  </a:lnTo>
                  <a:lnTo>
                    <a:pt x="6362039" y="768621"/>
                  </a:lnTo>
                  <a:lnTo>
                    <a:pt x="6362355" y="768621"/>
                  </a:lnTo>
                  <a:lnTo>
                    <a:pt x="6362828" y="768190"/>
                  </a:lnTo>
                  <a:lnTo>
                    <a:pt x="6362986" y="768190"/>
                  </a:lnTo>
                  <a:lnTo>
                    <a:pt x="6363459" y="767329"/>
                  </a:lnTo>
                  <a:lnTo>
                    <a:pt x="6364090" y="766898"/>
                  </a:lnTo>
                  <a:lnTo>
                    <a:pt x="6364247" y="766898"/>
                  </a:lnTo>
                  <a:lnTo>
                    <a:pt x="6364405" y="766898"/>
                  </a:lnTo>
                  <a:lnTo>
                    <a:pt x="6364563" y="766898"/>
                  </a:lnTo>
                  <a:lnTo>
                    <a:pt x="6364721" y="766898"/>
                  </a:lnTo>
                  <a:lnTo>
                    <a:pt x="6364878" y="766898"/>
                  </a:lnTo>
                  <a:lnTo>
                    <a:pt x="6365509" y="766898"/>
                  </a:lnTo>
                  <a:lnTo>
                    <a:pt x="6366456" y="766468"/>
                  </a:lnTo>
                  <a:lnTo>
                    <a:pt x="6367086" y="766468"/>
                  </a:lnTo>
                  <a:lnTo>
                    <a:pt x="6367402" y="766468"/>
                  </a:lnTo>
                  <a:lnTo>
                    <a:pt x="6367560" y="766468"/>
                  </a:lnTo>
                  <a:lnTo>
                    <a:pt x="6367875" y="766037"/>
                  </a:lnTo>
                  <a:lnTo>
                    <a:pt x="6369768" y="765606"/>
                  </a:lnTo>
                  <a:lnTo>
                    <a:pt x="6369925" y="765606"/>
                  </a:lnTo>
                  <a:lnTo>
                    <a:pt x="6370398" y="765606"/>
                  </a:lnTo>
                  <a:lnTo>
                    <a:pt x="6370556" y="765606"/>
                  </a:lnTo>
                  <a:lnTo>
                    <a:pt x="6371503" y="765176"/>
                  </a:lnTo>
                  <a:lnTo>
                    <a:pt x="6371660" y="765176"/>
                  </a:lnTo>
                  <a:lnTo>
                    <a:pt x="6371976" y="765176"/>
                  </a:lnTo>
                  <a:lnTo>
                    <a:pt x="6372291" y="765176"/>
                  </a:lnTo>
                  <a:lnTo>
                    <a:pt x="6372607" y="765176"/>
                  </a:lnTo>
                  <a:lnTo>
                    <a:pt x="6372922" y="765176"/>
                  </a:lnTo>
                  <a:lnTo>
                    <a:pt x="6373395" y="765176"/>
                  </a:lnTo>
                  <a:lnTo>
                    <a:pt x="6373868" y="765176"/>
                  </a:lnTo>
                  <a:lnTo>
                    <a:pt x="6374184" y="765176"/>
                  </a:lnTo>
                  <a:lnTo>
                    <a:pt x="6374499" y="764745"/>
                  </a:lnTo>
                  <a:lnTo>
                    <a:pt x="6374815" y="764745"/>
                  </a:lnTo>
                  <a:lnTo>
                    <a:pt x="6374972" y="764745"/>
                  </a:lnTo>
                  <a:lnTo>
                    <a:pt x="6375130" y="764745"/>
                  </a:lnTo>
                  <a:lnTo>
                    <a:pt x="6375288" y="764745"/>
                  </a:lnTo>
                  <a:lnTo>
                    <a:pt x="6376076" y="764315"/>
                  </a:lnTo>
                  <a:lnTo>
                    <a:pt x="6376234" y="764315"/>
                  </a:lnTo>
                  <a:lnTo>
                    <a:pt x="6376392" y="764315"/>
                  </a:lnTo>
                  <a:lnTo>
                    <a:pt x="6377496" y="764315"/>
                  </a:lnTo>
                  <a:lnTo>
                    <a:pt x="6377654" y="763884"/>
                  </a:lnTo>
                  <a:lnTo>
                    <a:pt x="6378127" y="763884"/>
                  </a:lnTo>
                  <a:lnTo>
                    <a:pt x="6378127" y="763453"/>
                  </a:lnTo>
                  <a:lnTo>
                    <a:pt x="6378284" y="763453"/>
                  </a:lnTo>
                  <a:lnTo>
                    <a:pt x="6378600" y="763453"/>
                  </a:lnTo>
                  <a:lnTo>
                    <a:pt x="6379862" y="763453"/>
                  </a:lnTo>
                  <a:lnTo>
                    <a:pt x="6380019" y="763453"/>
                  </a:lnTo>
                  <a:lnTo>
                    <a:pt x="6380335" y="763453"/>
                  </a:lnTo>
                  <a:lnTo>
                    <a:pt x="6380492" y="763453"/>
                  </a:lnTo>
                  <a:lnTo>
                    <a:pt x="6380808" y="763453"/>
                  </a:lnTo>
                  <a:lnTo>
                    <a:pt x="6381754" y="763023"/>
                  </a:lnTo>
                  <a:lnTo>
                    <a:pt x="6381754" y="762592"/>
                  </a:lnTo>
                  <a:lnTo>
                    <a:pt x="6381912" y="762592"/>
                  </a:lnTo>
                  <a:lnTo>
                    <a:pt x="6382543" y="762162"/>
                  </a:lnTo>
                  <a:lnTo>
                    <a:pt x="6383647" y="759578"/>
                  </a:lnTo>
                  <a:lnTo>
                    <a:pt x="6383962" y="759578"/>
                  </a:lnTo>
                  <a:lnTo>
                    <a:pt x="6384435" y="759147"/>
                  </a:lnTo>
                  <a:lnTo>
                    <a:pt x="6384593" y="759147"/>
                  </a:lnTo>
                  <a:lnTo>
                    <a:pt x="6384751" y="759147"/>
                  </a:lnTo>
                  <a:lnTo>
                    <a:pt x="6384909" y="759147"/>
                  </a:lnTo>
                  <a:lnTo>
                    <a:pt x="6385066" y="759147"/>
                  </a:lnTo>
                  <a:lnTo>
                    <a:pt x="6385224" y="758286"/>
                  </a:lnTo>
                  <a:lnTo>
                    <a:pt x="6385382" y="758286"/>
                  </a:lnTo>
                  <a:lnTo>
                    <a:pt x="6385539" y="758286"/>
                  </a:lnTo>
                  <a:lnTo>
                    <a:pt x="6385697" y="758286"/>
                  </a:lnTo>
                  <a:lnTo>
                    <a:pt x="6385855" y="758286"/>
                  </a:lnTo>
                  <a:lnTo>
                    <a:pt x="6386013" y="758286"/>
                  </a:lnTo>
                  <a:lnTo>
                    <a:pt x="6386328" y="758286"/>
                  </a:lnTo>
                  <a:lnTo>
                    <a:pt x="6386801" y="758286"/>
                  </a:lnTo>
                  <a:lnTo>
                    <a:pt x="6387432" y="758286"/>
                  </a:lnTo>
                  <a:lnTo>
                    <a:pt x="6387747" y="758286"/>
                  </a:lnTo>
                  <a:lnTo>
                    <a:pt x="6388221" y="758286"/>
                  </a:lnTo>
                  <a:lnTo>
                    <a:pt x="6389009" y="756994"/>
                  </a:lnTo>
                  <a:lnTo>
                    <a:pt x="6389167" y="756994"/>
                  </a:lnTo>
                  <a:lnTo>
                    <a:pt x="6389325" y="756133"/>
                  </a:lnTo>
                  <a:lnTo>
                    <a:pt x="6389798" y="755272"/>
                  </a:lnTo>
                  <a:lnTo>
                    <a:pt x="6390113" y="755272"/>
                  </a:lnTo>
                  <a:lnTo>
                    <a:pt x="6390271" y="755272"/>
                  </a:lnTo>
                  <a:lnTo>
                    <a:pt x="6390429" y="754411"/>
                  </a:lnTo>
                  <a:lnTo>
                    <a:pt x="6390586" y="753980"/>
                  </a:lnTo>
                  <a:lnTo>
                    <a:pt x="6390902" y="753550"/>
                  </a:lnTo>
                  <a:lnTo>
                    <a:pt x="6391217" y="753550"/>
                  </a:lnTo>
                  <a:lnTo>
                    <a:pt x="6391848" y="753550"/>
                  </a:lnTo>
                  <a:lnTo>
                    <a:pt x="6392006" y="753550"/>
                  </a:lnTo>
                  <a:lnTo>
                    <a:pt x="6392794" y="752258"/>
                  </a:lnTo>
                  <a:lnTo>
                    <a:pt x="6393268" y="752258"/>
                  </a:lnTo>
                  <a:lnTo>
                    <a:pt x="6393425" y="752258"/>
                  </a:lnTo>
                  <a:lnTo>
                    <a:pt x="6394687" y="752258"/>
                  </a:lnTo>
                  <a:lnTo>
                    <a:pt x="6395160" y="751827"/>
                  </a:lnTo>
                  <a:lnTo>
                    <a:pt x="6395160" y="751397"/>
                  </a:lnTo>
                  <a:lnTo>
                    <a:pt x="6395318" y="751397"/>
                  </a:lnTo>
                  <a:lnTo>
                    <a:pt x="6395633" y="751397"/>
                  </a:lnTo>
                  <a:lnTo>
                    <a:pt x="6396264" y="750966"/>
                  </a:lnTo>
                  <a:lnTo>
                    <a:pt x="6396422" y="750966"/>
                  </a:lnTo>
                  <a:lnTo>
                    <a:pt x="6397053" y="750535"/>
                  </a:lnTo>
                  <a:lnTo>
                    <a:pt x="6397211" y="750535"/>
                  </a:lnTo>
                  <a:lnTo>
                    <a:pt x="6397368" y="750535"/>
                  </a:lnTo>
                  <a:lnTo>
                    <a:pt x="6398315" y="749674"/>
                  </a:lnTo>
                  <a:lnTo>
                    <a:pt x="6398472" y="749674"/>
                  </a:lnTo>
                  <a:lnTo>
                    <a:pt x="6398788" y="749244"/>
                  </a:lnTo>
                  <a:lnTo>
                    <a:pt x="6398788" y="748382"/>
                  </a:lnTo>
                  <a:lnTo>
                    <a:pt x="6398945" y="748382"/>
                  </a:lnTo>
                  <a:lnTo>
                    <a:pt x="6399419" y="748382"/>
                  </a:lnTo>
                  <a:lnTo>
                    <a:pt x="6399419" y="747952"/>
                  </a:lnTo>
                  <a:lnTo>
                    <a:pt x="6399576" y="747521"/>
                  </a:lnTo>
                  <a:lnTo>
                    <a:pt x="6399734" y="747521"/>
                  </a:lnTo>
                  <a:lnTo>
                    <a:pt x="6400680" y="747521"/>
                  </a:lnTo>
                  <a:lnTo>
                    <a:pt x="6400838" y="747521"/>
                  </a:lnTo>
                  <a:lnTo>
                    <a:pt x="6400838" y="747091"/>
                  </a:lnTo>
                  <a:lnTo>
                    <a:pt x="6401469" y="746660"/>
                  </a:lnTo>
                  <a:lnTo>
                    <a:pt x="6401627" y="746229"/>
                  </a:lnTo>
                  <a:lnTo>
                    <a:pt x="6401784" y="746229"/>
                  </a:lnTo>
                  <a:lnTo>
                    <a:pt x="6402258" y="746229"/>
                  </a:lnTo>
                  <a:lnTo>
                    <a:pt x="6402258" y="745799"/>
                  </a:lnTo>
                  <a:lnTo>
                    <a:pt x="6402731" y="745799"/>
                  </a:lnTo>
                  <a:lnTo>
                    <a:pt x="6402888" y="745368"/>
                  </a:lnTo>
                  <a:lnTo>
                    <a:pt x="6402888" y="744938"/>
                  </a:lnTo>
                  <a:lnTo>
                    <a:pt x="6403992" y="744507"/>
                  </a:lnTo>
                  <a:lnTo>
                    <a:pt x="6404308" y="744507"/>
                  </a:lnTo>
                  <a:lnTo>
                    <a:pt x="6404466" y="744507"/>
                  </a:lnTo>
                  <a:lnTo>
                    <a:pt x="6405096" y="744507"/>
                  </a:lnTo>
                  <a:lnTo>
                    <a:pt x="6405254" y="744507"/>
                  </a:lnTo>
                  <a:lnTo>
                    <a:pt x="6405412" y="744507"/>
                  </a:lnTo>
                  <a:lnTo>
                    <a:pt x="6406201" y="744507"/>
                  </a:lnTo>
                  <a:lnTo>
                    <a:pt x="6407147" y="744507"/>
                  </a:lnTo>
                  <a:lnTo>
                    <a:pt x="6408093" y="744507"/>
                  </a:lnTo>
                  <a:lnTo>
                    <a:pt x="6408882" y="744507"/>
                  </a:lnTo>
                  <a:lnTo>
                    <a:pt x="6409039" y="744507"/>
                  </a:lnTo>
                  <a:lnTo>
                    <a:pt x="6409197" y="744507"/>
                  </a:lnTo>
                  <a:lnTo>
                    <a:pt x="6409355" y="744507"/>
                  </a:lnTo>
                  <a:lnTo>
                    <a:pt x="6409986" y="744507"/>
                  </a:lnTo>
                  <a:lnTo>
                    <a:pt x="6410143" y="744507"/>
                  </a:lnTo>
                  <a:lnTo>
                    <a:pt x="6410301" y="744507"/>
                  </a:lnTo>
                  <a:lnTo>
                    <a:pt x="6411090" y="743646"/>
                  </a:lnTo>
                  <a:lnTo>
                    <a:pt x="6411721" y="743646"/>
                  </a:lnTo>
                  <a:lnTo>
                    <a:pt x="6411878" y="743646"/>
                  </a:lnTo>
                  <a:lnTo>
                    <a:pt x="6412352" y="743646"/>
                  </a:lnTo>
                  <a:lnTo>
                    <a:pt x="6412667" y="743646"/>
                  </a:lnTo>
                  <a:lnTo>
                    <a:pt x="6413140" y="743646"/>
                  </a:lnTo>
                  <a:lnTo>
                    <a:pt x="6413456" y="743215"/>
                  </a:lnTo>
                  <a:lnTo>
                    <a:pt x="6413613" y="742354"/>
                  </a:lnTo>
                  <a:lnTo>
                    <a:pt x="6413771" y="742354"/>
                  </a:lnTo>
                  <a:lnTo>
                    <a:pt x="6414086" y="741923"/>
                  </a:lnTo>
                  <a:lnTo>
                    <a:pt x="6414402" y="741923"/>
                  </a:lnTo>
                  <a:lnTo>
                    <a:pt x="6414560" y="741493"/>
                  </a:lnTo>
                  <a:lnTo>
                    <a:pt x="6414717" y="741493"/>
                  </a:lnTo>
                  <a:lnTo>
                    <a:pt x="6414717" y="741062"/>
                  </a:lnTo>
                  <a:lnTo>
                    <a:pt x="6415348" y="741062"/>
                  </a:lnTo>
                  <a:lnTo>
                    <a:pt x="6415506" y="741062"/>
                  </a:lnTo>
                  <a:lnTo>
                    <a:pt x="6415506" y="740632"/>
                  </a:lnTo>
                  <a:lnTo>
                    <a:pt x="6416452" y="740201"/>
                  </a:lnTo>
                  <a:lnTo>
                    <a:pt x="6416768" y="740201"/>
                  </a:lnTo>
                  <a:lnTo>
                    <a:pt x="6416925" y="740201"/>
                  </a:lnTo>
                  <a:lnTo>
                    <a:pt x="6417556" y="740201"/>
                  </a:lnTo>
                  <a:lnTo>
                    <a:pt x="6417872" y="740201"/>
                  </a:lnTo>
                  <a:lnTo>
                    <a:pt x="6418187" y="740201"/>
                  </a:lnTo>
                  <a:lnTo>
                    <a:pt x="6418345" y="740201"/>
                  </a:lnTo>
                  <a:lnTo>
                    <a:pt x="6419291" y="739770"/>
                  </a:lnTo>
                  <a:lnTo>
                    <a:pt x="6419449" y="739340"/>
                  </a:lnTo>
                  <a:lnTo>
                    <a:pt x="6419607" y="738479"/>
                  </a:lnTo>
                  <a:lnTo>
                    <a:pt x="6419922" y="738048"/>
                  </a:lnTo>
                  <a:lnTo>
                    <a:pt x="6420080" y="738048"/>
                  </a:lnTo>
                  <a:lnTo>
                    <a:pt x="6420553" y="737187"/>
                  </a:lnTo>
                  <a:lnTo>
                    <a:pt x="6420868" y="737187"/>
                  </a:lnTo>
                  <a:lnTo>
                    <a:pt x="6421499" y="737187"/>
                  </a:lnTo>
                  <a:lnTo>
                    <a:pt x="6421972" y="736326"/>
                  </a:lnTo>
                  <a:lnTo>
                    <a:pt x="6422130" y="736326"/>
                  </a:lnTo>
                  <a:lnTo>
                    <a:pt x="6422446" y="736326"/>
                  </a:lnTo>
                  <a:lnTo>
                    <a:pt x="6423076" y="736326"/>
                  </a:lnTo>
                  <a:lnTo>
                    <a:pt x="6423234" y="736326"/>
                  </a:lnTo>
                  <a:lnTo>
                    <a:pt x="6423550" y="736326"/>
                  </a:lnTo>
                  <a:lnTo>
                    <a:pt x="6423865" y="736326"/>
                  </a:lnTo>
                  <a:lnTo>
                    <a:pt x="6424496" y="735895"/>
                  </a:lnTo>
                  <a:lnTo>
                    <a:pt x="6424654" y="735895"/>
                  </a:lnTo>
                  <a:lnTo>
                    <a:pt x="6424811" y="735895"/>
                  </a:lnTo>
                  <a:lnTo>
                    <a:pt x="6425127" y="735464"/>
                  </a:lnTo>
                  <a:lnTo>
                    <a:pt x="6425284" y="735464"/>
                  </a:lnTo>
                  <a:lnTo>
                    <a:pt x="6425284" y="735034"/>
                  </a:lnTo>
                  <a:lnTo>
                    <a:pt x="6425442" y="735034"/>
                  </a:lnTo>
                  <a:lnTo>
                    <a:pt x="6426073" y="735034"/>
                  </a:lnTo>
                  <a:lnTo>
                    <a:pt x="6426704" y="735034"/>
                  </a:lnTo>
                  <a:lnTo>
                    <a:pt x="6427019" y="735034"/>
                  </a:lnTo>
                  <a:lnTo>
                    <a:pt x="6427177" y="734603"/>
                  </a:lnTo>
                  <a:lnTo>
                    <a:pt x="6428281" y="734173"/>
                  </a:lnTo>
                  <a:lnTo>
                    <a:pt x="6428439" y="734173"/>
                  </a:lnTo>
                  <a:lnTo>
                    <a:pt x="6428754" y="733742"/>
                  </a:lnTo>
                  <a:lnTo>
                    <a:pt x="6428912" y="733742"/>
                  </a:lnTo>
                  <a:lnTo>
                    <a:pt x="6429858" y="732881"/>
                  </a:lnTo>
                  <a:lnTo>
                    <a:pt x="6430016" y="732881"/>
                  </a:lnTo>
                  <a:lnTo>
                    <a:pt x="6430016" y="732450"/>
                  </a:lnTo>
                  <a:lnTo>
                    <a:pt x="6430174" y="732450"/>
                  </a:lnTo>
                  <a:lnTo>
                    <a:pt x="6430331" y="732450"/>
                  </a:lnTo>
                  <a:lnTo>
                    <a:pt x="6430489" y="732450"/>
                  </a:lnTo>
                  <a:lnTo>
                    <a:pt x="6430647" y="732450"/>
                  </a:lnTo>
                  <a:lnTo>
                    <a:pt x="6431120" y="732020"/>
                  </a:lnTo>
                  <a:lnTo>
                    <a:pt x="6431278" y="732020"/>
                  </a:lnTo>
                  <a:lnTo>
                    <a:pt x="6431435" y="732020"/>
                  </a:lnTo>
                  <a:lnTo>
                    <a:pt x="6431593" y="732020"/>
                  </a:lnTo>
                  <a:lnTo>
                    <a:pt x="6431751" y="732020"/>
                  </a:lnTo>
                  <a:lnTo>
                    <a:pt x="6432224" y="732020"/>
                  </a:lnTo>
                  <a:lnTo>
                    <a:pt x="6432224" y="731589"/>
                  </a:lnTo>
                  <a:lnTo>
                    <a:pt x="6432855" y="731589"/>
                  </a:lnTo>
                  <a:lnTo>
                    <a:pt x="6433328" y="731158"/>
                  </a:lnTo>
                  <a:lnTo>
                    <a:pt x="6433644" y="731158"/>
                  </a:lnTo>
                  <a:lnTo>
                    <a:pt x="6433801" y="731158"/>
                  </a:lnTo>
                  <a:lnTo>
                    <a:pt x="6433959" y="731158"/>
                  </a:lnTo>
                  <a:lnTo>
                    <a:pt x="6434432" y="731158"/>
                  </a:lnTo>
                  <a:lnTo>
                    <a:pt x="6434590" y="731158"/>
                  </a:lnTo>
                  <a:lnTo>
                    <a:pt x="6434905" y="731158"/>
                  </a:lnTo>
                  <a:lnTo>
                    <a:pt x="6435378" y="731158"/>
                  </a:lnTo>
                  <a:lnTo>
                    <a:pt x="6435536" y="730728"/>
                  </a:lnTo>
                  <a:lnTo>
                    <a:pt x="6435694" y="730728"/>
                  </a:lnTo>
                  <a:lnTo>
                    <a:pt x="6436009" y="730728"/>
                  </a:lnTo>
                  <a:lnTo>
                    <a:pt x="6437113" y="729867"/>
                  </a:lnTo>
                  <a:lnTo>
                    <a:pt x="6437271" y="729867"/>
                  </a:lnTo>
                  <a:lnTo>
                    <a:pt x="6437744" y="729867"/>
                  </a:lnTo>
                  <a:lnTo>
                    <a:pt x="6438060" y="729436"/>
                  </a:lnTo>
                  <a:lnTo>
                    <a:pt x="6438375" y="729436"/>
                  </a:lnTo>
                  <a:lnTo>
                    <a:pt x="6438533" y="729436"/>
                  </a:lnTo>
                  <a:lnTo>
                    <a:pt x="6438848" y="728575"/>
                  </a:lnTo>
                  <a:lnTo>
                    <a:pt x="6439164" y="728144"/>
                  </a:lnTo>
                  <a:lnTo>
                    <a:pt x="6439164" y="727283"/>
                  </a:lnTo>
                  <a:lnTo>
                    <a:pt x="6439479" y="727283"/>
                  </a:lnTo>
                  <a:lnTo>
                    <a:pt x="6440268" y="726852"/>
                  </a:lnTo>
                  <a:lnTo>
                    <a:pt x="6440899" y="726422"/>
                  </a:lnTo>
                  <a:lnTo>
                    <a:pt x="6441056" y="726422"/>
                  </a:lnTo>
                  <a:lnTo>
                    <a:pt x="6441214" y="726422"/>
                  </a:lnTo>
                  <a:lnTo>
                    <a:pt x="6441845" y="726422"/>
                  </a:lnTo>
                  <a:lnTo>
                    <a:pt x="6442003" y="726422"/>
                  </a:lnTo>
                  <a:lnTo>
                    <a:pt x="6442160" y="726422"/>
                  </a:lnTo>
                  <a:lnTo>
                    <a:pt x="6442476" y="726422"/>
                  </a:lnTo>
                  <a:lnTo>
                    <a:pt x="6442633" y="725991"/>
                  </a:lnTo>
                  <a:lnTo>
                    <a:pt x="6443264" y="725130"/>
                  </a:lnTo>
                  <a:lnTo>
                    <a:pt x="6443422" y="725130"/>
                  </a:lnTo>
                  <a:lnTo>
                    <a:pt x="6443737" y="725130"/>
                  </a:lnTo>
                  <a:lnTo>
                    <a:pt x="6443895" y="724699"/>
                  </a:lnTo>
                  <a:lnTo>
                    <a:pt x="6444211" y="724699"/>
                  </a:lnTo>
                  <a:lnTo>
                    <a:pt x="6444684" y="724699"/>
                  </a:lnTo>
                  <a:lnTo>
                    <a:pt x="6444842" y="724699"/>
                  </a:lnTo>
                  <a:lnTo>
                    <a:pt x="6444999" y="724269"/>
                  </a:lnTo>
                  <a:lnTo>
                    <a:pt x="6445315" y="724269"/>
                  </a:lnTo>
                  <a:lnTo>
                    <a:pt x="6445472" y="724269"/>
                  </a:lnTo>
                  <a:lnTo>
                    <a:pt x="6445788" y="724269"/>
                  </a:lnTo>
                  <a:lnTo>
                    <a:pt x="6446103" y="723838"/>
                  </a:lnTo>
                  <a:lnTo>
                    <a:pt x="6449731" y="720824"/>
                  </a:lnTo>
                  <a:lnTo>
                    <a:pt x="6449731" y="720393"/>
                  </a:lnTo>
                  <a:lnTo>
                    <a:pt x="6449888" y="720393"/>
                  </a:lnTo>
                  <a:lnTo>
                    <a:pt x="6450046" y="720393"/>
                  </a:lnTo>
                  <a:lnTo>
                    <a:pt x="6450204" y="719963"/>
                  </a:lnTo>
                  <a:lnTo>
                    <a:pt x="6450362" y="719963"/>
                  </a:lnTo>
                  <a:lnTo>
                    <a:pt x="6450519" y="719532"/>
                  </a:lnTo>
                  <a:lnTo>
                    <a:pt x="6451150" y="719532"/>
                  </a:lnTo>
                  <a:lnTo>
                    <a:pt x="6451308" y="719532"/>
                  </a:lnTo>
                  <a:lnTo>
                    <a:pt x="6451623" y="719532"/>
                  </a:lnTo>
                  <a:lnTo>
                    <a:pt x="6452254" y="719532"/>
                  </a:lnTo>
                  <a:lnTo>
                    <a:pt x="6452570" y="719102"/>
                  </a:lnTo>
                  <a:lnTo>
                    <a:pt x="6453201" y="719102"/>
                  </a:lnTo>
                  <a:lnTo>
                    <a:pt x="6453358" y="719102"/>
                  </a:lnTo>
                  <a:lnTo>
                    <a:pt x="6453516" y="718671"/>
                  </a:lnTo>
                  <a:lnTo>
                    <a:pt x="6453831" y="718240"/>
                  </a:lnTo>
                  <a:lnTo>
                    <a:pt x="6454147" y="717810"/>
                  </a:lnTo>
                  <a:lnTo>
                    <a:pt x="6454305" y="717810"/>
                  </a:lnTo>
                  <a:lnTo>
                    <a:pt x="6454620" y="717810"/>
                  </a:lnTo>
                  <a:lnTo>
                    <a:pt x="6455251" y="716518"/>
                  </a:lnTo>
                  <a:lnTo>
                    <a:pt x="6455409" y="715657"/>
                  </a:lnTo>
                  <a:lnTo>
                    <a:pt x="6455409" y="715226"/>
                  </a:lnTo>
                  <a:lnTo>
                    <a:pt x="6455882" y="715226"/>
                  </a:lnTo>
                  <a:lnTo>
                    <a:pt x="6457617" y="715226"/>
                  </a:lnTo>
                  <a:lnTo>
                    <a:pt x="6457774" y="715226"/>
                  </a:lnTo>
                  <a:lnTo>
                    <a:pt x="6458090" y="715226"/>
                  </a:lnTo>
                  <a:lnTo>
                    <a:pt x="6458248" y="714365"/>
                  </a:lnTo>
                  <a:lnTo>
                    <a:pt x="6458405" y="714365"/>
                  </a:lnTo>
                  <a:lnTo>
                    <a:pt x="6458563" y="714365"/>
                  </a:lnTo>
                  <a:lnTo>
                    <a:pt x="6458721" y="714365"/>
                  </a:lnTo>
                  <a:lnTo>
                    <a:pt x="6459667" y="713073"/>
                  </a:lnTo>
                  <a:lnTo>
                    <a:pt x="6459825" y="713073"/>
                  </a:lnTo>
                  <a:lnTo>
                    <a:pt x="6460140" y="713073"/>
                  </a:lnTo>
                  <a:lnTo>
                    <a:pt x="6460298" y="713073"/>
                  </a:lnTo>
                  <a:lnTo>
                    <a:pt x="6460613" y="713073"/>
                  </a:lnTo>
                  <a:lnTo>
                    <a:pt x="6460613" y="712643"/>
                  </a:lnTo>
                  <a:lnTo>
                    <a:pt x="6460929" y="712643"/>
                  </a:lnTo>
                  <a:lnTo>
                    <a:pt x="6461875" y="712212"/>
                  </a:lnTo>
                  <a:lnTo>
                    <a:pt x="6462033" y="712212"/>
                  </a:lnTo>
                  <a:lnTo>
                    <a:pt x="6462506" y="712212"/>
                  </a:lnTo>
                  <a:lnTo>
                    <a:pt x="6462664" y="711351"/>
                  </a:lnTo>
                  <a:lnTo>
                    <a:pt x="6462979" y="711351"/>
                  </a:lnTo>
                  <a:lnTo>
                    <a:pt x="6463137" y="711351"/>
                  </a:lnTo>
                  <a:lnTo>
                    <a:pt x="6463295" y="710920"/>
                  </a:lnTo>
                  <a:lnTo>
                    <a:pt x="6463452" y="710920"/>
                  </a:lnTo>
                  <a:lnTo>
                    <a:pt x="6463768" y="710920"/>
                  </a:lnTo>
                  <a:lnTo>
                    <a:pt x="6463925" y="710920"/>
                  </a:lnTo>
                  <a:lnTo>
                    <a:pt x="6464399" y="710920"/>
                  </a:lnTo>
                  <a:lnTo>
                    <a:pt x="6464556" y="710920"/>
                  </a:lnTo>
                  <a:lnTo>
                    <a:pt x="6465345" y="710059"/>
                  </a:lnTo>
                  <a:lnTo>
                    <a:pt x="6465503" y="710059"/>
                  </a:lnTo>
                  <a:lnTo>
                    <a:pt x="6465660" y="710059"/>
                  </a:lnTo>
                  <a:lnTo>
                    <a:pt x="6466291" y="710059"/>
                  </a:lnTo>
                  <a:lnTo>
                    <a:pt x="6466607" y="710059"/>
                  </a:lnTo>
                  <a:lnTo>
                    <a:pt x="6466764" y="709628"/>
                  </a:lnTo>
                  <a:lnTo>
                    <a:pt x="6467080" y="709628"/>
                  </a:lnTo>
                  <a:lnTo>
                    <a:pt x="6467711" y="709628"/>
                  </a:lnTo>
                  <a:lnTo>
                    <a:pt x="6467868" y="709628"/>
                  </a:lnTo>
                  <a:lnTo>
                    <a:pt x="6468499" y="709628"/>
                  </a:lnTo>
                  <a:lnTo>
                    <a:pt x="6468815" y="709628"/>
                  </a:lnTo>
                  <a:lnTo>
                    <a:pt x="6470392" y="709198"/>
                  </a:lnTo>
                  <a:lnTo>
                    <a:pt x="6470550" y="709198"/>
                  </a:lnTo>
                  <a:lnTo>
                    <a:pt x="6470550" y="708767"/>
                  </a:lnTo>
                  <a:lnTo>
                    <a:pt x="6470707" y="708767"/>
                  </a:lnTo>
                  <a:lnTo>
                    <a:pt x="6471180" y="708337"/>
                  </a:lnTo>
                  <a:lnTo>
                    <a:pt x="6472127" y="708337"/>
                  </a:lnTo>
                  <a:lnTo>
                    <a:pt x="6472600" y="707475"/>
                  </a:lnTo>
                  <a:lnTo>
                    <a:pt x="6472600" y="707045"/>
                  </a:lnTo>
                  <a:lnTo>
                    <a:pt x="6473073" y="707045"/>
                  </a:lnTo>
                  <a:lnTo>
                    <a:pt x="6473389" y="707045"/>
                  </a:lnTo>
                  <a:lnTo>
                    <a:pt x="6474019" y="707045"/>
                  </a:lnTo>
                  <a:lnTo>
                    <a:pt x="6474493" y="707045"/>
                  </a:lnTo>
                  <a:lnTo>
                    <a:pt x="6475123" y="706184"/>
                  </a:lnTo>
                  <a:lnTo>
                    <a:pt x="6475754" y="706184"/>
                  </a:lnTo>
                  <a:lnTo>
                    <a:pt x="6475912" y="706184"/>
                  </a:lnTo>
                  <a:lnTo>
                    <a:pt x="6476385" y="706184"/>
                  </a:lnTo>
                  <a:lnTo>
                    <a:pt x="6476385" y="705753"/>
                  </a:lnTo>
                  <a:lnTo>
                    <a:pt x="6476385" y="705322"/>
                  </a:lnTo>
                  <a:lnTo>
                    <a:pt x="6476701" y="704892"/>
                  </a:lnTo>
                  <a:lnTo>
                    <a:pt x="6477647" y="704461"/>
                  </a:lnTo>
                  <a:lnTo>
                    <a:pt x="6477962" y="704031"/>
                  </a:lnTo>
                  <a:lnTo>
                    <a:pt x="6478278" y="704031"/>
                  </a:lnTo>
                  <a:lnTo>
                    <a:pt x="6478435" y="704031"/>
                  </a:lnTo>
                  <a:lnTo>
                    <a:pt x="6479224" y="704031"/>
                  </a:lnTo>
                  <a:lnTo>
                    <a:pt x="6479697" y="704031"/>
                  </a:lnTo>
                  <a:lnTo>
                    <a:pt x="6480013" y="702739"/>
                  </a:lnTo>
                  <a:lnTo>
                    <a:pt x="6480170" y="702739"/>
                  </a:lnTo>
                  <a:lnTo>
                    <a:pt x="6480486" y="702739"/>
                  </a:lnTo>
                  <a:lnTo>
                    <a:pt x="6480486" y="702308"/>
                  </a:lnTo>
                  <a:lnTo>
                    <a:pt x="6481117" y="702308"/>
                  </a:lnTo>
                  <a:lnTo>
                    <a:pt x="6481117" y="701878"/>
                  </a:lnTo>
                  <a:lnTo>
                    <a:pt x="6481117" y="701447"/>
                  </a:lnTo>
                  <a:lnTo>
                    <a:pt x="6481432" y="701447"/>
                  </a:lnTo>
                  <a:lnTo>
                    <a:pt x="6482221" y="700586"/>
                  </a:lnTo>
                  <a:lnTo>
                    <a:pt x="6482378" y="700586"/>
                  </a:lnTo>
                  <a:lnTo>
                    <a:pt x="6483009" y="700155"/>
                  </a:lnTo>
                  <a:lnTo>
                    <a:pt x="6483325" y="700155"/>
                  </a:lnTo>
                  <a:lnTo>
                    <a:pt x="6483325" y="699725"/>
                  </a:lnTo>
                  <a:lnTo>
                    <a:pt x="6483640" y="699725"/>
                  </a:lnTo>
                  <a:lnTo>
                    <a:pt x="6483640" y="699294"/>
                  </a:lnTo>
                  <a:lnTo>
                    <a:pt x="6484271" y="699294"/>
                  </a:lnTo>
                  <a:lnTo>
                    <a:pt x="6485060" y="698863"/>
                  </a:lnTo>
                  <a:lnTo>
                    <a:pt x="6485217" y="698433"/>
                  </a:lnTo>
                  <a:lnTo>
                    <a:pt x="6487110" y="697141"/>
                  </a:lnTo>
                  <a:lnTo>
                    <a:pt x="6487583" y="696710"/>
                  </a:lnTo>
                  <a:lnTo>
                    <a:pt x="6488529" y="696280"/>
                  </a:lnTo>
                  <a:lnTo>
                    <a:pt x="6488845" y="696280"/>
                  </a:lnTo>
                  <a:lnTo>
                    <a:pt x="6489160" y="696280"/>
                  </a:lnTo>
                  <a:lnTo>
                    <a:pt x="6489318" y="695849"/>
                  </a:lnTo>
                  <a:lnTo>
                    <a:pt x="6489476" y="695849"/>
                  </a:lnTo>
                  <a:lnTo>
                    <a:pt x="6489633" y="695849"/>
                  </a:lnTo>
                  <a:lnTo>
                    <a:pt x="6489791" y="694988"/>
                  </a:lnTo>
                  <a:lnTo>
                    <a:pt x="6489949" y="694988"/>
                  </a:lnTo>
                  <a:lnTo>
                    <a:pt x="6490422" y="694988"/>
                  </a:lnTo>
                  <a:lnTo>
                    <a:pt x="6491368" y="694988"/>
                  </a:lnTo>
                  <a:lnTo>
                    <a:pt x="6491999" y="694988"/>
                  </a:lnTo>
                  <a:lnTo>
                    <a:pt x="6492157" y="694988"/>
                  </a:lnTo>
                  <a:lnTo>
                    <a:pt x="6492472" y="694988"/>
                  </a:lnTo>
                  <a:lnTo>
                    <a:pt x="6493103" y="694557"/>
                  </a:lnTo>
                  <a:lnTo>
                    <a:pt x="6493734" y="694127"/>
                  </a:lnTo>
                  <a:lnTo>
                    <a:pt x="6495311" y="694127"/>
                  </a:lnTo>
                  <a:lnTo>
                    <a:pt x="6495469" y="694127"/>
                  </a:lnTo>
                  <a:lnTo>
                    <a:pt x="6495627" y="694127"/>
                  </a:lnTo>
                  <a:lnTo>
                    <a:pt x="6495785" y="694127"/>
                  </a:lnTo>
                  <a:lnTo>
                    <a:pt x="6496731" y="693696"/>
                  </a:lnTo>
                  <a:lnTo>
                    <a:pt x="6497046" y="693696"/>
                  </a:lnTo>
                  <a:lnTo>
                    <a:pt x="6497677" y="693266"/>
                  </a:lnTo>
                  <a:lnTo>
                    <a:pt x="6497677" y="692835"/>
                  </a:lnTo>
                  <a:lnTo>
                    <a:pt x="6497835" y="692404"/>
                  </a:lnTo>
                  <a:lnTo>
                    <a:pt x="6498623" y="691974"/>
                  </a:lnTo>
                  <a:lnTo>
                    <a:pt x="6498781" y="691974"/>
                  </a:lnTo>
                  <a:lnTo>
                    <a:pt x="6499097" y="691974"/>
                  </a:lnTo>
                  <a:lnTo>
                    <a:pt x="6499727" y="691543"/>
                  </a:lnTo>
                  <a:lnTo>
                    <a:pt x="6500358" y="691543"/>
                  </a:lnTo>
                  <a:lnTo>
                    <a:pt x="6500516" y="691543"/>
                  </a:lnTo>
                  <a:lnTo>
                    <a:pt x="6501305" y="691543"/>
                  </a:lnTo>
                  <a:lnTo>
                    <a:pt x="6501620" y="690682"/>
                  </a:lnTo>
                  <a:lnTo>
                    <a:pt x="6502093" y="690251"/>
                  </a:lnTo>
                  <a:lnTo>
                    <a:pt x="6502251" y="690251"/>
                  </a:lnTo>
                  <a:lnTo>
                    <a:pt x="6502409" y="690251"/>
                  </a:lnTo>
                  <a:lnTo>
                    <a:pt x="6502724" y="689821"/>
                  </a:lnTo>
                  <a:lnTo>
                    <a:pt x="6503040" y="689821"/>
                  </a:lnTo>
                  <a:lnTo>
                    <a:pt x="6503355" y="689821"/>
                  </a:lnTo>
                  <a:lnTo>
                    <a:pt x="6503513" y="689390"/>
                  </a:lnTo>
                  <a:lnTo>
                    <a:pt x="6503670" y="689390"/>
                  </a:lnTo>
                  <a:lnTo>
                    <a:pt x="6504774" y="688960"/>
                  </a:lnTo>
                  <a:lnTo>
                    <a:pt x="6505405" y="688960"/>
                  </a:lnTo>
                  <a:lnTo>
                    <a:pt x="6505405" y="688529"/>
                  </a:lnTo>
                  <a:lnTo>
                    <a:pt x="6505878" y="688529"/>
                  </a:lnTo>
                  <a:lnTo>
                    <a:pt x="6506352" y="688529"/>
                  </a:lnTo>
                  <a:lnTo>
                    <a:pt x="6506352" y="688098"/>
                  </a:lnTo>
                  <a:lnTo>
                    <a:pt x="6506509" y="688098"/>
                  </a:lnTo>
                  <a:lnTo>
                    <a:pt x="6506667" y="688098"/>
                  </a:lnTo>
                  <a:lnTo>
                    <a:pt x="6507298" y="688098"/>
                  </a:lnTo>
                  <a:lnTo>
                    <a:pt x="6507456" y="688098"/>
                  </a:lnTo>
                  <a:lnTo>
                    <a:pt x="6507613" y="688098"/>
                  </a:lnTo>
                  <a:lnTo>
                    <a:pt x="6508244" y="688098"/>
                  </a:lnTo>
                  <a:lnTo>
                    <a:pt x="6508875" y="688098"/>
                  </a:lnTo>
                  <a:lnTo>
                    <a:pt x="6509191" y="688098"/>
                  </a:lnTo>
                  <a:lnTo>
                    <a:pt x="6509506" y="687668"/>
                  </a:lnTo>
                  <a:lnTo>
                    <a:pt x="6509979" y="687668"/>
                  </a:lnTo>
                  <a:lnTo>
                    <a:pt x="6510137" y="687668"/>
                  </a:lnTo>
                  <a:lnTo>
                    <a:pt x="6510610" y="687237"/>
                  </a:lnTo>
                  <a:lnTo>
                    <a:pt x="6510768" y="687237"/>
                  </a:lnTo>
                  <a:lnTo>
                    <a:pt x="6511083" y="687237"/>
                  </a:lnTo>
                  <a:lnTo>
                    <a:pt x="6511241" y="687237"/>
                  </a:lnTo>
                  <a:lnTo>
                    <a:pt x="6511399" y="686807"/>
                  </a:lnTo>
                  <a:lnTo>
                    <a:pt x="6512345" y="685515"/>
                  </a:lnTo>
                  <a:lnTo>
                    <a:pt x="6512503" y="685515"/>
                  </a:lnTo>
                  <a:lnTo>
                    <a:pt x="6512503" y="685084"/>
                  </a:lnTo>
                  <a:lnTo>
                    <a:pt x="6512818" y="684223"/>
                  </a:lnTo>
                  <a:lnTo>
                    <a:pt x="6513291" y="683362"/>
                  </a:lnTo>
                  <a:lnTo>
                    <a:pt x="6513449" y="683362"/>
                  </a:lnTo>
                  <a:lnTo>
                    <a:pt x="6513764" y="682931"/>
                  </a:lnTo>
                  <a:lnTo>
                    <a:pt x="6513764" y="682501"/>
                  </a:lnTo>
                  <a:lnTo>
                    <a:pt x="6514868" y="681639"/>
                  </a:lnTo>
                  <a:lnTo>
                    <a:pt x="6515184" y="681209"/>
                  </a:lnTo>
                  <a:lnTo>
                    <a:pt x="6515342" y="681209"/>
                  </a:lnTo>
                  <a:lnTo>
                    <a:pt x="6515342" y="680778"/>
                  </a:lnTo>
                  <a:lnTo>
                    <a:pt x="6516130" y="680778"/>
                  </a:lnTo>
                  <a:lnTo>
                    <a:pt x="6516446" y="680778"/>
                  </a:lnTo>
                  <a:lnTo>
                    <a:pt x="6516603" y="680348"/>
                  </a:lnTo>
                  <a:lnTo>
                    <a:pt x="6516761" y="679917"/>
                  </a:lnTo>
                  <a:lnTo>
                    <a:pt x="6516919" y="679917"/>
                  </a:lnTo>
                  <a:lnTo>
                    <a:pt x="6517076" y="679917"/>
                  </a:lnTo>
                  <a:lnTo>
                    <a:pt x="6517234" y="679056"/>
                  </a:lnTo>
                  <a:lnTo>
                    <a:pt x="6517392" y="678625"/>
                  </a:lnTo>
                  <a:lnTo>
                    <a:pt x="6517392" y="678195"/>
                  </a:lnTo>
                  <a:lnTo>
                    <a:pt x="6517865" y="678195"/>
                  </a:lnTo>
                  <a:lnTo>
                    <a:pt x="6518023" y="678195"/>
                  </a:lnTo>
                  <a:lnTo>
                    <a:pt x="6518181" y="678195"/>
                  </a:lnTo>
                  <a:lnTo>
                    <a:pt x="6518811" y="678195"/>
                  </a:lnTo>
                  <a:lnTo>
                    <a:pt x="6519127" y="678195"/>
                  </a:lnTo>
                  <a:lnTo>
                    <a:pt x="6519285" y="678195"/>
                  </a:lnTo>
                  <a:lnTo>
                    <a:pt x="6519758" y="677764"/>
                  </a:lnTo>
                  <a:lnTo>
                    <a:pt x="6519758" y="677333"/>
                  </a:lnTo>
                  <a:lnTo>
                    <a:pt x="6519915" y="677333"/>
                  </a:lnTo>
                  <a:lnTo>
                    <a:pt x="6519915" y="676903"/>
                  </a:lnTo>
                  <a:lnTo>
                    <a:pt x="6520231" y="676472"/>
                  </a:lnTo>
                  <a:lnTo>
                    <a:pt x="6521493" y="675180"/>
                  </a:lnTo>
                  <a:lnTo>
                    <a:pt x="6521650" y="675180"/>
                  </a:lnTo>
                  <a:lnTo>
                    <a:pt x="6521808" y="675180"/>
                  </a:lnTo>
                  <a:lnTo>
                    <a:pt x="6522123" y="675180"/>
                  </a:lnTo>
                  <a:lnTo>
                    <a:pt x="6522281" y="675180"/>
                  </a:lnTo>
                  <a:lnTo>
                    <a:pt x="6522439" y="674750"/>
                  </a:lnTo>
                  <a:lnTo>
                    <a:pt x="6522597" y="674319"/>
                  </a:lnTo>
                  <a:lnTo>
                    <a:pt x="6523227" y="673889"/>
                  </a:lnTo>
                  <a:lnTo>
                    <a:pt x="6524332" y="673458"/>
                  </a:lnTo>
                  <a:lnTo>
                    <a:pt x="6524805" y="673458"/>
                  </a:lnTo>
                  <a:lnTo>
                    <a:pt x="6524962" y="673458"/>
                  </a:lnTo>
                  <a:lnTo>
                    <a:pt x="6525120" y="673027"/>
                  </a:lnTo>
                  <a:lnTo>
                    <a:pt x="6525278" y="673027"/>
                  </a:lnTo>
                  <a:lnTo>
                    <a:pt x="6525436" y="673027"/>
                  </a:lnTo>
                  <a:lnTo>
                    <a:pt x="6526382" y="672166"/>
                  </a:lnTo>
                  <a:lnTo>
                    <a:pt x="6526540" y="672166"/>
                  </a:lnTo>
                  <a:lnTo>
                    <a:pt x="6527013" y="671736"/>
                  </a:lnTo>
                  <a:lnTo>
                    <a:pt x="6527170" y="671736"/>
                  </a:lnTo>
                  <a:lnTo>
                    <a:pt x="6527486" y="671736"/>
                  </a:lnTo>
                  <a:lnTo>
                    <a:pt x="6527644" y="671736"/>
                  </a:lnTo>
                  <a:lnTo>
                    <a:pt x="6527801" y="671736"/>
                  </a:lnTo>
                  <a:lnTo>
                    <a:pt x="6527959" y="671736"/>
                  </a:lnTo>
                  <a:lnTo>
                    <a:pt x="6528432" y="671305"/>
                  </a:lnTo>
                  <a:lnTo>
                    <a:pt x="6528590" y="670874"/>
                  </a:lnTo>
                  <a:lnTo>
                    <a:pt x="6528905" y="670444"/>
                  </a:lnTo>
                  <a:lnTo>
                    <a:pt x="6529221" y="670444"/>
                  </a:lnTo>
                  <a:lnTo>
                    <a:pt x="6529379" y="669583"/>
                  </a:lnTo>
                  <a:lnTo>
                    <a:pt x="6530483" y="669583"/>
                  </a:lnTo>
                  <a:lnTo>
                    <a:pt x="6530640" y="669583"/>
                  </a:lnTo>
                  <a:lnTo>
                    <a:pt x="6530798" y="669583"/>
                  </a:lnTo>
                  <a:lnTo>
                    <a:pt x="6530798" y="669152"/>
                  </a:lnTo>
                  <a:lnTo>
                    <a:pt x="6531271" y="669152"/>
                  </a:lnTo>
                  <a:lnTo>
                    <a:pt x="6531587" y="669152"/>
                  </a:lnTo>
                  <a:lnTo>
                    <a:pt x="6532691" y="668721"/>
                  </a:lnTo>
                  <a:lnTo>
                    <a:pt x="6533479" y="668291"/>
                  </a:lnTo>
                  <a:lnTo>
                    <a:pt x="6533637" y="668291"/>
                  </a:lnTo>
                  <a:lnTo>
                    <a:pt x="6534110" y="667860"/>
                  </a:lnTo>
                  <a:lnTo>
                    <a:pt x="6534268" y="667860"/>
                  </a:lnTo>
                  <a:lnTo>
                    <a:pt x="6534583" y="667860"/>
                  </a:lnTo>
                  <a:lnTo>
                    <a:pt x="6536003" y="667860"/>
                  </a:lnTo>
                  <a:lnTo>
                    <a:pt x="6536160" y="667860"/>
                  </a:lnTo>
                  <a:lnTo>
                    <a:pt x="6536476" y="667860"/>
                  </a:lnTo>
                  <a:lnTo>
                    <a:pt x="6536791" y="667860"/>
                  </a:lnTo>
                  <a:lnTo>
                    <a:pt x="6537264" y="666999"/>
                  </a:lnTo>
                  <a:lnTo>
                    <a:pt x="6537264" y="666568"/>
                  </a:lnTo>
                  <a:lnTo>
                    <a:pt x="6537580" y="666568"/>
                  </a:lnTo>
                  <a:lnTo>
                    <a:pt x="6537895" y="666138"/>
                  </a:lnTo>
                  <a:lnTo>
                    <a:pt x="6538211" y="666138"/>
                  </a:lnTo>
                  <a:lnTo>
                    <a:pt x="6538526" y="665707"/>
                  </a:lnTo>
                  <a:lnTo>
                    <a:pt x="6538842" y="665707"/>
                  </a:lnTo>
                  <a:lnTo>
                    <a:pt x="6539630" y="665277"/>
                  </a:lnTo>
                  <a:lnTo>
                    <a:pt x="6540103" y="664846"/>
                  </a:lnTo>
                  <a:lnTo>
                    <a:pt x="6540419" y="664846"/>
                  </a:lnTo>
                  <a:lnTo>
                    <a:pt x="6541207" y="664415"/>
                  </a:lnTo>
                  <a:lnTo>
                    <a:pt x="6541365" y="664415"/>
                  </a:lnTo>
                  <a:lnTo>
                    <a:pt x="6541523" y="663985"/>
                  </a:lnTo>
                  <a:lnTo>
                    <a:pt x="6542311" y="663985"/>
                  </a:lnTo>
                  <a:lnTo>
                    <a:pt x="6542311" y="663554"/>
                  </a:lnTo>
                  <a:lnTo>
                    <a:pt x="6542942" y="663124"/>
                  </a:lnTo>
                  <a:lnTo>
                    <a:pt x="6543415" y="662693"/>
                  </a:lnTo>
                  <a:lnTo>
                    <a:pt x="6543731" y="662262"/>
                  </a:lnTo>
                  <a:lnTo>
                    <a:pt x="6544046" y="662262"/>
                  </a:lnTo>
                  <a:lnTo>
                    <a:pt x="6545623" y="662262"/>
                  </a:lnTo>
                  <a:lnTo>
                    <a:pt x="6546097" y="661401"/>
                  </a:lnTo>
                  <a:lnTo>
                    <a:pt x="6546885" y="661401"/>
                  </a:lnTo>
                  <a:lnTo>
                    <a:pt x="6547043" y="660971"/>
                  </a:lnTo>
                  <a:lnTo>
                    <a:pt x="6547832" y="660109"/>
                  </a:lnTo>
                  <a:lnTo>
                    <a:pt x="6548147" y="660109"/>
                  </a:lnTo>
                  <a:lnTo>
                    <a:pt x="6548620" y="660109"/>
                  </a:lnTo>
                  <a:lnTo>
                    <a:pt x="6548778" y="660109"/>
                  </a:lnTo>
                  <a:lnTo>
                    <a:pt x="6549409" y="660109"/>
                  </a:lnTo>
                  <a:lnTo>
                    <a:pt x="6549566" y="660109"/>
                  </a:lnTo>
                  <a:lnTo>
                    <a:pt x="6549724" y="660109"/>
                  </a:lnTo>
                  <a:lnTo>
                    <a:pt x="6550197" y="660109"/>
                  </a:lnTo>
                  <a:lnTo>
                    <a:pt x="6550828" y="660109"/>
                  </a:lnTo>
                  <a:lnTo>
                    <a:pt x="6551459" y="659679"/>
                  </a:lnTo>
                  <a:lnTo>
                    <a:pt x="6552090" y="659679"/>
                  </a:lnTo>
                  <a:lnTo>
                    <a:pt x="6552405" y="659679"/>
                  </a:lnTo>
                  <a:lnTo>
                    <a:pt x="6553194" y="659248"/>
                  </a:lnTo>
                  <a:lnTo>
                    <a:pt x="6553352" y="659248"/>
                  </a:lnTo>
                  <a:lnTo>
                    <a:pt x="6553509" y="659248"/>
                  </a:lnTo>
                  <a:lnTo>
                    <a:pt x="6553983" y="659248"/>
                  </a:lnTo>
                  <a:lnTo>
                    <a:pt x="6554613" y="659248"/>
                  </a:lnTo>
                  <a:lnTo>
                    <a:pt x="6554771" y="659248"/>
                  </a:lnTo>
                  <a:lnTo>
                    <a:pt x="6554771" y="658818"/>
                  </a:lnTo>
                  <a:lnTo>
                    <a:pt x="6555560" y="658387"/>
                  </a:lnTo>
                  <a:lnTo>
                    <a:pt x="6555717" y="658387"/>
                  </a:lnTo>
                  <a:lnTo>
                    <a:pt x="6558399" y="656234"/>
                  </a:lnTo>
                  <a:lnTo>
                    <a:pt x="6558556" y="656234"/>
                  </a:lnTo>
                  <a:lnTo>
                    <a:pt x="6559345" y="655803"/>
                  </a:lnTo>
                  <a:lnTo>
                    <a:pt x="6559345" y="655373"/>
                  </a:lnTo>
                  <a:lnTo>
                    <a:pt x="6559660" y="655373"/>
                  </a:lnTo>
                  <a:lnTo>
                    <a:pt x="6560607" y="655373"/>
                  </a:lnTo>
                  <a:lnTo>
                    <a:pt x="6560764" y="655373"/>
                  </a:lnTo>
                  <a:lnTo>
                    <a:pt x="6561080" y="655373"/>
                  </a:lnTo>
                  <a:lnTo>
                    <a:pt x="6561395" y="655373"/>
                  </a:lnTo>
                  <a:lnTo>
                    <a:pt x="6561868" y="654942"/>
                  </a:lnTo>
                  <a:lnTo>
                    <a:pt x="6562026" y="654512"/>
                  </a:lnTo>
                  <a:lnTo>
                    <a:pt x="6562342" y="654512"/>
                  </a:lnTo>
                  <a:lnTo>
                    <a:pt x="6562499" y="654081"/>
                  </a:lnTo>
                  <a:lnTo>
                    <a:pt x="6562499" y="653650"/>
                  </a:lnTo>
                  <a:lnTo>
                    <a:pt x="6562972" y="653650"/>
                  </a:lnTo>
                  <a:lnTo>
                    <a:pt x="6563130" y="653650"/>
                  </a:lnTo>
                  <a:lnTo>
                    <a:pt x="6563288" y="653650"/>
                  </a:lnTo>
                  <a:lnTo>
                    <a:pt x="6563919" y="653650"/>
                  </a:lnTo>
                  <a:lnTo>
                    <a:pt x="6564234" y="653650"/>
                  </a:lnTo>
                  <a:lnTo>
                    <a:pt x="6564392" y="653650"/>
                  </a:lnTo>
                  <a:lnTo>
                    <a:pt x="6564550" y="653220"/>
                  </a:lnTo>
                  <a:lnTo>
                    <a:pt x="6564707" y="653220"/>
                  </a:lnTo>
                  <a:lnTo>
                    <a:pt x="6565023" y="653220"/>
                  </a:lnTo>
                  <a:lnTo>
                    <a:pt x="6565181" y="653220"/>
                  </a:lnTo>
                  <a:lnTo>
                    <a:pt x="6565496" y="653220"/>
                  </a:lnTo>
                  <a:lnTo>
                    <a:pt x="6566758" y="652789"/>
                  </a:lnTo>
                  <a:lnTo>
                    <a:pt x="6568335" y="652359"/>
                  </a:lnTo>
                  <a:lnTo>
                    <a:pt x="6568493" y="652359"/>
                  </a:lnTo>
                  <a:lnTo>
                    <a:pt x="6568966" y="652359"/>
                  </a:lnTo>
                  <a:lnTo>
                    <a:pt x="6569597" y="651067"/>
                  </a:lnTo>
                  <a:lnTo>
                    <a:pt x="6569754" y="651067"/>
                  </a:lnTo>
                  <a:lnTo>
                    <a:pt x="6569912" y="651067"/>
                  </a:lnTo>
                  <a:lnTo>
                    <a:pt x="6570701" y="651067"/>
                  </a:lnTo>
                  <a:lnTo>
                    <a:pt x="6571016" y="651067"/>
                  </a:lnTo>
                  <a:lnTo>
                    <a:pt x="6571174" y="651067"/>
                  </a:lnTo>
                  <a:lnTo>
                    <a:pt x="6571647" y="651067"/>
                  </a:lnTo>
                  <a:lnTo>
                    <a:pt x="6571805" y="650636"/>
                  </a:lnTo>
                  <a:lnTo>
                    <a:pt x="6571962" y="650636"/>
                  </a:lnTo>
                  <a:lnTo>
                    <a:pt x="6572120" y="650206"/>
                  </a:lnTo>
                  <a:lnTo>
                    <a:pt x="6572593" y="649775"/>
                  </a:lnTo>
                  <a:lnTo>
                    <a:pt x="6573066" y="649775"/>
                  </a:lnTo>
                  <a:lnTo>
                    <a:pt x="6573224" y="649775"/>
                  </a:lnTo>
                  <a:lnTo>
                    <a:pt x="6573224" y="649344"/>
                  </a:lnTo>
                  <a:lnTo>
                    <a:pt x="6574013" y="649344"/>
                  </a:lnTo>
                  <a:lnTo>
                    <a:pt x="6574170" y="648914"/>
                  </a:lnTo>
                  <a:lnTo>
                    <a:pt x="6574486" y="648053"/>
                  </a:lnTo>
                  <a:lnTo>
                    <a:pt x="6575275" y="648053"/>
                  </a:lnTo>
                  <a:lnTo>
                    <a:pt x="6575590" y="648053"/>
                  </a:lnTo>
                  <a:lnTo>
                    <a:pt x="6575590" y="647622"/>
                  </a:lnTo>
                  <a:lnTo>
                    <a:pt x="6575748" y="647622"/>
                  </a:lnTo>
                  <a:lnTo>
                    <a:pt x="6575905" y="647622"/>
                  </a:lnTo>
                  <a:lnTo>
                    <a:pt x="6576379" y="647622"/>
                  </a:lnTo>
                  <a:lnTo>
                    <a:pt x="6577483" y="647191"/>
                  </a:lnTo>
                  <a:lnTo>
                    <a:pt x="6578113" y="647191"/>
                  </a:lnTo>
                  <a:lnTo>
                    <a:pt x="6578429" y="647191"/>
                  </a:lnTo>
                  <a:lnTo>
                    <a:pt x="6578744" y="646761"/>
                  </a:lnTo>
                  <a:lnTo>
                    <a:pt x="6579217" y="646761"/>
                  </a:lnTo>
                  <a:lnTo>
                    <a:pt x="6579375" y="646761"/>
                  </a:lnTo>
                  <a:lnTo>
                    <a:pt x="6580006" y="645469"/>
                  </a:lnTo>
                  <a:lnTo>
                    <a:pt x="6580952" y="645469"/>
                  </a:lnTo>
                  <a:lnTo>
                    <a:pt x="6581110" y="645469"/>
                  </a:lnTo>
                  <a:lnTo>
                    <a:pt x="6581741" y="645469"/>
                  </a:lnTo>
                  <a:lnTo>
                    <a:pt x="6581899" y="645469"/>
                  </a:lnTo>
                  <a:lnTo>
                    <a:pt x="6582214" y="645469"/>
                  </a:lnTo>
                  <a:lnTo>
                    <a:pt x="6582372" y="645469"/>
                  </a:lnTo>
                  <a:lnTo>
                    <a:pt x="6583003" y="645469"/>
                  </a:lnTo>
                  <a:lnTo>
                    <a:pt x="6583318" y="645469"/>
                  </a:lnTo>
                  <a:lnTo>
                    <a:pt x="6583476" y="645469"/>
                  </a:lnTo>
                  <a:lnTo>
                    <a:pt x="6583634" y="645469"/>
                  </a:lnTo>
                  <a:lnTo>
                    <a:pt x="6583791" y="645469"/>
                  </a:lnTo>
                  <a:lnTo>
                    <a:pt x="6583949" y="645038"/>
                  </a:lnTo>
                  <a:lnTo>
                    <a:pt x="6584264" y="644608"/>
                  </a:lnTo>
                  <a:lnTo>
                    <a:pt x="6584422" y="644177"/>
                  </a:lnTo>
                  <a:lnTo>
                    <a:pt x="6584580" y="644177"/>
                  </a:lnTo>
                  <a:lnTo>
                    <a:pt x="6585368" y="644177"/>
                  </a:lnTo>
                  <a:lnTo>
                    <a:pt x="6586946" y="643747"/>
                  </a:lnTo>
                  <a:lnTo>
                    <a:pt x="6587261" y="643747"/>
                  </a:lnTo>
                  <a:lnTo>
                    <a:pt x="6587577" y="643316"/>
                  </a:lnTo>
                  <a:lnTo>
                    <a:pt x="6587734" y="643316"/>
                  </a:lnTo>
                  <a:lnTo>
                    <a:pt x="6587892" y="643316"/>
                  </a:lnTo>
                  <a:lnTo>
                    <a:pt x="6588207" y="642885"/>
                  </a:lnTo>
                  <a:lnTo>
                    <a:pt x="6588365" y="642885"/>
                  </a:lnTo>
                  <a:lnTo>
                    <a:pt x="6589469" y="642455"/>
                  </a:lnTo>
                  <a:lnTo>
                    <a:pt x="6589627" y="642455"/>
                  </a:lnTo>
                  <a:lnTo>
                    <a:pt x="6589942" y="642455"/>
                  </a:lnTo>
                  <a:lnTo>
                    <a:pt x="6590258" y="642455"/>
                  </a:lnTo>
                  <a:lnTo>
                    <a:pt x="6590415" y="642455"/>
                  </a:lnTo>
                  <a:lnTo>
                    <a:pt x="6590731" y="642024"/>
                  </a:lnTo>
                  <a:lnTo>
                    <a:pt x="6591046" y="642024"/>
                  </a:lnTo>
                  <a:lnTo>
                    <a:pt x="6591204" y="642024"/>
                  </a:lnTo>
                  <a:lnTo>
                    <a:pt x="6591835" y="641594"/>
                  </a:lnTo>
                  <a:lnTo>
                    <a:pt x="6592939" y="641594"/>
                  </a:lnTo>
                  <a:lnTo>
                    <a:pt x="6593097" y="641594"/>
                  </a:lnTo>
                  <a:lnTo>
                    <a:pt x="6593570" y="641163"/>
                  </a:lnTo>
                  <a:lnTo>
                    <a:pt x="6594043" y="641163"/>
                  </a:lnTo>
                  <a:lnTo>
                    <a:pt x="6594674" y="640732"/>
                  </a:lnTo>
                  <a:lnTo>
                    <a:pt x="6594989" y="640732"/>
                  </a:lnTo>
                  <a:lnTo>
                    <a:pt x="6595462" y="640732"/>
                  </a:lnTo>
                  <a:lnTo>
                    <a:pt x="6595620" y="640732"/>
                  </a:lnTo>
                  <a:lnTo>
                    <a:pt x="6595620" y="640302"/>
                  </a:lnTo>
                  <a:lnTo>
                    <a:pt x="6595778" y="639871"/>
                  </a:lnTo>
                  <a:lnTo>
                    <a:pt x="6595936" y="639871"/>
                  </a:lnTo>
                  <a:lnTo>
                    <a:pt x="6596093" y="639871"/>
                  </a:lnTo>
                  <a:lnTo>
                    <a:pt x="6596251" y="639871"/>
                  </a:lnTo>
                  <a:lnTo>
                    <a:pt x="6598144" y="639871"/>
                  </a:lnTo>
                  <a:lnTo>
                    <a:pt x="6598301" y="639871"/>
                  </a:lnTo>
                  <a:lnTo>
                    <a:pt x="6598459" y="639871"/>
                  </a:lnTo>
                  <a:lnTo>
                    <a:pt x="6599090" y="639441"/>
                  </a:lnTo>
                  <a:lnTo>
                    <a:pt x="6599090" y="639010"/>
                  </a:lnTo>
                  <a:lnTo>
                    <a:pt x="6599248" y="639010"/>
                  </a:lnTo>
                  <a:lnTo>
                    <a:pt x="6599563" y="639010"/>
                  </a:lnTo>
                  <a:lnTo>
                    <a:pt x="6599721" y="639010"/>
                  </a:lnTo>
                  <a:lnTo>
                    <a:pt x="6600352" y="639010"/>
                  </a:lnTo>
                  <a:lnTo>
                    <a:pt x="6600825" y="638579"/>
                  </a:lnTo>
                  <a:lnTo>
                    <a:pt x="6601298" y="638579"/>
                  </a:lnTo>
                  <a:lnTo>
                    <a:pt x="6601456" y="638579"/>
                  </a:lnTo>
                  <a:lnTo>
                    <a:pt x="6601613" y="638149"/>
                  </a:lnTo>
                  <a:lnTo>
                    <a:pt x="6602087" y="637718"/>
                  </a:lnTo>
                  <a:lnTo>
                    <a:pt x="6602244" y="637718"/>
                  </a:lnTo>
                  <a:lnTo>
                    <a:pt x="6602402" y="637718"/>
                  </a:lnTo>
                  <a:lnTo>
                    <a:pt x="6602718" y="637718"/>
                  </a:lnTo>
                  <a:lnTo>
                    <a:pt x="6602875" y="637718"/>
                  </a:lnTo>
                  <a:lnTo>
                    <a:pt x="6603191" y="637718"/>
                  </a:lnTo>
                  <a:lnTo>
                    <a:pt x="6603348" y="637718"/>
                  </a:lnTo>
                  <a:lnTo>
                    <a:pt x="6603506" y="637718"/>
                  </a:lnTo>
                  <a:lnTo>
                    <a:pt x="6603979" y="637718"/>
                  </a:lnTo>
                  <a:lnTo>
                    <a:pt x="6604610" y="637718"/>
                  </a:lnTo>
                  <a:lnTo>
                    <a:pt x="6604768" y="637288"/>
                  </a:lnTo>
                  <a:lnTo>
                    <a:pt x="6604926" y="637288"/>
                  </a:lnTo>
                  <a:lnTo>
                    <a:pt x="6605241" y="637288"/>
                  </a:lnTo>
                  <a:lnTo>
                    <a:pt x="6605399" y="637288"/>
                  </a:lnTo>
                  <a:lnTo>
                    <a:pt x="6606030" y="636857"/>
                  </a:lnTo>
                  <a:lnTo>
                    <a:pt x="6606187" y="636857"/>
                  </a:lnTo>
                  <a:lnTo>
                    <a:pt x="6606818" y="636857"/>
                  </a:lnTo>
                  <a:lnTo>
                    <a:pt x="6607291" y="636857"/>
                  </a:lnTo>
                  <a:lnTo>
                    <a:pt x="6607764" y="636857"/>
                  </a:lnTo>
                  <a:lnTo>
                    <a:pt x="6607764" y="636426"/>
                  </a:lnTo>
                  <a:lnTo>
                    <a:pt x="6607764" y="635996"/>
                  </a:lnTo>
                  <a:lnTo>
                    <a:pt x="6608238" y="635996"/>
                  </a:lnTo>
                  <a:lnTo>
                    <a:pt x="6608395" y="635996"/>
                  </a:lnTo>
                  <a:lnTo>
                    <a:pt x="6608553" y="635996"/>
                  </a:lnTo>
                  <a:lnTo>
                    <a:pt x="6608869" y="635996"/>
                  </a:lnTo>
                  <a:lnTo>
                    <a:pt x="6609815" y="635565"/>
                  </a:lnTo>
                  <a:lnTo>
                    <a:pt x="6610446" y="635135"/>
                  </a:lnTo>
                  <a:lnTo>
                    <a:pt x="6611077" y="635135"/>
                  </a:lnTo>
                  <a:lnTo>
                    <a:pt x="6611392" y="635135"/>
                  </a:lnTo>
                  <a:lnTo>
                    <a:pt x="6612181" y="634704"/>
                  </a:lnTo>
                  <a:lnTo>
                    <a:pt x="6612654" y="634704"/>
                  </a:lnTo>
                  <a:lnTo>
                    <a:pt x="6613285" y="634704"/>
                  </a:lnTo>
                  <a:lnTo>
                    <a:pt x="6613442" y="634704"/>
                  </a:lnTo>
                  <a:lnTo>
                    <a:pt x="6613915" y="634704"/>
                  </a:lnTo>
                  <a:lnTo>
                    <a:pt x="6614389" y="634704"/>
                  </a:lnTo>
                  <a:lnTo>
                    <a:pt x="6615493" y="634273"/>
                  </a:lnTo>
                  <a:lnTo>
                    <a:pt x="6616912" y="632120"/>
                  </a:lnTo>
                  <a:lnTo>
                    <a:pt x="6617385" y="632120"/>
                  </a:lnTo>
                  <a:lnTo>
                    <a:pt x="6617543" y="632120"/>
                  </a:lnTo>
                  <a:lnTo>
                    <a:pt x="6618647" y="632120"/>
                  </a:lnTo>
                  <a:lnTo>
                    <a:pt x="6619278" y="630829"/>
                  </a:lnTo>
                  <a:lnTo>
                    <a:pt x="6619593" y="630829"/>
                  </a:lnTo>
                  <a:lnTo>
                    <a:pt x="6620224" y="630829"/>
                  </a:lnTo>
                  <a:lnTo>
                    <a:pt x="6620540" y="630829"/>
                  </a:lnTo>
                  <a:lnTo>
                    <a:pt x="6621171" y="630829"/>
                  </a:lnTo>
                  <a:lnTo>
                    <a:pt x="6621328" y="630829"/>
                  </a:lnTo>
                  <a:lnTo>
                    <a:pt x="6621328" y="630398"/>
                  </a:lnTo>
                  <a:lnTo>
                    <a:pt x="6621801" y="630398"/>
                  </a:lnTo>
                  <a:lnTo>
                    <a:pt x="6621959" y="630398"/>
                  </a:lnTo>
                  <a:lnTo>
                    <a:pt x="6622117" y="630398"/>
                  </a:lnTo>
                  <a:lnTo>
                    <a:pt x="6622275" y="630398"/>
                  </a:lnTo>
                  <a:lnTo>
                    <a:pt x="6622748" y="629967"/>
                  </a:lnTo>
                  <a:lnTo>
                    <a:pt x="6623221" y="629967"/>
                  </a:lnTo>
                  <a:lnTo>
                    <a:pt x="6624009" y="629537"/>
                  </a:lnTo>
                  <a:lnTo>
                    <a:pt x="6624009" y="629106"/>
                  </a:lnTo>
                  <a:lnTo>
                    <a:pt x="6624009" y="628676"/>
                  </a:lnTo>
                  <a:lnTo>
                    <a:pt x="6624483" y="627814"/>
                  </a:lnTo>
                  <a:lnTo>
                    <a:pt x="6624640" y="627814"/>
                  </a:lnTo>
                  <a:lnTo>
                    <a:pt x="6624956" y="627384"/>
                  </a:lnTo>
                  <a:lnTo>
                    <a:pt x="6625744" y="627384"/>
                  </a:lnTo>
                  <a:lnTo>
                    <a:pt x="6626218" y="626523"/>
                  </a:lnTo>
                  <a:lnTo>
                    <a:pt x="6626375" y="626523"/>
                  </a:lnTo>
                  <a:lnTo>
                    <a:pt x="6627479" y="626092"/>
                  </a:lnTo>
                  <a:lnTo>
                    <a:pt x="6627637" y="626092"/>
                  </a:lnTo>
                  <a:lnTo>
                    <a:pt x="6628268" y="626092"/>
                  </a:lnTo>
                  <a:lnTo>
                    <a:pt x="6629530" y="625661"/>
                  </a:lnTo>
                  <a:lnTo>
                    <a:pt x="6629845" y="625661"/>
                  </a:lnTo>
                  <a:lnTo>
                    <a:pt x="6630003" y="625231"/>
                  </a:lnTo>
                  <a:lnTo>
                    <a:pt x="6630003" y="623939"/>
                  </a:lnTo>
                  <a:lnTo>
                    <a:pt x="6630160" y="623939"/>
                  </a:lnTo>
                  <a:lnTo>
                    <a:pt x="6630318" y="623939"/>
                  </a:lnTo>
                  <a:lnTo>
                    <a:pt x="6631107" y="623078"/>
                  </a:lnTo>
                  <a:lnTo>
                    <a:pt x="6631265" y="623078"/>
                  </a:lnTo>
                  <a:lnTo>
                    <a:pt x="6631580" y="623078"/>
                  </a:lnTo>
                  <a:lnTo>
                    <a:pt x="6631738" y="623078"/>
                  </a:lnTo>
                  <a:lnTo>
                    <a:pt x="6631895" y="623078"/>
                  </a:lnTo>
                  <a:lnTo>
                    <a:pt x="6632053" y="623078"/>
                  </a:lnTo>
                  <a:lnTo>
                    <a:pt x="6632211" y="623078"/>
                  </a:lnTo>
                  <a:lnTo>
                    <a:pt x="6632369" y="623078"/>
                  </a:lnTo>
                  <a:lnTo>
                    <a:pt x="6632842" y="623078"/>
                  </a:lnTo>
                  <a:lnTo>
                    <a:pt x="6633157" y="623078"/>
                  </a:lnTo>
                  <a:lnTo>
                    <a:pt x="6633315" y="623078"/>
                  </a:lnTo>
                  <a:lnTo>
                    <a:pt x="6633473" y="623078"/>
                  </a:lnTo>
                  <a:lnTo>
                    <a:pt x="6634103" y="623078"/>
                  </a:lnTo>
                  <a:lnTo>
                    <a:pt x="6634261" y="623078"/>
                  </a:lnTo>
                  <a:lnTo>
                    <a:pt x="6634577" y="623078"/>
                  </a:lnTo>
                  <a:lnTo>
                    <a:pt x="6636154" y="623078"/>
                  </a:lnTo>
                  <a:lnTo>
                    <a:pt x="6637258" y="623078"/>
                  </a:lnTo>
                  <a:lnTo>
                    <a:pt x="6638046" y="623078"/>
                  </a:lnTo>
                  <a:lnTo>
                    <a:pt x="6638204" y="623078"/>
                  </a:lnTo>
                  <a:lnTo>
                    <a:pt x="6638362" y="623078"/>
                  </a:lnTo>
                  <a:lnTo>
                    <a:pt x="6638520" y="622647"/>
                  </a:lnTo>
                  <a:lnTo>
                    <a:pt x="6638835" y="622217"/>
                  </a:lnTo>
                  <a:lnTo>
                    <a:pt x="6639150" y="622217"/>
                  </a:lnTo>
                  <a:lnTo>
                    <a:pt x="6639308" y="621786"/>
                  </a:lnTo>
                  <a:lnTo>
                    <a:pt x="6639466" y="621786"/>
                  </a:lnTo>
                  <a:lnTo>
                    <a:pt x="6639781" y="621786"/>
                  </a:lnTo>
                  <a:lnTo>
                    <a:pt x="6639939" y="621786"/>
                  </a:lnTo>
                  <a:lnTo>
                    <a:pt x="6640097" y="621786"/>
                  </a:lnTo>
                  <a:lnTo>
                    <a:pt x="6640885" y="621786"/>
                  </a:lnTo>
                  <a:lnTo>
                    <a:pt x="6641043" y="621786"/>
                  </a:lnTo>
                  <a:lnTo>
                    <a:pt x="6641516" y="621786"/>
                  </a:lnTo>
                  <a:lnTo>
                    <a:pt x="6644040" y="617480"/>
                  </a:lnTo>
                  <a:lnTo>
                    <a:pt x="6644355" y="617480"/>
                  </a:lnTo>
                  <a:lnTo>
                    <a:pt x="6645144" y="617480"/>
                  </a:lnTo>
                  <a:lnTo>
                    <a:pt x="6645617" y="617480"/>
                  </a:lnTo>
                  <a:lnTo>
                    <a:pt x="6645775" y="617480"/>
                  </a:lnTo>
                  <a:lnTo>
                    <a:pt x="6645932" y="617480"/>
                  </a:lnTo>
                  <a:lnTo>
                    <a:pt x="6646090" y="617049"/>
                  </a:lnTo>
                  <a:lnTo>
                    <a:pt x="6646248" y="617049"/>
                  </a:lnTo>
                  <a:lnTo>
                    <a:pt x="6646405" y="617049"/>
                  </a:lnTo>
                  <a:lnTo>
                    <a:pt x="6646563" y="617049"/>
                  </a:lnTo>
                  <a:lnTo>
                    <a:pt x="6647194" y="617049"/>
                  </a:lnTo>
                  <a:lnTo>
                    <a:pt x="6647352" y="617049"/>
                  </a:lnTo>
                  <a:lnTo>
                    <a:pt x="6647667" y="617049"/>
                  </a:lnTo>
                  <a:lnTo>
                    <a:pt x="6647667" y="616619"/>
                  </a:lnTo>
                  <a:lnTo>
                    <a:pt x="6647825" y="616619"/>
                  </a:lnTo>
                  <a:lnTo>
                    <a:pt x="6648771" y="615758"/>
                  </a:lnTo>
                  <a:lnTo>
                    <a:pt x="6649087" y="615758"/>
                  </a:lnTo>
                  <a:lnTo>
                    <a:pt x="6649402" y="615327"/>
                  </a:lnTo>
                  <a:lnTo>
                    <a:pt x="6650664" y="614896"/>
                  </a:lnTo>
                  <a:lnTo>
                    <a:pt x="6651295" y="614466"/>
                  </a:lnTo>
                  <a:lnTo>
                    <a:pt x="6651452" y="614466"/>
                  </a:lnTo>
                  <a:lnTo>
                    <a:pt x="6651926" y="614466"/>
                  </a:lnTo>
                  <a:lnTo>
                    <a:pt x="6652399" y="614466"/>
                  </a:lnTo>
                  <a:lnTo>
                    <a:pt x="6652872" y="614466"/>
                  </a:lnTo>
                  <a:lnTo>
                    <a:pt x="6653345" y="614466"/>
                  </a:lnTo>
                  <a:lnTo>
                    <a:pt x="6653503" y="614466"/>
                  </a:lnTo>
                  <a:lnTo>
                    <a:pt x="6653661" y="614466"/>
                  </a:lnTo>
                  <a:lnTo>
                    <a:pt x="6653976" y="614035"/>
                  </a:lnTo>
                  <a:lnTo>
                    <a:pt x="6654291" y="614035"/>
                  </a:lnTo>
                  <a:lnTo>
                    <a:pt x="6655553" y="613605"/>
                  </a:lnTo>
                  <a:lnTo>
                    <a:pt x="6655711" y="613605"/>
                  </a:lnTo>
                  <a:lnTo>
                    <a:pt x="6655869" y="613605"/>
                  </a:lnTo>
                  <a:lnTo>
                    <a:pt x="6656026" y="613605"/>
                  </a:lnTo>
                  <a:lnTo>
                    <a:pt x="6656657" y="613605"/>
                  </a:lnTo>
                  <a:lnTo>
                    <a:pt x="6656815" y="613174"/>
                  </a:lnTo>
                  <a:lnTo>
                    <a:pt x="6656815" y="612743"/>
                  </a:lnTo>
                  <a:lnTo>
                    <a:pt x="6658550" y="612743"/>
                  </a:lnTo>
                  <a:lnTo>
                    <a:pt x="6658707" y="612743"/>
                  </a:lnTo>
                  <a:lnTo>
                    <a:pt x="6658865" y="612743"/>
                  </a:lnTo>
                  <a:lnTo>
                    <a:pt x="6659023" y="612743"/>
                  </a:lnTo>
                  <a:lnTo>
                    <a:pt x="6659654" y="612743"/>
                  </a:lnTo>
                  <a:lnTo>
                    <a:pt x="6660127" y="612743"/>
                  </a:lnTo>
                  <a:lnTo>
                    <a:pt x="6660442" y="612743"/>
                  </a:lnTo>
                  <a:lnTo>
                    <a:pt x="6660600" y="612743"/>
                  </a:lnTo>
                  <a:lnTo>
                    <a:pt x="6660758" y="612743"/>
                  </a:lnTo>
                  <a:lnTo>
                    <a:pt x="6661231" y="612743"/>
                  </a:lnTo>
                  <a:lnTo>
                    <a:pt x="6661389" y="612743"/>
                  </a:lnTo>
                  <a:lnTo>
                    <a:pt x="6661546" y="612743"/>
                  </a:lnTo>
                  <a:lnTo>
                    <a:pt x="6662335" y="611452"/>
                  </a:lnTo>
                  <a:lnTo>
                    <a:pt x="6662493" y="611452"/>
                  </a:lnTo>
                  <a:lnTo>
                    <a:pt x="6662650" y="611452"/>
                  </a:lnTo>
                  <a:lnTo>
                    <a:pt x="6662808" y="611452"/>
                  </a:lnTo>
                  <a:lnTo>
                    <a:pt x="6662966" y="611452"/>
                  </a:lnTo>
                  <a:lnTo>
                    <a:pt x="6663124" y="611452"/>
                  </a:lnTo>
                  <a:lnTo>
                    <a:pt x="6664385" y="611452"/>
                  </a:lnTo>
                  <a:lnTo>
                    <a:pt x="6664543" y="611452"/>
                  </a:lnTo>
                  <a:lnTo>
                    <a:pt x="6664701" y="611452"/>
                  </a:lnTo>
                  <a:lnTo>
                    <a:pt x="6664859" y="611452"/>
                  </a:lnTo>
                  <a:lnTo>
                    <a:pt x="6664859" y="611021"/>
                  </a:lnTo>
                  <a:lnTo>
                    <a:pt x="6665016" y="611021"/>
                  </a:lnTo>
                  <a:lnTo>
                    <a:pt x="6665174" y="611021"/>
                  </a:lnTo>
                  <a:lnTo>
                    <a:pt x="6665332" y="611021"/>
                  </a:lnTo>
                  <a:lnTo>
                    <a:pt x="6665805" y="611021"/>
                  </a:lnTo>
                  <a:lnTo>
                    <a:pt x="6665963" y="611021"/>
                  </a:lnTo>
                  <a:lnTo>
                    <a:pt x="6665963" y="610590"/>
                  </a:lnTo>
                  <a:lnTo>
                    <a:pt x="6666593" y="610590"/>
                  </a:lnTo>
                  <a:lnTo>
                    <a:pt x="6667067" y="610160"/>
                  </a:lnTo>
                  <a:lnTo>
                    <a:pt x="6667067" y="609729"/>
                  </a:lnTo>
                  <a:lnTo>
                    <a:pt x="6667224" y="609729"/>
                  </a:lnTo>
                  <a:lnTo>
                    <a:pt x="6667382" y="609729"/>
                  </a:lnTo>
                  <a:lnTo>
                    <a:pt x="6667697" y="609729"/>
                  </a:lnTo>
                  <a:lnTo>
                    <a:pt x="6667855" y="609299"/>
                  </a:lnTo>
                  <a:lnTo>
                    <a:pt x="6668328" y="608868"/>
                  </a:lnTo>
                  <a:lnTo>
                    <a:pt x="6668328" y="608437"/>
                  </a:lnTo>
                  <a:lnTo>
                    <a:pt x="6669117" y="608437"/>
                  </a:lnTo>
                  <a:lnTo>
                    <a:pt x="6669432" y="608007"/>
                  </a:lnTo>
                  <a:lnTo>
                    <a:pt x="6669432" y="607576"/>
                  </a:lnTo>
                  <a:lnTo>
                    <a:pt x="6669432" y="607146"/>
                  </a:lnTo>
                  <a:lnTo>
                    <a:pt x="6669748" y="607146"/>
                  </a:lnTo>
                  <a:lnTo>
                    <a:pt x="6670063" y="607146"/>
                  </a:lnTo>
                  <a:lnTo>
                    <a:pt x="6670221" y="606715"/>
                  </a:lnTo>
                  <a:lnTo>
                    <a:pt x="6670379" y="606715"/>
                  </a:lnTo>
                  <a:lnTo>
                    <a:pt x="6670536" y="606715"/>
                  </a:lnTo>
                  <a:lnTo>
                    <a:pt x="6671483" y="606284"/>
                  </a:lnTo>
                  <a:lnTo>
                    <a:pt x="6671640" y="606284"/>
                  </a:lnTo>
                  <a:lnTo>
                    <a:pt x="6671798" y="606284"/>
                  </a:lnTo>
                  <a:lnTo>
                    <a:pt x="6671798" y="605423"/>
                  </a:lnTo>
                  <a:lnTo>
                    <a:pt x="6672429" y="604993"/>
                  </a:lnTo>
                  <a:lnTo>
                    <a:pt x="6672587" y="604993"/>
                  </a:lnTo>
                  <a:lnTo>
                    <a:pt x="6673060" y="604993"/>
                  </a:lnTo>
                  <a:lnTo>
                    <a:pt x="6673218" y="604993"/>
                  </a:lnTo>
                  <a:lnTo>
                    <a:pt x="6673848" y="604562"/>
                  </a:lnTo>
                  <a:lnTo>
                    <a:pt x="6674006" y="604562"/>
                  </a:lnTo>
                  <a:lnTo>
                    <a:pt x="6674479" y="604131"/>
                  </a:lnTo>
                  <a:lnTo>
                    <a:pt x="6674479" y="603701"/>
                  </a:lnTo>
                  <a:lnTo>
                    <a:pt x="6674952" y="603701"/>
                  </a:lnTo>
                  <a:lnTo>
                    <a:pt x="6675110" y="603701"/>
                  </a:lnTo>
                  <a:lnTo>
                    <a:pt x="6676056" y="603270"/>
                  </a:lnTo>
                  <a:lnTo>
                    <a:pt x="6676530" y="603270"/>
                  </a:lnTo>
                  <a:lnTo>
                    <a:pt x="6676687" y="603270"/>
                  </a:lnTo>
                  <a:lnTo>
                    <a:pt x="6676845" y="603270"/>
                  </a:lnTo>
                  <a:lnTo>
                    <a:pt x="6677003" y="603270"/>
                  </a:lnTo>
                  <a:lnTo>
                    <a:pt x="6677791" y="603270"/>
                  </a:lnTo>
                  <a:lnTo>
                    <a:pt x="6678265" y="602840"/>
                  </a:lnTo>
                  <a:lnTo>
                    <a:pt x="6679369" y="602840"/>
                  </a:lnTo>
                  <a:lnTo>
                    <a:pt x="6679842" y="602840"/>
                  </a:lnTo>
                  <a:lnTo>
                    <a:pt x="6680157" y="602840"/>
                  </a:lnTo>
                  <a:lnTo>
                    <a:pt x="6680157" y="602409"/>
                  </a:lnTo>
                  <a:lnTo>
                    <a:pt x="6680157" y="601978"/>
                  </a:lnTo>
                  <a:lnTo>
                    <a:pt x="6680946" y="601978"/>
                  </a:lnTo>
                  <a:lnTo>
                    <a:pt x="6681261" y="601978"/>
                  </a:lnTo>
                  <a:lnTo>
                    <a:pt x="6681734" y="601548"/>
                  </a:lnTo>
                  <a:lnTo>
                    <a:pt x="6681892" y="601548"/>
                  </a:lnTo>
                  <a:lnTo>
                    <a:pt x="6682208" y="601117"/>
                  </a:lnTo>
                  <a:lnTo>
                    <a:pt x="6682996" y="601117"/>
                  </a:lnTo>
                  <a:lnTo>
                    <a:pt x="6682996" y="600687"/>
                  </a:lnTo>
                  <a:lnTo>
                    <a:pt x="6682996" y="600256"/>
                  </a:lnTo>
                  <a:lnTo>
                    <a:pt x="6683312" y="600256"/>
                  </a:lnTo>
                  <a:lnTo>
                    <a:pt x="6683469" y="599825"/>
                  </a:lnTo>
                  <a:lnTo>
                    <a:pt x="6684100" y="598534"/>
                  </a:lnTo>
                  <a:lnTo>
                    <a:pt x="6684416" y="598534"/>
                  </a:lnTo>
                  <a:lnTo>
                    <a:pt x="6684889" y="598534"/>
                  </a:lnTo>
                  <a:lnTo>
                    <a:pt x="6685046" y="598534"/>
                  </a:lnTo>
                  <a:lnTo>
                    <a:pt x="6685520" y="598534"/>
                  </a:lnTo>
                  <a:lnTo>
                    <a:pt x="6685677" y="598103"/>
                  </a:lnTo>
                  <a:lnTo>
                    <a:pt x="6686781" y="597242"/>
                  </a:lnTo>
                  <a:lnTo>
                    <a:pt x="6687728" y="597242"/>
                  </a:lnTo>
                  <a:lnTo>
                    <a:pt x="6688201" y="596811"/>
                  </a:lnTo>
                  <a:lnTo>
                    <a:pt x="6688359" y="596811"/>
                  </a:lnTo>
                  <a:lnTo>
                    <a:pt x="6688674" y="596381"/>
                  </a:lnTo>
                  <a:lnTo>
                    <a:pt x="6689463" y="596381"/>
                  </a:lnTo>
                  <a:lnTo>
                    <a:pt x="6691040" y="596381"/>
                  </a:lnTo>
                  <a:lnTo>
                    <a:pt x="6691197" y="596381"/>
                  </a:lnTo>
                  <a:lnTo>
                    <a:pt x="6691355" y="596381"/>
                  </a:lnTo>
                  <a:lnTo>
                    <a:pt x="6691828" y="596381"/>
                  </a:lnTo>
                  <a:lnTo>
                    <a:pt x="6691986" y="595950"/>
                  </a:lnTo>
                  <a:lnTo>
                    <a:pt x="6692144" y="595950"/>
                  </a:lnTo>
                  <a:lnTo>
                    <a:pt x="6692144" y="595519"/>
                  </a:lnTo>
                  <a:lnTo>
                    <a:pt x="6692459" y="595519"/>
                  </a:lnTo>
                  <a:lnTo>
                    <a:pt x="6692775" y="595519"/>
                  </a:lnTo>
                  <a:lnTo>
                    <a:pt x="6692932" y="595519"/>
                  </a:lnTo>
                  <a:lnTo>
                    <a:pt x="6693090" y="595519"/>
                  </a:lnTo>
                  <a:lnTo>
                    <a:pt x="6693406" y="595519"/>
                  </a:lnTo>
                  <a:lnTo>
                    <a:pt x="6693406" y="594658"/>
                  </a:lnTo>
                  <a:lnTo>
                    <a:pt x="6693721" y="594228"/>
                  </a:lnTo>
                  <a:lnTo>
                    <a:pt x="6694510" y="594228"/>
                  </a:lnTo>
                  <a:lnTo>
                    <a:pt x="6694825" y="594228"/>
                  </a:lnTo>
                  <a:lnTo>
                    <a:pt x="6694983" y="594228"/>
                  </a:lnTo>
                  <a:lnTo>
                    <a:pt x="6696875" y="592936"/>
                  </a:lnTo>
                  <a:lnTo>
                    <a:pt x="6697191" y="592936"/>
                  </a:lnTo>
                  <a:lnTo>
                    <a:pt x="6697191" y="592505"/>
                  </a:lnTo>
                  <a:lnTo>
                    <a:pt x="6697664" y="592505"/>
                  </a:lnTo>
                  <a:lnTo>
                    <a:pt x="6697979" y="592075"/>
                  </a:lnTo>
                  <a:lnTo>
                    <a:pt x="6699083" y="592075"/>
                  </a:lnTo>
                  <a:lnTo>
                    <a:pt x="6699399" y="592075"/>
                  </a:lnTo>
                  <a:lnTo>
                    <a:pt x="6699714" y="592075"/>
                  </a:lnTo>
                  <a:lnTo>
                    <a:pt x="6699872" y="592075"/>
                  </a:lnTo>
                  <a:lnTo>
                    <a:pt x="6700345" y="591644"/>
                  </a:lnTo>
                  <a:lnTo>
                    <a:pt x="6700661" y="591644"/>
                  </a:lnTo>
                  <a:lnTo>
                    <a:pt x="6700976" y="591644"/>
                  </a:lnTo>
                  <a:lnTo>
                    <a:pt x="6701134" y="591644"/>
                  </a:lnTo>
                  <a:lnTo>
                    <a:pt x="6701291" y="591644"/>
                  </a:lnTo>
                  <a:lnTo>
                    <a:pt x="6701449" y="591644"/>
                  </a:lnTo>
                  <a:lnTo>
                    <a:pt x="6701607" y="591213"/>
                  </a:lnTo>
                  <a:lnTo>
                    <a:pt x="6704288" y="589060"/>
                  </a:lnTo>
                  <a:lnTo>
                    <a:pt x="6704761" y="589060"/>
                  </a:lnTo>
                  <a:lnTo>
                    <a:pt x="6705234" y="588630"/>
                  </a:lnTo>
                  <a:lnTo>
                    <a:pt x="6705392" y="588630"/>
                  </a:lnTo>
                  <a:lnTo>
                    <a:pt x="6705708" y="588630"/>
                  </a:lnTo>
                  <a:lnTo>
                    <a:pt x="6705865" y="588630"/>
                  </a:lnTo>
                  <a:lnTo>
                    <a:pt x="6706496" y="588199"/>
                  </a:lnTo>
                  <a:lnTo>
                    <a:pt x="6706969" y="588199"/>
                  </a:lnTo>
                  <a:lnTo>
                    <a:pt x="6707127" y="588199"/>
                  </a:lnTo>
                  <a:lnTo>
                    <a:pt x="6707127" y="587769"/>
                  </a:lnTo>
                  <a:lnTo>
                    <a:pt x="6707442" y="587769"/>
                  </a:lnTo>
                  <a:lnTo>
                    <a:pt x="6707758" y="587769"/>
                  </a:lnTo>
                  <a:lnTo>
                    <a:pt x="6707916" y="587769"/>
                  </a:lnTo>
                  <a:lnTo>
                    <a:pt x="6708546" y="586477"/>
                  </a:lnTo>
                  <a:lnTo>
                    <a:pt x="6708704" y="586477"/>
                  </a:lnTo>
                  <a:lnTo>
                    <a:pt x="6709966" y="586046"/>
                  </a:lnTo>
                  <a:lnTo>
                    <a:pt x="6710124" y="586046"/>
                  </a:lnTo>
                  <a:lnTo>
                    <a:pt x="6710281" y="586046"/>
                  </a:lnTo>
                  <a:lnTo>
                    <a:pt x="6710755" y="586046"/>
                  </a:lnTo>
                  <a:lnTo>
                    <a:pt x="6711228" y="585616"/>
                  </a:lnTo>
                  <a:lnTo>
                    <a:pt x="6711701" y="585616"/>
                  </a:lnTo>
                  <a:lnTo>
                    <a:pt x="6711859" y="585616"/>
                  </a:lnTo>
                  <a:lnTo>
                    <a:pt x="6712016" y="585185"/>
                  </a:lnTo>
                  <a:lnTo>
                    <a:pt x="6712332" y="585185"/>
                  </a:lnTo>
                  <a:lnTo>
                    <a:pt x="6712647" y="585185"/>
                  </a:lnTo>
                  <a:lnTo>
                    <a:pt x="6713120" y="585185"/>
                  </a:lnTo>
                  <a:lnTo>
                    <a:pt x="6713278" y="585185"/>
                  </a:lnTo>
                  <a:lnTo>
                    <a:pt x="6713436" y="584324"/>
                  </a:lnTo>
                  <a:lnTo>
                    <a:pt x="6713751" y="584324"/>
                  </a:lnTo>
                  <a:lnTo>
                    <a:pt x="6714382" y="583893"/>
                  </a:lnTo>
                  <a:lnTo>
                    <a:pt x="6715171" y="583893"/>
                  </a:lnTo>
                  <a:lnTo>
                    <a:pt x="6715328" y="583893"/>
                  </a:lnTo>
                  <a:lnTo>
                    <a:pt x="6715486" y="583893"/>
                  </a:lnTo>
                  <a:lnTo>
                    <a:pt x="6716590" y="582171"/>
                  </a:lnTo>
                  <a:lnTo>
                    <a:pt x="6716590" y="581740"/>
                  </a:lnTo>
                  <a:lnTo>
                    <a:pt x="6716748" y="581740"/>
                  </a:lnTo>
                  <a:lnTo>
                    <a:pt x="6717063" y="581740"/>
                  </a:lnTo>
                  <a:lnTo>
                    <a:pt x="6718798" y="580879"/>
                  </a:lnTo>
                  <a:lnTo>
                    <a:pt x="6719114" y="580879"/>
                  </a:lnTo>
                  <a:lnTo>
                    <a:pt x="6720060" y="580879"/>
                  </a:lnTo>
                  <a:lnTo>
                    <a:pt x="6720218" y="580879"/>
                  </a:lnTo>
                  <a:lnTo>
                    <a:pt x="6720375" y="580879"/>
                  </a:lnTo>
                  <a:lnTo>
                    <a:pt x="6720533" y="580879"/>
                  </a:lnTo>
                  <a:lnTo>
                    <a:pt x="6720691" y="580879"/>
                  </a:lnTo>
                  <a:lnTo>
                    <a:pt x="6721006" y="580879"/>
                  </a:lnTo>
                  <a:lnTo>
                    <a:pt x="6721322" y="580879"/>
                  </a:lnTo>
                  <a:lnTo>
                    <a:pt x="6721479" y="580879"/>
                  </a:lnTo>
                  <a:lnTo>
                    <a:pt x="6721637" y="580879"/>
                  </a:lnTo>
                  <a:lnTo>
                    <a:pt x="6721953" y="580879"/>
                  </a:lnTo>
                  <a:lnTo>
                    <a:pt x="6722899" y="580448"/>
                  </a:lnTo>
                  <a:lnTo>
                    <a:pt x="6723057" y="580448"/>
                  </a:lnTo>
                  <a:lnTo>
                    <a:pt x="6723372" y="580448"/>
                  </a:lnTo>
                  <a:lnTo>
                    <a:pt x="6724003" y="580448"/>
                  </a:lnTo>
                  <a:lnTo>
                    <a:pt x="6724161" y="580448"/>
                  </a:lnTo>
                  <a:lnTo>
                    <a:pt x="6724318" y="580448"/>
                  </a:lnTo>
                  <a:lnTo>
                    <a:pt x="6724476" y="580448"/>
                  </a:lnTo>
                  <a:lnTo>
                    <a:pt x="6724949" y="580018"/>
                  </a:lnTo>
                  <a:lnTo>
                    <a:pt x="6725107" y="580018"/>
                  </a:lnTo>
                  <a:lnTo>
                    <a:pt x="6725265" y="580018"/>
                  </a:lnTo>
                  <a:lnTo>
                    <a:pt x="6725422" y="580018"/>
                  </a:lnTo>
                  <a:lnTo>
                    <a:pt x="6725580" y="580018"/>
                  </a:lnTo>
                  <a:lnTo>
                    <a:pt x="6725580" y="579587"/>
                  </a:lnTo>
                  <a:lnTo>
                    <a:pt x="6725580" y="579157"/>
                  </a:lnTo>
                  <a:lnTo>
                    <a:pt x="6726211" y="575712"/>
                  </a:lnTo>
                  <a:lnTo>
                    <a:pt x="6726526" y="575712"/>
                  </a:lnTo>
                  <a:lnTo>
                    <a:pt x="6726684" y="575712"/>
                  </a:lnTo>
                  <a:lnTo>
                    <a:pt x="6727000" y="575712"/>
                  </a:lnTo>
                  <a:lnTo>
                    <a:pt x="6727315" y="575712"/>
                  </a:lnTo>
                  <a:lnTo>
                    <a:pt x="6727630" y="575712"/>
                  </a:lnTo>
                  <a:lnTo>
                    <a:pt x="6727946" y="575712"/>
                  </a:lnTo>
                  <a:lnTo>
                    <a:pt x="6729365" y="575281"/>
                  </a:lnTo>
                  <a:lnTo>
                    <a:pt x="6729838" y="574420"/>
                  </a:lnTo>
                  <a:lnTo>
                    <a:pt x="6730312" y="574420"/>
                  </a:lnTo>
                  <a:lnTo>
                    <a:pt x="6730469" y="574420"/>
                  </a:lnTo>
                  <a:lnTo>
                    <a:pt x="6730627" y="574420"/>
                  </a:lnTo>
                  <a:lnTo>
                    <a:pt x="6730942" y="574420"/>
                  </a:lnTo>
                  <a:lnTo>
                    <a:pt x="6731100" y="574420"/>
                  </a:lnTo>
                  <a:lnTo>
                    <a:pt x="6731258" y="574420"/>
                  </a:lnTo>
                  <a:lnTo>
                    <a:pt x="6731573" y="574420"/>
                  </a:lnTo>
                  <a:lnTo>
                    <a:pt x="6732204" y="573989"/>
                  </a:lnTo>
                  <a:lnTo>
                    <a:pt x="6732362" y="573989"/>
                  </a:lnTo>
                  <a:lnTo>
                    <a:pt x="6732520" y="573989"/>
                  </a:lnTo>
                  <a:lnTo>
                    <a:pt x="6733151" y="573559"/>
                  </a:lnTo>
                  <a:lnTo>
                    <a:pt x="6733624" y="573559"/>
                  </a:lnTo>
                  <a:lnTo>
                    <a:pt x="6734728" y="573128"/>
                  </a:lnTo>
                  <a:lnTo>
                    <a:pt x="6734885" y="573128"/>
                  </a:lnTo>
                  <a:lnTo>
                    <a:pt x="6735201" y="573128"/>
                  </a:lnTo>
                  <a:lnTo>
                    <a:pt x="6735359" y="573128"/>
                  </a:lnTo>
                  <a:lnTo>
                    <a:pt x="6736147" y="572698"/>
                  </a:lnTo>
                  <a:lnTo>
                    <a:pt x="6736305" y="572698"/>
                  </a:lnTo>
                  <a:lnTo>
                    <a:pt x="6736463" y="572698"/>
                  </a:lnTo>
                  <a:lnTo>
                    <a:pt x="6737093" y="572698"/>
                  </a:lnTo>
                  <a:lnTo>
                    <a:pt x="6738040" y="572698"/>
                  </a:lnTo>
                  <a:lnTo>
                    <a:pt x="6738986" y="572698"/>
                  </a:lnTo>
                  <a:lnTo>
                    <a:pt x="6739302" y="572698"/>
                  </a:lnTo>
                  <a:lnTo>
                    <a:pt x="6739932" y="572698"/>
                  </a:lnTo>
                  <a:lnTo>
                    <a:pt x="6740090" y="572698"/>
                  </a:lnTo>
                  <a:lnTo>
                    <a:pt x="6740406" y="572698"/>
                  </a:lnTo>
                  <a:lnTo>
                    <a:pt x="6741352" y="572698"/>
                  </a:lnTo>
                  <a:lnTo>
                    <a:pt x="6741510" y="572267"/>
                  </a:lnTo>
                  <a:lnTo>
                    <a:pt x="6742614" y="572267"/>
                  </a:lnTo>
                  <a:lnTo>
                    <a:pt x="6742771" y="572267"/>
                  </a:lnTo>
                  <a:lnTo>
                    <a:pt x="6744191" y="572267"/>
                  </a:lnTo>
                  <a:lnTo>
                    <a:pt x="6744664" y="572267"/>
                  </a:lnTo>
                  <a:lnTo>
                    <a:pt x="6744822" y="572267"/>
                  </a:lnTo>
                  <a:lnTo>
                    <a:pt x="6745137" y="572267"/>
                  </a:lnTo>
                  <a:lnTo>
                    <a:pt x="6745610" y="571836"/>
                  </a:lnTo>
                  <a:lnTo>
                    <a:pt x="6746083" y="571406"/>
                  </a:lnTo>
                  <a:lnTo>
                    <a:pt x="6747030" y="570545"/>
                  </a:lnTo>
                  <a:lnTo>
                    <a:pt x="6747503" y="570545"/>
                  </a:lnTo>
                  <a:lnTo>
                    <a:pt x="6747661" y="570545"/>
                  </a:lnTo>
                  <a:lnTo>
                    <a:pt x="6747818" y="570545"/>
                  </a:lnTo>
                  <a:lnTo>
                    <a:pt x="6748291" y="570114"/>
                  </a:lnTo>
                  <a:lnTo>
                    <a:pt x="6748291" y="569683"/>
                  </a:lnTo>
                  <a:lnTo>
                    <a:pt x="6748607" y="569253"/>
                  </a:lnTo>
                  <a:lnTo>
                    <a:pt x="6748765" y="569253"/>
                  </a:lnTo>
                  <a:lnTo>
                    <a:pt x="6749080" y="569253"/>
                  </a:lnTo>
                  <a:lnTo>
                    <a:pt x="6751130" y="568392"/>
                  </a:lnTo>
                  <a:lnTo>
                    <a:pt x="6751288" y="568392"/>
                  </a:lnTo>
                  <a:lnTo>
                    <a:pt x="6751446" y="568392"/>
                  </a:lnTo>
                  <a:lnTo>
                    <a:pt x="6751446" y="567961"/>
                  </a:lnTo>
                  <a:lnTo>
                    <a:pt x="6751919" y="567100"/>
                  </a:lnTo>
                  <a:lnTo>
                    <a:pt x="6752550" y="567100"/>
                  </a:lnTo>
                  <a:lnTo>
                    <a:pt x="6752708" y="567100"/>
                  </a:lnTo>
                  <a:lnTo>
                    <a:pt x="6753496" y="567100"/>
                  </a:lnTo>
                  <a:lnTo>
                    <a:pt x="6753969" y="567100"/>
                  </a:lnTo>
                  <a:lnTo>
                    <a:pt x="6754127" y="567100"/>
                  </a:lnTo>
                  <a:lnTo>
                    <a:pt x="6754285" y="567100"/>
                  </a:lnTo>
                  <a:lnTo>
                    <a:pt x="6754442" y="567100"/>
                  </a:lnTo>
                  <a:lnTo>
                    <a:pt x="6754600" y="566669"/>
                  </a:lnTo>
                  <a:lnTo>
                    <a:pt x="6754916" y="566669"/>
                  </a:lnTo>
                  <a:lnTo>
                    <a:pt x="6755073" y="566669"/>
                  </a:lnTo>
                  <a:lnTo>
                    <a:pt x="6755231" y="566669"/>
                  </a:lnTo>
                  <a:lnTo>
                    <a:pt x="6756493" y="565808"/>
                  </a:lnTo>
                  <a:lnTo>
                    <a:pt x="6757912" y="565377"/>
                  </a:lnTo>
                  <a:lnTo>
                    <a:pt x="6758228" y="565377"/>
                  </a:lnTo>
                  <a:lnTo>
                    <a:pt x="6759174" y="565377"/>
                  </a:lnTo>
                  <a:lnTo>
                    <a:pt x="6759332" y="565377"/>
                  </a:lnTo>
                  <a:lnTo>
                    <a:pt x="6759489" y="565377"/>
                  </a:lnTo>
                  <a:lnTo>
                    <a:pt x="6759805" y="565377"/>
                  </a:lnTo>
                  <a:lnTo>
                    <a:pt x="6760436" y="565377"/>
                  </a:lnTo>
                  <a:lnTo>
                    <a:pt x="6760593" y="565377"/>
                  </a:lnTo>
                  <a:lnTo>
                    <a:pt x="6760751" y="565377"/>
                  </a:lnTo>
                  <a:lnTo>
                    <a:pt x="6760909" y="565377"/>
                  </a:lnTo>
                  <a:lnTo>
                    <a:pt x="6760909" y="564947"/>
                  </a:lnTo>
                  <a:lnTo>
                    <a:pt x="6761224" y="564947"/>
                  </a:lnTo>
                  <a:lnTo>
                    <a:pt x="6761382" y="564947"/>
                  </a:lnTo>
                  <a:lnTo>
                    <a:pt x="6761698" y="564947"/>
                  </a:lnTo>
                  <a:lnTo>
                    <a:pt x="6761855" y="564947"/>
                  </a:lnTo>
                  <a:lnTo>
                    <a:pt x="6762013" y="564947"/>
                  </a:lnTo>
                  <a:lnTo>
                    <a:pt x="6762171" y="564947"/>
                  </a:lnTo>
                  <a:lnTo>
                    <a:pt x="6762328" y="564947"/>
                  </a:lnTo>
                  <a:lnTo>
                    <a:pt x="6762644" y="564947"/>
                  </a:lnTo>
                  <a:lnTo>
                    <a:pt x="6762802" y="564947"/>
                  </a:lnTo>
                  <a:lnTo>
                    <a:pt x="6763275" y="564947"/>
                  </a:lnTo>
                  <a:lnTo>
                    <a:pt x="6763748" y="564947"/>
                  </a:lnTo>
                  <a:lnTo>
                    <a:pt x="6764063" y="564947"/>
                  </a:lnTo>
                  <a:lnTo>
                    <a:pt x="6764221" y="564947"/>
                  </a:lnTo>
                  <a:lnTo>
                    <a:pt x="6764379" y="564947"/>
                  </a:lnTo>
                  <a:lnTo>
                    <a:pt x="6764379" y="563655"/>
                  </a:lnTo>
                  <a:lnTo>
                    <a:pt x="6764536" y="563655"/>
                  </a:lnTo>
                  <a:lnTo>
                    <a:pt x="6765010" y="563224"/>
                  </a:lnTo>
                  <a:lnTo>
                    <a:pt x="6765325" y="563224"/>
                  </a:lnTo>
                  <a:lnTo>
                    <a:pt x="6765798" y="563224"/>
                  </a:lnTo>
                  <a:lnTo>
                    <a:pt x="6766114" y="563224"/>
                  </a:lnTo>
                  <a:lnTo>
                    <a:pt x="6766587" y="562794"/>
                  </a:lnTo>
                  <a:lnTo>
                    <a:pt x="6766745" y="562794"/>
                  </a:lnTo>
                  <a:lnTo>
                    <a:pt x="6767375" y="562794"/>
                  </a:lnTo>
                  <a:lnTo>
                    <a:pt x="6767533" y="562794"/>
                  </a:lnTo>
                  <a:lnTo>
                    <a:pt x="6768637" y="562794"/>
                  </a:lnTo>
                  <a:lnTo>
                    <a:pt x="6768795" y="562794"/>
                  </a:lnTo>
                  <a:lnTo>
                    <a:pt x="6768953" y="562794"/>
                  </a:lnTo>
                  <a:lnTo>
                    <a:pt x="6769426" y="562363"/>
                  </a:lnTo>
                  <a:lnTo>
                    <a:pt x="6770530" y="561502"/>
                  </a:lnTo>
                  <a:lnTo>
                    <a:pt x="6770845" y="561071"/>
                  </a:lnTo>
                  <a:lnTo>
                    <a:pt x="6771949" y="560641"/>
                  </a:lnTo>
                  <a:lnTo>
                    <a:pt x="6772107" y="560210"/>
                  </a:lnTo>
                  <a:lnTo>
                    <a:pt x="6772422" y="560210"/>
                  </a:lnTo>
                  <a:lnTo>
                    <a:pt x="6772422" y="559349"/>
                  </a:lnTo>
                  <a:lnTo>
                    <a:pt x="6772580" y="559349"/>
                  </a:lnTo>
                  <a:lnTo>
                    <a:pt x="6772738" y="559349"/>
                  </a:lnTo>
                  <a:lnTo>
                    <a:pt x="6772896" y="559349"/>
                  </a:lnTo>
                  <a:lnTo>
                    <a:pt x="6773053" y="559349"/>
                  </a:lnTo>
                  <a:lnTo>
                    <a:pt x="6773684" y="558918"/>
                  </a:lnTo>
                  <a:lnTo>
                    <a:pt x="6774157" y="558918"/>
                  </a:lnTo>
                  <a:lnTo>
                    <a:pt x="6774473" y="558488"/>
                  </a:lnTo>
                  <a:lnTo>
                    <a:pt x="6774630" y="558488"/>
                  </a:lnTo>
                  <a:lnTo>
                    <a:pt x="6775419" y="558488"/>
                  </a:lnTo>
                  <a:lnTo>
                    <a:pt x="6775577" y="558488"/>
                  </a:lnTo>
                  <a:lnTo>
                    <a:pt x="6775734" y="558488"/>
                  </a:lnTo>
                  <a:lnTo>
                    <a:pt x="6776523" y="558488"/>
                  </a:lnTo>
                  <a:lnTo>
                    <a:pt x="6776838" y="558488"/>
                  </a:lnTo>
                  <a:lnTo>
                    <a:pt x="6777469" y="558057"/>
                  </a:lnTo>
                  <a:lnTo>
                    <a:pt x="6777627" y="558057"/>
                  </a:lnTo>
                  <a:lnTo>
                    <a:pt x="6778731" y="557627"/>
                  </a:lnTo>
                  <a:lnTo>
                    <a:pt x="6778889" y="557627"/>
                  </a:lnTo>
                  <a:lnTo>
                    <a:pt x="6778889" y="557196"/>
                  </a:lnTo>
                  <a:lnTo>
                    <a:pt x="6779362" y="556765"/>
                  </a:lnTo>
                  <a:lnTo>
                    <a:pt x="6779677" y="556335"/>
                  </a:lnTo>
                  <a:lnTo>
                    <a:pt x="6780151" y="556335"/>
                  </a:lnTo>
                  <a:lnTo>
                    <a:pt x="6780308" y="556335"/>
                  </a:lnTo>
                  <a:lnTo>
                    <a:pt x="6780466" y="556335"/>
                  </a:lnTo>
                  <a:lnTo>
                    <a:pt x="6780781" y="556335"/>
                  </a:lnTo>
                  <a:lnTo>
                    <a:pt x="6780939" y="556335"/>
                  </a:lnTo>
                  <a:lnTo>
                    <a:pt x="6781097" y="556335"/>
                  </a:lnTo>
                  <a:lnTo>
                    <a:pt x="6781255" y="556335"/>
                  </a:lnTo>
                  <a:lnTo>
                    <a:pt x="6781885" y="554612"/>
                  </a:lnTo>
                  <a:lnTo>
                    <a:pt x="6782832" y="554182"/>
                  </a:lnTo>
                  <a:lnTo>
                    <a:pt x="6783463" y="553751"/>
                  </a:lnTo>
                  <a:lnTo>
                    <a:pt x="6783778" y="553321"/>
                  </a:lnTo>
                  <a:lnTo>
                    <a:pt x="6783936" y="553321"/>
                  </a:lnTo>
                  <a:lnTo>
                    <a:pt x="6784251" y="553321"/>
                  </a:lnTo>
                  <a:lnTo>
                    <a:pt x="6784251" y="552890"/>
                  </a:lnTo>
                  <a:lnTo>
                    <a:pt x="6784567" y="552890"/>
                  </a:lnTo>
                  <a:lnTo>
                    <a:pt x="6784724" y="552890"/>
                  </a:lnTo>
                  <a:lnTo>
                    <a:pt x="6785198" y="552459"/>
                  </a:lnTo>
                  <a:lnTo>
                    <a:pt x="6785355" y="552459"/>
                  </a:lnTo>
                  <a:lnTo>
                    <a:pt x="6785355" y="552029"/>
                  </a:lnTo>
                  <a:lnTo>
                    <a:pt x="6785986" y="552029"/>
                  </a:lnTo>
                  <a:lnTo>
                    <a:pt x="6786144" y="552029"/>
                  </a:lnTo>
                  <a:lnTo>
                    <a:pt x="6786302" y="552029"/>
                  </a:lnTo>
                  <a:lnTo>
                    <a:pt x="6786617" y="551598"/>
                  </a:lnTo>
                  <a:lnTo>
                    <a:pt x="6786775" y="551598"/>
                  </a:lnTo>
                  <a:lnTo>
                    <a:pt x="6787090" y="551598"/>
                  </a:lnTo>
                  <a:lnTo>
                    <a:pt x="6788194" y="551168"/>
                  </a:lnTo>
                  <a:lnTo>
                    <a:pt x="6788510" y="551168"/>
                  </a:lnTo>
                  <a:lnTo>
                    <a:pt x="6788667" y="551168"/>
                  </a:lnTo>
                  <a:lnTo>
                    <a:pt x="6788825" y="551168"/>
                  </a:lnTo>
                  <a:lnTo>
                    <a:pt x="6789141" y="551168"/>
                  </a:lnTo>
                  <a:lnTo>
                    <a:pt x="6789456" y="550737"/>
                  </a:lnTo>
                  <a:lnTo>
                    <a:pt x="6790402" y="550737"/>
                  </a:lnTo>
                  <a:lnTo>
                    <a:pt x="6791191" y="550737"/>
                  </a:lnTo>
                  <a:lnTo>
                    <a:pt x="6791349" y="550737"/>
                  </a:lnTo>
                  <a:lnTo>
                    <a:pt x="6791506" y="550737"/>
                  </a:lnTo>
                  <a:lnTo>
                    <a:pt x="6791822" y="550737"/>
                  </a:lnTo>
                  <a:lnTo>
                    <a:pt x="6792453" y="550306"/>
                  </a:lnTo>
                  <a:lnTo>
                    <a:pt x="6792926" y="550306"/>
                  </a:lnTo>
                  <a:lnTo>
                    <a:pt x="6793557" y="550306"/>
                  </a:lnTo>
                  <a:lnTo>
                    <a:pt x="6794661" y="549445"/>
                  </a:lnTo>
                  <a:lnTo>
                    <a:pt x="6795607" y="549015"/>
                  </a:lnTo>
                  <a:lnTo>
                    <a:pt x="6795765" y="548584"/>
                  </a:lnTo>
                  <a:lnTo>
                    <a:pt x="6796396" y="548584"/>
                  </a:lnTo>
                  <a:lnTo>
                    <a:pt x="6797342" y="548584"/>
                  </a:lnTo>
                  <a:lnTo>
                    <a:pt x="6797500" y="548584"/>
                  </a:lnTo>
                  <a:lnTo>
                    <a:pt x="6797657" y="548153"/>
                  </a:lnTo>
                  <a:lnTo>
                    <a:pt x="6797815" y="548153"/>
                  </a:lnTo>
                  <a:lnTo>
                    <a:pt x="6798130" y="547292"/>
                  </a:lnTo>
                  <a:lnTo>
                    <a:pt x="6798604" y="547292"/>
                  </a:lnTo>
                  <a:lnTo>
                    <a:pt x="6798761" y="547292"/>
                  </a:lnTo>
                  <a:lnTo>
                    <a:pt x="6798919" y="546862"/>
                  </a:lnTo>
                  <a:lnTo>
                    <a:pt x="6799234" y="546862"/>
                  </a:lnTo>
                  <a:lnTo>
                    <a:pt x="6799550" y="546862"/>
                  </a:lnTo>
                  <a:lnTo>
                    <a:pt x="6800654" y="546862"/>
                  </a:lnTo>
                  <a:lnTo>
                    <a:pt x="6800812" y="546862"/>
                  </a:lnTo>
                  <a:lnTo>
                    <a:pt x="6801443" y="546862"/>
                  </a:lnTo>
                  <a:lnTo>
                    <a:pt x="6801600" y="546862"/>
                  </a:lnTo>
                  <a:lnTo>
                    <a:pt x="6801916" y="546431"/>
                  </a:lnTo>
                  <a:lnTo>
                    <a:pt x="6802073" y="546431"/>
                  </a:lnTo>
                  <a:lnTo>
                    <a:pt x="6803020" y="546000"/>
                  </a:lnTo>
                  <a:lnTo>
                    <a:pt x="6803177" y="546000"/>
                  </a:lnTo>
                  <a:lnTo>
                    <a:pt x="6803177" y="545570"/>
                  </a:lnTo>
                  <a:lnTo>
                    <a:pt x="6803335" y="545570"/>
                  </a:lnTo>
                  <a:lnTo>
                    <a:pt x="6803493" y="545570"/>
                  </a:lnTo>
                  <a:lnTo>
                    <a:pt x="6804124" y="545570"/>
                  </a:lnTo>
                  <a:lnTo>
                    <a:pt x="6805385" y="543847"/>
                  </a:lnTo>
                  <a:lnTo>
                    <a:pt x="6806332" y="543847"/>
                  </a:lnTo>
                  <a:lnTo>
                    <a:pt x="6806647" y="543847"/>
                  </a:lnTo>
                  <a:lnTo>
                    <a:pt x="6806647" y="543417"/>
                  </a:lnTo>
                  <a:lnTo>
                    <a:pt x="6806647" y="542986"/>
                  </a:lnTo>
                  <a:lnTo>
                    <a:pt x="6807278" y="542986"/>
                  </a:lnTo>
                  <a:lnTo>
                    <a:pt x="6807436" y="542986"/>
                  </a:lnTo>
                  <a:lnTo>
                    <a:pt x="6807594" y="542986"/>
                  </a:lnTo>
                  <a:lnTo>
                    <a:pt x="6807751" y="542986"/>
                  </a:lnTo>
                  <a:lnTo>
                    <a:pt x="6808382" y="542986"/>
                  </a:lnTo>
                  <a:lnTo>
                    <a:pt x="6808540" y="542986"/>
                  </a:lnTo>
                  <a:lnTo>
                    <a:pt x="6808540" y="542556"/>
                  </a:lnTo>
                  <a:lnTo>
                    <a:pt x="6809171" y="542556"/>
                  </a:lnTo>
                  <a:lnTo>
                    <a:pt x="6809644" y="542556"/>
                  </a:lnTo>
                  <a:lnTo>
                    <a:pt x="6809802" y="542556"/>
                  </a:lnTo>
                  <a:lnTo>
                    <a:pt x="6810117" y="542125"/>
                  </a:lnTo>
                  <a:lnTo>
                    <a:pt x="6811063" y="541264"/>
                  </a:lnTo>
                  <a:lnTo>
                    <a:pt x="6811379" y="540833"/>
                  </a:lnTo>
                  <a:lnTo>
                    <a:pt x="6811694" y="540833"/>
                  </a:lnTo>
                  <a:lnTo>
                    <a:pt x="6811694" y="540403"/>
                  </a:lnTo>
                  <a:lnTo>
                    <a:pt x="6811852" y="540403"/>
                  </a:lnTo>
                  <a:lnTo>
                    <a:pt x="6812010" y="540403"/>
                  </a:lnTo>
                  <a:lnTo>
                    <a:pt x="6812167" y="540403"/>
                  </a:lnTo>
                  <a:lnTo>
                    <a:pt x="6812167" y="539972"/>
                  </a:lnTo>
                  <a:lnTo>
                    <a:pt x="6812641" y="539972"/>
                  </a:lnTo>
                  <a:lnTo>
                    <a:pt x="6813429" y="538680"/>
                  </a:lnTo>
                  <a:lnTo>
                    <a:pt x="6814533" y="538680"/>
                  </a:lnTo>
                  <a:lnTo>
                    <a:pt x="6814691" y="538680"/>
                  </a:lnTo>
                  <a:lnTo>
                    <a:pt x="6814849" y="538680"/>
                  </a:lnTo>
                  <a:lnTo>
                    <a:pt x="6815006" y="538680"/>
                  </a:lnTo>
                  <a:lnTo>
                    <a:pt x="6815479" y="538680"/>
                  </a:lnTo>
                  <a:lnTo>
                    <a:pt x="6815795" y="538680"/>
                  </a:lnTo>
                  <a:lnTo>
                    <a:pt x="6815953" y="538680"/>
                  </a:lnTo>
                  <a:lnTo>
                    <a:pt x="6816426" y="538680"/>
                  </a:lnTo>
                  <a:lnTo>
                    <a:pt x="6817057" y="538250"/>
                  </a:lnTo>
                  <a:lnTo>
                    <a:pt x="6817530" y="538250"/>
                  </a:lnTo>
                  <a:lnTo>
                    <a:pt x="6817688" y="538250"/>
                  </a:lnTo>
                  <a:lnTo>
                    <a:pt x="6818161" y="538250"/>
                  </a:lnTo>
                  <a:lnTo>
                    <a:pt x="6818318" y="538250"/>
                  </a:lnTo>
                  <a:lnTo>
                    <a:pt x="6818476" y="538250"/>
                  </a:lnTo>
                  <a:lnTo>
                    <a:pt x="6820842" y="536958"/>
                  </a:lnTo>
                  <a:lnTo>
                    <a:pt x="6821315" y="536958"/>
                  </a:lnTo>
                  <a:lnTo>
                    <a:pt x="6821473" y="536958"/>
                  </a:lnTo>
                  <a:lnTo>
                    <a:pt x="6821788" y="536958"/>
                  </a:lnTo>
                  <a:lnTo>
                    <a:pt x="6821946" y="536527"/>
                  </a:lnTo>
                  <a:lnTo>
                    <a:pt x="6822104" y="536527"/>
                  </a:lnTo>
                  <a:lnTo>
                    <a:pt x="6822261" y="536527"/>
                  </a:lnTo>
                  <a:lnTo>
                    <a:pt x="6823050" y="536527"/>
                  </a:lnTo>
                  <a:lnTo>
                    <a:pt x="6823365" y="536527"/>
                  </a:lnTo>
                  <a:lnTo>
                    <a:pt x="6823523" y="536527"/>
                  </a:lnTo>
                  <a:lnTo>
                    <a:pt x="6823681" y="536527"/>
                  </a:lnTo>
                  <a:lnTo>
                    <a:pt x="6823996" y="536527"/>
                  </a:lnTo>
                  <a:lnTo>
                    <a:pt x="6824154" y="536527"/>
                  </a:lnTo>
                  <a:lnTo>
                    <a:pt x="6824469" y="535666"/>
                  </a:lnTo>
                  <a:lnTo>
                    <a:pt x="6824627" y="535666"/>
                  </a:lnTo>
                  <a:lnTo>
                    <a:pt x="6824627" y="535235"/>
                  </a:lnTo>
                  <a:lnTo>
                    <a:pt x="6825258" y="535235"/>
                  </a:lnTo>
                  <a:lnTo>
                    <a:pt x="6826520" y="533513"/>
                  </a:lnTo>
                  <a:lnTo>
                    <a:pt x="6826677" y="533513"/>
                  </a:lnTo>
                  <a:lnTo>
                    <a:pt x="6826993" y="533513"/>
                  </a:lnTo>
                  <a:lnTo>
                    <a:pt x="6827151" y="533513"/>
                  </a:lnTo>
                  <a:lnTo>
                    <a:pt x="6827308" y="533082"/>
                  </a:lnTo>
                  <a:lnTo>
                    <a:pt x="6827781" y="533082"/>
                  </a:lnTo>
                  <a:lnTo>
                    <a:pt x="6827939" y="533082"/>
                  </a:lnTo>
                  <a:lnTo>
                    <a:pt x="6828097" y="532652"/>
                  </a:lnTo>
                  <a:lnTo>
                    <a:pt x="6828255" y="531791"/>
                  </a:lnTo>
                  <a:lnTo>
                    <a:pt x="6828412" y="531791"/>
                  </a:lnTo>
                  <a:lnTo>
                    <a:pt x="6828570" y="531360"/>
                  </a:lnTo>
                  <a:lnTo>
                    <a:pt x="6830147" y="531360"/>
                  </a:lnTo>
                  <a:lnTo>
                    <a:pt x="6830463" y="531360"/>
                  </a:lnTo>
                  <a:lnTo>
                    <a:pt x="6830463" y="530929"/>
                  </a:lnTo>
                  <a:lnTo>
                    <a:pt x="6830778" y="530929"/>
                  </a:lnTo>
                  <a:lnTo>
                    <a:pt x="6831094" y="530929"/>
                  </a:lnTo>
                  <a:lnTo>
                    <a:pt x="6831251" y="530929"/>
                  </a:lnTo>
                  <a:lnTo>
                    <a:pt x="6833302" y="529638"/>
                  </a:lnTo>
                  <a:lnTo>
                    <a:pt x="6833459" y="529638"/>
                  </a:lnTo>
                  <a:lnTo>
                    <a:pt x="6833617" y="529207"/>
                  </a:lnTo>
                  <a:lnTo>
                    <a:pt x="6833775" y="529207"/>
                  </a:lnTo>
                  <a:lnTo>
                    <a:pt x="6833932" y="528776"/>
                  </a:lnTo>
                  <a:lnTo>
                    <a:pt x="6834248" y="528776"/>
                  </a:lnTo>
                  <a:lnTo>
                    <a:pt x="6834406" y="528776"/>
                  </a:lnTo>
                  <a:lnTo>
                    <a:pt x="6834563" y="528776"/>
                  </a:lnTo>
                  <a:lnTo>
                    <a:pt x="6834721" y="528776"/>
                  </a:lnTo>
                  <a:lnTo>
                    <a:pt x="6835194" y="528346"/>
                  </a:lnTo>
                  <a:lnTo>
                    <a:pt x="6836141" y="528346"/>
                  </a:lnTo>
                  <a:lnTo>
                    <a:pt x="6836298" y="528346"/>
                  </a:lnTo>
                  <a:lnTo>
                    <a:pt x="6836456" y="528346"/>
                  </a:lnTo>
                  <a:lnTo>
                    <a:pt x="6836614" y="527915"/>
                  </a:lnTo>
                  <a:lnTo>
                    <a:pt x="6836771" y="527915"/>
                  </a:lnTo>
                  <a:lnTo>
                    <a:pt x="6836929" y="527915"/>
                  </a:lnTo>
                  <a:lnTo>
                    <a:pt x="6837245" y="527915"/>
                  </a:lnTo>
                  <a:lnTo>
                    <a:pt x="6837875" y="527054"/>
                  </a:lnTo>
                  <a:lnTo>
                    <a:pt x="6838033" y="527054"/>
                  </a:lnTo>
                  <a:lnTo>
                    <a:pt x="6838349" y="527054"/>
                  </a:lnTo>
                  <a:lnTo>
                    <a:pt x="6838506" y="527054"/>
                  </a:lnTo>
                  <a:lnTo>
                    <a:pt x="6838979" y="527054"/>
                  </a:lnTo>
                  <a:lnTo>
                    <a:pt x="6839137" y="527054"/>
                  </a:lnTo>
                  <a:lnTo>
                    <a:pt x="6839926" y="527054"/>
                  </a:lnTo>
                  <a:lnTo>
                    <a:pt x="6840084" y="527054"/>
                  </a:lnTo>
                  <a:lnTo>
                    <a:pt x="6840872" y="526623"/>
                  </a:lnTo>
                  <a:lnTo>
                    <a:pt x="6841976" y="526193"/>
                  </a:lnTo>
                  <a:lnTo>
                    <a:pt x="6842134" y="526193"/>
                  </a:lnTo>
                  <a:lnTo>
                    <a:pt x="6842449" y="526193"/>
                  </a:lnTo>
                  <a:lnTo>
                    <a:pt x="6843238" y="526193"/>
                  </a:lnTo>
                  <a:lnTo>
                    <a:pt x="6843396" y="526193"/>
                  </a:lnTo>
                  <a:lnTo>
                    <a:pt x="6843553" y="526193"/>
                  </a:lnTo>
                  <a:lnTo>
                    <a:pt x="6843869" y="526193"/>
                  </a:lnTo>
                  <a:lnTo>
                    <a:pt x="6844184" y="526193"/>
                  </a:lnTo>
                  <a:lnTo>
                    <a:pt x="6844342" y="526193"/>
                  </a:lnTo>
                  <a:lnTo>
                    <a:pt x="6844500" y="525762"/>
                  </a:lnTo>
                  <a:lnTo>
                    <a:pt x="6844815" y="525762"/>
                  </a:lnTo>
                  <a:lnTo>
                    <a:pt x="6845288" y="525762"/>
                  </a:lnTo>
                  <a:lnTo>
                    <a:pt x="6845446" y="525762"/>
                  </a:lnTo>
                  <a:lnTo>
                    <a:pt x="6845761" y="525762"/>
                  </a:lnTo>
                  <a:lnTo>
                    <a:pt x="6845919" y="525762"/>
                  </a:lnTo>
                  <a:lnTo>
                    <a:pt x="6848443" y="524470"/>
                  </a:lnTo>
                  <a:lnTo>
                    <a:pt x="6848443" y="524040"/>
                  </a:lnTo>
                  <a:lnTo>
                    <a:pt x="6848916" y="524040"/>
                  </a:lnTo>
                  <a:lnTo>
                    <a:pt x="6849231" y="524040"/>
                  </a:lnTo>
                  <a:lnTo>
                    <a:pt x="6849704" y="523609"/>
                  </a:lnTo>
                  <a:lnTo>
                    <a:pt x="6849862" y="523609"/>
                  </a:lnTo>
                  <a:lnTo>
                    <a:pt x="6849862" y="523179"/>
                  </a:lnTo>
                  <a:lnTo>
                    <a:pt x="6849862" y="522748"/>
                  </a:lnTo>
                  <a:lnTo>
                    <a:pt x="6850020" y="522748"/>
                  </a:lnTo>
                  <a:lnTo>
                    <a:pt x="6850177" y="522748"/>
                  </a:lnTo>
                  <a:lnTo>
                    <a:pt x="6850651" y="522317"/>
                  </a:lnTo>
                  <a:lnTo>
                    <a:pt x="6851282" y="522317"/>
                  </a:lnTo>
                  <a:lnTo>
                    <a:pt x="6852386" y="522317"/>
                  </a:lnTo>
                  <a:lnTo>
                    <a:pt x="6852386" y="521887"/>
                  </a:lnTo>
                  <a:lnTo>
                    <a:pt x="6852543" y="521456"/>
                  </a:lnTo>
                  <a:lnTo>
                    <a:pt x="6852701" y="521456"/>
                  </a:lnTo>
                  <a:lnTo>
                    <a:pt x="6853016" y="521456"/>
                  </a:lnTo>
                  <a:lnTo>
                    <a:pt x="6853490" y="520164"/>
                  </a:lnTo>
                  <a:lnTo>
                    <a:pt x="6854120" y="520164"/>
                  </a:lnTo>
                  <a:lnTo>
                    <a:pt x="6854594" y="520164"/>
                  </a:lnTo>
                  <a:lnTo>
                    <a:pt x="6855067" y="519734"/>
                  </a:lnTo>
                  <a:lnTo>
                    <a:pt x="6855224" y="519303"/>
                  </a:lnTo>
                  <a:lnTo>
                    <a:pt x="6855540" y="518873"/>
                  </a:lnTo>
                  <a:lnTo>
                    <a:pt x="6855698" y="518873"/>
                  </a:lnTo>
                  <a:lnTo>
                    <a:pt x="6855698" y="518442"/>
                  </a:lnTo>
                  <a:lnTo>
                    <a:pt x="6856013" y="518011"/>
                  </a:lnTo>
                  <a:lnTo>
                    <a:pt x="6856171" y="518011"/>
                  </a:lnTo>
                  <a:lnTo>
                    <a:pt x="6856328" y="517150"/>
                  </a:lnTo>
                  <a:lnTo>
                    <a:pt x="6856959" y="517150"/>
                  </a:lnTo>
                  <a:lnTo>
                    <a:pt x="6857748" y="516720"/>
                  </a:lnTo>
                  <a:lnTo>
                    <a:pt x="6858063" y="516720"/>
                  </a:lnTo>
                  <a:lnTo>
                    <a:pt x="6859483" y="516289"/>
                  </a:lnTo>
                  <a:lnTo>
                    <a:pt x="6860114" y="516289"/>
                  </a:lnTo>
                  <a:lnTo>
                    <a:pt x="6860271" y="516289"/>
                  </a:lnTo>
                  <a:lnTo>
                    <a:pt x="6860429" y="516289"/>
                  </a:lnTo>
                  <a:lnTo>
                    <a:pt x="6860902" y="516289"/>
                  </a:lnTo>
                  <a:lnTo>
                    <a:pt x="6861060" y="516289"/>
                  </a:lnTo>
                  <a:lnTo>
                    <a:pt x="6862006" y="516289"/>
                  </a:lnTo>
                  <a:lnTo>
                    <a:pt x="6862637" y="516289"/>
                  </a:lnTo>
                  <a:lnTo>
                    <a:pt x="6862953" y="516289"/>
                  </a:lnTo>
                  <a:lnTo>
                    <a:pt x="6863584" y="516289"/>
                  </a:lnTo>
                  <a:lnTo>
                    <a:pt x="6863741" y="516289"/>
                  </a:lnTo>
                  <a:lnTo>
                    <a:pt x="6863899" y="516289"/>
                  </a:lnTo>
                  <a:lnTo>
                    <a:pt x="6864372" y="516289"/>
                  </a:lnTo>
                  <a:lnTo>
                    <a:pt x="6864688" y="516289"/>
                  </a:lnTo>
                  <a:lnTo>
                    <a:pt x="6865634" y="516289"/>
                  </a:lnTo>
                  <a:lnTo>
                    <a:pt x="6865792" y="516289"/>
                  </a:lnTo>
                  <a:lnTo>
                    <a:pt x="6865949" y="516289"/>
                  </a:lnTo>
                  <a:lnTo>
                    <a:pt x="6866580" y="516289"/>
                  </a:lnTo>
                  <a:lnTo>
                    <a:pt x="6867053" y="516289"/>
                  </a:lnTo>
                  <a:lnTo>
                    <a:pt x="6867526" y="516289"/>
                  </a:lnTo>
                  <a:lnTo>
                    <a:pt x="6868473" y="516289"/>
                  </a:lnTo>
                  <a:lnTo>
                    <a:pt x="6868788" y="516289"/>
                  </a:lnTo>
                  <a:lnTo>
                    <a:pt x="6868788" y="515858"/>
                  </a:lnTo>
                  <a:lnTo>
                    <a:pt x="6868946" y="515858"/>
                  </a:lnTo>
                  <a:lnTo>
                    <a:pt x="6869104" y="515858"/>
                  </a:lnTo>
                  <a:lnTo>
                    <a:pt x="6869261" y="515428"/>
                  </a:lnTo>
                  <a:lnTo>
                    <a:pt x="6869419" y="514997"/>
                  </a:lnTo>
                  <a:lnTo>
                    <a:pt x="6869735" y="514997"/>
                  </a:lnTo>
                  <a:lnTo>
                    <a:pt x="6869892" y="514997"/>
                  </a:lnTo>
                  <a:lnTo>
                    <a:pt x="6870050" y="514997"/>
                  </a:lnTo>
                  <a:lnTo>
                    <a:pt x="6872258" y="513275"/>
                  </a:lnTo>
                  <a:lnTo>
                    <a:pt x="6872416" y="513275"/>
                  </a:lnTo>
                  <a:lnTo>
                    <a:pt x="6872731" y="513275"/>
                  </a:lnTo>
                  <a:lnTo>
                    <a:pt x="6872731" y="512844"/>
                  </a:lnTo>
                  <a:lnTo>
                    <a:pt x="6873047" y="512844"/>
                  </a:lnTo>
                  <a:lnTo>
                    <a:pt x="6873204" y="512844"/>
                  </a:lnTo>
                  <a:lnTo>
                    <a:pt x="6873362" y="512844"/>
                  </a:lnTo>
                  <a:lnTo>
                    <a:pt x="6873520" y="512414"/>
                  </a:lnTo>
                  <a:lnTo>
                    <a:pt x="6873835" y="512414"/>
                  </a:lnTo>
                  <a:lnTo>
                    <a:pt x="6874308" y="511983"/>
                  </a:lnTo>
                  <a:lnTo>
                    <a:pt x="6874782" y="511552"/>
                  </a:lnTo>
                  <a:lnTo>
                    <a:pt x="6875570" y="510261"/>
                  </a:lnTo>
                  <a:lnTo>
                    <a:pt x="6875728" y="510261"/>
                  </a:lnTo>
                  <a:lnTo>
                    <a:pt x="6876359" y="509830"/>
                  </a:lnTo>
                  <a:lnTo>
                    <a:pt x="6876516" y="509830"/>
                  </a:lnTo>
                  <a:lnTo>
                    <a:pt x="6876674" y="509830"/>
                  </a:lnTo>
                  <a:lnTo>
                    <a:pt x="6876990" y="509830"/>
                  </a:lnTo>
                  <a:lnTo>
                    <a:pt x="6877147" y="509830"/>
                  </a:lnTo>
                  <a:lnTo>
                    <a:pt x="6877620" y="509830"/>
                  </a:lnTo>
                  <a:lnTo>
                    <a:pt x="6877778" y="509830"/>
                  </a:lnTo>
                  <a:lnTo>
                    <a:pt x="6878094" y="509830"/>
                  </a:lnTo>
                  <a:lnTo>
                    <a:pt x="6878567" y="508969"/>
                  </a:lnTo>
                  <a:lnTo>
                    <a:pt x="6878882" y="508538"/>
                  </a:lnTo>
                  <a:lnTo>
                    <a:pt x="6879040" y="508538"/>
                  </a:lnTo>
                  <a:lnTo>
                    <a:pt x="6879198" y="508538"/>
                  </a:lnTo>
                  <a:lnTo>
                    <a:pt x="6880459" y="508108"/>
                  </a:lnTo>
                  <a:lnTo>
                    <a:pt x="6880617" y="508108"/>
                  </a:lnTo>
                  <a:lnTo>
                    <a:pt x="6880775" y="508108"/>
                  </a:lnTo>
                  <a:lnTo>
                    <a:pt x="6880933" y="508108"/>
                  </a:lnTo>
                  <a:lnTo>
                    <a:pt x="6881406" y="508108"/>
                  </a:lnTo>
                  <a:lnTo>
                    <a:pt x="6881406" y="507677"/>
                  </a:lnTo>
                  <a:lnTo>
                    <a:pt x="6881879" y="506816"/>
                  </a:lnTo>
                  <a:lnTo>
                    <a:pt x="6882510" y="506385"/>
                  </a:lnTo>
                  <a:lnTo>
                    <a:pt x="6882825" y="506385"/>
                  </a:lnTo>
                  <a:lnTo>
                    <a:pt x="6883141" y="505955"/>
                  </a:lnTo>
                  <a:lnTo>
                    <a:pt x="6883298" y="505955"/>
                  </a:lnTo>
                  <a:lnTo>
                    <a:pt x="6883456" y="505955"/>
                  </a:lnTo>
                  <a:lnTo>
                    <a:pt x="6884402" y="505955"/>
                  </a:lnTo>
                  <a:lnTo>
                    <a:pt x="6884560" y="505955"/>
                  </a:lnTo>
                  <a:lnTo>
                    <a:pt x="6884718" y="505955"/>
                  </a:lnTo>
                  <a:lnTo>
                    <a:pt x="6884876" y="505955"/>
                  </a:lnTo>
                  <a:lnTo>
                    <a:pt x="6885349" y="505955"/>
                  </a:lnTo>
                  <a:lnTo>
                    <a:pt x="6885980" y="505955"/>
                  </a:lnTo>
                  <a:lnTo>
                    <a:pt x="6886610" y="505093"/>
                  </a:lnTo>
                  <a:lnTo>
                    <a:pt x="6886768" y="505093"/>
                  </a:lnTo>
                  <a:lnTo>
                    <a:pt x="6887241" y="505093"/>
                  </a:lnTo>
                  <a:lnTo>
                    <a:pt x="6887714" y="504232"/>
                  </a:lnTo>
                  <a:lnTo>
                    <a:pt x="6887872" y="504232"/>
                  </a:lnTo>
                  <a:lnTo>
                    <a:pt x="6888030" y="504232"/>
                  </a:lnTo>
                  <a:lnTo>
                    <a:pt x="6890080" y="503371"/>
                  </a:lnTo>
                  <a:lnTo>
                    <a:pt x="6890238" y="503371"/>
                  </a:lnTo>
                  <a:lnTo>
                    <a:pt x="6891027" y="503371"/>
                  </a:lnTo>
                  <a:lnTo>
                    <a:pt x="6891342" y="502940"/>
                  </a:lnTo>
                  <a:lnTo>
                    <a:pt x="6891500" y="502940"/>
                  </a:lnTo>
                  <a:lnTo>
                    <a:pt x="6891815" y="502940"/>
                  </a:lnTo>
                  <a:lnTo>
                    <a:pt x="6891973" y="502940"/>
                  </a:lnTo>
                  <a:lnTo>
                    <a:pt x="6892288" y="502940"/>
                  </a:lnTo>
                  <a:lnTo>
                    <a:pt x="6892446" y="502940"/>
                  </a:lnTo>
                  <a:lnTo>
                    <a:pt x="6892919" y="502940"/>
                  </a:lnTo>
                  <a:lnTo>
                    <a:pt x="6893235" y="502940"/>
                  </a:lnTo>
                  <a:lnTo>
                    <a:pt x="6893392" y="502940"/>
                  </a:lnTo>
                  <a:lnTo>
                    <a:pt x="6893865" y="502510"/>
                  </a:lnTo>
                  <a:lnTo>
                    <a:pt x="6894023" y="502510"/>
                  </a:lnTo>
                  <a:lnTo>
                    <a:pt x="6894181" y="502510"/>
                  </a:lnTo>
                  <a:lnTo>
                    <a:pt x="6894339" y="502079"/>
                  </a:lnTo>
                  <a:lnTo>
                    <a:pt x="6894496" y="502079"/>
                  </a:lnTo>
                  <a:lnTo>
                    <a:pt x="6894654" y="501649"/>
                  </a:lnTo>
                  <a:lnTo>
                    <a:pt x="6895127" y="501649"/>
                  </a:lnTo>
                  <a:lnTo>
                    <a:pt x="6896073" y="501649"/>
                  </a:lnTo>
                  <a:lnTo>
                    <a:pt x="6896231" y="501649"/>
                  </a:lnTo>
                  <a:lnTo>
                    <a:pt x="6896389" y="501649"/>
                  </a:lnTo>
                  <a:lnTo>
                    <a:pt x="6896547" y="501649"/>
                  </a:lnTo>
                  <a:lnTo>
                    <a:pt x="6896704" y="501649"/>
                  </a:lnTo>
                  <a:lnTo>
                    <a:pt x="6897335" y="501218"/>
                  </a:lnTo>
                  <a:lnTo>
                    <a:pt x="6898439" y="501218"/>
                  </a:lnTo>
                  <a:lnTo>
                    <a:pt x="6898597" y="501218"/>
                  </a:lnTo>
                  <a:lnTo>
                    <a:pt x="6898912" y="501218"/>
                  </a:lnTo>
                  <a:lnTo>
                    <a:pt x="6899070" y="501218"/>
                  </a:lnTo>
                  <a:lnTo>
                    <a:pt x="6899228" y="501218"/>
                  </a:lnTo>
                  <a:lnTo>
                    <a:pt x="6900332" y="501218"/>
                  </a:lnTo>
                  <a:lnTo>
                    <a:pt x="6900490" y="501218"/>
                  </a:lnTo>
                  <a:lnTo>
                    <a:pt x="6900805" y="501218"/>
                  </a:lnTo>
                  <a:lnTo>
                    <a:pt x="6901436" y="501218"/>
                  </a:lnTo>
                  <a:lnTo>
                    <a:pt x="6901594" y="501218"/>
                  </a:lnTo>
                  <a:lnTo>
                    <a:pt x="6901751" y="501218"/>
                  </a:lnTo>
                  <a:lnTo>
                    <a:pt x="6901909" y="501218"/>
                  </a:lnTo>
                  <a:lnTo>
                    <a:pt x="6902540" y="501218"/>
                  </a:lnTo>
                  <a:lnTo>
                    <a:pt x="6903013" y="500787"/>
                  </a:lnTo>
                  <a:lnTo>
                    <a:pt x="6903644" y="500357"/>
                  </a:lnTo>
                  <a:lnTo>
                    <a:pt x="6904433" y="500357"/>
                  </a:lnTo>
                  <a:lnTo>
                    <a:pt x="6904590" y="500357"/>
                  </a:lnTo>
                  <a:lnTo>
                    <a:pt x="6904906" y="500357"/>
                  </a:lnTo>
                  <a:lnTo>
                    <a:pt x="6905063" y="500357"/>
                  </a:lnTo>
                  <a:lnTo>
                    <a:pt x="6905379" y="499926"/>
                  </a:lnTo>
                  <a:lnTo>
                    <a:pt x="6905537" y="499926"/>
                  </a:lnTo>
                  <a:lnTo>
                    <a:pt x="6907745" y="499496"/>
                  </a:lnTo>
                  <a:lnTo>
                    <a:pt x="6908060" y="499065"/>
                  </a:lnTo>
                  <a:lnTo>
                    <a:pt x="6908218" y="499065"/>
                  </a:lnTo>
                  <a:lnTo>
                    <a:pt x="6908533" y="499065"/>
                  </a:lnTo>
                  <a:lnTo>
                    <a:pt x="6908849" y="499065"/>
                  </a:lnTo>
                  <a:lnTo>
                    <a:pt x="6908849" y="498634"/>
                  </a:lnTo>
                  <a:lnTo>
                    <a:pt x="6909006" y="498634"/>
                  </a:lnTo>
                  <a:lnTo>
                    <a:pt x="6909322" y="498634"/>
                  </a:lnTo>
                  <a:lnTo>
                    <a:pt x="6909953" y="498634"/>
                  </a:lnTo>
                  <a:lnTo>
                    <a:pt x="6910426" y="498634"/>
                  </a:lnTo>
                  <a:lnTo>
                    <a:pt x="6911688" y="497773"/>
                  </a:lnTo>
                  <a:lnTo>
                    <a:pt x="6912318" y="497773"/>
                  </a:lnTo>
                  <a:lnTo>
                    <a:pt x="6912634" y="497773"/>
                  </a:lnTo>
                  <a:lnTo>
                    <a:pt x="6912949" y="497773"/>
                  </a:lnTo>
                  <a:lnTo>
                    <a:pt x="6913107" y="497773"/>
                  </a:lnTo>
                  <a:lnTo>
                    <a:pt x="6913580" y="497773"/>
                  </a:lnTo>
                  <a:lnTo>
                    <a:pt x="6913738" y="497773"/>
                  </a:lnTo>
                  <a:lnTo>
                    <a:pt x="6914211" y="497343"/>
                  </a:lnTo>
                  <a:lnTo>
                    <a:pt x="6915000" y="497343"/>
                  </a:lnTo>
                  <a:lnTo>
                    <a:pt x="6915946" y="497343"/>
                  </a:lnTo>
                  <a:lnTo>
                    <a:pt x="6916419" y="497343"/>
                  </a:lnTo>
                  <a:lnTo>
                    <a:pt x="6917050" y="497343"/>
                  </a:lnTo>
                  <a:lnTo>
                    <a:pt x="6917681" y="497343"/>
                  </a:lnTo>
                  <a:lnTo>
                    <a:pt x="6917839" y="497343"/>
                  </a:lnTo>
                  <a:lnTo>
                    <a:pt x="6917996" y="496912"/>
                  </a:lnTo>
                  <a:lnTo>
                    <a:pt x="6918154" y="496912"/>
                  </a:lnTo>
                  <a:lnTo>
                    <a:pt x="6918943" y="496912"/>
                  </a:lnTo>
                  <a:lnTo>
                    <a:pt x="6919100" y="496912"/>
                  </a:lnTo>
                  <a:lnTo>
                    <a:pt x="6919574" y="496912"/>
                  </a:lnTo>
                  <a:lnTo>
                    <a:pt x="6920520" y="496481"/>
                  </a:lnTo>
                  <a:lnTo>
                    <a:pt x="6921151" y="496051"/>
                  </a:lnTo>
                  <a:lnTo>
                    <a:pt x="6921466" y="496051"/>
                  </a:lnTo>
                  <a:lnTo>
                    <a:pt x="6921782" y="494759"/>
                  </a:lnTo>
                  <a:lnTo>
                    <a:pt x="6922412" y="494759"/>
                  </a:lnTo>
                  <a:lnTo>
                    <a:pt x="6922570" y="494759"/>
                  </a:lnTo>
                  <a:lnTo>
                    <a:pt x="6922728" y="494759"/>
                  </a:lnTo>
                  <a:lnTo>
                    <a:pt x="6922886" y="494759"/>
                  </a:lnTo>
                  <a:lnTo>
                    <a:pt x="6923043" y="494759"/>
                  </a:lnTo>
                  <a:lnTo>
                    <a:pt x="6923201" y="494759"/>
                  </a:lnTo>
                  <a:lnTo>
                    <a:pt x="6923359" y="494328"/>
                  </a:lnTo>
                  <a:lnTo>
                    <a:pt x="6923674" y="494328"/>
                  </a:lnTo>
                  <a:lnTo>
                    <a:pt x="6923832" y="494328"/>
                  </a:lnTo>
                  <a:lnTo>
                    <a:pt x="6923990" y="494328"/>
                  </a:lnTo>
                  <a:lnTo>
                    <a:pt x="6924147" y="494328"/>
                  </a:lnTo>
                  <a:lnTo>
                    <a:pt x="6925882" y="493037"/>
                  </a:lnTo>
                  <a:lnTo>
                    <a:pt x="6926040" y="493037"/>
                  </a:lnTo>
                  <a:lnTo>
                    <a:pt x="6926198" y="493037"/>
                  </a:lnTo>
                  <a:lnTo>
                    <a:pt x="6926671" y="492175"/>
                  </a:lnTo>
                  <a:lnTo>
                    <a:pt x="6926986" y="492175"/>
                  </a:lnTo>
                  <a:lnTo>
                    <a:pt x="6927144" y="492175"/>
                  </a:lnTo>
                  <a:lnTo>
                    <a:pt x="6927302" y="492175"/>
                  </a:lnTo>
                  <a:lnTo>
                    <a:pt x="6927459" y="492175"/>
                  </a:lnTo>
                  <a:lnTo>
                    <a:pt x="6927775" y="492175"/>
                  </a:lnTo>
                  <a:lnTo>
                    <a:pt x="6927933" y="492175"/>
                  </a:lnTo>
                  <a:lnTo>
                    <a:pt x="6928248" y="491745"/>
                  </a:lnTo>
                  <a:lnTo>
                    <a:pt x="6928721" y="491745"/>
                  </a:lnTo>
                  <a:lnTo>
                    <a:pt x="6928879" y="491745"/>
                  </a:lnTo>
                  <a:lnTo>
                    <a:pt x="6929510" y="491745"/>
                  </a:lnTo>
                  <a:lnTo>
                    <a:pt x="6929510" y="491314"/>
                  </a:lnTo>
                  <a:lnTo>
                    <a:pt x="6929667" y="491314"/>
                  </a:lnTo>
                  <a:lnTo>
                    <a:pt x="6929825" y="490884"/>
                  </a:lnTo>
                  <a:lnTo>
                    <a:pt x="6930141" y="490884"/>
                  </a:lnTo>
                  <a:lnTo>
                    <a:pt x="6930141" y="490453"/>
                  </a:lnTo>
                  <a:lnTo>
                    <a:pt x="6931245" y="490453"/>
                  </a:lnTo>
                  <a:lnTo>
                    <a:pt x="6931402" y="490453"/>
                  </a:lnTo>
                  <a:lnTo>
                    <a:pt x="6931560" y="490022"/>
                  </a:lnTo>
                  <a:lnTo>
                    <a:pt x="6932822" y="489592"/>
                  </a:lnTo>
                  <a:lnTo>
                    <a:pt x="6932980" y="489592"/>
                  </a:lnTo>
                  <a:lnTo>
                    <a:pt x="6933137" y="489592"/>
                  </a:lnTo>
                  <a:lnTo>
                    <a:pt x="6933768" y="489592"/>
                  </a:lnTo>
                  <a:lnTo>
                    <a:pt x="6934872" y="489592"/>
                  </a:lnTo>
                  <a:lnTo>
                    <a:pt x="6934872" y="489161"/>
                  </a:lnTo>
                  <a:lnTo>
                    <a:pt x="6935030" y="489161"/>
                  </a:lnTo>
                  <a:lnTo>
                    <a:pt x="6935503" y="488300"/>
                  </a:lnTo>
                  <a:lnTo>
                    <a:pt x="6936607" y="487869"/>
                  </a:lnTo>
                  <a:lnTo>
                    <a:pt x="6936923" y="487869"/>
                  </a:lnTo>
                  <a:lnTo>
                    <a:pt x="6937080" y="487869"/>
                  </a:lnTo>
                  <a:lnTo>
                    <a:pt x="6938973" y="487439"/>
                  </a:lnTo>
                  <a:lnTo>
                    <a:pt x="6939131" y="487008"/>
                  </a:lnTo>
                  <a:lnTo>
                    <a:pt x="6939288" y="487008"/>
                  </a:lnTo>
                  <a:lnTo>
                    <a:pt x="6939446" y="487008"/>
                  </a:lnTo>
                  <a:lnTo>
                    <a:pt x="6939446" y="486578"/>
                  </a:lnTo>
                  <a:lnTo>
                    <a:pt x="6939446" y="486147"/>
                  </a:lnTo>
                  <a:lnTo>
                    <a:pt x="6939761" y="486147"/>
                  </a:lnTo>
                  <a:lnTo>
                    <a:pt x="6939919" y="486147"/>
                  </a:lnTo>
                  <a:lnTo>
                    <a:pt x="6940077" y="486147"/>
                  </a:lnTo>
                  <a:lnTo>
                    <a:pt x="6941023" y="485716"/>
                  </a:lnTo>
                  <a:lnTo>
                    <a:pt x="6941496" y="485716"/>
                  </a:lnTo>
                  <a:lnTo>
                    <a:pt x="6941812" y="485716"/>
                  </a:lnTo>
                  <a:lnTo>
                    <a:pt x="6942758" y="485716"/>
                  </a:lnTo>
                  <a:lnTo>
                    <a:pt x="6943231" y="485286"/>
                  </a:lnTo>
                  <a:lnTo>
                    <a:pt x="6943389" y="485286"/>
                  </a:lnTo>
                  <a:lnTo>
                    <a:pt x="6943547" y="485286"/>
                  </a:lnTo>
                  <a:lnTo>
                    <a:pt x="6944178" y="485286"/>
                  </a:lnTo>
                  <a:lnTo>
                    <a:pt x="6944651" y="484855"/>
                  </a:lnTo>
                  <a:lnTo>
                    <a:pt x="6945282" y="484855"/>
                  </a:lnTo>
                  <a:lnTo>
                    <a:pt x="6945597" y="484855"/>
                  </a:lnTo>
                  <a:lnTo>
                    <a:pt x="6946070" y="484855"/>
                  </a:lnTo>
                  <a:lnTo>
                    <a:pt x="6946543" y="484425"/>
                  </a:lnTo>
                  <a:lnTo>
                    <a:pt x="6947647" y="483133"/>
                  </a:lnTo>
                  <a:lnTo>
                    <a:pt x="6947963" y="483133"/>
                  </a:lnTo>
                  <a:lnTo>
                    <a:pt x="6948121" y="482702"/>
                  </a:lnTo>
                  <a:lnTo>
                    <a:pt x="6948278" y="482272"/>
                  </a:lnTo>
                  <a:lnTo>
                    <a:pt x="6949225" y="481841"/>
                  </a:lnTo>
                  <a:lnTo>
                    <a:pt x="6949382" y="481841"/>
                  </a:lnTo>
                  <a:lnTo>
                    <a:pt x="6949698" y="481841"/>
                  </a:lnTo>
                  <a:lnTo>
                    <a:pt x="6949855" y="481841"/>
                  </a:lnTo>
                  <a:lnTo>
                    <a:pt x="6950013" y="481841"/>
                  </a:lnTo>
                  <a:lnTo>
                    <a:pt x="6950329" y="480980"/>
                  </a:lnTo>
                  <a:lnTo>
                    <a:pt x="6950802" y="480549"/>
                  </a:lnTo>
                  <a:lnTo>
                    <a:pt x="6950959" y="480549"/>
                  </a:lnTo>
                  <a:lnTo>
                    <a:pt x="6951433" y="480549"/>
                  </a:lnTo>
                  <a:lnTo>
                    <a:pt x="6951590" y="479688"/>
                  </a:lnTo>
                  <a:lnTo>
                    <a:pt x="6951748" y="479688"/>
                  </a:lnTo>
                  <a:lnTo>
                    <a:pt x="6951906" y="479688"/>
                  </a:lnTo>
                  <a:lnTo>
                    <a:pt x="6952221" y="479257"/>
                  </a:lnTo>
                  <a:lnTo>
                    <a:pt x="6953010" y="477966"/>
                  </a:lnTo>
                  <a:lnTo>
                    <a:pt x="6953010" y="477535"/>
                  </a:lnTo>
                  <a:lnTo>
                    <a:pt x="6953483" y="477535"/>
                  </a:lnTo>
                  <a:lnTo>
                    <a:pt x="6953641" y="477104"/>
                  </a:lnTo>
                  <a:lnTo>
                    <a:pt x="6953798" y="477104"/>
                  </a:lnTo>
                  <a:lnTo>
                    <a:pt x="6953956" y="477104"/>
                  </a:lnTo>
                  <a:lnTo>
                    <a:pt x="6954902" y="477104"/>
                  </a:lnTo>
                  <a:lnTo>
                    <a:pt x="6956480" y="476674"/>
                  </a:lnTo>
                  <a:lnTo>
                    <a:pt x="6956637" y="476243"/>
                  </a:lnTo>
                  <a:lnTo>
                    <a:pt x="6956795" y="476243"/>
                  </a:lnTo>
                  <a:lnTo>
                    <a:pt x="6956795" y="475813"/>
                  </a:lnTo>
                  <a:lnTo>
                    <a:pt x="6957584" y="475813"/>
                  </a:lnTo>
                  <a:lnTo>
                    <a:pt x="6957741" y="475813"/>
                  </a:lnTo>
                  <a:lnTo>
                    <a:pt x="6957899" y="475813"/>
                  </a:lnTo>
                  <a:lnTo>
                    <a:pt x="6958057" y="475813"/>
                  </a:lnTo>
                  <a:lnTo>
                    <a:pt x="6958372" y="475382"/>
                  </a:lnTo>
                  <a:lnTo>
                    <a:pt x="6959476" y="474951"/>
                  </a:lnTo>
                  <a:lnTo>
                    <a:pt x="6959792" y="474951"/>
                  </a:lnTo>
                  <a:lnTo>
                    <a:pt x="6960423" y="474951"/>
                  </a:lnTo>
                  <a:lnTo>
                    <a:pt x="6960580" y="474951"/>
                  </a:lnTo>
                  <a:lnTo>
                    <a:pt x="6960738" y="474951"/>
                  </a:lnTo>
                  <a:lnTo>
                    <a:pt x="6960896" y="474951"/>
                  </a:lnTo>
                  <a:lnTo>
                    <a:pt x="6961684" y="474951"/>
                  </a:lnTo>
                  <a:lnTo>
                    <a:pt x="6962315" y="474951"/>
                  </a:lnTo>
                  <a:lnTo>
                    <a:pt x="6962946" y="474951"/>
                  </a:lnTo>
                  <a:lnTo>
                    <a:pt x="6963261" y="474951"/>
                  </a:lnTo>
                  <a:lnTo>
                    <a:pt x="6964050" y="474951"/>
                  </a:lnTo>
                  <a:lnTo>
                    <a:pt x="6965154" y="474951"/>
                  </a:lnTo>
                  <a:lnTo>
                    <a:pt x="6965470" y="474951"/>
                  </a:lnTo>
                  <a:lnTo>
                    <a:pt x="6965627" y="474521"/>
                  </a:lnTo>
                  <a:lnTo>
                    <a:pt x="6965785" y="474521"/>
                  </a:lnTo>
                  <a:lnTo>
                    <a:pt x="6965943" y="474521"/>
                  </a:lnTo>
                  <a:lnTo>
                    <a:pt x="6966574" y="474521"/>
                  </a:lnTo>
                  <a:lnTo>
                    <a:pt x="6966731" y="474521"/>
                  </a:lnTo>
                  <a:lnTo>
                    <a:pt x="6967362" y="474521"/>
                  </a:lnTo>
                  <a:lnTo>
                    <a:pt x="6967678" y="474521"/>
                  </a:lnTo>
                  <a:lnTo>
                    <a:pt x="6967835" y="474090"/>
                  </a:lnTo>
                  <a:lnTo>
                    <a:pt x="6967993" y="474090"/>
                  </a:lnTo>
                  <a:lnTo>
                    <a:pt x="6968308" y="474090"/>
                  </a:lnTo>
                  <a:lnTo>
                    <a:pt x="6968466" y="474090"/>
                  </a:lnTo>
                  <a:lnTo>
                    <a:pt x="6968782" y="474090"/>
                  </a:lnTo>
                  <a:lnTo>
                    <a:pt x="6969097" y="474090"/>
                  </a:lnTo>
                  <a:lnTo>
                    <a:pt x="6969728" y="474090"/>
                  </a:lnTo>
                  <a:lnTo>
                    <a:pt x="6969886" y="474090"/>
                  </a:lnTo>
                  <a:lnTo>
                    <a:pt x="6970043" y="474090"/>
                  </a:lnTo>
                  <a:lnTo>
                    <a:pt x="6970201" y="474090"/>
                  </a:lnTo>
                  <a:lnTo>
                    <a:pt x="6970517" y="473660"/>
                  </a:lnTo>
                  <a:lnTo>
                    <a:pt x="6970517" y="473229"/>
                  </a:lnTo>
                  <a:lnTo>
                    <a:pt x="6970832" y="473229"/>
                  </a:lnTo>
                  <a:lnTo>
                    <a:pt x="6971147" y="473229"/>
                  </a:lnTo>
                  <a:lnTo>
                    <a:pt x="6971778" y="473229"/>
                  </a:lnTo>
                  <a:lnTo>
                    <a:pt x="6972882" y="473229"/>
                  </a:lnTo>
                  <a:lnTo>
                    <a:pt x="6973355" y="473229"/>
                  </a:lnTo>
                  <a:lnTo>
                    <a:pt x="6973671" y="473229"/>
                  </a:lnTo>
                  <a:lnTo>
                    <a:pt x="6974144" y="473229"/>
                  </a:lnTo>
                  <a:lnTo>
                    <a:pt x="6974617" y="473229"/>
                  </a:lnTo>
                  <a:lnTo>
                    <a:pt x="6974775" y="473229"/>
                  </a:lnTo>
                  <a:lnTo>
                    <a:pt x="6975564" y="472368"/>
                  </a:lnTo>
                  <a:lnTo>
                    <a:pt x="6975879" y="472368"/>
                  </a:lnTo>
                  <a:lnTo>
                    <a:pt x="6976352" y="472368"/>
                  </a:lnTo>
                  <a:lnTo>
                    <a:pt x="6977141" y="472368"/>
                  </a:lnTo>
                  <a:lnTo>
                    <a:pt x="6977298" y="472368"/>
                  </a:lnTo>
                  <a:lnTo>
                    <a:pt x="6977456" y="472368"/>
                  </a:lnTo>
                  <a:lnTo>
                    <a:pt x="6977614" y="472368"/>
                  </a:lnTo>
                  <a:lnTo>
                    <a:pt x="6977929" y="472368"/>
                  </a:lnTo>
                  <a:lnTo>
                    <a:pt x="6978087" y="471937"/>
                  </a:lnTo>
                  <a:lnTo>
                    <a:pt x="6978402" y="471937"/>
                  </a:lnTo>
                  <a:lnTo>
                    <a:pt x="6978560" y="471937"/>
                  </a:lnTo>
                  <a:lnTo>
                    <a:pt x="6978718" y="471937"/>
                  </a:lnTo>
                  <a:lnTo>
                    <a:pt x="6978876" y="471937"/>
                  </a:lnTo>
                  <a:lnTo>
                    <a:pt x="6979033" y="471937"/>
                  </a:lnTo>
                  <a:lnTo>
                    <a:pt x="6979822" y="471507"/>
                  </a:lnTo>
                  <a:lnTo>
                    <a:pt x="6980295" y="471076"/>
                  </a:lnTo>
                  <a:lnTo>
                    <a:pt x="6980610" y="470645"/>
                  </a:lnTo>
                  <a:lnTo>
                    <a:pt x="6980768" y="470645"/>
                  </a:lnTo>
                  <a:lnTo>
                    <a:pt x="6980926" y="470645"/>
                  </a:lnTo>
                  <a:lnTo>
                    <a:pt x="6981084" y="470215"/>
                  </a:lnTo>
                  <a:lnTo>
                    <a:pt x="6982188" y="470215"/>
                  </a:lnTo>
                  <a:lnTo>
                    <a:pt x="6983134" y="470215"/>
                  </a:lnTo>
                  <a:lnTo>
                    <a:pt x="6983449" y="470215"/>
                  </a:lnTo>
                  <a:lnTo>
                    <a:pt x="6983607" y="470215"/>
                  </a:lnTo>
                  <a:lnTo>
                    <a:pt x="6983923" y="470215"/>
                  </a:lnTo>
                  <a:lnTo>
                    <a:pt x="6984080" y="470215"/>
                  </a:lnTo>
                  <a:lnTo>
                    <a:pt x="6984869" y="470215"/>
                  </a:lnTo>
                  <a:lnTo>
                    <a:pt x="6985184" y="470215"/>
                  </a:lnTo>
                  <a:lnTo>
                    <a:pt x="6985342" y="470215"/>
                  </a:lnTo>
                  <a:lnTo>
                    <a:pt x="6985500" y="470215"/>
                  </a:lnTo>
                  <a:lnTo>
                    <a:pt x="6985815" y="470215"/>
                  </a:lnTo>
                  <a:lnTo>
                    <a:pt x="6986446" y="469784"/>
                  </a:lnTo>
                  <a:lnTo>
                    <a:pt x="6986604" y="469784"/>
                  </a:lnTo>
                  <a:lnTo>
                    <a:pt x="6986762" y="469784"/>
                  </a:lnTo>
                  <a:lnTo>
                    <a:pt x="6987550" y="469354"/>
                  </a:lnTo>
                  <a:lnTo>
                    <a:pt x="6987866" y="469354"/>
                  </a:lnTo>
                  <a:lnTo>
                    <a:pt x="6988023" y="469354"/>
                  </a:lnTo>
                  <a:lnTo>
                    <a:pt x="6988496" y="469354"/>
                  </a:lnTo>
                  <a:lnTo>
                    <a:pt x="6988654" y="469354"/>
                  </a:lnTo>
                  <a:lnTo>
                    <a:pt x="6988812" y="469354"/>
                  </a:lnTo>
                  <a:lnTo>
                    <a:pt x="6990547" y="468923"/>
                  </a:lnTo>
                  <a:lnTo>
                    <a:pt x="6990704" y="468923"/>
                  </a:lnTo>
                  <a:lnTo>
                    <a:pt x="6991335" y="468492"/>
                  </a:lnTo>
                  <a:lnTo>
                    <a:pt x="6992124" y="468492"/>
                  </a:lnTo>
                  <a:lnTo>
                    <a:pt x="6992282" y="468062"/>
                  </a:lnTo>
                  <a:lnTo>
                    <a:pt x="6992439" y="468062"/>
                  </a:lnTo>
                  <a:lnTo>
                    <a:pt x="6992755" y="468062"/>
                  </a:lnTo>
                  <a:lnTo>
                    <a:pt x="6993228" y="468062"/>
                  </a:lnTo>
                  <a:lnTo>
                    <a:pt x="6993386" y="468062"/>
                  </a:lnTo>
                  <a:lnTo>
                    <a:pt x="6993386" y="467631"/>
                  </a:lnTo>
                  <a:lnTo>
                    <a:pt x="6993859" y="467631"/>
                  </a:lnTo>
                  <a:lnTo>
                    <a:pt x="6994332" y="465909"/>
                  </a:lnTo>
                  <a:lnTo>
                    <a:pt x="6994805" y="465909"/>
                  </a:lnTo>
                  <a:lnTo>
                    <a:pt x="6994963" y="465909"/>
                  </a:lnTo>
                  <a:lnTo>
                    <a:pt x="6995278" y="465909"/>
                  </a:lnTo>
                  <a:lnTo>
                    <a:pt x="6995909" y="465909"/>
                  </a:lnTo>
                  <a:lnTo>
                    <a:pt x="6996067" y="465909"/>
                  </a:lnTo>
                  <a:lnTo>
                    <a:pt x="6996067" y="465478"/>
                  </a:lnTo>
                  <a:lnTo>
                    <a:pt x="6996540" y="465478"/>
                  </a:lnTo>
                  <a:lnTo>
                    <a:pt x="6996855" y="465478"/>
                  </a:lnTo>
                  <a:lnTo>
                    <a:pt x="6997013" y="465478"/>
                  </a:lnTo>
                  <a:lnTo>
                    <a:pt x="6997171" y="465478"/>
                  </a:lnTo>
                  <a:lnTo>
                    <a:pt x="6997960" y="465048"/>
                  </a:lnTo>
                  <a:lnTo>
                    <a:pt x="6998117" y="465048"/>
                  </a:lnTo>
                  <a:lnTo>
                    <a:pt x="6998275" y="465048"/>
                  </a:lnTo>
                  <a:lnTo>
                    <a:pt x="6998433" y="464617"/>
                  </a:lnTo>
                  <a:lnTo>
                    <a:pt x="6998748" y="464617"/>
                  </a:lnTo>
                  <a:lnTo>
                    <a:pt x="6999221" y="464617"/>
                  </a:lnTo>
                  <a:lnTo>
                    <a:pt x="6999379" y="464617"/>
                  </a:lnTo>
                  <a:lnTo>
                    <a:pt x="7000641" y="464617"/>
                  </a:lnTo>
                  <a:lnTo>
                    <a:pt x="7000798" y="464186"/>
                  </a:lnTo>
                  <a:lnTo>
                    <a:pt x="7000956" y="463756"/>
                  </a:lnTo>
                  <a:lnTo>
                    <a:pt x="7001114" y="463756"/>
                  </a:lnTo>
                  <a:lnTo>
                    <a:pt x="7001745" y="463756"/>
                  </a:lnTo>
                  <a:lnTo>
                    <a:pt x="7001902" y="463756"/>
                  </a:lnTo>
                  <a:lnTo>
                    <a:pt x="7003322" y="463325"/>
                  </a:lnTo>
                  <a:lnTo>
                    <a:pt x="7003480" y="463325"/>
                  </a:lnTo>
                  <a:lnTo>
                    <a:pt x="7003637" y="463325"/>
                  </a:lnTo>
                  <a:lnTo>
                    <a:pt x="7003795" y="463325"/>
                  </a:lnTo>
                  <a:lnTo>
                    <a:pt x="7004268" y="463325"/>
                  </a:lnTo>
                  <a:lnTo>
                    <a:pt x="7004584" y="463325"/>
                  </a:lnTo>
                  <a:lnTo>
                    <a:pt x="7004899" y="462895"/>
                  </a:lnTo>
                  <a:lnTo>
                    <a:pt x="7005057" y="462895"/>
                  </a:lnTo>
                  <a:lnTo>
                    <a:pt x="7005845" y="462895"/>
                  </a:lnTo>
                  <a:lnTo>
                    <a:pt x="7006003" y="462895"/>
                  </a:lnTo>
                  <a:lnTo>
                    <a:pt x="7006161" y="462895"/>
                  </a:lnTo>
                  <a:lnTo>
                    <a:pt x="7007896" y="462895"/>
                  </a:lnTo>
                  <a:lnTo>
                    <a:pt x="7008211" y="462895"/>
                  </a:lnTo>
                  <a:lnTo>
                    <a:pt x="7008369" y="462895"/>
                  </a:lnTo>
                  <a:lnTo>
                    <a:pt x="7008684" y="462895"/>
                  </a:lnTo>
                  <a:lnTo>
                    <a:pt x="7008842" y="462464"/>
                  </a:lnTo>
                  <a:lnTo>
                    <a:pt x="7009000" y="462033"/>
                  </a:lnTo>
                  <a:lnTo>
                    <a:pt x="7009158" y="462033"/>
                  </a:lnTo>
                  <a:lnTo>
                    <a:pt x="7009315" y="462033"/>
                  </a:lnTo>
                  <a:lnTo>
                    <a:pt x="7009315" y="461603"/>
                  </a:lnTo>
                  <a:lnTo>
                    <a:pt x="7010262" y="461603"/>
                  </a:lnTo>
                  <a:lnTo>
                    <a:pt x="7010419" y="461603"/>
                  </a:lnTo>
                  <a:lnTo>
                    <a:pt x="7010577" y="461603"/>
                  </a:lnTo>
                  <a:lnTo>
                    <a:pt x="7011050" y="461603"/>
                  </a:lnTo>
                  <a:lnTo>
                    <a:pt x="7011208" y="461603"/>
                  </a:lnTo>
                  <a:lnTo>
                    <a:pt x="7011839" y="461603"/>
                  </a:lnTo>
                  <a:lnTo>
                    <a:pt x="7011996" y="461603"/>
                  </a:lnTo>
                  <a:lnTo>
                    <a:pt x="7012312" y="461603"/>
                  </a:lnTo>
                  <a:lnTo>
                    <a:pt x="7012470" y="461603"/>
                  </a:lnTo>
                  <a:lnTo>
                    <a:pt x="7012627" y="461603"/>
                  </a:lnTo>
                  <a:lnTo>
                    <a:pt x="7013889" y="461603"/>
                  </a:lnTo>
                  <a:lnTo>
                    <a:pt x="7014204" y="461172"/>
                  </a:lnTo>
                  <a:lnTo>
                    <a:pt x="7014362" y="460742"/>
                  </a:lnTo>
                  <a:lnTo>
                    <a:pt x="7014520" y="460742"/>
                  </a:lnTo>
                  <a:lnTo>
                    <a:pt x="7016097" y="459450"/>
                  </a:lnTo>
                  <a:lnTo>
                    <a:pt x="7016255" y="459450"/>
                  </a:lnTo>
                  <a:lnTo>
                    <a:pt x="7016570" y="459450"/>
                  </a:lnTo>
                  <a:lnTo>
                    <a:pt x="7016728" y="459450"/>
                  </a:lnTo>
                  <a:lnTo>
                    <a:pt x="7017043" y="459450"/>
                  </a:lnTo>
                  <a:lnTo>
                    <a:pt x="7017517" y="459450"/>
                  </a:lnTo>
                  <a:lnTo>
                    <a:pt x="7017674" y="459450"/>
                  </a:lnTo>
                  <a:lnTo>
                    <a:pt x="7017832" y="459450"/>
                  </a:lnTo>
                  <a:lnTo>
                    <a:pt x="7018778" y="459450"/>
                  </a:lnTo>
                  <a:lnTo>
                    <a:pt x="7019251" y="459450"/>
                  </a:lnTo>
                  <a:lnTo>
                    <a:pt x="7019409" y="459450"/>
                  </a:lnTo>
                  <a:lnTo>
                    <a:pt x="7019409" y="459019"/>
                  </a:lnTo>
                  <a:lnTo>
                    <a:pt x="7019725" y="458158"/>
                  </a:lnTo>
                  <a:lnTo>
                    <a:pt x="7019882" y="458158"/>
                  </a:lnTo>
                  <a:lnTo>
                    <a:pt x="7019882" y="457727"/>
                  </a:lnTo>
                  <a:lnTo>
                    <a:pt x="7020040" y="457727"/>
                  </a:lnTo>
                  <a:lnTo>
                    <a:pt x="7020198" y="457727"/>
                  </a:lnTo>
                  <a:lnTo>
                    <a:pt x="7020986" y="457727"/>
                  </a:lnTo>
                  <a:lnTo>
                    <a:pt x="7021144" y="457297"/>
                  </a:lnTo>
                  <a:lnTo>
                    <a:pt x="7021933" y="457297"/>
                  </a:lnTo>
                  <a:lnTo>
                    <a:pt x="7023037" y="456436"/>
                  </a:lnTo>
                  <a:lnTo>
                    <a:pt x="7023194" y="456436"/>
                  </a:lnTo>
                  <a:lnTo>
                    <a:pt x="7023510" y="456005"/>
                  </a:lnTo>
                  <a:lnTo>
                    <a:pt x="7023825" y="456005"/>
                  </a:lnTo>
                  <a:lnTo>
                    <a:pt x="7024772" y="455574"/>
                  </a:lnTo>
                  <a:lnTo>
                    <a:pt x="7024929" y="455574"/>
                  </a:lnTo>
                  <a:lnTo>
                    <a:pt x="7025245" y="454713"/>
                  </a:lnTo>
                  <a:lnTo>
                    <a:pt x="7025402" y="454713"/>
                  </a:lnTo>
                  <a:lnTo>
                    <a:pt x="7025718" y="454713"/>
                  </a:lnTo>
                  <a:lnTo>
                    <a:pt x="7026033" y="454713"/>
                  </a:lnTo>
                  <a:lnTo>
                    <a:pt x="7026349" y="454283"/>
                  </a:lnTo>
                  <a:lnTo>
                    <a:pt x="7027295" y="453852"/>
                  </a:lnTo>
                  <a:lnTo>
                    <a:pt x="7027453" y="453852"/>
                  </a:lnTo>
                  <a:lnTo>
                    <a:pt x="7027926" y="453852"/>
                  </a:lnTo>
                  <a:lnTo>
                    <a:pt x="7028241" y="452991"/>
                  </a:lnTo>
                  <a:lnTo>
                    <a:pt x="7029030" y="452991"/>
                  </a:lnTo>
                  <a:lnTo>
                    <a:pt x="7029819" y="452991"/>
                  </a:lnTo>
                  <a:lnTo>
                    <a:pt x="7029976" y="452991"/>
                  </a:lnTo>
                  <a:lnTo>
                    <a:pt x="7030607" y="452991"/>
                  </a:lnTo>
                  <a:lnTo>
                    <a:pt x="7030765" y="452991"/>
                  </a:lnTo>
                  <a:lnTo>
                    <a:pt x="7031396" y="452991"/>
                  </a:lnTo>
                  <a:lnTo>
                    <a:pt x="7032184" y="452560"/>
                  </a:lnTo>
                  <a:lnTo>
                    <a:pt x="7032184" y="452130"/>
                  </a:lnTo>
                  <a:lnTo>
                    <a:pt x="7032815" y="452130"/>
                  </a:lnTo>
                  <a:lnTo>
                    <a:pt x="7032973" y="452130"/>
                  </a:lnTo>
                  <a:lnTo>
                    <a:pt x="7033131" y="452130"/>
                  </a:lnTo>
                  <a:lnTo>
                    <a:pt x="7033288" y="451699"/>
                  </a:lnTo>
                  <a:lnTo>
                    <a:pt x="7033288" y="451268"/>
                  </a:lnTo>
                  <a:lnTo>
                    <a:pt x="7034392" y="450407"/>
                  </a:lnTo>
                  <a:lnTo>
                    <a:pt x="7034392" y="449977"/>
                  </a:lnTo>
                  <a:lnTo>
                    <a:pt x="7034866" y="449977"/>
                  </a:lnTo>
                  <a:lnTo>
                    <a:pt x="7035496" y="449977"/>
                  </a:lnTo>
                  <a:lnTo>
                    <a:pt x="7035654" y="449977"/>
                  </a:lnTo>
                  <a:lnTo>
                    <a:pt x="7035970" y="449977"/>
                  </a:lnTo>
                  <a:lnTo>
                    <a:pt x="7036127" y="449977"/>
                  </a:lnTo>
                  <a:lnTo>
                    <a:pt x="7036443" y="449977"/>
                  </a:lnTo>
                  <a:lnTo>
                    <a:pt x="7037231" y="449546"/>
                  </a:lnTo>
                  <a:lnTo>
                    <a:pt x="7038020" y="449546"/>
                  </a:lnTo>
                  <a:lnTo>
                    <a:pt x="7038651" y="449546"/>
                  </a:lnTo>
                  <a:lnTo>
                    <a:pt x="7038651" y="449115"/>
                  </a:lnTo>
                  <a:lnTo>
                    <a:pt x="7038966" y="448685"/>
                  </a:lnTo>
                  <a:lnTo>
                    <a:pt x="7039282" y="448685"/>
                  </a:lnTo>
                  <a:lnTo>
                    <a:pt x="7039439" y="448685"/>
                  </a:lnTo>
                  <a:lnTo>
                    <a:pt x="7039597" y="448685"/>
                  </a:lnTo>
                  <a:lnTo>
                    <a:pt x="7039913" y="447824"/>
                  </a:lnTo>
                  <a:lnTo>
                    <a:pt x="7040070" y="447393"/>
                  </a:lnTo>
                  <a:lnTo>
                    <a:pt x="7040859" y="447393"/>
                  </a:lnTo>
                  <a:lnTo>
                    <a:pt x="7041174" y="447393"/>
                  </a:lnTo>
                  <a:lnTo>
                    <a:pt x="7041490" y="447393"/>
                  </a:lnTo>
                  <a:lnTo>
                    <a:pt x="7041647" y="446532"/>
                  </a:lnTo>
                  <a:lnTo>
                    <a:pt x="7041805" y="446532"/>
                  </a:lnTo>
                  <a:lnTo>
                    <a:pt x="7041963" y="446532"/>
                  </a:lnTo>
                  <a:lnTo>
                    <a:pt x="7042436" y="446532"/>
                  </a:lnTo>
                  <a:lnTo>
                    <a:pt x="7042751" y="446532"/>
                  </a:lnTo>
                  <a:lnTo>
                    <a:pt x="7042909" y="446532"/>
                  </a:lnTo>
                  <a:lnTo>
                    <a:pt x="7043225" y="446532"/>
                  </a:lnTo>
                  <a:lnTo>
                    <a:pt x="7043382" y="446532"/>
                  </a:lnTo>
                  <a:lnTo>
                    <a:pt x="7043698" y="446101"/>
                  </a:lnTo>
                  <a:lnTo>
                    <a:pt x="7044329" y="446101"/>
                  </a:lnTo>
                  <a:lnTo>
                    <a:pt x="7044486" y="446101"/>
                  </a:lnTo>
                  <a:lnTo>
                    <a:pt x="7044802" y="446101"/>
                  </a:lnTo>
                  <a:lnTo>
                    <a:pt x="7044960" y="446101"/>
                  </a:lnTo>
                  <a:lnTo>
                    <a:pt x="7045275" y="446101"/>
                  </a:lnTo>
                  <a:lnTo>
                    <a:pt x="7045906" y="445671"/>
                  </a:lnTo>
                  <a:lnTo>
                    <a:pt x="7046064" y="445671"/>
                  </a:lnTo>
                  <a:lnTo>
                    <a:pt x="7046064" y="445240"/>
                  </a:lnTo>
                  <a:lnTo>
                    <a:pt x="7046221" y="445240"/>
                  </a:lnTo>
                  <a:lnTo>
                    <a:pt x="7046537" y="444809"/>
                  </a:lnTo>
                  <a:lnTo>
                    <a:pt x="7047010" y="444809"/>
                  </a:lnTo>
                  <a:lnTo>
                    <a:pt x="7047956" y="444809"/>
                  </a:lnTo>
                  <a:lnTo>
                    <a:pt x="7048114" y="444809"/>
                  </a:lnTo>
                  <a:lnTo>
                    <a:pt x="7048272" y="444809"/>
                  </a:lnTo>
                  <a:lnTo>
                    <a:pt x="7048587" y="444809"/>
                  </a:lnTo>
                  <a:lnTo>
                    <a:pt x="7048903" y="444809"/>
                  </a:lnTo>
                  <a:lnTo>
                    <a:pt x="7049060" y="444809"/>
                  </a:lnTo>
                  <a:lnTo>
                    <a:pt x="7049060" y="444379"/>
                  </a:lnTo>
                  <a:lnTo>
                    <a:pt x="7049218" y="444379"/>
                  </a:lnTo>
                  <a:lnTo>
                    <a:pt x="7049533" y="444379"/>
                  </a:lnTo>
                  <a:lnTo>
                    <a:pt x="7049691" y="443948"/>
                  </a:lnTo>
                  <a:lnTo>
                    <a:pt x="7050007" y="443948"/>
                  </a:lnTo>
                  <a:lnTo>
                    <a:pt x="7050164" y="443948"/>
                  </a:lnTo>
                  <a:lnTo>
                    <a:pt x="7050322" y="443948"/>
                  </a:lnTo>
                  <a:lnTo>
                    <a:pt x="7050480" y="443948"/>
                  </a:lnTo>
                  <a:lnTo>
                    <a:pt x="7050795" y="443948"/>
                  </a:lnTo>
                  <a:lnTo>
                    <a:pt x="7050953" y="443948"/>
                  </a:lnTo>
                  <a:lnTo>
                    <a:pt x="7050953" y="443518"/>
                  </a:lnTo>
                  <a:lnTo>
                    <a:pt x="7051268" y="443518"/>
                  </a:lnTo>
                  <a:lnTo>
                    <a:pt x="7051426" y="443518"/>
                  </a:lnTo>
                  <a:lnTo>
                    <a:pt x="7052057" y="443518"/>
                  </a:lnTo>
                  <a:lnTo>
                    <a:pt x="7052215" y="443518"/>
                  </a:lnTo>
                  <a:lnTo>
                    <a:pt x="7052845" y="443518"/>
                  </a:lnTo>
                  <a:lnTo>
                    <a:pt x="7053003" y="443518"/>
                  </a:lnTo>
                  <a:lnTo>
                    <a:pt x="7053319" y="443518"/>
                  </a:lnTo>
                  <a:lnTo>
                    <a:pt x="7053476" y="443087"/>
                  </a:lnTo>
                  <a:lnTo>
                    <a:pt x="7053949" y="441795"/>
                  </a:lnTo>
                  <a:lnTo>
                    <a:pt x="7054107" y="441795"/>
                  </a:lnTo>
                  <a:lnTo>
                    <a:pt x="7054265" y="441795"/>
                  </a:lnTo>
                  <a:lnTo>
                    <a:pt x="7054423" y="441795"/>
                  </a:lnTo>
                  <a:lnTo>
                    <a:pt x="7054896" y="440934"/>
                  </a:lnTo>
                  <a:lnTo>
                    <a:pt x="7055054" y="440934"/>
                  </a:lnTo>
                  <a:lnTo>
                    <a:pt x="7055684" y="440934"/>
                  </a:lnTo>
                  <a:lnTo>
                    <a:pt x="7056158" y="440934"/>
                  </a:lnTo>
                  <a:lnTo>
                    <a:pt x="7056315" y="440934"/>
                  </a:lnTo>
                  <a:lnTo>
                    <a:pt x="7056473" y="440934"/>
                  </a:lnTo>
                  <a:lnTo>
                    <a:pt x="7056631" y="440934"/>
                  </a:lnTo>
                  <a:lnTo>
                    <a:pt x="7056946" y="440503"/>
                  </a:lnTo>
                  <a:lnTo>
                    <a:pt x="7057104" y="440503"/>
                  </a:lnTo>
                  <a:lnTo>
                    <a:pt x="7057577" y="440503"/>
                  </a:lnTo>
                  <a:lnTo>
                    <a:pt x="7057892" y="440503"/>
                  </a:lnTo>
                  <a:lnTo>
                    <a:pt x="7058208" y="440073"/>
                  </a:lnTo>
                  <a:lnTo>
                    <a:pt x="7059627" y="440073"/>
                  </a:lnTo>
                  <a:lnTo>
                    <a:pt x="7059785" y="440073"/>
                  </a:lnTo>
                  <a:lnTo>
                    <a:pt x="7060258" y="440073"/>
                  </a:lnTo>
                  <a:lnTo>
                    <a:pt x="7060416" y="440073"/>
                  </a:lnTo>
                  <a:lnTo>
                    <a:pt x="7060889" y="439642"/>
                  </a:lnTo>
                  <a:lnTo>
                    <a:pt x="7061362" y="439642"/>
                  </a:lnTo>
                  <a:lnTo>
                    <a:pt x="7061520" y="439642"/>
                  </a:lnTo>
                  <a:lnTo>
                    <a:pt x="7061835" y="439642"/>
                  </a:lnTo>
                  <a:lnTo>
                    <a:pt x="7062151" y="439642"/>
                  </a:lnTo>
                  <a:lnTo>
                    <a:pt x="7063413" y="439212"/>
                  </a:lnTo>
                  <a:lnTo>
                    <a:pt x="7063570" y="439212"/>
                  </a:lnTo>
                  <a:lnTo>
                    <a:pt x="7063728" y="439212"/>
                  </a:lnTo>
                  <a:lnTo>
                    <a:pt x="7063886" y="439212"/>
                  </a:lnTo>
                  <a:lnTo>
                    <a:pt x="7063886" y="438350"/>
                  </a:lnTo>
                  <a:lnTo>
                    <a:pt x="7064201" y="438350"/>
                  </a:lnTo>
                  <a:lnTo>
                    <a:pt x="7065147" y="438350"/>
                  </a:lnTo>
                  <a:lnTo>
                    <a:pt x="7065305" y="438350"/>
                  </a:lnTo>
                  <a:lnTo>
                    <a:pt x="7065778" y="438350"/>
                  </a:lnTo>
                  <a:lnTo>
                    <a:pt x="7066252" y="437059"/>
                  </a:lnTo>
                  <a:lnTo>
                    <a:pt x="7066409" y="437059"/>
                  </a:lnTo>
                  <a:lnTo>
                    <a:pt x="7066567" y="437059"/>
                  </a:lnTo>
                  <a:lnTo>
                    <a:pt x="7067986" y="437059"/>
                  </a:lnTo>
                  <a:lnTo>
                    <a:pt x="7069090" y="437059"/>
                  </a:lnTo>
                  <a:lnTo>
                    <a:pt x="7069406" y="436628"/>
                  </a:lnTo>
                  <a:lnTo>
                    <a:pt x="7069564" y="436628"/>
                  </a:lnTo>
                  <a:lnTo>
                    <a:pt x="7070194" y="436197"/>
                  </a:lnTo>
                  <a:lnTo>
                    <a:pt x="7070194" y="435767"/>
                  </a:lnTo>
                  <a:lnTo>
                    <a:pt x="7070510" y="435767"/>
                  </a:lnTo>
                  <a:lnTo>
                    <a:pt x="7071772" y="435767"/>
                  </a:lnTo>
                  <a:lnTo>
                    <a:pt x="7072403" y="435767"/>
                  </a:lnTo>
                  <a:lnTo>
                    <a:pt x="7072560" y="435767"/>
                  </a:lnTo>
                  <a:lnTo>
                    <a:pt x="7073349" y="435767"/>
                  </a:lnTo>
                  <a:lnTo>
                    <a:pt x="7073507" y="435767"/>
                  </a:lnTo>
                  <a:lnTo>
                    <a:pt x="7073822" y="435336"/>
                  </a:lnTo>
                  <a:lnTo>
                    <a:pt x="7074768" y="435336"/>
                  </a:lnTo>
                  <a:lnTo>
                    <a:pt x="7075241" y="435336"/>
                  </a:lnTo>
                  <a:lnTo>
                    <a:pt x="7075399" y="434475"/>
                  </a:lnTo>
                  <a:lnTo>
                    <a:pt x="7075557" y="434475"/>
                  </a:lnTo>
                  <a:lnTo>
                    <a:pt x="7075872" y="434475"/>
                  </a:lnTo>
                  <a:lnTo>
                    <a:pt x="7076503" y="434044"/>
                  </a:lnTo>
                  <a:lnTo>
                    <a:pt x="7076976" y="434044"/>
                  </a:lnTo>
                  <a:lnTo>
                    <a:pt x="7077765" y="433614"/>
                  </a:lnTo>
                  <a:lnTo>
                    <a:pt x="7077923" y="432753"/>
                  </a:lnTo>
                  <a:lnTo>
                    <a:pt x="7078711" y="432322"/>
                  </a:lnTo>
                  <a:lnTo>
                    <a:pt x="7079342" y="431891"/>
                  </a:lnTo>
                  <a:lnTo>
                    <a:pt x="7079815" y="431891"/>
                  </a:lnTo>
                  <a:lnTo>
                    <a:pt x="7080604" y="431891"/>
                  </a:lnTo>
                  <a:lnTo>
                    <a:pt x="7081550" y="431891"/>
                  </a:lnTo>
                  <a:lnTo>
                    <a:pt x="7082023" y="431891"/>
                  </a:lnTo>
                  <a:lnTo>
                    <a:pt x="7082181" y="431891"/>
                  </a:lnTo>
                  <a:lnTo>
                    <a:pt x="7082497" y="431461"/>
                  </a:lnTo>
                  <a:lnTo>
                    <a:pt x="7082970" y="431030"/>
                  </a:lnTo>
                  <a:lnTo>
                    <a:pt x="7083285" y="431030"/>
                  </a:lnTo>
                  <a:lnTo>
                    <a:pt x="7083443" y="430600"/>
                  </a:lnTo>
                  <a:lnTo>
                    <a:pt x="7083916" y="430600"/>
                  </a:lnTo>
                  <a:lnTo>
                    <a:pt x="7084389" y="430169"/>
                  </a:lnTo>
                  <a:lnTo>
                    <a:pt x="7084862" y="430169"/>
                  </a:lnTo>
                  <a:lnTo>
                    <a:pt x="7085178" y="430169"/>
                  </a:lnTo>
                  <a:lnTo>
                    <a:pt x="7085335" y="429738"/>
                  </a:lnTo>
                  <a:lnTo>
                    <a:pt x="7086439" y="429738"/>
                  </a:lnTo>
                  <a:lnTo>
                    <a:pt x="7086597" y="429738"/>
                  </a:lnTo>
                  <a:lnTo>
                    <a:pt x="7086755" y="429308"/>
                  </a:lnTo>
                  <a:lnTo>
                    <a:pt x="7086913" y="429308"/>
                  </a:lnTo>
                  <a:lnTo>
                    <a:pt x="7087070" y="429308"/>
                  </a:lnTo>
                  <a:lnTo>
                    <a:pt x="7087228" y="429308"/>
                  </a:lnTo>
                  <a:lnTo>
                    <a:pt x="7087543" y="429308"/>
                  </a:lnTo>
                  <a:lnTo>
                    <a:pt x="7087859" y="429308"/>
                  </a:lnTo>
                  <a:lnTo>
                    <a:pt x="7088017" y="429308"/>
                  </a:lnTo>
                  <a:lnTo>
                    <a:pt x="7088017" y="428877"/>
                  </a:lnTo>
                  <a:lnTo>
                    <a:pt x="7088490" y="428877"/>
                  </a:lnTo>
                  <a:lnTo>
                    <a:pt x="7088648" y="428877"/>
                  </a:lnTo>
                  <a:lnTo>
                    <a:pt x="7088963" y="428877"/>
                  </a:lnTo>
                  <a:lnTo>
                    <a:pt x="7089278" y="428016"/>
                  </a:lnTo>
                  <a:lnTo>
                    <a:pt x="7089436" y="428016"/>
                  </a:lnTo>
                  <a:lnTo>
                    <a:pt x="7089594" y="428016"/>
                  </a:lnTo>
                  <a:lnTo>
                    <a:pt x="7089752" y="428016"/>
                  </a:lnTo>
                  <a:lnTo>
                    <a:pt x="7089909" y="428016"/>
                  </a:lnTo>
                  <a:lnTo>
                    <a:pt x="7090067" y="428016"/>
                  </a:lnTo>
                  <a:lnTo>
                    <a:pt x="7090382" y="428016"/>
                  </a:lnTo>
                  <a:lnTo>
                    <a:pt x="7090540" y="428016"/>
                  </a:lnTo>
                  <a:lnTo>
                    <a:pt x="7090698" y="428016"/>
                  </a:lnTo>
                  <a:lnTo>
                    <a:pt x="7090856" y="428016"/>
                  </a:lnTo>
                  <a:lnTo>
                    <a:pt x="7091013" y="428016"/>
                  </a:lnTo>
                  <a:lnTo>
                    <a:pt x="7091329" y="427585"/>
                  </a:lnTo>
                  <a:lnTo>
                    <a:pt x="7091486" y="427585"/>
                  </a:lnTo>
                  <a:lnTo>
                    <a:pt x="7091486" y="427155"/>
                  </a:lnTo>
                  <a:lnTo>
                    <a:pt x="7091644" y="427155"/>
                  </a:lnTo>
                  <a:lnTo>
                    <a:pt x="7091960" y="427155"/>
                  </a:lnTo>
                  <a:lnTo>
                    <a:pt x="7092117" y="427155"/>
                  </a:lnTo>
                  <a:lnTo>
                    <a:pt x="7092590" y="427155"/>
                  </a:lnTo>
                  <a:lnTo>
                    <a:pt x="7093064" y="427155"/>
                  </a:lnTo>
                  <a:lnTo>
                    <a:pt x="7093379" y="426724"/>
                  </a:lnTo>
                  <a:lnTo>
                    <a:pt x="7093695" y="426724"/>
                  </a:lnTo>
                  <a:lnTo>
                    <a:pt x="7094010" y="426724"/>
                  </a:lnTo>
                  <a:lnTo>
                    <a:pt x="7094483" y="426724"/>
                  </a:lnTo>
                  <a:lnTo>
                    <a:pt x="7094483" y="426294"/>
                  </a:lnTo>
                  <a:lnTo>
                    <a:pt x="7094641" y="425863"/>
                  </a:lnTo>
                  <a:lnTo>
                    <a:pt x="7095272" y="425863"/>
                  </a:lnTo>
                  <a:lnTo>
                    <a:pt x="7095429" y="425863"/>
                  </a:lnTo>
                  <a:lnTo>
                    <a:pt x="7095745" y="425863"/>
                  </a:lnTo>
                  <a:lnTo>
                    <a:pt x="7096060" y="425863"/>
                  </a:lnTo>
                  <a:lnTo>
                    <a:pt x="7096691" y="425863"/>
                  </a:lnTo>
                  <a:lnTo>
                    <a:pt x="7096849" y="425863"/>
                  </a:lnTo>
                  <a:lnTo>
                    <a:pt x="7097164" y="425863"/>
                  </a:lnTo>
                  <a:lnTo>
                    <a:pt x="7097480" y="425432"/>
                  </a:lnTo>
                  <a:lnTo>
                    <a:pt x="7098111" y="425002"/>
                  </a:lnTo>
                  <a:lnTo>
                    <a:pt x="7098426" y="425002"/>
                  </a:lnTo>
                  <a:lnTo>
                    <a:pt x="7098899" y="425002"/>
                  </a:lnTo>
                  <a:lnTo>
                    <a:pt x="7099057" y="425002"/>
                  </a:lnTo>
                  <a:lnTo>
                    <a:pt x="7099372" y="425002"/>
                  </a:lnTo>
                  <a:lnTo>
                    <a:pt x="7099530" y="425002"/>
                  </a:lnTo>
                  <a:lnTo>
                    <a:pt x="7100003" y="424571"/>
                  </a:lnTo>
                  <a:lnTo>
                    <a:pt x="7100476" y="424571"/>
                  </a:lnTo>
                  <a:lnTo>
                    <a:pt x="7100950" y="424571"/>
                  </a:lnTo>
                  <a:lnTo>
                    <a:pt x="7101423" y="424571"/>
                  </a:lnTo>
                  <a:lnTo>
                    <a:pt x="7101738" y="424571"/>
                  </a:lnTo>
                  <a:lnTo>
                    <a:pt x="7101896" y="424571"/>
                  </a:lnTo>
                  <a:lnTo>
                    <a:pt x="7102054" y="424571"/>
                  </a:lnTo>
                  <a:lnTo>
                    <a:pt x="7102211" y="424571"/>
                  </a:lnTo>
                  <a:lnTo>
                    <a:pt x="7102369" y="424571"/>
                  </a:lnTo>
                  <a:lnTo>
                    <a:pt x="7103158" y="424571"/>
                  </a:lnTo>
                  <a:lnTo>
                    <a:pt x="7103631" y="424141"/>
                  </a:lnTo>
                  <a:lnTo>
                    <a:pt x="7103788" y="424141"/>
                  </a:lnTo>
                  <a:lnTo>
                    <a:pt x="7103788" y="423279"/>
                  </a:lnTo>
                  <a:lnTo>
                    <a:pt x="7104104" y="423279"/>
                  </a:lnTo>
                  <a:lnTo>
                    <a:pt x="7104262" y="423279"/>
                  </a:lnTo>
                  <a:lnTo>
                    <a:pt x="7104577" y="423279"/>
                  </a:lnTo>
                  <a:lnTo>
                    <a:pt x="7104735" y="423279"/>
                  </a:lnTo>
                  <a:lnTo>
                    <a:pt x="7104892" y="423279"/>
                  </a:lnTo>
                  <a:lnTo>
                    <a:pt x="7105050" y="423279"/>
                  </a:lnTo>
                  <a:lnTo>
                    <a:pt x="7105208" y="423279"/>
                  </a:lnTo>
                  <a:lnTo>
                    <a:pt x="7105839" y="423279"/>
                  </a:lnTo>
                  <a:lnTo>
                    <a:pt x="7105997" y="423279"/>
                  </a:lnTo>
                  <a:lnTo>
                    <a:pt x="7106154" y="423279"/>
                  </a:lnTo>
                  <a:lnTo>
                    <a:pt x="7106312" y="423279"/>
                  </a:lnTo>
                  <a:lnTo>
                    <a:pt x="7106470" y="423279"/>
                  </a:lnTo>
                  <a:lnTo>
                    <a:pt x="7106470" y="422849"/>
                  </a:lnTo>
                  <a:lnTo>
                    <a:pt x="7107101" y="422849"/>
                  </a:lnTo>
                  <a:lnTo>
                    <a:pt x="7107574" y="422418"/>
                  </a:lnTo>
                  <a:lnTo>
                    <a:pt x="7107731" y="422418"/>
                  </a:lnTo>
                  <a:lnTo>
                    <a:pt x="7108362" y="422418"/>
                  </a:lnTo>
                  <a:lnTo>
                    <a:pt x="7108520" y="422418"/>
                  </a:lnTo>
                  <a:lnTo>
                    <a:pt x="7108678" y="422418"/>
                  </a:lnTo>
                  <a:lnTo>
                    <a:pt x="7108835" y="422418"/>
                  </a:lnTo>
                  <a:lnTo>
                    <a:pt x="7108993" y="422418"/>
                  </a:lnTo>
                  <a:lnTo>
                    <a:pt x="7109309" y="422418"/>
                  </a:lnTo>
                  <a:lnTo>
                    <a:pt x="7109309" y="421988"/>
                  </a:lnTo>
                  <a:lnTo>
                    <a:pt x="7109466" y="421988"/>
                  </a:lnTo>
                  <a:lnTo>
                    <a:pt x="7109624" y="421988"/>
                  </a:lnTo>
                  <a:lnTo>
                    <a:pt x="7109782" y="421988"/>
                  </a:lnTo>
                  <a:lnTo>
                    <a:pt x="7110570" y="421988"/>
                  </a:lnTo>
                  <a:lnTo>
                    <a:pt x="7110728" y="421988"/>
                  </a:lnTo>
                  <a:lnTo>
                    <a:pt x="7111044" y="421988"/>
                  </a:lnTo>
                  <a:lnTo>
                    <a:pt x="7111201" y="421988"/>
                  </a:lnTo>
                  <a:lnTo>
                    <a:pt x="7111359" y="421988"/>
                  </a:lnTo>
                  <a:lnTo>
                    <a:pt x="7111517" y="421988"/>
                  </a:lnTo>
                  <a:lnTo>
                    <a:pt x="7111990" y="421988"/>
                  </a:lnTo>
                  <a:lnTo>
                    <a:pt x="7112463" y="421988"/>
                  </a:lnTo>
                  <a:lnTo>
                    <a:pt x="7112621" y="421988"/>
                  </a:lnTo>
                  <a:lnTo>
                    <a:pt x="7112778" y="421988"/>
                  </a:lnTo>
                  <a:lnTo>
                    <a:pt x="7113252" y="421988"/>
                  </a:lnTo>
                  <a:lnTo>
                    <a:pt x="7113409" y="421988"/>
                  </a:lnTo>
                  <a:lnTo>
                    <a:pt x="7113567" y="421988"/>
                  </a:lnTo>
                  <a:lnTo>
                    <a:pt x="7114040" y="421988"/>
                  </a:lnTo>
                  <a:lnTo>
                    <a:pt x="7114198" y="421988"/>
                  </a:lnTo>
                  <a:lnTo>
                    <a:pt x="7114356" y="421988"/>
                  </a:lnTo>
                  <a:lnTo>
                    <a:pt x="7114513" y="421988"/>
                  </a:lnTo>
                  <a:lnTo>
                    <a:pt x="7114671" y="421988"/>
                  </a:lnTo>
                  <a:lnTo>
                    <a:pt x="7114829" y="421988"/>
                  </a:lnTo>
                  <a:lnTo>
                    <a:pt x="7136909" y="409931"/>
                  </a:lnTo>
                  <a:lnTo>
                    <a:pt x="7137225" y="409931"/>
                  </a:lnTo>
                  <a:lnTo>
                    <a:pt x="7137382" y="409500"/>
                  </a:lnTo>
                  <a:lnTo>
                    <a:pt x="7138171" y="409070"/>
                  </a:lnTo>
                  <a:lnTo>
                    <a:pt x="7138329" y="409070"/>
                  </a:lnTo>
                  <a:lnTo>
                    <a:pt x="7138644" y="409070"/>
                  </a:lnTo>
                  <a:lnTo>
                    <a:pt x="7138960" y="409070"/>
                  </a:lnTo>
                  <a:lnTo>
                    <a:pt x="7139117" y="409070"/>
                  </a:lnTo>
                  <a:lnTo>
                    <a:pt x="7139275" y="409070"/>
                  </a:lnTo>
                  <a:lnTo>
                    <a:pt x="7139748" y="409070"/>
                  </a:lnTo>
                  <a:lnTo>
                    <a:pt x="7140852" y="409070"/>
                  </a:lnTo>
                  <a:lnTo>
                    <a:pt x="7141010" y="409070"/>
                  </a:lnTo>
                  <a:lnTo>
                    <a:pt x="7141325" y="408639"/>
                  </a:lnTo>
                  <a:lnTo>
                    <a:pt x="7141799" y="408639"/>
                  </a:lnTo>
                  <a:lnTo>
                    <a:pt x="7141799" y="408208"/>
                  </a:lnTo>
                  <a:lnTo>
                    <a:pt x="7141956" y="408208"/>
                  </a:lnTo>
                  <a:lnTo>
                    <a:pt x="7142114" y="408208"/>
                  </a:lnTo>
                  <a:lnTo>
                    <a:pt x="7142272" y="408208"/>
                  </a:lnTo>
                  <a:lnTo>
                    <a:pt x="7142429" y="407778"/>
                  </a:lnTo>
                  <a:lnTo>
                    <a:pt x="7142587" y="407347"/>
                  </a:lnTo>
                  <a:lnTo>
                    <a:pt x="7142745" y="407347"/>
                  </a:lnTo>
                  <a:lnTo>
                    <a:pt x="7143533" y="407347"/>
                  </a:lnTo>
                  <a:lnTo>
                    <a:pt x="7144007" y="407347"/>
                  </a:lnTo>
                  <a:lnTo>
                    <a:pt x="7144480" y="406917"/>
                  </a:lnTo>
                  <a:lnTo>
                    <a:pt x="7144638" y="406917"/>
                  </a:lnTo>
                  <a:lnTo>
                    <a:pt x="7144795" y="406917"/>
                  </a:lnTo>
                  <a:lnTo>
                    <a:pt x="7145111" y="406917"/>
                  </a:lnTo>
                  <a:lnTo>
                    <a:pt x="7145268" y="406917"/>
                  </a:lnTo>
                  <a:lnTo>
                    <a:pt x="7146057" y="406917"/>
                  </a:lnTo>
                  <a:lnTo>
                    <a:pt x="7146372" y="406486"/>
                  </a:lnTo>
                  <a:lnTo>
                    <a:pt x="7146372" y="406055"/>
                  </a:lnTo>
                  <a:lnTo>
                    <a:pt x="7146688" y="406055"/>
                  </a:lnTo>
                  <a:lnTo>
                    <a:pt x="7147003" y="405625"/>
                  </a:lnTo>
                  <a:lnTo>
                    <a:pt x="7147161" y="405625"/>
                  </a:lnTo>
                  <a:lnTo>
                    <a:pt x="7147319" y="405625"/>
                  </a:lnTo>
                  <a:lnTo>
                    <a:pt x="7147634" y="405625"/>
                  </a:lnTo>
                  <a:lnTo>
                    <a:pt x="7148107" y="405625"/>
                  </a:lnTo>
                  <a:lnTo>
                    <a:pt x="7148107" y="405194"/>
                  </a:lnTo>
                  <a:lnTo>
                    <a:pt x="7148580" y="405194"/>
                  </a:lnTo>
                  <a:lnTo>
                    <a:pt x="7148738" y="405194"/>
                  </a:lnTo>
                  <a:lnTo>
                    <a:pt x="7148896" y="405194"/>
                  </a:lnTo>
                  <a:lnTo>
                    <a:pt x="7149054" y="405194"/>
                  </a:lnTo>
                  <a:lnTo>
                    <a:pt x="7149527" y="405194"/>
                  </a:lnTo>
                  <a:lnTo>
                    <a:pt x="7149842" y="405194"/>
                  </a:lnTo>
                  <a:lnTo>
                    <a:pt x="7150000" y="405194"/>
                  </a:lnTo>
                  <a:lnTo>
                    <a:pt x="7150158" y="405194"/>
                  </a:lnTo>
                  <a:lnTo>
                    <a:pt x="7150315" y="404764"/>
                  </a:lnTo>
                  <a:lnTo>
                    <a:pt x="7150946" y="404764"/>
                  </a:lnTo>
                  <a:lnTo>
                    <a:pt x="7151104" y="403902"/>
                  </a:lnTo>
                  <a:lnTo>
                    <a:pt x="7151262" y="403902"/>
                  </a:lnTo>
                  <a:lnTo>
                    <a:pt x="7151419" y="403902"/>
                  </a:lnTo>
                  <a:lnTo>
                    <a:pt x="7152050" y="403472"/>
                  </a:lnTo>
                  <a:lnTo>
                    <a:pt x="7152366" y="403472"/>
                  </a:lnTo>
                  <a:lnTo>
                    <a:pt x="7152681" y="403472"/>
                  </a:lnTo>
                  <a:lnTo>
                    <a:pt x="7152839" y="403472"/>
                  </a:lnTo>
                  <a:lnTo>
                    <a:pt x="7152997" y="403472"/>
                  </a:lnTo>
                  <a:lnTo>
                    <a:pt x="7153154" y="403472"/>
                  </a:lnTo>
                  <a:lnTo>
                    <a:pt x="7153312" y="403472"/>
                  </a:lnTo>
                  <a:lnTo>
                    <a:pt x="7153627" y="403041"/>
                  </a:lnTo>
                  <a:lnTo>
                    <a:pt x="7153785" y="402611"/>
                  </a:lnTo>
                  <a:lnTo>
                    <a:pt x="7154574" y="402611"/>
                  </a:lnTo>
                  <a:lnTo>
                    <a:pt x="7154731" y="402611"/>
                  </a:lnTo>
                  <a:lnTo>
                    <a:pt x="7155047" y="402611"/>
                  </a:lnTo>
                  <a:lnTo>
                    <a:pt x="7155205" y="402611"/>
                  </a:lnTo>
                  <a:lnTo>
                    <a:pt x="7155678" y="402180"/>
                  </a:lnTo>
                  <a:lnTo>
                    <a:pt x="7155836" y="402180"/>
                  </a:lnTo>
                  <a:lnTo>
                    <a:pt x="7156309" y="402180"/>
                  </a:lnTo>
                  <a:lnTo>
                    <a:pt x="7156466" y="402180"/>
                  </a:lnTo>
                  <a:lnTo>
                    <a:pt x="7156940" y="402180"/>
                  </a:lnTo>
                  <a:lnTo>
                    <a:pt x="7157097" y="402180"/>
                  </a:lnTo>
                  <a:lnTo>
                    <a:pt x="7157255" y="402180"/>
                  </a:lnTo>
                  <a:lnTo>
                    <a:pt x="7157413" y="402180"/>
                  </a:lnTo>
                  <a:lnTo>
                    <a:pt x="7158044" y="402180"/>
                  </a:lnTo>
                  <a:lnTo>
                    <a:pt x="7158201" y="402180"/>
                  </a:lnTo>
                  <a:lnTo>
                    <a:pt x="7158359" y="402180"/>
                  </a:lnTo>
                  <a:lnTo>
                    <a:pt x="7158832" y="402180"/>
                  </a:lnTo>
                  <a:lnTo>
                    <a:pt x="7158832" y="401749"/>
                  </a:lnTo>
                  <a:lnTo>
                    <a:pt x="7158990" y="401319"/>
                  </a:lnTo>
                  <a:lnTo>
                    <a:pt x="7159148" y="401319"/>
                  </a:lnTo>
                  <a:lnTo>
                    <a:pt x="7159463" y="401319"/>
                  </a:lnTo>
                  <a:lnTo>
                    <a:pt x="7159621" y="401319"/>
                  </a:lnTo>
                  <a:lnTo>
                    <a:pt x="7159778" y="401319"/>
                  </a:lnTo>
                  <a:lnTo>
                    <a:pt x="7159936" y="401319"/>
                  </a:lnTo>
                  <a:lnTo>
                    <a:pt x="7160252" y="401319"/>
                  </a:lnTo>
                  <a:lnTo>
                    <a:pt x="7160409" y="401319"/>
                  </a:lnTo>
                  <a:lnTo>
                    <a:pt x="7160725" y="401319"/>
                  </a:lnTo>
                  <a:lnTo>
                    <a:pt x="7160882" y="400888"/>
                  </a:lnTo>
                  <a:lnTo>
                    <a:pt x="7161198" y="400888"/>
                  </a:lnTo>
                  <a:lnTo>
                    <a:pt x="7161513" y="400888"/>
                  </a:lnTo>
                  <a:lnTo>
                    <a:pt x="7161671" y="400888"/>
                  </a:lnTo>
                  <a:lnTo>
                    <a:pt x="7161671" y="400458"/>
                  </a:lnTo>
                  <a:lnTo>
                    <a:pt x="7162144" y="400027"/>
                  </a:lnTo>
                  <a:lnTo>
                    <a:pt x="7162302" y="400027"/>
                  </a:lnTo>
                  <a:lnTo>
                    <a:pt x="7162775" y="400027"/>
                  </a:lnTo>
                  <a:lnTo>
                    <a:pt x="7163091" y="400027"/>
                  </a:lnTo>
                  <a:lnTo>
                    <a:pt x="7163248" y="399166"/>
                  </a:lnTo>
                  <a:lnTo>
                    <a:pt x="7163406" y="399166"/>
                  </a:lnTo>
                  <a:lnTo>
                    <a:pt x="7163721" y="399166"/>
                  </a:lnTo>
                  <a:lnTo>
                    <a:pt x="7164510" y="399166"/>
                  </a:lnTo>
                  <a:lnTo>
                    <a:pt x="7164983" y="399166"/>
                  </a:lnTo>
                  <a:lnTo>
                    <a:pt x="7165141" y="399166"/>
                  </a:lnTo>
                  <a:lnTo>
                    <a:pt x="7165614" y="399166"/>
                  </a:lnTo>
                  <a:lnTo>
                    <a:pt x="7165929" y="399166"/>
                  </a:lnTo>
                  <a:lnTo>
                    <a:pt x="7166087" y="399166"/>
                  </a:lnTo>
                  <a:lnTo>
                    <a:pt x="7166403" y="399166"/>
                  </a:lnTo>
                  <a:lnTo>
                    <a:pt x="7166560" y="399166"/>
                  </a:lnTo>
                  <a:lnTo>
                    <a:pt x="7167507" y="399166"/>
                  </a:lnTo>
                  <a:lnTo>
                    <a:pt x="7168768" y="397874"/>
                  </a:lnTo>
                  <a:lnTo>
                    <a:pt x="7169399" y="397874"/>
                  </a:lnTo>
                  <a:lnTo>
                    <a:pt x="7170030" y="397443"/>
                  </a:lnTo>
                  <a:lnTo>
                    <a:pt x="7170503" y="397443"/>
                  </a:lnTo>
                  <a:lnTo>
                    <a:pt x="7170976" y="397443"/>
                  </a:lnTo>
                  <a:lnTo>
                    <a:pt x="7171292" y="397443"/>
                  </a:lnTo>
                  <a:lnTo>
                    <a:pt x="7172238" y="396582"/>
                  </a:lnTo>
                  <a:lnTo>
                    <a:pt x="7172869" y="396152"/>
                  </a:lnTo>
                  <a:lnTo>
                    <a:pt x="7173027" y="396152"/>
                  </a:lnTo>
                  <a:lnTo>
                    <a:pt x="7173185" y="395721"/>
                  </a:lnTo>
                  <a:lnTo>
                    <a:pt x="7173342" y="395721"/>
                  </a:lnTo>
                  <a:lnTo>
                    <a:pt x="7173815" y="395721"/>
                  </a:lnTo>
                  <a:lnTo>
                    <a:pt x="7174446" y="395290"/>
                  </a:lnTo>
                  <a:lnTo>
                    <a:pt x="7174604" y="395290"/>
                  </a:lnTo>
                  <a:lnTo>
                    <a:pt x="7174762" y="395290"/>
                  </a:lnTo>
                  <a:lnTo>
                    <a:pt x="7174762" y="394860"/>
                  </a:lnTo>
                  <a:lnTo>
                    <a:pt x="7175393" y="394860"/>
                  </a:lnTo>
                  <a:lnTo>
                    <a:pt x="7175550" y="394429"/>
                  </a:lnTo>
                  <a:lnTo>
                    <a:pt x="7176812" y="393999"/>
                  </a:lnTo>
                  <a:lnTo>
                    <a:pt x="7176970" y="393999"/>
                  </a:lnTo>
                  <a:lnTo>
                    <a:pt x="7177601" y="393568"/>
                  </a:lnTo>
                  <a:lnTo>
                    <a:pt x="7177758" y="393568"/>
                  </a:lnTo>
                  <a:lnTo>
                    <a:pt x="7178862" y="393568"/>
                  </a:lnTo>
                  <a:lnTo>
                    <a:pt x="7179178" y="393568"/>
                  </a:lnTo>
                  <a:lnTo>
                    <a:pt x="7179493" y="393568"/>
                  </a:lnTo>
                  <a:lnTo>
                    <a:pt x="7180440" y="393568"/>
                  </a:lnTo>
                  <a:lnTo>
                    <a:pt x="7180755" y="393568"/>
                  </a:lnTo>
                  <a:lnTo>
                    <a:pt x="7180913" y="393568"/>
                  </a:lnTo>
                  <a:lnTo>
                    <a:pt x="7181070" y="393568"/>
                  </a:lnTo>
                  <a:lnTo>
                    <a:pt x="7181701" y="392707"/>
                  </a:lnTo>
                  <a:lnTo>
                    <a:pt x="7181859" y="392707"/>
                  </a:lnTo>
                  <a:lnTo>
                    <a:pt x="7182017" y="392707"/>
                  </a:lnTo>
                  <a:lnTo>
                    <a:pt x="7182805" y="392276"/>
                  </a:lnTo>
                  <a:lnTo>
                    <a:pt x="7182963" y="392276"/>
                  </a:lnTo>
                  <a:lnTo>
                    <a:pt x="7183594" y="392276"/>
                  </a:lnTo>
                  <a:lnTo>
                    <a:pt x="7183909" y="392276"/>
                  </a:lnTo>
                  <a:lnTo>
                    <a:pt x="7184698" y="392276"/>
                  </a:lnTo>
                  <a:lnTo>
                    <a:pt x="7185171" y="392276"/>
                  </a:lnTo>
                  <a:lnTo>
                    <a:pt x="7185329" y="391846"/>
                  </a:lnTo>
                  <a:lnTo>
                    <a:pt x="7185644" y="391846"/>
                  </a:lnTo>
                  <a:lnTo>
                    <a:pt x="7186433" y="391415"/>
                  </a:lnTo>
                  <a:lnTo>
                    <a:pt x="7186591" y="391415"/>
                  </a:lnTo>
                  <a:lnTo>
                    <a:pt x="7186748" y="391415"/>
                  </a:lnTo>
                  <a:lnTo>
                    <a:pt x="7186906" y="391415"/>
                  </a:lnTo>
                  <a:lnTo>
                    <a:pt x="7187064" y="391415"/>
                  </a:lnTo>
                  <a:lnTo>
                    <a:pt x="7187221" y="391415"/>
                  </a:lnTo>
                  <a:lnTo>
                    <a:pt x="7187379" y="390984"/>
                  </a:lnTo>
                  <a:lnTo>
                    <a:pt x="7187537" y="390984"/>
                  </a:lnTo>
                  <a:lnTo>
                    <a:pt x="7187695" y="390984"/>
                  </a:lnTo>
                  <a:lnTo>
                    <a:pt x="7187852" y="390984"/>
                  </a:lnTo>
                  <a:lnTo>
                    <a:pt x="7188010" y="390984"/>
                  </a:lnTo>
                  <a:lnTo>
                    <a:pt x="7188010" y="390554"/>
                  </a:lnTo>
                  <a:lnTo>
                    <a:pt x="7188168" y="390554"/>
                  </a:lnTo>
                  <a:lnTo>
                    <a:pt x="7188325" y="390554"/>
                  </a:lnTo>
                  <a:lnTo>
                    <a:pt x="7188483" y="390554"/>
                  </a:lnTo>
                  <a:lnTo>
                    <a:pt x="7188799" y="390554"/>
                  </a:lnTo>
                  <a:lnTo>
                    <a:pt x="7188956" y="390554"/>
                  </a:lnTo>
                  <a:lnTo>
                    <a:pt x="7188956" y="390123"/>
                  </a:lnTo>
                  <a:lnTo>
                    <a:pt x="7189114" y="390123"/>
                  </a:lnTo>
                  <a:lnTo>
                    <a:pt x="7189272" y="390123"/>
                  </a:lnTo>
                  <a:lnTo>
                    <a:pt x="7189429" y="390123"/>
                  </a:lnTo>
                  <a:lnTo>
                    <a:pt x="7189587" y="390123"/>
                  </a:lnTo>
                  <a:lnTo>
                    <a:pt x="7189903" y="390123"/>
                  </a:lnTo>
                  <a:lnTo>
                    <a:pt x="7189903" y="389693"/>
                  </a:lnTo>
                  <a:lnTo>
                    <a:pt x="7190218" y="389693"/>
                  </a:lnTo>
                  <a:lnTo>
                    <a:pt x="7190376" y="389693"/>
                  </a:lnTo>
                  <a:lnTo>
                    <a:pt x="7190534" y="389262"/>
                  </a:lnTo>
                  <a:lnTo>
                    <a:pt x="7190691" y="389262"/>
                  </a:lnTo>
                  <a:lnTo>
                    <a:pt x="7191164" y="389262"/>
                  </a:lnTo>
                  <a:lnTo>
                    <a:pt x="7191164" y="388831"/>
                  </a:lnTo>
                  <a:lnTo>
                    <a:pt x="7191480" y="388831"/>
                  </a:lnTo>
                  <a:lnTo>
                    <a:pt x="7191638" y="388831"/>
                  </a:lnTo>
                  <a:lnTo>
                    <a:pt x="7191795" y="388831"/>
                  </a:lnTo>
                  <a:lnTo>
                    <a:pt x="7192268" y="388831"/>
                  </a:lnTo>
                  <a:lnTo>
                    <a:pt x="7192899" y="388831"/>
                  </a:lnTo>
                  <a:lnTo>
                    <a:pt x="7193372" y="388831"/>
                  </a:lnTo>
                  <a:lnTo>
                    <a:pt x="7193688" y="388831"/>
                  </a:lnTo>
                  <a:lnTo>
                    <a:pt x="7194003" y="388831"/>
                  </a:lnTo>
                  <a:lnTo>
                    <a:pt x="7194319" y="388401"/>
                  </a:lnTo>
                  <a:lnTo>
                    <a:pt x="7194476" y="388401"/>
                  </a:lnTo>
                  <a:lnTo>
                    <a:pt x="7194634" y="388401"/>
                  </a:lnTo>
                  <a:lnTo>
                    <a:pt x="7194792" y="388401"/>
                  </a:lnTo>
                  <a:lnTo>
                    <a:pt x="7194950" y="388401"/>
                  </a:lnTo>
                  <a:lnTo>
                    <a:pt x="7195107" y="388401"/>
                  </a:lnTo>
                  <a:lnTo>
                    <a:pt x="7195265" y="388401"/>
                  </a:lnTo>
                  <a:lnTo>
                    <a:pt x="7195423" y="388401"/>
                  </a:lnTo>
                  <a:lnTo>
                    <a:pt x="7195423" y="387970"/>
                  </a:lnTo>
                  <a:lnTo>
                    <a:pt x="7196369" y="387970"/>
                  </a:lnTo>
                  <a:lnTo>
                    <a:pt x="7196527" y="387970"/>
                  </a:lnTo>
                  <a:lnTo>
                    <a:pt x="7197473" y="387970"/>
                  </a:lnTo>
                  <a:lnTo>
                    <a:pt x="7197789" y="387540"/>
                  </a:lnTo>
                  <a:lnTo>
                    <a:pt x="7198104" y="387540"/>
                  </a:lnTo>
                  <a:lnTo>
                    <a:pt x="7198262" y="387540"/>
                  </a:lnTo>
                  <a:lnTo>
                    <a:pt x="7198262" y="387109"/>
                  </a:lnTo>
                  <a:lnTo>
                    <a:pt x="7198419" y="387109"/>
                  </a:lnTo>
                  <a:lnTo>
                    <a:pt x="7198735" y="387109"/>
                  </a:lnTo>
                  <a:lnTo>
                    <a:pt x="7199208" y="387109"/>
                  </a:lnTo>
                  <a:lnTo>
                    <a:pt x="7199366" y="387109"/>
                  </a:lnTo>
                  <a:lnTo>
                    <a:pt x="7200154" y="386678"/>
                  </a:lnTo>
                  <a:lnTo>
                    <a:pt x="7200943" y="385817"/>
                  </a:lnTo>
                  <a:lnTo>
                    <a:pt x="7201732" y="385817"/>
                  </a:lnTo>
                  <a:lnTo>
                    <a:pt x="7202362" y="384956"/>
                  </a:lnTo>
                  <a:lnTo>
                    <a:pt x="7202836" y="384956"/>
                  </a:lnTo>
                  <a:lnTo>
                    <a:pt x="7202993" y="384956"/>
                  </a:lnTo>
                  <a:lnTo>
                    <a:pt x="7203309" y="384956"/>
                  </a:lnTo>
                  <a:lnTo>
                    <a:pt x="7203466" y="384956"/>
                  </a:lnTo>
                  <a:lnTo>
                    <a:pt x="7204097" y="384525"/>
                  </a:lnTo>
                  <a:lnTo>
                    <a:pt x="7204728" y="384525"/>
                  </a:lnTo>
                  <a:lnTo>
                    <a:pt x="7205359" y="384525"/>
                  </a:lnTo>
                  <a:lnTo>
                    <a:pt x="7205517" y="384095"/>
                  </a:lnTo>
                  <a:lnTo>
                    <a:pt x="7206148" y="384095"/>
                  </a:lnTo>
                  <a:lnTo>
                    <a:pt x="7206463" y="384095"/>
                  </a:lnTo>
                  <a:lnTo>
                    <a:pt x="7206779" y="384095"/>
                  </a:lnTo>
                  <a:lnTo>
                    <a:pt x="7207094" y="384095"/>
                  </a:lnTo>
                  <a:lnTo>
                    <a:pt x="7207725" y="383664"/>
                  </a:lnTo>
                  <a:lnTo>
                    <a:pt x="7207883" y="383664"/>
                  </a:lnTo>
                  <a:lnTo>
                    <a:pt x="7208040" y="383664"/>
                  </a:lnTo>
                  <a:lnTo>
                    <a:pt x="7208513" y="383664"/>
                  </a:lnTo>
                  <a:lnTo>
                    <a:pt x="7208671" y="383664"/>
                  </a:lnTo>
                  <a:lnTo>
                    <a:pt x="7208987" y="383664"/>
                  </a:lnTo>
                  <a:lnTo>
                    <a:pt x="7209460" y="383664"/>
                  </a:lnTo>
                  <a:lnTo>
                    <a:pt x="7209775" y="383664"/>
                  </a:lnTo>
                  <a:lnTo>
                    <a:pt x="7210091" y="383234"/>
                  </a:lnTo>
                  <a:lnTo>
                    <a:pt x="7210406" y="383234"/>
                  </a:lnTo>
                  <a:lnTo>
                    <a:pt x="7210564" y="383234"/>
                  </a:lnTo>
                  <a:lnTo>
                    <a:pt x="7211037" y="383234"/>
                  </a:lnTo>
                  <a:lnTo>
                    <a:pt x="7211195" y="383234"/>
                  </a:lnTo>
                  <a:lnTo>
                    <a:pt x="7211668" y="383234"/>
                  </a:lnTo>
                  <a:lnTo>
                    <a:pt x="7211825" y="383234"/>
                  </a:lnTo>
                  <a:lnTo>
                    <a:pt x="7211983" y="383234"/>
                  </a:lnTo>
                  <a:lnTo>
                    <a:pt x="7212299" y="382372"/>
                  </a:lnTo>
                  <a:lnTo>
                    <a:pt x="7212456" y="382372"/>
                  </a:lnTo>
                  <a:lnTo>
                    <a:pt x="7212772" y="381942"/>
                  </a:lnTo>
                  <a:lnTo>
                    <a:pt x="7213245" y="381511"/>
                  </a:lnTo>
                  <a:lnTo>
                    <a:pt x="7213403" y="381511"/>
                  </a:lnTo>
                  <a:lnTo>
                    <a:pt x="7213560" y="381511"/>
                  </a:lnTo>
                  <a:lnTo>
                    <a:pt x="7213876" y="381511"/>
                  </a:lnTo>
                  <a:lnTo>
                    <a:pt x="7214034" y="381511"/>
                  </a:lnTo>
                  <a:lnTo>
                    <a:pt x="7214191" y="381511"/>
                  </a:lnTo>
                  <a:lnTo>
                    <a:pt x="7214191" y="381081"/>
                  </a:lnTo>
                  <a:lnTo>
                    <a:pt x="7214349" y="381081"/>
                  </a:lnTo>
                  <a:lnTo>
                    <a:pt x="7214664" y="381081"/>
                  </a:lnTo>
                  <a:lnTo>
                    <a:pt x="7215611" y="381081"/>
                  </a:lnTo>
                  <a:lnTo>
                    <a:pt x="7216242" y="381081"/>
                  </a:lnTo>
                  <a:lnTo>
                    <a:pt x="7216399" y="381081"/>
                  </a:lnTo>
                  <a:lnTo>
                    <a:pt x="7216557" y="381081"/>
                  </a:lnTo>
                  <a:lnTo>
                    <a:pt x="7216715" y="381081"/>
                  </a:lnTo>
                  <a:lnTo>
                    <a:pt x="7216872" y="380650"/>
                  </a:lnTo>
                  <a:lnTo>
                    <a:pt x="7217030" y="380219"/>
                  </a:lnTo>
                  <a:lnTo>
                    <a:pt x="7217503" y="380219"/>
                  </a:lnTo>
                  <a:lnTo>
                    <a:pt x="7218450" y="380219"/>
                  </a:lnTo>
                  <a:lnTo>
                    <a:pt x="7218607" y="380219"/>
                  </a:lnTo>
                  <a:lnTo>
                    <a:pt x="7218765" y="380219"/>
                  </a:lnTo>
                  <a:lnTo>
                    <a:pt x="7218923" y="380219"/>
                  </a:lnTo>
                  <a:lnTo>
                    <a:pt x="7219396" y="379789"/>
                  </a:lnTo>
                  <a:lnTo>
                    <a:pt x="7219554" y="379789"/>
                  </a:lnTo>
                  <a:lnTo>
                    <a:pt x="7219711" y="379789"/>
                  </a:lnTo>
                  <a:lnTo>
                    <a:pt x="7220342" y="379789"/>
                  </a:lnTo>
                  <a:lnTo>
                    <a:pt x="7220500" y="379789"/>
                  </a:lnTo>
                  <a:lnTo>
                    <a:pt x="7220815" y="379789"/>
                  </a:lnTo>
                  <a:lnTo>
                    <a:pt x="7221131" y="379789"/>
                  </a:lnTo>
                  <a:lnTo>
                    <a:pt x="7221604" y="379789"/>
                  </a:lnTo>
                  <a:lnTo>
                    <a:pt x="7221762" y="379789"/>
                  </a:lnTo>
                  <a:lnTo>
                    <a:pt x="7221919" y="379789"/>
                  </a:lnTo>
                  <a:lnTo>
                    <a:pt x="7222235" y="379789"/>
                  </a:lnTo>
                  <a:lnTo>
                    <a:pt x="7222550" y="379789"/>
                  </a:lnTo>
                  <a:lnTo>
                    <a:pt x="7223023" y="379789"/>
                  </a:lnTo>
                  <a:lnTo>
                    <a:pt x="7223654" y="379358"/>
                  </a:lnTo>
                  <a:lnTo>
                    <a:pt x="7223812" y="379358"/>
                  </a:lnTo>
                  <a:lnTo>
                    <a:pt x="7223970" y="379358"/>
                  </a:lnTo>
                  <a:lnTo>
                    <a:pt x="7225547" y="379358"/>
                  </a:lnTo>
                  <a:lnTo>
                    <a:pt x="7226020" y="379358"/>
                  </a:lnTo>
                  <a:lnTo>
                    <a:pt x="7226809" y="378928"/>
                  </a:lnTo>
                  <a:lnTo>
                    <a:pt x="7226966" y="378497"/>
                  </a:lnTo>
                  <a:lnTo>
                    <a:pt x="7227282" y="378497"/>
                  </a:lnTo>
                  <a:lnTo>
                    <a:pt x="7227755" y="378497"/>
                  </a:lnTo>
                  <a:lnTo>
                    <a:pt x="7228070" y="378497"/>
                  </a:lnTo>
                  <a:lnTo>
                    <a:pt x="7228544" y="378066"/>
                  </a:lnTo>
                  <a:lnTo>
                    <a:pt x="7228701" y="378066"/>
                  </a:lnTo>
                  <a:lnTo>
                    <a:pt x="7228859" y="378066"/>
                  </a:lnTo>
                  <a:lnTo>
                    <a:pt x="7229017" y="378066"/>
                  </a:lnTo>
                  <a:lnTo>
                    <a:pt x="7229175" y="378066"/>
                  </a:lnTo>
                  <a:lnTo>
                    <a:pt x="7229805" y="377636"/>
                  </a:lnTo>
                  <a:lnTo>
                    <a:pt x="7230436" y="377636"/>
                  </a:lnTo>
                  <a:lnTo>
                    <a:pt x="7230436" y="377205"/>
                  </a:lnTo>
                  <a:lnTo>
                    <a:pt x="7231383" y="376775"/>
                  </a:lnTo>
                  <a:lnTo>
                    <a:pt x="7231856" y="376775"/>
                  </a:lnTo>
                  <a:lnTo>
                    <a:pt x="7231856" y="376344"/>
                  </a:lnTo>
                  <a:lnTo>
                    <a:pt x="7232013" y="375913"/>
                  </a:lnTo>
                  <a:lnTo>
                    <a:pt x="7232329" y="375913"/>
                  </a:lnTo>
                  <a:lnTo>
                    <a:pt x="7232644" y="375913"/>
                  </a:lnTo>
                  <a:lnTo>
                    <a:pt x="7233591" y="375483"/>
                  </a:lnTo>
                  <a:lnTo>
                    <a:pt x="7233748" y="375483"/>
                  </a:lnTo>
                  <a:lnTo>
                    <a:pt x="7233906" y="375483"/>
                  </a:lnTo>
                  <a:lnTo>
                    <a:pt x="7234379" y="375483"/>
                  </a:lnTo>
                  <a:lnTo>
                    <a:pt x="7235168" y="375483"/>
                  </a:lnTo>
                  <a:lnTo>
                    <a:pt x="7235483" y="375483"/>
                  </a:lnTo>
                  <a:lnTo>
                    <a:pt x="7235641" y="375483"/>
                  </a:lnTo>
                  <a:lnTo>
                    <a:pt x="7236114" y="375483"/>
                  </a:lnTo>
                  <a:lnTo>
                    <a:pt x="7236587" y="375483"/>
                  </a:lnTo>
                  <a:lnTo>
                    <a:pt x="7236587" y="375052"/>
                  </a:lnTo>
                  <a:lnTo>
                    <a:pt x="7237060" y="375052"/>
                  </a:lnTo>
                  <a:lnTo>
                    <a:pt x="7237849" y="375052"/>
                  </a:lnTo>
                  <a:lnTo>
                    <a:pt x="7238007" y="375052"/>
                  </a:lnTo>
                  <a:lnTo>
                    <a:pt x="7239268" y="375052"/>
                  </a:lnTo>
                  <a:lnTo>
                    <a:pt x="7239584" y="375052"/>
                  </a:lnTo>
                  <a:lnTo>
                    <a:pt x="7240846" y="374622"/>
                  </a:lnTo>
                  <a:lnTo>
                    <a:pt x="7241003" y="374622"/>
                  </a:lnTo>
                  <a:lnTo>
                    <a:pt x="7241319" y="374622"/>
                  </a:lnTo>
                  <a:lnTo>
                    <a:pt x="7241477" y="374191"/>
                  </a:lnTo>
                  <a:lnTo>
                    <a:pt x="7241792" y="374191"/>
                  </a:lnTo>
                  <a:lnTo>
                    <a:pt x="7242107" y="373760"/>
                  </a:lnTo>
                  <a:lnTo>
                    <a:pt x="7242265" y="373760"/>
                  </a:lnTo>
                  <a:lnTo>
                    <a:pt x="7242581" y="373760"/>
                  </a:lnTo>
                  <a:lnTo>
                    <a:pt x="7243054" y="373760"/>
                  </a:lnTo>
                  <a:lnTo>
                    <a:pt x="7243527" y="373330"/>
                  </a:lnTo>
                  <a:lnTo>
                    <a:pt x="7243685" y="373330"/>
                  </a:lnTo>
                  <a:lnTo>
                    <a:pt x="7244158" y="373330"/>
                  </a:lnTo>
                  <a:lnTo>
                    <a:pt x="7244631" y="373330"/>
                  </a:lnTo>
                  <a:lnTo>
                    <a:pt x="7244946" y="373330"/>
                  </a:lnTo>
                  <a:lnTo>
                    <a:pt x="7245577" y="373330"/>
                  </a:lnTo>
                  <a:lnTo>
                    <a:pt x="7245735" y="372899"/>
                  </a:lnTo>
                  <a:lnTo>
                    <a:pt x="7246050" y="372899"/>
                  </a:lnTo>
                  <a:lnTo>
                    <a:pt x="7246681" y="372469"/>
                  </a:lnTo>
                  <a:lnTo>
                    <a:pt x="7246839" y="372038"/>
                  </a:lnTo>
                  <a:lnTo>
                    <a:pt x="7247628" y="371607"/>
                  </a:lnTo>
                  <a:lnTo>
                    <a:pt x="7248416" y="370746"/>
                  </a:lnTo>
                  <a:lnTo>
                    <a:pt x="7248416" y="369885"/>
                  </a:lnTo>
                  <a:lnTo>
                    <a:pt x="7249047" y="369454"/>
                  </a:lnTo>
                  <a:lnTo>
                    <a:pt x="7249205" y="369454"/>
                  </a:lnTo>
                  <a:lnTo>
                    <a:pt x="7249520" y="369454"/>
                  </a:lnTo>
                  <a:lnTo>
                    <a:pt x="7249520" y="369024"/>
                  </a:lnTo>
                  <a:lnTo>
                    <a:pt x="7249836" y="368593"/>
                  </a:lnTo>
                  <a:lnTo>
                    <a:pt x="7250466" y="368593"/>
                  </a:lnTo>
                  <a:lnTo>
                    <a:pt x="7251255" y="368163"/>
                  </a:lnTo>
                  <a:lnTo>
                    <a:pt x="7251413" y="368163"/>
                  </a:lnTo>
                  <a:lnTo>
                    <a:pt x="7251728" y="368163"/>
                  </a:lnTo>
                  <a:lnTo>
                    <a:pt x="7252201" y="368163"/>
                  </a:lnTo>
                  <a:lnTo>
                    <a:pt x="7252675" y="368163"/>
                  </a:lnTo>
                  <a:lnTo>
                    <a:pt x="7252832" y="368163"/>
                  </a:lnTo>
                  <a:lnTo>
                    <a:pt x="7252990" y="368163"/>
                  </a:lnTo>
                  <a:lnTo>
                    <a:pt x="7253305" y="368163"/>
                  </a:lnTo>
                  <a:lnTo>
                    <a:pt x="7253463" y="368163"/>
                  </a:lnTo>
                  <a:lnTo>
                    <a:pt x="7254094" y="368163"/>
                  </a:lnTo>
                  <a:lnTo>
                    <a:pt x="7255040" y="368163"/>
                  </a:lnTo>
                  <a:lnTo>
                    <a:pt x="7255198" y="368163"/>
                  </a:lnTo>
                  <a:lnTo>
                    <a:pt x="7255356" y="368163"/>
                  </a:lnTo>
                  <a:lnTo>
                    <a:pt x="7255671" y="368163"/>
                  </a:lnTo>
                  <a:lnTo>
                    <a:pt x="7255829" y="368163"/>
                  </a:lnTo>
                  <a:lnTo>
                    <a:pt x="7255987" y="368163"/>
                  </a:lnTo>
                  <a:lnTo>
                    <a:pt x="7256460" y="368163"/>
                  </a:lnTo>
                  <a:lnTo>
                    <a:pt x="7256933" y="368163"/>
                  </a:lnTo>
                  <a:lnTo>
                    <a:pt x="7258195" y="368163"/>
                  </a:lnTo>
                  <a:lnTo>
                    <a:pt x="7259141" y="368163"/>
                  </a:lnTo>
                  <a:lnTo>
                    <a:pt x="7259299" y="368163"/>
                  </a:lnTo>
                  <a:lnTo>
                    <a:pt x="7259930" y="368163"/>
                  </a:lnTo>
                  <a:lnTo>
                    <a:pt x="7260403" y="367301"/>
                  </a:lnTo>
                  <a:lnTo>
                    <a:pt x="7260560" y="367301"/>
                  </a:lnTo>
                  <a:lnTo>
                    <a:pt x="7260876" y="366871"/>
                  </a:lnTo>
                  <a:lnTo>
                    <a:pt x="7261349" y="366871"/>
                  </a:lnTo>
                  <a:lnTo>
                    <a:pt x="7261664" y="366871"/>
                  </a:lnTo>
                  <a:lnTo>
                    <a:pt x="7261822" y="366871"/>
                  </a:lnTo>
                  <a:lnTo>
                    <a:pt x="7261980" y="366440"/>
                  </a:lnTo>
                  <a:lnTo>
                    <a:pt x="7261980" y="366010"/>
                  </a:lnTo>
                  <a:lnTo>
                    <a:pt x="7262138" y="366010"/>
                  </a:lnTo>
                  <a:lnTo>
                    <a:pt x="7262611" y="365579"/>
                  </a:lnTo>
                  <a:lnTo>
                    <a:pt x="7262768" y="365579"/>
                  </a:lnTo>
                  <a:lnTo>
                    <a:pt x="7263084" y="365579"/>
                  </a:lnTo>
                  <a:lnTo>
                    <a:pt x="7263242" y="365579"/>
                  </a:lnTo>
                  <a:lnTo>
                    <a:pt x="7263873" y="365579"/>
                  </a:lnTo>
                  <a:lnTo>
                    <a:pt x="7264977" y="364718"/>
                  </a:lnTo>
                  <a:lnTo>
                    <a:pt x="7265134" y="364718"/>
                  </a:lnTo>
                  <a:lnTo>
                    <a:pt x="7265607" y="364287"/>
                  </a:lnTo>
                  <a:lnTo>
                    <a:pt x="7266081" y="363857"/>
                  </a:lnTo>
                  <a:lnTo>
                    <a:pt x="7266711" y="363857"/>
                  </a:lnTo>
                  <a:lnTo>
                    <a:pt x="7267185" y="363857"/>
                  </a:lnTo>
                  <a:lnTo>
                    <a:pt x="7267658" y="363857"/>
                  </a:lnTo>
                  <a:lnTo>
                    <a:pt x="7267658" y="363426"/>
                  </a:lnTo>
                  <a:lnTo>
                    <a:pt x="7267973" y="363426"/>
                  </a:lnTo>
                  <a:lnTo>
                    <a:pt x="7268131" y="363426"/>
                  </a:lnTo>
                  <a:lnTo>
                    <a:pt x="7268289" y="363426"/>
                  </a:lnTo>
                  <a:lnTo>
                    <a:pt x="7268604" y="363426"/>
                  </a:lnTo>
                  <a:lnTo>
                    <a:pt x="7268920" y="363426"/>
                  </a:lnTo>
                  <a:lnTo>
                    <a:pt x="7269866" y="362995"/>
                  </a:lnTo>
                  <a:lnTo>
                    <a:pt x="7270024" y="362995"/>
                  </a:lnTo>
                  <a:lnTo>
                    <a:pt x="7270497" y="362995"/>
                  </a:lnTo>
                  <a:lnTo>
                    <a:pt x="7271128" y="362565"/>
                  </a:lnTo>
                  <a:lnTo>
                    <a:pt x="7271285" y="362565"/>
                  </a:lnTo>
                  <a:lnTo>
                    <a:pt x="7271916" y="362565"/>
                  </a:lnTo>
                  <a:lnTo>
                    <a:pt x="7272389" y="362134"/>
                  </a:lnTo>
                  <a:lnTo>
                    <a:pt x="7272705" y="362134"/>
                  </a:lnTo>
                  <a:lnTo>
                    <a:pt x="7273493" y="361704"/>
                  </a:lnTo>
                  <a:lnTo>
                    <a:pt x="7273651" y="361704"/>
                  </a:lnTo>
                  <a:lnTo>
                    <a:pt x="7273809" y="361704"/>
                  </a:lnTo>
                  <a:lnTo>
                    <a:pt x="7274124" y="361704"/>
                  </a:lnTo>
                  <a:lnTo>
                    <a:pt x="7274282" y="361704"/>
                  </a:lnTo>
                  <a:lnTo>
                    <a:pt x="7274440" y="361704"/>
                  </a:lnTo>
                  <a:lnTo>
                    <a:pt x="7274755" y="361704"/>
                  </a:lnTo>
                  <a:lnTo>
                    <a:pt x="7275071" y="361704"/>
                  </a:lnTo>
                  <a:lnTo>
                    <a:pt x="7275386" y="361704"/>
                  </a:lnTo>
                  <a:lnTo>
                    <a:pt x="7275701" y="361704"/>
                  </a:lnTo>
                  <a:lnTo>
                    <a:pt x="7276017" y="361704"/>
                  </a:lnTo>
                  <a:lnTo>
                    <a:pt x="7276175" y="361704"/>
                  </a:lnTo>
                  <a:lnTo>
                    <a:pt x="7276490" y="361704"/>
                  </a:lnTo>
                  <a:lnTo>
                    <a:pt x="7276648" y="361704"/>
                  </a:lnTo>
                  <a:lnTo>
                    <a:pt x="7276805" y="361704"/>
                  </a:lnTo>
                  <a:lnTo>
                    <a:pt x="7277594" y="360842"/>
                  </a:lnTo>
                  <a:lnTo>
                    <a:pt x="7277909" y="360412"/>
                  </a:lnTo>
                  <a:lnTo>
                    <a:pt x="7278540" y="359981"/>
                  </a:lnTo>
                  <a:lnTo>
                    <a:pt x="7279171" y="359981"/>
                  </a:lnTo>
                  <a:lnTo>
                    <a:pt x="7279329" y="359981"/>
                  </a:lnTo>
                  <a:lnTo>
                    <a:pt x="7279644" y="359981"/>
                  </a:lnTo>
                  <a:lnTo>
                    <a:pt x="7280118" y="359981"/>
                  </a:lnTo>
                  <a:lnTo>
                    <a:pt x="7280433" y="359981"/>
                  </a:lnTo>
                  <a:lnTo>
                    <a:pt x="7280433" y="359551"/>
                  </a:lnTo>
                  <a:lnTo>
                    <a:pt x="7280591" y="359120"/>
                  </a:lnTo>
                  <a:lnTo>
                    <a:pt x="7281222" y="357398"/>
                  </a:lnTo>
                  <a:lnTo>
                    <a:pt x="7281852" y="357398"/>
                  </a:lnTo>
                  <a:lnTo>
                    <a:pt x="7282326" y="357398"/>
                  </a:lnTo>
                  <a:lnTo>
                    <a:pt x="7283114" y="357398"/>
                  </a:lnTo>
                  <a:lnTo>
                    <a:pt x="7283114" y="356967"/>
                  </a:lnTo>
                  <a:lnTo>
                    <a:pt x="7283430" y="356967"/>
                  </a:lnTo>
                  <a:lnTo>
                    <a:pt x="7283587" y="356967"/>
                  </a:lnTo>
                  <a:lnTo>
                    <a:pt x="7283587" y="356536"/>
                  </a:lnTo>
                  <a:lnTo>
                    <a:pt x="7283745" y="356536"/>
                  </a:lnTo>
                  <a:lnTo>
                    <a:pt x="7283903" y="356536"/>
                  </a:lnTo>
                  <a:lnTo>
                    <a:pt x="7285480" y="356536"/>
                  </a:lnTo>
                  <a:lnTo>
                    <a:pt x="7285638" y="356536"/>
                  </a:lnTo>
                  <a:lnTo>
                    <a:pt x="7285795" y="356536"/>
                  </a:lnTo>
                  <a:lnTo>
                    <a:pt x="7285953" y="356536"/>
                  </a:lnTo>
                  <a:lnTo>
                    <a:pt x="7286426" y="356536"/>
                  </a:lnTo>
                  <a:lnTo>
                    <a:pt x="7286742" y="356536"/>
                  </a:lnTo>
                  <a:lnTo>
                    <a:pt x="7286899" y="356536"/>
                  </a:lnTo>
                  <a:lnTo>
                    <a:pt x="7287057" y="356536"/>
                  </a:lnTo>
                  <a:lnTo>
                    <a:pt x="7287688" y="356536"/>
                  </a:lnTo>
                  <a:lnTo>
                    <a:pt x="7288792" y="355675"/>
                  </a:lnTo>
                  <a:lnTo>
                    <a:pt x="7289107" y="355675"/>
                  </a:lnTo>
                  <a:lnTo>
                    <a:pt x="7289265" y="355675"/>
                  </a:lnTo>
                  <a:lnTo>
                    <a:pt x="7289896" y="354814"/>
                  </a:lnTo>
                  <a:lnTo>
                    <a:pt x="7290369" y="354814"/>
                  </a:lnTo>
                  <a:lnTo>
                    <a:pt x="7291158" y="354814"/>
                  </a:lnTo>
                  <a:lnTo>
                    <a:pt x="7291631" y="354814"/>
                  </a:lnTo>
                  <a:lnTo>
                    <a:pt x="7291789" y="354814"/>
                  </a:lnTo>
                  <a:lnTo>
                    <a:pt x="7292262" y="354383"/>
                  </a:lnTo>
                  <a:lnTo>
                    <a:pt x="7292420" y="354383"/>
                  </a:lnTo>
                  <a:lnTo>
                    <a:pt x="7293050" y="354383"/>
                  </a:lnTo>
                  <a:lnTo>
                    <a:pt x="7293208" y="354383"/>
                  </a:lnTo>
                  <a:lnTo>
                    <a:pt x="7293366" y="354383"/>
                  </a:lnTo>
                  <a:lnTo>
                    <a:pt x="7293524" y="354383"/>
                  </a:lnTo>
                  <a:lnTo>
                    <a:pt x="7294628" y="354383"/>
                  </a:lnTo>
                  <a:lnTo>
                    <a:pt x="7295416" y="354383"/>
                  </a:lnTo>
                  <a:lnTo>
                    <a:pt x="7295574" y="354383"/>
                  </a:lnTo>
                  <a:lnTo>
                    <a:pt x="7295732" y="354383"/>
                  </a:lnTo>
                  <a:lnTo>
                    <a:pt x="7296205" y="354383"/>
                  </a:lnTo>
                  <a:lnTo>
                    <a:pt x="7297151" y="354383"/>
                  </a:lnTo>
                  <a:lnTo>
                    <a:pt x="7297467" y="354383"/>
                  </a:lnTo>
                  <a:lnTo>
                    <a:pt x="7297782" y="354383"/>
                  </a:lnTo>
                  <a:lnTo>
                    <a:pt x="7298728" y="354383"/>
                  </a:lnTo>
                  <a:lnTo>
                    <a:pt x="7299832" y="354383"/>
                  </a:lnTo>
                  <a:lnTo>
                    <a:pt x="7299990" y="354383"/>
                  </a:lnTo>
                  <a:lnTo>
                    <a:pt x="7300305" y="354383"/>
                  </a:lnTo>
                  <a:lnTo>
                    <a:pt x="7300463" y="354383"/>
                  </a:lnTo>
                  <a:lnTo>
                    <a:pt x="7300936" y="354383"/>
                  </a:lnTo>
                  <a:lnTo>
                    <a:pt x="7301252" y="353953"/>
                  </a:lnTo>
                  <a:lnTo>
                    <a:pt x="7301409" y="353953"/>
                  </a:lnTo>
                  <a:lnTo>
                    <a:pt x="7301725" y="353953"/>
                  </a:lnTo>
                  <a:lnTo>
                    <a:pt x="7301883" y="353953"/>
                  </a:lnTo>
                  <a:lnTo>
                    <a:pt x="7302040" y="353522"/>
                  </a:lnTo>
                  <a:lnTo>
                    <a:pt x="7302198" y="353522"/>
                  </a:lnTo>
                  <a:lnTo>
                    <a:pt x="7302356" y="353522"/>
                  </a:lnTo>
                  <a:lnTo>
                    <a:pt x="7303144" y="353522"/>
                  </a:lnTo>
                  <a:lnTo>
                    <a:pt x="7303144" y="353092"/>
                  </a:lnTo>
                  <a:lnTo>
                    <a:pt x="7303302" y="353092"/>
                  </a:lnTo>
                  <a:lnTo>
                    <a:pt x="7304091" y="352230"/>
                  </a:lnTo>
                  <a:lnTo>
                    <a:pt x="7304248" y="352230"/>
                  </a:lnTo>
                  <a:lnTo>
                    <a:pt x="7304406" y="352230"/>
                  </a:lnTo>
                  <a:lnTo>
                    <a:pt x="7304722" y="352230"/>
                  </a:lnTo>
                  <a:lnTo>
                    <a:pt x="7304879" y="352230"/>
                  </a:lnTo>
                  <a:lnTo>
                    <a:pt x="7305195" y="351800"/>
                  </a:lnTo>
                  <a:lnTo>
                    <a:pt x="7305352" y="351800"/>
                  </a:lnTo>
                  <a:lnTo>
                    <a:pt x="7305826" y="351800"/>
                  </a:lnTo>
                  <a:lnTo>
                    <a:pt x="7306930" y="351369"/>
                  </a:lnTo>
                  <a:lnTo>
                    <a:pt x="7307876" y="351369"/>
                  </a:lnTo>
                  <a:lnTo>
                    <a:pt x="7308349" y="350508"/>
                  </a:lnTo>
                  <a:lnTo>
                    <a:pt x="7308822" y="350508"/>
                  </a:lnTo>
                  <a:lnTo>
                    <a:pt x="7309138" y="350508"/>
                  </a:lnTo>
                  <a:lnTo>
                    <a:pt x="7309611" y="350508"/>
                  </a:lnTo>
                  <a:lnTo>
                    <a:pt x="7309926" y="350508"/>
                  </a:lnTo>
                  <a:lnTo>
                    <a:pt x="7310873" y="350508"/>
                  </a:lnTo>
                  <a:lnTo>
                    <a:pt x="7311188" y="350508"/>
                  </a:lnTo>
                  <a:lnTo>
                    <a:pt x="7311346" y="350508"/>
                  </a:lnTo>
                  <a:lnTo>
                    <a:pt x="7312134" y="350077"/>
                  </a:lnTo>
                  <a:lnTo>
                    <a:pt x="7312292" y="350077"/>
                  </a:lnTo>
                  <a:lnTo>
                    <a:pt x="7312450" y="350077"/>
                  </a:lnTo>
                  <a:lnTo>
                    <a:pt x="7313081" y="350077"/>
                  </a:lnTo>
                  <a:lnTo>
                    <a:pt x="7313554" y="350077"/>
                  </a:lnTo>
                  <a:lnTo>
                    <a:pt x="7313711" y="350077"/>
                  </a:lnTo>
                  <a:lnTo>
                    <a:pt x="7314500" y="350077"/>
                  </a:lnTo>
                  <a:lnTo>
                    <a:pt x="7314658" y="350077"/>
                  </a:lnTo>
                  <a:lnTo>
                    <a:pt x="7314816" y="350077"/>
                  </a:lnTo>
                  <a:lnTo>
                    <a:pt x="7315604" y="349647"/>
                  </a:lnTo>
                  <a:lnTo>
                    <a:pt x="7316077" y="349647"/>
                  </a:lnTo>
                  <a:lnTo>
                    <a:pt x="7316235" y="349647"/>
                  </a:lnTo>
                  <a:lnTo>
                    <a:pt x="7316866" y="349216"/>
                  </a:lnTo>
                  <a:lnTo>
                    <a:pt x="7317024" y="349216"/>
                  </a:lnTo>
                  <a:lnTo>
                    <a:pt x="7317181" y="349216"/>
                  </a:lnTo>
                  <a:lnTo>
                    <a:pt x="7317181" y="348786"/>
                  </a:lnTo>
                  <a:lnTo>
                    <a:pt x="7317181" y="348355"/>
                  </a:lnTo>
                  <a:lnTo>
                    <a:pt x="7317339" y="347924"/>
                  </a:lnTo>
                  <a:lnTo>
                    <a:pt x="7317497" y="347924"/>
                  </a:lnTo>
                  <a:lnTo>
                    <a:pt x="7317970" y="347494"/>
                  </a:lnTo>
                  <a:lnTo>
                    <a:pt x="7318601" y="347063"/>
                  </a:lnTo>
                  <a:lnTo>
                    <a:pt x="7318758" y="347063"/>
                  </a:lnTo>
                  <a:lnTo>
                    <a:pt x="7319863" y="347063"/>
                  </a:lnTo>
                  <a:lnTo>
                    <a:pt x="7320178" y="347063"/>
                  </a:lnTo>
                  <a:lnTo>
                    <a:pt x="7320336" y="347063"/>
                  </a:lnTo>
                  <a:lnTo>
                    <a:pt x="7320493" y="347063"/>
                  </a:lnTo>
                  <a:lnTo>
                    <a:pt x="7321124" y="347063"/>
                  </a:lnTo>
                  <a:lnTo>
                    <a:pt x="7322544" y="346633"/>
                  </a:lnTo>
                  <a:lnTo>
                    <a:pt x="7322859" y="346633"/>
                  </a:lnTo>
                  <a:lnTo>
                    <a:pt x="7323175" y="346633"/>
                  </a:lnTo>
                  <a:lnTo>
                    <a:pt x="7323490" y="346633"/>
                  </a:lnTo>
                  <a:lnTo>
                    <a:pt x="7324121" y="346633"/>
                  </a:lnTo>
                  <a:lnTo>
                    <a:pt x="7324279" y="346633"/>
                  </a:lnTo>
                  <a:lnTo>
                    <a:pt x="7324436" y="346633"/>
                  </a:lnTo>
                  <a:lnTo>
                    <a:pt x="7324752" y="346202"/>
                  </a:lnTo>
                  <a:lnTo>
                    <a:pt x="7325225" y="345771"/>
                  </a:lnTo>
                  <a:lnTo>
                    <a:pt x="7325383" y="345771"/>
                  </a:lnTo>
                  <a:lnTo>
                    <a:pt x="7325383" y="345341"/>
                  </a:lnTo>
                  <a:lnTo>
                    <a:pt x="7325698" y="345341"/>
                  </a:lnTo>
                  <a:lnTo>
                    <a:pt x="7326171" y="344910"/>
                  </a:lnTo>
                  <a:lnTo>
                    <a:pt x="7326487" y="344910"/>
                  </a:lnTo>
                  <a:lnTo>
                    <a:pt x="7327275" y="344910"/>
                  </a:lnTo>
                  <a:lnTo>
                    <a:pt x="7328222" y="344910"/>
                  </a:lnTo>
                  <a:lnTo>
                    <a:pt x="7329641" y="344480"/>
                  </a:lnTo>
                  <a:lnTo>
                    <a:pt x="7329799" y="344480"/>
                  </a:lnTo>
                  <a:lnTo>
                    <a:pt x="7329956" y="344480"/>
                  </a:lnTo>
                  <a:lnTo>
                    <a:pt x="7330272" y="344480"/>
                  </a:lnTo>
                  <a:lnTo>
                    <a:pt x="7330745" y="344480"/>
                  </a:lnTo>
                  <a:lnTo>
                    <a:pt x="7330903" y="344480"/>
                  </a:lnTo>
                  <a:lnTo>
                    <a:pt x="7331218" y="344049"/>
                  </a:lnTo>
                  <a:lnTo>
                    <a:pt x="7331376" y="344049"/>
                  </a:lnTo>
                  <a:lnTo>
                    <a:pt x="7331534" y="344049"/>
                  </a:lnTo>
                  <a:lnTo>
                    <a:pt x="7331691" y="344049"/>
                  </a:lnTo>
                  <a:lnTo>
                    <a:pt x="7332795" y="343618"/>
                  </a:lnTo>
                  <a:lnTo>
                    <a:pt x="7332953" y="343618"/>
                  </a:lnTo>
                  <a:lnTo>
                    <a:pt x="7333111" y="343618"/>
                  </a:lnTo>
                  <a:lnTo>
                    <a:pt x="7333269" y="343618"/>
                  </a:lnTo>
                  <a:lnTo>
                    <a:pt x="7333426" y="343618"/>
                  </a:lnTo>
                  <a:lnTo>
                    <a:pt x="7333899" y="343188"/>
                  </a:lnTo>
                  <a:lnTo>
                    <a:pt x="7333899" y="342757"/>
                  </a:lnTo>
                  <a:lnTo>
                    <a:pt x="7334373" y="342757"/>
                  </a:lnTo>
                  <a:lnTo>
                    <a:pt x="7334530" y="342757"/>
                  </a:lnTo>
                  <a:lnTo>
                    <a:pt x="7335003" y="342757"/>
                  </a:lnTo>
                  <a:lnTo>
                    <a:pt x="7335161" y="342757"/>
                  </a:lnTo>
                  <a:lnTo>
                    <a:pt x="7335319" y="342757"/>
                  </a:lnTo>
                  <a:lnTo>
                    <a:pt x="7336265" y="342327"/>
                  </a:lnTo>
                  <a:lnTo>
                    <a:pt x="7337369" y="342327"/>
                  </a:lnTo>
                  <a:lnTo>
                    <a:pt x="7337685" y="342327"/>
                  </a:lnTo>
                  <a:lnTo>
                    <a:pt x="7338000" y="342327"/>
                  </a:lnTo>
                  <a:lnTo>
                    <a:pt x="7338473" y="342327"/>
                  </a:lnTo>
                  <a:lnTo>
                    <a:pt x="7339104" y="341465"/>
                  </a:lnTo>
                  <a:lnTo>
                    <a:pt x="7339577" y="341465"/>
                  </a:lnTo>
                  <a:lnTo>
                    <a:pt x="7339893" y="341465"/>
                  </a:lnTo>
                  <a:lnTo>
                    <a:pt x="7340050" y="341465"/>
                  </a:lnTo>
                  <a:lnTo>
                    <a:pt x="7340050" y="341035"/>
                  </a:lnTo>
                  <a:lnTo>
                    <a:pt x="7340208" y="341035"/>
                  </a:lnTo>
                  <a:lnTo>
                    <a:pt x="7340366" y="341035"/>
                  </a:lnTo>
                  <a:lnTo>
                    <a:pt x="7340524" y="341035"/>
                  </a:lnTo>
                  <a:lnTo>
                    <a:pt x="7340839" y="341035"/>
                  </a:lnTo>
                  <a:lnTo>
                    <a:pt x="7341312" y="340604"/>
                  </a:lnTo>
                  <a:lnTo>
                    <a:pt x="7341628" y="340604"/>
                  </a:lnTo>
                  <a:lnTo>
                    <a:pt x="7341628" y="340174"/>
                  </a:lnTo>
                  <a:lnTo>
                    <a:pt x="7341628" y="339743"/>
                  </a:lnTo>
                  <a:lnTo>
                    <a:pt x="7341628" y="339312"/>
                  </a:lnTo>
                  <a:lnTo>
                    <a:pt x="7341628" y="338882"/>
                  </a:lnTo>
                  <a:lnTo>
                    <a:pt x="7341785" y="338882"/>
                  </a:lnTo>
                  <a:lnTo>
                    <a:pt x="7342889" y="338882"/>
                  </a:lnTo>
                  <a:lnTo>
                    <a:pt x="7343363" y="338021"/>
                  </a:lnTo>
                  <a:lnTo>
                    <a:pt x="7343678" y="338021"/>
                  </a:lnTo>
                  <a:lnTo>
                    <a:pt x="7343993" y="338021"/>
                  </a:lnTo>
                  <a:lnTo>
                    <a:pt x="7344624" y="338021"/>
                  </a:lnTo>
                  <a:lnTo>
                    <a:pt x="7345097" y="338021"/>
                  </a:lnTo>
                  <a:lnTo>
                    <a:pt x="7345097" y="337590"/>
                  </a:lnTo>
                  <a:lnTo>
                    <a:pt x="7345255" y="337590"/>
                  </a:lnTo>
                  <a:lnTo>
                    <a:pt x="7345886" y="337590"/>
                  </a:lnTo>
                  <a:lnTo>
                    <a:pt x="7346044" y="337590"/>
                  </a:lnTo>
                  <a:lnTo>
                    <a:pt x="7346675" y="336729"/>
                  </a:lnTo>
                  <a:lnTo>
                    <a:pt x="7347305" y="336729"/>
                  </a:lnTo>
                  <a:lnTo>
                    <a:pt x="7347463" y="336729"/>
                  </a:lnTo>
                  <a:lnTo>
                    <a:pt x="7348094" y="336729"/>
                  </a:lnTo>
                  <a:lnTo>
                    <a:pt x="7348252" y="336298"/>
                  </a:lnTo>
                  <a:lnTo>
                    <a:pt x="7348567" y="336298"/>
                  </a:lnTo>
                  <a:lnTo>
                    <a:pt x="7348725" y="336298"/>
                  </a:lnTo>
                  <a:lnTo>
                    <a:pt x="7348883" y="336298"/>
                  </a:lnTo>
                  <a:lnTo>
                    <a:pt x="7349198" y="336298"/>
                  </a:lnTo>
                  <a:lnTo>
                    <a:pt x="7349671" y="335437"/>
                  </a:lnTo>
                  <a:lnTo>
                    <a:pt x="7350144" y="335437"/>
                  </a:lnTo>
                  <a:lnTo>
                    <a:pt x="7350618" y="335437"/>
                  </a:lnTo>
                  <a:lnTo>
                    <a:pt x="7350933" y="335437"/>
                  </a:lnTo>
                  <a:lnTo>
                    <a:pt x="7351722" y="335006"/>
                  </a:lnTo>
                  <a:lnTo>
                    <a:pt x="7352826" y="335006"/>
                  </a:lnTo>
                  <a:lnTo>
                    <a:pt x="7353141" y="335006"/>
                  </a:lnTo>
                  <a:lnTo>
                    <a:pt x="7353299" y="335006"/>
                  </a:lnTo>
                  <a:lnTo>
                    <a:pt x="7353772" y="334576"/>
                  </a:lnTo>
                  <a:lnTo>
                    <a:pt x="7353930" y="334576"/>
                  </a:lnTo>
                  <a:lnTo>
                    <a:pt x="7354087" y="334145"/>
                  </a:lnTo>
                  <a:lnTo>
                    <a:pt x="7354403" y="333715"/>
                  </a:lnTo>
                  <a:lnTo>
                    <a:pt x="7354561" y="333284"/>
                  </a:lnTo>
                  <a:lnTo>
                    <a:pt x="7355034" y="333284"/>
                  </a:lnTo>
                  <a:lnTo>
                    <a:pt x="7355980" y="332853"/>
                  </a:lnTo>
                  <a:lnTo>
                    <a:pt x="7356769" y="332853"/>
                  </a:lnTo>
                  <a:lnTo>
                    <a:pt x="7357242" y="332853"/>
                  </a:lnTo>
                  <a:lnTo>
                    <a:pt x="7358030" y="332853"/>
                  </a:lnTo>
                  <a:lnTo>
                    <a:pt x="7358188" y="332423"/>
                  </a:lnTo>
                  <a:lnTo>
                    <a:pt x="7358661" y="331992"/>
                  </a:lnTo>
                  <a:lnTo>
                    <a:pt x="7358819" y="331992"/>
                  </a:lnTo>
                  <a:lnTo>
                    <a:pt x="7358977" y="331992"/>
                  </a:lnTo>
                  <a:lnTo>
                    <a:pt x="7359450" y="331992"/>
                  </a:lnTo>
                  <a:lnTo>
                    <a:pt x="7359608" y="331992"/>
                  </a:lnTo>
                  <a:lnTo>
                    <a:pt x="7359765" y="331992"/>
                  </a:lnTo>
                  <a:lnTo>
                    <a:pt x="7361500" y="331992"/>
                  </a:lnTo>
                  <a:lnTo>
                    <a:pt x="7362289" y="331562"/>
                  </a:lnTo>
                  <a:lnTo>
                    <a:pt x="7362446" y="331131"/>
                  </a:lnTo>
                  <a:lnTo>
                    <a:pt x="7363077" y="330700"/>
                  </a:lnTo>
                  <a:lnTo>
                    <a:pt x="7363235" y="330700"/>
                  </a:lnTo>
                  <a:lnTo>
                    <a:pt x="7363550" y="330700"/>
                  </a:lnTo>
                  <a:lnTo>
                    <a:pt x="7363708" y="330700"/>
                  </a:lnTo>
                  <a:lnTo>
                    <a:pt x="7363866" y="330700"/>
                  </a:lnTo>
                  <a:lnTo>
                    <a:pt x="7364024" y="330700"/>
                  </a:lnTo>
                  <a:lnTo>
                    <a:pt x="7364812" y="330700"/>
                  </a:lnTo>
                  <a:lnTo>
                    <a:pt x="7364812" y="329839"/>
                  </a:lnTo>
                  <a:lnTo>
                    <a:pt x="7365443" y="329409"/>
                  </a:lnTo>
                  <a:lnTo>
                    <a:pt x="7365601" y="329409"/>
                  </a:lnTo>
                  <a:lnTo>
                    <a:pt x="7365759" y="329409"/>
                  </a:lnTo>
                  <a:lnTo>
                    <a:pt x="7366547" y="329409"/>
                  </a:lnTo>
                  <a:lnTo>
                    <a:pt x="7367178" y="328978"/>
                  </a:lnTo>
                  <a:lnTo>
                    <a:pt x="7367336" y="328978"/>
                  </a:lnTo>
                  <a:lnTo>
                    <a:pt x="7367651" y="328978"/>
                  </a:lnTo>
                  <a:lnTo>
                    <a:pt x="7367809" y="328978"/>
                  </a:lnTo>
                  <a:lnTo>
                    <a:pt x="7367967" y="328978"/>
                  </a:lnTo>
                  <a:lnTo>
                    <a:pt x="7367967" y="328547"/>
                  </a:lnTo>
                  <a:lnTo>
                    <a:pt x="7368282" y="328117"/>
                  </a:lnTo>
                  <a:lnTo>
                    <a:pt x="7368440" y="328117"/>
                  </a:lnTo>
                  <a:lnTo>
                    <a:pt x="7368597" y="328117"/>
                  </a:lnTo>
                  <a:lnTo>
                    <a:pt x="7370017" y="327686"/>
                  </a:lnTo>
                  <a:lnTo>
                    <a:pt x="7370175" y="327686"/>
                  </a:lnTo>
                  <a:lnTo>
                    <a:pt x="7370332" y="327686"/>
                  </a:lnTo>
                  <a:lnTo>
                    <a:pt x="7370648" y="327686"/>
                  </a:lnTo>
                  <a:lnTo>
                    <a:pt x="7370806" y="327686"/>
                  </a:lnTo>
                  <a:lnTo>
                    <a:pt x="7371594" y="327256"/>
                  </a:lnTo>
                  <a:lnTo>
                    <a:pt x="7371752" y="327256"/>
                  </a:lnTo>
                  <a:lnTo>
                    <a:pt x="7372067" y="326825"/>
                  </a:lnTo>
                  <a:lnTo>
                    <a:pt x="7372225" y="326825"/>
                  </a:lnTo>
                  <a:lnTo>
                    <a:pt x="7372540" y="326825"/>
                  </a:lnTo>
                  <a:lnTo>
                    <a:pt x="7372856" y="326825"/>
                  </a:lnTo>
                  <a:lnTo>
                    <a:pt x="7373329" y="326825"/>
                  </a:lnTo>
                  <a:lnTo>
                    <a:pt x="7373487" y="326825"/>
                  </a:lnTo>
                  <a:lnTo>
                    <a:pt x="7374433" y="326825"/>
                  </a:lnTo>
                  <a:lnTo>
                    <a:pt x="7374748" y="326825"/>
                  </a:lnTo>
                  <a:lnTo>
                    <a:pt x="7374906" y="326825"/>
                  </a:lnTo>
                  <a:lnTo>
                    <a:pt x="7375537" y="326394"/>
                  </a:lnTo>
                  <a:lnTo>
                    <a:pt x="7375695" y="326394"/>
                  </a:lnTo>
                  <a:lnTo>
                    <a:pt x="7375853" y="326394"/>
                  </a:lnTo>
                  <a:lnTo>
                    <a:pt x="7376326" y="326394"/>
                  </a:lnTo>
                  <a:lnTo>
                    <a:pt x="7376641" y="326394"/>
                  </a:lnTo>
                  <a:lnTo>
                    <a:pt x="7376799" y="326394"/>
                  </a:lnTo>
                  <a:lnTo>
                    <a:pt x="7376957" y="326394"/>
                  </a:lnTo>
                  <a:lnTo>
                    <a:pt x="7377272" y="326394"/>
                  </a:lnTo>
                  <a:lnTo>
                    <a:pt x="7377430" y="326394"/>
                  </a:lnTo>
                  <a:lnTo>
                    <a:pt x="7378376" y="326394"/>
                  </a:lnTo>
                  <a:lnTo>
                    <a:pt x="7378691" y="326394"/>
                  </a:lnTo>
                  <a:lnTo>
                    <a:pt x="7378849" y="326394"/>
                  </a:lnTo>
                  <a:lnTo>
                    <a:pt x="7380584" y="324672"/>
                  </a:lnTo>
                  <a:lnTo>
                    <a:pt x="7380899" y="324672"/>
                  </a:lnTo>
                  <a:lnTo>
                    <a:pt x="7381057" y="324241"/>
                  </a:lnTo>
                  <a:lnTo>
                    <a:pt x="7381373" y="324241"/>
                  </a:lnTo>
                  <a:lnTo>
                    <a:pt x="7381530" y="324241"/>
                  </a:lnTo>
                  <a:lnTo>
                    <a:pt x="7382004" y="323811"/>
                  </a:lnTo>
                  <a:lnTo>
                    <a:pt x="7382161" y="323811"/>
                  </a:lnTo>
                  <a:lnTo>
                    <a:pt x="7382319" y="323811"/>
                  </a:lnTo>
                  <a:lnTo>
                    <a:pt x="7382477" y="323811"/>
                  </a:lnTo>
                  <a:lnTo>
                    <a:pt x="7382792" y="323811"/>
                  </a:lnTo>
                  <a:lnTo>
                    <a:pt x="7384054" y="322950"/>
                  </a:lnTo>
                  <a:lnTo>
                    <a:pt x="7384212" y="322519"/>
                  </a:lnTo>
                  <a:lnTo>
                    <a:pt x="7384212" y="322088"/>
                  </a:lnTo>
                  <a:lnTo>
                    <a:pt x="7384842" y="321658"/>
                  </a:lnTo>
                  <a:lnTo>
                    <a:pt x="7385000" y="321658"/>
                  </a:lnTo>
                  <a:lnTo>
                    <a:pt x="7385473" y="321227"/>
                  </a:lnTo>
                  <a:lnTo>
                    <a:pt x="7385631" y="321227"/>
                  </a:lnTo>
                  <a:lnTo>
                    <a:pt x="7385789" y="321227"/>
                  </a:lnTo>
                  <a:lnTo>
                    <a:pt x="7386104" y="321227"/>
                  </a:lnTo>
                  <a:lnTo>
                    <a:pt x="7386735" y="320797"/>
                  </a:lnTo>
                  <a:lnTo>
                    <a:pt x="7386893" y="320797"/>
                  </a:lnTo>
                  <a:lnTo>
                    <a:pt x="7387681" y="320797"/>
                  </a:lnTo>
                  <a:lnTo>
                    <a:pt x="7387839" y="320797"/>
                  </a:lnTo>
                  <a:lnTo>
                    <a:pt x="7387997" y="320797"/>
                  </a:lnTo>
                  <a:lnTo>
                    <a:pt x="7388628" y="320797"/>
                  </a:lnTo>
                  <a:lnTo>
                    <a:pt x="7389416" y="320797"/>
                  </a:lnTo>
                  <a:lnTo>
                    <a:pt x="7389732" y="320797"/>
                  </a:lnTo>
                  <a:lnTo>
                    <a:pt x="7390047" y="320797"/>
                  </a:lnTo>
                  <a:lnTo>
                    <a:pt x="7390205" y="320366"/>
                  </a:lnTo>
                  <a:lnTo>
                    <a:pt x="7390363" y="320366"/>
                  </a:lnTo>
                  <a:lnTo>
                    <a:pt x="7390520" y="320366"/>
                  </a:lnTo>
                  <a:lnTo>
                    <a:pt x="7391151" y="319505"/>
                  </a:lnTo>
                  <a:lnTo>
                    <a:pt x="7391309" y="319505"/>
                  </a:lnTo>
                  <a:lnTo>
                    <a:pt x="7391467" y="319505"/>
                  </a:lnTo>
                  <a:lnTo>
                    <a:pt x="7391624" y="319505"/>
                  </a:lnTo>
                  <a:lnTo>
                    <a:pt x="7392097" y="319505"/>
                  </a:lnTo>
                  <a:lnTo>
                    <a:pt x="7392255" y="319505"/>
                  </a:lnTo>
                  <a:lnTo>
                    <a:pt x="7392728" y="319505"/>
                  </a:lnTo>
                  <a:lnTo>
                    <a:pt x="7393359" y="319074"/>
                  </a:lnTo>
                  <a:lnTo>
                    <a:pt x="7393990" y="319074"/>
                  </a:lnTo>
                  <a:lnTo>
                    <a:pt x="7394148" y="319074"/>
                  </a:lnTo>
                  <a:lnTo>
                    <a:pt x="7394306" y="319074"/>
                  </a:lnTo>
                  <a:lnTo>
                    <a:pt x="7394463" y="319074"/>
                  </a:lnTo>
                  <a:lnTo>
                    <a:pt x="7394779" y="319074"/>
                  </a:lnTo>
                  <a:lnTo>
                    <a:pt x="7395094" y="319074"/>
                  </a:lnTo>
                  <a:lnTo>
                    <a:pt x="7396040" y="318644"/>
                  </a:lnTo>
                  <a:lnTo>
                    <a:pt x="7396198" y="318644"/>
                  </a:lnTo>
                  <a:lnTo>
                    <a:pt x="7396514" y="318213"/>
                  </a:lnTo>
                  <a:lnTo>
                    <a:pt x="7396829" y="318213"/>
                  </a:lnTo>
                  <a:lnTo>
                    <a:pt x="7396987" y="318213"/>
                  </a:lnTo>
                  <a:lnTo>
                    <a:pt x="7397460" y="318213"/>
                  </a:lnTo>
                  <a:lnTo>
                    <a:pt x="7397618" y="318213"/>
                  </a:lnTo>
                  <a:lnTo>
                    <a:pt x="7398248" y="318213"/>
                  </a:lnTo>
                  <a:lnTo>
                    <a:pt x="7399826" y="317782"/>
                  </a:lnTo>
                  <a:lnTo>
                    <a:pt x="7399983" y="317782"/>
                  </a:lnTo>
                  <a:lnTo>
                    <a:pt x="7400141" y="317782"/>
                  </a:lnTo>
                  <a:lnTo>
                    <a:pt x="7400299" y="317352"/>
                  </a:lnTo>
                  <a:lnTo>
                    <a:pt x="7400614" y="317352"/>
                  </a:lnTo>
                  <a:lnTo>
                    <a:pt x="7400930" y="317352"/>
                  </a:lnTo>
                  <a:lnTo>
                    <a:pt x="7401561" y="317352"/>
                  </a:lnTo>
                  <a:lnTo>
                    <a:pt x="7401561" y="316921"/>
                  </a:lnTo>
                  <a:lnTo>
                    <a:pt x="7402034" y="316921"/>
                  </a:lnTo>
                  <a:lnTo>
                    <a:pt x="7402191" y="316921"/>
                  </a:lnTo>
                  <a:lnTo>
                    <a:pt x="7402665" y="316921"/>
                  </a:lnTo>
                  <a:lnTo>
                    <a:pt x="7402822" y="316921"/>
                  </a:lnTo>
                  <a:lnTo>
                    <a:pt x="7402980" y="316491"/>
                  </a:lnTo>
                  <a:lnTo>
                    <a:pt x="7403138" y="316491"/>
                  </a:lnTo>
                  <a:lnTo>
                    <a:pt x="7403138" y="316060"/>
                  </a:lnTo>
                  <a:lnTo>
                    <a:pt x="7403295" y="316060"/>
                  </a:lnTo>
                  <a:lnTo>
                    <a:pt x="7403926" y="314768"/>
                  </a:lnTo>
                  <a:lnTo>
                    <a:pt x="7404084" y="314768"/>
                  </a:lnTo>
                  <a:lnTo>
                    <a:pt x="7404242" y="314338"/>
                  </a:lnTo>
                  <a:lnTo>
                    <a:pt x="7404400" y="314338"/>
                  </a:lnTo>
                  <a:lnTo>
                    <a:pt x="7404557" y="314338"/>
                  </a:lnTo>
                  <a:lnTo>
                    <a:pt x="7404715" y="313907"/>
                  </a:lnTo>
                  <a:lnTo>
                    <a:pt x="7404873" y="313046"/>
                  </a:lnTo>
                  <a:lnTo>
                    <a:pt x="7405030" y="313046"/>
                  </a:lnTo>
                  <a:lnTo>
                    <a:pt x="7405188" y="313046"/>
                  </a:lnTo>
                  <a:lnTo>
                    <a:pt x="7405504" y="312615"/>
                  </a:lnTo>
                  <a:lnTo>
                    <a:pt x="7406450" y="312185"/>
                  </a:lnTo>
                  <a:lnTo>
                    <a:pt x="7406923" y="312185"/>
                  </a:lnTo>
                  <a:lnTo>
                    <a:pt x="7407081" y="312185"/>
                  </a:lnTo>
                  <a:lnTo>
                    <a:pt x="7407869" y="312185"/>
                  </a:lnTo>
                  <a:lnTo>
                    <a:pt x="7408027" y="312185"/>
                  </a:lnTo>
                  <a:lnTo>
                    <a:pt x="7408342" y="312185"/>
                  </a:lnTo>
                  <a:lnTo>
                    <a:pt x="7408973" y="312185"/>
                  </a:lnTo>
                  <a:lnTo>
                    <a:pt x="7409131" y="312185"/>
                  </a:lnTo>
                  <a:lnTo>
                    <a:pt x="7409289" y="312185"/>
                  </a:lnTo>
                  <a:lnTo>
                    <a:pt x="7409762" y="312185"/>
                  </a:lnTo>
                  <a:lnTo>
                    <a:pt x="7409920" y="312185"/>
                  </a:lnTo>
                  <a:lnTo>
                    <a:pt x="7410551" y="312185"/>
                  </a:lnTo>
                  <a:lnTo>
                    <a:pt x="7410551" y="311754"/>
                  </a:lnTo>
                  <a:lnTo>
                    <a:pt x="7410866" y="311323"/>
                  </a:lnTo>
                  <a:lnTo>
                    <a:pt x="7411181" y="310893"/>
                  </a:lnTo>
                  <a:lnTo>
                    <a:pt x="7411655" y="310462"/>
                  </a:lnTo>
                  <a:lnTo>
                    <a:pt x="7412128" y="309601"/>
                  </a:lnTo>
                  <a:lnTo>
                    <a:pt x="7412285" y="309601"/>
                  </a:lnTo>
                  <a:lnTo>
                    <a:pt x="7412759" y="309601"/>
                  </a:lnTo>
                  <a:lnTo>
                    <a:pt x="7412916" y="309601"/>
                  </a:lnTo>
                  <a:lnTo>
                    <a:pt x="7413389" y="309170"/>
                  </a:lnTo>
                  <a:lnTo>
                    <a:pt x="7413705" y="309170"/>
                  </a:lnTo>
                  <a:lnTo>
                    <a:pt x="7413863" y="309170"/>
                  </a:lnTo>
                  <a:lnTo>
                    <a:pt x="7414336" y="309170"/>
                  </a:lnTo>
                  <a:lnTo>
                    <a:pt x="7414651" y="309170"/>
                  </a:lnTo>
                  <a:lnTo>
                    <a:pt x="7414809" y="309170"/>
                  </a:lnTo>
                  <a:lnTo>
                    <a:pt x="7415282" y="309170"/>
                  </a:lnTo>
                  <a:lnTo>
                    <a:pt x="7415440" y="309170"/>
                  </a:lnTo>
                  <a:lnTo>
                    <a:pt x="7416228" y="309170"/>
                  </a:lnTo>
                  <a:lnTo>
                    <a:pt x="7416386" y="309170"/>
                  </a:lnTo>
                  <a:lnTo>
                    <a:pt x="7416544" y="309170"/>
                  </a:lnTo>
                  <a:lnTo>
                    <a:pt x="7417175" y="309170"/>
                  </a:lnTo>
                  <a:lnTo>
                    <a:pt x="7417332" y="308740"/>
                  </a:lnTo>
                  <a:lnTo>
                    <a:pt x="7417332" y="308309"/>
                  </a:lnTo>
                  <a:lnTo>
                    <a:pt x="7418121" y="308309"/>
                  </a:lnTo>
                  <a:lnTo>
                    <a:pt x="7418594" y="308309"/>
                  </a:lnTo>
                  <a:lnTo>
                    <a:pt x="7418752" y="308309"/>
                  </a:lnTo>
                  <a:lnTo>
                    <a:pt x="7418910" y="308309"/>
                  </a:lnTo>
                  <a:lnTo>
                    <a:pt x="7419067" y="308309"/>
                  </a:lnTo>
                  <a:lnTo>
                    <a:pt x="7419540" y="307879"/>
                  </a:lnTo>
                  <a:lnTo>
                    <a:pt x="7419540" y="307448"/>
                  </a:lnTo>
                  <a:lnTo>
                    <a:pt x="7419856" y="307448"/>
                  </a:lnTo>
                  <a:lnTo>
                    <a:pt x="7420014" y="307448"/>
                  </a:lnTo>
                  <a:lnTo>
                    <a:pt x="7420171" y="307448"/>
                  </a:lnTo>
                  <a:lnTo>
                    <a:pt x="7420171" y="307017"/>
                  </a:lnTo>
                  <a:lnTo>
                    <a:pt x="7420329" y="307017"/>
                  </a:lnTo>
                  <a:lnTo>
                    <a:pt x="7421749" y="305295"/>
                  </a:lnTo>
                  <a:lnTo>
                    <a:pt x="7422064" y="304864"/>
                  </a:lnTo>
                  <a:lnTo>
                    <a:pt x="7422064" y="304434"/>
                  </a:lnTo>
                  <a:lnTo>
                    <a:pt x="7422222" y="304434"/>
                  </a:lnTo>
                  <a:lnTo>
                    <a:pt x="7422379" y="304434"/>
                  </a:lnTo>
                  <a:lnTo>
                    <a:pt x="7422695" y="304434"/>
                  </a:lnTo>
                  <a:lnTo>
                    <a:pt x="7423010" y="304434"/>
                  </a:lnTo>
                  <a:lnTo>
                    <a:pt x="7423483" y="304434"/>
                  </a:lnTo>
                  <a:lnTo>
                    <a:pt x="7423641" y="304434"/>
                  </a:lnTo>
                  <a:lnTo>
                    <a:pt x="7424272" y="303573"/>
                  </a:lnTo>
                  <a:lnTo>
                    <a:pt x="7424745" y="303573"/>
                  </a:lnTo>
                  <a:lnTo>
                    <a:pt x="7424903" y="303573"/>
                  </a:lnTo>
                  <a:lnTo>
                    <a:pt x="7425691" y="303573"/>
                  </a:lnTo>
                  <a:lnTo>
                    <a:pt x="7425849" y="303573"/>
                  </a:lnTo>
                  <a:lnTo>
                    <a:pt x="7426480" y="303573"/>
                  </a:lnTo>
                  <a:lnTo>
                    <a:pt x="7426638" y="303573"/>
                  </a:lnTo>
                  <a:lnTo>
                    <a:pt x="7427111" y="303142"/>
                  </a:lnTo>
                  <a:lnTo>
                    <a:pt x="7427269" y="303142"/>
                  </a:lnTo>
                  <a:lnTo>
                    <a:pt x="7427426" y="302711"/>
                  </a:lnTo>
                  <a:lnTo>
                    <a:pt x="7427742" y="302711"/>
                  </a:lnTo>
                  <a:lnTo>
                    <a:pt x="7428373" y="302711"/>
                  </a:lnTo>
                  <a:lnTo>
                    <a:pt x="7428846" y="302711"/>
                  </a:lnTo>
                  <a:lnTo>
                    <a:pt x="7429319" y="302711"/>
                  </a:lnTo>
                  <a:lnTo>
                    <a:pt x="7429477" y="302711"/>
                  </a:lnTo>
                  <a:lnTo>
                    <a:pt x="7429634" y="302711"/>
                  </a:lnTo>
                  <a:lnTo>
                    <a:pt x="7429792" y="302711"/>
                  </a:lnTo>
                  <a:lnTo>
                    <a:pt x="7430581" y="302281"/>
                  </a:lnTo>
                  <a:lnTo>
                    <a:pt x="7430738" y="302281"/>
                  </a:lnTo>
                  <a:lnTo>
                    <a:pt x="7430738" y="301850"/>
                  </a:lnTo>
                  <a:lnTo>
                    <a:pt x="7431054" y="301850"/>
                  </a:lnTo>
                  <a:lnTo>
                    <a:pt x="7431369" y="301850"/>
                  </a:lnTo>
                  <a:lnTo>
                    <a:pt x="7431527" y="301850"/>
                  </a:lnTo>
                  <a:lnTo>
                    <a:pt x="7432000" y="301420"/>
                  </a:lnTo>
                  <a:lnTo>
                    <a:pt x="7432158" y="301420"/>
                  </a:lnTo>
                  <a:lnTo>
                    <a:pt x="7432947" y="301420"/>
                  </a:lnTo>
                  <a:lnTo>
                    <a:pt x="7433577" y="300989"/>
                  </a:lnTo>
                  <a:lnTo>
                    <a:pt x="7434681" y="300558"/>
                  </a:lnTo>
                  <a:lnTo>
                    <a:pt x="7435155" y="300558"/>
                  </a:lnTo>
                  <a:lnTo>
                    <a:pt x="7435155" y="300128"/>
                  </a:lnTo>
                  <a:lnTo>
                    <a:pt x="7435943" y="298836"/>
                  </a:lnTo>
                  <a:lnTo>
                    <a:pt x="7436259" y="298836"/>
                  </a:lnTo>
                  <a:lnTo>
                    <a:pt x="7436416" y="298836"/>
                  </a:lnTo>
                  <a:lnTo>
                    <a:pt x="7437047" y="298836"/>
                  </a:lnTo>
                  <a:lnTo>
                    <a:pt x="7437047" y="298405"/>
                  </a:lnTo>
                  <a:lnTo>
                    <a:pt x="7437047" y="297975"/>
                  </a:lnTo>
                  <a:lnTo>
                    <a:pt x="7437205" y="297975"/>
                  </a:lnTo>
                  <a:lnTo>
                    <a:pt x="7437678" y="297975"/>
                  </a:lnTo>
                  <a:lnTo>
                    <a:pt x="7437836" y="297975"/>
                  </a:lnTo>
                  <a:lnTo>
                    <a:pt x="7438151" y="297975"/>
                  </a:lnTo>
                  <a:lnTo>
                    <a:pt x="7438151" y="297544"/>
                  </a:lnTo>
                  <a:lnTo>
                    <a:pt x="7438309" y="297544"/>
                  </a:lnTo>
                  <a:lnTo>
                    <a:pt x="7438467" y="297114"/>
                  </a:lnTo>
                  <a:lnTo>
                    <a:pt x="7438782" y="296683"/>
                  </a:lnTo>
                  <a:lnTo>
                    <a:pt x="7439571" y="296252"/>
                  </a:lnTo>
                  <a:lnTo>
                    <a:pt x="7439886" y="296252"/>
                  </a:lnTo>
                  <a:lnTo>
                    <a:pt x="7440044" y="296252"/>
                  </a:lnTo>
                  <a:lnTo>
                    <a:pt x="7440675" y="296252"/>
                  </a:lnTo>
                  <a:lnTo>
                    <a:pt x="7440832" y="296252"/>
                  </a:lnTo>
                  <a:lnTo>
                    <a:pt x="7441148" y="296252"/>
                  </a:lnTo>
                  <a:lnTo>
                    <a:pt x="7441306" y="296252"/>
                  </a:lnTo>
                  <a:lnTo>
                    <a:pt x="7441463" y="296252"/>
                  </a:lnTo>
                  <a:lnTo>
                    <a:pt x="7441779" y="295822"/>
                  </a:lnTo>
                  <a:lnTo>
                    <a:pt x="7442252" y="295822"/>
                  </a:lnTo>
                  <a:lnTo>
                    <a:pt x="7442883" y="295391"/>
                  </a:lnTo>
                  <a:lnTo>
                    <a:pt x="7443040" y="295391"/>
                  </a:lnTo>
                  <a:lnTo>
                    <a:pt x="7443829" y="295391"/>
                  </a:lnTo>
                  <a:lnTo>
                    <a:pt x="7444145" y="294961"/>
                  </a:lnTo>
                  <a:lnTo>
                    <a:pt x="7444302" y="294961"/>
                  </a:lnTo>
                  <a:lnTo>
                    <a:pt x="7444933" y="294961"/>
                  </a:lnTo>
                  <a:lnTo>
                    <a:pt x="7445564" y="293669"/>
                  </a:lnTo>
                  <a:lnTo>
                    <a:pt x="7445722" y="293669"/>
                  </a:lnTo>
                  <a:lnTo>
                    <a:pt x="7446668" y="293669"/>
                  </a:lnTo>
                  <a:lnTo>
                    <a:pt x="7446826" y="293669"/>
                  </a:lnTo>
                  <a:lnTo>
                    <a:pt x="7447299" y="293238"/>
                  </a:lnTo>
                  <a:lnTo>
                    <a:pt x="7447299" y="292808"/>
                  </a:lnTo>
                  <a:lnTo>
                    <a:pt x="7447772" y="292808"/>
                  </a:lnTo>
                  <a:lnTo>
                    <a:pt x="7448087" y="292808"/>
                  </a:lnTo>
                  <a:lnTo>
                    <a:pt x="7448561" y="292808"/>
                  </a:lnTo>
                  <a:lnTo>
                    <a:pt x="7448561" y="292377"/>
                  </a:lnTo>
                  <a:lnTo>
                    <a:pt x="7448718" y="292377"/>
                  </a:lnTo>
                  <a:lnTo>
                    <a:pt x="7450926" y="291516"/>
                  </a:lnTo>
                  <a:lnTo>
                    <a:pt x="7451242" y="291516"/>
                  </a:lnTo>
                  <a:lnTo>
                    <a:pt x="7452030" y="291085"/>
                  </a:lnTo>
                  <a:lnTo>
                    <a:pt x="7452346" y="291085"/>
                  </a:lnTo>
                  <a:lnTo>
                    <a:pt x="7452661" y="291085"/>
                  </a:lnTo>
                  <a:lnTo>
                    <a:pt x="7452977" y="291085"/>
                  </a:lnTo>
                  <a:lnTo>
                    <a:pt x="7453292" y="291085"/>
                  </a:lnTo>
                  <a:lnTo>
                    <a:pt x="7453450" y="291085"/>
                  </a:lnTo>
                  <a:lnTo>
                    <a:pt x="7453608" y="291085"/>
                  </a:lnTo>
                  <a:lnTo>
                    <a:pt x="7454238" y="291085"/>
                  </a:lnTo>
                  <a:lnTo>
                    <a:pt x="7454238" y="290655"/>
                  </a:lnTo>
                  <a:lnTo>
                    <a:pt x="7454238" y="290224"/>
                  </a:lnTo>
                  <a:lnTo>
                    <a:pt x="7454712" y="289793"/>
                  </a:lnTo>
                  <a:lnTo>
                    <a:pt x="7454869" y="289793"/>
                  </a:lnTo>
                  <a:lnTo>
                    <a:pt x="7455027" y="289793"/>
                  </a:lnTo>
                  <a:lnTo>
                    <a:pt x="7455500" y="289363"/>
                  </a:lnTo>
                  <a:lnTo>
                    <a:pt x="7455658" y="289363"/>
                  </a:lnTo>
                  <a:lnTo>
                    <a:pt x="7455816" y="289363"/>
                  </a:lnTo>
                  <a:lnTo>
                    <a:pt x="7456289" y="289363"/>
                  </a:lnTo>
                  <a:lnTo>
                    <a:pt x="7456447" y="289363"/>
                  </a:lnTo>
                  <a:lnTo>
                    <a:pt x="7457077" y="289363"/>
                  </a:lnTo>
                  <a:lnTo>
                    <a:pt x="7457393" y="289363"/>
                  </a:lnTo>
                  <a:lnTo>
                    <a:pt x="7458024" y="289363"/>
                  </a:lnTo>
                  <a:lnTo>
                    <a:pt x="7458181" y="289363"/>
                  </a:lnTo>
                  <a:lnTo>
                    <a:pt x="7458497" y="289363"/>
                  </a:lnTo>
                  <a:lnTo>
                    <a:pt x="7458655" y="289363"/>
                  </a:lnTo>
                  <a:lnTo>
                    <a:pt x="7459128" y="289363"/>
                  </a:lnTo>
                  <a:lnTo>
                    <a:pt x="7459443" y="289363"/>
                  </a:lnTo>
                  <a:lnTo>
                    <a:pt x="7459601" y="289363"/>
                  </a:lnTo>
                  <a:lnTo>
                    <a:pt x="7459916" y="289363"/>
                  </a:lnTo>
                  <a:lnTo>
                    <a:pt x="7460389" y="289363"/>
                  </a:lnTo>
                  <a:lnTo>
                    <a:pt x="7460547" y="289363"/>
                  </a:lnTo>
                  <a:lnTo>
                    <a:pt x="7460705" y="289363"/>
                  </a:lnTo>
                  <a:lnTo>
                    <a:pt x="7461651" y="288932"/>
                  </a:lnTo>
                  <a:lnTo>
                    <a:pt x="7461967" y="288071"/>
                  </a:lnTo>
                  <a:lnTo>
                    <a:pt x="7462282" y="288071"/>
                  </a:lnTo>
                  <a:lnTo>
                    <a:pt x="7462755" y="288071"/>
                  </a:lnTo>
                  <a:lnTo>
                    <a:pt x="7462755" y="287640"/>
                  </a:lnTo>
                  <a:lnTo>
                    <a:pt x="7462755" y="287210"/>
                  </a:lnTo>
                  <a:lnTo>
                    <a:pt x="7463071" y="287210"/>
                  </a:lnTo>
                  <a:lnTo>
                    <a:pt x="7463386" y="286779"/>
                  </a:lnTo>
                  <a:lnTo>
                    <a:pt x="7463859" y="286349"/>
                  </a:lnTo>
                  <a:lnTo>
                    <a:pt x="7464648" y="286349"/>
                  </a:lnTo>
                  <a:lnTo>
                    <a:pt x="7464806" y="286349"/>
                  </a:lnTo>
                  <a:lnTo>
                    <a:pt x="7464963" y="286349"/>
                  </a:lnTo>
                  <a:lnTo>
                    <a:pt x="7465121" y="286349"/>
                  </a:lnTo>
                  <a:lnTo>
                    <a:pt x="7465121" y="285918"/>
                  </a:lnTo>
                  <a:lnTo>
                    <a:pt x="7465279" y="285918"/>
                  </a:lnTo>
                  <a:lnTo>
                    <a:pt x="7465752" y="285918"/>
                  </a:lnTo>
                  <a:lnTo>
                    <a:pt x="7466067" y="285487"/>
                  </a:lnTo>
                  <a:lnTo>
                    <a:pt x="7466383" y="285487"/>
                  </a:lnTo>
                  <a:lnTo>
                    <a:pt x="7466541" y="285487"/>
                  </a:lnTo>
                  <a:lnTo>
                    <a:pt x="7467171" y="285057"/>
                  </a:lnTo>
                  <a:lnTo>
                    <a:pt x="7467487" y="285057"/>
                  </a:lnTo>
                  <a:lnTo>
                    <a:pt x="7467645" y="285057"/>
                  </a:lnTo>
                  <a:lnTo>
                    <a:pt x="7467960" y="285057"/>
                  </a:lnTo>
                  <a:lnTo>
                    <a:pt x="7468118" y="285057"/>
                  </a:lnTo>
                  <a:lnTo>
                    <a:pt x="7469379" y="285057"/>
                  </a:lnTo>
                  <a:lnTo>
                    <a:pt x="7469537" y="285057"/>
                  </a:lnTo>
                  <a:lnTo>
                    <a:pt x="7469695" y="285057"/>
                  </a:lnTo>
                  <a:lnTo>
                    <a:pt x="7469853" y="285057"/>
                  </a:lnTo>
                  <a:lnTo>
                    <a:pt x="7470483" y="285057"/>
                  </a:lnTo>
                  <a:lnTo>
                    <a:pt x="7470799" y="285057"/>
                  </a:lnTo>
                  <a:lnTo>
                    <a:pt x="7470957" y="285057"/>
                  </a:lnTo>
                  <a:lnTo>
                    <a:pt x="7471272" y="285057"/>
                  </a:lnTo>
                  <a:lnTo>
                    <a:pt x="7471587" y="285057"/>
                  </a:lnTo>
                  <a:lnTo>
                    <a:pt x="7472061" y="285057"/>
                  </a:lnTo>
                  <a:lnTo>
                    <a:pt x="7472376" y="285057"/>
                  </a:lnTo>
                  <a:lnTo>
                    <a:pt x="7472534" y="285057"/>
                  </a:lnTo>
                  <a:lnTo>
                    <a:pt x="7472849" y="284196"/>
                  </a:lnTo>
                  <a:lnTo>
                    <a:pt x="7473007" y="284196"/>
                  </a:lnTo>
                  <a:lnTo>
                    <a:pt x="7473796" y="282473"/>
                  </a:lnTo>
                  <a:lnTo>
                    <a:pt x="7473953" y="282473"/>
                  </a:lnTo>
                  <a:lnTo>
                    <a:pt x="7474426" y="281181"/>
                  </a:lnTo>
                  <a:lnTo>
                    <a:pt x="7474584" y="281181"/>
                  </a:lnTo>
                  <a:lnTo>
                    <a:pt x="7474584" y="280751"/>
                  </a:lnTo>
                  <a:lnTo>
                    <a:pt x="7475215" y="280751"/>
                  </a:lnTo>
                  <a:lnTo>
                    <a:pt x="7475373" y="280751"/>
                  </a:lnTo>
                  <a:lnTo>
                    <a:pt x="7476161" y="280751"/>
                  </a:lnTo>
                  <a:lnTo>
                    <a:pt x="7476319" y="280751"/>
                  </a:lnTo>
                  <a:lnTo>
                    <a:pt x="7476950" y="280751"/>
                  </a:lnTo>
                  <a:lnTo>
                    <a:pt x="7477581" y="280751"/>
                  </a:lnTo>
                  <a:lnTo>
                    <a:pt x="7477896" y="280751"/>
                  </a:lnTo>
                  <a:lnTo>
                    <a:pt x="7478054" y="280751"/>
                  </a:lnTo>
                  <a:lnTo>
                    <a:pt x="7478212" y="280751"/>
                  </a:lnTo>
                  <a:lnTo>
                    <a:pt x="7478369" y="280751"/>
                  </a:lnTo>
                  <a:lnTo>
                    <a:pt x="7479316" y="280320"/>
                  </a:lnTo>
                  <a:lnTo>
                    <a:pt x="7479789" y="280320"/>
                  </a:lnTo>
                  <a:lnTo>
                    <a:pt x="7479789" y="279890"/>
                  </a:lnTo>
                  <a:lnTo>
                    <a:pt x="7479789" y="279459"/>
                  </a:lnTo>
                  <a:lnTo>
                    <a:pt x="7480104" y="279459"/>
                  </a:lnTo>
                  <a:lnTo>
                    <a:pt x="7480420" y="279459"/>
                  </a:lnTo>
                  <a:lnTo>
                    <a:pt x="7480893" y="279459"/>
                  </a:lnTo>
                  <a:lnTo>
                    <a:pt x="7481208" y="279459"/>
                  </a:lnTo>
                  <a:lnTo>
                    <a:pt x="7481366" y="279459"/>
                  </a:lnTo>
                  <a:lnTo>
                    <a:pt x="7481524" y="279459"/>
                  </a:lnTo>
                  <a:lnTo>
                    <a:pt x="7483732" y="278598"/>
                  </a:lnTo>
                  <a:lnTo>
                    <a:pt x="7484047" y="278598"/>
                  </a:lnTo>
                  <a:lnTo>
                    <a:pt x="7484205" y="278167"/>
                  </a:lnTo>
                  <a:lnTo>
                    <a:pt x="7484836" y="278167"/>
                  </a:lnTo>
                  <a:lnTo>
                    <a:pt x="7485151" y="278167"/>
                  </a:lnTo>
                  <a:lnTo>
                    <a:pt x="7485309" y="278167"/>
                  </a:lnTo>
                  <a:lnTo>
                    <a:pt x="7485467" y="278167"/>
                  </a:lnTo>
                  <a:lnTo>
                    <a:pt x="7485624" y="278167"/>
                  </a:lnTo>
                  <a:lnTo>
                    <a:pt x="7485940" y="278167"/>
                  </a:lnTo>
                  <a:lnTo>
                    <a:pt x="7486413" y="278167"/>
                  </a:lnTo>
                  <a:lnTo>
                    <a:pt x="7486571" y="278167"/>
                  </a:lnTo>
                  <a:lnTo>
                    <a:pt x="7486728" y="278167"/>
                  </a:lnTo>
                  <a:lnTo>
                    <a:pt x="7487044" y="278167"/>
                  </a:lnTo>
                  <a:lnTo>
                    <a:pt x="7487359" y="278167"/>
                  </a:lnTo>
                  <a:lnTo>
                    <a:pt x="7488621" y="277737"/>
                  </a:lnTo>
                  <a:lnTo>
                    <a:pt x="7489410" y="277737"/>
                  </a:lnTo>
                  <a:lnTo>
                    <a:pt x="7490198" y="277737"/>
                  </a:lnTo>
                  <a:lnTo>
                    <a:pt x="7490829" y="277306"/>
                  </a:lnTo>
                  <a:lnTo>
                    <a:pt x="7490987" y="277306"/>
                  </a:lnTo>
                  <a:lnTo>
                    <a:pt x="7491145" y="277306"/>
                  </a:lnTo>
                  <a:lnTo>
                    <a:pt x="7491460" y="277306"/>
                  </a:lnTo>
                  <a:lnTo>
                    <a:pt x="7491618" y="277306"/>
                  </a:lnTo>
                  <a:lnTo>
                    <a:pt x="7491775" y="276875"/>
                  </a:lnTo>
                  <a:lnTo>
                    <a:pt x="7492249" y="276875"/>
                  </a:lnTo>
                  <a:lnTo>
                    <a:pt x="7492406" y="276875"/>
                  </a:lnTo>
                  <a:lnTo>
                    <a:pt x="7492879" y="276875"/>
                  </a:lnTo>
                  <a:lnTo>
                    <a:pt x="7493195" y="276875"/>
                  </a:lnTo>
                  <a:lnTo>
                    <a:pt x="7493353" y="276875"/>
                  </a:lnTo>
                  <a:lnTo>
                    <a:pt x="7493510" y="276875"/>
                  </a:lnTo>
                  <a:lnTo>
                    <a:pt x="7493668" y="276875"/>
                  </a:lnTo>
                  <a:lnTo>
                    <a:pt x="7493826" y="276875"/>
                  </a:lnTo>
                  <a:lnTo>
                    <a:pt x="7494457" y="276445"/>
                  </a:lnTo>
                  <a:lnTo>
                    <a:pt x="7494772" y="276445"/>
                  </a:lnTo>
                  <a:lnTo>
                    <a:pt x="7495088" y="276445"/>
                  </a:lnTo>
                  <a:lnTo>
                    <a:pt x="7495245" y="276445"/>
                  </a:lnTo>
                  <a:lnTo>
                    <a:pt x="7495403" y="276445"/>
                  </a:lnTo>
                  <a:lnTo>
                    <a:pt x="7495561" y="276445"/>
                  </a:lnTo>
                  <a:lnTo>
                    <a:pt x="7496349" y="276014"/>
                  </a:lnTo>
                  <a:lnTo>
                    <a:pt x="7497138" y="276014"/>
                  </a:lnTo>
                  <a:lnTo>
                    <a:pt x="7497769" y="276014"/>
                  </a:lnTo>
                  <a:lnTo>
                    <a:pt x="7497926" y="276014"/>
                  </a:lnTo>
                  <a:lnTo>
                    <a:pt x="7498084" y="276014"/>
                  </a:lnTo>
                  <a:lnTo>
                    <a:pt x="7498400" y="276014"/>
                  </a:lnTo>
                  <a:lnTo>
                    <a:pt x="7498400" y="275584"/>
                  </a:lnTo>
                  <a:lnTo>
                    <a:pt x="7498715" y="275584"/>
                  </a:lnTo>
                  <a:lnTo>
                    <a:pt x="7498873" y="275584"/>
                  </a:lnTo>
                  <a:lnTo>
                    <a:pt x="7499188" y="275584"/>
                  </a:lnTo>
                  <a:lnTo>
                    <a:pt x="7499661" y="274292"/>
                  </a:lnTo>
                  <a:lnTo>
                    <a:pt x="7499977" y="274292"/>
                  </a:lnTo>
                  <a:lnTo>
                    <a:pt x="7500608" y="273861"/>
                  </a:lnTo>
                  <a:lnTo>
                    <a:pt x="7500765" y="273861"/>
                  </a:lnTo>
                  <a:lnTo>
                    <a:pt x="7500923" y="273861"/>
                  </a:lnTo>
                  <a:lnTo>
                    <a:pt x="7501081" y="273861"/>
                  </a:lnTo>
                  <a:lnTo>
                    <a:pt x="7501081" y="273431"/>
                  </a:lnTo>
                  <a:lnTo>
                    <a:pt x="7501239" y="273431"/>
                  </a:lnTo>
                  <a:lnTo>
                    <a:pt x="7502185" y="273000"/>
                  </a:lnTo>
                  <a:lnTo>
                    <a:pt x="7502343" y="273000"/>
                  </a:lnTo>
                  <a:lnTo>
                    <a:pt x="7502973" y="273000"/>
                  </a:lnTo>
                  <a:lnTo>
                    <a:pt x="7503447" y="273000"/>
                  </a:lnTo>
                  <a:lnTo>
                    <a:pt x="7503604" y="273000"/>
                  </a:lnTo>
                  <a:lnTo>
                    <a:pt x="7504077" y="273000"/>
                  </a:lnTo>
                  <a:lnTo>
                    <a:pt x="7504235" y="273000"/>
                  </a:lnTo>
                  <a:lnTo>
                    <a:pt x="7504393" y="273000"/>
                  </a:lnTo>
                  <a:lnTo>
                    <a:pt x="7504866" y="273000"/>
                  </a:lnTo>
                  <a:lnTo>
                    <a:pt x="7505024" y="272569"/>
                  </a:lnTo>
                  <a:lnTo>
                    <a:pt x="7505812" y="272569"/>
                  </a:lnTo>
                  <a:lnTo>
                    <a:pt x="7505970" y="272569"/>
                  </a:lnTo>
                  <a:lnTo>
                    <a:pt x="7506759" y="271708"/>
                  </a:lnTo>
                  <a:lnTo>
                    <a:pt x="7507074" y="271278"/>
                  </a:lnTo>
                  <a:lnTo>
                    <a:pt x="7507232" y="271278"/>
                  </a:lnTo>
                  <a:lnTo>
                    <a:pt x="7507547" y="271278"/>
                  </a:lnTo>
                  <a:lnTo>
                    <a:pt x="7507705" y="270847"/>
                  </a:lnTo>
                  <a:lnTo>
                    <a:pt x="7507863" y="270847"/>
                  </a:lnTo>
                  <a:lnTo>
                    <a:pt x="7508178" y="270847"/>
                  </a:lnTo>
                  <a:lnTo>
                    <a:pt x="7508494" y="270847"/>
                  </a:lnTo>
                  <a:lnTo>
                    <a:pt x="7508651" y="270847"/>
                  </a:lnTo>
                  <a:lnTo>
                    <a:pt x="7508809" y="270847"/>
                  </a:lnTo>
                  <a:lnTo>
                    <a:pt x="7508967" y="270847"/>
                  </a:lnTo>
                  <a:lnTo>
                    <a:pt x="7509124" y="270847"/>
                  </a:lnTo>
                  <a:lnTo>
                    <a:pt x="7509282" y="270847"/>
                  </a:lnTo>
                  <a:lnTo>
                    <a:pt x="7509598" y="270847"/>
                  </a:lnTo>
                  <a:lnTo>
                    <a:pt x="7509755" y="270847"/>
                  </a:lnTo>
                  <a:lnTo>
                    <a:pt x="7510071" y="270847"/>
                  </a:lnTo>
                  <a:lnTo>
                    <a:pt x="7510071" y="270416"/>
                  </a:lnTo>
                  <a:lnTo>
                    <a:pt x="7511175" y="270416"/>
                  </a:lnTo>
                  <a:lnTo>
                    <a:pt x="7511333" y="270416"/>
                  </a:lnTo>
                  <a:lnTo>
                    <a:pt x="7511806" y="269986"/>
                  </a:lnTo>
                  <a:lnTo>
                    <a:pt x="7511963" y="269986"/>
                  </a:lnTo>
                  <a:lnTo>
                    <a:pt x="7512279" y="269986"/>
                  </a:lnTo>
                  <a:lnTo>
                    <a:pt x="7513541" y="269986"/>
                  </a:lnTo>
                  <a:lnTo>
                    <a:pt x="7514014" y="269986"/>
                  </a:lnTo>
                  <a:lnTo>
                    <a:pt x="7514329" y="269986"/>
                  </a:lnTo>
                  <a:lnTo>
                    <a:pt x="7514802" y="269986"/>
                  </a:lnTo>
                  <a:lnTo>
                    <a:pt x="7514960" y="269986"/>
                  </a:lnTo>
                  <a:lnTo>
                    <a:pt x="7514960" y="269555"/>
                  </a:lnTo>
                  <a:lnTo>
                    <a:pt x="7515118" y="269555"/>
                  </a:lnTo>
                  <a:lnTo>
                    <a:pt x="7515433" y="269555"/>
                  </a:lnTo>
                  <a:lnTo>
                    <a:pt x="7515749" y="269555"/>
                  </a:lnTo>
                  <a:lnTo>
                    <a:pt x="7515906" y="269555"/>
                  </a:lnTo>
                  <a:lnTo>
                    <a:pt x="7515906" y="269125"/>
                  </a:lnTo>
                  <a:lnTo>
                    <a:pt x="7516064" y="268694"/>
                  </a:lnTo>
                  <a:lnTo>
                    <a:pt x="7516379" y="268694"/>
                  </a:lnTo>
                  <a:lnTo>
                    <a:pt x="7516695" y="268694"/>
                  </a:lnTo>
                  <a:lnTo>
                    <a:pt x="7517168" y="268694"/>
                  </a:lnTo>
                  <a:lnTo>
                    <a:pt x="7517326" y="268694"/>
                  </a:lnTo>
                  <a:lnTo>
                    <a:pt x="7518114" y="267833"/>
                  </a:lnTo>
                  <a:lnTo>
                    <a:pt x="7518272" y="267833"/>
                  </a:lnTo>
                  <a:lnTo>
                    <a:pt x="7518903" y="267833"/>
                  </a:lnTo>
                  <a:lnTo>
                    <a:pt x="7519061" y="267833"/>
                  </a:lnTo>
                  <a:lnTo>
                    <a:pt x="7519534" y="267833"/>
                  </a:lnTo>
                  <a:lnTo>
                    <a:pt x="7519849" y="267833"/>
                  </a:lnTo>
                  <a:lnTo>
                    <a:pt x="7520007" y="267833"/>
                  </a:lnTo>
                  <a:lnTo>
                    <a:pt x="7520322" y="267833"/>
                  </a:lnTo>
                  <a:lnTo>
                    <a:pt x="7520796" y="267833"/>
                  </a:lnTo>
                  <a:lnTo>
                    <a:pt x="7520953" y="267833"/>
                  </a:lnTo>
                  <a:lnTo>
                    <a:pt x="7521111" y="267833"/>
                  </a:lnTo>
                  <a:lnTo>
                    <a:pt x="7521269" y="267833"/>
                  </a:lnTo>
                  <a:lnTo>
                    <a:pt x="7521269" y="267402"/>
                  </a:lnTo>
                  <a:lnTo>
                    <a:pt x="7521426" y="267402"/>
                  </a:lnTo>
                  <a:lnTo>
                    <a:pt x="7521742" y="266972"/>
                  </a:lnTo>
                  <a:lnTo>
                    <a:pt x="7522215" y="266972"/>
                  </a:lnTo>
                  <a:lnTo>
                    <a:pt x="7523161" y="266541"/>
                  </a:lnTo>
                  <a:lnTo>
                    <a:pt x="7523319" y="266541"/>
                  </a:lnTo>
                  <a:lnTo>
                    <a:pt x="7525527" y="265680"/>
                  </a:lnTo>
                  <a:lnTo>
                    <a:pt x="7525843" y="265680"/>
                  </a:lnTo>
                  <a:lnTo>
                    <a:pt x="7526158" y="265680"/>
                  </a:lnTo>
                  <a:lnTo>
                    <a:pt x="7526473" y="265680"/>
                  </a:lnTo>
                  <a:lnTo>
                    <a:pt x="7526789" y="265680"/>
                  </a:lnTo>
                  <a:lnTo>
                    <a:pt x="7526947" y="265680"/>
                  </a:lnTo>
                  <a:lnTo>
                    <a:pt x="7527420" y="265680"/>
                  </a:lnTo>
                  <a:lnTo>
                    <a:pt x="7528208" y="265680"/>
                  </a:lnTo>
                  <a:lnTo>
                    <a:pt x="7528366" y="265680"/>
                  </a:lnTo>
                  <a:lnTo>
                    <a:pt x="7528682" y="265680"/>
                  </a:lnTo>
                  <a:lnTo>
                    <a:pt x="7528682" y="265249"/>
                  </a:lnTo>
                  <a:lnTo>
                    <a:pt x="7528682" y="264819"/>
                  </a:lnTo>
                  <a:lnTo>
                    <a:pt x="7528997" y="264819"/>
                  </a:lnTo>
                  <a:lnTo>
                    <a:pt x="7529155" y="264388"/>
                  </a:lnTo>
                  <a:lnTo>
                    <a:pt x="7529943" y="264388"/>
                  </a:lnTo>
                  <a:lnTo>
                    <a:pt x="7530416" y="263527"/>
                  </a:lnTo>
                  <a:lnTo>
                    <a:pt x="7530890" y="263527"/>
                  </a:lnTo>
                  <a:lnTo>
                    <a:pt x="7531205" y="262666"/>
                  </a:lnTo>
                  <a:lnTo>
                    <a:pt x="7531363" y="262666"/>
                  </a:lnTo>
                  <a:lnTo>
                    <a:pt x="7531678" y="262666"/>
                  </a:lnTo>
                  <a:lnTo>
                    <a:pt x="7531994" y="262666"/>
                  </a:lnTo>
                  <a:lnTo>
                    <a:pt x="7532467" y="262666"/>
                  </a:lnTo>
                  <a:lnTo>
                    <a:pt x="7532624" y="262666"/>
                  </a:lnTo>
                  <a:lnTo>
                    <a:pt x="7532782" y="262666"/>
                  </a:lnTo>
                  <a:lnTo>
                    <a:pt x="7532940" y="262666"/>
                  </a:lnTo>
                  <a:lnTo>
                    <a:pt x="7533098" y="262666"/>
                  </a:lnTo>
                  <a:lnTo>
                    <a:pt x="7533413" y="262666"/>
                  </a:lnTo>
                  <a:lnTo>
                    <a:pt x="7534202" y="262666"/>
                  </a:lnTo>
                  <a:lnTo>
                    <a:pt x="7534359" y="262666"/>
                  </a:lnTo>
                  <a:lnTo>
                    <a:pt x="7534517" y="262666"/>
                  </a:lnTo>
                  <a:lnTo>
                    <a:pt x="7534833" y="262666"/>
                  </a:lnTo>
                  <a:lnTo>
                    <a:pt x="7534990" y="262666"/>
                  </a:lnTo>
                  <a:lnTo>
                    <a:pt x="7535148" y="262666"/>
                  </a:lnTo>
                  <a:lnTo>
                    <a:pt x="7535306" y="262666"/>
                  </a:lnTo>
                  <a:lnTo>
                    <a:pt x="7535779" y="262235"/>
                  </a:lnTo>
                  <a:lnTo>
                    <a:pt x="7536094" y="262235"/>
                  </a:lnTo>
                  <a:lnTo>
                    <a:pt x="7536252" y="261804"/>
                  </a:lnTo>
                  <a:lnTo>
                    <a:pt x="7536567" y="261804"/>
                  </a:lnTo>
                  <a:lnTo>
                    <a:pt x="7536725" y="261374"/>
                  </a:lnTo>
                  <a:lnTo>
                    <a:pt x="7537356" y="260943"/>
                  </a:lnTo>
                  <a:lnTo>
                    <a:pt x="7537514" y="260943"/>
                  </a:lnTo>
                  <a:lnTo>
                    <a:pt x="7537829" y="260082"/>
                  </a:lnTo>
                  <a:lnTo>
                    <a:pt x="7537987" y="260082"/>
                  </a:lnTo>
                  <a:lnTo>
                    <a:pt x="7538145" y="259651"/>
                  </a:lnTo>
                  <a:lnTo>
                    <a:pt x="7538460" y="259651"/>
                  </a:lnTo>
                  <a:lnTo>
                    <a:pt x="7538618" y="259651"/>
                  </a:lnTo>
                  <a:lnTo>
                    <a:pt x="7540037" y="259651"/>
                  </a:lnTo>
                  <a:lnTo>
                    <a:pt x="7540195" y="259651"/>
                  </a:lnTo>
                  <a:lnTo>
                    <a:pt x="7540353" y="258790"/>
                  </a:lnTo>
                  <a:lnTo>
                    <a:pt x="7540510" y="258790"/>
                  </a:lnTo>
                  <a:lnTo>
                    <a:pt x="7540668" y="258790"/>
                  </a:lnTo>
                  <a:lnTo>
                    <a:pt x="7540826" y="258790"/>
                  </a:lnTo>
                  <a:lnTo>
                    <a:pt x="7540984" y="258790"/>
                  </a:lnTo>
                  <a:lnTo>
                    <a:pt x="7541457" y="258790"/>
                  </a:lnTo>
                  <a:lnTo>
                    <a:pt x="7542088" y="258790"/>
                  </a:lnTo>
                  <a:lnTo>
                    <a:pt x="7542403" y="258790"/>
                  </a:lnTo>
                  <a:lnTo>
                    <a:pt x="7542718" y="258790"/>
                  </a:lnTo>
                  <a:lnTo>
                    <a:pt x="7543034" y="258790"/>
                  </a:lnTo>
                  <a:lnTo>
                    <a:pt x="7543192" y="258790"/>
                  </a:lnTo>
                  <a:lnTo>
                    <a:pt x="7543507" y="258360"/>
                  </a:lnTo>
                  <a:lnTo>
                    <a:pt x="7543665" y="258360"/>
                  </a:lnTo>
                  <a:lnTo>
                    <a:pt x="7543665" y="257929"/>
                  </a:lnTo>
                  <a:lnTo>
                    <a:pt x="7544138" y="257498"/>
                  </a:lnTo>
                  <a:lnTo>
                    <a:pt x="7544611" y="257498"/>
                  </a:lnTo>
                  <a:lnTo>
                    <a:pt x="7544769" y="257498"/>
                  </a:lnTo>
                  <a:lnTo>
                    <a:pt x="7544926" y="257498"/>
                  </a:lnTo>
                  <a:lnTo>
                    <a:pt x="7545715" y="257498"/>
                  </a:lnTo>
                  <a:lnTo>
                    <a:pt x="7545873" y="257498"/>
                  </a:lnTo>
                  <a:lnTo>
                    <a:pt x="7546346" y="257498"/>
                  </a:lnTo>
                  <a:lnTo>
                    <a:pt x="7546504" y="257498"/>
                  </a:lnTo>
                  <a:lnTo>
                    <a:pt x="7546661" y="257498"/>
                  </a:lnTo>
                  <a:lnTo>
                    <a:pt x="7547135" y="257068"/>
                  </a:lnTo>
                  <a:lnTo>
                    <a:pt x="7549027" y="256207"/>
                  </a:lnTo>
                  <a:lnTo>
                    <a:pt x="7549500" y="256207"/>
                  </a:lnTo>
                  <a:lnTo>
                    <a:pt x="7549658" y="256207"/>
                  </a:lnTo>
                  <a:lnTo>
                    <a:pt x="7549816" y="256207"/>
                  </a:lnTo>
                  <a:lnTo>
                    <a:pt x="7550289" y="256207"/>
                  </a:lnTo>
                  <a:lnTo>
                    <a:pt x="7550604" y="256207"/>
                  </a:lnTo>
                  <a:lnTo>
                    <a:pt x="7550762" y="256207"/>
                  </a:lnTo>
                  <a:lnTo>
                    <a:pt x="7551078" y="256207"/>
                  </a:lnTo>
                  <a:lnTo>
                    <a:pt x="7551235" y="256207"/>
                  </a:lnTo>
                  <a:lnTo>
                    <a:pt x="7551393" y="256207"/>
                  </a:lnTo>
                  <a:lnTo>
                    <a:pt x="7551866" y="256207"/>
                  </a:lnTo>
                  <a:lnTo>
                    <a:pt x="7552497" y="255345"/>
                  </a:lnTo>
                  <a:lnTo>
                    <a:pt x="7552655" y="255345"/>
                  </a:lnTo>
                  <a:lnTo>
                    <a:pt x="7552812" y="255345"/>
                  </a:lnTo>
                  <a:lnTo>
                    <a:pt x="7552970" y="254484"/>
                  </a:lnTo>
                  <a:lnTo>
                    <a:pt x="7553286" y="254484"/>
                  </a:lnTo>
                  <a:lnTo>
                    <a:pt x="7553443" y="254484"/>
                  </a:lnTo>
                  <a:lnTo>
                    <a:pt x="7553601" y="254484"/>
                  </a:lnTo>
                  <a:lnTo>
                    <a:pt x="7553916" y="254484"/>
                  </a:lnTo>
                  <a:lnTo>
                    <a:pt x="7554232" y="254484"/>
                  </a:lnTo>
                  <a:lnTo>
                    <a:pt x="7554390" y="253192"/>
                  </a:lnTo>
                  <a:lnTo>
                    <a:pt x="7554705" y="252762"/>
                  </a:lnTo>
                  <a:lnTo>
                    <a:pt x="7555020" y="252762"/>
                  </a:lnTo>
                  <a:lnTo>
                    <a:pt x="7555494" y="252331"/>
                  </a:lnTo>
                  <a:lnTo>
                    <a:pt x="7556124" y="252331"/>
                  </a:lnTo>
                  <a:lnTo>
                    <a:pt x="7556598" y="252331"/>
                  </a:lnTo>
                  <a:lnTo>
                    <a:pt x="7556755" y="252331"/>
                  </a:lnTo>
                  <a:lnTo>
                    <a:pt x="7557702" y="252331"/>
                  </a:lnTo>
                  <a:lnTo>
                    <a:pt x="7558017" y="251901"/>
                  </a:lnTo>
                  <a:lnTo>
                    <a:pt x="7558175" y="251901"/>
                  </a:lnTo>
                  <a:lnTo>
                    <a:pt x="7558333" y="251901"/>
                  </a:lnTo>
                  <a:lnTo>
                    <a:pt x="7558333" y="251470"/>
                  </a:lnTo>
                  <a:lnTo>
                    <a:pt x="7558490" y="251039"/>
                  </a:lnTo>
                  <a:lnTo>
                    <a:pt x="7559121" y="250609"/>
                  </a:lnTo>
                  <a:lnTo>
                    <a:pt x="7559437" y="250609"/>
                  </a:lnTo>
                  <a:lnTo>
                    <a:pt x="7560067" y="250609"/>
                  </a:lnTo>
                  <a:lnTo>
                    <a:pt x="7560383" y="250178"/>
                  </a:lnTo>
                  <a:lnTo>
                    <a:pt x="7560698" y="250178"/>
                  </a:lnTo>
                  <a:lnTo>
                    <a:pt x="7560856" y="250178"/>
                  </a:lnTo>
                  <a:lnTo>
                    <a:pt x="7561014" y="250178"/>
                  </a:lnTo>
                  <a:lnTo>
                    <a:pt x="7561171" y="250178"/>
                  </a:lnTo>
                  <a:lnTo>
                    <a:pt x="7561329" y="250178"/>
                  </a:lnTo>
                  <a:lnTo>
                    <a:pt x="7561487" y="250178"/>
                  </a:lnTo>
                  <a:lnTo>
                    <a:pt x="7561645" y="249748"/>
                  </a:lnTo>
                  <a:lnTo>
                    <a:pt x="7563064" y="248456"/>
                  </a:lnTo>
                  <a:lnTo>
                    <a:pt x="7563222" y="248456"/>
                  </a:lnTo>
                  <a:lnTo>
                    <a:pt x="7563695" y="248456"/>
                  </a:lnTo>
                  <a:lnTo>
                    <a:pt x="7563853" y="248456"/>
                  </a:lnTo>
                  <a:lnTo>
                    <a:pt x="7564010" y="248456"/>
                  </a:lnTo>
                  <a:lnTo>
                    <a:pt x="7564484" y="248456"/>
                  </a:lnTo>
                  <a:lnTo>
                    <a:pt x="7564641" y="248456"/>
                  </a:lnTo>
                  <a:lnTo>
                    <a:pt x="7565430" y="248025"/>
                  </a:lnTo>
                  <a:lnTo>
                    <a:pt x="7565588" y="248025"/>
                  </a:lnTo>
                  <a:lnTo>
                    <a:pt x="7565745" y="248025"/>
                  </a:lnTo>
                  <a:lnTo>
                    <a:pt x="7566061" y="248025"/>
                  </a:lnTo>
                  <a:lnTo>
                    <a:pt x="7566376" y="248025"/>
                  </a:lnTo>
                  <a:lnTo>
                    <a:pt x="7566534" y="248025"/>
                  </a:lnTo>
                  <a:lnTo>
                    <a:pt x="7567165" y="247595"/>
                  </a:lnTo>
                  <a:lnTo>
                    <a:pt x="7567638" y="247595"/>
                  </a:lnTo>
                  <a:lnTo>
                    <a:pt x="7567953" y="247595"/>
                  </a:lnTo>
                  <a:lnTo>
                    <a:pt x="7568269" y="247595"/>
                  </a:lnTo>
                  <a:lnTo>
                    <a:pt x="7568427" y="247595"/>
                  </a:lnTo>
                  <a:lnTo>
                    <a:pt x="7569373" y="247595"/>
                  </a:lnTo>
                  <a:lnTo>
                    <a:pt x="7570004" y="247595"/>
                  </a:lnTo>
                  <a:lnTo>
                    <a:pt x="7570792" y="247595"/>
                  </a:lnTo>
                  <a:lnTo>
                    <a:pt x="7571108" y="247595"/>
                  </a:lnTo>
                  <a:lnTo>
                    <a:pt x="7571581" y="247595"/>
                  </a:lnTo>
                  <a:lnTo>
                    <a:pt x="7571739" y="247595"/>
                  </a:lnTo>
                  <a:lnTo>
                    <a:pt x="7571896" y="247595"/>
                  </a:lnTo>
                  <a:lnTo>
                    <a:pt x="7572054" y="247595"/>
                  </a:lnTo>
                  <a:lnTo>
                    <a:pt x="7572369" y="247164"/>
                  </a:lnTo>
                  <a:lnTo>
                    <a:pt x="7572527" y="247164"/>
                  </a:lnTo>
                  <a:lnTo>
                    <a:pt x="7572685" y="247164"/>
                  </a:lnTo>
                  <a:lnTo>
                    <a:pt x="7572843" y="246733"/>
                  </a:lnTo>
                  <a:lnTo>
                    <a:pt x="7573000" y="246733"/>
                  </a:lnTo>
                  <a:lnTo>
                    <a:pt x="7573158" y="246733"/>
                  </a:lnTo>
                  <a:lnTo>
                    <a:pt x="7573316" y="246733"/>
                  </a:lnTo>
                  <a:lnTo>
                    <a:pt x="7573631" y="246303"/>
                  </a:lnTo>
                  <a:lnTo>
                    <a:pt x="7573947" y="246303"/>
                  </a:lnTo>
                  <a:lnTo>
                    <a:pt x="7574104" y="246303"/>
                  </a:lnTo>
                  <a:lnTo>
                    <a:pt x="7574420" y="246303"/>
                  </a:lnTo>
                  <a:lnTo>
                    <a:pt x="7574735" y="246303"/>
                  </a:lnTo>
                  <a:lnTo>
                    <a:pt x="7574893" y="246303"/>
                  </a:lnTo>
                  <a:lnTo>
                    <a:pt x="7575051" y="246303"/>
                  </a:lnTo>
                  <a:lnTo>
                    <a:pt x="7575366" y="246303"/>
                  </a:lnTo>
                  <a:lnTo>
                    <a:pt x="7575524" y="246303"/>
                  </a:lnTo>
                  <a:lnTo>
                    <a:pt x="7579309" y="245442"/>
                  </a:lnTo>
                  <a:lnTo>
                    <a:pt x="7579625" y="245011"/>
                  </a:lnTo>
                  <a:lnTo>
                    <a:pt x="7579940" y="245011"/>
                  </a:lnTo>
                  <a:lnTo>
                    <a:pt x="7580413" y="244580"/>
                  </a:lnTo>
                  <a:lnTo>
                    <a:pt x="7580571" y="244580"/>
                  </a:lnTo>
                  <a:lnTo>
                    <a:pt x="7580729" y="244580"/>
                  </a:lnTo>
                  <a:lnTo>
                    <a:pt x="7580886" y="244150"/>
                  </a:lnTo>
                  <a:lnTo>
                    <a:pt x="7581044" y="244150"/>
                  </a:lnTo>
                  <a:lnTo>
                    <a:pt x="7581202" y="244150"/>
                  </a:lnTo>
                  <a:lnTo>
                    <a:pt x="7581990" y="244150"/>
                  </a:lnTo>
                  <a:lnTo>
                    <a:pt x="7581990" y="243719"/>
                  </a:lnTo>
                  <a:lnTo>
                    <a:pt x="7581990" y="243289"/>
                  </a:lnTo>
                  <a:lnTo>
                    <a:pt x="7582148" y="242858"/>
                  </a:lnTo>
                  <a:lnTo>
                    <a:pt x="7582463" y="242858"/>
                  </a:lnTo>
                  <a:lnTo>
                    <a:pt x="7582621" y="242858"/>
                  </a:lnTo>
                  <a:lnTo>
                    <a:pt x="7583094" y="242858"/>
                  </a:lnTo>
                  <a:lnTo>
                    <a:pt x="7583252" y="242858"/>
                  </a:lnTo>
                  <a:lnTo>
                    <a:pt x="7583725" y="242858"/>
                  </a:lnTo>
                  <a:lnTo>
                    <a:pt x="7583883" y="242858"/>
                  </a:lnTo>
                  <a:lnTo>
                    <a:pt x="7584041" y="242858"/>
                  </a:lnTo>
                  <a:lnTo>
                    <a:pt x="7584356" y="242427"/>
                  </a:lnTo>
                  <a:lnTo>
                    <a:pt x="7585302" y="242427"/>
                  </a:lnTo>
                  <a:lnTo>
                    <a:pt x="7585460" y="242427"/>
                  </a:lnTo>
                  <a:lnTo>
                    <a:pt x="7585618" y="242427"/>
                  </a:lnTo>
                  <a:lnTo>
                    <a:pt x="7585776" y="242427"/>
                  </a:lnTo>
                  <a:lnTo>
                    <a:pt x="7585933" y="242427"/>
                  </a:lnTo>
                  <a:lnTo>
                    <a:pt x="7586249" y="242427"/>
                  </a:lnTo>
                  <a:lnTo>
                    <a:pt x="7586406" y="242427"/>
                  </a:lnTo>
                  <a:lnTo>
                    <a:pt x="7586722" y="242427"/>
                  </a:lnTo>
                  <a:lnTo>
                    <a:pt x="7587037" y="242427"/>
                  </a:lnTo>
                  <a:lnTo>
                    <a:pt x="7587353" y="242427"/>
                  </a:lnTo>
                  <a:lnTo>
                    <a:pt x="7588299" y="242427"/>
                  </a:lnTo>
                  <a:lnTo>
                    <a:pt x="7588614" y="242427"/>
                  </a:lnTo>
                  <a:lnTo>
                    <a:pt x="7588772" y="242427"/>
                  </a:lnTo>
                  <a:lnTo>
                    <a:pt x="7588930" y="241997"/>
                  </a:lnTo>
                  <a:lnTo>
                    <a:pt x="7588930" y="241566"/>
                  </a:lnTo>
                  <a:lnTo>
                    <a:pt x="7589561" y="241136"/>
                  </a:lnTo>
                  <a:lnTo>
                    <a:pt x="7590034" y="241136"/>
                  </a:lnTo>
                  <a:lnTo>
                    <a:pt x="7590823" y="241136"/>
                  </a:lnTo>
                  <a:lnTo>
                    <a:pt x="7591296" y="241136"/>
                  </a:lnTo>
                  <a:lnTo>
                    <a:pt x="7592242" y="241136"/>
                  </a:lnTo>
                  <a:lnTo>
                    <a:pt x="7592242" y="240705"/>
                  </a:lnTo>
                  <a:lnTo>
                    <a:pt x="7593346" y="240705"/>
                  </a:lnTo>
                  <a:lnTo>
                    <a:pt x="7594135" y="240705"/>
                  </a:lnTo>
                  <a:lnTo>
                    <a:pt x="7594450" y="240705"/>
                  </a:lnTo>
                  <a:lnTo>
                    <a:pt x="7594765" y="240705"/>
                  </a:lnTo>
                  <a:lnTo>
                    <a:pt x="7594923" y="240705"/>
                  </a:lnTo>
                  <a:lnTo>
                    <a:pt x="7595239" y="240705"/>
                  </a:lnTo>
                  <a:lnTo>
                    <a:pt x="7595396" y="240705"/>
                  </a:lnTo>
                  <a:lnTo>
                    <a:pt x="7595554" y="240705"/>
                  </a:lnTo>
                  <a:lnTo>
                    <a:pt x="7596027" y="240274"/>
                  </a:lnTo>
                  <a:lnTo>
                    <a:pt x="7596185" y="240274"/>
                  </a:lnTo>
                  <a:lnTo>
                    <a:pt x="7596343" y="240274"/>
                  </a:lnTo>
                  <a:lnTo>
                    <a:pt x="7596658" y="240274"/>
                  </a:lnTo>
                  <a:lnTo>
                    <a:pt x="7596816" y="240274"/>
                  </a:lnTo>
                  <a:lnTo>
                    <a:pt x="7596974" y="240274"/>
                  </a:lnTo>
                  <a:lnTo>
                    <a:pt x="7597131" y="240274"/>
                  </a:lnTo>
                  <a:lnTo>
                    <a:pt x="7597289" y="240274"/>
                  </a:lnTo>
                  <a:lnTo>
                    <a:pt x="7597447" y="240274"/>
                  </a:lnTo>
                  <a:lnTo>
                    <a:pt x="7597604" y="240274"/>
                  </a:lnTo>
                  <a:lnTo>
                    <a:pt x="7598078" y="240274"/>
                  </a:lnTo>
                  <a:lnTo>
                    <a:pt x="7598393" y="239844"/>
                  </a:lnTo>
                  <a:lnTo>
                    <a:pt x="7599339" y="239413"/>
                  </a:lnTo>
                  <a:lnTo>
                    <a:pt x="7599655" y="239413"/>
                  </a:lnTo>
                  <a:lnTo>
                    <a:pt x="7599812" y="239413"/>
                  </a:lnTo>
                  <a:lnTo>
                    <a:pt x="7600286" y="239413"/>
                  </a:lnTo>
                  <a:lnTo>
                    <a:pt x="7600443" y="239413"/>
                  </a:lnTo>
                  <a:lnTo>
                    <a:pt x="7600601" y="239413"/>
                  </a:lnTo>
                  <a:lnTo>
                    <a:pt x="7600759" y="239413"/>
                  </a:lnTo>
                  <a:lnTo>
                    <a:pt x="7601547" y="238552"/>
                  </a:lnTo>
                  <a:lnTo>
                    <a:pt x="7601705" y="238552"/>
                  </a:lnTo>
                  <a:lnTo>
                    <a:pt x="7601863" y="238552"/>
                  </a:lnTo>
                  <a:lnTo>
                    <a:pt x="7602021" y="238552"/>
                  </a:lnTo>
                  <a:lnTo>
                    <a:pt x="7602494" y="238552"/>
                  </a:lnTo>
                  <a:lnTo>
                    <a:pt x="7602809" y="238552"/>
                  </a:lnTo>
                  <a:lnTo>
                    <a:pt x="7603440" y="238552"/>
                  </a:lnTo>
                  <a:lnTo>
                    <a:pt x="7603755" y="238552"/>
                  </a:lnTo>
                  <a:lnTo>
                    <a:pt x="7604071" y="238552"/>
                  </a:lnTo>
                  <a:lnTo>
                    <a:pt x="7604544" y="238552"/>
                  </a:lnTo>
                  <a:lnTo>
                    <a:pt x="7604702" y="238552"/>
                  </a:lnTo>
                  <a:lnTo>
                    <a:pt x="7605333" y="238552"/>
                  </a:lnTo>
                  <a:lnTo>
                    <a:pt x="7605490" y="238121"/>
                  </a:lnTo>
                  <a:lnTo>
                    <a:pt x="7605648" y="238121"/>
                  </a:lnTo>
                  <a:lnTo>
                    <a:pt x="7605963" y="238121"/>
                  </a:lnTo>
                  <a:lnTo>
                    <a:pt x="7606279" y="238121"/>
                  </a:lnTo>
                  <a:lnTo>
                    <a:pt x="7606594" y="238121"/>
                  </a:lnTo>
                  <a:lnTo>
                    <a:pt x="7606910" y="238121"/>
                  </a:lnTo>
                  <a:lnTo>
                    <a:pt x="7607541" y="238121"/>
                  </a:lnTo>
                  <a:lnTo>
                    <a:pt x="7607698" y="238121"/>
                  </a:lnTo>
                  <a:lnTo>
                    <a:pt x="7607856" y="238121"/>
                  </a:lnTo>
                  <a:lnTo>
                    <a:pt x="7608014" y="238121"/>
                  </a:lnTo>
                  <a:lnTo>
                    <a:pt x="7608329" y="238121"/>
                  </a:lnTo>
                  <a:lnTo>
                    <a:pt x="7608487" y="238121"/>
                  </a:lnTo>
                  <a:lnTo>
                    <a:pt x="7609118" y="237691"/>
                  </a:lnTo>
                  <a:lnTo>
                    <a:pt x="7609276" y="237691"/>
                  </a:lnTo>
                  <a:lnTo>
                    <a:pt x="7609906" y="237691"/>
                  </a:lnTo>
                  <a:lnTo>
                    <a:pt x="7610064" y="237691"/>
                  </a:lnTo>
                  <a:lnTo>
                    <a:pt x="7610380" y="237691"/>
                  </a:lnTo>
                  <a:lnTo>
                    <a:pt x="7610695" y="237691"/>
                  </a:lnTo>
                  <a:lnTo>
                    <a:pt x="7610853" y="237691"/>
                  </a:lnTo>
                  <a:lnTo>
                    <a:pt x="7611168" y="237260"/>
                  </a:lnTo>
                  <a:lnTo>
                    <a:pt x="7611799" y="237260"/>
                  </a:lnTo>
                  <a:lnTo>
                    <a:pt x="7613219" y="236830"/>
                  </a:lnTo>
                  <a:lnTo>
                    <a:pt x="7613376" y="236830"/>
                  </a:lnTo>
                  <a:lnTo>
                    <a:pt x="7613692" y="236830"/>
                  </a:lnTo>
                  <a:lnTo>
                    <a:pt x="7614007" y="236830"/>
                  </a:lnTo>
                  <a:lnTo>
                    <a:pt x="7614165" y="236830"/>
                  </a:lnTo>
                  <a:lnTo>
                    <a:pt x="7614480" y="236830"/>
                  </a:lnTo>
                  <a:lnTo>
                    <a:pt x="7614796" y="236830"/>
                  </a:lnTo>
                  <a:lnTo>
                    <a:pt x="7615111" y="236830"/>
                  </a:lnTo>
                  <a:lnTo>
                    <a:pt x="7615269" y="236830"/>
                  </a:lnTo>
                  <a:lnTo>
                    <a:pt x="7615584" y="236830"/>
                  </a:lnTo>
                  <a:lnTo>
                    <a:pt x="7615900" y="236830"/>
                  </a:lnTo>
                  <a:lnTo>
                    <a:pt x="7616215" y="236830"/>
                  </a:lnTo>
                  <a:lnTo>
                    <a:pt x="7617004" y="236399"/>
                  </a:lnTo>
                  <a:lnTo>
                    <a:pt x="7617161" y="236399"/>
                  </a:lnTo>
                  <a:lnTo>
                    <a:pt x="7617319" y="236399"/>
                  </a:lnTo>
                  <a:lnTo>
                    <a:pt x="7617635" y="235538"/>
                  </a:lnTo>
                  <a:lnTo>
                    <a:pt x="7618265" y="235538"/>
                  </a:lnTo>
                  <a:lnTo>
                    <a:pt x="7618423" y="235538"/>
                  </a:lnTo>
                  <a:lnTo>
                    <a:pt x="7618739" y="235538"/>
                  </a:lnTo>
                  <a:lnTo>
                    <a:pt x="7618896" y="235107"/>
                  </a:lnTo>
                  <a:lnTo>
                    <a:pt x="7619685" y="234246"/>
                  </a:lnTo>
                  <a:lnTo>
                    <a:pt x="7619843" y="234246"/>
                  </a:lnTo>
                  <a:lnTo>
                    <a:pt x="7620000" y="233815"/>
                  </a:lnTo>
                  <a:lnTo>
                    <a:pt x="7620000" y="233385"/>
                  </a:lnTo>
                  <a:lnTo>
                    <a:pt x="7620474" y="233385"/>
                  </a:lnTo>
                  <a:lnTo>
                    <a:pt x="7620631" y="232954"/>
                  </a:lnTo>
                  <a:lnTo>
                    <a:pt x="7620789" y="232954"/>
                  </a:lnTo>
                  <a:lnTo>
                    <a:pt x="7620947" y="232954"/>
                  </a:lnTo>
                  <a:lnTo>
                    <a:pt x="7621104" y="232954"/>
                  </a:lnTo>
                  <a:lnTo>
                    <a:pt x="7621262" y="232954"/>
                  </a:lnTo>
                  <a:lnTo>
                    <a:pt x="7621262" y="232524"/>
                  </a:lnTo>
                  <a:lnTo>
                    <a:pt x="7621578" y="232524"/>
                  </a:lnTo>
                  <a:lnTo>
                    <a:pt x="7621735" y="232524"/>
                  </a:lnTo>
                  <a:lnTo>
                    <a:pt x="7622524" y="232524"/>
                  </a:lnTo>
                  <a:lnTo>
                    <a:pt x="7622682" y="232524"/>
                  </a:lnTo>
                  <a:lnTo>
                    <a:pt x="7622997" y="232093"/>
                  </a:lnTo>
                  <a:lnTo>
                    <a:pt x="7623155" y="232093"/>
                  </a:lnTo>
                  <a:lnTo>
                    <a:pt x="7623470" y="232093"/>
                  </a:lnTo>
                  <a:lnTo>
                    <a:pt x="7623628" y="232093"/>
                  </a:lnTo>
                  <a:lnTo>
                    <a:pt x="7624259" y="232093"/>
                  </a:lnTo>
                  <a:lnTo>
                    <a:pt x="7624890" y="232093"/>
                  </a:lnTo>
                  <a:lnTo>
                    <a:pt x="7625363" y="231662"/>
                  </a:lnTo>
                  <a:lnTo>
                    <a:pt x="7625678" y="231662"/>
                  </a:lnTo>
                  <a:lnTo>
                    <a:pt x="7625994" y="231662"/>
                  </a:lnTo>
                  <a:lnTo>
                    <a:pt x="7627098" y="231232"/>
                  </a:lnTo>
                  <a:lnTo>
                    <a:pt x="7627255" y="231232"/>
                  </a:lnTo>
                  <a:lnTo>
                    <a:pt x="7627729" y="231232"/>
                  </a:lnTo>
                  <a:lnTo>
                    <a:pt x="7628044" y="231232"/>
                  </a:lnTo>
                  <a:lnTo>
                    <a:pt x="7628044" y="230801"/>
                  </a:lnTo>
                  <a:lnTo>
                    <a:pt x="7628517" y="230801"/>
                  </a:lnTo>
                  <a:lnTo>
                    <a:pt x="7628675" y="230801"/>
                  </a:lnTo>
                  <a:lnTo>
                    <a:pt x="7628833" y="230801"/>
                  </a:lnTo>
                  <a:lnTo>
                    <a:pt x="7629621" y="230801"/>
                  </a:lnTo>
                  <a:lnTo>
                    <a:pt x="7629779" y="230801"/>
                  </a:lnTo>
                  <a:lnTo>
                    <a:pt x="7630094" y="230801"/>
                  </a:lnTo>
                  <a:lnTo>
                    <a:pt x="7630725" y="230371"/>
                  </a:lnTo>
                  <a:lnTo>
                    <a:pt x="7631041" y="230371"/>
                  </a:lnTo>
                  <a:lnTo>
                    <a:pt x="7631829" y="230371"/>
                  </a:lnTo>
                  <a:lnTo>
                    <a:pt x="7632145" y="230371"/>
                  </a:lnTo>
                  <a:lnTo>
                    <a:pt x="7632302" y="230371"/>
                  </a:lnTo>
                  <a:lnTo>
                    <a:pt x="7632933" y="230371"/>
                  </a:lnTo>
                  <a:lnTo>
                    <a:pt x="7632933" y="229940"/>
                  </a:lnTo>
                  <a:lnTo>
                    <a:pt x="7633406" y="229509"/>
                  </a:lnTo>
                  <a:lnTo>
                    <a:pt x="7633406" y="229079"/>
                  </a:lnTo>
                  <a:lnTo>
                    <a:pt x="7633564" y="229079"/>
                  </a:lnTo>
                  <a:lnTo>
                    <a:pt x="7634037" y="228648"/>
                  </a:lnTo>
                  <a:lnTo>
                    <a:pt x="7634195" y="228648"/>
                  </a:lnTo>
                  <a:lnTo>
                    <a:pt x="7634353" y="228648"/>
                  </a:lnTo>
                  <a:lnTo>
                    <a:pt x="7634510" y="228648"/>
                  </a:lnTo>
                  <a:lnTo>
                    <a:pt x="7635141" y="228218"/>
                  </a:lnTo>
                  <a:lnTo>
                    <a:pt x="7635457" y="228218"/>
                  </a:lnTo>
                  <a:lnTo>
                    <a:pt x="7635615" y="228218"/>
                  </a:lnTo>
                  <a:lnTo>
                    <a:pt x="7635930" y="228218"/>
                  </a:lnTo>
                  <a:lnTo>
                    <a:pt x="7636245" y="228218"/>
                  </a:lnTo>
                  <a:lnTo>
                    <a:pt x="7636561" y="228218"/>
                  </a:lnTo>
                  <a:lnTo>
                    <a:pt x="7637034" y="227787"/>
                  </a:lnTo>
                  <a:lnTo>
                    <a:pt x="7637665" y="227787"/>
                  </a:lnTo>
                  <a:lnTo>
                    <a:pt x="7637980" y="227356"/>
                  </a:lnTo>
                  <a:lnTo>
                    <a:pt x="7638296" y="226926"/>
                  </a:lnTo>
                  <a:lnTo>
                    <a:pt x="7638453" y="226926"/>
                  </a:lnTo>
                  <a:lnTo>
                    <a:pt x="7639084" y="226495"/>
                  </a:lnTo>
                  <a:lnTo>
                    <a:pt x="7639400" y="226495"/>
                  </a:lnTo>
                  <a:lnTo>
                    <a:pt x="7639557" y="226495"/>
                  </a:lnTo>
                  <a:lnTo>
                    <a:pt x="7639715" y="226495"/>
                  </a:lnTo>
                  <a:lnTo>
                    <a:pt x="7640031" y="226495"/>
                  </a:lnTo>
                  <a:lnTo>
                    <a:pt x="7640188" y="226495"/>
                  </a:lnTo>
                  <a:lnTo>
                    <a:pt x="7640346" y="226495"/>
                  </a:lnTo>
                  <a:lnTo>
                    <a:pt x="7640504" y="226495"/>
                  </a:lnTo>
                  <a:lnTo>
                    <a:pt x="7640661" y="226495"/>
                  </a:lnTo>
                  <a:lnTo>
                    <a:pt x="7640977" y="226495"/>
                  </a:lnTo>
                  <a:lnTo>
                    <a:pt x="7641450" y="226495"/>
                  </a:lnTo>
                  <a:lnTo>
                    <a:pt x="7642239" y="226065"/>
                  </a:lnTo>
                  <a:lnTo>
                    <a:pt x="7642712" y="225634"/>
                  </a:lnTo>
                  <a:lnTo>
                    <a:pt x="7643027" y="225634"/>
                  </a:lnTo>
                  <a:lnTo>
                    <a:pt x="7643500" y="225634"/>
                  </a:lnTo>
                  <a:lnTo>
                    <a:pt x="7644131" y="225203"/>
                  </a:lnTo>
                  <a:lnTo>
                    <a:pt x="7644762" y="225203"/>
                  </a:lnTo>
                  <a:lnTo>
                    <a:pt x="7645866" y="224773"/>
                  </a:lnTo>
                  <a:lnTo>
                    <a:pt x="7646813" y="224773"/>
                  </a:lnTo>
                  <a:lnTo>
                    <a:pt x="7647128" y="224342"/>
                  </a:lnTo>
                  <a:lnTo>
                    <a:pt x="7647443" y="223912"/>
                  </a:lnTo>
                  <a:lnTo>
                    <a:pt x="7647759" y="223912"/>
                  </a:lnTo>
                  <a:lnTo>
                    <a:pt x="7648074" y="223912"/>
                  </a:lnTo>
                  <a:lnTo>
                    <a:pt x="7648232" y="223481"/>
                  </a:lnTo>
                  <a:lnTo>
                    <a:pt x="7648390" y="223481"/>
                  </a:lnTo>
                  <a:lnTo>
                    <a:pt x="7648547" y="223481"/>
                  </a:lnTo>
                  <a:lnTo>
                    <a:pt x="7648863" y="223481"/>
                  </a:lnTo>
                  <a:lnTo>
                    <a:pt x="7649021" y="223481"/>
                  </a:lnTo>
                  <a:lnTo>
                    <a:pt x="7649494" y="223481"/>
                  </a:lnTo>
                  <a:lnTo>
                    <a:pt x="7649967" y="223481"/>
                  </a:lnTo>
                  <a:lnTo>
                    <a:pt x="7650125" y="223481"/>
                  </a:lnTo>
                  <a:lnTo>
                    <a:pt x="7650440" y="223050"/>
                  </a:lnTo>
                  <a:lnTo>
                    <a:pt x="7650598" y="223050"/>
                  </a:lnTo>
                  <a:lnTo>
                    <a:pt x="7650755" y="223050"/>
                  </a:lnTo>
                  <a:lnTo>
                    <a:pt x="7651071" y="223050"/>
                  </a:lnTo>
                  <a:lnTo>
                    <a:pt x="7651386" y="223050"/>
                  </a:lnTo>
                  <a:lnTo>
                    <a:pt x="7651544" y="223050"/>
                  </a:lnTo>
                  <a:lnTo>
                    <a:pt x="7655802" y="221759"/>
                  </a:lnTo>
                  <a:lnTo>
                    <a:pt x="7656433" y="221759"/>
                  </a:lnTo>
                  <a:lnTo>
                    <a:pt x="7656906" y="221328"/>
                  </a:lnTo>
                  <a:lnTo>
                    <a:pt x="7657380" y="221328"/>
                  </a:lnTo>
                  <a:lnTo>
                    <a:pt x="7657853" y="221328"/>
                  </a:lnTo>
                  <a:lnTo>
                    <a:pt x="7658326" y="221328"/>
                  </a:lnTo>
                  <a:lnTo>
                    <a:pt x="7658484" y="221328"/>
                  </a:lnTo>
                  <a:lnTo>
                    <a:pt x="7658799" y="221328"/>
                  </a:lnTo>
                  <a:lnTo>
                    <a:pt x="7659115" y="220897"/>
                  </a:lnTo>
                  <a:lnTo>
                    <a:pt x="7659430" y="220897"/>
                  </a:lnTo>
                  <a:lnTo>
                    <a:pt x="7659430" y="220467"/>
                  </a:lnTo>
                  <a:lnTo>
                    <a:pt x="7659588" y="220467"/>
                  </a:lnTo>
                  <a:lnTo>
                    <a:pt x="7660061" y="220467"/>
                  </a:lnTo>
                  <a:lnTo>
                    <a:pt x="7660534" y="220467"/>
                  </a:lnTo>
                  <a:lnTo>
                    <a:pt x="7660692" y="220036"/>
                  </a:lnTo>
                  <a:lnTo>
                    <a:pt x="7660692" y="219606"/>
                  </a:lnTo>
                  <a:lnTo>
                    <a:pt x="7661480" y="219175"/>
                  </a:lnTo>
                  <a:lnTo>
                    <a:pt x="7661638" y="219175"/>
                  </a:lnTo>
                  <a:lnTo>
                    <a:pt x="7661638" y="218744"/>
                  </a:lnTo>
                  <a:lnTo>
                    <a:pt x="7661796" y="218744"/>
                  </a:lnTo>
                  <a:lnTo>
                    <a:pt x="7661953" y="218744"/>
                  </a:lnTo>
                  <a:lnTo>
                    <a:pt x="7662111" y="218744"/>
                  </a:lnTo>
                  <a:lnTo>
                    <a:pt x="7662584" y="218744"/>
                  </a:lnTo>
                  <a:lnTo>
                    <a:pt x="7663215" y="218744"/>
                  </a:lnTo>
                  <a:lnTo>
                    <a:pt x="7663373" y="218744"/>
                  </a:lnTo>
                  <a:lnTo>
                    <a:pt x="7663846" y="218744"/>
                  </a:lnTo>
                  <a:lnTo>
                    <a:pt x="7664162" y="218744"/>
                  </a:lnTo>
                  <a:lnTo>
                    <a:pt x="7664162" y="218314"/>
                  </a:lnTo>
                  <a:lnTo>
                    <a:pt x="7664477" y="218314"/>
                  </a:lnTo>
                  <a:lnTo>
                    <a:pt x="7664477" y="217883"/>
                  </a:lnTo>
                  <a:lnTo>
                    <a:pt x="7664950" y="217883"/>
                  </a:lnTo>
                  <a:lnTo>
                    <a:pt x="7665108" y="217883"/>
                  </a:lnTo>
                  <a:lnTo>
                    <a:pt x="7665266" y="217453"/>
                  </a:lnTo>
                  <a:lnTo>
                    <a:pt x="7665896" y="217453"/>
                  </a:lnTo>
                  <a:lnTo>
                    <a:pt x="7666054" y="217453"/>
                  </a:lnTo>
                  <a:lnTo>
                    <a:pt x="7666212" y="217453"/>
                  </a:lnTo>
                  <a:lnTo>
                    <a:pt x="7666527" y="217453"/>
                  </a:lnTo>
                  <a:lnTo>
                    <a:pt x="7666843" y="217022"/>
                  </a:lnTo>
                  <a:lnTo>
                    <a:pt x="7667158" y="217022"/>
                  </a:lnTo>
                  <a:lnTo>
                    <a:pt x="7667789" y="217022"/>
                  </a:lnTo>
                  <a:lnTo>
                    <a:pt x="7668104" y="217022"/>
                  </a:lnTo>
                  <a:lnTo>
                    <a:pt x="7668735" y="217022"/>
                  </a:lnTo>
                  <a:lnTo>
                    <a:pt x="7669051" y="217022"/>
                  </a:lnTo>
                  <a:lnTo>
                    <a:pt x="7669208" y="217022"/>
                  </a:lnTo>
                  <a:lnTo>
                    <a:pt x="7669366" y="217022"/>
                  </a:lnTo>
                  <a:lnTo>
                    <a:pt x="7669682" y="217022"/>
                  </a:lnTo>
                  <a:lnTo>
                    <a:pt x="7669682" y="216591"/>
                  </a:lnTo>
                  <a:lnTo>
                    <a:pt x="7669839" y="216591"/>
                  </a:lnTo>
                  <a:lnTo>
                    <a:pt x="7670470" y="216591"/>
                  </a:lnTo>
                  <a:lnTo>
                    <a:pt x="7670786" y="216591"/>
                  </a:lnTo>
                  <a:lnTo>
                    <a:pt x="7671101" y="216161"/>
                  </a:lnTo>
                  <a:lnTo>
                    <a:pt x="7671259" y="216161"/>
                  </a:lnTo>
                  <a:lnTo>
                    <a:pt x="7671574" y="216161"/>
                  </a:lnTo>
                  <a:lnTo>
                    <a:pt x="7671732" y="216161"/>
                  </a:lnTo>
                  <a:lnTo>
                    <a:pt x="7671890" y="216161"/>
                  </a:lnTo>
                  <a:lnTo>
                    <a:pt x="7672205" y="216161"/>
                  </a:lnTo>
                  <a:lnTo>
                    <a:pt x="7672521" y="216161"/>
                  </a:lnTo>
                  <a:lnTo>
                    <a:pt x="7672836" y="216161"/>
                  </a:lnTo>
                  <a:lnTo>
                    <a:pt x="7673309" y="216161"/>
                  </a:lnTo>
                  <a:lnTo>
                    <a:pt x="7673467" y="216161"/>
                  </a:lnTo>
                  <a:lnTo>
                    <a:pt x="7673625" y="216161"/>
                  </a:lnTo>
                  <a:lnTo>
                    <a:pt x="7673940" y="216161"/>
                  </a:lnTo>
                  <a:lnTo>
                    <a:pt x="7674098" y="216161"/>
                  </a:lnTo>
                  <a:lnTo>
                    <a:pt x="7674098" y="215300"/>
                  </a:lnTo>
                  <a:lnTo>
                    <a:pt x="7675044" y="215300"/>
                  </a:lnTo>
                  <a:lnTo>
                    <a:pt x="7675360" y="215300"/>
                  </a:lnTo>
                  <a:lnTo>
                    <a:pt x="7675517" y="215300"/>
                  </a:lnTo>
                  <a:lnTo>
                    <a:pt x="7675675" y="215300"/>
                  </a:lnTo>
                  <a:lnTo>
                    <a:pt x="7676779" y="214869"/>
                  </a:lnTo>
                  <a:lnTo>
                    <a:pt x="7677410" y="214869"/>
                  </a:lnTo>
                  <a:lnTo>
                    <a:pt x="7677568" y="214869"/>
                  </a:lnTo>
                  <a:lnTo>
                    <a:pt x="7677725" y="214438"/>
                  </a:lnTo>
                  <a:lnTo>
                    <a:pt x="7678041" y="214438"/>
                  </a:lnTo>
                  <a:lnTo>
                    <a:pt x="7678356" y="214438"/>
                  </a:lnTo>
                  <a:lnTo>
                    <a:pt x="7678987" y="214438"/>
                  </a:lnTo>
                  <a:lnTo>
                    <a:pt x="7679302" y="214008"/>
                  </a:lnTo>
                  <a:lnTo>
                    <a:pt x="7679460" y="214008"/>
                  </a:lnTo>
                  <a:lnTo>
                    <a:pt x="7679776" y="214008"/>
                  </a:lnTo>
                  <a:lnTo>
                    <a:pt x="7680091" y="213147"/>
                  </a:lnTo>
                  <a:lnTo>
                    <a:pt x="7680564" y="213147"/>
                  </a:lnTo>
                  <a:lnTo>
                    <a:pt x="7680722" y="213147"/>
                  </a:lnTo>
                  <a:lnTo>
                    <a:pt x="7681037" y="213147"/>
                  </a:lnTo>
                  <a:lnTo>
                    <a:pt x="7681195" y="212716"/>
                  </a:lnTo>
                  <a:lnTo>
                    <a:pt x="7681353" y="212716"/>
                  </a:lnTo>
                  <a:lnTo>
                    <a:pt x="7681826" y="212716"/>
                  </a:lnTo>
                  <a:lnTo>
                    <a:pt x="7682299" y="212285"/>
                  </a:lnTo>
                  <a:lnTo>
                    <a:pt x="7683245" y="212285"/>
                  </a:lnTo>
                  <a:lnTo>
                    <a:pt x="7683403" y="212285"/>
                  </a:lnTo>
                  <a:lnTo>
                    <a:pt x="7683561" y="212285"/>
                  </a:lnTo>
                  <a:lnTo>
                    <a:pt x="7683719" y="212285"/>
                  </a:lnTo>
                  <a:lnTo>
                    <a:pt x="7684034" y="212285"/>
                  </a:lnTo>
                  <a:lnTo>
                    <a:pt x="7684192" y="212285"/>
                  </a:lnTo>
                  <a:lnTo>
                    <a:pt x="7684349" y="212285"/>
                  </a:lnTo>
                  <a:lnTo>
                    <a:pt x="7684507" y="212285"/>
                  </a:lnTo>
                  <a:lnTo>
                    <a:pt x="7685296" y="212285"/>
                  </a:lnTo>
                  <a:lnTo>
                    <a:pt x="7685453" y="212285"/>
                  </a:lnTo>
                  <a:lnTo>
                    <a:pt x="7685927" y="212285"/>
                  </a:lnTo>
                  <a:lnTo>
                    <a:pt x="7686084" y="212285"/>
                  </a:lnTo>
                  <a:lnTo>
                    <a:pt x="7686242" y="212285"/>
                  </a:lnTo>
                  <a:lnTo>
                    <a:pt x="7686715" y="212285"/>
                  </a:lnTo>
                  <a:lnTo>
                    <a:pt x="7686873" y="212285"/>
                  </a:lnTo>
                  <a:lnTo>
                    <a:pt x="7687031" y="212285"/>
                  </a:lnTo>
                  <a:lnTo>
                    <a:pt x="7687188" y="211855"/>
                  </a:lnTo>
                  <a:lnTo>
                    <a:pt x="7687504" y="211424"/>
                  </a:lnTo>
                  <a:lnTo>
                    <a:pt x="7687819" y="211424"/>
                  </a:lnTo>
                  <a:lnTo>
                    <a:pt x="7688135" y="210994"/>
                  </a:lnTo>
                  <a:lnTo>
                    <a:pt x="7689081" y="210994"/>
                  </a:lnTo>
                  <a:lnTo>
                    <a:pt x="7689239" y="210994"/>
                  </a:lnTo>
                  <a:lnTo>
                    <a:pt x="7689712" y="210994"/>
                  </a:lnTo>
                  <a:lnTo>
                    <a:pt x="7689870" y="210994"/>
                  </a:lnTo>
                  <a:lnTo>
                    <a:pt x="7690027" y="210994"/>
                  </a:lnTo>
                  <a:lnTo>
                    <a:pt x="7690185" y="210994"/>
                  </a:lnTo>
                  <a:lnTo>
                    <a:pt x="7690816" y="210994"/>
                  </a:lnTo>
                  <a:lnTo>
                    <a:pt x="7690974" y="210994"/>
                  </a:lnTo>
                  <a:lnTo>
                    <a:pt x="7691289" y="210994"/>
                  </a:lnTo>
                  <a:lnTo>
                    <a:pt x="7691604" y="210563"/>
                  </a:lnTo>
                  <a:lnTo>
                    <a:pt x="7691762" y="210563"/>
                  </a:lnTo>
                  <a:lnTo>
                    <a:pt x="7692551" y="210563"/>
                  </a:lnTo>
                  <a:lnTo>
                    <a:pt x="7692866" y="210563"/>
                  </a:lnTo>
                  <a:lnTo>
                    <a:pt x="7693182" y="210563"/>
                  </a:lnTo>
                  <a:lnTo>
                    <a:pt x="7693339" y="210563"/>
                  </a:lnTo>
                  <a:lnTo>
                    <a:pt x="7693497" y="210563"/>
                  </a:lnTo>
                  <a:lnTo>
                    <a:pt x="7693655" y="210563"/>
                  </a:lnTo>
                  <a:lnTo>
                    <a:pt x="7695074" y="209702"/>
                  </a:lnTo>
                  <a:lnTo>
                    <a:pt x="7695390" y="209702"/>
                  </a:lnTo>
                  <a:lnTo>
                    <a:pt x="7695547" y="209702"/>
                  </a:lnTo>
                  <a:lnTo>
                    <a:pt x="7695705" y="209702"/>
                  </a:lnTo>
                  <a:lnTo>
                    <a:pt x="7696336" y="209702"/>
                  </a:lnTo>
                  <a:lnTo>
                    <a:pt x="7696809" y="209702"/>
                  </a:lnTo>
                  <a:lnTo>
                    <a:pt x="7696967" y="209702"/>
                  </a:lnTo>
                  <a:lnTo>
                    <a:pt x="7697125" y="209702"/>
                  </a:lnTo>
                  <a:lnTo>
                    <a:pt x="7697125" y="209271"/>
                  </a:lnTo>
                  <a:lnTo>
                    <a:pt x="7697440" y="209271"/>
                  </a:lnTo>
                  <a:lnTo>
                    <a:pt x="7697913" y="209271"/>
                  </a:lnTo>
                  <a:lnTo>
                    <a:pt x="7698229" y="209271"/>
                  </a:lnTo>
                  <a:lnTo>
                    <a:pt x="7698544" y="209271"/>
                  </a:lnTo>
                  <a:lnTo>
                    <a:pt x="7698702" y="208841"/>
                  </a:lnTo>
                  <a:lnTo>
                    <a:pt x="7698860" y="208841"/>
                  </a:lnTo>
                  <a:lnTo>
                    <a:pt x="7698860" y="208410"/>
                  </a:lnTo>
                  <a:lnTo>
                    <a:pt x="7700594" y="208410"/>
                  </a:lnTo>
                  <a:lnTo>
                    <a:pt x="7700752" y="208410"/>
                  </a:lnTo>
                  <a:lnTo>
                    <a:pt x="7700910" y="208410"/>
                  </a:lnTo>
                  <a:lnTo>
                    <a:pt x="7701068" y="208410"/>
                  </a:lnTo>
                  <a:lnTo>
                    <a:pt x="7701225" y="208410"/>
                  </a:lnTo>
                  <a:lnTo>
                    <a:pt x="7701541" y="208410"/>
                  </a:lnTo>
                  <a:lnTo>
                    <a:pt x="7701856" y="208410"/>
                  </a:lnTo>
                  <a:lnTo>
                    <a:pt x="7702172" y="208410"/>
                  </a:lnTo>
                  <a:lnTo>
                    <a:pt x="7702960" y="208410"/>
                  </a:lnTo>
                  <a:lnTo>
                    <a:pt x="7703118" y="208410"/>
                  </a:lnTo>
                  <a:lnTo>
                    <a:pt x="7703591" y="208410"/>
                  </a:lnTo>
                  <a:lnTo>
                    <a:pt x="7704064" y="208410"/>
                  </a:lnTo>
                  <a:lnTo>
                    <a:pt x="7704222" y="208410"/>
                  </a:lnTo>
                  <a:lnTo>
                    <a:pt x="7705484" y="208410"/>
                  </a:lnTo>
                  <a:lnTo>
                    <a:pt x="7705799" y="208410"/>
                  </a:lnTo>
                  <a:lnTo>
                    <a:pt x="7705799" y="207979"/>
                  </a:lnTo>
                  <a:lnTo>
                    <a:pt x="7705957" y="207549"/>
                  </a:lnTo>
                  <a:lnTo>
                    <a:pt x="7706430" y="207549"/>
                  </a:lnTo>
                  <a:lnTo>
                    <a:pt x="7707061" y="207118"/>
                  </a:lnTo>
                  <a:lnTo>
                    <a:pt x="7707219" y="207118"/>
                  </a:lnTo>
                  <a:lnTo>
                    <a:pt x="7707376" y="207118"/>
                  </a:lnTo>
                  <a:lnTo>
                    <a:pt x="7707534" y="207118"/>
                  </a:lnTo>
                  <a:lnTo>
                    <a:pt x="7707849" y="206257"/>
                  </a:lnTo>
                  <a:lnTo>
                    <a:pt x="7708323" y="205826"/>
                  </a:lnTo>
                  <a:lnTo>
                    <a:pt x="7708480" y="205826"/>
                  </a:lnTo>
                  <a:lnTo>
                    <a:pt x="7708638" y="205826"/>
                  </a:lnTo>
                  <a:lnTo>
                    <a:pt x="7708796" y="205826"/>
                  </a:lnTo>
                  <a:lnTo>
                    <a:pt x="7708796" y="205396"/>
                  </a:lnTo>
                  <a:lnTo>
                    <a:pt x="7709584" y="205396"/>
                  </a:lnTo>
                  <a:lnTo>
                    <a:pt x="7710058" y="205396"/>
                  </a:lnTo>
                  <a:lnTo>
                    <a:pt x="7710215" y="205396"/>
                  </a:lnTo>
                  <a:lnTo>
                    <a:pt x="7710373" y="205396"/>
                  </a:lnTo>
                  <a:lnTo>
                    <a:pt x="7710531" y="205396"/>
                  </a:lnTo>
                  <a:lnTo>
                    <a:pt x="7710688" y="205396"/>
                  </a:lnTo>
                  <a:lnTo>
                    <a:pt x="7710846" y="205396"/>
                  </a:lnTo>
                  <a:lnTo>
                    <a:pt x="7711162" y="205396"/>
                  </a:lnTo>
                  <a:lnTo>
                    <a:pt x="7712423" y="205396"/>
                  </a:lnTo>
                  <a:lnTo>
                    <a:pt x="7712581" y="205396"/>
                  </a:lnTo>
                  <a:lnTo>
                    <a:pt x="7712581" y="204965"/>
                  </a:lnTo>
                  <a:lnTo>
                    <a:pt x="7713212" y="204965"/>
                  </a:lnTo>
                  <a:lnTo>
                    <a:pt x="7713527" y="204965"/>
                  </a:lnTo>
                  <a:lnTo>
                    <a:pt x="7713685" y="204965"/>
                  </a:lnTo>
                  <a:lnTo>
                    <a:pt x="7714158" y="204104"/>
                  </a:lnTo>
                  <a:lnTo>
                    <a:pt x="7714316" y="204104"/>
                  </a:lnTo>
                  <a:lnTo>
                    <a:pt x="7714947" y="203673"/>
                  </a:lnTo>
                  <a:lnTo>
                    <a:pt x="7715262" y="203673"/>
                  </a:lnTo>
                  <a:lnTo>
                    <a:pt x="7715420" y="203243"/>
                  </a:lnTo>
                  <a:lnTo>
                    <a:pt x="7715578" y="203243"/>
                  </a:lnTo>
                  <a:lnTo>
                    <a:pt x="7715893" y="202812"/>
                  </a:lnTo>
                  <a:lnTo>
                    <a:pt x="7716051" y="202812"/>
                  </a:lnTo>
                  <a:lnTo>
                    <a:pt x="7716524" y="202812"/>
                  </a:lnTo>
                  <a:lnTo>
                    <a:pt x="7716682" y="202812"/>
                  </a:lnTo>
                  <a:lnTo>
                    <a:pt x="7716839" y="202812"/>
                  </a:lnTo>
                  <a:lnTo>
                    <a:pt x="7718101" y="202382"/>
                  </a:lnTo>
                  <a:lnTo>
                    <a:pt x="7718259" y="202382"/>
                  </a:lnTo>
                  <a:lnTo>
                    <a:pt x="7718417" y="202382"/>
                  </a:lnTo>
                  <a:lnTo>
                    <a:pt x="7718574" y="202382"/>
                  </a:lnTo>
                  <a:lnTo>
                    <a:pt x="7718732" y="202382"/>
                  </a:lnTo>
                  <a:lnTo>
                    <a:pt x="7719205" y="201951"/>
                  </a:lnTo>
                  <a:lnTo>
                    <a:pt x="7719363" y="201951"/>
                  </a:lnTo>
                  <a:lnTo>
                    <a:pt x="7719678" y="201951"/>
                  </a:lnTo>
                  <a:lnTo>
                    <a:pt x="7719836" y="201951"/>
                  </a:lnTo>
                  <a:lnTo>
                    <a:pt x="7720152" y="201951"/>
                  </a:lnTo>
                  <a:lnTo>
                    <a:pt x="7720940" y="201951"/>
                  </a:lnTo>
                  <a:lnTo>
                    <a:pt x="7721571" y="201951"/>
                  </a:lnTo>
                  <a:lnTo>
                    <a:pt x="7721729" y="201951"/>
                  </a:lnTo>
                  <a:lnTo>
                    <a:pt x="7722360" y="201520"/>
                  </a:lnTo>
                  <a:lnTo>
                    <a:pt x="7722517" y="201520"/>
                  </a:lnTo>
                  <a:lnTo>
                    <a:pt x="7722990" y="201520"/>
                  </a:lnTo>
                  <a:lnTo>
                    <a:pt x="7723306" y="201520"/>
                  </a:lnTo>
                  <a:lnTo>
                    <a:pt x="7723464" y="201520"/>
                  </a:lnTo>
                  <a:lnTo>
                    <a:pt x="7723621" y="201520"/>
                  </a:lnTo>
                  <a:lnTo>
                    <a:pt x="7723779" y="201520"/>
                  </a:lnTo>
                  <a:lnTo>
                    <a:pt x="7723937" y="201520"/>
                  </a:lnTo>
                  <a:lnTo>
                    <a:pt x="7724252" y="201520"/>
                  </a:lnTo>
                  <a:lnTo>
                    <a:pt x="7724568" y="201520"/>
                  </a:lnTo>
                  <a:lnTo>
                    <a:pt x="7724725" y="201090"/>
                  </a:lnTo>
                  <a:lnTo>
                    <a:pt x="7724883" y="201090"/>
                  </a:lnTo>
                  <a:lnTo>
                    <a:pt x="7725041" y="201090"/>
                  </a:lnTo>
                  <a:lnTo>
                    <a:pt x="7725514" y="201090"/>
                  </a:lnTo>
                  <a:lnTo>
                    <a:pt x="7725672" y="201090"/>
                  </a:lnTo>
                  <a:lnTo>
                    <a:pt x="7726460" y="201090"/>
                  </a:lnTo>
                  <a:lnTo>
                    <a:pt x="7726933" y="201090"/>
                  </a:lnTo>
                  <a:lnTo>
                    <a:pt x="7728037" y="200229"/>
                  </a:lnTo>
                  <a:lnTo>
                    <a:pt x="7728195" y="200229"/>
                  </a:lnTo>
                  <a:lnTo>
                    <a:pt x="7728826" y="200229"/>
                  </a:lnTo>
                  <a:lnTo>
                    <a:pt x="7729457" y="200229"/>
                  </a:lnTo>
                  <a:lnTo>
                    <a:pt x="7729930" y="200229"/>
                  </a:lnTo>
                  <a:lnTo>
                    <a:pt x="7730088" y="200229"/>
                  </a:lnTo>
                  <a:lnTo>
                    <a:pt x="7730245" y="200229"/>
                  </a:lnTo>
                  <a:lnTo>
                    <a:pt x="7730403" y="199798"/>
                  </a:lnTo>
                  <a:lnTo>
                    <a:pt x="7730561" y="199798"/>
                  </a:lnTo>
                  <a:lnTo>
                    <a:pt x="7731034" y="199798"/>
                  </a:lnTo>
                  <a:lnTo>
                    <a:pt x="7731192" y="199798"/>
                  </a:lnTo>
                  <a:lnTo>
                    <a:pt x="7731349" y="199798"/>
                  </a:lnTo>
                  <a:lnTo>
                    <a:pt x="7732138" y="199798"/>
                  </a:lnTo>
                  <a:lnTo>
                    <a:pt x="7732454" y="199798"/>
                  </a:lnTo>
                  <a:lnTo>
                    <a:pt x="7733084" y="199798"/>
                  </a:lnTo>
                  <a:lnTo>
                    <a:pt x="7734188" y="199798"/>
                  </a:lnTo>
                  <a:lnTo>
                    <a:pt x="7734346" y="199798"/>
                  </a:lnTo>
                  <a:lnTo>
                    <a:pt x="7734346" y="199367"/>
                  </a:lnTo>
                  <a:lnTo>
                    <a:pt x="7734504" y="199367"/>
                  </a:lnTo>
                  <a:lnTo>
                    <a:pt x="7734977" y="198937"/>
                  </a:lnTo>
                  <a:lnTo>
                    <a:pt x="7735135" y="198937"/>
                  </a:lnTo>
                  <a:lnTo>
                    <a:pt x="7735450" y="198937"/>
                  </a:lnTo>
                  <a:lnTo>
                    <a:pt x="7736081" y="198937"/>
                  </a:lnTo>
                  <a:lnTo>
                    <a:pt x="7736396" y="198937"/>
                  </a:lnTo>
                  <a:lnTo>
                    <a:pt x="7737501" y="198937"/>
                  </a:lnTo>
                  <a:lnTo>
                    <a:pt x="7737658" y="198937"/>
                  </a:lnTo>
                  <a:lnTo>
                    <a:pt x="7738605" y="198937"/>
                  </a:lnTo>
                  <a:lnTo>
                    <a:pt x="7738920" y="198937"/>
                  </a:lnTo>
                  <a:lnTo>
                    <a:pt x="7739393" y="198937"/>
                  </a:lnTo>
                  <a:lnTo>
                    <a:pt x="7740497" y="198506"/>
                  </a:lnTo>
                  <a:lnTo>
                    <a:pt x="7740655" y="198506"/>
                  </a:lnTo>
                  <a:lnTo>
                    <a:pt x="7740813" y="198506"/>
                  </a:lnTo>
                  <a:lnTo>
                    <a:pt x="7741128" y="198506"/>
                  </a:lnTo>
                  <a:lnTo>
                    <a:pt x="7741286" y="198506"/>
                  </a:lnTo>
                  <a:lnTo>
                    <a:pt x="7742390" y="198076"/>
                  </a:lnTo>
                  <a:lnTo>
                    <a:pt x="7742705" y="198076"/>
                  </a:lnTo>
                  <a:lnTo>
                    <a:pt x="7743178" y="197645"/>
                  </a:lnTo>
                  <a:lnTo>
                    <a:pt x="7743336" y="197645"/>
                  </a:lnTo>
                  <a:lnTo>
                    <a:pt x="7743652" y="197645"/>
                  </a:lnTo>
                  <a:lnTo>
                    <a:pt x="7743809" y="197645"/>
                  </a:lnTo>
                  <a:lnTo>
                    <a:pt x="7743967" y="197645"/>
                  </a:lnTo>
                  <a:lnTo>
                    <a:pt x="7744282" y="197645"/>
                  </a:lnTo>
                  <a:lnTo>
                    <a:pt x="7744440" y="197645"/>
                  </a:lnTo>
                  <a:lnTo>
                    <a:pt x="7744598" y="197645"/>
                  </a:lnTo>
                  <a:lnTo>
                    <a:pt x="7744756" y="197214"/>
                  </a:lnTo>
                  <a:lnTo>
                    <a:pt x="7744913" y="197214"/>
                  </a:lnTo>
                  <a:lnTo>
                    <a:pt x="7745071" y="196784"/>
                  </a:lnTo>
                  <a:lnTo>
                    <a:pt x="7745386" y="196784"/>
                  </a:lnTo>
                  <a:lnTo>
                    <a:pt x="7745544" y="196784"/>
                  </a:lnTo>
                  <a:lnTo>
                    <a:pt x="7746017" y="196784"/>
                  </a:lnTo>
                  <a:lnTo>
                    <a:pt x="7746964" y="196784"/>
                  </a:lnTo>
                  <a:lnTo>
                    <a:pt x="7747121" y="196784"/>
                  </a:lnTo>
                  <a:lnTo>
                    <a:pt x="7747594" y="196784"/>
                  </a:lnTo>
                  <a:lnTo>
                    <a:pt x="7747752" y="196784"/>
                  </a:lnTo>
                  <a:lnTo>
                    <a:pt x="7748383" y="196784"/>
                  </a:lnTo>
                  <a:lnTo>
                    <a:pt x="7748541" y="196784"/>
                  </a:lnTo>
                  <a:lnTo>
                    <a:pt x="7749329" y="196353"/>
                  </a:lnTo>
                  <a:lnTo>
                    <a:pt x="7749803" y="195923"/>
                  </a:lnTo>
                  <a:lnTo>
                    <a:pt x="7749960" y="195923"/>
                  </a:lnTo>
                  <a:lnTo>
                    <a:pt x="7750118" y="195923"/>
                  </a:lnTo>
                  <a:lnTo>
                    <a:pt x="7750276" y="195923"/>
                  </a:lnTo>
                  <a:lnTo>
                    <a:pt x="7750591" y="195923"/>
                  </a:lnTo>
                  <a:lnTo>
                    <a:pt x="7751064" y="195923"/>
                  </a:lnTo>
                  <a:lnTo>
                    <a:pt x="7751064" y="195492"/>
                  </a:lnTo>
                  <a:lnTo>
                    <a:pt x="7751222" y="195492"/>
                  </a:lnTo>
                  <a:lnTo>
                    <a:pt x="7751695" y="195492"/>
                  </a:lnTo>
                  <a:lnTo>
                    <a:pt x="7752168" y="195061"/>
                  </a:lnTo>
                  <a:lnTo>
                    <a:pt x="7752326" y="194200"/>
                  </a:lnTo>
                  <a:lnTo>
                    <a:pt x="7752484" y="194200"/>
                  </a:lnTo>
                  <a:lnTo>
                    <a:pt x="7752641" y="194200"/>
                  </a:lnTo>
                  <a:lnTo>
                    <a:pt x="7752799" y="194200"/>
                  </a:lnTo>
                  <a:lnTo>
                    <a:pt x="7752957" y="194200"/>
                  </a:lnTo>
                  <a:lnTo>
                    <a:pt x="7753115" y="194200"/>
                  </a:lnTo>
                  <a:lnTo>
                    <a:pt x="7753430" y="194200"/>
                  </a:lnTo>
                  <a:lnTo>
                    <a:pt x="7753588" y="194200"/>
                  </a:lnTo>
                  <a:lnTo>
                    <a:pt x="7754061" y="194200"/>
                  </a:lnTo>
                  <a:lnTo>
                    <a:pt x="7754850" y="194200"/>
                  </a:lnTo>
                  <a:lnTo>
                    <a:pt x="7755480" y="194200"/>
                  </a:lnTo>
                  <a:lnTo>
                    <a:pt x="7755638" y="194200"/>
                  </a:lnTo>
                  <a:lnTo>
                    <a:pt x="7755796" y="194200"/>
                  </a:lnTo>
                  <a:lnTo>
                    <a:pt x="7755954" y="194200"/>
                  </a:lnTo>
                  <a:lnTo>
                    <a:pt x="7756269" y="194200"/>
                  </a:lnTo>
                  <a:lnTo>
                    <a:pt x="7756269" y="193770"/>
                  </a:lnTo>
                  <a:lnTo>
                    <a:pt x="7756427" y="193770"/>
                  </a:lnTo>
                  <a:lnTo>
                    <a:pt x="7756584" y="193770"/>
                  </a:lnTo>
                  <a:lnTo>
                    <a:pt x="7756742" y="193770"/>
                  </a:lnTo>
                  <a:lnTo>
                    <a:pt x="7756900" y="193770"/>
                  </a:lnTo>
                  <a:lnTo>
                    <a:pt x="7760685" y="192478"/>
                  </a:lnTo>
                  <a:lnTo>
                    <a:pt x="7760843" y="192478"/>
                  </a:lnTo>
                  <a:lnTo>
                    <a:pt x="7761001" y="192478"/>
                  </a:lnTo>
                  <a:lnTo>
                    <a:pt x="7761158" y="192478"/>
                  </a:lnTo>
                  <a:lnTo>
                    <a:pt x="7761316" y="192478"/>
                  </a:lnTo>
                  <a:lnTo>
                    <a:pt x="7761631" y="192478"/>
                  </a:lnTo>
                  <a:lnTo>
                    <a:pt x="7761789" y="192478"/>
                  </a:lnTo>
                  <a:lnTo>
                    <a:pt x="7762105" y="192478"/>
                  </a:lnTo>
                  <a:lnTo>
                    <a:pt x="7762420" y="192478"/>
                  </a:lnTo>
                  <a:lnTo>
                    <a:pt x="7762578" y="192478"/>
                  </a:lnTo>
                  <a:lnTo>
                    <a:pt x="7762735" y="192478"/>
                  </a:lnTo>
                  <a:lnTo>
                    <a:pt x="7762893" y="192047"/>
                  </a:lnTo>
                  <a:lnTo>
                    <a:pt x="7763051" y="192047"/>
                  </a:lnTo>
                  <a:lnTo>
                    <a:pt x="7763524" y="192047"/>
                  </a:lnTo>
                  <a:lnTo>
                    <a:pt x="7764313" y="192047"/>
                  </a:lnTo>
                  <a:lnTo>
                    <a:pt x="7764943" y="192047"/>
                  </a:lnTo>
                  <a:lnTo>
                    <a:pt x="7765417" y="192047"/>
                  </a:lnTo>
                  <a:lnTo>
                    <a:pt x="7765574" y="192047"/>
                  </a:lnTo>
                  <a:lnTo>
                    <a:pt x="7766048" y="191617"/>
                  </a:lnTo>
                  <a:lnTo>
                    <a:pt x="7766363" y="190325"/>
                  </a:lnTo>
                  <a:lnTo>
                    <a:pt x="7767152" y="189894"/>
                  </a:lnTo>
                  <a:lnTo>
                    <a:pt x="7767152" y="188602"/>
                  </a:lnTo>
                  <a:lnTo>
                    <a:pt x="7767625" y="188602"/>
                  </a:lnTo>
                  <a:lnTo>
                    <a:pt x="7767940" y="188602"/>
                  </a:lnTo>
                  <a:lnTo>
                    <a:pt x="7768256" y="188602"/>
                  </a:lnTo>
                  <a:lnTo>
                    <a:pt x="7768413" y="188602"/>
                  </a:lnTo>
                  <a:lnTo>
                    <a:pt x="7768571" y="188602"/>
                  </a:lnTo>
                  <a:lnTo>
                    <a:pt x="7769044" y="188602"/>
                  </a:lnTo>
                  <a:lnTo>
                    <a:pt x="7769202" y="188602"/>
                  </a:lnTo>
                  <a:lnTo>
                    <a:pt x="7769360" y="188602"/>
                  </a:lnTo>
                  <a:lnTo>
                    <a:pt x="7769517" y="188602"/>
                  </a:lnTo>
                  <a:lnTo>
                    <a:pt x="7769833" y="187741"/>
                  </a:lnTo>
                  <a:lnTo>
                    <a:pt x="7769990" y="187741"/>
                  </a:lnTo>
                  <a:lnTo>
                    <a:pt x="7770148" y="187311"/>
                  </a:lnTo>
                  <a:lnTo>
                    <a:pt x="7770306" y="187311"/>
                  </a:lnTo>
                  <a:lnTo>
                    <a:pt x="7770937" y="187311"/>
                  </a:lnTo>
                  <a:lnTo>
                    <a:pt x="7770937" y="186880"/>
                  </a:lnTo>
                  <a:lnTo>
                    <a:pt x="7771095" y="186880"/>
                  </a:lnTo>
                  <a:lnTo>
                    <a:pt x="7771252" y="186880"/>
                  </a:lnTo>
                  <a:lnTo>
                    <a:pt x="7771410" y="186880"/>
                  </a:lnTo>
                  <a:lnTo>
                    <a:pt x="7771725" y="186880"/>
                  </a:lnTo>
                  <a:lnTo>
                    <a:pt x="7772041" y="186880"/>
                  </a:lnTo>
                  <a:lnTo>
                    <a:pt x="7772199" y="186880"/>
                  </a:lnTo>
                  <a:lnTo>
                    <a:pt x="7772356" y="186880"/>
                  </a:lnTo>
                  <a:lnTo>
                    <a:pt x="7772514" y="186880"/>
                  </a:lnTo>
                  <a:lnTo>
                    <a:pt x="7772829" y="186880"/>
                  </a:lnTo>
                  <a:lnTo>
                    <a:pt x="7772829" y="186449"/>
                  </a:lnTo>
                  <a:lnTo>
                    <a:pt x="7772987" y="186449"/>
                  </a:lnTo>
                  <a:lnTo>
                    <a:pt x="7773460" y="186449"/>
                  </a:lnTo>
                  <a:lnTo>
                    <a:pt x="7773776" y="186449"/>
                  </a:lnTo>
                  <a:lnTo>
                    <a:pt x="7773933" y="186449"/>
                  </a:lnTo>
                  <a:lnTo>
                    <a:pt x="7775826" y="186449"/>
                  </a:lnTo>
                  <a:lnTo>
                    <a:pt x="7776141" y="186449"/>
                  </a:lnTo>
                  <a:lnTo>
                    <a:pt x="7776457" y="186449"/>
                  </a:lnTo>
                  <a:lnTo>
                    <a:pt x="7777088" y="186449"/>
                  </a:lnTo>
                  <a:lnTo>
                    <a:pt x="7777876" y="186019"/>
                  </a:lnTo>
                  <a:lnTo>
                    <a:pt x="7778350" y="185158"/>
                  </a:lnTo>
                  <a:lnTo>
                    <a:pt x="7778507" y="184727"/>
                  </a:lnTo>
                  <a:lnTo>
                    <a:pt x="7778823" y="184296"/>
                  </a:lnTo>
                  <a:lnTo>
                    <a:pt x="7778980" y="184296"/>
                  </a:lnTo>
                  <a:lnTo>
                    <a:pt x="7779138" y="184296"/>
                  </a:lnTo>
                  <a:lnTo>
                    <a:pt x="7779611" y="184296"/>
                  </a:lnTo>
                  <a:lnTo>
                    <a:pt x="7779769" y="184296"/>
                  </a:lnTo>
                  <a:lnTo>
                    <a:pt x="7780084" y="184296"/>
                  </a:lnTo>
                  <a:lnTo>
                    <a:pt x="7780400" y="184296"/>
                  </a:lnTo>
                  <a:lnTo>
                    <a:pt x="7780558" y="184296"/>
                  </a:lnTo>
                  <a:lnTo>
                    <a:pt x="7780715" y="184296"/>
                  </a:lnTo>
                  <a:lnTo>
                    <a:pt x="7780873" y="184296"/>
                  </a:lnTo>
                  <a:lnTo>
                    <a:pt x="7781819" y="184296"/>
                  </a:lnTo>
                  <a:lnTo>
                    <a:pt x="7781819" y="183435"/>
                  </a:lnTo>
                  <a:lnTo>
                    <a:pt x="7781819" y="183005"/>
                  </a:lnTo>
                  <a:lnTo>
                    <a:pt x="7781977" y="183005"/>
                  </a:lnTo>
                  <a:lnTo>
                    <a:pt x="7782923" y="182574"/>
                  </a:lnTo>
                  <a:lnTo>
                    <a:pt x="7783081" y="182574"/>
                  </a:lnTo>
                  <a:lnTo>
                    <a:pt x="7783239" y="182574"/>
                  </a:lnTo>
                  <a:lnTo>
                    <a:pt x="7784185" y="182574"/>
                  </a:lnTo>
                  <a:lnTo>
                    <a:pt x="7784343" y="182574"/>
                  </a:lnTo>
                  <a:lnTo>
                    <a:pt x="7784501" y="182574"/>
                  </a:lnTo>
                  <a:lnTo>
                    <a:pt x="7784974" y="182574"/>
                  </a:lnTo>
                  <a:lnTo>
                    <a:pt x="7784974" y="182143"/>
                  </a:lnTo>
                  <a:lnTo>
                    <a:pt x="7785447" y="182143"/>
                  </a:lnTo>
                  <a:lnTo>
                    <a:pt x="7786078" y="181713"/>
                  </a:lnTo>
                  <a:lnTo>
                    <a:pt x="7786235" y="181713"/>
                  </a:lnTo>
                  <a:lnTo>
                    <a:pt x="7786393" y="181282"/>
                  </a:lnTo>
                  <a:lnTo>
                    <a:pt x="7786551" y="181282"/>
                  </a:lnTo>
                  <a:lnTo>
                    <a:pt x="7786866" y="181282"/>
                  </a:lnTo>
                  <a:lnTo>
                    <a:pt x="7787339" y="181282"/>
                  </a:lnTo>
                  <a:lnTo>
                    <a:pt x="7787497" y="181282"/>
                  </a:lnTo>
                  <a:lnTo>
                    <a:pt x="7787813" y="181282"/>
                  </a:lnTo>
                  <a:lnTo>
                    <a:pt x="7787970" y="181282"/>
                  </a:lnTo>
                  <a:lnTo>
                    <a:pt x="7788128" y="181282"/>
                  </a:lnTo>
                  <a:lnTo>
                    <a:pt x="7788601" y="181282"/>
                  </a:lnTo>
                  <a:lnTo>
                    <a:pt x="7788759" y="181282"/>
                  </a:lnTo>
                  <a:lnTo>
                    <a:pt x="7789705" y="180852"/>
                  </a:lnTo>
                  <a:lnTo>
                    <a:pt x="7789863" y="180852"/>
                  </a:lnTo>
                  <a:lnTo>
                    <a:pt x="7790021" y="180852"/>
                  </a:lnTo>
                  <a:lnTo>
                    <a:pt x="7790178" y="180852"/>
                  </a:lnTo>
                  <a:lnTo>
                    <a:pt x="7790336" y="180421"/>
                  </a:lnTo>
                  <a:lnTo>
                    <a:pt x="7790494" y="180421"/>
                  </a:lnTo>
                  <a:lnTo>
                    <a:pt x="7790809" y="179990"/>
                  </a:lnTo>
                  <a:lnTo>
                    <a:pt x="7790967" y="179990"/>
                  </a:lnTo>
                  <a:lnTo>
                    <a:pt x="7791282" y="179990"/>
                  </a:lnTo>
                  <a:lnTo>
                    <a:pt x="7791598" y="179990"/>
                  </a:lnTo>
                  <a:lnTo>
                    <a:pt x="7792071" y="179990"/>
                  </a:lnTo>
                  <a:lnTo>
                    <a:pt x="7792544" y="179990"/>
                  </a:lnTo>
                  <a:lnTo>
                    <a:pt x="7792702" y="179990"/>
                  </a:lnTo>
                  <a:lnTo>
                    <a:pt x="7793017" y="179990"/>
                  </a:lnTo>
                  <a:lnTo>
                    <a:pt x="7793333" y="179990"/>
                  </a:lnTo>
                  <a:lnTo>
                    <a:pt x="7793964" y="179560"/>
                  </a:lnTo>
                  <a:lnTo>
                    <a:pt x="7794437" y="178699"/>
                  </a:lnTo>
                  <a:lnTo>
                    <a:pt x="7794910" y="178699"/>
                  </a:lnTo>
                  <a:lnTo>
                    <a:pt x="7795068" y="178699"/>
                  </a:lnTo>
                  <a:lnTo>
                    <a:pt x="7795541" y="178699"/>
                  </a:lnTo>
                  <a:lnTo>
                    <a:pt x="7796014" y="178699"/>
                  </a:lnTo>
                  <a:lnTo>
                    <a:pt x="7796645" y="178699"/>
                  </a:lnTo>
                  <a:lnTo>
                    <a:pt x="7797118" y="177407"/>
                  </a:lnTo>
                  <a:lnTo>
                    <a:pt x="7797276" y="177407"/>
                  </a:lnTo>
                  <a:lnTo>
                    <a:pt x="7797591" y="177407"/>
                  </a:lnTo>
                  <a:lnTo>
                    <a:pt x="7797749" y="177407"/>
                  </a:lnTo>
                  <a:lnTo>
                    <a:pt x="7798064" y="177407"/>
                  </a:lnTo>
                  <a:lnTo>
                    <a:pt x="7798222" y="177407"/>
                  </a:lnTo>
                  <a:lnTo>
                    <a:pt x="7798380" y="177407"/>
                  </a:lnTo>
                  <a:lnTo>
                    <a:pt x="7798537" y="177407"/>
                  </a:lnTo>
                  <a:lnTo>
                    <a:pt x="7798853" y="176546"/>
                  </a:lnTo>
                  <a:lnTo>
                    <a:pt x="7799011" y="176115"/>
                  </a:lnTo>
                  <a:lnTo>
                    <a:pt x="7799326" y="176115"/>
                  </a:lnTo>
                  <a:lnTo>
                    <a:pt x="7799484" y="176115"/>
                  </a:lnTo>
                  <a:lnTo>
                    <a:pt x="7800430" y="176115"/>
                  </a:lnTo>
                  <a:lnTo>
                    <a:pt x="7800903" y="176115"/>
                  </a:lnTo>
                  <a:lnTo>
                    <a:pt x="7801061" y="176115"/>
                  </a:lnTo>
                  <a:lnTo>
                    <a:pt x="7801219" y="176115"/>
                  </a:lnTo>
                  <a:lnTo>
                    <a:pt x="7801376" y="176115"/>
                  </a:lnTo>
                  <a:lnTo>
                    <a:pt x="7801850" y="176115"/>
                  </a:lnTo>
                  <a:lnTo>
                    <a:pt x="7802007" y="176115"/>
                  </a:lnTo>
                  <a:lnTo>
                    <a:pt x="7802165" y="176115"/>
                  </a:lnTo>
                  <a:lnTo>
                    <a:pt x="7802796" y="176115"/>
                  </a:lnTo>
                  <a:lnTo>
                    <a:pt x="7803269" y="176115"/>
                  </a:lnTo>
                  <a:lnTo>
                    <a:pt x="7803427" y="175684"/>
                  </a:lnTo>
                  <a:lnTo>
                    <a:pt x="7804215" y="175684"/>
                  </a:lnTo>
                  <a:lnTo>
                    <a:pt x="7804373" y="175684"/>
                  </a:lnTo>
                  <a:lnTo>
                    <a:pt x="7804531" y="175684"/>
                  </a:lnTo>
                  <a:lnTo>
                    <a:pt x="7805004" y="175684"/>
                  </a:lnTo>
                  <a:lnTo>
                    <a:pt x="7805319" y="175684"/>
                  </a:lnTo>
                  <a:lnTo>
                    <a:pt x="7805793" y="175684"/>
                  </a:lnTo>
                  <a:lnTo>
                    <a:pt x="7805950" y="175684"/>
                  </a:lnTo>
                  <a:lnTo>
                    <a:pt x="7805950" y="175254"/>
                  </a:lnTo>
                  <a:lnTo>
                    <a:pt x="7806266" y="175254"/>
                  </a:lnTo>
                  <a:lnTo>
                    <a:pt x="7806423" y="175254"/>
                  </a:lnTo>
                  <a:lnTo>
                    <a:pt x="7806897" y="175254"/>
                  </a:lnTo>
                  <a:lnTo>
                    <a:pt x="7807212" y="175254"/>
                  </a:lnTo>
                  <a:lnTo>
                    <a:pt x="7807685" y="175254"/>
                  </a:lnTo>
                  <a:lnTo>
                    <a:pt x="7807843" y="175254"/>
                  </a:lnTo>
                  <a:lnTo>
                    <a:pt x="7808001" y="175254"/>
                  </a:lnTo>
                  <a:lnTo>
                    <a:pt x="7808474" y="175254"/>
                  </a:lnTo>
                  <a:lnTo>
                    <a:pt x="7808947" y="175254"/>
                  </a:lnTo>
                  <a:lnTo>
                    <a:pt x="7809262" y="175254"/>
                  </a:lnTo>
                  <a:lnTo>
                    <a:pt x="7809578" y="175254"/>
                  </a:lnTo>
                  <a:lnTo>
                    <a:pt x="7809735" y="175254"/>
                  </a:lnTo>
                  <a:lnTo>
                    <a:pt x="7809893" y="175254"/>
                  </a:lnTo>
                  <a:lnTo>
                    <a:pt x="7810051" y="175254"/>
                  </a:lnTo>
                  <a:lnTo>
                    <a:pt x="7810209" y="175254"/>
                  </a:lnTo>
                  <a:lnTo>
                    <a:pt x="7810209" y="174823"/>
                  </a:lnTo>
                  <a:lnTo>
                    <a:pt x="7810524" y="174823"/>
                  </a:lnTo>
                  <a:lnTo>
                    <a:pt x="7811470" y="174823"/>
                  </a:lnTo>
                  <a:lnTo>
                    <a:pt x="7811628" y="174823"/>
                  </a:lnTo>
                  <a:lnTo>
                    <a:pt x="7811786" y="174823"/>
                  </a:lnTo>
                  <a:lnTo>
                    <a:pt x="7812259" y="174823"/>
                  </a:lnTo>
                  <a:lnTo>
                    <a:pt x="7812574" y="174823"/>
                  </a:lnTo>
                  <a:lnTo>
                    <a:pt x="7812890" y="174393"/>
                  </a:lnTo>
                  <a:lnTo>
                    <a:pt x="7813678" y="174393"/>
                  </a:lnTo>
                  <a:lnTo>
                    <a:pt x="7814152" y="174393"/>
                  </a:lnTo>
                  <a:lnTo>
                    <a:pt x="7814782" y="174393"/>
                  </a:lnTo>
                  <a:lnTo>
                    <a:pt x="7814940" y="174393"/>
                  </a:lnTo>
                  <a:lnTo>
                    <a:pt x="7815256" y="174393"/>
                  </a:lnTo>
                  <a:lnTo>
                    <a:pt x="7815413" y="174393"/>
                  </a:lnTo>
                  <a:lnTo>
                    <a:pt x="7815729" y="173962"/>
                  </a:lnTo>
                  <a:lnTo>
                    <a:pt x="7816044" y="173962"/>
                  </a:lnTo>
                  <a:lnTo>
                    <a:pt x="7816360" y="173531"/>
                  </a:lnTo>
                  <a:lnTo>
                    <a:pt x="7816517" y="173531"/>
                  </a:lnTo>
                  <a:lnTo>
                    <a:pt x="7816833" y="173531"/>
                  </a:lnTo>
                  <a:lnTo>
                    <a:pt x="7817148" y="173531"/>
                  </a:lnTo>
                  <a:lnTo>
                    <a:pt x="7817306" y="173531"/>
                  </a:lnTo>
                  <a:lnTo>
                    <a:pt x="7818095" y="173531"/>
                  </a:lnTo>
                  <a:lnTo>
                    <a:pt x="7818252" y="173531"/>
                  </a:lnTo>
                  <a:lnTo>
                    <a:pt x="7818725" y="173101"/>
                  </a:lnTo>
                  <a:lnTo>
                    <a:pt x="7818883" y="173101"/>
                  </a:lnTo>
                  <a:lnTo>
                    <a:pt x="7818883" y="172670"/>
                  </a:lnTo>
                  <a:lnTo>
                    <a:pt x="7819829" y="172670"/>
                  </a:lnTo>
                  <a:lnTo>
                    <a:pt x="7820145" y="172670"/>
                  </a:lnTo>
                  <a:lnTo>
                    <a:pt x="7820303" y="172670"/>
                  </a:lnTo>
                  <a:lnTo>
                    <a:pt x="7820618" y="172670"/>
                  </a:lnTo>
                  <a:lnTo>
                    <a:pt x="7820776" y="172670"/>
                  </a:lnTo>
                  <a:lnTo>
                    <a:pt x="7820933" y="172670"/>
                  </a:lnTo>
                  <a:lnTo>
                    <a:pt x="7821407" y="172670"/>
                  </a:lnTo>
                  <a:lnTo>
                    <a:pt x="7821564" y="172670"/>
                  </a:lnTo>
                  <a:lnTo>
                    <a:pt x="7821722" y="172670"/>
                  </a:lnTo>
                  <a:lnTo>
                    <a:pt x="7821880" y="172670"/>
                  </a:lnTo>
                  <a:lnTo>
                    <a:pt x="7822038" y="172670"/>
                  </a:lnTo>
                  <a:lnTo>
                    <a:pt x="7822195" y="172670"/>
                  </a:lnTo>
                  <a:lnTo>
                    <a:pt x="7822668" y="172670"/>
                  </a:lnTo>
                  <a:lnTo>
                    <a:pt x="7822826" y="172670"/>
                  </a:lnTo>
                  <a:lnTo>
                    <a:pt x="7823142" y="172670"/>
                  </a:lnTo>
                  <a:lnTo>
                    <a:pt x="7824719" y="171809"/>
                  </a:lnTo>
                  <a:lnTo>
                    <a:pt x="7824876" y="171809"/>
                  </a:lnTo>
                  <a:lnTo>
                    <a:pt x="7825192" y="171809"/>
                  </a:lnTo>
                  <a:lnTo>
                    <a:pt x="7826138" y="171809"/>
                  </a:lnTo>
                  <a:lnTo>
                    <a:pt x="7826296" y="171809"/>
                  </a:lnTo>
                  <a:lnTo>
                    <a:pt x="7826454" y="171809"/>
                  </a:lnTo>
                  <a:lnTo>
                    <a:pt x="7826611" y="171809"/>
                  </a:lnTo>
                  <a:lnTo>
                    <a:pt x="7827084" y="171809"/>
                  </a:lnTo>
                  <a:lnTo>
                    <a:pt x="7827558" y="171809"/>
                  </a:lnTo>
                  <a:lnTo>
                    <a:pt x="7827558" y="171378"/>
                  </a:lnTo>
                  <a:lnTo>
                    <a:pt x="7827715" y="171378"/>
                  </a:lnTo>
                  <a:lnTo>
                    <a:pt x="7828031" y="171378"/>
                  </a:lnTo>
                  <a:lnTo>
                    <a:pt x="7828346" y="171378"/>
                  </a:lnTo>
                  <a:lnTo>
                    <a:pt x="7828977" y="171378"/>
                  </a:lnTo>
                  <a:lnTo>
                    <a:pt x="7829923" y="170948"/>
                  </a:lnTo>
                  <a:lnTo>
                    <a:pt x="7830081" y="170948"/>
                  </a:lnTo>
                  <a:lnTo>
                    <a:pt x="7830712" y="170948"/>
                  </a:lnTo>
                  <a:lnTo>
                    <a:pt x="7831185" y="170948"/>
                  </a:lnTo>
                  <a:lnTo>
                    <a:pt x="7831343" y="170948"/>
                  </a:lnTo>
                  <a:lnTo>
                    <a:pt x="7831501" y="170948"/>
                  </a:lnTo>
                  <a:lnTo>
                    <a:pt x="7831816" y="170948"/>
                  </a:lnTo>
                  <a:lnTo>
                    <a:pt x="7831974" y="170948"/>
                  </a:lnTo>
                  <a:lnTo>
                    <a:pt x="7832131" y="170948"/>
                  </a:lnTo>
                  <a:lnTo>
                    <a:pt x="7832289" y="170948"/>
                  </a:lnTo>
                  <a:lnTo>
                    <a:pt x="7832447" y="170948"/>
                  </a:lnTo>
                  <a:lnTo>
                    <a:pt x="7832920" y="170948"/>
                  </a:lnTo>
                  <a:lnTo>
                    <a:pt x="7833236" y="170948"/>
                  </a:lnTo>
                  <a:lnTo>
                    <a:pt x="7833393" y="170948"/>
                  </a:lnTo>
                  <a:lnTo>
                    <a:pt x="7833866" y="170948"/>
                  </a:lnTo>
                  <a:lnTo>
                    <a:pt x="7834182" y="170517"/>
                  </a:lnTo>
                  <a:lnTo>
                    <a:pt x="7834340" y="170517"/>
                  </a:lnTo>
                  <a:lnTo>
                    <a:pt x="7834655" y="170087"/>
                  </a:lnTo>
                  <a:lnTo>
                    <a:pt x="7834970" y="170087"/>
                  </a:lnTo>
                  <a:lnTo>
                    <a:pt x="7835128" y="170087"/>
                  </a:lnTo>
                  <a:lnTo>
                    <a:pt x="7835128" y="169656"/>
                  </a:lnTo>
                  <a:lnTo>
                    <a:pt x="7835759" y="169656"/>
                  </a:lnTo>
                  <a:lnTo>
                    <a:pt x="7836863" y="169656"/>
                  </a:lnTo>
                  <a:lnTo>
                    <a:pt x="7837021" y="169656"/>
                  </a:lnTo>
                  <a:lnTo>
                    <a:pt x="7837178" y="169225"/>
                  </a:lnTo>
                  <a:lnTo>
                    <a:pt x="7837336" y="169225"/>
                  </a:lnTo>
                  <a:lnTo>
                    <a:pt x="7837494" y="169225"/>
                  </a:lnTo>
                  <a:lnTo>
                    <a:pt x="7837967" y="169225"/>
                  </a:lnTo>
                  <a:lnTo>
                    <a:pt x="7838440" y="169225"/>
                  </a:lnTo>
                  <a:lnTo>
                    <a:pt x="7838440" y="168795"/>
                  </a:lnTo>
                  <a:lnTo>
                    <a:pt x="7838598" y="168795"/>
                  </a:lnTo>
                  <a:lnTo>
                    <a:pt x="7839544" y="168795"/>
                  </a:lnTo>
                  <a:lnTo>
                    <a:pt x="7839702" y="168795"/>
                  </a:lnTo>
                  <a:lnTo>
                    <a:pt x="7840017" y="168795"/>
                  </a:lnTo>
                  <a:lnTo>
                    <a:pt x="7840491" y="168795"/>
                  </a:lnTo>
                  <a:lnTo>
                    <a:pt x="7840806" y="168795"/>
                  </a:lnTo>
                  <a:lnTo>
                    <a:pt x="7841279" y="168795"/>
                  </a:lnTo>
                  <a:lnTo>
                    <a:pt x="7841910" y="168795"/>
                  </a:lnTo>
                  <a:lnTo>
                    <a:pt x="7842068" y="168795"/>
                  </a:lnTo>
                  <a:lnTo>
                    <a:pt x="7842383" y="168364"/>
                  </a:lnTo>
                  <a:lnTo>
                    <a:pt x="7842699" y="167934"/>
                  </a:lnTo>
                  <a:lnTo>
                    <a:pt x="7843014" y="167934"/>
                  </a:lnTo>
                  <a:lnTo>
                    <a:pt x="7843329" y="167934"/>
                  </a:lnTo>
                  <a:lnTo>
                    <a:pt x="7843487" y="167934"/>
                  </a:lnTo>
                  <a:lnTo>
                    <a:pt x="7844276" y="167503"/>
                  </a:lnTo>
                  <a:lnTo>
                    <a:pt x="7844591" y="167072"/>
                  </a:lnTo>
                  <a:lnTo>
                    <a:pt x="7844749" y="167072"/>
                  </a:lnTo>
                  <a:lnTo>
                    <a:pt x="7844907" y="167072"/>
                  </a:lnTo>
                  <a:lnTo>
                    <a:pt x="7845064" y="167072"/>
                  </a:lnTo>
                  <a:lnTo>
                    <a:pt x="7845222" y="167072"/>
                  </a:lnTo>
                  <a:lnTo>
                    <a:pt x="7845538" y="167072"/>
                  </a:lnTo>
                  <a:lnTo>
                    <a:pt x="7846484" y="167072"/>
                  </a:lnTo>
                  <a:lnTo>
                    <a:pt x="7846642" y="167072"/>
                  </a:lnTo>
                  <a:lnTo>
                    <a:pt x="7847115" y="166211"/>
                  </a:lnTo>
                  <a:lnTo>
                    <a:pt x="7847272" y="166211"/>
                  </a:lnTo>
                  <a:lnTo>
                    <a:pt x="7847588" y="166211"/>
                  </a:lnTo>
                  <a:lnTo>
                    <a:pt x="7847903" y="165350"/>
                  </a:lnTo>
                  <a:lnTo>
                    <a:pt x="7848061" y="164919"/>
                  </a:lnTo>
                  <a:lnTo>
                    <a:pt x="7848219" y="164919"/>
                  </a:lnTo>
                  <a:lnTo>
                    <a:pt x="7848692" y="164919"/>
                  </a:lnTo>
                  <a:lnTo>
                    <a:pt x="7849165" y="164489"/>
                  </a:lnTo>
                  <a:lnTo>
                    <a:pt x="7850585" y="164489"/>
                  </a:lnTo>
                  <a:lnTo>
                    <a:pt x="7850900" y="164058"/>
                  </a:lnTo>
                  <a:lnTo>
                    <a:pt x="7851058" y="164058"/>
                  </a:lnTo>
                  <a:lnTo>
                    <a:pt x="7851689" y="164058"/>
                  </a:lnTo>
                  <a:lnTo>
                    <a:pt x="7851846" y="163628"/>
                  </a:lnTo>
                  <a:lnTo>
                    <a:pt x="7852162" y="163628"/>
                  </a:lnTo>
                  <a:lnTo>
                    <a:pt x="7852635" y="163628"/>
                  </a:lnTo>
                  <a:lnTo>
                    <a:pt x="7853108" y="163628"/>
                  </a:lnTo>
                  <a:lnTo>
                    <a:pt x="7853266" y="163628"/>
                  </a:lnTo>
                  <a:lnTo>
                    <a:pt x="7853423" y="163628"/>
                  </a:lnTo>
                  <a:lnTo>
                    <a:pt x="7853739" y="163628"/>
                  </a:lnTo>
                  <a:lnTo>
                    <a:pt x="7853897" y="163628"/>
                  </a:lnTo>
                  <a:lnTo>
                    <a:pt x="7855001" y="163628"/>
                  </a:lnTo>
                  <a:lnTo>
                    <a:pt x="7855158" y="163628"/>
                  </a:lnTo>
                  <a:lnTo>
                    <a:pt x="7855316" y="163628"/>
                  </a:lnTo>
                  <a:lnTo>
                    <a:pt x="7855632" y="163197"/>
                  </a:lnTo>
                  <a:lnTo>
                    <a:pt x="7855789" y="163197"/>
                  </a:lnTo>
                  <a:lnTo>
                    <a:pt x="7856105" y="163197"/>
                  </a:lnTo>
                  <a:lnTo>
                    <a:pt x="7856578" y="163197"/>
                  </a:lnTo>
                  <a:lnTo>
                    <a:pt x="7857524" y="162766"/>
                  </a:lnTo>
                  <a:lnTo>
                    <a:pt x="7857997" y="162766"/>
                  </a:lnTo>
                  <a:lnTo>
                    <a:pt x="7858155" y="162766"/>
                  </a:lnTo>
                  <a:lnTo>
                    <a:pt x="7858155" y="162336"/>
                  </a:lnTo>
                  <a:lnTo>
                    <a:pt x="7858313" y="162336"/>
                  </a:lnTo>
                  <a:lnTo>
                    <a:pt x="7858786" y="162336"/>
                  </a:lnTo>
                  <a:lnTo>
                    <a:pt x="7858944" y="162336"/>
                  </a:lnTo>
                  <a:lnTo>
                    <a:pt x="7859417" y="162336"/>
                  </a:lnTo>
                  <a:lnTo>
                    <a:pt x="7859890" y="162336"/>
                  </a:lnTo>
                  <a:lnTo>
                    <a:pt x="7860048" y="162336"/>
                  </a:lnTo>
                  <a:lnTo>
                    <a:pt x="7860205" y="162336"/>
                  </a:lnTo>
                  <a:lnTo>
                    <a:pt x="7860363" y="162336"/>
                  </a:lnTo>
                  <a:lnTo>
                    <a:pt x="7860363" y="161905"/>
                  </a:lnTo>
                  <a:lnTo>
                    <a:pt x="7860521" y="161905"/>
                  </a:lnTo>
                  <a:lnTo>
                    <a:pt x="7860678" y="161905"/>
                  </a:lnTo>
                  <a:lnTo>
                    <a:pt x="7860836" y="161905"/>
                  </a:lnTo>
                  <a:lnTo>
                    <a:pt x="7861467" y="161905"/>
                  </a:lnTo>
                  <a:lnTo>
                    <a:pt x="7861625" y="161905"/>
                  </a:lnTo>
                  <a:lnTo>
                    <a:pt x="7862413" y="161905"/>
                  </a:lnTo>
                  <a:lnTo>
                    <a:pt x="7862571" y="161905"/>
                  </a:lnTo>
                  <a:lnTo>
                    <a:pt x="7862887" y="161905"/>
                  </a:lnTo>
                  <a:lnTo>
                    <a:pt x="7863202" y="161905"/>
                  </a:lnTo>
                  <a:lnTo>
                    <a:pt x="7863675" y="161905"/>
                  </a:lnTo>
                  <a:lnTo>
                    <a:pt x="7863833" y="161475"/>
                  </a:lnTo>
                  <a:lnTo>
                    <a:pt x="7863991" y="161475"/>
                  </a:lnTo>
                  <a:lnTo>
                    <a:pt x="7866041" y="160613"/>
                  </a:lnTo>
                  <a:lnTo>
                    <a:pt x="7866356" y="160613"/>
                  </a:lnTo>
                  <a:lnTo>
                    <a:pt x="7866514" y="160613"/>
                  </a:lnTo>
                  <a:lnTo>
                    <a:pt x="7866830" y="160613"/>
                  </a:lnTo>
                  <a:lnTo>
                    <a:pt x="7867460" y="160613"/>
                  </a:lnTo>
                  <a:lnTo>
                    <a:pt x="7867776" y="160183"/>
                  </a:lnTo>
                  <a:lnTo>
                    <a:pt x="7868091" y="160183"/>
                  </a:lnTo>
                  <a:lnTo>
                    <a:pt x="7868722" y="160183"/>
                  </a:lnTo>
                  <a:lnTo>
                    <a:pt x="7869195" y="160183"/>
                  </a:lnTo>
                  <a:lnTo>
                    <a:pt x="7869353" y="160183"/>
                  </a:lnTo>
                  <a:lnTo>
                    <a:pt x="7869668" y="160183"/>
                  </a:lnTo>
                  <a:lnTo>
                    <a:pt x="7869984" y="160183"/>
                  </a:lnTo>
                  <a:lnTo>
                    <a:pt x="7870142" y="160183"/>
                  </a:lnTo>
                  <a:lnTo>
                    <a:pt x="7870299" y="160183"/>
                  </a:lnTo>
                  <a:lnTo>
                    <a:pt x="7870615" y="159752"/>
                  </a:lnTo>
                  <a:lnTo>
                    <a:pt x="7870615" y="159322"/>
                  </a:lnTo>
                  <a:lnTo>
                    <a:pt x="7870930" y="159322"/>
                  </a:lnTo>
                  <a:lnTo>
                    <a:pt x="7871403" y="159322"/>
                  </a:lnTo>
                  <a:lnTo>
                    <a:pt x="7871719" y="159322"/>
                  </a:lnTo>
                  <a:lnTo>
                    <a:pt x="7872034" y="159322"/>
                  </a:lnTo>
                  <a:lnTo>
                    <a:pt x="7872981" y="159322"/>
                  </a:lnTo>
                  <a:lnTo>
                    <a:pt x="7873138" y="159322"/>
                  </a:lnTo>
                  <a:lnTo>
                    <a:pt x="7873296" y="159322"/>
                  </a:lnTo>
                  <a:lnTo>
                    <a:pt x="7873611" y="159322"/>
                  </a:lnTo>
                  <a:lnTo>
                    <a:pt x="7873769" y="159322"/>
                  </a:lnTo>
                  <a:lnTo>
                    <a:pt x="7874242" y="159322"/>
                  </a:lnTo>
                  <a:lnTo>
                    <a:pt x="7874400" y="159322"/>
                  </a:lnTo>
                  <a:lnTo>
                    <a:pt x="7875031" y="159322"/>
                  </a:lnTo>
                  <a:lnTo>
                    <a:pt x="7875346" y="158891"/>
                  </a:lnTo>
                  <a:lnTo>
                    <a:pt x="7875504" y="158891"/>
                  </a:lnTo>
                  <a:lnTo>
                    <a:pt x="7875662" y="158891"/>
                  </a:lnTo>
                  <a:lnTo>
                    <a:pt x="7875977" y="158891"/>
                  </a:lnTo>
                  <a:lnTo>
                    <a:pt x="7876608" y="158891"/>
                  </a:lnTo>
                  <a:lnTo>
                    <a:pt x="7876766" y="158891"/>
                  </a:lnTo>
                  <a:lnTo>
                    <a:pt x="7877397" y="157169"/>
                  </a:lnTo>
                  <a:lnTo>
                    <a:pt x="7877712" y="157169"/>
                  </a:lnTo>
                  <a:lnTo>
                    <a:pt x="7878027" y="157169"/>
                  </a:lnTo>
                  <a:lnTo>
                    <a:pt x="7878501" y="157169"/>
                  </a:lnTo>
                  <a:lnTo>
                    <a:pt x="7878816" y="157169"/>
                  </a:lnTo>
                  <a:lnTo>
                    <a:pt x="7879132" y="157169"/>
                  </a:lnTo>
                  <a:lnTo>
                    <a:pt x="7880393" y="156738"/>
                  </a:lnTo>
                  <a:lnTo>
                    <a:pt x="7880551" y="156738"/>
                  </a:lnTo>
                  <a:lnTo>
                    <a:pt x="7880709" y="156738"/>
                  </a:lnTo>
                  <a:lnTo>
                    <a:pt x="7880866" y="156738"/>
                  </a:lnTo>
                  <a:lnTo>
                    <a:pt x="7881340" y="156738"/>
                  </a:lnTo>
                  <a:lnTo>
                    <a:pt x="7881813" y="156738"/>
                  </a:lnTo>
                  <a:lnTo>
                    <a:pt x="7882128" y="156738"/>
                  </a:lnTo>
                  <a:lnTo>
                    <a:pt x="7882286" y="156738"/>
                  </a:lnTo>
                  <a:lnTo>
                    <a:pt x="7882444" y="156738"/>
                  </a:lnTo>
                  <a:lnTo>
                    <a:pt x="7882601" y="156307"/>
                  </a:lnTo>
                  <a:lnTo>
                    <a:pt x="7882759" y="156307"/>
                  </a:lnTo>
                  <a:lnTo>
                    <a:pt x="7882917" y="156307"/>
                  </a:lnTo>
                  <a:lnTo>
                    <a:pt x="7883074" y="156307"/>
                  </a:lnTo>
                  <a:lnTo>
                    <a:pt x="7883232" y="156307"/>
                  </a:lnTo>
                  <a:lnTo>
                    <a:pt x="7883390" y="155877"/>
                  </a:lnTo>
                  <a:lnTo>
                    <a:pt x="7883548" y="155446"/>
                  </a:lnTo>
                  <a:lnTo>
                    <a:pt x="7883863" y="155446"/>
                  </a:lnTo>
                  <a:lnTo>
                    <a:pt x="7884021" y="155016"/>
                  </a:lnTo>
                  <a:lnTo>
                    <a:pt x="7885440" y="154585"/>
                  </a:lnTo>
                  <a:lnTo>
                    <a:pt x="7885598" y="154585"/>
                  </a:lnTo>
                  <a:lnTo>
                    <a:pt x="7886071" y="154154"/>
                  </a:lnTo>
                  <a:lnTo>
                    <a:pt x="7886702" y="154154"/>
                  </a:lnTo>
                  <a:lnTo>
                    <a:pt x="7886860" y="154154"/>
                  </a:lnTo>
                  <a:lnTo>
                    <a:pt x="7887333" y="154154"/>
                  </a:lnTo>
                  <a:lnTo>
                    <a:pt x="7887964" y="154154"/>
                  </a:lnTo>
                  <a:lnTo>
                    <a:pt x="7888437" y="154154"/>
                  </a:lnTo>
                  <a:lnTo>
                    <a:pt x="7888595" y="154154"/>
                  </a:lnTo>
                  <a:lnTo>
                    <a:pt x="7888752" y="154154"/>
                  </a:lnTo>
                  <a:lnTo>
                    <a:pt x="7889225" y="154154"/>
                  </a:lnTo>
                  <a:lnTo>
                    <a:pt x="7889383" y="154154"/>
                  </a:lnTo>
                  <a:lnTo>
                    <a:pt x="7889541" y="154154"/>
                  </a:lnTo>
                  <a:lnTo>
                    <a:pt x="7889699" y="154154"/>
                  </a:lnTo>
                  <a:lnTo>
                    <a:pt x="7889856" y="154154"/>
                  </a:lnTo>
                  <a:lnTo>
                    <a:pt x="7890014" y="154154"/>
                  </a:lnTo>
                  <a:lnTo>
                    <a:pt x="7890172" y="154154"/>
                  </a:lnTo>
                  <a:lnTo>
                    <a:pt x="7890330" y="154154"/>
                  </a:lnTo>
                  <a:lnTo>
                    <a:pt x="7890330" y="153724"/>
                  </a:lnTo>
                  <a:lnTo>
                    <a:pt x="7890803" y="153724"/>
                  </a:lnTo>
                  <a:lnTo>
                    <a:pt x="7890960" y="153724"/>
                  </a:lnTo>
                  <a:lnTo>
                    <a:pt x="7891118" y="153724"/>
                  </a:lnTo>
                  <a:lnTo>
                    <a:pt x="7891591" y="153293"/>
                  </a:lnTo>
                  <a:lnTo>
                    <a:pt x="7892064" y="153293"/>
                  </a:lnTo>
                  <a:lnTo>
                    <a:pt x="7892222" y="153293"/>
                  </a:lnTo>
                  <a:lnTo>
                    <a:pt x="7892695" y="152863"/>
                  </a:lnTo>
                  <a:lnTo>
                    <a:pt x="7893168" y="152863"/>
                  </a:lnTo>
                  <a:lnTo>
                    <a:pt x="7893799" y="152432"/>
                  </a:lnTo>
                  <a:lnTo>
                    <a:pt x="7894115" y="152432"/>
                  </a:lnTo>
                  <a:lnTo>
                    <a:pt x="7894430" y="152432"/>
                  </a:lnTo>
                  <a:lnTo>
                    <a:pt x="7894588" y="152432"/>
                  </a:lnTo>
                  <a:lnTo>
                    <a:pt x="7895219" y="152432"/>
                  </a:lnTo>
                  <a:lnTo>
                    <a:pt x="7895377" y="152432"/>
                  </a:lnTo>
                  <a:lnTo>
                    <a:pt x="7895692" y="152432"/>
                  </a:lnTo>
                  <a:lnTo>
                    <a:pt x="7896638" y="152001"/>
                  </a:lnTo>
                  <a:lnTo>
                    <a:pt x="7896796" y="152001"/>
                  </a:lnTo>
                  <a:lnTo>
                    <a:pt x="7897269" y="152001"/>
                  </a:lnTo>
                  <a:lnTo>
                    <a:pt x="7897742" y="152001"/>
                  </a:lnTo>
                  <a:lnTo>
                    <a:pt x="7898531" y="152001"/>
                  </a:lnTo>
                  <a:lnTo>
                    <a:pt x="7898846" y="152001"/>
                  </a:lnTo>
                  <a:lnTo>
                    <a:pt x="7899793" y="151571"/>
                  </a:lnTo>
                  <a:lnTo>
                    <a:pt x="7900266" y="151571"/>
                  </a:lnTo>
                  <a:lnTo>
                    <a:pt x="7900581" y="151571"/>
                  </a:lnTo>
                  <a:lnTo>
                    <a:pt x="7900739" y="151571"/>
                  </a:lnTo>
                  <a:lnTo>
                    <a:pt x="7900897" y="151571"/>
                  </a:lnTo>
                  <a:lnTo>
                    <a:pt x="7901528" y="151571"/>
                  </a:lnTo>
                  <a:lnTo>
                    <a:pt x="7901528" y="151140"/>
                  </a:lnTo>
                  <a:lnTo>
                    <a:pt x="7901528" y="150710"/>
                  </a:lnTo>
                  <a:lnTo>
                    <a:pt x="7901685" y="150710"/>
                  </a:lnTo>
                  <a:lnTo>
                    <a:pt x="7901843" y="150710"/>
                  </a:lnTo>
                  <a:lnTo>
                    <a:pt x="7901843" y="150279"/>
                  </a:lnTo>
                  <a:lnTo>
                    <a:pt x="7902001" y="150279"/>
                  </a:lnTo>
                  <a:lnTo>
                    <a:pt x="7902158" y="150279"/>
                  </a:lnTo>
                  <a:lnTo>
                    <a:pt x="7902316" y="150279"/>
                  </a:lnTo>
                  <a:lnTo>
                    <a:pt x="7902474" y="150279"/>
                  </a:lnTo>
                  <a:lnTo>
                    <a:pt x="7902632" y="149848"/>
                  </a:lnTo>
                  <a:lnTo>
                    <a:pt x="7902789" y="149848"/>
                  </a:lnTo>
                  <a:lnTo>
                    <a:pt x="7902947" y="149848"/>
                  </a:lnTo>
                  <a:lnTo>
                    <a:pt x="7903105" y="149848"/>
                  </a:lnTo>
                  <a:lnTo>
                    <a:pt x="7903105" y="149418"/>
                  </a:lnTo>
                  <a:lnTo>
                    <a:pt x="7903578" y="148987"/>
                  </a:lnTo>
                  <a:lnTo>
                    <a:pt x="7903736" y="148987"/>
                  </a:lnTo>
                  <a:lnTo>
                    <a:pt x="7904051" y="148987"/>
                  </a:lnTo>
                  <a:lnTo>
                    <a:pt x="7904209" y="148987"/>
                  </a:lnTo>
                  <a:lnTo>
                    <a:pt x="7904366" y="148987"/>
                  </a:lnTo>
                  <a:lnTo>
                    <a:pt x="7904524" y="148987"/>
                  </a:lnTo>
                  <a:lnTo>
                    <a:pt x="7908625" y="146404"/>
                  </a:lnTo>
                  <a:lnTo>
                    <a:pt x="7908783" y="146404"/>
                  </a:lnTo>
                  <a:lnTo>
                    <a:pt x="7909098" y="146404"/>
                  </a:lnTo>
                  <a:lnTo>
                    <a:pt x="7909256" y="146404"/>
                  </a:lnTo>
                  <a:lnTo>
                    <a:pt x="7909413" y="146404"/>
                  </a:lnTo>
                  <a:lnTo>
                    <a:pt x="7909571" y="146404"/>
                  </a:lnTo>
                  <a:lnTo>
                    <a:pt x="7909571" y="145973"/>
                  </a:lnTo>
                  <a:lnTo>
                    <a:pt x="7909729" y="145542"/>
                  </a:lnTo>
                  <a:lnTo>
                    <a:pt x="7910360" y="145542"/>
                  </a:lnTo>
                  <a:lnTo>
                    <a:pt x="7910991" y="145112"/>
                  </a:lnTo>
                  <a:lnTo>
                    <a:pt x="7911148" y="145112"/>
                  </a:lnTo>
                  <a:lnTo>
                    <a:pt x="7911464" y="145112"/>
                  </a:lnTo>
                  <a:lnTo>
                    <a:pt x="7911779" y="144681"/>
                  </a:lnTo>
                  <a:lnTo>
                    <a:pt x="7911937" y="144681"/>
                  </a:lnTo>
                  <a:lnTo>
                    <a:pt x="7912095" y="144681"/>
                  </a:lnTo>
                  <a:lnTo>
                    <a:pt x="7912252" y="144681"/>
                  </a:lnTo>
                  <a:lnTo>
                    <a:pt x="7912410" y="144681"/>
                  </a:lnTo>
                  <a:lnTo>
                    <a:pt x="7912568" y="144681"/>
                  </a:lnTo>
                  <a:lnTo>
                    <a:pt x="7912883" y="144681"/>
                  </a:lnTo>
                  <a:lnTo>
                    <a:pt x="7913199" y="144251"/>
                  </a:lnTo>
                  <a:lnTo>
                    <a:pt x="7913830" y="144251"/>
                  </a:lnTo>
                  <a:lnTo>
                    <a:pt x="7913987" y="144251"/>
                  </a:lnTo>
                  <a:lnTo>
                    <a:pt x="7914303" y="143820"/>
                  </a:lnTo>
                  <a:lnTo>
                    <a:pt x="7914460" y="143820"/>
                  </a:lnTo>
                  <a:lnTo>
                    <a:pt x="7914618" y="143820"/>
                  </a:lnTo>
                  <a:lnTo>
                    <a:pt x="7914776" y="143820"/>
                  </a:lnTo>
                  <a:lnTo>
                    <a:pt x="7914776" y="143389"/>
                  </a:lnTo>
                  <a:lnTo>
                    <a:pt x="7914934" y="143389"/>
                  </a:lnTo>
                  <a:lnTo>
                    <a:pt x="7915091" y="143389"/>
                  </a:lnTo>
                  <a:lnTo>
                    <a:pt x="7915407" y="143389"/>
                  </a:lnTo>
                  <a:lnTo>
                    <a:pt x="7915880" y="142959"/>
                  </a:lnTo>
                  <a:lnTo>
                    <a:pt x="7916038" y="142959"/>
                  </a:lnTo>
                  <a:lnTo>
                    <a:pt x="7916826" y="142959"/>
                  </a:lnTo>
                  <a:lnTo>
                    <a:pt x="7916826" y="142528"/>
                  </a:lnTo>
                  <a:lnTo>
                    <a:pt x="7917457" y="142528"/>
                  </a:lnTo>
                  <a:lnTo>
                    <a:pt x="7917615" y="142528"/>
                  </a:lnTo>
                  <a:lnTo>
                    <a:pt x="7918088" y="142528"/>
                  </a:lnTo>
                  <a:lnTo>
                    <a:pt x="7918403" y="142098"/>
                  </a:lnTo>
                  <a:lnTo>
                    <a:pt x="7918561" y="142098"/>
                  </a:lnTo>
                  <a:lnTo>
                    <a:pt x="7918561" y="141667"/>
                  </a:lnTo>
                  <a:lnTo>
                    <a:pt x="7918877" y="141667"/>
                  </a:lnTo>
                  <a:lnTo>
                    <a:pt x="7919034" y="141667"/>
                  </a:lnTo>
                  <a:lnTo>
                    <a:pt x="7919192" y="141667"/>
                  </a:lnTo>
                  <a:lnTo>
                    <a:pt x="7919350" y="141667"/>
                  </a:lnTo>
                  <a:lnTo>
                    <a:pt x="7919507" y="141667"/>
                  </a:lnTo>
                  <a:lnTo>
                    <a:pt x="7919665" y="141667"/>
                  </a:lnTo>
                  <a:lnTo>
                    <a:pt x="7920138" y="141667"/>
                  </a:lnTo>
                  <a:lnTo>
                    <a:pt x="7920296" y="141667"/>
                  </a:lnTo>
                  <a:lnTo>
                    <a:pt x="7920454" y="141667"/>
                  </a:lnTo>
                  <a:lnTo>
                    <a:pt x="7920769" y="141667"/>
                  </a:lnTo>
                  <a:lnTo>
                    <a:pt x="7920927" y="141667"/>
                  </a:lnTo>
                  <a:lnTo>
                    <a:pt x="7921085" y="141667"/>
                  </a:lnTo>
                  <a:lnTo>
                    <a:pt x="7921558" y="141667"/>
                  </a:lnTo>
                  <a:lnTo>
                    <a:pt x="7921715" y="141667"/>
                  </a:lnTo>
                  <a:lnTo>
                    <a:pt x="7922346" y="141236"/>
                  </a:lnTo>
                  <a:lnTo>
                    <a:pt x="7922504" y="141236"/>
                  </a:lnTo>
                  <a:lnTo>
                    <a:pt x="7922662" y="141236"/>
                  </a:lnTo>
                  <a:lnTo>
                    <a:pt x="7922977" y="141236"/>
                  </a:lnTo>
                  <a:lnTo>
                    <a:pt x="7923135" y="141236"/>
                  </a:lnTo>
                  <a:lnTo>
                    <a:pt x="7923293" y="141236"/>
                  </a:lnTo>
                  <a:lnTo>
                    <a:pt x="7923450" y="141236"/>
                  </a:lnTo>
                  <a:lnTo>
                    <a:pt x="7923766" y="141236"/>
                  </a:lnTo>
                  <a:lnTo>
                    <a:pt x="7924239" y="141236"/>
                  </a:lnTo>
                  <a:lnTo>
                    <a:pt x="7924397" y="141236"/>
                  </a:lnTo>
                  <a:lnTo>
                    <a:pt x="7924712" y="141236"/>
                  </a:lnTo>
                  <a:lnTo>
                    <a:pt x="7924870" y="141236"/>
                  </a:lnTo>
                  <a:lnTo>
                    <a:pt x="7925816" y="141236"/>
                  </a:lnTo>
                  <a:lnTo>
                    <a:pt x="7926132" y="141236"/>
                  </a:lnTo>
                  <a:lnTo>
                    <a:pt x="7926605" y="141236"/>
                  </a:lnTo>
                  <a:lnTo>
                    <a:pt x="7926762" y="141236"/>
                  </a:lnTo>
                  <a:lnTo>
                    <a:pt x="7927551" y="141236"/>
                  </a:lnTo>
                  <a:lnTo>
                    <a:pt x="7927866" y="141236"/>
                  </a:lnTo>
                  <a:lnTo>
                    <a:pt x="7928182" y="141236"/>
                  </a:lnTo>
                  <a:lnTo>
                    <a:pt x="7928340" y="141236"/>
                  </a:lnTo>
                  <a:lnTo>
                    <a:pt x="7928655" y="141236"/>
                  </a:lnTo>
                  <a:lnTo>
                    <a:pt x="7928813" y="141236"/>
                  </a:lnTo>
                  <a:lnTo>
                    <a:pt x="7928971" y="141236"/>
                  </a:lnTo>
                  <a:lnTo>
                    <a:pt x="7929286" y="140375"/>
                  </a:lnTo>
                  <a:lnTo>
                    <a:pt x="7929444" y="140375"/>
                  </a:lnTo>
                  <a:lnTo>
                    <a:pt x="7929601" y="140375"/>
                  </a:lnTo>
                  <a:lnTo>
                    <a:pt x="7929917" y="140375"/>
                  </a:lnTo>
                  <a:lnTo>
                    <a:pt x="7930232" y="139945"/>
                  </a:lnTo>
                  <a:lnTo>
                    <a:pt x="7930390" y="139945"/>
                  </a:lnTo>
                  <a:lnTo>
                    <a:pt x="7930548" y="139945"/>
                  </a:lnTo>
                  <a:lnTo>
                    <a:pt x="7931021" y="139945"/>
                  </a:lnTo>
                  <a:lnTo>
                    <a:pt x="7931179" y="139945"/>
                  </a:lnTo>
                  <a:lnTo>
                    <a:pt x="7931652" y="139514"/>
                  </a:lnTo>
                  <a:lnTo>
                    <a:pt x="7931809" y="139514"/>
                  </a:lnTo>
                  <a:lnTo>
                    <a:pt x="7931967" y="139514"/>
                  </a:lnTo>
                  <a:lnTo>
                    <a:pt x="7932125" y="139083"/>
                  </a:lnTo>
                  <a:lnTo>
                    <a:pt x="7932283" y="138653"/>
                  </a:lnTo>
                  <a:lnTo>
                    <a:pt x="7932440" y="138222"/>
                  </a:lnTo>
                  <a:lnTo>
                    <a:pt x="7932756" y="137792"/>
                  </a:lnTo>
                  <a:lnTo>
                    <a:pt x="7932913" y="137792"/>
                  </a:lnTo>
                  <a:lnTo>
                    <a:pt x="7933071" y="137792"/>
                  </a:lnTo>
                  <a:lnTo>
                    <a:pt x="7933229" y="137792"/>
                  </a:lnTo>
                  <a:lnTo>
                    <a:pt x="7933544" y="136930"/>
                  </a:lnTo>
                  <a:lnTo>
                    <a:pt x="7933860" y="136930"/>
                  </a:lnTo>
                  <a:lnTo>
                    <a:pt x="7934175" y="136930"/>
                  </a:lnTo>
                  <a:lnTo>
                    <a:pt x="7934175" y="136500"/>
                  </a:lnTo>
                  <a:lnTo>
                    <a:pt x="7934491" y="136500"/>
                  </a:lnTo>
                  <a:lnTo>
                    <a:pt x="7934806" y="136500"/>
                  </a:lnTo>
                  <a:lnTo>
                    <a:pt x="7935595" y="136500"/>
                  </a:lnTo>
                  <a:lnTo>
                    <a:pt x="7935910" y="136500"/>
                  </a:lnTo>
                  <a:lnTo>
                    <a:pt x="7936068" y="136500"/>
                  </a:lnTo>
                  <a:lnTo>
                    <a:pt x="7936226" y="136069"/>
                  </a:lnTo>
                  <a:lnTo>
                    <a:pt x="7936383" y="136069"/>
                  </a:lnTo>
                  <a:lnTo>
                    <a:pt x="7937172" y="136069"/>
                  </a:lnTo>
                  <a:lnTo>
                    <a:pt x="7937330" y="136069"/>
                  </a:lnTo>
                  <a:lnTo>
                    <a:pt x="7937803" y="136069"/>
                  </a:lnTo>
                  <a:lnTo>
                    <a:pt x="7938591" y="135639"/>
                  </a:lnTo>
                  <a:lnTo>
                    <a:pt x="7938907" y="135639"/>
                  </a:lnTo>
                  <a:lnTo>
                    <a:pt x="7939064" y="135639"/>
                  </a:lnTo>
                  <a:lnTo>
                    <a:pt x="7939222" y="135639"/>
                  </a:lnTo>
                  <a:lnTo>
                    <a:pt x="7939380" y="135639"/>
                  </a:lnTo>
                  <a:lnTo>
                    <a:pt x="7939538" y="135639"/>
                  </a:lnTo>
                  <a:lnTo>
                    <a:pt x="7940326" y="135639"/>
                  </a:lnTo>
                  <a:lnTo>
                    <a:pt x="7940642" y="135639"/>
                  </a:lnTo>
                  <a:lnTo>
                    <a:pt x="7940957" y="135639"/>
                  </a:lnTo>
                  <a:lnTo>
                    <a:pt x="7941273" y="135639"/>
                  </a:lnTo>
                  <a:lnTo>
                    <a:pt x="7941430" y="135639"/>
                  </a:lnTo>
                  <a:lnTo>
                    <a:pt x="7941588" y="135639"/>
                  </a:lnTo>
                  <a:lnTo>
                    <a:pt x="7942219" y="135639"/>
                  </a:lnTo>
                  <a:lnTo>
                    <a:pt x="7942377" y="135639"/>
                  </a:lnTo>
                  <a:lnTo>
                    <a:pt x="7943007" y="135639"/>
                  </a:lnTo>
                  <a:lnTo>
                    <a:pt x="7943007" y="135208"/>
                  </a:lnTo>
                  <a:lnTo>
                    <a:pt x="7943165" y="135208"/>
                  </a:lnTo>
                  <a:lnTo>
                    <a:pt x="7943796" y="135208"/>
                  </a:lnTo>
                  <a:lnTo>
                    <a:pt x="7943954" y="135208"/>
                  </a:lnTo>
                  <a:lnTo>
                    <a:pt x="7944269" y="135208"/>
                  </a:lnTo>
                  <a:lnTo>
                    <a:pt x="7944742" y="135208"/>
                  </a:lnTo>
                  <a:lnTo>
                    <a:pt x="7945373" y="134347"/>
                  </a:lnTo>
                  <a:lnTo>
                    <a:pt x="7945531" y="134347"/>
                  </a:lnTo>
                  <a:lnTo>
                    <a:pt x="7945689" y="134347"/>
                  </a:lnTo>
                  <a:lnTo>
                    <a:pt x="7945846" y="134347"/>
                  </a:lnTo>
                  <a:lnTo>
                    <a:pt x="7946004" y="134347"/>
                  </a:lnTo>
                  <a:lnTo>
                    <a:pt x="7946162" y="134347"/>
                  </a:lnTo>
                  <a:lnTo>
                    <a:pt x="7946635" y="134347"/>
                  </a:lnTo>
                  <a:lnTo>
                    <a:pt x="7946793" y="134347"/>
                  </a:lnTo>
                  <a:lnTo>
                    <a:pt x="7947108" y="134347"/>
                  </a:lnTo>
                  <a:lnTo>
                    <a:pt x="7947424" y="134347"/>
                  </a:lnTo>
                  <a:lnTo>
                    <a:pt x="7948054" y="134347"/>
                  </a:lnTo>
                  <a:lnTo>
                    <a:pt x="7948370" y="134347"/>
                  </a:lnTo>
                  <a:lnTo>
                    <a:pt x="7948528" y="134347"/>
                  </a:lnTo>
                  <a:lnTo>
                    <a:pt x="7948843" y="134347"/>
                  </a:lnTo>
                  <a:lnTo>
                    <a:pt x="7949001" y="134347"/>
                  </a:lnTo>
                  <a:lnTo>
                    <a:pt x="7949158" y="134347"/>
                  </a:lnTo>
                  <a:lnTo>
                    <a:pt x="7949632" y="134347"/>
                  </a:lnTo>
                  <a:lnTo>
                    <a:pt x="7949789" y="134347"/>
                  </a:lnTo>
                  <a:lnTo>
                    <a:pt x="7950105" y="134347"/>
                  </a:lnTo>
                  <a:lnTo>
                    <a:pt x="7950105" y="133916"/>
                  </a:lnTo>
                  <a:lnTo>
                    <a:pt x="7950578" y="133916"/>
                  </a:lnTo>
                  <a:lnTo>
                    <a:pt x="7951682" y="133916"/>
                  </a:lnTo>
                  <a:lnTo>
                    <a:pt x="7952155" y="133916"/>
                  </a:lnTo>
                  <a:lnTo>
                    <a:pt x="7952155" y="133486"/>
                  </a:lnTo>
                  <a:lnTo>
                    <a:pt x="7952313" y="133486"/>
                  </a:lnTo>
                  <a:lnTo>
                    <a:pt x="7952471" y="133486"/>
                  </a:lnTo>
                  <a:lnTo>
                    <a:pt x="7952628" y="133486"/>
                  </a:lnTo>
                  <a:lnTo>
                    <a:pt x="7952786" y="133486"/>
                  </a:lnTo>
                  <a:lnTo>
                    <a:pt x="7953417" y="133486"/>
                  </a:lnTo>
                  <a:lnTo>
                    <a:pt x="7953575" y="133486"/>
                  </a:lnTo>
                  <a:lnTo>
                    <a:pt x="7953732" y="133486"/>
                  </a:lnTo>
                  <a:lnTo>
                    <a:pt x="7953732" y="133055"/>
                  </a:lnTo>
                  <a:lnTo>
                    <a:pt x="7953890" y="133055"/>
                  </a:lnTo>
                  <a:lnTo>
                    <a:pt x="7954048" y="133055"/>
                  </a:lnTo>
                  <a:lnTo>
                    <a:pt x="7954363" y="133055"/>
                  </a:lnTo>
                  <a:lnTo>
                    <a:pt x="7954521" y="133055"/>
                  </a:lnTo>
                  <a:lnTo>
                    <a:pt x="7954679" y="133055"/>
                  </a:lnTo>
                  <a:lnTo>
                    <a:pt x="7954679" y="132624"/>
                  </a:lnTo>
                  <a:lnTo>
                    <a:pt x="7955152" y="132624"/>
                  </a:lnTo>
                  <a:lnTo>
                    <a:pt x="7955940" y="132624"/>
                  </a:lnTo>
                  <a:lnTo>
                    <a:pt x="7956098" y="132624"/>
                  </a:lnTo>
                  <a:lnTo>
                    <a:pt x="7956413" y="132624"/>
                  </a:lnTo>
                  <a:lnTo>
                    <a:pt x="7956571" y="132624"/>
                  </a:lnTo>
                  <a:lnTo>
                    <a:pt x="7957202" y="131763"/>
                  </a:lnTo>
                  <a:lnTo>
                    <a:pt x="7957360" y="131763"/>
                  </a:lnTo>
                  <a:lnTo>
                    <a:pt x="7957518" y="131763"/>
                  </a:lnTo>
                  <a:lnTo>
                    <a:pt x="7957518" y="131333"/>
                  </a:lnTo>
                  <a:lnTo>
                    <a:pt x="7957991" y="131333"/>
                  </a:lnTo>
                  <a:lnTo>
                    <a:pt x="7958306" y="131333"/>
                  </a:lnTo>
                  <a:lnTo>
                    <a:pt x="7958306" y="130902"/>
                  </a:lnTo>
                  <a:lnTo>
                    <a:pt x="7958464" y="130902"/>
                  </a:lnTo>
                  <a:lnTo>
                    <a:pt x="7958622" y="130902"/>
                  </a:lnTo>
                  <a:lnTo>
                    <a:pt x="7958937" y="130902"/>
                  </a:lnTo>
                  <a:lnTo>
                    <a:pt x="7958937" y="130471"/>
                  </a:lnTo>
                  <a:lnTo>
                    <a:pt x="7959252" y="130471"/>
                  </a:lnTo>
                  <a:lnTo>
                    <a:pt x="7959568" y="130471"/>
                  </a:lnTo>
                  <a:lnTo>
                    <a:pt x="7959726" y="130471"/>
                  </a:lnTo>
                  <a:lnTo>
                    <a:pt x="7960041" y="130471"/>
                  </a:lnTo>
                  <a:lnTo>
                    <a:pt x="7960830" y="129610"/>
                  </a:lnTo>
                  <a:lnTo>
                    <a:pt x="7960987" y="129610"/>
                  </a:lnTo>
                  <a:lnTo>
                    <a:pt x="7961145" y="129610"/>
                  </a:lnTo>
                  <a:lnTo>
                    <a:pt x="7961303" y="129610"/>
                  </a:lnTo>
                  <a:lnTo>
                    <a:pt x="7961460" y="129610"/>
                  </a:lnTo>
                  <a:lnTo>
                    <a:pt x="7961776" y="129610"/>
                  </a:lnTo>
                  <a:lnTo>
                    <a:pt x="7961934" y="129610"/>
                  </a:lnTo>
                  <a:lnTo>
                    <a:pt x="7962249" y="128749"/>
                  </a:lnTo>
                  <a:lnTo>
                    <a:pt x="7962564" y="128749"/>
                  </a:lnTo>
                  <a:lnTo>
                    <a:pt x="7962722" y="128749"/>
                  </a:lnTo>
                  <a:lnTo>
                    <a:pt x="7962880" y="128749"/>
                  </a:lnTo>
                  <a:lnTo>
                    <a:pt x="7963038" y="128749"/>
                  </a:lnTo>
                  <a:lnTo>
                    <a:pt x="7963195" y="128749"/>
                  </a:lnTo>
                  <a:lnTo>
                    <a:pt x="7963353" y="128749"/>
                  </a:lnTo>
                  <a:lnTo>
                    <a:pt x="7963511" y="128749"/>
                  </a:lnTo>
                  <a:lnTo>
                    <a:pt x="7964457" y="127888"/>
                  </a:lnTo>
                  <a:lnTo>
                    <a:pt x="7964615" y="127888"/>
                  </a:lnTo>
                  <a:lnTo>
                    <a:pt x="7965088" y="127888"/>
                  </a:lnTo>
                  <a:lnTo>
                    <a:pt x="7965403" y="127888"/>
                  </a:lnTo>
                  <a:lnTo>
                    <a:pt x="7965403" y="127457"/>
                  </a:lnTo>
                  <a:lnTo>
                    <a:pt x="7965877" y="127457"/>
                  </a:lnTo>
                  <a:lnTo>
                    <a:pt x="7966034" y="127457"/>
                  </a:lnTo>
                  <a:lnTo>
                    <a:pt x="7966192" y="127457"/>
                  </a:lnTo>
                  <a:lnTo>
                    <a:pt x="7966192" y="127027"/>
                  </a:lnTo>
                  <a:lnTo>
                    <a:pt x="7966350" y="127027"/>
                  </a:lnTo>
                  <a:lnTo>
                    <a:pt x="7967454" y="127027"/>
                  </a:lnTo>
                  <a:lnTo>
                    <a:pt x="7967927" y="127027"/>
                  </a:lnTo>
                  <a:lnTo>
                    <a:pt x="7968400" y="127027"/>
                  </a:lnTo>
                  <a:lnTo>
                    <a:pt x="7968558" y="127027"/>
                  </a:lnTo>
                  <a:lnTo>
                    <a:pt x="7968716" y="126596"/>
                  </a:lnTo>
                  <a:lnTo>
                    <a:pt x="7968873" y="126596"/>
                  </a:lnTo>
                  <a:lnTo>
                    <a:pt x="7969031" y="126596"/>
                  </a:lnTo>
                  <a:lnTo>
                    <a:pt x="7969189" y="126596"/>
                  </a:lnTo>
                  <a:lnTo>
                    <a:pt x="7969346" y="126165"/>
                  </a:lnTo>
                  <a:lnTo>
                    <a:pt x="7969504" y="125735"/>
                  </a:lnTo>
                  <a:lnTo>
                    <a:pt x="7969820" y="125735"/>
                  </a:lnTo>
                  <a:lnTo>
                    <a:pt x="7969977" y="125735"/>
                  </a:lnTo>
                  <a:lnTo>
                    <a:pt x="7970766" y="125735"/>
                  </a:lnTo>
                  <a:lnTo>
                    <a:pt x="7971081" y="125735"/>
                  </a:lnTo>
                  <a:lnTo>
                    <a:pt x="7971239" y="125735"/>
                  </a:lnTo>
                  <a:lnTo>
                    <a:pt x="7972185" y="125735"/>
                  </a:lnTo>
                  <a:lnTo>
                    <a:pt x="7972343" y="125735"/>
                  </a:lnTo>
                  <a:lnTo>
                    <a:pt x="7972501" y="125735"/>
                  </a:lnTo>
                  <a:lnTo>
                    <a:pt x="7972658" y="125735"/>
                  </a:lnTo>
                  <a:lnTo>
                    <a:pt x="7972974" y="125735"/>
                  </a:lnTo>
                  <a:lnTo>
                    <a:pt x="7973447" y="125735"/>
                  </a:lnTo>
                  <a:lnTo>
                    <a:pt x="7973762" y="125735"/>
                  </a:lnTo>
                  <a:lnTo>
                    <a:pt x="7974078" y="125735"/>
                  </a:lnTo>
                  <a:lnTo>
                    <a:pt x="7974393" y="125735"/>
                  </a:lnTo>
                  <a:lnTo>
                    <a:pt x="7974551" y="125735"/>
                  </a:lnTo>
                  <a:lnTo>
                    <a:pt x="7974709" y="125735"/>
                  </a:lnTo>
                  <a:lnTo>
                    <a:pt x="7974867" y="125735"/>
                  </a:lnTo>
                  <a:lnTo>
                    <a:pt x="7975813" y="125735"/>
                  </a:lnTo>
                  <a:lnTo>
                    <a:pt x="7975971" y="125735"/>
                  </a:lnTo>
                  <a:lnTo>
                    <a:pt x="7976444" y="125735"/>
                  </a:lnTo>
                  <a:lnTo>
                    <a:pt x="7976601" y="125735"/>
                  </a:lnTo>
                  <a:lnTo>
                    <a:pt x="7976917" y="125735"/>
                  </a:lnTo>
                  <a:lnTo>
                    <a:pt x="7977075" y="125735"/>
                  </a:lnTo>
                  <a:lnTo>
                    <a:pt x="7977390" y="125735"/>
                  </a:lnTo>
                  <a:lnTo>
                    <a:pt x="7977548" y="125735"/>
                  </a:lnTo>
                  <a:lnTo>
                    <a:pt x="7977863" y="125735"/>
                  </a:lnTo>
                  <a:lnTo>
                    <a:pt x="7977863" y="125304"/>
                  </a:lnTo>
                  <a:lnTo>
                    <a:pt x="7978179" y="125304"/>
                  </a:lnTo>
                  <a:lnTo>
                    <a:pt x="7978494" y="125304"/>
                  </a:lnTo>
                  <a:lnTo>
                    <a:pt x="7978652" y="124874"/>
                  </a:lnTo>
                  <a:lnTo>
                    <a:pt x="7978809" y="124874"/>
                  </a:lnTo>
                  <a:lnTo>
                    <a:pt x="7979283" y="124874"/>
                  </a:lnTo>
                  <a:lnTo>
                    <a:pt x="7979440" y="124874"/>
                  </a:lnTo>
                  <a:lnTo>
                    <a:pt x="7979440" y="124443"/>
                  </a:lnTo>
                  <a:lnTo>
                    <a:pt x="7979756" y="124443"/>
                  </a:lnTo>
                  <a:lnTo>
                    <a:pt x="7980071" y="124443"/>
                  </a:lnTo>
                  <a:lnTo>
                    <a:pt x="7981018" y="124443"/>
                  </a:lnTo>
                  <a:lnTo>
                    <a:pt x="7981018" y="124012"/>
                  </a:lnTo>
                  <a:lnTo>
                    <a:pt x="7981018" y="123582"/>
                  </a:lnTo>
                  <a:lnTo>
                    <a:pt x="7981333" y="123582"/>
                  </a:lnTo>
                  <a:lnTo>
                    <a:pt x="7981491" y="123582"/>
                  </a:lnTo>
                  <a:lnTo>
                    <a:pt x="7981648" y="123582"/>
                  </a:lnTo>
                  <a:lnTo>
                    <a:pt x="7981806" y="123582"/>
                  </a:lnTo>
                  <a:lnTo>
                    <a:pt x="7981964" y="123582"/>
                  </a:lnTo>
                  <a:lnTo>
                    <a:pt x="7982122" y="123582"/>
                  </a:lnTo>
                  <a:lnTo>
                    <a:pt x="7982279" y="123582"/>
                  </a:lnTo>
                  <a:lnTo>
                    <a:pt x="7982437" y="123582"/>
                  </a:lnTo>
                  <a:lnTo>
                    <a:pt x="7982595" y="123582"/>
                  </a:lnTo>
                  <a:lnTo>
                    <a:pt x="7982752" y="123582"/>
                  </a:lnTo>
                  <a:lnTo>
                    <a:pt x="7982910" y="123151"/>
                  </a:lnTo>
                  <a:lnTo>
                    <a:pt x="7983226" y="123151"/>
                  </a:lnTo>
                  <a:lnTo>
                    <a:pt x="7984014" y="122721"/>
                  </a:lnTo>
                  <a:lnTo>
                    <a:pt x="7984172" y="122721"/>
                  </a:lnTo>
                  <a:lnTo>
                    <a:pt x="7984330" y="122721"/>
                  </a:lnTo>
                  <a:lnTo>
                    <a:pt x="7984803" y="122290"/>
                  </a:lnTo>
                  <a:lnTo>
                    <a:pt x="7984960" y="121859"/>
                  </a:lnTo>
                  <a:lnTo>
                    <a:pt x="7985591" y="121429"/>
                  </a:lnTo>
                  <a:lnTo>
                    <a:pt x="7985749" y="120998"/>
                  </a:lnTo>
                  <a:lnTo>
                    <a:pt x="7986380" y="120998"/>
                  </a:lnTo>
                  <a:lnTo>
                    <a:pt x="7986853" y="120568"/>
                  </a:lnTo>
                  <a:lnTo>
                    <a:pt x="7987011" y="120568"/>
                  </a:lnTo>
                  <a:lnTo>
                    <a:pt x="7987011" y="120137"/>
                  </a:lnTo>
                  <a:lnTo>
                    <a:pt x="7987169" y="120137"/>
                  </a:lnTo>
                  <a:lnTo>
                    <a:pt x="7987326" y="120137"/>
                  </a:lnTo>
                  <a:lnTo>
                    <a:pt x="7987484" y="120137"/>
                  </a:lnTo>
                  <a:lnTo>
                    <a:pt x="7987642" y="120137"/>
                  </a:lnTo>
                  <a:lnTo>
                    <a:pt x="7987799" y="120137"/>
                  </a:lnTo>
                  <a:lnTo>
                    <a:pt x="7987957" y="120137"/>
                  </a:lnTo>
                  <a:lnTo>
                    <a:pt x="7988115" y="120137"/>
                  </a:lnTo>
                  <a:lnTo>
                    <a:pt x="7988273" y="120137"/>
                  </a:lnTo>
                  <a:lnTo>
                    <a:pt x="7988430" y="120137"/>
                  </a:lnTo>
                  <a:lnTo>
                    <a:pt x="7988746" y="120137"/>
                  </a:lnTo>
                  <a:lnTo>
                    <a:pt x="7989219" y="120137"/>
                  </a:lnTo>
                  <a:lnTo>
                    <a:pt x="7989534" y="120137"/>
                  </a:lnTo>
                  <a:lnTo>
                    <a:pt x="7990165" y="120137"/>
                  </a:lnTo>
                  <a:lnTo>
                    <a:pt x="7990323" y="120137"/>
                  </a:lnTo>
                  <a:lnTo>
                    <a:pt x="7990638" y="120137"/>
                  </a:lnTo>
                  <a:lnTo>
                    <a:pt x="7991112" y="120137"/>
                  </a:lnTo>
                  <a:lnTo>
                    <a:pt x="7991269" y="120137"/>
                  </a:lnTo>
                  <a:lnTo>
                    <a:pt x="7991427" y="119706"/>
                  </a:lnTo>
                  <a:lnTo>
                    <a:pt x="7992058" y="119276"/>
                  </a:lnTo>
                  <a:lnTo>
                    <a:pt x="7992216" y="119276"/>
                  </a:lnTo>
                  <a:lnTo>
                    <a:pt x="7992531" y="119276"/>
                  </a:lnTo>
                  <a:lnTo>
                    <a:pt x="7992689" y="118845"/>
                  </a:lnTo>
                  <a:lnTo>
                    <a:pt x="7993162" y="118845"/>
                  </a:lnTo>
                  <a:lnTo>
                    <a:pt x="7993320" y="118845"/>
                  </a:lnTo>
                  <a:lnTo>
                    <a:pt x="7993477" y="118845"/>
                  </a:lnTo>
                  <a:lnTo>
                    <a:pt x="7993793" y="118415"/>
                  </a:lnTo>
                  <a:lnTo>
                    <a:pt x="7993950" y="118415"/>
                  </a:lnTo>
                  <a:lnTo>
                    <a:pt x="7994266" y="118415"/>
                  </a:lnTo>
                  <a:lnTo>
                    <a:pt x="7994424" y="118415"/>
                  </a:lnTo>
                  <a:lnTo>
                    <a:pt x="7994739" y="118415"/>
                  </a:lnTo>
                  <a:lnTo>
                    <a:pt x="7997105" y="117123"/>
                  </a:lnTo>
                  <a:lnTo>
                    <a:pt x="7997736" y="117123"/>
                  </a:lnTo>
                  <a:lnTo>
                    <a:pt x="7997893" y="117123"/>
                  </a:lnTo>
                  <a:lnTo>
                    <a:pt x="7998209" y="117123"/>
                  </a:lnTo>
                  <a:lnTo>
                    <a:pt x="7998367" y="117123"/>
                  </a:lnTo>
                  <a:lnTo>
                    <a:pt x="7998524" y="117123"/>
                  </a:lnTo>
                  <a:lnTo>
                    <a:pt x="7998682" y="117123"/>
                  </a:lnTo>
                  <a:lnTo>
                    <a:pt x="7999313" y="117123"/>
                  </a:lnTo>
                  <a:lnTo>
                    <a:pt x="7999313" y="116692"/>
                  </a:lnTo>
                  <a:lnTo>
                    <a:pt x="7999786" y="116692"/>
                  </a:lnTo>
                  <a:lnTo>
                    <a:pt x="7999944" y="116692"/>
                  </a:lnTo>
                  <a:lnTo>
                    <a:pt x="8000101" y="116692"/>
                  </a:lnTo>
                  <a:lnTo>
                    <a:pt x="8000259" y="116692"/>
                  </a:lnTo>
                  <a:lnTo>
                    <a:pt x="8000890" y="116692"/>
                  </a:lnTo>
                  <a:lnTo>
                    <a:pt x="8001048" y="116692"/>
                  </a:lnTo>
                  <a:lnTo>
                    <a:pt x="8001363" y="116692"/>
                  </a:lnTo>
                  <a:lnTo>
                    <a:pt x="8002467" y="116262"/>
                  </a:lnTo>
                  <a:lnTo>
                    <a:pt x="8003414" y="116262"/>
                  </a:lnTo>
                  <a:lnTo>
                    <a:pt x="8004044" y="115831"/>
                  </a:lnTo>
                  <a:lnTo>
                    <a:pt x="8004202" y="115831"/>
                  </a:lnTo>
                  <a:lnTo>
                    <a:pt x="8004518" y="115831"/>
                  </a:lnTo>
                  <a:lnTo>
                    <a:pt x="8004675" y="115831"/>
                  </a:lnTo>
                  <a:lnTo>
                    <a:pt x="8004991" y="115831"/>
                  </a:lnTo>
                  <a:lnTo>
                    <a:pt x="8005148" y="115831"/>
                  </a:lnTo>
                  <a:lnTo>
                    <a:pt x="8005306" y="115831"/>
                  </a:lnTo>
                  <a:lnTo>
                    <a:pt x="8005464" y="115831"/>
                  </a:lnTo>
                  <a:lnTo>
                    <a:pt x="8005622" y="115831"/>
                  </a:lnTo>
                  <a:lnTo>
                    <a:pt x="8005779" y="115831"/>
                  </a:lnTo>
                  <a:lnTo>
                    <a:pt x="8005937" y="115831"/>
                  </a:lnTo>
                  <a:lnTo>
                    <a:pt x="8006095" y="115400"/>
                  </a:lnTo>
                  <a:lnTo>
                    <a:pt x="8006726" y="115400"/>
                  </a:lnTo>
                  <a:lnTo>
                    <a:pt x="8006883" y="115400"/>
                  </a:lnTo>
                  <a:lnTo>
                    <a:pt x="8007356" y="114970"/>
                  </a:lnTo>
                  <a:lnTo>
                    <a:pt x="8007514" y="114970"/>
                  </a:lnTo>
                  <a:lnTo>
                    <a:pt x="8007672" y="114970"/>
                  </a:lnTo>
                  <a:lnTo>
                    <a:pt x="8007830" y="114970"/>
                  </a:lnTo>
                  <a:lnTo>
                    <a:pt x="8008934" y="114970"/>
                  </a:lnTo>
                  <a:lnTo>
                    <a:pt x="8009091" y="114970"/>
                  </a:lnTo>
                  <a:lnTo>
                    <a:pt x="8009249" y="114970"/>
                  </a:lnTo>
                  <a:lnTo>
                    <a:pt x="8009565" y="114970"/>
                  </a:lnTo>
                  <a:lnTo>
                    <a:pt x="8009722" y="114970"/>
                  </a:lnTo>
                  <a:lnTo>
                    <a:pt x="8010038" y="114970"/>
                  </a:lnTo>
                  <a:lnTo>
                    <a:pt x="8010195" y="114970"/>
                  </a:lnTo>
                  <a:lnTo>
                    <a:pt x="8010826" y="114970"/>
                  </a:lnTo>
                  <a:lnTo>
                    <a:pt x="8011142" y="114970"/>
                  </a:lnTo>
                  <a:lnTo>
                    <a:pt x="8011457" y="114970"/>
                  </a:lnTo>
                  <a:lnTo>
                    <a:pt x="8011773" y="114970"/>
                  </a:lnTo>
                  <a:lnTo>
                    <a:pt x="8012088" y="114970"/>
                  </a:lnTo>
                  <a:lnTo>
                    <a:pt x="8012246" y="114970"/>
                  </a:lnTo>
                  <a:lnTo>
                    <a:pt x="8012561" y="114970"/>
                  </a:lnTo>
                  <a:lnTo>
                    <a:pt x="8013034" y="114539"/>
                  </a:lnTo>
                  <a:lnTo>
                    <a:pt x="8013507" y="114539"/>
                  </a:lnTo>
                  <a:lnTo>
                    <a:pt x="8013665" y="114539"/>
                  </a:lnTo>
                  <a:lnTo>
                    <a:pt x="8013823" y="114539"/>
                  </a:lnTo>
                  <a:lnTo>
                    <a:pt x="8013981" y="114539"/>
                  </a:lnTo>
                  <a:lnTo>
                    <a:pt x="8014296" y="114109"/>
                  </a:lnTo>
                  <a:lnTo>
                    <a:pt x="8014769" y="114109"/>
                  </a:lnTo>
                  <a:lnTo>
                    <a:pt x="8015242" y="114109"/>
                  </a:lnTo>
                  <a:lnTo>
                    <a:pt x="8015873" y="114109"/>
                  </a:lnTo>
                  <a:lnTo>
                    <a:pt x="8015873" y="113678"/>
                  </a:lnTo>
                  <a:lnTo>
                    <a:pt x="8016189" y="113678"/>
                  </a:lnTo>
                  <a:lnTo>
                    <a:pt x="8016504" y="113678"/>
                  </a:lnTo>
                  <a:lnTo>
                    <a:pt x="8016662" y="113678"/>
                  </a:lnTo>
                  <a:lnTo>
                    <a:pt x="8016662" y="113247"/>
                  </a:lnTo>
                  <a:lnTo>
                    <a:pt x="8016820" y="113247"/>
                  </a:lnTo>
                  <a:lnTo>
                    <a:pt x="8016977" y="113247"/>
                  </a:lnTo>
                  <a:lnTo>
                    <a:pt x="8017135" y="113247"/>
                  </a:lnTo>
                  <a:lnTo>
                    <a:pt x="8017450" y="113247"/>
                  </a:lnTo>
                  <a:lnTo>
                    <a:pt x="8017608" y="113247"/>
                  </a:lnTo>
                  <a:lnTo>
                    <a:pt x="8018081" y="112817"/>
                  </a:lnTo>
                  <a:lnTo>
                    <a:pt x="8018081" y="112386"/>
                  </a:lnTo>
                  <a:lnTo>
                    <a:pt x="8018712" y="112386"/>
                  </a:lnTo>
                  <a:lnTo>
                    <a:pt x="8018870" y="112386"/>
                  </a:lnTo>
                  <a:lnTo>
                    <a:pt x="8019659" y="112386"/>
                  </a:lnTo>
                  <a:lnTo>
                    <a:pt x="8019974" y="112386"/>
                  </a:lnTo>
                  <a:lnTo>
                    <a:pt x="8020132" y="111956"/>
                  </a:lnTo>
                  <a:lnTo>
                    <a:pt x="8020289" y="111956"/>
                  </a:lnTo>
                  <a:lnTo>
                    <a:pt x="8020447" y="111956"/>
                  </a:lnTo>
                  <a:lnTo>
                    <a:pt x="8020605" y="111956"/>
                  </a:lnTo>
                  <a:lnTo>
                    <a:pt x="8021078" y="111956"/>
                  </a:lnTo>
                  <a:lnTo>
                    <a:pt x="8021236" y="111956"/>
                  </a:lnTo>
                  <a:lnTo>
                    <a:pt x="8021393" y="111956"/>
                  </a:lnTo>
                  <a:lnTo>
                    <a:pt x="8021709" y="111956"/>
                  </a:lnTo>
                  <a:lnTo>
                    <a:pt x="8022024" y="111525"/>
                  </a:lnTo>
                  <a:lnTo>
                    <a:pt x="8022182" y="111525"/>
                  </a:lnTo>
                  <a:lnTo>
                    <a:pt x="8022497" y="111525"/>
                  </a:lnTo>
                  <a:lnTo>
                    <a:pt x="8022655" y="111525"/>
                  </a:lnTo>
                  <a:lnTo>
                    <a:pt x="8022655" y="111094"/>
                  </a:lnTo>
                  <a:lnTo>
                    <a:pt x="8022971" y="111094"/>
                  </a:lnTo>
                  <a:lnTo>
                    <a:pt x="8023128" y="111094"/>
                  </a:lnTo>
                  <a:lnTo>
                    <a:pt x="8023601" y="111094"/>
                  </a:lnTo>
                  <a:lnTo>
                    <a:pt x="8023759" y="111094"/>
                  </a:lnTo>
                  <a:lnTo>
                    <a:pt x="8023917" y="111094"/>
                  </a:lnTo>
                  <a:lnTo>
                    <a:pt x="8023917" y="110664"/>
                  </a:lnTo>
                  <a:lnTo>
                    <a:pt x="8024075" y="110664"/>
                  </a:lnTo>
                  <a:lnTo>
                    <a:pt x="8024232" y="110664"/>
                  </a:lnTo>
                  <a:lnTo>
                    <a:pt x="8024390" y="110664"/>
                  </a:lnTo>
                  <a:lnTo>
                    <a:pt x="8024548" y="110664"/>
                  </a:lnTo>
                  <a:lnTo>
                    <a:pt x="8024705" y="110664"/>
                  </a:lnTo>
                  <a:lnTo>
                    <a:pt x="8024863" y="110664"/>
                  </a:lnTo>
                  <a:lnTo>
                    <a:pt x="8025336" y="110664"/>
                  </a:lnTo>
                  <a:lnTo>
                    <a:pt x="8025652" y="110664"/>
                  </a:lnTo>
                  <a:lnTo>
                    <a:pt x="8026283" y="110664"/>
                  </a:lnTo>
                  <a:lnTo>
                    <a:pt x="8026598" y="110664"/>
                  </a:lnTo>
                  <a:lnTo>
                    <a:pt x="8026756" y="110664"/>
                  </a:lnTo>
                  <a:lnTo>
                    <a:pt x="8026914" y="110664"/>
                  </a:lnTo>
                  <a:lnTo>
                    <a:pt x="8027229" y="110664"/>
                  </a:lnTo>
                  <a:lnTo>
                    <a:pt x="8027544" y="110233"/>
                  </a:lnTo>
                  <a:lnTo>
                    <a:pt x="8027860" y="110233"/>
                  </a:lnTo>
                  <a:lnTo>
                    <a:pt x="8027860" y="109803"/>
                  </a:lnTo>
                  <a:lnTo>
                    <a:pt x="8028491" y="109803"/>
                  </a:lnTo>
                  <a:lnTo>
                    <a:pt x="8028806" y="109803"/>
                  </a:lnTo>
                  <a:lnTo>
                    <a:pt x="8029122" y="109803"/>
                  </a:lnTo>
                  <a:lnTo>
                    <a:pt x="8029595" y="109372"/>
                  </a:lnTo>
                  <a:lnTo>
                    <a:pt x="8029595" y="108941"/>
                  </a:lnTo>
                  <a:lnTo>
                    <a:pt x="8030226" y="108941"/>
                  </a:lnTo>
                  <a:lnTo>
                    <a:pt x="8030383" y="108941"/>
                  </a:lnTo>
                  <a:lnTo>
                    <a:pt x="8030857" y="108511"/>
                  </a:lnTo>
                  <a:lnTo>
                    <a:pt x="8032434" y="108511"/>
                  </a:lnTo>
                  <a:lnTo>
                    <a:pt x="8032907" y="108080"/>
                  </a:lnTo>
                  <a:lnTo>
                    <a:pt x="8033222" y="108080"/>
                  </a:lnTo>
                  <a:lnTo>
                    <a:pt x="8033380" y="108080"/>
                  </a:lnTo>
                  <a:lnTo>
                    <a:pt x="8033695" y="108080"/>
                  </a:lnTo>
                  <a:lnTo>
                    <a:pt x="8034484" y="108080"/>
                  </a:lnTo>
                  <a:lnTo>
                    <a:pt x="8034642" y="108080"/>
                  </a:lnTo>
                  <a:lnTo>
                    <a:pt x="8034957" y="108080"/>
                  </a:lnTo>
                  <a:lnTo>
                    <a:pt x="8035430" y="108080"/>
                  </a:lnTo>
                  <a:lnTo>
                    <a:pt x="8035746" y="108080"/>
                  </a:lnTo>
                  <a:lnTo>
                    <a:pt x="8036219" y="108080"/>
                  </a:lnTo>
                  <a:lnTo>
                    <a:pt x="8036534" y="108080"/>
                  </a:lnTo>
                  <a:lnTo>
                    <a:pt x="8037638" y="107650"/>
                  </a:lnTo>
                  <a:lnTo>
                    <a:pt x="8037796" y="107650"/>
                  </a:lnTo>
                  <a:lnTo>
                    <a:pt x="8037954" y="107650"/>
                  </a:lnTo>
                  <a:lnTo>
                    <a:pt x="8038269" y="107650"/>
                  </a:lnTo>
                  <a:lnTo>
                    <a:pt x="8038585" y="107219"/>
                  </a:lnTo>
                  <a:lnTo>
                    <a:pt x="8038900" y="107219"/>
                  </a:lnTo>
                  <a:lnTo>
                    <a:pt x="8039216" y="107219"/>
                  </a:lnTo>
                  <a:lnTo>
                    <a:pt x="8039373" y="107219"/>
                  </a:lnTo>
                  <a:lnTo>
                    <a:pt x="8039531" y="107219"/>
                  </a:lnTo>
                  <a:lnTo>
                    <a:pt x="8039689" y="107219"/>
                  </a:lnTo>
                  <a:lnTo>
                    <a:pt x="8039846" y="107219"/>
                  </a:lnTo>
                  <a:lnTo>
                    <a:pt x="8040004" y="107219"/>
                  </a:lnTo>
                  <a:lnTo>
                    <a:pt x="8040162" y="107219"/>
                  </a:lnTo>
                  <a:lnTo>
                    <a:pt x="8040477" y="107219"/>
                  </a:lnTo>
                  <a:lnTo>
                    <a:pt x="8041581" y="107219"/>
                  </a:lnTo>
                  <a:lnTo>
                    <a:pt x="8041739" y="107219"/>
                  </a:lnTo>
                  <a:lnTo>
                    <a:pt x="8041897" y="107219"/>
                  </a:lnTo>
                  <a:lnTo>
                    <a:pt x="8042055" y="106358"/>
                  </a:lnTo>
                  <a:lnTo>
                    <a:pt x="8042528" y="106358"/>
                  </a:lnTo>
                  <a:lnTo>
                    <a:pt x="8042843" y="106358"/>
                  </a:lnTo>
                  <a:lnTo>
                    <a:pt x="8043159" y="106358"/>
                  </a:lnTo>
                  <a:lnTo>
                    <a:pt x="8043947" y="106358"/>
                  </a:lnTo>
                  <a:lnTo>
                    <a:pt x="8044578" y="105927"/>
                  </a:lnTo>
                  <a:lnTo>
                    <a:pt x="8044893" y="105927"/>
                  </a:lnTo>
                  <a:lnTo>
                    <a:pt x="8045367" y="105927"/>
                  </a:lnTo>
                  <a:lnTo>
                    <a:pt x="8045524" y="105927"/>
                  </a:lnTo>
                  <a:lnTo>
                    <a:pt x="8045524" y="105497"/>
                  </a:lnTo>
                  <a:lnTo>
                    <a:pt x="8045524" y="104635"/>
                  </a:lnTo>
                  <a:lnTo>
                    <a:pt x="8045524" y="104205"/>
                  </a:lnTo>
                  <a:lnTo>
                    <a:pt x="8045524" y="103774"/>
                  </a:lnTo>
                  <a:lnTo>
                    <a:pt x="8045682" y="103774"/>
                  </a:lnTo>
                  <a:lnTo>
                    <a:pt x="8045840" y="103774"/>
                  </a:lnTo>
                  <a:lnTo>
                    <a:pt x="8046155" y="103774"/>
                  </a:lnTo>
                  <a:lnTo>
                    <a:pt x="8046471" y="103774"/>
                  </a:lnTo>
                  <a:lnTo>
                    <a:pt x="8046628" y="103774"/>
                  </a:lnTo>
                  <a:lnTo>
                    <a:pt x="8046786" y="103774"/>
                  </a:lnTo>
                  <a:lnTo>
                    <a:pt x="8047259" y="103774"/>
                  </a:lnTo>
                  <a:lnTo>
                    <a:pt x="8047417" y="103774"/>
                  </a:lnTo>
                  <a:lnTo>
                    <a:pt x="8047732" y="103344"/>
                  </a:lnTo>
                  <a:lnTo>
                    <a:pt x="8048521" y="102913"/>
                  </a:lnTo>
                  <a:lnTo>
                    <a:pt x="8049467" y="102913"/>
                  </a:lnTo>
                  <a:lnTo>
                    <a:pt x="8050098" y="102913"/>
                  </a:lnTo>
                  <a:lnTo>
                    <a:pt x="8050571" y="102913"/>
                  </a:lnTo>
                  <a:lnTo>
                    <a:pt x="8050887" y="102913"/>
                  </a:lnTo>
                  <a:lnTo>
                    <a:pt x="8051044" y="102913"/>
                  </a:lnTo>
                  <a:lnTo>
                    <a:pt x="8051044" y="102482"/>
                  </a:lnTo>
                  <a:lnTo>
                    <a:pt x="8051202" y="102482"/>
                  </a:lnTo>
                  <a:lnTo>
                    <a:pt x="8051360" y="102482"/>
                  </a:lnTo>
                  <a:lnTo>
                    <a:pt x="8051518" y="102482"/>
                  </a:lnTo>
                  <a:lnTo>
                    <a:pt x="8051675" y="102482"/>
                  </a:lnTo>
                  <a:lnTo>
                    <a:pt x="8052148" y="102482"/>
                  </a:lnTo>
                  <a:lnTo>
                    <a:pt x="8052306" y="102052"/>
                  </a:lnTo>
                  <a:lnTo>
                    <a:pt x="8052464" y="102052"/>
                  </a:lnTo>
                  <a:lnTo>
                    <a:pt x="8052622" y="102052"/>
                  </a:lnTo>
                  <a:lnTo>
                    <a:pt x="8054357" y="102052"/>
                  </a:lnTo>
                  <a:lnTo>
                    <a:pt x="8054514" y="102052"/>
                  </a:lnTo>
                  <a:lnTo>
                    <a:pt x="8054672" y="102052"/>
                  </a:lnTo>
                  <a:lnTo>
                    <a:pt x="8054830" y="102052"/>
                  </a:lnTo>
                  <a:lnTo>
                    <a:pt x="8054987" y="102052"/>
                  </a:lnTo>
                  <a:lnTo>
                    <a:pt x="8055303" y="102052"/>
                  </a:lnTo>
                  <a:lnTo>
                    <a:pt x="8055461" y="102052"/>
                  </a:lnTo>
                  <a:lnTo>
                    <a:pt x="8056249" y="102052"/>
                  </a:lnTo>
                  <a:lnTo>
                    <a:pt x="8056407" y="102052"/>
                  </a:lnTo>
                  <a:lnTo>
                    <a:pt x="8056565" y="102052"/>
                  </a:lnTo>
                  <a:lnTo>
                    <a:pt x="8056565" y="101621"/>
                  </a:lnTo>
                  <a:lnTo>
                    <a:pt x="8056722" y="101621"/>
                  </a:lnTo>
                  <a:lnTo>
                    <a:pt x="8056880" y="101621"/>
                  </a:lnTo>
                  <a:lnTo>
                    <a:pt x="8057038" y="101621"/>
                  </a:lnTo>
                  <a:lnTo>
                    <a:pt x="8057195" y="101621"/>
                  </a:lnTo>
                  <a:lnTo>
                    <a:pt x="8057511" y="101621"/>
                  </a:lnTo>
                  <a:lnTo>
                    <a:pt x="8058615" y="101621"/>
                  </a:lnTo>
                  <a:lnTo>
                    <a:pt x="8058773" y="101621"/>
                  </a:lnTo>
                  <a:lnTo>
                    <a:pt x="8059719" y="101621"/>
                  </a:lnTo>
                  <a:lnTo>
                    <a:pt x="8060034" y="101621"/>
                  </a:lnTo>
                  <a:lnTo>
                    <a:pt x="8060192" y="101621"/>
                  </a:lnTo>
                  <a:lnTo>
                    <a:pt x="8060508" y="101621"/>
                  </a:lnTo>
                  <a:lnTo>
                    <a:pt x="8060665" y="101621"/>
                  </a:lnTo>
                  <a:lnTo>
                    <a:pt x="8060823" y="101621"/>
                  </a:lnTo>
                  <a:lnTo>
                    <a:pt x="8061296" y="101191"/>
                  </a:lnTo>
                  <a:lnTo>
                    <a:pt x="8061454" y="101191"/>
                  </a:lnTo>
                  <a:lnTo>
                    <a:pt x="8061769" y="101191"/>
                  </a:lnTo>
                  <a:lnTo>
                    <a:pt x="8062085" y="101191"/>
                  </a:lnTo>
                  <a:lnTo>
                    <a:pt x="8062242" y="100760"/>
                  </a:lnTo>
                  <a:lnTo>
                    <a:pt x="8062400" y="100760"/>
                  </a:lnTo>
                  <a:lnTo>
                    <a:pt x="8062716" y="100760"/>
                  </a:lnTo>
                  <a:lnTo>
                    <a:pt x="8062873" y="100760"/>
                  </a:lnTo>
                  <a:lnTo>
                    <a:pt x="8062873" y="100329"/>
                  </a:lnTo>
                  <a:lnTo>
                    <a:pt x="8063031" y="100329"/>
                  </a:lnTo>
                  <a:lnTo>
                    <a:pt x="8064451" y="99468"/>
                  </a:lnTo>
                  <a:lnTo>
                    <a:pt x="8064766" y="99468"/>
                  </a:lnTo>
                  <a:lnTo>
                    <a:pt x="8064924" y="99468"/>
                  </a:lnTo>
                  <a:lnTo>
                    <a:pt x="8065081" y="99468"/>
                  </a:lnTo>
                  <a:lnTo>
                    <a:pt x="8065239" y="99468"/>
                  </a:lnTo>
                  <a:lnTo>
                    <a:pt x="8065555" y="99468"/>
                  </a:lnTo>
                  <a:lnTo>
                    <a:pt x="8066028" y="99038"/>
                  </a:lnTo>
                  <a:lnTo>
                    <a:pt x="8066343" y="99038"/>
                  </a:lnTo>
                  <a:lnTo>
                    <a:pt x="8066501" y="98607"/>
                  </a:lnTo>
                  <a:lnTo>
                    <a:pt x="8066659" y="98607"/>
                  </a:lnTo>
                  <a:lnTo>
                    <a:pt x="8066974" y="98607"/>
                  </a:lnTo>
                  <a:lnTo>
                    <a:pt x="8066974" y="98176"/>
                  </a:lnTo>
                  <a:lnTo>
                    <a:pt x="8067605" y="98176"/>
                  </a:lnTo>
                  <a:lnTo>
                    <a:pt x="8067763" y="98176"/>
                  </a:lnTo>
                  <a:lnTo>
                    <a:pt x="8068393" y="98176"/>
                  </a:lnTo>
                  <a:lnTo>
                    <a:pt x="8068551" y="98176"/>
                  </a:lnTo>
                  <a:lnTo>
                    <a:pt x="8069024" y="97746"/>
                  </a:lnTo>
                  <a:lnTo>
                    <a:pt x="8069182" y="97746"/>
                  </a:lnTo>
                  <a:lnTo>
                    <a:pt x="8069655" y="97746"/>
                  </a:lnTo>
                  <a:lnTo>
                    <a:pt x="8070128" y="97746"/>
                  </a:lnTo>
                  <a:lnTo>
                    <a:pt x="8070286" y="97746"/>
                  </a:lnTo>
                  <a:lnTo>
                    <a:pt x="8070602" y="97746"/>
                  </a:lnTo>
                  <a:lnTo>
                    <a:pt x="8070759" y="97746"/>
                  </a:lnTo>
                  <a:lnTo>
                    <a:pt x="8070917" y="97746"/>
                  </a:lnTo>
                  <a:lnTo>
                    <a:pt x="8071075" y="97746"/>
                  </a:lnTo>
                  <a:lnTo>
                    <a:pt x="8071232" y="97746"/>
                  </a:lnTo>
                  <a:lnTo>
                    <a:pt x="8071390" y="97315"/>
                  </a:lnTo>
                  <a:lnTo>
                    <a:pt x="8071548" y="97315"/>
                  </a:lnTo>
                  <a:lnTo>
                    <a:pt x="8071863" y="97315"/>
                  </a:lnTo>
                  <a:lnTo>
                    <a:pt x="8072021" y="97315"/>
                  </a:lnTo>
                  <a:lnTo>
                    <a:pt x="8072336" y="97315"/>
                  </a:lnTo>
                  <a:lnTo>
                    <a:pt x="8072494" y="97315"/>
                  </a:lnTo>
                  <a:lnTo>
                    <a:pt x="8072810" y="97315"/>
                  </a:lnTo>
                  <a:lnTo>
                    <a:pt x="8072967" y="97315"/>
                  </a:lnTo>
                  <a:lnTo>
                    <a:pt x="8073440" y="97315"/>
                  </a:lnTo>
                  <a:lnTo>
                    <a:pt x="8074229" y="97315"/>
                  </a:lnTo>
                  <a:lnTo>
                    <a:pt x="8074387" y="97315"/>
                  </a:lnTo>
                  <a:lnTo>
                    <a:pt x="8074860" y="97315"/>
                  </a:lnTo>
                  <a:lnTo>
                    <a:pt x="8075175" y="97315"/>
                  </a:lnTo>
                  <a:lnTo>
                    <a:pt x="8075333" y="97315"/>
                  </a:lnTo>
                  <a:lnTo>
                    <a:pt x="8075491" y="97315"/>
                  </a:lnTo>
                  <a:lnTo>
                    <a:pt x="8076437" y="96885"/>
                  </a:lnTo>
                  <a:lnTo>
                    <a:pt x="8076595" y="96885"/>
                  </a:lnTo>
                  <a:lnTo>
                    <a:pt x="8076753" y="96885"/>
                  </a:lnTo>
                  <a:lnTo>
                    <a:pt x="8077226" y="96454"/>
                  </a:lnTo>
                  <a:lnTo>
                    <a:pt x="8077226" y="96023"/>
                  </a:lnTo>
                  <a:lnTo>
                    <a:pt x="8077383" y="95162"/>
                  </a:lnTo>
                  <a:lnTo>
                    <a:pt x="8077541" y="95162"/>
                  </a:lnTo>
                  <a:lnTo>
                    <a:pt x="8077857" y="95162"/>
                  </a:lnTo>
                  <a:lnTo>
                    <a:pt x="8078014" y="95162"/>
                  </a:lnTo>
                  <a:lnTo>
                    <a:pt x="8078172" y="95162"/>
                  </a:lnTo>
                  <a:lnTo>
                    <a:pt x="8078330" y="95162"/>
                  </a:lnTo>
                  <a:lnTo>
                    <a:pt x="8078487" y="95162"/>
                  </a:lnTo>
                  <a:lnTo>
                    <a:pt x="8078961" y="95162"/>
                  </a:lnTo>
                  <a:lnTo>
                    <a:pt x="8079276" y="94732"/>
                  </a:lnTo>
                  <a:lnTo>
                    <a:pt x="8079591" y="94732"/>
                  </a:lnTo>
                  <a:lnTo>
                    <a:pt x="8080065" y="94732"/>
                  </a:lnTo>
                  <a:lnTo>
                    <a:pt x="8080222" y="94732"/>
                  </a:lnTo>
                  <a:lnTo>
                    <a:pt x="8080538" y="94732"/>
                  </a:lnTo>
                  <a:lnTo>
                    <a:pt x="8081326" y="94732"/>
                  </a:lnTo>
                  <a:lnTo>
                    <a:pt x="8081642" y="94732"/>
                  </a:lnTo>
                  <a:lnTo>
                    <a:pt x="8082115" y="94732"/>
                  </a:lnTo>
                  <a:lnTo>
                    <a:pt x="8082273" y="94732"/>
                  </a:lnTo>
                  <a:lnTo>
                    <a:pt x="8082904" y="94732"/>
                  </a:lnTo>
                  <a:lnTo>
                    <a:pt x="8083061" y="94732"/>
                  </a:lnTo>
                  <a:lnTo>
                    <a:pt x="8083534" y="94732"/>
                  </a:lnTo>
                  <a:lnTo>
                    <a:pt x="8083692" y="94732"/>
                  </a:lnTo>
                  <a:lnTo>
                    <a:pt x="8084165" y="94732"/>
                  </a:lnTo>
                  <a:lnTo>
                    <a:pt x="8084796" y="94732"/>
                  </a:lnTo>
                  <a:lnTo>
                    <a:pt x="8084796" y="94301"/>
                  </a:lnTo>
                  <a:lnTo>
                    <a:pt x="8085269" y="94301"/>
                  </a:lnTo>
                  <a:lnTo>
                    <a:pt x="8085585" y="93870"/>
                  </a:lnTo>
                  <a:lnTo>
                    <a:pt x="8085742" y="93870"/>
                  </a:lnTo>
                  <a:lnTo>
                    <a:pt x="8086058" y="93870"/>
                  </a:lnTo>
                  <a:lnTo>
                    <a:pt x="8086846" y="93870"/>
                  </a:lnTo>
                  <a:lnTo>
                    <a:pt x="8087162" y="93870"/>
                  </a:lnTo>
                  <a:lnTo>
                    <a:pt x="8087477" y="93870"/>
                  </a:lnTo>
                  <a:lnTo>
                    <a:pt x="8087635" y="93009"/>
                  </a:lnTo>
                  <a:lnTo>
                    <a:pt x="8087951" y="93009"/>
                  </a:lnTo>
                  <a:lnTo>
                    <a:pt x="8088739" y="93009"/>
                  </a:lnTo>
                  <a:lnTo>
                    <a:pt x="8088897" y="93009"/>
                  </a:lnTo>
                  <a:lnTo>
                    <a:pt x="8089055" y="93009"/>
                  </a:lnTo>
                  <a:lnTo>
                    <a:pt x="8089212" y="93009"/>
                  </a:lnTo>
                  <a:lnTo>
                    <a:pt x="8089528" y="93009"/>
                  </a:lnTo>
                  <a:lnTo>
                    <a:pt x="8089843" y="92579"/>
                  </a:lnTo>
                  <a:lnTo>
                    <a:pt x="8090316" y="92579"/>
                  </a:lnTo>
                  <a:lnTo>
                    <a:pt x="8090474" y="92579"/>
                  </a:lnTo>
                  <a:lnTo>
                    <a:pt x="8090632" y="92579"/>
                  </a:lnTo>
                  <a:lnTo>
                    <a:pt x="8090789" y="92579"/>
                  </a:lnTo>
                  <a:lnTo>
                    <a:pt x="8090947" y="92579"/>
                  </a:lnTo>
                  <a:lnTo>
                    <a:pt x="8091263" y="92579"/>
                  </a:lnTo>
                  <a:lnTo>
                    <a:pt x="8091893" y="92148"/>
                  </a:lnTo>
                  <a:lnTo>
                    <a:pt x="8092209" y="91717"/>
                  </a:lnTo>
                  <a:lnTo>
                    <a:pt x="8092367" y="91717"/>
                  </a:lnTo>
                  <a:lnTo>
                    <a:pt x="8092682" y="91717"/>
                  </a:lnTo>
                  <a:lnTo>
                    <a:pt x="8092840" y="91717"/>
                  </a:lnTo>
                  <a:lnTo>
                    <a:pt x="8092998" y="91717"/>
                  </a:lnTo>
                  <a:lnTo>
                    <a:pt x="8093313" y="91717"/>
                  </a:lnTo>
                  <a:lnTo>
                    <a:pt x="8093786" y="91717"/>
                  </a:lnTo>
                  <a:lnTo>
                    <a:pt x="8093944" y="91717"/>
                  </a:lnTo>
                  <a:lnTo>
                    <a:pt x="8094102" y="91717"/>
                  </a:lnTo>
                  <a:lnTo>
                    <a:pt x="8094417" y="91717"/>
                  </a:lnTo>
                  <a:lnTo>
                    <a:pt x="8094732" y="91717"/>
                  </a:lnTo>
                  <a:lnTo>
                    <a:pt x="8094890" y="91717"/>
                  </a:lnTo>
                  <a:lnTo>
                    <a:pt x="8095363" y="91717"/>
                  </a:lnTo>
                  <a:lnTo>
                    <a:pt x="8095679" y="91717"/>
                  </a:lnTo>
                  <a:lnTo>
                    <a:pt x="8096152" y="91717"/>
                  </a:lnTo>
                  <a:lnTo>
                    <a:pt x="8096310" y="91287"/>
                  </a:lnTo>
                  <a:lnTo>
                    <a:pt x="8096467" y="91287"/>
                  </a:lnTo>
                  <a:lnTo>
                    <a:pt x="8096783" y="91287"/>
                  </a:lnTo>
                  <a:lnTo>
                    <a:pt x="8096940" y="91287"/>
                  </a:lnTo>
                  <a:lnTo>
                    <a:pt x="8097098" y="91287"/>
                  </a:lnTo>
                  <a:lnTo>
                    <a:pt x="8097256" y="91287"/>
                  </a:lnTo>
                  <a:lnTo>
                    <a:pt x="8097414" y="91287"/>
                  </a:lnTo>
                  <a:lnTo>
                    <a:pt x="8097571" y="91287"/>
                  </a:lnTo>
                  <a:lnTo>
                    <a:pt x="8097729" y="91287"/>
                  </a:lnTo>
                  <a:lnTo>
                    <a:pt x="8097887" y="91287"/>
                  </a:lnTo>
                  <a:lnTo>
                    <a:pt x="8098044" y="91287"/>
                  </a:lnTo>
                  <a:lnTo>
                    <a:pt x="8098518" y="91287"/>
                  </a:lnTo>
                  <a:lnTo>
                    <a:pt x="8098675" y="91287"/>
                  </a:lnTo>
                  <a:lnTo>
                    <a:pt x="8098833" y="91287"/>
                  </a:lnTo>
                  <a:lnTo>
                    <a:pt x="8098991" y="90856"/>
                  </a:lnTo>
                  <a:lnTo>
                    <a:pt x="8099622" y="90426"/>
                  </a:lnTo>
                  <a:lnTo>
                    <a:pt x="8100095" y="90426"/>
                  </a:lnTo>
                  <a:lnTo>
                    <a:pt x="8100253" y="90426"/>
                  </a:lnTo>
                  <a:lnTo>
                    <a:pt x="8100410" y="90426"/>
                  </a:lnTo>
                  <a:lnTo>
                    <a:pt x="8100568" y="90426"/>
                  </a:lnTo>
                  <a:lnTo>
                    <a:pt x="8100726" y="90426"/>
                  </a:lnTo>
                  <a:lnTo>
                    <a:pt x="8100883" y="90426"/>
                  </a:lnTo>
                  <a:lnTo>
                    <a:pt x="8101041" y="90426"/>
                  </a:lnTo>
                  <a:lnTo>
                    <a:pt x="8101199" y="90426"/>
                  </a:lnTo>
                  <a:lnTo>
                    <a:pt x="8101514" y="90426"/>
                  </a:lnTo>
                  <a:lnTo>
                    <a:pt x="8101987" y="90426"/>
                  </a:lnTo>
                  <a:lnTo>
                    <a:pt x="8102303" y="90426"/>
                  </a:lnTo>
                  <a:lnTo>
                    <a:pt x="8102934" y="90426"/>
                  </a:lnTo>
                  <a:lnTo>
                    <a:pt x="8103249" y="90426"/>
                  </a:lnTo>
                  <a:lnTo>
                    <a:pt x="8103722" y="90426"/>
                  </a:lnTo>
                  <a:lnTo>
                    <a:pt x="8103722" y="89995"/>
                  </a:lnTo>
                  <a:lnTo>
                    <a:pt x="8103880" y="89995"/>
                  </a:lnTo>
                  <a:lnTo>
                    <a:pt x="8104038" y="89995"/>
                  </a:lnTo>
                  <a:lnTo>
                    <a:pt x="8104196" y="89995"/>
                  </a:lnTo>
                  <a:lnTo>
                    <a:pt x="8104353" y="89995"/>
                  </a:lnTo>
                  <a:lnTo>
                    <a:pt x="8104511" y="89995"/>
                  </a:lnTo>
                  <a:lnTo>
                    <a:pt x="8104669" y="89995"/>
                  </a:lnTo>
                  <a:lnTo>
                    <a:pt x="8104984" y="89995"/>
                  </a:lnTo>
                  <a:lnTo>
                    <a:pt x="8105300" y="89995"/>
                  </a:lnTo>
                  <a:lnTo>
                    <a:pt x="8105457" y="89995"/>
                  </a:lnTo>
                  <a:lnTo>
                    <a:pt x="8105773" y="89995"/>
                  </a:lnTo>
                  <a:lnTo>
                    <a:pt x="8106088" y="89995"/>
                  </a:lnTo>
                  <a:lnTo>
                    <a:pt x="8106246" y="89995"/>
                  </a:lnTo>
                  <a:lnTo>
                    <a:pt x="8106561" y="89995"/>
                  </a:lnTo>
                  <a:lnTo>
                    <a:pt x="8106719" y="89995"/>
                  </a:lnTo>
                  <a:lnTo>
                    <a:pt x="8106877" y="89995"/>
                  </a:lnTo>
                  <a:lnTo>
                    <a:pt x="8107034" y="89995"/>
                  </a:lnTo>
                  <a:lnTo>
                    <a:pt x="8107192" y="89995"/>
                  </a:lnTo>
                  <a:lnTo>
                    <a:pt x="8107350" y="89564"/>
                  </a:lnTo>
                  <a:lnTo>
                    <a:pt x="8107981" y="89564"/>
                  </a:lnTo>
                  <a:lnTo>
                    <a:pt x="8108138" y="89564"/>
                  </a:lnTo>
                  <a:lnTo>
                    <a:pt x="8108454" y="89564"/>
                  </a:lnTo>
                  <a:lnTo>
                    <a:pt x="8108612" y="89564"/>
                  </a:lnTo>
                  <a:lnTo>
                    <a:pt x="8109242" y="89564"/>
                  </a:lnTo>
                  <a:lnTo>
                    <a:pt x="8109558" y="89564"/>
                  </a:lnTo>
                  <a:lnTo>
                    <a:pt x="8109716" y="89564"/>
                  </a:lnTo>
                  <a:lnTo>
                    <a:pt x="8110347" y="89564"/>
                  </a:lnTo>
                  <a:lnTo>
                    <a:pt x="8110662" y="89564"/>
                  </a:lnTo>
                  <a:lnTo>
                    <a:pt x="8111135" y="89134"/>
                  </a:lnTo>
                  <a:lnTo>
                    <a:pt x="8111451" y="89134"/>
                  </a:lnTo>
                  <a:lnTo>
                    <a:pt x="8116182" y="88703"/>
                  </a:lnTo>
                  <a:lnTo>
                    <a:pt x="8116340" y="88703"/>
                  </a:lnTo>
                  <a:lnTo>
                    <a:pt x="8116655" y="88703"/>
                  </a:lnTo>
                  <a:lnTo>
                    <a:pt x="8116813" y="88703"/>
                  </a:lnTo>
                  <a:lnTo>
                    <a:pt x="8116971" y="88703"/>
                  </a:lnTo>
                  <a:lnTo>
                    <a:pt x="8117286" y="87842"/>
                  </a:lnTo>
                  <a:lnTo>
                    <a:pt x="8117602" y="87842"/>
                  </a:lnTo>
                  <a:lnTo>
                    <a:pt x="8117759" y="87842"/>
                  </a:lnTo>
                  <a:lnTo>
                    <a:pt x="8117917" y="87842"/>
                  </a:lnTo>
                  <a:lnTo>
                    <a:pt x="8118075" y="87842"/>
                  </a:lnTo>
                  <a:lnTo>
                    <a:pt x="8118232" y="87842"/>
                  </a:lnTo>
                  <a:lnTo>
                    <a:pt x="8118390" y="87842"/>
                  </a:lnTo>
                  <a:lnTo>
                    <a:pt x="8118548" y="87842"/>
                  </a:lnTo>
                  <a:lnTo>
                    <a:pt x="8118706" y="87842"/>
                  </a:lnTo>
                  <a:lnTo>
                    <a:pt x="8119021" y="87842"/>
                  </a:lnTo>
                  <a:lnTo>
                    <a:pt x="8119336" y="87842"/>
                  </a:lnTo>
                  <a:lnTo>
                    <a:pt x="8119652" y="87842"/>
                  </a:lnTo>
                  <a:lnTo>
                    <a:pt x="8119967" y="87842"/>
                  </a:lnTo>
                  <a:lnTo>
                    <a:pt x="8120125" y="87842"/>
                  </a:lnTo>
                  <a:lnTo>
                    <a:pt x="8120125" y="87411"/>
                  </a:lnTo>
                  <a:lnTo>
                    <a:pt x="8120598" y="87411"/>
                  </a:lnTo>
                  <a:lnTo>
                    <a:pt x="8120756" y="87411"/>
                  </a:lnTo>
                  <a:lnTo>
                    <a:pt x="8120914" y="87411"/>
                  </a:lnTo>
                  <a:lnTo>
                    <a:pt x="8121071" y="87411"/>
                  </a:lnTo>
                  <a:lnTo>
                    <a:pt x="8121229" y="87411"/>
                  </a:lnTo>
                  <a:lnTo>
                    <a:pt x="8121387" y="87411"/>
                  </a:lnTo>
                  <a:lnTo>
                    <a:pt x="8121702" y="87411"/>
                  </a:lnTo>
                  <a:lnTo>
                    <a:pt x="8122333" y="87411"/>
                  </a:lnTo>
                  <a:lnTo>
                    <a:pt x="8122333" y="86981"/>
                  </a:lnTo>
                  <a:lnTo>
                    <a:pt x="8122333" y="86550"/>
                  </a:lnTo>
                  <a:lnTo>
                    <a:pt x="8122491" y="86120"/>
                  </a:lnTo>
                  <a:lnTo>
                    <a:pt x="8122649" y="86120"/>
                  </a:lnTo>
                  <a:lnTo>
                    <a:pt x="8123122" y="86120"/>
                  </a:lnTo>
                  <a:lnTo>
                    <a:pt x="8123279" y="86120"/>
                  </a:lnTo>
                  <a:lnTo>
                    <a:pt x="8123437" y="85689"/>
                  </a:lnTo>
                  <a:lnTo>
                    <a:pt x="8123753" y="85689"/>
                  </a:lnTo>
                  <a:lnTo>
                    <a:pt x="8124068" y="85689"/>
                  </a:lnTo>
                  <a:lnTo>
                    <a:pt x="8124226" y="85258"/>
                  </a:lnTo>
                  <a:lnTo>
                    <a:pt x="8124699" y="85258"/>
                  </a:lnTo>
                  <a:lnTo>
                    <a:pt x="8125014" y="85258"/>
                  </a:lnTo>
                  <a:lnTo>
                    <a:pt x="8125172" y="85258"/>
                  </a:lnTo>
                  <a:lnTo>
                    <a:pt x="8125803" y="85258"/>
                  </a:lnTo>
                  <a:lnTo>
                    <a:pt x="8126118" y="85258"/>
                  </a:lnTo>
                  <a:lnTo>
                    <a:pt x="8126749" y="85258"/>
                  </a:lnTo>
                  <a:lnTo>
                    <a:pt x="8127065" y="85258"/>
                  </a:lnTo>
                  <a:lnTo>
                    <a:pt x="8127065" y="84828"/>
                  </a:lnTo>
                  <a:lnTo>
                    <a:pt x="8127222" y="84828"/>
                  </a:lnTo>
                  <a:lnTo>
                    <a:pt x="8127538" y="84828"/>
                  </a:lnTo>
                  <a:lnTo>
                    <a:pt x="8127696" y="84828"/>
                  </a:lnTo>
                  <a:lnTo>
                    <a:pt x="8127853" y="84828"/>
                  </a:lnTo>
                  <a:lnTo>
                    <a:pt x="8128326" y="84397"/>
                  </a:lnTo>
                  <a:lnTo>
                    <a:pt x="8128484" y="84397"/>
                  </a:lnTo>
                  <a:lnTo>
                    <a:pt x="8128642" y="84397"/>
                  </a:lnTo>
                  <a:lnTo>
                    <a:pt x="8128642" y="83967"/>
                  </a:lnTo>
                  <a:lnTo>
                    <a:pt x="8128800" y="83967"/>
                  </a:lnTo>
                  <a:lnTo>
                    <a:pt x="8128957" y="83967"/>
                  </a:lnTo>
                  <a:lnTo>
                    <a:pt x="8129115" y="83967"/>
                  </a:lnTo>
                  <a:lnTo>
                    <a:pt x="8129273" y="83967"/>
                  </a:lnTo>
                  <a:lnTo>
                    <a:pt x="8129430" y="83967"/>
                  </a:lnTo>
                  <a:lnTo>
                    <a:pt x="8129588" y="83967"/>
                  </a:lnTo>
                  <a:lnTo>
                    <a:pt x="8129904" y="83967"/>
                  </a:lnTo>
                  <a:lnTo>
                    <a:pt x="8130219" y="83967"/>
                  </a:lnTo>
                  <a:lnTo>
                    <a:pt x="8130377" y="83967"/>
                  </a:lnTo>
                  <a:lnTo>
                    <a:pt x="8130692" y="83967"/>
                  </a:lnTo>
                  <a:lnTo>
                    <a:pt x="8130850" y="83967"/>
                  </a:lnTo>
                  <a:lnTo>
                    <a:pt x="8131008" y="83967"/>
                  </a:lnTo>
                  <a:lnTo>
                    <a:pt x="8131165" y="83967"/>
                  </a:lnTo>
                  <a:lnTo>
                    <a:pt x="8131638" y="83967"/>
                  </a:lnTo>
                  <a:lnTo>
                    <a:pt x="8131954" y="83967"/>
                  </a:lnTo>
                  <a:lnTo>
                    <a:pt x="8132112" y="83967"/>
                  </a:lnTo>
                  <a:lnTo>
                    <a:pt x="8132585" y="83967"/>
                  </a:lnTo>
                  <a:lnTo>
                    <a:pt x="8132900" y="83967"/>
                  </a:lnTo>
                  <a:lnTo>
                    <a:pt x="8133058" y="83967"/>
                  </a:lnTo>
                  <a:lnTo>
                    <a:pt x="8133216" y="83967"/>
                  </a:lnTo>
                  <a:lnTo>
                    <a:pt x="8133531" y="83967"/>
                  </a:lnTo>
                  <a:lnTo>
                    <a:pt x="8133689" y="83967"/>
                  </a:lnTo>
                  <a:lnTo>
                    <a:pt x="8133847" y="83967"/>
                  </a:lnTo>
                  <a:lnTo>
                    <a:pt x="8134162" y="83967"/>
                  </a:lnTo>
                  <a:lnTo>
                    <a:pt x="8134320" y="83967"/>
                  </a:lnTo>
                  <a:lnTo>
                    <a:pt x="8134477" y="83967"/>
                  </a:lnTo>
                  <a:lnTo>
                    <a:pt x="8134635" y="83967"/>
                  </a:lnTo>
                  <a:lnTo>
                    <a:pt x="8134951" y="83967"/>
                  </a:lnTo>
                  <a:lnTo>
                    <a:pt x="8135424" y="83967"/>
                  </a:lnTo>
                  <a:lnTo>
                    <a:pt x="8135581" y="83967"/>
                  </a:lnTo>
                  <a:lnTo>
                    <a:pt x="8135739" y="83967"/>
                  </a:lnTo>
                  <a:lnTo>
                    <a:pt x="8136212" y="83967"/>
                  </a:lnTo>
                  <a:lnTo>
                    <a:pt x="8136370" y="83967"/>
                  </a:lnTo>
                  <a:lnTo>
                    <a:pt x="8136685" y="83967"/>
                  </a:lnTo>
                  <a:lnTo>
                    <a:pt x="8137001" y="83967"/>
                  </a:lnTo>
                  <a:lnTo>
                    <a:pt x="8137632" y="83536"/>
                  </a:lnTo>
                  <a:lnTo>
                    <a:pt x="8137790" y="83536"/>
                  </a:lnTo>
                  <a:lnTo>
                    <a:pt x="8138263" y="83536"/>
                  </a:lnTo>
                  <a:lnTo>
                    <a:pt x="8138578" y="83536"/>
                  </a:lnTo>
                  <a:lnTo>
                    <a:pt x="8138736" y="83105"/>
                  </a:lnTo>
                  <a:lnTo>
                    <a:pt x="8138894" y="83105"/>
                  </a:lnTo>
                  <a:lnTo>
                    <a:pt x="8139051" y="83105"/>
                  </a:lnTo>
                  <a:lnTo>
                    <a:pt x="8139209" y="83105"/>
                  </a:lnTo>
                  <a:lnTo>
                    <a:pt x="8139367" y="83105"/>
                  </a:lnTo>
                  <a:lnTo>
                    <a:pt x="8139524" y="83105"/>
                  </a:lnTo>
                  <a:lnTo>
                    <a:pt x="8139682" y="83105"/>
                  </a:lnTo>
                  <a:lnTo>
                    <a:pt x="8139998" y="82675"/>
                  </a:lnTo>
                  <a:lnTo>
                    <a:pt x="8140155" y="82675"/>
                  </a:lnTo>
                  <a:lnTo>
                    <a:pt x="8140313" y="82675"/>
                  </a:lnTo>
                  <a:lnTo>
                    <a:pt x="8140628" y="82675"/>
                  </a:lnTo>
                  <a:lnTo>
                    <a:pt x="8140786" y="82675"/>
                  </a:lnTo>
                  <a:lnTo>
                    <a:pt x="8141102" y="82675"/>
                  </a:lnTo>
                  <a:lnTo>
                    <a:pt x="8141417" y="82675"/>
                  </a:lnTo>
                  <a:lnTo>
                    <a:pt x="8142206" y="82675"/>
                  </a:lnTo>
                  <a:lnTo>
                    <a:pt x="8142363" y="82675"/>
                  </a:lnTo>
                  <a:lnTo>
                    <a:pt x="8142521" y="82675"/>
                  </a:lnTo>
                  <a:lnTo>
                    <a:pt x="8142679" y="82675"/>
                  </a:lnTo>
                  <a:lnTo>
                    <a:pt x="8143467" y="82675"/>
                  </a:lnTo>
                  <a:lnTo>
                    <a:pt x="8143783" y="82675"/>
                  </a:lnTo>
                  <a:lnTo>
                    <a:pt x="8143941" y="82675"/>
                  </a:lnTo>
                  <a:lnTo>
                    <a:pt x="8144256" y="82675"/>
                  </a:lnTo>
                  <a:lnTo>
                    <a:pt x="8144729" y="82675"/>
                  </a:lnTo>
                  <a:lnTo>
                    <a:pt x="8145360" y="82675"/>
                  </a:lnTo>
                  <a:lnTo>
                    <a:pt x="8145518" y="82244"/>
                  </a:lnTo>
                  <a:lnTo>
                    <a:pt x="8145675" y="82244"/>
                  </a:lnTo>
                  <a:lnTo>
                    <a:pt x="8145991" y="82244"/>
                  </a:lnTo>
                  <a:lnTo>
                    <a:pt x="8146149" y="82244"/>
                  </a:lnTo>
                  <a:lnTo>
                    <a:pt x="8146464" y="82244"/>
                  </a:lnTo>
                  <a:lnTo>
                    <a:pt x="8146622" y="82244"/>
                  </a:lnTo>
                  <a:lnTo>
                    <a:pt x="8147726" y="82244"/>
                  </a:lnTo>
                  <a:lnTo>
                    <a:pt x="8148041" y="82244"/>
                  </a:lnTo>
                  <a:lnTo>
                    <a:pt x="8148514" y="82244"/>
                  </a:lnTo>
                  <a:lnTo>
                    <a:pt x="8148672" y="82244"/>
                  </a:lnTo>
                  <a:lnTo>
                    <a:pt x="8149145" y="82244"/>
                  </a:lnTo>
                  <a:lnTo>
                    <a:pt x="8149145" y="81814"/>
                  </a:lnTo>
                  <a:lnTo>
                    <a:pt x="8149303" y="80952"/>
                  </a:lnTo>
                  <a:lnTo>
                    <a:pt x="8149934" y="80952"/>
                  </a:lnTo>
                  <a:lnTo>
                    <a:pt x="8150092" y="80952"/>
                  </a:lnTo>
                  <a:lnTo>
                    <a:pt x="8150407" y="80091"/>
                  </a:lnTo>
                  <a:lnTo>
                    <a:pt x="8150565" y="80091"/>
                  </a:lnTo>
                  <a:lnTo>
                    <a:pt x="8150722" y="80091"/>
                  </a:lnTo>
                  <a:lnTo>
                    <a:pt x="8150880" y="80091"/>
                  </a:lnTo>
                  <a:lnTo>
                    <a:pt x="8151038" y="80091"/>
                  </a:lnTo>
                  <a:lnTo>
                    <a:pt x="8151196" y="80091"/>
                  </a:lnTo>
                  <a:lnTo>
                    <a:pt x="8151353" y="80091"/>
                  </a:lnTo>
                  <a:lnTo>
                    <a:pt x="8151669" y="80091"/>
                  </a:lnTo>
                  <a:lnTo>
                    <a:pt x="8151984" y="80091"/>
                  </a:lnTo>
                  <a:lnTo>
                    <a:pt x="8152457" y="80091"/>
                  </a:lnTo>
                  <a:lnTo>
                    <a:pt x="8152615" y="80091"/>
                  </a:lnTo>
                  <a:lnTo>
                    <a:pt x="8152773" y="80091"/>
                  </a:lnTo>
                  <a:lnTo>
                    <a:pt x="8153088" y="80091"/>
                  </a:lnTo>
                  <a:lnTo>
                    <a:pt x="8153246" y="80091"/>
                  </a:lnTo>
                  <a:lnTo>
                    <a:pt x="8153877" y="80091"/>
                  </a:lnTo>
                  <a:lnTo>
                    <a:pt x="8154034" y="80091"/>
                  </a:lnTo>
                  <a:lnTo>
                    <a:pt x="8154192" y="79661"/>
                  </a:lnTo>
                  <a:lnTo>
                    <a:pt x="8154350" y="79661"/>
                  </a:lnTo>
                  <a:lnTo>
                    <a:pt x="8154665" y="79661"/>
                  </a:lnTo>
                  <a:lnTo>
                    <a:pt x="8154981" y="79661"/>
                  </a:lnTo>
                  <a:lnTo>
                    <a:pt x="8155139" y="79661"/>
                  </a:lnTo>
                  <a:lnTo>
                    <a:pt x="8155454" y="79661"/>
                  </a:lnTo>
                  <a:lnTo>
                    <a:pt x="8155612" y="79661"/>
                  </a:lnTo>
                  <a:lnTo>
                    <a:pt x="8155927" y="79661"/>
                  </a:lnTo>
                  <a:lnTo>
                    <a:pt x="8156085" y="79661"/>
                  </a:lnTo>
                  <a:lnTo>
                    <a:pt x="8156400" y="79661"/>
                  </a:lnTo>
                  <a:lnTo>
                    <a:pt x="8156558" y="79661"/>
                  </a:lnTo>
                  <a:lnTo>
                    <a:pt x="8156873" y="79661"/>
                  </a:lnTo>
                  <a:lnTo>
                    <a:pt x="8157347" y="79230"/>
                  </a:lnTo>
                  <a:lnTo>
                    <a:pt x="8157820" y="79230"/>
                  </a:lnTo>
                  <a:lnTo>
                    <a:pt x="8157977" y="79230"/>
                  </a:lnTo>
                  <a:lnTo>
                    <a:pt x="8158135" y="79230"/>
                  </a:lnTo>
                  <a:lnTo>
                    <a:pt x="8158608" y="79230"/>
                  </a:lnTo>
                  <a:lnTo>
                    <a:pt x="8158608" y="78799"/>
                  </a:lnTo>
                  <a:lnTo>
                    <a:pt x="8158924" y="78799"/>
                  </a:lnTo>
                  <a:lnTo>
                    <a:pt x="8159397" y="77938"/>
                  </a:lnTo>
                  <a:lnTo>
                    <a:pt x="8159712" y="77938"/>
                  </a:lnTo>
                  <a:lnTo>
                    <a:pt x="8159712" y="77508"/>
                  </a:lnTo>
                  <a:lnTo>
                    <a:pt x="8159870" y="77508"/>
                  </a:lnTo>
                  <a:lnTo>
                    <a:pt x="8160501" y="77508"/>
                  </a:lnTo>
                  <a:lnTo>
                    <a:pt x="8161132" y="77077"/>
                  </a:lnTo>
                  <a:lnTo>
                    <a:pt x="8161447" y="77077"/>
                  </a:lnTo>
                  <a:lnTo>
                    <a:pt x="8161763" y="77077"/>
                  </a:lnTo>
                  <a:lnTo>
                    <a:pt x="8161763" y="76646"/>
                  </a:lnTo>
                  <a:lnTo>
                    <a:pt x="8162078" y="76646"/>
                  </a:lnTo>
                  <a:lnTo>
                    <a:pt x="8162394" y="76646"/>
                  </a:lnTo>
                  <a:lnTo>
                    <a:pt x="8162551" y="76646"/>
                  </a:lnTo>
                  <a:lnTo>
                    <a:pt x="8163024" y="76646"/>
                  </a:lnTo>
                  <a:lnTo>
                    <a:pt x="8163024" y="76216"/>
                  </a:lnTo>
                  <a:lnTo>
                    <a:pt x="8163340" y="76216"/>
                  </a:lnTo>
                  <a:lnTo>
                    <a:pt x="8163498" y="76216"/>
                  </a:lnTo>
                  <a:lnTo>
                    <a:pt x="8163813" y="75785"/>
                  </a:lnTo>
                  <a:lnTo>
                    <a:pt x="8164128" y="75785"/>
                  </a:lnTo>
                  <a:lnTo>
                    <a:pt x="8164444" y="75785"/>
                  </a:lnTo>
                  <a:lnTo>
                    <a:pt x="8164602" y="75785"/>
                  </a:lnTo>
                  <a:lnTo>
                    <a:pt x="8164759" y="75785"/>
                  </a:lnTo>
                  <a:lnTo>
                    <a:pt x="8164917" y="75785"/>
                  </a:lnTo>
                  <a:lnTo>
                    <a:pt x="8165075" y="75785"/>
                  </a:lnTo>
                  <a:lnTo>
                    <a:pt x="8165232" y="75785"/>
                  </a:lnTo>
                  <a:lnTo>
                    <a:pt x="8165390" y="75785"/>
                  </a:lnTo>
                  <a:lnTo>
                    <a:pt x="8165706" y="74493"/>
                  </a:lnTo>
                  <a:lnTo>
                    <a:pt x="8165863" y="74063"/>
                  </a:lnTo>
                  <a:lnTo>
                    <a:pt x="8166337" y="74063"/>
                  </a:lnTo>
                  <a:lnTo>
                    <a:pt x="8166494" y="74063"/>
                  </a:lnTo>
                  <a:lnTo>
                    <a:pt x="8166810" y="74063"/>
                  </a:lnTo>
                  <a:lnTo>
                    <a:pt x="8166967" y="74063"/>
                  </a:lnTo>
                  <a:lnTo>
                    <a:pt x="8167125" y="74063"/>
                  </a:lnTo>
                  <a:lnTo>
                    <a:pt x="8167283" y="74063"/>
                  </a:lnTo>
                  <a:lnTo>
                    <a:pt x="8167598" y="74063"/>
                  </a:lnTo>
                  <a:lnTo>
                    <a:pt x="8167914" y="74063"/>
                  </a:lnTo>
                  <a:lnTo>
                    <a:pt x="8168229" y="74063"/>
                  </a:lnTo>
                  <a:lnTo>
                    <a:pt x="8168545" y="74063"/>
                  </a:lnTo>
                  <a:lnTo>
                    <a:pt x="8168860" y="74063"/>
                  </a:lnTo>
                  <a:lnTo>
                    <a:pt x="8169018" y="74063"/>
                  </a:lnTo>
                  <a:lnTo>
                    <a:pt x="8169175" y="74063"/>
                  </a:lnTo>
                  <a:lnTo>
                    <a:pt x="8169333" y="74063"/>
                  </a:lnTo>
                  <a:lnTo>
                    <a:pt x="8169491" y="74063"/>
                  </a:lnTo>
                  <a:lnTo>
                    <a:pt x="8169491" y="73632"/>
                  </a:lnTo>
                  <a:lnTo>
                    <a:pt x="8169964" y="73632"/>
                  </a:lnTo>
                  <a:lnTo>
                    <a:pt x="8170122" y="73632"/>
                  </a:lnTo>
                  <a:lnTo>
                    <a:pt x="8170279" y="73632"/>
                  </a:lnTo>
                  <a:lnTo>
                    <a:pt x="8170595" y="73632"/>
                  </a:lnTo>
                  <a:lnTo>
                    <a:pt x="8170753" y="73632"/>
                  </a:lnTo>
                  <a:lnTo>
                    <a:pt x="8170910" y="73632"/>
                  </a:lnTo>
                  <a:lnTo>
                    <a:pt x="8171699" y="73202"/>
                  </a:lnTo>
                  <a:lnTo>
                    <a:pt x="8171857" y="73202"/>
                  </a:lnTo>
                  <a:lnTo>
                    <a:pt x="8172172" y="73202"/>
                  </a:lnTo>
                  <a:lnTo>
                    <a:pt x="8172645" y="73202"/>
                  </a:lnTo>
                  <a:lnTo>
                    <a:pt x="8172961" y="73202"/>
                  </a:lnTo>
                  <a:lnTo>
                    <a:pt x="8173118" y="73202"/>
                  </a:lnTo>
                  <a:lnTo>
                    <a:pt x="8173592" y="73202"/>
                  </a:lnTo>
                  <a:lnTo>
                    <a:pt x="8173907" y="73202"/>
                  </a:lnTo>
                  <a:lnTo>
                    <a:pt x="8174065" y="73202"/>
                  </a:lnTo>
                  <a:lnTo>
                    <a:pt x="8174222" y="73202"/>
                  </a:lnTo>
                  <a:lnTo>
                    <a:pt x="8174380" y="73202"/>
                  </a:lnTo>
                  <a:lnTo>
                    <a:pt x="8174380" y="72771"/>
                  </a:lnTo>
                  <a:lnTo>
                    <a:pt x="8174538" y="72771"/>
                  </a:lnTo>
                  <a:lnTo>
                    <a:pt x="8174696" y="72771"/>
                  </a:lnTo>
                  <a:lnTo>
                    <a:pt x="8174853" y="72771"/>
                  </a:lnTo>
                  <a:lnTo>
                    <a:pt x="8175011" y="72771"/>
                  </a:lnTo>
                  <a:lnTo>
                    <a:pt x="8175169" y="72771"/>
                  </a:lnTo>
                  <a:lnTo>
                    <a:pt x="8175326" y="72771"/>
                  </a:lnTo>
                  <a:lnTo>
                    <a:pt x="8175484" y="72771"/>
                  </a:lnTo>
                  <a:lnTo>
                    <a:pt x="8175957" y="72771"/>
                  </a:lnTo>
                  <a:lnTo>
                    <a:pt x="8176115" y="72771"/>
                  </a:lnTo>
                  <a:lnTo>
                    <a:pt x="8176430" y="72771"/>
                  </a:lnTo>
                  <a:lnTo>
                    <a:pt x="8176588" y="72771"/>
                  </a:lnTo>
                  <a:lnTo>
                    <a:pt x="8176904" y="72771"/>
                  </a:lnTo>
                  <a:lnTo>
                    <a:pt x="8177377" y="72771"/>
                  </a:lnTo>
                  <a:lnTo>
                    <a:pt x="8177692" y="72771"/>
                  </a:lnTo>
                  <a:lnTo>
                    <a:pt x="8177850" y="72771"/>
                  </a:lnTo>
                  <a:lnTo>
                    <a:pt x="8178008" y="72771"/>
                  </a:lnTo>
                  <a:lnTo>
                    <a:pt x="8178481" y="71910"/>
                  </a:lnTo>
                  <a:lnTo>
                    <a:pt x="8178639" y="71910"/>
                  </a:lnTo>
                  <a:lnTo>
                    <a:pt x="8178796" y="71910"/>
                  </a:lnTo>
                  <a:lnTo>
                    <a:pt x="8178954" y="71910"/>
                  </a:lnTo>
                  <a:lnTo>
                    <a:pt x="8179112" y="71910"/>
                  </a:lnTo>
                  <a:lnTo>
                    <a:pt x="8179427" y="71910"/>
                  </a:lnTo>
                  <a:lnTo>
                    <a:pt x="8179585" y="71910"/>
                  </a:lnTo>
                  <a:lnTo>
                    <a:pt x="8179743" y="71910"/>
                  </a:lnTo>
                  <a:lnTo>
                    <a:pt x="8179900" y="71910"/>
                  </a:lnTo>
                  <a:lnTo>
                    <a:pt x="8179900" y="71479"/>
                  </a:lnTo>
                  <a:lnTo>
                    <a:pt x="8180531" y="71479"/>
                  </a:lnTo>
                  <a:lnTo>
                    <a:pt x="8181004" y="71479"/>
                  </a:lnTo>
                  <a:lnTo>
                    <a:pt x="8181162" y="71479"/>
                  </a:lnTo>
                  <a:lnTo>
                    <a:pt x="8181162" y="70618"/>
                  </a:lnTo>
                  <a:lnTo>
                    <a:pt x="8181320" y="70618"/>
                  </a:lnTo>
                  <a:lnTo>
                    <a:pt x="8181951" y="70618"/>
                  </a:lnTo>
                  <a:lnTo>
                    <a:pt x="8181951" y="70187"/>
                  </a:lnTo>
                  <a:lnTo>
                    <a:pt x="8182424" y="70187"/>
                  </a:lnTo>
                  <a:lnTo>
                    <a:pt x="8182581" y="70187"/>
                  </a:lnTo>
                  <a:lnTo>
                    <a:pt x="8183055" y="70187"/>
                  </a:lnTo>
                  <a:lnTo>
                    <a:pt x="8183686" y="70187"/>
                  </a:lnTo>
                  <a:lnTo>
                    <a:pt x="8184001" y="70187"/>
                  </a:lnTo>
                  <a:lnTo>
                    <a:pt x="8184316" y="70187"/>
                  </a:lnTo>
                  <a:lnTo>
                    <a:pt x="8184790" y="70187"/>
                  </a:lnTo>
                  <a:lnTo>
                    <a:pt x="8184947" y="70187"/>
                  </a:lnTo>
                  <a:lnTo>
                    <a:pt x="8185263" y="70187"/>
                  </a:lnTo>
                  <a:lnTo>
                    <a:pt x="8185578" y="70187"/>
                  </a:lnTo>
                  <a:lnTo>
                    <a:pt x="8185736" y="69757"/>
                  </a:lnTo>
                  <a:lnTo>
                    <a:pt x="8185894" y="69757"/>
                  </a:lnTo>
                  <a:lnTo>
                    <a:pt x="8186051" y="69757"/>
                  </a:lnTo>
                  <a:lnTo>
                    <a:pt x="8186209" y="69757"/>
                  </a:lnTo>
                  <a:lnTo>
                    <a:pt x="8186682" y="69326"/>
                  </a:lnTo>
                  <a:lnTo>
                    <a:pt x="8186998" y="69326"/>
                  </a:lnTo>
                  <a:lnTo>
                    <a:pt x="8186998" y="68896"/>
                  </a:lnTo>
                  <a:lnTo>
                    <a:pt x="8187155" y="67604"/>
                  </a:lnTo>
                  <a:lnTo>
                    <a:pt x="8187313" y="67604"/>
                  </a:lnTo>
                  <a:lnTo>
                    <a:pt x="8187471" y="67604"/>
                  </a:lnTo>
                  <a:lnTo>
                    <a:pt x="8187628" y="67604"/>
                  </a:lnTo>
                  <a:lnTo>
                    <a:pt x="8187944" y="67173"/>
                  </a:lnTo>
                  <a:lnTo>
                    <a:pt x="8188102" y="67173"/>
                  </a:lnTo>
                  <a:lnTo>
                    <a:pt x="8188259" y="67173"/>
                  </a:lnTo>
                  <a:lnTo>
                    <a:pt x="8188417" y="67173"/>
                  </a:lnTo>
                  <a:lnTo>
                    <a:pt x="8188575" y="67173"/>
                  </a:lnTo>
                  <a:lnTo>
                    <a:pt x="8188575" y="66743"/>
                  </a:lnTo>
                  <a:lnTo>
                    <a:pt x="8188575" y="66312"/>
                  </a:lnTo>
                  <a:lnTo>
                    <a:pt x="8188733" y="66312"/>
                  </a:lnTo>
                  <a:lnTo>
                    <a:pt x="8188890" y="66312"/>
                  </a:lnTo>
                  <a:lnTo>
                    <a:pt x="8189048" y="66312"/>
                  </a:lnTo>
                  <a:lnTo>
                    <a:pt x="8189363" y="66312"/>
                  </a:lnTo>
                  <a:lnTo>
                    <a:pt x="8189521" y="66312"/>
                  </a:lnTo>
                  <a:lnTo>
                    <a:pt x="8189679" y="66312"/>
                  </a:lnTo>
                  <a:lnTo>
                    <a:pt x="8190152" y="66312"/>
                  </a:lnTo>
                  <a:lnTo>
                    <a:pt x="8190310" y="66312"/>
                  </a:lnTo>
                  <a:lnTo>
                    <a:pt x="8190941" y="66312"/>
                  </a:lnTo>
                  <a:lnTo>
                    <a:pt x="8191256" y="65881"/>
                  </a:lnTo>
                  <a:lnTo>
                    <a:pt x="8191414" y="65881"/>
                  </a:lnTo>
                  <a:lnTo>
                    <a:pt x="8191571" y="65881"/>
                  </a:lnTo>
                  <a:lnTo>
                    <a:pt x="8192045" y="65881"/>
                  </a:lnTo>
                  <a:lnTo>
                    <a:pt x="8192675" y="65881"/>
                  </a:lnTo>
                  <a:lnTo>
                    <a:pt x="8192833" y="65881"/>
                  </a:lnTo>
                  <a:lnTo>
                    <a:pt x="8193149" y="65881"/>
                  </a:lnTo>
                  <a:lnTo>
                    <a:pt x="8193464" y="65881"/>
                  </a:lnTo>
                  <a:lnTo>
                    <a:pt x="8193622" y="65881"/>
                  </a:lnTo>
                  <a:lnTo>
                    <a:pt x="8194095" y="65451"/>
                  </a:lnTo>
                  <a:lnTo>
                    <a:pt x="8194410" y="65451"/>
                  </a:lnTo>
                  <a:lnTo>
                    <a:pt x="8194726" y="65451"/>
                  </a:lnTo>
                  <a:lnTo>
                    <a:pt x="8195199" y="65451"/>
                  </a:lnTo>
                  <a:lnTo>
                    <a:pt x="8195357" y="65451"/>
                  </a:lnTo>
                  <a:lnTo>
                    <a:pt x="8195514" y="65451"/>
                  </a:lnTo>
                  <a:lnTo>
                    <a:pt x="8195672" y="65451"/>
                  </a:lnTo>
                  <a:lnTo>
                    <a:pt x="8195830" y="65451"/>
                  </a:lnTo>
                  <a:lnTo>
                    <a:pt x="8195988" y="65451"/>
                  </a:lnTo>
                  <a:lnTo>
                    <a:pt x="8196145" y="65451"/>
                  </a:lnTo>
                  <a:lnTo>
                    <a:pt x="8196303" y="65451"/>
                  </a:lnTo>
                  <a:lnTo>
                    <a:pt x="8196461" y="65451"/>
                  </a:lnTo>
                  <a:lnTo>
                    <a:pt x="8196618" y="65451"/>
                  </a:lnTo>
                  <a:lnTo>
                    <a:pt x="8196776" y="65451"/>
                  </a:lnTo>
                  <a:lnTo>
                    <a:pt x="8197092" y="65451"/>
                  </a:lnTo>
                  <a:lnTo>
                    <a:pt x="8197407" y="65451"/>
                  </a:lnTo>
                  <a:lnTo>
                    <a:pt x="8197722" y="65020"/>
                  </a:lnTo>
                  <a:lnTo>
                    <a:pt x="8197880" y="65020"/>
                  </a:lnTo>
                  <a:lnTo>
                    <a:pt x="8198038" y="65020"/>
                  </a:lnTo>
                  <a:lnTo>
                    <a:pt x="8198196" y="65020"/>
                  </a:lnTo>
                  <a:lnTo>
                    <a:pt x="8198353" y="65020"/>
                  </a:lnTo>
                  <a:lnTo>
                    <a:pt x="8198669" y="65020"/>
                  </a:lnTo>
                  <a:lnTo>
                    <a:pt x="8198984" y="65020"/>
                  </a:lnTo>
                  <a:lnTo>
                    <a:pt x="8199142" y="65020"/>
                  </a:lnTo>
                  <a:lnTo>
                    <a:pt x="8199142" y="64590"/>
                  </a:lnTo>
                  <a:lnTo>
                    <a:pt x="8199931" y="64590"/>
                  </a:lnTo>
                  <a:lnTo>
                    <a:pt x="8199931" y="64159"/>
                  </a:lnTo>
                  <a:lnTo>
                    <a:pt x="8200088" y="64159"/>
                  </a:lnTo>
                  <a:lnTo>
                    <a:pt x="8200246" y="64159"/>
                  </a:lnTo>
                  <a:lnTo>
                    <a:pt x="8200561" y="64159"/>
                  </a:lnTo>
                  <a:lnTo>
                    <a:pt x="8202612" y="62867"/>
                  </a:lnTo>
                  <a:lnTo>
                    <a:pt x="8202769" y="62867"/>
                  </a:lnTo>
                  <a:lnTo>
                    <a:pt x="8202927" y="62867"/>
                  </a:lnTo>
                  <a:lnTo>
                    <a:pt x="8203085" y="62437"/>
                  </a:lnTo>
                  <a:lnTo>
                    <a:pt x="8203400" y="62437"/>
                  </a:lnTo>
                  <a:lnTo>
                    <a:pt x="8203558" y="62437"/>
                  </a:lnTo>
                  <a:lnTo>
                    <a:pt x="8203873" y="62437"/>
                  </a:lnTo>
                  <a:lnTo>
                    <a:pt x="8203873" y="62006"/>
                  </a:lnTo>
                  <a:lnTo>
                    <a:pt x="8204031" y="61575"/>
                  </a:lnTo>
                  <a:lnTo>
                    <a:pt x="8204189" y="61575"/>
                  </a:lnTo>
                  <a:lnTo>
                    <a:pt x="8204347" y="61575"/>
                  </a:lnTo>
                  <a:lnTo>
                    <a:pt x="8204662" y="61575"/>
                  </a:lnTo>
                  <a:lnTo>
                    <a:pt x="8204820" y="61575"/>
                  </a:lnTo>
                  <a:lnTo>
                    <a:pt x="8204977" y="61575"/>
                  </a:lnTo>
                  <a:lnTo>
                    <a:pt x="8205135" y="61145"/>
                  </a:lnTo>
                  <a:lnTo>
                    <a:pt x="8205451" y="61145"/>
                  </a:lnTo>
                  <a:lnTo>
                    <a:pt x="8205766" y="61145"/>
                  </a:lnTo>
                  <a:lnTo>
                    <a:pt x="8205924" y="61145"/>
                  </a:lnTo>
                  <a:lnTo>
                    <a:pt x="8206397" y="61145"/>
                  </a:lnTo>
                  <a:lnTo>
                    <a:pt x="8206555" y="61145"/>
                  </a:lnTo>
                  <a:lnTo>
                    <a:pt x="8206712" y="61145"/>
                  </a:lnTo>
                  <a:lnTo>
                    <a:pt x="8207028" y="61145"/>
                  </a:lnTo>
                  <a:lnTo>
                    <a:pt x="8207028" y="60714"/>
                  </a:lnTo>
                  <a:lnTo>
                    <a:pt x="8207343" y="60714"/>
                  </a:lnTo>
                  <a:lnTo>
                    <a:pt x="8207501" y="60714"/>
                  </a:lnTo>
                  <a:lnTo>
                    <a:pt x="8207659" y="60714"/>
                  </a:lnTo>
                  <a:lnTo>
                    <a:pt x="8207816" y="60714"/>
                  </a:lnTo>
                  <a:lnTo>
                    <a:pt x="8207816" y="60284"/>
                  </a:lnTo>
                  <a:lnTo>
                    <a:pt x="8207974" y="60284"/>
                  </a:lnTo>
                  <a:lnTo>
                    <a:pt x="8208132" y="60284"/>
                  </a:lnTo>
                  <a:lnTo>
                    <a:pt x="8208605" y="60284"/>
                  </a:lnTo>
                  <a:lnTo>
                    <a:pt x="8208763" y="60284"/>
                  </a:lnTo>
                  <a:lnTo>
                    <a:pt x="8208920" y="60284"/>
                  </a:lnTo>
                  <a:lnTo>
                    <a:pt x="8209078" y="60284"/>
                  </a:lnTo>
                  <a:lnTo>
                    <a:pt x="8209236" y="60284"/>
                  </a:lnTo>
                  <a:lnTo>
                    <a:pt x="8209551" y="60284"/>
                  </a:lnTo>
                  <a:lnTo>
                    <a:pt x="8209867" y="60284"/>
                  </a:lnTo>
                  <a:lnTo>
                    <a:pt x="8210024" y="60284"/>
                  </a:lnTo>
                  <a:lnTo>
                    <a:pt x="8210182" y="60284"/>
                  </a:lnTo>
                  <a:lnTo>
                    <a:pt x="8210655" y="59853"/>
                  </a:lnTo>
                  <a:lnTo>
                    <a:pt x="8210813" y="59853"/>
                  </a:lnTo>
                  <a:lnTo>
                    <a:pt x="8211286" y="59853"/>
                  </a:lnTo>
                  <a:lnTo>
                    <a:pt x="8211444" y="59853"/>
                  </a:lnTo>
                  <a:lnTo>
                    <a:pt x="8211602" y="59422"/>
                  </a:lnTo>
                  <a:lnTo>
                    <a:pt x="8212390" y="58992"/>
                  </a:lnTo>
                  <a:lnTo>
                    <a:pt x="8212548" y="58992"/>
                  </a:lnTo>
                  <a:lnTo>
                    <a:pt x="8212706" y="58992"/>
                  </a:lnTo>
                  <a:lnTo>
                    <a:pt x="8212863" y="58992"/>
                  </a:lnTo>
                  <a:lnTo>
                    <a:pt x="8213021" y="58992"/>
                  </a:lnTo>
                  <a:lnTo>
                    <a:pt x="8213179" y="58992"/>
                  </a:lnTo>
                  <a:lnTo>
                    <a:pt x="8213337" y="58992"/>
                  </a:lnTo>
                  <a:lnTo>
                    <a:pt x="8213494" y="58992"/>
                  </a:lnTo>
                  <a:lnTo>
                    <a:pt x="8213652" y="58992"/>
                  </a:lnTo>
                  <a:lnTo>
                    <a:pt x="8214125" y="58992"/>
                  </a:lnTo>
                  <a:lnTo>
                    <a:pt x="8214283" y="58992"/>
                  </a:lnTo>
                  <a:lnTo>
                    <a:pt x="8214441" y="58992"/>
                  </a:lnTo>
                  <a:lnTo>
                    <a:pt x="8214756" y="58992"/>
                  </a:lnTo>
                  <a:lnTo>
                    <a:pt x="8215229" y="58992"/>
                  </a:lnTo>
                  <a:lnTo>
                    <a:pt x="8215229" y="58561"/>
                  </a:lnTo>
                  <a:lnTo>
                    <a:pt x="8215387" y="58561"/>
                  </a:lnTo>
                  <a:lnTo>
                    <a:pt x="8215545" y="58561"/>
                  </a:lnTo>
                  <a:lnTo>
                    <a:pt x="8215702" y="58561"/>
                  </a:lnTo>
                  <a:lnTo>
                    <a:pt x="8216018" y="58561"/>
                  </a:lnTo>
                  <a:lnTo>
                    <a:pt x="8216175" y="58561"/>
                  </a:lnTo>
                  <a:lnTo>
                    <a:pt x="8216333" y="58561"/>
                  </a:lnTo>
                  <a:lnTo>
                    <a:pt x="8216649" y="58561"/>
                  </a:lnTo>
                  <a:lnTo>
                    <a:pt x="8216806" y="58561"/>
                  </a:lnTo>
                  <a:lnTo>
                    <a:pt x="8216964" y="58561"/>
                  </a:lnTo>
                  <a:lnTo>
                    <a:pt x="8217122" y="58561"/>
                  </a:lnTo>
                  <a:lnTo>
                    <a:pt x="8217280" y="58561"/>
                  </a:lnTo>
                  <a:lnTo>
                    <a:pt x="8217437" y="58561"/>
                  </a:lnTo>
                  <a:lnTo>
                    <a:pt x="8217595" y="58561"/>
                  </a:lnTo>
                  <a:lnTo>
                    <a:pt x="8217753" y="58561"/>
                  </a:lnTo>
                  <a:lnTo>
                    <a:pt x="8217753" y="58131"/>
                  </a:lnTo>
                  <a:lnTo>
                    <a:pt x="8218068" y="58131"/>
                  </a:lnTo>
                  <a:lnTo>
                    <a:pt x="8219014" y="58131"/>
                  </a:lnTo>
                  <a:lnTo>
                    <a:pt x="8219330" y="58131"/>
                  </a:lnTo>
                  <a:lnTo>
                    <a:pt x="8219488" y="58131"/>
                  </a:lnTo>
                  <a:lnTo>
                    <a:pt x="8219645" y="58131"/>
                  </a:lnTo>
                  <a:lnTo>
                    <a:pt x="8219803" y="58131"/>
                  </a:lnTo>
                  <a:lnTo>
                    <a:pt x="8219961" y="58131"/>
                  </a:lnTo>
                  <a:lnTo>
                    <a:pt x="8220118" y="58131"/>
                  </a:lnTo>
                  <a:lnTo>
                    <a:pt x="8220592" y="58131"/>
                  </a:lnTo>
                  <a:lnTo>
                    <a:pt x="8220749" y="58131"/>
                  </a:lnTo>
                  <a:lnTo>
                    <a:pt x="8221065" y="58131"/>
                  </a:lnTo>
                  <a:lnTo>
                    <a:pt x="8221222" y="58131"/>
                  </a:lnTo>
                  <a:lnTo>
                    <a:pt x="8221538" y="58131"/>
                  </a:lnTo>
                  <a:lnTo>
                    <a:pt x="8221853" y="58131"/>
                  </a:lnTo>
                  <a:lnTo>
                    <a:pt x="8222011" y="58131"/>
                  </a:lnTo>
                  <a:lnTo>
                    <a:pt x="8222326" y="58131"/>
                  </a:lnTo>
                  <a:lnTo>
                    <a:pt x="8222642" y="58131"/>
                  </a:lnTo>
                  <a:lnTo>
                    <a:pt x="8222800" y="58131"/>
                  </a:lnTo>
                  <a:lnTo>
                    <a:pt x="8222957" y="58131"/>
                  </a:lnTo>
                  <a:lnTo>
                    <a:pt x="8223273" y="58131"/>
                  </a:lnTo>
                  <a:lnTo>
                    <a:pt x="8223431" y="58131"/>
                  </a:lnTo>
                  <a:lnTo>
                    <a:pt x="8223746" y="58131"/>
                  </a:lnTo>
                  <a:lnTo>
                    <a:pt x="8223904" y="58131"/>
                  </a:lnTo>
                  <a:lnTo>
                    <a:pt x="8224061" y="58131"/>
                  </a:lnTo>
                  <a:lnTo>
                    <a:pt x="8224219" y="58131"/>
                  </a:lnTo>
                  <a:lnTo>
                    <a:pt x="8224377" y="58131"/>
                  </a:lnTo>
                  <a:lnTo>
                    <a:pt x="8224535" y="58131"/>
                  </a:lnTo>
                  <a:lnTo>
                    <a:pt x="8225008" y="58131"/>
                  </a:lnTo>
                  <a:lnTo>
                    <a:pt x="8225165" y="58131"/>
                  </a:lnTo>
                  <a:lnTo>
                    <a:pt x="8225323" y="58131"/>
                  </a:lnTo>
                  <a:lnTo>
                    <a:pt x="8225481" y="58131"/>
                  </a:lnTo>
                  <a:lnTo>
                    <a:pt x="8225639" y="58131"/>
                  </a:lnTo>
                  <a:lnTo>
                    <a:pt x="8225796" y="58131"/>
                  </a:lnTo>
                  <a:lnTo>
                    <a:pt x="8225954" y="57700"/>
                  </a:lnTo>
                  <a:lnTo>
                    <a:pt x="8226269" y="57700"/>
                  </a:lnTo>
                  <a:lnTo>
                    <a:pt x="8226585" y="57269"/>
                  </a:lnTo>
                  <a:lnTo>
                    <a:pt x="8226743" y="57269"/>
                  </a:lnTo>
                  <a:lnTo>
                    <a:pt x="8227058" y="57269"/>
                  </a:lnTo>
                  <a:lnTo>
                    <a:pt x="8227373" y="57269"/>
                  </a:lnTo>
                  <a:lnTo>
                    <a:pt x="8227531" y="57269"/>
                  </a:lnTo>
                  <a:lnTo>
                    <a:pt x="8227847" y="57269"/>
                  </a:lnTo>
                  <a:lnTo>
                    <a:pt x="8228004" y="57269"/>
                  </a:lnTo>
                  <a:lnTo>
                    <a:pt x="8228162" y="57269"/>
                  </a:lnTo>
                  <a:lnTo>
                    <a:pt x="8228320" y="57269"/>
                  </a:lnTo>
                  <a:lnTo>
                    <a:pt x="8228478" y="57269"/>
                  </a:lnTo>
                  <a:lnTo>
                    <a:pt x="8228635" y="57269"/>
                  </a:lnTo>
                  <a:lnTo>
                    <a:pt x="8228793" y="57269"/>
                  </a:lnTo>
                  <a:lnTo>
                    <a:pt x="8228951" y="56839"/>
                  </a:lnTo>
                  <a:lnTo>
                    <a:pt x="8229108" y="56839"/>
                  </a:lnTo>
                  <a:lnTo>
                    <a:pt x="8229266" y="56839"/>
                  </a:lnTo>
                  <a:lnTo>
                    <a:pt x="8229739" y="56839"/>
                  </a:lnTo>
                  <a:lnTo>
                    <a:pt x="8229897" y="56839"/>
                  </a:lnTo>
                  <a:lnTo>
                    <a:pt x="8230055" y="56839"/>
                  </a:lnTo>
                  <a:lnTo>
                    <a:pt x="8230370" y="56839"/>
                  </a:lnTo>
                  <a:lnTo>
                    <a:pt x="8230528" y="56839"/>
                  </a:lnTo>
                  <a:lnTo>
                    <a:pt x="8230686" y="56839"/>
                  </a:lnTo>
                  <a:lnTo>
                    <a:pt x="8230843" y="56839"/>
                  </a:lnTo>
                  <a:lnTo>
                    <a:pt x="8231001" y="56839"/>
                  </a:lnTo>
                  <a:lnTo>
                    <a:pt x="8231790" y="56408"/>
                  </a:lnTo>
                  <a:lnTo>
                    <a:pt x="8232263" y="56408"/>
                  </a:lnTo>
                  <a:lnTo>
                    <a:pt x="8233051" y="56408"/>
                  </a:lnTo>
                  <a:lnTo>
                    <a:pt x="8233209" y="56408"/>
                  </a:lnTo>
                  <a:lnTo>
                    <a:pt x="8233682" y="56408"/>
                  </a:lnTo>
                  <a:lnTo>
                    <a:pt x="8233998" y="56408"/>
                  </a:lnTo>
                  <a:lnTo>
                    <a:pt x="8234155" y="56408"/>
                  </a:lnTo>
                  <a:lnTo>
                    <a:pt x="8234471" y="56408"/>
                  </a:lnTo>
                  <a:lnTo>
                    <a:pt x="8235102" y="56408"/>
                  </a:lnTo>
                  <a:lnTo>
                    <a:pt x="8235259" y="56408"/>
                  </a:lnTo>
                  <a:lnTo>
                    <a:pt x="8235417" y="56408"/>
                  </a:lnTo>
                  <a:lnTo>
                    <a:pt x="8235575" y="56408"/>
                  </a:lnTo>
                  <a:lnTo>
                    <a:pt x="8235733" y="56408"/>
                  </a:lnTo>
                  <a:lnTo>
                    <a:pt x="8236206" y="56408"/>
                  </a:lnTo>
                  <a:lnTo>
                    <a:pt x="8236363" y="56408"/>
                  </a:lnTo>
                  <a:lnTo>
                    <a:pt x="8236521" y="56408"/>
                  </a:lnTo>
                  <a:lnTo>
                    <a:pt x="8236679" y="56408"/>
                  </a:lnTo>
                  <a:lnTo>
                    <a:pt x="8237152" y="56408"/>
                  </a:lnTo>
                  <a:lnTo>
                    <a:pt x="8237152" y="55978"/>
                  </a:lnTo>
                  <a:lnTo>
                    <a:pt x="8237467" y="55978"/>
                  </a:lnTo>
                  <a:lnTo>
                    <a:pt x="8238414" y="55547"/>
                  </a:lnTo>
                  <a:lnTo>
                    <a:pt x="8238729" y="55547"/>
                  </a:lnTo>
                  <a:lnTo>
                    <a:pt x="8239202" y="55547"/>
                  </a:lnTo>
                  <a:lnTo>
                    <a:pt x="8239360" y="55547"/>
                  </a:lnTo>
                  <a:lnTo>
                    <a:pt x="8239518" y="55547"/>
                  </a:lnTo>
                  <a:lnTo>
                    <a:pt x="8239676" y="55547"/>
                  </a:lnTo>
                  <a:lnTo>
                    <a:pt x="8239833" y="55547"/>
                  </a:lnTo>
                  <a:lnTo>
                    <a:pt x="8239991" y="55547"/>
                  </a:lnTo>
                  <a:lnTo>
                    <a:pt x="8240464" y="55547"/>
                  </a:lnTo>
                  <a:lnTo>
                    <a:pt x="8240622" y="55547"/>
                  </a:lnTo>
                  <a:lnTo>
                    <a:pt x="8240780" y="55547"/>
                  </a:lnTo>
                  <a:lnTo>
                    <a:pt x="8240937" y="55547"/>
                  </a:lnTo>
                  <a:lnTo>
                    <a:pt x="8241095" y="55547"/>
                  </a:lnTo>
                  <a:lnTo>
                    <a:pt x="8241253" y="55547"/>
                  </a:lnTo>
                  <a:lnTo>
                    <a:pt x="8241410" y="55547"/>
                  </a:lnTo>
                  <a:lnTo>
                    <a:pt x="8241884" y="55547"/>
                  </a:lnTo>
                  <a:lnTo>
                    <a:pt x="8242514" y="55547"/>
                  </a:lnTo>
                  <a:lnTo>
                    <a:pt x="8243145" y="55116"/>
                  </a:lnTo>
                  <a:lnTo>
                    <a:pt x="8243461" y="55116"/>
                  </a:lnTo>
                  <a:lnTo>
                    <a:pt x="8244249" y="54686"/>
                  </a:lnTo>
                  <a:lnTo>
                    <a:pt x="8244407" y="54686"/>
                  </a:lnTo>
                  <a:lnTo>
                    <a:pt x="8244565" y="54686"/>
                  </a:lnTo>
                  <a:lnTo>
                    <a:pt x="8244880" y="54686"/>
                  </a:lnTo>
                  <a:lnTo>
                    <a:pt x="8245038" y="54686"/>
                  </a:lnTo>
                  <a:lnTo>
                    <a:pt x="8245196" y="54686"/>
                  </a:lnTo>
                  <a:lnTo>
                    <a:pt x="8245353" y="54686"/>
                  </a:lnTo>
                  <a:lnTo>
                    <a:pt x="8245511" y="54686"/>
                  </a:lnTo>
                  <a:lnTo>
                    <a:pt x="8245669" y="54686"/>
                  </a:lnTo>
                  <a:lnTo>
                    <a:pt x="8246300" y="54686"/>
                  </a:lnTo>
                  <a:lnTo>
                    <a:pt x="8246457" y="54686"/>
                  </a:lnTo>
                  <a:lnTo>
                    <a:pt x="8246615" y="54686"/>
                  </a:lnTo>
                  <a:lnTo>
                    <a:pt x="8246773" y="54686"/>
                  </a:lnTo>
                  <a:lnTo>
                    <a:pt x="8246931" y="54686"/>
                  </a:lnTo>
                  <a:lnTo>
                    <a:pt x="8247088" y="54255"/>
                  </a:lnTo>
                  <a:lnTo>
                    <a:pt x="8247246" y="53825"/>
                  </a:lnTo>
                  <a:lnTo>
                    <a:pt x="8250085" y="53394"/>
                  </a:lnTo>
                  <a:lnTo>
                    <a:pt x="8250400" y="53394"/>
                  </a:lnTo>
                  <a:lnTo>
                    <a:pt x="8250558" y="53394"/>
                  </a:lnTo>
                  <a:lnTo>
                    <a:pt x="8250716" y="52963"/>
                  </a:lnTo>
                  <a:lnTo>
                    <a:pt x="8251031" y="52963"/>
                  </a:lnTo>
                  <a:lnTo>
                    <a:pt x="8251031" y="52533"/>
                  </a:lnTo>
                  <a:lnTo>
                    <a:pt x="8251347" y="52533"/>
                  </a:lnTo>
                  <a:lnTo>
                    <a:pt x="8251662" y="52102"/>
                  </a:lnTo>
                  <a:lnTo>
                    <a:pt x="8251820" y="52102"/>
                  </a:lnTo>
                  <a:lnTo>
                    <a:pt x="8251978" y="52102"/>
                  </a:lnTo>
                  <a:lnTo>
                    <a:pt x="8252135" y="52102"/>
                  </a:lnTo>
                  <a:lnTo>
                    <a:pt x="8252293" y="52102"/>
                  </a:lnTo>
                  <a:lnTo>
                    <a:pt x="8252608" y="52102"/>
                  </a:lnTo>
                  <a:lnTo>
                    <a:pt x="8252766" y="52102"/>
                  </a:lnTo>
                  <a:lnTo>
                    <a:pt x="8252766" y="51672"/>
                  </a:lnTo>
                  <a:lnTo>
                    <a:pt x="8252766" y="51241"/>
                  </a:lnTo>
                  <a:lnTo>
                    <a:pt x="8252766" y="50810"/>
                  </a:lnTo>
                  <a:lnTo>
                    <a:pt x="8252924" y="50810"/>
                  </a:lnTo>
                  <a:lnTo>
                    <a:pt x="8253239" y="50810"/>
                  </a:lnTo>
                  <a:lnTo>
                    <a:pt x="8253555" y="50810"/>
                  </a:lnTo>
                  <a:lnTo>
                    <a:pt x="8253870" y="50810"/>
                  </a:lnTo>
                  <a:lnTo>
                    <a:pt x="8254028" y="50810"/>
                  </a:lnTo>
                  <a:lnTo>
                    <a:pt x="8254186" y="50810"/>
                  </a:lnTo>
                  <a:lnTo>
                    <a:pt x="8254343" y="50810"/>
                  </a:lnTo>
                  <a:lnTo>
                    <a:pt x="8254659" y="50810"/>
                  </a:lnTo>
                  <a:lnTo>
                    <a:pt x="8254974" y="50380"/>
                  </a:lnTo>
                  <a:lnTo>
                    <a:pt x="8255132" y="50380"/>
                  </a:lnTo>
                  <a:lnTo>
                    <a:pt x="8255290" y="50380"/>
                  </a:lnTo>
                  <a:lnTo>
                    <a:pt x="8255447" y="50380"/>
                  </a:lnTo>
                  <a:lnTo>
                    <a:pt x="8255605" y="50380"/>
                  </a:lnTo>
                  <a:lnTo>
                    <a:pt x="8255763" y="50380"/>
                  </a:lnTo>
                  <a:lnTo>
                    <a:pt x="8255920" y="50380"/>
                  </a:lnTo>
                  <a:lnTo>
                    <a:pt x="8256078" y="49949"/>
                  </a:lnTo>
                  <a:lnTo>
                    <a:pt x="8256236" y="49949"/>
                  </a:lnTo>
                  <a:lnTo>
                    <a:pt x="8256394" y="49949"/>
                  </a:lnTo>
                  <a:lnTo>
                    <a:pt x="8256551" y="49949"/>
                  </a:lnTo>
                  <a:lnTo>
                    <a:pt x="8257182" y="49949"/>
                  </a:lnTo>
                  <a:lnTo>
                    <a:pt x="8257340" y="49949"/>
                  </a:lnTo>
                  <a:lnTo>
                    <a:pt x="8257498" y="49949"/>
                  </a:lnTo>
                  <a:lnTo>
                    <a:pt x="8257655" y="49949"/>
                  </a:lnTo>
                  <a:lnTo>
                    <a:pt x="8258129" y="49949"/>
                  </a:lnTo>
                  <a:lnTo>
                    <a:pt x="8258286" y="49949"/>
                  </a:lnTo>
                  <a:lnTo>
                    <a:pt x="8258444" y="49949"/>
                  </a:lnTo>
                  <a:lnTo>
                    <a:pt x="8258602" y="49949"/>
                  </a:lnTo>
                  <a:lnTo>
                    <a:pt x="8258917" y="49949"/>
                  </a:lnTo>
                  <a:lnTo>
                    <a:pt x="8259233" y="49949"/>
                  </a:lnTo>
                  <a:lnTo>
                    <a:pt x="8259390" y="49949"/>
                  </a:lnTo>
                  <a:lnTo>
                    <a:pt x="8259863" y="49949"/>
                  </a:lnTo>
                  <a:lnTo>
                    <a:pt x="8260021" y="49949"/>
                  </a:lnTo>
                  <a:lnTo>
                    <a:pt x="8260179" y="49949"/>
                  </a:lnTo>
                  <a:lnTo>
                    <a:pt x="8260337" y="49949"/>
                  </a:lnTo>
                  <a:lnTo>
                    <a:pt x="8260652" y="49949"/>
                  </a:lnTo>
                  <a:lnTo>
                    <a:pt x="8260967" y="49949"/>
                  </a:lnTo>
                  <a:lnTo>
                    <a:pt x="8261125" y="49949"/>
                  </a:lnTo>
                  <a:lnTo>
                    <a:pt x="8261283" y="49949"/>
                  </a:lnTo>
                  <a:lnTo>
                    <a:pt x="8261441" y="49949"/>
                  </a:lnTo>
                  <a:lnTo>
                    <a:pt x="8261598" y="49949"/>
                  </a:lnTo>
                  <a:lnTo>
                    <a:pt x="8261914" y="49949"/>
                  </a:lnTo>
                  <a:lnTo>
                    <a:pt x="8262545" y="49519"/>
                  </a:lnTo>
                  <a:lnTo>
                    <a:pt x="8262702" y="49519"/>
                  </a:lnTo>
                  <a:lnTo>
                    <a:pt x="8262860" y="49519"/>
                  </a:lnTo>
                  <a:lnTo>
                    <a:pt x="8263018" y="49519"/>
                  </a:lnTo>
                  <a:lnTo>
                    <a:pt x="8263176" y="49519"/>
                  </a:lnTo>
                  <a:lnTo>
                    <a:pt x="8263491" y="49088"/>
                  </a:lnTo>
                  <a:lnTo>
                    <a:pt x="8263649" y="49088"/>
                  </a:lnTo>
                  <a:lnTo>
                    <a:pt x="8263806" y="49088"/>
                  </a:lnTo>
                  <a:lnTo>
                    <a:pt x="8264122" y="49088"/>
                  </a:lnTo>
                  <a:lnTo>
                    <a:pt x="8264280" y="49088"/>
                  </a:lnTo>
                  <a:lnTo>
                    <a:pt x="8264753" y="49088"/>
                  </a:lnTo>
                  <a:lnTo>
                    <a:pt x="8264910" y="49088"/>
                  </a:lnTo>
                  <a:lnTo>
                    <a:pt x="8265226" y="49088"/>
                  </a:lnTo>
                  <a:lnTo>
                    <a:pt x="8265541" y="49088"/>
                  </a:lnTo>
                  <a:lnTo>
                    <a:pt x="8265699" y="49088"/>
                  </a:lnTo>
                  <a:lnTo>
                    <a:pt x="8265857" y="49088"/>
                  </a:lnTo>
                  <a:lnTo>
                    <a:pt x="8266014" y="49088"/>
                  </a:lnTo>
                  <a:lnTo>
                    <a:pt x="8266330" y="49088"/>
                  </a:lnTo>
                  <a:lnTo>
                    <a:pt x="8266488" y="49088"/>
                  </a:lnTo>
                  <a:lnTo>
                    <a:pt x="8266803" y="48657"/>
                  </a:lnTo>
                  <a:lnTo>
                    <a:pt x="8267434" y="48657"/>
                  </a:lnTo>
                  <a:lnTo>
                    <a:pt x="8267592" y="48657"/>
                  </a:lnTo>
                  <a:lnTo>
                    <a:pt x="8267749" y="48657"/>
                  </a:lnTo>
                  <a:lnTo>
                    <a:pt x="8268696" y="48657"/>
                  </a:lnTo>
                  <a:lnTo>
                    <a:pt x="8268853" y="48657"/>
                  </a:lnTo>
                  <a:lnTo>
                    <a:pt x="8269011" y="48657"/>
                  </a:lnTo>
                  <a:lnTo>
                    <a:pt x="8269169" y="48657"/>
                  </a:lnTo>
                  <a:lnTo>
                    <a:pt x="8269327" y="48657"/>
                  </a:lnTo>
                  <a:lnTo>
                    <a:pt x="8269484" y="48657"/>
                  </a:lnTo>
                  <a:lnTo>
                    <a:pt x="8269642" y="48657"/>
                  </a:lnTo>
                  <a:lnTo>
                    <a:pt x="8269957" y="48657"/>
                  </a:lnTo>
                  <a:lnTo>
                    <a:pt x="8270115" y="48657"/>
                  </a:lnTo>
                  <a:lnTo>
                    <a:pt x="8270746" y="48657"/>
                  </a:lnTo>
                  <a:lnTo>
                    <a:pt x="8270904" y="48657"/>
                  </a:lnTo>
                  <a:lnTo>
                    <a:pt x="8271692" y="48657"/>
                  </a:lnTo>
                  <a:lnTo>
                    <a:pt x="8271850" y="48657"/>
                  </a:lnTo>
                  <a:lnTo>
                    <a:pt x="8272008" y="48657"/>
                  </a:lnTo>
                  <a:lnTo>
                    <a:pt x="8272639" y="48657"/>
                  </a:lnTo>
                  <a:lnTo>
                    <a:pt x="8272796" y="48657"/>
                  </a:lnTo>
                  <a:lnTo>
                    <a:pt x="8273112" y="48657"/>
                  </a:lnTo>
                  <a:lnTo>
                    <a:pt x="8273270" y="48657"/>
                  </a:lnTo>
                  <a:lnTo>
                    <a:pt x="8273427" y="47796"/>
                  </a:lnTo>
                  <a:lnTo>
                    <a:pt x="8273585" y="47796"/>
                  </a:lnTo>
                  <a:lnTo>
                    <a:pt x="8273743" y="47796"/>
                  </a:lnTo>
                  <a:lnTo>
                    <a:pt x="8273900" y="47796"/>
                  </a:lnTo>
                  <a:lnTo>
                    <a:pt x="8274058" y="47796"/>
                  </a:lnTo>
                  <a:lnTo>
                    <a:pt x="8274689" y="47796"/>
                  </a:lnTo>
                  <a:lnTo>
                    <a:pt x="8274847" y="47796"/>
                  </a:lnTo>
                  <a:lnTo>
                    <a:pt x="8275004" y="47796"/>
                  </a:lnTo>
                  <a:lnTo>
                    <a:pt x="8275162" y="47796"/>
                  </a:lnTo>
                  <a:lnTo>
                    <a:pt x="8275793" y="47796"/>
                  </a:lnTo>
                  <a:lnTo>
                    <a:pt x="8276108" y="47796"/>
                  </a:lnTo>
                  <a:lnTo>
                    <a:pt x="8276266" y="47796"/>
                  </a:lnTo>
                  <a:lnTo>
                    <a:pt x="8276582" y="47796"/>
                  </a:lnTo>
                  <a:lnTo>
                    <a:pt x="8276739" y="47796"/>
                  </a:lnTo>
                  <a:lnTo>
                    <a:pt x="8276897" y="47796"/>
                  </a:lnTo>
                  <a:lnTo>
                    <a:pt x="8277055" y="47796"/>
                  </a:lnTo>
                  <a:lnTo>
                    <a:pt x="8277212" y="47796"/>
                  </a:lnTo>
                  <a:lnTo>
                    <a:pt x="8277528" y="47796"/>
                  </a:lnTo>
                  <a:lnTo>
                    <a:pt x="8277686" y="47796"/>
                  </a:lnTo>
                  <a:lnTo>
                    <a:pt x="8277843" y="47796"/>
                  </a:lnTo>
                  <a:lnTo>
                    <a:pt x="8278001" y="47796"/>
                  </a:lnTo>
                  <a:lnTo>
                    <a:pt x="8278159" y="47796"/>
                  </a:lnTo>
                  <a:lnTo>
                    <a:pt x="8278316" y="47796"/>
                  </a:lnTo>
                  <a:lnTo>
                    <a:pt x="8278790" y="47796"/>
                  </a:lnTo>
                  <a:lnTo>
                    <a:pt x="8279105" y="47796"/>
                  </a:lnTo>
                  <a:lnTo>
                    <a:pt x="8279263" y="47796"/>
                  </a:lnTo>
                  <a:lnTo>
                    <a:pt x="8279421" y="47796"/>
                  </a:lnTo>
                  <a:lnTo>
                    <a:pt x="8279894" y="47796"/>
                  </a:lnTo>
                  <a:lnTo>
                    <a:pt x="8280051" y="47796"/>
                  </a:lnTo>
                  <a:lnTo>
                    <a:pt x="8280840" y="47366"/>
                  </a:lnTo>
                  <a:lnTo>
                    <a:pt x="8280998" y="47366"/>
                  </a:lnTo>
                  <a:lnTo>
                    <a:pt x="8281155" y="47366"/>
                  </a:lnTo>
                  <a:lnTo>
                    <a:pt x="8281313" y="47366"/>
                  </a:lnTo>
                  <a:lnTo>
                    <a:pt x="8281629" y="47366"/>
                  </a:lnTo>
                  <a:lnTo>
                    <a:pt x="8281629" y="46935"/>
                  </a:lnTo>
                  <a:lnTo>
                    <a:pt x="8281786" y="46935"/>
                  </a:lnTo>
                  <a:lnTo>
                    <a:pt x="8281786" y="46504"/>
                  </a:lnTo>
                  <a:lnTo>
                    <a:pt x="8281944" y="46504"/>
                  </a:lnTo>
                  <a:lnTo>
                    <a:pt x="8282102" y="46504"/>
                  </a:lnTo>
                  <a:lnTo>
                    <a:pt x="8282417" y="46504"/>
                  </a:lnTo>
                  <a:lnTo>
                    <a:pt x="8282575" y="46504"/>
                  </a:lnTo>
                  <a:lnTo>
                    <a:pt x="8282733" y="46504"/>
                  </a:lnTo>
                  <a:lnTo>
                    <a:pt x="8283206" y="46504"/>
                  </a:lnTo>
                  <a:lnTo>
                    <a:pt x="8283363" y="46504"/>
                  </a:lnTo>
                  <a:lnTo>
                    <a:pt x="8283521" y="46504"/>
                  </a:lnTo>
                  <a:lnTo>
                    <a:pt x="8283679" y="46504"/>
                  </a:lnTo>
                  <a:lnTo>
                    <a:pt x="8284152" y="46074"/>
                  </a:lnTo>
                  <a:lnTo>
                    <a:pt x="8284783" y="46074"/>
                  </a:lnTo>
                  <a:lnTo>
                    <a:pt x="8284941" y="46074"/>
                  </a:lnTo>
                  <a:lnTo>
                    <a:pt x="8285256" y="46074"/>
                  </a:lnTo>
                  <a:lnTo>
                    <a:pt x="8285414" y="46074"/>
                  </a:lnTo>
                  <a:lnTo>
                    <a:pt x="8285572" y="46074"/>
                  </a:lnTo>
                  <a:lnTo>
                    <a:pt x="8285729" y="46074"/>
                  </a:lnTo>
                  <a:lnTo>
                    <a:pt x="8285887" y="46074"/>
                  </a:lnTo>
                  <a:lnTo>
                    <a:pt x="8286518" y="46074"/>
                  </a:lnTo>
                  <a:lnTo>
                    <a:pt x="8286676" y="46074"/>
                  </a:lnTo>
                  <a:lnTo>
                    <a:pt x="8287149" y="46074"/>
                  </a:lnTo>
                  <a:lnTo>
                    <a:pt x="8287306" y="46074"/>
                  </a:lnTo>
                  <a:lnTo>
                    <a:pt x="8287622" y="46074"/>
                  </a:lnTo>
                  <a:lnTo>
                    <a:pt x="8287780" y="46074"/>
                  </a:lnTo>
                  <a:lnTo>
                    <a:pt x="8287780" y="45643"/>
                  </a:lnTo>
                  <a:lnTo>
                    <a:pt x="8287937" y="45643"/>
                  </a:lnTo>
                  <a:lnTo>
                    <a:pt x="8288568" y="45213"/>
                  </a:lnTo>
                  <a:lnTo>
                    <a:pt x="8288726" y="45213"/>
                  </a:lnTo>
                  <a:lnTo>
                    <a:pt x="8288884" y="45213"/>
                  </a:lnTo>
                  <a:lnTo>
                    <a:pt x="8289041" y="45213"/>
                  </a:lnTo>
                  <a:lnTo>
                    <a:pt x="8289199" y="45213"/>
                  </a:lnTo>
                  <a:lnTo>
                    <a:pt x="8289514" y="45213"/>
                  </a:lnTo>
                  <a:lnTo>
                    <a:pt x="8289672" y="45213"/>
                  </a:lnTo>
                  <a:lnTo>
                    <a:pt x="8289830" y="45213"/>
                  </a:lnTo>
                  <a:lnTo>
                    <a:pt x="8289988" y="45213"/>
                  </a:lnTo>
                  <a:lnTo>
                    <a:pt x="8290461" y="45213"/>
                  </a:lnTo>
                  <a:lnTo>
                    <a:pt x="8290619" y="45213"/>
                  </a:lnTo>
                  <a:lnTo>
                    <a:pt x="8291092" y="45213"/>
                  </a:lnTo>
                  <a:lnTo>
                    <a:pt x="8291249" y="45213"/>
                  </a:lnTo>
                  <a:lnTo>
                    <a:pt x="8291407" y="45213"/>
                  </a:lnTo>
                  <a:lnTo>
                    <a:pt x="8291880" y="45213"/>
                  </a:lnTo>
                  <a:lnTo>
                    <a:pt x="8292196" y="45213"/>
                  </a:lnTo>
                  <a:lnTo>
                    <a:pt x="8292511" y="45213"/>
                  </a:lnTo>
                  <a:lnTo>
                    <a:pt x="8292669" y="45213"/>
                  </a:lnTo>
                  <a:lnTo>
                    <a:pt x="8292827" y="45213"/>
                  </a:lnTo>
                  <a:lnTo>
                    <a:pt x="8292984" y="45213"/>
                  </a:lnTo>
                  <a:lnTo>
                    <a:pt x="8293142" y="45213"/>
                  </a:lnTo>
                  <a:lnTo>
                    <a:pt x="8293300" y="45213"/>
                  </a:lnTo>
                  <a:lnTo>
                    <a:pt x="8293615" y="45213"/>
                  </a:lnTo>
                  <a:lnTo>
                    <a:pt x="8293615" y="44782"/>
                  </a:lnTo>
                  <a:lnTo>
                    <a:pt x="8293773" y="44782"/>
                  </a:lnTo>
                  <a:lnTo>
                    <a:pt x="8293931" y="44782"/>
                  </a:lnTo>
                  <a:lnTo>
                    <a:pt x="8293931" y="44351"/>
                  </a:lnTo>
                  <a:lnTo>
                    <a:pt x="8294088" y="44351"/>
                  </a:lnTo>
                  <a:lnTo>
                    <a:pt x="8294246" y="44351"/>
                  </a:lnTo>
                  <a:lnTo>
                    <a:pt x="8294561" y="44351"/>
                  </a:lnTo>
                  <a:lnTo>
                    <a:pt x="8294877" y="43921"/>
                  </a:lnTo>
                  <a:lnTo>
                    <a:pt x="8295035" y="43921"/>
                  </a:lnTo>
                  <a:lnTo>
                    <a:pt x="8295192" y="43490"/>
                  </a:lnTo>
                  <a:lnTo>
                    <a:pt x="8295350" y="43490"/>
                  </a:lnTo>
                  <a:lnTo>
                    <a:pt x="8295665" y="43490"/>
                  </a:lnTo>
                  <a:lnTo>
                    <a:pt x="8296139" y="43490"/>
                  </a:lnTo>
                  <a:lnTo>
                    <a:pt x="8296296" y="43490"/>
                  </a:lnTo>
                  <a:lnTo>
                    <a:pt x="8296454" y="43490"/>
                  </a:lnTo>
                  <a:lnTo>
                    <a:pt x="8296612" y="43490"/>
                  </a:lnTo>
                  <a:lnTo>
                    <a:pt x="8296770" y="43490"/>
                  </a:lnTo>
                  <a:lnTo>
                    <a:pt x="8296927" y="43490"/>
                  </a:lnTo>
                  <a:lnTo>
                    <a:pt x="8297243" y="43490"/>
                  </a:lnTo>
                  <a:lnTo>
                    <a:pt x="8297400" y="43490"/>
                  </a:lnTo>
                  <a:lnTo>
                    <a:pt x="8297874" y="43490"/>
                  </a:lnTo>
                  <a:lnTo>
                    <a:pt x="8298189" y="43490"/>
                  </a:lnTo>
                  <a:lnTo>
                    <a:pt x="8298347" y="43490"/>
                  </a:lnTo>
                  <a:lnTo>
                    <a:pt x="8298347" y="43060"/>
                  </a:lnTo>
                  <a:lnTo>
                    <a:pt x="8298504" y="43060"/>
                  </a:lnTo>
                  <a:lnTo>
                    <a:pt x="8298662" y="43060"/>
                  </a:lnTo>
                  <a:lnTo>
                    <a:pt x="8298820" y="43060"/>
                  </a:lnTo>
                  <a:lnTo>
                    <a:pt x="8298978" y="43060"/>
                  </a:lnTo>
                  <a:lnTo>
                    <a:pt x="8299135" y="43060"/>
                  </a:lnTo>
                  <a:lnTo>
                    <a:pt x="8299293" y="43060"/>
                  </a:lnTo>
                  <a:lnTo>
                    <a:pt x="8299451" y="43060"/>
                  </a:lnTo>
                  <a:lnTo>
                    <a:pt x="8299766" y="43060"/>
                  </a:lnTo>
                  <a:lnTo>
                    <a:pt x="8301186" y="43060"/>
                  </a:lnTo>
                  <a:lnTo>
                    <a:pt x="8301343" y="43060"/>
                  </a:lnTo>
                  <a:lnTo>
                    <a:pt x="8301501" y="43060"/>
                  </a:lnTo>
                  <a:lnTo>
                    <a:pt x="8301817" y="43060"/>
                  </a:lnTo>
                  <a:lnTo>
                    <a:pt x="8301974" y="43060"/>
                  </a:lnTo>
                  <a:lnTo>
                    <a:pt x="8302132" y="43060"/>
                  </a:lnTo>
                  <a:lnTo>
                    <a:pt x="8302290" y="43060"/>
                  </a:lnTo>
                  <a:lnTo>
                    <a:pt x="8302290" y="42629"/>
                  </a:lnTo>
                  <a:lnTo>
                    <a:pt x="8302763" y="42629"/>
                  </a:lnTo>
                  <a:lnTo>
                    <a:pt x="8303078" y="42629"/>
                  </a:lnTo>
                  <a:lnTo>
                    <a:pt x="8303236" y="42629"/>
                  </a:lnTo>
                  <a:lnTo>
                    <a:pt x="8303394" y="42629"/>
                  </a:lnTo>
                  <a:lnTo>
                    <a:pt x="8303394" y="42198"/>
                  </a:lnTo>
                  <a:lnTo>
                    <a:pt x="8303709" y="42198"/>
                  </a:lnTo>
                  <a:lnTo>
                    <a:pt x="8303867" y="42198"/>
                  </a:lnTo>
                  <a:lnTo>
                    <a:pt x="8304025" y="42198"/>
                  </a:lnTo>
                  <a:lnTo>
                    <a:pt x="8304655" y="42198"/>
                  </a:lnTo>
                  <a:lnTo>
                    <a:pt x="8305129" y="42198"/>
                  </a:lnTo>
                  <a:lnTo>
                    <a:pt x="8305286" y="42198"/>
                  </a:lnTo>
                  <a:lnTo>
                    <a:pt x="8305602" y="42198"/>
                  </a:lnTo>
                  <a:lnTo>
                    <a:pt x="8305759" y="42198"/>
                  </a:lnTo>
                  <a:lnTo>
                    <a:pt x="8306233" y="41768"/>
                  </a:lnTo>
                  <a:lnTo>
                    <a:pt x="8306390" y="41768"/>
                  </a:lnTo>
                  <a:lnTo>
                    <a:pt x="8306548" y="41768"/>
                  </a:lnTo>
                  <a:lnTo>
                    <a:pt x="8307021" y="41337"/>
                  </a:lnTo>
                  <a:lnTo>
                    <a:pt x="8307337" y="41337"/>
                  </a:lnTo>
                  <a:lnTo>
                    <a:pt x="8307494" y="40907"/>
                  </a:lnTo>
                  <a:lnTo>
                    <a:pt x="8307652" y="40907"/>
                  </a:lnTo>
                  <a:lnTo>
                    <a:pt x="8307810" y="40907"/>
                  </a:lnTo>
                  <a:lnTo>
                    <a:pt x="8308125" y="40476"/>
                  </a:lnTo>
                  <a:lnTo>
                    <a:pt x="8308283" y="40476"/>
                  </a:lnTo>
                  <a:lnTo>
                    <a:pt x="8308441" y="40476"/>
                  </a:lnTo>
                  <a:lnTo>
                    <a:pt x="8308598" y="40476"/>
                  </a:lnTo>
                  <a:lnTo>
                    <a:pt x="8308756" y="40476"/>
                  </a:lnTo>
                  <a:lnTo>
                    <a:pt x="8308914" y="40476"/>
                  </a:lnTo>
                  <a:lnTo>
                    <a:pt x="8309072" y="40476"/>
                  </a:lnTo>
                  <a:lnTo>
                    <a:pt x="8309229" y="40476"/>
                  </a:lnTo>
                  <a:lnTo>
                    <a:pt x="8309545" y="40476"/>
                  </a:lnTo>
                  <a:lnTo>
                    <a:pt x="8309702" y="40476"/>
                  </a:lnTo>
                  <a:lnTo>
                    <a:pt x="8309860" y="40476"/>
                  </a:lnTo>
                  <a:lnTo>
                    <a:pt x="8310176" y="40476"/>
                  </a:lnTo>
                  <a:lnTo>
                    <a:pt x="8310333" y="40476"/>
                  </a:lnTo>
                  <a:lnTo>
                    <a:pt x="8310649" y="40476"/>
                  </a:lnTo>
                  <a:lnTo>
                    <a:pt x="8310806" y="40476"/>
                  </a:lnTo>
                  <a:lnTo>
                    <a:pt x="8311437" y="40476"/>
                  </a:lnTo>
                  <a:lnTo>
                    <a:pt x="8311595" y="39615"/>
                  </a:lnTo>
                  <a:lnTo>
                    <a:pt x="8311753" y="39615"/>
                  </a:lnTo>
                  <a:lnTo>
                    <a:pt x="8312226" y="39615"/>
                  </a:lnTo>
                  <a:lnTo>
                    <a:pt x="8312384" y="39615"/>
                  </a:lnTo>
                  <a:lnTo>
                    <a:pt x="8312541" y="39615"/>
                  </a:lnTo>
                  <a:lnTo>
                    <a:pt x="8312857" y="39615"/>
                  </a:lnTo>
                  <a:lnTo>
                    <a:pt x="8313015" y="39615"/>
                  </a:lnTo>
                  <a:lnTo>
                    <a:pt x="8313330" y="39615"/>
                  </a:lnTo>
                  <a:lnTo>
                    <a:pt x="8313488" y="39615"/>
                  </a:lnTo>
                  <a:lnTo>
                    <a:pt x="8313645" y="39615"/>
                  </a:lnTo>
                  <a:lnTo>
                    <a:pt x="8314119" y="39615"/>
                  </a:lnTo>
                  <a:lnTo>
                    <a:pt x="8314434" y="39615"/>
                  </a:lnTo>
                  <a:lnTo>
                    <a:pt x="8314749" y="39615"/>
                  </a:lnTo>
                  <a:lnTo>
                    <a:pt x="8314907" y="39615"/>
                  </a:lnTo>
                  <a:lnTo>
                    <a:pt x="8315065" y="39615"/>
                  </a:lnTo>
                  <a:lnTo>
                    <a:pt x="8315065" y="39184"/>
                  </a:lnTo>
                  <a:lnTo>
                    <a:pt x="8315696" y="39184"/>
                  </a:lnTo>
                  <a:lnTo>
                    <a:pt x="8315853" y="39184"/>
                  </a:lnTo>
                  <a:lnTo>
                    <a:pt x="8316011" y="39184"/>
                  </a:lnTo>
                  <a:lnTo>
                    <a:pt x="8316169" y="38754"/>
                  </a:lnTo>
                  <a:lnTo>
                    <a:pt x="8316327" y="38754"/>
                  </a:lnTo>
                  <a:lnTo>
                    <a:pt x="8316484" y="38754"/>
                  </a:lnTo>
                  <a:lnTo>
                    <a:pt x="8316957" y="38754"/>
                  </a:lnTo>
                  <a:lnTo>
                    <a:pt x="8317115" y="38754"/>
                  </a:lnTo>
                  <a:lnTo>
                    <a:pt x="8317273" y="38754"/>
                  </a:lnTo>
                  <a:lnTo>
                    <a:pt x="8317588" y="38754"/>
                  </a:lnTo>
                  <a:lnTo>
                    <a:pt x="8317746" y="38754"/>
                  </a:lnTo>
                  <a:lnTo>
                    <a:pt x="8317904" y="38323"/>
                  </a:lnTo>
                  <a:lnTo>
                    <a:pt x="8318219" y="37892"/>
                  </a:lnTo>
                  <a:lnTo>
                    <a:pt x="8318377" y="37892"/>
                  </a:lnTo>
                  <a:lnTo>
                    <a:pt x="8318535" y="37892"/>
                  </a:lnTo>
                  <a:lnTo>
                    <a:pt x="8319008" y="37892"/>
                  </a:lnTo>
                  <a:lnTo>
                    <a:pt x="8319639" y="37892"/>
                  </a:lnTo>
                  <a:lnTo>
                    <a:pt x="8320270" y="37892"/>
                  </a:lnTo>
                  <a:lnTo>
                    <a:pt x="8320585" y="37892"/>
                  </a:lnTo>
                  <a:lnTo>
                    <a:pt x="8320743" y="37892"/>
                  </a:lnTo>
                  <a:lnTo>
                    <a:pt x="8320900" y="37892"/>
                  </a:lnTo>
                  <a:lnTo>
                    <a:pt x="8321058" y="37892"/>
                  </a:lnTo>
                  <a:lnTo>
                    <a:pt x="8321216" y="37892"/>
                  </a:lnTo>
                  <a:lnTo>
                    <a:pt x="8321374" y="37892"/>
                  </a:lnTo>
                  <a:lnTo>
                    <a:pt x="8321847" y="37892"/>
                  </a:lnTo>
                  <a:lnTo>
                    <a:pt x="8322162" y="37892"/>
                  </a:lnTo>
                  <a:lnTo>
                    <a:pt x="8322478" y="37892"/>
                  </a:lnTo>
                  <a:lnTo>
                    <a:pt x="8322793" y="37892"/>
                  </a:lnTo>
                  <a:lnTo>
                    <a:pt x="8322951" y="37892"/>
                  </a:lnTo>
                  <a:lnTo>
                    <a:pt x="8323108" y="37892"/>
                  </a:lnTo>
                  <a:lnTo>
                    <a:pt x="8323266" y="37892"/>
                  </a:lnTo>
                  <a:lnTo>
                    <a:pt x="8323424" y="37892"/>
                  </a:lnTo>
                  <a:lnTo>
                    <a:pt x="8323582" y="37892"/>
                  </a:lnTo>
                  <a:lnTo>
                    <a:pt x="8323897" y="37892"/>
                  </a:lnTo>
                  <a:lnTo>
                    <a:pt x="8324055" y="37892"/>
                  </a:lnTo>
                  <a:lnTo>
                    <a:pt x="8324213" y="37892"/>
                  </a:lnTo>
                  <a:lnTo>
                    <a:pt x="8324528" y="37892"/>
                  </a:lnTo>
                  <a:lnTo>
                    <a:pt x="8325632" y="37462"/>
                  </a:lnTo>
                  <a:lnTo>
                    <a:pt x="8325790" y="37462"/>
                  </a:lnTo>
                  <a:lnTo>
                    <a:pt x="8325947" y="37462"/>
                  </a:lnTo>
                  <a:lnTo>
                    <a:pt x="8326421" y="37462"/>
                  </a:lnTo>
                  <a:lnTo>
                    <a:pt x="8326578" y="37462"/>
                  </a:lnTo>
                  <a:lnTo>
                    <a:pt x="8326736" y="37462"/>
                  </a:lnTo>
                  <a:lnTo>
                    <a:pt x="8326736" y="37031"/>
                  </a:lnTo>
                  <a:lnTo>
                    <a:pt x="8326894" y="37031"/>
                  </a:lnTo>
                  <a:lnTo>
                    <a:pt x="8327209" y="37031"/>
                  </a:lnTo>
                  <a:lnTo>
                    <a:pt x="8327525" y="37031"/>
                  </a:lnTo>
                  <a:lnTo>
                    <a:pt x="8327682" y="37031"/>
                  </a:lnTo>
                  <a:lnTo>
                    <a:pt x="8327840" y="37031"/>
                  </a:lnTo>
                  <a:lnTo>
                    <a:pt x="8327998" y="36170"/>
                  </a:lnTo>
                  <a:lnTo>
                    <a:pt x="8328155" y="36170"/>
                  </a:lnTo>
                  <a:lnTo>
                    <a:pt x="8328313" y="36170"/>
                  </a:lnTo>
                  <a:lnTo>
                    <a:pt x="8328629" y="36170"/>
                  </a:lnTo>
                  <a:lnTo>
                    <a:pt x="8328629" y="35739"/>
                  </a:lnTo>
                  <a:lnTo>
                    <a:pt x="8328786" y="35739"/>
                  </a:lnTo>
                  <a:lnTo>
                    <a:pt x="8329102" y="35739"/>
                  </a:lnTo>
                  <a:lnTo>
                    <a:pt x="8329259" y="35739"/>
                  </a:lnTo>
                  <a:lnTo>
                    <a:pt x="8329417" y="35739"/>
                  </a:lnTo>
                  <a:lnTo>
                    <a:pt x="8330048" y="35739"/>
                  </a:lnTo>
                  <a:lnTo>
                    <a:pt x="8330206" y="35739"/>
                  </a:lnTo>
                  <a:lnTo>
                    <a:pt x="8330364" y="35739"/>
                  </a:lnTo>
                  <a:lnTo>
                    <a:pt x="8330994" y="35739"/>
                  </a:lnTo>
                  <a:lnTo>
                    <a:pt x="8331152" y="35739"/>
                  </a:lnTo>
                  <a:lnTo>
                    <a:pt x="8331152" y="35309"/>
                  </a:lnTo>
                  <a:lnTo>
                    <a:pt x="8331310" y="35309"/>
                  </a:lnTo>
                  <a:lnTo>
                    <a:pt x="8331468" y="35309"/>
                  </a:lnTo>
                  <a:lnTo>
                    <a:pt x="8331941" y="35309"/>
                  </a:lnTo>
                  <a:lnTo>
                    <a:pt x="8332256" y="35309"/>
                  </a:lnTo>
                  <a:lnTo>
                    <a:pt x="8332414" y="35309"/>
                  </a:lnTo>
                  <a:lnTo>
                    <a:pt x="8332572" y="35309"/>
                  </a:lnTo>
                  <a:lnTo>
                    <a:pt x="8332572" y="34878"/>
                  </a:lnTo>
                  <a:lnTo>
                    <a:pt x="8332729" y="34878"/>
                  </a:lnTo>
                  <a:lnTo>
                    <a:pt x="8333045" y="34878"/>
                  </a:lnTo>
                  <a:lnTo>
                    <a:pt x="8333202" y="34878"/>
                  </a:lnTo>
                  <a:lnTo>
                    <a:pt x="8333202" y="34448"/>
                  </a:lnTo>
                  <a:lnTo>
                    <a:pt x="8333360" y="34448"/>
                  </a:lnTo>
                  <a:lnTo>
                    <a:pt x="8333676" y="34448"/>
                  </a:lnTo>
                  <a:lnTo>
                    <a:pt x="8333833" y="34448"/>
                  </a:lnTo>
                  <a:lnTo>
                    <a:pt x="8334464" y="34448"/>
                  </a:lnTo>
                  <a:lnTo>
                    <a:pt x="8334780" y="34017"/>
                  </a:lnTo>
                  <a:lnTo>
                    <a:pt x="8335568" y="33586"/>
                  </a:lnTo>
                  <a:lnTo>
                    <a:pt x="8335726" y="33586"/>
                  </a:lnTo>
                  <a:lnTo>
                    <a:pt x="8335884" y="33586"/>
                  </a:lnTo>
                  <a:lnTo>
                    <a:pt x="8336041" y="33586"/>
                  </a:lnTo>
                  <a:lnTo>
                    <a:pt x="8336199" y="33586"/>
                  </a:lnTo>
                  <a:lnTo>
                    <a:pt x="8336515" y="33586"/>
                  </a:lnTo>
                  <a:lnTo>
                    <a:pt x="8336672" y="33586"/>
                  </a:lnTo>
                  <a:lnTo>
                    <a:pt x="8336830" y="33156"/>
                  </a:lnTo>
                  <a:lnTo>
                    <a:pt x="8336988" y="33156"/>
                  </a:lnTo>
                  <a:lnTo>
                    <a:pt x="8337145" y="32725"/>
                  </a:lnTo>
                  <a:lnTo>
                    <a:pt x="8337303" y="32725"/>
                  </a:lnTo>
                  <a:lnTo>
                    <a:pt x="8337461" y="32725"/>
                  </a:lnTo>
                  <a:lnTo>
                    <a:pt x="8337619" y="32725"/>
                  </a:lnTo>
                  <a:lnTo>
                    <a:pt x="8337776" y="32725"/>
                  </a:lnTo>
                  <a:lnTo>
                    <a:pt x="8337934" y="32725"/>
                  </a:lnTo>
                  <a:lnTo>
                    <a:pt x="8338249" y="32725"/>
                  </a:lnTo>
                  <a:lnTo>
                    <a:pt x="8338407" y="32725"/>
                  </a:lnTo>
                  <a:lnTo>
                    <a:pt x="8338407" y="32295"/>
                  </a:lnTo>
                  <a:lnTo>
                    <a:pt x="8338565" y="32295"/>
                  </a:lnTo>
                  <a:lnTo>
                    <a:pt x="8338723" y="32295"/>
                  </a:lnTo>
                  <a:lnTo>
                    <a:pt x="8339038" y="32295"/>
                  </a:lnTo>
                  <a:lnTo>
                    <a:pt x="8339353" y="32295"/>
                  </a:lnTo>
                  <a:lnTo>
                    <a:pt x="8339511" y="32295"/>
                  </a:lnTo>
                  <a:lnTo>
                    <a:pt x="8339669" y="32295"/>
                  </a:lnTo>
                  <a:lnTo>
                    <a:pt x="8339827" y="32295"/>
                  </a:lnTo>
                  <a:lnTo>
                    <a:pt x="8339827" y="31864"/>
                  </a:lnTo>
                  <a:lnTo>
                    <a:pt x="8339984" y="31864"/>
                  </a:lnTo>
                  <a:lnTo>
                    <a:pt x="8340142" y="31864"/>
                  </a:lnTo>
                  <a:lnTo>
                    <a:pt x="8340457" y="31864"/>
                  </a:lnTo>
                  <a:lnTo>
                    <a:pt x="8340615" y="31864"/>
                  </a:lnTo>
                  <a:lnTo>
                    <a:pt x="8340931" y="31864"/>
                  </a:lnTo>
                  <a:lnTo>
                    <a:pt x="8341088" y="31864"/>
                  </a:lnTo>
                  <a:lnTo>
                    <a:pt x="8341246" y="31864"/>
                  </a:lnTo>
                  <a:lnTo>
                    <a:pt x="8341404" y="31864"/>
                  </a:lnTo>
                  <a:lnTo>
                    <a:pt x="8341404" y="31433"/>
                  </a:lnTo>
                  <a:lnTo>
                    <a:pt x="8341719" y="31433"/>
                  </a:lnTo>
                  <a:lnTo>
                    <a:pt x="8341877" y="31433"/>
                  </a:lnTo>
                  <a:lnTo>
                    <a:pt x="8342035" y="31433"/>
                  </a:lnTo>
                  <a:lnTo>
                    <a:pt x="8342350" y="31433"/>
                  </a:lnTo>
                  <a:lnTo>
                    <a:pt x="8342666" y="31433"/>
                  </a:lnTo>
                  <a:lnTo>
                    <a:pt x="8342823" y="31433"/>
                  </a:lnTo>
                  <a:lnTo>
                    <a:pt x="8342981" y="31433"/>
                  </a:lnTo>
                  <a:lnTo>
                    <a:pt x="8343454" y="31433"/>
                  </a:lnTo>
                  <a:lnTo>
                    <a:pt x="8343612" y="31433"/>
                  </a:lnTo>
                  <a:lnTo>
                    <a:pt x="8343770" y="31433"/>
                  </a:lnTo>
                  <a:lnTo>
                    <a:pt x="8343927" y="31433"/>
                  </a:lnTo>
                  <a:lnTo>
                    <a:pt x="8344085" y="31433"/>
                  </a:lnTo>
                  <a:lnTo>
                    <a:pt x="8344243" y="31433"/>
                  </a:lnTo>
                  <a:lnTo>
                    <a:pt x="8344400" y="31433"/>
                  </a:lnTo>
                  <a:lnTo>
                    <a:pt x="8344558" y="31433"/>
                  </a:lnTo>
                  <a:lnTo>
                    <a:pt x="8344716" y="31433"/>
                  </a:lnTo>
                  <a:lnTo>
                    <a:pt x="8344874" y="31433"/>
                  </a:lnTo>
                  <a:lnTo>
                    <a:pt x="8345031" y="31003"/>
                  </a:lnTo>
                  <a:lnTo>
                    <a:pt x="8345504" y="31003"/>
                  </a:lnTo>
                  <a:lnTo>
                    <a:pt x="8345662" y="31003"/>
                  </a:lnTo>
                  <a:lnTo>
                    <a:pt x="8346135" y="31003"/>
                  </a:lnTo>
                  <a:lnTo>
                    <a:pt x="8346293" y="31003"/>
                  </a:lnTo>
                  <a:lnTo>
                    <a:pt x="8346451" y="31003"/>
                  </a:lnTo>
                  <a:lnTo>
                    <a:pt x="8346609" y="31003"/>
                  </a:lnTo>
                  <a:lnTo>
                    <a:pt x="8346766" y="31003"/>
                  </a:lnTo>
                  <a:lnTo>
                    <a:pt x="8346924" y="31003"/>
                  </a:lnTo>
                  <a:lnTo>
                    <a:pt x="8347082" y="31003"/>
                  </a:lnTo>
                  <a:lnTo>
                    <a:pt x="8347397" y="31003"/>
                  </a:lnTo>
                  <a:lnTo>
                    <a:pt x="8347870" y="31003"/>
                  </a:lnTo>
                  <a:lnTo>
                    <a:pt x="8348028" y="31003"/>
                  </a:lnTo>
                  <a:lnTo>
                    <a:pt x="8348343" y="31003"/>
                  </a:lnTo>
                  <a:lnTo>
                    <a:pt x="8348501" y="31003"/>
                  </a:lnTo>
                  <a:lnTo>
                    <a:pt x="8348659" y="30572"/>
                  </a:lnTo>
                  <a:lnTo>
                    <a:pt x="8349290" y="30572"/>
                  </a:lnTo>
                  <a:lnTo>
                    <a:pt x="8349447" y="30572"/>
                  </a:lnTo>
                  <a:lnTo>
                    <a:pt x="8349605" y="30572"/>
                  </a:lnTo>
                  <a:lnTo>
                    <a:pt x="8349921" y="30572"/>
                  </a:lnTo>
                  <a:lnTo>
                    <a:pt x="8349921" y="30142"/>
                  </a:lnTo>
                  <a:lnTo>
                    <a:pt x="8350078" y="30142"/>
                  </a:lnTo>
                  <a:lnTo>
                    <a:pt x="8350236" y="30142"/>
                  </a:lnTo>
                  <a:lnTo>
                    <a:pt x="8350394" y="30142"/>
                  </a:lnTo>
                  <a:lnTo>
                    <a:pt x="8350709" y="30142"/>
                  </a:lnTo>
                  <a:lnTo>
                    <a:pt x="8351025" y="30142"/>
                  </a:lnTo>
                  <a:lnTo>
                    <a:pt x="8351182" y="30142"/>
                  </a:lnTo>
                  <a:lnTo>
                    <a:pt x="8351498" y="29711"/>
                  </a:lnTo>
                  <a:lnTo>
                    <a:pt x="8351655" y="29711"/>
                  </a:lnTo>
                  <a:lnTo>
                    <a:pt x="8351813" y="29711"/>
                  </a:lnTo>
                  <a:lnTo>
                    <a:pt x="8351813" y="29280"/>
                  </a:lnTo>
                  <a:lnTo>
                    <a:pt x="8351971" y="29280"/>
                  </a:lnTo>
                  <a:lnTo>
                    <a:pt x="8351971" y="28850"/>
                  </a:lnTo>
                  <a:lnTo>
                    <a:pt x="8352129" y="28850"/>
                  </a:lnTo>
                  <a:lnTo>
                    <a:pt x="8352444" y="28850"/>
                  </a:lnTo>
                  <a:lnTo>
                    <a:pt x="8353075" y="28850"/>
                  </a:lnTo>
                  <a:lnTo>
                    <a:pt x="8353233" y="28850"/>
                  </a:lnTo>
                  <a:lnTo>
                    <a:pt x="8353548" y="28850"/>
                  </a:lnTo>
                  <a:lnTo>
                    <a:pt x="8353706" y="28850"/>
                  </a:lnTo>
                  <a:lnTo>
                    <a:pt x="8354021" y="28850"/>
                  </a:lnTo>
                  <a:lnTo>
                    <a:pt x="8354179" y="28850"/>
                  </a:lnTo>
                  <a:lnTo>
                    <a:pt x="8354494" y="28850"/>
                  </a:lnTo>
                  <a:lnTo>
                    <a:pt x="8354652" y="28850"/>
                  </a:lnTo>
                  <a:lnTo>
                    <a:pt x="8354810" y="28850"/>
                  </a:lnTo>
                  <a:lnTo>
                    <a:pt x="8355283" y="28850"/>
                  </a:lnTo>
                  <a:lnTo>
                    <a:pt x="8355441" y="28850"/>
                  </a:lnTo>
                  <a:lnTo>
                    <a:pt x="8355598" y="28850"/>
                  </a:lnTo>
                  <a:lnTo>
                    <a:pt x="8355756" y="28850"/>
                  </a:lnTo>
                  <a:lnTo>
                    <a:pt x="8356072" y="28850"/>
                  </a:lnTo>
                  <a:lnTo>
                    <a:pt x="8356387" y="28850"/>
                  </a:lnTo>
                  <a:lnTo>
                    <a:pt x="8356702" y="28850"/>
                  </a:lnTo>
                  <a:lnTo>
                    <a:pt x="8356860" y="28419"/>
                  </a:lnTo>
                  <a:lnTo>
                    <a:pt x="8357018" y="28419"/>
                  </a:lnTo>
                  <a:lnTo>
                    <a:pt x="8357176" y="28419"/>
                  </a:lnTo>
                  <a:lnTo>
                    <a:pt x="8357491" y="28419"/>
                  </a:lnTo>
                  <a:lnTo>
                    <a:pt x="8358122" y="28419"/>
                  </a:lnTo>
                  <a:lnTo>
                    <a:pt x="8358280" y="28419"/>
                  </a:lnTo>
                  <a:lnTo>
                    <a:pt x="8358437" y="28419"/>
                  </a:lnTo>
                  <a:lnTo>
                    <a:pt x="8358595" y="28419"/>
                  </a:lnTo>
                  <a:lnTo>
                    <a:pt x="8358753" y="27989"/>
                  </a:lnTo>
                  <a:lnTo>
                    <a:pt x="8358911" y="27989"/>
                  </a:lnTo>
                  <a:lnTo>
                    <a:pt x="8359068" y="27989"/>
                  </a:lnTo>
                  <a:lnTo>
                    <a:pt x="8359226" y="27989"/>
                  </a:lnTo>
                  <a:lnTo>
                    <a:pt x="8359384" y="27989"/>
                  </a:lnTo>
                  <a:lnTo>
                    <a:pt x="8359541" y="27989"/>
                  </a:lnTo>
                  <a:lnTo>
                    <a:pt x="8359699" y="27989"/>
                  </a:lnTo>
                  <a:lnTo>
                    <a:pt x="8359857" y="27989"/>
                  </a:lnTo>
                  <a:lnTo>
                    <a:pt x="8360015" y="27989"/>
                  </a:lnTo>
                  <a:lnTo>
                    <a:pt x="8360803" y="27989"/>
                  </a:lnTo>
                  <a:lnTo>
                    <a:pt x="8360961" y="27989"/>
                  </a:lnTo>
                  <a:lnTo>
                    <a:pt x="8361119" y="27989"/>
                  </a:lnTo>
                  <a:lnTo>
                    <a:pt x="8361276" y="27989"/>
                  </a:lnTo>
                  <a:lnTo>
                    <a:pt x="8361434" y="27989"/>
                  </a:lnTo>
                  <a:lnTo>
                    <a:pt x="8361749" y="27989"/>
                  </a:lnTo>
                  <a:lnTo>
                    <a:pt x="8362065" y="27989"/>
                  </a:lnTo>
                  <a:lnTo>
                    <a:pt x="8362223" y="27989"/>
                  </a:lnTo>
                  <a:lnTo>
                    <a:pt x="8362380" y="27989"/>
                  </a:lnTo>
                  <a:lnTo>
                    <a:pt x="8362696" y="27989"/>
                  </a:lnTo>
                  <a:lnTo>
                    <a:pt x="8362853" y="27989"/>
                  </a:lnTo>
                  <a:lnTo>
                    <a:pt x="8362853" y="27558"/>
                  </a:lnTo>
                  <a:lnTo>
                    <a:pt x="8363011" y="27558"/>
                  </a:lnTo>
                  <a:lnTo>
                    <a:pt x="8363642" y="27127"/>
                  </a:lnTo>
                  <a:lnTo>
                    <a:pt x="8364115" y="27127"/>
                  </a:lnTo>
                  <a:lnTo>
                    <a:pt x="8364273" y="27127"/>
                  </a:lnTo>
                  <a:lnTo>
                    <a:pt x="8364431" y="27127"/>
                  </a:lnTo>
                  <a:lnTo>
                    <a:pt x="8364588" y="27127"/>
                  </a:lnTo>
                  <a:lnTo>
                    <a:pt x="8364746" y="27127"/>
                  </a:lnTo>
                  <a:lnTo>
                    <a:pt x="8364904" y="27127"/>
                  </a:lnTo>
                  <a:lnTo>
                    <a:pt x="8365062" y="27127"/>
                  </a:lnTo>
                  <a:lnTo>
                    <a:pt x="8365535" y="27127"/>
                  </a:lnTo>
                  <a:lnTo>
                    <a:pt x="8365692" y="27127"/>
                  </a:lnTo>
                  <a:lnTo>
                    <a:pt x="8365850" y="27127"/>
                  </a:lnTo>
                  <a:lnTo>
                    <a:pt x="8366008" y="27127"/>
                  </a:lnTo>
                  <a:lnTo>
                    <a:pt x="8366166" y="27127"/>
                  </a:lnTo>
                  <a:lnTo>
                    <a:pt x="8366323" y="27127"/>
                  </a:lnTo>
                  <a:lnTo>
                    <a:pt x="8366323" y="26697"/>
                  </a:lnTo>
                  <a:lnTo>
                    <a:pt x="8366481" y="26697"/>
                  </a:lnTo>
                  <a:lnTo>
                    <a:pt x="8366639" y="26697"/>
                  </a:lnTo>
                  <a:lnTo>
                    <a:pt x="8366796" y="26697"/>
                  </a:lnTo>
                  <a:lnTo>
                    <a:pt x="8367112" y="26697"/>
                  </a:lnTo>
                  <a:lnTo>
                    <a:pt x="8367270" y="26697"/>
                  </a:lnTo>
                  <a:lnTo>
                    <a:pt x="8367427" y="26697"/>
                  </a:lnTo>
                  <a:lnTo>
                    <a:pt x="8367585" y="26697"/>
                  </a:lnTo>
                  <a:lnTo>
                    <a:pt x="8367743" y="26266"/>
                  </a:lnTo>
                  <a:lnTo>
                    <a:pt x="8367900" y="26266"/>
                  </a:lnTo>
                  <a:lnTo>
                    <a:pt x="8368058" y="25836"/>
                  </a:lnTo>
                  <a:lnTo>
                    <a:pt x="8368374" y="25836"/>
                  </a:lnTo>
                  <a:lnTo>
                    <a:pt x="8368689" y="25836"/>
                  </a:lnTo>
                  <a:lnTo>
                    <a:pt x="8369320" y="25405"/>
                  </a:lnTo>
                  <a:lnTo>
                    <a:pt x="8369478" y="25405"/>
                  </a:lnTo>
                  <a:lnTo>
                    <a:pt x="8369635" y="25405"/>
                  </a:lnTo>
                  <a:lnTo>
                    <a:pt x="8369793" y="25405"/>
                  </a:lnTo>
                  <a:lnTo>
                    <a:pt x="8369951" y="25405"/>
                  </a:lnTo>
                  <a:lnTo>
                    <a:pt x="8370266" y="25405"/>
                  </a:lnTo>
                  <a:lnTo>
                    <a:pt x="8370424" y="24544"/>
                  </a:lnTo>
                  <a:lnTo>
                    <a:pt x="8370582" y="24544"/>
                  </a:lnTo>
                  <a:lnTo>
                    <a:pt x="8370739" y="24544"/>
                  </a:lnTo>
                  <a:lnTo>
                    <a:pt x="8370897" y="24544"/>
                  </a:lnTo>
                  <a:lnTo>
                    <a:pt x="8371055" y="24544"/>
                  </a:lnTo>
                  <a:lnTo>
                    <a:pt x="8371055" y="24113"/>
                  </a:lnTo>
                  <a:lnTo>
                    <a:pt x="8371055" y="23683"/>
                  </a:lnTo>
                  <a:lnTo>
                    <a:pt x="8371055" y="23252"/>
                  </a:lnTo>
                  <a:lnTo>
                    <a:pt x="8371213" y="23252"/>
                  </a:lnTo>
                  <a:lnTo>
                    <a:pt x="8371370" y="23252"/>
                  </a:lnTo>
                  <a:lnTo>
                    <a:pt x="8371686" y="23252"/>
                  </a:lnTo>
                  <a:lnTo>
                    <a:pt x="8371843" y="23252"/>
                  </a:lnTo>
                  <a:lnTo>
                    <a:pt x="8372001" y="23252"/>
                  </a:lnTo>
                  <a:lnTo>
                    <a:pt x="8372001" y="22821"/>
                  </a:lnTo>
                  <a:lnTo>
                    <a:pt x="8372001" y="22391"/>
                  </a:lnTo>
                  <a:lnTo>
                    <a:pt x="8372317" y="22391"/>
                  </a:lnTo>
                  <a:lnTo>
                    <a:pt x="8372474" y="22391"/>
                  </a:lnTo>
                  <a:lnTo>
                    <a:pt x="8372632" y="22391"/>
                  </a:lnTo>
                  <a:lnTo>
                    <a:pt x="8372947" y="21960"/>
                  </a:lnTo>
                  <a:lnTo>
                    <a:pt x="8373105" y="21960"/>
                  </a:lnTo>
                  <a:lnTo>
                    <a:pt x="8373421" y="21960"/>
                  </a:lnTo>
                  <a:lnTo>
                    <a:pt x="8373578" y="21960"/>
                  </a:lnTo>
                  <a:lnTo>
                    <a:pt x="8373578" y="21530"/>
                  </a:lnTo>
                  <a:lnTo>
                    <a:pt x="8373736" y="21530"/>
                  </a:lnTo>
                  <a:lnTo>
                    <a:pt x="8373894" y="21530"/>
                  </a:lnTo>
                  <a:lnTo>
                    <a:pt x="8374051" y="21530"/>
                  </a:lnTo>
                  <a:lnTo>
                    <a:pt x="8374209" y="21530"/>
                  </a:lnTo>
                  <a:lnTo>
                    <a:pt x="8374525" y="21530"/>
                  </a:lnTo>
                  <a:lnTo>
                    <a:pt x="8374682" y="21530"/>
                  </a:lnTo>
                  <a:lnTo>
                    <a:pt x="8374840" y="21530"/>
                  </a:lnTo>
                  <a:lnTo>
                    <a:pt x="8374998" y="21530"/>
                  </a:lnTo>
                  <a:lnTo>
                    <a:pt x="8375156" y="21530"/>
                  </a:lnTo>
                  <a:lnTo>
                    <a:pt x="8375471" y="21530"/>
                  </a:lnTo>
                  <a:lnTo>
                    <a:pt x="8375471" y="21099"/>
                  </a:lnTo>
                  <a:lnTo>
                    <a:pt x="8375786" y="21099"/>
                  </a:lnTo>
                  <a:lnTo>
                    <a:pt x="8375944" y="21099"/>
                  </a:lnTo>
                  <a:lnTo>
                    <a:pt x="8375944" y="20668"/>
                  </a:lnTo>
                  <a:lnTo>
                    <a:pt x="8376102" y="20668"/>
                  </a:lnTo>
                  <a:lnTo>
                    <a:pt x="8376417" y="20668"/>
                  </a:lnTo>
                  <a:lnTo>
                    <a:pt x="8376575" y="20668"/>
                  </a:lnTo>
                  <a:lnTo>
                    <a:pt x="8376733" y="20668"/>
                  </a:lnTo>
                  <a:lnTo>
                    <a:pt x="8376890" y="20668"/>
                  </a:lnTo>
                  <a:lnTo>
                    <a:pt x="8377206" y="20668"/>
                  </a:lnTo>
                  <a:lnTo>
                    <a:pt x="8377521" y="20668"/>
                  </a:lnTo>
                  <a:lnTo>
                    <a:pt x="8377679" y="20668"/>
                  </a:lnTo>
                  <a:lnTo>
                    <a:pt x="8377837" y="20668"/>
                  </a:lnTo>
                  <a:lnTo>
                    <a:pt x="8378310" y="20668"/>
                  </a:lnTo>
                  <a:lnTo>
                    <a:pt x="8378468" y="20668"/>
                  </a:lnTo>
                  <a:lnTo>
                    <a:pt x="8378783" y="20668"/>
                  </a:lnTo>
                  <a:lnTo>
                    <a:pt x="8378941" y="20668"/>
                  </a:lnTo>
                  <a:lnTo>
                    <a:pt x="8379098" y="20668"/>
                  </a:lnTo>
                  <a:lnTo>
                    <a:pt x="8379256" y="20668"/>
                  </a:lnTo>
                  <a:lnTo>
                    <a:pt x="8379414" y="20668"/>
                  </a:lnTo>
                  <a:lnTo>
                    <a:pt x="8379572" y="20668"/>
                  </a:lnTo>
                  <a:lnTo>
                    <a:pt x="8379729" y="20668"/>
                  </a:lnTo>
                  <a:lnTo>
                    <a:pt x="8380045" y="20668"/>
                  </a:lnTo>
                  <a:lnTo>
                    <a:pt x="8380360" y="20668"/>
                  </a:lnTo>
                  <a:lnTo>
                    <a:pt x="8380518" y="20668"/>
                  </a:lnTo>
                  <a:lnTo>
                    <a:pt x="8380676" y="20668"/>
                  </a:lnTo>
                  <a:lnTo>
                    <a:pt x="8380833" y="20668"/>
                  </a:lnTo>
                  <a:lnTo>
                    <a:pt x="8381149" y="20668"/>
                  </a:lnTo>
                  <a:lnTo>
                    <a:pt x="8381307" y="19807"/>
                  </a:lnTo>
                  <a:lnTo>
                    <a:pt x="8381622" y="19807"/>
                  </a:lnTo>
                  <a:lnTo>
                    <a:pt x="8381937" y="19377"/>
                  </a:lnTo>
                  <a:lnTo>
                    <a:pt x="8382095" y="19377"/>
                  </a:lnTo>
                  <a:lnTo>
                    <a:pt x="8382411" y="18946"/>
                  </a:lnTo>
                  <a:lnTo>
                    <a:pt x="8382568" y="18946"/>
                  </a:lnTo>
                  <a:lnTo>
                    <a:pt x="8382884" y="18946"/>
                  </a:lnTo>
                  <a:lnTo>
                    <a:pt x="8383199" y="18946"/>
                  </a:lnTo>
                  <a:lnTo>
                    <a:pt x="8383357" y="18946"/>
                  </a:lnTo>
                  <a:lnTo>
                    <a:pt x="8383672" y="18946"/>
                  </a:lnTo>
                  <a:lnTo>
                    <a:pt x="8383988" y="18946"/>
                  </a:lnTo>
                  <a:lnTo>
                    <a:pt x="8384145" y="18946"/>
                  </a:lnTo>
                  <a:lnTo>
                    <a:pt x="8384303" y="18515"/>
                  </a:lnTo>
                  <a:lnTo>
                    <a:pt x="8384461" y="18515"/>
                  </a:lnTo>
                  <a:lnTo>
                    <a:pt x="8384619" y="18515"/>
                  </a:lnTo>
                  <a:lnTo>
                    <a:pt x="8384776" y="18515"/>
                  </a:lnTo>
                  <a:lnTo>
                    <a:pt x="8384934" y="18515"/>
                  </a:lnTo>
                  <a:lnTo>
                    <a:pt x="8385092" y="18515"/>
                  </a:lnTo>
                  <a:lnTo>
                    <a:pt x="8385407" y="18515"/>
                  </a:lnTo>
                  <a:lnTo>
                    <a:pt x="8385565" y="18515"/>
                  </a:lnTo>
                  <a:lnTo>
                    <a:pt x="8385565" y="18085"/>
                  </a:lnTo>
                  <a:lnTo>
                    <a:pt x="8385723" y="18085"/>
                  </a:lnTo>
                  <a:lnTo>
                    <a:pt x="8386354" y="18085"/>
                  </a:lnTo>
                  <a:lnTo>
                    <a:pt x="8386511" y="18085"/>
                  </a:lnTo>
                  <a:lnTo>
                    <a:pt x="8386669" y="18085"/>
                  </a:lnTo>
                  <a:lnTo>
                    <a:pt x="8386827" y="18085"/>
                  </a:lnTo>
                  <a:lnTo>
                    <a:pt x="8386984" y="18085"/>
                  </a:lnTo>
                  <a:lnTo>
                    <a:pt x="8387615" y="18085"/>
                  </a:lnTo>
                  <a:lnTo>
                    <a:pt x="8387773" y="18085"/>
                  </a:lnTo>
                  <a:lnTo>
                    <a:pt x="8387931" y="18085"/>
                  </a:lnTo>
                  <a:lnTo>
                    <a:pt x="8388088" y="18085"/>
                  </a:lnTo>
                  <a:lnTo>
                    <a:pt x="8388246" y="18085"/>
                  </a:lnTo>
                  <a:lnTo>
                    <a:pt x="8388404" y="18085"/>
                  </a:lnTo>
                  <a:lnTo>
                    <a:pt x="8388562" y="18085"/>
                  </a:lnTo>
                  <a:lnTo>
                    <a:pt x="8388719" y="18085"/>
                  </a:lnTo>
                  <a:lnTo>
                    <a:pt x="8388877" y="18085"/>
                  </a:lnTo>
                  <a:lnTo>
                    <a:pt x="8389035" y="18085"/>
                  </a:lnTo>
                  <a:lnTo>
                    <a:pt x="8389192" y="18085"/>
                  </a:lnTo>
                  <a:lnTo>
                    <a:pt x="8389350" y="18085"/>
                  </a:lnTo>
                  <a:lnTo>
                    <a:pt x="8389508" y="18085"/>
                  </a:lnTo>
                  <a:lnTo>
                    <a:pt x="8389823" y="18085"/>
                  </a:lnTo>
                  <a:lnTo>
                    <a:pt x="8389981" y="18085"/>
                  </a:lnTo>
                  <a:lnTo>
                    <a:pt x="8390296" y="18085"/>
                  </a:lnTo>
                  <a:lnTo>
                    <a:pt x="8390454" y="18085"/>
                  </a:lnTo>
                  <a:lnTo>
                    <a:pt x="8390612" y="18085"/>
                  </a:lnTo>
                  <a:lnTo>
                    <a:pt x="8390927" y="18085"/>
                  </a:lnTo>
                  <a:lnTo>
                    <a:pt x="8391243" y="18085"/>
                  </a:lnTo>
                  <a:lnTo>
                    <a:pt x="8391558" y="18085"/>
                  </a:lnTo>
                  <a:lnTo>
                    <a:pt x="8391874" y="18085"/>
                  </a:lnTo>
                  <a:lnTo>
                    <a:pt x="8392189" y="18085"/>
                  </a:lnTo>
                  <a:lnTo>
                    <a:pt x="8392662" y="18085"/>
                  </a:lnTo>
                  <a:lnTo>
                    <a:pt x="8392820" y="18085"/>
                  </a:lnTo>
                  <a:lnTo>
                    <a:pt x="8392978" y="18085"/>
                  </a:lnTo>
                  <a:lnTo>
                    <a:pt x="8393135" y="18085"/>
                  </a:lnTo>
                  <a:lnTo>
                    <a:pt x="8393293" y="18085"/>
                  </a:lnTo>
                  <a:lnTo>
                    <a:pt x="8395659" y="15932"/>
                  </a:lnTo>
                  <a:lnTo>
                    <a:pt x="8395817" y="15932"/>
                  </a:lnTo>
                  <a:lnTo>
                    <a:pt x="8395974" y="15932"/>
                  </a:lnTo>
                  <a:lnTo>
                    <a:pt x="8396132" y="15932"/>
                  </a:lnTo>
                  <a:lnTo>
                    <a:pt x="8396290" y="15932"/>
                  </a:lnTo>
                  <a:lnTo>
                    <a:pt x="8396447" y="15932"/>
                  </a:lnTo>
                  <a:lnTo>
                    <a:pt x="8396921" y="15932"/>
                  </a:lnTo>
                  <a:lnTo>
                    <a:pt x="8397078" y="15932"/>
                  </a:lnTo>
                  <a:lnTo>
                    <a:pt x="8397394" y="15932"/>
                  </a:lnTo>
                  <a:lnTo>
                    <a:pt x="8397552" y="15932"/>
                  </a:lnTo>
                  <a:lnTo>
                    <a:pt x="8398025" y="15932"/>
                  </a:lnTo>
                  <a:lnTo>
                    <a:pt x="8398182" y="15932"/>
                  </a:lnTo>
                  <a:lnTo>
                    <a:pt x="8398656" y="15932"/>
                  </a:lnTo>
                  <a:lnTo>
                    <a:pt x="8398813" y="15932"/>
                  </a:lnTo>
                  <a:lnTo>
                    <a:pt x="8398971" y="15932"/>
                  </a:lnTo>
                  <a:lnTo>
                    <a:pt x="8399129" y="15932"/>
                  </a:lnTo>
                  <a:lnTo>
                    <a:pt x="8399286" y="15932"/>
                  </a:lnTo>
                  <a:lnTo>
                    <a:pt x="8399444" y="15932"/>
                  </a:lnTo>
                  <a:lnTo>
                    <a:pt x="8399602" y="15932"/>
                  </a:lnTo>
                  <a:lnTo>
                    <a:pt x="8399760" y="15932"/>
                  </a:lnTo>
                  <a:lnTo>
                    <a:pt x="8399917" y="15932"/>
                  </a:lnTo>
                  <a:lnTo>
                    <a:pt x="8400075" y="15932"/>
                  </a:lnTo>
                  <a:lnTo>
                    <a:pt x="8400075" y="15501"/>
                  </a:lnTo>
                  <a:lnTo>
                    <a:pt x="8400233" y="15501"/>
                  </a:lnTo>
                  <a:lnTo>
                    <a:pt x="8400548" y="15501"/>
                  </a:lnTo>
                  <a:lnTo>
                    <a:pt x="8400706" y="15071"/>
                  </a:lnTo>
                  <a:lnTo>
                    <a:pt x="8400864" y="15071"/>
                  </a:lnTo>
                  <a:lnTo>
                    <a:pt x="8401179" y="15071"/>
                  </a:lnTo>
                  <a:lnTo>
                    <a:pt x="8401337" y="15071"/>
                  </a:lnTo>
                  <a:lnTo>
                    <a:pt x="8401494" y="15071"/>
                  </a:lnTo>
                  <a:lnTo>
                    <a:pt x="8401652" y="15071"/>
                  </a:lnTo>
                  <a:lnTo>
                    <a:pt x="8401810" y="15071"/>
                  </a:lnTo>
                  <a:lnTo>
                    <a:pt x="8401968" y="15071"/>
                  </a:lnTo>
                  <a:lnTo>
                    <a:pt x="8402283" y="15071"/>
                  </a:lnTo>
                  <a:lnTo>
                    <a:pt x="8402756" y="15071"/>
                  </a:lnTo>
                  <a:lnTo>
                    <a:pt x="8402914" y="15071"/>
                  </a:lnTo>
                  <a:lnTo>
                    <a:pt x="8403072" y="15071"/>
                  </a:lnTo>
                  <a:lnTo>
                    <a:pt x="8403229" y="15071"/>
                  </a:lnTo>
                  <a:lnTo>
                    <a:pt x="8403387" y="15071"/>
                  </a:lnTo>
                  <a:lnTo>
                    <a:pt x="8403387" y="14640"/>
                  </a:lnTo>
                  <a:lnTo>
                    <a:pt x="8403545" y="14640"/>
                  </a:lnTo>
                  <a:lnTo>
                    <a:pt x="8403703" y="14640"/>
                  </a:lnTo>
                  <a:lnTo>
                    <a:pt x="8403860" y="14640"/>
                  </a:lnTo>
                  <a:lnTo>
                    <a:pt x="8404018" y="14640"/>
                  </a:lnTo>
                  <a:lnTo>
                    <a:pt x="8404176" y="14640"/>
                  </a:lnTo>
                  <a:lnTo>
                    <a:pt x="8404491" y="14640"/>
                  </a:lnTo>
                  <a:lnTo>
                    <a:pt x="8404649" y="14640"/>
                  </a:lnTo>
                  <a:lnTo>
                    <a:pt x="8404649" y="14209"/>
                  </a:lnTo>
                  <a:lnTo>
                    <a:pt x="8404807" y="14209"/>
                  </a:lnTo>
                  <a:lnTo>
                    <a:pt x="8405122" y="14209"/>
                  </a:lnTo>
                  <a:lnTo>
                    <a:pt x="8405437" y="14209"/>
                  </a:lnTo>
                  <a:lnTo>
                    <a:pt x="8405595" y="14209"/>
                  </a:lnTo>
                  <a:lnTo>
                    <a:pt x="8406068" y="14209"/>
                  </a:lnTo>
                  <a:lnTo>
                    <a:pt x="8406226" y="14209"/>
                  </a:lnTo>
                  <a:lnTo>
                    <a:pt x="8406384" y="14209"/>
                  </a:lnTo>
                  <a:lnTo>
                    <a:pt x="8406699" y="14209"/>
                  </a:lnTo>
                  <a:lnTo>
                    <a:pt x="8406857" y="14209"/>
                  </a:lnTo>
                  <a:lnTo>
                    <a:pt x="8407015" y="14209"/>
                  </a:lnTo>
                  <a:lnTo>
                    <a:pt x="8407172" y="14209"/>
                  </a:lnTo>
                  <a:lnTo>
                    <a:pt x="8407488" y="14209"/>
                  </a:lnTo>
                  <a:lnTo>
                    <a:pt x="8407645" y="14209"/>
                  </a:lnTo>
                  <a:lnTo>
                    <a:pt x="8407803" y="14209"/>
                  </a:lnTo>
                  <a:lnTo>
                    <a:pt x="8408119" y="14209"/>
                  </a:lnTo>
                  <a:lnTo>
                    <a:pt x="8408434" y="14209"/>
                  </a:lnTo>
                  <a:lnTo>
                    <a:pt x="8408592" y="13779"/>
                  </a:lnTo>
                  <a:lnTo>
                    <a:pt x="8408750" y="13779"/>
                  </a:lnTo>
                  <a:lnTo>
                    <a:pt x="8408907" y="13779"/>
                  </a:lnTo>
                  <a:lnTo>
                    <a:pt x="8409065" y="13779"/>
                  </a:lnTo>
                  <a:lnTo>
                    <a:pt x="8409538" y="13779"/>
                  </a:lnTo>
                  <a:lnTo>
                    <a:pt x="8409538" y="13348"/>
                  </a:lnTo>
                  <a:lnTo>
                    <a:pt x="8409696" y="13348"/>
                  </a:lnTo>
                  <a:lnTo>
                    <a:pt x="8409854" y="13348"/>
                  </a:lnTo>
                  <a:lnTo>
                    <a:pt x="8410011" y="13348"/>
                  </a:lnTo>
                  <a:lnTo>
                    <a:pt x="8410169" y="13348"/>
                  </a:lnTo>
                  <a:lnTo>
                    <a:pt x="8410327" y="13348"/>
                  </a:lnTo>
                  <a:lnTo>
                    <a:pt x="8410484" y="13348"/>
                  </a:lnTo>
                  <a:lnTo>
                    <a:pt x="8410642" y="13348"/>
                  </a:lnTo>
                  <a:lnTo>
                    <a:pt x="8410800" y="13348"/>
                  </a:lnTo>
                  <a:lnTo>
                    <a:pt x="8410958" y="13348"/>
                  </a:lnTo>
                  <a:lnTo>
                    <a:pt x="8411273" y="13348"/>
                  </a:lnTo>
                  <a:lnTo>
                    <a:pt x="8411746" y="13348"/>
                  </a:lnTo>
                  <a:lnTo>
                    <a:pt x="8411904" y="13348"/>
                  </a:lnTo>
                  <a:lnTo>
                    <a:pt x="8412062" y="13348"/>
                  </a:lnTo>
                  <a:lnTo>
                    <a:pt x="8412219" y="13348"/>
                  </a:lnTo>
                  <a:lnTo>
                    <a:pt x="8412377" y="13348"/>
                  </a:lnTo>
                  <a:lnTo>
                    <a:pt x="8412535" y="13348"/>
                  </a:lnTo>
                  <a:lnTo>
                    <a:pt x="8412692" y="13348"/>
                  </a:lnTo>
                  <a:lnTo>
                    <a:pt x="8413008" y="13348"/>
                  </a:lnTo>
                  <a:lnTo>
                    <a:pt x="8413166" y="13348"/>
                  </a:lnTo>
                  <a:lnTo>
                    <a:pt x="8413323" y="13348"/>
                  </a:lnTo>
                  <a:lnTo>
                    <a:pt x="8413481" y="13348"/>
                  </a:lnTo>
                  <a:lnTo>
                    <a:pt x="8413796" y="13348"/>
                  </a:lnTo>
                  <a:lnTo>
                    <a:pt x="8413954" y="13348"/>
                  </a:lnTo>
                  <a:lnTo>
                    <a:pt x="8414270" y="13348"/>
                  </a:lnTo>
                  <a:lnTo>
                    <a:pt x="8414427" y="13348"/>
                  </a:lnTo>
                  <a:lnTo>
                    <a:pt x="8414743" y="13348"/>
                  </a:lnTo>
                  <a:lnTo>
                    <a:pt x="8414901" y="13348"/>
                  </a:lnTo>
                  <a:lnTo>
                    <a:pt x="8415058" y="13348"/>
                  </a:lnTo>
                  <a:lnTo>
                    <a:pt x="8415216" y="13348"/>
                  </a:lnTo>
                  <a:lnTo>
                    <a:pt x="8415531" y="13348"/>
                  </a:lnTo>
                  <a:lnTo>
                    <a:pt x="8415689" y="13348"/>
                  </a:lnTo>
                  <a:lnTo>
                    <a:pt x="8415847" y="13348"/>
                  </a:lnTo>
                  <a:lnTo>
                    <a:pt x="8416005" y="13348"/>
                  </a:lnTo>
                  <a:lnTo>
                    <a:pt x="8416320" y="13348"/>
                  </a:lnTo>
                  <a:lnTo>
                    <a:pt x="8416478" y="13348"/>
                  </a:lnTo>
                  <a:lnTo>
                    <a:pt x="8416635" y="13348"/>
                  </a:lnTo>
                  <a:lnTo>
                    <a:pt x="8416793" y="13348"/>
                  </a:lnTo>
                  <a:lnTo>
                    <a:pt x="8417109" y="13348"/>
                  </a:lnTo>
                  <a:lnTo>
                    <a:pt x="8417109" y="12918"/>
                  </a:lnTo>
                  <a:lnTo>
                    <a:pt x="8417266" y="12918"/>
                  </a:lnTo>
                  <a:lnTo>
                    <a:pt x="8417424" y="12918"/>
                  </a:lnTo>
                  <a:lnTo>
                    <a:pt x="8417739" y="12918"/>
                  </a:lnTo>
                  <a:lnTo>
                    <a:pt x="8417897" y="12918"/>
                  </a:lnTo>
                  <a:lnTo>
                    <a:pt x="8418055" y="12918"/>
                  </a:lnTo>
                  <a:lnTo>
                    <a:pt x="8418213" y="12918"/>
                  </a:lnTo>
                  <a:lnTo>
                    <a:pt x="8418370" y="12918"/>
                  </a:lnTo>
                  <a:lnTo>
                    <a:pt x="8418528" y="12918"/>
                  </a:lnTo>
                  <a:lnTo>
                    <a:pt x="8418686" y="12918"/>
                  </a:lnTo>
                  <a:lnTo>
                    <a:pt x="8418843" y="12918"/>
                  </a:lnTo>
                  <a:lnTo>
                    <a:pt x="8419001" y="12918"/>
                  </a:lnTo>
                  <a:lnTo>
                    <a:pt x="8419159" y="12918"/>
                  </a:lnTo>
                  <a:lnTo>
                    <a:pt x="8419317" y="12918"/>
                  </a:lnTo>
                  <a:lnTo>
                    <a:pt x="8419474" y="12918"/>
                  </a:lnTo>
                  <a:lnTo>
                    <a:pt x="8419632" y="12918"/>
                  </a:lnTo>
                  <a:lnTo>
                    <a:pt x="8419948" y="12918"/>
                  </a:lnTo>
                  <a:lnTo>
                    <a:pt x="8420105" y="12918"/>
                  </a:lnTo>
                  <a:lnTo>
                    <a:pt x="8420421" y="12918"/>
                  </a:lnTo>
                  <a:lnTo>
                    <a:pt x="8420578" y="12918"/>
                  </a:lnTo>
                  <a:lnTo>
                    <a:pt x="8420736" y="12918"/>
                  </a:lnTo>
                  <a:lnTo>
                    <a:pt x="8420894" y="12918"/>
                  </a:lnTo>
                  <a:lnTo>
                    <a:pt x="8421052" y="12918"/>
                  </a:lnTo>
                  <a:lnTo>
                    <a:pt x="8421209" y="12918"/>
                  </a:lnTo>
                  <a:lnTo>
                    <a:pt x="8421367" y="12918"/>
                  </a:lnTo>
                  <a:lnTo>
                    <a:pt x="8421840" y="12918"/>
                  </a:lnTo>
                  <a:lnTo>
                    <a:pt x="8422471" y="12918"/>
                  </a:lnTo>
                  <a:lnTo>
                    <a:pt x="8422629" y="12918"/>
                  </a:lnTo>
                  <a:lnTo>
                    <a:pt x="8422786" y="12918"/>
                  </a:lnTo>
                  <a:lnTo>
                    <a:pt x="8422944" y="12918"/>
                  </a:lnTo>
                  <a:lnTo>
                    <a:pt x="8423102" y="12918"/>
                  </a:lnTo>
                  <a:lnTo>
                    <a:pt x="8423260" y="12918"/>
                  </a:lnTo>
                  <a:lnTo>
                    <a:pt x="8423417" y="12918"/>
                  </a:lnTo>
                  <a:lnTo>
                    <a:pt x="8423575" y="12487"/>
                  </a:lnTo>
                  <a:lnTo>
                    <a:pt x="8423575" y="12056"/>
                  </a:lnTo>
                  <a:lnTo>
                    <a:pt x="8423890" y="12056"/>
                  </a:lnTo>
                  <a:lnTo>
                    <a:pt x="8424048" y="12056"/>
                  </a:lnTo>
                  <a:lnTo>
                    <a:pt x="8424206" y="12056"/>
                  </a:lnTo>
                  <a:lnTo>
                    <a:pt x="8424364" y="12056"/>
                  </a:lnTo>
                  <a:lnTo>
                    <a:pt x="8424521" y="12056"/>
                  </a:lnTo>
                  <a:lnTo>
                    <a:pt x="8424679" y="12056"/>
                  </a:lnTo>
                  <a:lnTo>
                    <a:pt x="8424837" y="12056"/>
                  </a:lnTo>
                  <a:lnTo>
                    <a:pt x="8424994" y="12056"/>
                  </a:lnTo>
                  <a:lnTo>
                    <a:pt x="8425468" y="12056"/>
                  </a:lnTo>
                  <a:lnTo>
                    <a:pt x="8425783" y="12056"/>
                  </a:lnTo>
                  <a:lnTo>
                    <a:pt x="8426099" y="12056"/>
                  </a:lnTo>
                  <a:lnTo>
                    <a:pt x="8426256" y="12056"/>
                  </a:lnTo>
                  <a:lnTo>
                    <a:pt x="8426414" y="12056"/>
                  </a:lnTo>
                  <a:lnTo>
                    <a:pt x="8426572" y="12056"/>
                  </a:lnTo>
                  <a:lnTo>
                    <a:pt x="8426729" y="12056"/>
                  </a:lnTo>
                  <a:lnTo>
                    <a:pt x="8426887" y="12056"/>
                  </a:lnTo>
                  <a:lnTo>
                    <a:pt x="8427360" y="12056"/>
                  </a:lnTo>
                  <a:lnTo>
                    <a:pt x="8427518" y="12056"/>
                  </a:lnTo>
                  <a:lnTo>
                    <a:pt x="8427676" y="12056"/>
                  </a:lnTo>
                  <a:lnTo>
                    <a:pt x="8427833" y="12056"/>
                  </a:lnTo>
                  <a:lnTo>
                    <a:pt x="8428149" y="12056"/>
                  </a:lnTo>
                  <a:lnTo>
                    <a:pt x="8428622" y="12056"/>
                  </a:lnTo>
                  <a:lnTo>
                    <a:pt x="8428780" y="12056"/>
                  </a:lnTo>
                  <a:lnTo>
                    <a:pt x="8429095" y="12056"/>
                  </a:lnTo>
                  <a:lnTo>
                    <a:pt x="8429253" y="12056"/>
                  </a:lnTo>
                  <a:lnTo>
                    <a:pt x="8429411" y="12056"/>
                  </a:lnTo>
                  <a:lnTo>
                    <a:pt x="8429726" y="12056"/>
                  </a:lnTo>
                  <a:lnTo>
                    <a:pt x="8429884" y="12056"/>
                  </a:lnTo>
                  <a:lnTo>
                    <a:pt x="8430041" y="12056"/>
                  </a:lnTo>
                  <a:lnTo>
                    <a:pt x="8430199" y="12056"/>
                  </a:lnTo>
                  <a:lnTo>
                    <a:pt x="8430357" y="11626"/>
                  </a:lnTo>
                  <a:lnTo>
                    <a:pt x="8430672" y="11626"/>
                  </a:lnTo>
                  <a:lnTo>
                    <a:pt x="8430988" y="11626"/>
                  </a:lnTo>
                  <a:lnTo>
                    <a:pt x="8431146" y="11626"/>
                  </a:lnTo>
                  <a:lnTo>
                    <a:pt x="8431303" y="11626"/>
                  </a:lnTo>
                  <a:lnTo>
                    <a:pt x="8431461" y="11626"/>
                  </a:lnTo>
                  <a:lnTo>
                    <a:pt x="8432407" y="11626"/>
                  </a:lnTo>
                  <a:lnTo>
                    <a:pt x="8432565" y="11626"/>
                  </a:lnTo>
                  <a:lnTo>
                    <a:pt x="8432723" y="11626"/>
                  </a:lnTo>
                  <a:lnTo>
                    <a:pt x="8432880" y="11626"/>
                  </a:lnTo>
                  <a:lnTo>
                    <a:pt x="8433038" y="11195"/>
                  </a:lnTo>
                  <a:lnTo>
                    <a:pt x="8433196" y="11195"/>
                  </a:lnTo>
                  <a:lnTo>
                    <a:pt x="8433354" y="11195"/>
                  </a:lnTo>
                  <a:lnTo>
                    <a:pt x="8433669" y="11195"/>
                  </a:lnTo>
                  <a:lnTo>
                    <a:pt x="8433827" y="11195"/>
                  </a:lnTo>
                  <a:lnTo>
                    <a:pt x="8433984" y="11195"/>
                  </a:lnTo>
                  <a:lnTo>
                    <a:pt x="8434300" y="11195"/>
                  </a:lnTo>
                  <a:lnTo>
                    <a:pt x="8434458" y="11195"/>
                  </a:lnTo>
                  <a:lnTo>
                    <a:pt x="8434615" y="11195"/>
                  </a:lnTo>
                  <a:lnTo>
                    <a:pt x="8434773" y="11195"/>
                  </a:lnTo>
                  <a:lnTo>
                    <a:pt x="8434931" y="11195"/>
                  </a:lnTo>
                  <a:lnTo>
                    <a:pt x="8435246" y="11195"/>
                  </a:lnTo>
                  <a:lnTo>
                    <a:pt x="8435404" y="11195"/>
                  </a:lnTo>
                  <a:lnTo>
                    <a:pt x="8435562" y="11195"/>
                  </a:lnTo>
                  <a:lnTo>
                    <a:pt x="8435719" y="11195"/>
                  </a:lnTo>
                  <a:lnTo>
                    <a:pt x="8435877" y="10765"/>
                  </a:lnTo>
                  <a:lnTo>
                    <a:pt x="8436035" y="10765"/>
                  </a:lnTo>
                  <a:lnTo>
                    <a:pt x="8436192" y="10765"/>
                  </a:lnTo>
                  <a:lnTo>
                    <a:pt x="8436350" y="10765"/>
                  </a:lnTo>
                  <a:lnTo>
                    <a:pt x="8436666" y="10765"/>
                  </a:lnTo>
                  <a:lnTo>
                    <a:pt x="8436666" y="10334"/>
                  </a:lnTo>
                  <a:lnTo>
                    <a:pt x="8437297" y="10334"/>
                  </a:lnTo>
                  <a:lnTo>
                    <a:pt x="8437454" y="10334"/>
                  </a:lnTo>
                  <a:lnTo>
                    <a:pt x="8437612" y="10334"/>
                  </a:lnTo>
                  <a:lnTo>
                    <a:pt x="8438085" y="9903"/>
                  </a:lnTo>
                  <a:lnTo>
                    <a:pt x="8438243" y="9903"/>
                  </a:lnTo>
                  <a:lnTo>
                    <a:pt x="8438401" y="9903"/>
                  </a:lnTo>
                  <a:lnTo>
                    <a:pt x="8438558" y="9903"/>
                  </a:lnTo>
                  <a:lnTo>
                    <a:pt x="8438716" y="9903"/>
                  </a:lnTo>
                  <a:lnTo>
                    <a:pt x="8438874" y="9903"/>
                  </a:lnTo>
                  <a:lnTo>
                    <a:pt x="8439031" y="9903"/>
                  </a:lnTo>
                  <a:lnTo>
                    <a:pt x="8439189" y="9903"/>
                  </a:lnTo>
                  <a:lnTo>
                    <a:pt x="8439347" y="9903"/>
                  </a:lnTo>
                  <a:lnTo>
                    <a:pt x="8439347" y="9473"/>
                  </a:lnTo>
                  <a:lnTo>
                    <a:pt x="8439505" y="9473"/>
                  </a:lnTo>
                  <a:lnTo>
                    <a:pt x="8439820" y="9473"/>
                  </a:lnTo>
                  <a:lnTo>
                    <a:pt x="8439820" y="9042"/>
                  </a:lnTo>
                  <a:lnTo>
                    <a:pt x="8440135" y="9042"/>
                  </a:lnTo>
                  <a:lnTo>
                    <a:pt x="8440293" y="9042"/>
                  </a:lnTo>
                  <a:lnTo>
                    <a:pt x="8440609" y="9042"/>
                  </a:lnTo>
                  <a:lnTo>
                    <a:pt x="8440766" y="9042"/>
                  </a:lnTo>
                  <a:lnTo>
                    <a:pt x="8440924" y="9042"/>
                  </a:lnTo>
                  <a:lnTo>
                    <a:pt x="8441082" y="9042"/>
                  </a:lnTo>
                  <a:lnTo>
                    <a:pt x="8441239" y="9042"/>
                  </a:lnTo>
                  <a:lnTo>
                    <a:pt x="8441397" y="9042"/>
                  </a:lnTo>
                  <a:lnTo>
                    <a:pt x="8441555" y="9042"/>
                  </a:lnTo>
                  <a:lnTo>
                    <a:pt x="8441713" y="9042"/>
                  </a:lnTo>
                  <a:lnTo>
                    <a:pt x="8441870" y="9042"/>
                  </a:lnTo>
                  <a:lnTo>
                    <a:pt x="8442028" y="9042"/>
                  </a:lnTo>
                  <a:lnTo>
                    <a:pt x="8442186" y="9042"/>
                  </a:lnTo>
                  <a:lnTo>
                    <a:pt x="8442343" y="9042"/>
                  </a:lnTo>
                  <a:lnTo>
                    <a:pt x="8442501" y="9042"/>
                  </a:lnTo>
                  <a:lnTo>
                    <a:pt x="8442659" y="9042"/>
                  </a:lnTo>
                  <a:lnTo>
                    <a:pt x="8442817" y="9042"/>
                  </a:lnTo>
                  <a:lnTo>
                    <a:pt x="8442974" y="9042"/>
                  </a:lnTo>
                  <a:lnTo>
                    <a:pt x="8443132" y="9042"/>
                  </a:lnTo>
                  <a:lnTo>
                    <a:pt x="8443290" y="9042"/>
                  </a:lnTo>
                  <a:lnTo>
                    <a:pt x="8443448" y="9042"/>
                  </a:lnTo>
                  <a:lnTo>
                    <a:pt x="8443605" y="9042"/>
                  </a:lnTo>
                  <a:lnTo>
                    <a:pt x="8443763" y="9042"/>
                  </a:lnTo>
                  <a:lnTo>
                    <a:pt x="8443921" y="9042"/>
                  </a:lnTo>
                  <a:lnTo>
                    <a:pt x="8444078" y="9042"/>
                  </a:lnTo>
                  <a:lnTo>
                    <a:pt x="8444236" y="9042"/>
                  </a:lnTo>
                  <a:lnTo>
                    <a:pt x="8444394" y="9042"/>
                  </a:lnTo>
                  <a:lnTo>
                    <a:pt x="8444867" y="9042"/>
                  </a:lnTo>
                  <a:lnTo>
                    <a:pt x="8445025" y="9042"/>
                  </a:lnTo>
                  <a:lnTo>
                    <a:pt x="8445182" y="9042"/>
                  </a:lnTo>
                  <a:lnTo>
                    <a:pt x="8445340" y="9042"/>
                  </a:lnTo>
                  <a:lnTo>
                    <a:pt x="8445656" y="9042"/>
                  </a:lnTo>
                  <a:lnTo>
                    <a:pt x="8445971" y="9042"/>
                  </a:lnTo>
                  <a:lnTo>
                    <a:pt x="8446129" y="9042"/>
                  </a:lnTo>
                  <a:lnTo>
                    <a:pt x="8446444" y="9042"/>
                  </a:lnTo>
                  <a:lnTo>
                    <a:pt x="8446760" y="9042"/>
                  </a:lnTo>
                  <a:lnTo>
                    <a:pt x="8446917" y="9042"/>
                  </a:lnTo>
                  <a:lnTo>
                    <a:pt x="8447075" y="9042"/>
                  </a:lnTo>
                  <a:lnTo>
                    <a:pt x="8447233" y="9042"/>
                  </a:lnTo>
                  <a:lnTo>
                    <a:pt x="8447390" y="9042"/>
                  </a:lnTo>
                  <a:lnTo>
                    <a:pt x="8447548" y="9042"/>
                  </a:lnTo>
                  <a:lnTo>
                    <a:pt x="8447706" y="9042"/>
                  </a:lnTo>
                  <a:lnTo>
                    <a:pt x="8447864" y="9042"/>
                  </a:lnTo>
                  <a:lnTo>
                    <a:pt x="8448021" y="9042"/>
                  </a:lnTo>
                  <a:lnTo>
                    <a:pt x="8448337" y="9042"/>
                  </a:lnTo>
                  <a:lnTo>
                    <a:pt x="8448495" y="9042"/>
                  </a:lnTo>
                  <a:lnTo>
                    <a:pt x="8448810" y="9042"/>
                  </a:lnTo>
                  <a:lnTo>
                    <a:pt x="8448968" y="9042"/>
                  </a:lnTo>
                  <a:lnTo>
                    <a:pt x="8449125" y="9042"/>
                  </a:lnTo>
                  <a:lnTo>
                    <a:pt x="8449283" y="9042"/>
                  </a:lnTo>
                  <a:lnTo>
                    <a:pt x="8449441" y="9042"/>
                  </a:lnTo>
                  <a:lnTo>
                    <a:pt x="8449599" y="9042"/>
                  </a:lnTo>
                  <a:lnTo>
                    <a:pt x="8449914" y="9042"/>
                  </a:lnTo>
                  <a:lnTo>
                    <a:pt x="8450072" y="9042"/>
                  </a:lnTo>
                  <a:lnTo>
                    <a:pt x="8450545" y="9042"/>
                  </a:lnTo>
                  <a:lnTo>
                    <a:pt x="8451018" y="9042"/>
                  </a:lnTo>
                  <a:lnTo>
                    <a:pt x="8451176" y="9042"/>
                  </a:lnTo>
                  <a:lnTo>
                    <a:pt x="8451333" y="9042"/>
                  </a:lnTo>
                  <a:lnTo>
                    <a:pt x="8451491" y="8612"/>
                  </a:lnTo>
                  <a:lnTo>
                    <a:pt x="8451649" y="8612"/>
                  </a:lnTo>
                  <a:lnTo>
                    <a:pt x="8451649" y="8181"/>
                  </a:lnTo>
                  <a:lnTo>
                    <a:pt x="8451807" y="8181"/>
                  </a:lnTo>
                  <a:lnTo>
                    <a:pt x="8451964" y="8181"/>
                  </a:lnTo>
                  <a:lnTo>
                    <a:pt x="8452122" y="8181"/>
                  </a:lnTo>
                  <a:lnTo>
                    <a:pt x="8452280" y="7750"/>
                  </a:lnTo>
                  <a:lnTo>
                    <a:pt x="8452437" y="7750"/>
                  </a:lnTo>
                  <a:lnTo>
                    <a:pt x="8452595" y="7750"/>
                  </a:lnTo>
                  <a:lnTo>
                    <a:pt x="8452753" y="7750"/>
                  </a:lnTo>
                  <a:lnTo>
                    <a:pt x="8452911" y="7750"/>
                  </a:lnTo>
                  <a:lnTo>
                    <a:pt x="8453226" y="7750"/>
                  </a:lnTo>
                  <a:lnTo>
                    <a:pt x="8453384" y="7750"/>
                  </a:lnTo>
                  <a:lnTo>
                    <a:pt x="8453541" y="7750"/>
                  </a:lnTo>
                  <a:lnTo>
                    <a:pt x="8453699" y="7750"/>
                  </a:lnTo>
                  <a:lnTo>
                    <a:pt x="8453857" y="7750"/>
                  </a:lnTo>
                  <a:lnTo>
                    <a:pt x="8454015" y="7750"/>
                  </a:lnTo>
                  <a:lnTo>
                    <a:pt x="8454330" y="7750"/>
                  </a:lnTo>
                  <a:lnTo>
                    <a:pt x="8454488" y="7750"/>
                  </a:lnTo>
                  <a:lnTo>
                    <a:pt x="8454488" y="7320"/>
                  </a:lnTo>
                  <a:lnTo>
                    <a:pt x="8454646" y="7320"/>
                  </a:lnTo>
                  <a:lnTo>
                    <a:pt x="8454803" y="7320"/>
                  </a:lnTo>
                  <a:lnTo>
                    <a:pt x="8455119" y="7320"/>
                  </a:lnTo>
                  <a:lnTo>
                    <a:pt x="8455276" y="7320"/>
                  </a:lnTo>
                  <a:lnTo>
                    <a:pt x="8455276" y="6889"/>
                  </a:lnTo>
                  <a:lnTo>
                    <a:pt x="8455592" y="6889"/>
                  </a:lnTo>
                  <a:lnTo>
                    <a:pt x="8455907" y="6889"/>
                  </a:lnTo>
                  <a:lnTo>
                    <a:pt x="8456065" y="6889"/>
                  </a:lnTo>
                  <a:lnTo>
                    <a:pt x="8456223" y="6889"/>
                  </a:lnTo>
                  <a:lnTo>
                    <a:pt x="8456380" y="6889"/>
                  </a:lnTo>
                  <a:lnTo>
                    <a:pt x="8456538" y="6889"/>
                  </a:lnTo>
                  <a:lnTo>
                    <a:pt x="8456854" y="6889"/>
                  </a:lnTo>
                  <a:lnTo>
                    <a:pt x="8457011" y="6889"/>
                  </a:lnTo>
                  <a:lnTo>
                    <a:pt x="8457169" y="6889"/>
                  </a:lnTo>
                  <a:lnTo>
                    <a:pt x="8457484" y="6889"/>
                  </a:lnTo>
                  <a:lnTo>
                    <a:pt x="8457642" y="6889"/>
                  </a:lnTo>
                  <a:lnTo>
                    <a:pt x="8457800" y="6889"/>
                  </a:lnTo>
                  <a:lnTo>
                    <a:pt x="8457958" y="6889"/>
                  </a:lnTo>
                  <a:lnTo>
                    <a:pt x="8458115" y="6889"/>
                  </a:lnTo>
                  <a:lnTo>
                    <a:pt x="8458273" y="6889"/>
                  </a:lnTo>
                  <a:lnTo>
                    <a:pt x="8458588" y="6889"/>
                  </a:lnTo>
                  <a:lnTo>
                    <a:pt x="8458746" y="6889"/>
                  </a:lnTo>
                  <a:lnTo>
                    <a:pt x="8458904" y="6889"/>
                  </a:lnTo>
                  <a:lnTo>
                    <a:pt x="8459219" y="6889"/>
                  </a:lnTo>
                  <a:lnTo>
                    <a:pt x="8459377" y="6889"/>
                  </a:lnTo>
                  <a:lnTo>
                    <a:pt x="8459535" y="6459"/>
                  </a:lnTo>
                  <a:lnTo>
                    <a:pt x="8459693" y="6459"/>
                  </a:lnTo>
                  <a:lnTo>
                    <a:pt x="8460008" y="6459"/>
                  </a:lnTo>
                  <a:lnTo>
                    <a:pt x="8460166" y="6459"/>
                  </a:lnTo>
                  <a:lnTo>
                    <a:pt x="8460481" y="6459"/>
                  </a:lnTo>
                  <a:lnTo>
                    <a:pt x="8460639" y="6459"/>
                  </a:lnTo>
                  <a:lnTo>
                    <a:pt x="8460797" y="6459"/>
                  </a:lnTo>
                  <a:lnTo>
                    <a:pt x="8460797" y="6028"/>
                  </a:lnTo>
                  <a:lnTo>
                    <a:pt x="8461112" y="6028"/>
                  </a:lnTo>
                  <a:lnTo>
                    <a:pt x="8461270" y="6028"/>
                  </a:lnTo>
                  <a:lnTo>
                    <a:pt x="8461427" y="6028"/>
                  </a:lnTo>
                  <a:lnTo>
                    <a:pt x="8461585" y="6028"/>
                  </a:lnTo>
                  <a:lnTo>
                    <a:pt x="8461743" y="6028"/>
                  </a:lnTo>
                  <a:lnTo>
                    <a:pt x="8462058" y="6028"/>
                  </a:lnTo>
                  <a:lnTo>
                    <a:pt x="8462216" y="6028"/>
                  </a:lnTo>
                  <a:lnTo>
                    <a:pt x="8462374" y="6028"/>
                  </a:lnTo>
                  <a:lnTo>
                    <a:pt x="8462531" y="6028"/>
                  </a:lnTo>
                  <a:lnTo>
                    <a:pt x="8462689" y="6028"/>
                  </a:lnTo>
                  <a:lnTo>
                    <a:pt x="8462847" y="5167"/>
                  </a:lnTo>
                  <a:lnTo>
                    <a:pt x="8463005" y="5167"/>
                  </a:lnTo>
                  <a:lnTo>
                    <a:pt x="8463162" y="4736"/>
                  </a:lnTo>
                  <a:lnTo>
                    <a:pt x="8463320" y="4736"/>
                  </a:lnTo>
                  <a:lnTo>
                    <a:pt x="8463478" y="4736"/>
                  </a:lnTo>
                  <a:lnTo>
                    <a:pt x="8463635" y="4736"/>
                  </a:lnTo>
                  <a:lnTo>
                    <a:pt x="8463793" y="4736"/>
                  </a:lnTo>
                  <a:lnTo>
                    <a:pt x="8463951" y="4736"/>
                  </a:lnTo>
                  <a:lnTo>
                    <a:pt x="8464109" y="4736"/>
                  </a:lnTo>
                  <a:lnTo>
                    <a:pt x="8464424" y="4306"/>
                  </a:lnTo>
                  <a:lnTo>
                    <a:pt x="8464582" y="4306"/>
                  </a:lnTo>
                  <a:lnTo>
                    <a:pt x="8464739" y="4306"/>
                  </a:lnTo>
                  <a:lnTo>
                    <a:pt x="8464897" y="4306"/>
                  </a:lnTo>
                  <a:lnTo>
                    <a:pt x="8465055" y="4306"/>
                  </a:lnTo>
                  <a:lnTo>
                    <a:pt x="8465370" y="4306"/>
                  </a:lnTo>
                  <a:lnTo>
                    <a:pt x="8465528" y="4306"/>
                  </a:lnTo>
                  <a:lnTo>
                    <a:pt x="8465686" y="4306"/>
                  </a:lnTo>
                  <a:lnTo>
                    <a:pt x="8465844" y="3875"/>
                  </a:lnTo>
                  <a:lnTo>
                    <a:pt x="8466001" y="3875"/>
                  </a:lnTo>
                  <a:lnTo>
                    <a:pt x="8466159" y="3875"/>
                  </a:lnTo>
                  <a:lnTo>
                    <a:pt x="8466317" y="3875"/>
                  </a:lnTo>
                  <a:lnTo>
                    <a:pt x="8466474" y="3875"/>
                  </a:lnTo>
                  <a:lnTo>
                    <a:pt x="8466790" y="3875"/>
                  </a:lnTo>
                  <a:lnTo>
                    <a:pt x="8466948" y="3875"/>
                  </a:lnTo>
                  <a:lnTo>
                    <a:pt x="8467105" y="3875"/>
                  </a:lnTo>
                  <a:lnTo>
                    <a:pt x="8467263" y="3875"/>
                  </a:lnTo>
                  <a:lnTo>
                    <a:pt x="8467421" y="3875"/>
                  </a:lnTo>
                  <a:lnTo>
                    <a:pt x="8467736" y="3875"/>
                  </a:lnTo>
                  <a:lnTo>
                    <a:pt x="8467894" y="3875"/>
                  </a:lnTo>
                  <a:lnTo>
                    <a:pt x="8468367" y="3875"/>
                  </a:lnTo>
                  <a:lnTo>
                    <a:pt x="8468525" y="3875"/>
                  </a:lnTo>
                  <a:lnTo>
                    <a:pt x="8468682" y="3875"/>
                  </a:lnTo>
                  <a:lnTo>
                    <a:pt x="8468840" y="3875"/>
                  </a:lnTo>
                  <a:lnTo>
                    <a:pt x="8469313" y="3875"/>
                  </a:lnTo>
                  <a:lnTo>
                    <a:pt x="8469471" y="3875"/>
                  </a:lnTo>
                  <a:lnTo>
                    <a:pt x="8469629" y="3875"/>
                  </a:lnTo>
                  <a:lnTo>
                    <a:pt x="8469944" y="3875"/>
                  </a:lnTo>
                  <a:lnTo>
                    <a:pt x="8470260" y="3875"/>
                  </a:lnTo>
                  <a:lnTo>
                    <a:pt x="8470417" y="3875"/>
                  </a:lnTo>
                  <a:lnTo>
                    <a:pt x="8470575" y="3875"/>
                  </a:lnTo>
                  <a:lnTo>
                    <a:pt x="8470733" y="3875"/>
                  </a:lnTo>
                  <a:lnTo>
                    <a:pt x="8470891" y="3875"/>
                  </a:lnTo>
                  <a:lnTo>
                    <a:pt x="8470891" y="3444"/>
                  </a:lnTo>
                  <a:lnTo>
                    <a:pt x="8471048" y="3444"/>
                  </a:lnTo>
                  <a:lnTo>
                    <a:pt x="8471206" y="3444"/>
                  </a:lnTo>
                  <a:lnTo>
                    <a:pt x="8471521" y="3444"/>
                  </a:lnTo>
                  <a:lnTo>
                    <a:pt x="8471679" y="3444"/>
                  </a:lnTo>
                  <a:lnTo>
                    <a:pt x="8471837" y="3444"/>
                  </a:lnTo>
                  <a:lnTo>
                    <a:pt x="8472152" y="3444"/>
                  </a:lnTo>
                  <a:lnTo>
                    <a:pt x="8472310" y="3444"/>
                  </a:lnTo>
                  <a:lnTo>
                    <a:pt x="8472468" y="3444"/>
                  </a:lnTo>
                  <a:lnTo>
                    <a:pt x="8472625" y="3444"/>
                  </a:lnTo>
                  <a:lnTo>
                    <a:pt x="8472783" y="3444"/>
                  </a:lnTo>
                  <a:lnTo>
                    <a:pt x="8472941" y="3444"/>
                  </a:lnTo>
                  <a:lnTo>
                    <a:pt x="8473099" y="3444"/>
                  </a:lnTo>
                  <a:lnTo>
                    <a:pt x="8473256" y="3444"/>
                  </a:lnTo>
                  <a:lnTo>
                    <a:pt x="8473414" y="3444"/>
                  </a:lnTo>
                  <a:lnTo>
                    <a:pt x="8474518" y="3444"/>
                  </a:lnTo>
                  <a:lnTo>
                    <a:pt x="8474676" y="3444"/>
                  </a:lnTo>
                  <a:lnTo>
                    <a:pt x="8474833" y="3444"/>
                  </a:lnTo>
                  <a:lnTo>
                    <a:pt x="8474991" y="3444"/>
                  </a:lnTo>
                  <a:lnTo>
                    <a:pt x="8475149" y="3444"/>
                  </a:lnTo>
                  <a:lnTo>
                    <a:pt x="8475307" y="3444"/>
                  </a:lnTo>
                  <a:lnTo>
                    <a:pt x="8475464" y="3444"/>
                  </a:lnTo>
                  <a:lnTo>
                    <a:pt x="8475622" y="3444"/>
                  </a:lnTo>
                  <a:lnTo>
                    <a:pt x="8475780" y="3444"/>
                  </a:lnTo>
                  <a:lnTo>
                    <a:pt x="8475937" y="3444"/>
                  </a:lnTo>
                  <a:lnTo>
                    <a:pt x="8476095" y="3444"/>
                  </a:lnTo>
                  <a:lnTo>
                    <a:pt x="8476253" y="3444"/>
                  </a:lnTo>
                  <a:lnTo>
                    <a:pt x="8476411" y="3444"/>
                  </a:lnTo>
                  <a:lnTo>
                    <a:pt x="8476568" y="3444"/>
                  </a:lnTo>
                  <a:lnTo>
                    <a:pt x="8476726" y="3444"/>
                  </a:lnTo>
                  <a:lnTo>
                    <a:pt x="8476884" y="3444"/>
                  </a:lnTo>
                  <a:lnTo>
                    <a:pt x="8476884" y="3014"/>
                  </a:lnTo>
                  <a:lnTo>
                    <a:pt x="8477042" y="3014"/>
                  </a:lnTo>
                  <a:lnTo>
                    <a:pt x="8477199" y="3014"/>
                  </a:lnTo>
                  <a:lnTo>
                    <a:pt x="8477515" y="3014"/>
                  </a:lnTo>
                  <a:lnTo>
                    <a:pt x="8477830" y="3014"/>
                  </a:lnTo>
                  <a:lnTo>
                    <a:pt x="8477988" y="3014"/>
                  </a:lnTo>
                  <a:lnTo>
                    <a:pt x="8478146" y="3014"/>
                  </a:lnTo>
                  <a:lnTo>
                    <a:pt x="8478303" y="3014"/>
                  </a:lnTo>
                  <a:lnTo>
                    <a:pt x="8478461" y="3014"/>
                  </a:lnTo>
                  <a:lnTo>
                    <a:pt x="8478619" y="3014"/>
                  </a:lnTo>
                  <a:lnTo>
                    <a:pt x="8478776" y="3014"/>
                  </a:lnTo>
                  <a:lnTo>
                    <a:pt x="8478934" y="3014"/>
                  </a:lnTo>
                  <a:lnTo>
                    <a:pt x="8479092" y="3014"/>
                  </a:lnTo>
                  <a:lnTo>
                    <a:pt x="8479250" y="3014"/>
                  </a:lnTo>
                  <a:lnTo>
                    <a:pt x="8479250" y="2583"/>
                  </a:lnTo>
                  <a:lnTo>
                    <a:pt x="8479407" y="2583"/>
                  </a:lnTo>
                  <a:lnTo>
                    <a:pt x="8479407" y="2153"/>
                  </a:lnTo>
                  <a:lnTo>
                    <a:pt x="8479565" y="1722"/>
                  </a:lnTo>
                  <a:lnTo>
                    <a:pt x="8479723" y="1722"/>
                  </a:lnTo>
                  <a:lnTo>
                    <a:pt x="8479880" y="1722"/>
                  </a:lnTo>
                  <a:lnTo>
                    <a:pt x="8480038" y="1722"/>
                  </a:lnTo>
                  <a:lnTo>
                    <a:pt x="8480196" y="1722"/>
                  </a:lnTo>
                  <a:lnTo>
                    <a:pt x="8480354" y="1722"/>
                  </a:lnTo>
                  <a:lnTo>
                    <a:pt x="8480511" y="1722"/>
                  </a:lnTo>
                  <a:lnTo>
                    <a:pt x="8480669" y="1722"/>
                  </a:lnTo>
                  <a:lnTo>
                    <a:pt x="8480827" y="1722"/>
                  </a:lnTo>
                  <a:lnTo>
                    <a:pt x="8480984" y="1722"/>
                  </a:lnTo>
                  <a:lnTo>
                    <a:pt x="8481142" y="1722"/>
                  </a:lnTo>
                  <a:lnTo>
                    <a:pt x="8481615" y="1722"/>
                  </a:lnTo>
                  <a:lnTo>
                    <a:pt x="8481773" y="1722"/>
                  </a:lnTo>
                  <a:lnTo>
                    <a:pt x="8481773" y="1291"/>
                  </a:lnTo>
                  <a:lnTo>
                    <a:pt x="8481931" y="1291"/>
                  </a:lnTo>
                  <a:lnTo>
                    <a:pt x="8482089" y="1291"/>
                  </a:lnTo>
                  <a:lnTo>
                    <a:pt x="8482404" y="1291"/>
                  </a:lnTo>
                  <a:lnTo>
                    <a:pt x="8482562" y="1291"/>
                  </a:lnTo>
                  <a:lnTo>
                    <a:pt x="8482719" y="1291"/>
                  </a:lnTo>
                  <a:lnTo>
                    <a:pt x="8482877" y="1291"/>
                  </a:lnTo>
                  <a:lnTo>
                    <a:pt x="8483035" y="1291"/>
                  </a:lnTo>
                  <a:lnTo>
                    <a:pt x="8483193" y="1291"/>
                  </a:lnTo>
                  <a:lnTo>
                    <a:pt x="8483508" y="1291"/>
                  </a:lnTo>
                  <a:lnTo>
                    <a:pt x="8483666" y="1291"/>
                  </a:lnTo>
                  <a:lnTo>
                    <a:pt x="8483823" y="1291"/>
                  </a:lnTo>
                  <a:lnTo>
                    <a:pt x="8483823" y="861"/>
                  </a:lnTo>
                  <a:lnTo>
                    <a:pt x="8483981" y="861"/>
                  </a:lnTo>
                  <a:lnTo>
                    <a:pt x="8484139" y="861"/>
                  </a:lnTo>
                  <a:lnTo>
                    <a:pt x="8484297" y="861"/>
                  </a:lnTo>
                  <a:lnTo>
                    <a:pt x="8484454" y="861"/>
                  </a:lnTo>
                  <a:lnTo>
                    <a:pt x="8484612" y="861"/>
                  </a:lnTo>
                  <a:lnTo>
                    <a:pt x="8484770" y="861"/>
                  </a:lnTo>
                  <a:lnTo>
                    <a:pt x="8484927" y="861"/>
                  </a:lnTo>
                  <a:lnTo>
                    <a:pt x="8485085" y="861"/>
                  </a:lnTo>
                  <a:lnTo>
                    <a:pt x="8485243" y="861"/>
                  </a:lnTo>
                  <a:lnTo>
                    <a:pt x="8485401" y="861"/>
                  </a:lnTo>
                  <a:lnTo>
                    <a:pt x="8485558" y="861"/>
                  </a:lnTo>
                  <a:lnTo>
                    <a:pt x="8485874" y="861"/>
                  </a:lnTo>
                  <a:lnTo>
                    <a:pt x="8486031" y="861"/>
                  </a:lnTo>
                  <a:lnTo>
                    <a:pt x="8486189" y="861"/>
                  </a:lnTo>
                  <a:lnTo>
                    <a:pt x="8486347" y="861"/>
                  </a:lnTo>
                  <a:lnTo>
                    <a:pt x="8486505" y="861"/>
                  </a:lnTo>
                  <a:lnTo>
                    <a:pt x="8486662" y="861"/>
                  </a:lnTo>
                  <a:lnTo>
                    <a:pt x="8486662" y="430"/>
                  </a:lnTo>
                  <a:lnTo>
                    <a:pt x="8486820" y="430"/>
                  </a:lnTo>
                  <a:lnTo>
                    <a:pt x="8486978" y="430"/>
                  </a:lnTo>
                  <a:lnTo>
                    <a:pt x="8487135" y="430"/>
                  </a:lnTo>
                  <a:lnTo>
                    <a:pt x="8487293" y="430"/>
                  </a:lnTo>
                  <a:lnTo>
                    <a:pt x="8487451" y="430"/>
                  </a:lnTo>
                  <a:lnTo>
                    <a:pt x="8487609" y="430"/>
                  </a:lnTo>
                  <a:lnTo>
                    <a:pt x="8487766" y="430"/>
                  </a:lnTo>
                  <a:lnTo>
                    <a:pt x="8487924" y="430"/>
                  </a:lnTo>
                  <a:lnTo>
                    <a:pt x="8488082" y="430"/>
                  </a:lnTo>
                  <a:lnTo>
                    <a:pt x="8488397" y="430"/>
                  </a:lnTo>
                  <a:lnTo>
                    <a:pt x="8488555" y="430"/>
                  </a:lnTo>
                  <a:lnTo>
                    <a:pt x="8488713" y="430"/>
                  </a:lnTo>
                  <a:lnTo>
                    <a:pt x="8489344" y="430"/>
                  </a:lnTo>
                  <a:lnTo>
                    <a:pt x="8489501" y="430"/>
                  </a:lnTo>
                  <a:lnTo>
                    <a:pt x="8489659" y="430"/>
                  </a:lnTo>
                  <a:lnTo>
                    <a:pt x="8489817" y="430"/>
                  </a:lnTo>
                  <a:lnTo>
                    <a:pt x="8489974" y="430"/>
                  </a:lnTo>
                  <a:lnTo>
                    <a:pt x="8490132" y="430"/>
                  </a:lnTo>
                  <a:lnTo>
                    <a:pt x="8490290" y="430"/>
                  </a:lnTo>
                  <a:lnTo>
                    <a:pt x="8490448" y="430"/>
                  </a:lnTo>
                  <a:lnTo>
                    <a:pt x="8490605" y="430"/>
                  </a:lnTo>
                  <a:lnTo>
                    <a:pt x="8490763" y="430"/>
                  </a:lnTo>
                  <a:lnTo>
                    <a:pt x="8490763" y="0"/>
                  </a:lnTo>
                  <a:lnTo>
                    <a:pt x="8490763" y="0"/>
                  </a:lnTo>
                  <a:lnTo>
                    <a:pt x="8490921" y="0"/>
                  </a:lnTo>
                  <a:lnTo>
                    <a:pt x="8491078" y="0"/>
                  </a:lnTo>
                  <a:lnTo>
                    <a:pt x="8491236" y="0"/>
                  </a:lnTo>
                  <a:lnTo>
                    <a:pt x="8491394" y="0"/>
                  </a:lnTo>
                  <a:lnTo>
                    <a:pt x="8491552" y="0"/>
                  </a:lnTo>
                  <a:lnTo>
                    <a:pt x="8491709" y="0"/>
                  </a:lnTo>
                  <a:lnTo>
                    <a:pt x="8491867" y="0"/>
                  </a:lnTo>
                  <a:lnTo>
                    <a:pt x="8492025" y="0"/>
                  </a:lnTo>
                  <a:lnTo>
                    <a:pt x="8492182" y="0"/>
                  </a:lnTo>
                  <a:lnTo>
                    <a:pt x="8492340" y="0"/>
                  </a:lnTo>
                  <a:lnTo>
                    <a:pt x="8492498" y="0"/>
                  </a:lnTo>
                  <a:lnTo>
                    <a:pt x="8492656" y="0"/>
                  </a:lnTo>
                  <a:lnTo>
                    <a:pt x="8492813" y="0"/>
                  </a:lnTo>
                  <a:lnTo>
                    <a:pt x="8492971" y="0"/>
                  </a:lnTo>
                  <a:lnTo>
                    <a:pt x="8493129" y="0"/>
                  </a:lnTo>
                  <a:lnTo>
                    <a:pt x="8493287" y="0"/>
                  </a:lnTo>
                  <a:lnTo>
                    <a:pt x="8493444" y="0"/>
                  </a:lnTo>
                  <a:lnTo>
                    <a:pt x="8493602" y="0"/>
                  </a:lnTo>
                  <a:lnTo>
                    <a:pt x="8493760" y="0"/>
                  </a:lnTo>
                  <a:lnTo>
                    <a:pt x="8493917" y="0"/>
                  </a:lnTo>
                  <a:lnTo>
                    <a:pt x="8494075" y="0"/>
                  </a:lnTo>
                  <a:lnTo>
                    <a:pt x="8494233" y="0"/>
                  </a:lnTo>
                  <a:lnTo>
                    <a:pt x="8494391" y="0"/>
                  </a:lnTo>
                  <a:lnTo>
                    <a:pt x="8494548" y="0"/>
                  </a:lnTo>
                  <a:lnTo>
                    <a:pt x="8494706" y="0"/>
                  </a:lnTo>
                  <a:lnTo>
                    <a:pt x="8494864" y="0"/>
                  </a:lnTo>
                  <a:lnTo>
                    <a:pt x="8495021" y="0"/>
                  </a:lnTo>
                  <a:lnTo>
                    <a:pt x="8495179" y="0"/>
                  </a:lnTo>
                  <a:lnTo>
                    <a:pt x="8495337" y="0"/>
                  </a:lnTo>
                  <a:lnTo>
                    <a:pt x="8495495" y="0"/>
                  </a:lnTo>
                  <a:lnTo>
                    <a:pt x="8495652" y="0"/>
                  </a:lnTo>
                  <a:lnTo>
                    <a:pt x="8495810" y="0"/>
                  </a:lnTo>
                  <a:lnTo>
                    <a:pt x="8495968" y="0"/>
                  </a:lnTo>
                  <a:lnTo>
                    <a:pt x="8496125" y="0"/>
                  </a:lnTo>
                  <a:lnTo>
                    <a:pt x="8496283" y="0"/>
                  </a:lnTo>
                  <a:lnTo>
                    <a:pt x="8496599" y="0"/>
                  </a:lnTo>
                  <a:lnTo>
                    <a:pt x="8496756" y="0"/>
                  </a:lnTo>
                  <a:lnTo>
                    <a:pt x="8496914" y="0"/>
                  </a:lnTo>
                  <a:lnTo>
                    <a:pt x="8497072" y="0"/>
                  </a:lnTo>
                  <a:lnTo>
                    <a:pt x="8497229" y="0"/>
                  </a:lnTo>
                  <a:lnTo>
                    <a:pt x="8497387" y="0"/>
                  </a:lnTo>
                  <a:lnTo>
                    <a:pt x="8497545" y="0"/>
                  </a:lnTo>
                  <a:lnTo>
                    <a:pt x="8497703" y="0"/>
                  </a:lnTo>
                  <a:lnTo>
                    <a:pt x="8497860" y="0"/>
                  </a:lnTo>
                  <a:lnTo>
                    <a:pt x="8498018" y="0"/>
                  </a:lnTo>
                  <a:lnTo>
                    <a:pt x="8498176" y="0"/>
                  </a:lnTo>
                  <a:lnTo>
                    <a:pt x="8498333" y="0"/>
                  </a:lnTo>
                  <a:lnTo>
                    <a:pt x="8498491" y="0"/>
                  </a:lnTo>
                  <a:lnTo>
                    <a:pt x="8498649" y="0"/>
                  </a:lnTo>
                  <a:lnTo>
                    <a:pt x="8498807" y="0"/>
                  </a:lnTo>
                  <a:lnTo>
                    <a:pt x="8498964" y="0"/>
                  </a:lnTo>
                  <a:lnTo>
                    <a:pt x="8499122" y="0"/>
                  </a:lnTo>
                  <a:lnTo>
                    <a:pt x="8499280" y="0"/>
                  </a:lnTo>
                  <a:lnTo>
                    <a:pt x="8499438" y="0"/>
                  </a:lnTo>
                  <a:lnTo>
                    <a:pt x="8499595" y="0"/>
                  </a:lnTo>
                  <a:lnTo>
                    <a:pt x="8499753" y="0"/>
                  </a:lnTo>
                  <a:lnTo>
                    <a:pt x="8499911" y="0"/>
                  </a:lnTo>
                  <a:lnTo>
                    <a:pt x="8500068" y="0"/>
                  </a:lnTo>
                  <a:lnTo>
                    <a:pt x="8500226" y="0"/>
                  </a:lnTo>
                  <a:lnTo>
                    <a:pt x="8500384" y="0"/>
                  </a:lnTo>
                  <a:lnTo>
                    <a:pt x="8500542" y="0"/>
                  </a:lnTo>
                  <a:lnTo>
                    <a:pt x="8500699" y="0"/>
                  </a:lnTo>
                  <a:lnTo>
                    <a:pt x="8500857" y="0"/>
                  </a:lnTo>
                  <a:lnTo>
                    <a:pt x="8501015" y="0"/>
                  </a:lnTo>
                  <a:lnTo>
                    <a:pt x="8501172" y="0"/>
                  </a:lnTo>
                  <a:lnTo>
                    <a:pt x="8501330" y="0"/>
                  </a:lnTo>
                  <a:lnTo>
                    <a:pt x="8501488" y="0"/>
                  </a:lnTo>
                  <a:lnTo>
                    <a:pt x="8501646" y="0"/>
                  </a:lnTo>
                  <a:lnTo>
                    <a:pt x="8501803" y="0"/>
                  </a:lnTo>
                  <a:lnTo>
                    <a:pt x="8501961" y="0"/>
                  </a:lnTo>
                  <a:lnTo>
                    <a:pt x="8502119" y="0"/>
                  </a:lnTo>
                  <a:lnTo>
                    <a:pt x="8502276" y="0"/>
                  </a:lnTo>
                  <a:lnTo>
                    <a:pt x="8502434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57" y="6340585"/>
                  </a:lnTo>
                  <a:lnTo>
                    <a:pt x="315" y="6340585"/>
                  </a:lnTo>
                  <a:lnTo>
                    <a:pt x="473" y="6340585"/>
                  </a:lnTo>
                  <a:lnTo>
                    <a:pt x="473" y="6340154"/>
                  </a:lnTo>
                  <a:lnTo>
                    <a:pt x="473" y="6339723"/>
                  </a:lnTo>
                  <a:lnTo>
                    <a:pt x="630" y="6339723"/>
                  </a:lnTo>
                  <a:lnTo>
                    <a:pt x="788" y="6339723"/>
                  </a:lnTo>
                  <a:lnTo>
                    <a:pt x="946" y="6339723"/>
                  </a:lnTo>
                  <a:lnTo>
                    <a:pt x="946" y="6339293"/>
                  </a:lnTo>
                  <a:lnTo>
                    <a:pt x="946" y="6338862"/>
                  </a:lnTo>
                  <a:lnTo>
                    <a:pt x="1104" y="6338862"/>
                  </a:lnTo>
                  <a:lnTo>
                    <a:pt x="1261" y="6338862"/>
                  </a:lnTo>
                  <a:lnTo>
                    <a:pt x="1261" y="6338432"/>
                  </a:lnTo>
                  <a:lnTo>
                    <a:pt x="1419" y="6338432"/>
                  </a:lnTo>
                  <a:lnTo>
                    <a:pt x="1577" y="6338432"/>
                  </a:lnTo>
                  <a:lnTo>
                    <a:pt x="1577" y="6338001"/>
                  </a:lnTo>
                  <a:lnTo>
                    <a:pt x="1577" y="6337570"/>
                  </a:lnTo>
                  <a:lnTo>
                    <a:pt x="1577" y="6337140"/>
                  </a:lnTo>
                  <a:lnTo>
                    <a:pt x="1734" y="6337140"/>
                  </a:lnTo>
                  <a:lnTo>
                    <a:pt x="1892" y="6337140"/>
                  </a:lnTo>
                  <a:lnTo>
                    <a:pt x="2050" y="6337140"/>
                  </a:lnTo>
                  <a:lnTo>
                    <a:pt x="2208" y="6337140"/>
                  </a:lnTo>
                  <a:lnTo>
                    <a:pt x="2365" y="6337140"/>
                  </a:lnTo>
                  <a:lnTo>
                    <a:pt x="2523" y="6337140"/>
                  </a:lnTo>
                  <a:lnTo>
                    <a:pt x="2523" y="6336709"/>
                  </a:lnTo>
                  <a:lnTo>
                    <a:pt x="2523" y="6336279"/>
                  </a:lnTo>
                  <a:lnTo>
                    <a:pt x="2681" y="6336279"/>
                  </a:lnTo>
                  <a:lnTo>
                    <a:pt x="2838" y="6336279"/>
                  </a:lnTo>
                  <a:lnTo>
                    <a:pt x="2996" y="6336279"/>
                  </a:lnTo>
                  <a:lnTo>
                    <a:pt x="3154" y="6336279"/>
                  </a:lnTo>
                  <a:lnTo>
                    <a:pt x="3312" y="6336279"/>
                  </a:lnTo>
                  <a:lnTo>
                    <a:pt x="3469" y="6336279"/>
                  </a:lnTo>
                  <a:lnTo>
                    <a:pt x="3627" y="6336279"/>
                  </a:lnTo>
                  <a:lnTo>
                    <a:pt x="3785" y="6336279"/>
                  </a:lnTo>
                  <a:lnTo>
                    <a:pt x="3942" y="6336279"/>
                  </a:lnTo>
                  <a:lnTo>
                    <a:pt x="3942" y="6335848"/>
                  </a:lnTo>
                  <a:lnTo>
                    <a:pt x="4100" y="6335848"/>
                  </a:lnTo>
                  <a:lnTo>
                    <a:pt x="4100" y="6335417"/>
                  </a:lnTo>
                  <a:lnTo>
                    <a:pt x="4258" y="6335417"/>
                  </a:lnTo>
                  <a:lnTo>
                    <a:pt x="4416" y="6335417"/>
                  </a:lnTo>
                  <a:lnTo>
                    <a:pt x="4573" y="6335417"/>
                  </a:lnTo>
                  <a:lnTo>
                    <a:pt x="4573" y="6334987"/>
                  </a:lnTo>
                  <a:lnTo>
                    <a:pt x="4573" y="6334556"/>
                  </a:lnTo>
                  <a:lnTo>
                    <a:pt x="4573" y="6334126"/>
                  </a:lnTo>
                  <a:lnTo>
                    <a:pt x="4731" y="6334126"/>
                  </a:lnTo>
                  <a:lnTo>
                    <a:pt x="4889" y="6334126"/>
                  </a:lnTo>
                  <a:lnTo>
                    <a:pt x="5046" y="6334126"/>
                  </a:lnTo>
                  <a:lnTo>
                    <a:pt x="5046" y="6333695"/>
                  </a:lnTo>
                  <a:lnTo>
                    <a:pt x="5204" y="6333695"/>
                  </a:lnTo>
                  <a:lnTo>
                    <a:pt x="5204" y="6333264"/>
                  </a:lnTo>
                  <a:lnTo>
                    <a:pt x="5362" y="6333264"/>
                  </a:lnTo>
                  <a:lnTo>
                    <a:pt x="5520" y="6333264"/>
                  </a:lnTo>
                  <a:lnTo>
                    <a:pt x="5677" y="6333264"/>
                  </a:lnTo>
                  <a:lnTo>
                    <a:pt x="5835" y="6333264"/>
                  </a:lnTo>
                  <a:lnTo>
                    <a:pt x="5993" y="6333264"/>
                  </a:lnTo>
                  <a:lnTo>
                    <a:pt x="5993" y="6332834"/>
                  </a:lnTo>
                  <a:lnTo>
                    <a:pt x="6151" y="6332834"/>
                  </a:lnTo>
                  <a:lnTo>
                    <a:pt x="6308" y="6332834"/>
                  </a:lnTo>
                  <a:lnTo>
                    <a:pt x="6308" y="6332403"/>
                  </a:lnTo>
                  <a:lnTo>
                    <a:pt x="6466" y="6332403"/>
                  </a:lnTo>
                  <a:lnTo>
                    <a:pt x="6466" y="6331973"/>
                  </a:lnTo>
                  <a:lnTo>
                    <a:pt x="6624" y="6331973"/>
                  </a:lnTo>
                  <a:lnTo>
                    <a:pt x="6624" y="6331542"/>
                  </a:lnTo>
                  <a:lnTo>
                    <a:pt x="6781" y="6331542"/>
                  </a:lnTo>
                  <a:lnTo>
                    <a:pt x="6939" y="6331542"/>
                  </a:lnTo>
                  <a:lnTo>
                    <a:pt x="7097" y="6331542"/>
                  </a:lnTo>
                  <a:lnTo>
                    <a:pt x="7097" y="6331111"/>
                  </a:lnTo>
                  <a:lnTo>
                    <a:pt x="7255" y="6331111"/>
                  </a:lnTo>
                  <a:lnTo>
                    <a:pt x="7412" y="6331111"/>
                  </a:lnTo>
                  <a:lnTo>
                    <a:pt x="7570" y="6331111"/>
                  </a:lnTo>
                  <a:lnTo>
                    <a:pt x="7570" y="6330681"/>
                  </a:lnTo>
                  <a:lnTo>
                    <a:pt x="7728" y="6330681"/>
                  </a:lnTo>
                  <a:lnTo>
                    <a:pt x="7728" y="6330250"/>
                  </a:lnTo>
                  <a:lnTo>
                    <a:pt x="7885" y="6330250"/>
                  </a:lnTo>
                  <a:lnTo>
                    <a:pt x="8043" y="6330250"/>
                  </a:lnTo>
                  <a:lnTo>
                    <a:pt x="8043" y="6329820"/>
                  </a:lnTo>
                  <a:lnTo>
                    <a:pt x="8201" y="6329820"/>
                  </a:lnTo>
                  <a:lnTo>
                    <a:pt x="8201" y="6329389"/>
                  </a:lnTo>
                  <a:lnTo>
                    <a:pt x="8359" y="6329389"/>
                  </a:lnTo>
                  <a:lnTo>
                    <a:pt x="8516" y="6329389"/>
                  </a:lnTo>
                  <a:lnTo>
                    <a:pt x="8516" y="6328958"/>
                  </a:lnTo>
                  <a:lnTo>
                    <a:pt x="8674" y="6328958"/>
                  </a:lnTo>
                  <a:lnTo>
                    <a:pt x="8832" y="6328958"/>
                  </a:lnTo>
                  <a:lnTo>
                    <a:pt x="8832" y="6328528"/>
                  </a:lnTo>
                  <a:lnTo>
                    <a:pt x="8989" y="6328528"/>
                  </a:lnTo>
                  <a:lnTo>
                    <a:pt x="9147" y="6328528"/>
                  </a:lnTo>
                  <a:lnTo>
                    <a:pt x="9305" y="6328528"/>
                  </a:lnTo>
                  <a:lnTo>
                    <a:pt x="9305" y="6328097"/>
                  </a:lnTo>
                  <a:lnTo>
                    <a:pt x="9305" y="6327667"/>
                  </a:lnTo>
                  <a:lnTo>
                    <a:pt x="9463" y="6327667"/>
                  </a:lnTo>
                  <a:lnTo>
                    <a:pt x="9620" y="6327667"/>
                  </a:lnTo>
                  <a:lnTo>
                    <a:pt x="9778" y="6327667"/>
                  </a:lnTo>
                  <a:lnTo>
                    <a:pt x="9936" y="6327667"/>
                  </a:lnTo>
                  <a:lnTo>
                    <a:pt x="9936" y="6327236"/>
                  </a:lnTo>
                  <a:lnTo>
                    <a:pt x="10093" y="6327236"/>
                  </a:lnTo>
                  <a:lnTo>
                    <a:pt x="10093" y="6326805"/>
                  </a:lnTo>
                  <a:lnTo>
                    <a:pt x="10251" y="6326805"/>
                  </a:lnTo>
                  <a:lnTo>
                    <a:pt x="10251" y="6326375"/>
                  </a:lnTo>
                  <a:lnTo>
                    <a:pt x="10409" y="6326375"/>
                  </a:lnTo>
                  <a:lnTo>
                    <a:pt x="10567" y="6326375"/>
                  </a:lnTo>
                  <a:lnTo>
                    <a:pt x="10567" y="6325944"/>
                  </a:lnTo>
                  <a:lnTo>
                    <a:pt x="10724" y="6325944"/>
                  </a:lnTo>
                  <a:lnTo>
                    <a:pt x="10724" y="6325514"/>
                  </a:lnTo>
                  <a:lnTo>
                    <a:pt x="10882" y="6325514"/>
                  </a:lnTo>
                  <a:lnTo>
                    <a:pt x="11040" y="6325514"/>
                  </a:lnTo>
                  <a:lnTo>
                    <a:pt x="11197" y="6325514"/>
                  </a:lnTo>
                  <a:lnTo>
                    <a:pt x="11355" y="6325514"/>
                  </a:lnTo>
                  <a:lnTo>
                    <a:pt x="11513" y="6325514"/>
                  </a:lnTo>
                  <a:lnTo>
                    <a:pt x="11671" y="6325514"/>
                  </a:lnTo>
                  <a:lnTo>
                    <a:pt x="11828" y="6325514"/>
                  </a:lnTo>
                  <a:lnTo>
                    <a:pt x="11828" y="6325083"/>
                  </a:lnTo>
                  <a:lnTo>
                    <a:pt x="11828" y="6324652"/>
                  </a:lnTo>
                  <a:lnTo>
                    <a:pt x="11986" y="6324652"/>
                  </a:lnTo>
                  <a:lnTo>
                    <a:pt x="11986" y="6324222"/>
                  </a:lnTo>
                  <a:lnTo>
                    <a:pt x="11986" y="6323791"/>
                  </a:lnTo>
                  <a:lnTo>
                    <a:pt x="11986" y="6323361"/>
                  </a:lnTo>
                  <a:lnTo>
                    <a:pt x="11986" y="6322930"/>
                  </a:lnTo>
                  <a:lnTo>
                    <a:pt x="12144" y="6322930"/>
                  </a:lnTo>
                  <a:lnTo>
                    <a:pt x="12302" y="6322930"/>
                  </a:lnTo>
                  <a:lnTo>
                    <a:pt x="12459" y="6322930"/>
                  </a:lnTo>
                  <a:lnTo>
                    <a:pt x="12459" y="6322499"/>
                  </a:lnTo>
                  <a:lnTo>
                    <a:pt x="12617" y="6322499"/>
                  </a:lnTo>
                  <a:lnTo>
                    <a:pt x="12617" y="6322069"/>
                  </a:lnTo>
                  <a:lnTo>
                    <a:pt x="12775" y="6322069"/>
                  </a:lnTo>
                  <a:lnTo>
                    <a:pt x="12932" y="6322069"/>
                  </a:lnTo>
                  <a:lnTo>
                    <a:pt x="13090" y="6322069"/>
                  </a:lnTo>
                  <a:lnTo>
                    <a:pt x="13248" y="6322069"/>
                  </a:lnTo>
                  <a:lnTo>
                    <a:pt x="13406" y="6322069"/>
                  </a:lnTo>
                  <a:lnTo>
                    <a:pt x="13563" y="6322069"/>
                  </a:lnTo>
                  <a:lnTo>
                    <a:pt x="13721" y="6322069"/>
                  </a:lnTo>
                  <a:lnTo>
                    <a:pt x="13721" y="6321638"/>
                  </a:lnTo>
                  <a:lnTo>
                    <a:pt x="13879" y="6321638"/>
                  </a:lnTo>
                  <a:lnTo>
                    <a:pt x="14036" y="6321638"/>
                  </a:lnTo>
                  <a:lnTo>
                    <a:pt x="14036" y="6321208"/>
                  </a:lnTo>
                  <a:lnTo>
                    <a:pt x="14194" y="6321208"/>
                  </a:lnTo>
                  <a:lnTo>
                    <a:pt x="14194" y="6320777"/>
                  </a:lnTo>
                  <a:lnTo>
                    <a:pt x="14352" y="6320777"/>
                  </a:lnTo>
                  <a:lnTo>
                    <a:pt x="14510" y="6320777"/>
                  </a:lnTo>
                  <a:lnTo>
                    <a:pt x="14667" y="6320777"/>
                  </a:lnTo>
                  <a:lnTo>
                    <a:pt x="14667" y="6320346"/>
                  </a:lnTo>
                  <a:lnTo>
                    <a:pt x="14667" y="6319916"/>
                  </a:lnTo>
                  <a:lnTo>
                    <a:pt x="14825" y="6319916"/>
                  </a:lnTo>
                  <a:lnTo>
                    <a:pt x="14983" y="6319916"/>
                  </a:lnTo>
                  <a:lnTo>
                    <a:pt x="14983" y="6319485"/>
                  </a:lnTo>
                  <a:lnTo>
                    <a:pt x="14983" y="6319055"/>
                  </a:lnTo>
                  <a:lnTo>
                    <a:pt x="15140" y="6319055"/>
                  </a:lnTo>
                  <a:lnTo>
                    <a:pt x="15140" y="6318624"/>
                  </a:lnTo>
                  <a:lnTo>
                    <a:pt x="15298" y="6318624"/>
                  </a:lnTo>
                  <a:lnTo>
                    <a:pt x="15456" y="6318624"/>
                  </a:lnTo>
                  <a:lnTo>
                    <a:pt x="15614" y="6318624"/>
                  </a:lnTo>
                  <a:lnTo>
                    <a:pt x="15771" y="6318624"/>
                  </a:lnTo>
                  <a:lnTo>
                    <a:pt x="15771" y="6318193"/>
                  </a:lnTo>
                  <a:lnTo>
                    <a:pt x="15771" y="6317763"/>
                  </a:lnTo>
                  <a:lnTo>
                    <a:pt x="15929" y="6317763"/>
                  </a:lnTo>
                  <a:lnTo>
                    <a:pt x="15929" y="6317332"/>
                  </a:lnTo>
                  <a:lnTo>
                    <a:pt x="16087" y="6317332"/>
                  </a:lnTo>
                  <a:lnTo>
                    <a:pt x="16244" y="6317332"/>
                  </a:lnTo>
                  <a:lnTo>
                    <a:pt x="16244" y="6316902"/>
                  </a:lnTo>
                  <a:lnTo>
                    <a:pt x="16244" y="6316471"/>
                  </a:lnTo>
                  <a:lnTo>
                    <a:pt x="16402" y="6316471"/>
                  </a:lnTo>
                  <a:lnTo>
                    <a:pt x="16560" y="6316471"/>
                  </a:lnTo>
                  <a:lnTo>
                    <a:pt x="16718" y="6316471"/>
                  </a:lnTo>
                  <a:lnTo>
                    <a:pt x="16718" y="6316040"/>
                  </a:lnTo>
                  <a:lnTo>
                    <a:pt x="16875" y="6316040"/>
                  </a:lnTo>
                  <a:lnTo>
                    <a:pt x="17033" y="6316040"/>
                  </a:lnTo>
                  <a:lnTo>
                    <a:pt x="17033" y="6315610"/>
                  </a:lnTo>
                  <a:lnTo>
                    <a:pt x="17191" y="6315610"/>
                  </a:lnTo>
                  <a:lnTo>
                    <a:pt x="17349" y="6315610"/>
                  </a:lnTo>
                  <a:lnTo>
                    <a:pt x="17506" y="6315610"/>
                  </a:lnTo>
                  <a:lnTo>
                    <a:pt x="17664" y="6315610"/>
                  </a:lnTo>
                  <a:lnTo>
                    <a:pt x="17822" y="6315610"/>
                  </a:lnTo>
                  <a:lnTo>
                    <a:pt x="17822" y="6315179"/>
                  </a:lnTo>
                  <a:lnTo>
                    <a:pt x="17979" y="6315179"/>
                  </a:lnTo>
                  <a:lnTo>
                    <a:pt x="17979" y="6314749"/>
                  </a:lnTo>
                  <a:lnTo>
                    <a:pt x="18137" y="6314749"/>
                  </a:lnTo>
                  <a:lnTo>
                    <a:pt x="18295" y="6314749"/>
                  </a:lnTo>
                  <a:lnTo>
                    <a:pt x="18295" y="6314318"/>
                  </a:lnTo>
                  <a:lnTo>
                    <a:pt x="18453" y="6314318"/>
                  </a:lnTo>
                  <a:lnTo>
                    <a:pt x="18610" y="6314318"/>
                  </a:lnTo>
                  <a:lnTo>
                    <a:pt x="18610" y="6313887"/>
                  </a:lnTo>
                  <a:lnTo>
                    <a:pt x="18768" y="6313887"/>
                  </a:lnTo>
                  <a:lnTo>
                    <a:pt x="18926" y="6313887"/>
                  </a:lnTo>
                  <a:lnTo>
                    <a:pt x="18926" y="6313457"/>
                  </a:lnTo>
                  <a:lnTo>
                    <a:pt x="18926" y="6313026"/>
                  </a:lnTo>
                  <a:lnTo>
                    <a:pt x="19083" y="6313026"/>
                  </a:lnTo>
                  <a:lnTo>
                    <a:pt x="19083" y="6312596"/>
                  </a:lnTo>
                  <a:lnTo>
                    <a:pt x="19083" y="6312165"/>
                  </a:lnTo>
                  <a:lnTo>
                    <a:pt x="19241" y="6312165"/>
                  </a:lnTo>
                  <a:lnTo>
                    <a:pt x="19399" y="6312165"/>
                  </a:lnTo>
                  <a:lnTo>
                    <a:pt x="19399" y="6311734"/>
                  </a:lnTo>
                  <a:lnTo>
                    <a:pt x="19557" y="6311734"/>
                  </a:lnTo>
                  <a:lnTo>
                    <a:pt x="19557" y="6311304"/>
                  </a:lnTo>
                  <a:lnTo>
                    <a:pt x="19714" y="6311304"/>
                  </a:lnTo>
                  <a:lnTo>
                    <a:pt x="19872" y="6311304"/>
                  </a:lnTo>
                  <a:lnTo>
                    <a:pt x="20030" y="6311304"/>
                  </a:lnTo>
                  <a:lnTo>
                    <a:pt x="20030" y="6310873"/>
                  </a:lnTo>
                  <a:lnTo>
                    <a:pt x="20030" y="6310443"/>
                  </a:lnTo>
                  <a:lnTo>
                    <a:pt x="20187" y="6310443"/>
                  </a:lnTo>
                  <a:lnTo>
                    <a:pt x="20345" y="6310443"/>
                  </a:lnTo>
                  <a:lnTo>
                    <a:pt x="20345" y="6310012"/>
                  </a:lnTo>
                  <a:lnTo>
                    <a:pt x="20503" y="6310012"/>
                  </a:lnTo>
                  <a:lnTo>
                    <a:pt x="20661" y="6310012"/>
                  </a:lnTo>
                  <a:lnTo>
                    <a:pt x="20661" y="6309581"/>
                  </a:lnTo>
                  <a:lnTo>
                    <a:pt x="20818" y="6309581"/>
                  </a:lnTo>
                  <a:lnTo>
                    <a:pt x="20976" y="6309581"/>
                  </a:lnTo>
                  <a:lnTo>
                    <a:pt x="21134" y="6309581"/>
                  </a:lnTo>
                  <a:lnTo>
                    <a:pt x="21291" y="6309581"/>
                  </a:lnTo>
                  <a:lnTo>
                    <a:pt x="21449" y="6309581"/>
                  </a:lnTo>
                  <a:lnTo>
                    <a:pt x="21607" y="6309581"/>
                  </a:lnTo>
                  <a:lnTo>
                    <a:pt x="21765" y="6309581"/>
                  </a:lnTo>
                  <a:lnTo>
                    <a:pt x="21922" y="6309581"/>
                  </a:lnTo>
                  <a:lnTo>
                    <a:pt x="22080" y="6309581"/>
                  </a:lnTo>
                  <a:lnTo>
                    <a:pt x="22080" y="6309151"/>
                  </a:lnTo>
                  <a:lnTo>
                    <a:pt x="22080" y="6308720"/>
                  </a:lnTo>
                  <a:lnTo>
                    <a:pt x="22080" y="6308290"/>
                  </a:lnTo>
                  <a:lnTo>
                    <a:pt x="22080" y="6307859"/>
                  </a:lnTo>
                  <a:lnTo>
                    <a:pt x="22238" y="6307859"/>
                  </a:lnTo>
                  <a:lnTo>
                    <a:pt x="22395" y="6307859"/>
                  </a:lnTo>
                  <a:lnTo>
                    <a:pt x="22553" y="6307859"/>
                  </a:lnTo>
                  <a:lnTo>
                    <a:pt x="22711" y="6307859"/>
                  </a:lnTo>
                  <a:lnTo>
                    <a:pt x="22869" y="6307859"/>
                  </a:lnTo>
                  <a:lnTo>
                    <a:pt x="23026" y="6307859"/>
                  </a:lnTo>
                  <a:lnTo>
                    <a:pt x="23184" y="6307859"/>
                  </a:lnTo>
                  <a:lnTo>
                    <a:pt x="23342" y="6307859"/>
                  </a:lnTo>
                  <a:lnTo>
                    <a:pt x="23342" y="6307428"/>
                  </a:lnTo>
                  <a:lnTo>
                    <a:pt x="23500" y="6307428"/>
                  </a:lnTo>
                  <a:lnTo>
                    <a:pt x="23657" y="6307428"/>
                  </a:lnTo>
                  <a:lnTo>
                    <a:pt x="23657" y="6306998"/>
                  </a:lnTo>
                  <a:lnTo>
                    <a:pt x="23815" y="6306998"/>
                  </a:lnTo>
                  <a:lnTo>
                    <a:pt x="23973" y="6306998"/>
                  </a:lnTo>
                  <a:lnTo>
                    <a:pt x="24130" y="6306998"/>
                  </a:lnTo>
                  <a:lnTo>
                    <a:pt x="24288" y="6306998"/>
                  </a:lnTo>
                  <a:lnTo>
                    <a:pt x="24446" y="6306998"/>
                  </a:lnTo>
                  <a:lnTo>
                    <a:pt x="24446" y="6306567"/>
                  </a:lnTo>
                  <a:lnTo>
                    <a:pt x="24604" y="6306567"/>
                  </a:lnTo>
                  <a:lnTo>
                    <a:pt x="24761" y="6306567"/>
                  </a:lnTo>
                  <a:lnTo>
                    <a:pt x="24919" y="6306567"/>
                  </a:lnTo>
                  <a:lnTo>
                    <a:pt x="25077" y="6306567"/>
                  </a:lnTo>
                  <a:lnTo>
                    <a:pt x="25234" y="6306567"/>
                  </a:lnTo>
                  <a:lnTo>
                    <a:pt x="25234" y="6306137"/>
                  </a:lnTo>
                  <a:lnTo>
                    <a:pt x="25234" y="6305706"/>
                  </a:lnTo>
                  <a:lnTo>
                    <a:pt x="25234" y="6305275"/>
                  </a:lnTo>
                  <a:lnTo>
                    <a:pt x="25392" y="6305275"/>
                  </a:lnTo>
                  <a:lnTo>
                    <a:pt x="25550" y="6305275"/>
                  </a:lnTo>
                  <a:lnTo>
                    <a:pt x="25708" y="6305275"/>
                  </a:lnTo>
                  <a:lnTo>
                    <a:pt x="25865" y="6305275"/>
                  </a:lnTo>
                  <a:lnTo>
                    <a:pt x="26023" y="6305275"/>
                  </a:lnTo>
                  <a:lnTo>
                    <a:pt x="26181" y="6305275"/>
                  </a:lnTo>
                  <a:lnTo>
                    <a:pt x="26338" y="6305275"/>
                  </a:lnTo>
                  <a:lnTo>
                    <a:pt x="26496" y="6305275"/>
                  </a:lnTo>
                  <a:lnTo>
                    <a:pt x="26654" y="6305275"/>
                  </a:lnTo>
                  <a:lnTo>
                    <a:pt x="26654" y="6304845"/>
                  </a:lnTo>
                  <a:lnTo>
                    <a:pt x="26654" y="6304414"/>
                  </a:lnTo>
                  <a:lnTo>
                    <a:pt x="26812" y="6304414"/>
                  </a:lnTo>
                  <a:lnTo>
                    <a:pt x="26969" y="6304414"/>
                  </a:lnTo>
                  <a:lnTo>
                    <a:pt x="27127" y="6304414"/>
                  </a:lnTo>
                  <a:lnTo>
                    <a:pt x="27285" y="6304414"/>
                  </a:lnTo>
                  <a:lnTo>
                    <a:pt x="27285" y="6303984"/>
                  </a:lnTo>
                  <a:lnTo>
                    <a:pt x="27442" y="6303984"/>
                  </a:lnTo>
                  <a:lnTo>
                    <a:pt x="27600" y="6303984"/>
                  </a:lnTo>
                  <a:lnTo>
                    <a:pt x="27758" y="6303984"/>
                  </a:lnTo>
                  <a:lnTo>
                    <a:pt x="27916" y="6303984"/>
                  </a:lnTo>
                  <a:lnTo>
                    <a:pt x="27916" y="6303553"/>
                  </a:lnTo>
                  <a:lnTo>
                    <a:pt x="28073" y="6303553"/>
                  </a:lnTo>
                  <a:lnTo>
                    <a:pt x="28231" y="6303553"/>
                  </a:lnTo>
                  <a:lnTo>
                    <a:pt x="28389" y="6303553"/>
                  </a:lnTo>
                  <a:lnTo>
                    <a:pt x="28547" y="6303553"/>
                  </a:lnTo>
                  <a:lnTo>
                    <a:pt x="28704" y="6303553"/>
                  </a:lnTo>
                  <a:lnTo>
                    <a:pt x="28862" y="6303553"/>
                  </a:lnTo>
                  <a:lnTo>
                    <a:pt x="29020" y="6303553"/>
                  </a:lnTo>
                  <a:lnTo>
                    <a:pt x="29177" y="6303553"/>
                  </a:lnTo>
                  <a:lnTo>
                    <a:pt x="29335" y="6303553"/>
                  </a:lnTo>
                  <a:lnTo>
                    <a:pt x="29493" y="6303553"/>
                  </a:lnTo>
                  <a:lnTo>
                    <a:pt x="29493" y="6303122"/>
                  </a:lnTo>
                  <a:lnTo>
                    <a:pt x="29493" y="6302692"/>
                  </a:lnTo>
                  <a:lnTo>
                    <a:pt x="29493" y="6302261"/>
                  </a:lnTo>
                  <a:lnTo>
                    <a:pt x="29651" y="6302261"/>
                  </a:lnTo>
                  <a:lnTo>
                    <a:pt x="29808" y="6302261"/>
                  </a:lnTo>
                  <a:lnTo>
                    <a:pt x="29966" y="6302261"/>
                  </a:lnTo>
                  <a:lnTo>
                    <a:pt x="29966" y="6301831"/>
                  </a:lnTo>
                  <a:lnTo>
                    <a:pt x="30124" y="6301831"/>
                  </a:lnTo>
                  <a:lnTo>
                    <a:pt x="30124" y="6301400"/>
                  </a:lnTo>
                  <a:lnTo>
                    <a:pt x="30281" y="6301400"/>
                  </a:lnTo>
                  <a:lnTo>
                    <a:pt x="30439" y="6301400"/>
                  </a:lnTo>
                  <a:lnTo>
                    <a:pt x="30597" y="6301400"/>
                  </a:lnTo>
                  <a:lnTo>
                    <a:pt x="30755" y="6301400"/>
                  </a:lnTo>
                  <a:lnTo>
                    <a:pt x="30755" y="6300969"/>
                  </a:lnTo>
                  <a:lnTo>
                    <a:pt x="30912" y="6300969"/>
                  </a:lnTo>
                  <a:lnTo>
                    <a:pt x="31070" y="6300969"/>
                  </a:lnTo>
                  <a:lnTo>
                    <a:pt x="31228" y="6300969"/>
                  </a:lnTo>
                  <a:lnTo>
                    <a:pt x="31385" y="6300969"/>
                  </a:lnTo>
                  <a:lnTo>
                    <a:pt x="31543" y="6300969"/>
                  </a:lnTo>
                  <a:lnTo>
                    <a:pt x="31701" y="6300969"/>
                  </a:lnTo>
                  <a:lnTo>
                    <a:pt x="31701" y="6300539"/>
                  </a:lnTo>
                  <a:lnTo>
                    <a:pt x="31701" y="6300108"/>
                  </a:lnTo>
                  <a:lnTo>
                    <a:pt x="31859" y="6300108"/>
                  </a:lnTo>
                  <a:lnTo>
                    <a:pt x="32016" y="6300108"/>
                  </a:lnTo>
                  <a:lnTo>
                    <a:pt x="32174" y="6300108"/>
                  </a:lnTo>
                  <a:lnTo>
                    <a:pt x="32174" y="6299678"/>
                  </a:lnTo>
                  <a:lnTo>
                    <a:pt x="32174" y="6299247"/>
                  </a:lnTo>
                  <a:lnTo>
                    <a:pt x="32332" y="6299247"/>
                  </a:lnTo>
                  <a:lnTo>
                    <a:pt x="32489" y="6299247"/>
                  </a:lnTo>
                  <a:lnTo>
                    <a:pt x="32489" y="6298816"/>
                  </a:lnTo>
                  <a:lnTo>
                    <a:pt x="32489" y="6298386"/>
                  </a:lnTo>
                  <a:lnTo>
                    <a:pt x="32647" y="6298386"/>
                  </a:lnTo>
                  <a:lnTo>
                    <a:pt x="32805" y="6298386"/>
                  </a:lnTo>
                  <a:lnTo>
                    <a:pt x="32963" y="6298386"/>
                  </a:lnTo>
                  <a:lnTo>
                    <a:pt x="33120" y="6298386"/>
                  </a:lnTo>
                  <a:lnTo>
                    <a:pt x="33278" y="6298386"/>
                  </a:lnTo>
                  <a:lnTo>
                    <a:pt x="33278" y="6297955"/>
                  </a:lnTo>
                  <a:lnTo>
                    <a:pt x="33436" y="6297955"/>
                  </a:lnTo>
                  <a:lnTo>
                    <a:pt x="33593" y="6297955"/>
                  </a:lnTo>
                  <a:lnTo>
                    <a:pt x="33593" y="6297525"/>
                  </a:lnTo>
                  <a:lnTo>
                    <a:pt x="33593" y="6297094"/>
                  </a:lnTo>
                  <a:lnTo>
                    <a:pt x="33751" y="6297094"/>
                  </a:lnTo>
                  <a:lnTo>
                    <a:pt x="33751" y="6296663"/>
                  </a:lnTo>
                  <a:lnTo>
                    <a:pt x="33909" y="6296663"/>
                  </a:lnTo>
                  <a:lnTo>
                    <a:pt x="34067" y="6296663"/>
                  </a:lnTo>
                  <a:lnTo>
                    <a:pt x="34224" y="6296663"/>
                  </a:lnTo>
                  <a:lnTo>
                    <a:pt x="34382" y="6296663"/>
                  </a:lnTo>
                  <a:lnTo>
                    <a:pt x="34540" y="6296663"/>
                  </a:lnTo>
                  <a:lnTo>
                    <a:pt x="34698" y="6296663"/>
                  </a:lnTo>
                  <a:lnTo>
                    <a:pt x="34855" y="6296663"/>
                  </a:lnTo>
                  <a:lnTo>
                    <a:pt x="34855" y="6296233"/>
                  </a:lnTo>
                  <a:lnTo>
                    <a:pt x="35013" y="6296233"/>
                  </a:lnTo>
                  <a:lnTo>
                    <a:pt x="35171" y="6296233"/>
                  </a:lnTo>
                  <a:lnTo>
                    <a:pt x="35328" y="6296233"/>
                  </a:lnTo>
                  <a:lnTo>
                    <a:pt x="35486" y="6296233"/>
                  </a:lnTo>
                  <a:lnTo>
                    <a:pt x="35644" y="6296233"/>
                  </a:lnTo>
                  <a:lnTo>
                    <a:pt x="35802" y="6296233"/>
                  </a:lnTo>
                  <a:lnTo>
                    <a:pt x="35802" y="6295802"/>
                  </a:lnTo>
                  <a:lnTo>
                    <a:pt x="35959" y="6295802"/>
                  </a:lnTo>
                  <a:lnTo>
                    <a:pt x="36117" y="6295802"/>
                  </a:lnTo>
                  <a:lnTo>
                    <a:pt x="36275" y="6295802"/>
                  </a:lnTo>
                  <a:lnTo>
                    <a:pt x="36275" y="6295372"/>
                  </a:lnTo>
                  <a:lnTo>
                    <a:pt x="36432" y="6295372"/>
                  </a:lnTo>
                  <a:lnTo>
                    <a:pt x="36590" y="6295372"/>
                  </a:lnTo>
                  <a:lnTo>
                    <a:pt x="36590" y="6294941"/>
                  </a:lnTo>
                  <a:lnTo>
                    <a:pt x="36748" y="6294941"/>
                  </a:lnTo>
                  <a:lnTo>
                    <a:pt x="36906" y="6294941"/>
                  </a:lnTo>
                  <a:lnTo>
                    <a:pt x="37063" y="6294941"/>
                  </a:lnTo>
                  <a:lnTo>
                    <a:pt x="37221" y="6294941"/>
                  </a:lnTo>
                  <a:lnTo>
                    <a:pt x="37221" y="6294510"/>
                  </a:lnTo>
                  <a:lnTo>
                    <a:pt x="37379" y="6294510"/>
                  </a:lnTo>
                  <a:lnTo>
                    <a:pt x="37536" y="6294510"/>
                  </a:lnTo>
                  <a:lnTo>
                    <a:pt x="37694" y="6294510"/>
                  </a:lnTo>
                  <a:lnTo>
                    <a:pt x="37852" y="6294510"/>
                  </a:lnTo>
                  <a:lnTo>
                    <a:pt x="38010" y="6294510"/>
                  </a:lnTo>
                  <a:lnTo>
                    <a:pt x="38167" y="6294510"/>
                  </a:lnTo>
                  <a:lnTo>
                    <a:pt x="38167" y="6294080"/>
                  </a:lnTo>
                  <a:lnTo>
                    <a:pt x="38167" y="6293649"/>
                  </a:lnTo>
                  <a:lnTo>
                    <a:pt x="38325" y="6293649"/>
                  </a:lnTo>
                  <a:lnTo>
                    <a:pt x="38483" y="6293649"/>
                  </a:lnTo>
                  <a:lnTo>
                    <a:pt x="38640" y="6293649"/>
                  </a:lnTo>
                  <a:lnTo>
                    <a:pt x="38798" y="6293649"/>
                  </a:lnTo>
                  <a:lnTo>
                    <a:pt x="38798" y="6293219"/>
                  </a:lnTo>
                  <a:lnTo>
                    <a:pt x="38798" y="6292788"/>
                  </a:lnTo>
                  <a:lnTo>
                    <a:pt x="38956" y="6292788"/>
                  </a:lnTo>
                  <a:lnTo>
                    <a:pt x="39114" y="6292788"/>
                  </a:lnTo>
                  <a:lnTo>
                    <a:pt x="39114" y="6292357"/>
                  </a:lnTo>
                  <a:lnTo>
                    <a:pt x="39271" y="6292357"/>
                  </a:lnTo>
                  <a:lnTo>
                    <a:pt x="39429" y="6292357"/>
                  </a:lnTo>
                  <a:lnTo>
                    <a:pt x="39587" y="6292357"/>
                  </a:lnTo>
                  <a:lnTo>
                    <a:pt x="39587" y="6291927"/>
                  </a:lnTo>
                  <a:lnTo>
                    <a:pt x="39587" y="6291496"/>
                  </a:lnTo>
                  <a:lnTo>
                    <a:pt x="39587" y="6291066"/>
                  </a:lnTo>
                  <a:lnTo>
                    <a:pt x="39745" y="6291066"/>
                  </a:lnTo>
                  <a:lnTo>
                    <a:pt x="39902" y="6291066"/>
                  </a:lnTo>
                  <a:lnTo>
                    <a:pt x="39902" y="6290635"/>
                  </a:lnTo>
                  <a:lnTo>
                    <a:pt x="40060" y="6290635"/>
                  </a:lnTo>
                  <a:lnTo>
                    <a:pt x="40218" y="6290635"/>
                  </a:lnTo>
                  <a:lnTo>
                    <a:pt x="40375" y="6290635"/>
                  </a:lnTo>
                  <a:lnTo>
                    <a:pt x="40375" y="6290204"/>
                  </a:lnTo>
                  <a:lnTo>
                    <a:pt x="40533" y="6290204"/>
                  </a:lnTo>
                  <a:lnTo>
                    <a:pt x="40533" y="6289774"/>
                  </a:lnTo>
                  <a:lnTo>
                    <a:pt x="40533" y="6289343"/>
                  </a:lnTo>
                  <a:lnTo>
                    <a:pt x="40691" y="6289343"/>
                  </a:lnTo>
                  <a:lnTo>
                    <a:pt x="40849" y="6289343"/>
                  </a:lnTo>
                  <a:lnTo>
                    <a:pt x="41006" y="6289343"/>
                  </a:lnTo>
                  <a:lnTo>
                    <a:pt x="41164" y="6289343"/>
                  </a:lnTo>
                  <a:lnTo>
                    <a:pt x="41322" y="6289343"/>
                  </a:lnTo>
                  <a:lnTo>
                    <a:pt x="41322" y="6288913"/>
                  </a:lnTo>
                  <a:lnTo>
                    <a:pt x="41479" y="6288913"/>
                  </a:lnTo>
                  <a:lnTo>
                    <a:pt x="41637" y="6288913"/>
                  </a:lnTo>
                  <a:lnTo>
                    <a:pt x="41795" y="6288913"/>
                  </a:lnTo>
                  <a:lnTo>
                    <a:pt x="41953" y="6288913"/>
                  </a:lnTo>
                  <a:lnTo>
                    <a:pt x="42110" y="6288913"/>
                  </a:lnTo>
                  <a:lnTo>
                    <a:pt x="42110" y="6288482"/>
                  </a:lnTo>
                  <a:lnTo>
                    <a:pt x="42268" y="6288482"/>
                  </a:lnTo>
                  <a:lnTo>
                    <a:pt x="42268" y="6288051"/>
                  </a:lnTo>
                  <a:lnTo>
                    <a:pt x="42426" y="6288051"/>
                  </a:lnTo>
                  <a:lnTo>
                    <a:pt x="42426" y="6287621"/>
                  </a:lnTo>
                  <a:lnTo>
                    <a:pt x="42426" y="6287190"/>
                  </a:lnTo>
                  <a:lnTo>
                    <a:pt x="42426" y="6286760"/>
                  </a:lnTo>
                  <a:lnTo>
                    <a:pt x="42583" y="6286760"/>
                  </a:lnTo>
                  <a:lnTo>
                    <a:pt x="42741" y="6286760"/>
                  </a:lnTo>
                  <a:lnTo>
                    <a:pt x="42899" y="6286760"/>
                  </a:lnTo>
                  <a:lnTo>
                    <a:pt x="43057" y="6286760"/>
                  </a:lnTo>
                  <a:lnTo>
                    <a:pt x="43057" y="6286329"/>
                  </a:lnTo>
                  <a:lnTo>
                    <a:pt x="43214" y="6286329"/>
                  </a:lnTo>
                  <a:lnTo>
                    <a:pt x="43214" y="6285898"/>
                  </a:lnTo>
                  <a:lnTo>
                    <a:pt x="43372" y="6285898"/>
                  </a:lnTo>
                  <a:lnTo>
                    <a:pt x="43530" y="6285898"/>
                  </a:lnTo>
                  <a:lnTo>
                    <a:pt x="43687" y="6285898"/>
                  </a:lnTo>
                  <a:lnTo>
                    <a:pt x="43845" y="6285898"/>
                  </a:lnTo>
                  <a:lnTo>
                    <a:pt x="44003" y="6285898"/>
                  </a:lnTo>
                  <a:lnTo>
                    <a:pt x="44161" y="6285898"/>
                  </a:lnTo>
                  <a:lnTo>
                    <a:pt x="44318" y="6285898"/>
                  </a:lnTo>
                  <a:lnTo>
                    <a:pt x="44318" y="6285468"/>
                  </a:lnTo>
                  <a:lnTo>
                    <a:pt x="44318" y="6285037"/>
                  </a:lnTo>
                  <a:lnTo>
                    <a:pt x="44476" y="6285037"/>
                  </a:lnTo>
                  <a:lnTo>
                    <a:pt x="44634" y="6285037"/>
                  </a:lnTo>
                  <a:lnTo>
                    <a:pt x="44634" y="6284607"/>
                  </a:lnTo>
                  <a:lnTo>
                    <a:pt x="44791" y="6284607"/>
                  </a:lnTo>
                  <a:lnTo>
                    <a:pt x="44791" y="6284176"/>
                  </a:lnTo>
                  <a:lnTo>
                    <a:pt x="44791" y="6283745"/>
                  </a:lnTo>
                  <a:lnTo>
                    <a:pt x="44791" y="6283315"/>
                  </a:lnTo>
                  <a:lnTo>
                    <a:pt x="44791" y="6282884"/>
                  </a:lnTo>
                  <a:lnTo>
                    <a:pt x="44791" y="6282454"/>
                  </a:lnTo>
                  <a:lnTo>
                    <a:pt x="44949" y="6282454"/>
                  </a:lnTo>
                  <a:lnTo>
                    <a:pt x="45107" y="6282454"/>
                  </a:lnTo>
                  <a:lnTo>
                    <a:pt x="45265" y="6282454"/>
                  </a:lnTo>
                  <a:lnTo>
                    <a:pt x="45422" y="6282454"/>
                  </a:lnTo>
                  <a:lnTo>
                    <a:pt x="45422" y="6282023"/>
                  </a:lnTo>
                  <a:lnTo>
                    <a:pt x="45580" y="6282023"/>
                  </a:lnTo>
                  <a:lnTo>
                    <a:pt x="45738" y="6282023"/>
                  </a:lnTo>
                  <a:lnTo>
                    <a:pt x="45896" y="6282023"/>
                  </a:lnTo>
                  <a:lnTo>
                    <a:pt x="46053" y="6282023"/>
                  </a:lnTo>
                  <a:lnTo>
                    <a:pt x="46211" y="6282023"/>
                  </a:lnTo>
                  <a:lnTo>
                    <a:pt x="46211" y="6281592"/>
                  </a:lnTo>
                  <a:lnTo>
                    <a:pt x="46211" y="6281162"/>
                  </a:lnTo>
                  <a:lnTo>
                    <a:pt x="46211" y="6280731"/>
                  </a:lnTo>
                  <a:lnTo>
                    <a:pt x="46369" y="6280731"/>
                  </a:lnTo>
                  <a:lnTo>
                    <a:pt x="46526" y="6280731"/>
                  </a:lnTo>
                  <a:lnTo>
                    <a:pt x="46684" y="6280731"/>
                  </a:lnTo>
                  <a:lnTo>
                    <a:pt x="46684" y="6280301"/>
                  </a:lnTo>
                  <a:lnTo>
                    <a:pt x="46684" y="6279870"/>
                  </a:lnTo>
                  <a:lnTo>
                    <a:pt x="46842" y="6279870"/>
                  </a:lnTo>
                  <a:lnTo>
                    <a:pt x="46842" y="6279439"/>
                  </a:lnTo>
                  <a:lnTo>
                    <a:pt x="47000" y="6279439"/>
                  </a:lnTo>
                  <a:lnTo>
                    <a:pt x="47000" y="6279009"/>
                  </a:lnTo>
                  <a:lnTo>
                    <a:pt x="47157" y="6279009"/>
                  </a:lnTo>
                  <a:lnTo>
                    <a:pt x="47315" y="6279009"/>
                  </a:lnTo>
                  <a:lnTo>
                    <a:pt x="47473" y="6279009"/>
                  </a:lnTo>
                  <a:lnTo>
                    <a:pt x="47473" y="6278578"/>
                  </a:lnTo>
                  <a:lnTo>
                    <a:pt x="47630" y="6278578"/>
                  </a:lnTo>
                  <a:lnTo>
                    <a:pt x="47630" y="6278148"/>
                  </a:lnTo>
                  <a:lnTo>
                    <a:pt x="47630" y="6277717"/>
                  </a:lnTo>
                  <a:lnTo>
                    <a:pt x="47630" y="6277286"/>
                  </a:lnTo>
                  <a:lnTo>
                    <a:pt x="47630" y="6276856"/>
                  </a:lnTo>
                  <a:lnTo>
                    <a:pt x="47630" y="6276425"/>
                  </a:lnTo>
                  <a:lnTo>
                    <a:pt x="47788" y="6276425"/>
                  </a:lnTo>
                  <a:lnTo>
                    <a:pt x="47946" y="6276425"/>
                  </a:lnTo>
                  <a:lnTo>
                    <a:pt x="48104" y="6276425"/>
                  </a:lnTo>
                  <a:lnTo>
                    <a:pt x="48104" y="6275995"/>
                  </a:lnTo>
                  <a:lnTo>
                    <a:pt x="48104" y="6275564"/>
                  </a:lnTo>
                  <a:lnTo>
                    <a:pt x="48104" y="6275133"/>
                  </a:lnTo>
                  <a:lnTo>
                    <a:pt x="48261" y="6275133"/>
                  </a:lnTo>
                  <a:lnTo>
                    <a:pt x="48261" y="6274703"/>
                  </a:lnTo>
                  <a:lnTo>
                    <a:pt x="48261" y="6274272"/>
                  </a:lnTo>
                  <a:lnTo>
                    <a:pt x="48419" y="6274272"/>
                  </a:lnTo>
                  <a:lnTo>
                    <a:pt x="48577" y="6274272"/>
                  </a:lnTo>
                  <a:lnTo>
                    <a:pt x="48734" y="6274272"/>
                  </a:lnTo>
                  <a:lnTo>
                    <a:pt x="48892" y="6274272"/>
                  </a:lnTo>
                  <a:lnTo>
                    <a:pt x="49050" y="6274272"/>
                  </a:lnTo>
                  <a:lnTo>
                    <a:pt x="49208" y="6274272"/>
                  </a:lnTo>
                  <a:lnTo>
                    <a:pt x="49365" y="6274272"/>
                  </a:lnTo>
                  <a:lnTo>
                    <a:pt x="49523" y="6274272"/>
                  </a:lnTo>
                  <a:lnTo>
                    <a:pt x="49681" y="6274272"/>
                  </a:lnTo>
                  <a:lnTo>
                    <a:pt x="49838" y="6274272"/>
                  </a:lnTo>
                  <a:lnTo>
                    <a:pt x="49996" y="6274272"/>
                  </a:lnTo>
                  <a:lnTo>
                    <a:pt x="50154" y="6274272"/>
                  </a:lnTo>
                  <a:lnTo>
                    <a:pt x="50154" y="6273842"/>
                  </a:lnTo>
                  <a:lnTo>
                    <a:pt x="50312" y="6273842"/>
                  </a:lnTo>
                  <a:lnTo>
                    <a:pt x="50469" y="6273842"/>
                  </a:lnTo>
                  <a:lnTo>
                    <a:pt x="50469" y="6273411"/>
                  </a:lnTo>
                  <a:lnTo>
                    <a:pt x="50469" y="6272980"/>
                  </a:lnTo>
                  <a:lnTo>
                    <a:pt x="50627" y="6272980"/>
                  </a:lnTo>
                  <a:lnTo>
                    <a:pt x="50785" y="6272980"/>
                  </a:lnTo>
                  <a:lnTo>
                    <a:pt x="50785" y="6272550"/>
                  </a:lnTo>
                  <a:lnTo>
                    <a:pt x="50785" y="6272119"/>
                  </a:lnTo>
                  <a:lnTo>
                    <a:pt x="50943" y="6272119"/>
                  </a:lnTo>
                  <a:lnTo>
                    <a:pt x="51100" y="6272119"/>
                  </a:lnTo>
                  <a:lnTo>
                    <a:pt x="51258" y="6272119"/>
                  </a:lnTo>
                  <a:lnTo>
                    <a:pt x="51258" y="6271689"/>
                  </a:lnTo>
                  <a:lnTo>
                    <a:pt x="51258" y="6271258"/>
                  </a:lnTo>
                  <a:lnTo>
                    <a:pt x="51258" y="6270827"/>
                  </a:lnTo>
                  <a:lnTo>
                    <a:pt x="51258" y="6270397"/>
                  </a:lnTo>
                  <a:lnTo>
                    <a:pt x="51258" y="6269966"/>
                  </a:lnTo>
                  <a:lnTo>
                    <a:pt x="51258" y="6269536"/>
                  </a:lnTo>
                  <a:lnTo>
                    <a:pt x="51416" y="6269536"/>
                  </a:lnTo>
                  <a:lnTo>
                    <a:pt x="51573" y="6269536"/>
                  </a:lnTo>
                  <a:lnTo>
                    <a:pt x="51731" y="6269536"/>
                  </a:lnTo>
                  <a:lnTo>
                    <a:pt x="51889" y="6269536"/>
                  </a:lnTo>
                  <a:lnTo>
                    <a:pt x="52047" y="6269536"/>
                  </a:lnTo>
                  <a:lnTo>
                    <a:pt x="52204" y="6269536"/>
                  </a:lnTo>
                  <a:lnTo>
                    <a:pt x="52204" y="6269105"/>
                  </a:lnTo>
                  <a:lnTo>
                    <a:pt x="52362" y="6269105"/>
                  </a:lnTo>
                  <a:lnTo>
                    <a:pt x="52520" y="6269105"/>
                  </a:lnTo>
                  <a:lnTo>
                    <a:pt x="52677" y="6269105"/>
                  </a:lnTo>
                  <a:lnTo>
                    <a:pt x="52835" y="6269105"/>
                  </a:lnTo>
                  <a:lnTo>
                    <a:pt x="52993" y="6269105"/>
                  </a:lnTo>
                  <a:lnTo>
                    <a:pt x="53151" y="6269105"/>
                  </a:lnTo>
                  <a:lnTo>
                    <a:pt x="53151" y="6268674"/>
                  </a:lnTo>
                  <a:lnTo>
                    <a:pt x="53151" y="6268244"/>
                  </a:lnTo>
                  <a:lnTo>
                    <a:pt x="53151" y="6267813"/>
                  </a:lnTo>
                  <a:lnTo>
                    <a:pt x="53308" y="6267813"/>
                  </a:lnTo>
                  <a:lnTo>
                    <a:pt x="53466" y="6267813"/>
                  </a:lnTo>
                  <a:lnTo>
                    <a:pt x="53466" y="6267383"/>
                  </a:lnTo>
                  <a:lnTo>
                    <a:pt x="53466" y="6266952"/>
                  </a:lnTo>
                  <a:lnTo>
                    <a:pt x="53466" y="6266521"/>
                  </a:lnTo>
                  <a:lnTo>
                    <a:pt x="53624" y="6266521"/>
                  </a:lnTo>
                  <a:lnTo>
                    <a:pt x="53624" y="6266091"/>
                  </a:lnTo>
                  <a:lnTo>
                    <a:pt x="53781" y="6266091"/>
                  </a:lnTo>
                  <a:lnTo>
                    <a:pt x="53939" y="6266091"/>
                  </a:lnTo>
                  <a:lnTo>
                    <a:pt x="53939" y="6265660"/>
                  </a:lnTo>
                  <a:lnTo>
                    <a:pt x="54097" y="6265660"/>
                  </a:lnTo>
                  <a:lnTo>
                    <a:pt x="54097" y="6265230"/>
                  </a:lnTo>
                  <a:lnTo>
                    <a:pt x="54255" y="6265230"/>
                  </a:lnTo>
                  <a:lnTo>
                    <a:pt x="54255" y="6264799"/>
                  </a:lnTo>
                  <a:lnTo>
                    <a:pt x="54412" y="6264799"/>
                  </a:lnTo>
                  <a:lnTo>
                    <a:pt x="54570" y="6264799"/>
                  </a:lnTo>
                  <a:lnTo>
                    <a:pt x="54570" y="6264368"/>
                  </a:lnTo>
                  <a:lnTo>
                    <a:pt x="54570" y="6263938"/>
                  </a:lnTo>
                  <a:lnTo>
                    <a:pt x="54728" y="6263938"/>
                  </a:lnTo>
                  <a:lnTo>
                    <a:pt x="54728" y="6263507"/>
                  </a:lnTo>
                  <a:lnTo>
                    <a:pt x="54885" y="6263507"/>
                  </a:lnTo>
                  <a:lnTo>
                    <a:pt x="54885" y="6263077"/>
                  </a:lnTo>
                  <a:lnTo>
                    <a:pt x="55043" y="6263077"/>
                  </a:lnTo>
                  <a:lnTo>
                    <a:pt x="55201" y="6263077"/>
                  </a:lnTo>
                  <a:lnTo>
                    <a:pt x="55359" y="6263077"/>
                  </a:lnTo>
                  <a:lnTo>
                    <a:pt x="55516" y="6263077"/>
                  </a:lnTo>
                  <a:lnTo>
                    <a:pt x="55516" y="6262646"/>
                  </a:lnTo>
                  <a:lnTo>
                    <a:pt x="55516" y="6262215"/>
                  </a:lnTo>
                  <a:lnTo>
                    <a:pt x="55674" y="6262215"/>
                  </a:lnTo>
                  <a:lnTo>
                    <a:pt x="55674" y="6261785"/>
                  </a:lnTo>
                  <a:lnTo>
                    <a:pt x="55832" y="6261785"/>
                  </a:lnTo>
                  <a:lnTo>
                    <a:pt x="55832" y="6261354"/>
                  </a:lnTo>
                  <a:lnTo>
                    <a:pt x="55989" y="6261354"/>
                  </a:lnTo>
                  <a:lnTo>
                    <a:pt x="56147" y="6261354"/>
                  </a:lnTo>
                  <a:lnTo>
                    <a:pt x="56305" y="6261354"/>
                  </a:lnTo>
                  <a:lnTo>
                    <a:pt x="56463" y="6261354"/>
                  </a:lnTo>
                  <a:lnTo>
                    <a:pt x="56463" y="6260924"/>
                  </a:lnTo>
                  <a:lnTo>
                    <a:pt x="56620" y="6260924"/>
                  </a:lnTo>
                  <a:lnTo>
                    <a:pt x="56778" y="6260924"/>
                  </a:lnTo>
                  <a:lnTo>
                    <a:pt x="56936" y="6260924"/>
                  </a:lnTo>
                  <a:lnTo>
                    <a:pt x="57094" y="6260924"/>
                  </a:lnTo>
                  <a:lnTo>
                    <a:pt x="57251" y="6260924"/>
                  </a:lnTo>
                  <a:lnTo>
                    <a:pt x="57251" y="6260493"/>
                  </a:lnTo>
                  <a:lnTo>
                    <a:pt x="57409" y="6260493"/>
                  </a:lnTo>
                  <a:lnTo>
                    <a:pt x="57567" y="6260493"/>
                  </a:lnTo>
                  <a:lnTo>
                    <a:pt x="57724" y="6260493"/>
                  </a:lnTo>
                  <a:lnTo>
                    <a:pt x="57724" y="6260062"/>
                  </a:lnTo>
                  <a:lnTo>
                    <a:pt x="57724" y="6259632"/>
                  </a:lnTo>
                  <a:lnTo>
                    <a:pt x="57882" y="6259632"/>
                  </a:lnTo>
                  <a:lnTo>
                    <a:pt x="57882" y="6259201"/>
                  </a:lnTo>
                  <a:lnTo>
                    <a:pt x="58040" y="6259201"/>
                  </a:lnTo>
                  <a:lnTo>
                    <a:pt x="58040" y="6258771"/>
                  </a:lnTo>
                  <a:lnTo>
                    <a:pt x="58198" y="6258771"/>
                  </a:lnTo>
                  <a:lnTo>
                    <a:pt x="58355" y="6258771"/>
                  </a:lnTo>
                  <a:lnTo>
                    <a:pt x="58355" y="6258340"/>
                  </a:lnTo>
                  <a:lnTo>
                    <a:pt x="58513" y="6258340"/>
                  </a:lnTo>
                  <a:lnTo>
                    <a:pt x="58671" y="6258340"/>
                  </a:lnTo>
                  <a:lnTo>
                    <a:pt x="58828" y="6258340"/>
                  </a:lnTo>
                  <a:lnTo>
                    <a:pt x="58828" y="6257909"/>
                  </a:lnTo>
                  <a:lnTo>
                    <a:pt x="58986" y="6257909"/>
                  </a:lnTo>
                  <a:lnTo>
                    <a:pt x="59144" y="6257909"/>
                  </a:lnTo>
                  <a:lnTo>
                    <a:pt x="59302" y="6257909"/>
                  </a:lnTo>
                  <a:lnTo>
                    <a:pt x="59459" y="6257909"/>
                  </a:lnTo>
                  <a:lnTo>
                    <a:pt x="59617" y="6257909"/>
                  </a:lnTo>
                  <a:lnTo>
                    <a:pt x="59617" y="6257479"/>
                  </a:lnTo>
                  <a:lnTo>
                    <a:pt x="59617" y="6257048"/>
                  </a:lnTo>
                  <a:lnTo>
                    <a:pt x="59617" y="6256618"/>
                  </a:lnTo>
                  <a:lnTo>
                    <a:pt x="59617" y="6256187"/>
                  </a:lnTo>
                  <a:lnTo>
                    <a:pt x="59775" y="6256187"/>
                  </a:lnTo>
                  <a:lnTo>
                    <a:pt x="59775" y="6255756"/>
                  </a:lnTo>
                  <a:lnTo>
                    <a:pt x="59775" y="6255326"/>
                  </a:lnTo>
                  <a:lnTo>
                    <a:pt x="59932" y="6255326"/>
                  </a:lnTo>
                  <a:lnTo>
                    <a:pt x="60090" y="6255326"/>
                  </a:lnTo>
                  <a:lnTo>
                    <a:pt x="60248" y="6255326"/>
                  </a:lnTo>
                  <a:lnTo>
                    <a:pt x="60406" y="6255326"/>
                  </a:lnTo>
                  <a:lnTo>
                    <a:pt x="60563" y="6255326"/>
                  </a:lnTo>
                  <a:lnTo>
                    <a:pt x="60563" y="6254895"/>
                  </a:lnTo>
                  <a:lnTo>
                    <a:pt x="60721" y="6254895"/>
                  </a:lnTo>
                  <a:lnTo>
                    <a:pt x="60879" y="6254895"/>
                  </a:lnTo>
                  <a:lnTo>
                    <a:pt x="61036" y="6254895"/>
                  </a:lnTo>
                  <a:lnTo>
                    <a:pt x="61194" y="6254895"/>
                  </a:lnTo>
                  <a:lnTo>
                    <a:pt x="61352" y="6254895"/>
                  </a:lnTo>
                  <a:lnTo>
                    <a:pt x="61510" y="6254895"/>
                  </a:lnTo>
                  <a:lnTo>
                    <a:pt x="61510" y="6254465"/>
                  </a:lnTo>
                  <a:lnTo>
                    <a:pt x="61510" y="6254034"/>
                  </a:lnTo>
                  <a:lnTo>
                    <a:pt x="61510" y="6253603"/>
                  </a:lnTo>
                  <a:lnTo>
                    <a:pt x="61510" y="6253173"/>
                  </a:lnTo>
                  <a:lnTo>
                    <a:pt x="61667" y="6253173"/>
                  </a:lnTo>
                  <a:lnTo>
                    <a:pt x="61667" y="6252742"/>
                  </a:lnTo>
                  <a:lnTo>
                    <a:pt x="61825" y="6252742"/>
                  </a:lnTo>
                  <a:lnTo>
                    <a:pt x="61983" y="6252742"/>
                  </a:lnTo>
                  <a:lnTo>
                    <a:pt x="62141" y="6252742"/>
                  </a:lnTo>
                  <a:lnTo>
                    <a:pt x="62141" y="6252312"/>
                  </a:lnTo>
                  <a:lnTo>
                    <a:pt x="62141" y="6251881"/>
                  </a:lnTo>
                  <a:lnTo>
                    <a:pt x="62298" y="6251881"/>
                  </a:lnTo>
                  <a:lnTo>
                    <a:pt x="62456" y="6251881"/>
                  </a:lnTo>
                  <a:lnTo>
                    <a:pt x="62614" y="6251881"/>
                  </a:lnTo>
                  <a:lnTo>
                    <a:pt x="62614" y="6251450"/>
                  </a:lnTo>
                  <a:lnTo>
                    <a:pt x="62614" y="6251020"/>
                  </a:lnTo>
                  <a:lnTo>
                    <a:pt x="62614" y="6250589"/>
                  </a:lnTo>
                  <a:lnTo>
                    <a:pt x="62771" y="6250589"/>
                  </a:lnTo>
                  <a:lnTo>
                    <a:pt x="62771" y="6250159"/>
                  </a:lnTo>
                  <a:lnTo>
                    <a:pt x="62929" y="6250159"/>
                  </a:lnTo>
                  <a:lnTo>
                    <a:pt x="63087" y="6250159"/>
                  </a:lnTo>
                  <a:lnTo>
                    <a:pt x="63245" y="6250159"/>
                  </a:lnTo>
                  <a:lnTo>
                    <a:pt x="63402" y="6250159"/>
                  </a:lnTo>
                  <a:lnTo>
                    <a:pt x="63560" y="6250159"/>
                  </a:lnTo>
                  <a:lnTo>
                    <a:pt x="63718" y="6250159"/>
                  </a:lnTo>
                  <a:lnTo>
                    <a:pt x="63718" y="6249728"/>
                  </a:lnTo>
                  <a:lnTo>
                    <a:pt x="63875" y="6249728"/>
                  </a:lnTo>
                  <a:lnTo>
                    <a:pt x="63875" y="6249297"/>
                  </a:lnTo>
                  <a:lnTo>
                    <a:pt x="64033" y="6249297"/>
                  </a:lnTo>
                  <a:lnTo>
                    <a:pt x="64033" y="6248867"/>
                  </a:lnTo>
                  <a:lnTo>
                    <a:pt x="64033" y="6248436"/>
                  </a:lnTo>
                  <a:lnTo>
                    <a:pt x="64033" y="6248006"/>
                  </a:lnTo>
                  <a:lnTo>
                    <a:pt x="64191" y="6248006"/>
                  </a:lnTo>
                  <a:lnTo>
                    <a:pt x="64349" y="6248006"/>
                  </a:lnTo>
                  <a:lnTo>
                    <a:pt x="64349" y="6247575"/>
                  </a:lnTo>
                  <a:lnTo>
                    <a:pt x="64349" y="6247144"/>
                  </a:lnTo>
                  <a:lnTo>
                    <a:pt x="64349" y="6246714"/>
                  </a:lnTo>
                  <a:lnTo>
                    <a:pt x="64506" y="6246714"/>
                  </a:lnTo>
                  <a:lnTo>
                    <a:pt x="64664" y="6246714"/>
                  </a:lnTo>
                  <a:lnTo>
                    <a:pt x="64664" y="6246283"/>
                  </a:lnTo>
                  <a:lnTo>
                    <a:pt x="64664" y="6245853"/>
                  </a:lnTo>
                  <a:lnTo>
                    <a:pt x="64664" y="6245422"/>
                  </a:lnTo>
                  <a:lnTo>
                    <a:pt x="64664" y="6244991"/>
                  </a:lnTo>
                  <a:lnTo>
                    <a:pt x="64822" y="6244991"/>
                  </a:lnTo>
                  <a:lnTo>
                    <a:pt x="64979" y="6244991"/>
                  </a:lnTo>
                  <a:lnTo>
                    <a:pt x="65137" y="6244991"/>
                  </a:lnTo>
                  <a:lnTo>
                    <a:pt x="65137" y="6244561"/>
                  </a:lnTo>
                  <a:lnTo>
                    <a:pt x="65295" y="6244561"/>
                  </a:lnTo>
                  <a:lnTo>
                    <a:pt x="65453" y="6244561"/>
                  </a:lnTo>
                  <a:lnTo>
                    <a:pt x="65453" y="6244130"/>
                  </a:lnTo>
                  <a:lnTo>
                    <a:pt x="65453" y="6243700"/>
                  </a:lnTo>
                  <a:lnTo>
                    <a:pt x="65610" y="6243700"/>
                  </a:lnTo>
                  <a:lnTo>
                    <a:pt x="65768" y="6243700"/>
                  </a:lnTo>
                  <a:lnTo>
                    <a:pt x="65768" y="6243269"/>
                  </a:lnTo>
                  <a:lnTo>
                    <a:pt x="65768" y="6242838"/>
                  </a:lnTo>
                  <a:lnTo>
                    <a:pt x="65926" y="6242838"/>
                  </a:lnTo>
                  <a:lnTo>
                    <a:pt x="65926" y="6242408"/>
                  </a:lnTo>
                  <a:lnTo>
                    <a:pt x="66083" y="6242408"/>
                  </a:lnTo>
                  <a:lnTo>
                    <a:pt x="66083" y="6241977"/>
                  </a:lnTo>
                  <a:lnTo>
                    <a:pt x="66241" y="6241977"/>
                  </a:lnTo>
                  <a:lnTo>
                    <a:pt x="66241" y="6241547"/>
                  </a:lnTo>
                  <a:lnTo>
                    <a:pt x="66241" y="6241116"/>
                  </a:lnTo>
                  <a:lnTo>
                    <a:pt x="66399" y="6241116"/>
                  </a:lnTo>
                  <a:lnTo>
                    <a:pt x="66399" y="6240685"/>
                  </a:lnTo>
                  <a:lnTo>
                    <a:pt x="66399" y="6240255"/>
                  </a:lnTo>
                  <a:lnTo>
                    <a:pt x="66557" y="6240255"/>
                  </a:lnTo>
                  <a:lnTo>
                    <a:pt x="66557" y="6239824"/>
                  </a:lnTo>
                  <a:lnTo>
                    <a:pt x="66714" y="6239824"/>
                  </a:lnTo>
                  <a:lnTo>
                    <a:pt x="66872" y="6239824"/>
                  </a:lnTo>
                  <a:lnTo>
                    <a:pt x="67030" y="6239824"/>
                  </a:lnTo>
                  <a:lnTo>
                    <a:pt x="67030" y="6239394"/>
                  </a:lnTo>
                  <a:lnTo>
                    <a:pt x="67187" y="6239394"/>
                  </a:lnTo>
                  <a:lnTo>
                    <a:pt x="67187" y="6238963"/>
                  </a:lnTo>
                  <a:lnTo>
                    <a:pt x="67345" y="6238963"/>
                  </a:lnTo>
                  <a:lnTo>
                    <a:pt x="67345" y="6238532"/>
                  </a:lnTo>
                  <a:lnTo>
                    <a:pt x="67345" y="6238102"/>
                  </a:lnTo>
                  <a:lnTo>
                    <a:pt x="67503" y="6238102"/>
                  </a:lnTo>
                  <a:lnTo>
                    <a:pt x="67661" y="6238102"/>
                  </a:lnTo>
                  <a:lnTo>
                    <a:pt x="67818" y="6238102"/>
                  </a:lnTo>
                  <a:lnTo>
                    <a:pt x="67976" y="6238102"/>
                  </a:lnTo>
                  <a:lnTo>
                    <a:pt x="67976" y="6237671"/>
                  </a:lnTo>
                  <a:lnTo>
                    <a:pt x="68134" y="6237671"/>
                  </a:lnTo>
                  <a:lnTo>
                    <a:pt x="68292" y="6237671"/>
                  </a:lnTo>
                  <a:lnTo>
                    <a:pt x="68449" y="6237671"/>
                  </a:lnTo>
                  <a:lnTo>
                    <a:pt x="68449" y="6237241"/>
                  </a:lnTo>
                  <a:lnTo>
                    <a:pt x="68607" y="6237241"/>
                  </a:lnTo>
                  <a:lnTo>
                    <a:pt x="68607" y="6236810"/>
                  </a:lnTo>
                  <a:lnTo>
                    <a:pt x="68607" y="6236379"/>
                  </a:lnTo>
                  <a:lnTo>
                    <a:pt x="68765" y="6236379"/>
                  </a:lnTo>
                  <a:lnTo>
                    <a:pt x="68765" y="6235949"/>
                  </a:lnTo>
                  <a:lnTo>
                    <a:pt x="68922" y="6235949"/>
                  </a:lnTo>
                  <a:lnTo>
                    <a:pt x="69080" y="6235949"/>
                  </a:lnTo>
                  <a:lnTo>
                    <a:pt x="69238" y="6235949"/>
                  </a:lnTo>
                  <a:lnTo>
                    <a:pt x="69396" y="6235949"/>
                  </a:lnTo>
                  <a:lnTo>
                    <a:pt x="69396" y="6235518"/>
                  </a:lnTo>
                  <a:lnTo>
                    <a:pt x="69553" y="6235518"/>
                  </a:lnTo>
                  <a:lnTo>
                    <a:pt x="69553" y="6235088"/>
                  </a:lnTo>
                  <a:lnTo>
                    <a:pt x="69711" y="6235088"/>
                  </a:lnTo>
                  <a:lnTo>
                    <a:pt x="69711" y="6234657"/>
                  </a:lnTo>
                  <a:lnTo>
                    <a:pt x="69869" y="6234657"/>
                  </a:lnTo>
                  <a:lnTo>
                    <a:pt x="69869" y="6234226"/>
                  </a:lnTo>
                  <a:lnTo>
                    <a:pt x="70026" y="6234226"/>
                  </a:lnTo>
                  <a:lnTo>
                    <a:pt x="70184" y="6234226"/>
                  </a:lnTo>
                  <a:lnTo>
                    <a:pt x="70184" y="6233796"/>
                  </a:lnTo>
                  <a:lnTo>
                    <a:pt x="70184" y="6233365"/>
                  </a:lnTo>
                  <a:lnTo>
                    <a:pt x="70342" y="6233365"/>
                  </a:lnTo>
                  <a:lnTo>
                    <a:pt x="70500" y="6233365"/>
                  </a:lnTo>
                  <a:lnTo>
                    <a:pt x="70657" y="6233365"/>
                  </a:lnTo>
                  <a:lnTo>
                    <a:pt x="70815" y="6233365"/>
                  </a:lnTo>
                  <a:lnTo>
                    <a:pt x="70973" y="6233365"/>
                  </a:lnTo>
                  <a:lnTo>
                    <a:pt x="71130" y="6233365"/>
                  </a:lnTo>
                  <a:lnTo>
                    <a:pt x="71130" y="6232935"/>
                  </a:lnTo>
                  <a:lnTo>
                    <a:pt x="71130" y="6232504"/>
                  </a:lnTo>
                  <a:lnTo>
                    <a:pt x="71288" y="6232504"/>
                  </a:lnTo>
                  <a:lnTo>
                    <a:pt x="71288" y="6232073"/>
                  </a:lnTo>
                  <a:lnTo>
                    <a:pt x="71288" y="6231643"/>
                  </a:lnTo>
                  <a:lnTo>
                    <a:pt x="71288" y="6231212"/>
                  </a:lnTo>
                  <a:lnTo>
                    <a:pt x="71288" y="6230782"/>
                  </a:lnTo>
                  <a:lnTo>
                    <a:pt x="71446" y="6230782"/>
                  </a:lnTo>
                  <a:lnTo>
                    <a:pt x="71604" y="6230782"/>
                  </a:lnTo>
                  <a:lnTo>
                    <a:pt x="71761" y="6230782"/>
                  </a:lnTo>
                  <a:lnTo>
                    <a:pt x="71919" y="6230782"/>
                  </a:lnTo>
                  <a:lnTo>
                    <a:pt x="72077" y="6230782"/>
                  </a:lnTo>
                  <a:lnTo>
                    <a:pt x="72077" y="6230351"/>
                  </a:lnTo>
                  <a:lnTo>
                    <a:pt x="72077" y="6229920"/>
                  </a:lnTo>
                  <a:lnTo>
                    <a:pt x="72077" y="6229490"/>
                  </a:lnTo>
                  <a:lnTo>
                    <a:pt x="72077" y="6229059"/>
                  </a:lnTo>
                  <a:lnTo>
                    <a:pt x="72077" y="6228629"/>
                  </a:lnTo>
                  <a:lnTo>
                    <a:pt x="72077" y="6228198"/>
                  </a:lnTo>
                  <a:lnTo>
                    <a:pt x="72077" y="6227767"/>
                  </a:lnTo>
                  <a:lnTo>
                    <a:pt x="72234" y="6227767"/>
                  </a:lnTo>
                  <a:lnTo>
                    <a:pt x="72234" y="6227337"/>
                  </a:lnTo>
                  <a:lnTo>
                    <a:pt x="72392" y="6227337"/>
                  </a:lnTo>
                  <a:lnTo>
                    <a:pt x="72550" y="6227337"/>
                  </a:lnTo>
                  <a:lnTo>
                    <a:pt x="72550" y="6226906"/>
                  </a:lnTo>
                  <a:lnTo>
                    <a:pt x="72708" y="6226906"/>
                  </a:lnTo>
                  <a:lnTo>
                    <a:pt x="72865" y="6226906"/>
                  </a:lnTo>
                  <a:lnTo>
                    <a:pt x="73023" y="6226906"/>
                  </a:lnTo>
                  <a:lnTo>
                    <a:pt x="73181" y="6226906"/>
                  </a:lnTo>
                  <a:lnTo>
                    <a:pt x="73181" y="6226476"/>
                  </a:lnTo>
                  <a:lnTo>
                    <a:pt x="73338" y="6226476"/>
                  </a:lnTo>
                  <a:lnTo>
                    <a:pt x="73496" y="6226476"/>
                  </a:lnTo>
                  <a:lnTo>
                    <a:pt x="73654" y="6226476"/>
                  </a:lnTo>
                  <a:lnTo>
                    <a:pt x="73812" y="6226476"/>
                  </a:lnTo>
                  <a:lnTo>
                    <a:pt x="73969" y="6226476"/>
                  </a:lnTo>
                  <a:lnTo>
                    <a:pt x="74127" y="6226476"/>
                  </a:lnTo>
                  <a:lnTo>
                    <a:pt x="74285" y="6226476"/>
                  </a:lnTo>
                  <a:lnTo>
                    <a:pt x="74285" y="6226045"/>
                  </a:lnTo>
                  <a:lnTo>
                    <a:pt x="74443" y="6226045"/>
                  </a:lnTo>
                  <a:lnTo>
                    <a:pt x="74600" y="6226045"/>
                  </a:lnTo>
                  <a:lnTo>
                    <a:pt x="74758" y="6226045"/>
                  </a:lnTo>
                  <a:lnTo>
                    <a:pt x="74758" y="6225614"/>
                  </a:lnTo>
                  <a:lnTo>
                    <a:pt x="74916" y="6225614"/>
                  </a:lnTo>
                  <a:lnTo>
                    <a:pt x="75073" y="6225614"/>
                  </a:lnTo>
                  <a:lnTo>
                    <a:pt x="75073" y="6225184"/>
                  </a:lnTo>
                  <a:lnTo>
                    <a:pt x="75073" y="6224753"/>
                  </a:lnTo>
                  <a:lnTo>
                    <a:pt x="75231" y="6224753"/>
                  </a:lnTo>
                  <a:lnTo>
                    <a:pt x="75231" y="6224323"/>
                  </a:lnTo>
                  <a:lnTo>
                    <a:pt x="75389" y="6224323"/>
                  </a:lnTo>
                  <a:lnTo>
                    <a:pt x="75547" y="6224323"/>
                  </a:lnTo>
                  <a:lnTo>
                    <a:pt x="75704" y="6224323"/>
                  </a:lnTo>
                  <a:lnTo>
                    <a:pt x="75862" y="6224323"/>
                  </a:lnTo>
                  <a:lnTo>
                    <a:pt x="76020" y="6224323"/>
                  </a:lnTo>
                  <a:lnTo>
                    <a:pt x="76177" y="6224323"/>
                  </a:lnTo>
                  <a:lnTo>
                    <a:pt x="76177" y="6223892"/>
                  </a:lnTo>
                  <a:lnTo>
                    <a:pt x="76335" y="6223892"/>
                  </a:lnTo>
                  <a:lnTo>
                    <a:pt x="76335" y="6223461"/>
                  </a:lnTo>
                  <a:lnTo>
                    <a:pt x="76493" y="6223461"/>
                  </a:lnTo>
                  <a:lnTo>
                    <a:pt x="76493" y="6223031"/>
                  </a:lnTo>
                  <a:lnTo>
                    <a:pt x="76493" y="6222600"/>
                  </a:lnTo>
                  <a:lnTo>
                    <a:pt x="76651" y="6222600"/>
                  </a:lnTo>
                  <a:lnTo>
                    <a:pt x="76651" y="6222170"/>
                  </a:lnTo>
                  <a:lnTo>
                    <a:pt x="76651" y="6221739"/>
                  </a:lnTo>
                  <a:lnTo>
                    <a:pt x="76651" y="6221308"/>
                  </a:lnTo>
                  <a:lnTo>
                    <a:pt x="76651" y="6220878"/>
                  </a:lnTo>
                  <a:lnTo>
                    <a:pt x="76808" y="6220878"/>
                  </a:lnTo>
                  <a:lnTo>
                    <a:pt x="76966" y="6220878"/>
                  </a:lnTo>
                  <a:lnTo>
                    <a:pt x="77124" y="6220878"/>
                  </a:lnTo>
                  <a:lnTo>
                    <a:pt x="77124" y="6220447"/>
                  </a:lnTo>
                  <a:lnTo>
                    <a:pt x="77281" y="6220447"/>
                  </a:lnTo>
                  <a:lnTo>
                    <a:pt x="77439" y="6220447"/>
                  </a:lnTo>
                  <a:lnTo>
                    <a:pt x="77597" y="6220447"/>
                  </a:lnTo>
                  <a:lnTo>
                    <a:pt x="77755" y="6220447"/>
                  </a:lnTo>
                  <a:lnTo>
                    <a:pt x="77912" y="6220447"/>
                  </a:lnTo>
                  <a:lnTo>
                    <a:pt x="77912" y="6220017"/>
                  </a:lnTo>
                  <a:lnTo>
                    <a:pt x="78070" y="6220017"/>
                  </a:lnTo>
                  <a:lnTo>
                    <a:pt x="78228" y="6220017"/>
                  </a:lnTo>
                  <a:lnTo>
                    <a:pt x="78228" y="6219586"/>
                  </a:lnTo>
                  <a:lnTo>
                    <a:pt x="78385" y="6219586"/>
                  </a:lnTo>
                  <a:lnTo>
                    <a:pt x="78543" y="6219586"/>
                  </a:lnTo>
                  <a:lnTo>
                    <a:pt x="78701" y="6219586"/>
                  </a:lnTo>
                  <a:lnTo>
                    <a:pt x="78859" y="6219586"/>
                  </a:lnTo>
                  <a:lnTo>
                    <a:pt x="79016" y="6219586"/>
                  </a:lnTo>
                  <a:lnTo>
                    <a:pt x="79016" y="6219155"/>
                  </a:lnTo>
                  <a:lnTo>
                    <a:pt x="79174" y="6219155"/>
                  </a:lnTo>
                  <a:lnTo>
                    <a:pt x="79332" y="6219155"/>
                  </a:lnTo>
                  <a:lnTo>
                    <a:pt x="79490" y="6219155"/>
                  </a:lnTo>
                  <a:lnTo>
                    <a:pt x="79647" y="6219155"/>
                  </a:lnTo>
                  <a:lnTo>
                    <a:pt x="79805" y="6219155"/>
                  </a:lnTo>
                  <a:lnTo>
                    <a:pt x="79805" y="6218725"/>
                  </a:lnTo>
                  <a:lnTo>
                    <a:pt x="79963" y="6218725"/>
                  </a:lnTo>
                  <a:lnTo>
                    <a:pt x="80120" y="6218725"/>
                  </a:lnTo>
                  <a:lnTo>
                    <a:pt x="80278" y="6218725"/>
                  </a:lnTo>
                  <a:lnTo>
                    <a:pt x="80436" y="6218725"/>
                  </a:lnTo>
                  <a:lnTo>
                    <a:pt x="80594" y="6218725"/>
                  </a:lnTo>
                  <a:lnTo>
                    <a:pt x="80751" y="6218725"/>
                  </a:lnTo>
                  <a:lnTo>
                    <a:pt x="80909" y="6218725"/>
                  </a:lnTo>
                  <a:lnTo>
                    <a:pt x="81067" y="6218725"/>
                  </a:lnTo>
                  <a:lnTo>
                    <a:pt x="81224" y="6218725"/>
                  </a:lnTo>
                  <a:lnTo>
                    <a:pt x="81224" y="6218294"/>
                  </a:lnTo>
                  <a:lnTo>
                    <a:pt x="81382" y="6218294"/>
                  </a:lnTo>
                  <a:lnTo>
                    <a:pt x="81540" y="6218294"/>
                  </a:lnTo>
                  <a:lnTo>
                    <a:pt x="81698" y="6218294"/>
                  </a:lnTo>
                  <a:lnTo>
                    <a:pt x="81855" y="6218294"/>
                  </a:lnTo>
                  <a:lnTo>
                    <a:pt x="82013" y="6218294"/>
                  </a:lnTo>
                  <a:lnTo>
                    <a:pt x="82171" y="6218294"/>
                  </a:lnTo>
                  <a:lnTo>
                    <a:pt x="82171" y="6217864"/>
                  </a:lnTo>
                  <a:lnTo>
                    <a:pt x="82328" y="6217864"/>
                  </a:lnTo>
                  <a:lnTo>
                    <a:pt x="82486" y="6217864"/>
                  </a:lnTo>
                  <a:lnTo>
                    <a:pt x="82644" y="6217864"/>
                  </a:lnTo>
                  <a:lnTo>
                    <a:pt x="82802" y="6217864"/>
                  </a:lnTo>
                  <a:lnTo>
                    <a:pt x="82959" y="6217864"/>
                  </a:lnTo>
                  <a:lnTo>
                    <a:pt x="83117" y="6217864"/>
                  </a:lnTo>
                  <a:lnTo>
                    <a:pt x="83117" y="6217433"/>
                  </a:lnTo>
                  <a:lnTo>
                    <a:pt x="83275" y="6217433"/>
                  </a:lnTo>
                  <a:lnTo>
                    <a:pt x="83275" y="6217002"/>
                  </a:lnTo>
                  <a:lnTo>
                    <a:pt x="83432" y="6217002"/>
                  </a:lnTo>
                  <a:lnTo>
                    <a:pt x="83590" y="6217002"/>
                  </a:lnTo>
                  <a:lnTo>
                    <a:pt x="83748" y="6217002"/>
                  </a:lnTo>
                  <a:lnTo>
                    <a:pt x="83906" y="6217002"/>
                  </a:lnTo>
                  <a:lnTo>
                    <a:pt x="83906" y="6216572"/>
                  </a:lnTo>
                  <a:lnTo>
                    <a:pt x="83906" y="6216141"/>
                  </a:lnTo>
                  <a:lnTo>
                    <a:pt x="83906" y="6215711"/>
                  </a:lnTo>
                  <a:lnTo>
                    <a:pt x="84063" y="6215711"/>
                  </a:lnTo>
                  <a:lnTo>
                    <a:pt x="84221" y="6215711"/>
                  </a:lnTo>
                  <a:lnTo>
                    <a:pt x="84221" y="6215280"/>
                  </a:lnTo>
                  <a:lnTo>
                    <a:pt x="84379" y="6215280"/>
                  </a:lnTo>
                  <a:lnTo>
                    <a:pt x="84379" y="6214849"/>
                  </a:lnTo>
                  <a:lnTo>
                    <a:pt x="84536" y="6214849"/>
                  </a:lnTo>
                  <a:lnTo>
                    <a:pt x="84694" y="6214849"/>
                  </a:lnTo>
                  <a:lnTo>
                    <a:pt x="84852" y="6214849"/>
                  </a:lnTo>
                  <a:lnTo>
                    <a:pt x="85010" y="6214849"/>
                  </a:lnTo>
                  <a:lnTo>
                    <a:pt x="85167" y="6214849"/>
                  </a:lnTo>
                  <a:lnTo>
                    <a:pt x="85167" y="6214419"/>
                  </a:lnTo>
                  <a:lnTo>
                    <a:pt x="85325" y="6214419"/>
                  </a:lnTo>
                  <a:lnTo>
                    <a:pt x="85483" y="6214419"/>
                  </a:lnTo>
                  <a:lnTo>
                    <a:pt x="85483" y="6213988"/>
                  </a:lnTo>
                  <a:lnTo>
                    <a:pt x="85641" y="6213988"/>
                  </a:lnTo>
                  <a:lnTo>
                    <a:pt x="85798" y="6213988"/>
                  </a:lnTo>
                  <a:lnTo>
                    <a:pt x="85798" y="6213558"/>
                  </a:lnTo>
                  <a:lnTo>
                    <a:pt x="85956" y="6213558"/>
                  </a:lnTo>
                  <a:lnTo>
                    <a:pt x="85956" y="6213127"/>
                  </a:lnTo>
                  <a:lnTo>
                    <a:pt x="85956" y="6212696"/>
                  </a:lnTo>
                  <a:lnTo>
                    <a:pt x="85956" y="6212266"/>
                  </a:lnTo>
                  <a:lnTo>
                    <a:pt x="86114" y="6212266"/>
                  </a:lnTo>
                  <a:lnTo>
                    <a:pt x="86271" y="6212266"/>
                  </a:lnTo>
                  <a:lnTo>
                    <a:pt x="86429" y="6212266"/>
                  </a:lnTo>
                  <a:lnTo>
                    <a:pt x="86587" y="6212266"/>
                  </a:lnTo>
                  <a:lnTo>
                    <a:pt x="86745" y="6212266"/>
                  </a:lnTo>
                  <a:lnTo>
                    <a:pt x="86902" y="6212266"/>
                  </a:lnTo>
                  <a:lnTo>
                    <a:pt x="87060" y="6212266"/>
                  </a:lnTo>
                  <a:lnTo>
                    <a:pt x="87060" y="6211835"/>
                  </a:lnTo>
                  <a:lnTo>
                    <a:pt x="87218" y="6211835"/>
                  </a:lnTo>
                  <a:lnTo>
                    <a:pt x="87375" y="6211835"/>
                  </a:lnTo>
                  <a:lnTo>
                    <a:pt x="87533" y="6211835"/>
                  </a:lnTo>
                  <a:lnTo>
                    <a:pt x="87691" y="6211835"/>
                  </a:lnTo>
                  <a:lnTo>
                    <a:pt x="87849" y="6211835"/>
                  </a:lnTo>
                  <a:lnTo>
                    <a:pt x="88006" y="6211835"/>
                  </a:lnTo>
                  <a:lnTo>
                    <a:pt x="88006" y="6211405"/>
                  </a:lnTo>
                  <a:lnTo>
                    <a:pt x="88006" y="6210974"/>
                  </a:lnTo>
                  <a:lnTo>
                    <a:pt x="88164" y="6210974"/>
                  </a:lnTo>
                  <a:lnTo>
                    <a:pt x="88322" y="6210974"/>
                  </a:lnTo>
                  <a:lnTo>
                    <a:pt x="88479" y="6210974"/>
                  </a:lnTo>
                  <a:lnTo>
                    <a:pt x="88479" y="6210543"/>
                  </a:lnTo>
                  <a:lnTo>
                    <a:pt x="88637" y="6210543"/>
                  </a:lnTo>
                  <a:lnTo>
                    <a:pt x="88795" y="6210543"/>
                  </a:lnTo>
                  <a:lnTo>
                    <a:pt x="88953" y="6210543"/>
                  </a:lnTo>
                  <a:lnTo>
                    <a:pt x="89110" y="6210543"/>
                  </a:lnTo>
                  <a:lnTo>
                    <a:pt x="89110" y="6210113"/>
                  </a:lnTo>
                  <a:lnTo>
                    <a:pt x="89268" y="6210113"/>
                  </a:lnTo>
                  <a:lnTo>
                    <a:pt x="89426" y="6210113"/>
                  </a:lnTo>
                  <a:lnTo>
                    <a:pt x="89583" y="6210113"/>
                  </a:lnTo>
                  <a:lnTo>
                    <a:pt x="89583" y="6209682"/>
                  </a:lnTo>
                  <a:lnTo>
                    <a:pt x="89741" y="6209682"/>
                  </a:lnTo>
                  <a:lnTo>
                    <a:pt x="89899" y="6209682"/>
                  </a:lnTo>
                  <a:lnTo>
                    <a:pt x="90057" y="6209682"/>
                  </a:lnTo>
                  <a:lnTo>
                    <a:pt x="90214" y="6209682"/>
                  </a:lnTo>
                  <a:lnTo>
                    <a:pt x="90372" y="6209682"/>
                  </a:lnTo>
                  <a:lnTo>
                    <a:pt x="90530" y="6209682"/>
                  </a:lnTo>
                  <a:lnTo>
                    <a:pt x="90530" y="6209252"/>
                  </a:lnTo>
                  <a:lnTo>
                    <a:pt x="90530" y="6208821"/>
                  </a:lnTo>
                  <a:lnTo>
                    <a:pt x="90688" y="6208821"/>
                  </a:lnTo>
                  <a:lnTo>
                    <a:pt x="90845" y="6208821"/>
                  </a:lnTo>
                  <a:lnTo>
                    <a:pt x="91003" y="6208821"/>
                  </a:lnTo>
                  <a:lnTo>
                    <a:pt x="91161" y="6208821"/>
                  </a:lnTo>
                  <a:lnTo>
                    <a:pt x="91318" y="6208821"/>
                  </a:lnTo>
                  <a:lnTo>
                    <a:pt x="91476" y="6208821"/>
                  </a:lnTo>
                  <a:lnTo>
                    <a:pt x="91476" y="6208390"/>
                  </a:lnTo>
                  <a:lnTo>
                    <a:pt x="91476" y="6207960"/>
                  </a:lnTo>
                  <a:lnTo>
                    <a:pt x="91476" y="6207529"/>
                  </a:lnTo>
                  <a:lnTo>
                    <a:pt x="91634" y="6207529"/>
                  </a:lnTo>
                  <a:lnTo>
                    <a:pt x="91792" y="6207529"/>
                  </a:lnTo>
                  <a:lnTo>
                    <a:pt x="91949" y="6207529"/>
                  </a:lnTo>
                  <a:lnTo>
                    <a:pt x="91949" y="6207099"/>
                  </a:lnTo>
                  <a:lnTo>
                    <a:pt x="92107" y="6207099"/>
                  </a:lnTo>
                  <a:lnTo>
                    <a:pt x="92265" y="6207099"/>
                  </a:lnTo>
                  <a:lnTo>
                    <a:pt x="92422" y="6207099"/>
                  </a:lnTo>
                  <a:lnTo>
                    <a:pt x="92580" y="6207099"/>
                  </a:lnTo>
                  <a:lnTo>
                    <a:pt x="92738" y="6207099"/>
                  </a:lnTo>
                  <a:lnTo>
                    <a:pt x="92896" y="6207099"/>
                  </a:lnTo>
                  <a:lnTo>
                    <a:pt x="92896" y="6206668"/>
                  </a:lnTo>
                  <a:lnTo>
                    <a:pt x="93053" y="6206668"/>
                  </a:lnTo>
                  <a:lnTo>
                    <a:pt x="93053" y="6206237"/>
                  </a:lnTo>
                  <a:lnTo>
                    <a:pt x="93211" y="6206237"/>
                  </a:lnTo>
                  <a:lnTo>
                    <a:pt x="93369" y="6206237"/>
                  </a:lnTo>
                  <a:lnTo>
                    <a:pt x="93526" y="6206237"/>
                  </a:lnTo>
                  <a:lnTo>
                    <a:pt x="93684" y="6206237"/>
                  </a:lnTo>
                  <a:lnTo>
                    <a:pt x="93842" y="6206237"/>
                  </a:lnTo>
                  <a:lnTo>
                    <a:pt x="93842" y="6205807"/>
                  </a:lnTo>
                  <a:lnTo>
                    <a:pt x="94000" y="6205807"/>
                  </a:lnTo>
                  <a:lnTo>
                    <a:pt x="94000" y="6205376"/>
                  </a:lnTo>
                  <a:lnTo>
                    <a:pt x="94000" y="6204946"/>
                  </a:lnTo>
                  <a:lnTo>
                    <a:pt x="94000" y="6204515"/>
                  </a:lnTo>
                  <a:lnTo>
                    <a:pt x="94157" y="6204515"/>
                  </a:lnTo>
                  <a:lnTo>
                    <a:pt x="94157" y="6204084"/>
                  </a:lnTo>
                  <a:lnTo>
                    <a:pt x="94157" y="6203654"/>
                  </a:lnTo>
                  <a:lnTo>
                    <a:pt x="94315" y="6203654"/>
                  </a:lnTo>
                  <a:lnTo>
                    <a:pt x="94315" y="6203223"/>
                  </a:lnTo>
                  <a:lnTo>
                    <a:pt x="94315" y="6202793"/>
                  </a:lnTo>
                  <a:lnTo>
                    <a:pt x="94473" y="6202793"/>
                  </a:lnTo>
                  <a:lnTo>
                    <a:pt x="94630" y="6202793"/>
                  </a:lnTo>
                  <a:lnTo>
                    <a:pt x="94630" y="6202362"/>
                  </a:lnTo>
                  <a:lnTo>
                    <a:pt x="94788" y="6202362"/>
                  </a:lnTo>
                  <a:lnTo>
                    <a:pt x="94946" y="6202362"/>
                  </a:lnTo>
                  <a:lnTo>
                    <a:pt x="95104" y="6202362"/>
                  </a:lnTo>
                  <a:lnTo>
                    <a:pt x="95261" y="6202362"/>
                  </a:lnTo>
                  <a:lnTo>
                    <a:pt x="95261" y="6201931"/>
                  </a:lnTo>
                  <a:lnTo>
                    <a:pt x="95419" y="6201931"/>
                  </a:lnTo>
                  <a:lnTo>
                    <a:pt x="95577" y="6201931"/>
                  </a:lnTo>
                  <a:lnTo>
                    <a:pt x="95734" y="6201931"/>
                  </a:lnTo>
                  <a:lnTo>
                    <a:pt x="95892" y="6201931"/>
                  </a:lnTo>
                  <a:lnTo>
                    <a:pt x="95892" y="6201501"/>
                  </a:lnTo>
                  <a:lnTo>
                    <a:pt x="96050" y="6201501"/>
                  </a:lnTo>
                  <a:lnTo>
                    <a:pt x="96050" y="6201070"/>
                  </a:lnTo>
                  <a:lnTo>
                    <a:pt x="96050" y="6200640"/>
                  </a:lnTo>
                  <a:lnTo>
                    <a:pt x="96208" y="6200640"/>
                  </a:lnTo>
                  <a:lnTo>
                    <a:pt x="96208" y="6200209"/>
                  </a:lnTo>
                  <a:lnTo>
                    <a:pt x="96365" y="6200209"/>
                  </a:lnTo>
                  <a:lnTo>
                    <a:pt x="96365" y="6199778"/>
                  </a:lnTo>
                  <a:lnTo>
                    <a:pt x="96523" y="6199778"/>
                  </a:lnTo>
                  <a:lnTo>
                    <a:pt x="96523" y="6199348"/>
                  </a:lnTo>
                  <a:lnTo>
                    <a:pt x="96681" y="6199348"/>
                  </a:lnTo>
                  <a:lnTo>
                    <a:pt x="96839" y="6199348"/>
                  </a:lnTo>
                  <a:lnTo>
                    <a:pt x="96996" y="6199348"/>
                  </a:lnTo>
                  <a:lnTo>
                    <a:pt x="96996" y="6198917"/>
                  </a:lnTo>
                  <a:lnTo>
                    <a:pt x="96996" y="6198487"/>
                  </a:lnTo>
                  <a:lnTo>
                    <a:pt x="96996" y="6198056"/>
                  </a:lnTo>
                  <a:lnTo>
                    <a:pt x="96996" y="6197625"/>
                  </a:lnTo>
                  <a:lnTo>
                    <a:pt x="97154" y="6197625"/>
                  </a:lnTo>
                  <a:lnTo>
                    <a:pt x="97312" y="6197625"/>
                  </a:lnTo>
                  <a:lnTo>
                    <a:pt x="97469" y="6197625"/>
                  </a:lnTo>
                  <a:lnTo>
                    <a:pt x="97627" y="6197625"/>
                  </a:lnTo>
                  <a:lnTo>
                    <a:pt x="97785" y="6197625"/>
                  </a:lnTo>
                  <a:lnTo>
                    <a:pt x="97785" y="6197195"/>
                  </a:lnTo>
                  <a:lnTo>
                    <a:pt x="97943" y="6197195"/>
                  </a:lnTo>
                  <a:lnTo>
                    <a:pt x="98100" y="6197195"/>
                  </a:lnTo>
                  <a:lnTo>
                    <a:pt x="98100" y="6196764"/>
                  </a:lnTo>
                  <a:lnTo>
                    <a:pt x="98258" y="6196764"/>
                  </a:lnTo>
                  <a:lnTo>
                    <a:pt x="98416" y="6196764"/>
                  </a:lnTo>
                  <a:lnTo>
                    <a:pt x="98573" y="6196764"/>
                  </a:lnTo>
                  <a:lnTo>
                    <a:pt x="98731" y="6196764"/>
                  </a:lnTo>
                  <a:lnTo>
                    <a:pt x="98889" y="6196764"/>
                  </a:lnTo>
                  <a:lnTo>
                    <a:pt x="99047" y="6196764"/>
                  </a:lnTo>
                  <a:lnTo>
                    <a:pt x="99047" y="6196334"/>
                  </a:lnTo>
                  <a:lnTo>
                    <a:pt x="99047" y="6195903"/>
                  </a:lnTo>
                  <a:lnTo>
                    <a:pt x="99047" y="6195472"/>
                  </a:lnTo>
                  <a:lnTo>
                    <a:pt x="99204" y="6195472"/>
                  </a:lnTo>
                  <a:lnTo>
                    <a:pt x="99362" y="6195472"/>
                  </a:lnTo>
                  <a:lnTo>
                    <a:pt x="99520" y="6195472"/>
                  </a:lnTo>
                  <a:lnTo>
                    <a:pt x="99677" y="6195472"/>
                  </a:lnTo>
                  <a:lnTo>
                    <a:pt x="99835" y="6195472"/>
                  </a:lnTo>
                  <a:lnTo>
                    <a:pt x="99835" y="6195042"/>
                  </a:lnTo>
                  <a:lnTo>
                    <a:pt x="99993" y="6195042"/>
                  </a:lnTo>
                  <a:lnTo>
                    <a:pt x="100151" y="6195042"/>
                  </a:lnTo>
                  <a:lnTo>
                    <a:pt x="100308" y="6195042"/>
                  </a:lnTo>
                  <a:lnTo>
                    <a:pt x="100466" y="6195042"/>
                  </a:lnTo>
                  <a:lnTo>
                    <a:pt x="100624" y="6195042"/>
                  </a:lnTo>
                  <a:lnTo>
                    <a:pt x="100781" y="6195042"/>
                  </a:lnTo>
                  <a:lnTo>
                    <a:pt x="100939" y="6195042"/>
                  </a:lnTo>
                  <a:lnTo>
                    <a:pt x="100939" y="6194611"/>
                  </a:lnTo>
                  <a:lnTo>
                    <a:pt x="100939" y="6194181"/>
                  </a:lnTo>
                  <a:lnTo>
                    <a:pt x="100939" y="6193750"/>
                  </a:lnTo>
                  <a:lnTo>
                    <a:pt x="100939" y="6193319"/>
                  </a:lnTo>
                  <a:lnTo>
                    <a:pt x="100939" y="6192889"/>
                  </a:lnTo>
                  <a:lnTo>
                    <a:pt x="100939" y="6192458"/>
                  </a:lnTo>
                  <a:lnTo>
                    <a:pt x="100939" y="6192028"/>
                  </a:lnTo>
                  <a:lnTo>
                    <a:pt x="101097" y="6192028"/>
                  </a:lnTo>
                  <a:lnTo>
                    <a:pt x="101255" y="6192028"/>
                  </a:lnTo>
                  <a:lnTo>
                    <a:pt x="101412" y="6192028"/>
                  </a:lnTo>
                  <a:lnTo>
                    <a:pt x="101570" y="6192028"/>
                  </a:lnTo>
                  <a:lnTo>
                    <a:pt x="101728" y="6192028"/>
                  </a:lnTo>
                  <a:lnTo>
                    <a:pt x="101886" y="6192028"/>
                  </a:lnTo>
                  <a:lnTo>
                    <a:pt x="102043" y="6192028"/>
                  </a:lnTo>
                  <a:lnTo>
                    <a:pt x="102201" y="6192028"/>
                  </a:lnTo>
                  <a:lnTo>
                    <a:pt x="102359" y="6192028"/>
                  </a:lnTo>
                  <a:lnTo>
                    <a:pt x="102516" y="6192028"/>
                  </a:lnTo>
                  <a:lnTo>
                    <a:pt x="102674" y="6192028"/>
                  </a:lnTo>
                  <a:lnTo>
                    <a:pt x="102674" y="6191597"/>
                  </a:lnTo>
                  <a:lnTo>
                    <a:pt x="102674" y="6191166"/>
                  </a:lnTo>
                  <a:lnTo>
                    <a:pt x="102674" y="6190736"/>
                  </a:lnTo>
                  <a:lnTo>
                    <a:pt x="102674" y="6190305"/>
                  </a:lnTo>
                  <a:lnTo>
                    <a:pt x="102674" y="6189875"/>
                  </a:lnTo>
                  <a:lnTo>
                    <a:pt x="102674" y="6189444"/>
                  </a:lnTo>
                  <a:lnTo>
                    <a:pt x="102832" y="6189444"/>
                  </a:lnTo>
                  <a:lnTo>
                    <a:pt x="102832" y="6189013"/>
                  </a:lnTo>
                  <a:lnTo>
                    <a:pt x="102990" y="6189013"/>
                  </a:lnTo>
                  <a:lnTo>
                    <a:pt x="102990" y="6188583"/>
                  </a:lnTo>
                  <a:lnTo>
                    <a:pt x="103147" y="6188583"/>
                  </a:lnTo>
                  <a:lnTo>
                    <a:pt x="103147" y="6188152"/>
                  </a:lnTo>
                  <a:lnTo>
                    <a:pt x="103147" y="6187722"/>
                  </a:lnTo>
                  <a:lnTo>
                    <a:pt x="103305" y="6187722"/>
                  </a:lnTo>
                  <a:lnTo>
                    <a:pt x="103463" y="6187722"/>
                  </a:lnTo>
                  <a:lnTo>
                    <a:pt x="103620" y="6187722"/>
                  </a:lnTo>
                  <a:lnTo>
                    <a:pt x="103620" y="6187291"/>
                  </a:lnTo>
                  <a:lnTo>
                    <a:pt x="103778" y="6187291"/>
                  </a:lnTo>
                  <a:lnTo>
                    <a:pt x="103778" y="6186860"/>
                  </a:lnTo>
                  <a:lnTo>
                    <a:pt x="103936" y="6186860"/>
                  </a:lnTo>
                  <a:lnTo>
                    <a:pt x="103936" y="6186430"/>
                  </a:lnTo>
                  <a:lnTo>
                    <a:pt x="103936" y="6185999"/>
                  </a:lnTo>
                  <a:lnTo>
                    <a:pt x="104094" y="6185999"/>
                  </a:lnTo>
                  <a:lnTo>
                    <a:pt x="104251" y="6185999"/>
                  </a:lnTo>
                  <a:lnTo>
                    <a:pt x="104409" y="6185999"/>
                  </a:lnTo>
                  <a:lnTo>
                    <a:pt x="104409" y="6185569"/>
                  </a:lnTo>
                  <a:lnTo>
                    <a:pt x="104567" y="6185569"/>
                  </a:lnTo>
                  <a:lnTo>
                    <a:pt x="104567" y="6185138"/>
                  </a:lnTo>
                  <a:lnTo>
                    <a:pt x="104724" y="6185138"/>
                  </a:lnTo>
                  <a:lnTo>
                    <a:pt x="104882" y="6185138"/>
                  </a:lnTo>
                  <a:lnTo>
                    <a:pt x="105040" y="6185138"/>
                  </a:lnTo>
                  <a:lnTo>
                    <a:pt x="105198" y="6185138"/>
                  </a:lnTo>
                  <a:lnTo>
                    <a:pt x="105355" y="6185138"/>
                  </a:lnTo>
                  <a:lnTo>
                    <a:pt x="105513" y="6185138"/>
                  </a:lnTo>
                  <a:lnTo>
                    <a:pt x="105513" y="6184707"/>
                  </a:lnTo>
                  <a:lnTo>
                    <a:pt x="105671" y="6184707"/>
                  </a:lnTo>
                  <a:lnTo>
                    <a:pt x="105671" y="6184277"/>
                  </a:lnTo>
                  <a:lnTo>
                    <a:pt x="105828" y="6184277"/>
                  </a:lnTo>
                  <a:lnTo>
                    <a:pt x="105986" y="6184277"/>
                  </a:lnTo>
                  <a:lnTo>
                    <a:pt x="106144" y="6184277"/>
                  </a:lnTo>
                  <a:lnTo>
                    <a:pt x="106144" y="6183846"/>
                  </a:lnTo>
                  <a:lnTo>
                    <a:pt x="106302" y="6183846"/>
                  </a:lnTo>
                  <a:lnTo>
                    <a:pt x="106302" y="6183416"/>
                  </a:lnTo>
                  <a:lnTo>
                    <a:pt x="106459" y="6183416"/>
                  </a:lnTo>
                  <a:lnTo>
                    <a:pt x="106617" y="6183416"/>
                  </a:lnTo>
                  <a:lnTo>
                    <a:pt x="106775" y="6183416"/>
                  </a:lnTo>
                  <a:lnTo>
                    <a:pt x="106775" y="6182985"/>
                  </a:lnTo>
                  <a:lnTo>
                    <a:pt x="106932" y="6182985"/>
                  </a:lnTo>
                  <a:lnTo>
                    <a:pt x="107090" y="6182985"/>
                  </a:lnTo>
                  <a:lnTo>
                    <a:pt x="107090" y="6182554"/>
                  </a:lnTo>
                  <a:lnTo>
                    <a:pt x="107248" y="6182554"/>
                  </a:lnTo>
                  <a:lnTo>
                    <a:pt x="107248" y="6182124"/>
                  </a:lnTo>
                  <a:lnTo>
                    <a:pt x="107248" y="6181693"/>
                  </a:lnTo>
                  <a:lnTo>
                    <a:pt x="107406" y="6181693"/>
                  </a:lnTo>
                  <a:lnTo>
                    <a:pt x="107563" y="6181693"/>
                  </a:lnTo>
                  <a:lnTo>
                    <a:pt x="107721" y="6181693"/>
                  </a:lnTo>
                  <a:lnTo>
                    <a:pt x="107879" y="6181693"/>
                  </a:lnTo>
                  <a:lnTo>
                    <a:pt x="108037" y="6181693"/>
                  </a:lnTo>
                  <a:lnTo>
                    <a:pt x="108194" y="6181693"/>
                  </a:lnTo>
                  <a:lnTo>
                    <a:pt x="108352" y="6181693"/>
                  </a:lnTo>
                  <a:lnTo>
                    <a:pt x="108510" y="6181693"/>
                  </a:lnTo>
                  <a:lnTo>
                    <a:pt x="108667" y="6181693"/>
                  </a:lnTo>
                  <a:lnTo>
                    <a:pt x="108667" y="6181263"/>
                  </a:lnTo>
                  <a:lnTo>
                    <a:pt x="108825" y="6181263"/>
                  </a:lnTo>
                  <a:lnTo>
                    <a:pt x="108983" y="6181263"/>
                  </a:lnTo>
                  <a:lnTo>
                    <a:pt x="109141" y="6181263"/>
                  </a:lnTo>
                  <a:lnTo>
                    <a:pt x="109141" y="6180832"/>
                  </a:lnTo>
                  <a:lnTo>
                    <a:pt x="109141" y="6180401"/>
                  </a:lnTo>
                  <a:lnTo>
                    <a:pt x="109141" y="6179971"/>
                  </a:lnTo>
                  <a:lnTo>
                    <a:pt x="109298" y="6179971"/>
                  </a:lnTo>
                  <a:lnTo>
                    <a:pt x="109298" y="6179540"/>
                  </a:lnTo>
                  <a:lnTo>
                    <a:pt x="109298" y="6179110"/>
                  </a:lnTo>
                  <a:lnTo>
                    <a:pt x="109456" y="6179110"/>
                  </a:lnTo>
                  <a:lnTo>
                    <a:pt x="109456" y="6178679"/>
                  </a:lnTo>
                  <a:lnTo>
                    <a:pt x="109614" y="6178679"/>
                  </a:lnTo>
                  <a:lnTo>
                    <a:pt x="109771" y="6178679"/>
                  </a:lnTo>
                  <a:lnTo>
                    <a:pt x="109929" y="6178679"/>
                  </a:lnTo>
                  <a:lnTo>
                    <a:pt x="110087" y="6178679"/>
                  </a:lnTo>
                  <a:lnTo>
                    <a:pt x="110245" y="6178679"/>
                  </a:lnTo>
                  <a:lnTo>
                    <a:pt x="110245" y="6178248"/>
                  </a:lnTo>
                  <a:lnTo>
                    <a:pt x="110245" y="6177818"/>
                  </a:lnTo>
                  <a:lnTo>
                    <a:pt x="110402" y="6177818"/>
                  </a:lnTo>
                  <a:lnTo>
                    <a:pt x="110560" y="6177818"/>
                  </a:lnTo>
                  <a:lnTo>
                    <a:pt x="110560" y="6177387"/>
                  </a:lnTo>
                  <a:lnTo>
                    <a:pt x="110560" y="6176957"/>
                  </a:lnTo>
                  <a:lnTo>
                    <a:pt x="110560" y="6176526"/>
                  </a:lnTo>
                  <a:lnTo>
                    <a:pt x="110718" y="6176526"/>
                  </a:lnTo>
                  <a:lnTo>
                    <a:pt x="110875" y="6176526"/>
                  </a:lnTo>
                  <a:lnTo>
                    <a:pt x="110875" y="6176095"/>
                  </a:lnTo>
                  <a:lnTo>
                    <a:pt x="110875" y="6175665"/>
                  </a:lnTo>
                  <a:lnTo>
                    <a:pt x="110875" y="6175234"/>
                  </a:lnTo>
                  <a:lnTo>
                    <a:pt x="110875" y="6174804"/>
                  </a:lnTo>
                  <a:lnTo>
                    <a:pt x="111033" y="6174804"/>
                  </a:lnTo>
                  <a:lnTo>
                    <a:pt x="111033" y="6174373"/>
                  </a:lnTo>
                  <a:lnTo>
                    <a:pt x="111033" y="6173942"/>
                  </a:lnTo>
                  <a:lnTo>
                    <a:pt x="111191" y="6173942"/>
                  </a:lnTo>
                  <a:lnTo>
                    <a:pt x="111191" y="6173512"/>
                  </a:lnTo>
                  <a:lnTo>
                    <a:pt x="111191" y="6173081"/>
                  </a:lnTo>
                  <a:lnTo>
                    <a:pt x="111191" y="6172651"/>
                  </a:lnTo>
                  <a:lnTo>
                    <a:pt x="111349" y="6172651"/>
                  </a:lnTo>
                  <a:lnTo>
                    <a:pt x="111506" y="6172651"/>
                  </a:lnTo>
                  <a:lnTo>
                    <a:pt x="111664" y="6172651"/>
                  </a:lnTo>
                  <a:lnTo>
                    <a:pt x="111664" y="6172220"/>
                  </a:lnTo>
                  <a:lnTo>
                    <a:pt x="111664" y="6171789"/>
                  </a:lnTo>
                  <a:lnTo>
                    <a:pt x="111822" y="6171789"/>
                  </a:lnTo>
                  <a:lnTo>
                    <a:pt x="111979" y="6171789"/>
                  </a:lnTo>
                  <a:lnTo>
                    <a:pt x="112137" y="6171789"/>
                  </a:lnTo>
                  <a:lnTo>
                    <a:pt x="112295" y="6171789"/>
                  </a:lnTo>
                  <a:lnTo>
                    <a:pt x="112453" y="6171789"/>
                  </a:lnTo>
                  <a:lnTo>
                    <a:pt x="112610" y="6171789"/>
                  </a:lnTo>
                  <a:lnTo>
                    <a:pt x="112768" y="6171789"/>
                  </a:lnTo>
                  <a:lnTo>
                    <a:pt x="112926" y="6171789"/>
                  </a:lnTo>
                  <a:lnTo>
                    <a:pt x="113084" y="6171789"/>
                  </a:lnTo>
                  <a:lnTo>
                    <a:pt x="113241" y="6171789"/>
                  </a:lnTo>
                  <a:lnTo>
                    <a:pt x="113399" y="6171789"/>
                  </a:lnTo>
                  <a:lnTo>
                    <a:pt x="113557" y="6171789"/>
                  </a:lnTo>
                  <a:lnTo>
                    <a:pt x="113714" y="6171789"/>
                  </a:lnTo>
                  <a:lnTo>
                    <a:pt x="113872" y="6171789"/>
                  </a:lnTo>
                  <a:lnTo>
                    <a:pt x="114030" y="6171789"/>
                  </a:lnTo>
                  <a:lnTo>
                    <a:pt x="114030" y="6171359"/>
                  </a:lnTo>
                  <a:lnTo>
                    <a:pt x="114188" y="6171359"/>
                  </a:lnTo>
                  <a:lnTo>
                    <a:pt x="114345" y="6171359"/>
                  </a:lnTo>
                  <a:lnTo>
                    <a:pt x="114503" y="6171359"/>
                  </a:lnTo>
                  <a:lnTo>
                    <a:pt x="114661" y="6171359"/>
                  </a:lnTo>
                  <a:lnTo>
                    <a:pt x="114818" y="6171359"/>
                  </a:lnTo>
                  <a:lnTo>
                    <a:pt x="114976" y="6171359"/>
                  </a:lnTo>
                  <a:lnTo>
                    <a:pt x="115134" y="6171359"/>
                  </a:lnTo>
                  <a:lnTo>
                    <a:pt x="115292" y="6171359"/>
                  </a:lnTo>
                  <a:lnTo>
                    <a:pt x="115449" y="6171359"/>
                  </a:lnTo>
                  <a:lnTo>
                    <a:pt x="115607" y="6171359"/>
                  </a:lnTo>
                  <a:lnTo>
                    <a:pt x="115765" y="6171359"/>
                  </a:lnTo>
                  <a:lnTo>
                    <a:pt x="115922" y="6171359"/>
                  </a:lnTo>
                  <a:lnTo>
                    <a:pt x="116080" y="6171359"/>
                  </a:lnTo>
                  <a:lnTo>
                    <a:pt x="116080" y="6170928"/>
                  </a:lnTo>
                  <a:lnTo>
                    <a:pt x="116080" y="6170498"/>
                  </a:lnTo>
                  <a:lnTo>
                    <a:pt x="116238" y="6170498"/>
                  </a:lnTo>
                  <a:lnTo>
                    <a:pt x="116396" y="6170498"/>
                  </a:lnTo>
                  <a:lnTo>
                    <a:pt x="116553" y="6170498"/>
                  </a:lnTo>
                  <a:lnTo>
                    <a:pt x="116711" y="6170498"/>
                  </a:lnTo>
                  <a:lnTo>
                    <a:pt x="116711" y="6170067"/>
                  </a:lnTo>
                  <a:lnTo>
                    <a:pt x="116869" y="6170067"/>
                  </a:lnTo>
                  <a:lnTo>
                    <a:pt x="117026" y="6170067"/>
                  </a:lnTo>
                  <a:lnTo>
                    <a:pt x="117184" y="6170067"/>
                  </a:lnTo>
                  <a:lnTo>
                    <a:pt x="117184" y="6169636"/>
                  </a:lnTo>
                  <a:lnTo>
                    <a:pt x="117342" y="6169636"/>
                  </a:lnTo>
                  <a:lnTo>
                    <a:pt x="117500" y="6169636"/>
                  </a:lnTo>
                  <a:lnTo>
                    <a:pt x="117657" y="6169636"/>
                  </a:lnTo>
                  <a:lnTo>
                    <a:pt x="117815" y="6169636"/>
                  </a:lnTo>
                  <a:lnTo>
                    <a:pt x="117815" y="6169206"/>
                  </a:lnTo>
                  <a:lnTo>
                    <a:pt x="117973" y="6169206"/>
                  </a:lnTo>
                  <a:lnTo>
                    <a:pt x="118130" y="6169206"/>
                  </a:lnTo>
                  <a:lnTo>
                    <a:pt x="118288" y="6169206"/>
                  </a:lnTo>
                  <a:lnTo>
                    <a:pt x="118446" y="6169206"/>
                  </a:lnTo>
                  <a:lnTo>
                    <a:pt x="118446" y="6168775"/>
                  </a:lnTo>
                  <a:lnTo>
                    <a:pt x="118604" y="6168775"/>
                  </a:lnTo>
                  <a:lnTo>
                    <a:pt x="118604" y="6168345"/>
                  </a:lnTo>
                  <a:lnTo>
                    <a:pt x="118761" y="6168345"/>
                  </a:lnTo>
                  <a:lnTo>
                    <a:pt x="118919" y="6168345"/>
                  </a:lnTo>
                  <a:lnTo>
                    <a:pt x="118919" y="6167914"/>
                  </a:lnTo>
                  <a:lnTo>
                    <a:pt x="119077" y="6167914"/>
                  </a:lnTo>
                  <a:lnTo>
                    <a:pt x="119235" y="6167914"/>
                  </a:lnTo>
                  <a:lnTo>
                    <a:pt x="119392" y="6167914"/>
                  </a:lnTo>
                  <a:lnTo>
                    <a:pt x="119392" y="6167483"/>
                  </a:lnTo>
                  <a:lnTo>
                    <a:pt x="119392" y="6167053"/>
                  </a:lnTo>
                  <a:lnTo>
                    <a:pt x="119550" y="6167053"/>
                  </a:lnTo>
                  <a:lnTo>
                    <a:pt x="119550" y="6166622"/>
                  </a:lnTo>
                  <a:lnTo>
                    <a:pt x="119708" y="6166622"/>
                  </a:lnTo>
                  <a:lnTo>
                    <a:pt x="119708" y="6166192"/>
                  </a:lnTo>
                  <a:lnTo>
                    <a:pt x="119708" y="6165761"/>
                  </a:lnTo>
                  <a:lnTo>
                    <a:pt x="119708" y="6165330"/>
                  </a:lnTo>
                  <a:lnTo>
                    <a:pt x="119708" y="6164900"/>
                  </a:lnTo>
                  <a:lnTo>
                    <a:pt x="119865" y="6164900"/>
                  </a:lnTo>
                  <a:lnTo>
                    <a:pt x="120023" y="6164900"/>
                  </a:lnTo>
                  <a:lnTo>
                    <a:pt x="120023" y="6164469"/>
                  </a:lnTo>
                  <a:lnTo>
                    <a:pt x="120023" y="6164039"/>
                  </a:lnTo>
                  <a:lnTo>
                    <a:pt x="120181" y="6164039"/>
                  </a:lnTo>
                  <a:lnTo>
                    <a:pt x="120181" y="6163608"/>
                  </a:lnTo>
                  <a:lnTo>
                    <a:pt x="120339" y="6163608"/>
                  </a:lnTo>
                  <a:lnTo>
                    <a:pt x="120496" y="6163608"/>
                  </a:lnTo>
                  <a:lnTo>
                    <a:pt x="120496" y="6163177"/>
                  </a:lnTo>
                  <a:lnTo>
                    <a:pt x="120654" y="6163177"/>
                  </a:lnTo>
                  <a:lnTo>
                    <a:pt x="120812" y="6163177"/>
                  </a:lnTo>
                  <a:lnTo>
                    <a:pt x="120969" y="6163177"/>
                  </a:lnTo>
                  <a:lnTo>
                    <a:pt x="121127" y="6163177"/>
                  </a:lnTo>
                  <a:lnTo>
                    <a:pt x="121285" y="6163177"/>
                  </a:lnTo>
                  <a:lnTo>
                    <a:pt x="121443" y="6163177"/>
                  </a:lnTo>
                  <a:lnTo>
                    <a:pt x="121600" y="6163177"/>
                  </a:lnTo>
                  <a:lnTo>
                    <a:pt x="121600" y="6162747"/>
                  </a:lnTo>
                  <a:lnTo>
                    <a:pt x="121758" y="6162747"/>
                  </a:lnTo>
                  <a:lnTo>
                    <a:pt x="121916" y="6162747"/>
                  </a:lnTo>
                  <a:lnTo>
                    <a:pt x="122073" y="6162747"/>
                  </a:lnTo>
                  <a:lnTo>
                    <a:pt x="122231" y="6162747"/>
                  </a:lnTo>
                  <a:lnTo>
                    <a:pt x="122389" y="6162747"/>
                  </a:lnTo>
                  <a:lnTo>
                    <a:pt x="122547" y="6162747"/>
                  </a:lnTo>
                  <a:lnTo>
                    <a:pt x="122704" y="6162747"/>
                  </a:lnTo>
                  <a:lnTo>
                    <a:pt x="122862" y="6162747"/>
                  </a:lnTo>
                  <a:lnTo>
                    <a:pt x="123020" y="6162747"/>
                  </a:lnTo>
                  <a:lnTo>
                    <a:pt x="123177" y="6162747"/>
                  </a:lnTo>
                  <a:lnTo>
                    <a:pt x="123335" y="6162747"/>
                  </a:lnTo>
                  <a:lnTo>
                    <a:pt x="123335" y="6162316"/>
                  </a:lnTo>
                  <a:lnTo>
                    <a:pt x="123335" y="6161886"/>
                  </a:lnTo>
                  <a:lnTo>
                    <a:pt x="123493" y="6161886"/>
                  </a:lnTo>
                  <a:lnTo>
                    <a:pt x="123493" y="6161455"/>
                  </a:lnTo>
                  <a:lnTo>
                    <a:pt x="123651" y="6161455"/>
                  </a:lnTo>
                  <a:lnTo>
                    <a:pt x="123808" y="6161455"/>
                  </a:lnTo>
                  <a:lnTo>
                    <a:pt x="123808" y="6161024"/>
                  </a:lnTo>
                  <a:lnTo>
                    <a:pt x="123808" y="6160594"/>
                  </a:lnTo>
                  <a:lnTo>
                    <a:pt x="123808" y="6160163"/>
                  </a:lnTo>
                  <a:lnTo>
                    <a:pt x="123966" y="6160163"/>
                  </a:lnTo>
                  <a:lnTo>
                    <a:pt x="123966" y="6159733"/>
                  </a:lnTo>
                  <a:lnTo>
                    <a:pt x="124124" y="6159733"/>
                  </a:lnTo>
                  <a:lnTo>
                    <a:pt x="124124" y="6159302"/>
                  </a:lnTo>
                  <a:lnTo>
                    <a:pt x="124124" y="6158871"/>
                  </a:lnTo>
                  <a:lnTo>
                    <a:pt x="124282" y="6158871"/>
                  </a:lnTo>
                  <a:lnTo>
                    <a:pt x="124439" y="6158871"/>
                  </a:lnTo>
                  <a:lnTo>
                    <a:pt x="124439" y="6158441"/>
                  </a:lnTo>
                  <a:lnTo>
                    <a:pt x="124439" y="6158010"/>
                  </a:lnTo>
                  <a:lnTo>
                    <a:pt x="124597" y="6158010"/>
                  </a:lnTo>
                  <a:lnTo>
                    <a:pt x="124755" y="6158010"/>
                  </a:lnTo>
                  <a:lnTo>
                    <a:pt x="124912" y="6158010"/>
                  </a:lnTo>
                  <a:lnTo>
                    <a:pt x="124912" y="6157580"/>
                  </a:lnTo>
                  <a:lnTo>
                    <a:pt x="125070" y="6157580"/>
                  </a:lnTo>
                  <a:lnTo>
                    <a:pt x="125228" y="6157580"/>
                  </a:lnTo>
                  <a:lnTo>
                    <a:pt x="125228" y="6157149"/>
                  </a:lnTo>
                  <a:lnTo>
                    <a:pt x="125386" y="6157149"/>
                  </a:lnTo>
                  <a:lnTo>
                    <a:pt x="125543" y="6157149"/>
                  </a:lnTo>
                  <a:lnTo>
                    <a:pt x="125701" y="6157149"/>
                  </a:lnTo>
                  <a:lnTo>
                    <a:pt x="125859" y="6157149"/>
                  </a:lnTo>
                  <a:lnTo>
                    <a:pt x="125859" y="6156718"/>
                  </a:lnTo>
                  <a:lnTo>
                    <a:pt x="126016" y="6156718"/>
                  </a:lnTo>
                  <a:lnTo>
                    <a:pt x="126174" y="6156718"/>
                  </a:lnTo>
                  <a:lnTo>
                    <a:pt x="126174" y="6156288"/>
                  </a:lnTo>
                  <a:lnTo>
                    <a:pt x="126332" y="6156288"/>
                  </a:lnTo>
                  <a:lnTo>
                    <a:pt x="126332" y="6155857"/>
                  </a:lnTo>
                  <a:lnTo>
                    <a:pt x="126332" y="6155427"/>
                  </a:lnTo>
                  <a:lnTo>
                    <a:pt x="126332" y="6154996"/>
                  </a:lnTo>
                  <a:lnTo>
                    <a:pt x="126332" y="6154565"/>
                  </a:lnTo>
                  <a:lnTo>
                    <a:pt x="126332" y="6154135"/>
                  </a:lnTo>
                  <a:lnTo>
                    <a:pt x="126490" y="6154135"/>
                  </a:lnTo>
                  <a:lnTo>
                    <a:pt x="126647" y="6154135"/>
                  </a:lnTo>
                  <a:lnTo>
                    <a:pt x="126805" y="6154135"/>
                  </a:lnTo>
                  <a:lnTo>
                    <a:pt x="126963" y="6154135"/>
                  </a:lnTo>
                  <a:lnTo>
                    <a:pt x="127120" y="6154135"/>
                  </a:lnTo>
                  <a:lnTo>
                    <a:pt x="127120" y="6153704"/>
                  </a:lnTo>
                  <a:lnTo>
                    <a:pt x="127120" y="6153274"/>
                  </a:lnTo>
                  <a:lnTo>
                    <a:pt x="127278" y="6153274"/>
                  </a:lnTo>
                  <a:lnTo>
                    <a:pt x="127436" y="6153274"/>
                  </a:lnTo>
                  <a:lnTo>
                    <a:pt x="127594" y="6153274"/>
                  </a:lnTo>
                  <a:lnTo>
                    <a:pt x="127594" y="6152843"/>
                  </a:lnTo>
                  <a:lnTo>
                    <a:pt x="127751" y="6152843"/>
                  </a:lnTo>
                  <a:lnTo>
                    <a:pt x="127751" y="6152412"/>
                  </a:lnTo>
                  <a:lnTo>
                    <a:pt x="127909" y="6152412"/>
                  </a:lnTo>
                  <a:lnTo>
                    <a:pt x="128067" y="6152412"/>
                  </a:lnTo>
                  <a:lnTo>
                    <a:pt x="128067" y="6151982"/>
                  </a:lnTo>
                  <a:lnTo>
                    <a:pt x="128067" y="6151551"/>
                  </a:lnTo>
                  <a:lnTo>
                    <a:pt x="128224" y="6151551"/>
                  </a:lnTo>
                  <a:lnTo>
                    <a:pt x="128382" y="6151551"/>
                  </a:lnTo>
                  <a:lnTo>
                    <a:pt x="128540" y="6151551"/>
                  </a:lnTo>
                  <a:lnTo>
                    <a:pt x="128540" y="6151121"/>
                  </a:lnTo>
                  <a:lnTo>
                    <a:pt x="128698" y="6151121"/>
                  </a:lnTo>
                  <a:lnTo>
                    <a:pt x="128698" y="6150690"/>
                  </a:lnTo>
                  <a:lnTo>
                    <a:pt x="128855" y="6150690"/>
                  </a:lnTo>
                  <a:lnTo>
                    <a:pt x="128855" y="6150259"/>
                  </a:lnTo>
                  <a:lnTo>
                    <a:pt x="129013" y="6150259"/>
                  </a:lnTo>
                  <a:lnTo>
                    <a:pt x="129171" y="6150259"/>
                  </a:lnTo>
                  <a:lnTo>
                    <a:pt x="129328" y="6150259"/>
                  </a:lnTo>
                  <a:lnTo>
                    <a:pt x="129328" y="6149829"/>
                  </a:lnTo>
                  <a:lnTo>
                    <a:pt x="129328" y="6149398"/>
                  </a:lnTo>
                  <a:lnTo>
                    <a:pt x="129328" y="6148968"/>
                  </a:lnTo>
                  <a:lnTo>
                    <a:pt x="129486" y="6148968"/>
                  </a:lnTo>
                  <a:lnTo>
                    <a:pt x="129486" y="6148537"/>
                  </a:lnTo>
                  <a:lnTo>
                    <a:pt x="129644" y="6148537"/>
                  </a:lnTo>
                  <a:lnTo>
                    <a:pt x="129644" y="6148106"/>
                  </a:lnTo>
                  <a:lnTo>
                    <a:pt x="129802" y="6148106"/>
                  </a:lnTo>
                  <a:lnTo>
                    <a:pt x="129959" y="6148106"/>
                  </a:lnTo>
                  <a:lnTo>
                    <a:pt x="129959" y="6147676"/>
                  </a:lnTo>
                  <a:lnTo>
                    <a:pt x="130117" y="6147676"/>
                  </a:lnTo>
                  <a:lnTo>
                    <a:pt x="130275" y="6147676"/>
                  </a:lnTo>
                  <a:lnTo>
                    <a:pt x="130275" y="6147245"/>
                  </a:lnTo>
                  <a:lnTo>
                    <a:pt x="130433" y="6147245"/>
                  </a:lnTo>
                  <a:lnTo>
                    <a:pt x="130590" y="6147245"/>
                  </a:lnTo>
                  <a:lnTo>
                    <a:pt x="130748" y="6147245"/>
                  </a:lnTo>
                  <a:lnTo>
                    <a:pt x="130906" y="6147245"/>
                  </a:lnTo>
                  <a:lnTo>
                    <a:pt x="131063" y="6147245"/>
                  </a:lnTo>
                  <a:lnTo>
                    <a:pt x="131221" y="6147245"/>
                  </a:lnTo>
                  <a:lnTo>
                    <a:pt x="131379" y="6147245"/>
                  </a:lnTo>
                  <a:lnTo>
                    <a:pt x="131379" y="6146815"/>
                  </a:lnTo>
                  <a:lnTo>
                    <a:pt x="131537" y="6146815"/>
                  </a:lnTo>
                  <a:lnTo>
                    <a:pt x="131537" y="6146384"/>
                  </a:lnTo>
                  <a:lnTo>
                    <a:pt x="131537" y="6145953"/>
                  </a:lnTo>
                  <a:lnTo>
                    <a:pt x="131537" y="6145523"/>
                  </a:lnTo>
                  <a:lnTo>
                    <a:pt x="131694" y="6145523"/>
                  </a:lnTo>
                  <a:lnTo>
                    <a:pt x="131852" y="6145523"/>
                  </a:lnTo>
                  <a:lnTo>
                    <a:pt x="132010" y="6145523"/>
                  </a:lnTo>
                  <a:lnTo>
                    <a:pt x="132167" y="6145523"/>
                  </a:lnTo>
                  <a:lnTo>
                    <a:pt x="132167" y="6145092"/>
                  </a:lnTo>
                  <a:lnTo>
                    <a:pt x="132325" y="6145092"/>
                  </a:lnTo>
                  <a:lnTo>
                    <a:pt x="132483" y="6145092"/>
                  </a:lnTo>
                  <a:lnTo>
                    <a:pt x="132483" y="6144662"/>
                  </a:lnTo>
                  <a:lnTo>
                    <a:pt x="132641" y="6144662"/>
                  </a:lnTo>
                  <a:lnTo>
                    <a:pt x="132798" y="6144662"/>
                  </a:lnTo>
                  <a:lnTo>
                    <a:pt x="132798" y="6144231"/>
                  </a:lnTo>
                  <a:lnTo>
                    <a:pt x="132956" y="6144231"/>
                  </a:lnTo>
                  <a:lnTo>
                    <a:pt x="133114" y="6144231"/>
                  </a:lnTo>
                  <a:lnTo>
                    <a:pt x="133114" y="6143800"/>
                  </a:lnTo>
                  <a:lnTo>
                    <a:pt x="133271" y="6143800"/>
                  </a:lnTo>
                  <a:lnTo>
                    <a:pt x="133429" y="6143800"/>
                  </a:lnTo>
                  <a:lnTo>
                    <a:pt x="133587" y="6143800"/>
                  </a:lnTo>
                  <a:lnTo>
                    <a:pt x="133587" y="6143370"/>
                  </a:lnTo>
                  <a:lnTo>
                    <a:pt x="133745" y="6143370"/>
                  </a:lnTo>
                  <a:lnTo>
                    <a:pt x="133745" y="6142939"/>
                  </a:lnTo>
                  <a:lnTo>
                    <a:pt x="133902" y="6142939"/>
                  </a:lnTo>
                  <a:lnTo>
                    <a:pt x="134060" y="6142939"/>
                  </a:lnTo>
                  <a:lnTo>
                    <a:pt x="134218" y="6142939"/>
                  </a:lnTo>
                  <a:lnTo>
                    <a:pt x="134375" y="6142939"/>
                  </a:lnTo>
                  <a:lnTo>
                    <a:pt x="134533" y="6142939"/>
                  </a:lnTo>
                  <a:lnTo>
                    <a:pt x="134533" y="6142509"/>
                  </a:lnTo>
                  <a:lnTo>
                    <a:pt x="134533" y="6142078"/>
                  </a:lnTo>
                  <a:lnTo>
                    <a:pt x="134691" y="6142078"/>
                  </a:lnTo>
                  <a:lnTo>
                    <a:pt x="134849" y="6142078"/>
                  </a:lnTo>
                  <a:lnTo>
                    <a:pt x="135006" y="6142078"/>
                  </a:lnTo>
                  <a:lnTo>
                    <a:pt x="135164" y="6142078"/>
                  </a:lnTo>
                  <a:lnTo>
                    <a:pt x="135164" y="6141647"/>
                  </a:lnTo>
                  <a:lnTo>
                    <a:pt x="135164" y="6141217"/>
                  </a:lnTo>
                  <a:lnTo>
                    <a:pt x="135164" y="6140786"/>
                  </a:lnTo>
                  <a:lnTo>
                    <a:pt x="135164" y="6140356"/>
                  </a:lnTo>
                  <a:lnTo>
                    <a:pt x="135164" y="6139925"/>
                  </a:lnTo>
                  <a:lnTo>
                    <a:pt x="135164" y="6139494"/>
                  </a:lnTo>
                  <a:lnTo>
                    <a:pt x="135164" y="6139064"/>
                  </a:lnTo>
                  <a:lnTo>
                    <a:pt x="135322" y="6139064"/>
                  </a:lnTo>
                  <a:lnTo>
                    <a:pt x="135480" y="6139064"/>
                  </a:lnTo>
                  <a:lnTo>
                    <a:pt x="135637" y="6139064"/>
                  </a:lnTo>
                  <a:lnTo>
                    <a:pt x="135637" y="6138633"/>
                  </a:lnTo>
                  <a:lnTo>
                    <a:pt x="135795" y="6138633"/>
                  </a:lnTo>
                  <a:lnTo>
                    <a:pt x="135953" y="6138633"/>
                  </a:lnTo>
                  <a:lnTo>
                    <a:pt x="136110" y="6138633"/>
                  </a:lnTo>
                  <a:lnTo>
                    <a:pt x="136268" y="6138633"/>
                  </a:lnTo>
                  <a:lnTo>
                    <a:pt x="136268" y="6138203"/>
                  </a:lnTo>
                  <a:lnTo>
                    <a:pt x="136426" y="6138203"/>
                  </a:lnTo>
                  <a:lnTo>
                    <a:pt x="136426" y="6137772"/>
                  </a:lnTo>
                  <a:lnTo>
                    <a:pt x="136426" y="6137341"/>
                  </a:lnTo>
                  <a:lnTo>
                    <a:pt x="136426" y="6136911"/>
                  </a:lnTo>
                  <a:lnTo>
                    <a:pt x="136584" y="6136911"/>
                  </a:lnTo>
                  <a:lnTo>
                    <a:pt x="136741" y="6136911"/>
                  </a:lnTo>
                  <a:lnTo>
                    <a:pt x="136899" y="6136911"/>
                  </a:lnTo>
                  <a:lnTo>
                    <a:pt x="137057" y="6136911"/>
                  </a:lnTo>
                  <a:lnTo>
                    <a:pt x="137214" y="6136911"/>
                  </a:lnTo>
                  <a:lnTo>
                    <a:pt x="137372" y="6136911"/>
                  </a:lnTo>
                  <a:lnTo>
                    <a:pt x="137372" y="6136480"/>
                  </a:lnTo>
                  <a:lnTo>
                    <a:pt x="137530" y="6136480"/>
                  </a:lnTo>
                  <a:lnTo>
                    <a:pt x="137688" y="6136480"/>
                  </a:lnTo>
                  <a:lnTo>
                    <a:pt x="137845" y="6136480"/>
                  </a:lnTo>
                  <a:lnTo>
                    <a:pt x="137845" y="6136050"/>
                  </a:lnTo>
                  <a:lnTo>
                    <a:pt x="138003" y="6136050"/>
                  </a:lnTo>
                  <a:lnTo>
                    <a:pt x="138161" y="6136050"/>
                  </a:lnTo>
                  <a:lnTo>
                    <a:pt x="138161" y="6135619"/>
                  </a:lnTo>
                  <a:lnTo>
                    <a:pt x="138318" y="6135619"/>
                  </a:lnTo>
                  <a:lnTo>
                    <a:pt x="138476" y="6135619"/>
                  </a:lnTo>
                  <a:lnTo>
                    <a:pt x="138476" y="6135188"/>
                  </a:lnTo>
                  <a:lnTo>
                    <a:pt x="138476" y="6134758"/>
                  </a:lnTo>
                  <a:lnTo>
                    <a:pt x="138476" y="6134327"/>
                  </a:lnTo>
                  <a:lnTo>
                    <a:pt x="138634" y="6134327"/>
                  </a:lnTo>
                  <a:lnTo>
                    <a:pt x="138792" y="6134327"/>
                  </a:lnTo>
                  <a:lnTo>
                    <a:pt x="138792" y="6133897"/>
                  </a:lnTo>
                  <a:lnTo>
                    <a:pt x="138949" y="6133897"/>
                  </a:lnTo>
                  <a:lnTo>
                    <a:pt x="139107" y="6133897"/>
                  </a:lnTo>
                  <a:lnTo>
                    <a:pt x="139265" y="6133897"/>
                  </a:lnTo>
                  <a:lnTo>
                    <a:pt x="139422" y="6133897"/>
                  </a:lnTo>
                  <a:lnTo>
                    <a:pt x="139580" y="6133897"/>
                  </a:lnTo>
                  <a:lnTo>
                    <a:pt x="139580" y="6133466"/>
                  </a:lnTo>
                  <a:lnTo>
                    <a:pt x="139738" y="6133466"/>
                  </a:lnTo>
                  <a:lnTo>
                    <a:pt x="139896" y="6133466"/>
                  </a:lnTo>
                  <a:lnTo>
                    <a:pt x="140053" y="6133466"/>
                  </a:lnTo>
                  <a:lnTo>
                    <a:pt x="140053" y="6133035"/>
                  </a:lnTo>
                  <a:lnTo>
                    <a:pt x="140211" y="6133035"/>
                  </a:lnTo>
                  <a:lnTo>
                    <a:pt x="140211" y="6132605"/>
                  </a:lnTo>
                  <a:lnTo>
                    <a:pt x="140369" y="6132605"/>
                  </a:lnTo>
                  <a:lnTo>
                    <a:pt x="140526" y="6132605"/>
                  </a:lnTo>
                  <a:lnTo>
                    <a:pt x="140684" y="6132605"/>
                  </a:lnTo>
                  <a:lnTo>
                    <a:pt x="140684" y="6132174"/>
                  </a:lnTo>
                  <a:lnTo>
                    <a:pt x="140842" y="6132174"/>
                  </a:lnTo>
                  <a:lnTo>
                    <a:pt x="140842" y="6131744"/>
                  </a:lnTo>
                  <a:lnTo>
                    <a:pt x="140842" y="6131313"/>
                  </a:lnTo>
                  <a:lnTo>
                    <a:pt x="140842" y="6130882"/>
                  </a:lnTo>
                  <a:lnTo>
                    <a:pt x="140842" y="6130452"/>
                  </a:lnTo>
                  <a:lnTo>
                    <a:pt x="141000" y="6130452"/>
                  </a:lnTo>
                  <a:lnTo>
                    <a:pt x="141157" y="6130452"/>
                  </a:lnTo>
                  <a:lnTo>
                    <a:pt x="141157" y="6130021"/>
                  </a:lnTo>
                  <a:lnTo>
                    <a:pt x="141315" y="6130021"/>
                  </a:lnTo>
                  <a:lnTo>
                    <a:pt x="141315" y="6129591"/>
                  </a:lnTo>
                  <a:lnTo>
                    <a:pt x="141315" y="6129160"/>
                  </a:lnTo>
                  <a:lnTo>
                    <a:pt x="141473" y="6129160"/>
                  </a:lnTo>
                  <a:lnTo>
                    <a:pt x="141631" y="6129160"/>
                  </a:lnTo>
                  <a:lnTo>
                    <a:pt x="141788" y="6129160"/>
                  </a:lnTo>
                  <a:lnTo>
                    <a:pt x="141788" y="6128729"/>
                  </a:lnTo>
                  <a:lnTo>
                    <a:pt x="141946" y="6128729"/>
                  </a:lnTo>
                  <a:lnTo>
                    <a:pt x="142104" y="6128729"/>
                  </a:lnTo>
                  <a:lnTo>
                    <a:pt x="142261" y="6128729"/>
                  </a:lnTo>
                  <a:lnTo>
                    <a:pt x="142261" y="6128299"/>
                  </a:lnTo>
                  <a:lnTo>
                    <a:pt x="142261" y="6127868"/>
                  </a:lnTo>
                  <a:lnTo>
                    <a:pt x="142419" y="6127868"/>
                  </a:lnTo>
                  <a:lnTo>
                    <a:pt x="142419" y="6127438"/>
                  </a:lnTo>
                  <a:lnTo>
                    <a:pt x="142577" y="6127438"/>
                  </a:lnTo>
                  <a:lnTo>
                    <a:pt x="142735" y="6127438"/>
                  </a:lnTo>
                  <a:lnTo>
                    <a:pt x="142735" y="6127007"/>
                  </a:lnTo>
                  <a:lnTo>
                    <a:pt x="142735" y="6126576"/>
                  </a:lnTo>
                  <a:lnTo>
                    <a:pt x="142735" y="6126146"/>
                  </a:lnTo>
                  <a:lnTo>
                    <a:pt x="142892" y="6126146"/>
                  </a:lnTo>
                  <a:lnTo>
                    <a:pt x="142892" y="6125715"/>
                  </a:lnTo>
                  <a:lnTo>
                    <a:pt x="143050" y="6125715"/>
                  </a:lnTo>
                  <a:lnTo>
                    <a:pt x="143208" y="6125715"/>
                  </a:lnTo>
                  <a:lnTo>
                    <a:pt x="143365" y="6125715"/>
                  </a:lnTo>
                  <a:lnTo>
                    <a:pt x="143523" y="6125715"/>
                  </a:lnTo>
                  <a:lnTo>
                    <a:pt x="143523" y="6125285"/>
                  </a:lnTo>
                  <a:lnTo>
                    <a:pt x="143681" y="6125285"/>
                  </a:lnTo>
                  <a:lnTo>
                    <a:pt x="143839" y="6125285"/>
                  </a:lnTo>
                  <a:lnTo>
                    <a:pt x="143996" y="6125285"/>
                  </a:lnTo>
                  <a:lnTo>
                    <a:pt x="144154" y="6125285"/>
                  </a:lnTo>
                  <a:lnTo>
                    <a:pt x="144154" y="6124854"/>
                  </a:lnTo>
                  <a:lnTo>
                    <a:pt x="144312" y="6124854"/>
                  </a:lnTo>
                  <a:lnTo>
                    <a:pt x="144469" y="6124854"/>
                  </a:lnTo>
                  <a:lnTo>
                    <a:pt x="144627" y="6124854"/>
                  </a:lnTo>
                  <a:lnTo>
                    <a:pt x="144627" y="6124423"/>
                  </a:lnTo>
                  <a:lnTo>
                    <a:pt x="144627" y="6123993"/>
                  </a:lnTo>
                  <a:lnTo>
                    <a:pt x="144627" y="6123562"/>
                  </a:lnTo>
                  <a:lnTo>
                    <a:pt x="144785" y="6123562"/>
                  </a:lnTo>
                  <a:lnTo>
                    <a:pt x="144943" y="6123562"/>
                  </a:lnTo>
                  <a:lnTo>
                    <a:pt x="145100" y="6123562"/>
                  </a:lnTo>
                  <a:lnTo>
                    <a:pt x="145258" y="6123562"/>
                  </a:lnTo>
                  <a:lnTo>
                    <a:pt x="145416" y="6123562"/>
                  </a:lnTo>
                  <a:lnTo>
                    <a:pt x="145573" y="6123562"/>
                  </a:lnTo>
                  <a:lnTo>
                    <a:pt x="145573" y="6123132"/>
                  </a:lnTo>
                  <a:lnTo>
                    <a:pt x="145731" y="6123132"/>
                  </a:lnTo>
                  <a:lnTo>
                    <a:pt x="145889" y="6123132"/>
                  </a:lnTo>
                  <a:lnTo>
                    <a:pt x="146047" y="6123132"/>
                  </a:lnTo>
                  <a:lnTo>
                    <a:pt x="146204" y="6123132"/>
                  </a:lnTo>
                  <a:lnTo>
                    <a:pt x="146204" y="6122701"/>
                  </a:lnTo>
                  <a:lnTo>
                    <a:pt x="146362" y="6122701"/>
                  </a:lnTo>
                  <a:lnTo>
                    <a:pt x="146362" y="6122270"/>
                  </a:lnTo>
                  <a:lnTo>
                    <a:pt x="146362" y="6121840"/>
                  </a:lnTo>
                  <a:lnTo>
                    <a:pt x="146520" y="6121840"/>
                  </a:lnTo>
                  <a:lnTo>
                    <a:pt x="146677" y="6121840"/>
                  </a:lnTo>
                  <a:lnTo>
                    <a:pt x="146835" y="6121840"/>
                  </a:lnTo>
                  <a:lnTo>
                    <a:pt x="146993" y="6121840"/>
                  </a:lnTo>
                  <a:lnTo>
                    <a:pt x="146993" y="6121409"/>
                  </a:lnTo>
                  <a:lnTo>
                    <a:pt x="147151" y="6121409"/>
                  </a:lnTo>
                  <a:lnTo>
                    <a:pt x="147151" y="6120979"/>
                  </a:lnTo>
                  <a:lnTo>
                    <a:pt x="147308" y="6120979"/>
                  </a:lnTo>
                  <a:lnTo>
                    <a:pt x="147466" y="6120979"/>
                  </a:lnTo>
                  <a:lnTo>
                    <a:pt x="147624" y="6120979"/>
                  </a:lnTo>
                  <a:lnTo>
                    <a:pt x="147782" y="6120979"/>
                  </a:lnTo>
                  <a:lnTo>
                    <a:pt x="147782" y="6120548"/>
                  </a:lnTo>
                  <a:lnTo>
                    <a:pt x="147939" y="6120548"/>
                  </a:lnTo>
                  <a:lnTo>
                    <a:pt x="148097" y="6120548"/>
                  </a:lnTo>
                  <a:lnTo>
                    <a:pt x="148255" y="6120548"/>
                  </a:lnTo>
                  <a:lnTo>
                    <a:pt x="148255" y="6120117"/>
                  </a:lnTo>
                  <a:lnTo>
                    <a:pt x="148412" y="6120117"/>
                  </a:lnTo>
                  <a:lnTo>
                    <a:pt x="148412" y="6119687"/>
                  </a:lnTo>
                  <a:lnTo>
                    <a:pt x="148570" y="6119687"/>
                  </a:lnTo>
                  <a:lnTo>
                    <a:pt x="148728" y="6119687"/>
                  </a:lnTo>
                  <a:lnTo>
                    <a:pt x="148728" y="6119256"/>
                  </a:lnTo>
                  <a:lnTo>
                    <a:pt x="148886" y="6119256"/>
                  </a:lnTo>
                  <a:lnTo>
                    <a:pt x="149043" y="6119256"/>
                  </a:lnTo>
                  <a:lnTo>
                    <a:pt x="149043" y="6118826"/>
                  </a:lnTo>
                  <a:lnTo>
                    <a:pt x="149043" y="6118395"/>
                  </a:lnTo>
                  <a:lnTo>
                    <a:pt x="149201" y="6118395"/>
                  </a:lnTo>
                  <a:lnTo>
                    <a:pt x="149359" y="6118395"/>
                  </a:lnTo>
                  <a:lnTo>
                    <a:pt x="149516" y="6118395"/>
                  </a:lnTo>
                  <a:lnTo>
                    <a:pt x="149516" y="6117964"/>
                  </a:lnTo>
                  <a:lnTo>
                    <a:pt x="149516" y="6117534"/>
                  </a:lnTo>
                  <a:lnTo>
                    <a:pt x="149516" y="6117103"/>
                  </a:lnTo>
                  <a:lnTo>
                    <a:pt x="149516" y="6116673"/>
                  </a:lnTo>
                  <a:lnTo>
                    <a:pt x="149516" y="6116242"/>
                  </a:lnTo>
                  <a:lnTo>
                    <a:pt x="149674" y="6116242"/>
                  </a:lnTo>
                  <a:lnTo>
                    <a:pt x="149832" y="6116242"/>
                  </a:lnTo>
                  <a:lnTo>
                    <a:pt x="149990" y="6116242"/>
                  </a:lnTo>
                  <a:lnTo>
                    <a:pt x="150147" y="6116242"/>
                  </a:lnTo>
                  <a:lnTo>
                    <a:pt x="150305" y="6116242"/>
                  </a:lnTo>
                  <a:lnTo>
                    <a:pt x="150463" y="6116242"/>
                  </a:lnTo>
                  <a:lnTo>
                    <a:pt x="150463" y="6115811"/>
                  </a:lnTo>
                  <a:lnTo>
                    <a:pt x="150463" y="6115381"/>
                  </a:lnTo>
                  <a:lnTo>
                    <a:pt x="150463" y="6114950"/>
                  </a:lnTo>
                  <a:lnTo>
                    <a:pt x="150620" y="6114950"/>
                  </a:lnTo>
                  <a:lnTo>
                    <a:pt x="150620" y="6114520"/>
                  </a:lnTo>
                  <a:lnTo>
                    <a:pt x="150778" y="6114520"/>
                  </a:lnTo>
                  <a:lnTo>
                    <a:pt x="150936" y="6114520"/>
                  </a:lnTo>
                  <a:lnTo>
                    <a:pt x="151094" y="6114520"/>
                  </a:lnTo>
                  <a:lnTo>
                    <a:pt x="151251" y="6114520"/>
                  </a:lnTo>
                  <a:lnTo>
                    <a:pt x="151409" y="6114520"/>
                  </a:lnTo>
                  <a:lnTo>
                    <a:pt x="151567" y="6114520"/>
                  </a:lnTo>
                  <a:lnTo>
                    <a:pt x="151724" y="6114520"/>
                  </a:lnTo>
                  <a:lnTo>
                    <a:pt x="151882" y="6114520"/>
                  </a:lnTo>
                  <a:lnTo>
                    <a:pt x="152040" y="6114520"/>
                  </a:lnTo>
                  <a:lnTo>
                    <a:pt x="152040" y="6114089"/>
                  </a:lnTo>
                  <a:lnTo>
                    <a:pt x="152198" y="6114089"/>
                  </a:lnTo>
                  <a:lnTo>
                    <a:pt x="152355" y="6114089"/>
                  </a:lnTo>
                  <a:lnTo>
                    <a:pt x="152513" y="6114089"/>
                  </a:lnTo>
                  <a:lnTo>
                    <a:pt x="152513" y="6113658"/>
                  </a:lnTo>
                  <a:lnTo>
                    <a:pt x="152513" y="6113228"/>
                  </a:lnTo>
                  <a:lnTo>
                    <a:pt x="152671" y="6113228"/>
                  </a:lnTo>
                  <a:lnTo>
                    <a:pt x="152671" y="6112797"/>
                  </a:lnTo>
                  <a:lnTo>
                    <a:pt x="152829" y="6112797"/>
                  </a:lnTo>
                  <a:lnTo>
                    <a:pt x="152986" y="6112797"/>
                  </a:lnTo>
                  <a:lnTo>
                    <a:pt x="152986" y="6112367"/>
                  </a:lnTo>
                  <a:lnTo>
                    <a:pt x="152986" y="6111936"/>
                  </a:lnTo>
                  <a:lnTo>
                    <a:pt x="153144" y="6111936"/>
                  </a:lnTo>
                  <a:lnTo>
                    <a:pt x="153302" y="6111936"/>
                  </a:lnTo>
                  <a:lnTo>
                    <a:pt x="153459" y="6111936"/>
                  </a:lnTo>
                  <a:lnTo>
                    <a:pt x="153617" y="6111936"/>
                  </a:lnTo>
                  <a:lnTo>
                    <a:pt x="153775" y="6111936"/>
                  </a:lnTo>
                  <a:lnTo>
                    <a:pt x="153933" y="6111936"/>
                  </a:lnTo>
                  <a:lnTo>
                    <a:pt x="154090" y="6111936"/>
                  </a:lnTo>
                  <a:lnTo>
                    <a:pt x="154248" y="6111936"/>
                  </a:lnTo>
                  <a:lnTo>
                    <a:pt x="154248" y="6111505"/>
                  </a:lnTo>
                  <a:lnTo>
                    <a:pt x="154406" y="6111505"/>
                  </a:lnTo>
                  <a:lnTo>
                    <a:pt x="154406" y="6111075"/>
                  </a:lnTo>
                  <a:lnTo>
                    <a:pt x="154563" y="6111075"/>
                  </a:lnTo>
                  <a:lnTo>
                    <a:pt x="154721" y="6111075"/>
                  </a:lnTo>
                  <a:lnTo>
                    <a:pt x="154721" y="6110644"/>
                  </a:lnTo>
                  <a:lnTo>
                    <a:pt x="154721" y="6110214"/>
                  </a:lnTo>
                  <a:lnTo>
                    <a:pt x="154721" y="6109783"/>
                  </a:lnTo>
                  <a:lnTo>
                    <a:pt x="154721" y="6109352"/>
                  </a:lnTo>
                  <a:lnTo>
                    <a:pt x="154879" y="6109352"/>
                  </a:lnTo>
                  <a:lnTo>
                    <a:pt x="155037" y="6109352"/>
                  </a:lnTo>
                  <a:lnTo>
                    <a:pt x="155037" y="6108922"/>
                  </a:lnTo>
                  <a:lnTo>
                    <a:pt x="155194" y="6108922"/>
                  </a:lnTo>
                  <a:lnTo>
                    <a:pt x="155352" y="6108922"/>
                  </a:lnTo>
                  <a:lnTo>
                    <a:pt x="155510" y="6108922"/>
                  </a:lnTo>
                  <a:lnTo>
                    <a:pt x="155510" y="6108491"/>
                  </a:lnTo>
                  <a:lnTo>
                    <a:pt x="155510" y="6108061"/>
                  </a:lnTo>
                  <a:lnTo>
                    <a:pt x="155510" y="6107630"/>
                  </a:lnTo>
                  <a:lnTo>
                    <a:pt x="155667" y="6107630"/>
                  </a:lnTo>
                  <a:lnTo>
                    <a:pt x="155825" y="6107630"/>
                  </a:lnTo>
                  <a:lnTo>
                    <a:pt x="155825" y="6107199"/>
                  </a:lnTo>
                  <a:lnTo>
                    <a:pt x="155825" y="6106769"/>
                  </a:lnTo>
                  <a:lnTo>
                    <a:pt x="155983" y="6106769"/>
                  </a:lnTo>
                  <a:lnTo>
                    <a:pt x="155983" y="6106338"/>
                  </a:lnTo>
                  <a:lnTo>
                    <a:pt x="155983" y="6105908"/>
                  </a:lnTo>
                  <a:lnTo>
                    <a:pt x="155983" y="6105477"/>
                  </a:lnTo>
                  <a:lnTo>
                    <a:pt x="156141" y="6105477"/>
                  </a:lnTo>
                  <a:lnTo>
                    <a:pt x="156298" y="6105477"/>
                  </a:lnTo>
                  <a:lnTo>
                    <a:pt x="156298" y="6105046"/>
                  </a:lnTo>
                  <a:lnTo>
                    <a:pt x="156456" y="6105046"/>
                  </a:lnTo>
                  <a:lnTo>
                    <a:pt x="156614" y="6105046"/>
                  </a:lnTo>
                  <a:lnTo>
                    <a:pt x="156614" y="6104616"/>
                  </a:lnTo>
                  <a:lnTo>
                    <a:pt x="156771" y="6104616"/>
                  </a:lnTo>
                  <a:lnTo>
                    <a:pt x="156771" y="6104185"/>
                  </a:lnTo>
                  <a:lnTo>
                    <a:pt x="156929" y="6104185"/>
                  </a:lnTo>
                  <a:lnTo>
                    <a:pt x="157087" y="6104185"/>
                  </a:lnTo>
                  <a:lnTo>
                    <a:pt x="157245" y="6104185"/>
                  </a:lnTo>
                  <a:lnTo>
                    <a:pt x="157402" y="6104185"/>
                  </a:lnTo>
                  <a:lnTo>
                    <a:pt x="157560" y="6104185"/>
                  </a:lnTo>
                  <a:lnTo>
                    <a:pt x="157560" y="6103755"/>
                  </a:lnTo>
                  <a:lnTo>
                    <a:pt x="157560" y="6103324"/>
                  </a:lnTo>
                  <a:lnTo>
                    <a:pt x="157718" y="6103324"/>
                  </a:lnTo>
                  <a:lnTo>
                    <a:pt x="157718" y="6102893"/>
                  </a:lnTo>
                  <a:lnTo>
                    <a:pt x="157718" y="6102463"/>
                  </a:lnTo>
                  <a:lnTo>
                    <a:pt x="157875" y="6102463"/>
                  </a:lnTo>
                  <a:lnTo>
                    <a:pt x="158033" y="6102463"/>
                  </a:lnTo>
                  <a:lnTo>
                    <a:pt x="158191" y="6102463"/>
                  </a:lnTo>
                  <a:lnTo>
                    <a:pt x="158349" y="6102463"/>
                  </a:lnTo>
                  <a:lnTo>
                    <a:pt x="158506" y="6102463"/>
                  </a:lnTo>
                  <a:lnTo>
                    <a:pt x="158506" y="6102032"/>
                  </a:lnTo>
                  <a:lnTo>
                    <a:pt x="158664" y="6102032"/>
                  </a:lnTo>
                  <a:lnTo>
                    <a:pt x="158822" y="6102032"/>
                  </a:lnTo>
                  <a:lnTo>
                    <a:pt x="158822" y="6101602"/>
                  </a:lnTo>
                  <a:lnTo>
                    <a:pt x="158822" y="6101171"/>
                  </a:lnTo>
                  <a:lnTo>
                    <a:pt x="158980" y="6101171"/>
                  </a:lnTo>
                  <a:lnTo>
                    <a:pt x="159137" y="6101171"/>
                  </a:lnTo>
                  <a:lnTo>
                    <a:pt x="159295" y="6101171"/>
                  </a:lnTo>
                  <a:lnTo>
                    <a:pt x="159453" y="6101171"/>
                  </a:lnTo>
                  <a:lnTo>
                    <a:pt x="159610" y="6101171"/>
                  </a:lnTo>
                  <a:lnTo>
                    <a:pt x="159768" y="6101171"/>
                  </a:lnTo>
                  <a:lnTo>
                    <a:pt x="159926" y="6101171"/>
                  </a:lnTo>
                  <a:lnTo>
                    <a:pt x="160084" y="6101171"/>
                  </a:lnTo>
                  <a:lnTo>
                    <a:pt x="160084" y="6100740"/>
                  </a:lnTo>
                  <a:lnTo>
                    <a:pt x="160241" y="6100740"/>
                  </a:lnTo>
                  <a:lnTo>
                    <a:pt x="160241" y="6100310"/>
                  </a:lnTo>
                  <a:lnTo>
                    <a:pt x="160241" y="6099879"/>
                  </a:lnTo>
                  <a:lnTo>
                    <a:pt x="160241" y="6099449"/>
                  </a:lnTo>
                  <a:lnTo>
                    <a:pt x="160399" y="6099449"/>
                  </a:lnTo>
                  <a:lnTo>
                    <a:pt x="160399" y="6099018"/>
                  </a:lnTo>
                  <a:lnTo>
                    <a:pt x="160557" y="6099018"/>
                  </a:lnTo>
                  <a:lnTo>
                    <a:pt x="160557" y="6098587"/>
                  </a:lnTo>
                  <a:lnTo>
                    <a:pt x="160714" y="6098587"/>
                  </a:lnTo>
                  <a:lnTo>
                    <a:pt x="160872" y="6098587"/>
                  </a:lnTo>
                  <a:lnTo>
                    <a:pt x="161030" y="6098587"/>
                  </a:lnTo>
                  <a:lnTo>
                    <a:pt x="161188" y="6098587"/>
                  </a:lnTo>
                  <a:lnTo>
                    <a:pt x="161345" y="6098587"/>
                  </a:lnTo>
                  <a:lnTo>
                    <a:pt x="161503" y="6098587"/>
                  </a:lnTo>
                  <a:lnTo>
                    <a:pt x="161661" y="6098587"/>
                  </a:lnTo>
                  <a:lnTo>
                    <a:pt x="161661" y="6098157"/>
                  </a:lnTo>
                  <a:lnTo>
                    <a:pt x="161661" y="6097726"/>
                  </a:lnTo>
                  <a:lnTo>
                    <a:pt x="161818" y="6097726"/>
                  </a:lnTo>
                  <a:lnTo>
                    <a:pt x="161976" y="6097726"/>
                  </a:lnTo>
                  <a:lnTo>
                    <a:pt x="162134" y="6097726"/>
                  </a:lnTo>
                  <a:lnTo>
                    <a:pt x="162134" y="6097296"/>
                  </a:lnTo>
                  <a:lnTo>
                    <a:pt x="162292" y="6097296"/>
                  </a:lnTo>
                  <a:lnTo>
                    <a:pt x="162292" y="6096865"/>
                  </a:lnTo>
                  <a:lnTo>
                    <a:pt x="162292" y="6096434"/>
                  </a:lnTo>
                  <a:lnTo>
                    <a:pt x="162449" y="6096434"/>
                  </a:lnTo>
                  <a:lnTo>
                    <a:pt x="162607" y="6096434"/>
                  </a:lnTo>
                  <a:lnTo>
                    <a:pt x="162765" y="6096434"/>
                  </a:lnTo>
                  <a:lnTo>
                    <a:pt x="162922" y="6096434"/>
                  </a:lnTo>
                  <a:lnTo>
                    <a:pt x="163080" y="6096434"/>
                  </a:lnTo>
                  <a:lnTo>
                    <a:pt x="163238" y="6096434"/>
                  </a:lnTo>
                  <a:lnTo>
                    <a:pt x="163396" y="6096434"/>
                  </a:lnTo>
                  <a:lnTo>
                    <a:pt x="163396" y="6096004"/>
                  </a:lnTo>
                  <a:lnTo>
                    <a:pt x="163396" y="6095573"/>
                  </a:lnTo>
                  <a:lnTo>
                    <a:pt x="163396" y="6095143"/>
                  </a:lnTo>
                  <a:lnTo>
                    <a:pt x="163396" y="6094712"/>
                  </a:lnTo>
                  <a:lnTo>
                    <a:pt x="163396" y="6094281"/>
                  </a:lnTo>
                  <a:lnTo>
                    <a:pt x="163553" y="6094281"/>
                  </a:lnTo>
                  <a:lnTo>
                    <a:pt x="163553" y="6093851"/>
                  </a:lnTo>
                  <a:lnTo>
                    <a:pt x="163711" y="6093851"/>
                  </a:lnTo>
                  <a:lnTo>
                    <a:pt x="163711" y="6093420"/>
                  </a:lnTo>
                  <a:lnTo>
                    <a:pt x="163869" y="6093420"/>
                  </a:lnTo>
                  <a:lnTo>
                    <a:pt x="164027" y="6093420"/>
                  </a:lnTo>
                  <a:lnTo>
                    <a:pt x="164184" y="6093420"/>
                  </a:lnTo>
                  <a:lnTo>
                    <a:pt x="164342" y="6093420"/>
                  </a:lnTo>
                  <a:lnTo>
                    <a:pt x="164500" y="6093420"/>
                  </a:lnTo>
                  <a:lnTo>
                    <a:pt x="164500" y="6092990"/>
                  </a:lnTo>
                  <a:lnTo>
                    <a:pt x="164657" y="6092990"/>
                  </a:lnTo>
                  <a:lnTo>
                    <a:pt x="164657" y="6092559"/>
                  </a:lnTo>
                  <a:lnTo>
                    <a:pt x="164657" y="6092128"/>
                  </a:lnTo>
                  <a:lnTo>
                    <a:pt x="164657" y="6091698"/>
                  </a:lnTo>
                  <a:lnTo>
                    <a:pt x="164815" y="6091698"/>
                  </a:lnTo>
                  <a:lnTo>
                    <a:pt x="164973" y="6091698"/>
                  </a:lnTo>
                  <a:lnTo>
                    <a:pt x="165131" y="6091698"/>
                  </a:lnTo>
                  <a:lnTo>
                    <a:pt x="165288" y="6091698"/>
                  </a:lnTo>
                  <a:lnTo>
                    <a:pt x="165288" y="6091267"/>
                  </a:lnTo>
                  <a:lnTo>
                    <a:pt x="165446" y="6091267"/>
                  </a:lnTo>
                  <a:lnTo>
                    <a:pt x="165604" y="6091267"/>
                  </a:lnTo>
                  <a:lnTo>
                    <a:pt x="165761" y="6091267"/>
                  </a:lnTo>
                  <a:lnTo>
                    <a:pt x="165761" y="6090837"/>
                  </a:lnTo>
                  <a:lnTo>
                    <a:pt x="165761" y="6090406"/>
                  </a:lnTo>
                  <a:lnTo>
                    <a:pt x="165761" y="6089975"/>
                  </a:lnTo>
                  <a:lnTo>
                    <a:pt x="165761" y="6089545"/>
                  </a:lnTo>
                  <a:lnTo>
                    <a:pt x="165761" y="6089114"/>
                  </a:lnTo>
                  <a:lnTo>
                    <a:pt x="165919" y="6089114"/>
                  </a:lnTo>
                  <a:lnTo>
                    <a:pt x="165919" y="6088684"/>
                  </a:lnTo>
                  <a:lnTo>
                    <a:pt x="165919" y="6088253"/>
                  </a:lnTo>
                  <a:lnTo>
                    <a:pt x="165919" y="6087822"/>
                  </a:lnTo>
                  <a:lnTo>
                    <a:pt x="166077" y="6087822"/>
                  </a:lnTo>
                  <a:lnTo>
                    <a:pt x="166235" y="6087822"/>
                  </a:lnTo>
                  <a:lnTo>
                    <a:pt x="166392" y="6087822"/>
                  </a:lnTo>
                  <a:lnTo>
                    <a:pt x="166392" y="6087392"/>
                  </a:lnTo>
                  <a:lnTo>
                    <a:pt x="166392" y="6086961"/>
                  </a:lnTo>
                  <a:lnTo>
                    <a:pt x="166550" y="6086961"/>
                  </a:lnTo>
                  <a:lnTo>
                    <a:pt x="166708" y="6086961"/>
                  </a:lnTo>
                  <a:lnTo>
                    <a:pt x="166865" y="6086961"/>
                  </a:lnTo>
                  <a:lnTo>
                    <a:pt x="167023" y="6086961"/>
                  </a:lnTo>
                  <a:lnTo>
                    <a:pt x="167181" y="6086961"/>
                  </a:lnTo>
                  <a:lnTo>
                    <a:pt x="167181" y="6086531"/>
                  </a:lnTo>
                  <a:lnTo>
                    <a:pt x="167339" y="6086531"/>
                  </a:lnTo>
                  <a:lnTo>
                    <a:pt x="167496" y="6086531"/>
                  </a:lnTo>
                  <a:lnTo>
                    <a:pt x="167654" y="6086531"/>
                  </a:lnTo>
                  <a:lnTo>
                    <a:pt x="167654" y="6086100"/>
                  </a:lnTo>
                  <a:lnTo>
                    <a:pt x="167654" y="6085669"/>
                  </a:lnTo>
                  <a:lnTo>
                    <a:pt x="167812" y="6085669"/>
                  </a:lnTo>
                  <a:lnTo>
                    <a:pt x="167812" y="6085239"/>
                  </a:lnTo>
                  <a:lnTo>
                    <a:pt x="167812" y="6084808"/>
                  </a:lnTo>
                  <a:lnTo>
                    <a:pt x="167969" y="6084808"/>
                  </a:lnTo>
                  <a:lnTo>
                    <a:pt x="167969" y="6084378"/>
                  </a:lnTo>
                  <a:lnTo>
                    <a:pt x="167969" y="6083947"/>
                  </a:lnTo>
                  <a:lnTo>
                    <a:pt x="167969" y="6083516"/>
                  </a:lnTo>
                  <a:lnTo>
                    <a:pt x="168127" y="6083516"/>
                  </a:lnTo>
                  <a:lnTo>
                    <a:pt x="168285" y="6083516"/>
                  </a:lnTo>
                  <a:lnTo>
                    <a:pt x="168285" y="6083086"/>
                  </a:lnTo>
                  <a:lnTo>
                    <a:pt x="168443" y="6083086"/>
                  </a:lnTo>
                  <a:lnTo>
                    <a:pt x="168443" y="6082655"/>
                  </a:lnTo>
                  <a:lnTo>
                    <a:pt x="168600" y="6082655"/>
                  </a:lnTo>
                  <a:lnTo>
                    <a:pt x="168600" y="6082225"/>
                  </a:lnTo>
                  <a:lnTo>
                    <a:pt x="168600" y="6081794"/>
                  </a:lnTo>
                  <a:lnTo>
                    <a:pt x="168758" y="6081794"/>
                  </a:lnTo>
                  <a:lnTo>
                    <a:pt x="168758" y="6081363"/>
                  </a:lnTo>
                  <a:lnTo>
                    <a:pt x="168916" y="6081363"/>
                  </a:lnTo>
                  <a:lnTo>
                    <a:pt x="168916" y="6080933"/>
                  </a:lnTo>
                  <a:lnTo>
                    <a:pt x="169073" y="6080933"/>
                  </a:lnTo>
                  <a:lnTo>
                    <a:pt x="169231" y="6080933"/>
                  </a:lnTo>
                  <a:lnTo>
                    <a:pt x="169231" y="6080502"/>
                  </a:lnTo>
                  <a:lnTo>
                    <a:pt x="169389" y="6080502"/>
                  </a:lnTo>
                  <a:lnTo>
                    <a:pt x="169389" y="6080072"/>
                  </a:lnTo>
                  <a:lnTo>
                    <a:pt x="169547" y="6080072"/>
                  </a:lnTo>
                  <a:lnTo>
                    <a:pt x="169704" y="6080072"/>
                  </a:lnTo>
                  <a:lnTo>
                    <a:pt x="169862" y="6080072"/>
                  </a:lnTo>
                  <a:lnTo>
                    <a:pt x="170020" y="6080072"/>
                  </a:lnTo>
                  <a:lnTo>
                    <a:pt x="170178" y="6080072"/>
                  </a:lnTo>
                  <a:lnTo>
                    <a:pt x="170335" y="6080072"/>
                  </a:lnTo>
                  <a:lnTo>
                    <a:pt x="170335" y="6079641"/>
                  </a:lnTo>
                  <a:lnTo>
                    <a:pt x="170493" y="6079641"/>
                  </a:lnTo>
                  <a:lnTo>
                    <a:pt x="170651" y="6079641"/>
                  </a:lnTo>
                  <a:lnTo>
                    <a:pt x="170651" y="6079210"/>
                  </a:lnTo>
                  <a:lnTo>
                    <a:pt x="170651" y="6078780"/>
                  </a:lnTo>
                  <a:lnTo>
                    <a:pt x="170808" y="6078780"/>
                  </a:lnTo>
                  <a:lnTo>
                    <a:pt x="170966" y="6078780"/>
                  </a:lnTo>
                  <a:lnTo>
                    <a:pt x="170966" y="6078349"/>
                  </a:lnTo>
                  <a:lnTo>
                    <a:pt x="171124" y="6078349"/>
                  </a:lnTo>
                  <a:lnTo>
                    <a:pt x="171124" y="6077919"/>
                  </a:lnTo>
                  <a:lnTo>
                    <a:pt x="171282" y="6077919"/>
                  </a:lnTo>
                  <a:lnTo>
                    <a:pt x="171439" y="6077919"/>
                  </a:lnTo>
                  <a:lnTo>
                    <a:pt x="171597" y="6077919"/>
                  </a:lnTo>
                  <a:lnTo>
                    <a:pt x="171755" y="6077919"/>
                  </a:lnTo>
                  <a:lnTo>
                    <a:pt x="171912" y="6077919"/>
                  </a:lnTo>
                  <a:lnTo>
                    <a:pt x="171912" y="6077488"/>
                  </a:lnTo>
                  <a:lnTo>
                    <a:pt x="171912" y="6077057"/>
                  </a:lnTo>
                  <a:lnTo>
                    <a:pt x="172070" y="6077057"/>
                  </a:lnTo>
                  <a:lnTo>
                    <a:pt x="172070" y="6076627"/>
                  </a:lnTo>
                  <a:lnTo>
                    <a:pt x="172228" y="6076627"/>
                  </a:lnTo>
                  <a:lnTo>
                    <a:pt x="172386" y="6076627"/>
                  </a:lnTo>
                  <a:lnTo>
                    <a:pt x="172386" y="6076196"/>
                  </a:lnTo>
                  <a:lnTo>
                    <a:pt x="172386" y="6075766"/>
                  </a:lnTo>
                  <a:lnTo>
                    <a:pt x="172543" y="6075766"/>
                  </a:lnTo>
                  <a:lnTo>
                    <a:pt x="172543" y="6075335"/>
                  </a:lnTo>
                  <a:lnTo>
                    <a:pt x="172543" y="6074904"/>
                  </a:lnTo>
                  <a:lnTo>
                    <a:pt x="172701" y="6074904"/>
                  </a:lnTo>
                  <a:lnTo>
                    <a:pt x="172701" y="6074474"/>
                  </a:lnTo>
                  <a:lnTo>
                    <a:pt x="172701" y="6074043"/>
                  </a:lnTo>
                  <a:lnTo>
                    <a:pt x="172859" y="6074043"/>
                  </a:lnTo>
                  <a:lnTo>
                    <a:pt x="173016" y="6074043"/>
                  </a:lnTo>
                  <a:lnTo>
                    <a:pt x="173174" y="6074043"/>
                  </a:lnTo>
                  <a:lnTo>
                    <a:pt x="173332" y="6074043"/>
                  </a:lnTo>
                  <a:lnTo>
                    <a:pt x="173490" y="6074043"/>
                  </a:lnTo>
                  <a:lnTo>
                    <a:pt x="173647" y="6074043"/>
                  </a:lnTo>
                  <a:lnTo>
                    <a:pt x="173647" y="6073613"/>
                  </a:lnTo>
                  <a:lnTo>
                    <a:pt x="173647" y="6073182"/>
                  </a:lnTo>
                  <a:lnTo>
                    <a:pt x="173805" y="6073182"/>
                  </a:lnTo>
                  <a:lnTo>
                    <a:pt x="173805" y="6072751"/>
                  </a:lnTo>
                  <a:lnTo>
                    <a:pt x="173805" y="6072321"/>
                  </a:lnTo>
                  <a:lnTo>
                    <a:pt x="173805" y="6071890"/>
                  </a:lnTo>
                  <a:lnTo>
                    <a:pt x="173963" y="6071890"/>
                  </a:lnTo>
                  <a:lnTo>
                    <a:pt x="173963" y="6071460"/>
                  </a:lnTo>
                  <a:lnTo>
                    <a:pt x="173963" y="6071029"/>
                  </a:lnTo>
                  <a:lnTo>
                    <a:pt x="173963" y="6070598"/>
                  </a:lnTo>
                  <a:lnTo>
                    <a:pt x="174120" y="6070598"/>
                  </a:lnTo>
                  <a:lnTo>
                    <a:pt x="174278" y="6070598"/>
                  </a:lnTo>
                  <a:lnTo>
                    <a:pt x="174436" y="6070598"/>
                  </a:lnTo>
                  <a:lnTo>
                    <a:pt x="174436" y="6070168"/>
                  </a:lnTo>
                  <a:lnTo>
                    <a:pt x="174594" y="6070168"/>
                  </a:lnTo>
                  <a:lnTo>
                    <a:pt x="174594" y="6069737"/>
                  </a:lnTo>
                  <a:lnTo>
                    <a:pt x="174594" y="6069307"/>
                  </a:lnTo>
                  <a:lnTo>
                    <a:pt x="174751" y="6069307"/>
                  </a:lnTo>
                  <a:lnTo>
                    <a:pt x="174751" y="6068876"/>
                  </a:lnTo>
                  <a:lnTo>
                    <a:pt x="174909" y="6068876"/>
                  </a:lnTo>
                  <a:lnTo>
                    <a:pt x="174909" y="6068445"/>
                  </a:lnTo>
                  <a:lnTo>
                    <a:pt x="175067" y="6068445"/>
                  </a:lnTo>
                  <a:lnTo>
                    <a:pt x="175225" y="6068445"/>
                  </a:lnTo>
                  <a:lnTo>
                    <a:pt x="175225" y="6068015"/>
                  </a:lnTo>
                  <a:lnTo>
                    <a:pt x="175382" y="6068015"/>
                  </a:lnTo>
                  <a:lnTo>
                    <a:pt x="175540" y="6068015"/>
                  </a:lnTo>
                  <a:lnTo>
                    <a:pt x="175698" y="6068015"/>
                  </a:lnTo>
                  <a:lnTo>
                    <a:pt x="175698" y="6067584"/>
                  </a:lnTo>
                  <a:lnTo>
                    <a:pt x="175855" y="6067584"/>
                  </a:lnTo>
                  <a:lnTo>
                    <a:pt x="176013" y="6067584"/>
                  </a:lnTo>
                  <a:lnTo>
                    <a:pt x="176171" y="6067584"/>
                  </a:lnTo>
                  <a:lnTo>
                    <a:pt x="176329" y="6067584"/>
                  </a:lnTo>
                  <a:lnTo>
                    <a:pt x="176486" y="6067584"/>
                  </a:lnTo>
                  <a:lnTo>
                    <a:pt x="176644" y="6067584"/>
                  </a:lnTo>
                  <a:lnTo>
                    <a:pt x="176644" y="6067154"/>
                  </a:lnTo>
                  <a:lnTo>
                    <a:pt x="176802" y="6067154"/>
                  </a:lnTo>
                  <a:lnTo>
                    <a:pt x="176959" y="6067154"/>
                  </a:lnTo>
                  <a:lnTo>
                    <a:pt x="177117" y="6067154"/>
                  </a:lnTo>
                  <a:lnTo>
                    <a:pt x="177275" y="6067154"/>
                  </a:lnTo>
                  <a:lnTo>
                    <a:pt x="177433" y="6067154"/>
                  </a:lnTo>
                  <a:lnTo>
                    <a:pt x="177433" y="6066723"/>
                  </a:lnTo>
                  <a:lnTo>
                    <a:pt x="177590" y="6066723"/>
                  </a:lnTo>
                  <a:lnTo>
                    <a:pt x="177748" y="6066723"/>
                  </a:lnTo>
                  <a:lnTo>
                    <a:pt x="177906" y="6066723"/>
                  </a:lnTo>
                  <a:lnTo>
                    <a:pt x="177906" y="6066292"/>
                  </a:lnTo>
                  <a:lnTo>
                    <a:pt x="177906" y="6065862"/>
                  </a:lnTo>
                  <a:lnTo>
                    <a:pt x="178063" y="6065862"/>
                  </a:lnTo>
                  <a:lnTo>
                    <a:pt x="178063" y="6065431"/>
                  </a:lnTo>
                  <a:lnTo>
                    <a:pt x="178221" y="6065431"/>
                  </a:lnTo>
                  <a:lnTo>
                    <a:pt x="178221" y="6065001"/>
                  </a:lnTo>
                  <a:lnTo>
                    <a:pt x="178379" y="6065001"/>
                  </a:lnTo>
                  <a:lnTo>
                    <a:pt x="178379" y="6064570"/>
                  </a:lnTo>
                  <a:lnTo>
                    <a:pt x="178379" y="6064139"/>
                  </a:lnTo>
                  <a:lnTo>
                    <a:pt x="178379" y="6063709"/>
                  </a:lnTo>
                  <a:lnTo>
                    <a:pt x="178379" y="6063278"/>
                  </a:lnTo>
                  <a:lnTo>
                    <a:pt x="178537" y="6063278"/>
                  </a:lnTo>
                  <a:lnTo>
                    <a:pt x="178694" y="6063278"/>
                  </a:lnTo>
                  <a:lnTo>
                    <a:pt x="178852" y="6063278"/>
                  </a:lnTo>
                  <a:lnTo>
                    <a:pt x="179010" y="6063278"/>
                  </a:lnTo>
                  <a:lnTo>
                    <a:pt x="179010" y="6062848"/>
                  </a:lnTo>
                  <a:lnTo>
                    <a:pt x="179167" y="6062848"/>
                  </a:lnTo>
                  <a:lnTo>
                    <a:pt x="179325" y="6062848"/>
                  </a:lnTo>
                  <a:lnTo>
                    <a:pt x="179483" y="6062848"/>
                  </a:lnTo>
                  <a:lnTo>
                    <a:pt x="179641" y="6062848"/>
                  </a:lnTo>
                  <a:lnTo>
                    <a:pt x="179641" y="6062417"/>
                  </a:lnTo>
                  <a:lnTo>
                    <a:pt x="179798" y="6062417"/>
                  </a:lnTo>
                  <a:lnTo>
                    <a:pt x="179956" y="6062417"/>
                  </a:lnTo>
                  <a:lnTo>
                    <a:pt x="180114" y="6062417"/>
                  </a:lnTo>
                  <a:lnTo>
                    <a:pt x="180271" y="6062417"/>
                  </a:lnTo>
                  <a:lnTo>
                    <a:pt x="180271" y="6061986"/>
                  </a:lnTo>
                  <a:lnTo>
                    <a:pt x="180429" y="6061986"/>
                  </a:lnTo>
                  <a:lnTo>
                    <a:pt x="180429" y="6061556"/>
                  </a:lnTo>
                  <a:lnTo>
                    <a:pt x="180587" y="6061556"/>
                  </a:lnTo>
                  <a:lnTo>
                    <a:pt x="180587" y="6061125"/>
                  </a:lnTo>
                  <a:lnTo>
                    <a:pt x="180587" y="6060695"/>
                  </a:lnTo>
                  <a:lnTo>
                    <a:pt x="180745" y="6060695"/>
                  </a:lnTo>
                  <a:lnTo>
                    <a:pt x="180745" y="6060264"/>
                  </a:lnTo>
                  <a:lnTo>
                    <a:pt x="180902" y="6060264"/>
                  </a:lnTo>
                  <a:lnTo>
                    <a:pt x="180902" y="6059833"/>
                  </a:lnTo>
                  <a:lnTo>
                    <a:pt x="181060" y="6059833"/>
                  </a:lnTo>
                  <a:lnTo>
                    <a:pt x="181218" y="6059833"/>
                  </a:lnTo>
                  <a:lnTo>
                    <a:pt x="181376" y="6059833"/>
                  </a:lnTo>
                  <a:lnTo>
                    <a:pt x="181533" y="6059833"/>
                  </a:lnTo>
                  <a:lnTo>
                    <a:pt x="181691" y="6059833"/>
                  </a:lnTo>
                  <a:lnTo>
                    <a:pt x="181849" y="6059833"/>
                  </a:lnTo>
                  <a:lnTo>
                    <a:pt x="182006" y="6059833"/>
                  </a:lnTo>
                  <a:lnTo>
                    <a:pt x="182164" y="6059833"/>
                  </a:lnTo>
                  <a:lnTo>
                    <a:pt x="182322" y="6059833"/>
                  </a:lnTo>
                  <a:lnTo>
                    <a:pt x="182480" y="6059833"/>
                  </a:lnTo>
                  <a:lnTo>
                    <a:pt x="182480" y="6059403"/>
                  </a:lnTo>
                  <a:lnTo>
                    <a:pt x="182637" y="6059403"/>
                  </a:lnTo>
                  <a:lnTo>
                    <a:pt x="182795" y="6059403"/>
                  </a:lnTo>
                  <a:lnTo>
                    <a:pt x="182795" y="6058972"/>
                  </a:lnTo>
                  <a:lnTo>
                    <a:pt x="182953" y="6058972"/>
                  </a:lnTo>
                  <a:lnTo>
                    <a:pt x="182953" y="6058542"/>
                  </a:lnTo>
                  <a:lnTo>
                    <a:pt x="182953" y="6058111"/>
                  </a:lnTo>
                  <a:lnTo>
                    <a:pt x="183110" y="6058111"/>
                  </a:lnTo>
                  <a:lnTo>
                    <a:pt x="183268" y="6058111"/>
                  </a:lnTo>
                  <a:lnTo>
                    <a:pt x="183268" y="6057680"/>
                  </a:lnTo>
                  <a:lnTo>
                    <a:pt x="183426" y="6057680"/>
                  </a:lnTo>
                  <a:lnTo>
                    <a:pt x="183584" y="6057680"/>
                  </a:lnTo>
                  <a:lnTo>
                    <a:pt x="183741" y="6057680"/>
                  </a:lnTo>
                  <a:lnTo>
                    <a:pt x="183899" y="6057680"/>
                  </a:lnTo>
                  <a:lnTo>
                    <a:pt x="183899" y="6057250"/>
                  </a:lnTo>
                  <a:lnTo>
                    <a:pt x="184057" y="6057250"/>
                  </a:lnTo>
                  <a:lnTo>
                    <a:pt x="184214" y="6057250"/>
                  </a:lnTo>
                  <a:lnTo>
                    <a:pt x="184214" y="6056819"/>
                  </a:lnTo>
                  <a:lnTo>
                    <a:pt x="184214" y="6056389"/>
                  </a:lnTo>
                  <a:lnTo>
                    <a:pt x="184372" y="6056389"/>
                  </a:lnTo>
                  <a:lnTo>
                    <a:pt x="184372" y="6055958"/>
                  </a:lnTo>
                  <a:lnTo>
                    <a:pt x="184530" y="6055958"/>
                  </a:lnTo>
                  <a:lnTo>
                    <a:pt x="184530" y="6055527"/>
                  </a:lnTo>
                  <a:lnTo>
                    <a:pt x="184688" y="6055527"/>
                  </a:lnTo>
                  <a:lnTo>
                    <a:pt x="184845" y="6055527"/>
                  </a:lnTo>
                  <a:lnTo>
                    <a:pt x="185003" y="6055527"/>
                  </a:lnTo>
                  <a:lnTo>
                    <a:pt x="185161" y="6055527"/>
                  </a:lnTo>
                  <a:lnTo>
                    <a:pt x="185318" y="6055527"/>
                  </a:lnTo>
                  <a:lnTo>
                    <a:pt x="185476" y="6055527"/>
                  </a:lnTo>
                  <a:lnTo>
                    <a:pt x="185476" y="6055097"/>
                  </a:lnTo>
                  <a:lnTo>
                    <a:pt x="185634" y="6055097"/>
                  </a:lnTo>
                  <a:lnTo>
                    <a:pt x="185792" y="6055097"/>
                  </a:lnTo>
                  <a:lnTo>
                    <a:pt x="185792" y="6054666"/>
                  </a:lnTo>
                  <a:lnTo>
                    <a:pt x="185949" y="6054666"/>
                  </a:lnTo>
                  <a:lnTo>
                    <a:pt x="185949" y="6054236"/>
                  </a:lnTo>
                  <a:lnTo>
                    <a:pt x="185949" y="6053805"/>
                  </a:lnTo>
                  <a:lnTo>
                    <a:pt x="186107" y="6053805"/>
                  </a:lnTo>
                  <a:lnTo>
                    <a:pt x="186265" y="6053805"/>
                  </a:lnTo>
                  <a:lnTo>
                    <a:pt x="186265" y="6053374"/>
                  </a:lnTo>
                  <a:lnTo>
                    <a:pt x="186423" y="6053374"/>
                  </a:lnTo>
                  <a:lnTo>
                    <a:pt x="186423" y="6052944"/>
                  </a:lnTo>
                  <a:lnTo>
                    <a:pt x="186580" y="6052944"/>
                  </a:lnTo>
                  <a:lnTo>
                    <a:pt x="186738" y="6052944"/>
                  </a:lnTo>
                  <a:lnTo>
                    <a:pt x="186896" y="6052944"/>
                  </a:lnTo>
                  <a:lnTo>
                    <a:pt x="187053" y="6052944"/>
                  </a:lnTo>
                  <a:lnTo>
                    <a:pt x="187211" y="6052944"/>
                  </a:lnTo>
                  <a:lnTo>
                    <a:pt x="187369" y="6052944"/>
                  </a:lnTo>
                  <a:lnTo>
                    <a:pt x="187369" y="6052513"/>
                  </a:lnTo>
                  <a:lnTo>
                    <a:pt x="187527" y="6052513"/>
                  </a:lnTo>
                  <a:lnTo>
                    <a:pt x="187684" y="6052513"/>
                  </a:lnTo>
                  <a:lnTo>
                    <a:pt x="187684" y="6052083"/>
                  </a:lnTo>
                  <a:lnTo>
                    <a:pt x="187842" y="6052083"/>
                  </a:lnTo>
                  <a:lnTo>
                    <a:pt x="188000" y="6052083"/>
                  </a:lnTo>
                  <a:lnTo>
                    <a:pt x="188157" y="6052083"/>
                  </a:lnTo>
                  <a:lnTo>
                    <a:pt x="188157" y="6051652"/>
                  </a:lnTo>
                  <a:lnTo>
                    <a:pt x="188315" y="6051652"/>
                  </a:lnTo>
                  <a:lnTo>
                    <a:pt x="188473" y="6051652"/>
                  </a:lnTo>
                  <a:lnTo>
                    <a:pt x="188473" y="6051221"/>
                  </a:lnTo>
                  <a:lnTo>
                    <a:pt x="188631" y="6051221"/>
                  </a:lnTo>
                  <a:lnTo>
                    <a:pt x="188788" y="6051221"/>
                  </a:lnTo>
                  <a:lnTo>
                    <a:pt x="188946" y="6051221"/>
                  </a:lnTo>
                  <a:lnTo>
                    <a:pt x="188946" y="6050791"/>
                  </a:lnTo>
                  <a:lnTo>
                    <a:pt x="189104" y="6050791"/>
                  </a:lnTo>
                  <a:lnTo>
                    <a:pt x="189261" y="6050791"/>
                  </a:lnTo>
                  <a:lnTo>
                    <a:pt x="189261" y="6050360"/>
                  </a:lnTo>
                  <a:lnTo>
                    <a:pt x="189419" y="6050360"/>
                  </a:lnTo>
                  <a:lnTo>
                    <a:pt x="189577" y="6050360"/>
                  </a:lnTo>
                  <a:lnTo>
                    <a:pt x="189577" y="6049930"/>
                  </a:lnTo>
                  <a:lnTo>
                    <a:pt x="189735" y="6049930"/>
                  </a:lnTo>
                  <a:lnTo>
                    <a:pt x="189735" y="6049499"/>
                  </a:lnTo>
                  <a:lnTo>
                    <a:pt x="189892" y="6049499"/>
                  </a:lnTo>
                  <a:lnTo>
                    <a:pt x="189892" y="6049068"/>
                  </a:lnTo>
                  <a:lnTo>
                    <a:pt x="190050" y="6049068"/>
                  </a:lnTo>
                  <a:lnTo>
                    <a:pt x="190208" y="6049068"/>
                  </a:lnTo>
                  <a:lnTo>
                    <a:pt x="190365" y="6049068"/>
                  </a:lnTo>
                  <a:lnTo>
                    <a:pt x="190365" y="6048638"/>
                  </a:lnTo>
                  <a:lnTo>
                    <a:pt x="190365" y="6048207"/>
                  </a:lnTo>
                  <a:lnTo>
                    <a:pt x="190523" y="6048207"/>
                  </a:lnTo>
                  <a:lnTo>
                    <a:pt x="190681" y="6048207"/>
                  </a:lnTo>
                  <a:lnTo>
                    <a:pt x="190681" y="6047777"/>
                  </a:lnTo>
                  <a:lnTo>
                    <a:pt x="190681" y="6047346"/>
                  </a:lnTo>
                  <a:lnTo>
                    <a:pt x="190681" y="6046915"/>
                  </a:lnTo>
                  <a:lnTo>
                    <a:pt x="190681" y="6046485"/>
                  </a:lnTo>
                  <a:lnTo>
                    <a:pt x="190839" y="6046485"/>
                  </a:lnTo>
                  <a:lnTo>
                    <a:pt x="190996" y="6046485"/>
                  </a:lnTo>
                  <a:lnTo>
                    <a:pt x="191154" y="6046485"/>
                  </a:lnTo>
                  <a:lnTo>
                    <a:pt x="191154" y="6046054"/>
                  </a:lnTo>
                  <a:lnTo>
                    <a:pt x="191154" y="6045624"/>
                  </a:lnTo>
                  <a:lnTo>
                    <a:pt x="191154" y="6045193"/>
                  </a:lnTo>
                  <a:lnTo>
                    <a:pt x="191312" y="6045193"/>
                  </a:lnTo>
                  <a:lnTo>
                    <a:pt x="191469" y="6045193"/>
                  </a:lnTo>
                  <a:lnTo>
                    <a:pt x="191627" y="6045193"/>
                  </a:lnTo>
                  <a:lnTo>
                    <a:pt x="191785" y="6045193"/>
                  </a:lnTo>
                  <a:lnTo>
                    <a:pt x="191943" y="6045193"/>
                  </a:lnTo>
                  <a:lnTo>
                    <a:pt x="191943" y="6044762"/>
                  </a:lnTo>
                  <a:lnTo>
                    <a:pt x="192100" y="6044762"/>
                  </a:lnTo>
                  <a:lnTo>
                    <a:pt x="192258" y="6044762"/>
                  </a:lnTo>
                  <a:lnTo>
                    <a:pt x="192416" y="6044762"/>
                  </a:lnTo>
                  <a:lnTo>
                    <a:pt x="192574" y="6044762"/>
                  </a:lnTo>
                  <a:lnTo>
                    <a:pt x="192731" y="6044762"/>
                  </a:lnTo>
                  <a:lnTo>
                    <a:pt x="192731" y="6044332"/>
                  </a:lnTo>
                  <a:lnTo>
                    <a:pt x="192731" y="6043901"/>
                  </a:lnTo>
                  <a:lnTo>
                    <a:pt x="192731" y="6043471"/>
                  </a:lnTo>
                  <a:lnTo>
                    <a:pt x="192731" y="6043040"/>
                  </a:lnTo>
                  <a:lnTo>
                    <a:pt x="192889" y="6043040"/>
                  </a:lnTo>
                  <a:lnTo>
                    <a:pt x="193047" y="6043040"/>
                  </a:lnTo>
                  <a:lnTo>
                    <a:pt x="193204" y="6043040"/>
                  </a:lnTo>
                  <a:lnTo>
                    <a:pt x="193362" y="6043040"/>
                  </a:lnTo>
                  <a:lnTo>
                    <a:pt x="193362" y="6042609"/>
                  </a:lnTo>
                  <a:lnTo>
                    <a:pt x="193520" y="6042609"/>
                  </a:lnTo>
                  <a:lnTo>
                    <a:pt x="193678" y="6042609"/>
                  </a:lnTo>
                  <a:lnTo>
                    <a:pt x="193835" y="6042609"/>
                  </a:lnTo>
                  <a:lnTo>
                    <a:pt x="193993" y="6042609"/>
                  </a:lnTo>
                  <a:lnTo>
                    <a:pt x="193993" y="6042179"/>
                  </a:lnTo>
                  <a:lnTo>
                    <a:pt x="194151" y="6042179"/>
                  </a:lnTo>
                  <a:lnTo>
                    <a:pt x="194308" y="6042179"/>
                  </a:lnTo>
                  <a:lnTo>
                    <a:pt x="194466" y="6042179"/>
                  </a:lnTo>
                  <a:lnTo>
                    <a:pt x="194624" y="6042179"/>
                  </a:lnTo>
                  <a:lnTo>
                    <a:pt x="194782" y="6042179"/>
                  </a:lnTo>
                  <a:lnTo>
                    <a:pt x="194939" y="6042179"/>
                  </a:lnTo>
                  <a:lnTo>
                    <a:pt x="195097" y="6042179"/>
                  </a:lnTo>
                  <a:lnTo>
                    <a:pt x="195255" y="6042179"/>
                  </a:lnTo>
                  <a:lnTo>
                    <a:pt x="195412" y="6042179"/>
                  </a:lnTo>
                  <a:lnTo>
                    <a:pt x="195570" y="6042179"/>
                  </a:lnTo>
                  <a:lnTo>
                    <a:pt x="195570" y="6041748"/>
                  </a:lnTo>
                  <a:lnTo>
                    <a:pt x="195728" y="6041748"/>
                  </a:lnTo>
                  <a:lnTo>
                    <a:pt x="195886" y="6041748"/>
                  </a:lnTo>
                  <a:lnTo>
                    <a:pt x="196043" y="6041748"/>
                  </a:lnTo>
                  <a:lnTo>
                    <a:pt x="196043" y="6041318"/>
                  </a:lnTo>
                  <a:lnTo>
                    <a:pt x="196201" y="6041318"/>
                  </a:lnTo>
                  <a:lnTo>
                    <a:pt x="196359" y="6041318"/>
                  </a:lnTo>
                  <a:lnTo>
                    <a:pt x="196516" y="6041318"/>
                  </a:lnTo>
                  <a:lnTo>
                    <a:pt x="196674" y="6041318"/>
                  </a:lnTo>
                  <a:lnTo>
                    <a:pt x="196674" y="6040887"/>
                  </a:lnTo>
                  <a:lnTo>
                    <a:pt x="196832" y="6040887"/>
                  </a:lnTo>
                  <a:lnTo>
                    <a:pt x="196832" y="6040456"/>
                  </a:lnTo>
                  <a:lnTo>
                    <a:pt x="196832" y="6040026"/>
                  </a:lnTo>
                  <a:lnTo>
                    <a:pt x="196990" y="6040026"/>
                  </a:lnTo>
                  <a:lnTo>
                    <a:pt x="197147" y="6040026"/>
                  </a:lnTo>
                  <a:lnTo>
                    <a:pt x="197305" y="6040026"/>
                  </a:lnTo>
                  <a:lnTo>
                    <a:pt x="197305" y="6039595"/>
                  </a:lnTo>
                  <a:lnTo>
                    <a:pt x="197463" y="6039595"/>
                  </a:lnTo>
                  <a:lnTo>
                    <a:pt x="197621" y="6039595"/>
                  </a:lnTo>
                  <a:lnTo>
                    <a:pt x="197621" y="6039165"/>
                  </a:lnTo>
                  <a:lnTo>
                    <a:pt x="197778" y="6039165"/>
                  </a:lnTo>
                  <a:lnTo>
                    <a:pt x="197778" y="6038734"/>
                  </a:lnTo>
                  <a:lnTo>
                    <a:pt x="197778" y="6038303"/>
                  </a:lnTo>
                  <a:lnTo>
                    <a:pt x="197936" y="6038303"/>
                  </a:lnTo>
                  <a:lnTo>
                    <a:pt x="198094" y="6038303"/>
                  </a:lnTo>
                  <a:lnTo>
                    <a:pt x="198094" y="6037873"/>
                  </a:lnTo>
                  <a:lnTo>
                    <a:pt x="198251" y="6037873"/>
                  </a:lnTo>
                  <a:lnTo>
                    <a:pt x="198409" y="6037873"/>
                  </a:lnTo>
                  <a:lnTo>
                    <a:pt x="198567" y="6037873"/>
                  </a:lnTo>
                  <a:lnTo>
                    <a:pt x="198725" y="6037873"/>
                  </a:lnTo>
                  <a:lnTo>
                    <a:pt x="198882" y="6037873"/>
                  </a:lnTo>
                  <a:lnTo>
                    <a:pt x="199040" y="6037873"/>
                  </a:lnTo>
                  <a:lnTo>
                    <a:pt x="199198" y="6037873"/>
                  </a:lnTo>
                  <a:lnTo>
                    <a:pt x="199198" y="6037442"/>
                  </a:lnTo>
                  <a:lnTo>
                    <a:pt x="199198" y="6037012"/>
                  </a:lnTo>
                  <a:lnTo>
                    <a:pt x="199355" y="6037012"/>
                  </a:lnTo>
                  <a:lnTo>
                    <a:pt x="199355" y="6036581"/>
                  </a:lnTo>
                  <a:lnTo>
                    <a:pt x="199513" y="6036581"/>
                  </a:lnTo>
                  <a:lnTo>
                    <a:pt x="199671" y="6036581"/>
                  </a:lnTo>
                  <a:lnTo>
                    <a:pt x="199829" y="6036581"/>
                  </a:lnTo>
                  <a:lnTo>
                    <a:pt x="199829" y="6036150"/>
                  </a:lnTo>
                  <a:lnTo>
                    <a:pt x="199986" y="6036150"/>
                  </a:lnTo>
                  <a:lnTo>
                    <a:pt x="200144" y="6036150"/>
                  </a:lnTo>
                  <a:lnTo>
                    <a:pt x="200302" y="6036150"/>
                  </a:lnTo>
                  <a:lnTo>
                    <a:pt x="200302" y="6035720"/>
                  </a:lnTo>
                  <a:lnTo>
                    <a:pt x="200459" y="6035720"/>
                  </a:lnTo>
                  <a:lnTo>
                    <a:pt x="200617" y="6035720"/>
                  </a:lnTo>
                  <a:lnTo>
                    <a:pt x="200775" y="6035720"/>
                  </a:lnTo>
                  <a:lnTo>
                    <a:pt x="200933" y="6035720"/>
                  </a:lnTo>
                  <a:lnTo>
                    <a:pt x="200933" y="6035289"/>
                  </a:lnTo>
                  <a:lnTo>
                    <a:pt x="201090" y="6035289"/>
                  </a:lnTo>
                  <a:lnTo>
                    <a:pt x="201090" y="6034859"/>
                  </a:lnTo>
                  <a:lnTo>
                    <a:pt x="201248" y="6034859"/>
                  </a:lnTo>
                  <a:lnTo>
                    <a:pt x="201406" y="6034859"/>
                  </a:lnTo>
                  <a:lnTo>
                    <a:pt x="201406" y="6034428"/>
                  </a:lnTo>
                  <a:lnTo>
                    <a:pt x="201563" y="6034428"/>
                  </a:lnTo>
                  <a:lnTo>
                    <a:pt x="201721" y="6034428"/>
                  </a:lnTo>
                  <a:lnTo>
                    <a:pt x="201879" y="6034428"/>
                  </a:lnTo>
                  <a:lnTo>
                    <a:pt x="202037" y="6034428"/>
                  </a:lnTo>
                  <a:lnTo>
                    <a:pt x="202194" y="6034428"/>
                  </a:lnTo>
                  <a:lnTo>
                    <a:pt x="202352" y="6034428"/>
                  </a:lnTo>
                  <a:lnTo>
                    <a:pt x="202510" y="6034428"/>
                  </a:lnTo>
                  <a:lnTo>
                    <a:pt x="202667" y="6034428"/>
                  </a:lnTo>
                  <a:lnTo>
                    <a:pt x="202667" y="6033997"/>
                  </a:lnTo>
                  <a:lnTo>
                    <a:pt x="202825" y="6033997"/>
                  </a:lnTo>
                  <a:lnTo>
                    <a:pt x="202983" y="6033997"/>
                  </a:lnTo>
                  <a:lnTo>
                    <a:pt x="202983" y="6033567"/>
                  </a:lnTo>
                  <a:lnTo>
                    <a:pt x="203141" y="6033567"/>
                  </a:lnTo>
                  <a:lnTo>
                    <a:pt x="203298" y="6033567"/>
                  </a:lnTo>
                  <a:lnTo>
                    <a:pt x="203456" y="6033567"/>
                  </a:lnTo>
                  <a:lnTo>
                    <a:pt x="203614" y="6033567"/>
                  </a:lnTo>
                  <a:lnTo>
                    <a:pt x="203614" y="6033136"/>
                  </a:lnTo>
                  <a:lnTo>
                    <a:pt x="203772" y="6033136"/>
                  </a:lnTo>
                  <a:lnTo>
                    <a:pt x="203929" y="6033136"/>
                  </a:lnTo>
                  <a:lnTo>
                    <a:pt x="203929" y="6032706"/>
                  </a:lnTo>
                  <a:lnTo>
                    <a:pt x="203929" y="6032275"/>
                  </a:lnTo>
                  <a:lnTo>
                    <a:pt x="203929" y="6031844"/>
                  </a:lnTo>
                  <a:lnTo>
                    <a:pt x="204087" y="6031844"/>
                  </a:lnTo>
                  <a:lnTo>
                    <a:pt x="204245" y="6031844"/>
                  </a:lnTo>
                  <a:lnTo>
                    <a:pt x="204402" y="6031844"/>
                  </a:lnTo>
                  <a:lnTo>
                    <a:pt x="204402" y="6031414"/>
                  </a:lnTo>
                  <a:lnTo>
                    <a:pt x="204560" y="6031414"/>
                  </a:lnTo>
                  <a:lnTo>
                    <a:pt x="204560" y="6030983"/>
                  </a:lnTo>
                  <a:lnTo>
                    <a:pt x="204560" y="6030553"/>
                  </a:lnTo>
                  <a:lnTo>
                    <a:pt x="204560" y="6030122"/>
                  </a:lnTo>
                  <a:lnTo>
                    <a:pt x="204718" y="6030122"/>
                  </a:lnTo>
                  <a:lnTo>
                    <a:pt x="204718" y="6029691"/>
                  </a:lnTo>
                  <a:lnTo>
                    <a:pt x="204718" y="6029261"/>
                  </a:lnTo>
                  <a:lnTo>
                    <a:pt x="204718" y="6028830"/>
                  </a:lnTo>
                  <a:lnTo>
                    <a:pt x="204718" y="6028400"/>
                  </a:lnTo>
                  <a:lnTo>
                    <a:pt x="204876" y="6028400"/>
                  </a:lnTo>
                  <a:lnTo>
                    <a:pt x="204876" y="6027969"/>
                  </a:lnTo>
                  <a:lnTo>
                    <a:pt x="205033" y="6027969"/>
                  </a:lnTo>
                  <a:lnTo>
                    <a:pt x="205191" y="6027969"/>
                  </a:lnTo>
                  <a:lnTo>
                    <a:pt x="205349" y="6027969"/>
                  </a:lnTo>
                  <a:lnTo>
                    <a:pt x="205349" y="6027538"/>
                  </a:lnTo>
                  <a:lnTo>
                    <a:pt x="205506" y="6027538"/>
                  </a:lnTo>
                  <a:lnTo>
                    <a:pt x="205664" y="6027538"/>
                  </a:lnTo>
                  <a:lnTo>
                    <a:pt x="205822" y="6027538"/>
                  </a:lnTo>
                  <a:lnTo>
                    <a:pt x="205980" y="6027538"/>
                  </a:lnTo>
                  <a:lnTo>
                    <a:pt x="206137" y="6027538"/>
                  </a:lnTo>
                  <a:lnTo>
                    <a:pt x="206295" y="6027538"/>
                  </a:lnTo>
                  <a:lnTo>
                    <a:pt x="206295" y="6027108"/>
                  </a:lnTo>
                  <a:lnTo>
                    <a:pt x="206453" y="6027108"/>
                  </a:lnTo>
                  <a:lnTo>
                    <a:pt x="206610" y="6027108"/>
                  </a:lnTo>
                  <a:lnTo>
                    <a:pt x="206768" y="6027108"/>
                  </a:lnTo>
                  <a:lnTo>
                    <a:pt x="206926" y="6027108"/>
                  </a:lnTo>
                  <a:lnTo>
                    <a:pt x="207084" y="6027108"/>
                  </a:lnTo>
                  <a:lnTo>
                    <a:pt x="207241" y="6027108"/>
                  </a:lnTo>
                  <a:lnTo>
                    <a:pt x="207399" y="6027108"/>
                  </a:lnTo>
                  <a:lnTo>
                    <a:pt x="207399" y="6026677"/>
                  </a:lnTo>
                  <a:lnTo>
                    <a:pt x="207399" y="6026247"/>
                  </a:lnTo>
                  <a:lnTo>
                    <a:pt x="207557" y="6026247"/>
                  </a:lnTo>
                  <a:lnTo>
                    <a:pt x="207557" y="6025816"/>
                  </a:lnTo>
                  <a:lnTo>
                    <a:pt x="207714" y="6025816"/>
                  </a:lnTo>
                  <a:lnTo>
                    <a:pt x="207872" y="6025816"/>
                  </a:lnTo>
                  <a:lnTo>
                    <a:pt x="207872" y="6025385"/>
                  </a:lnTo>
                  <a:lnTo>
                    <a:pt x="207872" y="6024955"/>
                  </a:lnTo>
                  <a:lnTo>
                    <a:pt x="208030" y="6024955"/>
                  </a:lnTo>
                  <a:lnTo>
                    <a:pt x="208188" y="6024955"/>
                  </a:lnTo>
                  <a:lnTo>
                    <a:pt x="208188" y="6024524"/>
                  </a:lnTo>
                  <a:lnTo>
                    <a:pt x="208345" y="6024524"/>
                  </a:lnTo>
                  <a:lnTo>
                    <a:pt x="208503" y="6024524"/>
                  </a:lnTo>
                  <a:lnTo>
                    <a:pt x="208661" y="6024524"/>
                  </a:lnTo>
                  <a:lnTo>
                    <a:pt x="208819" y="6024524"/>
                  </a:lnTo>
                  <a:lnTo>
                    <a:pt x="208976" y="6024524"/>
                  </a:lnTo>
                  <a:lnTo>
                    <a:pt x="208976" y="6024094"/>
                  </a:lnTo>
                  <a:lnTo>
                    <a:pt x="209134" y="6024094"/>
                  </a:lnTo>
                  <a:lnTo>
                    <a:pt x="209134" y="6023663"/>
                  </a:lnTo>
                  <a:lnTo>
                    <a:pt x="209292" y="6023663"/>
                  </a:lnTo>
                  <a:lnTo>
                    <a:pt x="209449" y="6023663"/>
                  </a:lnTo>
                  <a:lnTo>
                    <a:pt x="209607" y="6023663"/>
                  </a:lnTo>
                  <a:lnTo>
                    <a:pt x="209765" y="6023663"/>
                  </a:lnTo>
                  <a:lnTo>
                    <a:pt x="209923" y="6023663"/>
                  </a:lnTo>
                  <a:lnTo>
                    <a:pt x="210080" y="6023663"/>
                  </a:lnTo>
                  <a:lnTo>
                    <a:pt x="210080" y="6023232"/>
                  </a:lnTo>
                  <a:lnTo>
                    <a:pt x="210238" y="6023232"/>
                  </a:lnTo>
                  <a:lnTo>
                    <a:pt x="210396" y="6023232"/>
                  </a:lnTo>
                  <a:lnTo>
                    <a:pt x="210553" y="6023232"/>
                  </a:lnTo>
                  <a:lnTo>
                    <a:pt x="210553" y="6022802"/>
                  </a:lnTo>
                  <a:lnTo>
                    <a:pt x="210711" y="6022802"/>
                  </a:lnTo>
                  <a:lnTo>
                    <a:pt x="210869" y="6022802"/>
                  </a:lnTo>
                  <a:lnTo>
                    <a:pt x="211027" y="6022802"/>
                  </a:lnTo>
                  <a:lnTo>
                    <a:pt x="211184" y="6022802"/>
                  </a:lnTo>
                  <a:lnTo>
                    <a:pt x="211342" y="6022802"/>
                  </a:lnTo>
                  <a:lnTo>
                    <a:pt x="211500" y="6022802"/>
                  </a:lnTo>
                  <a:lnTo>
                    <a:pt x="211657" y="6022802"/>
                  </a:lnTo>
                  <a:lnTo>
                    <a:pt x="211815" y="6022802"/>
                  </a:lnTo>
                  <a:lnTo>
                    <a:pt x="211815" y="6022371"/>
                  </a:lnTo>
                  <a:lnTo>
                    <a:pt x="211973" y="6022371"/>
                  </a:lnTo>
                  <a:lnTo>
                    <a:pt x="212131" y="6022371"/>
                  </a:lnTo>
                  <a:lnTo>
                    <a:pt x="212131" y="6021941"/>
                  </a:lnTo>
                  <a:lnTo>
                    <a:pt x="212288" y="6021941"/>
                  </a:lnTo>
                  <a:lnTo>
                    <a:pt x="212288" y="6021510"/>
                  </a:lnTo>
                  <a:lnTo>
                    <a:pt x="212446" y="6021510"/>
                  </a:lnTo>
                  <a:lnTo>
                    <a:pt x="212604" y="6021510"/>
                  </a:lnTo>
                  <a:lnTo>
                    <a:pt x="212761" y="6021510"/>
                  </a:lnTo>
                  <a:lnTo>
                    <a:pt x="212919" y="6021510"/>
                  </a:lnTo>
                  <a:lnTo>
                    <a:pt x="213077" y="6021510"/>
                  </a:lnTo>
                  <a:lnTo>
                    <a:pt x="213077" y="6021079"/>
                  </a:lnTo>
                  <a:lnTo>
                    <a:pt x="213235" y="6021079"/>
                  </a:lnTo>
                  <a:lnTo>
                    <a:pt x="213235" y="6020649"/>
                  </a:lnTo>
                  <a:lnTo>
                    <a:pt x="213392" y="6020649"/>
                  </a:lnTo>
                  <a:lnTo>
                    <a:pt x="213392" y="6020218"/>
                  </a:lnTo>
                  <a:lnTo>
                    <a:pt x="213392" y="6019788"/>
                  </a:lnTo>
                  <a:lnTo>
                    <a:pt x="213550" y="6019788"/>
                  </a:lnTo>
                  <a:lnTo>
                    <a:pt x="213708" y="6019788"/>
                  </a:lnTo>
                  <a:lnTo>
                    <a:pt x="213865" y="6019788"/>
                  </a:lnTo>
                  <a:lnTo>
                    <a:pt x="214023" y="6019788"/>
                  </a:lnTo>
                  <a:lnTo>
                    <a:pt x="214023" y="6019357"/>
                  </a:lnTo>
                  <a:lnTo>
                    <a:pt x="214023" y="6018926"/>
                  </a:lnTo>
                  <a:lnTo>
                    <a:pt x="214023" y="6018496"/>
                  </a:lnTo>
                  <a:lnTo>
                    <a:pt x="214181" y="6018496"/>
                  </a:lnTo>
                  <a:lnTo>
                    <a:pt x="214339" y="6018496"/>
                  </a:lnTo>
                  <a:lnTo>
                    <a:pt x="214496" y="6018496"/>
                  </a:lnTo>
                  <a:lnTo>
                    <a:pt x="214654" y="6018496"/>
                  </a:lnTo>
                  <a:lnTo>
                    <a:pt x="214812" y="6018496"/>
                  </a:lnTo>
                  <a:lnTo>
                    <a:pt x="214970" y="6018496"/>
                  </a:lnTo>
                  <a:lnTo>
                    <a:pt x="215127" y="6018496"/>
                  </a:lnTo>
                  <a:lnTo>
                    <a:pt x="215127" y="6018065"/>
                  </a:lnTo>
                  <a:lnTo>
                    <a:pt x="215285" y="6018065"/>
                  </a:lnTo>
                  <a:lnTo>
                    <a:pt x="215443" y="6018065"/>
                  </a:lnTo>
                  <a:lnTo>
                    <a:pt x="215600" y="6018065"/>
                  </a:lnTo>
                  <a:lnTo>
                    <a:pt x="215758" y="6018065"/>
                  </a:lnTo>
                  <a:lnTo>
                    <a:pt x="215758" y="6017635"/>
                  </a:lnTo>
                  <a:lnTo>
                    <a:pt x="215916" y="6017635"/>
                  </a:lnTo>
                  <a:lnTo>
                    <a:pt x="215916" y="6017204"/>
                  </a:lnTo>
                  <a:lnTo>
                    <a:pt x="216074" y="6017204"/>
                  </a:lnTo>
                  <a:lnTo>
                    <a:pt x="216074" y="6016773"/>
                  </a:lnTo>
                  <a:lnTo>
                    <a:pt x="216231" y="6016773"/>
                  </a:lnTo>
                  <a:lnTo>
                    <a:pt x="216231" y="6016343"/>
                  </a:lnTo>
                  <a:lnTo>
                    <a:pt x="216231" y="6015912"/>
                  </a:lnTo>
                  <a:lnTo>
                    <a:pt x="216231" y="6015482"/>
                  </a:lnTo>
                  <a:lnTo>
                    <a:pt x="216231" y="6015051"/>
                  </a:lnTo>
                  <a:lnTo>
                    <a:pt x="216231" y="6014620"/>
                  </a:lnTo>
                  <a:lnTo>
                    <a:pt x="216389" y="6014620"/>
                  </a:lnTo>
                  <a:lnTo>
                    <a:pt x="216547" y="6014620"/>
                  </a:lnTo>
                  <a:lnTo>
                    <a:pt x="216547" y="6014190"/>
                  </a:lnTo>
                  <a:lnTo>
                    <a:pt x="216704" y="6014190"/>
                  </a:lnTo>
                  <a:lnTo>
                    <a:pt x="216704" y="6013759"/>
                  </a:lnTo>
                  <a:lnTo>
                    <a:pt x="216704" y="6013329"/>
                  </a:lnTo>
                  <a:lnTo>
                    <a:pt x="216704" y="6012898"/>
                  </a:lnTo>
                  <a:lnTo>
                    <a:pt x="216704" y="6012467"/>
                  </a:lnTo>
                  <a:lnTo>
                    <a:pt x="216704" y="6012037"/>
                  </a:lnTo>
                  <a:lnTo>
                    <a:pt x="216862" y="6012037"/>
                  </a:lnTo>
                  <a:lnTo>
                    <a:pt x="217020" y="6012037"/>
                  </a:lnTo>
                  <a:lnTo>
                    <a:pt x="217178" y="6012037"/>
                  </a:lnTo>
                  <a:lnTo>
                    <a:pt x="217178" y="6011606"/>
                  </a:lnTo>
                  <a:lnTo>
                    <a:pt x="217335" y="6011606"/>
                  </a:lnTo>
                  <a:lnTo>
                    <a:pt x="217493" y="6011606"/>
                  </a:lnTo>
                  <a:lnTo>
                    <a:pt x="217651" y="6011606"/>
                  </a:lnTo>
                  <a:lnTo>
                    <a:pt x="217651" y="6011176"/>
                  </a:lnTo>
                  <a:lnTo>
                    <a:pt x="217651" y="6010745"/>
                  </a:lnTo>
                  <a:lnTo>
                    <a:pt x="217651" y="6010314"/>
                  </a:lnTo>
                  <a:lnTo>
                    <a:pt x="217651" y="6009884"/>
                  </a:lnTo>
                  <a:lnTo>
                    <a:pt x="217808" y="6009884"/>
                  </a:lnTo>
                  <a:lnTo>
                    <a:pt x="217966" y="6009884"/>
                  </a:lnTo>
                  <a:lnTo>
                    <a:pt x="218124" y="6009884"/>
                  </a:lnTo>
                  <a:lnTo>
                    <a:pt x="218282" y="6009884"/>
                  </a:lnTo>
                  <a:lnTo>
                    <a:pt x="218439" y="6009884"/>
                  </a:lnTo>
                  <a:lnTo>
                    <a:pt x="218597" y="6009884"/>
                  </a:lnTo>
                  <a:lnTo>
                    <a:pt x="218755" y="6009884"/>
                  </a:lnTo>
                  <a:lnTo>
                    <a:pt x="218755" y="6009453"/>
                  </a:lnTo>
                  <a:lnTo>
                    <a:pt x="218755" y="6009023"/>
                  </a:lnTo>
                  <a:lnTo>
                    <a:pt x="218912" y="6009023"/>
                  </a:lnTo>
                  <a:lnTo>
                    <a:pt x="218912" y="6008592"/>
                  </a:lnTo>
                  <a:lnTo>
                    <a:pt x="219070" y="6008592"/>
                  </a:lnTo>
                  <a:lnTo>
                    <a:pt x="219070" y="6008161"/>
                  </a:lnTo>
                  <a:lnTo>
                    <a:pt x="219070" y="6007731"/>
                  </a:lnTo>
                  <a:lnTo>
                    <a:pt x="219228" y="6007731"/>
                  </a:lnTo>
                  <a:lnTo>
                    <a:pt x="219386" y="6007731"/>
                  </a:lnTo>
                  <a:lnTo>
                    <a:pt x="219386" y="6007300"/>
                  </a:lnTo>
                  <a:lnTo>
                    <a:pt x="219386" y="6006870"/>
                  </a:lnTo>
                  <a:lnTo>
                    <a:pt x="219543" y="6006870"/>
                  </a:lnTo>
                  <a:lnTo>
                    <a:pt x="219543" y="6006439"/>
                  </a:lnTo>
                  <a:lnTo>
                    <a:pt x="219701" y="6006439"/>
                  </a:lnTo>
                  <a:lnTo>
                    <a:pt x="219701" y="6006008"/>
                  </a:lnTo>
                  <a:lnTo>
                    <a:pt x="219859" y="6006008"/>
                  </a:lnTo>
                  <a:lnTo>
                    <a:pt x="220016" y="6006008"/>
                  </a:lnTo>
                  <a:lnTo>
                    <a:pt x="220174" y="6006008"/>
                  </a:lnTo>
                  <a:lnTo>
                    <a:pt x="220174" y="6005578"/>
                  </a:lnTo>
                  <a:lnTo>
                    <a:pt x="220332" y="6005578"/>
                  </a:lnTo>
                  <a:lnTo>
                    <a:pt x="220332" y="6005147"/>
                  </a:lnTo>
                  <a:lnTo>
                    <a:pt x="220332" y="6004717"/>
                  </a:lnTo>
                  <a:lnTo>
                    <a:pt x="220490" y="6004717"/>
                  </a:lnTo>
                  <a:lnTo>
                    <a:pt x="220647" y="6004717"/>
                  </a:lnTo>
                  <a:lnTo>
                    <a:pt x="220647" y="6004286"/>
                  </a:lnTo>
                  <a:lnTo>
                    <a:pt x="220647" y="6003855"/>
                  </a:lnTo>
                  <a:lnTo>
                    <a:pt x="220805" y="6003855"/>
                  </a:lnTo>
                  <a:lnTo>
                    <a:pt x="220963" y="6003855"/>
                  </a:lnTo>
                  <a:lnTo>
                    <a:pt x="221121" y="6003855"/>
                  </a:lnTo>
                  <a:lnTo>
                    <a:pt x="221278" y="6003855"/>
                  </a:lnTo>
                  <a:lnTo>
                    <a:pt x="221436" y="6003855"/>
                  </a:lnTo>
                  <a:lnTo>
                    <a:pt x="221594" y="6003855"/>
                  </a:lnTo>
                  <a:lnTo>
                    <a:pt x="221751" y="6003855"/>
                  </a:lnTo>
                  <a:lnTo>
                    <a:pt x="221751" y="6003425"/>
                  </a:lnTo>
                  <a:lnTo>
                    <a:pt x="221909" y="6003425"/>
                  </a:lnTo>
                  <a:lnTo>
                    <a:pt x="221909" y="6002994"/>
                  </a:lnTo>
                  <a:lnTo>
                    <a:pt x="222067" y="6002994"/>
                  </a:lnTo>
                  <a:lnTo>
                    <a:pt x="222225" y="6002994"/>
                  </a:lnTo>
                  <a:lnTo>
                    <a:pt x="222382" y="6002994"/>
                  </a:lnTo>
                  <a:lnTo>
                    <a:pt x="222382" y="6002564"/>
                  </a:lnTo>
                  <a:lnTo>
                    <a:pt x="222540" y="6002564"/>
                  </a:lnTo>
                  <a:lnTo>
                    <a:pt x="222540" y="6002133"/>
                  </a:lnTo>
                  <a:lnTo>
                    <a:pt x="222540" y="6001702"/>
                  </a:lnTo>
                  <a:lnTo>
                    <a:pt x="222540" y="6001272"/>
                  </a:lnTo>
                  <a:lnTo>
                    <a:pt x="222698" y="6001272"/>
                  </a:lnTo>
                  <a:lnTo>
                    <a:pt x="222698" y="6000841"/>
                  </a:lnTo>
                  <a:lnTo>
                    <a:pt x="222855" y="6000841"/>
                  </a:lnTo>
                  <a:lnTo>
                    <a:pt x="223013" y="6000841"/>
                  </a:lnTo>
                  <a:lnTo>
                    <a:pt x="223013" y="6000411"/>
                  </a:lnTo>
                  <a:lnTo>
                    <a:pt x="223013" y="5999980"/>
                  </a:lnTo>
                  <a:lnTo>
                    <a:pt x="223171" y="5999980"/>
                  </a:lnTo>
                  <a:lnTo>
                    <a:pt x="223329" y="5999980"/>
                  </a:lnTo>
                  <a:lnTo>
                    <a:pt x="223486" y="5999980"/>
                  </a:lnTo>
                  <a:lnTo>
                    <a:pt x="223486" y="5999549"/>
                  </a:lnTo>
                  <a:lnTo>
                    <a:pt x="223644" y="5999549"/>
                  </a:lnTo>
                  <a:lnTo>
                    <a:pt x="223802" y="5999549"/>
                  </a:lnTo>
                  <a:lnTo>
                    <a:pt x="223959" y="5999549"/>
                  </a:lnTo>
                  <a:lnTo>
                    <a:pt x="224117" y="5999549"/>
                  </a:lnTo>
                  <a:lnTo>
                    <a:pt x="224275" y="5999549"/>
                  </a:lnTo>
                  <a:lnTo>
                    <a:pt x="224275" y="5999119"/>
                  </a:lnTo>
                  <a:lnTo>
                    <a:pt x="224275" y="5998688"/>
                  </a:lnTo>
                  <a:lnTo>
                    <a:pt x="224433" y="5998688"/>
                  </a:lnTo>
                  <a:lnTo>
                    <a:pt x="224590" y="5998688"/>
                  </a:lnTo>
                  <a:lnTo>
                    <a:pt x="224748" y="5998688"/>
                  </a:lnTo>
                  <a:lnTo>
                    <a:pt x="224906" y="5998688"/>
                  </a:lnTo>
                  <a:lnTo>
                    <a:pt x="224906" y="5998258"/>
                  </a:lnTo>
                  <a:lnTo>
                    <a:pt x="225063" y="5998258"/>
                  </a:lnTo>
                  <a:lnTo>
                    <a:pt x="225221" y="5998258"/>
                  </a:lnTo>
                  <a:lnTo>
                    <a:pt x="225221" y="5997827"/>
                  </a:lnTo>
                  <a:lnTo>
                    <a:pt x="225379" y="5997827"/>
                  </a:lnTo>
                  <a:lnTo>
                    <a:pt x="225379" y="5997396"/>
                  </a:lnTo>
                  <a:lnTo>
                    <a:pt x="225537" y="5997396"/>
                  </a:lnTo>
                  <a:lnTo>
                    <a:pt x="225537" y="5996966"/>
                  </a:lnTo>
                  <a:lnTo>
                    <a:pt x="225537" y="5996535"/>
                  </a:lnTo>
                  <a:lnTo>
                    <a:pt x="225694" y="5996535"/>
                  </a:lnTo>
                  <a:lnTo>
                    <a:pt x="225852" y="5996535"/>
                  </a:lnTo>
                  <a:lnTo>
                    <a:pt x="226010" y="5996535"/>
                  </a:lnTo>
                  <a:lnTo>
                    <a:pt x="226168" y="5996535"/>
                  </a:lnTo>
                  <a:lnTo>
                    <a:pt x="226168" y="5996105"/>
                  </a:lnTo>
                  <a:lnTo>
                    <a:pt x="226325" y="5996105"/>
                  </a:lnTo>
                  <a:lnTo>
                    <a:pt x="226483" y="5996105"/>
                  </a:lnTo>
                  <a:lnTo>
                    <a:pt x="226641" y="5996105"/>
                  </a:lnTo>
                  <a:lnTo>
                    <a:pt x="226798" y="5996105"/>
                  </a:lnTo>
                  <a:lnTo>
                    <a:pt x="226798" y="5995674"/>
                  </a:lnTo>
                  <a:lnTo>
                    <a:pt x="226956" y="5995674"/>
                  </a:lnTo>
                  <a:lnTo>
                    <a:pt x="227114" y="5995674"/>
                  </a:lnTo>
                  <a:lnTo>
                    <a:pt x="227272" y="5995674"/>
                  </a:lnTo>
                  <a:lnTo>
                    <a:pt x="227272" y="5995243"/>
                  </a:lnTo>
                  <a:lnTo>
                    <a:pt x="227429" y="5995243"/>
                  </a:lnTo>
                  <a:lnTo>
                    <a:pt x="227429" y="5994813"/>
                  </a:lnTo>
                  <a:lnTo>
                    <a:pt x="227587" y="5994813"/>
                  </a:lnTo>
                  <a:lnTo>
                    <a:pt x="227745" y="5994813"/>
                  </a:lnTo>
                  <a:lnTo>
                    <a:pt x="227902" y="5994813"/>
                  </a:lnTo>
                  <a:lnTo>
                    <a:pt x="227902" y="5994382"/>
                  </a:lnTo>
                  <a:lnTo>
                    <a:pt x="228060" y="5994382"/>
                  </a:lnTo>
                  <a:lnTo>
                    <a:pt x="228060" y="5993952"/>
                  </a:lnTo>
                  <a:lnTo>
                    <a:pt x="228218" y="5993952"/>
                  </a:lnTo>
                  <a:lnTo>
                    <a:pt x="228218" y="5993521"/>
                  </a:lnTo>
                  <a:lnTo>
                    <a:pt x="228376" y="5993521"/>
                  </a:lnTo>
                  <a:lnTo>
                    <a:pt x="228533" y="5993521"/>
                  </a:lnTo>
                  <a:lnTo>
                    <a:pt x="228691" y="5993521"/>
                  </a:lnTo>
                  <a:lnTo>
                    <a:pt x="228691" y="5993090"/>
                  </a:lnTo>
                  <a:lnTo>
                    <a:pt x="228691" y="5992660"/>
                  </a:lnTo>
                  <a:lnTo>
                    <a:pt x="228849" y="5992660"/>
                  </a:lnTo>
                  <a:lnTo>
                    <a:pt x="229006" y="5992660"/>
                  </a:lnTo>
                  <a:lnTo>
                    <a:pt x="229164" y="5992660"/>
                  </a:lnTo>
                  <a:lnTo>
                    <a:pt x="229164" y="5992229"/>
                  </a:lnTo>
                  <a:lnTo>
                    <a:pt x="229322" y="5992229"/>
                  </a:lnTo>
                  <a:lnTo>
                    <a:pt x="229480" y="5992229"/>
                  </a:lnTo>
                  <a:lnTo>
                    <a:pt x="229637" y="5992229"/>
                  </a:lnTo>
                  <a:lnTo>
                    <a:pt x="229795" y="5992229"/>
                  </a:lnTo>
                  <a:lnTo>
                    <a:pt x="229953" y="5992229"/>
                  </a:lnTo>
                  <a:lnTo>
                    <a:pt x="230110" y="5992229"/>
                  </a:lnTo>
                  <a:lnTo>
                    <a:pt x="230268" y="5992229"/>
                  </a:lnTo>
                  <a:lnTo>
                    <a:pt x="230426" y="5992229"/>
                  </a:lnTo>
                  <a:lnTo>
                    <a:pt x="230584" y="5992229"/>
                  </a:lnTo>
                  <a:lnTo>
                    <a:pt x="230584" y="5991799"/>
                  </a:lnTo>
                  <a:lnTo>
                    <a:pt x="230741" y="5991799"/>
                  </a:lnTo>
                  <a:lnTo>
                    <a:pt x="230741" y="5991368"/>
                  </a:lnTo>
                  <a:lnTo>
                    <a:pt x="230741" y="5990937"/>
                  </a:lnTo>
                  <a:lnTo>
                    <a:pt x="230899" y="5990937"/>
                  </a:lnTo>
                  <a:lnTo>
                    <a:pt x="231057" y="5990937"/>
                  </a:lnTo>
                  <a:lnTo>
                    <a:pt x="231057" y="5990507"/>
                  </a:lnTo>
                  <a:lnTo>
                    <a:pt x="231214" y="5990507"/>
                  </a:lnTo>
                  <a:lnTo>
                    <a:pt x="231372" y="5990507"/>
                  </a:lnTo>
                  <a:lnTo>
                    <a:pt x="231372" y="5990076"/>
                  </a:lnTo>
                  <a:lnTo>
                    <a:pt x="231530" y="5990076"/>
                  </a:lnTo>
                  <a:lnTo>
                    <a:pt x="231530" y="5989646"/>
                  </a:lnTo>
                  <a:lnTo>
                    <a:pt x="231530" y="5989215"/>
                  </a:lnTo>
                  <a:lnTo>
                    <a:pt x="231688" y="5989215"/>
                  </a:lnTo>
                  <a:lnTo>
                    <a:pt x="231845" y="5989215"/>
                  </a:lnTo>
                  <a:lnTo>
                    <a:pt x="232003" y="5989215"/>
                  </a:lnTo>
                  <a:lnTo>
                    <a:pt x="232161" y="5989215"/>
                  </a:lnTo>
                  <a:lnTo>
                    <a:pt x="232319" y="5989215"/>
                  </a:lnTo>
                  <a:lnTo>
                    <a:pt x="232319" y="5988784"/>
                  </a:lnTo>
                  <a:lnTo>
                    <a:pt x="232476" y="5988784"/>
                  </a:lnTo>
                  <a:lnTo>
                    <a:pt x="232634" y="5988784"/>
                  </a:lnTo>
                  <a:lnTo>
                    <a:pt x="232792" y="5988784"/>
                  </a:lnTo>
                  <a:lnTo>
                    <a:pt x="232949" y="5988784"/>
                  </a:lnTo>
                  <a:lnTo>
                    <a:pt x="232949" y="5988354"/>
                  </a:lnTo>
                  <a:lnTo>
                    <a:pt x="233107" y="5988354"/>
                  </a:lnTo>
                  <a:lnTo>
                    <a:pt x="233265" y="5988354"/>
                  </a:lnTo>
                  <a:lnTo>
                    <a:pt x="233423" y="5988354"/>
                  </a:lnTo>
                  <a:lnTo>
                    <a:pt x="233580" y="5988354"/>
                  </a:lnTo>
                  <a:lnTo>
                    <a:pt x="233738" y="5988354"/>
                  </a:lnTo>
                  <a:lnTo>
                    <a:pt x="233896" y="5988354"/>
                  </a:lnTo>
                  <a:lnTo>
                    <a:pt x="233896" y="5987923"/>
                  </a:lnTo>
                  <a:lnTo>
                    <a:pt x="234053" y="5987923"/>
                  </a:lnTo>
                  <a:lnTo>
                    <a:pt x="234211" y="5987923"/>
                  </a:lnTo>
                  <a:lnTo>
                    <a:pt x="234369" y="5987923"/>
                  </a:lnTo>
                  <a:lnTo>
                    <a:pt x="234527" y="5987923"/>
                  </a:lnTo>
                  <a:lnTo>
                    <a:pt x="234684" y="5987923"/>
                  </a:lnTo>
                  <a:lnTo>
                    <a:pt x="234684" y="5987493"/>
                  </a:lnTo>
                  <a:lnTo>
                    <a:pt x="234842" y="5987493"/>
                  </a:lnTo>
                  <a:lnTo>
                    <a:pt x="235000" y="5987493"/>
                  </a:lnTo>
                  <a:lnTo>
                    <a:pt x="235157" y="5987493"/>
                  </a:lnTo>
                  <a:lnTo>
                    <a:pt x="235315" y="5987493"/>
                  </a:lnTo>
                  <a:lnTo>
                    <a:pt x="235315" y="5987062"/>
                  </a:lnTo>
                  <a:lnTo>
                    <a:pt x="235473" y="5987062"/>
                  </a:lnTo>
                  <a:lnTo>
                    <a:pt x="235631" y="5987062"/>
                  </a:lnTo>
                  <a:lnTo>
                    <a:pt x="235631" y="5986631"/>
                  </a:lnTo>
                  <a:lnTo>
                    <a:pt x="235631" y="5986201"/>
                  </a:lnTo>
                  <a:lnTo>
                    <a:pt x="235631" y="5985770"/>
                  </a:lnTo>
                  <a:lnTo>
                    <a:pt x="235788" y="5985770"/>
                  </a:lnTo>
                  <a:lnTo>
                    <a:pt x="235788" y="5985340"/>
                  </a:lnTo>
                  <a:lnTo>
                    <a:pt x="235788" y="5984909"/>
                  </a:lnTo>
                  <a:lnTo>
                    <a:pt x="235946" y="5984909"/>
                  </a:lnTo>
                  <a:lnTo>
                    <a:pt x="235946" y="5984478"/>
                  </a:lnTo>
                  <a:lnTo>
                    <a:pt x="236104" y="5984478"/>
                  </a:lnTo>
                  <a:lnTo>
                    <a:pt x="236104" y="5984048"/>
                  </a:lnTo>
                  <a:lnTo>
                    <a:pt x="236104" y="5983617"/>
                  </a:lnTo>
                  <a:lnTo>
                    <a:pt x="236261" y="5983617"/>
                  </a:lnTo>
                  <a:lnTo>
                    <a:pt x="236419" y="5983617"/>
                  </a:lnTo>
                  <a:lnTo>
                    <a:pt x="236577" y="5983617"/>
                  </a:lnTo>
                  <a:lnTo>
                    <a:pt x="236577" y="5983187"/>
                  </a:lnTo>
                  <a:lnTo>
                    <a:pt x="236577" y="5982756"/>
                  </a:lnTo>
                  <a:lnTo>
                    <a:pt x="236735" y="5982756"/>
                  </a:lnTo>
                  <a:lnTo>
                    <a:pt x="236892" y="5982756"/>
                  </a:lnTo>
                  <a:lnTo>
                    <a:pt x="237050" y="5982756"/>
                  </a:lnTo>
                  <a:lnTo>
                    <a:pt x="237208" y="5982756"/>
                  </a:lnTo>
                  <a:lnTo>
                    <a:pt x="237366" y="5982756"/>
                  </a:lnTo>
                  <a:lnTo>
                    <a:pt x="237523" y="5982756"/>
                  </a:lnTo>
                  <a:lnTo>
                    <a:pt x="237523" y="5982325"/>
                  </a:lnTo>
                  <a:lnTo>
                    <a:pt x="237681" y="5982325"/>
                  </a:lnTo>
                  <a:lnTo>
                    <a:pt x="237681" y="5981895"/>
                  </a:lnTo>
                  <a:lnTo>
                    <a:pt x="237681" y="5981464"/>
                  </a:lnTo>
                  <a:lnTo>
                    <a:pt x="237839" y="5981464"/>
                  </a:lnTo>
                  <a:lnTo>
                    <a:pt x="237996" y="5981464"/>
                  </a:lnTo>
                  <a:lnTo>
                    <a:pt x="237996" y="5981034"/>
                  </a:lnTo>
                  <a:lnTo>
                    <a:pt x="238154" y="5981034"/>
                  </a:lnTo>
                  <a:lnTo>
                    <a:pt x="238154" y="5980603"/>
                  </a:lnTo>
                  <a:lnTo>
                    <a:pt x="238312" y="5980603"/>
                  </a:lnTo>
                  <a:lnTo>
                    <a:pt x="238312" y="5980172"/>
                  </a:lnTo>
                  <a:lnTo>
                    <a:pt x="238312" y="5979742"/>
                  </a:lnTo>
                  <a:lnTo>
                    <a:pt x="238470" y="5979742"/>
                  </a:lnTo>
                  <a:lnTo>
                    <a:pt x="238470" y="5979311"/>
                  </a:lnTo>
                  <a:lnTo>
                    <a:pt x="238627" y="5979311"/>
                  </a:lnTo>
                  <a:lnTo>
                    <a:pt x="238627" y="5978881"/>
                  </a:lnTo>
                  <a:lnTo>
                    <a:pt x="238785" y="5978881"/>
                  </a:lnTo>
                  <a:lnTo>
                    <a:pt x="238943" y="5978881"/>
                  </a:lnTo>
                  <a:lnTo>
                    <a:pt x="239100" y="5978881"/>
                  </a:lnTo>
                  <a:lnTo>
                    <a:pt x="239258" y="5978881"/>
                  </a:lnTo>
                  <a:lnTo>
                    <a:pt x="239416" y="5978881"/>
                  </a:lnTo>
                  <a:lnTo>
                    <a:pt x="239416" y="5978450"/>
                  </a:lnTo>
                  <a:lnTo>
                    <a:pt x="239574" y="5978450"/>
                  </a:lnTo>
                  <a:lnTo>
                    <a:pt x="239731" y="5978450"/>
                  </a:lnTo>
                  <a:lnTo>
                    <a:pt x="239731" y="5978019"/>
                  </a:lnTo>
                  <a:lnTo>
                    <a:pt x="239889" y="5978019"/>
                  </a:lnTo>
                  <a:lnTo>
                    <a:pt x="240047" y="5978019"/>
                  </a:lnTo>
                  <a:lnTo>
                    <a:pt x="240204" y="5978019"/>
                  </a:lnTo>
                  <a:lnTo>
                    <a:pt x="240204" y="5977589"/>
                  </a:lnTo>
                  <a:lnTo>
                    <a:pt x="240362" y="5977589"/>
                  </a:lnTo>
                  <a:lnTo>
                    <a:pt x="240520" y="5977589"/>
                  </a:lnTo>
                  <a:lnTo>
                    <a:pt x="240678" y="5977589"/>
                  </a:lnTo>
                  <a:lnTo>
                    <a:pt x="240678" y="5977158"/>
                  </a:lnTo>
                  <a:lnTo>
                    <a:pt x="240835" y="5977158"/>
                  </a:lnTo>
                  <a:lnTo>
                    <a:pt x="240835" y="5976728"/>
                  </a:lnTo>
                  <a:lnTo>
                    <a:pt x="240835" y="5976297"/>
                  </a:lnTo>
                  <a:lnTo>
                    <a:pt x="240835" y="5975866"/>
                  </a:lnTo>
                  <a:lnTo>
                    <a:pt x="240993" y="5975866"/>
                  </a:lnTo>
                  <a:lnTo>
                    <a:pt x="240993" y="5975436"/>
                  </a:lnTo>
                  <a:lnTo>
                    <a:pt x="241151" y="5975436"/>
                  </a:lnTo>
                  <a:lnTo>
                    <a:pt x="241308" y="5975436"/>
                  </a:lnTo>
                  <a:lnTo>
                    <a:pt x="241466" y="5975436"/>
                  </a:lnTo>
                  <a:lnTo>
                    <a:pt x="241466" y="5975005"/>
                  </a:lnTo>
                  <a:lnTo>
                    <a:pt x="241624" y="5975005"/>
                  </a:lnTo>
                  <a:lnTo>
                    <a:pt x="241624" y="5974575"/>
                  </a:lnTo>
                  <a:lnTo>
                    <a:pt x="241782" y="5974575"/>
                  </a:lnTo>
                  <a:lnTo>
                    <a:pt x="241939" y="5974575"/>
                  </a:lnTo>
                  <a:lnTo>
                    <a:pt x="241939" y="5974144"/>
                  </a:lnTo>
                  <a:lnTo>
                    <a:pt x="242097" y="5974144"/>
                  </a:lnTo>
                  <a:lnTo>
                    <a:pt x="242255" y="5974144"/>
                  </a:lnTo>
                  <a:lnTo>
                    <a:pt x="242412" y="5974144"/>
                  </a:lnTo>
                  <a:lnTo>
                    <a:pt x="242570" y="5974144"/>
                  </a:lnTo>
                  <a:lnTo>
                    <a:pt x="242570" y="5973713"/>
                  </a:lnTo>
                  <a:lnTo>
                    <a:pt x="242728" y="5973713"/>
                  </a:lnTo>
                  <a:lnTo>
                    <a:pt x="242728" y="5973283"/>
                  </a:lnTo>
                  <a:lnTo>
                    <a:pt x="242728" y="5972852"/>
                  </a:lnTo>
                  <a:lnTo>
                    <a:pt x="242886" y="5972852"/>
                  </a:lnTo>
                  <a:lnTo>
                    <a:pt x="243043" y="5972852"/>
                  </a:lnTo>
                  <a:lnTo>
                    <a:pt x="243201" y="5972852"/>
                  </a:lnTo>
                  <a:lnTo>
                    <a:pt x="243201" y="5972422"/>
                  </a:lnTo>
                  <a:lnTo>
                    <a:pt x="243359" y="5972422"/>
                  </a:lnTo>
                  <a:lnTo>
                    <a:pt x="243359" y="5971991"/>
                  </a:lnTo>
                  <a:lnTo>
                    <a:pt x="243517" y="5971991"/>
                  </a:lnTo>
                  <a:lnTo>
                    <a:pt x="243674" y="5971991"/>
                  </a:lnTo>
                  <a:lnTo>
                    <a:pt x="243832" y="5971991"/>
                  </a:lnTo>
                  <a:lnTo>
                    <a:pt x="243832" y="5971560"/>
                  </a:lnTo>
                  <a:lnTo>
                    <a:pt x="243832" y="5971130"/>
                  </a:lnTo>
                  <a:lnTo>
                    <a:pt x="243832" y="5970699"/>
                  </a:lnTo>
                  <a:lnTo>
                    <a:pt x="243832" y="5970269"/>
                  </a:lnTo>
                  <a:lnTo>
                    <a:pt x="243990" y="5970269"/>
                  </a:lnTo>
                  <a:lnTo>
                    <a:pt x="243990" y="5969838"/>
                  </a:lnTo>
                  <a:lnTo>
                    <a:pt x="244147" y="5969838"/>
                  </a:lnTo>
                  <a:lnTo>
                    <a:pt x="244147" y="5969407"/>
                  </a:lnTo>
                  <a:lnTo>
                    <a:pt x="244305" y="5969407"/>
                  </a:lnTo>
                  <a:lnTo>
                    <a:pt x="244463" y="5969407"/>
                  </a:lnTo>
                  <a:lnTo>
                    <a:pt x="244463" y="5968977"/>
                  </a:lnTo>
                  <a:lnTo>
                    <a:pt x="244621" y="5968977"/>
                  </a:lnTo>
                  <a:lnTo>
                    <a:pt x="244778" y="5968977"/>
                  </a:lnTo>
                  <a:lnTo>
                    <a:pt x="244936" y="5968977"/>
                  </a:lnTo>
                  <a:lnTo>
                    <a:pt x="244936" y="5968546"/>
                  </a:lnTo>
                  <a:lnTo>
                    <a:pt x="245094" y="5968546"/>
                  </a:lnTo>
                  <a:lnTo>
                    <a:pt x="245251" y="5968546"/>
                  </a:lnTo>
                  <a:lnTo>
                    <a:pt x="245409" y="5968546"/>
                  </a:lnTo>
                  <a:lnTo>
                    <a:pt x="245567" y="5968546"/>
                  </a:lnTo>
                  <a:lnTo>
                    <a:pt x="245725" y="5968546"/>
                  </a:lnTo>
                  <a:lnTo>
                    <a:pt x="245882" y="5968546"/>
                  </a:lnTo>
                  <a:lnTo>
                    <a:pt x="245882" y="5968116"/>
                  </a:lnTo>
                  <a:lnTo>
                    <a:pt x="245882" y="5967685"/>
                  </a:lnTo>
                  <a:lnTo>
                    <a:pt x="246040" y="5967685"/>
                  </a:lnTo>
                  <a:lnTo>
                    <a:pt x="246198" y="5967685"/>
                  </a:lnTo>
                  <a:lnTo>
                    <a:pt x="246355" y="5967685"/>
                  </a:lnTo>
                  <a:lnTo>
                    <a:pt x="246513" y="5967685"/>
                  </a:lnTo>
                  <a:lnTo>
                    <a:pt x="246513" y="5967254"/>
                  </a:lnTo>
                  <a:lnTo>
                    <a:pt x="246671" y="5967254"/>
                  </a:lnTo>
                  <a:lnTo>
                    <a:pt x="246829" y="5967254"/>
                  </a:lnTo>
                  <a:lnTo>
                    <a:pt x="246829" y="5966824"/>
                  </a:lnTo>
                  <a:lnTo>
                    <a:pt x="246829" y="5966393"/>
                  </a:lnTo>
                  <a:lnTo>
                    <a:pt x="246829" y="5965963"/>
                  </a:lnTo>
                  <a:lnTo>
                    <a:pt x="246829" y="5965532"/>
                  </a:lnTo>
                  <a:lnTo>
                    <a:pt x="246986" y="5965532"/>
                  </a:lnTo>
                  <a:lnTo>
                    <a:pt x="247144" y="5965532"/>
                  </a:lnTo>
                  <a:lnTo>
                    <a:pt x="247302" y="5965532"/>
                  </a:lnTo>
                  <a:lnTo>
                    <a:pt x="247302" y="5965101"/>
                  </a:lnTo>
                  <a:lnTo>
                    <a:pt x="247459" y="5965101"/>
                  </a:lnTo>
                  <a:lnTo>
                    <a:pt x="247617" y="5965101"/>
                  </a:lnTo>
                  <a:lnTo>
                    <a:pt x="247775" y="5965101"/>
                  </a:lnTo>
                  <a:lnTo>
                    <a:pt x="247933" y="5965101"/>
                  </a:lnTo>
                  <a:lnTo>
                    <a:pt x="248090" y="5965101"/>
                  </a:lnTo>
                  <a:lnTo>
                    <a:pt x="248248" y="5965101"/>
                  </a:lnTo>
                  <a:lnTo>
                    <a:pt x="248248" y="5964671"/>
                  </a:lnTo>
                  <a:lnTo>
                    <a:pt x="248406" y="5964671"/>
                  </a:lnTo>
                  <a:lnTo>
                    <a:pt x="248564" y="5964671"/>
                  </a:lnTo>
                  <a:lnTo>
                    <a:pt x="248564" y="5964240"/>
                  </a:lnTo>
                  <a:lnTo>
                    <a:pt x="248564" y="5963810"/>
                  </a:lnTo>
                  <a:lnTo>
                    <a:pt x="248564" y="5963379"/>
                  </a:lnTo>
                  <a:lnTo>
                    <a:pt x="248721" y="5963379"/>
                  </a:lnTo>
                  <a:lnTo>
                    <a:pt x="248721" y="5962948"/>
                  </a:lnTo>
                  <a:lnTo>
                    <a:pt x="248879" y="5962948"/>
                  </a:lnTo>
                  <a:lnTo>
                    <a:pt x="249037" y="5962948"/>
                  </a:lnTo>
                  <a:lnTo>
                    <a:pt x="249194" y="5962948"/>
                  </a:lnTo>
                  <a:lnTo>
                    <a:pt x="249194" y="5962518"/>
                  </a:lnTo>
                  <a:lnTo>
                    <a:pt x="249352" y="5962518"/>
                  </a:lnTo>
                  <a:lnTo>
                    <a:pt x="249352" y="5962087"/>
                  </a:lnTo>
                  <a:lnTo>
                    <a:pt x="249510" y="5962087"/>
                  </a:lnTo>
                  <a:lnTo>
                    <a:pt x="249668" y="5962087"/>
                  </a:lnTo>
                  <a:lnTo>
                    <a:pt x="249825" y="5962087"/>
                  </a:lnTo>
                  <a:lnTo>
                    <a:pt x="249825" y="5961657"/>
                  </a:lnTo>
                  <a:lnTo>
                    <a:pt x="249983" y="5961657"/>
                  </a:lnTo>
                  <a:lnTo>
                    <a:pt x="250141" y="5961657"/>
                  </a:lnTo>
                  <a:lnTo>
                    <a:pt x="250298" y="5961657"/>
                  </a:lnTo>
                  <a:lnTo>
                    <a:pt x="250456" y="5961657"/>
                  </a:lnTo>
                  <a:lnTo>
                    <a:pt x="250614" y="5961657"/>
                  </a:lnTo>
                  <a:lnTo>
                    <a:pt x="250772" y="5961657"/>
                  </a:lnTo>
                  <a:lnTo>
                    <a:pt x="250929" y="5961657"/>
                  </a:lnTo>
                  <a:lnTo>
                    <a:pt x="251087" y="5961657"/>
                  </a:lnTo>
                  <a:lnTo>
                    <a:pt x="251087" y="5961226"/>
                  </a:lnTo>
                  <a:lnTo>
                    <a:pt x="251087" y="5960795"/>
                  </a:lnTo>
                  <a:lnTo>
                    <a:pt x="251087" y="5960365"/>
                  </a:lnTo>
                  <a:lnTo>
                    <a:pt x="251245" y="5960365"/>
                  </a:lnTo>
                  <a:lnTo>
                    <a:pt x="251402" y="5960365"/>
                  </a:lnTo>
                  <a:lnTo>
                    <a:pt x="251560" y="5960365"/>
                  </a:lnTo>
                  <a:lnTo>
                    <a:pt x="251718" y="5960365"/>
                  </a:lnTo>
                  <a:lnTo>
                    <a:pt x="251718" y="5959934"/>
                  </a:lnTo>
                  <a:lnTo>
                    <a:pt x="251876" y="5959934"/>
                  </a:lnTo>
                  <a:lnTo>
                    <a:pt x="252033" y="5959934"/>
                  </a:lnTo>
                  <a:lnTo>
                    <a:pt x="252191" y="5959934"/>
                  </a:lnTo>
                  <a:lnTo>
                    <a:pt x="252349" y="5959934"/>
                  </a:lnTo>
                  <a:lnTo>
                    <a:pt x="252506" y="5959934"/>
                  </a:lnTo>
                  <a:lnTo>
                    <a:pt x="252664" y="5959934"/>
                  </a:lnTo>
                  <a:lnTo>
                    <a:pt x="252822" y="5959934"/>
                  </a:lnTo>
                  <a:lnTo>
                    <a:pt x="252822" y="5959504"/>
                  </a:lnTo>
                  <a:lnTo>
                    <a:pt x="252980" y="5959504"/>
                  </a:lnTo>
                  <a:lnTo>
                    <a:pt x="252980" y="5959073"/>
                  </a:lnTo>
                  <a:lnTo>
                    <a:pt x="252980" y="5958642"/>
                  </a:lnTo>
                  <a:lnTo>
                    <a:pt x="253137" y="5958642"/>
                  </a:lnTo>
                  <a:lnTo>
                    <a:pt x="253295" y="5958642"/>
                  </a:lnTo>
                  <a:lnTo>
                    <a:pt x="253453" y="5958642"/>
                  </a:lnTo>
                  <a:lnTo>
                    <a:pt x="253610" y="5958642"/>
                  </a:lnTo>
                  <a:lnTo>
                    <a:pt x="253610" y="5958212"/>
                  </a:lnTo>
                  <a:lnTo>
                    <a:pt x="253768" y="5958212"/>
                  </a:lnTo>
                  <a:lnTo>
                    <a:pt x="253926" y="5958212"/>
                  </a:lnTo>
                  <a:lnTo>
                    <a:pt x="254084" y="5958212"/>
                  </a:lnTo>
                  <a:lnTo>
                    <a:pt x="254241" y="5958212"/>
                  </a:lnTo>
                  <a:lnTo>
                    <a:pt x="254241" y="5957781"/>
                  </a:lnTo>
                  <a:lnTo>
                    <a:pt x="254399" y="5957781"/>
                  </a:lnTo>
                  <a:lnTo>
                    <a:pt x="254399" y="5957351"/>
                  </a:lnTo>
                  <a:lnTo>
                    <a:pt x="254399" y="5956920"/>
                  </a:lnTo>
                  <a:lnTo>
                    <a:pt x="254399" y="5956489"/>
                  </a:lnTo>
                  <a:lnTo>
                    <a:pt x="254557" y="5956489"/>
                  </a:lnTo>
                  <a:lnTo>
                    <a:pt x="254715" y="5956489"/>
                  </a:lnTo>
                  <a:lnTo>
                    <a:pt x="254872" y="5956489"/>
                  </a:lnTo>
                  <a:lnTo>
                    <a:pt x="255030" y="5956489"/>
                  </a:lnTo>
                  <a:lnTo>
                    <a:pt x="255030" y="5956059"/>
                  </a:lnTo>
                  <a:lnTo>
                    <a:pt x="255188" y="5956059"/>
                  </a:lnTo>
                  <a:lnTo>
                    <a:pt x="255188" y="5955628"/>
                  </a:lnTo>
                  <a:lnTo>
                    <a:pt x="255345" y="5955628"/>
                  </a:lnTo>
                  <a:lnTo>
                    <a:pt x="255503" y="5955628"/>
                  </a:lnTo>
                  <a:lnTo>
                    <a:pt x="255661" y="5955628"/>
                  </a:lnTo>
                  <a:lnTo>
                    <a:pt x="255819" y="5955628"/>
                  </a:lnTo>
                  <a:lnTo>
                    <a:pt x="255819" y="5955198"/>
                  </a:lnTo>
                  <a:lnTo>
                    <a:pt x="255819" y="5954767"/>
                  </a:lnTo>
                  <a:lnTo>
                    <a:pt x="255819" y="5954336"/>
                  </a:lnTo>
                  <a:lnTo>
                    <a:pt x="255976" y="5954336"/>
                  </a:lnTo>
                  <a:lnTo>
                    <a:pt x="256134" y="5954336"/>
                  </a:lnTo>
                  <a:lnTo>
                    <a:pt x="256292" y="5954336"/>
                  </a:lnTo>
                  <a:lnTo>
                    <a:pt x="256449" y="5954336"/>
                  </a:lnTo>
                  <a:lnTo>
                    <a:pt x="256449" y="5953906"/>
                  </a:lnTo>
                  <a:lnTo>
                    <a:pt x="256449" y="5953475"/>
                  </a:lnTo>
                  <a:lnTo>
                    <a:pt x="256449" y="5953045"/>
                  </a:lnTo>
                  <a:lnTo>
                    <a:pt x="256607" y="5953045"/>
                  </a:lnTo>
                  <a:lnTo>
                    <a:pt x="256765" y="5953045"/>
                  </a:lnTo>
                  <a:lnTo>
                    <a:pt x="256765" y="5952614"/>
                  </a:lnTo>
                  <a:lnTo>
                    <a:pt x="256765" y="5952183"/>
                  </a:lnTo>
                  <a:lnTo>
                    <a:pt x="256923" y="5952183"/>
                  </a:lnTo>
                  <a:lnTo>
                    <a:pt x="257080" y="5952183"/>
                  </a:lnTo>
                  <a:lnTo>
                    <a:pt x="257238" y="5952183"/>
                  </a:lnTo>
                  <a:lnTo>
                    <a:pt x="257396" y="5952183"/>
                  </a:lnTo>
                  <a:lnTo>
                    <a:pt x="257553" y="5952183"/>
                  </a:lnTo>
                  <a:lnTo>
                    <a:pt x="257711" y="5952183"/>
                  </a:lnTo>
                  <a:lnTo>
                    <a:pt x="257711" y="5951753"/>
                  </a:lnTo>
                  <a:lnTo>
                    <a:pt x="257711" y="5951322"/>
                  </a:lnTo>
                  <a:lnTo>
                    <a:pt x="257869" y="5951322"/>
                  </a:lnTo>
                  <a:lnTo>
                    <a:pt x="258027" y="5951322"/>
                  </a:lnTo>
                  <a:lnTo>
                    <a:pt x="258184" y="5951322"/>
                  </a:lnTo>
                  <a:lnTo>
                    <a:pt x="258342" y="5951322"/>
                  </a:lnTo>
                  <a:lnTo>
                    <a:pt x="258342" y="5950892"/>
                  </a:lnTo>
                  <a:lnTo>
                    <a:pt x="258500" y="5950892"/>
                  </a:lnTo>
                  <a:lnTo>
                    <a:pt x="258657" y="5950892"/>
                  </a:lnTo>
                  <a:lnTo>
                    <a:pt x="258657" y="5950461"/>
                  </a:lnTo>
                  <a:lnTo>
                    <a:pt x="258815" y="5950461"/>
                  </a:lnTo>
                  <a:lnTo>
                    <a:pt x="258973" y="5950461"/>
                  </a:lnTo>
                  <a:lnTo>
                    <a:pt x="258973" y="5950030"/>
                  </a:lnTo>
                  <a:lnTo>
                    <a:pt x="258973" y="5949600"/>
                  </a:lnTo>
                  <a:lnTo>
                    <a:pt x="258973" y="5949169"/>
                  </a:lnTo>
                  <a:lnTo>
                    <a:pt x="259131" y="5949169"/>
                  </a:lnTo>
                  <a:lnTo>
                    <a:pt x="259131" y="5948739"/>
                  </a:lnTo>
                  <a:lnTo>
                    <a:pt x="259288" y="5948739"/>
                  </a:lnTo>
                  <a:lnTo>
                    <a:pt x="259446" y="5948739"/>
                  </a:lnTo>
                  <a:lnTo>
                    <a:pt x="259446" y="5948308"/>
                  </a:lnTo>
                  <a:lnTo>
                    <a:pt x="259446" y="5947877"/>
                  </a:lnTo>
                  <a:lnTo>
                    <a:pt x="259604" y="5947877"/>
                  </a:lnTo>
                  <a:lnTo>
                    <a:pt x="259604" y="5947447"/>
                  </a:lnTo>
                  <a:lnTo>
                    <a:pt x="259762" y="5947447"/>
                  </a:lnTo>
                  <a:lnTo>
                    <a:pt x="259919" y="5947447"/>
                  </a:lnTo>
                  <a:lnTo>
                    <a:pt x="260077" y="5947447"/>
                  </a:lnTo>
                  <a:lnTo>
                    <a:pt x="260235" y="5947447"/>
                  </a:lnTo>
                  <a:lnTo>
                    <a:pt x="260392" y="5947447"/>
                  </a:lnTo>
                  <a:lnTo>
                    <a:pt x="260550" y="5947447"/>
                  </a:lnTo>
                  <a:lnTo>
                    <a:pt x="260708" y="5947447"/>
                  </a:lnTo>
                  <a:lnTo>
                    <a:pt x="260866" y="5947447"/>
                  </a:lnTo>
                  <a:lnTo>
                    <a:pt x="261023" y="5947447"/>
                  </a:lnTo>
                  <a:lnTo>
                    <a:pt x="261181" y="5947447"/>
                  </a:lnTo>
                  <a:lnTo>
                    <a:pt x="261339" y="5947447"/>
                  </a:lnTo>
                  <a:lnTo>
                    <a:pt x="261339" y="5947016"/>
                  </a:lnTo>
                  <a:lnTo>
                    <a:pt x="261496" y="5947016"/>
                  </a:lnTo>
                  <a:lnTo>
                    <a:pt x="261654" y="5947016"/>
                  </a:lnTo>
                  <a:lnTo>
                    <a:pt x="261812" y="5947016"/>
                  </a:lnTo>
                  <a:lnTo>
                    <a:pt x="261812" y="5946586"/>
                  </a:lnTo>
                  <a:lnTo>
                    <a:pt x="261812" y="5946155"/>
                  </a:lnTo>
                  <a:lnTo>
                    <a:pt x="261970" y="5946155"/>
                  </a:lnTo>
                  <a:lnTo>
                    <a:pt x="261970" y="5945724"/>
                  </a:lnTo>
                  <a:lnTo>
                    <a:pt x="261970" y="5945294"/>
                  </a:lnTo>
                  <a:lnTo>
                    <a:pt x="262127" y="5945294"/>
                  </a:lnTo>
                  <a:lnTo>
                    <a:pt x="262285" y="5945294"/>
                  </a:lnTo>
                  <a:lnTo>
                    <a:pt x="262443" y="5945294"/>
                  </a:lnTo>
                  <a:lnTo>
                    <a:pt x="262443" y="5944863"/>
                  </a:lnTo>
                  <a:lnTo>
                    <a:pt x="262600" y="5944863"/>
                  </a:lnTo>
                  <a:lnTo>
                    <a:pt x="262758" y="5944863"/>
                  </a:lnTo>
                  <a:lnTo>
                    <a:pt x="262916" y="5944863"/>
                  </a:lnTo>
                  <a:lnTo>
                    <a:pt x="263074" y="5944863"/>
                  </a:lnTo>
                  <a:lnTo>
                    <a:pt x="263231" y="5944863"/>
                  </a:lnTo>
                  <a:lnTo>
                    <a:pt x="263231" y="5944433"/>
                  </a:lnTo>
                  <a:lnTo>
                    <a:pt x="263231" y="5944002"/>
                  </a:lnTo>
                  <a:lnTo>
                    <a:pt x="263389" y="5944002"/>
                  </a:lnTo>
                  <a:lnTo>
                    <a:pt x="263389" y="5943571"/>
                  </a:lnTo>
                  <a:lnTo>
                    <a:pt x="263389" y="5943141"/>
                  </a:lnTo>
                  <a:lnTo>
                    <a:pt x="263547" y="5943141"/>
                  </a:lnTo>
                  <a:lnTo>
                    <a:pt x="263704" y="5943141"/>
                  </a:lnTo>
                  <a:lnTo>
                    <a:pt x="263862" y="5943141"/>
                  </a:lnTo>
                  <a:lnTo>
                    <a:pt x="263862" y="5942710"/>
                  </a:lnTo>
                  <a:lnTo>
                    <a:pt x="264020" y="5942710"/>
                  </a:lnTo>
                  <a:lnTo>
                    <a:pt x="264020" y="5942280"/>
                  </a:lnTo>
                  <a:lnTo>
                    <a:pt x="264020" y="5941849"/>
                  </a:lnTo>
                  <a:lnTo>
                    <a:pt x="264178" y="5941849"/>
                  </a:lnTo>
                  <a:lnTo>
                    <a:pt x="264178" y="5941418"/>
                  </a:lnTo>
                  <a:lnTo>
                    <a:pt x="264178" y="5940988"/>
                  </a:lnTo>
                  <a:lnTo>
                    <a:pt x="264335" y="5940988"/>
                  </a:lnTo>
                  <a:lnTo>
                    <a:pt x="264335" y="5940557"/>
                  </a:lnTo>
                  <a:lnTo>
                    <a:pt x="264335" y="5940127"/>
                  </a:lnTo>
                  <a:lnTo>
                    <a:pt x="264335" y="5939696"/>
                  </a:lnTo>
                  <a:lnTo>
                    <a:pt x="264493" y="5939696"/>
                  </a:lnTo>
                  <a:lnTo>
                    <a:pt x="264651" y="5939696"/>
                  </a:lnTo>
                  <a:lnTo>
                    <a:pt x="264808" y="5939696"/>
                  </a:lnTo>
                  <a:lnTo>
                    <a:pt x="264966" y="5939696"/>
                  </a:lnTo>
                  <a:lnTo>
                    <a:pt x="264966" y="5939265"/>
                  </a:lnTo>
                  <a:lnTo>
                    <a:pt x="265124" y="5939265"/>
                  </a:lnTo>
                  <a:lnTo>
                    <a:pt x="265282" y="5939265"/>
                  </a:lnTo>
                  <a:lnTo>
                    <a:pt x="265282" y="5938835"/>
                  </a:lnTo>
                  <a:lnTo>
                    <a:pt x="265439" y="5938835"/>
                  </a:lnTo>
                  <a:lnTo>
                    <a:pt x="265597" y="5938835"/>
                  </a:lnTo>
                  <a:lnTo>
                    <a:pt x="265755" y="5938835"/>
                  </a:lnTo>
                  <a:lnTo>
                    <a:pt x="265913" y="5938835"/>
                  </a:lnTo>
                  <a:lnTo>
                    <a:pt x="266070" y="5938835"/>
                  </a:lnTo>
                  <a:lnTo>
                    <a:pt x="266228" y="5938835"/>
                  </a:lnTo>
                  <a:lnTo>
                    <a:pt x="266228" y="5938404"/>
                  </a:lnTo>
                  <a:lnTo>
                    <a:pt x="266386" y="5938404"/>
                  </a:lnTo>
                  <a:lnTo>
                    <a:pt x="266543" y="5938404"/>
                  </a:lnTo>
                  <a:lnTo>
                    <a:pt x="266543" y="5937974"/>
                  </a:lnTo>
                  <a:lnTo>
                    <a:pt x="266543" y="5937543"/>
                  </a:lnTo>
                  <a:lnTo>
                    <a:pt x="266701" y="5937543"/>
                  </a:lnTo>
                  <a:lnTo>
                    <a:pt x="266701" y="5937112"/>
                  </a:lnTo>
                  <a:lnTo>
                    <a:pt x="266701" y="5936682"/>
                  </a:lnTo>
                  <a:lnTo>
                    <a:pt x="266701" y="5936251"/>
                  </a:lnTo>
                  <a:lnTo>
                    <a:pt x="266859" y="5936251"/>
                  </a:lnTo>
                  <a:lnTo>
                    <a:pt x="267017" y="5936251"/>
                  </a:lnTo>
                  <a:lnTo>
                    <a:pt x="267017" y="5935821"/>
                  </a:lnTo>
                  <a:lnTo>
                    <a:pt x="267017" y="5935390"/>
                  </a:lnTo>
                  <a:lnTo>
                    <a:pt x="267017" y="5934959"/>
                  </a:lnTo>
                  <a:lnTo>
                    <a:pt x="267017" y="5934529"/>
                  </a:lnTo>
                  <a:lnTo>
                    <a:pt x="267017" y="5934098"/>
                  </a:lnTo>
                  <a:lnTo>
                    <a:pt x="267174" y="5934098"/>
                  </a:lnTo>
                  <a:lnTo>
                    <a:pt x="267332" y="5934098"/>
                  </a:lnTo>
                  <a:lnTo>
                    <a:pt x="267490" y="5934098"/>
                  </a:lnTo>
                  <a:lnTo>
                    <a:pt x="267490" y="5933668"/>
                  </a:lnTo>
                  <a:lnTo>
                    <a:pt x="267647" y="5933668"/>
                  </a:lnTo>
                  <a:lnTo>
                    <a:pt x="267805" y="5933668"/>
                  </a:lnTo>
                  <a:lnTo>
                    <a:pt x="267963" y="5933668"/>
                  </a:lnTo>
                  <a:lnTo>
                    <a:pt x="268121" y="5933668"/>
                  </a:lnTo>
                  <a:lnTo>
                    <a:pt x="268121" y="5933237"/>
                  </a:lnTo>
                  <a:lnTo>
                    <a:pt x="268278" y="5933237"/>
                  </a:lnTo>
                  <a:lnTo>
                    <a:pt x="268436" y="5933237"/>
                  </a:lnTo>
                  <a:lnTo>
                    <a:pt x="268594" y="5933237"/>
                  </a:lnTo>
                  <a:lnTo>
                    <a:pt x="268751" y="5933237"/>
                  </a:lnTo>
                  <a:lnTo>
                    <a:pt x="268909" y="5933237"/>
                  </a:lnTo>
                  <a:lnTo>
                    <a:pt x="269067" y="5933237"/>
                  </a:lnTo>
                  <a:lnTo>
                    <a:pt x="269067" y="5932806"/>
                  </a:lnTo>
                  <a:lnTo>
                    <a:pt x="269225" y="5932806"/>
                  </a:lnTo>
                  <a:lnTo>
                    <a:pt x="269382" y="5932806"/>
                  </a:lnTo>
                  <a:lnTo>
                    <a:pt x="269540" y="5932806"/>
                  </a:lnTo>
                  <a:lnTo>
                    <a:pt x="269698" y="5932806"/>
                  </a:lnTo>
                  <a:lnTo>
                    <a:pt x="269855" y="5932806"/>
                  </a:lnTo>
                  <a:lnTo>
                    <a:pt x="269855" y="5932376"/>
                  </a:lnTo>
                  <a:lnTo>
                    <a:pt x="270013" y="5932376"/>
                  </a:lnTo>
                  <a:lnTo>
                    <a:pt x="270171" y="5932376"/>
                  </a:lnTo>
                  <a:lnTo>
                    <a:pt x="270329" y="5932376"/>
                  </a:lnTo>
                  <a:lnTo>
                    <a:pt x="270486" y="5932376"/>
                  </a:lnTo>
                  <a:lnTo>
                    <a:pt x="270644" y="5932376"/>
                  </a:lnTo>
                  <a:lnTo>
                    <a:pt x="270644" y="5931945"/>
                  </a:lnTo>
                  <a:lnTo>
                    <a:pt x="270802" y="5931945"/>
                  </a:lnTo>
                  <a:lnTo>
                    <a:pt x="270960" y="5931945"/>
                  </a:lnTo>
                  <a:lnTo>
                    <a:pt x="271117" y="5931945"/>
                  </a:lnTo>
                  <a:lnTo>
                    <a:pt x="271275" y="5931945"/>
                  </a:lnTo>
                  <a:lnTo>
                    <a:pt x="271275" y="5931515"/>
                  </a:lnTo>
                  <a:lnTo>
                    <a:pt x="271433" y="5931515"/>
                  </a:lnTo>
                  <a:lnTo>
                    <a:pt x="271590" y="5931515"/>
                  </a:lnTo>
                  <a:lnTo>
                    <a:pt x="271748" y="5931515"/>
                  </a:lnTo>
                  <a:lnTo>
                    <a:pt x="271906" y="5931515"/>
                  </a:lnTo>
                  <a:lnTo>
                    <a:pt x="271906" y="5931084"/>
                  </a:lnTo>
                  <a:lnTo>
                    <a:pt x="272064" y="5931084"/>
                  </a:lnTo>
                  <a:lnTo>
                    <a:pt x="272221" y="5931084"/>
                  </a:lnTo>
                  <a:lnTo>
                    <a:pt x="272221" y="5930653"/>
                  </a:lnTo>
                  <a:lnTo>
                    <a:pt x="272221" y="5930223"/>
                  </a:lnTo>
                  <a:lnTo>
                    <a:pt x="272379" y="5930223"/>
                  </a:lnTo>
                  <a:lnTo>
                    <a:pt x="272379" y="5929792"/>
                  </a:lnTo>
                  <a:lnTo>
                    <a:pt x="272537" y="5929792"/>
                  </a:lnTo>
                  <a:lnTo>
                    <a:pt x="272537" y="5929362"/>
                  </a:lnTo>
                  <a:lnTo>
                    <a:pt x="272694" y="5929362"/>
                  </a:lnTo>
                  <a:lnTo>
                    <a:pt x="272852" y="5929362"/>
                  </a:lnTo>
                  <a:lnTo>
                    <a:pt x="273010" y="5929362"/>
                  </a:lnTo>
                  <a:lnTo>
                    <a:pt x="273168" y="5929362"/>
                  </a:lnTo>
                  <a:lnTo>
                    <a:pt x="273325" y="5929362"/>
                  </a:lnTo>
                  <a:lnTo>
                    <a:pt x="273325" y="5928931"/>
                  </a:lnTo>
                  <a:lnTo>
                    <a:pt x="273483" y="5928931"/>
                  </a:lnTo>
                  <a:lnTo>
                    <a:pt x="273641" y="5928931"/>
                  </a:lnTo>
                  <a:lnTo>
                    <a:pt x="273641" y="5928500"/>
                  </a:lnTo>
                  <a:lnTo>
                    <a:pt x="273798" y="5928500"/>
                  </a:lnTo>
                  <a:lnTo>
                    <a:pt x="273956" y="5928500"/>
                  </a:lnTo>
                  <a:lnTo>
                    <a:pt x="273956" y="5928070"/>
                  </a:lnTo>
                  <a:lnTo>
                    <a:pt x="274114" y="5928070"/>
                  </a:lnTo>
                  <a:lnTo>
                    <a:pt x="274114" y="5927639"/>
                  </a:lnTo>
                  <a:lnTo>
                    <a:pt x="274272" y="5927639"/>
                  </a:lnTo>
                  <a:lnTo>
                    <a:pt x="274429" y="5927639"/>
                  </a:lnTo>
                  <a:lnTo>
                    <a:pt x="274587" y="5927639"/>
                  </a:lnTo>
                  <a:lnTo>
                    <a:pt x="274587" y="5927209"/>
                  </a:lnTo>
                  <a:lnTo>
                    <a:pt x="274745" y="5927209"/>
                  </a:lnTo>
                  <a:lnTo>
                    <a:pt x="274745" y="5926778"/>
                  </a:lnTo>
                  <a:lnTo>
                    <a:pt x="274745" y="5926347"/>
                  </a:lnTo>
                  <a:lnTo>
                    <a:pt x="274902" y="5926347"/>
                  </a:lnTo>
                  <a:lnTo>
                    <a:pt x="275060" y="5926347"/>
                  </a:lnTo>
                  <a:lnTo>
                    <a:pt x="275218" y="5926347"/>
                  </a:lnTo>
                  <a:lnTo>
                    <a:pt x="275376" y="5926347"/>
                  </a:lnTo>
                  <a:lnTo>
                    <a:pt x="275533" y="5926347"/>
                  </a:lnTo>
                  <a:lnTo>
                    <a:pt x="275691" y="5926347"/>
                  </a:lnTo>
                  <a:lnTo>
                    <a:pt x="275849" y="5926347"/>
                  </a:lnTo>
                  <a:lnTo>
                    <a:pt x="275849" y="5925917"/>
                  </a:lnTo>
                  <a:lnTo>
                    <a:pt x="276006" y="5925917"/>
                  </a:lnTo>
                  <a:lnTo>
                    <a:pt x="276164" y="5925917"/>
                  </a:lnTo>
                  <a:lnTo>
                    <a:pt x="276322" y="5925917"/>
                  </a:lnTo>
                  <a:lnTo>
                    <a:pt x="276480" y="5925917"/>
                  </a:lnTo>
                  <a:lnTo>
                    <a:pt x="276480" y="5925486"/>
                  </a:lnTo>
                  <a:lnTo>
                    <a:pt x="276637" y="5925486"/>
                  </a:lnTo>
                  <a:lnTo>
                    <a:pt x="276637" y="5925056"/>
                  </a:lnTo>
                  <a:lnTo>
                    <a:pt x="276795" y="5925056"/>
                  </a:lnTo>
                  <a:lnTo>
                    <a:pt x="276953" y="5925056"/>
                  </a:lnTo>
                  <a:lnTo>
                    <a:pt x="276953" y="5924625"/>
                  </a:lnTo>
                  <a:lnTo>
                    <a:pt x="276953" y="5924194"/>
                  </a:lnTo>
                  <a:lnTo>
                    <a:pt x="277111" y="5924194"/>
                  </a:lnTo>
                  <a:lnTo>
                    <a:pt x="277111" y="5923764"/>
                  </a:lnTo>
                  <a:lnTo>
                    <a:pt x="277111" y="5923333"/>
                  </a:lnTo>
                  <a:lnTo>
                    <a:pt x="277268" y="5923333"/>
                  </a:lnTo>
                  <a:lnTo>
                    <a:pt x="277426" y="5923333"/>
                  </a:lnTo>
                  <a:lnTo>
                    <a:pt x="277584" y="5923333"/>
                  </a:lnTo>
                  <a:lnTo>
                    <a:pt x="277741" y="5923333"/>
                  </a:lnTo>
                  <a:lnTo>
                    <a:pt x="277899" y="5923333"/>
                  </a:lnTo>
                  <a:lnTo>
                    <a:pt x="278057" y="5923333"/>
                  </a:lnTo>
                  <a:lnTo>
                    <a:pt x="278215" y="5923333"/>
                  </a:lnTo>
                  <a:lnTo>
                    <a:pt x="278372" y="5923333"/>
                  </a:lnTo>
                  <a:lnTo>
                    <a:pt x="278530" y="5923333"/>
                  </a:lnTo>
                  <a:lnTo>
                    <a:pt x="278688" y="5923333"/>
                  </a:lnTo>
                  <a:lnTo>
                    <a:pt x="278688" y="5922903"/>
                  </a:lnTo>
                  <a:lnTo>
                    <a:pt x="278845" y="5922903"/>
                  </a:lnTo>
                  <a:lnTo>
                    <a:pt x="279003" y="5922903"/>
                  </a:lnTo>
                  <a:lnTo>
                    <a:pt x="279161" y="5922903"/>
                  </a:lnTo>
                  <a:lnTo>
                    <a:pt x="279319" y="5922903"/>
                  </a:lnTo>
                  <a:lnTo>
                    <a:pt x="279476" y="5922903"/>
                  </a:lnTo>
                  <a:lnTo>
                    <a:pt x="279634" y="5922903"/>
                  </a:lnTo>
                  <a:lnTo>
                    <a:pt x="279634" y="5922472"/>
                  </a:lnTo>
                  <a:lnTo>
                    <a:pt x="279634" y="5922041"/>
                  </a:lnTo>
                  <a:lnTo>
                    <a:pt x="279792" y="5922041"/>
                  </a:lnTo>
                  <a:lnTo>
                    <a:pt x="279949" y="5922041"/>
                  </a:lnTo>
                  <a:lnTo>
                    <a:pt x="279949" y="5921611"/>
                  </a:lnTo>
                  <a:lnTo>
                    <a:pt x="279949" y="5921180"/>
                  </a:lnTo>
                  <a:lnTo>
                    <a:pt x="280107" y="5921180"/>
                  </a:lnTo>
                  <a:lnTo>
                    <a:pt x="280265" y="5921180"/>
                  </a:lnTo>
                  <a:lnTo>
                    <a:pt x="280265" y="5920750"/>
                  </a:lnTo>
                  <a:lnTo>
                    <a:pt x="280423" y="5920750"/>
                  </a:lnTo>
                  <a:lnTo>
                    <a:pt x="280580" y="5920750"/>
                  </a:lnTo>
                  <a:lnTo>
                    <a:pt x="280580" y="5920319"/>
                  </a:lnTo>
                  <a:lnTo>
                    <a:pt x="280738" y="5920319"/>
                  </a:lnTo>
                  <a:lnTo>
                    <a:pt x="280896" y="5920319"/>
                  </a:lnTo>
                  <a:lnTo>
                    <a:pt x="280896" y="5919888"/>
                  </a:lnTo>
                  <a:lnTo>
                    <a:pt x="281053" y="5919888"/>
                  </a:lnTo>
                  <a:lnTo>
                    <a:pt x="281211" y="5919888"/>
                  </a:lnTo>
                  <a:lnTo>
                    <a:pt x="281211" y="5919458"/>
                  </a:lnTo>
                  <a:lnTo>
                    <a:pt x="281369" y="5919458"/>
                  </a:lnTo>
                  <a:lnTo>
                    <a:pt x="281527" y="5919458"/>
                  </a:lnTo>
                  <a:lnTo>
                    <a:pt x="281684" y="5919458"/>
                  </a:lnTo>
                  <a:lnTo>
                    <a:pt x="281684" y="5919027"/>
                  </a:lnTo>
                  <a:lnTo>
                    <a:pt x="281842" y="5919027"/>
                  </a:lnTo>
                  <a:lnTo>
                    <a:pt x="282000" y="5919027"/>
                  </a:lnTo>
                  <a:lnTo>
                    <a:pt x="282157" y="5919027"/>
                  </a:lnTo>
                  <a:lnTo>
                    <a:pt x="282157" y="5918597"/>
                  </a:lnTo>
                  <a:lnTo>
                    <a:pt x="282315" y="5918597"/>
                  </a:lnTo>
                  <a:lnTo>
                    <a:pt x="282315" y="5918166"/>
                  </a:lnTo>
                  <a:lnTo>
                    <a:pt x="282473" y="5918166"/>
                  </a:lnTo>
                  <a:lnTo>
                    <a:pt x="282631" y="5918166"/>
                  </a:lnTo>
                  <a:lnTo>
                    <a:pt x="282788" y="5918166"/>
                  </a:lnTo>
                  <a:lnTo>
                    <a:pt x="282946" y="5918166"/>
                  </a:lnTo>
                  <a:lnTo>
                    <a:pt x="282946" y="5917735"/>
                  </a:lnTo>
                  <a:lnTo>
                    <a:pt x="282946" y="5917305"/>
                  </a:lnTo>
                  <a:lnTo>
                    <a:pt x="282946" y="5916874"/>
                  </a:lnTo>
                  <a:lnTo>
                    <a:pt x="283104" y="5916874"/>
                  </a:lnTo>
                  <a:lnTo>
                    <a:pt x="283262" y="5916874"/>
                  </a:lnTo>
                  <a:lnTo>
                    <a:pt x="283262" y="5916444"/>
                  </a:lnTo>
                  <a:lnTo>
                    <a:pt x="283419" y="5916444"/>
                  </a:lnTo>
                  <a:lnTo>
                    <a:pt x="283577" y="5916444"/>
                  </a:lnTo>
                  <a:lnTo>
                    <a:pt x="283577" y="5916013"/>
                  </a:lnTo>
                  <a:lnTo>
                    <a:pt x="283735" y="5916013"/>
                  </a:lnTo>
                  <a:lnTo>
                    <a:pt x="283892" y="5916013"/>
                  </a:lnTo>
                  <a:lnTo>
                    <a:pt x="284050" y="5916013"/>
                  </a:lnTo>
                  <a:lnTo>
                    <a:pt x="284208" y="5916013"/>
                  </a:lnTo>
                  <a:lnTo>
                    <a:pt x="284208" y="5915582"/>
                  </a:lnTo>
                  <a:lnTo>
                    <a:pt x="284366" y="5915582"/>
                  </a:lnTo>
                  <a:lnTo>
                    <a:pt x="284366" y="5915152"/>
                  </a:lnTo>
                  <a:lnTo>
                    <a:pt x="284523" y="5915152"/>
                  </a:lnTo>
                  <a:lnTo>
                    <a:pt x="284523" y="5914721"/>
                  </a:lnTo>
                  <a:lnTo>
                    <a:pt x="284681" y="5914721"/>
                  </a:lnTo>
                  <a:lnTo>
                    <a:pt x="284839" y="5914721"/>
                  </a:lnTo>
                  <a:lnTo>
                    <a:pt x="284839" y="5914291"/>
                  </a:lnTo>
                  <a:lnTo>
                    <a:pt x="284996" y="5914291"/>
                  </a:lnTo>
                  <a:lnTo>
                    <a:pt x="284996" y="5913860"/>
                  </a:lnTo>
                  <a:lnTo>
                    <a:pt x="285154" y="5913860"/>
                  </a:lnTo>
                  <a:lnTo>
                    <a:pt x="285154" y="5913429"/>
                  </a:lnTo>
                  <a:lnTo>
                    <a:pt x="285312" y="5913429"/>
                  </a:lnTo>
                  <a:lnTo>
                    <a:pt x="285470" y="5913429"/>
                  </a:lnTo>
                  <a:lnTo>
                    <a:pt x="285627" y="5913429"/>
                  </a:lnTo>
                  <a:lnTo>
                    <a:pt x="285785" y="5913429"/>
                  </a:lnTo>
                  <a:lnTo>
                    <a:pt x="285785" y="5912999"/>
                  </a:lnTo>
                  <a:lnTo>
                    <a:pt x="285943" y="5912999"/>
                  </a:lnTo>
                  <a:lnTo>
                    <a:pt x="286100" y="5912999"/>
                  </a:lnTo>
                  <a:lnTo>
                    <a:pt x="286258" y="5912999"/>
                  </a:lnTo>
                  <a:lnTo>
                    <a:pt x="286416" y="5912999"/>
                  </a:lnTo>
                  <a:lnTo>
                    <a:pt x="286574" y="5912999"/>
                  </a:lnTo>
                  <a:lnTo>
                    <a:pt x="286574" y="5912568"/>
                  </a:lnTo>
                  <a:lnTo>
                    <a:pt x="286731" y="5912568"/>
                  </a:lnTo>
                  <a:lnTo>
                    <a:pt x="286889" y="5912568"/>
                  </a:lnTo>
                  <a:lnTo>
                    <a:pt x="287047" y="5912568"/>
                  </a:lnTo>
                  <a:lnTo>
                    <a:pt x="287047" y="5912138"/>
                  </a:lnTo>
                  <a:lnTo>
                    <a:pt x="287204" y="5912138"/>
                  </a:lnTo>
                  <a:lnTo>
                    <a:pt x="287362" y="5912138"/>
                  </a:lnTo>
                  <a:lnTo>
                    <a:pt x="287520" y="5912138"/>
                  </a:lnTo>
                  <a:lnTo>
                    <a:pt x="287678" y="5912138"/>
                  </a:lnTo>
                  <a:lnTo>
                    <a:pt x="287835" y="5912138"/>
                  </a:lnTo>
                  <a:lnTo>
                    <a:pt x="287993" y="5912138"/>
                  </a:lnTo>
                  <a:lnTo>
                    <a:pt x="288151" y="5912138"/>
                  </a:lnTo>
                  <a:lnTo>
                    <a:pt x="288309" y="5912138"/>
                  </a:lnTo>
                  <a:lnTo>
                    <a:pt x="288466" y="5912138"/>
                  </a:lnTo>
                  <a:lnTo>
                    <a:pt x="288624" y="5912138"/>
                  </a:lnTo>
                  <a:lnTo>
                    <a:pt x="288782" y="5912138"/>
                  </a:lnTo>
                  <a:lnTo>
                    <a:pt x="288939" y="5912138"/>
                  </a:lnTo>
                  <a:lnTo>
                    <a:pt x="288939" y="5911707"/>
                  </a:lnTo>
                  <a:lnTo>
                    <a:pt x="289097" y="5911707"/>
                  </a:lnTo>
                  <a:lnTo>
                    <a:pt x="289255" y="5911707"/>
                  </a:lnTo>
                  <a:lnTo>
                    <a:pt x="289255" y="5911276"/>
                  </a:lnTo>
                  <a:lnTo>
                    <a:pt x="289255" y="5910846"/>
                  </a:lnTo>
                  <a:lnTo>
                    <a:pt x="289255" y="5910415"/>
                  </a:lnTo>
                  <a:lnTo>
                    <a:pt x="289255" y="5909985"/>
                  </a:lnTo>
                  <a:lnTo>
                    <a:pt x="289413" y="5909985"/>
                  </a:lnTo>
                  <a:lnTo>
                    <a:pt x="289413" y="5909554"/>
                  </a:lnTo>
                  <a:lnTo>
                    <a:pt x="289570" y="5909554"/>
                  </a:lnTo>
                  <a:lnTo>
                    <a:pt x="289570" y="5909123"/>
                  </a:lnTo>
                  <a:lnTo>
                    <a:pt x="289570" y="5908693"/>
                  </a:lnTo>
                  <a:lnTo>
                    <a:pt x="289728" y="5908693"/>
                  </a:lnTo>
                  <a:lnTo>
                    <a:pt x="289886" y="5908693"/>
                  </a:lnTo>
                  <a:lnTo>
                    <a:pt x="289886" y="5908262"/>
                  </a:lnTo>
                  <a:lnTo>
                    <a:pt x="290043" y="5908262"/>
                  </a:lnTo>
                  <a:lnTo>
                    <a:pt x="290043" y="5907832"/>
                  </a:lnTo>
                  <a:lnTo>
                    <a:pt x="290201" y="5907832"/>
                  </a:lnTo>
                  <a:lnTo>
                    <a:pt x="290359" y="5907832"/>
                  </a:lnTo>
                  <a:lnTo>
                    <a:pt x="290359" y="5907401"/>
                  </a:lnTo>
                  <a:lnTo>
                    <a:pt x="290517" y="5907401"/>
                  </a:lnTo>
                  <a:lnTo>
                    <a:pt x="290517" y="5906970"/>
                  </a:lnTo>
                  <a:lnTo>
                    <a:pt x="290674" y="5906970"/>
                  </a:lnTo>
                  <a:lnTo>
                    <a:pt x="290832" y="5906970"/>
                  </a:lnTo>
                  <a:lnTo>
                    <a:pt x="290990" y="5906970"/>
                  </a:lnTo>
                  <a:lnTo>
                    <a:pt x="291147" y="5906970"/>
                  </a:lnTo>
                  <a:lnTo>
                    <a:pt x="291305" y="5906970"/>
                  </a:lnTo>
                  <a:lnTo>
                    <a:pt x="291463" y="5906970"/>
                  </a:lnTo>
                  <a:lnTo>
                    <a:pt x="291621" y="5906970"/>
                  </a:lnTo>
                  <a:lnTo>
                    <a:pt x="291778" y="5906970"/>
                  </a:lnTo>
                  <a:lnTo>
                    <a:pt x="291936" y="5906970"/>
                  </a:lnTo>
                  <a:lnTo>
                    <a:pt x="291936" y="5906540"/>
                  </a:lnTo>
                  <a:lnTo>
                    <a:pt x="291936" y="5906109"/>
                  </a:lnTo>
                  <a:lnTo>
                    <a:pt x="292094" y="5906109"/>
                  </a:lnTo>
                  <a:lnTo>
                    <a:pt x="292251" y="5906109"/>
                  </a:lnTo>
                  <a:lnTo>
                    <a:pt x="292409" y="5906109"/>
                  </a:lnTo>
                  <a:lnTo>
                    <a:pt x="292409" y="5905679"/>
                  </a:lnTo>
                  <a:lnTo>
                    <a:pt x="292409" y="5905248"/>
                  </a:lnTo>
                  <a:lnTo>
                    <a:pt x="292409" y="5904817"/>
                  </a:lnTo>
                  <a:lnTo>
                    <a:pt x="292567" y="5904817"/>
                  </a:lnTo>
                  <a:lnTo>
                    <a:pt x="292567" y="5904387"/>
                  </a:lnTo>
                  <a:lnTo>
                    <a:pt x="292567" y="5903956"/>
                  </a:lnTo>
                  <a:lnTo>
                    <a:pt x="292567" y="5903526"/>
                  </a:lnTo>
                  <a:lnTo>
                    <a:pt x="292725" y="5903526"/>
                  </a:lnTo>
                  <a:lnTo>
                    <a:pt x="292882" y="5903526"/>
                  </a:lnTo>
                  <a:lnTo>
                    <a:pt x="293040" y="5903526"/>
                  </a:lnTo>
                  <a:lnTo>
                    <a:pt x="293198" y="5903526"/>
                  </a:lnTo>
                  <a:lnTo>
                    <a:pt x="293198" y="5903095"/>
                  </a:lnTo>
                  <a:lnTo>
                    <a:pt x="293355" y="5903095"/>
                  </a:lnTo>
                  <a:lnTo>
                    <a:pt x="293513" y="5903095"/>
                  </a:lnTo>
                  <a:lnTo>
                    <a:pt x="293513" y="5902664"/>
                  </a:lnTo>
                  <a:lnTo>
                    <a:pt x="293671" y="5902664"/>
                  </a:lnTo>
                  <a:lnTo>
                    <a:pt x="293671" y="5902234"/>
                  </a:lnTo>
                  <a:lnTo>
                    <a:pt x="293829" y="5902234"/>
                  </a:lnTo>
                  <a:lnTo>
                    <a:pt x="293986" y="5902234"/>
                  </a:lnTo>
                  <a:lnTo>
                    <a:pt x="294144" y="5902234"/>
                  </a:lnTo>
                  <a:lnTo>
                    <a:pt x="294144" y="5901803"/>
                  </a:lnTo>
                  <a:lnTo>
                    <a:pt x="294302" y="5901803"/>
                  </a:lnTo>
                  <a:lnTo>
                    <a:pt x="294302" y="5901373"/>
                  </a:lnTo>
                  <a:lnTo>
                    <a:pt x="294460" y="5901373"/>
                  </a:lnTo>
                  <a:lnTo>
                    <a:pt x="294617" y="5901373"/>
                  </a:lnTo>
                  <a:lnTo>
                    <a:pt x="294617" y="5900942"/>
                  </a:lnTo>
                  <a:lnTo>
                    <a:pt x="294775" y="5900942"/>
                  </a:lnTo>
                  <a:lnTo>
                    <a:pt x="294933" y="5900942"/>
                  </a:lnTo>
                  <a:lnTo>
                    <a:pt x="295090" y="5900942"/>
                  </a:lnTo>
                  <a:lnTo>
                    <a:pt x="295248" y="5900942"/>
                  </a:lnTo>
                  <a:lnTo>
                    <a:pt x="295248" y="5900511"/>
                  </a:lnTo>
                  <a:lnTo>
                    <a:pt x="295406" y="5900511"/>
                  </a:lnTo>
                  <a:lnTo>
                    <a:pt x="295406" y="5900081"/>
                  </a:lnTo>
                  <a:lnTo>
                    <a:pt x="295406" y="5899650"/>
                  </a:lnTo>
                  <a:lnTo>
                    <a:pt x="295406" y="5899220"/>
                  </a:lnTo>
                  <a:lnTo>
                    <a:pt x="295406" y="5898789"/>
                  </a:lnTo>
                  <a:lnTo>
                    <a:pt x="295406" y="5898358"/>
                  </a:lnTo>
                  <a:lnTo>
                    <a:pt x="295406" y="5897928"/>
                  </a:lnTo>
                  <a:lnTo>
                    <a:pt x="295564" y="5897928"/>
                  </a:lnTo>
                  <a:lnTo>
                    <a:pt x="295564" y="5897497"/>
                  </a:lnTo>
                  <a:lnTo>
                    <a:pt x="295721" y="5897497"/>
                  </a:lnTo>
                  <a:lnTo>
                    <a:pt x="295721" y="5897067"/>
                  </a:lnTo>
                  <a:lnTo>
                    <a:pt x="295879" y="5897067"/>
                  </a:lnTo>
                  <a:lnTo>
                    <a:pt x="295879" y="5896636"/>
                  </a:lnTo>
                  <a:lnTo>
                    <a:pt x="296037" y="5896636"/>
                  </a:lnTo>
                  <a:lnTo>
                    <a:pt x="296194" y="5896636"/>
                  </a:lnTo>
                  <a:lnTo>
                    <a:pt x="296352" y="5896636"/>
                  </a:lnTo>
                  <a:lnTo>
                    <a:pt x="296510" y="5896636"/>
                  </a:lnTo>
                  <a:lnTo>
                    <a:pt x="296510" y="5896205"/>
                  </a:lnTo>
                  <a:lnTo>
                    <a:pt x="296668" y="5896205"/>
                  </a:lnTo>
                  <a:lnTo>
                    <a:pt x="296825" y="5896205"/>
                  </a:lnTo>
                  <a:lnTo>
                    <a:pt x="296825" y="5895775"/>
                  </a:lnTo>
                  <a:lnTo>
                    <a:pt x="296983" y="5895775"/>
                  </a:lnTo>
                  <a:lnTo>
                    <a:pt x="296983" y="5895344"/>
                  </a:lnTo>
                  <a:lnTo>
                    <a:pt x="297141" y="5895344"/>
                  </a:lnTo>
                  <a:lnTo>
                    <a:pt x="297298" y="5895344"/>
                  </a:lnTo>
                  <a:lnTo>
                    <a:pt x="297298" y="5894914"/>
                  </a:lnTo>
                  <a:lnTo>
                    <a:pt x="297456" y="5894914"/>
                  </a:lnTo>
                  <a:lnTo>
                    <a:pt x="297614" y="5894914"/>
                  </a:lnTo>
                  <a:lnTo>
                    <a:pt x="297772" y="5894914"/>
                  </a:lnTo>
                  <a:lnTo>
                    <a:pt x="297929" y="5894914"/>
                  </a:lnTo>
                  <a:lnTo>
                    <a:pt x="297929" y="5894483"/>
                  </a:lnTo>
                  <a:lnTo>
                    <a:pt x="298087" y="5894483"/>
                  </a:lnTo>
                  <a:lnTo>
                    <a:pt x="298245" y="5894483"/>
                  </a:lnTo>
                  <a:lnTo>
                    <a:pt x="298402" y="5894483"/>
                  </a:lnTo>
                  <a:lnTo>
                    <a:pt x="298560" y="5894483"/>
                  </a:lnTo>
                  <a:lnTo>
                    <a:pt x="298718" y="5894483"/>
                  </a:lnTo>
                  <a:lnTo>
                    <a:pt x="298718" y="5894052"/>
                  </a:lnTo>
                  <a:lnTo>
                    <a:pt x="298876" y="5894052"/>
                  </a:lnTo>
                  <a:lnTo>
                    <a:pt x="299033" y="5894052"/>
                  </a:lnTo>
                  <a:lnTo>
                    <a:pt x="299033" y="5893622"/>
                  </a:lnTo>
                  <a:lnTo>
                    <a:pt x="299033" y="5893191"/>
                  </a:lnTo>
                  <a:lnTo>
                    <a:pt x="299191" y="5893191"/>
                  </a:lnTo>
                  <a:lnTo>
                    <a:pt x="299191" y="5892761"/>
                  </a:lnTo>
                  <a:lnTo>
                    <a:pt x="299191" y="5892330"/>
                  </a:lnTo>
                  <a:lnTo>
                    <a:pt x="299191" y="5891899"/>
                  </a:lnTo>
                  <a:lnTo>
                    <a:pt x="299191" y="5891469"/>
                  </a:lnTo>
                  <a:lnTo>
                    <a:pt x="299349" y="5891469"/>
                  </a:lnTo>
                  <a:lnTo>
                    <a:pt x="299349" y="5891038"/>
                  </a:lnTo>
                  <a:lnTo>
                    <a:pt x="299507" y="5891038"/>
                  </a:lnTo>
                  <a:lnTo>
                    <a:pt x="299664" y="5891038"/>
                  </a:lnTo>
                  <a:lnTo>
                    <a:pt x="299822" y="5891038"/>
                  </a:lnTo>
                  <a:lnTo>
                    <a:pt x="299980" y="5891038"/>
                  </a:lnTo>
                  <a:lnTo>
                    <a:pt x="299980" y="5890608"/>
                  </a:lnTo>
                  <a:lnTo>
                    <a:pt x="300137" y="5890608"/>
                  </a:lnTo>
                  <a:lnTo>
                    <a:pt x="300295" y="5890608"/>
                  </a:lnTo>
                  <a:lnTo>
                    <a:pt x="300295" y="5890177"/>
                  </a:lnTo>
                  <a:lnTo>
                    <a:pt x="300453" y="5890177"/>
                  </a:lnTo>
                  <a:lnTo>
                    <a:pt x="300453" y="5889746"/>
                  </a:lnTo>
                  <a:lnTo>
                    <a:pt x="300611" y="5889746"/>
                  </a:lnTo>
                  <a:lnTo>
                    <a:pt x="300611" y="5889316"/>
                  </a:lnTo>
                  <a:lnTo>
                    <a:pt x="300768" y="5889316"/>
                  </a:lnTo>
                  <a:lnTo>
                    <a:pt x="300926" y="5889316"/>
                  </a:lnTo>
                  <a:lnTo>
                    <a:pt x="301084" y="5889316"/>
                  </a:lnTo>
                  <a:lnTo>
                    <a:pt x="301241" y="5889316"/>
                  </a:lnTo>
                  <a:lnTo>
                    <a:pt x="301399" y="5889316"/>
                  </a:lnTo>
                  <a:lnTo>
                    <a:pt x="301557" y="5889316"/>
                  </a:lnTo>
                  <a:lnTo>
                    <a:pt x="301557" y="5888885"/>
                  </a:lnTo>
                  <a:lnTo>
                    <a:pt x="301557" y="5888455"/>
                  </a:lnTo>
                  <a:lnTo>
                    <a:pt x="301715" y="5888455"/>
                  </a:lnTo>
                  <a:lnTo>
                    <a:pt x="301872" y="5888455"/>
                  </a:lnTo>
                  <a:lnTo>
                    <a:pt x="302030" y="5888455"/>
                  </a:lnTo>
                  <a:lnTo>
                    <a:pt x="302030" y="5888024"/>
                  </a:lnTo>
                  <a:lnTo>
                    <a:pt x="302030" y="5887593"/>
                  </a:lnTo>
                  <a:lnTo>
                    <a:pt x="302188" y="5887593"/>
                  </a:lnTo>
                  <a:lnTo>
                    <a:pt x="302188" y="5887163"/>
                  </a:lnTo>
                  <a:lnTo>
                    <a:pt x="302345" y="5887163"/>
                  </a:lnTo>
                  <a:lnTo>
                    <a:pt x="302345" y="5886732"/>
                  </a:lnTo>
                  <a:lnTo>
                    <a:pt x="302503" y="5886732"/>
                  </a:lnTo>
                  <a:lnTo>
                    <a:pt x="302661" y="5886732"/>
                  </a:lnTo>
                  <a:lnTo>
                    <a:pt x="302819" y="5886732"/>
                  </a:lnTo>
                  <a:lnTo>
                    <a:pt x="302819" y="5886302"/>
                  </a:lnTo>
                  <a:lnTo>
                    <a:pt x="302976" y="5886302"/>
                  </a:lnTo>
                  <a:lnTo>
                    <a:pt x="303134" y="5886302"/>
                  </a:lnTo>
                  <a:lnTo>
                    <a:pt x="303292" y="5886302"/>
                  </a:lnTo>
                  <a:lnTo>
                    <a:pt x="303449" y="5886302"/>
                  </a:lnTo>
                  <a:lnTo>
                    <a:pt x="303607" y="5886302"/>
                  </a:lnTo>
                  <a:lnTo>
                    <a:pt x="303607" y="5885871"/>
                  </a:lnTo>
                  <a:lnTo>
                    <a:pt x="303765" y="5885871"/>
                  </a:lnTo>
                  <a:lnTo>
                    <a:pt x="303923" y="5885871"/>
                  </a:lnTo>
                  <a:lnTo>
                    <a:pt x="303923" y="5885440"/>
                  </a:lnTo>
                  <a:lnTo>
                    <a:pt x="303923" y="5885010"/>
                  </a:lnTo>
                  <a:lnTo>
                    <a:pt x="304080" y="5885010"/>
                  </a:lnTo>
                  <a:lnTo>
                    <a:pt x="304080" y="5884579"/>
                  </a:lnTo>
                  <a:lnTo>
                    <a:pt x="304080" y="5884149"/>
                  </a:lnTo>
                  <a:lnTo>
                    <a:pt x="304238" y="5884149"/>
                  </a:lnTo>
                  <a:lnTo>
                    <a:pt x="304396" y="5884149"/>
                  </a:lnTo>
                  <a:lnTo>
                    <a:pt x="304553" y="5884149"/>
                  </a:lnTo>
                  <a:lnTo>
                    <a:pt x="304553" y="5883718"/>
                  </a:lnTo>
                  <a:lnTo>
                    <a:pt x="304711" y="5883718"/>
                  </a:lnTo>
                  <a:lnTo>
                    <a:pt x="304711" y="5883287"/>
                  </a:lnTo>
                  <a:lnTo>
                    <a:pt x="304869" y="5883287"/>
                  </a:lnTo>
                  <a:lnTo>
                    <a:pt x="305027" y="5883287"/>
                  </a:lnTo>
                  <a:lnTo>
                    <a:pt x="305184" y="5883287"/>
                  </a:lnTo>
                  <a:lnTo>
                    <a:pt x="305342" y="5883287"/>
                  </a:lnTo>
                  <a:lnTo>
                    <a:pt x="305342" y="5882857"/>
                  </a:lnTo>
                  <a:lnTo>
                    <a:pt x="305342" y="5882426"/>
                  </a:lnTo>
                  <a:lnTo>
                    <a:pt x="305500" y="5882426"/>
                  </a:lnTo>
                  <a:lnTo>
                    <a:pt x="305658" y="5882426"/>
                  </a:lnTo>
                  <a:lnTo>
                    <a:pt x="305815" y="5882426"/>
                  </a:lnTo>
                  <a:lnTo>
                    <a:pt x="305973" y="5882426"/>
                  </a:lnTo>
                  <a:lnTo>
                    <a:pt x="306131" y="5882426"/>
                  </a:lnTo>
                  <a:lnTo>
                    <a:pt x="306288" y="5882426"/>
                  </a:lnTo>
                  <a:lnTo>
                    <a:pt x="306446" y="5882426"/>
                  </a:lnTo>
                  <a:lnTo>
                    <a:pt x="306446" y="5881996"/>
                  </a:lnTo>
                  <a:lnTo>
                    <a:pt x="306604" y="5881996"/>
                  </a:lnTo>
                  <a:lnTo>
                    <a:pt x="306762" y="5881996"/>
                  </a:lnTo>
                  <a:lnTo>
                    <a:pt x="306919" y="5881996"/>
                  </a:lnTo>
                  <a:lnTo>
                    <a:pt x="306919" y="5881565"/>
                  </a:lnTo>
                  <a:lnTo>
                    <a:pt x="307077" y="5881565"/>
                  </a:lnTo>
                  <a:lnTo>
                    <a:pt x="307235" y="5881565"/>
                  </a:lnTo>
                  <a:lnTo>
                    <a:pt x="307235" y="5881134"/>
                  </a:lnTo>
                  <a:lnTo>
                    <a:pt x="307392" y="5881134"/>
                  </a:lnTo>
                  <a:lnTo>
                    <a:pt x="307550" y="5881134"/>
                  </a:lnTo>
                  <a:lnTo>
                    <a:pt x="307708" y="5881134"/>
                  </a:lnTo>
                  <a:lnTo>
                    <a:pt x="307866" y="5881134"/>
                  </a:lnTo>
                  <a:lnTo>
                    <a:pt x="307866" y="5880704"/>
                  </a:lnTo>
                  <a:lnTo>
                    <a:pt x="308023" y="5880704"/>
                  </a:lnTo>
                  <a:lnTo>
                    <a:pt x="308181" y="5880704"/>
                  </a:lnTo>
                  <a:lnTo>
                    <a:pt x="308339" y="5880704"/>
                  </a:lnTo>
                  <a:lnTo>
                    <a:pt x="308496" y="5880704"/>
                  </a:lnTo>
                  <a:lnTo>
                    <a:pt x="308496" y="5880273"/>
                  </a:lnTo>
                  <a:lnTo>
                    <a:pt x="308496" y="5879843"/>
                  </a:lnTo>
                  <a:lnTo>
                    <a:pt x="308654" y="5879843"/>
                  </a:lnTo>
                  <a:lnTo>
                    <a:pt x="308654" y="5879412"/>
                  </a:lnTo>
                  <a:lnTo>
                    <a:pt x="308812" y="5879412"/>
                  </a:lnTo>
                  <a:lnTo>
                    <a:pt x="308812" y="5878981"/>
                  </a:lnTo>
                  <a:lnTo>
                    <a:pt x="308812" y="5878551"/>
                  </a:lnTo>
                  <a:lnTo>
                    <a:pt x="308970" y="5878551"/>
                  </a:lnTo>
                  <a:lnTo>
                    <a:pt x="309127" y="5878551"/>
                  </a:lnTo>
                  <a:lnTo>
                    <a:pt x="309285" y="5878551"/>
                  </a:lnTo>
                  <a:lnTo>
                    <a:pt x="309443" y="5878551"/>
                  </a:lnTo>
                  <a:lnTo>
                    <a:pt x="309600" y="5878551"/>
                  </a:lnTo>
                  <a:lnTo>
                    <a:pt x="309758" y="5878551"/>
                  </a:lnTo>
                  <a:lnTo>
                    <a:pt x="309916" y="5878551"/>
                  </a:lnTo>
                  <a:lnTo>
                    <a:pt x="309916" y="5878120"/>
                  </a:lnTo>
                  <a:lnTo>
                    <a:pt x="310074" y="5878120"/>
                  </a:lnTo>
                  <a:lnTo>
                    <a:pt x="310231" y="5878120"/>
                  </a:lnTo>
                  <a:lnTo>
                    <a:pt x="310389" y="5878120"/>
                  </a:lnTo>
                  <a:lnTo>
                    <a:pt x="310547" y="5878120"/>
                  </a:lnTo>
                  <a:lnTo>
                    <a:pt x="310705" y="5878120"/>
                  </a:lnTo>
                  <a:lnTo>
                    <a:pt x="310862" y="5878120"/>
                  </a:lnTo>
                  <a:lnTo>
                    <a:pt x="310862" y="5877690"/>
                  </a:lnTo>
                  <a:lnTo>
                    <a:pt x="310862" y="5877259"/>
                  </a:lnTo>
                  <a:lnTo>
                    <a:pt x="311020" y="5877259"/>
                  </a:lnTo>
                  <a:lnTo>
                    <a:pt x="311020" y="5876828"/>
                  </a:lnTo>
                  <a:lnTo>
                    <a:pt x="311020" y="5876398"/>
                  </a:lnTo>
                  <a:lnTo>
                    <a:pt x="311020" y="5875967"/>
                  </a:lnTo>
                  <a:lnTo>
                    <a:pt x="311178" y="5875967"/>
                  </a:lnTo>
                  <a:lnTo>
                    <a:pt x="311335" y="5875967"/>
                  </a:lnTo>
                  <a:lnTo>
                    <a:pt x="311493" y="5875967"/>
                  </a:lnTo>
                  <a:lnTo>
                    <a:pt x="311651" y="5875967"/>
                  </a:lnTo>
                  <a:lnTo>
                    <a:pt x="311809" y="5875967"/>
                  </a:lnTo>
                  <a:lnTo>
                    <a:pt x="311966" y="5875967"/>
                  </a:lnTo>
                  <a:lnTo>
                    <a:pt x="312124" y="5875967"/>
                  </a:lnTo>
                  <a:lnTo>
                    <a:pt x="312282" y="5875967"/>
                  </a:lnTo>
                  <a:lnTo>
                    <a:pt x="312439" y="5875967"/>
                  </a:lnTo>
                  <a:lnTo>
                    <a:pt x="312439" y="5875537"/>
                  </a:lnTo>
                  <a:lnTo>
                    <a:pt x="312597" y="5875537"/>
                  </a:lnTo>
                  <a:lnTo>
                    <a:pt x="312755" y="5875537"/>
                  </a:lnTo>
                  <a:lnTo>
                    <a:pt x="312755" y="5875106"/>
                  </a:lnTo>
                  <a:lnTo>
                    <a:pt x="312913" y="5875106"/>
                  </a:lnTo>
                  <a:lnTo>
                    <a:pt x="313070" y="5875106"/>
                  </a:lnTo>
                  <a:lnTo>
                    <a:pt x="313070" y="5874675"/>
                  </a:lnTo>
                  <a:lnTo>
                    <a:pt x="313070" y="5874245"/>
                  </a:lnTo>
                  <a:lnTo>
                    <a:pt x="313070" y="5873814"/>
                  </a:lnTo>
                  <a:lnTo>
                    <a:pt x="313228" y="5873814"/>
                  </a:lnTo>
                  <a:lnTo>
                    <a:pt x="313228" y="5873384"/>
                  </a:lnTo>
                  <a:lnTo>
                    <a:pt x="313386" y="5873384"/>
                  </a:lnTo>
                  <a:lnTo>
                    <a:pt x="313386" y="5872953"/>
                  </a:lnTo>
                  <a:lnTo>
                    <a:pt x="313386" y="5872522"/>
                  </a:lnTo>
                  <a:lnTo>
                    <a:pt x="313543" y="5872522"/>
                  </a:lnTo>
                  <a:lnTo>
                    <a:pt x="313543" y="5872092"/>
                  </a:lnTo>
                  <a:lnTo>
                    <a:pt x="313543" y="5871661"/>
                  </a:lnTo>
                  <a:lnTo>
                    <a:pt x="313701" y="5871661"/>
                  </a:lnTo>
                  <a:lnTo>
                    <a:pt x="313859" y="5871661"/>
                  </a:lnTo>
                  <a:lnTo>
                    <a:pt x="314017" y="5871661"/>
                  </a:lnTo>
                  <a:lnTo>
                    <a:pt x="314174" y="5871661"/>
                  </a:lnTo>
                  <a:lnTo>
                    <a:pt x="314174" y="5871231"/>
                  </a:lnTo>
                  <a:lnTo>
                    <a:pt x="314332" y="5871231"/>
                  </a:lnTo>
                  <a:lnTo>
                    <a:pt x="314490" y="5871231"/>
                  </a:lnTo>
                  <a:lnTo>
                    <a:pt x="314647" y="5871231"/>
                  </a:lnTo>
                  <a:lnTo>
                    <a:pt x="314805" y="5871231"/>
                  </a:lnTo>
                  <a:lnTo>
                    <a:pt x="314963" y="5871231"/>
                  </a:lnTo>
                  <a:lnTo>
                    <a:pt x="315121" y="5871231"/>
                  </a:lnTo>
                  <a:lnTo>
                    <a:pt x="315278" y="5871231"/>
                  </a:lnTo>
                  <a:lnTo>
                    <a:pt x="315278" y="5870800"/>
                  </a:lnTo>
                  <a:lnTo>
                    <a:pt x="315436" y="5870800"/>
                  </a:lnTo>
                  <a:lnTo>
                    <a:pt x="315594" y="5870800"/>
                  </a:lnTo>
                  <a:lnTo>
                    <a:pt x="315594" y="5870369"/>
                  </a:lnTo>
                  <a:lnTo>
                    <a:pt x="315594" y="5869939"/>
                  </a:lnTo>
                  <a:lnTo>
                    <a:pt x="315751" y="5869939"/>
                  </a:lnTo>
                  <a:lnTo>
                    <a:pt x="315909" y="5869939"/>
                  </a:lnTo>
                  <a:lnTo>
                    <a:pt x="316067" y="5869939"/>
                  </a:lnTo>
                  <a:lnTo>
                    <a:pt x="316225" y="5869939"/>
                  </a:lnTo>
                  <a:lnTo>
                    <a:pt x="316382" y="5869939"/>
                  </a:lnTo>
                  <a:lnTo>
                    <a:pt x="316540" y="5869939"/>
                  </a:lnTo>
                  <a:lnTo>
                    <a:pt x="316698" y="5869939"/>
                  </a:lnTo>
                  <a:lnTo>
                    <a:pt x="316698" y="5869508"/>
                  </a:lnTo>
                  <a:lnTo>
                    <a:pt x="316856" y="5869508"/>
                  </a:lnTo>
                  <a:lnTo>
                    <a:pt x="317013" y="5869508"/>
                  </a:lnTo>
                  <a:lnTo>
                    <a:pt x="317171" y="5869508"/>
                  </a:lnTo>
                  <a:lnTo>
                    <a:pt x="317329" y="5869508"/>
                  </a:lnTo>
                  <a:lnTo>
                    <a:pt x="317486" y="5869508"/>
                  </a:lnTo>
                  <a:lnTo>
                    <a:pt x="317486" y="5869078"/>
                  </a:lnTo>
                  <a:lnTo>
                    <a:pt x="317486" y="5868647"/>
                  </a:lnTo>
                  <a:lnTo>
                    <a:pt x="317644" y="5868647"/>
                  </a:lnTo>
                  <a:lnTo>
                    <a:pt x="317802" y="5868647"/>
                  </a:lnTo>
                  <a:lnTo>
                    <a:pt x="317802" y="5868216"/>
                  </a:lnTo>
                  <a:lnTo>
                    <a:pt x="317960" y="5868216"/>
                  </a:lnTo>
                  <a:lnTo>
                    <a:pt x="318117" y="5868216"/>
                  </a:lnTo>
                  <a:lnTo>
                    <a:pt x="318275" y="5868216"/>
                  </a:lnTo>
                  <a:lnTo>
                    <a:pt x="318433" y="5868216"/>
                  </a:lnTo>
                  <a:lnTo>
                    <a:pt x="318433" y="5867786"/>
                  </a:lnTo>
                  <a:lnTo>
                    <a:pt x="318590" y="5867786"/>
                  </a:lnTo>
                  <a:lnTo>
                    <a:pt x="318748" y="5867786"/>
                  </a:lnTo>
                  <a:lnTo>
                    <a:pt x="318748" y="5867355"/>
                  </a:lnTo>
                  <a:lnTo>
                    <a:pt x="318748" y="5866925"/>
                  </a:lnTo>
                  <a:lnTo>
                    <a:pt x="318748" y="5866494"/>
                  </a:lnTo>
                  <a:lnTo>
                    <a:pt x="318906" y="5866494"/>
                  </a:lnTo>
                  <a:lnTo>
                    <a:pt x="319064" y="5866494"/>
                  </a:lnTo>
                  <a:lnTo>
                    <a:pt x="319221" y="5866494"/>
                  </a:lnTo>
                  <a:lnTo>
                    <a:pt x="319379" y="5866494"/>
                  </a:lnTo>
                  <a:lnTo>
                    <a:pt x="319379" y="5866063"/>
                  </a:lnTo>
                  <a:lnTo>
                    <a:pt x="319537" y="5866063"/>
                  </a:lnTo>
                  <a:lnTo>
                    <a:pt x="319694" y="5866063"/>
                  </a:lnTo>
                  <a:lnTo>
                    <a:pt x="319852" y="5866063"/>
                  </a:lnTo>
                  <a:lnTo>
                    <a:pt x="319852" y="5865633"/>
                  </a:lnTo>
                  <a:lnTo>
                    <a:pt x="320010" y="5865633"/>
                  </a:lnTo>
                  <a:lnTo>
                    <a:pt x="320010" y="5865202"/>
                  </a:lnTo>
                  <a:lnTo>
                    <a:pt x="320168" y="5865202"/>
                  </a:lnTo>
                  <a:lnTo>
                    <a:pt x="320168" y="5864772"/>
                  </a:lnTo>
                  <a:lnTo>
                    <a:pt x="320168" y="5864341"/>
                  </a:lnTo>
                  <a:lnTo>
                    <a:pt x="320168" y="5863910"/>
                  </a:lnTo>
                  <a:lnTo>
                    <a:pt x="320168" y="5863480"/>
                  </a:lnTo>
                  <a:lnTo>
                    <a:pt x="320325" y="5863480"/>
                  </a:lnTo>
                  <a:lnTo>
                    <a:pt x="320483" y="5863480"/>
                  </a:lnTo>
                  <a:lnTo>
                    <a:pt x="320641" y="5863480"/>
                  </a:lnTo>
                  <a:lnTo>
                    <a:pt x="320798" y="5863480"/>
                  </a:lnTo>
                  <a:lnTo>
                    <a:pt x="320798" y="5863049"/>
                  </a:lnTo>
                  <a:lnTo>
                    <a:pt x="320956" y="5863049"/>
                  </a:lnTo>
                  <a:lnTo>
                    <a:pt x="321114" y="5863049"/>
                  </a:lnTo>
                  <a:lnTo>
                    <a:pt x="321272" y="5863049"/>
                  </a:lnTo>
                  <a:lnTo>
                    <a:pt x="321272" y="5862619"/>
                  </a:lnTo>
                  <a:lnTo>
                    <a:pt x="321429" y="5862619"/>
                  </a:lnTo>
                  <a:lnTo>
                    <a:pt x="321587" y="5862619"/>
                  </a:lnTo>
                  <a:lnTo>
                    <a:pt x="321745" y="5862619"/>
                  </a:lnTo>
                  <a:lnTo>
                    <a:pt x="321903" y="5862619"/>
                  </a:lnTo>
                  <a:lnTo>
                    <a:pt x="322060" y="5862619"/>
                  </a:lnTo>
                  <a:lnTo>
                    <a:pt x="322218" y="5862619"/>
                  </a:lnTo>
                  <a:lnTo>
                    <a:pt x="322376" y="5862619"/>
                  </a:lnTo>
                  <a:lnTo>
                    <a:pt x="322533" y="5862619"/>
                  </a:lnTo>
                  <a:lnTo>
                    <a:pt x="322691" y="5862619"/>
                  </a:lnTo>
                  <a:lnTo>
                    <a:pt x="322691" y="5862188"/>
                  </a:lnTo>
                  <a:lnTo>
                    <a:pt x="322849" y="5862188"/>
                  </a:lnTo>
                  <a:lnTo>
                    <a:pt x="322849" y="5861757"/>
                  </a:lnTo>
                  <a:lnTo>
                    <a:pt x="322849" y="5861327"/>
                  </a:lnTo>
                  <a:lnTo>
                    <a:pt x="323007" y="5861327"/>
                  </a:lnTo>
                  <a:lnTo>
                    <a:pt x="323007" y="5860896"/>
                  </a:lnTo>
                  <a:lnTo>
                    <a:pt x="323164" y="5860896"/>
                  </a:lnTo>
                  <a:lnTo>
                    <a:pt x="323322" y="5860896"/>
                  </a:lnTo>
                  <a:lnTo>
                    <a:pt x="323480" y="5860896"/>
                  </a:lnTo>
                  <a:lnTo>
                    <a:pt x="323480" y="5860466"/>
                  </a:lnTo>
                  <a:lnTo>
                    <a:pt x="323637" y="5860466"/>
                  </a:lnTo>
                  <a:lnTo>
                    <a:pt x="323637" y="5860035"/>
                  </a:lnTo>
                  <a:lnTo>
                    <a:pt x="323795" y="5860035"/>
                  </a:lnTo>
                  <a:lnTo>
                    <a:pt x="323795" y="5859604"/>
                  </a:lnTo>
                  <a:lnTo>
                    <a:pt x="323953" y="5859604"/>
                  </a:lnTo>
                  <a:lnTo>
                    <a:pt x="324111" y="5859604"/>
                  </a:lnTo>
                  <a:lnTo>
                    <a:pt x="324268" y="5859604"/>
                  </a:lnTo>
                  <a:lnTo>
                    <a:pt x="324426" y="5859604"/>
                  </a:lnTo>
                  <a:lnTo>
                    <a:pt x="324584" y="5859604"/>
                  </a:lnTo>
                  <a:lnTo>
                    <a:pt x="324741" y="5859604"/>
                  </a:lnTo>
                  <a:lnTo>
                    <a:pt x="324899" y="5859604"/>
                  </a:lnTo>
                  <a:lnTo>
                    <a:pt x="325057" y="5859604"/>
                  </a:lnTo>
                  <a:lnTo>
                    <a:pt x="325057" y="5859174"/>
                  </a:lnTo>
                  <a:lnTo>
                    <a:pt x="325215" y="5859174"/>
                  </a:lnTo>
                  <a:lnTo>
                    <a:pt x="325215" y="5858743"/>
                  </a:lnTo>
                  <a:lnTo>
                    <a:pt x="325372" y="5858743"/>
                  </a:lnTo>
                  <a:lnTo>
                    <a:pt x="325372" y="5858313"/>
                  </a:lnTo>
                  <a:lnTo>
                    <a:pt x="325530" y="5858313"/>
                  </a:lnTo>
                  <a:lnTo>
                    <a:pt x="325530" y="5857882"/>
                  </a:lnTo>
                  <a:lnTo>
                    <a:pt x="325530" y="5857451"/>
                  </a:lnTo>
                  <a:lnTo>
                    <a:pt x="325688" y="5857451"/>
                  </a:lnTo>
                  <a:lnTo>
                    <a:pt x="325845" y="5857451"/>
                  </a:lnTo>
                  <a:lnTo>
                    <a:pt x="325845" y="5857021"/>
                  </a:lnTo>
                  <a:lnTo>
                    <a:pt x="325845" y="5856590"/>
                  </a:lnTo>
                  <a:lnTo>
                    <a:pt x="326003" y="5856590"/>
                  </a:lnTo>
                  <a:lnTo>
                    <a:pt x="326161" y="5856590"/>
                  </a:lnTo>
                  <a:lnTo>
                    <a:pt x="326319" y="5856590"/>
                  </a:lnTo>
                  <a:lnTo>
                    <a:pt x="326476" y="5856590"/>
                  </a:lnTo>
                  <a:lnTo>
                    <a:pt x="326476" y="5856160"/>
                  </a:lnTo>
                  <a:lnTo>
                    <a:pt x="326476" y="5855729"/>
                  </a:lnTo>
                  <a:lnTo>
                    <a:pt x="326634" y="5855729"/>
                  </a:lnTo>
                  <a:lnTo>
                    <a:pt x="326634" y="5855298"/>
                  </a:lnTo>
                  <a:lnTo>
                    <a:pt x="326792" y="5855298"/>
                  </a:lnTo>
                  <a:lnTo>
                    <a:pt x="326792" y="5854868"/>
                  </a:lnTo>
                  <a:lnTo>
                    <a:pt x="326792" y="5854437"/>
                  </a:lnTo>
                  <a:lnTo>
                    <a:pt x="326792" y="5854007"/>
                  </a:lnTo>
                  <a:lnTo>
                    <a:pt x="326949" y="5854007"/>
                  </a:lnTo>
                  <a:lnTo>
                    <a:pt x="327107" y="5854007"/>
                  </a:lnTo>
                  <a:lnTo>
                    <a:pt x="327107" y="5853576"/>
                  </a:lnTo>
                  <a:lnTo>
                    <a:pt x="327265" y="5853576"/>
                  </a:lnTo>
                  <a:lnTo>
                    <a:pt x="327265" y="5853145"/>
                  </a:lnTo>
                  <a:lnTo>
                    <a:pt x="327265" y="5852715"/>
                  </a:lnTo>
                  <a:lnTo>
                    <a:pt x="327265" y="5852284"/>
                  </a:lnTo>
                  <a:lnTo>
                    <a:pt x="327423" y="5852284"/>
                  </a:lnTo>
                  <a:lnTo>
                    <a:pt x="327580" y="5852284"/>
                  </a:lnTo>
                  <a:lnTo>
                    <a:pt x="327580" y="5851854"/>
                  </a:lnTo>
                  <a:lnTo>
                    <a:pt x="327738" y="5851854"/>
                  </a:lnTo>
                  <a:lnTo>
                    <a:pt x="327896" y="5851854"/>
                  </a:lnTo>
                  <a:lnTo>
                    <a:pt x="327896" y="5851423"/>
                  </a:lnTo>
                  <a:lnTo>
                    <a:pt x="328054" y="5851423"/>
                  </a:lnTo>
                  <a:lnTo>
                    <a:pt x="328211" y="5851423"/>
                  </a:lnTo>
                  <a:lnTo>
                    <a:pt x="328369" y="5851423"/>
                  </a:lnTo>
                  <a:lnTo>
                    <a:pt x="328369" y="5850992"/>
                  </a:lnTo>
                  <a:lnTo>
                    <a:pt x="328527" y="5850992"/>
                  </a:lnTo>
                  <a:lnTo>
                    <a:pt x="328684" y="5850992"/>
                  </a:lnTo>
                  <a:lnTo>
                    <a:pt x="328842" y="5850992"/>
                  </a:lnTo>
                  <a:lnTo>
                    <a:pt x="329000" y="5850992"/>
                  </a:lnTo>
                  <a:lnTo>
                    <a:pt x="329000" y="5850562"/>
                  </a:lnTo>
                  <a:lnTo>
                    <a:pt x="329158" y="5850562"/>
                  </a:lnTo>
                  <a:lnTo>
                    <a:pt x="329315" y="5850562"/>
                  </a:lnTo>
                  <a:lnTo>
                    <a:pt x="329473" y="5850562"/>
                  </a:lnTo>
                  <a:lnTo>
                    <a:pt x="329631" y="5850562"/>
                  </a:lnTo>
                  <a:lnTo>
                    <a:pt x="329788" y="5850562"/>
                  </a:lnTo>
                  <a:lnTo>
                    <a:pt x="329946" y="5850562"/>
                  </a:lnTo>
                  <a:lnTo>
                    <a:pt x="329946" y="5850131"/>
                  </a:lnTo>
                  <a:lnTo>
                    <a:pt x="329946" y="5849701"/>
                  </a:lnTo>
                  <a:lnTo>
                    <a:pt x="330104" y="5849701"/>
                  </a:lnTo>
                  <a:lnTo>
                    <a:pt x="330262" y="5849701"/>
                  </a:lnTo>
                  <a:lnTo>
                    <a:pt x="330262" y="5849270"/>
                  </a:lnTo>
                  <a:lnTo>
                    <a:pt x="330419" y="5849270"/>
                  </a:lnTo>
                  <a:lnTo>
                    <a:pt x="330577" y="5849270"/>
                  </a:lnTo>
                  <a:lnTo>
                    <a:pt x="330735" y="5849270"/>
                  </a:lnTo>
                  <a:lnTo>
                    <a:pt x="330892" y="5849270"/>
                  </a:lnTo>
                  <a:lnTo>
                    <a:pt x="330892" y="5848839"/>
                  </a:lnTo>
                  <a:lnTo>
                    <a:pt x="330892" y="5848409"/>
                  </a:lnTo>
                  <a:lnTo>
                    <a:pt x="331050" y="5848409"/>
                  </a:lnTo>
                  <a:lnTo>
                    <a:pt x="331050" y="5847978"/>
                  </a:lnTo>
                  <a:lnTo>
                    <a:pt x="331050" y="5847548"/>
                  </a:lnTo>
                  <a:lnTo>
                    <a:pt x="331050" y="5847117"/>
                  </a:lnTo>
                  <a:lnTo>
                    <a:pt x="331208" y="5847117"/>
                  </a:lnTo>
                  <a:lnTo>
                    <a:pt x="331366" y="5847117"/>
                  </a:lnTo>
                  <a:lnTo>
                    <a:pt x="331523" y="5847117"/>
                  </a:lnTo>
                  <a:lnTo>
                    <a:pt x="331523" y="5846686"/>
                  </a:lnTo>
                  <a:lnTo>
                    <a:pt x="331681" y="5846686"/>
                  </a:lnTo>
                  <a:lnTo>
                    <a:pt x="331839" y="5846686"/>
                  </a:lnTo>
                  <a:lnTo>
                    <a:pt x="331996" y="5846686"/>
                  </a:lnTo>
                  <a:lnTo>
                    <a:pt x="332154" y="5846686"/>
                  </a:lnTo>
                  <a:lnTo>
                    <a:pt x="332312" y="5846686"/>
                  </a:lnTo>
                  <a:lnTo>
                    <a:pt x="332312" y="5846256"/>
                  </a:lnTo>
                  <a:lnTo>
                    <a:pt x="332312" y="5845825"/>
                  </a:lnTo>
                  <a:lnTo>
                    <a:pt x="332470" y="5845825"/>
                  </a:lnTo>
                  <a:lnTo>
                    <a:pt x="332627" y="5845825"/>
                  </a:lnTo>
                  <a:lnTo>
                    <a:pt x="332627" y="5845395"/>
                  </a:lnTo>
                  <a:lnTo>
                    <a:pt x="332785" y="5845395"/>
                  </a:lnTo>
                  <a:lnTo>
                    <a:pt x="332785" y="5844964"/>
                  </a:lnTo>
                  <a:lnTo>
                    <a:pt x="332943" y="5844964"/>
                  </a:lnTo>
                  <a:lnTo>
                    <a:pt x="332943" y="5844533"/>
                  </a:lnTo>
                  <a:lnTo>
                    <a:pt x="333101" y="5844533"/>
                  </a:lnTo>
                  <a:lnTo>
                    <a:pt x="333101" y="5844103"/>
                  </a:lnTo>
                  <a:lnTo>
                    <a:pt x="333101" y="5843672"/>
                  </a:lnTo>
                  <a:lnTo>
                    <a:pt x="333101" y="5843242"/>
                  </a:lnTo>
                  <a:lnTo>
                    <a:pt x="333258" y="5843242"/>
                  </a:lnTo>
                  <a:lnTo>
                    <a:pt x="333416" y="5843242"/>
                  </a:lnTo>
                  <a:lnTo>
                    <a:pt x="333574" y="5843242"/>
                  </a:lnTo>
                  <a:lnTo>
                    <a:pt x="333731" y="5843242"/>
                  </a:lnTo>
                  <a:lnTo>
                    <a:pt x="333889" y="5843242"/>
                  </a:lnTo>
                  <a:lnTo>
                    <a:pt x="333889" y="5842811"/>
                  </a:lnTo>
                  <a:lnTo>
                    <a:pt x="333889" y="5842380"/>
                  </a:lnTo>
                  <a:lnTo>
                    <a:pt x="334047" y="5842380"/>
                  </a:lnTo>
                  <a:lnTo>
                    <a:pt x="334205" y="5842380"/>
                  </a:lnTo>
                  <a:lnTo>
                    <a:pt x="334362" y="5842380"/>
                  </a:lnTo>
                  <a:lnTo>
                    <a:pt x="334520" y="5842380"/>
                  </a:lnTo>
                  <a:lnTo>
                    <a:pt x="334678" y="5842380"/>
                  </a:lnTo>
                  <a:lnTo>
                    <a:pt x="334678" y="5841950"/>
                  </a:lnTo>
                  <a:lnTo>
                    <a:pt x="334835" y="5841950"/>
                  </a:lnTo>
                  <a:lnTo>
                    <a:pt x="334835" y="5841519"/>
                  </a:lnTo>
                  <a:lnTo>
                    <a:pt x="334835" y="5841089"/>
                  </a:lnTo>
                  <a:lnTo>
                    <a:pt x="334835" y="5840658"/>
                  </a:lnTo>
                  <a:lnTo>
                    <a:pt x="334993" y="5840658"/>
                  </a:lnTo>
                  <a:lnTo>
                    <a:pt x="334993" y="5840227"/>
                  </a:lnTo>
                  <a:lnTo>
                    <a:pt x="335151" y="5840227"/>
                  </a:lnTo>
                  <a:lnTo>
                    <a:pt x="335151" y="5839797"/>
                  </a:lnTo>
                  <a:lnTo>
                    <a:pt x="335309" y="5839797"/>
                  </a:lnTo>
                  <a:lnTo>
                    <a:pt x="335466" y="5839797"/>
                  </a:lnTo>
                  <a:lnTo>
                    <a:pt x="335466" y="5839366"/>
                  </a:lnTo>
                  <a:lnTo>
                    <a:pt x="335466" y="5838936"/>
                  </a:lnTo>
                  <a:lnTo>
                    <a:pt x="335466" y="5838505"/>
                  </a:lnTo>
                  <a:lnTo>
                    <a:pt x="335624" y="5838505"/>
                  </a:lnTo>
                  <a:lnTo>
                    <a:pt x="335782" y="5838505"/>
                  </a:lnTo>
                  <a:lnTo>
                    <a:pt x="335782" y="5838074"/>
                  </a:lnTo>
                  <a:lnTo>
                    <a:pt x="335939" y="5838074"/>
                  </a:lnTo>
                  <a:lnTo>
                    <a:pt x="335939" y="5837644"/>
                  </a:lnTo>
                  <a:lnTo>
                    <a:pt x="336097" y="5837644"/>
                  </a:lnTo>
                  <a:lnTo>
                    <a:pt x="336097" y="5837213"/>
                  </a:lnTo>
                  <a:lnTo>
                    <a:pt x="336255" y="5837213"/>
                  </a:lnTo>
                  <a:lnTo>
                    <a:pt x="336413" y="5837213"/>
                  </a:lnTo>
                  <a:lnTo>
                    <a:pt x="336413" y="5836783"/>
                  </a:lnTo>
                  <a:lnTo>
                    <a:pt x="336570" y="5836783"/>
                  </a:lnTo>
                  <a:lnTo>
                    <a:pt x="336728" y="5836783"/>
                  </a:lnTo>
                  <a:lnTo>
                    <a:pt x="336728" y="5836352"/>
                  </a:lnTo>
                  <a:lnTo>
                    <a:pt x="336886" y="5836352"/>
                  </a:lnTo>
                  <a:lnTo>
                    <a:pt x="337043" y="5836352"/>
                  </a:lnTo>
                  <a:lnTo>
                    <a:pt x="337043" y="5835921"/>
                  </a:lnTo>
                  <a:lnTo>
                    <a:pt x="337201" y="5835921"/>
                  </a:lnTo>
                  <a:lnTo>
                    <a:pt x="337359" y="5835921"/>
                  </a:lnTo>
                  <a:lnTo>
                    <a:pt x="337517" y="5835921"/>
                  </a:lnTo>
                  <a:lnTo>
                    <a:pt x="337674" y="5835921"/>
                  </a:lnTo>
                  <a:lnTo>
                    <a:pt x="337674" y="5835491"/>
                  </a:lnTo>
                  <a:lnTo>
                    <a:pt x="337832" y="5835491"/>
                  </a:lnTo>
                  <a:lnTo>
                    <a:pt x="337990" y="5835491"/>
                  </a:lnTo>
                  <a:lnTo>
                    <a:pt x="337990" y="5835060"/>
                  </a:lnTo>
                  <a:lnTo>
                    <a:pt x="338147" y="5835060"/>
                  </a:lnTo>
                  <a:lnTo>
                    <a:pt x="338305" y="5835060"/>
                  </a:lnTo>
                  <a:lnTo>
                    <a:pt x="338463" y="5835060"/>
                  </a:lnTo>
                  <a:lnTo>
                    <a:pt x="338463" y="5834630"/>
                  </a:lnTo>
                  <a:lnTo>
                    <a:pt x="338621" y="5834630"/>
                  </a:lnTo>
                  <a:lnTo>
                    <a:pt x="338778" y="5834630"/>
                  </a:lnTo>
                  <a:lnTo>
                    <a:pt x="338936" y="5834630"/>
                  </a:lnTo>
                  <a:lnTo>
                    <a:pt x="338936" y="5834199"/>
                  </a:lnTo>
                  <a:lnTo>
                    <a:pt x="339094" y="5834199"/>
                  </a:lnTo>
                  <a:lnTo>
                    <a:pt x="339252" y="5834199"/>
                  </a:lnTo>
                  <a:lnTo>
                    <a:pt x="339409" y="5834199"/>
                  </a:lnTo>
                  <a:lnTo>
                    <a:pt x="339567" y="5834199"/>
                  </a:lnTo>
                  <a:lnTo>
                    <a:pt x="339567" y="5833768"/>
                  </a:lnTo>
                  <a:lnTo>
                    <a:pt x="339725" y="5833768"/>
                  </a:lnTo>
                  <a:lnTo>
                    <a:pt x="339882" y="5833768"/>
                  </a:lnTo>
                  <a:lnTo>
                    <a:pt x="340040" y="5833768"/>
                  </a:lnTo>
                  <a:lnTo>
                    <a:pt x="340198" y="5833768"/>
                  </a:lnTo>
                  <a:lnTo>
                    <a:pt x="340356" y="5833768"/>
                  </a:lnTo>
                  <a:lnTo>
                    <a:pt x="340513" y="5833768"/>
                  </a:lnTo>
                  <a:lnTo>
                    <a:pt x="340671" y="5833768"/>
                  </a:lnTo>
                  <a:lnTo>
                    <a:pt x="340671" y="5833338"/>
                  </a:lnTo>
                  <a:lnTo>
                    <a:pt x="340671" y="5832907"/>
                  </a:lnTo>
                  <a:lnTo>
                    <a:pt x="340671" y="5832477"/>
                  </a:lnTo>
                  <a:lnTo>
                    <a:pt x="340671" y="5832046"/>
                  </a:lnTo>
                  <a:lnTo>
                    <a:pt x="340829" y="5832046"/>
                  </a:lnTo>
                  <a:lnTo>
                    <a:pt x="340986" y="5832046"/>
                  </a:lnTo>
                  <a:lnTo>
                    <a:pt x="340986" y="5831615"/>
                  </a:lnTo>
                  <a:lnTo>
                    <a:pt x="341144" y="5831615"/>
                  </a:lnTo>
                  <a:lnTo>
                    <a:pt x="341144" y="5831185"/>
                  </a:lnTo>
                  <a:lnTo>
                    <a:pt x="341144" y="5830754"/>
                  </a:lnTo>
                  <a:lnTo>
                    <a:pt x="341302" y="5830754"/>
                  </a:lnTo>
                  <a:lnTo>
                    <a:pt x="341460" y="5830754"/>
                  </a:lnTo>
                  <a:lnTo>
                    <a:pt x="341460" y="5830324"/>
                  </a:lnTo>
                  <a:lnTo>
                    <a:pt x="341617" y="5830324"/>
                  </a:lnTo>
                  <a:lnTo>
                    <a:pt x="341775" y="5830324"/>
                  </a:lnTo>
                  <a:lnTo>
                    <a:pt x="341775" y="5829893"/>
                  </a:lnTo>
                  <a:lnTo>
                    <a:pt x="341933" y="5829893"/>
                  </a:lnTo>
                  <a:lnTo>
                    <a:pt x="341933" y="5829462"/>
                  </a:lnTo>
                  <a:lnTo>
                    <a:pt x="341933" y="5829032"/>
                  </a:lnTo>
                  <a:lnTo>
                    <a:pt x="341933" y="5828601"/>
                  </a:lnTo>
                  <a:lnTo>
                    <a:pt x="341933" y="5828171"/>
                  </a:lnTo>
                  <a:lnTo>
                    <a:pt x="342090" y="5828171"/>
                  </a:lnTo>
                  <a:lnTo>
                    <a:pt x="342248" y="5828171"/>
                  </a:lnTo>
                  <a:lnTo>
                    <a:pt x="342248" y="5827740"/>
                  </a:lnTo>
                  <a:lnTo>
                    <a:pt x="342248" y="5827309"/>
                  </a:lnTo>
                  <a:lnTo>
                    <a:pt x="342248" y="5826879"/>
                  </a:lnTo>
                  <a:lnTo>
                    <a:pt x="342406" y="5826879"/>
                  </a:lnTo>
                  <a:lnTo>
                    <a:pt x="342564" y="5826879"/>
                  </a:lnTo>
                  <a:lnTo>
                    <a:pt x="342564" y="5826448"/>
                  </a:lnTo>
                  <a:lnTo>
                    <a:pt x="342721" y="5826448"/>
                  </a:lnTo>
                  <a:lnTo>
                    <a:pt x="342879" y="5826448"/>
                  </a:lnTo>
                  <a:lnTo>
                    <a:pt x="343037" y="5826448"/>
                  </a:lnTo>
                  <a:lnTo>
                    <a:pt x="343194" y="5826448"/>
                  </a:lnTo>
                  <a:lnTo>
                    <a:pt x="343352" y="5826448"/>
                  </a:lnTo>
                  <a:lnTo>
                    <a:pt x="343510" y="5826448"/>
                  </a:lnTo>
                  <a:lnTo>
                    <a:pt x="343668" y="5826448"/>
                  </a:lnTo>
                  <a:lnTo>
                    <a:pt x="343668" y="5826018"/>
                  </a:lnTo>
                  <a:lnTo>
                    <a:pt x="343825" y="5826018"/>
                  </a:lnTo>
                  <a:lnTo>
                    <a:pt x="343983" y="5826018"/>
                  </a:lnTo>
                  <a:lnTo>
                    <a:pt x="344141" y="5826018"/>
                  </a:lnTo>
                  <a:lnTo>
                    <a:pt x="344299" y="5826018"/>
                  </a:lnTo>
                  <a:lnTo>
                    <a:pt x="344456" y="5826018"/>
                  </a:lnTo>
                  <a:lnTo>
                    <a:pt x="344614" y="5826018"/>
                  </a:lnTo>
                  <a:lnTo>
                    <a:pt x="344772" y="5826018"/>
                  </a:lnTo>
                  <a:lnTo>
                    <a:pt x="344929" y="5826018"/>
                  </a:lnTo>
                  <a:lnTo>
                    <a:pt x="344929" y="5825587"/>
                  </a:lnTo>
                  <a:lnTo>
                    <a:pt x="344929" y="5825156"/>
                  </a:lnTo>
                  <a:lnTo>
                    <a:pt x="344929" y="5824726"/>
                  </a:lnTo>
                  <a:lnTo>
                    <a:pt x="345087" y="5824726"/>
                  </a:lnTo>
                  <a:lnTo>
                    <a:pt x="345087" y="5824295"/>
                  </a:lnTo>
                  <a:lnTo>
                    <a:pt x="345087" y="5823865"/>
                  </a:lnTo>
                  <a:lnTo>
                    <a:pt x="345087" y="5823434"/>
                  </a:lnTo>
                  <a:lnTo>
                    <a:pt x="345087" y="5823003"/>
                  </a:lnTo>
                  <a:lnTo>
                    <a:pt x="345087" y="5822573"/>
                  </a:lnTo>
                  <a:lnTo>
                    <a:pt x="345245" y="5822573"/>
                  </a:lnTo>
                  <a:lnTo>
                    <a:pt x="345403" y="5822573"/>
                  </a:lnTo>
                  <a:lnTo>
                    <a:pt x="345560" y="5822573"/>
                  </a:lnTo>
                  <a:lnTo>
                    <a:pt x="345718" y="5822573"/>
                  </a:lnTo>
                  <a:lnTo>
                    <a:pt x="345876" y="5822573"/>
                  </a:lnTo>
                  <a:lnTo>
                    <a:pt x="345876" y="5822142"/>
                  </a:lnTo>
                  <a:lnTo>
                    <a:pt x="345876" y="5821712"/>
                  </a:lnTo>
                  <a:lnTo>
                    <a:pt x="346033" y="5821712"/>
                  </a:lnTo>
                  <a:lnTo>
                    <a:pt x="346033" y="5821281"/>
                  </a:lnTo>
                  <a:lnTo>
                    <a:pt x="346191" y="5821281"/>
                  </a:lnTo>
                  <a:lnTo>
                    <a:pt x="346349" y="5821281"/>
                  </a:lnTo>
                  <a:lnTo>
                    <a:pt x="346349" y="5820850"/>
                  </a:lnTo>
                  <a:lnTo>
                    <a:pt x="346507" y="5820850"/>
                  </a:lnTo>
                  <a:lnTo>
                    <a:pt x="346507" y="5820420"/>
                  </a:lnTo>
                  <a:lnTo>
                    <a:pt x="346664" y="5820420"/>
                  </a:lnTo>
                  <a:lnTo>
                    <a:pt x="346822" y="5820420"/>
                  </a:lnTo>
                  <a:lnTo>
                    <a:pt x="346822" y="5819989"/>
                  </a:lnTo>
                  <a:lnTo>
                    <a:pt x="346822" y="5819559"/>
                  </a:lnTo>
                  <a:lnTo>
                    <a:pt x="346822" y="5819128"/>
                  </a:lnTo>
                  <a:lnTo>
                    <a:pt x="346980" y="5819128"/>
                  </a:lnTo>
                  <a:lnTo>
                    <a:pt x="347137" y="5819128"/>
                  </a:lnTo>
                  <a:lnTo>
                    <a:pt x="347295" y="5819128"/>
                  </a:lnTo>
                  <a:lnTo>
                    <a:pt x="347453" y="5819128"/>
                  </a:lnTo>
                  <a:lnTo>
                    <a:pt x="347611" y="5819128"/>
                  </a:lnTo>
                  <a:lnTo>
                    <a:pt x="347611" y="5818697"/>
                  </a:lnTo>
                  <a:lnTo>
                    <a:pt x="347611" y="5818267"/>
                  </a:lnTo>
                  <a:lnTo>
                    <a:pt x="347611" y="5817836"/>
                  </a:lnTo>
                  <a:lnTo>
                    <a:pt x="347768" y="5817836"/>
                  </a:lnTo>
                  <a:lnTo>
                    <a:pt x="347926" y="5817836"/>
                  </a:lnTo>
                  <a:lnTo>
                    <a:pt x="347926" y="5817406"/>
                  </a:lnTo>
                  <a:lnTo>
                    <a:pt x="348084" y="5817406"/>
                  </a:lnTo>
                  <a:lnTo>
                    <a:pt x="348241" y="5817406"/>
                  </a:lnTo>
                  <a:lnTo>
                    <a:pt x="348399" y="5817406"/>
                  </a:lnTo>
                  <a:lnTo>
                    <a:pt x="348399" y="5816975"/>
                  </a:lnTo>
                  <a:lnTo>
                    <a:pt x="348557" y="5816975"/>
                  </a:lnTo>
                  <a:lnTo>
                    <a:pt x="348715" y="5816975"/>
                  </a:lnTo>
                  <a:lnTo>
                    <a:pt x="348715" y="5816544"/>
                  </a:lnTo>
                  <a:lnTo>
                    <a:pt x="348872" y="5816544"/>
                  </a:lnTo>
                  <a:lnTo>
                    <a:pt x="349030" y="5816544"/>
                  </a:lnTo>
                  <a:lnTo>
                    <a:pt x="349030" y="5816114"/>
                  </a:lnTo>
                  <a:lnTo>
                    <a:pt x="349188" y="5816114"/>
                  </a:lnTo>
                  <a:lnTo>
                    <a:pt x="349188" y="5815683"/>
                  </a:lnTo>
                  <a:lnTo>
                    <a:pt x="349345" y="5815683"/>
                  </a:lnTo>
                  <a:lnTo>
                    <a:pt x="349503" y="5815683"/>
                  </a:lnTo>
                  <a:lnTo>
                    <a:pt x="349503" y="5815253"/>
                  </a:lnTo>
                  <a:lnTo>
                    <a:pt x="349503" y="5814822"/>
                  </a:lnTo>
                  <a:lnTo>
                    <a:pt x="349661" y="5814822"/>
                  </a:lnTo>
                  <a:lnTo>
                    <a:pt x="349819" y="5814822"/>
                  </a:lnTo>
                  <a:lnTo>
                    <a:pt x="349976" y="5814822"/>
                  </a:lnTo>
                  <a:lnTo>
                    <a:pt x="350134" y="5814822"/>
                  </a:lnTo>
                  <a:lnTo>
                    <a:pt x="350292" y="5814822"/>
                  </a:lnTo>
                  <a:lnTo>
                    <a:pt x="350450" y="5814822"/>
                  </a:lnTo>
                  <a:lnTo>
                    <a:pt x="350607" y="5814822"/>
                  </a:lnTo>
                  <a:lnTo>
                    <a:pt x="350607" y="5814391"/>
                  </a:lnTo>
                  <a:lnTo>
                    <a:pt x="350765" y="5814391"/>
                  </a:lnTo>
                  <a:lnTo>
                    <a:pt x="350923" y="5814391"/>
                  </a:lnTo>
                  <a:lnTo>
                    <a:pt x="350923" y="5813961"/>
                  </a:lnTo>
                  <a:lnTo>
                    <a:pt x="350923" y="5813530"/>
                  </a:lnTo>
                  <a:lnTo>
                    <a:pt x="351080" y="5813530"/>
                  </a:lnTo>
                  <a:lnTo>
                    <a:pt x="351238" y="5813530"/>
                  </a:lnTo>
                  <a:lnTo>
                    <a:pt x="351238" y="5813100"/>
                  </a:lnTo>
                  <a:lnTo>
                    <a:pt x="351396" y="5813100"/>
                  </a:lnTo>
                  <a:lnTo>
                    <a:pt x="351554" y="5813100"/>
                  </a:lnTo>
                  <a:lnTo>
                    <a:pt x="351554" y="5812669"/>
                  </a:lnTo>
                  <a:lnTo>
                    <a:pt x="351711" y="5812669"/>
                  </a:lnTo>
                  <a:lnTo>
                    <a:pt x="351869" y="5812669"/>
                  </a:lnTo>
                  <a:lnTo>
                    <a:pt x="352027" y="5812669"/>
                  </a:lnTo>
                  <a:lnTo>
                    <a:pt x="352184" y="5812669"/>
                  </a:lnTo>
                  <a:lnTo>
                    <a:pt x="352184" y="5812238"/>
                  </a:lnTo>
                  <a:lnTo>
                    <a:pt x="352184" y="5811808"/>
                  </a:lnTo>
                  <a:lnTo>
                    <a:pt x="352184" y="5811377"/>
                  </a:lnTo>
                  <a:lnTo>
                    <a:pt x="352342" y="5811377"/>
                  </a:lnTo>
                  <a:lnTo>
                    <a:pt x="352500" y="5811377"/>
                  </a:lnTo>
                  <a:lnTo>
                    <a:pt x="352658" y="5811377"/>
                  </a:lnTo>
                  <a:lnTo>
                    <a:pt x="352815" y="5811377"/>
                  </a:lnTo>
                  <a:lnTo>
                    <a:pt x="352815" y="5810947"/>
                  </a:lnTo>
                  <a:lnTo>
                    <a:pt x="352973" y="5810947"/>
                  </a:lnTo>
                  <a:lnTo>
                    <a:pt x="352973" y="5810516"/>
                  </a:lnTo>
                  <a:lnTo>
                    <a:pt x="353131" y="5810516"/>
                  </a:lnTo>
                  <a:lnTo>
                    <a:pt x="353288" y="5810516"/>
                  </a:lnTo>
                  <a:lnTo>
                    <a:pt x="353288" y="5810085"/>
                  </a:lnTo>
                  <a:lnTo>
                    <a:pt x="353288" y="5809655"/>
                  </a:lnTo>
                  <a:lnTo>
                    <a:pt x="353446" y="5809655"/>
                  </a:lnTo>
                  <a:lnTo>
                    <a:pt x="353604" y="5809655"/>
                  </a:lnTo>
                  <a:lnTo>
                    <a:pt x="353604" y="5809224"/>
                  </a:lnTo>
                  <a:lnTo>
                    <a:pt x="353762" y="5809224"/>
                  </a:lnTo>
                  <a:lnTo>
                    <a:pt x="353919" y="5809224"/>
                  </a:lnTo>
                  <a:lnTo>
                    <a:pt x="354077" y="5809224"/>
                  </a:lnTo>
                  <a:lnTo>
                    <a:pt x="354235" y="5809224"/>
                  </a:lnTo>
                  <a:lnTo>
                    <a:pt x="354392" y="5809224"/>
                  </a:lnTo>
                  <a:lnTo>
                    <a:pt x="354392" y="5808794"/>
                  </a:lnTo>
                  <a:lnTo>
                    <a:pt x="354550" y="5808794"/>
                  </a:lnTo>
                  <a:lnTo>
                    <a:pt x="354550" y="5808363"/>
                  </a:lnTo>
                  <a:lnTo>
                    <a:pt x="354708" y="5808363"/>
                  </a:lnTo>
                  <a:lnTo>
                    <a:pt x="354708" y="5807932"/>
                  </a:lnTo>
                  <a:lnTo>
                    <a:pt x="354708" y="5807502"/>
                  </a:lnTo>
                  <a:lnTo>
                    <a:pt x="354866" y="5807502"/>
                  </a:lnTo>
                  <a:lnTo>
                    <a:pt x="355023" y="5807502"/>
                  </a:lnTo>
                  <a:lnTo>
                    <a:pt x="355023" y="5807071"/>
                  </a:lnTo>
                  <a:lnTo>
                    <a:pt x="355181" y="5807071"/>
                  </a:lnTo>
                  <a:lnTo>
                    <a:pt x="355181" y="5806641"/>
                  </a:lnTo>
                  <a:lnTo>
                    <a:pt x="355181" y="5806210"/>
                  </a:lnTo>
                  <a:lnTo>
                    <a:pt x="355339" y="5806210"/>
                  </a:lnTo>
                  <a:lnTo>
                    <a:pt x="355496" y="5806210"/>
                  </a:lnTo>
                  <a:lnTo>
                    <a:pt x="355654" y="5806210"/>
                  </a:lnTo>
                  <a:lnTo>
                    <a:pt x="355812" y="5806210"/>
                  </a:lnTo>
                  <a:lnTo>
                    <a:pt x="355970" y="5806210"/>
                  </a:lnTo>
                  <a:lnTo>
                    <a:pt x="356127" y="5806210"/>
                  </a:lnTo>
                  <a:lnTo>
                    <a:pt x="356127" y="5805779"/>
                  </a:lnTo>
                  <a:lnTo>
                    <a:pt x="356285" y="5805779"/>
                  </a:lnTo>
                  <a:lnTo>
                    <a:pt x="356443" y="5805779"/>
                  </a:lnTo>
                  <a:lnTo>
                    <a:pt x="356601" y="5805779"/>
                  </a:lnTo>
                  <a:lnTo>
                    <a:pt x="356758" y="5805779"/>
                  </a:lnTo>
                  <a:lnTo>
                    <a:pt x="356916" y="5805779"/>
                  </a:lnTo>
                  <a:lnTo>
                    <a:pt x="357074" y="5805779"/>
                  </a:lnTo>
                  <a:lnTo>
                    <a:pt x="357231" y="5805779"/>
                  </a:lnTo>
                  <a:lnTo>
                    <a:pt x="357389" y="5805779"/>
                  </a:lnTo>
                  <a:lnTo>
                    <a:pt x="357547" y="5805779"/>
                  </a:lnTo>
                  <a:lnTo>
                    <a:pt x="357705" y="5805779"/>
                  </a:lnTo>
                  <a:lnTo>
                    <a:pt x="357705" y="5805349"/>
                  </a:lnTo>
                  <a:lnTo>
                    <a:pt x="357705" y="5804918"/>
                  </a:lnTo>
                  <a:lnTo>
                    <a:pt x="357862" y="5804918"/>
                  </a:lnTo>
                  <a:lnTo>
                    <a:pt x="357862" y="5804488"/>
                  </a:lnTo>
                  <a:lnTo>
                    <a:pt x="357862" y="5804057"/>
                  </a:lnTo>
                  <a:lnTo>
                    <a:pt x="358020" y="5804057"/>
                  </a:lnTo>
                  <a:lnTo>
                    <a:pt x="358020" y="5803626"/>
                  </a:lnTo>
                  <a:lnTo>
                    <a:pt x="358020" y="5803196"/>
                  </a:lnTo>
                  <a:lnTo>
                    <a:pt x="358178" y="5803196"/>
                  </a:lnTo>
                  <a:lnTo>
                    <a:pt x="358335" y="5803196"/>
                  </a:lnTo>
                  <a:lnTo>
                    <a:pt x="358493" y="5803196"/>
                  </a:lnTo>
                  <a:lnTo>
                    <a:pt x="358651" y="5803196"/>
                  </a:lnTo>
                  <a:lnTo>
                    <a:pt x="358809" y="5803196"/>
                  </a:lnTo>
                  <a:lnTo>
                    <a:pt x="358966" y="5803196"/>
                  </a:lnTo>
                  <a:lnTo>
                    <a:pt x="358966" y="5802765"/>
                  </a:lnTo>
                  <a:lnTo>
                    <a:pt x="359124" y="5802765"/>
                  </a:lnTo>
                  <a:lnTo>
                    <a:pt x="359282" y="5802765"/>
                  </a:lnTo>
                  <a:lnTo>
                    <a:pt x="359439" y="5802765"/>
                  </a:lnTo>
                  <a:lnTo>
                    <a:pt x="359439" y="5802335"/>
                  </a:lnTo>
                  <a:lnTo>
                    <a:pt x="359439" y="5801904"/>
                  </a:lnTo>
                  <a:lnTo>
                    <a:pt x="359439" y="5801473"/>
                  </a:lnTo>
                  <a:lnTo>
                    <a:pt x="359597" y="5801473"/>
                  </a:lnTo>
                  <a:lnTo>
                    <a:pt x="359597" y="5801043"/>
                  </a:lnTo>
                  <a:lnTo>
                    <a:pt x="359755" y="5801043"/>
                  </a:lnTo>
                  <a:lnTo>
                    <a:pt x="359755" y="5800612"/>
                  </a:lnTo>
                  <a:lnTo>
                    <a:pt x="359755" y="5800182"/>
                  </a:lnTo>
                  <a:lnTo>
                    <a:pt x="359755" y="5799751"/>
                  </a:lnTo>
                  <a:lnTo>
                    <a:pt x="359913" y="5799751"/>
                  </a:lnTo>
                  <a:lnTo>
                    <a:pt x="360070" y="5799751"/>
                  </a:lnTo>
                  <a:lnTo>
                    <a:pt x="360228" y="5799751"/>
                  </a:lnTo>
                  <a:lnTo>
                    <a:pt x="360386" y="5799751"/>
                  </a:lnTo>
                  <a:lnTo>
                    <a:pt x="360386" y="5799320"/>
                  </a:lnTo>
                  <a:lnTo>
                    <a:pt x="360543" y="5799320"/>
                  </a:lnTo>
                  <a:lnTo>
                    <a:pt x="360701" y="5799320"/>
                  </a:lnTo>
                  <a:lnTo>
                    <a:pt x="360859" y="5799320"/>
                  </a:lnTo>
                  <a:lnTo>
                    <a:pt x="361017" y="5799320"/>
                  </a:lnTo>
                  <a:lnTo>
                    <a:pt x="361174" y="5799320"/>
                  </a:lnTo>
                  <a:lnTo>
                    <a:pt x="361332" y="5799320"/>
                  </a:lnTo>
                  <a:lnTo>
                    <a:pt x="361490" y="5799320"/>
                  </a:lnTo>
                  <a:lnTo>
                    <a:pt x="361648" y="5799320"/>
                  </a:lnTo>
                  <a:lnTo>
                    <a:pt x="361648" y="5798890"/>
                  </a:lnTo>
                  <a:lnTo>
                    <a:pt x="361805" y="5798890"/>
                  </a:lnTo>
                  <a:lnTo>
                    <a:pt x="361805" y="5798459"/>
                  </a:lnTo>
                  <a:lnTo>
                    <a:pt x="361963" y="5798459"/>
                  </a:lnTo>
                  <a:lnTo>
                    <a:pt x="362121" y="5798459"/>
                  </a:lnTo>
                  <a:lnTo>
                    <a:pt x="362278" y="5798459"/>
                  </a:lnTo>
                  <a:lnTo>
                    <a:pt x="362436" y="5798459"/>
                  </a:lnTo>
                  <a:lnTo>
                    <a:pt x="362436" y="5798029"/>
                  </a:lnTo>
                  <a:lnTo>
                    <a:pt x="362594" y="5798029"/>
                  </a:lnTo>
                  <a:lnTo>
                    <a:pt x="362752" y="5798029"/>
                  </a:lnTo>
                  <a:lnTo>
                    <a:pt x="362909" y="5798029"/>
                  </a:lnTo>
                  <a:lnTo>
                    <a:pt x="363067" y="5798029"/>
                  </a:lnTo>
                  <a:lnTo>
                    <a:pt x="363067" y="5797598"/>
                  </a:lnTo>
                  <a:lnTo>
                    <a:pt x="363067" y="5797167"/>
                  </a:lnTo>
                  <a:lnTo>
                    <a:pt x="363225" y="5797167"/>
                  </a:lnTo>
                  <a:lnTo>
                    <a:pt x="363225" y="5796737"/>
                  </a:lnTo>
                  <a:lnTo>
                    <a:pt x="363225" y="5796306"/>
                  </a:lnTo>
                  <a:lnTo>
                    <a:pt x="363225" y="5795876"/>
                  </a:lnTo>
                  <a:lnTo>
                    <a:pt x="363225" y="5795445"/>
                  </a:lnTo>
                  <a:lnTo>
                    <a:pt x="363225" y="5795014"/>
                  </a:lnTo>
                  <a:lnTo>
                    <a:pt x="363382" y="5795014"/>
                  </a:lnTo>
                  <a:lnTo>
                    <a:pt x="363382" y="5794584"/>
                  </a:lnTo>
                  <a:lnTo>
                    <a:pt x="363382" y="5794153"/>
                  </a:lnTo>
                  <a:lnTo>
                    <a:pt x="363382" y="5793723"/>
                  </a:lnTo>
                  <a:lnTo>
                    <a:pt x="363382" y="5793292"/>
                  </a:lnTo>
                  <a:lnTo>
                    <a:pt x="363382" y="5792861"/>
                  </a:lnTo>
                  <a:lnTo>
                    <a:pt x="363540" y="5792861"/>
                  </a:lnTo>
                  <a:lnTo>
                    <a:pt x="363540" y="5792431"/>
                  </a:lnTo>
                  <a:lnTo>
                    <a:pt x="363698" y="5792431"/>
                  </a:lnTo>
                  <a:lnTo>
                    <a:pt x="363698" y="5792000"/>
                  </a:lnTo>
                  <a:lnTo>
                    <a:pt x="363856" y="5792000"/>
                  </a:lnTo>
                  <a:lnTo>
                    <a:pt x="364013" y="5792000"/>
                  </a:lnTo>
                  <a:lnTo>
                    <a:pt x="364013" y="5791570"/>
                  </a:lnTo>
                  <a:lnTo>
                    <a:pt x="364013" y="5791139"/>
                  </a:lnTo>
                  <a:lnTo>
                    <a:pt x="364171" y="5791139"/>
                  </a:lnTo>
                  <a:lnTo>
                    <a:pt x="364329" y="5791139"/>
                  </a:lnTo>
                  <a:lnTo>
                    <a:pt x="364486" y="5791139"/>
                  </a:lnTo>
                  <a:lnTo>
                    <a:pt x="364644" y="5791139"/>
                  </a:lnTo>
                  <a:lnTo>
                    <a:pt x="364802" y="5791139"/>
                  </a:lnTo>
                  <a:lnTo>
                    <a:pt x="364960" y="5791139"/>
                  </a:lnTo>
                  <a:lnTo>
                    <a:pt x="365117" y="5791139"/>
                  </a:lnTo>
                  <a:lnTo>
                    <a:pt x="365275" y="5791139"/>
                  </a:lnTo>
                  <a:lnTo>
                    <a:pt x="365433" y="5791139"/>
                  </a:lnTo>
                  <a:lnTo>
                    <a:pt x="365590" y="5791139"/>
                  </a:lnTo>
                  <a:lnTo>
                    <a:pt x="365590" y="5790708"/>
                  </a:lnTo>
                  <a:lnTo>
                    <a:pt x="365748" y="5790708"/>
                  </a:lnTo>
                  <a:lnTo>
                    <a:pt x="365748" y="5790278"/>
                  </a:lnTo>
                  <a:lnTo>
                    <a:pt x="365906" y="5790278"/>
                  </a:lnTo>
                  <a:lnTo>
                    <a:pt x="366064" y="5790278"/>
                  </a:lnTo>
                  <a:lnTo>
                    <a:pt x="366221" y="5790278"/>
                  </a:lnTo>
                  <a:lnTo>
                    <a:pt x="366221" y="5789847"/>
                  </a:lnTo>
                  <a:lnTo>
                    <a:pt x="366379" y="5789847"/>
                  </a:lnTo>
                  <a:lnTo>
                    <a:pt x="366537" y="5789847"/>
                  </a:lnTo>
                  <a:lnTo>
                    <a:pt x="366537" y="5789417"/>
                  </a:lnTo>
                  <a:lnTo>
                    <a:pt x="366537" y="5788986"/>
                  </a:lnTo>
                  <a:lnTo>
                    <a:pt x="366537" y="5788555"/>
                  </a:lnTo>
                  <a:lnTo>
                    <a:pt x="366537" y="5788125"/>
                  </a:lnTo>
                  <a:lnTo>
                    <a:pt x="366694" y="5788125"/>
                  </a:lnTo>
                  <a:lnTo>
                    <a:pt x="366852" y="5788125"/>
                  </a:lnTo>
                  <a:lnTo>
                    <a:pt x="367010" y="5788125"/>
                  </a:lnTo>
                  <a:lnTo>
                    <a:pt x="367010" y="5787694"/>
                  </a:lnTo>
                  <a:lnTo>
                    <a:pt x="367168" y="5787694"/>
                  </a:lnTo>
                  <a:lnTo>
                    <a:pt x="367325" y="5787694"/>
                  </a:lnTo>
                  <a:lnTo>
                    <a:pt x="367483" y="5787694"/>
                  </a:lnTo>
                  <a:lnTo>
                    <a:pt x="367641" y="5787694"/>
                  </a:lnTo>
                  <a:lnTo>
                    <a:pt x="367799" y="5787694"/>
                  </a:lnTo>
                  <a:lnTo>
                    <a:pt x="367956" y="5787694"/>
                  </a:lnTo>
                  <a:lnTo>
                    <a:pt x="367956" y="5787264"/>
                  </a:lnTo>
                  <a:lnTo>
                    <a:pt x="368114" y="5787264"/>
                  </a:lnTo>
                  <a:lnTo>
                    <a:pt x="368114" y="5786833"/>
                  </a:lnTo>
                  <a:lnTo>
                    <a:pt x="368114" y="5786402"/>
                  </a:lnTo>
                  <a:lnTo>
                    <a:pt x="368114" y="5785972"/>
                  </a:lnTo>
                  <a:lnTo>
                    <a:pt x="368272" y="5785972"/>
                  </a:lnTo>
                  <a:lnTo>
                    <a:pt x="368272" y="5785541"/>
                  </a:lnTo>
                  <a:lnTo>
                    <a:pt x="368429" y="5785541"/>
                  </a:lnTo>
                  <a:lnTo>
                    <a:pt x="368587" y="5785541"/>
                  </a:lnTo>
                  <a:lnTo>
                    <a:pt x="368587" y="5785111"/>
                  </a:lnTo>
                  <a:lnTo>
                    <a:pt x="368745" y="5785111"/>
                  </a:lnTo>
                  <a:lnTo>
                    <a:pt x="368745" y="5784680"/>
                  </a:lnTo>
                  <a:lnTo>
                    <a:pt x="368903" y="5784680"/>
                  </a:lnTo>
                  <a:lnTo>
                    <a:pt x="369060" y="5784680"/>
                  </a:lnTo>
                  <a:lnTo>
                    <a:pt x="369060" y="5784249"/>
                  </a:lnTo>
                  <a:lnTo>
                    <a:pt x="369218" y="5784249"/>
                  </a:lnTo>
                  <a:lnTo>
                    <a:pt x="369376" y="5784249"/>
                  </a:lnTo>
                  <a:lnTo>
                    <a:pt x="369533" y="5784249"/>
                  </a:lnTo>
                  <a:lnTo>
                    <a:pt x="369533" y="5783819"/>
                  </a:lnTo>
                  <a:lnTo>
                    <a:pt x="369691" y="5783819"/>
                  </a:lnTo>
                  <a:lnTo>
                    <a:pt x="369691" y="5783388"/>
                  </a:lnTo>
                  <a:lnTo>
                    <a:pt x="369849" y="5783388"/>
                  </a:lnTo>
                  <a:lnTo>
                    <a:pt x="369849" y="5782958"/>
                  </a:lnTo>
                  <a:lnTo>
                    <a:pt x="370007" y="5782958"/>
                  </a:lnTo>
                  <a:lnTo>
                    <a:pt x="370164" y="5782958"/>
                  </a:lnTo>
                  <a:lnTo>
                    <a:pt x="370322" y="5782958"/>
                  </a:lnTo>
                  <a:lnTo>
                    <a:pt x="370322" y="5782527"/>
                  </a:lnTo>
                  <a:lnTo>
                    <a:pt x="370322" y="5782096"/>
                  </a:lnTo>
                  <a:lnTo>
                    <a:pt x="370322" y="5781666"/>
                  </a:lnTo>
                  <a:lnTo>
                    <a:pt x="370480" y="5781666"/>
                  </a:lnTo>
                  <a:lnTo>
                    <a:pt x="370637" y="5781666"/>
                  </a:lnTo>
                  <a:lnTo>
                    <a:pt x="370795" y="5781666"/>
                  </a:lnTo>
                  <a:lnTo>
                    <a:pt x="370953" y="5781666"/>
                  </a:lnTo>
                  <a:lnTo>
                    <a:pt x="370953" y="5781235"/>
                  </a:lnTo>
                  <a:lnTo>
                    <a:pt x="371111" y="5781235"/>
                  </a:lnTo>
                  <a:lnTo>
                    <a:pt x="371268" y="5781235"/>
                  </a:lnTo>
                  <a:lnTo>
                    <a:pt x="371268" y="5780805"/>
                  </a:lnTo>
                  <a:lnTo>
                    <a:pt x="371426" y="5780805"/>
                  </a:lnTo>
                  <a:lnTo>
                    <a:pt x="371584" y="5780805"/>
                  </a:lnTo>
                  <a:lnTo>
                    <a:pt x="371584" y="5780374"/>
                  </a:lnTo>
                  <a:lnTo>
                    <a:pt x="371584" y="5779943"/>
                  </a:lnTo>
                  <a:lnTo>
                    <a:pt x="371741" y="5779943"/>
                  </a:lnTo>
                  <a:lnTo>
                    <a:pt x="371899" y="5779943"/>
                  </a:lnTo>
                  <a:lnTo>
                    <a:pt x="371899" y="5779513"/>
                  </a:lnTo>
                  <a:lnTo>
                    <a:pt x="372057" y="5779513"/>
                  </a:lnTo>
                  <a:lnTo>
                    <a:pt x="372215" y="5779513"/>
                  </a:lnTo>
                  <a:lnTo>
                    <a:pt x="372372" y="5779513"/>
                  </a:lnTo>
                  <a:lnTo>
                    <a:pt x="372530" y="5779513"/>
                  </a:lnTo>
                  <a:lnTo>
                    <a:pt x="372530" y="5779082"/>
                  </a:lnTo>
                  <a:lnTo>
                    <a:pt x="372530" y="5778652"/>
                  </a:lnTo>
                  <a:lnTo>
                    <a:pt x="372688" y="5778652"/>
                  </a:lnTo>
                  <a:lnTo>
                    <a:pt x="372846" y="5778652"/>
                  </a:lnTo>
                  <a:lnTo>
                    <a:pt x="372846" y="5778221"/>
                  </a:lnTo>
                  <a:lnTo>
                    <a:pt x="373003" y="5778221"/>
                  </a:lnTo>
                  <a:lnTo>
                    <a:pt x="373161" y="5778221"/>
                  </a:lnTo>
                  <a:lnTo>
                    <a:pt x="373161" y="5777790"/>
                  </a:lnTo>
                  <a:lnTo>
                    <a:pt x="373161" y="5777360"/>
                  </a:lnTo>
                  <a:lnTo>
                    <a:pt x="373319" y="5777360"/>
                  </a:lnTo>
                  <a:lnTo>
                    <a:pt x="373476" y="5777360"/>
                  </a:lnTo>
                  <a:lnTo>
                    <a:pt x="373634" y="5777360"/>
                  </a:lnTo>
                  <a:lnTo>
                    <a:pt x="373634" y="5776929"/>
                  </a:lnTo>
                  <a:lnTo>
                    <a:pt x="373792" y="5776929"/>
                  </a:lnTo>
                  <a:lnTo>
                    <a:pt x="373950" y="5776929"/>
                  </a:lnTo>
                  <a:lnTo>
                    <a:pt x="374107" y="5776929"/>
                  </a:lnTo>
                  <a:lnTo>
                    <a:pt x="374265" y="5776929"/>
                  </a:lnTo>
                  <a:lnTo>
                    <a:pt x="374423" y="5776929"/>
                  </a:lnTo>
                  <a:lnTo>
                    <a:pt x="374423" y="5776499"/>
                  </a:lnTo>
                  <a:lnTo>
                    <a:pt x="374580" y="5776499"/>
                  </a:lnTo>
                  <a:lnTo>
                    <a:pt x="374738" y="5776499"/>
                  </a:lnTo>
                  <a:lnTo>
                    <a:pt x="374896" y="5776499"/>
                  </a:lnTo>
                  <a:lnTo>
                    <a:pt x="375054" y="5776499"/>
                  </a:lnTo>
                  <a:lnTo>
                    <a:pt x="375211" y="5776499"/>
                  </a:lnTo>
                  <a:lnTo>
                    <a:pt x="375369" y="5776499"/>
                  </a:lnTo>
                  <a:lnTo>
                    <a:pt x="375527" y="5776499"/>
                  </a:lnTo>
                  <a:lnTo>
                    <a:pt x="375684" y="5776499"/>
                  </a:lnTo>
                  <a:lnTo>
                    <a:pt x="375842" y="5776499"/>
                  </a:lnTo>
                  <a:lnTo>
                    <a:pt x="376000" y="5776499"/>
                  </a:lnTo>
                  <a:lnTo>
                    <a:pt x="376158" y="5776499"/>
                  </a:lnTo>
                  <a:lnTo>
                    <a:pt x="376315" y="5776499"/>
                  </a:lnTo>
                  <a:lnTo>
                    <a:pt x="376315" y="5776068"/>
                  </a:lnTo>
                  <a:lnTo>
                    <a:pt x="376315" y="5775637"/>
                  </a:lnTo>
                  <a:lnTo>
                    <a:pt x="376315" y="5775207"/>
                  </a:lnTo>
                  <a:lnTo>
                    <a:pt x="376473" y="5775207"/>
                  </a:lnTo>
                  <a:lnTo>
                    <a:pt x="376631" y="5775207"/>
                  </a:lnTo>
                  <a:lnTo>
                    <a:pt x="376631" y="5774776"/>
                  </a:lnTo>
                  <a:lnTo>
                    <a:pt x="376788" y="5774776"/>
                  </a:lnTo>
                  <a:lnTo>
                    <a:pt x="376788" y="5774346"/>
                  </a:lnTo>
                  <a:lnTo>
                    <a:pt x="376946" y="5774346"/>
                  </a:lnTo>
                  <a:lnTo>
                    <a:pt x="377104" y="5774346"/>
                  </a:lnTo>
                  <a:lnTo>
                    <a:pt x="377262" y="5774346"/>
                  </a:lnTo>
                  <a:lnTo>
                    <a:pt x="377419" y="5774346"/>
                  </a:lnTo>
                  <a:lnTo>
                    <a:pt x="377577" y="5774346"/>
                  </a:lnTo>
                  <a:lnTo>
                    <a:pt x="377577" y="5773915"/>
                  </a:lnTo>
                  <a:lnTo>
                    <a:pt x="377735" y="5773915"/>
                  </a:lnTo>
                  <a:lnTo>
                    <a:pt x="377892" y="5773915"/>
                  </a:lnTo>
                  <a:lnTo>
                    <a:pt x="378050" y="5773915"/>
                  </a:lnTo>
                  <a:lnTo>
                    <a:pt x="378208" y="5773915"/>
                  </a:lnTo>
                  <a:lnTo>
                    <a:pt x="378366" y="5773915"/>
                  </a:lnTo>
                  <a:lnTo>
                    <a:pt x="378523" y="5773915"/>
                  </a:lnTo>
                  <a:lnTo>
                    <a:pt x="378523" y="5773484"/>
                  </a:lnTo>
                  <a:lnTo>
                    <a:pt x="378523" y="5773054"/>
                  </a:lnTo>
                  <a:lnTo>
                    <a:pt x="378523" y="5772623"/>
                  </a:lnTo>
                  <a:lnTo>
                    <a:pt x="378523" y="5772193"/>
                  </a:lnTo>
                  <a:lnTo>
                    <a:pt x="378681" y="5772193"/>
                  </a:lnTo>
                  <a:lnTo>
                    <a:pt x="378681" y="5771762"/>
                  </a:lnTo>
                  <a:lnTo>
                    <a:pt x="378839" y="5771762"/>
                  </a:lnTo>
                  <a:lnTo>
                    <a:pt x="378997" y="5771762"/>
                  </a:lnTo>
                  <a:lnTo>
                    <a:pt x="379154" y="5771762"/>
                  </a:lnTo>
                  <a:lnTo>
                    <a:pt x="379312" y="5771762"/>
                  </a:lnTo>
                  <a:lnTo>
                    <a:pt x="379312" y="5771331"/>
                  </a:lnTo>
                  <a:lnTo>
                    <a:pt x="379470" y="5771331"/>
                  </a:lnTo>
                  <a:lnTo>
                    <a:pt x="379627" y="5771331"/>
                  </a:lnTo>
                  <a:lnTo>
                    <a:pt x="379627" y="5770901"/>
                  </a:lnTo>
                  <a:lnTo>
                    <a:pt x="379627" y="5770470"/>
                  </a:lnTo>
                  <a:lnTo>
                    <a:pt x="379627" y="5770040"/>
                  </a:lnTo>
                  <a:lnTo>
                    <a:pt x="379627" y="5769609"/>
                  </a:lnTo>
                  <a:lnTo>
                    <a:pt x="379627" y="5769178"/>
                  </a:lnTo>
                  <a:lnTo>
                    <a:pt x="379785" y="5769178"/>
                  </a:lnTo>
                  <a:lnTo>
                    <a:pt x="379943" y="5769178"/>
                  </a:lnTo>
                  <a:lnTo>
                    <a:pt x="380101" y="5769178"/>
                  </a:lnTo>
                  <a:lnTo>
                    <a:pt x="380101" y="5768748"/>
                  </a:lnTo>
                  <a:lnTo>
                    <a:pt x="380101" y="5768317"/>
                  </a:lnTo>
                  <a:lnTo>
                    <a:pt x="380258" y="5768317"/>
                  </a:lnTo>
                  <a:lnTo>
                    <a:pt x="380258" y="5767887"/>
                  </a:lnTo>
                  <a:lnTo>
                    <a:pt x="380258" y="5767456"/>
                  </a:lnTo>
                  <a:lnTo>
                    <a:pt x="380416" y="5767456"/>
                  </a:lnTo>
                  <a:lnTo>
                    <a:pt x="380574" y="5767456"/>
                  </a:lnTo>
                  <a:lnTo>
                    <a:pt x="380731" y="5767456"/>
                  </a:lnTo>
                  <a:lnTo>
                    <a:pt x="380889" y="5767456"/>
                  </a:lnTo>
                  <a:lnTo>
                    <a:pt x="381047" y="5767456"/>
                  </a:lnTo>
                  <a:lnTo>
                    <a:pt x="381205" y="5767456"/>
                  </a:lnTo>
                  <a:lnTo>
                    <a:pt x="381362" y="5767456"/>
                  </a:lnTo>
                  <a:lnTo>
                    <a:pt x="381520" y="5767456"/>
                  </a:lnTo>
                  <a:lnTo>
                    <a:pt x="381678" y="5767456"/>
                  </a:lnTo>
                  <a:lnTo>
                    <a:pt x="381835" y="5767456"/>
                  </a:lnTo>
                  <a:lnTo>
                    <a:pt x="381993" y="5767456"/>
                  </a:lnTo>
                  <a:lnTo>
                    <a:pt x="381993" y="5767025"/>
                  </a:lnTo>
                  <a:lnTo>
                    <a:pt x="382151" y="5767025"/>
                  </a:lnTo>
                  <a:lnTo>
                    <a:pt x="382309" y="5767025"/>
                  </a:lnTo>
                  <a:lnTo>
                    <a:pt x="382309" y="5766595"/>
                  </a:lnTo>
                  <a:lnTo>
                    <a:pt x="382309" y="5766164"/>
                  </a:lnTo>
                  <a:lnTo>
                    <a:pt x="382466" y="5766164"/>
                  </a:lnTo>
                  <a:lnTo>
                    <a:pt x="382624" y="5766164"/>
                  </a:lnTo>
                  <a:lnTo>
                    <a:pt x="382782" y="5766164"/>
                  </a:lnTo>
                  <a:lnTo>
                    <a:pt x="382939" y="5766164"/>
                  </a:lnTo>
                  <a:lnTo>
                    <a:pt x="383097" y="5766164"/>
                  </a:lnTo>
                  <a:lnTo>
                    <a:pt x="383255" y="5766164"/>
                  </a:lnTo>
                  <a:lnTo>
                    <a:pt x="383255" y="5765734"/>
                  </a:lnTo>
                  <a:lnTo>
                    <a:pt x="383413" y="5765734"/>
                  </a:lnTo>
                  <a:lnTo>
                    <a:pt x="383570" y="5765734"/>
                  </a:lnTo>
                  <a:lnTo>
                    <a:pt x="383728" y="5765734"/>
                  </a:lnTo>
                  <a:lnTo>
                    <a:pt x="383886" y="5765734"/>
                  </a:lnTo>
                  <a:lnTo>
                    <a:pt x="384044" y="5765734"/>
                  </a:lnTo>
                  <a:lnTo>
                    <a:pt x="384201" y="5765734"/>
                  </a:lnTo>
                  <a:lnTo>
                    <a:pt x="384359" y="5765734"/>
                  </a:lnTo>
                  <a:lnTo>
                    <a:pt x="384517" y="5765734"/>
                  </a:lnTo>
                  <a:lnTo>
                    <a:pt x="384517" y="5765303"/>
                  </a:lnTo>
                  <a:lnTo>
                    <a:pt x="384674" y="5765303"/>
                  </a:lnTo>
                  <a:lnTo>
                    <a:pt x="384832" y="5765303"/>
                  </a:lnTo>
                  <a:lnTo>
                    <a:pt x="384832" y="5764872"/>
                  </a:lnTo>
                  <a:lnTo>
                    <a:pt x="384990" y="5764872"/>
                  </a:lnTo>
                  <a:lnTo>
                    <a:pt x="385148" y="5764872"/>
                  </a:lnTo>
                  <a:lnTo>
                    <a:pt x="385305" y="5764872"/>
                  </a:lnTo>
                  <a:lnTo>
                    <a:pt x="385463" y="5764872"/>
                  </a:lnTo>
                  <a:lnTo>
                    <a:pt x="385621" y="5764872"/>
                  </a:lnTo>
                  <a:lnTo>
                    <a:pt x="385778" y="5764872"/>
                  </a:lnTo>
                  <a:lnTo>
                    <a:pt x="385936" y="5764872"/>
                  </a:lnTo>
                  <a:lnTo>
                    <a:pt x="385936" y="5764442"/>
                  </a:lnTo>
                  <a:lnTo>
                    <a:pt x="385936" y="5764011"/>
                  </a:lnTo>
                  <a:lnTo>
                    <a:pt x="385936" y="5763581"/>
                  </a:lnTo>
                  <a:lnTo>
                    <a:pt x="386094" y="5763581"/>
                  </a:lnTo>
                  <a:lnTo>
                    <a:pt x="386252" y="5763581"/>
                  </a:lnTo>
                  <a:lnTo>
                    <a:pt x="386252" y="5763150"/>
                  </a:lnTo>
                  <a:lnTo>
                    <a:pt x="386409" y="5763150"/>
                  </a:lnTo>
                  <a:lnTo>
                    <a:pt x="386567" y="5763150"/>
                  </a:lnTo>
                  <a:lnTo>
                    <a:pt x="386567" y="5762719"/>
                  </a:lnTo>
                  <a:lnTo>
                    <a:pt x="386567" y="5762289"/>
                  </a:lnTo>
                  <a:lnTo>
                    <a:pt x="386725" y="5762289"/>
                  </a:lnTo>
                  <a:lnTo>
                    <a:pt x="386882" y="5762289"/>
                  </a:lnTo>
                  <a:lnTo>
                    <a:pt x="387040" y="5762289"/>
                  </a:lnTo>
                  <a:lnTo>
                    <a:pt x="387198" y="5762289"/>
                  </a:lnTo>
                  <a:lnTo>
                    <a:pt x="387356" y="5762289"/>
                  </a:lnTo>
                  <a:lnTo>
                    <a:pt x="387513" y="5762289"/>
                  </a:lnTo>
                  <a:lnTo>
                    <a:pt x="387513" y="5761858"/>
                  </a:lnTo>
                  <a:lnTo>
                    <a:pt x="387513" y="5761428"/>
                  </a:lnTo>
                  <a:lnTo>
                    <a:pt x="387671" y="5761428"/>
                  </a:lnTo>
                  <a:lnTo>
                    <a:pt x="387829" y="5761428"/>
                  </a:lnTo>
                  <a:lnTo>
                    <a:pt x="387986" y="5761428"/>
                  </a:lnTo>
                  <a:lnTo>
                    <a:pt x="387986" y="5760997"/>
                  </a:lnTo>
                  <a:lnTo>
                    <a:pt x="388144" y="5760997"/>
                  </a:lnTo>
                  <a:lnTo>
                    <a:pt x="388302" y="5760997"/>
                  </a:lnTo>
                  <a:lnTo>
                    <a:pt x="388460" y="5760997"/>
                  </a:lnTo>
                  <a:lnTo>
                    <a:pt x="388460" y="5760566"/>
                  </a:lnTo>
                  <a:lnTo>
                    <a:pt x="388460" y="5760136"/>
                  </a:lnTo>
                  <a:lnTo>
                    <a:pt x="388460" y="5759705"/>
                  </a:lnTo>
                  <a:lnTo>
                    <a:pt x="388460" y="5759275"/>
                  </a:lnTo>
                  <a:lnTo>
                    <a:pt x="388617" y="5759275"/>
                  </a:lnTo>
                  <a:lnTo>
                    <a:pt x="388775" y="5759275"/>
                  </a:lnTo>
                  <a:lnTo>
                    <a:pt x="388933" y="5759275"/>
                  </a:lnTo>
                  <a:lnTo>
                    <a:pt x="389090" y="5759275"/>
                  </a:lnTo>
                  <a:lnTo>
                    <a:pt x="389090" y="5758844"/>
                  </a:lnTo>
                  <a:lnTo>
                    <a:pt x="389090" y="5758413"/>
                  </a:lnTo>
                  <a:lnTo>
                    <a:pt x="389090" y="5757983"/>
                  </a:lnTo>
                  <a:lnTo>
                    <a:pt x="389090" y="5757552"/>
                  </a:lnTo>
                  <a:lnTo>
                    <a:pt x="389248" y="5757552"/>
                  </a:lnTo>
                  <a:lnTo>
                    <a:pt x="389406" y="5757552"/>
                  </a:lnTo>
                  <a:lnTo>
                    <a:pt x="389406" y="5757122"/>
                  </a:lnTo>
                  <a:lnTo>
                    <a:pt x="389564" y="5757122"/>
                  </a:lnTo>
                  <a:lnTo>
                    <a:pt x="389721" y="5757122"/>
                  </a:lnTo>
                  <a:lnTo>
                    <a:pt x="389879" y="5757122"/>
                  </a:lnTo>
                  <a:lnTo>
                    <a:pt x="389879" y="5756691"/>
                  </a:lnTo>
                  <a:lnTo>
                    <a:pt x="389879" y="5756260"/>
                  </a:lnTo>
                  <a:lnTo>
                    <a:pt x="390037" y="5756260"/>
                  </a:lnTo>
                  <a:lnTo>
                    <a:pt x="390195" y="5756260"/>
                  </a:lnTo>
                  <a:lnTo>
                    <a:pt x="390352" y="5756260"/>
                  </a:lnTo>
                  <a:lnTo>
                    <a:pt x="390352" y="5755830"/>
                  </a:lnTo>
                  <a:lnTo>
                    <a:pt x="390510" y="5755830"/>
                  </a:lnTo>
                  <a:lnTo>
                    <a:pt x="390668" y="5755830"/>
                  </a:lnTo>
                  <a:lnTo>
                    <a:pt x="390668" y="5755399"/>
                  </a:lnTo>
                  <a:lnTo>
                    <a:pt x="390668" y="5754969"/>
                  </a:lnTo>
                  <a:lnTo>
                    <a:pt x="390825" y="5754969"/>
                  </a:lnTo>
                  <a:lnTo>
                    <a:pt x="390983" y="5754969"/>
                  </a:lnTo>
                  <a:lnTo>
                    <a:pt x="391141" y="5754969"/>
                  </a:lnTo>
                  <a:lnTo>
                    <a:pt x="391141" y="5754538"/>
                  </a:lnTo>
                  <a:lnTo>
                    <a:pt x="391141" y="5754107"/>
                  </a:lnTo>
                  <a:lnTo>
                    <a:pt x="391141" y="5753677"/>
                  </a:lnTo>
                  <a:lnTo>
                    <a:pt x="391299" y="5753677"/>
                  </a:lnTo>
                  <a:lnTo>
                    <a:pt x="391456" y="5753677"/>
                  </a:lnTo>
                  <a:lnTo>
                    <a:pt x="391456" y="5753246"/>
                  </a:lnTo>
                  <a:lnTo>
                    <a:pt x="391456" y="5752816"/>
                  </a:lnTo>
                  <a:lnTo>
                    <a:pt x="391614" y="5752816"/>
                  </a:lnTo>
                  <a:lnTo>
                    <a:pt x="391772" y="5752816"/>
                  </a:lnTo>
                  <a:lnTo>
                    <a:pt x="391929" y="5752816"/>
                  </a:lnTo>
                  <a:lnTo>
                    <a:pt x="391929" y="5752385"/>
                  </a:lnTo>
                  <a:lnTo>
                    <a:pt x="392087" y="5752385"/>
                  </a:lnTo>
                  <a:lnTo>
                    <a:pt x="392245" y="5752385"/>
                  </a:lnTo>
                  <a:lnTo>
                    <a:pt x="392403" y="5752385"/>
                  </a:lnTo>
                  <a:lnTo>
                    <a:pt x="392403" y="5751954"/>
                  </a:lnTo>
                  <a:lnTo>
                    <a:pt x="392403" y="5751524"/>
                  </a:lnTo>
                  <a:lnTo>
                    <a:pt x="392403" y="5751093"/>
                  </a:lnTo>
                  <a:lnTo>
                    <a:pt x="392560" y="5751093"/>
                  </a:lnTo>
                  <a:lnTo>
                    <a:pt x="392718" y="5751093"/>
                  </a:lnTo>
                  <a:lnTo>
                    <a:pt x="392876" y="5751093"/>
                  </a:lnTo>
                  <a:lnTo>
                    <a:pt x="393033" y="5751093"/>
                  </a:lnTo>
                  <a:lnTo>
                    <a:pt x="393191" y="5751093"/>
                  </a:lnTo>
                  <a:lnTo>
                    <a:pt x="393349" y="5751093"/>
                  </a:lnTo>
                  <a:lnTo>
                    <a:pt x="393349" y="5750663"/>
                  </a:lnTo>
                  <a:lnTo>
                    <a:pt x="393349" y="5750232"/>
                  </a:lnTo>
                  <a:lnTo>
                    <a:pt x="393507" y="5750232"/>
                  </a:lnTo>
                  <a:lnTo>
                    <a:pt x="393507" y="5749801"/>
                  </a:lnTo>
                  <a:lnTo>
                    <a:pt x="393664" y="5749801"/>
                  </a:lnTo>
                  <a:lnTo>
                    <a:pt x="393822" y="5749801"/>
                  </a:lnTo>
                  <a:lnTo>
                    <a:pt x="393980" y="5749801"/>
                  </a:lnTo>
                  <a:lnTo>
                    <a:pt x="394137" y="5749801"/>
                  </a:lnTo>
                  <a:lnTo>
                    <a:pt x="394137" y="5749371"/>
                  </a:lnTo>
                  <a:lnTo>
                    <a:pt x="394295" y="5749371"/>
                  </a:lnTo>
                  <a:lnTo>
                    <a:pt x="394453" y="5749371"/>
                  </a:lnTo>
                  <a:lnTo>
                    <a:pt x="394611" y="5749371"/>
                  </a:lnTo>
                  <a:lnTo>
                    <a:pt x="394768" y="5749371"/>
                  </a:lnTo>
                  <a:lnTo>
                    <a:pt x="394926" y="5749371"/>
                  </a:lnTo>
                  <a:lnTo>
                    <a:pt x="395084" y="5749371"/>
                  </a:lnTo>
                  <a:lnTo>
                    <a:pt x="395242" y="5749371"/>
                  </a:lnTo>
                  <a:lnTo>
                    <a:pt x="395399" y="5749371"/>
                  </a:lnTo>
                  <a:lnTo>
                    <a:pt x="395557" y="5749371"/>
                  </a:lnTo>
                  <a:lnTo>
                    <a:pt x="395557" y="5748940"/>
                  </a:lnTo>
                  <a:lnTo>
                    <a:pt x="395557" y="5748510"/>
                  </a:lnTo>
                  <a:lnTo>
                    <a:pt x="395715" y="5748510"/>
                  </a:lnTo>
                  <a:lnTo>
                    <a:pt x="395872" y="5748510"/>
                  </a:lnTo>
                  <a:lnTo>
                    <a:pt x="395872" y="5748079"/>
                  </a:lnTo>
                  <a:lnTo>
                    <a:pt x="396030" y="5748079"/>
                  </a:lnTo>
                  <a:lnTo>
                    <a:pt x="396030" y="5747648"/>
                  </a:lnTo>
                  <a:lnTo>
                    <a:pt x="396188" y="5747648"/>
                  </a:lnTo>
                  <a:lnTo>
                    <a:pt x="396188" y="5747218"/>
                  </a:lnTo>
                  <a:lnTo>
                    <a:pt x="396188" y="5746787"/>
                  </a:lnTo>
                  <a:lnTo>
                    <a:pt x="396188" y="5746357"/>
                  </a:lnTo>
                  <a:lnTo>
                    <a:pt x="396188" y="5745926"/>
                  </a:lnTo>
                  <a:lnTo>
                    <a:pt x="396188" y="5745495"/>
                  </a:lnTo>
                  <a:lnTo>
                    <a:pt x="396346" y="5745495"/>
                  </a:lnTo>
                  <a:lnTo>
                    <a:pt x="396503" y="5745495"/>
                  </a:lnTo>
                  <a:lnTo>
                    <a:pt x="396661" y="5745495"/>
                  </a:lnTo>
                  <a:lnTo>
                    <a:pt x="396819" y="5745495"/>
                  </a:lnTo>
                  <a:lnTo>
                    <a:pt x="396976" y="5745495"/>
                  </a:lnTo>
                  <a:lnTo>
                    <a:pt x="396976" y="5745065"/>
                  </a:lnTo>
                  <a:lnTo>
                    <a:pt x="396976" y="5744634"/>
                  </a:lnTo>
                  <a:lnTo>
                    <a:pt x="397134" y="5744634"/>
                  </a:lnTo>
                  <a:lnTo>
                    <a:pt x="397292" y="5744634"/>
                  </a:lnTo>
                  <a:lnTo>
                    <a:pt x="397450" y="5744634"/>
                  </a:lnTo>
                  <a:lnTo>
                    <a:pt x="397450" y="5744204"/>
                  </a:lnTo>
                  <a:lnTo>
                    <a:pt x="397607" y="5744204"/>
                  </a:lnTo>
                  <a:lnTo>
                    <a:pt x="397607" y="5743773"/>
                  </a:lnTo>
                  <a:lnTo>
                    <a:pt x="397765" y="5743773"/>
                  </a:lnTo>
                  <a:lnTo>
                    <a:pt x="397923" y="5743773"/>
                  </a:lnTo>
                  <a:lnTo>
                    <a:pt x="397923" y="5743342"/>
                  </a:lnTo>
                  <a:lnTo>
                    <a:pt x="397923" y="5742912"/>
                  </a:lnTo>
                  <a:lnTo>
                    <a:pt x="398080" y="5742912"/>
                  </a:lnTo>
                  <a:lnTo>
                    <a:pt x="398080" y="5742481"/>
                  </a:lnTo>
                  <a:lnTo>
                    <a:pt x="398080" y="5742051"/>
                  </a:lnTo>
                  <a:lnTo>
                    <a:pt x="398238" y="5742051"/>
                  </a:lnTo>
                  <a:lnTo>
                    <a:pt x="398238" y="5741620"/>
                  </a:lnTo>
                  <a:lnTo>
                    <a:pt x="398238" y="5741189"/>
                  </a:lnTo>
                  <a:lnTo>
                    <a:pt x="398396" y="5741189"/>
                  </a:lnTo>
                  <a:lnTo>
                    <a:pt x="398554" y="5741189"/>
                  </a:lnTo>
                  <a:lnTo>
                    <a:pt x="398711" y="5741189"/>
                  </a:lnTo>
                  <a:lnTo>
                    <a:pt x="398869" y="5741189"/>
                  </a:lnTo>
                  <a:lnTo>
                    <a:pt x="399027" y="5741189"/>
                  </a:lnTo>
                  <a:lnTo>
                    <a:pt x="399184" y="5741189"/>
                  </a:lnTo>
                  <a:lnTo>
                    <a:pt x="399184" y="5740759"/>
                  </a:lnTo>
                  <a:lnTo>
                    <a:pt x="399184" y="5740328"/>
                  </a:lnTo>
                  <a:lnTo>
                    <a:pt x="399184" y="5739898"/>
                  </a:lnTo>
                  <a:lnTo>
                    <a:pt x="399184" y="5739467"/>
                  </a:lnTo>
                  <a:lnTo>
                    <a:pt x="399342" y="5739467"/>
                  </a:lnTo>
                  <a:lnTo>
                    <a:pt x="399500" y="5739467"/>
                  </a:lnTo>
                  <a:lnTo>
                    <a:pt x="399658" y="5739467"/>
                  </a:lnTo>
                  <a:lnTo>
                    <a:pt x="399815" y="5739467"/>
                  </a:lnTo>
                  <a:lnTo>
                    <a:pt x="399973" y="5739467"/>
                  </a:lnTo>
                  <a:lnTo>
                    <a:pt x="399973" y="5739036"/>
                  </a:lnTo>
                  <a:lnTo>
                    <a:pt x="400131" y="5739036"/>
                  </a:lnTo>
                  <a:lnTo>
                    <a:pt x="400288" y="5739036"/>
                  </a:lnTo>
                  <a:lnTo>
                    <a:pt x="400446" y="5739036"/>
                  </a:lnTo>
                  <a:lnTo>
                    <a:pt x="400446" y="5738606"/>
                  </a:lnTo>
                  <a:lnTo>
                    <a:pt x="400446" y="5738175"/>
                  </a:lnTo>
                  <a:lnTo>
                    <a:pt x="400446" y="5737745"/>
                  </a:lnTo>
                  <a:lnTo>
                    <a:pt x="400446" y="5737314"/>
                  </a:lnTo>
                  <a:lnTo>
                    <a:pt x="400446" y="5736883"/>
                  </a:lnTo>
                  <a:lnTo>
                    <a:pt x="400604" y="5736883"/>
                  </a:lnTo>
                  <a:lnTo>
                    <a:pt x="400762" y="5736883"/>
                  </a:lnTo>
                  <a:lnTo>
                    <a:pt x="400919" y="5736883"/>
                  </a:lnTo>
                  <a:lnTo>
                    <a:pt x="401077" y="5736883"/>
                  </a:lnTo>
                  <a:lnTo>
                    <a:pt x="401235" y="5736883"/>
                  </a:lnTo>
                  <a:lnTo>
                    <a:pt x="401235" y="5736453"/>
                  </a:lnTo>
                  <a:lnTo>
                    <a:pt x="401393" y="5736453"/>
                  </a:lnTo>
                  <a:lnTo>
                    <a:pt x="401550" y="5736453"/>
                  </a:lnTo>
                  <a:lnTo>
                    <a:pt x="401708" y="5736453"/>
                  </a:lnTo>
                  <a:lnTo>
                    <a:pt x="401708" y="5736022"/>
                  </a:lnTo>
                  <a:lnTo>
                    <a:pt x="401708" y="5735592"/>
                  </a:lnTo>
                  <a:lnTo>
                    <a:pt x="401866" y="5735592"/>
                  </a:lnTo>
                  <a:lnTo>
                    <a:pt x="402023" y="5735592"/>
                  </a:lnTo>
                  <a:lnTo>
                    <a:pt x="402023" y="5735161"/>
                  </a:lnTo>
                  <a:lnTo>
                    <a:pt x="402023" y="5734730"/>
                  </a:lnTo>
                  <a:lnTo>
                    <a:pt x="402181" y="5734730"/>
                  </a:lnTo>
                  <a:lnTo>
                    <a:pt x="402339" y="5734730"/>
                  </a:lnTo>
                  <a:lnTo>
                    <a:pt x="402497" y="5734730"/>
                  </a:lnTo>
                  <a:lnTo>
                    <a:pt x="402497" y="5734300"/>
                  </a:lnTo>
                  <a:lnTo>
                    <a:pt x="402654" y="5734300"/>
                  </a:lnTo>
                  <a:lnTo>
                    <a:pt x="402654" y="5733869"/>
                  </a:lnTo>
                  <a:lnTo>
                    <a:pt x="402812" y="5733869"/>
                  </a:lnTo>
                  <a:lnTo>
                    <a:pt x="402970" y="5733869"/>
                  </a:lnTo>
                  <a:lnTo>
                    <a:pt x="402970" y="5733439"/>
                  </a:lnTo>
                  <a:lnTo>
                    <a:pt x="402970" y="5733008"/>
                  </a:lnTo>
                  <a:lnTo>
                    <a:pt x="402970" y="5732577"/>
                  </a:lnTo>
                  <a:lnTo>
                    <a:pt x="403127" y="5732577"/>
                  </a:lnTo>
                  <a:lnTo>
                    <a:pt x="403285" y="5732577"/>
                  </a:lnTo>
                  <a:lnTo>
                    <a:pt x="403285" y="5732147"/>
                  </a:lnTo>
                  <a:lnTo>
                    <a:pt x="403285" y="5731716"/>
                  </a:lnTo>
                  <a:lnTo>
                    <a:pt x="403443" y="5731716"/>
                  </a:lnTo>
                  <a:lnTo>
                    <a:pt x="403601" y="5731716"/>
                  </a:lnTo>
                  <a:lnTo>
                    <a:pt x="403601" y="5731286"/>
                  </a:lnTo>
                  <a:lnTo>
                    <a:pt x="403758" y="5731286"/>
                  </a:lnTo>
                  <a:lnTo>
                    <a:pt x="403758" y="5730855"/>
                  </a:lnTo>
                  <a:lnTo>
                    <a:pt x="403916" y="5730855"/>
                  </a:lnTo>
                  <a:lnTo>
                    <a:pt x="404074" y="5730855"/>
                  </a:lnTo>
                  <a:lnTo>
                    <a:pt x="404231" y="5730855"/>
                  </a:lnTo>
                  <a:lnTo>
                    <a:pt x="404389" y="5730855"/>
                  </a:lnTo>
                  <a:lnTo>
                    <a:pt x="404547" y="5730855"/>
                  </a:lnTo>
                  <a:lnTo>
                    <a:pt x="404705" y="5730855"/>
                  </a:lnTo>
                  <a:lnTo>
                    <a:pt x="404862" y="5730855"/>
                  </a:lnTo>
                  <a:lnTo>
                    <a:pt x="405020" y="5730855"/>
                  </a:lnTo>
                  <a:lnTo>
                    <a:pt x="405178" y="5730855"/>
                  </a:lnTo>
                  <a:lnTo>
                    <a:pt x="405335" y="5730855"/>
                  </a:lnTo>
                  <a:lnTo>
                    <a:pt x="405335" y="5730424"/>
                  </a:lnTo>
                  <a:lnTo>
                    <a:pt x="405493" y="5730424"/>
                  </a:lnTo>
                  <a:lnTo>
                    <a:pt x="405651" y="5730424"/>
                  </a:lnTo>
                  <a:lnTo>
                    <a:pt x="405809" y="5730424"/>
                  </a:lnTo>
                  <a:lnTo>
                    <a:pt x="405966" y="5730424"/>
                  </a:lnTo>
                  <a:lnTo>
                    <a:pt x="406124" y="5730424"/>
                  </a:lnTo>
                  <a:lnTo>
                    <a:pt x="406282" y="5730424"/>
                  </a:lnTo>
                  <a:lnTo>
                    <a:pt x="406440" y="5730424"/>
                  </a:lnTo>
                  <a:lnTo>
                    <a:pt x="406597" y="5730424"/>
                  </a:lnTo>
                  <a:lnTo>
                    <a:pt x="406597" y="5729994"/>
                  </a:lnTo>
                  <a:lnTo>
                    <a:pt x="406597" y="5729563"/>
                  </a:lnTo>
                  <a:lnTo>
                    <a:pt x="406755" y="5729563"/>
                  </a:lnTo>
                  <a:lnTo>
                    <a:pt x="406913" y="5729563"/>
                  </a:lnTo>
                  <a:lnTo>
                    <a:pt x="406913" y="5729133"/>
                  </a:lnTo>
                  <a:lnTo>
                    <a:pt x="407070" y="5729133"/>
                  </a:lnTo>
                  <a:lnTo>
                    <a:pt x="407070" y="5728702"/>
                  </a:lnTo>
                  <a:lnTo>
                    <a:pt x="407228" y="5728702"/>
                  </a:lnTo>
                  <a:lnTo>
                    <a:pt x="407386" y="5728702"/>
                  </a:lnTo>
                  <a:lnTo>
                    <a:pt x="407544" y="5728702"/>
                  </a:lnTo>
                  <a:lnTo>
                    <a:pt x="407701" y="5728702"/>
                  </a:lnTo>
                  <a:lnTo>
                    <a:pt x="407859" y="5728702"/>
                  </a:lnTo>
                  <a:lnTo>
                    <a:pt x="407859" y="5728271"/>
                  </a:lnTo>
                  <a:lnTo>
                    <a:pt x="408017" y="5728271"/>
                  </a:lnTo>
                  <a:lnTo>
                    <a:pt x="408174" y="5728271"/>
                  </a:lnTo>
                  <a:lnTo>
                    <a:pt x="408332" y="5728271"/>
                  </a:lnTo>
                  <a:lnTo>
                    <a:pt x="408490" y="5728271"/>
                  </a:lnTo>
                  <a:lnTo>
                    <a:pt x="408490" y="5727841"/>
                  </a:lnTo>
                  <a:lnTo>
                    <a:pt x="408490" y="5727410"/>
                  </a:lnTo>
                  <a:lnTo>
                    <a:pt x="408648" y="5727410"/>
                  </a:lnTo>
                  <a:lnTo>
                    <a:pt x="408648" y="5726980"/>
                  </a:lnTo>
                  <a:lnTo>
                    <a:pt x="408805" y="5726980"/>
                  </a:lnTo>
                  <a:lnTo>
                    <a:pt x="408963" y="5726980"/>
                  </a:lnTo>
                  <a:lnTo>
                    <a:pt x="408963" y="5726549"/>
                  </a:lnTo>
                  <a:lnTo>
                    <a:pt x="409121" y="5726549"/>
                  </a:lnTo>
                  <a:lnTo>
                    <a:pt x="409278" y="5726549"/>
                  </a:lnTo>
                  <a:lnTo>
                    <a:pt x="409436" y="5726549"/>
                  </a:lnTo>
                  <a:lnTo>
                    <a:pt x="409594" y="5726549"/>
                  </a:lnTo>
                  <a:lnTo>
                    <a:pt x="409594" y="5726118"/>
                  </a:lnTo>
                  <a:lnTo>
                    <a:pt x="409752" y="5726118"/>
                  </a:lnTo>
                  <a:lnTo>
                    <a:pt x="409909" y="5726118"/>
                  </a:lnTo>
                  <a:lnTo>
                    <a:pt x="409909" y="5725688"/>
                  </a:lnTo>
                  <a:lnTo>
                    <a:pt x="410067" y="5725688"/>
                  </a:lnTo>
                  <a:lnTo>
                    <a:pt x="410225" y="5725688"/>
                  </a:lnTo>
                  <a:lnTo>
                    <a:pt x="410382" y="5725688"/>
                  </a:lnTo>
                  <a:lnTo>
                    <a:pt x="410382" y="5725257"/>
                  </a:lnTo>
                  <a:lnTo>
                    <a:pt x="410382" y="5724827"/>
                  </a:lnTo>
                  <a:lnTo>
                    <a:pt x="410540" y="5724827"/>
                  </a:lnTo>
                  <a:lnTo>
                    <a:pt x="410698" y="5724827"/>
                  </a:lnTo>
                  <a:lnTo>
                    <a:pt x="410856" y="5724827"/>
                  </a:lnTo>
                  <a:lnTo>
                    <a:pt x="411013" y="5724827"/>
                  </a:lnTo>
                  <a:lnTo>
                    <a:pt x="411013" y="5724396"/>
                  </a:lnTo>
                  <a:lnTo>
                    <a:pt x="411013" y="5723965"/>
                  </a:lnTo>
                  <a:lnTo>
                    <a:pt x="411013" y="5723535"/>
                  </a:lnTo>
                  <a:lnTo>
                    <a:pt x="411171" y="5723535"/>
                  </a:lnTo>
                  <a:lnTo>
                    <a:pt x="411329" y="5723535"/>
                  </a:lnTo>
                  <a:lnTo>
                    <a:pt x="411329" y="5723104"/>
                  </a:lnTo>
                  <a:lnTo>
                    <a:pt x="411486" y="5723104"/>
                  </a:lnTo>
                  <a:lnTo>
                    <a:pt x="411644" y="5723104"/>
                  </a:lnTo>
                  <a:lnTo>
                    <a:pt x="411644" y="5722674"/>
                  </a:lnTo>
                  <a:lnTo>
                    <a:pt x="411644" y="5722243"/>
                  </a:lnTo>
                  <a:lnTo>
                    <a:pt x="411644" y="5721812"/>
                  </a:lnTo>
                  <a:lnTo>
                    <a:pt x="411802" y="5721812"/>
                  </a:lnTo>
                  <a:lnTo>
                    <a:pt x="411960" y="5721812"/>
                  </a:lnTo>
                  <a:lnTo>
                    <a:pt x="411960" y="5721382"/>
                  </a:lnTo>
                  <a:lnTo>
                    <a:pt x="411960" y="5720951"/>
                  </a:lnTo>
                  <a:lnTo>
                    <a:pt x="412117" y="5720951"/>
                  </a:lnTo>
                  <a:lnTo>
                    <a:pt x="412275" y="5720951"/>
                  </a:lnTo>
                  <a:lnTo>
                    <a:pt x="412275" y="5720521"/>
                  </a:lnTo>
                  <a:lnTo>
                    <a:pt x="412433" y="5720521"/>
                  </a:lnTo>
                  <a:lnTo>
                    <a:pt x="412433" y="5720090"/>
                  </a:lnTo>
                  <a:lnTo>
                    <a:pt x="412591" y="5720090"/>
                  </a:lnTo>
                  <a:lnTo>
                    <a:pt x="412748" y="5720090"/>
                  </a:lnTo>
                  <a:lnTo>
                    <a:pt x="412906" y="5720090"/>
                  </a:lnTo>
                  <a:lnTo>
                    <a:pt x="412906" y="5719659"/>
                  </a:lnTo>
                  <a:lnTo>
                    <a:pt x="413064" y="5719659"/>
                  </a:lnTo>
                  <a:lnTo>
                    <a:pt x="413221" y="5719659"/>
                  </a:lnTo>
                  <a:lnTo>
                    <a:pt x="413221" y="5719229"/>
                  </a:lnTo>
                  <a:lnTo>
                    <a:pt x="413379" y="5719229"/>
                  </a:lnTo>
                  <a:lnTo>
                    <a:pt x="413537" y="5719229"/>
                  </a:lnTo>
                  <a:lnTo>
                    <a:pt x="413695" y="5719229"/>
                  </a:lnTo>
                  <a:lnTo>
                    <a:pt x="413852" y="5719229"/>
                  </a:lnTo>
                  <a:lnTo>
                    <a:pt x="414010" y="5719229"/>
                  </a:lnTo>
                  <a:lnTo>
                    <a:pt x="414010" y="5718798"/>
                  </a:lnTo>
                  <a:lnTo>
                    <a:pt x="414168" y="5718798"/>
                  </a:lnTo>
                  <a:lnTo>
                    <a:pt x="414168" y="5718368"/>
                  </a:lnTo>
                  <a:lnTo>
                    <a:pt x="414325" y="5718368"/>
                  </a:lnTo>
                  <a:lnTo>
                    <a:pt x="414325" y="5717937"/>
                  </a:lnTo>
                  <a:lnTo>
                    <a:pt x="414483" y="5717937"/>
                  </a:lnTo>
                  <a:lnTo>
                    <a:pt x="414641" y="5717937"/>
                  </a:lnTo>
                  <a:lnTo>
                    <a:pt x="414799" y="5717937"/>
                  </a:lnTo>
                  <a:lnTo>
                    <a:pt x="414799" y="5717506"/>
                  </a:lnTo>
                  <a:lnTo>
                    <a:pt x="414799" y="5717076"/>
                  </a:lnTo>
                  <a:lnTo>
                    <a:pt x="414799" y="5716645"/>
                  </a:lnTo>
                  <a:lnTo>
                    <a:pt x="414956" y="5716645"/>
                  </a:lnTo>
                  <a:lnTo>
                    <a:pt x="415114" y="5716645"/>
                  </a:lnTo>
                  <a:lnTo>
                    <a:pt x="415272" y="5716645"/>
                  </a:lnTo>
                  <a:lnTo>
                    <a:pt x="415272" y="5716215"/>
                  </a:lnTo>
                  <a:lnTo>
                    <a:pt x="415429" y="5716215"/>
                  </a:lnTo>
                  <a:lnTo>
                    <a:pt x="415429" y="5715784"/>
                  </a:lnTo>
                  <a:lnTo>
                    <a:pt x="415429" y="5715353"/>
                  </a:lnTo>
                  <a:lnTo>
                    <a:pt x="415429" y="5714923"/>
                  </a:lnTo>
                  <a:lnTo>
                    <a:pt x="415429" y="5714492"/>
                  </a:lnTo>
                  <a:lnTo>
                    <a:pt x="415587" y="5714492"/>
                  </a:lnTo>
                  <a:lnTo>
                    <a:pt x="415587" y="5714062"/>
                  </a:lnTo>
                  <a:lnTo>
                    <a:pt x="415587" y="5713631"/>
                  </a:lnTo>
                  <a:lnTo>
                    <a:pt x="415745" y="5713631"/>
                  </a:lnTo>
                  <a:lnTo>
                    <a:pt x="415903" y="5713631"/>
                  </a:lnTo>
                  <a:lnTo>
                    <a:pt x="416060" y="5713631"/>
                  </a:lnTo>
                  <a:lnTo>
                    <a:pt x="416218" y="5713631"/>
                  </a:lnTo>
                  <a:lnTo>
                    <a:pt x="416376" y="5713631"/>
                  </a:lnTo>
                  <a:lnTo>
                    <a:pt x="416533" y="5713631"/>
                  </a:lnTo>
                  <a:lnTo>
                    <a:pt x="416533" y="5713200"/>
                  </a:lnTo>
                  <a:lnTo>
                    <a:pt x="416691" y="5713200"/>
                  </a:lnTo>
                  <a:lnTo>
                    <a:pt x="416849" y="5713200"/>
                  </a:lnTo>
                  <a:lnTo>
                    <a:pt x="417007" y="5713200"/>
                  </a:lnTo>
                  <a:lnTo>
                    <a:pt x="417164" y="5713200"/>
                  </a:lnTo>
                  <a:lnTo>
                    <a:pt x="417322" y="5713200"/>
                  </a:lnTo>
                  <a:lnTo>
                    <a:pt x="417480" y="5713200"/>
                  </a:lnTo>
                  <a:lnTo>
                    <a:pt x="417638" y="5713200"/>
                  </a:lnTo>
                  <a:lnTo>
                    <a:pt x="417795" y="5713200"/>
                  </a:lnTo>
                  <a:lnTo>
                    <a:pt x="417795" y="5712770"/>
                  </a:lnTo>
                  <a:lnTo>
                    <a:pt x="417795" y="5712339"/>
                  </a:lnTo>
                  <a:lnTo>
                    <a:pt x="417795" y="5711909"/>
                  </a:lnTo>
                  <a:lnTo>
                    <a:pt x="417953" y="5711909"/>
                  </a:lnTo>
                  <a:lnTo>
                    <a:pt x="417953" y="5711478"/>
                  </a:lnTo>
                  <a:lnTo>
                    <a:pt x="418111" y="5711478"/>
                  </a:lnTo>
                  <a:lnTo>
                    <a:pt x="418268" y="5711478"/>
                  </a:lnTo>
                  <a:lnTo>
                    <a:pt x="418426" y="5711478"/>
                  </a:lnTo>
                  <a:lnTo>
                    <a:pt x="418584" y="5711478"/>
                  </a:lnTo>
                  <a:lnTo>
                    <a:pt x="418742" y="5711478"/>
                  </a:lnTo>
                  <a:lnTo>
                    <a:pt x="418899" y="5711478"/>
                  </a:lnTo>
                  <a:lnTo>
                    <a:pt x="419057" y="5711478"/>
                  </a:lnTo>
                  <a:lnTo>
                    <a:pt x="419057" y="5711047"/>
                  </a:lnTo>
                  <a:lnTo>
                    <a:pt x="419057" y="5710617"/>
                  </a:lnTo>
                  <a:lnTo>
                    <a:pt x="419057" y="5710186"/>
                  </a:lnTo>
                  <a:lnTo>
                    <a:pt x="419215" y="5710186"/>
                  </a:lnTo>
                  <a:lnTo>
                    <a:pt x="419372" y="5710186"/>
                  </a:lnTo>
                  <a:lnTo>
                    <a:pt x="419372" y="5709756"/>
                  </a:lnTo>
                  <a:lnTo>
                    <a:pt x="419372" y="5709325"/>
                  </a:lnTo>
                  <a:lnTo>
                    <a:pt x="419530" y="5709325"/>
                  </a:lnTo>
                  <a:lnTo>
                    <a:pt x="419688" y="5709325"/>
                  </a:lnTo>
                  <a:lnTo>
                    <a:pt x="419688" y="5708894"/>
                  </a:lnTo>
                  <a:lnTo>
                    <a:pt x="419846" y="5708894"/>
                  </a:lnTo>
                  <a:lnTo>
                    <a:pt x="420003" y="5708894"/>
                  </a:lnTo>
                  <a:lnTo>
                    <a:pt x="420003" y="5708464"/>
                  </a:lnTo>
                  <a:lnTo>
                    <a:pt x="420161" y="5708464"/>
                  </a:lnTo>
                  <a:lnTo>
                    <a:pt x="420161" y="5708033"/>
                  </a:lnTo>
                  <a:lnTo>
                    <a:pt x="420319" y="5708033"/>
                  </a:lnTo>
                  <a:lnTo>
                    <a:pt x="420476" y="5708033"/>
                  </a:lnTo>
                  <a:lnTo>
                    <a:pt x="420634" y="5708033"/>
                  </a:lnTo>
                  <a:lnTo>
                    <a:pt x="420634" y="5707603"/>
                  </a:lnTo>
                  <a:lnTo>
                    <a:pt x="420634" y="5707172"/>
                  </a:lnTo>
                  <a:lnTo>
                    <a:pt x="420634" y="5706741"/>
                  </a:lnTo>
                  <a:lnTo>
                    <a:pt x="420634" y="5706311"/>
                  </a:lnTo>
                  <a:lnTo>
                    <a:pt x="420634" y="5705880"/>
                  </a:lnTo>
                  <a:lnTo>
                    <a:pt x="420634" y="5705450"/>
                  </a:lnTo>
                  <a:lnTo>
                    <a:pt x="420792" y="5705450"/>
                  </a:lnTo>
                  <a:lnTo>
                    <a:pt x="420792" y="5705019"/>
                  </a:lnTo>
                  <a:lnTo>
                    <a:pt x="420950" y="5705019"/>
                  </a:lnTo>
                  <a:lnTo>
                    <a:pt x="421107" y="5705019"/>
                  </a:lnTo>
                  <a:lnTo>
                    <a:pt x="421107" y="5704588"/>
                  </a:lnTo>
                  <a:lnTo>
                    <a:pt x="421265" y="5704588"/>
                  </a:lnTo>
                  <a:lnTo>
                    <a:pt x="421423" y="5704588"/>
                  </a:lnTo>
                  <a:lnTo>
                    <a:pt x="421580" y="5704588"/>
                  </a:lnTo>
                  <a:lnTo>
                    <a:pt x="421580" y="5704158"/>
                  </a:lnTo>
                  <a:lnTo>
                    <a:pt x="421580" y="5703727"/>
                  </a:lnTo>
                  <a:lnTo>
                    <a:pt x="421738" y="5703727"/>
                  </a:lnTo>
                  <a:lnTo>
                    <a:pt x="421738" y="5703297"/>
                  </a:lnTo>
                  <a:lnTo>
                    <a:pt x="421738" y="5702866"/>
                  </a:lnTo>
                  <a:lnTo>
                    <a:pt x="421738" y="5702435"/>
                  </a:lnTo>
                  <a:lnTo>
                    <a:pt x="421896" y="5702435"/>
                  </a:lnTo>
                  <a:lnTo>
                    <a:pt x="421896" y="5702005"/>
                  </a:lnTo>
                  <a:lnTo>
                    <a:pt x="421896" y="5701574"/>
                  </a:lnTo>
                  <a:lnTo>
                    <a:pt x="422054" y="5701574"/>
                  </a:lnTo>
                  <a:lnTo>
                    <a:pt x="422054" y="5701144"/>
                  </a:lnTo>
                  <a:lnTo>
                    <a:pt x="422211" y="5701144"/>
                  </a:lnTo>
                  <a:lnTo>
                    <a:pt x="422211" y="5700713"/>
                  </a:lnTo>
                  <a:lnTo>
                    <a:pt x="422369" y="5700713"/>
                  </a:lnTo>
                  <a:lnTo>
                    <a:pt x="422527" y="5700713"/>
                  </a:lnTo>
                  <a:lnTo>
                    <a:pt x="422684" y="5700713"/>
                  </a:lnTo>
                  <a:lnTo>
                    <a:pt x="422842" y="5700713"/>
                  </a:lnTo>
                  <a:lnTo>
                    <a:pt x="423000" y="5700713"/>
                  </a:lnTo>
                  <a:lnTo>
                    <a:pt x="423000" y="5700282"/>
                  </a:lnTo>
                  <a:lnTo>
                    <a:pt x="423158" y="5700282"/>
                  </a:lnTo>
                  <a:lnTo>
                    <a:pt x="423315" y="5700282"/>
                  </a:lnTo>
                  <a:lnTo>
                    <a:pt x="423473" y="5700282"/>
                  </a:lnTo>
                  <a:lnTo>
                    <a:pt x="423473" y="5699852"/>
                  </a:lnTo>
                  <a:lnTo>
                    <a:pt x="423631" y="5699852"/>
                  </a:lnTo>
                  <a:lnTo>
                    <a:pt x="423789" y="5699852"/>
                  </a:lnTo>
                  <a:lnTo>
                    <a:pt x="423946" y="5699852"/>
                  </a:lnTo>
                  <a:lnTo>
                    <a:pt x="423946" y="5699421"/>
                  </a:lnTo>
                  <a:lnTo>
                    <a:pt x="424104" y="5699421"/>
                  </a:lnTo>
                  <a:lnTo>
                    <a:pt x="424262" y="5699421"/>
                  </a:lnTo>
                  <a:lnTo>
                    <a:pt x="424419" y="5699421"/>
                  </a:lnTo>
                  <a:lnTo>
                    <a:pt x="424419" y="5698991"/>
                  </a:lnTo>
                  <a:lnTo>
                    <a:pt x="424577" y="5698991"/>
                  </a:lnTo>
                  <a:lnTo>
                    <a:pt x="424735" y="5698991"/>
                  </a:lnTo>
                  <a:lnTo>
                    <a:pt x="424893" y="5698991"/>
                  </a:lnTo>
                  <a:lnTo>
                    <a:pt x="424893" y="5698560"/>
                  </a:lnTo>
                  <a:lnTo>
                    <a:pt x="425050" y="5698560"/>
                  </a:lnTo>
                  <a:lnTo>
                    <a:pt x="425208" y="5698560"/>
                  </a:lnTo>
                  <a:lnTo>
                    <a:pt x="425366" y="5698560"/>
                  </a:lnTo>
                  <a:lnTo>
                    <a:pt x="425523" y="5698560"/>
                  </a:lnTo>
                  <a:lnTo>
                    <a:pt x="425523" y="5698129"/>
                  </a:lnTo>
                  <a:lnTo>
                    <a:pt x="425681" y="5698129"/>
                  </a:lnTo>
                  <a:lnTo>
                    <a:pt x="425839" y="5698129"/>
                  </a:lnTo>
                  <a:lnTo>
                    <a:pt x="425839" y="5697699"/>
                  </a:lnTo>
                  <a:lnTo>
                    <a:pt x="425839" y="5697268"/>
                  </a:lnTo>
                  <a:lnTo>
                    <a:pt x="425997" y="5697268"/>
                  </a:lnTo>
                  <a:lnTo>
                    <a:pt x="426154" y="5697268"/>
                  </a:lnTo>
                  <a:lnTo>
                    <a:pt x="426154" y="5696838"/>
                  </a:lnTo>
                  <a:lnTo>
                    <a:pt x="426154" y="5696407"/>
                  </a:lnTo>
                  <a:lnTo>
                    <a:pt x="426154" y="5695976"/>
                  </a:lnTo>
                  <a:lnTo>
                    <a:pt x="426154" y="5695546"/>
                  </a:lnTo>
                  <a:lnTo>
                    <a:pt x="426312" y="5695546"/>
                  </a:lnTo>
                  <a:lnTo>
                    <a:pt x="426312" y="5695115"/>
                  </a:lnTo>
                  <a:lnTo>
                    <a:pt x="426470" y="5695115"/>
                  </a:lnTo>
                  <a:lnTo>
                    <a:pt x="426627" y="5695115"/>
                  </a:lnTo>
                  <a:lnTo>
                    <a:pt x="426785" y="5695115"/>
                  </a:lnTo>
                  <a:lnTo>
                    <a:pt x="426943" y="5695115"/>
                  </a:lnTo>
                  <a:lnTo>
                    <a:pt x="427101" y="5695115"/>
                  </a:lnTo>
                  <a:lnTo>
                    <a:pt x="427258" y="5695115"/>
                  </a:lnTo>
                  <a:lnTo>
                    <a:pt x="427258" y="5694685"/>
                  </a:lnTo>
                  <a:lnTo>
                    <a:pt x="427258" y="5694254"/>
                  </a:lnTo>
                  <a:lnTo>
                    <a:pt x="427416" y="5694254"/>
                  </a:lnTo>
                  <a:lnTo>
                    <a:pt x="427574" y="5694254"/>
                  </a:lnTo>
                  <a:lnTo>
                    <a:pt x="427731" y="5694254"/>
                  </a:lnTo>
                  <a:lnTo>
                    <a:pt x="427889" y="5694254"/>
                  </a:lnTo>
                  <a:lnTo>
                    <a:pt x="428047" y="5694254"/>
                  </a:lnTo>
                  <a:lnTo>
                    <a:pt x="428047" y="5693823"/>
                  </a:lnTo>
                  <a:lnTo>
                    <a:pt x="428205" y="5693823"/>
                  </a:lnTo>
                  <a:lnTo>
                    <a:pt x="428362" y="5693823"/>
                  </a:lnTo>
                  <a:lnTo>
                    <a:pt x="428520" y="5693823"/>
                  </a:lnTo>
                  <a:lnTo>
                    <a:pt x="428678" y="5693823"/>
                  </a:lnTo>
                  <a:lnTo>
                    <a:pt x="428835" y="5693823"/>
                  </a:lnTo>
                  <a:lnTo>
                    <a:pt x="428993" y="5693823"/>
                  </a:lnTo>
                  <a:lnTo>
                    <a:pt x="429151" y="5693823"/>
                  </a:lnTo>
                  <a:lnTo>
                    <a:pt x="429309" y="5693823"/>
                  </a:lnTo>
                  <a:lnTo>
                    <a:pt x="429466" y="5693823"/>
                  </a:lnTo>
                  <a:lnTo>
                    <a:pt x="429466" y="5693393"/>
                  </a:lnTo>
                  <a:lnTo>
                    <a:pt x="429624" y="5693393"/>
                  </a:lnTo>
                  <a:lnTo>
                    <a:pt x="429782" y="5693393"/>
                  </a:lnTo>
                  <a:lnTo>
                    <a:pt x="429782" y="5692962"/>
                  </a:lnTo>
                  <a:lnTo>
                    <a:pt x="429940" y="5692962"/>
                  </a:lnTo>
                  <a:lnTo>
                    <a:pt x="429940" y="5692532"/>
                  </a:lnTo>
                  <a:lnTo>
                    <a:pt x="429940" y="5692101"/>
                  </a:lnTo>
                  <a:lnTo>
                    <a:pt x="430097" y="5692101"/>
                  </a:lnTo>
                  <a:lnTo>
                    <a:pt x="430255" y="5692101"/>
                  </a:lnTo>
                  <a:lnTo>
                    <a:pt x="430413" y="5692101"/>
                  </a:lnTo>
                  <a:lnTo>
                    <a:pt x="430570" y="5692101"/>
                  </a:lnTo>
                  <a:lnTo>
                    <a:pt x="430570" y="5691670"/>
                  </a:lnTo>
                  <a:lnTo>
                    <a:pt x="430570" y="5691240"/>
                  </a:lnTo>
                  <a:lnTo>
                    <a:pt x="430728" y="5691240"/>
                  </a:lnTo>
                  <a:lnTo>
                    <a:pt x="430886" y="5691240"/>
                  </a:lnTo>
                  <a:lnTo>
                    <a:pt x="431044" y="5691240"/>
                  </a:lnTo>
                  <a:lnTo>
                    <a:pt x="431201" y="5691240"/>
                  </a:lnTo>
                  <a:lnTo>
                    <a:pt x="431359" y="5691240"/>
                  </a:lnTo>
                  <a:lnTo>
                    <a:pt x="431359" y="5690809"/>
                  </a:lnTo>
                  <a:lnTo>
                    <a:pt x="431359" y="5690379"/>
                  </a:lnTo>
                  <a:lnTo>
                    <a:pt x="431517" y="5690379"/>
                  </a:lnTo>
                  <a:lnTo>
                    <a:pt x="431674" y="5690379"/>
                  </a:lnTo>
                  <a:lnTo>
                    <a:pt x="431832" y="5690379"/>
                  </a:lnTo>
                  <a:lnTo>
                    <a:pt x="431990" y="5690379"/>
                  </a:lnTo>
                  <a:lnTo>
                    <a:pt x="431990" y="5689948"/>
                  </a:lnTo>
                  <a:lnTo>
                    <a:pt x="431990" y="5689517"/>
                  </a:lnTo>
                  <a:lnTo>
                    <a:pt x="432148" y="5689517"/>
                  </a:lnTo>
                  <a:lnTo>
                    <a:pt x="432148" y="5689087"/>
                  </a:lnTo>
                  <a:lnTo>
                    <a:pt x="432305" y="5689087"/>
                  </a:lnTo>
                  <a:lnTo>
                    <a:pt x="432463" y="5689087"/>
                  </a:lnTo>
                  <a:lnTo>
                    <a:pt x="432621" y="5689087"/>
                  </a:lnTo>
                  <a:lnTo>
                    <a:pt x="432778" y="5689087"/>
                  </a:lnTo>
                  <a:lnTo>
                    <a:pt x="432936" y="5689087"/>
                  </a:lnTo>
                  <a:lnTo>
                    <a:pt x="433094" y="5689087"/>
                  </a:lnTo>
                  <a:lnTo>
                    <a:pt x="433252" y="5689087"/>
                  </a:lnTo>
                  <a:lnTo>
                    <a:pt x="433409" y="5689087"/>
                  </a:lnTo>
                  <a:lnTo>
                    <a:pt x="433567" y="5689087"/>
                  </a:lnTo>
                  <a:lnTo>
                    <a:pt x="433725" y="5689087"/>
                  </a:lnTo>
                  <a:lnTo>
                    <a:pt x="433725" y="5688656"/>
                  </a:lnTo>
                  <a:lnTo>
                    <a:pt x="433882" y="5688656"/>
                  </a:lnTo>
                  <a:lnTo>
                    <a:pt x="433882" y="5688226"/>
                  </a:lnTo>
                  <a:lnTo>
                    <a:pt x="434040" y="5688226"/>
                  </a:lnTo>
                  <a:lnTo>
                    <a:pt x="434040" y="5687795"/>
                  </a:lnTo>
                  <a:lnTo>
                    <a:pt x="434040" y="5687364"/>
                  </a:lnTo>
                  <a:lnTo>
                    <a:pt x="434198" y="5687364"/>
                  </a:lnTo>
                  <a:lnTo>
                    <a:pt x="434356" y="5687364"/>
                  </a:lnTo>
                  <a:lnTo>
                    <a:pt x="434513" y="5687364"/>
                  </a:lnTo>
                  <a:lnTo>
                    <a:pt x="434513" y="5686934"/>
                  </a:lnTo>
                  <a:lnTo>
                    <a:pt x="434671" y="5686934"/>
                  </a:lnTo>
                  <a:lnTo>
                    <a:pt x="434829" y="5686934"/>
                  </a:lnTo>
                  <a:lnTo>
                    <a:pt x="434829" y="5686503"/>
                  </a:lnTo>
                  <a:lnTo>
                    <a:pt x="434829" y="5686073"/>
                  </a:lnTo>
                  <a:lnTo>
                    <a:pt x="434829" y="5685642"/>
                  </a:lnTo>
                  <a:lnTo>
                    <a:pt x="434987" y="5685642"/>
                  </a:lnTo>
                  <a:lnTo>
                    <a:pt x="435144" y="5685642"/>
                  </a:lnTo>
                  <a:lnTo>
                    <a:pt x="435302" y="5685642"/>
                  </a:lnTo>
                  <a:lnTo>
                    <a:pt x="435302" y="5685211"/>
                  </a:lnTo>
                  <a:lnTo>
                    <a:pt x="435460" y="5685211"/>
                  </a:lnTo>
                  <a:lnTo>
                    <a:pt x="435617" y="5685211"/>
                  </a:lnTo>
                  <a:lnTo>
                    <a:pt x="435617" y="5684781"/>
                  </a:lnTo>
                  <a:lnTo>
                    <a:pt x="435775" y="5684781"/>
                  </a:lnTo>
                  <a:lnTo>
                    <a:pt x="435933" y="5684781"/>
                  </a:lnTo>
                  <a:lnTo>
                    <a:pt x="436091" y="5684781"/>
                  </a:lnTo>
                  <a:lnTo>
                    <a:pt x="436248" y="5684781"/>
                  </a:lnTo>
                  <a:lnTo>
                    <a:pt x="436248" y="5684350"/>
                  </a:lnTo>
                  <a:lnTo>
                    <a:pt x="436406" y="5684350"/>
                  </a:lnTo>
                  <a:lnTo>
                    <a:pt x="436564" y="5684350"/>
                  </a:lnTo>
                  <a:lnTo>
                    <a:pt x="436721" y="5684350"/>
                  </a:lnTo>
                  <a:lnTo>
                    <a:pt x="436879" y="5684350"/>
                  </a:lnTo>
                  <a:lnTo>
                    <a:pt x="436879" y="5683920"/>
                  </a:lnTo>
                  <a:lnTo>
                    <a:pt x="437037" y="5683920"/>
                  </a:lnTo>
                  <a:lnTo>
                    <a:pt x="437195" y="5683920"/>
                  </a:lnTo>
                  <a:lnTo>
                    <a:pt x="437195" y="5683489"/>
                  </a:lnTo>
                  <a:lnTo>
                    <a:pt x="437352" y="5683489"/>
                  </a:lnTo>
                  <a:lnTo>
                    <a:pt x="437510" y="5683489"/>
                  </a:lnTo>
                  <a:lnTo>
                    <a:pt x="437510" y="5683058"/>
                  </a:lnTo>
                  <a:lnTo>
                    <a:pt x="437510" y="5682628"/>
                  </a:lnTo>
                  <a:lnTo>
                    <a:pt x="437668" y="5682628"/>
                  </a:lnTo>
                  <a:lnTo>
                    <a:pt x="437825" y="5682628"/>
                  </a:lnTo>
                  <a:lnTo>
                    <a:pt x="437983" y="5682628"/>
                  </a:lnTo>
                  <a:lnTo>
                    <a:pt x="438141" y="5682628"/>
                  </a:lnTo>
                  <a:lnTo>
                    <a:pt x="438299" y="5682628"/>
                  </a:lnTo>
                  <a:lnTo>
                    <a:pt x="438299" y="5682197"/>
                  </a:lnTo>
                  <a:lnTo>
                    <a:pt x="438299" y="5681767"/>
                  </a:lnTo>
                  <a:lnTo>
                    <a:pt x="438299" y="5681336"/>
                  </a:lnTo>
                  <a:lnTo>
                    <a:pt x="438456" y="5681336"/>
                  </a:lnTo>
                  <a:lnTo>
                    <a:pt x="438456" y="5680905"/>
                  </a:lnTo>
                  <a:lnTo>
                    <a:pt x="438456" y="5680475"/>
                  </a:lnTo>
                  <a:lnTo>
                    <a:pt x="438614" y="5680475"/>
                  </a:lnTo>
                  <a:lnTo>
                    <a:pt x="438772" y="5680475"/>
                  </a:lnTo>
                  <a:lnTo>
                    <a:pt x="438772" y="5680044"/>
                  </a:lnTo>
                  <a:lnTo>
                    <a:pt x="438929" y="5680044"/>
                  </a:lnTo>
                  <a:lnTo>
                    <a:pt x="439087" y="5680044"/>
                  </a:lnTo>
                  <a:lnTo>
                    <a:pt x="439087" y="5679614"/>
                  </a:lnTo>
                  <a:lnTo>
                    <a:pt x="439087" y="5679183"/>
                  </a:lnTo>
                  <a:lnTo>
                    <a:pt x="439245" y="5679183"/>
                  </a:lnTo>
                  <a:lnTo>
                    <a:pt x="439403" y="5679183"/>
                  </a:lnTo>
                  <a:lnTo>
                    <a:pt x="439560" y="5679183"/>
                  </a:lnTo>
                  <a:lnTo>
                    <a:pt x="439718" y="5679183"/>
                  </a:lnTo>
                  <a:lnTo>
                    <a:pt x="439876" y="5679183"/>
                  </a:lnTo>
                  <a:lnTo>
                    <a:pt x="440033" y="5679183"/>
                  </a:lnTo>
                  <a:lnTo>
                    <a:pt x="440033" y="5678752"/>
                  </a:lnTo>
                  <a:lnTo>
                    <a:pt x="440033" y="5678322"/>
                  </a:lnTo>
                  <a:lnTo>
                    <a:pt x="440191" y="5678322"/>
                  </a:lnTo>
                  <a:lnTo>
                    <a:pt x="440349" y="5678322"/>
                  </a:lnTo>
                  <a:lnTo>
                    <a:pt x="440349" y="5677891"/>
                  </a:lnTo>
                  <a:lnTo>
                    <a:pt x="440507" y="5677891"/>
                  </a:lnTo>
                  <a:lnTo>
                    <a:pt x="440664" y="5677891"/>
                  </a:lnTo>
                  <a:lnTo>
                    <a:pt x="440822" y="5677891"/>
                  </a:lnTo>
                  <a:lnTo>
                    <a:pt x="440822" y="5677461"/>
                  </a:lnTo>
                  <a:lnTo>
                    <a:pt x="440980" y="5677461"/>
                  </a:lnTo>
                  <a:lnTo>
                    <a:pt x="441138" y="5677461"/>
                  </a:lnTo>
                  <a:lnTo>
                    <a:pt x="441138" y="5677030"/>
                  </a:lnTo>
                  <a:lnTo>
                    <a:pt x="441295" y="5677030"/>
                  </a:lnTo>
                  <a:lnTo>
                    <a:pt x="441453" y="5677030"/>
                  </a:lnTo>
                  <a:lnTo>
                    <a:pt x="441611" y="5677030"/>
                  </a:lnTo>
                  <a:lnTo>
                    <a:pt x="441768" y="5677030"/>
                  </a:lnTo>
                  <a:lnTo>
                    <a:pt x="441926" y="5677030"/>
                  </a:lnTo>
                  <a:lnTo>
                    <a:pt x="441926" y="5676599"/>
                  </a:lnTo>
                  <a:lnTo>
                    <a:pt x="442084" y="5676599"/>
                  </a:lnTo>
                  <a:lnTo>
                    <a:pt x="442242" y="5676599"/>
                  </a:lnTo>
                  <a:lnTo>
                    <a:pt x="442399" y="5676599"/>
                  </a:lnTo>
                  <a:lnTo>
                    <a:pt x="442557" y="5676599"/>
                  </a:lnTo>
                  <a:lnTo>
                    <a:pt x="442715" y="5676599"/>
                  </a:lnTo>
                  <a:lnTo>
                    <a:pt x="442872" y="5676599"/>
                  </a:lnTo>
                  <a:lnTo>
                    <a:pt x="443030" y="5676599"/>
                  </a:lnTo>
                  <a:lnTo>
                    <a:pt x="443188" y="5676599"/>
                  </a:lnTo>
                  <a:lnTo>
                    <a:pt x="443188" y="5676169"/>
                  </a:lnTo>
                  <a:lnTo>
                    <a:pt x="443346" y="5676169"/>
                  </a:lnTo>
                  <a:lnTo>
                    <a:pt x="443503" y="5676169"/>
                  </a:lnTo>
                  <a:lnTo>
                    <a:pt x="443661" y="5676169"/>
                  </a:lnTo>
                  <a:lnTo>
                    <a:pt x="443819" y="5676169"/>
                  </a:lnTo>
                  <a:lnTo>
                    <a:pt x="443976" y="5676169"/>
                  </a:lnTo>
                  <a:lnTo>
                    <a:pt x="443976" y="5675738"/>
                  </a:lnTo>
                  <a:lnTo>
                    <a:pt x="444134" y="5675738"/>
                  </a:lnTo>
                  <a:lnTo>
                    <a:pt x="444134" y="5675308"/>
                  </a:lnTo>
                  <a:lnTo>
                    <a:pt x="444134" y="5674877"/>
                  </a:lnTo>
                  <a:lnTo>
                    <a:pt x="444292" y="5674877"/>
                  </a:lnTo>
                  <a:lnTo>
                    <a:pt x="444450" y="5674877"/>
                  </a:lnTo>
                  <a:lnTo>
                    <a:pt x="444607" y="5674877"/>
                  </a:lnTo>
                  <a:lnTo>
                    <a:pt x="444765" y="5674877"/>
                  </a:lnTo>
                  <a:lnTo>
                    <a:pt x="444923" y="5674877"/>
                  </a:lnTo>
                  <a:lnTo>
                    <a:pt x="445080" y="5674877"/>
                  </a:lnTo>
                  <a:lnTo>
                    <a:pt x="445080" y="5674446"/>
                  </a:lnTo>
                  <a:lnTo>
                    <a:pt x="445238" y="5674446"/>
                  </a:lnTo>
                  <a:lnTo>
                    <a:pt x="445238" y="5674016"/>
                  </a:lnTo>
                  <a:lnTo>
                    <a:pt x="445238" y="5673585"/>
                  </a:lnTo>
                  <a:lnTo>
                    <a:pt x="445396" y="5673585"/>
                  </a:lnTo>
                  <a:lnTo>
                    <a:pt x="445554" y="5673585"/>
                  </a:lnTo>
                  <a:lnTo>
                    <a:pt x="445554" y="5673155"/>
                  </a:lnTo>
                  <a:lnTo>
                    <a:pt x="445554" y="5672724"/>
                  </a:lnTo>
                  <a:lnTo>
                    <a:pt x="445554" y="5672293"/>
                  </a:lnTo>
                  <a:lnTo>
                    <a:pt x="445711" y="5672293"/>
                  </a:lnTo>
                  <a:lnTo>
                    <a:pt x="445869" y="5672293"/>
                  </a:lnTo>
                  <a:lnTo>
                    <a:pt x="446027" y="5672293"/>
                  </a:lnTo>
                  <a:lnTo>
                    <a:pt x="446027" y="5671863"/>
                  </a:lnTo>
                  <a:lnTo>
                    <a:pt x="446185" y="5671863"/>
                  </a:lnTo>
                  <a:lnTo>
                    <a:pt x="446342" y="5671863"/>
                  </a:lnTo>
                  <a:lnTo>
                    <a:pt x="446500" y="5671863"/>
                  </a:lnTo>
                  <a:lnTo>
                    <a:pt x="446658" y="5671863"/>
                  </a:lnTo>
                  <a:lnTo>
                    <a:pt x="446815" y="5671863"/>
                  </a:lnTo>
                  <a:lnTo>
                    <a:pt x="446973" y="5671863"/>
                  </a:lnTo>
                  <a:lnTo>
                    <a:pt x="447131" y="5671863"/>
                  </a:lnTo>
                  <a:lnTo>
                    <a:pt x="447289" y="5671863"/>
                  </a:lnTo>
                  <a:lnTo>
                    <a:pt x="447446" y="5671863"/>
                  </a:lnTo>
                  <a:lnTo>
                    <a:pt x="447604" y="5671863"/>
                  </a:lnTo>
                  <a:lnTo>
                    <a:pt x="447762" y="5671863"/>
                  </a:lnTo>
                  <a:lnTo>
                    <a:pt x="447919" y="5671863"/>
                  </a:lnTo>
                  <a:lnTo>
                    <a:pt x="447919" y="5671432"/>
                  </a:lnTo>
                  <a:lnTo>
                    <a:pt x="448077" y="5671432"/>
                  </a:lnTo>
                  <a:lnTo>
                    <a:pt x="448235" y="5671432"/>
                  </a:lnTo>
                  <a:lnTo>
                    <a:pt x="448393" y="5671432"/>
                  </a:lnTo>
                  <a:lnTo>
                    <a:pt x="448393" y="5671002"/>
                  </a:lnTo>
                  <a:lnTo>
                    <a:pt x="448550" y="5671002"/>
                  </a:lnTo>
                  <a:lnTo>
                    <a:pt x="448708" y="5671002"/>
                  </a:lnTo>
                  <a:lnTo>
                    <a:pt x="448866" y="5671002"/>
                  </a:lnTo>
                  <a:lnTo>
                    <a:pt x="448866" y="5670571"/>
                  </a:lnTo>
                  <a:lnTo>
                    <a:pt x="449023" y="5670571"/>
                  </a:lnTo>
                  <a:lnTo>
                    <a:pt x="449181" y="5670571"/>
                  </a:lnTo>
                  <a:lnTo>
                    <a:pt x="449339" y="5670571"/>
                  </a:lnTo>
                  <a:lnTo>
                    <a:pt x="449339" y="5670140"/>
                  </a:lnTo>
                  <a:lnTo>
                    <a:pt x="449497" y="5670140"/>
                  </a:lnTo>
                  <a:lnTo>
                    <a:pt x="449654" y="5670140"/>
                  </a:lnTo>
                  <a:lnTo>
                    <a:pt x="449654" y="5669710"/>
                  </a:lnTo>
                  <a:lnTo>
                    <a:pt x="449812" y="5669710"/>
                  </a:lnTo>
                  <a:lnTo>
                    <a:pt x="449812" y="5669279"/>
                  </a:lnTo>
                  <a:lnTo>
                    <a:pt x="449970" y="5669279"/>
                  </a:lnTo>
                  <a:lnTo>
                    <a:pt x="450127" y="5669279"/>
                  </a:lnTo>
                  <a:lnTo>
                    <a:pt x="450285" y="5669279"/>
                  </a:lnTo>
                  <a:lnTo>
                    <a:pt x="450443" y="5669279"/>
                  </a:lnTo>
                  <a:lnTo>
                    <a:pt x="450601" y="5669279"/>
                  </a:lnTo>
                  <a:lnTo>
                    <a:pt x="450601" y="5668849"/>
                  </a:lnTo>
                  <a:lnTo>
                    <a:pt x="450601" y="5668418"/>
                  </a:lnTo>
                  <a:lnTo>
                    <a:pt x="450758" y="5668418"/>
                  </a:lnTo>
                  <a:lnTo>
                    <a:pt x="450916" y="5668418"/>
                  </a:lnTo>
                  <a:lnTo>
                    <a:pt x="450916" y="5667987"/>
                  </a:lnTo>
                  <a:lnTo>
                    <a:pt x="450916" y="5667557"/>
                  </a:lnTo>
                  <a:lnTo>
                    <a:pt x="450916" y="5667126"/>
                  </a:lnTo>
                  <a:lnTo>
                    <a:pt x="450916" y="5666696"/>
                  </a:lnTo>
                  <a:lnTo>
                    <a:pt x="451074" y="5666696"/>
                  </a:lnTo>
                  <a:lnTo>
                    <a:pt x="451074" y="5666265"/>
                  </a:lnTo>
                  <a:lnTo>
                    <a:pt x="451074" y="5665834"/>
                  </a:lnTo>
                  <a:lnTo>
                    <a:pt x="451074" y="5665404"/>
                  </a:lnTo>
                  <a:lnTo>
                    <a:pt x="451074" y="5664973"/>
                  </a:lnTo>
                  <a:lnTo>
                    <a:pt x="451074" y="5664543"/>
                  </a:lnTo>
                  <a:lnTo>
                    <a:pt x="451231" y="5664543"/>
                  </a:lnTo>
                  <a:lnTo>
                    <a:pt x="451389" y="5664543"/>
                  </a:lnTo>
                  <a:lnTo>
                    <a:pt x="451389" y="5664112"/>
                  </a:lnTo>
                  <a:lnTo>
                    <a:pt x="451389" y="5663681"/>
                  </a:lnTo>
                  <a:lnTo>
                    <a:pt x="451547" y="5663681"/>
                  </a:lnTo>
                  <a:lnTo>
                    <a:pt x="451547" y="5663251"/>
                  </a:lnTo>
                  <a:lnTo>
                    <a:pt x="451705" y="5663251"/>
                  </a:lnTo>
                  <a:lnTo>
                    <a:pt x="451862" y="5663251"/>
                  </a:lnTo>
                  <a:lnTo>
                    <a:pt x="452020" y="5663251"/>
                  </a:lnTo>
                  <a:lnTo>
                    <a:pt x="452178" y="5663251"/>
                  </a:lnTo>
                  <a:lnTo>
                    <a:pt x="452178" y="5662820"/>
                  </a:lnTo>
                  <a:lnTo>
                    <a:pt x="452178" y="5662390"/>
                  </a:lnTo>
                  <a:lnTo>
                    <a:pt x="452336" y="5662390"/>
                  </a:lnTo>
                  <a:lnTo>
                    <a:pt x="452493" y="5662390"/>
                  </a:lnTo>
                  <a:lnTo>
                    <a:pt x="452493" y="5661959"/>
                  </a:lnTo>
                  <a:lnTo>
                    <a:pt x="452651" y="5661959"/>
                  </a:lnTo>
                  <a:lnTo>
                    <a:pt x="452809" y="5661959"/>
                  </a:lnTo>
                  <a:lnTo>
                    <a:pt x="452966" y="5661959"/>
                  </a:lnTo>
                  <a:lnTo>
                    <a:pt x="452966" y="5661528"/>
                  </a:lnTo>
                  <a:lnTo>
                    <a:pt x="452966" y="5661098"/>
                  </a:lnTo>
                  <a:lnTo>
                    <a:pt x="453124" y="5661098"/>
                  </a:lnTo>
                  <a:lnTo>
                    <a:pt x="453282" y="5661098"/>
                  </a:lnTo>
                  <a:lnTo>
                    <a:pt x="453282" y="5660667"/>
                  </a:lnTo>
                  <a:lnTo>
                    <a:pt x="453440" y="5660667"/>
                  </a:lnTo>
                  <a:lnTo>
                    <a:pt x="453597" y="5660667"/>
                  </a:lnTo>
                  <a:lnTo>
                    <a:pt x="453755" y="5660667"/>
                  </a:lnTo>
                  <a:lnTo>
                    <a:pt x="453913" y="5660667"/>
                  </a:lnTo>
                  <a:lnTo>
                    <a:pt x="454070" y="5660667"/>
                  </a:lnTo>
                  <a:lnTo>
                    <a:pt x="454070" y="5660237"/>
                  </a:lnTo>
                  <a:lnTo>
                    <a:pt x="454070" y="5659806"/>
                  </a:lnTo>
                  <a:lnTo>
                    <a:pt x="454228" y="5659806"/>
                  </a:lnTo>
                  <a:lnTo>
                    <a:pt x="454386" y="5659806"/>
                  </a:lnTo>
                  <a:lnTo>
                    <a:pt x="454544" y="5659806"/>
                  </a:lnTo>
                  <a:lnTo>
                    <a:pt x="454544" y="5659375"/>
                  </a:lnTo>
                  <a:lnTo>
                    <a:pt x="454701" y="5659375"/>
                  </a:lnTo>
                  <a:lnTo>
                    <a:pt x="454701" y="5658945"/>
                  </a:lnTo>
                  <a:lnTo>
                    <a:pt x="454701" y="5658514"/>
                  </a:lnTo>
                  <a:lnTo>
                    <a:pt x="454701" y="5658084"/>
                  </a:lnTo>
                  <a:lnTo>
                    <a:pt x="454859" y="5658084"/>
                  </a:lnTo>
                  <a:lnTo>
                    <a:pt x="455017" y="5658084"/>
                  </a:lnTo>
                  <a:lnTo>
                    <a:pt x="455017" y="5657653"/>
                  </a:lnTo>
                  <a:lnTo>
                    <a:pt x="455017" y="5657222"/>
                  </a:lnTo>
                  <a:lnTo>
                    <a:pt x="455174" y="5657222"/>
                  </a:lnTo>
                  <a:lnTo>
                    <a:pt x="455332" y="5657222"/>
                  </a:lnTo>
                  <a:lnTo>
                    <a:pt x="455490" y="5657222"/>
                  </a:lnTo>
                  <a:lnTo>
                    <a:pt x="455490" y="5656792"/>
                  </a:lnTo>
                  <a:lnTo>
                    <a:pt x="455648" y="5656792"/>
                  </a:lnTo>
                  <a:lnTo>
                    <a:pt x="455805" y="5656792"/>
                  </a:lnTo>
                  <a:lnTo>
                    <a:pt x="455805" y="5656361"/>
                  </a:lnTo>
                  <a:lnTo>
                    <a:pt x="455805" y="5655931"/>
                  </a:lnTo>
                  <a:lnTo>
                    <a:pt x="455963" y="5655931"/>
                  </a:lnTo>
                  <a:lnTo>
                    <a:pt x="455963" y="5655500"/>
                  </a:lnTo>
                  <a:lnTo>
                    <a:pt x="456121" y="5655500"/>
                  </a:lnTo>
                  <a:lnTo>
                    <a:pt x="456278" y="5655500"/>
                  </a:lnTo>
                  <a:lnTo>
                    <a:pt x="456278" y="5655069"/>
                  </a:lnTo>
                  <a:lnTo>
                    <a:pt x="456278" y="5654639"/>
                  </a:lnTo>
                  <a:lnTo>
                    <a:pt x="456436" y="5654639"/>
                  </a:lnTo>
                  <a:lnTo>
                    <a:pt x="456594" y="5654639"/>
                  </a:lnTo>
                  <a:lnTo>
                    <a:pt x="456594" y="5654208"/>
                  </a:lnTo>
                  <a:lnTo>
                    <a:pt x="456594" y="5653778"/>
                  </a:lnTo>
                  <a:lnTo>
                    <a:pt x="456752" y="5653778"/>
                  </a:lnTo>
                  <a:lnTo>
                    <a:pt x="456909" y="5653778"/>
                  </a:lnTo>
                  <a:lnTo>
                    <a:pt x="457067" y="5653778"/>
                  </a:lnTo>
                  <a:lnTo>
                    <a:pt x="457067" y="5653347"/>
                  </a:lnTo>
                  <a:lnTo>
                    <a:pt x="457225" y="5653347"/>
                  </a:lnTo>
                  <a:lnTo>
                    <a:pt x="457383" y="5653347"/>
                  </a:lnTo>
                  <a:lnTo>
                    <a:pt x="457383" y="5652916"/>
                  </a:lnTo>
                  <a:lnTo>
                    <a:pt x="457383" y="5652486"/>
                  </a:lnTo>
                  <a:lnTo>
                    <a:pt x="457383" y="5652055"/>
                  </a:lnTo>
                  <a:lnTo>
                    <a:pt x="457540" y="5652055"/>
                  </a:lnTo>
                  <a:lnTo>
                    <a:pt x="457698" y="5652055"/>
                  </a:lnTo>
                  <a:lnTo>
                    <a:pt x="457856" y="5652055"/>
                  </a:lnTo>
                  <a:lnTo>
                    <a:pt x="458013" y="5652055"/>
                  </a:lnTo>
                  <a:lnTo>
                    <a:pt x="458171" y="5652055"/>
                  </a:lnTo>
                  <a:lnTo>
                    <a:pt x="458329" y="5652055"/>
                  </a:lnTo>
                  <a:lnTo>
                    <a:pt x="458487" y="5652055"/>
                  </a:lnTo>
                  <a:lnTo>
                    <a:pt x="458644" y="5652055"/>
                  </a:lnTo>
                  <a:lnTo>
                    <a:pt x="458802" y="5652055"/>
                  </a:lnTo>
                  <a:lnTo>
                    <a:pt x="458960" y="5652055"/>
                  </a:lnTo>
                  <a:lnTo>
                    <a:pt x="459117" y="5652055"/>
                  </a:lnTo>
                  <a:lnTo>
                    <a:pt x="459275" y="5652055"/>
                  </a:lnTo>
                  <a:lnTo>
                    <a:pt x="459433" y="5652055"/>
                  </a:lnTo>
                  <a:lnTo>
                    <a:pt x="459591" y="5652055"/>
                  </a:lnTo>
                  <a:lnTo>
                    <a:pt x="459591" y="5651625"/>
                  </a:lnTo>
                  <a:lnTo>
                    <a:pt x="459748" y="5651625"/>
                  </a:lnTo>
                  <a:lnTo>
                    <a:pt x="459748" y="5651194"/>
                  </a:lnTo>
                  <a:lnTo>
                    <a:pt x="459748" y="5650763"/>
                  </a:lnTo>
                  <a:lnTo>
                    <a:pt x="459906" y="5650763"/>
                  </a:lnTo>
                  <a:lnTo>
                    <a:pt x="459906" y="5650333"/>
                  </a:lnTo>
                  <a:lnTo>
                    <a:pt x="460064" y="5650333"/>
                  </a:lnTo>
                  <a:lnTo>
                    <a:pt x="460064" y="5649902"/>
                  </a:lnTo>
                  <a:lnTo>
                    <a:pt x="460221" y="5649902"/>
                  </a:lnTo>
                  <a:lnTo>
                    <a:pt x="460221" y="5649472"/>
                  </a:lnTo>
                  <a:lnTo>
                    <a:pt x="460379" y="5649472"/>
                  </a:lnTo>
                  <a:lnTo>
                    <a:pt x="460537" y="5649472"/>
                  </a:lnTo>
                  <a:lnTo>
                    <a:pt x="460537" y="5649041"/>
                  </a:lnTo>
                  <a:lnTo>
                    <a:pt x="460695" y="5649041"/>
                  </a:lnTo>
                  <a:lnTo>
                    <a:pt x="460695" y="5648610"/>
                  </a:lnTo>
                  <a:lnTo>
                    <a:pt x="460852" y="5648610"/>
                  </a:lnTo>
                  <a:lnTo>
                    <a:pt x="461010" y="5648610"/>
                  </a:lnTo>
                  <a:lnTo>
                    <a:pt x="461168" y="5648610"/>
                  </a:lnTo>
                  <a:lnTo>
                    <a:pt x="461325" y="5648610"/>
                  </a:lnTo>
                  <a:lnTo>
                    <a:pt x="461483" y="5648610"/>
                  </a:lnTo>
                  <a:lnTo>
                    <a:pt x="461483" y="5648180"/>
                  </a:lnTo>
                  <a:lnTo>
                    <a:pt x="461641" y="5648180"/>
                  </a:lnTo>
                  <a:lnTo>
                    <a:pt x="461799" y="5648180"/>
                  </a:lnTo>
                  <a:lnTo>
                    <a:pt x="461799" y="5647749"/>
                  </a:lnTo>
                  <a:lnTo>
                    <a:pt x="461956" y="5647749"/>
                  </a:lnTo>
                  <a:lnTo>
                    <a:pt x="462114" y="5647749"/>
                  </a:lnTo>
                  <a:lnTo>
                    <a:pt x="462272" y="5647749"/>
                  </a:lnTo>
                  <a:lnTo>
                    <a:pt x="462272" y="5647319"/>
                  </a:lnTo>
                  <a:lnTo>
                    <a:pt x="462429" y="5647319"/>
                  </a:lnTo>
                  <a:lnTo>
                    <a:pt x="462429" y="5646888"/>
                  </a:lnTo>
                  <a:lnTo>
                    <a:pt x="462587" y="5646888"/>
                  </a:lnTo>
                  <a:lnTo>
                    <a:pt x="462587" y="5646457"/>
                  </a:lnTo>
                  <a:lnTo>
                    <a:pt x="462587" y="5646027"/>
                  </a:lnTo>
                  <a:lnTo>
                    <a:pt x="462745" y="5646027"/>
                  </a:lnTo>
                  <a:lnTo>
                    <a:pt x="462745" y="5645596"/>
                  </a:lnTo>
                  <a:lnTo>
                    <a:pt x="462745" y="5645166"/>
                  </a:lnTo>
                  <a:lnTo>
                    <a:pt x="462903" y="5645166"/>
                  </a:lnTo>
                  <a:lnTo>
                    <a:pt x="462903" y="5644735"/>
                  </a:lnTo>
                  <a:lnTo>
                    <a:pt x="462903" y="5644304"/>
                  </a:lnTo>
                  <a:lnTo>
                    <a:pt x="462903" y="5643874"/>
                  </a:lnTo>
                  <a:lnTo>
                    <a:pt x="463060" y="5643874"/>
                  </a:lnTo>
                  <a:lnTo>
                    <a:pt x="463060" y="5643443"/>
                  </a:lnTo>
                  <a:lnTo>
                    <a:pt x="463218" y="5643443"/>
                  </a:lnTo>
                  <a:lnTo>
                    <a:pt x="463376" y="5643443"/>
                  </a:lnTo>
                  <a:lnTo>
                    <a:pt x="463376" y="5643013"/>
                  </a:lnTo>
                  <a:lnTo>
                    <a:pt x="463376" y="5642582"/>
                  </a:lnTo>
                  <a:lnTo>
                    <a:pt x="463534" y="5642582"/>
                  </a:lnTo>
                  <a:lnTo>
                    <a:pt x="463534" y="5642151"/>
                  </a:lnTo>
                  <a:lnTo>
                    <a:pt x="463534" y="5641721"/>
                  </a:lnTo>
                  <a:lnTo>
                    <a:pt x="463534" y="5641290"/>
                  </a:lnTo>
                  <a:lnTo>
                    <a:pt x="463534" y="5640860"/>
                  </a:lnTo>
                  <a:lnTo>
                    <a:pt x="463691" y="5640860"/>
                  </a:lnTo>
                  <a:lnTo>
                    <a:pt x="463849" y="5640860"/>
                  </a:lnTo>
                  <a:lnTo>
                    <a:pt x="463849" y="5640429"/>
                  </a:lnTo>
                  <a:lnTo>
                    <a:pt x="464007" y="5640429"/>
                  </a:lnTo>
                  <a:lnTo>
                    <a:pt x="464007" y="5639998"/>
                  </a:lnTo>
                  <a:lnTo>
                    <a:pt x="464164" y="5639998"/>
                  </a:lnTo>
                  <a:lnTo>
                    <a:pt x="464164" y="5639568"/>
                  </a:lnTo>
                  <a:lnTo>
                    <a:pt x="464164" y="5639137"/>
                  </a:lnTo>
                  <a:lnTo>
                    <a:pt x="464322" y="5639137"/>
                  </a:lnTo>
                  <a:lnTo>
                    <a:pt x="464480" y="5639137"/>
                  </a:lnTo>
                  <a:lnTo>
                    <a:pt x="464480" y="5638707"/>
                  </a:lnTo>
                  <a:lnTo>
                    <a:pt x="464638" y="5638707"/>
                  </a:lnTo>
                  <a:lnTo>
                    <a:pt x="464795" y="5638707"/>
                  </a:lnTo>
                  <a:lnTo>
                    <a:pt x="464953" y="5638707"/>
                  </a:lnTo>
                  <a:lnTo>
                    <a:pt x="464953" y="5638276"/>
                  </a:lnTo>
                  <a:lnTo>
                    <a:pt x="464953" y="5637845"/>
                  </a:lnTo>
                  <a:lnTo>
                    <a:pt x="465111" y="5637845"/>
                  </a:lnTo>
                  <a:lnTo>
                    <a:pt x="465111" y="5637415"/>
                  </a:lnTo>
                  <a:lnTo>
                    <a:pt x="465268" y="5637415"/>
                  </a:lnTo>
                  <a:lnTo>
                    <a:pt x="465268" y="5636984"/>
                  </a:lnTo>
                  <a:lnTo>
                    <a:pt x="465426" y="5636984"/>
                  </a:lnTo>
                  <a:lnTo>
                    <a:pt x="465426" y="5636554"/>
                  </a:lnTo>
                  <a:lnTo>
                    <a:pt x="465584" y="5636554"/>
                  </a:lnTo>
                  <a:lnTo>
                    <a:pt x="465742" y="5636554"/>
                  </a:lnTo>
                  <a:lnTo>
                    <a:pt x="465742" y="5636123"/>
                  </a:lnTo>
                  <a:lnTo>
                    <a:pt x="465899" y="5636123"/>
                  </a:lnTo>
                  <a:lnTo>
                    <a:pt x="466057" y="5636123"/>
                  </a:lnTo>
                  <a:lnTo>
                    <a:pt x="466215" y="5636123"/>
                  </a:lnTo>
                  <a:lnTo>
                    <a:pt x="466372" y="5636123"/>
                  </a:lnTo>
                  <a:lnTo>
                    <a:pt x="466530" y="5636123"/>
                  </a:lnTo>
                  <a:lnTo>
                    <a:pt x="466688" y="5636123"/>
                  </a:lnTo>
                  <a:lnTo>
                    <a:pt x="466846" y="5636123"/>
                  </a:lnTo>
                  <a:lnTo>
                    <a:pt x="466846" y="5635692"/>
                  </a:lnTo>
                  <a:lnTo>
                    <a:pt x="466846" y="5635262"/>
                  </a:lnTo>
                  <a:lnTo>
                    <a:pt x="466846" y="5634831"/>
                  </a:lnTo>
                  <a:lnTo>
                    <a:pt x="467003" y="5634831"/>
                  </a:lnTo>
                  <a:lnTo>
                    <a:pt x="467161" y="5634831"/>
                  </a:lnTo>
                  <a:lnTo>
                    <a:pt x="467319" y="5634831"/>
                  </a:lnTo>
                  <a:lnTo>
                    <a:pt x="467319" y="5634401"/>
                  </a:lnTo>
                  <a:lnTo>
                    <a:pt x="467476" y="5634401"/>
                  </a:lnTo>
                  <a:lnTo>
                    <a:pt x="467634" y="5634401"/>
                  </a:lnTo>
                  <a:lnTo>
                    <a:pt x="467634" y="5633970"/>
                  </a:lnTo>
                  <a:lnTo>
                    <a:pt x="467792" y="5633970"/>
                  </a:lnTo>
                  <a:lnTo>
                    <a:pt x="467792" y="5633539"/>
                  </a:lnTo>
                  <a:lnTo>
                    <a:pt x="467950" y="5633539"/>
                  </a:lnTo>
                  <a:lnTo>
                    <a:pt x="467950" y="5633109"/>
                  </a:lnTo>
                  <a:lnTo>
                    <a:pt x="468107" y="5633109"/>
                  </a:lnTo>
                  <a:lnTo>
                    <a:pt x="468265" y="5633109"/>
                  </a:lnTo>
                  <a:lnTo>
                    <a:pt x="468265" y="5632678"/>
                  </a:lnTo>
                  <a:lnTo>
                    <a:pt x="468265" y="5632248"/>
                  </a:lnTo>
                  <a:lnTo>
                    <a:pt x="468265" y="5631817"/>
                  </a:lnTo>
                  <a:lnTo>
                    <a:pt x="468265" y="5631386"/>
                  </a:lnTo>
                  <a:lnTo>
                    <a:pt x="468423" y="5631386"/>
                  </a:lnTo>
                  <a:lnTo>
                    <a:pt x="468581" y="5631386"/>
                  </a:lnTo>
                  <a:lnTo>
                    <a:pt x="468581" y="5630956"/>
                  </a:lnTo>
                  <a:lnTo>
                    <a:pt x="468738" y="5630956"/>
                  </a:lnTo>
                  <a:lnTo>
                    <a:pt x="468896" y="5630956"/>
                  </a:lnTo>
                  <a:lnTo>
                    <a:pt x="469054" y="5630956"/>
                  </a:lnTo>
                  <a:lnTo>
                    <a:pt x="469054" y="5630525"/>
                  </a:lnTo>
                  <a:lnTo>
                    <a:pt x="469211" y="5630525"/>
                  </a:lnTo>
                  <a:lnTo>
                    <a:pt x="469369" y="5630525"/>
                  </a:lnTo>
                  <a:lnTo>
                    <a:pt x="469527" y="5630525"/>
                  </a:lnTo>
                  <a:lnTo>
                    <a:pt x="469685" y="5630525"/>
                  </a:lnTo>
                  <a:lnTo>
                    <a:pt x="469685" y="5630095"/>
                  </a:lnTo>
                  <a:lnTo>
                    <a:pt x="469685" y="5629664"/>
                  </a:lnTo>
                  <a:lnTo>
                    <a:pt x="469685" y="5629233"/>
                  </a:lnTo>
                  <a:lnTo>
                    <a:pt x="469842" y="5629233"/>
                  </a:lnTo>
                  <a:lnTo>
                    <a:pt x="470000" y="5629233"/>
                  </a:lnTo>
                  <a:lnTo>
                    <a:pt x="470158" y="5629233"/>
                  </a:lnTo>
                  <a:lnTo>
                    <a:pt x="470158" y="5628803"/>
                  </a:lnTo>
                  <a:lnTo>
                    <a:pt x="470315" y="5628803"/>
                  </a:lnTo>
                  <a:lnTo>
                    <a:pt x="470315" y="5628372"/>
                  </a:lnTo>
                  <a:lnTo>
                    <a:pt x="470315" y="5627942"/>
                  </a:lnTo>
                  <a:lnTo>
                    <a:pt x="470315" y="5627511"/>
                  </a:lnTo>
                  <a:lnTo>
                    <a:pt x="470473" y="5627511"/>
                  </a:lnTo>
                  <a:lnTo>
                    <a:pt x="470631" y="5627511"/>
                  </a:lnTo>
                  <a:lnTo>
                    <a:pt x="470631" y="5627080"/>
                  </a:lnTo>
                  <a:lnTo>
                    <a:pt x="470789" y="5627080"/>
                  </a:lnTo>
                  <a:lnTo>
                    <a:pt x="470789" y="5626650"/>
                  </a:lnTo>
                  <a:lnTo>
                    <a:pt x="470789" y="5626219"/>
                  </a:lnTo>
                  <a:lnTo>
                    <a:pt x="470789" y="5625789"/>
                  </a:lnTo>
                  <a:lnTo>
                    <a:pt x="470946" y="5625789"/>
                  </a:lnTo>
                  <a:lnTo>
                    <a:pt x="471104" y="5625789"/>
                  </a:lnTo>
                  <a:lnTo>
                    <a:pt x="471104" y="5625358"/>
                  </a:lnTo>
                  <a:lnTo>
                    <a:pt x="471262" y="5625358"/>
                  </a:lnTo>
                  <a:lnTo>
                    <a:pt x="471419" y="5625358"/>
                  </a:lnTo>
                  <a:lnTo>
                    <a:pt x="471577" y="5625358"/>
                  </a:lnTo>
                  <a:lnTo>
                    <a:pt x="471735" y="5625358"/>
                  </a:lnTo>
                  <a:lnTo>
                    <a:pt x="471735" y="5624927"/>
                  </a:lnTo>
                  <a:lnTo>
                    <a:pt x="471735" y="5624497"/>
                  </a:lnTo>
                  <a:lnTo>
                    <a:pt x="471735" y="5624066"/>
                  </a:lnTo>
                  <a:lnTo>
                    <a:pt x="471735" y="5623636"/>
                  </a:lnTo>
                  <a:lnTo>
                    <a:pt x="471893" y="5623636"/>
                  </a:lnTo>
                  <a:lnTo>
                    <a:pt x="472050" y="5623636"/>
                  </a:lnTo>
                  <a:lnTo>
                    <a:pt x="472208" y="5623636"/>
                  </a:lnTo>
                  <a:lnTo>
                    <a:pt x="472208" y="5623205"/>
                  </a:lnTo>
                  <a:lnTo>
                    <a:pt x="472208" y="5622774"/>
                  </a:lnTo>
                  <a:lnTo>
                    <a:pt x="472366" y="5622774"/>
                  </a:lnTo>
                  <a:lnTo>
                    <a:pt x="472366" y="5622344"/>
                  </a:lnTo>
                  <a:lnTo>
                    <a:pt x="472523" y="5622344"/>
                  </a:lnTo>
                  <a:lnTo>
                    <a:pt x="472523" y="5621913"/>
                  </a:lnTo>
                  <a:lnTo>
                    <a:pt x="472681" y="5621913"/>
                  </a:lnTo>
                  <a:lnTo>
                    <a:pt x="472839" y="5621913"/>
                  </a:lnTo>
                  <a:lnTo>
                    <a:pt x="472997" y="5621913"/>
                  </a:lnTo>
                  <a:lnTo>
                    <a:pt x="473154" y="5621913"/>
                  </a:lnTo>
                  <a:lnTo>
                    <a:pt x="473154" y="5621483"/>
                  </a:lnTo>
                  <a:lnTo>
                    <a:pt x="473312" y="5621483"/>
                  </a:lnTo>
                  <a:lnTo>
                    <a:pt x="473312" y="5621052"/>
                  </a:lnTo>
                  <a:lnTo>
                    <a:pt x="473470" y="5621052"/>
                  </a:lnTo>
                  <a:lnTo>
                    <a:pt x="473627" y="5621052"/>
                  </a:lnTo>
                  <a:lnTo>
                    <a:pt x="473785" y="5621052"/>
                  </a:lnTo>
                  <a:lnTo>
                    <a:pt x="473943" y="5621052"/>
                  </a:lnTo>
                  <a:lnTo>
                    <a:pt x="474101" y="5621052"/>
                  </a:lnTo>
                  <a:lnTo>
                    <a:pt x="474101" y="5620621"/>
                  </a:lnTo>
                  <a:lnTo>
                    <a:pt x="474258" y="5620621"/>
                  </a:lnTo>
                  <a:lnTo>
                    <a:pt x="474258" y="5620191"/>
                  </a:lnTo>
                  <a:lnTo>
                    <a:pt x="474416" y="5620191"/>
                  </a:lnTo>
                  <a:lnTo>
                    <a:pt x="474574" y="5620191"/>
                  </a:lnTo>
                  <a:lnTo>
                    <a:pt x="474574" y="5619760"/>
                  </a:lnTo>
                  <a:lnTo>
                    <a:pt x="474574" y="5619330"/>
                  </a:lnTo>
                  <a:lnTo>
                    <a:pt x="474574" y="5618899"/>
                  </a:lnTo>
                  <a:lnTo>
                    <a:pt x="474732" y="5618899"/>
                  </a:lnTo>
                  <a:lnTo>
                    <a:pt x="474889" y="5618899"/>
                  </a:lnTo>
                  <a:lnTo>
                    <a:pt x="475047" y="5618899"/>
                  </a:lnTo>
                  <a:lnTo>
                    <a:pt x="475047" y="5618468"/>
                  </a:lnTo>
                  <a:lnTo>
                    <a:pt x="475047" y="5618038"/>
                  </a:lnTo>
                  <a:lnTo>
                    <a:pt x="475205" y="5618038"/>
                  </a:lnTo>
                  <a:lnTo>
                    <a:pt x="475362" y="5618038"/>
                  </a:lnTo>
                  <a:lnTo>
                    <a:pt x="475362" y="5617607"/>
                  </a:lnTo>
                  <a:lnTo>
                    <a:pt x="475520" y="5617607"/>
                  </a:lnTo>
                  <a:lnTo>
                    <a:pt x="475678" y="5617607"/>
                  </a:lnTo>
                  <a:lnTo>
                    <a:pt x="475678" y="5617177"/>
                  </a:lnTo>
                  <a:lnTo>
                    <a:pt x="475836" y="5617177"/>
                  </a:lnTo>
                  <a:lnTo>
                    <a:pt x="475993" y="5617177"/>
                  </a:lnTo>
                  <a:lnTo>
                    <a:pt x="476151" y="5617177"/>
                  </a:lnTo>
                  <a:lnTo>
                    <a:pt x="476309" y="5617177"/>
                  </a:lnTo>
                  <a:lnTo>
                    <a:pt x="476466" y="5617177"/>
                  </a:lnTo>
                  <a:lnTo>
                    <a:pt x="476624" y="5617177"/>
                  </a:lnTo>
                  <a:lnTo>
                    <a:pt x="476782" y="5617177"/>
                  </a:lnTo>
                  <a:lnTo>
                    <a:pt x="476782" y="5616746"/>
                  </a:lnTo>
                  <a:lnTo>
                    <a:pt x="476940" y="5616746"/>
                  </a:lnTo>
                  <a:lnTo>
                    <a:pt x="477097" y="5616746"/>
                  </a:lnTo>
                  <a:lnTo>
                    <a:pt x="477255" y="5616746"/>
                  </a:lnTo>
                  <a:lnTo>
                    <a:pt x="477413" y="5616746"/>
                  </a:lnTo>
                  <a:lnTo>
                    <a:pt x="477570" y="5616746"/>
                  </a:lnTo>
                  <a:lnTo>
                    <a:pt x="477570" y="5616315"/>
                  </a:lnTo>
                  <a:lnTo>
                    <a:pt x="477728" y="5616315"/>
                  </a:lnTo>
                  <a:lnTo>
                    <a:pt x="477886" y="5616315"/>
                  </a:lnTo>
                  <a:lnTo>
                    <a:pt x="477886" y="5615885"/>
                  </a:lnTo>
                  <a:lnTo>
                    <a:pt x="478044" y="5615885"/>
                  </a:lnTo>
                  <a:lnTo>
                    <a:pt x="478201" y="5615885"/>
                  </a:lnTo>
                  <a:lnTo>
                    <a:pt x="478359" y="5615885"/>
                  </a:lnTo>
                  <a:lnTo>
                    <a:pt x="478359" y="5615454"/>
                  </a:lnTo>
                  <a:lnTo>
                    <a:pt x="478517" y="5615454"/>
                  </a:lnTo>
                  <a:lnTo>
                    <a:pt x="478674" y="5615454"/>
                  </a:lnTo>
                  <a:lnTo>
                    <a:pt x="478674" y="5615024"/>
                  </a:lnTo>
                  <a:lnTo>
                    <a:pt x="478832" y="5615024"/>
                  </a:lnTo>
                  <a:lnTo>
                    <a:pt x="478832" y="5614593"/>
                  </a:lnTo>
                  <a:lnTo>
                    <a:pt x="478990" y="5614593"/>
                  </a:lnTo>
                  <a:lnTo>
                    <a:pt x="479148" y="5614593"/>
                  </a:lnTo>
                  <a:lnTo>
                    <a:pt x="479148" y="5614162"/>
                  </a:lnTo>
                  <a:lnTo>
                    <a:pt x="479305" y="5614162"/>
                  </a:lnTo>
                  <a:lnTo>
                    <a:pt x="479463" y="5614162"/>
                  </a:lnTo>
                  <a:lnTo>
                    <a:pt x="479621" y="5614162"/>
                  </a:lnTo>
                  <a:lnTo>
                    <a:pt x="479779" y="5614162"/>
                  </a:lnTo>
                  <a:lnTo>
                    <a:pt x="479936" y="5614162"/>
                  </a:lnTo>
                  <a:lnTo>
                    <a:pt x="480094" y="5614162"/>
                  </a:lnTo>
                  <a:lnTo>
                    <a:pt x="480252" y="5614162"/>
                  </a:lnTo>
                  <a:lnTo>
                    <a:pt x="480409" y="5614162"/>
                  </a:lnTo>
                  <a:lnTo>
                    <a:pt x="480567" y="5614162"/>
                  </a:lnTo>
                  <a:lnTo>
                    <a:pt x="480725" y="5614162"/>
                  </a:lnTo>
                  <a:lnTo>
                    <a:pt x="480883" y="5614162"/>
                  </a:lnTo>
                  <a:lnTo>
                    <a:pt x="481040" y="5614162"/>
                  </a:lnTo>
                  <a:lnTo>
                    <a:pt x="481198" y="5614162"/>
                  </a:lnTo>
                  <a:lnTo>
                    <a:pt x="481356" y="5614162"/>
                  </a:lnTo>
                  <a:lnTo>
                    <a:pt x="481356" y="5613732"/>
                  </a:lnTo>
                  <a:lnTo>
                    <a:pt x="481513" y="5613732"/>
                  </a:lnTo>
                  <a:lnTo>
                    <a:pt x="481671" y="5613732"/>
                  </a:lnTo>
                  <a:lnTo>
                    <a:pt x="481829" y="5613732"/>
                  </a:lnTo>
                  <a:lnTo>
                    <a:pt x="481987" y="5613732"/>
                  </a:lnTo>
                  <a:lnTo>
                    <a:pt x="482144" y="5613732"/>
                  </a:lnTo>
                  <a:lnTo>
                    <a:pt x="482302" y="5613732"/>
                  </a:lnTo>
                  <a:lnTo>
                    <a:pt x="482460" y="5613732"/>
                  </a:lnTo>
                  <a:lnTo>
                    <a:pt x="482460" y="5613301"/>
                  </a:lnTo>
                  <a:lnTo>
                    <a:pt x="482617" y="5613301"/>
                  </a:lnTo>
                  <a:lnTo>
                    <a:pt x="482775" y="5613301"/>
                  </a:lnTo>
                  <a:lnTo>
                    <a:pt x="482933" y="5613301"/>
                  </a:lnTo>
                  <a:lnTo>
                    <a:pt x="483091" y="5613301"/>
                  </a:lnTo>
                  <a:lnTo>
                    <a:pt x="483248" y="5613301"/>
                  </a:lnTo>
                  <a:lnTo>
                    <a:pt x="483248" y="5612871"/>
                  </a:lnTo>
                  <a:lnTo>
                    <a:pt x="483406" y="5612871"/>
                  </a:lnTo>
                  <a:lnTo>
                    <a:pt x="483406" y="5612440"/>
                  </a:lnTo>
                  <a:lnTo>
                    <a:pt x="483406" y="5612009"/>
                  </a:lnTo>
                  <a:lnTo>
                    <a:pt x="483564" y="5612009"/>
                  </a:lnTo>
                  <a:lnTo>
                    <a:pt x="483721" y="5612009"/>
                  </a:lnTo>
                  <a:lnTo>
                    <a:pt x="483879" y="5612009"/>
                  </a:lnTo>
                  <a:lnTo>
                    <a:pt x="484037" y="5612009"/>
                  </a:lnTo>
                  <a:lnTo>
                    <a:pt x="484195" y="5612009"/>
                  </a:lnTo>
                  <a:lnTo>
                    <a:pt x="484195" y="5611579"/>
                  </a:lnTo>
                  <a:lnTo>
                    <a:pt x="484352" y="5611579"/>
                  </a:lnTo>
                  <a:lnTo>
                    <a:pt x="484510" y="5611579"/>
                  </a:lnTo>
                  <a:lnTo>
                    <a:pt x="484510" y="5611148"/>
                  </a:lnTo>
                  <a:lnTo>
                    <a:pt x="484510" y="5610718"/>
                  </a:lnTo>
                  <a:lnTo>
                    <a:pt x="484668" y="5610718"/>
                  </a:lnTo>
                  <a:lnTo>
                    <a:pt x="484825" y="5610718"/>
                  </a:lnTo>
                  <a:lnTo>
                    <a:pt x="484983" y="5610718"/>
                  </a:lnTo>
                  <a:lnTo>
                    <a:pt x="485141" y="5610718"/>
                  </a:lnTo>
                  <a:lnTo>
                    <a:pt x="485299" y="5610718"/>
                  </a:lnTo>
                  <a:lnTo>
                    <a:pt x="485456" y="5610718"/>
                  </a:lnTo>
                  <a:lnTo>
                    <a:pt x="485614" y="5610718"/>
                  </a:lnTo>
                  <a:lnTo>
                    <a:pt x="485772" y="5610718"/>
                  </a:lnTo>
                  <a:lnTo>
                    <a:pt x="485772" y="5610287"/>
                  </a:lnTo>
                  <a:lnTo>
                    <a:pt x="485772" y="5609856"/>
                  </a:lnTo>
                  <a:lnTo>
                    <a:pt x="485930" y="5609856"/>
                  </a:lnTo>
                  <a:lnTo>
                    <a:pt x="486087" y="5609856"/>
                  </a:lnTo>
                  <a:lnTo>
                    <a:pt x="486245" y="5609856"/>
                  </a:lnTo>
                  <a:lnTo>
                    <a:pt x="486403" y="5609856"/>
                  </a:lnTo>
                  <a:lnTo>
                    <a:pt x="486560" y="5609856"/>
                  </a:lnTo>
                  <a:lnTo>
                    <a:pt x="486718" y="5609856"/>
                  </a:lnTo>
                  <a:lnTo>
                    <a:pt x="486718" y="5609426"/>
                  </a:lnTo>
                  <a:lnTo>
                    <a:pt x="486718" y="5608995"/>
                  </a:lnTo>
                  <a:lnTo>
                    <a:pt x="486876" y="5608995"/>
                  </a:lnTo>
                  <a:lnTo>
                    <a:pt x="486876" y="5608565"/>
                  </a:lnTo>
                  <a:lnTo>
                    <a:pt x="487034" y="5608565"/>
                  </a:lnTo>
                  <a:lnTo>
                    <a:pt x="487034" y="5608134"/>
                  </a:lnTo>
                  <a:lnTo>
                    <a:pt x="487034" y="5607703"/>
                  </a:lnTo>
                  <a:lnTo>
                    <a:pt x="487191" y="5607703"/>
                  </a:lnTo>
                  <a:lnTo>
                    <a:pt x="487349" y="5607703"/>
                  </a:lnTo>
                  <a:lnTo>
                    <a:pt x="487507" y="5607703"/>
                  </a:lnTo>
                  <a:lnTo>
                    <a:pt x="487664" y="5607703"/>
                  </a:lnTo>
                  <a:lnTo>
                    <a:pt x="487822" y="5607703"/>
                  </a:lnTo>
                  <a:lnTo>
                    <a:pt x="487980" y="5607703"/>
                  </a:lnTo>
                  <a:lnTo>
                    <a:pt x="488138" y="5607703"/>
                  </a:lnTo>
                  <a:lnTo>
                    <a:pt x="488138" y="5607273"/>
                  </a:lnTo>
                  <a:lnTo>
                    <a:pt x="488295" y="5607273"/>
                  </a:lnTo>
                  <a:lnTo>
                    <a:pt x="488453" y="5607273"/>
                  </a:lnTo>
                  <a:lnTo>
                    <a:pt x="488611" y="5607273"/>
                  </a:lnTo>
                  <a:lnTo>
                    <a:pt x="488768" y="5607273"/>
                  </a:lnTo>
                  <a:lnTo>
                    <a:pt x="488768" y="5606842"/>
                  </a:lnTo>
                  <a:lnTo>
                    <a:pt x="488768" y="5606412"/>
                  </a:lnTo>
                  <a:lnTo>
                    <a:pt x="488926" y="5606412"/>
                  </a:lnTo>
                  <a:lnTo>
                    <a:pt x="488926" y="5605981"/>
                  </a:lnTo>
                  <a:lnTo>
                    <a:pt x="489084" y="5605981"/>
                  </a:lnTo>
                  <a:lnTo>
                    <a:pt x="489242" y="5605981"/>
                  </a:lnTo>
                  <a:lnTo>
                    <a:pt x="489399" y="5605981"/>
                  </a:lnTo>
                  <a:lnTo>
                    <a:pt x="489557" y="5605981"/>
                  </a:lnTo>
                  <a:lnTo>
                    <a:pt x="489715" y="5605981"/>
                  </a:lnTo>
                  <a:lnTo>
                    <a:pt x="489715" y="5605550"/>
                  </a:lnTo>
                  <a:lnTo>
                    <a:pt x="489872" y="5605550"/>
                  </a:lnTo>
                  <a:lnTo>
                    <a:pt x="489872" y="5605120"/>
                  </a:lnTo>
                  <a:lnTo>
                    <a:pt x="489872" y="5604689"/>
                  </a:lnTo>
                  <a:lnTo>
                    <a:pt x="490030" y="5604689"/>
                  </a:lnTo>
                  <a:lnTo>
                    <a:pt x="490030" y="5604259"/>
                  </a:lnTo>
                  <a:lnTo>
                    <a:pt x="490188" y="5604259"/>
                  </a:lnTo>
                  <a:lnTo>
                    <a:pt x="490346" y="5604259"/>
                  </a:lnTo>
                  <a:lnTo>
                    <a:pt x="490346" y="5603828"/>
                  </a:lnTo>
                  <a:lnTo>
                    <a:pt x="490346" y="5603397"/>
                  </a:lnTo>
                  <a:lnTo>
                    <a:pt x="490503" y="5603397"/>
                  </a:lnTo>
                  <a:lnTo>
                    <a:pt x="490661" y="5603397"/>
                  </a:lnTo>
                  <a:lnTo>
                    <a:pt x="490661" y="5602967"/>
                  </a:lnTo>
                  <a:lnTo>
                    <a:pt x="490819" y="5602967"/>
                  </a:lnTo>
                  <a:lnTo>
                    <a:pt x="490977" y="5602967"/>
                  </a:lnTo>
                  <a:lnTo>
                    <a:pt x="490977" y="5602536"/>
                  </a:lnTo>
                  <a:lnTo>
                    <a:pt x="491134" y="5602536"/>
                  </a:lnTo>
                  <a:lnTo>
                    <a:pt x="491134" y="5602106"/>
                  </a:lnTo>
                  <a:lnTo>
                    <a:pt x="491292" y="5602106"/>
                  </a:lnTo>
                  <a:lnTo>
                    <a:pt x="491292" y="5601675"/>
                  </a:lnTo>
                  <a:lnTo>
                    <a:pt x="491292" y="5601244"/>
                  </a:lnTo>
                  <a:lnTo>
                    <a:pt x="491450" y="5601244"/>
                  </a:lnTo>
                  <a:lnTo>
                    <a:pt x="491607" y="5601244"/>
                  </a:lnTo>
                  <a:lnTo>
                    <a:pt x="491765" y="5601244"/>
                  </a:lnTo>
                  <a:lnTo>
                    <a:pt x="491923" y="5601244"/>
                  </a:lnTo>
                  <a:lnTo>
                    <a:pt x="491923" y="5600814"/>
                  </a:lnTo>
                  <a:lnTo>
                    <a:pt x="491923" y="5600383"/>
                  </a:lnTo>
                  <a:lnTo>
                    <a:pt x="491923" y="5599953"/>
                  </a:lnTo>
                  <a:lnTo>
                    <a:pt x="492081" y="5599953"/>
                  </a:lnTo>
                  <a:lnTo>
                    <a:pt x="492238" y="5599953"/>
                  </a:lnTo>
                  <a:lnTo>
                    <a:pt x="492238" y="5599522"/>
                  </a:lnTo>
                  <a:lnTo>
                    <a:pt x="492238" y="5599091"/>
                  </a:lnTo>
                  <a:lnTo>
                    <a:pt x="492396" y="5599091"/>
                  </a:lnTo>
                  <a:lnTo>
                    <a:pt x="492554" y="5599091"/>
                  </a:lnTo>
                  <a:lnTo>
                    <a:pt x="492554" y="5598661"/>
                  </a:lnTo>
                  <a:lnTo>
                    <a:pt x="492711" y="5598661"/>
                  </a:lnTo>
                  <a:lnTo>
                    <a:pt x="492869" y="5598661"/>
                  </a:lnTo>
                  <a:lnTo>
                    <a:pt x="492869" y="5598230"/>
                  </a:lnTo>
                  <a:lnTo>
                    <a:pt x="493027" y="5598230"/>
                  </a:lnTo>
                  <a:lnTo>
                    <a:pt x="493027" y="5597800"/>
                  </a:lnTo>
                  <a:lnTo>
                    <a:pt x="493027" y="5597369"/>
                  </a:lnTo>
                  <a:lnTo>
                    <a:pt x="493185" y="5597369"/>
                  </a:lnTo>
                  <a:lnTo>
                    <a:pt x="493342" y="5597369"/>
                  </a:lnTo>
                  <a:lnTo>
                    <a:pt x="493500" y="5597369"/>
                  </a:lnTo>
                  <a:lnTo>
                    <a:pt x="493658" y="5597369"/>
                  </a:lnTo>
                  <a:lnTo>
                    <a:pt x="493658" y="5596938"/>
                  </a:lnTo>
                  <a:lnTo>
                    <a:pt x="493815" y="5596938"/>
                  </a:lnTo>
                  <a:lnTo>
                    <a:pt x="493973" y="5596938"/>
                  </a:lnTo>
                  <a:lnTo>
                    <a:pt x="494131" y="5596938"/>
                  </a:lnTo>
                  <a:lnTo>
                    <a:pt x="494289" y="5596938"/>
                  </a:lnTo>
                  <a:lnTo>
                    <a:pt x="494446" y="5596938"/>
                  </a:lnTo>
                  <a:lnTo>
                    <a:pt x="494446" y="5596508"/>
                  </a:lnTo>
                  <a:lnTo>
                    <a:pt x="494604" y="5596508"/>
                  </a:lnTo>
                  <a:lnTo>
                    <a:pt x="494762" y="5596508"/>
                  </a:lnTo>
                  <a:lnTo>
                    <a:pt x="494762" y="5596077"/>
                  </a:lnTo>
                  <a:lnTo>
                    <a:pt x="494919" y="5596077"/>
                  </a:lnTo>
                  <a:lnTo>
                    <a:pt x="494919" y="5595647"/>
                  </a:lnTo>
                  <a:lnTo>
                    <a:pt x="494919" y="5595216"/>
                  </a:lnTo>
                  <a:lnTo>
                    <a:pt x="495077" y="5595216"/>
                  </a:lnTo>
                  <a:lnTo>
                    <a:pt x="495077" y="5594785"/>
                  </a:lnTo>
                  <a:lnTo>
                    <a:pt x="495235" y="5594785"/>
                  </a:lnTo>
                  <a:lnTo>
                    <a:pt x="495393" y="5594785"/>
                  </a:lnTo>
                  <a:lnTo>
                    <a:pt x="495550" y="5594785"/>
                  </a:lnTo>
                  <a:lnTo>
                    <a:pt x="495708" y="5594785"/>
                  </a:lnTo>
                  <a:lnTo>
                    <a:pt x="495866" y="5594785"/>
                  </a:lnTo>
                  <a:lnTo>
                    <a:pt x="496023" y="5594785"/>
                  </a:lnTo>
                  <a:lnTo>
                    <a:pt x="496181" y="5594785"/>
                  </a:lnTo>
                  <a:lnTo>
                    <a:pt x="496339" y="5594785"/>
                  </a:lnTo>
                  <a:lnTo>
                    <a:pt x="496497" y="5594785"/>
                  </a:lnTo>
                  <a:lnTo>
                    <a:pt x="496497" y="5594355"/>
                  </a:lnTo>
                  <a:lnTo>
                    <a:pt x="496654" y="5594355"/>
                  </a:lnTo>
                  <a:lnTo>
                    <a:pt x="496812" y="5594355"/>
                  </a:lnTo>
                  <a:lnTo>
                    <a:pt x="496812" y="5593924"/>
                  </a:lnTo>
                  <a:lnTo>
                    <a:pt x="496970" y="5593924"/>
                  </a:lnTo>
                  <a:lnTo>
                    <a:pt x="497128" y="5593924"/>
                  </a:lnTo>
                  <a:lnTo>
                    <a:pt x="497128" y="5593494"/>
                  </a:lnTo>
                  <a:lnTo>
                    <a:pt x="497128" y="5593063"/>
                  </a:lnTo>
                  <a:lnTo>
                    <a:pt x="497285" y="5593063"/>
                  </a:lnTo>
                  <a:lnTo>
                    <a:pt x="497285" y="5592632"/>
                  </a:lnTo>
                  <a:lnTo>
                    <a:pt x="497443" y="5592632"/>
                  </a:lnTo>
                  <a:lnTo>
                    <a:pt x="497601" y="5592632"/>
                  </a:lnTo>
                  <a:lnTo>
                    <a:pt x="497758" y="5592632"/>
                  </a:lnTo>
                  <a:lnTo>
                    <a:pt x="497916" y="5592632"/>
                  </a:lnTo>
                  <a:lnTo>
                    <a:pt x="498074" y="5592632"/>
                  </a:lnTo>
                  <a:lnTo>
                    <a:pt x="498232" y="5592632"/>
                  </a:lnTo>
                  <a:lnTo>
                    <a:pt x="498232" y="5592202"/>
                  </a:lnTo>
                  <a:lnTo>
                    <a:pt x="498389" y="5592202"/>
                  </a:lnTo>
                  <a:lnTo>
                    <a:pt x="498547" y="5592202"/>
                  </a:lnTo>
                  <a:lnTo>
                    <a:pt x="498547" y="5591771"/>
                  </a:lnTo>
                  <a:lnTo>
                    <a:pt x="498547" y="5591341"/>
                  </a:lnTo>
                  <a:lnTo>
                    <a:pt x="498705" y="5591341"/>
                  </a:lnTo>
                  <a:lnTo>
                    <a:pt x="498705" y="5590910"/>
                  </a:lnTo>
                  <a:lnTo>
                    <a:pt x="498862" y="5590910"/>
                  </a:lnTo>
                  <a:lnTo>
                    <a:pt x="499020" y="5590910"/>
                  </a:lnTo>
                  <a:lnTo>
                    <a:pt x="499178" y="5590910"/>
                  </a:lnTo>
                  <a:lnTo>
                    <a:pt x="499178" y="5590479"/>
                  </a:lnTo>
                  <a:lnTo>
                    <a:pt x="499178" y="5590049"/>
                  </a:lnTo>
                  <a:lnTo>
                    <a:pt x="499178" y="5589618"/>
                  </a:lnTo>
                  <a:lnTo>
                    <a:pt x="499178" y="5589188"/>
                  </a:lnTo>
                  <a:lnTo>
                    <a:pt x="499178" y="5588757"/>
                  </a:lnTo>
                  <a:lnTo>
                    <a:pt x="499336" y="5588757"/>
                  </a:lnTo>
                  <a:lnTo>
                    <a:pt x="499493" y="5588757"/>
                  </a:lnTo>
                  <a:lnTo>
                    <a:pt x="499493" y="5588326"/>
                  </a:lnTo>
                  <a:lnTo>
                    <a:pt x="499493" y="5587896"/>
                  </a:lnTo>
                  <a:lnTo>
                    <a:pt x="499651" y="5587896"/>
                  </a:lnTo>
                  <a:lnTo>
                    <a:pt x="499651" y="5587465"/>
                  </a:lnTo>
                  <a:lnTo>
                    <a:pt x="499809" y="5587465"/>
                  </a:lnTo>
                  <a:lnTo>
                    <a:pt x="499809" y="5587035"/>
                  </a:lnTo>
                  <a:lnTo>
                    <a:pt x="499966" y="5587035"/>
                  </a:lnTo>
                  <a:lnTo>
                    <a:pt x="500124" y="5587035"/>
                  </a:lnTo>
                  <a:lnTo>
                    <a:pt x="500282" y="5587035"/>
                  </a:lnTo>
                  <a:lnTo>
                    <a:pt x="500282" y="5586604"/>
                  </a:lnTo>
                  <a:lnTo>
                    <a:pt x="500440" y="5586604"/>
                  </a:lnTo>
                  <a:lnTo>
                    <a:pt x="500597" y="5586604"/>
                  </a:lnTo>
                  <a:lnTo>
                    <a:pt x="500597" y="5586173"/>
                  </a:lnTo>
                  <a:lnTo>
                    <a:pt x="500597" y="5585743"/>
                  </a:lnTo>
                  <a:lnTo>
                    <a:pt x="500755" y="5585743"/>
                  </a:lnTo>
                  <a:lnTo>
                    <a:pt x="500913" y="5585743"/>
                  </a:lnTo>
                  <a:lnTo>
                    <a:pt x="500913" y="5585312"/>
                  </a:lnTo>
                  <a:lnTo>
                    <a:pt x="501070" y="5585312"/>
                  </a:lnTo>
                  <a:lnTo>
                    <a:pt x="501228" y="5585312"/>
                  </a:lnTo>
                  <a:lnTo>
                    <a:pt x="501386" y="5585312"/>
                  </a:lnTo>
                  <a:lnTo>
                    <a:pt x="501386" y="5584882"/>
                  </a:lnTo>
                  <a:lnTo>
                    <a:pt x="501544" y="5584882"/>
                  </a:lnTo>
                  <a:lnTo>
                    <a:pt x="501544" y="5584451"/>
                  </a:lnTo>
                  <a:lnTo>
                    <a:pt x="501701" y="5584451"/>
                  </a:lnTo>
                  <a:lnTo>
                    <a:pt x="501859" y="5584451"/>
                  </a:lnTo>
                  <a:lnTo>
                    <a:pt x="502017" y="5584451"/>
                  </a:lnTo>
                  <a:lnTo>
                    <a:pt x="502174" y="5584451"/>
                  </a:lnTo>
                  <a:lnTo>
                    <a:pt x="502174" y="5584020"/>
                  </a:lnTo>
                  <a:lnTo>
                    <a:pt x="502174" y="5583590"/>
                  </a:lnTo>
                  <a:lnTo>
                    <a:pt x="502332" y="5583590"/>
                  </a:lnTo>
                  <a:lnTo>
                    <a:pt x="502490" y="5583590"/>
                  </a:lnTo>
                  <a:lnTo>
                    <a:pt x="502648" y="5583590"/>
                  </a:lnTo>
                  <a:lnTo>
                    <a:pt x="502805" y="5583590"/>
                  </a:lnTo>
                  <a:lnTo>
                    <a:pt x="502963" y="5583590"/>
                  </a:lnTo>
                  <a:lnTo>
                    <a:pt x="502963" y="5583159"/>
                  </a:lnTo>
                  <a:lnTo>
                    <a:pt x="503121" y="5583159"/>
                  </a:lnTo>
                  <a:lnTo>
                    <a:pt x="503279" y="5583159"/>
                  </a:lnTo>
                  <a:lnTo>
                    <a:pt x="503436" y="5583159"/>
                  </a:lnTo>
                  <a:lnTo>
                    <a:pt x="503594" y="5583159"/>
                  </a:lnTo>
                  <a:lnTo>
                    <a:pt x="503752" y="5583159"/>
                  </a:lnTo>
                  <a:lnTo>
                    <a:pt x="503752" y="5582729"/>
                  </a:lnTo>
                  <a:lnTo>
                    <a:pt x="503752" y="5582298"/>
                  </a:lnTo>
                  <a:lnTo>
                    <a:pt x="503752" y="5581867"/>
                  </a:lnTo>
                  <a:lnTo>
                    <a:pt x="503909" y="5581867"/>
                  </a:lnTo>
                  <a:lnTo>
                    <a:pt x="503909" y="5581437"/>
                  </a:lnTo>
                  <a:lnTo>
                    <a:pt x="504067" y="5581437"/>
                  </a:lnTo>
                  <a:lnTo>
                    <a:pt x="504225" y="5581437"/>
                  </a:lnTo>
                  <a:lnTo>
                    <a:pt x="504225" y="5581006"/>
                  </a:lnTo>
                  <a:lnTo>
                    <a:pt x="504383" y="5581006"/>
                  </a:lnTo>
                  <a:lnTo>
                    <a:pt x="504383" y="5580576"/>
                  </a:lnTo>
                  <a:lnTo>
                    <a:pt x="504540" y="5580576"/>
                  </a:lnTo>
                  <a:lnTo>
                    <a:pt x="504698" y="5580576"/>
                  </a:lnTo>
                  <a:lnTo>
                    <a:pt x="504856" y="5580576"/>
                  </a:lnTo>
                  <a:lnTo>
                    <a:pt x="505013" y="5580576"/>
                  </a:lnTo>
                  <a:lnTo>
                    <a:pt x="505171" y="5580576"/>
                  </a:lnTo>
                  <a:lnTo>
                    <a:pt x="505329" y="5580576"/>
                  </a:lnTo>
                  <a:lnTo>
                    <a:pt x="505487" y="5580576"/>
                  </a:lnTo>
                  <a:lnTo>
                    <a:pt x="505487" y="5580145"/>
                  </a:lnTo>
                  <a:lnTo>
                    <a:pt x="505644" y="5580145"/>
                  </a:lnTo>
                  <a:lnTo>
                    <a:pt x="505644" y="5579714"/>
                  </a:lnTo>
                  <a:lnTo>
                    <a:pt x="505802" y="5579714"/>
                  </a:lnTo>
                  <a:lnTo>
                    <a:pt x="505960" y="5579714"/>
                  </a:lnTo>
                  <a:lnTo>
                    <a:pt x="505960" y="5579284"/>
                  </a:lnTo>
                  <a:lnTo>
                    <a:pt x="506117" y="5579284"/>
                  </a:lnTo>
                  <a:lnTo>
                    <a:pt x="506117" y="5578853"/>
                  </a:lnTo>
                  <a:lnTo>
                    <a:pt x="506275" y="5578853"/>
                  </a:lnTo>
                  <a:lnTo>
                    <a:pt x="506433" y="5578853"/>
                  </a:lnTo>
                  <a:lnTo>
                    <a:pt x="506433" y="5578423"/>
                  </a:lnTo>
                  <a:lnTo>
                    <a:pt x="506591" y="5578423"/>
                  </a:lnTo>
                  <a:lnTo>
                    <a:pt x="506748" y="5578423"/>
                  </a:lnTo>
                  <a:lnTo>
                    <a:pt x="506906" y="5578423"/>
                  </a:lnTo>
                  <a:lnTo>
                    <a:pt x="507064" y="5578423"/>
                  </a:lnTo>
                  <a:lnTo>
                    <a:pt x="507221" y="5578423"/>
                  </a:lnTo>
                  <a:lnTo>
                    <a:pt x="507379" y="5578423"/>
                  </a:lnTo>
                  <a:lnTo>
                    <a:pt x="507537" y="5578423"/>
                  </a:lnTo>
                  <a:lnTo>
                    <a:pt x="507695" y="5578423"/>
                  </a:lnTo>
                  <a:lnTo>
                    <a:pt x="507852" y="5578423"/>
                  </a:lnTo>
                  <a:lnTo>
                    <a:pt x="507852" y="5577992"/>
                  </a:lnTo>
                  <a:lnTo>
                    <a:pt x="508010" y="5577992"/>
                  </a:lnTo>
                  <a:lnTo>
                    <a:pt x="508168" y="5577992"/>
                  </a:lnTo>
                  <a:lnTo>
                    <a:pt x="508326" y="5577992"/>
                  </a:lnTo>
                  <a:lnTo>
                    <a:pt x="508483" y="5577992"/>
                  </a:lnTo>
                  <a:lnTo>
                    <a:pt x="508641" y="5577992"/>
                  </a:lnTo>
                  <a:lnTo>
                    <a:pt x="508799" y="5577992"/>
                  </a:lnTo>
                  <a:lnTo>
                    <a:pt x="508956" y="5577992"/>
                  </a:lnTo>
                  <a:lnTo>
                    <a:pt x="509114" y="5577992"/>
                  </a:lnTo>
                  <a:lnTo>
                    <a:pt x="509272" y="5577992"/>
                  </a:lnTo>
                  <a:lnTo>
                    <a:pt x="509272" y="5577561"/>
                  </a:lnTo>
                  <a:lnTo>
                    <a:pt x="509272" y="5577131"/>
                  </a:lnTo>
                  <a:lnTo>
                    <a:pt x="509272" y="5576700"/>
                  </a:lnTo>
                  <a:lnTo>
                    <a:pt x="509430" y="5576700"/>
                  </a:lnTo>
                  <a:lnTo>
                    <a:pt x="509587" y="5576700"/>
                  </a:lnTo>
                  <a:lnTo>
                    <a:pt x="509587" y="5576270"/>
                  </a:lnTo>
                  <a:lnTo>
                    <a:pt x="509745" y="5576270"/>
                  </a:lnTo>
                  <a:lnTo>
                    <a:pt x="509745" y="5575839"/>
                  </a:lnTo>
                  <a:lnTo>
                    <a:pt x="509745" y="5575408"/>
                  </a:lnTo>
                  <a:lnTo>
                    <a:pt x="509903" y="5575408"/>
                  </a:lnTo>
                  <a:lnTo>
                    <a:pt x="510060" y="5575408"/>
                  </a:lnTo>
                  <a:lnTo>
                    <a:pt x="510218" y="5575408"/>
                  </a:lnTo>
                  <a:lnTo>
                    <a:pt x="510376" y="5575408"/>
                  </a:lnTo>
                  <a:lnTo>
                    <a:pt x="510534" y="5575408"/>
                  </a:lnTo>
                  <a:lnTo>
                    <a:pt x="510534" y="5574978"/>
                  </a:lnTo>
                  <a:lnTo>
                    <a:pt x="510534" y="5574547"/>
                  </a:lnTo>
                  <a:lnTo>
                    <a:pt x="510534" y="5574117"/>
                  </a:lnTo>
                  <a:lnTo>
                    <a:pt x="510534" y="5573686"/>
                  </a:lnTo>
                  <a:lnTo>
                    <a:pt x="510691" y="5573686"/>
                  </a:lnTo>
                  <a:lnTo>
                    <a:pt x="510849" y="5573686"/>
                  </a:lnTo>
                  <a:lnTo>
                    <a:pt x="511007" y="5573686"/>
                  </a:lnTo>
                  <a:lnTo>
                    <a:pt x="511164" y="5573686"/>
                  </a:lnTo>
                  <a:lnTo>
                    <a:pt x="511322" y="5573686"/>
                  </a:lnTo>
                  <a:lnTo>
                    <a:pt x="511480" y="5573686"/>
                  </a:lnTo>
                  <a:lnTo>
                    <a:pt x="511480" y="5573255"/>
                  </a:lnTo>
                  <a:lnTo>
                    <a:pt x="511638" y="5573255"/>
                  </a:lnTo>
                  <a:lnTo>
                    <a:pt x="511638" y="5572825"/>
                  </a:lnTo>
                  <a:lnTo>
                    <a:pt x="511795" y="5572825"/>
                  </a:lnTo>
                  <a:lnTo>
                    <a:pt x="511953" y="5572825"/>
                  </a:lnTo>
                  <a:lnTo>
                    <a:pt x="512111" y="5572825"/>
                  </a:lnTo>
                  <a:lnTo>
                    <a:pt x="512268" y="5572825"/>
                  </a:lnTo>
                  <a:lnTo>
                    <a:pt x="512426" y="5572825"/>
                  </a:lnTo>
                  <a:lnTo>
                    <a:pt x="512426" y="5572394"/>
                  </a:lnTo>
                  <a:lnTo>
                    <a:pt x="512584" y="5572394"/>
                  </a:lnTo>
                  <a:lnTo>
                    <a:pt x="512742" y="5572394"/>
                  </a:lnTo>
                  <a:lnTo>
                    <a:pt x="512899" y="5572394"/>
                  </a:lnTo>
                  <a:lnTo>
                    <a:pt x="513057" y="5572394"/>
                  </a:lnTo>
                  <a:lnTo>
                    <a:pt x="513057" y="5571964"/>
                  </a:lnTo>
                  <a:lnTo>
                    <a:pt x="513215" y="5571964"/>
                  </a:lnTo>
                  <a:lnTo>
                    <a:pt x="513372" y="5571964"/>
                  </a:lnTo>
                  <a:lnTo>
                    <a:pt x="513530" y="5571964"/>
                  </a:lnTo>
                  <a:lnTo>
                    <a:pt x="513688" y="5571964"/>
                  </a:lnTo>
                  <a:lnTo>
                    <a:pt x="513846" y="5571964"/>
                  </a:lnTo>
                  <a:lnTo>
                    <a:pt x="514003" y="5571964"/>
                  </a:lnTo>
                  <a:lnTo>
                    <a:pt x="514161" y="5571964"/>
                  </a:lnTo>
                  <a:lnTo>
                    <a:pt x="514319" y="5571964"/>
                  </a:lnTo>
                  <a:lnTo>
                    <a:pt x="514319" y="5571533"/>
                  </a:lnTo>
                  <a:lnTo>
                    <a:pt x="514477" y="5571533"/>
                  </a:lnTo>
                  <a:lnTo>
                    <a:pt x="514477" y="5571102"/>
                  </a:lnTo>
                  <a:lnTo>
                    <a:pt x="514477" y="5570672"/>
                  </a:lnTo>
                  <a:lnTo>
                    <a:pt x="514477" y="5570241"/>
                  </a:lnTo>
                  <a:lnTo>
                    <a:pt x="514634" y="5570241"/>
                  </a:lnTo>
                  <a:lnTo>
                    <a:pt x="514792" y="5570241"/>
                  </a:lnTo>
                  <a:lnTo>
                    <a:pt x="514950" y="5570241"/>
                  </a:lnTo>
                  <a:lnTo>
                    <a:pt x="515107" y="5570241"/>
                  </a:lnTo>
                  <a:lnTo>
                    <a:pt x="515265" y="5570241"/>
                  </a:lnTo>
                  <a:lnTo>
                    <a:pt x="515423" y="5570241"/>
                  </a:lnTo>
                  <a:lnTo>
                    <a:pt x="515423" y="5569811"/>
                  </a:lnTo>
                  <a:lnTo>
                    <a:pt x="515581" y="5569811"/>
                  </a:lnTo>
                  <a:lnTo>
                    <a:pt x="515738" y="5569811"/>
                  </a:lnTo>
                  <a:lnTo>
                    <a:pt x="515896" y="5569811"/>
                  </a:lnTo>
                  <a:lnTo>
                    <a:pt x="516054" y="5569811"/>
                  </a:lnTo>
                  <a:lnTo>
                    <a:pt x="516054" y="5569380"/>
                  </a:lnTo>
                  <a:lnTo>
                    <a:pt x="516054" y="5568949"/>
                  </a:lnTo>
                  <a:lnTo>
                    <a:pt x="516054" y="5568519"/>
                  </a:lnTo>
                  <a:lnTo>
                    <a:pt x="516211" y="5568519"/>
                  </a:lnTo>
                  <a:lnTo>
                    <a:pt x="516369" y="5568519"/>
                  </a:lnTo>
                  <a:lnTo>
                    <a:pt x="516527" y="5568519"/>
                  </a:lnTo>
                  <a:lnTo>
                    <a:pt x="516685" y="5568519"/>
                  </a:lnTo>
                  <a:lnTo>
                    <a:pt x="516685" y="5568088"/>
                  </a:lnTo>
                  <a:lnTo>
                    <a:pt x="516842" y="5568088"/>
                  </a:lnTo>
                  <a:lnTo>
                    <a:pt x="516842" y="5567658"/>
                  </a:lnTo>
                  <a:lnTo>
                    <a:pt x="516842" y="5567227"/>
                  </a:lnTo>
                  <a:lnTo>
                    <a:pt x="516842" y="5566796"/>
                  </a:lnTo>
                  <a:lnTo>
                    <a:pt x="517000" y="5566796"/>
                  </a:lnTo>
                  <a:lnTo>
                    <a:pt x="517158" y="5566796"/>
                  </a:lnTo>
                  <a:lnTo>
                    <a:pt x="517158" y="5566366"/>
                  </a:lnTo>
                  <a:lnTo>
                    <a:pt x="517158" y="5565935"/>
                  </a:lnTo>
                  <a:lnTo>
                    <a:pt x="517315" y="5565935"/>
                  </a:lnTo>
                  <a:lnTo>
                    <a:pt x="517473" y="5565935"/>
                  </a:lnTo>
                  <a:lnTo>
                    <a:pt x="517473" y="5565505"/>
                  </a:lnTo>
                  <a:lnTo>
                    <a:pt x="517473" y="5565074"/>
                  </a:lnTo>
                  <a:lnTo>
                    <a:pt x="517473" y="5564643"/>
                  </a:lnTo>
                  <a:lnTo>
                    <a:pt x="517473" y="5564213"/>
                  </a:lnTo>
                  <a:lnTo>
                    <a:pt x="517631" y="5564213"/>
                  </a:lnTo>
                  <a:lnTo>
                    <a:pt x="517631" y="5563782"/>
                  </a:lnTo>
                  <a:lnTo>
                    <a:pt x="517631" y="5563352"/>
                  </a:lnTo>
                  <a:lnTo>
                    <a:pt x="517789" y="5563352"/>
                  </a:lnTo>
                  <a:lnTo>
                    <a:pt x="517789" y="5562921"/>
                  </a:lnTo>
                  <a:lnTo>
                    <a:pt x="517946" y="5562921"/>
                  </a:lnTo>
                  <a:lnTo>
                    <a:pt x="517946" y="5562490"/>
                  </a:lnTo>
                  <a:lnTo>
                    <a:pt x="517946" y="5562060"/>
                  </a:lnTo>
                  <a:lnTo>
                    <a:pt x="518104" y="5562060"/>
                  </a:lnTo>
                  <a:lnTo>
                    <a:pt x="518262" y="5562060"/>
                  </a:lnTo>
                  <a:lnTo>
                    <a:pt x="518419" y="5562060"/>
                  </a:lnTo>
                  <a:lnTo>
                    <a:pt x="518577" y="5562060"/>
                  </a:lnTo>
                  <a:lnTo>
                    <a:pt x="518735" y="5562060"/>
                  </a:lnTo>
                  <a:lnTo>
                    <a:pt x="518735" y="5561629"/>
                  </a:lnTo>
                  <a:lnTo>
                    <a:pt x="518735" y="5561199"/>
                  </a:lnTo>
                  <a:lnTo>
                    <a:pt x="518735" y="5560768"/>
                  </a:lnTo>
                  <a:lnTo>
                    <a:pt x="518893" y="5560768"/>
                  </a:lnTo>
                  <a:lnTo>
                    <a:pt x="518893" y="5560337"/>
                  </a:lnTo>
                  <a:lnTo>
                    <a:pt x="519050" y="5560337"/>
                  </a:lnTo>
                  <a:lnTo>
                    <a:pt x="519208" y="5560337"/>
                  </a:lnTo>
                  <a:lnTo>
                    <a:pt x="519366" y="5560337"/>
                  </a:lnTo>
                  <a:lnTo>
                    <a:pt x="519524" y="5560337"/>
                  </a:lnTo>
                  <a:lnTo>
                    <a:pt x="519681" y="5560337"/>
                  </a:lnTo>
                  <a:lnTo>
                    <a:pt x="519839" y="5560337"/>
                  </a:lnTo>
                  <a:lnTo>
                    <a:pt x="519997" y="5560337"/>
                  </a:lnTo>
                  <a:lnTo>
                    <a:pt x="519997" y="5559907"/>
                  </a:lnTo>
                  <a:lnTo>
                    <a:pt x="520154" y="5559907"/>
                  </a:lnTo>
                  <a:lnTo>
                    <a:pt x="520312" y="5559907"/>
                  </a:lnTo>
                  <a:lnTo>
                    <a:pt x="520312" y="5559476"/>
                  </a:lnTo>
                  <a:lnTo>
                    <a:pt x="520312" y="5559046"/>
                  </a:lnTo>
                  <a:lnTo>
                    <a:pt x="520470" y="5559046"/>
                  </a:lnTo>
                  <a:lnTo>
                    <a:pt x="520470" y="5558615"/>
                  </a:lnTo>
                  <a:lnTo>
                    <a:pt x="520470" y="5558184"/>
                  </a:lnTo>
                  <a:lnTo>
                    <a:pt x="520470" y="5557754"/>
                  </a:lnTo>
                  <a:lnTo>
                    <a:pt x="520628" y="5557754"/>
                  </a:lnTo>
                  <a:lnTo>
                    <a:pt x="520628" y="5557323"/>
                  </a:lnTo>
                  <a:lnTo>
                    <a:pt x="520785" y="5557323"/>
                  </a:lnTo>
                  <a:lnTo>
                    <a:pt x="520943" y="5557323"/>
                  </a:lnTo>
                  <a:lnTo>
                    <a:pt x="521101" y="5557323"/>
                  </a:lnTo>
                  <a:lnTo>
                    <a:pt x="521101" y="5556893"/>
                  </a:lnTo>
                  <a:lnTo>
                    <a:pt x="521101" y="5556462"/>
                  </a:lnTo>
                  <a:lnTo>
                    <a:pt x="521258" y="5556462"/>
                  </a:lnTo>
                  <a:lnTo>
                    <a:pt x="521258" y="5556031"/>
                  </a:lnTo>
                  <a:lnTo>
                    <a:pt x="521416" y="5556031"/>
                  </a:lnTo>
                  <a:lnTo>
                    <a:pt x="521416" y="5555601"/>
                  </a:lnTo>
                  <a:lnTo>
                    <a:pt x="521574" y="5555601"/>
                  </a:lnTo>
                  <a:lnTo>
                    <a:pt x="521574" y="5555170"/>
                  </a:lnTo>
                  <a:lnTo>
                    <a:pt x="521574" y="5554740"/>
                  </a:lnTo>
                  <a:lnTo>
                    <a:pt x="521574" y="5554309"/>
                  </a:lnTo>
                  <a:lnTo>
                    <a:pt x="521574" y="5553878"/>
                  </a:lnTo>
                  <a:lnTo>
                    <a:pt x="521732" y="5553878"/>
                  </a:lnTo>
                  <a:lnTo>
                    <a:pt x="521889" y="5553878"/>
                  </a:lnTo>
                  <a:lnTo>
                    <a:pt x="521889" y="5553448"/>
                  </a:lnTo>
                  <a:lnTo>
                    <a:pt x="522047" y="5553448"/>
                  </a:lnTo>
                  <a:lnTo>
                    <a:pt x="522205" y="5553448"/>
                  </a:lnTo>
                  <a:lnTo>
                    <a:pt x="522205" y="5553017"/>
                  </a:lnTo>
                  <a:lnTo>
                    <a:pt x="522362" y="5553017"/>
                  </a:lnTo>
                  <a:lnTo>
                    <a:pt x="522362" y="5552587"/>
                  </a:lnTo>
                  <a:lnTo>
                    <a:pt x="522520" y="5552587"/>
                  </a:lnTo>
                  <a:lnTo>
                    <a:pt x="522678" y="5552587"/>
                  </a:lnTo>
                  <a:lnTo>
                    <a:pt x="522836" y="5552587"/>
                  </a:lnTo>
                  <a:lnTo>
                    <a:pt x="522993" y="5552587"/>
                  </a:lnTo>
                  <a:lnTo>
                    <a:pt x="523151" y="5552587"/>
                  </a:lnTo>
                  <a:lnTo>
                    <a:pt x="523309" y="5552587"/>
                  </a:lnTo>
                  <a:lnTo>
                    <a:pt x="523309" y="5552156"/>
                  </a:lnTo>
                  <a:lnTo>
                    <a:pt x="523309" y="5551725"/>
                  </a:lnTo>
                  <a:lnTo>
                    <a:pt x="523309" y="5551295"/>
                  </a:lnTo>
                  <a:lnTo>
                    <a:pt x="523466" y="5551295"/>
                  </a:lnTo>
                  <a:lnTo>
                    <a:pt x="523466" y="5550864"/>
                  </a:lnTo>
                  <a:lnTo>
                    <a:pt x="523466" y="5550434"/>
                  </a:lnTo>
                  <a:lnTo>
                    <a:pt x="523466" y="5550003"/>
                  </a:lnTo>
                  <a:lnTo>
                    <a:pt x="523624" y="5550003"/>
                  </a:lnTo>
                  <a:lnTo>
                    <a:pt x="523624" y="5549572"/>
                  </a:lnTo>
                  <a:lnTo>
                    <a:pt x="523624" y="5549142"/>
                  </a:lnTo>
                  <a:lnTo>
                    <a:pt x="523782" y="5549142"/>
                  </a:lnTo>
                  <a:lnTo>
                    <a:pt x="523782" y="5548711"/>
                  </a:lnTo>
                  <a:lnTo>
                    <a:pt x="523940" y="5548711"/>
                  </a:lnTo>
                  <a:lnTo>
                    <a:pt x="524097" y="5548711"/>
                  </a:lnTo>
                  <a:lnTo>
                    <a:pt x="524255" y="5548711"/>
                  </a:lnTo>
                  <a:lnTo>
                    <a:pt x="524413" y="5548711"/>
                  </a:lnTo>
                  <a:lnTo>
                    <a:pt x="524570" y="5548711"/>
                  </a:lnTo>
                  <a:lnTo>
                    <a:pt x="524728" y="5548711"/>
                  </a:lnTo>
                  <a:lnTo>
                    <a:pt x="524886" y="5548711"/>
                  </a:lnTo>
                  <a:lnTo>
                    <a:pt x="524886" y="5548281"/>
                  </a:lnTo>
                  <a:lnTo>
                    <a:pt x="525044" y="5548281"/>
                  </a:lnTo>
                  <a:lnTo>
                    <a:pt x="525201" y="5548281"/>
                  </a:lnTo>
                  <a:lnTo>
                    <a:pt x="525359" y="5548281"/>
                  </a:lnTo>
                  <a:lnTo>
                    <a:pt x="525517" y="5548281"/>
                  </a:lnTo>
                  <a:lnTo>
                    <a:pt x="525675" y="5548281"/>
                  </a:lnTo>
                  <a:lnTo>
                    <a:pt x="525832" y="5548281"/>
                  </a:lnTo>
                  <a:lnTo>
                    <a:pt x="525990" y="5548281"/>
                  </a:lnTo>
                  <a:lnTo>
                    <a:pt x="526148" y="5548281"/>
                  </a:lnTo>
                  <a:lnTo>
                    <a:pt x="526305" y="5548281"/>
                  </a:lnTo>
                  <a:lnTo>
                    <a:pt x="526463" y="5548281"/>
                  </a:lnTo>
                  <a:lnTo>
                    <a:pt x="526621" y="5548281"/>
                  </a:lnTo>
                  <a:lnTo>
                    <a:pt x="526621" y="5547850"/>
                  </a:lnTo>
                  <a:lnTo>
                    <a:pt x="526621" y="5547419"/>
                  </a:lnTo>
                  <a:lnTo>
                    <a:pt x="526779" y="5547419"/>
                  </a:lnTo>
                  <a:lnTo>
                    <a:pt x="526779" y="5546989"/>
                  </a:lnTo>
                  <a:lnTo>
                    <a:pt x="526779" y="5546558"/>
                  </a:lnTo>
                  <a:lnTo>
                    <a:pt x="526779" y="5546128"/>
                  </a:lnTo>
                  <a:lnTo>
                    <a:pt x="526936" y="5546128"/>
                  </a:lnTo>
                  <a:lnTo>
                    <a:pt x="527094" y="5546128"/>
                  </a:lnTo>
                  <a:lnTo>
                    <a:pt x="527094" y="5545697"/>
                  </a:lnTo>
                  <a:lnTo>
                    <a:pt x="527252" y="5545697"/>
                  </a:lnTo>
                  <a:lnTo>
                    <a:pt x="527409" y="5545697"/>
                  </a:lnTo>
                  <a:lnTo>
                    <a:pt x="527409" y="5545266"/>
                  </a:lnTo>
                  <a:lnTo>
                    <a:pt x="527567" y="5545266"/>
                  </a:lnTo>
                  <a:lnTo>
                    <a:pt x="527567" y="5544836"/>
                  </a:lnTo>
                  <a:lnTo>
                    <a:pt x="527567" y="5544405"/>
                  </a:lnTo>
                  <a:lnTo>
                    <a:pt x="527725" y="5544405"/>
                  </a:lnTo>
                  <a:lnTo>
                    <a:pt x="527725" y="5543975"/>
                  </a:lnTo>
                  <a:lnTo>
                    <a:pt x="527883" y="5543975"/>
                  </a:lnTo>
                  <a:lnTo>
                    <a:pt x="528040" y="5543975"/>
                  </a:lnTo>
                  <a:lnTo>
                    <a:pt x="528198" y="5543975"/>
                  </a:lnTo>
                  <a:lnTo>
                    <a:pt x="528356" y="5543975"/>
                  </a:lnTo>
                  <a:lnTo>
                    <a:pt x="528356" y="5543544"/>
                  </a:lnTo>
                  <a:lnTo>
                    <a:pt x="528513" y="5543544"/>
                  </a:lnTo>
                  <a:lnTo>
                    <a:pt x="528671" y="5543544"/>
                  </a:lnTo>
                  <a:lnTo>
                    <a:pt x="528671" y="5543113"/>
                  </a:lnTo>
                  <a:lnTo>
                    <a:pt x="528671" y="5542683"/>
                  </a:lnTo>
                  <a:lnTo>
                    <a:pt x="528671" y="5542252"/>
                  </a:lnTo>
                  <a:lnTo>
                    <a:pt x="528829" y="5542252"/>
                  </a:lnTo>
                  <a:lnTo>
                    <a:pt x="528829" y="5541822"/>
                  </a:lnTo>
                  <a:lnTo>
                    <a:pt x="528987" y="5541822"/>
                  </a:lnTo>
                  <a:lnTo>
                    <a:pt x="528987" y="5541391"/>
                  </a:lnTo>
                  <a:lnTo>
                    <a:pt x="528987" y="5540960"/>
                  </a:lnTo>
                  <a:lnTo>
                    <a:pt x="529144" y="5540960"/>
                  </a:lnTo>
                  <a:lnTo>
                    <a:pt x="529302" y="5540960"/>
                  </a:lnTo>
                  <a:lnTo>
                    <a:pt x="529302" y="5540530"/>
                  </a:lnTo>
                  <a:lnTo>
                    <a:pt x="529302" y="5540099"/>
                  </a:lnTo>
                  <a:lnTo>
                    <a:pt x="529460" y="5540099"/>
                  </a:lnTo>
                  <a:lnTo>
                    <a:pt x="529617" y="5540099"/>
                  </a:lnTo>
                  <a:lnTo>
                    <a:pt x="529617" y="5539669"/>
                  </a:lnTo>
                  <a:lnTo>
                    <a:pt x="529775" y="5539669"/>
                  </a:lnTo>
                  <a:lnTo>
                    <a:pt x="529933" y="5539669"/>
                  </a:lnTo>
                  <a:lnTo>
                    <a:pt x="530091" y="5539669"/>
                  </a:lnTo>
                  <a:lnTo>
                    <a:pt x="530091" y="5539238"/>
                  </a:lnTo>
                  <a:lnTo>
                    <a:pt x="530248" y="5539238"/>
                  </a:lnTo>
                  <a:lnTo>
                    <a:pt x="530406" y="5539238"/>
                  </a:lnTo>
                  <a:lnTo>
                    <a:pt x="530564" y="5539238"/>
                  </a:lnTo>
                  <a:lnTo>
                    <a:pt x="530564" y="5538807"/>
                  </a:lnTo>
                  <a:lnTo>
                    <a:pt x="530564" y="5538377"/>
                  </a:lnTo>
                  <a:lnTo>
                    <a:pt x="530564" y="5537946"/>
                  </a:lnTo>
                  <a:lnTo>
                    <a:pt x="530722" y="5537946"/>
                  </a:lnTo>
                  <a:lnTo>
                    <a:pt x="530879" y="5537946"/>
                  </a:lnTo>
                  <a:lnTo>
                    <a:pt x="531037" y="5537946"/>
                  </a:lnTo>
                  <a:lnTo>
                    <a:pt x="531195" y="5537946"/>
                  </a:lnTo>
                  <a:lnTo>
                    <a:pt x="531352" y="5537946"/>
                  </a:lnTo>
                  <a:lnTo>
                    <a:pt x="531510" y="5537946"/>
                  </a:lnTo>
                  <a:lnTo>
                    <a:pt x="531510" y="5537516"/>
                  </a:lnTo>
                  <a:lnTo>
                    <a:pt x="531510" y="5537085"/>
                  </a:lnTo>
                  <a:lnTo>
                    <a:pt x="531510" y="5536654"/>
                  </a:lnTo>
                  <a:lnTo>
                    <a:pt x="531510" y="5536224"/>
                  </a:lnTo>
                  <a:lnTo>
                    <a:pt x="531668" y="5536224"/>
                  </a:lnTo>
                  <a:lnTo>
                    <a:pt x="531826" y="5536224"/>
                  </a:lnTo>
                  <a:lnTo>
                    <a:pt x="531983" y="5536224"/>
                  </a:lnTo>
                  <a:lnTo>
                    <a:pt x="532141" y="5536224"/>
                  </a:lnTo>
                  <a:lnTo>
                    <a:pt x="532299" y="5536224"/>
                  </a:lnTo>
                  <a:lnTo>
                    <a:pt x="532299" y="5535793"/>
                  </a:lnTo>
                  <a:lnTo>
                    <a:pt x="532456" y="5535793"/>
                  </a:lnTo>
                  <a:lnTo>
                    <a:pt x="532614" y="5535793"/>
                  </a:lnTo>
                  <a:lnTo>
                    <a:pt x="532772" y="5535793"/>
                  </a:lnTo>
                  <a:lnTo>
                    <a:pt x="532930" y="5535793"/>
                  </a:lnTo>
                  <a:lnTo>
                    <a:pt x="533087" y="5535793"/>
                  </a:lnTo>
                  <a:lnTo>
                    <a:pt x="533245" y="5535793"/>
                  </a:lnTo>
                  <a:lnTo>
                    <a:pt x="533245" y="5535363"/>
                  </a:lnTo>
                  <a:lnTo>
                    <a:pt x="533245" y="5534932"/>
                  </a:lnTo>
                  <a:lnTo>
                    <a:pt x="533245" y="5534501"/>
                  </a:lnTo>
                  <a:lnTo>
                    <a:pt x="533245" y="5534071"/>
                  </a:lnTo>
                  <a:lnTo>
                    <a:pt x="533403" y="5534071"/>
                  </a:lnTo>
                  <a:lnTo>
                    <a:pt x="533403" y="5533640"/>
                  </a:lnTo>
                  <a:lnTo>
                    <a:pt x="533560" y="5533640"/>
                  </a:lnTo>
                  <a:lnTo>
                    <a:pt x="533560" y="5533210"/>
                  </a:lnTo>
                  <a:lnTo>
                    <a:pt x="533718" y="5533210"/>
                  </a:lnTo>
                  <a:lnTo>
                    <a:pt x="533876" y="5533210"/>
                  </a:lnTo>
                  <a:lnTo>
                    <a:pt x="533876" y="5532779"/>
                  </a:lnTo>
                  <a:lnTo>
                    <a:pt x="534034" y="5532779"/>
                  </a:lnTo>
                  <a:lnTo>
                    <a:pt x="534034" y="5532348"/>
                  </a:lnTo>
                  <a:lnTo>
                    <a:pt x="534191" y="5532348"/>
                  </a:lnTo>
                  <a:lnTo>
                    <a:pt x="534349" y="5532348"/>
                  </a:lnTo>
                  <a:lnTo>
                    <a:pt x="534507" y="5532348"/>
                  </a:lnTo>
                  <a:lnTo>
                    <a:pt x="534664" y="5532348"/>
                  </a:lnTo>
                  <a:lnTo>
                    <a:pt x="534822" y="5532348"/>
                  </a:lnTo>
                  <a:lnTo>
                    <a:pt x="534822" y="5531918"/>
                  </a:lnTo>
                  <a:lnTo>
                    <a:pt x="534980" y="5531918"/>
                  </a:lnTo>
                  <a:lnTo>
                    <a:pt x="535138" y="5531918"/>
                  </a:lnTo>
                  <a:lnTo>
                    <a:pt x="535138" y="5531487"/>
                  </a:lnTo>
                  <a:lnTo>
                    <a:pt x="535295" y="5531487"/>
                  </a:lnTo>
                  <a:lnTo>
                    <a:pt x="535453" y="5531487"/>
                  </a:lnTo>
                  <a:lnTo>
                    <a:pt x="535611" y="5531487"/>
                  </a:lnTo>
                  <a:lnTo>
                    <a:pt x="535611" y="5531057"/>
                  </a:lnTo>
                  <a:lnTo>
                    <a:pt x="535611" y="5530626"/>
                  </a:lnTo>
                  <a:lnTo>
                    <a:pt x="535611" y="5530195"/>
                  </a:lnTo>
                  <a:lnTo>
                    <a:pt x="535611" y="5529765"/>
                  </a:lnTo>
                  <a:lnTo>
                    <a:pt x="535768" y="5529765"/>
                  </a:lnTo>
                  <a:lnTo>
                    <a:pt x="535768" y="5529334"/>
                  </a:lnTo>
                  <a:lnTo>
                    <a:pt x="535926" y="5529334"/>
                  </a:lnTo>
                  <a:lnTo>
                    <a:pt x="536084" y="5529334"/>
                  </a:lnTo>
                  <a:lnTo>
                    <a:pt x="536242" y="5529334"/>
                  </a:lnTo>
                  <a:lnTo>
                    <a:pt x="536242" y="5528904"/>
                  </a:lnTo>
                  <a:lnTo>
                    <a:pt x="536399" y="5528904"/>
                  </a:lnTo>
                  <a:lnTo>
                    <a:pt x="536557" y="5528904"/>
                  </a:lnTo>
                  <a:lnTo>
                    <a:pt x="536557" y="5528473"/>
                  </a:lnTo>
                  <a:lnTo>
                    <a:pt x="536557" y="5528042"/>
                  </a:lnTo>
                  <a:lnTo>
                    <a:pt x="536715" y="5528042"/>
                  </a:lnTo>
                  <a:lnTo>
                    <a:pt x="536873" y="5528042"/>
                  </a:lnTo>
                  <a:lnTo>
                    <a:pt x="537030" y="5528042"/>
                  </a:lnTo>
                  <a:lnTo>
                    <a:pt x="537030" y="5527612"/>
                  </a:lnTo>
                  <a:lnTo>
                    <a:pt x="537188" y="5527612"/>
                  </a:lnTo>
                  <a:lnTo>
                    <a:pt x="537346" y="5527612"/>
                  </a:lnTo>
                  <a:lnTo>
                    <a:pt x="537503" y="5527612"/>
                  </a:lnTo>
                  <a:lnTo>
                    <a:pt x="537503" y="5527181"/>
                  </a:lnTo>
                  <a:lnTo>
                    <a:pt x="537661" y="5527181"/>
                  </a:lnTo>
                  <a:lnTo>
                    <a:pt x="537661" y="5526751"/>
                  </a:lnTo>
                  <a:lnTo>
                    <a:pt x="537661" y="5526320"/>
                  </a:lnTo>
                  <a:lnTo>
                    <a:pt x="537819" y="5526320"/>
                  </a:lnTo>
                  <a:lnTo>
                    <a:pt x="537819" y="5525889"/>
                  </a:lnTo>
                  <a:lnTo>
                    <a:pt x="537819" y="5525459"/>
                  </a:lnTo>
                  <a:lnTo>
                    <a:pt x="537819" y="5525028"/>
                  </a:lnTo>
                  <a:lnTo>
                    <a:pt x="537819" y="5524598"/>
                  </a:lnTo>
                  <a:lnTo>
                    <a:pt x="537977" y="5524598"/>
                  </a:lnTo>
                  <a:lnTo>
                    <a:pt x="537977" y="5524167"/>
                  </a:lnTo>
                  <a:lnTo>
                    <a:pt x="537977" y="5523736"/>
                  </a:lnTo>
                  <a:lnTo>
                    <a:pt x="537977" y="5523306"/>
                  </a:lnTo>
                  <a:lnTo>
                    <a:pt x="538134" y="5523306"/>
                  </a:lnTo>
                  <a:lnTo>
                    <a:pt x="538134" y="5522875"/>
                  </a:lnTo>
                  <a:lnTo>
                    <a:pt x="538292" y="5522875"/>
                  </a:lnTo>
                  <a:lnTo>
                    <a:pt x="538450" y="5522875"/>
                  </a:lnTo>
                  <a:lnTo>
                    <a:pt x="538607" y="5522875"/>
                  </a:lnTo>
                  <a:lnTo>
                    <a:pt x="538765" y="5522875"/>
                  </a:lnTo>
                  <a:lnTo>
                    <a:pt x="538923" y="5522875"/>
                  </a:lnTo>
                  <a:lnTo>
                    <a:pt x="538923" y="5522445"/>
                  </a:lnTo>
                  <a:lnTo>
                    <a:pt x="538923" y="5522014"/>
                  </a:lnTo>
                  <a:lnTo>
                    <a:pt x="538923" y="5521583"/>
                  </a:lnTo>
                  <a:lnTo>
                    <a:pt x="539081" y="5521583"/>
                  </a:lnTo>
                  <a:lnTo>
                    <a:pt x="539238" y="5521583"/>
                  </a:lnTo>
                  <a:lnTo>
                    <a:pt x="539396" y="5521583"/>
                  </a:lnTo>
                  <a:lnTo>
                    <a:pt x="539554" y="5521583"/>
                  </a:lnTo>
                  <a:lnTo>
                    <a:pt x="539711" y="5521583"/>
                  </a:lnTo>
                  <a:lnTo>
                    <a:pt x="539711" y="5521153"/>
                  </a:lnTo>
                  <a:lnTo>
                    <a:pt x="539711" y="5520722"/>
                  </a:lnTo>
                  <a:lnTo>
                    <a:pt x="539869" y="5520722"/>
                  </a:lnTo>
                  <a:lnTo>
                    <a:pt x="540027" y="5520722"/>
                  </a:lnTo>
                  <a:lnTo>
                    <a:pt x="540185" y="5520722"/>
                  </a:lnTo>
                  <a:lnTo>
                    <a:pt x="540185" y="5520292"/>
                  </a:lnTo>
                  <a:lnTo>
                    <a:pt x="540185" y="5519861"/>
                  </a:lnTo>
                  <a:lnTo>
                    <a:pt x="540342" y="5519861"/>
                  </a:lnTo>
                  <a:lnTo>
                    <a:pt x="540342" y="5519430"/>
                  </a:lnTo>
                  <a:lnTo>
                    <a:pt x="540342" y="5519000"/>
                  </a:lnTo>
                  <a:lnTo>
                    <a:pt x="540500" y="5519000"/>
                  </a:lnTo>
                  <a:lnTo>
                    <a:pt x="540658" y="5519000"/>
                  </a:lnTo>
                  <a:lnTo>
                    <a:pt x="540658" y="5518569"/>
                  </a:lnTo>
                  <a:lnTo>
                    <a:pt x="540658" y="5518139"/>
                  </a:lnTo>
                  <a:lnTo>
                    <a:pt x="540815" y="5518139"/>
                  </a:lnTo>
                  <a:lnTo>
                    <a:pt x="540973" y="5518139"/>
                  </a:lnTo>
                  <a:lnTo>
                    <a:pt x="540973" y="5517708"/>
                  </a:lnTo>
                  <a:lnTo>
                    <a:pt x="540973" y="5517277"/>
                  </a:lnTo>
                  <a:lnTo>
                    <a:pt x="541131" y="5517277"/>
                  </a:lnTo>
                  <a:lnTo>
                    <a:pt x="541289" y="5517277"/>
                  </a:lnTo>
                  <a:lnTo>
                    <a:pt x="541289" y="5516847"/>
                  </a:lnTo>
                  <a:lnTo>
                    <a:pt x="541446" y="5516847"/>
                  </a:lnTo>
                  <a:lnTo>
                    <a:pt x="541604" y="5516847"/>
                  </a:lnTo>
                  <a:lnTo>
                    <a:pt x="541604" y="5516416"/>
                  </a:lnTo>
                  <a:lnTo>
                    <a:pt x="541762" y="5516416"/>
                  </a:lnTo>
                  <a:lnTo>
                    <a:pt x="541762" y="5515986"/>
                  </a:lnTo>
                  <a:lnTo>
                    <a:pt x="541762" y="5515555"/>
                  </a:lnTo>
                  <a:lnTo>
                    <a:pt x="541920" y="5515555"/>
                  </a:lnTo>
                  <a:lnTo>
                    <a:pt x="541920" y="5515124"/>
                  </a:lnTo>
                  <a:lnTo>
                    <a:pt x="541920" y="5514694"/>
                  </a:lnTo>
                  <a:lnTo>
                    <a:pt x="542077" y="5514694"/>
                  </a:lnTo>
                  <a:lnTo>
                    <a:pt x="542235" y="5514694"/>
                  </a:lnTo>
                  <a:lnTo>
                    <a:pt x="542393" y="5514694"/>
                  </a:lnTo>
                  <a:lnTo>
                    <a:pt x="542550" y="5514694"/>
                  </a:lnTo>
                  <a:lnTo>
                    <a:pt x="542708" y="5514694"/>
                  </a:lnTo>
                  <a:lnTo>
                    <a:pt x="542866" y="5514694"/>
                  </a:lnTo>
                  <a:lnTo>
                    <a:pt x="542866" y="5514263"/>
                  </a:lnTo>
                  <a:lnTo>
                    <a:pt x="543024" y="5514263"/>
                  </a:lnTo>
                  <a:lnTo>
                    <a:pt x="543024" y="5513833"/>
                  </a:lnTo>
                  <a:lnTo>
                    <a:pt x="543024" y="5513402"/>
                  </a:lnTo>
                  <a:lnTo>
                    <a:pt x="543024" y="5512971"/>
                  </a:lnTo>
                  <a:lnTo>
                    <a:pt x="543181" y="5512971"/>
                  </a:lnTo>
                  <a:lnTo>
                    <a:pt x="543181" y="5512541"/>
                  </a:lnTo>
                  <a:lnTo>
                    <a:pt x="543339" y="5512541"/>
                  </a:lnTo>
                  <a:lnTo>
                    <a:pt x="543497" y="5512541"/>
                  </a:lnTo>
                  <a:lnTo>
                    <a:pt x="543497" y="5512110"/>
                  </a:lnTo>
                  <a:lnTo>
                    <a:pt x="543497" y="5511680"/>
                  </a:lnTo>
                  <a:lnTo>
                    <a:pt x="543654" y="5511680"/>
                  </a:lnTo>
                  <a:lnTo>
                    <a:pt x="543812" y="5511680"/>
                  </a:lnTo>
                  <a:lnTo>
                    <a:pt x="543970" y="5511680"/>
                  </a:lnTo>
                  <a:lnTo>
                    <a:pt x="544128" y="5511680"/>
                  </a:lnTo>
                  <a:lnTo>
                    <a:pt x="544285" y="5511680"/>
                  </a:lnTo>
                  <a:lnTo>
                    <a:pt x="544443" y="5511680"/>
                  </a:lnTo>
                  <a:lnTo>
                    <a:pt x="544601" y="5511680"/>
                  </a:lnTo>
                  <a:lnTo>
                    <a:pt x="544758" y="5511680"/>
                  </a:lnTo>
                  <a:lnTo>
                    <a:pt x="544916" y="5511680"/>
                  </a:lnTo>
                  <a:lnTo>
                    <a:pt x="545074" y="5511680"/>
                  </a:lnTo>
                  <a:lnTo>
                    <a:pt x="545074" y="5511249"/>
                  </a:lnTo>
                  <a:lnTo>
                    <a:pt x="545232" y="5511249"/>
                  </a:lnTo>
                  <a:lnTo>
                    <a:pt x="545232" y="5510818"/>
                  </a:lnTo>
                  <a:lnTo>
                    <a:pt x="545389" y="5510818"/>
                  </a:lnTo>
                  <a:lnTo>
                    <a:pt x="545547" y="5510818"/>
                  </a:lnTo>
                  <a:lnTo>
                    <a:pt x="545705" y="5510818"/>
                  </a:lnTo>
                  <a:lnTo>
                    <a:pt x="545705" y="5510388"/>
                  </a:lnTo>
                  <a:lnTo>
                    <a:pt x="545862" y="5510388"/>
                  </a:lnTo>
                  <a:lnTo>
                    <a:pt x="546020" y="5510388"/>
                  </a:lnTo>
                  <a:lnTo>
                    <a:pt x="546178" y="5510388"/>
                  </a:lnTo>
                  <a:lnTo>
                    <a:pt x="546336" y="5510388"/>
                  </a:lnTo>
                  <a:lnTo>
                    <a:pt x="546493" y="5510388"/>
                  </a:lnTo>
                  <a:lnTo>
                    <a:pt x="546651" y="5510388"/>
                  </a:lnTo>
                  <a:lnTo>
                    <a:pt x="546809" y="5510388"/>
                  </a:lnTo>
                  <a:lnTo>
                    <a:pt x="546966" y="5510388"/>
                  </a:lnTo>
                  <a:lnTo>
                    <a:pt x="546966" y="5509957"/>
                  </a:lnTo>
                  <a:lnTo>
                    <a:pt x="546966" y="5509527"/>
                  </a:lnTo>
                  <a:lnTo>
                    <a:pt x="547124" y="5509527"/>
                  </a:lnTo>
                  <a:lnTo>
                    <a:pt x="547282" y="5509527"/>
                  </a:lnTo>
                  <a:lnTo>
                    <a:pt x="547440" y="5509527"/>
                  </a:lnTo>
                  <a:lnTo>
                    <a:pt x="547597" y="5509527"/>
                  </a:lnTo>
                  <a:lnTo>
                    <a:pt x="547755" y="5509527"/>
                  </a:lnTo>
                  <a:lnTo>
                    <a:pt x="547913" y="5509527"/>
                  </a:lnTo>
                  <a:lnTo>
                    <a:pt x="548071" y="5509527"/>
                  </a:lnTo>
                  <a:lnTo>
                    <a:pt x="548071" y="5509096"/>
                  </a:lnTo>
                  <a:lnTo>
                    <a:pt x="548228" y="5509096"/>
                  </a:lnTo>
                  <a:lnTo>
                    <a:pt x="548386" y="5509096"/>
                  </a:lnTo>
                  <a:lnTo>
                    <a:pt x="548544" y="5509096"/>
                  </a:lnTo>
                  <a:lnTo>
                    <a:pt x="548701" y="5509096"/>
                  </a:lnTo>
                  <a:lnTo>
                    <a:pt x="548859" y="5509096"/>
                  </a:lnTo>
                  <a:lnTo>
                    <a:pt x="549017" y="5509096"/>
                  </a:lnTo>
                  <a:lnTo>
                    <a:pt x="549017" y="5508665"/>
                  </a:lnTo>
                  <a:lnTo>
                    <a:pt x="549175" y="5508665"/>
                  </a:lnTo>
                  <a:lnTo>
                    <a:pt x="549175" y="5508235"/>
                  </a:lnTo>
                  <a:lnTo>
                    <a:pt x="549332" y="5508235"/>
                  </a:lnTo>
                  <a:lnTo>
                    <a:pt x="549490" y="5508235"/>
                  </a:lnTo>
                  <a:lnTo>
                    <a:pt x="549648" y="5508235"/>
                  </a:lnTo>
                  <a:lnTo>
                    <a:pt x="549805" y="5508235"/>
                  </a:lnTo>
                  <a:lnTo>
                    <a:pt x="549805" y="5507804"/>
                  </a:lnTo>
                  <a:lnTo>
                    <a:pt x="549963" y="5507804"/>
                  </a:lnTo>
                  <a:lnTo>
                    <a:pt x="550121" y="5507804"/>
                  </a:lnTo>
                  <a:lnTo>
                    <a:pt x="550121" y="5507374"/>
                  </a:lnTo>
                  <a:lnTo>
                    <a:pt x="550279" y="5507374"/>
                  </a:lnTo>
                  <a:lnTo>
                    <a:pt x="550279" y="5506943"/>
                  </a:lnTo>
                  <a:lnTo>
                    <a:pt x="550436" y="5506943"/>
                  </a:lnTo>
                  <a:lnTo>
                    <a:pt x="550436" y="5506512"/>
                  </a:lnTo>
                  <a:lnTo>
                    <a:pt x="550436" y="5506082"/>
                  </a:lnTo>
                  <a:lnTo>
                    <a:pt x="550436" y="5505651"/>
                  </a:lnTo>
                  <a:lnTo>
                    <a:pt x="550594" y="5505651"/>
                  </a:lnTo>
                  <a:lnTo>
                    <a:pt x="550752" y="5505651"/>
                  </a:lnTo>
                  <a:lnTo>
                    <a:pt x="550909" y="5505651"/>
                  </a:lnTo>
                  <a:lnTo>
                    <a:pt x="550909" y="5505221"/>
                  </a:lnTo>
                  <a:lnTo>
                    <a:pt x="550909" y="5504790"/>
                  </a:lnTo>
                  <a:lnTo>
                    <a:pt x="551067" y="5504790"/>
                  </a:lnTo>
                  <a:lnTo>
                    <a:pt x="551067" y="5504359"/>
                  </a:lnTo>
                  <a:lnTo>
                    <a:pt x="551225" y="5504359"/>
                  </a:lnTo>
                  <a:lnTo>
                    <a:pt x="551383" y="5504359"/>
                  </a:lnTo>
                  <a:lnTo>
                    <a:pt x="551540" y="5504359"/>
                  </a:lnTo>
                  <a:lnTo>
                    <a:pt x="551698" y="5504359"/>
                  </a:lnTo>
                  <a:lnTo>
                    <a:pt x="551856" y="5504359"/>
                  </a:lnTo>
                  <a:lnTo>
                    <a:pt x="551856" y="5503929"/>
                  </a:lnTo>
                  <a:lnTo>
                    <a:pt x="552013" y="5503929"/>
                  </a:lnTo>
                  <a:lnTo>
                    <a:pt x="552171" y="5503929"/>
                  </a:lnTo>
                  <a:lnTo>
                    <a:pt x="552171" y="5503498"/>
                  </a:lnTo>
                  <a:lnTo>
                    <a:pt x="552329" y="5503498"/>
                  </a:lnTo>
                  <a:lnTo>
                    <a:pt x="552487" y="5503498"/>
                  </a:lnTo>
                  <a:lnTo>
                    <a:pt x="552487" y="5503068"/>
                  </a:lnTo>
                  <a:lnTo>
                    <a:pt x="552487" y="5502637"/>
                  </a:lnTo>
                  <a:lnTo>
                    <a:pt x="552644" y="5502637"/>
                  </a:lnTo>
                  <a:lnTo>
                    <a:pt x="552802" y="5502637"/>
                  </a:lnTo>
                  <a:lnTo>
                    <a:pt x="552802" y="5502206"/>
                  </a:lnTo>
                  <a:lnTo>
                    <a:pt x="552960" y="5502206"/>
                  </a:lnTo>
                  <a:lnTo>
                    <a:pt x="553118" y="5502206"/>
                  </a:lnTo>
                  <a:lnTo>
                    <a:pt x="553118" y="5501776"/>
                  </a:lnTo>
                  <a:lnTo>
                    <a:pt x="553118" y="5501345"/>
                  </a:lnTo>
                  <a:lnTo>
                    <a:pt x="553275" y="5501345"/>
                  </a:lnTo>
                  <a:lnTo>
                    <a:pt x="553433" y="5501345"/>
                  </a:lnTo>
                  <a:lnTo>
                    <a:pt x="553591" y="5501345"/>
                  </a:lnTo>
                  <a:lnTo>
                    <a:pt x="553748" y="5501345"/>
                  </a:lnTo>
                  <a:lnTo>
                    <a:pt x="553748" y="5500915"/>
                  </a:lnTo>
                  <a:lnTo>
                    <a:pt x="553748" y="5500484"/>
                  </a:lnTo>
                  <a:lnTo>
                    <a:pt x="553906" y="5500484"/>
                  </a:lnTo>
                  <a:lnTo>
                    <a:pt x="554064" y="5500484"/>
                  </a:lnTo>
                  <a:lnTo>
                    <a:pt x="554222" y="5500484"/>
                  </a:lnTo>
                  <a:lnTo>
                    <a:pt x="554379" y="5500484"/>
                  </a:lnTo>
                  <a:lnTo>
                    <a:pt x="554537" y="5500484"/>
                  </a:lnTo>
                  <a:lnTo>
                    <a:pt x="554695" y="5500484"/>
                  </a:lnTo>
                  <a:lnTo>
                    <a:pt x="554852" y="5500484"/>
                  </a:lnTo>
                  <a:lnTo>
                    <a:pt x="554852" y="5500053"/>
                  </a:lnTo>
                  <a:lnTo>
                    <a:pt x="555010" y="5500053"/>
                  </a:lnTo>
                  <a:lnTo>
                    <a:pt x="555168" y="5500053"/>
                  </a:lnTo>
                  <a:lnTo>
                    <a:pt x="555168" y="5499623"/>
                  </a:lnTo>
                  <a:lnTo>
                    <a:pt x="555326" y="5499623"/>
                  </a:lnTo>
                  <a:lnTo>
                    <a:pt x="555326" y="5499192"/>
                  </a:lnTo>
                  <a:lnTo>
                    <a:pt x="555483" y="5499192"/>
                  </a:lnTo>
                  <a:lnTo>
                    <a:pt x="555641" y="5499192"/>
                  </a:lnTo>
                  <a:lnTo>
                    <a:pt x="555799" y="5499192"/>
                  </a:lnTo>
                  <a:lnTo>
                    <a:pt x="555956" y="5499192"/>
                  </a:lnTo>
                  <a:lnTo>
                    <a:pt x="556114" y="5499192"/>
                  </a:lnTo>
                  <a:lnTo>
                    <a:pt x="556272" y="5499192"/>
                  </a:lnTo>
                  <a:lnTo>
                    <a:pt x="556272" y="5498762"/>
                  </a:lnTo>
                  <a:lnTo>
                    <a:pt x="556272" y="5498331"/>
                  </a:lnTo>
                  <a:lnTo>
                    <a:pt x="556430" y="5498331"/>
                  </a:lnTo>
                  <a:lnTo>
                    <a:pt x="556587" y="5498331"/>
                  </a:lnTo>
                  <a:lnTo>
                    <a:pt x="556745" y="5498331"/>
                  </a:lnTo>
                  <a:lnTo>
                    <a:pt x="556745" y="5497900"/>
                  </a:lnTo>
                  <a:lnTo>
                    <a:pt x="556903" y="5497900"/>
                  </a:lnTo>
                  <a:lnTo>
                    <a:pt x="557060" y="5497900"/>
                  </a:lnTo>
                  <a:lnTo>
                    <a:pt x="557060" y="5497470"/>
                  </a:lnTo>
                  <a:lnTo>
                    <a:pt x="557218" y="5497470"/>
                  </a:lnTo>
                  <a:lnTo>
                    <a:pt x="557376" y="5497470"/>
                  </a:lnTo>
                  <a:lnTo>
                    <a:pt x="557376" y="5497039"/>
                  </a:lnTo>
                  <a:lnTo>
                    <a:pt x="557534" y="5497039"/>
                  </a:lnTo>
                  <a:lnTo>
                    <a:pt x="557534" y="5496609"/>
                  </a:lnTo>
                  <a:lnTo>
                    <a:pt x="557691" y="5496609"/>
                  </a:lnTo>
                  <a:lnTo>
                    <a:pt x="557849" y="5496609"/>
                  </a:lnTo>
                  <a:lnTo>
                    <a:pt x="558007" y="5496609"/>
                  </a:lnTo>
                  <a:lnTo>
                    <a:pt x="558164" y="5496609"/>
                  </a:lnTo>
                  <a:lnTo>
                    <a:pt x="558164" y="5496178"/>
                  </a:lnTo>
                  <a:lnTo>
                    <a:pt x="558322" y="5496178"/>
                  </a:lnTo>
                  <a:lnTo>
                    <a:pt x="558480" y="5496178"/>
                  </a:lnTo>
                  <a:lnTo>
                    <a:pt x="558480" y="5495747"/>
                  </a:lnTo>
                  <a:lnTo>
                    <a:pt x="558638" y="5495747"/>
                  </a:lnTo>
                  <a:lnTo>
                    <a:pt x="558638" y="5495317"/>
                  </a:lnTo>
                  <a:lnTo>
                    <a:pt x="558638" y="5494886"/>
                  </a:lnTo>
                  <a:lnTo>
                    <a:pt x="558795" y="5494886"/>
                  </a:lnTo>
                  <a:lnTo>
                    <a:pt x="558953" y="5494886"/>
                  </a:lnTo>
                  <a:lnTo>
                    <a:pt x="558953" y="5494456"/>
                  </a:lnTo>
                  <a:lnTo>
                    <a:pt x="558953" y="5494025"/>
                  </a:lnTo>
                  <a:lnTo>
                    <a:pt x="559111" y="5494025"/>
                  </a:lnTo>
                  <a:lnTo>
                    <a:pt x="559269" y="5494025"/>
                  </a:lnTo>
                  <a:lnTo>
                    <a:pt x="559426" y="5494025"/>
                  </a:lnTo>
                  <a:lnTo>
                    <a:pt x="559426" y="5493594"/>
                  </a:lnTo>
                  <a:lnTo>
                    <a:pt x="559584" y="5493594"/>
                  </a:lnTo>
                  <a:lnTo>
                    <a:pt x="559742" y="5493594"/>
                  </a:lnTo>
                  <a:lnTo>
                    <a:pt x="559899" y="5493594"/>
                  </a:lnTo>
                  <a:lnTo>
                    <a:pt x="560057" y="5493594"/>
                  </a:lnTo>
                  <a:lnTo>
                    <a:pt x="560215" y="5493594"/>
                  </a:lnTo>
                  <a:lnTo>
                    <a:pt x="560215" y="5493164"/>
                  </a:lnTo>
                  <a:lnTo>
                    <a:pt x="560215" y="5492733"/>
                  </a:lnTo>
                  <a:lnTo>
                    <a:pt x="560373" y="5492733"/>
                  </a:lnTo>
                  <a:lnTo>
                    <a:pt x="560530" y="5492733"/>
                  </a:lnTo>
                  <a:lnTo>
                    <a:pt x="560530" y="5492303"/>
                  </a:lnTo>
                  <a:lnTo>
                    <a:pt x="560688" y="5492303"/>
                  </a:lnTo>
                  <a:lnTo>
                    <a:pt x="560688" y="5491872"/>
                  </a:lnTo>
                  <a:lnTo>
                    <a:pt x="560688" y="5491441"/>
                  </a:lnTo>
                  <a:lnTo>
                    <a:pt x="560688" y="5491011"/>
                  </a:lnTo>
                  <a:lnTo>
                    <a:pt x="560846" y="5491011"/>
                  </a:lnTo>
                  <a:lnTo>
                    <a:pt x="561003" y="5491011"/>
                  </a:lnTo>
                  <a:lnTo>
                    <a:pt x="561161" y="5491011"/>
                  </a:lnTo>
                  <a:lnTo>
                    <a:pt x="561319" y="5491011"/>
                  </a:lnTo>
                  <a:lnTo>
                    <a:pt x="561477" y="5491011"/>
                  </a:lnTo>
                  <a:lnTo>
                    <a:pt x="561477" y="5490580"/>
                  </a:lnTo>
                  <a:lnTo>
                    <a:pt x="561477" y="5490150"/>
                  </a:lnTo>
                  <a:lnTo>
                    <a:pt x="561634" y="5490150"/>
                  </a:lnTo>
                  <a:lnTo>
                    <a:pt x="561634" y="5489719"/>
                  </a:lnTo>
                  <a:lnTo>
                    <a:pt x="561792" y="5489719"/>
                  </a:lnTo>
                  <a:lnTo>
                    <a:pt x="561792" y="5489288"/>
                  </a:lnTo>
                  <a:lnTo>
                    <a:pt x="561950" y="5489288"/>
                  </a:lnTo>
                  <a:lnTo>
                    <a:pt x="562107" y="5489288"/>
                  </a:lnTo>
                  <a:lnTo>
                    <a:pt x="562107" y="5488858"/>
                  </a:lnTo>
                  <a:lnTo>
                    <a:pt x="562265" y="5488858"/>
                  </a:lnTo>
                  <a:lnTo>
                    <a:pt x="562423" y="5488858"/>
                  </a:lnTo>
                  <a:lnTo>
                    <a:pt x="562581" y="5488858"/>
                  </a:lnTo>
                  <a:lnTo>
                    <a:pt x="562581" y="5488427"/>
                  </a:lnTo>
                  <a:lnTo>
                    <a:pt x="562581" y="5487997"/>
                  </a:lnTo>
                  <a:lnTo>
                    <a:pt x="562738" y="5487997"/>
                  </a:lnTo>
                  <a:lnTo>
                    <a:pt x="562738" y="5487566"/>
                  </a:lnTo>
                  <a:lnTo>
                    <a:pt x="562896" y="5487566"/>
                  </a:lnTo>
                  <a:lnTo>
                    <a:pt x="562896" y="5487135"/>
                  </a:lnTo>
                  <a:lnTo>
                    <a:pt x="562896" y="5486705"/>
                  </a:lnTo>
                  <a:lnTo>
                    <a:pt x="563054" y="5486705"/>
                  </a:lnTo>
                  <a:lnTo>
                    <a:pt x="563211" y="5486705"/>
                  </a:lnTo>
                  <a:lnTo>
                    <a:pt x="563369" y="5486705"/>
                  </a:lnTo>
                  <a:lnTo>
                    <a:pt x="563527" y="5486705"/>
                  </a:lnTo>
                  <a:lnTo>
                    <a:pt x="563685" y="5486705"/>
                  </a:lnTo>
                  <a:lnTo>
                    <a:pt x="563842" y="5486705"/>
                  </a:lnTo>
                  <a:lnTo>
                    <a:pt x="564000" y="5486705"/>
                  </a:lnTo>
                  <a:lnTo>
                    <a:pt x="564000" y="5486274"/>
                  </a:lnTo>
                  <a:lnTo>
                    <a:pt x="564158" y="5486274"/>
                  </a:lnTo>
                  <a:lnTo>
                    <a:pt x="564158" y="5485844"/>
                  </a:lnTo>
                  <a:lnTo>
                    <a:pt x="564315" y="5485844"/>
                  </a:lnTo>
                  <a:lnTo>
                    <a:pt x="564315" y="5485413"/>
                  </a:lnTo>
                  <a:lnTo>
                    <a:pt x="564473" y="5485413"/>
                  </a:lnTo>
                  <a:lnTo>
                    <a:pt x="564473" y="5484982"/>
                  </a:lnTo>
                  <a:lnTo>
                    <a:pt x="564473" y="5484552"/>
                  </a:lnTo>
                  <a:lnTo>
                    <a:pt x="564473" y="5484121"/>
                  </a:lnTo>
                  <a:lnTo>
                    <a:pt x="564631" y="5484121"/>
                  </a:lnTo>
                  <a:lnTo>
                    <a:pt x="564789" y="5484121"/>
                  </a:lnTo>
                  <a:lnTo>
                    <a:pt x="564946" y="5484121"/>
                  </a:lnTo>
                  <a:lnTo>
                    <a:pt x="565104" y="5484121"/>
                  </a:lnTo>
                  <a:lnTo>
                    <a:pt x="565104" y="5483691"/>
                  </a:lnTo>
                  <a:lnTo>
                    <a:pt x="565262" y="5483691"/>
                  </a:lnTo>
                  <a:lnTo>
                    <a:pt x="565262" y="5483260"/>
                  </a:lnTo>
                  <a:lnTo>
                    <a:pt x="565420" y="5483260"/>
                  </a:lnTo>
                  <a:lnTo>
                    <a:pt x="565420" y="5482829"/>
                  </a:lnTo>
                  <a:lnTo>
                    <a:pt x="565420" y="5482399"/>
                  </a:lnTo>
                  <a:lnTo>
                    <a:pt x="565577" y="5482399"/>
                  </a:lnTo>
                  <a:lnTo>
                    <a:pt x="565735" y="5482399"/>
                  </a:lnTo>
                  <a:lnTo>
                    <a:pt x="565893" y="5482399"/>
                  </a:lnTo>
                  <a:lnTo>
                    <a:pt x="566050" y="5482399"/>
                  </a:lnTo>
                  <a:lnTo>
                    <a:pt x="566208" y="5482399"/>
                  </a:lnTo>
                  <a:lnTo>
                    <a:pt x="566208" y="5481968"/>
                  </a:lnTo>
                  <a:lnTo>
                    <a:pt x="566366" y="5481968"/>
                  </a:lnTo>
                  <a:lnTo>
                    <a:pt x="566524" y="5481968"/>
                  </a:lnTo>
                  <a:lnTo>
                    <a:pt x="566681" y="5481968"/>
                  </a:lnTo>
                  <a:lnTo>
                    <a:pt x="566681" y="5481538"/>
                  </a:lnTo>
                  <a:lnTo>
                    <a:pt x="566839" y="5481538"/>
                  </a:lnTo>
                  <a:lnTo>
                    <a:pt x="566997" y="5481538"/>
                  </a:lnTo>
                  <a:lnTo>
                    <a:pt x="566997" y="5481107"/>
                  </a:lnTo>
                  <a:lnTo>
                    <a:pt x="567154" y="5481107"/>
                  </a:lnTo>
                  <a:lnTo>
                    <a:pt x="567312" y="5481107"/>
                  </a:lnTo>
                  <a:lnTo>
                    <a:pt x="567470" y="5481107"/>
                  </a:lnTo>
                  <a:lnTo>
                    <a:pt x="567470" y="5480676"/>
                  </a:lnTo>
                  <a:lnTo>
                    <a:pt x="567470" y="5480246"/>
                  </a:lnTo>
                  <a:lnTo>
                    <a:pt x="567470" y="5479815"/>
                  </a:lnTo>
                  <a:lnTo>
                    <a:pt x="567628" y="5479815"/>
                  </a:lnTo>
                  <a:lnTo>
                    <a:pt x="567628" y="5479385"/>
                  </a:lnTo>
                  <a:lnTo>
                    <a:pt x="567785" y="5479385"/>
                  </a:lnTo>
                  <a:lnTo>
                    <a:pt x="567785" y="5478954"/>
                  </a:lnTo>
                  <a:lnTo>
                    <a:pt x="567943" y="5478954"/>
                  </a:lnTo>
                  <a:lnTo>
                    <a:pt x="567943" y="5478523"/>
                  </a:lnTo>
                  <a:lnTo>
                    <a:pt x="568101" y="5478523"/>
                  </a:lnTo>
                  <a:lnTo>
                    <a:pt x="568258" y="5478523"/>
                  </a:lnTo>
                  <a:lnTo>
                    <a:pt x="568416" y="5478523"/>
                  </a:lnTo>
                  <a:lnTo>
                    <a:pt x="568416" y="5478093"/>
                  </a:lnTo>
                  <a:lnTo>
                    <a:pt x="568574" y="5478093"/>
                  </a:lnTo>
                  <a:lnTo>
                    <a:pt x="568574" y="5477662"/>
                  </a:lnTo>
                  <a:lnTo>
                    <a:pt x="568732" y="5477662"/>
                  </a:lnTo>
                  <a:lnTo>
                    <a:pt x="568889" y="5477662"/>
                  </a:lnTo>
                  <a:lnTo>
                    <a:pt x="568889" y="5477232"/>
                  </a:lnTo>
                  <a:lnTo>
                    <a:pt x="569047" y="5477232"/>
                  </a:lnTo>
                  <a:lnTo>
                    <a:pt x="569205" y="5477232"/>
                  </a:lnTo>
                  <a:lnTo>
                    <a:pt x="569205" y="5476801"/>
                  </a:lnTo>
                  <a:lnTo>
                    <a:pt x="569362" y="5476801"/>
                  </a:lnTo>
                  <a:lnTo>
                    <a:pt x="569520" y="5476801"/>
                  </a:lnTo>
                  <a:lnTo>
                    <a:pt x="569678" y="5476801"/>
                  </a:lnTo>
                  <a:lnTo>
                    <a:pt x="569836" y="5476801"/>
                  </a:lnTo>
                  <a:lnTo>
                    <a:pt x="569993" y="5476801"/>
                  </a:lnTo>
                  <a:lnTo>
                    <a:pt x="570151" y="5476801"/>
                  </a:lnTo>
                  <a:lnTo>
                    <a:pt x="570309" y="5476801"/>
                  </a:lnTo>
                  <a:lnTo>
                    <a:pt x="570467" y="5476801"/>
                  </a:lnTo>
                  <a:lnTo>
                    <a:pt x="570624" y="5476801"/>
                  </a:lnTo>
                  <a:lnTo>
                    <a:pt x="570624" y="5476370"/>
                  </a:lnTo>
                  <a:lnTo>
                    <a:pt x="570782" y="5476370"/>
                  </a:lnTo>
                  <a:lnTo>
                    <a:pt x="570782" y="5475940"/>
                  </a:lnTo>
                  <a:lnTo>
                    <a:pt x="570940" y="5475940"/>
                  </a:lnTo>
                  <a:lnTo>
                    <a:pt x="571097" y="5475940"/>
                  </a:lnTo>
                  <a:lnTo>
                    <a:pt x="571255" y="5475940"/>
                  </a:lnTo>
                  <a:lnTo>
                    <a:pt x="571255" y="5475509"/>
                  </a:lnTo>
                  <a:lnTo>
                    <a:pt x="571255" y="5475079"/>
                  </a:lnTo>
                  <a:lnTo>
                    <a:pt x="571413" y="5475079"/>
                  </a:lnTo>
                  <a:lnTo>
                    <a:pt x="571571" y="5475079"/>
                  </a:lnTo>
                  <a:lnTo>
                    <a:pt x="571728" y="5475079"/>
                  </a:lnTo>
                  <a:lnTo>
                    <a:pt x="571886" y="5475079"/>
                  </a:lnTo>
                  <a:lnTo>
                    <a:pt x="572044" y="5475079"/>
                  </a:lnTo>
                  <a:lnTo>
                    <a:pt x="572201" y="5475079"/>
                  </a:lnTo>
                  <a:lnTo>
                    <a:pt x="572359" y="5475079"/>
                  </a:lnTo>
                  <a:lnTo>
                    <a:pt x="572359" y="5474648"/>
                  </a:lnTo>
                  <a:lnTo>
                    <a:pt x="572517" y="5474648"/>
                  </a:lnTo>
                  <a:lnTo>
                    <a:pt x="572517" y="5474217"/>
                  </a:lnTo>
                  <a:lnTo>
                    <a:pt x="572675" y="5474217"/>
                  </a:lnTo>
                  <a:lnTo>
                    <a:pt x="572675" y="5473787"/>
                  </a:lnTo>
                  <a:lnTo>
                    <a:pt x="572832" y="5473787"/>
                  </a:lnTo>
                  <a:lnTo>
                    <a:pt x="572832" y="5473356"/>
                  </a:lnTo>
                  <a:lnTo>
                    <a:pt x="572990" y="5473356"/>
                  </a:lnTo>
                  <a:lnTo>
                    <a:pt x="573148" y="5473356"/>
                  </a:lnTo>
                  <a:lnTo>
                    <a:pt x="573305" y="5473356"/>
                  </a:lnTo>
                  <a:lnTo>
                    <a:pt x="573463" y="5473356"/>
                  </a:lnTo>
                  <a:lnTo>
                    <a:pt x="573621" y="5473356"/>
                  </a:lnTo>
                  <a:lnTo>
                    <a:pt x="573621" y="5472926"/>
                  </a:lnTo>
                  <a:lnTo>
                    <a:pt x="573779" y="5472926"/>
                  </a:lnTo>
                  <a:lnTo>
                    <a:pt x="573779" y="5472495"/>
                  </a:lnTo>
                  <a:lnTo>
                    <a:pt x="573936" y="5472495"/>
                  </a:lnTo>
                  <a:lnTo>
                    <a:pt x="574094" y="5472495"/>
                  </a:lnTo>
                  <a:lnTo>
                    <a:pt x="574094" y="5472064"/>
                  </a:lnTo>
                  <a:lnTo>
                    <a:pt x="574094" y="5471634"/>
                  </a:lnTo>
                  <a:lnTo>
                    <a:pt x="574094" y="5471203"/>
                  </a:lnTo>
                  <a:lnTo>
                    <a:pt x="574252" y="5471203"/>
                  </a:lnTo>
                  <a:lnTo>
                    <a:pt x="574409" y="5471203"/>
                  </a:lnTo>
                  <a:lnTo>
                    <a:pt x="574567" y="5471203"/>
                  </a:lnTo>
                  <a:lnTo>
                    <a:pt x="574725" y="5471203"/>
                  </a:lnTo>
                  <a:lnTo>
                    <a:pt x="574883" y="5471203"/>
                  </a:lnTo>
                  <a:lnTo>
                    <a:pt x="575040" y="5471203"/>
                  </a:lnTo>
                  <a:lnTo>
                    <a:pt x="575198" y="5471203"/>
                  </a:lnTo>
                  <a:lnTo>
                    <a:pt x="575198" y="5470773"/>
                  </a:lnTo>
                  <a:lnTo>
                    <a:pt x="575356" y="5470773"/>
                  </a:lnTo>
                  <a:lnTo>
                    <a:pt x="575513" y="5470773"/>
                  </a:lnTo>
                  <a:lnTo>
                    <a:pt x="575671" y="5470773"/>
                  </a:lnTo>
                  <a:lnTo>
                    <a:pt x="575829" y="5470773"/>
                  </a:lnTo>
                  <a:lnTo>
                    <a:pt x="575829" y="5470342"/>
                  </a:lnTo>
                  <a:lnTo>
                    <a:pt x="575987" y="5470342"/>
                  </a:lnTo>
                  <a:lnTo>
                    <a:pt x="576144" y="5470342"/>
                  </a:lnTo>
                  <a:lnTo>
                    <a:pt x="576302" y="5470342"/>
                  </a:lnTo>
                  <a:lnTo>
                    <a:pt x="576302" y="5469911"/>
                  </a:lnTo>
                  <a:lnTo>
                    <a:pt x="576460" y="5469911"/>
                  </a:lnTo>
                  <a:lnTo>
                    <a:pt x="576618" y="5469911"/>
                  </a:lnTo>
                  <a:lnTo>
                    <a:pt x="576775" y="5469911"/>
                  </a:lnTo>
                  <a:lnTo>
                    <a:pt x="576775" y="5469481"/>
                  </a:lnTo>
                  <a:lnTo>
                    <a:pt x="576775" y="5469050"/>
                  </a:lnTo>
                  <a:lnTo>
                    <a:pt x="576775" y="5468620"/>
                  </a:lnTo>
                  <a:lnTo>
                    <a:pt x="576933" y="5468620"/>
                  </a:lnTo>
                  <a:lnTo>
                    <a:pt x="577091" y="5468620"/>
                  </a:lnTo>
                  <a:lnTo>
                    <a:pt x="577091" y="5468189"/>
                  </a:lnTo>
                  <a:lnTo>
                    <a:pt x="577248" y="5468189"/>
                  </a:lnTo>
                  <a:lnTo>
                    <a:pt x="577248" y="5467758"/>
                  </a:lnTo>
                  <a:lnTo>
                    <a:pt x="577248" y="5467328"/>
                  </a:lnTo>
                  <a:lnTo>
                    <a:pt x="577406" y="5467328"/>
                  </a:lnTo>
                  <a:lnTo>
                    <a:pt x="577564" y="5467328"/>
                  </a:lnTo>
                  <a:lnTo>
                    <a:pt x="577722" y="5467328"/>
                  </a:lnTo>
                  <a:lnTo>
                    <a:pt x="577879" y="5467328"/>
                  </a:lnTo>
                  <a:lnTo>
                    <a:pt x="577879" y="5466897"/>
                  </a:lnTo>
                  <a:lnTo>
                    <a:pt x="577879" y="5466467"/>
                  </a:lnTo>
                  <a:lnTo>
                    <a:pt x="578037" y="5466467"/>
                  </a:lnTo>
                  <a:lnTo>
                    <a:pt x="578037" y="5466036"/>
                  </a:lnTo>
                  <a:lnTo>
                    <a:pt x="578195" y="5466036"/>
                  </a:lnTo>
                  <a:lnTo>
                    <a:pt x="578352" y="5466036"/>
                  </a:lnTo>
                  <a:lnTo>
                    <a:pt x="578510" y="5466036"/>
                  </a:lnTo>
                  <a:lnTo>
                    <a:pt x="578668" y="5466036"/>
                  </a:lnTo>
                  <a:lnTo>
                    <a:pt x="578826" y="5466036"/>
                  </a:lnTo>
                  <a:lnTo>
                    <a:pt x="578983" y="5466036"/>
                  </a:lnTo>
                  <a:lnTo>
                    <a:pt x="579141" y="5466036"/>
                  </a:lnTo>
                  <a:lnTo>
                    <a:pt x="579299" y="5466036"/>
                  </a:lnTo>
                  <a:lnTo>
                    <a:pt x="579456" y="5466036"/>
                  </a:lnTo>
                  <a:lnTo>
                    <a:pt x="579614" y="5466036"/>
                  </a:lnTo>
                  <a:lnTo>
                    <a:pt x="579772" y="5466036"/>
                  </a:lnTo>
                  <a:lnTo>
                    <a:pt x="579930" y="5466036"/>
                  </a:lnTo>
                  <a:lnTo>
                    <a:pt x="580087" y="5466036"/>
                  </a:lnTo>
                  <a:lnTo>
                    <a:pt x="580087" y="5465605"/>
                  </a:lnTo>
                  <a:lnTo>
                    <a:pt x="580245" y="5465605"/>
                  </a:lnTo>
                  <a:lnTo>
                    <a:pt x="580403" y="5465605"/>
                  </a:lnTo>
                  <a:lnTo>
                    <a:pt x="580560" y="5465605"/>
                  </a:lnTo>
                  <a:lnTo>
                    <a:pt x="580560" y="5465175"/>
                  </a:lnTo>
                  <a:lnTo>
                    <a:pt x="580718" y="5465175"/>
                  </a:lnTo>
                  <a:lnTo>
                    <a:pt x="580876" y="5465175"/>
                  </a:lnTo>
                  <a:lnTo>
                    <a:pt x="580876" y="5464744"/>
                  </a:lnTo>
                  <a:lnTo>
                    <a:pt x="581034" y="5464744"/>
                  </a:lnTo>
                  <a:lnTo>
                    <a:pt x="581191" y="5464744"/>
                  </a:lnTo>
                  <a:lnTo>
                    <a:pt x="581349" y="5464744"/>
                  </a:lnTo>
                  <a:lnTo>
                    <a:pt x="581507" y="5464744"/>
                  </a:lnTo>
                  <a:lnTo>
                    <a:pt x="581665" y="5464744"/>
                  </a:lnTo>
                  <a:lnTo>
                    <a:pt x="581665" y="5464314"/>
                  </a:lnTo>
                  <a:lnTo>
                    <a:pt x="581665" y="5463883"/>
                  </a:lnTo>
                  <a:lnTo>
                    <a:pt x="581665" y="5463452"/>
                  </a:lnTo>
                  <a:lnTo>
                    <a:pt x="581822" y="5463452"/>
                  </a:lnTo>
                  <a:lnTo>
                    <a:pt x="581822" y="5463022"/>
                  </a:lnTo>
                  <a:lnTo>
                    <a:pt x="581980" y="5463022"/>
                  </a:lnTo>
                  <a:lnTo>
                    <a:pt x="581980" y="5462591"/>
                  </a:lnTo>
                  <a:lnTo>
                    <a:pt x="582138" y="5462591"/>
                  </a:lnTo>
                  <a:lnTo>
                    <a:pt x="582295" y="5462591"/>
                  </a:lnTo>
                  <a:lnTo>
                    <a:pt x="582453" y="5462591"/>
                  </a:lnTo>
                  <a:lnTo>
                    <a:pt x="582611" y="5462591"/>
                  </a:lnTo>
                  <a:lnTo>
                    <a:pt x="582769" y="5462591"/>
                  </a:lnTo>
                  <a:lnTo>
                    <a:pt x="582926" y="5462591"/>
                  </a:lnTo>
                  <a:lnTo>
                    <a:pt x="582926" y="5462161"/>
                  </a:lnTo>
                  <a:lnTo>
                    <a:pt x="582926" y="5461730"/>
                  </a:lnTo>
                  <a:lnTo>
                    <a:pt x="583084" y="5461730"/>
                  </a:lnTo>
                  <a:lnTo>
                    <a:pt x="583242" y="5461730"/>
                  </a:lnTo>
                  <a:lnTo>
                    <a:pt x="583399" y="5461730"/>
                  </a:lnTo>
                  <a:lnTo>
                    <a:pt x="583557" y="5461730"/>
                  </a:lnTo>
                  <a:lnTo>
                    <a:pt x="583557" y="5461299"/>
                  </a:lnTo>
                  <a:lnTo>
                    <a:pt x="583715" y="5461299"/>
                  </a:lnTo>
                  <a:lnTo>
                    <a:pt x="583873" y="5461299"/>
                  </a:lnTo>
                  <a:lnTo>
                    <a:pt x="584030" y="5461299"/>
                  </a:lnTo>
                  <a:lnTo>
                    <a:pt x="584188" y="5461299"/>
                  </a:lnTo>
                  <a:lnTo>
                    <a:pt x="584346" y="5461299"/>
                  </a:lnTo>
                  <a:lnTo>
                    <a:pt x="584503" y="5461299"/>
                  </a:lnTo>
                  <a:lnTo>
                    <a:pt x="584503" y="5460869"/>
                  </a:lnTo>
                  <a:lnTo>
                    <a:pt x="584661" y="5460869"/>
                  </a:lnTo>
                  <a:lnTo>
                    <a:pt x="584661" y="5460438"/>
                  </a:lnTo>
                  <a:lnTo>
                    <a:pt x="584819" y="5460438"/>
                  </a:lnTo>
                  <a:lnTo>
                    <a:pt x="584977" y="5460438"/>
                  </a:lnTo>
                  <a:lnTo>
                    <a:pt x="585134" y="5460438"/>
                  </a:lnTo>
                  <a:lnTo>
                    <a:pt x="585292" y="5460438"/>
                  </a:lnTo>
                  <a:lnTo>
                    <a:pt x="585450" y="5460438"/>
                  </a:lnTo>
                  <a:lnTo>
                    <a:pt x="585607" y="5460438"/>
                  </a:lnTo>
                  <a:lnTo>
                    <a:pt x="585607" y="5460008"/>
                  </a:lnTo>
                  <a:lnTo>
                    <a:pt x="585765" y="5460008"/>
                  </a:lnTo>
                  <a:lnTo>
                    <a:pt x="585923" y="5460008"/>
                  </a:lnTo>
                  <a:lnTo>
                    <a:pt x="586081" y="5460008"/>
                  </a:lnTo>
                  <a:lnTo>
                    <a:pt x="586238" y="5460008"/>
                  </a:lnTo>
                  <a:lnTo>
                    <a:pt x="586396" y="5460008"/>
                  </a:lnTo>
                  <a:lnTo>
                    <a:pt x="586554" y="5460008"/>
                  </a:lnTo>
                  <a:lnTo>
                    <a:pt x="586554" y="5459577"/>
                  </a:lnTo>
                  <a:lnTo>
                    <a:pt x="586711" y="5459577"/>
                  </a:lnTo>
                  <a:lnTo>
                    <a:pt x="586869" y="5459577"/>
                  </a:lnTo>
                  <a:lnTo>
                    <a:pt x="586869" y="5459146"/>
                  </a:lnTo>
                  <a:lnTo>
                    <a:pt x="586869" y="5458716"/>
                  </a:lnTo>
                  <a:lnTo>
                    <a:pt x="586869" y="5458285"/>
                  </a:lnTo>
                  <a:lnTo>
                    <a:pt x="587027" y="5458285"/>
                  </a:lnTo>
                  <a:lnTo>
                    <a:pt x="587185" y="5458285"/>
                  </a:lnTo>
                  <a:lnTo>
                    <a:pt x="587342" y="5458285"/>
                  </a:lnTo>
                  <a:lnTo>
                    <a:pt x="587342" y="5457855"/>
                  </a:lnTo>
                  <a:lnTo>
                    <a:pt x="587500" y="5457855"/>
                  </a:lnTo>
                  <a:lnTo>
                    <a:pt x="587658" y="5457855"/>
                  </a:lnTo>
                  <a:lnTo>
                    <a:pt x="587658" y="5457424"/>
                  </a:lnTo>
                  <a:lnTo>
                    <a:pt x="587816" y="5457424"/>
                  </a:lnTo>
                  <a:lnTo>
                    <a:pt x="587973" y="5457424"/>
                  </a:lnTo>
                  <a:lnTo>
                    <a:pt x="588131" y="5457424"/>
                  </a:lnTo>
                  <a:lnTo>
                    <a:pt x="588289" y="5457424"/>
                  </a:lnTo>
                  <a:lnTo>
                    <a:pt x="588446" y="5457424"/>
                  </a:lnTo>
                  <a:lnTo>
                    <a:pt x="588604" y="5457424"/>
                  </a:lnTo>
                  <a:lnTo>
                    <a:pt x="588762" y="5457424"/>
                  </a:lnTo>
                  <a:lnTo>
                    <a:pt x="588762" y="5456993"/>
                  </a:lnTo>
                  <a:lnTo>
                    <a:pt x="588762" y="5456563"/>
                  </a:lnTo>
                  <a:lnTo>
                    <a:pt x="588920" y="5456563"/>
                  </a:lnTo>
                  <a:lnTo>
                    <a:pt x="588920" y="5456132"/>
                  </a:lnTo>
                  <a:lnTo>
                    <a:pt x="589077" y="5456132"/>
                  </a:lnTo>
                  <a:lnTo>
                    <a:pt x="589235" y="5456132"/>
                  </a:lnTo>
                  <a:lnTo>
                    <a:pt x="589393" y="5456132"/>
                  </a:lnTo>
                  <a:lnTo>
                    <a:pt x="589393" y="5455702"/>
                  </a:lnTo>
                  <a:lnTo>
                    <a:pt x="589393" y="5455271"/>
                  </a:lnTo>
                  <a:lnTo>
                    <a:pt x="589393" y="5454840"/>
                  </a:lnTo>
                  <a:lnTo>
                    <a:pt x="589393" y="5454410"/>
                  </a:lnTo>
                  <a:lnTo>
                    <a:pt x="589393" y="5453979"/>
                  </a:lnTo>
                  <a:lnTo>
                    <a:pt x="589550" y="5453979"/>
                  </a:lnTo>
                  <a:lnTo>
                    <a:pt x="589708" y="5453979"/>
                  </a:lnTo>
                  <a:lnTo>
                    <a:pt x="589866" y="5453979"/>
                  </a:lnTo>
                  <a:lnTo>
                    <a:pt x="589866" y="5453549"/>
                  </a:lnTo>
                  <a:lnTo>
                    <a:pt x="590024" y="5453549"/>
                  </a:lnTo>
                  <a:lnTo>
                    <a:pt x="590181" y="5453549"/>
                  </a:lnTo>
                  <a:lnTo>
                    <a:pt x="590181" y="5453118"/>
                  </a:lnTo>
                  <a:lnTo>
                    <a:pt x="590181" y="5452687"/>
                  </a:lnTo>
                  <a:lnTo>
                    <a:pt x="590339" y="5452687"/>
                  </a:lnTo>
                  <a:lnTo>
                    <a:pt x="590497" y="5452687"/>
                  </a:lnTo>
                  <a:lnTo>
                    <a:pt x="590654" y="5452687"/>
                  </a:lnTo>
                  <a:lnTo>
                    <a:pt x="590812" y="5452687"/>
                  </a:lnTo>
                  <a:lnTo>
                    <a:pt x="590812" y="5452257"/>
                  </a:lnTo>
                  <a:lnTo>
                    <a:pt x="590812" y="5451826"/>
                  </a:lnTo>
                  <a:lnTo>
                    <a:pt x="590812" y="5451396"/>
                  </a:lnTo>
                  <a:lnTo>
                    <a:pt x="590970" y="5451396"/>
                  </a:lnTo>
                  <a:lnTo>
                    <a:pt x="591128" y="5451396"/>
                  </a:lnTo>
                  <a:lnTo>
                    <a:pt x="591128" y="5450965"/>
                  </a:lnTo>
                  <a:lnTo>
                    <a:pt x="591285" y="5450965"/>
                  </a:lnTo>
                  <a:lnTo>
                    <a:pt x="591285" y="5450534"/>
                  </a:lnTo>
                  <a:lnTo>
                    <a:pt x="591443" y="5450534"/>
                  </a:lnTo>
                  <a:lnTo>
                    <a:pt x="591601" y="5450534"/>
                  </a:lnTo>
                  <a:lnTo>
                    <a:pt x="591758" y="5450534"/>
                  </a:lnTo>
                  <a:lnTo>
                    <a:pt x="591916" y="5450534"/>
                  </a:lnTo>
                  <a:lnTo>
                    <a:pt x="591916" y="5450104"/>
                  </a:lnTo>
                  <a:lnTo>
                    <a:pt x="592074" y="5450104"/>
                  </a:lnTo>
                  <a:lnTo>
                    <a:pt x="592232" y="5450104"/>
                  </a:lnTo>
                  <a:lnTo>
                    <a:pt x="592389" y="5450104"/>
                  </a:lnTo>
                  <a:lnTo>
                    <a:pt x="592389" y="5449673"/>
                  </a:lnTo>
                  <a:lnTo>
                    <a:pt x="592389" y="5449243"/>
                  </a:lnTo>
                  <a:lnTo>
                    <a:pt x="592547" y="5449243"/>
                  </a:lnTo>
                  <a:lnTo>
                    <a:pt x="592705" y="5449243"/>
                  </a:lnTo>
                  <a:lnTo>
                    <a:pt x="592863" y="5449243"/>
                  </a:lnTo>
                  <a:lnTo>
                    <a:pt x="593020" y="5449243"/>
                  </a:lnTo>
                  <a:lnTo>
                    <a:pt x="593020" y="5448812"/>
                  </a:lnTo>
                  <a:lnTo>
                    <a:pt x="593178" y="5448812"/>
                  </a:lnTo>
                  <a:lnTo>
                    <a:pt x="593336" y="5448812"/>
                  </a:lnTo>
                  <a:lnTo>
                    <a:pt x="593336" y="5448381"/>
                  </a:lnTo>
                  <a:lnTo>
                    <a:pt x="593493" y="5448381"/>
                  </a:lnTo>
                  <a:lnTo>
                    <a:pt x="593493" y="5447951"/>
                  </a:lnTo>
                  <a:lnTo>
                    <a:pt x="593493" y="5447520"/>
                  </a:lnTo>
                  <a:lnTo>
                    <a:pt x="593493" y="5447090"/>
                  </a:lnTo>
                  <a:lnTo>
                    <a:pt x="593651" y="5447090"/>
                  </a:lnTo>
                  <a:lnTo>
                    <a:pt x="593809" y="5447090"/>
                  </a:lnTo>
                  <a:lnTo>
                    <a:pt x="593967" y="5447090"/>
                  </a:lnTo>
                  <a:lnTo>
                    <a:pt x="594124" y="5447090"/>
                  </a:lnTo>
                  <a:lnTo>
                    <a:pt x="594124" y="5446659"/>
                  </a:lnTo>
                  <a:lnTo>
                    <a:pt x="594124" y="5446228"/>
                  </a:lnTo>
                  <a:lnTo>
                    <a:pt x="594282" y="5446228"/>
                  </a:lnTo>
                  <a:lnTo>
                    <a:pt x="594440" y="5446228"/>
                  </a:lnTo>
                  <a:lnTo>
                    <a:pt x="594597" y="5446228"/>
                  </a:lnTo>
                  <a:lnTo>
                    <a:pt x="594755" y="5446228"/>
                  </a:lnTo>
                  <a:lnTo>
                    <a:pt x="594755" y="5445798"/>
                  </a:lnTo>
                  <a:lnTo>
                    <a:pt x="594913" y="5445798"/>
                  </a:lnTo>
                  <a:lnTo>
                    <a:pt x="595071" y="5445798"/>
                  </a:lnTo>
                  <a:lnTo>
                    <a:pt x="595071" y="5445367"/>
                  </a:lnTo>
                  <a:lnTo>
                    <a:pt x="595228" y="5445367"/>
                  </a:lnTo>
                  <a:lnTo>
                    <a:pt x="595386" y="5445367"/>
                  </a:lnTo>
                  <a:lnTo>
                    <a:pt x="595386" y="5444937"/>
                  </a:lnTo>
                  <a:lnTo>
                    <a:pt x="595544" y="5444937"/>
                  </a:lnTo>
                  <a:lnTo>
                    <a:pt x="595701" y="5444937"/>
                  </a:lnTo>
                  <a:lnTo>
                    <a:pt x="595859" y="5444937"/>
                  </a:lnTo>
                  <a:lnTo>
                    <a:pt x="595859" y="5444506"/>
                  </a:lnTo>
                  <a:lnTo>
                    <a:pt x="595859" y="5444075"/>
                  </a:lnTo>
                  <a:lnTo>
                    <a:pt x="595859" y="5443645"/>
                  </a:lnTo>
                  <a:lnTo>
                    <a:pt x="595859" y="5443214"/>
                  </a:lnTo>
                  <a:lnTo>
                    <a:pt x="596017" y="5443214"/>
                  </a:lnTo>
                  <a:lnTo>
                    <a:pt x="596017" y="5442784"/>
                  </a:lnTo>
                  <a:lnTo>
                    <a:pt x="596175" y="5442784"/>
                  </a:lnTo>
                  <a:lnTo>
                    <a:pt x="596332" y="5442784"/>
                  </a:lnTo>
                  <a:lnTo>
                    <a:pt x="596490" y="5442784"/>
                  </a:lnTo>
                  <a:lnTo>
                    <a:pt x="596648" y="5442784"/>
                  </a:lnTo>
                  <a:lnTo>
                    <a:pt x="596648" y="5442353"/>
                  </a:lnTo>
                  <a:lnTo>
                    <a:pt x="596648" y="5441922"/>
                  </a:lnTo>
                  <a:lnTo>
                    <a:pt x="596648" y="5441492"/>
                  </a:lnTo>
                  <a:lnTo>
                    <a:pt x="596805" y="5441492"/>
                  </a:lnTo>
                  <a:lnTo>
                    <a:pt x="596805" y="5441061"/>
                  </a:lnTo>
                  <a:lnTo>
                    <a:pt x="596963" y="5441061"/>
                  </a:lnTo>
                  <a:lnTo>
                    <a:pt x="596963" y="5440631"/>
                  </a:lnTo>
                  <a:lnTo>
                    <a:pt x="596963" y="5440200"/>
                  </a:lnTo>
                  <a:lnTo>
                    <a:pt x="597121" y="5440200"/>
                  </a:lnTo>
                  <a:lnTo>
                    <a:pt x="597121" y="5439769"/>
                  </a:lnTo>
                  <a:lnTo>
                    <a:pt x="597279" y="5439769"/>
                  </a:lnTo>
                  <a:lnTo>
                    <a:pt x="597436" y="5439769"/>
                  </a:lnTo>
                  <a:lnTo>
                    <a:pt x="597594" y="5439769"/>
                  </a:lnTo>
                  <a:lnTo>
                    <a:pt x="597594" y="5439339"/>
                  </a:lnTo>
                  <a:lnTo>
                    <a:pt x="597594" y="5438908"/>
                  </a:lnTo>
                  <a:lnTo>
                    <a:pt x="597752" y="5438908"/>
                  </a:lnTo>
                  <a:lnTo>
                    <a:pt x="597909" y="5438908"/>
                  </a:lnTo>
                  <a:lnTo>
                    <a:pt x="598067" y="5438908"/>
                  </a:lnTo>
                  <a:lnTo>
                    <a:pt x="598225" y="5438908"/>
                  </a:lnTo>
                  <a:lnTo>
                    <a:pt x="598225" y="5438478"/>
                  </a:lnTo>
                  <a:lnTo>
                    <a:pt x="598225" y="5438047"/>
                  </a:lnTo>
                  <a:lnTo>
                    <a:pt x="598225" y="5437616"/>
                  </a:lnTo>
                  <a:lnTo>
                    <a:pt x="598383" y="5437616"/>
                  </a:lnTo>
                  <a:lnTo>
                    <a:pt x="598383" y="5437186"/>
                  </a:lnTo>
                  <a:lnTo>
                    <a:pt x="598540" y="5437186"/>
                  </a:lnTo>
                  <a:lnTo>
                    <a:pt x="598540" y="5436755"/>
                  </a:lnTo>
                  <a:lnTo>
                    <a:pt x="598540" y="5436325"/>
                  </a:lnTo>
                  <a:lnTo>
                    <a:pt x="598698" y="5436325"/>
                  </a:lnTo>
                  <a:lnTo>
                    <a:pt x="598856" y="5436325"/>
                  </a:lnTo>
                  <a:lnTo>
                    <a:pt x="599014" y="5436325"/>
                  </a:lnTo>
                  <a:lnTo>
                    <a:pt x="599014" y="5435894"/>
                  </a:lnTo>
                  <a:lnTo>
                    <a:pt x="599171" y="5435894"/>
                  </a:lnTo>
                  <a:lnTo>
                    <a:pt x="599329" y="5435894"/>
                  </a:lnTo>
                  <a:lnTo>
                    <a:pt x="599487" y="5435894"/>
                  </a:lnTo>
                  <a:lnTo>
                    <a:pt x="599644" y="5435894"/>
                  </a:lnTo>
                  <a:lnTo>
                    <a:pt x="599802" y="5435894"/>
                  </a:lnTo>
                  <a:lnTo>
                    <a:pt x="599960" y="5435894"/>
                  </a:lnTo>
                  <a:lnTo>
                    <a:pt x="599960" y="5435463"/>
                  </a:lnTo>
                  <a:lnTo>
                    <a:pt x="600118" y="5435463"/>
                  </a:lnTo>
                  <a:lnTo>
                    <a:pt x="600275" y="5435463"/>
                  </a:lnTo>
                  <a:lnTo>
                    <a:pt x="600433" y="5435463"/>
                  </a:lnTo>
                  <a:lnTo>
                    <a:pt x="600433" y="5435033"/>
                  </a:lnTo>
                  <a:lnTo>
                    <a:pt x="600591" y="5435033"/>
                  </a:lnTo>
                  <a:lnTo>
                    <a:pt x="600591" y="5434602"/>
                  </a:lnTo>
                  <a:lnTo>
                    <a:pt x="600748" y="5434602"/>
                  </a:lnTo>
                  <a:lnTo>
                    <a:pt x="600906" y="5434602"/>
                  </a:lnTo>
                  <a:lnTo>
                    <a:pt x="601064" y="5434602"/>
                  </a:lnTo>
                  <a:lnTo>
                    <a:pt x="601222" y="5434602"/>
                  </a:lnTo>
                  <a:lnTo>
                    <a:pt x="601222" y="5434172"/>
                  </a:lnTo>
                  <a:lnTo>
                    <a:pt x="601222" y="5433741"/>
                  </a:lnTo>
                  <a:lnTo>
                    <a:pt x="601379" y="5433741"/>
                  </a:lnTo>
                  <a:lnTo>
                    <a:pt x="601379" y="5433310"/>
                  </a:lnTo>
                  <a:lnTo>
                    <a:pt x="601379" y="5432880"/>
                  </a:lnTo>
                  <a:lnTo>
                    <a:pt x="601379" y="5432449"/>
                  </a:lnTo>
                  <a:lnTo>
                    <a:pt x="601537" y="5432449"/>
                  </a:lnTo>
                  <a:lnTo>
                    <a:pt x="601537" y="5432019"/>
                  </a:lnTo>
                  <a:lnTo>
                    <a:pt x="601695" y="5432019"/>
                  </a:lnTo>
                  <a:lnTo>
                    <a:pt x="601852" y="5432019"/>
                  </a:lnTo>
                  <a:lnTo>
                    <a:pt x="602010" y="5432019"/>
                  </a:lnTo>
                  <a:lnTo>
                    <a:pt x="602168" y="5432019"/>
                  </a:lnTo>
                  <a:lnTo>
                    <a:pt x="602168" y="5431588"/>
                  </a:lnTo>
                  <a:lnTo>
                    <a:pt x="602326" y="5431588"/>
                  </a:lnTo>
                  <a:lnTo>
                    <a:pt x="602326" y="5431157"/>
                  </a:lnTo>
                  <a:lnTo>
                    <a:pt x="602483" y="5431157"/>
                  </a:lnTo>
                  <a:lnTo>
                    <a:pt x="602641" y="5431157"/>
                  </a:lnTo>
                  <a:lnTo>
                    <a:pt x="602641" y="5430727"/>
                  </a:lnTo>
                  <a:lnTo>
                    <a:pt x="602799" y="5430727"/>
                  </a:lnTo>
                  <a:lnTo>
                    <a:pt x="602956" y="5430727"/>
                  </a:lnTo>
                  <a:lnTo>
                    <a:pt x="603114" y="5430727"/>
                  </a:lnTo>
                  <a:lnTo>
                    <a:pt x="603272" y="5430727"/>
                  </a:lnTo>
                  <a:lnTo>
                    <a:pt x="603430" y="5430727"/>
                  </a:lnTo>
                  <a:lnTo>
                    <a:pt x="603587" y="5430727"/>
                  </a:lnTo>
                  <a:lnTo>
                    <a:pt x="603745" y="5430727"/>
                  </a:lnTo>
                  <a:lnTo>
                    <a:pt x="603745" y="5430296"/>
                  </a:lnTo>
                  <a:lnTo>
                    <a:pt x="603903" y="5430296"/>
                  </a:lnTo>
                  <a:lnTo>
                    <a:pt x="603903" y="5429866"/>
                  </a:lnTo>
                  <a:lnTo>
                    <a:pt x="604061" y="5429866"/>
                  </a:lnTo>
                  <a:lnTo>
                    <a:pt x="604061" y="5429435"/>
                  </a:lnTo>
                  <a:lnTo>
                    <a:pt x="604218" y="5429435"/>
                  </a:lnTo>
                  <a:lnTo>
                    <a:pt x="604376" y="5429435"/>
                  </a:lnTo>
                  <a:lnTo>
                    <a:pt x="604534" y="5429435"/>
                  </a:lnTo>
                  <a:lnTo>
                    <a:pt x="604691" y="5429435"/>
                  </a:lnTo>
                  <a:lnTo>
                    <a:pt x="604849" y="5429435"/>
                  </a:lnTo>
                  <a:lnTo>
                    <a:pt x="604849" y="5429004"/>
                  </a:lnTo>
                  <a:lnTo>
                    <a:pt x="604849" y="5428574"/>
                  </a:lnTo>
                  <a:lnTo>
                    <a:pt x="605007" y="5428574"/>
                  </a:lnTo>
                  <a:lnTo>
                    <a:pt x="605165" y="5428574"/>
                  </a:lnTo>
                  <a:lnTo>
                    <a:pt x="605322" y="5428574"/>
                  </a:lnTo>
                  <a:lnTo>
                    <a:pt x="605480" y="5428574"/>
                  </a:lnTo>
                  <a:lnTo>
                    <a:pt x="605480" y="5428143"/>
                  </a:lnTo>
                  <a:lnTo>
                    <a:pt x="605638" y="5428143"/>
                  </a:lnTo>
                  <a:lnTo>
                    <a:pt x="605638" y="5427713"/>
                  </a:lnTo>
                  <a:lnTo>
                    <a:pt x="605795" y="5427713"/>
                  </a:lnTo>
                  <a:lnTo>
                    <a:pt x="605953" y="5427713"/>
                  </a:lnTo>
                  <a:lnTo>
                    <a:pt x="605953" y="5427282"/>
                  </a:lnTo>
                  <a:lnTo>
                    <a:pt x="605953" y="5426851"/>
                  </a:lnTo>
                  <a:lnTo>
                    <a:pt x="606111" y="5426851"/>
                  </a:lnTo>
                  <a:lnTo>
                    <a:pt x="606269" y="5426851"/>
                  </a:lnTo>
                  <a:lnTo>
                    <a:pt x="606269" y="5426421"/>
                  </a:lnTo>
                  <a:lnTo>
                    <a:pt x="606426" y="5426421"/>
                  </a:lnTo>
                  <a:lnTo>
                    <a:pt x="606426" y="5425990"/>
                  </a:lnTo>
                  <a:lnTo>
                    <a:pt x="606426" y="5425560"/>
                  </a:lnTo>
                  <a:lnTo>
                    <a:pt x="606426" y="5425129"/>
                  </a:lnTo>
                  <a:lnTo>
                    <a:pt x="606426" y="5424698"/>
                  </a:lnTo>
                  <a:lnTo>
                    <a:pt x="606584" y="5424698"/>
                  </a:lnTo>
                  <a:lnTo>
                    <a:pt x="606742" y="5424698"/>
                  </a:lnTo>
                  <a:lnTo>
                    <a:pt x="606899" y="5424698"/>
                  </a:lnTo>
                  <a:lnTo>
                    <a:pt x="607057" y="5424698"/>
                  </a:lnTo>
                  <a:lnTo>
                    <a:pt x="607057" y="5424268"/>
                  </a:lnTo>
                  <a:lnTo>
                    <a:pt x="607057" y="5423837"/>
                  </a:lnTo>
                  <a:lnTo>
                    <a:pt x="607057" y="5423407"/>
                  </a:lnTo>
                  <a:lnTo>
                    <a:pt x="607057" y="5422976"/>
                  </a:lnTo>
                  <a:lnTo>
                    <a:pt x="607215" y="5422976"/>
                  </a:lnTo>
                  <a:lnTo>
                    <a:pt x="607215" y="5422545"/>
                  </a:lnTo>
                  <a:lnTo>
                    <a:pt x="607373" y="5422545"/>
                  </a:lnTo>
                  <a:lnTo>
                    <a:pt x="607530" y="5422545"/>
                  </a:lnTo>
                  <a:lnTo>
                    <a:pt x="607688" y="5422545"/>
                  </a:lnTo>
                  <a:lnTo>
                    <a:pt x="607846" y="5422545"/>
                  </a:lnTo>
                  <a:lnTo>
                    <a:pt x="608003" y="5422545"/>
                  </a:lnTo>
                  <a:lnTo>
                    <a:pt x="608161" y="5422545"/>
                  </a:lnTo>
                  <a:lnTo>
                    <a:pt x="608161" y="5422115"/>
                  </a:lnTo>
                  <a:lnTo>
                    <a:pt x="608319" y="5422115"/>
                  </a:lnTo>
                  <a:lnTo>
                    <a:pt x="608477" y="5422115"/>
                  </a:lnTo>
                  <a:lnTo>
                    <a:pt x="608634" y="5422115"/>
                  </a:lnTo>
                  <a:lnTo>
                    <a:pt x="608792" y="5422115"/>
                  </a:lnTo>
                  <a:lnTo>
                    <a:pt x="608950" y="5422115"/>
                  </a:lnTo>
                  <a:lnTo>
                    <a:pt x="609107" y="5422115"/>
                  </a:lnTo>
                  <a:lnTo>
                    <a:pt x="609107" y="5421684"/>
                  </a:lnTo>
                  <a:lnTo>
                    <a:pt x="609107" y="5421254"/>
                  </a:lnTo>
                  <a:lnTo>
                    <a:pt x="609265" y="5421254"/>
                  </a:lnTo>
                  <a:lnTo>
                    <a:pt x="609423" y="5421254"/>
                  </a:lnTo>
                  <a:lnTo>
                    <a:pt x="609423" y="5420823"/>
                  </a:lnTo>
                  <a:lnTo>
                    <a:pt x="609423" y="5420392"/>
                  </a:lnTo>
                  <a:lnTo>
                    <a:pt x="609581" y="5420392"/>
                  </a:lnTo>
                  <a:lnTo>
                    <a:pt x="609738" y="5420392"/>
                  </a:lnTo>
                  <a:lnTo>
                    <a:pt x="609738" y="5419962"/>
                  </a:lnTo>
                  <a:lnTo>
                    <a:pt x="609896" y="5419962"/>
                  </a:lnTo>
                  <a:lnTo>
                    <a:pt x="610054" y="5419962"/>
                  </a:lnTo>
                  <a:lnTo>
                    <a:pt x="610054" y="5419531"/>
                  </a:lnTo>
                  <a:lnTo>
                    <a:pt x="610054" y="5419101"/>
                  </a:lnTo>
                  <a:lnTo>
                    <a:pt x="610054" y="5418670"/>
                  </a:lnTo>
                  <a:lnTo>
                    <a:pt x="610212" y="5418670"/>
                  </a:lnTo>
                  <a:lnTo>
                    <a:pt x="610369" y="5418670"/>
                  </a:lnTo>
                  <a:lnTo>
                    <a:pt x="610527" y="5418670"/>
                  </a:lnTo>
                  <a:lnTo>
                    <a:pt x="610527" y="5418239"/>
                  </a:lnTo>
                  <a:lnTo>
                    <a:pt x="610527" y="5417809"/>
                  </a:lnTo>
                  <a:lnTo>
                    <a:pt x="610685" y="5417809"/>
                  </a:lnTo>
                  <a:lnTo>
                    <a:pt x="610842" y="5417809"/>
                  </a:lnTo>
                  <a:lnTo>
                    <a:pt x="611000" y="5417809"/>
                  </a:lnTo>
                  <a:lnTo>
                    <a:pt x="611000" y="5417378"/>
                  </a:lnTo>
                  <a:lnTo>
                    <a:pt x="611158" y="5417378"/>
                  </a:lnTo>
                  <a:lnTo>
                    <a:pt x="611316" y="5417378"/>
                  </a:lnTo>
                  <a:lnTo>
                    <a:pt x="611473" y="5417378"/>
                  </a:lnTo>
                  <a:lnTo>
                    <a:pt x="611631" y="5417378"/>
                  </a:lnTo>
                  <a:lnTo>
                    <a:pt x="611789" y="5417378"/>
                  </a:lnTo>
                  <a:lnTo>
                    <a:pt x="611946" y="5417378"/>
                  </a:lnTo>
                  <a:lnTo>
                    <a:pt x="611946" y="5416948"/>
                  </a:lnTo>
                  <a:lnTo>
                    <a:pt x="612104" y="5416948"/>
                  </a:lnTo>
                  <a:lnTo>
                    <a:pt x="612104" y="5416517"/>
                  </a:lnTo>
                  <a:lnTo>
                    <a:pt x="612104" y="5416086"/>
                  </a:lnTo>
                  <a:lnTo>
                    <a:pt x="612104" y="5415656"/>
                  </a:lnTo>
                  <a:lnTo>
                    <a:pt x="612262" y="5415656"/>
                  </a:lnTo>
                  <a:lnTo>
                    <a:pt x="612262" y="5415225"/>
                  </a:lnTo>
                  <a:lnTo>
                    <a:pt x="612262" y="5414795"/>
                  </a:lnTo>
                  <a:lnTo>
                    <a:pt x="612420" y="5414795"/>
                  </a:lnTo>
                  <a:lnTo>
                    <a:pt x="612577" y="5414795"/>
                  </a:lnTo>
                  <a:lnTo>
                    <a:pt x="612735" y="5414795"/>
                  </a:lnTo>
                  <a:lnTo>
                    <a:pt x="612735" y="5414364"/>
                  </a:lnTo>
                  <a:lnTo>
                    <a:pt x="612893" y="5414364"/>
                  </a:lnTo>
                  <a:lnTo>
                    <a:pt x="613050" y="5414364"/>
                  </a:lnTo>
                  <a:lnTo>
                    <a:pt x="613208" y="5414364"/>
                  </a:lnTo>
                  <a:lnTo>
                    <a:pt x="613366" y="5414364"/>
                  </a:lnTo>
                  <a:lnTo>
                    <a:pt x="613524" y="5414364"/>
                  </a:lnTo>
                  <a:lnTo>
                    <a:pt x="613524" y="5413933"/>
                  </a:lnTo>
                  <a:lnTo>
                    <a:pt x="613681" y="5413933"/>
                  </a:lnTo>
                  <a:lnTo>
                    <a:pt x="613681" y="5413503"/>
                  </a:lnTo>
                  <a:lnTo>
                    <a:pt x="613839" y="5413503"/>
                  </a:lnTo>
                  <a:lnTo>
                    <a:pt x="613997" y="5413503"/>
                  </a:lnTo>
                  <a:lnTo>
                    <a:pt x="613997" y="5413072"/>
                  </a:lnTo>
                  <a:lnTo>
                    <a:pt x="614154" y="5413072"/>
                  </a:lnTo>
                  <a:lnTo>
                    <a:pt x="614154" y="5412642"/>
                  </a:lnTo>
                  <a:lnTo>
                    <a:pt x="614154" y="5412211"/>
                  </a:lnTo>
                  <a:lnTo>
                    <a:pt x="614154" y="5411780"/>
                  </a:lnTo>
                  <a:lnTo>
                    <a:pt x="614312" y="5411780"/>
                  </a:lnTo>
                  <a:lnTo>
                    <a:pt x="614312" y="5411350"/>
                  </a:lnTo>
                  <a:lnTo>
                    <a:pt x="614470" y="5411350"/>
                  </a:lnTo>
                  <a:lnTo>
                    <a:pt x="614470" y="5410919"/>
                  </a:lnTo>
                  <a:lnTo>
                    <a:pt x="614470" y="5410489"/>
                  </a:lnTo>
                  <a:lnTo>
                    <a:pt x="614628" y="5410489"/>
                  </a:lnTo>
                  <a:lnTo>
                    <a:pt x="614628" y="5410058"/>
                  </a:lnTo>
                  <a:lnTo>
                    <a:pt x="614628" y="5409627"/>
                  </a:lnTo>
                  <a:lnTo>
                    <a:pt x="614785" y="5409627"/>
                  </a:lnTo>
                  <a:lnTo>
                    <a:pt x="614943" y="5409627"/>
                  </a:lnTo>
                  <a:lnTo>
                    <a:pt x="614943" y="5409197"/>
                  </a:lnTo>
                  <a:lnTo>
                    <a:pt x="615101" y="5409197"/>
                  </a:lnTo>
                  <a:lnTo>
                    <a:pt x="615259" y="5409197"/>
                  </a:lnTo>
                  <a:lnTo>
                    <a:pt x="615416" y="5409197"/>
                  </a:lnTo>
                  <a:lnTo>
                    <a:pt x="615574" y="5409197"/>
                  </a:lnTo>
                  <a:lnTo>
                    <a:pt x="615732" y="5409197"/>
                  </a:lnTo>
                  <a:lnTo>
                    <a:pt x="615889" y="5409197"/>
                  </a:lnTo>
                  <a:lnTo>
                    <a:pt x="615889" y="5408766"/>
                  </a:lnTo>
                  <a:lnTo>
                    <a:pt x="616047" y="5408766"/>
                  </a:lnTo>
                  <a:lnTo>
                    <a:pt x="616205" y="5408766"/>
                  </a:lnTo>
                  <a:lnTo>
                    <a:pt x="616363" y="5408766"/>
                  </a:lnTo>
                  <a:lnTo>
                    <a:pt x="616520" y="5408766"/>
                  </a:lnTo>
                  <a:lnTo>
                    <a:pt x="616520" y="5408336"/>
                  </a:lnTo>
                  <a:lnTo>
                    <a:pt x="616678" y="5408336"/>
                  </a:lnTo>
                  <a:lnTo>
                    <a:pt x="616836" y="5408336"/>
                  </a:lnTo>
                  <a:lnTo>
                    <a:pt x="616836" y="5407905"/>
                  </a:lnTo>
                  <a:lnTo>
                    <a:pt x="616993" y="5407905"/>
                  </a:lnTo>
                  <a:lnTo>
                    <a:pt x="616993" y="5407474"/>
                  </a:lnTo>
                  <a:lnTo>
                    <a:pt x="616993" y="5407044"/>
                  </a:lnTo>
                  <a:lnTo>
                    <a:pt x="617151" y="5407044"/>
                  </a:lnTo>
                  <a:lnTo>
                    <a:pt x="617309" y="5407044"/>
                  </a:lnTo>
                  <a:lnTo>
                    <a:pt x="617467" y="5407044"/>
                  </a:lnTo>
                  <a:lnTo>
                    <a:pt x="617624" y="5407044"/>
                  </a:lnTo>
                  <a:lnTo>
                    <a:pt x="617782" y="5407044"/>
                  </a:lnTo>
                  <a:lnTo>
                    <a:pt x="617940" y="5407044"/>
                  </a:lnTo>
                  <a:lnTo>
                    <a:pt x="618097" y="5407044"/>
                  </a:lnTo>
                  <a:lnTo>
                    <a:pt x="618097" y="5406613"/>
                  </a:lnTo>
                  <a:lnTo>
                    <a:pt x="618255" y="5406613"/>
                  </a:lnTo>
                  <a:lnTo>
                    <a:pt x="618413" y="5406613"/>
                  </a:lnTo>
                  <a:lnTo>
                    <a:pt x="618413" y="5406183"/>
                  </a:lnTo>
                  <a:lnTo>
                    <a:pt x="618571" y="5406183"/>
                  </a:lnTo>
                  <a:lnTo>
                    <a:pt x="618571" y="5405752"/>
                  </a:lnTo>
                  <a:lnTo>
                    <a:pt x="618571" y="5405321"/>
                  </a:lnTo>
                  <a:lnTo>
                    <a:pt x="618728" y="5405321"/>
                  </a:lnTo>
                  <a:lnTo>
                    <a:pt x="618886" y="5405321"/>
                  </a:lnTo>
                  <a:lnTo>
                    <a:pt x="619044" y="5405321"/>
                  </a:lnTo>
                  <a:lnTo>
                    <a:pt x="619201" y="5405321"/>
                  </a:lnTo>
                  <a:lnTo>
                    <a:pt x="619201" y="5404891"/>
                  </a:lnTo>
                  <a:lnTo>
                    <a:pt x="619201" y="5404460"/>
                  </a:lnTo>
                  <a:lnTo>
                    <a:pt x="619359" y="5404460"/>
                  </a:lnTo>
                  <a:lnTo>
                    <a:pt x="619517" y="5404460"/>
                  </a:lnTo>
                  <a:lnTo>
                    <a:pt x="619517" y="5404030"/>
                  </a:lnTo>
                  <a:lnTo>
                    <a:pt x="619675" y="5404030"/>
                  </a:lnTo>
                  <a:lnTo>
                    <a:pt x="619675" y="5403599"/>
                  </a:lnTo>
                  <a:lnTo>
                    <a:pt x="619832" y="5403599"/>
                  </a:lnTo>
                  <a:lnTo>
                    <a:pt x="619990" y="5403599"/>
                  </a:lnTo>
                  <a:lnTo>
                    <a:pt x="620148" y="5403599"/>
                  </a:lnTo>
                  <a:lnTo>
                    <a:pt x="620305" y="5403599"/>
                  </a:lnTo>
                  <a:lnTo>
                    <a:pt x="620463" y="5403599"/>
                  </a:lnTo>
                  <a:lnTo>
                    <a:pt x="620621" y="5403599"/>
                  </a:lnTo>
                  <a:lnTo>
                    <a:pt x="620779" y="5403599"/>
                  </a:lnTo>
                  <a:lnTo>
                    <a:pt x="620779" y="5403168"/>
                  </a:lnTo>
                  <a:lnTo>
                    <a:pt x="620779" y="5402738"/>
                  </a:lnTo>
                  <a:lnTo>
                    <a:pt x="620779" y="5402307"/>
                  </a:lnTo>
                  <a:lnTo>
                    <a:pt x="620936" y="5402307"/>
                  </a:lnTo>
                  <a:lnTo>
                    <a:pt x="620936" y="5401877"/>
                  </a:lnTo>
                  <a:lnTo>
                    <a:pt x="621094" y="5401877"/>
                  </a:lnTo>
                  <a:lnTo>
                    <a:pt x="621094" y="5401446"/>
                  </a:lnTo>
                  <a:lnTo>
                    <a:pt x="621094" y="5401015"/>
                  </a:lnTo>
                  <a:lnTo>
                    <a:pt x="621252" y="5401015"/>
                  </a:lnTo>
                  <a:lnTo>
                    <a:pt x="621410" y="5401015"/>
                  </a:lnTo>
                  <a:lnTo>
                    <a:pt x="621410" y="5400585"/>
                  </a:lnTo>
                  <a:lnTo>
                    <a:pt x="621410" y="5400154"/>
                  </a:lnTo>
                  <a:lnTo>
                    <a:pt x="621567" y="5400154"/>
                  </a:lnTo>
                  <a:lnTo>
                    <a:pt x="621567" y="5399724"/>
                  </a:lnTo>
                  <a:lnTo>
                    <a:pt x="621567" y="5399293"/>
                  </a:lnTo>
                  <a:lnTo>
                    <a:pt x="621725" y="5399293"/>
                  </a:lnTo>
                  <a:lnTo>
                    <a:pt x="621883" y="5399293"/>
                  </a:lnTo>
                  <a:lnTo>
                    <a:pt x="622040" y="5399293"/>
                  </a:lnTo>
                  <a:lnTo>
                    <a:pt x="622198" y="5399293"/>
                  </a:lnTo>
                  <a:lnTo>
                    <a:pt x="622356" y="5399293"/>
                  </a:lnTo>
                  <a:lnTo>
                    <a:pt x="622514" y="5399293"/>
                  </a:lnTo>
                  <a:lnTo>
                    <a:pt x="622514" y="5398862"/>
                  </a:lnTo>
                  <a:lnTo>
                    <a:pt x="622671" y="5398862"/>
                  </a:lnTo>
                  <a:lnTo>
                    <a:pt x="622671" y="5398432"/>
                  </a:lnTo>
                  <a:lnTo>
                    <a:pt x="622671" y="5398001"/>
                  </a:lnTo>
                  <a:lnTo>
                    <a:pt x="622829" y="5398001"/>
                  </a:lnTo>
                  <a:lnTo>
                    <a:pt x="622987" y="5398001"/>
                  </a:lnTo>
                  <a:lnTo>
                    <a:pt x="622987" y="5397571"/>
                  </a:lnTo>
                  <a:lnTo>
                    <a:pt x="623144" y="5397571"/>
                  </a:lnTo>
                  <a:lnTo>
                    <a:pt x="623302" y="5397571"/>
                  </a:lnTo>
                  <a:lnTo>
                    <a:pt x="623302" y="5397140"/>
                  </a:lnTo>
                  <a:lnTo>
                    <a:pt x="623302" y="5396709"/>
                  </a:lnTo>
                  <a:lnTo>
                    <a:pt x="623460" y="5396709"/>
                  </a:lnTo>
                  <a:lnTo>
                    <a:pt x="623460" y="5396279"/>
                  </a:lnTo>
                  <a:lnTo>
                    <a:pt x="623618" y="5396279"/>
                  </a:lnTo>
                  <a:lnTo>
                    <a:pt x="623775" y="5396279"/>
                  </a:lnTo>
                  <a:lnTo>
                    <a:pt x="623933" y="5396279"/>
                  </a:lnTo>
                  <a:lnTo>
                    <a:pt x="624091" y="5396279"/>
                  </a:lnTo>
                  <a:lnTo>
                    <a:pt x="624091" y="5395848"/>
                  </a:lnTo>
                  <a:lnTo>
                    <a:pt x="624248" y="5395848"/>
                  </a:lnTo>
                  <a:lnTo>
                    <a:pt x="624406" y="5395848"/>
                  </a:lnTo>
                  <a:lnTo>
                    <a:pt x="624564" y="5395848"/>
                  </a:lnTo>
                  <a:lnTo>
                    <a:pt x="624564" y="5395418"/>
                  </a:lnTo>
                  <a:lnTo>
                    <a:pt x="624722" y="5395418"/>
                  </a:lnTo>
                  <a:lnTo>
                    <a:pt x="624722" y="5394987"/>
                  </a:lnTo>
                  <a:lnTo>
                    <a:pt x="624879" y="5394987"/>
                  </a:lnTo>
                  <a:lnTo>
                    <a:pt x="624879" y="5394556"/>
                  </a:lnTo>
                  <a:lnTo>
                    <a:pt x="624879" y="5394126"/>
                  </a:lnTo>
                  <a:lnTo>
                    <a:pt x="625037" y="5394126"/>
                  </a:lnTo>
                  <a:lnTo>
                    <a:pt x="625037" y="5393695"/>
                  </a:lnTo>
                  <a:lnTo>
                    <a:pt x="625195" y="5393695"/>
                  </a:lnTo>
                  <a:lnTo>
                    <a:pt x="625195" y="5393265"/>
                  </a:lnTo>
                  <a:lnTo>
                    <a:pt x="625195" y="5392834"/>
                  </a:lnTo>
                  <a:lnTo>
                    <a:pt x="625352" y="5392834"/>
                  </a:lnTo>
                  <a:lnTo>
                    <a:pt x="625510" y="5392834"/>
                  </a:lnTo>
                  <a:lnTo>
                    <a:pt x="625668" y="5392834"/>
                  </a:lnTo>
                  <a:lnTo>
                    <a:pt x="625826" y="5392834"/>
                  </a:lnTo>
                  <a:lnTo>
                    <a:pt x="625983" y="5392834"/>
                  </a:lnTo>
                  <a:lnTo>
                    <a:pt x="625983" y="5392403"/>
                  </a:lnTo>
                  <a:lnTo>
                    <a:pt x="626141" y="5392403"/>
                  </a:lnTo>
                  <a:lnTo>
                    <a:pt x="626141" y="5391973"/>
                  </a:lnTo>
                  <a:lnTo>
                    <a:pt x="626141" y="5391542"/>
                  </a:lnTo>
                  <a:lnTo>
                    <a:pt x="626299" y="5391542"/>
                  </a:lnTo>
                  <a:lnTo>
                    <a:pt x="626457" y="5391542"/>
                  </a:lnTo>
                  <a:lnTo>
                    <a:pt x="626457" y="5391112"/>
                  </a:lnTo>
                  <a:lnTo>
                    <a:pt x="626614" y="5391112"/>
                  </a:lnTo>
                  <a:lnTo>
                    <a:pt x="626772" y="5391112"/>
                  </a:lnTo>
                  <a:lnTo>
                    <a:pt x="626930" y="5391112"/>
                  </a:lnTo>
                  <a:lnTo>
                    <a:pt x="626930" y="5390681"/>
                  </a:lnTo>
                  <a:lnTo>
                    <a:pt x="627087" y="5390681"/>
                  </a:lnTo>
                  <a:lnTo>
                    <a:pt x="627245" y="5390681"/>
                  </a:lnTo>
                  <a:lnTo>
                    <a:pt x="627403" y="5390681"/>
                  </a:lnTo>
                  <a:lnTo>
                    <a:pt x="627403" y="5390250"/>
                  </a:lnTo>
                  <a:lnTo>
                    <a:pt x="627561" y="5390250"/>
                  </a:lnTo>
                  <a:lnTo>
                    <a:pt x="627718" y="5390250"/>
                  </a:lnTo>
                  <a:lnTo>
                    <a:pt x="627718" y="5389820"/>
                  </a:lnTo>
                  <a:lnTo>
                    <a:pt x="627718" y="5389389"/>
                  </a:lnTo>
                  <a:lnTo>
                    <a:pt x="627718" y="5388959"/>
                  </a:lnTo>
                  <a:lnTo>
                    <a:pt x="627876" y="5388959"/>
                  </a:lnTo>
                  <a:lnTo>
                    <a:pt x="627876" y="5388528"/>
                  </a:lnTo>
                  <a:lnTo>
                    <a:pt x="628034" y="5388528"/>
                  </a:lnTo>
                  <a:lnTo>
                    <a:pt x="628034" y="5388097"/>
                  </a:lnTo>
                  <a:lnTo>
                    <a:pt x="628034" y="5387667"/>
                  </a:lnTo>
                  <a:lnTo>
                    <a:pt x="628034" y="5387236"/>
                  </a:lnTo>
                  <a:lnTo>
                    <a:pt x="628191" y="5387236"/>
                  </a:lnTo>
                  <a:lnTo>
                    <a:pt x="628349" y="5387236"/>
                  </a:lnTo>
                  <a:lnTo>
                    <a:pt x="628349" y="5386806"/>
                  </a:lnTo>
                  <a:lnTo>
                    <a:pt x="628507" y="5386806"/>
                  </a:lnTo>
                  <a:lnTo>
                    <a:pt x="628665" y="5386806"/>
                  </a:lnTo>
                  <a:lnTo>
                    <a:pt x="628822" y="5386806"/>
                  </a:lnTo>
                  <a:lnTo>
                    <a:pt x="628980" y="5386806"/>
                  </a:lnTo>
                  <a:lnTo>
                    <a:pt x="628980" y="5386375"/>
                  </a:lnTo>
                  <a:lnTo>
                    <a:pt x="628980" y="5385944"/>
                  </a:lnTo>
                  <a:lnTo>
                    <a:pt x="629138" y="5385944"/>
                  </a:lnTo>
                  <a:lnTo>
                    <a:pt x="629295" y="5385944"/>
                  </a:lnTo>
                  <a:lnTo>
                    <a:pt x="629295" y="5385514"/>
                  </a:lnTo>
                  <a:lnTo>
                    <a:pt x="629453" y="5385514"/>
                  </a:lnTo>
                  <a:lnTo>
                    <a:pt x="629611" y="5385514"/>
                  </a:lnTo>
                  <a:lnTo>
                    <a:pt x="629611" y="5385083"/>
                  </a:lnTo>
                  <a:lnTo>
                    <a:pt x="629769" y="5385083"/>
                  </a:lnTo>
                  <a:lnTo>
                    <a:pt x="629926" y="5385083"/>
                  </a:lnTo>
                  <a:lnTo>
                    <a:pt x="630084" y="5385083"/>
                  </a:lnTo>
                  <a:lnTo>
                    <a:pt x="630084" y="5384653"/>
                  </a:lnTo>
                  <a:lnTo>
                    <a:pt x="630084" y="5384222"/>
                  </a:lnTo>
                  <a:lnTo>
                    <a:pt x="630084" y="5383791"/>
                  </a:lnTo>
                  <a:lnTo>
                    <a:pt x="630242" y="5383791"/>
                  </a:lnTo>
                  <a:lnTo>
                    <a:pt x="630242" y="5383361"/>
                  </a:lnTo>
                  <a:lnTo>
                    <a:pt x="630399" y="5383361"/>
                  </a:lnTo>
                  <a:lnTo>
                    <a:pt x="630557" y="5383361"/>
                  </a:lnTo>
                  <a:lnTo>
                    <a:pt x="630715" y="5383361"/>
                  </a:lnTo>
                  <a:lnTo>
                    <a:pt x="630873" y="5383361"/>
                  </a:lnTo>
                  <a:lnTo>
                    <a:pt x="631030" y="5383361"/>
                  </a:lnTo>
                  <a:lnTo>
                    <a:pt x="631188" y="5383361"/>
                  </a:lnTo>
                  <a:lnTo>
                    <a:pt x="631346" y="5383361"/>
                  </a:lnTo>
                  <a:lnTo>
                    <a:pt x="631503" y="5383361"/>
                  </a:lnTo>
                  <a:lnTo>
                    <a:pt x="631503" y="5382930"/>
                  </a:lnTo>
                  <a:lnTo>
                    <a:pt x="631661" y="5382930"/>
                  </a:lnTo>
                  <a:lnTo>
                    <a:pt x="631819" y="5382930"/>
                  </a:lnTo>
                  <a:lnTo>
                    <a:pt x="631819" y="5382500"/>
                  </a:lnTo>
                  <a:lnTo>
                    <a:pt x="631819" y="5382069"/>
                  </a:lnTo>
                  <a:lnTo>
                    <a:pt x="631977" y="5382069"/>
                  </a:lnTo>
                  <a:lnTo>
                    <a:pt x="632134" y="5382069"/>
                  </a:lnTo>
                  <a:lnTo>
                    <a:pt x="632134" y="5381638"/>
                  </a:lnTo>
                  <a:lnTo>
                    <a:pt x="632134" y="5381208"/>
                  </a:lnTo>
                  <a:lnTo>
                    <a:pt x="632134" y="5380777"/>
                  </a:lnTo>
                  <a:lnTo>
                    <a:pt x="632292" y="5380777"/>
                  </a:lnTo>
                  <a:lnTo>
                    <a:pt x="632450" y="5380777"/>
                  </a:lnTo>
                  <a:lnTo>
                    <a:pt x="632608" y="5380777"/>
                  </a:lnTo>
                  <a:lnTo>
                    <a:pt x="632608" y="5380347"/>
                  </a:lnTo>
                  <a:lnTo>
                    <a:pt x="632765" y="5380347"/>
                  </a:lnTo>
                  <a:lnTo>
                    <a:pt x="632923" y="5380347"/>
                  </a:lnTo>
                  <a:lnTo>
                    <a:pt x="633081" y="5380347"/>
                  </a:lnTo>
                  <a:lnTo>
                    <a:pt x="633081" y="5379916"/>
                  </a:lnTo>
                  <a:lnTo>
                    <a:pt x="633238" y="5379916"/>
                  </a:lnTo>
                  <a:lnTo>
                    <a:pt x="633396" y="5379916"/>
                  </a:lnTo>
                  <a:lnTo>
                    <a:pt x="633554" y="5379916"/>
                  </a:lnTo>
                  <a:lnTo>
                    <a:pt x="633554" y="5379485"/>
                  </a:lnTo>
                  <a:lnTo>
                    <a:pt x="633712" y="5379485"/>
                  </a:lnTo>
                  <a:lnTo>
                    <a:pt x="633869" y="5379485"/>
                  </a:lnTo>
                  <a:lnTo>
                    <a:pt x="634027" y="5379485"/>
                  </a:lnTo>
                  <a:lnTo>
                    <a:pt x="634027" y="5379055"/>
                  </a:lnTo>
                  <a:lnTo>
                    <a:pt x="634027" y="5378624"/>
                  </a:lnTo>
                  <a:lnTo>
                    <a:pt x="634027" y="5378194"/>
                  </a:lnTo>
                  <a:lnTo>
                    <a:pt x="634027" y="5377763"/>
                  </a:lnTo>
                  <a:lnTo>
                    <a:pt x="634185" y="5377763"/>
                  </a:lnTo>
                  <a:lnTo>
                    <a:pt x="634342" y="5377763"/>
                  </a:lnTo>
                  <a:lnTo>
                    <a:pt x="634500" y="5377763"/>
                  </a:lnTo>
                  <a:lnTo>
                    <a:pt x="634500" y="5377332"/>
                  </a:lnTo>
                  <a:lnTo>
                    <a:pt x="634658" y="5377332"/>
                  </a:lnTo>
                  <a:lnTo>
                    <a:pt x="634816" y="5377332"/>
                  </a:lnTo>
                  <a:lnTo>
                    <a:pt x="634816" y="5376902"/>
                  </a:lnTo>
                  <a:lnTo>
                    <a:pt x="634973" y="5376902"/>
                  </a:lnTo>
                  <a:lnTo>
                    <a:pt x="635131" y="5376902"/>
                  </a:lnTo>
                  <a:lnTo>
                    <a:pt x="635289" y="5376902"/>
                  </a:lnTo>
                  <a:lnTo>
                    <a:pt x="635289" y="5376471"/>
                  </a:lnTo>
                  <a:lnTo>
                    <a:pt x="635446" y="5376471"/>
                  </a:lnTo>
                  <a:lnTo>
                    <a:pt x="635446" y="5376041"/>
                  </a:lnTo>
                  <a:lnTo>
                    <a:pt x="635604" y="5376041"/>
                  </a:lnTo>
                  <a:lnTo>
                    <a:pt x="635762" y="5376041"/>
                  </a:lnTo>
                  <a:lnTo>
                    <a:pt x="635920" y="5376041"/>
                  </a:lnTo>
                  <a:lnTo>
                    <a:pt x="636077" y="5376041"/>
                  </a:lnTo>
                  <a:lnTo>
                    <a:pt x="636235" y="5376041"/>
                  </a:lnTo>
                  <a:lnTo>
                    <a:pt x="636393" y="5376041"/>
                  </a:lnTo>
                  <a:lnTo>
                    <a:pt x="636550" y="5376041"/>
                  </a:lnTo>
                  <a:lnTo>
                    <a:pt x="636708" y="5376041"/>
                  </a:lnTo>
                  <a:lnTo>
                    <a:pt x="636708" y="5375610"/>
                  </a:lnTo>
                  <a:lnTo>
                    <a:pt x="636708" y="5375179"/>
                  </a:lnTo>
                  <a:lnTo>
                    <a:pt x="636708" y="5374749"/>
                  </a:lnTo>
                  <a:lnTo>
                    <a:pt x="636708" y="5374318"/>
                  </a:lnTo>
                  <a:lnTo>
                    <a:pt x="636708" y="5373888"/>
                  </a:lnTo>
                  <a:lnTo>
                    <a:pt x="636708" y="5373457"/>
                  </a:lnTo>
                  <a:lnTo>
                    <a:pt x="636866" y="5373457"/>
                  </a:lnTo>
                  <a:lnTo>
                    <a:pt x="636866" y="5373026"/>
                  </a:lnTo>
                  <a:lnTo>
                    <a:pt x="636866" y="5372596"/>
                  </a:lnTo>
                  <a:lnTo>
                    <a:pt x="636866" y="5372165"/>
                  </a:lnTo>
                  <a:lnTo>
                    <a:pt x="637024" y="5372165"/>
                  </a:lnTo>
                  <a:lnTo>
                    <a:pt x="637024" y="5371735"/>
                  </a:lnTo>
                  <a:lnTo>
                    <a:pt x="637024" y="5371304"/>
                  </a:lnTo>
                  <a:lnTo>
                    <a:pt x="637181" y="5371304"/>
                  </a:lnTo>
                  <a:lnTo>
                    <a:pt x="637181" y="5370873"/>
                  </a:lnTo>
                  <a:lnTo>
                    <a:pt x="637181" y="5370443"/>
                  </a:lnTo>
                  <a:lnTo>
                    <a:pt x="637339" y="5370443"/>
                  </a:lnTo>
                  <a:lnTo>
                    <a:pt x="637497" y="5370443"/>
                  </a:lnTo>
                  <a:lnTo>
                    <a:pt x="637654" y="5370443"/>
                  </a:lnTo>
                  <a:lnTo>
                    <a:pt x="637654" y="5370012"/>
                  </a:lnTo>
                  <a:lnTo>
                    <a:pt x="637812" y="5370012"/>
                  </a:lnTo>
                  <a:lnTo>
                    <a:pt x="637970" y="5370012"/>
                  </a:lnTo>
                  <a:lnTo>
                    <a:pt x="638128" y="5370012"/>
                  </a:lnTo>
                  <a:lnTo>
                    <a:pt x="638285" y="5370012"/>
                  </a:lnTo>
                  <a:lnTo>
                    <a:pt x="638285" y="5369582"/>
                  </a:lnTo>
                  <a:lnTo>
                    <a:pt x="638285" y="5369151"/>
                  </a:lnTo>
                  <a:lnTo>
                    <a:pt x="638285" y="5368720"/>
                  </a:lnTo>
                  <a:lnTo>
                    <a:pt x="638443" y="5368720"/>
                  </a:lnTo>
                  <a:lnTo>
                    <a:pt x="638601" y="5368720"/>
                  </a:lnTo>
                  <a:lnTo>
                    <a:pt x="638759" y="5368720"/>
                  </a:lnTo>
                  <a:lnTo>
                    <a:pt x="638759" y="5368290"/>
                  </a:lnTo>
                  <a:lnTo>
                    <a:pt x="638916" y="5368290"/>
                  </a:lnTo>
                  <a:lnTo>
                    <a:pt x="639074" y="5368290"/>
                  </a:lnTo>
                  <a:lnTo>
                    <a:pt x="639232" y="5368290"/>
                  </a:lnTo>
                  <a:lnTo>
                    <a:pt x="639389" y="5368290"/>
                  </a:lnTo>
                  <a:lnTo>
                    <a:pt x="639547" y="5368290"/>
                  </a:lnTo>
                  <a:lnTo>
                    <a:pt x="639547" y="5367859"/>
                  </a:lnTo>
                  <a:lnTo>
                    <a:pt x="639547" y="5367429"/>
                  </a:lnTo>
                  <a:lnTo>
                    <a:pt x="639705" y="5367429"/>
                  </a:lnTo>
                  <a:lnTo>
                    <a:pt x="639705" y="5366998"/>
                  </a:lnTo>
                  <a:lnTo>
                    <a:pt x="639705" y="5366567"/>
                  </a:lnTo>
                  <a:lnTo>
                    <a:pt x="639863" y="5366567"/>
                  </a:lnTo>
                  <a:lnTo>
                    <a:pt x="640020" y="5366567"/>
                  </a:lnTo>
                  <a:lnTo>
                    <a:pt x="640178" y="5366567"/>
                  </a:lnTo>
                  <a:lnTo>
                    <a:pt x="640336" y="5366567"/>
                  </a:lnTo>
                  <a:lnTo>
                    <a:pt x="640493" y="5366567"/>
                  </a:lnTo>
                  <a:lnTo>
                    <a:pt x="640651" y="5366567"/>
                  </a:lnTo>
                  <a:lnTo>
                    <a:pt x="640809" y="5366567"/>
                  </a:lnTo>
                  <a:lnTo>
                    <a:pt x="640967" y="5366567"/>
                  </a:lnTo>
                  <a:lnTo>
                    <a:pt x="640967" y="5366137"/>
                  </a:lnTo>
                  <a:lnTo>
                    <a:pt x="641124" y="5366137"/>
                  </a:lnTo>
                  <a:lnTo>
                    <a:pt x="641124" y="5365706"/>
                  </a:lnTo>
                  <a:lnTo>
                    <a:pt x="641124" y="5365276"/>
                  </a:lnTo>
                  <a:lnTo>
                    <a:pt x="641282" y="5365276"/>
                  </a:lnTo>
                  <a:lnTo>
                    <a:pt x="641282" y="5364845"/>
                  </a:lnTo>
                  <a:lnTo>
                    <a:pt x="641440" y="5364845"/>
                  </a:lnTo>
                  <a:lnTo>
                    <a:pt x="641440" y="5364414"/>
                  </a:lnTo>
                  <a:lnTo>
                    <a:pt x="641597" y="5364414"/>
                  </a:lnTo>
                  <a:lnTo>
                    <a:pt x="641755" y="5364414"/>
                  </a:lnTo>
                  <a:lnTo>
                    <a:pt x="641913" y="5364414"/>
                  </a:lnTo>
                  <a:lnTo>
                    <a:pt x="641913" y="5363984"/>
                  </a:lnTo>
                  <a:lnTo>
                    <a:pt x="641913" y="5363553"/>
                  </a:lnTo>
                  <a:lnTo>
                    <a:pt x="642071" y="5363553"/>
                  </a:lnTo>
                  <a:lnTo>
                    <a:pt x="642071" y="5363123"/>
                  </a:lnTo>
                  <a:lnTo>
                    <a:pt x="642228" y="5363123"/>
                  </a:lnTo>
                  <a:lnTo>
                    <a:pt x="642228" y="5362692"/>
                  </a:lnTo>
                  <a:lnTo>
                    <a:pt x="642386" y="5362692"/>
                  </a:lnTo>
                  <a:lnTo>
                    <a:pt x="642386" y="5362261"/>
                  </a:lnTo>
                  <a:lnTo>
                    <a:pt x="642544" y="5362261"/>
                  </a:lnTo>
                  <a:lnTo>
                    <a:pt x="642701" y="5362261"/>
                  </a:lnTo>
                  <a:lnTo>
                    <a:pt x="642859" y="5362261"/>
                  </a:lnTo>
                  <a:lnTo>
                    <a:pt x="642859" y="5361831"/>
                  </a:lnTo>
                  <a:lnTo>
                    <a:pt x="643017" y="5361831"/>
                  </a:lnTo>
                  <a:lnTo>
                    <a:pt x="643017" y="5361400"/>
                  </a:lnTo>
                  <a:lnTo>
                    <a:pt x="643175" y="5361400"/>
                  </a:lnTo>
                  <a:lnTo>
                    <a:pt x="643332" y="5361400"/>
                  </a:lnTo>
                  <a:lnTo>
                    <a:pt x="643332" y="5360970"/>
                  </a:lnTo>
                  <a:lnTo>
                    <a:pt x="643332" y="5360539"/>
                  </a:lnTo>
                  <a:lnTo>
                    <a:pt x="643490" y="5360539"/>
                  </a:lnTo>
                  <a:lnTo>
                    <a:pt x="643490" y="5360108"/>
                  </a:lnTo>
                  <a:lnTo>
                    <a:pt x="643490" y="5359678"/>
                  </a:lnTo>
                  <a:lnTo>
                    <a:pt x="643490" y="5359247"/>
                  </a:lnTo>
                  <a:lnTo>
                    <a:pt x="643648" y="5359247"/>
                  </a:lnTo>
                  <a:lnTo>
                    <a:pt x="643806" y="5359247"/>
                  </a:lnTo>
                  <a:lnTo>
                    <a:pt x="643963" y="5359247"/>
                  </a:lnTo>
                  <a:lnTo>
                    <a:pt x="644121" y="5359247"/>
                  </a:lnTo>
                  <a:lnTo>
                    <a:pt x="644279" y="5359247"/>
                  </a:lnTo>
                  <a:lnTo>
                    <a:pt x="644279" y="5358817"/>
                  </a:lnTo>
                  <a:lnTo>
                    <a:pt x="644436" y="5358817"/>
                  </a:lnTo>
                  <a:lnTo>
                    <a:pt x="644594" y="5358817"/>
                  </a:lnTo>
                  <a:lnTo>
                    <a:pt x="644594" y="5358386"/>
                  </a:lnTo>
                  <a:lnTo>
                    <a:pt x="644752" y="5358386"/>
                  </a:lnTo>
                  <a:lnTo>
                    <a:pt x="644910" y="5358386"/>
                  </a:lnTo>
                  <a:lnTo>
                    <a:pt x="644910" y="5357955"/>
                  </a:lnTo>
                  <a:lnTo>
                    <a:pt x="644910" y="5357525"/>
                  </a:lnTo>
                  <a:lnTo>
                    <a:pt x="644910" y="5357094"/>
                  </a:lnTo>
                  <a:lnTo>
                    <a:pt x="645067" y="5357094"/>
                  </a:lnTo>
                  <a:lnTo>
                    <a:pt x="645225" y="5357094"/>
                  </a:lnTo>
                  <a:lnTo>
                    <a:pt x="645225" y="5356664"/>
                  </a:lnTo>
                  <a:lnTo>
                    <a:pt x="645383" y="5356664"/>
                  </a:lnTo>
                  <a:lnTo>
                    <a:pt x="645540" y="5356664"/>
                  </a:lnTo>
                  <a:lnTo>
                    <a:pt x="645540" y="5356233"/>
                  </a:lnTo>
                  <a:lnTo>
                    <a:pt x="645698" y="5356233"/>
                  </a:lnTo>
                  <a:lnTo>
                    <a:pt x="645856" y="5356233"/>
                  </a:lnTo>
                  <a:lnTo>
                    <a:pt x="645856" y="5355802"/>
                  </a:lnTo>
                  <a:lnTo>
                    <a:pt x="646014" y="5355802"/>
                  </a:lnTo>
                  <a:lnTo>
                    <a:pt x="646171" y="5355802"/>
                  </a:lnTo>
                  <a:lnTo>
                    <a:pt x="646329" y="5355802"/>
                  </a:lnTo>
                  <a:lnTo>
                    <a:pt x="646329" y="5355372"/>
                  </a:lnTo>
                  <a:lnTo>
                    <a:pt x="646329" y="5354941"/>
                  </a:lnTo>
                  <a:lnTo>
                    <a:pt x="646487" y="5354941"/>
                  </a:lnTo>
                  <a:lnTo>
                    <a:pt x="646487" y="5354511"/>
                  </a:lnTo>
                  <a:lnTo>
                    <a:pt x="646644" y="5354511"/>
                  </a:lnTo>
                  <a:lnTo>
                    <a:pt x="646802" y="5354511"/>
                  </a:lnTo>
                  <a:lnTo>
                    <a:pt x="646960" y="5354511"/>
                  </a:lnTo>
                  <a:lnTo>
                    <a:pt x="647118" y="5354511"/>
                  </a:lnTo>
                  <a:lnTo>
                    <a:pt x="647275" y="5354511"/>
                  </a:lnTo>
                  <a:lnTo>
                    <a:pt x="647433" y="5354511"/>
                  </a:lnTo>
                  <a:lnTo>
                    <a:pt x="647591" y="5354511"/>
                  </a:lnTo>
                  <a:lnTo>
                    <a:pt x="647591" y="5354080"/>
                  </a:lnTo>
                  <a:lnTo>
                    <a:pt x="647591" y="5353649"/>
                  </a:lnTo>
                  <a:lnTo>
                    <a:pt x="647591" y="5353219"/>
                  </a:lnTo>
                  <a:lnTo>
                    <a:pt x="647748" y="5353219"/>
                  </a:lnTo>
                  <a:lnTo>
                    <a:pt x="647906" y="5353219"/>
                  </a:lnTo>
                  <a:lnTo>
                    <a:pt x="647906" y="5352788"/>
                  </a:lnTo>
                  <a:lnTo>
                    <a:pt x="647906" y="5352358"/>
                  </a:lnTo>
                  <a:lnTo>
                    <a:pt x="648064" y="5352358"/>
                  </a:lnTo>
                  <a:lnTo>
                    <a:pt x="648222" y="5352358"/>
                  </a:lnTo>
                  <a:lnTo>
                    <a:pt x="648222" y="5351927"/>
                  </a:lnTo>
                  <a:lnTo>
                    <a:pt x="648222" y="5351496"/>
                  </a:lnTo>
                  <a:lnTo>
                    <a:pt x="648222" y="5351066"/>
                  </a:lnTo>
                  <a:lnTo>
                    <a:pt x="648222" y="5350635"/>
                  </a:lnTo>
                  <a:lnTo>
                    <a:pt x="648222" y="5350205"/>
                  </a:lnTo>
                  <a:lnTo>
                    <a:pt x="648379" y="5350205"/>
                  </a:lnTo>
                  <a:lnTo>
                    <a:pt x="648537" y="5350205"/>
                  </a:lnTo>
                  <a:lnTo>
                    <a:pt x="648537" y="5349774"/>
                  </a:lnTo>
                  <a:lnTo>
                    <a:pt x="648695" y="5349774"/>
                  </a:lnTo>
                  <a:lnTo>
                    <a:pt x="648852" y="5349774"/>
                  </a:lnTo>
                  <a:lnTo>
                    <a:pt x="649010" y="5349774"/>
                  </a:lnTo>
                  <a:lnTo>
                    <a:pt x="649010" y="5349343"/>
                  </a:lnTo>
                  <a:lnTo>
                    <a:pt x="649010" y="5348913"/>
                  </a:lnTo>
                  <a:lnTo>
                    <a:pt x="649168" y="5348913"/>
                  </a:lnTo>
                  <a:lnTo>
                    <a:pt x="649326" y="5348913"/>
                  </a:lnTo>
                  <a:lnTo>
                    <a:pt x="649483" y="5348913"/>
                  </a:lnTo>
                  <a:lnTo>
                    <a:pt x="649483" y="5348482"/>
                  </a:lnTo>
                  <a:lnTo>
                    <a:pt x="649641" y="5348482"/>
                  </a:lnTo>
                  <a:lnTo>
                    <a:pt x="649799" y="5348482"/>
                  </a:lnTo>
                  <a:lnTo>
                    <a:pt x="649799" y="5348052"/>
                  </a:lnTo>
                  <a:lnTo>
                    <a:pt x="649799" y="5347621"/>
                  </a:lnTo>
                  <a:lnTo>
                    <a:pt x="649799" y="5347190"/>
                  </a:lnTo>
                  <a:lnTo>
                    <a:pt x="649957" y="5347190"/>
                  </a:lnTo>
                  <a:lnTo>
                    <a:pt x="650114" y="5347190"/>
                  </a:lnTo>
                  <a:lnTo>
                    <a:pt x="650272" y="5347190"/>
                  </a:lnTo>
                  <a:lnTo>
                    <a:pt x="650430" y="5347190"/>
                  </a:lnTo>
                  <a:lnTo>
                    <a:pt x="650430" y="5346760"/>
                  </a:lnTo>
                  <a:lnTo>
                    <a:pt x="650587" y="5346760"/>
                  </a:lnTo>
                  <a:lnTo>
                    <a:pt x="650745" y="5346760"/>
                  </a:lnTo>
                  <a:lnTo>
                    <a:pt x="650903" y="5346760"/>
                  </a:lnTo>
                  <a:lnTo>
                    <a:pt x="651061" y="5346760"/>
                  </a:lnTo>
                  <a:lnTo>
                    <a:pt x="651218" y="5346760"/>
                  </a:lnTo>
                  <a:lnTo>
                    <a:pt x="651218" y="5346329"/>
                  </a:lnTo>
                  <a:lnTo>
                    <a:pt x="651376" y="5346329"/>
                  </a:lnTo>
                  <a:lnTo>
                    <a:pt x="651534" y="5346329"/>
                  </a:lnTo>
                  <a:lnTo>
                    <a:pt x="651534" y="5345899"/>
                  </a:lnTo>
                  <a:lnTo>
                    <a:pt x="651691" y="5345899"/>
                  </a:lnTo>
                  <a:lnTo>
                    <a:pt x="651691" y="5345468"/>
                  </a:lnTo>
                  <a:lnTo>
                    <a:pt x="651691" y="5345037"/>
                  </a:lnTo>
                  <a:lnTo>
                    <a:pt x="651849" y="5345037"/>
                  </a:lnTo>
                  <a:lnTo>
                    <a:pt x="651849" y="5344607"/>
                  </a:lnTo>
                  <a:lnTo>
                    <a:pt x="652007" y="5344607"/>
                  </a:lnTo>
                  <a:lnTo>
                    <a:pt x="652165" y="5344607"/>
                  </a:lnTo>
                  <a:lnTo>
                    <a:pt x="652322" y="5344607"/>
                  </a:lnTo>
                  <a:lnTo>
                    <a:pt x="652480" y="5344607"/>
                  </a:lnTo>
                  <a:lnTo>
                    <a:pt x="652638" y="5344607"/>
                  </a:lnTo>
                  <a:lnTo>
                    <a:pt x="652795" y="5344607"/>
                  </a:lnTo>
                  <a:lnTo>
                    <a:pt x="652953" y="5344607"/>
                  </a:lnTo>
                  <a:lnTo>
                    <a:pt x="652953" y="5344176"/>
                  </a:lnTo>
                  <a:lnTo>
                    <a:pt x="653111" y="5344176"/>
                  </a:lnTo>
                  <a:lnTo>
                    <a:pt x="653269" y="5344176"/>
                  </a:lnTo>
                  <a:lnTo>
                    <a:pt x="653426" y="5344176"/>
                  </a:lnTo>
                  <a:lnTo>
                    <a:pt x="653584" y="5344176"/>
                  </a:lnTo>
                  <a:lnTo>
                    <a:pt x="653584" y="5343746"/>
                  </a:lnTo>
                  <a:lnTo>
                    <a:pt x="653742" y="5343746"/>
                  </a:lnTo>
                  <a:lnTo>
                    <a:pt x="653899" y="5343746"/>
                  </a:lnTo>
                  <a:lnTo>
                    <a:pt x="654057" y="5343746"/>
                  </a:lnTo>
                  <a:lnTo>
                    <a:pt x="654215" y="5343746"/>
                  </a:lnTo>
                  <a:lnTo>
                    <a:pt x="654373" y="5343746"/>
                  </a:lnTo>
                  <a:lnTo>
                    <a:pt x="654530" y="5343746"/>
                  </a:lnTo>
                  <a:lnTo>
                    <a:pt x="654530" y="5343315"/>
                  </a:lnTo>
                  <a:lnTo>
                    <a:pt x="654688" y="5343315"/>
                  </a:lnTo>
                  <a:lnTo>
                    <a:pt x="654846" y="5343315"/>
                  </a:lnTo>
                  <a:lnTo>
                    <a:pt x="655004" y="5343315"/>
                  </a:lnTo>
                  <a:lnTo>
                    <a:pt x="655004" y="5342884"/>
                  </a:lnTo>
                  <a:lnTo>
                    <a:pt x="655004" y="5342454"/>
                  </a:lnTo>
                  <a:lnTo>
                    <a:pt x="655161" y="5342454"/>
                  </a:lnTo>
                  <a:lnTo>
                    <a:pt x="655319" y="5342454"/>
                  </a:lnTo>
                  <a:lnTo>
                    <a:pt x="655477" y="5342454"/>
                  </a:lnTo>
                  <a:lnTo>
                    <a:pt x="655477" y="5342023"/>
                  </a:lnTo>
                  <a:lnTo>
                    <a:pt x="655634" y="5342023"/>
                  </a:lnTo>
                  <a:lnTo>
                    <a:pt x="655792" y="5342023"/>
                  </a:lnTo>
                  <a:lnTo>
                    <a:pt x="655950" y="5342023"/>
                  </a:lnTo>
                  <a:lnTo>
                    <a:pt x="656108" y="5342023"/>
                  </a:lnTo>
                  <a:lnTo>
                    <a:pt x="656265" y="5342023"/>
                  </a:lnTo>
                  <a:lnTo>
                    <a:pt x="656265" y="5341593"/>
                  </a:lnTo>
                  <a:lnTo>
                    <a:pt x="656265" y="5341162"/>
                  </a:lnTo>
                  <a:lnTo>
                    <a:pt x="656265" y="5340731"/>
                  </a:lnTo>
                  <a:lnTo>
                    <a:pt x="656423" y="5340731"/>
                  </a:lnTo>
                  <a:lnTo>
                    <a:pt x="656581" y="5340731"/>
                  </a:lnTo>
                  <a:lnTo>
                    <a:pt x="656581" y="5340301"/>
                  </a:lnTo>
                  <a:lnTo>
                    <a:pt x="656581" y="5339870"/>
                  </a:lnTo>
                  <a:lnTo>
                    <a:pt x="656581" y="5339440"/>
                  </a:lnTo>
                  <a:lnTo>
                    <a:pt x="656738" y="5339440"/>
                  </a:lnTo>
                  <a:lnTo>
                    <a:pt x="656896" y="5339440"/>
                  </a:lnTo>
                  <a:lnTo>
                    <a:pt x="656896" y="5339009"/>
                  </a:lnTo>
                  <a:lnTo>
                    <a:pt x="656896" y="5338578"/>
                  </a:lnTo>
                  <a:lnTo>
                    <a:pt x="656896" y="5338148"/>
                  </a:lnTo>
                  <a:lnTo>
                    <a:pt x="656896" y="5337717"/>
                  </a:lnTo>
                  <a:lnTo>
                    <a:pt x="656896" y="5337287"/>
                  </a:lnTo>
                  <a:lnTo>
                    <a:pt x="657054" y="5337287"/>
                  </a:lnTo>
                  <a:lnTo>
                    <a:pt x="657054" y="5336856"/>
                  </a:lnTo>
                  <a:lnTo>
                    <a:pt x="657212" y="5336856"/>
                  </a:lnTo>
                  <a:lnTo>
                    <a:pt x="657369" y="5336856"/>
                  </a:lnTo>
                  <a:lnTo>
                    <a:pt x="657527" y="5336856"/>
                  </a:lnTo>
                  <a:lnTo>
                    <a:pt x="657685" y="5336856"/>
                  </a:lnTo>
                  <a:lnTo>
                    <a:pt x="657842" y="5336856"/>
                  </a:lnTo>
                  <a:lnTo>
                    <a:pt x="657842" y="5336425"/>
                  </a:lnTo>
                  <a:lnTo>
                    <a:pt x="658000" y="5336425"/>
                  </a:lnTo>
                  <a:lnTo>
                    <a:pt x="658158" y="5336425"/>
                  </a:lnTo>
                  <a:lnTo>
                    <a:pt x="658158" y="5335995"/>
                  </a:lnTo>
                  <a:lnTo>
                    <a:pt x="658158" y="5335564"/>
                  </a:lnTo>
                  <a:lnTo>
                    <a:pt x="658316" y="5335564"/>
                  </a:lnTo>
                  <a:lnTo>
                    <a:pt x="658316" y="5335134"/>
                  </a:lnTo>
                  <a:lnTo>
                    <a:pt x="658473" y="5335134"/>
                  </a:lnTo>
                  <a:lnTo>
                    <a:pt x="658473" y="5334703"/>
                  </a:lnTo>
                  <a:lnTo>
                    <a:pt x="658631" y="5334703"/>
                  </a:lnTo>
                  <a:lnTo>
                    <a:pt x="658631" y="5334272"/>
                  </a:lnTo>
                  <a:lnTo>
                    <a:pt x="658789" y="5334272"/>
                  </a:lnTo>
                  <a:lnTo>
                    <a:pt x="658946" y="5334272"/>
                  </a:lnTo>
                  <a:lnTo>
                    <a:pt x="659104" y="5334272"/>
                  </a:lnTo>
                  <a:lnTo>
                    <a:pt x="659262" y="5334272"/>
                  </a:lnTo>
                  <a:lnTo>
                    <a:pt x="659420" y="5334272"/>
                  </a:lnTo>
                  <a:lnTo>
                    <a:pt x="659577" y="5334272"/>
                  </a:lnTo>
                  <a:lnTo>
                    <a:pt x="659735" y="5334272"/>
                  </a:lnTo>
                  <a:lnTo>
                    <a:pt x="659735" y="5333842"/>
                  </a:lnTo>
                  <a:lnTo>
                    <a:pt x="659893" y="5333842"/>
                  </a:lnTo>
                  <a:lnTo>
                    <a:pt x="660050" y="5333842"/>
                  </a:lnTo>
                  <a:lnTo>
                    <a:pt x="660208" y="5333842"/>
                  </a:lnTo>
                  <a:lnTo>
                    <a:pt x="660366" y="5333842"/>
                  </a:lnTo>
                  <a:lnTo>
                    <a:pt x="660524" y="5333842"/>
                  </a:lnTo>
                  <a:lnTo>
                    <a:pt x="660681" y="5333842"/>
                  </a:lnTo>
                  <a:lnTo>
                    <a:pt x="660839" y="5333842"/>
                  </a:lnTo>
                  <a:lnTo>
                    <a:pt x="660997" y="5333842"/>
                  </a:lnTo>
                  <a:lnTo>
                    <a:pt x="660997" y="5333411"/>
                  </a:lnTo>
                  <a:lnTo>
                    <a:pt x="661155" y="5333411"/>
                  </a:lnTo>
                  <a:lnTo>
                    <a:pt x="661312" y="5333411"/>
                  </a:lnTo>
                  <a:lnTo>
                    <a:pt x="661470" y="5333411"/>
                  </a:lnTo>
                  <a:lnTo>
                    <a:pt x="661628" y="5333411"/>
                  </a:lnTo>
                  <a:lnTo>
                    <a:pt x="661785" y="5333411"/>
                  </a:lnTo>
                  <a:lnTo>
                    <a:pt x="661943" y="5333411"/>
                  </a:lnTo>
                  <a:lnTo>
                    <a:pt x="662101" y="5333411"/>
                  </a:lnTo>
                  <a:lnTo>
                    <a:pt x="662259" y="5333411"/>
                  </a:lnTo>
                  <a:lnTo>
                    <a:pt x="662416" y="5333411"/>
                  </a:lnTo>
                  <a:lnTo>
                    <a:pt x="662574" y="5333411"/>
                  </a:lnTo>
                  <a:lnTo>
                    <a:pt x="662574" y="5332981"/>
                  </a:lnTo>
                  <a:lnTo>
                    <a:pt x="662574" y="5332550"/>
                  </a:lnTo>
                  <a:lnTo>
                    <a:pt x="662574" y="5332119"/>
                  </a:lnTo>
                  <a:lnTo>
                    <a:pt x="662732" y="5332119"/>
                  </a:lnTo>
                  <a:lnTo>
                    <a:pt x="662732" y="5331689"/>
                  </a:lnTo>
                  <a:lnTo>
                    <a:pt x="662732" y="5331258"/>
                  </a:lnTo>
                  <a:lnTo>
                    <a:pt x="662889" y="5331258"/>
                  </a:lnTo>
                  <a:lnTo>
                    <a:pt x="663047" y="5331258"/>
                  </a:lnTo>
                  <a:lnTo>
                    <a:pt x="663047" y="5330828"/>
                  </a:lnTo>
                  <a:lnTo>
                    <a:pt x="663205" y="5330828"/>
                  </a:lnTo>
                  <a:lnTo>
                    <a:pt x="663363" y="5330828"/>
                  </a:lnTo>
                  <a:lnTo>
                    <a:pt x="663363" y="5330397"/>
                  </a:lnTo>
                  <a:lnTo>
                    <a:pt x="663363" y="5329966"/>
                  </a:lnTo>
                  <a:lnTo>
                    <a:pt x="663520" y="5329966"/>
                  </a:lnTo>
                  <a:lnTo>
                    <a:pt x="663678" y="5329966"/>
                  </a:lnTo>
                  <a:lnTo>
                    <a:pt x="663678" y="5329536"/>
                  </a:lnTo>
                  <a:lnTo>
                    <a:pt x="663836" y="5329536"/>
                  </a:lnTo>
                  <a:lnTo>
                    <a:pt x="663993" y="5329536"/>
                  </a:lnTo>
                  <a:lnTo>
                    <a:pt x="664151" y="5329536"/>
                  </a:lnTo>
                  <a:lnTo>
                    <a:pt x="664309" y="5329536"/>
                  </a:lnTo>
                  <a:lnTo>
                    <a:pt x="664467" y="5329536"/>
                  </a:lnTo>
                  <a:lnTo>
                    <a:pt x="664624" y="5329536"/>
                  </a:lnTo>
                  <a:lnTo>
                    <a:pt x="664782" y="5329536"/>
                  </a:lnTo>
                  <a:lnTo>
                    <a:pt x="664940" y="5329536"/>
                  </a:lnTo>
                  <a:lnTo>
                    <a:pt x="665097" y="5329536"/>
                  </a:lnTo>
                  <a:lnTo>
                    <a:pt x="665255" y="5329536"/>
                  </a:lnTo>
                  <a:lnTo>
                    <a:pt x="665413" y="5329536"/>
                  </a:lnTo>
                  <a:lnTo>
                    <a:pt x="665571" y="5329536"/>
                  </a:lnTo>
                  <a:lnTo>
                    <a:pt x="665728" y="5329536"/>
                  </a:lnTo>
                  <a:lnTo>
                    <a:pt x="665886" y="5329536"/>
                  </a:lnTo>
                  <a:lnTo>
                    <a:pt x="666044" y="5329536"/>
                  </a:lnTo>
                  <a:lnTo>
                    <a:pt x="666202" y="5329536"/>
                  </a:lnTo>
                  <a:lnTo>
                    <a:pt x="666202" y="5329105"/>
                  </a:lnTo>
                  <a:lnTo>
                    <a:pt x="666359" y="5329105"/>
                  </a:lnTo>
                  <a:lnTo>
                    <a:pt x="666359" y="5328675"/>
                  </a:lnTo>
                  <a:lnTo>
                    <a:pt x="666517" y="5328675"/>
                  </a:lnTo>
                  <a:lnTo>
                    <a:pt x="666517" y="5328244"/>
                  </a:lnTo>
                  <a:lnTo>
                    <a:pt x="666675" y="5328244"/>
                  </a:lnTo>
                  <a:lnTo>
                    <a:pt x="666832" y="5328244"/>
                  </a:lnTo>
                  <a:lnTo>
                    <a:pt x="666990" y="5328244"/>
                  </a:lnTo>
                  <a:lnTo>
                    <a:pt x="666990" y="5327813"/>
                  </a:lnTo>
                  <a:lnTo>
                    <a:pt x="666990" y="5327383"/>
                  </a:lnTo>
                  <a:lnTo>
                    <a:pt x="667148" y="5327383"/>
                  </a:lnTo>
                  <a:lnTo>
                    <a:pt x="667306" y="5327383"/>
                  </a:lnTo>
                  <a:lnTo>
                    <a:pt x="667463" y="5327383"/>
                  </a:lnTo>
                  <a:lnTo>
                    <a:pt x="667463" y="5326952"/>
                  </a:lnTo>
                  <a:lnTo>
                    <a:pt x="667463" y="5326522"/>
                  </a:lnTo>
                  <a:lnTo>
                    <a:pt x="667463" y="5326091"/>
                  </a:lnTo>
                  <a:lnTo>
                    <a:pt x="667463" y="5325660"/>
                  </a:lnTo>
                  <a:lnTo>
                    <a:pt x="667621" y="5325660"/>
                  </a:lnTo>
                  <a:lnTo>
                    <a:pt x="667779" y="5325660"/>
                  </a:lnTo>
                  <a:lnTo>
                    <a:pt x="667936" y="5325660"/>
                  </a:lnTo>
                  <a:lnTo>
                    <a:pt x="667936" y="5325230"/>
                  </a:lnTo>
                  <a:lnTo>
                    <a:pt x="667936" y="5324799"/>
                  </a:lnTo>
                  <a:lnTo>
                    <a:pt x="667936" y="5324369"/>
                  </a:lnTo>
                  <a:lnTo>
                    <a:pt x="668094" y="5324369"/>
                  </a:lnTo>
                  <a:lnTo>
                    <a:pt x="668252" y="5324369"/>
                  </a:lnTo>
                  <a:lnTo>
                    <a:pt x="668252" y="5323938"/>
                  </a:lnTo>
                  <a:lnTo>
                    <a:pt x="668410" y="5323938"/>
                  </a:lnTo>
                  <a:lnTo>
                    <a:pt x="668410" y="5323507"/>
                  </a:lnTo>
                  <a:lnTo>
                    <a:pt x="668567" y="5323507"/>
                  </a:lnTo>
                  <a:lnTo>
                    <a:pt x="668567" y="5323077"/>
                  </a:lnTo>
                  <a:lnTo>
                    <a:pt x="668725" y="5323077"/>
                  </a:lnTo>
                  <a:lnTo>
                    <a:pt x="668883" y="5323077"/>
                  </a:lnTo>
                  <a:lnTo>
                    <a:pt x="668883" y="5322646"/>
                  </a:lnTo>
                  <a:lnTo>
                    <a:pt x="669040" y="5322646"/>
                  </a:lnTo>
                  <a:lnTo>
                    <a:pt x="669198" y="5322646"/>
                  </a:lnTo>
                  <a:lnTo>
                    <a:pt x="669356" y="5322646"/>
                  </a:lnTo>
                  <a:lnTo>
                    <a:pt x="669514" y="5322646"/>
                  </a:lnTo>
                  <a:lnTo>
                    <a:pt x="669671" y="5322646"/>
                  </a:lnTo>
                  <a:lnTo>
                    <a:pt x="669671" y="5322216"/>
                  </a:lnTo>
                  <a:lnTo>
                    <a:pt x="669829" y="5322216"/>
                  </a:lnTo>
                  <a:lnTo>
                    <a:pt x="669987" y="5322216"/>
                  </a:lnTo>
                  <a:lnTo>
                    <a:pt x="670144" y="5322216"/>
                  </a:lnTo>
                  <a:lnTo>
                    <a:pt x="670302" y="5322216"/>
                  </a:lnTo>
                  <a:lnTo>
                    <a:pt x="670460" y="5322216"/>
                  </a:lnTo>
                  <a:lnTo>
                    <a:pt x="670618" y="5322216"/>
                  </a:lnTo>
                  <a:lnTo>
                    <a:pt x="670775" y="5322216"/>
                  </a:lnTo>
                  <a:lnTo>
                    <a:pt x="670775" y="5321785"/>
                  </a:lnTo>
                  <a:lnTo>
                    <a:pt x="670775" y="5321354"/>
                  </a:lnTo>
                  <a:lnTo>
                    <a:pt x="670933" y="5321354"/>
                  </a:lnTo>
                  <a:lnTo>
                    <a:pt x="671091" y="5321354"/>
                  </a:lnTo>
                  <a:lnTo>
                    <a:pt x="671091" y="5320924"/>
                  </a:lnTo>
                  <a:lnTo>
                    <a:pt x="671091" y="5320493"/>
                  </a:lnTo>
                  <a:lnTo>
                    <a:pt x="671248" y="5320493"/>
                  </a:lnTo>
                  <a:lnTo>
                    <a:pt x="671406" y="5320493"/>
                  </a:lnTo>
                  <a:lnTo>
                    <a:pt x="671564" y="5320493"/>
                  </a:lnTo>
                  <a:lnTo>
                    <a:pt x="671564" y="5320063"/>
                  </a:lnTo>
                  <a:lnTo>
                    <a:pt x="671564" y="5319632"/>
                  </a:lnTo>
                  <a:lnTo>
                    <a:pt x="671564" y="5319201"/>
                  </a:lnTo>
                  <a:lnTo>
                    <a:pt x="671722" y="5319201"/>
                  </a:lnTo>
                  <a:lnTo>
                    <a:pt x="671722" y="5318771"/>
                  </a:lnTo>
                  <a:lnTo>
                    <a:pt x="671722" y="5318340"/>
                  </a:lnTo>
                  <a:lnTo>
                    <a:pt x="671722" y="5317910"/>
                  </a:lnTo>
                  <a:lnTo>
                    <a:pt x="671879" y="5317910"/>
                  </a:lnTo>
                  <a:lnTo>
                    <a:pt x="672037" y="5317910"/>
                  </a:lnTo>
                  <a:lnTo>
                    <a:pt x="672195" y="5317910"/>
                  </a:lnTo>
                  <a:lnTo>
                    <a:pt x="672353" y="5317910"/>
                  </a:lnTo>
                  <a:lnTo>
                    <a:pt x="672510" y="5317910"/>
                  </a:lnTo>
                  <a:lnTo>
                    <a:pt x="672668" y="5317910"/>
                  </a:lnTo>
                  <a:lnTo>
                    <a:pt x="672668" y="5317479"/>
                  </a:lnTo>
                  <a:lnTo>
                    <a:pt x="672668" y="5317048"/>
                  </a:lnTo>
                  <a:lnTo>
                    <a:pt x="672826" y="5317048"/>
                  </a:lnTo>
                  <a:lnTo>
                    <a:pt x="672983" y="5317048"/>
                  </a:lnTo>
                  <a:lnTo>
                    <a:pt x="673141" y="5317048"/>
                  </a:lnTo>
                  <a:lnTo>
                    <a:pt x="673299" y="5317048"/>
                  </a:lnTo>
                  <a:lnTo>
                    <a:pt x="673457" y="5317048"/>
                  </a:lnTo>
                  <a:lnTo>
                    <a:pt x="673457" y="5316618"/>
                  </a:lnTo>
                  <a:lnTo>
                    <a:pt x="673614" y="5316618"/>
                  </a:lnTo>
                  <a:lnTo>
                    <a:pt x="673614" y="5316187"/>
                  </a:lnTo>
                  <a:lnTo>
                    <a:pt x="673772" y="5316187"/>
                  </a:lnTo>
                  <a:lnTo>
                    <a:pt x="673772" y="5315757"/>
                  </a:lnTo>
                  <a:lnTo>
                    <a:pt x="673930" y="5315757"/>
                  </a:lnTo>
                  <a:lnTo>
                    <a:pt x="673930" y="5315326"/>
                  </a:lnTo>
                  <a:lnTo>
                    <a:pt x="674087" y="5315326"/>
                  </a:lnTo>
                  <a:lnTo>
                    <a:pt x="674245" y="5315326"/>
                  </a:lnTo>
                  <a:lnTo>
                    <a:pt x="674403" y="5315326"/>
                  </a:lnTo>
                  <a:lnTo>
                    <a:pt x="674403" y="5314895"/>
                  </a:lnTo>
                  <a:lnTo>
                    <a:pt x="674561" y="5314895"/>
                  </a:lnTo>
                  <a:lnTo>
                    <a:pt x="674561" y="5314465"/>
                  </a:lnTo>
                  <a:lnTo>
                    <a:pt x="674561" y="5314034"/>
                  </a:lnTo>
                  <a:lnTo>
                    <a:pt x="674718" y="5314034"/>
                  </a:lnTo>
                  <a:lnTo>
                    <a:pt x="674876" y="5314034"/>
                  </a:lnTo>
                  <a:lnTo>
                    <a:pt x="674876" y="5313604"/>
                  </a:lnTo>
                  <a:lnTo>
                    <a:pt x="675034" y="5313604"/>
                  </a:lnTo>
                  <a:lnTo>
                    <a:pt x="675191" y="5313604"/>
                  </a:lnTo>
                  <a:lnTo>
                    <a:pt x="675349" y="5313604"/>
                  </a:lnTo>
                  <a:lnTo>
                    <a:pt x="675349" y="5313173"/>
                  </a:lnTo>
                  <a:lnTo>
                    <a:pt x="675349" y="5312742"/>
                  </a:lnTo>
                  <a:lnTo>
                    <a:pt x="675349" y="5312312"/>
                  </a:lnTo>
                  <a:lnTo>
                    <a:pt x="675349" y="5311881"/>
                  </a:lnTo>
                  <a:lnTo>
                    <a:pt x="675507" y="5311881"/>
                  </a:lnTo>
                  <a:lnTo>
                    <a:pt x="675665" y="5311881"/>
                  </a:lnTo>
                  <a:lnTo>
                    <a:pt x="675665" y="5311451"/>
                  </a:lnTo>
                  <a:lnTo>
                    <a:pt x="675822" y="5311451"/>
                  </a:lnTo>
                  <a:lnTo>
                    <a:pt x="675980" y="5311451"/>
                  </a:lnTo>
                  <a:lnTo>
                    <a:pt x="676138" y="5311451"/>
                  </a:lnTo>
                  <a:lnTo>
                    <a:pt x="676138" y="5311020"/>
                  </a:lnTo>
                  <a:lnTo>
                    <a:pt x="676295" y="5311020"/>
                  </a:lnTo>
                  <a:lnTo>
                    <a:pt x="676453" y="5311020"/>
                  </a:lnTo>
                  <a:lnTo>
                    <a:pt x="676611" y="5311020"/>
                  </a:lnTo>
                  <a:lnTo>
                    <a:pt x="676769" y="5311020"/>
                  </a:lnTo>
                  <a:lnTo>
                    <a:pt x="676926" y="5311020"/>
                  </a:lnTo>
                  <a:lnTo>
                    <a:pt x="677084" y="5311020"/>
                  </a:lnTo>
                  <a:lnTo>
                    <a:pt x="677084" y="5310589"/>
                  </a:lnTo>
                  <a:lnTo>
                    <a:pt x="677084" y="5310159"/>
                  </a:lnTo>
                  <a:lnTo>
                    <a:pt x="677084" y="5309728"/>
                  </a:lnTo>
                  <a:lnTo>
                    <a:pt x="677084" y="5309298"/>
                  </a:lnTo>
                  <a:lnTo>
                    <a:pt x="677084" y="5308867"/>
                  </a:lnTo>
                  <a:lnTo>
                    <a:pt x="677084" y="5308436"/>
                  </a:lnTo>
                  <a:lnTo>
                    <a:pt x="677242" y="5308436"/>
                  </a:lnTo>
                  <a:lnTo>
                    <a:pt x="677400" y="5308436"/>
                  </a:lnTo>
                  <a:lnTo>
                    <a:pt x="677557" y="5308436"/>
                  </a:lnTo>
                  <a:lnTo>
                    <a:pt x="677715" y="5308436"/>
                  </a:lnTo>
                  <a:lnTo>
                    <a:pt x="677873" y="5308436"/>
                  </a:lnTo>
                  <a:lnTo>
                    <a:pt x="677873" y="5308006"/>
                  </a:lnTo>
                  <a:lnTo>
                    <a:pt x="677873" y="5307575"/>
                  </a:lnTo>
                  <a:lnTo>
                    <a:pt x="677873" y="5307145"/>
                  </a:lnTo>
                  <a:lnTo>
                    <a:pt x="677873" y="5306714"/>
                  </a:lnTo>
                  <a:lnTo>
                    <a:pt x="678030" y="5306714"/>
                  </a:lnTo>
                  <a:lnTo>
                    <a:pt x="678188" y="5306714"/>
                  </a:lnTo>
                  <a:lnTo>
                    <a:pt x="678346" y="5306714"/>
                  </a:lnTo>
                  <a:lnTo>
                    <a:pt x="678346" y="5306283"/>
                  </a:lnTo>
                  <a:lnTo>
                    <a:pt x="678346" y="5305853"/>
                  </a:lnTo>
                  <a:lnTo>
                    <a:pt x="678504" y="5305853"/>
                  </a:lnTo>
                  <a:lnTo>
                    <a:pt x="678661" y="5305853"/>
                  </a:lnTo>
                  <a:lnTo>
                    <a:pt x="678661" y="5305422"/>
                  </a:lnTo>
                  <a:lnTo>
                    <a:pt x="678819" y="5305422"/>
                  </a:lnTo>
                  <a:lnTo>
                    <a:pt x="678977" y="5305422"/>
                  </a:lnTo>
                  <a:lnTo>
                    <a:pt x="679134" y="5305422"/>
                  </a:lnTo>
                  <a:lnTo>
                    <a:pt x="679134" y="5304992"/>
                  </a:lnTo>
                  <a:lnTo>
                    <a:pt x="679134" y="5304561"/>
                  </a:lnTo>
                  <a:lnTo>
                    <a:pt x="679292" y="5304561"/>
                  </a:lnTo>
                  <a:lnTo>
                    <a:pt x="679450" y="5304561"/>
                  </a:lnTo>
                  <a:lnTo>
                    <a:pt x="679450" y="5304130"/>
                  </a:lnTo>
                  <a:lnTo>
                    <a:pt x="679608" y="5304130"/>
                  </a:lnTo>
                  <a:lnTo>
                    <a:pt x="679765" y="5304130"/>
                  </a:lnTo>
                  <a:lnTo>
                    <a:pt x="679923" y="5304130"/>
                  </a:lnTo>
                  <a:lnTo>
                    <a:pt x="680081" y="5304130"/>
                  </a:lnTo>
                  <a:lnTo>
                    <a:pt x="680238" y="5304130"/>
                  </a:lnTo>
                  <a:lnTo>
                    <a:pt x="680396" y="5304130"/>
                  </a:lnTo>
                  <a:lnTo>
                    <a:pt x="680396" y="5303700"/>
                  </a:lnTo>
                  <a:lnTo>
                    <a:pt x="680554" y="5303700"/>
                  </a:lnTo>
                  <a:lnTo>
                    <a:pt x="680712" y="5303700"/>
                  </a:lnTo>
                  <a:lnTo>
                    <a:pt x="680869" y="5303700"/>
                  </a:lnTo>
                  <a:lnTo>
                    <a:pt x="681027" y="5303700"/>
                  </a:lnTo>
                  <a:lnTo>
                    <a:pt x="681185" y="5303700"/>
                  </a:lnTo>
                  <a:lnTo>
                    <a:pt x="681342" y="5303700"/>
                  </a:lnTo>
                  <a:lnTo>
                    <a:pt x="681342" y="5303269"/>
                  </a:lnTo>
                  <a:lnTo>
                    <a:pt x="681500" y="5303269"/>
                  </a:lnTo>
                  <a:lnTo>
                    <a:pt x="681658" y="5303269"/>
                  </a:lnTo>
                  <a:lnTo>
                    <a:pt x="681816" y="5303269"/>
                  </a:lnTo>
                  <a:lnTo>
                    <a:pt x="681816" y="5302839"/>
                  </a:lnTo>
                  <a:lnTo>
                    <a:pt x="681973" y="5302839"/>
                  </a:lnTo>
                  <a:lnTo>
                    <a:pt x="681973" y="5302408"/>
                  </a:lnTo>
                  <a:lnTo>
                    <a:pt x="682131" y="5302408"/>
                  </a:lnTo>
                  <a:lnTo>
                    <a:pt x="682289" y="5302408"/>
                  </a:lnTo>
                  <a:lnTo>
                    <a:pt x="682289" y="5301977"/>
                  </a:lnTo>
                  <a:lnTo>
                    <a:pt x="682289" y="5301547"/>
                  </a:lnTo>
                  <a:lnTo>
                    <a:pt x="682446" y="5301547"/>
                  </a:lnTo>
                  <a:lnTo>
                    <a:pt x="682604" y="5301547"/>
                  </a:lnTo>
                  <a:lnTo>
                    <a:pt x="682762" y="5301547"/>
                  </a:lnTo>
                  <a:lnTo>
                    <a:pt x="682920" y="5301547"/>
                  </a:lnTo>
                  <a:lnTo>
                    <a:pt x="683077" y="5301547"/>
                  </a:lnTo>
                  <a:lnTo>
                    <a:pt x="683235" y="5301547"/>
                  </a:lnTo>
                  <a:lnTo>
                    <a:pt x="683393" y="5301547"/>
                  </a:lnTo>
                  <a:lnTo>
                    <a:pt x="683393" y="5301116"/>
                  </a:lnTo>
                  <a:lnTo>
                    <a:pt x="683551" y="5301116"/>
                  </a:lnTo>
                  <a:lnTo>
                    <a:pt x="683708" y="5301116"/>
                  </a:lnTo>
                  <a:lnTo>
                    <a:pt x="683866" y="5301116"/>
                  </a:lnTo>
                  <a:lnTo>
                    <a:pt x="683866" y="5300686"/>
                  </a:lnTo>
                  <a:lnTo>
                    <a:pt x="684024" y="5300686"/>
                  </a:lnTo>
                  <a:lnTo>
                    <a:pt x="684181" y="5300686"/>
                  </a:lnTo>
                  <a:lnTo>
                    <a:pt x="684339" y="5300686"/>
                  </a:lnTo>
                  <a:lnTo>
                    <a:pt x="684339" y="5300255"/>
                  </a:lnTo>
                  <a:lnTo>
                    <a:pt x="684497" y="5300255"/>
                  </a:lnTo>
                  <a:lnTo>
                    <a:pt x="684655" y="5300255"/>
                  </a:lnTo>
                  <a:lnTo>
                    <a:pt x="684812" y="5300255"/>
                  </a:lnTo>
                  <a:lnTo>
                    <a:pt x="684970" y="5300255"/>
                  </a:lnTo>
                  <a:lnTo>
                    <a:pt x="685128" y="5300255"/>
                  </a:lnTo>
                  <a:lnTo>
                    <a:pt x="685285" y="5300255"/>
                  </a:lnTo>
                  <a:lnTo>
                    <a:pt x="685443" y="5300255"/>
                  </a:lnTo>
                  <a:lnTo>
                    <a:pt x="685601" y="5300255"/>
                  </a:lnTo>
                  <a:lnTo>
                    <a:pt x="685759" y="5300255"/>
                  </a:lnTo>
                  <a:lnTo>
                    <a:pt x="685759" y="5299824"/>
                  </a:lnTo>
                  <a:lnTo>
                    <a:pt x="685759" y="5299394"/>
                  </a:lnTo>
                  <a:lnTo>
                    <a:pt x="685916" y="5299394"/>
                  </a:lnTo>
                  <a:lnTo>
                    <a:pt x="686074" y="5299394"/>
                  </a:lnTo>
                  <a:lnTo>
                    <a:pt x="686074" y="5298963"/>
                  </a:lnTo>
                  <a:lnTo>
                    <a:pt x="686074" y="5298533"/>
                  </a:lnTo>
                  <a:lnTo>
                    <a:pt x="686232" y="5298533"/>
                  </a:lnTo>
                  <a:lnTo>
                    <a:pt x="686232" y="5298102"/>
                  </a:lnTo>
                  <a:lnTo>
                    <a:pt x="686389" y="5298102"/>
                  </a:lnTo>
                  <a:lnTo>
                    <a:pt x="686547" y="5298102"/>
                  </a:lnTo>
                  <a:lnTo>
                    <a:pt x="686705" y="5298102"/>
                  </a:lnTo>
                  <a:lnTo>
                    <a:pt x="686863" y="5298102"/>
                  </a:lnTo>
                  <a:lnTo>
                    <a:pt x="687020" y="5298102"/>
                  </a:lnTo>
                  <a:lnTo>
                    <a:pt x="687178" y="5298102"/>
                  </a:lnTo>
                  <a:lnTo>
                    <a:pt x="687336" y="5298102"/>
                  </a:lnTo>
                  <a:lnTo>
                    <a:pt x="687493" y="5298102"/>
                  </a:lnTo>
                  <a:lnTo>
                    <a:pt x="687651" y="5298102"/>
                  </a:lnTo>
                  <a:lnTo>
                    <a:pt x="687809" y="5298102"/>
                  </a:lnTo>
                  <a:lnTo>
                    <a:pt x="687809" y="5297671"/>
                  </a:lnTo>
                  <a:lnTo>
                    <a:pt x="687967" y="5297671"/>
                  </a:lnTo>
                  <a:lnTo>
                    <a:pt x="688124" y="5297671"/>
                  </a:lnTo>
                  <a:lnTo>
                    <a:pt x="688282" y="5297671"/>
                  </a:lnTo>
                  <a:lnTo>
                    <a:pt x="688440" y="5297671"/>
                  </a:lnTo>
                  <a:lnTo>
                    <a:pt x="688598" y="5297671"/>
                  </a:lnTo>
                  <a:lnTo>
                    <a:pt x="688755" y="5297671"/>
                  </a:lnTo>
                  <a:lnTo>
                    <a:pt x="688913" y="5297671"/>
                  </a:lnTo>
                  <a:lnTo>
                    <a:pt x="688913" y="5297241"/>
                  </a:lnTo>
                  <a:lnTo>
                    <a:pt x="688913" y="5296810"/>
                  </a:lnTo>
                  <a:lnTo>
                    <a:pt x="688913" y="5296380"/>
                  </a:lnTo>
                  <a:lnTo>
                    <a:pt x="688913" y="5295949"/>
                  </a:lnTo>
                  <a:lnTo>
                    <a:pt x="688913" y="5295518"/>
                  </a:lnTo>
                  <a:lnTo>
                    <a:pt x="688913" y="5295088"/>
                  </a:lnTo>
                  <a:lnTo>
                    <a:pt x="688913" y="5294657"/>
                  </a:lnTo>
                  <a:lnTo>
                    <a:pt x="689071" y="5294657"/>
                  </a:lnTo>
                  <a:lnTo>
                    <a:pt x="689071" y="5294227"/>
                  </a:lnTo>
                  <a:lnTo>
                    <a:pt x="689228" y="5294227"/>
                  </a:lnTo>
                  <a:lnTo>
                    <a:pt x="689386" y="5294227"/>
                  </a:lnTo>
                  <a:lnTo>
                    <a:pt x="689544" y="5294227"/>
                  </a:lnTo>
                  <a:lnTo>
                    <a:pt x="689702" y="5294227"/>
                  </a:lnTo>
                  <a:lnTo>
                    <a:pt x="689702" y="5293796"/>
                  </a:lnTo>
                  <a:lnTo>
                    <a:pt x="689702" y="5293365"/>
                  </a:lnTo>
                  <a:lnTo>
                    <a:pt x="689859" y="5293365"/>
                  </a:lnTo>
                  <a:lnTo>
                    <a:pt x="690017" y="5293365"/>
                  </a:lnTo>
                  <a:lnTo>
                    <a:pt x="690175" y="5293365"/>
                  </a:lnTo>
                  <a:lnTo>
                    <a:pt x="690332" y="5293365"/>
                  </a:lnTo>
                  <a:lnTo>
                    <a:pt x="690332" y="5292935"/>
                  </a:lnTo>
                  <a:lnTo>
                    <a:pt x="690490" y="5292935"/>
                  </a:lnTo>
                  <a:lnTo>
                    <a:pt x="690490" y="5292504"/>
                  </a:lnTo>
                  <a:lnTo>
                    <a:pt x="690490" y="5292074"/>
                  </a:lnTo>
                  <a:lnTo>
                    <a:pt x="690490" y="5291643"/>
                  </a:lnTo>
                  <a:lnTo>
                    <a:pt x="690648" y="5291643"/>
                  </a:lnTo>
                  <a:lnTo>
                    <a:pt x="690648" y="5291212"/>
                  </a:lnTo>
                  <a:lnTo>
                    <a:pt x="690806" y="5291212"/>
                  </a:lnTo>
                  <a:lnTo>
                    <a:pt x="690963" y="5291212"/>
                  </a:lnTo>
                  <a:lnTo>
                    <a:pt x="690963" y="5290782"/>
                  </a:lnTo>
                  <a:lnTo>
                    <a:pt x="691121" y="5290782"/>
                  </a:lnTo>
                  <a:lnTo>
                    <a:pt x="691279" y="5290782"/>
                  </a:lnTo>
                  <a:lnTo>
                    <a:pt x="691436" y="5290782"/>
                  </a:lnTo>
                  <a:lnTo>
                    <a:pt x="691594" y="5290782"/>
                  </a:lnTo>
                  <a:lnTo>
                    <a:pt x="691752" y="5290782"/>
                  </a:lnTo>
                  <a:lnTo>
                    <a:pt x="691752" y="5290351"/>
                  </a:lnTo>
                  <a:lnTo>
                    <a:pt x="691752" y="5289921"/>
                  </a:lnTo>
                  <a:lnTo>
                    <a:pt x="691910" y="5289921"/>
                  </a:lnTo>
                  <a:lnTo>
                    <a:pt x="692067" y="5289921"/>
                  </a:lnTo>
                  <a:lnTo>
                    <a:pt x="692225" y="5289921"/>
                  </a:lnTo>
                  <a:lnTo>
                    <a:pt x="692383" y="5289921"/>
                  </a:lnTo>
                  <a:lnTo>
                    <a:pt x="692540" y="5289921"/>
                  </a:lnTo>
                  <a:lnTo>
                    <a:pt x="692698" y="5289921"/>
                  </a:lnTo>
                  <a:lnTo>
                    <a:pt x="692856" y="5289921"/>
                  </a:lnTo>
                  <a:lnTo>
                    <a:pt x="693014" y="5289921"/>
                  </a:lnTo>
                  <a:lnTo>
                    <a:pt x="693171" y="5289921"/>
                  </a:lnTo>
                  <a:lnTo>
                    <a:pt x="693329" y="5289921"/>
                  </a:lnTo>
                  <a:lnTo>
                    <a:pt x="693487" y="5289921"/>
                  </a:lnTo>
                  <a:lnTo>
                    <a:pt x="693644" y="5289921"/>
                  </a:lnTo>
                  <a:lnTo>
                    <a:pt x="693644" y="5289490"/>
                  </a:lnTo>
                  <a:lnTo>
                    <a:pt x="693802" y="5289490"/>
                  </a:lnTo>
                  <a:lnTo>
                    <a:pt x="693960" y="5289490"/>
                  </a:lnTo>
                  <a:lnTo>
                    <a:pt x="694118" y="5289490"/>
                  </a:lnTo>
                  <a:lnTo>
                    <a:pt x="694275" y="5289490"/>
                  </a:lnTo>
                  <a:lnTo>
                    <a:pt x="694433" y="5289490"/>
                  </a:lnTo>
                  <a:lnTo>
                    <a:pt x="694591" y="5289490"/>
                  </a:lnTo>
                  <a:lnTo>
                    <a:pt x="694749" y="5289490"/>
                  </a:lnTo>
                  <a:lnTo>
                    <a:pt x="694749" y="5289059"/>
                  </a:lnTo>
                  <a:lnTo>
                    <a:pt x="694749" y="5288629"/>
                  </a:lnTo>
                  <a:lnTo>
                    <a:pt x="694749" y="5288198"/>
                  </a:lnTo>
                  <a:lnTo>
                    <a:pt x="694906" y="5288198"/>
                  </a:lnTo>
                  <a:lnTo>
                    <a:pt x="695064" y="5288198"/>
                  </a:lnTo>
                  <a:lnTo>
                    <a:pt x="695064" y="5287768"/>
                  </a:lnTo>
                  <a:lnTo>
                    <a:pt x="695222" y="5287768"/>
                  </a:lnTo>
                  <a:lnTo>
                    <a:pt x="695222" y="5287337"/>
                  </a:lnTo>
                  <a:lnTo>
                    <a:pt x="695222" y="5286906"/>
                  </a:lnTo>
                  <a:lnTo>
                    <a:pt x="695379" y="5286906"/>
                  </a:lnTo>
                  <a:lnTo>
                    <a:pt x="695537" y="5286906"/>
                  </a:lnTo>
                  <a:lnTo>
                    <a:pt x="695537" y="5286476"/>
                  </a:lnTo>
                  <a:lnTo>
                    <a:pt x="695695" y="5286476"/>
                  </a:lnTo>
                  <a:lnTo>
                    <a:pt x="695853" y="5286476"/>
                  </a:lnTo>
                  <a:lnTo>
                    <a:pt x="695853" y="5286045"/>
                  </a:lnTo>
                  <a:lnTo>
                    <a:pt x="695853" y="5285615"/>
                  </a:lnTo>
                  <a:lnTo>
                    <a:pt x="696010" y="5285615"/>
                  </a:lnTo>
                  <a:lnTo>
                    <a:pt x="696168" y="5285615"/>
                  </a:lnTo>
                  <a:lnTo>
                    <a:pt x="696326" y="5285615"/>
                  </a:lnTo>
                  <a:lnTo>
                    <a:pt x="696483" y="5285615"/>
                  </a:lnTo>
                  <a:lnTo>
                    <a:pt x="696641" y="5285615"/>
                  </a:lnTo>
                  <a:lnTo>
                    <a:pt x="696641" y="5285184"/>
                  </a:lnTo>
                  <a:lnTo>
                    <a:pt x="696799" y="5285184"/>
                  </a:lnTo>
                  <a:lnTo>
                    <a:pt x="696957" y="5285184"/>
                  </a:lnTo>
                  <a:lnTo>
                    <a:pt x="696957" y="5284753"/>
                  </a:lnTo>
                  <a:lnTo>
                    <a:pt x="697114" y="5284753"/>
                  </a:lnTo>
                  <a:lnTo>
                    <a:pt x="697272" y="5284753"/>
                  </a:lnTo>
                  <a:lnTo>
                    <a:pt x="697430" y="5284753"/>
                  </a:lnTo>
                  <a:lnTo>
                    <a:pt x="697587" y="5284753"/>
                  </a:lnTo>
                  <a:lnTo>
                    <a:pt x="697587" y="5284323"/>
                  </a:lnTo>
                  <a:lnTo>
                    <a:pt x="697745" y="5284323"/>
                  </a:lnTo>
                  <a:lnTo>
                    <a:pt x="697903" y="5284323"/>
                  </a:lnTo>
                  <a:lnTo>
                    <a:pt x="698061" y="5284323"/>
                  </a:lnTo>
                  <a:lnTo>
                    <a:pt x="698061" y="5283892"/>
                  </a:lnTo>
                  <a:lnTo>
                    <a:pt x="698061" y="5283462"/>
                  </a:lnTo>
                  <a:lnTo>
                    <a:pt x="698061" y="5283031"/>
                  </a:lnTo>
                  <a:lnTo>
                    <a:pt x="698218" y="5283031"/>
                  </a:lnTo>
                  <a:lnTo>
                    <a:pt x="698376" y="5283031"/>
                  </a:lnTo>
                  <a:lnTo>
                    <a:pt x="698534" y="5283031"/>
                  </a:lnTo>
                  <a:lnTo>
                    <a:pt x="698691" y="5283031"/>
                  </a:lnTo>
                  <a:lnTo>
                    <a:pt x="698849" y="5283031"/>
                  </a:lnTo>
                  <a:lnTo>
                    <a:pt x="699007" y="5283031"/>
                  </a:lnTo>
                  <a:lnTo>
                    <a:pt x="699007" y="5282600"/>
                  </a:lnTo>
                  <a:lnTo>
                    <a:pt x="699007" y="5282170"/>
                  </a:lnTo>
                  <a:lnTo>
                    <a:pt x="699007" y="5281739"/>
                  </a:lnTo>
                  <a:lnTo>
                    <a:pt x="699165" y="5281739"/>
                  </a:lnTo>
                  <a:lnTo>
                    <a:pt x="699165" y="5281309"/>
                  </a:lnTo>
                  <a:lnTo>
                    <a:pt x="699165" y="5280878"/>
                  </a:lnTo>
                  <a:lnTo>
                    <a:pt x="699322" y="5280878"/>
                  </a:lnTo>
                  <a:lnTo>
                    <a:pt x="699480" y="5280878"/>
                  </a:lnTo>
                  <a:lnTo>
                    <a:pt x="699638" y="5280878"/>
                  </a:lnTo>
                  <a:lnTo>
                    <a:pt x="699796" y="5280878"/>
                  </a:lnTo>
                  <a:lnTo>
                    <a:pt x="699953" y="5280878"/>
                  </a:lnTo>
                  <a:lnTo>
                    <a:pt x="699953" y="5280447"/>
                  </a:lnTo>
                  <a:lnTo>
                    <a:pt x="700111" y="5280447"/>
                  </a:lnTo>
                  <a:lnTo>
                    <a:pt x="700269" y="5280447"/>
                  </a:lnTo>
                  <a:lnTo>
                    <a:pt x="700426" y="5280447"/>
                  </a:lnTo>
                  <a:lnTo>
                    <a:pt x="700584" y="5280447"/>
                  </a:lnTo>
                  <a:lnTo>
                    <a:pt x="700742" y="5280447"/>
                  </a:lnTo>
                  <a:lnTo>
                    <a:pt x="700900" y="5280447"/>
                  </a:lnTo>
                  <a:lnTo>
                    <a:pt x="700900" y="5280017"/>
                  </a:lnTo>
                  <a:lnTo>
                    <a:pt x="701057" y="5280017"/>
                  </a:lnTo>
                  <a:lnTo>
                    <a:pt x="701215" y="5280017"/>
                  </a:lnTo>
                  <a:lnTo>
                    <a:pt x="701215" y="5279586"/>
                  </a:lnTo>
                  <a:lnTo>
                    <a:pt x="701373" y="5279586"/>
                  </a:lnTo>
                  <a:lnTo>
                    <a:pt x="701530" y="5279586"/>
                  </a:lnTo>
                  <a:lnTo>
                    <a:pt x="701688" y="5279586"/>
                  </a:lnTo>
                  <a:lnTo>
                    <a:pt x="701846" y="5279586"/>
                  </a:lnTo>
                  <a:lnTo>
                    <a:pt x="702004" y="5279586"/>
                  </a:lnTo>
                  <a:lnTo>
                    <a:pt x="702161" y="5279586"/>
                  </a:lnTo>
                  <a:lnTo>
                    <a:pt x="702319" y="5279586"/>
                  </a:lnTo>
                  <a:lnTo>
                    <a:pt x="702319" y="5279156"/>
                  </a:lnTo>
                  <a:lnTo>
                    <a:pt x="702477" y="5279156"/>
                  </a:lnTo>
                  <a:lnTo>
                    <a:pt x="702634" y="5279156"/>
                  </a:lnTo>
                  <a:lnTo>
                    <a:pt x="702792" y="5279156"/>
                  </a:lnTo>
                  <a:lnTo>
                    <a:pt x="702792" y="5278725"/>
                  </a:lnTo>
                  <a:lnTo>
                    <a:pt x="702792" y="5278294"/>
                  </a:lnTo>
                  <a:lnTo>
                    <a:pt x="702792" y="5277864"/>
                  </a:lnTo>
                  <a:lnTo>
                    <a:pt x="702792" y="5277433"/>
                  </a:lnTo>
                  <a:lnTo>
                    <a:pt x="702792" y="5277003"/>
                  </a:lnTo>
                  <a:lnTo>
                    <a:pt x="702792" y="5276572"/>
                  </a:lnTo>
                  <a:lnTo>
                    <a:pt x="702950" y="5276572"/>
                  </a:lnTo>
                  <a:lnTo>
                    <a:pt x="703108" y="5276572"/>
                  </a:lnTo>
                  <a:lnTo>
                    <a:pt x="703265" y="5276572"/>
                  </a:lnTo>
                  <a:lnTo>
                    <a:pt x="703423" y="5276572"/>
                  </a:lnTo>
                  <a:lnTo>
                    <a:pt x="703423" y="5276141"/>
                  </a:lnTo>
                  <a:lnTo>
                    <a:pt x="703581" y="5276141"/>
                  </a:lnTo>
                  <a:lnTo>
                    <a:pt x="703581" y="5275711"/>
                  </a:lnTo>
                  <a:lnTo>
                    <a:pt x="703581" y="5275280"/>
                  </a:lnTo>
                  <a:lnTo>
                    <a:pt x="703738" y="5275280"/>
                  </a:lnTo>
                  <a:lnTo>
                    <a:pt x="703738" y="5274850"/>
                  </a:lnTo>
                  <a:lnTo>
                    <a:pt x="703738" y="5274419"/>
                  </a:lnTo>
                  <a:lnTo>
                    <a:pt x="703896" y="5274419"/>
                  </a:lnTo>
                  <a:lnTo>
                    <a:pt x="703896" y="5273988"/>
                  </a:lnTo>
                  <a:lnTo>
                    <a:pt x="704054" y="5273988"/>
                  </a:lnTo>
                  <a:lnTo>
                    <a:pt x="704054" y="5273558"/>
                  </a:lnTo>
                  <a:lnTo>
                    <a:pt x="704212" y="5273558"/>
                  </a:lnTo>
                  <a:lnTo>
                    <a:pt x="704369" y="5273558"/>
                  </a:lnTo>
                  <a:lnTo>
                    <a:pt x="704527" y="5273558"/>
                  </a:lnTo>
                  <a:lnTo>
                    <a:pt x="704527" y="5273127"/>
                  </a:lnTo>
                  <a:lnTo>
                    <a:pt x="704527" y="5272697"/>
                  </a:lnTo>
                  <a:lnTo>
                    <a:pt x="704527" y="5272266"/>
                  </a:lnTo>
                  <a:lnTo>
                    <a:pt x="704685" y="5272266"/>
                  </a:lnTo>
                  <a:lnTo>
                    <a:pt x="704842" y="5272266"/>
                  </a:lnTo>
                  <a:lnTo>
                    <a:pt x="705000" y="5272266"/>
                  </a:lnTo>
                  <a:lnTo>
                    <a:pt x="705158" y="5272266"/>
                  </a:lnTo>
                  <a:lnTo>
                    <a:pt x="705316" y="5272266"/>
                  </a:lnTo>
                  <a:lnTo>
                    <a:pt x="705316" y="5271835"/>
                  </a:lnTo>
                  <a:lnTo>
                    <a:pt x="705316" y="5271405"/>
                  </a:lnTo>
                  <a:lnTo>
                    <a:pt x="705473" y="5271405"/>
                  </a:lnTo>
                  <a:lnTo>
                    <a:pt x="705631" y="5271405"/>
                  </a:lnTo>
                  <a:lnTo>
                    <a:pt x="705789" y="5271405"/>
                  </a:lnTo>
                  <a:lnTo>
                    <a:pt x="705789" y="5270974"/>
                  </a:lnTo>
                  <a:lnTo>
                    <a:pt x="705789" y="5270544"/>
                  </a:lnTo>
                  <a:lnTo>
                    <a:pt x="705947" y="5270544"/>
                  </a:lnTo>
                  <a:lnTo>
                    <a:pt x="706104" y="5270544"/>
                  </a:lnTo>
                  <a:lnTo>
                    <a:pt x="706262" y="5270544"/>
                  </a:lnTo>
                  <a:lnTo>
                    <a:pt x="706420" y="5270544"/>
                  </a:lnTo>
                  <a:lnTo>
                    <a:pt x="706577" y="5270544"/>
                  </a:lnTo>
                  <a:lnTo>
                    <a:pt x="706577" y="5270113"/>
                  </a:lnTo>
                  <a:lnTo>
                    <a:pt x="706735" y="5270113"/>
                  </a:lnTo>
                  <a:lnTo>
                    <a:pt x="706893" y="5270113"/>
                  </a:lnTo>
                  <a:lnTo>
                    <a:pt x="707051" y="5270113"/>
                  </a:lnTo>
                  <a:lnTo>
                    <a:pt x="707208" y="5270113"/>
                  </a:lnTo>
                  <a:lnTo>
                    <a:pt x="707208" y="5269682"/>
                  </a:lnTo>
                  <a:lnTo>
                    <a:pt x="707366" y="5269682"/>
                  </a:lnTo>
                  <a:lnTo>
                    <a:pt x="707366" y="5269252"/>
                  </a:lnTo>
                  <a:lnTo>
                    <a:pt x="707366" y="5268821"/>
                  </a:lnTo>
                  <a:lnTo>
                    <a:pt x="707524" y="5268821"/>
                  </a:lnTo>
                  <a:lnTo>
                    <a:pt x="707524" y="5268391"/>
                  </a:lnTo>
                  <a:lnTo>
                    <a:pt x="707681" y="5268391"/>
                  </a:lnTo>
                  <a:lnTo>
                    <a:pt x="707839" y="5268391"/>
                  </a:lnTo>
                  <a:lnTo>
                    <a:pt x="707997" y="5268391"/>
                  </a:lnTo>
                  <a:lnTo>
                    <a:pt x="707997" y="5267960"/>
                  </a:lnTo>
                  <a:lnTo>
                    <a:pt x="708155" y="5267960"/>
                  </a:lnTo>
                  <a:lnTo>
                    <a:pt x="708312" y="5267960"/>
                  </a:lnTo>
                  <a:lnTo>
                    <a:pt x="708470" y="5267960"/>
                  </a:lnTo>
                  <a:lnTo>
                    <a:pt x="708470" y="5267529"/>
                  </a:lnTo>
                  <a:lnTo>
                    <a:pt x="708628" y="5267529"/>
                  </a:lnTo>
                  <a:lnTo>
                    <a:pt x="708628" y="5267099"/>
                  </a:lnTo>
                  <a:lnTo>
                    <a:pt x="708785" y="5267099"/>
                  </a:lnTo>
                  <a:lnTo>
                    <a:pt x="708943" y="5267099"/>
                  </a:lnTo>
                  <a:lnTo>
                    <a:pt x="709101" y="5267099"/>
                  </a:lnTo>
                  <a:lnTo>
                    <a:pt x="709101" y="5266668"/>
                  </a:lnTo>
                  <a:lnTo>
                    <a:pt x="709259" y="5266668"/>
                  </a:lnTo>
                  <a:lnTo>
                    <a:pt x="709259" y="5266238"/>
                  </a:lnTo>
                  <a:lnTo>
                    <a:pt x="709416" y="5266238"/>
                  </a:lnTo>
                  <a:lnTo>
                    <a:pt x="709574" y="5266238"/>
                  </a:lnTo>
                  <a:lnTo>
                    <a:pt x="709732" y="5266238"/>
                  </a:lnTo>
                  <a:lnTo>
                    <a:pt x="709889" y="5266238"/>
                  </a:lnTo>
                  <a:lnTo>
                    <a:pt x="709889" y="5265807"/>
                  </a:lnTo>
                  <a:lnTo>
                    <a:pt x="709889" y="5265376"/>
                  </a:lnTo>
                  <a:lnTo>
                    <a:pt x="709889" y="5264946"/>
                  </a:lnTo>
                  <a:lnTo>
                    <a:pt x="709889" y="5264515"/>
                  </a:lnTo>
                  <a:lnTo>
                    <a:pt x="710047" y="5264515"/>
                  </a:lnTo>
                  <a:lnTo>
                    <a:pt x="710047" y="5264085"/>
                  </a:lnTo>
                  <a:lnTo>
                    <a:pt x="710205" y="5264085"/>
                  </a:lnTo>
                  <a:lnTo>
                    <a:pt x="710205" y="5263654"/>
                  </a:lnTo>
                  <a:lnTo>
                    <a:pt x="710363" y="5263654"/>
                  </a:lnTo>
                  <a:lnTo>
                    <a:pt x="710363" y="5263223"/>
                  </a:lnTo>
                  <a:lnTo>
                    <a:pt x="710363" y="5262793"/>
                  </a:lnTo>
                  <a:lnTo>
                    <a:pt x="710363" y="5262362"/>
                  </a:lnTo>
                  <a:lnTo>
                    <a:pt x="710363" y="5261932"/>
                  </a:lnTo>
                  <a:lnTo>
                    <a:pt x="710520" y="5261932"/>
                  </a:lnTo>
                  <a:lnTo>
                    <a:pt x="710520" y="5261501"/>
                  </a:lnTo>
                  <a:lnTo>
                    <a:pt x="710520" y="5261070"/>
                  </a:lnTo>
                  <a:lnTo>
                    <a:pt x="710520" y="5260640"/>
                  </a:lnTo>
                  <a:lnTo>
                    <a:pt x="710678" y="5260640"/>
                  </a:lnTo>
                  <a:lnTo>
                    <a:pt x="710836" y="5260640"/>
                  </a:lnTo>
                  <a:lnTo>
                    <a:pt x="710993" y="5260640"/>
                  </a:lnTo>
                  <a:lnTo>
                    <a:pt x="711151" y="5260640"/>
                  </a:lnTo>
                  <a:lnTo>
                    <a:pt x="711151" y="5260209"/>
                  </a:lnTo>
                  <a:lnTo>
                    <a:pt x="711309" y="5260209"/>
                  </a:lnTo>
                  <a:lnTo>
                    <a:pt x="711467" y="5260209"/>
                  </a:lnTo>
                  <a:lnTo>
                    <a:pt x="711624" y="5260209"/>
                  </a:lnTo>
                  <a:lnTo>
                    <a:pt x="711782" y="5260209"/>
                  </a:lnTo>
                  <a:lnTo>
                    <a:pt x="711940" y="5260209"/>
                  </a:lnTo>
                  <a:lnTo>
                    <a:pt x="711940" y="5259779"/>
                  </a:lnTo>
                  <a:lnTo>
                    <a:pt x="711940" y="5259348"/>
                  </a:lnTo>
                  <a:lnTo>
                    <a:pt x="712098" y="5259348"/>
                  </a:lnTo>
                  <a:lnTo>
                    <a:pt x="712255" y="5259348"/>
                  </a:lnTo>
                  <a:lnTo>
                    <a:pt x="712255" y="5258917"/>
                  </a:lnTo>
                  <a:lnTo>
                    <a:pt x="712255" y="5258487"/>
                  </a:lnTo>
                  <a:lnTo>
                    <a:pt x="712413" y="5258487"/>
                  </a:lnTo>
                  <a:lnTo>
                    <a:pt x="712571" y="5258487"/>
                  </a:lnTo>
                  <a:lnTo>
                    <a:pt x="712728" y="5258487"/>
                  </a:lnTo>
                  <a:lnTo>
                    <a:pt x="712886" y="5258487"/>
                  </a:lnTo>
                  <a:lnTo>
                    <a:pt x="712886" y="5258056"/>
                  </a:lnTo>
                  <a:lnTo>
                    <a:pt x="712886" y="5257626"/>
                  </a:lnTo>
                  <a:lnTo>
                    <a:pt x="713044" y="5257626"/>
                  </a:lnTo>
                  <a:lnTo>
                    <a:pt x="713044" y="5257195"/>
                  </a:lnTo>
                  <a:lnTo>
                    <a:pt x="713202" y="5257195"/>
                  </a:lnTo>
                  <a:lnTo>
                    <a:pt x="713359" y="5257195"/>
                  </a:lnTo>
                  <a:lnTo>
                    <a:pt x="713359" y="5256764"/>
                  </a:lnTo>
                  <a:lnTo>
                    <a:pt x="713517" y="5256764"/>
                  </a:lnTo>
                  <a:lnTo>
                    <a:pt x="713675" y="5256764"/>
                  </a:lnTo>
                  <a:lnTo>
                    <a:pt x="713832" y="5256764"/>
                  </a:lnTo>
                  <a:lnTo>
                    <a:pt x="713832" y="5256334"/>
                  </a:lnTo>
                  <a:lnTo>
                    <a:pt x="713990" y="5256334"/>
                  </a:lnTo>
                  <a:lnTo>
                    <a:pt x="713990" y="5255903"/>
                  </a:lnTo>
                  <a:lnTo>
                    <a:pt x="714148" y="5255903"/>
                  </a:lnTo>
                  <a:lnTo>
                    <a:pt x="714306" y="5255903"/>
                  </a:lnTo>
                  <a:lnTo>
                    <a:pt x="714463" y="5255903"/>
                  </a:lnTo>
                  <a:lnTo>
                    <a:pt x="714463" y="5255473"/>
                  </a:lnTo>
                  <a:lnTo>
                    <a:pt x="714463" y="5255042"/>
                  </a:lnTo>
                  <a:lnTo>
                    <a:pt x="714621" y="5255042"/>
                  </a:lnTo>
                  <a:lnTo>
                    <a:pt x="714779" y="5255042"/>
                  </a:lnTo>
                  <a:lnTo>
                    <a:pt x="714779" y="5254611"/>
                  </a:lnTo>
                  <a:lnTo>
                    <a:pt x="714779" y="5254181"/>
                  </a:lnTo>
                  <a:lnTo>
                    <a:pt x="714779" y="5253750"/>
                  </a:lnTo>
                  <a:lnTo>
                    <a:pt x="714936" y="5253750"/>
                  </a:lnTo>
                  <a:lnTo>
                    <a:pt x="715094" y="5253750"/>
                  </a:lnTo>
                  <a:lnTo>
                    <a:pt x="715252" y="5253750"/>
                  </a:lnTo>
                  <a:lnTo>
                    <a:pt x="715410" y="5253750"/>
                  </a:lnTo>
                  <a:lnTo>
                    <a:pt x="715567" y="5253750"/>
                  </a:lnTo>
                  <a:lnTo>
                    <a:pt x="715567" y="5253320"/>
                  </a:lnTo>
                  <a:lnTo>
                    <a:pt x="715567" y="5252889"/>
                  </a:lnTo>
                  <a:lnTo>
                    <a:pt x="715725" y="5252889"/>
                  </a:lnTo>
                  <a:lnTo>
                    <a:pt x="715725" y="5252458"/>
                  </a:lnTo>
                  <a:lnTo>
                    <a:pt x="715725" y="5252028"/>
                  </a:lnTo>
                  <a:lnTo>
                    <a:pt x="715883" y="5252028"/>
                  </a:lnTo>
                  <a:lnTo>
                    <a:pt x="716040" y="5252028"/>
                  </a:lnTo>
                  <a:lnTo>
                    <a:pt x="716040" y="5251597"/>
                  </a:lnTo>
                  <a:lnTo>
                    <a:pt x="716040" y="5251167"/>
                  </a:lnTo>
                  <a:lnTo>
                    <a:pt x="716040" y="5250736"/>
                  </a:lnTo>
                  <a:lnTo>
                    <a:pt x="716040" y="5250305"/>
                  </a:lnTo>
                  <a:lnTo>
                    <a:pt x="716198" y="5250305"/>
                  </a:lnTo>
                  <a:lnTo>
                    <a:pt x="716198" y="5249875"/>
                  </a:lnTo>
                  <a:lnTo>
                    <a:pt x="716356" y="5249875"/>
                  </a:lnTo>
                  <a:lnTo>
                    <a:pt x="716514" y="5249875"/>
                  </a:lnTo>
                  <a:lnTo>
                    <a:pt x="716671" y="5249875"/>
                  </a:lnTo>
                  <a:lnTo>
                    <a:pt x="716829" y="5249875"/>
                  </a:lnTo>
                  <a:lnTo>
                    <a:pt x="716987" y="5249875"/>
                  </a:lnTo>
                  <a:lnTo>
                    <a:pt x="717145" y="5249875"/>
                  </a:lnTo>
                  <a:lnTo>
                    <a:pt x="717145" y="5249444"/>
                  </a:lnTo>
                  <a:lnTo>
                    <a:pt x="717302" y="5249444"/>
                  </a:lnTo>
                  <a:lnTo>
                    <a:pt x="717302" y="5249014"/>
                  </a:lnTo>
                  <a:lnTo>
                    <a:pt x="717460" y="5249014"/>
                  </a:lnTo>
                  <a:lnTo>
                    <a:pt x="717618" y="5249014"/>
                  </a:lnTo>
                  <a:lnTo>
                    <a:pt x="717775" y="5249014"/>
                  </a:lnTo>
                  <a:lnTo>
                    <a:pt x="717775" y="5248583"/>
                  </a:lnTo>
                  <a:lnTo>
                    <a:pt x="717933" y="5248583"/>
                  </a:lnTo>
                  <a:lnTo>
                    <a:pt x="717933" y="5248152"/>
                  </a:lnTo>
                  <a:lnTo>
                    <a:pt x="718091" y="5248152"/>
                  </a:lnTo>
                  <a:lnTo>
                    <a:pt x="718249" y="5248152"/>
                  </a:lnTo>
                  <a:lnTo>
                    <a:pt x="718406" y="5248152"/>
                  </a:lnTo>
                  <a:lnTo>
                    <a:pt x="718564" y="5248152"/>
                  </a:lnTo>
                  <a:lnTo>
                    <a:pt x="718564" y="5247722"/>
                  </a:lnTo>
                  <a:lnTo>
                    <a:pt x="718722" y="5247722"/>
                  </a:lnTo>
                  <a:lnTo>
                    <a:pt x="718879" y="5247722"/>
                  </a:lnTo>
                  <a:lnTo>
                    <a:pt x="718879" y="5247291"/>
                  </a:lnTo>
                  <a:lnTo>
                    <a:pt x="719037" y="5247291"/>
                  </a:lnTo>
                  <a:lnTo>
                    <a:pt x="719195" y="5247291"/>
                  </a:lnTo>
                  <a:lnTo>
                    <a:pt x="719195" y="5246861"/>
                  </a:lnTo>
                  <a:lnTo>
                    <a:pt x="719353" y="5246861"/>
                  </a:lnTo>
                  <a:lnTo>
                    <a:pt x="719510" y="5246861"/>
                  </a:lnTo>
                  <a:lnTo>
                    <a:pt x="719510" y="5246430"/>
                  </a:lnTo>
                  <a:lnTo>
                    <a:pt x="719668" y="5246430"/>
                  </a:lnTo>
                  <a:lnTo>
                    <a:pt x="719826" y="5246430"/>
                  </a:lnTo>
                  <a:lnTo>
                    <a:pt x="719826" y="5245999"/>
                  </a:lnTo>
                  <a:lnTo>
                    <a:pt x="719826" y="5245569"/>
                  </a:lnTo>
                  <a:lnTo>
                    <a:pt x="719983" y="5245569"/>
                  </a:lnTo>
                  <a:lnTo>
                    <a:pt x="720141" y="5245569"/>
                  </a:lnTo>
                  <a:lnTo>
                    <a:pt x="720141" y="5245138"/>
                  </a:lnTo>
                  <a:lnTo>
                    <a:pt x="720299" y="5245138"/>
                  </a:lnTo>
                  <a:lnTo>
                    <a:pt x="720299" y="5244708"/>
                  </a:lnTo>
                  <a:lnTo>
                    <a:pt x="720457" y="5244708"/>
                  </a:lnTo>
                  <a:lnTo>
                    <a:pt x="720457" y="5244277"/>
                  </a:lnTo>
                  <a:lnTo>
                    <a:pt x="720614" y="5244277"/>
                  </a:lnTo>
                  <a:lnTo>
                    <a:pt x="720772" y="5244277"/>
                  </a:lnTo>
                  <a:lnTo>
                    <a:pt x="720772" y="5243846"/>
                  </a:lnTo>
                  <a:lnTo>
                    <a:pt x="720772" y="5243416"/>
                  </a:lnTo>
                  <a:lnTo>
                    <a:pt x="720772" y="5242985"/>
                  </a:lnTo>
                  <a:lnTo>
                    <a:pt x="720772" y="5242555"/>
                  </a:lnTo>
                  <a:lnTo>
                    <a:pt x="720930" y="5242555"/>
                  </a:lnTo>
                  <a:lnTo>
                    <a:pt x="720930" y="5242124"/>
                  </a:lnTo>
                  <a:lnTo>
                    <a:pt x="721087" y="5242124"/>
                  </a:lnTo>
                  <a:lnTo>
                    <a:pt x="721245" y="5242124"/>
                  </a:lnTo>
                  <a:lnTo>
                    <a:pt x="721245" y="5241693"/>
                  </a:lnTo>
                  <a:lnTo>
                    <a:pt x="721403" y="5241693"/>
                  </a:lnTo>
                  <a:lnTo>
                    <a:pt x="721403" y="5241263"/>
                  </a:lnTo>
                  <a:lnTo>
                    <a:pt x="721403" y="5240832"/>
                  </a:lnTo>
                  <a:lnTo>
                    <a:pt x="721561" y="5240832"/>
                  </a:lnTo>
                  <a:lnTo>
                    <a:pt x="721718" y="5240832"/>
                  </a:lnTo>
                  <a:lnTo>
                    <a:pt x="721876" y="5240832"/>
                  </a:lnTo>
                  <a:lnTo>
                    <a:pt x="722034" y="5240832"/>
                  </a:lnTo>
                  <a:lnTo>
                    <a:pt x="722191" y="5240832"/>
                  </a:lnTo>
                  <a:lnTo>
                    <a:pt x="722349" y="5240832"/>
                  </a:lnTo>
                  <a:lnTo>
                    <a:pt x="722507" y="5240832"/>
                  </a:lnTo>
                  <a:lnTo>
                    <a:pt x="722507" y="5240402"/>
                  </a:lnTo>
                  <a:lnTo>
                    <a:pt x="722665" y="5240402"/>
                  </a:lnTo>
                  <a:lnTo>
                    <a:pt x="722665" y="5239971"/>
                  </a:lnTo>
                  <a:lnTo>
                    <a:pt x="722665" y="5239540"/>
                  </a:lnTo>
                  <a:lnTo>
                    <a:pt x="722822" y="5239540"/>
                  </a:lnTo>
                  <a:lnTo>
                    <a:pt x="722822" y="5239110"/>
                  </a:lnTo>
                  <a:lnTo>
                    <a:pt x="722822" y="5238679"/>
                  </a:lnTo>
                  <a:lnTo>
                    <a:pt x="722980" y="5238679"/>
                  </a:lnTo>
                  <a:lnTo>
                    <a:pt x="723138" y="5238679"/>
                  </a:lnTo>
                  <a:lnTo>
                    <a:pt x="723296" y="5238679"/>
                  </a:lnTo>
                  <a:lnTo>
                    <a:pt x="723453" y="5238679"/>
                  </a:lnTo>
                  <a:lnTo>
                    <a:pt x="723611" y="5238679"/>
                  </a:lnTo>
                  <a:lnTo>
                    <a:pt x="723769" y="5238679"/>
                  </a:lnTo>
                  <a:lnTo>
                    <a:pt x="723926" y="5238679"/>
                  </a:lnTo>
                  <a:lnTo>
                    <a:pt x="724084" y="5238679"/>
                  </a:lnTo>
                  <a:lnTo>
                    <a:pt x="724242" y="5238679"/>
                  </a:lnTo>
                  <a:lnTo>
                    <a:pt x="724242" y="5238249"/>
                  </a:lnTo>
                  <a:lnTo>
                    <a:pt x="724400" y="5238249"/>
                  </a:lnTo>
                  <a:lnTo>
                    <a:pt x="724400" y="5237818"/>
                  </a:lnTo>
                  <a:lnTo>
                    <a:pt x="724557" y="5237818"/>
                  </a:lnTo>
                  <a:lnTo>
                    <a:pt x="724557" y="5237387"/>
                  </a:lnTo>
                  <a:lnTo>
                    <a:pt x="724557" y="5236957"/>
                  </a:lnTo>
                  <a:lnTo>
                    <a:pt x="724715" y="5236957"/>
                  </a:lnTo>
                  <a:lnTo>
                    <a:pt x="724873" y="5236957"/>
                  </a:lnTo>
                  <a:lnTo>
                    <a:pt x="724873" y="5236526"/>
                  </a:lnTo>
                  <a:lnTo>
                    <a:pt x="725030" y="5236526"/>
                  </a:lnTo>
                  <a:lnTo>
                    <a:pt x="725030" y="5236096"/>
                  </a:lnTo>
                  <a:lnTo>
                    <a:pt x="725188" y="5236096"/>
                  </a:lnTo>
                  <a:lnTo>
                    <a:pt x="725346" y="5236096"/>
                  </a:lnTo>
                  <a:lnTo>
                    <a:pt x="725504" y="5236096"/>
                  </a:lnTo>
                  <a:lnTo>
                    <a:pt x="725504" y="5235665"/>
                  </a:lnTo>
                  <a:lnTo>
                    <a:pt x="725504" y="5235234"/>
                  </a:lnTo>
                  <a:lnTo>
                    <a:pt x="725504" y="5234804"/>
                  </a:lnTo>
                  <a:lnTo>
                    <a:pt x="725504" y="5234373"/>
                  </a:lnTo>
                  <a:lnTo>
                    <a:pt x="725661" y="5234373"/>
                  </a:lnTo>
                  <a:lnTo>
                    <a:pt x="725661" y="5233943"/>
                  </a:lnTo>
                  <a:lnTo>
                    <a:pt x="725819" y="5233943"/>
                  </a:lnTo>
                  <a:lnTo>
                    <a:pt x="725977" y="5233943"/>
                  </a:lnTo>
                  <a:lnTo>
                    <a:pt x="726134" y="5233943"/>
                  </a:lnTo>
                  <a:lnTo>
                    <a:pt x="726292" y="5233943"/>
                  </a:lnTo>
                  <a:lnTo>
                    <a:pt x="726450" y="5233943"/>
                  </a:lnTo>
                  <a:lnTo>
                    <a:pt x="726450" y="5233512"/>
                  </a:lnTo>
                  <a:lnTo>
                    <a:pt x="726608" y="5233512"/>
                  </a:lnTo>
                  <a:lnTo>
                    <a:pt x="726608" y="5233081"/>
                  </a:lnTo>
                  <a:lnTo>
                    <a:pt x="726765" y="5233081"/>
                  </a:lnTo>
                  <a:lnTo>
                    <a:pt x="726923" y="5233081"/>
                  </a:lnTo>
                  <a:lnTo>
                    <a:pt x="727081" y="5233081"/>
                  </a:lnTo>
                  <a:lnTo>
                    <a:pt x="727081" y="5232651"/>
                  </a:lnTo>
                  <a:lnTo>
                    <a:pt x="727238" y="5232651"/>
                  </a:lnTo>
                  <a:lnTo>
                    <a:pt x="727396" y="5232651"/>
                  </a:lnTo>
                  <a:lnTo>
                    <a:pt x="727554" y="5232651"/>
                  </a:lnTo>
                  <a:lnTo>
                    <a:pt x="727554" y="5232220"/>
                  </a:lnTo>
                  <a:lnTo>
                    <a:pt x="727554" y="5231790"/>
                  </a:lnTo>
                  <a:lnTo>
                    <a:pt x="727554" y="5231359"/>
                  </a:lnTo>
                  <a:lnTo>
                    <a:pt x="727554" y="5230928"/>
                  </a:lnTo>
                  <a:lnTo>
                    <a:pt x="727712" y="5230928"/>
                  </a:lnTo>
                  <a:lnTo>
                    <a:pt x="727869" y="5230928"/>
                  </a:lnTo>
                  <a:lnTo>
                    <a:pt x="727869" y="5230498"/>
                  </a:lnTo>
                  <a:lnTo>
                    <a:pt x="727869" y="5230067"/>
                  </a:lnTo>
                  <a:lnTo>
                    <a:pt x="728027" y="5230067"/>
                  </a:lnTo>
                  <a:lnTo>
                    <a:pt x="728185" y="5230067"/>
                  </a:lnTo>
                  <a:lnTo>
                    <a:pt x="728343" y="5230067"/>
                  </a:lnTo>
                  <a:lnTo>
                    <a:pt x="728500" y="5230067"/>
                  </a:lnTo>
                  <a:lnTo>
                    <a:pt x="728658" y="5230067"/>
                  </a:lnTo>
                  <a:lnTo>
                    <a:pt x="728658" y="5229637"/>
                  </a:lnTo>
                  <a:lnTo>
                    <a:pt x="728816" y="5229637"/>
                  </a:lnTo>
                  <a:lnTo>
                    <a:pt x="728816" y="5229206"/>
                  </a:lnTo>
                  <a:lnTo>
                    <a:pt x="728973" y="5229206"/>
                  </a:lnTo>
                  <a:lnTo>
                    <a:pt x="729131" y="5229206"/>
                  </a:lnTo>
                  <a:lnTo>
                    <a:pt x="729289" y="5229206"/>
                  </a:lnTo>
                  <a:lnTo>
                    <a:pt x="729289" y="5228775"/>
                  </a:lnTo>
                  <a:lnTo>
                    <a:pt x="729447" y="5228775"/>
                  </a:lnTo>
                  <a:lnTo>
                    <a:pt x="729604" y="5228775"/>
                  </a:lnTo>
                  <a:lnTo>
                    <a:pt x="729604" y="5228345"/>
                  </a:lnTo>
                  <a:lnTo>
                    <a:pt x="729762" y="5228345"/>
                  </a:lnTo>
                  <a:lnTo>
                    <a:pt x="729920" y="5228345"/>
                  </a:lnTo>
                  <a:lnTo>
                    <a:pt x="730077" y="5228345"/>
                  </a:lnTo>
                  <a:lnTo>
                    <a:pt x="730077" y="5227914"/>
                  </a:lnTo>
                  <a:lnTo>
                    <a:pt x="730235" y="5227914"/>
                  </a:lnTo>
                  <a:lnTo>
                    <a:pt x="730235" y="5227484"/>
                  </a:lnTo>
                  <a:lnTo>
                    <a:pt x="730235" y="5227053"/>
                  </a:lnTo>
                  <a:lnTo>
                    <a:pt x="730393" y="5227053"/>
                  </a:lnTo>
                  <a:lnTo>
                    <a:pt x="730393" y="5226622"/>
                  </a:lnTo>
                  <a:lnTo>
                    <a:pt x="730551" y="5226622"/>
                  </a:lnTo>
                  <a:lnTo>
                    <a:pt x="730708" y="5226622"/>
                  </a:lnTo>
                  <a:lnTo>
                    <a:pt x="730708" y="5226192"/>
                  </a:lnTo>
                  <a:lnTo>
                    <a:pt x="730866" y="5226192"/>
                  </a:lnTo>
                  <a:lnTo>
                    <a:pt x="730866" y="5225761"/>
                  </a:lnTo>
                  <a:lnTo>
                    <a:pt x="730866" y="5225331"/>
                  </a:lnTo>
                  <a:lnTo>
                    <a:pt x="730866" y="5224900"/>
                  </a:lnTo>
                  <a:lnTo>
                    <a:pt x="731024" y="5224900"/>
                  </a:lnTo>
                  <a:lnTo>
                    <a:pt x="731181" y="5224900"/>
                  </a:lnTo>
                  <a:lnTo>
                    <a:pt x="731339" y="5224900"/>
                  </a:lnTo>
                  <a:lnTo>
                    <a:pt x="731497" y="5224900"/>
                  </a:lnTo>
                  <a:lnTo>
                    <a:pt x="731655" y="5224900"/>
                  </a:lnTo>
                  <a:lnTo>
                    <a:pt x="731812" y="5224900"/>
                  </a:lnTo>
                  <a:lnTo>
                    <a:pt x="731812" y="5224469"/>
                  </a:lnTo>
                  <a:lnTo>
                    <a:pt x="731970" y="5224469"/>
                  </a:lnTo>
                  <a:lnTo>
                    <a:pt x="732128" y="5224469"/>
                  </a:lnTo>
                  <a:lnTo>
                    <a:pt x="732128" y="5224039"/>
                  </a:lnTo>
                  <a:lnTo>
                    <a:pt x="732128" y="5223608"/>
                  </a:lnTo>
                  <a:lnTo>
                    <a:pt x="732285" y="5223608"/>
                  </a:lnTo>
                  <a:lnTo>
                    <a:pt x="732285" y="5223178"/>
                  </a:lnTo>
                  <a:lnTo>
                    <a:pt x="732285" y="5222747"/>
                  </a:lnTo>
                  <a:lnTo>
                    <a:pt x="732443" y="5222747"/>
                  </a:lnTo>
                  <a:lnTo>
                    <a:pt x="732443" y="5222316"/>
                  </a:lnTo>
                  <a:lnTo>
                    <a:pt x="732443" y="5221886"/>
                  </a:lnTo>
                  <a:lnTo>
                    <a:pt x="732601" y="5221886"/>
                  </a:lnTo>
                  <a:lnTo>
                    <a:pt x="732759" y="5221886"/>
                  </a:lnTo>
                  <a:lnTo>
                    <a:pt x="732759" y="5221455"/>
                  </a:lnTo>
                  <a:lnTo>
                    <a:pt x="732916" y="5221455"/>
                  </a:lnTo>
                  <a:lnTo>
                    <a:pt x="733074" y="5221455"/>
                  </a:lnTo>
                  <a:lnTo>
                    <a:pt x="733074" y="5221025"/>
                  </a:lnTo>
                  <a:lnTo>
                    <a:pt x="733232" y="5221025"/>
                  </a:lnTo>
                  <a:lnTo>
                    <a:pt x="733389" y="5221025"/>
                  </a:lnTo>
                  <a:lnTo>
                    <a:pt x="733547" y="5221025"/>
                  </a:lnTo>
                  <a:lnTo>
                    <a:pt x="733705" y="5221025"/>
                  </a:lnTo>
                  <a:lnTo>
                    <a:pt x="733705" y="5220594"/>
                  </a:lnTo>
                  <a:lnTo>
                    <a:pt x="733705" y="5220163"/>
                  </a:lnTo>
                  <a:lnTo>
                    <a:pt x="733863" y="5220163"/>
                  </a:lnTo>
                  <a:lnTo>
                    <a:pt x="734020" y="5220163"/>
                  </a:lnTo>
                  <a:lnTo>
                    <a:pt x="734178" y="5220163"/>
                  </a:lnTo>
                  <a:lnTo>
                    <a:pt x="734178" y="5219733"/>
                  </a:lnTo>
                  <a:lnTo>
                    <a:pt x="734178" y="5219302"/>
                  </a:lnTo>
                  <a:lnTo>
                    <a:pt x="734336" y="5219302"/>
                  </a:lnTo>
                  <a:lnTo>
                    <a:pt x="734336" y="5218872"/>
                  </a:lnTo>
                  <a:lnTo>
                    <a:pt x="734494" y="5218872"/>
                  </a:lnTo>
                  <a:lnTo>
                    <a:pt x="734651" y="5218872"/>
                  </a:lnTo>
                  <a:lnTo>
                    <a:pt x="734809" y="5218872"/>
                  </a:lnTo>
                  <a:lnTo>
                    <a:pt x="734967" y="5218872"/>
                  </a:lnTo>
                  <a:lnTo>
                    <a:pt x="734967" y="5218441"/>
                  </a:lnTo>
                  <a:lnTo>
                    <a:pt x="735124" y="5218441"/>
                  </a:lnTo>
                  <a:lnTo>
                    <a:pt x="735282" y="5218441"/>
                  </a:lnTo>
                  <a:lnTo>
                    <a:pt x="735440" y="5218441"/>
                  </a:lnTo>
                  <a:lnTo>
                    <a:pt x="735598" y="5218441"/>
                  </a:lnTo>
                  <a:lnTo>
                    <a:pt x="735755" y="5218441"/>
                  </a:lnTo>
                  <a:lnTo>
                    <a:pt x="735913" y="5218441"/>
                  </a:lnTo>
                  <a:lnTo>
                    <a:pt x="735913" y="5218010"/>
                  </a:lnTo>
                  <a:lnTo>
                    <a:pt x="736071" y="5218010"/>
                  </a:lnTo>
                  <a:lnTo>
                    <a:pt x="736071" y="5217580"/>
                  </a:lnTo>
                  <a:lnTo>
                    <a:pt x="736071" y="5217149"/>
                  </a:lnTo>
                  <a:lnTo>
                    <a:pt x="736228" y="5217149"/>
                  </a:lnTo>
                  <a:lnTo>
                    <a:pt x="736386" y="5217149"/>
                  </a:lnTo>
                  <a:lnTo>
                    <a:pt x="736544" y="5217149"/>
                  </a:lnTo>
                  <a:lnTo>
                    <a:pt x="736702" y="5217149"/>
                  </a:lnTo>
                  <a:lnTo>
                    <a:pt x="736702" y="5216719"/>
                  </a:lnTo>
                  <a:lnTo>
                    <a:pt x="736702" y="5216288"/>
                  </a:lnTo>
                  <a:lnTo>
                    <a:pt x="736859" y="5216288"/>
                  </a:lnTo>
                  <a:lnTo>
                    <a:pt x="737017" y="5216288"/>
                  </a:lnTo>
                  <a:lnTo>
                    <a:pt x="737017" y="5215857"/>
                  </a:lnTo>
                  <a:lnTo>
                    <a:pt x="737175" y="5215857"/>
                  </a:lnTo>
                  <a:lnTo>
                    <a:pt x="737175" y="5215427"/>
                  </a:lnTo>
                  <a:lnTo>
                    <a:pt x="737332" y="5215427"/>
                  </a:lnTo>
                  <a:lnTo>
                    <a:pt x="737332" y="5214996"/>
                  </a:lnTo>
                  <a:lnTo>
                    <a:pt x="737332" y="5214566"/>
                  </a:lnTo>
                  <a:lnTo>
                    <a:pt x="737490" y="5214566"/>
                  </a:lnTo>
                  <a:lnTo>
                    <a:pt x="737490" y="5214135"/>
                  </a:lnTo>
                  <a:lnTo>
                    <a:pt x="737490" y="5213704"/>
                  </a:lnTo>
                  <a:lnTo>
                    <a:pt x="737490" y="5213274"/>
                  </a:lnTo>
                  <a:lnTo>
                    <a:pt x="737648" y="5213274"/>
                  </a:lnTo>
                  <a:lnTo>
                    <a:pt x="737806" y="5213274"/>
                  </a:lnTo>
                  <a:lnTo>
                    <a:pt x="737963" y="5213274"/>
                  </a:lnTo>
                  <a:lnTo>
                    <a:pt x="737963" y="5212843"/>
                  </a:lnTo>
                  <a:lnTo>
                    <a:pt x="738121" y="5212843"/>
                  </a:lnTo>
                  <a:lnTo>
                    <a:pt x="738279" y="5212843"/>
                  </a:lnTo>
                  <a:lnTo>
                    <a:pt x="738279" y="5212413"/>
                  </a:lnTo>
                  <a:lnTo>
                    <a:pt x="738279" y="5211982"/>
                  </a:lnTo>
                  <a:lnTo>
                    <a:pt x="738436" y="5211982"/>
                  </a:lnTo>
                  <a:lnTo>
                    <a:pt x="738436" y="5211551"/>
                  </a:lnTo>
                  <a:lnTo>
                    <a:pt x="738594" y="5211551"/>
                  </a:lnTo>
                  <a:lnTo>
                    <a:pt x="738752" y="5211551"/>
                  </a:lnTo>
                  <a:lnTo>
                    <a:pt x="738910" y="5211551"/>
                  </a:lnTo>
                  <a:lnTo>
                    <a:pt x="738910" y="5211121"/>
                  </a:lnTo>
                  <a:lnTo>
                    <a:pt x="739067" y="5211121"/>
                  </a:lnTo>
                  <a:lnTo>
                    <a:pt x="739067" y="5210690"/>
                  </a:lnTo>
                  <a:lnTo>
                    <a:pt x="739067" y="5210260"/>
                  </a:lnTo>
                  <a:lnTo>
                    <a:pt x="739225" y="5210260"/>
                  </a:lnTo>
                  <a:lnTo>
                    <a:pt x="739225" y="5209829"/>
                  </a:lnTo>
                  <a:lnTo>
                    <a:pt x="739383" y="5209829"/>
                  </a:lnTo>
                  <a:lnTo>
                    <a:pt x="739383" y="5209398"/>
                  </a:lnTo>
                  <a:lnTo>
                    <a:pt x="739541" y="5209398"/>
                  </a:lnTo>
                  <a:lnTo>
                    <a:pt x="739698" y="5209398"/>
                  </a:lnTo>
                  <a:lnTo>
                    <a:pt x="739856" y="5209398"/>
                  </a:lnTo>
                  <a:lnTo>
                    <a:pt x="739856" y="5208968"/>
                  </a:lnTo>
                  <a:lnTo>
                    <a:pt x="740014" y="5208968"/>
                  </a:lnTo>
                  <a:lnTo>
                    <a:pt x="740171" y="5208968"/>
                  </a:lnTo>
                  <a:lnTo>
                    <a:pt x="740171" y="5208537"/>
                  </a:lnTo>
                  <a:lnTo>
                    <a:pt x="740329" y="5208537"/>
                  </a:lnTo>
                  <a:lnTo>
                    <a:pt x="740329" y="5208107"/>
                  </a:lnTo>
                  <a:lnTo>
                    <a:pt x="740487" y="5208107"/>
                  </a:lnTo>
                  <a:lnTo>
                    <a:pt x="740645" y="5208107"/>
                  </a:lnTo>
                  <a:lnTo>
                    <a:pt x="740802" y="5208107"/>
                  </a:lnTo>
                  <a:lnTo>
                    <a:pt x="740802" y="5207676"/>
                  </a:lnTo>
                  <a:lnTo>
                    <a:pt x="740960" y="5207676"/>
                  </a:lnTo>
                  <a:lnTo>
                    <a:pt x="741118" y="5207676"/>
                  </a:lnTo>
                  <a:lnTo>
                    <a:pt x="741275" y="5207676"/>
                  </a:lnTo>
                  <a:lnTo>
                    <a:pt x="741433" y="5207676"/>
                  </a:lnTo>
                  <a:lnTo>
                    <a:pt x="741591" y="5207676"/>
                  </a:lnTo>
                  <a:lnTo>
                    <a:pt x="741749" y="5207676"/>
                  </a:lnTo>
                  <a:lnTo>
                    <a:pt x="741906" y="5207676"/>
                  </a:lnTo>
                  <a:lnTo>
                    <a:pt x="741906" y="5207245"/>
                  </a:lnTo>
                  <a:lnTo>
                    <a:pt x="742064" y="5207245"/>
                  </a:lnTo>
                  <a:lnTo>
                    <a:pt x="742222" y="5207245"/>
                  </a:lnTo>
                  <a:lnTo>
                    <a:pt x="742379" y="5207245"/>
                  </a:lnTo>
                  <a:lnTo>
                    <a:pt x="742537" y="5207245"/>
                  </a:lnTo>
                  <a:lnTo>
                    <a:pt x="742695" y="5207245"/>
                  </a:lnTo>
                  <a:lnTo>
                    <a:pt x="742695" y="5206815"/>
                  </a:lnTo>
                  <a:lnTo>
                    <a:pt x="742853" y="5206815"/>
                  </a:lnTo>
                  <a:lnTo>
                    <a:pt x="742853" y="5206384"/>
                  </a:lnTo>
                  <a:lnTo>
                    <a:pt x="743010" y="5206384"/>
                  </a:lnTo>
                  <a:lnTo>
                    <a:pt x="743168" y="5206384"/>
                  </a:lnTo>
                  <a:lnTo>
                    <a:pt x="743326" y="5206384"/>
                  </a:lnTo>
                  <a:lnTo>
                    <a:pt x="743483" y="5206384"/>
                  </a:lnTo>
                  <a:lnTo>
                    <a:pt x="743483" y="5205954"/>
                  </a:lnTo>
                  <a:lnTo>
                    <a:pt x="743641" y="5205954"/>
                  </a:lnTo>
                  <a:lnTo>
                    <a:pt x="743641" y="5205523"/>
                  </a:lnTo>
                  <a:lnTo>
                    <a:pt x="743641" y="5205092"/>
                  </a:lnTo>
                  <a:lnTo>
                    <a:pt x="743799" y="5205092"/>
                  </a:lnTo>
                  <a:lnTo>
                    <a:pt x="743799" y="5204662"/>
                  </a:lnTo>
                  <a:lnTo>
                    <a:pt x="743799" y="5204231"/>
                  </a:lnTo>
                  <a:lnTo>
                    <a:pt x="743957" y="5204231"/>
                  </a:lnTo>
                  <a:lnTo>
                    <a:pt x="744114" y="5204231"/>
                  </a:lnTo>
                  <a:lnTo>
                    <a:pt x="744272" y="5204231"/>
                  </a:lnTo>
                  <a:lnTo>
                    <a:pt x="744430" y="5204231"/>
                  </a:lnTo>
                  <a:lnTo>
                    <a:pt x="744430" y="5203801"/>
                  </a:lnTo>
                  <a:lnTo>
                    <a:pt x="744587" y="5203801"/>
                  </a:lnTo>
                  <a:lnTo>
                    <a:pt x="744587" y="5203370"/>
                  </a:lnTo>
                  <a:lnTo>
                    <a:pt x="744745" y="5203370"/>
                  </a:lnTo>
                  <a:lnTo>
                    <a:pt x="744903" y="5203370"/>
                  </a:lnTo>
                  <a:lnTo>
                    <a:pt x="744903" y="5202939"/>
                  </a:lnTo>
                  <a:lnTo>
                    <a:pt x="744903" y="5202509"/>
                  </a:lnTo>
                  <a:lnTo>
                    <a:pt x="745061" y="5202509"/>
                  </a:lnTo>
                  <a:lnTo>
                    <a:pt x="745218" y="5202509"/>
                  </a:lnTo>
                  <a:lnTo>
                    <a:pt x="745376" y="5202509"/>
                  </a:lnTo>
                  <a:lnTo>
                    <a:pt x="745534" y="5202509"/>
                  </a:lnTo>
                  <a:lnTo>
                    <a:pt x="745692" y="5202509"/>
                  </a:lnTo>
                  <a:lnTo>
                    <a:pt x="745849" y="5202509"/>
                  </a:lnTo>
                  <a:lnTo>
                    <a:pt x="746007" y="5202509"/>
                  </a:lnTo>
                  <a:lnTo>
                    <a:pt x="746007" y="5202078"/>
                  </a:lnTo>
                  <a:lnTo>
                    <a:pt x="746007" y="5201648"/>
                  </a:lnTo>
                  <a:lnTo>
                    <a:pt x="746165" y="5201648"/>
                  </a:lnTo>
                  <a:lnTo>
                    <a:pt x="746165" y="5201217"/>
                  </a:lnTo>
                  <a:lnTo>
                    <a:pt x="746322" y="5201217"/>
                  </a:lnTo>
                  <a:lnTo>
                    <a:pt x="746480" y="5201217"/>
                  </a:lnTo>
                  <a:lnTo>
                    <a:pt x="746638" y="5201217"/>
                  </a:lnTo>
                  <a:lnTo>
                    <a:pt x="746638" y="5200786"/>
                  </a:lnTo>
                  <a:lnTo>
                    <a:pt x="746796" y="5200786"/>
                  </a:lnTo>
                  <a:lnTo>
                    <a:pt x="746796" y="5200356"/>
                  </a:lnTo>
                  <a:lnTo>
                    <a:pt x="746953" y="5200356"/>
                  </a:lnTo>
                  <a:lnTo>
                    <a:pt x="747111" y="5200356"/>
                  </a:lnTo>
                  <a:lnTo>
                    <a:pt x="747269" y="5200356"/>
                  </a:lnTo>
                  <a:lnTo>
                    <a:pt x="747426" y="5200356"/>
                  </a:lnTo>
                  <a:lnTo>
                    <a:pt x="747426" y="5199925"/>
                  </a:lnTo>
                  <a:lnTo>
                    <a:pt x="747584" y="5199925"/>
                  </a:lnTo>
                  <a:lnTo>
                    <a:pt x="747742" y="5199925"/>
                  </a:lnTo>
                  <a:lnTo>
                    <a:pt x="747900" y="5199925"/>
                  </a:lnTo>
                  <a:lnTo>
                    <a:pt x="747900" y="5199495"/>
                  </a:lnTo>
                  <a:lnTo>
                    <a:pt x="748057" y="5199495"/>
                  </a:lnTo>
                  <a:lnTo>
                    <a:pt x="748215" y="5199495"/>
                  </a:lnTo>
                  <a:lnTo>
                    <a:pt x="748373" y="5199495"/>
                  </a:lnTo>
                  <a:lnTo>
                    <a:pt x="748530" y="5199495"/>
                  </a:lnTo>
                  <a:lnTo>
                    <a:pt x="748530" y="5199064"/>
                  </a:lnTo>
                  <a:lnTo>
                    <a:pt x="748688" y="5199064"/>
                  </a:lnTo>
                  <a:lnTo>
                    <a:pt x="748846" y="5199064"/>
                  </a:lnTo>
                  <a:lnTo>
                    <a:pt x="749004" y="5199064"/>
                  </a:lnTo>
                  <a:lnTo>
                    <a:pt x="749161" y="5199064"/>
                  </a:lnTo>
                  <a:lnTo>
                    <a:pt x="749161" y="5198633"/>
                  </a:lnTo>
                  <a:lnTo>
                    <a:pt x="749161" y="5198203"/>
                  </a:lnTo>
                  <a:lnTo>
                    <a:pt x="749319" y="5198203"/>
                  </a:lnTo>
                  <a:lnTo>
                    <a:pt x="749477" y="5198203"/>
                  </a:lnTo>
                  <a:lnTo>
                    <a:pt x="749634" y="5198203"/>
                  </a:lnTo>
                  <a:lnTo>
                    <a:pt x="749792" y="5198203"/>
                  </a:lnTo>
                  <a:lnTo>
                    <a:pt x="749950" y="5198203"/>
                  </a:lnTo>
                  <a:lnTo>
                    <a:pt x="749950" y="5197772"/>
                  </a:lnTo>
                  <a:lnTo>
                    <a:pt x="750108" y="5197772"/>
                  </a:lnTo>
                  <a:lnTo>
                    <a:pt x="750265" y="5197772"/>
                  </a:lnTo>
                  <a:lnTo>
                    <a:pt x="750423" y="5197772"/>
                  </a:lnTo>
                  <a:lnTo>
                    <a:pt x="750581" y="5197772"/>
                  </a:lnTo>
                  <a:lnTo>
                    <a:pt x="750739" y="5197772"/>
                  </a:lnTo>
                  <a:lnTo>
                    <a:pt x="750739" y="5197342"/>
                  </a:lnTo>
                  <a:lnTo>
                    <a:pt x="750896" y="5197342"/>
                  </a:lnTo>
                  <a:lnTo>
                    <a:pt x="751054" y="5197342"/>
                  </a:lnTo>
                  <a:lnTo>
                    <a:pt x="751212" y="5197342"/>
                  </a:lnTo>
                  <a:lnTo>
                    <a:pt x="751369" y="5197342"/>
                  </a:lnTo>
                  <a:lnTo>
                    <a:pt x="751527" y="5197342"/>
                  </a:lnTo>
                  <a:lnTo>
                    <a:pt x="751527" y="5196911"/>
                  </a:lnTo>
                  <a:lnTo>
                    <a:pt x="751685" y="5196911"/>
                  </a:lnTo>
                  <a:lnTo>
                    <a:pt x="751843" y="5196911"/>
                  </a:lnTo>
                  <a:lnTo>
                    <a:pt x="752000" y="5196911"/>
                  </a:lnTo>
                  <a:lnTo>
                    <a:pt x="752000" y="5196480"/>
                  </a:lnTo>
                  <a:lnTo>
                    <a:pt x="752000" y="5196050"/>
                  </a:lnTo>
                  <a:lnTo>
                    <a:pt x="752158" y="5196050"/>
                  </a:lnTo>
                  <a:lnTo>
                    <a:pt x="752316" y="5196050"/>
                  </a:lnTo>
                  <a:lnTo>
                    <a:pt x="752473" y="5196050"/>
                  </a:lnTo>
                  <a:lnTo>
                    <a:pt x="752631" y="5196050"/>
                  </a:lnTo>
                  <a:lnTo>
                    <a:pt x="752631" y="5195619"/>
                  </a:lnTo>
                  <a:lnTo>
                    <a:pt x="752789" y="5195619"/>
                  </a:lnTo>
                  <a:lnTo>
                    <a:pt x="752789" y="5195189"/>
                  </a:lnTo>
                  <a:lnTo>
                    <a:pt x="752947" y="5195189"/>
                  </a:lnTo>
                  <a:lnTo>
                    <a:pt x="753104" y="5195189"/>
                  </a:lnTo>
                  <a:lnTo>
                    <a:pt x="753104" y="5194758"/>
                  </a:lnTo>
                  <a:lnTo>
                    <a:pt x="753262" y="5194758"/>
                  </a:lnTo>
                  <a:lnTo>
                    <a:pt x="753420" y="5194758"/>
                  </a:lnTo>
                  <a:lnTo>
                    <a:pt x="753577" y="5194758"/>
                  </a:lnTo>
                  <a:lnTo>
                    <a:pt x="753735" y="5194758"/>
                  </a:lnTo>
                  <a:lnTo>
                    <a:pt x="753735" y="5194327"/>
                  </a:lnTo>
                  <a:lnTo>
                    <a:pt x="753893" y="5194327"/>
                  </a:lnTo>
                  <a:lnTo>
                    <a:pt x="753893" y="5193897"/>
                  </a:lnTo>
                  <a:lnTo>
                    <a:pt x="754051" y="5193897"/>
                  </a:lnTo>
                  <a:lnTo>
                    <a:pt x="754208" y="5193897"/>
                  </a:lnTo>
                  <a:lnTo>
                    <a:pt x="754366" y="5193897"/>
                  </a:lnTo>
                  <a:lnTo>
                    <a:pt x="754524" y="5193897"/>
                  </a:lnTo>
                  <a:lnTo>
                    <a:pt x="754681" y="5193897"/>
                  </a:lnTo>
                  <a:lnTo>
                    <a:pt x="754839" y="5193897"/>
                  </a:lnTo>
                  <a:lnTo>
                    <a:pt x="754839" y="5193466"/>
                  </a:lnTo>
                  <a:lnTo>
                    <a:pt x="754997" y="5193466"/>
                  </a:lnTo>
                  <a:lnTo>
                    <a:pt x="755155" y="5193466"/>
                  </a:lnTo>
                  <a:lnTo>
                    <a:pt x="755155" y="5193036"/>
                  </a:lnTo>
                  <a:lnTo>
                    <a:pt x="755312" y="5193036"/>
                  </a:lnTo>
                  <a:lnTo>
                    <a:pt x="755470" y="5193036"/>
                  </a:lnTo>
                  <a:lnTo>
                    <a:pt x="755470" y="5192605"/>
                  </a:lnTo>
                  <a:lnTo>
                    <a:pt x="755470" y="5192174"/>
                  </a:lnTo>
                  <a:lnTo>
                    <a:pt x="755628" y="5192174"/>
                  </a:lnTo>
                  <a:lnTo>
                    <a:pt x="755628" y="5191744"/>
                  </a:lnTo>
                  <a:lnTo>
                    <a:pt x="755628" y="5191313"/>
                  </a:lnTo>
                  <a:lnTo>
                    <a:pt x="755628" y="5190883"/>
                  </a:lnTo>
                  <a:lnTo>
                    <a:pt x="755628" y="5190452"/>
                  </a:lnTo>
                  <a:lnTo>
                    <a:pt x="755785" y="5190452"/>
                  </a:lnTo>
                  <a:lnTo>
                    <a:pt x="755943" y="5190452"/>
                  </a:lnTo>
                  <a:lnTo>
                    <a:pt x="755943" y="5190021"/>
                  </a:lnTo>
                  <a:lnTo>
                    <a:pt x="756101" y="5190021"/>
                  </a:lnTo>
                  <a:lnTo>
                    <a:pt x="756101" y="5189591"/>
                  </a:lnTo>
                  <a:lnTo>
                    <a:pt x="756101" y="5189160"/>
                  </a:lnTo>
                  <a:lnTo>
                    <a:pt x="756101" y="5188730"/>
                  </a:lnTo>
                  <a:lnTo>
                    <a:pt x="756259" y="5188730"/>
                  </a:lnTo>
                  <a:lnTo>
                    <a:pt x="756416" y="5188730"/>
                  </a:lnTo>
                  <a:lnTo>
                    <a:pt x="756574" y="5188730"/>
                  </a:lnTo>
                  <a:lnTo>
                    <a:pt x="756574" y="5188299"/>
                  </a:lnTo>
                  <a:lnTo>
                    <a:pt x="756574" y="5187868"/>
                  </a:lnTo>
                  <a:lnTo>
                    <a:pt x="756574" y="5187438"/>
                  </a:lnTo>
                  <a:lnTo>
                    <a:pt x="756574" y="5187007"/>
                  </a:lnTo>
                  <a:lnTo>
                    <a:pt x="756732" y="5187007"/>
                  </a:lnTo>
                  <a:lnTo>
                    <a:pt x="756732" y="5186577"/>
                  </a:lnTo>
                  <a:lnTo>
                    <a:pt x="756890" y="5186577"/>
                  </a:lnTo>
                  <a:lnTo>
                    <a:pt x="757047" y="5186577"/>
                  </a:lnTo>
                  <a:lnTo>
                    <a:pt x="757047" y="5186146"/>
                  </a:lnTo>
                  <a:lnTo>
                    <a:pt x="757205" y="5186146"/>
                  </a:lnTo>
                  <a:lnTo>
                    <a:pt x="757363" y="5186146"/>
                  </a:lnTo>
                  <a:lnTo>
                    <a:pt x="757520" y="5186146"/>
                  </a:lnTo>
                  <a:lnTo>
                    <a:pt x="757678" y="5186146"/>
                  </a:lnTo>
                  <a:lnTo>
                    <a:pt x="757678" y="5185715"/>
                  </a:lnTo>
                  <a:lnTo>
                    <a:pt x="757836" y="5185715"/>
                  </a:lnTo>
                  <a:lnTo>
                    <a:pt x="757994" y="5185715"/>
                  </a:lnTo>
                  <a:lnTo>
                    <a:pt x="758151" y="5185715"/>
                  </a:lnTo>
                  <a:lnTo>
                    <a:pt x="758309" y="5185715"/>
                  </a:lnTo>
                  <a:lnTo>
                    <a:pt x="758309" y="5185285"/>
                  </a:lnTo>
                  <a:lnTo>
                    <a:pt x="758309" y="5184854"/>
                  </a:lnTo>
                  <a:lnTo>
                    <a:pt x="758309" y="5184424"/>
                  </a:lnTo>
                  <a:lnTo>
                    <a:pt x="758467" y="5184424"/>
                  </a:lnTo>
                  <a:lnTo>
                    <a:pt x="758467" y="5183993"/>
                  </a:lnTo>
                  <a:lnTo>
                    <a:pt x="758467" y="5183562"/>
                  </a:lnTo>
                  <a:lnTo>
                    <a:pt x="758467" y="5183132"/>
                  </a:lnTo>
                  <a:lnTo>
                    <a:pt x="758467" y="5182701"/>
                  </a:lnTo>
                  <a:lnTo>
                    <a:pt x="758624" y="5182701"/>
                  </a:lnTo>
                  <a:lnTo>
                    <a:pt x="758782" y="5182701"/>
                  </a:lnTo>
                  <a:lnTo>
                    <a:pt x="758940" y="5182701"/>
                  </a:lnTo>
                  <a:lnTo>
                    <a:pt x="758940" y="5182271"/>
                  </a:lnTo>
                  <a:lnTo>
                    <a:pt x="758940" y="5181840"/>
                  </a:lnTo>
                  <a:lnTo>
                    <a:pt x="759098" y="5181840"/>
                  </a:lnTo>
                  <a:lnTo>
                    <a:pt x="759098" y="5181409"/>
                  </a:lnTo>
                  <a:lnTo>
                    <a:pt x="759255" y="5181409"/>
                  </a:lnTo>
                  <a:lnTo>
                    <a:pt x="759413" y="5181409"/>
                  </a:lnTo>
                  <a:lnTo>
                    <a:pt x="759413" y="5180979"/>
                  </a:lnTo>
                  <a:lnTo>
                    <a:pt x="759413" y="5180548"/>
                  </a:lnTo>
                  <a:lnTo>
                    <a:pt x="759413" y="5180118"/>
                  </a:lnTo>
                  <a:lnTo>
                    <a:pt x="759571" y="5180118"/>
                  </a:lnTo>
                  <a:lnTo>
                    <a:pt x="759728" y="5180118"/>
                  </a:lnTo>
                  <a:lnTo>
                    <a:pt x="759886" y="5180118"/>
                  </a:lnTo>
                  <a:lnTo>
                    <a:pt x="760044" y="5180118"/>
                  </a:lnTo>
                  <a:lnTo>
                    <a:pt x="760044" y="5179687"/>
                  </a:lnTo>
                  <a:lnTo>
                    <a:pt x="760044" y="5179256"/>
                  </a:lnTo>
                  <a:lnTo>
                    <a:pt x="760202" y="5179256"/>
                  </a:lnTo>
                  <a:lnTo>
                    <a:pt x="760202" y="5178826"/>
                  </a:lnTo>
                  <a:lnTo>
                    <a:pt x="760359" y="5178826"/>
                  </a:lnTo>
                  <a:lnTo>
                    <a:pt x="760517" y="5178826"/>
                  </a:lnTo>
                  <a:lnTo>
                    <a:pt x="760675" y="5178826"/>
                  </a:lnTo>
                  <a:lnTo>
                    <a:pt x="760832" y="5178826"/>
                  </a:lnTo>
                  <a:lnTo>
                    <a:pt x="760832" y="5178395"/>
                  </a:lnTo>
                  <a:lnTo>
                    <a:pt x="760832" y="5177965"/>
                  </a:lnTo>
                  <a:lnTo>
                    <a:pt x="760832" y="5177534"/>
                  </a:lnTo>
                  <a:lnTo>
                    <a:pt x="760990" y="5177534"/>
                  </a:lnTo>
                  <a:lnTo>
                    <a:pt x="761148" y="5177534"/>
                  </a:lnTo>
                  <a:lnTo>
                    <a:pt x="761306" y="5177534"/>
                  </a:lnTo>
                  <a:lnTo>
                    <a:pt x="761306" y="5177103"/>
                  </a:lnTo>
                  <a:lnTo>
                    <a:pt x="761463" y="5177103"/>
                  </a:lnTo>
                  <a:lnTo>
                    <a:pt x="761463" y="5176673"/>
                  </a:lnTo>
                  <a:lnTo>
                    <a:pt x="761463" y="5176242"/>
                  </a:lnTo>
                  <a:lnTo>
                    <a:pt x="761621" y="5176242"/>
                  </a:lnTo>
                  <a:lnTo>
                    <a:pt x="761779" y="5176242"/>
                  </a:lnTo>
                  <a:lnTo>
                    <a:pt x="761779" y="5175812"/>
                  </a:lnTo>
                  <a:lnTo>
                    <a:pt x="761779" y="5175381"/>
                  </a:lnTo>
                  <a:lnTo>
                    <a:pt x="761779" y="5174950"/>
                  </a:lnTo>
                  <a:lnTo>
                    <a:pt x="761779" y="5174520"/>
                  </a:lnTo>
                  <a:lnTo>
                    <a:pt x="761779" y="5174089"/>
                  </a:lnTo>
                  <a:lnTo>
                    <a:pt x="761779" y="5173659"/>
                  </a:lnTo>
                  <a:lnTo>
                    <a:pt x="761937" y="5173659"/>
                  </a:lnTo>
                  <a:lnTo>
                    <a:pt x="762094" y="5173659"/>
                  </a:lnTo>
                  <a:lnTo>
                    <a:pt x="762094" y="5173228"/>
                  </a:lnTo>
                  <a:lnTo>
                    <a:pt x="762252" y="5173228"/>
                  </a:lnTo>
                  <a:lnTo>
                    <a:pt x="762410" y="5173228"/>
                  </a:lnTo>
                  <a:lnTo>
                    <a:pt x="762410" y="5172797"/>
                  </a:lnTo>
                  <a:lnTo>
                    <a:pt x="762567" y="5172797"/>
                  </a:lnTo>
                  <a:lnTo>
                    <a:pt x="762725" y="5172797"/>
                  </a:lnTo>
                  <a:lnTo>
                    <a:pt x="762883" y="5172797"/>
                  </a:lnTo>
                  <a:lnTo>
                    <a:pt x="763041" y="5172797"/>
                  </a:lnTo>
                  <a:lnTo>
                    <a:pt x="763198" y="5172797"/>
                  </a:lnTo>
                  <a:lnTo>
                    <a:pt x="763356" y="5172797"/>
                  </a:lnTo>
                  <a:lnTo>
                    <a:pt x="763356" y="5172367"/>
                  </a:lnTo>
                  <a:lnTo>
                    <a:pt x="763514" y="5172367"/>
                  </a:lnTo>
                  <a:lnTo>
                    <a:pt x="763671" y="5172367"/>
                  </a:lnTo>
                  <a:lnTo>
                    <a:pt x="763671" y="5171936"/>
                  </a:lnTo>
                  <a:lnTo>
                    <a:pt x="763671" y="5171506"/>
                  </a:lnTo>
                  <a:lnTo>
                    <a:pt x="763829" y="5171506"/>
                  </a:lnTo>
                  <a:lnTo>
                    <a:pt x="763829" y="5171075"/>
                  </a:lnTo>
                  <a:lnTo>
                    <a:pt x="763987" y="5171075"/>
                  </a:lnTo>
                  <a:lnTo>
                    <a:pt x="763987" y="5170644"/>
                  </a:lnTo>
                  <a:lnTo>
                    <a:pt x="764145" y="5170644"/>
                  </a:lnTo>
                  <a:lnTo>
                    <a:pt x="764145" y="5170214"/>
                  </a:lnTo>
                  <a:lnTo>
                    <a:pt x="764145" y="5169783"/>
                  </a:lnTo>
                  <a:lnTo>
                    <a:pt x="764145" y="5169353"/>
                  </a:lnTo>
                  <a:lnTo>
                    <a:pt x="764302" y="5169353"/>
                  </a:lnTo>
                  <a:lnTo>
                    <a:pt x="764460" y="5169353"/>
                  </a:lnTo>
                  <a:lnTo>
                    <a:pt x="764618" y="5169353"/>
                  </a:lnTo>
                  <a:lnTo>
                    <a:pt x="764618" y="5168922"/>
                  </a:lnTo>
                  <a:lnTo>
                    <a:pt x="764775" y="5168922"/>
                  </a:lnTo>
                  <a:lnTo>
                    <a:pt x="764775" y="5168491"/>
                  </a:lnTo>
                  <a:lnTo>
                    <a:pt x="764933" y="5168491"/>
                  </a:lnTo>
                  <a:lnTo>
                    <a:pt x="764933" y="5168061"/>
                  </a:lnTo>
                  <a:lnTo>
                    <a:pt x="764933" y="5167630"/>
                  </a:lnTo>
                  <a:lnTo>
                    <a:pt x="764933" y="5167200"/>
                  </a:lnTo>
                  <a:lnTo>
                    <a:pt x="765091" y="5167200"/>
                  </a:lnTo>
                  <a:lnTo>
                    <a:pt x="765091" y="5166769"/>
                  </a:lnTo>
                  <a:lnTo>
                    <a:pt x="765091" y="5166338"/>
                  </a:lnTo>
                  <a:lnTo>
                    <a:pt x="765249" y="5166338"/>
                  </a:lnTo>
                  <a:lnTo>
                    <a:pt x="765406" y="5166338"/>
                  </a:lnTo>
                  <a:lnTo>
                    <a:pt x="765564" y="5166338"/>
                  </a:lnTo>
                  <a:lnTo>
                    <a:pt x="765722" y="5166338"/>
                  </a:lnTo>
                  <a:lnTo>
                    <a:pt x="765879" y="5166338"/>
                  </a:lnTo>
                  <a:lnTo>
                    <a:pt x="766037" y="5166338"/>
                  </a:lnTo>
                  <a:lnTo>
                    <a:pt x="766037" y="5165908"/>
                  </a:lnTo>
                  <a:lnTo>
                    <a:pt x="766037" y="5165477"/>
                  </a:lnTo>
                  <a:lnTo>
                    <a:pt x="766037" y="5165047"/>
                  </a:lnTo>
                  <a:lnTo>
                    <a:pt x="766037" y="5164616"/>
                  </a:lnTo>
                  <a:lnTo>
                    <a:pt x="766195" y="5164616"/>
                  </a:lnTo>
                  <a:lnTo>
                    <a:pt x="766195" y="5164185"/>
                  </a:lnTo>
                  <a:lnTo>
                    <a:pt x="766353" y="5164185"/>
                  </a:lnTo>
                  <a:lnTo>
                    <a:pt x="766510" y="5164185"/>
                  </a:lnTo>
                  <a:lnTo>
                    <a:pt x="766668" y="5164185"/>
                  </a:lnTo>
                  <a:lnTo>
                    <a:pt x="766826" y="5164185"/>
                  </a:lnTo>
                  <a:lnTo>
                    <a:pt x="766983" y="5164185"/>
                  </a:lnTo>
                  <a:lnTo>
                    <a:pt x="766983" y="5163755"/>
                  </a:lnTo>
                  <a:lnTo>
                    <a:pt x="766983" y="5163324"/>
                  </a:lnTo>
                  <a:lnTo>
                    <a:pt x="767141" y="5163324"/>
                  </a:lnTo>
                  <a:lnTo>
                    <a:pt x="767299" y="5163324"/>
                  </a:lnTo>
                  <a:lnTo>
                    <a:pt x="767457" y="5163324"/>
                  </a:lnTo>
                  <a:lnTo>
                    <a:pt x="767614" y="5163324"/>
                  </a:lnTo>
                  <a:lnTo>
                    <a:pt x="767772" y="5163324"/>
                  </a:lnTo>
                  <a:lnTo>
                    <a:pt x="767930" y="5163324"/>
                  </a:lnTo>
                  <a:lnTo>
                    <a:pt x="767930" y="5162894"/>
                  </a:lnTo>
                  <a:lnTo>
                    <a:pt x="768088" y="5162894"/>
                  </a:lnTo>
                  <a:lnTo>
                    <a:pt x="768245" y="5162894"/>
                  </a:lnTo>
                  <a:lnTo>
                    <a:pt x="768403" y="5162894"/>
                  </a:lnTo>
                  <a:lnTo>
                    <a:pt x="768403" y="5162463"/>
                  </a:lnTo>
                  <a:lnTo>
                    <a:pt x="768561" y="5162463"/>
                  </a:lnTo>
                  <a:lnTo>
                    <a:pt x="768561" y="5162032"/>
                  </a:lnTo>
                  <a:lnTo>
                    <a:pt x="768718" y="5162032"/>
                  </a:lnTo>
                  <a:lnTo>
                    <a:pt x="768718" y="5161602"/>
                  </a:lnTo>
                  <a:lnTo>
                    <a:pt x="768718" y="5161171"/>
                  </a:lnTo>
                  <a:lnTo>
                    <a:pt x="768718" y="5160741"/>
                  </a:lnTo>
                  <a:lnTo>
                    <a:pt x="768876" y="5160741"/>
                  </a:lnTo>
                  <a:lnTo>
                    <a:pt x="768876" y="5160310"/>
                  </a:lnTo>
                  <a:lnTo>
                    <a:pt x="769034" y="5160310"/>
                  </a:lnTo>
                  <a:lnTo>
                    <a:pt x="769192" y="5160310"/>
                  </a:lnTo>
                  <a:lnTo>
                    <a:pt x="769349" y="5160310"/>
                  </a:lnTo>
                  <a:lnTo>
                    <a:pt x="769349" y="5159879"/>
                  </a:lnTo>
                  <a:lnTo>
                    <a:pt x="769507" y="5159879"/>
                  </a:lnTo>
                  <a:lnTo>
                    <a:pt x="769507" y="5159449"/>
                  </a:lnTo>
                  <a:lnTo>
                    <a:pt x="769665" y="5159449"/>
                  </a:lnTo>
                  <a:lnTo>
                    <a:pt x="769665" y="5159018"/>
                  </a:lnTo>
                  <a:lnTo>
                    <a:pt x="769822" y="5159018"/>
                  </a:lnTo>
                  <a:lnTo>
                    <a:pt x="769980" y="5159018"/>
                  </a:lnTo>
                  <a:lnTo>
                    <a:pt x="770138" y="5159018"/>
                  </a:lnTo>
                  <a:lnTo>
                    <a:pt x="770296" y="5159018"/>
                  </a:lnTo>
                  <a:lnTo>
                    <a:pt x="770453" y="5159018"/>
                  </a:lnTo>
                  <a:lnTo>
                    <a:pt x="770611" y="5159018"/>
                  </a:lnTo>
                  <a:lnTo>
                    <a:pt x="770611" y="5158588"/>
                  </a:lnTo>
                  <a:lnTo>
                    <a:pt x="770611" y="5158157"/>
                  </a:lnTo>
                  <a:lnTo>
                    <a:pt x="770769" y="5158157"/>
                  </a:lnTo>
                  <a:lnTo>
                    <a:pt x="770769" y="5157726"/>
                  </a:lnTo>
                  <a:lnTo>
                    <a:pt x="770926" y="5157726"/>
                  </a:lnTo>
                  <a:lnTo>
                    <a:pt x="771084" y="5157726"/>
                  </a:lnTo>
                  <a:lnTo>
                    <a:pt x="771242" y="5157726"/>
                  </a:lnTo>
                  <a:lnTo>
                    <a:pt x="771400" y="5157726"/>
                  </a:lnTo>
                  <a:lnTo>
                    <a:pt x="771557" y="5157726"/>
                  </a:lnTo>
                  <a:lnTo>
                    <a:pt x="771715" y="5157726"/>
                  </a:lnTo>
                  <a:lnTo>
                    <a:pt x="771715" y="5157296"/>
                  </a:lnTo>
                  <a:lnTo>
                    <a:pt x="771873" y="5157296"/>
                  </a:lnTo>
                  <a:lnTo>
                    <a:pt x="772030" y="5157296"/>
                  </a:lnTo>
                  <a:lnTo>
                    <a:pt x="772030" y="5156865"/>
                  </a:lnTo>
                  <a:lnTo>
                    <a:pt x="772188" y="5156865"/>
                  </a:lnTo>
                  <a:lnTo>
                    <a:pt x="772346" y="5156865"/>
                  </a:lnTo>
                  <a:lnTo>
                    <a:pt x="772346" y="5156435"/>
                  </a:lnTo>
                  <a:lnTo>
                    <a:pt x="772346" y="5156004"/>
                  </a:lnTo>
                  <a:lnTo>
                    <a:pt x="772504" y="5156004"/>
                  </a:lnTo>
                  <a:lnTo>
                    <a:pt x="772661" y="5156004"/>
                  </a:lnTo>
                  <a:lnTo>
                    <a:pt x="772819" y="5156004"/>
                  </a:lnTo>
                  <a:lnTo>
                    <a:pt x="772819" y="5155573"/>
                  </a:lnTo>
                  <a:lnTo>
                    <a:pt x="772819" y="5155143"/>
                  </a:lnTo>
                  <a:lnTo>
                    <a:pt x="772819" y="5154712"/>
                  </a:lnTo>
                  <a:lnTo>
                    <a:pt x="772819" y="5154282"/>
                  </a:lnTo>
                  <a:lnTo>
                    <a:pt x="772819" y="5153851"/>
                  </a:lnTo>
                  <a:lnTo>
                    <a:pt x="772977" y="5153851"/>
                  </a:lnTo>
                  <a:lnTo>
                    <a:pt x="773134" y="5153851"/>
                  </a:lnTo>
                  <a:lnTo>
                    <a:pt x="773292" y="5153851"/>
                  </a:lnTo>
                  <a:lnTo>
                    <a:pt x="773450" y="5153851"/>
                  </a:lnTo>
                  <a:lnTo>
                    <a:pt x="773450" y="5153420"/>
                  </a:lnTo>
                  <a:lnTo>
                    <a:pt x="773608" y="5153420"/>
                  </a:lnTo>
                  <a:lnTo>
                    <a:pt x="773765" y="5153420"/>
                  </a:lnTo>
                  <a:lnTo>
                    <a:pt x="773923" y="5153420"/>
                  </a:lnTo>
                  <a:lnTo>
                    <a:pt x="774081" y="5153420"/>
                  </a:lnTo>
                  <a:lnTo>
                    <a:pt x="774081" y="5152990"/>
                  </a:lnTo>
                  <a:lnTo>
                    <a:pt x="774239" y="5152990"/>
                  </a:lnTo>
                  <a:lnTo>
                    <a:pt x="774396" y="5152990"/>
                  </a:lnTo>
                  <a:lnTo>
                    <a:pt x="774554" y="5152990"/>
                  </a:lnTo>
                  <a:lnTo>
                    <a:pt x="774712" y="5152990"/>
                  </a:lnTo>
                  <a:lnTo>
                    <a:pt x="774869" y="5152990"/>
                  </a:lnTo>
                  <a:lnTo>
                    <a:pt x="775027" y="5152990"/>
                  </a:lnTo>
                  <a:lnTo>
                    <a:pt x="775185" y="5152990"/>
                  </a:lnTo>
                  <a:lnTo>
                    <a:pt x="775185" y="5152559"/>
                  </a:lnTo>
                  <a:lnTo>
                    <a:pt x="775343" y="5152559"/>
                  </a:lnTo>
                  <a:lnTo>
                    <a:pt x="775343" y="5152129"/>
                  </a:lnTo>
                  <a:lnTo>
                    <a:pt x="775500" y="5152129"/>
                  </a:lnTo>
                  <a:lnTo>
                    <a:pt x="775658" y="5152129"/>
                  </a:lnTo>
                  <a:lnTo>
                    <a:pt x="775658" y="5151698"/>
                  </a:lnTo>
                  <a:lnTo>
                    <a:pt x="775658" y="5151267"/>
                  </a:lnTo>
                  <a:lnTo>
                    <a:pt x="775816" y="5151267"/>
                  </a:lnTo>
                  <a:lnTo>
                    <a:pt x="775816" y="5150837"/>
                  </a:lnTo>
                  <a:lnTo>
                    <a:pt x="775973" y="5150837"/>
                  </a:lnTo>
                  <a:lnTo>
                    <a:pt x="776131" y="5150837"/>
                  </a:lnTo>
                  <a:lnTo>
                    <a:pt x="776289" y="5150837"/>
                  </a:lnTo>
                  <a:lnTo>
                    <a:pt x="776447" y="5150837"/>
                  </a:lnTo>
                  <a:lnTo>
                    <a:pt x="776604" y="5150837"/>
                  </a:lnTo>
                  <a:lnTo>
                    <a:pt x="776604" y="5150406"/>
                  </a:lnTo>
                  <a:lnTo>
                    <a:pt x="776762" y="5150406"/>
                  </a:lnTo>
                  <a:lnTo>
                    <a:pt x="776762" y="5149976"/>
                  </a:lnTo>
                  <a:lnTo>
                    <a:pt x="776920" y="5149976"/>
                  </a:lnTo>
                  <a:lnTo>
                    <a:pt x="776920" y="5149545"/>
                  </a:lnTo>
                  <a:lnTo>
                    <a:pt x="776920" y="5149114"/>
                  </a:lnTo>
                  <a:lnTo>
                    <a:pt x="777077" y="5149114"/>
                  </a:lnTo>
                  <a:lnTo>
                    <a:pt x="777235" y="5149114"/>
                  </a:lnTo>
                  <a:lnTo>
                    <a:pt x="777393" y="5149114"/>
                  </a:lnTo>
                  <a:lnTo>
                    <a:pt x="777393" y="5148684"/>
                  </a:lnTo>
                  <a:lnTo>
                    <a:pt x="777393" y="5148253"/>
                  </a:lnTo>
                  <a:lnTo>
                    <a:pt x="777393" y="5147823"/>
                  </a:lnTo>
                  <a:lnTo>
                    <a:pt x="777551" y="5147823"/>
                  </a:lnTo>
                  <a:lnTo>
                    <a:pt x="777708" y="5147823"/>
                  </a:lnTo>
                  <a:lnTo>
                    <a:pt x="777708" y="5147392"/>
                  </a:lnTo>
                  <a:lnTo>
                    <a:pt x="777708" y="5146961"/>
                  </a:lnTo>
                  <a:lnTo>
                    <a:pt x="777708" y="5146531"/>
                  </a:lnTo>
                  <a:lnTo>
                    <a:pt x="777708" y="5146100"/>
                  </a:lnTo>
                  <a:lnTo>
                    <a:pt x="777866" y="5146100"/>
                  </a:lnTo>
                  <a:lnTo>
                    <a:pt x="778024" y="5146100"/>
                  </a:lnTo>
                  <a:lnTo>
                    <a:pt x="778024" y="5145670"/>
                  </a:lnTo>
                  <a:lnTo>
                    <a:pt x="778181" y="5145670"/>
                  </a:lnTo>
                  <a:lnTo>
                    <a:pt x="778339" y="5145670"/>
                  </a:lnTo>
                  <a:lnTo>
                    <a:pt x="778339" y="5145239"/>
                  </a:lnTo>
                  <a:lnTo>
                    <a:pt x="778339" y="5144808"/>
                  </a:lnTo>
                  <a:lnTo>
                    <a:pt x="778497" y="5144808"/>
                  </a:lnTo>
                  <a:lnTo>
                    <a:pt x="778655" y="5144808"/>
                  </a:lnTo>
                  <a:lnTo>
                    <a:pt x="778812" y="5144808"/>
                  </a:lnTo>
                  <a:lnTo>
                    <a:pt x="778812" y="5144378"/>
                  </a:lnTo>
                  <a:lnTo>
                    <a:pt x="778970" y="5144378"/>
                  </a:lnTo>
                  <a:lnTo>
                    <a:pt x="779128" y="5144378"/>
                  </a:lnTo>
                  <a:lnTo>
                    <a:pt x="779286" y="5144378"/>
                  </a:lnTo>
                  <a:lnTo>
                    <a:pt x="779286" y="5143947"/>
                  </a:lnTo>
                  <a:lnTo>
                    <a:pt x="779286" y="5143517"/>
                  </a:lnTo>
                  <a:lnTo>
                    <a:pt x="779443" y="5143517"/>
                  </a:lnTo>
                  <a:lnTo>
                    <a:pt x="779601" y="5143517"/>
                  </a:lnTo>
                  <a:lnTo>
                    <a:pt x="779759" y="5143517"/>
                  </a:lnTo>
                  <a:lnTo>
                    <a:pt x="779916" y="5143517"/>
                  </a:lnTo>
                  <a:lnTo>
                    <a:pt x="779916" y="5143086"/>
                  </a:lnTo>
                  <a:lnTo>
                    <a:pt x="780074" y="5143086"/>
                  </a:lnTo>
                  <a:lnTo>
                    <a:pt x="780232" y="5143086"/>
                  </a:lnTo>
                  <a:lnTo>
                    <a:pt x="780390" y="5143086"/>
                  </a:lnTo>
                  <a:lnTo>
                    <a:pt x="780390" y="5142655"/>
                  </a:lnTo>
                  <a:lnTo>
                    <a:pt x="780547" y="5142655"/>
                  </a:lnTo>
                  <a:lnTo>
                    <a:pt x="780547" y="5142225"/>
                  </a:lnTo>
                  <a:lnTo>
                    <a:pt x="780547" y="5141794"/>
                  </a:lnTo>
                  <a:lnTo>
                    <a:pt x="780705" y="5141794"/>
                  </a:lnTo>
                  <a:lnTo>
                    <a:pt x="780863" y="5141794"/>
                  </a:lnTo>
                  <a:lnTo>
                    <a:pt x="781020" y="5141794"/>
                  </a:lnTo>
                  <a:lnTo>
                    <a:pt x="781020" y="5141364"/>
                  </a:lnTo>
                  <a:lnTo>
                    <a:pt x="781178" y="5141364"/>
                  </a:lnTo>
                  <a:lnTo>
                    <a:pt x="781336" y="5141364"/>
                  </a:lnTo>
                  <a:lnTo>
                    <a:pt x="781336" y="5140933"/>
                  </a:lnTo>
                  <a:lnTo>
                    <a:pt x="781494" y="5140933"/>
                  </a:lnTo>
                  <a:lnTo>
                    <a:pt x="781494" y="5140502"/>
                  </a:lnTo>
                  <a:lnTo>
                    <a:pt x="781651" y="5140502"/>
                  </a:lnTo>
                  <a:lnTo>
                    <a:pt x="781809" y="5140502"/>
                  </a:lnTo>
                  <a:lnTo>
                    <a:pt x="781967" y="5140502"/>
                  </a:lnTo>
                  <a:lnTo>
                    <a:pt x="781967" y="5140072"/>
                  </a:lnTo>
                  <a:lnTo>
                    <a:pt x="782124" y="5140072"/>
                  </a:lnTo>
                  <a:lnTo>
                    <a:pt x="782282" y="5140072"/>
                  </a:lnTo>
                  <a:lnTo>
                    <a:pt x="782282" y="5139641"/>
                  </a:lnTo>
                  <a:lnTo>
                    <a:pt x="782440" y="5139641"/>
                  </a:lnTo>
                  <a:lnTo>
                    <a:pt x="782440" y="5139211"/>
                  </a:lnTo>
                  <a:lnTo>
                    <a:pt x="782598" y="5139211"/>
                  </a:lnTo>
                  <a:lnTo>
                    <a:pt x="782598" y="5138780"/>
                  </a:lnTo>
                  <a:lnTo>
                    <a:pt x="782755" y="5138780"/>
                  </a:lnTo>
                  <a:lnTo>
                    <a:pt x="782913" y="5138780"/>
                  </a:lnTo>
                  <a:lnTo>
                    <a:pt x="782913" y="5138349"/>
                  </a:lnTo>
                  <a:lnTo>
                    <a:pt x="783071" y="5138349"/>
                  </a:lnTo>
                  <a:lnTo>
                    <a:pt x="783071" y="5137919"/>
                  </a:lnTo>
                  <a:lnTo>
                    <a:pt x="783071" y="5137488"/>
                  </a:lnTo>
                  <a:lnTo>
                    <a:pt x="783071" y="5137058"/>
                  </a:lnTo>
                  <a:lnTo>
                    <a:pt x="783228" y="5137058"/>
                  </a:lnTo>
                  <a:lnTo>
                    <a:pt x="783228" y="5136627"/>
                  </a:lnTo>
                  <a:lnTo>
                    <a:pt x="783386" y="5136627"/>
                  </a:lnTo>
                  <a:lnTo>
                    <a:pt x="783544" y="5136627"/>
                  </a:lnTo>
                  <a:lnTo>
                    <a:pt x="783544" y="5136196"/>
                  </a:lnTo>
                  <a:lnTo>
                    <a:pt x="783544" y="5135766"/>
                  </a:lnTo>
                  <a:lnTo>
                    <a:pt x="783702" y="5135766"/>
                  </a:lnTo>
                  <a:lnTo>
                    <a:pt x="783702" y="5135335"/>
                  </a:lnTo>
                  <a:lnTo>
                    <a:pt x="783859" y="5135335"/>
                  </a:lnTo>
                  <a:lnTo>
                    <a:pt x="784017" y="5135335"/>
                  </a:lnTo>
                  <a:lnTo>
                    <a:pt x="784175" y="5135335"/>
                  </a:lnTo>
                  <a:lnTo>
                    <a:pt x="784332" y="5135335"/>
                  </a:lnTo>
                  <a:lnTo>
                    <a:pt x="784332" y="5134905"/>
                  </a:lnTo>
                  <a:lnTo>
                    <a:pt x="784490" y="5134905"/>
                  </a:lnTo>
                  <a:lnTo>
                    <a:pt x="784648" y="5134905"/>
                  </a:lnTo>
                  <a:lnTo>
                    <a:pt x="784806" y="5134905"/>
                  </a:lnTo>
                  <a:lnTo>
                    <a:pt x="784963" y="5134905"/>
                  </a:lnTo>
                  <a:lnTo>
                    <a:pt x="785121" y="5134905"/>
                  </a:lnTo>
                  <a:lnTo>
                    <a:pt x="785279" y="5134905"/>
                  </a:lnTo>
                  <a:lnTo>
                    <a:pt x="785437" y="5134905"/>
                  </a:lnTo>
                  <a:lnTo>
                    <a:pt x="785437" y="5134474"/>
                  </a:lnTo>
                  <a:lnTo>
                    <a:pt x="785594" y="5134474"/>
                  </a:lnTo>
                  <a:lnTo>
                    <a:pt x="785752" y="5134474"/>
                  </a:lnTo>
                  <a:lnTo>
                    <a:pt x="785752" y="5134043"/>
                  </a:lnTo>
                  <a:lnTo>
                    <a:pt x="785910" y="5134043"/>
                  </a:lnTo>
                  <a:lnTo>
                    <a:pt x="785910" y="5133613"/>
                  </a:lnTo>
                  <a:lnTo>
                    <a:pt x="786067" y="5133613"/>
                  </a:lnTo>
                  <a:lnTo>
                    <a:pt x="786067" y="5133182"/>
                  </a:lnTo>
                  <a:lnTo>
                    <a:pt x="786225" y="5133182"/>
                  </a:lnTo>
                  <a:lnTo>
                    <a:pt x="786225" y="5132752"/>
                  </a:lnTo>
                  <a:lnTo>
                    <a:pt x="786383" y="5132752"/>
                  </a:lnTo>
                  <a:lnTo>
                    <a:pt x="786541" y="5132752"/>
                  </a:lnTo>
                  <a:lnTo>
                    <a:pt x="786698" y="5132752"/>
                  </a:lnTo>
                  <a:lnTo>
                    <a:pt x="786856" y="5132752"/>
                  </a:lnTo>
                  <a:lnTo>
                    <a:pt x="787014" y="5132752"/>
                  </a:lnTo>
                  <a:lnTo>
                    <a:pt x="787014" y="5132321"/>
                  </a:lnTo>
                  <a:lnTo>
                    <a:pt x="787014" y="5131890"/>
                  </a:lnTo>
                  <a:lnTo>
                    <a:pt x="787014" y="5131460"/>
                  </a:lnTo>
                  <a:lnTo>
                    <a:pt x="787014" y="5131029"/>
                  </a:lnTo>
                  <a:lnTo>
                    <a:pt x="787014" y="5130599"/>
                  </a:lnTo>
                  <a:lnTo>
                    <a:pt x="787171" y="5130599"/>
                  </a:lnTo>
                  <a:lnTo>
                    <a:pt x="787329" y="5130599"/>
                  </a:lnTo>
                  <a:lnTo>
                    <a:pt x="787487" y="5130599"/>
                  </a:lnTo>
                  <a:lnTo>
                    <a:pt x="787645" y="5130599"/>
                  </a:lnTo>
                  <a:lnTo>
                    <a:pt x="787802" y="5130599"/>
                  </a:lnTo>
                  <a:lnTo>
                    <a:pt x="787960" y="5130599"/>
                  </a:lnTo>
                  <a:lnTo>
                    <a:pt x="787960" y="5130168"/>
                  </a:lnTo>
                  <a:lnTo>
                    <a:pt x="788118" y="5130168"/>
                  </a:lnTo>
                  <a:lnTo>
                    <a:pt x="788275" y="5130168"/>
                  </a:lnTo>
                  <a:lnTo>
                    <a:pt x="788433" y="5130168"/>
                  </a:lnTo>
                  <a:lnTo>
                    <a:pt x="788591" y="5130168"/>
                  </a:lnTo>
                  <a:lnTo>
                    <a:pt x="788591" y="5129737"/>
                  </a:lnTo>
                  <a:lnTo>
                    <a:pt x="788591" y="5129307"/>
                  </a:lnTo>
                  <a:lnTo>
                    <a:pt x="788749" y="5129307"/>
                  </a:lnTo>
                  <a:lnTo>
                    <a:pt x="788749" y="5128876"/>
                  </a:lnTo>
                  <a:lnTo>
                    <a:pt x="788749" y="5128446"/>
                  </a:lnTo>
                  <a:lnTo>
                    <a:pt x="788749" y="5128015"/>
                  </a:lnTo>
                  <a:lnTo>
                    <a:pt x="788906" y="5128015"/>
                  </a:lnTo>
                  <a:lnTo>
                    <a:pt x="788906" y="5127584"/>
                  </a:lnTo>
                  <a:lnTo>
                    <a:pt x="789064" y="5127584"/>
                  </a:lnTo>
                  <a:lnTo>
                    <a:pt x="789222" y="5127584"/>
                  </a:lnTo>
                  <a:lnTo>
                    <a:pt x="789222" y="5127154"/>
                  </a:lnTo>
                  <a:lnTo>
                    <a:pt x="789379" y="5127154"/>
                  </a:lnTo>
                  <a:lnTo>
                    <a:pt x="789537" y="5127154"/>
                  </a:lnTo>
                  <a:lnTo>
                    <a:pt x="789695" y="5127154"/>
                  </a:lnTo>
                  <a:lnTo>
                    <a:pt x="789853" y="5127154"/>
                  </a:lnTo>
                  <a:lnTo>
                    <a:pt x="790010" y="5127154"/>
                  </a:lnTo>
                  <a:lnTo>
                    <a:pt x="790168" y="5127154"/>
                  </a:lnTo>
                  <a:lnTo>
                    <a:pt x="790326" y="5127154"/>
                  </a:lnTo>
                  <a:lnTo>
                    <a:pt x="790484" y="5127154"/>
                  </a:lnTo>
                  <a:lnTo>
                    <a:pt x="790641" y="5127154"/>
                  </a:lnTo>
                  <a:lnTo>
                    <a:pt x="790641" y="5126723"/>
                  </a:lnTo>
                  <a:lnTo>
                    <a:pt x="790799" y="5126723"/>
                  </a:lnTo>
                  <a:lnTo>
                    <a:pt x="790799" y="5126293"/>
                  </a:lnTo>
                  <a:lnTo>
                    <a:pt x="790957" y="5126293"/>
                  </a:lnTo>
                  <a:lnTo>
                    <a:pt x="791114" y="5126293"/>
                  </a:lnTo>
                  <a:lnTo>
                    <a:pt x="791272" y="5126293"/>
                  </a:lnTo>
                  <a:lnTo>
                    <a:pt x="791272" y="5125862"/>
                  </a:lnTo>
                  <a:lnTo>
                    <a:pt x="791430" y="5125862"/>
                  </a:lnTo>
                  <a:lnTo>
                    <a:pt x="791588" y="5125862"/>
                  </a:lnTo>
                  <a:lnTo>
                    <a:pt x="791588" y="5125431"/>
                  </a:lnTo>
                  <a:lnTo>
                    <a:pt x="791588" y="5125001"/>
                  </a:lnTo>
                  <a:lnTo>
                    <a:pt x="791588" y="5124570"/>
                  </a:lnTo>
                  <a:lnTo>
                    <a:pt x="791745" y="5124570"/>
                  </a:lnTo>
                  <a:lnTo>
                    <a:pt x="791903" y="5124570"/>
                  </a:lnTo>
                  <a:lnTo>
                    <a:pt x="791903" y="5124140"/>
                  </a:lnTo>
                  <a:lnTo>
                    <a:pt x="791903" y="5123709"/>
                  </a:lnTo>
                  <a:lnTo>
                    <a:pt x="791903" y="5123278"/>
                  </a:lnTo>
                  <a:lnTo>
                    <a:pt x="792061" y="5123278"/>
                  </a:lnTo>
                  <a:lnTo>
                    <a:pt x="792061" y="5122848"/>
                  </a:lnTo>
                  <a:lnTo>
                    <a:pt x="792061" y="5122417"/>
                  </a:lnTo>
                  <a:lnTo>
                    <a:pt x="792218" y="5122417"/>
                  </a:lnTo>
                  <a:lnTo>
                    <a:pt x="792218" y="5121987"/>
                  </a:lnTo>
                  <a:lnTo>
                    <a:pt x="792376" y="5121987"/>
                  </a:lnTo>
                  <a:lnTo>
                    <a:pt x="792534" y="5121987"/>
                  </a:lnTo>
                  <a:lnTo>
                    <a:pt x="792534" y="5121556"/>
                  </a:lnTo>
                  <a:lnTo>
                    <a:pt x="792692" y="5121556"/>
                  </a:lnTo>
                  <a:lnTo>
                    <a:pt x="792692" y="5121125"/>
                  </a:lnTo>
                  <a:lnTo>
                    <a:pt x="792692" y="5120695"/>
                  </a:lnTo>
                  <a:lnTo>
                    <a:pt x="792692" y="5120264"/>
                  </a:lnTo>
                  <a:lnTo>
                    <a:pt x="792849" y="5120264"/>
                  </a:lnTo>
                  <a:lnTo>
                    <a:pt x="793007" y="5120264"/>
                  </a:lnTo>
                  <a:lnTo>
                    <a:pt x="793007" y="5119834"/>
                  </a:lnTo>
                  <a:lnTo>
                    <a:pt x="793007" y="5119403"/>
                  </a:lnTo>
                  <a:lnTo>
                    <a:pt x="793007" y="5118972"/>
                  </a:lnTo>
                  <a:lnTo>
                    <a:pt x="793165" y="5118972"/>
                  </a:lnTo>
                  <a:lnTo>
                    <a:pt x="793322" y="5118972"/>
                  </a:lnTo>
                  <a:lnTo>
                    <a:pt x="793322" y="5118542"/>
                  </a:lnTo>
                  <a:lnTo>
                    <a:pt x="793322" y="5118111"/>
                  </a:lnTo>
                  <a:lnTo>
                    <a:pt x="793480" y="5118111"/>
                  </a:lnTo>
                  <a:lnTo>
                    <a:pt x="793638" y="5118111"/>
                  </a:lnTo>
                  <a:lnTo>
                    <a:pt x="793796" y="5118111"/>
                  </a:lnTo>
                  <a:lnTo>
                    <a:pt x="793796" y="5117681"/>
                  </a:lnTo>
                  <a:lnTo>
                    <a:pt x="793953" y="5117681"/>
                  </a:lnTo>
                  <a:lnTo>
                    <a:pt x="794111" y="5117681"/>
                  </a:lnTo>
                  <a:lnTo>
                    <a:pt x="794111" y="5117250"/>
                  </a:lnTo>
                  <a:lnTo>
                    <a:pt x="794111" y="5116819"/>
                  </a:lnTo>
                  <a:lnTo>
                    <a:pt x="794111" y="5116389"/>
                  </a:lnTo>
                  <a:lnTo>
                    <a:pt x="794269" y="5116389"/>
                  </a:lnTo>
                  <a:lnTo>
                    <a:pt x="794269" y="5115958"/>
                  </a:lnTo>
                  <a:lnTo>
                    <a:pt x="794426" y="5115958"/>
                  </a:lnTo>
                  <a:lnTo>
                    <a:pt x="794584" y="5115958"/>
                  </a:lnTo>
                  <a:lnTo>
                    <a:pt x="794742" y="5115958"/>
                  </a:lnTo>
                  <a:lnTo>
                    <a:pt x="794742" y="5115528"/>
                  </a:lnTo>
                  <a:lnTo>
                    <a:pt x="794900" y="5115528"/>
                  </a:lnTo>
                  <a:lnTo>
                    <a:pt x="795057" y="5115528"/>
                  </a:lnTo>
                  <a:lnTo>
                    <a:pt x="795215" y="5115528"/>
                  </a:lnTo>
                  <a:lnTo>
                    <a:pt x="795373" y="5115528"/>
                  </a:lnTo>
                  <a:lnTo>
                    <a:pt x="795530" y="5115528"/>
                  </a:lnTo>
                  <a:lnTo>
                    <a:pt x="795688" y="5115528"/>
                  </a:lnTo>
                  <a:lnTo>
                    <a:pt x="795688" y="5115097"/>
                  </a:lnTo>
                  <a:lnTo>
                    <a:pt x="795688" y="5114666"/>
                  </a:lnTo>
                  <a:lnTo>
                    <a:pt x="795846" y="5114666"/>
                  </a:lnTo>
                  <a:lnTo>
                    <a:pt x="795846" y="5114236"/>
                  </a:lnTo>
                  <a:lnTo>
                    <a:pt x="796004" y="5114236"/>
                  </a:lnTo>
                  <a:lnTo>
                    <a:pt x="796004" y="5113805"/>
                  </a:lnTo>
                  <a:lnTo>
                    <a:pt x="796004" y="5113375"/>
                  </a:lnTo>
                  <a:lnTo>
                    <a:pt x="796161" y="5113375"/>
                  </a:lnTo>
                  <a:lnTo>
                    <a:pt x="796319" y="5113375"/>
                  </a:lnTo>
                  <a:lnTo>
                    <a:pt x="796477" y="5113375"/>
                  </a:lnTo>
                  <a:lnTo>
                    <a:pt x="796477" y="5112944"/>
                  </a:lnTo>
                  <a:lnTo>
                    <a:pt x="796635" y="5112944"/>
                  </a:lnTo>
                  <a:lnTo>
                    <a:pt x="796792" y="5112944"/>
                  </a:lnTo>
                  <a:lnTo>
                    <a:pt x="796950" y="5112944"/>
                  </a:lnTo>
                  <a:lnTo>
                    <a:pt x="797108" y="5112944"/>
                  </a:lnTo>
                  <a:lnTo>
                    <a:pt x="797265" y="5112944"/>
                  </a:lnTo>
                  <a:lnTo>
                    <a:pt x="797265" y="5112513"/>
                  </a:lnTo>
                  <a:lnTo>
                    <a:pt x="797423" y="5112513"/>
                  </a:lnTo>
                  <a:lnTo>
                    <a:pt x="797423" y="5112083"/>
                  </a:lnTo>
                  <a:lnTo>
                    <a:pt x="797581" y="5112083"/>
                  </a:lnTo>
                  <a:lnTo>
                    <a:pt x="797581" y="5111652"/>
                  </a:lnTo>
                  <a:lnTo>
                    <a:pt x="797739" y="5111652"/>
                  </a:lnTo>
                  <a:lnTo>
                    <a:pt x="797896" y="5111652"/>
                  </a:lnTo>
                  <a:lnTo>
                    <a:pt x="798054" y="5111652"/>
                  </a:lnTo>
                  <a:lnTo>
                    <a:pt x="798054" y="5111222"/>
                  </a:lnTo>
                  <a:lnTo>
                    <a:pt x="798212" y="5111222"/>
                  </a:lnTo>
                  <a:lnTo>
                    <a:pt x="798369" y="5111222"/>
                  </a:lnTo>
                  <a:lnTo>
                    <a:pt x="798527" y="5111222"/>
                  </a:lnTo>
                  <a:lnTo>
                    <a:pt x="798527" y="5110791"/>
                  </a:lnTo>
                  <a:lnTo>
                    <a:pt x="798685" y="5110791"/>
                  </a:lnTo>
                  <a:lnTo>
                    <a:pt x="798843" y="5110791"/>
                  </a:lnTo>
                  <a:lnTo>
                    <a:pt x="799000" y="5110791"/>
                  </a:lnTo>
                  <a:lnTo>
                    <a:pt x="799158" y="5110791"/>
                  </a:lnTo>
                  <a:lnTo>
                    <a:pt x="799158" y="5110360"/>
                  </a:lnTo>
                  <a:lnTo>
                    <a:pt x="799158" y="5109930"/>
                  </a:lnTo>
                  <a:lnTo>
                    <a:pt x="799316" y="5109930"/>
                  </a:lnTo>
                  <a:lnTo>
                    <a:pt x="799316" y="5109499"/>
                  </a:lnTo>
                  <a:lnTo>
                    <a:pt x="799473" y="5109499"/>
                  </a:lnTo>
                  <a:lnTo>
                    <a:pt x="799473" y="5109069"/>
                  </a:lnTo>
                  <a:lnTo>
                    <a:pt x="799631" y="5109069"/>
                  </a:lnTo>
                  <a:lnTo>
                    <a:pt x="799789" y="5109069"/>
                  </a:lnTo>
                  <a:lnTo>
                    <a:pt x="799789" y="5108638"/>
                  </a:lnTo>
                  <a:lnTo>
                    <a:pt x="799947" y="5108638"/>
                  </a:lnTo>
                  <a:lnTo>
                    <a:pt x="799947" y="5108207"/>
                  </a:lnTo>
                  <a:lnTo>
                    <a:pt x="800104" y="5108207"/>
                  </a:lnTo>
                  <a:lnTo>
                    <a:pt x="800262" y="5108207"/>
                  </a:lnTo>
                  <a:lnTo>
                    <a:pt x="800420" y="5108207"/>
                  </a:lnTo>
                  <a:lnTo>
                    <a:pt x="800577" y="5108207"/>
                  </a:lnTo>
                  <a:lnTo>
                    <a:pt x="800735" y="5108207"/>
                  </a:lnTo>
                  <a:lnTo>
                    <a:pt x="800893" y="5108207"/>
                  </a:lnTo>
                  <a:lnTo>
                    <a:pt x="800893" y="5107777"/>
                  </a:lnTo>
                  <a:lnTo>
                    <a:pt x="801051" y="5107777"/>
                  </a:lnTo>
                  <a:lnTo>
                    <a:pt x="801051" y="5107346"/>
                  </a:lnTo>
                  <a:lnTo>
                    <a:pt x="801051" y="5106916"/>
                  </a:lnTo>
                  <a:lnTo>
                    <a:pt x="801208" y="5106916"/>
                  </a:lnTo>
                  <a:lnTo>
                    <a:pt x="801208" y="5106485"/>
                  </a:lnTo>
                  <a:lnTo>
                    <a:pt x="801208" y="5106054"/>
                  </a:lnTo>
                  <a:lnTo>
                    <a:pt x="801366" y="5106054"/>
                  </a:lnTo>
                  <a:lnTo>
                    <a:pt x="801366" y="5105624"/>
                  </a:lnTo>
                  <a:lnTo>
                    <a:pt x="801366" y="5105193"/>
                  </a:lnTo>
                  <a:lnTo>
                    <a:pt x="801524" y="5105193"/>
                  </a:lnTo>
                  <a:lnTo>
                    <a:pt x="801682" y="5105193"/>
                  </a:lnTo>
                  <a:lnTo>
                    <a:pt x="801839" y="5105193"/>
                  </a:lnTo>
                  <a:lnTo>
                    <a:pt x="801997" y="5105193"/>
                  </a:lnTo>
                  <a:lnTo>
                    <a:pt x="802155" y="5105193"/>
                  </a:lnTo>
                  <a:lnTo>
                    <a:pt x="802312" y="5105193"/>
                  </a:lnTo>
                  <a:lnTo>
                    <a:pt x="802470" y="5105193"/>
                  </a:lnTo>
                  <a:lnTo>
                    <a:pt x="802628" y="5105193"/>
                  </a:lnTo>
                  <a:lnTo>
                    <a:pt x="802628" y="5104763"/>
                  </a:lnTo>
                  <a:lnTo>
                    <a:pt x="802786" y="5104763"/>
                  </a:lnTo>
                  <a:lnTo>
                    <a:pt x="802943" y="5104763"/>
                  </a:lnTo>
                  <a:lnTo>
                    <a:pt x="803101" y="5104763"/>
                  </a:lnTo>
                  <a:lnTo>
                    <a:pt x="803259" y="5104763"/>
                  </a:lnTo>
                  <a:lnTo>
                    <a:pt x="803416" y="5104763"/>
                  </a:lnTo>
                  <a:lnTo>
                    <a:pt x="803574" y="5104763"/>
                  </a:lnTo>
                  <a:lnTo>
                    <a:pt x="803732" y="5104763"/>
                  </a:lnTo>
                  <a:lnTo>
                    <a:pt x="803890" y="5104763"/>
                  </a:lnTo>
                  <a:lnTo>
                    <a:pt x="803890" y="5104332"/>
                  </a:lnTo>
                  <a:lnTo>
                    <a:pt x="804047" y="5104332"/>
                  </a:lnTo>
                  <a:lnTo>
                    <a:pt x="804205" y="5104332"/>
                  </a:lnTo>
                  <a:lnTo>
                    <a:pt x="804205" y="5103901"/>
                  </a:lnTo>
                  <a:lnTo>
                    <a:pt x="804205" y="5103471"/>
                  </a:lnTo>
                  <a:lnTo>
                    <a:pt x="804363" y="5103471"/>
                  </a:lnTo>
                  <a:lnTo>
                    <a:pt x="804520" y="5103471"/>
                  </a:lnTo>
                  <a:lnTo>
                    <a:pt x="804678" y="5103471"/>
                  </a:lnTo>
                  <a:lnTo>
                    <a:pt x="804678" y="5103040"/>
                  </a:lnTo>
                  <a:lnTo>
                    <a:pt x="804836" y="5103040"/>
                  </a:lnTo>
                  <a:lnTo>
                    <a:pt x="804994" y="5103040"/>
                  </a:lnTo>
                  <a:lnTo>
                    <a:pt x="805151" y="5103040"/>
                  </a:lnTo>
                  <a:lnTo>
                    <a:pt x="805309" y="5103040"/>
                  </a:lnTo>
                  <a:lnTo>
                    <a:pt x="805467" y="5103040"/>
                  </a:lnTo>
                  <a:lnTo>
                    <a:pt x="805467" y="5102610"/>
                  </a:lnTo>
                  <a:lnTo>
                    <a:pt x="805624" y="5102610"/>
                  </a:lnTo>
                  <a:lnTo>
                    <a:pt x="805624" y="5102179"/>
                  </a:lnTo>
                  <a:lnTo>
                    <a:pt x="805624" y="5101748"/>
                  </a:lnTo>
                  <a:lnTo>
                    <a:pt x="805782" y="5101748"/>
                  </a:lnTo>
                  <a:lnTo>
                    <a:pt x="805782" y="5101318"/>
                  </a:lnTo>
                  <a:lnTo>
                    <a:pt x="805940" y="5101318"/>
                  </a:lnTo>
                  <a:lnTo>
                    <a:pt x="805940" y="5100887"/>
                  </a:lnTo>
                  <a:lnTo>
                    <a:pt x="805940" y="5100457"/>
                  </a:lnTo>
                  <a:lnTo>
                    <a:pt x="806098" y="5100457"/>
                  </a:lnTo>
                  <a:lnTo>
                    <a:pt x="806098" y="5100026"/>
                  </a:lnTo>
                  <a:lnTo>
                    <a:pt x="806255" y="5100026"/>
                  </a:lnTo>
                  <a:lnTo>
                    <a:pt x="806413" y="5100026"/>
                  </a:lnTo>
                  <a:lnTo>
                    <a:pt x="806413" y="5099595"/>
                  </a:lnTo>
                  <a:lnTo>
                    <a:pt x="806571" y="5099595"/>
                  </a:lnTo>
                  <a:lnTo>
                    <a:pt x="806728" y="5099595"/>
                  </a:lnTo>
                  <a:lnTo>
                    <a:pt x="806886" y="5099595"/>
                  </a:lnTo>
                  <a:lnTo>
                    <a:pt x="807044" y="5099595"/>
                  </a:lnTo>
                  <a:lnTo>
                    <a:pt x="807202" y="5099595"/>
                  </a:lnTo>
                  <a:lnTo>
                    <a:pt x="807359" y="5099595"/>
                  </a:lnTo>
                  <a:lnTo>
                    <a:pt x="807359" y="5099165"/>
                  </a:lnTo>
                  <a:lnTo>
                    <a:pt x="807517" y="5099165"/>
                  </a:lnTo>
                  <a:lnTo>
                    <a:pt x="807517" y="5098734"/>
                  </a:lnTo>
                  <a:lnTo>
                    <a:pt x="807675" y="5098734"/>
                  </a:lnTo>
                  <a:lnTo>
                    <a:pt x="807675" y="5098304"/>
                  </a:lnTo>
                  <a:lnTo>
                    <a:pt x="807675" y="5097873"/>
                  </a:lnTo>
                  <a:lnTo>
                    <a:pt x="807833" y="5097873"/>
                  </a:lnTo>
                  <a:lnTo>
                    <a:pt x="807990" y="5097873"/>
                  </a:lnTo>
                  <a:lnTo>
                    <a:pt x="807990" y="5097442"/>
                  </a:lnTo>
                  <a:lnTo>
                    <a:pt x="808148" y="5097442"/>
                  </a:lnTo>
                  <a:lnTo>
                    <a:pt x="808148" y="5097012"/>
                  </a:lnTo>
                  <a:lnTo>
                    <a:pt x="808148" y="5096581"/>
                  </a:lnTo>
                  <a:lnTo>
                    <a:pt x="808306" y="5096581"/>
                  </a:lnTo>
                  <a:lnTo>
                    <a:pt x="808463" y="5096581"/>
                  </a:lnTo>
                  <a:lnTo>
                    <a:pt x="808463" y="5096151"/>
                  </a:lnTo>
                  <a:lnTo>
                    <a:pt x="808463" y="5095720"/>
                  </a:lnTo>
                  <a:lnTo>
                    <a:pt x="808463" y="5095289"/>
                  </a:lnTo>
                  <a:lnTo>
                    <a:pt x="808621" y="5095289"/>
                  </a:lnTo>
                  <a:lnTo>
                    <a:pt x="808779" y="5095289"/>
                  </a:lnTo>
                  <a:lnTo>
                    <a:pt x="808779" y="5094859"/>
                  </a:lnTo>
                  <a:lnTo>
                    <a:pt x="808937" y="5094859"/>
                  </a:lnTo>
                  <a:lnTo>
                    <a:pt x="809094" y="5094859"/>
                  </a:lnTo>
                  <a:lnTo>
                    <a:pt x="809094" y="5094428"/>
                  </a:lnTo>
                  <a:lnTo>
                    <a:pt x="809252" y="5094428"/>
                  </a:lnTo>
                  <a:lnTo>
                    <a:pt x="809410" y="5094428"/>
                  </a:lnTo>
                  <a:lnTo>
                    <a:pt x="809567" y="5094428"/>
                  </a:lnTo>
                  <a:lnTo>
                    <a:pt x="809567" y="5093998"/>
                  </a:lnTo>
                  <a:lnTo>
                    <a:pt x="809725" y="5093998"/>
                  </a:lnTo>
                  <a:lnTo>
                    <a:pt x="809883" y="5093998"/>
                  </a:lnTo>
                  <a:lnTo>
                    <a:pt x="810041" y="5093998"/>
                  </a:lnTo>
                  <a:lnTo>
                    <a:pt x="810198" y="5093998"/>
                  </a:lnTo>
                  <a:lnTo>
                    <a:pt x="810356" y="5093998"/>
                  </a:lnTo>
                  <a:lnTo>
                    <a:pt x="810514" y="5093998"/>
                  </a:lnTo>
                  <a:lnTo>
                    <a:pt x="810514" y="5093567"/>
                  </a:lnTo>
                  <a:lnTo>
                    <a:pt x="810514" y="5093136"/>
                  </a:lnTo>
                  <a:lnTo>
                    <a:pt x="810671" y="5093136"/>
                  </a:lnTo>
                  <a:lnTo>
                    <a:pt x="810671" y="5092706"/>
                  </a:lnTo>
                  <a:lnTo>
                    <a:pt x="810829" y="5092706"/>
                  </a:lnTo>
                  <a:lnTo>
                    <a:pt x="810987" y="5092706"/>
                  </a:lnTo>
                  <a:lnTo>
                    <a:pt x="811145" y="5092706"/>
                  </a:lnTo>
                  <a:lnTo>
                    <a:pt x="811145" y="5092275"/>
                  </a:lnTo>
                  <a:lnTo>
                    <a:pt x="811145" y="5091845"/>
                  </a:lnTo>
                  <a:lnTo>
                    <a:pt x="811302" y="5091845"/>
                  </a:lnTo>
                  <a:lnTo>
                    <a:pt x="811460" y="5091845"/>
                  </a:lnTo>
                  <a:lnTo>
                    <a:pt x="811460" y="5091414"/>
                  </a:lnTo>
                  <a:lnTo>
                    <a:pt x="811460" y="5090983"/>
                  </a:lnTo>
                  <a:lnTo>
                    <a:pt x="811618" y="5090983"/>
                  </a:lnTo>
                  <a:lnTo>
                    <a:pt x="811775" y="5090983"/>
                  </a:lnTo>
                  <a:lnTo>
                    <a:pt x="811933" y="5090983"/>
                  </a:lnTo>
                  <a:lnTo>
                    <a:pt x="812091" y="5090983"/>
                  </a:lnTo>
                  <a:lnTo>
                    <a:pt x="812249" y="5090983"/>
                  </a:lnTo>
                  <a:lnTo>
                    <a:pt x="812406" y="5090983"/>
                  </a:lnTo>
                  <a:lnTo>
                    <a:pt x="812564" y="5090983"/>
                  </a:lnTo>
                  <a:lnTo>
                    <a:pt x="812722" y="5090983"/>
                  </a:lnTo>
                  <a:lnTo>
                    <a:pt x="812880" y="5090983"/>
                  </a:lnTo>
                  <a:lnTo>
                    <a:pt x="812880" y="5090553"/>
                  </a:lnTo>
                  <a:lnTo>
                    <a:pt x="813037" y="5090553"/>
                  </a:lnTo>
                  <a:lnTo>
                    <a:pt x="813037" y="5090122"/>
                  </a:lnTo>
                  <a:lnTo>
                    <a:pt x="813195" y="5090122"/>
                  </a:lnTo>
                  <a:lnTo>
                    <a:pt x="813353" y="5090122"/>
                  </a:lnTo>
                  <a:lnTo>
                    <a:pt x="813353" y="5089692"/>
                  </a:lnTo>
                  <a:lnTo>
                    <a:pt x="813353" y="5089261"/>
                  </a:lnTo>
                  <a:lnTo>
                    <a:pt x="813510" y="5089261"/>
                  </a:lnTo>
                  <a:lnTo>
                    <a:pt x="813668" y="5089261"/>
                  </a:lnTo>
                  <a:lnTo>
                    <a:pt x="813668" y="5088830"/>
                  </a:lnTo>
                  <a:lnTo>
                    <a:pt x="813826" y="5088830"/>
                  </a:lnTo>
                  <a:lnTo>
                    <a:pt x="813826" y="5088400"/>
                  </a:lnTo>
                  <a:lnTo>
                    <a:pt x="813984" y="5088400"/>
                  </a:lnTo>
                  <a:lnTo>
                    <a:pt x="813984" y="5087969"/>
                  </a:lnTo>
                  <a:lnTo>
                    <a:pt x="814141" y="5087969"/>
                  </a:lnTo>
                  <a:lnTo>
                    <a:pt x="814141" y="5087539"/>
                  </a:lnTo>
                  <a:lnTo>
                    <a:pt x="814299" y="5087539"/>
                  </a:lnTo>
                  <a:lnTo>
                    <a:pt x="814457" y="5087539"/>
                  </a:lnTo>
                  <a:lnTo>
                    <a:pt x="814457" y="5087108"/>
                  </a:lnTo>
                  <a:lnTo>
                    <a:pt x="814614" y="5087108"/>
                  </a:lnTo>
                  <a:lnTo>
                    <a:pt x="814772" y="5087108"/>
                  </a:lnTo>
                  <a:lnTo>
                    <a:pt x="814930" y="5087108"/>
                  </a:lnTo>
                  <a:lnTo>
                    <a:pt x="814930" y="5086677"/>
                  </a:lnTo>
                  <a:lnTo>
                    <a:pt x="815088" y="5086677"/>
                  </a:lnTo>
                  <a:lnTo>
                    <a:pt x="815245" y="5086677"/>
                  </a:lnTo>
                  <a:lnTo>
                    <a:pt x="815403" y="5086677"/>
                  </a:lnTo>
                  <a:lnTo>
                    <a:pt x="815561" y="5086677"/>
                  </a:lnTo>
                  <a:lnTo>
                    <a:pt x="815561" y="5086247"/>
                  </a:lnTo>
                  <a:lnTo>
                    <a:pt x="815718" y="5086247"/>
                  </a:lnTo>
                  <a:lnTo>
                    <a:pt x="815876" y="5086247"/>
                  </a:lnTo>
                  <a:lnTo>
                    <a:pt x="816034" y="5086247"/>
                  </a:lnTo>
                  <a:lnTo>
                    <a:pt x="816192" y="5086247"/>
                  </a:lnTo>
                  <a:lnTo>
                    <a:pt x="816349" y="5086247"/>
                  </a:lnTo>
                  <a:lnTo>
                    <a:pt x="816507" y="5086247"/>
                  </a:lnTo>
                  <a:lnTo>
                    <a:pt x="816665" y="5086247"/>
                  </a:lnTo>
                  <a:lnTo>
                    <a:pt x="816665" y="5085816"/>
                  </a:lnTo>
                  <a:lnTo>
                    <a:pt x="816822" y="5085816"/>
                  </a:lnTo>
                  <a:lnTo>
                    <a:pt x="816980" y="5085816"/>
                  </a:lnTo>
                  <a:lnTo>
                    <a:pt x="817138" y="5085816"/>
                  </a:lnTo>
                  <a:lnTo>
                    <a:pt x="817296" y="5085816"/>
                  </a:lnTo>
                  <a:lnTo>
                    <a:pt x="817453" y="5085816"/>
                  </a:lnTo>
                  <a:lnTo>
                    <a:pt x="817453" y="5085386"/>
                  </a:lnTo>
                  <a:lnTo>
                    <a:pt x="817611" y="5085386"/>
                  </a:lnTo>
                  <a:lnTo>
                    <a:pt x="817769" y="5085386"/>
                  </a:lnTo>
                  <a:lnTo>
                    <a:pt x="817926" y="5085386"/>
                  </a:lnTo>
                  <a:lnTo>
                    <a:pt x="818084" y="5085386"/>
                  </a:lnTo>
                  <a:lnTo>
                    <a:pt x="818242" y="5085386"/>
                  </a:lnTo>
                  <a:lnTo>
                    <a:pt x="818400" y="5085386"/>
                  </a:lnTo>
                  <a:lnTo>
                    <a:pt x="818557" y="5085386"/>
                  </a:lnTo>
                  <a:lnTo>
                    <a:pt x="818557" y="5084955"/>
                  </a:lnTo>
                  <a:lnTo>
                    <a:pt x="818557" y="5084524"/>
                  </a:lnTo>
                  <a:lnTo>
                    <a:pt x="818557" y="5084094"/>
                  </a:lnTo>
                  <a:lnTo>
                    <a:pt x="818715" y="5084094"/>
                  </a:lnTo>
                  <a:lnTo>
                    <a:pt x="818873" y="5084094"/>
                  </a:lnTo>
                  <a:lnTo>
                    <a:pt x="819031" y="5084094"/>
                  </a:lnTo>
                  <a:lnTo>
                    <a:pt x="819188" y="5084094"/>
                  </a:lnTo>
                  <a:lnTo>
                    <a:pt x="819346" y="5084094"/>
                  </a:lnTo>
                  <a:lnTo>
                    <a:pt x="819504" y="5084094"/>
                  </a:lnTo>
                  <a:lnTo>
                    <a:pt x="819504" y="5083663"/>
                  </a:lnTo>
                  <a:lnTo>
                    <a:pt x="819661" y="5083663"/>
                  </a:lnTo>
                  <a:lnTo>
                    <a:pt x="819661" y="5083233"/>
                  </a:lnTo>
                  <a:lnTo>
                    <a:pt x="819661" y="5082802"/>
                  </a:lnTo>
                  <a:lnTo>
                    <a:pt x="819661" y="5082371"/>
                  </a:lnTo>
                  <a:lnTo>
                    <a:pt x="819819" y="5082371"/>
                  </a:lnTo>
                  <a:lnTo>
                    <a:pt x="819977" y="5082371"/>
                  </a:lnTo>
                  <a:lnTo>
                    <a:pt x="819977" y="5081941"/>
                  </a:lnTo>
                  <a:lnTo>
                    <a:pt x="819977" y="5081510"/>
                  </a:lnTo>
                  <a:lnTo>
                    <a:pt x="819977" y="5081080"/>
                  </a:lnTo>
                  <a:lnTo>
                    <a:pt x="820135" y="5081080"/>
                  </a:lnTo>
                  <a:lnTo>
                    <a:pt x="820292" y="5081080"/>
                  </a:lnTo>
                  <a:lnTo>
                    <a:pt x="820292" y="5080649"/>
                  </a:lnTo>
                  <a:lnTo>
                    <a:pt x="820450" y="5080649"/>
                  </a:lnTo>
                  <a:lnTo>
                    <a:pt x="820608" y="5080649"/>
                  </a:lnTo>
                  <a:lnTo>
                    <a:pt x="820608" y="5080218"/>
                  </a:lnTo>
                  <a:lnTo>
                    <a:pt x="820608" y="5079788"/>
                  </a:lnTo>
                  <a:lnTo>
                    <a:pt x="820608" y="5079357"/>
                  </a:lnTo>
                  <a:lnTo>
                    <a:pt x="820608" y="5078927"/>
                  </a:lnTo>
                  <a:lnTo>
                    <a:pt x="820608" y="5078496"/>
                  </a:lnTo>
                  <a:lnTo>
                    <a:pt x="820765" y="5078496"/>
                  </a:lnTo>
                  <a:lnTo>
                    <a:pt x="820923" y="5078496"/>
                  </a:lnTo>
                  <a:lnTo>
                    <a:pt x="820923" y="5078065"/>
                  </a:lnTo>
                  <a:lnTo>
                    <a:pt x="820923" y="5077635"/>
                  </a:lnTo>
                  <a:lnTo>
                    <a:pt x="821081" y="5077635"/>
                  </a:lnTo>
                  <a:lnTo>
                    <a:pt x="821081" y="5077204"/>
                  </a:lnTo>
                  <a:lnTo>
                    <a:pt x="821239" y="5077204"/>
                  </a:lnTo>
                  <a:lnTo>
                    <a:pt x="821239" y="5076774"/>
                  </a:lnTo>
                  <a:lnTo>
                    <a:pt x="821396" y="5076774"/>
                  </a:lnTo>
                  <a:lnTo>
                    <a:pt x="821396" y="5076343"/>
                  </a:lnTo>
                  <a:lnTo>
                    <a:pt x="821554" y="5076343"/>
                  </a:lnTo>
                  <a:lnTo>
                    <a:pt x="821554" y="5075912"/>
                  </a:lnTo>
                  <a:lnTo>
                    <a:pt x="821554" y="5075482"/>
                  </a:lnTo>
                  <a:lnTo>
                    <a:pt x="821712" y="5075482"/>
                  </a:lnTo>
                  <a:lnTo>
                    <a:pt x="821712" y="5075051"/>
                  </a:lnTo>
                  <a:lnTo>
                    <a:pt x="821869" y="5075051"/>
                  </a:lnTo>
                  <a:lnTo>
                    <a:pt x="822027" y="5075051"/>
                  </a:lnTo>
                  <a:lnTo>
                    <a:pt x="822185" y="5075051"/>
                  </a:lnTo>
                  <a:lnTo>
                    <a:pt x="822343" y="5075051"/>
                  </a:lnTo>
                  <a:lnTo>
                    <a:pt x="822500" y="5075051"/>
                  </a:lnTo>
                  <a:lnTo>
                    <a:pt x="822658" y="5075051"/>
                  </a:lnTo>
                  <a:lnTo>
                    <a:pt x="822658" y="5074621"/>
                  </a:lnTo>
                  <a:lnTo>
                    <a:pt x="822816" y="5074621"/>
                  </a:lnTo>
                  <a:lnTo>
                    <a:pt x="822816" y="5074190"/>
                  </a:lnTo>
                  <a:lnTo>
                    <a:pt x="822973" y="5074190"/>
                  </a:lnTo>
                  <a:lnTo>
                    <a:pt x="822973" y="5073759"/>
                  </a:lnTo>
                  <a:lnTo>
                    <a:pt x="823131" y="5073759"/>
                  </a:lnTo>
                  <a:lnTo>
                    <a:pt x="823131" y="5073329"/>
                  </a:lnTo>
                  <a:lnTo>
                    <a:pt x="823131" y="5072898"/>
                  </a:lnTo>
                  <a:lnTo>
                    <a:pt x="823289" y="5072898"/>
                  </a:lnTo>
                  <a:lnTo>
                    <a:pt x="823447" y="5072898"/>
                  </a:lnTo>
                  <a:lnTo>
                    <a:pt x="823447" y="5072468"/>
                  </a:lnTo>
                  <a:lnTo>
                    <a:pt x="823447" y="5072037"/>
                  </a:lnTo>
                  <a:lnTo>
                    <a:pt x="823604" y="5072037"/>
                  </a:lnTo>
                  <a:lnTo>
                    <a:pt x="823604" y="5071606"/>
                  </a:lnTo>
                  <a:lnTo>
                    <a:pt x="823604" y="5071176"/>
                  </a:lnTo>
                  <a:lnTo>
                    <a:pt x="823604" y="5070745"/>
                  </a:lnTo>
                  <a:lnTo>
                    <a:pt x="823604" y="5070315"/>
                  </a:lnTo>
                  <a:lnTo>
                    <a:pt x="823604" y="5069884"/>
                  </a:lnTo>
                  <a:lnTo>
                    <a:pt x="823762" y="5069884"/>
                  </a:lnTo>
                  <a:lnTo>
                    <a:pt x="823762" y="5069453"/>
                  </a:lnTo>
                  <a:lnTo>
                    <a:pt x="823762" y="5069023"/>
                  </a:lnTo>
                  <a:lnTo>
                    <a:pt x="823920" y="5069023"/>
                  </a:lnTo>
                  <a:lnTo>
                    <a:pt x="824078" y="5069023"/>
                  </a:lnTo>
                  <a:lnTo>
                    <a:pt x="824078" y="5068592"/>
                  </a:lnTo>
                  <a:lnTo>
                    <a:pt x="824235" y="5068592"/>
                  </a:lnTo>
                  <a:lnTo>
                    <a:pt x="824393" y="5068592"/>
                  </a:lnTo>
                  <a:lnTo>
                    <a:pt x="824393" y="5068162"/>
                  </a:lnTo>
                  <a:lnTo>
                    <a:pt x="824393" y="5067731"/>
                  </a:lnTo>
                  <a:lnTo>
                    <a:pt x="824393" y="5067300"/>
                  </a:lnTo>
                  <a:lnTo>
                    <a:pt x="824551" y="5067300"/>
                  </a:lnTo>
                  <a:lnTo>
                    <a:pt x="824551" y="5066870"/>
                  </a:lnTo>
                  <a:lnTo>
                    <a:pt x="824708" y="5066870"/>
                  </a:lnTo>
                  <a:lnTo>
                    <a:pt x="824866" y="5066870"/>
                  </a:lnTo>
                  <a:lnTo>
                    <a:pt x="825024" y="5066870"/>
                  </a:lnTo>
                  <a:lnTo>
                    <a:pt x="825182" y="5066870"/>
                  </a:lnTo>
                  <a:lnTo>
                    <a:pt x="825339" y="5066870"/>
                  </a:lnTo>
                  <a:lnTo>
                    <a:pt x="825497" y="5066870"/>
                  </a:lnTo>
                  <a:lnTo>
                    <a:pt x="825655" y="5066870"/>
                  </a:lnTo>
                  <a:lnTo>
                    <a:pt x="825812" y="5066870"/>
                  </a:lnTo>
                  <a:lnTo>
                    <a:pt x="825970" y="5066870"/>
                  </a:lnTo>
                  <a:lnTo>
                    <a:pt x="826128" y="5066870"/>
                  </a:lnTo>
                  <a:lnTo>
                    <a:pt x="826128" y="5066439"/>
                  </a:lnTo>
                  <a:lnTo>
                    <a:pt x="826128" y="5066009"/>
                  </a:lnTo>
                  <a:lnTo>
                    <a:pt x="826286" y="5066009"/>
                  </a:lnTo>
                  <a:lnTo>
                    <a:pt x="826443" y="5066009"/>
                  </a:lnTo>
                  <a:lnTo>
                    <a:pt x="826601" y="5066009"/>
                  </a:lnTo>
                  <a:lnTo>
                    <a:pt x="826759" y="5066009"/>
                  </a:lnTo>
                  <a:lnTo>
                    <a:pt x="826759" y="5065578"/>
                  </a:lnTo>
                  <a:lnTo>
                    <a:pt x="826916" y="5065578"/>
                  </a:lnTo>
                  <a:lnTo>
                    <a:pt x="827074" y="5065578"/>
                  </a:lnTo>
                  <a:lnTo>
                    <a:pt x="827232" y="5065578"/>
                  </a:lnTo>
                  <a:lnTo>
                    <a:pt x="827390" y="5065578"/>
                  </a:lnTo>
                  <a:lnTo>
                    <a:pt x="827390" y="5065147"/>
                  </a:lnTo>
                  <a:lnTo>
                    <a:pt x="827547" y="5065147"/>
                  </a:lnTo>
                  <a:lnTo>
                    <a:pt x="827547" y="5064717"/>
                  </a:lnTo>
                  <a:lnTo>
                    <a:pt x="827705" y="5064717"/>
                  </a:lnTo>
                  <a:lnTo>
                    <a:pt x="827705" y="5064286"/>
                  </a:lnTo>
                  <a:lnTo>
                    <a:pt x="827705" y="5063856"/>
                  </a:lnTo>
                  <a:lnTo>
                    <a:pt x="827705" y="5063425"/>
                  </a:lnTo>
                  <a:lnTo>
                    <a:pt x="827863" y="5063425"/>
                  </a:lnTo>
                  <a:lnTo>
                    <a:pt x="828020" y="5063425"/>
                  </a:lnTo>
                  <a:lnTo>
                    <a:pt x="828178" y="5063425"/>
                  </a:lnTo>
                  <a:lnTo>
                    <a:pt x="828336" y="5063425"/>
                  </a:lnTo>
                  <a:lnTo>
                    <a:pt x="828494" y="5063425"/>
                  </a:lnTo>
                  <a:lnTo>
                    <a:pt x="828651" y="5063425"/>
                  </a:lnTo>
                  <a:lnTo>
                    <a:pt x="828809" y="5063425"/>
                  </a:lnTo>
                  <a:lnTo>
                    <a:pt x="828809" y="5062994"/>
                  </a:lnTo>
                  <a:lnTo>
                    <a:pt x="828967" y="5062994"/>
                  </a:lnTo>
                  <a:lnTo>
                    <a:pt x="829124" y="5062994"/>
                  </a:lnTo>
                  <a:lnTo>
                    <a:pt x="829282" y="5062994"/>
                  </a:lnTo>
                  <a:lnTo>
                    <a:pt x="829440" y="5062994"/>
                  </a:lnTo>
                  <a:lnTo>
                    <a:pt x="829598" y="5062994"/>
                  </a:lnTo>
                  <a:lnTo>
                    <a:pt x="829755" y="5062994"/>
                  </a:lnTo>
                  <a:lnTo>
                    <a:pt x="829913" y="5062994"/>
                  </a:lnTo>
                  <a:lnTo>
                    <a:pt x="830071" y="5062994"/>
                  </a:lnTo>
                  <a:lnTo>
                    <a:pt x="830229" y="5062994"/>
                  </a:lnTo>
                  <a:lnTo>
                    <a:pt x="830386" y="5062994"/>
                  </a:lnTo>
                  <a:lnTo>
                    <a:pt x="830544" y="5062994"/>
                  </a:lnTo>
                  <a:lnTo>
                    <a:pt x="830544" y="5062564"/>
                  </a:lnTo>
                  <a:lnTo>
                    <a:pt x="830702" y="5062564"/>
                  </a:lnTo>
                  <a:lnTo>
                    <a:pt x="830702" y="5062133"/>
                  </a:lnTo>
                  <a:lnTo>
                    <a:pt x="830859" y="5062133"/>
                  </a:lnTo>
                  <a:lnTo>
                    <a:pt x="830859" y="5061703"/>
                  </a:lnTo>
                  <a:lnTo>
                    <a:pt x="830859" y="5061272"/>
                  </a:lnTo>
                  <a:lnTo>
                    <a:pt x="831017" y="5061272"/>
                  </a:lnTo>
                  <a:lnTo>
                    <a:pt x="831017" y="5060841"/>
                  </a:lnTo>
                  <a:lnTo>
                    <a:pt x="831017" y="5060411"/>
                  </a:lnTo>
                  <a:lnTo>
                    <a:pt x="831017" y="5059980"/>
                  </a:lnTo>
                  <a:lnTo>
                    <a:pt x="831175" y="5059980"/>
                  </a:lnTo>
                  <a:lnTo>
                    <a:pt x="831175" y="5059550"/>
                  </a:lnTo>
                  <a:lnTo>
                    <a:pt x="831333" y="5059550"/>
                  </a:lnTo>
                  <a:lnTo>
                    <a:pt x="831490" y="5059550"/>
                  </a:lnTo>
                  <a:lnTo>
                    <a:pt x="831648" y="5059550"/>
                  </a:lnTo>
                  <a:lnTo>
                    <a:pt x="831806" y="5059550"/>
                  </a:lnTo>
                  <a:lnTo>
                    <a:pt x="831806" y="5059119"/>
                  </a:lnTo>
                  <a:lnTo>
                    <a:pt x="831963" y="5059119"/>
                  </a:lnTo>
                  <a:lnTo>
                    <a:pt x="831963" y="5058688"/>
                  </a:lnTo>
                  <a:lnTo>
                    <a:pt x="831963" y="5058258"/>
                  </a:lnTo>
                  <a:lnTo>
                    <a:pt x="832121" y="5058258"/>
                  </a:lnTo>
                  <a:lnTo>
                    <a:pt x="832279" y="5058258"/>
                  </a:lnTo>
                  <a:lnTo>
                    <a:pt x="832437" y="5058258"/>
                  </a:lnTo>
                  <a:lnTo>
                    <a:pt x="832437" y="5057827"/>
                  </a:lnTo>
                  <a:lnTo>
                    <a:pt x="832594" y="5057827"/>
                  </a:lnTo>
                  <a:lnTo>
                    <a:pt x="832594" y="5057397"/>
                  </a:lnTo>
                  <a:lnTo>
                    <a:pt x="832594" y="5056966"/>
                  </a:lnTo>
                  <a:lnTo>
                    <a:pt x="832752" y="5056966"/>
                  </a:lnTo>
                  <a:lnTo>
                    <a:pt x="832910" y="5056966"/>
                  </a:lnTo>
                  <a:lnTo>
                    <a:pt x="833067" y="5056966"/>
                  </a:lnTo>
                  <a:lnTo>
                    <a:pt x="833225" y="5056966"/>
                  </a:lnTo>
                  <a:lnTo>
                    <a:pt x="833383" y="5056966"/>
                  </a:lnTo>
                  <a:lnTo>
                    <a:pt x="833541" y="5056966"/>
                  </a:lnTo>
                  <a:lnTo>
                    <a:pt x="833541" y="5056535"/>
                  </a:lnTo>
                  <a:lnTo>
                    <a:pt x="833698" y="5056535"/>
                  </a:lnTo>
                  <a:lnTo>
                    <a:pt x="833856" y="5056535"/>
                  </a:lnTo>
                  <a:lnTo>
                    <a:pt x="834014" y="5056535"/>
                  </a:lnTo>
                  <a:lnTo>
                    <a:pt x="834171" y="5056535"/>
                  </a:lnTo>
                  <a:lnTo>
                    <a:pt x="834171" y="5056105"/>
                  </a:lnTo>
                  <a:lnTo>
                    <a:pt x="834329" y="5056105"/>
                  </a:lnTo>
                  <a:lnTo>
                    <a:pt x="834329" y="5055674"/>
                  </a:lnTo>
                  <a:lnTo>
                    <a:pt x="834487" y="5055674"/>
                  </a:lnTo>
                  <a:lnTo>
                    <a:pt x="834487" y="5055244"/>
                  </a:lnTo>
                  <a:lnTo>
                    <a:pt x="834487" y="5054813"/>
                  </a:lnTo>
                  <a:lnTo>
                    <a:pt x="834645" y="5054813"/>
                  </a:lnTo>
                  <a:lnTo>
                    <a:pt x="834645" y="5054382"/>
                  </a:lnTo>
                  <a:lnTo>
                    <a:pt x="834645" y="5053952"/>
                  </a:lnTo>
                  <a:lnTo>
                    <a:pt x="834802" y="5053952"/>
                  </a:lnTo>
                  <a:lnTo>
                    <a:pt x="834802" y="5053521"/>
                  </a:lnTo>
                  <a:lnTo>
                    <a:pt x="834960" y="5053521"/>
                  </a:lnTo>
                  <a:lnTo>
                    <a:pt x="835118" y="5053521"/>
                  </a:lnTo>
                  <a:lnTo>
                    <a:pt x="835276" y="5053521"/>
                  </a:lnTo>
                  <a:lnTo>
                    <a:pt x="835276" y="5053091"/>
                  </a:lnTo>
                  <a:lnTo>
                    <a:pt x="835276" y="5052660"/>
                  </a:lnTo>
                  <a:lnTo>
                    <a:pt x="835433" y="5052660"/>
                  </a:lnTo>
                  <a:lnTo>
                    <a:pt x="835433" y="5052229"/>
                  </a:lnTo>
                  <a:lnTo>
                    <a:pt x="835433" y="5051799"/>
                  </a:lnTo>
                  <a:lnTo>
                    <a:pt x="835433" y="5051368"/>
                  </a:lnTo>
                  <a:lnTo>
                    <a:pt x="835591" y="5051368"/>
                  </a:lnTo>
                  <a:lnTo>
                    <a:pt x="835749" y="5051368"/>
                  </a:lnTo>
                  <a:lnTo>
                    <a:pt x="835906" y="5051368"/>
                  </a:lnTo>
                  <a:lnTo>
                    <a:pt x="836064" y="5051368"/>
                  </a:lnTo>
                  <a:lnTo>
                    <a:pt x="836064" y="5050938"/>
                  </a:lnTo>
                  <a:lnTo>
                    <a:pt x="836064" y="5050507"/>
                  </a:lnTo>
                  <a:lnTo>
                    <a:pt x="836064" y="5050076"/>
                  </a:lnTo>
                  <a:lnTo>
                    <a:pt x="836222" y="5050076"/>
                  </a:lnTo>
                  <a:lnTo>
                    <a:pt x="836380" y="5050076"/>
                  </a:lnTo>
                  <a:lnTo>
                    <a:pt x="836537" y="5050076"/>
                  </a:lnTo>
                  <a:lnTo>
                    <a:pt x="836695" y="5050076"/>
                  </a:lnTo>
                  <a:lnTo>
                    <a:pt x="836853" y="5050076"/>
                  </a:lnTo>
                  <a:lnTo>
                    <a:pt x="836853" y="5049646"/>
                  </a:lnTo>
                  <a:lnTo>
                    <a:pt x="836853" y="5049215"/>
                  </a:lnTo>
                  <a:lnTo>
                    <a:pt x="837010" y="5049215"/>
                  </a:lnTo>
                  <a:lnTo>
                    <a:pt x="837010" y="5048785"/>
                  </a:lnTo>
                  <a:lnTo>
                    <a:pt x="837168" y="5048785"/>
                  </a:lnTo>
                  <a:lnTo>
                    <a:pt x="837326" y="5048785"/>
                  </a:lnTo>
                  <a:lnTo>
                    <a:pt x="837326" y="5048354"/>
                  </a:lnTo>
                  <a:lnTo>
                    <a:pt x="837484" y="5048354"/>
                  </a:lnTo>
                  <a:lnTo>
                    <a:pt x="837641" y="5048354"/>
                  </a:lnTo>
                  <a:lnTo>
                    <a:pt x="837799" y="5048354"/>
                  </a:lnTo>
                  <a:lnTo>
                    <a:pt x="837957" y="5048354"/>
                  </a:lnTo>
                  <a:lnTo>
                    <a:pt x="837957" y="5047923"/>
                  </a:lnTo>
                  <a:lnTo>
                    <a:pt x="838114" y="5047923"/>
                  </a:lnTo>
                  <a:lnTo>
                    <a:pt x="838114" y="5047493"/>
                  </a:lnTo>
                  <a:lnTo>
                    <a:pt x="838272" y="5047493"/>
                  </a:lnTo>
                  <a:lnTo>
                    <a:pt x="838430" y="5047493"/>
                  </a:lnTo>
                  <a:lnTo>
                    <a:pt x="838430" y="5047062"/>
                  </a:lnTo>
                  <a:lnTo>
                    <a:pt x="838588" y="5047062"/>
                  </a:lnTo>
                  <a:lnTo>
                    <a:pt x="838588" y="5046632"/>
                  </a:lnTo>
                  <a:lnTo>
                    <a:pt x="838588" y="5046201"/>
                  </a:lnTo>
                  <a:lnTo>
                    <a:pt x="838588" y="5045770"/>
                  </a:lnTo>
                  <a:lnTo>
                    <a:pt x="838588" y="5045340"/>
                  </a:lnTo>
                  <a:lnTo>
                    <a:pt x="838745" y="5045340"/>
                  </a:lnTo>
                  <a:lnTo>
                    <a:pt x="838903" y="5045340"/>
                  </a:lnTo>
                  <a:lnTo>
                    <a:pt x="839061" y="5045340"/>
                  </a:lnTo>
                  <a:lnTo>
                    <a:pt x="839218" y="5045340"/>
                  </a:lnTo>
                  <a:lnTo>
                    <a:pt x="839376" y="5045340"/>
                  </a:lnTo>
                  <a:lnTo>
                    <a:pt x="839376" y="5044909"/>
                  </a:lnTo>
                  <a:lnTo>
                    <a:pt x="839376" y="5044479"/>
                  </a:lnTo>
                  <a:lnTo>
                    <a:pt x="839534" y="5044479"/>
                  </a:lnTo>
                  <a:lnTo>
                    <a:pt x="839692" y="5044479"/>
                  </a:lnTo>
                  <a:lnTo>
                    <a:pt x="839692" y="5044048"/>
                  </a:lnTo>
                  <a:lnTo>
                    <a:pt x="839849" y="5044048"/>
                  </a:lnTo>
                  <a:lnTo>
                    <a:pt x="840007" y="5044048"/>
                  </a:lnTo>
                  <a:lnTo>
                    <a:pt x="840007" y="5043617"/>
                  </a:lnTo>
                  <a:lnTo>
                    <a:pt x="840165" y="5043617"/>
                  </a:lnTo>
                  <a:lnTo>
                    <a:pt x="840165" y="5043187"/>
                  </a:lnTo>
                  <a:lnTo>
                    <a:pt x="840165" y="5042756"/>
                  </a:lnTo>
                  <a:lnTo>
                    <a:pt x="840165" y="5042326"/>
                  </a:lnTo>
                  <a:lnTo>
                    <a:pt x="840165" y="5041895"/>
                  </a:lnTo>
                  <a:lnTo>
                    <a:pt x="840322" y="5041895"/>
                  </a:lnTo>
                  <a:lnTo>
                    <a:pt x="840322" y="5041464"/>
                  </a:lnTo>
                  <a:lnTo>
                    <a:pt x="840480" y="5041464"/>
                  </a:lnTo>
                  <a:lnTo>
                    <a:pt x="840638" y="5041464"/>
                  </a:lnTo>
                  <a:lnTo>
                    <a:pt x="840796" y="5041464"/>
                  </a:lnTo>
                  <a:lnTo>
                    <a:pt x="840796" y="5041034"/>
                  </a:lnTo>
                  <a:lnTo>
                    <a:pt x="840796" y="5040603"/>
                  </a:lnTo>
                  <a:lnTo>
                    <a:pt x="840953" y="5040603"/>
                  </a:lnTo>
                  <a:lnTo>
                    <a:pt x="841111" y="5040603"/>
                  </a:lnTo>
                  <a:lnTo>
                    <a:pt x="841269" y="5040603"/>
                  </a:lnTo>
                  <a:lnTo>
                    <a:pt x="841427" y="5040603"/>
                  </a:lnTo>
                  <a:lnTo>
                    <a:pt x="841427" y="5040173"/>
                  </a:lnTo>
                  <a:lnTo>
                    <a:pt x="841584" y="5040173"/>
                  </a:lnTo>
                  <a:lnTo>
                    <a:pt x="841584" y="5039742"/>
                  </a:lnTo>
                  <a:lnTo>
                    <a:pt x="841742" y="5039742"/>
                  </a:lnTo>
                  <a:lnTo>
                    <a:pt x="841900" y="5039742"/>
                  </a:lnTo>
                  <a:lnTo>
                    <a:pt x="842057" y="5039742"/>
                  </a:lnTo>
                  <a:lnTo>
                    <a:pt x="842215" y="5039742"/>
                  </a:lnTo>
                  <a:lnTo>
                    <a:pt x="842373" y="5039742"/>
                  </a:lnTo>
                  <a:lnTo>
                    <a:pt x="842531" y="5039742"/>
                  </a:lnTo>
                  <a:lnTo>
                    <a:pt x="842688" y="5039742"/>
                  </a:lnTo>
                  <a:lnTo>
                    <a:pt x="842846" y="5039742"/>
                  </a:lnTo>
                  <a:lnTo>
                    <a:pt x="843004" y="5039742"/>
                  </a:lnTo>
                  <a:lnTo>
                    <a:pt x="843004" y="5039311"/>
                  </a:lnTo>
                  <a:lnTo>
                    <a:pt x="843161" y="5039311"/>
                  </a:lnTo>
                  <a:lnTo>
                    <a:pt x="843161" y="5038881"/>
                  </a:lnTo>
                  <a:lnTo>
                    <a:pt x="843319" y="5038881"/>
                  </a:lnTo>
                  <a:lnTo>
                    <a:pt x="843477" y="5038881"/>
                  </a:lnTo>
                  <a:lnTo>
                    <a:pt x="843635" y="5038881"/>
                  </a:lnTo>
                  <a:lnTo>
                    <a:pt x="843792" y="5038881"/>
                  </a:lnTo>
                  <a:lnTo>
                    <a:pt x="843950" y="5038881"/>
                  </a:lnTo>
                  <a:lnTo>
                    <a:pt x="844108" y="5038881"/>
                  </a:lnTo>
                  <a:lnTo>
                    <a:pt x="844265" y="5038881"/>
                  </a:lnTo>
                  <a:lnTo>
                    <a:pt x="844265" y="5038450"/>
                  </a:lnTo>
                  <a:lnTo>
                    <a:pt x="844423" y="5038450"/>
                  </a:lnTo>
                  <a:lnTo>
                    <a:pt x="844423" y="5038020"/>
                  </a:lnTo>
                  <a:lnTo>
                    <a:pt x="844423" y="5037589"/>
                  </a:lnTo>
                  <a:lnTo>
                    <a:pt x="844581" y="5037589"/>
                  </a:lnTo>
                  <a:lnTo>
                    <a:pt x="844581" y="5037158"/>
                  </a:lnTo>
                  <a:lnTo>
                    <a:pt x="844581" y="5036728"/>
                  </a:lnTo>
                  <a:lnTo>
                    <a:pt x="844739" y="5036728"/>
                  </a:lnTo>
                  <a:lnTo>
                    <a:pt x="844896" y="5036728"/>
                  </a:lnTo>
                  <a:lnTo>
                    <a:pt x="845054" y="5036728"/>
                  </a:lnTo>
                  <a:lnTo>
                    <a:pt x="845212" y="5036728"/>
                  </a:lnTo>
                  <a:lnTo>
                    <a:pt x="845369" y="5036728"/>
                  </a:lnTo>
                  <a:lnTo>
                    <a:pt x="845527" y="5036728"/>
                  </a:lnTo>
                  <a:lnTo>
                    <a:pt x="845527" y="5036297"/>
                  </a:lnTo>
                  <a:lnTo>
                    <a:pt x="845685" y="5036297"/>
                  </a:lnTo>
                  <a:lnTo>
                    <a:pt x="845685" y="5035867"/>
                  </a:lnTo>
                  <a:lnTo>
                    <a:pt x="845685" y="5035436"/>
                  </a:lnTo>
                  <a:lnTo>
                    <a:pt x="845685" y="5035005"/>
                  </a:lnTo>
                  <a:lnTo>
                    <a:pt x="845843" y="5035005"/>
                  </a:lnTo>
                  <a:lnTo>
                    <a:pt x="846000" y="5035005"/>
                  </a:lnTo>
                  <a:lnTo>
                    <a:pt x="846158" y="5035005"/>
                  </a:lnTo>
                  <a:lnTo>
                    <a:pt x="846158" y="5034575"/>
                  </a:lnTo>
                  <a:lnTo>
                    <a:pt x="846158" y="5034144"/>
                  </a:lnTo>
                  <a:lnTo>
                    <a:pt x="846316" y="5034144"/>
                  </a:lnTo>
                  <a:lnTo>
                    <a:pt x="846473" y="5034144"/>
                  </a:lnTo>
                  <a:lnTo>
                    <a:pt x="846631" y="5034144"/>
                  </a:lnTo>
                  <a:lnTo>
                    <a:pt x="846789" y="5034144"/>
                  </a:lnTo>
                  <a:lnTo>
                    <a:pt x="846947" y="5034144"/>
                  </a:lnTo>
                  <a:lnTo>
                    <a:pt x="846947" y="5033714"/>
                  </a:lnTo>
                  <a:lnTo>
                    <a:pt x="847104" y="5033714"/>
                  </a:lnTo>
                  <a:lnTo>
                    <a:pt x="847104" y="5033283"/>
                  </a:lnTo>
                  <a:lnTo>
                    <a:pt x="847262" y="5033283"/>
                  </a:lnTo>
                  <a:lnTo>
                    <a:pt x="847420" y="5033283"/>
                  </a:lnTo>
                  <a:lnTo>
                    <a:pt x="847578" y="5033283"/>
                  </a:lnTo>
                  <a:lnTo>
                    <a:pt x="847735" y="5033283"/>
                  </a:lnTo>
                  <a:lnTo>
                    <a:pt x="847893" y="5033283"/>
                  </a:lnTo>
                  <a:lnTo>
                    <a:pt x="848051" y="5033283"/>
                  </a:lnTo>
                  <a:lnTo>
                    <a:pt x="848208" y="5033283"/>
                  </a:lnTo>
                  <a:lnTo>
                    <a:pt x="848366" y="5033283"/>
                  </a:lnTo>
                  <a:lnTo>
                    <a:pt x="848366" y="5032852"/>
                  </a:lnTo>
                  <a:lnTo>
                    <a:pt x="848524" y="5032852"/>
                  </a:lnTo>
                  <a:lnTo>
                    <a:pt x="848682" y="5032852"/>
                  </a:lnTo>
                  <a:lnTo>
                    <a:pt x="848839" y="5032852"/>
                  </a:lnTo>
                  <a:lnTo>
                    <a:pt x="848839" y="5032422"/>
                  </a:lnTo>
                  <a:lnTo>
                    <a:pt x="848997" y="5032422"/>
                  </a:lnTo>
                  <a:lnTo>
                    <a:pt x="849155" y="5032422"/>
                  </a:lnTo>
                  <a:lnTo>
                    <a:pt x="849155" y="5031991"/>
                  </a:lnTo>
                  <a:lnTo>
                    <a:pt x="849312" y="5031991"/>
                  </a:lnTo>
                  <a:lnTo>
                    <a:pt x="849470" y="5031991"/>
                  </a:lnTo>
                  <a:lnTo>
                    <a:pt x="849470" y="5031561"/>
                  </a:lnTo>
                  <a:lnTo>
                    <a:pt x="849628" y="5031561"/>
                  </a:lnTo>
                  <a:lnTo>
                    <a:pt x="849628" y="5031130"/>
                  </a:lnTo>
                  <a:lnTo>
                    <a:pt x="849628" y="5030699"/>
                  </a:lnTo>
                  <a:lnTo>
                    <a:pt x="849786" y="5030699"/>
                  </a:lnTo>
                  <a:lnTo>
                    <a:pt x="849943" y="5030699"/>
                  </a:lnTo>
                  <a:lnTo>
                    <a:pt x="850101" y="5030699"/>
                  </a:lnTo>
                  <a:lnTo>
                    <a:pt x="850259" y="5030699"/>
                  </a:lnTo>
                  <a:lnTo>
                    <a:pt x="850416" y="5030699"/>
                  </a:lnTo>
                  <a:lnTo>
                    <a:pt x="850416" y="5030269"/>
                  </a:lnTo>
                  <a:lnTo>
                    <a:pt x="850416" y="5029838"/>
                  </a:lnTo>
                  <a:lnTo>
                    <a:pt x="850574" y="5029838"/>
                  </a:lnTo>
                  <a:lnTo>
                    <a:pt x="850732" y="5029838"/>
                  </a:lnTo>
                  <a:lnTo>
                    <a:pt x="850732" y="5029408"/>
                  </a:lnTo>
                  <a:lnTo>
                    <a:pt x="850732" y="5028977"/>
                  </a:lnTo>
                  <a:lnTo>
                    <a:pt x="850890" y="5028977"/>
                  </a:lnTo>
                  <a:lnTo>
                    <a:pt x="851047" y="5028977"/>
                  </a:lnTo>
                  <a:lnTo>
                    <a:pt x="851205" y="5028977"/>
                  </a:lnTo>
                  <a:lnTo>
                    <a:pt x="851363" y="5028977"/>
                  </a:lnTo>
                  <a:lnTo>
                    <a:pt x="851363" y="5028546"/>
                  </a:lnTo>
                  <a:lnTo>
                    <a:pt x="851520" y="5028546"/>
                  </a:lnTo>
                  <a:lnTo>
                    <a:pt x="851678" y="5028546"/>
                  </a:lnTo>
                  <a:lnTo>
                    <a:pt x="851678" y="5028116"/>
                  </a:lnTo>
                  <a:lnTo>
                    <a:pt x="851836" y="5028116"/>
                  </a:lnTo>
                  <a:lnTo>
                    <a:pt x="851836" y="5027685"/>
                  </a:lnTo>
                  <a:lnTo>
                    <a:pt x="851836" y="5027255"/>
                  </a:lnTo>
                  <a:lnTo>
                    <a:pt x="851994" y="5027255"/>
                  </a:lnTo>
                  <a:lnTo>
                    <a:pt x="852151" y="5027255"/>
                  </a:lnTo>
                  <a:lnTo>
                    <a:pt x="852309" y="5027255"/>
                  </a:lnTo>
                  <a:lnTo>
                    <a:pt x="852467" y="5027255"/>
                  </a:lnTo>
                  <a:lnTo>
                    <a:pt x="852625" y="5027255"/>
                  </a:lnTo>
                  <a:lnTo>
                    <a:pt x="852782" y="5027255"/>
                  </a:lnTo>
                  <a:lnTo>
                    <a:pt x="852940" y="5027255"/>
                  </a:lnTo>
                  <a:lnTo>
                    <a:pt x="853098" y="5027255"/>
                  </a:lnTo>
                  <a:lnTo>
                    <a:pt x="853255" y="5027255"/>
                  </a:lnTo>
                  <a:lnTo>
                    <a:pt x="853413" y="5027255"/>
                  </a:lnTo>
                  <a:lnTo>
                    <a:pt x="853571" y="5027255"/>
                  </a:lnTo>
                  <a:lnTo>
                    <a:pt x="853729" y="5027255"/>
                  </a:lnTo>
                  <a:lnTo>
                    <a:pt x="853886" y="5027255"/>
                  </a:lnTo>
                  <a:lnTo>
                    <a:pt x="853886" y="5026824"/>
                  </a:lnTo>
                  <a:lnTo>
                    <a:pt x="853886" y="5026393"/>
                  </a:lnTo>
                  <a:lnTo>
                    <a:pt x="854044" y="5026393"/>
                  </a:lnTo>
                  <a:lnTo>
                    <a:pt x="854202" y="5026393"/>
                  </a:lnTo>
                  <a:lnTo>
                    <a:pt x="854359" y="5026393"/>
                  </a:lnTo>
                  <a:lnTo>
                    <a:pt x="854517" y="5026393"/>
                  </a:lnTo>
                  <a:lnTo>
                    <a:pt x="854517" y="5025963"/>
                  </a:lnTo>
                  <a:lnTo>
                    <a:pt x="854517" y="5025532"/>
                  </a:lnTo>
                  <a:lnTo>
                    <a:pt x="854517" y="5025102"/>
                  </a:lnTo>
                  <a:lnTo>
                    <a:pt x="854675" y="5025102"/>
                  </a:lnTo>
                  <a:lnTo>
                    <a:pt x="854833" y="5025102"/>
                  </a:lnTo>
                  <a:lnTo>
                    <a:pt x="854990" y="5025102"/>
                  </a:lnTo>
                  <a:lnTo>
                    <a:pt x="854990" y="5024671"/>
                  </a:lnTo>
                  <a:lnTo>
                    <a:pt x="855148" y="5024671"/>
                  </a:lnTo>
                  <a:lnTo>
                    <a:pt x="855306" y="5024671"/>
                  </a:lnTo>
                  <a:lnTo>
                    <a:pt x="855463" y="5024671"/>
                  </a:lnTo>
                  <a:lnTo>
                    <a:pt x="855621" y="5024671"/>
                  </a:lnTo>
                  <a:lnTo>
                    <a:pt x="855779" y="5024671"/>
                  </a:lnTo>
                  <a:lnTo>
                    <a:pt x="855779" y="5024240"/>
                  </a:lnTo>
                  <a:lnTo>
                    <a:pt x="855937" y="5024240"/>
                  </a:lnTo>
                  <a:lnTo>
                    <a:pt x="855937" y="5023810"/>
                  </a:lnTo>
                  <a:lnTo>
                    <a:pt x="855937" y="5023379"/>
                  </a:lnTo>
                  <a:lnTo>
                    <a:pt x="856094" y="5023379"/>
                  </a:lnTo>
                  <a:lnTo>
                    <a:pt x="856252" y="5023379"/>
                  </a:lnTo>
                  <a:lnTo>
                    <a:pt x="856410" y="5023379"/>
                  </a:lnTo>
                  <a:lnTo>
                    <a:pt x="856410" y="5022949"/>
                  </a:lnTo>
                  <a:lnTo>
                    <a:pt x="856567" y="5022949"/>
                  </a:lnTo>
                  <a:lnTo>
                    <a:pt x="856725" y="5022949"/>
                  </a:lnTo>
                  <a:lnTo>
                    <a:pt x="856883" y="5022949"/>
                  </a:lnTo>
                  <a:lnTo>
                    <a:pt x="857041" y="5022949"/>
                  </a:lnTo>
                  <a:lnTo>
                    <a:pt x="857198" y="5022949"/>
                  </a:lnTo>
                  <a:lnTo>
                    <a:pt x="857356" y="5022949"/>
                  </a:lnTo>
                  <a:lnTo>
                    <a:pt x="857514" y="5022949"/>
                  </a:lnTo>
                  <a:lnTo>
                    <a:pt x="857514" y="5022518"/>
                  </a:lnTo>
                  <a:lnTo>
                    <a:pt x="857671" y="5022518"/>
                  </a:lnTo>
                  <a:lnTo>
                    <a:pt x="857829" y="5022518"/>
                  </a:lnTo>
                  <a:lnTo>
                    <a:pt x="857987" y="5022518"/>
                  </a:lnTo>
                  <a:lnTo>
                    <a:pt x="858145" y="5022518"/>
                  </a:lnTo>
                  <a:lnTo>
                    <a:pt x="858302" y="5022518"/>
                  </a:lnTo>
                  <a:lnTo>
                    <a:pt x="858460" y="5022518"/>
                  </a:lnTo>
                  <a:lnTo>
                    <a:pt x="858618" y="5022518"/>
                  </a:lnTo>
                  <a:lnTo>
                    <a:pt x="858776" y="5022518"/>
                  </a:lnTo>
                  <a:lnTo>
                    <a:pt x="858933" y="5022518"/>
                  </a:lnTo>
                  <a:lnTo>
                    <a:pt x="859091" y="5022518"/>
                  </a:lnTo>
                  <a:lnTo>
                    <a:pt x="859249" y="5022518"/>
                  </a:lnTo>
                  <a:lnTo>
                    <a:pt x="859249" y="5022087"/>
                  </a:lnTo>
                  <a:lnTo>
                    <a:pt x="859406" y="5022087"/>
                  </a:lnTo>
                  <a:lnTo>
                    <a:pt x="859564" y="5022087"/>
                  </a:lnTo>
                  <a:lnTo>
                    <a:pt x="859722" y="5022087"/>
                  </a:lnTo>
                  <a:lnTo>
                    <a:pt x="859722" y="5021657"/>
                  </a:lnTo>
                  <a:lnTo>
                    <a:pt x="859722" y="5021226"/>
                  </a:lnTo>
                  <a:lnTo>
                    <a:pt x="859880" y="5021226"/>
                  </a:lnTo>
                  <a:lnTo>
                    <a:pt x="860037" y="5021226"/>
                  </a:lnTo>
                  <a:lnTo>
                    <a:pt x="860037" y="5020796"/>
                  </a:lnTo>
                  <a:lnTo>
                    <a:pt x="860195" y="5020796"/>
                  </a:lnTo>
                  <a:lnTo>
                    <a:pt x="860353" y="5020796"/>
                  </a:lnTo>
                  <a:lnTo>
                    <a:pt x="860353" y="5020365"/>
                  </a:lnTo>
                  <a:lnTo>
                    <a:pt x="860510" y="5020365"/>
                  </a:lnTo>
                  <a:lnTo>
                    <a:pt x="860510" y="5019934"/>
                  </a:lnTo>
                  <a:lnTo>
                    <a:pt x="860510" y="5019504"/>
                  </a:lnTo>
                  <a:lnTo>
                    <a:pt x="860668" y="5019504"/>
                  </a:lnTo>
                  <a:lnTo>
                    <a:pt x="860826" y="5019504"/>
                  </a:lnTo>
                  <a:lnTo>
                    <a:pt x="860826" y="5019073"/>
                  </a:lnTo>
                  <a:lnTo>
                    <a:pt x="860826" y="5018643"/>
                  </a:lnTo>
                  <a:lnTo>
                    <a:pt x="860984" y="5018643"/>
                  </a:lnTo>
                  <a:lnTo>
                    <a:pt x="861141" y="5018643"/>
                  </a:lnTo>
                  <a:lnTo>
                    <a:pt x="861141" y="5018212"/>
                  </a:lnTo>
                  <a:lnTo>
                    <a:pt x="861299" y="5018212"/>
                  </a:lnTo>
                  <a:lnTo>
                    <a:pt x="861457" y="5018212"/>
                  </a:lnTo>
                  <a:lnTo>
                    <a:pt x="861614" y="5018212"/>
                  </a:lnTo>
                  <a:lnTo>
                    <a:pt x="861614" y="5017781"/>
                  </a:lnTo>
                  <a:lnTo>
                    <a:pt x="861772" y="5017781"/>
                  </a:lnTo>
                  <a:lnTo>
                    <a:pt x="861930" y="5017781"/>
                  </a:lnTo>
                  <a:lnTo>
                    <a:pt x="861930" y="5017351"/>
                  </a:lnTo>
                  <a:lnTo>
                    <a:pt x="861930" y="5016920"/>
                  </a:lnTo>
                  <a:lnTo>
                    <a:pt x="862088" y="5016920"/>
                  </a:lnTo>
                  <a:lnTo>
                    <a:pt x="862245" y="5016920"/>
                  </a:lnTo>
                  <a:lnTo>
                    <a:pt x="862403" y="5016920"/>
                  </a:lnTo>
                  <a:lnTo>
                    <a:pt x="862561" y="5016920"/>
                  </a:lnTo>
                  <a:lnTo>
                    <a:pt x="862561" y="5016490"/>
                  </a:lnTo>
                  <a:lnTo>
                    <a:pt x="862718" y="5016490"/>
                  </a:lnTo>
                  <a:lnTo>
                    <a:pt x="862876" y="5016490"/>
                  </a:lnTo>
                  <a:lnTo>
                    <a:pt x="863034" y="5016490"/>
                  </a:lnTo>
                  <a:lnTo>
                    <a:pt x="863192" y="5016490"/>
                  </a:lnTo>
                  <a:lnTo>
                    <a:pt x="863349" y="5016490"/>
                  </a:lnTo>
                  <a:lnTo>
                    <a:pt x="863507" y="5016490"/>
                  </a:lnTo>
                  <a:lnTo>
                    <a:pt x="863665" y="5016490"/>
                  </a:lnTo>
                  <a:lnTo>
                    <a:pt x="863665" y="5016059"/>
                  </a:lnTo>
                  <a:lnTo>
                    <a:pt x="863823" y="5016059"/>
                  </a:lnTo>
                  <a:lnTo>
                    <a:pt x="863980" y="5016059"/>
                  </a:lnTo>
                  <a:lnTo>
                    <a:pt x="864138" y="5016059"/>
                  </a:lnTo>
                  <a:lnTo>
                    <a:pt x="864296" y="5016059"/>
                  </a:lnTo>
                  <a:lnTo>
                    <a:pt x="864453" y="5016059"/>
                  </a:lnTo>
                  <a:lnTo>
                    <a:pt x="864611" y="5016059"/>
                  </a:lnTo>
                  <a:lnTo>
                    <a:pt x="864611" y="5015628"/>
                  </a:lnTo>
                  <a:lnTo>
                    <a:pt x="864769" y="5015628"/>
                  </a:lnTo>
                  <a:lnTo>
                    <a:pt x="864927" y="5015628"/>
                  </a:lnTo>
                  <a:lnTo>
                    <a:pt x="864927" y="5015198"/>
                  </a:lnTo>
                  <a:lnTo>
                    <a:pt x="864927" y="5014767"/>
                  </a:lnTo>
                  <a:lnTo>
                    <a:pt x="865084" y="5014767"/>
                  </a:lnTo>
                  <a:lnTo>
                    <a:pt x="865242" y="5014767"/>
                  </a:lnTo>
                  <a:lnTo>
                    <a:pt x="865242" y="5014337"/>
                  </a:lnTo>
                  <a:lnTo>
                    <a:pt x="865400" y="5014337"/>
                  </a:lnTo>
                  <a:lnTo>
                    <a:pt x="865557" y="5014337"/>
                  </a:lnTo>
                  <a:lnTo>
                    <a:pt x="865715" y="5014337"/>
                  </a:lnTo>
                  <a:lnTo>
                    <a:pt x="865873" y="5014337"/>
                  </a:lnTo>
                  <a:lnTo>
                    <a:pt x="866031" y="5014337"/>
                  </a:lnTo>
                  <a:lnTo>
                    <a:pt x="866188" y="5014337"/>
                  </a:lnTo>
                  <a:lnTo>
                    <a:pt x="866346" y="5014337"/>
                  </a:lnTo>
                  <a:lnTo>
                    <a:pt x="866504" y="5014337"/>
                  </a:lnTo>
                  <a:lnTo>
                    <a:pt x="866661" y="5014337"/>
                  </a:lnTo>
                  <a:lnTo>
                    <a:pt x="866819" y="5014337"/>
                  </a:lnTo>
                  <a:lnTo>
                    <a:pt x="866819" y="5013906"/>
                  </a:lnTo>
                  <a:lnTo>
                    <a:pt x="866977" y="5013906"/>
                  </a:lnTo>
                  <a:lnTo>
                    <a:pt x="867135" y="5013906"/>
                  </a:lnTo>
                  <a:lnTo>
                    <a:pt x="867292" y="5013906"/>
                  </a:lnTo>
                  <a:lnTo>
                    <a:pt x="867292" y="5013475"/>
                  </a:lnTo>
                  <a:lnTo>
                    <a:pt x="867450" y="5013475"/>
                  </a:lnTo>
                  <a:lnTo>
                    <a:pt x="867450" y="5013045"/>
                  </a:lnTo>
                  <a:lnTo>
                    <a:pt x="867608" y="5013045"/>
                  </a:lnTo>
                  <a:lnTo>
                    <a:pt x="867765" y="5013045"/>
                  </a:lnTo>
                  <a:lnTo>
                    <a:pt x="867923" y="5013045"/>
                  </a:lnTo>
                  <a:lnTo>
                    <a:pt x="868081" y="5013045"/>
                  </a:lnTo>
                  <a:lnTo>
                    <a:pt x="868239" y="5013045"/>
                  </a:lnTo>
                  <a:lnTo>
                    <a:pt x="868239" y="5012614"/>
                  </a:lnTo>
                  <a:lnTo>
                    <a:pt x="868396" y="5012614"/>
                  </a:lnTo>
                  <a:lnTo>
                    <a:pt x="868396" y="5012184"/>
                  </a:lnTo>
                  <a:lnTo>
                    <a:pt x="868554" y="5012184"/>
                  </a:lnTo>
                  <a:lnTo>
                    <a:pt x="868554" y="5011753"/>
                  </a:lnTo>
                  <a:lnTo>
                    <a:pt x="868712" y="5011753"/>
                  </a:lnTo>
                  <a:lnTo>
                    <a:pt x="868712" y="5011322"/>
                  </a:lnTo>
                  <a:lnTo>
                    <a:pt x="868869" y="5011322"/>
                  </a:lnTo>
                  <a:lnTo>
                    <a:pt x="869027" y="5011322"/>
                  </a:lnTo>
                  <a:lnTo>
                    <a:pt x="869027" y="5010892"/>
                  </a:lnTo>
                  <a:lnTo>
                    <a:pt x="869027" y="5010461"/>
                  </a:lnTo>
                  <a:lnTo>
                    <a:pt x="869027" y="5010031"/>
                  </a:lnTo>
                  <a:lnTo>
                    <a:pt x="869185" y="5010031"/>
                  </a:lnTo>
                  <a:lnTo>
                    <a:pt x="869343" y="5010031"/>
                  </a:lnTo>
                  <a:lnTo>
                    <a:pt x="869500" y="5010031"/>
                  </a:lnTo>
                  <a:lnTo>
                    <a:pt x="869658" y="5010031"/>
                  </a:lnTo>
                  <a:lnTo>
                    <a:pt x="869816" y="5010031"/>
                  </a:lnTo>
                  <a:lnTo>
                    <a:pt x="869974" y="5010031"/>
                  </a:lnTo>
                  <a:lnTo>
                    <a:pt x="869974" y="5009600"/>
                  </a:lnTo>
                  <a:lnTo>
                    <a:pt x="870131" y="5009600"/>
                  </a:lnTo>
                  <a:lnTo>
                    <a:pt x="870289" y="5009600"/>
                  </a:lnTo>
                  <a:lnTo>
                    <a:pt x="870289" y="5009169"/>
                  </a:lnTo>
                  <a:lnTo>
                    <a:pt x="870447" y="5009169"/>
                  </a:lnTo>
                  <a:lnTo>
                    <a:pt x="870604" y="5009169"/>
                  </a:lnTo>
                  <a:lnTo>
                    <a:pt x="870762" y="5009169"/>
                  </a:lnTo>
                  <a:lnTo>
                    <a:pt x="870920" y="5009169"/>
                  </a:lnTo>
                  <a:lnTo>
                    <a:pt x="870920" y="5008739"/>
                  </a:lnTo>
                  <a:lnTo>
                    <a:pt x="871078" y="5008739"/>
                  </a:lnTo>
                  <a:lnTo>
                    <a:pt x="871235" y="5008739"/>
                  </a:lnTo>
                  <a:lnTo>
                    <a:pt x="871393" y="5008739"/>
                  </a:lnTo>
                  <a:lnTo>
                    <a:pt x="871551" y="5008739"/>
                  </a:lnTo>
                  <a:lnTo>
                    <a:pt x="871551" y="5008308"/>
                  </a:lnTo>
                  <a:lnTo>
                    <a:pt x="871708" y="5008308"/>
                  </a:lnTo>
                  <a:lnTo>
                    <a:pt x="871708" y="5007878"/>
                  </a:lnTo>
                  <a:lnTo>
                    <a:pt x="871866" y="5007878"/>
                  </a:lnTo>
                  <a:lnTo>
                    <a:pt x="872024" y="5007878"/>
                  </a:lnTo>
                  <a:lnTo>
                    <a:pt x="872024" y="5007447"/>
                  </a:lnTo>
                  <a:lnTo>
                    <a:pt x="872182" y="5007447"/>
                  </a:lnTo>
                  <a:lnTo>
                    <a:pt x="872182" y="5007016"/>
                  </a:lnTo>
                  <a:lnTo>
                    <a:pt x="872182" y="5006586"/>
                  </a:lnTo>
                  <a:lnTo>
                    <a:pt x="872339" y="5006586"/>
                  </a:lnTo>
                  <a:lnTo>
                    <a:pt x="872497" y="5006586"/>
                  </a:lnTo>
                  <a:lnTo>
                    <a:pt x="872497" y="5006155"/>
                  </a:lnTo>
                  <a:lnTo>
                    <a:pt x="872655" y="5006155"/>
                  </a:lnTo>
                  <a:lnTo>
                    <a:pt x="872655" y="5005725"/>
                  </a:lnTo>
                  <a:lnTo>
                    <a:pt x="872812" y="5005725"/>
                  </a:lnTo>
                  <a:lnTo>
                    <a:pt x="872812" y="5005294"/>
                  </a:lnTo>
                  <a:lnTo>
                    <a:pt x="872812" y="5004863"/>
                  </a:lnTo>
                  <a:lnTo>
                    <a:pt x="872812" y="5004433"/>
                  </a:lnTo>
                  <a:lnTo>
                    <a:pt x="872970" y="5004433"/>
                  </a:lnTo>
                  <a:lnTo>
                    <a:pt x="873128" y="5004433"/>
                  </a:lnTo>
                  <a:lnTo>
                    <a:pt x="873286" y="5004433"/>
                  </a:lnTo>
                  <a:lnTo>
                    <a:pt x="873286" y="5004002"/>
                  </a:lnTo>
                  <a:lnTo>
                    <a:pt x="873286" y="5003572"/>
                  </a:lnTo>
                  <a:lnTo>
                    <a:pt x="873286" y="5003141"/>
                  </a:lnTo>
                  <a:lnTo>
                    <a:pt x="873443" y="5003141"/>
                  </a:lnTo>
                  <a:lnTo>
                    <a:pt x="873443" y="5002710"/>
                  </a:lnTo>
                  <a:lnTo>
                    <a:pt x="873601" y="5002710"/>
                  </a:lnTo>
                  <a:lnTo>
                    <a:pt x="873601" y="5002280"/>
                  </a:lnTo>
                  <a:lnTo>
                    <a:pt x="873759" y="5002280"/>
                  </a:lnTo>
                  <a:lnTo>
                    <a:pt x="873759" y="5001849"/>
                  </a:lnTo>
                  <a:lnTo>
                    <a:pt x="873916" y="5001849"/>
                  </a:lnTo>
                  <a:lnTo>
                    <a:pt x="873916" y="5001419"/>
                  </a:lnTo>
                  <a:lnTo>
                    <a:pt x="874074" y="5001419"/>
                  </a:lnTo>
                  <a:lnTo>
                    <a:pt x="874074" y="5000988"/>
                  </a:lnTo>
                  <a:lnTo>
                    <a:pt x="874232" y="5000988"/>
                  </a:lnTo>
                  <a:lnTo>
                    <a:pt x="874390" y="5000988"/>
                  </a:lnTo>
                  <a:lnTo>
                    <a:pt x="874390" y="5000557"/>
                  </a:lnTo>
                  <a:lnTo>
                    <a:pt x="874547" y="5000557"/>
                  </a:lnTo>
                  <a:lnTo>
                    <a:pt x="874705" y="5000557"/>
                  </a:lnTo>
                  <a:lnTo>
                    <a:pt x="874705" y="5000127"/>
                  </a:lnTo>
                  <a:lnTo>
                    <a:pt x="874705" y="4999696"/>
                  </a:lnTo>
                  <a:lnTo>
                    <a:pt x="874863" y="4999696"/>
                  </a:lnTo>
                  <a:lnTo>
                    <a:pt x="874863" y="4999266"/>
                  </a:lnTo>
                  <a:lnTo>
                    <a:pt x="875021" y="4999266"/>
                  </a:lnTo>
                  <a:lnTo>
                    <a:pt x="875178" y="4999266"/>
                  </a:lnTo>
                  <a:lnTo>
                    <a:pt x="875336" y="4999266"/>
                  </a:lnTo>
                  <a:lnTo>
                    <a:pt x="875494" y="4999266"/>
                  </a:lnTo>
                  <a:lnTo>
                    <a:pt x="875651" y="4999266"/>
                  </a:lnTo>
                  <a:lnTo>
                    <a:pt x="875809" y="4999266"/>
                  </a:lnTo>
                  <a:lnTo>
                    <a:pt x="875809" y="4998835"/>
                  </a:lnTo>
                  <a:lnTo>
                    <a:pt x="875967" y="4998835"/>
                  </a:lnTo>
                  <a:lnTo>
                    <a:pt x="875967" y="4998404"/>
                  </a:lnTo>
                  <a:lnTo>
                    <a:pt x="875967" y="4997974"/>
                  </a:lnTo>
                  <a:lnTo>
                    <a:pt x="876125" y="4997974"/>
                  </a:lnTo>
                  <a:lnTo>
                    <a:pt x="876282" y="4997974"/>
                  </a:lnTo>
                  <a:lnTo>
                    <a:pt x="876282" y="4997543"/>
                  </a:lnTo>
                  <a:lnTo>
                    <a:pt x="876282" y="4997113"/>
                  </a:lnTo>
                  <a:lnTo>
                    <a:pt x="876440" y="4997113"/>
                  </a:lnTo>
                  <a:lnTo>
                    <a:pt x="876598" y="4997113"/>
                  </a:lnTo>
                  <a:lnTo>
                    <a:pt x="876755" y="4997113"/>
                  </a:lnTo>
                  <a:lnTo>
                    <a:pt x="876755" y="4996682"/>
                  </a:lnTo>
                  <a:lnTo>
                    <a:pt x="876913" y="4996682"/>
                  </a:lnTo>
                  <a:lnTo>
                    <a:pt x="876913" y="4996251"/>
                  </a:lnTo>
                  <a:lnTo>
                    <a:pt x="877071" y="4996251"/>
                  </a:lnTo>
                  <a:lnTo>
                    <a:pt x="877229" y="4996251"/>
                  </a:lnTo>
                  <a:lnTo>
                    <a:pt x="877386" y="4996251"/>
                  </a:lnTo>
                  <a:lnTo>
                    <a:pt x="877544" y="4996251"/>
                  </a:lnTo>
                  <a:lnTo>
                    <a:pt x="877702" y="4996251"/>
                  </a:lnTo>
                  <a:lnTo>
                    <a:pt x="877702" y="4995821"/>
                  </a:lnTo>
                  <a:lnTo>
                    <a:pt x="877859" y="4995821"/>
                  </a:lnTo>
                  <a:lnTo>
                    <a:pt x="878017" y="4995821"/>
                  </a:lnTo>
                  <a:lnTo>
                    <a:pt x="878175" y="4995821"/>
                  </a:lnTo>
                  <a:lnTo>
                    <a:pt x="878333" y="4995821"/>
                  </a:lnTo>
                  <a:lnTo>
                    <a:pt x="878490" y="4995821"/>
                  </a:lnTo>
                  <a:lnTo>
                    <a:pt x="878648" y="4995821"/>
                  </a:lnTo>
                  <a:lnTo>
                    <a:pt x="878648" y="4995390"/>
                  </a:lnTo>
                  <a:lnTo>
                    <a:pt x="878806" y="4995390"/>
                  </a:lnTo>
                  <a:lnTo>
                    <a:pt x="878963" y="4995390"/>
                  </a:lnTo>
                  <a:lnTo>
                    <a:pt x="878963" y="4994960"/>
                  </a:lnTo>
                  <a:lnTo>
                    <a:pt x="879121" y="4994960"/>
                  </a:lnTo>
                  <a:lnTo>
                    <a:pt x="879279" y="4994960"/>
                  </a:lnTo>
                  <a:lnTo>
                    <a:pt x="879279" y="4994529"/>
                  </a:lnTo>
                  <a:lnTo>
                    <a:pt x="879437" y="4994529"/>
                  </a:lnTo>
                  <a:lnTo>
                    <a:pt x="879594" y="4994529"/>
                  </a:lnTo>
                  <a:lnTo>
                    <a:pt x="879752" y="4994529"/>
                  </a:lnTo>
                  <a:lnTo>
                    <a:pt x="879910" y="4994529"/>
                  </a:lnTo>
                  <a:lnTo>
                    <a:pt x="880067" y="4994529"/>
                  </a:lnTo>
                  <a:lnTo>
                    <a:pt x="880225" y="4994529"/>
                  </a:lnTo>
                  <a:lnTo>
                    <a:pt x="880225" y="4994098"/>
                  </a:lnTo>
                  <a:lnTo>
                    <a:pt x="880225" y="4993668"/>
                  </a:lnTo>
                  <a:lnTo>
                    <a:pt x="880383" y="4993668"/>
                  </a:lnTo>
                  <a:lnTo>
                    <a:pt x="880541" y="4993668"/>
                  </a:lnTo>
                  <a:lnTo>
                    <a:pt x="880698" y="4993668"/>
                  </a:lnTo>
                  <a:lnTo>
                    <a:pt x="880856" y="4993668"/>
                  </a:lnTo>
                  <a:lnTo>
                    <a:pt x="881014" y="4993668"/>
                  </a:lnTo>
                  <a:lnTo>
                    <a:pt x="881172" y="4993668"/>
                  </a:lnTo>
                  <a:lnTo>
                    <a:pt x="881172" y="4993237"/>
                  </a:lnTo>
                  <a:lnTo>
                    <a:pt x="881172" y="4992807"/>
                  </a:lnTo>
                  <a:lnTo>
                    <a:pt x="881329" y="4992807"/>
                  </a:lnTo>
                  <a:lnTo>
                    <a:pt x="881329" y="4992376"/>
                  </a:lnTo>
                  <a:lnTo>
                    <a:pt x="881487" y="4992376"/>
                  </a:lnTo>
                  <a:lnTo>
                    <a:pt x="881645" y="4992376"/>
                  </a:lnTo>
                  <a:lnTo>
                    <a:pt x="881645" y="4991945"/>
                  </a:lnTo>
                  <a:lnTo>
                    <a:pt x="881802" y="4991945"/>
                  </a:lnTo>
                  <a:lnTo>
                    <a:pt x="881802" y="4991515"/>
                  </a:lnTo>
                  <a:lnTo>
                    <a:pt x="881960" y="4991515"/>
                  </a:lnTo>
                  <a:lnTo>
                    <a:pt x="881960" y="4991084"/>
                  </a:lnTo>
                  <a:lnTo>
                    <a:pt x="881960" y="4990654"/>
                  </a:lnTo>
                  <a:lnTo>
                    <a:pt x="882118" y="4990654"/>
                  </a:lnTo>
                  <a:lnTo>
                    <a:pt x="882118" y="4990223"/>
                  </a:lnTo>
                  <a:lnTo>
                    <a:pt x="882118" y="4989792"/>
                  </a:lnTo>
                  <a:lnTo>
                    <a:pt x="882276" y="4989792"/>
                  </a:lnTo>
                  <a:lnTo>
                    <a:pt x="882276" y="4989362"/>
                  </a:lnTo>
                  <a:lnTo>
                    <a:pt x="882433" y="4989362"/>
                  </a:lnTo>
                  <a:lnTo>
                    <a:pt x="882433" y="4988931"/>
                  </a:lnTo>
                  <a:lnTo>
                    <a:pt x="882591" y="4988931"/>
                  </a:lnTo>
                  <a:lnTo>
                    <a:pt x="882749" y="4988931"/>
                  </a:lnTo>
                  <a:lnTo>
                    <a:pt x="882906" y="4988931"/>
                  </a:lnTo>
                  <a:lnTo>
                    <a:pt x="882906" y="4988501"/>
                  </a:lnTo>
                  <a:lnTo>
                    <a:pt x="883064" y="4988501"/>
                  </a:lnTo>
                  <a:lnTo>
                    <a:pt x="883222" y="4988501"/>
                  </a:lnTo>
                  <a:lnTo>
                    <a:pt x="883222" y="4988070"/>
                  </a:lnTo>
                  <a:lnTo>
                    <a:pt x="883380" y="4988070"/>
                  </a:lnTo>
                  <a:lnTo>
                    <a:pt x="883537" y="4988070"/>
                  </a:lnTo>
                  <a:lnTo>
                    <a:pt x="883537" y="4987639"/>
                  </a:lnTo>
                  <a:lnTo>
                    <a:pt x="883695" y="4987639"/>
                  </a:lnTo>
                  <a:lnTo>
                    <a:pt x="883853" y="4987639"/>
                  </a:lnTo>
                  <a:lnTo>
                    <a:pt x="883853" y="4987209"/>
                  </a:lnTo>
                  <a:lnTo>
                    <a:pt x="884010" y="4987209"/>
                  </a:lnTo>
                  <a:lnTo>
                    <a:pt x="884010" y="4986778"/>
                  </a:lnTo>
                  <a:lnTo>
                    <a:pt x="884168" y="4986778"/>
                  </a:lnTo>
                  <a:lnTo>
                    <a:pt x="884326" y="4986778"/>
                  </a:lnTo>
                  <a:lnTo>
                    <a:pt x="884484" y="4986778"/>
                  </a:lnTo>
                  <a:lnTo>
                    <a:pt x="884641" y="4986778"/>
                  </a:lnTo>
                  <a:lnTo>
                    <a:pt x="884799" y="4986778"/>
                  </a:lnTo>
                  <a:lnTo>
                    <a:pt x="884957" y="4986778"/>
                  </a:lnTo>
                  <a:lnTo>
                    <a:pt x="884957" y="4986348"/>
                  </a:lnTo>
                  <a:lnTo>
                    <a:pt x="884957" y="4985917"/>
                  </a:lnTo>
                  <a:lnTo>
                    <a:pt x="884957" y="4985486"/>
                  </a:lnTo>
                  <a:lnTo>
                    <a:pt x="885114" y="4985486"/>
                  </a:lnTo>
                  <a:lnTo>
                    <a:pt x="885272" y="4985486"/>
                  </a:lnTo>
                  <a:lnTo>
                    <a:pt x="885430" y="4985486"/>
                  </a:lnTo>
                  <a:lnTo>
                    <a:pt x="885430" y="4985056"/>
                  </a:lnTo>
                  <a:lnTo>
                    <a:pt x="885430" y="4984625"/>
                  </a:lnTo>
                  <a:lnTo>
                    <a:pt x="885588" y="4984625"/>
                  </a:lnTo>
                  <a:lnTo>
                    <a:pt x="885745" y="4984625"/>
                  </a:lnTo>
                  <a:lnTo>
                    <a:pt x="885745" y="4984195"/>
                  </a:lnTo>
                  <a:lnTo>
                    <a:pt x="885903" y="4984195"/>
                  </a:lnTo>
                  <a:lnTo>
                    <a:pt x="886061" y="4984195"/>
                  </a:lnTo>
                  <a:lnTo>
                    <a:pt x="886061" y="4983764"/>
                  </a:lnTo>
                  <a:lnTo>
                    <a:pt x="886219" y="4983764"/>
                  </a:lnTo>
                  <a:lnTo>
                    <a:pt x="886219" y="4983333"/>
                  </a:lnTo>
                  <a:lnTo>
                    <a:pt x="886376" y="4983333"/>
                  </a:lnTo>
                  <a:lnTo>
                    <a:pt x="886534" y="4983333"/>
                  </a:lnTo>
                  <a:lnTo>
                    <a:pt x="886534" y="4982903"/>
                  </a:lnTo>
                  <a:lnTo>
                    <a:pt x="886692" y="4982903"/>
                  </a:lnTo>
                  <a:lnTo>
                    <a:pt x="886692" y="4982472"/>
                  </a:lnTo>
                  <a:lnTo>
                    <a:pt x="886849" y="4982472"/>
                  </a:lnTo>
                  <a:lnTo>
                    <a:pt x="887007" y="4982472"/>
                  </a:lnTo>
                  <a:lnTo>
                    <a:pt x="887007" y="4982042"/>
                  </a:lnTo>
                  <a:lnTo>
                    <a:pt x="887165" y="4982042"/>
                  </a:lnTo>
                  <a:lnTo>
                    <a:pt x="887323" y="4982042"/>
                  </a:lnTo>
                  <a:lnTo>
                    <a:pt x="887480" y="4982042"/>
                  </a:lnTo>
                  <a:lnTo>
                    <a:pt x="887638" y="4982042"/>
                  </a:lnTo>
                  <a:lnTo>
                    <a:pt x="887638" y="4981611"/>
                  </a:lnTo>
                  <a:lnTo>
                    <a:pt x="887638" y="4981180"/>
                  </a:lnTo>
                  <a:lnTo>
                    <a:pt x="887796" y="4981180"/>
                  </a:lnTo>
                  <a:lnTo>
                    <a:pt x="887953" y="4981180"/>
                  </a:lnTo>
                  <a:lnTo>
                    <a:pt x="888111" y="4981180"/>
                  </a:lnTo>
                  <a:lnTo>
                    <a:pt x="888269" y="4981180"/>
                  </a:lnTo>
                  <a:lnTo>
                    <a:pt x="888269" y="4980750"/>
                  </a:lnTo>
                  <a:lnTo>
                    <a:pt x="888269" y="4980319"/>
                  </a:lnTo>
                  <a:lnTo>
                    <a:pt x="888269" y="4979889"/>
                  </a:lnTo>
                  <a:lnTo>
                    <a:pt x="888427" y="4979889"/>
                  </a:lnTo>
                  <a:lnTo>
                    <a:pt x="888584" y="4979889"/>
                  </a:lnTo>
                  <a:lnTo>
                    <a:pt x="888742" y="4979889"/>
                  </a:lnTo>
                  <a:lnTo>
                    <a:pt x="888900" y="4979889"/>
                  </a:lnTo>
                  <a:lnTo>
                    <a:pt x="888900" y="4979458"/>
                  </a:lnTo>
                  <a:lnTo>
                    <a:pt x="889057" y="4979458"/>
                  </a:lnTo>
                  <a:lnTo>
                    <a:pt x="889215" y="4979458"/>
                  </a:lnTo>
                  <a:lnTo>
                    <a:pt x="889373" y="4979458"/>
                  </a:lnTo>
                  <a:lnTo>
                    <a:pt x="889531" y="4979458"/>
                  </a:lnTo>
                  <a:lnTo>
                    <a:pt x="889688" y="4979458"/>
                  </a:lnTo>
                  <a:lnTo>
                    <a:pt x="889846" y="4979458"/>
                  </a:lnTo>
                  <a:lnTo>
                    <a:pt x="890004" y="4979458"/>
                  </a:lnTo>
                  <a:lnTo>
                    <a:pt x="890161" y="4979458"/>
                  </a:lnTo>
                  <a:lnTo>
                    <a:pt x="890161" y="4979027"/>
                  </a:lnTo>
                  <a:lnTo>
                    <a:pt x="890319" y="4979027"/>
                  </a:lnTo>
                  <a:lnTo>
                    <a:pt x="890477" y="4979027"/>
                  </a:lnTo>
                  <a:lnTo>
                    <a:pt x="890477" y="4978597"/>
                  </a:lnTo>
                  <a:lnTo>
                    <a:pt x="890477" y="4978166"/>
                  </a:lnTo>
                  <a:lnTo>
                    <a:pt x="890635" y="4978166"/>
                  </a:lnTo>
                  <a:lnTo>
                    <a:pt x="890635" y="4977736"/>
                  </a:lnTo>
                  <a:lnTo>
                    <a:pt x="890792" y="4977736"/>
                  </a:lnTo>
                  <a:lnTo>
                    <a:pt x="890792" y="4977305"/>
                  </a:lnTo>
                  <a:lnTo>
                    <a:pt x="890950" y="4977305"/>
                  </a:lnTo>
                  <a:lnTo>
                    <a:pt x="891108" y="4977305"/>
                  </a:lnTo>
                  <a:lnTo>
                    <a:pt x="891265" y="4977305"/>
                  </a:lnTo>
                  <a:lnTo>
                    <a:pt x="891423" y="4977305"/>
                  </a:lnTo>
                  <a:lnTo>
                    <a:pt x="891581" y="4977305"/>
                  </a:lnTo>
                  <a:lnTo>
                    <a:pt x="891739" y="4977305"/>
                  </a:lnTo>
                  <a:lnTo>
                    <a:pt x="891739" y="4976874"/>
                  </a:lnTo>
                  <a:lnTo>
                    <a:pt x="891896" y="4976874"/>
                  </a:lnTo>
                  <a:lnTo>
                    <a:pt x="892054" y="4976874"/>
                  </a:lnTo>
                  <a:lnTo>
                    <a:pt x="892054" y="4976444"/>
                  </a:lnTo>
                  <a:lnTo>
                    <a:pt x="892212" y="4976444"/>
                  </a:lnTo>
                  <a:lnTo>
                    <a:pt x="892370" y="4976444"/>
                  </a:lnTo>
                  <a:lnTo>
                    <a:pt x="892527" y="4976444"/>
                  </a:lnTo>
                  <a:lnTo>
                    <a:pt x="892527" y="4976013"/>
                  </a:lnTo>
                  <a:lnTo>
                    <a:pt x="892685" y="4976013"/>
                  </a:lnTo>
                  <a:lnTo>
                    <a:pt x="892685" y="4975583"/>
                  </a:lnTo>
                  <a:lnTo>
                    <a:pt x="892685" y="4975152"/>
                  </a:lnTo>
                  <a:lnTo>
                    <a:pt x="892843" y="4975152"/>
                  </a:lnTo>
                  <a:lnTo>
                    <a:pt x="893000" y="4975152"/>
                  </a:lnTo>
                  <a:lnTo>
                    <a:pt x="893000" y="4974721"/>
                  </a:lnTo>
                  <a:lnTo>
                    <a:pt x="893158" y="4974721"/>
                  </a:lnTo>
                  <a:lnTo>
                    <a:pt x="893316" y="4974721"/>
                  </a:lnTo>
                  <a:lnTo>
                    <a:pt x="893474" y="4974721"/>
                  </a:lnTo>
                  <a:lnTo>
                    <a:pt x="893631" y="4974721"/>
                  </a:lnTo>
                  <a:lnTo>
                    <a:pt x="893789" y="4974721"/>
                  </a:lnTo>
                  <a:lnTo>
                    <a:pt x="893947" y="4974721"/>
                  </a:lnTo>
                  <a:lnTo>
                    <a:pt x="894104" y="4974721"/>
                  </a:lnTo>
                  <a:lnTo>
                    <a:pt x="894262" y="4974721"/>
                  </a:lnTo>
                  <a:lnTo>
                    <a:pt x="894420" y="4974721"/>
                  </a:lnTo>
                  <a:lnTo>
                    <a:pt x="894420" y="4974291"/>
                  </a:lnTo>
                  <a:lnTo>
                    <a:pt x="894420" y="4973860"/>
                  </a:lnTo>
                  <a:lnTo>
                    <a:pt x="894578" y="4973860"/>
                  </a:lnTo>
                  <a:lnTo>
                    <a:pt x="894578" y="4973430"/>
                  </a:lnTo>
                  <a:lnTo>
                    <a:pt x="894735" y="4973430"/>
                  </a:lnTo>
                  <a:lnTo>
                    <a:pt x="894893" y="4973430"/>
                  </a:lnTo>
                  <a:lnTo>
                    <a:pt x="895051" y="4973430"/>
                  </a:lnTo>
                  <a:lnTo>
                    <a:pt x="895051" y="4972999"/>
                  </a:lnTo>
                  <a:lnTo>
                    <a:pt x="895208" y="4972999"/>
                  </a:lnTo>
                  <a:lnTo>
                    <a:pt x="895366" y="4972999"/>
                  </a:lnTo>
                  <a:lnTo>
                    <a:pt x="895366" y="4972568"/>
                  </a:lnTo>
                  <a:lnTo>
                    <a:pt x="895524" y="4972568"/>
                  </a:lnTo>
                  <a:lnTo>
                    <a:pt x="895682" y="4972568"/>
                  </a:lnTo>
                  <a:lnTo>
                    <a:pt x="895682" y="4972138"/>
                  </a:lnTo>
                  <a:lnTo>
                    <a:pt x="895682" y="4971707"/>
                  </a:lnTo>
                  <a:lnTo>
                    <a:pt x="895839" y="4971707"/>
                  </a:lnTo>
                  <a:lnTo>
                    <a:pt x="895839" y="4971277"/>
                  </a:lnTo>
                  <a:lnTo>
                    <a:pt x="895839" y="4970846"/>
                  </a:lnTo>
                  <a:lnTo>
                    <a:pt x="895997" y="4970846"/>
                  </a:lnTo>
                  <a:lnTo>
                    <a:pt x="896155" y="4970846"/>
                  </a:lnTo>
                  <a:lnTo>
                    <a:pt x="896155" y="4970415"/>
                  </a:lnTo>
                  <a:lnTo>
                    <a:pt x="896155" y="4969985"/>
                  </a:lnTo>
                  <a:lnTo>
                    <a:pt x="896155" y="4969554"/>
                  </a:lnTo>
                  <a:lnTo>
                    <a:pt x="896312" y="4969554"/>
                  </a:lnTo>
                  <a:lnTo>
                    <a:pt x="896312" y="4969124"/>
                  </a:lnTo>
                  <a:lnTo>
                    <a:pt x="896312" y="4968693"/>
                  </a:lnTo>
                  <a:lnTo>
                    <a:pt x="896312" y="4968262"/>
                  </a:lnTo>
                  <a:lnTo>
                    <a:pt x="896470" y="4968262"/>
                  </a:lnTo>
                  <a:lnTo>
                    <a:pt x="896470" y="4967832"/>
                  </a:lnTo>
                  <a:lnTo>
                    <a:pt x="896628" y="4967832"/>
                  </a:lnTo>
                  <a:lnTo>
                    <a:pt x="896628" y="4967401"/>
                  </a:lnTo>
                  <a:lnTo>
                    <a:pt x="896786" y="4967401"/>
                  </a:lnTo>
                  <a:lnTo>
                    <a:pt x="896786" y="4966971"/>
                  </a:lnTo>
                  <a:lnTo>
                    <a:pt x="896943" y="4966971"/>
                  </a:lnTo>
                  <a:lnTo>
                    <a:pt x="897101" y="4966971"/>
                  </a:lnTo>
                  <a:lnTo>
                    <a:pt x="897259" y="4966971"/>
                  </a:lnTo>
                  <a:lnTo>
                    <a:pt x="897259" y="4966540"/>
                  </a:lnTo>
                  <a:lnTo>
                    <a:pt x="897417" y="4966540"/>
                  </a:lnTo>
                  <a:lnTo>
                    <a:pt x="897574" y="4966540"/>
                  </a:lnTo>
                  <a:lnTo>
                    <a:pt x="897732" y="4966540"/>
                  </a:lnTo>
                  <a:lnTo>
                    <a:pt x="897732" y="4966109"/>
                  </a:lnTo>
                  <a:lnTo>
                    <a:pt x="897890" y="4966109"/>
                  </a:lnTo>
                  <a:lnTo>
                    <a:pt x="898047" y="4966109"/>
                  </a:lnTo>
                  <a:lnTo>
                    <a:pt x="898047" y="4965679"/>
                  </a:lnTo>
                  <a:lnTo>
                    <a:pt x="898205" y="4965679"/>
                  </a:lnTo>
                  <a:lnTo>
                    <a:pt x="898205" y="4965248"/>
                  </a:lnTo>
                  <a:lnTo>
                    <a:pt x="898205" y="4964818"/>
                  </a:lnTo>
                  <a:lnTo>
                    <a:pt x="898363" y="4964818"/>
                  </a:lnTo>
                  <a:lnTo>
                    <a:pt x="898521" y="4964818"/>
                  </a:lnTo>
                  <a:lnTo>
                    <a:pt x="898678" y="4964818"/>
                  </a:lnTo>
                  <a:lnTo>
                    <a:pt x="898836" y="4964818"/>
                  </a:lnTo>
                  <a:lnTo>
                    <a:pt x="898994" y="4964818"/>
                  </a:lnTo>
                  <a:lnTo>
                    <a:pt x="898994" y="4964387"/>
                  </a:lnTo>
                  <a:lnTo>
                    <a:pt x="899151" y="4964387"/>
                  </a:lnTo>
                  <a:lnTo>
                    <a:pt x="899309" y="4964387"/>
                  </a:lnTo>
                  <a:lnTo>
                    <a:pt x="899467" y="4964387"/>
                  </a:lnTo>
                  <a:lnTo>
                    <a:pt x="899625" y="4964387"/>
                  </a:lnTo>
                  <a:lnTo>
                    <a:pt x="899782" y="4964387"/>
                  </a:lnTo>
                  <a:lnTo>
                    <a:pt x="899940" y="4964387"/>
                  </a:lnTo>
                  <a:lnTo>
                    <a:pt x="899940" y="4963956"/>
                  </a:lnTo>
                  <a:lnTo>
                    <a:pt x="900098" y="4963956"/>
                  </a:lnTo>
                  <a:lnTo>
                    <a:pt x="900255" y="4963956"/>
                  </a:lnTo>
                  <a:lnTo>
                    <a:pt x="900255" y="4963526"/>
                  </a:lnTo>
                  <a:lnTo>
                    <a:pt x="900413" y="4963526"/>
                  </a:lnTo>
                  <a:lnTo>
                    <a:pt x="900571" y="4963526"/>
                  </a:lnTo>
                  <a:lnTo>
                    <a:pt x="900729" y="4963526"/>
                  </a:lnTo>
                  <a:lnTo>
                    <a:pt x="900886" y="4963526"/>
                  </a:lnTo>
                  <a:lnTo>
                    <a:pt x="901044" y="4963526"/>
                  </a:lnTo>
                  <a:lnTo>
                    <a:pt x="901044" y="4963095"/>
                  </a:lnTo>
                  <a:lnTo>
                    <a:pt x="901202" y="4963095"/>
                  </a:lnTo>
                  <a:lnTo>
                    <a:pt x="901359" y="4963095"/>
                  </a:lnTo>
                  <a:lnTo>
                    <a:pt x="901517" y="4963095"/>
                  </a:lnTo>
                  <a:lnTo>
                    <a:pt x="901675" y="4963095"/>
                  </a:lnTo>
                  <a:lnTo>
                    <a:pt x="901675" y="4962665"/>
                  </a:lnTo>
                  <a:lnTo>
                    <a:pt x="901675" y="4962234"/>
                  </a:lnTo>
                  <a:lnTo>
                    <a:pt x="901675" y="4961803"/>
                  </a:lnTo>
                  <a:lnTo>
                    <a:pt x="901675" y="4961373"/>
                  </a:lnTo>
                  <a:lnTo>
                    <a:pt x="901833" y="4961373"/>
                  </a:lnTo>
                  <a:lnTo>
                    <a:pt x="901833" y="4960942"/>
                  </a:lnTo>
                  <a:lnTo>
                    <a:pt x="901990" y="4960942"/>
                  </a:lnTo>
                  <a:lnTo>
                    <a:pt x="902148" y="4960942"/>
                  </a:lnTo>
                  <a:lnTo>
                    <a:pt x="902306" y="4960942"/>
                  </a:lnTo>
                  <a:lnTo>
                    <a:pt x="902306" y="4960512"/>
                  </a:lnTo>
                  <a:lnTo>
                    <a:pt x="902306" y="4960081"/>
                  </a:lnTo>
                  <a:lnTo>
                    <a:pt x="902463" y="4960081"/>
                  </a:lnTo>
                  <a:lnTo>
                    <a:pt x="902621" y="4960081"/>
                  </a:lnTo>
                  <a:lnTo>
                    <a:pt x="902621" y="4959650"/>
                  </a:lnTo>
                  <a:lnTo>
                    <a:pt x="902779" y="4959650"/>
                  </a:lnTo>
                  <a:lnTo>
                    <a:pt x="902937" y="4959650"/>
                  </a:lnTo>
                  <a:lnTo>
                    <a:pt x="903094" y="4959650"/>
                  </a:lnTo>
                  <a:lnTo>
                    <a:pt x="903094" y="4959220"/>
                  </a:lnTo>
                  <a:lnTo>
                    <a:pt x="903252" y="4959220"/>
                  </a:lnTo>
                  <a:lnTo>
                    <a:pt x="903410" y="4959220"/>
                  </a:lnTo>
                  <a:lnTo>
                    <a:pt x="903410" y="4958789"/>
                  </a:lnTo>
                  <a:lnTo>
                    <a:pt x="903568" y="4958789"/>
                  </a:lnTo>
                  <a:lnTo>
                    <a:pt x="903725" y="4958789"/>
                  </a:lnTo>
                  <a:lnTo>
                    <a:pt x="903725" y="4958359"/>
                  </a:lnTo>
                  <a:lnTo>
                    <a:pt x="903883" y="4958359"/>
                  </a:lnTo>
                  <a:lnTo>
                    <a:pt x="904041" y="4958359"/>
                  </a:lnTo>
                  <a:lnTo>
                    <a:pt x="904198" y="4958359"/>
                  </a:lnTo>
                  <a:lnTo>
                    <a:pt x="904356" y="4958359"/>
                  </a:lnTo>
                  <a:lnTo>
                    <a:pt x="904514" y="4958359"/>
                  </a:lnTo>
                  <a:lnTo>
                    <a:pt x="904514" y="4957928"/>
                  </a:lnTo>
                  <a:lnTo>
                    <a:pt x="904672" y="4957928"/>
                  </a:lnTo>
                  <a:lnTo>
                    <a:pt x="904829" y="4957928"/>
                  </a:lnTo>
                  <a:lnTo>
                    <a:pt x="904987" y="4957928"/>
                  </a:lnTo>
                  <a:lnTo>
                    <a:pt x="905145" y="4957928"/>
                  </a:lnTo>
                  <a:lnTo>
                    <a:pt x="905145" y="4957497"/>
                  </a:lnTo>
                  <a:lnTo>
                    <a:pt x="905302" y="4957497"/>
                  </a:lnTo>
                  <a:lnTo>
                    <a:pt x="905460" y="4957497"/>
                  </a:lnTo>
                  <a:lnTo>
                    <a:pt x="905618" y="4957497"/>
                  </a:lnTo>
                  <a:lnTo>
                    <a:pt x="905618" y="4957067"/>
                  </a:lnTo>
                  <a:lnTo>
                    <a:pt x="905618" y="4956636"/>
                  </a:lnTo>
                  <a:lnTo>
                    <a:pt x="905776" y="4956636"/>
                  </a:lnTo>
                  <a:lnTo>
                    <a:pt x="905933" y="4956636"/>
                  </a:lnTo>
                  <a:lnTo>
                    <a:pt x="905933" y="4956206"/>
                  </a:lnTo>
                  <a:lnTo>
                    <a:pt x="906091" y="4956206"/>
                  </a:lnTo>
                  <a:lnTo>
                    <a:pt x="906249" y="4956206"/>
                  </a:lnTo>
                  <a:lnTo>
                    <a:pt x="906406" y="4956206"/>
                  </a:lnTo>
                  <a:lnTo>
                    <a:pt x="906564" y="4956206"/>
                  </a:lnTo>
                  <a:lnTo>
                    <a:pt x="906722" y="4956206"/>
                  </a:lnTo>
                  <a:lnTo>
                    <a:pt x="906880" y="4956206"/>
                  </a:lnTo>
                  <a:lnTo>
                    <a:pt x="907037" y="4956206"/>
                  </a:lnTo>
                  <a:lnTo>
                    <a:pt x="907195" y="4956206"/>
                  </a:lnTo>
                  <a:lnTo>
                    <a:pt x="907195" y="4955775"/>
                  </a:lnTo>
                  <a:lnTo>
                    <a:pt x="907353" y="4955775"/>
                  </a:lnTo>
                  <a:lnTo>
                    <a:pt x="907510" y="4955775"/>
                  </a:lnTo>
                  <a:lnTo>
                    <a:pt x="907668" y="4955775"/>
                  </a:lnTo>
                  <a:lnTo>
                    <a:pt x="907668" y="4955344"/>
                  </a:lnTo>
                  <a:lnTo>
                    <a:pt x="907668" y="4954914"/>
                  </a:lnTo>
                  <a:lnTo>
                    <a:pt x="907826" y="4954914"/>
                  </a:lnTo>
                  <a:lnTo>
                    <a:pt x="907984" y="4954914"/>
                  </a:lnTo>
                  <a:lnTo>
                    <a:pt x="908141" y="4954914"/>
                  </a:lnTo>
                  <a:lnTo>
                    <a:pt x="908299" y="4954914"/>
                  </a:lnTo>
                  <a:lnTo>
                    <a:pt x="908299" y="4954483"/>
                  </a:lnTo>
                  <a:lnTo>
                    <a:pt x="908457" y="4954483"/>
                  </a:lnTo>
                  <a:lnTo>
                    <a:pt x="908615" y="4954483"/>
                  </a:lnTo>
                  <a:lnTo>
                    <a:pt x="908615" y="4954053"/>
                  </a:lnTo>
                  <a:lnTo>
                    <a:pt x="908772" y="4954053"/>
                  </a:lnTo>
                  <a:lnTo>
                    <a:pt x="908930" y="4954053"/>
                  </a:lnTo>
                  <a:lnTo>
                    <a:pt x="909088" y="4954053"/>
                  </a:lnTo>
                  <a:lnTo>
                    <a:pt x="909088" y="4953622"/>
                  </a:lnTo>
                  <a:lnTo>
                    <a:pt x="909245" y="4953622"/>
                  </a:lnTo>
                  <a:lnTo>
                    <a:pt x="909403" y="4953622"/>
                  </a:lnTo>
                  <a:lnTo>
                    <a:pt x="909561" y="4953622"/>
                  </a:lnTo>
                  <a:lnTo>
                    <a:pt x="909719" y="4953622"/>
                  </a:lnTo>
                  <a:lnTo>
                    <a:pt x="909876" y="4953622"/>
                  </a:lnTo>
                  <a:lnTo>
                    <a:pt x="910034" y="4953622"/>
                  </a:lnTo>
                  <a:lnTo>
                    <a:pt x="910034" y="4953191"/>
                  </a:lnTo>
                  <a:lnTo>
                    <a:pt x="910034" y="4952761"/>
                  </a:lnTo>
                  <a:lnTo>
                    <a:pt x="910192" y="4952761"/>
                  </a:lnTo>
                  <a:lnTo>
                    <a:pt x="910349" y="4952761"/>
                  </a:lnTo>
                  <a:lnTo>
                    <a:pt x="910507" y="4952761"/>
                  </a:lnTo>
                  <a:lnTo>
                    <a:pt x="910665" y="4952761"/>
                  </a:lnTo>
                  <a:lnTo>
                    <a:pt x="910823" y="4952761"/>
                  </a:lnTo>
                  <a:lnTo>
                    <a:pt x="910980" y="4952761"/>
                  </a:lnTo>
                  <a:lnTo>
                    <a:pt x="911138" y="4952761"/>
                  </a:lnTo>
                  <a:lnTo>
                    <a:pt x="911296" y="4952761"/>
                  </a:lnTo>
                  <a:lnTo>
                    <a:pt x="911296" y="4952330"/>
                  </a:lnTo>
                  <a:lnTo>
                    <a:pt x="911453" y="4952330"/>
                  </a:lnTo>
                  <a:lnTo>
                    <a:pt x="911453" y="4951900"/>
                  </a:lnTo>
                  <a:lnTo>
                    <a:pt x="911453" y="4951469"/>
                  </a:lnTo>
                  <a:lnTo>
                    <a:pt x="911611" y="4951469"/>
                  </a:lnTo>
                  <a:lnTo>
                    <a:pt x="911611" y="4951038"/>
                  </a:lnTo>
                  <a:lnTo>
                    <a:pt x="911611" y="4950608"/>
                  </a:lnTo>
                  <a:lnTo>
                    <a:pt x="911769" y="4950608"/>
                  </a:lnTo>
                  <a:lnTo>
                    <a:pt x="911769" y="4950177"/>
                  </a:lnTo>
                  <a:lnTo>
                    <a:pt x="911927" y="4950177"/>
                  </a:lnTo>
                  <a:lnTo>
                    <a:pt x="912084" y="4950177"/>
                  </a:lnTo>
                  <a:lnTo>
                    <a:pt x="912242" y="4950177"/>
                  </a:lnTo>
                  <a:lnTo>
                    <a:pt x="912242" y="4949747"/>
                  </a:lnTo>
                  <a:lnTo>
                    <a:pt x="912400" y="4949747"/>
                  </a:lnTo>
                  <a:lnTo>
                    <a:pt x="912557" y="4949747"/>
                  </a:lnTo>
                  <a:lnTo>
                    <a:pt x="912715" y="4949747"/>
                  </a:lnTo>
                  <a:lnTo>
                    <a:pt x="912715" y="4949316"/>
                  </a:lnTo>
                  <a:lnTo>
                    <a:pt x="912873" y="4949316"/>
                  </a:lnTo>
                  <a:lnTo>
                    <a:pt x="913031" y="4949316"/>
                  </a:lnTo>
                  <a:lnTo>
                    <a:pt x="913188" y="4949316"/>
                  </a:lnTo>
                  <a:lnTo>
                    <a:pt x="913188" y="4948885"/>
                  </a:lnTo>
                  <a:lnTo>
                    <a:pt x="913346" y="4948885"/>
                  </a:lnTo>
                  <a:lnTo>
                    <a:pt x="913504" y="4948885"/>
                  </a:lnTo>
                  <a:lnTo>
                    <a:pt x="913661" y="4948885"/>
                  </a:lnTo>
                  <a:lnTo>
                    <a:pt x="913819" y="4948885"/>
                  </a:lnTo>
                  <a:lnTo>
                    <a:pt x="913819" y="4948455"/>
                  </a:lnTo>
                  <a:lnTo>
                    <a:pt x="913819" y="4948024"/>
                  </a:lnTo>
                  <a:lnTo>
                    <a:pt x="913819" y="4947594"/>
                  </a:lnTo>
                  <a:lnTo>
                    <a:pt x="913977" y="4947594"/>
                  </a:lnTo>
                  <a:lnTo>
                    <a:pt x="913977" y="4947163"/>
                  </a:lnTo>
                  <a:lnTo>
                    <a:pt x="914135" y="4947163"/>
                  </a:lnTo>
                  <a:lnTo>
                    <a:pt x="914135" y="4946732"/>
                  </a:lnTo>
                  <a:lnTo>
                    <a:pt x="914292" y="4946732"/>
                  </a:lnTo>
                  <a:lnTo>
                    <a:pt x="914450" y="4946732"/>
                  </a:lnTo>
                  <a:lnTo>
                    <a:pt x="914608" y="4946732"/>
                  </a:lnTo>
                  <a:lnTo>
                    <a:pt x="914766" y="4946732"/>
                  </a:lnTo>
                  <a:lnTo>
                    <a:pt x="914766" y="4946302"/>
                  </a:lnTo>
                  <a:lnTo>
                    <a:pt x="914923" y="4946302"/>
                  </a:lnTo>
                  <a:lnTo>
                    <a:pt x="915081" y="4946302"/>
                  </a:lnTo>
                  <a:lnTo>
                    <a:pt x="915239" y="4946302"/>
                  </a:lnTo>
                  <a:lnTo>
                    <a:pt x="915239" y="4945871"/>
                  </a:lnTo>
                  <a:lnTo>
                    <a:pt x="915239" y="4945441"/>
                  </a:lnTo>
                  <a:lnTo>
                    <a:pt x="915396" y="4945441"/>
                  </a:lnTo>
                  <a:lnTo>
                    <a:pt x="915554" y="4945441"/>
                  </a:lnTo>
                  <a:lnTo>
                    <a:pt x="915712" y="4945441"/>
                  </a:lnTo>
                  <a:lnTo>
                    <a:pt x="915712" y="4945010"/>
                  </a:lnTo>
                  <a:lnTo>
                    <a:pt x="915870" y="4945010"/>
                  </a:lnTo>
                  <a:lnTo>
                    <a:pt x="915870" y="4944579"/>
                  </a:lnTo>
                  <a:lnTo>
                    <a:pt x="915870" y="4944149"/>
                  </a:lnTo>
                  <a:lnTo>
                    <a:pt x="916027" y="4944149"/>
                  </a:lnTo>
                  <a:lnTo>
                    <a:pt x="916027" y="4943718"/>
                  </a:lnTo>
                  <a:lnTo>
                    <a:pt x="916185" y="4943718"/>
                  </a:lnTo>
                  <a:lnTo>
                    <a:pt x="916343" y="4943718"/>
                  </a:lnTo>
                  <a:lnTo>
                    <a:pt x="916500" y="4943718"/>
                  </a:lnTo>
                  <a:lnTo>
                    <a:pt x="916658" y="4943718"/>
                  </a:lnTo>
                  <a:lnTo>
                    <a:pt x="916816" y="4943718"/>
                  </a:lnTo>
                  <a:lnTo>
                    <a:pt x="916974" y="4943718"/>
                  </a:lnTo>
                  <a:lnTo>
                    <a:pt x="917131" y="4943718"/>
                  </a:lnTo>
                  <a:lnTo>
                    <a:pt x="917131" y="4943288"/>
                  </a:lnTo>
                  <a:lnTo>
                    <a:pt x="917289" y="4943288"/>
                  </a:lnTo>
                  <a:lnTo>
                    <a:pt x="917447" y="4943288"/>
                  </a:lnTo>
                  <a:lnTo>
                    <a:pt x="917604" y="4943288"/>
                  </a:lnTo>
                  <a:lnTo>
                    <a:pt x="917604" y="4942857"/>
                  </a:lnTo>
                  <a:lnTo>
                    <a:pt x="917762" y="4942857"/>
                  </a:lnTo>
                  <a:lnTo>
                    <a:pt x="917920" y="4942857"/>
                  </a:lnTo>
                  <a:lnTo>
                    <a:pt x="918078" y="4942857"/>
                  </a:lnTo>
                  <a:lnTo>
                    <a:pt x="918078" y="4942426"/>
                  </a:lnTo>
                  <a:lnTo>
                    <a:pt x="918235" y="4942426"/>
                  </a:lnTo>
                  <a:lnTo>
                    <a:pt x="918235" y="4941996"/>
                  </a:lnTo>
                  <a:lnTo>
                    <a:pt x="918393" y="4941996"/>
                  </a:lnTo>
                  <a:lnTo>
                    <a:pt x="918393" y="4941565"/>
                  </a:lnTo>
                  <a:lnTo>
                    <a:pt x="918551" y="4941565"/>
                  </a:lnTo>
                  <a:lnTo>
                    <a:pt x="918708" y="4941565"/>
                  </a:lnTo>
                  <a:lnTo>
                    <a:pt x="918708" y="4941135"/>
                  </a:lnTo>
                  <a:lnTo>
                    <a:pt x="918866" y="4941135"/>
                  </a:lnTo>
                  <a:lnTo>
                    <a:pt x="918866" y="4940704"/>
                  </a:lnTo>
                  <a:lnTo>
                    <a:pt x="919024" y="4940704"/>
                  </a:lnTo>
                  <a:lnTo>
                    <a:pt x="919024" y="4940273"/>
                  </a:lnTo>
                  <a:lnTo>
                    <a:pt x="919182" y="4940273"/>
                  </a:lnTo>
                  <a:lnTo>
                    <a:pt x="919339" y="4940273"/>
                  </a:lnTo>
                  <a:lnTo>
                    <a:pt x="919497" y="4940273"/>
                  </a:lnTo>
                  <a:lnTo>
                    <a:pt x="919497" y="4939843"/>
                  </a:lnTo>
                  <a:lnTo>
                    <a:pt x="919497" y="4939412"/>
                  </a:lnTo>
                  <a:lnTo>
                    <a:pt x="919497" y="4938982"/>
                  </a:lnTo>
                  <a:lnTo>
                    <a:pt x="919655" y="4938982"/>
                  </a:lnTo>
                  <a:lnTo>
                    <a:pt x="919812" y="4938982"/>
                  </a:lnTo>
                  <a:lnTo>
                    <a:pt x="919970" y="4938982"/>
                  </a:lnTo>
                  <a:lnTo>
                    <a:pt x="920128" y="4938982"/>
                  </a:lnTo>
                  <a:lnTo>
                    <a:pt x="920286" y="4938982"/>
                  </a:lnTo>
                  <a:lnTo>
                    <a:pt x="920443" y="4938982"/>
                  </a:lnTo>
                  <a:lnTo>
                    <a:pt x="920601" y="4938982"/>
                  </a:lnTo>
                  <a:lnTo>
                    <a:pt x="920601" y="4938551"/>
                  </a:lnTo>
                  <a:lnTo>
                    <a:pt x="920601" y="4938120"/>
                  </a:lnTo>
                  <a:lnTo>
                    <a:pt x="920759" y="4938120"/>
                  </a:lnTo>
                  <a:lnTo>
                    <a:pt x="920917" y="4938120"/>
                  </a:lnTo>
                  <a:lnTo>
                    <a:pt x="921074" y="4938120"/>
                  </a:lnTo>
                  <a:lnTo>
                    <a:pt x="921232" y="4938120"/>
                  </a:lnTo>
                  <a:lnTo>
                    <a:pt x="921232" y="4937690"/>
                  </a:lnTo>
                  <a:lnTo>
                    <a:pt x="921390" y="4937690"/>
                  </a:lnTo>
                  <a:lnTo>
                    <a:pt x="921547" y="4937690"/>
                  </a:lnTo>
                  <a:lnTo>
                    <a:pt x="921705" y="4937690"/>
                  </a:lnTo>
                  <a:lnTo>
                    <a:pt x="921863" y="4937690"/>
                  </a:lnTo>
                  <a:lnTo>
                    <a:pt x="922021" y="4937690"/>
                  </a:lnTo>
                  <a:lnTo>
                    <a:pt x="922178" y="4937690"/>
                  </a:lnTo>
                  <a:lnTo>
                    <a:pt x="922336" y="4937690"/>
                  </a:lnTo>
                  <a:lnTo>
                    <a:pt x="922336" y="4937259"/>
                  </a:lnTo>
                  <a:lnTo>
                    <a:pt x="922494" y="4937259"/>
                  </a:lnTo>
                  <a:lnTo>
                    <a:pt x="922651" y="4937259"/>
                  </a:lnTo>
                  <a:lnTo>
                    <a:pt x="922809" y="4937259"/>
                  </a:lnTo>
                  <a:lnTo>
                    <a:pt x="922967" y="4937259"/>
                  </a:lnTo>
                  <a:lnTo>
                    <a:pt x="923125" y="4937259"/>
                  </a:lnTo>
                  <a:lnTo>
                    <a:pt x="923282" y="4937259"/>
                  </a:lnTo>
                  <a:lnTo>
                    <a:pt x="923282" y="4936829"/>
                  </a:lnTo>
                  <a:lnTo>
                    <a:pt x="923440" y="4936829"/>
                  </a:lnTo>
                  <a:lnTo>
                    <a:pt x="923598" y="4936829"/>
                  </a:lnTo>
                  <a:lnTo>
                    <a:pt x="923755" y="4936829"/>
                  </a:lnTo>
                  <a:lnTo>
                    <a:pt x="923755" y="4936398"/>
                  </a:lnTo>
                  <a:lnTo>
                    <a:pt x="923755" y="4935967"/>
                  </a:lnTo>
                  <a:lnTo>
                    <a:pt x="923913" y="4935967"/>
                  </a:lnTo>
                  <a:lnTo>
                    <a:pt x="924071" y="4935967"/>
                  </a:lnTo>
                  <a:lnTo>
                    <a:pt x="924229" y="4935967"/>
                  </a:lnTo>
                  <a:lnTo>
                    <a:pt x="924229" y="4935537"/>
                  </a:lnTo>
                  <a:lnTo>
                    <a:pt x="924386" y="4935537"/>
                  </a:lnTo>
                  <a:lnTo>
                    <a:pt x="924544" y="4935537"/>
                  </a:lnTo>
                  <a:lnTo>
                    <a:pt x="924702" y="4935537"/>
                  </a:lnTo>
                  <a:lnTo>
                    <a:pt x="924859" y="4935537"/>
                  </a:lnTo>
                  <a:lnTo>
                    <a:pt x="925017" y="4935537"/>
                  </a:lnTo>
                  <a:lnTo>
                    <a:pt x="925017" y="4935106"/>
                  </a:lnTo>
                  <a:lnTo>
                    <a:pt x="925175" y="4935106"/>
                  </a:lnTo>
                  <a:lnTo>
                    <a:pt x="925333" y="4935106"/>
                  </a:lnTo>
                  <a:lnTo>
                    <a:pt x="925490" y="4935106"/>
                  </a:lnTo>
                  <a:lnTo>
                    <a:pt x="925490" y="4934676"/>
                  </a:lnTo>
                  <a:lnTo>
                    <a:pt x="925648" y="4934676"/>
                  </a:lnTo>
                  <a:lnTo>
                    <a:pt x="925648" y="4934245"/>
                  </a:lnTo>
                  <a:lnTo>
                    <a:pt x="925648" y="4933814"/>
                  </a:lnTo>
                  <a:lnTo>
                    <a:pt x="925806" y="4933814"/>
                  </a:lnTo>
                  <a:lnTo>
                    <a:pt x="925964" y="4933814"/>
                  </a:lnTo>
                  <a:lnTo>
                    <a:pt x="926121" y="4933814"/>
                  </a:lnTo>
                  <a:lnTo>
                    <a:pt x="926121" y="4933384"/>
                  </a:lnTo>
                  <a:lnTo>
                    <a:pt x="926279" y="4933384"/>
                  </a:lnTo>
                  <a:lnTo>
                    <a:pt x="926279" y="4932953"/>
                  </a:lnTo>
                  <a:lnTo>
                    <a:pt x="926437" y="4932953"/>
                  </a:lnTo>
                  <a:lnTo>
                    <a:pt x="926594" y="4932953"/>
                  </a:lnTo>
                  <a:lnTo>
                    <a:pt x="926594" y="4932523"/>
                  </a:lnTo>
                  <a:lnTo>
                    <a:pt x="926594" y="4932092"/>
                  </a:lnTo>
                  <a:lnTo>
                    <a:pt x="926752" y="4932092"/>
                  </a:lnTo>
                  <a:lnTo>
                    <a:pt x="926910" y="4932092"/>
                  </a:lnTo>
                  <a:lnTo>
                    <a:pt x="927068" y="4932092"/>
                  </a:lnTo>
                  <a:lnTo>
                    <a:pt x="927068" y="4931661"/>
                  </a:lnTo>
                  <a:lnTo>
                    <a:pt x="927068" y="4931231"/>
                  </a:lnTo>
                  <a:lnTo>
                    <a:pt x="927225" y="4931231"/>
                  </a:lnTo>
                  <a:lnTo>
                    <a:pt x="927383" y="4931231"/>
                  </a:lnTo>
                  <a:lnTo>
                    <a:pt x="927541" y="4931231"/>
                  </a:lnTo>
                  <a:lnTo>
                    <a:pt x="927698" y="4931231"/>
                  </a:lnTo>
                  <a:lnTo>
                    <a:pt x="927856" y="4931231"/>
                  </a:lnTo>
                  <a:lnTo>
                    <a:pt x="928014" y="4931231"/>
                  </a:lnTo>
                  <a:lnTo>
                    <a:pt x="928014" y="4930800"/>
                  </a:lnTo>
                  <a:lnTo>
                    <a:pt x="928172" y="4930800"/>
                  </a:lnTo>
                  <a:lnTo>
                    <a:pt x="928172" y="4930370"/>
                  </a:lnTo>
                  <a:lnTo>
                    <a:pt x="928329" y="4930370"/>
                  </a:lnTo>
                  <a:lnTo>
                    <a:pt x="928487" y="4930370"/>
                  </a:lnTo>
                  <a:lnTo>
                    <a:pt x="928645" y="4930370"/>
                  </a:lnTo>
                  <a:lnTo>
                    <a:pt x="928802" y="4930370"/>
                  </a:lnTo>
                  <a:lnTo>
                    <a:pt x="928960" y="4930370"/>
                  </a:lnTo>
                  <a:lnTo>
                    <a:pt x="928960" y="4929939"/>
                  </a:lnTo>
                  <a:lnTo>
                    <a:pt x="928960" y="4929508"/>
                  </a:lnTo>
                  <a:lnTo>
                    <a:pt x="929118" y="4929508"/>
                  </a:lnTo>
                  <a:lnTo>
                    <a:pt x="929118" y="4929078"/>
                  </a:lnTo>
                  <a:lnTo>
                    <a:pt x="929118" y="4928647"/>
                  </a:lnTo>
                  <a:lnTo>
                    <a:pt x="929276" y="4928647"/>
                  </a:lnTo>
                  <a:lnTo>
                    <a:pt x="929433" y="4928647"/>
                  </a:lnTo>
                  <a:lnTo>
                    <a:pt x="929591" y="4928647"/>
                  </a:lnTo>
                  <a:lnTo>
                    <a:pt x="929749" y="4928647"/>
                  </a:lnTo>
                  <a:lnTo>
                    <a:pt x="929749" y="4928217"/>
                  </a:lnTo>
                  <a:lnTo>
                    <a:pt x="929906" y="4928217"/>
                  </a:lnTo>
                  <a:lnTo>
                    <a:pt x="930064" y="4928217"/>
                  </a:lnTo>
                  <a:lnTo>
                    <a:pt x="930222" y="4928217"/>
                  </a:lnTo>
                  <a:lnTo>
                    <a:pt x="930380" y="4928217"/>
                  </a:lnTo>
                  <a:lnTo>
                    <a:pt x="930380" y="4927786"/>
                  </a:lnTo>
                  <a:lnTo>
                    <a:pt x="930380" y="4927355"/>
                  </a:lnTo>
                  <a:lnTo>
                    <a:pt x="930537" y="4927355"/>
                  </a:lnTo>
                  <a:lnTo>
                    <a:pt x="930695" y="4927355"/>
                  </a:lnTo>
                  <a:lnTo>
                    <a:pt x="930853" y="4927355"/>
                  </a:lnTo>
                  <a:lnTo>
                    <a:pt x="930853" y="4926925"/>
                  </a:lnTo>
                  <a:lnTo>
                    <a:pt x="930853" y="4926494"/>
                  </a:lnTo>
                  <a:lnTo>
                    <a:pt x="931010" y="4926494"/>
                  </a:lnTo>
                  <a:lnTo>
                    <a:pt x="931010" y="4926064"/>
                  </a:lnTo>
                  <a:lnTo>
                    <a:pt x="931168" y="4926064"/>
                  </a:lnTo>
                  <a:lnTo>
                    <a:pt x="931326" y="4926064"/>
                  </a:lnTo>
                  <a:lnTo>
                    <a:pt x="931326" y="4925633"/>
                  </a:lnTo>
                  <a:lnTo>
                    <a:pt x="931484" y="4925633"/>
                  </a:lnTo>
                  <a:lnTo>
                    <a:pt x="931641" y="4925633"/>
                  </a:lnTo>
                  <a:lnTo>
                    <a:pt x="931641" y="4925202"/>
                  </a:lnTo>
                  <a:lnTo>
                    <a:pt x="931641" y="4924772"/>
                  </a:lnTo>
                  <a:lnTo>
                    <a:pt x="931799" y="4924772"/>
                  </a:lnTo>
                  <a:lnTo>
                    <a:pt x="931957" y="4924772"/>
                  </a:lnTo>
                  <a:lnTo>
                    <a:pt x="932115" y="4924772"/>
                  </a:lnTo>
                  <a:lnTo>
                    <a:pt x="932272" y="4924772"/>
                  </a:lnTo>
                  <a:lnTo>
                    <a:pt x="932272" y="4924341"/>
                  </a:lnTo>
                  <a:lnTo>
                    <a:pt x="932430" y="4924341"/>
                  </a:lnTo>
                  <a:lnTo>
                    <a:pt x="932588" y="4924341"/>
                  </a:lnTo>
                  <a:lnTo>
                    <a:pt x="932745" y="4924341"/>
                  </a:lnTo>
                  <a:lnTo>
                    <a:pt x="932745" y="4923911"/>
                  </a:lnTo>
                  <a:lnTo>
                    <a:pt x="932903" y="4923911"/>
                  </a:lnTo>
                  <a:lnTo>
                    <a:pt x="932903" y="4923480"/>
                  </a:lnTo>
                  <a:lnTo>
                    <a:pt x="932903" y="4923049"/>
                  </a:lnTo>
                  <a:lnTo>
                    <a:pt x="933061" y="4923049"/>
                  </a:lnTo>
                  <a:lnTo>
                    <a:pt x="933061" y="4922619"/>
                  </a:lnTo>
                  <a:lnTo>
                    <a:pt x="933219" y="4922619"/>
                  </a:lnTo>
                  <a:lnTo>
                    <a:pt x="933376" y="4922619"/>
                  </a:lnTo>
                  <a:lnTo>
                    <a:pt x="933376" y="4922188"/>
                  </a:lnTo>
                  <a:lnTo>
                    <a:pt x="933534" y="4922188"/>
                  </a:lnTo>
                  <a:lnTo>
                    <a:pt x="933534" y="4921758"/>
                  </a:lnTo>
                  <a:lnTo>
                    <a:pt x="933692" y="4921758"/>
                  </a:lnTo>
                  <a:lnTo>
                    <a:pt x="933849" y="4921758"/>
                  </a:lnTo>
                  <a:lnTo>
                    <a:pt x="934007" y="4921758"/>
                  </a:lnTo>
                  <a:lnTo>
                    <a:pt x="934007" y="4921327"/>
                  </a:lnTo>
                  <a:lnTo>
                    <a:pt x="934165" y="4921327"/>
                  </a:lnTo>
                  <a:lnTo>
                    <a:pt x="934165" y="4920896"/>
                  </a:lnTo>
                  <a:lnTo>
                    <a:pt x="934323" y="4920896"/>
                  </a:lnTo>
                  <a:lnTo>
                    <a:pt x="934480" y="4920896"/>
                  </a:lnTo>
                  <a:lnTo>
                    <a:pt x="934638" y="4920896"/>
                  </a:lnTo>
                  <a:lnTo>
                    <a:pt x="934638" y="4920466"/>
                  </a:lnTo>
                  <a:lnTo>
                    <a:pt x="934796" y="4920466"/>
                  </a:lnTo>
                  <a:lnTo>
                    <a:pt x="934796" y="4920035"/>
                  </a:lnTo>
                  <a:lnTo>
                    <a:pt x="934953" y="4920035"/>
                  </a:lnTo>
                  <a:lnTo>
                    <a:pt x="934953" y="4919605"/>
                  </a:lnTo>
                  <a:lnTo>
                    <a:pt x="935111" y="4919605"/>
                  </a:lnTo>
                  <a:lnTo>
                    <a:pt x="935269" y="4919605"/>
                  </a:lnTo>
                  <a:lnTo>
                    <a:pt x="935269" y="4919174"/>
                  </a:lnTo>
                  <a:lnTo>
                    <a:pt x="935427" y="4919174"/>
                  </a:lnTo>
                  <a:lnTo>
                    <a:pt x="935584" y="4919174"/>
                  </a:lnTo>
                  <a:lnTo>
                    <a:pt x="935742" y="4919174"/>
                  </a:lnTo>
                  <a:lnTo>
                    <a:pt x="935900" y="4919174"/>
                  </a:lnTo>
                  <a:lnTo>
                    <a:pt x="936057" y="4919174"/>
                  </a:lnTo>
                  <a:lnTo>
                    <a:pt x="936057" y="4918743"/>
                  </a:lnTo>
                  <a:lnTo>
                    <a:pt x="936215" y="4918743"/>
                  </a:lnTo>
                  <a:lnTo>
                    <a:pt x="936373" y="4918743"/>
                  </a:lnTo>
                  <a:lnTo>
                    <a:pt x="936531" y="4918743"/>
                  </a:lnTo>
                  <a:lnTo>
                    <a:pt x="936531" y="4918313"/>
                  </a:lnTo>
                  <a:lnTo>
                    <a:pt x="936688" y="4918313"/>
                  </a:lnTo>
                  <a:lnTo>
                    <a:pt x="936846" y="4918313"/>
                  </a:lnTo>
                  <a:lnTo>
                    <a:pt x="937004" y="4918313"/>
                  </a:lnTo>
                  <a:lnTo>
                    <a:pt x="937162" y="4918313"/>
                  </a:lnTo>
                  <a:lnTo>
                    <a:pt x="937162" y="4917882"/>
                  </a:lnTo>
                  <a:lnTo>
                    <a:pt x="937162" y="4917452"/>
                  </a:lnTo>
                  <a:lnTo>
                    <a:pt x="937319" y="4917452"/>
                  </a:lnTo>
                  <a:lnTo>
                    <a:pt x="937477" y="4917452"/>
                  </a:lnTo>
                  <a:lnTo>
                    <a:pt x="937635" y="4917452"/>
                  </a:lnTo>
                  <a:lnTo>
                    <a:pt x="937792" y="4917452"/>
                  </a:lnTo>
                  <a:lnTo>
                    <a:pt x="937950" y="4917452"/>
                  </a:lnTo>
                  <a:lnTo>
                    <a:pt x="937950" y="4917021"/>
                  </a:lnTo>
                  <a:lnTo>
                    <a:pt x="937950" y="4916590"/>
                  </a:lnTo>
                  <a:lnTo>
                    <a:pt x="937950" y="4916160"/>
                  </a:lnTo>
                  <a:lnTo>
                    <a:pt x="938108" y="4916160"/>
                  </a:lnTo>
                  <a:lnTo>
                    <a:pt x="938266" y="4916160"/>
                  </a:lnTo>
                  <a:lnTo>
                    <a:pt x="938266" y="4915729"/>
                  </a:lnTo>
                  <a:lnTo>
                    <a:pt x="938423" y="4915729"/>
                  </a:lnTo>
                  <a:lnTo>
                    <a:pt x="938581" y="4915729"/>
                  </a:lnTo>
                  <a:lnTo>
                    <a:pt x="938581" y="4915299"/>
                  </a:lnTo>
                  <a:lnTo>
                    <a:pt x="938581" y="4914868"/>
                  </a:lnTo>
                  <a:lnTo>
                    <a:pt x="938581" y="4914437"/>
                  </a:lnTo>
                  <a:lnTo>
                    <a:pt x="938581" y="4914007"/>
                  </a:lnTo>
                  <a:lnTo>
                    <a:pt x="938581" y="4913576"/>
                  </a:lnTo>
                  <a:lnTo>
                    <a:pt x="938581" y="4913146"/>
                  </a:lnTo>
                  <a:lnTo>
                    <a:pt x="938581" y="4912715"/>
                  </a:lnTo>
                  <a:lnTo>
                    <a:pt x="938581" y="4912284"/>
                  </a:lnTo>
                  <a:lnTo>
                    <a:pt x="938581" y="4911854"/>
                  </a:lnTo>
                  <a:lnTo>
                    <a:pt x="938739" y="4911854"/>
                  </a:lnTo>
                  <a:lnTo>
                    <a:pt x="938896" y="4911854"/>
                  </a:lnTo>
                  <a:lnTo>
                    <a:pt x="938896" y="4911423"/>
                  </a:lnTo>
                  <a:lnTo>
                    <a:pt x="938896" y="4910993"/>
                  </a:lnTo>
                  <a:lnTo>
                    <a:pt x="939054" y="4910993"/>
                  </a:lnTo>
                  <a:lnTo>
                    <a:pt x="939212" y="4910993"/>
                  </a:lnTo>
                  <a:lnTo>
                    <a:pt x="939212" y="4910562"/>
                  </a:lnTo>
                  <a:lnTo>
                    <a:pt x="939370" y="4910562"/>
                  </a:lnTo>
                  <a:lnTo>
                    <a:pt x="939370" y="4910131"/>
                  </a:lnTo>
                  <a:lnTo>
                    <a:pt x="939527" y="4910131"/>
                  </a:lnTo>
                  <a:lnTo>
                    <a:pt x="939527" y="4909701"/>
                  </a:lnTo>
                  <a:lnTo>
                    <a:pt x="939685" y="4909701"/>
                  </a:lnTo>
                  <a:lnTo>
                    <a:pt x="939685" y="4909270"/>
                  </a:lnTo>
                  <a:lnTo>
                    <a:pt x="939843" y="4909270"/>
                  </a:lnTo>
                  <a:lnTo>
                    <a:pt x="940000" y="4909270"/>
                  </a:lnTo>
                  <a:lnTo>
                    <a:pt x="940158" y="4909270"/>
                  </a:lnTo>
                  <a:lnTo>
                    <a:pt x="940316" y="4909270"/>
                  </a:lnTo>
                  <a:lnTo>
                    <a:pt x="940474" y="4909270"/>
                  </a:lnTo>
                  <a:lnTo>
                    <a:pt x="940631" y="4909270"/>
                  </a:lnTo>
                  <a:lnTo>
                    <a:pt x="940789" y="4909270"/>
                  </a:lnTo>
                  <a:lnTo>
                    <a:pt x="940947" y="4909270"/>
                  </a:lnTo>
                  <a:lnTo>
                    <a:pt x="941104" y="4909270"/>
                  </a:lnTo>
                  <a:lnTo>
                    <a:pt x="941262" y="4909270"/>
                  </a:lnTo>
                  <a:lnTo>
                    <a:pt x="941420" y="4909270"/>
                  </a:lnTo>
                  <a:lnTo>
                    <a:pt x="941578" y="4909270"/>
                  </a:lnTo>
                  <a:lnTo>
                    <a:pt x="941578" y="4908840"/>
                  </a:lnTo>
                  <a:lnTo>
                    <a:pt x="941578" y="4908409"/>
                  </a:lnTo>
                  <a:lnTo>
                    <a:pt x="941735" y="4908409"/>
                  </a:lnTo>
                  <a:lnTo>
                    <a:pt x="941893" y="4908409"/>
                  </a:lnTo>
                  <a:lnTo>
                    <a:pt x="942051" y="4908409"/>
                  </a:lnTo>
                  <a:lnTo>
                    <a:pt x="942051" y="4907978"/>
                  </a:lnTo>
                  <a:lnTo>
                    <a:pt x="942208" y="4907978"/>
                  </a:lnTo>
                  <a:lnTo>
                    <a:pt x="942366" y="4907978"/>
                  </a:lnTo>
                  <a:lnTo>
                    <a:pt x="942524" y="4907978"/>
                  </a:lnTo>
                  <a:lnTo>
                    <a:pt x="942682" y="4907978"/>
                  </a:lnTo>
                  <a:lnTo>
                    <a:pt x="942682" y="4907548"/>
                  </a:lnTo>
                  <a:lnTo>
                    <a:pt x="942839" y="4907548"/>
                  </a:lnTo>
                  <a:lnTo>
                    <a:pt x="942839" y="4907117"/>
                  </a:lnTo>
                  <a:lnTo>
                    <a:pt x="942839" y="4906687"/>
                  </a:lnTo>
                  <a:lnTo>
                    <a:pt x="942997" y="4906687"/>
                  </a:lnTo>
                  <a:lnTo>
                    <a:pt x="943155" y="4906687"/>
                  </a:lnTo>
                  <a:lnTo>
                    <a:pt x="943155" y="4906256"/>
                  </a:lnTo>
                  <a:lnTo>
                    <a:pt x="943313" y="4906256"/>
                  </a:lnTo>
                  <a:lnTo>
                    <a:pt x="943470" y="4906256"/>
                  </a:lnTo>
                  <a:lnTo>
                    <a:pt x="943628" y="4906256"/>
                  </a:lnTo>
                  <a:lnTo>
                    <a:pt x="943628" y="4905825"/>
                  </a:lnTo>
                  <a:lnTo>
                    <a:pt x="943628" y="4905395"/>
                  </a:lnTo>
                  <a:lnTo>
                    <a:pt x="943786" y="4905395"/>
                  </a:lnTo>
                  <a:lnTo>
                    <a:pt x="943786" y="4904964"/>
                  </a:lnTo>
                  <a:lnTo>
                    <a:pt x="943943" y="4904964"/>
                  </a:lnTo>
                  <a:lnTo>
                    <a:pt x="944101" y="4904964"/>
                  </a:lnTo>
                  <a:lnTo>
                    <a:pt x="944259" y="4904964"/>
                  </a:lnTo>
                  <a:lnTo>
                    <a:pt x="944417" y="4904964"/>
                  </a:lnTo>
                  <a:lnTo>
                    <a:pt x="944574" y="4904964"/>
                  </a:lnTo>
                  <a:lnTo>
                    <a:pt x="944732" y="4904964"/>
                  </a:lnTo>
                  <a:lnTo>
                    <a:pt x="944890" y="4904964"/>
                  </a:lnTo>
                  <a:lnTo>
                    <a:pt x="944890" y="4904534"/>
                  </a:lnTo>
                  <a:lnTo>
                    <a:pt x="944890" y="4904103"/>
                  </a:lnTo>
                  <a:lnTo>
                    <a:pt x="944890" y="4903672"/>
                  </a:lnTo>
                  <a:lnTo>
                    <a:pt x="945047" y="4903672"/>
                  </a:lnTo>
                  <a:lnTo>
                    <a:pt x="945205" y="4903672"/>
                  </a:lnTo>
                  <a:lnTo>
                    <a:pt x="945363" y="4903672"/>
                  </a:lnTo>
                  <a:lnTo>
                    <a:pt x="945521" y="4903672"/>
                  </a:lnTo>
                  <a:lnTo>
                    <a:pt x="945678" y="4903672"/>
                  </a:lnTo>
                  <a:lnTo>
                    <a:pt x="945836" y="4903672"/>
                  </a:lnTo>
                  <a:lnTo>
                    <a:pt x="945836" y="4903242"/>
                  </a:lnTo>
                  <a:lnTo>
                    <a:pt x="945836" y="4902811"/>
                  </a:lnTo>
                  <a:lnTo>
                    <a:pt x="945994" y="4902811"/>
                  </a:lnTo>
                  <a:lnTo>
                    <a:pt x="946151" y="4902811"/>
                  </a:lnTo>
                  <a:lnTo>
                    <a:pt x="946151" y="4902381"/>
                  </a:lnTo>
                  <a:lnTo>
                    <a:pt x="946151" y="4901950"/>
                  </a:lnTo>
                  <a:lnTo>
                    <a:pt x="946309" y="4901950"/>
                  </a:lnTo>
                  <a:lnTo>
                    <a:pt x="946309" y="4901519"/>
                  </a:lnTo>
                  <a:lnTo>
                    <a:pt x="946467" y="4901519"/>
                  </a:lnTo>
                  <a:lnTo>
                    <a:pt x="946467" y="4901089"/>
                  </a:lnTo>
                  <a:lnTo>
                    <a:pt x="946625" y="4901089"/>
                  </a:lnTo>
                  <a:lnTo>
                    <a:pt x="946625" y="4900658"/>
                  </a:lnTo>
                  <a:lnTo>
                    <a:pt x="946625" y="4900228"/>
                  </a:lnTo>
                  <a:lnTo>
                    <a:pt x="946782" y="4900228"/>
                  </a:lnTo>
                  <a:lnTo>
                    <a:pt x="946940" y="4900228"/>
                  </a:lnTo>
                  <a:lnTo>
                    <a:pt x="947098" y="4900228"/>
                  </a:lnTo>
                  <a:lnTo>
                    <a:pt x="947255" y="4900228"/>
                  </a:lnTo>
                  <a:lnTo>
                    <a:pt x="947255" y="4899797"/>
                  </a:lnTo>
                  <a:lnTo>
                    <a:pt x="947413" y="4899797"/>
                  </a:lnTo>
                  <a:lnTo>
                    <a:pt x="947571" y="4899797"/>
                  </a:lnTo>
                  <a:lnTo>
                    <a:pt x="947729" y="4899797"/>
                  </a:lnTo>
                  <a:lnTo>
                    <a:pt x="947886" y="4899797"/>
                  </a:lnTo>
                  <a:lnTo>
                    <a:pt x="948044" y="4899797"/>
                  </a:lnTo>
                  <a:lnTo>
                    <a:pt x="948044" y="4899366"/>
                  </a:lnTo>
                  <a:lnTo>
                    <a:pt x="948202" y="4899366"/>
                  </a:lnTo>
                  <a:lnTo>
                    <a:pt x="948360" y="4899366"/>
                  </a:lnTo>
                  <a:lnTo>
                    <a:pt x="948517" y="4899366"/>
                  </a:lnTo>
                  <a:lnTo>
                    <a:pt x="948675" y="4899366"/>
                  </a:lnTo>
                  <a:lnTo>
                    <a:pt x="948833" y="4899366"/>
                  </a:lnTo>
                  <a:lnTo>
                    <a:pt x="948833" y="4898936"/>
                  </a:lnTo>
                  <a:lnTo>
                    <a:pt x="948990" y="4898936"/>
                  </a:lnTo>
                  <a:lnTo>
                    <a:pt x="949148" y="4898936"/>
                  </a:lnTo>
                  <a:lnTo>
                    <a:pt x="949306" y="4898936"/>
                  </a:lnTo>
                  <a:lnTo>
                    <a:pt x="949464" y="4898936"/>
                  </a:lnTo>
                  <a:lnTo>
                    <a:pt x="949621" y="4898936"/>
                  </a:lnTo>
                  <a:lnTo>
                    <a:pt x="949621" y="4898505"/>
                  </a:lnTo>
                  <a:lnTo>
                    <a:pt x="949779" y="4898505"/>
                  </a:lnTo>
                  <a:lnTo>
                    <a:pt x="949937" y="4898505"/>
                  </a:lnTo>
                  <a:lnTo>
                    <a:pt x="950094" y="4898505"/>
                  </a:lnTo>
                  <a:lnTo>
                    <a:pt x="950252" y="4898505"/>
                  </a:lnTo>
                  <a:lnTo>
                    <a:pt x="950410" y="4898505"/>
                  </a:lnTo>
                  <a:lnTo>
                    <a:pt x="950410" y="4898075"/>
                  </a:lnTo>
                  <a:lnTo>
                    <a:pt x="950568" y="4898075"/>
                  </a:lnTo>
                  <a:lnTo>
                    <a:pt x="950725" y="4898075"/>
                  </a:lnTo>
                  <a:lnTo>
                    <a:pt x="950883" y="4898075"/>
                  </a:lnTo>
                  <a:lnTo>
                    <a:pt x="951041" y="4898075"/>
                  </a:lnTo>
                  <a:lnTo>
                    <a:pt x="951041" y="4897644"/>
                  </a:lnTo>
                  <a:lnTo>
                    <a:pt x="951198" y="4897644"/>
                  </a:lnTo>
                  <a:lnTo>
                    <a:pt x="951198" y="4897213"/>
                  </a:lnTo>
                  <a:lnTo>
                    <a:pt x="951356" y="4897213"/>
                  </a:lnTo>
                  <a:lnTo>
                    <a:pt x="951514" y="4897213"/>
                  </a:lnTo>
                  <a:lnTo>
                    <a:pt x="951672" y="4897213"/>
                  </a:lnTo>
                  <a:lnTo>
                    <a:pt x="951829" y="4897213"/>
                  </a:lnTo>
                  <a:lnTo>
                    <a:pt x="951829" y="4896783"/>
                  </a:lnTo>
                  <a:lnTo>
                    <a:pt x="951829" y="4896352"/>
                  </a:lnTo>
                  <a:lnTo>
                    <a:pt x="951987" y="4896352"/>
                  </a:lnTo>
                  <a:lnTo>
                    <a:pt x="952145" y="4896352"/>
                  </a:lnTo>
                  <a:lnTo>
                    <a:pt x="952145" y="4895922"/>
                  </a:lnTo>
                  <a:lnTo>
                    <a:pt x="952302" y="4895922"/>
                  </a:lnTo>
                  <a:lnTo>
                    <a:pt x="952302" y="4895491"/>
                  </a:lnTo>
                  <a:lnTo>
                    <a:pt x="952302" y="4895060"/>
                  </a:lnTo>
                  <a:lnTo>
                    <a:pt x="952302" y="4894630"/>
                  </a:lnTo>
                  <a:lnTo>
                    <a:pt x="952302" y="4894199"/>
                  </a:lnTo>
                  <a:lnTo>
                    <a:pt x="952460" y="4894199"/>
                  </a:lnTo>
                  <a:lnTo>
                    <a:pt x="952460" y="4893769"/>
                  </a:lnTo>
                  <a:lnTo>
                    <a:pt x="952618" y="4893769"/>
                  </a:lnTo>
                  <a:lnTo>
                    <a:pt x="952618" y="4893338"/>
                  </a:lnTo>
                  <a:lnTo>
                    <a:pt x="952776" y="4893338"/>
                  </a:lnTo>
                  <a:lnTo>
                    <a:pt x="952933" y="4893338"/>
                  </a:lnTo>
                  <a:lnTo>
                    <a:pt x="953091" y="4893338"/>
                  </a:lnTo>
                  <a:lnTo>
                    <a:pt x="953249" y="4893338"/>
                  </a:lnTo>
                  <a:lnTo>
                    <a:pt x="953406" y="4893338"/>
                  </a:lnTo>
                  <a:lnTo>
                    <a:pt x="953564" y="4893338"/>
                  </a:lnTo>
                  <a:lnTo>
                    <a:pt x="953722" y="4893338"/>
                  </a:lnTo>
                  <a:lnTo>
                    <a:pt x="953880" y="4893338"/>
                  </a:lnTo>
                  <a:lnTo>
                    <a:pt x="954037" y="4893338"/>
                  </a:lnTo>
                  <a:lnTo>
                    <a:pt x="954037" y="4892907"/>
                  </a:lnTo>
                  <a:lnTo>
                    <a:pt x="954195" y="4892907"/>
                  </a:lnTo>
                  <a:lnTo>
                    <a:pt x="954353" y="4892907"/>
                  </a:lnTo>
                  <a:lnTo>
                    <a:pt x="954353" y="4892477"/>
                  </a:lnTo>
                  <a:lnTo>
                    <a:pt x="954511" y="4892477"/>
                  </a:lnTo>
                  <a:lnTo>
                    <a:pt x="954668" y="4892477"/>
                  </a:lnTo>
                  <a:lnTo>
                    <a:pt x="954668" y="4892046"/>
                  </a:lnTo>
                  <a:lnTo>
                    <a:pt x="954826" y="4892046"/>
                  </a:lnTo>
                  <a:lnTo>
                    <a:pt x="954984" y="4892046"/>
                  </a:lnTo>
                  <a:lnTo>
                    <a:pt x="955141" y="4892046"/>
                  </a:lnTo>
                  <a:lnTo>
                    <a:pt x="955299" y="4892046"/>
                  </a:lnTo>
                  <a:lnTo>
                    <a:pt x="955457" y="4892046"/>
                  </a:lnTo>
                  <a:lnTo>
                    <a:pt x="955615" y="4892046"/>
                  </a:lnTo>
                  <a:lnTo>
                    <a:pt x="955772" y="4892046"/>
                  </a:lnTo>
                  <a:lnTo>
                    <a:pt x="955772" y="4891616"/>
                  </a:lnTo>
                  <a:lnTo>
                    <a:pt x="955930" y="4891616"/>
                  </a:lnTo>
                  <a:lnTo>
                    <a:pt x="956088" y="4891616"/>
                  </a:lnTo>
                  <a:lnTo>
                    <a:pt x="956245" y="4891616"/>
                  </a:lnTo>
                  <a:lnTo>
                    <a:pt x="956403" y="4891616"/>
                  </a:lnTo>
                  <a:lnTo>
                    <a:pt x="956561" y="4891616"/>
                  </a:lnTo>
                  <a:lnTo>
                    <a:pt x="956561" y="4891185"/>
                  </a:lnTo>
                  <a:lnTo>
                    <a:pt x="956719" y="4891185"/>
                  </a:lnTo>
                  <a:lnTo>
                    <a:pt x="956876" y="4891185"/>
                  </a:lnTo>
                  <a:lnTo>
                    <a:pt x="957034" y="4891185"/>
                  </a:lnTo>
                  <a:lnTo>
                    <a:pt x="957034" y="4890754"/>
                  </a:lnTo>
                  <a:lnTo>
                    <a:pt x="957192" y="4890754"/>
                  </a:lnTo>
                  <a:lnTo>
                    <a:pt x="957349" y="4890754"/>
                  </a:lnTo>
                  <a:lnTo>
                    <a:pt x="957507" y="4890754"/>
                  </a:lnTo>
                  <a:lnTo>
                    <a:pt x="957507" y="4890324"/>
                  </a:lnTo>
                  <a:lnTo>
                    <a:pt x="957665" y="4890324"/>
                  </a:lnTo>
                  <a:lnTo>
                    <a:pt x="957823" y="4890324"/>
                  </a:lnTo>
                  <a:lnTo>
                    <a:pt x="957980" y="4890324"/>
                  </a:lnTo>
                  <a:lnTo>
                    <a:pt x="958138" y="4890324"/>
                  </a:lnTo>
                  <a:lnTo>
                    <a:pt x="958296" y="4890324"/>
                  </a:lnTo>
                  <a:lnTo>
                    <a:pt x="958453" y="4890324"/>
                  </a:lnTo>
                  <a:lnTo>
                    <a:pt x="958611" y="4890324"/>
                  </a:lnTo>
                  <a:lnTo>
                    <a:pt x="958769" y="4890324"/>
                  </a:lnTo>
                  <a:lnTo>
                    <a:pt x="958927" y="4890324"/>
                  </a:lnTo>
                  <a:lnTo>
                    <a:pt x="958927" y="4889893"/>
                  </a:lnTo>
                  <a:lnTo>
                    <a:pt x="958927" y="4889463"/>
                  </a:lnTo>
                  <a:lnTo>
                    <a:pt x="959084" y="4889463"/>
                  </a:lnTo>
                  <a:lnTo>
                    <a:pt x="959242" y="4889463"/>
                  </a:lnTo>
                  <a:lnTo>
                    <a:pt x="959400" y="4889463"/>
                  </a:lnTo>
                  <a:lnTo>
                    <a:pt x="959558" y="4889463"/>
                  </a:lnTo>
                  <a:lnTo>
                    <a:pt x="959715" y="4889463"/>
                  </a:lnTo>
                  <a:lnTo>
                    <a:pt x="959715" y="4889032"/>
                  </a:lnTo>
                  <a:lnTo>
                    <a:pt x="959873" y="4889032"/>
                  </a:lnTo>
                  <a:lnTo>
                    <a:pt x="960031" y="4889032"/>
                  </a:lnTo>
                  <a:lnTo>
                    <a:pt x="960188" y="4889032"/>
                  </a:lnTo>
                  <a:lnTo>
                    <a:pt x="960188" y="4888601"/>
                  </a:lnTo>
                  <a:lnTo>
                    <a:pt x="960188" y="4888171"/>
                  </a:lnTo>
                  <a:lnTo>
                    <a:pt x="960346" y="4888171"/>
                  </a:lnTo>
                  <a:lnTo>
                    <a:pt x="960504" y="4888171"/>
                  </a:lnTo>
                  <a:lnTo>
                    <a:pt x="960662" y="4888171"/>
                  </a:lnTo>
                  <a:lnTo>
                    <a:pt x="960819" y="4888171"/>
                  </a:lnTo>
                  <a:lnTo>
                    <a:pt x="960977" y="4888171"/>
                  </a:lnTo>
                  <a:lnTo>
                    <a:pt x="961135" y="4888171"/>
                  </a:lnTo>
                  <a:lnTo>
                    <a:pt x="961292" y="4888171"/>
                  </a:lnTo>
                  <a:lnTo>
                    <a:pt x="961292" y="4887740"/>
                  </a:lnTo>
                  <a:lnTo>
                    <a:pt x="961292" y="4887310"/>
                  </a:lnTo>
                  <a:lnTo>
                    <a:pt x="961450" y="4887310"/>
                  </a:lnTo>
                  <a:lnTo>
                    <a:pt x="961608" y="4887310"/>
                  </a:lnTo>
                  <a:lnTo>
                    <a:pt x="961766" y="4887310"/>
                  </a:lnTo>
                  <a:lnTo>
                    <a:pt x="961766" y="4886879"/>
                  </a:lnTo>
                  <a:lnTo>
                    <a:pt x="961923" y="4886879"/>
                  </a:lnTo>
                  <a:lnTo>
                    <a:pt x="962081" y="4886879"/>
                  </a:lnTo>
                  <a:lnTo>
                    <a:pt x="962239" y="4886879"/>
                  </a:lnTo>
                  <a:lnTo>
                    <a:pt x="962396" y="4886879"/>
                  </a:lnTo>
                  <a:lnTo>
                    <a:pt x="962554" y="4886879"/>
                  </a:lnTo>
                  <a:lnTo>
                    <a:pt x="962712" y="4886879"/>
                  </a:lnTo>
                  <a:lnTo>
                    <a:pt x="962870" y="4886879"/>
                  </a:lnTo>
                  <a:lnTo>
                    <a:pt x="963027" y="4886879"/>
                  </a:lnTo>
                  <a:lnTo>
                    <a:pt x="963027" y="4886448"/>
                  </a:lnTo>
                  <a:lnTo>
                    <a:pt x="963027" y="4886018"/>
                  </a:lnTo>
                  <a:lnTo>
                    <a:pt x="963027" y="4885587"/>
                  </a:lnTo>
                  <a:lnTo>
                    <a:pt x="963185" y="4885587"/>
                  </a:lnTo>
                  <a:lnTo>
                    <a:pt x="963185" y="4885157"/>
                  </a:lnTo>
                  <a:lnTo>
                    <a:pt x="963343" y="4885157"/>
                  </a:lnTo>
                  <a:lnTo>
                    <a:pt x="963343" y="4884726"/>
                  </a:lnTo>
                  <a:lnTo>
                    <a:pt x="963500" y="4884726"/>
                  </a:lnTo>
                  <a:lnTo>
                    <a:pt x="963658" y="4884726"/>
                  </a:lnTo>
                  <a:lnTo>
                    <a:pt x="963816" y="4884726"/>
                  </a:lnTo>
                  <a:lnTo>
                    <a:pt x="963974" y="4884726"/>
                  </a:lnTo>
                  <a:lnTo>
                    <a:pt x="964131" y="4884726"/>
                  </a:lnTo>
                  <a:lnTo>
                    <a:pt x="964289" y="4884726"/>
                  </a:lnTo>
                  <a:lnTo>
                    <a:pt x="964447" y="4884726"/>
                  </a:lnTo>
                  <a:lnTo>
                    <a:pt x="964447" y="4884295"/>
                  </a:lnTo>
                  <a:lnTo>
                    <a:pt x="964447" y="4883865"/>
                  </a:lnTo>
                  <a:lnTo>
                    <a:pt x="964604" y="4883865"/>
                  </a:lnTo>
                  <a:lnTo>
                    <a:pt x="964762" y="4883865"/>
                  </a:lnTo>
                  <a:lnTo>
                    <a:pt x="964920" y="4883865"/>
                  </a:lnTo>
                  <a:lnTo>
                    <a:pt x="964920" y="4883434"/>
                  </a:lnTo>
                  <a:lnTo>
                    <a:pt x="964920" y="4883004"/>
                  </a:lnTo>
                  <a:lnTo>
                    <a:pt x="965078" y="4883004"/>
                  </a:lnTo>
                  <a:lnTo>
                    <a:pt x="965235" y="4883004"/>
                  </a:lnTo>
                  <a:lnTo>
                    <a:pt x="965235" y="4882573"/>
                  </a:lnTo>
                  <a:lnTo>
                    <a:pt x="965393" y="4882573"/>
                  </a:lnTo>
                  <a:lnTo>
                    <a:pt x="965551" y="4882573"/>
                  </a:lnTo>
                  <a:lnTo>
                    <a:pt x="965709" y="4882573"/>
                  </a:lnTo>
                  <a:lnTo>
                    <a:pt x="965866" y="4882573"/>
                  </a:lnTo>
                  <a:lnTo>
                    <a:pt x="966024" y="4882573"/>
                  </a:lnTo>
                  <a:lnTo>
                    <a:pt x="966182" y="4882573"/>
                  </a:lnTo>
                  <a:lnTo>
                    <a:pt x="966339" y="4882573"/>
                  </a:lnTo>
                  <a:lnTo>
                    <a:pt x="966497" y="4882573"/>
                  </a:lnTo>
                  <a:lnTo>
                    <a:pt x="966655" y="4882573"/>
                  </a:lnTo>
                  <a:lnTo>
                    <a:pt x="966813" y="4882573"/>
                  </a:lnTo>
                  <a:lnTo>
                    <a:pt x="966813" y="4882142"/>
                  </a:lnTo>
                  <a:lnTo>
                    <a:pt x="966970" y="4882142"/>
                  </a:lnTo>
                  <a:lnTo>
                    <a:pt x="967128" y="4882142"/>
                  </a:lnTo>
                  <a:lnTo>
                    <a:pt x="967286" y="4882142"/>
                  </a:lnTo>
                  <a:lnTo>
                    <a:pt x="967443" y="4882142"/>
                  </a:lnTo>
                  <a:lnTo>
                    <a:pt x="967601" y="4882142"/>
                  </a:lnTo>
                  <a:lnTo>
                    <a:pt x="967601" y="4881712"/>
                  </a:lnTo>
                  <a:lnTo>
                    <a:pt x="967759" y="4881712"/>
                  </a:lnTo>
                  <a:lnTo>
                    <a:pt x="967759" y="4881281"/>
                  </a:lnTo>
                  <a:lnTo>
                    <a:pt x="967917" y="4881281"/>
                  </a:lnTo>
                  <a:lnTo>
                    <a:pt x="967917" y="4880851"/>
                  </a:lnTo>
                  <a:lnTo>
                    <a:pt x="968074" y="4880851"/>
                  </a:lnTo>
                  <a:lnTo>
                    <a:pt x="968232" y="4880851"/>
                  </a:lnTo>
                  <a:lnTo>
                    <a:pt x="968232" y="4880420"/>
                  </a:lnTo>
                  <a:lnTo>
                    <a:pt x="968390" y="4880420"/>
                  </a:lnTo>
                  <a:lnTo>
                    <a:pt x="968547" y="4880420"/>
                  </a:lnTo>
                  <a:lnTo>
                    <a:pt x="968705" y="4880420"/>
                  </a:lnTo>
                  <a:lnTo>
                    <a:pt x="968863" y="4880420"/>
                  </a:lnTo>
                  <a:lnTo>
                    <a:pt x="969021" y="4880420"/>
                  </a:lnTo>
                  <a:lnTo>
                    <a:pt x="969178" y="4880420"/>
                  </a:lnTo>
                  <a:lnTo>
                    <a:pt x="969178" y="4879989"/>
                  </a:lnTo>
                  <a:lnTo>
                    <a:pt x="969336" y="4879989"/>
                  </a:lnTo>
                  <a:lnTo>
                    <a:pt x="969494" y="4879989"/>
                  </a:lnTo>
                  <a:lnTo>
                    <a:pt x="969651" y="4879989"/>
                  </a:lnTo>
                  <a:lnTo>
                    <a:pt x="969809" y="4879989"/>
                  </a:lnTo>
                  <a:lnTo>
                    <a:pt x="969967" y="4879989"/>
                  </a:lnTo>
                  <a:lnTo>
                    <a:pt x="970125" y="4879989"/>
                  </a:lnTo>
                  <a:lnTo>
                    <a:pt x="970282" y="4879989"/>
                  </a:lnTo>
                  <a:lnTo>
                    <a:pt x="970282" y="4879559"/>
                  </a:lnTo>
                  <a:lnTo>
                    <a:pt x="970440" y="4879559"/>
                  </a:lnTo>
                  <a:lnTo>
                    <a:pt x="970440" y="4879128"/>
                  </a:lnTo>
                  <a:lnTo>
                    <a:pt x="970598" y="4879128"/>
                  </a:lnTo>
                  <a:lnTo>
                    <a:pt x="970756" y="4879128"/>
                  </a:lnTo>
                  <a:lnTo>
                    <a:pt x="970913" y="4879128"/>
                  </a:lnTo>
                  <a:lnTo>
                    <a:pt x="971071" y="4879128"/>
                  </a:lnTo>
                  <a:lnTo>
                    <a:pt x="971071" y="4878698"/>
                  </a:lnTo>
                  <a:lnTo>
                    <a:pt x="971229" y="4878698"/>
                  </a:lnTo>
                  <a:lnTo>
                    <a:pt x="971229" y="4878267"/>
                  </a:lnTo>
                  <a:lnTo>
                    <a:pt x="971386" y="4878267"/>
                  </a:lnTo>
                  <a:lnTo>
                    <a:pt x="971544" y="4878267"/>
                  </a:lnTo>
                  <a:lnTo>
                    <a:pt x="971544" y="4877836"/>
                  </a:lnTo>
                  <a:lnTo>
                    <a:pt x="971702" y="4877836"/>
                  </a:lnTo>
                  <a:lnTo>
                    <a:pt x="971860" y="4877836"/>
                  </a:lnTo>
                  <a:lnTo>
                    <a:pt x="972017" y="4877836"/>
                  </a:lnTo>
                  <a:lnTo>
                    <a:pt x="972175" y="4877836"/>
                  </a:lnTo>
                  <a:lnTo>
                    <a:pt x="972333" y="4877836"/>
                  </a:lnTo>
                  <a:lnTo>
                    <a:pt x="972333" y="4877406"/>
                  </a:lnTo>
                  <a:lnTo>
                    <a:pt x="972333" y="4876975"/>
                  </a:lnTo>
                  <a:lnTo>
                    <a:pt x="972490" y="4876975"/>
                  </a:lnTo>
                  <a:lnTo>
                    <a:pt x="972648" y="4876975"/>
                  </a:lnTo>
                  <a:lnTo>
                    <a:pt x="972806" y="4876975"/>
                  </a:lnTo>
                  <a:lnTo>
                    <a:pt x="972806" y="4876545"/>
                  </a:lnTo>
                  <a:lnTo>
                    <a:pt x="972964" y="4876545"/>
                  </a:lnTo>
                  <a:lnTo>
                    <a:pt x="972964" y="4876114"/>
                  </a:lnTo>
                  <a:lnTo>
                    <a:pt x="973121" y="4876114"/>
                  </a:lnTo>
                  <a:lnTo>
                    <a:pt x="973279" y="4876114"/>
                  </a:lnTo>
                  <a:lnTo>
                    <a:pt x="973437" y="4876114"/>
                  </a:lnTo>
                  <a:lnTo>
                    <a:pt x="973437" y="4875683"/>
                  </a:lnTo>
                  <a:lnTo>
                    <a:pt x="973437" y="4875253"/>
                  </a:lnTo>
                  <a:lnTo>
                    <a:pt x="973594" y="4875253"/>
                  </a:lnTo>
                  <a:lnTo>
                    <a:pt x="973594" y="4874822"/>
                  </a:lnTo>
                  <a:lnTo>
                    <a:pt x="973752" y="4874822"/>
                  </a:lnTo>
                  <a:lnTo>
                    <a:pt x="973752" y="4874392"/>
                  </a:lnTo>
                  <a:lnTo>
                    <a:pt x="973752" y="4873961"/>
                  </a:lnTo>
                  <a:lnTo>
                    <a:pt x="973910" y="4873961"/>
                  </a:lnTo>
                  <a:lnTo>
                    <a:pt x="974068" y="4873961"/>
                  </a:lnTo>
                  <a:lnTo>
                    <a:pt x="974225" y="4873961"/>
                  </a:lnTo>
                  <a:lnTo>
                    <a:pt x="974383" y="4873961"/>
                  </a:lnTo>
                  <a:lnTo>
                    <a:pt x="974541" y="4873961"/>
                  </a:lnTo>
                  <a:lnTo>
                    <a:pt x="974698" y="4873961"/>
                  </a:lnTo>
                  <a:lnTo>
                    <a:pt x="974856" y="4873961"/>
                  </a:lnTo>
                  <a:lnTo>
                    <a:pt x="975014" y="4873961"/>
                  </a:lnTo>
                  <a:lnTo>
                    <a:pt x="975172" y="4873961"/>
                  </a:lnTo>
                  <a:lnTo>
                    <a:pt x="975329" y="4873961"/>
                  </a:lnTo>
                  <a:lnTo>
                    <a:pt x="975487" y="4873961"/>
                  </a:lnTo>
                  <a:lnTo>
                    <a:pt x="975645" y="4873961"/>
                  </a:lnTo>
                  <a:lnTo>
                    <a:pt x="975645" y="4873530"/>
                  </a:lnTo>
                  <a:lnTo>
                    <a:pt x="975645" y="4873100"/>
                  </a:lnTo>
                  <a:lnTo>
                    <a:pt x="975645" y="4872669"/>
                  </a:lnTo>
                  <a:lnTo>
                    <a:pt x="975645" y="4872239"/>
                  </a:lnTo>
                  <a:lnTo>
                    <a:pt x="975802" y="4872239"/>
                  </a:lnTo>
                  <a:lnTo>
                    <a:pt x="975802" y="4871808"/>
                  </a:lnTo>
                  <a:lnTo>
                    <a:pt x="975960" y="4871808"/>
                  </a:lnTo>
                  <a:lnTo>
                    <a:pt x="976118" y="4871808"/>
                  </a:lnTo>
                  <a:lnTo>
                    <a:pt x="976276" y="4871808"/>
                  </a:lnTo>
                  <a:lnTo>
                    <a:pt x="976276" y="4871377"/>
                  </a:lnTo>
                  <a:lnTo>
                    <a:pt x="976276" y="4870947"/>
                  </a:lnTo>
                  <a:lnTo>
                    <a:pt x="976433" y="4870947"/>
                  </a:lnTo>
                  <a:lnTo>
                    <a:pt x="976591" y="4870947"/>
                  </a:lnTo>
                  <a:lnTo>
                    <a:pt x="976591" y="4870516"/>
                  </a:lnTo>
                  <a:lnTo>
                    <a:pt x="976591" y="4870086"/>
                  </a:lnTo>
                  <a:lnTo>
                    <a:pt x="976591" y="4869655"/>
                  </a:lnTo>
                  <a:lnTo>
                    <a:pt x="976591" y="4869224"/>
                  </a:lnTo>
                  <a:lnTo>
                    <a:pt x="976749" y="4869224"/>
                  </a:lnTo>
                  <a:lnTo>
                    <a:pt x="976907" y="4869224"/>
                  </a:lnTo>
                  <a:lnTo>
                    <a:pt x="976907" y="4868794"/>
                  </a:lnTo>
                  <a:lnTo>
                    <a:pt x="976907" y="4868363"/>
                  </a:lnTo>
                  <a:lnTo>
                    <a:pt x="976907" y="4867933"/>
                  </a:lnTo>
                  <a:lnTo>
                    <a:pt x="977064" y="4867933"/>
                  </a:lnTo>
                  <a:lnTo>
                    <a:pt x="977222" y="4867933"/>
                  </a:lnTo>
                  <a:lnTo>
                    <a:pt x="977222" y="4867502"/>
                  </a:lnTo>
                  <a:lnTo>
                    <a:pt x="977222" y="4867071"/>
                  </a:lnTo>
                  <a:lnTo>
                    <a:pt x="977222" y="4866641"/>
                  </a:lnTo>
                  <a:lnTo>
                    <a:pt x="977380" y="4866641"/>
                  </a:lnTo>
                  <a:lnTo>
                    <a:pt x="977537" y="4866641"/>
                  </a:lnTo>
                  <a:lnTo>
                    <a:pt x="977695" y="4866641"/>
                  </a:lnTo>
                  <a:lnTo>
                    <a:pt x="977695" y="4866210"/>
                  </a:lnTo>
                  <a:lnTo>
                    <a:pt x="977695" y="4865780"/>
                  </a:lnTo>
                  <a:lnTo>
                    <a:pt x="977853" y="4865780"/>
                  </a:lnTo>
                  <a:lnTo>
                    <a:pt x="978011" y="4865780"/>
                  </a:lnTo>
                  <a:lnTo>
                    <a:pt x="978168" y="4865780"/>
                  </a:lnTo>
                  <a:lnTo>
                    <a:pt x="978326" y="4865780"/>
                  </a:lnTo>
                  <a:lnTo>
                    <a:pt x="978326" y="4865349"/>
                  </a:lnTo>
                  <a:lnTo>
                    <a:pt x="978484" y="4865349"/>
                  </a:lnTo>
                  <a:lnTo>
                    <a:pt x="978484" y="4864918"/>
                  </a:lnTo>
                  <a:lnTo>
                    <a:pt x="978641" y="4864918"/>
                  </a:lnTo>
                  <a:lnTo>
                    <a:pt x="978641" y="4864488"/>
                  </a:lnTo>
                  <a:lnTo>
                    <a:pt x="978641" y="4864057"/>
                  </a:lnTo>
                  <a:lnTo>
                    <a:pt x="978799" y="4864057"/>
                  </a:lnTo>
                  <a:lnTo>
                    <a:pt x="978799" y="4863627"/>
                  </a:lnTo>
                  <a:lnTo>
                    <a:pt x="978799" y="4863196"/>
                  </a:lnTo>
                  <a:lnTo>
                    <a:pt x="978957" y="4863196"/>
                  </a:lnTo>
                  <a:lnTo>
                    <a:pt x="979115" y="4863196"/>
                  </a:lnTo>
                  <a:lnTo>
                    <a:pt x="979272" y="4863196"/>
                  </a:lnTo>
                  <a:lnTo>
                    <a:pt x="979430" y="4863196"/>
                  </a:lnTo>
                  <a:lnTo>
                    <a:pt x="979430" y="4862765"/>
                  </a:lnTo>
                  <a:lnTo>
                    <a:pt x="979588" y="4862765"/>
                  </a:lnTo>
                  <a:lnTo>
                    <a:pt x="979745" y="4862765"/>
                  </a:lnTo>
                  <a:lnTo>
                    <a:pt x="979745" y="4862335"/>
                  </a:lnTo>
                  <a:lnTo>
                    <a:pt x="979903" y="4862335"/>
                  </a:lnTo>
                  <a:lnTo>
                    <a:pt x="980061" y="4862335"/>
                  </a:lnTo>
                  <a:lnTo>
                    <a:pt x="980219" y="4862335"/>
                  </a:lnTo>
                  <a:lnTo>
                    <a:pt x="980376" y="4862335"/>
                  </a:lnTo>
                  <a:lnTo>
                    <a:pt x="980376" y="4861904"/>
                  </a:lnTo>
                  <a:lnTo>
                    <a:pt x="980534" y="4861904"/>
                  </a:lnTo>
                  <a:lnTo>
                    <a:pt x="980692" y="4861904"/>
                  </a:lnTo>
                  <a:lnTo>
                    <a:pt x="980692" y="4861474"/>
                  </a:lnTo>
                  <a:lnTo>
                    <a:pt x="980849" y="4861474"/>
                  </a:lnTo>
                  <a:lnTo>
                    <a:pt x="981007" y="4861474"/>
                  </a:lnTo>
                  <a:lnTo>
                    <a:pt x="981007" y="4861043"/>
                  </a:lnTo>
                  <a:lnTo>
                    <a:pt x="981165" y="4861043"/>
                  </a:lnTo>
                  <a:lnTo>
                    <a:pt x="981165" y="4860612"/>
                  </a:lnTo>
                  <a:lnTo>
                    <a:pt x="981323" y="4860612"/>
                  </a:lnTo>
                  <a:lnTo>
                    <a:pt x="981480" y="4860612"/>
                  </a:lnTo>
                  <a:lnTo>
                    <a:pt x="981480" y="4860182"/>
                  </a:lnTo>
                  <a:lnTo>
                    <a:pt x="981480" y="4859751"/>
                  </a:lnTo>
                  <a:lnTo>
                    <a:pt x="981638" y="4859751"/>
                  </a:lnTo>
                  <a:lnTo>
                    <a:pt x="981638" y="4859321"/>
                  </a:lnTo>
                  <a:lnTo>
                    <a:pt x="981638" y="4858890"/>
                  </a:lnTo>
                  <a:lnTo>
                    <a:pt x="981638" y="4858459"/>
                  </a:lnTo>
                  <a:lnTo>
                    <a:pt x="981796" y="4858459"/>
                  </a:lnTo>
                  <a:lnTo>
                    <a:pt x="981796" y="4858029"/>
                  </a:lnTo>
                  <a:lnTo>
                    <a:pt x="981954" y="4858029"/>
                  </a:lnTo>
                  <a:lnTo>
                    <a:pt x="981954" y="4857598"/>
                  </a:lnTo>
                  <a:lnTo>
                    <a:pt x="982111" y="4857598"/>
                  </a:lnTo>
                  <a:lnTo>
                    <a:pt x="982111" y="4857168"/>
                  </a:lnTo>
                  <a:lnTo>
                    <a:pt x="982269" y="4857168"/>
                  </a:lnTo>
                  <a:lnTo>
                    <a:pt x="982427" y="4857168"/>
                  </a:lnTo>
                  <a:lnTo>
                    <a:pt x="982427" y="4856737"/>
                  </a:lnTo>
                  <a:lnTo>
                    <a:pt x="982427" y="4856306"/>
                  </a:lnTo>
                  <a:lnTo>
                    <a:pt x="982584" y="4856306"/>
                  </a:lnTo>
                  <a:lnTo>
                    <a:pt x="982742" y="4856306"/>
                  </a:lnTo>
                  <a:lnTo>
                    <a:pt x="982742" y="4855876"/>
                  </a:lnTo>
                  <a:lnTo>
                    <a:pt x="982900" y="4855876"/>
                  </a:lnTo>
                  <a:lnTo>
                    <a:pt x="983058" y="4855876"/>
                  </a:lnTo>
                  <a:lnTo>
                    <a:pt x="983215" y="4855876"/>
                  </a:lnTo>
                  <a:lnTo>
                    <a:pt x="983373" y="4855876"/>
                  </a:lnTo>
                  <a:lnTo>
                    <a:pt x="983373" y="4855445"/>
                  </a:lnTo>
                  <a:lnTo>
                    <a:pt x="983531" y="4855445"/>
                  </a:lnTo>
                  <a:lnTo>
                    <a:pt x="983688" y="4855445"/>
                  </a:lnTo>
                  <a:lnTo>
                    <a:pt x="983846" y="4855445"/>
                  </a:lnTo>
                  <a:lnTo>
                    <a:pt x="984004" y="4855445"/>
                  </a:lnTo>
                  <a:lnTo>
                    <a:pt x="984162" y="4855445"/>
                  </a:lnTo>
                  <a:lnTo>
                    <a:pt x="984162" y="4855015"/>
                  </a:lnTo>
                  <a:lnTo>
                    <a:pt x="984319" y="4855015"/>
                  </a:lnTo>
                  <a:lnTo>
                    <a:pt x="984319" y="4854584"/>
                  </a:lnTo>
                  <a:lnTo>
                    <a:pt x="984319" y="4854153"/>
                  </a:lnTo>
                  <a:lnTo>
                    <a:pt x="984319" y="4853723"/>
                  </a:lnTo>
                  <a:lnTo>
                    <a:pt x="984477" y="4853723"/>
                  </a:lnTo>
                  <a:lnTo>
                    <a:pt x="984635" y="4853723"/>
                  </a:lnTo>
                  <a:lnTo>
                    <a:pt x="984792" y="4853723"/>
                  </a:lnTo>
                  <a:lnTo>
                    <a:pt x="984950" y="4853723"/>
                  </a:lnTo>
                  <a:lnTo>
                    <a:pt x="985108" y="4853723"/>
                  </a:lnTo>
                  <a:lnTo>
                    <a:pt x="985266" y="4853723"/>
                  </a:lnTo>
                  <a:lnTo>
                    <a:pt x="985423" y="4853723"/>
                  </a:lnTo>
                  <a:lnTo>
                    <a:pt x="985581" y="4853723"/>
                  </a:lnTo>
                  <a:lnTo>
                    <a:pt x="985739" y="4853723"/>
                  </a:lnTo>
                  <a:lnTo>
                    <a:pt x="985896" y="4853723"/>
                  </a:lnTo>
                  <a:lnTo>
                    <a:pt x="985896" y="4853292"/>
                  </a:lnTo>
                  <a:lnTo>
                    <a:pt x="986054" y="4853292"/>
                  </a:lnTo>
                  <a:lnTo>
                    <a:pt x="986212" y="4853292"/>
                  </a:lnTo>
                  <a:lnTo>
                    <a:pt x="986370" y="4853292"/>
                  </a:lnTo>
                  <a:lnTo>
                    <a:pt x="986527" y="4853292"/>
                  </a:lnTo>
                  <a:lnTo>
                    <a:pt x="986685" y="4853292"/>
                  </a:lnTo>
                  <a:lnTo>
                    <a:pt x="986685" y="4852862"/>
                  </a:lnTo>
                  <a:lnTo>
                    <a:pt x="986843" y="4852862"/>
                  </a:lnTo>
                  <a:lnTo>
                    <a:pt x="987000" y="4852862"/>
                  </a:lnTo>
                  <a:lnTo>
                    <a:pt x="987000" y="4852431"/>
                  </a:lnTo>
                  <a:lnTo>
                    <a:pt x="987158" y="4852431"/>
                  </a:lnTo>
                  <a:lnTo>
                    <a:pt x="987316" y="4852431"/>
                  </a:lnTo>
                  <a:lnTo>
                    <a:pt x="987474" y="4852431"/>
                  </a:lnTo>
                  <a:lnTo>
                    <a:pt x="987631" y="4852431"/>
                  </a:lnTo>
                  <a:lnTo>
                    <a:pt x="987789" y="4852431"/>
                  </a:lnTo>
                  <a:lnTo>
                    <a:pt x="987947" y="4852431"/>
                  </a:lnTo>
                  <a:lnTo>
                    <a:pt x="988105" y="4852431"/>
                  </a:lnTo>
                  <a:lnTo>
                    <a:pt x="988262" y="4852431"/>
                  </a:lnTo>
                  <a:lnTo>
                    <a:pt x="988420" y="4852431"/>
                  </a:lnTo>
                  <a:lnTo>
                    <a:pt x="988578" y="4852431"/>
                  </a:lnTo>
                  <a:lnTo>
                    <a:pt x="988735" y="4852431"/>
                  </a:lnTo>
                  <a:lnTo>
                    <a:pt x="988735" y="4852000"/>
                  </a:lnTo>
                  <a:lnTo>
                    <a:pt x="988893" y="4852000"/>
                  </a:lnTo>
                  <a:lnTo>
                    <a:pt x="989051" y="4852000"/>
                  </a:lnTo>
                  <a:lnTo>
                    <a:pt x="989209" y="4852000"/>
                  </a:lnTo>
                  <a:lnTo>
                    <a:pt x="989209" y="4851570"/>
                  </a:lnTo>
                  <a:lnTo>
                    <a:pt x="989209" y="4851139"/>
                  </a:lnTo>
                  <a:lnTo>
                    <a:pt x="989366" y="4851139"/>
                  </a:lnTo>
                  <a:lnTo>
                    <a:pt x="989524" y="4851139"/>
                  </a:lnTo>
                  <a:lnTo>
                    <a:pt x="989682" y="4851139"/>
                  </a:lnTo>
                  <a:lnTo>
                    <a:pt x="989839" y="4851139"/>
                  </a:lnTo>
                  <a:lnTo>
                    <a:pt x="989997" y="4851139"/>
                  </a:lnTo>
                  <a:lnTo>
                    <a:pt x="989997" y="4850709"/>
                  </a:lnTo>
                  <a:lnTo>
                    <a:pt x="989997" y="4850278"/>
                  </a:lnTo>
                  <a:lnTo>
                    <a:pt x="989997" y="4849847"/>
                  </a:lnTo>
                  <a:lnTo>
                    <a:pt x="990155" y="4849847"/>
                  </a:lnTo>
                  <a:lnTo>
                    <a:pt x="990155" y="4849417"/>
                  </a:lnTo>
                  <a:lnTo>
                    <a:pt x="990313" y="4849417"/>
                  </a:lnTo>
                  <a:lnTo>
                    <a:pt x="990470" y="4849417"/>
                  </a:lnTo>
                  <a:lnTo>
                    <a:pt x="990628" y="4849417"/>
                  </a:lnTo>
                  <a:lnTo>
                    <a:pt x="990786" y="4849417"/>
                  </a:lnTo>
                  <a:lnTo>
                    <a:pt x="990786" y="4848986"/>
                  </a:lnTo>
                  <a:lnTo>
                    <a:pt x="990943" y="4848986"/>
                  </a:lnTo>
                  <a:lnTo>
                    <a:pt x="991101" y="4848986"/>
                  </a:lnTo>
                  <a:lnTo>
                    <a:pt x="991259" y="4848986"/>
                  </a:lnTo>
                  <a:lnTo>
                    <a:pt x="991417" y="4848986"/>
                  </a:lnTo>
                  <a:lnTo>
                    <a:pt x="991574" y="4848986"/>
                  </a:lnTo>
                  <a:lnTo>
                    <a:pt x="991574" y="4848556"/>
                  </a:lnTo>
                  <a:lnTo>
                    <a:pt x="991574" y="4848125"/>
                  </a:lnTo>
                  <a:lnTo>
                    <a:pt x="991574" y="4847694"/>
                  </a:lnTo>
                  <a:lnTo>
                    <a:pt x="991732" y="4847694"/>
                  </a:lnTo>
                  <a:lnTo>
                    <a:pt x="991890" y="4847694"/>
                  </a:lnTo>
                  <a:lnTo>
                    <a:pt x="992047" y="4847694"/>
                  </a:lnTo>
                  <a:lnTo>
                    <a:pt x="992047" y="4847264"/>
                  </a:lnTo>
                  <a:lnTo>
                    <a:pt x="992205" y="4847264"/>
                  </a:lnTo>
                  <a:lnTo>
                    <a:pt x="992205" y="4846833"/>
                  </a:lnTo>
                  <a:lnTo>
                    <a:pt x="992205" y="4846403"/>
                  </a:lnTo>
                  <a:lnTo>
                    <a:pt x="992363" y="4846403"/>
                  </a:lnTo>
                  <a:lnTo>
                    <a:pt x="992363" y="4845972"/>
                  </a:lnTo>
                  <a:lnTo>
                    <a:pt x="992363" y="4845541"/>
                  </a:lnTo>
                  <a:lnTo>
                    <a:pt x="992521" y="4845541"/>
                  </a:lnTo>
                  <a:lnTo>
                    <a:pt x="992678" y="4845541"/>
                  </a:lnTo>
                  <a:lnTo>
                    <a:pt x="992678" y="4845111"/>
                  </a:lnTo>
                  <a:lnTo>
                    <a:pt x="992678" y="4844680"/>
                  </a:lnTo>
                  <a:lnTo>
                    <a:pt x="992836" y="4844680"/>
                  </a:lnTo>
                  <a:lnTo>
                    <a:pt x="992836" y="4844250"/>
                  </a:lnTo>
                  <a:lnTo>
                    <a:pt x="992836" y="4843819"/>
                  </a:lnTo>
                  <a:lnTo>
                    <a:pt x="992994" y="4843819"/>
                  </a:lnTo>
                  <a:lnTo>
                    <a:pt x="993151" y="4843819"/>
                  </a:lnTo>
                  <a:lnTo>
                    <a:pt x="993309" y="4843819"/>
                  </a:lnTo>
                  <a:lnTo>
                    <a:pt x="993467" y="4843819"/>
                  </a:lnTo>
                  <a:lnTo>
                    <a:pt x="993625" y="4843819"/>
                  </a:lnTo>
                  <a:lnTo>
                    <a:pt x="993625" y="4843388"/>
                  </a:lnTo>
                  <a:lnTo>
                    <a:pt x="993782" y="4843388"/>
                  </a:lnTo>
                  <a:lnTo>
                    <a:pt x="993940" y="4843388"/>
                  </a:lnTo>
                  <a:lnTo>
                    <a:pt x="994098" y="4843388"/>
                  </a:lnTo>
                  <a:lnTo>
                    <a:pt x="994256" y="4843388"/>
                  </a:lnTo>
                  <a:lnTo>
                    <a:pt x="994256" y="4842958"/>
                  </a:lnTo>
                  <a:lnTo>
                    <a:pt x="994413" y="4842958"/>
                  </a:lnTo>
                  <a:lnTo>
                    <a:pt x="994571" y="4842958"/>
                  </a:lnTo>
                  <a:lnTo>
                    <a:pt x="994729" y="4842958"/>
                  </a:lnTo>
                  <a:lnTo>
                    <a:pt x="994729" y="4842527"/>
                  </a:lnTo>
                  <a:lnTo>
                    <a:pt x="994886" y="4842527"/>
                  </a:lnTo>
                  <a:lnTo>
                    <a:pt x="995044" y="4842527"/>
                  </a:lnTo>
                  <a:lnTo>
                    <a:pt x="995202" y="4842527"/>
                  </a:lnTo>
                  <a:lnTo>
                    <a:pt x="995360" y="4842527"/>
                  </a:lnTo>
                  <a:lnTo>
                    <a:pt x="995360" y="4842097"/>
                  </a:lnTo>
                  <a:lnTo>
                    <a:pt x="995517" y="4842097"/>
                  </a:lnTo>
                  <a:lnTo>
                    <a:pt x="995517" y="4841666"/>
                  </a:lnTo>
                  <a:lnTo>
                    <a:pt x="995517" y="4841235"/>
                  </a:lnTo>
                  <a:lnTo>
                    <a:pt x="995675" y="4841235"/>
                  </a:lnTo>
                  <a:lnTo>
                    <a:pt x="995833" y="4841235"/>
                  </a:lnTo>
                  <a:lnTo>
                    <a:pt x="995990" y="4841235"/>
                  </a:lnTo>
                  <a:lnTo>
                    <a:pt x="995990" y="4840805"/>
                  </a:lnTo>
                  <a:lnTo>
                    <a:pt x="996148" y="4840805"/>
                  </a:lnTo>
                  <a:lnTo>
                    <a:pt x="996306" y="4840805"/>
                  </a:lnTo>
                  <a:lnTo>
                    <a:pt x="996464" y="4840805"/>
                  </a:lnTo>
                  <a:lnTo>
                    <a:pt x="996621" y="4840805"/>
                  </a:lnTo>
                  <a:lnTo>
                    <a:pt x="996621" y="4840374"/>
                  </a:lnTo>
                  <a:lnTo>
                    <a:pt x="996779" y="4840374"/>
                  </a:lnTo>
                  <a:lnTo>
                    <a:pt x="996937" y="4840374"/>
                  </a:lnTo>
                  <a:lnTo>
                    <a:pt x="996937" y="4839944"/>
                  </a:lnTo>
                  <a:lnTo>
                    <a:pt x="997094" y="4839944"/>
                  </a:lnTo>
                  <a:lnTo>
                    <a:pt x="997252" y="4839944"/>
                  </a:lnTo>
                  <a:lnTo>
                    <a:pt x="997410" y="4839944"/>
                  </a:lnTo>
                  <a:lnTo>
                    <a:pt x="997568" y="4839944"/>
                  </a:lnTo>
                  <a:lnTo>
                    <a:pt x="997725" y="4839944"/>
                  </a:lnTo>
                  <a:lnTo>
                    <a:pt x="997725" y="4839513"/>
                  </a:lnTo>
                  <a:lnTo>
                    <a:pt x="997725" y="4839082"/>
                  </a:lnTo>
                  <a:lnTo>
                    <a:pt x="997883" y="4839082"/>
                  </a:lnTo>
                  <a:lnTo>
                    <a:pt x="998041" y="4839082"/>
                  </a:lnTo>
                  <a:lnTo>
                    <a:pt x="998198" y="4839082"/>
                  </a:lnTo>
                  <a:lnTo>
                    <a:pt x="998356" y="4839082"/>
                  </a:lnTo>
                  <a:lnTo>
                    <a:pt x="998356" y="4838652"/>
                  </a:lnTo>
                  <a:lnTo>
                    <a:pt x="998356" y="4838221"/>
                  </a:lnTo>
                  <a:lnTo>
                    <a:pt x="998514" y="4838221"/>
                  </a:lnTo>
                  <a:lnTo>
                    <a:pt x="998672" y="4838221"/>
                  </a:lnTo>
                  <a:lnTo>
                    <a:pt x="998829" y="4838221"/>
                  </a:lnTo>
                  <a:lnTo>
                    <a:pt x="998829" y="4837791"/>
                  </a:lnTo>
                  <a:lnTo>
                    <a:pt x="998829" y="4837360"/>
                  </a:lnTo>
                  <a:lnTo>
                    <a:pt x="998987" y="4837360"/>
                  </a:lnTo>
                  <a:lnTo>
                    <a:pt x="999145" y="4837360"/>
                  </a:lnTo>
                  <a:lnTo>
                    <a:pt x="999145" y="4836929"/>
                  </a:lnTo>
                  <a:lnTo>
                    <a:pt x="999145" y="4836499"/>
                  </a:lnTo>
                  <a:lnTo>
                    <a:pt x="999303" y="4836499"/>
                  </a:lnTo>
                  <a:lnTo>
                    <a:pt x="999303" y="4836068"/>
                  </a:lnTo>
                  <a:lnTo>
                    <a:pt x="999460" y="4836068"/>
                  </a:lnTo>
                  <a:lnTo>
                    <a:pt x="999618" y="4836068"/>
                  </a:lnTo>
                  <a:lnTo>
                    <a:pt x="999776" y="4836068"/>
                  </a:lnTo>
                  <a:lnTo>
                    <a:pt x="999776" y="4835638"/>
                  </a:lnTo>
                  <a:lnTo>
                    <a:pt x="999933" y="4835638"/>
                  </a:lnTo>
                  <a:lnTo>
                    <a:pt x="1000091" y="4835638"/>
                  </a:lnTo>
                  <a:lnTo>
                    <a:pt x="1000249" y="4835638"/>
                  </a:lnTo>
                  <a:lnTo>
                    <a:pt x="1000407" y="4835638"/>
                  </a:lnTo>
                  <a:lnTo>
                    <a:pt x="1000564" y="4835638"/>
                  </a:lnTo>
                  <a:lnTo>
                    <a:pt x="1000722" y="4835638"/>
                  </a:lnTo>
                  <a:lnTo>
                    <a:pt x="1000722" y="4835207"/>
                  </a:lnTo>
                  <a:lnTo>
                    <a:pt x="1000880" y="4835207"/>
                  </a:lnTo>
                  <a:lnTo>
                    <a:pt x="1000880" y="4834776"/>
                  </a:lnTo>
                  <a:lnTo>
                    <a:pt x="1001037" y="4834776"/>
                  </a:lnTo>
                  <a:lnTo>
                    <a:pt x="1001037" y="4834346"/>
                  </a:lnTo>
                  <a:lnTo>
                    <a:pt x="1001195" y="4834346"/>
                  </a:lnTo>
                  <a:lnTo>
                    <a:pt x="1001195" y="4833915"/>
                  </a:lnTo>
                  <a:lnTo>
                    <a:pt x="1001195" y="4833485"/>
                  </a:lnTo>
                  <a:lnTo>
                    <a:pt x="1001353" y="4833485"/>
                  </a:lnTo>
                  <a:lnTo>
                    <a:pt x="1001511" y="4833485"/>
                  </a:lnTo>
                  <a:lnTo>
                    <a:pt x="1001668" y="4833485"/>
                  </a:lnTo>
                  <a:lnTo>
                    <a:pt x="1001668" y="4833054"/>
                  </a:lnTo>
                  <a:lnTo>
                    <a:pt x="1001826" y="4833054"/>
                  </a:lnTo>
                  <a:lnTo>
                    <a:pt x="1001984" y="4833054"/>
                  </a:lnTo>
                  <a:lnTo>
                    <a:pt x="1002141" y="4833054"/>
                  </a:lnTo>
                  <a:lnTo>
                    <a:pt x="1002299" y="4833054"/>
                  </a:lnTo>
                  <a:lnTo>
                    <a:pt x="1002299" y="4832623"/>
                  </a:lnTo>
                  <a:lnTo>
                    <a:pt x="1002457" y="4832623"/>
                  </a:lnTo>
                  <a:lnTo>
                    <a:pt x="1002615" y="4832623"/>
                  </a:lnTo>
                  <a:lnTo>
                    <a:pt x="1002772" y="4832623"/>
                  </a:lnTo>
                  <a:lnTo>
                    <a:pt x="1002772" y="4832193"/>
                  </a:lnTo>
                  <a:lnTo>
                    <a:pt x="1002930" y="4832193"/>
                  </a:lnTo>
                  <a:lnTo>
                    <a:pt x="1003088" y="4832193"/>
                  </a:lnTo>
                  <a:lnTo>
                    <a:pt x="1003245" y="4832193"/>
                  </a:lnTo>
                  <a:lnTo>
                    <a:pt x="1003403" y="4832193"/>
                  </a:lnTo>
                  <a:lnTo>
                    <a:pt x="1003561" y="4832193"/>
                  </a:lnTo>
                  <a:lnTo>
                    <a:pt x="1003719" y="4832193"/>
                  </a:lnTo>
                  <a:lnTo>
                    <a:pt x="1003876" y="4832193"/>
                  </a:lnTo>
                  <a:lnTo>
                    <a:pt x="1004034" y="4832193"/>
                  </a:lnTo>
                  <a:lnTo>
                    <a:pt x="1004192" y="4832193"/>
                  </a:lnTo>
                  <a:lnTo>
                    <a:pt x="1004349" y="4832193"/>
                  </a:lnTo>
                  <a:lnTo>
                    <a:pt x="1004507" y="4832193"/>
                  </a:lnTo>
                  <a:lnTo>
                    <a:pt x="1004507" y="4831762"/>
                  </a:lnTo>
                  <a:lnTo>
                    <a:pt x="1004665" y="4831762"/>
                  </a:lnTo>
                  <a:lnTo>
                    <a:pt x="1004665" y="4831332"/>
                  </a:lnTo>
                  <a:lnTo>
                    <a:pt x="1004665" y="4830901"/>
                  </a:lnTo>
                  <a:lnTo>
                    <a:pt x="1004665" y="4830470"/>
                  </a:lnTo>
                  <a:lnTo>
                    <a:pt x="1004665" y="4830040"/>
                  </a:lnTo>
                  <a:lnTo>
                    <a:pt x="1004665" y="4829609"/>
                  </a:lnTo>
                  <a:lnTo>
                    <a:pt x="1004823" y="4829609"/>
                  </a:lnTo>
                  <a:lnTo>
                    <a:pt x="1004980" y="4829609"/>
                  </a:lnTo>
                  <a:lnTo>
                    <a:pt x="1005138" y="4829609"/>
                  </a:lnTo>
                  <a:lnTo>
                    <a:pt x="1005296" y="4829609"/>
                  </a:lnTo>
                  <a:lnTo>
                    <a:pt x="1005454" y="4829609"/>
                  </a:lnTo>
                  <a:lnTo>
                    <a:pt x="1005454" y="4829179"/>
                  </a:lnTo>
                  <a:lnTo>
                    <a:pt x="1005454" y="4828748"/>
                  </a:lnTo>
                  <a:lnTo>
                    <a:pt x="1005611" y="4828748"/>
                  </a:lnTo>
                  <a:lnTo>
                    <a:pt x="1005611" y="4828317"/>
                  </a:lnTo>
                  <a:lnTo>
                    <a:pt x="1005611" y="4827887"/>
                  </a:lnTo>
                  <a:lnTo>
                    <a:pt x="1005611" y="4827456"/>
                  </a:lnTo>
                  <a:lnTo>
                    <a:pt x="1005769" y="4827456"/>
                  </a:lnTo>
                  <a:lnTo>
                    <a:pt x="1005927" y="4827456"/>
                  </a:lnTo>
                  <a:lnTo>
                    <a:pt x="1006084" y="4827456"/>
                  </a:lnTo>
                  <a:lnTo>
                    <a:pt x="1006242" y="4827456"/>
                  </a:lnTo>
                  <a:lnTo>
                    <a:pt x="1006242" y="4827026"/>
                  </a:lnTo>
                  <a:lnTo>
                    <a:pt x="1006242" y="4826595"/>
                  </a:lnTo>
                  <a:lnTo>
                    <a:pt x="1006242" y="4826164"/>
                  </a:lnTo>
                  <a:lnTo>
                    <a:pt x="1006242" y="4825734"/>
                  </a:lnTo>
                  <a:lnTo>
                    <a:pt x="1006242" y="4825303"/>
                  </a:lnTo>
                  <a:lnTo>
                    <a:pt x="1006400" y="4825303"/>
                  </a:lnTo>
                  <a:lnTo>
                    <a:pt x="1006558" y="4825303"/>
                  </a:lnTo>
                  <a:lnTo>
                    <a:pt x="1006715" y="4825303"/>
                  </a:lnTo>
                  <a:lnTo>
                    <a:pt x="1006715" y="4824873"/>
                  </a:lnTo>
                  <a:lnTo>
                    <a:pt x="1006873" y="4824873"/>
                  </a:lnTo>
                  <a:lnTo>
                    <a:pt x="1006873" y="4824442"/>
                  </a:lnTo>
                  <a:lnTo>
                    <a:pt x="1007031" y="4824442"/>
                  </a:lnTo>
                  <a:lnTo>
                    <a:pt x="1007188" y="4824442"/>
                  </a:lnTo>
                  <a:lnTo>
                    <a:pt x="1007346" y="4824442"/>
                  </a:lnTo>
                  <a:lnTo>
                    <a:pt x="1007504" y="4824442"/>
                  </a:lnTo>
                  <a:lnTo>
                    <a:pt x="1007504" y="4824011"/>
                  </a:lnTo>
                  <a:lnTo>
                    <a:pt x="1007662" y="4824011"/>
                  </a:lnTo>
                  <a:lnTo>
                    <a:pt x="1007662" y="4823581"/>
                  </a:lnTo>
                  <a:lnTo>
                    <a:pt x="1007819" y="4823581"/>
                  </a:lnTo>
                  <a:lnTo>
                    <a:pt x="1007977" y="4823581"/>
                  </a:lnTo>
                  <a:lnTo>
                    <a:pt x="1007977" y="4823150"/>
                  </a:lnTo>
                  <a:lnTo>
                    <a:pt x="1008135" y="4823150"/>
                  </a:lnTo>
                  <a:lnTo>
                    <a:pt x="1008135" y="4822720"/>
                  </a:lnTo>
                  <a:lnTo>
                    <a:pt x="1008292" y="4822720"/>
                  </a:lnTo>
                  <a:lnTo>
                    <a:pt x="1008450" y="4822720"/>
                  </a:lnTo>
                  <a:lnTo>
                    <a:pt x="1008450" y="4822289"/>
                  </a:lnTo>
                  <a:lnTo>
                    <a:pt x="1008608" y="4822289"/>
                  </a:lnTo>
                  <a:lnTo>
                    <a:pt x="1008766" y="4822289"/>
                  </a:lnTo>
                  <a:lnTo>
                    <a:pt x="1008766" y="4821858"/>
                  </a:lnTo>
                  <a:lnTo>
                    <a:pt x="1008923" y="4821858"/>
                  </a:lnTo>
                  <a:lnTo>
                    <a:pt x="1008923" y="4821428"/>
                  </a:lnTo>
                  <a:lnTo>
                    <a:pt x="1009081" y="4821428"/>
                  </a:lnTo>
                  <a:lnTo>
                    <a:pt x="1009081" y="4820997"/>
                  </a:lnTo>
                  <a:lnTo>
                    <a:pt x="1009081" y="4820567"/>
                  </a:lnTo>
                  <a:lnTo>
                    <a:pt x="1009239" y="4820567"/>
                  </a:lnTo>
                  <a:lnTo>
                    <a:pt x="1009396" y="4820567"/>
                  </a:lnTo>
                  <a:lnTo>
                    <a:pt x="1009554" y="4820567"/>
                  </a:lnTo>
                  <a:lnTo>
                    <a:pt x="1009712" y="4820567"/>
                  </a:lnTo>
                  <a:lnTo>
                    <a:pt x="1009712" y="4820136"/>
                  </a:lnTo>
                  <a:lnTo>
                    <a:pt x="1009712" y="4819705"/>
                  </a:lnTo>
                  <a:lnTo>
                    <a:pt x="1009870" y="4819705"/>
                  </a:lnTo>
                  <a:lnTo>
                    <a:pt x="1010027" y="4819705"/>
                  </a:lnTo>
                  <a:lnTo>
                    <a:pt x="1010185" y="4819705"/>
                  </a:lnTo>
                  <a:lnTo>
                    <a:pt x="1010185" y="4819275"/>
                  </a:lnTo>
                  <a:lnTo>
                    <a:pt x="1010343" y="4819275"/>
                  </a:lnTo>
                  <a:lnTo>
                    <a:pt x="1010501" y="4819275"/>
                  </a:lnTo>
                  <a:lnTo>
                    <a:pt x="1010658" y="4819275"/>
                  </a:lnTo>
                  <a:lnTo>
                    <a:pt x="1010658" y="4818844"/>
                  </a:lnTo>
                  <a:lnTo>
                    <a:pt x="1010658" y="4818414"/>
                  </a:lnTo>
                  <a:lnTo>
                    <a:pt x="1010658" y="4817983"/>
                  </a:lnTo>
                  <a:lnTo>
                    <a:pt x="1010658" y="4817552"/>
                  </a:lnTo>
                  <a:lnTo>
                    <a:pt x="1010816" y="4817552"/>
                  </a:lnTo>
                  <a:lnTo>
                    <a:pt x="1010974" y="4817552"/>
                  </a:lnTo>
                  <a:lnTo>
                    <a:pt x="1010974" y="4817122"/>
                  </a:lnTo>
                  <a:lnTo>
                    <a:pt x="1011131" y="4817122"/>
                  </a:lnTo>
                  <a:lnTo>
                    <a:pt x="1011289" y="4817122"/>
                  </a:lnTo>
                  <a:lnTo>
                    <a:pt x="1011447" y="4817122"/>
                  </a:lnTo>
                  <a:lnTo>
                    <a:pt x="1011605" y="4817122"/>
                  </a:lnTo>
                  <a:lnTo>
                    <a:pt x="1011605" y="4816691"/>
                  </a:lnTo>
                  <a:lnTo>
                    <a:pt x="1011762" y="4816691"/>
                  </a:lnTo>
                  <a:lnTo>
                    <a:pt x="1011920" y="4816691"/>
                  </a:lnTo>
                  <a:lnTo>
                    <a:pt x="1012078" y="4816691"/>
                  </a:lnTo>
                  <a:lnTo>
                    <a:pt x="1012235" y="4816691"/>
                  </a:lnTo>
                  <a:lnTo>
                    <a:pt x="1012235" y="4816261"/>
                  </a:lnTo>
                  <a:lnTo>
                    <a:pt x="1012235" y="4815830"/>
                  </a:lnTo>
                  <a:lnTo>
                    <a:pt x="1012393" y="4815830"/>
                  </a:lnTo>
                  <a:lnTo>
                    <a:pt x="1012551" y="4815830"/>
                  </a:lnTo>
                  <a:lnTo>
                    <a:pt x="1012709" y="4815830"/>
                  </a:lnTo>
                  <a:lnTo>
                    <a:pt x="1012709" y="4815399"/>
                  </a:lnTo>
                  <a:lnTo>
                    <a:pt x="1012709" y="4814969"/>
                  </a:lnTo>
                  <a:lnTo>
                    <a:pt x="1012709" y="4814538"/>
                  </a:lnTo>
                  <a:lnTo>
                    <a:pt x="1012866" y="4814538"/>
                  </a:lnTo>
                  <a:lnTo>
                    <a:pt x="1013024" y="4814538"/>
                  </a:lnTo>
                  <a:lnTo>
                    <a:pt x="1013182" y="4814538"/>
                  </a:lnTo>
                  <a:lnTo>
                    <a:pt x="1013339" y="4814538"/>
                  </a:lnTo>
                  <a:lnTo>
                    <a:pt x="1013339" y="4814108"/>
                  </a:lnTo>
                  <a:lnTo>
                    <a:pt x="1013339" y="4813677"/>
                  </a:lnTo>
                  <a:lnTo>
                    <a:pt x="1013497" y="4813677"/>
                  </a:lnTo>
                  <a:lnTo>
                    <a:pt x="1013497" y="4813246"/>
                  </a:lnTo>
                  <a:lnTo>
                    <a:pt x="1013655" y="4813246"/>
                  </a:lnTo>
                  <a:lnTo>
                    <a:pt x="1013813" y="4813246"/>
                  </a:lnTo>
                  <a:lnTo>
                    <a:pt x="1013970" y="4813246"/>
                  </a:lnTo>
                  <a:lnTo>
                    <a:pt x="1013970" y="4812816"/>
                  </a:lnTo>
                  <a:lnTo>
                    <a:pt x="1013970" y="4812385"/>
                  </a:lnTo>
                  <a:lnTo>
                    <a:pt x="1014128" y="4812385"/>
                  </a:lnTo>
                  <a:lnTo>
                    <a:pt x="1014286" y="4812385"/>
                  </a:lnTo>
                  <a:lnTo>
                    <a:pt x="1014443" y="4812385"/>
                  </a:lnTo>
                  <a:lnTo>
                    <a:pt x="1014601" y="4812385"/>
                  </a:lnTo>
                  <a:lnTo>
                    <a:pt x="1014759" y="4812385"/>
                  </a:lnTo>
                  <a:lnTo>
                    <a:pt x="1014917" y="4812385"/>
                  </a:lnTo>
                  <a:lnTo>
                    <a:pt x="1015074" y="4812385"/>
                  </a:lnTo>
                  <a:lnTo>
                    <a:pt x="1015074" y="4811955"/>
                  </a:lnTo>
                  <a:lnTo>
                    <a:pt x="1015232" y="4811955"/>
                  </a:lnTo>
                  <a:lnTo>
                    <a:pt x="1015390" y="4811955"/>
                  </a:lnTo>
                  <a:lnTo>
                    <a:pt x="1015390" y="4811524"/>
                  </a:lnTo>
                  <a:lnTo>
                    <a:pt x="1015547" y="4811524"/>
                  </a:lnTo>
                  <a:lnTo>
                    <a:pt x="1015547" y="4811093"/>
                  </a:lnTo>
                  <a:lnTo>
                    <a:pt x="1015705" y="4811093"/>
                  </a:lnTo>
                  <a:lnTo>
                    <a:pt x="1015863" y="4811093"/>
                  </a:lnTo>
                  <a:lnTo>
                    <a:pt x="1015863" y="4810663"/>
                  </a:lnTo>
                  <a:lnTo>
                    <a:pt x="1016021" y="4810663"/>
                  </a:lnTo>
                  <a:lnTo>
                    <a:pt x="1016178" y="4810663"/>
                  </a:lnTo>
                  <a:lnTo>
                    <a:pt x="1016178" y="4810232"/>
                  </a:lnTo>
                  <a:lnTo>
                    <a:pt x="1016336" y="4810232"/>
                  </a:lnTo>
                  <a:lnTo>
                    <a:pt x="1016336" y="4809802"/>
                  </a:lnTo>
                  <a:lnTo>
                    <a:pt x="1016336" y="4809371"/>
                  </a:lnTo>
                  <a:lnTo>
                    <a:pt x="1016494" y="4809371"/>
                  </a:lnTo>
                  <a:lnTo>
                    <a:pt x="1016652" y="4809371"/>
                  </a:lnTo>
                  <a:lnTo>
                    <a:pt x="1016652" y="4808940"/>
                  </a:lnTo>
                  <a:lnTo>
                    <a:pt x="1016652" y="4808510"/>
                  </a:lnTo>
                  <a:lnTo>
                    <a:pt x="1016652" y="4808079"/>
                  </a:lnTo>
                  <a:lnTo>
                    <a:pt x="1016809" y="4808079"/>
                  </a:lnTo>
                  <a:lnTo>
                    <a:pt x="1016967" y="4808079"/>
                  </a:lnTo>
                  <a:lnTo>
                    <a:pt x="1017125" y="4808079"/>
                  </a:lnTo>
                  <a:lnTo>
                    <a:pt x="1017282" y="4808079"/>
                  </a:lnTo>
                  <a:lnTo>
                    <a:pt x="1017440" y="4808079"/>
                  </a:lnTo>
                  <a:lnTo>
                    <a:pt x="1017598" y="4808079"/>
                  </a:lnTo>
                  <a:lnTo>
                    <a:pt x="1017756" y="4808079"/>
                  </a:lnTo>
                  <a:lnTo>
                    <a:pt x="1017913" y="4808079"/>
                  </a:lnTo>
                  <a:lnTo>
                    <a:pt x="1017913" y="4807649"/>
                  </a:lnTo>
                  <a:lnTo>
                    <a:pt x="1017913" y="4807218"/>
                  </a:lnTo>
                  <a:lnTo>
                    <a:pt x="1018071" y="4807218"/>
                  </a:lnTo>
                  <a:lnTo>
                    <a:pt x="1018071" y="4806787"/>
                  </a:lnTo>
                  <a:lnTo>
                    <a:pt x="1018229" y="4806787"/>
                  </a:lnTo>
                  <a:lnTo>
                    <a:pt x="1018386" y="4806787"/>
                  </a:lnTo>
                  <a:lnTo>
                    <a:pt x="1018386" y="4806357"/>
                  </a:lnTo>
                  <a:lnTo>
                    <a:pt x="1018386" y="4805926"/>
                  </a:lnTo>
                  <a:lnTo>
                    <a:pt x="1018544" y="4805926"/>
                  </a:lnTo>
                  <a:lnTo>
                    <a:pt x="1018702" y="4805926"/>
                  </a:lnTo>
                  <a:lnTo>
                    <a:pt x="1018860" y="4805926"/>
                  </a:lnTo>
                  <a:lnTo>
                    <a:pt x="1018860" y="4805496"/>
                  </a:lnTo>
                  <a:lnTo>
                    <a:pt x="1018860" y="4805065"/>
                  </a:lnTo>
                  <a:lnTo>
                    <a:pt x="1019017" y="4805065"/>
                  </a:lnTo>
                  <a:lnTo>
                    <a:pt x="1019017" y="4804634"/>
                  </a:lnTo>
                  <a:lnTo>
                    <a:pt x="1019175" y="4804634"/>
                  </a:lnTo>
                  <a:lnTo>
                    <a:pt x="1019175" y="4804204"/>
                  </a:lnTo>
                  <a:lnTo>
                    <a:pt x="1019333" y="4804204"/>
                  </a:lnTo>
                  <a:lnTo>
                    <a:pt x="1019333" y="4803773"/>
                  </a:lnTo>
                  <a:lnTo>
                    <a:pt x="1019490" y="4803773"/>
                  </a:lnTo>
                  <a:lnTo>
                    <a:pt x="1019648" y="4803773"/>
                  </a:lnTo>
                  <a:lnTo>
                    <a:pt x="1019806" y="4803773"/>
                  </a:lnTo>
                  <a:lnTo>
                    <a:pt x="1019806" y="4803343"/>
                  </a:lnTo>
                  <a:lnTo>
                    <a:pt x="1019964" y="4803343"/>
                  </a:lnTo>
                  <a:lnTo>
                    <a:pt x="1019964" y="4802912"/>
                  </a:lnTo>
                  <a:lnTo>
                    <a:pt x="1019964" y="4802481"/>
                  </a:lnTo>
                  <a:lnTo>
                    <a:pt x="1019964" y="4802051"/>
                  </a:lnTo>
                  <a:lnTo>
                    <a:pt x="1020121" y="4802051"/>
                  </a:lnTo>
                  <a:lnTo>
                    <a:pt x="1020279" y="4802051"/>
                  </a:lnTo>
                  <a:lnTo>
                    <a:pt x="1020279" y="4801620"/>
                  </a:lnTo>
                  <a:lnTo>
                    <a:pt x="1020437" y="4801620"/>
                  </a:lnTo>
                  <a:lnTo>
                    <a:pt x="1020594" y="4801620"/>
                  </a:lnTo>
                  <a:lnTo>
                    <a:pt x="1020752" y="4801620"/>
                  </a:lnTo>
                  <a:lnTo>
                    <a:pt x="1020752" y="4801190"/>
                  </a:lnTo>
                  <a:lnTo>
                    <a:pt x="1020752" y="4800759"/>
                  </a:lnTo>
                  <a:lnTo>
                    <a:pt x="1020910" y="4800759"/>
                  </a:lnTo>
                  <a:lnTo>
                    <a:pt x="1021068" y="4800759"/>
                  </a:lnTo>
                  <a:lnTo>
                    <a:pt x="1021225" y="4800759"/>
                  </a:lnTo>
                  <a:lnTo>
                    <a:pt x="1021383" y="4800759"/>
                  </a:lnTo>
                  <a:lnTo>
                    <a:pt x="1021541" y="4800759"/>
                  </a:lnTo>
                  <a:lnTo>
                    <a:pt x="1021699" y="4800759"/>
                  </a:lnTo>
                  <a:lnTo>
                    <a:pt x="1021856" y="4800759"/>
                  </a:lnTo>
                  <a:lnTo>
                    <a:pt x="1022014" y="4800759"/>
                  </a:lnTo>
                  <a:lnTo>
                    <a:pt x="1022172" y="4800759"/>
                  </a:lnTo>
                  <a:lnTo>
                    <a:pt x="1022329" y="4800759"/>
                  </a:lnTo>
                  <a:lnTo>
                    <a:pt x="1022487" y="4800759"/>
                  </a:lnTo>
                  <a:lnTo>
                    <a:pt x="1022645" y="4800759"/>
                  </a:lnTo>
                  <a:lnTo>
                    <a:pt x="1022803" y="4800759"/>
                  </a:lnTo>
                  <a:lnTo>
                    <a:pt x="1022960" y="4800759"/>
                  </a:lnTo>
                  <a:lnTo>
                    <a:pt x="1022960" y="4800328"/>
                  </a:lnTo>
                  <a:lnTo>
                    <a:pt x="1022960" y="4799898"/>
                  </a:lnTo>
                  <a:lnTo>
                    <a:pt x="1022960" y="4799467"/>
                  </a:lnTo>
                  <a:lnTo>
                    <a:pt x="1023118" y="4799467"/>
                  </a:lnTo>
                  <a:lnTo>
                    <a:pt x="1023118" y="4799037"/>
                  </a:lnTo>
                  <a:lnTo>
                    <a:pt x="1023118" y="4798606"/>
                  </a:lnTo>
                  <a:lnTo>
                    <a:pt x="1023276" y="4798606"/>
                  </a:lnTo>
                  <a:lnTo>
                    <a:pt x="1023276" y="4798175"/>
                  </a:lnTo>
                  <a:lnTo>
                    <a:pt x="1023433" y="4798175"/>
                  </a:lnTo>
                  <a:lnTo>
                    <a:pt x="1023433" y="4797745"/>
                  </a:lnTo>
                  <a:lnTo>
                    <a:pt x="1023433" y="4797314"/>
                  </a:lnTo>
                  <a:lnTo>
                    <a:pt x="1023591" y="4797314"/>
                  </a:lnTo>
                  <a:lnTo>
                    <a:pt x="1023591" y="4796884"/>
                  </a:lnTo>
                  <a:lnTo>
                    <a:pt x="1023591" y="4796453"/>
                  </a:lnTo>
                  <a:lnTo>
                    <a:pt x="1023749" y="4796453"/>
                  </a:lnTo>
                  <a:lnTo>
                    <a:pt x="1023907" y="4796453"/>
                  </a:lnTo>
                  <a:lnTo>
                    <a:pt x="1023907" y="4796022"/>
                  </a:lnTo>
                  <a:lnTo>
                    <a:pt x="1024064" y="4796022"/>
                  </a:lnTo>
                  <a:lnTo>
                    <a:pt x="1024222" y="4796022"/>
                  </a:lnTo>
                  <a:lnTo>
                    <a:pt x="1024380" y="4796022"/>
                  </a:lnTo>
                  <a:lnTo>
                    <a:pt x="1024537" y="4796022"/>
                  </a:lnTo>
                  <a:lnTo>
                    <a:pt x="1024695" y="4796022"/>
                  </a:lnTo>
                  <a:lnTo>
                    <a:pt x="1024853" y="4796022"/>
                  </a:lnTo>
                  <a:lnTo>
                    <a:pt x="1025011" y="4796022"/>
                  </a:lnTo>
                  <a:lnTo>
                    <a:pt x="1025011" y="4795592"/>
                  </a:lnTo>
                  <a:lnTo>
                    <a:pt x="1025168" y="4795592"/>
                  </a:lnTo>
                  <a:lnTo>
                    <a:pt x="1025326" y="4795592"/>
                  </a:lnTo>
                  <a:lnTo>
                    <a:pt x="1025326" y="4795161"/>
                  </a:lnTo>
                  <a:lnTo>
                    <a:pt x="1025484" y="4795161"/>
                  </a:lnTo>
                  <a:lnTo>
                    <a:pt x="1025641" y="4795161"/>
                  </a:lnTo>
                  <a:lnTo>
                    <a:pt x="1025799" y="4795161"/>
                  </a:lnTo>
                  <a:lnTo>
                    <a:pt x="1025957" y="4795161"/>
                  </a:lnTo>
                  <a:lnTo>
                    <a:pt x="1025957" y="4794731"/>
                  </a:lnTo>
                  <a:lnTo>
                    <a:pt x="1025957" y="4794300"/>
                  </a:lnTo>
                  <a:lnTo>
                    <a:pt x="1026115" y="4794300"/>
                  </a:lnTo>
                  <a:lnTo>
                    <a:pt x="1026272" y="4794300"/>
                  </a:lnTo>
                  <a:lnTo>
                    <a:pt x="1026272" y="4793869"/>
                  </a:lnTo>
                  <a:lnTo>
                    <a:pt x="1026430" y="4793869"/>
                  </a:lnTo>
                  <a:lnTo>
                    <a:pt x="1026588" y="4793869"/>
                  </a:lnTo>
                  <a:lnTo>
                    <a:pt x="1026745" y="4793869"/>
                  </a:lnTo>
                  <a:lnTo>
                    <a:pt x="1026745" y="4793439"/>
                  </a:lnTo>
                  <a:lnTo>
                    <a:pt x="1026903" y="4793439"/>
                  </a:lnTo>
                  <a:lnTo>
                    <a:pt x="1026903" y="4793008"/>
                  </a:lnTo>
                  <a:lnTo>
                    <a:pt x="1027061" y="4793008"/>
                  </a:lnTo>
                  <a:lnTo>
                    <a:pt x="1027219" y="4793008"/>
                  </a:lnTo>
                  <a:lnTo>
                    <a:pt x="1027376" y="4793008"/>
                  </a:lnTo>
                  <a:lnTo>
                    <a:pt x="1027534" y="4793008"/>
                  </a:lnTo>
                  <a:lnTo>
                    <a:pt x="1027692" y="4793008"/>
                  </a:lnTo>
                  <a:lnTo>
                    <a:pt x="1027850" y="4793008"/>
                  </a:lnTo>
                  <a:lnTo>
                    <a:pt x="1028007" y="4793008"/>
                  </a:lnTo>
                  <a:lnTo>
                    <a:pt x="1028165" y="4793008"/>
                  </a:lnTo>
                  <a:lnTo>
                    <a:pt x="1028165" y="4792578"/>
                  </a:lnTo>
                  <a:lnTo>
                    <a:pt x="1028165" y="4792147"/>
                  </a:lnTo>
                  <a:lnTo>
                    <a:pt x="1028165" y="4791716"/>
                  </a:lnTo>
                  <a:lnTo>
                    <a:pt x="1028323" y="4791716"/>
                  </a:lnTo>
                  <a:lnTo>
                    <a:pt x="1028480" y="4791716"/>
                  </a:lnTo>
                  <a:lnTo>
                    <a:pt x="1028638" y="4791716"/>
                  </a:lnTo>
                  <a:lnTo>
                    <a:pt x="1028796" y="4791716"/>
                  </a:lnTo>
                  <a:lnTo>
                    <a:pt x="1028796" y="4791286"/>
                  </a:lnTo>
                  <a:lnTo>
                    <a:pt x="1028796" y="4790855"/>
                  </a:lnTo>
                  <a:lnTo>
                    <a:pt x="1028954" y="4790855"/>
                  </a:lnTo>
                  <a:lnTo>
                    <a:pt x="1029111" y="4790855"/>
                  </a:lnTo>
                  <a:lnTo>
                    <a:pt x="1029269" y="4790855"/>
                  </a:lnTo>
                  <a:lnTo>
                    <a:pt x="1029269" y="4790425"/>
                  </a:lnTo>
                  <a:lnTo>
                    <a:pt x="1029269" y="4789994"/>
                  </a:lnTo>
                  <a:lnTo>
                    <a:pt x="1029427" y="4789994"/>
                  </a:lnTo>
                  <a:lnTo>
                    <a:pt x="1029427" y="4789563"/>
                  </a:lnTo>
                  <a:lnTo>
                    <a:pt x="1029584" y="4789563"/>
                  </a:lnTo>
                  <a:lnTo>
                    <a:pt x="1029742" y="4789563"/>
                  </a:lnTo>
                  <a:lnTo>
                    <a:pt x="1029900" y="4789563"/>
                  </a:lnTo>
                  <a:lnTo>
                    <a:pt x="1029900" y="4789133"/>
                  </a:lnTo>
                  <a:lnTo>
                    <a:pt x="1030058" y="4789133"/>
                  </a:lnTo>
                  <a:lnTo>
                    <a:pt x="1030215" y="4789133"/>
                  </a:lnTo>
                  <a:lnTo>
                    <a:pt x="1030373" y="4789133"/>
                  </a:lnTo>
                  <a:lnTo>
                    <a:pt x="1030531" y="4789133"/>
                  </a:lnTo>
                  <a:lnTo>
                    <a:pt x="1030531" y="4788702"/>
                  </a:lnTo>
                  <a:lnTo>
                    <a:pt x="1030688" y="4788702"/>
                  </a:lnTo>
                  <a:lnTo>
                    <a:pt x="1030846" y="4788702"/>
                  </a:lnTo>
                  <a:lnTo>
                    <a:pt x="1031004" y="4788702"/>
                  </a:lnTo>
                  <a:lnTo>
                    <a:pt x="1031162" y="4788702"/>
                  </a:lnTo>
                  <a:lnTo>
                    <a:pt x="1031319" y="4788702"/>
                  </a:lnTo>
                  <a:lnTo>
                    <a:pt x="1031477" y="4788702"/>
                  </a:lnTo>
                  <a:lnTo>
                    <a:pt x="1031635" y="4788702"/>
                  </a:lnTo>
                  <a:lnTo>
                    <a:pt x="1031635" y="4788272"/>
                  </a:lnTo>
                  <a:lnTo>
                    <a:pt x="1031792" y="4788272"/>
                  </a:lnTo>
                  <a:lnTo>
                    <a:pt x="1031792" y="4787841"/>
                  </a:lnTo>
                  <a:lnTo>
                    <a:pt x="1031950" y="4787841"/>
                  </a:lnTo>
                  <a:lnTo>
                    <a:pt x="1032108" y="4787841"/>
                  </a:lnTo>
                  <a:lnTo>
                    <a:pt x="1032266" y="4787841"/>
                  </a:lnTo>
                  <a:lnTo>
                    <a:pt x="1032423" y="4787841"/>
                  </a:lnTo>
                  <a:lnTo>
                    <a:pt x="1032581" y="4787841"/>
                  </a:lnTo>
                  <a:lnTo>
                    <a:pt x="1032739" y="4787841"/>
                  </a:lnTo>
                  <a:lnTo>
                    <a:pt x="1032739" y="4787410"/>
                  </a:lnTo>
                  <a:lnTo>
                    <a:pt x="1032897" y="4787410"/>
                  </a:lnTo>
                  <a:lnTo>
                    <a:pt x="1033054" y="4787410"/>
                  </a:lnTo>
                  <a:lnTo>
                    <a:pt x="1033054" y="4786980"/>
                  </a:lnTo>
                  <a:lnTo>
                    <a:pt x="1033212" y="4786980"/>
                  </a:lnTo>
                  <a:lnTo>
                    <a:pt x="1033370" y="4786980"/>
                  </a:lnTo>
                  <a:lnTo>
                    <a:pt x="1033527" y="4786980"/>
                  </a:lnTo>
                  <a:lnTo>
                    <a:pt x="1033685" y="4786980"/>
                  </a:lnTo>
                  <a:lnTo>
                    <a:pt x="1033843" y="4786980"/>
                  </a:lnTo>
                  <a:lnTo>
                    <a:pt x="1034001" y="4786980"/>
                  </a:lnTo>
                  <a:lnTo>
                    <a:pt x="1034158" y="4786980"/>
                  </a:lnTo>
                  <a:lnTo>
                    <a:pt x="1034316" y="4786980"/>
                  </a:lnTo>
                  <a:lnTo>
                    <a:pt x="1034474" y="4786980"/>
                  </a:lnTo>
                  <a:lnTo>
                    <a:pt x="1034474" y="4786549"/>
                  </a:lnTo>
                  <a:lnTo>
                    <a:pt x="1034631" y="4786549"/>
                  </a:lnTo>
                  <a:lnTo>
                    <a:pt x="1034631" y="4786119"/>
                  </a:lnTo>
                  <a:lnTo>
                    <a:pt x="1034789" y="4786119"/>
                  </a:lnTo>
                  <a:lnTo>
                    <a:pt x="1034789" y="4785688"/>
                  </a:lnTo>
                  <a:lnTo>
                    <a:pt x="1034947" y="4785688"/>
                  </a:lnTo>
                  <a:lnTo>
                    <a:pt x="1034947" y="4785257"/>
                  </a:lnTo>
                  <a:lnTo>
                    <a:pt x="1035105" y="4785257"/>
                  </a:lnTo>
                  <a:lnTo>
                    <a:pt x="1035262" y="4785257"/>
                  </a:lnTo>
                  <a:lnTo>
                    <a:pt x="1035420" y="4785257"/>
                  </a:lnTo>
                  <a:lnTo>
                    <a:pt x="1035578" y="4785257"/>
                  </a:lnTo>
                  <a:lnTo>
                    <a:pt x="1035578" y="4784827"/>
                  </a:lnTo>
                  <a:lnTo>
                    <a:pt x="1035578" y="4784396"/>
                  </a:lnTo>
                  <a:lnTo>
                    <a:pt x="1035578" y="4783966"/>
                  </a:lnTo>
                  <a:lnTo>
                    <a:pt x="1035578" y="4783535"/>
                  </a:lnTo>
                  <a:lnTo>
                    <a:pt x="1035735" y="4783535"/>
                  </a:lnTo>
                  <a:lnTo>
                    <a:pt x="1035893" y="4783535"/>
                  </a:lnTo>
                  <a:lnTo>
                    <a:pt x="1035893" y="4783104"/>
                  </a:lnTo>
                  <a:lnTo>
                    <a:pt x="1035893" y="4782674"/>
                  </a:lnTo>
                  <a:lnTo>
                    <a:pt x="1036051" y="4782674"/>
                  </a:lnTo>
                  <a:lnTo>
                    <a:pt x="1036209" y="4782674"/>
                  </a:lnTo>
                  <a:lnTo>
                    <a:pt x="1036366" y="4782674"/>
                  </a:lnTo>
                  <a:lnTo>
                    <a:pt x="1036524" y="4782674"/>
                  </a:lnTo>
                  <a:lnTo>
                    <a:pt x="1036682" y="4782674"/>
                  </a:lnTo>
                  <a:lnTo>
                    <a:pt x="1036839" y="4782674"/>
                  </a:lnTo>
                  <a:lnTo>
                    <a:pt x="1036997" y="4782674"/>
                  </a:lnTo>
                  <a:lnTo>
                    <a:pt x="1037155" y="4782674"/>
                  </a:lnTo>
                  <a:lnTo>
                    <a:pt x="1037313" y="4782674"/>
                  </a:lnTo>
                  <a:lnTo>
                    <a:pt x="1037470" y="4782674"/>
                  </a:lnTo>
                  <a:lnTo>
                    <a:pt x="1037470" y="4782243"/>
                  </a:lnTo>
                  <a:lnTo>
                    <a:pt x="1037470" y="4781813"/>
                  </a:lnTo>
                  <a:lnTo>
                    <a:pt x="1037628" y="4781813"/>
                  </a:lnTo>
                  <a:lnTo>
                    <a:pt x="1037786" y="4781813"/>
                  </a:lnTo>
                  <a:lnTo>
                    <a:pt x="1037786" y="4781382"/>
                  </a:lnTo>
                  <a:lnTo>
                    <a:pt x="1037943" y="4781382"/>
                  </a:lnTo>
                  <a:lnTo>
                    <a:pt x="1038101" y="4781382"/>
                  </a:lnTo>
                  <a:lnTo>
                    <a:pt x="1038101" y="4780951"/>
                  </a:lnTo>
                  <a:lnTo>
                    <a:pt x="1038259" y="4780951"/>
                  </a:lnTo>
                  <a:lnTo>
                    <a:pt x="1038417" y="4780951"/>
                  </a:lnTo>
                  <a:lnTo>
                    <a:pt x="1038417" y="4780521"/>
                  </a:lnTo>
                  <a:lnTo>
                    <a:pt x="1038574" y="4780521"/>
                  </a:lnTo>
                  <a:lnTo>
                    <a:pt x="1038732" y="4780521"/>
                  </a:lnTo>
                  <a:lnTo>
                    <a:pt x="1038890" y="4780521"/>
                  </a:lnTo>
                  <a:lnTo>
                    <a:pt x="1038890" y="4780090"/>
                  </a:lnTo>
                  <a:lnTo>
                    <a:pt x="1038890" y="4779660"/>
                  </a:lnTo>
                  <a:lnTo>
                    <a:pt x="1039048" y="4779660"/>
                  </a:lnTo>
                  <a:lnTo>
                    <a:pt x="1039205" y="4779660"/>
                  </a:lnTo>
                  <a:lnTo>
                    <a:pt x="1039363" y="4779660"/>
                  </a:lnTo>
                  <a:lnTo>
                    <a:pt x="1039521" y="4779660"/>
                  </a:lnTo>
                  <a:lnTo>
                    <a:pt x="1039678" y="4779660"/>
                  </a:lnTo>
                  <a:lnTo>
                    <a:pt x="1039836" y="4779660"/>
                  </a:lnTo>
                  <a:lnTo>
                    <a:pt x="1039994" y="4779660"/>
                  </a:lnTo>
                  <a:lnTo>
                    <a:pt x="1039994" y="4779229"/>
                  </a:lnTo>
                  <a:lnTo>
                    <a:pt x="1040152" y="4779229"/>
                  </a:lnTo>
                  <a:lnTo>
                    <a:pt x="1040309" y="4779229"/>
                  </a:lnTo>
                  <a:lnTo>
                    <a:pt x="1040467" y="4779229"/>
                  </a:lnTo>
                  <a:lnTo>
                    <a:pt x="1040625" y="4779229"/>
                  </a:lnTo>
                  <a:lnTo>
                    <a:pt x="1040625" y="4778798"/>
                  </a:lnTo>
                  <a:lnTo>
                    <a:pt x="1040782" y="4778798"/>
                  </a:lnTo>
                  <a:lnTo>
                    <a:pt x="1040940" y="4778798"/>
                  </a:lnTo>
                  <a:lnTo>
                    <a:pt x="1041098" y="4778798"/>
                  </a:lnTo>
                  <a:lnTo>
                    <a:pt x="1041098" y="4778368"/>
                  </a:lnTo>
                  <a:lnTo>
                    <a:pt x="1041098" y="4777937"/>
                  </a:lnTo>
                  <a:lnTo>
                    <a:pt x="1041256" y="4777937"/>
                  </a:lnTo>
                  <a:lnTo>
                    <a:pt x="1041256" y="4777507"/>
                  </a:lnTo>
                  <a:lnTo>
                    <a:pt x="1041256" y="4777076"/>
                  </a:lnTo>
                  <a:lnTo>
                    <a:pt x="1041256" y="4776645"/>
                  </a:lnTo>
                  <a:lnTo>
                    <a:pt x="1041413" y="4776645"/>
                  </a:lnTo>
                  <a:lnTo>
                    <a:pt x="1041413" y="4776215"/>
                  </a:lnTo>
                  <a:lnTo>
                    <a:pt x="1041571" y="4776215"/>
                  </a:lnTo>
                  <a:lnTo>
                    <a:pt x="1041571" y="4775784"/>
                  </a:lnTo>
                  <a:lnTo>
                    <a:pt x="1041729" y="4775784"/>
                  </a:lnTo>
                  <a:lnTo>
                    <a:pt x="1041886" y="4775784"/>
                  </a:lnTo>
                  <a:lnTo>
                    <a:pt x="1042044" y="4775784"/>
                  </a:lnTo>
                  <a:lnTo>
                    <a:pt x="1042044" y="4775354"/>
                  </a:lnTo>
                  <a:lnTo>
                    <a:pt x="1042202" y="4775354"/>
                  </a:lnTo>
                  <a:lnTo>
                    <a:pt x="1042360" y="4775354"/>
                  </a:lnTo>
                  <a:lnTo>
                    <a:pt x="1042517" y="4775354"/>
                  </a:lnTo>
                  <a:lnTo>
                    <a:pt x="1042675" y="4775354"/>
                  </a:lnTo>
                  <a:lnTo>
                    <a:pt x="1042833" y="4775354"/>
                  </a:lnTo>
                  <a:lnTo>
                    <a:pt x="1042990" y="4775354"/>
                  </a:lnTo>
                  <a:lnTo>
                    <a:pt x="1042990" y="4774923"/>
                  </a:lnTo>
                  <a:lnTo>
                    <a:pt x="1043148" y="4774923"/>
                  </a:lnTo>
                  <a:lnTo>
                    <a:pt x="1043306" y="4774923"/>
                  </a:lnTo>
                  <a:lnTo>
                    <a:pt x="1043306" y="4774492"/>
                  </a:lnTo>
                  <a:lnTo>
                    <a:pt x="1043464" y="4774492"/>
                  </a:lnTo>
                  <a:lnTo>
                    <a:pt x="1043464" y="4774062"/>
                  </a:lnTo>
                  <a:lnTo>
                    <a:pt x="1043621" y="4774062"/>
                  </a:lnTo>
                  <a:lnTo>
                    <a:pt x="1043621" y="4773631"/>
                  </a:lnTo>
                  <a:lnTo>
                    <a:pt x="1043779" y="4773631"/>
                  </a:lnTo>
                  <a:lnTo>
                    <a:pt x="1043937" y="4773631"/>
                  </a:lnTo>
                  <a:lnTo>
                    <a:pt x="1044095" y="4773631"/>
                  </a:lnTo>
                  <a:lnTo>
                    <a:pt x="1044095" y="4773201"/>
                  </a:lnTo>
                  <a:lnTo>
                    <a:pt x="1044252" y="4773201"/>
                  </a:lnTo>
                  <a:lnTo>
                    <a:pt x="1044410" y="4773201"/>
                  </a:lnTo>
                  <a:lnTo>
                    <a:pt x="1044410" y="4772770"/>
                  </a:lnTo>
                  <a:lnTo>
                    <a:pt x="1044410" y="4772339"/>
                  </a:lnTo>
                  <a:lnTo>
                    <a:pt x="1044410" y="4771909"/>
                  </a:lnTo>
                  <a:lnTo>
                    <a:pt x="1044568" y="4771909"/>
                  </a:lnTo>
                  <a:lnTo>
                    <a:pt x="1044725" y="4771909"/>
                  </a:lnTo>
                  <a:lnTo>
                    <a:pt x="1044725" y="4771478"/>
                  </a:lnTo>
                  <a:lnTo>
                    <a:pt x="1044883" y="4771478"/>
                  </a:lnTo>
                  <a:lnTo>
                    <a:pt x="1044883" y="4771048"/>
                  </a:lnTo>
                  <a:lnTo>
                    <a:pt x="1045041" y="4771048"/>
                  </a:lnTo>
                  <a:lnTo>
                    <a:pt x="1045041" y="4770617"/>
                  </a:lnTo>
                  <a:lnTo>
                    <a:pt x="1045041" y="4770186"/>
                  </a:lnTo>
                  <a:lnTo>
                    <a:pt x="1045041" y="4769756"/>
                  </a:lnTo>
                  <a:lnTo>
                    <a:pt x="1045041" y="4769325"/>
                  </a:lnTo>
                  <a:lnTo>
                    <a:pt x="1045199" y="4769325"/>
                  </a:lnTo>
                  <a:lnTo>
                    <a:pt x="1045199" y="4768895"/>
                  </a:lnTo>
                  <a:lnTo>
                    <a:pt x="1045199" y="4768464"/>
                  </a:lnTo>
                  <a:lnTo>
                    <a:pt x="1045356" y="4768464"/>
                  </a:lnTo>
                  <a:lnTo>
                    <a:pt x="1045356" y="4768033"/>
                  </a:lnTo>
                  <a:lnTo>
                    <a:pt x="1045514" y="4768033"/>
                  </a:lnTo>
                  <a:lnTo>
                    <a:pt x="1045672" y="4768033"/>
                  </a:lnTo>
                  <a:lnTo>
                    <a:pt x="1045672" y="4767603"/>
                  </a:lnTo>
                  <a:lnTo>
                    <a:pt x="1045829" y="4767603"/>
                  </a:lnTo>
                  <a:lnTo>
                    <a:pt x="1045987" y="4767603"/>
                  </a:lnTo>
                  <a:lnTo>
                    <a:pt x="1046145" y="4767603"/>
                  </a:lnTo>
                  <a:lnTo>
                    <a:pt x="1046145" y="4767172"/>
                  </a:lnTo>
                  <a:lnTo>
                    <a:pt x="1046145" y="4766742"/>
                  </a:lnTo>
                  <a:lnTo>
                    <a:pt x="1046303" y="4766742"/>
                  </a:lnTo>
                  <a:lnTo>
                    <a:pt x="1046460" y="4766742"/>
                  </a:lnTo>
                  <a:lnTo>
                    <a:pt x="1046618" y="4766742"/>
                  </a:lnTo>
                  <a:lnTo>
                    <a:pt x="1046776" y="4766742"/>
                  </a:lnTo>
                  <a:lnTo>
                    <a:pt x="1046933" y="4766742"/>
                  </a:lnTo>
                  <a:lnTo>
                    <a:pt x="1046933" y="4766311"/>
                  </a:lnTo>
                  <a:lnTo>
                    <a:pt x="1047091" y="4766311"/>
                  </a:lnTo>
                  <a:lnTo>
                    <a:pt x="1047091" y="4765880"/>
                  </a:lnTo>
                  <a:lnTo>
                    <a:pt x="1047091" y="4765450"/>
                  </a:lnTo>
                  <a:lnTo>
                    <a:pt x="1047249" y="4765450"/>
                  </a:lnTo>
                  <a:lnTo>
                    <a:pt x="1047407" y="4765450"/>
                  </a:lnTo>
                  <a:lnTo>
                    <a:pt x="1047407" y="4765019"/>
                  </a:lnTo>
                  <a:lnTo>
                    <a:pt x="1047564" y="4765019"/>
                  </a:lnTo>
                  <a:lnTo>
                    <a:pt x="1047564" y="4764589"/>
                  </a:lnTo>
                  <a:lnTo>
                    <a:pt x="1047722" y="4764589"/>
                  </a:lnTo>
                  <a:lnTo>
                    <a:pt x="1047880" y="4764589"/>
                  </a:lnTo>
                  <a:lnTo>
                    <a:pt x="1047880" y="4764158"/>
                  </a:lnTo>
                  <a:lnTo>
                    <a:pt x="1048037" y="4764158"/>
                  </a:lnTo>
                  <a:lnTo>
                    <a:pt x="1048037" y="4763727"/>
                  </a:lnTo>
                  <a:lnTo>
                    <a:pt x="1048037" y="4763297"/>
                  </a:lnTo>
                  <a:lnTo>
                    <a:pt x="1048195" y="4763297"/>
                  </a:lnTo>
                  <a:lnTo>
                    <a:pt x="1048353" y="4763297"/>
                  </a:lnTo>
                  <a:lnTo>
                    <a:pt x="1048511" y="4763297"/>
                  </a:lnTo>
                  <a:lnTo>
                    <a:pt x="1048668" y="4763297"/>
                  </a:lnTo>
                  <a:lnTo>
                    <a:pt x="1048668" y="4762866"/>
                  </a:lnTo>
                  <a:lnTo>
                    <a:pt x="1048826" y="4762866"/>
                  </a:lnTo>
                  <a:lnTo>
                    <a:pt x="1048984" y="4762866"/>
                  </a:lnTo>
                  <a:lnTo>
                    <a:pt x="1048984" y="4762436"/>
                  </a:lnTo>
                  <a:lnTo>
                    <a:pt x="1049141" y="4762436"/>
                  </a:lnTo>
                  <a:lnTo>
                    <a:pt x="1049299" y="4762436"/>
                  </a:lnTo>
                  <a:lnTo>
                    <a:pt x="1049457" y="4762436"/>
                  </a:lnTo>
                  <a:lnTo>
                    <a:pt x="1049615" y="4762436"/>
                  </a:lnTo>
                  <a:lnTo>
                    <a:pt x="1049615" y="4762005"/>
                  </a:lnTo>
                  <a:lnTo>
                    <a:pt x="1049615" y="4761574"/>
                  </a:lnTo>
                  <a:lnTo>
                    <a:pt x="1049772" y="4761574"/>
                  </a:lnTo>
                  <a:lnTo>
                    <a:pt x="1049930" y="4761574"/>
                  </a:lnTo>
                  <a:lnTo>
                    <a:pt x="1050088" y="4761574"/>
                  </a:lnTo>
                  <a:lnTo>
                    <a:pt x="1050246" y="4761574"/>
                  </a:lnTo>
                  <a:lnTo>
                    <a:pt x="1050403" y="4761574"/>
                  </a:lnTo>
                  <a:lnTo>
                    <a:pt x="1050561" y="4761574"/>
                  </a:lnTo>
                  <a:lnTo>
                    <a:pt x="1050561" y="4761144"/>
                  </a:lnTo>
                  <a:lnTo>
                    <a:pt x="1050719" y="4761144"/>
                  </a:lnTo>
                  <a:lnTo>
                    <a:pt x="1050876" y="4761144"/>
                  </a:lnTo>
                  <a:lnTo>
                    <a:pt x="1051034" y="4761144"/>
                  </a:lnTo>
                  <a:lnTo>
                    <a:pt x="1051192" y="4761144"/>
                  </a:lnTo>
                  <a:lnTo>
                    <a:pt x="1051350" y="4761144"/>
                  </a:lnTo>
                  <a:lnTo>
                    <a:pt x="1051350" y="4760713"/>
                  </a:lnTo>
                  <a:lnTo>
                    <a:pt x="1051507" y="4760713"/>
                  </a:lnTo>
                  <a:lnTo>
                    <a:pt x="1051665" y="4760713"/>
                  </a:lnTo>
                  <a:lnTo>
                    <a:pt x="1051823" y="4760713"/>
                  </a:lnTo>
                  <a:lnTo>
                    <a:pt x="1051980" y="4760713"/>
                  </a:lnTo>
                  <a:lnTo>
                    <a:pt x="1052138" y="4760713"/>
                  </a:lnTo>
                  <a:lnTo>
                    <a:pt x="1052138" y="4760283"/>
                  </a:lnTo>
                  <a:lnTo>
                    <a:pt x="1052296" y="4760283"/>
                  </a:lnTo>
                  <a:lnTo>
                    <a:pt x="1052454" y="4760283"/>
                  </a:lnTo>
                  <a:lnTo>
                    <a:pt x="1052611" y="4760283"/>
                  </a:lnTo>
                  <a:lnTo>
                    <a:pt x="1052769" y="4760283"/>
                  </a:lnTo>
                  <a:lnTo>
                    <a:pt x="1052927" y="4760283"/>
                  </a:lnTo>
                  <a:lnTo>
                    <a:pt x="1053084" y="4760283"/>
                  </a:lnTo>
                  <a:lnTo>
                    <a:pt x="1053242" y="4760283"/>
                  </a:lnTo>
                  <a:lnTo>
                    <a:pt x="1053400" y="4760283"/>
                  </a:lnTo>
                  <a:lnTo>
                    <a:pt x="1053558" y="4760283"/>
                  </a:lnTo>
                  <a:lnTo>
                    <a:pt x="1053558" y="4759852"/>
                  </a:lnTo>
                  <a:lnTo>
                    <a:pt x="1053715" y="4759852"/>
                  </a:lnTo>
                  <a:lnTo>
                    <a:pt x="1053873" y="4759852"/>
                  </a:lnTo>
                  <a:lnTo>
                    <a:pt x="1054031" y="4759852"/>
                  </a:lnTo>
                  <a:lnTo>
                    <a:pt x="1054188" y="4759852"/>
                  </a:lnTo>
                  <a:lnTo>
                    <a:pt x="1054188" y="4759421"/>
                  </a:lnTo>
                  <a:lnTo>
                    <a:pt x="1054188" y="4758991"/>
                  </a:lnTo>
                  <a:lnTo>
                    <a:pt x="1054346" y="4758991"/>
                  </a:lnTo>
                  <a:lnTo>
                    <a:pt x="1054504" y="4758991"/>
                  </a:lnTo>
                  <a:lnTo>
                    <a:pt x="1054662" y="4758991"/>
                  </a:lnTo>
                  <a:lnTo>
                    <a:pt x="1054819" y="4758991"/>
                  </a:lnTo>
                  <a:lnTo>
                    <a:pt x="1054977" y="4758991"/>
                  </a:lnTo>
                  <a:lnTo>
                    <a:pt x="1054977" y="4758560"/>
                  </a:lnTo>
                  <a:lnTo>
                    <a:pt x="1054977" y="4758130"/>
                  </a:lnTo>
                  <a:lnTo>
                    <a:pt x="1055135" y="4758130"/>
                  </a:lnTo>
                  <a:lnTo>
                    <a:pt x="1055292" y="4758130"/>
                  </a:lnTo>
                  <a:lnTo>
                    <a:pt x="1055292" y="4757699"/>
                  </a:lnTo>
                  <a:lnTo>
                    <a:pt x="1055450" y="4757699"/>
                  </a:lnTo>
                  <a:lnTo>
                    <a:pt x="1055608" y="4757699"/>
                  </a:lnTo>
                  <a:lnTo>
                    <a:pt x="1055766" y="4757699"/>
                  </a:lnTo>
                  <a:lnTo>
                    <a:pt x="1055923" y="4757699"/>
                  </a:lnTo>
                  <a:lnTo>
                    <a:pt x="1056081" y="4757699"/>
                  </a:lnTo>
                  <a:lnTo>
                    <a:pt x="1056239" y="4757699"/>
                  </a:lnTo>
                  <a:lnTo>
                    <a:pt x="1056239" y="4757268"/>
                  </a:lnTo>
                  <a:lnTo>
                    <a:pt x="1056397" y="4757268"/>
                  </a:lnTo>
                  <a:lnTo>
                    <a:pt x="1056397" y="4756838"/>
                  </a:lnTo>
                  <a:lnTo>
                    <a:pt x="1056554" y="4756838"/>
                  </a:lnTo>
                  <a:lnTo>
                    <a:pt x="1056712" y="4756838"/>
                  </a:lnTo>
                  <a:lnTo>
                    <a:pt x="1056870" y="4756838"/>
                  </a:lnTo>
                  <a:lnTo>
                    <a:pt x="1057027" y="4756838"/>
                  </a:lnTo>
                  <a:lnTo>
                    <a:pt x="1057185" y="4756838"/>
                  </a:lnTo>
                  <a:lnTo>
                    <a:pt x="1057343" y="4756838"/>
                  </a:lnTo>
                  <a:lnTo>
                    <a:pt x="1057501" y="4756838"/>
                  </a:lnTo>
                  <a:lnTo>
                    <a:pt x="1057658" y="4756838"/>
                  </a:lnTo>
                  <a:lnTo>
                    <a:pt x="1057816" y="4756838"/>
                  </a:lnTo>
                  <a:lnTo>
                    <a:pt x="1057974" y="4756838"/>
                  </a:lnTo>
                  <a:lnTo>
                    <a:pt x="1058131" y="4756838"/>
                  </a:lnTo>
                  <a:lnTo>
                    <a:pt x="1058289" y="4756838"/>
                  </a:lnTo>
                  <a:lnTo>
                    <a:pt x="1058289" y="4756407"/>
                  </a:lnTo>
                  <a:lnTo>
                    <a:pt x="1058289" y="4755977"/>
                  </a:lnTo>
                  <a:lnTo>
                    <a:pt x="1058447" y="4755977"/>
                  </a:lnTo>
                  <a:lnTo>
                    <a:pt x="1058447" y="4755546"/>
                  </a:lnTo>
                  <a:lnTo>
                    <a:pt x="1058605" y="4755546"/>
                  </a:lnTo>
                  <a:lnTo>
                    <a:pt x="1058605" y="4755115"/>
                  </a:lnTo>
                  <a:lnTo>
                    <a:pt x="1058762" y="4755115"/>
                  </a:lnTo>
                  <a:lnTo>
                    <a:pt x="1058762" y="4754685"/>
                  </a:lnTo>
                  <a:lnTo>
                    <a:pt x="1058920" y="4754685"/>
                  </a:lnTo>
                  <a:lnTo>
                    <a:pt x="1059078" y="4754685"/>
                  </a:lnTo>
                  <a:lnTo>
                    <a:pt x="1059078" y="4754254"/>
                  </a:lnTo>
                  <a:lnTo>
                    <a:pt x="1059235" y="4754254"/>
                  </a:lnTo>
                  <a:lnTo>
                    <a:pt x="1059235" y="4753824"/>
                  </a:lnTo>
                  <a:lnTo>
                    <a:pt x="1059393" y="4753824"/>
                  </a:lnTo>
                  <a:lnTo>
                    <a:pt x="1059551" y="4753824"/>
                  </a:lnTo>
                  <a:lnTo>
                    <a:pt x="1059551" y="4753393"/>
                  </a:lnTo>
                  <a:lnTo>
                    <a:pt x="1059709" y="4753393"/>
                  </a:lnTo>
                  <a:lnTo>
                    <a:pt x="1059866" y="4753393"/>
                  </a:lnTo>
                  <a:lnTo>
                    <a:pt x="1059866" y="4752962"/>
                  </a:lnTo>
                  <a:lnTo>
                    <a:pt x="1060024" y="4752962"/>
                  </a:lnTo>
                  <a:lnTo>
                    <a:pt x="1060182" y="4752962"/>
                  </a:lnTo>
                  <a:lnTo>
                    <a:pt x="1060339" y="4752962"/>
                  </a:lnTo>
                  <a:lnTo>
                    <a:pt x="1060497" y="4752962"/>
                  </a:lnTo>
                  <a:lnTo>
                    <a:pt x="1060497" y="4752532"/>
                  </a:lnTo>
                  <a:lnTo>
                    <a:pt x="1060655" y="4752532"/>
                  </a:lnTo>
                  <a:lnTo>
                    <a:pt x="1060813" y="4752532"/>
                  </a:lnTo>
                  <a:lnTo>
                    <a:pt x="1060970" y="4752532"/>
                  </a:lnTo>
                  <a:lnTo>
                    <a:pt x="1061128" y="4752532"/>
                  </a:lnTo>
                  <a:lnTo>
                    <a:pt x="1061128" y="4752101"/>
                  </a:lnTo>
                  <a:lnTo>
                    <a:pt x="1061286" y="4752101"/>
                  </a:lnTo>
                  <a:lnTo>
                    <a:pt x="1061444" y="4752101"/>
                  </a:lnTo>
                  <a:lnTo>
                    <a:pt x="1061601" y="4752101"/>
                  </a:lnTo>
                  <a:lnTo>
                    <a:pt x="1061601" y="4751671"/>
                  </a:lnTo>
                  <a:lnTo>
                    <a:pt x="1061601" y="4751240"/>
                  </a:lnTo>
                  <a:lnTo>
                    <a:pt x="1061601" y="4750809"/>
                  </a:lnTo>
                  <a:lnTo>
                    <a:pt x="1061759" y="4750809"/>
                  </a:lnTo>
                  <a:lnTo>
                    <a:pt x="1061917" y="4750809"/>
                  </a:lnTo>
                  <a:lnTo>
                    <a:pt x="1062074" y="4750809"/>
                  </a:lnTo>
                  <a:lnTo>
                    <a:pt x="1062232" y="4750809"/>
                  </a:lnTo>
                  <a:lnTo>
                    <a:pt x="1062232" y="4750379"/>
                  </a:lnTo>
                  <a:lnTo>
                    <a:pt x="1062232" y="4749948"/>
                  </a:lnTo>
                  <a:lnTo>
                    <a:pt x="1062390" y="4749948"/>
                  </a:lnTo>
                  <a:lnTo>
                    <a:pt x="1062390" y="4749518"/>
                  </a:lnTo>
                  <a:lnTo>
                    <a:pt x="1062390" y="4749087"/>
                  </a:lnTo>
                  <a:lnTo>
                    <a:pt x="1062548" y="4749087"/>
                  </a:lnTo>
                  <a:lnTo>
                    <a:pt x="1062705" y="4749087"/>
                  </a:lnTo>
                  <a:lnTo>
                    <a:pt x="1062863" y="4749087"/>
                  </a:lnTo>
                  <a:lnTo>
                    <a:pt x="1062863" y="4748656"/>
                  </a:lnTo>
                  <a:lnTo>
                    <a:pt x="1063021" y="4748656"/>
                  </a:lnTo>
                  <a:lnTo>
                    <a:pt x="1063178" y="4748656"/>
                  </a:lnTo>
                  <a:lnTo>
                    <a:pt x="1063178" y="4748226"/>
                  </a:lnTo>
                  <a:lnTo>
                    <a:pt x="1063336" y="4748226"/>
                  </a:lnTo>
                  <a:lnTo>
                    <a:pt x="1063336" y="4747795"/>
                  </a:lnTo>
                  <a:lnTo>
                    <a:pt x="1063494" y="4747795"/>
                  </a:lnTo>
                  <a:lnTo>
                    <a:pt x="1063652" y="4747795"/>
                  </a:lnTo>
                  <a:lnTo>
                    <a:pt x="1063809" y="4747795"/>
                  </a:lnTo>
                  <a:lnTo>
                    <a:pt x="1063967" y="4747795"/>
                  </a:lnTo>
                  <a:lnTo>
                    <a:pt x="1064125" y="4747795"/>
                  </a:lnTo>
                  <a:lnTo>
                    <a:pt x="1064282" y="4747795"/>
                  </a:lnTo>
                  <a:lnTo>
                    <a:pt x="1064440" y="4747795"/>
                  </a:lnTo>
                  <a:lnTo>
                    <a:pt x="1064440" y="4747365"/>
                  </a:lnTo>
                  <a:lnTo>
                    <a:pt x="1064598" y="4747365"/>
                  </a:lnTo>
                  <a:lnTo>
                    <a:pt x="1064756" y="4747365"/>
                  </a:lnTo>
                  <a:lnTo>
                    <a:pt x="1064913" y="4747365"/>
                  </a:lnTo>
                  <a:lnTo>
                    <a:pt x="1065071" y="4747365"/>
                  </a:lnTo>
                  <a:lnTo>
                    <a:pt x="1065071" y="4746934"/>
                  </a:lnTo>
                  <a:lnTo>
                    <a:pt x="1065229" y="4746934"/>
                  </a:lnTo>
                  <a:lnTo>
                    <a:pt x="1065386" y="4746934"/>
                  </a:lnTo>
                  <a:lnTo>
                    <a:pt x="1065386" y="4746503"/>
                  </a:lnTo>
                  <a:lnTo>
                    <a:pt x="1065544" y="4746503"/>
                  </a:lnTo>
                  <a:lnTo>
                    <a:pt x="1065544" y="4746073"/>
                  </a:lnTo>
                  <a:lnTo>
                    <a:pt x="1065702" y="4746073"/>
                  </a:lnTo>
                  <a:lnTo>
                    <a:pt x="1065860" y="4746073"/>
                  </a:lnTo>
                  <a:lnTo>
                    <a:pt x="1066017" y="4746073"/>
                  </a:lnTo>
                  <a:lnTo>
                    <a:pt x="1066175" y="4746073"/>
                  </a:lnTo>
                  <a:lnTo>
                    <a:pt x="1066333" y="4746073"/>
                  </a:lnTo>
                  <a:lnTo>
                    <a:pt x="1066333" y="4745642"/>
                  </a:lnTo>
                  <a:lnTo>
                    <a:pt x="1066490" y="4745642"/>
                  </a:lnTo>
                  <a:lnTo>
                    <a:pt x="1066490" y="4745212"/>
                  </a:lnTo>
                  <a:lnTo>
                    <a:pt x="1066648" y="4745212"/>
                  </a:lnTo>
                  <a:lnTo>
                    <a:pt x="1066648" y="4744781"/>
                  </a:lnTo>
                  <a:lnTo>
                    <a:pt x="1066806" y="4744781"/>
                  </a:lnTo>
                  <a:lnTo>
                    <a:pt x="1066964" y="4744781"/>
                  </a:lnTo>
                  <a:lnTo>
                    <a:pt x="1066964" y="4744350"/>
                  </a:lnTo>
                  <a:lnTo>
                    <a:pt x="1067121" y="4744350"/>
                  </a:lnTo>
                  <a:lnTo>
                    <a:pt x="1067279" y="4744350"/>
                  </a:lnTo>
                  <a:lnTo>
                    <a:pt x="1067437" y="4744350"/>
                  </a:lnTo>
                  <a:lnTo>
                    <a:pt x="1067595" y="4744350"/>
                  </a:lnTo>
                  <a:lnTo>
                    <a:pt x="1067595" y="4743920"/>
                  </a:lnTo>
                  <a:lnTo>
                    <a:pt x="1067595" y="4743489"/>
                  </a:lnTo>
                  <a:lnTo>
                    <a:pt x="1067752" y="4743489"/>
                  </a:lnTo>
                  <a:lnTo>
                    <a:pt x="1067910" y="4743489"/>
                  </a:lnTo>
                  <a:lnTo>
                    <a:pt x="1068068" y="4743489"/>
                  </a:lnTo>
                  <a:lnTo>
                    <a:pt x="1068225" y="4743489"/>
                  </a:lnTo>
                  <a:lnTo>
                    <a:pt x="1068383" y="4743489"/>
                  </a:lnTo>
                  <a:lnTo>
                    <a:pt x="1068541" y="4743489"/>
                  </a:lnTo>
                  <a:lnTo>
                    <a:pt x="1068699" y="4743489"/>
                  </a:lnTo>
                  <a:lnTo>
                    <a:pt x="1068856" y="4743489"/>
                  </a:lnTo>
                  <a:lnTo>
                    <a:pt x="1068856" y="4743059"/>
                  </a:lnTo>
                  <a:lnTo>
                    <a:pt x="1069014" y="4743059"/>
                  </a:lnTo>
                  <a:lnTo>
                    <a:pt x="1069172" y="4743059"/>
                  </a:lnTo>
                  <a:lnTo>
                    <a:pt x="1069172" y="4742628"/>
                  </a:lnTo>
                  <a:lnTo>
                    <a:pt x="1069329" y="4742628"/>
                  </a:lnTo>
                  <a:lnTo>
                    <a:pt x="1069487" y="4742628"/>
                  </a:lnTo>
                  <a:lnTo>
                    <a:pt x="1069645" y="4742628"/>
                  </a:lnTo>
                  <a:lnTo>
                    <a:pt x="1069645" y="4742197"/>
                  </a:lnTo>
                  <a:lnTo>
                    <a:pt x="1069803" y="4742197"/>
                  </a:lnTo>
                  <a:lnTo>
                    <a:pt x="1069960" y="4742197"/>
                  </a:lnTo>
                  <a:lnTo>
                    <a:pt x="1070118" y="4742197"/>
                  </a:lnTo>
                  <a:lnTo>
                    <a:pt x="1070276" y="4742197"/>
                  </a:lnTo>
                  <a:lnTo>
                    <a:pt x="1070433" y="4742197"/>
                  </a:lnTo>
                  <a:lnTo>
                    <a:pt x="1070591" y="4742197"/>
                  </a:lnTo>
                  <a:lnTo>
                    <a:pt x="1070749" y="4742197"/>
                  </a:lnTo>
                  <a:lnTo>
                    <a:pt x="1070907" y="4742197"/>
                  </a:lnTo>
                  <a:lnTo>
                    <a:pt x="1071064" y="4742197"/>
                  </a:lnTo>
                  <a:lnTo>
                    <a:pt x="1071222" y="4742197"/>
                  </a:lnTo>
                  <a:lnTo>
                    <a:pt x="1071380" y="4742197"/>
                  </a:lnTo>
                  <a:lnTo>
                    <a:pt x="1071537" y="4742197"/>
                  </a:lnTo>
                  <a:lnTo>
                    <a:pt x="1071695" y="4742197"/>
                  </a:lnTo>
                  <a:lnTo>
                    <a:pt x="1071853" y="4742197"/>
                  </a:lnTo>
                  <a:lnTo>
                    <a:pt x="1072011" y="4742197"/>
                  </a:lnTo>
                  <a:lnTo>
                    <a:pt x="1072011" y="4741767"/>
                  </a:lnTo>
                  <a:lnTo>
                    <a:pt x="1072168" y="4741767"/>
                  </a:lnTo>
                  <a:lnTo>
                    <a:pt x="1072326" y="4741767"/>
                  </a:lnTo>
                  <a:lnTo>
                    <a:pt x="1072484" y="4741767"/>
                  </a:lnTo>
                  <a:lnTo>
                    <a:pt x="1072642" y="4741767"/>
                  </a:lnTo>
                  <a:lnTo>
                    <a:pt x="1072642" y="4741336"/>
                  </a:lnTo>
                  <a:lnTo>
                    <a:pt x="1072799" y="4741336"/>
                  </a:lnTo>
                  <a:lnTo>
                    <a:pt x="1072957" y="4741336"/>
                  </a:lnTo>
                  <a:lnTo>
                    <a:pt x="1073115" y="4741336"/>
                  </a:lnTo>
                  <a:lnTo>
                    <a:pt x="1073272" y="4741336"/>
                  </a:lnTo>
                  <a:lnTo>
                    <a:pt x="1073430" y="4741336"/>
                  </a:lnTo>
                  <a:lnTo>
                    <a:pt x="1073588" y="4741336"/>
                  </a:lnTo>
                  <a:lnTo>
                    <a:pt x="1073588" y="4740906"/>
                  </a:lnTo>
                  <a:lnTo>
                    <a:pt x="1073588" y="4740475"/>
                  </a:lnTo>
                  <a:lnTo>
                    <a:pt x="1073746" y="4740475"/>
                  </a:lnTo>
                  <a:lnTo>
                    <a:pt x="1073746" y="4740044"/>
                  </a:lnTo>
                  <a:lnTo>
                    <a:pt x="1073903" y="4740044"/>
                  </a:lnTo>
                  <a:lnTo>
                    <a:pt x="1073903" y="4739614"/>
                  </a:lnTo>
                  <a:lnTo>
                    <a:pt x="1074061" y="4739614"/>
                  </a:lnTo>
                  <a:lnTo>
                    <a:pt x="1074219" y="4739614"/>
                  </a:lnTo>
                  <a:lnTo>
                    <a:pt x="1074376" y="4739614"/>
                  </a:lnTo>
                  <a:lnTo>
                    <a:pt x="1074534" y="4739614"/>
                  </a:lnTo>
                  <a:lnTo>
                    <a:pt x="1074692" y="4739614"/>
                  </a:lnTo>
                  <a:lnTo>
                    <a:pt x="1074850" y="4739614"/>
                  </a:lnTo>
                  <a:lnTo>
                    <a:pt x="1075007" y="4739614"/>
                  </a:lnTo>
                  <a:lnTo>
                    <a:pt x="1075007" y="4739183"/>
                  </a:lnTo>
                  <a:lnTo>
                    <a:pt x="1075165" y="4739183"/>
                  </a:lnTo>
                  <a:lnTo>
                    <a:pt x="1075165" y="4738753"/>
                  </a:lnTo>
                  <a:lnTo>
                    <a:pt x="1075165" y="4738322"/>
                  </a:lnTo>
                  <a:lnTo>
                    <a:pt x="1075323" y="4738322"/>
                  </a:lnTo>
                  <a:lnTo>
                    <a:pt x="1075480" y="4738322"/>
                  </a:lnTo>
                  <a:lnTo>
                    <a:pt x="1075638" y="4738322"/>
                  </a:lnTo>
                  <a:lnTo>
                    <a:pt x="1075796" y="4738322"/>
                  </a:lnTo>
                  <a:lnTo>
                    <a:pt x="1075954" y="4738322"/>
                  </a:lnTo>
                  <a:lnTo>
                    <a:pt x="1076111" y="4738322"/>
                  </a:lnTo>
                  <a:lnTo>
                    <a:pt x="1076269" y="4738322"/>
                  </a:lnTo>
                  <a:lnTo>
                    <a:pt x="1076427" y="4738322"/>
                  </a:lnTo>
                  <a:lnTo>
                    <a:pt x="1076427" y="4737891"/>
                  </a:lnTo>
                  <a:lnTo>
                    <a:pt x="1076584" y="4737891"/>
                  </a:lnTo>
                  <a:lnTo>
                    <a:pt x="1076742" y="4737891"/>
                  </a:lnTo>
                  <a:lnTo>
                    <a:pt x="1076900" y="4737891"/>
                  </a:lnTo>
                  <a:lnTo>
                    <a:pt x="1077058" y="4737891"/>
                  </a:lnTo>
                  <a:lnTo>
                    <a:pt x="1077215" y="4737891"/>
                  </a:lnTo>
                  <a:lnTo>
                    <a:pt x="1077373" y="4737891"/>
                  </a:lnTo>
                  <a:lnTo>
                    <a:pt x="1077531" y="4737891"/>
                  </a:lnTo>
                  <a:lnTo>
                    <a:pt x="1077688" y="4737891"/>
                  </a:lnTo>
                  <a:lnTo>
                    <a:pt x="1077688" y="4737461"/>
                  </a:lnTo>
                  <a:lnTo>
                    <a:pt x="1077846" y="4737461"/>
                  </a:lnTo>
                  <a:lnTo>
                    <a:pt x="1077846" y="4737030"/>
                  </a:lnTo>
                  <a:lnTo>
                    <a:pt x="1078004" y="4737030"/>
                  </a:lnTo>
                  <a:lnTo>
                    <a:pt x="1078162" y="4737030"/>
                  </a:lnTo>
                  <a:lnTo>
                    <a:pt x="1078319" y="4737030"/>
                  </a:lnTo>
                  <a:lnTo>
                    <a:pt x="1078477" y="4737030"/>
                  </a:lnTo>
                  <a:lnTo>
                    <a:pt x="1078635" y="4737030"/>
                  </a:lnTo>
                  <a:lnTo>
                    <a:pt x="1078635" y="4736600"/>
                  </a:lnTo>
                  <a:lnTo>
                    <a:pt x="1078793" y="4736600"/>
                  </a:lnTo>
                  <a:lnTo>
                    <a:pt x="1078950" y="4736600"/>
                  </a:lnTo>
                  <a:lnTo>
                    <a:pt x="1079108" y="4736600"/>
                  </a:lnTo>
                  <a:lnTo>
                    <a:pt x="1079266" y="4736600"/>
                  </a:lnTo>
                  <a:lnTo>
                    <a:pt x="1079423" y="4736600"/>
                  </a:lnTo>
                  <a:lnTo>
                    <a:pt x="1079423" y="4736169"/>
                  </a:lnTo>
                  <a:lnTo>
                    <a:pt x="1079581" y="4736169"/>
                  </a:lnTo>
                  <a:lnTo>
                    <a:pt x="1079581" y="4735738"/>
                  </a:lnTo>
                  <a:lnTo>
                    <a:pt x="1079581" y="4735308"/>
                  </a:lnTo>
                  <a:lnTo>
                    <a:pt x="1079581" y="4734877"/>
                  </a:lnTo>
                  <a:lnTo>
                    <a:pt x="1079739" y="4734877"/>
                  </a:lnTo>
                  <a:lnTo>
                    <a:pt x="1079739" y="4734447"/>
                  </a:lnTo>
                  <a:lnTo>
                    <a:pt x="1079897" y="4734447"/>
                  </a:lnTo>
                  <a:lnTo>
                    <a:pt x="1079897" y="4734016"/>
                  </a:lnTo>
                  <a:lnTo>
                    <a:pt x="1079897" y="4733585"/>
                  </a:lnTo>
                  <a:lnTo>
                    <a:pt x="1080054" y="4733585"/>
                  </a:lnTo>
                  <a:lnTo>
                    <a:pt x="1080212" y="4733585"/>
                  </a:lnTo>
                  <a:lnTo>
                    <a:pt x="1080212" y="4733155"/>
                  </a:lnTo>
                  <a:lnTo>
                    <a:pt x="1080370" y="4733155"/>
                  </a:lnTo>
                  <a:lnTo>
                    <a:pt x="1080527" y="4733155"/>
                  </a:lnTo>
                  <a:lnTo>
                    <a:pt x="1080685" y="4733155"/>
                  </a:lnTo>
                  <a:lnTo>
                    <a:pt x="1080843" y="4733155"/>
                  </a:lnTo>
                  <a:lnTo>
                    <a:pt x="1081001" y="4733155"/>
                  </a:lnTo>
                  <a:lnTo>
                    <a:pt x="1081158" y="4733155"/>
                  </a:lnTo>
                  <a:lnTo>
                    <a:pt x="1081316" y="4733155"/>
                  </a:lnTo>
                  <a:lnTo>
                    <a:pt x="1081316" y="4732724"/>
                  </a:lnTo>
                  <a:lnTo>
                    <a:pt x="1081474" y="4732724"/>
                  </a:lnTo>
                  <a:lnTo>
                    <a:pt x="1081631" y="4732724"/>
                  </a:lnTo>
                  <a:lnTo>
                    <a:pt x="1081789" y="4732724"/>
                  </a:lnTo>
                  <a:lnTo>
                    <a:pt x="1081947" y="4732724"/>
                  </a:lnTo>
                  <a:lnTo>
                    <a:pt x="1081947" y="4732294"/>
                  </a:lnTo>
                  <a:lnTo>
                    <a:pt x="1082105" y="4732294"/>
                  </a:lnTo>
                  <a:lnTo>
                    <a:pt x="1082262" y="4732294"/>
                  </a:lnTo>
                  <a:lnTo>
                    <a:pt x="1082420" y="4732294"/>
                  </a:lnTo>
                  <a:lnTo>
                    <a:pt x="1082420" y="4731863"/>
                  </a:lnTo>
                  <a:lnTo>
                    <a:pt x="1082420" y="4731432"/>
                  </a:lnTo>
                  <a:lnTo>
                    <a:pt x="1082578" y="4731432"/>
                  </a:lnTo>
                  <a:lnTo>
                    <a:pt x="1082735" y="4731432"/>
                  </a:lnTo>
                  <a:lnTo>
                    <a:pt x="1082893" y="4731432"/>
                  </a:lnTo>
                  <a:lnTo>
                    <a:pt x="1082893" y="4731002"/>
                  </a:lnTo>
                  <a:lnTo>
                    <a:pt x="1083051" y="4731002"/>
                  </a:lnTo>
                  <a:lnTo>
                    <a:pt x="1083209" y="4731002"/>
                  </a:lnTo>
                  <a:lnTo>
                    <a:pt x="1083366" y="4731002"/>
                  </a:lnTo>
                  <a:lnTo>
                    <a:pt x="1083524" y="4731002"/>
                  </a:lnTo>
                  <a:lnTo>
                    <a:pt x="1083524" y="4730571"/>
                  </a:lnTo>
                  <a:lnTo>
                    <a:pt x="1083682" y="4730571"/>
                  </a:lnTo>
                  <a:lnTo>
                    <a:pt x="1083682" y="4730141"/>
                  </a:lnTo>
                  <a:lnTo>
                    <a:pt x="1083682" y="4729710"/>
                  </a:lnTo>
                  <a:lnTo>
                    <a:pt x="1083840" y="4729710"/>
                  </a:lnTo>
                  <a:lnTo>
                    <a:pt x="1083997" y="4729710"/>
                  </a:lnTo>
                  <a:lnTo>
                    <a:pt x="1083997" y="4729279"/>
                  </a:lnTo>
                  <a:lnTo>
                    <a:pt x="1084155" y="4729279"/>
                  </a:lnTo>
                  <a:lnTo>
                    <a:pt x="1084155" y="4728849"/>
                  </a:lnTo>
                  <a:lnTo>
                    <a:pt x="1084313" y="4728849"/>
                  </a:lnTo>
                  <a:lnTo>
                    <a:pt x="1084470" y="4728849"/>
                  </a:lnTo>
                  <a:lnTo>
                    <a:pt x="1084470" y="4728418"/>
                  </a:lnTo>
                  <a:lnTo>
                    <a:pt x="1084628" y="4728418"/>
                  </a:lnTo>
                  <a:lnTo>
                    <a:pt x="1084628" y="4727988"/>
                  </a:lnTo>
                  <a:lnTo>
                    <a:pt x="1084786" y="4727988"/>
                  </a:lnTo>
                  <a:lnTo>
                    <a:pt x="1084944" y="4727988"/>
                  </a:lnTo>
                  <a:lnTo>
                    <a:pt x="1084944" y="4727557"/>
                  </a:lnTo>
                  <a:lnTo>
                    <a:pt x="1085101" y="4727557"/>
                  </a:lnTo>
                  <a:lnTo>
                    <a:pt x="1085259" y="4727557"/>
                  </a:lnTo>
                  <a:lnTo>
                    <a:pt x="1085417" y="4727557"/>
                  </a:lnTo>
                  <a:lnTo>
                    <a:pt x="1085574" y="4727557"/>
                  </a:lnTo>
                  <a:lnTo>
                    <a:pt x="1085732" y="4727557"/>
                  </a:lnTo>
                  <a:lnTo>
                    <a:pt x="1085732" y="4727126"/>
                  </a:lnTo>
                  <a:lnTo>
                    <a:pt x="1085890" y="4727126"/>
                  </a:lnTo>
                  <a:lnTo>
                    <a:pt x="1086048" y="4727126"/>
                  </a:lnTo>
                  <a:lnTo>
                    <a:pt x="1086205" y="4727126"/>
                  </a:lnTo>
                  <a:lnTo>
                    <a:pt x="1086205" y="4726696"/>
                  </a:lnTo>
                  <a:lnTo>
                    <a:pt x="1086205" y="4726265"/>
                  </a:lnTo>
                  <a:lnTo>
                    <a:pt x="1086363" y="4726265"/>
                  </a:lnTo>
                  <a:lnTo>
                    <a:pt x="1086521" y="4726265"/>
                  </a:lnTo>
                  <a:lnTo>
                    <a:pt x="1086678" y="4726265"/>
                  </a:lnTo>
                  <a:lnTo>
                    <a:pt x="1086836" y="4726265"/>
                  </a:lnTo>
                  <a:lnTo>
                    <a:pt x="1086994" y="4726265"/>
                  </a:lnTo>
                  <a:lnTo>
                    <a:pt x="1086994" y="4725835"/>
                  </a:lnTo>
                  <a:lnTo>
                    <a:pt x="1087152" y="4725835"/>
                  </a:lnTo>
                  <a:lnTo>
                    <a:pt x="1087309" y="4725835"/>
                  </a:lnTo>
                  <a:lnTo>
                    <a:pt x="1087467" y="4725835"/>
                  </a:lnTo>
                  <a:lnTo>
                    <a:pt x="1087467" y="4725404"/>
                  </a:lnTo>
                  <a:lnTo>
                    <a:pt x="1087625" y="4725404"/>
                  </a:lnTo>
                  <a:lnTo>
                    <a:pt x="1087782" y="4725404"/>
                  </a:lnTo>
                  <a:lnTo>
                    <a:pt x="1087782" y="4724973"/>
                  </a:lnTo>
                  <a:lnTo>
                    <a:pt x="1087782" y="4724543"/>
                  </a:lnTo>
                  <a:lnTo>
                    <a:pt x="1087782" y="4724112"/>
                  </a:lnTo>
                  <a:lnTo>
                    <a:pt x="1087782" y="4723682"/>
                  </a:lnTo>
                  <a:lnTo>
                    <a:pt x="1087940" y="4723682"/>
                  </a:lnTo>
                  <a:lnTo>
                    <a:pt x="1088098" y="4723682"/>
                  </a:lnTo>
                  <a:lnTo>
                    <a:pt x="1088256" y="4723682"/>
                  </a:lnTo>
                  <a:lnTo>
                    <a:pt x="1088256" y="4723251"/>
                  </a:lnTo>
                  <a:lnTo>
                    <a:pt x="1088413" y="4723251"/>
                  </a:lnTo>
                  <a:lnTo>
                    <a:pt x="1088413" y="4722820"/>
                  </a:lnTo>
                  <a:lnTo>
                    <a:pt x="1088413" y="4722390"/>
                  </a:lnTo>
                  <a:lnTo>
                    <a:pt x="1088413" y="4721959"/>
                  </a:lnTo>
                  <a:lnTo>
                    <a:pt x="1088571" y="4721959"/>
                  </a:lnTo>
                  <a:lnTo>
                    <a:pt x="1088571" y="4721529"/>
                  </a:lnTo>
                  <a:lnTo>
                    <a:pt x="1088729" y="4721529"/>
                  </a:lnTo>
                  <a:lnTo>
                    <a:pt x="1088886" y="4721529"/>
                  </a:lnTo>
                  <a:lnTo>
                    <a:pt x="1089044" y="4721529"/>
                  </a:lnTo>
                  <a:lnTo>
                    <a:pt x="1089202" y="4721529"/>
                  </a:lnTo>
                  <a:lnTo>
                    <a:pt x="1089360" y="4721529"/>
                  </a:lnTo>
                  <a:lnTo>
                    <a:pt x="1089517" y="4721529"/>
                  </a:lnTo>
                  <a:lnTo>
                    <a:pt x="1089675" y="4721529"/>
                  </a:lnTo>
                  <a:lnTo>
                    <a:pt x="1089833" y="4721529"/>
                  </a:lnTo>
                  <a:lnTo>
                    <a:pt x="1089833" y="4721098"/>
                  </a:lnTo>
                  <a:lnTo>
                    <a:pt x="1089991" y="4721098"/>
                  </a:lnTo>
                  <a:lnTo>
                    <a:pt x="1089991" y="4720667"/>
                  </a:lnTo>
                  <a:lnTo>
                    <a:pt x="1089991" y="4720237"/>
                  </a:lnTo>
                  <a:lnTo>
                    <a:pt x="1090148" y="4720237"/>
                  </a:lnTo>
                  <a:lnTo>
                    <a:pt x="1090306" y="4720237"/>
                  </a:lnTo>
                  <a:lnTo>
                    <a:pt x="1090306" y="4719806"/>
                  </a:lnTo>
                  <a:lnTo>
                    <a:pt x="1090464" y="4719806"/>
                  </a:lnTo>
                  <a:lnTo>
                    <a:pt x="1090464" y="4719376"/>
                  </a:lnTo>
                  <a:lnTo>
                    <a:pt x="1090464" y="4718945"/>
                  </a:lnTo>
                  <a:lnTo>
                    <a:pt x="1090464" y="4718514"/>
                  </a:lnTo>
                  <a:lnTo>
                    <a:pt x="1090464" y="4718084"/>
                  </a:lnTo>
                  <a:lnTo>
                    <a:pt x="1090464" y="4717653"/>
                  </a:lnTo>
                  <a:lnTo>
                    <a:pt x="1090621" y="4717653"/>
                  </a:lnTo>
                  <a:lnTo>
                    <a:pt x="1090621" y="4717223"/>
                  </a:lnTo>
                  <a:lnTo>
                    <a:pt x="1090779" y="4717223"/>
                  </a:lnTo>
                  <a:lnTo>
                    <a:pt x="1090779" y="4716792"/>
                  </a:lnTo>
                  <a:lnTo>
                    <a:pt x="1090937" y="4716792"/>
                  </a:lnTo>
                  <a:lnTo>
                    <a:pt x="1091095" y="4716792"/>
                  </a:lnTo>
                  <a:lnTo>
                    <a:pt x="1091095" y="4716361"/>
                  </a:lnTo>
                  <a:lnTo>
                    <a:pt x="1091252" y="4716361"/>
                  </a:lnTo>
                  <a:lnTo>
                    <a:pt x="1091410" y="4716361"/>
                  </a:lnTo>
                  <a:lnTo>
                    <a:pt x="1091410" y="4715931"/>
                  </a:lnTo>
                  <a:lnTo>
                    <a:pt x="1091410" y="4715500"/>
                  </a:lnTo>
                  <a:lnTo>
                    <a:pt x="1091568" y="4715500"/>
                  </a:lnTo>
                  <a:lnTo>
                    <a:pt x="1091568" y="4715070"/>
                  </a:lnTo>
                  <a:lnTo>
                    <a:pt x="1091568" y="4714639"/>
                  </a:lnTo>
                  <a:lnTo>
                    <a:pt x="1091725" y="4714639"/>
                  </a:lnTo>
                  <a:lnTo>
                    <a:pt x="1091883" y="4714639"/>
                  </a:lnTo>
                  <a:lnTo>
                    <a:pt x="1092041" y="4714639"/>
                  </a:lnTo>
                  <a:lnTo>
                    <a:pt x="1092199" y="4714639"/>
                  </a:lnTo>
                  <a:lnTo>
                    <a:pt x="1092356" y="4714639"/>
                  </a:lnTo>
                  <a:lnTo>
                    <a:pt x="1092356" y="4714208"/>
                  </a:lnTo>
                  <a:lnTo>
                    <a:pt x="1092356" y="4713778"/>
                  </a:lnTo>
                  <a:lnTo>
                    <a:pt x="1092356" y="4713347"/>
                  </a:lnTo>
                  <a:lnTo>
                    <a:pt x="1092514" y="4713347"/>
                  </a:lnTo>
                  <a:lnTo>
                    <a:pt x="1092672" y="4713347"/>
                  </a:lnTo>
                  <a:lnTo>
                    <a:pt x="1092829" y="4713347"/>
                  </a:lnTo>
                  <a:lnTo>
                    <a:pt x="1092829" y="4712917"/>
                  </a:lnTo>
                  <a:lnTo>
                    <a:pt x="1092829" y="4712486"/>
                  </a:lnTo>
                  <a:lnTo>
                    <a:pt x="1092987" y="4712486"/>
                  </a:lnTo>
                  <a:lnTo>
                    <a:pt x="1093145" y="4712486"/>
                  </a:lnTo>
                  <a:lnTo>
                    <a:pt x="1093145" y="4712055"/>
                  </a:lnTo>
                  <a:lnTo>
                    <a:pt x="1093303" y="4712055"/>
                  </a:lnTo>
                  <a:lnTo>
                    <a:pt x="1093460" y="4712055"/>
                  </a:lnTo>
                  <a:lnTo>
                    <a:pt x="1093618" y="4712055"/>
                  </a:lnTo>
                  <a:lnTo>
                    <a:pt x="1093618" y="4711625"/>
                  </a:lnTo>
                  <a:lnTo>
                    <a:pt x="1093618" y="4711194"/>
                  </a:lnTo>
                  <a:lnTo>
                    <a:pt x="1093776" y="4711194"/>
                  </a:lnTo>
                  <a:lnTo>
                    <a:pt x="1093776" y="4710764"/>
                  </a:lnTo>
                  <a:lnTo>
                    <a:pt x="1093776" y="4710333"/>
                  </a:lnTo>
                  <a:lnTo>
                    <a:pt x="1093933" y="4710333"/>
                  </a:lnTo>
                  <a:lnTo>
                    <a:pt x="1094091" y="4710333"/>
                  </a:lnTo>
                  <a:lnTo>
                    <a:pt x="1094249" y="4710333"/>
                  </a:lnTo>
                  <a:lnTo>
                    <a:pt x="1094407" y="4710333"/>
                  </a:lnTo>
                  <a:lnTo>
                    <a:pt x="1094564" y="4710333"/>
                  </a:lnTo>
                  <a:lnTo>
                    <a:pt x="1094564" y="4709902"/>
                  </a:lnTo>
                  <a:lnTo>
                    <a:pt x="1094564" y="4709472"/>
                  </a:lnTo>
                  <a:lnTo>
                    <a:pt x="1094722" y="4709472"/>
                  </a:lnTo>
                  <a:lnTo>
                    <a:pt x="1094880" y="4709472"/>
                  </a:lnTo>
                  <a:lnTo>
                    <a:pt x="1095038" y="4709472"/>
                  </a:lnTo>
                  <a:lnTo>
                    <a:pt x="1095038" y="4709041"/>
                  </a:lnTo>
                  <a:lnTo>
                    <a:pt x="1095195" y="4709041"/>
                  </a:lnTo>
                  <a:lnTo>
                    <a:pt x="1095353" y="4709041"/>
                  </a:lnTo>
                  <a:lnTo>
                    <a:pt x="1095511" y="4709041"/>
                  </a:lnTo>
                  <a:lnTo>
                    <a:pt x="1095668" y="4709041"/>
                  </a:lnTo>
                  <a:lnTo>
                    <a:pt x="1095668" y="4708611"/>
                  </a:lnTo>
                  <a:lnTo>
                    <a:pt x="1095826" y="4708611"/>
                  </a:lnTo>
                  <a:lnTo>
                    <a:pt x="1095984" y="4708611"/>
                  </a:lnTo>
                  <a:lnTo>
                    <a:pt x="1096142" y="4708611"/>
                  </a:lnTo>
                  <a:lnTo>
                    <a:pt x="1096142" y="4708180"/>
                  </a:lnTo>
                  <a:lnTo>
                    <a:pt x="1096299" y="4708180"/>
                  </a:lnTo>
                  <a:lnTo>
                    <a:pt x="1096457" y="4708180"/>
                  </a:lnTo>
                  <a:lnTo>
                    <a:pt x="1096457" y="4707749"/>
                  </a:lnTo>
                  <a:lnTo>
                    <a:pt x="1096615" y="4707749"/>
                  </a:lnTo>
                  <a:lnTo>
                    <a:pt x="1096772" y="4707749"/>
                  </a:lnTo>
                  <a:lnTo>
                    <a:pt x="1096930" y="4707749"/>
                  </a:lnTo>
                  <a:lnTo>
                    <a:pt x="1097088" y="4707749"/>
                  </a:lnTo>
                  <a:lnTo>
                    <a:pt x="1097246" y="4707749"/>
                  </a:lnTo>
                  <a:lnTo>
                    <a:pt x="1097403" y="4707749"/>
                  </a:lnTo>
                  <a:lnTo>
                    <a:pt x="1097561" y="4707749"/>
                  </a:lnTo>
                  <a:lnTo>
                    <a:pt x="1097561" y="4707319"/>
                  </a:lnTo>
                  <a:lnTo>
                    <a:pt x="1097719" y="4707319"/>
                  </a:lnTo>
                  <a:lnTo>
                    <a:pt x="1097876" y="4707319"/>
                  </a:lnTo>
                  <a:lnTo>
                    <a:pt x="1098034" y="4707319"/>
                  </a:lnTo>
                  <a:lnTo>
                    <a:pt x="1098192" y="4707319"/>
                  </a:lnTo>
                  <a:lnTo>
                    <a:pt x="1098192" y="4706888"/>
                  </a:lnTo>
                  <a:lnTo>
                    <a:pt x="1098350" y="4706888"/>
                  </a:lnTo>
                  <a:lnTo>
                    <a:pt x="1098507" y="4706888"/>
                  </a:lnTo>
                  <a:lnTo>
                    <a:pt x="1098665" y="4706888"/>
                  </a:lnTo>
                  <a:lnTo>
                    <a:pt x="1098823" y="4706888"/>
                  </a:lnTo>
                  <a:lnTo>
                    <a:pt x="1098980" y="4706888"/>
                  </a:lnTo>
                  <a:lnTo>
                    <a:pt x="1099138" y="4706888"/>
                  </a:lnTo>
                  <a:lnTo>
                    <a:pt x="1099138" y="4706458"/>
                  </a:lnTo>
                  <a:lnTo>
                    <a:pt x="1099296" y="4706458"/>
                  </a:lnTo>
                  <a:lnTo>
                    <a:pt x="1099454" y="4706458"/>
                  </a:lnTo>
                  <a:lnTo>
                    <a:pt x="1099454" y="4706027"/>
                  </a:lnTo>
                  <a:lnTo>
                    <a:pt x="1099611" y="4706027"/>
                  </a:lnTo>
                  <a:lnTo>
                    <a:pt x="1099611" y="4705596"/>
                  </a:lnTo>
                  <a:lnTo>
                    <a:pt x="1099611" y="4705166"/>
                  </a:lnTo>
                  <a:lnTo>
                    <a:pt x="1099769" y="4705166"/>
                  </a:lnTo>
                  <a:lnTo>
                    <a:pt x="1099769" y="4704735"/>
                  </a:lnTo>
                  <a:lnTo>
                    <a:pt x="1099769" y="4704305"/>
                  </a:lnTo>
                  <a:lnTo>
                    <a:pt x="1099927" y="4704305"/>
                  </a:lnTo>
                  <a:lnTo>
                    <a:pt x="1100084" y="4704305"/>
                  </a:lnTo>
                  <a:lnTo>
                    <a:pt x="1100242" y="4704305"/>
                  </a:lnTo>
                  <a:lnTo>
                    <a:pt x="1100400" y="4704305"/>
                  </a:lnTo>
                  <a:lnTo>
                    <a:pt x="1100558" y="4704305"/>
                  </a:lnTo>
                  <a:lnTo>
                    <a:pt x="1100715" y="4704305"/>
                  </a:lnTo>
                  <a:lnTo>
                    <a:pt x="1100715" y="4703874"/>
                  </a:lnTo>
                  <a:lnTo>
                    <a:pt x="1100873" y="4703874"/>
                  </a:lnTo>
                  <a:lnTo>
                    <a:pt x="1101031" y="4703874"/>
                  </a:lnTo>
                  <a:lnTo>
                    <a:pt x="1101031" y="4703443"/>
                  </a:lnTo>
                  <a:lnTo>
                    <a:pt x="1101031" y="4703013"/>
                  </a:lnTo>
                  <a:lnTo>
                    <a:pt x="1101189" y="4703013"/>
                  </a:lnTo>
                  <a:lnTo>
                    <a:pt x="1101189" y="4702582"/>
                  </a:lnTo>
                  <a:lnTo>
                    <a:pt x="1101346" y="4702582"/>
                  </a:lnTo>
                  <a:lnTo>
                    <a:pt x="1101504" y="4702582"/>
                  </a:lnTo>
                  <a:lnTo>
                    <a:pt x="1101662" y="4702582"/>
                  </a:lnTo>
                  <a:lnTo>
                    <a:pt x="1101819" y="4702582"/>
                  </a:lnTo>
                  <a:lnTo>
                    <a:pt x="1101819" y="4702152"/>
                  </a:lnTo>
                  <a:lnTo>
                    <a:pt x="1101819" y="4701721"/>
                  </a:lnTo>
                  <a:lnTo>
                    <a:pt x="1101977" y="4701721"/>
                  </a:lnTo>
                  <a:lnTo>
                    <a:pt x="1102135" y="4701721"/>
                  </a:lnTo>
                  <a:lnTo>
                    <a:pt x="1102293" y="4701721"/>
                  </a:lnTo>
                  <a:lnTo>
                    <a:pt x="1102450" y="4701721"/>
                  </a:lnTo>
                  <a:lnTo>
                    <a:pt x="1102608" y="4701721"/>
                  </a:lnTo>
                  <a:lnTo>
                    <a:pt x="1102766" y="4701721"/>
                  </a:lnTo>
                  <a:lnTo>
                    <a:pt x="1102923" y="4701721"/>
                  </a:lnTo>
                  <a:lnTo>
                    <a:pt x="1102923" y="4701290"/>
                  </a:lnTo>
                  <a:lnTo>
                    <a:pt x="1103081" y="4701290"/>
                  </a:lnTo>
                  <a:lnTo>
                    <a:pt x="1103239" y="4701290"/>
                  </a:lnTo>
                  <a:lnTo>
                    <a:pt x="1103397" y="4701290"/>
                  </a:lnTo>
                  <a:lnTo>
                    <a:pt x="1103554" y="4701290"/>
                  </a:lnTo>
                  <a:lnTo>
                    <a:pt x="1103554" y="4700860"/>
                  </a:lnTo>
                  <a:lnTo>
                    <a:pt x="1103712" y="4700860"/>
                  </a:lnTo>
                  <a:lnTo>
                    <a:pt x="1103712" y="4700429"/>
                  </a:lnTo>
                  <a:lnTo>
                    <a:pt x="1103870" y="4700429"/>
                  </a:lnTo>
                  <a:lnTo>
                    <a:pt x="1103870" y="4699999"/>
                  </a:lnTo>
                  <a:lnTo>
                    <a:pt x="1104027" y="4699999"/>
                  </a:lnTo>
                  <a:lnTo>
                    <a:pt x="1104185" y="4699999"/>
                  </a:lnTo>
                  <a:lnTo>
                    <a:pt x="1104185" y="4699568"/>
                  </a:lnTo>
                  <a:lnTo>
                    <a:pt x="1104185" y="4699137"/>
                  </a:lnTo>
                  <a:lnTo>
                    <a:pt x="1104185" y="4698707"/>
                  </a:lnTo>
                  <a:lnTo>
                    <a:pt x="1104343" y="4698707"/>
                  </a:lnTo>
                  <a:lnTo>
                    <a:pt x="1104501" y="4698707"/>
                  </a:lnTo>
                  <a:lnTo>
                    <a:pt x="1104658" y="4698707"/>
                  </a:lnTo>
                  <a:lnTo>
                    <a:pt x="1104816" y="4698707"/>
                  </a:lnTo>
                  <a:lnTo>
                    <a:pt x="1104974" y="4698707"/>
                  </a:lnTo>
                  <a:lnTo>
                    <a:pt x="1105131" y="4698707"/>
                  </a:lnTo>
                  <a:lnTo>
                    <a:pt x="1105289" y="4698707"/>
                  </a:lnTo>
                  <a:lnTo>
                    <a:pt x="1105447" y="4698707"/>
                  </a:lnTo>
                  <a:lnTo>
                    <a:pt x="1105605" y="4698707"/>
                  </a:lnTo>
                  <a:lnTo>
                    <a:pt x="1105762" y="4698707"/>
                  </a:lnTo>
                  <a:lnTo>
                    <a:pt x="1105762" y="4698276"/>
                  </a:lnTo>
                  <a:lnTo>
                    <a:pt x="1105920" y="4698276"/>
                  </a:lnTo>
                  <a:lnTo>
                    <a:pt x="1106078" y="4698276"/>
                  </a:lnTo>
                  <a:lnTo>
                    <a:pt x="1106078" y="4697846"/>
                  </a:lnTo>
                  <a:lnTo>
                    <a:pt x="1106236" y="4697846"/>
                  </a:lnTo>
                  <a:lnTo>
                    <a:pt x="1106393" y="4697846"/>
                  </a:lnTo>
                  <a:lnTo>
                    <a:pt x="1106551" y="4697846"/>
                  </a:lnTo>
                  <a:lnTo>
                    <a:pt x="1106709" y="4697846"/>
                  </a:lnTo>
                  <a:lnTo>
                    <a:pt x="1106866" y="4697846"/>
                  </a:lnTo>
                  <a:lnTo>
                    <a:pt x="1107024" y="4697846"/>
                  </a:lnTo>
                  <a:lnTo>
                    <a:pt x="1107182" y="4697846"/>
                  </a:lnTo>
                  <a:lnTo>
                    <a:pt x="1107340" y="4697846"/>
                  </a:lnTo>
                  <a:lnTo>
                    <a:pt x="1107497" y="4697846"/>
                  </a:lnTo>
                  <a:lnTo>
                    <a:pt x="1107497" y="4697415"/>
                  </a:lnTo>
                  <a:lnTo>
                    <a:pt x="1107655" y="4697415"/>
                  </a:lnTo>
                  <a:lnTo>
                    <a:pt x="1107655" y="4696984"/>
                  </a:lnTo>
                  <a:lnTo>
                    <a:pt x="1107655" y="4696554"/>
                  </a:lnTo>
                  <a:lnTo>
                    <a:pt x="1107813" y="4696554"/>
                  </a:lnTo>
                  <a:lnTo>
                    <a:pt x="1107813" y="4696123"/>
                  </a:lnTo>
                  <a:lnTo>
                    <a:pt x="1107970" y="4696123"/>
                  </a:lnTo>
                  <a:lnTo>
                    <a:pt x="1107970" y="4695693"/>
                  </a:lnTo>
                  <a:lnTo>
                    <a:pt x="1108128" y="4695693"/>
                  </a:lnTo>
                  <a:lnTo>
                    <a:pt x="1108128" y="4695262"/>
                  </a:lnTo>
                  <a:lnTo>
                    <a:pt x="1108286" y="4695262"/>
                  </a:lnTo>
                  <a:lnTo>
                    <a:pt x="1108444" y="4695262"/>
                  </a:lnTo>
                  <a:lnTo>
                    <a:pt x="1108601" y="4695262"/>
                  </a:lnTo>
                  <a:lnTo>
                    <a:pt x="1108759" y="4695262"/>
                  </a:lnTo>
                  <a:lnTo>
                    <a:pt x="1108917" y="4695262"/>
                  </a:lnTo>
                  <a:lnTo>
                    <a:pt x="1109074" y="4695262"/>
                  </a:lnTo>
                  <a:lnTo>
                    <a:pt x="1109232" y="4695262"/>
                  </a:lnTo>
                  <a:lnTo>
                    <a:pt x="1109232" y="4694831"/>
                  </a:lnTo>
                  <a:lnTo>
                    <a:pt x="1109390" y="4694831"/>
                  </a:lnTo>
                  <a:lnTo>
                    <a:pt x="1109548" y="4694831"/>
                  </a:lnTo>
                  <a:lnTo>
                    <a:pt x="1109548" y="4694401"/>
                  </a:lnTo>
                  <a:lnTo>
                    <a:pt x="1109705" y="4694401"/>
                  </a:lnTo>
                  <a:lnTo>
                    <a:pt x="1109705" y="4693970"/>
                  </a:lnTo>
                  <a:lnTo>
                    <a:pt x="1109863" y="4693970"/>
                  </a:lnTo>
                  <a:lnTo>
                    <a:pt x="1110021" y="4693970"/>
                  </a:lnTo>
                  <a:lnTo>
                    <a:pt x="1110178" y="4693970"/>
                  </a:lnTo>
                  <a:lnTo>
                    <a:pt x="1110178" y="4693540"/>
                  </a:lnTo>
                  <a:lnTo>
                    <a:pt x="1110336" y="4693540"/>
                  </a:lnTo>
                  <a:lnTo>
                    <a:pt x="1110494" y="4693540"/>
                  </a:lnTo>
                  <a:lnTo>
                    <a:pt x="1110652" y="4693540"/>
                  </a:lnTo>
                  <a:lnTo>
                    <a:pt x="1110809" y="4693540"/>
                  </a:lnTo>
                  <a:lnTo>
                    <a:pt x="1110967" y="4693540"/>
                  </a:lnTo>
                  <a:lnTo>
                    <a:pt x="1111125" y="4693540"/>
                  </a:lnTo>
                  <a:lnTo>
                    <a:pt x="1111282" y="4693540"/>
                  </a:lnTo>
                  <a:lnTo>
                    <a:pt x="1111440" y="4693540"/>
                  </a:lnTo>
                  <a:lnTo>
                    <a:pt x="1111440" y="4693109"/>
                  </a:lnTo>
                  <a:lnTo>
                    <a:pt x="1111598" y="4693109"/>
                  </a:lnTo>
                  <a:lnTo>
                    <a:pt x="1111756" y="4693109"/>
                  </a:lnTo>
                  <a:lnTo>
                    <a:pt x="1111756" y="4692678"/>
                  </a:lnTo>
                  <a:lnTo>
                    <a:pt x="1111756" y="4692248"/>
                  </a:lnTo>
                  <a:lnTo>
                    <a:pt x="1111913" y="4692248"/>
                  </a:lnTo>
                  <a:lnTo>
                    <a:pt x="1112071" y="4692248"/>
                  </a:lnTo>
                  <a:lnTo>
                    <a:pt x="1112071" y="4691817"/>
                  </a:lnTo>
                  <a:lnTo>
                    <a:pt x="1112071" y="4691387"/>
                  </a:lnTo>
                  <a:lnTo>
                    <a:pt x="1112071" y="4690956"/>
                  </a:lnTo>
                  <a:lnTo>
                    <a:pt x="1112229" y="4690956"/>
                  </a:lnTo>
                  <a:lnTo>
                    <a:pt x="1112387" y="4690956"/>
                  </a:lnTo>
                  <a:lnTo>
                    <a:pt x="1112544" y="4690956"/>
                  </a:lnTo>
                  <a:lnTo>
                    <a:pt x="1112702" y="4690956"/>
                  </a:lnTo>
                  <a:lnTo>
                    <a:pt x="1112702" y="4690525"/>
                  </a:lnTo>
                  <a:lnTo>
                    <a:pt x="1112702" y="4690095"/>
                  </a:lnTo>
                  <a:lnTo>
                    <a:pt x="1112860" y="4690095"/>
                  </a:lnTo>
                  <a:lnTo>
                    <a:pt x="1113017" y="4690095"/>
                  </a:lnTo>
                  <a:lnTo>
                    <a:pt x="1113017" y="4689664"/>
                  </a:lnTo>
                  <a:lnTo>
                    <a:pt x="1113175" y="4689664"/>
                  </a:lnTo>
                  <a:lnTo>
                    <a:pt x="1113175" y="4689234"/>
                  </a:lnTo>
                  <a:lnTo>
                    <a:pt x="1113175" y="4688803"/>
                  </a:lnTo>
                  <a:lnTo>
                    <a:pt x="1113333" y="4688803"/>
                  </a:lnTo>
                  <a:lnTo>
                    <a:pt x="1113333" y="4688372"/>
                  </a:lnTo>
                  <a:lnTo>
                    <a:pt x="1113491" y="4688372"/>
                  </a:lnTo>
                  <a:lnTo>
                    <a:pt x="1113491" y="4687942"/>
                  </a:lnTo>
                  <a:lnTo>
                    <a:pt x="1113648" y="4687942"/>
                  </a:lnTo>
                  <a:lnTo>
                    <a:pt x="1113806" y="4687942"/>
                  </a:lnTo>
                  <a:lnTo>
                    <a:pt x="1113964" y="4687942"/>
                  </a:lnTo>
                  <a:lnTo>
                    <a:pt x="1114121" y="4687942"/>
                  </a:lnTo>
                  <a:lnTo>
                    <a:pt x="1114121" y="4687511"/>
                  </a:lnTo>
                  <a:lnTo>
                    <a:pt x="1114279" y="4687511"/>
                  </a:lnTo>
                  <a:lnTo>
                    <a:pt x="1114437" y="4687511"/>
                  </a:lnTo>
                  <a:lnTo>
                    <a:pt x="1114437" y="4687081"/>
                  </a:lnTo>
                  <a:lnTo>
                    <a:pt x="1114595" y="4687081"/>
                  </a:lnTo>
                  <a:lnTo>
                    <a:pt x="1114752" y="4687081"/>
                  </a:lnTo>
                  <a:lnTo>
                    <a:pt x="1114752" y="4686650"/>
                  </a:lnTo>
                  <a:lnTo>
                    <a:pt x="1114910" y="4686650"/>
                  </a:lnTo>
                  <a:lnTo>
                    <a:pt x="1115068" y="4686650"/>
                  </a:lnTo>
                  <a:lnTo>
                    <a:pt x="1115225" y="4686650"/>
                  </a:lnTo>
                  <a:lnTo>
                    <a:pt x="1115225" y="4686219"/>
                  </a:lnTo>
                  <a:lnTo>
                    <a:pt x="1115383" y="4686219"/>
                  </a:lnTo>
                  <a:lnTo>
                    <a:pt x="1115541" y="4686219"/>
                  </a:lnTo>
                  <a:lnTo>
                    <a:pt x="1115699" y="4686219"/>
                  </a:lnTo>
                  <a:lnTo>
                    <a:pt x="1115856" y="4686219"/>
                  </a:lnTo>
                  <a:lnTo>
                    <a:pt x="1115856" y="4685789"/>
                  </a:lnTo>
                  <a:lnTo>
                    <a:pt x="1115856" y="4685358"/>
                  </a:lnTo>
                  <a:lnTo>
                    <a:pt x="1116014" y="4685358"/>
                  </a:lnTo>
                  <a:lnTo>
                    <a:pt x="1116172" y="4685358"/>
                  </a:lnTo>
                  <a:lnTo>
                    <a:pt x="1116329" y="4685358"/>
                  </a:lnTo>
                  <a:lnTo>
                    <a:pt x="1116487" y="4685358"/>
                  </a:lnTo>
                  <a:lnTo>
                    <a:pt x="1116487" y="4684928"/>
                  </a:lnTo>
                  <a:lnTo>
                    <a:pt x="1116645" y="4684928"/>
                  </a:lnTo>
                  <a:lnTo>
                    <a:pt x="1116645" y="4684497"/>
                  </a:lnTo>
                  <a:lnTo>
                    <a:pt x="1116803" y="4684497"/>
                  </a:lnTo>
                  <a:lnTo>
                    <a:pt x="1116803" y="4684066"/>
                  </a:lnTo>
                  <a:lnTo>
                    <a:pt x="1116960" y="4684066"/>
                  </a:lnTo>
                  <a:lnTo>
                    <a:pt x="1116960" y="4683636"/>
                  </a:lnTo>
                  <a:lnTo>
                    <a:pt x="1117118" y="4683636"/>
                  </a:lnTo>
                  <a:lnTo>
                    <a:pt x="1117276" y="4683636"/>
                  </a:lnTo>
                  <a:lnTo>
                    <a:pt x="1117434" y="4683636"/>
                  </a:lnTo>
                  <a:lnTo>
                    <a:pt x="1117434" y="4683205"/>
                  </a:lnTo>
                  <a:lnTo>
                    <a:pt x="1117591" y="4683205"/>
                  </a:lnTo>
                  <a:lnTo>
                    <a:pt x="1117749" y="4683205"/>
                  </a:lnTo>
                  <a:lnTo>
                    <a:pt x="1117749" y="4682775"/>
                  </a:lnTo>
                  <a:lnTo>
                    <a:pt x="1117907" y="4682775"/>
                  </a:lnTo>
                  <a:lnTo>
                    <a:pt x="1118064" y="4682775"/>
                  </a:lnTo>
                  <a:lnTo>
                    <a:pt x="1118222" y="4682775"/>
                  </a:lnTo>
                  <a:lnTo>
                    <a:pt x="1118222" y="4682344"/>
                  </a:lnTo>
                  <a:lnTo>
                    <a:pt x="1118380" y="4682344"/>
                  </a:lnTo>
                  <a:lnTo>
                    <a:pt x="1118538" y="4682344"/>
                  </a:lnTo>
                  <a:lnTo>
                    <a:pt x="1118538" y="4681913"/>
                  </a:lnTo>
                  <a:lnTo>
                    <a:pt x="1118695" y="4681913"/>
                  </a:lnTo>
                  <a:lnTo>
                    <a:pt x="1118695" y="4681483"/>
                  </a:lnTo>
                  <a:lnTo>
                    <a:pt x="1118853" y="4681483"/>
                  </a:lnTo>
                  <a:lnTo>
                    <a:pt x="1119011" y="4681483"/>
                  </a:lnTo>
                  <a:lnTo>
                    <a:pt x="1119168" y="4681483"/>
                  </a:lnTo>
                  <a:lnTo>
                    <a:pt x="1119168" y="4681052"/>
                  </a:lnTo>
                  <a:lnTo>
                    <a:pt x="1119326" y="4681052"/>
                  </a:lnTo>
                  <a:lnTo>
                    <a:pt x="1119484" y="4681052"/>
                  </a:lnTo>
                  <a:lnTo>
                    <a:pt x="1119642" y="4681052"/>
                  </a:lnTo>
                  <a:lnTo>
                    <a:pt x="1119799" y="4681052"/>
                  </a:lnTo>
                  <a:lnTo>
                    <a:pt x="1119799" y="4680622"/>
                  </a:lnTo>
                  <a:lnTo>
                    <a:pt x="1119799" y="4680191"/>
                  </a:lnTo>
                  <a:lnTo>
                    <a:pt x="1119957" y="4680191"/>
                  </a:lnTo>
                  <a:lnTo>
                    <a:pt x="1120115" y="4680191"/>
                  </a:lnTo>
                  <a:lnTo>
                    <a:pt x="1120115" y="4679760"/>
                  </a:lnTo>
                  <a:lnTo>
                    <a:pt x="1120272" y="4679760"/>
                  </a:lnTo>
                  <a:lnTo>
                    <a:pt x="1120272" y="4679330"/>
                  </a:lnTo>
                  <a:lnTo>
                    <a:pt x="1120272" y="4678899"/>
                  </a:lnTo>
                  <a:lnTo>
                    <a:pt x="1120430" y="4678899"/>
                  </a:lnTo>
                  <a:lnTo>
                    <a:pt x="1120588" y="4678899"/>
                  </a:lnTo>
                  <a:lnTo>
                    <a:pt x="1120746" y="4678899"/>
                  </a:lnTo>
                  <a:lnTo>
                    <a:pt x="1120903" y="4678899"/>
                  </a:lnTo>
                  <a:lnTo>
                    <a:pt x="1121061" y="4678899"/>
                  </a:lnTo>
                  <a:lnTo>
                    <a:pt x="1121061" y="4678469"/>
                  </a:lnTo>
                  <a:lnTo>
                    <a:pt x="1121219" y="4678469"/>
                  </a:lnTo>
                  <a:lnTo>
                    <a:pt x="1121219" y="4678038"/>
                  </a:lnTo>
                  <a:lnTo>
                    <a:pt x="1121376" y="4678038"/>
                  </a:lnTo>
                  <a:lnTo>
                    <a:pt x="1121534" y="4678038"/>
                  </a:lnTo>
                  <a:lnTo>
                    <a:pt x="1121692" y="4678038"/>
                  </a:lnTo>
                  <a:lnTo>
                    <a:pt x="1121850" y="4678038"/>
                  </a:lnTo>
                  <a:lnTo>
                    <a:pt x="1122007" y="4678038"/>
                  </a:lnTo>
                  <a:lnTo>
                    <a:pt x="1122165" y="4678038"/>
                  </a:lnTo>
                  <a:lnTo>
                    <a:pt x="1122323" y="4678038"/>
                  </a:lnTo>
                  <a:lnTo>
                    <a:pt x="1122480" y="4678038"/>
                  </a:lnTo>
                  <a:lnTo>
                    <a:pt x="1122638" y="4678038"/>
                  </a:lnTo>
                  <a:lnTo>
                    <a:pt x="1122796" y="4678038"/>
                  </a:lnTo>
                  <a:lnTo>
                    <a:pt x="1122796" y="4677607"/>
                  </a:lnTo>
                  <a:lnTo>
                    <a:pt x="1122954" y="4677607"/>
                  </a:lnTo>
                  <a:lnTo>
                    <a:pt x="1122954" y="4677177"/>
                  </a:lnTo>
                  <a:lnTo>
                    <a:pt x="1123111" y="4677177"/>
                  </a:lnTo>
                  <a:lnTo>
                    <a:pt x="1123111" y="4676746"/>
                  </a:lnTo>
                  <a:lnTo>
                    <a:pt x="1123111" y="4676316"/>
                  </a:lnTo>
                  <a:lnTo>
                    <a:pt x="1123111" y="4675885"/>
                  </a:lnTo>
                  <a:lnTo>
                    <a:pt x="1123269" y="4675885"/>
                  </a:lnTo>
                  <a:lnTo>
                    <a:pt x="1123427" y="4675885"/>
                  </a:lnTo>
                  <a:lnTo>
                    <a:pt x="1123427" y="4675454"/>
                  </a:lnTo>
                  <a:lnTo>
                    <a:pt x="1123585" y="4675454"/>
                  </a:lnTo>
                  <a:lnTo>
                    <a:pt x="1123742" y="4675454"/>
                  </a:lnTo>
                  <a:lnTo>
                    <a:pt x="1123742" y="4675024"/>
                  </a:lnTo>
                  <a:lnTo>
                    <a:pt x="1123900" y="4675024"/>
                  </a:lnTo>
                  <a:lnTo>
                    <a:pt x="1123900" y="4674593"/>
                  </a:lnTo>
                  <a:lnTo>
                    <a:pt x="1124058" y="4674593"/>
                  </a:lnTo>
                  <a:lnTo>
                    <a:pt x="1124215" y="4674593"/>
                  </a:lnTo>
                  <a:lnTo>
                    <a:pt x="1124373" y="4674593"/>
                  </a:lnTo>
                  <a:lnTo>
                    <a:pt x="1124531" y="4674593"/>
                  </a:lnTo>
                  <a:lnTo>
                    <a:pt x="1124689" y="4674593"/>
                  </a:lnTo>
                  <a:lnTo>
                    <a:pt x="1124846" y="4674593"/>
                  </a:lnTo>
                  <a:lnTo>
                    <a:pt x="1125004" y="4674593"/>
                  </a:lnTo>
                  <a:lnTo>
                    <a:pt x="1125004" y="4674163"/>
                  </a:lnTo>
                  <a:lnTo>
                    <a:pt x="1125162" y="4674163"/>
                  </a:lnTo>
                  <a:lnTo>
                    <a:pt x="1125319" y="4674163"/>
                  </a:lnTo>
                  <a:lnTo>
                    <a:pt x="1125319" y="4673732"/>
                  </a:lnTo>
                  <a:lnTo>
                    <a:pt x="1125319" y="4673301"/>
                  </a:lnTo>
                  <a:lnTo>
                    <a:pt x="1125319" y="4672871"/>
                  </a:lnTo>
                  <a:lnTo>
                    <a:pt x="1125477" y="4672871"/>
                  </a:lnTo>
                  <a:lnTo>
                    <a:pt x="1125635" y="4672871"/>
                  </a:lnTo>
                  <a:lnTo>
                    <a:pt x="1125635" y="4672440"/>
                  </a:lnTo>
                  <a:lnTo>
                    <a:pt x="1125793" y="4672440"/>
                  </a:lnTo>
                  <a:lnTo>
                    <a:pt x="1125793" y="4672010"/>
                  </a:lnTo>
                  <a:lnTo>
                    <a:pt x="1125950" y="4672010"/>
                  </a:lnTo>
                  <a:lnTo>
                    <a:pt x="1126108" y="4672010"/>
                  </a:lnTo>
                  <a:lnTo>
                    <a:pt x="1126266" y="4672010"/>
                  </a:lnTo>
                  <a:lnTo>
                    <a:pt x="1126423" y="4672010"/>
                  </a:lnTo>
                  <a:lnTo>
                    <a:pt x="1126581" y="4672010"/>
                  </a:lnTo>
                  <a:lnTo>
                    <a:pt x="1126581" y="4671579"/>
                  </a:lnTo>
                  <a:lnTo>
                    <a:pt x="1126739" y="4671579"/>
                  </a:lnTo>
                  <a:lnTo>
                    <a:pt x="1126739" y="4671148"/>
                  </a:lnTo>
                  <a:lnTo>
                    <a:pt x="1126897" y="4671148"/>
                  </a:lnTo>
                  <a:lnTo>
                    <a:pt x="1126897" y="4670718"/>
                  </a:lnTo>
                  <a:lnTo>
                    <a:pt x="1127054" y="4670718"/>
                  </a:lnTo>
                  <a:lnTo>
                    <a:pt x="1127212" y="4670718"/>
                  </a:lnTo>
                  <a:lnTo>
                    <a:pt x="1127370" y="4670718"/>
                  </a:lnTo>
                  <a:lnTo>
                    <a:pt x="1127527" y="4670718"/>
                  </a:lnTo>
                  <a:lnTo>
                    <a:pt x="1127527" y="4670287"/>
                  </a:lnTo>
                  <a:lnTo>
                    <a:pt x="1127685" y="4670287"/>
                  </a:lnTo>
                  <a:lnTo>
                    <a:pt x="1127685" y="4669857"/>
                  </a:lnTo>
                  <a:lnTo>
                    <a:pt x="1127843" y="4669857"/>
                  </a:lnTo>
                  <a:lnTo>
                    <a:pt x="1128001" y="4669857"/>
                  </a:lnTo>
                  <a:lnTo>
                    <a:pt x="1128158" y="4669857"/>
                  </a:lnTo>
                  <a:lnTo>
                    <a:pt x="1128316" y="4669857"/>
                  </a:lnTo>
                  <a:lnTo>
                    <a:pt x="1128474" y="4669857"/>
                  </a:lnTo>
                  <a:lnTo>
                    <a:pt x="1128631" y="4669857"/>
                  </a:lnTo>
                  <a:lnTo>
                    <a:pt x="1128789" y="4669857"/>
                  </a:lnTo>
                  <a:lnTo>
                    <a:pt x="1128947" y="4669857"/>
                  </a:lnTo>
                  <a:lnTo>
                    <a:pt x="1128947" y="4669426"/>
                  </a:lnTo>
                  <a:lnTo>
                    <a:pt x="1128947" y="4668995"/>
                  </a:lnTo>
                  <a:lnTo>
                    <a:pt x="1128947" y="4668565"/>
                  </a:lnTo>
                  <a:lnTo>
                    <a:pt x="1128947" y="4668134"/>
                  </a:lnTo>
                  <a:lnTo>
                    <a:pt x="1129105" y="4668134"/>
                  </a:lnTo>
                  <a:lnTo>
                    <a:pt x="1129105" y="4667704"/>
                  </a:lnTo>
                  <a:lnTo>
                    <a:pt x="1129262" y="4667704"/>
                  </a:lnTo>
                  <a:lnTo>
                    <a:pt x="1129420" y="4667704"/>
                  </a:lnTo>
                  <a:lnTo>
                    <a:pt x="1129578" y="4667704"/>
                  </a:lnTo>
                  <a:lnTo>
                    <a:pt x="1129736" y="4667704"/>
                  </a:lnTo>
                  <a:lnTo>
                    <a:pt x="1129893" y="4667704"/>
                  </a:lnTo>
                  <a:lnTo>
                    <a:pt x="1129893" y="4667273"/>
                  </a:lnTo>
                  <a:lnTo>
                    <a:pt x="1130051" y="4667273"/>
                  </a:lnTo>
                  <a:lnTo>
                    <a:pt x="1130209" y="4667273"/>
                  </a:lnTo>
                  <a:lnTo>
                    <a:pt x="1130366" y="4667273"/>
                  </a:lnTo>
                  <a:lnTo>
                    <a:pt x="1130524" y="4667273"/>
                  </a:lnTo>
                  <a:lnTo>
                    <a:pt x="1130682" y="4667273"/>
                  </a:lnTo>
                  <a:lnTo>
                    <a:pt x="1130840" y="4667273"/>
                  </a:lnTo>
                  <a:lnTo>
                    <a:pt x="1130840" y="4666842"/>
                  </a:lnTo>
                  <a:lnTo>
                    <a:pt x="1130997" y="4666842"/>
                  </a:lnTo>
                  <a:lnTo>
                    <a:pt x="1131155" y="4666842"/>
                  </a:lnTo>
                  <a:lnTo>
                    <a:pt x="1131155" y="4666412"/>
                  </a:lnTo>
                  <a:lnTo>
                    <a:pt x="1131155" y="4665981"/>
                  </a:lnTo>
                  <a:lnTo>
                    <a:pt x="1131313" y="4665981"/>
                  </a:lnTo>
                  <a:lnTo>
                    <a:pt x="1131470" y="4665981"/>
                  </a:lnTo>
                  <a:lnTo>
                    <a:pt x="1131470" y="4665551"/>
                  </a:lnTo>
                  <a:lnTo>
                    <a:pt x="1131470" y="4665120"/>
                  </a:lnTo>
                  <a:lnTo>
                    <a:pt x="1131628" y="4665120"/>
                  </a:lnTo>
                  <a:lnTo>
                    <a:pt x="1131786" y="4665120"/>
                  </a:lnTo>
                  <a:lnTo>
                    <a:pt x="1131786" y="4664689"/>
                  </a:lnTo>
                  <a:lnTo>
                    <a:pt x="1131786" y="4664259"/>
                  </a:lnTo>
                  <a:lnTo>
                    <a:pt x="1131786" y="4663828"/>
                  </a:lnTo>
                  <a:lnTo>
                    <a:pt x="1131944" y="4663828"/>
                  </a:lnTo>
                  <a:lnTo>
                    <a:pt x="1132101" y="4663828"/>
                  </a:lnTo>
                  <a:lnTo>
                    <a:pt x="1132259" y="4663828"/>
                  </a:lnTo>
                  <a:lnTo>
                    <a:pt x="1132259" y="4663398"/>
                  </a:lnTo>
                  <a:lnTo>
                    <a:pt x="1132259" y="4662967"/>
                  </a:lnTo>
                  <a:lnTo>
                    <a:pt x="1132259" y="4662536"/>
                  </a:lnTo>
                  <a:lnTo>
                    <a:pt x="1132259" y="4662106"/>
                  </a:lnTo>
                  <a:lnTo>
                    <a:pt x="1132259" y="4661675"/>
                  </a:lnTo>
                  <a:lnTo>
                    <a:pt x="1132259" y="4661245"/>
                  </a:lnTo>
                  <a:lnTo>
                    <a:pt x="1132417" y="4661245"/>
                  </a:lnTo>
                  <a:lnTo>
                    <a:pt x="1132417" y="4660814"/>
                  </a:lnTo>
                  <a:lnTo>
                    <a:pt x="1132574" y="4660814"/>
                  </a:lnTo>
                  <a:lnTo>
                    <a:pt x="1132574" y="4660383"/>
                  </a:lnTo>
                  <a:lnTo>
                    <a:pt x="1132574" y="4659953"/>
                  </a:lnTo>
                  <a:lnTo>
                    <a:pt x="1132574" y="4659522"/>
                  </a:lnTo>
                  <a:lnTo>
                    <a:pt x="1132574" y="4659092"/>
                  </a:lnTo>
                  <a:lnTo>
                    <a:pt x="1132732" y="4659092"/>
                  </a:lnTo>
                  <a:lnTo>
                    <a:pt x="1132732" y="4658661"/>
                  </a:lnTo>
                  <a:lnTo>
                    <a:pt x="1132890" y="4658661"/>
                  </a:lnTo>
                  <a:lnTo>
                    <a:pt x="1133048" y="4658661"/>
                  </a:lnTo>
                  <a:lnTo>
                    <a:pt x="1133205" y="4658661"/>
                  </a:lnTo>
                  <a:lnTo>
                    <a:pt x="1133363" y="4658661"/>
                  </a:lnTo>
                  <a:lnTo>
                    <a:pt x="1133363" y="4658230"/>
                  </a:lnTo>
                  <a:lnTo>
                    <a:pt x="1133521" y="4658230"/>
                  </a:lnTo>
                  <a:lnTo>
                    <a:pt x="1133678" y="4658230"/>
                  </a:lnTo>
                  <a:lnTo>
                    <a:pt x="1133836" y="4658230"/>
                  </a:lnTo>
                  <a:lnTo>
                    <a:pt x="1133836" y="4657800"/>
                  </a:lnTo>
                  <a:lnTo>
                    <a:pt x="1133836" y="4657369"/>
                  </a:lnTo>
                  <a:lnTo>
                    <a:pt x="1133994" y="4657369"/>
                  </a:lnTo>
                  <a:lnTo>
                    <a:pt x="1133994" y="4656939"/>
                  </a:lnTo>
                  <a:lnTo>
                    <a:pt x="1134152" y="4656939"/>
                  </a:lnTo>
                  <a:lnTo>
                    <a:pt x="1134309" y="4656939"/>
                  </a:lnTo>
                  <a:lnTo>
                    <a:pt x="1134467" y="4656939"/>
                  </a:lnTo>
                  <a:lnTo>
                    <a:pt x="1134625" y="4656939"/>
                  </a:lnTo>
                  <a:lnTo>
                    <a:pt x="1134783" y="4656939"/>
                  </a:lnTo>
                  <a:lnTo>
                    <a:pt x="1134940" y="4656939"/>
                  </a:lnTo>
                  <a:lnTo>
                    <a:pt x="1135098" y="4656939"/>
                  </a:lnTo>
                  <a:lnTo>
                    <a:pt x="1135256" y="4656939"/>
                  </a:lnTo>
                  <a:lnTo>
                    <a:pt x="1135413" y="4656939"/>
                  </a:lnTo>
                  <a:lnTo>
                    <a:pt x="1135571" y="4656939"/>
                  </a:lnTo>
                  <a:lnTo>
                    <a:pt x="1135729" y="4656939"/>
                  </a:lnTo>
                  <a:lnTo>
                    <a:pt x="1135729" y="4656508"/>
                  </a:lnTo>
                  <a:lnTo>
                    <a:pt x="1135729" y="4656077"/>
                  </a:lnTo>
                  <a:lnTo>
                    <a:pt x="1135887" y="4656077"/>
                  </a:lnTo>
                  <a:lnTo>
                    <a:pt x="1136044" y="4656077"/>
                  </a:lnTo>
                  <a:lnTo>
                    <a:pt x="1136202" y="4656077"/>
                  </a:lnTo>
                  <a:lnTo>
                    <a:pt x="1136360" y="4656077"/>
                  </a:lnTo>
                  <a:lnTo>
                    <a:pt x="1136360" y="4655647"/>
                  </a:lnTo>
                  <a:lnTo>
                    <a:pt x="1136517" y="4655647"/>
                  </a:lnTo>
                  <a:lnTo>
                    <a:pt x="1136517" y="4655216"/>
                  </a:lnTo>
                  <a:lnTo>
                    <a:pt x="1136517" y="4654786"/>
                  </a:lnTo>
                  <a:lnTo>
                    <a:pt x="1136675" y="4654786"/>
                  </a:lnTo>
                  <a:lnTo>
                    <a:pt x="1136675" y="4654355"/>
                  </a:lnTo>
                  <a:lnTo>
                    <a:pt x="1136833" y="4654355"/>
                  </a:lnTo>
                  <a:lnTo>
                    <a:pt x="1136991" y="4654355"/>
                  </a:lnTo>
                  <a:lnTo>
                    <a:pt x="1137148" y="4654355"/>
                  </a:lnTo>
                  <a:lnTo>
                    <a:pt x="1137306" y="4654355"/>
                  </a:lnTo>
                  <a:lnTo>
                    <a:pt x="1137306" y="4653924"/>
                  </a:lnTo>
                  <a:lnTo>
                    <a:pt x="1137464" y="4653924"/>
                  </a:lnTo>
                  <a:lnTo>
                    <a:pt x="1137621" y="4653924"/>
                  </a:lnTo>
                  <a:lnTo>
                    <a:pt x="1137779" y="4653924"/>
                  </a:lnTo>
                  <a:lnTo>
                    <a:pt x="1137779" y="4653494"/>
                  </a:lnTo>
                  <a:lnTo>
                    <a:pt x="1137779" y="4653063"/>
                  </a:lnTo>
                  <a:lnTo>
                    <a:pt x="1137779" y="4652633"/>
                  </a:lnTo>
                  <a:lnTo>
                    <a:pt x="1137779" y="4652202"/>
                  </a:lnTo>
                  <a:lnTo>
                    <a:pt x="1137937" y="4652202"/>
                  </a:lnTo>
                  <a:lnTo>
                    <a:pt x="1137937" y="4651771"/>
                  </a:lnTo>
                  <a:lnTo>
                    <a:pt x="1138095" y="4651771"/>
                  </a:lnTo>
                  <a:lnTo>
                    <a:pt x="1138095" y="4651341"/>
                  </a:lnTo>
                  <a:lnTo>
                    <a:pt x="1138252" y="4651341"/>
                  </a:lnTo>
                  <a:lnTo>
                    <a:pt x="1138410" y="4651341"/>
                  </a:lnTo>
                  <a:lnTo>
                    <a:pt x="1138410" y="4650910"/>
                  </a:lnTo>
                  <a:lnTo>
                    <a:pt x="1138568" y="4650910"/>
                  </a:lnTo>
                  <a:lnTo>
                    <a:pt x="1138725" y="4650910"/>
                  </a:lnTo>
                  <a:lnTo>
                    <a:pt x="1138725" y="4650480"/>
                  </a:lnTo>
                  <a:lnTo>
                    <a:pt x="1138725" y="4650049"/>
                  </a:lnTo>
                  <a:lnTo>
                    <a:pt x="1138883" y="4650049"/>
                  </a:lnTo>
                  <a:lnTo>
                    <a:pt x="1139041" y="4650049"/>
                  </a:lnTo>
                  <a:lnTo>
                    <a:pt x="1139041" y="4649618"/>
                  </a:lnTo>
                  <a:lnTo>
                    <a:pt x="1139199" y="4649618"/>
                  </a:lnTo>
                  <a:lnTo>
                    <a:pt x="1139356" y="4649618"/>
                  </a:lnTo>
                  <a:lnTo>
                    <a:pt x="1139514" y="4649618"/>
                  </a:lnTo>
                  <a:lnTo>
                    <a:pt x="1139514" y="4649188"/>
                  </a:lnTo>
                  <a:lnTo>
                    <a:pt x="1139672" y="4649188"/>
                  </a:lnTo>
                  <a:lnTo>
                    <a:pt x="1139829" y="4649188"/>
                  </a:lnTo>
                  <a:lnTo>
                    <a:pt x="1139829" y="4648757"/>
                  </a:lnTo>
                  <a:lnTo>
                    <a:pt x="1139829" y="4648327"/>
                  </a:lnTo>
                  <a:lnTo>
                    <a:pt x="1139987" y="4648327"/>
                  </a:lnTo>
                  <a:lnTo>
                    <a:pt x="1139987" y="4647896"/>
                  </a:lnTo>
                  <a:lnTo>
                    <a:pt x="1140145" y="4647896"/>
                  </a:lnTo>
                  <a:lnTo>
                    <a:pt x="1140303" y="4647896"/>
                  </a:lnTo>
                  <a:lnTo>
                    <a:pt x="1140460" y="4647896"/>
                  </a:lnTo>
                  <a:lnTo>
                    <a:pt x="1140618" y="4647896"/>
                  </a:lnTo>
                  <a:lnTo>
                    <a:pt x="1140776" y="4647896"/>
                  </a:lnTo>
                  <a:lnTo>
                    <a:pt x="1140934" y="4647896"/>
                  </a:lnTo>
                  <a:lnTo>
                    <a:pt x="1141091" y="4647896"/>
                  </a:lnTo>
                  <a:lnTo>
                    <a:pt x="1141249" y="4647896"/>
                  </a:lnTo>
                  <a:lnTo>
                    <a:pt x="1141407" y="4647896"/>
                  </a:lnTo>
                  <a:lnTo>
                    <a:pt x="1141564" y="4647896"/>
                  </a:lnTo>
                  <a:lnTo>
                    <a:pt x="1141722" y="4647896"/>
                  </a:lnTo>
                  <a:lnTo>
                    <a:pt x="1141722" y="4647465"/>
                  </a:lnTo>
                  <a:lnTo>
                    <a:pt x="1141722" y="4647035"/>
                  </a:lnTo>
                  <a:lnTo>
                    <a:pt x="1141880" y="4647035"/>
                  </a:lnTo>
                  <a:lnTo>
                    <a:pt x="1142038" y="4647035"/>
                  </a:lnTo>
                  <a:lnTo>
                    <a:pt x="1142195" y="4647035"/>
                  </a:lnTo>
                  <a:lnTo>
                    <a:pt x="1142195" y="4646604"/>
                  </a:lnTo>
                  <a:lnTo>
                    <a:pt x="1142353" y="4646604"/>
                  </a:lnTo>
                  <a:lnTo>
                    <a:pt x="1142511" y="4646604"/>
                  </a:lnTo>
                  <a:lnTo>
                    <a:pt x="1142511" y="4646174"/>
                  </a:lnTo>
                  <a:lnTo>
                    <a:pt x="1142668" y="4646174"/>
                  </a:lnTo>
                  <a:lnTo>
                    <a:pt x="1142668" y="4645743"/>
                  </a:lnTo>
                  <a:lnTo>
                    <a:pt x="1142668" y="4645312"/>
                  </a:lnTo>
                  <a:lnTo>
                    <a:pt x="1142826" y="4645312"/>
                  </a:lnTo>
                  <a:lnTo>
                    <a:pt x="1142984" y="4645312"/>
                  </a:lnTo>
                  <a:lnTo>
                    <a:pt x="1143142" y="4645312"/>
                  </a:lnTo>
                  <a:lnTo>
                    <a:pt x="1143299" y="4645312"/>
                  </a:lnTo>
                  <a:lnTo>
                    <a:pt x="1143457" y="4645312"/>
                  </a:lnTo>
                  <a:lnTo>
                    <a:pt x="1143615" y="4645312"/>
                  </a:lnTo>
                  <a:lnTo>
                    <a:pt x="1143772" y="4645312"/>
                  </a:lnTo>
                  <a:lnTo>
                    <a:pt x="1143772" y="4644882"/>
                  </a:lnTo>
                  <a:lnTo>
                    <a:pt x="1143930" y="4644882"/>
                  </a:lnTo>
                  <a:lnTo>
                    <a:pt x="1143930" y="4644451"/>
                  </a:lnTo>
                  <a:lnTo>
                    <a:pt x="1144088" y="4644451"/>
                  </a:lnTo>
                  <a:lnTo>
                    <a:pt x="1144246" y="4644451"/>
                  </a:lnTo>
                  <a:lnTo>
                    <a:pt x="1144403" y="4644451"/>
                  </a:lnTo>
                  <a:lnTo>
                    <a:pt x="1144561" y="4644451"/>
                  </a:lnTo>
                  <a:lnTo>
                    <a:pt x="1144719" y="4644451"/>
                  </a:lnTo>
                  <a:lnTo>
                    <a:pt x="1144719" y="4644021"/>
                  </a:lnTo>
                  <a:lnTo>
                    <a:pt x="1144876" y="4644021"/>
                  </a:lnTo>
                  <a:lnTo>
                    <a:pt x="1145034" y="4644021"/>
                  </a:lnTo>
                  <a:lnTo>
                    <a:pt x="1145192" y="4644021"/>
                  </a:lnTo>
                  <a:lnTo>
                    <a:pt x="1145350" y="4644021"/>
                  </a:lnTo>
                  <a:lnTo>
                    <a:pt x="1145507" y="4644021"/>
                  </a:lnTo>
                  <a:lnTo>
                    <a:pt x="1145507" y="4643590"/>
                  </a:lnTo>
                  <a:lnTo>
                    <a:pt x="1145665" y="4643590"/>
                  </a:lnTo>
                  <a:lnTo>
                    <a:pt x="1145823" y="4643590"/>
                  </a:lnTo>
                  <a:lnTo>
                    <a:pt x="1145981" y="4643590"/>
                  </a:lnTo>
                  <a:lnTo>
                    <a:pt x="1146138" y="4643590"/>
                  </a:lnTo>
                  <a:lnTo>
                    <a:pt x="1146138" y="4643159"/>
                  </a:lnTo>
                  <a:lnTo>
                    <a:pt x="1146138" y="4642729"/>
                  </a:lnTo>
                  <a:lnTo>
                    <a:pt x="1146296" y="4642729"/>
                  </a:lnTo>
                  <a:lnTo>
                    <a:pt x="1146454" y="4642729"/>
                  </a:lnTo>
                  <a:lnTo>
                    <a:pt x="1146611" y="4642729"/>
                  </a:lnTo>
                  <a:lnTo>
                    <a:pt x="1146769" y="4642729"/>
                  </a:lnTo>
                  <a:lnTo>
                    <a:pt x="1146927" y="4642729"/>
                  </a:lnTo>
                  <a:lnTo>
                    <a:pt x="1147085" y="4642729"/>
                  </a:lnTo>
                  <a:lnTo>
                    <a:pt x="1147085" y="4642298"/>
                  </a:lnTo>
                  <a:lnTo>
                    <a:pt x="1147242" y="4642298"/>
                  </a:lnTo>
                  <a:lnTo>
                    <a:pt x="1147400" y="4642298"/>
                  </a:lnTo>
                  <a:lnTo>
                    <a:pt x="1147400" y="4641868"/>
                  </a:lnTo>
                  <a:lnTo>
                    <a:pt x="1147400" y="4641437"/>
                  </a:lnTo>
                  <a:lnTo>
                    <a:pt x="1147558" y="4641437"/>
                  </a:lnTo>
                  <a:lnTo>
                    <a:pt x="1147715" y="4641437"/>
                  </a:lnTo>
                  <a:lnTo>
                    <a:pt x="1147715" y="4641006"/>
                  </a:lnTo>
                  <a:lnTo>
                    <a:pt x="1147715" y="4640576"/>
                  </a:lnTo>
                  <a:lnTo>
                    <a:pt x="1147873" y="4640576"/>
                  </a:lnTo>
                  <a:lnTo>
                    <a:pt x="1147873" y="4640145"/>
                  </a:lnTo>
                  <a:lnTo>
                    <a:pt x="1147873" y="4639715"/>
                  </a:lnTo>
                  <a:lnTo>
                    <a:pt x="1148031" y="4639715"/>
                  </a:lnTo>
                  <a:lnTo>
                    <a:pt x="1148189" y="4639715"/>
                  </a:lnTo>
                  <a:lnTo>
                    <a:pt x="1148346" y="4639715"/>
                  </a:lnTo>
                  <a:lnTo>
                    <a:pt x="1148504" y="4639715"/>
                  </a:lnTo>
                  <a:lnTo>
                    <a:pt x="1148662" y="4639715"/>
                  </a:lnTo>
                  <a:lnTo>
                    <a:pt x="1148662" y="4639284"/>
                  </a:lnTo>
                  <a:lnTo>
                    <a:pt x="1148819" y="4639284"/>
                  </a:lnTo>
                  <a:lnTo>
                    <a:pt x="1148977" y="4639284"/>
                  </a:lnTo>
                  <a:lnTo>
                    <a:pt x="1148977" y="4638853"/>
                  </a:lnTo>
                  <a:lnTo>
                    <a:pt x="1149135" y="4638853"/>
                  </a:lnTo>
                  <a:lnTo>
                    <a:pt x="1149293" y="4638853"/>
                  </a:lnTo>
                  <a:lnTo>
                    <a:pt x="1149450" y="4638853"/>
                  </a:lnTo>
                  <a:lnTo>
                    <a:pt x="1149608" y="4638853"/>
                  </a:lnTo>
                  <a:lnTo>
                    <a:pt x="1149766" y="4638853"/>
                  </a:lnTo>
                  <a:lnTo>
                    <a:pt x="1149923" y="4638853"/>
                  </a:lnTo>
                  <a:lnTo>
                    <a:pt x="1150081" y="4638853"/>
                  </a:lnTo>
                  <a:lnTo>
                    <a:pt x="1150239" y="4638853"/>
                  </a:lnTo>
                  <a:lnTo>
                    <a:pt x="1150239" y="4638423"/>
                  </a:lnTo>
                  <a:lnTo>
                    <a:pt x="1150397" y="4638423"/>
                  </a:lnTo>
                  <a:lnTo>
                    <a:pt x="1150554" y="4638423"/>
                  </a:lnTo>
                  <a:lnTo>
                    <a:pt x="1150554" y="4637992"/>
                  </a:lnTo>
                  <a:lnTo>
                    <a:pt x="1150712" y="4637992"/>
                  </a:lnTo>
                  <a:lnTo>
                    <a:pt x="1150712" y="4637562"/>
                  </a:lnTo>
                  <a:lnTo>
                    <a:pt x="1150870" y="4637562"/>
                  </a:lnTo>
                  <a:lnTo>
                    <a:pt x="1151027" y="4637562"/>
                  </a:lnTo>
                  <a:lnTo>
                    <a:pt x="1151027" y="4637131"/>
                  </a:lnTo>
                  <a:lnTo>
                    <a:pt x="1151027" y="4636700"/>
                  </a:lnTo>
                  <a:lnTo>
                    <a:pt x="1151185" y="4636700"/>
                  </a:lnTo>
                  <a:lnTo>
                    <a:pt x="1151343" y="4636700"/>
                  </a:lnTo>
                  <a:lnTo>
                    <a:pt x="1151343" y="4636270"/>
                  </a:lnTo>
                  <a:lnTo>
                    <a:pt x="1151501" y="4636270"/>
                  </a:lnTo>
                  <a:lnTo>
                    <a:pt x="1151658" y="4636270"/>
                  </a:lnTo>
                  <a:lnTo>
                    <a:pt x="1151816" y="4636270"/>
                  </a:lnTo>
                  <a:lnTo>
                    <a:pt x="1151816" y="4635839"/>
                  </a:lnTo>
                  <a:lnTo>
                    <a:pt x="1151974" y="4635839"/>
                  </a:lnTo>
                  <a:lnTo>
                    <a:pt x="1152132" y="4635839"/>
                  </a:lnTo>
                  <a:lnTo>
                    <a:pt x="1152132" y="4635409"/>
                  </a:lnTo>
                  <a:lnTo>
                    <a:pt x="1152289" y="4635409"/>
                  </a:lnTo>
                  <a:lnTo>
                    <a:pt x="1152447" y="4635409"/>
                  </a:lnTo>
                  <a:lnTo>
                    <a:pt x="1152447" y="4634978"/>
                  </a:lnTo>
                  <a:lnTo>
                    <a:pt x="1152605" y="4634978"/>
                  </a:lnTo>
                  <a:lnTo>
                    <a:pt x="1152605" y="4634547"/>
                  </a:lnTo>
                  <a:lnTo>
                    <a:pt x="1152762" y="4634547"/>
                  </a:lnTo>
                  <a:lnTo>
                    <a:pt x="1152762" y="4634117"/>
                  </a:lnTo>
                  <a:lnTo>
                    <a:pt x="1152762" y="4633686"/>
                  </a:lnTo>
                  <a:lnTo>
                    <a:pt x="1152762" y="4633256"/>
                  </a:lnTo>
                  <a:lnTo>
                    <a:pt x="1152920" y="4633256"/>
                  </a:lnTo>
                  <a:lnTo>
                    <a:pt x="1153078" y="4633256"/>
                  </a:lnTo>
                  <a:lnTo>
                    <a:pt x="1153078" y="4632825"/>
                  </a:lnTo>
                  <a:lnTo>
                    <a:pt x="1153078" y="4632394"/>
                  </a:lnTo>
                  <a:lnTo>
                    <a:pt x="1153236" y="4632394"/>
                  </a:lnTo>
                  <a:lnTo>
                    <a:pt x="1153236" y="4631964"/>
                  </a:lnTo>
                  <a:lnTo>
                    <a:pt x="1153393" y="4631964"/>
                  </a:lnTo>
                  <a:lnTo>
                    <a:pt x="1153551" y="4631964"/>
                  </a:lnTo>
                  <a:lnTo>
                    <a:pt x="1153709" y="4631964"/>
                  </a:lnTo>
                  <a:lnTo>
                    <a:pt x="1153866" y="4631964"/>
                  </a:lnTo>
                  <a:lnTo>
                    <a:pt x="1153866" y="4631533"/>
                  </a:lnTo>
                  <a:lnTo>
                    <a:pt x="1153866" y="4631103"/>
                  </a:lnTo>
                  <a:lnTo>
                    <a:pt x="1154024" y="4631103"/>
                  </a:lnTo>
                  <a:lnTo>
                    <a:pt x="1154024" y="4630672"/>
                  </a:lnTo>
                  <a:lnTo>
                    <a:pt x="1154182" y="4630672"/>
                  </a:lnTo>
                  <a:lnTo>
                    <a:pt x="1154340" y="4630672"/>
                  </a:lnTo>
                  <a:lnTo>
                    <a:pt x="1154497" y="4630672"/>
                  </a:lnTo>
                  <a:lnTo>
                    <a:pt x="1154497" y="4630241"/>
                  </a:lnTo>
                  <a:lnTo>
                    <a:pt x="1154655" y="4630241"/>
                  </a:lnTo>
                  <a:lnTo>
                    <a:pt x="1154813" y="4630241"/>
                  </a:lnTo>
                  <a:lnTo>
                    <a:pt x="1154970" y="4630241"/>
                  </a:lnTo>
                  <a:lnTo>
                    <a:pt x="1155128" y="4630241"/>
                  </a:lnTo>
                  <a:lnTo>
                    <a:pt x="1155128" y="4629811"/>
                  </a:lnTo>
                  <a:lnTo>
                    <a:pt x="1155286" y="4629811"/>
                  </a:lnTo>
                  <a:lnTo>
                    <a:pt x="1155286" y="4629380"/>
                  </a:lnTo>
                  <a:lnTo>
                    <a:pt x="1155444" y="4629380"/>
                  </a:lnTo>
                  <a:lnTo>
                    <a:pt x="1155601" y="4629380"/>
                  </a:lnTo>
                  <a:lnTo>
                    <a:pt x="1155759" y="4629380"/>
                  </a:lnTo>
                  <a:lnTo>
                    <a:pt x="1155759" y="4628950"/>
                  </a:lnTo>
                  <a:lnTo>
                    <a:pt x="1155917" y="4628950"/>
                  </a:lnTo>
                  <a:lnTo>
                    <a:pt x="1155917" y="4628519"/>
                  </a:lnTo>
                  <a:lnTo>
                    <a:pt x="1155917" y="4628088"/>
                  </a:lnTo>
                  <a:lnTo>
                    <a:pt x="1156074" y="4628088"/>
                  </a:lnTo>
                  <a:lnTo>
                    <a:pt x="1156074" y="4627658"/>
                  </a:lnTo>
                  <a:lnTo>
                    <a:pt x="1156232" y="4627658"/>
                  </a:lnTo>
                  <a:lnTo>
                    <a:pt x="1156390" y="4627658"/>
                  </a:lnTo>
                  <a:lnTo>
                    <a:pt x="1156548" y="4627658"/>
                  </a:lnTo>
                  <a:lnTo>
                    <a:pt x="1156548" y="4627227"/>
                  </a:lnTo>
                  <a:lnTo>
                    <a:pt x="1156705" y="4627227"/>
                  </a:lnTo>
                  <a:lnTo>
                    <a:pt x="1156705" y="4626797"/>
                  </a:lnTo>
                  <a:lnTo>
                    <a:pt x="1156863" y="4626797"/>
                  </a:lnTo>
                  <a:lnTo>
                    <a:pt x="1156863" y="4626366"/>
                  </a:lnTo>
                  <a:lnTo>
                    <a:pt x="1157021" y="4626366"/>
                  </a:lnTo>
                  <a:lnTo>
                    <a:pt x="1157179" y="4626366"/>
                  </a:lnTo>
                  <a:lnTo>
                    <a:pt x="1157179" y="4625935"/>
                  </a:lnTo>
                  <a:lnTo>
                    <a:pt x="1157336" y="4625935"/>
                  </a:lnTo>
                  <a:lnTo>
                    <a:pt x="1157494" y="4625935"/>
                  </a:lnTo>
                  <a:lnTo>
                    <a:pt x="1157652" y="4625935"/>
                  </a:lnTo>
                  <a:lnTo>
                    <a:pt x="1157809" y="4625935"/>
                  </a:lnTo>
                  <a:lnTo>
                    <a:pt x="1157967" y="4625935"/>
                  </a:lnTo>
                  <a:lnTo>
                    <a:pt x="1157967" y="4625505"/>
                  </a:lnTo>
                  <a:lnTo>
                    <a:pt x="1157967" y="4625074"/>
                  </a:lnTo>
                  <a:lnTo>
                    <a:pt x="1157967" y="4624644"/>
                  </a:lnTo>
                  <a:lnTo>
                    <a:pt x="1158125" y="4624644"/>
                  </a:lnTo>
                  <a:lnTo>
                    <a:pt x="1158283" y="4624644"/>
                  </a:lnTo>
                  <a:lnTo>
                    <a:pt x="1158283" y="4624213"/>
                  </a:lnTo>
                  <a:lnTo>
                    <a:pt x="1158440" y="4624213"/>
                  </a:lnTo>
                  <a:lnTo>
                    <a:pt x="1158598" y="4624213"/>
                  </a:lnTo>
                  <a:lnTo>
                    <a:pt x="1158598" y="4623782"/>
                  </a:lnTo>
                  <a:lnTo>
                    <a:pt x="1158598" y="4623352"/>
                  </a:lnTo>
                  <a:lnTo>
                    <a:pt x="1158756" y="4623352"/>
                  </a:lnTo>
                  <a:lnTo>
                    <a:pt x="1158913" y="4623352"/>
                  </a:lnTo>
                  <a:lnTo>
                    <a:pt x="1159071" y="4623352"/>
                  </a:lnTo>
                  <a:lnTo>
                    <a:pt x="1159229" y="4623352"/>
                  </a:lnTo>
                  <a:lnTo>
                    <a:pt x="1159387" y="4623352"/>
                  </a:lnTo>
                  <a:lnTo>
                    <a:pt x="1159544" y="4623352"/>
                  </a:lnTo>
                  <a:lnTo>
                    <a:pt x="1159544" y="4622921"/>
                  </a:lnTo>
                  <a:lnTo>
                    <a:pt x="1159702" y="4622921"/>
                  </a:lnTo>
                  <a:lnTo>
                    <a:pt x="1159860" y="4622921"/>
                  </a:lnTo>
                  <a:lnTo>
                    <a:pt x="1160017" y="4622921"/>
                  </a:lnTo>
                  <a:lnTo>
                    <a:pt x="1160175" y="4622921"/>
                  </a:lnTo>
                  <a:lnTo>
                    <a:pt x="1160333" y="4622921"/>
                  </a:lnTo>
                  <a:lnTo>
                    <a:pt x="1160491" y="4622921"/>
                  </a:lnTo>
                  <a:lnTo>
                    <a:pt x="1160648" y="4622921"/>
                  </a:lnTo>
                  <a:lnTo>
                    <a:pt x="1160806" y="4622921"/>
                  </a:lnTo>
                  <a:lnTo>
                    <a:pt x="1160806" y="4622491"/>
                  </a:lnTo>
                  <a:lnTo>
                    <a:pt x="1160806" y="4622060"/>
                  </a:lnTo>
                  <a:lnTo>
                    <a:pt x="1160964" y="4622060"/>
                  </a:lnTo>
                  <a:lnTo>
                    <a:pt x="1161121" y="4622060"/>
                  </a:lnTo>
                  <a:lnTo>
                    <a:pt x="1161121" y="4621629"/>
                  </a:lnTo>
                  <a:lnTo>
                    <a:pt x="1161279" y="4621629"/>
                  </a:lnTo>
                  <a:lnTo>
                    <a:pt x="1161437" y="4621629"/>
                  </a:lnTo>
                  <a:lnTo>
                    <a:pt x="1161437" y="4621199"/>
                  </a:lnTo>
                  <a:lnTo>
                    <a:pt x="1161595" y="4621199"/>
                  </a:lnTo>
                  <a:lnTo>
                    <a:pt x="1161752" y="4621199"/>
                  </a:lnTo>
                  <a:lnTo>
                    <a:pt x="1161910" y="4621199"/>
                  </a:lnTo>
                  <a:lnTo>
                    <a:pt x="1162068" y="4621199"/>
                  </a:lnTo>
                  <a:lnTo>
                    <a:pt x="1162225" y="4621199"/>
                  </a:lnTo>
                  <a:lnTo>
                    <a:pt x="1162383" y="4621199"/>
                  </a:lnTo>
                  <a:lnTo>
                    <a:pt x="1162383" y="4620768"/>
                  </a:lnTo>
                  <a:lnTo>
                    <a:pt x="1162541" y="4620768"/>
                  </a:lnTo>
                  <a:lnTo>
                    <a:pt x="1162699" y="4620768"/>
                  </a:lnTo>
                  <a:lnTo>
                    <a:pt x="1162856" y="4620768"/>
                  </a:lnTo>
                  <a:lnTo>
                    <a:pt x="1162856" y="4620338"/>
                  </a:lnTo>
                  <a:lnTo>
                    <a:pt x="1163014" y="4620338"/>
                  </a:lnTo>
                  <a:lnTo>
                    <a:pt x="1163014" y="4619907"/>
                  </a:lnTo>
                  <a:lnTo>
                    <a:pt x="1163172" y="4619907"/>
                  </a:lnTo>
                  <a:lnTo>
                    <a:pt x="1163172" y="4619476"/>
                  </a:lnTo>
                  <a:lnTo>
                    <a:pt x="1163330" y="4619476"/>
                  </a:lnTo>
                  <a:lnTo>
                    <a:pt x="1163487" y="4619476"/>
                  </a:lnTo>
                  <a:lnTo>
                    <a:pt x="1163645" y="4619476"/>
                  </a:lnTo>
                  <a:lnTo>
                    <a:pt x="1163803" y="4619476"/>
                  </a:lnTo>
                  <a:lnTo>
                    <a:pt x="1163960" y="4619476"/>
                  </a:lnTo>
                  <a:lnTo>
                    <a:pt x="1163960" y="4619046"/>
                  </a:lnTo>
                  <a:lnTo>
                    <a:pt x="1164118" y="4619046"/>
                  </a:lnTo>
                  <a:lnTo>
                    <a:pt x="1164118" y="4618615"/>
                  </a:lnTo>
                  <a:lnTo>
                    <a:pt x="1164276" y="4618615"/>
                  </a:lnTo>
                  <a:lnTo>
                    <a:pt x="1164434" y="4618615"/>
                  </a:lnTo>
                  <a:lnTo>
                    <a:pt x="1164434" y="4618185"/>
                  </a:lnTo>
                  <a:lnTo>
                    <a:pt x="1164591" y="4618185"/>
                  </a:lnTo>
                  <a:lnTo>
                    <a:pt x="1164749" y="4618185"/>
                  </a:lnTo>
                  <a:lnTo>
                    <a:pt x="1164907" y="4618185"/>
                  </a:lnTo>
                  <a:lnTo>
                    <a:pt x="1165064" y="4618185"/>
                  </a:lnTo>
                  <a:lnTo>
                    <a:pt x="1165222" y="4618185"/>
                  </a:lnTo>
                  <a:lnTo>
                    <a:pt x="1165380" y="4618185"/>
                  </a:lnTo>
                  <a:lnTo>
                    <a:pt x="1165538" y="4618185"/>
                  </a:lnTo>
                  <a:lnTo>
                    <a:pt x="1165538" y="4617754"/>
                  </a:lnTo>
                  <a:lnTo>
                    <a:pt x="1165695" y="4617754"/>
                  </a:lnTo>
                  <a:lnTo>
                    <a:pt x="1165695" y="4617323"/>
                  </a:lnTo>
                  <a:lnTo>
                    <a:pt x="1165853" y="4617323"/>
                  </a:lnTo>
                  <a:lnTo>
                    <a:pt x="1166011" y="4617323"/>
                  </a:lnTo>
                  <a:lnTo>
                    <a:pt x="1166168" y="4617323"/>
                  </a:lnTo>
                  <a:lnTo>
                    <a:pt x="1166168" y="4616893"/>
                  </a:lnTo>
                  <a:lnTo>
                    <a:pt x="1166168" y="4616462"/>
                  </a:lnTo>
                  <a:lnTo>
                    <a:pt x="1166326" y="4616462"/>
                  </a:lnTo>
                  <a:lnTo>
                    <a:pt x="1166484" y="4616462"/>
                  </a:lnTo>
                  <a:lnTo>
                    <a:pt x="1166484" y="4616032"/>
                  </a:lnTo>
                  <a:lnTo>
                    <a:pt x="1166642" y="4616032"/>
                  </a:lnTo>
                  <a:lnTo>
                    <a:pt x="1166642" y="4615601"/>
                  </a:lnTo>
                  <a:lnTo>
                    <a:pt x="1166799" y="4615601"/>
                  </a:lnTo>
                  <a:lnTo>
                    <a:pt x="1166799" y="4615170"/>
                  </a:lnTo>
                  <a:lnTo>
                    <a:pt x="1166957" y="4615170"/>
                  </a:lnTo>
                  <a:lnTo>
                    <a:pt x="1167115" y="4615170"/>
                  </a:lnTo>
                  <a:lnTo>
                    <a:pt x="1167272" y="4615170"/>
                  </a:lnTo>
                  <a:lnTo>
                    <a:pt x="1167430" y="4615170"/>
                  </a:lnTo>
                  <a:lnTo>
                    <a:pt x="1167588" y="4615170"/>
                  </a:lnTo>
                  <a:lnTo>
                    <a:pt x="1167746" y="4615170"/>
                  </a:lnTo>
                  <a:lnTo>
                    <a:pt x="1167903" y="4615170"/>
                  </a:lnTo>
                  <a:lnTo>
                    <a:pt x="1168061" y="4615170"/>
                  </a:lnTo>
                  <a:lnTo>
                    <a:pt x="1168219" y="4615170"/>
                  </a:lnTo>
                  <a:lnTo>
                    <a:pt x="1168377" y="4615170"/>
                  </a:lnTo>
                  <a:lnTo>
                    <a:pt x="1168534" y="4615170"/>
                  </a:lnTo>
                  <a:lnTo>
                    <a:pt x="1168692" y="4615170"/>
                  </a:lnTo>
                  <a:lnTo>
                    <a:pt x="1168692" y="4614740"/>
                  </a:lnTo>
                  <a:lnTo>
                    <a:pt x="1168850" y="4614740"/>
                  </a:lnTo>
                  <a:lnTo>
                    <a:pt x="1169007" y="4614740"/>
                  </a:lnTo>
                  <a:lnTo>
                    <a:pt x="1169165" y="4614740"/>
                  </a:lnTo>
                  <a:lnTo>
                    <a:pt x="1169323" y="4614740"/>
                  </a:lnTo>
                  <a:lnTo>
                    <a:pt x="1169481" y="4614740"/>
                  </a:lnTo>
                  <a:lnTo>
                    <a:pt x="1169481" y="4614309"/>
                  </a:lnTo>
                  <a:lnTo>
                    <a:pt x="1169638" y="4614309"/>
                  </a:lnTo>
                  <a:lnTo>
                    <a:pt x="1169796" y="4614309"/>
                  </a:lnTo>
                  <a:lnTo>
                    <a:pt x="1169954" y="4614309"/>
                  </a:lnTo>
                  <a:lnTo>
                    <a:pt x="1169954" y="4613879"/>
                  </a:lnTo>
                  <a:lnTo>
                    <a:pt x="1170111" y="4613879"/>
                  </a:lnTo>
                  <a:lnTo>
                    <a:pt x="1170269" y="4613879"/>
                  </a:lnTo>
                  <a:lnTo>
                    <a:pt x="1170269" y="4613448"/>
                  </a:lnTo>
                  <a:lnTo>
                    <a:pt x="1170269" y="4613017"/>
                  </a:lnTo>
                  <a:lnTo>
                    <a:pt x="1170427" y="4613017"/>
                  </a:lnTo>
                  <a:lnTo>
                    <a:pt x="1170585" y="4613017"/>
                  </a:lnTo>
                  <a:lnTo>
                    <a:pt x="1170742" y="4613017"/>
                  </a:lnTo>
                  <a:lnTo>
                    <a:pt x="1170900" y="4613017"/>
                  </a:lnTo>
                  <a:lnTo>
                    <a:pt x="1171058" y="4613017"/>
                  </a:lnTo>
                  <a:lnTo>
                    <a:pt x="1171215" y="4613017"/>
                  </a:lnTo>
                  <a:lnTo>
                    <a:pt x="1171373" y="4613017"/>
                  </a:lnTo>
                  <a:lnTo>
                    <a:pt x="1171531" y="4613017"/>
                  </a:lnTo>
                  <a:lnTo>
                    <a:pt x="1171531" y="4612587"/>
                  </a:lnTo>
                  <a:lnTo>
                    <a:pt x="1171689" y="4612587"/>
                  </a:lnTo>
                  <a:lnTo>
                    <a:pt x="1171846" y="4612587"/>
                  </a:lnTo>
                  <a:lnTo>
                    <a:pt x="1172004" y="4612587"/>
                  </a:lnTo>
                  <a:lnTo>
                    <a:pt x="1172004" y="4612156"/>
                  </a:lnTo>
                  <a:lnTo>
                    <a:pt x="1172162" y="4612156"/>
                  </a:lnTo>
                  <a:lnTo>
                    <a:pt x="1172162" y="4611726"/>
                  </a:lnTo>
                  <a:lnTo>
                    <a:pt x="1172162" y="4611295"/>
                  </a:lnTo>
                  <a:lnTo>
                    <a:pt x="1172162" y="4610864"/>
                  </a:lnTo>
                  <a:lnTo>
                    <a:pt x="1172319" y="4610864"/>
                  </a:lnTo>
                  <a:lnTo>
                    <a:pt x="1172319" y="4610434"/>
                  </a:lnTo>
                  <a:lnTo>
                    <a:pt x="1172477" y="4610434"/>
                  </a:lnTo>
                  <a:lnTo>
                    <a:pt x="1172635" y="4610434"/>
                  </a:lnTo>
                  <a:lnTo>
                    <a:pt x="1172793" y="4610434"/>
                  </a:lnTo>
                  <a:lnTo>
                    <a:pt x="1172950" y="4610434"/>
                  </a:lnTo>
                  <a:lnTo>
                    <a:pt x="1173108" y="4610434"/>
                  </a:lnTo>
                  <a:lnTo>
                    <a:pt x="1173266" y="4610434"/>
                  </a:lnTo>
                  <a:lnTo>
                    <a:pt x="1173423" y="4610434"/>
                  </a:lnTo>
                  <a:lnTo>
                    <a:pt x="1173581" y="4610434"/>
                  </a:lnTo>
                  <a:lnTo>
                    <a:pt x="1173739" y="4610434"/>
                  </a:lnTo>
                  <a:lnTo>
                    <a:pt x="1173897" y="4610434"/>
                  </a:lnTo>
                  <a:lnTo>
                    <a:pt x="1174054" y="4610434"/>
                  </a:lnTo>
                  <a:lnTo>
                    <a:pt x="1174212" y="4610434"/>
                  </a:lnTo>
                  <a:lnTo>
                    <a:pt x="1174370" y="4610434"/>
                  </a:lnTo>
                  <a:lnTo>
                    <a:pt x="1174528" y="4610434"/>
                  </a:lnTo>
                  <a:lnTo>
                    <a:pt x="1174528" y="4610003"/>
                  </a:lnTo>
                  <a:lnTo>
                    <a:pt x="1174685" y="4610003"/>
                  </a:lnTo>
                  <a:lnTo>
                    <a:pt x="1174843" y="4610003"/>
                  </a:lnTo>
                  <a:lnTo>
                    <a:pt x="1174843" y="4609573"/>
                  </a:lnTo>
                  <a:lnTo>
                    <a:pt x="1175001" y="4609573"/>
                  </a:lnTo>
                  <a:lnTo>
                    <a:pt x="1175158" y="4609573"/>
                  </a:lnTo>
                  <a:lnTo>
                    <a:pt x="1175158" y="4609142"/>
                  </a:lnTo>
                  <a:lnTo>
                    <a:pt x="1175316" y="4609142"/>
                  </a:lnTo>
                  <a:lnTo>
                    <a:pt x="1175474" y="4609142"/>
                  </a:lnTo>
                  <a:lnTo>
                    <a:pt x="1175474" y="4608711"/>
                  </a:lnTo>
                  <a:lnTo>
                    <a:pt x="1175632" y="4608711"/>
                  </a:lnTo>
                  <a:lnTo>
                    <a:pt x="1175632" y="4608281"/>
                  </a:lnTo>
                  <a:lnTo>
                    <a:pt x="1175789" y="4608281"/>
                  </a:lnTo>
                  <a:lnTo>
                    <a:pt x="1175789" y="4607850"/>
                  </a:lnTo>
                  <a:lnTo>
                    <a:pt x="1175789" y="4607420"/>
                  </a:lnTo>
                  <a:lnTo>
                    <a:pt x="1175947" y="4607420"/>
                  </a:lnTo>
                  <a:lnTo>
                    <a:pt x="1176105" y="4607420"/>
                  </a:lnTo>
                  <a:lnTo>
                    <a:pt x="1176105" y="4606989"/>
                  </a:lnTo>
                  <a:lnTo>
                    <a:pt x="1176262" y="4606989"/>
                  </a:lnTo>
                  <a:lnTo>
                    <a:pt x="1176420" y="4606989"/>
                  </a:lnTo>
                  <a:lnTo>
                    <a:pt x="1176578" y="4606989"/>
                  </a:lnTo>
                  <a:lnTo>
                    <a:pt x="1176736" y="4606989"/>
                  </a:lnTo>
                  <a:lnTo>
                    <a:pt x="1176893" y="4606989"/>
                  </a:lnTo>
                  <a:lnTo>
                    <a:pt x="1177051" y="4606989"/>
                  </a:lnTo>
                  <a:lnTo>
                    <a:pt x="1177209" y="4606989"/>
                  </a:lnTo>
                  <a:lnTo>
                    <a:pt x="1177366" y="4606989"/>
                  </a:lnTo>
                  <a:lnTo>
                    <a:pt x="1177366" y="4606558"/>
                  </a:lnTo>
                  <a:lnTo>
                    <a:pt x="1177524" y="4606558"/>
                  </a:lnTo>
                  <a:lnTo>
                    <a:pt x="1177524" y="4606128"/>
                  </a:lnTo>
                  <a:lnTo>
                    <a:pt x="1177682" y="4606128"/>
                  </a:lnTo>
                  <a:lnTo>
                    <a:pt x="1177840" y="4606128"/>
                  </a:lnTo>
                  <a:lnTo>
                    <a:pt x="1177997" y="4606128"/>
                  </a:lnTo>
                  <a:lnTo>
                    <a:pt x="1177997" y="4605697"/>
                  </a:lnTo>
                  <a:lnTo>
                    <a:pt x="1178155" y="4605697"/>
                  </a:lnTo>
                  <a:lnTo>
                    <a:pt x="1178313" y="4605697"/>
                  </a:lnTo>
                  <a:lnTo>
                    <a:pt x="1178313" y="4605267"/>
                  </a:lnTo>
                  <a:lnTo>
                    <a:pt x="1178470" y="4605267"/>
                  </a:lnTo>
                  <a:lnTo>
                    <a:pt x="1178628" y="4605267"/>
                  </a:lnTo>
                  <a:lnTo>
                    <a:pt x="1178786" y="4605267"/>
                  </a:lnTo>
                  <a:lnTo>
                    <a:pt x="1178786" y="4604836"/>
                  </a:lnTo>
                  <a:lnTo>
                    <a:pt x="1178944" y="4604836"/>
                  </a:lnTo>
                  <a:lnTo>
                    <a:pt x="1179101" y="4604836"/>
                  </a:lnTo>
                  <a:lnTo>
                    <a:pt x="1179259" y="4604836"/>
                  </a:lnTo>
                  <a:lnTo>
                    <a:pt x="1179259" y="4604405"/>
                  </a:lnTo>
                  <a:lnTo>
                    <a:pt x="1179259" y="4603975"/>
                  </a:lnTo>
                  <a:lnTo>
                    <a:pt x="1179417" y="4603975"/>
                  </a:lnTo>
                  <a:lnTo>
                    <a:pt x="1179417" y="4603544"/>
                  </a:lnTo>
                  <a:lnTo>
                    <a:pt x="1179575" y="4603544"/>
                  </a:lnTo>
                  <a:lnTo>
                    <a:pt x="1179732" y="4603544"/>
                  </a:lnTo>
                  <a:lnTo>
                    <a:pt x="1179732" y="4603114"/>
                  </a:lnTo>
                  <a:lnTo>
                    <a:pt x="1179732" y="4602683"/>
                  </a:lnTo>
                  <a:lnTo>
                    <a:pt x="1179890" y="4602683"/>
                  </a:lnTo>
                  <a:lnTo>
                    <a:pt x="1180048" y="4602683"/>
                  </a:lnTo>
                  <a:lnTo>
                    <a:pt x="1180048" y="4602252"/>
                  </a:lnTo>
                  <a:lnTo>
                    <a:pt x="1180048" y="4601822"/>
                  </a:lnTo>
                  <a:lnTo>
                    <a:pt x="1180205" y="4601822"/>
                  </a:lnTo>
                  <a:lnTo>
                    <a:pt x="1180205" y="4601391"/>
                  </a:lnTo>
                  <a:lnTo>
                    <a:pt x="1180205" y="4600961"/>
                  </a:lnTo>
                  <a:lnTo>
                    <a:pt x="1180205" y="4600530"/>
                  </a:lnTo>
                  <a:lnTo>
                    <a:pt x="1180363" y="4600530"/>
                  </a:lnTo>
                  <a:lnTo>
                    <a:pt x="1180521" y="4600530"/>
                  </a:lnTo>
                  <a:lnTo>
                    <a:pt x="1180679" y="4600530"/>
                  </a:lnTo>
                  <a:lnTo>
                    <a:pt x="1180836" y="4600530"/>
                  </a:lnTo>
                  <a:lnTo>
                    <a:pt x="1180994" y="4600530"/>
                  </a:lnTo>
                  <a:lnTo>
                    <a:pt x="1180994" y="4600099"/>
                  </a:lnTo>
                  <a:lnTo>
                    <a:pt x="1181152" y="4600099"/>
                  </a:lnTo>
                  <a:lnTo>
                    <a:pt x="1181152" y="4599669"/>
                  </a:lnTo>
                  <a:lnTo>
                    <a:pt x="1181309" y="4599669"/>
                  </a:lnTo>
                  <a:lnTo>
                    <a:pt x="1181467" y="4599669"/>
                  </a:lnTo>
                  <a:lnTo>
                    <a:pt x="1181625" y="4599669"/>
                  </a:lnTo>
                  <a:lnTo>
                    <a:pt x="1181783" y="4599669"/>
                  </a:lnTo>
                  <a:lnTo>
                    <a:pt x="1181940" y="4599669"/>
                  </a:lnTo>
                  <a:lnTo>
                    <a:pt x="1182098" y="4599669"/>
                  </a:lnTo>
                  <a:lnTo>
                    <a:pt x="1182256" y="4599669"/>
                  </a:lnTo>
                  <a:lnTo>
                    <a:pt x="1182413" y="4599669"/>
                  </a:lnTo>
                  <a:lnTo>
                    <a:pt x="1182571" y="4599669"/>
                  </a:lnTo>
                  <a:lnTo>
                    <a:pt x="1182729" y="4599669"/>
                  </a:lnTo>
                  <a:lnTo>
                    <a:pt x="1182887" y="4599669"/>
                  </a:lnTo>
                  <a:lnTo>
                    <a:pt x="1182887" y="4599238"/>
                  </a:lnTo>
                  <a:lnTo>
                    <a:pt x="1183044" y="4599238"/>
                  </a:lnTo>
                  <a:lnTo>
                    <a:pt x="1183202" y="4599238"/>
                  </a:lnTo>
                  <a:lnTo>
                    <a:pt x="1183202" y="4598808"/>
                  </a:lnTo>
                  <a:lnTo>
                    <a:pt x="1183202" y="4598377"/>
                  </a:lnTo>
                  <a:lnTo>
                    <a:pt x="1183360" y="4598377"/>
                  </a:lnTo>
                  <a:lnTo>
                    <a:pt x="1183517" y="4598377"/>
                  </a:lnTo>
                  <a:lnTo>
                    <a:pt x="1183517" y="4597946"/>
                  </a:lnTo>
                  <a:lnTo>
                    <a:pt x="1183517" y="4597516"/>
                  </a:lnTo>
                  <a:lnTo>
                    <a:pt x="1183675" y="4597516"/>
                  </a:lnTo>
                  <a:lnTo>
                    <a:pt x="1183833" y="4597516"/>
                  </a:lnTo>
                  <a:lnTo>
                    <a:pt x="1183833" y="4597085"/>
                  </a:lnTo>
                  <a:lnTo>
                    <a:pt x="1183991" y="4597085"/>
                  </a:lnTo>
                  <a:lnTo>
                    <a:pt x="1184148" y="4597085"/>
                  </a:lnTo>
                  <a:lnTo>
                    <a:pt x="1184148" y="4596655"/>
                  </a:lnTo>
                  <a:lnTo>
                    <a:pt x="1184306" y="4596655"/>
                  </a:lnTo>
                  <a:lnTo>
                    <a:pt x="1184306" y="4596224"/>
                  </a:lnTo>
                  <a:lnTo>
                    <a:pt x="1184464" y="4596224"/>
                  </a:lnTo>
                  <a:lnTo>
                    <a:pt x="1184464" y="4595793"/>
                  </a:lnTo>
                  <a:lnTo>
                    <a:pt x="1184621" y="4595793"/>
                  </a:lnTo>
                  <a:lnTo>
                    <a:pt x="1184621" y="4595363"/>
                  </a:lnTo>
                  <a:lnTo>
                    <a:pt x="1184621" y="4594932"/>
                  </a:lnTo>
                  <a:lnTo>
                    <a:pt x="1184779" y="4594932"/>
                  </a:lnTo>
                  <a:lnTo>
                    <a:pt x="1184937" y="4594932"/>
                  </a:lnTo>
                  <a:lnTo>
                    <a:pt x="1185095" y="4594932"/>
                  </a:lnTo>
                  <a:lnTo>
                    <a:pt x="1185252" y="4594932"/>
                  </a:lnTo>
                  <a:lnTo>
                    <a:pt x="1185410" y="4594932"/>
                  </a:lnTo>
                  <a:lnTo>
                    <a:pt x="1185568" y="4594932"/>
                  </a:lnTo>
                  <a:lnTo>
                    <a:pt x="1185726" y="4594932"/>
                  </a:lnTo>
                  <a:lnTo>
                    <a:pt x="1185883" y="4594932"/>
                  </a:lnTo>
                  <a:lnTo>
                    <a:pt x="1186041" y="4594932"/>
                  </a:lnTo>
                  <a:lnTo>
                    <a:pt x="1186199" y="4594932"/>
                  </a:lnTo>
                  <a:lnTo>
                    <a:pt x="1186199" y="4594502"/>
                  </a:lnTo>
                  <a:lnTo>
                    <a:pt x="1186199" y="4594071"/>
                  </a:lnTo>
                  <a:lnTo>
                    <a:pt x="1186199" y="4593640"/>
                  </a:lnTo>
                  <a:lnTo>
                    <a:pt x="1186199" y="4593210"/>
                  </a:lnTo>
                  <a:lnTo>
                    <a:pt x="1186356" y="4593210"/>
                  </a:lnTo>
                  <a:lnTo>
                    <a:pt x="1186356" y="4592779"/>
                  </a:lnTo>
                  <a:lnTo>
                    <a:pt x="1186514" y="4592779"/>
                  </a:lnTo>
                  <a:lnTo>
                    <a:pt x="1186672" y="4592779"/>
                  </a:lnTo>
                  <a:lnTo>
                    <a:pt x="1186830" y="4592779"/>
                  </a:lnTo>
                  <a:lnTo>
                    <a:pt x="1186987" y="4592779"/>
                  </a:lnTo>
                  <a:lnTo>
                    <a:pt x="1187145" y="4592779"/>
                  </a:lnTo>
                  <a:lnTo>
                    <a:pt x="1187145" y="4592349"/>
                  </a:lnTo>
                  <a:lnTo>
                    <a:pt x="1187145" y="4591918"/>
                  </a:lnTo>
                  <a:lnTo>
                    <a:pt x="1187303" y="4591918"/>
                  </a:lnTo>
                  <a:lnTo>
                    <a:pt x="1187460" y="4591918"/>
                  </a:lnTo>
                  <a:lnTo>
                    <a:pt x="1187618" y="4591918"/>
                  </a:lnTo>
                  <a:lnTo>
                    <a:pt x="1187776" y="4591918"/>
                  </a:lnTo>
                  <a:lnTo>
                    <a:pt x="1187934" y="4591918"/>
                  </a:lnTo>
                  <a:lnTo>
                    <a:pt x="1188091" y="4591918"/>
                  </a:lnTo>
                  <a:lnTo>
                    <a:pt x="1188091" y="4591487"/>
                  </a:lnTo>
                  <a:lnTo>
                    <a:pt x="1188091" y="4591057"/>
                  </a:lnTo>
                  <a:lnTo>
                    <a:pt x="1188091" y="4590626"/>
                  </a:lnTo>
                  <a:lnTo>
                    <a:pt x="1188091" y="4590196"/>
                  </a:lnTo>
                  <a:lnTo>
                    <a:pt x="1188091" y="4589765"/>
                  </a:lnTo>
                  <a:lnTo>
                    <a:pt x="1188091" y="4589334"/>
                  </a:lnTo>
                  <a:lnTo>
                    <a:pt x="1188249" y="4589334"/>
                  </a:lnTo>
                  <a:lnTo>
                    <a:pt x="1188407" y="4589334"/>
                  </a:lnTo>
                  <a:lnTo>
                    <a:pt x="1188564" y="4589334"/>
                  </a:lnTo>
                  <a:lnTo>
                    <a:pt x="1188722" y="4589334"/>
                  </a:lnTo>
                  <a:lnTo>
                    <a:pt x="1188722" y="4588904"/>
                  </a:lnTo>
                  <a:lnTo>
                    <a:pt x="1188880" y="4588904"/>
                  </a:lnTo>
                  <a:lnTo>
                    <a:pt x="1188880" y="4588473"/>
                  </a:lnTo>
                  <a:lnTo>
                    <a:pt x="1189038" y="4588473"/>
                  </a:lnTo>
                  <a:lnTo>
                    <a:pt x="1189038" y="4588043"/>
                  </a:lnTo>
                  <a:lnTo>
                    <a:pt x="1189195" y="4588043"/>
                  </a:lnTo>
                  <a:lnTo>
                    <a:pt x="1189195" y="4587612"/>
                  </a:lnTo>
                  <a:lnTo>
                    <a:pt x="1189353" y="4587612"/>
                  </a:lnTo>
                  <a:lnTo>
                    <a:pt x="1189511" y="4587612"/>
                  </a:lnTo>
                  <a:lnTo>
                    <a:pt x="1189668" y="4587612"/>
                  </a:lnTo>
                  <a:lnTo>
                    <a:pt x="1189826" y="4587612"/>
                  </a:lnTo>
                  <a:lnTo>
                    <a:pt x="1189984" y="4587612"/>
                  </a:lnTo>
                  <a:lnTo>
                    <a:pt x="1190142" y="4587612"/>
                  </a:lnTo>
                  <a:lnTo>
                    <a:pt x="1190299" y="4587612"/>
                  </a:lnTo>
                  <a:lnTo>
                    <a:pt x="1190457" y="4587612"/>
                  </a:lnTo>
                  <a:lnTo>
                    <a:pt x="1190457" y="4587181"/>
                  </a:lnTo>
                  <a:lnTo>
                    <a:pt x="1190457" y="4586751"/>
                  </a:lnTo>
                  <a:lnTo>
                    <a:pt x="1190615" y="4586751"/>
                  </a:lnTo>
                  <a:lnTo>
                    <a:pt x="1190773" y="4586751"/>
                  </a:lnTo>
                  <a:lnTo>
                    <a:pt x="1190930" y="4586751"/>
                  </a:lnTo>
                  <a:lnTo>
                    <a:pt x="1191088" y="4586751"/>
                  </a:lnTo>
                  <a:lnTo>
                    <a:pt x="1191246" y="4586751"/>
                  </a:lnTo>
                  <a:lnTo>
                    <a:pt x="1191246" y="4586320"/>
                  </a:lnTo>
                  <a:lnTo>
                    <a:pt x="1191403" y="4586320"/>
                  </a:lnTo>
                  <a:lnTo>
                    <a:pt x="1191403" y="4585890"/>
                  </a:lnTo>
                  <a:lnTo>
                    <a:pt x="1191403" y="4585459"/>
                  </a:lnTo>
                  <a:lnTo>
                    <a:pt x="1191561" y="4585459"/>
                  </a:lnTo>
                  <a:lnTo>
                    <a:pt x="1191719" y="4585459"/>
                  </a:lnTo>
                  <a:lnTo>
                    <a:pt x="1191877" y="4585459"/>
                  </a:lnTo>
                  <a:lnTo>
                    <a:pt x="1191877" y="4585028"/>
                  </a:lnTo>
                  <a:lnTo>
                    <a:pt x="1191877" y="4584598"/>
                  </a:lnTo>
                  <a:lnTo>
                    <a:pt x="1192034" y="4584598"/>
                  </a:lnTo>
                  <a:lnTo>
                    <a:pt x="1192192" y="4584598"/>
                  </a:lnTo>
                  <a:lnTo>
                    <a:pt x="1192192" y="4584167"/>
                  </a:lnTo>
                  <a:lnTo>
                    <a:pt x="1192350" y="4584167"/>
                  </a:lnTo>
                  <a:lnTo>
                    <a:pt x="1192507" y="4584167"/>
                  </a:lnTo>
                  <a:lnTo>
                    <a:pt x="1192665" y="4584167"/>
                  </a:lnTo>
                  <a:lnTo>
                    <a:pt x="1192823" y="4584167"/>
                  </a:lnTo>
                  <a:lnTo>
                    <a:pt x="1192981" y="4584167"/>
                  </a:lnTo>
                  <a:lnTo>
                    <a:pt x="1193138" y="4584167"/>
                  </a:lnTo>
                  <a:lnTo>
                    <a:pt x="1193138" y="4583737"/>
                  </a:lnTo>
                  <a:lnTo>
                    <a:pt x="1193296" y="4583737"/>
                  </a:lnTo>
                  <a:lnTo>
                    <a:pt x="1193296" y="4583306"/>
                  </a:lnTo>
                  <a:lnTo>
                    <a:pt x="1193454" y="4583306"/>
                  </a:lnTo>
                  <a:lnTo>
                    <a:pt x="1193454" y="4582875"/>
                  </a:lnTo>
                  <a:lnTo>
                    <a:pt x="1193611" y="4582875"/>
                  </a:lnTo>
                  <a:lnTo>
                    <a:pt x="1193769" y="4582875"/>
                  </a:lnTo>
                  <a:lnTo>
                    <a:pt x="1193927" y="4582875"/>
                  </a:lnTo>
                  <a:lnTo>
                    <a:pt x="1194085" y="4582875"/>
                  </a:lnTo>
                  <a:lnTo>
                    <a:pt x="1194242" y="4582875"/>
                  </a:lnTo>
                  <a:lnTo>
                    <a:pt x="1194400" y="4582875"/>
                  </a:lnTo>
                  <a:lnTo>
                    <a:pt x="1194558" y="4582875"/>
                  </a:lnTo>
                  <a:lnTo>
                    <a:pt x="1194715" y="4582875"/>
                  </a:lnTo>
                  <a:lnTo>
                    <a:pt x="1194873" y="4582875"/>
                  </a:lnTo>
                  <a:lnTo>
                    <a:pt x="1195031" y="4582875"/>
                  </a:lnTo>
                  <a:lnTo>
                    <a:pt x="1195189" y="4582875"/>
                  </a:lnTo>
                  <a:lnTo>
                    <a:pt x="1195189" y="4582445"/>
                  </a:lnTo>
                  <a:lnTo>
                    <a:pt x="1195346" y="4582445"/>
                  </a:lnTo>
                  <a:lnTo>
                    <a:pt x="1195504" y="4582445"/>
                  </a:lnTo>
                  <a:lnTo>
                    <a:pt x="1195504" y="4582014"/>
                  </a:lnTo>
                  <a:lnTo>
                    <a:pt x="1195504" y="4581584"/>
                  </a:lnTo>
                  <a:lnTo>
                    <a:pt x="1195662" y="4581584"/>
                  </a:lnTo>
                  <a:lnTo>
                    <a:pt x="1195662" y="4581153"/>
                  </a:lnTo>
                  <a:lnTo>
                    <a:pt x="1195819" y="4581153"/>
                  </a:lnTo>
                  <a:lnTo>
                    <a:pt x="1195819" y="4580722"/>
                  </a:lnTo>
                  <a:lnTo>
                    <a:pt x="1195977" y="4580722"/>
                  </a:lnTo>
                  <a:lnTo>
                    <a:pt x="1195977" y="4580292"/>
                  </a:lnTo>
                  <a:lnTo>
                    <a:pt x="1196135" y="4580292"/>
                  </a:lnTo>
                  <a:lnTo>
                    <a:pt x="1196293" y="4580292"/>
                  </a:lnTo>
                  <a:lnTo>
                    <a:pt x="1196450" y="4580292"/>
                  </a:lnTo>
                  <a:lnTo>
                    <a:pt x="1196608" y="4580292"/>
                  </a:lnTo>
                  <a:lnTo>
                    <a:pt x="1196766" y="4580292"/>
                  </a:lnTo>
                  <a:lnTo>
                    <a:pt x="1196766" y="4579861"/>
                  </a:lnTo>
                  <a:lnTo>
                    <a:pt x="1196924" y="4579861"/>
                  </a:lnTo>
                  <a:lnTo>
                    <a:pt x="1197081" y="4579861"/>
                  </a:lnTo>
                  <a:lnTo>
                    <a:pt x="1197239" y="4579861"/>
                  </a:lnTo>
                  <a:lnTo>
                    <a:pt x="1197239" y="4579431"/>
                  </a:lnTo>
                  <a:lnTo>
                    <a:pt x="1197397" y="4579431"/>
                  </a:lnTo>
                  <a:lnTo>
                    <a:pt x="1197554" y="4579431"/>
                  </a:lnTo>
                  <a:lnTo>
                    <a:pt x="1197712" y="4579431"/>
                  </a:lnTo>
                  <a:lnTo>
                    <a:pt x="1197870" y="4579431"/>
                  </a:lnTo>
                  <a:lnTo>
                    <a:pt x="1197870" y="4579000"/>
                  </a:lnTo>
                  <a:lnTo>
                    <a:pt x="1197870" y="4578569"/>
                  </a:lnTo>
                  <a:lnTo>
                    <a:pt x="1198028" y="4578569"/>
                  </a:lnTo>
                  <a:lnTo>
                    <a:pt x="1198185" y="4578569"/>
                  </a:lnTo>
                  <a:lnTo>
                    <a:pt x="1198343" y="4578569"/>
                  </a:lnTo>
                  <a:lnTo>
                    <a:pt x="1198343" y="4578139"/>
                  </a:lnTo>
                  <a:lnTo>
                    <a:pt x="1198501" y="4578139"/>
                  </a:lnTo>
                  <a:lnTo>
                    <a:pt x="1198658" y="4578139"/>
                  </a:lnTo>
                  <a:lnTo>
                    <a:pt x="1198816" y="4578139"/>
                  </a:lnTo>
                  <a:lnTo>
                    <a:pt x="1198816" y="4577708"/>
                  </a:lnTo>
                  <a:lnTo>
                    <a:pt x="1198974" y="4577708"/>
                  </a:lnTo>
                  <a:lnTo>
                    <a:pt x="1199132" y="4577708"/>
                  </a:lnTo>
                  <a:lnTo>
                    <a:pt x="1199289" y="4577708"/>
                  </a:lnTo>
                  <a:lnTo>
                    <a:pt x="1199447" y="4577708"/>
                  </a:lnTo>
                  <a:lnTo>
                    <a:pt x="1199447" y="4577278"/>
                  </a:lnTo>
                  <a:lnTo>
                    <a:pt x="1199605" y="4577278"/>
                  </a:lnTo>
                  <a:lnTo>
                    <a:pt x="1199762" y="4577278"/>
                  </a:lnTo>
                  <a:lnTo>
                    <a:pt x="1199920" y="4577278"/>
                  </a:lnTo>
                  <a:lnTo>
                    <a:pt x="1200078" y="4577278"/>
                  </a:lnTo>
                  <a:lnTo>
                    <a:pt x="1200236" y="4577278"/>
                  </a:lnTo>
                  <a:lnTo>
                    <a:pt x="1200393" y="4577278"/>
                  </a:lnTo>
                  <a:lnTo>
                    <a:pt x="1200551" y="4577278"/>
                  </a:lnTo>
                  <a:lnTo>
                    <a:pt x="1200551" y="4576847"/>
                  </a:lnTo>
                  <a:lnTo>
                    <a:pt x="1200709" y="4576847"/>
                  </a:lnTo>
                  <a:lnTo>
                    <a:pt x="1200866" y="4576847"/>
                  </a:lnTo>
                  <a:lnTo>
                    <a:pt x="1201024" y="4576847"/>
                  </a:lnTo>
                  <a:lnTo>
                    <a:pt x="1201182" y="4576847"/>
                  </a:lnTo>
                  <a:lnTo>
                    <a:pt x="1201340" y="4576847"/>
                  </a:lnTo>
                  <a:lnTo>
                    <a:pt x="1201497" y="4576847"/>
                  </a:lnTo>
                  <a:lnTo>
                    <a:pt x="1201497" y="4576416"/>
                  </a:lnTo>
                  <a:lnTo>
                    <a:pt x="1201497" y="4575986"/>
                  </a:lnTo>
                  <a:lnTo>
                    <a:pt x="1201497" y="4575555"/>
                  </a:lnTo>
                  <a:lnTo>
                    <a:pt x="1201497" y="4575125"/>
                  </a:lnTo>
                  <a:lnTo>
                    <a:pt x="1201497" y="4574694"/>
                  </a:lnTo>
                  <a:lnTo>
                    <a:pt x="1201655" y="4574694"/>
                  </a:lnTo>
                  <a:lnTo>
                    <a:pt x="1201813" y="4574694"/>
                  </a:lnTo>
                  <a:lnTo>
                    <a:pt x="1201970" y="4574694"/>
                  </a:lnTo>
                  <a:lnTo>
                    <a:pt x="1202128" y="4574694"/>
                  </a:lnTo>
                  <a:lnTo>
                    <a:pt x="1202286" y="4574694"/>
                  </a:lnTo>
                  <a:lnTo>
                    <a:pt x="1202286" y="4574263"/>
                  </a:lnTo>
                  <a:lnTo>
                    <a:pt x="1202444" y="4574263"/>
                  </a:lnTo>
                  <a:lnTo>
                    <a:pt x="1202444" y="4573833"/>
                  </a:lnTo>
                  <a:lnTo>
                    <a:pt x="1202601" y="4573833"/>
                  </a:lnTo>
                  <a:lnTo>
                    <a:pt x="1202759" y="4573833"/>
                  </a:lnTo>
                  <a:lnTo>
                    <a:pt x="1202917" y="4573833"/>
                  </a:lnTo>
                  <a:lnTo>
                    <a:pt x="1202917" y="4573402"/>
                  </a:lnTo>
                  <a:lnTo>
                    <a:pt x="1202917" y="4572972"/>
                  </a:lnTo>
                  <a:lnTo>
                    <a:pt x="1203075" y="4572972"/>
                  </a:lnTo>
                  <a:lnTo>
                    <a:pt x="1203232" y="4572972"/>
                  </a:lnTo>
                  <a:lnTo>
                    <a:pt x="1203232" y="4572541"/>
                  </a:lnTo>
                  <a:lnTo>
                    <a:pt x="1203232" y="4572110"/>
                  </a:lnTo>
                  <a:lnTo>
                    <a:pt x="1203390" y="4572110"/>
                  </a:lnTo>
                  <a:lnTo>
                    <a:pt x="1203548" y="4572110"/>
                  </a:lnTo>
                  <a:lnTo>
                    <a:pt x="1203548" y="4571680"/>
                  </a:lnTo>
                  <a:lnTo>
                    <a:pt x="1203705" y="4571680"/>
                  </a:lnTo>
                  <a:lnTo>
                    <a:pt x="1203705" y="4571249"/>
                  </a:lnTo>
                  <a:lnTo>
                    <a:pt x="1203705" y="4570819"/>
                  </a:lnTo>
                  <a:lnTo>
                    <a:pt x="1203705" y="4570388"/>
                  </a:lnTo>
                  <a:lnTo>
                    <a:pt x="1203705" y="4569957"/>
                  </a:lnTo>
                  <a:lnTo>
                    <a:pt x="1203863" y="4569957"/>
                  </a:lnTo>
                  <a:lnTo>
                    <a:pt x="1204021" y="4569957"/>
                  </a:lnTo>
                  <a:lnTo>
                    <a:pt x="1204021" y="4569527"/>
                  </a:lnTo>
                  <a:lnTo>
                    <a:pt x="1204179" y="4569527"/>
                  </a:lnTo>
                  <a:lnTo>
                    <a:pt x="1204336" y="4569527"/>
                  </a:lnTo>
                  <a:lnTo>
                    <a:pt x="1204494" y="4569527"/>
                  </a:lnTo>
                  <a:lnTo>
                    <a:pt x="1204494" y="4569096"/>
                  </a:lnTo>
                  <a:lnTo>
                    <a:pt x="1204652" y="4569096"/>
                  </a:lnTo>
                  <a:lnTo>
                    <a:pt x="1204809" y="4569096"/>
                  </a:lnTo>
                  <a:lnTo>
                    <a:pt x="1204967" y="4569096"/>
                  </a:lnTo>
                  <a:lnTo>
                    <a:pt x="1205125" y="4569096"/>
                  </a:lnTo>
                  <a:lnTo>
                    <a:pt x="1205283" y="4569096"/>
                  </a:lnTo>
                  <a:lnTo>
                    <a:pt x="1205440" y="4569096"/>
                  </a:lnTo>
                  <a:lnTo>
                    <a:pt x="1205598" y="4569096"/>
                  </a:lnTo>
                  <a:lnTo>
                    <a:pt x="1205598" y="4568666"/>
                  </a:lnTo>
                  <a:lnTo>
                    <a:pt x="1205756" y="4568666"/>
                  </a:lnTo>
                  <a:lnTo>
                    <a:pt x="1205913" y="4568666"/>
                  </a:lnTo>
                  <a:lnTo>
                    <a:pt x="1205913" y="4568235"/>
                  </a:lnTo>
                  <a:lnTo>
                    <a:pt x="1206071" y="4568235"/>
                  </a:lnTo>
                  <a:lnTo>
                    <a:pt x="1206071" y="4567804"/>
                  </a:lnTo>
                  <a:lnTo>
                    <a:pt x="1206229" y="4567804"/>
                  </a:lnTo>
                  <a:lnTo>
                    <a:pt x="1206387" y="4567804"/>
                  </a:lnTo>
                  <a:lnTo>
                    <a:pt x="1206544" y="4567804"/>
                  </a:lnTo>
                  <a:lnTo>
                    <a:pt x="1206702" y="4567804"/>
                  </a:lnTo>
                  <a:lnTo>
                    <a:pt x="1206702" y="4567374"/>
                  </a:lnTo>
                  <a:lnTo>
                    <a:pt x="1206860" y="4567374"/>
                  </a:lnTo>
                  <a:lnTo>
                    <a:pt x="1206860" y="4566943"/>
                  </a:lnTo>
                  <a:lnTo>
                    <a:pt x="1207017" y="4566943"/>
                  </a:lnTo>
                  <a:lnTo>
                    <a:pt x="1207017" y="4566513"/>
                  </a:lnTo>
                  <a:lnTo>
                    <a:pt x="1207017" y="4566082"/>
                  </a:lnTo>
                  <a:lnTo>
                    <a:pt x="1207175" y="4566082"/>
                  </a:lnTo>
                  <a:lnTo>
                    <a:pt x="1207333" y="4566082"/>
                  </a:lnTo>
                  <a:lnTo>
                    <a:pt x="1207491" y="4566082"/>
                  </a:lnTo>
                  <a:lnTo>
                    <a:pt x="1207491" y="4565651"/>
                  </a:lnTo>
                  <a:lnTo>
                    <a:pt x="1207491" y="4565221"/>
                  </a:lnTo>
                  <a:lnTo>
                    <a:pt x="1207491" y="4564790"/>
                  </a:lnTo>
                  <a:lnTo>
                    <a:pt x="1207491" y="4564360"/>
                  </a:lnTo>
                  <a:lnTo>
                    <a:pt x="1207491" y="4563929"/>
                  </a:lnTo>
                  <a:lnTo>
                    <a:pt x="1207648" y="4563929"/>
                  </a:lnTo>
                  <a:lnTo>
                    <a:pt x="1207806" y="4563929"/>
                  </a:lnTo>
                  <a:lnTo>
                    <a:pt x="1207806" y="4563498"/>
                  </a:lnTo>
                  <a:lnTo>
                    <a:pt x="1207964" y="4563498"/>
                  </a:lnTo>
                  <a:lnTo>
                    <a:pt x="1208122" y="4563498"/>
                  </a:lnTo>
                  <a:lnTo>
                    <a:pt x="1208279" y="4563498"/>
                  </a:lnTo>
                  <a:lnTo>
                    <a:pt x="1208437" y="4563498"/>
                  </a:lnTo>
                  <a:lnTo>
                    <a:pt x="1208595" y="4563498"/>
                  </a:lnTo>
                  <a:lnTo>
                    <a:pt x="1208595" y="4563068"/>
                  </a:lnTo>
                  <a:lnTo>
                    <a:pt x="1208752" y="4563068"/>
                  </a:lnTo>
                  <a:lnTo>
                    <a:pt x="1208910" y="4563068"/>
                  </a:lnTo>
                  <a:lnTo>
                    <a:pt x="1209068" y="4563068"/>
                  </a:lnTo>
                  <a:lnTo>
                    <a:pt x="1209068" y="4562637"/>
                  </a:lnTo>
                  <a:lnTo>
                    <a:pt x="1209226" y="4562637"/>
                  </a:lnTo>
                  <a:lnTo>
                    <a:pt x="1209226" y="4562207"/>
                  </a:lnTo>
                  <a:lnTo>
                    <a:pt x="1209383" y="4562207"/>
                  </a:lnTo>
                  <a:lnTo>
                    <a:pt x="1209541" y="4562207"/>
                  </a:lnTo>
                  <a:lnTo>
                    <a:pt x="1209699" y="4562207"/>
                  </a:lnTo>
                  <a:lnTo>
                    <a:pt x="1209699" y="4561776"/>
                  </a:lnTo>
                  <a:lnTo>
                    <a:pt x="1209856" y="4561776"/>
                  </a:lnTo>
                  <a:lnTo>
                    <a:pt x="1210014" y="4561776"/>
                  </a:lnTo>
                  <a:lnTo>
                    <a:pt x="1210014" y="4561345"/>
                  </a:lnTo>
                  <a:lnTo>
                    <a:pt x="1210172" y="4561345"/>
                  </a:lnTo>
                  <a:lnTo>
                    <a:pt x="1210172" y="4560915"/>
                  </a:lnTo>
                  <a:lnTo>
                    <a:pt x="1210330" y="4560915"/>
                  </a:lnTo>
                  <a:lnTo>
                    <a:pt x="1210487" y="4560915"/>
                  </a:lnTo>
                  <a:lnTo>
                    <a:pt x="1210645" y="4560915"/>
                  </a:lnTo>
                  <a:lnTo>
                    <a:pt x="1210645" y="4560484"/>
                  </a:lnTo>
                  <a:lnTo>
                    <a:pt x="1210803" y="4560484"/>
                  </a:lnTo>
                  <a:lnTo>
                    <a:pt x="1210960" y="4560484"/>
                  </a:lnTo>
                  <a:lnTo>
                    <a:pt x="1211118" y="4560484"/>
                  </a:lnTo>
                  <a:lnTo>
                    <a:pt x="1211276" y="4560484"/>
                  </a:lnTo>
                  <a:lnTo>
                    <a:pt x="1211434" y="4560484"/>
                  </a:lnTo>
                  <a:lnTo>
                    <a:pt x="1211591" y="4560484"/>
                  </a:lnTo>
                  <a:lnTo>
                    <a:pt x="1211591" y="4560054"/>
                  </a:lnTo>
                  <a:lnTo>
                    <a:pt x="1211591" y="4559623"/>
                  </a:lnTo>
                  <a:lnTo>
                    <a:pt x="1211749" y="4559623"/>
                  </a:lnTo>
                  <a:lnTo>
                    <a:pt x="1211907" y="4559623"/>
                  </a:lnTo>
                  <a:lnTo>
                    <a:pt x="1212064" y="4559623"/>
                  </a:lnTo>
                  <a:lnTo>
                    <a:pt x="1212222" y="4559623"/>
                  </a:lnTo>
                  <a:lnTo>
                    <a:pt x="1212222" y="4559192"/>
                  </a:lnTo>
                  <a:lnTo>
                    <a:pt x="1212380" y="4559192"/>
                  </a:lnTo>
                  <a:lnTo>
                    <a:pt x="1212538" y="4559192"/>
                  </a:lnTo>
                  <a:lnTo>
                    <a:pt x="1212538" y="4558762"/>
                  </a:lnTo>
                  <a:lnTo>
                    <a:pt x="1212695" y="4558762"/>
                  </a:lnTo>
                  <a:lnTo>
                    <a:pt x="1212695" y="4558331"/>
                  </a:lnTo>
                  <a:lnTo>
                    <a:pt x="1212853" y="4558331"/>
                  </a:lnTo>
                  <a:lnTo>
                    <a:pt x="1213011" y="4558331"/>
                  </a:lnTo>
                  <a:lnTo>
                    <a:pt x="1213168" y="4558331"/>
                  </a:lnTo>
                  <a:lnTo>
                    <a:pt x="1213326" y="4558331"/>
                  </a:lnTo>
                  <a:lnTo>
                    <a:pt x="1213484" y="4558331"/>
                  </a:lnTo>
                  <a:lnTo>
                    <a:pt x="1213642" y="4558331"/>
                  </a:lnTo>
                  <a:lnTo>
                    <a:pt x="1213799" y="4558331"/>
                  </a:lnTo>
                  <a:lnTo>
                    <a:pt x="1213799" y="4557901"/>
                  </a:lnTo>
                  <a:lnTo>
                    <a:pt x="1213957" y="4557901"/>
                  </a:lnTo>
                  <a:lnTo>
                    <a:pt x="1214115" y="4557901"/>
                  </a:lnTo>
                  <a:lnTo>
                    <a:pt x="1214115" y="4557470"/>
                  </a:lnTo>
                  <a:lnTo>
                    <a:pt x="1214273" y="4557470"/>
                  </a:lnTo>
                  <a:lnTo>
                    <a:pt x="1214273" y="4557039"/>
                  </a:lnTo>
                  <a:lnTo>
                    <a:pt x="1214430" y="4557039"/>
                  </a:lnTo>
                  <a:lnTo>
                    <a:pt x="1214588" y="4557039"/>
                  </a:lnTo>
                  <a:lnTo>
                    <a:pt x="1214746" y="4557039"/>
                  </a:lnTo>
                  <a:lnTo>
                    <a:pt x="1214903" y="4557039"/>
                  </a:lnTo>
                  <a:lnTo>
                    <a:pt x="1214903" y="4556609"/>
                  </a:lnTo>
                  <a:lnTo>
                    <a:pt x="1215061" y="4556609"/>
                  </a:lnTo>
                  <a:lnTo>
                    <a:pt x="1215219" y="4556609"/>
                  </a:lnTo>
                  <a:lnTo>
                    <a:pt x="1215377" y="4556609"/>
                  </a:lnTo>
                  <a:lnTo>
                    <a:pt x="1215377" y="4556178"/>
                  </a:lnTo>
                  <a:lnTo>
                    <a:pt x="1215534" y="4556178"/>
                  </a:lnTo>
                  <a:lnTo>
                    <a:pt x="1215534" y="4555748"/>
                  </a:lnTo>
                  <a:lnTo>
                    <a:pt x="1215692" y="4555748"/>
                  </a:lnTo>
                  <a:lnTo>
                    <a:pt x="1215692" y="4555317"/>
                  </a:lnTo>
                  <a:lnTo>
                    <a:pt x="1215692" y="4554886"/>
                  </a:lnTo>
                  <a:lnTo>
                    <a:pt x="1215850" y="4554886"/>
                  </a:lnTo>
                  <a:lnTo>
                    <a:pt x="1216007" y="4554886"/>
                  </a:lnTo>
                  <a:lnTo>
                    <a:pt x="1216165" y="4554886"/>
                  </a:lnTo>
                  <a:lnTo>
                    <a:pt x="1216323" y="4554886"/>
                  </a:lnTo>
                  <a:lnTo>
                    <a:pt x="1216323" y="4554456"/>
                  </a:lnTo>
                  <a:lnTo>
                    <a:pt x="1216481" y="4554456"/>
                  </a:lnTo>
                  <a:lnTo>
                    <a:pt x="1216638" y="4554456"/>
                  </a:lnTo>
                  <a:lnTo>
                    <a:pt x="1216796" y="4554456"/>
                  </a:lnTo>
                  <a:lnTo>
                    <a:pt x="1216796" y="4554025"/>
                  </a:lnTo>
                  <a:lnTo>
                    <a:pt x="1216796" y="4553595"/>
                  </a:lnTo>
                  <a:lnTo>
                    <a:pt x="1216796" y="4553164"/>
                  </a:lnTo>
                  <a:lnTo>
                    <a:pt x="1216954" y="4553164"/>
                  </a:lnTo>
                  <a:lnTo>
                    <a:pt x="1217111" y="4553164"/>
                  </a:lnTo>
                  <a:lnTo>
                    <a:pt x="1217269" y="4553164"/>
                  </a:lnTo>
                  <a:lnTo>
                    <a:pt x="1217427" y="4553164"/>
                  </a:lnTo>
                  <a:lnTo>
                    <a:pt x="1217585" y="4553164"/>
                  </a:lnTo>
                  <a:lnTo>
                    <a:pt x="1217742" y="4553164"/>
                  </a:lnTo>
                  <a:lnTo>
                    <a:pt x="1217900" y="4553164"/>
                  </a:lnTo>
                  <a:lnTo>
                    <a:pt x="1218058" y="4553164"/>
                  </a:lnTo>
                  <a:lnTo>
                    <a:pt x="1218215" y="4553164"/>
                  </a:lnTo>
                  <a:lnTo>
                    <a:pt x="1218373" y="4553164"/>
                  </a:lnTo>
                  <a:lnTo>
                    <a:pt x="1218373" y="4552733"/>
                  </a:lnTo>
                  <a:lnTo>
                    <a:pt x="1218373" y="4552303"/>
                  </a:lnTo>
                  <a:lnTo>
                    <a:pt x="1218531" y="4552303"/>
                  </a:lnTo>
                  <a:lnTo>
                    <a:pt x="1218689" y="4552303"/>
                  </a:lnTo>
                  <a:lnTo>
                    <a:pt x="1218846" y="4552303"/>
                  </a:lnTo>
                  <a:lnTo>
                    <a:pt x="1219004" y="4552303"/>
                  </a:lnTo>
                  <a:lnTo>
                    <a:pt x="1219004" y="4551872"/>
                  </a:lnTo>
                  <a:lnTo>
                    <a:pt x="1219004" y="4551442"/>
                  </a:lnTo>
                  <a:lnTo>
                    <a:pt x="1219162" y="4551442"/>
                  </a:lnTo>
                  <a:lnTo>
                    <a:pt x="1219320" y="4551442"/>
                  </a:lnTo>
                  <a:lnTo>
                    <a:pt x="1219477" y="4551442"/>
                  </a:lnTo>
                  <a:lnTo>
                    <a:pt x="1219635" y="4551442"/>
                  </a:lnTo>
                  <a:lnTo>
                    <a:pt x="1219635" y="4551011"/>
                  </a:lnTo>
                  <a:lnTo>
                    <a:pt x="1219793" y="4551011"/>
                  </a:lnTo>
                  <a:lnTo>
                    <a:pt x="1219793" y="4550580"/>
                  </a:lnTo>
                  <a:lnTo>
                    <a:pt x="1219950" y="4550580"/>
                  </a:lnTo>
                  <a:lnTo>
                    <a:pt x="1219950" y="4550150"/>
                  </a:lnTo>
                  <a:lnTo>
                    <a:pt x="1220108" y="4550150"/>
                  </a:lnTo>
                  <a:lnTo>
                    <a:pt x="1220266" y="4550150"/>
                  </a:lnTo>
                  <a:lnTo>
                    <a:pt x="1220424" y="4550150"/>
                  </a:lnTo>
                  <a:lnTo>
                    <a:pt x="1220581" y="4550150"/>
                  </a:lnTo>
                  <a:lnTo>
                    <a:pt x="1220739" y="4550150"/>
                  </a:lnTo>
                  <a:lnTo>
                    <a:pt x="1220897" y="4550150"/>
                  </a:lnTo>
                  <a:lnTo>
                    <a:pt x="1220897" y="4549719"/>
                  </a:lnTo>
                  <a:lnTo>
                    <a:pt x="1221054" y="4549719"/>
                  </a:lnTo>
                  <a:lnTo>
                    <a:pt x="1221054" y="4549289"/>
                  </a:lnTo>
                  <a:lnTo>
                    <a:pt x="1221212" y="4549289"/>
                  </a:lnTo>
                  <a:lnTo>
                    <a:pt x="1221370" y="4549289"/>
                  </a:lnTo>
                  <a:lnTo>
                    <a:pt x="1221528" y="4549289"/>
                  </a:lnTo>
                  <a:lnTo>
                    <a:pt x="1221685" y="4549289"/>
                  </a:lnTo>
                  <a:lnTo>
                    <a:pt x="1221843" y="4549289"/>
                  </a:lnTo>
                  <a:lnTo>
                    <a:pt x="1222001" y="4549289"/>
                  </a:lnTo>
                  <a:lnTo>
                    <a:pt x="1222001" y="4548858"/>
                  </a:lnTo>
                  <a:lnTo>
                    <a:pt x="1222158" y="4548858"/>
                  </a:lnTo>
                  <a:lnTo>
                    <a:pt x="1222316" y="4548858"/>
                  </a:lnTo>
                  <a:lnTo>
                    <a:pt x="1222474" y="4548858"/>
                  </a:lnTo>
                  <a:lnTo>
                    <a:pt x="1222632" y="4548858"/>
                  </a:lnTo>
                  <a:lnTo>
                    <a:pt x="1222632" y="4548427"/>
                  </a:lnTo>
                  <a:lnTo>
                    <a:pt x="1222789" y="4548427"/>
                  </a:lnTo>
                  <a:lnTo>
                    <a:pt x="1222947" y="4548427"/>
                  </a:lnTo>
                  <a:lnTo>
                    <a:pt x="1222947" y="4547997"/>
                  </a:lnTo>
                  <a:lnTo>
                    <a:pt x="1223105" y="4547997"/>
                  </a:lnTo>
                  <a:lnTo>
                    <a:pt x="1223262" y="4547997"/>
                  </a:lnTo>
                  <a:lnTo>
                    <a:pt x="1223262" y="4547566"/>
                  </a:lnTo>
                  <a:lnTo>
                    <a:pt x="1223420" y="4547566"/>
                  </a:lnTo>
                  <a:lnTo>
                    <a:pt x="1223420" y="4547136"/>
                  </a:lnTo>
                  <a:lnTo>
                    <a:pt x="1223578" y="4547136"/>
                  </a:lnTo>
                  <a:lnTo>
                    <a:pt x="1223736" y="4547136"/>
                  </a:lnTo>
                  <a:lnTo>
                    <a:pt x="1223893" y="4547136"/>
                  </a:lnTo>
                  <a:lnTo>
                    <a:pt x="1223893" y="4546705"/>
                  </a:lnTo>
                  <a:lnTo>
                    <a:pt x="1224051" y="4546705"/>
                  </a:lnTo>
                  <a:lnTo>
                    <a:pt x="1224051" y="4546274"/>
                  </a:lnTo>
                  <a:lnTo>
                    <a:pt x="1224209" y="4546274"/>
                  </a:lnTo>
                  <a:lnTo>
                    <a:pt x="1224209" y="4545844"/>
                  </a:lnTo>
                  <a:lnTo>
                    <a:pt x="1224209" y="4545413"/>
                  </a:lnTo>
                  <a:lnTo>
                    <a:pt x="1224366" y="4545413"/>
                  </a:lnTo>
                  <a:lnTo>
                    <a:pt x="1224524" y="4545413"/>
                  </a:lnTo>
                  <a:lnTo>
                    <a:pt x="1224524" y="4544983"/>
                  </a:lnTo>
                  <a:lnTo>
                    <a:pt x="1224682" y="4544983"/>
                  </a:lnTo>
                  <a:lnTo>
                    <a:pt x="1224840" y="4544983"/>
                  </a:lnTo>
                  <a:lnTo>
                    <a:pt x="1224997" y="4544983"/>
                  </a:lnTo>
                  <a:lnTo>
                    <a:pt x="1224997" y="4544552"/>
                  </a:lnTo>
                  <a:lnTo>
                    <a:pt x="1225155" y="4544552"/>
                  </a:lnTo>
                  <a:lnTo>
                    <a:pt x="1225313" y="4544552"/>
                  </a:lnTo>
                  <a:lnTo>
                    <a:pt x="1225313" y="4544121"/>
                  </a:lnTo>
                  <a:lnTo>
                    <a:pt x="1225313" y="4543691"/>
                  </a:lnTo>
                  <a:lnTo>
                    <a:pt x="1225471" y="4543691"/>
                  </a:lnTo>
                  <a:lnTo>
                    <a:pt x="1225628" y="4543691"/>
                  </a:lnTo>
                  <a:lnTo>
                    <a:pt x="1225786" y="4543691"/>
                  </a:lnTo>
                  <a:lnTo>
                    <a:pt x="1225786" y="4543260"/>
                  </a:lnTo>
                  <a:lnTo>
                    <a:pt x="1225944" y="4543260"/>
                  </a:lnTo>
                  <a:lnTo>
                    <a:pt x="1225944" y="4542830"/>
                  </a:lnTo>
                  <a:lnTo>
                    <a:pt x="1225944" y="4542399"/>
                  </a:lnTo>
                  <a:lnTo>
                    <a:pt x="1225944" y="4541968"/>
                  </a:lnTo>
                  <a:lnTo>
                    <a:pt x="1226101" y="4541968"/>
                  </a:lnTo>
                  <a:lnTo>
                    <a:pt x="1226259" y="4541968"/>
                  </a:lnTo>
                  <a:lnTo>
                    <a:pt x="1226417" y="4541968"/>
                  </a:lnTo>
                  <a:lnTo>
                    <a:pt x="1226575" y="4541968"/>
                  </a:lnTo>
                  <a:lnTo>
                    <a:pt x="1226732" y="4541968"/>
                  </a:lnTo>
                  <a:lnTo>
                    <a:pt x="1226890" y="4541968"/>
                  </a:lnTo>
                  <a:lnTo>
                    <a:pt x="1227048" y="4541968"/>
                  </a:lnTo>
                  <a:lnTo>
                    <a:pt x="1227205" y="4541968"/>
                  </a:lnTo>
                  <a:lnTo>
                    <a:pt x="1227363" y="4541968"/>
                  </a:lnTo>
                  <a:lnTo>
                    <a:pt x="1227363" y="4541538"/>
                  </a:lnTo>
                  <a:lnTo>
                    <a:pt x="1227521" y="4541538"/>
                  </a:lnTo>
                  <a:lnTo>
                    <a:pt x="1227521" y="4541107"/>
                  </a:lnTo>
                  <a:lnTo>
                    <a:pt x="1227679" y="4541107"/>
                  </a:lnTo>
                  <a:lnTo>
                    <a:pt x="1227836" y="4541107"/>
                  </a:lnTo>
                  <a:lnTo>
                    <a:pt x="1227994" y="4541107"/>
                  </a:lnTo>
                  <a:lnTo>
                    <a:pt x="1228152" y="4541107"/>
                  </a:lnTo>
                  <a:lnTo>
                    <a:pt x="1228309" y="4541107"/>
                  </a:lnTo>
                  <a:lnTo>
                    <a:pt x="1228467" y="4541107"/>
                  </a:lnTo>
                  <a:lnTo>
                    <a:pt x="1228467" y="4540677"/>
                  </a:lnTo>
                  <a:lnTo>
                    <a:pt x="1228625" y="4540677"/>
                  </a:lnTo>
                  <a:lnTo>
                    <a:pt x="1228783" y="4540677"/>
                  </a:lnTo>
                  <a:lnTo>
                    <a:pt x="1228940" y="4540677"/>
                  </a:lnTo>
                  <a:lnTo>
                    <a:pt x="1228940" y="4540246"/>
                  </a:lnTo>
                  <a:lnTo>
                    <a:pt x="1229098" y="4540246"/>
                  </a:lnTo>
                  <a:lnTo>
                    <a:pt x="1229256" y="4540246"/>
                  </a:lnTo>
                  <a:lnTo>
                    <a:pt x="1229413" y="4540246"/>
                  </a:lnTo>
                  <a:lnTo>
                    <a:pt x="1229413" y="4539815"/>
                  </a:lnTo>
                  <a:lnTo>
                    <a:pt x="1229571" y="4539815"/>
                  </a:lnTo>
                  <a:lnTo>
                    <a:pt x="1229729" y="4539815"/>
                  </a:lnTo>
                  <a:lnTo>
                    <a:pt x="1229887" y="4539815"/>
                  </a:lnTo>
                  <a:lnTo>
                    <a:pt x="1230044" y="4539815"/>
                  </a:lnTo>
                  <a:lnTo>
                    <a:pt x="1230202" y="4539815"/>
                  </a:lnTo>
                  <a:lnTo>
                    <a:pt x="1230360" y="4539815"/>
                  </a:lnTo>
                  <a:lnTo>
                    <a:pt x="1230518" y="4539815"/>
                  </a:lnTo>
                  <a:lnTo>
                    <a:pt x="1230518" y="4539385"/>
                  </a:lnTo>
                  <a:lnTo>
                    <a:pt x="1230518" y="4538954"/>
                  </a:lnTo>
                  <a:lnTo>
                    <a:pt x="1230675" y="4538954"/>
                  </a:lnTo>
                  <a:lnTo>
                    <a:pt x="1230833" y="4538954"/>
                  </a:lnTo>
                  <a:lnTo>
                    <a:pt x="1230991" y="4538954"/>
                  </a:lnTo>
                  <a:lnTo>
                    <a:pt x="1231148" y="4538954"/>
                  </a:lnTo>
                  <a:lnTo>
                    <a:pt x="1231148" y="4538524"/>
                  </a:lnTo>
                  <a:lnTo>
                    <a:pt x="1231306" y="4538524"/>
                  </a:lnTo>
                  <a:lnTo>
                    <a:pt x="1231464" y="4538524"/>
                  </a:lnTo>
                  <a:lnTo>
                    <a:pt x="1231464" y="4538093"/>
                  </a:lnTo>
                  <a:lnTo>
                    <a:pt x="1231464" y="4537662"/>
                  </a:lnTo>
                  <a:lnTo>
                    <a:pt x="1231622" y="4537662"/>
                  </a:lnTo>
                  <a:lnTo>
                    <a:pt x="1231779" y="4537662"/>
                  </a:lnTo>
                  <a:lnTo>
                    <a:pt x="1231779" y="4537232"/>
                  </a:lnTo>
                  <a:lnTo>
                    <a:pt x="1231937" y="4537232"/>
                  </a:lnTo>
                  <a:lnTo>
                    <a:pt x="1231937" y="4536801"/>
                  </a:lnTo>
                  <a:lnTo>
                    <a:pt x="1231937" y="4536371"/>
                  </a:lnTo>
                  <a:lnTo>
                    <a:pt x="1231937" y="4535940"/>
                  </a:lnTo>
                  <a:lnTo>
                    <a:pt x="1232095" y="4535940"/>
                  </a:lnTo>
                  <a:lnTo>
                    <a:pt x="1232252" y="4535940"/>
                  </a:lnTo>
                  <a:lnTo>
                    <a:pt x="1232410" y="4535940"/>
                  </a:lnTo>
                  <a:lnTo>
                    <a:pt x="1232568" y="4535940"/>
                  </a:lnTo>
                  <a:lnTo>
                    <a:pt x="1232568" y="4535509"/>
                  </a:lnTo>
                  <a:lnTo>
                    <a:pt x="1232568" y="4535079"/>
                  </a:lnTo>
                  <a:lnTo>
                    <a:pt x="1232568" y="4534648"/>
                  </a:lnTo>
                  <a:lnTo>
                    <a:pt x="1232568" y="4534218"/>
                  </a:lnTo>
                  <a:lnTo>
                    <a:pt x="1232568" y="4533787"/>
                  </a:lnTo>
                  <a:lnTo>
                    <a:pt x="1232726" y="4533787"/>
                  </a:lnTo>
                  <a:lnTo>
                    <a:pt x="1232726" y="4533356"/>
                  </a:lnTo>
                  <a:lnTo>
                    <a:pt x="1232726" y="4532926"/>
                  </a:lnTo>
                  <a:lnTo>
                    <a:pt x="1232883" y="4532926"/>
                  </a:lnTo>
                  <a:lnTo>
                    <a:pt x="1232883" y="4532495"/>
                  </a:lnTo>
                  <a:lnTo>
                    <a:pt x="1233041" y="4532495"/>
                  </a:lnTo>
                  <a:lnTo>
                    <a:pt x="1233199" y="4532495"/>
                  </a:lnTo>
                  <a:lnTo>
                    <a:pt x="1233356" y="4532495"/>
                  </a:lnTo>
                  <a:lnTo>
                    <a:pt x="1233514" y="4532495"/>
                  </a:lnTo>
                  <a:lnTo>
                    <a:pt x="1233514" y="4532065"/>
                  </a:lnTo>
                  <a:lnTo>
                    <a:pt x="1233672" y="4532065"/>
                  </a:lnTo>
                  <a:lnTo>
                    <a:pt x="1233830" y="4532065"/>
                  </a:lnTo>
                  <a:lnTo>
                    <a:pt x="1233987" y="4532065"/>
                  </a:lnTo>
                  <a:lnTo>
                    <a:pt x="1233987" y="4531634"/>
                  </a:lnTo>
                  <a:lnTo>
                    <a:pt x="1234145" y="4531634"/>
                  </a:lnTo>
                  <a:lnTo>
                    <a:pt x="1234303" y="4531634"/>
                  </a:lnTo>
                  <a:lnTo>
                    <a:pt x="1234460" y="4531634"/>
                  </a:lnTo>
                  <a:lnTo>
                    <a:pt x="1234618" y="4531634"/>
                  </a:lnTo>
                  <a:lnTo>
                    <a:pt x="1234776" y="4531634"/>
                  </a:lnTo>
                  <a:lnTo>
                    <a:pt x="1234776" y="4531203"/>
                  </a:lnTo>
                  <a:lnTo>
                    <a:pt x="1234776" y="4530773"/>
                  </a:lnTo>
                  <a:lnTo>
                    <a:pt x="1234934" y="4530773"/>
                  </a:lnTo>
                  <a:lnTo>
                    <a:pt x="1235091" y="4530773"/>
                  </a:lnTo>
                  <a:lnTo>
                    <a:pt x="1235091" y="4530342"/>
                  </a:lnTo>
                  <a:lnTo>
                    <a:pt x="1235249" y="4530342"/>
                  </a:lnTo>
                  <a:lnTo>
                    <a:pt x="1235407" y="4530342"/>
                  </a:lnTo>
                  <a:lnTo>
                    <a:pt x="1235407" y="4529912"/>
                  </a:lnTo>
                  <a:lnTo>
                    <a:pt x="1235407" y="4529481"/>
                  </a:lnTo>
                  <a:lnTo>
                    <a:pt x="1235407" y="4529050"/>
                  </a:lnTo>
                  <a:lnTo>
                    <a:pt x="1235407" y="4528620"/>
                  </a:lnTo>
                  <a:lnTo>
                    <a:pt x="1235564" y="4528620"/>
                  </a:lnTo>
                  <a:lnTo>
                    <a:pt x="1235722" y="4528620"/>
                  </a:lnTo>
                  <a:lnTo>
                    <a:pt x="1235880" y="4528620"/>
                  </a:lnTo>
                  <a:lnTo>
                    <a:pt x="1236038" y="4528620"/>
                  </a:lnTo>
                  <a:lnTo>
                    <a:pt x="1236195" y="4528620"/>
                  </a:lnTo>
                  <a:lnTo>
                    <a:pt x="1236195" y="4528189"/>
                  </a:lnTo>
                  <a:lnTo>
                    <a:pt x="1236353" y="4528189"/>
                  </a:lnTo>
                  <a:lnTo>
                    <a:pt x="1236511" y="4528189"/>
                  </a:lnTo>
                  <a:lnTo>
                    <a:pt x="1236511" y="4527759"/>
                  </a:lnTo>
                  <a:lnTo>
                    <a:pt x="1236669" y="4527759"/>
                  </a:lnTo>
                  <a:lnTo>
                    <a:pt x="1236669" y="4527328"/>
                  </a:lnTo>
                  <a:lnTo>
                    <a:pt x="1236826" y="4527328"/>
                  </a:lnTo>
                  <a:lnTo>
                    <a:pt x="1236826" y="4526897"/>
                  </a:lnTo>
                  <a:lnTo>
                    <a:pt x="1236984" y="4526897"/>
                  </a:lnTo>
                  <a:lnTo>
                    <a:pt x="1237142" y="4526897"/>
                  </a:lnTo>
                  <a:lnTo>
                    <a:pt x="1237142" y="4526467"/>
                  </a:lnTo>
                  <a:lnTo>
                    <a:pt x="1237299" y="4526467"/>
                  </a:lnTo>
                  <a:lnTo>
                    <a:pt x="1237457" y="4526467"/>
                  </a:lnTo>
                  <a:lnTo>
                    <a:pt x="1237615" y="4526467"/>
                  </a:lnTo>
                  <a:lnTo>
                    <a:pt x="1237773" y="4526467"/>
                  </a:lnTo>
                  <a:lnTo>
                    <a:pt x="1237930" y="4526467"/>
                  </a:lnTo>
                  <a:lnTo>
                    <a:pt x="1238088" y="4526467"/>
                  </a:lnTo>
                  <a:lnTo>
                    <a:pt x="1238246" y="4526467"/>
                  </a:lnTo>
                  <a:lnTo>
                    <a:pt x="1238246" y="4526036"/>
                  </a:lnTo>
                  <a:lnTo>
                    <a:pt x="1238403" y="4526036"/>
                  </a:lnTo>
                  <a:lnTo>
                    <a:pt x="1238561" y="4526036"/>
                  </a:lnTo>
                  <a:lnTo>
                    <a:pt x="1238719" y="4526036"/>
                  </a:lnTo>
                  <a:lnTo>
                    <a:pt x="1238719" y="4525606"/>
                  </a:lnTo>
                  <a:lnTo>
                    <a:pt x="1238719" y="4525175"/>
                  </a:lnTo>
                  <a:lnTo>
                    <a:pt x="1238877" y="4525175"/>
                  </a:lnTo>
                  <a:lnTo>
                    <a:pt x="1238877" y="4524744"/>
                  </a:lnTo>
                  <a:lnTo>
                    <a:pt x="1239034" y="4524744"/>
                  </a:lnTo>
                  <a:lnTo>
                    <a:pt x="1239192" y="4524744"/>
                  </a:lnTo>
                  <a:lnTo>
                    <a:pt x="1239350" y="4524744"/>
                  </a:lnTo>
                  <a:lnTo>
                    <a:pt x="1239350" y="4524314"/>
                  </a:lnTo>
                  <a:lnTo>
                    <a:pt x="1239507" y="4524314"/>
                  </a:lnTo>
                  <a:lnTo>
                    <a:pt x="1239665" y="4524314"/>
                  </a:lnTo>
                  <a:lnTo>
                    <a:pt x="1239823" y="4524314"/>
                  </a:lnTo>
                  <a:lnTo>
                    <a:pt x="1239981" y="4524314"/>
                  </a:lnTo>
                  <a:lnTo>
                    <a:pt x="1240138" y="4524314"/>
                  </a:lnTo>
                  <a:lnTo>
                    <a:pt x="1240296" y="4524314"/>
                  </a:lnTo>
                  <a:lnTo>
                    <a:pt x="1240454" y="4524314"/>
                  </a:lnTo>
                  <a:lnTo>
                    <a:pt x="1240611" y="4524314"/>
                  </a:lnTo>
                  <a:lnTo>
                    <a:pt x="1240769" y="4524314"/>
                  </a:lnTo>
                  <a:lnTo>
                    <a:pt x="1240927" y="4524314"/>
                  </a:lnTo>
                  <a:lnTo>
                    <a:pt x="1240927" y="4523883"/>
                  </a:lnTo>
                  <a:lnTo>
                    <a:pt x="1241085" y="4523883"/>
                  </a:lnTo>
                  <a:lnTo>
                    <a:pt x="1241085" y="4523453"/>
                  </a:lnTo>
                  <a:lnTo>
                    <a:pt x="1241242" y="4523453"/>
                  </a:lnTo>
                  <a:lnTo>
                    <a:pt x="1241400" y="4523453"/>
                  </a:lnTo>
                  <a:lnTo>
                    <a:pt x="1241558" y="4523453"/>
                  </a:lnTo>
                  <a:lnTo>
                    <a:pt x="1241716" y="4523453"/>
                  </a:lnTo>
                  <a:lnTo>
                    <a:pt x="1241873" y="4523453"/>
                  </a:lnTo>
                  <a:lnTo>
                    <a:pt x="1242031" y="4523453"/>
                  </a:lnTo>
                  <a:lnTo>
                    <a:pt x="1242189" y="4523453"/>
                  </a:lnTo>
                  <a:lnTo>
                    <a:pt x="1242189" y="4523022"/>
                  </a:lnTo>
                  <a:lnTo>
                    <a:pt x="1242346" y="4523022"/>
                  </a:lnTo>
                  <a:lnTo>
                    <a:pt x="1242504" y="4523022"/>
                  </a:lnTo>
                  <a:lnTo>
                    <a:pt x="1242662" y="4523022"/>
                  </a:lnTo>
                  <a:lnTo>
                    <a:pt x="1242662" y="4522591"/>
                  </a:lnTo>
                  <a:lnTo>
                    <a:pt x="1242820" y="4522591"/>
                  </a:lnTo>
                  <a:lnTo>
                    <a:pt x="1242820" y="4522161"/>
                  </a:lnTo>
                  <a:lnTo>
                    <a:pt x="1242977" y="4522161"/>
                  </a:lnTo>
                  <a:lnTo>
                    <a:pt x="1242977" y="4521730"/>
                  </a:lnTo>
                  <a:lnTo>
                    <a:pt x="1242977" y="4521300"/>
                  </a:lnTo>
                  <a:lnTo>
                    <a:pt x="1243135" y="4521300"/>
                  </a:lnTo>
                  <a:lnTo>
                    <a:pt x="1243293" y="4521300"/>
                  </a:lnTo>
                  <a:lnTo>
                    <a:pt x="1243293" y="4520869"/>
                  </a:lnTo>
                  <a:lnTo>
                    <a:pt x="1243450" y="4520869"/>
                  </a:lnTo>
                  <a:lnTo>
                    <a:pt x="1243608" y="4520869"/>
                  </a:lnTo>
                  <a:lnTo>
                    <a:pt x="1243766" y="4520869"/>
                  </a:lnTo>
                  <a:lnTo>
                    <a:pt x="1243924" y="4520869"/>
                  </a:lnTo>
                  <a:lnTo>
                    <a:pt x="1244081" y="4520869"/>
                  </a:lnTo>
                  <a:lnTo>
                    <a:pt x="1244081" y="4520438"/>
                  </a:lnTo>
                  <a:lnTo>
                    <a:pt x="1244239" y="4520438"/>
                  </a:lnTo>
                  <a:lnTo>
                    <a:pt x="1244397" y="4520438"/>
                  </a:lnTo>
                  <a:lnTo>
                    <a:pt x="1244554" y="4520438"/>
                  </a:lnTo>
                  <a:lnTo>
                    <a:pt x="1244712" y="4520438"/>
                  </a:lnTo>
                  <a:lnTo>
                    <a:pt x="1244870" y="4520438"/>
                  </a:lnTo>
                  <a:lnTo>
                    <a:pt x="1244870" y="4520008"/>
                  </a:lnTo>
                  <a:lnTo>
                    <a:pt x="1245028" y="4520008"/>
                  </a:lnTo>
                  <a:lnTo>
                    <a:pt x="1245028" y="4519577"/>
                  </a:lnTo>
                  <a:lnTo>
                    <a:pt x="1245185" y="4519577"/>
                  </a:lnTo>
                  <a:lnTo>
                    <a:pt x="1245185" y="4519147"/>
                  </a:lnTo>
                  <a:lnTo>
                    <a:pt x="1245343" y="4519147"/>
                  </a:lnTo>
                  <a:lnTo>
                    <a:pt x="1245501" y="4519147"/>
                  </a:lnTo>
                  <a:lnTo>
                    <a:pt x="1245658" y="4519147"/>
                  </a:lnTo>
                  <a:lnTo>
                    <a:pt x="1245816" y="4519147"/>
                  </a:lnTo>
                  <a:lnTo>
                    <a:pt x="1245816" y="4518716"/>
                  </a:lnTo>
                  <a:lnTo>
                    <a:pt x="1245974" y="4518716"/>
                  </a:lnTo>
                  <a:lnTo>
                    <a:pt x="1246132" y="4518716"/>
                  </a:lnTo>
                  <a:lnTo>
                    <a:pt x="1246289" y="4518716"/>
                  </a:lnTo>
                  <a:lnTo>
                    <a:pt x="1246447" y="4518716"/>
                  </a:lnTo>
                  <a:lnTo>
                    <a:pt x="1246447" y="4518285"/>
                  </a:lnTo>
                  <a:lnTo>
                    <a:pt x="1246447" y="4517855"/>
                  </a:lnTo>
                  <a:lnTo>
                    <a:pt x="1246605" y="4517855"/>
                  </a:lnTo>
                  <a:lnTo>
                    <a:pt x="1246762" y="4517855"/>
                  </a:lnTo>
                  <a:lnTo>
                    <a:pt x="1246920" y="4517855"/>
                  </a:lnTo>
                  <a:lnTo>
                    <a:pt x="1246920" y="4517424"/>
                  </a:lnTo>
                  <a:lnTo>
                    <a:pt x="1247078" y="4517424"/>
                  </a:lnTo>
                  <a:lnTo>
                    <a:pt x="1247236" y="4517424"/>
                  </a:lnTo>
                  <a:lnTo>
                    <a:pt x="1247236" y="4516994"/>
                  </a:lnTo>
                  <a:lnTo>
                    <a:pt x="1247393" y="4516994"/>
                  </a:lnTo>
                  <a:lnTo>
                    <a:pt x="1247393" y="4516563"/>
                  </a:lnTo>
                  <a:lnTo>
                    <a:pt x="1247551" y="4516563"/>
                  </a:lnTo>
                  <a:lnTo>
                    <a:pt x="1247551" y="4516132"/>
                  </a:lnTo>
                  <a:lnTo>
                    <a:pt x="1247709" y="4516132"/>
                  </a:lnTo>
                  <a:lnTo>
                    <a:pt x="1247867" y="4516132"/>
                  </a:lnTo>
                  <a:lnTo>
                    <a:pt x="1248024" y="4516132"/>
                  </a:lnTo>
                  <a:lnTo>
                    <a:pt x="1248024" y="4515702"/>
                  </a:lnTo>
                  <a:lnTo>
                    <a:pt x="1248024" y="4515271"/>
                  </a:lnTo>
                  <a:lnTo>
                    <a:pt x="1248024" y="4514841"/>
                  </a:lnTo>
                  <a:lnTo>
                    <a:pt x="1248182" y="4514841"/>
                  </a:lnTo>
                  <a:lnTo>
                    <a:pt x="1248340" y="4514841"/>
                  </a:lnTo>
                  <a:lnTo>
                    <a:pt x="1248497" y="4514841"/>
                  </a:lnTo>
                  <a:lnTo>
                    <a:pt x="1248655" y="4514841"/>
                  </a:lnTo>
                  <a:lnTo>
                    <a:pt x="1248813" y="4514841"/>
                  </a:lnTo>
                  <a:lnTo>
                    <a:pt x="1248971" y="4514841"/>
                  </a:lnTo>
                  <a:lnTo>
                    <a:pt x="1248971" y="4514410"/>
                  </a:lnTo>
                  <a:lnTo>
                    <a:pt x="1249128" y="4514410"/>
                  </a:lnTo>
                  <a:lnTo>
                    <a:pt x="1249286" y="4514410"/>
                  </a:lnTo>
                  <a:lnTo>
                    <a:pt x="1249286" y="4513979"/>
                  </a:lnTo>
                  <a:lnTo>
                    <a:pt x="1249286" y="4513549"/>
                  </a:lnTo>
                  <a:lnTo>
                    <a:pt x="1249286" y="4513118"/>
                  </a:lnTo>
                  <a:lnTo>
                    <a:pt x="1249286" y="4512688"/>
                  </a:lnTo>
                  <a:lnTo>
                    <a:pt x="1249286" y="4512257"/>
                  </a:lnTo>
                  <a:lnTo>
                    <a:pt x="1249444" y="4512257"/>
                  </a:lnTo>
                  <a:lnTo>
                    <a:pt x="1249444" y="4511826"/>
                  </a:lnTo>
                  <a:lnTo>
                    <a:pt x="1249601" y="4511826"/>
                  </a:lnTo>
                  <a:lnTo>
                    <a:pt x="1249759" y="4511826"/>
                  </a:lnTo>
                  <a:lnTo>
                    <a:pt x="1249759" y="4511396"/>
                  </a:lnTo>
                  <a:lnTo>
                    <a:pt x="1249759" y="4510965"/>
                  </a:lnTo>
                  <a:lnTo>
                    <a:pt x="1249917" y="4510965"/>
                  </a:lnTo>
                  <a:lnTo>
                    <a:pt x="1250075" y="4510965"/>
                  </a:lnTo>
                  <a:lnTo>
                    <a:pt x="1250232" y="4510965"/>
                  </a:lnTo>
                  <a:lnTo>
                    <a:pt x="1250390" y="4510965"/>
                  </a:lnTo>
                  <a:lnTo>
                    <a:pt x="1250548" y="4510965"/>
                  </a:lnTo>
                  <a:lnTo>
                    <a:pt x="1250705" y="4510965"/>
                  </a:lnTo>
                  <a:lnTo>
                    <a:pt x="1250863" y="4510965"/>
                  </a:lnTo>
                  <a:lnTo>
                    <a:pt x="1251021" y="4510965"/>
                  </a:lnTo>
                  <a:lnTo>
                    <a:pt x="1251021" y="4510535"/>
                  </a:lnTo>
                  <a:lnTo>
                    <a:pt x="1251179" y="4510535"/>
                  </a:lnTo>
                  <a:lnTo>
                    <a:pt x="1251336" y="4510535"/>
                  </a:lnTo>
                  <a:lnTo>
                    <a:pt x="1251336" y="4510104"/>
                  </a:lnTo>
                  <a:lnTo>
                    <a:pt x="1251494" y="4510104"/>
                  </a:lnTo>
                  <a:lnTo>
                    <a:pt x="1251652" y="4510104"/>
                  </a:lnTo>
                  <a:lnTo>
                    <a:pt x="1251652" y="4509673"/>
                  </a:lnTo>
                  <a:lnTo>
                    <a:pt x="1251809" y="4509673"/>
                  </a:lnTo>
                  <a:lnTo>
                    <a:pt x="1251967" y="4509673"/>
                  </a:lnTo>
                  <a:lnTo>
                    <a:pt x="1251967" y="4509243"/>
                  </a:lnTo>
                  <a:lnTo>
                    <a:pt x="1252125" y="4509243"/>
                  </a:lnTo>
                  <a:lnTo>
                    <a:pt x="1252283" y="4509243"/>
                  </a:lnTo>
                  <a:lnTo>
                    <a:pt x="1252440" y="4509243"/>
                  </a:lnTo>
                  <a:lnTo>
                    <a:pt x="1252598" y="4509243"/>
                  </a:lnTo>
                  <a:lnTo>
                    <a:pt x="1252598" y="4508812"/>
                  </a:lnTo>
                  <a:lnTo>
                    <a:pt x="1252598" y="4508382"/>
                  </a:lnTo>
                  <a:lnTo>
                    <a:pt x="1252598" y="4507951"/>
                  </a:lnTo>
                  <a:lnTo>
                    <a:pt x="1252756" y="4507951"/>
                  </a:lnTo>
                  <a:lnTo>
                    <a:pt x="1252756" y="4507520"/>
                  </a:lnTo>
                  <a:lnTo>
                    <a:pt x="1252914" y="4507520"/>
                  </a:lnTo>
                  <a:lnTo>
                    <a:pt x="1252914" y="4507090"/>
                  </a:lnTo>
                  <a:lnTo>
                    <a:pt x="1253071" y="4507090"/>
                  </a:lnTo>
                  <a:lnTo>
                    <a:pt x="1253071" y="4506659"/>
                  </a:lnTo>
                  <a:lnTo>
                    <a:pt x="1253229" y="4506659"/>
                  </a:lnTo>
                  <a:lnTo>
                    <a:pt x="1253387" y="4506659"/>
                  </a:lnTo>
                  <a:lnTo>
                    <a:pt x="1253387" y="4506229"/>
                  </a:lnTo>
                  <a:lnTo>
                    <a:pt x="1253544" y="4506229"/>
                  </a:lnTo>
                  <a:lnTo>
                    <a:pt x="1253702" y="4506229"/>
                  </a:lnTo>
                  <a:lnTo>
                    <a:pt x="1253860" y="4506229"/>
                  </a:lnTo>
                  <a:lnTo>
                    <a:pt x="1253860" y="4505798"/>
                  </a:lnTo>
                  <a:lnTo>
                    <a:pt x="1254018" y="4505798"/>
                  </a:lnTo>
                  <a:lnTo>
                    <a:pt x="1254175" y="4505798"/>
                  </a:lnTo>
                  <a:lnTo>
                    <a:pt x="1254333" y="4505798"/>
                  </a:lnTo>
                  <a:lnTo>
                    <a:pt x="1254491" y="4505798"/>
                  </a:lnTo>
                  <a:lnTo>
                    <a:pt x="1254648" y="4505798"/>
                  </a:lnTo>
                  <a:lnTo>
                    <a:pt x="1254806" y="4505798"/>
                  </a:lnTo>
                  <a:lnTo>
                    <a:pt x="1254964" y="4505798"/>
                  </a:lnTo>
                  <a:lnTo>
                    <a:pt x="1255122" y="4505798"/>
                  </a:lnTo>
                  <a:lnTo>
                    <a:pt x="1255279" y="4505798"/>
                  </a:lnTo>
                  <a:lnTo>
                    <a:pt x="1255279" y="4505367"/>
                  </a:lnTo>
                  <a:lnTo>
                    <a:pt x="1255279" y="4504937"/>
                  </a:lnTo>
                  <a:lnTo>
                    <a:pt x="1255437" y="4504937"/>
                  </a:lnTo>
                  <a:lnTo>
                    <a:pt x="1255437" y="4504506"/>
                  </a:lnTo>
                  <a:lnTo>
                    <a:pt x="1255437" y="4504076"/>
                  </a:lnTo>
                  <a:lnTo>
                    <a:pt x="1255595" y="4504076"/>
                  </a:lnTo>
                  <a:lnTo>
                    <a:pt x="1255752" y="4504076"/>
                  </a:lnTo>
                  <a:lnTo>
                    <a:pt x="1255910" y="4504076"/>
                  </a:lnTo>
                  <a:lnTo>
                    <a:pt x="1255910" y="4503645"/>
                  </a:lnTo>
                  <a:lnTo>
                    <a:pt x="1256068" y="4503645"/>
                  </a:lnTo>
                  <a:lnTo>
                    <a:pt x="1256226" y="4503645"/>
                  </a:lnTo>
                  <a:lnTo>
                    <a:pt x="1256383" y="4503645"/>
                  </a:lnTo>
                  <a:lnTo>
                    <a:pt x="1256383" y="4503214"/>
                  </a:lnTo>
                  <a:lnTo>
                    <a:pt x="1256383" y="4502784"/>
                  </a:lnTo>
                  <a:lnTo>
                    <a:pt x="1256541" y="4502784"/>
                  </a:lnTo>
                  <a:lnTo>
                    <a:pt x="1256699" y="4502784"/>
                  </a:lnTo>
                  <a:lnTo>
                    <a:pt x="1256856" y="4502784"/>
                  </a:lnTo>
                  <a:lnTo>
                    <a:pt x="1257014" y="4502784"/>
                  </a:lnTo>
                  <a:lnTo>
                    <a:pt x="1257014" y="4502353"/>
                  </a:lnTo>
                  <a:lnTo>
                    <a:pt x="1257172" y="4502353"/>
                  </a:lnTo>
                  <a:lnTo>
                    <a:pt x="1257330" y="4502353"/>
                  </a:lnTo>
                  <a:lnTo>
                    <a:pt x="1257487" y="4502353"/>
                  </a:lnTo>
                  <a:lnTo>
                    <a:pt x="1257645" y="4502353"/>
                  </a:lnTo>
                  <a:lnTo>
                    <a:pt x="1257803" y="4502353"/>
                  </a:lnTo>
                  <a:lnTo>
                    <a:pt x="1257803" y="4501923"/>
                  </a:lnTo>
                  <a:lnTo>
                    <a:pt x="1257803" y="4501492"/>
                  </a:lnTo>
                  <a:lnTo>
                    <a:pt x="1257960" y="4501492"/>
                  </a:lnTo>
                  <a:lnTo>
                    <a:pt x="1258118" y="4501492"/>
                  </a:lnTo>
                  <a:lnTo>
                    <a:pt x="1258118" y="4501061"/>
                  </a:lnTo>
                  <a:lnTo>
                    <a:pt x="1258276" y="4501061"/>
                  </a:lnTo>
                  <a:lnTo>
                    <a:pt x="1258434" y="4501061"/>
                  </a:lnTo>
                  <a:lnTo>
                    <a:pt x="1258591" y="4501061"/>
                  </a:lnTo>
                  <a:lnTo>
                    <a:pt x="1258591" y="4500631"/>
                  </a:lnTo>
                  <a:lnTo>
                    <a:pt x="1258591" y="4500200"/>
                  </a:lnTo>
                  <a:lnTo>
                    <a:pt x="1258749" y="4500200"/>
                  </a:lnTo>
                  <a:lnTo>
                    <a:pt x="1258749" y="4499770"/>
                  </a:lnTo>
                  <a:lnTo>
                    <a:pt x="1258749" y="4499339"/>
                  </a:lnTo>
                  <a:lnTo>
                    <a:pt x="1258749" y="4498908"/>
                  </a:lnTo>
                  <a:lnTo>
                    <a:pt x="1258749" y="4498478"/>
                  </a:lnTo>
                  <a:lnTo>
                    <a:pt x="1258907" y="4498478"/>
                  </a:lnTo>
                  <a:lnTo>
                    <a:pt x="1258907" y="4498047"/>
                  </a:lnTo>
                  <a:lnTo>
                    <a:pt x="1259065" y="4498047"/>
                  </a:lnTo>
                  <a:lnTo>
                    <a:pt x="1259222" y="4498047"/>
                  </a:lnTo>
                  <a:lnTo>
                    <a:pt x="1259380" y="4498047"/>
                  </a:lnTo>
                  <a:lnTo>
                    <a:pt x="1259380" y="4497617"/>
                  </a:lnTo>
                  <a:lnTo>
                    <a:pt x="1259380" y="4497186"/>
                  </a:lnTo>
                  <a:lnTo>
                    <a:pt x="1259380" y="4496755"/>
                  </a:lnTo>
                  <a:lnTo>
                    <a:pt x="1259538" y="4496755"/>
                  </a:lnTo>
                  <a:lnTo>
                    <a:pt x="1259538" y="4496325"/>
                  </a:lnTo>
                  <a:lnTo>
                    <a:pt x="1259695" y="4496325"/>
                  </a:lnTo>
                  <a:lnTo>
                    <a:pt x="1259695" y="4495894"/>
                  </a:lnTo>
                  <a:lnTo>
                    <a:pt x="1259853" y="4495894"/>
                  </a:lnTo>
                  <a:lnTo>
                    <a:pt x="1260011" y="4495894"/>
                  </a:lnTo>
                  <a:lnTo>
                    <a:pt x="1260169" y="4495894"/>
                  </a:lnTo>
                  <a:lnTo>
                    <a:pt x="1260169" y="4495464"/>
                  </a:lnTo>
                  <a:lnTo>
                    <a:pt x="1260326" y="4495464"/>
                  </a:lnTo>
                  <a:lnTo>
                    <a:pt x="1260484" y="4495464"/>
                  </a:lnTo>
                  <a:lnTo>
                    <a:pt x="1260484" y="4495033"/>
                  </a:lnTo>
                  <a:lnTo>
                    <a:pt x="1260642" y="4495033"/>
                  </a:lnTo>
                  <a:lnTo>
                    <a:pt x="1260799" y="4495033"/>
                  </a:lnTo>
                  <a:lnTo>
                    <a:pt x="1260957" y="4495033"/>
                  </a:lnTo>
                  <a:lnTo>
                    <a:pt x="1261115" y="4495033"/>
                  </a:lnTo>
                  <a:lnTo>
                    <a:pt x="1261115" y="4494602"/>
                  </a:lnTo>
                  <a:lnTo>
                    <a:pt x="1261115" y="4494172"/>
                  </a:lnTo>
                  <a:lnTo>
                    <a:pt x="1261273" y="4494172"/>
                  </a:lnTo>
                  <a:lnTo>
                    <a:pt x="1261430" y="4494172"/>
                  </a:lnTo>
                  <a:lnTo>
                    <a:pt x="1261588" y="4494172"/>
                  </a:lnTo>
                  <a:lnTo>
                    <a:pt x="1261588" y="4493741"/>
                  </a:lnTo>
                  <a:lnTo>
                    <a:pt x="1261746" y="4493741"/>
                  </a:lnTo>
                  <a:lnTo>
                    <a:pt x="1261903" y="4493741"/>
                  </a:lnTo>
                  <a:lnTo>
                    <a:pt x="1262061" y="4493741"/>
                  </a:lnTo>
                  <a:lnTo>
                    <a:pt x="1262061" y="4493311"/>
                  </a:lnTo>
                  <a:lnTo>
                    <a:pt x="1262219" y="4493311"/>
                  </a:lnTo>
                  <a:lnTo>
                    <a:pt x="1262219" y="4492880"/>
                  </a:lnTo>
                  <a:lnTo>
                    <a:pt x="1262377" y="4492880"/>
                  </a:lnTo>
                  <a:lnTo>
                    <a:pt x="1262534" y="4492880"/>
                  </a:lnTo>
                  <a:lnTo>
                    <a:pt x="1262692" y="4492880"/>
                  </a:lnTo>
                  <a:lnTo>
                    <a:pt x="1262850" y="4492880"/>
                  </a:lnTo>
                  <a:lnTo>
                    <a:pt x="1263007" y="4492880"/>
                  </a:lnTo>
                  <a:lnTo>
                    <a:pt x="1263165" y="4492880"/>
                  </a:lnTo>
                  <a:lnTo>
                    <a:pt x="1263165" y="4492449"/>
                  </a:lnTo>
                  <a:lnTo>
                    <a:pt x="1263165" y="4492019"/>
                  </a:lnTo>
                  <a:lnTo>
                    <a:pt x="1263165" y="4491588"/>
                  </a:lnTo>
                  <a:lnTo>
                    <a:pt x="1263323" y="4491588"/>
                  </a:lnTo>
                  <a:lnTo>
                    <a:pt x="1263481" y="4491588"/>
                  </a:lnTo>
                  <a:lnTo>
                    <a:pt x="1263638" y="4491588"/>
                  </a:lnTo>
                  <a:lnTo>
                    <a:pt x="1263796" y="4491588"/>
                  </a:lnTo>
                  <a:lnTo>
                    <a:pt x="1263796" y="4491158"/>
                  </a:lnTo>
                  <a:lnTo>
                    <a:pt x="1263954" y="4491158"/>
                  </a:lnTo>
                  <a:lnTo>
                    <a:pt x="1264112" y="4491158"/>
                  </a:lnTo>
                  <a:lnTo>
                    <a:pt x="1264269" y="4491158"/>
                  </a:lnTo>
                  <a:lnTo>
                    <a:pt x="1264427" y="4491158"/>
                  </a:lnTo>
                  <a:lnTo>
                    <a:pt x="1264585" y="4491158"/>
                  </a:lnTo>
                  <a:lnTo>
                    <a:pt x="1264742" y="4491158"/>
                  </a:lnTo>
                  <a:lnTo>
                    <a:pt x="1264900" y="4491158"/>
                  </a:lnTo>
                  <a:lnTo>
                    <a:pt x="1264900" y="4490727"/>
                  </a:lnTo>
                  <a:lnTo>
                    <a:pt x="1264900" y="4490296"/>
                  </a:lnTo>
                  <a:lnTo>
                    <a:pt x="1264900" y="4489866"/>
                  </a:lnTo>
                  <a:lnTo>
                    <a:pt x="1265058" y="4489866"/>
                  </a:lnTo>
                  <a:lnTo>
                    <a:pt x="1265216" y="4489866"/>
                  </a:lnTo>
                  <a:lnTo>
                    <a:pt x="1265216" y="4489435"/>
                  </a:lnTo>
                  <a:lnTo>
                    <a:pt x="1265373" y="4489435"/>
                  </a:lnTo>
                  <a:lnTo>
                    <a:pt x="1265531" y="4489435"/>
                  </a:lnTo>
                  <a:lnTo>
                    <a:pt x="1265689" y="4489435"/>
                  </a:lnTo>
                  <a:lnTo>
                    <a:pt x="1265689" y="4489005"/>
                  </a:lnTo>
                  <a:lnTo>
                    <a:pt x="1265689" y="4488574"/>
                  </a:lnTo>
                  <a:lnTo>
                    <a:pt x="1265689" y="4488143"/>
                  </a:lnTo>
                  <a:lnTo>
                    <a:pt x="1265846" y="4488143"/>
                  </a:lnTo>
                  <a:lnTo>
                    <a:pt x="1265846" y="4487713"/>
                  </a:lnTo>
                  <a:lnTo>
                    <a:pt x="1266004" y="4487713"/>
                  </a:lnTo>
                  <a:lnTo>
                    <a:pt x="1266004" y="4487282"/>
                  </a:lnTo>
                  <a:lnTo>
                    <a:pt x="1266162" y="4487282"/>
                  </a:lnTo>
                  <a:lnTo>
                    <a:pt x="1266320" y="4487282"/>
                  </a:lnTo>
                  <a:lnTo>
                    <a:pt x="1266320" y="4486852"/>
                  </a:lnTo>
                  <a:lnTo>
                    <a:pt x="1266320" y="4486421"/>
                  </a:lnTo>
                  <a:lnTo>
                    <a:pt x="1266477" y="4486421"/>
                  </a:lnTo>
                  <a:lnTo>
                    <a:pt x="1266635" y="4486421"/>
                  </a:lnTo>
                  <a:lnTo>
                    <a:pt x="1266793" y="4486421"/>
                  </a:lnTo>
                  <a:lnTo>
                    <a:pt x="1266950" y="4486421"/>
                  </a:lnTo>
                  <a:lnTo>
                    <a:pt x="1267108" y="4486421"/>
                  </a:lnTo>
                  <a:lnTo>
                    <a:pt x="1267266" y="4486421"/>
                  </a:lnTo>
                  <a:lnTo>
                    <a:pt x="1267424" y="4486421"/>
                  </a:lnTo>
                  <a:lnTo>
                    <a:pt x="1267581" y="4486421"/>
                  </a:lnTo>
                  <a:lnTo>
                    <a:pt x="1267739" y="4486421"/>
                  </a:lnTo>
                  <a:lnTo>
                    <a:pt x="1267897" y="4486421"/>
                  </a:lnTo>
                  <a:lnTo>
                    <a:pt x="1268054" y="4486421"/>
                  </a:lnTo>
                  <a:lnTo>
                    <a:pt x="1268054" y="4485990"/>
                  </a:lnTo>
                  <a:lnTo>
                    <a:pt x="1268054" y="4485560"/>
                  </a:lnTo>
                  <a:lnTo>
                    <a:pt x="1268212" y="4485560"/>
                  </a:lnTo>
                  <a:lnTo>
                    <a:pt x="1268212" y="4485129"/>
                  </a:lnTo>
                  <a:lnTo>
                    <a:pt x="1268370" y="4485129"/>
                  </a:lnTo>
                  <a:lnTo>
                    <a:pt x="1268528" y="4485129"/>
                  </a:lnTo>
                  <a:lnTo>
                    <a:pt x="1268685" y="4485129"/>
                  </a:lnTo>
                  <a:lnTo>
                    <a:pt x="1268685" y="4484699"/>
                  </a:lnTo>
                  <a:lnTo>
                    <a:pt x="1268843" y="4484699"/>
                  </a:lnTo>
                  <a:lnTo>
                    <a:pt x="1269001" y="4484699"/>
                  </a:lnTo>
                  <a:lnTo>
                    <a:pt x="1269001" y="4484268"/>
                  </a:lnTo>
                  <a:lnTo>
                    <a:pt x="1269001" y="4483837"/>
                  </a:lnTo>
                  <a:lnTo>
                    <a:pt x="1269158" y="4483837"/>
                  </a:lnTo>
                  <a:lnTo>
                    <a:pt x="1269316" y="4483837"/>
                  </a:lnTo>
                  <a:lnTo>
                    <a:pt x="1269474" y="4483837"/>
                  </a:lnTo>
                  <a:lnTo>
                    <a:pt x="1269632" y="4483837"/>
                  </a:lnTo>
                  <a:lnTo>
                    <a:pt x="1269789" y="4483837"/>
                  </a:lnTo>
                  <a:lnTo>
                    <a:pt x="1269947" y="4483837"/>
                  </a:lnTo>
                  <a:lnTo>
                    <a:pt x="1270105" y="4483837"/>
                  </a:lnTo>
                  <a:lnTo>
                    <a:pt x="1270263" y="4483837"/>
                  </a:lnTo>
                  <a:lnTo>
                    <a:pt x="1270420" y="4483837"/>
                  </a:lnTo>
                  <a:lnTo>
                    <a:pt x="1270578" y="4483837"/>
                  </a:lnTo>
                  <a:lnTo>
                    <a:pt x="1270578" y="4483407"/>
                  </a:lnTo>
                  <a:lnTo>
                    <a:pt x="1270578" y="4482976"/>
                  </a:lnTo>
                  <a:lnTo>
                    <a:pt x="1270736" y="4482976"/>
                  </a:lnTo>
                  <a:lnTo>
                    <a:pt x="1270893" y="4482976"/>
                  </a:lnTo>
                  <a:lnTo>
                    <a:pt x="1271051" y="4482976"/>
                  </a:lnTo>
                  <a:lnTo>
                    <a:pt x="1271209" y="4482976"/>
                  </a:lnTo>
                  <a:lnTo>
                    <a:pt x="1271367" y="4482976"/>
                  </a:lnTo>
                  <a:lnTo>
                    <a:pt x="1271524" y="4482976"/>
                  </a:lnTo>
                  <a:lnTo>
                    <a:pt x="1271682" y="4482976"/>
                  </a:lnTo>
                  <a:lnTo>
                    <a:pt x="1271682" y="4482546"/>
                  </a:lnTo>
                  <a:lnTo>
                    <a:pt x="1271682" y="4482115"/>
                  </a:lnTo>
                  <a:lnTo>
                    <a:pt x="1271840" y="4482115"/>
                  </a:lnTo>
                  <a:lnTo>
                    <a:pt x="1271997" y="4482115"/>
                  </a:lnTo>
                  <a:lnTo>
                    <a:pt x="1272155" y="4482115"/>
                  </a:lnTo>
                  <a:lnTo>
                    <a:pt x="1272313" y="4482115"/>
                  </a:lnTo>
                  <a:lnTo>
                    <a:pt x="1272313" y="4481684"/>
                  </a:lnTo>
                  <a:lnTo>
                    <a:pt x="1272471" y="4481684"/>
                  </a:lnTo>
                  <a:lnTo>
                    <a:pt x="1272471" y="4481254"/>
                  </a:lnTo>
                  <a:lnTo>
                    <a:pt x="1272628" y="4481254"/>
                  </a:lnTo>
                  <a:lnTo>
                    <a:pt x="1272628" y="4480823"/>
                  </a:lnTo>
                  <a:lnTo>
                    <a:pt x="1272628" y="4480393"/>
                  </a:lnTo>
                  <a:lnTo>
                    <a:pt x="1272628" y="4479962"/>
                  </a:lnTo>
                  <a:lnTo>
                    <a:pt x="1272786" y="4479962"/>
                  </a:lnTo>
                  <a:lnTo>
                    <a:pt x="1272786" y="4479531"/>
                  </a:lnTo>
                  <a:lnTo>
                    <a:pt x="1272944" y="4479531"/>
                  </a:lnTo>
                  <a:lnTo>
                    <a:pt x="1272944" y="4479101"/>
                  </a:lnTo>
                  <a:lnTo>
                    <a:pt x="1273101" y="4479101"/>
                  </a:lnTo>
                  <a:lnTo>
                    <a:pt x="1273259" y="4479101"/>
                  </a:lnTo>
                  <a:lnTo>
                    <a:pt x="1273259" y="4478670"/>
                  </a:lnTo>
                  <a:lnTo>
                    <a:pt x="1273417" y="4478670"/>
                  </a:lnTo>
                  <a:lnTo>
                    <a:pt x="1273417" y="4478240"/>
                  </a:lnTo>
                  <a:lnTo>
                    <a:pt x="1273417" y="4477809"/>
                  </a:lnTo>
                  <a:lnTo>
                    <a:pt x="1273417" y="4477378"/>
                  </a:lnTo>
                  <a:lnTo>
                    <a:pt x="1273417" y="4476948"/>
                  </a:lnTo>
                  <a:lnTo>
                    <a:pt x="1273575" y="4476948"/>
                  </a:lnTo>
                  <a:lnTo>
                    <a:pt x="1273732" y="4476948"/>
                  </a:lnTo>
                  <a:lnTo>
                    <a:pt x="1273890" y="4476948"/>
                  </a:lnTo>
                  <a:lnTo>
                    <a:pt x="1274048" y="4476948"/>
                  </a:lnTo>
                  <a:lnTo>
                    <a:pt x="1274048" y="4476517"/>
                  </a:lnTo>
                  <a:lnTo>
                    <a:pt x="1274205" y="4476517"/>
                  </a:lnTo>
                  <a:lnTo>
                    <a:pt x="1274363" y="4476517"/>
                  </a:lnTo>
                  <a:lnTo>
                    <a:pt x="1274363" y="4476087"/>
                  </a:lnTo>
                  <a:lnTo>
                    <a:pt x="1274521" y="4476087"/>
                  </a:lnTo>
                  <a:lnTo>
                    <a:pt x="1274679" y="4476087"/>
                  </a:lnTo>
                  <a:lnTo>
                    <a:pt x="1274836" y="4476087"/>
                  </a:lnTo>
                  <a:lnTo>
                    <a:pt x="1274994" y="4476087"/>
                  </a:lnTo>
                  <a:lnTo>
                    <a:pt x="1274994" y="4475656"/>
                  </a:lnTo>
                  <a:lnTo>
                    <a:pt x="1275152" y="4475656"/>
                  </a:lnTo>
                  <a:lnTo>
                    <a:pt x="1275152" y="4475225"/>
                  </a:lnTo>
                  <a:lnTo>
                    <a:pt x="1275309" y="4475225"/>
                  </a:lnTo>
                  <a:lnTo>
                    <a:pt x="1275467" y="4475225"/>
                  </a:lnTo>
                  <a:lnTo>
                    <a:pt x="1275467" y="4474795"/>
                  </a:lnTo>
                  <a:lnTo>
                    <a:pt x="1275467" y="4474364"/>
                  </a:lnTo>
                  <a:lnTo>
                    <a:pt x="1275625" y="4474364"/>
                  </a:lnTo>
                  <a:lnTo>
                    <a:pt x="1275625" y="4473934"/>
                  </a:lnTo>
                  <a:lnTo>
                    <a:pt x="1275783" y="4473934"/>
                  </a:lnTo>
                  <a:lnTo>
                    <a:pt x="1275940" y="4473934"/>
                  </a:lnTo>
                  <a:lnTo>
                    <a:pt x="1275940" y="4473503"/>
                  </a:lnTo>
                  <a:lnTo>
                    <a:pt x="1276098" y="4473503"/>
                  </a:lnTo>
                  <a:lnTo>
                    <a:pt x="1276098" y="4473072"/>
                  </a:lnTo>
                  <a:lnTo>
                    <a:pt x="1276256" y="4473072"/>
                  </a:lnTo>
                  <a:lnTo>
                    <a:pt x="1276256" y="4472642"/>
                  </a:lnTo>
                  <a:lnTo>
                    <a:pt x="1276256" y="4472211"/>
                  </a:lnTo>
                  <a:lnTo>
                    <a:pt x="1276256" y="4471781"/>
                  </a:lnTo>
                  <a:lnTo>
                    <a:pt x="1276414" y="4471781"/>
                  </a:lnTo>
                  <a:lnTo>
                    <a:pt x="1276571" y="4471781"/>
                  </a:lnTo>
                  <a:lnTo>
                    <a:pt x="1276571" y="4471350"/>
                  </a:lnTo>
                  <a:lnTo>
                    <a:pt x="1276729" y="4471350"/>
                  </a:lnTo>
                  <a:lnTo>
                    <a:pt x="1276887" y="4471350"/>
                  </a:lnTo>
                  <a:lnTo>
                    <a:pt x="1276887" y="4470919"/>
                  </a:lnTo>
                  <a:lnTo>
                    <a:pt x="1276887" y="4470489"/>
                  </a:lnTo>
                  <a:lnTo>
                    <a:pt x="1277044" y="4470489"/>
                  </a:lnTo>
                  <a:lnTo>
                    <a:pt x="1277202" y="4470489"/>
                  </a:lnTo>
                  <a:lnTo>
                    <a:pt x="1277202" y="4470058"/>
                  </a:lnTo>
                  <a:lnTo>
                    <a:pt x="1277360" y="4470058"/>
                  </a:lnTo>
                  <a:lnTo>
                    <a:pt x="1277360" y="4469628"/>
                  </a:lnTo>
                  <a:lnTo>
                    <a:pt x="1277360" y="4469197"/>
                  </a:lnTo>
                  <a:lnTo>
                    <a:pt x="1277360" y="4468766"/>
                  </a:lnTo>
                  <a:lnTo>
                    <a:pt x="1277518" y="4468766"/>
                  </a:lnTo>
                  <a:lnTo>
                    <a:pt x="1277675" y="4468766"/>
                  </a:lnTo>
                  <a:lnTo>
                    <a:pt x="1277675" y="4468336"/>
                  </a:lnTo>
                  <a:lnTo>
                    <a:pt x="1277833" y="4468336"/>
                  </a:lnTo>
                  <a:lnTo>
                    <a:pt x="1277991" y="4468336"/>
                  </a:lnTo>
                  <a:lnTo>
                    <a:pt x="1277991" y="4467905"/>
                  </a:lnTo>
                  <a:lnTo>
                    <a:pt x="1278148" y="4467905"/>
                  </a:lnTo>
                  <a:lnTo>
                    <a:pt x="1278306" y="4467905"/>
                  </a:lnTo>
                  <a:lnTo>
                    <a:pt x="1278464" y="4467905"/>
                  </a:lnTo>
                  <a:lnTo>
                    <a:pt x="1278622" y="4467905"/>
                  </a:lnTo>
                  <a:lnTo>
                    <a:pt x="1278622" y="4467475"/>
                  </a:lnTo>
                  <a:lnTo>
                    <a:pt x="1278622" y="4467044"/>
                  </a:lnTo>
                  <a:lnTo>
                    <a:pt x="1278779" y="4467044"/>
                  </a:lnTo>
                  <a:lnTo>
                    <a:pt x="1278937" y="4467044"/>
                  </a:lnTo>
                  <a:lnTo>
                    <a:pt x="1278937" y="4466613"/>
                  </a:lnTo>
                  <a:lnTo>
                    <a:pt x="1278937" y="4466183"/>
                  </a:lnTo>
                  <a:lnTo>
                    <a:pt x="1278937" y="4465752"/>
                  </a:lnTo>
                  <a:lnTo>
                    <a:pt x="1278937" y="4465322"/>
                  </a:lnTo>
                  <a:lnTo>
                    <a:pt x="1279095" y="4465322"/>
                  </a:lnTo>
                  <a:lnTo>
                    <a:pt x="1279095" y="4464891"/>
                  </a:lnTo>
                  <a:lnTo>
                    <a:pt x="1279095" y="4464460"/>
                  </a:lnTo>
                  <a:lnTo>
                    <a:pt x="1279252" y="4464460"/>
                  </a:lnTo>
                  <a:lnTo>
                    <a:pt x="1279410" y="4464460"/>
                  </a:lnTo>
                  <a:lnTo>
                    <a:pt x="1279410" y="4464030"/>
                  </a:lnTo>
                  <a:lnTo>
                    <a:pt x="1279410" y="4463599"/>
                  </a:lnTo>
                  <a:lnTo>
                    <a:pt x="1279568" y="4463599"/>
                  </a:lnTo>
                  <a:lnTo>
                    <a:pt x="1279726" y="4463599"/>
                  </a:lnTo>
                  <a:lnTo>
                    <a:pt x="1279883" y="4463599"/>
                  </a:lnTo>
                  <a:lnTo>
                    <a:pt x="1279883" y="4463169"/>
                  </a:lnTo>
                  <a:lnTo>
                    <a:pt x="1280041" y="4463169"/>
                  </a:lnTo>
                  <a:lnTo>
                    <a:pt x="1280199" y="4463169"/>
                  </a:lnTo>
                  <a:lnTo>
                    <a:pt x="1280199" y="4462738"/>
                  </a:lnTo>
                  <a:lnTo>
                    <a:pt x="1280356" y="4462738"/>
                  </a:lnTo>
                  <a:lnTo>
                    <a:pt x="1280356" y="4462307"/>
                  </a:lnTo>
                  <a:lnTo>
                    <a:pt x="1280356" y="4461877"/>
                  </a:lnTo>
                  <a:lnTo>
                    <a:pt x="1280514" y="4461877"/>
                  </a:lnTo>
                  <a:lnTo>
                    <a:pt x="1280514" y="4461446"/>
                  </a:lnTo>
                  <a:lnTo>
                    <a:pt x="1280672" y="4461446"/>
                  </a:lnTo>
                  <a:lnTo>
                    <a:pt x="1280672" y="4461016"/>
                  </a:lnTo>
                  <a:lnTo>
                    <a:pt x="1280672" y="4460585"/>
                  </a:lnTo>
                  <a:lnTo>
                    <a:pt x="1280672" y="4460154"/>
                  </a:lnTo>
                  <a:lnTo>
                    <a:pt x="1280830" y="4460154"/>
                  </a:lnTo>
                  <a:lnTo>
                    <a:pt x="1280830" y="4459724"/>
                  </a:lnTo>
                  <a:lnTo>
                    <a:pt x="1280987" y="4459724"/>
                  </a:lnTo>
                  <a:lnTo>
                    <a:pt x="1281145" y="4459724"/>
                  </a:lnTo>
                  <a:lnTo>
                    <a:pt x="1281303" y="4459724"/>
                  </a:lnTo>
                  <a:lnTo>
                    <a:pt x="1281303" y="4459293"/>
                  </a:lnTo>
                  <a:lnTo>
                    <a:pt x="1281303" y="4458863"/>
                  </a:lnTo>
                  <a:lnTo>
                    <a:pt x="1281461" y="4458863"/>
                  </a:lnTo>
                  <a:lnTo>
                    <a:pt x="1281618" y="4458863"/>
                  </a:lnTo>
                  <a:lnTo>
                    <a:pt x="1281776" y="4458863"/>
                  </a:lnTo>
                  <a:lnTo>
                    <a:pt x="1281776" y="4458432"/>
                  </a:lnTo>
                  <a:lnTo>
                    <a:pt x="1281776" y="4458001"/>
                  </a:lnTo>
                  <a:lnTo>
                    <a:pt x="1281934" y="4458001"/>
                  </a:lnTo>
                  <a:lnTo>
                    <a:pt x="1281934" y="4457571"/>
                  </a:lnTo>
                  <a:lnTo>
                    <a:pt x="1281934" y="4457140"/>
                  </a:lnTo>
                  <a:lnTo>
                    <a:pt x="1282091" y="4457140"/>
                  </a:lnTo>
                  <a:lnTo>
                    <a:pt x="1282249" y="4457140"/>
                  </a:lnTo>
                  <a:lnTo>
                    <a:pt x="1282407" y="4457140"/>
                  </a:lnTo>
                  <a:lnTo>
                    <a:pt x="1282565" y="4457140"/>
                  </a:lnTo>
                  <a:lnTo>
                    <a:pt x="1282722" y="4457140"/>
                  </a:lnTo>
                  <a:lnTo>
                    <a:pt x="1282880" y="4457140"/>
                  </a:lnTo>
                  <a:lnTo>
                    <a:pt x="1283038" y="4457140"/>
                  </a:lnTo>
                  <a:lnTo>
                    <a:pt x="1283195" y="4457140"/>
                  </a:lnTo>
                  <a:lnTo>
                    <a:pt x="1283353" y="4457140"/>
                  </a:lnTo>
                  <a:lnTo>
                    <a:pt x="1283353" y="4456710"/>
                  </a:lnTo>
                  <a:lnTo>
                    <a:pt x="1283511" y="4456710"/>
                  </a:lnTo>
                  <a:lnTo>
                    <a:pt x="1283669" y="4456710"/>
                  </a:lnTo>
                  <a:lnTo>
                    <a:pt x="1283826" y="4456710"/>
                  </a:lnTo>
                  <a:lnTo>
                    <a:pt x="1283984" y="4456710"/>
                  </a:lnTo>
                  <a:lnTo>
                    <a:pt x="1284142" y="4456710"/>
                  </a:lnTo>
                  <a:lnTo>
                    <a:pt x="1284142" y="4456279"/>
                  </a:lnTo>
                  <a:lnTo>
                    <a:pt x="1284299" y="4456279"/>
                  </a:lnTo>
                  <a:lnTo>
                    <a:pt x="1284457" y="4456279"/>
                  </a:lnTo>
                  <a:lnTo>
                    <a:pt x="1284615" y="4456279"/>
                  </a:lnTo>
                  <a:lnTo>
                    <a:pt x="1284615" y="4455848"/>
                  </a:lnTo>
                  <a:lnTo>
                    <a:pt x="1284773" y="4455848"/>
                  </a:lnTo>
                  <a:lnTo>
                    <a:pt x="1284930" y="4455848"/>
                  </a:lnTo>
                  <a:lnTo>
                    <a:pt x="1285088" y="4455848"/>
                  </a:lnTo>
                  <a:lnTo>
                    <a:pt x="1285088" y="4455418"/>
                  </a:lnTo>
                  <a:lnTo>
                    <a:pt x="1285088" y="4454987"/>
                  </a:lnTo>
                  <a:lnTo>
                    <a:pt x="1285246" y="4454987"/>
                  </a:lnTo>
                  <a:lnTo>
                    <a:pt x="1285403" y="4454987"/>
                  </a:lnTo>
                  <a:lnTo>
                    <a:pt x="1285561" y="4454987"/>
                  </a:lnTo>
                  <a:lnTo>
                    <a:pt x="1285719" y="4454987"/>
                  </a:lnTo>
                  <a:lnTo>
                    <a:pt x="1285877" y="4454987"/>
                  </a:lnTo>
                  <a:lnTo>
                    <a:pt x="1286034" y="4454987"/>
                  </a:lnTo>
                  <a:lnTo>
                    <a:pt x="1286192" y="4454987"/>
                  </a:lnTo>
                  <a:lnTo>
                    <a:pt x="1286192" y="4454557"/>
                  </a:lnTo>
                  <a:lnTo>
                    <a:pt x="1286350" y="4454557"/>
                  </a:lnTo>
                  <a:lnTo>
                    <a:pt x="1286507" y="4454557"/>
                  </a:lnTo>
                  <a:lnTo>
                    <a:pt x="1286665" y="4454557"/>
                  </a:lnTo>
                  <a:lnTo>
                    <a:pt x="1286823" y="4454557"/>
                  </a:lnTo>
                  <a:lnTo>
                    <a:pt x="1286981" y="4454557"/>
                  </a:lnTo>
                  <a:lnTo>
                    <a:pt x="1286981" y="4454126"/>
                  </a:lnTo>
                  <a:lnTo>
                    <a:pt x="1287138" y="4454126"/>
                  </a:lnTo>
                  <a:lnTo>
                    <a:pt x="1287296" y="4454126"/>
                  </a:lnTo>
                  <a:lnTo>
                    <a:pt x="1287296" y="4453695"/>
                  </a:lnTo>
                  <a:lnTo>
                    <a:pt x="1287296" y="4453265"/>
                  </a:lnTo>
                  <a:lnTo>
                    <a:pt x="1287454" y="4453265"/>
                  </a:lnTo>
                  <a:lnTo>
                    <a:pt x="1287454" y="4452834"/>
                  </a:lnTo>
                  <a:lnTo>
                    <a:pt x="1287612" y="4452834"/>
                  </a:lnTo>
                  <a:lnTo>
                    <a:pt x="1287769" y="4452834"/>
                  </a:lnTo>
                  <a:lnTo>
                    <a:pt x="1287927" y="4452834"/>
                  </a:lnTo>
                  <a:lnTo>
                    <a:pt x="1288085" y="4452834"/>
                  </a:lnTo>
                  <a:lnTo>
                    <a:pt x="1288085" y="4452404"/>
                  </a:lnTo>
                  <a:lnTo>
                    <a:pt x="1288242" y="4452404"/>
                  </a:lnTo>
                  <a:lnTo>
                    <a:pt x="1288400" y="4452404"/>
                  </a:lnTo>
                  <a:lnTo>
                    <a:pt x="1288400" y="4451973"/>
                  </a:lnTo>
                  <a:lnTo>
                    <a:pt x="1288558" y="4451973"/>
                  </a:lnTo>
                  <a:lnTo>
                    <a:pt x="1288716" y="4451973"/>
                  </a:lnTo>
                  <a:lnTo>
                    <a:pt x="1288873" y="4451973"/>
                  </a:lnTo>
                  <a:lnTo>
                    <a:pt x="1289031" y="4451973"/>
                  </a:lnTo>
                  <a:lnTo>
                    <a:pt x="1289189" y="4451973"/>
                  </a:lnTo>
                  <a:lnTo>
                    <a:pt x="1289189" y="4451542"/>
                  </a:lnTo>
                  <a:lnTo>
                    <a:pt x="1289346" y="4451542"/>
                  </a:lnTo>
                  <a:lnTo>
                    <a:pt x="1289346" y="4451112"/>
                  </a:lnTo>
                  <a:lnTo>
                    <a:pt x="1289346" y="4450681"/>
                  </a:lnTo>
                  <a:lnTo>
                    <a:pt x="1289504" y="4450681"/>
                  </a:lnTo>
                  <a:lnTo>
                    <a:pt x="1289504" y="4450251"/>
                  </a:lnTo>
                  <a:lnTo>
                    <a:pt x="1289662" y="4450251"/>
                  </a:lnTo>
                  <a:lnTo>
                    <a:pt x="1289662" y="4449820"/>
                  </a:lnTo>
                  <a:lnTo>
                    <a:pt x="1289820" y="4449820"/>
                  </a:lnTo>
                  <a:lnTo>
                    <a:pt x="1289977" y="4449820"/>
                  </a:lnTo>
                  <a:lnTo>
                    <a:pt x="1290135" y="4449820"/>
                  </a:lnTo>
                  <a:lnTo>
                    <a:pt x="1290135" y="4449389"/>
                  </a:lnTo>
                  <a:lnTo>
                    <a:pt x="1290135" y="4448959"/>
                  </a:lnTo>
                  <a:lnTo>
                    <a:pt x="1290293" y="4448959"/>
                  </a:lnTo>
                  <a:lnTo>
                    <a:pt x="1290293" y="4448528"/>
                  </a:lnTo>
                  <a:lnTo>
                    <a:pt x="1290450" y="4448528"/>
                  </a:lnTo>
                  <a:lnTo>
                    <a:pt x="1290608" y="4448528"/>
                  </a:lnTo>
                  <a:lnTo>
                    <a:pt x="1290766" y="4448528"/>
                  </a:lnTo>
                  <a:lnTo>
                    <a:pt x="1290924" y="4448528"/>
                  </a:lnTo>
                  <a:lnTo>
                    <a:pt x="1290924" y="4448098"/>
                  </a:lnTo>
                  <a:lnTo>
                    <a:pt x="1291081" y="4448098"/>
                  </a:lnTo>
                  <a:lnTo>
                    <a:pt x="1291081" y="4447667"/>
                  </a:lnTo>
                  <a:lnTo>
                    <a:pt x="1291239" y="4447667"/>
                  </a:lnTo>
                  <a:lnTo>
                    <a:pt x="1291239" y="4447236"/>
                  </a:lnTo>
                  <a:lnTo>
                    <a:pt x="1291239" y="4446806"/>
                  </a:lnTo>
                  <a:lnTo>
                    <a:pt x="1291397" y="4446806"/>
                  </a:lnTo>
                  <a:lnTo>
                    <a:pt x="1291554" y="4446806"/>
                  </a:lnTo>
                  <a:lnTo>
                    <a:pt x="1291712" y="4446806"/>
                  </a:lnTo>
                  <a:lnTo>
                    <a:pt x="1291712" y="4446375"/>
                  </a:lnTo>
                  <a:lnTo>
                    <a:pt x="1291870" y="4446375"/>
                  </a:lnTo>
                  <a:lnTo>
                    <a:pt x="1292028" y="4446375"/>
                  </a:lnTo>
                  <a:lnTo>
                    <a:pt x="1292028" y="4445945"/>
                  </a:lnTo>
                  <a:lnTo>
                    <a:pt x="1292185" y="4445945"/>
                  </a:lnTo>
                  <a:lnTo>
                    <a:pt x="1292343" y="4445945"/>
                  </a:lnTo>
                  <a:lnTo>
                    <a:pt x="1292343" y="4445514"/>
                  </a:lnTo>
                  <a:lnTo>
                    <a:pt x="1292501" y="4445514"/>
                  </a:lnTo>
                  <a:lnTo>
                    <a:pt x="1292659" y="4445514"/>
                  </a:lnTo>
                  <a:lnTo>
                    <a:pt x="1292816" y="4445514"/>
                  </a:lnTo>
                  <a:lnTo>
                    <a:pt x="1292974" y="4445514"/>
                  </a:lnTo>
                  <a:lnTo>
                    <a:pt x="1292974" y="4445083"/>
                  </a:lnTo>
                  <a:lnTo>
                    <a:pt x="1293132" y="4445083"/>
                  </a:lnTo>
                  <a:lnTo>
                    <a:pt x="1293289" y="4445083"/>
                  </a:lnTo>
                  <a:lnTo>
                    <a:pt x="1293447" y="4445083"/>
                  </a:lnTo>
                  <a:lnTo>
                    <a:pt x="1293605" y="4445083"/>
                  </a:lnTo>
                  <a:lnTo>
                    <a:pt x="1293763" y="4445083"/>
                  </a:lnTo>
                  <a:lnTo>
                    <a:pt x="1293920" y="4445083"/>
                  </a:lnTo>
                  <a:lnTo>
                    <a:pt x="1294078" y="4445083"/>
                  </a:lnTo>
                  <a:lnTo>
                    <a:pt x="1294236" y="4445083"/>
                  </a:lnTo>
                  <a:lnTo>
                    <a:pt x="1294393" y="4445083"/>
                  </a:lnTo>
                  <a:lnTo>
                    <a:pt x="1294551" y="4445083"/>
                  </a:lnTo>
                  <a:lnTo>
                    <a:pt x="1294709" y="4445083"/>
                  </a:lnTo>
                  <a:lnTo>
                    <a:pt x="1294867" y="4445083"/>
                  </a:lnTo>
                  <a:lnTo>
                    <a:pt x="1294867" y="4444653"/>
                  </a:lnTo>
                  <a:lnTo>
                    <a:pt x="1294867" y="4444222"/>
                  </a:lnTo>
                  <a:lnTo>
                    <a:pt x="1295024" y="4444222"/>
                  </a:lnTo>
                  <a:lnTo>
                    <a:pt x="1295182" y="4444222"/>
                  </a:lnTo>
                  <a:lnTo>
                    <a:pt x="1295340" y="4444222"/>
                  </a:lnTo>
                  <a:lnTo>
                    <a:pt x="1295497" y="4444222"/>
                  </a:lnTo>
                  <a:lnTo>
                    <a:pt x="1295655" y="4444222"/>
                  </a:lnTo>
                  <a:lnTo>
                    <a:pt x="1295813" y="4444222"/>
                  </a:lnTo>
                  <a:lnTo>
                    <a:pt x="1295971" y="4444222"/>
                  </a:lnTo>
                  <a:lnTo>
                    <a:pt x="1295971" y="4443792"/>
                  </a:lnTo>
                  <a:lnTo>
                    <a:pt x="1296128" y="4443792"/>
                  </a:lnTo>
                  <a:lnTo>
                    <a:pt x="1296286" y="4443792"/>
                  </a:lnTo>
                  <a:lnTo>
                    <a:pt x="1296286" y="4443361"/>
                  </a:lnTo>
                  <a:lnTo>
                    <a:pt x="1296444" y="4443361"/>
                  </a:lnTo>
                  <a:lnTo>
                    <a:pt x="1296601" y="4443361"/>
                  </a:lnTo>
                  <a:lnTo>
                    <a:pt x="1296759" y="4443361"/>
                  </a:lnTo>
                  <a:lnTo>
                    <a:pt x="1296759" y="4442930"/>
                  </a:lnTo>
                  <a:lnTo>
                    <a:pt x="1296917" y="4442930"/>
                  </a:lnTo>
                  <a:lnTo>
                    <a:pt x="1297075" y="4442930"/>
                  </a:lnTo>
                  <a:lnTo>
                    <a:pt x="1297075" y="4442500"/>
                  </a:lnTo>
                  <a:lnTo>
                    <a:pt x="1297075" y="4442069"/>
                  </a:lnTo>
                  <a:lnTo>
                    <a:pt x="1297232" y="4442069"/>
                  </a:lnTo>
                  <a:lnTo>
                    <a:pt x="1297232" y="4441639"/>
                  </a:lnTo>
                  <a:lnTo>
                    <a:pt x="1297390" y="4441639"/>
                  </a:lnTo>
                  <a:lnTo>
                    <a:pt x="1297390" y="4441208"/>
                  </a:lnTo>
                  <a:lnTo>
                    <a:pt x="1297390" y="4440777"/>
                  </a:lnTo>
                  <a:lnTo>
                    <a:pt x="1297548" y="4440777"/>
                  </a:lnTo>
                  <a:lnTo>
                    <a:pt x="1297548" y="4440347"/>
                  </a:lnTo>
                  <a:lnTo>
                    <a:pt x="1297705" y="4440347"/>
                  </a:lnTo>
                  <a:lnTo>
                    <a:pt x="1297863" y="4440347"/>
                  </a:lnTo>
                  <a:lnTo>
                    <a:pt x="1298021" y="4440347"/>
                  </a:lnTo>
                  <a:lnTo>
                    <a:pt x="1298179" y="4440347"/>
                  </a:lnTo>
                  <a:lnTo>
                    <a:pt x="1298336" y="4440347"/>
                  </a:lnTo>
                  <a:lnTo>
                    <a:pt x="1298336" y="4439916"/>
                  </a:lnTo>
                  <a:lnTo>
                    <a:pt x="1298494" y="4439916"/>
                  </a:lnTo>
                  <a:lnTo>
                    <a:pt x="1298652" y="4439916"/>
                  </a:lnTo>
                  <a:lnTo>
                    <a:pt x="1298652" y="4439486"/>
                  </a:lnTo>
                  <a:lnTo>
                    <a:pt x="1298652" y="4439055"/>
                  </a:lnTo>
                  <a:lnTo>
                    <a:pt x="1298652" y="4438624"/>
                  </a:lnTo>
                  <a:lnTo>
                    <a:pt x="1298810" y="4438624"/>
                  </a:lnTo>
                  <a:lnTo>
                    <a:pt x="1298967" y="4438624"/>
                  </a:lnTo>
                  <a:lnTo>
                    <a:pt x="1299125" y="4438624"/>
                  </a:lnTo>
                  <a:lnTo>
                    <a:pt x="1299283" y="4438624"/>
                  </a:lnTo>
                  <a:lnTo>
                    <a:pt x="1299440" y="4438624"/>
                  </a:lnTo>
                  <a:lnTo>
                    <a:pt x="1299598" y="4438624"/>
                  </a:lnTo>
                  <a:lnTo>
                    <a:pt x="1299598" y="4438194"/>
                  </a:lnTo>
                  <a:lnTo>
                    <a:pt x="1299756" y="4438194"/>
                  </a:lnTo>
                  <a:lnTo>
                    <a:pt x="1299914" y="4438194"/>
                  </a:lnTo>
                  <a:lnTo>
                    <a:pt x="1300071" y="4438194"/>
                  </a:lnTo>
                  <a:lnTo>
                    <a:pt x="1300229" y="4438194"/>
                  </a:lnTo>
                  <a:lnTo>
                    <a:pt x="1300387" y="4438194"/>
                  </a:lnTo>
                  <a:lnTo>
                    <a:pt x="1300387" y="4437763"/>
                  </a:lnTo>
                  <a:lnTo>
                    <a:pt x="1300387" y="4437333"/>
                  </a:lnTo>
                  <a:lnTo>
                    <a:pt x="1300544" y="4437333"/>
                  </a:lnTo>
                  <a:lnTo>
                    <a:pt x="1300544" y="4436902"/>
                  </a:lnTo>
                  <a:lnTo>
                    <a:pt x="1300702" y="4436902"/>
                  </a:lnTo>
                  <a:lnTo>
                    <a:pt x="1300860" y="4436902"/>
                  </a:lnTo>
                  <a:lnTo>
                    <a:pt x="1301018" y="4436902"/>
                  </a:lnTo>
                  <a:lnTo>
                    <a:pt x="1301175" y="4436902"/>
                  </a:lnTo>
                  <a:lnTo>
                    <a:pt x="1301175" y="4436471"/>
                  </a:lnTo>
                  <a:lnTo>
                    <a:pt x="1301175" y="4436041"/>
                  </a:lnTo>
                  <a:lnTo>
                    <a:pt x="1301175" y="4435610"/>
                  </a:lnTo>
                  <a:lnTo>
                    <a:pt x="1301333" y="4435610"/>
                  </a:lnTo>
                  <a:lnTo>
                    <a:pt x="1301333" y="4435180"/>
                  </a:lnTo>
                  <a:lnTo>
                    <a:pt x="1301333" y="4434749"/>
                  </a:lnTo>
                  <a:lnTo>
                    <a:pt x="1301333" y="4434318"/>
                  </a:lnTo>
                  <a:lnTo>
                    <a:pt x="1301491" y="4434318"/>
                  </a:lnTo>
                  <a:lnTo>
                    <a:pt x="1301648" y="4434318"/>
                  </a:lnTo>
                  <a:lnTo>
                    <a:pt x="1301806" y="4434318"/>
                  </a:lnTo>
                  <a:lnTo>
                    <a:pt x="1301806" y="4433888"/>
                  </a:lnTo>
                  <a:lnTo>
                    <a:pt x="1301964" y="4433888"/>
                  </a:lnTo>
                  <a:lnTo>
                    <a:pt x="1301964" y="4433457"/>
                  </a:lnTo>
                  <a:lnTo>
                    <a:pt x="1301964" y="4433027"/>
                  </a:lnTo>
                  <a:lnTo>
                    <a:pt x="1302122" y="4433027"/>
                  </a:lnTo>
                  <a:lnTo>
                    <a:pt x="1302279" y="4433027"/>
                  </a:lnTo>
                  <a:lnTo>
                    <a:pt x="1302437" y="4433027"/>
                  </a:lnTo>
                  <a:lnTo>
                    <a:pt x="1302595" y="4433027"/>
                  </a:lnTo>
                  <a:lnTo>
                    <a:pt x="1302752" y="4433027"/>
                  </a:lnTo>
                  <a:lnTo>
                    <a:pt x="1302910" y="4433027"/>
                  </a:lnTo>
                  <a:lnTo>
                    <a:pt x="1303068" y="4433027"/>
                  </a:lnTo>
                  <a:lnTo>
                    <a:pt x="1303226" y="4433027"/>
                  </a:lnTo>
                  <a:lnTo>
                    <a:pt x="1303383" y="4433027"/>
                  </a:lnTo>
                  <a:lnTo>
                    <a:pt x="1303383" y="4432596"/>
                  </a:lnTo>
                  <a:lnTo>
                    <a:pt x="1303541" y="4432596"/>
                  </a:lnTo>
                  <a:lnTo>
                    <a:pt x="1303699" y="4432596"/>
                  </a:lnTo>
                  <a:lnTo>
                    <a:pt x="1303857" y="4432596"/>
                  </a:lnTo>
                  <a:lnTo>
                    <a:pt x="1303857" y="4432165"/>
                  </a:lnTo>
                  <a:lnTo>
                    <a:pt x="1303857" y="4431735"/>
                  </a:lnTo>
                  <a:lnTo>
                    <a:pt x="1303857" y="4431304"/>
                  </a:lnTo>
                  <a:lnTo>
                    <a:pt x="1304014" y="4431304"/>
                  </a:lnTo>
                  <a:lnTo>
                    <a:pt x="1304172" y="4431304"/>
                  </a:lnTo>
                  <a:lnTo>
                    <a:pt x="1304172" y="4430874"/>
                  </a:lnTo>
                  <a:lnTo>
                    <a:pt x="1304172" y="4430443"/>
                  </a:lnTo>
                  <a:lnTo>
                    <a:pt x="1304172" y="4430012"/>
                  </a:lnTo>
                  <a:lnTo>
                    <a:pt x="1304172" y="4429582"/>
                  </a:lnTo>
                  <a:lnTo>
                    <a:pt x="1304330" y="4429582"/>
                  </a:lnTo>
                  <a:lnTo>
                    <a:pt x="1304330" y="4429151"/>
                  </a:lnTo>
                  <a:lnTo>
                    <a:pt x="1304487" y="4429151"/>
                  </a:lnTo>
                  <a:lnTo>
                    <a:pt x="1304645" y="4429151"/>
                  </a:lnTo>
                  <a:lnTo>
                    <a:pt x="1304645" y="4428721"/>
                  </a:lnTo>
                  <a:lnTo>
                    <a:pt x="1304645" y="4428290"/>
                  </a:lnTo>
                  <a:lnTo>
                    <a:pt x="1304645" y="4427859"/>
                  </a:lnTo>
                  <a:lnTo>
                    <a:pt x="1304803" y="4427859"/>
                  </a:lnTo>
                  <a:lnTo>
                    <a:pt x="1304803" y="4427429"/>
                  </a:lnTo>
                  <a:lnTo>
                    <a:pt x="1304961" y="4427429"/>
                  </a:lnTo>
                  <a:lnTo>
                    <a:pt x="1304961" y="4426998"/>
                  </a:lnTo>
                  <a:lnTo>
                    <a:pt x="1305118" y="4426998"/>
                  </a:lnTo>
                  <a:lnTo>
                    <a:pt x="1305276" y="4426998"/>
                  </a:lnTo>
                  <a:lnTo>
                    <a:pt x="1305276" y="4426568"/>
                  </a:lnTo>
                  <a:lnTo>
                    <a:pt x="1305434" y="4426568"/>
                  </a:lnTo>
                  <a:lnTo>
                    <a:pt x="1305591" y="4426568"/>
                  </a:lnTo>
                  <a:lnTo>
                    <a:pt x="1305749" y="4426568"/>
                  </a:lnTo>
                  <a:lnTo>
                    <a:pt x="1305907" y="4426568"/>
                  </a:lnTo>
                  <a:lnTo>
                    <a:pt x="1306065" y="4426568"/>
                  </a:lnTo>
                  <a:lnTo>
                    <a:pt x="1306065" y="4426137"/>
                  </a:lnTo>
                  <a:lnTo>
                    <a:pt x="1306065" y="4425706"/>
                  </a:lnTo>
                  <a:lnTo>
                    <a:pt x="1306222" y="4425706"/>
                  </a:lnTo>
                  <a:lnTo>
                    <a:pt x="1306222" y="4425276"/>
                  </a:lnTo>
                  <a:lnTo>
                    <a:pt x="1306222" y="4424845"/>
                  </a:lnTo>
                  <a:lnTo>
                    <a:pt x="1306222" y="4424415"/>
                  </a:lnTo>
                  <a:lnTo>
                    <a:pt x="1306380" y="4424415"/>
                  </a:lnTo>
                  <a:lnTo>
                    <a:pt x="1306538" y="4424415"/>
                  </a:lnTo>
                  <a:lnTo>
                    <a:pt x="1306695" y="4424415"/>
                  </a:lnTo>
                  <a:lnTo>
                    <a:pt x="1306853" y="4424415"/>
                  </a:lnTo>
                  <a:lnTo>
                    <a:pt x="1307011" y="4424415"/>
                  </a:lnTo>
                  <a:lnTo>
                    <a:pt x="1307169" y="4424415"/>
                  </a:lnTo>
                  <a:lnTo>
                    <a:pt x="1307326" y="4424415"/>
                  </a:lnTo>
                  <a:lnTo>
                    <a:pt x="1307326" y="4423984"/>
                  </a:lnTo>
                  <a:lnTo>
                    <a:pt x="1307326" y="4423553"/>
                  </a:lnTo>
                  <a:lnTo>
                    <a:pt x="1307484" y="4423553"/>
                  </a:lnTo>
                  <a:lnTo>
                    <a:pt x="1307642" y="4423553"/>
                  </a:lnTo>
                  <a:lnTo>
                    <a:pt x="1307799" y="4423553"/>
                  </a:lnTo>
                  <a:lnTo>
                    <a:pt x="1307799" y="4423123"/>
                  </a:lnTo>
                  <a:lnTo>
                    <a:pt x="1307957" y="4423123"/>
                  </a:lnTo>
                  <a:lnTo>
                    <a:pt x="1308115" y="4423123"/>
                  </a:lnTo>
                  <a:lnTo>
                    <a:pt x="1308273" y="4423123"/>
                  </a:lnTo>
                  <a:lnTo>
                    <a:pt x="1308273" y="4422692"/>
                  </a:lnTo>
                  <a:lnTo>
                    <a:pt x="1308430" y="4422692"/>
                  </a:lnTo>
                  <a:lnTo>
                    <a:pt x="1308430" y="4422262"/>
                  </a:lnTo>
                  <a:lnTo>
                    <a:pt x="1308588" y="4422262"/>
                  </a:lnTo>
                  <a:lnTo>
                    <a:pt x="1308588" y="4421831"/>
                  </a:lnTo>
                  <a:lnTo>
                    <a:pt x="1308588" y="4421400"/>
                  </a:lnTo>
                  <a:lnTo>
                    <a:pt x="1308746" y="4421400"/>
                  </a:lnTo>
                  <a:lnTo>
                    <a:pt x="1308903" y="4421400"/>
                  </a:lnTo>
                  <a:lnTo>
                    <a:pt x="1308903" y="4420970"/>
                  </a:lnTo>
                  <a:lnTo>
                    <a:pt x="1309061" y="4420970"/>
                  </a:lnTo>
                  <a:lnTo>
                    <a:pt x="1309219" y="4420970"/>
                  </a:lnTo>
                  <a:lnTo>
                    <a:pt x="1309219" y="4420539"/>
                  </a:lnTo>
                  <a:lnTo>
                    <a:pt x="1309219" y="4420109"/>
                  </a:lnTo>
                  <a:lnTo>
                    <a:pt x="1309219" y="4419678"/>
                  </a:lnTo>
                  <a:lnTo>
                    <a:pt x="1309377" y="4419678"/>
                  </a:lnTo>
                  <a:lnTo>
                    <a:pt x="1309377" y="4419247"/>
                  </a:lnTo>
                  <a:lnTo>
                    <a:pt x="1309377" y="4418817"/>
                  </a:lnTo>
                  <a:lnTo>
                    <a:pt x="1309534" y="4418817"/>
                  </a:lnTo>
                  <a:lnTo>
                    <a:pt x="1309692" y="4418817"/>
                  </a:lnTo>
                  <a:lnTo>
                    <a:pt x="1309850" y="4418817"/>
                  </a:lnTo>
                  <a:lnTo>
                    <a:pt x="1309850" y="4418386"/>
                  </a:lnTo>
                  <a:lnTo>
                    <a:pt x="1310008" y="4418386"/>
                  </a:lnTo>
                  <a:lnTo>
                    <a:pt x="1310165" y="4418386"/>
                  </a:lnTo>
                  <a:lnTo>
                    <a:pt x="1310323" y="4418386"/>
                  </a:lnTo>
                  <a:lnTo>
                    <a:pt x="1310481" y="4418386"/>
                  </a:lnTo>
                  <a:lnTo>
                    <a:pt x="1310638" y="4418386"/>
                  </a:lnTo>
                  <a:lnTo>
                    <a:pt x="1310796" y="4418386"/>
                  </a:lnTo>
                  <a:lnTo>
                    <a:pt x="1310954" y="4418386"/>
                  </a:lnTo>
                  <a:lnTo>
                    <a:pt x="1311112" y="4418386"/>
                  </a:lnTo>
                  <a:lnTo>
                    <a:pt x="1311269" y="4418386"/>
                  </a:lnTo>
                  <a:lnTo>
                    <a:pt x="1311427" y="4418386"/>
                  </a:lnTo>
                  <a:lnTo>
                    <a:pt x="1311427" y="4417956"/>
                  </a:lnTo>
                  <a:lnTo>
                    <a:pt x="1311427" y="4417525"/>
                  </a:lnTo>
                  <a:lnTo>
                    <a:pt x="1311585" y="4417525"/>
                  </a:lnTo>
                  <a:lnTo>
                    <a:pt x="1311742" y="4417525"/>
                  </a:lnTo>
                  <a:lnTo>
                    <a:pt x="1311742" y="4417094"/>
                  </a:lnTo>
                  <a:lnTo>
                    <a:pt x="1311900" y="4417094"/>
                  </a:lnTo>
                  <a:lnTo>
                    <a:pt x="1312058" y="4417094"/>
                  </a:lnTo>
                  <a:lnTo>
                    <a:pt x="1312216" y="4417094"/>
                  </a:lnTo>
                  <a:lnTo>
                    <a:pt x="1312373" y="4417094"/>
                  </a:lnTo>
                  <a:lnTo>
                    <a:pt x="1312531" y="4417094"/>
                  </a:lnTo>
                  <a:lnTo>
                    <a:pt x="1312689" y="4417094"/>
                  </a:lnTo>
                  <a:lnTo>
                    <a:pt x="1312846" y="4417094"/>
                  </a:lnTo>
                  <a:lnTo>
                    <a:pt x="1312846" y="4416664"/>
                  </a:lnTo>
                  <a:lnTo>
                    <a:pt x="1313004" y="4416664"/>
                  </a:lnTo>
                  <a:lnTo>
                    <a:pt x="1313004" y="4416233"/>
                  </a:lnTo>
                  <a:lnTo>
                    <a:pt x="1313162" y="4416233"/>
                  </a:lnTo>
                  <a:lnTo>
                    <a:pt x="1313320" y="4416233"/>
                  </a:lnTo>
                  <a:lnTo>
                    <a:pt x="1313477" y="4416233"/>
                  </a:lnTo>
                  <a:lnTo>
                    <a:pt x="1313477" y="4415803"/>
                  </a:lnTo>
                  <a:lnTo>
                    <a:pt x="1313635" y="4415803"/>
                  </a:lnTo>
                  <a:lnTo>
                    <a:pt x="1313793" y="4415803"/>
                  </a:lnTo>
                  <a:lnTo>
                    <a:pt x="1313950" y="4415803"/>
                  </a:lnTo>
                  <a:lnTo>
                    <a:pt x="1313950" y="4415372"/>
                  </a:lnTo>
                  <a:lnTo>
                    <a:pt x="1314108" y="4415372"/>
                  </a:lnTo>
                  <a:lnTo>
                    <a:pt x="1314108" y="4414941"/>
                  </a:lnTo>
                  <a:lnTo>
                    <a:pt x="1314266" y="4414941"/>
                  </a:lnTo>
                  <a:lnTo>
                    <a:pt x="1314424" y="4414941"/>
                  </a:lnTo>
                  <a:lnTo>
                    <a:pt x="1314581" y="4414941"/>
                  </a:lnTo>
                  <a:lnTo>
                    <a:pt x="1314581" y="4414511"/>
                  </a:lnTo>
                  <a:lnTo>
                    <a:pt x="1314739" y="4414511"/>
                  </a:lnTo>
                  <a:lnTo>
                    <a:pt x="1314897" y="4414511"/>
                  </a:lnTo>
                  <a:lnTo>
                    <a:pt x="1315055" y="4414511"/>
                  </a:lnTo>
                  <a:lnTo>
                    <a:pt x="1315212" y="4414511"/>
                  </a:lnTo>
                  <a:lnTo>
                    <a:pt x="1315370" y="4414511"/>
                  </a:lnTo>
                  <a:lnTo>
                    <a:pt x="1315528" y="4414511"/>
                  </a:lnTo>
                  <a:lnTo>
                    <a:pt x="1315685" y="4414511"/>
                  </a:lnTo>
                  <a:lnTo>
                    <a:pt x="1315843" y="4414511"/>
                  </a:lnTo>
                  <a:lnTo>
                    <a:pt x="1315843" y="4414080"/>
                  </a:lnTo>
                  <a:lnTo>
                    <a:pt x="1316001" y="4414080"/>
                  </a:lnTo>
                  <a:lnTo>
                    <a:pt x="1316001" y="4413650"/>
                  </a:lnTo>
                  <a:lnTo>
                    <a:pt x="1316159" y="4413650"/>
                  </a:lnTo>
                  <a:lnTo>
                    <a:pt x="1316159" y="4413219"/>
                  </a:lnTo>
                  <a:lnTo>
                    <a:pt x="1316159" y="4412788"/>
                  </a:lnTo>
                  <a:lnTo>
                    <a:pt x="1316159" y="4412358"/>
                  </a:lnTo>
                  <a:lnTo>
                    <a:pt x="1316316" y="4412358"/>
                  </a:lnTo>
                  <a:lnTo>
                    <a:pt x="1316316" y="4411927"/>
                  </a:lnTo>
                  <a:lnTo>
                    <a:pt x="1316474" y="4411927"/>
                  </a:lnTo>
                  <a:lnTo>
                    <a:pt x="1316632" y="4411927"/>
                  </a:lnTo>
                  <a:lnTo>
                    <a:pt x="1316632" y="4411497"/>
                  </a:lnTo>
                  <a:lnTo>
                    <a:pt x="1316789" y="4411497"/>
                  </a:lnTo>
                  <a:lnTo>
                    <a:pt x="1316789" y="4411066"/>
                  </a:lnTo>
                  <a:lnTo>
                    <a:pt x="1316947" y="4411066"/>
                  </a:lnTo>
                  <a:lnTo>
                    <a:pt x="1317105" y="4411066"/>
                  </a:lnTo>
                  <a:lnTo>
                    <a:pt x="1317105" y="4410635"/>
                  </a:lnTo>
                  <a:lnTo>
                    <a:pt x="1317263" y="4410635"/>
                  </a:lnTo>
                  <a:lnTo>
                    <a:pt x="1317263" y="4410205"/>
                  </a:lnTo>
                  <a:lnTo>
                    <a:pt x="1317420" y="4410205"/>
                  </a:lnTo>
                  <a:lnTo>
                    <a:pt x="1317578" y="4410205"/>
                  </a:lnTo>
                  <a:lnTo>
                    <a:pt x="1317736" y="4410205"/>
                  </a:lnTo>
                  <a:lnTo>
                    <a:pt x="1317893" y="4410205"/>
                  </a:lnTo>
                  <a:lnTo>
                    <a:pt x="1318051" y="4410205"/>
                  </a:lnTo>
                  <a:lnTo>
                    <a:pt x="1318209" y="4410205"/>
                  </a:lnTo>
                  <a:lnTo>
                    <a:pt x="1318367" y="4410205"/>
                  </a:lnTo>
                  <a:lnTo>
                    <a:pt x="1318524" y="4410205"/>
                  </a:lnTo>
                  <a:lnTo>
                    <a:pt x="1318682" y="4410205"/>
                  </a:lnTo>
                  <a:lnTo>
                    <a:pt x="1318840" y="4410205"/>
                  </a:lnTo>
                  <a:lnTo>
                    <a:pt x="1318840" y="4409774"/>
                  </a:lnTo>
                  <a:lnTo>
                    <a:pt x="1318997" y="4409774"/>
                  </a:lnTo>
                  <a:lnTo>
                    <a:pt x="1319155" y="4409774"/>
                  </a:lnTo>
                  <a:lnTo>
                    <a:pt x="1319155" y="4409344"/>
                  </a:lnTo>
                  <a:lnTo>
                    <a:pt x="1319155" y="4408913"/>
                  </a:lnTo>
                  <a:lnTo>
                    <a:pt x="1319155" y="4408482"/>
                  </a:lnTo>
                  <a:lnTo>
                    <a:pt x="1319313" y="4408482"/>
                  </a:lnTo>
                  <a:lnTo>
                    <a:pt x="1319313" y="4408052"/>
                  </a:lnTo>
                  <a:lnTo>
                    <a:pt x="1319313" y="4407621"/>
                  </a:lnTo>
                  <a:lnTo>
                    <a:pt x="1319471" y="4407621"/>
                  </a:lnTo>
                  <a:lnTo>
                    <a:pt x="1319628" y="4407621"/>
                  </a:lnTo>
                  <a:lnTo>
                    <a:pt x="1319786" y="4407621"/>
                  </a:lnTo>
                  <a:lnTo>
                    <a:pt x="1319944" y="4407621"/>
                  </a:lnTo>
                  <a:lnTo>
                    <a:pt x="1320101" y="4407621"/>
                  </a:lnTo>
                  <a:lnTo>
                    <a:pt x="1320259" y="4407621"/>
                  </a:lnTo>
                  <a:lnTo>
                    <a:pt x="1320259" y="4407191"/>
                  </a:lnTo>
                  <a:lnTo>
                    <a:pt x="1320259" y="4406760"/>
                  </a:lnTo>
                  <a:lnTo>
                    <a:pt x="1320259" y="4406329"/>
                  </a:lnTo>
                  <a:lnTo>
                    <a:pt x="1320259" y="4405899"/>
                  </a:lnTo>
                  <a:lnTo>
                    <a:pt x="1320417" y="4405899"/>
                  </a:lnTo>
                  <a:lnTo>
                    <a:pt x="1320575" y="4405899"/>
                  </a:lnTo>
                  <a:lnTo>
                    <a:pt x="1320732" y="4405899"/>
                  </a:lnTo>
                  <a:lnTo>
                    <a:pt x="1320890" y="4405899"/>
                  </a:lnTo>
                  <a:lnTo>
                    <a:pt x="1321048" y="4405899"/>
                  </a:lnTo>
                  <a:lnTo>
                    <a:pt x="1321206" y="4405899"/>
                  </a:lnTo>
                  <a:lnTo>
                    <a:pt x="1321363" y="4405899"/>
                  </a:lnTo>
                  <a:lnTo>
                    <a:pt x="1321521" y="4405899"/>
                  </a:lnTo>
                  <a:lnTo>
                    <a:pt x="1321679" y="4405899"/>
                  </a:lnTo>
                  <a:lnTo>
                    <a:pt x="1321836" y="4405899"/>
                  </a:lnTo>
                  <a:lnTo>
                    <a:pt x="1321994" y="4405899"/>
                  </a:lnTo>
                  <a:lnTo>
                    <a:pt x="1322152" y="4405899"/>
                  </a:lnTo>
                  <a:lnTo>
                    <a:pt x="1322310" y="4405899"/>
                  </a:lnTo>
                  <a:lnTo>
                    <a:pt x="1322310" y="4405468"/>
                  </a:lnTo>
                  <a:lnTo>
                    <a:pt x="1322467" y="4405468"/>
                  </a:lnTo>
                  <a:lnTo>
                    <a:pt x="1322625" y="4405468"/>
                  </a:lnTo>
                  <a:lnTo>
                    <a:pt x="1322625" y="4405038"/>
                  </a:lnTo>
                  <a:lnTo>
                    <a:pt x="1322625" y="4404607"/>
                  </a:lnTo>
                  <a:lnTo>
                    <a:pt x="1322783" y="4404607"/>
                  </a:lnTo>
                  <a:lnTo>
                    <a:pt x="1322783" y="4404176"/>
                  </a:lnTo>
                  <a:lnTo>
                    <a:pt x="1322940" y="4404176"/>
                  </a:lnTo>
                  <a:lnTo>
                    <a:pt x="1323098" y="4404176"/>
                  </a:lnTo>
                  <a:lnTo>
                    <a:pt x="1323256" y="4404176"/>
                  </a:lnTo>
                  <a:lnTo>
                    <a:pt x="1323414" y="4404176"/>
                  </a:lnTo>
                  <a:lnTo>
                    <a:pt x="1323571" y="4404176"/>
                  </a:lnTo>
                  <a:lnTo>
                    <a:pt x="1323729" y="4404176"/>
                  </a:lnTo>
                  <a:lnTo>
                    <a:pt x="1323887" y="4404176"/>
                  </a:lnTo>
                  <a:lnTo>
                    <a:pt x="1324044" y="4404176"/>
                  </a:lnTo>
                  <a:lnTo>
                    <a:pt x="1324202" y="4404176"/>
                  </a:lnTo>
                  <a:lnTo>
                    <a:pt x="1324360" y="4404176"/>
                  </a:lnTo>
                  <a:lnTo>
                    <a:pt x="1324360" y="4403746"/>
                  </a:lnTo>
                  <a:lnTo>
                    <a:pt x="1324518" y="4403746"/>
                  </a:lnTo>
                  <a:lnTo>
                    <a:pt x="1324518" y="4403315"/>
                  </a:lnTo>
                  <a:lnTo>
                    <a:pt x="1324675" y="4403315"/>
                  </a:lnTo>
                  <a:lnTo>
                    <a:pt x="1324833" y="4403315"/>
                  </a:lnTo>
                  <a:lnTo>
                    <a:pt x="1324991" y="4403315"/>
                  </a:lnTo>
                  <a:lnTo>
                    <a:pt x="1325148" y="4403315"/>
                  </a:lnTo>
                  <a:lnTo>
                    <a:pt x="1325148" y="4402885"/>
                  </a:lnTo>
                  <a:lnTo>
                    <a:pt x="1325306" y="4402885"/>
                  </a:lnTo>
                  <a:lnTo>
                    <a:pt x="1325464" y="4402885"/>
                  </a:lnTo>
                  <a:lnTo>
                    <a:pt x="1325464" y="4402454"/>
                  </a:lnTo>
                  <a:lnTo>
                    <a:pt x="1325464" y="4402023"/>
                  </a:lnTo>
                  <a:lnTo>
                    <a:pt x="1325464" y="4401593"/>
                  </a:lnTo>
                  <a:lnTo>
                    <a:pt x="1325622" y="4401593"/>
                  </a:lnTo>
                  <a:lnTo>
                    <a:pt x="1325622" y="4401162"/>
                  </a:lnTo>
                  <a:lnTo>
                    <a:pt x="1325622" y="4400732"/>
                  </a:lnTo>
                  <a:lnTo>
                    <a:pt x="1325779" y="4400732"/>
                  </a:lnTo>
                  <a:lnTo>
                    <a:pt x="1325937" y="4400732"/>
                  </a:lnTo>
                  <a:lnTo>
                    <a:pt x="1326095" y="4400732"/>
                  </a:lnTo>
                  <a:lnTo>
                    <a:pt x="1326253" y="4400732"/>
                  </a:lnTo>
                  <a:lnTo>
                    <a:pt x="1326410" y="4400732"/>
                  </a:lnTo>
                  <a:lnTo>
                    <a:pt x="1326568" y="4400732"/>
                  </a:lnTo>
                  <a:lnTo>
                    <a:pt x="1326568" y="4400301"/>
                  </a:lnTo>
                  <a:lnTo>
                    <a:pt x="1326726" y="4400301"/>
                  </a:lnTo>
                  <a:lnTo>
                    <a:pt x="1326726" y="4399870"/>
                  </a:lnTo>
                  <a:lnTo>
                    <a:pt x="1326726" y="4399440"/>
                  </a:lnTo>
                  <a:lnTo>
                    <a:pt x="1326883" y="4399440"/>
                  </a:lnTo>
                  <a:lnTo>
                    <a:pt x="1327041" y="4399440"/>
                  </a:lnTo>
                  <a:lnTo>
                    <a:pt x="1327041" y="4399009"/>
                  </a:lnTo>
                  <a:lnTo>
                    <a:pt x="1327041" y="4398579"/>
                  </a:lnTo>
                  <a:lnTo>
                    <a:pt x="1327041" y="4398148"/>
                  </a:lnTo>
                  <a:lnTo>
                    <a:pt x="1327041" y="4397717"/>
                  </a:lnTo>
                  <a:lnTo>
                    <a:pt x="1327199" y="4397717"/>
                  </a:lnTo>
                  <a:lnTo>
                    <a:pt x="1327357" y="4397717"/>
                  </a:lnTo>
                  <a:lnTo>
                    <a:pt x="1327514" y="4397717"/>
                  </a:lnTo>
                  <a:lnTo>
                    <a:pt x="1327672" y="4397717"/>
                  </a:lnTo>
                  <a:lnTo>
                    <a:pt x="1327672" y="4397287"/>
                  </a:lnTo>
                  <a:lnTo>
                    <a:pt x="1327830" y="4397287"/>
                  </a:lnTo>
                  <a:lnTo>
                    <a:pt x="1327830" y="4396856"/>
                  </a:lnTo>
                  <a:lnTo>
                    <a:pt x="1327830" y="4396426"/>
                  </a:lnTo>
                  <a:lnTo>
                    <a:pt x="1327987" y="4396426"/>
                  </a:lnTo>
                  <a:lnTo>
                    <a:pt x="1328145" y="4396426"/>
                  </a:lnTo>
                  <a:lnTo>
                    <a:pt x="1328303" y="4396426"/>
                  </a:lnTo>
                  <a:lnTo>
                    <a:pt x="1328303" y="4395995"/>
                  </a:lnTo>
                  <a:lnTo>
                    <a:pt x="1328303" y="4395564"/>
                  </a:lnTo>
                  <a:lnTo>
                    <a:pt x="1328461" y="4395564"/>
                  </a:lnTo>
                  <a:lnTo>
                    <a:pt x="1328618" y="4395564"/>
                  </a:lnTo>
                  <a:lnTo>
                    <a:pt x="1328776" y="4395564"/>
                  </a:lnTo>
                  <a:lnTo>
                    <a:pt x="1328934" y="4395564"/>
                  </a:lnTo>
                  <a:lnTo>
                    <a:pt x="1329091" y="4395564"/>
                  </a:lnTo>
                  <a:lnTo>
                    <a:pt x="1329249" y="4395564"/>
                  </a:lnTo>
                  <a:lnTo>
                    <a:pt x="1329249" y="4395134"/>
                  </a:lnTo>
                  <a:lnTo>
                    <a:pt x="1329407" y="4395134"/>
                  </a:lnTo>
                  <a:lnTo>
                    <a:pt x="1329565" y="4395134"/>
                  </a:lnTo>
                  <a:lnTo>
                    <a:pt x="1329565" y="4394703"/>
                  </a:lnTo>
                  <a:lnTo>
                    <a:pt x="1329565" y="4394273"/>
                  </a:lnTo>
                  <a:lnTo>
                    <a:pt x="1329722" y="4394273"/>
                  </a:lnTo>
                  <a:lnTo>
                    <a:pt x="1329880" y="4394273"/>
                  </a:lnTo>
                  <a:lnTo>
                    <a:pt x="1330038" y="4394273"/>
                  </a:lnTo>
                  <a:lnTo>
                    <a:pt x="1330195" y="4394273"/>
                  </a:lnTo>
                  <a:lnTo>
                    <a:pt x="1330353" y="4394273"/>
                  </a:lnTo>
                  <a:lnTo>
                    <a:pt x="1330511" y="4394273"/>
                  </a:lnTo>
                  <a:lnTo>
                    <a:pt x="1330669" y="4394273"/>
                  </a:lnTo>
                  <a:lnTo>
                    <a:pt x="1330826" y="4394273"/>
                  </a:lnTo>
                  <a:lnTo>
                    <a:pt x="1330826" y="4393842"/>
                  </a:lnTo>
                  <a:lnTo>
                    <a:pt x="1330984" y="4393842"/>
                  </a:lnTo>
                  <a:lnTo>
                    <a:pt x="1331142" y="4393842"/>
                  </a:lnTo>
                  <a:lnTo>
                    <a:pt x="1331299" y="4393842"/>
                  </a:lnTo>
                  <a:lnTo>
                    <a:pt x="1331457" y="4393842"/>
                  </a:lnTo>
                  <a:lnTo>
                    <a:pt x="1331615" y="4393842"/>
                  </a:lnTo>
                  <a:lnTo>
                    <a:pt x="1331773" y="4393842"/>
                  </a:lnTo>
                  <a:lnTo>
                    <a:pt x="1331930" y="4393842"/>
                  </a:lnTo>
                  <a:lnTo>
                    <a:pt x="1332088" y="4393842"/>
                  </a:lnTo>
                  <a:lnTo>
                    <a:pt x="1332246" y="4393842"/>
                  </a:lnTo>
                  <a:lnTo>
                    <a:pt x="1332404" y="4393842"/>
                  </a:lnTo>
                  <a:lnTo>
                    <a:pt x="1332561" y="4393842"/>
                  </a:lnTo>
                  <a:lnTo>
                    <a:pt x="1332719" y="4393842"/>
                  </a:lnTo>
                  <a:lnTo>
                    <a:pt x="1332877" y="4393842"/>
                  </a:lnTo>
                  <a:lnTo>
                    <a:pt x="1333034" y="4393842"/>
                  </a:lnTo>
                  <a:lnTo>
                    <a:pt x="1333192" y="4393842"/>
                  </a:lnTo>
                  <a:lnTo>
                    <a:pt x="1333350" y="4393842"/>
                  </a:lnTo>
                  <a:lnTo>
                    <a:pt x="1333350" y="4393411"/>
                  </a:lnTo>
                  <a:lnTo>
                    <a:pt x="1333350" y="4392981"/>
                  </a:lnTo>
                  <a:lnTo>
                    <a:pt x="1333508" y="4392981"/>
                  </a:lnTo>
                  <a:lnTo>
                    <a:pt x="1333665" y="4392981"/>
                  </a:lnTo>
                  <a:lnTo>
                    <a:pt x="1333665" y="4392550"/>
                  </a:lnTo>
                  <a:lnTo>
                    <a:pt x="1333665" y="4392120"/>
                  </a:lnTo>
                  <a:lnTo>
                    <a:pt x="1333823" y="4392120"/>
                  </a:lnTo>
                  <a:lnTo>
                    <a:pt x="1333981" y="4392120"/>
                  </a:lnTo>
                  <a:lnTo>
                    <a:pt x="1333981" y="4391689"/>
                  </a:lnTo>
                  <a:lnTo>
                    <a:pt x="1333981" y="4391258"/>
                  </a:lnTo>
                  <a:lnTo>
                    <a:pt x="1333981" y="4390828"/>
                  </a:lnTo>
                  <a:lnTo>
                    <a:pt x="1334138" y="4390828"/>
                  </a:lnTo>
                  <a:lnTo>
                    <a:pt x="1334138" y="4390397"/>
                  </a:lnTo>
                  <a:lnTo>
                    <a:pt x="1334138" y="4389967"/>
                  </a:lnTo>
                  <a:lnTo>
                    <a:pt x="1334296" y="4389967"/>
                  </a:lnTo>
                  <a:lnTo>
                    <a:pt x="1334454" y="4389967"/>
                  </a:lnTo>
                  <a:lnTo>
                    <a:pt x="1334454" y="4389536"/>
                  </a:lnTo>
                  <a:lnTo>
                    <a:pt x="1334454" y="4389105"/>
                  </a:lnTo>
                  <a:lnTo>
                    <a:pt x="1334612" y="4389105"/>
                  </a:lnTo>
                  <a:lnTo>
                    <a:pt x="1334769" y="4389105"/>
                  </a:lnTo>
                  <a:lnTo>
                    <a:pt x="1334927" y="4389105"/>
                  </a:lnTo>
                  <a:lnTo>
                    <a:pt x="1335085" y="4389105"/>
                  </a:lnTo>
                  <a:lnTo>
                    <a:pt x="1335242" y="4389105"/>
                  </a:lnTo>
                  <a:lnTo>
                    <a:pt x="1335400" y="4389105"/>
                  </a:lnTo>
                  <a:lnTo>
                    <a:pt x="1335558" y="4389105"/>
                  </a:lnTo>
                  <a:lnTo>
                    <a:pt x="1335716" y="4389105"/>
                  </a:lnTo>
                  <a:lnTo>
                    <a:pt x="1335873" y="4389105"/>
                  </a:lnTo>
                  <a:lnTo>
                    <a:pt x="1335873" y="4388675"/>
                  </a:lnTo>
                  <a:lnTo>
                    <a:pt x="1335873" y="4388244"/>
                  </a:lnTo>
                  <a:lnTo>
                    <a:pt x="1336031" y="4388244"/>
                  </a:lnTo>
                  <a:lnTo>
                    <a:pt x="1336189" y="4388244"/>
                  </a:lnTo>
                  <a:lnTo>
                    <a:pt x="1336189" y="4387814"/>
                  </a:lnTo>
                  <a:lnTo>
                    <a:pt x="1336189" y="4387383"/>
                  </a:lnTo>
                  <a:lnTo>
                    <a:pt x="1336346" y="4387383"/>
                  </a:lnTo>
                  <a:lnTo>
                    <a:pt x="1336504" y="4387383"/>
                  </a:lnTo>
                  <a:lnTo>
                    <a:pt x="1336662" y="4387383"/>
                  </a:lnTo>
                  <a:lnTo>
                    <a:pt x="1336820" y="4387383"/>
                  </a:lnTo>
                  <a:lnTo>
                    <a:pt x="1336977" y="4387383"/>
                  </a:lnTo>
                  <a:lnTo>
                    <a:pt x="1336977" y="4386952"/>
                  </a:lnTo>
                  <a:lnTo>
                    <a:pt x="1337135" y="4386952"/>
                  </a:lnTo>
                  <a:lnTo>
                    <a:pt x="1337293" y="4386952"/>
                  </a:lnTo>
                  <a:lnTo>
                    <a:pt x="1337450" y="4386952"/>
                  </a:lnTo>
                  <a:lnTo>
                    <a:pt x="1337608" y="4386952"/>
                  </a:lnTo>
                  <a:lnTo>
                    <a:pt x="1337766" y="4386952"/>
                  </a:lnTo>
                  <a:lnTo>
                    <a:pt x="1337766" y="4386522"/>
                  </a:lnTo>
                  <a:lnTo>
                    <a:pt x="1337924" y="4386522"/>
                  </a:lnTo>
                  <a:lnTo>
                    <a:pt x="1338081" y="4386522"/>
                  </a:lnTo>
                  <a:lnTo>
                    <a:pt x="1338239" y="4386522"/>
                  </a:lnTo>
                  <a:lnTo>
                    <a:pt x="1338397" y="4386522"/>
                  </a:lnTo>
                  <a:lnTo>
                    <a:pt x="1338555" y="4386522"/>
                  </a:lnTo>
                  <a:lnTo>
                    <a:pt x="1338555" y="4386091"/>
                  </a:lnTo>
                  <a:lnTo>
                    <a:pt x="1338712" y="4386091"/>
                  </a:lnTo>
                  <a:lnTo>
                    <a:pt x="1338870" y="4386091"/>
                  </a:lnTo>
                  <a:lnTo>
                    <a:pt x="1339028" y="4386091"/>
                  </a:lnTo>
                  <a:lnTo>
                    <a:pt x="1339028" y="4385661"/>
                  </a:lnTo>
                  <a:lnTo>
                    <a:pt x="1339185" y="4385661"/>
                  </a:lnTo>
                  <a:lnTo>
                    <a:pt x="1339343" y="4385661"/>
                  </a:lnTo>
                  <a:lnTo>
                    <a:pt x="1339343" y="4385230"/>
                  </a:lnTo>
                  <a:lnTo>
                    <a:pt x="1339343" y="4384799"/>
                  </a:lnTo>
                  <a:lnTo>
                    <a:pt x="1339501" y="4384799"/>
                  </a:lnTo>
                  <a:lnTo>
                    <a:pt x="1339501" y="4384369"/>
                  </a:lnTo>
                  <a:lnTo>
                    <a:pt x="1339659" y="4384369"/>
                  </a:lnTo>
                  <a:lnTo>
                    <a:pt x="1339816" y="4384369"/>
                  </a:lnTo>
                  <a:lnTo>
                    <a:pt x="1339816" y="4383938"/>
                  </a:lnTo>
                  <a:lnTo>
                    <a:pt x="1339974" y="4383938"/>
                  </a:lnTo>
                  <a:lnTo>
                    <a:pt x="1340132" y="4383938"/>
                  </a:lnTo>
                  <a:lnTo>
                    <a:pt x="1340289" y="4383938"/>
                  </a:lnTo>
                  <a:lnTo>
                    <a:pt x="1340289" y="4383508"/>
                  </a:lnTo>
                  <a:lnTo>
                    <a:pt x="1340447" y="4383508"/>
                  </a:lnTo>
                  <a:lnTo>
                    <a:pt x="1340605" y="4383508"/>
                  </a:lnTo>
                  <a:lnTo>
                    <a:pt x="1340605" y="4383077"/>
                  </a:lnTo>
                  <a:lnTo>
                    <a:pt x="1340763" y="4383077"/>
                  </a:lnTo>
                  <a:lnTo>
                    <a:pt x="1340920" y="4383077"/>
                  </a:lnTo>
                  <a:lnTo>
                    <a:pt x="1341078" y="4383077"/>
                  </a:lnTo>
                  <a:lnTo>
                    <a:pt x="1341236" y="4383077"/>
                  </a:lnTo>
                  <a:lnTo>
                    <a:pt x="1341393" y="4383077"/>
                  </a:lnTo>
                  <a:lnTo>
                    <a:pt x="1341551" y="4383077"/>
                  </a:lnTo>
                  <a:lnTo>
                    <a:pt x="1341709" y="4383077"/>
                  </a:lnTo>
                  <a:lnTo>
                    <a:pt x="1341867" y="4383077"/>
                  </a:lnTo>
                  <a:lnTo>
                    <a:pt x="1342024" y="4383077"/>
                  </a:lnTo>
                  <a:lnTo>
                    <a:pt x="1342182" y="4383077"/>
                  </a:lnTo>
                  <a:lnTo>
                    <a:pt x="1342340" y="4383077"/>
                  </a:lnTo>
                  <a:lnTo>
                    <a:pt x="1342340" y="4382646"/>
                  </a:lnTo>
                  <a:lnTo>
                    <a:pt x="1342497" y="4382646"/>
                  </a:lnTo>
                  <a:lnTo>
                    <a:pt x="1342655" y="4382646"/>
                  </a:lnTo>
                  <a:lnTo>
                    <a:pt x="1342813" y="4382646"/>
                  </a:lnTo>
                  <a:lnTo>
                    <a:pt x="1342971" y="4382646"/>
                  </a:lnTo>
                  <a:lnTo>
                    <a:pt x="1343128" y="4382646"/>
                  </a:lnTo>
                  <a:lnTo>
                    <a:pt x="1343128" y="4382216"/>
                  </a:lnTo>
                  <a:lnTo>
                    <a:pt x="1343128" y="4381785"/>
                  </a:lnTo>
                  <a:lnTo>
                    <a:pt x="1343286" y="4381785"/>
                  </a:lnTo>
                  <a:lnTo>
                    <a:pt x="1343286" y="4381355"/>
                  </a:lnTo>
                  <a:lnTo>
                    <a:pt x="1343286" y="4380924"/>
                  </a:lnTo>
                  <a:lnTo>
                    <a:pt x="1343286" y="4380493"/>
                  </a:lnTo>
                  <a:lnTo>
                    <a:pt x="1343444" y="4380493"/>
                  </a:lnTo>
                  <a:lnTo>
                    <a:pt x="1343444" y="4380063"/>
                  </a:lnTo>
                  <a:lnTo>
                    <a:pt x="1343602" y="4380063"/>
                  </a:lnTo>
                  <a:lnTo>
                    <a:pt x="1343602" y="4379632"/>
                  </a:lnTo>
                  <a:lnTo>
                    <a:pt x="1343602" y="4379202"/>
                  </a:lnTo>
                  <a:lnTo>
                    <a:pt x="1343759" y="4379202"/>
                  </a:lnTo>
                  <a:lnTo>
                    <a:pt x="1343759" y="4378771"/>
                  </a:lnTo>
                  <a:lnTo>
                    <a:pt x="1343759" y="4378340"/>
                  </a:lnTo>
                  <a:lnTo>
                    <a:pt x="1343759" y="4377910"/>
                  </a:lnTo>
                  <a:lnTo>
                    <a:pt x="1343759" y="4377479"/>
                  </a:lnTo>
                  <a:lnTo>
                    <a:pt x="1343759" y="4377049"/>
                  </a:lnTo>
                  <a:lnTo>
                    <a:pt x="1343917" y="4377049"/>
                  </a:lnTo>
                  <a:lnTo>
                    <a:pt x="1344075" y="4377049"/>
                  </a:lnTo>
                  <a:lnTo>
                    <a:pt x="1344232" y="4377049"/>
                  </a:lnTo>
                  <a:lnTo>
                    <a:pt x="1344390" y="4377049"/>
                  </a:lnTo>
                  <a:lnTo>
                    <a:pt x="1344390" y="4376618"/>
                  </a:lnTo>
                  <a:lnTo>
                    <a:pt x="1344548" y="4376618"/>
                  </a:lnTo>
                  <a:lnTo>
                    <a:pt x="1344706" y="4376618"/>
                  </a:lnTo>
                  <a:lnTo>
                    <a:pt x="1344863" y="4376618"/>
                  </a:lnTo>
                  <a:lnTo>
                    <a:pt x="1345021" y="4376618"/>
                  </a:lnTo>
                  <a:lnTo>
                    <a:pt x="1345179" y="4376618"/>
                  </a:lnTo>
                  <a:lnTo>
                    <a:pt x="1345336" y="4376618"/>
                  </a:lnTo>
                  <a:lnTo>
                    <a:pt x="1345336" y="4376187"/>
                  </a:lnTo>
                  <a:lnTo>
                    <a:pt x="1345494" y="4376187"/>
                  </a:lnTo>
                  <a:lnTo>
                    <a:pt x="1345494" y="4375757"/>
                  </a:lnTo>
                  <a:lnTo>
                    <a:pt x="1345652" y="4375757"/>
                  </a:lnTo>
                  <a:lnTo>
                    <a:pt x="1345810" y="4375757"/>
                  </a:lnTo>
                  <a:lnTo>
                    <a:pt x="1345967" y="4375757"/>
                  </a:lnTo>
                  <a:lnTo>
                    <a:pt x="1345967" y="4375326"/>
                  </a:lnTo>
                  <a:lnTo>
                    <a:pt x="1346125" y="4375326"/>
                  </a:lnTo>
                  <a:lnTo>
                    <a:pt x="1346283" y="4375326"/>
                  </a:lnTo>
                  <a:lnTo>
                    <a:pt x="1346283" y="4374896"/>
                  </a:lnTo>
                  <a:lnTo>
                    <a:pt x="1346440" y="4374896"/>
                  </a:lnTo>
                  <a:lnTo>
                    <a:pt x="1346440" y="4374465"/>
                  </a:lnTo>
                  <a:lnTo>
                    <a:pt x="1346598" y="4374465"/>
                  </a:lnTo>
                  <a:lnTo>
                    <a:pt x="1346756" y="4374465"/>
                  </a:lnTo>
                  <a:lnTo>
                    <a:pt x="1346914" y="4374465"/>
                  </a:lnTo>
                  <a:lnTo>
                    <a:pt x="1347071" y="4374465"/>
                  </a:lnTo>
                  <a:lnTo>
                    <a:pt x="1347071" y="4374034"/>
                  </a:lnTo>
                  <a:lnTo>
                    <a:pt x="1347071" y="4373604"/>
                  </a:lnTo>
                  <a:lnTo>
                    <a:pt x="1347229" y="4373604"/>
                  </a:lnTo>
                  <a:lnTo>
                    <a:pt x="1347229" y="4373173"/>
                  </a:lnTo>
                  <a:lnTo>
                    <a:pt x="1347387" y="4373173"/>
                  </a:lnTo>
                  <a:lnTo>
                    <a:pt x="1347544" y="4373173"/>
                  </a:lnTo>
                  <a:lnTo>
                    <a:pt x="1347544" y="4372743"/>
                  </a:lnTo>
                  <a:lnTo>
                    <a:pt x="1347544" y="4372312"/>
                  </a:lnTo>
                  <a:lnTo>
                    <a:pt x="1347702" y="4372312"/>
                  </a:lnTo>
                  <a:lnTo>
                    <a:pt x="1347860" y="4372312"/>
                  </a:lnTo>
                  <a:lnTo>
                    <a:pt x="1347860" y="4371881"/>
                  </a:lnTo>
                  <a:lnTo>
                    <a:pt x="1348018" y="4371881"/>
                  </a:lnTo>
                  <a:lnTo>
                    <a:pt x="1348175" y="4371881"/>
                  </a:lnTo>
                  <a:lnTo>
                    <a:pt x="1348333" y="4371881"/>
                  </a:lnTo>
                  <a:lnTo>
                    <a:pt x="1348491" y="4371881"/>
                  </a:lnTo>
                  <a:lnTo>
                    <a:pt x="1348648" y="4371881"/>
                  </a:lnTo>
                  <a:lnTo>
                    <a:pt x="1348648" y="4371451"/>
                  </a:lnTo>
                  <a:lnTo>
                    <a:pt x="1348648" y="4371020"/>
                  </a:lnTo>
                  <a:lnTo>
                    <a:pt x="1348806" y="4371020"/>
                  </a:lnTo>
                  <a:lnTo>
                    <a:pt x="1348806" y="4370590"/>
                  </a:lnTo>
                  <a:lnTo>
                    <a:pt x="1348964" y="4370590"/>
                  </a:lnTo>
                  <a:lnTo>
                    <a:pt x="1348964" y="4370159"/>
                  </a:lnTo>
                  <a:lnTo>
                    <a:pt x="1349122" y="4370159"/>
                  </a:lnTo>
                  <a:lnTo>
                    <a:pt x="1349279" y="4370159"/>
                  </a:lnTo>
                  <a:lnTo>
                    <a:pt x="1349437" y="4370159"/>
                  </a:lnTo>
                  <a:lnTo>
                    <a:pt x="1349595" y="4370159"/>
                  </a:lnTo>
                  <a:lnTo>
                    <a:pt x="1349595" y="4369728"/>
                  </a:lnTo>
                  <a:lnTo>
                    <a:pt x="1349753" y="4369728"/>
                  </a:lnTo>
                  <a:lnTo>
                    <a:pt x="1349753" y="4369298"/>
                  </a:lnTo>
                  <a:lnTo>
                    <a:pt x="1349910" y="4369298"/>
                  </a:lnTo>
                  <a:lnTo>
                    <a:pt x="1349910" y="4368867"/>
                  </a:lnTo>
                  <a:lnTo>
                    <a:pt x="1350068" y="4368867"/>
                  </a:lnTo>
                  <a:lnTo>
                    <a:pt x="1350226" y="4368867"/>
                  </a:lnTo>
                  <a:lnTo>
                    <a:pt x="1350383" y="4368867"/>
                  </a:lnTo>
                  <a:lnTo>
                    <a:pt x="1350383" y="4368437"/>
                  </a:lnTo>
                  <a:lnTo>
                    <a:pt x="1350541" y="4368437"/>
                  </a:lnTo>
                  <a:lnTo>
                    <a:pt x="1350699" y="4368437"/>
                  </a:lnTo>
                  <a:lnTo>
                    <a:pt x="1350857" y="4368437"/>
                  </a:lnTo>
                  <a:lnTo>
                    <a:pt x="1350857" y="4368006"/>
                  </a:lnTo>
                  <a:lnTo>
                    <a:pt x="1351014" y="4368006"/>
                  </a:lnTo>
                  <a:lnTo>
                    <a:pt x="1351014" y="4367575"/>
                  </a:lnTo>
                  <a:lnTo>
                    <a:pt x="1351172" y="4367575"/>
                  </a:lnTo>
                  <a:lnTo>
                    <a:pt x="1351172" y="4367145"/>
                  </a:lnTo>
                  <a:lnTo>
                    <a:pt x="1351330" y="4367145"/>
                  </a:lnTo>
                  <a:lnTo>
                    <a:pt x="1351330" y="4366714"/>
                  </a:lnTo>
                  <a:lnTo>
                    <a:pt x="1351487" y="4366714"/>
                  </a:lnTo>
                  <a:lnTo>
                    <a:pt x="1351645" y="4366714"/>
                  </a:lnTo>
                  <a:lnTo>
                    <a:pt x="1351645" y="4366284"/>
                  </a:lnTo>
                  <a:lnTo>
                    <a:pt x="1351645" y="4365853"/>
                  </a:lnTo>
                  <a:lnTo>
                    <a:pt x="1351803" y="4365853"/>
                  </a:lnTo>
                  <a:lnTo>
                    <a:pt x="1351803" y="4365422"/>
                  </a:lnTo>
                  <a:lnTo>
                    <a:pt x="1351961" y="4365422"/>
                  </a:lnTo>
                  <a:lnTo>
                    <a:pt x="1351961" y="4364992"/>
                  </a:lnTo>
                  <a:lnTo>
                    <a:pt x="1352118" y="4364992"/>
                  </a:lnTo>
                  <a:lnTo>
                    <a:pt x="1352276" y="4364992"/>
                  </a:lnTo>
                  <a:lnTo>
                    <a:pt x="1352434" y="4364992"/>
                  </a:lnTo>
                  <a:lnTo>
                    <a:pt x="1352591" y="4364992"/>
                  </a:lnTo>
                  <a:lnTo>
                    <a:pt x="1352591" y="4364561"/>
                  </a:lnTo>
                  <a:lnTo>
                    <a:pt x="1352591" y="4364131"/>
                  </a:lnTo>
                  <a:lnTo>
                    <a:pt x="1352591" y="4363700"/>
                  </a:lnTo>
                  <a:lnTo>
                    <a:pt x="1352749" y="4363700"/>
                  </a:lnTo>
                  <a:lnTo>
                    <a:pt x="1352749" y="4363269"/>
                  </a:lnTo>
                  <a:lnTo>
                    <a:pt x="1352907" y="4363269"/>
                  </a:lnTo>
                  <a:lnTo>
                    <a:pt x="1353065" y="4363269"/>
                  </a:lnTo>
                  <a:lnTo>
                    <a:pt x="1353065" y="4362839"/>
                  </a:lnTo>
                  <a:lnTo>
                    <a:pt x="1353065" y="4362408"/>
                  </a:lnTo>
                  <a:lnTo>
                    <a:pt x="1353222" y="4362408"/>
                  </a:lnTo>
                  <a:lnTo>
                    <a:pt x="1353380" y="4362408"/>
                  </a:lnTo>
                  <a:lnTo>
                    <a:pt x="1353538" y="4362408"/>
                  </a:lnTo>
                  <a:lnTo>
                    <a:pt x="1353695" y="4362408"/>
                  </a:lnTo>
                  <a:lnTo>
                    <a:pt x="1353853" y="4362408"/>
                  </a:lnTo>
                  <a:lnTo>
                    <a:pt x="1353853" y="4361978"/>
                  </a:lnTo>
                  <a:lnTo>
                    <a:pt x="1354011" y="4361978"/>
                  </a:lnTo>
                  <a:lnTo>
                    <a:pt x="1354011" y="4361547"/>
                  </a:lnTo>
                  <a:lnTo>
                    <a:pt x="1354169" y="4361547"/>
                  </a:lnTo>
                  <a:lnTo>
                    <a:pt x="1354326" y="4361547"/>
                  </a:lnTo>
                  <a:lnTo>
                    <a:pt x="1354484" y="4361547"/>
                  </a:lnTo>
                  <a:lnTo>
                    <a:pt x="1354484" y="4361116"/>
                  </a:lnTo>
                  <a:lnTo>
                    <a:pt x="1354484" y="4360686"/>
                  </a:lnTo>
                  <a:lnTo>
                    <a:pt x="1354642" y="4360686"/>
                  </a:lnTo>
                  <a:lnTo>
                    <a:pt x="1354800" y="4360686"/>
                  </a:lnTo>
                  <a:lnTo>
                    <a:pt x="1354800" y="4360255"/>
                  </a:lnTo>
                  <a:lnTo>
                    <a:pt x="1354957" y="4360255"/>
                  </a:lnTo>
                  <a:lnTo>
                    <a:pt x="1355115" y="4360255"/>
                  </a:lnTo>
                  <a:lnTo>
                    <a:pt x="1355273" y="4360255"/>
                  </a:lnTo>
                  <a:lnTo>
                    <a:pt x="1355430" y="4360255"/>
                  </a:lnTo>
                  <a:lnTo>
                    <a:pt x="1355588" y="4360255"/>
                  </a:lnTo>
                  <a:lnTo>
                    <a:pt x="1355746" y="4360255"/>
                  </a:lnTo>
                  <a:lnTo>
                    <a:pt x="1355904" y="4360255"/>
                  </a:lnTo>
                  <a:lnTo>
                    <a:pt x="1356061" y="4360255"/>
                  </a:lnTo>
                  <a:lnTo>
                    <a:pt x="1356061" y="4359825"/>
                  </a:lnTo>
                  <a:lnTo>
                    <a:pt x="1356219" y="4359825"/>
                  </a:lnTo>
                  <a:lnTo>
                    <a:pt x="1356219" y="4359394"/>
                  </a:lnTo>
                  <a:lnTo>
                    <a:pt x="1356377" y="4359394"/>
                  </a:lnTo>
                  <a:lnTo>
                    <a:pt x="1356534" y="4359394"/>
                  </a:lnTo>
                  <a:lnTo>
                    <a:pt x="1356692" y="4359394"/>
                  </a:lnTo>
                  <a:lnTo>
                    <a:pt x="1356692" y="4358963"/>
                  </a:lnTo>
                  <a:lnTo>
                    <a:pt x="1356692" y="4358533"/>
                  </a:lnTo>
                  <a:lnTo>
                    <a:pt x="1356850" y="4358533"/>
                  </a:lnTo>
                  <a:lnTo>
                    <a:pt x="1357008" y="4358533"/>
                  </a:lnTo>
                  <a:lnTo>
                    <a:pt x="1357165" y="4358533"/>
                  </a:lnTo>
                  <a:lnTo>
                    <a:pt x="1357165" y="4358102"/>
                  </a:lnTo>
                  <a:lnTo>
                    <a:pt x="1357165" y="4357672"/>
                  </a:lnTo>
                  <a:lnTo>
                    <a:pt x="1357323" y="4357672"/>
                  </a:lnTo>
                  <a:lnTo>
                    <a:pt x="1357481" y="4357672"/>
                  </a:lnTo>
                  <a:lnTo>
                    <a:pt x="1357638" y="4357672"/>
                  </a:lnTo>
                  <a:lnTo>
                    <a:pt x="1357796" y="4357672"/>
                  </a:lnTo>
                  <a:lnTo>
                    <a:pt x="1357796" y="4357241"/>
                  </a:lnTo>
                  <a:lnTo>
                    <a:pt x="1357796" y="4356810"/>
                  </a:lnTo>
                  <a:lnTo>
                    <a:pt x="1357954" y="4356810"/>
                  </a:lnTo>
                  <a:lnTo>
                    <a:pt x="1358112" y="4356810"/>
                  </a:lnTo>
                  <a:lnTo>
                    <a:pt x="1358269" y="4356810"/>
                  </a:lnTo>
                  <a:lnTo>
                    <a:pt x="1358427" y="4356810"/>
                  </a:lnTo>
                  <a:lnTo>
                    <a:pt x="1358585" y="4356810"/>
                  </a:lnTo>
                  <a:lnTo>
                    <a:pt x="1358742" y="4356810"/>
                  </a:lnTo>
                  <a:lnTo>
                    <a:pt x="1358900" y="4356810"/>
                  </a:lnTo>
                  <a:lnTo>
                    <a:pt x="1358900" y="4356380"/>
                  </a:lnTo>
                  <a:lnTo>
                    <a:pt x="1359058" y="4356380"/>
                  </a:lnTo>
                  <a:lnTo>
                    <a:pt x="1359216" y="4356380"/>
                  </a:lnTo>
                  <a:lnTo>
                    <a:pt x="1359216" y="4355949"/>
                  </a:lnTo>
                  <a:lnTo>
                    <a:pt x="1359373" y="4355949"/>
                  </a:lnTo>
                  <a:lnTo>
                    <a:pt x="1359373" y="4355519"/>
                  </a:lnTo>
                  <a:lnTo>
                    <a:pt x="1359373" y="4355088"/>
                  </a:lnTo>
                  <a:lnTo>
                    <a:pt x="1359531" y="4355088"/>
                  </a:lnTo>
                  <a:lnTo>
                    <a:pt x="1359531" y="4354657"/>
                  </a:lnTo>
                  <a:lnTo>
                    <a:pt x="1359531" y="4354227"/>
                  </a:lnTo>
                  <a:lnTo>
                    <a:pt x="1359689" y="4354227"/>
                  </a:lnTo>
                  <a:lnTo>
                    <a:pt x="1359689" y="4353796"/>
                  </a:lnTo>
                  <a:lnTo>
                    <a:pt x="1359846" y="4353796"/>
                  </a:lnTo>
                  <a:lnTo>
                    <a:pt x="1360004" y="4353796"/>
                  </a:lnTo>
                  <a:lnTo>
                    <a:pt x="1360162" y="4353796"/>
                  </a:lnTo>
                  <a:lnTo>
                    <a:pt x="1360320" y="4353796"/>
                  </a:lnTo>
                  <a:lnTo>
                    <a:pt x="1360320" y="4353366"/>
                  </a:lnTo>
                  <a:lnTo>
                    <a:pt x="1360477" y="4353366"/>
                  </a:lnTo>
                  <a:lnTo>
                    <a:pt x="1360635" y="4353366"/>
                  </a:lnTo>
                  <a:lnTo>
                    <a:pt x="1360635" y="4352935"/>
                  </a:lnTo>
                  <a:lnTo>
                    <a:pt x="1360635" y="4352504"/>
                  </a:lnTo>
                  <a:lnTo>
                    <a:pt x="1360793" y="4352504"/>
                  </a:lnTo>
                  <a:lnTo>
                    <a:pt x="1360951" y="4352504"/>
                  </a:lnTo>
                  <a:lnTo>
                    <a:pt x="1360951" y="4352074"/>
                  </a:lnTo>
                  <a:lnTo>
                    <a:pt x="1360951" y="4351643"/>
                  </a:lnTo>
                  <a:lnTo>
                    <a:pt x="1360951" y="4351213"/>
                  </a:lnTo>
                  <a:lnTo>
                    <a:pt x="1361108" y="4351213"/>
                  </a:lnTo>
                  <a:lnTo>
                    <a:pt x="1361266" y="4351213"/>
                  </a:lnTo>
                  <a:lnTo>
                    <a:pt x="1361424" y="4351213"/>
                  </a:lnTo>
                  <a:lnTo>
                    <a:pt x="1361581" y="4351213"/>
                  </a:lnTo>
                  <a:lnTo>
                    <a:pt x="1361739" y="4351213"/>
                  </a:lnTo>
                  <a:lnTo>
                    <a:pt x="1361739" y="4350782"/>
                  </a:lnTo>
                  <a:lnTo>
                    <a:pt x="1361739" y="4350351"/>
                  </a:lnTo>
                  <a:lnTo>
                    <a:pt x="1361897" y="4350351"/>
                  </a:lnTo>
                  <a:lnTo>
                    <a:pt x="1362055" y="4350351"/>
                  </a:lnTo>
                  <a:lnTo>
                    <a:pt x="1362055" y="4349921"/>
                  </a:lnTo>
                  <a:lnTo>
                    <a:pt x="1362055" y="4349490"/>
                  </a:lnTo>
                  <a:lnTo>
                    <a:pt x="1362212" y="4349490"/>
                  </a:lnTo>
                  <a:lnTo>
                    <a:pt x="1362212" y="4349060"/>
                  </a:lnTo>
                  <a:lnTo>
                    <a:pt x="1362212" y="4348629"/>
                  </a:lnTo>
                  <a:lnTo>
                    <a:pt x="1362212" y="4348198"/>
                  </a:lnTo>
                  <a:lnTo>
                    <a:pt x="1362370" y="4348198"/>
                  </a:lnTo>
                  <a:lnTo>
                    <a:pt x="1362370" y="4347768"/>
                  </a:lnTo>
                  <a:lnTo>
                    <a:pt x="1362528" y="4347768"/>
                  </a:lnTo>
                  <a:lnTo>
                    <a:pt x="1362685" y="4347768"/>
                  </a:lnTo>
                  <a:lnTo>
                    <a:pt x="1362843" y="4347768"/>
                  </a:lnTo>
                  <a:lnTo>
                    <a:pt x="1363001" y="4347768"/>
                  </a:lnTo>
                  <a:lnTo>
                    <a:pt x="1363001" y="4347337"/>
                  </a:lnTo>
                  <a:lnTo>
                    <a:pt x="1363001" y="4346907"/>
                  </a:lnTo>
                  <a:lnTo>
                    <a:pt x="1363159" y="4346907"/>
                  </a:lnTo>
                  <a:lnTo>
                    <a:pt x="1363316" y="4346907"/>
                  </a:lnTo>
                  <a:lnTo>
                    <a:pt x="1363474" y="4346907"/>
                  </a:lnTo>
                  <a:lnTo>
                    <a:pt x="1363632" y="4346907"/>
                  </a:lnTo>
                  <a:lnTo>
                    <a:pt x="1363632" y="4346476"/>
                  </a:lnTo>
                  <a:lnTo>
                    <a:pt x="1363789" y="4346476"/>
                  </a:lnTo>
                  <a:lnTo>
                    <a:pt x="1363947" y="4346476"/>
                  </a:lnTo>
                  <a:lnTo>
                    <a:pt x="1363947" y="4346045"/>
                  </a:lnTo>
                  <a:lnTo>
                    <a:pt x="1364105" y="4346045"/>
                  </a:lnTo>
                  <a:lnTo>
                    <a:pt x="1364263" y="4346045"/>
                  </a:lnTo>
                  <a:lnTo>
                    <a:pt x="1364420" y="4346045"/>
                  </a:lnTo>
                  <a:lnTo>
                    <a:pt x="1364420" y="4345615"/>
                  </a:lnTo>
                  <a:lnTo>
                    <a:pt x="1364578" y="4345615"/>
                  </a:lnTo>
                  <a:lnTo>
                    <a:pt x="1364736" y="4345615"/>
                  </a:lnTo>
                  <a:lnTo>
                    <a:pt x="1364893" y="4345615"/>
                  </a:lnTo>
                  <a:lnTo>
                    <a:pt x="1364893" y="4345184"/>
                  </a:lnTo>
                  <a:lnTo>
                    <a:pt x="1365051" y="4345184"/>
                  </a:lnTo>
                  <a:lnTo>
                    <a:pt x="1365209" y="4345184"/>
                  </a:lnTo>
                  <a:lnTo>
                    <a:pt x="1365209" y="4344754"/>
                  </a:lnTo>
                  <a:lnTo>
                    <a:pt x="1365367" y="4344754"/>
                  </a:lnTo>
                  <a:lnTo>
                    <a:pt x="1365367" y="4344323"/>
                  </a:lnTo>
                  <a:lnTo>
                    <a:pt x="1365524" y="4344323"/>
                  </a:lnTo>
                  <a:lnTo>
                    <a:pt x="1365682" y="4344323"/>
                  </a:lnTo>
                  <a:lnTo>
                    <a:pt x="1365682" y="4343892"/>
                  </a:lnTo>
                  <a:lnTo>
                    <a:pt x="1365840" y="4343892"/>
                  </a:lnTo>
                  <a:lnTo>
                    <a:pt x="1365840" y="4343462"/>
                  </a:lnTo>
                  <a:lnTo>
                    <a:pt x="1365998" y="4343462"/>
                  </a:lnTo>
                  <a:lnTo>
                    <a:pt x="1366155" y="4343462"/>
                  </a:lnTo>
                  <a:lnTo>
                    <a:pt x="1366313" y="4343462"/>
                  </a:lnTo>
                  <a:lnTo>
                    <a:pt x="1366471" y="4343462"/>
                  </a:lnTo>
                  <a:lnTo>
                    <a:pt x="1366471" y="4343031"/>
                  </a:lnTo>
                  <a:lnTo>
                    <a:pt x="1366628" y="4343031"/>
                  </a:lnTo>
                  <a:lnTo>
                    <a:pt x="1366628" y="4342601"/>
                  </a:lnTo>
                  <a:lnTo>
                    <a:pt x="1366786" y="4342601"/>
                  </a:lnTo>
                  <a:lnTo>
                    <a:pt x="1366786" y="4342170"/>
                  </a:lnTo>
                  <a:lnTo>
                    <a:pt x="1366944" y="4342170"/>
                  </a:lnTo>
                  <a:lnTo>
                    <a:pt x="1367102" y="4342170"/>
                  </a:lnTo>
                  <a:lnTo>
                    <a:pt x="1367102" y="4341739"/>
                  </a:lnTo>
                  <a:lnTo>
                    <a:pt x="1367259" y="4341739"/>
                  </a:lnTo>
                  <a:lnTo>
                    <a:pt x="1367417" y="4341739"/>
                  </a:lnTo>
                  <a:lnTo>
                    <a:pt x="1367575" y="4341739"/>
                  </a:lnTo>
                  <a:lnTo>
                    <a:pt x="1367575" y="4341309"/>
                  </a:lnTo>
                  <a:lnTo>
                    <a:pt x="1367732" y="4341309"/>
                  </a:lnTo>
                  <a:lnTo>
                    <a:pt x="1367890" y="4341309"/>
                  </a:lnTo>
                  <a:lnTo>
                    <a:pt x="1367890" y="4340878"/>
                  </a:lnTo>
                  <a:lnTo>
                    <a:pt x="1368048" y="4340878"/>
                  </a:lnTo>
                  <a:lnTo>
                    <a:pt x="1368206" y="4340878"/>
                  </a:lnTo>
                  <a:lnTo>
                    <a:pt x="1368363" y="4340878"/>
                  </a:lnTo>
                  <a:lnTo>
                    <a:pt x="1368363" y="4340448"/>
                  </a:lnTo>
                  <a:lnTo>
                    <a:pt x="1368521" y="4340448"/>
                  </a:lnTo>
                  <a:lnTo>
                    <a:pt x="1368521" y="4340017"/>
                  </a:lnTo>
                  <a:lnTo>
                    <a:pt x="1368679" y="4340017"/>
                  </a:lnTo>
                  <a:lnTo>
                    <a:pt x="1368679" y="4339586"/>
                  </a:lnTo>
                  <a:lnTo>
                    <a:pt x="1368836" y="4339586"/>
                  </a:lnTo>
                  <a:lnTo>
                    <a:pt x="1368994" y="4339586"/>
                  </a:lnTo>
                  <a:lnTo>
                    <a:pt x="1369152" y="4339586"/>
                  </a:lnTo>
                  <a:lnTo>
                    <a:pt x="1369310" y="4339586"/>
                  </a:lnTo>
                  <a:lnTo>
                    <a:pt x="1369467" y="4339586"/>
                  </a:lnTo>
                  <a:lnTo>
                    <a:pt x="1369467" y="4339156"/>
                  </a:lnTo>
                  <a:lnTo>
                    <a:pt x="1369467" y="4338725"/>
                  </a:lnTo>
                  <a:lnTo>
                    <a:pt x="1369467" y="4338295"/>
                  </a:lnTo>
                  <a:lnTo>
                    <a:pt x="1369625" y="4338295"/>
                  </a:lnTo>
                  <a:lnTo>
                    <a:pt x="1369783" y="4338295"/>
                  </a:lnTo>
                  <a:lnTo>
                    <a:pt x="1369940" y="4338295"/>
                  </a:lnTo>
                  <a:lnTo>
                    <a:pt x="1370098" y="4338295"/>
                  </a:lnTo>
                  <a:lnTo>
                    <a:pt x="1370256" y="4338295"/>
                  </a:lnTo>
                  <a:lnTo>
                    <a:pt x="1370414" y="4338295"/>
                  </a:lnTo>
                  <a:lnTo>
                    <a:pt x="1370571" y="4338295"/>
                  </a:lnTo>
                  <a:lnTo>
                    <a:pt x="1370571" y="4337864"/>
                  </a:lnTo>
                  <a:lnTo>
                    <a:pt x="1370729" y="4337864"/>
                  </a:lnTo>
                  <a:lnTo>
                    <a:pt x="1370887" y="4337864"/>
                  </a:lnTo>
                  <a:lnTo>
                    <a:pt x="1370887" y="4337433"/>
                  </a:lnTo>
                  <a:lnTo>
                    <a:pt x="1371044" y="4337433"/>
                  </a:lnTo>
                  <a:lnTo>
                    <a:pt x="1371202" y="4337433"/>
                  </a:lnTo>
                  <a:lnTo>
                    <a:pt x="1371202" y="4337003"/>
                  </a:lnTo>
                  <a:lnTo>
                    <a:pt x="1371360" y="4337003"/>
                  </a:lnTo>
                  <a:lnTo>
                    <a:pt x="1371518" y="4337003"/>
                  </a:lnTo>
                  <a:lnTo>
                    <a:pt x="1371518" y="4336572"/>
                  </a:lnTo>
                  <a:lnTo>
                    <a:pt x="1371518" y="4336142"/>
                  </a:lnTo>
                  <a:lnTo>
                    <a:pt x="1371675" y="4336142"/>
                  </a:lnTo>
                  <a:lnTo>
                    <a:pt x="1371833" y="4336142"/>
                  </a:lnTo>
                  <a:lnTo>
                    <a:pt x="1371833" y="4335711"/>
                  </a:lnTo>
                  <a:lnTo>
                    <a:pt x="1371833" y="4335280"/>
                  </a:lnTo>
                  <a:lnTo>
                    <a:pt x="1371991" y="4335280"/>
                  </a:lnTo>
                  <a:lnTo>
                    <a:pt x="1372149" y="4335280"/>
                  </a:lnTo>
                  <a:lnTo>
                    <a:pt x="1372149" y="4334850"/>
                  </a:lnTo>
                  <a:lnTo>
                    <a:pt x="1372306" y="4334850"/>
                  </a:lnTo>
                  <a:lnTo>
                    <a:pt x="1372464" y="4334850"/>
                  </a:lnTo>
                  <a:lnTo>
                    <a:pt x="1372464" y="4334419"/>
                  </a:lnTo>
                  <a:lnTo>
                    <a:pt x="1372622" y="4334419"/>
                  </a:lnTo>
                  <a:lnTo>
                    <a:pt x="1372779" y="4334419"/>
                  </a:lnTo>
                  <a:lnTo>
                    <a:pt x="1372937" y="4334419"/>
                  </a:lnTo>
                  <a:lnTo>
                    <a:pt x="1373095" y="4334419"/>
                  </a:lnTo>
                  <a:lnTo>
                    <a:pt x="1373253" y="4334419"/>
                  </a:lnTo>
                  <a:lnTo>
                    <a:pt x="1373410" y="4334419"/>
                  </a:lnTo>
                  <a:lnTo>
                    <a:pt x="1373568" y="4334419"/>
                  </a:lnTo>
                  <a:lnTo>
                    <a:pt x="1373726" y="4334419"/>
                  </a:lnTo>
                  <a:lnTo>
                    <a:pt x="1373883" y="4334419"/>
                  </a:lnTo>
                  <a:lnTo>
                    <a:pt x="1374041" y="4334419"/>
                  </a:lnTo>
                  <a:lnTo>
                    <a:pt x="1374199" y="4334419"/>
                  </a:lnTo>
                  <a:lnTo>
                    <a:pt x="1374199" y="4333989"/>
                  </a:lnTo>
                  <a:lnTo>
                    <a:pt x="1374357" y="4333989"/>
                  </a:lnTo>
                  <a:lnTo>
                    <a:pt x="1374514" y="4333989"/>
                  </a:lnTo>
                  <a:lnTo>
                    <a:pt x="1374672" y="4333989"/>
                  </a:lnTo>
                  <a:lnTo>
                    <a:pt x="1374830" y="4333989"/>
                  </a:lnTo>
                  <a:lnTo>
                    <a:pt x="1374987" y="4333989"/>
                  </a:lnTo>
                  <a:lnTo>
                    <a:pt x="1375145" y="4333989"/>
                  </a:lnTo>
                  <a:lnTo>
                    <a:pt x="1375303" y="4333989"/>
                  </a:lnTo>
                  <a:lnTo>
                    <a:pt x="1375461" y="4333989"/>
                  </a:lnTo>
                  <a:lnTo>
                    <a:pt x="1375461" y="4333558"/>
                  </a:lnTo>
                  <a:lnTo>
                    <a:pt x="1375461" y="4333127"/>
                  </a:lnTo>
                  <a:lnTo>
                    <a:pt x="1375461" y="4332697"/>
                  </a:lnTo>
                  <a:lnTo>
                    <a:pt x="1375618" y="4332697"/>
                  </a:lnTo>
                  <a:lnTo>
                    <a:pt x="1375776" y="4332697"/>
                  </a:lnTo>
                  <a:lnTo>
                    <a:pt x="1375934" y="4332697"/>
                  </a:lnTo>
                  <a:lnTo>
                    <a:pt x="1375934" y="4332266"/>
                  </a:lnTo>
                  <a:lnTo>
                    <a:pt x="1376091" y="4332266"/>
                  </a:lnTo>
                  <a:lnTo>
                    <a:pt x="1376091" y="4331836"/>
                  </a:lnTo>
                  <a:lnTo>
                    <a:pt x="1376091" y="4331405"/>
                  </a:lnTo>
                  <a:lnTo>
                    <a:pt x="1376249" y="4331405"/>
                  </a:lnTo>
                  <a:lnTo>
                    <a:pt x="1376249" y="4330974"/>
                  </a:lnTo>
                  <a:lnTo>
                    <a:pt x="1376407" y="4330974"/>
                  </a:lnTo>
                  <a:lnTo>
                    <a:pt x="1376407" y="4330544"/>
                  </a:lnTo>
                  <a:lnTo>
                    <a:pt x="1376407" y="4330113"/>
                  </a:lnTo>
                  <a:lnTo>
                    <a:pt x="1376565" y="4330113"/>
                  </a:lnTo>
                  <a:lnTo>
                    <a:pt x="1376722" y="4330113"/>
                  </a:lnTo>
                  <a:lnTo>
                    <a:pt x="1376880" y="4330113"/>
                  </a:lnTo>
                  <a:lnTo>
                    <a:pt x="1377038" y="4330113"/>
                  </a:lnTo>
                  <a:lnTo>
                    <a:pt x="1377196" y="4330113"/>
                  </a:lnTo>
                  <a:lnTo>
                    <a:pt x="1377353" y="4330113"/>
                  </a:lnTo>
                  <a:lnTo>
                    <a:pt x="1377353" y="4329683"/>
                  </a:lnTo>
                  <a:lnTo>
                    <a:pt x="1377511" y="4329683"/>
                  </a:lnTo>
                  <a:lnTo>
                    <a:pt x="1377669" y="4329683"/>
                  </a:lnTo>
                  <a:lnTo>
                    <a:pt x="1377669" y="4329252"/>
                  </a:lnTo>
                  <a:lnTo>
                    <a:pt x="1377826" y="4329252"/>
                  </a:lnTo>
                  <a:lnTo>
                    <a:pt x="1377826" y="4328821"/>
                  </a:lnTo>
                  <a:lnTo>
                    <a:pt x="1377984" y="4328821"/>
                  </a:lnTo>
                  <a:lnTo>
                    <a:pt x="1377984" y="4328391"/>
                  </a:lnTo>
                  <a:lnTo>
                    <a:pt x="1378142" y="4328391"/>
                  </a:lnTo>
                  <a:lnTo>
                    <a:pt x="1378300" y="4328391"/>
                  </a:lnTo>
                  <a:lnTo>
                    <a:pt x="1378300" y="4327960"/>
                  </a:lnTo>
                  <a:lnTo>
                    <a:pt x="1378300" y="4327530"/>
                  </a:lnTo>
                  <a:lnTo>
                    <a:pt x="1378457" y="4327530"/>
                  </a:lnTo>
                  <a:lnTo>
                    <a:pt x="1378615" y="4327530"/>
                  </a:lnTo>
                  <a:lnTo>
                    <a:pt x="1378773" y="4327530"/>
                  </a:lnTo>
                  <a:lnTo>
                    <a:pt x="1378930" y="4327530"/>
                  </a:lnTo>
                  <a:lnTo>
                    <a:pt x="1378930" y="4327099"/>
                  </a:lnTo>
                  <a:lnTo>
                    <a:pt x="1379088" y="4327099"/>
                  </a:lnTo>
                  <a:lnTo>
                    <a:pt x="1379246" y="4327099"/>
                  </a:lnTo>
                  <a:lnTo>
                    <a:pt x="1379246" y="4326668"/>
                  </a:lnTo>
                  <a:lnTo>
                    <a:pt x="1379246" y="4326238"/>
                  </a:lnTo>
                  <a:lnTo>
                    <a:pt x="1379404" y="4326238"/>
                  </a:lnTo>
                  <a:lnTo>
                    <a:pt x="1379404" y="4325807"/>
                  </a:lnTo>
                  <a:lnTo>
                    <a:pt x="1379404" y="4325377"/>
                  </a:lnTo>
                  <a:lnTo>
                    <a:pt x="1379561" y="4325377"/>
                  </a:lnTo>
                  <a:lnTo>
                    <a:pt x="1379719" y="4325377"/>
                  </a:lnTo>
                  <a:lnTo>
                    <a:pt x="1379719" y="4324946"/>
                  </a:lnTo>
                  <a:lnTo>
                    <a:pt x="1379877" y="4324946"/>
                  </a:lnTo>
                  <a:lnTo>
                    <a:pt x="1379877" y="4324515"/>
                  </a:lnTo>
                  <a:lnTo>
                    <a:pt x="1380034" y="4324515"/>
                  </a:lnTo>
                  <a:lnTo>
                    <a:pt x="1380192" y="4324515"/>
                  </a:lnTo>
                  <a:lnTo>
                    <a:pt x="1380350" y="4324515"/>
                  </a:lnTo>
                  <a:lnTo>
                    <a:pt x="1380350" y="4324085"/>
                  </a:lnTo>
                  <a:lnTo>
                    <a:pt x="1380508" y="4324085"/>
                  </a:lnTo>
                  <a:lnTo>
                    <a:pt x="1380665" y="4324085"/>
                  </a:lnTo>
                  <a:lnTo>
                    <a:pt x="1380823" y="4324085"/>
                  </a:lnTo>
                  <a:lnTo>
                    <a:pt x="1380981" y="4324085"/>
                  </a:lnTo>
                  <a:lnTo>
                    <a:pt x="1381138" y="4324085"/>
                  </a:lnTo>
                  <a:lnTo>
                    <a:pt x="1381296" y="4324085"/>
                  </a:lnTo>
                  <a:lnTo>
                    <a:pt x="1381454" y="4324085"/>
                  </a:lnTo>
                  <a:lnTo>
                    <a:pt x="1381612" y="4324085"/>
                  </a:lnTo>
                  <a:lnTo>
                    <a:pt x="1381769" y="4324085"/>
                  </a:lnTo>
                  <a:lnTo>
                    <a:pt x="1381769" y="4323654"/>
                  </a:lnTo>
                  <a:lnTo>
                    <a:pt x="1381769" y="4323224"/>
                  </a:lnTo>
                  <a:lnTo>
                    <a:pt x="1381927" y="4323224"/>
                  </a:lnTo>
                  <a:lnTo>
                    <a:pt x="1382085" y="4323224"/>
                  </a:lnTo>
                  <a:lnTo>
                    <a:pt x="1382242" y="4323224"/>
                  </a:lnTo>
                  <a:lnTo>
                    <a:pt x="1382242" y="4322793"/>
                  </a:lnTo>
                  <a:lnTo>
                    <a:pt x="1382242" y="4322362"/>
                  </a:lnTo>
                  <a:lnTo>
                    <a:pt x="1382242" y="4321932"/>
                  </a:lnTo>
                  <a:lnTo>
                    <a:pt x="1382400" y="4321932"/>
                  </a:lnTo>
                  <a:lnTo>
                    <a:pt x="1382400" y="4321501"/>
                  </a:lnTo>
                  <a:lnTo>
                    <a:pt x="1382558" y="4321501"/>
                  </a:lnTo>
                  <a:lnTo>
                    <a:pt x="1382716" y="4321501"/>
                  </a:lnTo>
                  <a:lnTo>
                    <a:pt x="1382873" y="4321501"/>
                  </a:lnTo>
                  <a:lnTo>
                    <a:pt x="1383031" y="4321501"/>
                  </a:lnTo>
                  <a:lnTo>
                    <a:pt x="1383031" y="4321071"/>
                  </a:lnTo>
                  <a:lnTo>
                    <a:pt x="1383189" y="4321071"/>
                  </a:lnTo>
                  <a:lnTo>
                    <a:pt x="1383347" y="4321071"/>
                  </a:lnTo>
                  <a:lnTo>
                    <a:pt x="1383504" y="4321071"/>
                  </a:lnTo>
                  <a:lnTo>
                    <a:pt x="1383662" y="4321071"/>
                  </a:lnTo>
                  <a:lnTo>
                    <a:pt x="1383662" y="4320640"/>
                  </a:lnTo>
                  <a:lnTo>
                    <a:pt x="1383820" y="4320640"/>
                  </a:lnTo>
                  <a:lnTo>
                    <a:pt x="1383820" y="4320209"/>
                  </a:lnTo>
                  <a:lnTo>
                    <a:pt x="1383977" y="4320209"/>
                  </a:lnTo>
                  <a:lnTo>
                    <a:pt x="1383977" y="4319779"/>
                  </a:lnTo>
                  <a:lnTo>
                    <a:pt x="1384135" y="4319779"/>
                  </a:lnTo>
                  <a:lnTo>
                    <a:pt x="1384293" y="4319779"/>
                  </a:lnTo>
                  <a:lnTo>
                    <a:pt x="1384293" y="4319348"/>
                  </a:lnTo>
                  <a:lnTo>
                    <a:pt x="1384451" y="4319348"/>
                  </a:lnTo>
                  <a:lnTo>
                    <a:pt x="1384608" y="4319348"/>
                  </a:lnTo>
                  <a:lnTo>
                    <a:pt x="1384766" y="4319348"/>
                  </a:lnTo>
                  <a:lnTo>
                    <a:pt x="1384924" y="4319348"/>
                  </a:lnTo>
                  <a:lnTo>
                    <a:pt x="1385081" y="4319348"/>
                  </a:lnTo>
                  <a:lnTo>
                    <a:pt x="1385239" y="4319348"/>
                  </a:lnTo>
                  <a:lnTo>
                    <a:pt x="1385397" y="4319348"/>
                  </a:lnTo>
                  <a:lnTo>
                    <a:pt x="1385397" y="4318918"/>
                  </a:lnTo>
                  <a:lnTo>
                    <a:pt x="1385555" y="4318918"/>
                  </a:lnTo>
                  <a:lnTo>
                    <a:pt x="1385712" y="4318918"/>
                  </a:lnTo>
                  <a:lnTo>
                    <a:pt x="1385870" y="4318918"/>
                  </a:lnTo>
                  <a:lnTo>
                    <a:pt x="1386028" y="4318918"/>
                  </a:lnTo>
                  <a:lnTo>
                    <a:pt x="1386185" y="4318918"/>
                  </a:lnTo>
                  <a:lnTo>
                    <a:pt x="1386185" y="4318487"/>
                  </a:lnTo>
                  <a:lnTo>
                    <a:pt x="1386343" y="4318487"/>
                  </a:lnTo>
                  <a:lnTo>
                    <a:pt x="1386501" y="4318487"/>
                  </a:lnTo>
                  <a:lnTo>
                    <a:pt x="1386659" y="4318487"/>
                  </a:lnTo>
                  <a:lnTo>
                    <a:pt x="1386816" y="4318487"/>
                  </a:lnTo>
                  <a:lnTo>
                    <a:pt x="1386974" y="4318487"/>
                  </a:lnTo>
                  <a:lnTo>
                    <a:pt x="1386974" y="4318056"/>
                  </a:lnTo>
                  <a:lnTo>
                    <a:pt x="1386974" y="4317626"/>
                  </a:lnTo>
                  <a:lnTo>
                    <a:pt x="1387132" y="4317626"/>
                  </a:lnTo>
                  <a:lnTo>
                    <a:pt x="1387289" y="4317626"/>
                  </a:lnTo>
                  <a:lnTo>
                    <a:pt x="1387289" y="4317195"/>
                  </a:lnTo>
                  <a:lnTo>
                    <a:pt x="1387289" y="4316765"/>
                  </a:lnTo>
                  <a:lnTo>
                    <a:pt x="1387447" y="4316765"/>
                  </a:lnTo>
                  <a:lnTo>
                    <a:pt x="1387605" y="4316765"/>
                  </a:lnTo>
                  <a:lnTo>
                    <a:pt x="1387605" y="4316334"/>
                  </a:lnTo>
                  <a:lnTo>
                    <a:pt x="1387763" y="4316334"/>
                  </a:lnTo>
                  <a:lnTo>
                    <a:pt x="1387920" y="4316334"/>
                  </a:lnTo>
                  <a:lnTo>
                    <a:pt x="1388078" y="4316334"/>
                  </a:lnTo>
                  <a:lnTo>
                    <a:pt x="1388236" y="4316334"/>
                  </a:lnTo>
                  <a:lnTo>
                    <a:pt x="1388394" y="4316334"/>
                  </a:lnTo>
                  <a:lnTo>
                    <a:pt x="1388394" y="4315903"/>
                  </a:lnTo>
                  <a:lnTo>
                    <a:pt x="1388551" y="4315903"/>
                  </a:lnTo>
                  <a:lnTo>
                    <a:pt x="1388709" y="4315903"/>
                  </a:lnTo>
                  <a:lnTo>
                    <a:pt x="1388867" y="4315903"/>
                  </a:lnTo>
                  <a:lnTo>
                    <a:pt x="1389024" y="4315903"/>
                  </a:lnTo>
                  <a:lnTo>
                    <a:pt x="1389182" y="4315903"/>
                  </a:lnTo>
                  <a:lnTo>
                    <a:pt x="1389340" y="4315903"/>
                  </a:lnTo>
                  <a:lnTo>
                    <a:pt x="1389498" y="4315903"/>
                  </a:lnTo>
                  <a:lnTo>
                    <a:pt x="1389655" y="4315903"/>
                  </a:lnTo>
                  <a:lnTo>
                    <a:pt x="1389655" y="4315473"/>
                  </a:lnTo>
                  <a:lnTo>
                    <a:pt x="1389813" y="4315473"/>
                  </a:lnTo>
                  <a:lnTo>
                    <a:pt x="1389813" y="4315042"/>
                  </a:lnTo>
                  <a:lnTo>
                    <a:pt x="1389971" y="4315042"/>
                  </a:lnTo>
                  <a:lnTo>
                    <a:pt x="1389971" y="4314612"/>
                  </a:lnTo>
                  <a:lnTo>
                    <a:pt x="1389971" y="4314181"/>
                  </a:lnTo>
                  <a:lnTo>
                    <a:pt x="1390128" y="4314181"/>
                  </a:lnTo>
                  <a:lnTo>
                    <a:pt x="1390286" y="4314181"/>
                  </a:lnTo>
                  <a:lnTo>
                    <a:pt x="1390286" y="4313750"/>
                  </a:lnTo>
                  <a:lnTo>
                    <a:pt x="1390444" y="4313750"/>
                  </a:lnTo>
                  <a:lnTo>
                    <a:pt x="1390444" y="4313320"/>
                  </a:lnTo>
                  <a:lnTo>
                    <a:pt x="1390444" y="4312889"/>
                  </a:lnTo>
                  <a:lnTo>
                    <a:pt x="1390444" y="4312459"/>
                  </a:lnTo>
                  <a:lnTo>
                    <a:pt x="1390444" y="4312028"/>
                  </a:lnTo>
                  <a:lnTo>
                    <a:pt x="1390444" y="4311597"/>
                  </a:lnTo>
                  <a:lnTo>
                    <a:pt x="1390602" y="4311597"/>
                  </a:lnTo>
                  <a:lnTo>
                    <a:pt x="1390759" y="4311597"/>
                  </a:lnTo>
                  <a:lnTo>
                    <a:pt x="1390759" y="4311167"/>
                  </a:lnTo>
                  <a:lnTo>
                    <a:pt x="1390759" y="4310736"/>
                  </a:lnTo>
                  <a:lnTo>
                    <a:pt x="1390917" y="4310736"/>
                  </a:lnTo>
                  <a:lnTo>
                    <a:pt x="1391075" y="4310736"/>
                  </a:lnTo>
                  <a:lnTo>
                    <a:pt x="1391075" y="4310306"/>
                  </a:lnTo>
                  <a:lnTo>
                    <a:pt x="1391232" y="4310306"/>
                  </a:lnTo>
                  <a:lnTo>
                    <a:pt x="1391390" y="4310306"/>
                  </a:lnTo>
                  <a:lnTo>
                    <a:pt x="1391390" y="4309875"/>
                  </a:lnTo>
                  <a:lnTo>
                    <a:pt x="1391548" y="4309875"/>
                  </a:lnTo>
                  <a:lnTo>
                    <a:pt x="1391706" y="4309875"/>
                  </a:lnTo>
                  <a:lnTo>
                    <a:pt x="1391863" y="4309875"/>
                  </a:lnTo>
                  <a:lnTo>
                    <a:pt x="1392021" y="4309875"/>
                  </a:lnTo>
                  <a:lnTo>
                    <a:pt x="1392179" y="4309875"/>
                  </a:lnTo>
                  <a:lnTo>
                    <a:pt x="1392336" y="4309875"/>
                  </a:lnTo>
                  <a:lnTo>
                    <a:pt x="1392494" y="4309875"/>
                  </a:lnTo>
                  <a:lnTo>
                    <a:pt x="1392652" y="4309875"/>
                  </a:lnTo>
                  <a:lnTo>
                    <a:pt x="1392652" y="4309444"/>
                  </a:lnTo>
                  <a:lnTo>
                    <a:pt x="1392810" y="4309444"/>
                  </a:lnTo>
                  <a:lnTo>
                    <a:pt x="1392967" y="4309444"/>
                  </a:lnTo>
                  <a:lnTo>
                    <a:pt x="1392967" y="4309014"/>
                  </a:lnTo>
                  <a:lnTo>
                    <a:pt x="1393125" y="4309014"/>
                  </a:lnTo>
                  <a:lnTo>
                    <a:pt x="1393283" y="4309014"/>
                  </a:lnTo>
                  <a:lnTo>
                    <a:pt x="1393440" y="4309014"/>
                  </a:lnTo>
                  <a:lnTo>
                    <a:pt x="1393598" y="4309014"/>
                  </a:lnTo>
                  <a:lnTo>
                    <a:pt x="1393598" y="4308583"/>
                  </a:lnTo>
                  <a:lnTo>
                    <a:pt x="1393756" y="4308583"/>
                  </a:lnTo>
                  <a:lnTo>
                    <a:pt x="1393914" y="4308583"/>
                  </a:lnTo>
                  <a:lnTo>
                    <a:pt x="1394071" y="4308583"/>
                  </a:lnTo>
                  <a:lnTo>
                    <a:pt x="1394229" y="4308583"/>
                  </a:lnTo>
                  <a:lnTo>
                    <a:pt x="1394387" y="4308583"/>
                  </a:lnTo>
                  <a:lnTo>
                    <a:pt x="1394387" y="4308153"/>
                  </a:lnTo>
                  <a:lnTo>
                    <a:pt x="1394387" y="4307722"/>
                  </a:lnTo>
                  <a:lnTo>
                    <a:pt x="1394387" y="4307291"/>
                  </a:lnTo>
                  <a:lnTo>
                    <a:pt x="1394387" y="4306861"/>
                  </a:lnTo>
                  <a:lnTo>
                    <a:pt x="1394387" y="4306430"/>
                  </a:lnTo>
                  <a:lnTo>
                    <a:pt x="1394387" y="4306000"/>
                  </a:lnTo>
                  <a:lnTo>
                    <a:pt x="1394545" y="4306000"/>
                  </a:lnTo>
                  <a:lnTo>
                    <a:pt x="1394545" y="4305569"/>
                  </a:lnTo>
                  <a:lnTo>
                    <a:pt x="1394702" y="4305569"/>
                  </a:lnTo>
                  <a:lnTo>
                    <a:pt x="1394860" y="4305569"/>
                  </a:lnTo>
                  <a:lnTo>
                    <a:pt x="1395018" y="4305569"/>
                  </a:lnTo>
                  <a:lnTo>
                    <a:pt x="1395175" y="4305569"/>
                  </a:lnTo>
                  <a:lnTo>
                    <a:pt x="1395333" y="4305569"/>
                  </a:lnTo>
                  <a:lnTo>
                    <a:pt x="1395491" y="4305569"/>
                  </a:lnTo>
                  <a:lnTo>
                    <a:pt x="1395491" y="4305138"/>
                  </a:lnTo>
                  <a:lnTo>
                    <a:pt x="1395649" y="4305138"/>
                  </a:lnTo>
                  <a:lnTo>
                    <a:pt x="1395806" y="4305138"/>
                  </a:lnTo>
                  <a:lnTo>
                    <a:pt x="1395964" y="4305138"/>
                  </a:lnTo>
                  <a:lnTo>
                    <a:pt x="1395964" y="4304708"/>
                  </a:lnTo>
                  <a:lnTo>
                    <a:pt x="1396122" y="4304708"/>
                  </a:lnTo>
                  <a:lnTo>
                    <a:pt x="1396279" y="4304708"/>
                  </a:lnTo>
                  <a:lnTo>
                    <a:pt x="1396437" y="4304708"/>
                  </a:lnTo>
                  <a:lnTo>
                    <a:pt x="1396595" y="4304708"/>
                  </a:lnTo>
                  <a:lnTo>
                    <a:pt x="1396753" y="4304708"/>
                  </a:lnTo>
                  <a:lnTo>
                    <a:pt x="1396910" y="4304708"/>
                  </a:lnTo>
                  <a:lnTo>
                    <a:pt x="1397068" y="4304708"/>
                  </a:lnTo>
                  <a:lnTo>
                    <a:pt x="1397226" y="4304708"/>
                  </a:lnTo>
                  <a:lnTo>
                    <a:pt x="1397383" y="4304708"/>
                  </a:lnTo>
                  <a:lnTo>
                    <a:pt x="1397541" y="4304708"/>
                  </a:lnTo>
                  <a:lnTo>
                    <a:pt x="1397699" y="4304708"/>
                  </a:lnTo>
                  <a:lnTo>
                    <a:pt x="1397857" y="4304708"/>
                  </a:lnTo>
                  <a:lnTo>
                    <a:pt x="1398014" y="4304708"/>
                  </a:lnTo>
                  <a:lnTo>
                    <a:pt x="1398014" y="4304277"/>
                  </a:lnTo>
                  <a:lnTo>
                    <a:pt x="1398172" y="4304277"/>
                  </a:lnTo>
                  <a:lnTo>
                    <a:pt x="1398330" y="4304277"/>
                  </a:lnTo>
                  <a:lnTo>
                    <a:pt x="1398487" y="4304277"/>
                  </a:lnTo>
                  <a:lnTo>
                    <a:pt x="1398645" y="4304277"/>
                  </a:lnTo>
                  <a:lnTo>
                    <a:pt x="1398803" y="4304277"/>
                  </a:lnTo>
                  <a:lnTo>
                    <a:pt x="1398961" y="4304277"/>
                  </a:lnTo>
                  <a:lnTo>
                    <a:pt x="1399118" y="4304277"/>
                  </a:lnTo>
                  <a:lnTo>
                    <a:pt x="1399118" y="4303847"/>
                  </a:lnTo>
                  <a:lnTo>
                    <a:pt x="1399276" y="4303847"/>
                  </a:lnTo>
                  <a:lnTo>
                    <a:pt x="1399434" y="4303847"/>
                  </a:lnTo>
                  <a:lnTo>
                    <a:pt x="1399592" y="4303847"/>
                  </a:lnTo>
                  <a:lnTo>
                    <a:pt x="1399749" y="4303847"/>
                  </a:lnTo>
                  <a:lnTo>
                    <a:pt x="1399907" y="4303847"/>
                  </a:lnTo>
                  <a:lnTo>
                    <a:pt x="1400065" y="4303847"/>
                  </a:lnTo>
                  <a:lnTo>
                    <a:pt x="1400222" y="4303847"/>
                  </a:lnTo>
                  <a:lnTo>
                    <a:pt x="1400380" y="4303847"/>
                  </a:lnTo>
                  <a:lnTo>
                    <a:pt x="1400538" y="4303847"/>
                  </a:lnTo>
                  <a:lnTo>
                    <a:pt x="1400696" y="4303847"/>
                  </a:lnTo>
                  <a:lnTo>
                    <a:pt x="1400696" y="4303416"/>
                  </a:lnTo>
                  <a:lnTo>
                    <a:pt x="1400853" y="4303416"/>
                  </a:lnTo>
                  <a:lnTo>
                    <a:pt x="1401011" y="4303416"/>
                  </a:lnTo>
                  <a:lnTo>
                    <a:pt x="1401169" y="4303416"/>
                  </a:lnTo>
                  <a:lnTo>
                    <a:pt x="1401326" y="4303416"/>
                  </a:lnTo>
                  <a:lnTo>
                    <a:pt x="1401484" y="4303416"/>
                  </a:lnTo>
                  <a:lnTo>
                    <a:pt x="1401484" y="4302985"/>
                  </a:lnTo>
                  <a:lnTo>
                    <a:pt x="1401642" y="4302985"/>
                  </a:lnTo>
                  <a:lnTo>
                    <a:pt x="1401642" y="4302555"/>
                  </a:lnTo>
                  <a:lnTo>
                    <a:pt x="1401800" y="4302555"/>
                  </a:lnTo>
                  <a:lnTo>
                    <a:pt x="1401957" y="4302555"/>
                  </a:lnTo>
                  <a:lnTo>
                    <a:pt x="1402115" y="4302555"/>
                  </a:lnTo>
                  <a:lnTo>
                    <a:pt x="1402273" y="4302555"/>
                  </a:lnTo>
                  <a:lnTo>
                    <a:pt x="1402430" y="4302555"/>
                  </a:lnTo>
                  <a:lnTo>
                    <a:pt x="1402430" y="4302124"/>
                  </a:lnTo>
                  <a:lnTo>
                    <a:pt x="1402588" y="4302124"/>
                  </a:lnTo>
                  <a:lnTo>
                    <a:pt x="1402588" y="4301694"/>
                  </a:lnTo>
                  <a:lnTo>
                    <a:pt x="1402746" y="4301694"/>
                  </a:lnTo>
                  <a:lnTo>
                    <a:pt x="1402904" y="4301694"/>
                  </a:lnTo>
                  <a:lnTo>
                    <a:pt x="1403061" y="4301694"/>
                  </a:lnTo>
                  <a:lnTo>
                    <a:pt x="1403219" y="4301694"/>
                  </a:lnTo>
                  <a:lnTo>
                    <a:pt x="1403377" y="4301694"/>
                  </a:lnTo>
                  <a:lnTo>
                    <a:pt x="1403377" y="4301263"/>
                  </a:lnTo>
                  <a:lnTo>
                    <a:pt x="1403534" y="4301263"/>
                  </a:lnTo>
                  <a:lnTo>
                    <a:pt x="1403692" y="4301263"/>
                  </a:lnTo>
                  <a:lnTo>
                    <a:pt x="1403692" y="4300832"/>
                  </a:lnTo>
                  <a:lnTo>
                    <a:pt x="1403850" y="4300832"/>
                  </a:lnTo>
                  <a:lnTo>
                    <a:pt x="1404008" y="4300832"/>
                  </a:lnTo>
                  <a:lnTo>
                    <a:pt x="1404165" y="4300832"/>
                  </a:lnTo>
                  <a:lnTo>
                    <a:pt x="1404323" y="4300832"/>
                  </a:lnTo>
                  <a:lnTo>
                    <a:pt x="1404323" y="4300402"/>
                  </a:lnTo>
                  <a:lnTo>
                    <a:pt x="1404481" y="4300402"/>
                  </a:lnTo>
                  <a:lnTo>
                    <a:pt x="1404638" y="4300402"/>
                  </a:lnTo>
                  <a:lnTo>
                    <a:pt x="1404796" y="4300402"/>
                  </a:lnTo>
                  <a:lnTo>
                    <a:pt x="1404954" y="4300402"/>
                  </a:lnTo>
                  <a:lnTo>
                    <a:pt x="1405112" y="4300402"/>
                  </a:lnTo>
                  <a:lnTo>
                    <a:pt x="1405269" y="4300402"/>
                  </a:lnTo>
                  <a:lnTo>
                    <a:pt x="1405427" y="4300402"/>
                  </a:lnTo>
                  <a:lnTo>
                    <a:pt x="1405585" y="4300402"/>
                  </a:lnTo>
                  <a:lnTo>
                    <a:pt x="1405585" y="4299971"/>
                  </a:lnTo>
                  <a:lnTo>
                    <a:pt x="1405585" y="4299541"/>
                  </a:lnTo>
                  <a:lnTo>
                    <a:pt x="1405743" y="4299541"/>
                  </a:lnTo>
                  <a:lnTo>
                    <a:pt x="1405900" y="4299541"/>
                  </a:lnTo>
                  <a:lnTo>
                    <a:pt x="1406058" y="4299541"/>
                  </a:lnTo>
                  <a:lnTo>
                    <a:pt x="1406216" y="4299541"/>
                  </a:lnTo>
                  <a:lnTo>
                    <a:pt x="1406216" y="4299110"/>
                  </a:lnTo>
                  <a:lnTo>
                    <a:pt x="1406216" y="4298679"/>
                  </a:lnTo>
                  <a:lnTo>
                    <a:pt x="1406373" y="4298679"/>
                  </a:lnTo>
                  <a:lnTo>
                    <a:pt x="1406373" y="4298249"/>
                  </a:lnTo>
                  <a:lnTo>
                    <a:pt x="1406373" y="4297818"/>
                  </a:lnTo>
                  <a:lnTo>
                    <a:pt x="1406531" y="4297818"/>
                  </a:lnTo>
                  <a:lnTo>
                    <a:pt x="1406689" y="4297818"/>
                  </a:lnTo>
                  <a:lnTo>
                    <a:pt x="1406689" y="4297388"/>
                  </a:lnTo>
                  <a:lnTo>
                    <a:pt x="1406847" y="4297388"/>
                  </a:lnTo>
                  <a:lnTo>
                    <a:pt x="1407004" y="4297388"/>
                  </a:lnTo>
                  <a:lnTo>
                    <a:pt x="1407162" y="4297388"/>
                  </a:lnTo>
                  <a:lnTo>
                    <a:pt x="1407162" y="4296957"/>
                  </a:lnTo>
                  <a:lnTo>
                    <a:pt x="1407320" y="4296957"/>
                  </a:lnTo>
                  <a:lnTo>
                    <a:pt x="1407320" y="4296526"/>
                  </a:lnTo>
                  <a:lnTo>
                    <a:pt x="1407320" y="4296096"/>
                  </a:lnTo>
                  <a:lnTo>
                    <a:pt x="1407320" y="4295665"/>
                  </a:lnTo>
                  <a:lnTo>
                    <a:pt x="1407477" y="4295665"/>
                  </a:lnTo>
                  <a:lnTo>
                    <a:pt x="1407635" y="4295665"/>
                  </a:lnTo>
                  <a:lnTo>
                    <a:pt x="1407793" y="4295665"/>
                  </a:lnTo>
                  <a:lnTo>
                    <a:pt x="1407793" y="4295235"/>
                  </a:lnTo>
                  <a:lnTo>
                    <a:pt x="1407951" y="4295235"/>
                  </a:lnTo>
                  <a:lnTo>
                    <a:pt x="1408108" y="4295235"/>
                  </a:lnTo>
                  <a:lnTo>
                    <a:pt x="1408266" y="4295235"/>
                  </a:lnTo>
                  <a:lnTo>
                    <a:pt x="1408266" y="4294804"/>
                  </a:lnTo>
                  <a:lnTo>
                    <a:pt x="1408424" y="4294804"/>
                  </a:lnTo>
                  <a:lnTo>
                    <a:pt x="1408581" y="4294804"/>
                  </a:lnTo>
                  <a:lnTo>
                    <a:pt x="1408739" y="4294804"/>
                  </a:lnTo>
                  <a:lnTo>
                    <a:pt x="1408739" y="4294373"/>
                  </a:lnTo>
                  <a:lnTo>
                    <a:pt x="1408897" y="4294373"/>
                  </a:lnTo>
                  <a:lnTo>
                    <a:pt x="1408897" y="4293943"/>
                  </a:lnTo>
                  <a:lnTo>
                    <a:pt x="1408897" y="4293512"/>
                  </a:lnTo>
                  <a:lnTo>
                    <a:pt x="1408897" y="4293082"/>
                  </a:lnTo>
                  <a:lnTo>
                    <a:pt x="1408897" y="4292651"/>
                  </a:lnTo>
                  <a:lnTo>
                    <a:pt x="1409055" y="4292651"/>
                  </a:lnTo>
                  <a:lnTo>
                    <a:pt x="1409212" y="4292651"/>
                  </a:lnTo>
                  <a:lnTo>
                    <a:pt x="1409370" y="4292651"/>
                  </a:lnTo>
                  <a:lnTo>
                    <a:pt x="1409370" y="4292220"/>
                  </a:lnTo>
                  <a:lnTo>
                    <a:pt x="1409528" y="4292220"/>
                  </a:lnTo>
                  <a:lnTo>
                    <a:pt x="1409528" y="4291790"/>
                  </a:lnTo>
                  <a:lnTo>
                    <a:pt x="1409528" y="4291359"/>
                  </a:lnTo>
                  <a:lnTo>
                    <a:pt x="1409528" y="4290929"/>
                  </a:lnTo>
                  <a:lnTo>
                    <a:pt x="1409685" y="4290929"/>
                  </a:lnTo>
                  <a:lnTo>
                    <a:pt x="1409843" y="4290929"/>
                  </a:lnTo>
                  <a:lnTo>
                    <a:pt x="1410001" y="4290929"/>
                  </a:lnTo>
                  <a:lnTo>
                    <a:pt x="1410001" y="4290498"/>
                  </a:lnTo>
                  <a:lnTo>
                    <a:pt x="1410001" y="4290067"/>
                  </a:lnTo>
                  <a:lnTo>
                    <a:pt x="1410159" y="4290067"/>
                  </a:lnTo>
                  <a:lnTo>
                    <a:pt x="1410316" y="4290067"/>
                  </a:lnTo>
                  <a:lnTo>
                    <a:pt x="1410474" y="4290067"/>
                  </a:lnTo>
                  <a:lnTo>
                    <a:pt x="1410632" y="4290067"/>
                  </a:lnTo>
                  <a:lnTo>
                    <a:pt x="1410632" y="4289637"/>
                  </a:lnTo>
                  <a:lnTo>
                    <a:pt x="1410789" y="4289637"/>
                  </a:lnTo>
                  <a:lnTo>
                    <a:pt x="1410947" y="4289637"/>
                  </a:lnTo>
                  <a:lnTo>
                    <a:pt x="1410947" y="4289206"/>
                  </a:lnTo>
                  <a:lnTo>
                    <a:pt x="1411105" y="4289206"/>
                  </a:lnTo>
                  <a:lnTo>
                    <a:pt x="1411263" y="4289206"/>
                  </a:lnTo>
                  <a:lnTo>
                    <a:pt x="1411263" y="4288776"/>
                  </a:lnTo>
                  <a:lnTo>
                    <a:pt x="1411263" y="4288345"/>
                  </a:lnTo>
                  <a:lnTo>
                    <a:pt x="1411420" y="4288345"/>
                  </a:lnTo>
                  <a:lnTo>
                    <a:pt x="1411578" y="4288345"/>
                  </a:lnTo>
                  <a:lnTo>
                    <a:pt x="1411578" y="4287914"/>
                  </a:lnTo>
                  <a:lnTo>
                    <a:pt x="1411578" y="4287484"/>
                  </a:lnTo>
                  <a:lnTo>
                    <a:pt x="1411578" y="4287053"/>
                  </a:lnTo>
                  <a:lnTo>
                    <a:pt x="1411736" y="4287053"/>
                  </a:lnTo>
                  <a:lnTo>
                    <a:pt x="1411894" y="4287053"/>
                  </a:lnTo>
                  <a:lnTo>
                    <a:pt x="1412051" y="4287053"/>
                  </a:lnTo>
                  <a:lnTo>
                    <a:pt x="1412209" y="4287053"/>
                  </a:lnTo>
                  <a:lnTo>
                    <a:pt x="1412367" y="4287053"/>
                  </a:lnTo>
                  <a:lnTo>
                    <a:pt x="1412367" y="4286623"/>
                  </a:lnTo>
                  <a:lnTo>
                    <a:pt x="1412367" y="4286192"/>
                  </a:lnTo>
                  <a:lnTo>
                    <a:pt x="1412524" y="4286192"/>
                  </a:lnTo>
                  <a:lnTo>
                    <a:pt x="1412524" y="4285761"/>
                  </a:lnTo>
                  <a:lnTo>
                    <a:pt x="1412682" y="4285761"/>
                  </a:lnTo>
                  <a:lnTo>
                    <a:pt x="1412682" y="4285331"/>
                  </a:lnTo>
                  <a:lnTo>
                    <a:pt x="1412682" y="4284900"/>
                  </a:lnTo>
                  <a:lnTo>
                    <a:pt x="1412682" y="4284470"/>
                  </a:lnTo>
                  <a:lnTo>
                    <a:pt x="1412682" y="4284039"/>
                  </a:lnTo>
                  <a:lnTo>
                    <a:pt x="1412682" y="4283608"/>
                  </a:lnTo>
                  <a:lnTo>
                    <a:pt x="1412840" y="4283608"/>
                  </a:lnTo>
                  <a:lnTo>
                    <a:pt x="1412998" y="4283608"/>
                  </a:lnTo>
                  <a:lnTo>
                    <a:pt x="1412998" y="4283178"/>
                  </a:lnTo>
                  <a:lnTo>
                    <a:pt x="1413155" y="4283178"/>
                  </a:lnTo>
                  <a:lnTo>
                    <a:pt x="1413155" y="4282747"/>
                  </a:lnTo>
                  <a:lnTo>
                    <a:pt x="1413313" y="4282747"/>
                  </a:lnTo>
                  <a:lnTo>
                    <a:pt x="1413471" y="4282747"/>
                  </a:lnTo>
                  <a:lnTo>
                    <a:pt x="1413471" y="4282317"/>
                  </a:lnTo>
                  <a:lnTo>
                    <a:pt x="1413628" y="4282317"/>
                  </a:lnTo>
                  <a:lnTo>
                    <a:pt x="1413786" y="4282317"/>
                  </a:lnTo>
                  <a:lnTo>
                    <a:pt x="1413786" y="4281886"/>
                  </a:lnTo>
                  <a:lnTo>
                    <a:pt x="1413786" y="4281455"/>
                  </a:lnTo>
                  <a:lnTo>
                    <a:pt x="1413944" y="4281455"/>
                  </a:lnTo>
                  <a:lnTo>
                    <a:pt x="1414102" y="4281455"/>
                  </a:lnTo>
                  <a:lnTo>
                    <a:pt x="1414259" y="4281455"/>
                  </a:lnTo>
                  <a:lnTo>
                    <a:pt x="1414417" y="4281455"/>
                  </a:lnTo>
                  <a:lnTo>
                    <a:pt x="1414417" y="4281025"/>
                  </a:lnTo>
                  <a:lnTo>
                    <a:pt x="1414575" y="4281025"/>
                  </a:lnTo>
                  <a:lnTo>
                    <a:pt x="1414732" y="4281025"/>
                  </a:lnTo>
                  <a:lnTo>
                    <a:pt x="1414890" y="4281025"/>
                  </a:lnTo>
                  <a:lnTo>
                    <a:pt x="1414890" y="4280594"/>
                  </a:lnTo>
                  <a:lnTo>
                    <a:pt x="1414890" y="4280164"/>
                  </a:lnTo>
                  <a:lnTo>
                    <a:pt x="1414890" y="4279733"/>
                  </a:lnTo>
                  <a:lnTo>
                    <a:pt x="1414890" y="4279302"/>
                  </a:lnTo>
                  <a:lnTo>
                    <a:pt x="1415048" y="4279302"/>
                  </a:lnTo>
                  <a:lnTo>
                    <a:pt x="1415048" y="4278872"/>
                  </a:lnTo>
                  <a:lnTo>
                    <a:pt x="1415206" y="4278872"/>
                  </a:lnTo>
                  <a:lnTo>
                    <a:pt x="1415363" y="4278872"/>
                  </a:lnTo>
                  <a:lnTo>
                    <a:pt x="1415363" y="4278441"/>
                  </a:lnTo>
                  <a:lnTo>
                    <a:pt x="1415363" y="4278011"/>
                  </a:lnTo>
                  <a:lnTo>
                    <a:pt x="1415521" y="4278011"/>
                  </a:lnTo>
                  <a:lnTo>
                    <a:pt x="1415679" y="4278011"/>
                  </a:lnTo>
                  <a:lnTo>
                    <a:pt x="1415836" y="4278011"/>
                  </a:lnTo>
                  <a:lnTo>
                    <a:pt x="1415994" y="4278011"/>
                  </a:lnTo>
                  <a:lnTo>
                    <a:pt x="1416152" y="4278011"/>
                  </a:lnTo>
                  <a:lnTo>
                    <a:pt x="1416310" y="4278011"/>
                  </a:lnTo>
                  <a:lnTo>
                    <a:pt x="1416310" y="4277580"/>
                  </a:lnTo>
                  <a:lnTo>
                    <a:pt x="1416467" y="4277580"/>
                  </a:lnTo>
                  <a:lnTo>
                    <a:pt x="1416625" y="4277580"/>
                  </a:lnTo>
                  <a:lnTo>
                    <a:pt x="1416783" y="4277580"/>
                  </a:lnTo>
                  <a:lnTo>
                    <a:pt x="1416941" y="4277580"/>
                  </a:lnTo>
                  <a:lnTo>
                    <a:pt x="1417098" y="4277580"/>
                  </a:lnTo>
                  <a:lnTo>
                    <a:pt x="1417256" y="4277580"/>
                  </a:lnTo>
                  <a:lnTo>
                    <a:pt x="1417256" y="4277149"/>
                  </a:lnTo>
                  <a:lnTo>
                    <a:pt x="1417414" y="4277149"/>
                  </a:lnTo>
                  <a:lnTo>
                    <a:pt x="1417571" y="4277149"/>
                  </a:lnTo>
                  <a:lnTo>
                    <a:pt x="1417571" y="4276719"/>
                  </a:lnTo>
                  <a:lnTo>
                    <a:pt x="1417729" y="4276719"/>
                  </a:lnTo>
                  <a:lnTo>
                    <a:pt x="1417887" y="4276719"/>
                  </a:lnTo>
                  <a:lnTo>
                    <a:pt x="1418045" y="4276719"/>
                  </a:lnTo>
                  <a:lnTo>
                    <a:pt x="1418202" y="4276719"/>
                  </a:lnTo>
                  <a:lnTo>
                    <a:pt x="1418202" y="4276288"/>
                  </a:lnTo>
                  <a:lnTo>
                    <a:pt x="1418360" y="4276288"/>
                  </a:lnTo>
                  <a:lnTo>
                    <a:pt x="1418518" y="4276288"/>
                  </a:lnTo>
                  <a:lnTo>
                    <a:pt x="1418675" y="4276288"/>
                  </a:lnTo>
                  <a:lnTo>
                    <a:pt x="1418833" y="4276288"/>
                  </a:lnTo>
                  <a:lnTo>
                    <a:pt x="1418833" y="4275858"/>
                  </a:lnTo>
                  <a:lnTo>
                    <a:pt x="1418991" y="4275858"/>
                  </a:lnTo>
                  <a:lnTo>
                    <a:pt x="1419149" y="4275858"/>
                  </a:lnTo>
                  <a:lnTo>
                    <a:pt x="1419306" y="4275858"/>
                  </a:lnTo>
                  <a:lnTo>
                    <a:pt x="1419464" y="4275858"/>
                  </a:lnTo>
                  <a:lnTo>
                    <a:pt x="1419622" y="4275858"/>
                  </a:lnTo>
                  <a:lnTo>
                    <a:pt x="1419779" y="4275858"/>
                  </a:lnTo>
                  <a:lnTo>
                    <a:pt x="1419937" y="4275858"/>
                  </a:lnTo>
                  <a:lnTo>
                    <a:pt x="1419937" y="4275427"/>
                  </a:lnTo>
                  <a:lnTo>
                    <a:pt x="1420095" y="4275427"/>
                  </a:lnTo>
                  <a:lnTo>
                    <a:pt x="1420253" y="4275427"/>
                  </a:lnTo>
                  <a:lnTo>
                    <a:pt x="1420410" y="4275427"/>
                  </a:lnTo>
                  <a:lnTo>
                    <a:pt x="1420568" y="4275427"/>
                  </a:lnTo>
                  <a:lnTo>
                    <a:pt x="1420726" y="4275427"/>
                  </a:lnTo>
                  <a:lnTo>
                    <a:pt x="1420883" y="4275427"/>
                  </a:lnTo>
                  <a:lnTo>
                    <a:pt x="1421041" y="4275427"/>
                  </a:lnTo>
                  <a:lnTo>
                    <a:pt x="1421041" y="4274996"/>
                  </a:lnTo>
                  <a:lnTo>
                    <a:pt x="1421041" y="4274566"/>
                  </a:lnTo>
                  <a:lnTo>
                    <a:pt x="1421199" y="4274566"/>
                  </a:lnTo>
                  <a:lnTo>
                    <a:pt x="1421357" y="4274566"/>
                  </a:lnTo>
                  <a:lnTo>
                    <a:pt x="1421357" y="4274135"/>
                  </a:lnTo>
                  <a:lnTo>
                    <a:pt x="1421514" y="4274135"/>
                  </a:lnTo>
                  <a:lnTo>
                    <a:pt x="1421672" y="4274135"/>
                  </a:lnTo>
                  <a:lnTo>
                    <a:pt x="1421830" y="4274135"/>
                  </a:lnTo>
                  <a:lnTo>
                    <a:pt x="1421987" y="4274135"/>
                  </a:lnTo>
                  <a:lnTo>
                    <a:pt x="1422145" y="4274135"/>
                  </a:lnTo>
                  <a:lnTo>
                    <a:pt x="1422303" y="4274135"/>
                  </a:lnTo>
                  <a:lnTo>
                    <a:pt x="1422461" y="4274135"/>
                  </a:lnTo>
                  <a:lnTo>
                    <a:pt x="1422618" y="4274135"/>
                  </a:lnTo>
                  <a:lnTo>
                    <a:pt x="1422776" y="4274135"/>
                  </a:lnTo>
                  <a:lnTo>
                    <a:pt x="1422776" y="4273705"/>
                  </a:lnTo>
                  <a:lnTo>
                    <a:pt x="1422934" y="4273705"/>
                  </a:lnTo>
                  <a:lnTo>
                    <a:pt x="1423092" y="4273705"/>
                  </a:lnTo>
                  <a:lnTo>
                    <a:pt x="1423092" y="4273274"/>
                  </a:lnTo>
                  <a:lnTo>
                    <a:pt x="1423249" y="4273274"/>
                  </a:lnTo>
                  <a:lnTo>
                    <a:pt x="1423249" y="4272843"/>
                  </a:lnTo>
                  <a:lnTo>
                    <a:pt x="1423407" y="4272843"/>
                  </a:lnTo>
                  <a:lnTo>
                    <a:pt x="1423565" y="4272843"/>
                  </a:lnTo>
                  <a:lnTo>
                    <a:pt x="1423722" y="4272843"/>
                  </a:lnTo>
                  <a:lnTo>
                    <a:pt x="1423880" y="4272843"/>
                  </a:lnTo>
                  <a:lnTo>
                    <a:pt x="1424038" y="4272843"/>
                  </a:lnTo>
                  <a:lnTo>
                    <a:pt x="1424196" y="4272843"/>
                  </a:lnTo>
                  <a:lnTo>
                    <a:pt x="1424196" y="4272413"/>
                  </a:lnTo>
                  <a:lnTo>
                    <a:pt x="1424353" y="4272413"/>
                  </a:lnTo>
                  <a:lnTo>
                    <a:pt x="1424511" y="4272413"/>
                  </a:lnTo>
                  <a:lnTo>
                    <a:pt x="1424669" y="4272413"/>
                  </a:lnTo>
                  <a:lnTo>
                    <a:pt x="1424669" y="4271982"/>
                  </a:lnTo>
                  <a:lnTo>
                    <a:pt x="1424826" y="4271982"/>
                  </a:lnTo>
                  <a:lnTo>
                    <a:pt x="1424826" y="4271552"/>
                  </a:lnTo>
                  <a:lnTo>
                    <a:pt x="1424826" y="4271121"/>
                  </a:lnTo>
                  <a:lnTo>
                    <a:pt x="1424984" y="4271121"/>
                  </a:lnTo>
                  <a:lnTo>
                    <a:pt x="1425142" y="4271121"/>
                  </a:lnTo>
                  <a:lnTo>
                    <a:pt x="1425142" y="4270690"/>
                  </a:lnTo>
                  <a:lnTo>
                    <a:pt x="1425300" y="4270690"/>
                  </a:lnTo>
                  <a:lnTo>
                    <a:pt x="1425457" y="4270690"/>
                  </a:lnTo>
                  <a:lnTo>
                    <a:pt x="1425615" y="4270690"/>
                  </a:lnTo>
                  <a:lnTo>
                    <a:pt x="1425773" y="4270690"/>
                  </a:lnTo>
                  <a:lnTo>
                    <a:pt x="1425930" y="4270690"/>
                  </a:lnTo>
                  <a:lnTo>
                    <a:pt x="1426088" y="4270690"/>
                  </a:lnTo>
                  <a:lnTo>
                    <a:pt x="1426246" y="4270690"/>
                  </a:lnTo>
                  <a:lnTo>
                    <a:pt x="1426246" y="4270260"/>
                  </a:lnTo>
                  <a:lnTo>
                    <a:pt x="1426404" y="4270260"/>
                  </a:lnTo>
                  <a:lnTo>
                    <a:pt x="1426561" y="4270260"/>
                  </a:lnTo>
                  <a:lnTo>
                    <a:pt x="1426719" y="4270260"/>
                  </a:lnTo>
                  <a:lnTo>
                    <a:pt x="1426877" y="4270260"/>
                  </a:lnTo>
                  <a:lnTo>
                    <a:pt x="1427034" y="4270260"/>
                  </a:lnTo>
                  <a:lnTo>
                    <a:pt x="1427192" y="4270260"/>
                  </a:lnTo>
                  <a:lnTo>
                    <a:pt x="1427350" y="4270260"/>
                  </a:lnTo>
                  <a:lnTo>
                    <a:pt x="1427508" y="4270260"/>
                  </a:lnTo>
                  <a:lnTo>
                    <a:pt x="1427508" y="4269829"/>
                  </a:lnTo>
                  <a:lnTo>
                    <a:pt x="1427665" y="4269829"/>
                  </a:lnTo>
                  <a:lnTo>
                    <a:pt x="1427823" y="4269829"/>
                  </a:lnTo>
                  <a:lnTo>
                    <a:pt x="1427981" y="4269829"/>
                  </a:lnTo>
                  <a:lnTo>
                    <a:pt x="1427981" y="4269399"/>
                  </a:lnTo>
                  <a:lnTo>
                    <a:pt x="1428139" y="4269399"/>
                  </a:lnTo>
                  <a:lnTo>
                    <a:pt x="1428139" y="4268968"/>
                  </a:lnTo>
                  <a:lnTo>
                    <a:pt x="1428296" y="4268968"/>
                  </a:lnTo>
                  <a:lnTo>
                    <a:pt x="1428454" y="4268968"/>
                  </a:lnTo>
                  <a:lnTo>
                    <a:pt x="1428454" y="4268537"/>
                  </a:lnTo>
                  <a:lnTo>
                    <a:pt x="1428612" y="4268537"/>
                  </a:lnTo>
                  <a:lnTo>
                    <a:pt x="1428769" y="4268537"/>
                  </a:lnTo>
                  <a:lnTo>
                    <a:pt x="1428769" y="4268107"/>
                  </a:lnTo>
                  <a:lnTo>
                    <a:pt x="1428769" y="4267676"/>
                  </a:lnTo>
                  <a:lnTo>
                    <a:pt x="1428769" y="4267246"/>
                  </a:lnTo>
                  <a:lnTo>
                    <a:pt x="1428927" y="4267246"/>
                  </a:lnTo>
                  <a:lnTo>
                    <a:pt x="1429085" y="4267246"/>
                  </a:lnTo>
                  <a:lnTo>
                    <a:pt x="1429243" y="4267246"/>
                  </a:lnTo>
                  <a:lnTo>
                    <a:pt x="1429400" y="4267246"/>
                  </a:lnTo>
                  <a:lnTo>
                    <a:pt x="1429558" y="4267246"/>
                  </a:lnTo>
                  <a:lnTo>
                    <a:pt x="1429558" y="4266815"/>
                  </a:lnTo>
                  <a:lnTo>
                    <a:pt x="1429716" y="4266815"/>
                  </a:lnTo>
                  <a:lnTo>
                    <a:pt x="1429716" y="4266384"/>
                  </a:lnTo>
                  <a:lnTo>
                    <a:pt x="1429873" y="4266384"/>
                  </a:lnTo>
                  <a:lnTo>
                    <a:pt x="1430031" y="4266384"/>
                  </a:lnTo>
                  <a:lnTo>
                    <a:pt x="1430189" y="4266384"/>
                  </a:lnTo>
                  <a:lnTo>
                    <a:pt x="1430347" y="4266384"/>
                  </a:lnTo>
                  <a:lnTo>
                    <a:pt x="1430504" y="4266384"/>
                  </a:lnTo>
                  <a:lnTo>
                    <a:pt x="1430662" y="4266384"/>
                  </a:lnTo>
                  <a:lnTo>
                    <a:pt x="1430820" y="4266384"/>
                  </a:lnTo>
                  <a:lnTo>
                    <a:pt x="1430977" y="4266384"/>
                  </a:lnTo>
                  <a:lnTo>
                    <a:pt x="1431135" y="4266384"/>
                  </a:lnTo>
                  <a:lnTo>
                    <a:pt x="1431135" y="4265954"/>
                  </a:lnTo>
                  <a:lnTo>
                    <a:pt x="1431293" y="4265954"/>
                  </a:lnTo>
                  <a:lnTo>
                    <a:pt x="1431451" y="4265954"/>
                  </a:lnTo>
                  <a:lnTo>
                    <a:pt x="1431608" y="4265954"/>
                  </a:lnTo>
                  <a:lnTo>
                    <a:pt x="1431766" y="4265954"/>
                  </a:lnTo>
                  <a:lnTo>
                    <a:pt x="1431924" y="4265954"/>
                  </a:lnTo>
                  <a:lnTo>
                    <a:pt x="1431924" y="4265523"/>
                  </a:lnTo>
                  <a:lnTo>
                    <a:pt x="1431924" y="4265093"/>
                  </a:lnTo>
                  <a:lnTo>
                    <a:pt x="1432081" y="4265093"/>
                  </a:lnTo>
                  <a:lnTo>
                    <a:pt x="1432239" y="4265093"/>
                  </a:lnTo>
                  <a:lnTo>
                    <a:pt x="1432397" y="4265093"/>
                  </a:lnTo>
                  <a:lnTo>
                    <a:pt x="1432555" y="4265093"/>
                  </a:lnTo>
                  <a:lnTo>
                    <a:pt x="1432712" y="4265093"/>
                  </a:lnTo>
                  <a:lnTo>
                    <a:pt x="1432870" y="4265093"/>
                  </a:lnTo>
                  <a:lnTo>
                    <a:pt x="1433028" y="4265093"/>
                  </a:lnTo>
                  <a:lnTo>
                    <a:pt x="1433028" y="4264662"/>
                  </a:lnTo>
                  <a:lnTo>
                    <a:pt x="1433185" y="4264662"/>
                  </a:lnTo>
                  <a:lnTo>
                    <a:pt x="1433343" y="4264662"/>
                  </a:lnTo>
                  <a:lnTo>
                    <a:pt x="1433501" y="4264662"/>
                  </a:lnTo>
                  <a:lnTo>
                    <a:pt x="1433659" y="4264662"/>
                  </a:lnTo>
                  <a:lnTo>
                    <a:pt x="1433659" y="4264231"/>
                  </a:lnTo>
                  <a:lnTo>
                    <a:pt x="1433816" y="4264231"/>
                  </a:lnTo>
                  <a:lnTo>
                    <a:pt x="1433974" y="4264231"/>
                  </a:lnTo>
                  <a:lnTo>
                    <a:pt x="1434132" y="4264231"/>
                  </a:lnTo>
                  <a:lnTo>
                    <a:pt x="1434290" y="4264231"/>
                  </a:lnTo>
                  <a:lnTo>
                    <a:pt x="1434290" y="4263801"/>
                  </a:lnTo>
                  <a:lnTo>
                    <a:pt x="1434290" y="4263370"/>
                  </a:lnTo>
                  <a:lnTo>
                    <a:pt x="1434447" y="4263370"/>
                  </a:lnTo>
                  <a:lnTo>
                    <a:pt x="1434605" y="4263370"/>
                  </a:lnTo>
                  <a:lnTo>
                    <a:pt x="1434763" y="4263370"/>
                  </a:lnTo>
                  <a:lnTo>
                    <a:pt x="1434920" y="4263370"/>
                  </a:lnTo>
                  <a:lnTo>
                    <a:pt x="1434920" y="4262940"/>
                  </a:lnTo>
                  <a:lnTo>
                    <a:pt x="1435078" y="4262940"/>
                  </a:lnTo>
                  <a:lnTo>
                    <a:pt x="1435236" y="4262940"/>
                  </a:lnTo>
                  <a:lnTo>
                    <a:pt x="1435394" y="4262940"/>
                  </a:lnTo>
                  <a:lnTo>
                    <a:pt x="1435394" y="4262509"/>
                  </a:lnTo>
                  <a:lnTo>
                    <a:pt x="1435551" y="4262509"/>
                  </a:lnTo>
                  <a:lnTo>
                    <a:pt x="1435551" y="4262078"/>
                  </a:lnTo>
                  <a:lnTo>
                    <a:pt x="1435709" y="4262078"/>
                  </a:lnTo>
                  <a:lnTo>
                    <a:pt x="1435709" y="4261648"/>
                  </a:lnTo>
                  <a:lnTo>
                    <a:pt x="1435867" y="4261648"/>
                  </a:lnTo>
                  <a:lnTo>
                    <a:pt x="1436024" y="4261648"/>
                  </a:lnTo>
                  <a:lnTo>
                    <a:pt x="1436182" y="4261648"/>
                  </a:lnTo>
                  <a:lnTo>
                    <a:pt x="1436340" y="4261648"/>
                  </a:lnTo>
                  <a:lnTo>
                    <a:pt x="1436340" y="4261217"/>
                  </a:lnTo>
                  <a:lnTo>
                    <a:pt x="1436498" y="4261217"/>
                  </a:lnTo>
                  <a:lnTo>
                    <a:pt x="1436498" y="4260787"/>
                  </a:lnTo>
                  <a:lnTo>
                    <a:pt x="1436655" y="4260787"/>
                  </a:lnTo>
                  <a:lnTo>
                    <a:pt x="1436813" y="4260787"/>
                  </a:lnTo>
                  <a:lnTo>
                    <a:pt x="1436971" y="4260787"/>
                  </a:lnTo>
                  <a:lnTo>
                    <a:pt x="1437128" y="4260787"/>
                  </a:lnTo>
                  <a:lnTo>
                    <a:pt x="1437286" y="4260787"/>
                  </a:lnTo>
                  <a:lnTo>
                    <a:pt x="1437286" y="4260356"/>
                  </a:lnTo>
                  <a:lnTo>
                    <a:pt x="1437444" y="4260356"/>
                  </a:lnTo>
                  <a:lnTo>
                    <a:pt x="1437602" y="4260356"/>
                  </a:lnTo>
                  <a:lnTo>
                    <a:pt x="1437759" y="4260356"/>
                  </a:lnTo>
                  <a:lnTo>
                    <a:pt x="1437759" y="4259925"/>
                  </a:lnTo>
                  <a:lnTo>
                    <a:pt x="1437917" y="4259925"/>
                  </a:lnTo>
                  <a:lnTo>
                    <a:pt x="1438075" y="4259925"/>
                  </a:lnTo>
                  <a:lnTo>
                    <a:pt x="1438232" y="4259925"/>
                  </a:lnTo>
                  <a:lnTo>
                    <a:pt x="1438390" y="4259925"/>
                  </a:lnTo>
                  <a:lnTo>
                    <a:pt x="1438548" y="4259925"/>
                  </a:lnTo>
                  <a:lnTo>
                    <a:pt x="1438706" y="4259925"/>
                  </a:lnTo>
                  <a:lnTo>
                    <a:pt x="1438863" y="4259925"/>
                  </a:lnTo>
                  <a:lnTo>
                    <a:pt x="1439021" y="4259925"/>
                  </a:lnTo>
                  <a:lnTo>
                    <a:pt x="1439021" y="4259495"/>
                  </a:lnTo>
                  <a:lnTo>
                    <a:pt x="1439179" y="4259495"/>
                  </a:lnTo>
                  <a:lnTo>
                    <a:pt x="1439337" y="4259495"/>
                  </a:lnTo>
                  <a:lnTo>
                    <a:pt x="1439494" y="4259495"/>
                  </a:lnTo>
                  <a:lnTo>
                    <a:pt x="1439652" y="4259495"/>
                  </a:lnTo>
                  <a:lnTo>
                    <a:pt x="1439652" y="4259064"/>
                  </a:lnTo>
                  <a:lnTo>
                    <a:pt x="1439652" y="4258634"/>
                  </a:lnTo>
                  <a:lnTo>
                    <a:pt x="1439652" y="4258203"/>
                  </a:lnTo>
                  <a:lnTo>
                    <a:pt x="1439652" y="4257772"/>
                  </a:lnTo>
                  <a:lnTo>
                    <a:pt x="1439652" y="4257342"/>
                  </a:lnTo>
                  <a:lnTo>
                    <a:pt x="1439810" y="4257342"/>
                  </a:lnTo>
                  <a:lnTo>
                    <a:pt x="1439967" y="4257342"/>
                  </a:lnTo>
                  <a:lnTo>
                    <a:pt x="1440125" y="4257342"/>
                  </a:lnTo>
                  <a:lnTo>
                    <a:pt x="1440283" y="4257342"/>
                  </a:lnTo>
                  <a:lnTo>
                    <a:pt x="1440441" y="4257342"/>
                  </a:lnTo>
                  <a:lnTo>
                    <a:pt x="1440598" y="4257342"/>
                  </a:lnTo>
                  <a:lnTo>
                    <a:pt x="1440756" y="4257342"/>
                  </a:lnTo>
                  <a:lnTo>
                    <a:pt x="1440914" y="4257342"/>
                  </a:lnTo>
                  <a:lnTo>
                    <a:pt x="1441071" y="4257342"/>
                  </a:lnTo>
                  <a:lnTo>
                    <a:pt x="1441071" y="4256911"/>
                  </a:lnTo>
                  <a:lnTo>
                    <a:pt x="1441071" y="4256481"/>
                  </a:lnTo>
                  <a:lnTo>
                    <a:pt x="1441229" y="4256481"/>
                  </a:lnTo>
                  <a:lnTo>
                    <a:pt x="1441387" y="4256481"/>
                  </a:lnTo>
                  <a:lnTo>
                    <a:pt x="1441387" y="4256050"/>
                  </a:lnTo>
                  <a:lnTo>
                    <a:pt x="1441545" y="4256050"/>
                  </a:lnTo>
                  <a:lnTo>
                    <a:pt x="1441702" y="4256050"/>
                  </a:lnTo>
                  <a:lnTo>
                    <a:pt x="1441860" y="4256050"/>
                  </a:lnTo>
                  <a:lnTo>
                    <a:pt x="1441860" y="4255619"/>
                  </a:lnTo>
                  <a:lnTo>
                    <a:pt x="1442018" y="4255619"/>
                  </a:lnTo>
                  <a:lnTo>
                    <a:pt x="1442018" y="4255189"/>
                  </a:lnTo>
                  <a:lnTo>
                    <a:pt x="1442175" y="4255189"/>
                  </a:lnTo>
                  <a:lnTo>
                    <a:pt x="1442333" y="4255189"/>
                  </a:lnTo>
                  <a:lnTo>
                    <a:pt x="1442491" y="4255189"/>
                  </a:lnTo>
                  <a:lnTo>
                    <a:pt x="1442649" y="4255189"/>
                  </a:lnTo>
                  <a:lnTo>
                    <a:pt x="1442806" y="4255189"/>
                  </a:lnTo>
                  <a:lnTo>
                    <a:pt x="1442806" y="4254758"/>
                  </a:lnTo>
                  <a:lnTo>
                    <a:pt x="1442964" y="4254758"/>
                  </a:lnTo>
                  <a:lnTo>
                    <a:pt x="1443122" y="4254758"/>
                  </a:lnTo>
                  <a:lnTo>
                    <a:pt x="1443279" y="4254758"/>
                  </a:lnTo>
                  <a:lnTo>
                    <a:pt x="1443437" y="4254758"/>
                  </a:lnTo>
                  <a:lnTo>
                    <a:pt x="1443437" y="4254328"/>
                  </a:lnTo>
                  <a:lnTo>
                    <a:pt x="1443437" y="4253897"/>
                  </a:lnTo>
                  <a:lnTo>
                    <a:pt x="1443595" y="4253897"/>
                  </a:lnTo>
                  <a:lnTo>
                    <a:pt x="1443595" y="4253466"/>
                  </a:lnTo>
                  <a:lnTo>
                    <a:pt x="1443595" y="4253036"/>
                  </a:lnTo>
                  <a:lnTo>
                    <a:pt x="1443753" y="4253036"/>
                  </a:lnTo>
                  <a:lnTo>
                    <a:pt x="1443910" y="4253036"/>
                  </a:lnTo>
                  <a:lnTo>
                    <a:pt x="1444068" y="4253036"/>
                  </a:lnTo>
                  <a:lnTo>
                    <a:pt x="1444068" y="4252605"/>
                  </a:lnTo>
                  <a:lnTo>
                    <a:pt x="1444068" y="4252175"/>
                  </a:lnTo>
                  <a:lnTo>
                    <a:pt x="1444226" y="4252175"/>
                  </a:lnTo>
                  <a:lnTo>
                    <a:pt x="1444383" y="4252175"/>
                  </a:lnTo>
                  <a:lnTo>
                    <a:pt x="1444541" y="4252175"/>
                  </a:lnTo>
                  <a:lnTo>
                    <a:pt x="1444541" y="4251744"/>
                  </a:lnTo>
                  <a:lnTo>
                    <a:pt x="1444699" y="4251744"/>
                  </a:lnTo>
                  <a:lnTo>
                    <a:pt x="1444699" y="4251313"/>
                  </a:lnTo>
                  <a:lnTo>
                    <a:pt x="1444699" y="4250883"/>
                  </a:lnTo>
                  <a:lnTo>
                    <a:pt x="1444857" y="4250883"/>
                  </a:lnTo>
                  <a:lnTo>
                    <a:pt x="1445014" y="4250883"/>
                  </a:lnTo>
                  <a:lnTo>
                    <a:pt x="1445172" y="4250883"/>
                  </a:lnTo>
                  <a:lnTo>
                    <a:pt x="1445330" y="4250883"/>
                  </a:lnTo>
                  <a:lnTo>
                    <a:pt x="1445488" y="4250883"/>
                  </a:lnTo>
                  <a:lnTo>
                    <a:pt x="1445488" y="4250452"/>
                  </a:lnTo>
                  <a:lnTo>
                    <a:pt x="1445645" y="4250452"/>
                  </a:lnTo>
                  <a:lnTo>
                    <a:pt x="1445803" y="4250452"/>
                  </a:lnTo>
                  <a:lnTo>
                    <a:pt x="1445803" y="4250022"/>
                  </a:lnTo>
                  <a:lnTo>
                    <a:pt x="1445961" y="4250022"/>
                  </a:lnTo>
                  <a:lnTo>
                    <a:pt x="1446118" y="4250022"/>
                  </a:lnTo>
                  <a:lnTo>
                    <a:pt x="1446276" y="4250022"/>
                  </a:lnTo>
                  <a:lnTo>
                    <a:pt x="1446276" y="4249591"/>
                  </a:lnTo>
                  <a:lnTo>
                    <a:pt x="1446434" y="4249591"/>
                  </a:lnTo>
                  <a:lnTo>
                    <a:pt x="1446592" y="4249591"/>
                  </a:lnTo>
                  <a:lnTo>
                    <a:pt x="1446592" y="4249160"/>
                  </a:lnTo>
                  <a:lnTo>
                    <a:pt x="1446592" y="4248730"/>
                  </a:lnTo>
                  <a:lnTo>
                    <a:pt x="1446749" y="4248730"/>
                  </a:lnTo>
                  <a:lnTo>
                    <a:pt x="1446749" y="4248299"/>
                  </a:lnTo>
                  <a:lnTo>
                    <a:pt x="1446907" y="4248299"/>
                  </a:lnTo>
                  <a:lnTo>
                    <a:pt x="1447065" y="4248299"/>
                  </a:lnTo>
                  <a:lnTo>
                    <a:pt x="1447222" y="4248299"/>
                  </a:lnTo>
                  <a:lnTo>
                    <a:pt x="1447222" y="4247869"/>
                  </a:lnTo>
                  <a:lnTo>
                    <a:pt x="1447222" y="4247438"/>
                  </a:lnTo>
                  <a:lnTo>
                    <a:pt x="1447222" y="4247007"/>
                  </a:lnTo>
                  <a:lnTo>
                    <a:pt x="1447380" y="4247007"/>
                  </a:lnTo>
                  <a:lnTo>
                    <a:pt x="1447380" y="4246577"/>
                  </a:lnTo>
                  <a:lnTo>
                    <a:pt x="1447380" y="4246146"/>
                  </a:lnTo>
                  <a:lnTo>
                    <a:pt x="1447538" y="4246146"/>
                  </a:lnTo>
                  <a:lnTo>
                    <a:pt x="1447538" y="4245716"/>
                  </a:lnTo>
                  <a:lnTo>
                    <a:pt x="1447696" y="4245716"/>
                  </a:lnTo>
                  <a:lnTo>
                    <a:pt x="1447853" y="4245716"/>
                  </a:lnTo>
                  <a:lnTo>
                    <a:pt x="1447853" y="4245285"/>
                  </a:lnTo>
                  <a:lnTo>
                    <a:pt x="1448011" y="4245285"/>
                  </a:lnTo>
                  <a:lnTo>
                    <a:pt x="1448169" y="4245285"/>
                  </a:lnTo>
                  <a:lnTo>
                    <a:pt x="1448326" y="4245285"/>
                  </a:lnTo>
                  <a:lnTo>
                    <a:pt x="1448326" y="4244854"/>
                  </a:lnTo>
                  <a:lnTo>
                    <a:pt x="1448484" y="4244854"/>
                  </a:lnTo>
                  <a:lnTo>
                    <a:pt x="1448642" y="4244854"/>
                  </a:lnTo>
                  <a:lnTo>
                    <a:pt x="1448800" y="4244854"/>
                  </a:lnTo>
                  <a:lnTo>
                    <a:pt x="1448957" y="4244854"/>
                  </a:lnTo>
                  <a:lnTo>
                    <a:pt x="1449115" y="4244854"/>
                  </a:lnTo>
                  <a:lnTo>
                    <a:pt x="1449115" y="4244424"/>
                  </a:lnTo>
                  <a:lnTo>
                    <a:pt x="1449273" y="4244424"/>
                  </a:lnTo>
                  <a:lnTo>
                    <a:pt x="1449430" y="4244424"/>
                  </a:lnTo>
                  <a:lnTo>
                    <a:pt x="1449430" y="4243993"/>
                  </a:lnTo>
                  <a:lnTo>
                    <a:pt x="1449430" y="4243563"/>
                  </a:lnTo>
                  <a:lnTo>
                    <a:pt x="1449588" y="4243563"/>
                  </a:lnTo>
                  <a:lnTo>
                    <a:pt x="1449746" y="4243563"/>
                  </a:lnTo>
                  <a:lnTo>
                    <a:pt x="1449746" y="4243132"/>
                  </a:lnTo>
                  <a:lnTo>
                    <a:pt x="1449904" y="4243132"/>
                  </a:lnTo>
                  <a:lnTo>
                    <a:pt x="1450061" y="4243132"/>
                  </a:lnTo>
                  <a:lnTo>
                    <a:pt x="1450061" y="4242701"/>
                  </a:lnTo>
                  <a:lnTo>
                    <a:pt x="1450061" y="4242271"/>
                  </a:lnTo>
                  <a:lnTo>
                    <a:pt x="1450219" y="4242271"/>
                  </a:lnTo>
                  <a:lnTo>
                    <a:pt x="1450377" y="4242271"/>
                  </a:lnTo>
                  <a:lnTo>
                    <a:pt x="1450535" y="4242271"/>
                  </a:lnTo>
                  <a:lnTo>
                    <a:pt x="1450535" y="4241840"/>
                  </a:lnTo>
                  <a:lnTo>
                    <a:pt x="1450535" y="4241410"/>
                  </a:lnTo>
                  <a:lnTo>
                    <a:pt x="1450692" y="4241410"/>
                  </a:lnTo>
                  <a:lnTo>
                    <a:pt x="1450850" y="4241410"/>
                  </a:lnTo>
                  <a:lnTo>
                    <a:pt x="1451008" y="4241410"/>
                  </a:lnTo>
                  <a:lnTo>
                    <a:pt x="1451165" y="4241410"/>
                  </a:lnTo>
                  <a:lnTo>
                    <a:pt x="1451323" y="4241410"/>
                  </a:lnTo>
                  <a:lnTo>
                    <a:pt x="1451481" y="4241410"/>
                  </a:lnTo>
                  <a:lnTo>
                    <a:pt x="1451639" y="4241410"/>
                  </a:lnTo>
                  <a:lnTo>
                    <a:pt x="1451639" y="4240979"/>
                  </a:lnTo>
                  <a:lnTo>
                    <a:pt x="1451796" y="4240979"/>
                  </a:lnTo>
                  <a:lnTo>
                    <a:pt x="1451796" y="4240548"/>
                  </a:lnTo>
                  <a:lnTo>
                    <a:pt x="1451796" y="4240118"/>
                  </a:lnTo>
                  <a:lnTo>
                    <a:pt x="1451796" y="4239687"/>
                  </a:lnTo>
                  <a:lnTo>
                    <a:pt x="1451954" y="4239687"/>
                  </a:lnTo>
                  <a:lnTo>
                    <a:pt x="1451954" y="4239257"/>
                  </a:lnTo>
                  <a:lnTo>
                    <a:pt x="1451954" y="4238826"/>
                  </a:lnTo>
                  <a:lnTo>
                    <a:pt x="1452112" y="4238826"/>
                  </a:lnTo>
                  <a:lnTo>
                    <a:pt x="1452269" y="4238826"/>
                  </a:lnTo>
                  <a:lnTo>
                    <a:pt x="1452269" y="4238395"/>
                  </a:lnTo>
                  <a:lnTo>
                    <a:pt x="1452269" y="4237965"/>
                  </a:lnTo>
                  <a:lnTo>
                    <a:pt x="1452427" y="4237965"/>
                  </a:lnTo>
                  <a:lnTo>
                    <a:pt x="1452427" y="4237534"/>
                  </a:lnTo>
                  <a:lnTo>
                    <a:pt x="1452427" y="4237104"/>
                  </a:lnTo>
                  <a:lnTo>
                    <a:pt x="1452585" y="4237104"/>
                  </a:lnTo>
                  <a:lnTo>
                    <a:pt x="1452743" y="4237104"/>
                  </a:lnTo>
                  <a:lnTo>
                    <a:pt x="1452743" y="4236673"/>
                  </a:lnTo>
                  <a:lnTo>
                    <a:pt x="1452743" y="4236242"/>
                  </a:lnTo>
                  <a:lnTo>
                    <a:pt x="1452900" y="4236242"/>
                  </a:lnTo>
                  <a:lnTo>
                    <a:pt x="1453058" y="4236242"/>
                  </a:lnTo>
                  <a:lnTo>
                    <a:pt x="1453058" y="4235812"/>
                  </a:lnTo>
                  <a:lnTo>
                    <a:pt x="1453216" y="4235812"/>
                  </a:lnTo>
                  <a:lnTo>
                    <a:pt x="1453373" y="4235812"/>
                  </a:lnTo>
                  <a:lnTo>
                    <a:pt x="1453531" y="4235812"/>
                  </a:lnTo>
                  <a:lnTo>
                    <a:pt x="1453689" y="4235812"/>
                  </a:lnTo>
                  <a:lnTo>
                    <a:pt x="1453689" y="4235381"/>
                  </a:lnTo>
                  <a:lnTo>
                    <a:pt x="1453847" y="4235381"/>
                  </a:lnTo>
                  <a:lnTo>
                    <a:pt x="1453847" y="4234951"/>
                  </a:lnTo>
                  <a:lnTo>
                    <a:pt x="1453847" y="4234520"/>
                  </a:lnTo>
                  <a:lnTo>
                    <a:pt x="1453847" y="4234089"/>
                  </a:lnTo>
                  <a:lnTo>
                    <a:pt x="1454004" y="4234089"/>
                  </a:lnTo>
                  <a:lnTo>
                    <a:pt x="1454162" y="4234089"/>
                  </a:lnTo>
                  <a:lnTo>
                    <a:pt x="1454162" y="4233659"/>
                  </a:lnTo>
                  <a:lnTo>
                    <a:pt x="1454320" y="4233659"/>
                  </a:lnTo>
                  <a:lnTo>
                    <a:pt x="1454477" y="4233659"/>
                  </a:lnTo>
                  <a:lnTo>
                    <a:pt x="1454635" y="4233659"/>
                  </a:lnTo>
                  <a:lnTo>
                    <a:pt x="1454793" y="4233659"/>
                  </a:lnTo>
                  <a:lnTo>
                    <a:pt x="1454951" y="4233659"/>
                  </a:lnTo>
                  <a:lnTo>
                    <a:pt x="1455108" y="4233659"/>
                  </a:lnTo>
                  <a:lnTo>
                    <a:pt x="1455266" y="4233659"/>
                  </a:lnTo>
                  <a:lnTo>
                    <a:pt x="1455266" y="4233228"/>
                  </a:lnTo>
                  <a:lnTo>
                    <a:pt x="1455266" y="4232798"/>
                  </a:lnTo>
                  <a:lnTo>
                    <a:pt x="1455424" y="4232798"/>
                  </a:lnTo>
                  <a:lnTo>
                    <a:pt x="1455581" y="4232798"/>
                  </a:lnTo>
                  <a:lnTo>
                    <a:pt x="1455739" y="4232798"/>
                  </a:lnTo>
                  <a:lnTo>
                    <a:pt x="1455739" y="4232367"/>
                  </a:lnTo>
                  <a:lnTo>
                    <a:pt x="1455739" y="4231936"/>
                  </a:lnTo>
                  <a:lnTo>
                    <a:pt x="1455739" y="4231506"/>
                  </a:lnTo>
                  <a:lnTo>
                    <a:pt x="1455739" y="4231075"/>
                  </a:lnTo>
                  <a:lnTo>
                    <a:pt x="1455897" y="4231075"/>
                  </a:lnTo>
                  <a:lnTo>
                    <a:pt x="1456055" y="4231075"/>
                  </a:lnTo>
                  <a:lnTo>
                    <a:pt x="1456055" y="4230645"/>
                  </a:lnTo>
                  <a:lnTo>
                    <a:pt x="1456212" y="4230645"/>
                  </a:lnTo>
                  <a:lnTo>
                    <a:pt x="1456370" y="4230645"/>
                  </a:lnTo>
                  <a:lnTo>
                    <a:pt x="1456528" y="4230645"/>
                  </a:lnTo>
                  <a:lnTo>
                    <a:pt x="1456528" y="4230214"/>
                  </a:lnTo>
                  <a:lnTo>
                    <a:pt x="1456686" y="4230214"/>
                  </a:lnTo>
                  <a:lnTo>
                    <a:pt x="1456843" y="4230214"/>
                  </a:lnTo>
                  <a:lnTo>
                    <a:pt x="1457001" y="4230214"/>
                  </a:lnTo>
                  <a:lnTo>
                    <a:pt x="1457001" y="4229783"/>
                  </a:lnTo>
                  <a:lnTo>
                    <a:pt x="1457001" y="4229353"/>
                  </a:lnTo>
                  <a:lnTo>
                    <a:pt x="1457159" y="4229353"/>
                  </a:lnTo>
                  <a:lnTo>
                    <a:pt x="1457159" y="4228922"/>
                  </a:lnTo>
                  <a:lnTo>
                    <a:pt x="1457316" y="4228922"/>
                  </a:lnTo>
                  <a:lnTo>
                    <a:pt x="1457316" y="4228492"/>
                  </a:lnTo>
                  <a:lnTo>
                    <a:pt x="1457474" y="4228492"/>
                  </a:lnTo>
                  <a:lnTo>
                    <a:pt x="1457632" y="4228492"/>
                  </a:lnTo>
                  <a:lnTo>
                    <a:pt x="1457632" y="4228061"/>
                  </a:lnTo>
                  <a:lnTo>
                    <a:pt x="1457790" y="4228061"/>
                  </a:lnTo>
                  <a:lnTo>
                    <a:pt x="1457947" y="4228061"/>
                  </a:lnTo>
                  <a:lnTo>
                    <a:pt x="1458105" y="4228061"/>
                  </a:lnTo>
                  <a:lnTo>
                    <a:pt x="1458263" y="4228061"/>
                  </a:lnTo>
                  <a:lnTo>
                    <a:pt x="1458420" y="4228061"/>
                  </a:lnTo>
                  <a:lnTo>
                    <a:pt x="1458578" y="4228061"/>
                  </a:lnTo>
                  <a:lnTo>
                    <a:pt x="1458578" y="4227630"/>
                  </a:lnTo>
                  <a:lnTo>
                    <a:pt x="1458578" y="4227200"/>
                  </a:lnTo>
                  <a:lnTo>
                    <a:pt x="1458736" y="4227200"/>
                  </a:lnTo>
                  <a:lnTo>
                    <a:pt x="1458894" y="4227200"/>
                  </a:lnTo>
                  <a:lnTo>
                    <a:pt x="1459051" y="4227200"/>
                  </a:lnTo>
                  <a:lnTo>
                    <a:pt x="1459209" y="4227200"/>
                  </a:lnTo>
                  <a:lnTo>
                    <a:pt x="1459367" y="4227200"/>
                  </a:lnTo>
                  <a:lnTo>
                    <a:pt x="1459524" y="4227200"/>
                  </a:lnTo>
                  <a:lnTo>
                    <a:pt x="1459524" y="4226769"/>
                  </a:lnTo>
                  <a:lnTo>
                    <a:pt x="1459682" y="4226769"/>
                  </a:lnTo>
                  <a:lnTo>
                    <a:pt x="1459840" y="4226769"/>
                  </a:lnTo>
                  <a:lnTo>
                    <a:pt x="1459998" y="4226769"/>
                  </a:lnTo>
                  <a:lnTo>
                    <a:pt x="1459998" y="4226339"/>
                  </a:lnTo>
                  <a:lnTo>
                    <a:pt x="1460155" y="4226339"/>
                  </a:lnTo>
                  <a:lnTo>
                    <a:pt x="1460313" y="4226339"/>
                  </a:lnTo>
                  <a:lnTo>
                    <a:pt x="1460471" y="4226339"/>
                  </a:lnTo>
                  <a:lnTo>
                    <a:pt x="1460628" y="4226339"/>
                  </a:lnTo>
                  <a:lnTo>
                    <a:pt x="1460786" y="4226339"/>
                  </a:lnTo>
                  <a:lnTo>
                    <a:pt x="1460944" y="4226339"/>
                  </a:lnTo>
                  <a:lnTo>
                    <a:pt x="1461102" y="4226339"/>
                  </a:lnTo>
                  <a:lnTo>
                    <a:pt x="1461259" y="4226339"/>
                  </a:lnTo>
                  <a:lnTo>
                    <a:pt x="1461417" y="4226339"/>
                  </a:lnTo>
                  <a:lnTo>
                    <a:pt x="1461575" y="4226339"/>
                  </a:lnTo>
                  <a:lnTo>
                    <a:pt x="1461733" y="4226339"/>
                  </a:lnTo>
                  <a:lnTo>
                    <a:pt x="1461890" y="4226339"/>
                  </a:lnTo>
                  <a:lnTo>
                    <a:pt x="1462048" y="4226339"/>
                  </a:lnTo>
                  <a:lnTo>
                    <a:pt x="1462206" y="4226339"/>
                  </a:lnTo>
                  <a:lnTo>
                    <a:pt x="1462206" y="4225908"/>
                  </a:lnTo>
                  <a:lnTo>
                    <a:pt x="1462206" y="4225477"/>
                  </a:lnTo>
                  <a:lnTo>
                    <a:pt x="1462363" y="4225477"/>
                  </a:lnTo>
                  <a:lnTo>
                    <a:pt x="1462363" y="4225047"/>
                  </a:lnTo>
                  <a:lnTo>
                    <a:pt x="1462521" y="4225047"/>
                  </a:lnTo>
                  <a:lnTo>
                    <a:pt x="1462521" y="4224616"/>
                  </a:lnTo>
                  <a:lnTo>
                    <a:pt x="1462679" y="4224616"/>
                  </a:lnTo>
                  <a:lnTo>
                    <a:pt x="1462837" y="4224616"/>
                  </a:lnTo>
                  <a:lnTo>
                    <a:pt x="1462837" y="4224186"/>
                  </a:lnTo>
                  <a:lnTo>
                    <a:pt x="1462837" y="4223755"/>
                  </a:lnTo>
                  <a:lnTo>
                    <a:pt x="1462994" y="4223755"/>
                  </a:lnTo>
                  <a:lnTo>
                    <a:pt x="1463152" y="4223755"/>
                  </a:lnTo>
                  <a:lnTo>
                    <a:pt x="1463152" y="4223324"/>
                  </a:lnTo>
                  <a:lnTo>
                    <a:pt x="1463310" y="4223324"/>
                  </a:lnTo>
                  <a:lnTo>
                    <a:pt x="1463310" y="4222894"/>
                  </a:lnTo>
                  <a:lnTo>
                    <a:pt x="1463467" y="4222894"/>
                  </a:lnTo>
                  <a:lnTo>
                    <a:pt x="1463625" y="4222894"/>
                  </a:lnTo>
                  <a:lnTo>
                    <a:pt x="1463783" y="4222894"/>
                  </a:lnTo>
                  <a:lnTo>
                    <a:pt x="1463941" y="4222894"/>
                  </a:lnTo>
                  <a:lnTo>
                    <a:pt x="1464098" y="4222894"/>
                  </a:lnTo>
                  <a:lnTo>
                    <a:pt x="1464256" y="4222894"/>
                  </a:lnTo>
                  <a:lnTo>
                    <a:pt x="1464414" y="4222894"/>
                  </a:lnTo>
                  <a:lnTo>
                    <a:pt x="1464414" y="4222463"/>
                  </a:lnTo>
                  <a:lnTo>
                    <a:pt x="1464571" y="4222463"/>
                  </a:lnTo>
                  <a:lnTo>
                    <a:pt x="1464729" y="4222463"/>
                  </a:lnTo>
                  <a:lnTo>
                    <a:pt x="1464729" y="4222033"/>
                  </a:lnTo>
                  <a:lnTo>
                    <a:pt x="1464887" y="4222033"/>
                  </a:lnTo>
                  <a:lnTo>
                    <a:pt x="1464887" y="4221602"/>
                  </a:lnTo>
                  <a:lnTo>
                    <a:pt x="1465045" y="4221602"/>
                  </a:lnTo>
                  <a:lnTo>
                    <a:pt x="1465202" y="4221602"/>
                  </a:lnTo>
                  <a:lnTo>
                    <a:pt x="1465360" y="4221602"/>
                  </a:lnTo>
                  <a:lnTo>
                    <a:pt x="1465360" y="4221171"/>
                  </a:lnTo>
                  <a:lnTo>
                    <a:pt x="1465518" y="4221171"/>
                  </a:lnTo>
                  <a:lnTo>
                    <a:pt x="1465675" y="4221171"/>
                  </a:lnTo>
                  <a:lnTo>
                    <a:pt x="1465675" y="4220741"/>
                  </a:lnTo>
                  <a:lnTo>
                    <a:pt x="1465833" y="4220741"/>
                  </a:lnTo>
                  <a:lnTo>
                    <a:pt x="1465991" y="4220741"/>
                  </a:lnTo>
                  <a:lnTo>
                    <a:pt x="1466149" y="4220741"/>
                  </a:lnTo>
                  <a:lnTo>
                    <a:pt x="1466149" y="4220310"/>
                  </a:lnTo>
                  <a:lnTo>
                    <a:pt x="1466149" y="4219880"/>
                  </a:lnTo>
                  <a:lnTo>
                    <a:pt x="1466306" y="4219880"/>
                  </a:lnTo>
                  <a:lnTo>
                    <a:pt x="1466464" y="4219880"/>
                  </a:lnTo>
                  <a:lnTo>
                    <a:pt x="1466622" y="4219880"/>
                  </a:lnTo>
                  <a:lnTo>
                    <a:pt x="1466622" y="4219449"/>
                  </a:lnTo>
                  <a:lnTo>
                    <a:pt x="1466622" y="4219018"/>
                  </a:lnTo>
                  <a:lnTo>
                    <a:pt x="1466779" y="4219018"/>
                  </a:lnTo>
                  <a:lnTo>
                    <a:pt x="1466779" y="4218588"/>
                  </a:lnTo>
                  <a:lnTo>
                    <a:pt x="1466937" y="4218588"/>
                  </a:lnTo>
                  <a:lnTo>
                    <a:pt x="1467095" y="4218588"/>
                  </a:lnTo>
                  <a:lnTo>
                    <a:pt x="1467253" y="4218588"/>
                  </a:lnTo>
                  <a:lnTo>
                    <a:pt x="1467253" y="4218157"/>
                  </a:lnTo>
                  <a:lnTo>
                    <a:pt x="1467410" y="4218157"/>
                  </a:lnTo>
                  <a:lnTo>
                    <a:pt x="1467568" y="4218157"/>
                  </a:lnTo>
                  <a:lnTo>
                    <a:pt x="1467568" y="4217727"/>
                  </a:lnTo>
                  <a:lnTo>
                    <a:pt x="1467726" y="4217727"/>
                  </a:lnTo>
                  <a:lnTo>
                    <a:pt x="1467884" y="4217727"/>
                  </a:lnTo>
                  <a:lnTo>
                    <a:pt x="1467884" y="4217296"/>
                  </a:lnTo>
                  <a:lnTo>
                    <a:pt x="1468041" y="4217296"/>
                  </a:lnTo>
                  <a:lnTo>
                    <a:pt x="1468199" y="4217296"/>
                  </a:lnTo>
                  <a:lnTo>
                    <a:pt x="1468357" y="4217296"/>
                  </a:lnTo>
                  <a:lnTo>
                    <a:pt x="1468514" y="4217296"/>
                  </a:lnTo>
                  <a:lnTo>
                    <a:pt x="1468672" y="4217296"/>
                  </a:lnTo>
                  <a:lnTo>
                    <a:pt x="1468830" y="4217296"/>
                  </a:lnTo>
                  <a:lnTo>
                    <a:pt x="1468988" y="4217296"/>
                  </a:lnTo>
                  <a:lnTo>
                    <a:pt x="1469145" y="4217296"/>
                  </a:lnTo>
                  <a:lnTo>
                    <a:pt x="1469303" y="4217296"/>
                  </a:lnTo>
                  <a:lnTo>
                    <a:pt x="1469461" y="4217296"/>
                  </a:lnTo>
                  <a:lnTo>
                    <a:pt x="1469461" y="4216865"/>
                  </a:lnTo>
                  <a:lnTo>
                    <a:pt x="1469461" y="4216435"/>
                  </a:lnTo>
                  <a:lnTo>
                    <a:pt x="1469618" y="4216435"/>
                  </a:lnTo>
                  <a:lnTo>
                    <a:pt x="1469776" y="4216435"/>
                  </a:lnTo>
                  <a:lnTo>
                    <a:pt x="1469934" y="4216435"/>
                  </a:lnTo>
                  <a:lnTo>
                    <a:pt x="1470092" y="4216435"/>
                  </a:lnTo>
                  <a:lnTo>
                    <a:pt x="1470249" y="4216435"/>
                  </a:lnTo>
                  <a:lnTo>
                    <a:pt x="1470249" y="4216004"/>
                  </a:lnTo>
                  <a:lnTo>
                    <a:pt x="1470407" y="4216004"/>
                  </a:lnTo>
                  <a:lnTo>
                    <a:pt x="1470565" y="4216004"/>
                  </a:lnTo>
                  <a:lnTo>
                    <a:pt x="1470565" y="4215574"/>
                  </a:lnTo>
                  <a:lnTo>
                    <a:pt x="1470565" y="4215143"/>
                  </a:lnTo>
                  <a:lnTo>
                    <a:pt x="1470722" y="4215143"/>
                  </a:lnTo>
                  <a:lnTo>
                    <a:pt x="1470880" y="4215143"/>
                  </a:lnTo>
                  <a:lnTo>
                    <a:pt x="1470880" y="4214712"/>
                  </a:lnTo>
                  <a:lnTo>
                    <a:pt x="1470880" y="4214282"/>
                  </a:lnTo>
                  <a:lnTo>
                    <a:pt x="1471038" y="4214282"/>
                  </a:lnTo>
                  <a:lnTo>
                    <a:pt x="1471196" y="4214282"/>
                  </a:lnTo>
                  <a:lnTo>
                    <a:pt x="1471353" y="4214282"/>
                  </a:lnTo>
                  <a:lnTo>
                    <a:pt x="1471511" y="4214282"/>
                  </a:lnTo>
                  <a:lnTo>
                    <a:pt x="1471511" y="4213851"/>
                  </a:lnTo>
                  <a:lnTo>
                    <a:pt x="1471669" y="4213851"/>
                  </a:lnTo>
                  <a:lnTo>
                    <a:pt x="1471826" y="4213851"/>
                  </a:lnTo>
                  <a:lnTo>
                    <a:pt x="1471826" y="4213421"/>
                  </a:lnTo>
                  <a:lnTo>
                    <a:pt x="1471984" y="4213421"/>
                  </a:lnTo>
                  <a:lnTo>
                    <a:pt x="1472142" y="4213421"/>
                  </a:lnTo>
                  <a:lnTo>
                    <a:pt x="1472300" y="4213421"/>
                  </a:lnTo>
                  <a:lnTo>
                    <a:pt x="1472457" y="4213421"/>
                  </a:lnTo>
                  <a:lnTo>
                    <a:pt x="1472615" y="4213421"/>
                  </a:lnTo>
                  <a:lnTo>
                    <a:pt x="1472615" y="4212990"/>
                  </a:lnTo>
                  <a:lnTo>
                    <a:pt x="1472615" y="4212559"/>
                  </a:lnTo>
                  <a:lnTo>
                    <a:pt x="1472773" y="4212559"/>
                  </a:lnTo>
                  <a:lnTo>
                    <a:pt x="1472931" y="4212559"/>
                  </a:lnTo>
                  <a:lnTo>
                    <a:pt x="1472931" y="4212129"/>
                  </a:lnTo>
                  <a:lnTo>
                    <a:pt x="1472931" y="4211698"/>
                  </a:lnTo>
                  <a:lnTo>
                    <a:pt x="1472931" y="4211268"/>
                  </a:lnTo>
                  <a:lnTo>
                    <a:pt x="1473088" y="4211268"/>
                  </a:lnTo>
                  <a:lnTo>
                    <a:pt x="1473246" y="4211268"/>
                  </a:lnTo>
                  <a:lnTo>
                    <a:pt x="1473404" y="4211268"/>
                  </a:lnTo>
                  <a:lnTo>
                    <a:pt x="1473404" y="4210837"/>
                  </a:lnTo>
                  <a:lnTo>
                    <a:pt x="1473404" y="4210406"/>
                  </a:lnTo>
                  <a:lnTo>
                    <a:pt x="1473404" y="4209976"/>
                  </a:lnTo>
                  <a:lnTo>
                    <a:pt x="1473404" y="4209545"/>
                  </a:lnTo>
                  <a:lnTo>
                    <a:pt x="1473404" y="4209115"/>
                  </a:lnTo>
                  <a:lnTo>
                    <a:pt x="1473561" y="4209115"/>
                  </a:lnTo>
                  <a:lnTo>
                    <a:pt x="1473561" y="4208684"/>
                  </a:lnTo>
                  <a:lnTo>
                    <a:pt x="1473561" y="4208253"/>
                  </a:lnTo>
                  <a:lnTo>
                    <a:pt x="1473719" y="4208253"/>
                  </a:lnTo>
                  <a:lnTo>
                    <a:pt x="1473877" y="4208253"/>
                  </a:lnTo>
                  <a:lnTo>
                    <a:pt x="1474035" y="4208253"/>
                  </a:lnTo>
                  <a:lnTo>
                    <a:pt x="1474192" y="4208253"/>
                  </a:lnTo>
                  <a:lnTo>
                    <a:pt x="1474350" y="4208253"/>
                  </a:lnTo>
                  <a:lnTo>
                    <a:pt x="1474508" y="4208253"/>
                  </a:lnTo>
                  <a:lnTo>
                    <a:pt x="1474508" y="4207823"/>
                  </a:lnTo>
                  <a:lnTo>
                    <a:pt x="1474665" y="4207823"/>
                  </a:lnTo>
                  <a:lnTo>
                    <a:pt x="1474823" y="4207823"/>
                  </a:lnTo>
                  <a:lnTo>
                    <a:pt x="1474981" y="4207823"/>
                  </a:lnTo>
                  <a:lnTo>
                    <a:pt x="1475139" y="4207823"/>
                  </a:lnTo>
                  <a:lnTo>
                    <a:pt x="1475296" y="4207823"/>
                  </a:lnTo>
                  <a:lnTo>
                    <a:pt x="1475296" y="4207392"/>
                  </a:lnTo>
                  <a:lnTo>
                    <a:pt x="1475296" y="4206962"/>
                  </a:lnTo>
                  <a:lnTo>
                    <a:pt x="1475454" y="4206962"/>
                  </a:lnTo>
                  <a:lnTo>
                    <a:pt x="1475612" y="4206962"/>
                  </a:lnTo>
                  <a:lnTo>
                    <a:pt x="1475612" y="4206531"/>
                  </a:lnTo>
                  <a:lnTo>
                    <a:pt x="1475769" y="4206531"/>
                  </a:lnTo>
                  <a:lnTo>
                    <a:pt x="1475927" y="4206531"/>
                  </a:lnTo>
                  <a:lnTo>
                    <a:pt x="1476085" y="4206531"/>
                  </a:lnTo>
                  <a:lnTo>
                    <a:pt x="1476243" y="4206531"/>
                  </a:lnTo>
                  <a:lnTo>
                    <a:pt x="1476243" y="4206100"/>
                  </a:lnTo>
                  <a:lnTo>
                    <a:pt x="1476400" y="4206100"/>
                  </a:lnTo>
                  <a:lnTo>
                    <a:pt x="1476400" y="4205670"/>
                  </a:lnTo>
                  <a:lnTo>
                    <a:pt x="1476558" y="4205670"/>
                  </a:lnTo>
                  <a:lnTo>
                    <a:pt x="1476558" y="4205239"/>
                  </a:lnTo>
                  <a:lnTo>
                    <a:pt x="1476558" y="4204809"/>
                  </a:lnTo>
                  <a:lnTo>
                    <a:pt x="1476716" y="4204809"/>
                  </a:lnTo>
                  <a:lnTo>
                    <a:pt x="1476873" y="4204809"/>
                  </a:lnTo>
                  <a:lnTo>
                    <a:pt x="1477031" y="4204809"/>
                  </a:lnTo>
                  <a:lnTo>
                    <a:pt x="1477189" y="4204809"/>
                  </a:lnTo>
                  <a:lnTo>
                    <a:pt x="1477347" y="4204809"/>
                  </a:lnTo>
                  <a:lnTo>
                    <a:pt x="1477347" y="4204378"/>
                  </a:lnTo>
                  <a:lnTo>
                    <a:pt x="1477504" y="4204378"/>
                  </a:lnTo>
                  <a:lnTo>
                    <a:pt x="1477504" y="4203947"/>
                  </a:lnTo>
                  <a:lnTo>
                    <a:pt x="1477662" y="4203947"/>
                  </a:lnTo>
                  <a:lnTo>
                    <a:pt x="1477820" y="4203947"/>
                  </a:lnTo>
                  <a:lnTo>
                    <a:pt x="1477977" y="4203947"/>
                  </a:lnTo>
                  <a:lnTo>
                    <a:pt x="1477977" y="4203517"/>
                  </a:lnTo>
                  <a:lnTo>
                    <a:pt x="1478135" y="4203517"/>
                  </a:lnTo>
                  <a:lnTo>
                    <a:pt x="1478293" y="4203517"/>
                  </a:lnTo>
                  <a:lnTo>
                    <a:pt x="1478451" y="4203517"/>
                  </a:lnTo>
                  <a:lnTo>
                    <a:pt x="1478608" y="4203517"/>
                  </a:lnTo>
                  <a:lnTo>
                    <a:pt x="1478766" y="4203517"/>
                  </a:lnTo>
                  <a:lnTo>
                    <a:pt x="1478924" y="4203517"/>
                  </a:lnTo>
                  <a:lnTo>
                    <a:pt x="1478924" y="4203086"/>
                  </a:lnTo>
                  <a:lnTo>
                    <a:pt x="1479082" y="4203086"/>
                  </a:lnTo>
                  <a:lnTo>
                    <a:pt x="1479239" y="4203086"/>
                  </a:lnTo>
                  <a:lnTo>
                    <a:pt x="1479397" y="4203086"/>
                  </a:lnTo>
                  <a:lnTo>
                    <a:pt x="1479555" y="4203086"/>
                  </a:lnTo>
                  <a:lnTo>
                    <a:pt x="1479712" y="4203086"/>
                  </a:lnTo>
                  <a:lnTo>
                    <a:pt x="1479870" y="4203086"/>
                  </a:lnTo>
                  <a:lnTo>
                    <a:pt x="1480028" y="4203086"/>
                  </a:lnTo>
                  <a:lnTo>
                    <a:pt x="1480186" y="4203086"/>
                  </a:lnTo>
                  <a:lnTo>
                    <a:pt x="1480186" y="4202656"/>
                  </a:lnTo>
                  <a:lnTo>
                    <a:pt x="1480186" y="4202225"/>
                  </a:lnTo>
                  <a:lnTo>
                    <a:pt x="1480186" y="4201794"/>
                  </a:lnTo>
                  <a:lnTo>
                    <a:pt x="1480186" y="4201364"/>
                  </a:lnTo>
                  <a:lnTo>
                    <a:pt x="1480343" y="4201364"/>
                  </a:lnTo>
                  <a:lnTo>
                    <a:pt x="1480501" y="4201364"/>
                  </a:lnTo>
                  <a:lnTo>
                    <a:pt x="1480659" y="4201364"/>
                  </a:lnTo>
                  <a:lnTo>
                    <a:pt x="1480659" y="4200933"/>
                  </a:lnTo>
                  <a:lnTo>
                    <a:pt x="1480816" y="4200933"/>
                  </a:lnTo>
                  <a:lnTo>
                    <a:pt x="1480816" y="4200503"/>
                  </a:lnTo>
                  <a:lnTo>
                    <a:pt x="1480974" y="4200503"/>
                  </a:lnTo>
                  <a:lnTo>
                    <a:pt x="1481132" y="4200503"/>
                  </a:lnTo>
                  <a:lnTo>
                    <a:pt x="1481290" y="4200503"/>
                  </a:lnTo>
                  <a:lnTo>
                    <a:pt x="1481447" y="4200503"/>
                  </a:lnTo>
                  <a:lnTo>
                    <a:pt x="1481447" y="4200072"/>
                  </a:lnTo>
                  <a:lnTo>
                    <a:pt x="1481605" y="4200072"/>
                  </a:lnTo>
                  <a:lnTo>
                    <a:pt x="1481763" y="4200072"/>
                  </a:lnTo>
                  <a:lnTo>
                    <a:pt x="1481920" y="4200072"/>
                  </a:lnTo>
                  <a:lnTo>
                    <a:pt x="1482078" y="4200072"/>
                  </a:lnTo>
                  <a:lnTo>
                    <a:pt x="1482236" y="4200072"/>
                  </a:lnTo>
                  <a:lnTo>
                    <a:pt x="1482394" y="4200072"/>
                  </a:lnTo>
                  <a:lnTo>
                    <a:pt x="1482394" y="4199641"/>
                  </a:lnTo>
                  <a:lnTo>
                    <a:pt x="1482551" y="4199641"/>
                  </a:lnTo>
                  <a:lnTo>
                    <a:pt x="1482709" y="4199641"/>
                  </a:lnTo>
                  <a:lnTo>
                    <a:pt x="1482709" y="4199211"/>
                  </a:lnTo>
                  <a:lnTo>
                    <a:pt x="1482867" y="4199211"/>
                  </a:lnTo>
                  <a:lnTo>
                    <a:pt x="1483024" y="4199211"/>
                  </a:lnTo>
                  <a:lnTo>
                    <a:pt x="1483182" y="4199211"/>
                  </a:lnTo>
                  <a:lnTo>
                    <a:pt x="1483182" y="4198780"/>
                  </a:lnTo>
                  <a:lnTo>
                    <a:pt x="1483340" y="4198780"/>
                  </a:lnTo>
                  <a:lnTo>
                    <a:pt x="1483498" y="4198780"/>
                  </a:lnTo>
                  <a:lnTo>
                    <a:pt x="1483655" y="4198780"/>
                  </a:lnTo>
                  <a:lnTo>
                    <a:pt x="1483655" y="4198350"/>
                  </a:lnTo>
                  <a:lnTo>
                    <a:pt x="1483813" y="4198350"/>
                  </a:lnTo>
                  <a:lnTo>
                    <a:pt x="1483813" y="4197919"/>
                  </a:lnTo>
                  <a:lnTo>
                    <a:pt x="1483971" y="4197919"/>
                  </a:lnTo>
                  <a:lnTo>
                    <a:pt x="1483971" y="4197488"/>
                  </a:lnTo>
                  <a:lnTo>
                    <a:pt x="1483971" y="4197058"/>
                  </a:lnTo>
                  <a:lnTo>
                    <a:pt x="1483971" y="4196627"/>
                  </a:lnTo>
                  <a:lnTo>
                    <a:pt x="1484128" y="4196627"/>
                  </a:lnTo>
                  <a:lnTo>
                    <a:pt x="1484286" y="4196627"/>
                  </a:lnTo>
                  <a:lnTo>
                    <a:pt x="1484444" y="4196627"/>
                  </a:lnTo>
                  <a:lnTo>
                    <a:pt x="1484602" y="4196627"/>
                  </a:lnTo>
                  <a:lnTo>
                    <a:pt x="1484759" y="4196627"/>
                  </a:lnTo>
                  <a:lnTo>
                    <a:pt x="1484759" y="4196197"/>
                  </a:lnTo>
                  <a:lnTo>
                    <a:pt x="1484917" y="4196197"/>
                  </a:lnTo>
                  <a:lnTo>
                    <a:pt x="1485075" y="4196197"/>
                  </a:lnTo>
                  <a:lnTo>
                    <a:pt x="1485233" y="4196197"/>
                  </a:lnTo>
                  <a:lnTo>
                    <a:pt x="1485390" y="4196197"/>
                  </a:lnTo>
                  <a:lnTo>
                    <a:pt x="1485548" y="4196197"/>
                  </a:lnTo>
                  <a:lnTo>
                    <a:pt x="1485548" y="4195766"/>
                  </a:lnTo>
                  <a:lnTo>
                    <a:pt x="1485706" y="4195766"/>
                  </a:lnTo>
                  <a:lnTo>
                    <a:pt x="1485706" y="4195335"/>
                  </a:lnTo>
                  <a:lnTo>
                    <a:pt x="1485863" y="4195335"/>
                  </a:lnTo>
                  <a:lnTo>
                    <a:pt x="1486021" y="4195335"/>
                  </a:lnTo>
                  <a:lnTo>
                    <a:pt x="1486179" y="4195335"/>
                  </a:lnTo>
                  <a:lnTo>
                    <a:pt x="1486337" y="4195335"/>
                  </a:lnTo>
                  <a:lnTo>
                    <a:pt x="1486337" y="4194905"/>
                  </a:lnTo>
                  <a:lnTo>
                    <a:pt x="1486494" y="4194905"/>
                  </a:lnTo>
                  <a:lnTo>
                    <a:pt x="1486494" y="4194474"/>
                  </a:lnTo>
                  <a:lnTo>
                    <a:pt x="1486652" y="4194474"/>
                  </a:lnTo>
                  <a:lnTo>
                    <a:pt x="1486652" y="4194044"/>
                  </a:lnTo>
                  <a:lnTo>
                    <a:pt x="1486810" y="4194044"/>
                  </a:lnTo>
                  <a:lnTo>
                    <a:pt x="1486967" y="4194044"/>
                  </a:lnTo>
                  <a:lnTo>
                    <a:pt x="1486967" y="4193613"/>
                  </a:lnTo>
                  <a:lnTo>
                    <a:pt x="1487125" y="4193613"/>
                  </a:lnTo>
                  <a:lnTo>
                    <a:pt x="1487283" y="4193613"/>
                  </a:lnTo>
                  <a:lnTo>
                    <a:pt x="1487441" y="4193613"/>
                  </a:lnTo>
                  <a:lnTo>
                    <a:pt x="1487598" y="4193613"/>
                  </a:lnTo>
                  <a:lnTo>
                    <a:pt x="1487598" y="4193182"/>
                  </a:lnTo>
                  <a:lnTo>
                    <a:pt x="1487598" y="4192752"/>
                  </a:lnTo>
                  <a:lnTo>
                    <a:pt x="1487598" y="4192321"/>
                  </a:lnTo>
                  <a:lnTo>
                    <a:pt x="1487756" y="4192321"/>
                  </a:lnTo>
                  <a:lnTo>
                    <a:pt x="1487914" y="4192321"/>
                  </a:lnTo>
                  <a:lnTo>
                    <a:pt x="1488071" y="4192321"/>
                  </a:lnTo>
                  <a:lnTo>
                    <a:pt x="1488229" y="4192321"/>
                  </a:lnTo>
                  <a:lnTo>
                    <a:pt x="1488229" y="4191891"/>
                  </a:lnTo>
                  <a:lnTo>
                    <a:pt x="1488229" y="4191460"/>
                  </a:lnTo>
                  <a:lnTo>
                    <a:pt x="1488387" y="4191460"/>
                  </a:lnTo>
                  <a:lnTo>
                    <a:pt x="1488387" y="4191029"/>
                  </a:lnTo>
                  <a:lnTo>
                    <a:pt x="1488545" y="4191029"/>
                  </a:lnTo>
                  <a:lnTo>
                    <a:pt x="1488702" y="4191029"/>
                  </a:lnTo>
                  <a:lnTo>
                    <a:pt x="1488702" y="4190599"/>
                  </a:lnTo>
                  <a:lnTo>
                    <a:pt x="1488860" y="4190599"/>
                  </a:lnTo>
                  <a:lnTo>
                    <a:pt x="1488860" y="4190168"/>
                  </a:lnTo>
                  <a:lnTo>
                    <a:pt x="1489018" y="4190168"/>
                  </a:lnTo>
                  <a:lnTo>
                    <a:pt x="1489175" y="4190168"/>
                  </a:lnTo>
                  <a:lnTo>
                    <a:pt x="1489333" y="4190168"/>
                  </a:lnTo>
                  <a:lnTo>
                    <a:pt x="1489491" y="4190168"/>
                  </a:lnTo>
                  <a:lnTo>
                    <a:pt x="1489649" y="4190168"/>
                  </a:lnTo>
                  <a:lnTo>
                    <a:pt x="1489649" y="4189738"/>
                  </a:lnTo>
                  <a:lnTo>
                    <a:pt x="1489806" y="4189738"/>
                  </a:lnTo>
                  <a:lnTo>
                    <a:pt x="1489964" y="4189738"/>
                  </a:lnTo>
                  <a:lnTo>
                    <a:pt x="1490122" y="4189738"/>
                  </a:lnTo>
                  <a:lnTo>
                    <a:pt x="1490280" y="4189738"/>
                  </a:lnTo>
                  <a:lnTo>
                    <a:pt x="1490280" y="4189307"/>
                  </a:lnTo>
                  <a:lnTo>
                    <a:pt x="1490437" y="4189307"/>
                  </a:lnTo>
                  <a:lnTo>
                    <a:pt x="1490595" y="4189307"/>
                  </a:lnTo>
                  <a:lnTo>
                    <a:pt x="1490595" y="4188876"/>
                  </a:lnTo>
                  <a:lnTo>
                    <a:pt x="1490753" y="4188876"/>
                  </a:lnTo>
                  <a:lnTo>
                    <a:pt x="1490753" y="4188446"/>
                  </a:lnTo>
                  <a:lnTo>
                    <a:pt x="1490910" y="4188446"/>
                  </a:lnTo>
                  <a:lnTo>
                    <a:pt x="1490910" y="4188015"/>
                  </a:lnTo>
                  <a:lnTo>
                    <a:pt x="1491068" y="4188015"/>
                  </a:lnTo>
                  <a:lnTo>
                    <a:pt x="1491068" y="4187585"/>
                  </a:lnTo>
                  <a:lnTo>
                    <a:pt x="1491068" y="4187154"/>
                  </a:lnTo>
                  <a:lnTo>
                    <a:pt x="1491226" y="4187154"/>
                  </a:lnTo>
                  <a:lnTo>
                    <a:pt x="1491226" y="4186723"/>
                  </a:lnTo>
                  <a:lnTo>
                    <a:pt x="1491226" y="4186293"/>
                  </a:lnTo>
                  <a:lnTo>
                    <a:pt x="1491384" y="4186293"/>
                  </a:lnTo>
                  <a:lnTo>
                    <a:pt x="1491541" y="4186293"/>
                  </a:lnTo>
                  <a:lnTo>
                    <a:pt x="1491699" y="4186293"/>
                  </a:lnTo>
                  <a:lnTo>
                    <a:pt x="1491857" y="4186293"/>
                  </a:lnTo>
                  <a:lnTo>
                    <a:pt x="1492014" y="4186293"/>
                  </a:lnTo>
                  <a:lnTo>
                    <a:pt x="1492172" y="4186293"/>
                  </a:lnTo>
                  <a:lnTo>
                    <a:pt x="1492172" y="4185862"/>
                  </a:lnTo>
                  <a:lnTo>
                    <a:pt x="1492330" y="4185862"/>
                  </a:lnTo>
                  <a:lnTo>
                    <a:pt x="1492488" y="4185862"/>
                  </a:lnTo>
                  <a:lnTo>
                    <a:pt x="1492488" y="4185432"/>
                  </a:lnTo>
                  <a:lnTo>
                    <a:pt x="1492645" y="4185432"/>
                  </a:lnTo>
                  <a:lnTo>
                    <a:pt x="1492803" y="4185432"/>
                  </a:lnTo>
                  <a:lnTo>
                    <a:pt x="1492961" y="4185432"/>
                  </a:lnTo>
                  <a:lnTo>
                    <a:pt x="1493118" y="4185432"/>
                  </a:lnTo>
                  <a:lnTo>
                    <a:pt x="1493276" y="4185432"/>
                  </a:lnTo>
                  <a:lnTo>
                    <a:pt x="1493434" y="4185432"/>
                  </a:lnTo>
                  <a:lnTo>
                    <a:pt x="1493592" y="4185432"/>
                  </a:lnTo>
                  <a:lnTo>
                    <a:pt x="1493592" y="4185001"/>
                  </a:lnTo>
                  <a:lnTo>
                    <a:pt x="1493749" y="4185001"/>
                  </a:lnTo>
                  <a:lnTo>
                    <a:pt x="1493907" y="4185001"/>
                  </a:lnTo>
                  <a:lnTo>
                    <a:pt x="1494065" y="4185001"/>
                  </a:lnTo>
                  <a:lnTo>
                    <a:pt x="1494222" y="4185001"/>
                  </a:lnTo>
                  <a:lnTo>
                    <a:pt x="1494222" y="4184570"/>
                  </a:lnTo>
                  <a:lnTo>
                    <a:pt x="1494222" y="4184140"/>
                  </a:lnTo>
                  <a:lnTo>
                    <a:pt x="1494222" y="4183709"/>
                  </a:lnTo>
                  <a:lnTo>
                    <a:pt x="1494380" y="4183709"/>
                  </a:lnTo>
                  <a:lnTo>
                    <a:pt x="1494380" y="4183279"/>
                  </a:lnTo>
                  <a:lnTo>
                    <a:pt x="1494538" y="4183279"/>
                  </a:lnTo>
                  <a:lnTo>
                    <a:pt x="1494696" y="4183279"/>
                  </a:lnTo>
                  <a:lnTo>
                    <a:pt x="1494696" y="4182848"/>
                  </a:lnTo>
                  <a:lnTo>
                    <a:pt x="1494696" y="4182417"/>
                  </a:lnTo>
                  <a:lnTo>
                    <a:pt x="1494853" y="4182417"/>
                  </a:lnTo>
                  <a:lnTo>
                    <a:pt x="1495011" y="4182417"/>
                  </a:lnTo>
                  <a:lnTo>
                    <a:pt x="1495169" y="4182417"/>
                  </a:lnTo>
                  <a:lnTo>
                    <a:pt x="1495326" y="4182417"/>
                  </a:lnTo>
                  <a:lnTo>
                    <a:pt x="1495484" y="4182417"/>
                  </a:lnTo>
                  <a:lnTo>
                    <a:pt x="1495642" y="4182417"/>
                  </a:lnTo>
                  <a:lnTo>
                    <a:pt x="1495800" y="4182417"/>
                  </a:lnTo>
                  <a:lnTo>
                    <a:pt x="1495957" y="4182417"/>
                  </a:lnTo>
                  <a:lnTo>
                    <a:pt x="1496115" y="4182417"/>
                  </a:lnTo>
                  <a:lnTo>
                    <a:pt x="1496115" y="4181987"/>
                  </a:lnTo>
                  <a:lnTo>
                    <a:pt x="1496115" y="4181556"/>
                  </a:lnTo>
                  <a:lnTo>
                    <a:pt x="1496273" y="4181556"/>
                  </a:lnTo>
                  <a:lnTo>
                    <a:pt x="1496431" y="4181556"/>
                  </a:lnTo>
                  <a:lnTo>
                    <a:pt x="1496588" y="4181556"/>
                  </a:lnTo>
                  <a:lnTo>
                    <a:pt x="1496746" y="4181556"/>
                  </a:lnTo>
                  <a:lnTo>
                    <a:pt x="1496746" y="4181126"/>
                  </a:lnTo>
                  <a:lnTo>
                    <a:pt x="1496746" y="4180695"/>
                  </a:lnTo>
                  <a:lnTo>
                    <a:pt x="1496746" y="4180264"/>
                  </a:lnTo>
                  <a:lnTo>
                    <a:pt x="1496904" y="4180264"/>
                  </a:lnTo>
                  <a:lnTo>
                    <a:pt x="1497061" y="4180264"/>
                  </a:lnTo>
                  <a:lnTo>
                    <a:pt x="1497219" y="4180264"/>
                  </a:lnTo>
                  <a:lnTo>
                    <a:pt x="1497219" y="4179834"/>
                  </a:lnTo>
                  <a:lnTo>
                    <a:pt x="1497377" y="4179834"/>
                  </a:lnTo>
                  <a:lnTo>
                    <a:pt x="1497377" y="4179403"/>
                  </a:lnTo>
                  <a:lnTo>
                    <a:pt x="1497377" y="4178973"/>
                  </a:lnTo>
                  <a:lnTo>
                    <a:pt x="1497535" y="4178973"/>
                  </a:lnTo>
                  <a:lnTo>
                    <a:pt x="1497692" y="4178973"/>
                  </a:lnTo>
                  <a:lnTo>
                    <a:pt x="1497850" y="4178973"/>
                  </a:lnTo>
                  <a:lnTo>
                    <a:pt x="1497850" y="4178542"/>
                  </a:lnTo>
                  <a:lnTo>
                    <a:pt x="1498008" y="4178542"/>
                  </a:lnTo>
                  <a:lnTo>
                    <a:pt x="1498165" y="4178542"/>
                  </a:lnTo>
                  <a:lnTo>
                    <a:pt x="1498323" y="4178542"/>
                  </a:lnTo>
                  <a:lnTo>
                    <a:pt x="1498481" y="4178542"/>
                  </a:lnTo>
                  <a:lnTo>
                    <a:pt x="1498639" y="4178542"/>
                  </a:lnTo>
                  <a:lnTo>
                    <a:pt x="1498796" y="4178542"/>
                  </a:lnTo>
                  <a:lnTo>
                    <a:pt x="1498954" y="4178542"/>
                  </a:lnTo>
                  <a:lnTo>
                    <a:pt x="1499112" y="4178542"/>
                  </a:lnTo>
                  <a:lnTo>
                    <a:pt x="1499269" y="4178542"/>
                  </a:lnTo>
                  <a:lnTo>
                    <a:pt x="1499427" y="4178542"/>
                  </a:lnTo>
                  <a:lnTo>
                    <a:pt x="1499427" y="4178111"/>
                  </a:lnTo>
                  <a:lnTo>
                    <a:pt x="1499427" y="4177681"/>
                  </a:lnTo>
                  <a:lnTo>
                    <a:pt x="1499585" y="4177681"/>
                  </a:lnTo>
                  <a:lnTo>
                    <a:pt x="1499585" y="4177250"/>
                  </a:lnTo>
                  <a:lnTo>
                    <a:pt x="1499585" y="4176820"/>
                  </a:lnTo>
                  <a:lnTo>
                    <a:pt x="1499585" y="4176389"/>
                  </a:lnTo>
                  <a:lnTo>
                    <a:pt x="1499743" y="4176389"/>
                  </a:lnTo>
                  <a:lnTo>
                    <a:pt x="1499743" y="4175958"/>
                  </a:lnTo>
                  <a:lnTo>
                    <a:pt x="1499900" y="4175958"/>
                  </a:lnTo>
                  <a:lnTo>
                    <a:pt x="1500058" y="4175958"/>
                  </a:lnTo>
                  <a:lnTo>
                    <a:pt x="1500216" y="4175958"/>
                  </a:lnTo>
                  <a:lnTo>
                    <a:pt x="1500373" y="4175958"/>
                  </a:lnTo>
                  <a:lnTo>
                    <a:pt x="1500531" y="4175958"/>
                  </a:lnTo>
                  <a:lnTo>
                    <a:pt x="1500689" y="4175958"/>
                  </a:lnTo>
                  <a:lnTo>
                    <a:pt x="1500689" y="4175528"/>
                  </a:lnTo>
                  <a:lnTo>
                    <a:pt x="1500847" y="4175528"/>
                  </a:lnTo>
                  <a:lnTo>
                    <a:pt x="1500847" y="4175097"/>
                  </a:lnTo>
                  <a:lnTo>
                    <a:pt x="1501004" y="4175097"/>
                  </a:lnTo>
                  <a:lnTo>
                    <a:pt x="1501004" y="4174667"/>
                  </a:lnTo>
                  <a:lnTo>
                    <a:pt x="1501162" y="4174667"/>
                  </a:lnTo>
                  <a:lnTo>
                    <a:pt x="1501320" y="4174667"/>
                  </a:lnTo>
                  <a:lnTo>
                    <a:pt x="1501478" y="4174667"/>
                  </a:lnTo>
                  <a:lnTo>
                    <a:pt x="1501635" y="4174667"/>
                  </a:lnTo>
                  <a:lnTo>
                    <a:pt x="1501793" y="4174667"/>
                  </a:lnTo>
                  <a:lnTo>
                    <a:pt x="1501951" y="4174667"/>
                  </a:lnTo>
                  <a:lnTo>
                    <a:pt x="1502108" y="4174667"/>
                  </a:lnTo>
                  <a:lnTo>
                    <a:pt x="1502266" y="4174667"/>
                  </a:lnTo>
                  <a:lnTo>
                    <a:pt x="1502424" y="4174667"/>
                  </a:lnTo>
                  <a:lnTo>
                    <a:pt x="1502424" y="4174236"/>
                  </a:lnTo>
                  <a:lnTo>
                    <a:pt x="1502582" y="4174236"/>
                  </a:lnTo>
                  <a:lnTo>
                    <a:pt x="1502739" y="4174236"/>
                  </a:lnTo>
                  <a:lnTo>
                    <a:pt x="1502897" y="4174236"/>
                  </a:lnTo>
                  <a:lnTo>
                    <a:pt x="1502897" y="4173805"/>
                  </a:lnTo>
                  <a:lnTo>
                    <a:pt x="1503055" y="4173805"/>
                  </a:lnTo>
                  <a:lnTo>
                    <a:pt x="1503212" y="4173805"/>
                  </a:lnTo>
                  <a:lnTo>
                    <a:pt x="1503370" y="4173805"/>
                  </a:lnTo>
                  <a:lnTo>
                    <a:pt x="1503528" y="4173805"/>
                  </a:lnTo>
                  <a:lnTo>
                    <a:pt x="1503528" y="4173375"/>
                  </a:lnTo>
                  <a:lnTo>
                    <a:pt x="1503686" y="4173375"/>
                  </a:lnTo>
                  <a:lnTo>
                    <a:pt x="1503843" y="4173375"/>
                  </a:lnTo>
                  <a:lnTo>
                    <a:pt x="1504001" y="4173375"/>
                  </a:lnTo>
                  <a:lnTo>
                    <a:pt x="1504159" y="4173375"/>
                  </a:lnTo>
                  <a:lnTo>
                    <a:pt x="1504159" y="4172944"/>
                  </a:lnTo>
                  <a:lnTo>
                    <a:pt x="1504316" y="4172944"/>
                  </a:lnTo>
                  <a:lnTo>
                    <a:pt x="1504474" y="4172944"/>
                  </a:lnTo>
                  <a:lnTo>
                    <a:pt x="1504632" y="4172944"/>
                  </a:lnTo>
                  <a:lnTo>
                    <a:pt x="1504790" y="4172944"/>
                  </a:lnTo>
                  <a:lnTo>
                    <a:pt x="1504947" y="4172944"/>
                  </a:lnTo>
                  <a:lnTo>
                    <a:pt x="1504947" y="4172514"/>
                  </a:lnTo>
                  <a:lnTo>
                    <a:pt x="1505105" y="4172514"/>
                  </a:lnTo>
                  <a:lnTo>
                    <a:pt x="1505105" y="4172083"/>
                  </a:lnTo>
                  <a:lnTo>
                    <a:pt x="1505263" y="4172083"/>
                  </a:lnTo>
                  <a:lnTo>
                    <a:pt x="1505420" y="4172083"/>
                  </a:lnTo>
                  <a:lnTo>
                    <a:pt x="1505578" y="4172083"/>
                  </a:lnTo>
                  <a:lnTo>
                    <a:pt x="1505578" y="4171652"/>
                  </a:lnTo>
                  <a:lnTo>
                    <a:pt x="1505736" y="4171652"/>
                  </a:lnTo>
                  <a:lnTo>
                    <a:pt x="1505894" y="4171652"/>
                  </a:lnTo>
                  <a:lnTo>
                    <a:pt x="1506051" y="4171652"/>
                  </a:lnTo>
                  <a:lnTo>
                    <a:pt x="1506209" y="4171652"/>
                  </a:lnTo>
                  <a:lnTo>
                    <a:pt x="1506367" y="4171652"/>
                  </a:lnTo>
                  <a:lnTo>
                    <a:pt x="1506367" y="4171222"/>
                  </a:lnTo>
                  <a:lnTo>
                    <a:pt x="1506524" y="4171222"/>
                  </a:lnTo>
                  <a:lnTo>
                    <a:pt x="1506682" y="4171222"/>
                  </a:lnTo>
                  <a:lnTo>
                    <a:pt x="1506840" y="4171222"/>
                  </a:lnTo>
                  <a:lnTo>
                    <a:pt x="1506998" y="4171222"/>
                  </a:lnTo>
                  <a:lnTo>
                    <a:pt x="1506998" y="4170791"/>
                  </a:lnTo>
                  <a:lnTo>
                    <a:pt x="1507155" y="4170791"/>
                  </a:lnTo>
                  <a:lnTo>
                    <a:pt x="1507313" y="4170791"/>
                  </a:lnTo>
                  <a:lnTo>
                    <a:pt x="1507313" y="4170361"/>
                  </a:lnTo>
                  <a:lnTo>
                    <a:pt x="1507313" y="4169930"/>
                  </a:lnTo>
                  <a:lnTo>
                    <a:pt x="1507313" y="4169499"/>
                  </a:lnTo>
                  <a:lnTo>
                    <a:pt x="1507471" y="4169499"/>
                  </a:lnTo>
                  <a:lnTo>
                    <a:pt x="1507471" y="4169069"/>
                  </a:lnTo>
                  <a:lnTo>
                    <a:pt x="1507471" y="4168638"/>
                  </a:lnTo>
                  <a:lnTo>
                    <a:pt x="1507471" y="4168208"/>
                  </a:lnTo>
                  <a:lnTo>
                    <a:pt x="1507629" y="4168208"/>
                  </a:lnTo>
                  <a:lnTo>
                    <a:pt x="1507629" y="4167777"/>
                  </a:lnTo>
                  <a:lnTo>
                    <a:pt x="1507786" y="4167777"/>
                  </a:lnTo>
                  <a:lnTo>
                    <a:pt x="1507944" y="4167777"/>
                  </a:lnTo>
                  <a:lnTo>
                    <a:pt x="1507944" y="4167346"/>
                  </a:lnTo>
                  <a:lnTo>
                    <a:pt x="1507944" y="4166916"/>
                  </a:lnTo>
                  <a:lnTo>
                    <a:pt x="1508102" y="4166916"/>
                  </a:lnTo>
                  <a:lnTo>
                    <a:pt x="1508102" y="4166485"/>
                  </a:lnTo>
                  <a:lnTo>
                    <a:pt x="1508259" y="4166485"/>
                  </a:lnTo>
                  <a:lnTo>
                    <a:pt x="1508259" y="4166055"/>
                  </a:lnTo>
                  <a:lnTo>
                    <a:pt x="1508259" y="4165624"/>
                  </a:lnTo>
                  <a:lnTo>
                    <a:pt x="1508417" y="4165624"/>
                  </a:lnTo>
                  <a:lnTo>
                    <a:pt x="1508417" y="4165193"/>
                  </a:lnTo>
                  <a:lnTo>
                    <a:pt x="1508417" y="4164763"/>
                  </a:lnTo>
                  <a:lnTo>
                    <a:pt x="1508575" y="4164763"/>
                  </a:lnTo>
                  <a:lnTo>
                    <a:pt x="1508733" y="4164763"/>
                  </a:lnTo>
                  <a:lnTo>
                    <a:pt x="1508890" y="4164763"/>
                  </a:lnTo>
                  <a:lnTo>
                    <a:pt x="1509048" y="4164763"/>
                  </a:lnTo>
                  <a:lnTo>
                    <a:pt x="1509048" y="4164332"/>
                  </a:lnTo>
                  <a:lnTo>
                    <a:pt x="1509206" y="4164332"/>
                  </a:lnTo>
                  <a:lnTo>
                    <a:pt x="1509206" y="4163902"/>
                  </a:lnTo>
                  <a:lnTo>
                    <a:pt x="1509363" y="4163902"/>
                  </a:lnTo>
                  <a:lnTo>
                    <a:pt x="1509521" y="4163902"/>
                  </a:lnTo>
                  <a:lnTo>
                    <a:pt x="1509521" y="4163471"/>
                  </a:lnTo>
                  <a:lnTo>
                    <a:pt x="1509679" y="4163471"/>
                  </a:lnTo>
                  <a:lnTo>
                    <a:pt x="1509837" y="4163471"/>
                  </a:lnTo>
                  <a:lnTo>
                    <a:pt x="1509994" y="4163471"/>
                  </a:lnTo>
                  <a:lnTo>
                    <a:pt x="1510152" y="4163471"/>
                  </a:lnTo>
                  <a:lnTo>
                    <a:pt x="1510152" y="4163040"/>
                  </a:lnTo>
                  <a:lnTo>
                    <a:pt x="1510310" y="4163040"/>
                  </a:lnTo>
                  <a:lnTo>
                    <a:pt x="1510467" y="4163040"/>
                  </a:lnTo>
                  <a:lnTo>
                    <a:pt x="1510625" y="4163040"/>
                  </a:lnTo>
                  <a:lnTo>
                    <a:pt x="1510783" y="4163040"/>
                  </a:lnTo>
                  <a:lnTo>
                    <a:pt x="1510783" y="4162610"/>
                  </a:lnTo>
                  <a:lnTo>
                    <a:pt x="1510941" y="4162610"/>
                  </a:lnTo>
                  <a:lnTo>
                    <a:pt x="1510941" y="4162179"/>
                  </a:lnTo>
                  <a:lnTo>
                    <a:pt x="1510941" y="4161749"/>
                  </a:lnTo>
                  <a:lnTo>
                    <a:pt x="1510941" y="4161318"/>
                  </a:lnTo>
                  <a:lnTo>
                    <a:pt x="1511098" y="4161318"/>
                  </a:lnTo>
                  <a:lnTo>
                    <a:pt x="1511098" y="4160887"/>
                  </a:lnTo>
                  <a:lnTo>
                    <a:pt x="1511256" y="4160887"/>
                  </a:lnTo>
                  <a:lnTo>
                    <a:pt x="1511256" y="4160457"/>
                  </a:lnTo>
                  <a:lnTo>
                    <a:pt x="1511414" y="4160457"/>
                  </a:lnTo>
                  <a:lnTo>
                    <a:pt x="1511414" y="4160026"/>
                  </a:lnTo>
                  <a:lnTo>
                    <a:pt x="1511571" y="4160026"/>
                  </a:lnTo>
                  <a:lnTo>
                    <a:pt x="1511729" y="4160026"/>
                  </a:lnTo>
                  <a:lnTo>
                    <a:pt x="1511729" y="4159596"/>
                  </a:lnTo>
                  <a:lnTo>
                    <a:pt x="1511729" y="4159165"/>
                  </a:lnTo>
                  <a:lnTo>
                    <a:pt x="1511887" y="4159165"/>
                  </a:lnTo>
                  <a:lnTo>
                    <a:pt x="1512045" y="4159165"/>
                  </a:lnTo>
                  <a:lnTo>
                    <a:pt x="1512202" y="4159165"/>
                  </a:lnTo>
                  <a:lnTo>
                    <a:pt x="1512202" y="4158734"/>
                  </a:lnTo>
                  <a:lnTo>
                    <a:pt x="1512360" y="4158734"/>
                  </a:lnTo>
                  <a:lnTo>
                    <a:pt x="1512360" y="4158304"/>
                  </a:lnTo>
                  <a:lnTo>
                    <a:pt x="1512518" y="4158304"/>
                  </a:lnTo>
                  <a:lnTo>
                    <a:pt x="1512518" y="4157873"/>
                  </a:lnTo>
                  <a:lnTo>
                    <a:pt x="1512518" y="4157443"/>
                  </a:lnTo>
                  <a:lnTo>
                    <a:pt x="1512676" y="4157443"/>
                  </a:lnTo>
                  <a:lnTo>
                    <a:pt x="1512833" y="4157443"/>
                  </a:lnTo>
                  <a:lnTo>
                    <a:pt x="1512833" y="4157012"/>
                  </a:lnTo>
                  <a:lnTo>
                    <a:pt x="1512833" y="4156581"/>
                  </a:lnTo>
                  <a:lnTo>
                    <a:pt x="1512833" y="4156151"/>
                  </a:lnTo>
                  <a:lnTo>
                    <a:pt x="1512833" y="4155720"/>
                  </a:lnTo>
                  <a:lnTo>
                    <a:pt x="1512833" y="4155290"/>
                  </a:lnTo>
                  <a:lnTo>
                    <a:pt x="1512833" y="4154859"/>
                  </a:lnTo>
                  <a:lnTo>
                    <a:pt x="1512833" y="4154428"/>
                  </a:lnTo>
                  <a:lnTo>
                    <a:pt x="1512991" y="4154428"/>
                  </a:lnTo>
                  <a:lnTo>
                    <a:pt x="1513149" y="4154428"/>
                  </a:lnTo>
                  <a:lnTo>
                    <a:pt x="1513149" y="4153998"/>
                  </a:lnTo>
                  <a:lnTo>
                    <a:pt x="1513306" y="4153998"/>
                  </a:lnTo>
                  <a:lnTo>
                    <a:pt x="1513306" y="4153567"/>
                  </a:lnTo>
                  <a:lnTo>
                    <a:pt x="1513464" y="4153567"/>
                  </a:lnTo>
                  <a:lnTo>
                    <a:pt x="1513622" y="4153567"/>
                  </a:lnTo>
                  <a:lnTo>
                    <a:pt x="1513622" y="4153137"/>
                  </a:lnTo>
                  <a:lnTo>
                    <a:pt x="1513780" y="4153137"/>
                  </a:lnTo>
                  <a:lnTo>
                    <a:pt x="1513937" y="4153137"/>
                  </a:lnTo>
                  <a:lnTo>
                    <a:pt x="1513937" y="4152706"/>
                  </a:lnTo>
                  <a:lnTo>
                    <a:pt x="1514095" y="4152706"/>
                  </a:lnTo>
                  <a:lnTo>
                    <a:pt x="1514253" y="4152706"/>
                  </a:lnTo>
                  <a:lnTo>
                    <a:pt x="1514410" y="4152706"/>
                  </a:lnTo>
                  <a:lnTo>
                    <a:pt x="1514568" y="4152706"/>
                  </a:lnTo>
                  <a:lnTo>
                    <a:pt x="1514726" y="4152706"/>
                  </a:lnTo>
                  <a:lnTo>
                    <a:pt x="1514884" y="4152706"/>
                  </a:lnTo>
                  <a:lnTo>
                    <a:pt x="1514884" y="4152275"/>
                  </a:lnTo>
                  <a:lnTo>
                    <a:pt x="1515041" y="4152275"/>
                  </a:lnTo>
                  <a:lnTo>
                    <a:pt x="1515199" y="4152275"/>
                  </a:lnTo>
                  <a:lnTo>
                    <a:pt x="1515357" y="4152275"/>
                  </a:lnTo>
                  <a:lnTo>
                    <a:pt x="1515357" y="4151845"/>
                  </a:lnTo>
                  <a:lnTo>
                    <a:pt x="1515357" y="4151414"/>
                  </a:lnTo>
                  <a:lnTo>
                    <a:pt x="1515514" y="4151414"/>
                  </a:lnTo>
                  <a:lnTo>
                    <a:pt x="1515672" y="4151414"/>
                  </a:lnTo>
                  <a:lnTo>
                    <a:pt x="1515672" y="4150984"/>
                  </a:lnTo>
                  <a:lnTo>
                    <a:pt x="1515830" y="4150984"/>
                  </a:lnTo>
                  <a:lnTo>
                    <a:pt x="1515830" y="4150553"/>
                  </a:lnTo>
                  <a:lnTo>
                    <a:pt x="1515988" y="4150553"/>
                  </a:lnTo>
                  <a:lnTo>
                    <a:pt x="1515988" y="4150122"/>
                  </a:lnTo>
                  <a:lnTo>
                    <a:pt x="1516145" y="4150122"/>
                  </a:lnTo>
                  <a:lnTo>
                    <a:pt x="1516303" y="4150122"/>
                  </a:lnTo>
                  <a:lnTo>
                    <a:pt x="1516461" y="4150122"/>
                  </a:lnTo>
                  <a:lnTo>
                    <a:pt x="1516461" y="4149692"/>
                  </a:lnTo>
                  <a:lnTo>
                    <a:pt x="1516618" y="4149692"/>
                  </a:lnTo>
                  <a:lnTo>
                    <a:pt x="1516776" y="4149692"/>
                  </a:lnTo>
                  <a:lnTo>
                    <a:pt x="1516776" y="4149261"/>
                  </a:lnTo>
                  <a:lnTo>
                    <a:pt x="1516934" y="4149261"/>
                  </a:lnTo>
                  <a:lnTo>
                    <a:pt x="1517092" y="4149261"/>
                  </a:lnTo>
                  <a:lnTo>
                    <a:pt x="1517249" y="4149261"/>
                  </a:lnTo>
                  <a:lnTo>
                    <a:pt x="1517407" y="4149261"/>
                  </a:lnTo>
                  <a:lnTo>
                    <a:pt x="1517407" y="4148831"/>
                  </a:lnTo>
                  <a:lnTo>
                    <a:pt x="1517565" y="4148831"/>
                  </a:lnTo>
                  <a:lnTo>
                    <a:pt x="1517722" y="4148831"/>
                  </a:lnTo>
                  <a:lnTo>
                    <a:pt x="1517880" y="4148831"/>
                  </a:lnTo>
                  <a:lnTo>
                    <a:pt x="1517880" y="4148400"/>
                  </a:lnTo>
                  <a:lnTo>
                    <a:pt x="1518038" y="4148400"/>
                  </a:lnTo>
                  <a:lnTo>
                    <a:pt x="1518196" y="4148400"/>
                  </a:lnTo>
                  <a:lnTo>
                    <a:pt x="1518353" y="4148400"/>
                  </a:lnTo>
                  <a:lnTo>
                    <a:pt x="1518353" y="4147969"/>
                  </a:lnTo>
                  <a:lnTo>
                    <a:pt x="1518511" y="4147969"/>
                  </a:lnTo>
                  <a:lnTo>
                    <a:pt x="1518511" y="4147539"/>
                  </a:lnTo>
                  <a:lnTo>
                    <a:pt x="1518669" y="4147539"/>
                  </a:lnTo>
                  <a:lnTo>
                    <a:pt x="1518827" y="4147539"/>
                  </a:lnTo>
                  <a:lnTo>
                    <a:pt x="1518984" y="4147539"/>
                  </a:lnTo>
                  <a:lnTo>
                    <a:pt x="1519142" y="4147539"/>
                  </a:lnTo>
                  <a:lnTo>
                    <a:pt x="1519142" y="4147108"/>
                  </a:lnTo>
                  <a:lnTo>
                    <a:pt x="1519300" y="4147108"/>
                  </a:lnTo>
                  <a:lnTo>
                    <a:pt x="1519300" y="4146678"/>
                  </a:lnTo>
                  <a:lnTo>
                    <a:pt x="1519457" y="4146678"/>
                  </a:lnTo>
                  <a:lnTo>
                    <a:pt x="1519615" y="4146678"/>
                  </a:lnTo>
                  <a:lnTo>
                    <a:pt x="1519615" y="4146247"/>
                  </a:lnTo>
                  <a:lnTo>
                    <a:pt x="1519773" y="4146247"/>
                  </a:lnTo>
                  <a:lnTo>
                    <a:pt x="1519773" y="4145816"/>
                  </a:lnTo>
                  <a:lnTo>
                    <a:pt x="1519931" y="4145816"/>
                  </a:lnTo>
                  <a:lnTo>
                    <a:pt x="1520088" y="4145816"/>
                  </a:lnTo>
                  <a:lnTo>
                    <a:pt x="1520246" y="4145816"/>
                  </a:lnTo>
                  <a:lnTo>
                    <a:pt x="1520404" y="4145816"/>
                  </a:lnTo>
                  <a:lnTo>
                    <a:pt x="1520404" y="4145386"/>
                  </a:lnTo>
                  <a:lnTo>
                    <a:pt x="1520404" y="4144955"/>
                  </a:lnTo>
                  <a:lnTo>
                    <a:pt x="1520404" y="4144525"/>
                  </a:lnTo>
                  <a:lnTo>
                    <a:pt x="1520404" y="4144094"/>
                  </a:lnTo>
                  <a:lnTo>
                    <a:pt x="1520404" y="4143663"/>
                  </a:lnTo>
                  <a:lnTo>
                    <a:pt x="1520561" y="4143663"/>
                  </a:lnTo>
                  <a:lnTo>
                    <a:pt x="1520561" y="4143233"/>
                  </a:lnTo>
                  <a:lnTo>
                    <a:pt x="1520561" y="4142802"/>
                  </a:lnTo>
                  <a:lnTo>
                    <a:pt x="1520561" y="4142372"/>
                  </a:lnTo>
                  <a:lnTo>
                    <a:pt x="1520719" y="4142372"/>
                  </a:lnTo>
                  <a:lnTo>
                    <a:pt x="1520877" y="4142372"/>
                  </a:lnTo>
                  <a:lnTo>
                    <a:pt x="1520877" y="4141941"/>
                  </a:lnTo>
                  <a:lnTo>
                    <a:pt x="1521035" y="4141941"/>
                  </a:lnTo>
                  <a:lnTo>
                    <a:pt x="1521035" y="4141510"/>
                  </a:lnTo>
                  <a:lnTo>
                    <a:pt x="1521035" y="4141080"/>
                  </a:lnTo>
                  <a:lnTo>
                    <a:pt x="1521192" y="4141080"/>
                  </a:lnTo>
                  <a:lnTo>
                    <a:pt x="1521192" y="4140649"/>
                  </a:lnTo>
                  <a:lnTo>
                    <a:pt x="1521350" y="4140649"/>
                  </a:lnTo>
                  <a:lnTo>
                    <a:pt x="1521508" y="4140649"/>
                  </a:lnTo>
                  <a:lnTo>
                    <a:pt x="1521508" y="4140219"/>
                  </a:lnTo>
                  <a:lnTo>
                    <a:pt x="1521665" y="4140219"/>
                  </a:lnTo>
                  <a:lnTo>
                    <a:pt x="1521665" y="4139788"/>
                  </a:lnTo>
                  <a:lnTo>
                    <a:pt x="1521823" y="4139788"/>
                  </a:lnTo>
                  <a:lnTo>
                    <a:pt x="1521823" y="4139357"/>
                  </a:lnTo>
                  <a:lnTo>
                    <a:pt x="1521981" y="4139357"/>
                  </a:lnTo>
                  <a:lnTo>
                    <a:pt x="1522139" y="4139357"/>
                  </a:lnTo>
                  <a:lnTo>
                    <a:pt x="1522296" y="4139357"/>
                  </a:lnTo>
                  <a:lnTo>
                    <a:pt x="1522296" y="4138927"/>
                  </a:lnTo>
                  <a:lnTo>
                    <a:pt x="1522296" y="4138496"/>
                  </a:lnTo>
                  <a:lnTo>
                    <a:pt x="1522454" y="4138496"/>
                  </a:lnTo>
                  <a:lnTo>
                    <a:pt x="1522612" y="4138496"/>
                  </a:lnTo>
                  <a:lnTo>
                    <a:pt x="1522612" y="4138066"/>
                  </a:lnTo>
                  <a:lnTo>
                    <a:pt x="1522769" y="4138066"/>
                  </a:lnTo>
                  <a:lnTo>
                    <a:pt x="1522769" y="4137635"/>
                  </a:lnTo>
                  <a:lnTo>
                    <a:pt x="1522927" y="4137635"/>
                  </a:lnTo>
                  <a:lnTo>
                    <a:pt x="1522927" y="4137204"/>
                  </a:lnTo>
                  <a:lnTo>
                    <a:pt x="1523085" y="4137204"/>
                  </a:lnTo>
                  <a:lnTo>
                    <a:pt x="1523085" y="4136774"/>
                  </a:lnTo>
                  <a:lnTo>
                    <a:pt x="1523243" y="4136774"/>
                  </a:lnTo>
                  <a:lnTo>
                    <a:pt x="1523243" y="4136343"/>
                  </a:lnTo>
                  <a:lnTo>
                    <a:pt x="1523243" y="4135913"/>
                  </a:lnTo>
                  <a:lnTo>
                    <a:pt x="1523400" y="4135913"/>
                  </a:lnTo>
                  <a:lnTo>
                    <a:pt x="1523558" y="4135913"/>
                  </a:lnTo>
                  <a:lnTo>
                    <a:pt x="1523716" y="4135913"/>
                  </a:lnTo>
                  <a:lnTo>
                    <a:pt x="1523874" y="4135913"/>
                  </a:lnTo>
                  <a:lnTo>
                    <a:pt x="1524031" y="4135913"/>
                  </a:lnTo>
                  <a:lnTo>
                    <a:pt x="1524189" y="4135913"/>
                  </a:lnTo>
                  <a:lnTo>
                    <a:pt x="1524347" y="4135913"/>
                  </a:lnTo>
                  <a:lnTo>
                    <a:pt x="1524504" y="4135913"/>
                  </a:lnTo>
                  <a:lnTo>
                    <a:pt x="1524662" y="4135913"/>
                  </a:lnTo>
                  <a:lnTo>
                    <a:pt x="1524820" y="4135913"/>
                  </a:lnTo>
                  <a:lnTo>
                    <a:pt x="1524978" y="4135913"/>
                  </a:lnTo>
                  <a:lnTo>
                    <a:pt x="1525135" y="4135913"/>
                  </a:lnTo>
                  <a:lnTo>
                    <a:pt x="1525135" y="4135482"/>
                  </a:lnTo>
                  <a:lnTo>
                    <a:pt x="1525293" y="4135482"/>
                  </a:lnTo>
                  <a:lnTo>
                    <a:pt x="1525451" y="4135482"/>
                  </a:lnTo>
                  <a:lnTo>
                    <a:pt x="1525608" y="4135482"/>
                  </a:lnTo>
                  <a:lnTo>
                    <a:pt x="1525766" y="4135482"/>
                  </a:lnTo>
                  <a:lnTo>
                    <a:pt x="1525924" y="4135482"/>
                  </a:lnTo>
                  <a:lnTo>
                    <a:pt x="1525924" y="4135051"/>
                  </a:lnTo>
                  <a:lnTo>
                    <a:pt x="1526082" y="4135051"/>
                  </a:lnTo>
                  <a:lnTo>
                    <a:pt x="1526082" y="4134621"/>
                  </a:lnTo>
                  <a:lnTo>
                    <a:pt x="1526239" y="4134621"/>
                  </a:lnTo>
                  <a:lnTo>
                    <a:pt x="1526397" y="4134621"/>
                  </a:lnTo>
                  <a:lnTo>
                    <a:pt x="1526555" y="4134621"/>
                  </a:lnTo>
                  <a:lnTo>
                    <a:pt x="1526555" y="4134190"/>
                  </a:lnTo>
                  <a:lnTo>
                    <a:pt x="1526712" y="4134190"/>
                  </a:lnTo>
                  <a:lnTo>
                    <a:pt x="1526712" y="4133760"/>
                  </a:lnTo>
                  <a:lnTo>
                    <a:pt x="1526870" y="4133760"/>
                  </a:lnTo>
                  <a:lnTo>
                    <a:pt x="1527028" y="4133760"/>
                  </a:lnTo>
                  <a:lnTo>
                    <a:pt x="1527028" y="4133329"/>
                  </a:lnTo>
                  <a:lnTo>
                    <a:pt x="1527186" y="4133329"/>
                  </a:lnTo>
                  <a:lnTo>
                    <a:pt x="1527343" y="4133329"/>
                  </a:lnTo>
                  <a:lnTo>
                    <a:pt x="1527343" y="4132898"/>
                  </a:lnTo>
                  <a:lnTo>
                    <a:pt x="1527501" y="4132898"/>
                  </a:lnTo>
                  <a:lnTo>
                    <a:pt x="1527659" y="4132898"/>
                  </a:lnTo>
                  <a:lnTo>
                    <a:pt x="1527816" y="4132898"/>
                  </a:lnTo>
                  <a:lnTo>
                    <a:pt x="1527816" y="4132468"/>
                  </a:lnTo>
                  <a:lnTo>
                    <a:pt x="1527974" y="4132468"/>
                  </a:lnTo>
                  <a:lnTo>
                    <a:pt x="1528132" y="4132468"/>
                  </a:lnTo>
                  <a:lnTo>
                    <a:pt x="1528132" y="4132037"/>
                  </a:lnTo>
                  <a:lnTo>
                    <a:pt x="1528290" y="4132037"/>
                  </a:lnTo>
                  <a:lnTo>
                    <a:pt x="1528290" y="4131607"/>
                  </a:lnTo>
                  <a:lnTo>
                    <a:pt x="1528290" y="4131176"/>
                  </a:lnTo>
                  <a:lnTo>
                    <a:pt x="1528447" y="4131176"/>
                  </a:lnTo>
                  <a:lnTo>
                    <a:pt x="1528447" y="4130745"/>
                  </a:lnTo>
                  <a:lnTo>
                    <a:pt x="1528605" y="4130745"/>
                  </a:lnTo>
                  <a:lnTo>
                    <a:pt x="1528763" y="4130745"/>
                  </a:lnTo>
                  <a:lnTo>
                    <a:pt x="1528920" y="4130745"/>
                  </a:lnTo>
                  <a:lnTo>
                    <a:pt x="1529078" y="4130745"/>
                  </a:lnTo>
                  <a:lnTo>
                    <a:pt x="1529236" y="4130745"/>
                  </a:lnTo>
                  <a:lnTo>
                    <a:pt x="1529236" y="4130315"/>
                  </a:lnTo>
                  <a:lnTo>
                    <a:pt x="1529236" y="4129884"/>
                  </a:lnTo>
                  <a:lnTo>
                    <a:pt x="1529236" y="4129454"/>
                  </a:lnTo>
                  <a:lnTo>
                    <a:pt x="1529394" y="4129454"/>
                  </a:lnTo>
                  <a:lnTo>
                    <a:pt x="1529551" y="4129454"/>
                  </a:lnTo>
                  <a:lnTo>
                    <a:pt x="1529709" y="4129454"/>
                  </a:lnTo>
                  <a:lnTo>
                    <a:pt x="1529867" y="4129454"/>
                  </a:lnTo>
                  <a:lnTo>
                    <a:pt x="1530025" y="4129454"/>
                  </a:lnTo>
                  <a:lnTo>
                    <a:pt x="1530025" y="4129023"/>
                  </a:lnTo>
                  <a:lnTo>
                    <a:pt x="1530182" y="4129023"/>
                  </a:lnTo>
                  <a:lnTo>
                    <a:pt x="1530340" y="4129023"/>
                  </a:lnTo>
                  <a:lnTo>
                    <a:pt x="1530498" y="4129023"/>
                  </a:lnTo>
                  <a:lnTo>
                    <a:pt x="1530498" y="4128592"/>
                  </a:lnTo>
                  <a:lnTo>
                    <a:pt x="1530655" y="4128592"/>
                  </a:lnTo>
                  <a:lnTo>
                    <a:pt x="1530813" y="4128592"/>
                  </a:lnTo>
                  <a:lnTo>
                    <a:pt x="1530971" y="4128592"/>
                  </a:lnTo>
                  <a:lnTo>
                    <a:pt x="1530971" y="4128162"/>
                  </a:lnTo>
                  <a:lnTo>
                    <a:pt x="1530971" y="4127731"/>
                  </a:lnTo>
                  <a:lnTo>
                    <a:pt x="1530971" y="4127301"/>
                  </a:lnTo>
                  <a:lnTo>
                    <a:pt x="1530971" y="4126870"/>
                  </a:lnTo>
                  <a:lnTo>
                    <a:pt x="1530971" y="4126439"/>
                  </a:lnTo>
                  <a:lnTo>
                    <a:pt x="1531129" y="4126439"/>
                  </a:lnTo>
                  <a:lnTo>
                    <a:pt x="1531286" y="4126439"/>
                  </a:lnTo>
                  <a:lnTo>
                    <a:pt x="1531444" y="4126439"/>
                  </a:lnTo>
                  <a:lnTo>
                    <a:pt x="1531602" y="4126439"/>
                  </a:lnTo>
                  <a:lnTo>
                    <a:pt x="1531602" y="4126009"/>
                  </a:lnTo>
                  <a:lnTo>
                    <a:pt x="1531759" y="4126009"/>
                  </a:lnTo>
                  <a:lnTo>
                    <a:pt x="1531759" y="4125578"/>
                  </a:lnTo>
                  <a:lnTo>
                    <a:pt x="1531759" y="4125148"/>
                  </a:lnTo>
                  <a:lnTo>
                    <a:pt x="1531759" y="4124717"/>
                  </a:lnTo>
                  <a:lnTo>
                    <a:pt x="1531917" y="4124717"/>
                  </a:lnTo>
                  <a:lnTo>
                    <a:pt x="1532075" y="4124717"/>
                  </a:lnTo>
                  <a:lnTo>
                    <a:pt x="1532233" y="4124717"/>
                  </a:lnTo>
                  <a:lnTo>
                    <a:pt x="1532390" y="4124717"/>
                  </a:lnTo>
                  <a:lnTo>
                    <a:pt x="1532548" y="4124717"/>
                  </a:lnTo>
                  <a:lnTo>
                    <a:pt x="1532706" y="4124717"/>
                  </a:lnTo>
                  <a:lnTo>
                    <a:pt x="1532863" y="4124717"/>
                  </a:lnTo>
                  <a:lnTo>
                    <a:pt x="1533021" y="4124717"/>
                  </a:lnTo>
                  <a:lnTo>
                    <a:pt x="1533021" y="4124286"/>
                  </a:lnTo>
                  <a:lnTo>
                    <a:pt x="1533021" y="4123856"/>
                  </a:lnTo>
                  <a:lnTo>
                    <a:pt x="1533179" y="4123856"/>
                  </a:lnTo>
                  <a:lnTo>
                    <a:pt x="1533337" y="4123856"/>
                  </a:lnTo>
                  <a:lnTo>
                    <a:pt x="1533494" y="4123856"/>
                  </a:lnTo>
                  <a:lnTo>
                    <a:pt x="1533652" y="4123856"/>
                  </a:lnTo>
                  <a:lnTo>
                    <a:pt x="1533652" y="4123425"/>
                  </a:lnTo>
                  <a:lnTo>
                    <a:pt x="1533652" y="4122995"/>
                  </a:lnTo>
                  <a:lnTo>
                    <a:pt x="1533810" y="4122995"/>
                  </a:lnTo>
                  <a:lnTo>
                    <a:pt x="1533810" y="4122564"/>
                  </a:lnTo>
                  <a:lnTo>
                    <a:pt x="1533967" y="4122564"/>
                  </a:lnTo>
                  <a:lnTo>
                    <a:pt x="1534125" y="4122564"/>
                  </a:lnTo>
                  <a:lnTo>
                    <a:pt x="1534125" y="4122133"/>
                  </a:lnTo>
                  <a:lnTo>
                    <a:pt x="1534125" y="4121703"/>
                  </a:lnTo>
                  <a:lnTo>
                    <a:pt x="1534283" y="4121703"/>
                  </a:lnTo>
                  <a:lnTo>
                    <a:pt x="1534441" y="4121703"/>
                  </a:lnTo>
                  <a:lnTo>
                    <a:pt x="1534441" y="4121272"/>
                  </a:lnTo>
                  <a:lnTo>
                    <a:pt x="1534441" y="4120842"/>
                  </a:lnTo>
                  <a:lnTo>
                    <a:pt x="1534598" y="4120842"/>
                  </a:lnTo>
                  <a:lnTo>
                    <a:pt x="1534756" y="4120842"/>
                  </a:lnTo>
                  <a:lnTo>
                    <a:pt x="1534914" y="4120842"/>
                  </a:lnTo>
                  <a:lnTo>
                    <a:pt x="1534914" y="4120411"/>
                  </a:lnTo>
                  <a:lnTo>
                    <a:pt x="1534914" y="4119980"/>
                  </a:lnTo>
                  <a:lnTo>
                    <a:pt x="1535072" y="4119980"/>
                  </a:lnTo>
                  <a:lnTo>
                    <a:pt x="1535229" y="4119980"/>
                  </a:lnTo>
                  <a:lnTo>
                    <a:pt x="1535387" y="4119980"/>
                  </a:lnTo>
                  <a:lnTo>
                    <a:pt x="1535387" y="4119550"/>
                  </a:lnTo>
                  <a:lnTo>
                    <a:pt x="1535387" y="4119119"/>
                  </a:lnTo>
                  <a:lnTo>
                    <a:pt x="1535545" y="4119119"/>
                  </a:lnTo>
                  <a:lnTo>
                    <a:pt x="1535545" y="4118689"/>
                  </a:lnTo>
                  <a:lnTo>
                    <a:pt x="1535702" y="4118689"/>
                  </a:lnTo>
                  <a:lnTo>
                    <a:pt x="1535860" y="4118689"/>
                  </a:lnTo>
                  <a:lnTo>
                    <a:pt x="1536018" y="4118689"/>
                  </a:lnTo>
                  <a:lnTo>
                    <a:pt x="1536018" y="4118258"/>
                  </a:lnTo>
                  <a:lnTo>
                    <a:pt x="1536176" y="4118258"/>
                  </a:lnTo>
                  <a:lnTo>
                    <a:pt x="1536333" y="4118258"/>
                  </a:lnTo>
                  <a:lnTo>
                    <a:pt x="1536491" y="4118258"/>
                  </a:lnTo>
                  <a:lnTo>
                    <a:pt x="1536649" y="4118258"/>
                  </a:lnTo>
                  <a:lnTo>
                    <a:pt x="1536649" y="4117827"/>
                  </a:lnTo>
                  <a:lnTo>
                    <a:pt x="1536806" y="4117827"/>
                  </a:lnTo>
                  <a:lnTo>
                    <a:pt x="1536964" y="4117827"/>
                  </a:lnTo>
                  <a:lnTo>
                    <a:pt x="1536964" y="4117397"/>
                  </a:lnTo>
                  <a:lnTo>
                    <a:pt x="1536964" y="4116966"/>
                  </a:lnTo>
                  <a:lnTo>
                    <a:pt x="1537122" y="4116966"/>
                  </a:lnTo>
                  <a:lnTo>
                    <a:pt x="1537122" y="4116536"/>
                  </a:lnTo>
                  <a:lnTo>
                    <a:pt x="1537280" y="4116536"/>
                  </a:lnTo>
                  <a:lnTo>
                    <a:pt x="1537280" y="4116105"/>
                  </a:lnTo>
                  <a:lnTo>
                    <a:pt x="1537437" y="4116105"/>
                  </a:lnTo>
                  <a:lnTo>
                    <a:pt x="1537595" y="4116105"/>
                  </a:lnTo>
                  <a:lnTo>
                    <a:pt x="1537753" y="4116105"/>
                  </a:lnTo>
                  <a:lnTo>
                    <a:pt x="1537910" y="4116105"/>
                  </a:lnTo>
                  <a:lnTo>
                    <a:pt x="1537910" y="4115674"/>
                  </a:lnTo>
                  <a:lnTo>
                    <a:pt x="1537910" y="4115244"/>
                  </a:lnTo>
                  <a:lnTo>
                    <a:pt x="1538068" y="4115244"/>
                  </a:lnTo>
                  <a:lnTo>
                    <a:pt x="1538226" y="4115244"/>
                  </a:lnTo>
                  <a:lnTo>
                    <a:pt x="1538384" y="4115244"/>
                  </a:lnTo>
                  <a:lnTo>
                    <a:pt x="1538384" y="4114813"/>
                  </a:lnTo>
                  <a:lnTo>
                    <a:pt x="1538384" y="4114383"/>
                  </a:lnTo>
                  <a:lnTo>
                    <a:pt x="1538541" y="4114383"/>
                  </a:lnTo>
                  <a:lnTo>
                    <a:pt x="1538699" y="4114383"/>
                  </a:lnTo>
                  <a:lnTo>
                    <a:pt x="1538857" y="4114383"/>
                  </a:lnTo>
                  <a:lnTo>
                    <a:pt x="1538857" y="4113952"/>
                  </a:lnTo>
                  <a:lnTo>
                    <a:pt x="1539014" y="4113952"/>
                  </a:lnTo>
                  <a:lnTo>
                    <a:pt x="1539172" y="4113952"/>
                  </a:lnTo>
                  <a:lnTo>
                    <a:pt x="1539330" y="4113952"/>
                  </a:lnTo>
                  <a:lnTo>
                    <a:pt x="1539330" y="4113521"/>
                  </a:lnTo>
                  <a:lnTo>
                    <a:pt x="1539330" y="4113091"/>
                  </a:lnTo>
                  <a:lnTo>
                    <a:pt x="1539488" y="4113091"/>
                  </a:lnTo>
                  <a:lnTo>
                    <a:pt x="1539488" y="4112660"/>
                  </a:lnTo>
                  <a:lnTo>
                    <a:pt x="1539645" y="4112660"/>
                  </a:lnTo>
                  <a:lnTo>
                    <a:pt x="1539645" y="4112230"/>
                  </a:lnTo>
                  <a:lnTo>
                    <a:pt x="1539803" y="4112230"/>
                  </a:lnTo>
                  <a:lnTo>
                    <a:pt x="1539961" y="4112230"/>
                  </a:lnTo>
                  <a:lnTo>
                    <a:pt x="1539961" y="4111799"/>
                  </a:lnTo>
                  <a:lnTo>
                    <a:pt x="1540118" y="4111799"/>
                  </a:lnTo>
                  <a:lnTo>
                    <a:pt x="1540118" y="4111368"/>
                  </a:lnTo>
                  <a:lnTo>
                    <a:pt x="1540276" y="4111368"/>
                  </a:lnTo>
                  <a:lnTo>
                    <a:pt x="1540434" y="4111368"/>
                  </a:lnTo>
                  <a:lnTo>
                    <a:pt x="1540434" y="4110938"/>
                  </a:lnTo>
                  <a:lnTo>
                    <a:pt x="1540592" y="4110938"/>
                  </a:lnTo>
                  <a:lnTo>
                    <a:pt x="1540749" y="4110938"/>
                  </a:lnTo>
                  <a:lnTo>
                    <a:pt x="1540907" y="4110938"/>
                  </a:lnTo>
                  <a:lnTo>
                    <a:pt x="1540907" y="4110507"/>
                  </a:lnTo>
                  <a:lnTo>
                    <a:pt x="1541065" y="4110507"/>
                  </a:lnTo>
                  <a:lnTo>
                    <a:pt x="1541223" y="4110507"/>
                  </a:lnTo>
                  <a:lnTo>
                    <a:pt x="1541223" y="4110077"/>
                  </a:lnTo>
                  <a:lnTo>
                    <a:pt x="1541380" y="4110077"/>
                  </a:lnTo>
                  <a:lnTo>
                    <a:pt x="1541538" y="4110077"/>
                  </a:lnTo>
                  <a:lnTo>
                    <a:pt x="1541696" y="4110077"/>
                  </a:lnTo>
                  <a:lnTo>
                    <a:pt x="1541696" y="4109646"/>
                  </a:lnTo>
                  <a:lnTo>
                    <a:pt x="1541853" y="4109646"/>
                  </a:lnTo>
                  <a:lnTo>
                    <a:pt x="1542011" y="4109646"/>
                  </a:lnTo>
                  <a:lnTo>
                    <a:pt x="1542169" y="4109646"/>
                  </a:lnTo>
                  <a:lnTo>
                    <a:pt x="1542169" y="4109215"/>
                  </a:lnTo>
                  <a:lnTo>
                    <a:pt x="1542327" y="4109215"/>
                  </a:lnTo>
                  <a:lnTo>
                    <a:pt x="1542327" y="4108785"/>
                  </a:lnTo>
                  <a:lnTo>
                    <a:pt x="1542484" y="4108785"/>
                  </a:lnTo>
                  <a:lnTo>
                    <a:pt x="1542642" y="4108785"/>
                  </a:lnTo>
                  <a:lnTo>
                    <a:pt x="1542642" y="4108354"/>
                  </a:lnTo>
                  <a:lnTo>
                    <a:pt x="1542800" y="4108354"/>
                  </a:lnTo>
                  <a:lnTo>
                    <a:pt x="1542800" y="4107924"/>
                  </a:lnTo>
                  <a:lnTo>
                    <a:pt x="1542957" y="4107924"/>
                  </a:lnTo>
                  <a:lnTo>
                    <a:pt x="1543115" y="4107924"/>
                  </a:lnTo>
                  <a:lnTo>
                    <a:pt x="1543273" y="4107924"/>
                  </a:lnTo>
                  <a:lnTo>
                    <a:pt x="1543273" y="4107493"/>
                  </a:lnTo>
                  <a:lnTo>
                    <a:pt x="1543431" y="4107493"/>
                  </a:lnTo>
                  <a:lnTo>
                    <a:pt x="1543588" y="4107493"/>
                  </a:lnTo>
                  <a:lnTo>
                    <a:pt x="1543746" y="4107493"/>
                  </a:lnTo>
                  <a:lnTo>
                    <a:pt x="1543904" y="4107493"/>
                  </a:lnTo>
                  <a:lnTo>
                    <a:pt x="1543904" y="4107062"/>
                  </a:lnTo>
                  <a:lnTo>
                    <a:pt x="1544061" y="4107062"/>
                  </a:lnTo>
                  <a:lnTo>
                    <a:pt x="1544219" y="4107062"/>
                  </a:lnTo>
                  <a:lnTo>
                    <a:pt x="1544219" y="4106632"/>
                  </a:lnTo>
                  <a:lnTo>
                    <a:pt x="1544377" y="4106632"/>
                  </a:lnTo>
                  <a:lnTo>
                    <a:pt x="1544535" y="4106632"/>
                  </a:lnTo>
                  <a:lnTo>
                    <a:pt x="1544692" y="4106632"/>
                  </a:lnTo>
                  <a:lnTo>
                    <a:pt x="1544692" y="4106201"/>
                  </a:lnTo>
                  <a:lnTo>
                    <a:pt x="1544692" y="4105771"/>
                  </a:lnTo>
                  <a:lnTo>
                    <a:pt x="1544692" y="4105340"/>
                  </a:lnTo>
                  <a:lnTo>
                    <a:pt x="1544850" y="4105340"/>
                  </a:lnTo>
                  <a:lnTo>
                    <a:pt x="1545008" y="4105340"/>
                  </a:lnTo>
                  <a:lnTo>
                    <a:pt x="1545165" y="4105340"/>
                  </a:lnTo>
                  <a:lnTo>
                    <a:pt x="1545165" y="4104909"/>
                  </a:lnTo>
                  <a:lnTo>
                    <a:pt x="1545165" y="4104479"/>
                  </a:lnTo>
                  <a:lnTo>
                    <a:pt x="1545165" y="4104048"/>
                  </a:lnTo>
                  <a:lnTo>
                    <a:pt x="1545323" y="4104048"/>
                  </a:lnTo>
                  <a:lnTo>
                    <a:pt x="1545323" y="4103618"/>
                  </a:lnTo>
                  <a:lnTo>
                    <a:pt x="1545323" y="4103187"/>
                  </a:lnTo>
                  <a:lnTo>
                    <a:pt x="1545481" y="4103187"/>
                  </a:lnTo>
                  <a:lnTo>
                    <a:pt x="1545481" y="4102756"/>
                  </a:lnTo>
                  <a:lnTo>
                    <a:pt x="1545481" y="4102326"/>
                  </a:lnTo>
                  <a:lnTo>
                    <a:pt x="1545481" y="4101895"/>
                  </a:lnTo>
                  <a:lnTo>
                    <a:pt x="1545639" y="4101895"/>
                  </a:lnTo>
                  <a:lnTo>
                    <a:pt x="1545796" y="4101895"/>
                  </a:lnTo>
                  <a:lnTo>
                    <a:pt x="1545954" y="4101895"/>
                  </a:lnTo>
                  <a:lnTo>
                    <a:pt x="1546112" y="4101895"/>
                  </a:lnTo>
                  <a:lnTo>
                    <a:pt x="1546112" y="4101465"/>
                  </a:lnTo>
                  <a:lnTo>
                    <a:pt x="1546112" y="4101034"/>
                  </a:lnTo>
                  <a:lnTo>
                    <a:pt x="1546112" y="4100603"/>
                  </a:lnTo>
                  <a:lnTo>
                    <a:pt x="1546269" y="4100603"/>
                  </a:lnTo>
                  <a:lnTo>
                    <a:pt x="1546269" y="4100173"/>
                  </a:lnTo>
                  <a:lnTo>
                    <a:pt x="1546427" y="4100173"/>
                  </a:lnTo>
                  <a:lnTo>
                    <a:pt x="1546585" y="4100173"/>
                  </a:lnTo>
                  <a:lnTo>
                    <a:pt x="1546743" y="4100173"/>
                  </a:lnTo>
                  <a:lnTo>
                    <a:pt x="1546900" y="4100173"/>
                  </a:lnTo>
                  <a:lnTo>
                    <a:pt x="1547058" y="4100173"/>
                  </a:lnTo>
                  <a:lnTo>
                    <a:pt x="1547058" y="4099742"/>
                  </a:lnTo>
                  <a:lnTo>
                    <a:pt x="1547058" y="4099312"/>
                  </a:lnTo>
                  <a:lnTo>
                    <a:pt x="1547216" y="4099312"/>
                  </a:lnTo>
                  <a:lnTo>
                    <a:pt x="1547374" y="4099312"/>
                  </a:lnTo>
                  <a:lnTo>
                    <a:pt x="1547531" y="4099312"/>
                  </a:lnTo>
                  <a:lnTo>
                    <a:pt x="1547689" y="4099312"/>
                  </a:lnTo>
                  <a:lnTo>
                    <a:pt x="1547689" y="4098881"/>
                  </a:lnTo>
                  <a:lnTo>
                    <a:pt x="1547847" y="4098881"/>
                  </a:lnTo>
                  <a:lnTo>
                    <a:pt x="1548004" y="4098881"/>
                  </a:lnTo>
                  <a:lnTo>
                    <a:pt x="1548162" y="4098881"/>
                  </a:lnTo>
                  <a:lnTo>
                    <a:pt x="1548162" y="4098450"/>
                  </a:lnTo>
                  <a:lnTo>
                    <a:pt x="1548320" y="4098450"/>
                  </a:lnTo>
                  <a:lnTo>
                    <a:pt x="1548320" y="4098020"/>
                  </a:lnTo>
                  <a:lnTo>
                    <a:pt x="1548478" y="4098020"/>
                  </a:lnTo>
                  <a:lnTo>
                    <a:pt x="1548478" y="4097589"/>
                  </a:lnTo>
                  <a:lnTo>
                    <a:pt x="1548478" y="4097159"/>
                  </a:lnTo>
                  <a:lnTo>
                    <a:pt x="1548478" y="4096728"/>
                  </a:lnTo>
                  <a:lnTo>
                    <a:pt x="1548635" y="4096728"/>
                  </a:lnTo>
                  <a:lnTo>
                    <a:pt x="1548635" y="4096297"/>
                  </a:lnTo>
                  <a:lnTo>
                    <a:pt x="1548635" y="4095867"/>
                  </a:lnTo>
                  <a:lnTo>
                    <a:pt x="1548793" y="4095867"/>
                  </a:lnTo>
                  <a:lnTo>
                    <a:pt x="1548793" y="4095436"/>
                  </a:lnTo>
                  <a:lnTo>
                    <a:pt x="1548951" y="4095436"/>
                  </a:lnTo>
                  <a:lnTo>
                    <a:pt x="1549108" y="4095436"/>
                  </a:lnTo>
                  <a:lnTo>
                    <a:pt x="1549266" y="4095436"/>
                  </a:lnTo>
                  <a:lnTo>
                    <a:pt x="1549424" y="4095436"/>
                  </a:lnTo>
                  <a:lnTo>
                    <a:pt x="1549582" y="4095436"/>
                  </a:lnTo>
                  <a:lnTo>
                    <a:pt x="1549582" y="4095006"/>
                  </a:lnTo>
                  <a:lnTo>
                    <a:pt x="1549739" y="4095006"/>
                  </a:lnTo>
                  <a:lnTo>
                    <a:pt x="1549897" y="4095006"/>
                  </a:lnTo>
                  <a:lnTo>
                    <a:pt x="1550055" y="4095006"/>
                  </a:lnTo>
                  <a:lnTo>
                    <a:pt x="1550055" y="4094575"/>
                  </a:lnTo>
                  <a:lnTo>
                    <a:pt x="1550212" y="4094575"/>
                  </a:lnTo>
                  <a:lnTo>
                    <a:pt x="1550370" y="4094575"/>
                  </a:lnTo>
                  <a:lnTo>
                    <a:pt x="1550528" y="4094575"/>
                  </a:lnTo>
                  <a:lnTo>
                    <a:pt x="1550686" y="4094575"/>
                  </a:lnTo>
                  <a:lnTo>
                    <a:pt x="1550686" y="4094144"/>
                  </a:lnTo>
                  <a:lnTo>
                    <a:pt x="1550843" y="4094144"/>
                  </a:lnTo>
                  <a:lnTo>
                    <a:pt x="1551001" y="4094144"/>
                  </a:lnTo>
                  <a:lnTo>
                    <a:pt x="1551159" y="4094144"/>
                  </a:lnTo>
                  <a:lnTo>
                    <a:pt x="1551159" y="4093714"/>
                  </a:lnTo>
                  <a:lnTo>
                    <a:pt x="1551316" y="4093714"/>
                  </a:lnTo>
                  <a:lnTo>
                    <a:pt x="1551474" y="4093714"/>
                  </a:lnTo>
                  <a:lnTo>
                    <a:pt x="1551632" y="4093714"/>
                  </a:lnTo>
                  <a:lnTo>
                    <a:pt x="1551790" y="4093714"/>
                  </a:lnTo>
                  <a:lnTo>
                    <a:pt x="1551790" y="4093283"/>
                  </a:lnTo>
                  <a:lnTo>
                    <a:pt x="1551790" y="4092853"/>
                  </a:lnTo>
                  <a:lnTo>
                    <a:pt x="1551947" y="4092853"/>
                  </a:lnTo>
                  <a:lnTo>
                    <a:pt x="1552105" y="4092853"/>
                  </a:lnTo>
                  <a:lnTo>
                    <a:pt x="1552263" y="4092853"/>
                  </a:lnTo>
                  <a:lnTo>
                    <a:pt x="1552421" y="4092853"/>
                  </a:lnTo>
                  <a:lnTo>
                    <a:pt x="1552578" y="4092853"/>
                  </a:lnTo>
                  <a:lnTo>
                    <a:pt x="1552578" y="4092422"/>
                  </a:lnTo>
                  <a:lnTo>
                    <a:pt x="1552578" y="4091991"/>
                  </a:lnTo>
                  <a:lnTo>
                    <a:pt x="1552736" y="4091991"/>
                  </a:lnTo>
                  <a:lnTo>
                    <a:pt x="1552894" y="4091991"/>
                  </a:lnTo>
                  <a:lnTo>
                    <a:pt x="1553051" y="4091991"/>
                  </a:lnTo>
                  <a:lnTo>
                    <a:pt x="1553209" y="4091991"/>
                  </a:lnTo>
                  <a:lnTo>
                    <a:pt x="1553367" y="4091991"/>
                  </a:lnTo>
                  <a:lnTo>
                    <a:pt x="1553367" y="4091561"/>
                  </a:lnTo>
                  <a:lnTo>
                    <a:pt x="1553367" y="4091130"/>
                  </a:lnTo>
                  <a:lnTo>
                    <a:pt x="1553525" y="4091130"/>
                  </a:lnTo>
                  <a:lnTo>
                    <a:pt x="1553682" y="4091130"/>
                  </a:lnTo>
                  <a:lnTo>
                    <a:pt x="1553840" y="4091130"/>
                  </a:lnTo>
                  <a:lnTo>
                    <a:pt x="1553998" y="4091130"/>
                  </a:lnTo>
                  <a:lnTo>
                    <a:pt x="1554155" y="4091130"/>
                  </a:lnTo>
                  <a:lnTo>
                    <a:pt x="1554313" y="4091130"/>
                  </a:lnTo>
                  <a:lnTo>
                    <a:pt x="1554471" y="4091130"/>
                  </a:lnTo>
                  <a:lnTo>
                    <a:pt x="1554471" y="4090700"/>
                  </a:lnTo>
                  <a:lnTo>
                    <a:pt x="1554471" y="4090269"/>
                  </a:lnTo>
                  <a:lnTo>
                    <a:pt x="1554471" y="4089838"/>
                  </a:lnTo>
                  <a:lnTo>
                    <a:pt x="1554471" y="4089408"/>
                  </a:lnTo>
                  <a:lnTo>
                    <a:pt x="1554629" y="4089408"/>
                  </a:lnTo>
                  <a:lnTo>
                    <a:pt x="1554786" y="4089408"/>
                  </a:lnTo>
                  <a:lnTo>
                    <a:pt x="1554944" y="4089408"/>
                  </a:lnTo>
                  <a:lnTo>
                    <a:pt x="1555102" y="4089408"/>
                  </a:lnTo>
                  <a:lnTo>
                    <a:pt x="1555259" y="4089408"/>
                  </a:lnTo>
                  <a:lnTo>
                    <a:pt x="1555417" y="4089408"/>
                  </a:lnTo>
                  <a:lnTo>
                    <a:pt x="1555575" y="4089408"/>
                  </a:lnTo>
                  <a:lnTo>
                    <a:pt x="1555733" y="4089408"/>
                  </a:lnTo>
                  <a:lnTo>
                    <a:pt x="1555890" y="4089408"/>
                  </a:lnTo>
                  <a:lnTo>
                    <a:pt x="1555890" y="4088977"/>
                  </a:lnTo>
                  <a:lnTo>
                    <a:pt x="1555890" y="4088547"/>
                  </a:lnTo>
                  <a:lnTo>
                    <a:pt x="1556048" y="4088547"/>
                  </a:lnTo>
                  <a:lnTo>
                    <a:pt x="1556048" y="4088116"/>
                  </a:lnTo>
                  <a:lnTo>
                    <a:pt x="1556048" y="4087685"/>
                  </a:lnTo>
                  <a:lnTo>
                    <a:pt x="1556206" y="4087685"/>
                  </a:lnTo>
                  <a:lnTo>
                    <a:pt x="1556363" y="4087685"/>
                  </a:lnTo>
                  <a:lnTo>
                    <a:pt x="1556521" y="4087685"/>
                  </a:lnTo>
                  <a:lnTo>
                    <a:pt x="1556679" y="4087685"/>
                  </a:lnTo>
                  <a:lnTo>
                    <a:pt x="1556679" y="4087255"/>
                  </a:lnTo>
                  <a:lnTo>
                    <a:pt x="1556679" y="4086824"/>
                  </a:lnTo>
                  <a:lnTo>
                    <a:pt x="1556679" y="4086394"/>
                  </a:lnTo>
                  <a:lnTo>
                    <a:pt x="1556837" y="4086394"/>
                  </a:lnTo>
                  <a:lnTo>
                    <a:pt x="1556994" y="4086394"/>
                  </a:lnTo>
                  <a:lnTo>
                    <a:pt x="1556994" y="4085963"/>
                  </a:lnTo>
                  <a:lnTo>
                    <a:pt x="1557152" y="4085963"/>
                  </a:lnTo>
                  <a:lnTo>
                    <a:pt x="1557310" y="4085963"/>
                  </a:lnTo>
                  <a:lnTo>
                    <a:pt x="1557467" y="4085963"/>
                  </a:lnTo>
                  <a:lnTo>
                    <a:pt x="1557625" y="4085963"/>
                  </a:lnTo>
                  <a:lnTo>
                    <a:pt x="1557783" y="4085963"/>
                  </a:lnTo>
                  <a:lnTo>
                    <a:pt x="1557941" y="4085963"/>
                  </a:lnTo>
                  <a:lnTo>
                    <a:pt x="1558098" y="4085963"/>
                  </a:lnTo>
                  <a:lnTo>
                    <a:pt x="1558256" y="4085963"/>
                  </a:lnTo>
                  <a:lnTo>
                    <a:pt x="1558414" y="4085963"/>
                  </a:lnTo>
                  <a:lnTo>
                    <a:pt x="1558572" y="4085963"/>
                  </a:lnTo>
                  <a:lnTo>
                    <a:pt x="1558729" y="4085963"/>
                  </a:lnTo>
                  <a:lnTo>
                    <a:pt x="1558887" y="4085963"/>
                  </a:lnTo>
                  <a:lnTo>
                    <a:pt x="1558887" y="4085532"/>
                  </a:lnTo>
                  <a:lnTo>
                    <a:pt x="1559045" y="4085532"/>
                  </a:lnTo>
                  <a:lnTo>
                    <a:pt x="1559202" y="4085532"/>
                  </a:lnTo>
                  <a:lnTo>
                    <a:pt x="1559202" y="4085102"/>
                  </a:lnTo>
                  <a:lnTo>
                    <a:pt x="1559360" y="4085102"/>
                  </a:lnTo>
                  <a:lnTo>
                    <a:pt x="1559360" y="4084671"/>
                  </a:lnTo>
                  <a:lnTo>
                    <a:pt x="1559518" y="4084671"/>
                  </a:lnTo>
                  <a:lnTo>
                    <a:pt x="1559676" y="4084671"/>
                  </a:lnTo>
                  <a:lnTo>
                    <a:pt x="1559676" y="4084241"/>
                  </a:lnTo>
                  <a:lnTo>
                    <a:pt x="1559833" y="4084241"/>
                  </a:lnTo>
                  <a:lnTo>
                    <a:pt x="1559991" y="4084241"/>
                  </a:lnTo>
                  <a:lnTo>
                    <a:pt x="1559991" y="4083810"/>
                  </a:lnTo>
                  <a:lnTo>
                    <a:pt x="1559991" y="4083379"/>
                  </a:lnTo>
                  <a:lnTo>
                    <a:pt x="1560149" y="4083379"/>
                  </a:lnTo>
                  <a:lnTo>
                    <a:pt x="1560306" y="4083379"/>
                  </a:lnTo>
                  <a:lnTo>
                    <a:pt x="1560306" y="4082949"/>
                  </a:lnTo>
                  <a:lnTo>
                    <a:pt x="1560306" y="4082518"/>
                  </a:lnTo>
                  <a:lnTo>
                    <a:pt x="1560464" y="4082518"/>
                  </a:lnTo>
                  <a:lnTo>
                    <a:pt x="1560464" y="4082088"/>
                  </a:lnTo>
                  <a:lnTo>
                    <a:pt x="1560622" y="4082088"/>
                  </a:lnTo>
                  <a:lnTo>
                    <a:pt x="1560622" y="4081657"/>
                  </a:lnTo>
                  <a:lnTo>
                    <a:pt x="1560780" y="4081657"/>
                  </a:lnTo>
                  <a:lnTo>
                    <a:pt x="1560780" y="4081226"/>
                  </a:lnTo>
                  <a:lnTo>
                    <a:pt x="1560937" y="4081226"/>
                  </a:lnTo>
                  <a:lnTo>
                    <a:pt x="1560937" y="4080796"/>
                  </a:lnTo>
                  <a:lnTo>
                    <a:pt x="1561095" y="4080796"/>
                  </a:lnTo>
                  <a:lnTo>
                    <a:pt x="1561253" y="4080796"/>
                  </a:lnTo>
                  <a:lnTo>
                    <a:pt x="1561410" y="4080796"/>
                  </a:lnTo>
                  <a:lnTo>
                    <a:pt x="1561568" y="4080796"/>
                  </a:lnTo>
                  <a:lnTo>
                    <a:pt x="1561726" y="4080796"/>
                  </a:lnTo>
                  <a:lnTo>
                    <a:pt x="1561884" y="4080796"/>
                  </a:lnTo>
                  <a:lnTo>
                    <a:pt x="1562041" y="4080796"/>
                  </a:lnTo>
                  <a:lnTo>
                    <a:pt x="1562199" y="4080796"/>
                  </a:lnTo>
                  <a:lnTo>
                    <a:pt x="1562199" y="4080365"/>
                  </a:lnTo>
                  <a:lnTo>
                    <a:pt x="1562357" y="4080365"/>
                  </a:lnTo>
                  <a:lnTo>
                    <a:pt x="1562357" y="4079935"/>
                  </a:lnTo>
                  <a:lnTo>
                    <a:pt x="1562357" y="4079504"/>
                  </a:lnTo>
                  <a:lnTo>
                    <a:pt x="1562357" y="4079073"/>
                  </a:lnTo>
                  <a:lnTo>
                    <a:pt x="1562514" y="4079073"/>
                  </a:lnTo>
                  <a:lnTo>
                    <a:pt x="1562672" y="4079073"/>
                  </a:lnTo>
                  <a:lnTo>
                    <a:pt x="1562672" y="4078643"/>
                  </a:lnTo>
                  <a:lnTo>
                    <a:pt x="1562830" y="4078643"/>
                  </a:lnTo>
                  <a:lnTo>
                    <a:pt x="1562830" y="4078212"/>
                  </a:lnTo>
                  <a:lnTo>
                    <a:pt x="1562830" y="4077782"/>
                  </a:lnTo>
                  <a:lnTo>
                    <a:pt x="1562988" y="4077782"/>
                  </a:lnTo>
                  <a:lnTo>
                    <a:pt x="1562988" y="4077351"/>
                  </a:lnTo>
                  <a:lnTo>
                    <a:pt x="1562988" y="4076920"/>
                  </a:lnTo>
                  <a:lnTo>
                    <a:pt x="1562988" y="4076490"/>
                  </a:lnTo>
                  <a:lnTo>
                    <a:pt x="1563145" y="4076490"/>
                  </a:lnTo>
                  <a:lnTo>
                    <a:pt x="1563303" y="4076490"/>
                  </a:lnTo>
                  <a:lnTo>
                    <a:pt x="1563461" y="4076490"/>
                  </a:lnTo>
                  <a:lnTo>
                    <a:pt x="1563461" y="4076059"/>
                  </a:lnTo>
                  <a:lnTo>
                    <a:pt x="1563619" y="4076059"/>
                  </a:lnTo>
                  <a:lnTo>
                    <a:pt x="1563776" y="4076059"/>
                  </a:lnTo>
                  <a:lnTo>
                    <a:pt x="1563934" y="4076059"/>
                  </a:lnTo>
                  <a:lnTo>
                    <a:pt x="1564092" y="4076059"/>
                  </a:lnTo>
                  <a:lnTo>
                    <a:pt x="1564249" y="4076059"/>
                  </a:lnTo>
                  <a:lnTo>
                    <a:pt x="1564407" y="4076059"/>
                  </a:lnTo>
                  <a:lnTo>
                    <a:pt x="1564407" y="4075629"/>
                  </a:lnTo>
                  <a:lnTo>
                    <a:pt x="1564565" y="4075629"/>
                  </a:lnTo>
                  <a:lnTo>
                    <a:pt x="1564723" y="4075629"/>
                  </a:lnTo>
                  <a:lnTo>
                    <a:pt x="1564880" y="4075629"/>
                  </a:lnTo>
                  <a:lnTo>
                    <a:pt x="1564880" y="4075198"/>
                  </a:lnTo>
                  <a:lnTo>
                    <a:pt x="1565038" y="4075198"/>
                  </a:lnTo>
                  <a:lnTo>
                    <a:pt x="1565196" y="4075198"/>
                  </a:lnTo>
                  <a:lnTo>
                    <a:pt x="1565353" y="4075198"/>
                  </a:lnTo>
                  <a:lnTo>
                    <a:pt x="1565511" y="4075198"/>
                  </a:lnTo>
                  <a:lnTo>
                    <a:pt x="1565669" y="4075198"/>
                  </a:lnTo>
                  <a:lnTo>
                    <a:pt x="1565669" y="4074767"/>
                  </a:lnTo>
                  <a:lnTo>
                    <a:pt x="1565827" y="4074767"/>
                  </a:lnTo>
                  <a:lnTo>
                    <a:pt x="1565984" y="4074767"/>
                  </a:lnTo>
                  <a:lnTo>
                    <a:pt x="1566142" y="4074767"/>
                  </a:lnTo>
                  <a:lnTo>
                    <a:pt x="1566300" y="4074767"/>
                  </a:lnTo>
                  <a:lnTo>
                    <a:pt x="1566457" y="4074767"/>
                  </a:lnTo>
                  <a:lnTo>
                    <a:pt x="1566457" y="4074337"/>
                  </a:lnTo>
                  <a:lnTo>
                    <a:pt x="1566615" y="4074337"/>
                  </a:lnTo>
                  <a:lnTo>
                    <a:pt x="1566773" y="4074337"/>
                  </a:lnTo>
                  <a:lnTo>
                    <a:pt x="1566773" y="4073906"/>
                  </a:lnTo>
                  <a:lnTo>
                    <a:pt x="1566773" y="4073476"/>
                  </a:lnTo>
                  <a:lnTo>
                    <a:pt x="1566931" y="4073476"/>
                  </a:lnTo>
                  <a:lnTo>
                    <a:pt x="1566931" y="4073045"/>
                  </a:lnTo>
                  <a:lnTo>
                    <a:pt x="1567088" y="4073045"/>
                  </a:lnTo>
                  <a:lnTo>
                    <a:pt x="1567088" y="4072614"/>
                  </a:lnTo>
                  <a:lnTo>
                    <a:pt x="1567088" y="4072184"/>
                  </a:lnTo>
                  <a:lnTo>
                    <a:pt x="1567246" y="4072184"/>
                  </a:lnTo>
                  <a:lnTo>
                    <a:pt x="1567404" y="4072184"/>
                  </a:lnTo>
                  <a:lnTo>
                    <a:pt x="1567561" y="4072184"/>
                  </a:lnTo>
                  <a:lnTo>
                    <a:pt x="1567719" y="4072184"/>
                  </a:lnTo>
                  <a:lnTo>
                    <a:pt x="1567877" y="4072184"/>
                  </a:lnTo>
                  <a:lnTo>
                    <a:pt x="1568035" y="4072184"/>
                  </a:lnTo>
                  <a:lnTo>
                    <a:pt x="1568192" y="4072184"/>
                  </a:lnTo>
                  <a:lnTo>
                    <a:pt x="1568350" y="4072184"/>
                  </a:lnTo>
                  <a:lnTo>
                    <a:pt x="1568508" y="4072184"/>
                  </a:lnTo>
                  <a:lnTo>
                    <a:pt x="1568508" y="4071753"/>
                  </a:lnTo>
                  <a:lnTo>
                    <a:pt x="1568665" y="4071753"/>
                  </a:lnTo>
                  <a:lnTo>
                    <a:pt x="1568823" y="4071753"/>
                  </a:lnTo>
                  <a:lnTo>
                    <a:pt x="1568823" y="4071323"/>
                  </a:lnTo>
                  <a:lnTo>
                    <a:pt x="1568981" y="4071323"/>
                  </a:lnTo>
                  <a:lnTo>
                    <a:pt x="1569139" y="4071323"/>
                  </a:lnTo>
                  <a:lnTo>
                    <a:pt x="1569296" y="4071323"/>
                  </a:lnTo>
                  <a:lnTo>
                    <a:pt x="1569454" y="4071323"/>
                  </a:lnTo>
                  <a:lnTo>
                    <a:pt x="1569612" y="4071323"/>
                  </a:lnTo>
                  <a:lnTo>
                    <a:pt x="1569770" y="4071323"/>
                  </a:lnTo>
                  <a:lnTo>
                    <a:pt x="1569770" y="4070892"/>
                  </a:lnTo>
                  <a:lnTo>
                    <a:pt x="1569927" y="4070892"/>
                  </a:lnTo>
                  <a:lnTo>
                    <a:pt x="1569927" y="4070461"/>
                  </a:lnTo>
                  <a:lnTo>
                    <a:pt x="1570085" y="4070461"/>
                  </a:lnTo>
                  <a:lnTo>
                    <a:pt x="1570243" y="4070461"/>
                  </a:lnTo>
                  <a:lnTo>
                    <a:pt x="1570400" y="4070461"/>
                  </a:lnTo>
                  <a:lnTo>
                    <a:pt x="1570400" y="4070031"/>
                  </a:lnTo>
                  <a:lnTo>
                    <a:pt x="1570400" y="4069600"/>
                  </a:lnTo>
                  <a:lnTo>
                    <a:pt x="1570400" y="4069170"/>
                  </a:lnTo>
                  <a:lnTo>
                    <a:pt x="1570400" y="4068739"/>
                  </a:lnTo>
                  <a:lnTo>
                    <a:pt x="1570400" y="4068308"/>
                  </a:lnTo>
                  <a:lnTo>
                    <a:pt x="1570558" y="4068308"/>
                  </a:lnTo>
                  <a:lnTo>
                    <a:pt x="1570558" y="4067878"/>
                  </a:lnTo>
                  <a:lnTo>
                    <a:pt x="1570558" y="4067447"/>
                  </a:lnTo>
                  <a:lnTo>
                    <a:pt x="1570716" y="4067447"/>
                  </a:lnTo>
                  <a:lnTo>
                    <a:pt x="1570874" y="4067447"/>
                  </a:lnTo>
                  <a:lnTo>
                    <a:pt x="1570874" y="4067017"/>
                  </a:lnTo>
                  <a:lnTo>
                    <a:pt x="1571031" y="4067017"/>
                  </a:lnTo>
                  <a:lnTo>
                    <a:pt x="1571031" y="4066586"/>
                  </a:lnTo>
                  <a:lnTo>
                    <a:pt x="1571031" y="4066155"/>
                  </a:lnTo>
                  <a:lnTo>
                    <a:pt x="1571031" y="4065725"/>
                  </a:lnTo>
                  <a:lnTo>
                    <a:pt x="1571189" y="4065725"/>
                  </a:lnTo>
                  <a:lnTo>
                    <a:pt x="1571189" y="4065294"/>
                  </a:lnTo>
                  <a:lnTo>
                    <a:pt x="1571189" y="4064864"/>
                  </a:lnTo>
                  <a:lnTo>
                    <a:pt x="1571347" y="4064864"/>
                  </a:lnTo>
                  <a:lnTo>
                    <a:pt x="1571504" y="4064864"/>
                  </a:lnTo>
                  <a:lnTo>
                    <a:pt x="1571504" y="4064433"/>
                  </a:lnTo>
                  <a:lnTo>
                    <a:pt x="1571662" y="4064433"/>
                  </a:lnTo>
                  <a:lnTo>
                    <a:pt x="1571662" y="4064002"/>
                  </a:lnTo>
                  <a:lnTo>
                    <a:pt x="1571820" y="4064002"/>
                  </a:lnTo>
                  <a:lnTo>
                    <a:pt x="1571978" y="4064002"/>
                  </a:lnTo>
                  <a:lnTo>
                    <a:pt x="1572135" y="4064002"/>
                  </a:lnTo>
                  <a:lnTo>
                    <a:pt x="1572293" y="4064002"/>
                  </a:lnTo>
                  <a:lnTo>
                    <a:pt x="1572451" y="4064002"/>
                  </a:lnTo>
                  <a:lnTo>
                    <a:pt x="1572451" y="4063572"/>
                  </a:lnTo>
                  <a:lnTo>
                    <a:pt x="1572451" y="4063141"/>
                  </a:lnTo>
                  <a:lnTo>
                    <a:pt x="1572451" y="4062711"/>
                  </a:lnTo>
                  <a:lnTo>
                    <a:pt x="1572608" y="4062711"/>
                  </a:lnTo>
                  <a:lnTo>
                    <a:pt x="1572766" y="4062711"/>
                  </a:lnTo>
                  <a:lnTo>
                    <a:pt x="1572924" y="4062711"/>
                  </a:lnTo>
                  <a:lnTo>
                    <a:pt x="1572924" y="4062280"/>
                  </a:lnTo>
                  <a:lnTo>
                    <a:pt x="1573082" y="4062280"/>
                  </a:lnTo>
                  <a:lnTo>
                    <a:pt x="1573239" y="4062280"/>
                  </a:lnTo>
                  <a:lnTo>
                    <a:pt x="1573239" y="4061849"/>
                  </a:lnTo>
                  <a:lnTo>
                    <a:pt x="1573397" y="4061849"/>
                  </a:lnTo>
                  <a:lnTo>
                    <a:pt x="1573555" y="4061849"/>
                  </a:lnTo>
                  <a:lnTo>
                    <a:pt x="1573712" y="4061849"/>
                  </a:lnTo>
                  <a:lnTo>
                    <a:pt x="1573870" y="4061849"/>
                  </a:lnTo>
                  <a:lnTo>
                    <a:pt x="1573870" y="4061419"/>
                  </a:lnTo>
                  <a:lnTo>
                    <a:pt x="1574028" y="4061419"/>
                  </a:lnTo>
                  <a:lnTo>
                    <a:pt x="1574186" y="4061419"/>
                  </a:lnTo>
                  <a:lnTo>
                    <a:pt x="1574343" y="4061419"/>
                  </a:lnTo>
                  <a:lnTo>
                    <a:pt x="1574343" y="4060988"/>
                  </a:lnTo>
                  <a:lnTo>
                    <a:pt x="1574501" y="4060988"/>
                  </a:lnTo>
                  <a:lnTo>
                    <a:pt x="1574659" y="4060988"/>
                  </a:lnTo>
                  <a:lnTo>
                    <a:pt x="1574817" y="4060988"/>
                  </a:lnTo>
                  <a:lnTo>
                    <a:pt x="1574974" y="4060988"/>
                  </a:lnTo>
                  <a:lnTo>
                    <a:pt x="1575132" y="4060988"/>
                  </a:lnTo>
                  <a:lnTo>
                    <a:pt x="1575290" y="4060988"/>
                  </a:lnTo>
                  <a:lnTo>
                    <a:pt x="1575290" y="4060558"/>
                  </a:lnTo>
                  <a:lnTo>
                    <a:pt x="1575290" y="4060127"/>
                  </a:lnTo>
                  <a:lnTo>
                    <a:pt x="1575447" y="4060127"/>
                  </a:lnTo>
                  <a:lnTo>
                    <a:pt x="1575605" y="4060127"/>
                  </a:lnTo>
                  <a:lnTo>
                    <a:pt x="1575763" y="4060127"/>
                  </a:lnTo>
                  <a:lnTo>
                    <a:pt x="1575921" y="4060127"/>
                  </a:lnTo>
                  <a:lnTo>
                    <a:pt x="1576078" y="4060127"/>
                  </a:lnTo>
                  <a:lnTo>
                    <a:pt x="1576078" y="4059696"/>
                  </a:lnTo>
                  <a:lnTo>
                    <a:pt x="1576078" y="4059266"/>
                  </a:lnTo>
                  <a:lnTo>
                    <a:pt x="1576078" y="4058835"/>
                  </a:lnTo>
                  <a:lnTo>
                    <a:pt x="1576236" y="4058835"/>
                  </a:lnTo>
                  <a:lnTo>
                    <a:pt x="1576236" y="4058405"/>
                  </a:lnTo>
                  <a:lnTo>
                    <a:pt x="1576236" y="4057974"/>
                  </a:lnTo>
                  <a:lnTo>
                    <a:pt x="1576394" y="4057974"/>
                  </a:lnTo>
                  <a:lnTo>
                    <a:pt x="1576551" y="4057974"/>
                  </a:lnTo>
                  <a:lnTo>
                    <a:pt x="1576709" y="4057974"/>
                  </a:lnTo>
                  <a:lnTo>
                    <a:pt x="1576867" y="4057974"/>
                  </a:lnTo>
                  <a:lnTo>
                    <a:pt x="1577025" y="4057974"/>
                  </a:lnTo>
                  <a:lnTo>
                    <a:pt x="1577025" y="4057543"/>
                  </a:lnTo>
                  <a:lnTo>
                    <a:pt x="1577025" y="4057113"/>
                  </a:lnTo>
                  <a:lnTo>
                    <a:pt x="1577182" y="4057113"/>
                  </a:lnTo>
                  <a:lnTo>
                    <a:pt x="1577182" y="4056682"/>
                  </a:lnTo>
                  <a:lnTo>
                    <a:pt x="1577340" y="4056682"/>
                  </a:lnTo>
                  <a:lnTo>
                    <a:pt x="1577498" y="4056682"/>
                  </a:lnTo>
                  <a:lnTo>
                    <a:pt x="1577655" y="4056682"/>
                  </a:lnTo>
                  <a:lnTo>
                    <a:pt x="1577813" y="4056682"/>
                  </a:lnTo>
                  <a:lnTo>
                    <a:pt x="1577971" y="4056682"/>
                  </a:lnTo>
                  <a:lnTo>
                    <a:pt x="1577971" y="4056252"/>
                  </a:lnTo>
                  <a:lnTo>
                    <a:pt x="1577971" y="4055821"/>
                  </a:lnTo>
                  <a:lnTo>
                    <a:pt x="1578129" y="4055821"/>
                  </a:lnTo>
                  <a:lnTo>
                    <a:pt x="1578286" y="4055821"/>
                  </a:lnTo>
                  <a:lnTo>
                    <a:pt x="1578444" y="4055821"/>
                  </a:lnTo>
                  <a:lnTo>
                    <a:pt x="1578602" y="4055821"/>
                  </a:lnTo>
                  <a:lnTo>
                    <a:pt x="1578759" y="4055821"/>
                  </a:lnTo>
                  <a:lnTo>
                    <a:pt x="1578759" y="4055390"/>
                  </a:lnTo>
                  <a:lnTo>
                    <a:pt x="1578759" y="4054960"/>
                  </a:lnTo>
                  <a:lnTo>
                    <a:pt x="1578917" y="4054960"/>
                  </a:lnTo>
                  <a:lnTo>
                    <a:pt x="1579075" y="4054960"/>
                  </a:lnTo>
                  <a:lnTo>
                    <a:pt x="1579233" y="4054960"/>
                  </a:lnTo>
                  <a:lnTo>
                    <a:pt x="1579390" y="4054960"/>
                  </a:lnTo>
                  <a:lnTo>
                    <a:pt x="1579548" y="4054960"/>
                  </a:lnTo>
                  <a:lnTo>
                    <a:pt x="1579706" y="4054960"/>
                  </a:lnTo>
                  <a:lnTo>
                    <a:pt x="1579706" y="4054529"/>
                  </a:lnTo>
                  <a:lnTo>
                    <a:pt x="1579863" y="4054529"/>
                  </a:lnTo>
                  <a:lnTo>
                    <a:pt x="1580021" y="4054529"/>
                  </a:lnTo>
                  <a:lnTo>
                    <a:pt x="1580021" y="4054099"/>
                  </a:lnTo>
                  <a:lnTo>
                    <a:pt x="1580179" y="4054099"/>
                  </a:lnTo>
                  <a:lnTo>
                    <a:pt x="1580337" y="4054099"/>
                  </a:lnTo>
                  <a:lnTo>
                    <a:pt x="1580494" y="4054099"/>
                  </a:lnTo>
                  <a:lnTo>
                    <a:pt x="1580652" y="4054099"/>
                  </a:lnTo>
                  <a:lnTo>
                    <a:pt x="1580810" y="4054099"/>
                  </a:lnTo>
                  <a:lnTo>
                    <a:pt x="1580968" y="4054099"/>
                  </a:lnTo>
                  <a:lnTo>
                    <a:pt x="1580968" y="4053668"/>
                  </a:lnTo>
                  <a:lnTo>
                    <a:pt x="1581125" y="4053668"/>
                  </a:lnTo>
                  <a:lnTo>
                    <a:pt x="1581283" y="4053668"/>
                  </a:lnTo>
                  <a:lnTo>
                    <a:pt x="1581283" y="4053237"/>
                  </a:lnTo>
                  <a:lnTo>
                    <a:pt x="1581441" y="4053237"/>
                  </a:lnTo>
                  <a:lnTo>
                    <a:pt x="1581441" y="4052807"/>
                  </a:lnTo>
                  <a:lnTo>
                    <a:pt x="1581598" y="4052807"/>
                  </a:lnTo>
                  <a:lnTo>
                    <a:pt x="1581756" y="4052807"/>
                  </a:lnTo>
                  <a:lnTo>
                    <a:pt x="1581914" y="4052807"/>
                  </a:lnTo>
                  <a:lnTo>
                    <a:pt x="1582072" y="4052807"/>
                  </a:lnTo>
                  <a:lnTo>
                    <a:pt x="1582229" y="4052807"/>
                  </a:lnTo>
                  <a:lnTo>
                    <a:pt x="1582229" y="4052376"/>
                  </a:lnTo>
                  <a:lnTo>
                    <a:pt x="1582387" y="4052376"/>
                  </a:lnTo>
                  <a:lnTo>
                    <a:pt x="1582545" y="4052376"/>
                  </a:lnTo>
                  <a:lnTo>
                    <a:pt x="1582545" y="4051946"/>
                  </a:lnTo>
                  <a:lnTo>
                    <a:pt x="1582702" y="4051946"/>
                  </a:lnTo>
                  <a:lnTo>
                    <a:pt x="1582860" y="4051946"/>
                  </a:lnTo>
                  <a:lnTo>
                    <a:pt x="1583018" y="4051946"/>
                  </a:lnTo>
                  <a:lnTo>
                    <a:pt x="1583176" y="4051946"/>
                  </a:lnTo>
                  <a:lnTo>
                    <a:pt x="1583333" y="4051946"/>
                  </a:lnTo>
                  <a:lnTo>
                    <a:pt x="1583491" y="4051946"/>
                  </a:lnTo>
                  <a:lnTo>
                    <a:pt x="1583649" y="4051946"/>
                  </a:lnTo>
                  <a:lnTo>
                    <a:pt x="1583649" y="4051515"/>
                  </a:lnTo>
                  <a:lnTo>
                    <a:pt x="1583806" y="4051515"/>
                  </a:lnTo>
                  <a:lnTo>
                    <a:pt x="1583806" y="4051084"/>
                  </a:lnTo>
                  <a:lnTo>
                    <a:pt x="1583964" y="4051084"/>
                  </a:lnTo>
                  <a:lnTo>
                    <a:pt x="1583964" y="4050654"/>
                  </a:lnTo>
                  <a:lnTo>
                    <a:pt x="1584122" y="4050654"/>
                  </a:lnTo>
                  <a:lnTo>
                    <a:pt x="1584280" y="4050654"/>
                  </a:lnTo>
                  <a:lnTo>
                    <a:pt x="1584437" y="4050654"/>
                  </a:lnTo>
                  <a:lnTo>
                    <a:pt x="1584437" y="4050223"/>
                  </a:lnTo>
                  <a:lnTo>
                    <a:pt x="1584437" y="4049793"/>
                  </a:lnTo>
                  <a:lnTo>
                    <a:pt x="1584595" y="4049793"/>
                  </a:lnTo>
                  <a:lnTo>
                    <a:pt x="1584753" y="4049793"/>
                  </a:lnTo>
                  <a:lnTo>
                    <a:pt x="1584753" y="4049362"/>
                  </a:lnTo>
                  <a:lnTo>
                    <a:pt x="1584910" y="4049362"/>
                  </a:lnTo>
                  <a:lnTo>
                    <a:pt x="1585068" y="4049362"/>
                  </a:lnTo>
                  <a:lnTo>
                    <a:pt x="1585226" y="4049362"/>
                  </a:lnTo>
                  <a:lnTo>
                    <a:pt x="1585384" y="4049362"/>
                  </a:lnTo>
                  <a:lnTo>
                    <a:pt x="1585384" y="4048931"/>
                  </a:lnTo>
                  <a:lnTo>
                    <a:pt x="1585541" y="4048931"/>
                  </a:lnTo>
                  <a:lnTo>
                    <a:pt x="1585541" y="4048501"/>
                  </a:lnTo>
                  <a:lnTo>
                    <a:pt x="1585699" y="4048501"/>
                  </a:lnTo>
                  <a:lnTo>
                    <a:pt x="1585699" y="4048070"/>
                  </a:lnTo>
                  <a:lnTo>
                    <a:pt x="1585857" y="4048070"/>
                  </a:lnTo>
                  <a:lnTo>
                    <a:pt x="1586015" y="4048070"/>
                  </a:lnTo>
                  <a:lnTo>
                    <a:pt x="1586172" y="4048070"/>
                  </a:lnTo>
                  <a:lnTo>
                    <a:pt x="1586172" y="4047640"/>
                  </a:lnTo>
                  <a:lnTo>
                    <a:pt x="1586330" y="4047640"/>
                  </a:lnTo>
                  <a:lnTo>
                    <a:pt x="1586330" y="4047209"/>
                  </a:lnTo>
                  <a:lnTo>
                    <a:pt x="1586488" y="4047209"/>
                  </a:lnTo>
                  <a:lnTo>
                    <a:pt x="1586645" y="4047209"/>
                  </a:lnTo>
                  <a:lnTo>
                    <a:pt x="1586803" y="4047209"/>
                  </a:lnTo>
                  <a:lnTo>
                    <a:pt x="1586961" y="4047209"/>
                  </a:lnTo>
                  <a:lnTo>
                    <a:pt x="1587119" y="4047209"/>
                  </a:lnTo>
                  <a:lnTo>
                    <a:pt x="1587119" y="4046778"/>
                  </a:lnTo>
                  <a:lnTo>
                    <a:pt x="1587276" y="4046778"/>
                  </a:lnTo>
                  <a:lnTo>
                    <a:pt x="1587276" y="4046348"/>
                  </a:lnTo>
                  <a:lnTo>
                    <a:pt x="1587434" y="4046348"/>
                  </a:lnTo>
                  <a:lnTo>
                    <a:pt x="1587592" y="4046348"/>
                  </a:lnTo>
                  <a:lnTo>
                    <a:pt x="1587749" y="4046348"/>
                  </a:lnTo>
                  <a:lnTo>
                    <a:pt x="1587907" y="4046348"/>
                  </a:lnTo>
                  <a:lnTo>
                    <a:pt x="1588065" y="4046348"/>
                  </a:lnTo>
                  <a:lnTo>
                    <a:pt x="1588065" y="4045917"/>
                  </a:lnTo>
                  <a:lnTo>
                    <a:pt x="1588223" y="4045917"/>
                  </a:lnTo>
                  <a:lnTo>
                    <a:pt x="1588380" y="4045917"/>
                  </a:lnTo>
                  <a:lnTo>
                    <a:pt x="1588538" y="4045917"/>
                  </a:lnTo>
                  <a:lnTo>
                    <a:pt x="1588538" y="4045487"/>
                  </a:lnTo>
                  <a:lnTo>
                    <a:pt x="1588538" y="4045056"/>
                  </a:lnTo>
                  <a:lnTo>
                    <a:pt x="1588696" y="4045056"/>
                  </a:lnTo>
                  <a:lnTo>
                    <a:pt x="1588853" y="4045056"/>
                  </a:lnTo>
                  <a:lnTo>
                    <a:pt x="1588853" y="4044625"/>
                  </a:lnTo>
                  <a:lnTo>
                    <a:pt x="1589011" y="4044625"/>
                  </a:lnTo>
                  <a:lnTo>
                    <a:pt x="1589169" y="4044625"/>
                  </a:lnTo>
                  <a:lnTo>
                    <a:pt x="1589169" y="4044195"/>
                  </a:lnTo>
                  <a:lnTo>
                    <a:pt x="1589327" y="4044195"/>
                  </a:lnTo>
                  <a:lnTo>
                    <a:pt x="1589327" y="4043764"/>
                  </a:lnTo>
                  <a:lnTo>
                    <a:pt x="1589327" y="4043334"/>
                  </a:lnTo>
                  <a:lnTo>
                    <a:pt x="1589484" y="4043334"/>
                  </a:lnTo>
                  <a:lnTo>
                    <a:pt x="1589484" y="4042903"/>
                  </a:lnTo>
                  <a:lnTo>
                    <a:pt x="1589642" y="4042903"/>
                  </a:lnTo>
                  <a:lnTo>
                    <a:pt x="1589800" y="4042903"/>
                  </a:lnTo>
                  <a:lnTo>
                    <a:pt x="1589800" y="4042472"/>
                  </a:lnTo>
                  <a:lnTo>
                    <a:pt x="1589957" y="4042472"/>
                  </a:lnTo>
                  <a:lnTo>
                    <a:pt x="1590115" y="4042472"/>
                  </a:lnTo>
                  <a:lnTo>
                    <a:pt x="1590273" y="4042472"/>
                  </a:lnTo>
                  <a:lnTo>
                    <a:pt x="1590431" y="4042472"/>
                  </a:lnTo>
                  <a:lnTo>
                    <a:pt x="1590431" y="4042042"/>
                  </a:lnTo>
                  <a:lnTo>
                    <a:pt x="1590588" y="4042042"/>
                  </a:lnTo>
                  <a:lnTo>
                    <a:pt x="1590588" y="4041611"/>
                  </a:lnTo>
                  <a:lnTo>
                    <a:pt x="1590588" y="4041181"/>
                  </a:lnTo>
                  <a:lnTo>
                    <a:pt x="1590588" y="4040750"/>
                  </a:lnTo>
                  <a:lnTo>
                    <a:pt x="1590746" y="4040750"/>
                  </a:lnTo>
                  <a:lnTo>
                    <a:pt x="1590746" y="4040319"/>
                  </a:lnTo>
                  <a:lnTo>
                    <a:pt x="1590904" y="4040319"/>
                  </a:lnTo>
                  <a:lnTo>
                    <a:pt x="1591061" y="4040319"/>
                  </a:lnTo>
                  <a:lnTo>
                    <a:pt x="1591219" y="4040319"/>
                  </a:lnTo>
                  <a:lnTo>
                    <a:pt x="1591377" y="4040319"/>
                  </a:lnTo>
                  <a:lnTo>
                    <a:pt x="1591377" y="4039889"/>
                  </a:lnTo>
                  <a:lnTo>
                    <a:pt x="1591535" y="4039889"/>
                  </a:lnTo>
                  <a:lnTo>
                    <a:pt x="1591692" y="4039889"/>
                  </a:lnTo>
                  <a:lnTo>
                    <a:pt x="1591850" y="4039889"/>
                  </a:lnTo>
                  <a:lnTo>
                    <a:pt x="1592008" y="4039889"/>
                  </a:lnTo>
                  <a:lnTo>
                    <a:pt x="1592166" y="4039889"/>
                  </a:lnTo>
                  <a:lnTo>
                    <a:pt x="1592323" y="4039889"/>
                  </a:lnTo>
                  <a:lnTo>
                    <a:pt x="1592481" y="4039889"/>
                  </a:lnTo>
                  <a:lnTo>
                    <a:pt x="1592481" y="4039458"/>
                  </a:lnTo>
                  <a:lnTo>
                    <a:pt x="1592481" y="4039028"/>
                  </a:lnTo>
                  <a:lnTo>
                    <a:pt x="1592639" y="4039028"/>
                  </a:lnTo>
                  <a:lnTo>
                    <a:pt x="1592796" y="4039028"/>
                  </a:lnTo>
                  <a:lnTo>
                    <a:pt x="1592954" y="4039028"/>
                  </a:lnTo>
                  <a:lnTo>
                    <a:pt x="1593112" y="4039028"/>
                  </a:lnTo>
                  <a:lnTo>
                    <a:pt x="1593270" y="4039028"/>
                  </a:lnTo>
                  <a:lnTo>
                    <a:pt x="1593427" y="4039028"/>
                  </a:lnTo>
                  <a:lnTo>
                    <a:pt x="1593585" y="4039028"/>
                  </a:lnTo>
                  <a:lnTo>
                    <a:pt x="1593743" y="4039028"/>
                  </a:lnTo>
                  <a:lnTo>
                    <a:pt x="1593743" y="4038597"/>
                  </a:lnTo>
                  <a:lnTo>
                    <a:pt x="1593900" y="4038597"/>
                  </a:lnTo>
                  <a:lnTo>
                    <a:pt x="1594058" y="4038597"/>
                  </a:lnTo>
                  <a:lnTo>
                    <a:pt x="1594216" y="4038597"/>
                  </a:lnTo>
                  <a:lnTo>
                    <a:pt x="1594216" y="4038166"/>
                  </a:lnTo>
                  <a:lnTo>
                    <a:pt x="1594374" y="4038166"/>
                  </a:lnTo>
                  <a:lnTo>
                    <a:pt x="1594531" y="4038166"/>
                  </a:lnTo>
                  <a:lnTo>
                    <a:pt x="1594689" y="4038166"/>
                  </a:lnTo>
                  <a:lnTo>
                    <a:pt x="1594847" y="4038166"/>
                  </a:lnTo>
                  <a:lnTo>
                    <a:pt x="1594847" y="4037736"/>
                  </a:lnTo>
                  <a:lnTo>
                    <a:pt x="1595004" y="4037736"/>
                  </a:lnTo>
                  <a:lnTo>
                    <a:pt x="1595004" y="4037305"/>
                  </a:lnTo>
                  <a:lnTo>
                    <a:pt x="1595004" y="4036875"/>
                  </a:lnTo>
                  <a:lnTo>
                    <a:pt x="1595162" y="4036875"/>
                  </a:lnTo>
                  <a:lnTo>
                    <a:pt x="1595320" y="4036875"/>
                  </a:lnTo>
                  <a:lnTo>
                    <a:pt x="1595320" y="4036444"/>
                  </a:lnTo>
                  <a:lnTo>
                    <a:pt x="1595478" y="4036444"/>
                  </a:lnTo>
                  <a:lnTo>
                    <a:pt x="1595635" y="4036444"/>
                  </a:lnTo>
                  <a:lnTo>
                    <a:pt x="1595793" y="4036444"/>
                  </a:lnTo>
                  <a:lnTo>
                    <a:pt x="1595951" y="4036444"/>
                  </a:lnTo>
                  <a:lnTo>
                    <a:pt x="1596108" y="4036444"/>
                  </a:lnTo>
                  <a:lnTo>
                    <a:pt x="1596266" y="4036444"/>
                  </a:lnTo>
                  <a:lnTo>
                    <a:pt x="1596424" y="4036444"/>
                  </a:lnTo>
                  <a:lnTo>
                    <a:pt x="1596582" y="4036444"/>
                  </a:lnTo>
                  <a:lnTo>
                    <a:pt x="1596739" y="4036444"/>
                  </a:lnTo>
                  <a:lnTo>
                    <a:pt x="1596739" y="4036013"/>
                  </a:lnTo>
                  <a:lnTo>
                    <a:pt x="1596739" y="4035583"/>
                  </a:lnTo>
                  <a:lnTo>
                    <a:pt x="1596897" y="4035583"/>
                  </a:lnTo>
                  <a:lnTo>
                    <a:pt x="1596897" y="4035152"/>
                  </a:lnTo>
                  <a:lnTo>
                    <a:pt x="1597055" y="4035152"/>
                  </a:lnTo>
                  <a:lnTo>
                    <a:pt x="1597213" y="4035152"/>
                  </a:lnTo>
                  <a:lnTo>
                    <a:pt x="1597370" y="4035152"/>
                  </a:lnTo>
                  <a:lnTo>
                    <a:pt x="1597370" y="4034722"/>
                  </a:lnTo>
                  <a:lnTo>
                    <a:pt x="1597528" y="4034722"/>
                  </a:lnTo>
                  <a:lnTo>
                    <a:pt x="1597686" y="4034722"/>
                  </a:lnTo>
                  <a:lnTo>
                    <a:pt x="1597843" y="4034722"/>
                  </a:lnTo>
                  <a:lnTo>
                    <a:pt x="1598001" y="4034722"/>
                  </a:lnTo>
                  <a:lnTo>
                    <a:pt x="1598001" y="4034291"/>
                  </a:lnTo>
                  <a:lnTo>
                    <a:pt x="1598159" y="4034291"/>
                  </a:lnTo>
                  <a:lnTo>
                    <a:pt x="1598317" y="4034291"/>
                  </a:lnTo>
                  <a:lnTo>
                    <a:pt x="1598474" y="4034291"/>
                  </a:lnTo>
                  <a:lnTo>
                    <a:pt x="1598474" y="4033860"/>
                  </a:lnTo>
                  <a:lnTo>
                    <a:pt x="1598632" y="4033860"/>
                  </a:lnTo>
                  <a:lnTo>
                    <a:pt x="1598632" y="4033430"/>
                  </a:lnTo>
                  <a:lnTo>
                    <a:pt x="1598632" y="4032999"/>
                  </a:lnTo>
                  <a:lnTo>
                    <a:pt x="1598790" y="4032999"/>
                  </a:lnTo>
                  <a:lnTo>
                    <a:pt x="1598790" y="4032569"/>
                  </a:lnTo>
                  <a:lnTo>
                    <a:pt x="1598790" y="4032138"/>
                  </a:lnTo>
                  <a:lnTo>
                    <a:pt x="1598947" y="4032138"/>
                  </a:lnTo>
                  <a:lnTo>
                    <a:pt x="1598947" y="4031707"/>
                  </a:lnTo>
                  <a:lnTo>
                    <a:pt x="1598947" y="4031277"/>
                  </a:lnTo>
                  <a:lnTo>
                    <a:pt x="1599105" y="4031277"/>
                  </a:lnTo>
                  <a:lnTo>
                    <a:pt x="1599263" y="4031277"/>
                  </a:lnTo>
                  <a:lnTo>
                    <a:pt x="1599263" y="4030846"/>
                  </a:lnTo>
                  <a:lnTo>
                    <a:pt x="1599421" y="4030846"/>
                  </a:lnTo>
                  <a:lnTo>
                    <a:pt x="1599578" y="4030846"/>
                  </a:lnTo>
                  <a:lnTo>
                    <a:pt x="1599578" y="4030416"/>
                  </a:lnTo>
                  <a:lnTo>
                    <a:pt x="1599736" y="4030416"/>
                  </a:lnTo>
                  <a:lnTo>
                    <a:pt x="1599894" y="4030416"/>
                  </a:lnTo>
                  <a:lnTo>
                    <a:pt x="1600051" y="4030416"/>
                  </a:lnTo>
                  <a:lnTo>
                    <a:pt x="1600209" y="4030416"/>
                  </a:lnTo>
                  <a:lnTo>
                    <a:pt x="1600367" y="4030416"/>
                  </a:lnTo>
                  <a:lnTo>
                    <a:pt x="1600525" y="4030416"/>
                  </a:lnTo>
                  <a:lnTo>
                    <a:pt x="1600525" y="4029985"/>
                  </a:lnTo>
                  <a:lnTo>
                    <a:pt x="1600525" y="4029554"/>
                  </a:lnTo>
                  <a:lnTo>
                    <a:pt x="1600525" y="4029124"/>
                  </a:lnTo>
                  <a:lnTo>
                    <a:pt x="1600525" y="4028693"/>
                  </a:lnTo>
                  <a:lnTo>
                    <a:pt x="1600682" y="4028693"/>
                  </a:lnTo>
                  <a:lnTo>
                    <a:pt x="1600840" y="4028693"/>
                  </a:lnTo>
                  <a:lnTo>
                    <a:pt x="1600840" y="4028263"/>
                  </a:lnTo>
                  <a:lnTo>
                    <a:pt x="1600998" y="4028263"/>
                  </a:lnTo>
                  <a:lnTo>
                    <a:pt x="1601155" y="4028263"/>
                  </a:lnTo>
                  <a:lnTo>
                    <a:pt x="1601313" y="4028263"/>
                  </a:lnTo>
                  <a:lnTo>
                    <a:pt x="1601471" y="4028263"/>
                  </a:lnTo>
                  <a:lnTo>
                    <a:pt x="1601629" y="4028263"/>
                  </a:lnTo>
                  <a:lnTo>
                    <a:pt x="1601786" y="4028263"/>
                  </a:lnTo>
                  <a:lnTo>
                    <a:pt x="1601944" y="4028263"/>
                  </a:lnTo>
                  <a:lnTo>
                    <a:pt x="1601944" y="4027832"/>
                  </a:lnTo>
                  <a:lnTo>
                    <a:pt x="1602102" y="4027832"/>
                  </a:lnTo>
                  <a:lnTo>
                    <a:pt x="1602259" y="4027832"/>
                  </a:lnTo>
                  <a:lnTo>
                    <a:pt x="1602259" y="4027401"/>
                  </a:lnTo>
                  <a:lnTo>
                    <a:pt x="1602259" y="4026971"/>
                  </a:lnTo>
                  <a:lnTo>
                    <a:pt x="1602259" y="4026540"/>
                  </a:lnTo>
                  <a:lnTo>
                    <a:pt x="1602417" y="4026540"/>
                  </a:lnTo>
                  <a:lnTo>
                    <a:pt x="1602575" y="4026540"/>
                  </a:lnTo>
                  <a:lnTo>
                    <a:pt x="1602733" y="4026540"/>
                  </a:lnTo>
                  <a:lnTo>
                    <a:pt x="1602733" y="4026110"/>
                  </a:lnTo>
                  <a:lnTo>
                    <a:pt x="1602733" y="4025679"/>
                  </a:lnTo>
                  <a:lnTo>
                    <a:pt x="1602890" y="4025679"/>
                  </a:lnTo>
                  <a:lnTo>
                    <a:pt x="1603048" y="4025679"/>
                  </a:lnTo>
                  <a:lnTo>
                    <a:pt x="1603206" y="4025679"/>
                  </a:lnTo>
                  <a:lnTo>
                    <a:pt x="1603206" y="4025248"/>
                  </a:lnTo>
                  <a:lnTo>
                    <a:pt x="1603364" y="4025248"/>
                  </a:lnTo>
                  <a:lnTo>
                    <a:pt x="1603521" y="4025248"/>
                  </a:lnTo>
                  <a:lnTo>
                    <a:pt x="1603521" y="4024818"/>
                  </a:lnTo>
                  <a:lnTo>
                    <a:pt x="1603679" y="4024818"/>
                  </a:lnTo>
                  <a:lnTo>
                    <a:pt x="1603837" y="4024818"/>
                  </a:lnTo>
                  <a:lnTo>
                    <a:pt x="1603837" y="4024387"/>
                  </a:lnTo>
                  <a:lnTo>
                    <a:pt x="1603837" y="4023957"/>
                  </a:lnTo>
                  <a:lnTo>
                    <a:pt x="1603837" y="4023526"/>
                  </a:lnTo>
                  <a:lnTo>
                    <a:pt x="1603994" y="4023526"/>
                  </a:lnTo>
                  <a:lnTo>
                    <a:pt x="1604152" y="4023526"/>
                  </a:lnTo>
                  <a:lnTo>
                    <a:pt x="1604152" y="4023095"/>
                  </a:lnTo>
                  <a:lnTo>
                    <a:pt x="1604310" y="4023095"/>
                  </a:lnTo>
                  <a:lnTo>
                    <a:pt x="1604310" y="4022665"/>
                  </a:lnTo>
                  <a:lnTo>
                    <a:pt x="1604468" y="4022665"/>
                  </a:lnTo>
                  <a:lnTo>
                    <a:pt x="1604625" y="4022665"/>
                  </a:lnTo>
                  <a:lnTo>
                    <a:pt x="1604783" y="4022665"/>
                  </a:lnTo>
                  <a:lnTo>
                    <a:pt x="1604941" y="4022665"/>
                  </a:lnTo>
                  <a:lnTo>
                    <a:pt x="1605098" y="4022665"/>
                  </a:lnTo>
                  <a:lnTo>
                    <a:pt x="1605098" y="4022234"/>
                  </a:lnTo>
                  <a:lnTo>
                    <a:pt x="1605098" y="4021804"/>
                  </a:lnTo>
                  <a:lnTo>
                    <a:pt x="1605098" y="4021373"/>
                  </a:lnTo>
                  <a:lnTo>
                    <a:pt x="1605256" y="4021373"/>
                  </a:lnTo>
                  <a:lnTo>
                    <a:pt x="1605414" y="4021373"/>
                  </a:lnTo>
                  <a:lnTo>
                    <a:pt x="1605414" y="4020942"/>
                  </a:lnTo>
                  <a:lnTo>
                    <a:pt x="1605572" y="4020942"/>
                  </a:lnTo>
                  <a:lnTo>
                    <a:pt x="1605729" y="4020942"/>
                  </a:lnTo>
                  <a:lnTo>
                    <a:pt x="1605887" y="4020942"/>
                  </a:lnTo>
                  <a:lnTo>
                    <a:pt x="1605887" y="4020512"/>
                  </a:lnTo>
                  <a:lnTo>
                    <a:pt x="1606045" y="4020512"/>
                  </a:lnTo>
                  <a:lnTo>
                    <a:pt x="1606045" y="4020081"/>
                  </a:lnTo>
                  <a:lnTo>
                    <a:pt x="1606202" y="4020081"/>
                  </a:lnTo>
                  <a:lnTo>
                    <a:pt x="1606360" y="4020081"/>
                  </a:lnTo>
                  <a:lnTo>
                    <a:pt x="1606360" y="4019651"/>
                  </a:lnTo>
                  <a:lnTo>
                    <a:pt x="1606518" y="4019651"/>
                  </a:lnTo>
                  <a:lnTo>
                    <a:pt x="1606676" y="4019651"/>
                  </a:lnTo>
                  <a:lnTo>
                    <a:pt x="1606833" y="4019651"/>
                  </a:lnTo>
                  <a:lnTo>
                    <a:pt x="1606833" y="4019220"/>
                  </a:lnTo>
                  <a:lnTo>
                    <a:pt x="1606991" y="4019220"/>
                  </a:lnTo>
                  <a:lnTo>
                    <a:pt x="1607149" y="4019220"/>
                  </a:lnTo>
                  <a:lnTo>
                    <a:pt x="1607306" y="4019220"/>
                  </a:lnTo>
                  <a:lnTo>
                    <a:pt x="1607464" y="4019220"/>
                  </a:lnTo>
                  <a:lnTo>
                    <a:pt x="1607622" y="4019220"/>
                  </a:lnTo>
                  <a:lnTo>
                    <a:pt x="1607622" y="4018789"/>
                  </a:lnTo>
                  <a:lnTo>
                    <a:pt x="1607780" y="4018789"/>
                  </a:lnTo>
                  <a:lnTo>
                    <a:pt x="1607937" y="4018789"/>
                  </a:lnTo>
                  <a:lnTo>
                    <a:pt x="1608095" y="4018789"/>
                  </a:lnTo>
                  <a:lnTo>
                    <a:pt x="1608253" y="4018789"/>
                  </a:lnTo>
                  <a:lnTo>
                    <a:pt x="1608411" y="4018789"/>
                  </a:lnTo>
                  <a:lnTo>
                    <a:pt x="1608568" y="4018789"/>
                  </a:lnTo>
                  <a:lnTo>
                    <a:pt x="1608726" y="4018789"/>
                  </a:lnTo>
                  <a:lnTo>
                    <a:pt x="1608726" y="4018359"/>
                  </a:lnTo>
                  <a:lnTo>
                    <a:pt x="1608884" y="4018359"/>
                  </a:lnTo>
                  <a:lnTo>
                    <a:pt x="1609041" y="4018359"/>
                  </a:lnTo>
                  <a:lnTo>
                    <a:pt x="1609041" y="4017928"/>
                  </a:lnTo>
                  <a:lnTo>
                    <a:pt x="1609199" y="4017928"/>
                  </a:lnTo>
                  <a:lnTo>
                    <a:pt x="1609357" y="4017928"/>
                  </a:lnTo>
                  <a:lnTo>
                    <a:pt x="1609515" y="4017928"/>
                  </a:lnTo>
                  <a:lnTo>
                    <a:pt x="1609672" y="4017928"/>
                  </a:lnTo>
                  <a:lnTo>
                    <a:pt x="1609830" y="4017928"/>
                  </a:lnTo>
                  <a:lnTo>
                    <a:pt x="1609988" y="4017928"/>
                  </a:lnTo>
                  <a:lnTo>
                    <a:pt x="1609988" y="4017498"/>
                  </a:lnTo>
                  <a:lnTo>
                    <a:pt x="1610145" y="4017498"/>
                  </a:lnTo>
                  <a:lnTo>
                    <a:pt x="1610145" y="4017067"/>
                  </a:lnTo>
                  <a:lnTo>
                    <a:pt x="1610303" y="4017067"/>
                  </a:lnTo>
                  <a:lnTo>
                    <a:pt x="1610461" y="4017067"/>
                  </a:lnTo>
                  <a:lnTo>
                    <a:pt x="1610619" y="4017067"/>
                  </a:lnTo>
                  <a:lnTo>
                    <a:pt x="1610776" y="4017067"/>
                  </a:lnTo>
                  <a:lnTo>
                    <a:pt x="1610776" y="4016636"/>
                  </a:lnTo>
                  <a:lnTo>
                    <a:pt x="1610934" y="4016636"/>
                  </a:lnTo>
                  <a:lnTo>
                    <a:pt x="1610934" y="4016206"/>
                  </a:lnTo>
                  <a:lnTo>
                    <a:pt x="1611092" y="4016206"/>
                  </a:lnTo>
                  <a:lnTo>
                    <a:pt x="1611249" y="4016206"/>
                  </a:lnTo>
                  <a:lnTo>
                    <a:pt x="1611249" y="4015775"/>
                  </a:lnTo>
                  <a:lnTo>
                    <a:pt x="1611249" y="4015345"/>
                  </a:lnTo>
                  <a:lnTo>
                    <a:pt x="1611407" y="4015345"/>
                  </a:lnTo>
                  <a:lnTo>
                    <a:pt x="1611565" y="4015345"/>
                  </a:lnTo>
                  <a:lnTo>
                    <a:pt x="1611723" y="4015345"/>
                  </a:lnTo>
                  <a:lnTo>
                    <a:pt x="1611880" y="4015345"/>
                  </a:lnTo>
                  <a:lnTo>
                    <a:pt x="1612038" y="4015345"/>
                  </a:lnTo>
                  <a:lnTo>
                    <a:pt x="1612196" y="4015345"/>
                  </a:lnTo>
                  <a:lnTo>
                    <a:pt x="1612353" y="4015345"/>
                  </a:lnTo>
                  <a:lnTo>
                    <a:pt x="1612511" y="4015345"/>
                  </a:lnTo>
                  <a:lnTo>
                    <a:pt x="1612669" y="4015345"/>
                  </a:lnTo>
                  <a:lnTo>
                    <a:pt x="1612827" y="4015345"/>
                  </a:lnTo>
                  <a:lnTo>
                    <a:pt x="1612984" y="4015345"/>
                  </a:lnTo>
                  <a:lnTo>
                    <a:pt x="1613142" y="4015345"/>
                  </a:lnTo>
                  <a:lnTo>
                    <a:pt x="1613142" y="4014914"/>
                  </a:lnTo>
                  <a:lnTo>
                    <a:pt x="1613142" y="4014483"/>
                  </a:lnTo>
                  <a:lnTo>
                    <a:pt x="1613142" y="4014053"/>
                  </a:lnTo>
                  <a:lnTo>
                    <a:pt x="1613300" y="4014053"/>
                  </a:lnTo>
                  <a:lnTo>
                    <a:pt x="1613300" y="4013622"/>
                  </a:lnTo>
                  <a:lnTo>
                    <a:pt x="1613457" y="4013622"/>
                  </a:lnTo>
                  <a:lnTo>
                    <a:pt x="1613615" y="4013622"/>
                  </a:lnTo>
                  <a:lnTo>
                    <a:pt x="1613773" y="4013622"/>
                  </a:lnTo>
                  <a:lnTo>
                    <a:pt x="1613931" y="4013622"/>
                  </a:lnTo>
                  <a:lnTo>
                    <a:pt x="1614088" y="4013622"/>
                  </a:lnTo>
                  <a:lnTo>
                    <a:pt x="1614246" y="4013622"/>
                  </a:lnTo>
                  <a:lnTo>
                    <a:pt x="1614404" y="4013622"/>
                  </a:lnTo>
                  <a:lnTo>
                    <a:pt x="1614562" y="4013622"/>
                  </a:lnTo>
                  <a:lnTo>
                    <a:pt x="1614719" y="4013622"/>
                  </a:lnTo>
                  <a:lnTo>
                    <a:pt x="1614877" y="4013622"/>
                  </a:lnTo>
                  <a:lnTo>
                    <a:pt x="1614877" y="4013192"/>
                  </a:lnTo>
                  <a:lnTo>
                    <a:pt x="1615035" y="4013192"/>
                  </a:lnTo>
                  <a:lnTo>
                    <a:pt x="1615192" y="4013192"/>
                  </a:lnTo>
                  <a:lnTo>
                    <a:pt x="1615350" y="4013192"/>
                  </a:lnTo>
                  <a:lnTo>
                    <a:pt x="1615350" y="4012761"/>
                  </a:lnTo>
                  <a:lnTo>
                    <a:pt x="1615508" y="4012761"/>
                  </a:lnTo>
                  <a:lnTo>
                    <a:pt x="1615508" y="4012330"/>
                  </a:lnTo>
                  <a:lnTo>
                    <a:pt x="1615666" y="4012330"/>
                  </a:lnTo>
                  <a:lnTo>
                    <a:pt x="1615823" y="4012330"/>
                  </a:lnTo>
                  <a:lnTo>
                    <a:pt x="1615981" y="4012330"/>
                  </a:lnTo>
                  <a:lnTo>
                    <a:pt x="1615981" y="4011900"/>
                  </a:lnTo>
                  <a:lnTo>
                    <a:pt x="1616139" y="4011900"/>
                  </a:lnTo>
                  <a:lnTo>
                    <a:pt x="1616296" y="4011900"/>
                  </a:lnTo>
                  <a:lnTo>
                    <a:pt x="1616454" y="4011900"/>
                  </a:lnTo>
                  <a:lnTo>
                    <a:pt x="1616612" y="4011900"/>
                  </a:lnTo>
                  <a:lnTo>
                    <a:pt x="1616770" y="4011900"/>
                  </a:lnTo>
                  <a:lnTo>
                    <a:pt x="1616927" y="4011900"/>
                  </a:lnTo>
                  <a:lnTo>
                    <a:pt x="1616927" y="4011469"/>
                  </a:lnTo>
                  <a:lnTo>
                    <a:pt x="1616927" y="4011039"/>
                  </a:lnTo>
                  <a:lnTo>
                    <a:pt x="1617085" y="4011039"/>
                  </a:lnTo>
                  <a:lnTo>
                    <a:pt x="1617243" y="4011039"/>
                  </a:lnTo>
                  <a:lnTo>
                    <a:pt x="1617400" y="4011039"/>
                  </a:lnTo>
                  <a:lnTo>
                    <a:pt x="1617558" y="4011039"/>
                  </a:lnTo>
                  <a:lnTo>
                    <a:pt x="1617716" y="4011039"/>
                  </a:lnTo>
                  <a:lnTo>
                    <a:pt x="1617874" y="4011039"/>
                  </a:lnTo>
                  <a:lnTo>
                    <a:pt x="1618031" y="4011039"/>
                  </a:lnTo>
                  <a:lnTo>
                    <a:pt x="1618031" y="4010608"/>
                  </a:lnTo>
                  <a:lnTo>
                    <a:pt x="1618189" y="4010608"/>
                  </a:lnTo>
                  <a:lnTo>
                    <a:pt x="1618189" y="4010177"/>
                  </a:lnTo>
                  <a:lnTo>
                    <a:pt x="1618347" y="4010177"/>
                  </a:lnTo>
                  <a:lnTo>
                    <a:pt x="1618504" y="4010177"/>
                  </a:lnTo>
                  <a:lnTo>
                    <a:pt x="1618662" y="4010177"/>
                  </a:lnTo>
                  <a:lnTo>
                    <a:pt x="1618820" y="4010177"/>
                  </a:lnTo>
                  <a:lnTo>
                    <a:pt x="1618820" y="4009747"/>
                  </a:lnTo>
                  <a:lnTo>
                    <a:pt x="1618978" y="4009747"/>
                  </a:lnTo>
                  <a:lnTo>
                    <a:pt x="1619135" y="4009747"/>
                  </a:lnTo>
                  <a:lnTo>
                    <a:pt x="1619135" y="4009316"/>
                  </a:lnTo>
                  <a:lnTo>
                    <a:pt x="1619293" y="4009316"/>
                  </a:lnTo>
                  <a:lnTo>
                    <a:pt x="1619451" y="4009316"/>
                  </a:lnTo>
                  <a:lnTo>
                    <a:pt x="1619608" y="4009316"/>
                  </a:lnTo>
                  <a:lnTo>
                    <a:pt x="1619766" y="4009316"/>
                  </a:lnTo>
                  <a:lnTo>
                    <a:pt x="1619924" y="4009316"/>
                  </a:lnTo>
                  <a:lnTo>
                    <a:pt x="1620082" y="4009316"/>
                  </a:lnTo>
                  <a:lnTo>
                    <a:pt x="1620082" y="4008886"/>
                  </a:lnTo>
                  <a:lnTo>
                    <a:pt x="1620239" y="4008886"/>
                  </a:lnTo>
                  <a:lnTo>
                    <a:pt x="1620239" y="4008455"/>
                  </a:lnTo>
                  <a:lnTo>
                    <a:pt x="1620239" y="4008024"/>
                  </a:lnTo>
                  <a:lnTo>
                    <a:pt x="1620397" y="4008024"/>
                  </a:lnTo>
                  <a:lnTo>
                    <a:pt x="1620555" y="4008024"/>
                  </a:lnTo>
                  <a:lnTo>
                    <a:pt x="1620713" y="4008024"/>
                  </a:lnTo>
                  <a:lnTo>
                    <a:pt x="1620870" y="4008024"/>
                  </a:lnTo>
                  <a:lnTo>
                    <a:pt x="1620870" y="4007594"/>
                  </a:lnTo>
                  <a:lnTo>
                    <a:pt x="1620870" y="4007163"/>
                  </a:lnTo>
                  <a:lnTo>
                    <a:pt x="1621028" y="4007163"/>
                  </a:lnTo>
                  <a:lnTo>
                    <a:pt x="1621186" y="4007163"/>
                  </a:lnTo>
                  <a:lnTo>
                    <a:pt x="1621186" y="4006733"/>
                  </a:lnTo>
                  <a:lnTo>
                    <a:pt x="1621186" y="4006302"/>
                  </a:lnTo>
                  <a:lnTo>
                    <a:pt x="1621343" y="4006302"/>
                  </a:lnTo>
                  <a:lnTo>
                    <a:pt x="1621501" y="4006302"/>
                  </a:lnTo>
                  <a:lnTo>
                    <a:pt x="1621659" y="4006302"/>
                  </a:lnTo>
                  <a:lnTo>
                    <a:pt x="1621817" y="4006302"/>
                  </a:lnTo>
                  <a:lnTo>
                    <a:pt x="1621974" y="4006302"/>
                  </a:lnTo>
                  <a:lnTo>
                    <a:pt x="1622132" y="4006302"/>
                  </a:lnTo>
                  <a:lnTo>
                    <a:pt x="1622132" y="4005871"/>
                  </a:lnTo>
                  <a:lnTo>
                    <a:pt x="1622132" y="4005441"/>
                  </a:lnTo>
                  <a:lnTo>
                    <a:pt x="1622132" y="4005010"/>
                  </a:lnTo>
                  <a:lnTo>
                    <a:pt x="1622290" y="4005010"/>
                  </a:lnTo>
                  <a:lnTo>
                    <a:pt x="1622447" y="4005010"/>
                  </a:lnTo>
                  <a:lnTo>
                    <a:pt x="1622605" y="4005010"/>
                  </a:lnTo>
                  <a:lnTo>
                    <a:pt x="1622763" y="4005010"/>
                  </a:lnTo>
                  <a:lnTo>
                    <a:pt x="1622921" y="4005010"/>
                  </a:lnTo>
                  <a:lnTo>
                    <a:pt x="1623078" y="4005010"/>
                  </a:lnTo>
                  <a:lnTo>
                    <a:pt x="1623236" y="4005010"/>
                  </a:lnTo>
                  <a:lnTo>
                    <a:pt x="1623394" y="4005010"/>
                  </a:lnTo>
                  <a:lnTo>
                    <a:pt x="1623551" y="4005010"/>
                  </a:lnTo>
                  <a:lnTo>
                    <a:pt x="1623551" y="4004580"/>
                  </a:lnTo>
                  <a:lnTo>
                    <a:pt x="1623709" y="4004580"/>
                  </a:lnTo>
                  <a:lnTo>
                    <a:pt x="1623867" y="4004580"/>
                  </a:lnTo>
                  <a:lnTo>
                    <a:pt x="1623867" y="4004149"/>
                  </a:lnTo>
                  <a:lnTo>
                    <a:pt x="1624025" y="4004149"/>
                  </a:lnTo>
                  <a:lnTo>
                    <a:pt x="1624182" y="4004149"/>
                  </a:lnTo>
                  <a:lnTo>
                    <a:pt x="1624340" y="4004149"/>
                  </a:lnTo>
                  <a:lnTo>
                    <a:pt x="1624498" y="4004149"/>
                  </a:lnTo>
                  <a:lnTo>
                    <a:pt x="1624498" y="4003718"/>
                  </a:lnTo>
                  <a:lnTo>
                    <a:pt x="1624655" y="4003718"/>
                  </a:lnTo>
                  <a:lnTo>
                    <a:pt x="1624813" y="4003718"/>
                  </a:lnTo>
                  <a:lnTo>
                    <a:pt x="1624813" y="4003288"/>
                  </a:lnTo>
                  <a:lnTo>
                    <a:pt x="1624813" y="4002857"/>
                  </a:lnTo>
                  <a:lnTo>
                    <a:pt x="1624971" y="4002857"/>
                  </a:lnTo>
                  <a:lnTo>
                    <a:pt x="1625129" y="4002857"/>
                  </a:lnTo>
                  <a:lnTo>
                    <a:pt x="1625286" y="4002857"/>
                  </a:lnTo>
                  <a:lnTo>
                    <a:pt x="1625444" y="4002857"/>
                  </a:lnTo>
                  <a:lnTo>
                    <a:pt x="1625602" y="4002857"/>
                  </a:lnTo>
                  <a:lnTo>
                    <a:pt x="1625760" y="4002857"/>
                  </a:lnTo>
                  <a:lnTo>
                    <a:pt x="1625760" y="4002427"/>
                  </a:lnTo>
                  <a:lnTo>
                    <a:pt x="1625917" y="4002427"/>
                  </a:lnTo>
                  <a:lnTo>
                    <a:pt x="1626075" y="4002427"/>
                  </a:lnTo>
                  <a:lnTo>
                    <a:pt x="1626233" y="4002427"/>
                  </a:lnTo>
                  <a:lnTo>
                    <a:pt x="1626390" y="4002427"/>
                  </a:lnTo>
                  <a:lnTo>
                    <a:pt x="1626548" y="4002427"/>
                  </a:lnTo>
                  <a:lnTo>
                    <a:pt x="1626706" y="4002427"/>
                  </a:lnTo>
                  <a:lnTo>
                    <a:pt x="1626864" y="4002427"/>
                  </a:lnTo>
                  <a:lnTo>
                    <a:pt x="1627021" y="4002427"/>
                  </a:lnTo>
                  <a:lnTo>
                    <a:pt x="1627179" y="4002427"/>
                  </a:lnTo>
                  <a:lnTo>
                    <a:pt x="1627337" y="4002427"/>
                  </a:lnTo>
                  <a:lnTo>
                    <a:pt x="1627337" y="4001996"/>
                  </a:lnTo>
                  <a:lnTo>
                    <a:pt x="1627337" y="4001565"/>
                  </a:lnTo>
                  <a:lnTo>
                    <a:pt x="1627494" y="4001565"/>
                  </a:lnTo>
                  <a:lnTo>
                    <a:pt x="1627494" y="4001135"/>
                  </a:lnTo>
                  <a:lnTo>
                    <a:pt x="1627652" y="4001135"/>
                  </a:lnTo>
                  <a:lnTo>
                    <a:pt x="1627652" y="4000704"/>
                  </a:lnTo>
                  <a:lnTo>
                    <a:pt x="1627810" y="4000704"/>
                  </a:lnTo>
                  <a:lnTo>
                    <a:pt x="1627810" y="4000274"/>
                  </a:lnTo>
                  <a:lnTo>
                    <a:pt x="1627968" y="4000274"/>
                  </a:lnTo>
                  <a:lnTo>
                    <a:pt x="1627968" y="3999843"/>
                  </a:lnTo>
                  <a:lnTo>
                    <a:pt x="1627968" y="3999412"/>
                  </a:lnTo>
                  <a:lnTo>
                    <a:pt x="1627968" y="3998982"/>
                  </a:lnTo>
                  <a:lnTo>
                    <a:pt x="1627968" y="3998551"/>
                  </a:lnTo>
                  <a:lnTo>
                    <a:pt x="1628125" y="3998551"/>
                  </a:lnTo>
                  <a:lnTo>
                    <a:pt x="1628283" y="3998551"/>
                  </a:lnTo>
                  <a:lnTo>
                    <a:pt x="1628441" y="3998551"/>
                  </a:lnTo>
                  <a:lnTo>
                    <a:pt x="1628598" y="3998551"/>
                  </a:lnTo>
                  <a:lnTo>
                    <a:pt x="1628756" y="3998551"/>
                  </a:lnTo>
                  <a:lnTo>
                    <a:pt x="1628914" y="3998551"/>
                  </a:lnTo>
                  <a:lnTo>
                    <a:pt x="1629072" y="3998551"/>
                  </a:lnTo>
                  <a:lnTo>
                    <a:pt x="1629072" y="3998121"/>
                  </a:lnTo>
                  <a:lnTo>
                    <a:pt x="1629229" y="3998121"/>
                  </a:lnTo>
                  <a:lnTo>
                    <a:pt x="1629229" y="3997690"/>
                  </a:lnTo>
                  <a:lnTo>
                    <a:pt x="1629229" y="3997259"/>
                  </a:lnTo>
                  <a:lnTo>
                    <a:pt x="1629387" y="3997259"/>
                  </a:lnTo>
                  <a:lnTo>
                    <a:pt x="1629387" y="3996829"/>
                  </a:lnTo>
                  <a:lnTo>
                    <a:pt x="1629545" y="3996829"/>
                  </a:lnTo>
                  <a:lnTo>
                    <a:pt x="1629702" y="3996829"/>
                  </a:lnTo>
                  <a:lnTo>
                    <a:pt x="1629702" y="3996398"/>
                  </a:lnTo>
                  <a:lnTo>
                    <a:pt x="1629860" y="3996398"/>
                  </a:lnTo>
                  <a:lnTo>
                    <a:pt x="1629860" y="3995968"/>
                  </a:lnTo>
                  <a:lnTo>
                    <a:pt x="1630018" y="3995968"/>
                  </a:lnTo>
                  <a:lnTo>
                    <a:pt x="1630176" y="3995968"/>
                  </a:lnTo>
                  <a:lnTo>
                    <a:pt x="1630333" y="3995968"/>
                  </a:lnTo>
                  <a:lnTo>
                    <a:pt x="1630333" y="3995537"/>
                  </a:lnTo>
                  <a:lnTo>
                    <a:pt x="1630333" y="3995106"/>
                  </a:lnTo>
                  <a:lnTo>
                    <a:pt x="1630491" y="3995106"/>
                  </a:lnTo>
                  <a:lnTo>
                    <a:pt x="1630491" y="3994676"/>
                  </a:lnTo>
                  <a:lnTo>
                    <a:pt x="1630491" y="3994245"/>
                  </a:lnTo>
                  <a:lnTo>
                    <a:pt x="1630649" y="3994245"/>
                  </a:lnTo>
                  <a:lnTo>
                    <a:pt x="1630806" y="3994245"/>
                  </a:lnTo>
                  <a:lnTo>
                    <a:pt x="1630964" y="3994245"/>
                  </a:lnTo>
                  <a:lnTo>
                    <a:pt x="1630964" y="3993815"/>
                  </a:lnTo>
                  <a:lnTo>
                    <a:pt x="1630964" y="3993384"/>
                  </a:lnTo>
                  <a:lnTo>
                    <a:pt x="1631122" y="3993384"/>
                  </a:lnTo>
                  <a:lnTo>
                    <a:pt x="1631280" y="3993384"/>
                  </a:lnTo>
                  <a:lnTo>
                    <a:pt x="1631437" y="3993384"/>
                  </a:lnTo>
                  <a:lnTo>
                    <a:pt x="1631595" y="3993384"/>
                  </a:lnTo>
                  <a:lnTo>
                    <a:pt x="1631753" y="3993384"/>
                  </a:lnTo>
                  <a:lnTo>
                    <a:pt x="1631911" y="3993384"/>
                  </a:lnTo>
                  <a:lnTo>
                    <a:pt x="1632068" y="3993384"/>
                  </a:lnTo>
                  <a:lnTo>
                    <a:pt x="1632226" y="3993384"/>
                  </a:lnTo>
                  <a:lnTo>
                    <a:pt x="1632384" y="3993384"/>
                  </a:lnTo>
                  <a:lnTo>
                    <a:pt x="1632384" y="3992953"/>
                  </a:lnTo>
                  <a:lnTo>
                    <a:pt x="1632541" y="3992953"/>
                  </a:lnTo>
                  <a:lnTo>
                    <a:pt x="1632541" y="3992523"/>
                  </a:lnTo>
                  <a:lnTo>
                    <a:pt x="1632699" y="3992523"/>
                  </a:lnTo>
                  <a:lnTo>
                    <a:pt x="1632699" y="3992092"/>
                  </a:lnTo>
                  <a:lnTo>
                    <a:pt x="1632857" y="3992092"/>
                  </a:lnTo>
                  <a:lnTo>
                    <a:pt x="1632857" y="3991662"/>
                  </a:lnTo>
                  <a:lnTo>
                    <a:pt x="1633015" y="3991662"/>
                  </a:lnTo>
                  <a:lnTo>
                    <a:pt x="1633015" y="3991231"/>
                  </a:lnTo>
                  <a:lnTo>
                    <a:pt x="1633172" y="3991231"/>
                  </a:lnTo>
                  <a:lnTo>
                    <a:pt x="1633172" y="3990800"/>
                  </a:lnTo>
                  <a:lnTo>
                    <a:pt x="1633330" y="3990800"/>
                  </a:lnTo>
                  <a:lnTo>
                    <a:pt x="1633330" y="3990370"/>
                  </a:lnTo>
                  <a:lnTo>
                    <a:pt x="1633488" y="3990370"/>
                  </a:lnTo>
                  <a:lnTo>
                    <a:pt x="1633645" y="3990370"/>
                  </a:lnTo>
                  <a:lnTo>
                    <a:pt x="1633803" y="3990370"/>
                  </a:lnTo>
                  <a:lnTo>
                    <a:pt x="1633803" y="3989939"/>
                  </a:lnTo>
                  <a:lnTo>
                    <a:pt x="1633961" y="3989939"/>
                  </a:lnTo>
                  <a:lnTo>
                    <a:pt x="1634119" y="3989939"/>
                  </a:lnTo>
                  <a:lnTo>
                    <a:pt x="1634276" y="3989939"/>
                  </a:lnTo>
                  <a:lnTo>
                    <a:pt x="1634276" y="3989509"/>
                  </a:lnTo>
                  <a:lnTo>
                    <a:pt x="1634434" y="3989509"/>
                  </a:lnTo>
                  <a:lnTo>
                    <a:pt x="1634434" y="3989078"/>
                  </a:lnTo>
                  <a:lnTo>
                    <a:pt x="1634592" y="3989078"/>
                  </a:lnTo>
                  <a:lnTo>
                    <a:pt x="1634592" y="3988647"/>
                  </a:lnTo>
                  <a:lnTo>
                    <a:pt x="1634749" y="3988647"/>
                  </a:lnTo>
                  <a:lnTo>
                    <a:pt x="1634907" y="3988647"/>
                  </a:lnTo>
                  <a:lnTo>
                    <a:pt x="1635065" y="3988647"/>
                  </a:lnTo>
                  <a:lnTo>
                    <a:pt x="1635223" y="3988647"/>
                  </a:lnTo>
                  <a:lnTo>
                    <a:pt x="1635380" y="3988647"/>
                  </a:lnTo>
                  <a:lnTo>
                    <a:pt x="1635380" y="3988217"/>
                  </a:lnTo>
                  <a:lnTo>
                    <a:pt x="1635538" y="3988217"/>
                  </a:lnTo>
                  <a:lnTo>
                    <a:pt x="1635538" y="3987786"/>
                  </a:lnTo>
                  <a:lnTo>
                    <a:pt x="1635538" y="3987356"/>
                  </a:lnTo>
                  <a:lnTo>
                    <a:pt x="1635696" y="3987356"/>
                  </a:lnTo>
                  <a:lnTo>
                    <a:pt x="1635853" y="3987356"/>
                  </a:lnTo>
                  <a:lnTo>
                    <a:pt x="1635853" y="3986925"/>
                  </a:lnTo>
                  <a:lnTo>
                    <a:pt x="1635853" y="3986494"/>
                  </a:lnTo>
                  <a:lnTo>
                    <a:pt x="1635853" y="3986064"/>
                  </a:lnTo>
                  <a:lnTo>
                    <a:pt x="1636011" y="3986064"/>
                  </a:lnTo>
                  <a:lnTo>
                    <a:pt x="1636169" y="3986064"/>
                  </a:lnTo>
                  <a:lnTo>
                    <a:pt x="1636327" y="3986064"/>
                  </a:lnTo>
                  <a:lnTo>
                    <a:pt x="1636484" y="3986064"/>
                  </a:lnTo>
                  <a:lnTo>
                    <a:pt x="1636642" y="3986064"/>
                  </a:lnTo>
                  <a:lnTo>
                    <a:pt x="1636800" y="3986064"/>
                  </a:lnTo>
                  <a:lnTo>
                    <a:pt x="1636958" y="3986064"/>
                  </a:lnTo>
                  <a:lnTo>
                    <a:pt x="1636958" y="3985633"/>
                  </a:lnTo>
                  <a:lnTo>
                    <a:pt x="1637115" y="3985633"/>
                  </a:lnTo>
                  <a:lnTo>
                    <a:pt x="1637115" y="3985203"/>
                  </a:lnTo>
                  <a:lnTo>
                    <a:pt x="1637273" y="3985203"/>
                  </a:lnTo>
                  <a:lnTo>
                    <a:pt x="1637273" y="3984772"/>
                  </a:lnTo>
                  <a:lnTo>
                    <a:pt x="1637431" y="3984772"/>
                  </a:lnTo>
                  <a:lnTo>
                    <a:pt x="1637588" y="3984772"/>
                  </a:lnTo>
                  <a:lnTo>
                    <a:pt x="1637746" y="3984772"/>
                  </a:lnTo>
                  <a:lnTo>
                    <a:pt x="1637746" y="3984341"/>
                  </a:lnTo>
                  <a:lnTo>
                    <a:pt x="1637904" y="3984341"/>
                  </a:lnTo>
                  <a:lnTo>
                    <a:pt x="1637904" y="3983911"/>
                  </a:lnTo>
                  <a:lnTo>
                    <a:pt x="1638062" y="3983911"/>
                  </a:lnTo>
                  <a:lnTo>
                    <a:pt x="1638219" y="3983911"/>
                  </a:lnTo>
                  <a:lnTo>
                    <a:pt x="1638377" y="3983911"/>
                  </a:lnTo>
                  <a:lnTo>
                    <a:pt x="1638535" y="3983911"/>
                  </a:lnTo>
                  <a:lnTo>
                    <a:pt x="1638692" y="3983911"/>
                  </a:lnTo>
                  <a:lnTo>
                    <a:pt x="1638850" y="3983911"/>
                  </a:lnTo>
                  <a:lnTo>
                    <a:pt x="1638850" y="3983480"/>
                  </a:lnTo>
                  <a:lnTo>
                    <a:pt x="1639008" y="3983480"/>
                  </a:lnTo>
                  <a:lnTo>
                    <a:pt x="1639166" y="3983480"/>
                  </a:lnTo>
                  <a:lnTo>
                    <a:pt x="1639166" y="3983050"/>
                  </a:lnTo>
                  <a:lnTo>
                    <a:pt x="1639166" y="3982619"/>
                  </a:lnTo>
                  <a:lnTo>
                    <a:pt x="1639323" y="3982619"/>
                  </a:lnTo>
                  <a:lnTo>
                    <a:pt x="1639481" y="3982619"/>
                  </a:lnTo>
                  <a:lnTo>
                    <a:pt x="1639639" y="3982619"/>
                  </a:lnTo>
                  <a:lnTo>
                    <a:pt x="1639796" y="3982619"/>
                  </a:lnTo>
                  <a:lnTo>
                    <a:pt x="1639954" y="3982619"/>
                  </a:lnTo>
                  <a:lnTo>
                    <a:pt x="1640112" y="3982619"/>
                  </a:lnTo>
                  <a:lnTo>
                    <a:pt x="1640270" y="3982619"/>
                  </a:lnTo>
                  <a:lnTo>
                    <a:pt x="1640427" y="3982619"/>
                  </a:lnTo>
                  <a:lnTo>
                    <a:pt x="1640585" y="3982619"/>
                  </a:lnTo>
                  <a:lnTo>
                    <a:pt x="1640743" y="3982619"/>
                  </a:lnTo>
                  <a:lnTo>
                    <a:pt x="1640900" y="3982619"/>
                  </a:lnTo>
                  <a:lnTo>
                    <a:pt x="1641058" y="3982619"/>
                  </a:lnTo>
                  <a:lnTo>
                    <a:pt x="1641216" y="3982619"/>
                  </a:lnTo>
                  <a:lnTo>
                    <a:pt x="1641374" y="3982619"/>
                  </a:lnTo>
                  <a:lnTo>
                    <a:pt x="1641531" y="3982619"/>
                  </a:lnTo>
                  <a:lnTo>
                    <a:pt x="1641689" y="3982619"/>
                  </a:lnTo>
                  <a:lnTo>
                    <a:pt x="1641847" y="3982619"/>
                  </a:lnTo>
                  <a:lnTo>
                    <a:pt x="1642004" y="3982619"/>
                  </a:lnTo>
                  <a:lnTo>
                    <a:pt x="1642004" y="3982188"/>
                  </a:lnTo>
                  <a:lnTo>
                    <a:pt x="1642162" y="3982188"/>
                  </a:lnTo>
                  <a:lnTo>
                    <a:pt x="1642320" y="3982188"/>
                  </a:lnTo>
                  <a:lnTo>
                    <a:pt x="1642478" y="3982188"/>
                  </a:lnTo>
                  <a:lnTo>
                    <a:pt x="1642635" y="3982188"/>
                  </a:lnTo>
                  <a:lnTo>
                    <a:pt x="1642793" y="3982188"/>
                  </a:lnTo>
                  <a:lnTo>
                    <a:pt x="1642951" y="3982188"/>
                  </a:lnTo>
                  <a:lnTo>
                    <a:pt x="1643109" y="3982188"/>
                  </a:lnTo>
                  <a:lnTo>
                    <a:pt x="1643266" y="3982188"/>
                  </a:lnTo>
                  <a:lnTo>
                    <a:pt x="1643424" y="3982188"/>
                  </a:lnTo>
                  <a:lnTo>
                    <a:pt x="1643424" y="3981758"/>
                  </a:lnTo>
                  <a:lnTo>
                    <a:pt x="1643582" y="3981758"/>
                  </a:lnTo>
                  <a:lnTo>
                    <a:pt x="1643739" y="3981758"/>
                  </a:lnTo>
                  <a:lnTo>
                    <a:pt x="1643897" y="3981758"/>
                  </a:lnTo>
                  <a:lnTo>
                    <a:pt x="1644055" y="3981758"/>
                  </a:lnTo>
                  <a:lnTo>
                    <a:pt x="1644213" y="3981758"/>
                  </a:lnTo>
                  <a:lnTo>
                    <a:pt x="1644370" y="3981758"/>
                  </a:lnTo>
                  <a:lnTo>
                    <a:pt x="1644528" y="3981758"/>
                  </a:lnTo>
                  <a:lnTo>
                    <a:pt x="1644686" y="3981758"/>
                  </a:lnTo>
                  <a:lnTo>
                    <a:pt x="1644843" y="3981758"/>
                  </a:lnTo>
                  <a:lnTo>
                    <a:pt x="1645001" y="3981758"/>
                  </a:lnTo>
                  <a:lnTo>
                    <a:pt x="1645159" y="3981758"/>
                  </a:lnTo>
                  <a:lnTo>
                    <a:pt x="1645317" y="3981758"/>
                  </a:lnTo>
                  <a:lnTo>
                    <a:pt x="1645474" y="3981758"/>
                  </a:lnTo>
                  <a:lnTo>
                    <a:pt x="1645474" y="3981327"/>
                  </a:lnTo>
                  <a:lnTo>
                    <a:pt x="1645474" y="3980897"/>
                  </a:lnTo>
                  <a:lnTo>
                    <a:pt x="1645632" y="3980897"/>
                  </a:lnTo>
                  <a:lnTo>
                    <a:pt x="1645790" y="3980897"/>
                  </a:lnTo>
                  <a:lnTo>
                    <a:pt x="1645790" y="3980466"/>
                  </a:lnTo>
                  <a:lnTo>
                    <a:pt x="1645947" y="3980466"/>
                  </a:lnTo>
                  <a:lnTo>
                    <a:pt x="1646105" y="3980466"/>
                  </a:lnTo>
                  <a:lnTo>
                    <a:pt x="1646263" y="3980466"/>
                  </a:lnTo>
                  <a:lnTo>
                    <a:pt x="1646421" y="3980466"/>
                  </a:lnTo>
                  <a:lnTo>
                    <a:pt x="1646578" y="3980466"/>
                  </a:lnTo>
                  <a:lnTo>
                    <a:pt x="1646578" y="3980035"/>
                  </a:lnTo>
                  <a:lnTo>
                    <a:pt x="1646736" y="3980035"/>
                  </a:lnTo>
                  <a:lnTo>
                    <a:pt x="1646736" y="3979605"/>
                  </a:lnTo>
                  <a:lnTo>
                    <a:pt x="1646894" y="3979605"/>
                  </a:lnTo>
                  <a:lnTo>
                    <a:pt x="1647051" y="3979605"/>
                  </a:lnTo>
                  <a:lnTo>
                    <a:pt x="1647209" y="3979605"/>
                  </a:lnTo>
                  <a:lnTo>
                    <a:pt x="1647367" y="3979605"/>
                  </a:lnTo>
                  <a:lnTo>
                    <a:pt x="1647367" y="3979174"/>
                  </a:lnTo>
                  <a:lnTo>
                    <a:pt x="1647525" y="3979174"/>
                  </a:lnTo>
                  <a:lnTo>
                    <a:pt x="1647525" y="3978744"/>
                  </a:lnTo>
                  <a:lnTo>
                    <a:pt x="1647682" y="3978744"/>
                  </a:lnTo>
                  <a:lnTo>
                    <a:pt x="1647840" y="3978744"/>
                  </a:lnTo>
                  <a:lnTo>
                    <a:pt x="1647998" y="3978744"/>
                  </a:lnTo>
                  <a:lnTo>
                    <a:pt x="1648156" y="3978744"/>
                  </a:lnTo>
                  <a:lnTo>
                    <a:pt x="1648313" y="3978744"/>
                  </a:lnTo>
                  <a:lnTo>
                    <a:pt x="1648471" y="3978744"/>
                  </a:lnTo>
                  <a:lnTo>
                    <a:pt x="1648471" y="3978313"/>
                  </a:lnTo>
                  <a:lnTo>
                    <a:pt x="1648629" y="3978313"/>
                  </a:lnTo>
                  <a:lnTo>
                    <a:pt x="1648786" y="3978313"/>
                  </a:lnTo>
                  <a:lnTo>
                    <a:pt x="1648786" y="3977882"/>
                  </a:lnTo>
                  <a:lnTo>
                    <a:pt x="1648944" y="3977882"/>
                  </a:lnTo>
                  <a:lnTo>
                    <a:pt x="1649102" y="3977882"/>
                  </a:lnTo>
                  <a:lnTo>
                    <a:pt x="1649260" y="3977882"/>
                  </a:lnTo>
                  <a:lnTo>
                    <a:pt x="1649417" y="3977882"/>
                  </a:lnTo>
                  <a:lnTo>
                    <a:pt x="1649575" y="3977882"/>
                  </a:lnTo>
                  <a:lnTo>
                    <a:pt x="1649733" y="3977882"/>
                  </a:lnTo>
                  <a:lnTo>
                    <a:pt x="1649890" y="3977882"/>
                  </a:lnTo>
                  <a:lnTo>
                    <a:pt x="1650048" y="3977882"/>
                  </a:lnTo>
                  <a:lnTo>
                    <a:pt x="1650206" y="3977882"/>
                  </a:lnTo>
                  <a:lnTo>
                    <a:pt x="1650364" y="3977882"/>
                  </a:lnTo>
                  <a:lnTo>
                    <a:pt x="1650521" y="3977882"/>
                  </a:lnTo>
                  <a:lnTo>
                    <a:pt x="1650679" y="3977882"/>
                  </a:lnTo>
                  <a:lnTo>
                    <a:pt x="1650837" y="3977882"/>
                  </a:lnTo>
                  <a:lnTo>
                    <a:pt x="1650994" y="3977882"/>
                  </a:lnTo>
                  <a:lnTo>
                    <a:pt x="1651152" y="3977882"/>
                  </a:lnTo>
                  <a:lnTo>
                    <a:pt x="1651310" y="3977882"/>
                  </a:lnTo>
                  <a:lnTo>
                    <a:pt x="1651468" y="3977882"/>
                  </a:lnTo>
                  <a:lnTo>
                    <a:pt x="1651468" y="3977452"/>
                  </a:lnTo>
                  <a:lnTo>
                    <a:pt x="1651625" y="3977452"/>
                  </a:lnTo>
                  <a:lnTo>
                    <a:pt x="1651783" y="3977452"/>
                  </a:lnTo>
                  <a:lnTo>
                    <a:pt x="1651941" y="3977452"/>
                  </a:lnTo>
                  <a:lnTo>
                    <a:pt x="1652098" y="3977452"/>
                  </a:lnTo>
                  <a:lnTo>
                    <a:pt x="1652098" y="3977021"/>
                  </a:lnTo>
                  <a:lnTo>
                    <a:pt x="1652098" y="3976591"/>
                  </a:lnTo>
                  <a:lnTo>
                    <a:pt x="1652098" y="3976160"/>
                  </a:lnTo>
                  <a:lnTo>
                    <a:pt x="1652256" y="3976160"/>
                  </a:lnTo>
                  <a:lnTo>
                    <a:pt x="1652414" y="3976160"/>
                  </a:lnTo>
                  <a:lnTo>
                    <a:pt x="1652572" y="3976160"/>
                  </a:lnTo>
                  <a:lnTo>
                    <a:pt x="1652572" y="3975729"/>
                  </a:lnTo>
                  <a:lnTo>
                    <a:pt x="1652729" y="3975729"/>
                  </a:lnTo>
                  <a:lnTo>
                    <a:pt x="1652887" y="3975729"/>
                  </a:lnTo>
                  <a:lnTo>
                    <a:pt x="1653045" y="3975729"/>
                  </a:lnTo>
                  <a:lnTo>
                    <a:pt x="1653202" y="3975729"/>
                  </a:lnTo>
                  <a:lnTo>
                    <a:pt x="1653360" y="3975729"/>
                  </a:lnTo>
                  <a:lnTo>
                    <a:pt x="1653518" y="3975729"/>
                  </a:lnTo>
                  <a:lnTo>
                    <a:pt x="1653676" y="3975729"/>
                  </a:lnTo>
                  <a:lnTo>
                    <a:pt x="1653676" y="3975299"/>
                  </a:lnTo>
                  <a:lnTo>
                    <a:pt x="1653676" y="3974868"/>
                  </a:lnTo>
                  <a:lnTo>
                    <a:pt x="1653833" y="3974868"/>
                  </a:lnTo>
                  <a:lnTo>
                    <a:pt x="1653991" y="3974868"/>
                  </a:lnTo>
                  <a:lnTo>
                    <a:pt x="1653991" y="3974438"/>
                  </a:lnTo>
                  <a:lnTo>
                    <a:pt x="1654149" y="3974438"/>
                  </a:lnTo>
                  <a:lnTo>
                    <a:pt x="1654149" y="3974007"/>
                  </a:lnTo>
                  <a:lnTo>
                    <a:pt x="1654307" y="3974007"/>
                  </a:lnTo>
                  <a:lnTo>
                    <a:pt x="1654307" y="3973576"/>
                  </a:lnTo>
                  <a:lnTo>
                    <a:pt x="1654464" y="3973576"/>
                  </a:lnTo>
                  <a:lnTo>
                    <a:pt x="1654464" y="3973146"/>
                  </a:lnTo>
                  <a:lnTo>
                    <a:pt x="1654622" y="3973146"/>
                  </a:lnTo>
                  <a:lnTo>
                    <a:pt x="1654622" y="3972715"/>
                  </a:lnTo>
                  <a:lnTo>
                    <a:pt x="1654622" y="3972285"/>
                  </a:lnTo>
                  <a:lnTo>
                    <a:pt x="1654622" y="3971854"/>
                  </a:lnTo>
                  <a:lnTo>
                    <a:pt x="1654780" y="3971854"/>
                  </a:lnTo>
                  <a:lnTo>
                    <a:pt x="1654937" y="3971854"/>
                  </a:lnTo>
                  <a:lnTo>
                    <a:pt x="1655095" y="3971854"/>
                  </a:lnTo>
                  <a:lnTo>
                    <a:pt x="1655253" y="3971854"/>
                  </a:lnTo>
                  <a:lnTo>
                    <a:pt x="1655411" y="3971854"/>
                  </a:lnTo>
                  <a:lnTo>
                    <a:pt x="1655411" y="3971423"/>
                  </a:lnTo>
                  <a:lnTo>
                    <a:pt x="1655568" y="3971423"/>
                  </a:lnTo>
                  <a:lnTo>
                    <a:pt x="1655726" y="3971423"/>
                  </a:lnTo>
                  <a:lnTo>
                    <a:pt x="1655884" y="3971423"/>
                  </a:lnTo>
                  <a:lnTo>
                    <a:pt x="1656041" y="3971423"/>
                  </a:lnTo>
                  <a:lnTo>
                    <a:pt x="1656041" y="3970993"/>
                  </a:lnTo>
                  <a:lnTo>
                    <a:pt x="1656199" y="3970993"/>
                  </a:lnTo>
                  <a:lnTo>
                    <a:pt x="1656199" y="3970562"/>
                  </a:lnTo>
                  <a:lnTo>
                    <a:pt x="1656357" y="3970562"/>
                  </a:lnTo>
                  <a:lnTo>
                    <a:pt x="1656515" y="3970562"/>
                  </a:lnTo>
                  <a:lnTo>
                    <a:pt x="1656672" y="3970562"/>
                  </a:lnTo>
                  <a:lnTo>
                    <a:pt x="1656672" y="3970132"/>
                  </a:lnTo>
                  <a:lnTo>
                    <a:pt x="1656830" y="3970132"/>
                  </a:lnTo>
                  <a:lnTo>
                    <a:pt x="1656988" y="3970132"/>
                  </a:lnTo>
                  <a:lnTo>
                    <a:pt x="1657145" y="3970132"/>
                  </a:lnTo>
                  <a:lnTo>
                    <a:pt x="1657303" y="3970132"/>
                  </a:lnTo>
                  <a:lnTo>
                    <a:pt x="1657461" y="3970132"/>
                  </a:lnTo>
                  <a:lnTo>
                    <a:pt x="1657619" y="3970132"/>
                  </a:lnTo>
                  <a:lnTo>
                    <a:pt x="1657776" y="3970132"/>
                  </a:lnTo>
                  <a:lnTo>
                    <a:pt x="1657934" y="3970132"/>
                  </a:lnTo>
                  <a:lnTo>
                    <a:pt x="1658092" y="3970132"/>
                  </a:lnTo>
                  <a:lnTo>
                    <a:pt x="1658249" y="3970132"/>
                  </a:lnTo>
                  <a:lnTo>
                    <a:pt x="1658407" y="3970132"/>
                  </a:lnTo>
                  <a:lnTo>
                    <a:pt x="1658407" y="3969701"/>
                  </a:lnTo>
                  <a:lnTo>
                    <a:pt x="1658407" y="3969270"/>
                  </a:lnTo>
                  <a:lnTo>
                    <a:pt x="1658565" y="3969270"/>
                  </a:lnTo>
                  <a:lnTo>
                    <a:pt x="1658723" y="3969270"/>
                  </a:lnTo>
                  <a:lnTo>
                    <a:pt x="1658723" y="3968840"/>
                  </a:lnTo>
                  <a:lnTo>
                    <a:pt x="1658723" y="3968409"/>
                  </a:lnTo>
                  <a:lnTo>
                    <a:pt x="1658880" y="3968409"/>
                  </a:lnTo>
                  <a:lnTo>
                    <a:pt x="1659038" y="3968409"/>
                  </a:lnTo>
                  <a:lnTo>
                    <a:pt x="1659196" y="3968409"/>
                  </a:lnTo>
                  <a:lnTo>
                    <a:pt x="1659196" y="3967979"/>
                  </a:lnTo>
                  <a:lnTo>
                    <a:pt x="1659354" y="3967979"/>
                  </a:lnTo>
                  <a:lnTo>
                    <a:pt x="1659511" y="3967979"/>
                  </a:lnTo>
                  <a:lnTo>
                    <a:pt x="1659669" y="3967979"/>
                  </a:lnTo>
                  <a:lnTo>
                    <a:pt x="1659827" y="3967979"/>
                  </a:lnTo>
                  <a:lnTo>
                    <a:pt x="1659827" y="3967548"/>
                  </a:lnTo>
                  <a:lnTo>
                    <a:pt x="1659984" y="3967548"/>
                  </a:lnTo>
                  <a:lnTo>
                    <a:pt x="1659984" y="3967117"/>
                  </a:lnTo>
                  <a:lnTo>
                    <a:pt x="1660142" y="3967117"/>
                  </a:lnTo>
                  <a:lnTo>
                    <a:pt x="1660142" y="3966687"/>
                  </a:lnTo>
                  <a:lnTo>
                    <a:pt x="1660300" y="3966687"/>
                  </a:lnTo>
                  <a:lnTo>
                    <a:pt x="1660458" y="3966687"/>
                  </a:lnTo>
                  <a:lnTo>
                    <a:pt x="1660615" y="3966687"/>
                  </a:lnTo>
                  <a:lnTo>
                    <a:pt x="1660773" y="3966687"/>
                  </a:lnTo>
                  <a:lnTo>
                    <a:pt x="1660773" y="3966256"/>
                  </a:lnTo>
                  <a:lnTo>
                    <a:pt x="1660931" y="3966256"/>
                  </a:lnTo>
                  <a:lnTo>
                    <a:pt x="1660931" y="3965826"/>
                  </a:lnTo>
                  <a:lnTo>
                    <a:pt x="1660931" y="3965395"/>
                  </a:lnTo>
                  <a:lnTo>
                    <a:pt x="1660931" y="3964964"/>
                  </a:lnTo>
                  <a:lnTo>
                    <a:pt x="1660931" y="3964534"/>
                  </a:lnTo>
                  <a:lnTo>
                    <a:pt x="1660931" y="3964103"/>
                  </a:lnTo>
                  <a:lnTo>
                    <a:pt x="1661088" y="3964103"/>
                  </a:lnTo>
                  <a:lnTo>
                    <a:pt x="1661246" y="3964103"/>
                  </a:lnTo>
                  <a:lnTo>
                    <a:pt x="1661404" y="3964103"/>
                  </a:lnTo>
                  <a:lnTo>
                    <a:pt x="1661404" y="3963673"/>
                  </a:lnTo>
                  <a:lnTo>
                    <a:pt x="1661562" y="3963673"/>
                  </a:lnTo>
                  <a:lnTo>
                    <a:pt x="1661719" y="3963673"/>
                  </a:lnTo>
                  <a:lnTo>
                    <a:pt x="1661877" y="3963673"/>
                  </a:lnTo>
                  <a:lnTo>
                    <a:pt x="1662035" y="3963673"/>
                  </a:lnTo>
                  <a:lnTo>
                    <a:pt x="1662192" y="3963673"/>
                  </a:lnTo>
                  <a:lnTo>
                    <a:pt x="1662192" y="3963242"/>
                  </a:lnTo>
                  <a:lnTo>
                    <a:pt x="1662350" y="3963242"/>
                  </a:lnTo>
                  <a:lnTo>
                    <a:pt x="1662350" y="3962811"/>
                  </a:lnTo>
                  <a:lnTo>
                    <a:pt x="1662350" y="3962381"/>
                  </a:lnTo>
                  <a:lnTo>
                    <a:pt x="1662508" y="3962381"/>
                  </a:lnTo>
                  <a:lnTo>
                    <a:pt x="1662666" y="3962381"/>
                  </a:lnTo>
                  <a:lnTo>
                    <a:pt x="1662823" y="3962381"/>
                  </a:lnTo>
                  <a:lnTo>
                    <a:pt x="1662823" y="3961950"/>
                  </a:lnTo>
                  <a:lnTo>
                    <a:pt x="1662981" y="3961950"/>
                  </a:lnTo>
                  <a:lnTo>
                    <a:pt x="1663139" y="3961950"/>
                  </a:lnTo>
                  <a:lnTo>
                    <a:pt x="1663139" y="3961520"/>
                  </a:lnTo>
                  <a:lnTo>
                    <a:pt x="1663139" y="3961089"/>
                  </a:lnTo>
                  <a:lnTo>
                    <a:pt x="1663296" y="3961089"/>
                  </a:lnTo>
                  <a:lnTo>
                    <a:pt x="1663454" y="3961089"/>
                  </a:lnTo>
                  <a:lnTo>
                    <a:pt x="1663612" y="3961089"/>
                  </a:lnTo>
                  <a:lnTo>
                    <a:pt x="1663770" y="3961089"/>
                  </a:lnTo>
                  <a:lnTo>
                    <a:pt x="1663927" y="3961089"/>
                  </a:lnTo>
                  <a:lnTo>
                    <a:pt x="1663927" y="3960658"/>
                  </a:lnTo>
                  <a:lnTo>
                    <a:pt x="1664085" y="3960658"/>
                  </a:lnTo>
                  <a:lnTo>
                    <a:pt x="1664085" y="3960228"/>
                  </a:lnTo>
                  <a:lnTo>
                    <a:pt x="1664243" y="3960228"/>
                  </a:lnTo>
                  <a:lnTo>
                    <a:pt x="1664400" y="3960228"/>
                  </a:lnTo>
                  <a:lnTo>
                    <a:pt x="1664400" y="3959797"/>
                  </a:lnTo>
                  <a:lnTo>
                    <a:pt x="1664400" y="3959367"/>
                  </a:lnTo>
                  <a:lnTo>
                    <a:pt x="1664558" y="3959367"/>
                  </a:lnTo>
                  <a:lnTo>
                    <a:pt x="1664716" y="3959367"/>
                  </a:lnTo>
                  <a:lnTo>
                    <a:pt x="1664874" y="3959367"/>
                  </a:lnTo>
                  <a:lnTo>
                    <a:pt x="1664874" y="3958936"/>
                  </a:lnTo>
                  <a:lnTo>
                    <a:pt x="1665031" y="3958936"/>
                  </a:lnTo>
                  <a:lnTo>
                    <a:pt x="1665189" y="3958936"/>
                  </a:lnTo>
                  <a:lnTo>
                    <a:pt x="1665347" y="3958936"/>
                  </a:lnTo>
                  <a:lnTo>
                    <a:pt x="1665505" y="3958936"/>
                  </a:lnTo>
                  <a:lnTo>
                    <a:pt x="1665662" y="3958936"/>
                  </a:lnTo>
                  <a:lnTo>
                    <a:pt x="1665820" y="3958936"/>
                  </a:lnTo>
                  <a:lnTo>
                    <a:pt x="1665978" y="3958936"/>
                  </a:lnTo>
                  <a:lnTo>
                    <a:pt x="1665978" y="3958505"/>
                  </a:lnTo>
                  <a:lnTo>
                    <a:pt x="1666135" y="3958505"/>
                  </a:lnTo>
                  <a:lnTo>
                    <a:pt x="1666293" y="3958505"/>
                  </a:lnTo>
                  <a:lnTo>
                    <a:pt x="1666451" y="3958505"/>
                  </a:lnTo>
                  <a:lnTo>
                    <a:pt x="1666609" y="3958505"/>
                  </a:lnTo>
                  <a:lnTo>
                    <a:pt x="1666766" y="3958505"/>
                  </a:lnTo>
                  <a:lnTo>
                    <a:pt x="1666924" y="3958505"/>
                  </a:lnTo>
                  <a:lnTo>
                    <a:pt x="1667082" y="3958505"/>
                  </a:lnTo>
                  <a:lnTo>
                    <a:pt x="1667239" y="3958505"/>
                  </a:lnTo>
                  <a:lnTo>
                    <a:pt x="1667239" y="3958075"/>
                  </a:lnTo>
                  <a:lnTo>
                    <a:pt x="1667397" y="3958075"/>
                  </a:lnTo>
                  <a:lnTo>
                    <a:pt x="1667397" y="3957644"/>
                  </a:lnTo>
                  <a:lnTo>
                    <a:pt x="1667555" y="3957644"/>
                  </a:lnTo>
                  <a:lnTo>
                    <a:pt x="1667713" y="3957644"/>
                  </a:lnTo>
                  <a:lnTo>
                    <a:pt x="1667870" y="3957644"/>
                  </a:lnTo>
                  <a:lnTo>
                    <a:pt x="1668028" y="3957644"/>
                  </a:lnTo>
                  <a:lnTo>
                    <a:pt x="1668186" y="3957644"/>
                  </a:lnTo>
                  <a:lnTo>
                    <a:pt x="1668343" y="3957644"/>
                  </a:lnTo>
                  <a:lnTo>
                    <a:pt x="1668501" y="3957644"/>
                  </a:lnTo>
                  <a:lnTo>
                    <a:pt x="1668659" y="3957644"/>
                  </a:lnTo>
                  <a:lnTo>
                    <a:pt x="1668817" y="3957644"/>
                  </a:lnTo>
                  <a:lnTo>
                    <a:pt x="1668974" y="3957644"/>
                  </a:lnTo>
                  <a:lnTo>
                    <a:pt x="1669132" y="3957644"/>
                  </a:lnTo>
                  <a:lnTo>
                    <a:pt x="1669290" y="3957644"/>
                  </a:lnTo>
                  <a:lnTo>
                    <a:pt x="1669290" y="3957214"/>
                  </a:lnTo>
                  <a:lnTo>
                    <a:pt x="1669447" y="3957214"/>
                  </a:lnTo>
                  <a:lnTo>
                    <a:pt x="1669447" y="3956783"/>
                  </a:lnTo>
                  <a:lnTo>
                    <a:pt x="1669447" y="3956352"/>
                  </a:lnTo>
                  <a:lnTo>
                    <a:pt x="1669605" y="3956352"/>
                  </a:lnTo>
                  <a:lnTo>
                    <a:pt x="1669605" y="3955922"/>
                  </a:lnTo>
                  <a:lnTo>
                    <a:pt x="1669605" y="3955491"/>
                  </a:lnTo>
                  <a:lnTo>
                    <a:pt x="1669605" y="3955061"/>
                  </a:lnTo>
                  <a:lnTo>
                    <a:pt x="1669763" y="3955061"/>
                  </a:lnTo>
                  <a:lnTo>
                    <a:pt x="1669921" y="3955061"/>
                  </a:lnTo>
                  <a:lnTo>
                    <a:pt x="1670078" y="3955061"/>
                  </a:lnTo>
                  <a:lnTo>
                    <a:pt x="1670078" y="3954630"/>
                  </a:lnTo>
                  <a:lnTo>
                    <a:pt x="1670236" y="3954630"/>
                  </a:lnTo>
                  <a:lnTo>
                    <a:pt x="1670394" y="3954630"/>
                  </a:lnTo>
                  <a:lnTo>
                    <a:pt x="1670552" y="3954630"/>
                  </a:lnTo>
                  <a:lnTo>
                    <a:pt x="1670709" y="3954630"/>
                  </a:lnTo>
                  <a:lnTo>
                    <a:pt x="1670867" y="3954630"/>
                  </a:lnTo>
                  <a:lnTo>
                    <a:pt x="1671025" y="3954630"/>
                  </a:lnTo>
                  <a:lnTo>
                    <a:pt x="1671025" y="3954199"/>
                  </a:lnTo>
                  <a:lnTo>
                    <a:pt x="1671182" y="3954199"/>
                  </a:lnTo>
                  <a:lnTo>
                    <a:pt x="1671182" y="3953769"/>
                  </a:lnTo>
                  <a:lnTo>
                    <a:pt x="1671182" y="3953338"/>
                  </a:lnTo>
                  <a:lnTo>
                    <a:pt x="1671340" y="3953338"/>
                  </a:lnTo>
                  <a:lnTo>
                    <a:pt x="1671498" y="3953338"/>
                  </a:lnTo>
                  <a:lnTo>
                    <a:pt x="1671656" y="3953338"/>
                  </a:lnTo>
                  <a:lnTo>
                    <a:pt x="1671813" y="3953338"/>
                  </a:lnTo>
                  <a:lnTo>
                    <a:pt x="1671971" y="3953338"/>
                  </a:lnTo>
                  <a:lnTo>
                    <a:pt x="1672129" y="3953338"/>
                  </a:lnTo>
                  <a:lnTo>
                    <a:pt x="1672286" y="3953338"/>
                  </a:lnTo>
                  <a:lnTo>
                    <a:pt x="1672286" y="3952908"/>
                  </a:lnTo>
                  <a:lnTo>
                    <a:pt x="1672444" y="3952908"/>
                  </a:lnTo>
                  <a:lnTo>
                    <a:pt x="1672602" y="3952908"/>
                  </a:lnTo>
                  <a:lnTo>
                    <a:pt x="1672760" y="3952908"/>
                  </a:lnTo>
                  <a:lnTo>
                    <a:pt x="1672760" y="3952477"/>
                  </a:lnTo>
                  <a:lnTo>
                    <a:pt x="1672760" y="3952046"/>
                  </a:lnTo>
                  <a:lnTo>
                    <a:pt x="1672760" y="3951616"/>
                  </a:lnTo>
                  <a:lnTo>
                    <a:pt x="1672917" y="3951616"/>
                  </a:lnTo>
                  <a:lnTo>
                    <a:pt x="1673075" y="3951616"/>
                  </a:lnTo>
                  <a:lnTo>
                    <a:pt x="1673233" y="3951616"/>
                  </a:lnTo>
                  <a:lnTo>
                    <a:pt x="1673390" y="3951616"/>
                  </a:lnTo>
                  <a:lnTo>
                    <a:pt x="1673548" y="3951616"/>
                  </a:lnTo>
                  <a:lnTo>
                    <a:pt x="1673548" y="3951185"/>
                  </a:lnTo>
                  <a:lnTo>
                    <a:pt x="1673706" y="3951185"/>
                  </a:lnTo>
                  <a:lnTo>
                    <a:pt x="1673864" y="3951185"/>
                  </a:lnTo>
                  <a:lnTo>
                    <a:pt x="1674021" y="3951185"/>
                  </a:lnTo>
                  <a:lnTo>
                    <a:pt x="1674179" y="3951185"/>
                  </a:lnTo>
                  <a:lnTo>
                    <a:pt x="1674337" y="3951185"/>
                  </a:lnTo>
                  <a:lnTo>
                    <a:pt x="1674337" y="3950755"/>
                  </a:lnTo>
                  <a:lnTo>
                    <a:pt x="1674494" y="3950755"/>
                  </a:lnTo>
                  <a:lnTo>
                    <a:pt x="1674494" y="3950324"/>
                  </a:lnTo>
                  <a:lnTo>
                    <a:pt x="1674652" y="3950324"/>
                  </a:lnTo>
                  <a:lnTo>
                    <a:pt x="1674810" y="3950324"/>
                  </a:lnTo>
                  <a:lnTo>
                    <a:pt x="1674810" y="3949893"/>
                  </a:lnTo>
                  <a:lnTo>
                    <a:pt x="1674810" y="3949463"/>
                  </a:lnTo>
                  <a:lnTo>
                    <a:pt x="1674968" y="3949463"/>
                  </a:lnTo>
                  <a:lnTo>
                    <a:pt x="1675125" y="3949463"/>
                  </a:lnTo>
                  <a:lnTo>
                    <a:pt x="1675125" y="3949032"/>
                  </a:lnTo>
                  <a:lnTo>
                    <a:pt x="1675283" y="3949032"/>
                  </a:lnTo>
                  <a:lnTo>
                    <a:pt x="1675441" y="3949032"/>
                  </a:lnTo>
                  <a:lnTo>
                    <a:pt x="1675598" y="3949032"/>
                  </a:lnTo>
                  <a:lnTo>
                    <a:pt x="1675756" y="3949032"/>
                  </a:lnTo>
                  <a:lnTo>
                    <a:pt x="1675914" y="3949032"/>
                  </a:lnTo>
                  <a:lnTo>
                    <a:pt x="1676072" y="3949032"/>
                  </a:lnTo>
                  <a:lnTo>
                    <a:pt x="1676229" y="3949032"/>
                  </a:lnTo>
                  <a:lnTo>
                    <a:pt x="1676229" y="3948602"/>
                  </a:lnTo>
                  <a:lnTo>
                    <a:pt x="1676387" y="3948602"/>
                  </a:lnTo>
                  <a:lnTo>
                    <a:pt x="1676545" y="3948602"/>
                  </a:lnTo>
                  <a:lnTo>
                    <a:pt x="1676545" y="3948171"/>
                  </a:lnTo>
                  <a:lnTo>
                    <a:pt x="1676545" y="3947740"/>
                  </a:lnTo>
                  <a:lnTo>
                    <a:pt x="1676545" y="3947310"/>
                  </a:lnTo>
                  <a:lnTo>
                    <a:pt x="1676703" y="3947310"/>
                  </a:lnTo>
                  <a:lnTo>
                    <a:pt x="1676860" y="3947310"/>
                  </a:lnTo>
                  <a:lnTo>
                    <a:pt x="1677018" y="3947310"/>
                  </a:lnTo>
                  <a:lnTo>
                    <a:pt x="1677176" y="3947310"/>
                  </a:lnTo>
                  <a:lnTo>
                    <a:pt x="1677176" y="3946879"/>
                  </a:lnTo>
                  <a:lnTo>
                    <a:pt x="1677333" y="3946879"/>
                  </a:lnTo>
                  <a:lnTo>
                    <a:pt x="1677491" y="3946879"/>
                  </a:lnTo>
                  <a:lnTo>
                    <a:pt x="1677649" y="3946879"/>
                  </a:lnTo>
                  <a:lnTo>
                    <a:pt x="1677807" y="3946879"/>
                  </a:lnTo>
                  <a:lnTo>
                    <a:pt x="1677807" y="3946449"/>
                  </a:lnTo>
                  <a:lnTo>
                    <a:pt x="1677964" y="3946449"/>
                  </a:lnTo>
                  <a:lnTo>
                    <a:pt x="1677964" y="3946018"/>
                  </a:lnTo>
                  <a:lnTo>
                    <a:pt x="1677964" y="3945587"/>
                  </a:lnTo>
                  <a:lnTo>
                    <a:pt x="1677964" y="3945157"/>
                  </a:lnTo>
                  <a:lnTo>
                    <a:pt x="1678122" y="3945157"/>
                  </a:lnTo>
                  <a:lnTo>
                    <a:pt x="1678122" y="3944726"/>
                  </a:lnTo>
                  <a:lnTo>
                    <a:pt x="1678280" y="3944726"/>
                  </a:lnTo>
                  <a:lnTo>
                    <a:pt x="1678437" y="3944726"/>
                  </a:lnTo>
                  <a:lnTo>
                    <a:pt x="1678595" y="3944726"/>
                  </a:lnTo>
                  <a:lnTo>
                    <a:pt x="1678753" y="3944726"/>
                  </a:lnTo>
                  <a:lnTo>
                    <a:pt x="1678911" y="3944726"/>
                  </a:lnTo>
                  <a:lnTo>
                    <a:pt x="1679068" y="3944726"/>
                  </a:lnTo>
                  <a:lnTo>
                    <a:pt x="1679226" y="3944726"/>
                  </a:lnTo>
                  <a:lnTo>
                    <a:pt x="1679226" y="3944296"/>
                  </a:lnTo>
                  <a:lnTo>
                    <a:pt x="1679226" y="3943865"/>
                  </a:lnTo>
                  <a:lnTo>
                    <a:pt x="1679384" y="3943865"/>
                  </a:lnTo>
                  <a:lnTo>
                    <a:pt x="1679541" y="3943865"/>
                  </a:lnTo>
                  <a:lnTo>
                    <a:pt x="1679699" y="3943865"/>
                  </a:lnTo>
                  <a:lnTo>
                    <a:pt x="1679857" y="3943865"/>
                  </a:lnTo>
                  <a:lnTo>
                    <a:pt x="1680015" y="3943865"/>
                  </a:lnTo>
                  <a:lnTo>
                    <a:pt x="1680172" y="3943865"/>
                  </a:lnTo>
                  <a:lnTo>
                    <a:pt x="1680330" y="3943865"/>
                  </a:lnTo>
                  <a:lnTo>
                    <a:pt x="1680488" y="3943865"/>
                  </a:lnTo>
                  <a:lnTo>
                    <a:pt x="1680645" y="3943865"/>
                  </a:lnTo>
                  <a:lnTo>
                    <a:pt x="1680803" y="3943865"/>
                  </a:lnTo>
                  <a:lnTo>
                    <a:pt x="1680803" y="3943434"/>
                  </a:lnTo>
                  <a:lnTo>
                    <a:pt x="1680803" y="3943004"/>
                  </a:lnTo>
                  <a:lnTo>
                    <a:pt x="1680961" y="3943004"/>
                  </a:lnTo>
                  <a:lnTo>
                    <a:pt x="1681119" y="3943004"/>
                  </a:lnTo>
                  <a:lnTo>
                    <a:pt x="1681276" y="3943004"/>
                  </a:lnTo>
                  <a:lnTo>
                    <a:pt x="1681276" y="3942573"/>
                  </a:lnTo>
                  <a:lnTo>
                    <a:pt x="1681434" y="3942573"/>
                  </a:lnTo>
                  <a:lnTo>
                    <a:pt x="1681434" y="3942143"/>
                  </a:lnTo>
                  <a:lnTo>
                    <a:pt x="1681592" y="3942143"/>
                  </a:lnTo>
                  <a:lnTo>
                    <a:pt x="1681750" y="3942143"/>
                  </a:lnTo>
                  <a:lnTo>
                    <a:pt x="1681907" y="3942143"/>
                  </a:lnTo>
                  <a:lnTo>
                    <a:pt x="1681907" y="3941712"/>
                  </a:lnTo>
                  <a:lnTo>
                    <a:pt x="1682065" y="3941712"/>
                  </a:lnTo>
                  <a:lnTo>
                    <a:pt x="1682223" y="3941712"/>
                  </a:lnTo>
                  <a:lnTo>
                    <a:pt x="1682380" y="3941712"/>
                  </a:lnTo>
                  <a:lnTo>
                    <a:pt x="1682538" y="3941712"/>
                  </a:lnTo>
                  <a:lnTo>
                    <a:pt x="1682538" y="3941281"/>
                  </a:lnTo>
                  <a:lnTo>
                    <a:pt x="1682696" y="3941281"/>
                  </a:lnTo>
                  <a:lnTo>
                    <a:pt x="1682696" y="3940851"/>
                  </a:lnTo>
                  <a:lnTo>
                    <a:pt x="1682854" y="3940851"/>
                  </a:lnTo>
                  <a:lnTo>
                    <a:pt x="1682854" y="3940420"/>
                  </a:lnTo>
                  <a:lnTo>
                    <a:pt x="1683011" y="3940420"/>
                  </a:lnTo>
                  <a:lnTo>
                    <a:pt x="1683011" y="3939990"/>
                  </a:lnTo>
                  <a:lnTo>
                    <a:pt x="1683169" y="3939990"/>
                  </a:lnTo>
                  <a:lnTo>
                    <a:pt x="1683327" y="3939990"/>
                  </a:lnTo>
                  <a:lnTo>
                    <a:pt x="1683484" y="3939990"/>
                  </a:lnTo>
                  <a:lnTo>
                    <a:pt x="1683484" y="3939559"/>
                  </a:lnTo>
                  <a:lnTo>
                    <a:pt x="1683642" y="3939559"/>
                  </a:lnTo>
                  <a:lnTo>
                    <a:pt x="1683642" y="3939128"/>
                  </a:lnTo>
                  <a:lnTo>
                    <a:pt x="1683800" y="3939128"/>
                  </a:lnTo>
                  <a:lnTo>
                    <a:pt x="1683800" y="3938698"/>
                  </a:lnTo>
                  <a:lnTo>
                    <a:pt x="1683958" y="3938698"/>
                  </a:lnTo>
                  <a:lnTo>
                    <a:pt x="1683958" y="3938267"/>
                  </a:lnTo>
                  <a:lnTo>
                    <a:pt x="1684115" y="3938267"/>
                  </a:lnTo>
                  <a:lnTo>
                    <a:pt x="1684273" y="3938267"/>
                  </a:lnTo>
                  <a:lnTo>
                    <a:pt x="1684273" y="3937837"/>
                  </a:lnTo>
                  <a:lnTo>
                    <a:pt x="1684273" y="3937406"/>
                  </a:lnTo>
                  <a:lnTo>
                    <a:pt x="1684273" y="3936975"/>
                  </a:lnTo>
                  <a:lnTo>
                    <a:pt x="1684431" y="3936975"/>
                  </a:lnTo>
                  <a:lnTo>
                    <a:pt x="1684431" y="3936545"/>
                  </a:lnTo>
                  <a:lnTo>
                    <a:pt x="1684588" y="3936545"/>
                  </a:lnTo>
                  <a:lnTo>
                    <a:pt x="1684746" y="3936545"/>
                  </a:lnTo>
                  <a:lnTo>
                    <a:pt x="1684904" y="3936545"/>
                  </a:lnTo>
                  <a:lnTo>
                    <a:pt x="1684904" y="3936114"/>
                  </a:lnTo>
                  <a:lnTo>
                    <a:pt x="1684904" y="3935684"/>
                  </a:lnTo>
                  <a:lnTo>
                    <a:pt x="1685062" y="3935684"/>
                  </a:lnTo>
                  <a:lnTo>
                    <a:pt x="1685062" y="3935253"/>
                  </a:lnTo>
                  <a:lnTo>
                    <a:pt x="1685219" y="3935253"/>
                  </a:lnTo>
                  <a:lnTo>
                    <a:pt x="1685377" y="3935253"/>
                  </a:lnTo>
                  <a:lnTo>
                    <a:pt x="1685535" y="3935253"/>
                  </a:lnTo>
                  <a:lnTo>
                    <a:pt x="1685692" y="3935253"/>
                  </a:lnTo>
                  <a:lnTo>
                    <a:pt x="1685692" y="3934822"/>
                  </a:lnTo>
                  <a:lnTo>
                    <a:pt x="1685850" y="3934822"/>
                  </a:lnTo>
                  <a:lnTo>
                    <a:pt x="1686008" y="3934822"/>
                  </a:lnTo>
                  <a:lnTo>
                    <a:pt x="1686008" y="3934392"/>
                  </a:lnTo>
                  <a:lnTo>
                    <a:pt x="1686166" y="3934392"/>
                  </a:lnTo>
                  <a:lnTo>
                    <a:pt x="1686166" y="3933961"/>
                  </a:lnTo>
                  <a:lnTo>
                    <a:pt x="1686323" y="3933961"/>
                  </a:lnTo>
                  <a:lnTo>
                    <a:pt x="1686323" y="3933531"/>
                  </a:lnTo>
                  <a:lnTo>
                    <a:pt x="1686323" y="3933100"/>
                  </a:lnTo>
                  <a:lnTo>
                    <a:pt x="1686481" y="3933100"/>
                  </a:lnTo>
                  <a:lnTo>
                    <a:pt x="1686481" y="3932669"/>
                  </a:lnTo>
                  <a:lnTo>
                    <a:pt x="1686639" y="3932669"/>
                  </a:lnTo>
                  <a:lnTo>
                    <a:pt x="1686796" y="3932669"/>
                  </a:lnTo>
                  <a:lnTo>
                    <a:pt x="1686954" y="3932669"/>
                  </a:lnTo>
                  <a:lnTo>
                    <a:pt x="1687112" y="3932669"/>
                  </a:lnTo>
                  <a:lnTo>
                    <a:pt x="1687270" y="3932669"/>
                  </a:lnTo>
                  <a:lnTo>
                    <a:pt x="1687427" y="3932669"/>
                  </a:lnTo>
                  <a:lnTo>
                    <a:pt x="1687427" y="3932239"/>
                  </a:lnTo>
                  <a:lnTo>
                    <a:pt x="1687585" y="3932239"/>
                  </a:lnTo>
                  <a:lnTo>
                    <a:pt x="1687743" y="3932239"/>
                  </a:lnTo>
                  <a:lnTo>
                    <a:pt x="1687901" y="3932239"/>
                  </a:lnTo>
                  <a:lnTo>
                    <a:pt x="1688058" y="3932239"/>
                  </a:lnTo>
                  <a:lnTo>
                    <a:pt x="1688216" y="3932239"/>
                  </a:lnTo>
                  <a:lnTo>
                    <a:pt x="1688374" y="3932239"/>
                  </a:lnTo>
                  <a:lnTo>
                    <a:pt x="1688531" y="3932239"/>
                  </a:lnTo>
                  <a:lnTo>
                    <a:pt x="1688689" y="3932239"/>
                  </a:lnTo>
                  <a:lnTo>
                    <a:pt x="1688847" y="3932239"/>
                  </a:lnTo>
                  <a:lnTo>
                    <a:pt x="1689005" y="3932239"/>
                  </a:lnTo>
                  <a:lnTo>
                    <a:pt x="1689005" y="3931808"/>
                  </a:lnTo>
                  <a:lnTo>
                    <a:pt x="1689162" y="3931808"/>
                  </a:lnTo>
                  <a:lnTo>
                    <a:pt x="1689320" y="3931808"/>
                  </a:lnTo>
                  <a:lnTo>
                    <a:pt x="1689478" y="3931808"/>
                  </a:lnTo>
                  <a:lnTo>
                    <a:pt x="1689635" y="3931808"/>
                  </a:lnTo>
                  <a:lnTo>
                    <a:pt x="1689635" y="3931378"/>
                  </a:lnTo>
                  <a:lnTo>
                    <a:pt x="1689635" y="3930947"/>
                  </a:lnTo>
                  <a:lnTo>
                    <a:pt x="1689793" y="3930947"/>
                  </a:lnTo>
                  <a:lnTo>
                    <a:pt x="1689951" y="3930947"/>
                  </a:lnTo>
                  <a:lnTo>
                    <a:pt x="1689951" y="3930516"/>
                  </a:lnTo>
                  <a:lnTo>
                    <a:pt x="1690109" y="3930516"/>
                  </a:lnTo>
                  <a:lnTo>
                    <a:pt x="1690266" y="3930516"/>
                  </a:lnTo>
                  <a:lnTo>
                    <a:pt x="1690424" y="3930516"/>
                  </a:lnTo>
                  <a:lnTo>
                    <a:pt x="1690424" y="3930086"/>
                  </a:lnTo>
                  <a:lnTo>
                    <a:pt x="1690424" y="3929655"/>
                  </a:lnTo>
                  <a:lnTo>
                    <a:pt x="1690424" y="3929225"/>
                  </a:lnTo>
                  <a:lnTo>
                    <a:pt x="1690582" y="3929225"/>
                  </a:lnTo>
                  <a:lnTo>
                    <a:pt x="1690739" y="3929225"/>
                  </a:lnTo>
                  <a:lnTo>
                    <a:pt x="1690897" y="3929225"/>
                  </a:lnTo>
                  <a:lnTo>
                    <a:pt x="1690897" y="3928794"/>
                  </a:lnTo>
                  <a:lnTo>
                    <a:pt x="1691055" y="3928794"/>
                  </a:lnTo>
                  <a:lnTo>
                    <a:pt x="1691213" y="3928794"/>
                  </a:lnTo>
                  <a:lnTo>
                    <a:pt x="1691213" y="3928363"/>
                  </a:lnTo>
                  <a:lnTo>
                    <a:pt x="1691370" y="3928363"/>
                  </a:lnTo>
                  <a:lnTo>
                    <a:pt x="1691528" y="3928363"/>
                  </a:lnTo>
                  <a:lnTo>
                    <a:pt x="1691686" y="3928363"/>
                  </a:lnTo>
                  <a:lnTo>
                    <a:pt x="1691843" y="3928363"/>
                  </a:lnTo>
                  <a:lnTo>
                    <a:pt x="1691843" y="3927933"/>
                  </a:lnTo>
                  <a:lnTo>
                    <a:pt x="1692001" y="3927933"/>
                  </a:lnTo>
                  <a:lnTo>
                    <a:pt x="1692001" y="3927502"/>
                  </a:lnTo>
                  <a:lnTo>
                    <a:pt x="1692001" y="3927072"/>
                  </a:lnTo>
                  <a:lnTo>
                    <a:pt x="1692159" y="3927072"/>
                  </a:lnTo>
                  <a:lnTo>
                    <a:pt x="1692317" y="3927072"/>
                  </a:lnTo>
                  <a:lnTo>
                    <a:pt x="1692317" y="3926641"/>
                  </a:lnTo>
                  <a:lnTo>
                    <a:pt x="1692474" y="3926641"/>
                  </a:lnTo>
                  <a:lnTo>
                    <a:pt x="1692474" y="3926210"/>
                  </a:lnTo>
                  <a:lnTo>
                    <a:pt x="1692632" y="3926210"/>
                  </a:lnTo>
                  <a:lnTo>
                    <a:pt x="1692632" y="3925780"/>
                  </a:lnTo>
                  <a:lnTo>
                    <a:pt x="1692790" y="3925780"/>
                  </a:lnTo>
                  <a:lnTo>
                    <a:pt x="1692947" y="3925780"/>
                  </a:lnTo>
                  <a:lnTo>
                    <a:pt x="1692947" y="3925349"/>
                  </a:lnTo>
                  <a:lnTo>
                    <a:pt x="1692947" y="3924919"/>
                  </a:lnTo>
                  <a:lnTo>
                    <a:pt x="1693105" y="3924919"/>
                  </a:lnTo>
                  <a:lnTo>
                    <a:pt x="1693263" y="3924919"/>
                  </a:lnTo>
                  <a:lnTo>
                    <a:pt x="1693421" y="3924919"/>
                  </a:lnTo>
                  <a:lnTo>
                    <a:pt x="1693421" y="3924488"/>
                  </a:lnTo>
                  <a:lnTo>
                    <a:pt x="1693421" y="3924057"/>
                  </a:lnTo>
                  <a:lnTo>
                    <a:pt x="1693578" y="3924057"/>
                  </a:lnTo>
                  <a:lnTo>
                    <a:pt x="1693736" y="3924057"/>
                  </a:lnTo>
                  <a:lnTo>
                    <a:pt x="1693894" y="3924057"/>
                  </a:lnTo>
                  <a:lnTo>
                    <a:pt x="1693894" y="3923627"/>
                  </a:lnTo>
                  <a:lnTo>
                    <a:pt x="1694052" y="3923627"/>
                  </a:lnTo>
                  <a:lnTo>
                    <a:pt x="1694052" y="3923196"/>
                  </a:lnTo>
                  <a:lnTo>
                    <a:pt x="1694209" y="3923196"/>
                  </a:lnTo>
                  <a:lnTo>
                    <a:pt x="1694367" y="3923196"/>
                  </a:lnTo>
                  <a:lnTo>
                    <a:pt x="1694367" y="3922766"/>
                  </a:lnTo>
                  <a:lnTo>
                    <a:pt x="1694525" y="3922766"/>
                  </a:lnTo>
                  <a:lnTo>
                    <a:pt x="1694682" y="3922766"/>
                  </a:lnTo>
                  <a:lnTo>
                    <a:pt x="1694682" y="3922335"/>
                  </a:lnTo>
                  <a:lnTo>
                    <a:pt x="1694840" y="3922335"/>
                  </a:lnTo>
                  <a:lnTo>
                    <a:pt x="1694998" y="3922335"/>
                  </a:lnTo>
                  <a:lnTo>
                    <a:pt x="1695156" y="3922335"/>
                  </a:lnTo>
                  <a:lnTo>
                    <a:pt x="1695313" y="3922335"/>
                  </a:lnTo>
                  <a:lnTo>
                    <a:pt x="1695471" y="3922335"/>
                  </a:lnTo>
                  <a:lnTo>
                    <a:pt x="1695471" y="3921904"/>
                  </a:lnTo>
                  <a:lnTo>
                    <a:pt x="1695629" y="3921904"/>
                  </a:lnTo>
                  <a:lnTo>
                    <a:pt x="1695629" y="3921474"/>
                  </a:lnTo>
                  <a:lnTo>
                    <a:pt x="1695786" y="3921474"/>
                  </a:lnTo>
                  <a:lnTo>
                    <a:pt x="1695944" y="3921474"/>
                  </a:lnTo>
                  <a:lnTo>
                    <a:pt x="1695944" y="3921043"/>
                  </a:lnTo>
                  <a:lnTo>
                    <a:pt x="1695944" y="3920613"/>
                  </a:lnTo>
                  <a:lnTo>
                    <a:pt x="1695944" y="3920182"/>
                  </a:lnTo>
                  <a:lnTo>
                    <a:pt x="1696102" y="3920182"/>
                  </a:lnTo>
                  <a:lnTo>
                    <a:pt x="1696260" y="3920182"/>
                  </a:lnTo>
                  <a:lnTo>
                    <a:pt x="1696417" y="3920182"/>
                  </a:lnTo>
                  <a:lnTo>
                    <a:pt x="1696575" y="3920182"/>
                  </a:lnTo>
                  <a:lnTo>
                    <a:pt x="1696733" y="3920182"/>
                  </a:lnTo>
                  <a:lnTo>
                    <a:pt x="1696890" y="3920182"/>
                  </a:lnTo>
                  <a:lnTo>
                    <a:pt x="1697048" y="3920182"/>
                  </a:lnTo>
                  <a:lnTo>
                    <a:pt x="1697206" y="3920182"/>
                  </a:lnTo>
                  <a:lnTo>
                    <a:pt x="1697206" y="3919751"/>
                  </a:lnTo>
                  <a:lnTo>
                    <a:pt x="1697364" y="3919751"/>
                  </a:lnTo>
                  <a:lnTo>
                    <a:pt x="1697521" y="3919751"/>
                  </a:lnTo>
                  <a:lnTo>
                    <a:pt x="1697521" y="3919321"/>
                  </a:lnTo>
                  <a:lnTo>
                    <a:pt x="1697521" y="3918890"/>
                  </a:lnTo>
                  <a:lnTo>
                    <a:pt x="1697679" y="3918890"/>
                  </a:lnTo>
                  <a:lnTo>
                    <a:pt x="1697837" y="3918890"/>
                  </a:lnTo>
                  <a:lnTo>
                    <a:pt x="1697994" y="3918890"/>
                  </a:lnTo>
                  <a:lnTo>
                    <a:pt x="1697994" y="3918460"/>
                  </a:lnTo>
                  <a:lnTo>
                    <a:pt x="1698152" y="3918460"/>
                  </a:lnTo>
                  <a:lnTo>
                    <a:pt x="1698152" y="3918029"/>
                  </a:lnTo>
                  <a:lnTo>
                    <a:pt x="1698310" y="3918029"/>
                  </a:lnTo>
                  <a:lnTo>
                    <a:pt x="1698468" y="3918029"/>
                  </a:lnTo>
                  <a:lnTo>
                    <a:pt x="1698625" y="3918029"/>
                  </a:lnTo>
                  <a:lnTo>
                    <a:pt x="1698783" y="3918029"/>
                  </a:lnTo>
                  <a:lnTo>
                    <a:pt x="1698941" y="3918029"/>
                  </a:lnTo>
                  <a:lnTo>
                    <a:pt x="1698941" y="3917598"/>
                  </a:lnTo>
                  <a:lnTo>
                    <a:pt x="1699099" y="3917598"/>
                  </a:lnTo>
                  <a:lnTo>
                    <a:pt x="1699256" y="3917598"/>
                  </a:lnTo>
                  <a:lnTo>
                    <a:pt x="1699414" y="3917598"/>
                  </a:lnTo>
                  <a:lnTo>
                    <a:pt x="1699572" y="3917598"/>
                  </a:lnTo>
                  <a:lnTo>
                    <a:pt x="1699729" y="3917598"/>
                  </a:lnTo>
                  <a:lnTo>
                    <a:pt x="1699887" y="3917598"/>
                  </a:lnTo>
                  <a:lnTo>
                    <a:pt x="1700045" y="3917598"/>
                  </a:lnTo>
                  <a:lnTo>
                    <a:pt x="1700203" y="3917598"/>
                  </a:lnTo>
                  <a:lnTo>
                    <a:pt x="1700360" y="3917598"/>
                  </a:lnTo>
                  <a:lnTo>
                    <a:pt x="1700518" y="3917598"/>
                  </a:lnTo>
                  <a:lnTo>
                    <a:pt x="1700676" y="3917598"/>
                  </a:lnTo>
                  <a:lnTo>
                    <a:pt x="1700676" y="3917168"/>
                  </a:lnTo>
                  <a:lnTo>
                    <a:pt x="1700676" y="3916737"/>
                  </a:lnTo>
                  <a:lnTo>
                    <a:pt x="1700676" y="3916307"/>
                  </a:lnTo>
                  <a:lnTo>
                    <a:pt x="1700676" y="3915876"/>
                  </a:lnTo>
                  <a:lnTo>
                    <a:pt x="1700676" y="3915445"/>
                  </a:lnTo>
                  <a:lnTo>
                    <a:pt x="1700676" y="3915015"/>
                  </a:lnTo>
                  <a:lnTo>
                    <a:pt x="1700833" y="3915015"/>
                  </a:lnTo>
                  <a:lnTo>
                    <a:pt x="1700991" y="3915015"/>
                  </a:lnTo>
                  <a:lnTo>
                    <a:pt x="1701149" y="3915015"/>
                  </a:lnTo>
                  <a:lnTo>
                    <a:pt x="1701307" y="3915015"/>
                  </a:lnTo>
                  <a:lnTo>
                    <a:pt x="1701464" y="3915015"/>
                  </a:lnTo>
                  <a:lnTo>
                    <a:pt x="1701464" y="3914584"/>
                  </a:lnTo>
                  <a:lnTo>
                    <a:pt x="1701622" y="3914584"/>
                  </a:lnTo>
                  <a:lnTo>
                    <a:pt x="1701780" y="3914584"/>
                  </a:lnTo>
                  <a:lnTo>
                    <a:pt x="1701937" y="3914584"/>
                  </a:lnTo>
                  <a:lnTo>
                    <a:pt x="1701937" y="3914154"/>
                  </a:lnTo>
                  <a:lnTo>
                    <a:pt x="1701937" y="3913723"/>
                  </a:lnTo>
                  <a:lnTo>
                    <a:pt x="1702095" y="3913723"/>
                  </a:lnTo>
                  <a:lnTo>
                    <a:pt x="1702095" y="3913292"/>
                  </a:lnTo>
                  <a:lnTo>
                    <a:pt x="1702253" y="3913292"/>
                  </a:lnTo>
                  <a:lnTo>
                    <a:pt x="1702253" y="3912862"/>
                  </a:lnTo>
                  <a:lnTo>
                    <a:pt x="1702411" y="3912862"/>
                  </a:lnTo>
                  <a:lnTo>
                    <a:pt x="1702568" y="3912862"/>
                  </a:lnTo>
                  <a:lnTo>
                    <a:pt x="1702726" y="3912862"/>
                  </a:lnTo>
                  <a:lnTo>
                    <a:pt x="1702726" y="3912431"/>
                  </a:lnTo>
                  <a:lnTo>
                    <a:pt x="1702884" y="3912431"/>
                  </a:lnTo>
                  <a:lnTo>
                    <a:pt x="1703041" y="3912431"/>
                  </a:lnTo>
                  <a:lnTo>
                    <a:pt x="1703041" y="3912001"/>
                  </a:lnTo>
                  <a:lnTo>
                    <a:pt x="1703199" y="3912001"/>
                  </a:lnTo>
                  <a:lnTo>
                    <a:pt x="1703199" y="3911570"/>
                  </a:lnTo>
                  <a:lnTo>
                    <a:pt x="1703357" y="3911570"/>
                  </a:lnTo>
                  <a:lnTo>
                    <a:pt x="1703357" y="3911139"/>
                  </a:lnTo>
                  <a:lnTo>
                    <a:pt x="1703357" y="3910709"/>
                  </a:lnTo>
                  <a:lnTo>
                    <a:pt x="1703515" y="3910709"/>
                  </a:lnTo>
                  <a:lnTo>
                    <a:pt x="1703515" y="3910278"/>
                  </a:lnTo>
                  <a:lnTo>
                    <a:pt x="1703672" y="3910278"/>
                  </a:lnTo>
                  <a:lnTo>
                    <a:pt x="1703830" y="3910278"/>
                  </a:lnTo>
                  <a:lnTo>
                    <a:pt x="1703988" y="3910278"/>
                  </a:lnTo>
                  <a:lnTo>
                    <a:pt x="1703988" y="3909848"/>
                  </a:lnTo>
                  <a:lnTo>
                    <a:pt x="1704145" y="3909848"/>
                  </a:lnTo>
                  <a:lnTo>
                    <a:pt x="1704303" y="3909848"/>
                  </a:lnTo>
                  <a:lnTo>
                    <a:pt x="1704461" y="3909848"/>
                  </a:lnTo>
                  <a:lnTo>
                    <a:pt x="1704619" y="3909848"/>
                  </a:lnTo>
                  <a:lnTo>
                    <a:pt x="1704619" y="3909417"/>
                  </a:lnTo>
                  <a:lnTo>
                    <a:pt x="1704776" y="3909417"/>
                  </a:lnTo>
                  <a:lnTo>
                    <a:pt x="1704934" y="3909417"/>
                  </a:lnTo>
                  <a:lnTo>
                    <a:pt x="1705092" y="3909417"/>
                  </a:lnTo>
                  <a:lnTo>
                    <a:pt x="1705250" y="3909417"/>
                  </a:lnTo>
                  <a:lnTo>
                    <a:pt x="1705250" y="3908986"/>
                  </a:lnTo>
                  <a:lnTo>
                    <a:pt x="1705407" y="3908986"/>
                  </a:lnTo>
                  <a:lnTo>
                    <a:pt x="1705565" y="3908986"/>
                  </a:lnTo>
                  <a:lnTo>
                    <a:pt x="1705723" y="3908986"/>
                  </a:lnTo>
                  <a:lnTo>
                    <a:pt x="1705723" y="3908556"/>
                  </a:lnTo>
                  <a:lnTo>
                    <a:pt x="1705880" y="3908556"/>
                  </a:lnTo>
                  <a:lnTo>
                    <a:pt x="1706038" y="3908556"/>
                  </a:lnTo>
                  <a:lnTo>
                    <a:pt x="1706196" y="3908556"/>
                  </a:lnTo>
                  <a:lnTo>
                    <a:pt x="1706196" y="3908125"/>
                  </a:lnTo>
                  <a:lnTo>
                    <a:pt x="1706354" y="3908125"/>
                  </a:lnTo>
                  <a:lnTo>
                    <a:pt x="1706511" y="3908125"/>
                  </a:lnTo>
                  <a:lnTo>
                    <a:pt x="1706669" y="3908125"/>
                  </a:lnTo>
                  <a:lnTo>
                    <a:pt x="1706669" y="3907695"/>
                  </a:lnTo>
                  <a:lnTo>
                    <a:pt x="1706669" y="3907264"/>
                  </a:lnTo>
                  <a:lnTo>
                    <a:pt x="1706827" y="3907264"/>
                  </a:lnTo>
                  <a:lnTo>
                    <a:pt x="1706984" y="3907264"/>
                  </a:lnTo>
                  <a:lnTo>
                    <a:pt x="1707142" y="3907264"/>
                  </a:lnTo>
                  <a:lnTo>
                    <a:pt x="1707300" y="3907264"/>
                  </a:lnTo>
                  <a:lnTo>
                    <a:pt x="1707458" y="3907264"/>
                  </a:lnTo>
                  <a:lnTo>
                    <a:pt x="1707458" y="3906833"/>
                  </a:lnTo>
                  <a:lnTo>
                    <a:pt x="1707458" y="3906403"/>
                  </a:lnTo>
                  <a:lnTo>
                    <a:pt x="1707615" y="3906403"/>
                  </a:lnTo>
                  <a:lnTo>
                    <a:pt x="1707615" y="3905972"/>
                  </a:lnTo>
                  <a:lnTo>
                    <a:pt x="1707773" y="3905972"/>
                  </a:lnTo>
                  <a:lnTo>
                    <a:pt x="1707931" y="3905972"/>
                  </a:lnTo>
                  <a:lnTo>
                    <a:pt x="1708088" y="3905972"/>
                  </a:lnTo>
                  <a:lnTo>
                    <a:pt x="1708246" y="3905972"/>
                  </a:lnTo>
                  <a:lnTo>
                    <a:pt x="1708404" y="3905972"/>
                  </a:lnTo>
                  <a:lnTo>
                    <a:pt x="1708562" y="3905972"/>
                  </a:lnTo>
                  <a:lnTo>
                    <a:pt x="1708719" y="3905972"/>
                  </a:lnTo>
                  <a:lnTo>
                    <a:pt x="1708877" y="3905972"/>
                  </a:lnTo>
                  <a:lnTo>
                    <a:pt x="1708877" y="3905542"/>
                  </a:lnTo>
                  <a:lnTo>
                    <a:pt x="1709035" y="3905542"/>
                  </a:lnTo>
                  <a:lnTo>
                    <a:pt x="1709192" y="3905542"/>
                  </a:lnTo>
                  <a:lnTo>
                    <a:pt x="1709192" y="3905111"/>
                  </a:lnTo>
                  <a:lnTo>
                    <a:pt x="1709350" y="3905111"/>
                  </a:lnTo>
                  <a:lnTo>
                    <a:pt x="1709508" y="3905111"/>
                  </a:lnTo>
                  <a:lnTo>
                    <a:pt x="1709666" y="3905111"/>
                  </a:lnTo>
                  <a:lnTo>
                    <a:pt x="1709823" y="3905111"/>
                  </a:lnTo>
                  <a:lnTo>
                    <a:pt x="1709823" y="3904680"/>
                  </a:lnTo>
                  <a:lnTo>
                    <a:pt x="1709981" y="3904680"/>
                  </a:lnTo>
                  <a:lnTo>
                    <a:pt x="1710139" y="3904680"/>
                  </a:lnTo>
                  <a:lnTo>
                    <a:pt x="1710139" y="3904250"/>
                  </a:lnTo>
                  <a:lnTo>
                    <a:pt x="1710139" y="3903819"/>
                  </a:lnTo>
                  <a:lnTo>
                    <a:pt x="1710297" y="3903819"/>
                  </a:lnTo>
                  <a:lnTo>
                    <a:pt x="1710454" y="3903819"/>
                  </a:lnTo>
                  <a:lnTo>
                    <a:pt x="1710612" y="3903819"/>
                  </a:lnTo>
                  <a:lnTo>
                    <a:pt x="1710770" y="3903819"/>
                  </a:lnTo>
                  <a:lnTo>
                    <a:pt x="1710770" y="3903389"/>
                  </a:lnTo>
                  <a:lnTo>
                    <a:pt x="1710927" y="3903389"/>
                  </a:lnTo>
                  <a:lnTo>
                    <a:pt x="1711085" y="3903389"/>
                  </a:lnTo>
                  <a:lnTo>
                    <a:pt x="1711243" y="3903389"/>
                  </a:lnTo>
                  <a:lnTo>
                    <a:pt x="1711401" y="3903389"/>
                  </a:lnTo>
                  <a:lnTo>
                    <a:pt x="1711558" y="3903389"/>
                  </a:lnTo>
                  <a:lnTo>
                    <a:pt x="1711716" y="3903389"/>
                  </a:lnTo>
                  <a:lnTo>
                    <a:pt x="1711874" y="3903389"/>
                  </a:lnTo>
                  <a:lnTo>
                    <a:pt x="1712031" y="3903389"/>
                  </a:lnTo>
                  <a:lnTo>
                    <a:pt x="1712031" y="3902958"/>
                  </a:lnTo>
                  <a:lnTo>
                    <a:pt x="1712031" y="3902527"/>
                  </a:lnTo>
                  <a:lnTo>
                    <a:pt x="1712189" y="3902527"/>
                  </a:lnTo>
                  <a:lnTo>
                    <a:pt x="1712189" y="3902097"/>
                  </a:lnTo>
                  <a:lnTo>
                    <a:pt x="1712189" y="3901666"/>
                  </a:lnTo>
                  <a:lnTo>
                    <a:pt x="1712347" y="3901666"/>
                  </a:lnTo>
                  <a:lnTo>
                    <a:pt x="1712505" y="3901666"/>
                  </a:lnTo>
                  <a:lnTo>
                    <a:pt x="1712662" y="3901666"/>
                  </a:lnTo>
                  <a:lnTo>
                    <a:pt x="1712820" y="3901666"/>
                  </a:lnTo>
                  <a:lnTo>
                    <a:pt x="1712978" y="3901666"/>
                  </a:lnTo>
                  <a:lnTo>
                    <a:pt x="1712978" y="3901236"/>
                  </a:lnTo>
                  <a:lnTo>
                    <a:pt x="1713135" y="3901236"/>
                  </a:lnTo>
                  <a:lnTo>
                    <a:pt x="1713293" y="3901236"/>
                  </a:lnTo>
                  <a:lnTo>
                    <a:pt x="1713451" y="3901236"/>
                  </a:lnTo>
                  <a:lnTo>
                    <a:pt x="1713609" y="3901236"/>
                  </a:lnTo>
                  <a:lnTo>
                    <a:pt x="1713766" y="3901236"/>
                  </a:lnTo>
                  <a:lnTo>
                    <a:pt x="1713766" y="3900805"/>
                  </a:lnTo>
                  <a:lnTo>
                    <a:pt x="1713766" y="3900374"/>
                  </a:lnTo>
                  <a:lnTo>
                    <a:pt x="1713766" y="3899944"/>
                  </a:lnTo>
                  <a:lnTo>
                    <a:pt x="1713766" y="3899513"/>
                  </a:lnTo>
                  <a:lnTo>
                    <a:pt x="1713924" y="3899513"/>
                  </a:lnTo>
                  <a:lnTo>
                    <a:pt x="1714082" y="3899513"/>
                  </a:lnTo>
                  <a:lnTo>
                    <a:pt x="1714239" y="3899513"/>
                  </a:lnTo>
                  <a:lnTo>
                    <a:pt x="1714239" y="3899083"/>
                  </a:lnTo>
                  <a:lnTo>
                    <a:pt x="1714397" y="3899083"/>
                  </a:lnTo>
                  <a:lnTo>
                    <a:pt x="1714397" y="3898652"/>
                  </a:lnTo>
                  <a:lnTo>
                    <a:pt x="1714555" y="3898652"/>
                  </a:lnTo>
                  <a:lnTo>
                    <a:pt x="1714713" y="3898652"/>
                  </a:lnTo>
                  <a:lnTo>
                    <a:pt x="1714870" y="3898652"/>
                  </a:lnTo>
                  <a:lnTo>
                    <a:pt x="1715028" y="3898652"/>
                  </a:lnTo>
                  <a:lnTo>
                    <a:pt x="1715186" y="3898652"/>
                  </a:lnTo>
                  <a:lnTo>
                    <a:pt x="1715343" y="3898652"/>
                  </a:lnTo>
                  <a:lnTo>
                    <a:pt x="1715343" y="3898221"/>
                  </a:lnTo>
                  <a:lnTo>
                    <a:pt x="1715501" y="3898221"/>
                  </a:lnTo>
                  <a:lnTo>
                    <a:pt x="1715659" y="3898221"/>
                  </a:lnTo>
                  <a:lnTo>
                    <a:pt x="1715817" y="3898221"/>
                  </a:lnTo>
                  <a:lnTo>
                    <a:pt x="1715974" y="3898221"/>
                  </a:lnTo>
                  <a:lnTo>
                    <a:pt x="1716132" y="3898221"/>
                  </a:lnTo>
                  <a:lnTo>
                    <a:pt x="1716290" y="3898221"/>
                  </a:lnTo>
                  <a:lnTo>
                    <a:pt x="1716448" y="3898221"/>
                  </a:lnTo>
                  <a:lnTo>
                    <a:pt x="1716448" y="3897791"/>
                  </a:lnTo>
                  <a:lnTo>
                    <a:pt x="1716605" y="3897791"/>
                  </a:lnTo>
                  <a:lnTo>
                    <a:pt x="1716763" y="3897791"/>
                  </a:lnTo>
                  <a:lnTo>
                    <a:pt x="1716921" y="3897791"/>
                  </a:lnTo>
                  <a:lnTo>
                    <a:pt x="1717078" y="3897791"/>
                  </a:lnTo>
                  <a:lnTo>
                    <a:pt x="1717236" y="3897791"/>
                  </a:lnTo>
                  <a:lnTo>
                    <a:pt x="1717236" y="3897360"/>
                  </a:lnTo>
                  <a:lnTo>
                    <a:pt x="1717236" y="3896930"/>
                  </a:lnTo>
                  <a:lnTo>
                    <a:pt x="1717394" y="3896930"/>
                  </a:lnTo>
                  <a:lnTo>
                    <a:pt x="1717394" y="3896499"/>
                  </a:lnTo>
                  <a:lnTo>
                    <a:pt x="1717552" y="3896499"/>
                  </a:lnTo>
                  <a:lnTo>
                    <a:pt x="1717709" y="3896499"/>
                  </a:lnTo>
                  <a:lnTo>
                    <a:pt x="1717709" y="3896068"/>
                  </a:lnTo>
                  <a:lnTo>
                    <a:pt x="1717709" y="3895638"/>
                  </a:lnTo>
                  <a:lnTo>
                    <a:pt x="1717867" y="3895638"/>
                  </a:lnTo>
                  <a:lnTo>
                    <a:pt x="1718025" y="3895638"/>
                  </a:lnTo>
                  <a:lnTo>
                    <a:pt x="1718182" y="3895638"/>
                  </a:lnTo>
                  <a:lnTo>
                    <a:pt x="1718340" y="3895638"/>
                  </a:lnTo>
                  <a:lnTo>
                    <a:pt x="1718498" y="3895638"/>
                  </a:lnTo>
                  <a:lnTo>
                    <a:pt x="1718656" y="3895638"/>
                  </a:lnTo>
                  <a:lnTo>
                    <a:pt x="1718813" y="3895638"/>
                  </a:lnTo>
                  <a:lnTo>
                    <a:pt x="1718971" y="3895638"/>
                  </a:lnTo>
                  <a:lnTo>
                    <a:pt x="1719129" y="3895638"/>
                  </a:lnTo>
                  <a:lnTo>
                    <a:pt x="1719129" y="3895207"/>
                  </a:lnTo>
                  <a:lnTo>
                    <a:pt x="1719129" y="3894777"/>
                  </a:lnTo>
                  <a:lnTo>
                    <a:pt x="1719129" y="3894346"/>
                  </a:lnTo>
                  <a:lnTo>
                    <a:pt x="1719286" y="3894346"/>
                  </a:lnTo>
                  <a:lnTo>
                    <a:pt x="1719444" y="3894346"/>
                  </a:lnTo>
                  <a:lnTo>
                    <a:pt x="1719444" y="3893915"/>
                  </a:lnTo>
                  <a:lnTo>
                    <a:pt x="1719444" y="3893485"/>
                  </a:lnTo>
                  <a:lnTo>
                    <a:pt x="1719444" y="3893054"/>
                  </a:lnTo>
                  <a:lnTo>
                    <a:pt x="1719602" y="3893054"/>
                  </a:lnTo>
                  <a:lnTo>
                    <a:pt x="1719760" y="3893054"/>
                  </a:lnTo>
                  <a:lnTo>
                    <a:pt x="1719917" y="3893054"/>
                  </a:lnTo>
                  <a:lnTo>
                    <a:pt x="1720075" y="3893054"/>
                  </a:lnTo>
                  <a:lnTo>
                    <a:pt x="1720233" y="3893054"/>
                  </a:lnTo>
                  <a:lnTo>
                    <a:pt x="1720390" y="3893054"/>
                  </a:lnTo>
                  <a:lnTo>
                    <a:pt x="1720390" y="3892624"/>
                  </a:lnTo>
                  <a:lnTo>
                    <a:pt x="1720548" y="3892624"/>
                  </a:lnTo>
                  <a:lnTo>
                    <a:pt x="1720706" y="3892624"/>
                  </a:lnTo>
                  <a:lnTo>
                    <a:pt x="1720706" y="3892193"/>
                  </a:lnTo>
                  <a:lnTo>
                    <a:pt x="1720864" y="3892193"/>
                  </a:lnTo>
                  <a:lnTo>
                    <a:pt x="1721021" y="3892193"/>
                  </a:lnTo>
                  <a:lnTo>
                    <a:pt x="1721021" y="3891762"/>
                  </a:lnTo>
                  <a:lnTo>
                    <a:pt x="1721179" y="3891762"/>
                  </a:lnTo>
                  <a:lnTo>
                    <a:pt x="1721337" y="3891762"/>
                  </a:lnTo>
                  <a:lnTo>
                    <a:pt x="1721495" y="3891762"/>
                  </a:lnTo>
                  <a:lnTo>
                    <a:pt x="1721495" y="3891332"/>
                  </a:lnTo>
                  <a:lnTo>
                    <a:pt x="1721652" y="3891332"/>
                  </a:lnTo>
                  <a:lnTo>
                    <a:pt x="1721652" y="3890901"/>
                  </a:lnTo>
                  <a:lnTo>
                    <a:pt x="1721810" y="3890901"/>
                  </a:lnTo>
                  <a:lnTo>
                    <a:pt x="1721968" y="3890901"/>
                  </a:lnTo>
                  <a:lnTo>
                    <a:pt x="1721968" y="3890471"/>
                  </a:lnTo>
                  <a:lnTo>
                    <a:pt x="1722125" y="3890471"/>
                  </a:lnTo>
                  <a:lnTo>
                    <a:pt x="1722283" y="3890471"/>
                  </a:lnTo>
                  <a:lnTo>
                    <a:pt x="1722441" y="3890471"/>
                  </a:lnTo>
                  <a:lnTo>
                    <a:pt x="1722599" y="3890471"/>
                  </a:lnTo>
                  <a:lnTo>
                    <a:pt x="1722756" y="3890471"/>
                  </a:lnTo>
                  <a:lnTo>
                    <a:pt x="1722914" y="3890471"/>
                  </a:lnTo>
                  <a:lnTo>
                    <a:pt x="1722914" y="3890040"/>
                  </a:lnTo>
                  <a:lnTo>
                    <a:pt x="1723072" y="3890040"/>
                  </a:lnTo>
                  <a:lnTo>
                    <a:pt x="1723072" y="3889609"/>
                  </a:lnTo>
                  <a:lnTo>
                    <a:pt x="1723229" y="3889609"/>
                  </a:lnTo>
                  <a:lnTo>
                    <a:pt x="1723229" y="3889179"/>
                  </a:lnTo>
                  <a:lnTo>
                    <a:pt x="1723387" y="3889179"/>
                  </a:lnTo>
                  <a:lnTo>
                    <a:pt x="1723545" y="3889179"/>
                  </a:lnTo>
                  <a:lnTo>
                    <a:pt x="1723545" y="3888748"/>
                  </a:lnTo>
                  <a:lnTo>
                    <a:pt x="1723703" y="3888748"/>
                  </a:lnTo>
                  <a:lnTo>
                    <a:pt x="1723860" y="3888748"/>
                  </a:lnTo>
                  <a:lnTo>
                    <a:pt x="1724018" y="3888748"/>
                  </a:lnTo>
                  <a:lnTo>
                    <a:pt x="1724176" y="3888748"/>
                  </a:lnTo>
                  <a:lnTo>
                    <a:pt x="1724176" y="3888318"/>
                  </a:lnTo>
                  <a:lnTo>
                    <a:pt x="1724333" y="3888318"/>
                  </a:lnTo>
                  <a:lnTo>
                    <a:pt x="1724491" y="3888318"/>
                  </a:lnTo>
                  <a:lnTo>
                    <a:pt x="1724649" y="3888318"/>
                  </a:lnTo>
                  <a:lnTo>
                    <a:pt x="1724649" y="3887887"/>
                  </a:lnTo>
                  <a:lnTo>
                    <a:pt x="1724649" y="3887456"/>
                  </a:lnTo>
                  <a:lnTo>
                    <a:pt x="1724807" y="3887456"/>
                  </a:lnTo>
                  <a:lnTo>
                    <a:pt x="1724964" y="3887456"/>
                  </a:lnTo>
                  <a:lnTo>
                    <a:pt x="1725122" y="3887456"/>
                  </a:lnTo>
                  <a:lnTo>
                    <a:pt x="1725280" y="3887456"/>
                  </a:lnTo>
                  <a:lnTo>
                    <a:pt x="1725437" y="3887456"/>
                  </a:lnTo>
                  <a:lnTo>
                    <a:pt x="1725595" y="3887456"/>
                  </a:lnTo>
                  <a:lnTo>
                    <a:pt x="1725595" y="3887026"/>
                  </a:lnTo>
                  <a:lnTo>
                    <a:pt x="1725595" y="3886595"/>
                  </a:lnTo>
                  <a:lnTo>
                    <a:pt x="1725595" y="3886165"/>
                  </a:lnTo>
                  <a:lnTo>
                    <a:pt x="1725595" y="3885734"/>
                  </a:lnTo>
                  <a:lnTo>
                    <a:pt x="1725595" y="3885303"/>
                  </a:lnTo>
                  <a:lnTo>
                    <a:pt x="1725753" y="3885303"/>
                  </a:lnTo>
                  <a:lnTo>
                    <a:pt x="1725911" y="3885303"/>
                  </a:lnTo>
                  <a:lnTo>
                    <a:pt x="1725911" y="3884873"/>
                  </a:lnTo>
                  <a:lnTo>
                    <a:pt x="1726068" y="3884873"/>
                  </a:lnTo>
                  <a:lnTo>
                    <a:pt x="1726068" y="3884442"/>
                  </a:lnTo>
                  <a:lnTo>
                    <a:pt x="1726068" y="3884012"/>
                  </a:lnTo>
                  <a:lnTo>
                    <a:pt x="1726226" y="3884012"/>
                  </a:lnTo>
                  <a:lnTo>
                    <a:pt x="1726384" y="3884012"/>
                  </a:lnTo>
                  <a:lnTo>
                    <a:pt x="1726541" y="3884012"/>
                  </a:lnTo>
                  <a:lnTo>
                    <a:pt x="1726699" y="3884012"/>
                  </a:lnTo>
                  <a:lnTo>
                    <a:pt x="1726857" y="3884012"/>
                  </a:lnTo>
                  <a:lnTo>
                    <a:pt x="1726857" y="3883581"/>
                  </a:lnTo>
                  <a:lnTo>
                    <a:pt x="1727015" y="3883581"/>
                  </a:lnTo>
                  <a:lnTo>
                    <a:pt x="1727172" y="3883581"/>
                  </a:lnTo>
                  <a:lnTo>
                    <a:pt x="1727172" y="3883150"/>
                  </a:lnTo>
                  <a:lnTo>
                    <a:pt x="1727172" y="3882720"/>
                  </a:lnTo>
                  <a:lnTo>
                    <a:pt x="1727172" y="3882289"/>
                  </a:lnTo>
                  <a:lnTo>
                    <a:pt x="1727330" y="3882289"/>
                  </a:lnTo>
                  <a:lnTo>
                    <a:pt x="1727488" y="3882289"/>
                  </a:lnTo>
                  <a:lnTo>
                    <a:pt x="1727646" y="3882289"/>
                  </a:lnTo>
                  <a:lnTo>
                    <a:pt x="1727803" y="3882289"/>
                  </a:lnTo>
                  <a:lnTo>
                    <a:pt x="1727961" y="3882289"/>
                  </a:lnTo>
                  <a:lnTo>
                    <a:pt x="1728119" y="3882289"/>
                  </a:lnTo>
                  <a:lnTo>
                    <a:pt x="1728276" y="3882289"/>
                  </a:lnTo>
                  <a:lnTo>
                    <a:pt x="1728276" y="3881859"/>
                  </a:lnTo>
                  <a:lnTo>
                    <a:pt x="1728434" y="3881859"/>
                  </a:lnTo>
                  <a:lnTo>
                    <a:pt x="1728592" y="3881859"/>
                  </a:lnTo>
                  <a:lnTo>
                    <a:pt x="1728750" y="3881859"/>
                  </a:lnTo>
                  <a:lnTo>
                    <a:pt x="1728907" y="3881859"/>
                  </a:lnTo>
                  <a:lnTo>
                    <a:pt x="1729065" y="3881859"/>
                  </a:lnTo>
                  <a:lnTo>
                    <a:pt x="1729065" y="3881428"/>
                  </a:lnTo>
                  <a:lnTo>
                    <a:pt x="1729223" y="3881428"/>
                  </a:lnTo>
                  <a:lnTo>
                    <a:pt x="1729380" y="3881428"/>
                  </a:lnTo>
                  <a:lnTo>
                    <a:pt x="1729538" y="3881428"/>
                  </a:lnTo>
                  <a:lnTo>
                    <a:pt x="1729696" y="3881428"/>
                  </a:lnTo>
                  <a:lnTo>
                    <a:pt x="1729854" y="3881428"/>
                  </a:lnTo>
                  <a:lnTo>
                    <a:pt x="1729854" y="3880997"/>
                  </a:lnTo>
                  <a:lnTo>
                    <a:pt x="1730011" y="3880997"/>
                  </a:lnTo>
                  <a:lnTo>
                    <a:pt x="1730169" y="3880997"/>
                  </a:lnTo>
                  <a:lnTo>
                    <a:pt x="1730327" y="3880997"/>
                  </a:lnTo>
                  <a:lnTo>
                    <a:pt x="1730327" y="3880567"/>
                  </a:lnTo>
                  <a:lnTo>
                    <a:pt x="1730327" y="3880136"/>
                  </a:lnTo>
                  <a:lnTo>
                    <a:pt x="1730484" y="3880136"/>
                  </a:lnTo>
                  <a:lnTo>
                    <a:pt x="1730642" y="3880136"/>
                  </a:lnTo>
                  <a:lnTo>
                    <a:pt x="1730800" y="3880136"/>
                  </a:lnTo>
                  <a:lnTo>
                    <a:pt x="1730958" y="3880136"/>
                  </a:lnTo>
                  <a:lnTo>
                    <a:pt x="1731115" y="3880136"/>
                  </a:lnTo>
                  <a:lnTo>
                    <a:pt x="1731273" y="3880136"/>
                  </a:lnTo>
                  <a:lnTo>
                    <a:pt x="1731431" y="3880136"/>
                  </a:lnTo>
                  <a:lnTo>
                    <a:pt x="1731588" y="3880136"/>
                  </a:lnTo>
                  <a:lnTo>
                    <a:pt x="1731588" y="3879706"/>
                  </a:lnTo>
                  <a:lnTo>
                    <a:pt x="1731746" y="3879706"/>
                  </a:lnTo>
                  <a:lnTo>
                    <a:pt x="1731904" y="3879706"/>
                  </a:lnTo>
                  <a:lnTo>
                    <a:pt x="1732062" y="3879706"/>
                  </a:lnTo>
                  <a:lnTo>
                    <a:pt x="1732219" y="3879706"/>
                  </a:lnTo>
                  <a:lnTo>
                    <a:pt x="1732219" y="3879275"/>
                  </a:lnTo>
                  <a:lnTo>
                    <a:pt x="1732219" y="3878844"/>
                  </a:lnTo>
                  <a:lnTo>
                    <a:pt x="1732377" y="3878844"/>
                  </a:lnTo>
                  <a:lnTo>
                    <a:pt x="1732535" y="3878844"/>
                  </a:lnTo>
                  <a:lnTo>
                    <a:pt x="1732535" y="3878414"/>
                  </a:lnTo>
                  <a:lnTo>
                    <a:pt x="1732693" y="3878414"/>
                  </a:lnTo>
                  <a:lnTo>
                    <a:pt x="1732850" y="3878414"/>
                  </a:lnTo>
                  <a:lnTo>
                    <a:pt x="1733008" y="3878414"/>
                  </a:lnTo>
                  <a:lnTo>
                    <a:pt x="1733166" y="3878414"/>
                  </a:lnTo>
                  <a:lnTo>
                    <a:pt x="1733166" y="3877983"/>
                  </a:lnTo>
                  <a:lnTo>
                    <a:pt x="1733323" y="3877983"/>
                  </a:lnTo>
                  <a:lnTo>
                    <a:pt x="1733481" y="3877983"/>
                  </a:lnTo>
                  <a:lnTo>
                    <a:pt x="1733481" y="3877553"/>
                  </a:lnTo>
                  <a:lnTo>
                    <a:pt x="1733639" y="3877553"/>
                  </a:lnTo>
                  <a:lnTo>
                    <a:pt x="1733639" y="3877122"/>
                  </a:lnTo>
                  <a:lnTo>
                    <a:pt x="1733639" y="3876691"/>
                  </a:lnTo>
                  <a:lnTo>
                    <a:pt x="1733797" y="3876691"/>
                  </a:lnTo>
                  <a:lnTo>
                    <a:pt x="1733954" y="3876691"/>
                  </a:lnTo>
                  <a:lnTo>
                    <a:pt x="1734112" y="3876691"/>
                  </a:lnTo>
                  <a:lnTo>
                    <a:pt x="1734270" y="3876691"/>
                  </a:lnTo>
                  <a:lnTo>
                    <a:pt x="1734427" y="3876691"/>
                  </a:lnTo>
                  <a:lnTo>
                    <a:pt x="1734585" y="3876691"/>
                  </a:lnTo>
                  <a:lnTo>
                    <a:pt x="1734743" y="3876691"/>
                  </a:lnTo>
                  <a:lnTo>
                    <a:pt x="1734743" y="3876261"/>
                  </a:lnTo>
                  <a:lnTo>
                    <a:pt x="1734901" y="3876261"/>
                  </a:lnTo>
                  <a:lnTo>
                    <a:pt x="1735058" y="3876261"/>
                  </a:lnTo>
                  <a:lnTo>
                    <a:pt x="1735216" y="3876261"/>
                  </a:lnTo>
                  <a:lnTo>
                    <a:pt x="1735374" y="3876261"/>
                  </a:lnTo>
                  <a:lnTo>
                    <a:pt x="1735531" y="3876261"/>
                  </a:lnTo>
                  <a:lnTo>
                    <a:pt x="1735689" y="3876261"/>
                  </a:lnTo>
                  <a:lnTo>
                    <a:pt x="1735689" y="3875830"/>
                  </a:lnTo>
                  <a:lnTo>
                    <a:pt x="1735847" y="3875830"/>
                  </a:lnTo>
                  <a:lnTo>
                    <a:pt x="1736005" y="3875830"/>
                  </a:lnTo>
                  <a:lnTo>
                    <a:pt x="1736005" y="3875400"/>
                  </a:lnTo>
                  <a:lnTo>
                    <a:pt x="1736162" y="3875400"/>
                  </a:lnTo>
                  <a:lnTo>
                    <a:pt x="1736320" y="3875400"/>
                  </a:lnTo>
                  <a:lnTo>
                    <a:pt x="1736320" y="3874969"/>
                  </a:lnTo>
                  <a:lnTo>
                    <a:pt x="1736478" y="3874969"/>
                  </a:lnTo>
                  <a:lnTo>
                    <a:pt x="1736635" y="3874969"/>
                  </a:lnTo>
                  <a:lnTo>
                    <a:pt x="1736793" y="3874969"/>
                  </a:lnTo>
                  <a:lnTo>
                    <a:pt x="1736951" y="3874969"/>
                  </a:lnTo>
                  <a:lnTo>
                    <a:pt x="1736951" y="3874538"/>
                  </a:lnTo>
                  <a:lnTo>
                    <a:pt x="1736951" y="3874108"/>
                  </a:lnTo>
                  <a:lnTo>
                    <a:pt x="1737109" y="3874108"/>
                  </a:lnTo>
                  <a:lnTo>
                    <a:pt x="1737266" y="3874108"/>
                  </a:lnTo>
                  <a:lnTo>
                    <a:pt x="1737266" y="3873677"/>
                  </a:lnTo>
                  <a:lnTo>
                    <a:pt x="1737266" y="3873247"/>
                  </a:lnTo>
                  <a:lnTo>
                    <a:pt x="1737424" y="3873247"/>
                  </a:lnTo>
                  <a:lnTo>
                    <a:pt x="1737424" y="3872816"/>
                  </a:lnTo>
                  <a:lnTo>
                    <a:pt x="1737424" y="3872385"/>
                  </a:lnTo>
                  <a:lnTo>
                    <a:pt x="1737582" y="3872385"/>
                  </a:lnTo>
                  <a:lnTo>
                    <a:pt x="1737582" y="3871955"/>
                  </a:lnTo>
                  <a:lnTo>
                    <a:pt x="1737739" y="3871955"/>
                  </a:lnTo>
                  <a:lnTo>
                    <a:pt x="1737897" y="3871955"/>
                  </a:lnTo>
                  <a:lnTo>
                    <a:pt x="1737897" y="3871524"/>
                  </a:lnTo>
                  <a:lnTo>
                    <a:pt x="1738055" y="3871524"/>
                  </a:lnTo>
                  <a:lnTo>
                    <a:pt x="1738213" y="3871524"/>
                  </a:lnTo>
                  <a:lnTo>
                    <a:pt x="1738213" y="3871094"/>
                  </a:lnTo>
                  <a:lnTo>
                    <a:pt x="1738370" y="3871094"/>
                  </a:lnTo>
                  <a:lnTo>
                    <a:pt x="1738370" y="3870663"/>
                  </a:lnTo>
                  <a:lnTo>
                    <a:pt x="1738528" y="3870663"/>
                  </a:lnTo>
                  <a:lnTo>
                    <a:pt x="1738686" y="3870663"/>
                  </a:lnTo>
                  <a:lnTo>
                    <a:pt x="1738844" y="3870663"/>
                  </a:lnTo>
                  <a:lnTo>
                    <a:pt x="1739001" y="3870663"/>
                  </a:lnTo>
                  <a:lnTo>
                    <a:pt x="1739159" y="3870663"/>
                  </a:lnTo>
                  <a:lnTo>
                    <a:pt x="1739317" y="3870663"/>
                  </a:lnTo>
                  <a:lnTo>
                    <a:pt x="1739317" y="3870232"/>
                  </a:lnTo>
                  <a:lnTo>
                    <a:pt x="1739474" y="3870232"/>
                  </a:lnTo>
                  <a:lnTo>
                    <a:pt x="1739474" y="3869802"/>
                  </a:lnTo>
                  <a:lnTo>
                    <a:pt x="1739474" y="3869371"/>
                  </a:lnTo>
                  <a:lnTo>
                    <a:pt x="1739632" y="3869371"/>
                  </a:lnTo>
                  <a:lnTo>
                    <a:pt x="1739632" y="3868941"/>
                  </a:lnTo>
                  <a:lnTo>
                    <a:pt x="1739632" y="3868510"/>
                  </a:lnTo>
                  <a:lnTo>
                    <a:pt x="1739790" y="3868510"/>
                  </a:lnTo>
                  <a:lnTo>
                    <a:pt x="1739948" y="3868510"/>
                  </a:lnTo>
                  <a:lnTo>
                    <a:pt x="1740105" y="3868510"/>
                  </a:lnTo>
                  <a:lnTo>
                    <a:pt x="1740263" y="3868510"/>
                  </a:lnTo>
                  <a:lnTo>
                    <a:pt x="1740263" y="3868079"/>
                  </a:lnTo>
                  <a:lnTo>
                    <a:pt x="1740421" y="3868079"/>
                  </a:lnTo>
                  <a:lnTo>
                    <a:pt x="1740578" y="3868079"/>
                  </a:lnTo>
                  <a:lnTo>
                    <a:pt x="1740736" y="3868079"/>
                  </a:lnTo>
                  <a:lnTo>
                    <a:pt x="1740894" y="3868079"/>
                  </a:lnTo>
                  <a:lnTo>
                    <a:pt x="1740894" y="3867649"/>
                  </a:lnTo>
                  <a:lnTo>
                    <a:pt x="1741052" y="3867649"/>
                  </a:lnTo>
                  <a:lnTo>
                    <a:pt x="1741209" y="3867649"/>
                  </a:lnTo>
                  <a:lnTo>
                    <a:pt x="1741209" y="3867218"/>
                  </a:lnTo>
                  <a:lnTo>
                    <a:pt x="1741367" y="3867218"/>
                  </a:lnTo>
                  <a:lnTo>
                    <a:pt x="1741525" y="3867218"/>
                  </a:lnTo>
                  <a:lnTo>
                    <a:pt x="1741525" y="3866788"/>
                  </a:lnTo>
                  <a:lnTo>
                    <a:pt x="1741682" y="3866788"/>
                  </a:lnTo>
                  <a:lnTo>
                    <a:pt x="1741840" y="3866788"/>
                  </a:lnTo>
                  <a:lnTo>
                    <a:pt x="1741840" y="3866357"/>
                  </a:lnTo>
                  <a:lnTo>
                    <a:pt x="1741998" y="3866357"/>
                  </a:lnTo>
                  <a:lnTo>
                    <a:pt x="1742156" y="3866357"/>
                  </a:lnTo>
                  <a:lnTo>
                    <a:pt x="1742156" y="3865926"/>
                  </a:lnTo>
                  <a:lnTo>
                    <a:pt x="1742156" y="3865496"/>
                  </a:lnTo>
                  <a:lnTo>
                    <a:pt x="1742156" y="3865065"/>
                  </a:lnTo>
                  <a:lnTo>
                    <a:pt x="1742313" y="3865065"/>
                  </a:lnTo>
                  <a:lnTo>
                    <a:pt x="1742313" y="3864635"/>
                  </a:lnTo>
                  <a:lnTo>
                    <a:pt x="1742313" y="3864204"/>
                  </a:lnTo>
                  <a:lnTo>
                    <a:pt x="1742471" y="3864204"/>
                  </a:lnTo>
                  <a:lnTo>
                    <a:pt x="1742629" y="3864204"/>
                  </a:lnTo>
                  <a:lnTo>
                    <a:pt x="1742786" y="3864204"/>
                  </a:lnTo>
                  <a:lnTo>
                    <a:pt x="1742944" y="3864204"/>
                  </a:lnTo>
                  <a:lnTo>
                    <a:pt x="1743102" y="3864204"/>
                  </a:lnTo>
                  <a:lnTo>
                    <a:pt x="1743260" y="3864204"/>
                  </a:lnTo>
                  <a:lnTo>
                    <a:pt x="1743417" y="3864204"/>
                  </a:lnTo>
                  <a:lnTo>
                    <a:pt x="1743575" y="3864204"/>
                  </a:lnTo>
                  <a:lnTo>
                    <a:pt x="1743733" y="3864204"/>
                  </a:lnTo>
                  <a:lnTo>
                    <a:pt x="1743891" y="3864204"/>
                  </a:lnTo>
                  <a:lnTo>
                    <a:pt x="1743891" y="3863773"/>
                  </a:lnTo>
                  <a:lnTo>
                    <a:pt x="1744048" y="3863773"/>
                  </a:lnTo>
                  <a:lnTo>
                    <a:pt x="1744206" y="3863773"/>
                  </a:lnTo>
                  <a:lnTo>
                    <a:pt x="1744206" y="3863343"/>
                  </a:lnTo>
                  <a:lnTo>
                    <a:pt x="1744206" y="3862912"/>
                  </a:lnTo>
                  <a:lnTo>
                    <a:pt x="1744206" y="3862482"/>
                  </a:lnTo>
                  <a:lnTo>
                    <a:pt x="1744364" y="3862482"/>
                  </a:lnTo>
                  <a:lnTo>
                    <a:pt x="1744521" y="3862482"/>
                  </a:lnTo>
                  <a:lnTo>
                    <a:pt x="1744521" y="3862051"/>
                  </a:lnTo>
                  <a:lnTo>
                    <a:pt x="1744679" y="3862051"/>
                  </a:lnTo>
                  <a:lnTo>
                    <a:pt x="1744837" y="3862051"/>
                  </a:lnTo>
                  <a:lnTo>
                    <a:pt x="1744995" y="3862051"/>
                  </a:lnTo>
                  <a:lnTo>
                    <a:pt x="1745152" y="3862051"/>
                  </a:lnTo>
                  <a:lnTo>
                    <a:pt x="1745152" y="3861620"/>
                  </a:lnTo>
                  <a:lnTo>
                    <a:pt x="1745310" y="3861620"/>
                  </a:lnTo>
                  <a:lnTo>
                    <a:pt x="1745468" y="3861620"/>
                  </a:lnTo>
                  <a:lnTo>
                    <a:pt x="1745468" y="3861190"/>
                  </a:lnTo>
                  <a:lnTo>
                    <a:pt x="1745625" y="3861190"/>
                  </a:lnTo>
                  <a:lnTo>
                    <a:pt x="1745625" y="3860759"/>
                  </a:lnTo>
                  <a:lnTo>
                    <a:pt x="1745625" y="3860329"/>
                  </a:lnTo>
                  <a:lnTo>
                    <a:pt x="1745783" y="3860329"/>
                  </a:lnTo>
                  <a:lnTo>
                    <a:pt x="1745941" y="3860329"/>
                  </a:lnTo>
                  <a:lnTo>
                    <a:pt x="1745941" y="3859898"/>
                  </a:lnTo>
                  <a:lnTo>
                    <a:pt x="1746099" y="3859898"/>
                  </a:lnTo>
                  <a:lnTo>
                    <a:pt x="1746256" y="3859898"/>
                  </a:lnTo>
                  <a:lnTo>
                    <a:pt x="1746414" y="3859898"/>
                  </a:lnTo>
                  <a:lnTo>
                    <a:pt x="1746414" y="3859467"/>
                  </a:lnTo>
                  <a:lnTo>
                    <a:pt x="1746572" y="3859467"/>
                  </a:lnTo>
                  <a:lnTo>
                    <a:pt x="1746572" y="3859037"/>
                  </a:lnTo>
                  <a:lnTo>
                    <a:pt x="1746729" y="3859037"/>
                  </a:lnTo>
                  <a:lnTo>
                    <a:pt x="1746729" y="3858606"/>
                  </a:lnTo>
                  <a:lnTo>
                    <a:pt x="1746887" y="3858606"/>
                  </a:lnTo>
                  <a:lnTo>
                    <a:pt x="1747045" y="3858606"/>
                  </a:lnTo>
                  <a:lnTo>
                    <a:pt x="1747203" y="3858606"/>
                  </a:lnTo>
                  <a:lnTo>
                    <a:pt x="1747360" y="3858606"/>
                  </a:lnTo>
                  <a:lnTo>
                    <a:pt x="1747518" y="3858606"/>
                  </a:lnTo>
                  <a:lnTo>
                    <a:pt x="1747518" y="3858176"/>
                  </a:lnTo>
                  <a:lnTo>
                    <a:pt x="1747518" y="3857745"/>
                  </a:lnTo>
                  <a:lnTo>
                    <a:pt x="1747676" y="3857745"/>
                  </a:lnTo>
                  <a:lnTo>
                    <a:pt x="1747833" y="3857745"/>
                  </a:lnTo>
                  <a:lnTo>
                    <a:pt x="1747991" y="3857745"/>
                  </a:lnTo>
                  <a:lnTo>
                    <a:pt x="1747991" y="3857314"/>
                  </a:lnTo>
                  <a:lnTo>
                    <a:pt x="1748149" y="3857314"/>
                  </a:lnTo>
                  <a:lnTo>
                    <a:pt x="1748307" y="3857314"/>
                  </a:lnTo>
                  <a:lnTo>
                    <a:pt x="1748464" y="3857314"/>
                  </a:lnTo>
                  <a:lnTo>
                    <a:pt x="1748464" y="3856884"/>
                  </a:lnTo>
                  <a:lnTo>
                    <a:pt x="1748622" y="3856884"/>
                  </a:lnTo>
                  <a:lnTo>
                    <a:pt x="1748780" y="3856884"/>
                  </a:lnTo>
                  <a:lnTo>
                    <a:pt x="1748937" y="3856884"/>
                  </a:lnTo>
                  <a:lnTo>
                    <a:pt x="1749095" y="3856884"/>
                  </a:lnTo>
                  <a:lnTo>
                    <a:pt x="1749095" y="3856453"/>
                  </a:lnTo>
                  <a:lnTo>
                    <a:pt x="1749253" y="3856453"/>
                  </a:lnTo>
                  <a:lnTo>
                    <a:pt x="1749411" y="3856453"/>
                  </a:lnTo>
                  <a:lnTo>
                    <a:pt x="1749568" y="3856453"/>
                  </a:lnTo>
                  <a:lnTo>
                    <a:pt x="1749726" y="3856453"/>
                  </a:lnTo>
                  <a:lnTo>
                    <a:pt x="1749884" y="3856453"/>
                  </a:lnTo>
                  <a:lnTo>
                    <a:pt x="1749884" y="3856023"/>
                  </a:lnTo>
                  <a:lnTo>
                    <a:pt x="1750042" y="3856023"/>
                  </a:lnTo>
                  <a:lnTo>
                    <a:pt x="1750199" y="3856023"/>
                  </a:lnTo>
                  <a:lnTo>
                    <a:pt x="1750357" y="3856023"/>
                  </a:lnTo>
                  <a:lnTo>
                    <a:pt x="1750515" y="3856023"/>
                  </a:lnTo>
                  <a:lnTo>
                    <a:pt x="1750672" y="3856023"/>
                  </a:lnTo>
                  <a:lnTo>
                    <a:pt x="1750830" y="3856023"/>
                  </a:lnTo>
                  <a:lnTo>
                    <a:pt x="1750988" y="3856023"/>
                  </a:lnTo>
                  <a:lnTo>
                    <a:pt x="1750988" y="3855592"/>
                  </a:lnTo>
                  <a:lnTo>
                    <a:pt x="1751146" y="3855592"/>
                  </a:lnTo>
                  <a:lnTo>
                    <a:pt x="1751303" y="3855592"/>
                  </a:lnTo>
                  <a:lnTo>
                    <a:pt x="1751461" y="3855592"/>
                  </a:lnTo>
                  <a:lnTo>
                    <a:pt x="1751461" y="3855161"/>
                  </a:lnTo>
                  <a:lnTo>
                    <a:pt x="1751619" y="3855161"/>
                  </a:lnTo>
                  <a:lnTo>
                    <a:pt x="1751776" y="3855161"/>
                  </a:lnTo>
                  <a:lnTo>
                    <a:pt x="1751934" y="3855161"/>
                  </a:lnTo>
                  <a:lnTo>
                    <a:pt x="1751934" y="3854731"/>
                  </a:lnTo>
                  <a:lnTo>
                    <a:pt x="1751934" y="3854300"/>
                  </a:lnTo>
                  <a:lnTo>
                    <a:pt x="1752092" y="3854300"/>
                  </a:lnTo>
                  <a:lnTo>
                    <a:pt x="1752092" y="3853870"/>
                  </a:lnTo>
                  <a:lnTo>
                    <a:pt x="1752250" y="3853870"/>
                  </a:lnTo>
                  <a:lnTo>
                    <a:pt x="1752407" y="3853870"/>
                  </a:lnTo>
                  <a:lnTo>
                    <a:pt x="1752407" y="3853439"/>
                  </a:lnTo>
                  <a:lnTo>
                    <a:pt x="1752407" y="3853008"/>
                  </a:lnTo>
                  <a:lnTo>
                    <a:pt x="1752407" y="3852578"/>
                  </a:lnTo>
                  <a:lnTo>
                    <a:pt x="1752407" y="3852147"/>
                  </a:lnTo>
                  <a:lnTo>
                    <a:pt x="1752565" y="3852147"/>
                  </a:lnTo>
                  <a:lnTo>
                    <a:pt x="1752723" y="3852147"/>
                  </a:lnTo>
                  <a:lnTo>
                    <a:pt x="1752880" y="3852147"/>
                  </a:lnTo>
                  <a:lnTo>
                    <a:pt x="1753038" y="3852147"/>
                  </a:lnTo>
                  <a:lnTo>
                    <a:pt x="1753196" y="3852147"/>
                  </a:lnTo>
                  <a:lnTo>
                    <a:pt x="1753354" y="3852147"/>
                  </a:lnTo>
                  <a:lnTo>
                    <a:pt x="1753511" y="3852147"/>
                  </a:lnTo>
                  <a:lnTo>
                    <a:pt x="1753669" y="3852147"/>
                  </a:lnTo>
                  <a:lnTo>
                    <a:pt x="1753827" y="3852147"/>
                  </a:lnTo>
                  <a:lnTo>
                    <a:pt x="1753827" y="3851717"/>
                  </a:lnTo>
                  <a:lnTo>
                    <a:pt x="1753984" y="3851717"/>
                  </a:lnTo>
                  <a:lnTo>
                    <a:pt x="1753984" y="3851286"/>
                  </a:lnTo>
                  <a:lnTo>
                    <a:pt x="1753984" y="3850855"/>
                  </a:lnTo>
                  <a:lnTo>
                    <a:pt x="1753984" y="3850425"/>
                  </a:lnTo>
                  <a:lnTo>
                    <a:pt x="1754142" y="3850425"/>
                  </a:lnTo>
                  <a:lnTo>
                    <a:pt x="1754300" y="3850425"/>
                  </a:lnTo>
                  <a:lnTo>
                    <a:pt x="1754300" y="3849994"/>
                  </a:lnTo>
                  <a:lnTo>
                    <a:pt x="1754458" y="3849994"/>
                  </a:lnTo>
                  <a:lnTo>
                    <a:pt x="1754615" y="3849994"/>
                  </a:lnTo>
                  <a:lnTo>
                    <a:pt x="1754773" y="3849994"/>
                  </a:lnTo>
                  <a:lnTo>
                    <a:pt x="1754931" y="3849994"/>
                  </a:lnTo>
                  <a:lnTo>
                    <a:pt x="1754931" y="3849564"/>
                  </a:lnTo>
                  <a:lnTo>
                    <a:pt x="1755089" y="3849564"/>
                  </a:lnTo>
                  <a:lnTo>
                    <a:pt x="1755089" y="3849133"/>
                  </a:lnTo>
                  <a:lnTo>
                    <a:pt x="1755246" y="3849133"/>
                  </a:lnTo>
                  <a:lnTo>
                    <a:pt x="1755404" y="3849133"/>
                  </a:lnTo>
                  <a:lnTo>
                    <a:pt x="1755562" y="3849133"/>
                  </a:lnTo>
                  <a:lnTo>
                    <a:pt x="1755562" y="3848702"/>
                  </a:lnTo>
                  <a:lnTo>
                    <a:pt x="1755719" y="3848702"/>
                  </a:lnTo>
                  <a:lnTo>
                    <a:pt x="1755877" y="3848702"/>
                  </a:lnTo>
                  <a:lnTo>
                    <a:pt x="1756035" y="3848702"/>
                  </a:lnTo>
                  <a:lnTo>
                    <a:pt x="1756193" y="3848702"/>
                  </a:lnTo>
                  <a:lnTo>
                    <a:pt x="1756350" y="3848702"/>
                  </a:lnTo>
                  <a:lnTo>
                    <a:pt x="1756508" y="3848702"/>
                  </a:lnTo>
                  <a:lnTo>
                    <a:pt x="1756666" y="3848702"/>
                  </a:lnTo>
                  <a:lnTo>
                    <a:pt x="1756666" y="3848272"/>
                  </a:lnTo>
                  <a:lnTo>
                    <a:pt x="1756666" y="3847841"/>
                  </a:lnTo>
                  <a:lnTo>
                    <a:pt x="1756823" y="3847841"/>
                  </a:lnTo>
                  <a:lnTo>
                    <a:pt x="1756981" y="3847841"/>
                  </a:lnTo>
                  <a:lnTo>
                    <a:pt x="1757139" y="3847841"/>
                  </a:lnTo>
                  <a:lnTo>
                    <a:pt x="1757297" y="3847841"/>
                  </a:lnTo>
                  <a:lnTo>
                    <a:pt x="1757297" y="3847411"/>
                  </a:lnTo>
                  <a:lnTo>
                    <a:pt x="1757454" y="3847411"/>
                  </a:lnTo>
                  <a:lnTo>
                    <a:pt x="1757612" y="3847411"/>
                  </a:lnTo>
                  <a:lnTo>
                    <a:pt x="1757770" y="3847411"/>
                  </a:lnTo>
                  <a:lnTo>
                    <a:pt x="1757770" y="3846980"/>
                  </a:lnTo>
                  <a:lnTo>
                    <a:pt x="1757927" y="3846980"/>
                  </a:lnTo>
                  <a:lnTo>
                    <a:pt x="1758085" y="3846980"/>
                  </a:lnTo>
                  <a:lnTo>
                    <a:pt x="1758085" y="3846549"/>
                  </a:lnTo>
                  <a:lnTo>
                    <a:pt x="1758243" y="3846549"/>
                  </a:lnTo>
                  <a:lnTo>
                    <a:pt x="1758401" y="3846549"/>
                  </a:lnTo>
                  <a:lnTo>
                    <a:pt x="1758558" y="3846549"/>
                  </a:lnTo>
                  <a:lnTo>
                    <a:pt x="1758716" y="3846549"/>
                  </a:lnTo>
                  <a:lnTo>
                    <a:pt x="1758874" y="3846549"/>
                  </a:lnTo>
                  <a:lnTo>
                    <a:pt x="1758874" y="3846119"/>
                  </a:lnTo>
                  <a:lnTo>
                    <a:pt x="1759031" y="3846119"/>
                  </a:lnTo>
                  <a:lnTo>
                    <a:pt x="1759189" y="3846119"/>
                  </a:lnTo>
                  <a:lnTo>
                    <a:pt x="1759189" y="3845688"/>
                  </a:lnTo>
                  <a:lnTo>
                    <a:pt x="1759189" y="3845258"/>
                  </a:lnTo>
                  <a:lnTo>
                    <a:pt x="1759189" y="3844827"/>
                  </a:lnTo>
                  <a:lnTo>
                    <a:pt x="1759347" y="3844827"/>
                  </a:lnTo>
                  <a:lnTo>
                    <a:pt x="1759505" y="3844827"/>
                  </a:lnTo>
                  <a:lnTo>
                    <a:pt x="1759662" y="3844827"/>
                  </a:lnTo>
                  <a:lnTo>
                    <a:pt x="1759662" y="3844396"/>
                  </a:lnTo>
                  <a:lnTo>
                    <a:pt x="1759820" y="3844396"/>
                  </a:lnTo>
                  <a:lnTo>
                    <a:pt x="1759978" y="3844396"/>
                  </a:lnTo>
                  <a:lnTo>
                    <a:pt x="1760135" y="3844396"/>
                  </a:lnTo>
                  <a:lnTo>
                    <a:pt x="1760293" y="3844396"/>
                  </a:lnTo>
                  <a:lnTo>
                    <a:pt x="1760451" y="3844396"/>
                  </a:lnTo>
                  <a:lnTo>
                    <a:pt x="1760451" y="3843966"/>
                  </a:lnTo>
                  <a:lnTo>
                    <a:pt x="1760451" y="3843535"/>
                  </a:lnTo>
                  <a:lnTo>
                    <a:pt x="1760609" y="3843535"/>
                  </a:lnTo>
                  <a:lnTo>
                    <a:pt x="1760609" y="3843105"/>
                  </a:lnTo>
                  <a:lnTo>
                    <a:pt x="1760609" y="3842674"/>
                  </a:lnTo>
                  <a:lnTo>
                    <a:pt x="1760609" y="3842243"/>
                  </a:lnTo>
                  <a:lnTo>
                    <a:pt x="1760609" y="3841813"/>
                  </a:lnTo>
                  <a:lnTo>
                    <a:pt x="1760609" y="3841382"/>
                  </a:lnTo>
                  <a:lnTo>
                    <a:pt x="1760609" y="3840952"/>
                  </a:lnTo>
                  <a:lnTo>
                    <a:pt x="1760766" y="3840952"/>
                  </a:lnTo>
                  <a:lnTo>
                    <a:pt x="1760924" y="3840952"/>
                  </a:lnTo>
                  <a:lnTo>
                    <a:pt x="1761082" y="3840952"/>
                  </a:lnTo>
                  <a:lnTo>
                    <a:pt x="1761240" y="3840952"/>
                  </a:lnTo>
                  <a:lnTo>
                    <a:pt x="1761397" y="3840952"/>
                  </a:lnTo>
                  <a:lnTo>
                    <a:pt x="1761555" y="3840952"/>
                  </a:lnTo>
                  <a:lnTo>
                    <a:pt x="1761555" y="3840521"/>
                  </a:lnTo>
                  <a:lnTo>
                    <a:pt x="1761713" y="3840521"/>
                  </a:lnTo>
                  <a:lnTo>
                    <a:pt x="1761713" y="3840090"/>
                  </a:lnTo>
                  <a:lnTo>
                    <a:pt x="1761870" y="3840090"/>
                  </a:lnTo>
                  <a:lnTo>
                    <a:pt x="1761870" y="3839660"/>
                  </a:lnTo>
                  <a:lnTo>
                    <a:pt x="1762028" y="3839660"/>
                  </a:lnTo>
                  <a:lnTo>
                    <a:pt x="1762186" y="3839660"/>
                  </a:lnTo>
                  <a:lnTo>
                    <a:pt x="1762344" y="3839660"/>
                  </a:lnTo>
                  <a:lnTo>
                    <a:pt x="1762344" y="3839229"/>
                  </a:lnTo>
                  <a:lnTo>
                    <a:pt x="1762501" y="3839229"/>
                  </a:lnTo>
                  <a:lnTo>
                    <a:pt x="1762659" y="3839229"/>
                  </a:lnTo>
                  <a:lnTo>
                    <a:pt x="1762817" y="3839229"/>
                  </a:lnTo>
                  <a:lnTo>
                    <a:pt x="1762817" y="3838799"/>
                  </a:lnTo>
                  <a:lnTo>
                    <a:pt x="1762974" y="3838799"/>
                  </a:lnTo>
                  <a:lnTo>
                    <a:pt x="1762974" y="3838368"/>
                  </a:lnTo>
                  <a:lnTo>
                    <a:pt x="1763132" y="3838368"/>
                  </a:lnTo>
                  <a:lnTo>
                    <a:pt x="1763290" y="3838368"/>
                  </a:lnTo>
                  <a:lnTo>
                    <a:pt x="1763448" y="3838368"/>
                  </a:lnTo>
                  <a:lnTo>
                    <a:pt x="1763448" y="3837937"/>
                  </a:lnTo>
                  <a:lnTo>
                    <a:pt x="1763605" y="3837937"/>
                  </a:lnTo>
                  <a:lnTo>
                    <a:pt x="1763763" y="3837937"/>
                  </a:lnTo>
                  <a:lnTo>
                    <a:pt x="1763921" y="3837937"/>
                  </a:lnTo>
                  <a:lnTo>
                    <a:pt x="1764078" y="3837937"/>
                  </a:lnTo>
                  <a:lnTo>
                    <a:pt x="1764236" y="3837937"/>
                  </a:lnTo>
                  <a:lnTo>
                    <a:pt x="1764236" y="3837507"/>
                  </a:lnTo>
                  <a:lnTo>
                    <a:pt x="1764236" y="3837076"/>
                  </a:lnTo>
                  <a:lnTo>
                    <a:pt x="1764394" y="3837076"/>
                  </a:lnTo>
                  <a:lnTo>
                    <a:pt x="1764394" y="3836646"/>
                  </a:lnTo>
                  <a:lnTo>
                    <a:pt x="1764552" y="3836646"/>
                  </a:lnTo>
                  <a:lnTo>
                    <a:pt x="1764552" y="3836215"/>
                  </a:lnTo>
                  <a:lnTo>
                    <a:pt x="1764709" y="3836215"/>
                  </a:lnTo>
                  <a:lnTo>
                    <a:pt x="1764867" y="3836215"/>
                  </a:lnTo>
                  <a:lnTo>
                    <a:pt x="1765025" y="3836215"/>
                  </a:lnTo>
                  <a:lnTo>
                    <a:pt x="1765182" y="3836215"/>
                  </a:lnTo>
                  <a:lnTo>
                    <a:pt x="1765340" y="3836215"/>
                  </a:lnTo>
                  <a:lnTo>
                    <a:pt x="1765498" y="3836215"/>
                  </a:lnTo>
                  <a:lnTo>
                    <a:pt x="1765656" y="3836215"/>
                  </a:lnTo>
                  <a:lnTo>
                    <a:pt x="1765813" y="3836215"/>
                  </a:lnTo>
                  <a:lnTo>
                    <a:pt x="1765813" y="3835784"/>
                  </a:lnTo>
                  <a:lnTo>
                    <a:pt x="1765813" y="3835354"/>
                  </a:lnTo>
                  <a:lnTo>
                    <a:pt x="1765813" y="3834923"/>
                  </a:lnTo>
                  <a:lnTo>
                    <a:pt x="1765971" y="3834923"/>
                  </a:lnTo>
                  <a:lnTo>
                    <a:pt x="1766129" y="3834923"/>
                  </a:lnTo>
                  <a:lnTo>
                    <a:pt x="1766286" y="3834923"/>
                  </a:lnTo>
                  <a:lnTo>
                    <a:pt x="1766444" y="3834923"/>
                  </a:lnTo>
                  <a:lnTo>
                    <a:pt x="1766602" y="3834923"/>
                  </a:lnTo>
                  <a:lnTo>
                    <a:pt x="1766760" y="3834923"/>
                  </a:lnTo>
                  <a:lnTo>
                    <a:pt x="1766917" y="3834923"/>
                  </a:lnTo>
                  <a:lnTo>
                    <a:pt x="1767075" y="3834923"/>
                  </a:lnTo>
                  <a:lnTo>
                    <a:pt x="1767233" y="3834923"/>
                  </a:lnTo>
                  <a:lnTo>
                    <a:pt x="1767391" y="3834923"/>
                  </a:lnTo>
                  <a:lnTo>
                    <a:pt x="1767391" y="3834493"/>
                  </a:lnTo>
                  <a:lnTo>
                    <a:pt x="1767548" y="3834493"/>
                  </a:lnTo>
                  <a:lnTo>
                    <a:pt x="1767706" y="3834493"/>
                  </a:lnTo>
                  <a:lnTo>
                    <a:pt x="1767864" y="3834493"/>
                  </a:lnTo>
                  <a:lnTo>
                    <a:pt x="1767864" y="3834062"/>
                  </a:lnTo>
                  <a:lnTo>
                    <a:pt x="1767864" y="3833631"/>
                  </a:lnTo>
                  <a:lnTo>
                    <a:pt x="1768021" y="3833631"/>
                  </a:lnTo>
                  <a:lnTo>
                    <a:pt x="1768179" y="3833631"/>
                  </a:lnTo>
                  <a:lnTo>
                    <a:pt x="1768337" y="3833631"/>
                  </a:lnTo>
                  <a:lnTo>
                    <a:pt x="1768495" y="3833631"/>
                  </a:lnTo>
                  <a:lnTo>
                    <a:pt x="1768652" y="3833631"/>
                  </a:lnTo>
                  <a:lnTo>
                    <a:pt x="1768652" y="3833201"/>
                  </a:lnTo>
                  <a:lnTo>
                    <a:pt x="1768652" y="3832770"/>
                  </a:lnTo>
                  <a:lnTo>
                    <a:pt x="1768810" y="3832770"/>
                  </a:lnTo>
                  <a:lnTo>
                    <a:pt x="1768968" y="3832770"/>
                  </a:lnTo>
                  <a:lnTo>
                    <a:pt x="1769125" y="3832770"/>
                  </a:lnTo>
                  <a:lnTo>
                    <a:pt x="1769283" y="3832770"/>
                  </a:lnTo>
                  <a:lnTo>
                    <a:pt x="1769441" y="3832770"/>
                  </a:lnTo>
                  <a:lnTo>
                    <a:pt x="1769441" y="3832340"/>
                  </a:lnTo>
                  <a:lnTo>
                    <a:pt x="1769599" y="3832340"/>
                  </a:lnTo>
                  <a:lnTo>
                    <a:pt x="1769756" y="3832340"/>
                  </a:lnTo>
                  <a:lnTo>
                    <a:pt x="1769756" y="3831909"/>
                  </a:lnTo>
                  <a:lnTo>
                    <a:pt x="1769914" y="3831909"/>
                  </a:lnTo>
                  <a:lnTo>
                    <a:pt x="1770072" y="3831909"/>
                  </a:lnTo>
                  <a:lnTo>
                    <a:pt x="1770229" y="3831909"/>
                  </a:lnTo>
                  <a:lnTo>
                    <a:pt x="1770387" y="3831909"/>
                  </a:lnTo>
                  <a:lnTo>
                    <a:pt x="1770545" y="3831909"/>
                  </a:lnTo>
                  <a:lnTo>
                    <a:pt x="1770703" y="3831909"/>
                  </a:lnTo>
                  <a:lnTo>
                    <a:pt x="1770703" y="3831478"/>
                  </a:lnTo>
                  <a:lnTo>
                    <a:pt x="1770860" y="3831478"/>
                  </a:lnTo>
                  <a:lnTo>
                    <a:pt x="1771018" y="3831478"/>
                  </a:lnTo>
                  <a:lnTo>
                    <a:pt x="1771176" y="3831478"/>
                  </a:lnTo>
                  <a:lnTo>
                    <a:pt x="1771333" y="3831478"/>
                  </a:lnTo>
                  <a:lnTo>
                    <a:pt x="1771491" y="3831478"/>
                  </a:lnTo>
                  <a:lnTo>
                    <a:pt x="1771491" y="3831048"/>
                  </a:lnTo>
                  <a:lnTo>
                    <a:pt x="1771649" y="3831048"/>
                  </a:lnTo>
                  <a:lnTo>
                    <a:pt x="1771807" y="3831048"/>
                  </a:lnTo>
                  <a:lnTo>
                    <a:pt x="1771807" y="3830617"/>
                  </a:lnTo>
                  <a:lnTo>
                    <a:pt x="1771964" y="3830617"/>
                  </a:lnTo>
                  <a:lnTo>
                    <a:pt x="1772122" y="3830617"/>
                  </a:lnTo>
                  <a:lnTo>
                    <a:pt x="1772280" y="3830617"/>
                  </a:lnTo>
                  <a:lnTo>
                    <a:pt x="1772438" y="3830617"/>
                  </a:lnTo>
                  <a:lnTo>
                    <a:pt x="1772595" y="3830617"/>
                  </a:lnTo>
                  <a:lnTo>
                    <a:pt x="1772753" y="3830617"/>
                  </a:lnTo>
                  <a:lnTo>
                    <a:pt x="1772911" y="3830617"/>
                  </a:lnTo>
                  <a:lnTo>
                    <a:pt x="1773068" y="3830617"/>
                  </a:lnTo>
                  <a:lnTo>
                    <a:pt x="1773226" y="3830617"/>
                  </a:lnTo>
                  <a:lnTo>
                    <a:pt x="1773384" y="3830617"/>
                  </a:lnTo>
                  <a:lnTo>
                    <a:pt x="1773542" y="3830617"/>
                  </a:lnTo>
                  <a:lnTo>
                    <a:pt x="1773699" y="3830617"/>
                  </a:lnTo>
                  <a:lnTo>
                    <a:pt x="1773857" y="3830617"/>
                  </a:lnTo>
                  <a:lnTo>
                    <a:pt x="1774015" y="3830617"/>
                  </a:lnTo>
                  <a:lnTo>
                    <a:pt x="1774015" y="3830187"/>
                  </a:lnTo>
                  <a:lnTo>
                    <a:pt x="1774172" y="3830187"/>
                  </a:lnTo>
                  <a:lnTo>
                    <a:pt x="1774172" y="3829756"/>
                  </a:lnTo>
                  <a:lnTo>
                    <a:pt x="1774330" y="3829756"/>
                  </a:lnTo>
                  <a:lnTo>
                    <a:pt x="1774488" y="3829756"/>
                  </a:lnTo>
                  <a:lnTo>
                    <a:pt x="1774646" y="3829756"/>
                  </a:lnTo>
                  <a:lnTo>
                    <a:pt x="1774803" y="3829756"/>
                  </a:lnTo>
                  <a:lnTo>
                    <a:pt x="1774803" y="3829325"/>
                  </a:lnTo>
                  <a:lnTo>
                    <a:pt x="1774961" y="3829325"/>
                  </a:lnTo>
                  <a:lnTo>
                    <a:pt x="1775119" y="3829325"/>
                  </a:lnTo>
                  <a:lnTo>
                    <a:pt x="1775276" y="3829325"/>
                  </a:lnTo>
                  <a:lnTo>
                    <a:pt x="1775434" y="3829325"/>
                  </a:lnTo>
                  <a:lnTo>
                    <a:pt x="1775592" y="3829325"/>
                  </a:lnTo>
                  <a:lnTo>
                    <a:pt x="1775750" y="3829325"/>
                  </a:lnTo>
                  <a:lnTo>
                    <a:pt x="1775907" y="3829325"/>
                  </a:lnTo>
                  <a:lnTo>
                    <a:pt x="1776065" y="3829325"/>
                  </a:lnTo>
                  <a:lnTo>
                    <a:pt x="1776065" y="3828895"/>
                  </a:lnTo>
                  <a:lnTo>
                    <a:pt x="1776065" y="3828464"/>
                  </a:lnTo>
                  <a:lnTo>
                    <a:pt x="1776223" y="3828464"/>
                  </a:lnTo>
                  <a:lnTo>
                    <a:pt x="1776380" y="3828464"/>
                  </a:lnTo>
                  <a:lnTo>
                    <a:pt x="1776380" y="3828034"/>
                  </a:lnTo>
                  <a:lnTo>
                    <a:pt x="1776380" y="3827603"/>
                  </a:lnTo>
                  <a:lnTo>
                    <a:pt x="1776538" y="3827603"/>
                  </a:lnTo>
                  <a:lnTo>
                    <a:pt x="1776696" y="3827603"/>
                  </a:lnTo>
                  <a:lnTo>
                    <a:pt x="1776696" y="3827172"/>
                  </a:lnTo>
                  <a:lnTo>
                    <a:pt x="1776854" y="3827172"/>
                  </a:lnTo>
                  <a:lnTo>
                    <a:pt x="1776854" y="3826742"/>
                  </a:lnTo>
                  <a:lnTo>
                    <a:pt x="1776854" y="3826311"/>
                  </a:lnTo>
                  <a:lnTo>
                    <a:pt x="1776854" y="3825881"/>
                  </a:lnTo>
                  <a:lnTo>
                    <a:pt x="1777011" y="3825881"/>
                  </a:lnTo>
                  <a:lnTo>
                    <a:pt x="1777169" y="3825881"/>
                  </a:lnTo>
                  <a:lnTo>
                    <a:pt x="1777169" y="3825450"/>
                  </a:lnTo>
                  <a:lnTo>
                    <a:pt x="1777327" y="3825450"/>
                  </a:lnTo>
                  <a:lnTo>
                    <a:pt x="1777484" y="3825450"/>
                  </a:lnTo>
                  <a:lnTo>
                    <a:pt x="1777484" y="3825019"/>
                  </a:lnTo>
                  <a:lnTo>
                    <a:pt x="1777642" y="3825019"/>
                  </a:lnTo>
                  <a:lnTo>
                    <a:pt x="1777800" y="3825019"/>
                  </a:lnTo>
                  <a:lnTo>
                    <a:pt x="1777958" y="3825019"/>
                  </a:lnTo>
                  <a:lnTo>
                    <a:pt x="1778115" y="3825019"/>
                  </a:lnTo>
                  <a:lnTo>
                    <a:pt x="1778115" y="3824589"/>
                  </a:lnTo>
                  <a:lnTo>
                    <a:pt x="1778115" y="3824158"/>
                  </a:lnTo>
                  <a:lnTo>
                    <a:pt x="1778273" y="3824158"/>
                  </a:lnTo>
                  <a:lnTo>
                    <a:pt x="1778431" y="3824158"/>
                  </a:lnTo>
                  <a:lnTo>
                    <a:pt x="1778589" y="3824158"/>
                  </a:lnTo>
                  <a:lnTo>
                    <a:pt x="1778746" y="3824158"/>
                  </a:lnTo>
                  <a:lnTo>
                    <a:pt x="1778904" y="3824158"/>
                  </a:lnTo>
                  <a:lnTo>
                    <a:pt x="1779062" y="3824158"/>
                  </a:lnTo>
                  <a:lnTo>
                    <a:pt x="1779219" y="3824158"/>
                  </a:lnTo>
                  <a:lnTo>
                    <a:pt x="1779219" y="3823728"/>
                  </a:lnTo>
                  <a:lnTo>
                    <a:pt x="1779377" y="3823728"/>
                  </a:lnTo>
                  <a:lnTo>
                    <a:pt x="1779377" y="3823297"/>
                  </a:lnTo>
                  <a:lnTo>
                    <a:pt x="1779535" y="3823297"/>
                  </a:lnTo>
                  <a:lnTo>
                    <a:pt x="1779693" y="3823297"/>
                  </a:lnTo>
                  <a:lnTo>
                    <a:pt x="1779850" y="3823297"/>
                  </a:lnTo>
                  <a:lnTo>
                    <a:pt x="1780008" y="3823297"/>
                  </a:lnTo>
                  <a:lnTo>
                    <a:pt x="1780166" y="3823297"/>
                  </a:lnTo>
                  <a:lnTo>
                    <a:pt x="1780323" y="3823297"/>
                  </a:lnTo>
                  <a:lnTo>
                    <a:pt x="1780481" y="3823297"/>
                  </a:lnTo>
                  <a:lnTo>
                    <a:pt x="1780639" y="3823297"/>
                  </a:lnTo>
                  <a:lnTo>
                    <a:pt x="1780797" y="3823297"/>
                  </a:lnTo>
                  <a:lnTo>
                    <a:pt x="1780797" y="3822866"/>
                  </a:lnTo>
                  <a:lnTo>
                    <a:pt x="1780797" y="3822436"/>
                  </a:lnTo>
                  <a:lnTo>
                    <a:pt x="1780797" y="3822005"/>
                  </a:lnTo>
                  <a:lnTo>
                    <a:pt x="1780954" y="3822005"/>
                  </a:lnTo>
                  <a:lnTo>
                    <a:pt x="1780954" y="3821575"/>
                  </a:lnTo>
                  <a:lnTo>
                    <a:pt x="1781112" y="3821575"/>
                  </a:lnTo>
                  <a:lnTo>
                    <a:pt x="1781112" y="3821144"/>
                  </a:lnTo>
                  <a:lnTo>
                    <a:pt x="1781270" y="3821144"/>
                  </a:lnTo>
                  <a:lnTo>
                    <a:pt x="1781427" y="3821144"/>
                  </a:lnTo>
                  <a:lnTo>
                    <a:pt x="1781585" y="3821144"/>
                  </a:lnTo>
                  <a:lnTo>
                    <a:pt x="1781585" y="3820713"/>
                  </a:lnTo>
                  <a:lnTo>
                    <a:pt x="1781743" y="3820713"/>
                  </a:lnTo>
                  <a:lnTo>
                    <a:pt x="1781901" y="3820713"/>
                  </a:lnTo>
                  <a:lnTo>
                    <a:pt x="1782058" y="3820713"/>
                  </a:lnTo>
                  <a:lnTo>
                    <a:pt x="1782216" y="3820713"/>
                  </a:lnTo>
                  <a:lnTo>
                    <a:pt x="1782374" y="3820713"/>
                  </a:lnTo>
                  <a:lnTo>
                    <a:pt x="1782374" y="3820283"/>
                  </a:lnTo>
                  <a:lnTo>
                    <a:pt x="1782531" y="3820283"/>
                  </a:lnTo>
                  <a:lnTo>
                    <a:pt x="1782689" y="3820283"/>
                  </a:lnTo>
                  <a:lnTo>
                    <a:pt x="1782847" y="3820283"/>
                  </a:lnTo>
                  <a:lnTo>
                    <a:pt x="1783005" y="3820283"/>
                  </a:lnTo>
                  <a:lnTo>
                    <a:pt x="1783162" y="3820283"/>
                  </a:lnTo>
                  <a:lnTo>
                    <a:pt x="1783320" y="3820283"/>
                  </a:lnTo>
                  <a:lnTo>
                    <a:pt x="1783478" y="3820283"/>
                  </a:lnTo>
                  <a:lnTo>
                    <a:pt x="1783478" y="3819852"/>
                  </a:lnTo>
                  <a:lnTo>
                    <a:pt x="1783636" y="3819852"/>
                  </a:lnTo>
                  <a:lnTo>
                    <a:pt x="1783793" y="3819852"/>
                  </a:lnTo>
                  <a:lnTo>
                    <a:pt x="1783951" y="3819852"/>
                  </a:lnTo>
                  <a:lnTo>
                    <a:pt x="1783951" y="3819422"/>
                  </a:lnTo>
                  <a:lnTo>
                    <a:pt x="1783951" y="3818991"/>
                  </a:lnTo>
                  <a:lnTo>
                    <a:pt x="1784109" y="3818991"/>
                  </a:lnTo>
                  <a:lnTo>
                    <a:pt x="1784266" y="3818991"/>
                  </a:lnTo>
                  <a:lnTo>
                    <a:pt x="1784266" y="3818560"/>
                  </a:lnTo>
                  <a:lnTo>
                    <a:pt x="1784424" y="3818560"/>
                  </a:lnTo>
                  <a:lnTo>
                    <a:pt x="1784582" y="3818560"/>
                  </a:lnTo>
                  <a:lnTo>
                    <a:pt x="1784740" y="3818560"/>
                  </a:lnTo>
                  <a:lnTo>
                    <a:pt x="1784897" y="3818560"/>
                  </a:lnTo>
                  <a:lnTo>
                    <a:pt x="1785055" y="3818560"/>
                  </a:lnTo>
                  <a:lnTo>
                    <a:pt x="1785213" y="3818560"/>
                  </a:lnTo>
                  <a:lnTo>
                    <a:pt x="1785213" y="3818130"/>
                  </a:lnTo>
                  <a:lnTo>
                    <a:pt x="1785370" y="3818130"/>
                  </a:lnTo>
                  <a:lnTo>
                    <a:pt x="1785370" y="3817699"/>
                  </a:lnTo>
                  <a:lnTo>
                    <a:pt x="1785528" y="3817699"/>
                  </a:lnTo>
                  <a:lnTo>
                    <a:pt x="1785686" y="3817699"/>
                  </a:lnTo>
                  <a:lnTo>
                    <a:pt x="1785844" y="3817699"/>
                  </a:lnTo>
                  <a:lnTo>
                    <a:pt x="1786001" y="3817699"/>
                  </a:lnTo>
                  <a:lnTo>
                    <a:pt x="1786159" y="3817699"/>
                  </a:lnTo>
                  <a:lnTo>
                    <a:pt x="1786159" y="3817269"/>
                  </a:lnTo>
                  <a:lnTo>
                    <a:pt x="1786317" y="3817269"/>
                  </a:lnTo>
                  <a:lnTo>
                    <a:pt x="1786474" y="3817269"/>
                  </a:lnTo>
                  <a:lnTo>
                    <a:pt x="1786632" y="3817269"/>
                  </a:lnTo>
                  <a:lnTo>
                    <a:pt x="1786790" y="3817269"/>
                  </a:lnTo>
                  <a:lnTo>
                    <a:pt x="1786790" y="3816838"/>
                  </a:lnTo>
                  <a:lnTo>
                    <a:pt x="1786948" y="3816838"/>
                  </a:lnTo>
                  <a:lnTo>
                    <a:pt x="1787105" y="3816838"/>
                  </a:lnTo>
                  <a:lnTo>
                    <a:pt x="1787263" y="3816838"/>
                  </a:lnTo>
                  <a:lnTo>
                    <a:pt x="1787421" y="3816838"/>
                  </a:lnTo>
                  <a:lnTo>
                    <a:pt x="1787578" y="3816838"/>
                  </a:lnTo>
                  <a:lnTo>
                    <a:pt x="1787578" y="3816407"/>
                  </a:lnTo>
                  <a:lnTo>
                    <a:pt x="1787736" y="3816407"/>
                  </a:lnTo>
                  <a:lnTo>
                    <a:pt x="1787894" y="3816407"/>
                  </a:lnTo>
                  <a:lnTo>
                    <a:pt x="1787894" y="3815977"/>
                  </a:lnTo>
                  <a:lnTo>
                    <a:pt x="1787894" y="3815546"/>
                  </a:lnTo>
                  <a:lnTo>
                    <a:pt x="1788052" y="3815546"/>
                  </a:lnTo>
                  <a:lnTo>
                    <a:pt x="1788209" y="3815546"/>
                  </a:lnTo>
                  <a:lnTo>
                    <a:pt x="1788367" y="3815546"/>
                  </a:lnTo>
                  <a:lnTo>
                    <a:pt x="1788525" y="3815546"/>
                  </a:lnTo>
                  <a:lnTo>
                    <a:pt x="1788682" y="3815546"/>
                  </a:lnTo>
                  <a:lnTo>
                    <a:pt x="1788840" y="3815546"/>
                  </a:lnTo>
                  <a:lnTo>
                    <a:pt x="1788998" y="3815546"/>
                  </a:lnTo>
                  <a:lnTo>
                    <a:pt x="1789156" y="3815546"/>
                  </a:lnTo>
                  <a:lnTo>
                    <a:pt x="1789313" y="3815546"/>
                  </a:lnTo>
                  <a:lnTo>
                    <a:pt x="1789471" y="3815546"/>
                  </a:lnTo>
                  <a:lnTo>
                    <a:pt x="1789471" y="3815116"/>
                  </a:lnTo>
                  <a:lnTo>
                    <a:pt x="1789629" y="3815116"/>
                  </a:lnTo>
                  <a:lnTo>
                    <a:pt x="1789787" y="3815116"/>
                  </a:lnTo>
                  <a:lnTo>
                    <a:pt x="1789944" y="3815116"/>
                  </a:lnTo>
                  <a:lnTo>
                    <a:pt x="1790102" y="3815116"/>
                  </a:lnTo>
                  <a:lnTo>
                    <a:pt x="1790102" y="3814685"/>
                  </a:lnTo>
                  <a:lnTo>
                    <a:pt x="1790260" y="3814685"/>
                  </a:lnTo>
                  <a:lnTo>
                    <a:pt x="1790417" y="3814685"/>
                  </a:lnTo>
                  <a:lnTo>
                    <a:pt x="1790575" y="3814685"/>
                  </a:lnTo>
                  <a:lnTo>
                    <a:pt x="1790733" y="3814685"/>
                  </a:lnTo>
                  <a:lnTo>
                    <a:pt x="1790891" y="3814685"/>
                  </a:lnTo>
                  <a:lnTo>
                    <a:pt x="1791048" y="3814685"/>
                  </a:lnTo>
                  <a:lnTo>
                    <a:pt x="1791048" y="3814254"/>
                  </a:lnTo>
                  <a:lnTo>
                    <a:pt x="1791206" y="3814254"/>
                  </a:lnTo>
                  <a:lnTo>
                    <a:pt x="1791364" y="3814254"/>
                  </a:lnTo>
                  <a:lnTo>
                    <a:pt x="1791521" y="3814254"/>
                  </a:lnTo>
                  <a:lnTo>
                    <a:pt x="1791679" y="3814254"/>
                  </a:lnTo>
                  <a:lnTo>
                    <a:pt x="1791679" y="3813824"/>
                  </a:lnTo>
                  <a:lnTo>
                    <a:pt x="1791679" y="3813393"/>
                  </a:lnTo>
                  <a:lnTo>
                    <a:pt x="1791837" y="3813393"/>
                  </a:lnTo>
                  <a:lnTo>
                    <a:pt x="1791995" y="3813393"/>
                  </a:lnTo>
                  <a:lnTo>
                    <a:pt x="1792152" y="3813393"/>
                  </a:lnTo>
                  <a:lnTo>
                    <a:pt x="1792310" y="3813393"/>
                  </a:lnTo>
                  <a:lnTo>
                    <a:pt x="1792468" y="3813393"/>
                  </a:lnTo>
                  <a:lnTo>
                    <a:pt x="1792625" y="3813393"/>
                  </a:lnTo>
                  <a:lnTo>
                    <a:pt x="1792625" y="3812963"/>
                  </a:lnTo>
                  <a:lnTo>
                    <a:pt x="1792783" y="3812963"/>
                  </a:lnTo>
                  <a:lnTo>
                    <a:pt x="1792941" y="3812963"/>
                  </a:lnTo>
                  <a:lnTo>
                    <a:pt x="1793099" y="3812963"/>
                  </a:lnTo>
                  <a:lnTo>
                    <a:pt x="1793099" y="3812532"/>
                  </a:lnTo>
                  <a:lnTo>
                    <a:pt x="1793256" y="3812532"/>
                  </a:lnTo>
                  <a:lnTo>
                    <a:pt x="1793414" y="3812532"/>
                  </a:lnTo>
                  <a:lnTo>
                    <a:pt x="1793572" y="3812532"/>
                  </a:lnTo>
                  <a:lnTo>
                    <a:pt x="1793572" y="3812101"/>
                  </a:lnTo>
                  <a:lnTo>
                    <a:pt x="1793572" y="3811671"/>
                  </a:lnTo>
                  <a:lnTo>
                    <a:pt x="1793729" y="3811671"/>
                  </a:lnTo>
                  <a:lnTo>
                    <a:pt x="1793887" y="3811671"/>
                  </a:lnTo>
                  <a:lnTo>
                    <a:pt x="1794045" y="3811671"/>
                  </a:lnTo>
                  <a:lnTo>
                    <a:pt x="1794203" y="3811671"/>
                  </a:lnTo>
                  <a:lnTo>
                    <a:pt x="1794203" y="3811240"/>
                  </a:lnTo>
                  <a:lnTo>
                    <a:pt x="1794203" y="3810810"/>
                  </a:lnTo>
                  <a:lnTo>
                    <a:pt x="1794360" y="3810810"/>
                  </a:lnTo>
                  <a:lnTo>
                    <a:pt x="1794518" y="3810810"/>
                  </a:lnTo>
                  <a:lnTo>
                    <a:pt x="1794518" y="3810379"/>
                  </a:lnTo>
                  <a:lnTo>
                    <a:pt x="1794676" y="3810379"/>
                  </a:lnTo>
                  <a:lnTo>
                    <a:pt x="1794676" y="3809948"/>
                  </a:lnTo>
                  <a:lnTo>
                    <a:pt x="1794834" y="3809948"/>
                  </a:lnTo>
                  <a:lnTo>
                    <a:pt x="1794991" y="3809948"/>
                  </a:lnTo>
                  <a:lnTo>
                    <a:pt x="1795149" y="3809948"/>
                  </a:lnTo>
                  <a:lnTo>
                    <a:pt x="1795307" y="3809948"/>
                  </a:lnTo>
                  <a:lnTo>
                    <a:pt x="1795464" y="3809948"/>
                  </a:lnTo>
                  <a:lnTo>
                    <a:pt x="1795464" y="3809518"/>
                  </a:lnTo>
                  <a:lnTo>
                    <a:pt x="1795622" y="3809518"/>
                  </a:lnTo>
                  <a:lnTo>
                    <a:pt x="1795780" y="3809518"/>
                  </a:lnTo>
                  <a:lnTo>
                    <a:pt x="1795938" y="3809518"/>
                  </a:lnTo>
                  <a:lnTo>
                    <a:pt x="1796095" y="3809518"/>
                  </a:lnTo>
                  <a:lnTo>
                    <a:pt x="1796095" y="3809087"/>
                  </a:lnTo>
                  <a:lnTo>
                    <a:pt x="1796095" y="3808657"/>
                  </a:lnTo>
                  <a:lnTo>
                    <a:pt x="1796253" y="3808657"/>
                  </a:lnTo>
                  <a:lnTo>
                    <a:pt x="1796411" y="3808657"/>
                  </a:lnTo>
                  <a:lnTo>
                    <a:pt x="1796568" y="3808657"/>
                  </a:lnTo>
                  <a:lnTo>
                    <a:pt x="1796726" y="3808657"/>
                  </a:lnTo>
                  <a:lnTo>
                    <a:pt x="1796726" y="3808226"/>
                  </a:lnTo>
                  <a:lnTo>
                    <a:pt x="1796726" y="3807795"/>
                  </a:lnTo>
                  <a:lnTo>
                    <a:pt x="1796884" y="3807795"/>
                  </a:lnTo>
                  <a:lnTo>
                    <a:pt x="1797042" y="3807795"/>
                  </a:lnTo>
                  <a:lnTo>
                    <a:pt x="1797199" y="3807795"/>
                  </a:lnTo>
                  <a:lnTo>
                    <a:pt x="1797357" y="3807795"/>
                  </a:lnTo>
                  <a:lnTo>
                    <a:pt x="1797515" y="3807795"/>
                  </a:lnTo>
                  <a:lnTo>
                    <a:pt x="1797672" y="3807795"/>
                  </a:lnTo>
                  <a:lnTo>
                    <a:pt x="1797672" y="3807365"/>
                  </a:lnTo>
                  <a:lnTo>
                    <a:pt x="1797830" y="3807365"/>
                  </a:lnTo>
                  <a:lnTo>
                    <a:pt x="1797988" y="3807365"/>
                  </a:lnTo>
                  <a:lnTo>
                    <a:pt x="1797988" y="3806934"/>
                  </a:lnTo>
                  <a:lnTo>
                    <a:pt x="1798146" y="3806934"/>
                  </a:lnTo>
                  <a:lnTo>
                    <a:pt x="1798146" y="3806504"/>
                  </a:lnTo>
                  <a:lnTo>
                    <a:pt x="1798303" y="3806504"/>
                  </a:lnTo>
                  <a:lnTo>
                    <a:pt x="1798461" y="3806504"/>
                  </a:lnTo>
                  <a:lnTo>
                    <a:pt x="1798619" y="3806504"/>
                  </a:lnTo>
                  <a:lnTo>
                    <a:pt x="1798776" y="3806504"/>
                  </a:lnTo>
                  <a:lnTo>
                    <a:pt x="1798934" y="3806504"/>
                  </a:lnTo>
                  <a:lnTo>
                    <a:pt x="1799092" y="3806504"/>
                  </a:lnTo>
                  <a:lnTo>
                    <a:pt x="1799250" y="3806504"/>
                  </a:lnTo>
                  <a:lnTo>
                    <a:pt x="1799407" y="3806504"/>
                  </a:lnTo>
                  <a:lnTo>
                    <a:pt x="1799565" y="3806504"/>
                  </a:lnTo>
                  <a:lnTo>
                    <a:pt x="1799565" y="3806073"/>
                  </a:lnTo>
                  <a:lnTo>
                    <a:pt x="1799565" y="3805642"/>
                  </a:lnTo>
                  <a:lnTo>
                    <a:pt x="1799723" y="3805642"/>
                  </a:lnTo>
                  <a:lnTo>
                    <a:pt x="1799880" y="3805642"/>
                  </a:lnTo>
                  <a:lnTo>
                    <a:pt x="1800038" y="3805642"/>
                  </a:lnTo>
                  <a:lnTo>
                    <a:pt x="1800196" y="3805642"/>
                  </a:lnTo>
                  <a:lnTo>
                    <a:pt x="1800354" y="3805642"/>
                  </a:lnTo>
                  <a:lnTo>
                    <a:pt x="1800511" y="3805642"/>
                  </a:lnTo>
                  <a:lnTo>
                    <a:pt x="1800669" y="3805642"/>
                  </a:lnTo>
                  <a:lnTo>
                    <a:pt x="1800669" y="3805212"/>
                  </a:lnTo>
                  <a:lnTo>
                    <a:pt x="1800827" y="3805212"/>
                  </a:lnTo>
                  <a:lnTo>
                    <a:pt x="1800985" y="3805212"/>
                  </a:lnTo>
                  <a:lnTo>
                    <a:pt x="1801142" y="3805212"/>
                  </a:lnTo>
                  <a:lnTo>
                    <a:pt x="1801300" y="3805212"/>
                  </a:lnTo>
                  <a:lnTo>
                    <a:pt x="1801458" y="3805212"/>
                  </a:lnTo>
                  <a:lnTo>
                    <a:pt x="1801615" y="3805212"/>
                  </a:lnTo>
                  <a:lnTo>
                    <a:pt x="1801615" y="3804781"/>
                  </a:lnTo>
                  <a:lnTo>
                    <a:pt x="1801615" y="3804351"/>
                  </a:lnTo>
                  <a:lnTo>
                    <a:pt x="1801773" y="3804351"/>
                  </a:lnTo>
                  <a:lnTo>
                    <a:pt x="1801773" y="3803920"/>
                  </a:lnTo>
                  <a:lnTo>
                    <a:pt x="1801931" y="3803920"/>
                  </a:lnTo>
                  <a:lnTo>
                    <a:pt x="1802089" y="3803920"/>
                  </a:lnTo>
                  <a:lnTo>
                    <a:pt x="1802246" y="3803920"/>
                  </a:lnTo>
                  <a:lnTo>
                    <a:pt x="1802404" y="3803920"/>
                  </a:lnTo>
                  <a:lnTo>
                    <a:pt x="1802562" y="3803920"/>
                  </a:lnTo>
                  <a:lnTo>
                    <a:pt x="1802719" y="3803920"/>
                  </a:lnTo>
                  <a:lnTo>
                    <a:pt x="1802877" y="3803920"/>
                  </a:lnTo>
                  <a:lnTo>
                    <a:pt x="1803035" y="3803920"/>
                  </a:lnTo>
                  <a:lnTo>
                    <a:pt x="1803193" y="3803920"/>
                  </a:lnTo>
                  <a:lnTo>
                    <a:pt x="1803193" y="3803489"/>
                  </a:lnTo>
                  <a:lnTo>
                    <a:pt x="1803193" y="3803059"/>
                  </a:lnTo>
                  <a:lnTo>
                    <a:pt x="1803350" y="3803059"/>
                  </a:lnTo>
                  <a:lnTo>
                    <a:pt x="1803350" y="3802628"/>
                  </a:lnTo>
                  <a:lnTo>
                    <a:pt x="1803508" y="3802628"/>
                  </a:lnTo>
                  <a:lnTo>
                    <a:pt x="1803508" y="3802198"/>
                  </a:lnTo>
                  <a:lnTo>
                    <a:pt x="1803666" y="3802198"/>
                  </a:lnTo>
                  <a:lnTo>
                    <a:pt x="1803666" y="3801767"/>
                  </a:lnTo>
                  <a:lnTo>
                    <a:pt x="1803823" y="3801767"/>
                  </a:lnTo>
                  <a:lnTo>
                    <a:pt x="1803823" y="3801336"/>
                  </a:lnTo>
                  <a:lnTo>
                    <a:pt x="1803981" y="3801336"/>
                  </a:lnTo>
                  <a:lnTo>
                    <a:pt x="1803981" y="3800906"/>
                  </a:lnTo>
                  <a:lnTo>
                    <a:pt x="1803981" y="3800475"/>
                  </a:lnTo>
                  <a:lnTo>
                    <a:pt x="1804139" y="3800475"/>
                  </a:lnTo>
                  <a:lnTo>
                    <a:pt x="1804139" y="3800045"/>
                  </a:lnTo>
                  <a:lnTo>
                    <a:pt x="1804297" y="3800045"/>
                  </a:lnTo>
                  <a:lnTo>
                    <a:pt x="1804297" y="3799614"/>
                  </a:lnTo>
                  <a:lnTo>
                    <a:pt x="1804454" y="3799614"/>
                  </a:lnTo>
                  <a:lnTo>
                    <a:pt x="1804612" y="3799614"/>
                  </a:lnTo>
                  <a:lnTo>
                    <a:pt x="1804612" y="3799183"/>
                  </a:lnTo>
                  <a:lnTo>
                    <a:pt x="1804770" y="3799183"/>
                  </a:lnTo>
                  <a:lnTo>
                    <a:pt x="1804927" y="3799183"/>
                  </a:lnTo>
                  <a:lnTo>
                    <a:pt x="1804927" y="3798753"/>
                  </a:lnTo>
                  <a:lnTo>
                    <a:pt x="1805085" y="3798753"/>
                  </a:lnTo>
                  <a:lnTo>
                    <a:pt x="1805243" y="3798753"/>
                  </a:lnTo>
                  <a:lnTo>
                    <a:pt x="1805401" y="3798753"/>
                  </a:lnTo>
                  <a:lnTo>
                    <a:pt x="1805558" y="3798753"/>
                  </a:lnTo>
                  <a:lnTo>
                    <a:pt x="1805716" y="3798753"/>
                  </a:lnTo>
                  <a:lnTo>
                    <a:pt x="1805716" y="3798322"/>
                  </a:lnTo>
                  <a:lnTo>
                    <a:pt x="1805874" y="3798322"/>
                  </a:lnTo>
                  <a:lnTo>
                    <a:pt x="1806032" y="3798322"/>
                  </a:lnTo>
                  <a:lnTo>
                    <a:pt x="1806189" y="3798322"/>
                  </a:lnTo>
                  <a:lnTo>
                    <a:pt x="1806189" y="3797892"/>
                  </a:lnTo>
                  <a:lnTo>
                    <a:pt x="1806347" y="3797892"/>
                  </a:lnTo>
                  <a:lnTo>
                    <a:pt x="1806505" y="3797892"/>
                  </a:lnTo>
                  <a:lnTo>
                    <a:pt x="1806505" y="3797461"/>
                  </a:lnTo>
                  <a:lnTo>
                    <a:pt x="1806662" y="3797461"/>
                  </a:lnTo>
                  <a:lnTo>
                    <a:pt x="1806662" y="3797030"/>
                  </a:lnTo>
                  <a:lnTo>
                    <a:pt x="1806662" y="3796600"/>
                  </a:lnTo>
                  <a:lnTo>
                    <a:pt x="1806820" y="3796600"/>
                  </a:lnTo>
                  <a:lnTo>
                    <a:pt x="1806978" y="3796600"/>
                  </a:lnTo>
                  <a:lnTo>
                    <a:pt x="1807136" y="3796600"/>
                  </a:lnTo>
                  <a:lnTo>
                    <a:pt x="1807293" y="3796600"/>
                  </a:lnTo>
                  <a:lnTo>
                    <a:pt x="1807451" y="3796600"/>
                  </a:lnTo>
                  <a:lnTo>
                    <a:pt x="1807609" y="3796600"/>
                  </a:lnTo>
                  <a:lnTo>
                    <a:pt x="1807766" y="3796600"/>
                  </a:lnTo>
                  <a:lnTo>
                    <a:pt x="1807924" y="3796600"/>
                  </a:lnTo>
                  <a:lnTo>
                    <a:pt x="1808082" y="3796600"/>
                  </a:lnTo>
                  <a:lnTo>
                    <a:pt x="1808240" y="3796600"/>
                  </a:lnTo>
                  <a:lnTo>
                    <a:pt x="1808397" y="3796600"/>
                  </a:lnTo>
                  <a:lnTo>
                    <a:pt x="1808397" y="3796169"/>
                  </a:lnTo>
                  <a:lnTo>
                    <a:pt x="1808397" y="3795739"/>
                  </a:lnTo>
                  <a:lnTo>
                    <a:pt x="1808555" y="3795739"/>
                  </a:lnTo>
                  <a:lnTo>
                    <a:pt x="1808713" y="3795739"/>
                  </a:lnTo>
                  <a:lnTo>
                    <a:pt x="1808870" y="3795739"/>
                  </a:lnTo>
                  <a:lnTo>
                    <a:pt x="1809028" y="3795739"/>
                  </a:lnTo>
                  <a:lnTo>
                    <a:pt x="1809186" y="3795739"/>
                  </a:lnTo>
                  <a:lnTo>
                    <a:pt x="1809344" y="3795739"/>
                  </a:lnTo>
                  <a:lnTo>
                    <a:pt x="1809501" y="3795739"/>
                  </a:lnTo>
                  <a:lnTo>
                    <a:pt x="1809659" y="3795739"/>
                  </a:lnTo>
                  <a:lnTo>
                    <a:pt x="1809659" y="3795308"/>
                  </a:lnTo>
                  <a:lnTo>
                    <a:pt x="1809817" y="3795308"/>
                  </a:lnTo>
                  <a:lnTo>
                    <a:pt x="1809974" y="3795308"/>
                  </a:lnTo>
                  <a:lnTo>
                    <a:pt x="1810132" y="3795308"/>
                  </a:lnTo>
                  <a:lnTo>
                    <a:pt x="1810132" y="3794877"/>
                  </a:lnTo>
                  <a:lnTo>
                    <a:pt x="1810290" y="3794877"/>
                  </a:lnTo>
                  <a:lnTo>
                    <a:pt x="1810448" y="3794877"/>
                  </a:lnTo>
                  <a:lnTo>
                    <a:pt x="1810605" y="3794877"/>
                  </a:lnTo>
                  <a:lnTo>
                    <a:pt x="1810763" y="3794877"/>
                  </a:lnTo>
                  <a:lnTo>
                    <a:pt x="1810921" y="3794877"/>
                  </a:lnTo>
                  <a:lnTo>
                    <a:pt x="1810921" y="3794447"/>
                  </a:lnTo>
                  <a:lnTo>
                    <a:pt x="1811078" y="3794447"/>
                  </a:lnTo>
                  <a:lnTo>
                    <a:pt x="1811078" y="3794016"/>
                  </a:lnTo>
                  <a:lnTo>
                    <a:pt x="1811236" y="3794016"/>
                  </a:lnTo>
                  <a:lnTo>
                    <a:pt x="1811394" y="3794016"/>
                  </a:lnTo>
                  <a:lnTo>
                    <a:pt x="1811394" y="3793586"/>
                  </a:lnTo>
                  <a:lnTo>
                    <a:pt x="1811552" y="3793586"/>
                  </a:lnTo>
                  <a:lnTo>
                    <a:pt x="1811709" y="3793586"/>
                  </a:lnTo>
                  <a:lnTo>
                    <a:pt x="1811867" y="3793586"/>
                  </a:lnTo>
                  <a:lnTo>
                    <a:pt x="1811867" y="3793155"/>
                  </a:lnTo>
                  <a:lnTo>
                    <a:pt x="1812025" y="3793155"/>
                  </a:lnTo>
                  <a:lnTo>
                    <a:pt x="1812025" y="3792724"/>
                  </a:lnTo>
                  <a:lnTo>
                    <a:pt x="1812183" y="3792724"/>
                  </a:lnTo>
                  <a:lnTo>
                    <a:pt x="1812183" y="3792294"/>
                  </a:lnTo>
                  <a:lnTo>
                    <a:pt x="1812340" y="3792294"/>
                  </a:lnTo>
                  <a:lnTo>
                    <a:pt x="1812498" y="3792294"/>
                  </a:lnTo>
                  <a:lnTo>
                    <a:pt x="1812656" y="3792294"/>
                  </a:lnTo>
                  <a:lnTo>
                    <a:pt x="1812813" y="3792294"/>
                  </a:lnTo>
                  <a:lnTo>
                    <a:pt x="1812813" y="3791863"/>
                  </a:lnTo>
                  <a:lnTo>
                    <a:pt x="1812971" y="3791863"/>
                  </a:lnTo>
                  <a:lnTo>
                    <a:pt x="1813129" y="3791863"/>
                  </a:lnTo>
                  <a:lnTo>
                    <a:pt x="1813287" y="3791863"/>
                  </a:lnTo>
                  <a:lnTo>
                    <a:pt x="1813444" y="3791863"/>
                  </a:lnTo>
                  <a:lnTo>
                    <a:pt x="1813602" y="3791863"/>
                  </a:lnTo>
                  <a:lnTo>
                    <a:pt x="1813760" y="3791863"/>
                  </a:lnTo>
                  <a:lnTo>
                    <a:pt x="1813760" y="3791433"/>
                  </a:lnTo>
                  <a:lnTo>
                    <a:pt x="1813917" y="3791433"/>
                  </a:lnTo>
                  <a:lnTo>
                    <a:pt x="1814075" y="3791433"/>
                  </a:lnTo>
                  <a:lnTo>
                    <a:pt x="1814075" y="3791002"/>
                  </a:lnTo>
                  <a:lnTo>
                    <a:pt x="1814075" y="3790571"/>
                  </a:lnTo>
                  <a:lnTo>
                    <a:pt x="1814233" y="3790571"/>
                  </a:lnTo>
                  <a:lnTo>
                    <a:pt x="1814391" y="3790571"/>
                  </a:lnTo>
                  <a:lnTo>
                    <a:pt x="1814548" y="3790571"/>
                  </a:lnTo>
                  <a:lnTo>
                    <a:pt x="1814548" y="3790141"/>
                  </a:lnTo>
                  <a:lnTo>
                    <a:pt x="1814548" y="3789710"/>
                  </a:lnTo>
                  <a:lnTo>
                    <a:pt x="1814706" y="3789710"/>
                  </a:lnTo>
                  <a:lnTo>
                    <a:pt x="1814706" y="3789280"/>
                  </a:lnTo>
                  <a:lnTo>
                    <a:pt x="1814706" y="3788849"/>
                  </a:lnTo>
                  <a:lnTo>
                    <a:pt x="1814706" y="3788418"/>
                  </a:lnTo>
                  <a:lnTo>
                    <a:pt x="1814864" y="3788418"/>
                  </a:lnTo>
                  <a:lnTo>
                    <a:pt x="1815021" y="3788418"/>
                  </a:lnTo>
                  <a:lnTo>
                    <a:pt x="1815179" y="3788418"/>
                  </a:lnTo>
                  <a:lnTo>
                    <a:pt x="1815337" y="3788418"/>
                  </a:lnTo>
                  <a:lnTo>
                    <a:pt x="1815337" y="3787988"/>
                  </a:lnTo>
                  <a:lnTo>
                    <a:pt x="1815495" y="3787988"/>
                  </a:lnTo>
                  <a:lnTo>
                    <a:pt x="1815652" y="3787988"/>
                  </a:lnTo>
                  <a:lnTo>
                    <a:pt x="1815810" y="3787988"/>
                  </a:lnTo>
                  <a:lnTo>
                    <a:pt x="1815968" y="3787988"/>
                  </a:lnTo>
                  <a:lnTo>
                    <a:pt x="1815968" y="3787557"/>
                  </a:lnTo>
                  <a:lnTo>
                    <a:pt x="1815968" y="3787127"/>
                  </a:lnTo>
                  <a:lnTo>
                    <a:pt x="1815968" y="3786696"/>
                  </a:lnTo>
                  <a:lnTo>
                    <a:pt x="1816125" y="3786696"/>
                  </a:lnTo>
                  <a:lnTo>
                    <a:pt x="1816283" y="3786696"/>
                  </a:lnTo>
                  <a:lnTo>
                    <a:pt x="1816441" y="3786696"/>
                  </a:lnTo>
                  <a:lnTo>
                    <a:pt x="1816441" y="3786265"/>
                  </a:lnTo>
                  <a:lnTo>
                    <a:pt x="1816599" y="3786265"/>
                  </a:lnTo>
                  <a:lnTo>
                    <a:pt x="1816599" y="3785835"/>
                  </a:lnTo>
                  <a:lnTo>
                    <a:pt x="1816599" y="3785404"/>
                  </a:lnTo>
                  <a:lnTo>
                    <a:pt x="1816599" y="3784974"/>
                  </a:lnTo>
                  <a:lnTo>
                    <a:pt x="1816756" y="3784974"/>
                  </a:lnTo>
                  <a:lnTo>
                    <a:pt x="1816914" y="3784974"/>
                  </a:lnTo>
                  <a:lnTo>
                    <a:pt x="1817072" y="3784974"/>
                  </a:lnTo>
                  <a:lnTo>
                    <a:pt x="1817230" y="3784974"/>
                  </a:lnTo>
                  <a:lnTo>
                    <a:pt x="1817387" y="3784974"/>
                  </a:lnTo>
                  <a:lnTo>
                    <a:pt x="1817545" y="3784974"/>
                  </a:lnTo>
                  <a:lnTo>
                    <a:pt x="1817545" y="3784543"/>
                  </a:lnTo>
                  <a:lnTo>
                    <a:pt x="1817703" y="3784543"/>
                  </a:lnTo>
                  <a:lnTo>
                    <a:pt x="1817703" y="3784112"/>
                  </a:lnTo>
                  <a:lnTo>
                    <a:pt x="1817703" y="3783682"/>
                  </a:lnTo>
                  <a:lnTo>
                    <a:pt x="1817860" y="3783682"/>
                  </a:lnTo>
                  <a:lnTo>
                    <a:pt x="1818018" y="3783682"/>
                  </a:lnTo>
                  <a:lnTo>
                    <a:pt x="1818176" y="3783682"/>
                  </a:lnTo>
                  <a:lnTo>
                    <a:pt x="1818176" y="3783251"/>
                  </a:lnTo>
                  <a:lnTo>
                    <a:pt x="1818334" y="3783251"/>
                  </a:lnTo>
                  <a:lnTo>
                    <a:pt x="1818491" y="3783251"/>
                  </a:lnTo>
                  <a:lnTo>
                    <a:pt x="1818649" y="3783251"/>
                  </a:lnTo>
                  <a:lnTo>
                    <a:pt x="1818807" y="3783251"/>
                  </a:lnTo>
                  <a:lnTo>
                    <a:pt x="1818807" y="3782821"/>
                  </a:lnTo>
                  <a:lnTo>
                    <a:pt x="1818807" y="3782390"/>
                  </a:lnTo>
                  <a:lnTo>
                    <a:pt x="1818964" y="3782390"/>
                  </a:lnTo>
                  <a:lnTo>
                    <a:pt x="1819122" y="3782390"/>
                  </a:lnTo>
                  <a:lnTo>
                    <a:pt x="1819122" y="3781959"/>
                  </a:lnTo>
                  <a:lnTo>
                    <a:pt x="1819280" y="3781959"/>
                  </a:lnTo>
                  <a:lnTo>
                    <a:pt x="1819438" y="3781959"/>
                  </a:lnTo>
                  <a:lnTo>
                    <a:pt x="1819595" y="3781959"/>
                  </a:lnTo>
                  <a:lnTo>
                    <a:pt x="1819595" y="3781529"/>
                  </a:lnTo>
                  <a:lnTo>
                    <a:pt x="1819595" y="3781098"/>
                  </a:lnTo>
                  <a:lnTo>
                    <a:pt x="1819753" y="3781098"/>
                  </a:lnTo>
                  <a:lnTo>
                    <a:pt x="1819911" y="3781098"/>
                  </a:lnTo>
                  <a:lnTo>
                    <a:pt x="1820068" y="3781098"/>
                  </a:lnTo>
                  <a:lnTo>
                    <a:pt x="1820226" y="3781098"/>
                  </a:lnTo>
                  <a:lnTo>
                    <a:pt x="1820384" y="3781098"/>
                  </a:lnTo>
                  <a:lnTo>
                    <a:pt x="1820542" y="3781098"/>
                  </a:lnTo>
                  <a:lnTo>
                    <a:pt x="1820699" y="3781098"/>
                  </a:lnTo>
                  <a:lnTo>
                    <a:pt x="1820699" y="3780668"/>
                  </a:lnTo>
                  <a:lnTo>
                    <a:pt x="1820857" y="3780668"/>
                  </a:lnTo>
                  <a:lnTo>
                    <a:pt x="1821015" y="3780668"/>
                  </a:lnTo>
                  <a:lnTo>
                    <a:pt x="1821015" y="3780237"/>
                  </a:lnTo>
                  <a:lnTo>
                    <a:pt x="1821172" y="3780237"/>
                  </a:lnTo>
                  <a:lnTo>
                    <a:pt x="1821330" y="3780237"/>
                  </a:lnTo>
                  <a:lnTo>
                    <a:pt x="1821488" y="3780237"/>
                  </a:lnTo>
                  <a:lnTo>
                    <a:pt x="1821646" y="3780237"/>
                  </a:lnTo>
                  <a:lnTo>
                    <a:pt x="1821803" y="3780237"/>
                  </a:lnTo>
                  <a:lnTo>
                    <a:pt x="1821961" y="3780237"/>
                  </a:lnTo>
                  <a:lnTo>
                    <a:pt x="1821961" y="3779806"/>
                  </a:lnTo>
                  <a:lnTo>
                    <a:pt x="1822119" y="3779806"/>
                  </a:lnTo>
                  <a:lnTo>
                    <a:pt x="1822119" y="3779376"/>
                  </a:lnTo>
                  <a:lnTo>
                    <a:pt x="1822119" y="3778945"/>
                  </a:lnTo>
                  <a:lnTo>
                    <a:pt x="1822276" y="3778945"/>
                  </a:lnTo>
                  <a:lnTo>
                    <a:pt x="1822434" y="3778945"/>
                  </a:lnTo>
                  <a:lnTo>
                    <a:pt x="1822592" y="3778945"/>
                  </a:lnTo>
                  <a:lnTo>
                    <a:pt x="1822592" y="3778515"/>
                  </a:lnTo>
                  <a:lnTo>
                    <a:pt x="1822592" y="3778084"/>
                  </a:lnTo>
                  <a:lnTo>
                    <a:pt x="1822750" y="3778084"/>
                  </a:lnTo>
                  <a:lnTo>
                    <a:pt x="1822907" y="3778084"/>
                  </a:lnTo>
                  <a:lnTo>
                    <a:pt x="1823065" y="3778084"/>
                  </a:lnTo>
                  <a:lnTo>
                    <a:pt x="1823223" y="3778084"/>
                  </a:lnTo>
                  <a:lnTo>
                    <a:pt x="1823223" y="3777653"/>
                  </a:lnTo>
                  <a:lnTo>
                    <a:pt x="1823223" y="3777223"/>
                  </a:lnTo>
                  <a:lnTo>
                    <a:pt x="1823381" y="3777223"/>
                  </a:lnTo>
                  <a:lnTo>
                    <a:pt x="1823538" y="3777223"/>
                  </a:lnTo>
                  <a:lnTo>
                    <a:pt x="1823696" y="3777223"/>
                  </a:lnTo>
                  <a:lnTo>
                    <a:pt x="1823854" y="3777223"/>
                  </a:lnTo>
                  <a:lnTo>
                    <a:pt x="1824011" y="3777223"/>
                  </a:lnTo>
                  <a:lnTo>
                    <a:pt x="1824011" y="3776792"/>
                  </a:lnTo>
                  <a:lnTo>
                    <a:pt x="1824169" y="3776792"/>
                  </a:lnTo>
                  <a:lnTo>
                    <a:pt x="1824327" y="3776792"/>
                  </a:lnTo>
                  <a:lnTo>
                    <a:pt x="1824485" y="3776792"/>
                  </a:lnTo>
                  <a:lnTo>
                    <a:pt x="1824642" y="3776792"/>
                  </a:lnTo>
                  <a:lnTo>
                    <a:pt x="1824800" y="3776792"/>
                  </a:lnTo>
                  <a:lnTo>
                    <a:pt x="1824958" y="3776792"/>
                  </a:lnTo>
                  <a:lnTo>
                    <a:pt x="1825115" y="3776792"/>
                  </a:lnTo>
                  <a:lnTo>
                    <a:pt x="1825115" y="3776362"/>
                  </a:lnTo>
                  <a:lnTo>
                    <a:pt x="1825273" y="3776362"/>
                  </a:lnTo>
                  <a:lnTo>
                    <a:pt x="1825273" y="3775931"/>
                  </a:lnTo>
                  <a:lnTo>
                    <a:pt x="1825431" y="3775931"/>
                  </a:lnTo>
                  <a:lnTo>
                    <a:pt x="1825589" y="3775931"/>
                  </a:lnTo>
                  <a:lnTo>
                    <a:pt x="1825746" y="3775931"/>
                  </a:lnTo>
                  <a:lnTo>
                    <a:pt x="1825746" y="3775500"/>
                  </a:lnTo>
                  <a:lnTo>
                    <a:pt x="1825904" y="3775500"/>
                  </a:lnTo>
                  <a:lnTo>
                    <a:pt x="1825904" y="3775070"/>
                  </a:lnTo>
                  <a:lnTo>
                    <a:pt x="1826062" y="3775070"/>
                  </a:lnTo>
                  <a:lnTo>
                    <a:pt x="1826062" y="3774639"/>
                  </a:lnTo>
                  <a:lnTo>
                    <a:pt x="1826219" y="3774639"/>
                  </a:lnTo>
                  <a:lnTo>
                    <a:pt x="1826377" y="3774639"/>
                  </a:lnTo>
                  <a:lnTo>
                    <a:pt x="1826535" y="3774639"/>
                  </a:lnTo>
                  <a:lnTo>
                    <a:pt x="1826535" y="3774209"/>
                  </a:lnTo>
                  <a:lnTo>
                    <a:pt x="1826693" y="3774209"/>
                  </a:lnTo>
                  <a:lnTo>
                    <a:pt x="1826850" y="3774209"/>
                  </a:lnTo>
                  <a:lnTo>
                    <a:pt x="1827008" y="3774209"/>
                  </a:lnTo>
                  <a:lnTo>
                    <a:pt x="1827166" y="3774209"/>
                  </a:lnTo>
                  <a:lnTo>
                    <a:pt x="1827323" y="3774209"/>
                  </a:lnTo>
                  <a:lnTo>
                    <a:pt x="1827481" y="3774209"/>
                  </a:lnTo>
                  <a:lnTo>
                    <a:pt x="1827481" y="3773778"/>
                  </a:lnTo>
                  <a:lnTo>
                    <a:pt x="1827639" y="3773778"/>
                  </a:lnTo>
                  <a:lnTo>
                    <a:pt x="1827797" y="3773778"/>
                  </a:lnTo>
                  <a:lnTo>
                    <a:pt x="1827797" y="3773347"/>
                  </a:lnTo>
                  <a:lnTo>
                    <a:pt x="1827797" y="3772917"/>
                  </a:lnTo>
                  <a:lnTo>
                    <a:pt x="1827954" y="3772917"/>
                  </a:lnTo>
                  <a:lnTo>
                    <a:pt x="1828112" y="3772917"/>
                  </a:lnTo>
                  <a:lnTo>
                    <a:pt x="1828270" y="3772917"/>
                  </a:lnTo>
                  <a:lnTo>
                    <a:pt x="1828427" y="3772917"/>
                  </a:lnTo>
                  <a:lnTo>
                    <a:pt x="1828585" y="3772917"/>
                  </a:lnTo>
                  <a:lnTo>
                    <a:pt x="1828743" y="3772917"/>
                  </a:lnTo>
                  <a:lnTo>
                    <a:pt x="1828743" y="3772486"/>
                  </a:lnTo>
                  <a:lnTo>
                    <a:pt x="1828901" y="3772486"/>
                  </a:lnTo>
                  <a:lnTo>
                    <a:pt x="1829058" y="3772486"/>
                  </a:lnTo>
                  <a:lnTo>
                    <a:pt x="1829216" y="3772486"/>
                  </a:lnTo>
                  <a:lnTo>
                    <a:pt x="1829374" y="3772486"/>
                  </a:lnTo>
                  <a:lnTo>
                    <a:pt x="1829374" y="3772056"/>
                  </a:lnTo>
                  <a:lnTo>
                    <a:pt x="1829532" y="3772056"/>
                  </a:lnTo>
                  <a:lnTo>
                    <a:pt x="1829689" y="3772056"/>
                  </a:lnTo>
                  <a:lnTo>
                    <a:pt x="1829689" y="3771625"/>
                  </a:lnTo>
                  <a:lnTo>
                    <a:pt x="1829847" y="3771625"/>
                  </a:lnTo>
                  <a:lnTo>
                    <a:pt x="1830005" y="3771625"/>
                  </a:lnTo>
                  <a:lnTo>
                    <a:pt x="1830005" y="3771194"/>
                  </a:lnTo>
                  <a:lnTo>
                    <a:pt x="1830162" y="3771194"/>
                  </a:lnTo>
                  <a:lnTo>
                    <a:pt x="1830162" y="3770764"/>
                  </a:lnTo>
                  <a:lnTo>
                    <a:pt x="1830320" y="3770764"/>
                  </a:lnTo>
                  <a:lnTo>
                    <a:pt x="1830478" y="3770764"/>
                  </a:lnTo>
                  <a:lnTo>
                    <a:pt x="1830636" y="3770764"/>
                  </a:lnTo>
                  <a:lnTo>
                    <a:pt x="1830793" y="3770764"/>
                  </a:lnTo>
                  <a:lnTo>
                    <a:pt x="1830793" y="3770333"/>
                  </a:lnTo>
                  <a:lnTo>
                    <a:pt x="1830951" y="3770333"/>
                  </a:lnTo>
                  <a:lnTo>
                    <a:pt x="1831109" y="3770333"/>
                  </a:lnTo>
                  <a:lnTo>
                    <a:pt x="1831266" y="3770333"/>
                  </a:lnTo>
                  <a:lnTo>
                    <a:pt x="1831424" y="3770333"/>
                  </a:lnTo>
                  <a:lnTo>
                    <a:pt x="1831582" y="3770333"/>
                  </a:lnTo>
                  <a:lnTo>
                    <a:pt x="1831582" y="3769903"/>
                  </a:lnTo>
                  <a:lnTo>
                    <a:pt x="1831740" y="3769903"/>
                  </a:lnTo>
                  <a:lnTo>
                    <a:pt x="1831897" y="3769903"/>
                  </a:lnTo>
                  <a:lnTo>
                    <a:pt x="1831897" y="3769472"/>
                  </a:lnTo>
                  <a:lnTo>
                    <a:pt x="1831897" y="3769041"/>
                  </a:lnTo>
                  <a:lnTo>
                    <a:pt x="1832055" y="3769041"/>
                  </a:lnTo>
                  <a:lnTo>
                    <a:pt x="1832055" y="3768611"/>
                  </a:lnTo>
                  <a:lnTo>
                    <a:pt x="1832213" y="3768611"/>
                  </a:lnTo>
                  <a:lnTo>
                    <a:pt x="1832370" y="3768611"/>
                  </a:lnTo>
                  <a:lnTo>
                    <a:pt x="1832528" y="3768611"/>
                  </a:lnTo>
                  <a:lnTo>
                    <a:pt x="1832528" y="3768180"/>
                  </a:lnTo>
                  <a:lnTo>
                    <a:pt x="1832686" y="3768180"/>
                  </a:lnTo>
                  <a:lnTo>
                    <a:pt x="1832686" y="3767750"/>
                  </a:lnTo>
                  <a:lnTo>
                    <a:pt x="1832686" y="3767319"/>
                  </a:lnTo>
                  <a:lnTo>
                    <a:pt x="1832686" y="3766888"/>
                  </a:lnTo>
                  <a:lnTo>
                    <a:pt x="1832844" y="3766888"/>
                  </a:lnTo>
                  <a:lnTo>
                    <a:pt x="1832844" y="3766458"/>
                  </a:lnTo>
                  <a:lnTo>
                    <a:pt x="1833001" y="3766458"/>
                  </a:lnTo>
                  <a:lnTo>
                    <a:pt x="1833159" y="3766458"/>
                  </a:lnTo>
                  <a:lnTo>
                    <a:pt x="1833159" y="3766027"/>
                  </a:lnTo>
                  <a:lnTo>
                    <a:pt x="1833159" y="3765597"/>
                  </a:lnTo>
                  <a:lnTo>
                    <a:pt x="1833159" y="3765166"/>
                  </a:lnTo>
                  <a:lnTo>
                    <a:pt x="1833317" y="3765166"/>
                  </a:lnTo>
                  <a:lnTo>
                    <a:pt x="1833317" y="3764735"/>
                  </a:lnTo>
                  <a:lnTo>
                    <a:pt x="1833474" y="3764735"/>
                  </a:lnTo>
                  <a:lnTo>
                    <a:pt x="1833474" y="3764305"/>
                  </a:lnTo>
                  <a:lnTo>
                    <a:pt x="1833632" y="3764305"/>
                  </a:lnTo>
                  <a:lnTo>
                    <a:pt x="1833790" y="3764305"/>
                  </a:lnTo>
                  <a:lnTo>
                    <a:pt x="1833948" y="3764305"/>
                  </a:lnTo>
                  <a:lnTo>
                    <a:pt x="1833948" y="3763874"/>
                  </a:lnTo>
                  <a:lnTo>
                    <a:pt x="1834105" y="3763874"/>
                  </a:lnTo>
                  <a:lnTo>
                    <a:pt x="1834263" y="3763874"/>
                  </a:lnTo>
                  <a:lnTo>
                    <a:pt x="1834263" y="3763444"/>
                  </a:lnTo>
                  <a:lnTo>
                    <a:pt x="1834421" y="3763444"/>
                  </a:lnTo>
                  <a:lnTo>
                    <a:pt x="1834579" y="3763444"/>
                  </a:lnTo>
                  <a:lnTo>
                    <a:pt x="1834736" y="3763444"/>
                  </a:lnTo>
                  <a:lnTo>
                    <a:pt x="1834894" y="3763444"/>
                  </a:lnTo>
                  <a:lnTo>
                    <a:pt x="1834894" y="3763013"/>
                  </a:lnTo>
                  <a:lnTo>
                    <a:pt x="1834894" y="3762582"/>
                  </a:lnTo>
                  <a:lnTo>
                    <a:pt x="1835052" y="3762582"/>
                  </a:lnTo>
                  <a:lnTo>
                    <a:pt x="1835052" y="3762152"/>
                  </a:lnTo>
                  <a:lnTo>
                    <a:pt x="1835209" y="3762152"/>
                  </a:lnTo>
                  <a:lnTo>
                    <a:pt x="1835367" y="3762152"/>
                  </a:lnTo>
                  <a:lnTo>
                    <a:pt x="1835525" y="3762152"/>
                  </a:lnTo>
                  <a:lnTo>
                    <a:pt x="1835525" y="3761721"/>
                  </a:lnTo>
                  <a:lnTo>
                    <a:pt x="1835683" y="3761721"/>
                  </a:lnTo>
                  <a:lnTo>
                    <a:pt x="1835840" y="3761721"/>
                  </a:lnTo>
                  <a:lnTo>
                    <a:pt x="1835998" y="3761721"/>
                  </a:lnTo>
                  <a:lnTo>
                    <a:pt x="1836156" y="3761721"/>
                  </a:lnTo>
                  <a:lnTo>
                    <a:pt x="1836156" y="3761291"/>
                  </a:lnTo>
                  <a:lnTo>
                    <a:pt x="1836313" y="3761291"/>
                  </a:lnTo>
                  <a:lnTo>
                    <a:pt x="1836471" y="3761291"/>
                  </a:lnTo>
                  <a:lnTo>
                    <a:pt x="1836471" y="3760860"/>
                  </a:lnTo>
                  <a:lnTo>
                    <a:pt x="1836629" y="3760860"/>
                  </a:lnTo>
                  <a:lnTo>
                    <a:pt x="1836787" y="3760860"/>
                  </a:lnTo>
                  <a:lnTo>
                    <a:pt x="1836944" y="3760860"/>
                  </a:lnTo>
                  <a:lnTo>
                    <a:pt x="1837102" y="3760860"/>
                  </a:lnTo>
                  <a:lnTo>
                    <a:pt x="1837260" y="3760860"/>
                  </a:lnTo>
                  <a:lnTo>
                    <a:pt x="1837417" y="3760860"/>
                  </a:lnTo>
                  <a:lnTo>
                    <a:pt x="1837575" y="3760860"/>
                  </a:lnTo>
                  <a:lnTo>
                    <a:pt x="1837733" y="3760860"/>
                  </a:lnTo>
                  <a:lnTo>
                    <a:pt x="1837891" y="3760860"/>
                  </a:lnTo>
                  <a:lnTo>
                    <a:pt x="1838048" y="3760860"/>
                  </a:lnTo>
                  <a:lnTo>
                    <a:pt x="1838206" y="3760860"/>
                  </a:lnTo>
                  <a:lnTo>
                    <a:pt x="1838364" y="3760860"/>
                  </a:lnTo>
                  <a:lnTo>
                    <a:pt x="1838521" y="3760860"/>
                  </a:lnTo>
                  <a:lnTo>
                    <a:pt x="1838521" y="3760429"/>
                  </a:lnTo>
                  <a:lnTo>
                    <a:pt x="1838521" y="3759999"/>
                  </a:lnTo>
                  <a:lnTo>
                    <a:pt x="1838679" y="3759999"/>
                  </a:lnTo>
                  <a:lnTo>
                    <a:pt x="1838837" y="3759999"/>
                  </a:lnTo>
                  <a:lnTo>
                    <a:pt x="1838995" y="3759999"/>
                  </a:lnTo>
                  <a:lnTo>
                    <a:pt x="1838995" y="3759568"/>
                  </a:lnTo>
                  <a:lnTo>
                    <a:pt x="1838995" y="3759138"/>
                  </a:lnTo>
                  <a:lnTo>
                    <a:pt x="1839152" y="3759138"/>
                  </a:lnTo>
                  <a:lnTo>
                    <a:pt x="1839310" y="3759138"/>
                  </a:lnTo>
                  <a:lnTo>
                    <a:pt x="1839468" y="3759138"/>
                  </a:lnTo>
                  <a:lnTo>
                    <a:pt x="1839625" y="3759138"/>
                  </a:lnTo>
                  <a:lnTo>
                    <a:pt x="1839625" y="3758707"/>
                  </a:lnTo>
                  <a:lnTo>
                    <a:pt x="1839783" y="3758707"/>
                  </a:lnTo>
                  <a:lnTo>
                    <a:pt x="1839941" y="3758707"/>
                  </a:lnTo>
                  <a:lnTo>
                    <a:pt x="1840099" y="3758707"/>
                  </a:lnTo>
                  <a:lnTo>
                    <a:pt x="1840256" y="3758707"/>
                  </a:lnTo>
                  <a:lnTo>
                    <a:pt x="1840414" y="3758707"/>
                  </a:lnTo>
                  <a:lnTo>
                    <a:pt x="1840414" y="3758276"/>
                  </a:lnTo>
                  <a:lnTo>
                    <a:pt x="1840572" y="3758276"/>
                  </a:lnTo>
                  <a:lnTo>
                    <a:pt x="1840572" y="3757846"/>
                  </a:lnTo>
                  <a:lnTo>
                    <a:pt x="1840572" y="3757415"/>
                  </a:lnTo>
                  <a:lnTo>
                    <a:pt x="1840730" y="3757415"/>
                  </a:lnTo>
                  <a:lnTo>
                    <a:pt x="1840887" y="3757415"/>
                  </a:lnTo>
                  <a:lnTo>
                    <a:pt x="1841045" y="3757415"/>
                  </a:lnTo>
                  <a:lnTo>
                    <a:pt x="1841203" y="3757415"/>
                  </a:lnTo>
                  <a:lnTo>
                    <a:pt x="1841360" y="3757415"/>
                  </a:lnTo>
                  <a:lnTo>
                    <a:pt x="1841518" y="3757415"/>
                  </a:lnTo>
                  <a:lnTo>
                    <a:pt x="1841676" y="3757415"/>
                  </a:lnTo>
                  <a:lnTo>
                    <a:pt x="1841676" y="3756985"/>
                  </a:lnTo>
                  <a:lnTo>
                    <a:pt x="1841834" y="3756985"/>
                  </a:lnTo>
                  <a:lnTo>
                    <a:pt x="1841991" y="3756985"/>
                  </a:lnTo>
                  <a:lnTo>
                    <a:pt x="1841991" y="3756554"/>
                  </a:lnTo>
                  <a:lnTo>
                    <a:pt x="1842149" y="3756554"/>
                  </a:lnTo>
                  <a:lnTo>
                    <a:pt x="1842307" y="3756554"/>
                  </a:lnTo>
                  <a:lnTo>
                    <a:pt x="1842464" y="3756554"/>
                  </a:lnTo>
                  <a:lnTo>
                    <a:pt x="1842464" y="3756123"/>
                  </a:lnTo>
                  <a:lnTo>
                    <a:pt x="1842622" y="3756123"/>
                  </a:lnTo>
                  <a:lnTo>
                    <a:pt x="1842780" y="3756123"/>
                  </a:lnTo>
                  <a:lnTo>
                    <a:pt x="1842780" y="3755693"/>
                  </a:lnTo>
                  <a:lnTo>
                    <a:pt x="1842938" y="3755693"/>
                  </a:lnTo>
                  <a:lnTo>
                    <a:pt x="1843095" y="3755693"/>
                  </a:lnTo>
                  <a:lnTo>
                    <a:pt x="1843253" y="3755693"/>
                  </a:lnTo>
                  <a:lnTo>
                    <a:pt x="1843253" y="3755262"/>
                  </a:lnTo>
                  <a:lnTo>
                    <a:pt x="1843411" y="3755262"/>
                  </a:lnTo>
                  <a:lnTo>
                    <a:pt x="1843411" y="3754832"/>
                  </a:lnTo>
                  <a:lnTo>
                    <a:pt x="1843411" y="3754401"/>
                  </a:lnTo>
                  <a:lnTo>
                    <a:pt x="1843568" y="3754401"/>
                  </a:lnTo>
                  <a:lnTo>
                    <a:pt x="1843568" y="3753970"/>
                  </a:lnTo>
                  <a:lnTo>
                    <a:pt x="1843726" y="3753970"/>
                  </a:lnTo>
                  <a:lnTo>
                    <a:pt x="1843884" y="3753970"/>
                  </a:lnTo>
                  <a:lnTo>
                    <a:pt x="1844042" y="3753970"/>
                  </a:lnTo>
                  <a:lnTo>
                    <a:pt x="1844199" y="3753970"/>
                  </a:lnTo>
                  <a:lnTo>
                    <a:pt x="1844357" y="3753970"/>
                  </a:lnTo>
                  <a:lnTo>
                    <a:pt x="1844515" y="3753970"/>
                  </a:lnTo>
                  <a:lnTo>
                    <a:pt x="1844515" y="3753540"/>
                  </a:lnTo>
                  <a:lnTo>
                    <a:pt x="1844672" y="3753540"/>
                  </a:lnTo>
                  <a:lnTo>
                    <a:pt x="1844672" y="3753109"/>
                  </a:lnTo>
                  <a:lnTo>
                    <a:pt x="1844672" y="3752679"/>
                  </a:lnTo>
                  <a:lnTo>
                    <a:pt x="1844672" y="3752248"/>
                  </a:lnTo>
                  <a:lnTo>
                    <a:pt x="1844830" y="3752248"/>
                  </a:lnTo>
                  <a:lnTo>
                    <a:pt x="1844830" y="3751817"/>
                  </a:lnTo>
                  <a:lnTo>
                    <a:pt x="1844988" y="3751817"/>
                  </a:lnTo>
                  <a:lnTo>
                    <a:pt x="1845146" y="3751817"/>
                  </a:lnTo>
                  <a:lnTo>
                    <a:pt x="1845303" y="3751817"/>
                  </a:lnTo>
                  <a:lnTo>
                    <a:pt x="1845461" y="3751817"/>
                  </a:lnTo>
                  <a:lnTo>
                    <a:pt x="1845461" y="3751387"/>
                  </a:lnTo>
                  <a:lnTo>
                    <a:pt x="1845619" y="3751387"/>
                  </a:lnTo>
                  <a:lnTo>
                    <a:pt x="1845619" y="3750956"/>
                  </a:lnTo>
                  <a:lnTo>
                    <a:pt x="1845619" y="3750526"/>
                  </a:lnTo>
                  <a:lnTo>
                    <a:pt x="1845777" y="3750526"/>
                  </a:lnTo>
                  <a:lnTo>
                    <a:pt x="1845934" y="3750526"/>
                  </a:lnTo>
                  <a:lnTo>
                    <a:pt x="1846092" y="3750526"/>
                  </a:lnTo>
                  <a:lnTo>
                    <a:pt x="1846250" y="3750526"/>
                  </a:lnTo>
                  <a:lnTo>
                    <a:pt x="1846250" y="3750095"/>
                  </a:lnTo>
                  <a:lnTo>
                    <a:pt x="1846250" y="3749664"/>
                  </a:lnTo>
                  <a:lnTo>
                    <a:pt x="1846407" y="3749664"/>
                  </a:lnTo>
                  <a:lnTo>
                    <a:pt x="1846407" y="3749234"/>
                  </a:lnTo>
                  <a:lnTo>
                    <a:pt x="1846565" y="3749234"/>
                  </a:lnTo>
                  <a:lnTo>
                    <a:pt x="1846723" y="3749234"/>
                  </a:lnTo>
                  <a:lnTo>
                    <a:pt x="1846881" y="3749234"/>
                  </a:lnTo>
                  <a:lnTo>
                    <a:pt x="1847038" y="3749234"/>
                  </a:lnTo>
                  <a:lnTo>
                    <a:pt x="1847038" y="3748803"/>
                  </a:lnTo>
                  <a:lnTo>
                    <a:pt x="1847196" y="3748803"/>
                  </a:lnTo>
                  <a:lnTo>
                    <a:pt x="1847196" y="3748373"/>
                  </a:lnTo>
                  <a:lnTo>
                    <a:pt x="1847354" y="3748373"/>
                  </a:lnTo>
                  <a:lnTo>
                    <a:pt x="1847511" y="3748373"/>
                  </a:lnTo>
                  <a:lnTo>
                    <a:pt x="1847511" y="3747942"/>
                  </a:lnTo>
                  <a:lnTo>
                    <a:pt x="1847511" y="3747511"/>
                  </a:lnTo>
                  <a:lnTo>
                    <a:pt x="1847669" y="3747511"/>
                  </a:lnTo>
                  <a:lnTo>
                    <a:pt x="1847827" y="3747511"/>
                  </a:lnTo>
                  <a:lnTo>
                    <a:pt x="1847985" y="3747511"/>
                  </a:lnTo>
                  <a:lnTo>
                    <a:pt x="1847985" y="3747081"/>
                  </a:lnTo>
                  <a:lnTo>
                    <a:pt x="1848142" y="3747081"/>
                  </a:lnTo>
                  <a:lnTo>
                    <a:pt x="1848300" y="3747081"/>
                  </a:lnTo>
                  <a:lnTo>
                    <a:pt x="1848458" y="3747081"/>
                  </a:lnTo>
                  <a:lnTo>
                    <a:pt x="1848458" y="3746650"/>
                  </a:lnTo>
                  <a:lnTo>
                    <a:pt x="1848458" y="3746220"/>
                  </a:lnTo>
                  <a:lnTo>
                    <a:pt x="1848615" y="3746220"/>
                  </a:lnTo>
                  <a:lnTo>
                    <a:pt x="1848773" y="3746220"/>
                  </a:lnTo>
                  <a:lnTo>
                    <a:pt x="1848931" y="3746220"/>
                  </a:lnTo>
                  <a:lnTo>
                    <a:pt x="1849089" y="3746220"/>
                  </a:lnTo>
                  <a:lnTo>
                    <a:pt x="1849246" y="3746220"/>
                  </a:lnTo>
                  <a:lnTo>
                    <a:pt x="1849404" y="3746220"/>
                  </a:lnTo>
                  <a:lnTo>
                    <a:pt x="1849562" y="3746220"/>
                  </a:lnTo>
                  <a:lnTo>
                    <a:pt x="1849719" y="3746220"/>
                  </a:lnTo>
                  <a:lnTo>
                    <a:pt x="1849719" y="3745789"/>
                  </a:lnTo>
                  <a:lnTo>
                    <a:pt x="1849877" y="3745789"/>
                  </a:lnTo>
                  <a:lnTo>
                    <a:pt x="1850035" y="3745789"/>
                  </a:lnTo>
                  <a:lnTo>
                    <a:pt x="1850035" y="3745358"/>
                  </a:lnTo>
                  <a:lnTo>
                    <a:pt x="1850193" y="3745358"/>
                  </a:lnTo>
                  <a:lnTo>
                    <a:pt x="1850350" y="3745358"/>
                  </a:lnTo>
                  <a:lnTo>
                    <a:pt x="1850508" y="3745358"/>
                  </a:lnTo>
                  <a:lnTo>
                    <a:pt x="1850666" y="3745358"/>
                  </a:lnTo>
                  <a:lnTo>
                    <a:pt x="1850823" y="3745358"/>
                  </a:lnTo>
                  <a:lnTo>
                    <a:pt x="1850981" y="3745358"/>
                  </a:lnTo>
                  <a:lnTo>
                    <a:pt x="1851139" y="3745358"/>
                  </a:lnTo>
                  <a:lnTo>
                    <a:pt x="1851297" y="3745358"/>
                  </a:lnTo>
                  <a:lnTo>
                    <a:pt x="1851297" y="3744928"/>
                  </a:lnTo>
                  <a:lnTo>
                    <a:pt x="1851454" y="3744928"/>
                  </a:lnTo>
                  <a:lnTo>
                    <a:pt x="1851454" y="3744497"/>
                  </a:lnTo>
                  <a:lnTo>
                    <a:pt x="1851612" y="3744497"/>
                  </a:lnTo>
                  <a:lnTo>
                    <a:pt x="1851770" y="3744497"/>
                  </a:lnTo>
                  <a:lnTo>
                    <a:pt x="1851770" y="3744067"/>
                  </a:lnTo>
                  <a:lnTo>
                    <a:pt x="1851928" y="3744067"/>
                  </a:lnTo>
                  <a:lnTo>
                    <a:pt x="1852085" y="3744067"/>
                  </a:lnTo>
                  <a:lnTo>
                    <a:pt x="1852085" y="3743636"/>
                  </a:lnTo>
                  <a:lnTo>
                    <a:pt x="1852085" y="3743205"/>
                  </a:lnTo>
                  <a:lnTo>
                    <a:pt x="1852243" y="3743205"/>
                  </a:lnTo>
                  <a:lnTo>
                    <a:pt x="1852401" y="3743205"/>
                  </a:lnTo>
                  <a:lnTo>
                    <a:pt x="1852558" y="3743205"/>
                  </a:lnTo>
                  <a:lnTo>
                    <a:pt x="1852716" y="3743205"/>
                  </a:lnTo>
                  <a:lnTo>
                    <a:pt x="1852874" y="3743205"/>
                  </a:lnTo>
                  <a:lnTo>
                    <a:pt x="1853032" y="3743205"/>
                  </a:lnTo>
                  <a:lnTo>
                    <a:pt x="1853189" y="3743205"/>
                  </a:lnTo>
                  <a:lnTo>
                    <a:pt x="1853189" y="3742775"/>
                  </a:lnTo>
                  <a:lnTo>
                    <a:pt x="1853347" y="3742775"/>
                  </a:lnTo>
                  <a:lnTo>
                    <a:pt x="1853347" y="3742344"/>
                  </a:lnTo>
                  <a:lnTo>
                    <a:pt x="1853347" y="3741914"/>
                  </a:lnTo>
                  <a:lnTo>
                    <a:pt x="1853505" y="3741914"/>
                  </a:lnTo>
                  <a:lnTo>
                    <a:pt x="1853662" y="3741914"/>
                  </a:lnTo>
                  <a:lnTo>
                    <a:pt x="1853820" y="3741914"/>
                  </a:lnTo>
                  <a:lnTo>
                    <a:pt x="1853820" y="3741483"/>
                  </a:lnTo>
                  <a:lnTo>
                    <a:pt x="1853978" y="3741483"/>
                  </a:lnTo>
                  <a:lnTo>
                    <a:pt x="1854136" y="3741483"/>
                  </a:lnTo>
                  <a:lnTo>
                    <a:pt x="1854293" y="3741483"/>
                  </a:lnTo>
                  <a:lnTo>
                    <a:pt x="1854451" y="3741483"/>
                  </a:lnTo>
                  <a:lnTo>
                    <a:pt x="1854609" y="3741483"/>
                  </a:lnTo>
                  <a:lnTo>
                    <a:pt x="1854609" y="3741052"/>
                  </a:lnTo>
                  <a:lnTo>
                    <a:pt x="1854766" y="3741052"/>
                  </a:lnTo>
                  <a:lnTo>
                    <a:pt x="1854924" y="3741052"/>
                  </a:lnTo>
                  <a:lnTo>
                    <a:pt x="1855082" y="3741052"/>
                  </a:lnTo>
                  <a:lnTo>
                    <a:pt x="1855240" y="3741052"/>
                  </a:lnTo>
                  <a:lnTo>
                    <a:pt x="1855397" y="3741052"/>
                  </a:lnTo>
                  <a:lnTo>
                    <a:pt x="1855397" y="3740622"/>
                  </a:lnTo>
                  <a:lnTo>
                    <a:pt x="1855555" y="3740622"/>
                  </a:lnTo>
                  <a:lnTo>
                    <a:pt x="1855555" y="3740191"/>
                  </a:lnTo>
                  <a:lnTo>
                    <a:pt x="1855713" y="3740191"/>
                  </a:lnTo>
                  <a:lnTo>
                    <a:pt x="1855870" y="3740191"/>
                  </a:lnTo>
                  <a:lnTo>
                    <a:pt x="1856028" y="3740191"/>
                  </a:lnTo>
                  <a:lnTo>
                    <a:pt x="1856186" y="3740191"/>
                  </a:lnTo>
                  <a:lnTo>
                    <a:pt x="1856344" y="3740191"/>
                  </a:lnTo>
                  <a:lnTo>
                    <a:pt x="1856501" y="3740191"/>
                  </a:lnTo>
                  <a:lnTo>
                    <a:pt x="1856659" y="3740191"/>
                  </a:lnTo>
                  <a:lnTo>
                    <a:pt x="1856817" y="3740191"/>
                  </a:lnTo>
                  <a:lnTo>
                    <a:pt x="1856975" y="3740191"/>
                  </a:lnTo>
                  <a:lnTo>
                    <a:pt x="1857132" y="3740191"/>
                  </a:lnTo>
                  <a:lnTo>
                    <a:pt x="1857132" y="3739761"/>
                  </a:lnTo>
                  <a:lnTo>
                    <a:pt x="1857132" y="3739330"/>
                  </a:lnTo>
                  <a:lnTo>
                    <a:pt x="1857132" y="3738899"/>
                  </a:lnTo>
                  <a:lnTo>
                    <a:pt x="1857132" y="3738469"/>
                  </a:lnTo>
                  <a:lnTo>
                    <a:pt x="1857132" y="3738038"/>
                  </a:lnTo>
                  <a:lnTo>
                    <a:pt x="1857290" y="3738038"/>
                  </a:lnTo>
                  <a:lnTo>
                    <a:pt x="1857448" y="3738038"/>
                  </a:lnTo>
                  <a:lnTo>
                    <a:pt x="1857605" y="3738038"/>
                  </a:lnTo>
                  <a:lnTo>
                    <a:pt x="1857763" y="3738038"/>
                  </a:lnTo>
                  <a:lnTo>
                    <a:pt x="1857921" y="3738038"/>
                  </a:lnTo>
                  <a:lnTo>
                    <a:pt x="1858079" y="3738038"/>
                  </a:lnTo>
                  <a:lnTo>
                    <a:pt x="1858236" y="3738038"/>
                  </a:lnTo>
                  <a:lnTo>
                    <a:pt x="1858394" y="3738038"/>
                  </a:lnTo>
                  <a:lnTo>
                    <a:pt x="1858552" y="3738038"/>
                  </a:lnTo>
                  <a:lnTo>
                    <a:pt x="1858709" y="3738038"/>
                  </a:lnTo>
                  <a:lnTo>
                    <a:pt x="1858867" y="3738038"/>
                  </a:lnTo>
                  <a:lnTo>
                    <a:pt x="1858867" y="3737608"/>
                  </a:lnTo>
                  <a:lnTo>
                    <a:pt x="1858867" y="3737177"/>
                  </a:lnTo>
                  <a:lnTo>
                    <a:pt x="1859025" y="3737177"/>
                  </a:lnTo>
                  <a:lnTo>
                    <a:pt x="1859025" y="3736746"/>
                  </a:lnTo>
                  <a:lnTo>
                    <a:pt x="1859183" y="3736746"/>
                  </a:lnTo>
                  <a:lnTo>
                    <a:pt x="1859340" y="3736746"/>
                  </a:lnTo>
                  <a:lnTo>
                    <a:pt x="1859498" y="3736746"/>
                  </a:lnTo>
                  <a:lnTo>
                    <a:pt x="1859656" y="3736746"/>
                  </a:lnTo>
                  <a:lnTo>
                    <a:pt x="1859813" y="3736746"/>
                  </a:lnTo>
                  <a:lnTo>
                    <a:pt x="1859813" y="3736316"/>
                  </a:lnTo>
                  <a:lnTo>
                    <a:pt x="1859813" y="3735885"/>
                  </a:lnTo>
                  <a:lnTo>
                    <a:pt x="1859813" y="3735455"/>
                  </a:lnTo>
                  <a:lnTo>
                    <a:pt x="1859971" y="3735455"/>
                  </a:lnTo>
                  <a:lnTo>
                    <a:pt x="1860129" y="3735455"/>
                  </a:lnTo>
                  <a:lnTo>
                    <a:pt x="1860287" y="3735455"/>
                  </a:lnTo>
                  <a:lnTo>
                    <a:pt x="1860444" y="3735455"/>
                  </a:lnTo>
                  <a:lnTo>
                    <a:pt x="1860444" y="3735024"/>
                  </a:lnTo>
                  <a:lnTo>
                    <a:pt x="1860602" y="3735024"/>
                  </a:lnTo>
                  <a:lnTo>
                    <a:pt x="1860760" y="3735024"/>
                  </a:lnTo>
                  <a:lnTo>
                    <a:pt x="1860917" y="3735024"/>
                  </a:lnTo>
                  <a:lnTo>
                    <a:pt x="1860917" y="3734593"/>
                  </a:lnTo>
                  <a:lnTo>
                    <a:pt x="1860917" y="3734163"/>
                  </a:lnTo>
                  <a:lnTo>
                    <a:pt x="1861075" y="3734163"/>
                  </a:lnTo>
                  <a:lnTo>
                    <a:pt x="1861233" y="3734163"/>
                  </a:lnTo>
                  <a:lnTo>
                    <a:pt x="1861391" y="3734163"/>
                  </a:lnTo>
                  <a:lnTo>
                    <a:pt x="1861548" y="3734163"/>
                  </a:lnTo>
                  <a:lnTo>
                    <a:pt x="1861706" y="3734163"/>
                  </a:lnTo>
                  <a:lnTo>
                    <a:pt x="1861864" y="3734163"/>
                  </a:lnTo>
                  <a:lnTo>
                    <a:pt x="1862021" y="3734163"/>
                  </a:lnTo>
                  <a:lnTo>
                    <a:pt x="1862179" y="3734163"/>
                  </a:lnTo>
                  <a:lnTo>
                    <a:pt x="1862337" y="3734163"/>
                  </a:lnTo>
                  <a:lnTo>
                    <a:pt x="1862337" y="3733732"/>
                  </a:lnTo>
                  <a:lnTo>
                    <a:pt x="1862495" y="3733732"/>
                  </a:lnTo>
                  <a:lnTo>
                    <a:pt x="1862495" y="3733302"/>
                  </a:lnTo>
                  <a:lnTo>
                    <a:pt x="1862652" y="3733302"/>
                  </a:lnTo>
                  <a:lnTo>
                    <a:pt x="1862810" y="3733302"/>
                  </a:lnTo>
                  <a:lnTo>
                    <a:pt x="1862968" y="3733302"/>
                  </a:lnTo>
                  <a:lnTo>
                    <a:pt x="1862968" y="3732871"/>
                  </a:lnTo>
                  <a:lnTo>
                    <a:pt x="1862968" y="3732440"/>
                  </a:lnTo>
                  <a:lnTo>
                    <a:pt x="1863126" y="3732440"/>
                  </a:lnTo>
                  <a:lnTo>
                    <a:pt x="1863126" y="3732010"/>
                  </a:lnTo>
                  <a:lnTo>
                    <a:pt x="1863283" y="3732010"/>
                  </a:lnTo>
                  <a:lnTo>
                    <a:pt x="1863283" y="3731579"/>
                  </a:lnTo>
                  <a:lnTo>
                    <a:pt x="1863441" y="3731579"/>
                  </a:lnTo>
                  <a:lnTo>
                    <a:pt x="1863441" y="3731149"/>
                  </a:lnTo>
                  <a:lnTo>
                    <a:pt x="1863599" y="3731149"/>
                  </a:lnTo>
                  <a:lnTo>
                    <a:pt x="1863756" y="3731149"/>
                  </a:lnTo>
                  <a:lnTo>
                    <a:pt x="1863756" y="3730718"/>
                  </a:lnTo>
                  <a:lnTo>
                    <a:pt x="1863914" y="3730718"/>
                  </a:lnTo>
                  <a:lnTo>
                    <a:pt x="1864072" y="3730718"/>
                  </a:lnTo>
                  <a:lnTo>
                    <a:pt x="1864230" y="3730718"/>
                  </a:lnTo>
                  <a:lnTo>
                    <a:pt x="1864387" y="3730718"/>
                  </a:lnTo>
                  <a:lnTo>
                    <a:pt x="1864545" y="3730718"/>
                  </a:lnTo>
                  <a:lnTo>
                    <a:pt x="1864545" y="3730287"/>
                  </a:lnTo>
                  <a:lnTo>
                    <a:pt x="1864703" y="3730287"/>
                  </a:lnTo>
                  <a:lnTo>
                    <a:pt x="1864860" y="3730287"/>
                  </a:lnTo>
                  <a:lnTo>
                    <a:pt x="1865018" y="3730287"/>
                  </a:lnTo>
                  <a:lnTo>
                    <a:pt x="1865176" y="3730287"/>
                  </a:lnTo>
                  <a:lnTo>
                    <a:pt x="1865334" y="3730287"/>
                  </a:lnTo>
                  <a:lnTo>
                    <a:pt x="1865334" y="3729857"/>
                  </a:lnTo>
                  <a:lnTo>
                    <a:pt x="1865491" y="3729857"/>
                  </a:lnTo>
                  <a:lnTo>
                    <a:pt x="1865491" y="3729426"/>
                  </a:lnTo>
                  <a:lnTo>
                    <a:pt x="1865491" y="3728996"/>
                  </a:lnTo>
                  <a:lnTo>
                    <a:pt x="1865649" y="3728996"/>
                  </a:lnTo>
                  <a:lnTo>
                    <a:pt x="1865807" y="3728996"/>
                  </a:lnTo>
                  <a:lnTo>
                    <a:pt x="1865964" y="3728996"/>
                  </a:lnTo>
                  <a:lnTo>
                    <a:pt x="1865964" y="3728565"/>
                  </a:lnTo>
                  <a:lnTo>
                    <a:pt x="1866122" y="3728565"/>
                  </a:lnTo>
                  <a:lnTo>
                    <a:pt x="1866280" y="3728565"/>
                  </a:lnTo>
                  <a:lnTo>
                    <a:pt x="1866438" y="3728565"/>
                  </a:lnTo>
                  <a:lnTo>
                    <a:pt x="1866595" y="3728565"/>
                  </a:lnTo>
                  <a:lnTo>
                    <a:pt x="1866595" y="3728134"/>
                  </a:lnTo>
                  <a:lnTo>
                    <a:pt x="1866595" y="3727704"/>
                  </a:lnTo>
                  <a:lnTo>
                    <a:pt x="1866753" y="3727704"/>
                  </a:lnTo>
                  <a:lnTo>
                    <a:pt x="1866911" y="3727704"/>
                  </a:lnTo>
                  <a:lnTo>
                    <a:pt x="1866911" y="3727273"/>
                  </a:lnTo>
                  <a:lnTo>
                    <a:pt x="1867068" y="3727273"/>
                  </a:lnTo>
                  <a:lnTo>
                    <a:pt x="1867226" y="3727273"/>
                  </a:lnTo>
                  <a:lnTo>
                    <a:pt x="1867384" y="3727273"/>
                  </a:lnTo>
                  <a:lnTo>
                    <a:pt x="1867542" y="3727273"/>
                  </a:lnTo>
                  <a:lnTo>
                    <a:pt x="1867699" y="3727273"/>
                  </a:lnTo>
                  <a:lnTo>
                    <a:pt x="1867699" y="3726843"/>
                  </a:lnTo>
                  <a:lnTo>
                    <a:pt x="1867857" y="3726843"/>
                  </a:lnTo>
                  <a:lnTo>
                    <a:pt x="1868015" y="3726843"/>
                  </a:lnTo>
                  <a:lnTo>
                    <a:pt x="1868173" y="3726843"/>
                  </a:lnTo>
                  <a:lnTo>
                    <a:pt x="1868173" y="3726412"/>
                  </a:lnTo>
                  <a:lnTo>
                    <a:pt x="1868330" y="3726412"/>
                  </a:lnTo>
                  <a:lnTo>
                    <a:pt x="1868488" y="3726412"/>
                  </a:lnTo>
                  <a:lnTo>
                    <a:pt x="1868646" y="3726412"/>
                  </a:lnTo>
                  <a:lnTo>
                    <a:pt x="1868803" y="3726412"/>
                  </a:lnTo>
                  <a:lnTo>
                    <a:pt x="1868803" y="3725981"/>
                  </a:lnTo>
                  <a:lnTo>
                    <a:pt x="1868803" y="3725551"/>
                  </a:lnTo>
                  <a:lnTo>
                    <a:pt x="1868803" y="3725120"/>
                  </a:lnTo>
                  <a:lnTo>
                    <a:pt x="1868803" y="3724690"/>
                  </a:lnTo>
                  <a:lnTo>
                    <a:pt x="1868803" y="3724259"/>
                  </a:lnTo>
                  <a:lnTo>
                    <a:pt x="1868961" y="3724259"/>
                  </a:lnTo>
                  <a:lnTo>
                    <a:pt x="1869119" y="3724259"/>
                  </a:lnTo>
                  <a:lnTo>
                    <a:pt x="1869119" y="3723828"/>
                  </a:lnTo>
                  <a:lnTo>
                    <a:pt x="1869277" y="3723828"/>
                  </a:lnTo>
                  <a:lnTo>
                    <a:pt x="1869434" y="3723828"/>
                  </a:lnTo>
                  <a:lnTo>
                    <a:pt x="1869592" y="3723828"/>
                  </a:lnTo>
                  <a:lnTo>
                    <a:pt x="1869592" y="3723398"/>
                  </a:lnTo>
                  <a:lnTo>
                    <a:pt x="1869750" y="3723398"/>
                  </a:lnTo>
                  <a:lnTo>
                    <a:pt x="1869750" y="3722967"/>
                  </a:lnTo>
                  <a:lnTo>
                    <a:pt x="1869907" y="3722967"/>
                  </a:lnTo>
                  <a:lnTo>
                    <a:pt x="1870065" y="3722967"/>
                  </a:lnTo>
                  <a:lnTo>
                    <a:pt x="1870223" y="3722967"/>
                  </a:lnTo>
                  <a:lnTo>
                    <a:pt x="1870381" y="3722967"/>
                  </a:lnTo>
                  <a:lnTo>
                    <a:pt x="1870538" y="3722967"/>
                  </a:lnTo>
                  <a:lnTo>
                    <a:pt x="1870538" y="3722537"/>
                  </a:lnTo>
                  <a:lnTo>
                    <a:pt x="1870538" y="3722106"/>
                  </a:lnTo>
                  <a:lnTo>
                    <a:pt x="1870538" y="3721675"/>
                  </a:lnTo>
                  <a:lnTo>
                    <a:pt x="1870696" y="3721675"/>
                  </a:lnTo>
                  <a:lnTo>
                    <a:pt x="1870696" y="3721245"/>
                  </a:lnTo>
                  <a:lnTo>
                    <a:pt x="1870854" y="3721245"/>
                  </a:lnTo>
                  <a:lnTo>
                    <a:pt x="1871011" y="3721245"/>
                  </a:lnTo>
                  <a:lnTo>
                    <a:pt x="1871169" y="3721245"/>
                  </a:lnTo>
                  <a:lnTo>
                    <a:pt x="1871327" y="3721245"/>
                  </a:lnTo>
                  <a:lnTo>
                    <a:pt x="1871485" y="3721245"/>
                  </a:lnTo>
                  <a:lnTo>
                    <a:pt x="1871642" y="3721245"/>
                  </a:lnTo>
                  <a:lnTo>
                    <a:pt x="1871642" y="3720814"/>
                  </a:lnTo>
                  <a:lnTo>
                    <a:pt x="1871642" y="3720384"/>
                  </a:lnTo>
                  <a:lnTo>
                    <a:pt x="1871800" y="3720384"/>
                  </a:lnTo>
                  <a:lnTo>
                    <a:pt x="1871958" y="3720384"/>
                  </a:lnTo>
                  <a:lnTo>
                    <a:pt x="1872115" y="3720384"/>
                  </a:lnTo>
                  <a:lnTo>
                    <a:pt x="1872273" y="3720384"/>
                  </a:lnTo>
                  <a:lnTo>
                    <a:pt x="1872273" y="3719953"/>
                  </a:lnTo>
                  <a:lnTo>
                    <a:pt x="1872431" y="3719953"/>
                  </a:lnTo>
                  <a:lnTo>
                    <a:pt x="1872589" y="3719953"/>
                  </a:lnTo>
                  <a:lnTo>
                    <a:pt x="1872589" y="3719522"/>
                  </a:lnTo>
                  <a:lnTo>
                    <a:pt x="1872746" y="3719522"/>
                  </a:lnTo>
                  <a:lnTo>
                    <a:pt x="1872904" y="3719522"/>
                  </a:lnTo>
                  <a:lnTo>
                    <a:pt x="1872904" y="3719092"/>
                  </a:lnTo>
                  <a:lnTo>
                    <a:pt x="1873062" y="3719092"/>
                  </a:lnTo>
                  <a:lnTo>
                    <a:pt x="1873219" y="3719092"/>
                  </a:lnTo>
                  <a:lnTo>
                    <a:pt x="1873377" y="3719092"/>
                  </a:lnTo>
                  <a:lnTo>
                    <a:pt x="1873535" y="3719092"/>
                  </a:lnTo>
                  <a:lnTo>
                    <a:pt x="1873535" y="3718661"/>
                  </a:lnTo>
                  <a:lnTo>
                    <a:pt x="1873693" y="3718661"/>
                  </a:lnTo>
                  <a:lnTo>
                    <a:pt x="1873850" y="3718661"/>
                  </a:lnTo>
                  <a:lnTo>
                    <a:pt x="1873850" y="3718231"/>
                  </a:lnTo>
                  <a:lnTo>
                    <a:pt x="1874008" y="3718231"/>
                  </a:lnTo>
                  <a:lnTo>
                    <a:pt x="1874008" y="3717800"/>
                  </a:lnTo>
                  <a:lnTo>
                    <a:pt x="1874166" y="3717800"/>
                  </a:lnTo>
                  <a:lnTo>
                    <a:pt x="1874324" y="3717800"/>
                  </a:lnTo>
                  <a:lnTo>
                    <a:pt x="1874481" y="3717800"/>
                  </a:lnTo>
                  <a:lnTo>
                    <a:pt x="1874481" y="3717369"/>
                  </a:lnTo>
                  <a:lnTo>
                    <a:pt x="1874639" y="3717369"/>
                  </a:lnTo>
                  <a:lnTo>
                    <a:pt x="1874797" y="3717369"/>
                  </a:lnTo>
                  <a:lnTo>
                    <a:pt x="1874797" y="3716939"/>
                  </a:lnTo>
                  <a:lnTo>
                    <a:pt x="1874954" y="3716939"/>
                  </a:lnTo>
                  <a:lnTo>
                    <a:pt x="1875112" y="3716939"/>
                  </a:lnTo>
                  <a:lnTo>
                    <a:pt x="1875112" y="3716508"/>
                  </a:lnTo>
                  <a:lnTo>
                    <a:pt x="1875112" y="3716078"/>
                  </a:lnTo>
                  <a:lnTo>
                    <a:pt x="1875112" y="3715647"/>
                  </a:lnTo>
                  <a:lnTo>
                    <a:pt x="1875270" y="3715647"/>
                  </a:lnTo>
                  <a:lnTo>
                    <a:pt x="1875428" y="3715647"/>
                  </a:lnTo>
                  <a:lnTo>
                    <a:pt x="1875428" y="3715216"/>
                  </a:lnTo>
                  <a:lnTo>
                    <a:pt x="1875585" y="3715216"/>
                  </a:lnTo>
                  <a:lnTo>
                    <a:pt x="1875743" y="3715216"/>
                  </a:lnTo>
                  <a:lnTo>
                    <a:pt x="1875901" y="3715216"/>
                  </a:lnTo>
                  <a:lnTo>
                    <a:pt x="1876058" y="3715216"/>
                  </a:lnTo>
                  <a:lnTo>
                    <a:pt x="1876216" y="3715216"/>
                  </a:lnTo>
                  <a:lnTo>
                    <a:pt x="1876216" y="3714786"/>
                  </a:lnTo>
                  <a:lnTo>
                    <a:pt x="1876374" y="3714786"/>
                  </a:lnTo>
                  <a:lnTo>
                    <a:pt x="1876374" y="3714355"/>
                  </a:lnTo>
                  <a:lnTo>
                    <a:pt x="1876532" y="3714355"/>
                  </a:lnTo>
                  <a:lnTo>
                    <a:pt x="1876689" y="3714355"/>
                  </a:lnTo>
                  <a:lnTo>
                    <a:pt x="1876847" y="3714355"/>
                  </a:lnTo>
                  <a:lnTo>
                    <a:pt x="1877005" y="3714355"/>
                  </a:lnTo>
                  <a:lnTo>
                    <a:pt x="1877162" y="3714355"/>
                  </a:lnTo>
                  <a:lnTo>
                    <a:pt x="1877162" y="3713925"/>
                  </a:lnTo>
                  <a:lnTo>
                    <a:pt x="1877162" y="3713494"/>
                  </a:lnTo>
                  <a:lnTo>
                    <a:pt x="1877320" y="3713494"/>
                  </a:lnTo>
                  <a:lnTo>
                    <a:pt x="1877478" y="3713494"/>
                  </a:lnTo>
                  <a:lnTo>
                    <a:pt x="1877636" y="3713494"/>
                  </a:lnTo>
                  <a:lnTo>
                    <a:pt x="1877636" y="3713063"/>
                  </a:lnTo>
                  <a:lnTo>
                    <a:pt x="1877793" y="3713063"/>
                  </a:lnTo>
                  <a:lnTo>
                    <a:pt x="1877793" y="3712633"/>
                  </a:lnTo>
                  <a:lnTo>
                    <a:pt x="1877793" y="3712202"/>
                  </a:lnTo>
                  <a:lnTo>
                    <a:pt x="1877951" y="3712202"/>
                  </a:lnTo>
                  <a:lnTo>
                    <a:pt x="1878109" y="3712202"/>
                  </a:lnTo>
                  <a:lnTo>
                    <a:pt x="1878266" y="3712202"/>
                  </a:lnTo>
                  <a:lnTo>
                    <a:pt x="1878424" y="3712202"/>
                  </a:lnTo>
                  <a:lnTo>
                    <a:pt x="1878582" y="3712202"/>
                  </a:lnTo>
                  <a:lnTo>
                    <a:pt x="1878582" y="3711772"/>
                  </a:lnTo>
                  <a:lnTo>
                    <a:pt x="1878582" y="3711341"/>
                  </a:lnTo>
                  <a:lnTo>
                    <a:pt x="1878582" y="3710910"/>
                  </a:lnTo>
                  <a:lnTo>
                    <a:pt x="1878582" y="3710480"/>
                  </a:lnTo>
                  <a:lnTo>
                    <a:pt x="1878740" y="3710480"/>
                  </a:lnTo>
                  <a:lnTo>
                    <a:pt x="1878897" y="3710480"/>
                  </a:lnTo>
                  <a:lnTo>
                    <a:pt x="1879055" y="3710480"/>
                  </a:lnTo>
                  <a:lnTo>
                    <a:pt x="1879055" y="3710049"/>
                  </a:lnTo>
                  <a:lnTo>
                    <a:pt x="1879213" y="3710049"/>
                  </a:lnTo>
                  <a:lnTo>
                    <a:pt x="1879371" y="3710049"/>
                  </a:lnTo>
                  <a:lnTo>
                    <a:pt x="1879528" y="3710049"/>
                  </a:lnTo>
                  <a:lnTo>
                    <a:pt x="1879686" y="3710049"/>
                  </a:lnTo>
                  <a:lnTo>
                    <a:pt x="1879844" y="3710049"/>
                  </a:lnTo>
                  <a:lnTo>
                    <a:pt x="1880001" y="3710049"/>
                  </a:lnTo>
                  <a:lnTo>
                    <a:pt x="1880159" y="3710049"/>
                  </a:lnTo>
                  <a:lnTo>
                    <a:pt x="1880159" y="3709619"/>
                  </a:lnTo>
                  <a:lnTo>
                    <a:pt x="1880159" y="3709188"/>
                  </a:lnTo>
                  <a:lnTo>
                    <a:pt x="1880317" y="3709188"/>
                  </a:lnTo>
                  <a:lnTo>
                    <a:pt x="1880475" y="3709188"/>
                  </a:lnTo>
                  <a:lnTo>
                    <a:pt x="1880632" y="3709188"/>
                  </a:lnTo>
                  <a:lnTo>
                    <a:pt x="1880790" y="3709188"/>
                  </a:lnTo>
                  <a:lnTo>
                    <a:pt x="1880948" y="3709188"/>
                  </a:lnTo>
                  <a:lnTo>
                    <a:pt x="1880948" y="3708757"/>
                  </a:lnTo>
                  <a:lnTo>
                    <a:pt x="1881105" y="3708757"/>
                  </a:lnTo>
                  <a:lnTo>
                    <a:pt x="1881263" y="3708757"/>
                  </a:lnTo>
                  <a:lnTo>
                    <a:pt x="1881421" y="3708757"/>
                  </a:lnTo>
                  <a:lnTo>
                    <a:pt x="1881421" y="3708327"/>
                  </a:lnTo>
                  <a:lnTo>
                    <a:pt x="1881421" y="3707896"/>
                  </a:lnTo>
                  <a:lnTo>
                    <a:pt x="1881579" y="3707896"/>
                  </a:lnTo>
                  <a:lnTo>
                    <a:pt x="1881579" y="3707466"/>
                  </a:lnTo>
                  <a:lnTo>
                    <a:pt x="1881579" y="3707035"/>
                  </a:lnTo>
                  <a:lnTo>
                    <a:pt x="1881736" y="3707035"/>
                  </a:lnTo>
                  <a:lnTo>
                    <a:pt x="1881736" y="3706604"/>
                  </a:lnTo>
                  <a:lnTo>
                    <a:pt x="1881894" y="3706604"/>
                  </a:lnTo>
                  <a:lnTo>
                    <a:pt x="1881894" y="3706174"/>
                  </a:lnTo>
                  <a:lnTo>
                    <a:pt x="1882052" y="3706174"/>
                  </a:lnTo>
                  <a:lnTo>
                    <a:pt x="1882209" y="3706174"/>
                  </a:lnTo>
                  <a:lnTo>
                    <a:pt x="1882367" y="3706174"/>
                  </a:lnTo>
                  <a:lnTo>
                    <a:pt x="1882525" y="3706174"/>
                  </a:lnTo>
                  <a:lnTo>
                    <a:pt x="1882683" y="3706174"/>
                  </a:lnTo>
                  <a:lnTo>
                    <a:pt x="1882840" y="3706174"/>
                  </a:lnTo>
                  <a:lnTo>
                    <a:pt x="1882840" y="3705743"/>
                  </a:lnTo>
                  <a:lnTo>
                    <a:pt x="1882998" y="3705743"/>
                  </a:lnTo>
                  <a:lnTo>
                    <a:pt x="1883156" y="3705743"/>
                  </a:lnTo>
                  <a:lnTo>
                    <a:pt x="1883156" y="3705313"/>
                  </a:lnTo>
                  <a:lnTo>
                    <a:pt x="1883156" y="3704882"/>
                  </a:lnTo>
                  <a:lnTo>
                    <a:pt x="1883156" y="3704451"/>
                  </a:lnTo>
                  <a:lnTo>
                    <a:pt x="1883313" y="3704451"/>
                  </a:lnTo>
                  <a:lnTo>
                    <a:pt x="1883471" y="3704451"/>
                  </a:lnTo>
                  <a:lnTo>
                    <a:pt x="1883629" y="3704451"/>
                  </a:lnTo>
                  <a:lnTo>
                    <a:pt x="1883787" y="3704451"/>
                  </a:lnTo>
                  <a:lnTo>
                    <a:pt x="1883944" y="3704451"/>
                  </a:lnTo>
                  <a:lnTo>
                    <a:pt x="1883944" y="3704021"/>
                  </a:lnTo>
                  <a:lnTo>
                    <a:pt x="1884102" y="3704021"/>
                  </a:lnTo>
                  <a:lnTo>
                    <a:pt x="1884260" y="3704021"/>
                  </a:lnTo>
                  <a:lnTo>
                    <a:pt x="1884417" y="3704021"/>
                  </a:lnTo>
                  <a:lnTo>
                    <a:pt x="1884575" y="3704021"/>
                  </a:lnTo>
                  <a:lnTo>
                    <a:pt x="1884733" y="3704021"/>
                  </a:lnTo>
                  <a:lnTo>
                    <a:pt x="1884733" y="3703590"/>
                  </a:lnTo>
                  <a:lnTo>
                    <a:pt x="1884733" y="3703160"/>
                  </a:lnTo>
                  <a:lnTo>
                    <a:pt x="1884891" y="3703160"/>
                  </a:lnTo>
                  <a:lnTo>
                    <a:pt x="1885048" y="3703160"/>
                  </a:lnTo>
                  <a:lnTo>
                    <a:pt x="1885048" y="3702729"/>
                  </a:lnTo>
                  <a:lnTo>
                    <a:pt x="1885048" y="3702298"/>
                  </a:lnTo>
                  <a:lnTo>
                    <a:pt x="1885206" y="3702298"/>
                  </a:lnTo>
                  <a:lnTo>
                    <a:pt x="1885206" y="3701868"/>
                  </a:lnTo>
                  <a:lnTo>
                    <a:pt x="1885206" y="3701437"/>
                  </a:lnTo>
                  <a:lnTo>
                    <a:pt x="1885364" y="3701437"/>
                  </a:lnTo>
                  <a:lnTo>
                    <a:pt x="1885522" y="3701437"/>
                  </a:lnTo>
                  <a:lnTo>
                    <a:pt x="1885679" y="3701437"/>
                  </a:lnTo>
                  <a:lnTo>
                    <a:pt x="1885837" y="3701437"/>
                  </a:lnTo>
                  <a:lnTo>
                    <a:pt x="1885995" y="3701437"/>
                  </a:lnTo>
                  <a:lnTo>
                    <a:pt x="1886152" y="3701437"/>
                  </a:lnTo>
                  <a:lnTo>
                    <a:pt x="1886152" y="3701007"/>
                  </a:lnTo>
                  <a:lnTo>
                    <a:pt x="1886152" y="3700576"/>
                  </a:lnTo>
                  <a:lnTo>
                    <a:pt x="1886310" y="3700576"/>
                  </a:lnTo>
                  <a:lnTo>
                    <a:pt x="1886468" y="3700576"/>
                  </a:lnTo>
                  <a:lnTo>
                    <a:pt x="1886626" y="3700576"/>
                  </a:lnTo>
                  <a:lnTo>
                    <a:pt x="1886783" y="3700576"/>
                  </a:lnTo>
                  <a:lnTo>
                    <a:pt x="1886941" y="3700576"/>
                  </a:lnTo>
                  <a:lnTo>
                    <a:pt x="1887099" y="3700576"/>
                  </a:lnTo>
                  <a:lnTo>
                    <a:pt x="1887256" y="3700576"/>
                  </a:lnTo>
                  <a:lnTo>
                    <a:pt x="1887414" y="3700576"/>
                  </a:lnTo>
                  <a:lnTo>
                    <a:pt x="1887572" y="3700576"/>
                  </a:lnTo>
                  <a:lnTo>
                    <a:pt x="1887572" y="3700145"/>
                  </a:lnTo>
                  <a:lnTo>
                    <a:pt x="1887572" y="3699715"/>
                  </a:lnTo>
                  <a:lnTo>
                    <a:pt x="1887730" y="3699715"/>
                  </a:lnTo>
                  <a:lnTo>
                    <a:pt x="1887887" y="3699715"/>
                  </a:lnTo>
                  <a:lnTo>
                    <a:pt x="1888045" y="3699715"/>
                  </a:lnTo>
                  <a:lnTo>
                    <a:pt x="1888045" y="3699284"/>
                  </a:lnTo>
                  <a:lnTo>
                    <a:pt x="1888203" y="3699284"/>
                  </a:lnTo>
                  <a:lnTo>
                    <a:pt x="1888360" y="3699284"/>
                  </a:lnTo>
                  <a:lnTo>
                    <a:pt x="1888360" y="3698854"/>
                  </a:lnTo>
                  <a:lnTo>
                    <a:pt x="1888518" y="3698854"/>
                  </a:lnTo>
                  <a:lnTo>
                    <a:pt x="1888518" y="3698423"/>
                  </a:lnTo>
                  <a:lnTo>
                    <a:pt x="1888676" y="3698423"/>
                  </a:lnTo>
                  <a:lnTo>
                    <a:pt x="1888834" y="3698423"/>
                  </a:lnTo>
                  <a:lnTo>
                    <a:pt x="1888991" y="3698423"/>
                  </a:lnTo>
                  <a:lnTo>
                    <a:pt x="1888991" y="3697992"/>
                  </a:lnTo>
                  <a:lnTo>
                    <a:pt x="1889149" y="3697992"/>
                  </a:lnTo>
                  <a:lnTo>
                    <a:pt x="1889307" y="3697992"/>
                  </a:lnTo>
                  <a:lnTo>
                    <a:pt x="1889464" y="3697992"/>
                  </a:lnTo>
                  <a:lnTo>
                    <a:pt x="1889622" y="3697992"/>
                  </a:lnTo>
                  <a:lnTo>
                    <a:pt x="1889780" y="3697992"/>
                  </a:lnTo>
                  <a:lnTo>
                    <a:pt x="1889938" y="3697992"/>
                  </a:lnTo>
                  <a:lnTo>
                    <a:pt x="1890095" y="3697992"/>
                  </a:lnTo>
                  <a:lnTo>
                    <a:pt x="1890253" y="3697992"/>
                  </a:lnTo>
                  <a:lnTo>
                    <a:pt x="1890253" y="3697562"/>
                  </a:lnTo>
                  <a:lnTo>
                    <a:pt x="1890411" y="3697562"/>
                  </a:lnTo>
                  <a:lnTo>
                    <a:pt x="1890569" y="3697562"/>
                  </a:lnTo>
                  <a:lnTo>
                    <a:pt x="1890569" y="3697131"/>
                  </a:lnTo>
                  <a:lnTo>
                    <a:pt x="1890726" y="3697131"/>
                  </a:lnTo>
                  <a:lnTo>
                    <a:pt x="1890884" y="3697131"/>
                  </a:lnTo>
                  <a:lnTo>
                    <a:pt x="1891042" y="3697131"/>
                  </a:lnTo>
                  <a:lnTo>
                    <a:pt x="1891042" y="3696701"/>
                  </a:lnTo>
                  <a:lnTo>
                    <a:pt x="1891199" y="3696701"/>
                  </a:lnTo>
                  <a:lnTo>
                    <a:pt x="1891357" y="3696701"/>
                  </a:lnTo>
                  <a:lnTo>
                    <a:pt x="1891515" y="3696701"/>
                  </a:lnTo>
                  <a:lnTo>
                    <a:pt x="1891673" y="3696701"/>
                  </a:lnTo>
                  <a:lnTo>
                    <a:pt x="1891830" y="3696701"/>
                  </a:lnTo>
                  <a:lnTo>
                    <a:pt x="1891988" y="3696701"/>
                  </a:lnTo>
                  <a:lnTo>
                    <a:pt x="1892146" y="3696701"/>
                  </a:lnTo>
                  <a:lnTo>
                    <a:pt x="1892146" y="3696270"/>
                  </a:lnTo>
                  <a:lnTo>
                    <a:pt x="1892303" y="3696270"/>
                  </a:lnTo>
                  <a:lnTo>
                    <a:pt x="1892303" y="3695839"/>
                  </a:lnTo>
                  <a:lnTo>
                    <a:pt x="1892461" y="3695839"/>
                  </a:lnTo>
                  <a:lnTo>
                    <a:pt x="1892461" y="3695409"/>
                  </a:lnTo>
                  <a:lnTo>
                    <a:pt x="1892619" y="3695409"/>
                  </a:lnTo>
                  <a:lnTo>
                    <a:pt x="1892777" y="3695409"/>
                  </a:lnTo>
                  <a:lnTo>
                    <a:pt x="1892777" y="3694978"/>
                  </a:lnTo>
                  <a:lnTo>
                    <a:pt x="1892777" y="3694548"/>
                  </a:lnTo>
                  <a:lnTo>
                    <a:pt x="1892934" y="3694548"/>
                  </a:lnTo>
                  <a:lnTo>
                    <a:pt x="1892934" y="3694117"/>
                  </a:lnTo>
                  <a:lnTo>
                    <a:pt x="1892934" y="3693686"/>
                  </a:lnTo>
                  <a:lnTo>
                    <a:pt x="1893092" y="3693686"/>
                  </a:lnTo>
                  <a:lnTo>
                    <a:pt x="1893250" y="3693686"/>
                  </a:lnTo>
                  <a:lnTo>
                    <a:pt x="1893250" y="3693256"/>
                  </a:lnTo>
                  <a:lnTo>
                    <a:pt x="1893407" y="3693256"/>
                  </a:lnTo>
                  <a:lnTo>
                    <a:pt x="1893565" y="3693256"/>
                  </a:lnTo>
                  <a:lnTo>
                    <a:pt x="1893723" y="3693256"/>
                  </a:lnTo>
                  <a:lnTo>
                    <a:pt x="1893881" y="3693256"/>
                  </a:lnTo>
                  <a:lnTo>
                    <a:pt x="1893881" y="3692825"/>
                  </a:lnTo>
                  <a:lnTo>
                    <a:pt x="1894038" y="3692825"/>
                  </a:lnTo>
                  <a:lnTo>
                    <a:pt x="1894196" y="3692825"/>
                  </a:lnTo>
                  <a:lnTo>
                    <a:pt x="1894196" y="3692395"/>
                  </a:lnTo>
                  <a:lnTo>
                    <a:pt x="1894354" y="3692395"/>
                  </a:lnTo>
                  <a:lnTo>
                    <a:pt x="1894511" y="3692395"/>
                  </a:lnTo>
                  <a:lnTo>
                    <a:pt x="1894669" y="3692395"/>
                  </a:lnTo>
                  <a:lnTo>
                    <a:pt x="1894827" y="3692395"/>
                  </a:lnTo>
                  <a:lnTo>
                    <a:pt x="1894985" y="3692395"/>
                  </a:lnTo>
                  <a:lnTo>
                    <a:pt x="1895142" y="3692395"/>
                  </a:lnTo>
                  <a:lnTo>
                    <a:pt x="1895300" y="3692395"/>
                  </a:lnTo>
                  <a:lnTo>
                    <a:pt x="1895458" y="3692395"/>
                  </a:lnTo>
                  <a:lnTo>
                    <a:pt x="1895458" y="3691964"/>
                  </a:lnTo>
                  <a:lnTo>
                    <a:pt x="1895458" y="3691533"/>
                  </a:lnTo>
                  <a:lnTo>
                    <a:pt x="1895615" y="3691533"/>
                  </a:lnTo>
                  <a:lnTo>
                    <a:pt x="1895773" y="3691533"/>
                  </a:lnTo>
                  <a:lnTo>
                    <a:pt x="1895773" y="3691103"/>
                  </a:lnTo>
                  <a:lnTo>
                    <a:pt x="1895931" y="3691103"/>
                  </a:lnTo>
                  <a:lnTo>
                    <a:pt x="1896089" y="3691103"/>
                  </a:lnTo>
                  <a:lnTo>
                    <a:pt x="1896089" y="3690672"/>
                  </a:lnTo>
                  <a:lnTo>
                    <a:pt x="1896246" y="3690672"/>
                  </a:lnTo>
                  <a:lnTo>
                    <a:pt x="1896246" y="3690242"/>
                  </a:lnTo>
                  <a:lnTo>
                    <a:pt x="1896404" y="3690242"/>
                  </a:lnTo>
                  <a:lnTo>
                    <a:pt x="1896562" y="3690242"/>
                  </a:lnTo>
                  <a:lnTo>
                    <a:pt x="1896720" y="3690242"/>
                  </a:lnTo>
                  <a:lnTo>
                    <a:pt x="1896877" y="3690242"/>
                  </a:lnTo>
                  <a:lnTo>
                    <a:pt x="1897035" y="3690242"/>
                  </a:lnTo>
                  <a:lnTo>
                    <a:pt x="1897035" y="3689811"/>
                  </a:lnTo>
                  <a:lnTo>
                    <a:pt x="1897035" y="3689380"/>
                  </a:lnTo>
                  <a:lnTo>
                    <a:pt x="1897193" y="3689380"/>
                  </a:lnTo>
                  <a:lnTo>
                    <a:pt x="1897350" y="3689380"/>
                  </a:lnTo>
                  <a:lnTo>
                    <a:pt x="1897508" y="3689380"/>
                  </a:lnTo>
                  <a:lnTo>
                    <a:pt x="1897666" y="3689380"/>
                  </a:lnTo>
                  <a:lnTo>
                    <a:pt x="1897824" y="3689380"/>
                  </a:lnTo>
                  <a:lnTo>
                    <a:pt x="1897981" y="3689380"/>
                  </a:lnTo>
                  <a:lnTo>
                    <a:pt x="1898139" y="3689380"/>
                  </a:lnTo>
                  <a:lnTo>
                    <a:pt x="1898297" y="3689380"/>
                  </a:lnTo>
                  <a:lnTo>
                    <a:pt x="1898454" y="3689380"/>
                  </a:lnTo>
                  <a:lnTo>
                    <a:pt x="1898612" y="3689380"/>
                  </a:lnTo>
                  <a:lnTo>
                    <a:pt x="1898770" y="3689380"/>
                  </a:lnTo>
                  <a:lnTo>
                    <a:pt x="1898928" y="3689380"/>
                  </a:lnTo>
                  <a:lnTo>
                    <a:pt x="1899085" y="3689380"/>
                  </a:lnTo>
                  <a:lnTo>
                    <a:pt x="1899243" y="3689380"/>
                  </a:lnTo>
                  <a:lnTo>
                    <a:pt x="1899401" y="3689380"/>
                  </a:lnTo>
                  <a:lnTo>
                    <a:pt x="1899558" y="3689380"/>
                  </a:lnTo>
                  <a:lnTo>
                    <a:pt x="1899558" y="3688950"/>
                  </a:lnTo>
                  <a:lnTo>
                    <a:pt x="1899716" y="3688950"/>
                  </a:lnTo>
                  <a:lnTo>
                    <a:pt x="1899716" y="3688519"/>
                  </a:lnTo>
                  <a:lnTo>
                    <a:pt x="1899874" y="3688519"/>
                  </a:lnTo>
                  <a:lnTo>
                    <a:pt x="1900032" y="3688519"/>
                  </a:lnTo>
                  <a:lnTo>
                    <a:pt x="1900032" y="3688089"/>
                  </a:lnTo>
                  <a:lnTo>
                    <a:pt x="1900189" y="3688089"/>
                  </a:lnTo>
                  <a:lnTo>
                    <a:pt x="1900347" y="3688089"/>
                  </a:lnTo>
                  <a:lnTo>
                    <a:pt x="1900505" y="3688089"/>
                  </a:lnTo>
                  <a:lnTo>
                    <a:pt x="1900662" y="3688089"/>
                  </a:lnTo>
                  <a:lnTo>
                    <a:pt x="1900662" y="3687658"/>
                  </a:lnTo>
                  <a:lnTo>
                    <a:pt x="1900662" y="3687227"/>
                  </a:lnTo>
                  <a:lnTo>
                    <a:pt x="1900662" y="3686797"/>
                  </a:lnTo>
                  <a:lnTo>
                    <a:pt x="1900662" y="3686366"/>
                  </a:lnTo>
                  <a:lnTo>
                    <a:pt x="1900820" y="3686366"/>
                  </a:lnTo>
                  <a:lnTo>
                    <a:pt x="1900820" y="3685936"/>
                  </a:lnTo>
                  <a:lnTo>
                    <a:pt x="1900978" y="3685936"/>
                  </a:lnTo>
                  <a:lnTo>
                    <a:pt x="1901136" y="3685936"/>
                  </a:lnTo>
                  <a:lnTo>
                    <a:pt x="1901293" y="3685936"/>
                  </a:lnTo>
                  <a:lnTo>
                    <a:pt x="1901451" y="3685936"/>
                  </a:lnTo>
                  <a:lnTo>
                    <a:pt x="1901609" y="3685936"/>
                  </a:lnTo>
                  <a:lnTo>
                    <a:pt x="1901766" y="3685936"/>
                  </a:lnTo>
                  <a:lnTo>
                    <a:pt x="1901924" y="3685936"/>
                  </a:lnTo>
                  <a:lnTo>
                    <a:pt x="1902082" y="3685936"/>
                  </a:lnTo>
                  <a:lnTo>
                    <a:pt x="1902082" y="3685505"/>
                  </a:lnTo>
                  <a:lnTo>
                    <a:pt x="1902240" y="3685505"/>
                  </a:lnTo>
                  <a:lnTo>
                    <a:pt x="1902397" y="3685505"/>
                  </a:lnTo>
                  <a:lnTo>
                    <a:pt x="1902555" y="3685505"/>
                  </a:lnTo>
                  <a:lnTo>
                    <a:pt x="1902713" y="3685505"/>
                  </a:lnTo>
                  <a:lnTo>
                    <a:pt x="1902871" y="3685505"/>
                  </a:lnTo>
                  <a:lnTo>
                    <a:pt x="1902871" y="3685074"/>
                  </a:lnTo>
                  <a:lnTo>
                    <a:pt x="1903028" y="3685074"/>
                  </a:lnTo>
                  <a:lnTo>
                    <a:pt x="1903186" y="3685074"/>
                  </a:lnTo>
                  <a:lnTo>
                    <a:pt x="1903344" y="3685074"/>
                  </a:lnTo>
                  <a:lnTo>
                    <a:pt x="1903344" y="3684644"/>
                  </a:lnTo>
                  <a:lnTo>
                    <a:pt x="1903501" y="3684644"/>
                  </a:lnTo>
                  <a:lnTo>
                    <a:pt x="1903659" y="3684644"/>
                  </a:lnTo>
                  <a:lnTo>
                    <a:pt x="1903817" y="3684644"/>
                  </a:lnTo>
                  <a:lnTo>
                    <a:pt x="1903975" y="3684644"/>
                  </a:lnTo>
                  <a:lnTo>
                    <a:pt x="1904132" y="3684644"/>
                  </a:lnTo>
                  <a:lnTo>
                    <a:pt x="1904132" y="3684213"/>
                  </a:lnTo>
                  <a:lnTo>
                    <a:pt x="1904290" y="3684213"/>
                  </a:lnTo>
                  <a:lnTo>
                    <a:pt x="1904448" y="3684213"/>
                  </a:lnTo>
                  <a:lnTo>
                    <a:pt x="1904605" y="3684213"/>
                  </a:lnTo>
                  <a:lnTo>
                    <a:pt x="1904763" y="3684213"/>
                  </a:lnTo>
                  <a:lnTo>
                    <a:pt x="1904763" y="3683783"/>
                  </a:lnTo>
                  <a:lnTo>
                    <a:pt x="1904763" y="3683352"/>
                  </a:lnTo>
                  <a:lnTo>
                    <a:pt x="1904763" y="3682921"/>
                  </a:lnTo>
                  <a:lnTo>
                    <a:pt x="1904921" y="3682921"/>
                  </a:lnTo>
                  <a:lnTo>
                    <a:pt x="1905079" y="3682921"/>
                  </a:lnTo>
                  <a:lnTo>
                    <a:pt x="1905236" y="3682921"/>
                  </a:lnTo>
                  <a:lnTo>
                    <a:pt x="1905394" y="3682921"/>
                  </a:lnTo>
                  <a:lnTo>
                    <a:pt x="1905552" y="3682921"/>
                  </a:lnTo>
                  <a:lnTo>
                    <a:pt x="1905709" y="3682921"/>
                  </a:lnTo>
                  <a:lnTo>
                    <a:pt x="1905867" y="3682921"/>
                  </a:lnTo>
                  <a:lnTo>
                    <a:pt x="1906025" y="3682921"/>
                  </a:lnTo>
                  <a:lnTo>
                    <a:pt x="1906183" y="3682921"/>
                  </a:lnTo>
                  <a:lnTo>
                    <a:pt x="1906340" y="3682921"/>
                  </a:lnTo>
                  <a:lnTo>
                    <a:pt x="1906498" y="3682921"/>
                  </a:lnTo>
                  <a:lnTo>
                    <a:pt x="1906656" y="3682921"/>
                  </a:lnTo>
                  <a:lnTo>
                    <a:pt x="1906656" y="3682491"/>
                  </a:lnTo>
                  <a:lnTo>
                    <a:pt x="1906813" y="3682491"/>
                  </a:lnTo>
                  <a:lnTo>
                    <a:pt x="1906971" y="3682491"/>
                  </a:lnTo>
                  <a:lnTo>
                    <a:pt x="1907129" y="3682491"/>
                  </a:lnTo>
                  <a:lnTo>
                    <a:pt x="1907129" y="3682060"/>
                  </a:lnTo>
                  <a:lnTo>
                    <a:pt x="1907287" y="3682060"/>
                  </a:lnTo>
                  <a:lnTo>
                    <a:pt x="1907444" y="3682060"/>
                  </a:lnTo>
                  <a:lnTo>
                    <a:pt x="1907602" y="3682060"/>
                  </a:lnTo>
                  <a:lnTo>
                    <a:pt x="1907760" y="3682060"/>
                  </a:lnTo>
                  <a:lnTo>
                    <a:pt x="1907760" y="3681630"/>
                  </a:lnTo>
                  <a:lnTo>
                    <a:pt x="1907918" y="3681630"/>
                  </a:lnTo>
                  <a:lnTo>
                    <a:pt x="1908075" y="3681630"/>
                  </a:lnTo>
                  <a:lnTo>
                    <a:pt x="1908075" y="3681199"/>
                  </a:lnTo>
                  <a:lnTo>
                    <a:pt x="1908233" y="3681199"/>
                  </a:lnTo>
                  <a:lnTo>
                    <a:pt x="1908233" y="3680768"/>
                  </a:lnTo>
                  <a:lnTo>
                    <a:pt x="1908233" y="3680338"/>
                  </a:lnTo>
                  <a:lnTo>
                    <a:pt x="1908391" y="3680338"/>
                  </a:lnTo>
                  <a:lnTo>
                    <a:pt x="1908391" y="3679907"/>
                  </a:lnTo>
                  <a:lnTo>
                    <a:pt x="1908548" y="3679907"/>
                  </a:lnTo>
                  <a:lnTo>
                    <a:pt x="1908706" y="3679907"/>
                  </a:lnTo>
                  <a:lnTo>
                    <a:pt x="1908864" y="3679907"/>
                  </a:lnTo>
                  <a:lnTo>
                    <a:pt x="1909022" y="3679907"/>
                  </a:lnTo>
                  <a:lnTo>
                    <a:pt x="1909179" y="3679907"/>
                  </a:lnTo>
                  <a:lnTo>
                    <a:pt x="1909179" y="3679477"/>
                  </a:lnTo>
                  <a:lnTo>
                    <a:pt x="1909337" y="3679477"/>
                  </a:lnTo>
                  <a:lnTo>
                    <a:pt x="1909337" y="3679046"/>
                  </a:lnTo>
                  <a:lnTo>
                    <a:pt x="1909337" y="3678615"/>
                  </a:lnTo>
                  <a:lnTo>
                    <a:pt x="1909495" y="3678615"/>
                  </a:lnTo>
                  <a:lnTo>
                    <a:pt x="1909652" y="3678615"/>
                  </a:lnTo>
                  <a:lnTo>
                    <a:pt x="1909652" y="3678185"/>
                  </a:lnTo>
                  <a:lnTo>
                    <a:pt x="1909810" y="3678185"/>
                  </a:lnTo>
                  <a:lnTo>
                    <a:pt x="1909968" y="3678185"/>
                  </a:lnTo>
                  <a:lnTo>
                    <a:pt x="1910126" y="3678185"/>
                  </a:lnTo>
                  <a:lnTo>
                    <a:pt x="1910283" y="3678185"/>
                  </a:lnTo>
                  <a:lnTo>
                    <a:pt x="1910441" y="3678185"/>
                  </a:lnTo>
                  <a:lnTo>
                    <a:pt x="1910441" y="3677754"/>
                  </a:lnTo>
                  <a:lnTo>
                    <a:pt x="1910441" y="3677324"/>
                  </a:lnTo>
                  <a:lnTo>
                    <a:pt x="1910599" y="3677324"/>
                  </a:lnTo>
                  <a:lnTo>
                    <a:pt x="1910756" y="3677324"/>
                  </a:lnTo>
                  <a:lnTo>
                    <a:pt x="1910756" y="3676893"/>
                  </a:lnTo>
                  <a:lnTo>
                    <a:pt x="1910914" y="3676893"/>
                  </a:lnTo>
                  <a:lnTo>
                    <a:pt x="1910914" y="3676462"/>
                  </a:lnTo>
                  <a:lnTo>
                    <a:pt x="1910914" y="3676032"/>
                  </a:lnTo>
                  <a:lnTo>
                    <a:pt x="1911072" y="3676032"/>
                  </a:lnTo>
                  <a:lnTo>
                    <a:pt x="1911230" y="3676032"/>
                  </a:lnTo>
                  <a:lnTo>
                    <a:pt x="1911230" y="3675601"/>
                  </a:lnTo>
                  <a:lnTo>
                    <a:pt x="1911387" y="3675601"/>
                  </a:lnTo>
                  <a:lnTo>
                    <a:pt x="1911545" y="3675601"/>
                  </a:lnTo>
                  <a:lnTo>
                    <a:pt x="1911545" y="3675171"/>
                  </a:lnTo>
                  <a:lnTo>
                    <a:pt x="1911703" y="3675171"/>
                  </a:lnTo>
                  <a:lnTo>
                    <a:pt x="1911860" y="3675171"/>
                  </a:lnTo>
                  <a:lnTo>
                    <a:pt x="1912018" y="3675171"/>
                  </a:lnTo>
                  <a:lnTo>
                    <a:pt x="1912176" y="3675171"/>
                  </a:lnTo>
                  <a:lnTo>
                    <a:pt x="1912176" y="3674740"/>
                  </a:lnTo>
                  <a:lnTo>
                    <a:pt x="1912176" y="3674309"/>
                  </a:lnTo>
                  <a:lnTo>
                    <a:pt x="1912334" y="3674309"/>
                  </a:lnTo>
                  <a:lnTo>
                    <a:pt x="1912491" y="3674309"/>
                  </a:lnTo>
                  <a:lnTo>
                    <a:pt x="1912649" y="3674309"/>
                  </a:lnTo>
                  <a:lnTo>
                    <a:pt x="1912807" y="3674309"/>
                  </a:lnTo>
                  <a:lnTo>
                    <a:pt x="1912964" y="3674309"/>
                  </a:lnTo>
                  <a:lnTo>
                    <a:pt x="1913122" y="3674309"/>
                  </a:lnTo>
                  <a:lnTo>
                    <a:pt x="1913280" y="3674309"/>
                  </a:lnTo>
                  <a:lnTo>
                    <a:pt x="1913280" y="3673879"/>
                  </a:lnTo>
                  <a:lnTo>
                    <a:pt x="1913438" y="3673879"/>
                  </a:lnTo>
                  <a:lnTo>
                    <a:pt x="1913438" y="3673448"/>
                  </a:lnTo>
                  <a:lnTo>
                    <a:pt x="1913595" y="3673448"/>
                  </a:lnTo>
                  <a:lnTo>
                    <a:pt x="1913595" y="3673018"/>
                  </a:lnTo>
                  <a:lnTo>
                    <a:pt x="1913595" y="3672587"/>
                  </a:lnTo>
                  <a:lnTo>
                    <a:pt x="1913753" y="3672587"/>
                  </a:lnTo>
                  <a:lnTo>
                    <a:pt x="1913753" y="3672156"/>
                  </a:lnTo>
                  <a:lnTo>
                    <a:pt x="1913911" y="3672156"/>
                  </a:lnTo>
                  <a:lnTo>
                    <a:pt x="1914069" y="3672156"/>
                  </a:lnTo>
                  <a:lnTo>
                    <a:pt x="1914226" y="3672156"/>
                  </a:lnTo>
                  <a:lnTo>
                    <a:pt x="1914384" y="3672156"/>
                  </a:lnTo>
                  <a:lnTo>
                    <a:pt x="1914384" y="3671726"/>
                  </a:lnTo>
                  <a:lnTo>
                    <a:pt x="1914542" y="3671726"/>
                  </a:lnTo>
                  <a:lnTo>
                    <a:pt x="1914542" y="3671295"/>
                  </a:lnTo>
                  <a:lnTo>
                    <a:pt x="1914699" y="3671295"/>
                  </a:lnTo>
                  <a:lnTo>
                    <a:pt x="1914857" y="3671295"/>
                  </a:lnTo>
                  <a:lnTo>
                    <a:pt x="1914857" y="3670865"/>
                  </a:lnTo>
                  <a:lnTo>
                    <a:pt x="1915015" y="3670865"/>
                  </a:lnTo>
                  <a:lnTo>
                    <a:pt x="1915015" y="3670434"/>
                  </a:lnTo>
                  <a:lnTo>
                    <a:pt x="1915015" y="3670003"/>
                  </a:lnTo>
                  <a:lnTo>
                    <a:pt x="1915173" y="3670003"/>
                  </a:lnTo>
                  <a:lnTo>
                    <a:pt x="1915330" y="3670003"/>
                  </a:lnTo>
                  <a:lnTo>
                    <a:pt x="1915488" y="3670003"/>
                  </a:lnTo>
                  <a:lnTo>
                    <a:pt x="1915646" y="3670003"/>
                  </a:lnTo>
                  <a:lnTo>
                    <a:pt x="1915803" y="3670003"/>
                  </a:lnTo>
                  <a:lnTo>
                    <a:pt x="1915961" y="3670003"/>
                  </a:lnTo>
                  <a:lnTo>
                    <a:pt x="1916119" y="3670003"/>
                  </a:lnTo>
                  <a:lnTo>
                    <a:pt x="1916277" y="3670003"/>
                  </a:lnTo>
                  <a:lnTo>
                    <a:pt x="1916434" y="3670003"/>
                  </a:lnTo>
                  <a:lnTo>
                    <a:pt x="1916434" y="3669573"/>
                  </a:lnTo>
                  <a:lnTo>
                    <a:pt x="1916592" y="3669573"/>
                  </a:lnTo>
                  <a:lnTo>
                    <a:pt x="1916750" y="3669573"/>
                  </a:lnTo>
                  <a:lnTo>
                    <a:pt x="1916750" y="3669142"/>
                  </a:lnTo>
                  <a:lnTo>
                    <a:pt x="1916907" y="3669142"/>
                  </a:lnTo>
                  <a:lnTo>
                    <a:pt x="1917065" y="3669142"/>
                  </a:lnTo>
                  <a:lnTo>
                    <a:pt x="1917223" y="3669142"/>
                  </a:lnTo>
                  <a:lnTo>
                    <a:pt x="1917381" y="3669142"/>
                  </a:lnTo>
                  <a:lnTo>
                    <a:pt x="1917381" y="3668712"/>
                  </a:lnTo>
                  <a:lnTo>
                    <a:pt x="1917538" y="3668712"/>
                  </a:lnTo>
                  <a:lnTo>
                    <a:pt x="1917538" y="3668281"/>
                  </a:lnTo>
                  <a:lnTo>
                    <a:pt x="1917696" y="3668281"/>
                  </a:lnTo>
                  <a:lnTo>
                    <a:pt x="1917854" y="3668281"/>
                  </a:lnTo>
                  <a:lnTo>
                    <a:pt x="1917854" y="3667850"/>
                  </a:lnTo>
                  <a:lnTo>
                    <a:pt x="1917854" y="3667420"/>
                  </a:lnTo>
                  <a:lnTo>
                    <a:pt x="1917854" y="3666989"/>
                  </a:lnTo>
                  <a:lnTo>
                    <a:pt x="1918011" y="3666989"/>
                  </a:lnTo>
                  <a:lnTo>
                    <a:pt x="1918169" y="3666989"/>
                  </a:lnTo>
                  <a:lnTo>
                    <a:pt x="1918327" y="3666989"/>
                  </a:lnTo>
                  <a:lnTo>
                    <a:pt x="1918485" y="3666989"/>
                  </a:lnTo>
                  <a:lnTo>
                    <a:pt x="1918642" y="3666989"/>
                  </a:lnTo>
                  <a:lnTo>
                    <a:pt x="1918642" y="3666559"/>
                  </a:lnTo>
                  <a:lnTo>
                    <a:pt x="1918800" y="3666559"/>
                  </a:lnTo>
                  <a:lnTo>
                    <a:pt x="1918958" y="3666559"/>
                  </a:lnTo>
                  <a:lnTo>
                    <a:pt x="1918958" y="3666128"/>
                  </a:lnTo>
                  <a:lnTo>
                    <a:pt x="1919116" y="3666128"/>
                  </a:lnTo>
                  <a:lnTo>
                    <a:pt x="1919273" y="3666128"/>
                  </a:lnTo>
                  <a:lnTo>
                    <a:pt x="1919273" y="3665697"/>
                  </a:lnTo>
                  <a:lnTo>
                    <a:pt x="1919431" y="3665697"/>
                  </a:lnTo>
                  <a:lnTo>
                    <a:pt x="1919431" y="3665267"/>
                  </a:lnTo>
                  <a:lnTo>
                    <a:pt x="1919589" y="3665267"/>
                  </a:lnTo>
                  <a:lnTo>
                    <a:pt x="1919746" y="3665267"/>
                  </a:lnTo>
                  <a:lnTo>
                    <a:pt x="1919904" y="3665267"/>
                  </a:lnTo>
                  <a:lnTo>
                    <a:pt x="1920062" y="3665267"/>
                  </a:lnTo>
                  <a:lnTo>
                    <a:pt x="1920220" y="3665267"/>
                  </a:lnTo>
                  <a:lnTo>
                    <a:pt x="1920377" y="3665267"/>
                  </a:lnTo>
                  <a:lnTo>
                    <a:pt x="1920377" y="3664836"/>
                  </a:lnTo>
                  <a:lnTo>
                    <a:pt x="1920377" y="3664406"/>
                  </a:lnTo>
                  <a:lnTo>
                    <a:pt x="1920535" y="3664406"/>
                  </a:lnTo>
                  <a:lnTo>
                    <a:pt x="1920693" y="3664406"/>
                  </a:lnTo>
                  <a:lnTo>
                    <a:pt x="1920693" y="3663975"/>
                  </a:lnTo>
                  <a:lnTo>
                    <a:pt x="1920850" y="3663975"/>
                  </a:lnTo>
                  <a:lnTo>
                    <a:pt x="1921008" y="3663975"/>
                  </a:lnTo>
                  <a:lnTo>
                    <a:pt x="1921166" y="3663975"/>
                  </a:lnTo>
                  <a:lnTo>
                    <a:pt x="1921324" y="3663975"/>
                  </a:lnTo>
                  <a:lnTo>
                    <a:pt x="1921481" y="3663975"/>
                  </a:lnTo>
                  <a:lnTo>
                    <a:pt x="1921481" y="3663544"/>
                  </a:lnTo>
                  <a:lnTo>
                    <a:pt x="1921639" y="3663544"/>
                  </a:lnTo>
                  <a:lnTo>
                    <a:pt x="1921797" y="3663544"/>
                  </a:lnTo>
                  <a:lnTo>
                    <a:pt x="1921954" y="3663544"/>
                  </a:lnTo>
                  <a:lnTo>
                    <a:pt x="1922112" y="3663544"/>
                  </a:lnTo>
                  <a:lnTo>
                    <a:pt x="1922270" y="3663544"/>
                  </a:lnTo>
                  <a:lnTo>
                    <a:pt x="1922428" y="3663544"/>
                  </a:lnTo>
                  <a:lnTo>
                    <a:pt x="1922585" y="3663544"/>
                  </a:lnTo>
                  <a:lnTo>
                    <a:pt x="1922585" y="3663114"/>
                  </a:lnTo>
                  <a:lnTo>
                    <a:pt x="1922743" y="3663114"/>
                  </a:lnTo>
                  <a:lnTo>
                    <a:pt x="1922743" y="3662683"/>
                  </a:lnTo>
                  <a:lnTo>
                    <a:pt x="1922901" y="3662683"/>
                  </a:lnTo>
                  <a:lnTo>
                    <a:pt x="1923058" y="3662683"/>
                  </a:lnTo>
                  <a:lnTo>
                    <a:pt x="1923058" y="3662253"/>
                  </a:lnTo>
                  <a:lnTo>
                    <a:pt x="1923058" y="3661822"/>
                  </a:lnTo>
                  <a:lnTo>
                    <a:pt x="1923216" y="3661822"/>
                  </a:lnTo>
                  <a:lnTo>
                    <a:pt x="1923374" y="3661822"/>
                  </a:lnTo>
                  <a:lnTo>
                    <a:pt x="1923374" y="3661391"/>
                  </a:lnTo>
                  <a:lnTo>
                    <a:pt x="1923532" y="3661391"/>
                  </a:lnTo>
                  <a:lnTo>
                    <a:pt x="1923532" y="3660961"/>
                  </a:lnTo>
                  <a:lnTo>
                    <a:pt x="1923532" y="3660530"/>
                  </a:lnTo>
                  <a:lnTo>
                    <a:pt x="1923689" y="3660530"/>
                  </a:lnTo>
                  <a:lnTo>
                    <a:pt x="1923847" y="3660530"/>
                  </a:lnTo>
                  <a:lnTo>
                    <a:pt x="1924005" y="3660530"/>
                  </a:lnTo>
                  <a:lnTo>
                    <a:pt x="1924162" y="3660530"/>
                  </a:lnTo>
                  <a:lnTo>
                    <a:pt x="1924320" y="3660530"/>
                  </a:lnTo>
                  <a:lnTo>
                    <a:pt x="1924478" y="3660530"/>
                  </a:lnTo>
                  <a:lnTo>
                    <a:pt x="1924636" y="3660530"/>
                  </a:lnTo>
                  <a:lnTo>
                    <a:pt x="1924793" y="3660530"/>
                  </a:lnTo>
                  <a:lnTo>
                    <a:pt x="1924951" y="3660530"/>
                  </a:lnTo>
                  <a:lnTo>
                    <a:pt x="1924951" y="3660100"/>
                  </a:lnTo>
                  <a:lnTo>
                    <a:pt x="1925109" y="3660100"/>
                  </a:lnTo>
                  <a:lnTo>
                    <a:pt x="1925267" y="3660100"/>
                  </a:lnTo>
                  <a:lnTo>
                    <a:pt x="1925424" y="3660100"/>
                  </a:lnTo>
                  <a:lnTo>
                    <a:pt x="1925424" y="3659669"/>
                  </a:lnTo>
                  <a:lnTo>
                    <a:pt x="1925582" y="3659669"/>
                  </a:lnTo>
                  <a:lnTo>
                    <a:pt x="1925740" y="3659669"/>
                  </a:lnTo>
                  <a:lnTo>
                    <a:pt x="1925897" y="3659669"/>
                  </a:lnTo>
                  <a:lnTo>
                    <a:pt x="1926055" y="3659669"/>
                  </a:lnTo>
                  <a:lnTo>
                    <a:pt x="1926213" y="3659669"/>
                  </a:lnTo>
                  <a:lnTo>
                    <a:pt x="1926371" y="3659669"/>
                  </a:lnTo>
                  <a:lnTo>
                    <a:pt x="1926371" y="3659238"/>
                  </a:lnTo>
                  <a:lnTo>
                    <a:pt x="1926528" y="3659238"/>
                  </a:lnTo>
                  <a:lnTo>
                    <a:pt x="1926528" y="3658808"/>
                  </a:lnTo>
                  <a:lnTo>
                    <a:pt x="1926686" y="3658808"/>
                  </a:lnTo>
                  <a:lnTo>
                    <a:pt x="1926686" y="3658377"/>
                  </a:lnTo>
                  <a:lnTo>
                    <a:pt x="1926844" y="3658377"/>
                  </a:lnTo>
                  <a:lnTo>
                    <a:pt x="1927001" y="3658377"/>
                  </a:lnTo>
                  <a:lnTo>
                    <a:pt x="1927001" y="3657947"/>
                  </a:lnTo>
                  <a:lnTo>
                    <a:pt x="1927159" y="3657947"/>
                  </a:lnTo>
                  <a:lnTo>
                    <a:pt x="1927317" y="3657947"/>
                  </a:lnTo>
                  <a:lnTo>
                    <a:pt x="1927475" y="3657947"/>
                  </a:lnTo>
                  <a:lnTo>
                    <a:pt x="1927632" y="3657947"/>
                  </a:lnTo>
                  <a:lnTo>
                    <a:pt x="1927790" y="3657947"/>
                  </a:lnTo>
                  <a:lnTo>
                    <a:pt x="1927948" y="3657947"/>
                  </a:lnTo>
                  <a:lnTo>
                    <a:pt x="1927948" y="3657516"/>
                  </a:lnTo>
                  <a:lnTo>
                    <a:pt x="1928105" y="3657516"/>
                  </a:lnTo>
                  <a:lnTo>
                    <a:pt x="1928263" y="3657516"/>
                  </a:lnTo>
                  <a:lnTo>
                    <a:pt x="1928421" y="3657516"/>
                  </a:lnTo>
                  <a:lnTo>
                    <a:pt x="1928579" y="3657516"/>
                  </a:lnTo>
                  <a:lnTo>
                    <a:pt x="1928579" y="3657085"/>
                  </a:lnTo>
                  <a:lnTo>
                    <a:pt x="1928579" y="3656655"/>
                  </a:lnTo>
                  <a:lnTo>
                    <a:pt x="1928736" y="3656655"/>
                  </a:lnTo>
                  <a:lnTo>
                    <a:pt x="1928894" y="3656655"/>
                  </a:lnTo>
                  <a:lnTo>
                    <a:pt x="1929052" y="3656655"/>
                  </a:lnTo>
                  <a:lnTo>
                    <a:pt x="1929209" y="3656655"/>
                  </a:lnTo>
                  <a:lnTo>
                    <a:pt x="1929367" y="3656655"/>
                  </a:lnTo>
                  <a:lnTo>
                    <a:pt x="1929525" y="3656655"/>
                  </a:lnTo>
                  <a:lnTo>
                    <a:pt x="1929525" y="3656224"/>
                  </a:lnTo>
                  <a:lnTo>
                    <a:pt x="1929683" y="3656224"/>
                  </a:lnTo>
                  <a:lnTo>
                    <a:pt x="1929840" y="3656224"/>
                  </a:lnTo>
                  <a:lnTo>
                    <a:pt x="1929998" y="3656224"/>
                  </a:lnTo>
                  <a:lnTo>
                    <a:pt x="1929998" y="3655794"/>
                  </a:lnTo>
                  <a:lnTo>
                    <a:pt x="1930156" y="3655794"/>
                  </a:lnTo>
                  <a:lnTo>
                    <a:pt x="1930156" y="3655363"/>
                  </a:lnTo>
                  <a:lnTo>
                    <a:pt x="1930314" y="3655363"/>
                  </a:lnTo>
                  <a:lnTo>
                    <a:pt x="1930471" y="3655363"/>
                  </a:lnTo>
                  <a:lnTo>
                    <a:pt x="1930629" y="3655363"/>
                  </a:lnTo>
                  <a:lnTo>
                    <a:pt x="1930787" y="3655363"/>
                  </a:lnTo>
                  <a:lnTo>
                    <a:pt x="1930787" y="3654932"/>
                  </a:lnTo>
                  <a:lnTo>
                    <a:pt x="1930787" y="3654502"/>
                  </a:lnTo>
                  <a:lnTo>
                    <a:pt x="1930944" y="3654502"/>
                  </a:lnTo>
                  <a:lnTo>
                    <a:pt x="1930944" y="3654071"/>
                  </a:lnTo>
                  <a:lnTo>
                    <a:pt x="1931102" y="3654071"/>
                  </a:lnTo>
                  <a:lnTo>
                    <a:pt x="1931260" y="3654071"/>
                  </a:lnTo>
                  <a:lnTo>
                    <a:pt x="1931418" y="3654071"/>
                  </a:lnTo>
                  <a:lnTo>
                    <a:pt x="1931418" y="3653641"/>
                  </a:lnTo>
                  <a:lnTo>
                    <a:pt x="1931575" y="3653641"/>
                  </a:lnTo>
                  <a:lnTo>
                    <a:pt x="1931575" y="3653210"/>
                  </a:lnTo>
                  <a:lnTo>
                    <a:pt x="1931733" y="3653210"/>
                  </a:lnTo>
                  <a:lnTo>
                    <a:pt x="1931891" y="3653210"/>
                  </a:lnTo>
                  <a:lnTo>
                    <a:pt x="1932048" y="3653210"/>
                  </a:lnTo>
                  <a:lnTo>
                    <a:pt x="1932048" y="3652779"/>
                  </a:lnTo>
                  <a:lnTo>
                    <a:pt x="1932206" y="3652779"/>
                  </a:lnTo>
                  <a:lnTo>
                    <a:pt x="1932206" y="3652349"/>
                  </a:lnTo>
                  <a:lnTo>
                    <a:pt x="1932364" y="3652349"/>
                  </a:lnTo>
                  <a:lnTo>
                    <a:pt x="1932364" y="3651918"/>
                  </a:lnTo>
                  <a:lnTo>
                    <a:pt x="1932364" y="3651488"/>
                  </a:lnTo>
                  <a:lnTo>
                    <a:pt x="1932522" y="3651488"/>
                  </a:lnTo>
                  <a:lnTo>
                    <a:pt x="1932522" y="3651057"/>
                  </a:lnTo>
                  <a:lnTo>
                    <a:pt x="1932679" y="3651057"/>
                  </a:lnTo>
                  <a:lnTo>
                    <a:pt x="1932837" y="3651057"/>
                  </a:lnTo>
                  <a:lnTo>
                    <a:pt x="1932995" y="3651057"/>
                  </a:lnTo>
                  <a:lnTo>
                    <a:pt x="1932995" y="3650626"/>
                  </a:lnTo>
                  <a:lnTo>
                    <a:pt x="1933152" y="3650626"/>
                  </a:lnTo>
                  <a:lnTo>
                    <a:pt x="1933310" y="3650626"/>
                  </a:lnTo>
                  <a:lnTo>
                    <a:pt x="1933468" y="3650626"/>
                  </a:lnTo>
                  <a:lnTo>
                    <a:pt x="1933626" y="3650626"/>
                  </a:lnTo>
                  <a:lnTo>
                    <a:pt x="1933783" y="3650626"/>
                  </a:lnTo>
                  <a:lnTo>
                    <a:pt x="1933941" y="3650626"/>
                  </a:lnTo>
                  <a:lnTo>
                    <a:pt x="1934099" y="3650626"/>
                  </a:lnTo>
                  <a:lnTo>
                    <a:pt x="1934099" y="3650196"/>
                  </a:lnTo>
                  <a:lnTo>
                    <a:pt x="1934099" y="3649765"/>
                  </a:lnTo>
                  <a:lnTo>
                    <a:pt x="1934256" y="3649765"/>
                  </a:lnTo>
                  <a:lnTo>
                    <a:pt x="1934256" y="3649335"/>
                  </a:lnTo>
                  <a:lnTo>
                    <a:pt x="1934256" y="3648904"/>
                  </a:lnTo>
                  <a:lnTo>
                    <a:pt x="1934414" y="3648904"/>
                  </a:lnTo>
                  <a:lnTo>
                    <a:pt x="1934572" y="3648904"/>
                  </a:lnTo>
                  <a:lnTo>
                    <a:pt x="1934730" y="3648904"/>
                  </a:lnTo>
                  <a:lnTo>
                    <a:pt x="1934730" y="3648473"/>
                  </a:lnTo>
                  <a:lnTo>
                    <a:pt x="1934887" y="3648473"/>
                  </a:lnTo>
                  <a:lnTo>
                    <a:pt x="1935045" y="3648473"/>
                  </a:lnTo>
                  <a:lnTo>
                    <a:pt x="1935045" y="3648043"/>
                  </a:lnTo>
                  <a:lnTo>
                    <a:pt x="1935203" y="3648043"/>
                  </a:lnTo>
                  <a:lnTo>
                    <a:pt x="1935203" y="3647612"/>
                  </a:lnTo>
                  <a:lnTo>
                    <a:pt x="1935360" y="3647612"/>
                  </a:lnTo>
                  <a:lnTo>
                    <a:pt x="1935518" y="3647612"/>
                  </a:lnTo>
                  <a:lnTo>
                    <a:pt x="1935676" y="3647612"/>
                  </a:lnTo>
                  <a:lnTo>
                    <a:pt x="1935834" y="3647612"/>
                  </a:lnTo>
                  <a:lnTo>
                    <a:pt x="1935834" y="3647182"/>
                  </a:lnTo>
                  <a:lnTo>
                    <a:pt x="1935834" y="3646751"/>
                  </a:lnTo>
                  <a:lnTo>
                    <a:pt x="1935991" y="3646751"/>
                  </a:lnTo>
                  <a:lnTo>
                    <a:pt x="1936149" y="3646751"/>
                  </a:lnTo>
                  <a:lnTo>
                    <a:pt x="1936149" y="3646320"/>
                  </a:lnTo>
                  <a:lnTo>
                    <a:pt x="1936149" y="3645890"/>
                  </a:lnTo>
                  <a:lnTo>
                    <a:pt x="1936149" y="3645459"/>
                  </a:lnTo>
                  <a:lnTo>
                    <a:pt x="1936307" y="3645459"/>
                  </a:lnTo>
                  <a:lnTo>
                    <a:pt x="1936307" y="3645029"/>
                  </a:lnTo>
                  <a:lnTo>
                    <a:pt x="1936465" y="3645029"/>
                  </a:lnTo>
                  <a:lnTo>
                    <a:pt x="1936622" y="3645029"/>
                  </a:lnTo>
                  <a:lnTo>
                    <a:pt x="1936622" y="3644598"/>
                  </a:lnTo>
                  <a:lnTo>
                    <a:pt x="1936622" y="3644167"/>
                  </a:lnTo>
                  <a:lnTo>
                    <a:pt x="1936622" y="3643737"/>
                  </a:lnTo>
                  <a:lnTo>
                    <a:pt x="1936780" y="3643737"/>
                  </a:lnTo>
                  <a:lnTo>
                    <a:pt x="1936780" y="3643306"/>
                  </a:lnTo>
                  <a:lnTo>
                    <a:pt x="1936780" y="3642876"/>
                  </a:lnTo>
                  <a:lnTo>
                    <a:pt x="1936938" y="3642876"/>
                  </a:lnTo>
                  <a:lnTo>
                    <a:pt x="1937095" y="3642876"/>
                  </a:lnTo>
                  <a:lnTo>
                    <a:pt x="1937253" y="3642876"/>
                  </a:lnTo>
                  <a:lnTo>
                    <a:pt x="1937411" y="3642876"/>
                  </a:lnTo>
                  <a:lnTo>
                    <a:pt x="1937411" y="3642445"/>
                  </a:lnTo>
                  <a:lnTo>
                    <a:pt x="1937569" y="3642445"/>
                  </a:lnTo>
                  <a:lnTo>
                    <a:pt x="1937726" y="3642445"/>
                  </a:lnTo>
                  <a:lnTo>
                    <a:pt x="1937726" y="3642014"/>
                  </a:lnTo>
                  <a:lnTo>
                    <a:pt x="1937726" y="3641584"/>
                  </a:lnTo>
                  <a:lnTo>
                    <a:pt x="1937884" y="3641584"/>
                  </a:lnTo>
                  <a:lnTo>
                    <a:pt x="1937884" y="3641153"/>
                  </a:lnTo>
                  <a:lnTo>
                    <a:pt x="1938042" y="3641153"/>
                  </a:lnTo>
                  <a:lnTo>
                    <a:pt x="1938042" y="3640723"/>
                  </a:lnTo>
                  <a:lnTo>
                    <a:pt x="1938199" y="3640723"/>
                  </a:lnTo>
                  <a:lnTo>
                    <a:pt x="1938357" y="3640723"/>
                  </a:lnTo>
                  <a:lnTo>
                    <a:pt x="1938357" y="3640292"/>
                  </a:lnTo>
                  <a:lnTo>
                    <a:pt x="1938515" y="3640292"/>
                  </a:lnTo>
                  <a:lnTo>
                    <a:pt x="1938515" y="3639861"/>
                  </a:lnTo>
                  <a:lnTo>
                    <a:pt x="1938673" y="3639861"/>
                  </a:lnTo>
                  <a:lnTo>
                    <a:pt x="1938673" y="3639431"/>
                  </a:lnTo>
                  <a:lnTo>
                    <a:pt x="1938830" y="3639431"/>
                  </a:lnTo>
                  <a:lnTo>
                    <a:pt x="1938988" y="3639431"/>
                  </a:lnTo>
                  <a:lnTo>
                    <a:pt x="1939146" y="3639431"/>
                  </a:lnTo>
                  <a:lnTo>
                    <a:pt x="1939303" y="3639431"/>
                  </a:lnTo>
                  <a:lnTo>
                    <a:pt x="1939303" y="3639000"/>
                  </a:lnTo>
                  <a:lnTo>
                    <a:pt x="1939461" y="3639000"/>
                  </a:lnTo>
                  <a:lnTo>
                    <a:pt x="1939619" y="3639000"/>
                  </a:lnTo>
                  <a:lnTo>
                    <a:pt x="1939777" y="3639000"/>
                  </a:lnTo>
                  <a:lnTo>
                    <a:pt x="1939934" y="3639000"/>
                  </a:lnTo>
                  <a:lnTo>
                    <a:pt x="1939934" y="3638570"/>
                  </a:lnTo>
                  <a:lnTo>
                    <a:pt x="1940092" y="3638570"/>
                  </a:lnTo>
                  <a:lnTo>
                    <a:pt x="1940250" y="3638570"/>
                  </a:lnTo>
                  <a:lnTo>
                    <a:pt x="1940407" y="3638570"/>
                  </a:lnTo>
                  <a:lnTo>
                    <a:pt x="1940565" y="3638570"/>
                  </a:lnTo>
                  <a:lnTo>
                    <a:pt x="1940723" y="3638570"/>
                  </a:lnTo>
                  <a:lnTo>
                    <a:pt x="1940881" y="3638570"/>
                  </a:lnTo>
                  <a:lnTo>
                    <a:pt x="1941038" y="3638570"/>
                  </a:lnTo>
                  <a:lnTo>
                    <a:pt x="1941038" y="3638139"/>
                  </a:lnTo>
                  <a:lnTo>
                    <a:pt x="1941196" y="3638139"/>
                  </a:lnTo>
                  <a:lnTo>
                    <a:pt x="1941354" y="3638139"/>
                  </a:lnTo>
                  <a:lnTo>
                    <a:pt x="1941512" y="3638139"/>
                  </a:lnTo>
                  <a:lnTo>
                    <a:pt x="1941669" y="3638139"/>
                  </a:lnTo>
                  <a:lnTo>
                    <a:pt x="1941827" y="3638139"/>
                  </a:lnTo>
                  <a:lnTo>
                    <a:pt x="1941985" y="3638139"/>
                  </a:lnTo>
                  <a:lnTo>
                    <a:pt x="1942142" y="3638139"/>
                  </a:lnTo>
                  <a:lnTo>
                    <a:pt x="1942300" y="3638139"/>
                  </a:lnTo>
                  <a:lnTo>
                    <a:pt x="1942458" y="3638139"/>
                  </a:lnTo>
                  <a:lnTo>
                    <a:pt x="1942458" y="3637708"/>
                  </a:lnTo>
                  <a:lnTo>
                    <a:pt x="1942458" y="3637278"/>
                  </a:lnTo>
                  <a:lnTo>
                    <a:pt x="1942616" y="3637278"/>
                  </a:lnTo>
                  <a:lnTo>
                    <a:pt x="1942773" y="3637278"/>
                  </a:lnTo>
                  <a:lnTo>
                    <a:pt x="1942931" y="3637278"/>
                  </a:lnTo>
                  <a:lnTo>
                    <a:pt x="1942931" y="3636847"/>
                  </a:lnTo>
                  <a:lnTo>
                    <a:pt x="1943089" y="3636847"/>
                  </a:lnTo>
                  <a:lnTo>
                    <a:pt x="1943246" y="3636847"/>
                  </a:lnTo>
                  <a:lnTo>
                    <a:pt x="1943404" y="3636847"/>
                  </a:lnTo>
                  <a:lnTo>
                    <a:pt x="1943404" y="3636417"/>
                  </a:lnTo>
                  <a:lnTo>
                    <a:pt x="1943562" y="3636417"/>
                  </a:lnTo>
                  <a:lnTo>
                    <a:pt x="1943562" y="3635986"/>
                  </a:lnTo>
                  <a:lnTo>
                    <a:pt x="1943562" y="3635555"/>
                  </a:lnTo>
                  <a:lnTo>
                    <a:pt x="1943720" y="3635555"/>
                  </a:lnTo>
                  <a:lnTo>
                    <a:pt x="1943720" y="3635125"/>
                  </a:lnTo>
                  <a:lnTo>
                    <a:pt x="1943720" y="3634694"/>
                  </a:lnTo>
                  <a:lnTo>
                    <a:pt x="1943877" y="3634694"/>
                  </a:lnTo>
                  <a:lnTo>
                    <a:pt x="1944035" y="3634694"/>
                  </a:lnTo>
                  <a:lnTo>
                    <a:pt x="1944035" y="3634264"/>
                  </a:lnTo>
                  <a:lnTo>
                    <a:pt x="1944035" y="3633833"/>
                  </a:lnTo>
                  <a:lnTo>
                    <a:pt x="1944035" y="3633402"/>
                  </a:lnTo>
                  <a:lnTo>
                    <a:pt x="1944193" y="3633402"/>
                  </a:lnTo>
                  <a:lnTo>
                    <a:pt x="1944193" y="3632972"/>
                  </a:lnTo>
                  <a:lnTo>
                    <a:pt x="1944350" y="3632972"/>
                  </a:lnTo>
                  <a:lnTo>
                    <a:pt x="1944350" y="3632541"/>
                  </a:lnTo>
                  <a:lnTo>
                    <a:pt x="1944508" y="3632541"/>
                  </a:lnTo>
                  <a:lnTo>
                    <a:pt x="1944666" y="3632541"/>
                  </a:lnTo>
                  <a:lnTo>
                    <a:pt x="1944824" y="3632541"/>
                  </a:lnTo>
                  <a:lnTo>
                    <a:pt x="1944981" y="3632541"/>
                  </a:lnTo>
                  <a:lnTo>
                    <a:pt x="1944981" y="3632111"/>
                  </a:lnTo>
                  <a:lnTo>
                    <a:pt x="1944981" y="3631680"/>
                  </a:lnTo>
                  <a:lnTo>
                    <a:pt x="1945139" y="3631680"/>
                  </a:lnTo>
                  <a:lnTo>
                    <a:pt x="1945297" y="3631680"/>
                  </a:lnTo>
                  <a:lnTo>
                    <a:pt x="1945297" y="3631249"/>
                  </a:lnTo>
                  <a:lnTo>
                    <a:pt x="1945454" y="3631249"/>
                  </a:lnTo>
                  <a:lnTo>
                    <a:pt x="1945612" y="3631249"/>
                  </a:lnTo>
                  <a:lnTo>
                    <a:pt x="1945770" y="3631249"/>
                  </a:lnTo>
                  <a:lnTo>
                    <a:pt x="1945928" y="3631249"/>
                  </a:lnTo>
                  <a:lnTo>
                    <a:pt x="1945928" y="3630819"/>
                  </a:lnTo>
                  <a:lnTo>
                    <a:pt x="1946085" y="3630819"/>
                  </a:lnTo>
                  <a:lnTo>
                    <a:pt x="1946085" y="3630388"/>
                  </a:lnTo>
                  <a:lnTo>
                    <a:pt x="1946085" y="3629958"/>
                  </a:lnTo>
                  <a:lnTo>
                    <a:pt x="1946085" y="3629527"/>
                  </a:lnTo>
                  <a:lnTo>
                    <a:pt x="1946243" y="3629527"/>
                  </a:lnTo>
                  <a:lnTo>
                    <a:pt x="1946401" y="3629527"/>
                  </a:lnTo>
                  <a:lnTo>
                    <a:pt x="1946558" y="3629527"/>
                  </a:lnTo>
                  <a:lnTo>
                    <a:pt x="1946716" y="3629527"/>
                  </a:lnTo>
                  <a:lnTo>
                    <a:pt x="1946874" y="3629527"/>
                  </a:lnTo>
                  <a:lnTo>
                    <a:pt x="1947032" y="3629527"/>
                  </a:lnTo>
                  <a:lnTo>
                    <a:pt x="1947032" y="3629096"/>
                  </a:lnTo>
                  <a:lnTo>
                    <a:pt x="1947189" y="3629096"/>
                  </a:lnTo>
                  <a:lnTo>
                    <a:pt x="1947347" y="3629096"/>
                  </a:lnTo>
                  <a:lnTo>
                    <a:pt x="1947505" y="3629096"/>
                  </a:lnTo>
                  <a:lnTo>
                    <a:pt x="1947663" y="3629096"/>
                  </a:lnTo>
                  <a:lnTo>
                    <a:pt x="1947820" y="3629096"/>
                  </a:lnTo>
                  <a:lnTo>
                    <a:pt x="1947978" y="3629096"/>
                  </a:lnTo>
                  <a:lnTo>
                    <a:pt x="1948136" y="3629096"/>
                  </a:lnTo>
                  <a:lnTo>
                    <a:pt x="1948293" y="3629096"/>
                  </a:lnTo>
                  <a:lnTo>
                    <a:pt x="1948451" y="3629096"/>
                  </a:lnTo>
                  <a:lnTo>
                    <a:pt x="1948609" y="3629096"/>
                  </a:lnTo>
                  <a:lnTo>
                    <a:pt x="1948767" y="3629096"/>
                  </a:lnTo>
                  <a:lnTo>
                    <a:pt x="1948924" y="3629096"/>
                  </a:lnTo>
                  <a:lnTo>
                    <a:pt x="1949082" y="3629096"/>
                  </a:lnTo>
                  <a:lnTo>
                    <a:pt x="1949240" y="3629096"/>
                  </a:lnTo>
                  <a:lnTo>
                    <a:pt x="1949397" y="3629096"/>
                  </a:lnTo>
                  <a:lnTo>
                    <a:pt x="1949555" y="3629096"/>
                  </a:lnTo>
                  <a:lnTo>
                    <a:pt x="1949713" y="3629096"/>
                  </a:lnTo>
                  <a:lnTo>
                    <a:pt x="1949871" y="3629096"/>
                  </a:lnTo>
                  <a:lnTo>
                    <a:pt x="1950028" y="3629096"/>
                  </a:lnTo>
                  <a:lnTo>
                    <a:pt x="1950028" y="3628666"/>
                  </a:lnTo>
                  <a:lnTo>
                    <a:pt x="1950186" y="3628666"/>
                  </a:lnTo>
                  <a:lnTo>
                    <a:pt x="1950344" y="3628666"/>
                  </a:lnTo>
                  <a:lnTo>
                    <a:pt x="1950344" y="3628235"/>
                  </a:lnTo>
                  <a:lnTo>
                    <a:pt x="1950501" y="3628235"/>
                  </a:lnTo>
                  <a:lnTo>
                    <a:pt x="1950659" y="3628235"/>
                  </a:lnTo>
                  <a:lnTo>
                    <a:pt x="1950817" y="3628235"/>
                  </a:lnTo>
                  <a:lnTo>
                    <a:pt x="1950975" y="3628235"/>
                  </a:lnTo>
                  <a:lnTo>
                    <a:pt x="1951132" y="3628235"/>
                  </a:lnTo>
                  <a:lnTo>
                    <a:pt x="1951290" y="3628235"/>
                  </a:lnTo>
                  <a:lnTo>
                    <a:pt x="1951448" y="3628235"/>
                  </a:lnTo>
                  <a:lnTo>
                    <a:pt x="1951605" y="3628235"/>
                  </a:lnTo>
                  <a:lnTo>
                    <a:pt x="1951605" y="3627805"/>
                  </a:lnTo>
                  <a:lnTo>
                    <a:pt x="1951763" y="3627805"/>
                  </a:lnTo>
                  <a:lnTo>
                    <a:pt x="1951921" y="3627805"/>
                  </a:lnTo>
                  <a:lnTo>
                    <a:pt x="1952079" y="3627805"/>
                  </a:lnTo>
                  <a:lnTo>
                    <a:pt x="1952236" y="3627805"/>
                  </a:lnTo>
                  <a:lnTo>
                    <a:pt x="1952394" y="3627805"/>
                  </a:lnTo>
                  <a:lnTo>
                    <a:pt x="1952552" y="3627805"/>
                  </a:lnTo>
                  <a:lnTo>
                    <a:pt x="1952710" y="3627805"/>
                  </a:lnTo>
                  <a:lnTo>
                    <a:pt x="1952867" y="3627805"/>
                  </a:lnTo>
                  <a:lnTo>
                    <a:pt x="1953025" y="3627805"/>
                  </a:lnTo>
                  <a:lnTo>
                    <a:pt x="1953025" y="3627374"/>
                  </a:lnTo>
                  <a:lnTo>
                    <a:pt x="1953025" y="3626943"/>
                  </a:lnTo>
                  <a:lnTo>
                    <a:pt x="1953183" y="3626943"/>
                  </a:lnTo>
                  <a:lnTo>
                    <a:pt x="1953183" y="3626513"/>
                  </a:lnTo>
                  <a:lnTo>
                    <a:pt x="1953183" y="3626082"/>
                  </a:lnTo>
                  <a:lnTo>
                    <a:pt x="1953183" y="3625652"/>
                  </a:lnTo>
                  <a:lnTo>
                    <a:pt x="1953340" y="3625652"/>
                  </a:lnTo>
                  <a:lnTo>
                    <a:pt x="1953340" y="3625221"/>
                  </a:lnTo>
                  <a:lnTo>
                    <a:pt x="1953340" y="3624790"/>
                  </a:lnTo>
                  <a:lnTo>
                    <a:pt x="1953340" y="3624360"/>
                  </a:lnTo>
                  <a:lnTo>
                    <a:pt x="1953340" y="3623929"/>
                  </a:lnTo>
                  <a:lnTo>
                    <a:pt x="1953498" y="3623929"/>
                  </a:lnTo>
                  <a:lnTo>
                    <a:pt x="1953498" y="3623499"/>
                  </a:lnTo>
                  <a:lnTo>
                    <a:pt x="1953498" y="3623068"/>
                  </a:lnTo>
                  <a:lnTo>
                    <a:pt x="1953498" y="3622637"/>
                  </a:lnTo>
                  <a:lnTo>
                    <a:pt x="1953656" y="3622637"/>
                  </a:lnTo>
                  <a:lnTo>
                    <a:pt x="1953656" y="3622207"/>
                  </a:lnTo>
                  <a:lnTo>
                    <a:pt x="1953814" y="3622207"/>
                  </a:lnTo>
                  <a:lnTo>
                    <a:pt x="1953971" y="3622207"/>
                  </a:lnTo>
                  <a:lnTo>
                    <a:pt x="1954129" y="3622207"/>
                  </a:lnTo>
                  <a:lnTo>
                    <a:pt x="1954287" y="3622207"/>
                  </a:lnTo>
                  <a:lnTo>
                    <a:pt x="1954287" y="3621776"/>
                  </a:lnTo>
                  <a:lnTo>
                    <a:pt x="1954444" y="3621776"/>
                  </a:lnTo>
                  <a:lnTo>
                    <a:pt x="1954602" y="3621776"/>
                  </a:lnTo>
                  <a:lnTo>
                    <a:pt x="1954760" y="3621776"/>
                  </a:lnTo>
                  <a:lnTo>
                    <a:pt x="1954918" y="3621776"/>
                  </a:lnTo>
                  <a:lnTo>
                    <a:pt x="1954918" y="3621346"/>
                  </a:lnTo>
                  <a:lnTo>
                    <a:pt x="1955075" y="3621346"/>
                  </a:lnTo>
                  <a:lnTo>
                    <a:pt x="1955233" y="3621346"/>
                  </a:lnTo>
                  <a:lnTo>
                    <a:pt x="1955233" y="3620915"/>
                  </a:lnTo>
                  <a:lnTo>
                    <a:pt x="1955233" y="3620484"/>
                  </a:lnTo>
                  <a:lnTo>
                    <a:pt x="1955391" y="3620484"/>
                  </a:lnTo>
                  <a:lnTo>
                    <a:pt x="1955391" y="3620054"/>
                  </a:lnTo>
                  <a:lnTo>
                    <a:pt x="1955548" y="3620054"/>
                  </a:lnTo>
                  <a:lnTo>
                    <a:pt x="1955706" y="3620054"/>
                  </a:lnTo>
                  <a:lnTo>
                    <a:pt x="1955864" y="3620054"/>
                  </a:lnTo>
                  <a:lnTo>
                    <a:pt x="1956022" y="3620054"/>
                  </a:lnTo>
                  <a:lnTo>
                    <a:pt x="1956022" y="3619623"/>
                  </a:lnTo>
                  <a:lnTo>
                    <a:pt x="1956179" y="3619623"/>
                  </a:lnTo>
                  <a:lnTo>
                    <a:pt x="1956337" y="3619623"/>
                  </a:lnTo>
                  <a:lnTo>
                    <a:pt x="1956495" y="3619623"/>
                  </a:lnTo>
                  <a:lnTo>
                    <a:pt x="1956652" y="3619623"/>
                  </a:lnTo>
                  <a:lnTo>
                    <a:pt x="1956810" y="3619623"/>
                  </a:lnTo>
                  <a:lnTo>
                    <a:pt x="1956968" y="3619623"/>
                  </a:lnTo>
                  <a:lnTo>
                    <a:pt x="1957126" y="3619623"/>
                  </a:lnTo>
                  <a:lnTo>
                    <a:pt x="1957283" y="3619623"/>
                  </a:lnTo>
                  <a:lnTo>
                    <a:pt x="1957441" y="3619623"/>
                  </a:lnTo>
                  <a:lnTo>
                    <a:pt x="1957441" y="3619193"/>
                  </a:lnTo>
                  <a:lnTo>
                    <a:pt x="1957441" y="3618762"/>
                  </a:lnTo>
                  <a:lnTo>
                    <a:pt x="1957599" y="3618762"/>
                  </a:lnTo>
                  <a:lnTo>
                    <a:pt x="1957756" y="3618762"/>
                  </a:lnTo>
                  <a:lnTo>
                    <a:pt x="1957914" y="3618762"/>
                  </a:lnTo>
                  <a:lnTo>
                    <a:pt x="1958072" y="3618762"/>
                  </a:lnTo>
                  <a:lnTo>
                    <a:pt x="1958072" y="3618331"/>
                  </a:lnTo>
                  <a:lnTo>
                    <a:pt x="1958230" y="3618331"/>
                  </a:lnTo>
                  <a:lnTo>
                    <a:pt x="1958387" y="3618331"/>
                  </a:lnTo>
                  <a:lnTo>
                    <a:pt x="1958545" y="3618331"/>
                  </a:lnTo>
                  <a:lnTo>
                    <a:pt x="1958703" y="3618331"/>
                  </a:lnTo>
                  <a:lnTo>
                    <a:pt x="1958861" y="3618331"/>
                  </a:lnTo>
                  <a:lnTo>
                    <a:pt x="1959018" y="3618331"/>
                  </a:lnTo>
                  <a:lnTo>
                    <a:pt x="1959176" y="3618331"/>
                  </a:lnTo>
                  <a:lnTo>
                    <a:pt x="1959176" y="3617901"/>
                  </a:lnTo>
                  <a:lnTo>
                    <a:pt x="1959176" y="3617470"/>
                  </a:lnTo>
                  <a:lnTo>
                    <a:pt x="1959334" y="3617470"/>
                  </a:lnTo>
                  <a:lnTo>
                    <a:pt x="1959334" y="3617040"/>
                  </a:lnTo>
                  <a:lnTo>
                    <a:pt x="1959334" y="3616609"/>
                  </a:lnTo>
                  <a:lnTo>
                    <a:pt x="1959491" y="3616609"/>
                  </a:lnTo>
                  <a:lnTo>
                    <a:pt x="1959649" y="3616609"/>
                  </a:lnTo>
                  <a:lnTo>
                    <a:pt x="1959807" y="3616609"/>
                  </a:lnTo>
                  <a:lnTo>
                    <a:pt x="1959965" y="3616609"/>
                  </a:lnTo>
                  <a:lnTo>
                    <a:pt x="1960122" y="3616609"/>
                  </a:lnTo>
                  <a:lnTo>
                    <a:pt x="1960122" y="3616178"/>
                  </a:lnTo>
                  <a:lnTo>
                    <a:pt x="1960122" y="3615748"/>
                  </a:lnTo>
                  <a:lnTo>
                    <a:pt x="1960280" y="3615748"/>
                  </a:lnTo>
                  <a:lnTo>
                    <a:pt x="1960438" y="3615748"/>
                  </a:lnTo>
                  <a:lnTo>
                    <a:pt x="1960595" y="3615748"/>
                  </a:lnTo>
                  <a:lnTo>
                    <a:pt x="1960753" y="3615748"/>
                  </a:lnTo>
                  <a:lnTo>
                    <a:pt x="1960753" y="3615317"/>
                  </a:lnTo>
                  <a:lnTo>
                    <a:pt x="1960753" y="3614887"/>
                  </a:lnTo>
                  <a:lnTo>
                    <a:pt x="1960911" y="3614887"/>
                  </a:lnTo>
                  <a:lnTo>
                    <a:pt x="1960911" y="3614456"/>
                  </a:lnTo>
                  <a:lnTo>
                    <a:pt x="1961069" y="3614456"/>
                  </a:lnTo>
                  <a:lnTo>
                    <a:pt x="1961226" y="3614456"/>
                  </a:lnTo>
                  <a:lnTo>
                    <a:pt x="1961226" y="3614025"/>
                  </a:lnTo>
                  <a:lnTo>
                    <a:pt x="1961226" y="3613595"/>
                  </a:lnTo>
                  <a:lnTo>
                    <a:pt x="1961226" y="3613164"/>
                  </a:lnTo>
                  <a:lnTo>
                    <a:pt x="1961226" y="3612734"/>
                  </a:lnTo>
                  <a:lnTo>
                    <a:pt x="1961226" y="3612303"/>
                  </a:lnTo>
                  <a:lnTo>
                    <a:pt x="1961384" y="3612303"/>
                  </a:lnTo>
                  <a:lnTo>
                    <a:pt x="1961384" y="3611872"/>
                  </a:lnTo>
                  <a:lnTo>
                    <a:pt x="1961542" y="3611872"/>
                  </a:lnTo>
                  <a:lnTo>
                    <a:pt x="1961699" y="3611872"/>
                  </a:lnTo>
                  <a:lnTo>
                    <a:pt x="1961857" y="3611872"/>
                  </a:lnTo>
                  <a:lnTo>
                    <a:pt x="1961857" y="3611442"/>
                  </a:lnTo>
                  <a:lnTo>
                    <a:pt x="1962015" y="3611442"/>
                  </a:lnTo>
                  <a:lnTo>
                    <a:pt x="1962015" y="3611011"/>
                  </a:lnTo>
                  <a:lnTo>
                    <a:pt x="1962015" y="3610581"/>
                  </a:lnTo>
                  <a:lnTo>
                    <a:pt x="1962173" y="3610581"/>
                  </a:lnTo>
                  <a:lnTo>
                    <a:pt x="1962330" y="3610581"/>
                  </a:lnTo>
                  <a:lnTo>
                    <a:pt x="1962488" y="3610581"/>
                  </a:lnTo>
                  <a:lnTo>
                    <a:pt x="1962646" y="3610581"/>
                  </a:lnTo>
                  <a:lnTo>
                    <a:pt x="1962803" y="3610581"/>
                  </a:lnTo>
                  <a:lnTo>
                    <a:pt x="1962961" y="3610581"/>
                  </a:lnTo>
                  <a:lnTo>
                    <a:pt x="1963119" y="3610581"/>
                  </a:lnTo>
                  <a:lnTo>
                    <a:pt x="1963277" y="3610581"/>
                  </a:lnTo>
                  <a:lnTo>
                    <a:pt x="1963434" y="3610581"/>
                  </a:lnTo>
                  <a:lnTo>
                    <a:pt x="1963592" y="3610581"/>
                  </a:lnTo>
                  <a:lnTo>
                    <a:pt x="1963592" y="3610150"/>
                  </a:lnTo>
                  <a:lnTo>
                    <a:pt x="1963592" y="3609719"/>
                  </a:lnTo>
                  <a:lnTo>
                    <a:pt x="1963592" y="3609289"/>
                  </a:lnTo>
                  <a:lnTo>
                    <a:pt x="1963750" y="3609289"/>
                  </a:lnTo>
                  <a:lnTo>
                    <a:pt x="1963908" y="3609289"/>
                  </a:lnTo>
                  <a:lnTo>
                    <a:pt x="1964065" y="3609289"/>
                  </a:lnTo>
                  <a:lnTo>
                    <a:pt x="1964223" y="3609289"/>
                  </a:lnTo>
                  <a:lnTo>
                    <a:pt x="1964381" y="3609289"/>
                  </a:lnTo>
                  <a:lnTo>
                    <a:pt x="1964538" y="3609289"/>
                  </a:lnTo>
                  <a:lnTo>
                    <a:pt x="1964696" y="3609289"/>
                  </a:lnTo>
                  <a:lnTo>
                    <a:pt x="1964696" y="3608858"/>
                  </a:lnTo>
                  <a:lnTo>
                    <a:pt x="1964854" y="3608858"/>
                  </a:lnTo>
                  <a:lnTo>
                    <a:pt x="1965012" y="3608858"/>
                  </a:lnTo>
                  <a:lnTo>
                    <a:pt x="1965169" y="3608858"/>
                  </a:lnTo>
                  <a:lnTo>
                    <a:pt x="1965327" y="3608858"/>
                  </a:lnTo>
                  <a:lnTo>
                    <a:pt x="1965327" y="3608428"/>
                  </a:lnTo>
                  <a:lnTo>
                    <a:pt x="1965485" y="3608428"/>
                  </a:lnTo>
                  <a:lnTo>
                    <a:pt x="1965642" y="3608428"/>
                  </a:lnTo>
                  <a:lnTo>
                    <a:pt x="1965642" y="3607997"/>
                  </a:lnTo>
                  <a:lnTo>
                    <a:pt x="1965800" y="3607997"/>
                  </a:lnTo>
                  <a:lnTo>
                    <a:pt x="1965958" y="3607997"/>
                  </a:lnTo>
                  <a:lnTo>
                    <a:pt x="1966116" y="3607997"/>
                  </a:lnTo>
                  <a:lnTo>
                    <a:pt x="1966116" y="3607566"/>
                  </a:lnTo>
                  <a:lnTo>
                    <a:pt x="1966273" y="3607566"/>
                  </a:lnTo>
                  <a:lnTo>
                    <a:pt x="1966431" y="3607566"/>
                  </a:lnTo>
                  <a:lnTo>
                    <a:pt x="1966589" y="3607566"/>
                  </a:lnTo>
                  <a:lnTo>
                    <a:pt x="1966746" y="3607566"/>
                  </a:lnTo>
                  <a:lnTo>
                    <a:pt x="1966746" y="3607136"/>
                  </a:lnTo>
                  <a:lnTo>
                    <a:pt x="1966746" y="3606705"/>
                  </a:lnTo>
                  <a:lnTo>
                    <a:pt x="1966904" y="3606705"/>
                  </a:lnTo>
                  <a:lnTo>
                    <a:pt x="1967062" y="3606705"/>
                  </a:lnTo>
                  <a:lnTo>
                    <a:pt x="1967220" y="3606705"/>
                  </a:lnTo>
                  <a:lnTo>
                    <a:pt x="1967377" y="3606705"/>
                  </a:lnTo>
                  <a:lnTo>
                    <a:pt x="1967535" y="3606705"/>
                  </a:lnTo>
                  <a:lnTo>
                    <a:pt x="1967535" y="3606275"/>
                  </a:lnTo>
                  <a:lnTo>
                    <a:pt x="1967693" y="3606275"/>
                  </a:lnTo>
                  <a:lnTo>
                    <a:pt x="1967850" y="3606275"/>
                  </a:lnTo>
                  <a:lnTo>
                    <a:pt x="1967850" y="3605844"/>
                  </a:lnTo>
                  <a:lnTo>
                    <a:pt x="1968008" y="3605844"/>
                  </a:lnTo>
                  <a:lnTo>
                    <a:pt x="1968008" y="3605413"/>
                  </a:lnTo>
                  <a:lnTo>
                    <a:pt x="1968166" y="3605413"/>
                  </a:lnTo>
                  <a:lnTo>
                    <a:pt x="1968166" y="3604983"/>
                  </a:lnTo>
                  <a:lnTo>
                    <a:pt x="1968166" y="3604552"/>
                  </a:lnTo>
                  <a:lnTo>
                    <a:pt x="1968324" y="3604552"/>
                  </a:lnTo>
                  <a:lnTo>
                    <a:pt x="1968481" y="3604552"/>
                  </a:lnTo>
                  <a:lnTo>
                    <a:pt x="1968639" y="3604552"/>
                  </a:lnTo>
                  <a:lnTo>
                    <a:pt x="1968797" y="3604552"/>
                  </a:lnTo>
                  <a:lnTo>
                    <a:pt x="1968954" y="3604552"/>
                  </a:lnTo>
                  <a:lnTo>
                    <a:pt x="1969112" y="3604552"/>
                  </a:lnTo>
                  <a:lnTo>
                    <a:pt x="1969270" y="3604552"/>
                  </a:lnTo>
                  <a:lnTo>
                    <a:pt x="1969428" y="3604552"/>
                  </a:lnTo>
                  <a:lnTo>
                    <a:pt x="1969585" y="3604552"/>
                  </a:lnTo>
                  <a:lnTo>
                    <a:pt x="1969585" y="3604122"/>
                  </a:lnTo>
                  <a:lnTo>
                    <a:pt x="1969743" y="3604122"/>
                  </a:lnTo>
                  <a:lnTo>
                    <a:pt x="1969901" y="3604122"/>
                  </a:lnTo>
                  <a:lnTo>
                    <a:pt x="1970059" y="3604122"/>
                  </a:lnTo>
                  <a:lnTo>
                    <a:pt x="1970059" y="3603691"/>
                  </a:lnTo>
                  <a:lnTo>
                    <a:pt x="1970216" y="3603691"/>
                  </a:lnTo>
                  <a:lnTo>
                    <a:pt x="1970374" y="3603691"/>
                  </a:lnTo>
                  <a:lnTo>
                    <a:pt x="1970532" y="3603691"/>
                  </a:lnTo>
                  <a:lnTo>
                    <a:pt x="1970532" y="3603260"/>
                  </a:lnTo>
                  <a:lnTo>
                    <a:pt x="1970689" y="3603260"/>
                  </a:lnTo>
                  <a:lnTo>
                    <a:pt x="1970847" y="3603260"/>
                  </a:lnTo>
                  <a:lnTo>
                    <a:pt x="1971005" y="3603260"/>
                  </a:lnTo>
                  <a:lnTo>
                    <a:pt x="1971163" y="3603260"/>
                  </a:lnTo>
                  <a:lnTo>
                    <a:pt x="1971320" y="3603260"/>
                  </a:lnTo>
                  <a:lnTo>
                    <a:pt x="1971478" y="3603260"/>
                  </a:lnTo>
                  <a:lnTo>
                    <a:pt x="1971636" y="3603260"/>
                  </a:lnTo>
                  <a:lnTo>
                    <a:pt x="1971793" y="3603260"/>
                  </a:lnTo>
                  <a:lnTo>
                    <a:pt x="1971951" y="3603260"/>
                  </a:lnTo>
                  <a:lnTo>
                    <a:pt x="1971951" y="3602830"/>
                  </a:lnTo>
                  <a:lnTo>
                    <a:pt x="1972109" y="3602830"/>
                  </a:lnTo>
                  <a:lnTo>
                    <a:pt x="1972267" y="3602830"/>
                  </a:lnTo>
                  <a:lnTo>
                    <a:pt x="1972267" y="3602399"/>
                  </a:lnTo>
                  <a:lnTo>
                    <a:pt x="1972424" y="3602399"/>
                  </a:lnTo>
                  <a:lnTo>
                    <a:pt x="1972582" y="3602399"/>
                  </a:lnTo>
                  <a:lnTo>
                    <a:pt x="1972740" y="3602399"/>
                  </a:lnTo>
                  <a:lnTo>
                    <a:pt x="1972897" y="3602399"/>
                  </a:lnTo>
                  <a:lnTo>
                    <a:pt x="1972897" y="3601969"/>
                  </a:lnTo>
                  <a:lnTo>
                    <a:pt x="1972897" y="3601538"/>
                  </a:lnTo>
                  <a:lnTo>
                    <a:pt x="1973055" y="3601538"/>
                  </a:lnTo>
                  <a:lnTo>
                    <a:pt x="1973055" y="3601107"/>
                  </a:lnTo>
                  <a:lnTo>
                    <a:pt x="1973213" y="3601107"/>
                  </a:lnTo>
                  <a:lnTo>
                    <a:pt x="1973371" y="3601107"/>
                  </a:lnTo>
                  <a:lnTo>
                    <a:pt x="1973371" y="3600677"/>
                  </a:lnTo>
                  <a:lnTo>
                    <a:pt x="1973528" y="3600677"/>
                  </a:lnTo>
                  <a:lnTo>
                    <a:pt x="1973528" y="3600246"/>
                  </a:lnTo>
                  <a:lnTo>
                    <a:pt x="1973686" y="3600246"/>
                  </a:lnTo>
                  <a:lnTo>
                    <a:pt x="1973686" y="3599816"/>
                  </a:lnTo>
                  <a:lnTo>
                    <a:pt x="1973844" y="3599816"/>
                  </a:lnTo>
                  <a:lnTo>
                    <a:pt x="1974001" y="3599816"/>
                  </a:lnTo>
                  <a:lnTo>
                    <a:pt x="1974159" y="3599816"/>
                  </a:lnTo>
                  <a:lnTo>
                    <a:pt x="1974159" y="3599385"/>
                  </a:lnTo>
                  <a:lnTo>
                    <a:pt x="1974317" y="3599385"/>
                  </a:lnTo>
                  <a:lnTo>
                    <a:pt x="1974317" y="3598954"/>
                  </a:lnTo>
                  <a:lnTo>
                    <a:pt x="1974317" y="3598524"/>
                  </a:lnTo>
                  <a:lnTo>
                    <a:pt x="1974475" y="3598524"/>
                  </a:lnTo>
                  <a:lnTo>
                    <a:pt x="1974632" y="3598524"/>
                  </a:lnTo>
                  <a:lnTo>
                    <a:pt x="1974790" y="3598524"/>
                  </a:lnTo>
                  <a:lnTo>
                    <a:pt x="1974790" y="3598093"/>
                  </a:lnTo>
                  <a:lnTo>
                    <a:pt x="1974790" y="3597663"/>
                  </a:lnTo>
                  <a:lnTo>
                    <a:pt x="1974948" y="3597663"/>
                  </a:lnTo>
                  <a:lnTo>
                    <a:pt x="1974948" y="3597232"/>
                  </a:lnTo>
                  <a:lnTo>
                    <a:pt x="1974948" y="3596801"/>
                  </a:lnTo>
                  <a:lnTo>
                    <a:pt x="1974948" y="3596371"/>
                  </a:lnTo>
                  <a:lnTo>
                    <a:pt x="1974948" y="3595940"/>
                  </a:lnTo>
                  <a:lnTo>
                    <a:pt x="1975105" y="3595940"/>
                  </a:lnTo>
                  <a:lnTo>
                    <a:pt x="1975263" y="3595940"/>
                  </a:lnTo>
                  <a:lnTo>
                    <a:pt x="1975263" y="3595510"/>
                  </a:lnTo>
                  <a:lnTo>
                    <a:pt x="1975263" y="3595079"/>
                  </a:lnTo>
                  <a:lnTo>
                    <a:pt x="1975421" y="3595079"/>
                  </a:lnTo>
                  <a:lnTo>
                    <a:pt x="1975579" y="3595079"/>
                  </a:lnTo>
                  <a:lnTo>
                    <a:pt x="1975736" y="3595079"/>
                  </a:lnTo>
                  <a:lnTo>
                    <a:pt x="1975894" y="3595079"/>
                  </a:lnTo>
                  <a:lnTo>
                    <a:pt x="1975894" y="3594648"/>
                  </a:lnTo>
                  <a:lnTo>
                    <a:pt x="1975894" y="3594218"/>
                  </a:lnTo>
                  <a:lnTo>
                    <a:pt x="1975894" y="3593787"/>
                  </a:lnTo>
                  <a:lnTo>
                    <a:pt x="1976052" y="3593787"/>
                  </a:lnTo>
                  <a:lnTo>
                    <a:pt x="1976210" y="3593787"/>
                  </a:lnTo>
                  <a:lnTo>
                    <a:pt x="1976367" y="3593787"/>
                  </a:lnTo>
                  <a:lnTo>
                    <a:pt x="1976367" y="3593357"/>
                  </a:lnTo>
                  <a:lnTo>
                    <a:pt x="1976525" y="3593357"/>
                  </a:lnTo>
                  <a:lnTo>
                    <a:pt x="1976683" y="3593357"/>
                  </a:lnTo>
                  <a:lnTo>
                    <a:pt x="1976840" y="3593357"/>
                  </a:lnTo>
                  <a:lnTo>
                    <a:pt x="1976998" y="3593357"/>
                  </a:lnTo>
                  <a:lnTo>
                    <a:pt x="1977156" y="3593357"/>
                  </a:lnTo>
                  <a:lnTo>
                    <a:pt x="1977314" y="3593357"/>
                  </a:lnTo>
                  <a:lnTo>
                    <a:pt x="1977314" y="3592926"/>
                  </a:lnTo>
                  <a:lnTo>
                    <a:pt x="1977471" y="3592926"/>
                  </a:lnTo>
                  <a:lnTo>
                    <a:pt x="1977471" y="3592495"/>
                  </a:lnTo>
                  <a:lnTo>
                    <a:pt x="1977471" y="3592065"/>
                  </a:lnTo>
                  <a:lnTo>
                    <a:pt x="1977471" y="3591634"/>
                  </a:lnTo>
                  <a:lnTo>
                    <a:pt x="1977629" y="3591634"/>
                  </a:lnTo>
                  <a:lnTo>
                    <a:pt x="1977787" y="3591634"/>
                  </a:lnTo>
                  <a:lnTo>
                    <a:pt x="1977944" y="3591634"/>
                  </a:lnTo>
                  <a:lnTo>
                    <a:pt x="1977944" y="3591204"/>
                  </a:lnTo>
                  <a:lnTo>
                    <a:pt x="1978102" y="3591204"/>
                  </a:lnTo>
                  <a:lnTo>
                    <a:pt x="1978102" y="3590773"/>
                  </a:lnTo>
                  <a:lnTo>
                    <a:pt x="1978260" y="3590773"/>
                  </a:lnTo>
                  <a:lnTo>
                    <a:pt x="1978260" y="3590342"/>
                  </a:lnTo>
                  <a:lnTo>
                    <a:pt x="1978418" y="3590342"/>
                  </a:lnTo>
                  <a:lnTo>
                    <a:pt x="1978575" y="3590342"/>
                  </a:lnTo>
                  <a:lnTo>
                    <a:pt x="1978733" y="3590342"/>
                  </a:lnTo>
                  <a:lnTo>
                    <a:pt x="1978891" y="3590342"/>
                  </a:lnTo>
                  <a:lnTo>
                    <a:pt x="1979048" y="3590342"/>
                  </a:lnTo>
                  <a:lnTo>
                    <a:pt x="1979206" y="3590342"/>
                  </a:lnTo>
                  <a:lnTo>
                    <a:pt x="1979206" y="3589912"/>
                  </a:lnTo>
                  <a:lnTo>
                    <a:pt x="1979364" y="3589912"/>
                  </a:lnTo>
                  <a:lnTo>
                    <a:pt x="1979522" y="3589912"/>
                  </a:lnTo>
                  <a:lnTo>
                    <a:pt x="1979679" y="3589912"/>
                  </a:lnTo>
                  <a:lnTo>
                    <a:pt x="1979837" y="3589912"/>
                  </a:lnTo>
                  <a:lnTo>
                    <a:pt x="1979995" y="3589912"/>
                  </a:lnTo>
                  <a:lnTo>
                    <a:pt x="1980152" y="3589912"/>
                  </a:lnTo>
                  <a:lnTo>
                    <a:pt x="1980310" y="3589912"/>
                  </a:lnTo>
                  <a:lnTo>
                    <a:pt x="1980468" y="3589912"/>
                  </a:lnTo>
                  <a:lnTo>
                    <a:pt x="1980626" y="3589912"/>
                  </a:lnTo>
                  <a:lnTo>
                    <a:pt x="1980626" y="3589481"/>
                  </a:lnTo>
                  <a:lnTo>
                    <a:pt x="1980783" y="3589481"/>
                  </a:lnTo>
                  <a:lnTo>
                    <a:pt x="1980941" y="3589481"/>
                  </a:lnTo>
                  <a:lnTo>
                    <a:pt x="1980941" y="3589051"/>
                  </a:lnTo>
                  <a:lnTo>
                    <a:pt x="1980941" y="3588620"/>
                  </a:lnTo>
                  <a:lnTo>
                    <a:pt x="1981099" y="3588620"/>
                  </a:lnTo>
                  <a:lnTo>
                    <a:pt x="1981257" y="3588620"/>
                  </a:lnTo>
                  <a:lnTo>
                    <a:pt x="1981414" y="3588620"/>
                  </a:lnTo>
                  <a:lnTo>
                    <a:pt x="1981414" y="3588189"/>
                  </a:lnTo>
                  <a:lnTo>
                    <a:pt x="1981572" y="3588189"/>
                  </a:lnTo>
                  <a:lnTo>
                    <a:pt x="1981572" y="3587759"/>
                  </a:lnTo>
                  <a:lnTo>
                    <a:pt x="1981730" y="3587759"/>
                  </a:lnTo>
                  <a:lnTo>
                    <a:pt x="1981887" y="3587759"/>
                  </a:lnTo>
                  <a:lnTo>
                    <a:pt x="1981887" y="3587328"/>
                  </a:lnTo>
                  <a:lnTo>
                    <a:pt x="1981887" y="3586898"/>
                  </a:lnTo>
                  <a:lnTo>
                    <a:pt x="1982045" y="3586898"/>
                  </a:lnTo>
                  <a:lnTo>
                    <a:pt x="1982203" y="3586898"/>
                  </a:lnTo>
                  <a:lnTo>
                    <a:pt x="1982361" y="3586898"/>
                  </a:lnTo>
                  <a:lnTo>
                    <a:pt x="1982518" y="3586898"/>
                  </a:lnTo>
                  <a:lnTo>
                    <a:pt x="1982676" y="3586898"/>
                  </a:lnTo>
                  <a:lnTo>
                    <a:pt x="1982676" y="3586467"/>
                  </a:lnTo>
                  <a:lnTo>
                    <a:pt x="1982834" y="3586467"/>
                  </a:lnTo>
                  <a:lnTo>
                    <a:pt x="1982991" y="3586467"/>
                  </a:lnTo>
                  <a:lnTo>
                    <a:pt x="1982991" y="3586036"/>
                  </a:lnTo>
                  <a:lnTo>
                    <a:pt x="1983149" y="3586036"/>
                  </a:lnTo>
                  <a:lnTo>
                    <a:pt x="1983307" y="3586036"/>
                  </a:lnTo>
                  <a:lnTo>
                    <a:pt x="1983465" y="3586036"/>
                  </a:lnTo>
                  <a:lnTo>
                    <a:pt x="1983622" y="3586036"/>
                  </a:lnTo>
                  <a:lnTo>
                    <a:pt x="1983780" y="3586036"/>
                  </a:lnTo>
                  <a:lnTo>
                    <a:pt x="1983938" y="3586036"/>
                  </a:lnTo>
                  <a:lnTo>
                    <a:pt x="1984095" y="3586036"/>
                  </a:lnTo>
                  <a:lnTo>
                    <a:pt x="1984253" y="3586036"/>
                  </a:lnTo>
                  <a:lnTo>
                    <a:pt x="1984411" y="3586036"/>
                  </a:lnTo>
                  <a:lnTo>
                    <a:pt x="1984569" y="3586036"/>
                  </a:lnTo>
                  <a:lnTo>
                    <a:pt x="1984726" y="3586036"/>
                  </a:lnTo>
                  <a:lnTo>
                    <a:pt x="1984884" y="3586036"/>
                  </a:lnTo>
                  <a:lnTo>
                    <a:pt x="1985042" y="3586036"/>
                  </a:lnTo>
                  <a:lnTo>
                    <a:pt x="1985199" y="3586036"/>
                  </a:lnTo>
                  <a:lnTo>
                    <a:pt x="1985357" y="3586036"/>
                  </a:lnTo>
                  <a:lnTo>
                    <a:pt x="1985515" y="3586036"/>
                  </a:lnTo>
                  <a:lnTo>
                    <a:pt x="1985673" y="3586036"/>
                  </a:lnTo>
                  <a:lnTo>
                    <a:pt x="1985830" y="3586036"/>
                  </a:lnTo>
                  <a:lnTo>
                    <a:pt x="1985988" y="3586036"/>
                  </a:lnTo>
                  <a:lnTo>
                    <a:pt x="1986146" y="3586036"/>
                  </a:lnTo>
                  <a:lnTo>
                    <a:pt x="1986146" y="3585606"/>
                  </a:lnTo>
                  <a:lnTo>
                    <a:pt x="1986303" y="3585606"/>
                  </a:lnTo>
                  <a:lnTo>
                    <a:pt x="1986461" y="3585606"/>
                  </a:lnTo>
                  <a:lnTo>
                    <a:pt x="1986619" y="3585606"/>
                  </a:lnTo>
                  <a:lnTo>
                    <a:pt x="1986777" y="3585606"/>
                  </a:lnTo>
                  <a:lnTo>
                    <a:pt x="1986934" y="3585606"/>
                  </a:lnTo>
                  <a:lnTo>
                    <a:pt x="1987092" y="3585606"/>
                  </a:lnTo>
                  <a:lnTo>
                    <a:pt x="1987250" y="3585606"/>
                  </a:lnTo>
                  <a:lnTo>
                    <a:pt x="1987408" y="3585606"/>
                  </a:lnTo>
                  <a:lnTo>
                    <a:pt x="1987565" y="3585606"/>
                  </a:lnTo>
                  <a:lnTo>
                    <a:pt x="1987565" y="3585175"/>
                  </a:lnTo>
                  <a:lnTo>
                    <a:pt x="1987723" y="3585175"/>
                  </a:lnTo>
                  <a:lnTo>
                    <a:pt x="1987881" y="3585175"/>
                  </a:lnTo>
                  <a:lnTo>
                    <a:pt x="1988038" y="3585175"/>
                  </a:lnTo>
                  <a:lnTo>
                    <a:pt x="1988196" y="3585175"/>
                  </a:lnTo>
                  <a:lnTo>
                    <a:pt x="1988196" y="3584745"/>
                  </a:lnTo>
                  <a:lnTo>
                    <a:pt x="1988354" y="3584745"/>
                  </a:lnTo>
                  <a:lnTo>
                    <a:pt x="1988512" y="3584745"/>
                  </a:lnTo>
                  <a:lnTo>
                    <a:pt x="1988669" y="3584745"/>
                  </a:lnTo>
                  <a:lnTo>
                    <a:pt x="1988827" y="3584745"/>
                  </a:lnTo>
                  <a:lnTo>
                    <a:pt x="1988985" y="3584745"/>
                  </a:lnTo>
                  <a:lnTo>
                    <a:pt x="1989142" y="3584745"/>
                  </a:lnTo>
                  <a:lnTo>
                    <a:pt x="1989300" y="3584745"/>
                  </a:lnTo>
                  <a:lnTo>
                    <a:pt x="1989300" y="3584314"/>
                  </a:lnTo>
                  <a:lnTo>
                    <a:pt x="1989300" y="3583883"/>
                  </a:lnTo>
                  <a:lnTo>
                    <a:pt x="1989458" y="3583883"/>
                  </a:lnTo>
                  <a:lnTo>
                    <a:pt x="1989616" y="3583883"/>
                  </a:lnTo>
                  <a:lnTo>
                    <a:pt x="1989773" y="3583883"/>
                  </a:lnTo>
                  <a:lnTo>
                    <a:pt x="1989931" y="3583883"/>
                  </a:lnTo>
                  <a:lnTo>
                    <a:pt x="1990089" y="3583883"/>
                  </a:lnTo>
                  <a:lnTo>
                    <a:pt x="1990089" y="3583453"/>
                  </a:lnTo>
                  <a:lnTo>
                    <a:pt x="1990089" y="3583022"/>
                  </a:lnTo>
                  <a:lnTo>
                    <a:pt x="1990246" y="3583022"/>
                  </a:lnTo>
                  <a:lnTo>
                    <a:pt x="1990246" y="3582592"/>
                  </a:lnTo>
                  <a:lnTo>
                    <a:pt x="1990404" y="3582592"/>
                  </a:lnTo>
                  <a:lnTo>
                    <a:pt x="1990562" y="3582592"/>
                  </a:lnTo>
                  <a:lnTo>
                    <a:pt x="1990720" y="3582592"/>
                  </a:lnTo>
                  <a:lnTo>
                    <a:pt x="1990877" y="3582592"/>
                  </a:lnTo>
                  <a:lnTo>
                    <a:pt x="1991035" y="3582592"/>
                  </a:lnTo>
                  <a:lnTo>
                    <a:pt x="1991193" y="3582592"/>
                  </a:lnTo>
                  <a:lnTo>
                    <a:pt x="1991350" y="3582592"/>
                  </a:lnTo>
                  <a:lnTo>
                    <a:pt x="1991508" y="3582592"/>
                  </a:lnTo>
                  <a:lnTo>
                    <a:pt x="1991666" y="3582592"/>
                  </a:lnTo>
                  <a:lnTo>
                    <a:pt x="1991824" y="3582592"/>
                  </a:lnTo>
                  <a:lnTo>
                    <a:pt x="1991824" y="3582161"/>
                  </a:lnTo>
                  <a:lnTo>
                    <a:pt x="1991981" y="3582161"/>
                  </a:lnTo>
                  <a:lnTo>
                    <a:pt x="1992139" y="3582161"/>
                  </a:lnTo>
                  <a:lnTo>
                    <a:pt x="1992139" y="3581730"/>
                  </a:lnTo>
                  <a:lnTo>
                    <a:pt x="1992297" y="3581730"/>
                  </a:lnTo>
                  <a:lnTo>
                    <a:pt x="1992455" y="3581730"/>
                  </a:lnTo>
                  <a:lnTo>
                    <a:pt x="1992612" y="3581730"/>
                  </a:lnTo>
                  <a:lnTo>
                    <a:pt x="1992612" y="3581300"/>
                  </a:lnTo>
                  <a:lnTo>
                    <a:pt x="1992770" y="3581300"/>
                  </a:lnTo>
                  <a:lnTo>
                    <a:pt x="1992928" y="3581300"/>
                  </a:lnTo>
                  <a:lnTo>
                    <a:pt x="1993085" y="3581300"/>
                  </a:lnTo>
                  <a:lnTo>
                    <a:pt x="1993243" y="3581300"/>
                  </a:lnTo>
                  <a:lnTo>
                    <a:pt x="1993401" y="3581300"/>
                  </a:lnTo>
                  <a:lnTo>
                    <a:pt x="1993559" y="3581300"/>
                  </a:lnTo>
                  <a:lnTo>
                    <a:pt x="1993716" y="3581300"/>
                  </a:lnTo>
                  <a:lnTo>
                    <a:pt x="1993716" y="3580869"/>
                  </a:lnTo>
                  <a:lnTo>
                    <a:pt x="1993874" y="3580869"/>
                  </a:lnTo>
                  <a:lnTo>
                    <a:pt x="1994032" y="3580869"/>
                  </a:lnTo>
                  <a:lnTo>
                    <a:pt x="1994032" y="3580439"/>
                  </a:lnTo>
                  <a:lnTo>
                    <a:pt x="1994189" y="3580439"/>
                  </a:lnTo>
                  <a:lnTo>
                    <a:pt x="1994347" y="3580439"/>
                  </a:lnTo>
                  <a:lnTo>
                    <a:pt x="1994347" y="3580008"/>
                  </a:lnTo>
                  <a:lnTo>
                    <a:pt x="1994505" y="3580008"/>
                  </a:lnTo>
                  <a:lnTo>
                    <a:pt x="1994505" y="3579577"/>
                  </a:lnTo>
                  <a:lnTo>
                    <a:pt x="1994663" y="3579577"/>
                  </a:lnTo>
                  <a:lnTo>
                    <a:pt x="1994820" y="3579577"/>
                  </a:lnTo>
                  <a:lnTo>
                    <a:pt x="1994820" y="3579147"/>
                  </a:lnTo>
                  <a:lnTo>
                    <a:pt x="1994820" y="3578716"/>
                  </a:lnTo>
                  <a:lnTo>
                    <a:pt x="1994978" y="3578716"/>
                  </a:lnTo>
                  <a:lnTo>
                    <a:pt x="1995136" y="3578716"/>
                  </a:lnTo>
                  <a:lnTo>
                    <a:pt x="1995293" y="3578716"/>
                  </a:lnTo>
                  <a:lnTo>
                    <a:pt x="1995451" y="3578716"/>
                  </a:lnTo>
                  <a:lnTo>
                    <a:pt x="1995451" y="3578286"/>
                  </a:lnTo>
                  <a:lnTo>
                    <a:pt x="1995609" y="3578286"/>
                  </a:lnTo>
                  <a:lnTo>
                    <a:pt x="1995767" y="3578286"/>
                  </a:lnTo>
                  <a:lnTo>
                    <a:pt x="1995767" y="3577855"/>
                  </a:lnTo>
                  <a:lnTo>
                    <a:pt x="1995924" y="3577855"/>
                  </a:lnTo>
                  <a:lnTo>
                    <a:pt x="1996082" y="3577855"/>
                  </a:lnTo>
                  <a:lnTo>
                    <a:pt x="1996240" y="3577855"/>
                  </a:lnTo>
                  <a:lnTo>
                    <a:pt x="1996397" y="3577855"/>
                  </a:lnTo>
                  <a:lnTo>
                    <a:pt x="1996555" y="3577855"/>
                  </a:lnTo>
                  <a:lnTo>
                    <a:pt x="1996713" y="3577855"/>
                  </a:lnTo>
                  <a:lnTo>
                    <a:pt x="1996871" y="3577855"/>
                  </a:lnTo>
                  <a:lnTo>
                    <a:pt x="1997028" y="3577855"/>
                  </a:lnTo>
                  <a:lnTo>
                    <a:pt x="1997028" y="3577424"/>
                  </a:lnTo>
                  <a:lnTo>
                    <a:pt x="1997186" y="3577424"/>
                  </a:lnTo>
                  <a:lnTo>
                    <a:pt x="1997344" y="3577424"/>
                  </a:lnTo>
                  <a:lnTo>
                    <a:pt x="1997501" y="3577424"/>
                  </a:lnTo>
                  <a:lnTo>
                    <a:pt x="1997659" y="3577424"/>
                  </a:lnTo>
                  <a:lnTo>
                    <a:pt x="1997659" y="3576994"/>
                  </a:lnTo>
                  <a:lnTo>
                    <a:pt x="1997817" y="3576994"/>
                  </a:lnTo>
                  <a:lnTo>
                    <a:pt x="1997975" y="3576994"/>
                  </a:lnTo>
                  <a:lnTo>
                    <a:pt x="1998132" y="3576994"/>
                  </a:lnTo>
                  <a:lnTo>
                    <a:pt x="1998290" y="3576994"/>
                  </a:lnTo>
                  <a:lnTo>
                    <a:pt x="1998448" y="3576994"/>
                  </a:lnTo>
                  <a:lnTo>
                    <a:pt x="1998448" y="3576563"/>
                  </a:lnTo>
                  <a:lnTo>
                    <a:pt x="1998606" y="3576563"/>
                  </a:lnTo>
                  <a:lnTo>
                    <a:pt x="1998763" y="3576563"/>
                  </a:lnTo>
                  <a:lnTo>
                    <a:pt x="1998921" y="3576563"/>
                  </a:lnTo>
                  <a:lnTo>
                    <a:pt x="1999079" y="3576563"/>
                  </a:lnTo>
                  <a:lnTo>
                    <a:pt x="1999236" y="3576563"/>
                  </a:lnTo>
                  <a:lnTo>
                    <a:pt x="1999394" y="3576563"/>
                  </a:lnTo>
                  <a:lnTo>
                    <a:pt x="1999394" y="3576133"/>
                  </a:lnTo>
                  <a:lnTo>
                    <a:pt x="1999394" y="3575702"/>
                  </a:lnTo>
                  <a:lnTo>
                    <a:pt x="1999552" y="3575702"/>
                  </a:lnTo>
                  <a:lnTo>
                    <a:pt x="1999710" y="3575702"/>
                  </a:lnTo>
                  <a:lnTo>
                    <a:pt x="1999867" y="3575702"/>
                  </a:lnTo>
                  <a:lnTo>
                    <a:pt x="2000025" y="3575702"/>
                  </a:lnTo>
                  <a:lnTo>
                    <a:pt x="2000183" y="3575702"/>
                  </a:lnTo>
                  <a:lnTo>
                    <a:pt x="2000340" y="3575702"/>
                  </a:lnTo>
                  <a:lnTo>
                    <a:pt x="2000498" y="3575702"/>
                  </a:lnTo>
                  <a:lnTo>
                    <a:pt x="2000498" y="3575271"/>
                  </a:lnTo>
                  <a:lnTo>
                    <a:pt x="2000498" y="3574841"/>
                  </a:lnTo>
                  <a:lnTo>
                    <a:pt x="2000498" y="3574410"/>
                  </a:lnTo>
                  <a:lnTo>
                    <a:pt x="2000656" y="3574410"/>
                  </a:lnTo>
                  <a:lnTo>
                    <a:pt x="2000814" y="3574410"/>
                  </a:lnTo>
                  <a:lnTo>
                    <a:pt x="2000814" y="3573980"/>
                  </a:lnTo>
                  <a:lnTo>
                    <a:pt x="2000971" y="3573980"/>
                  </a:lnTo>
                  <a:lnTo>
                    <a:pt x="2000971" y="3573549"/>
                  </a:lnTo>
                  <a:lnTo>
                    <a:pt x="2001129" y="3573549"/>
                  </a:lnTo>
                  <a:lnTo>
                    <a:pt x="2001287" y="3573549"/>
                  </a:lnTo>
                  <a:lnTo>
                    <a:pt x="2001444" y="3573549"/>
                  </a:lnTo>
                  <a:lnTo>
                    <a:pt x="2001602" y="3573549"/>
                  </a:lnTo>
                  <a:lnTo>
                    <a:pt x="2001602" y="3573118"/>
                  </a:lnTo>
                  <a:lnTo>
                    <a:pt x="2001760" y="3573118"/>
                  </a:lnTo>
                  <a:lnTo>
                    <a:pt x="2001760" y="3572688"/>
                  </a:lnTo>
                  <a:lnTo>
                    <a:pt x="2001918" y="3572688"/>
                  </a:lnTo>
                  <a:lnTo>
                    <a:pt x="2002075" y="3572688"/>
                  </a:lnTo>
                  <a:lnTo>
                    <a:pt x="2002233" y="3572688"/>
                  </a:lnTo>
                  <a:lnTo>
                    <a:pt x="2002391" y="3572688"/>
                  </a:lnTo>
                  <a:lnTo>
                    <a:pt x="2002548" y="3572688"/>
                  </a:lnTo>
                  <a:lnTo>
                    <a:pt x="2002706" y="3572688"/>
                  </a:lnTo>
                  <a:lnTo>
                    <a:pt x="2002864" y="3572688"/>
                  </a:lnTo>
                  <a:lnTo>
                    <a:pt x="2002864" y="3572257"/>
                  </a:lnTo>
                  <a:lnTo>
                    <a:pt x="2003022" y="3572257"/>
                  </a:lnTo>
                  <a:lnTo>
                    <a:pt x="2003179" y="3572257"/>
                  </a:lnTo>
                  <a:lnTo>
                    <a:pt x="2003337" y="3572257"/>
                  </a:lnTo>
                  <a:lnTo>
                    <a:pt x="2003495" y="3572257"/>
                  </a:lnTo>
                  <a:lnTo>
                    <a:pt x="2003495" y="3571827"/>
                  </a:lnTo>
                  <a:lnTo>
                    <a:pt x="2003653" y="3571827"/>
                  </a:lnTo>
                  <a:lnTo>
                    <a:pt x="2003653" y="3571396"/>
                  </a:lnTo>
                  <a:lnTo>
                    <a:pt x="2003653" y="3570965"/>
                  </a:lnTo>
                  <a:lnTo>
                    <a:pt x="2003810" y="3570965"/>
                  </a:lnTo>
                  <a:lnTo>
                    <a:pt x="2003810" y="3570535"/>
                  </a:lnTo>
                  <a:lnTo>
                    <a:pt x="2003810" y="3570104"/>
                  </a:lnTo>
                  <a:lnTo>
                    <a:pt x="2003968" y="3570104"/>
                  </a:lnTo>
                  <a:lnTo>
                    <a:pt x="2004126" y="3570104"/>
                  </a:lnTo>
                  <a:lnTo>
                    <a:pt x="2004126" y="3569674"/>
                  </a:lnTo>
                  <a:lnTo>
                    <a:pt x="2004283" y="3569674"/>
                  </a:lnTo>
                  <a:lnTo>
                    <a:pt x="2004441" y="3569674"/>
                  </a:lnTo>
                  <a:lnTo>
                    <a:pt x="2004599" y="3569674"/>
                  </a:lnTo>
                  <a:lnTo>
                    <a:pt x="2004757" y="3569674"/>
                  </a:lnTo>
                  <a:lnTo>
                    <a:pt x="2004914" y="3569674"/>
                  </a:lnTo>
                  <a:lnTo>
                    <a:pt x="2005072" y="3569674"/>
                  </a:lnTo>
                  <a:lnTo>
                    <a:pt x="2005072" y="3569243"/>
                  </a:lnTo>
                  <a:lnTo>
                    <a:pt x="2005072" y="3568812"/>
                  </a:lnTo>
                  <a:lnTo>
                    <a:pt x="2005072" y="3568382"/>
                  </a:lnTo>
                  <a:lnTo>
                    <a:pt x="2005230" y="3568382"/>
                  </a:lnTo>
                  <a:lnTo>
                    <a:pt x="2005387" y="3568382"/>
                  </a:lnTo>
                  <a:lnTo>
                    <a:pt x="2005387" y="3567951"/>
                  </a:lnTo>
                  <a:lnTo>
                    <a:pt x="2005545" y="3567951"/>
                  </a:lnTo>
                  <a:lnTo>
                    <a:pt x="2005545" y="3567521"/>
                  </a:lnTo>
                  <a:lnTo>
                    <a:pt x="2005545" y="3567090"/>
                  </a:lnTo>
                  <a:lnTo>
                    <a:pt x="2005703" y="3567090"/>
                  </a:lnTo>
                  <a:lnTo>
                    <a:pt x="2005861" y="3567090"/>
                  </a:lnTo>
                  <a:lnTo>
                    <a:pt x="2006018" y="3567090"/>
                  </a:lnTo>
                  <a:lnTo>
                    <a:pt x="2006176" y="3567090"/>
                  </a:lnTo>
                  <a:lnTo>
                    <a:pt x="2006334" y="3567090"/>
                  </a:lnTo>
                  <a:lnTo>
                    <a:pt x="2006491" y="3567090"/>
                  </a:lnTo>
                  <a:lnTo>
                    <a:pt x="2006649" y="3567090"/>
                  </a:lnTo>
                  <a:lnTo>
                    <a:pt x="2006807" y="3567090"/>
                  </a:lnTo>
                  <a:lnTo>
                    <a:pt x="2006965" y="3567090"/>
                  </a:lnTo>
                  <a:lnTo>
                    <a:pt x="2006965" y="3566659"/>
                  </a:lnTo>
                  <a:lnTo>
                    <a:pt x="2007122" y="3566659"/>
                  </a:lnTo>
                  <a:lnTo>
                    <a:pt x="2007280" y="3566659"/>
                  </a:lnTo>
                  <a:lnTo>
                    <a:pt x="2007438" y="3566659"/>
                  </a:lnTo>
                  <a:lnTo>
                    <a:pt x="2007595" y="3566659"/>
                  </a:lnTo>
                  <a:lnTo>
                    <a:pt x="2007595" y="3566229"/>
                  </a:lnTo>
                  <a:lnTo>
                    <a:pt x="2007753" y="3566229"/>
                  </a:lnTo>
                  <a:lnTo>
                    <a:pt x="2007911" y="3566229"/>
                  </a:lnTo>
                  <a:lnTo>
                    <a:pt x="2008069" y="3566229"/>
                  </a:lnTo>
                  <a:lnTo>
                    <a:pt x="2008226" y="3566229"/>
                  </a:lnTo>
                  <a:lnTo>
                    <a:pt x="2008384" y="3566229"/>
                  </a:lnTo>
                  <a:lnTo>
                    <a:pt x="2008542" y="3566229"/>
                  </a:lnTo>
                  <a:lnTo>
                    <a:pt x="2008699" y="3566229"/>
                  </a:lnTo>
                  <a:lnTo>
                    <a:pt x="2008857" y="3566229"/>
                  </a:lnTo>
                  <a:lnTo>
                    <a:pt x="2009015" y="3566229"/>
                  </a:lnTo>
                  <a:lnTo>
                    <a:pt x="2009173" y="3566229"/>
                  </a:lnTo>
                  <a:lnTo>
                    <a:pt x="2009330" y="3566229"/>
                  </a:lnTo>
                  <a:lnTo>
                    <a:pt x="2009330" y="3565798"/>
                  </a:lnTo>
                  <a:lnTo>
                    <a:pt x="2009330" y="3565368"/>
                  </a:lnTo>
                  <a:lnTo>
                    <a:pt x="2009488" y="3565368"/>
                  </a:lnTo>
                  <a:lnTo>
                    <a:pt x="2009646" y="3565368"/>
                  </a:lnTo>
                  <a:lnTo>
                    <a:pt x="2009646" y="3564937"/>
                  </a:lnTo>
                  <a:lnTo>
                    <a:pt x="2009804" y="3564937"/>
                  </a:lnTo>
                  <a:lnTo>
                    <a:pt x="2009961" y="3564937"/>
                  </a:lnTo>
                  <a:lnTo>
                    <a:pt x="2010119" y="3564937"/>
                  </a:lnTo>
                  <a:lnTo>
                    <a:pt x="2010277" y="3564937"/>
                  </a:lnTo>
                  <a:lnTo>
                    <a:pt x="2010277" y="3564506"/>
                  </a:lnTo>
                  <a:lnTo>
                    <a:pt x="2010434" y="3564506"/>
                  </a:lnTo>
                  <a:lnTo>
                    <a:pt x="2010592" y="3564506"/>
                  </a:lnTo>
                  <a:lnTo>
                    <a:pt x="2010592" y="3564076"/>
                  </a:lnTo>
                  <a:lnTo>
                    <a:pt x="2010750" y="3564076"/>
                  </a:lnTo>
                  <a:lnTo>
                    <a:pt x="2010908" y="3564076"/>
                  </a:lnTo>
                  <a:lnTo>
                    <a:pt x="2011065" y="3564076"/>
                  </a:lnTo>
                  <a:lnTo>
                    <a:pt x="2011223" y="3564076"/>
                  </a:lnTo>
                  <a:lnTo>
                    <a:pt x="2011223" y="3563645"/>
                  </a:lnTo>
                  <a:lnTo>
                    <a:pt x="2011381" y="3563645"/>
                  </a:lnTo>
                  <a:lnTo>
                    <a:pt x="2011538" y="3563645"/>
                  </a:lnTo>
                  <a:lnTo>
                    <a:pt x="2011696" y="3563645"/>
                  </a:lnTo>
                  <a:lnTo>
                    <a:pt x="2011696" y="3563215"/>
                  </a:lnTo>
                  <a:lnTo>
                    <a:pt x="2011696" y="3562784"/>
                  </a:lnTo>
                  <a:lnTo>
                    <a:pt x="2011854" y="3562784"/>
                  </a:lnTo>
                  <a:lnTo>
                    <a:pt x="2011854" y="3562353"/>
                  </a:lnTo>
                  <a:lnTo>
                    <a:pt x="2012012" y="3562353"/>
                  </a:lnTo>
                  <a:lnTo>
                    <a:pt x="2012169" y="3562353"/>
                  </a:lnTo>
                  <a:lnTo>
                    <a:pt x="2012327" y="3562353"/>
                  </a:lnTo>
                  <a:lnTo>
                    <a:pt x="2012327" y="3561923"/>
                  </a:lnTo>
                  <a:lnTo>
                    <a:pt x="2012485" y="3561923"/>
                  </a:lnTo>
                  <a:lnTo>
                    <a:pt x="2012642" y="3561923"/>
                  </a:lnTo>
                  <a:lnTo>
                    <a:pt x="2012800" y="3561923"/>
                  </a:lnTo>
                  <a:lnTo>
                    <a:pt x="2012958" y="3561923"/>
                  </a:lnTo>
                  <a:lnTo>
                    <a:pt x="2012958" y="3561492"/>
                  </a:lnTo>
                  <a:lnTo>
                    <a:pt x="2012958" y="3561062"/>
                  </a:lnTo>
                  <a:lnTo>
                    <a:pt x="2012958" y="3560631"/>
                  </a:lnTo>
                  <a:lnTo>
                    <a:pt x="2013116" y="3560631"/>
                  </a:lnTo>
                  <a:lnTo>
                    <a:pt x="2013273" y="3560631"/>
                  </a:lnTo>
                  <a:lnTo>
                    <a:pt x="2013431" y="3560631"/>
                  </a:lnTo>
                  <a:lnTo>
                    <a:pt x="2013431" y="3560200"/>
                  </a:lnTo>
                  <a:lnTo>
                    <a:pt x="2013589" y="3560200"/>
                  </a:lnTo>
                  <a:lnTo>
                    <a:pt x="2013746" y="3560200"/>
                  </a:lnTo>
                  <a:lnTo>
                    <a:pt x="2013904" y="3560200"/>
                  </a:lnTo>
                  <a:lnTo>
                    <a:pt x="2013904" y="3559770"/>
                  </a:lnTo>
                  <a:lnTo>
                    <a:pt x="2013904" y="3559339"/>
                  </a:lnTo>
                  <a:lnTo>
                    <a:pt x="2014062" y="3559339"/>
                  </a:lnTo>
                  <a:lnTo>
                    <a:pt x="2014220" y="3559339"/>
                  </a:lnTo>
                  <a:lnTo>
                    <a:pt x="2014377" y="3559339"/>
                  </a:lnTo>
                  <a:lnTo>
                    <a:pt x="2014377" y="3558909"/>
                  </a:lnTo>
                  <a:lnTo>
                    <a:pt x="2014535" y="3558909"/>
                  </a:lnTo>
                  <a:lnTo>
                    <a:pt x="2014693" y="3558909"/>
                  </a:lnTo>
                  <a:lnTo>
                    <a:pt x="2014693" y="3558478"/>
                  </a:lnTo>
                  <a:lnTo>
                    <a:pt x="2014693" y="3558047"/>
                  </a:lnTo>
                  <a:lnTo>
                    <a:pt x="2014851" y="3558047"/>
                  </a:lnTo>
                  <a:lnTo>
                    <a:pt x="2015008" y="3558047"/>
                  </a:lnTo>
                  <a:lnTo>
                    <a:pt x="2015008" y="3557617"/>
                  </a:lnTo>
                  <a:lnTo>
                    <a:pt x="2015166" y="3557617"/>
                  </a:lnTo>
                  <a:lnTo>
                    <a:pt x="2015166" y="3557186"/>
                  </a:lnTo>
                  <a:lnTo>
                    <a:pt x="2015324" y="3557186"/>
                  </a:lnTo>
                  <a:lnTo>
                    <a:pt x="2015481" y="3557186"/>
                  </a:lnTo>
                  <a:lnTo>
                    <a:pt x="2015481" y="3556756"/>
                  </a:lnTo>
                  <a:lnTo>
                    <a:pt x="2015481" y="3556325"/>
                  </a:lnTo>
                  <a:lnTo>
                    <a:pt x="2015481" y="3555894"/>
                  </a:lnTo>
                  <a:lnTo>
                    <a:pt x="2015639" y="3555894"/>
                  </a:lnTo>
                  <a:lnTo>
                    <a:pt x="2015797" y="3555894"/>
                  </a:lnTo>
                  <a:lnTo>
                    <a:pt x="2015955" y="3555894"/>
                  </a:lnTo>
                  <a:lnTo>
                    <a:pt x="2015955" y="3555464"/>
                  </a:lnTo>
                  <a:lnTo>
                    <a:pt x="2016112" y="3555464"/>
                  </a:lnTo>
                  <a:lnTo>
                    <a:pt x="2016270" y="3555464"/>
                  </a:lnTo>
                  <a:lnTo>
                    <a:pt x="2016428" y="3555464"/>
                  </a:lnTo>
                  <a:lnTo>
                    <a:pt x="2016428" y="3555033"/>
                  </a:lnTo>
                  <a:lnTo>
                    <a:pt x="2016585" y="3555033"/>
                  </a:lnTo>
                  <a:lnTo>
                    <a:pt x="2016743" y="3555033"/>
                  </a:lnTo>
                  <a:lnTo>
                    <a:pt x="2016901" y="3555033"/>
                  </a:lnTo>
                  <a:lnTo>
                    <a:pt x="2017059" y="3555033"/>
                  </a:lnTo>
                  <a:lnTo>
                    <a:pt x="2017216" y="3555033"/>
                  </a:lnTo>
                  <a:lnTo>
                    <a:pt x="2017374" y="3555033"/>
                  </a:lnTo>
                  <a:lnTo>
                    <a:pt x="2017532" y="3555033"/>
                  </a:lnTo>
                  <a:lnTo>
                    <a:pt x="2017532" y="3554603"/>
                  </a:lnTo>
                  <a:lnTo>
                    <a:pt x="2017532" y="3554172"/>
                  </a:lnTo>
                  <a:lnTo>
                    <a:pt x="2017532" y="3553741"/>
                  </a:lnTo>
                  <a:lnTo>
                    <a:pt x="2017689" y="3553741"/>
                  </a:lnTo>
                  <a:lnTo>
                    <a:pt x="2017847" y="3553741"/>
                  </a:lnTo>
                  <a:lnTo>
                    <a:pt x="2018005" y="3553741"/>
                  </a:lnTo>
                  <a:lnTo>
                    <a:pt x="2018005" y="3553311"/>
                  </a:lnTo>
                  <a:lnTo>
                    <a:pt x="2018005" y="3552880"/>
                  </a:lnTo>
                  <a:lnTo>
                    <a:pt x="2018005" y="3552450"/>
                  </a:lnTo>
                  <a:lnTo>
                    <a:pt x="2018163" y="3552450"/>
                  </a:lnTo>
                  <a:lnTo>
                    <a:pt x="2018320" y="3552450"/>
                  </a:lnTo>
                  <a:lnTo>
                    <a:pt x="2018478" y="3552450"/>
                  </a:lnTo>
                  <a:lnTo>
                    <a:pt x="2018636" y="3552450"/>
                  </a:lnTo>
                  <a:lnTo>
                    <a:pt x="2018793" y="3552450"/>
                  </a:lnTo>
                  <a:lnTo>
                    <a:pt x="2018951" y="3552450"/>
                  </a:lnTo>
                  <a:lnTo>
                    <a:pt x="2018951" y="3552019"/>
                  </a:lnTo>
                  <a:lnTo>
                    <a:pt x="2019109" y="3552019"/>
                  </a:lnTo>
                  <a:lnTo>
                    <a:pt x="2019109" y="3551588"/>
                  </a:lnTo>
                  <a:lnTo>
                    <a:pt x="2019267" y="3551588"/>
                  </a:lnTo>
                  <a:lnTo>
                    <a:pt x="2019424" y="3551588"/>
                  </a:lnTo>
                  <a:lnTo>
                    <a:pt x="2019582" y="3551588"/>
                  </a:lnTo>
                  <a:lnTo>
                    <a:pt x="2019582" y="3551158"/>
                  </a:lnTo>
                  <a:lnTo>
                    <a:pt x="2019740" y="3551158"/>
                  </a:lnTo>
                  <a:lnTo>
                    <a:pt x="2019897" y="3551158"/>
                  </a:lnTo>
                  <a:lnTo>
                    <a:pt x="2020055" y="3551158"/>
                  </a:lnTo>
                  <a:lnTo>
                    <a:pt x="2020055" y="3550727"/>
                  </a:lnTo>
                  <a:lnTo>
                    <a:pt x="2020213" y="3550727"/>
                  </a:lnTo>
                  <a:lnTo>
                    <a:pt x="2020371" y="3550727"/>
                  </a:lnTo>
                  <a:lnTo>
                    <a:pt x="2020528" y="3550727"/>
                  </a:lnTo>
                  <a:lnTo>
                    <a:pt x="2020528" y="3550297"/>
                  </a:lnTo>
                  <a:lnTo>
                    <a:pt x="2020528" y="3549866"/>
                  </a:lnTo>
                  <a:lnTo>
                    <a:pt x="2020686" y="3549866"/>
                  </a:lnTo>
                  <a:lnTo>
                    <a:pt x="2020686" y="3549435"/>
                  </a:lnTo>
                  <a:lnTo>
                    <a:pt x="2020844" y="3549435"/>
                  </a:lnTo>
                  <a:lnTo>
                    <a:pt x="2021002" y="3549435"/>
                  </a:lnTo>
                  <a:lnTo>
                    <a:pt x="2021159" y="3549435"/>
                  </a:lnTo>
                  <a:lnTo>
                    <a:pt x="2021317" y="3549435"/>
                  </a:lnTo>
                  <a:lnTo>
                    <a:pt x="2021317" y="3549005"/>
                  </a:lnTo>
                  <a:lnTo>
                    <a:pt x="2021475" y="3549005"/>
                  </a:lnTo>
                  <a:lnTo>
                    <a:pt x="2021632" y="3549005"/>
                  </a:lnTo>
                  <a:lnTo>
                    <a:pt x="2021790" y="3549005"/>
                  </a:lnTo>
                  <a:lnTo>
                    <a:pt x="2021948" y="3549005"/>
                  </a:lnTo>
                  <a:lnTo>
                    <a:pt x="2022106" y="3549005"/>
                  </a:lnTo>
                  <a:lnTo>
                    <a:pt x="2022263" y="3549005"/>
                  </a:lnTo>
                  <a:lnTo>
                    <a:pt x="2022263" y="3548574"/>
                  </a:lnTo>
                  <a:lnTo>
                    <a:pt x="2022263" y="3548144"/>
                  </a:lnTo>
                  <a:lnTo>
                    <a:pt x="2022421" y="3548144"/>
                  </a:lnTo>
                  <a:lnTo>
                    <a:pt x="2022579" y="3548144"/>
                  </a:lnTo>
                  <a:lnTo>
                    <a:pt x="2022736" y="3548144"/>
                  </a:lnTo>
                  <a:lnTo>
                    <a:pt x="2022736" y="3547713"/>
                  </a:lnTo>
                  <a:lnTo>
                    <a:pt x="2022736" y="3547282"/>
                  </a:lnTo>
                  <a:lnTo>
                    <a:pt x="2022736" y="3546852"/>
                  </a:lnTo>
                  <a:lnTo>
                    <a:pt x="2022736" y="3546421"/>
                  </a:lnTo>
                  <a:lnTo>
                    <a:pt x="2022894" y="3546421"/>
                  </a:lnTo>
                  <a:lnTo>
                    <a:pt x="2023052" y="3546421"/>
                  </a:lnTo>
                  <a:lnTo>
                    <a:pt x="2023052" y="3545991"/>
                  </a:lnTo>
                  <a:lnTo>
                    <a:pt x="2023210" y="3545991"/>
                  </a:lnTo>
                  <a:lnTo>
                    <a:pt x="2023367" y="3545991"/>
                  </a:lnTo>
                  <a:lnTo>
                    <a:pt x="2023367" y="3545560"/>
                  </a:lnTo>
                  <a:lnTo>
                    <a:pt x="2023525" y="3545560"/>
                  </a:lnTo>
                  <a:lnTo>
                    <a:pt x="2023683" y="3545560"/>
                  </a:lnTo>
                  <a:lnTo>
                    <a:pt x="2023840" y="3545560"/>
                  </a:lnTo>
                  <a:lnTo>
                    <a:pt x="2023998" y="3545560"/>
                  </a:lnTo>
                  <a:lnTo>
                    <a:pt x="2024156" y="3545560"/>
                  </a:lnTo>
                  <a:lnTo>
                    <a:pt x="2024314" y="3545560"/>
                  </a:lnTo>
                  <a:lnTo>
                    <a:pt x="2024471" y="3545560"/>
                  </a:lnTo>
                  <a:lnTo>
                    <a:pt x="2024471" y="3545129"/>
                  </a:lnTo>
                  <a:lnTo>
                    <a:pt x="2024471" y="3544699"/>
                  </a:lnTo>
                  <a:lnTo>
                    <a:pt x="2024629" y="3544699"/>
                  </a:lnTo>
                  <a:lnTo>
                    <a:pt x="2024787" y="3544699"/>
                  </a:lnTo>
                  <a:lnTo>
                    <a:pt x="2024787" y="3544268"/>
                  </a:lnTo>
                  <a:lnTo>
                    <a:pt x="2024944" y="3544268"/>
                  </a:lnTo>
                  <a:lnTo>
                    <a:pt x="2025102" y="3544268"/>
                  </a:lnTo>
                  <a:lnTo>
                    <a:pt x="2025260" y="3544268"/>
                  </a:lnTo>
                  <a:lnTo>
                    <a:pt x="2025418" y="3544268"/>
                  </a:lnTo>
                  <a:lnTo>
                    <a:pt x="2025418" y="3543838"/>
                  </a:lnTo>
                  <a:lnTo>
                    <a:pt x="2025575" y="3543838"/>
                  </a:lnTo>
                  <a:lnTo>
                    <a:pt x="2025733" y="3543838"/>
                  </a:lnTo>
                  <a:lnTo>
                    <a:pt x="2025891" y="3543838"/>
                  </a:lnTo>
                  <a:lnTo>
                    <a:pt x="2026049" y="3543838"/>
                  </a:lnTo>
                  <a:lnTo>
                    <a:pt x="2026049" y="3543407"/>
                  </a:lnTo>
                  <a:lnTo>
                    <a:pt x="2026206" y="3543407"/>
                  </a:lnTo>
                  <a:lnTo>
                    <a:pt x="2026364" y="3543407"/>
                  </a:lnTo>
                  <a:lnTo>
                    <a:pt x="2026364" y="3542976"/>
                  </a:lnTo>
                  <a:lnTo>
                    <a:pt x="2026522" y="3542976"/>
                  </a:lnTo>
                  <a:lnTo>
                    <a:pt x="2026522" y="3542546"/>
                  </a:lnTo>
                  <a:lnTo>
                    <a:pt x="2026522" y="3542115"/>
                  </a:lnTo>
                  <a:lnTo>
                    <a:pt x="2026522" y="3541685"/>
                  </a:lnTo>
                  <a:lnTo>
                    <a:pt x="2026679" y="3541685"/>
                  </a:lnTo>
                  <a:lnTo>
                    <a:pt x="2026679" y="3541254"/>
                  </a:lnTo>
                  <a:lnTo>
                    <a:pt x="2026837" y="3541254"/>
                  </a:lnTo>
                  <a:lnTo>
                    <a:pt x="2026837" y="3540823"/>
                  </a:lnTo>
                  <a:lnTo>
                    <a:pt x="2026837" y="3540393"/>
                  </a:lnTo>
                  <a:lnTo>
                    <a:pt x="2026995" y="3540393"/>
                  </a:lnTo>
                  <a:lnTo>
                    <a:pt x="2026995" y="3539962"/>
                  </a:lnTo>
                  <a:lnTo>
                    <a:pt x="2027153" y="3539962"/>
                  </a:lnTo>
                  <a:lnTo>
                    <a:pt x="2027153" y="3539532"/>
                  </a:lnTo>
                  <a:lnTo>
                    <a:pt x="2027153" y="3539101"/>
                  </a:lnTo>
                  <a:lnTo>
                    <a:pt x="2027153" y="3538670"/>
                  </a:lnTo>
                  <a:lnTo>
                    <a:pt x="2027310" y="3538670"/>
                  </a:lnTo>
                  <a:lnTo>
                    <a:pt x="2027310" y="3538240"/>
                  </a:lnTo>
                  <a:lnTo>
                    <a:pt x="2027468" y="3538240"/>
                  </a:lnTo>
                  <a:lnTo>
                    <a:pt x="2027468" y="3537809"/>
                  </a:lnTo>
                  <a:lnTo>
                    <a:pt x="2027626" y="3537809"/>
                  </a:lnTo>
                  <a:lnTo>
                    <a:pt x="2027626" y="3537379"/>
                  </a:lnTo>
                  <a:lnTo>
                    <a:pt x="2027626" y="3536948"/>
                  </a:lnTo>
                  <a:lnTo>
                    <a:pt x="2027783" y="3536948"/>
                  </a:lnTo>
                  <a:lnTo>
                    <a:pt x="2027941" y="3536948"/>
                  </a:lnTo>
                  <a:lnTo>
                    <a:pt x="2028099" y="3536948"/>
                  </a:lnTo>
                  <a:lnTo>
                    <a:pt x="2028257" y="3536948"/>
                  </a:lnTo>
                  <a:lnTo>
                    <a:pt x="2028414" y="3536948"/>
                  </a:lnTo>
                  <a:lnTo>
                    <a:pt x="2028572" y="3536948"/>
                  </a:lnTo>
                  <a:lnTo>
                    <a:pt x="2028730" y="3536948"/>
                  </a:lnTo>
                  <a:lnTo>
                    <a:pt x="2028730" y="3536517"/>
                  </a:lnTo>
                  <a:lnTo>
                    <a:pt x="2028730" y="3536087"/>
                  </a:lnTo>
                  <a:lnTo>
                    <a:pt x="2028887" y="3536087"/>
                  </a:lnTo>
                  <a:lnTo>
                    <a:pt x="2028887" y="3535656"/>
                  </a:lnTo>
                  <a:lnTo>
                    <a:pt x="2028887" y="3535226"/>
                  </a:lnTo>
                  <a:lnTo>
                    <a:pt x="2029045" y="3535226"/>
                  </a:lnTo>
                  <a:lnTo>
                    <a:pt x="2029203" y="3535226"/>
                  </a:lnTo>
                  <a:lnTo>
                    <a:pt x="2029361" y="3535226"/>
                  </a:lnTo>
                  <a:lnTo>
                    <a:pt x="2029518" y="3535226"/>
                  </a:lnTo>
                  <a:lnTo>
                    <a:pt x="2029518" y="3534795"/>
                  </a:lnTo>
                  <a:lnTo>
                    <a:pt x="2029676" y="3534795"/>
                  </a:lnTo>
                  <a:lnTo>
                    <a:pt x="2029834" y="3534795"/>
                  </a:lnTo>
                  <a:lnTo>
                    <a:pt x="2029991" y="3534795"/>
                  </a:lnTo>
                  <a:lnTo>
                    <a:pt x="2030149" y="3534795"/>
                  </a:lnTo>
                  <a:lnTo>
                    <a:pt x="2030307" y="3534795"/>
                  </a:lnTo>
                  <a:lnTo>
                    <a:pt x="2030307" y="3534364"/>
                  </a:lnTo>
                  <a:lnTo>
                    <a:pt x="2030307" y="3533934"/>
                  </a:lnTo>
                  <a:lnTo>
                    <a:pt x="2030465" y="3533934"/>
                  </a:lnTo>
                  <a:lnTo>
                    <a:pt x="2030622" y="3533934"/>
                  </a:lnTo>
                  <a:lnTo>
                    <a:pt x="2030780" y="3533934"/>
                  </a:lnTo>
                  <a:lnTo>
                    <a:pt x="2030780" y="3533503"/>
                  </a:lnTo>
                  <a:lnTo>
                    <a:pt x="2030938" y="3533503"/>
                  </a:lnTo>
                  <a:lnTo>
                    <a:pt x="2031095" y="3533503"/>
                  </a:lnTo>
                  <a:lnTo>
                    <a:pt x="2031095" y="3533073"/>
                  </a:lnTo>
                  <a:lnTo>
                    <a:pt x="2031253" y="3533073"/>
                  </a:lnTo>
                  <a:lnTo>
                    <a:pt x="2031411" y="3533073"/>
                  </a:lnTo>
                  <a:lnTo>
                    <a:pt x="2031569" y="3533073"/>
                  </a:lnTo>
                  <a:lnTo>
                    <a:pt x="2031726" y="3533073"/>
                  </a:lnTo>
                  <a:lnTo>
                    <a:pt x="2031726" y="3532642"/>
                  </a:lnTo>
                  <a:lnTo>
                    <a:pt x="2031726" y="3532211"/>
                  </a:lnTo>
                  <a:lnTo>
                    <a:pt x="2031726" y="3531781"/>
                  </a:lnTo>
                  <a:lnTo>
                    <a:pt x="2031884" y="3531781"/>
                  </a:lnTo>
                  <a:lnTo>
                    <a:pt x="2032042" y="3531781"/>
                  </a:lnTo>
                  <a:lnTo>
                    <a:pt x="2032200" y="3531781"/>
                  </a:lnTo>
                  <a:lnTo>
                    <a:pt x="2032357" y="3531781"/>
                  </a:lnTo>
                  <a:lnTo>
                    <a:pt x="2032515" y="3531781"/>
                  </a:lnTo>
                  <a:lnTo>
                    <a:pt x="2032515" y="3531350"/>
                  </a:lnTo>
                  <a:lnTo>
                    <a:pt x="2032515" y="3530920"/>
                  </a:lnTo>
                  <a:lnTo>
                    <a:pt x="2032673" y="3530920"/>
                  </a:lnTo>
                  <a:lnTo>
                    <a:pt x="2032830" y="3530920"/>
                  </a:lnTo>
                  <a:lnTo>
                    <a:pt x="2032988" y="3530920"/>
                  </a:lnTo>
                  <a:lnTo>
                    <a:pt x="2033146" y="3530920"/>
                  </a:lnTo>
                  <a:lnTo>
                    <a:pt x="2033304" y="3530920"/>
                  </a:lnTo>
                  <a:lnTo>
                    <a:pt x="2033461" y="3530920"/>
                  </a:lnTo>
                  <a:lnTo>
                    <a:pt x="2033461" y="3530489"/>
                  </a:lnTo>
                  <a:lnTo>
                    <a:pt x="2033461" y="3530058"/>
                  </a:lnTo>
                  <a:lnTo>
                    <a:pt x="2033619" y="3530058"/>
                  </a:lnTo>
                  <a:lnTo>
                    <a:pt x="2033777" y="3530058"/>
                  </a:lnTo>
                  <a:lnTo>
                    <a:pt x="2033934" y="3530058"/>
                  </a:lnTo>
                  <a:lnTo>
                    <a:pt x="2034092" y="3530058"/>
                  </a:lnTo>
                  <a:lnTo>
                    <a:pt x="2034092" y="3529628"/>
                  </a:lnTo>
                  <a:lnTo>
                    <a:pt x="2034250" y="3529628"/>
                  </a:lnTo>
                  <a:lnTo>
                    <a:pt x="2034408" y="3529628"/>
                  </a:lnTo>
                  <a:lnTo>
                    <a:pt x="2034565" y="3529628"/>
                  </a:lnTo>
                  <a:lnTo>
                    <a:pt x="2034565" y="3529197"/>
                  </a:lnTo>
                  <a:lnTo>
                    <a:pt x="2034565" y="3528767"/>
                  </a:lnTo>
                  <a:lnTo>
                    <a:pt x="2034565" y="3528336"/>
                  </a:lnTo>
                  <a:lnTo>
                    <a:pt x="2034723" y="3528336"/>
                  </a:lnTo>
                  <a:lnTo>
                    <a:pt x="2034881" y="3528336"/>
                  </a:lnTo>
                  <a:lnTo>
                    <a:pt x="2035038" y="3528336"/>
                  </a:lnTo>
                  <a:lnTo>
                    <a:pt x="2035196" y="3528336"/>
                  </a:lnTo>
                  <a:lnTo>
                    <a:pt x="2035196" y="3527905"/>
                  </a:lnTo>
                  <a:lnTo>
                    <a:pt x="2035196" y="3527475"/>
                  </a:lnTo>
                  <a:lnTo>
                    <a:pt x="2035196" y="3527044"/>
                  </a:lnTo>
                  <a:lnTo>
                    <a:pt x="2035354" y="3527044"/>
                  </a:lnTo>
                  <a:lnTo>
                    <a:pt x="2035512" y="3527044"/>
                  </a:lnTo>
                  <a:lnTo>
                    <a:pt x="2035669" y="3527044"/>
                  </a:lnTo>
                  <a:lnTo>
                    <a:pt x="2035827" y="3527044"/>
                  </a:lnTo>
                  <a:lnTo>
                    <a:pt x="2035985" y="3527044"/>
                  </a:lnTo>
                  <a:lnTo>
                    <a:pt x="2035985" y="3526614"/>
                  </a:lnTo>
                  <a:lnTo>
                    <a:pt x="2036142" y="3526614"/>
                  </a:lnTo>
                  <a:lnTo>
                    <a:pt x="2036300" y="3526614"/>
                  </a:lnTo>
                  <a:lnTo>
                    <a:pt x="2036458" y="3526614"/>
                  </a:lnTo>
                  <a:lnTo>
                    <a:pt x="2036616" y="3526614"/>
                  </a:lnTo>
                  <a:lnTo>
                    <a:pt x="2036773" y="3526614"/>
                  </a:lnTo>
                  <a:lnTo>
                    <a:pt x="2036773" y="3526183"/>
                  </a:lnTo>
                  <a:lnTo>
                    <a:pt x="2036931" y="3526183"/>
                  </a:lnTo>
                  <a:lnTo>
                    <a:pt x="2037089" y="3526183"/>
                  </a:lnTo>
                  <a:lnTo>
                    <a:pt x="2037089" y="3525752"/>
                  </a:lnTo>
                  <a:lnTo>
                    <a:pt x="2037247" y="3525752"/>
                  </a:lnTo>
                  <a:lnTo>
                    <a:pt x="2037404" y="3525752"/>
                  </a:lnTo>
                  <a:lnTo>
                    <a:pt x="2037404" y="3525322"/>
                  </a:lnTo>
                  <a:lnTo>
                    <a:pt x="2037562" y="3525322"/>
                  </a:lnTo>
                  <a:lnTo>
                    <a:pt x="2037562" y="3524891"/>
                  </a:lnTo>
                  <a:lnTo>
                    <a:pt x="2037720" y="3524891"/>
                  </a:lnTo>
                  <a:lnTo>
                    <a:pt x="2037720" y="3524461"/>
                  </a:lnTo>
                  <a:lnTo>
                    <a:pt x="2037877" y="3524461"/>
                  </a:lnTo>
                  <a:lnTo>
                    <a:pt x="2037877" y="3524030"/>
                  </a:lnTo>
                  <a:lnTo>
                    <a:pt x="2038035" y="3524030"/>
                  </a:lnTo>
                  <a:lnTo>
                    <a:pt x="2038035" y="3523599"/>
                  </a:lnTo>
                  <a:lnTo>
                    <a:pt x="2038193" y="3523599"/>
                  </a:lnTo>
                  <a:lnTo>
                    <a:pt x="2038193" y="3523169"/>
                  </a:lnTo>
                  <a:lnTo>
                    <a:pt x="2038351" y="3523169"/>
                  </a:lnTo>
                  <a:lnTo>
                    <a:pt x="2038508" y="3523169"/>
                  </a:lnTo>
                  <a:lnTo>
                    <a:pt x="2038666" y="3523169"/>
                  </a:lnTo>
                  <a:lnTo>
                    <a:pt x="2038666" y="3522738"/>
                  </a:lnTo>
                  <a:lnTo>
                    <a:pt x="2038824" y="3522738"/>
                  </a:lnTo>
                  <a:lnTo>
                    <a:pt x="2038981" y="3522738"/>
                  </a:lnTo>
                  <a:lnTo>
                    <a:pt x="2038981" y="3522308"/>
                  </a:lnTo>
                  <a:lnTo>
                    <a:pt x="2039139" y="3522308"/>
                  </a:lnTo>
                  <a:lnTo>
                    <a:pt x="2039297" y="3522308"/>
                  </a:lnTo>
                  <a:lnTo>
                    <a:pt x="2039455" y="3522308"/>
                  </a:lnTo>
                  <a:lnTo>
                    <a:pt x="2039612" y="3522308"/>
                  </a:lnTo>
                  <a:lnTo>
                    <a:pt x="2039770" y="3522308"/>
                  </a:lnTo>
                  <a:lnTo>
                    <a:pt x="2039770" y="3521877"/>
                  </a:lnTo>
                  <a:lnTo>
                    <a:pt x="2039928" y="3521877"/>
                  </a:lnTo>
                  <a:lnTo>
                    <a:pt x="2040085" y="3521877"/>
                  </a:lnTo>
                  <a:lnTo>
                    <a:pt x="2040243" y="3521877"/>
                  </a:lnTo>
                  <a:lnTo>
                    <a:pt x="2040401" y="3521877"/>
                  </a:lnTo>
                  <a:lnTo>
                    <a:pt x="2040401" y="3521446"/>
                  </a:lnTo>
                  <a:lnTo>
                    <a:pt x="2040559" y="3521446"/>
                  </a:lnTo>
                  <a:lnTo>
                    <a:pt x="2040716" y="3521446"/>
                  </a:lnTo>
                  <a:lnTo>
                    <a:pt x="2040874" y="3521446"/>
                  </a:lnTo>
                  <a:lnTo>
                    <a:pt x="2040874" y="3521016"/>
                  </a:lnTo>
                  <a:lnTo>
                    <a:pt x="2041032" y="3521016"/>
                  </a:lnTo>
                  <a:lnTo>
                    <a:pt x="2041189" y="3521016"/>
                  </a:lnTo>
                  <a:lnTo>
                    <a:pt x="2041189" y="3520585"/>
                  </a:lnTo>
                  <a:lnTo>
                    <a:pt x="2041189" y="3520155"/>
                  </a:lnTo>
                  <a:lnTo>
                    <a:pt x="2041189" y="3519724"/>
                  </a:lnTo>
                  <a:lnTo>
                    <a:pt x="2041347" y="3519724"/>
                  </a:lnTo>
                  <a:lnTo>
                    <a:pt x="2041505" y="3519724"/>
                  </a:lnTo>
                  <a:lnTo>
                    <a:pt x="2041663" y="3519724"/>
                  </a:lnTo>
                  <a:lnTo>
                    <a:pt x="2041820" y="3519724"/>
                  </a:lnTo>
                  <a:lnTo>
                    <a:pt x="2041820" y="3519293"/>
                  </a:lnTo>
                  <a:lnTo>
                    <a:pt x="2041820" y="3518863"/>
                  </a:lnTo>
                  <a:lnTo>
                    <a:pt x="2041820" y="3518432"/>
                  </a:lnTo>
                  <a:lnTo>
                    <a:pt x="2041978" y="3518432"/>
                  </a:lnTo>
                  <a:lnTo>
                    <a:pt x="2041978" y="3518002"/>
                  </a:lnTo>
                  <a:lnTo>
                    <a:pt x="2042136" y="3518002"/>
                  </a:lnTo>
                  <a:lnTo>
                    <a:pt x="2042293" y="3518002"/>
                  </a:lnTo>
                  <a:lnTo>
                    <a:pt x="2042293" y="3517571"/>
                  </a:lnTo>
                  <a:lnTo>
                    <a:pt x="2042451" y="3517571"/>
                  </a:lnTo>
                  <a:lnTo>
                    <a:pt x="2042609" y="3517571"/>
                  </a:lnTo>
                  <a:lnTo>
                    <a:pt x="2042767" y="3517571"/>
                  </a:lnTo>
                  <a:lnTo>
                    <a:pt x="2042924" y="3517571"/>
                  </a:lnTo>
                  <a:lnTo>
                    <a:pt x="2043082" y="3517571"/>
                  </a:lnTo>
                  <a:lnTo>
                    <a:pt x="2043240" y="3517571"/>
                  </a:lnTo>
                  <a:lnTo>
                    <a:pt x="2043398" y="3517571"/>
                  </a:lnTo>
                  <a:lnTo>
                    <a:pt x="2043555" y="3517571"/>
                  </a:lnTo>
                  <a:lnTo>
                    <a:pt x="2043713" y="3517571"/>
                  </a:lnTo>
                  <a:lnTo>
                    <a:pt x="2043871" y="3517571"/>
                  </a:lnTo>
                  <a:lnTo>
                    <a:pt x="2044028" y="3517571"/>
                  </a:lnTo>
                  <a:lnTo>
                    <a:pt x="2044186" y="3517571"/>
                  </a:lnTo>
                  <a:lnTo>
                    <a:pt x="2044344" y="3517571"/>
                  </a:lnTo>
                  <a:lnTo>
                    <a:pt x="2044502" y="3517571"/>
                  </a:lnTo>
                  <a:lnTo>
                    <a:pt x="2044659" y="3517571"/>
                  </a:lnTo>
                  <a:lnTo>
                    <a:pt x="2044659" y="3517140"/>
                  </a:lnTo>
                  <a:lnTo>
                    <a:pt x="2044817" y="3517140"/>
                  </a:lnTo>
                  <a:lnTo>
                    <a:pt x="2044975" y="3517140"/>
                  </a:lnTo>
                  <a:lnTo>
                    <a:pt x="2045132" y="3517140"/>
                  </a:lnTo>
                  <a:lnTo>
                    <a:pt x="2045290" y="3517140"/>
                  </a:lnTo>
                  <a:lnTo>
                    <a:pt x="2045448" y="3517140"/>
                  </a:lnTo>
                  <a:lnTo>
                    <a:pt x="2045606" y="3517140"/>
                  </a:lnTo>
                  <a:lnTo>
                    <a:pt x="2045763" y="3517140"/>
                  </a:lnTo>
                  <a:lnTo>
                    <a:pt x="2045921" y="3517140"/>
                  </a:lnTo>
                  <a:lnTo>
                    <a:pt x="2046079" y="3517140"/>
                  </a:lnTo>
                  <a:lnTo>
                    <a:pt x="2046236" y="3517140"/>
                  </a:lnTo>
                  <a:lnTo>
                    <a:pt x="2046394" y="3517140"/>
                  </a:lnTo>
                  <a:lnTo>
                    <a:pt x="2046552" y="3517140"/>
                  </a:lnTo>
                  <a:lnTo>
                    <a:pt x="2046710" y="3517140"/>
                  </a:lnTo>
                  <a:lnTo>
                    <a:pt x="2046710" y="3516710"/>
                  </a:lnTo>
                  <a:lnTo>
                    <a:pt x="2046710" y="3516279"/>
                  </a:lnTo>
                  <a:lnTo>
                    <a:pt x="2046867" y="3516279"/>
                  </a:lnTo>
                  <a:lnTo>
                    <a:pt x="2047025" y="3516279"/>
                  </a:lnTo>
                  <a:lnTo>
                    <a:pt x="2047183" y="3516279"/>
                  </a:lnTo>
                  <a:lnTo>
                    <a:pt x="2047340" y="3516279"/>
                  </a:lnTo>
                  <a:lnTo>
                    <a:pt x="2047498" y="3516279"/>
                  </a:lnTo>
                  <a:lnTo>
                    <a:pt x="2047498" y="3515849"/>
                  </a:lnTo>
                  <a:lnTo>
                    <a:pt x="2047656" y="3515849"/>
                  </a:lnTo>
                  <a:lnTo>
                    <a:pt x="2047656" y="3515418"/>
                  </a:lnTo>
                  <a:lnTo>
                    <a:pt x="2047814" y="3515418"/>
                  </a:lnTo>
                  <a:lnTo>
                    <a:pt x="2047814" y="3514987"/>
                  </a:lnTo>
                  <a:lnTo>
                    <a:pt x="2047971" y="3514987"/>
                  </a:lnTo>
                  <a:lnTo>
                    <a:pt x="2047971" y="3514557"/>
                  </a:lnTo>
                  <a:lnTo>
                    <a:pt x="2048129" y="3514557"/>
                  </a:lnTo>
                  <a:lnTo>
                    <a:pt x="2048287" y="3514557"/>
                  </a:lnTo>
                  <a:lnTo>
                    <a:pt x="2048444" y="3514557"/>
                  </a:lnTo>
                  <a:lnTo>
                    <a:pt x="2048444" y="3514126"/>
                  </a:lnTo>
                  <a:lnTo>
                    <a:pt x="2048602" y="3514126"/>
                  </a:lnTo>
                  <a:lnTo>
                    <a:pt x="2048760" y="3514126"/>
                  </a:lnTo>
                  <a:lnTo>
                    <a:pt x="2048918" y="3514126"/>
                  </a:lnTo>
                  <a:lnTo>
                    <a:pt x="2049075" y="3514126"/>
                  </a:lnTo>
                  <a:lnTo>
                    <a:pt x="2049233" y="3514126"/>
                  </a:lnTo>
                  <a:lnTo>
                    <a:pt x="2049391" y="3514126"/>
                  </a:lnTo>
                  <a:lnTo>
                    <a:pt x="2049549" y="3514126"/>
                  </a:lnTo>
                  <a:lnTo>
                    <a:pt x="2049706" y="3514126"/>
                  </a:lnTo>
                  <a:lnTo>
                    <a:pt x="2049864" y="3514126"/>
                  </a:lnTo>
                  <a:lnTo>
                    <a:pt x="2050022" y="3514126"/>
                  </a:lnTo>
                  <a:lnTo>
                    <a:pt x="2050179" y="3514126"/>
                  </a:lnTo>
                  <a:lnTo>
                    <a:pt x="2050337" y="3514126"/>
                  </a:lnTo>
                  <a:lnTo>
                    <a:pt x="2050495" y="3514126"/>
                  </a:lnTo>
                  <a:lnTo>
                    <a:pt x="2050653" y="3514126"/>
                  </a:lnTo>
                  <a:lnTo>
                    <a:pt x="2050810" y="3514126"/>
                  </a:lnTo>
                  <a:lnTo>
                    <a:pt x="2050968" y="3514126"/>
                  </a:lnTo>
                  <a:lnTo>
                    <a:pt x="2051126" y="3514126"/>
                  </a:lnTo>
                  <a:lnTo>
                    <a:pt x="2051126" y="3513696"/>
                  </a:lnTo>
                  <a:lnTo>
                    <a:pt x="2051283" y="3513696"/>
                  </a:lnTo>
                  <a:lnTo>
                    <a:pt x="2051441" y="3513696"/>
                  </a:lnTo>
                  <a:lnTo>
                    <a:pt x="2051599" y="3513696"/>
                  </a:lnTo>
                  <a:lnTo>
                    <a:pt x="2051757" y="3513696"/>
                  </a:lnTo>
                  <a:lnTo>
                    <a:pt x="2051914" y="3513696"/>
                  </a:lnTo>
                  <a:lnTo>
                    <a:pt x="2052072" y="3513696"/>
                  </a:lnTo>
                  <a:lnTo>
                    <a:pt x="2052230" y="3513696"/>
                  </a:lnTo>
                  <a:lnTo>
                    <a:pt x="2052387" y="3513696"/>
                  </a:lnTo>
                  <a:lnTo>
                    <a:pt x="2052387" y="3513265"/>
                  </a:lnTo>
                  <a:lnTo>
                    <a:pt x="2052545" y="3513265"/>
                  </a:lnTo>
                  <a:lnTo>
                    <a:pt x="2052545" y="3512834"/>
                  </a:lnTo>
                  <a:lnTo>
                    <a:pt x="2052545" y="3512404"/>
                  </a:lnTo>
                  <a:lnTo>
                    <a:pt x="2052545" y="3511973"/>
                  </a:lnTo>
                  <a:lnTo>
                    <a:pt x="2052703" y="3511973"/>
                  </a:lnTo>
                  <a:lnTo>
                    <a:pt x="2052703" y="3511543"/>
                  </a:lnTo>
                  <a:lnTo>
                    <a:pt x="2052703" y="3511112"/>
                  </a:lnTo>
                  <a:lnTo>
                    <a:pt x="2052703" y="3510681"/>
                  </a:lnTo>
                  <a:lnTo>
                    <a:pt x="2052861" y="3510681"/>
                  </a:lnTo>
                  <a:lnTo>
                    <a:pt x="2053018" y="3510681"/>
                  </a:lnTo>
                  <a:lnTo>
                    <a:pt x="2053176" y="3510681"/>
                  </a:lnTo>
                  <a:lnTo>
                    <a:pt x="2053334" y="3510681"/>
                  </a:lnTo>
                  <a:lnTo>
                    <a:pt x="2053491" y="3510681"/>
                  </a:lnTo>
                  <a:lnTo>
                    <a:pt x="2053649" y="3510681"/>
                  </a:lnTo>
                  <a:lnTo>
                    <a:pt x="2053807" y="3510681"/>
                  </a:lnTo>
                  <a:lnTo>
                    <a:pt x="2053807" y="3510251"/>
                  </a:lnTo>
                  <a:lnTo>
                    <a:pt x="2053965" y="3510251"/>
                  </a:lnTo>
                  <a:lnTo>
                    <a:pt x="2054122" y="3510251"/>
                  </a:lnTo>
                  <a:lnTo>
                    <a:pt x="2054122" y="3509820"/>
                  </a:lnTo>
                  <a:lnTo>
                    <a:pt x="2054280" y="3509820"/>
                  </a:lnTo>
                  <a:lnTo>
                    <a:pt x="2054438" y="3509820"/>
                  </a:lnTo>
                  <a:lnTo>
                    <a:pt x="2054596" y="3509820"/>
                  </a:lnTo>
                  <a:lnTo>
                    <a:pt x="2054753" y="3509820"/>
                  </a:lnTo>
                  <a:lnTo>
                    <a:pt x="2054911" y="3509820"/>
                  </a:lnTo>
                  <a:lnTo>
                    <a:pt x="2054911" y="3509390"/>
                  </a:lnTo>
                  <a:lnTo>
                    <a:pt x="2055069" y="3509390"/>
                  </a:lnTo>
                  <a:lnTo>
                    <a:pt x="2055226" y="3509390"/>
                  </a:lnTo>
                  <a:lnTo>
                    <a:pt x="2055226" y="3508959"/>
                  </a:lnTo>
                  <a:lnTo>
                    <a:pt x="2055226" y="3508528"/>
                  </a:lnTo>
                  <a:lnTo>
                    <a:pt x="2055384" y="3508528"/>
                  </a:lnTo>
                  <a:lnTo>
                    <a:pt x="2055384" y="3508098"/>
                  </a:lnTo>
                  <a:lnTo>
                    <a:pt x="2055542" y="3508098"/>
                  </a:lnTo>
                  <a:lnTo>
                    <a:pt x="2055700" y="3508098"/>
                  </a:lnTo>
                  <a:lnTo>
                    <a:pt x="2055857" y="3508098"/>
                  </a:lnTo>
                  <a:lnTo>
                    <a:pt x="2055857" y="3507667"/>
                  </a:lnTo>
                  <a:lnTo>
                    <a:pt x="2056015" y="3507667"/>
                  </a:lnTo>
                  <a:lnTo>
                    <a:pt x="2056173" y="3507667"/>
                  </a:lnTo>
                  <a:lnTo>
                    <a:pt x="2056330" y="3507667"/>
                  </a:lnTo>
                  <a:lnTo>
                    <a:pt x="2056488" y="3507667"/>
                  </a:lnTo>
                  <a:lnTo>
                    <a:pt x="2056488" y="3507237"/>
                  </a:lnTo>
                  <a:lnTo>
                    <a:pt x="2056646" y="3507237"/>
                  </a:lnTo>
                  <a:lnTo>
                    <a:pt x="2056804" y="3507237"/>
                  </a:lnTo>
                  <a:lnTo>
                    <a:pt x="2056961" y="3507237"/>
                  </a:lnTo>
                  <a:lnTo>
                    <a:pt x="2057119" y="3507237"/>
                  </a:lnTo>
                  <a:lnTo>
                    <a:pt x="2057277" y="3507237"/>
                  </a:lnTo>
                  <a:lnTo>
                    <a:pt x="2057434" y="3507237"/>
                  </a:lnTo>
                  <a:lnTo>
                    <a:pt x="2057592" y="3507237"/>
                  </a:lnTo>
                  <a:lnTo>
                    <a:pt x="2057592" y="3506806"/>
                  </a:lnTo>
                  <a:lnTo>
                    <a:pt x="2057592" y="3506375"/>
                  </a:lnTo>
                  <a:lnTo>
                    <a:pt x="2057592" y="3505945"/>
                  </a:lnTo>
                  <a:lnTo>
                    <a:pt x="2057750" y="3505945"/>
                  </a:lnTo>
                  <a:lnTo>
                    <a:pt x="2057908" y="3505945"/>
                  </a:lnTo>
                  <a:lnTo>
                    <a:pt x="2058065" y="3505945"/>
                  </a:lnTo>
                  <a:lnTo>
                    <a:pt x="2058065" y="3505514"/>
                  </a:lnTo>
                  <a:lnTo>
                    <a:pt x="2058223" y="3505514"/>
                  </a:lnTo>
                  <a:lnTo>
                    <a:pt x="2058223" y="3505084"/>
                  </a:lnTo>
                  <a:lnTo>
                    <a:pt x="2058381" y="3505084"/>
                  </a:lnTo>
                  <a:lnTo>
                    <a:pt x="2058538" y="3505084"/>
                  </a:lnTo>
                  <a:lnTo>
                    <a:pt x="2058696" y="3505084"/>
                  </a:lnTo>
                  <a:lnTo>
                    <a:pt x="2058854" y="3505084"/>
                  </a:lnTo>
                  <a:lnTo>
                    <a:pt x="2058854" y="3504653"/>
                  </a:lnTo>
                  <a:lnTo>
                    <a:pt x="2059012" y="3504653"/>
                  </a:lnTo>
                  <a:lnTo>
                    <a:pt x="2059169" y="3504653"/>
                  </a:lnTo>
                  <a:lnTo>
                    <a:pt x="2059327" y="3504653"/>
                  </a:lnTo>
                  <a:lnTo>
                    <a:pt x="2059485" y="3504653"/>
                  </a:lnTo>
                  <a:lnTo>
                    <a:pt x="2059642" y="3504653"/>
                  </a:lnTo>
                  <a:lnTo>
                    <a:pt x="2059800" y="3504653"/>
                  </a:lnTo>
                  <a:lnTo>
                    <a:pt x="2059958" y="3504653"/>
                  </a:lnTo>
                  <a:lnTo>
                    <a:pt x="2060116" y="3504653"/>
                  </a:lnTo>
                  <a:lnTo>
                    <a:pt x="2060273" y="3504653"/>
                  </a:lnTo>
                  <a:lnTo>
                    <a:pt x="2060273" y="3504222"/>
                  </a:lnTo>
                  <a:lnTo>
                    <a:pt x="2060431" y="3504222"/>
                  </a:lnTo>
                  <a:lnTo>
                    <a:pt x="2060589" y="3504222"/>
                  </a:lnTo>
                  <a:lnTo>
                    <a:pt x="2060747" y="3504222"/>
                  </a:lnTo>
                  <a:lnTo>
                    <a:pt x="2060904" y="3504222"/>
                  </a:lnTo>
                  <a:lnTo>
                    <a:pt x="2061062" y="3504222"/>
                  </a:lnTo>
                  <a:lnTo>
                    <a:pt x="2061220" y="3504222"/>
                  </a:lnTo>
                  <a:lnTo>
                    <a:pt x="2061220" y="3503792"/>
                  </a:lnTo>
                  <a:lnTo>
                    <a:pt x="2061377" y="3503792"/>
                  </a:lnTo>
                  <a:lnTo>
                    <a:pt x="2061535" y="3503792"/>
                  </a:lnTo>
                  <a:lnTo>
                    <a:pt x="2061535" y="3503361"/>
                  </a:lnTo>
                  <a:lnTo>
                    <a:pt x="2061693" y="3503361"/>
                  </a:lnTo>
                  <a:lnTo>
                    <a:pt x="2061693" y="3502931"/>
                  </a:lnTo>
                  <a:lnTo>
                    <a:pt x="2061693" y="3502500"/>
                  </a:lnTo>
                  <a:lnTo>
                    <a:pt x="2061693" y="3502069"/>
                  </a:lnTo>
                  <a:lnTo>
                    <a:pt x="2061851" y="3502069"/>
                  </a:lnTo>
                  <a:lnTo>
                    <a:pt x="2062008" y="3502069"/>
                  </a:lnTo>
                  <a:lnTo>
                    <a:pt x="2062166" y="3502069"/>
                  </a:lnTo>
                  <a:lnTo>
                    <a:pt x="2062324" y="3502069"/>
                  </a:lnTo>
                  <a:lnTo>
                    <a:pt x="2062481" y="3502069"/>
                  </a:lnTo>
                  <a:lnTo>
                    <a:pt x="2062481" y="3501639"/>
                  </a:lnTo>
                  <a:lnTo>
                    <a:pt x="2062639" y="3501639"/>
                  </a:lnTo>
                  <a:lnTo>
                    <a:pt x="2062797" y="3501639"/>
                  </a:lnTo>
                  <a:lnTo>
                    <a:pt x="2062955" y="3501639"/>
                  </a:lnTo>
                  <a:lnTo>
                    <a:pt x="2063112" y="3501639"/>
                  </a:lnTo>
                  <a:lnTo>
                    <a:pt x="2063270" y="3501639"/>
                  </a:lnTo>
                  <a:lnTo>
                    <a:pt x="2063428" y="3501639"/>
                  </a:lnTo>
                  <a:lnTo>
                    <a:pt x="2063585" y="3501639"/>
                  </a:lnTo>
                  <a:lnTo>
                    <a:pt x="2063743" y="3501639"/>
                  </a:lnTo>
                  <a:lnTo>
                    <a:pt x="2063901" y="3501639"/>
                  </a:lnTo>
                  <a:lnTo>
                    <a:pt x="2064059" y="3501639"/>
                  </a:lnTo>
                  <a:lnTo>
                    <a:pt x="2064216" y="3501639"/>
                  </a:lnTo>
                  <a:lnTo>
                    <a:pt x="2064374" y="3501639"/>
                  </a:lnTo>
                  <a:lnTo>
                    <a:pt x="2064532" y="3501639"/>
                  </a:lnTo>
                  <a:lnTo>
                    <a:pt x="2064689" y="3501639"/>
                  </a:lnTo>
                  <a:lnTo>
                    <a:pt x="2064689" y="3501208"/>
                  </a:lnTo>
                  <a:lnTo>
                    <a:pt x="2064847" y="3501208"/>
                  </a:lnTo>
                  <a:lnTo>
                    <a:pt x="2065005" y="3501208"/>
                  </a:lnTo>
                  <a:lnTo>
                    <a:pt x="2065163" y="3501208"/>
                  </a:lnTo>
                  <a:lnTo>
                    <a:pt x="2065320" y="3501208"/>
                  </a:lnTo>
                  <a:lnTo>
                    <a:pt x="2065478" y="3501208"/>
                  </a:lnTo>
                  <a:lnTo>
                    <a:pt x="2065478" y="3500778"/>
                  </a:lnTo>
                  <a:lnTo>
                    <a:pt x="2065636" y="3500778"/>
                  </a:lnTo>
                  <a:lnTo>
                    <a:pt x="2065794" y="3500778"/>
                  </a:lnTo>
                  <a:lnTo>
                    <a:pt x="2065794" y="3500347"/>
                  </a:lnTo>
                  <a:lnTo>
                    <a:pt x="2065951" y="3500347"/>
                  </a:lnTo>
                  <a:lnTo>
                    <a:pt x="2065951" y="3499916"/>
                  </a:lnTo>
                  <a:lnTo>
                    <a:pt x="2066109" y="3499916"/>
                  </a:lnTo>
                  <a:lnTo>
                    <a:pt x="2066267" y="3499916"/>
                  </a:lnTo>
                  <a:lnTo>
                    <a:pt x="2066267" y="3499486"/>
                  </a:lnTo>
                  <a:lnTo>
                    <a:pt x="2066267" y="3499055"/>
                  </a:lnTo>
                  <a:lnTo>
                    <a:pt x="2066424" y="3499055"/>
                  </a:lnTo>
                  <a:lnTo>
                    <a:pt x="2066582" y="3499055"/>
                  </a:lnTo>
                  <a:lnTo>
                    <a:pt x="2066740" y="3499055"/>
                  </a:lnTo>
                  <a:lnTo>
                    <a:pt x="2066740" y="3498625"/>
                  </a:lnTo>
                  <a:lnTo>
                    <a:pt x="2066898" y="3498625"/>
                  </a:lnTo>
                  <a:lnTo>
                    <a:pt x="2066898" y="3498194"/>
                  </a:lnTo>
                  <a:lnTo>
                    <a:pt x="2067055" y="3498194"/>
                  </a:lnTo>
                  <a:lnTo>
                    <a:pt x="2067055" y="3497763"/>
                  </a:lnTo>
                  <a:lnTo>
                    <a:pt x="2067213" y="3497763"/>
                  </a:lnTo>
                  <a:lnTo>
                    <a:pt x="2067371" y="3497763"/>
                  </a:lnTo>
                  <a:lnTo>
                    <a:pt x="2067371" y="3497333"/>
                  </a:lnTo>
                  <a:lnTo>
                    <a:pt x="2067528" y="3497333"/>
                  </a:lnTo>
                  <a:lnTo>
                    <a:pt x="2067686" y="3497333"/>
                  </a:lnTo>
                  <a:lnTo>
                    <a:pt x="2067686" y="3496902"/>
                  </a:lnTo>
                  <a:lnTo>
                    <a:pt x="2067686" y="3496472"/>
                  </a:lnTo>
                  <a:lnTo>
                    <a:pt x="2067844" y="3496472"/>
                  </a:lnTo>
                  <a:lnTo>
                    <a:pt x="2068002" y="3496472"/>
                  </a:lnTo>
                  <a:lnTo>
                    <a:pt x="2068002" y="3496041"/>
                  </a:lnTo>
                  <a:lnTo>
                    <a:pt x="2068002" y="3495610"/>
                  </a:lnTo>
                  <a:lnTo>
                    <a:pt x="2068159" y="3495610"/>
                  </a:lnTo>
                  <a:lnTo>
                    <a:pt x="2068317" y="3495610"/>
                  </a:lnTo>
                  <a:lnTo>
                    <a:pt x="2068475" y="3495610"/>
                  </a:lnTo>
                  <a:lnTo>
                    <a:pt x="2068632" y="3495610"/>
                  </a:lnTo>
                  <a:lnTo>
                    <a:pt x="2068632" y="3495180"/>
                  </a:lnTo>
                  <a:lnTo>
                    <a:pt x="2068790" y="3495180"/>
                  </a:lnTo>
                  <a:lnTo>
                    <a:pt x="2068948" y="3495180"/>
                  </a:lnTo>
                  <a:lnTo>
                    <a:pt x="2069106" y="3495180"/>
                  </a:lnTo>
                  <a:lnTo>
                    <a:pt x="2069263" y="3495180"/>
                  </a:lnTo>
                  <a:lnTo>
                    <a:pt x="2069421" y="3495180"/>
                  </a:lnTo>
                  <a:lnTo>
                    <a:pt x="2069579" y="3495180"/>
                  </a:lnTo>
                  <a:lnTo>
                    <a:pt x="2069736" y="3495180"/>
                  </a:lnTo>
                  <a:lnTo>
                    <a:pt x="2069894" y="3495180"/>
                  </a:lnTo>
                  <a:lnTo>
                    <a:pt x="2070052" y="3495180"/>
                  </a:lnTo>
                  <a:lnTo>
                    <a:pt x="2070210" y="3495180"/>
                  </a:lnTo>
                  <a:lnTo>
                    <a:pt x="2070367" y="3495180"/>
                  </a:lnTo>
                  <a:lnTo>
                    <a:pt x="2070525" y="3495180"/>
                  </a:lnTo>
                  <a:lnTo>
                    <a:pt x="2070683" y="3495180"/>
                  </a:lnTo>
                  <a:lnTo>
                    <a:pt x="2070683" y="3494749"/>
                  </a:lnTo>
                  <a:lnTo>
                    <a:pt x="2070840" y="3494749"/>
                  </a:lnTo>
                  <a:lnTo>
                    <a:pt x="2070840" y="3494319"/>
                  </a:lnTo>
                  <a:lnTo>
                    <a:pt x="2070998" y="3494319"/>
                  </a:lnTo>
                  <a:lnTo>
                    <a:pt x="2070998" y="3493888"/>
                  </a:lnTo>
                  <a:lnTo>
                    <a:pt x="2071156" y="3493888"/>
                  </a:lnTo>
                  <a:lnTo>
                    <a:pt x="2071156" y="3493457"/>
                  </a:lnTo>
                  <a:lnTo>
                    <a:pt x="2071314" y="3493457"/>
                  </a:lnTo>
                  <a:lnTo>
                    <a:pt x="2071471" y="3493457"/>
                  </a:lnTo>
                  <a:lnTo>
                    <a:pt x="2071471" y="3493027"/>
                  </a:lnTo>
                  <a:lnTo>
                    <a:pt x="2071629" y="3493027"/>
                  </a:lnTo>
                  <a:lnTo>
                    <a:pt x="2071787" y="3493027"/>
                  </a:lnTo>
                  <a:lnTo>
                    <a:pt x="2071787" y="3492596"/>
                  </a:lnTo>
                  <a:lnTo>
                    <a:pt x="2071945" y="3492596"/>
                  </a:lnTo>
                  <a:lnTo>
                    <a:pt x="2071945" y="3492166"/>
                  </a:lnTo>
                  <a:lnTo>
                    <a:pt x="2071945" y="3491735"/>
                  </a:lnTo>
                  <a:lnTo>
                    <a:pt x="2072102" y="3491735"/>
                  </a:lnTo>
                  <a:lnTo>
                    <a:pt x="2072260" y="3491735"/>
                  </a:lnTo>
                  <a:lnTo>
                    <a:pt x="2072260" y="3491304"/>
                  </a:lnTo>
                  <a:lnTo>
                    <a:pt x="2072418" y="3491304"/>
                  </a:lnTo>
                  <a:lnTo>
                    <a:pt x="2072575" y="3491304"/>
                  </a:lnTo>
                  <a:lnTo>
                    <a:pt x="2072733" y="3491304"/>
                  </a:lnTo>
                  <a:lnTo>
                    <a:pt x="2072891" y="3491304"/>
                  </a:lnTo>
                  <a:lnTo>
                    <a:pt x="2073049" y="3491304"/>
                  </a:lnTo>
                  <a:lnTo>
                    <a:pt x="2073206" y="3491304"/>
                  </a:lnTo>
                  <a:lnTo>
                    <a:pt x="2073206" y="3490874"/>
                  </a:lnTo>
                  <a:lnTo>
                    <a:pt x="2073364" y="3490874"/>
                  </a:lnTo>
                  <a:lnTo>
                    <a:pt x="2073522" y="3490874"/>
                  </a:lnTo>
                  <a:lnTo>
                    <a:pt x="2073522" y="3490443"/>
                  </a:lnTo>
                  <a:lnTo>
                    <a:pt x="2073679" y="3490443"/>
                  </a:lnTo>
                  <a:lnTo>
                    <a:pt x="2073837" y="3490443"/>
                  </a:lnTo>
                  <a:lnTo>
                    <a:pt x="2073995" y="3490443"/>
                  </a:lnTo>
                  <a:lnTo>
                    <a:pt x="2074153" y="3490443"/>
                  </a:lnTo>
                  <a:lnTo>
                    <a:pt x="2074153" y="3490013"/>
                  </a:lnTo>
                  <a:lnTo>
                    <a:pt x="2074310" y="3490013"/>
                  </a:lnTo>
                  <a:lnTo>
                    <a:pt x="2074468" y="3490013"/>
                  </a:lnTo>
                  <a:lnTo>
                    <a:pt x="2074626" y="3490013"/>
                  </a:lnTo>
                  <a:lnTo>
                    <a:pt x="2074626" y="3489582"/>
                  </a:lnTo>
                  <a:lnTo>
                    <a:pt x="2074626" y="3489151"/>
                  </a:lnTo>
                  <a:lnTo>
                    <a:pt x="2074626" y="3488721"/>
                  </a:lnTo>
                  <a:lnTo>
                    <a:pt x="2074626" y="3488290"/>
                  </a:lnTo>
                  <a:lnTo>
                    <a:pt x="2074783" y="3488290"/>
                  </a:lnTo>
                  <a:lnTo>
                    <a:pt x="2074941" y="3488290"/>
                  </a:lnTo>
                  <a:lnTo>
                    <a:pt x="2075099" y="3488290"/>
                  </a:lnTo>
                  <a:lnTo>
                    <a:pt x="2075257" y="3488290"/>
                  </a:lnTo>
                  <a:lnTo>
                    <a:pt x="2075257" y="3487860"/>
                  </a:lnTo>
                  <a:lnTo>
                    <a:pt x="2075414" y="3487860"/>
                  </a:lnTo>
                  <a:lnTo>
                    <a:pt x="2075414" y="3487429"/>
                  </a:lnTo>
                  <a:lnTo>
                    <a:pt x="2075414" y="3486998"/>
                  </a:lnTo>
                  <a:lnTo>
                    <a:pt x="2075572" y="3486998"/>
                  </a:lnTo>
                  <a:lnTo>
                    <a:pt x="2075730" y="3486998"/>
                  </a:lnTo>
                  <a:lnTo>
                    <a:pt x="2075887" y="3486998"/>
                  </a:lnTo>
                  <a:lnTo>
                    <a:pt x="2076045" y="3486998"/>
                  </a:lnTo>
                  <a:lnTo>
                    <a:pt x="2076203" y="3486998"/>
                  </a:lnTo>
                  <a:lnTo>
                    <a:pt x="2076361" y="3486998"/>
                  </a:lnTo>
                  <a:lnTo>
                    <a:pt x="2076518" y="3486998"/>
                  </a:lnTo>
                  <a:lnTo>
                    <a:pt x="2076676" y="3486998"/>
                  </a:lnTo>
                  <a:lnTo>
                    <a:pt x="2076834" y="3486998"/>
                  </a:lnTo>
                  <a:lnTo>
                    <a:pt x="2076992" y="3486998"/>
                  </a:lnTo>
                  <a:lnTo>
                    <a:pt x="2076992" y="3486568"/>
                  </a:lnTo>
                  <a:lnTo>
                    <a:pt x="2077149" y="3486568"/>
                  </a:lnTo>
                  <a:lnTo>
                    <a:pt x="2077307" y="3486568"/>
                  </a:lnTo>
                  <a:lnTo>
                    <a:pt x="2077465" y="3486568"/>
                  </a:lnTo>
                  <a:lnTo>
                    <a:pt x="2077622" y="3486568"/>
                  </a:lnTo>
                  <a:lnTo>
                    <a:pt x="2077780" y="3486568"/>
                  </a:lnTo>
                  <a:lnTo>
                    <a:pt x="2077938" y="3486568"/>
                  </a:lnTo>
                  <a:lnTo>
                    <a:pt x="2078096" y="3486568"/>
                  </a:lnTo>
                  <a:lnTo>
                    <a:pt x="2078096" y="3486137"/>
                  </a:lnTo>
                  <a:lnTo>
                    <a:pt x="2078096" y="3485707"/>
                  </a:lnTo>
                  <a:lnTo>
                    <a:pt x="2078253" y="3485707"/>
                  </a:lnTo>
                  <a:lnTo>
                    <a:pt x="2078411" y="3485707"/>
                  </a:lnTo>
                  <a:lnTo>
                    <a:pt x="2078569" y="3485707"/>
                  </a:lnTo>
                  <a:lnTo>
                    <a:pt x="2078569" y="3485276"/>
                  </a:lnTo>
                  <a:lnTo>
                    <a:pt x="2078726" y="3485276"/>
                  </a:lnTo>
                  <a:lnTo>
                    <a:pt x="2078884" y="3485276"/>
                  </a:lnTo>
                  <a:lnTo>
                    <a:pt x="2078884" y="3484845"/>
                  </a:lnTo>
                  <a:lnTo>
                    <a:pt x="2078884" y="3484415"/>
                  </a:lnTo>
                  <a:lnTo>
                    <a:pt x="2079042" y="3484415"/>
                  </a:lnTo>
                  <a:lnTo>
                    <a:pt x="2079200" y="3484415"/>
                  </a:lnTo>
                  <a:lnTo>
                    <a:pt x="2079357" y="3484415"/>
                  </a:lnTo>
                  <a:lnTo>
                    <a:pt x="2079515" y="3484415"/>
                  </a:lnTo>
                  <a:lnTo>
                    <a:pt x="2079673" y="3484415"/>
                  </a:lnTo>
                  <a:lnTo>
                    <a:pt x="2079673" y="3483984"/>
                  </a:lnTo>
                  <a:lnTo>
                    <a:pt x="2079830" y="3483984"/>
                  </a:lnTo>
                  <a:lnTo>
                    <a:pt x="2079988" y="3483984"/>
                  </a:lnTo>
                  <a:lnTo>
                    <a:pt x="2080146" y="3483984"/>
                  </a:lnTo>
                  <a:lnTo>
                    <a:pt x="2080146" y="3483554"/>
                  </a:lnTo>
                  <a:lnTo>
                    <a:pt x="2080304" y="3483554"/>
                  </a:lnTo>
                  <a:lnTo>
                    <a:pt x="2080461" y="3483554"/>
                  </a:lnTo>
                  <a:lnTo>
                    <a:pt x="2080619" y="3483554"/>
                  </a:lnTo>
                  <a:lnTo>
                    <a:pt x="2080619" y="3483123"/>
                  </a:lnTo>
                  <a:lnTo>
                    <a:pt x="2080777" y="3483123"/>
                  </a:lnTo>
                  <a:lnTo>
                    <a:pt x="2080934" y="3483123"/>
                  </a:lnTo>
                  <a:lnTo>
                    <a:pt x="2080934" y="3482692"/>
                  </a:lnTo>
                  <a:lnTo>
                    <a:pt x="2081092" y="3482692"/>
                  </a:lnTo>
                  <a:lnTo>
                    <a:pt x="2081250" y="3482692"/>
                  </a:lnTo>
                  <a:lnTo>
                    <a:pt x="2081408" y="3482692"/>
                  </a:lnTo>
                  <a:lnTo>
                    <a:pt x="2081565" y="3482692"/>
                  </a:lnTo>
                  <a:lnTo>
                    <a:pt x="2081723" y="3482692"/>
                  </a:lnTo>
                  <a:lnTo>
                    <a:pt x="2081881" y="3482692"/>
                  </a:lnTo>
                  <a:lnTo>
                    <a:pt x="2081881" y="3482262"/>
                  </a:lnTo>
                  <a:lnTo>
                    <a:pt x="2081881" y="3481831"/>
                  </a:lnTo>
                  <a:lnTo>
                    <a:pt x="2082038" y="3481831"/>
                  </a:lnTo>
                  <a:lnTo>
                    <a:pt x="2082038" y="3481401"/>
                  </a:lnTo>
                  <a:lnTo>
                    <a:pt x="2082196" y="3481401"/>
                  </a:lnTo>
                  <a:lnTo>
                    <a:pt x="2082354" y="3481401"/>
                  </a:lnTo>
                  <a:lnTo>
                    <a:pt x="2082354" y="3480970"/>
                  </a:lnTo>
                  <a:lnTo>
                    <a:pt x="2082354" y="3480539"/>
                  </a:lnTo>
                  <a:lnTo>
                    <a:pt x="2082354" y="3480109"/>
                  </a:lnTo>
                  <a:lnTo>
                    <a:pt x="2082512" y="3480109"/>
                  </a:lnTo>
                  <a:lnTo>
                    <a:pt x="2082669" y="3480109"/>
                  </a:lnTo>
                  <a:lnTo>
                    <a:pt x="2082827" y="3480109"/>
                  </a:lnTo>
                  <a:lnTo>
                    <a:pt x="2082827" y="3479678"/>
                  </a:lnTo>
                  <a:lnTo>
                    <a:pt x="2082827" y="3479248"/>
                  </a:lnTo>
                  <a:lnTo>
                    <a:pt x="2082985" y="3479248"/>
                  </a:lnTo>
                  <a:lnTo>
                    <a:pt x="2083143" y="3479248"/>
                  </a:lnTo>
                  <a:lnTo>
                    <a:pt x="2083143" y="3478817"/>
                  </a:lnTo>
                  <a:lnTo>
                    <a:pt x="2083143" y="3478386"/>
                  </a:lnTo>
                  <a:lnTo>
                    <a:pt x="2083300" y="3478386"/>
                  </a:lnTo>
                  <a:lnTo>
                    <a:pt x="2083300" y="3477956"/>
                  </a:lnTo>
                  <a:lnTo>
                    <a:pt x="2083458" y="3477956"/>
                  </a:lnTo>
                  <a:lnTo>
                    <a:pt x="2083616" y="3477956"/>
                  </a:lnTo>
                  <a:lnTo>
                    <a:pt x="2083773" y="3477956"/>
                  </a:lnTo>
                  <a:lnTo>
                    <a:pt x="2083931" y="3477956"/>
                  </a:lnTo>
                  <a:lnTo>
                    <a:pt x="2083931" y="3477525"/>
                  </a:lnTo>
                  <a:lnTo>
                    <a:pt x="2084089" y="3477525"/>
                  </a:lnTo>
                  <a:lnTo>
                    <a:pt x="2084089" y="3477095"/>
                  </a:lnTo>
                  <a:lnTo>
                    <a:pt x="2084247" y="3477095"/>
                  </a:lnTo>
                  <a:lnTo>
                    <a:pt x="2084404" y="3477095"/>
                  </a:lnTo>
                  <a:lnTo>
                    <a:pt x="2084562" y="3477095"/>
                  </a:lnTo>
                  <a:lnTo>
                    <a:pt x="2084720" y="3477095"/>
                  </a:lnTo>
                  <a:lnTo>
                    <a:pt x="2084877" y="3477095"/>
                  </a:lnTo>
                  <a:lnTo>
                    <a:pt x="2085035" y="3477095"/>
                  </a:lnTo>
                  <a:lnTo>
                    <a:pt x="2085193" y="3477095"/>
                  </a:lnTo>
                  <a:lnTo>
                    <a:pt x="2085351" y="3477095"/>
                  </a:lnTo>
                  <a:lnTo>
                    <a:pt x="2085508" y="3477095"/>
                  </a:lnTo>
                  <a:lnTo>
                    <a:pt x="2085508" y="3476664"/>
                  </a:lnTo>
                  <a:lnTo>
                    <a:pt x="2085508" y="3476233"/>
                  </a:lnTo>
                  <a:lnTo>
                    <a:pt x="2085666" y="3476233"/>
                  </a:lnTo>
                  <a:lnTo>
                    <a:pt x="2085824" y="3476233"/>
                  </a:lnTo>
                  <a:lnTo>
                    <a:pt x="2085824" y="3475803"/>
                  </a:lnTo>
                  <a:lnTo>
                    <a:pt x="2085824" y="3475372"/>
                  </a:lnTo>
                  <a:lnTo>
                    <a:pt x="2085981" y="3475372"/>
                  </a:lnTo>
                  <a:lnTo>
                    <a:pt x="2086139" y="3475372"/>
                  </a:lnTo>
                  <a:lnTo>
                    <a:pt x="2086297" y="3475372"/>
                  </a:lnTo>
                  <a:lnTo>
                    <a:pt x="2086455" y="3475372"/>
                  </a:lnTo>
                  <a:lnTo>
                    <a:pt x="2086612" y="3475372"/>
                  </a:lnTo>
                  <a:lnTo>
                    <a:pt x="2086770" y="3475372"/>
                  </a:lnTo>
                  <a:lnTo>
                    <a:pt x="2086928" y="3475372"/>
                  </a:lnTo>
                  <a:lnTo>
                    <a:pt x="2087085" y="3475372"/>
                  </a:lnTo>
                  <a:lnTo>
                    <a:pt x="2087085" y="3474942"/>
                  </a:lnTo>
                  <a:lnTo>
                    <a:pt x="2087085" y="3474511"/>
                  </a:lnTo>
                  <a:lnTo>
                    <a:pt x="2087085" y="3474080"/>
                  </a:lnTo>
                  <a:lnTo>
                    <a:pt x="2087085" y="3473650"/>
                  </a:lnTo>
                  <a:lnTo>
                    <a:pt x="2087243" y="3473650"/>
                  </a:lnTo>
                  <a:lnTo>
                    <a:pt x="2087243" y="3473219"/>
                  </a:lnTo>
                  <a:lnTo>
                    <a:pt x="2087243" y="3472789"/>
                  </a:lnTo>
                  <a:lnTo>
                    <a:pt x="2087243" y="3472358"/>
                  </a:lnTo>
                  <a:lnTo>
                    <a:pt x="2087401" y="3472358"/>
                  </a:lnTo>
                  <a:lnTo>
                    <a:pt x="2087401" y="3471927"/>
                  </a:lnTo>
                  <a:lnTo>
                    <a:pt x="2087401" y="3471497"/>
                  </a:lnTo>
                  <a:lnTo>
                    <a:pt x="2087559" y="3471497"/>
                  </a:lnTo>
                  <a:lnTo>
                    <a:pt x="2087716" y="3471497"/>
                  </a:lnTo>
                  <a:lnTo>
                    <a:pt x="2087874" y="3471497"/>
                  </a:lnTo>
                  <a:lnTo>
                    <a:pt x="2088032" y="3471497"/>
                  </a:lnTo>
                  <a:lnTo>
                    <a:pt x="2088190" y="3471497"/>
                  </a:lnTo>
                  <a:lnTo>
                    <a:pt x="2088347" y="3471497"/>
                  </a:lnTo>
                  <a:lnTo>
                    <a:pt x="2088505" y="3471497"/>
                  </a:lnTo>
                  <a:lnTo>
                    <a:pt x="2088663" y="3471497"/>
                  </a:lnTo>
                  <a:lnTo>
                    <a:pt x="2088663" y="3471066"/>
                  </a:lnTo>
                  <a:lnTo>
                    <a:pt x="2088663" y="3470636"/>
                  </a:lnTo>
                  <a:lnTo>
                    <a:pt x="2088820" y="3470636"/>
                  </a:lnTo>
                  <a:lnTo>
                    <a:pt x="2088978" y="3470636"/>
                  </a:lnTo>
                  <a:lnTo>
                    <a:pt x="2089136" y="3470636"/>
                  </a:lnTo>
                  <a:lnTo>
                    <a:pt x="2089294" y="3470636"/>
                  </a:lnTo>
                  <a:lnTo>
                    <a:pt x="2089451" y="3470636"/>
                  </a:lnTo>
                  <a:lnTo>
                    <a:pt x="2089609" y="3470636"/>
                  </a:lnTo>
                  <a:lnTo>
                    <a:pt x="2089767" y="3470636"/>
                  </a:lnTo>
                  <a:lnTo>
                    <a:pt x="2089924" y="3470636"/>
                  </a:lnTo>
                  <a:lnTo>
                    <a:pt x="2089924" y="3470205"/>
                  </a:lnTo>
                  <a:lnTo>
                    <a:pt x="2090082" y="3470205"/>
                  </a:lnTo>
                  <a:lnTo>
                    <a:pt x="2090240" y="3470205"/>
                  </a:lnTo>
                  <a:lnTo>
                    <a:pt x="2090398" y="3470205"/>
                  </a:lnTo>
                  <a:lnTo>
                    <a:pt x="2090555" y="3470205"/>
                  </a:lnTo>
                  <a:lnTo>
                    <a:pt x="2090713" y="3470205"/>
                  </a:lnTo>
                  <a:lnTo>
                    <a:pt x="2090871" y="3470205"/>
                  </a:lnTo>
                  <a:lnTo>
                    <a:pt x="2091028" y="3470205"/>
                  </a:lnTo>
                  <a:lnTo>
                    <a:pt x="2091186" y="3470205"/>
                  </a:lnTo>
                  <a:lnTo>
                    <a:pt x="2091344" y="3470205"/>
                  </a:lnTo>
                  <a:lnTo>
                    <a:pt x="2091502" y="3470205"/>
                  </a:lnTo>
                  <a:lnTo>
                    <a:pt x="2091659" y="3470205"/>
                  </a:lnTo>
                  <a:lnTo>
                    <a:pt x="2091659" y="3469774"/>
                  </a:lnTo>
                  <a:lnTo>
                    <a:pt x="2091659" y="3469344"/>
                  </a:lnTo>
                  <a:lnTo>
                    <a:pt x="2091817" y="3469344"/>
                  </a:lnTo>
                  <a:lnTo>
                    <a:pt x="2091975" y="3469344"/>
                  </a:lnTo>
                  <a:lnTo>
                    <a:pt x="2092132" y="3469344"/>
                  </a:lnTo>
                  <a:lnTo>
                    <a:pt x="2092290" y="3469344"/>
                  </a:lnTo>
                  <a:lnTo>
                    <a:pt x="2092290" y="3468913"/>
                  </a:lnTo>
                  <a:lnTo>
                    <a:pt x="2092448" y="3468913"/>
                  </a:lnTo>
                  <a:lnTo>
                    <a:pt x="2092448" y="3468483"/>
                  </a:lnTo>
                  <a:lnTo>
                    <a:pt x="2092606" y="3468483"/>
                  </a:lnTo>
                  <a:lnTo>
                    <a:pt x="2092606" y="3468052"/>
                  </a:lnTo>
                  <a:lnTo>
                    <a:pt x="2092763" y="3468052"/>
                  </a:lnTo>
                  <a:lnTo>
                    <a:pt x="2092921" y="3468052"/>
                  </a:lnTo>
                  <a:lnTo>
                    <a:pt x="2092921" y="3467621"/>
                  </a:lnTo>
                  <a:lnTo>
                    <a:pt x="2093079" y="3467621"/>
                  </a:lnTo>
                  <a:lnTo>
                    <a:pt x="2093236" y="3467621"/>
                  </a:lnTo>
                  <a:lnTo>
                    <a:pt x="2093394" y="3467621"/>
                  </a:lnTo>
                  <a:lnTo>
                    <a:pt x="2093394" y="3467191"/>
                  </a:lnTo>
                  <a:lnTo>
                    <a:pt x="2093552" y="3467191"/>
                  </a:lnTo>
                  <a:lnTo>
                    <a:pt x="2093710" y="3467191"/>
                  </a:lnTo>
                  <a:lnTo>
                    <a:pt x="2093867" y="3467191"/>
                  </a:lnTo>
                  <a:lnTo>
                    <a:pt x="2094025" y="3467191"/>
                  </a:lnTo>
                  <a:lnTo>
                    <a:pt x="2094025" y="3466760"/>
                  </a:lnTo>
                  <a:lnTo>
                    <a:pt x="2094183" y="3466760"/>
                  </a:lnTo>
                  <a:lnTo>
                    <a:pt x="2094341" y="3466760"/>
                  </a:lnTo>
                  <a:lnTo>
                    <a:pt x="2094498" y="3466760"/>
                  </a:lnTo>
                  <a:lnTo>
                    <a:pt x="2094656" y="3466760"/>
                  </a:lnTo>
                  <a:lnTo>
                    <a:pt x="2094814" y="3466760"/>
                  </a:lnTo>
                  <a:lnTo>
                    <a:pt x="2094814" y="3466330"/>
                  </a:lnTo>
                  <a:lnTo>
                    <a:pt x="2094814" y="3465899"/>
                  </a:lnTo>
                  <a:lnTo>
                    <a:pt x="2094971" y="3465899"/>
                  </a:lnTo>
                  <a:lnTo>
                    <a:pt x="2095129" y="3465899"/>
                  </a:lnTo>
                  <a:lnTo>
                    <a:pt x="2095129" y="3465468"/>
                  </a:lnTo>
                  <a:lnTo>
                    <a:pt x="2095287" y="3465468"/>
                  </a:lnTo>
                  <a:lnTo>
                    <a:pt x="2095287" y="3465038"/>
                  </a:lnTo>
                  <a:lnTo>
                    <a:pt x="2095287" y="3464607"/>
                  </a:lnTo>
                  <a:lnTo>
                    <a:pt x="2095287" y="3464177"/>
                  </a:lnTo>
                  <a:lnTo>
                    <a:pt x="2095445" y="3464177"/>
                  </a:lnTo>
                  <a:lnTo>
                    <a:pt x="2095602" y="3464177"/>
                  </a:lnTo>
                  <a:lnTo>
                    <a:pt x="2095760" y="3464177"/>
                  </a:lnTo>
                  <a:lnTo>
                    <a:pt x="2095918" y="3464177"/>
                  </a:lnTo>
                  <a:lnTo>
                    <a:pt x="2096075" y="3464177"/>
                  </a:lnTo>
                  <a:lnTo>
                    <a:pt x="2096233" y="3464177"/>
                  </a:lnTo>
                  <a:lnTo>
                    <a:pt x="2096233" y="3463746"/>
                  </a:lnTo>
                  <a:lnTo>
                    <a:pt x="2096391" y="3463746"/>
                  </a:lnTo>
                  <a:lnTo>
                    <a:pt x="2096549" y="3463746"/>
                  </a:lnTo>
                  <a:lnTo>
                    <a:pt x="2096706" y="3463746"/>
                  </a:lnTo>
                  <a:lnTo>
                    <a:pt x="2096706" y="3463315"/>
                  </a:lnTo>
                  <a:lnTo>
                    <a:pt x="2096864" y="3463315"/>
                  </a:lnTo>
                  <a:lnTo>
                    <a:pt x="2097022" y="3463315"/>
                  </a:lnTo>
                  <a:lnTo>
                    <a:pt x="2097179" y="3463315"/>
                  </a:lnTo>
                  <a:lnTo>
                    <a:pt x="2097337" y="3463315"/>
                  </a:lnTo>
                  <a:lnTo>
                    <a:pt x="2097495" y="3463315"/>
                  </a:lnTo>
                  <a:lnTo>
                    <a:pt x="2097653" y="3463315"/>
                  </a:lnTo>
                  <a:lnTo>
                    <a:pt x="2097810" y="3463315"/>
                  </a:lnTo>
                  <a:lnTo>
                    <a:pt x="2097810" y="3462885"/>
                  </a:lnTo>
                  <a:lnTo>
                    <a:pt x="2097968" y="3462885"/>
                  </a:lnTo>
                  <a:lnTo>
                    <a:pt x="2098126" y="3462885"/>
                  </a:lnTo>
                  <a:lnTo>
                    <a:pt x="2098126" y="3462454"/>
                  </a:lnTo>
                  <a:lnTo>
                    <a:pt x="2098126" y="3462024"/>
                  </a:lnTo>
                  <a:lnTo>
                    <a:pt x="2098126" y="3461593"/>
                  </a:lnTo>
                  <a:lnTo>
                    <a:pt x="2098283" y="3461593"/>
                  </a:lnTo>
                  <a:lnTo>
                    <a:pt x="2098441" y="3461593"/>
                  </a:lnTo>
                  <a:lnTo>
                    <a:pt x="2098441" y="3461162"/>
                  </a:lnTo>
                  <a:lnTo>
                    <a:pt x="2098441" y="3460732"/>
                  </a:lnTo>
                  <a:lnTo>
                    <a:pt x="2098599" y="3460732"/>
                  </a:lnTo>
                  <a:lnTo>
                    <a:pt x="2098757" y="3460732"/>
                  </a:lnTo>
                  <a:lnTo>
                    <a:pt x="2098757" y="3460301"/>
                  </a:lnTo>
                  <a:lnTo>
                    <a:pt x="2098914" y="3460301"/>
                  </a:lnTo>
                  <a:lnTo>
                    <a:pt x="2098914" y="3459871"/>
                  </a:lnTo>
                  <a:lnTo>
                    <a:pt x="2098914" y="3459440"/>
                  </a:lnTo>
                  <a:lnTo>
                    <a:pt x="2099072" y="3459440"/>
                  </a:lnTo>
                  <a:lnTo>
                    <a:pt x="2099072" y="3459009"/>
                  </a:lnTo>
                  <a:lnTo>
                    <a:pt x="2099072" y="3458579"/>
                  </a:lnTo>
                  <a:lnTo>
                    <a:pt x="2099230" y="3458579"/>
                  </a:lnTo>
                  <a:lnTo>
                    <a:pt x="2099388" y="3458579"/>
                  </a:lnTo>
                  <a:lnTo>
                    <a:pt x="2099545" y="3458579"/>
                  </a:lnTo>
                  <a:lnTo>
                    <a:pt x="2099703" y="3458579"/>
                  </a:lnTo>
                  <a:lnTo>
                    <a:pt x="2099861" y="3458579"/>
                  </a:lnTo>
                  <a:lnTo>
                    <a:pt x="2099861" y="3458148"/>
                  </a:lnTo>
                  <a:lnTo>
                    <a:pt x="2099861" y="3457718"/>
                  </a:lnTo>
                  <a:lnTo>
                    <a:pt x="2099861" y="3457287"/>
                  </a:lnTo>
                  <a:lnTo>
                    <a:pt x="2100018" y="3457287"/>
                  </a:lnTo>
                  <a:lnTo>
                    <a:pt x="2100176" y="3457287"/>
                  </a:lnTo>
                  <a:lnTo>
                    <a:pt x="2100334" y="3457287"/>
                  </a:lnTo>
                  <a:lnTo>
                    <a:pt x="2100492" y="3457287"/>
                  </a:lnTo>
                  <a:lnTo>
                    <a:pt x="2100649" y="3457287"/>
                  </a:lnTo>
                  <a:lnTo>
                    <a:pt x="2100807" y="3457287"/>
                  </a:lnTo>
                  <a:lnTo>
                    <a:pt x="2100807" y="3456856"/>
                  </a:lnTo>
                  <a:lnTo>
                    <a:pt x="2100807" y="3456426"/>
                  </a:lnTo>
                  <a:lnTo>
                    <a:pt x="2100965" y="3456426"/>
                  </a:lnTo>
                  <a:lnTo>
                    <a:pt x="2100965" y="3455995"/>
                  </a:lnTo>
                  <a:lnTo>
                    <a:pt x="2101122" y="3455995"/>
                  </a:lnTo>
                  <a:lnTo>
                    <a:pt x="2101280" y="3455995"/>
                  </a:lnTo>
                  <a:lnTo>
                    <a:pt x="2101438" y="3455995"/>
                  </a:lnTo>
                  <a:lnTo>
                    <a:pt x="2101438" y="3455565"/>
                  </a:lnTo>
                  <a:lnTo>
                    <a:pt x="2101596" y="3455565"/>
                  </a:lnTo>
                  <a:lnTo>
                    <a:pt x="2101596" y="3455134"/>
                  </a:lnTo>
                  <a:lnTo>
                    <a:pt x="2101596" y="3454703"/>
                  </a:lnTo>
                  <a:lnTo>
                    <a:pt x="2101753" y="3454703"/>
                  </a:lnTo>
                  <a:lnTo>
                    <a:pt x="2101911" y="3454703"/>
                  </a:lnTo>
                  <a:lnTo>
                    <a:pt x="2102069" y="3454703"/>
                  </a:lnTo>
                  <a:lnTo>
                    <a:pt x="2102069" y="3454273"/>
                  </a:lnTo>
                  <a:lnTo>
                    <a:pt x="2102226" y="3454273"/>
                  </a:lnTo>
                  <a:lnTo>
                    <a:pt x="2102384" y="3454273"/>
                  </a:lnTo>
                  <a:lnTo>
                    <a:pt x="2102542" y="3454273"/>
                  </a:lnTo>
                  <a:lnTo>
                    <a:pt x="2102542" y="3453842"/>
                  </a:lnTo>
                  <a:lnTo>
                    <a:pt x="2102700" y="3453842"/>
                  </a:lnTo>
                  <a:lnTo>
                    <a:pt x="2102857" y="3453842"/>
                  </a:lnTo>
                  <a:lnTo>
                    <a:pt x="2102857" y="3453412"/>
                  </a:lnTo>
                  <a:lnTo>
                    <a:pt x="2102857" y="3452981"/>
                  </a:lnTo>
                  <a:lnTo>
                    <a:pt x="2103015" y="3452981"/>
                  </a:lnTo>
                  <a:lnTo>
                    <a:pt x="2103173" y="3452981"/>
                  </a:lnTo>
                  <a:lnTo>
                    <a:pt x="2103173" y="3452550"/>
                  </a:lnTo>
                  <a:lnTo>
                    <a:pt x="2103330" y="3452550"/>
                  </a:lnTo>
                  <a:lnTo>
                    <a:pt x="2103488" y="3452550"/>
                  </a:lnTo>
                  <a:lnTo>
                    <a:pt x="2103646" y="3452550"/>
                  </a:lnTo>
                  <a:lnTo>
                    <a:pt x="2103804" y="3452550"/>
                  </a:lnTo>
                  <a:lnTo>
                    <a:pt x="2103961" y="3452550"/>
                  </a:lnTo>
                  <a:lnTo>
                    <a:pt x="2103961" y="3452120"/>
                  </a:lnTo>
                  <a:lnTo>
                    <a:pt x="2104119" y="3452120"/>
                  </a:lnTo>
                  <a:lnTo>
                    <a:pt x="2104277" y="3452120"/>
                  </a:lnTo>
                  <a:lnTo>
                    <a:pt x="2104434" y="3452120"/>
                  </a:lnTo>
                  <a:lnTo>
                    <a:pt x="2104434" y="3451689"/>
                  </a:lnTo>
                  <a:lnTo>
                    <a:pt x="2104592" y="3451689"/>
                  </a:lnTo>
                  <a:lnTo>
                    <a:pt x="2104750" y="3451689"/>
                  </a:lnTo>
                  <a:lnTo>
                    <a:pt x="2104908" y="3451689"/>
                  </a:lnTo>
                  <a:lnTo>
                    <a:pt x="2105065" y="3451689"/>
                  </a:lnTo>
                  <a:lnTo>
                    <a:pt x="2105223" y="3451689"/>
                  </a:lnTo>
                  <a:lnTo>
                    <a:pt x="2105381" y="3451689"/>
                  </a:lnTo>
                  <a:lnTo>
                    <a:pt x="2105381" y="3451259"/>
                  </a:lnTo>
                  <a:lnTo>
                    <a:pt x="2105539" y="3451259"/>
                  </a:lnTo>
                  <a:lnTo>
                    <a:pt x="2105696" y="3451259"/>
                  </a:lnTo>
                  <a:lnTo>
                    <a:pt x="2105854" y="3451259"/>
                  </a:lnTo>
                  <a:lnTo>
                    <a:pt x="2106012" y="3451259"/>
                  </a:lnTo>
                  <a:lnTo>
                    <a:pt x="2106169" y="3451259"/>
                  </a:lnTo>
                  <a:lnTo>
                    <a:pt x="2106327" y="3451259"/>
                  </a:lnTo>
                  <a:lnTo>
                    <a:pt x="2106485" y="3451259"/>
                  </a:lnTo>
                  <a:lnTo>
                    <a:pt x="2106485" y="3450828"/>
                  </a:lnTo>
                  <a:lnTo>
                    <a:pt x="2106643" y="3450828"/>
                  </a:lnTo>
                  <a:lnTo>
                    <a:pt x="2106800" y="3450828"/>
                  </a:lnTo>
                  <a:lnTo>
                    <a:pt x="2106958" y="3450828"/>
                  </a:lnTo>
                  <a:lnTo>
                    <a:pt x="2107116" y="3450828"/>
                  </a:lnTo>
                  <a:lnTo>
                    <a:pt x="2107116" y="3450397"/>
                  </a:lnTo>
                  <a:lnTo>
                    <a:pt x="2107273" y="3450397"/>
                  </a:lnTo>
                  <a:lnTo>
                    <a:pt x="2107273" y="3449967"/>
                  </a:lnTo>
                  <a:lnTo>
                    <a:pt x="2107273" y="3449536"/>
                  </a:lnTo>
                  <a:lnTo>
                    <a:pt x="2107273" y="3449106"/>
                  </a:lnTo>
                  <a:lnTo>
                    <a:pt x="2107431" y="3449106"/>
                  </a:lnTo>
                  <a:lnTo>
                    <a:pt x="2107589" y="3449106"/>
                  </a:lnTo>
                  <a:lnTo>
                    <a:pt x="2107747" y="3449106"/>
                  </a:lnTo>
                  <a:lnTo>
                    <a:pt x="2107747" y="3448675"/>
                  </a:lnTo>
                  <a:lnTo>
                    <a:pt x="2107904" y="3448675"/>
                  </a:lnTo>
                  <a:lnTo>
                    <a:pt x="2108062" y="3448675"/>
                  </a:lnTo>
                  <a:lnTo>
                    <a:pt x="2108220" y="3448675"/>
                  </a:lnTo>
                  <a:lnTo>
                    <a:pt x="2108377" y="3448675"/>
                  </a:lnTo>
                  <a:lnTo>
                    <a:pt x="2108535" y="3448675"/>
                  </a:lnTo>
                  <a:lnTo>
                    <a:pt x="2108693" y="3448675"/>
                  </a:lnTo>
                  <a:lnTo>
                    <a:pt x="2108851" y="3448675"/>
                  </a:lnTo>
                  <a:lnTo>
                    <a:pt x="2108851" y="3448244"/>
                  </a:lnTo>
                  <a:lnTo>
                    <a:pt x="2109008" y="3448244"/>
                  </a:lnTo>
                  <a:lnTo>
                    <a:pt x="2109166" y="3448244"/>
                  </a:lnTo>
                  <a:lnTo>
                    <a:pt x="2109324" y="3448244"/>
                  </a:lnTo>
                  <a:lnTo>
                    <a:pt x="2109481" y="3448244"/>
                  </a:lnTo>
                  <a:lnTo>
                    <a:pt x="2109481" y="3447814"/>
                  </a:lnTo>
                  <a:lnTo>
                    <a:pt x="2109639" y="3447814"/>
                  </a:lnTo>
                  <a:lnTo>
                    <a:pt x="2109639" y="3447383"/>
                  </a:lnTo>
                  <a:lnTo>
                    <a:pt x="2109639" y="3446953"/>
                  </a:lnTo>
                  <a:lnTo>
                    <a:pt x="2109639" y="3446522"/>
                  </a:lnTo>
                  <a:lnTo>
                    <a:pt x="2109797" y="3446522"/>
                  </a:lnTo>
                  <a:lnTo>
                    <a:pt x="2109955" y="3446522"/>
                  </a:lnTo>
                  <a:lnTo>
                    <a:pt x="2110112" y="3446522"/>
                  </a:lnTo>
                  <a:lnTo>
                    <a:pt x="2110270" y="3446522"/>
                  </a:lnTo>
                  <a:lnTo>
                    <a:pt x="2110270" y="3446091"/>
                  </a:lnTo>
                  <a:lnTo>
                    <a:pt x="2110270" y="3445661"/>
                  </a:lnTo>
                  <a:lnTo>
                    <a:pt x="2110270" y="3445230"/>
                  </a:lnTo>
                  <a:lnTo>
                    <a:pt x="2110270" y="3444800"/>
                  </a:lnTo>
                  <a:lnTo>
                    <a:pt x="2110428" y="3444800"/>
                  </a:lnTo>
                  <a:lnTo>
                    <a:pt x="2110428" y="3444369"/>
                  </a:lnTo>
                  <a:lnTo>
                    <a:pt x="2110428" y="3443938"/>
                  </a:lnTo>
                  <a:lnTo>
                    <a:pt x="2110585" y="3443938"/>
                  </a:lnTo>
                  <a:lnTo>
                    <a:pt x="2110743" y="3443938"/>
                  </a:lnTo>
                  <a:lnTo>
                    <a:pt x="2110743" y="3443508"/>
                  </a:lnTo>
                  <a:lnTo>
                    <a:pt x="2110901" y="3443508"/>
                  </a:lnTo>
                  <a:lnTo>
                    <a:pt x="2111059" y="3443508"/>
                  </a:lnTo>
                  <a:lnTo>
                    <a:pt x="2111216" y="3443508"/>
                  </a:lnTo>
                  <a:lnTo>
                    <a:pt x="2111216" y="3443077"/>
                  </a:lnTo>
                  <a:lnTo>
                    <a:pt x="2111216" y="3442647"/>
                  </a:lnTo>
                  <a:lnTo>
                    <a:pt x="2111374" y="3442647"/>
                  </a:lnTo>
                  <a:lnTo>
                    <a:pt x="2111532" y="3442647"/>
                  </a:lnTo>
                  <a:lnTo>
                    <a:pt x="2111690" y="3442647"/>
                  </a:lnTo>
                  <a:lnTo>
                    <a:pt x="2111690" y="3442216"/>
                  </a:lnTo>
                  <a:lnTo>
                    <a:pt x="2111847" y="3442216"/>
                  </a:lnTo>
                  <a:lnTo>
                    <a:pt x="2111847" y="3441785"/>
                  </a:lnTo>
                  <a:lnTo>
                    <a:pt x="2112005" y="3441785"/>
                  </a:lnTo>
                  <a:lnTo>
                    <a:pt x="2112163" y="3441785"/>
                  </a:lnTo>
                  <a:lnTo>
                    <a:pt x="2112163" y="3441355"/>
                  </a:lnTo>
                  <a:lnTo>
                    <a:pt x="2112320" y="3441355"/>
                  </a:lnTo>
                  <a:lnTo>
                    <a:pt x="2112320" y="3440924"/>
                  </a:lnTo>
                  <a:lnTo>
                    <a:pt x="2112478" y="3440924"/>
                  </a:lnTo>
                  <a:lnTo>
                    <a:pt x="2112636" y="3440924"/>
                  </a:lnTo>
                  <a:lnTo>
                    <a:pt x="2112794" y="3440924"/>
                  </a:lnTo>
                  <a:lnTo>
                    <a:pt x="2112951" y="3440924"/>
                  </a:lnTo>
                  <a:lnTo>
                    <a:pt x="2112951" y="3440494"/>
                  </a:lnTo>
                  <a:lnTo>
                    <a:pt x="2112951" y="3440063"/>
                  </a:lnTo>
                  <a:lnTo>
                    <a:pt x="2113109" y="3440063"/>
                  </a:lnTo>
                  <a:lnTo>
                    <a:pt x="2113109" y="3439632"/>
                  </a:lnTo>
                  <a:lnTo>
                    <a:pt x="2113109" y="3439202"/>
                  </a:lnTo>
                  <a:lnTo>
                    <a:pt x="2113109" y="3438771"/>
                  </a:lnTo>
                  <a:lnTo>
                    <a:pt x="2113109" y="3438341"/>
                  </a:lnTo>
                  <a:lnTo>
                    <a:pt x="2113109" y="3437910"/>
                  </a:lnTo>
                  <a:lnTo>
                    <a:pt x="2113267" y="3437910"/>
                  </a:lnTo>
                  <a:lnTo>
                    <a:pt x="2113424" y="3437910"/>
                  </a:lnTo>
                  <a:lnTo>
                    <a:pt x="2113424" y="3437479"/>
                  </a:lnTo>
                  <a:lnTo>
                    <a:pt x="2113424" y="3437049"/>
                  </a:lnTo>
                  <a:lnTo>
                    <a:pt x="2113582" y="3437049"/>
                  </a:lnTo>
                  <a:lnTo>
                    <a:pt x="2113740" y="3437049"/>
                  </a:lnTo>
                  <a:lnTo>
                    <a:pt x="2113898" y="3437049"/>
                  </a:lnTo>
                  <a:lnTo>
                    <a:pt x="2114055" y="3437049"/>
                  </a:lnTo>
                  <a:lnTo>
                    <a:pt x="2114055" y="3436618"/>
                  </a:lnTo>
                  <a:lnTo>
                    <a:pt x="2114213" y="3436618"/>
                  </a:lnTo>
                  <a:lnTo>
                    <a:pt x="2114371" y="3436618"/>
                  </a:lnTo>
                  <a:lnTo>
                    <a:pt x="2114528" y="3436618"/>
                  </a:lnTo>
                  <a:lnTo>
                    <a:pt x="2114686" y="3436618"/>
                  </a:lnTo>
                  <a:lnTo>
                    <a:pt x="2114844" y="3436618"/>
                  </a:lnTo>
                  <a:lnTo>
                    <a:pt x="2114844" y="3436188"/>
                  </a:lnTo>
                  <a:lnTo>
                    <a:pt x="2115002" y="3436188"/>
                  </a:lnTo>
                  <a:lnTo>
                    <a:pt x="2115002" y="3435757"/>
                  </a:lnTo>
                  <a:lnTo>
                    <a:pt x="2115002" y="3435326"/>
                  </a:lnTo>
                  <a:lnTo>
                    <a:pt x="2115159" y="3435326"/>
                  </a:lnTo>
                  <a:lnTo>
                    <a:pt x="2115317" y="3435326"/>
                  </a:lnTo>
                  <a:lnTo>
                    <a:pt x="2115475" y="3435326"/>
                  </a:lnTo>
                  <a:lnTo>
                    <a:pt x="2115632" y="3435326"/>
                  </a:lnTo>
                  <a:lnTo>
                    <a:pt x="2115790" y="3435326"/>
                  </a:lnTo>
                  <a:lnTo>
                    <a:pt x="2115790" y="3434896"/>
                  </a:lnTo>
                  <a:lnTo>
                    <a:pt x="2115948" y="3434896"/>
                  </a:lnTo>
                  <a:lnTo>
                    <a:pt x="2115948" y="3434465"/>
                  </a:lnTo>
                  <a:lnTo>
                    <a:pt x="2116106" y="3434465"/>
                  </a:lnTo>
                  <a:lnTo>
                    <a:pt x="2116263" y="3434465"/>
                  </a:lnTo>
                  <a:lnTo>
                    <a:pt x="2116421" y="3434465"/>
                  </a:lnTo>
                  <a:lnTo>
                    <a:pt x="2116421" y="3434035"/>
                  </a:lnTo>
                  <a:lnTo>
                    <a:pt x="2116579" y="3434035"/>
                  </a:lnTo>
                  <a:lnTo>
                    <a:pt x="2116579" y="3433604"/>
                  </a:lnTo>
                  <a:lnTo>
                    <a:pt x="2116737" y="3433604"/>
                  </a:lnTo>
                  <a:lnTo>
                    <a:pt x="2116894" y="3433604"/>
                  </a:lnTo>
                  <a:lnTo>
                    <a:pt x="2116894" y="3433173"/>
                  </a:lnTo>
                  <a:lnTo>
                    <a:pt x="2116894" y="3432743"/>
                  </a:lnTo>
                  <a:lnTo>
                    <a:pt x="2117052" y="3432743"/>
                  </a:lnTo>
                  <a:lnTo>
                    <a:pt x="2117210" y="3432743"/>
                  </a:lnTo>
                  <a:lnTo>
                    <a:pt x="2117367" y="3432743"/>
                  </a:lnTo>
                  <a:lnTo>
                    <a:pt x="2117525" y="3432743"/>
                  </a:lnTo>
                  <a:lnTo>
                    <a:pt x="2117525" y="3432312"/>
                  </a:lnTo>
                  <a:lnTo>
                    <a:pt x="2117683" y="3432312"/>
                  </a:lnTo>
                  <a:lnTo>
                    <a:pt x="2117841" y="3432312"/>
                  </a:lnTo>
                  <a:lnTo>
                    <a:pt x="2117998" y="3432312"/>
                  </a:lnTo>
                  <a:lnTo>
                    <a:pt x="2118156" y="3432312"/>
                  </a:lnTo>
                  <a:lnTo>
                    <a:pt x="2118314" y="3432312"/>
                  </a:lnTo>
                  <a:lnTo>
                    <a:pt x="2118471" y="3432312"/>
                  </a:lnTo>
                  <a:lnTo>
                    <a:pt x="2118629" y="3432312"/>
                  </a:lnTo>
                  <a:lnTo>
                    <a:pt x="2118787" y="3432312"/>
                  </a:lnTo>
                  <a:lnTo>
                    <a:pt x="2118787" y="3431882"/>
                  </a:lnTo>
                  <a:lnTo>
                    <a:pt x="2118945" y="3431882"/>
                  </a:lnTo>
                  <a:lnTo>
                    <a:pt x="2118945" y="3431451"/>
                  </a:lnTo>
                  <a:lnTo>
                    <a:pt x="2119102" y="3431451"/>
                  </a:lnTo>
                  <a:lnTo>
                    <a:pt x="2119260" y="3431451"/>
                  </a:lnTo>
                  <a:lnTo>
                    <a:pt x="2119418" y="3431451"/>
                  </a:lnTo>
                  <a:lnTo>
                    <a:pt x="2119418" y="3431020"/>
                  </a:lnTo>
                  <a:lnTo>
                    <a:pt x="2119418" y="3430590"/>
                  </a:lnTo>
                  <a:lnTo>
                    <a:pt x="2119575" y="3430590"/>
                  </a:lnTo>
                  <a:lnTo>
                    <a:pt x="2119575" y="3430159"/>
                  </a:lnTo>
                  <a:lnTo>
                    <a:pt x="2119575" y="3429729"/>
                  </a:lnTo>
                  <a:lnTo>
                    <a:pt x="2119733" y="3429729"/>
                  </a:lnTo>
                  <a:lnTo>
                    <a:pt x="2119733" y="3429298"/>
                  </a:lnTo>
                  <a:lnTo>
                    <a:pt x="2119891" y="3429298"/>
                  </a:lnTo>
                  <a:lnTo>
                    <a:pt x="2119891" y="3428867"/>
                  </a:lnTo>
                  <a:lnTo>
                    <a:pt x="2120049" y="3428867"/>
                  </a:lnTo>
                  <a:lnTo>
                    <a:pt x="2120206" y="3428867"/>
                  </a:lnTo>
                  <a:lnTo>
                    <a:pt x="2120206" y="3428437"/>
                  </a:lnTo>
                  <a:lnTo>
                    <a:pt x="2120364" y="3428437"/>
                  </a:lnTo>
                  <a:lnTo>
                    <a:pt x="2120522" y="3428437"/>
                  </a:lnTo>
                  <a:lnTo>
                    <a:pt x="2120679" y="3428437"/>
                  </a:lnTo>
                  <a:lnTo>
                    <a:pt x="2120837" y="3428437"/>
                  </a:lnTo>
                  <a:lnTo>
                    <a:pt x="2120995" y="3428437"/>
                  </a:lnTo>
                  <a:lnTo>
                    <a:pt x="2121153" y="3428437"/>
                  </a:lnTo>
                  <a:lnTo>
                    <a:pt x="2121310" y="3428437"/>
                  </a:lnTo>
                  <a:lnTo>
                    <a:pt x="2121468" y="3428437"/>
                  </a:lnTo>
                  <a:lnTo>
                    <a:pt x="2121468" y="3428006"/>
                  </a:lnTo>
                  <a:lnTo>
                    <a:pt x="2121468" y="3427576"/>
                  </a:lnTo>
                  <a:lnTo>
                    <a:pt x="2121468" y="3427145"/>
                  </a:lnTo>
                  <a:lnTo>
                    <a:pt x="2121626" y="3427145"/>
                  </a:lnTo>
                  <a:lnTo>
                    <a:pt x="2121783" y="3427145"/>
                  </a:lnTo>
                  <a:lnTo>
                    <a:pt x="2121783" y="3426714"/>
                  </a:lnTo>
                  <a:lnTo>
                    <a:pt x="2121941" y="3426714"/>
                  </a:lnTo>
                  <a:lnTo>
                    <a:pt x="2122099" y="3426714"/>
                  </a:lnTo>
                  <a:lnTo>
                    <a:pt x="2122257" y="3426714"/>
                  </a:lnTo>
                  <a:lnTo>
                    <a:pt x="2122414" y="3426714"/>
                  </a:lnTo>
                  <a:lnTo>
                    <a:pt x="2122572" y="3426714"/>
                  </a:lnTo>
                  <a:lnTo>
                    <a:pt x="2122730" y="3426714"/>
                  </a:lnTo>
                  <a:lnTo>
                    <a:pt x="2122888" y="3426714"/>
                  </a:lnTo>
                  <a:lnTo>
                    <a:pt x="2123045" y="3426714"/>
                  </a:lnTo>
                  <a:lnTo>
                    <a:pt x="2123203" y="3426714"/>
                  </a:lnTo>
                  <a:lnTo>
                    <a:pt x="2123361" y="3426714"/>
                  </a:lnTo>
                  <a:lnTo>
                    <a:pt x="2123518" y="3426714"/>
                  </a:lnTo>
                  <a:lnTo>
                    <a:pt x="2123676" y="3426714"/>
                  </a:lnTo>
                  <a:lnTo>
                    <a:pt x="2123834" y="3426714"/>
                  </a:lnTo>
                  <a:lnTo>
                    <a:pt x="2123834" y="3426284"/>
                  </a:lnTo>
                  <a:lnTo>
                    <a:pt x="2123992" y="3426284"/>
                  </a:lnTo>
                  <a:lnTo>
                    <a:pt x="2123992" y="3425853"/>
                  </a:lnTo>
                  <a:lnTo>
                    <a:pt x="2124149" y="3425853"/>
                  </a:lnTo>
                  <a:lnTo>
                    <a:pt x="2124149" y="3425423"/>
                  </a:lnTo>
                  <a:lnTo>
                    <a:pt x="2124149" y="3424992"/>
                  </a:lnTo>
                  <a:lnTo>
                    <a:pt x="2124307" y="3424992"/>
                  </a:lnTo>
                  <a:lnTo>
                    <a:pt x="2124465" y="3424992"/>
                  </a:lnTo>
                  <a:lnTo>
                    <a:pt x="2124465" y="3424561"/>
                  </a:lnTo>
                  <a:lnTo>
                    <a:pt x="2124622" y="3424561"/>
                  </a:lnTo>
                  <a:lnTo>
                    <a:pt x="2124780" y="3424561"/>
                  </a:lnTo>
                  <a:lnTo>
                    <a:pt x="2124938" y="3424561"/>
                  </a:lnTo>
                  <a:lnTo>
                    <a:pt x="2125096" y="3424561"/>
                  </a:lnTo>
                  <a:lnTo>
                    <a:pt x="2125253" y="3424561"/>
                  </a:lnTo>
                  <a:lnTo>
                    <a:pt x="2125411" y="3424561"/>
                  </a:lnTo>
                  <a:lnTo>
                    <a:pt x="2125569" y="3424561"/>
                  </a:lnTo>
                  <a:lnTo>
                    <a:pt x="2125726" y="3424561"/>
                  </a:lnTo>
                  <a:lnTo>
                    <a:pt x="2125884" y="3424561"/>
                  </a:lnTo>
                  <a:lnTo>
                    <a:pt x="2126042" y="3424561"/>
                  </a:lnTo>
                  <a:lnTo>
                    <a:pt x="2126200" y="3424561"/>
                  </a:lnTo>
                  <a:lnTo>
                    <a:pt x="2126357" y="3424561"/>
                  </a:lnTo>
                  <a:lnTo>
                    <a:pt x="2126357" y="3424131"/>
                  </a:lnTo>
                  <a:lnTo>
                    <a:pt x="2126357" y="3423700"/>
                  </a:lnTo>
                  <a:lnTo>
                    <a:pt x="2126515" y="3423700"/>
                  </a:lnTo>
                  <a:lnTo>
                    <a:pt x="2126515" y="3423270"/>
                  </a:lnTo>
                  <a:lnTo>
                    <a:pt x="2126673" y="3423270"/>
                  </a:lnTo>
                  <a:lnTo>
                    <a:pt x="2126830" y="3423270"/>
                  </a:lnTo>
                  <a:lnTo>
                    <a:pt x="2126988" y="3423270"/>
                  </a:lnTo>
                  <a:lnTo>
                    <a:pt x="2126988" y="3422839"/>
                  </a:lnTo>
                  <a:lnTo>
                    <a:pt x="2127146" y="3422839"/>
                  </a:lnTo>
                  <a:lnTo>
                    <a:pt x="2127304" y="3422839"/>
                  </a:lnTo>
                  <a:lnTo>
                    <a:pt x="2127461" y="3422839"/>
                  </a:lnTo>
                  <a:lnTo>
                    <a:pt x="2127461" y="3422408"/>
                  </a:lnTo>
                  <a:lnTo>
                    <a:pt x="2127619" y="3422408"/>
                  </a:lnTo>
                  <a:lnTo>
                    <a:pt x="2127777" y="3422408"/>
                  </a:lnTo>
                  <a:lnTo>
                    <a:pt x="2127935" y="3422408"/>
                  </a:lnTo>
                  <a:lnTo>
                    <a:pt x="2127935" y="3421978"/>
                  </a:lnTo>
                  <a:lnTo>
                    <a:pt x="2127935" y="3421547"/>
                  </a:lnTo>
                  <a:lnTo>
                    <a:pt x="2128092" y="3421547"/>
                  </a:lnTo>
                  <a:lnTo>
                    <a:pt x="2128092" y="3421117"/>
                  </a:lnTo>
                  <a:lnTo>
                    <a:pt x="2128250" y="3421117"/>
                  </a:lnTo>
                  <a:lnTo>
                    <a:pt x="2128408" y="3421117"/>
                  </a:lnTo>
                  <a:lnTo>
                    <a:pt x="2128408" y="3420686"/>
                  </a:lnTo>
                  <a:lnTo>
                    <a:pt x="2128565" y="3420686"/>
                  </a:lnTo>
                  <a:lnTo>
                    <a:pt x="2128565" y="3420255"/>
                  </a:lnTo>
                  <a:lnTo>
                    <a:pt x="2128565" y="3419825"/>
                  </a:lnTo>
                  <a:lnTo>
                    <a:pt x="2128723" y="3419825"/>
                  </a:lnTo>
                  <a:lnTo>
                    <a:pt x="2128723" y="3419394"/>
                  </a:lnTo>
                  <a:lnTo>
                    <a:pt x="2128881" y="3419394"/>
                  </a:lnTo>
                  <a:lnTo>
                    <a:pt x="2128881" y="3418964"/>
                  </a:lnTo>
                  <a:lnTo>
                    <a:pt x="2129039" y="3418964"/>
                  </a:lnTo>
                  <a:lnTo>
                    <a:pt x="2129196" y="3418964"/>
                  </a:lnTo>
                  <a:lnTo>
                    <a:pt x="2129354" y="3418964"/>
                  </a:lnTo>
                  <a:lnTo>
                    <a:pt x="2129354" y="3418533"/>
                  </a:lnTo>
                  <a:lnTo>
                    <a:pt x="2129512" y="3418533"/>
                  </a:lnTo>
                  <a:lnTo>
                    <a:pt x="2129669" y="3418533"/>
                  </a:lnTo>
                  <a:lnTo>
                    <a:pt x="2129669" y="3418102"/>
                  </a:lnTo>
                  <a:lnTo>
                    <a:pt x="2129827" y="3418102"/>
                  </a:lnTo>
                  <a:lnTo>
                    <a:pt x="2129985" y="3418102"/>
                  </a:lnTo>
                  <a:lnTo>
                    <a:pt x="2129985" y="3417672"/>
                  </a:lnTo>
                  <a:lnTo>
                    <a:pt x="2130143" y="3417672"/>
                  </a:lnTo>
                  <a:lnTo>
                    <a:pt x="2130300" y="3417672"/>
                  </a:lnTo>
                  <a:lnTo>
                    <a:pt x="2130458" y="3417672"/>
                  </a:lnTo>
                  <a:lnTo>
                    <a:pt x="2130458" y="3417241"/>
                  </a:lnTo>
                  <a:lnTo>
                    <a:pt x="2130458" y="3416811"/>
                  </a:lnTo>
                  <a:lnTo>
                    <a:pt x="2130458" y="3416380"/>
                  </a:lnTo>
                  <a:lnTo>
                    <a:pt x="2130458" y="3415949"/>
                  </a:lnTo>
                  <a:lnTo>
                    <a:pt x="2130616" y="3415949"/>
                  </a:lnTo>
                  <a:lnTo>
                    <a:pt x="2130616" y="3415519"/>
                  </a:lnTo>
                  <a:lnTo>
                    <a:pt x="2130773" y="3415519"/>
                  </a:lnTo>
                  <a:lnTo>
                    <a:pt x="2130773" y="3415088"/>
                  </a:lnTo>
                  <a:lnTo>
                    <a:pt x="2130931" y="3415088"/>
                  </a:lnTo>
                  <a:lnTo>
                    <a:pt x="2130931" y="3414658"/>
                  </a:lnTo>
                  <a:lnTo>
                    <a:pt x="2131089" y="3414658"/>
                  </a:lnTo>
                  <a:lnTo>
                    <a:pt x="2131089" y="3414227"/>
                  </a:lnTo>
                  <a:lnTo>
                    <a:pt x="2131089" y="3413796"/>
                  </a:lnTo>
                  <a:lnTo>
                    <a:pt x="2131089" y="3413366"/>
                  </a:lnTo>
                  <a:lnTo>
                    <a:pt x="2131247" y="3413366"/>
                  </a:lnTo>
                  <a:lnTo>
                    <a:pt x="2131404" y="3413366"/>
                  </a:lnTo>
                  <a:lnTo>
                    <a:pt x="2131562" y="3413366"/>
                  </a:lnTo>
                  <a:lnTo>
                    <a:pt x="2131562" y="3412935"/>
                  </a:lnTo>
                  <a:lnTo>
                    <a:pt x="2131720" y="3412935"/>
                  </a:lnTo>
                  <a:lnTo>
                    <a:pt x="2131877" y="3412935"/>
                  </a:lnTo>
                  <a:lnTo>
                    <a:pt x="2132035" y="3412935"/>
                  </a:lnTo>
                  <a:lnTo>
                    <a:pt x="2132035" y="3412505"/>
                  </a:lnTo>
                  <a:lnTo>
                    <a:pt x="2132193" y="3412505"/>
                  </a:lnTo>
                  <a:lnTo>
                    <a:pt x="2132193" y="3412074"/>
                  </a:lnTo>
                  <a:lnTo>
                    <a:pt x="2132351" y="3412074"/>
                  </a:lnTo>
                  <a:lnTo>
                    <a:pt x="2132351" y="3411643"/>
                  </a:lnTo>
                  <a:lnTo>
                    <a:pt x="2132508" y="3411643"/>
                  </a:lnTo>
                  <a:lnTo>
                    <a:pt x="2132666" y="3411643"/>
                  </a:lnTo>
                  <a:lnTo>
                    <a:pt x="2132824" y="3411643"/>
                  </a:lnTo>
                  <a:lnTo>
                    <a:pt x="2132824" y="3411213"/>
                  </a:lnTo>
                  <a:lnTo>
                    <a:pt x="2132981" y="3411213"/>
                  </a:lnTo>
                  <a:lnTo>
                    <a:pt x="2133139" y="3411213"/>
                  </a:lnTo>
                  <a:lnTo>
                    <a:pt x="2133297" y="3411213"/>
                  </a:lnTo>
                  <a:lnTo>
                    <a:pt x="2133455" y="3411213"/>
                  </a:lnTo>
                  <a:lnTo>
                    <a:pt x="2133455" y="3410782"/>
                  </a:lnTo>
                  <a:lnTo>
                    <a:pt x="2133612" y="3410782"/>
                  </a:lnTo>
                  <a:lnTo>
                    <a:pt x="2133770" y="3410782"/>
                  </a:lnTo>
                  <a:lnTo>
                    <a:pt x="2133928" y="3410782"/>
                  </a:lnTo>
                  <a:lnTo>
                    <a:pt x="2133928" y="3410352"/>
                  </a:lnTo>
                  <a:lnTo>
                    <a:pt x="2134086" y="3410352"/>
                  </a:lnTo>
                  <a:lnTo>
                    <a:pt x="2134243" y="3410352"/>
                  </a:lnTo>
                  <a:lnTo>
                    <a:pt x="2134401" y="3410352"/>
                  </a:lnTo>
                  <a:lnTo>
                    <a:pt x="2134559" y="3410352"/>
                  </a:lnTo>
                  <a:lnTo>
                    <a:pt x="2134716" y="3410352"/>
                  </a:lnTo>
                  <a:lnTo>
                    <a:pt x="2134874" y="3410352"/>
                  </a:lnTo>
                  <a:lnTo>
                    <a:pt x="2135032" y="3410352"/>
                  </a:lnTo>
                  <a:lnTo>
                    <a:pt x="2135032" y="3409921"/>
                  </a:lnTo>
                  <a:lnTo>
                    <a:pt x="2135190" y="3409921"/>
                  </a:lnTo>
                  <a:lnTo>
                    <a:pt x="2135347" y="3409921"/>
                  </a:lnTo>
                  <a:lnTo>
                    <a:pt x="2135505" y="3409921"/>
                  </a:lnTo>
                  <a:lnTo>
                    <a:pt x="2135663" y="3409921"/>
                  </a:lnTo>
                  <a:lnTo>
                    <a:pt x="2135820" y="3409921"/>
                  </a:lnTo>
                  <a:lnTo>
                    <a:pt x="2135978" y="3409921"/>
                  </a:lnTo>
                  <a:lnTo>
                    <a:pt x="2135978" y="3409490"/>
                  </a:lnTo>
                  <a:lnTo>
                    <a:pt x="2136136" y="3409490"/>
                  </a:lnTo>
                  <a:lnTo>
                    <a:pt x="2136294" y="3409490"/>
                  </a:lnTo>
                  <a:lnTo>
                    <a:pt x="2136451" y="3409490"/>
                  </a:lnTo>
                  <a:lnTo>
                    <a:pt x="2136609" y="3409490"/>
                  </a:lnTo>
                  <a:lnTo>
                    <a:pt x="2136767" y="3409490"/>
                  </a:lnTo>
                  <a:lnTo>
                    <a:pt x="2136767" y="3409060"/>
                  </a:lnTo>
                  <a:lnTo>
                    <a:pt x="2136767" y="3408629"/>
                  </a:lnTo>
                  <a:lnTo>
                    <a:pt x="2136924" y="3408629"/>
                  </a:lnTo>
                  <a:lnTo>
                    <a:pt x="2137082" y="3408629"/>
                  </a:lnTo>
                  <a:lnTo>
                    <a:pt x="2137240" y="3408629"/>
                  </a:lnTo>
                  <a:lnTo>
                    <a:pt x="2137240" y="3408199"/>
                  </a:lnTo>
                  <a:lnTo>
                    <a:pt x="2137398" y="3408199"/>
                  </a:lnTo>
                  <a:lnTo>
                    <a:pt x="2137398" y="3407768"/>
                  </a:lnTo>
                  <a:lnTo>
                    <a:pt x="2137555" y="3407768"/>
                  </a:lnTo>
                  <a:lnTo>
                    <a:pt x="2137713" y="3407768"/>
                  </a:lnTo>
                  <a:lnTo>
                    <a:pt x="2137713" y="3407337"/>
                  </a:lnTo>
                  <a:lnTo>
                    <a:pt x="2137713" y="3406907"/>
                  </a:lnTo>
                  <a:lnTo>
                    <a:pt x="2137713" y="3406476"/>
                  </a:lnTo>
                  <a:lnTo>
                    <a:pt x="2137871" y="3406476"/>
                  </a:lnTo>
                  <a:lnTo>
                    <a:pt x="2138028" y="3406476"/>
                  </a:lnTo>
                  <a:lnTo>
                    <a:pt x="2138028" y="3406046"/>
                  </a:lnTo>
                  <a:lnTo>
                    <a:pt x="2138028" y="3405615"/>
                  </a:lnTo>
                  <a:lnTo>
                    <a:pt x="2138186" y="3405615"/>
                  </a:lnTo>
                  <a:lnTo>
                    <a:pt x="2138186" y="3405184"/>
                  </a:lnTo>
                  <a:lnTo>
                    <a:pt x="2138186" y="3404754"/>
                  </a:lnTo>
                  <a:lnTo>
                    <a:pt x="2138344" y="3404754"/>
                  </a:lnTo>
                  <a:lnTo>
                    <a:pt x="2138502" y="3404754"/>
                  </a:lnTo>
                  <a:lnTo>
                    <a:pt x="2138502" y="3404323"/>
                  </a:lnTo>
                  <a:lnTo>
                    <a:pt x="2138659" y="3404323"/>
                  </a:lnTo>
                  <a:lnTo>
                    <a:pt x="2138817" y="3404323"/>
                  </a:lnTo>
                  <a:lnTo>
                    <a:pt x="2138975" y="3404323"/>
                  </a:lnTo>
                  <a:lnTo>
                    <a:pt x="2139133" y="3404323"/>
                  </a:lnTo>
                  <a:lnTo>
                    <a:pt x="2139290" y="3404323"/>
                  </a:lnTo>
                  <a:lnTo>
                    <a:pt x="2139448" y="3404323"/>
                  </a:lnTo>
                  <a:lnTo>
                    <a:pt x="2139448" y="3403893"/>
                  </a:lnTo>
                  <a:lnTo>
                    <a:pt x="2139606" y="3403893"/>
                  </a:lnTo>
                  <a:lnTo>
                    <a:pt x="2139763" y="3403893"/>
                  </a:lnTo>
                  <a:lnTo>
                    <a:pt x="2139921" y="3403893"/>
                  </a:lnTo>
                  <a:lnTo>
                    <a:pt x="2140079" y="3403893"/>
                  </a:lnTo>
                  <a:lnTo>
                    <a:pt x="2140237" y="3403893"/>
                  </a:lnTo>
                  <a:lnTo>
                    <a:pt x="2140394" y="3403893"/>
                  </a:lnTo>
                  <a:lnTo>
                    <a:pt x="2140552" y="3403893"/>
                  </a:lnTo>
                  <a:lnTo>
                    <a:pt x="2140710" y="3403893"/>
                  </a:lnTo>
                  <a:lnTo>
                    <a:pt x="2140867" y="3403893"/>
                  </a:lnTo>
                  <a:lnTo>
                    <a:pt x="2140867" y="3403462"/>
                  </a:lnTo>
                  <a:lnTo>
                    <a:pt x="2141025" y="3403462"/>
                  </a:lnTo>
                  <a:lnTo>
                    <a:pt x="2141183" y="3403462"/>
                  </a:lnTo>
                  <a:lnTo>
                    <a:pt x="2141341" y="3403462"/>
                  </a:lnTo>
                  <a:lnTo>
                    <a:pt x="2141341" y="3403031"/>
                  </a:lnTo>
                  <a:lnTo>
                    <a:pt x="2141498" y="3403031"/>
                  </a:lnTo>
                  <a:lnTo>
                    <a:pt x="2141656" y="3403031"/>
                  </a:lnTo>
                  <a:lnTo>
                    <a:pt x="2141814" y="3403031"/>
                  </a:lnTo>
                  <a:lnTo>
                    <a:pt x="2141971" y="3403031"/>
                  </a:lnTo>
                  <a:lnTo>
                    <a:pt x="2141971" y="3402601"/>
                  </a:lnTo>
                  <a:lnTo>
                    <a:pt x="2142129" y="3402601"/>
                  </a:lnTo>
                  <a:lnTo>
                    <a:pt x="2142287" y="3402601"/>
                  </a:lnTo>
                  <a:lnTo>
                    <a:pt x="2142445" y="3402601"/>
                  </a:lnTo>
                  <a:lnTo>
                    <a:pt x="2142602" y="3402601"/>
                  </a:lnTo>
                  <a:lnTo>
                    <a:pt x="2142602" y="3402170"/>
                  </a:lnTo>
                  <a:lnTo>
                    <a:pt x="2142760" y="3402170"/>
                  </a:lnTo>
                  <a:lnTo>
                    <a:pt x="2142918" y="3402170"/>
                  </a:lnTo>
                  <a:lnTo>
                    <a:pt x="2143075" y="3402170"/>
                  </a:lnTo>
                  <a:lnTo>
                    <a:pt x="2143233" y="3402170"/>
                  </a:lnTo>
                  <a:lnTo>
                    <a:pt x="2143391" y="3402170"/>
                  </a:lnTo>
                  <a:lnTo>
                    <a:pt x="2143391" y="3401740"/>
                  </a:lnTo>
                  <a:lnTo>
                    <a:pt x="2143549" y="3401740"/>
                  </a:lnTo>
                  <a:lnTo>
                    <a:pt x="2143706" y="3401740"/>
                  </a:lnTo>
                  <a:lnTo>
                    <a:pt x="2143706" y="3401309"/>
                  </a:lnTo>
                  <a:lnTo>
                    <a:pt x="2143706" y="3400878"/>
                  </a:lnTo>
                  <a:lnTo>
                    <a:pt x="2143864" y="3400878"/>
                  </a:lnTo>
                  <a:lnTo>
                    <a:pt x="2143864" y="3400448"/>
                  </a:lnTo>
                  <a:lnTo>
                    <a:pt x="2143864" y="3400017"/>
                  </a:lnTo>
                  <a:lnTo>
                    <a:pt x="2144022" y="3400017"/>
                  </a:lnTo>
                  <a:lnTo>
                    <a:pt x="2144179" y="3400017"/>
                  </a:lnTo>
                  <a:lnTo>
                    <a:pt x="2144179" y="3399587"/>
                  </a:lnTo>
                  <a:lnTo>
                    <a:pt x="2144179" y="3399156"/>
                  </a:lnTo>
                  <a:lnTo>
                    <a:pt x="2144337" y="3399156"/>
                  </a:lnTo>
                  <a:lnTo>
                    <a:pt x="2144495" y="3399156"/>
                  </a:lnTo>
                  <a:lnTo>
                    <a:pt x="2144495" y="3398725"/>
                  </a:lnTo>
                  <a:lnTo>
                    <a:pt x="2144495" y="3398295"/>
                  </a:lnTo>
                  <a:lnTo>
                    <a:pt x="2144495" y="3397864"/>
                  </a:lnTo>
                  <a:lnTo>
                    <a:pt x="2144653" y="3397864"/>
                  </a:lnTo>
                  <a:lnTo>
                    <a:pt x="2144653" y="3397434"/>
                  </a:lnTo>
                  <a:lnTo>
                    <a:pt x="2144810" y="3397434"/>
                  </a:lnTo>
                  <a:lnTo>
                    <a:pt x="2144968" y="3397434"/>
                  </a:lnTo>
                  <a:lnTo>
                    <a:pt x="2145126" y="3397434"/>
                  </a:lnTo>
                  <a:lnTo>
                    <a:pt x="2145284" y="3397434"/>
                  </a:lnTo>
                  <a:lnTo>
                    <a:pt x="2145441" y="3397434"/>
                  </a:lnTo>
                  <a:lnTo>
                    <a:pt x="2145599" y="3397434"/>
                  </a:lnTo>
                  <a:lnTo>
                    <a:pt x="2145599" y="3397003"/>
                  </a:lnTo>
                  <a:lnTo>
                    <a:pt x="2145757" y="3397003"/>
                  </a:lnTo>
                  <a:lnTo>
                    <a:pt x="2145914" y="3397003"/>
                  </a:lnTo>
                  <a:lnTo>
                    <a:pt x="2145914" y="3396572"/>
                  </a:lnTo>
                  <a:lnTo>
                    <a:pt x="2146072" y="3396572"/>
                  </a:lnTo>
                  <a:lnTo>
                    <a:pt x="2146230" y="3396572"/>
                  </a:lnTo>
                  <a:lnTo>
                    <a:pt x="2146388" y="3396572"/>
                  </a:lnTo>
                  <a:lnTo>
                    <a:pt x="2146545" y="3396572"/>
                  </a:lnTo>
                  <a:lnTo>
                    <a:pt x="2146545" y="3396142"/>
                  </a:lnTo>
                  <a:lnTo>
                    <a:pt x="2146703" y="3396142"/>
                  </a:lnTo>
                  <a:lnTo>
                    <a:pt x="2146861" y="3396142"/>
                  </a:lnTo>
                  <a:lnTo>
                    <a:pt x="2147018" y="3396142"/>
                  </a:lnTo>
                  <a:lnTo>
                    <a:pt x="2147176" y="3396142"/>
                  </a:lnTo>
                  <a:lnTo>
                    <a:pt x="2147334" y="3396142"/>
                  </a:lnTo>
                  <a:lnTo>
                    <a:pt x="2147492" y="3396142"/>
                  </a:lnTo>
                  <a:lnTo>
                    <a:pt x="2147492" y="3395711"/>
                  </a:lnTo>
                  <a:lnTo>
                    <a:pt x="2147649" y="3395711"/>
                  </a:lnTo>
                  <a:lnTo>
                    <a:pt x="2147649" y="3395281"/>
                  </a:lnTo>
                  <a:lnTo>
                    <a:pt x="2147807" y="3395281"/>
                  </a:lnTo>
                  <a:lnTo>
                    <a:pt x="2147807" y="3394850"/>
                  </a:lnTo>
                  <a:lnTo>
                    <a:pt x="2147965" y="3394850"/>
                  </a:lnTo>
                  <a:lnTo>
                    <a:pt x="2147965" y="3394419"/>
                  </a:lnTo>
                  <a:lnTo>
                    <a:pt x="2148122" y="3394419"/>
                  </a:lnTo>
                  <a:lnTo>
                    <a:pt x="2148280" y="3394419"/>
                  </a:lnTo>
                  <a:lnTo>
                    <a:pt x="2148280" y="3393989"/>
                  </a:lnTo>
                  <a:lnTo>
                    <a:pt x="2148438" y="3393989"/>
                  </a:lnTo>
                  <a:lnTo>
                    <a:pt x="2148596" y="3393989"/>
                  </a:lnTo>
                  <a:lnTo>
                    <a:pt x="2148753" y="3393989"/>
                  </a:lnTo>
                  <a:lnTo>
                    <a:pt x="2148911" y="3393989"/>
                  </a:lnTo>
                  <a:lnTo>
                    <a:pt x="2149069" y="3393989"/>
                  </a:lnTo>
                  <a:lnTo>
                    <a:pt x="2149069" y="3393558"/>
                  </a:lnTo>
                  <a:lnTo>
                    <a:pt x="2149069" y="3393128"/>
                  </a:lnTo>
                  <a:lnTo>
                    <a:pt x="2149069" y="3392697"/>
                  </a:lnTo>
                  <a:lnTo>
                    <a:pt x="2149226" y="3392697"/>
                  </a:lnTo>
                  <a:lnTo>
                    <a:pt x="2149226" y="3392266"/>
                  </a:lnTo>
                  <a:lnTo>
                    <a:pt x="2149226" y="3391836"/>
                  </a:lnTo>
                  <a:lnTo>
                    <a:pt x="2149226" y="3391405"/>
                  </a:lnTo>
                  <a:lnTo>
                    <a:pt x="2149226" y="3390975"/>
                  </a:lnTo>
                  <a:lnTo>
                    <a:pt x="2149384" y="3390975"/>
                  </a:lnTo>
                  <a:lnTo>
                    <a:pt x="2149384" y="3390544"/>
                  </a:lnTo>
                  <a:lnTo>
                    <a:pt x="2149384" y="3390113"/>
                  </a:lnTo>
                  <a:lnTo>
                    <a:pt x="2149542" y="3390113"/>
                  </a:lnTo>
                  <a:lnTo>
                    <a:pt x="2149700" y="3390113"/>
                  </a:lnTo>
                  <a:lnTo>
                    <a:pt x="2149700" y="3389683"/>
                  </a:lnTo>
                  <a:lnTo>
                    <a:pt x="2149857" y="3389683"/>
                  </a:lnTo>
                  <a:lnTo>
                    <a:pt x="2149857" y="3389252"/>
                  </a:lnTo>
                  <a:lnTo>
                    <a:pt x="2149857" y="3388822"/>
                  </a:lnTo>
                  <a:lnTo>
                    <a:pt x="2150015" y="3388822"/>
                  </a:lnTo>
                  <a:lnTo>
                    <a:pt x="2150173" y="3388822"/>
                  </a:lnTo>
                  <a:lnTo>
                    <a:pt x="2150331" y="3388822"/>
                  </a:lnTo>
                  <a:lnTo>
                    <a:pt x="2150488" y="3388822"/>
                  </a:lnTo>
                  <a:lnTo>
                    <a:pt x="2150646" y="3388822"/>
                  </a:lnTo>
                  <a:lnTo>
                    <a:pt x="2150804" y="3388822"/>
                  </a:lnTo>
                  <a:lnTo>
                    <a:pt x="2150961" y="3388822"/>
                  </a:lnTo>
                  <a:lnTo>
                    <a:pt x="2151119" y="3388822"/>
                  </a:lnTo>
                  <a:lnTo>
                    <a:pt x="2151119" y="3388391"/>
                  </a:lnTo>
                  <a:lnTo>
                    <a:pt x="2151277" y="3388391"/>
                  </a:lnTo>
                  <a:lnTo>
                    <a:pt x="2151435" y="3388391"/>
                  </a:lnTo>
                  <a:lnTo>
                    <a:pt x="2151592" y="3388391"/>
                  </a:lnTo>
                  <a:lnTo>
                    <a:pt x="2151592" y="3387960"/>
                  </a:lnTo>
                  <a:lnTo>
                    <a:pt x="2151750" y="3387960"/>
                  </a:lnTo>
                  <a:lnTo>
                    <a:pt x="2151908" y="3387960"/>
                  </a:lnTo>
                  <a:lnTo>
                    <a:pt x="2152065" y="3387960"/>
                  </a:lnTo>
                  <a:lnTo>
                    <a:pt x="2152223" y="3387960"/>
                  </a:lnTo>
                  <a:lnTo>
                    <a:pt x="2152381" y="3387960"/>
                  </a:lnTo>
                  <a:lnTo>
                    <a:pt x="2152539" y="3387960"/>
                  </a:lnTo>
                  <a:lnTo>
                    <a:pt x="2152696" y="3387960"/>
                  </a:lnTo>
                  <a:lnTo>
                    <a:pt x="2152854" y="3387960"/>
                  </a:lnTo>
                  <a:lnTo>
                    <a:pt x="2153012" y="3387960"/>
                  </a:lnTo>
                  <a:lnTo>
                    <a:pt x="2153169" y="3387960"/>
                  </a:lnTo>
                  <a:lnTo>
                    <a:pt x="2153169" y="3387530"/>
                  </a:lnTo>
                  <a:lnTo>
                    <a:pt x="2153327" y="3387530"/>
                  </a:lnTo>
                  <a:lnTo>
                    <a:pt x="2153485" y="3387530"/>
                  </a:lnTo>
                  <a:lnTo>
                    <a:pt x="2153643" y="3387530"/>
                  </a:lnTo>
                  <a:lnTo>
                    <a:pt x="2153643" y="3387099"/>
                  </a:lnTo>
                  <a:lnTo>
                    <a:pt x="2153800" y="3387099"/>
                  </a:lnTo>
                  <a:lnTo>
                    <a:pt x="2153958" y="3387099"/>
                  </a:lnTo>
                  <a:lnTo>
                    <a:pt x="2153958" y="3386669"/>
                  </a:lnTo>
                  <a:lnTo>
                    <a:pt x="2154116" y="3386669"/>
                  </a:lnTo>
                  <a:lnTo>
                    <a:pt x="2154273" y="3386669"/>
                  </a:lnTo>
                  <a:lnTo>
                    <a:pt x="2154273" y="3386238"/>
                  </a:lnTo>
                  <a:lnTo>
                    <a:pt x="2154431" y="3386238"/>
                  </a:lnTo>
                  <a:lnTo>
                    <a:pt x="2154431" y="3385807"/>
                  </a:lnTo>
                  <a:lnTo>
                    <a:pt x="2154431" y="3385377"/>
                  </a:lnTo>
                  <a:lnTo>
                    <a:pt x="2154589" y="3385377"/>
                  </a:lnTo>
                  <a:lnTo>
                    <a:pt x="2154747" y="3385377"/>
                  </a:lnTo>
                  <a:lnTo>
                    <a:pt x="2154747" y="3384946"/>
                  </a:lnTo>
                  <a:lnTo>
                    <a:pt x="2154904" y="3384946"/>
                  </a:lnTo>
                  <a:lnTo>
                    <a:pt x="2154904" y="3384516"/>
                  </a:lnTo>
                  <a:lnTo>
                    <a:pt x="2155062" y="3384516"/>
                  </a:lnTo>
                  <a:lnTo>
                    <a:pt x="2155220" y="3384516"/>
                  </a:lnTo>
                  <a:lnTo>
                    <a:pt x="2155377" y="3384516"/>
                  </a:lnTo>
                  <a:lnTo>
                    <a:pt x="2155377" y="3384085"/>
                  </a:lnTo>
                  <a:lnTo>
                    <a:pt x="2155535" y="3384085"/>
                  </a:lnTo>
                  <a:lnTo>
                    <a:pt x="2155535" y="3383654"/>
                  </a:lnTo>
                  <a:lnTo>
                    <a:pt x="2155693" y="3383654"/>
                  </a:lnTo>
                  <a:lnTo>
                    <a:pt x="2155693" y="3383224"/>
                  </a:lnTo>
                  <a:lnTo>
                    <a:pt x="2155851" y="3383224"/>
                  </a:lnTo>
                  <a:lnTo>
                    <a:pt x="2156008" y="3383224"/>
                  </a:lnTo>
                  <a:lnTo>
                    <a:pt x="2156166" y="3383224"/>
                  </a:lnTo>
                  <a:lnTo>
                    <a:pt x="2156324" y="3383224"/>
                  </a:lnTo>
                  <a:lnTo>
                    <a:pt x="2156324" y="3382793"/>
                  </a:lnTo>
                  <a:lnTo>
                    <a:pt x="2156482" y="3382793"/>
                  </a:lnTo>
                  <a:lnTo>
                    <a:pt x="2156639" y="3382793"/>
                  </a:lnTo>
                  <a:lnTo>
                    <a:pt x="2156797" y="3382793"/>
                  </a:lnTo>
                  <a:lnTo>
                    <a:pt x="2156955" y="3382793"/>
                  </a:lnTo>
                  <a:lnTo>
                    <a:pt x="2156955" y="3382363"/>
                  </a:lnTo>
                  <a:lnTo>
                    <a:pt x="2156955" y="3381932"/>
                  </a:lnTo>
                  <a:lnTo>
                    <a:pt x="2157112" y="3381932"/>
                  </a:lnTo>
                  <a:lnTo>
                    <a:pt x="2157112" y="3381501"/>
                  </a:lnTo>
                  <a:lnTo>
                    <a:pt x="2157270" y="3381501"/>
                  </a:lnTo>
                  <a:lnTo>
                    <a:pt x="2157428" y="3381501"/>
                  </a:lnTo>
                  <a:lnTo>
                    <a:pt x="2157428" y="3381071"/>
                  </a:lnTo>
                  <a:lnTo>
                    <a:pt x="2157586" y="3381071"/>
                  </a:lnTo>
                  <a:lnTo>
                    <a:pt x="2157743" y="3381071"/>
                  </a:lnTo>
                  <a:lnTo>
                    <a:pt x="2157743" y="3380640"/>
                  </a:lnTo>
                  <a:lnTo>
                    <a:pt x="2157901" y="3380640"/>
                  </a:lnTo>
                  <a:lnTo>
                    <a:pt x="2158059" y="3380640"/>
                  </a:lnTo>
                  <a:lnTo>
                    <a:pt x="2158216" y="3380640"/>
                  </a:lnTo>
                  <a:lnTo>
                    <a:pt x="2158374" y="3380640"/>
                  </a:lnTo>
                  <a:lnTo>
                    <a:pt x="2158532" y="3380640"/>
                  </a:lnTo>
                  <a:lnTo>
                    <a:pt x="2158532" y="3380210"/>
                  </a:lnTo>
                  <a:lnTo>
                    <a:pt x="2158690" y="3380210"/>
                  </a:lnTo>
                  <a:lnTo>
                    <a:pt x="2158847" y="3380210"/>
                  </a:lnTo>
                  <a:lnTo>
                    <a:pt x="2159005" y="3380210"/>
                  </a:lnTo>
                  <a:lnTo>
                    <a:pt x="2159005" y="3379779"/>
                  </a:lnTo>
                  <a:lnTo>
                    <a:pt x="2159163" y="3379779"/>
                  </a:lnTo>
                  <a:lnTo>
                    <a:pt x="2159320" y="3379779"/>
                  </a:lnTo>
                  <a:lnTo>
                    <a:pt x="2159478" y="3379779"/>
                  </a:lnTo>
                  <a:lnTo>
                    <a:pt x="2159636" y="3379779"/>
                  </a:lnTo>
                  <a:lnTo>
                    <a:pt x="2159636" y="3379348"/>
                  </a:lnTo>
                  <a:lnTo>
                    <a:pt x="2159794" y="3379348"/>
                  </a:lnTo>
                  <a:lnTo>
                    <a:pt x="2159951" y="3379348"/>
                  </a:lnTo>
                  <a:lnTo>
                    <a:pt x="2160109" y="3379348"/>
                  </a:lnTo>
                  <a:lnTo>
                    <a:pt x="2160267" y="3379348"/>
                  </a:lnTo>
                  <a:lnTo>
                    <a:pt x="2160424" y="3379348"/>
                  </a:lnTo>
                  <a:lnTo>
                    <a:pt x="2160424" y="3378918"/>
                  </a:lnTo>
                  <a:lnTo>
                    <a:pt x="2160582" y="3378918"/>
                  </a:lnTo>
                  <a:lnTo>
                    <a:pt x="2160740" y="3378918"/>
                  </a:lnTo>
                  <a:lnTo>
                    <a:pt x="2160740" y="3378487"/>
                  </a:lnTo>
                  <a:lnTo>
                    <a:pt x="2160898" y="3378487"/>
                  </a:lnTo>
                  <a:lnTo>
                    <a:pt x="2161055" y="3378487"/>
                  </a:lnTo>
                  <a:lnTo>
                    <a:pt x="2161213" y="3378487"/>
                  </a:lnTo>
                  <a:lnTo>
                    <a:pt x="2161371" y="3378487"/>
                  </a:lnTo>
                  <a:lnTo>
                    <a:pt x="2161529" y="3378487"/>
                  </a:lnTo>
                  <a:lnTo>
                    <a:pt x="2161686" y="3378487"/>
                  </a:lnTo>
                  <a:lnTo>
                    <a:pt x="2161844" y="3378487"/>
                  </a:lnTo>
                  <a:lnTo>
                    <a:pt x="2161844" y="3378057"/>
                  </a:lnTo>
                  <a:lnTo>
                    <a:pt x="2162002" y="3378057"/>
                  </a:lnTo>
                  <a:lnTo>
                    <a:pt x="2162159" y="3378057"/>
                  </a:lnTo>
                  <a:lnTo>
                    <a:pt x="2162317" y="3378057"/>
                  </a:lnTo>
                  <a:lnTo>
                    <a:pt x="2162475" y="3378057"/>
                  </a:lnTo>
                  <a:lnTo>
                    <a:pt x="2162633" y="3378057"/>
                  </a:lnTo>
                  <a:lnTo>
                    <a:pt x="2162790" y="3378057"/>
                  </a:lnTo>
                  <a:lnTo>
                    <a:pt x="2162948" y="3378057"/>
                  </a:lnTo>
                  <a:lnTo>
                    <a:pt x="2163106" y="3378057"/>
                  </a:lnTo>
                  <a:lnTo>
                    <a:pt x="2163106" y="3377626"/>
                  </a:lnTo>
                  <a:lnTo>
                    <a:pt x="2163106" y="3377195"/>
                  </a:lnTo>
                  <a:lnTo>
                    <a:pt x="2163106" y="3376765"/>
                  </a:lnTo>
                  <a:lnTo>
                    <a:pt x="2163263" y="3376765"/>
                  </a:lnTo>
                  <a:lnTo>
                    <a:pt x="2163263" y="3376334"/>
                  </a:lnTo>
                  <a:lnTo>
                    <a:pt x="2163421" y="3376334"/>
                  </a:lnTo>
                  <a:lnTo>
                    <a:pt x="2163579" y="3376334"/>
                  </a:lnTo>
                  <a:lnTo>
                    <a:pt x="2163737" y="3376334"/>
                  </a:lnTo>
                  <a:lnTo>
                    <a:pt x="2163894" y="3376334"/>
                  </a:lnTo>
                  <a:lnTo>
                    <a:pt x="2163894" y="3375904"/>
                  </a:lnTo>
                  <a:lnTo>
                    <a:pt x="2164052" y="3375904"/>
                  </a:lnTo>
                  <a:lnTo>
                    <a:pt x="2164210" y="3375904"/>
                  </a:lnTo>
                  <a:lnTo>
                    <a:pt x="2164367" y="3375904"/>
                  </a:lnTo>
                  <a:lnTo>
                    <a:pt x="2164367" y="3375473"/>
                  </a:lnTo>
                  <a:lnTo>
                    <a:pt x="2164525" y="3375473"/>
                  </a:lnTo>
                  <a:lnTo>
                    <a:pt x="2164683" y="3375473"/>
                  </a:lnTo>
                  <a:lnTo>
                    <a:pt x="2164841" y="3375473"/>
                  </a:lnTo>
                  <a:lnTo>
                    <a:pt x="2164998" y="3375473"/>
                  </a:lnTo>
                  <a:lnTo>
                    <a:pt x="2165156" y="3375473"/>
                  </a:lnTo>
                  <a:lnTo>
                    <a:pt x="2165314" y="3375473"/>
                  </a:lnTo>
                  <a:lnTo>
                    <a:pt x="2165314" y="3375042"/>
                  </a:lnTo>
                  <a:lnTo>
                    <a:pt x="2165471" y="3375042"/>
                  </a:lnTo>
                  <a:lnTo>
                    <a:pt x="2165471" y="3374612"/>
                  </a:lnTo>
                  <a:lnTo>
                    <a:pt x="2165629" y="3374612"/>
                  </a:lnTo>
                  <a:lnTo>
                    <a:pt x="2165787" y="3374612"/>
                  </a:lnTo>
                  <a:lnTo>
                    <a:pt x="2165945" y="3374612"/>
                  </a:lnTo>
                  <a:lnTo>
                    <a:pt x="2166102" y="3374612"/>
                  </a:lnTo>
                  <a:lnTo>
                    <a:pt x="2166260" y="3374612"/>
                  </a:lnTo>
                  <a:lnTo>
                    <a:pt x="2166418" y="3374612"/>
                  </a:lnTo>
                  <a:lnTo>
                    <a:pt x="2166575" y="3374612"/>
                  </a:lnTo>
                  <a:lnTo>
                    <a:pt x="2166733" y="3374612"/>
                  </a:lnTo>
                  <a:lnTo>
                    <a:pt x="2166891" y="3374612"/>
                  </a:lnTo>
                  <a:lnTo>
                    <a:pt x="2166891" y="3374181"/>
                  </a:lnTo>
                  <a:lnTo>
                    <a:pt x="2166891" y="3373751"/>
                  </a:lnTo>
                  <a:lnTo>
                    <a:pt x="2166891" y="3373320"/>
                  </a:lnTo>
                  <a:lnTo>
                    <a:pt x="2167049" y="3373320"/>
                  </a:lnTo>
                  <a:lnTo>
                    <a:pt x="2167049" y="3372889"/>
                  </a:lnTo>
                  <a:lnTo>
                    <a:pt x="2167049" y="3372459"/>
                  </a:lnTo>
                  <a:lnTo>
                    <a:pt x="2167206" y="3372459"/>
                  </a:lnTo>
                  <a:lnTo>
                    <a:pt x="2167206" y="3372028"/>
                  </a:lnTo>
                  <a:lnTo>
                    <a:pt x="2167364" y="3372028"/>
                  </a:lnTo>
                  <a:lnTo>
                    <a:pt x="2167522" y="3372028"/>
                  </a:lnTo>
                  <a:lnTo>
                    <a:pt x="2167680" y="3372028"/>
                  </a:lnTo>
                  <a:lnTo>
                    <a:pt x="2167837" y="3372028"/>
                  </a:lnTo>
                  <a:lnTo>
                    <a:pt x="2167995" y="3372028"/>
                  </a:lnTo>
                  <a:lnTo>
                    <a:pt x="2167995" y="3371598"/>
                  </a:lnTo>
                  <a:lnTo>
                    <a:pt x="2168153" y="3371598"/>
                  </a:lnTo>
                  <a:lnTo>
                    <a:pt x="2168310" y="3371598"/>
                  </a:lnTo>
                  <a:lnTo>
                    <a:pt x="2168468" y="3371598"/>
                  </a:lnTo>
                  <a:lnTo>
                    <a:pt x="2168626" y="3371598"/>
                  </a:lnTo>
                  <a:lnTo>
                    <a:pt x="2168626" y="3371167"/>
                  </a:lnTo>
                  <a:lnTo>
                    <a:pt x="2168784" y="3371167"/>
                  </a:lnTo>
                  <a:lnTo>
                    <a:pt x="2168941" y="3371167"/>
                  </a:lnTo>
                  <a:lnTo>
                    <a:pt x="2169099" y="3371167"/>
                  </a:lnTo>
                  <a:lnTo>
                    <a:pt x="2169257" y="3371167"/>
                  </a:lnTo>
                  <a:lnTo>
                    <a:pt x="2169414" y="3371167"/>
                  </a:lnTo>
                  <a:lnTo>
                    <a:pt x="2169572" y="3371167"/>
                  </a:lnTo>
                  <a:lnTo>
                    <a:pt x="2169730" y="3371167"/>
                  </a:lnTo>
                  <a:lnTo>
                    <a:pt x="2169888" y="3371167"/>
                  </a:lnTo>
                  <a:lnTo>
                    <a:pt x="2170045" y="3371167"/>
                  </a:lnTo>
                  <a:lnTo>
                    <a:pt x="2170203" y="3371167"/>
                  </a:lnTo>
                  <a:lnTo>
                    <a:pt x="2170361" y="3371167"/>
                  </a:lnTo>
                  <a:lnTo>
                    <a:pt x="2170361" y="3370736"/>
                  </a:lnTo>
                  <a:lnTo>
                    <a:pt x="2170518" y="3370736"/>
                  </a:lnTo>
                  <a:lnTo>
                    <a:pt x="2170518" y="3370306"/>
                  </a:lnTo>
                  <a:lnTo>
                    <a:pt x="2170676" y="3370306"/>
                  </a:lnTo>
                  <a:lnTo>
                    <a:pt x="2170834" y="3370306"/>
                  </a:lnTo>
                  <a:lnTo>
                    <a:pt x="2170992" y="3370306"/>
                  </a:lnTo>
                  <a:lnTo>
                    <a:pt x="2171149" y="3370306"/>
                  </a:lnTo>
                  <a:lnTo>
                    <a:pt x="2171149" y="3369875"/>
                  </a:lnTo>
                  <a:lnTo>
                    <a:pt x="2171307" y="3369875"/>
                  </a:lnTo>
                  <a:lnTo>
                    <a:pt x="2171465" y="3369875"/>
                  </a:lnTo>
                  <a:lnTo>
                    <a:pt x="2171622" y="3369875"/>
                  </a:lnTo>
                  <a:lnTo>
                    <a:pt x="2171622" y="3369445"/>
                  </a:lnTo>
                  <a:lnTo>
                    <a:pt x="2171780" y="3369445"/>
                  </a:lnTo>
                  <a:lnTo>
                    <a:pt x="2171780" y="3369014"/>
                  </a:lnTo>
                  <a:lnTo>
                    <a:pt x="2171780" y="3368583"/>
                  </a:lnTo>
                  <a:lnTo>
                    <a:pt x="2171938" y="3368583"/>
                  </a:lnTo>
                  <a:lnTo>
                    <a:pt x="2172096" y="3368583"/>
                  </a:lnTo>
                  <a:lnTo>
                    <a:pt x="2172253" y="3368583"/>
                  </a:lnTo>
                  <a:lnTo>
                    <a:pt x="2172411" y="3368583"/>
                  </a:lnTo>
                  <a:lnTo>
                    <a:pt x="2172569" y="3368583"/>
                  </a:lnTo>
                  <a:lnTo>
                    <a:pt x="2172727" y="3368583"/>
                  </a:lnTo>
                  <a:lnTo>
                    <a:pt x="2172884" y="3368583"/>
                  </a:lnTo>
                  <a:lnTo>
                    <a:pt x="2173042" y="3368583"/>
                  </a:lnTo>
                  <a:lnTo>
                    <a:pt x="2173042" y="3368153"/>
                  </a:lnTo>
                  <a:lnTo>
                    <a:pt x="2173200" y="3368153"/>
                  </a:lnTo>
                  <a:lnTo>
                    <a:pt x="2173200" y="3367722"/>
                  </a:lnTo>
                  <a:lnTo>
                    <a:pt x="2173357" y="3367722"/>
                  </a:lnTo>
                  <a:lnTo>
                    <a:pt x="2173515" y="3367722"/>
                  </a:lnTo>
                  <a:lnTo>
                    <a:pt x="2173673" y="3367722"/>
                  </a:lnTo>
                  <a:lnTo>
                    <a:pt x="2173831" y="3367722"/>
                  </a:lnTo>
                  <a:lnTo>
                    <a:pt x="2173988" y="3367722"/>
                  </a:lnTo>
                  <a:lnTo>
                    <a:pt x="2174146" y="3367722"/>
                  </a:lnTo>
                  <a:lnTo>
                    <a:pt x="2174304" y="3367722"/>
                  </a:lnTo>
                  <a:lnTo>
                    <a:pt x="2174461" y="3367722"/>
                  </a:lnTo>
                  <a:lnTo>
                    <a:pt x="2174461" y="3367292"/>
                  </a:lnTo>
                  <a:lnTo>
                    <a:pt x="2174461" y="3366861"/>
                  </a:lnTo>
                  <a:lnTo>
                    <a:pt x="2174461" y="3366430"/>
                  </a:lnTo>
                  <a:lnTo>
                    <a:pt x="2174619" y="3366430"/>
                  </a:lnTo>
                  <a:lnTo>
                    <a:pt x="2174777" y="3366430"/>
                  </a:lnTo>
                  <a:lnTo>
                    <a:pt x="2174935" y="3366430"/>
                  </a:lnTo>
                  <a:lnTo>
                    <a:pt x="2174935" y="3366000"/>
                  </a:lnTo>
                  <a:lnTo>
                    <a:pt x="2175092" y="3366000"/>
                  </a:lnTo>
                  <a:lnTo>
                    <a:pt x="2175092" y="3365569"/>
                  </a:lnTo>
                  <a:lnTo>
                    <a:pt x="2175250" y="3365569"/>
                  </a:lnTo>
                  <a:lnTo>
                    <a:pt x="2175408" y="3365569"/>
                  </a:lnTo>
                  <a:lnTo>
                    <a:pt x="2175408" y="3365139"/>
                  </a:lnTo>
                  <a:lnTo>
                    <a:pt x="2175565" y="3365139"/>
                  </a:lnTo>
                  <a:lnTo>
                    <a:pt x="2175565" y="3364708"/>
                  </a:lnTo>
                  <a:lnTo>
                    <a:pt x="2175565" y="3364277"/>
                  </a:lnTo>
                  <a:lnTo>
                    <a:pt x="2175723" y="3364277"/>
                  </a:lnTo>
                  <a:lnTo>
                    <a:pt x="2175723" y="3363847"/>
                  </a:lnTo>
                  <a:lnTo>
                    <a:pt x="2175723" y="3363416"/>
                  </a:lnTo>
                  <a:lnTo>
                    <a:pt x="2175881" y="3363416"/>
                  </a:lnTo>
                  <a:lnTo>
                    <a:pt x="2176039" y="3363416"/>
                  </a:lnTo>
                  <a:lnTo>
                    <a:pt x="2176196" y="3363416"/>
                  </a:lnTo>
                  <a:lnTo>
                    <a:pt x="2176354" y="3363416"/>
                  </a:lnTo>
                  <a:lnTo>
                    <a:pt x="2176354" y="3362986"/>
                  </a:lnTo>
                  <a:lnTo>
                    <a:pt x="2176354" y="3362555"/>
                  </a:lnTo>
                  <a:lnTo>
                    <a:pt x="2176512" y="3362555"/>
                  </a:lnTo>
                  <a:lnTo>
                    <a:pt x="2176669" y="3362555"/>
                  </a:lnTo>
                  <a:lnTo>
                    <a:pt x="2176827" y="3362555"/>
                  </a:lnTo>
                  <a:lnTo>
                    <a:pt x="2176827" y="3362124"/>
                  </a:lnTo>
                  <a:lnTo>
                    <a:pt x="2176985" y="3362124"/>
                  </a:lnTo>
                  <a:lnTo>
                    <a:pt x="2177143" y="3362124"/>
                  </a:lnTo>
                  <a:lnTo>
                    <a:pt x="2177300" y="3362124"/>
                  </a:lnTo>
                  <a:lnTo>
                    <a:pt x="2177458" y="3362124"/>
                  </a:lnTo>
                  <a:lnTo>
                    <a:pt x="2177616" y="3362124"/>
                  </a:lnTo>
                  <a:lnTo>
                    <a:pt x="2177616" y="3361694"/>
                  </a:lnTo>
                  <a:lnTo>
                    <a:pt x="2177773" y="3361694"/>
                  </a:lnTo>
                  <a:lnTo>
                    <a:pt x="2177931" y="3361694"/>
                  </a:lnTo>
                  <a:lnTo>
                    <a:pt x="2178089" y="3361694"/>
                  </a:lnTo>
                  <a:lnTo>
                    <a:pt x="2178247" y="3361694"/>
                  </a:lnTo>
                  <a:lnTo>
                    <a:pt x="2178404" y="3361694"/>
                  </a:lnTo>
                  <a:lnTo>
                    <a:pt x="2178562" y="3361694"/>
                  </a:lnTo>
                  <a:lnTo>
                    <a:pt x="2178562" y="3361263"/>
                  </a:lnTo>
                  <a:lnTo>
                    <a:pt x="2178562" y="3360833"/>
                  </a:lnTo>
                  <a:lnTo>
                    <a:pt x="2178562" y="3360402"/>
                  </a:lnTo>
                  <a:lnTo>
                    <a:pt x="2178562" y="3359971"/>
                  </a:lnTo>
                  <a:lnTo>
                    <a:pt x="2178720" y="3359971"/>
                  </a:lnTo>
                  <a:lnTo>
                    <a:pt x="2178720" y="3359541"/>
                  </a:lnTo>
                  <a:lnTo>
                    <a:pt x="2178878" y="3359541"/>
                  </a:lnTo>
                  <a:lnTo>
                    <a:pt x="2179035" y="3359541"/>
                  </a:lnTo>
                  <a:lnTo>
                    <a:pt x="2179193" y="3359541"/>
                  </a:lnTo>
                  <a:lnTo>
                    <a:pt x="2179351" y="3359541"/>
                  </a:lnTo>
                  <a:lnTo>
                    <a:pt x="2179508" y="3359541"/>
                  </a:lnTo>
                  <a:lnTo>
                    <a:pt x="2179508" y="3359110"/>
                  </a:lnTo>
                  <a:lnTo>
                    <a:pt x="2179666" y="3359110"/>
                  </a:lnTo>
                  <a:lnTo>
                    <a:pt x="2179824" y="3359110"/>
                  </a:lnTo>
                  <a:lnTo>
                    <a:pt x="2179982" y="3359110"/>
                  </a:lnTo>
                  <a:lnTo>
                    <a:pt x="2180139" y="3359110"/>
                  </a:lnTo>
                  <a:lnTo>
                    <a:pt x="2180297" y="3359110"/>
                  </a:lnTo>
                  <a:lnTo>
                    <a:pt x="2180297" y="3358680"/>
                  </a:lnTo>
                  <a:lnTo>
                    <a:pt x="2180297" y="3358249"/>
                  </a:lnTo>
                  <a:lnTo>
                    <a:pt x="2180455" y="3358249"/>
                  </a:lnTo>
                  <a:lnTo>
                    <a:pt x="2180455" y="3357818"/>
                  </a:lnTo>
                  <a:lnTo>
                    <a:pt x="2180612" y="3357818"/>
                  </a:lnTo>
                  <a:lnTo>
                    <a:pt x="2180770" y="3357818"/>
                  </a:lnTo>
                  <a:lnTo>
                    <a:pt x="2180928" y="3357818"/>
                  </a:lnTo>
                  <a:lnTo>
                    <a:pt x="2180928" y="3357388"/>
                  </a:lnTo>
                  <a:lnTo>
                    <a:pt x="2180928" y="3356957"/>
                  </a:lnTo>
                  <a:lnTo>
                    <a:pt x="2181086" y="3356957"/>
                  </a:lnTo>
                  <a:lnTo>
                    <a:pt x="2181086" y="3356527"/>
                  </a:lnTo>
                  <a:lnTo>
                    <a:pt x="2181086" y="3356096"/>
                  </a:lnTo>
                  <a:lnTo>
                    <a:pt x="2181086" y="3355665"/>
                  </a:lnTo>
                  <a:lnTo>
                    <a:pt x="2181243" y="3355665"/>
                  </a:lnTo>
                  <a:lnTo>
                    <a:pt x="2181401" y="3355665"/>
                  </a:lnTo>
                  <a:lnTo>
                    <a:pt x="2181559" y="3355665"/>
                  </a:lnTo>
                  <a:lnTo>
                    <a:pt x="2181559" y="3355235"/>
                  </a:lnTo>
                  <a:lnTo>
                    <a:pt x="2181716" y="3355235"/>
                  </a:lnTo>
                  <a:lnTo>
                    <a:pt x="2181716" y="3354804"/>
                  </a:lnTo>
                  <a:lnTo>
                    <a:pt x="2181874" y="3354804"/>
                  </a:lnTo>
                  <a:lnTo>
                    <a:pt x="2181874" y="3354374"/>
                  </a:lnTo>
                  <a:lnTo>
                    <a:pt x="2181874" y="3353943"/>
                  </a:lnTo>
                  <a:lnTo>
                    <a:pt x="2182032" y="3353943"/>
                  </a:lnTo>
                  <a:lnTo>
                    <a:pt x="2182032" y="3353512"/>
                  </a:lnTo>
                  <a:lnTo>
                    <a:pt x="2182032" y="3353082"/>
                  </a:lnTo>
                  <a:lnTo>
                    <a:pt x="2182032" y="3352651"/>
                  </a:lnTo>
                  <a:lnTo>
                    <a:pt x="2182190" y="3352651"/>
                  </a:lnTo>
                  <a:lnTo>
                    <a:pt x="2182347" y="3352651"/>
                  </a:lnTo>
                  <a:lnTo>
                    <a:pt x="2182505" y="3352651"/>
                  </a:lnTo>
                  <a:lnTo>
                    <a:pt x="2182505" y="3352221"/>
                  </a:lnTo>
                  <a:lnTo>
                    <a:pt x="2182663" y="3352221"/>
                  </a:lnTo>
                  <a:lnTo>
                    <a:pt x="2182820" y="3352221"/>
                  </a:lnTo>
                  <a:lnTo>
                    <a:pt x="2182978" y="3352221"/>
                  </a:lnTo>
                  <a:lnTo>
                    <a:pt x="2183136" y="3352221"/>
                  </a:lnTo>
                  <a:lnTo>
                    <a:pt x="2183294" y="3352221"/>
                  </a:lnTo>
                  <a:lnTo>
                    <a:pt x="2183451" y="3352221"/>
                  </a:lnTo>
                  <a:lnTo>
                    <a:pt x="2183609" y="3352221"/>
                  </a:lnTo>
                  <a:lnTo>
                    <a:pt x="2183609" y="3351790"/>
                  </a:lnTo>
                  <a:lnTo>
                    <a:pt x="2183767" y="3351790"/>
                  </a:lnTo>
                  <a:lnTo>
                    <a:pt x="2183924" y="3351790"/>
                  </a:lnTo>
                  <a:lnTo>
                    <a:pt x="2184082" y="3351790"/>
                  </a:lnTo>
                  <a:lnTo>
                    <a:pt x="2184240" y="3351790"/>
                  </a:lnTo>
                  <a:lnTo>
                    <a:pt x="2184398" y="3351790"/>
                  </a:lnTo>
                  <a:lnTo>
                    <a:pt x="2184398" y="3351359"/>
                  </a:lnTo>
                  <a:lnTo>
                    <a:pt x="2184555" y="3351359"/>
                  </a:lnTo>
                  <a:lnTo>
                    <a:pt x="2184713" y="3351359"/>
                  </a:lnTo>
                  <a:lnTo>
                    <a:pt x="2184871" y="3351359"/>
                  </a:lnTo>
                  <a:lnTo>
                    <a:pt x="2185029" y="3351359"/>
                  </a:lnTo>
                  <a:lnTo>
                    <a:pt x="2185186" y="3351359"/>
                  </a:lnTo>
                  <a:lnTo>
                    <a:pt x="2185344" y="3351359"/>
                  </a:lnTo>
                  <a:lnTo>
                    <a:pt x="2185344" y="3350929"/>
                  </a:lnTo>
                  <a:lnTo>
                    <a:pt x="2185344" y="3350498"/>
                  </a:lnTo>
                  <a:lnTo>
                    <a:pt x="2185502" y="3350498"/>
                  </a:lnTo>
                  <a:lnTo>
                    <a:pt x="2185659" y="3350498"/>
                  </a:lnTo>
                  <a:lnTo>
                    <a:pt x="2185659" y="3350068"/>
                  </a:lnTo>
                  <a:lnTo>
                    <a:pt x="2185817" y="3350068"/>
                  </a:lnTo>
                  <a:lnTo>
                    <a:pt x="2185975" y="3350068"/>
                  </a:lnTo>
                  <a:lnTo>
                    <a:pt x="2186133" y="3350068"/>
                  </a:lnTo>
                  <a:lnTo>
                    <a:pt x="2186290" y="3350068"/>
                  </a:lnTo>
                  <a:lnTo>
                    <a:pt x="2186448" y="3350068"/>
                  </a:lnTo>
                  <a:lnTo>
                    <a:pt x="2186448" y="3349637"/>
                  </a:lnTo>
                  <a:lnTo>
                    <a:pt x="2186606" y="3349637"/>
                  </a:lnTo>
                  <a:lnTo>
                    <a:pt x="2186763" y="3349637"/>
                  </a:lnTo>
                  <a:lnTo>
                    <a:pt x="2186763" y="3349206"/>
                  </a:lnTo>
                  <a:lnTo>
                    <a:pt x="2186921" y="3349206"/>
                  </a:lnTo>
                  <a:lnTo>
                    <a:pt x="2187079" y="3349206"/>
                  </a:lnTo>
                  <a:lnTo>
                    <a:pt x="2187079" y="3348776"/>
                  </a:lnTo>
                  <a:lnTo>
                    <a:pt x="2187079" y="3348345"/>
                  </a:lnTo>
                  <a:lnTo>
                    <a:pt x="2187079" y="3347915"/>
                  </a:lnTo>
                  <a:lnTo>
                    <a:pt x="2187237" y="3347915"/>
                  </a:lnTo>
                  <a:lnTo>
                    <a:pt x="2187394" y="3347915"/>
                  </a:lnTo>
                  <a:lnTo>
                    <a:pt x="2187552" y="3347915"/>
                  </a:lnTo>
                  <a:lnTo>
                    <a:pt x="2187552" y="3347484"/>
                  </a:lnTo>
                  <a:lnTo>
                    <a:pt x="2187710" y="3347484"/>
                  </a:lnTo>
                  <a:lnTo>
                    <a:pt x="2187867" y="3347484"/>
                  </a:lnTo>
                  <a:lnTo>
                    <a:pt x="2188025" y="3347484"/>
                  </a:lnTo>
                  <a:lnTo>
                    <a:pt x="2188025" y="3347053"/>
                  </a:lnTo>
                  <a:lnTo>
                    <a:pt x="2188183" y="3347053"/>
                  </a:lnTo>
                  <a:lnTo>
                    <a:pt x="2188183" y="3346623"/>
                  </a:lnTo>
                  <a:lnTo>
                    <a:pt x="2188341" y="3346623"/>
                  </a:lnTo>
                  <a:lnTo>
                    <a:pt x="2188498" y="3346623"/>
                  </a:lnTo>
                  <a:lnTo>
                    <a:pt x="2188656" y="3346623"/>
                  </a:lnTo>
                  <a:lnTo>
                    <a:pt x="2188814" y="3346623"/>
                  </a:lnTo>
                  <a:lnTo>
                    <a:pt x="2188814" y="3346192"/>
                  </a:lnTo>
                  <a:lnTo>
                    <a:pt x="2188971" y="3346192"/>
                  </a:lnTo>
                  <a:lnTo>
                    <a:pt x="2189129" y="3346192"/>
                  </a:lnTo>
                  <a:lnTo>
                    <a:pt x="2189287" y="3346192"/>
                  </a:lnTo>
                  <a:lnTo>
                    <a:pt x="2189445" y="3346192"/>
                  </a:lnTo>
                  <a:lnTo>
                    <a:pt x="2189445" y="3345762"/>
                  </a:lnTo>
                  <a:lnTo>
                    <a:pt x="2189602" y="3345762"/>
                  </a:lnTo>
                  <a:lnTo>
                    <a:pt x="2189760" y="3345762"/>
                  </a:lnTo>
                  <a:lnTo>
                    <a:pt x="2189760" y="3345331"/>
                  </a:lnTo>
                  <a:lnTo>
                    <a:pt x="2189918" y="3345331"/>
                  </a:lnTo>
                  <a:lnTo>
                    <a:pt x="2190076" y="3345331"/>
                  </a:lnTo>
                  <a:lnTo>
                    <a:pt x="2190233" y="3345331"/>
                  </a:lnTo>
                  <a:lnTo>
                    <a:pt x="2190391" y="3345331"/>
                  </a:lnTo>
                  <a:lnTo>
                    <a:pt x="2190549" y="3345331"/>
                  </a:lnTo>
                  <a:lnTo>
                    <a:pt x="2190549" y="3344900"/>
                  </a:lnTo>
                  <a:lnTo>
                    <a:pt x="2190706" y="3344900"/>
                  </a:lnTo>
                  <a:lnTo>
                    <a:pt x="2190864" y="3344900"/>
                  </a:lnTo>
                  <a:lnTo>
                    <a:pt x="2191022" y="3344900"/>
                  </a:lnTo>
                  <a:lnTo>
                    <a:pt x="2191022" y="3344470"/>
                  </a:lnTo>
                  <a:lnTo>
                    <a:pt x="2191022" y="3344039"/>
                  </a:lnTo>
                  <a:lnTo>
                    <a:pt x="2191180" y="3344039"/>
                  </a:lnTo>
                  <a:lnTo>
                    <a:pt x="2191337" y="3344039"/>
                  </a:lnTo>
                  <a:lnTo>
                    <a:pt x="2191495" y="3344039"/>
                  </a:lnTo>
                  <a:lnTo>
                    <a:pt x="2191495" y="3343609"/>
                  </a:lnTo>
                  <a:lnTo>
                    <a:pt x="2191495" y="3343178"/>
                  </a:lnTo>
                  <a:lnTo>
                    <a:pt x="2191495" y="3342747"/>
                  </a:lnTo>
                  <a:lnTo>
                    <a:pt x="2191495" y="3342317"/>
                  </a:lnTo>
                  <a:lnTo>
                    <a:pt x="2191653" y="3342317"/>
                  </a:lnTo>
                  <a:lnTo>
                    <a:pt x="2191653" y="3341886"/>
                  </a:lnTo>
                  <a:lnTo>
                    <a:pt x="2191653" y="3341456"/>
                  </a:lnTo>
                  <a:lnTo>
                    <a:pt x="2191653" y="3341025"/>
                  </a:lnTo>
                  <a:lnTo>
                    <a:pt x="2191653" y="3340594"/>
                  </a:lnTo>
                  <a:lnTo>
                    <a:pt x="2191810" y="3340594"/>
                  </a:lnTo>
                  <a:lnTo>
                    <a:pt x="2191968" y="3340594"/>
                  </a:lnTo>
                  <a:lnTo>
                    <a:pt x="2192126" y="3340594"/>
                  </a:lnTo>
                  <a:lnTo>
                    <a:pt x="2192284" y="3340594"/>
                  </a:lnTo>
                  <a:lnTo>
                    <a:pt x="2192441" y="3340594"/>
                  </a:lnTo>
                  <a:lnTo>
                    <a:pt x="2192599" y="3340594"/>
                  </a:lnTo>
                  <a:lnTo>
                    <a:pt x="2192757" y="3340594"/>
                  </a:lnTo>
                  <a:lnTo>
                    <a:pt x="2192914" y="3340594"/>
                  </a:lnTo>
                  <a:lnTo>
                    <a:pt x="2193072" y="3340594"/>
                  </a:lnTo>
                  <a:lnTo>
                    <a:pt x="2193230" y="3340594"/>
                  </a:lnTo>
                  <a:lnTo>
                    <a:pt x="2193388" y="3340594"/>
                  </a:lnTo>
                  <a:lnTo>
                    <a:pt x="2193388" y="3340164"/>
                  </a:lnTo>
                  <a:lnTo>
                    <a:pt x="2193545" y="3340164"/>
                  </a:lnTo>
                  <a:lnTo>
                    <a:pt x="2193545" y="3339733"/>
                  </a:lnTo>
                  <a:lnTo>
                    <a:pt x="2193703" y="3339733"/>
                  </a:lnTo>
                  <a:lnTo>
                    <a:pt x="2193703" y="3339303"/>
                  </a:lnTo>
                  <a:lnTo>
                    <a:pt x="2193861" y="3339303"/>
                  </a:lnTo>
                  <a:lnTo>
                    <a:pt x="2194018" y="3339303"/>
                  </a:lnTo>
                  <a:lnTo>
                    <a:pt x="2194176" y="3339303"/>
                  </a:lnTo>
                  <a:lnTo>
                    <a:pt x="2194334" y="3339303"/>
                  </a:lnTo>
                  <a:lnTo>
                    <a:pt x="2194492" y="3339303"/>
                  </a:lnTo>
                  <a:lnTo>
                    <a:pt x="2194649" y="3339303"/>
                  </a:lnTo>
                  <a:lnTo>
                    <a:pt x="2194807" y="3339303"/>
                  </a:lnTo>
                  <a:lnTo>
                    <a:pt x="2194965" y="3339303"/>
                  </a:lnTo>
                  <a:lnTo>
                    <a:pt x="2195122" y="3339303"/>
                  </a:lnTo>
                  <a:lnTo>
                    <a:pt x="2195122" y="3338872"/>
                  </a:lnTo>
                  <a:lnTo>
                    <a:pt x="2195280" y="3338872"/>
                  </a:lnTo>
                  <a:lnTo>
                    <a:pt x="2195438" y="3338872"/>
                  </a:lnTo>
                  <a:lnTo>
                    <a:pt x="2195438" y="3338441"/>
                  </a:lnTo>
                  <a:lnTo>
                    <a:pt x="2195438" y="3338011"/>
                  </a:lnTo>
                  <a:lnTo>
                    <a:pt x="2195596" y="3338011"/>
                  </a:lnTo>
                  <a:lnTo>
                    <a:pt x="2195753" y="3338011"/>
                  </a:lnTo>
                  <a:lnTo>
                    <a:pt x="2195911" y="3338011"/>
                  </a:lnTo>
                  <a:lnTo>
                    <a:pt x="2196069" y="3338011"/>
                  </a:lnTo>
                  <a:lnTo>
                    <a:pt x="2196227" y="3338011"/>
                  </a:lnTo>
                  <a:lnTo>
                    <a:pt x="2196384" y="3338011"/>
                  </a:lnTo>
                  <a:lnTo>
                    <a:pt x="2196384" y="3337580"/>
                  </a:lnTo>
                  <a:lnTo>
                    <a:pt x="2196542" y="3337580"/>
                  </a:lnTo>
                  <a:lnTo>
                    <a:pt x="2196700" y="3337580"/>
                  </a:lnTo>
                  <a:lnTo>
                    <a:pt x="2196700" y="3337150"/>
                  </a:lnTo>
                  <a:lnTo>
                    <a:pt x="2196700" y="3336719"/>
                  </a:lnTo>
                  <a:lnTo>
                    <a:pt x="2196700" y="3336288"/>
                  </a:lnTo>
                  <a:lnTo>
                    <a:pt x="2196857" y="3336288"/>
                  </a:lnTo>
                  <a:lnTo>
                    <a:pt x="2197015" y="3336288"/>
                  </a:lnTo>
                  <a:lnTo>
                    <a:pt x="2197015" y="3335858"/>
                  </a:lnTo>
                  <a:lnTo>
                    <a:pt x="2197173" y="3335858"/>
                  </a:lnTo>
                  <a:lnTo>
                    <a:pt x="2197173" y="3335427"/>
                  </a:lnTo>
                  <a:lnTo>
                    <a:pt x="2197331" y="3335427"/>
                  </a:lnTo>
                  <a:lnTo>
                    <a:pt x="2197331" y="3334997"/>
                  </a:lnTo>
                  <a:lnTo>
                    <a:pt x="2197488" y="3334997"/>
                  </a:lnTo>
                  <a:lnTo>
                    <a:pt x="2197488" y="3334566"/>
                  </a:lnTo>
                  <a:lnTo>
                    <a:pt x="2197646" y="3334566"/>
                  </a:lnTo>
                  <a:lnTo>
                    <a:pt x="2197804" y="3334566"/>
                  </a:lnTo>
                  <a:lnTo>
                    <a:pt x="2197961" y="3334566"/>
                  </a:lnTo>
                  <a:lnTo>
                    <a:pt x="2198119" y="3334566"/>
                  </a:lnTo>
                  <a:lnTo>
                    <a:pt x="2198277" y="3334566"/>
                  </a:lnTo>
                  <a:lnTo>
                    <a:pt x="2198277" y="3334135"/>
                  </a:lnTo>
                  <a:lnTo>
                    <a:pt x="2198277" y="3333705"/>
                  </a:lnTo>
                  <a:lnTo>
                    <a:pt x="2198435" y="3333705"/>
                  </a:lnTo>
                  <a:lnTo>
                    <a:pt x="2198592" y="3333705"/>
                  </a:lnTo>
                  <a:lnTo>
                    <a:pt x="2198750" y="3333705"/>
                  </a:lnTo>
                  <a:lnTo>
                    <a:pt x="2198908" y="3333705"/>
                  </a:lnTo>
                  <a:lnTo>
                    <a:pt x="2199065" y="3333705"/>
                  </a:lnTo>
                  <a:lnTo>
                    <a:pt x="2199223" y="3333705"/>
                  </a:lnTo>
                  <a:lnTo>
                    <a:pt x="2199381" y="3333705"/>
                  </a:lnTo>
                  <a:lnTo>
                    <a:pt x="2199539" y="3333705"/>
                  </a:lnTo>
                  <a:lnTo>
                    <a:pt x="2199539" y="3333274"/>
                  </a:lnTo>
                  <a:lnTo>
                    <a:pt x="2199696" y="3333274"/>
                  </a:lnTo>
                  <a:lnTo>
                    <a:pt x="2199854" y="3333274"/>
                  </a:lnTo>
                  <a:lnTo>
                    <a:pt x="2200012" y="3333274"/>
                  </a:lnTo>
                  <a:lnTo>
                    <a:pt x="2200169" y="3333274"/>
                  </a:lnTo>
                  <a:lnTo>
                    <a:pt x="2200169" y="3332844"/>
                  </a:lnTo>
                  <a:lnTo>
                    <a:pt x="2200327" y="3332844"/>
                  </a:lnTo>
                  <a:lnTo>
                    <a:pt x="2200485" y="3332844"/>
                  </a:lnTo>
                  <a:lnTo>
                    <a:pt x="2200485" y="3332413"/>
                  </a:lnTo>
                  <a:lnTo>
                    <a:pt x="2200643" y="3332413"/>
                  </a:lnTo>
                  <a:lnTo>
                    <a:pt x="2200800" y="3332413"/>
                  </a:lnTo>
                  <a:lnTo>
                    <a:pt x="2200958" y="3332413"/>
                  </a:lnTo>
                  <a:lnTo>
                    <a:pt x="2201116" y="3332413"/>
                  </a:lnTo>
                  <a:lnTo>
                    <a:pt x="2201116" y="3331982"/>
                  </a:lnTo>
                  <a:lnTo>
                    <a:pt x="2201274" y="3331982"/>
                  </a:lnTo>
                  <a:lnTo>
                    <a:pt x="2201431" y="3331982"/>
                  </a:lnTo>
                  <a:lnTo>
                    <a:pt x="2201589" y="3331982"/>
                  </a:lnTo>
                  <a:lnTo>
                    <a:pt x="2201747" y="3331982"/>
                  </a:lnTo>
                  <a:lnTo>
                    <a:pt x="2201904" y="3331982"/>
                  </a:lnTo>
                  <a:lnTo>
                    <a:pt x="2201904" y="3331552"/>
                  </a:lnTo>
                  <a:lnTo>
                    <a:pt x="2201904" y="3331121"/>
                  </a:lnTo>
                  <a:lnTo>
                    <a:pt x="2202062" y="3331121"/>
                  </a:lnTo>
                  <a:lnTo>
                    <a:pt x="2202220" y="3331121"/>
                  </a:lnTo>
                  <a:lnTo>
                    <a:pt x="2202220" y="3330691"/>
                  </a:lnTo>
                  <a:lnTo>
                    <a:pt x="2202378" y="3330691"/>
                  </a:lnTo>
                  <a:lnTo>
                    <a:pt x="2202535" y="3330691"/>
                  </a:lnTo>
                  <a:lnTo>
                    <a:pt x="2202693" y="3330691"/>
                  </a:lnTo>
                  <a:lnTo>
                    <a:pt x="2202693" y="3330260"/>
                  </a:lnTo>
                  <a:lnTo>
                    <a:pt x="2202693" y="3329829"/>
                  </a:lnTo>
                  <a:lnTo>
                    <a:pt x="2202851" y="3329829"/>
                  </a:lnTo>
                  <a:lnTo>
                    <a:pt x="2203008" y="3329829"/>
                  </a:lnTo>
                  <a:lnTo>
                    <a:pt x="2203166" y="3329829"/>
                  </a:lnTo>
                  <a:lnTo>
                    <a:pt x="2203166" y="3329399"/>
                  </a:lnTo>
                  <a:lnTo>
                    <a:pt x="2203324" y="3329399"/>
                  </a:lnTo>
                  <a:lnTo>
                    <a:pt x="2203324" y="3328968"/>
                  </a:lnTo>
                  <a:lnTo>
                    <a:pt x="2203482" y="3328968"/>
                  </a:lnTo>
                  <a:lnTo>
                    <a:pt x="2203639" y="3328968"/>
                  </a:lnTo>
                  <a:lnTo>
                    <a:pt x="2203797" y="3328968"/>
                  </a:lnTo>
                  <a:lnTo>
                    <a:pt x="2203955" y="3328968"/>
                  </a:lnTo>
                  <a:lnTo>
                    <a:pt x="2204112" y="3328968"/>
                  </a:lnTo>
                  <a:lnTo>
                    <a:pt x="2204270" y="3328968"/>
                  </a:lnTo>
                  <a:lnTo>
                    <a:pt x="2204270" y="3328538"/>
                  </a:lnTo>
                  <a:lnTo>
                    <a:pt x="2204428" y="3328538"/>
                  </a:lnTo>
                  <a:lnTo>
                    <a:pt x="2204586" y="3328538"/>
                  </a:lnTo>
                  <a:lnTo>
                    <a:pt x="2204743" y="3328538"/>
                  </a:lnTo>
                  <a:lnTo>
                    <a:pt x="2204901" y="3328538"/>
                  </a:lnTo>
                  <a:lnTo>
                    <a:pt x="2204901" y="3328107"/>
                  </a:lnTo>
                  <a:lnTo>
                    <a:pt x="2205059" y="3328107"/>
                  </a:lnTo>
                  <a:lnTo>
                    <a:pt x="2205216" y="3328107"/>
                  </a:lnTo>
                  <a:lnTo>
                    <a:pt x="2205374" y="3328107"/>
                  </a:lnTo>
                  <a:lnTo>
                    <a:pt x="2205532" y="3328107"/>
                  </a:lnTo>
                  <a:lnTo>
                    <a:pt x="2205690" y="3328107"/>
                  </a:lnTo>
                  <a:lnTo>
                    <a:pt x="2205847" y="3328107"/>
                  </a:lnTo>
                  <a:lnTo>
                    <a:pt x="2206005" y="3328107"/>
                  </a:lnTo>
                  <a:lnTo>
                    <a:pt x="2206005" y="3327676"/>
                  </a:lnTo>
                  <a:lnTo>
                    <a:pt x="2206163" y="3327676"/>
                  </a:lnTo>
                  <a:lnTo>
                    <a:pt x="2206163" y="3327246"/>
                  </a:lnTo>
                  <a:lnTo>
                    <a:pt x="2206320" y="3327246"/>
                  </a:lnTo>
                  <a:lnTo>
                    <a:pt x="2206320" y="3326815"/>
                  </a:lnTo>
                  <a:lnTo>
                    <a:pt x="2206478" y="3326815"/>
                  </a:lnTo>
                  <a:lnTo>
                    <a:pt x="2206478" y="3326385"/>
                  </a:lnTo>
                  <a:lnTo>
                    <a:pt x="2206478" y="3325954"/>
                  </a:lnTo>
                  <a:lnTo>
                    <a:pt x="2206636" y="3325954"/>
                  </a:lnTo>
                  <a:lnTo>
                    <a:pt x="2206636" y="3325523"/>
                  </a:lnTo>
                  <a:lnTo>
                    <a:pt x="2206794" y="3325523"/>
                  </a:lnTo>
                  <a:lnTo>
                    <a:pt x="2206951" y="3325523"/>
                  </a:lnTo>
                  <a:lnTo>
                    <a:pt x="2207109" y="3325523"/>
                  </a:lnTo>
                  <a:lnTo>
                    <a:pt x="2207267" y="3325523"/>
                  </a:lnTo>
                  <a:lnTo>
                    <a:pt x="2207425" y="3325523"/>
                  </a:lnTo>
                  <a:lnTo>
                    <a:pt x="2207582" y="3325523"/>
                  </a:lnTo>
                  <a:lnTo>
                    <a:pt x="2207582" y="3325093"/>
                  </a:lnTo>
                  <a:lnTo>
                    <a:pt x="2207582" y="3324662"/>
                  </a:lnTo>
                  <a:lnTo>
                    <a:pt x="2207740" y="3324662"/>
                  </a:lnTo>
                  <a:lnTo>
                    <a:pt x="2207898" y="3324662"/>
                  </a:lnTo>
                  <a:lnTo>
                    <a:pt x="2208055" y="3324662"/>
                  </a:lnTo>
                  <a:lnTo>
                    <a:pt x="2208213" y="3324662"/>
                  </a:lnTo>
                  <a:lnTo>
                    <a:pt x="2208371" y="3324662"/>
                  </a:lnTo>
                  <a:lnTo>
                    <a:pt x="2208529" y="3324662"/>
                  </a:lnTo>
                  <a:lnTo>
                    <a:pt x="2208529" y="3324232"/>
                  </a:lnTo>
                  <a:lnTo>
                    <a:pt x="2208686" y="3324232"/>
                  </a:lnTo>
                  <a:lnTo>
                    <a:pt x="2208844" y="3324232"/>
                  </a:lnTo>
                  <a:lnTo>
                    <a:pt x="2208844" y="3323801"/>
                  </a:lnTo>
                  <a:lnTo>
                    <a:pt x="2209002" y="3323801"/>
                  </a:lnTo>
                  <a:lnTo>
                    <a:pt x="2209159" y="3323801"/>
                  </a:lnTo>
                  <a:lnTo>
                    <a:pt x="2209317" y="3323801"/>
                  </a:lnTo>
                  <a:lnTo>
                    <a:pt x="2209317" y="3323370"/>
                  </a:lnTo>
                  <a:lnTo>
                    <a:pt x="2209475" y="3323370"/>
                  </a:lnTo>
                  <a:lnTo>
                    <a:pt x="2209633" y="3323370"/>
                  </a:lnTo>
                  <a:lnTo>
                    <a:pt x="2209633" y="3322940"/>
                  </a:lnTo>
                  <a:lnTo>
                    <a:pt x="2209790" y="3322940"/>
                  </a:lnTo>
                  <a:lnTo>
                    <a:pt x="2209948" y="3322940"/>
                  </a:lnTo>
                  <a:lnTo>
                    <a:pt x="2210106" y="3322940"/>
                  </a:lnTo>
                  <a:lnTo>
                    <a:pt x="2210263" y="3322940"/>
                  </a:lnTo>
                  <a:lnTo>
                    <a:pt x="2210263" y="3322509"/>
                  </a:lnTo>
                  <a:lnTo>
                    <a:pt x="2210421" y="3322509"/>
                  </a:lnTo>
                  <a:lnTo>
                    <a:pt x="2210421" y="3322079"/>
                  </a:lnTo>
                  <a:lnTo>
                    <a:pt x="2210579" y="3322079"/>
                  </a:lnTo>
                  <a:lnTo>
                    <a:pt x="2210579" y="3321648"/>
                  </a:lnTo>
                  <a:lnTo>
                    <a:pt x="2210737" y="3321648"/>
                  </a:lnTo>
                  <a:lnTo>
                    <a:pt x="2210737" y="3321217"/>
                  </a:lnTo>
                  <a:lnTo>
                    <a:pt x="2210737" y="3320787"/>
                  </a:lnTo>
                  <a:lnTo>
                    <a:pt x="2210894" y="3320787"/>
                  </a:lnTo>
                  <a:lnTo>
                    <a:pt x="2211052" y="3320787"/>
                  </a:lnTo>
                  <a:lnTo>
                    <a:pt x="2211052" y="3320356"/>
                  </a:lnTo>
                  <a:lnTo>
                    <a:pt x="2211052" y="3319926"/>
                  </a:lnTo>
                  <a:lnTo>
                    <a:pt x="2211210" y="3319926"/>
                  </a:lnTo>
                  <a:lnTo>
                    <a:pt x="2211367" y="3319926"/>
                  </a:lnTo>
                  <a:lnTo>
                    <a:pt x="2211525" y="3319926"/>
                  </a:lnTo>
                  <a:lnTo>
                    <a:pt x="2211683" y="3319926"/>
                  </a:lnTo>
                  <a:lnTo>
                    <a:pt x="2211683" y="3319495"/>
                  </a:lnTo>
                  <a:lnTo>
                    <a:pt x="2211841" y="3319495"/>
                  </a:lnTo>
                  <a:lnTo>
                    <a:pt x="2211998" y="3319495"/>
                  </a:lnTo>
                  <a:lnTo>
                    <a:pt x="2212156" y="3319495"/>
                  </a:lnTo>
                  <a:lnTo>
                    <a:pt x="2212156" y="3319064"/>
                  </a:lnTo>
                  <a:lnTo>
                    <a:pt x="2212314" y="3319064"/>
                  </a:lnTo>
                  <a:lnTo>
                    <a:pt x="2212472" y="3319064"/>
                  </a:lnTo>
                  <a:lnTo>
                    <a:pt x="2212629" y="3319064"/>
                  </a:lnTo>
                  <a:lnTo>
                    <a:pt x="2212787" y="3319064"/>
                  </a:lnTo>
                  <a:lnTo>
                    <a:pt x="2212945" y="3319064"/>
                  </a:lnTo>
                  <a:lnTo>
                    <a:pt x="2213102" y="3319064"/>
                  </a:lnTo>
                  <a:lnTo>
                    <a:pt x="2213102" y="3318634"/>
                  </a:lnTo>
                  <a:lnTo>
                    <a:pt x="2213102" y="3318203"/>
                  </a:lnTo>
                  <a:lnTo>
                    <a:pt x="2213260" y="3318203"/>
                  </a:lnTo>
                  <a:lnTo>
                    <a:pt x="2213418" y="3318203"/>
                  </a:lnTo>
                  <a:lnTo>
                    <a:pt x="2213418" y="3317773"/>
                  </a:lnTo>
                  <a:lnTo>
                    <a:pt x="2213418" y="3317342"/>
                  </a:lnTo>
                  <a:lnTo>
                    <a:pt x="2213418" y="3316911"/>
                  </a:lnTo>
                  <a:lnTo>
                    <a:pt x="2213418" y="3316481"/>
                  </a:lnTo>
                  <a:lnTo>
                    <a:pt x="2213576" y="3316481"/>
                  </a:lnTo>
                  <a:lnTo>
                    <a:pt x="2213576" y="3316050"/>
                  </a:lnTo>
                  <a:lnTo>
                    <a:pt x="2213733" y="3316050"/>
                  </a:lnTo>
                  <a:lnTo>
                    <a:pt x="2213733" y="3315620"/>
                  </a:lnTo>
                  <a:lnTo>
                    <a:pt x="2213733" y="3315189"/>
                  </a:lnTo>
                  <a:lnTo>
                    <a:pt x="2213891" y="3315189"/>
                  </a:lnTo>
                  <a:lnTo>
                    <a:pt x="2214049" y="3315189"/>
                  </a:lnTo>
                  <a:lnTo>
                    <a:pt x="2214206" y="3315189"/>
                  </a:lnTo>
                  <a:lnTo>
                    <a:pt x="2214206" y="3314758"/>
                  </a:lnTo>
                  <a:lnTo>
                    <a:pt x="2214364" y="3314758"/>
                  </a:lnTo>
                  <a:lnTo>
                    <a:pt x="2214522" y="3314758"/>
                  </a:lnTo>
                  <a:lnTo>
                    <a:pt x="2214680" y="3314758"/>
                  </a:lnTo>
                  <a:lnTo>
                    <a:pt x="2214837" y="3314758"/>
                  </a:lnTo>
                  <a:lnTo>
                    <a:pt x="2214995" y="3314758"/>
                  </a:lnTo>
                  <a:lnTo>
                    <a:pt x="2214995" y="3314328"/>
                  </a:lnTo>
                  <a:lnTo>
                    <a:pt x="2214995" y="3313897"/>
                  </a:lnTo>
                  <a:lnTo>
                    <a:pt x="2215153" y="3313897"/>
                  </a:lnTo>
                  <a:lnTo>
                    <a:pt x="2215310" y="3313897"/>
                  </a:lnTo>
                  <a:lnTo>
                    <a:pt x="2215468" y="3313897"/>
                  </a:lnTo>
                  <a:lnTo>
                    <a:pt x="2215626" y="3313897"/>
                  </a:lnTo>
                  <a:lnTo>
                    <a:pt x="2215626" y="3313467"/>
                  </a:lnTo>
                  <a:lnTo>
                    <a:pt x="2215784" y="3313467"/>
                  </a:lnTo>
                  <a:lnTo>
                    <a:pt x="2215941" y="3313467"/>
                  </a:lnTo>
                  <a:lnTo>
                    <a:pt x="2215941" y="3313036"/>
                  </a:lnTo>
                  <a:lnTo>
                    <a:pt x="2216099" y="3313036"/>
                  </a:lnTo>
                  <a:lnTo>
                    <a:pt x="2216257" y="3313036"/>
                  </a:lnTo>
                  <a:lnTo>
                    <a:pt x="2216257" y="3312605"/>
                  </a:lnTo>
                  <a:lnTo>
                    <a:pt x="2216414" y="3312605"/>
                  </a:lnTo>
                  <a:lnTo>
                    <a:pt x="2216414" y="3312175"/>
                  </a:lnTo>
                  <a:lnTo>
                    <a:pt x="2216572" y="3312175"/>
                  </a:lnTo>
                  <a:lnTo>
                    <a:pt x="2216730" y="3312175"/>
                  </a:lnTo>
                  <a:lnTo>
                    <a:pt x="2216730" y="3311744"/>
                  </a:lnTo>
                  <a:lnTo>
                    <a:pt x="2216888" y="3311744"/>
                  </a:lnTo>
                  <a:lnTo>
                    <a:pt x="2217045" y="3311744"/>
                  </a:lnTo>
                  <a:lnTo>
                    <a:pt x="2217203" y="3311744"/>
                  </a:lnTo>
                  <a:lnTo>
                    <a:pt x="2217361" y="3311744"/>
                  </a:lnTo>
                  <a:lnTo>
                    <a:pt x="2217518" y="3311744"/>
                  </a:lnTo>
                  <a:lnTo>
                    <a:pt x="2217676" y="3311744"/>
                  </a:lnTo>
                  <a:lnTo>
                    <a:pt x="2217834" y="3311744"/>
                  </a:lnTo>
                  <a:lnTo>
                    <a:pt x="2217992" y="3311744"/>
                  </a:lnTo>
                  <a:lnTo>
                    <a:pt x="2218149" y="3311744"/>
                  </a:lnTo>
                  <a:lnTo>
                    <a:pt x="2218307" y="3311744"/>
                  </a:lnTo>
                  <a:lnTo>
                    <a:pt x="2218465" y="3311744"/>
                  </a:lnTo>
                  <a:lnTo>
                    <a:pt x="2218465" y="3311314"/>
                  </a:lnTo>
                  <a:lnTo>
                    <a:pt x="2218623" y="3311314"/>
                  </a:lnTo>
                  <a:lnTo>
                    <a:pt x="2218780" y="3311314"/>
                  </a:lnTo>
                  <a:lnTo>
                    <a:pt x="2218938" y="3311314"/>
                  </a:lnTo>
                  <a:lnTo>
                    <a:pt x="2219096" y="3311314"/>
                  </a:lnTo>
                  <a:lnTo>
                    <a:pt x="2219253" y="3311314"/>
                  </a:lnTo>
                  <a:lnTo>
                    <a:pt x="2219253" y="3310883"/>
                  </a:lnTo>
                  <a:lnTo>
                    <a:pt x="2219411" y="3310883"/>
                  </a:lnTo>
                  <a:lnTo>
                    <a:pt x="2219569" y="3310883"/>
                  </a:lnTo>
                  <a:lnTo>
                    <a:pt x="2219727" y="3310883"/>
                  </a:lnTo>
                  <a:lnTo>
                    <a:pt x="2219884" y="3310883"/>
                  </a:lnTo>
                  <a:lnTo>
                    <a:pt x="2220042" y="3310883"/>
                  </a:lnTo>
                  <a:lnTo>
                    <a:pt x="2220200" y="3310883"/>
                  </a:lnTo>
                  <a:lnTo>
                    <a:pt x="2220357" y="3310883"/>
                  </a:lnTo>
                  <a:lnTo>
                    <a:pt x="2220357" y="3310452"/>
                  </a:lnTo>
                  <a:lnTo>
                    <a:pt x="2220515" y="3310452"/>
                  </a:lnTo>
                  <a:lnTo>
                    <a:pt x="2220673" y="3310452"/>
                  </a:lnTo>
                  <a:lnTo>
                    <a:pt x="2220673" y="3310022"/>
                  </a:lnTo>
                  <a:lnTo>
                    <a:pt x="2220673" y="3309591"/>
                  </a:lnTo>
                  <a:lnTo>
                    <a:pt x="2220831" y="3309591"/>
                  </a:lnTo>
                  <a:lnTo>
                    <a:pt x="2220988" y="3309591"/>
                  </a:lnTo>
                  <a:lnTo>
                    <a:pt x="2221146" y="3309591"/>
                  </a:lnTo>
                  <a:lnTo>
                    <a:pt x="2221304" y="3309591"/>
                  </a:lnTo>
                  <a:lnTo>
                    <a:pt x="2221461" y="3309591"/>
                  </a:lnTo>
                  <a:lnTo>
                    <a:pt x="2221619" y="3309591"/>
                  </a:lnTo>
                  <a:lnTo>
                    <a:pt x="2221777" y="3309591"/>
                  </a:lnTo>
                  <a:lnTo>
                    <a:pt x="2221935" y="3309591"/>
                  </a:lnTo>
                  <a:lnTo>
                    <a:pt x="2222092" y="3309591"/>
                  </a:lnTo>
                  <a:lnTo>
                    <a:pt x="2222250" y="3309591"/>
                  </a:lnTo>
                  <a:lnTo>
                    <a:pt x="2222250" y="3309161"/>
                  </a:lnTo>
                  <a:lnTo>
                    <a:pt x="2222408" y="3309161"/>
                  </a:lnTo>
                  <a:lnTo>
                    <a:pt x="2222565" y="3309161"/>
                  </a:lnTo>
                  <a:lnTo>
                    <a:pt x="2222723" y="3309161"/>
                  </a:lnTo>
                  <a:lnTo>
                    <a:pt x="2222881" y="3309161"/>
                  </a:lnTo>
                  <a:lnTo>
                    <a:pt x="2223039" y="3309161"/>
                  </a:lnTo>
                  <a:lnTo>
                    <a:pt x="2223196" y="3309161"/>
                  </a:lnTo>
                  <a:lnTo>
                    <a:pt x="2223354" y="3309161"/>
                  </a:lnTo>
                  <a:lnTo>
                    <a:pt x="2223512" y="3309161"/>
                  </a:lnTo>
                  <a:lnTo>
                    <a:pt x="2223512" y="3308730"/>
                  </a:lnTo>
                  <a:lnTo>
                    <a:pt x="2223670" y="3308730"/>
                  </a:lnTo>
                  <a:lnTo>
                    <a:pt x="2223827" y="3308730"/>
                  </a:lnTo>
                  <a:lnTo>
                    <a:pt x="2223985" y="3308730"/>
                  </a:lnTo>
                  <a:lnTo>
                    <a:pt x="2224143" y="3308730"/>
                  </a:lnTo>
                  <a:lnTo>
                    <a:pt x="2224143" y="3308299"/>
                  </a:lnTo>
                  <a:lnTo>
                    <a:pt x="2224143" y="3307869"/>
                  </a:lnTo>
                  <a:lnTo>
                    <a:pt x="2224143" y="3307438"/>
                  </a:lnTo>
                  <a:lnTo>
                    <a:pt x="2224300" y="3307438"/>
                  </a:lnTo>
                  <a:lnTo>
                    <a:pt x="2224458" y="3307438"/>
                  </a:lnTo>
                  <a:lnTo>
                    <a:pt x="2224616" y="3307438"/>
                  </a:lnTo>
                  <a:lnTo>
                    <a:pt x="2224774" y="3307438"/>
                  </a:lnTo>
                  <a:lnTo>
                    <a:pt x="2224774" y="3307008"/>
                  </a:lnTo>
                  <a:lnTo>
                    <a:pt x="2224931" y="3307008"/>
                  </a:lnTo>
                  <a:lnTo>
                    <a:pt x="2225089" y="3307008"/>
                  </a:lnTo>
                  <a:lnTo>
                    <a:pt x="2225089" y="3306577"/>
                  </a:lnTo>
                  <a:lnTo>
                    <a:pt x="2225247" y="3306577"/>
                  </a:lnTo>
                  <a:lnTo>
                    <a:pt x="2225404" y="3306577"/>
                  </a:lnTo>
                  <a:lnTo>
                    <a:pt x="2225562" y="3306577"/>
                  </a:lnTo>
                  <a:lnTo>
                    <a:pt x="2225562" y="3306146"/>
                  </a:lnTo>
                  <a:lnTo>
                    <a:pt x="2225562" y="3305716"/>
                  </a:lnTo>
                  <a:lnTo>
                    <a:pt x="2225562" y="3305285"/>
                  </a:lnTo>
                  <a:lnTo>
                    <a:pt x="2225720" y="3305285"/>
                  </a:lnTo>
                  <a:lnTo>
                    <a:pt x="2225720" y="3304855"/>
                  </a:lnTo>
                  <a:lnTo>
                    <a:pt x="2225878" y="3304855"/>
                  </a:lnTo>
                  <a:lnTo>
                    <a:pt x="2226035" y="3304855"/>
                  </a:lnTo>
                  <a:lnTo>
                    <a:pt x="2226193" y="3304855"/>
                  </a:lnTo>
                  <a:lnTo>
                    <a:pt x="2226351" y="3304855"/>
                  </a:lnTo>
                  <a:lnTo>
                    <a:pt x="2226508" y="3304855"/>
                  </a:lnTo>
                  <a:lnTo>
                    <a:pt x="2226508" y="3304424"/>
                  </a:lnTo>
                  <a:lnTo>
                    <a:pt x="2226666" y="3304424"/>
                  </a:lnTo>
                  <a:lnTo>
                    <a:pt x="2226824" y="3304424"/>
                  </a:lnTo>
                  <a:lnTo>
                    <a:pt x="2226982" y="3304424"/>
                  </a:lnTo>
                  <a:lnTo>
                    <a:pt x="2227139" y="3304424"/>
                  </a:lnTo>
                  <a:lnTo>
                    <a:pt x="2227297" y="3304424"/>
                  </a:lnTo>
                  <a:lnTo>
                    <a:pt x="2227455" y="3304424"/>
                  </a:lnTo>
                  <a:lnTo>
                    <a:pt x="2227612" y="3304424"/>
                  </a:lnTo>
                  <a:lnTo>
                    <a:pt x="2227770" y="3304424"/>
                  </a:lnTo>
                  <a:lnTo>
                    <a:pt x="2227928" y="3304424"/>
                  </a:lnTo>
                  <a:lnTo>
                    <a:pt x="2228086" y="3304424"/>
                  </a:lnTo>
                  <a:lnTo>
                    <a:pt x="2228243" y="3304424"/>
                  </a:lnTo>
                  <a:lnTo>
                    <a:pt x="2228243" y="3303993"/>
                  </a:lnTo>
                  <a:lnTo>
                    <a:pt x="2228243" y="3303563"/>
                  </a:lnTo>
                  <a:lnTo>
                    <a:pt x="2228401" y="3303563"/>
                  </a:lnTo>
                  <a:lnTo>
                    <a:pt x="2228559" y="3303563"/>
                  </a:lnTo>
                  <a:lnTo>
                    <a:pt x="2228716" y="3303563"/>
                  </a:lnTo>
                  <a:lnTo>
                    <a:pt x="2228874" y="3303563"/>
                  </a:lnTo>
                  <a:lnTo>
                    <a:pt x="2228874" y="3303132"/>
                  </a:lnTo>
                  <a:lnTo>
                    <a:pt x="2229032" y="3303132"/>
                  </a:lnTo>
                  <a:lnTo>
                    <a:pt x="2229190" y="3303132"/>
                  </a:lnTo>
                  <a:lnTo>
                    <a:pt x="2229190" y="3302702"/>
                  </a:lnTo>
                  <a:lnTo>
                    <a:pt x="2229190" y="3302271"/>
                  </a:lnTo>
                  <a:lnTo>
                    <a:pt x="2229347" y="3302271"/>
                  </a:lnTo>
                  <a:lnTo>
                    <a:pt x="2229347" y="3301840"/>
                  </a:lnTo>
                  <a:lnTo>
                    <a:pt x="2229505" y="3301840"/>
                  </a:lnTo>
                  <a:lnTo>
                    <a:pt x="2229663" y="3301840"/>
                  </a:lnTo>
                  <a:lnTo>
                    <a:pt x="2229663" y="3301410"/>
                  </a:lnTo>
                  <a:lnTo>
                    <a:pt x="2229821" y="3301410"/>
                  </a:lnTo>
                  <a:lnTo>
                    <a:pt x="2229978" y="3301410"/>
                  </a:lnTo>
                  <a:lnTo>
                    <a:pt x="2230136" y="3301410"/>
                  </a:lnTo>
                  <a:lnTo>
                    <a:pt x="2230294" y="3301410"/>
                  </a:lnTo>
                  <a:lnTo>
                    <a:pt x="2230451" y="3301410"/>
                  </a:lnTo>
                  <a:lnTo>
                    <a:pt x="2230609" y="3301410"/>
                  </a:lnTo>
                  <a:lnTo>
                    <a:pt x="2230609" y="3300979"/>
                  </a:lnTo>
                  <a:lnTo>
                    <a:pt x="2230767" y="3300979"/>
                  </a:lnTo>
                  <a:lnTo>
                    <a:pt x="2230767" y="3300549"/>
                  </a:lnTo>
                  <a:lnTo>
                    <a:pt x="2230925" y="3300549"/>
                  </a:lnTo>
                  <a:lnTo>
                    <a:pt x="2230925" y="3300118"/>
                  </a:lnTo>
                  <a:lnTo>
                    <a:pt x="2230925" y="3299687"/>
                  </a:lnTo>
                  <a:lnTo>
                    <a:pt x="2231082" y="3299687"/>
                  </a:lnTo>
                  <a:lnTo>
                    <a:pt x="2231240" y="3299687"/>
                  </a:lnTo>
                  <a:lnTo>
                    <a:pt x="2231398" y="3299687"/>
                  </a:lnTo>
                  <a:lnTo>
                    <a:pt x="2231555" y="3299687"/>
                  </a:lnTo>
                  <a:lnTo>
                    <a:pt x="2231713" y="3299687"/>
                  </a:lnTo>
                  <a:lnTo>
                    <a:pt x="2231713" y="3299257"/>
                  </a:lnTo>
                  <a:lnTo>
                    <a:pt x="2231871" y="3299257"/>
                  </a:lnTo>
                  <a:lnTo>
                    <a:pt x="2232029" y="3299257"/>
                  </a:lnTo>
                  <a:lnTo>
                    <a:pt x="2232186" y="3299257"/>
                  </a:lnTo>
                  <a:lnTo>
                    <a:pt x="2232344" y="3299257"/>
                  </a:lnTo>
                  <a:lnTo>
                    <a:pt x="2232344" y="3298826"/>
                  </a:lnTo>
                  <a:lnTo>
                    <a:pt x="2232502" y="3298826"/>
                  </a:lnTo>
                  <a:lnTo>
                    <a:pt x="2232659" y="3298826"/>
                  </a:lnTo>
                  <a:lnTo>
                    <a:pt x="2232817" y="3298826"/>
                  </a:lnTo>
                  <a:lnTo>
                    <a:pt x="2232975" y="3298826"/>
                  </a:lnTo>
                  <a:lnTo>
                    <a:pt x="2232975" y="3298396"/>
                  </a:lnTo>
                  <a:lnTo>
                    <a:pt x="2233133" y="3298396"/>
                  </a:lnTo>
                  <a:lnTo>
                    <a:pt x="2233290" y="3298396"/>
                  </a:lnTo>
                  <a:lnTo>
                    <a:pt x="2233448" y="3298396"/>
                  </a:lnTo>
                  <a:lnTo>
                    <a:pt x="2233448" y="3297965"/>
                  </a:lnTo>
                  <a:lnTo>
                    <a:pt x="2233606" y="3297965"/>
                  </a:lnTo>
                  <a:lnTo>
                    <a:pt x="2233763" y="3297965"/>
                  </a:lnTo>
                  <a:lnTo>
                    <a:pt x="2233763" y="3297534"/>
                  </a:lnTo>
                  <a:lnTo>
                    <a:pt x="2233921" y="3297534"/>
                  </a:lnTo>
                  <a:lnTo>
                    <a:pt x="2233921" y="3297104"/>
                  </a:lnTo>
                  <a:lnTo>
                    <a:pt x="2234079" y="3297104"/>
                  </a:lnTo>
                  <a:lnTo>
                    <a:pt x="2234237" y="3297104"/>
                  </a:lnTo>
                  <a:lnTo>
                    <a:pt x="2234394" y="3297104"/>
                  </a:lnTo>
                  <a:lnTo>
                    <a:pt x="2234394" y="3296673"/>
                  </a:lnTo>
                  <a:lnTo>
                    <a:pt x="2234552" y="3296673"/>
                  </a:lnTo>
                  <a:lnTo>
                    <a:pt x="2234552" y="3296243"/>
                  </a:lnTo>
                  <a:lnTo>
                    <a:pt x="2234710" y="3296243"/>
                  </a:lnTo>
                  <a:lnTo>
                    <a:pt x="2234710" y="3295812"/>
                  </a:lnTo>
                  <a:lnTo>
                    <a:pt x="2234868" y="3295812"/>
                  </a:lnTo>
                  <a:lnTo>
                    <a:pt x="2235025" y="3295812"/>
                  </a:lnTo>
                  <a:lnTo>
                    <a:pt x="2235183" y="3295812"/>
                  </a:lnTo>
                  <a:lnTo>
                    <a:pt x="2235341" y="3295812"/>
                  </a:lnTo>
                  <a:lnTo>
                    <a:pt x="2235498" y="3295812"/>
                  </a:lnTo>
                  <a:lnTo>
                    <a:pt x="2235498" y="3295381"/>
                  </a:lnTo>
                  <a:lnTo>
                    <a:pt x="2235498" y="3294951"/>
                  </a:lnTo>
                  <a:lnTo>
                    <a:pt x="2235498" y="3294520"/>
                  </a:lnTo>
                  <a:lnTo>
                    <a:pt x="2235656" y="3294520"/>
                  </a:lnTo>
                  <a:lnTo>
                    <a:pt x="2235814" y="3294520"/>
                  </a:lnTo>
                  <a:lnTo>
                    <a:pt x="2235972" y="3294520"/>
                  </a:lnTo>
                  <a:lnTo>
                    <a:pt x="2236129" y="3294520"/>
                  </a:lnTo>
                  <a:lnTo>
                    <a:pt x="2236287" y="3294520"/>
                  </a:lnTo>
                  <a:lnTo>
                    <a:pt x="2236287" y="3294090"/>
                  </a:lnTo>
                  <a:lnTo>
                    <a:pt x="2236287" y="3293659"/>
                  </a:lnTo>
                  <a:lnTo>
                    <a:pt x="2236445" y="3293659"/>
                  </a:lnTo>
                  <a:lnTo>
                    <a:pt x="2236602" y="3293659"/>
                  </a:lnTo>
                  <a:lnTo>
                    <a:pt x="2236760" y="3293659"/>
                  </a:lnTo>
                  <a:lnTo>
                    <a:pt x="2236918" y="3293659"/>
                  </a:lnTo>
                  <a:lnTo>
                    <a:pt x="2236918" y="3293228"/>
                  </a:lnTo>
                  <a:lnTo>
                    <a:pt x="2237076" y="3293228"/>
                  </a:lnTo>
                  <a:lnTo>
                    <a:pt x="2237233" y="3293228"/>
                  </a:lnTo>
                  <a:lnTo>
                    <a:pt x="2237391" y="3293228"/>
                  </a:lnTo>
                  <a:lnTo>
                    <a:pt x="2237391" y="3292798"/>
                  </a:lnTo>
                  <a:lnTo>
                    <a:pt x="2237391" y="3292367"/>
                  </a:lnTo>
                  <a:lnTo>
                    <a:pt x="2237549" y="3292367"/>
                  </a:lnTo>
                  <a:lnTo>
                    <a:pt x="2237706" y="3292367"/>
                  </a:lnTo>
                  <a:lnTo>
                    <a:pt x="2237864" y="3292367"/>
                  </a:lnTo>
                  <a:lnTo>
                    <a:pt x="2237864" y="3291937"/>
                  </a:lnTo>
                  <a:lnTo>
                    <a:pt x="2237864" y="3291506"/>
                  </a:lnTo>
                  <a:lnTo>
                    <a:pt x="2238022" y="3291506"/>
                  </a:lnTo>
                  <a:lnTo>
                    <a:pt x="2238180" y="3291506"/>
                  </a:lnTo>
                  <a:lnTo>
                    <a:pt x="2238337" y="3291506"/>
                  </a:lnTo>
                  <a:lnTo>
                    <a:pt x="2238337" y="3291075"/>
                  </a:lnTo>
                  <a:lnTo>
                    <a:pt x="2238495" y="3291075"/>
                  </a:lnTo>
                  <a:lnTo>
                    <a:pt x="2238495" y="3290645"/>
                  </a:lnTo>
                  <a:lnTo>
                    <a:pt x="2238653" y="3290645"/>
                  </a:lnTo>
                  <a:lnTo>
                    <a:pt x="2238810" y="3290645"/>
                  </a:lnTo>
                  <a:lnTo>
                    <a:pt x="2238810" y="3290214"/>
                  </a:lnTo>
                  <a:lnTo>
                    <a:pt x="2238810" y="3289784"/>
                  </a:lnTo>
                  <a:lnTo>
                    <a:pt x="2238968" y="3289784"/>
                  </a:lnTo>
                  <a:lnTo>
                    <a:pt x="2238968" y="3289353"/>
                  </a:lnTo>
                  <a:lnTo>
                    <a:pt x="2238968" y="3288922"/>
                  </a:lnTo>
                  <a:lnTo>
                    <a:pt x="2238968" y="3288492"/>
                  </a:lnTo>
                  <a:lnTo>
                    <a:pt x="2238968" y="3288061"/>
                  </a:lnTo>
                  <a:lnTo>
                    <a:pt x="2239126" y="3288061"/>
                  </a:lnTo>
                  <a:lnTo>
                    <a:pt x="2239284" y="3288061"/>
                  </a:lnTo>
                  <a:lnTo>
                    <a:pt x="2239284" y="3287631"/>
                  </a:lnTo>
                  <a:lnTo>
                    <a:pt x="2239441" y="3287631"/>
                  </a:lnTo>
                  <a:lnTo>
                    <a:pt x="2239441" y="3287200"/>
                  </a:lnTo>
                  <a:lnTo>
                    <a:pt x="2239599" y="3287200"/>
                  </a:lnTo>
                  <a:lnTo>
                    <a:pt x="2239599" y="3286769"/>
                  </a:lnTo>
                  <a:lnTo>
                    <a:pt x="2239757" y="3286769"/>
                  </a:lnTo>
                  <a:lnTo>
                    <a:pt x="2239914" y="3286769"/>
                  </a:lnTo>
                  <a:lnTo>
                    <a:pt x="2240072" y="3286769"/>
                  </a:lnTo>
                  <a:lnTo>
                    <a:pt x="2240230" y="3286769"/>
                  </a:lnTo>
                  <a:lnTo>
                    <a:pt x="2240388" y="3286769"/>
                  </a:lnTo>
                  <a:lnTo>
                    <a:pt x="2240545" y="3286769"/>
                  </a:lnTo>
                  <a:lnTo>
                    <a:pt x="2240545" y="3286339"/>
                  </a:lnTo>
                  <a:lnTo>
                    <a:pt x="2240703" y="3286339"/>
                  </a:lnTo>
                  <a:lnTo>
                    <a:pt x="2240861" y="3286339"/>
                  </a:lnTo>
                  <a:lnTo>
                    <a:pt x="2241019" y="3286339"/>
                  </a:lnTo>
                  <a:lnTo>
                    <a:pt x="2241176" y="3286339"/>
                  </a:lnTo>
                  <a:lnTo>
                    <a:pt x="2241334" y="3286339"/>
                  </a:lnTo>
                  <a:lnTo>
                    <a:pt x="2241492" y="3286339"/>
                  </a:lnTo>
                  <a:lnTo>
                    <a:pt x="2241649" y="3286339"/>
                  </a:lnTo>
                  <a:lnTo>
                    <a:pt x="2241807" y="3286339"/>
                  </a:lnTo>
                  <a:lnTo>
                    <a:pt x="2241965" y="3286339"/>
                  </a:lnTo>
                  <a:lnTo>
                    <a:pt x="2241965" y="3285908"/>
                  </a:lnTo>
                  <a:lnTo>
                    <a:pt x="2242123" y="3285908"/>
                  </a:lnTo>
                  <a:lnTo>
                    <a:pt x="2242280" y="3285908"/>
                  </a:lnTo>
                  <a:lnTo>
                    <a:pt x="2242280" y="3285478"/>
                  </a:lnTo>
                  <a:lnTo>
                    <a:pt x="2242438" y="3285478"/>
                  </a:lnTo>
                  <a:lnTo>
                    <a:pt x="2242438" y="3285047"/>
                  </a:lnTo>
                  <a:lnTo>
                    <a:pt x="2242596" y="3285047"/>
                  </a:lnTo>
                  <a:lnTo>
                    <a:pt x="2242753" y="3285047"/>
                  </a:lnTo>
                  <a:lnTo>
                    <a:pt x="2242911" y="3285047"/>
                  </a:lnTo>
                  <a:lnTo>
                    <a:pt x="2243069" y="3285047"/>
                  </a:lnTo>
                  <a:lnTo>
                    <a:pt x="2243069" y="3284616"/>
                  </a:lnTo>
                  <a:lnTo>
                    <a:pt x="2243069" y="3284186"/>
                  </a:lnTo>
                  <a:lnTo>
                    <a:pt x="2243069" y="3283755"/>
                  </a:lnTo>
                  <a:lnTo>
                    <a:pt x="2243227" y="3283755"/>
                  </a:lnTo>
                  <a:lnTo>
                    <a:pt x="2243384" y="3283755"/>
                  </a:lnTo>
                  <a:lnTo>
                    <a:pt x="2243542" y="3283755"/>
                  </a:lnTo>
                  <a:lnTo>
                    <a:pt x="2243700" y="3283755"/>
                  </a:lnTo>
                  <a:lnTo>
                    <a:pt x="2243857" y="3283755"/>
                  </a:lnTo>
                  <a:lnTo>
                    <a:pt x="2244015" y="3283755"/>
                  </a:lnTo>
                  <a:lnTo>
                    <a:pt x="2244173" y="3283755"/>
                  </a:lnTo>
                  <a:lnTo>
                    <a:pt x="2244173" y="3283325"/>
                  </a:lnTo>
                  <a:lnTo>
                    <a:pt x="2244331" y="3283325"/>
                  </a:lnTo>
                  <a:lnTo>
                    <a:pt x="2244488" y="3283325"/>
                  </a:lnTo>
                  <a:lnTo>
                    <a:pt x="2244646" y="3283325"/>
                  </a:lnTo>
                  <a:lnTo>
                    <a:pt x="2244804" y="3283325"/>
                  </a:lnTo>
                  <a:lnTo>
                    <a:pt x="2244961" y="3283325"/>
                  </a:lnTo>
                  <a:lnTo>
                    <a:pt x="2244961" y="3282894"/>
                  </a:lnTo>
                  <a:lnTo>
                    <a:pt x="2245119" y="3282894"/>
                  </a:lnTo>
                  <a:lnTo>
                    <a:pt x="2245119" y="3282463"/>
                  </a:lnTo>
                  <a:lnTo>
                    <a:pt x="2245277" y="3282463"/>
                  </a:lnTo>
                  <a:lnTo>
                    <a:pt x="2245277" y="3282033"/>
                  </a:lnTo>
                  <a:lnTo>
                    <a:pt x="2245435" y="3282033"/>
                  </a:lnTo>
                  <a:lnTo>
                    <a:pt x="2245435" y="3281602"/>
                  </a:lnTo>
                  <a:lnTo>
                    <a:pt x="2245592" y="3281602"/>
                  </a:lnTo>
                  <a:lnTo>
                    <a:pt x="2245592" y="3281172"/>
                  </a:lnTo>
                  <a:lnTo>
                    <a:pt x="2245750" y="3281172"/>
                  </a:lnTo>
                  <a:lnTo>
                    <a:pt x="2245750" y="3280741"/>
                  </a:lnTo>
                  <a:lnTo>
                    <a:pt x="2245750" y="3280310"/>
                  </a:lnTo>
                  <a:lnTo>
                    <a:pt x="2245908" y="3280310"/>
                  </a:lnTo>
                  <a:lnTo>
                    <a:pt x="2245908" y="3279880"/>
                  </a:lnTo>
                  <a:lnTo>
                    <a:pt x="2245908" y="3279449"/>
                  </a:lnTo>
                  <a:lnTo>
                    <a:pt x="2245908" y="3279019"/>
                  </a:lnTo>
                  <a:lnTo>
                    <a:pt x="2246066" y="3279019"/>
                  </a:lnTo>
                  <a:lnTo>
                    <a:pt x="2246223" y="3279019"/>
                  </a:lnTo>
                  <a:lnTo>
                    <a:pt x="2246223" y="3278588"/>
                  </a:lnTo>
                  <a:lnTo>
                    <a:pt x="2246223" y="3278157"/>
                  </a:lnTo>
                  <a:lnTo>
                    <a:pt x="2246381" y="3278157"/>
                  </a:lnTo>
                  <a:lnTo>
                    <a:pt x="2246381" y="3277727"/>
                  </a:lnTo>
                  <a:lnTo>
                    <a:pt x="2246539" y="3277727"/>
                  </a:lnTo>
                  <a:lnTo>
                    <a:pt x="2246696" y="3277727"/>
                  </a:lnTo>
                  <a:lnTo>
                    <a:pt x="2246696" y="3277296"/>
                  </a:lnTo>
                  <a:lnTo>
                    <a:pt x="2246854" y="3277296"/>
                  </a:lnTo>
                  <a:lnTo>
                    <a:pt x="2246854" y="3276866"/>
                  </a:lnTo>
                  <a:lnTo>
                    <a:pt x="2246854" y="3276435"/>
                  </a:lnTo>
                  <a:lnTo>
                    <a:pt x="2247012" y="3276435"/>
                  </a:lnTo>
                  <a:lnTo>
                    <a:pt x="2247170" y="3276435"/>
                  </a:lnTo>
                  <a:lnTo>
                    <a:pt x="2247327" y="3276435"/>
                  </a:lnTo>
                  <a:lnTo>
                    <a:pt x="2247485" y="3276435"/>
                  </a:lnTo>
                  <a:lnTo>
                    <a:pt x="2247643" y="3276435"/>
                  </a:lnTo>
                  <a:lnTo>
                    <a:pt x="2247643" y="3276004"/>
                  </a:lnTo>
                  <a:lnTo>
                    <a:pt x="2247800" y="3276004"/>
                  </a:lnTo>
                  <a:lnTo>
                    <a:pt x="2247800" y="3275574"/>
                  </a:lnTo>
                  <a:lnTo>
                    <a:pt x="2247958" y="3275574"/>
                  </a:lnTo>
                  <a:lnTo>
                    <a:pt x="2247958" y="3275143"/>
                  </a:lnTo>
                  <a:lnTo>
                    <a:pt x="2248116" y="3275143"/>
                  </a:lnTo>
                  <a:lnTo>
                    <a:pt x="2248274" y="3275143"/>
                  </a:lnTo>
                  <a:lnTo>
                    <a:pt x="2248431" y="3275143"/>
                  </a:lnTo>
                  <a:lnTo>
                    <a:pt x="2248589" y="3275143"/>
                  </a:lnTo>
                  <a:lnTo>
                    <a:pt x="2248747" y="3275143"/>
                  </a:lnTo>
                  <a:lnTo>
                    <a:pt x="2248904" y="3275143"/>
                  </a:lnTo>
                  <a:lnTo>
                    <a:pt x="2248904" y="3274713"/>
                  </a:lnTo>
                  <a:lnTo>
                    <a:pt x="2249062" y="3274713"/>
                  </a:lnTo>
                  <a:lnTo>
                    <a:pt x="2249220" y="3274713"/>
                  </a:lnTo>
                  <a:lnTo>
                    <a:pt x="2249378" y="3274713"/>
                  </a:lnTo>
                  <a:lnTo>
                    <a:pt x="2249535" y="3274713"/>
                  </a:lnTo>
                  <a:lnTo>
                    <a:pt x="2249693" y="3274713"/>
                  </a:lnTo>
                  <a:lnTo>
                    <a:pt x="2249693" y="3274282"/>
                  </a:lnTo>
                  <a:lnTo>
                    <a:pt x="2249851" y="3274282"/>
                  </a:lnTo>
                  <a:lnTo>
                    <a:pt x="2250008" y="3274282"/>
                  </a:lnTo>
                  <a:lnTo>
                    <a:pt x="2250166" y="3274282"/>
                  </a:lnTo>
                  <a:lnTo>
                    <a:pt x="2250166" y="3273851"/>
                  </a:lnTo>
                  <a:lnTo>
                    <a:pt x="2250166" y="3273421"/>
                  </a:lnTo>
                  <a:lnTo>
                    <a:pt x="2250324" y="3273421"/>
                  </a:lnTo>
                  <a:lnTo>
                    <a:pt x="2250482" y="3273421"/>
                  </a:lnTo>
                  <a:lnTo>
                    <a:pt x="2250639" y="3273421"/>
                  </a:lnTo>
                  <a:lnTo>
                    <a:pt x="2250639" y="3272990"/>
                  </a:lnTo>
                  <a:lnTo>
                    <a:pt x="2250639" y="3272560"/>
                  </a:lnTo>
                  <a:lnTo>
                    <a:pt x="2250797" y="3272560"/>
                  </a:lnTo>
                  <a:lnTo>
                    <a:pt x="2250955" y="3272560"/>
                  </a:lnTo>
                  <a:lnTo>
                    <a:pt x="2250955" y="3272129"/>
                  </a:lnTo>
                  <a:lnTo>
                    <a:pt x="2251112" y="3272129"/>
                  </a:lnTo>
                  <a:lnTo>
                    <a:pt x="2251270" y="3272129"/>
                  </a:lnTo>
                  <a:lnTo>
                    <a:pt x="2251428" y="3272129"/>
                  </a:lnTo>
                  <a:lnTo>
                    <a:pt x="2251586" y="3272129"/>
                  </a:lnTo>
                  <a:lnTo>
                    <a:pt x="2251586" y="3271698"/>
                  </a:lnTo>
                  <a:lnTo>
                    <a:pt x="2251743" y="3271698"/>
                  </a:lnTo>
                  <a:lnTo>
                    <a:pt x="2251901" y="3271698"/>
                  </a:lnTo>
                  <a:lnTo>
                    <a:pt x="2252059" y="3271698"/>
                  </a:lnTo>
                  <a:lnTo>
                    <a:pt x="2252217" y="3271698"/>
                  </a:lnTo>
                  <a:lnTo>
                    <a:pt x="2252374" y="3271698"/>
                  </a:lnTo>
                  <a:lnTo>
                    <a:pt x="2252532" y="3271698"/>
                  </a:lnTo>
                  <a:lnTo>
                    <a:pt x="2252690" y="3271698"/>
                  </a:lnTo>
                  <a:lnTo>
                    <a:pt x="2252847" y="3271698"/>
                  </a:lnTo>
                  <a:lnTo>
                    <a:pt x="2253005" y="3271698"/>
                  </a:lnTo>
                  <a:lnTo>
                    <a:pt x="2253005" y="3271268"/>
                  </a:lnTo>
                  <a:lnTo>
                    <a:pt x="2253163" y="3271268"/>
                  </a:lnTo>
                  <a:lnTo>
                    <a:pt x="2253321" y="3271268"/>
                  </a:lnTo>
                  <a:lnTo>
                    <a:pt x="2253478" y="3271268"/>
                  </a:lnTo>
                  <a:lnTo>
                    <a:pt x="2253636" y="3271268"/>
                  </a:lnTo>
                  <a:lnTo>
                    <a:pt x="2253794" y="3271268"/>
                  </a:lnTo>
                  <a:lnTo>
                    <a:pt x="2253951" y="3271268"/>
                  </a:lnTo>
                  <a:lnTo>
                    <a:pt x="2254109" y="3271268"/>
                  </a:lnTo>
                  <a:lnTo>
                    <a:pt x="2254109" y="3270837"/>
                  </a:lnTo>
                  <a:lnTo>
                    <a:pt x="2254109" y="3270407"/>
                  </a:lnTo>
                  <a:lnTo>
                    <a:pt x="2254267" y="3270407"/>
                  </a:lnTo>
                  <a:lnTo>
                    <a:pt x="2254425" y="3270407"/>
                  </a:lnTo>
                  <a:lnTo>
                    <a:pt x="2254425" y="3269976"/>
                  </a:lnTo>
                  <a:lnTo>
                    <a:pt x="2254582" y="3269976"/>
                  </a:lnTo>
                  <a:lnTo>
                    <a:pt x="2254582" y="3269545"/>
                  </a:lnTo>
                  <a:lnTo>
                    <a:pt x="2254582" y="3269115"/>
                  </a:lnTo>
                  <a:lnTo>
                    <a:pt x="2254582" y="3268684"/>
                  </a:lnTo>
                  <a:lnTo>
                    <a:pt x="2254582" y="3268254"/>
                  </a:lnTo>
                  <a:lnTo>
                    <a:pt x="2254740" y="3268254"/>
                  </a:lnTo>
                  <a:lnTo>
                    <a:pt x="2254740" y="3267823"/>
                  </a:lnTo>
                  <a:lnTo>
                    <a:pt x="2254898" y="3267823"/>
                  </a:lnTo>
                  <a:lnTo>
                    <a:pt x="2255055" y="3267823"/>
                  </a:lnTo>
                  <a:lnTo>
                    <a:pt x="2255055" y="3267392"/>
                  </a:lnTo>
                  <a:lnTo>
                    <a:pt x="2255213" y="3267392"/>
                  </a:lnTo>
                  <a:lnTo>
                    <a:pt x="2255371" y="3267392"/>
                  </a:lnTo>
                  <a:lnTo>
                    <a:pt x="2255371" y="3266962"/>
                  </a:lnTo>
                  <a:lnTo>
                    <a:pt x="2255371" y="3266531"/>
                  </a:lnTo>
                  <a:lnTo>
                    <a:pt x="2255529" y="3266531"/>
                  </a:lnTo>
                  <a:lnTo>
                    <a:pt x="2255686" y="3266531"/>
                  </a:lnTo>
                  <a:lnTo>
                    <a:pt x="2255844" y="3266531"/>
                  </a:lnTo>
                  <a:lnTo>
                    <a:pt x="2256002" y="3266531"/>
                  </a:lnTo>
                  <a:lnTo>
                    <a:pt x="2256159" y="3266531"/>
                  </a:lnTo>
                  <a:lnTo>
                    <a:pt x="2256159" y="3266101"/>
                  </a:lnTo>
                  <a:lnTo>
                    <a:pt x="2256317" y="3266101"/>
                  </a:lnTo>
                  <a:lnTo>
                    <a:pt x="2256317" y="3265670"/>
                  </a:lnTo>
                  <a:lnTo>
                    <a:pt x="2256317" y="3265239"/>
                  </a:lnTo>
                  <a:lnTo>
                    <a:pt x="2256475" y="3265239"/>
                  </a:lnTo>
                  <a:lnTo>
                    <a:pt x="2256633" y="3265239"/>
                  </a:lnTo>
                  <a:lnTo>
                    <a:pt x="2256790" y="3265239"/>
                  </a:lnTo>
                  <a:lnTo>
                    <a:pt x="2256790" y="3264809"/>
                  </a:lnTo>
                  <a:lnTo>
                    <a:pt x="2256948" y="3264809"/>
                  </a:lnTo>
                  <a:lnTo>
                    <a:pt x="2257106" y="3264809"/>
                  </a:lnTo>
                  <a:lnTo>
                    <a:pt x="2257263" y="3264809"/>
                  </a:lnTo>
                  <a:lnTo>
                    <a:pt x="2257421" y="3264809"/>
                  </a:lnTo>
                  <a:lnTo>
                    <a:pt x="2257579" y="3264809"/>
                  </a:lnTo>
                  <a:lnTo>
                    <a:pt x="2257737" y="3264809"/>
                  </a:lnTo>
                  <a:lnTo>
                    <a:pt x="2257737" y="3264378"/>
                  </a:lnTo>
                  <a:lnTo>
                    <a:pt x="2257894" y="3264378"/>
                  </a:lnTo>
                  <a:lnTo>
                    <a:pt x="2257894" y="3263948"/>
                  </a:lnTo>
                  <a:lnTo>
                    <a:pt x="2258052" y="3263948"/>
                  </a:lnTo>
                  <a:lnTo>
                    <a:pt x="2258210" y="3263948"/>
                  </a:lnTo>
                  <a:lnTo>
                    <a:pt x="2258368" y="3263948"/>
                  </a:lnTo>
                  <a:lnTo>
                    <a:pt x="2258525" y="3263948"/>
                  </a:lnTo>
                  <a:lnTo>
                    <a:pt x="2258683" y="3263948"/>
                  </a:lnTo>
                  <a:lnTo>
                    <a:pt x="2258841" y="3263948"/>
                  </a:lnTo>
                  <a:lnTo>
                    <a:pt x="2258998" y="3263948"/>
                  </a:lnTo>
                  <a:lnTo>
                    <a:pt x="2259156" y="3263948"/>
                  </a:lnTo>
                  <a:lnTo>
                    <a:pt x="2259314" y="3263948"/>
                  </a:lnTo>
                  <a:lnTo>
                    <a:pt x="2259472" y="3263948"/>
                  </a:lnTo>
                  <a:lnTo>
                    <a:pt x="2259629" y="3263948"/>
                  </a:lnTo>
                  <a:lnTo>
                    <a:pt x="2259787" y="3263948"/>
                  </a:lnTo>
                  <a:lnTo>
                    <a:pt x="2259945" y="3263948"/>
                  </a:lnTo>
                  <a:lnTo>
                    <a:pt x="2260102" y="3263948"/>
                  </a:lnTo>
                  <a:lnTo>
                    <a:pt x="2260260" y="3263948"/>
                  </a:lnTo>
                  <a:lnTo>
                    <a:pt x="2260418" y="3263948"/>
                  </a:lnTo>
                  <a:lnTo>
                    <a:pt x="2260576" y="3263948"/>
                  </a:lnTo>
                  <a:lnTo>
                    <a:pt x="2260733" y="3263948"/>
                  </a:lnTo>
                  <a:lnTo>
                    <a:pt x="2260891" y="3263948"/>
                  </a:lnTo>
                  <a:lnTo>
                    <a:pt x="2260891" y="3263517"/>
                  </a:lnTo>
                  <a:lnTo>
                    <a:pt x="2260891" y="3263086"/>
                  </a:lnTo>
                  <a:lnTo>
                    <a:pt x="2261049" y="3263086"/>
                  </a:lnTo>
                  <a:lnTo>
                    <a:pt x="2261206" y="3263086"/>
                  </a:lnTo>
                  <a:lnTo>
                    <a:pt x="2261364" y="3263086"/>
                  </a:lnTo>
                  <a:lnTo>
                    <a:pt x="2261522" y="3263086"/>
                  </a:lnTo>
                  <a:lnTo>
                    <a:pt x="2261680" y="3263086"/>
                  </a:lnTo>
                  <a:lnTo>
                    <a:pt x="2261837" y="3263086"/>
                  </a:lnTo>
                  <a:lnTo>
                    <a:pt x="2261995" y="3263086"/>
                  </a:lnTo>
                  <a:lnTo>
                    <a:pt x="2261995" y="3262656"/>
                  </a:lnTo>
                  <a:lnTo>
                    <a:pt x="2262153" y="3262656"/>
                  </a:lnTo>
                  <a:lnTo>
                    <a:pt x="2262310" y="3262656"/>
                  </a:lnTo>
                  <a:lnTo>
                    <a:pt x="2262468" y="3262656"/>
                  </a:lnTo>
                  <a:lnTo>
                    <a:pt x="2262468" y="3262225"/>
                  </a:lnTo>
                  <a:lnTo>
                    <a:pt x="2262468" y="3261795"/>
                  </a:lnTo>
                  <a:lnTo>
                    <a:pt x="2262626" y="3261795"/>
                  </a:lnTo>
                  <a:lnTo>
                    <a:pt x="2262784" y="3261795"/>
                  </a:lnTo>
                  <a:lnTo>
                    <a:pt x="2262941" y="3261795"/>
                  </a:lnTo>
                  <a:lnTo>
                    <a:pt x="2262941" y="3261364"/>
                  </a:lnTo>
                  <a:lnTo>
                    <a:pt x="2263099" y="3261364"/>
                  </a:lnTo>
                  <a:lnTo>
                    <a:pt x="2263257" y="3261364"/>
                  </a:lnTo>
                  <a:lnTo>
                    <a:pt x="2263415" y="3261364"/>
                  </a:lnTo>
                  <a:lnTo>
                    <a:pt x="2263415" y="3260933"/>
                  </a:lnTo>
                  <a:lnTo>
                    <a:pt x="2263415" y="3260503"/>
                  </a:lnTo>
                  <a:lnTo>
                    <a:pt x="2263415" y="3260072"/>
                  </a:lnTo>
                  <a:lnTo>
                    <a:pt x="2263572" y="3260072"/>
                  </a:lnTo>
                  <a:lnTo>
                    <a:pt x="2263730" y="3260072"/>
                  </a:lnTo>
                  <a:lnTo>
                    <a:pt x="2263888" y="3260072"/>
                  </a:lnTo>
                  <a:lnTo>
                    <a:pt x="2264045" y="3260072"/>
                  </a:lnTo>
                  <a:lnTo>
                    <a:pt x="2264203" y="3260072"/>
                  </a:lnTo>
                  <a:lnTo>
                    <a:pt x="2264361" y="3260072"/>
                  </a:lnTo>
                  <a:lnTo>
                    <a:pt x="2264519" y="3260072"/>
                  </a:lnTo>
                  <a:lnTo>
                    <a:pt x="2264676" y="3260072"/>
                  </a:lnTo>
                  <a:lnTo>
                    <a:pt x="2264834" y="3260072"/>
                  </a:lnTo>
                  <a:lnTo>
                    <a:pt x="2264992" y="3260072"/>
                  </a:lnTo>
                  <a:lnTo>
                    <a:pt x="2264992" y="3259642"/>
                  </a:lnTo>
                  <a:lnTo>
                    <a:pt x="2265149" y="3259642"/>
                  </a:lnTo>
                  <a:lnTo>
                    <a:pt x="2265307" y="3259642"/>
                  </a:lnTo>
                  <a:lnTo>
                    <a:pt x="2265307" y="3259211"/>
                  </a:lnTo>
                  <a:lnTo>
                    <a:pt x="2265307" y="3258780"/>
                  </a:lnTo>
                  <a:lnTo>
                    <a:pt x="2265465" y="3258780"/>
                  </a:lnTo>
                  <a:lnTo>
                    <a:pt x="2265623" y="3258780"/>
                  </a:lnTo>
                  <a:lnTo>
                    <a:pt x="2265780" y="3258780"/>
                  </a:lnTo>
                  <a:lnTo>
                    <a:pt x="2265938" y="3258780"/>
                  </a:lnTo>
                  <a:lnTo>
                    <a:pt x="2266096" y="3258780"/>
                  </a:lnTo>
                  <a:lnTo>
                    <a:pt x="2266096" y="3258350"/>
                  </a:lnTo>
                  <a:lnTo>
                    <a:pt x="2266253" y="3258350"/>
                  </a:lnTo>
                  <a:lnTo>
                    <a:pt x="2266411" y="3258350"/>
                  </a:lnTo>
                  <a:lnTo>
                    <a:pt x="2266569" y="3258350"/>
                  </a:lnTo>
                  <a:lnTo>
                    <a:pt x="2266727" y="3258350"/>
                  </a:lnTo>
                  <a:lnTo>
                    <a:pt x="2266884" y="3258350"/>
                  </a:lnTo>
                  <a:lnTo>
                    <a:pt x="2266884" y="3257919"/>
                  </a:lnTo>
                  <a:lnTo>
                    <a:pt x="2267042" y="3257919"/>
                  </a:lnTo>
                  <a:lnTo>
                    <a:pt x="2267042" y="3257489"/>
                  </a:lnTo>
                  <a:lnTo>
                    <a:pt x="2267200" y="3257489"/>
                  </a:lnTo>
                  <a:lnTo>
                    <a:pt x="2267200" y="3257058"/>
                  </a:lnTo>
                  <a:lnTo>
                    <a:pt x="2267357" y="3257058"/>
                  </a:lnTo>
                  <a:lnTo>
                    <a:pt x="2267357" y="3256627"/>
                  </a:lnTo>
                  <a:lnTo>
                    <a:pt x="2267515" y="3256627"/>
                  </a:lnTo>
                  <a:lnTo>
                    <a:pt x="2267515" y="3256197"/>
                  </a:lnTo>
                  <a:lnTo>
                    <a:pt x="2267515" y="3255766"/>
                  </a:lnTo>
                  <a:lnTo>
                    <a:pt x="2267673" y="3255766"/>
                  </a:lnTo>
                  <a:lnTo>
                    <a:pt x="2267673" y="3255336"/>
                  </a:lnTo>
                  <a:lnTo>
                    <a:pt x="2267831" y="3255336"/>
                  </a:lnTo>
                  <a:lnTo>
                    <a:pt x="2267988" y="3255336"/>
                  </a:lnTo>
                  <a:lnTo>
                    <a:pt x="2268146" y="3255336"/>
                  </a:lnTo>
                  <a:lnTo>
                    <a:pt x="2268304" y="3255336"/>
                  </a:lnTo>
                  <a:lnTo>
                    <a:pt x="2268461" y="3255336"/>
                  </a:lnTo>
                  <a:lnTo>
                    <a:pt x="2268619" y="3255336"/>
                  </a:lnTo>
                  <a:lnTo>
                    <a:pt x="2268777" y="3255336"/>
                  </a:lnTo>
                  <a:lnTo>
                    <a:pt x="2268935" y="3255336"/>
                  </a:lnTo>
                  <a:lnTo>
                    <a:pt x="2269092" y="3255336"/>
                  </a:lnTo>
                  <a:lnTo>
                    <a:pt x="2269092" y="3254905"/>
                  </a:lnTo>
                  <a:lnTo>
                    <a:pt x="2269092" y="3254474"/>
                  </a:lnTo>
                  <a:lnTo>
                    <a:pt x="2269250" y="3254474"/>
                  </a:lnTo>
                  <a:lnTo>
                    <a:pt x="2269408" y="3254474"/>
                  </a:lnTo>
                  <a:lnTo>
                    <a:pt x="2269566" y="3254474"/>
                  </a:lnTo>
                  <a:lnTo>
                    <a:pt x="2269566" y="3254044"/>
                  </a:lnTo>
                  <a:lnTo>
                    <a:pt x="2269566" y="3253613"/>
                  </a:lnTo>
                  <a:lnTo>
                    <a:pt x="2269723" y="3253613"/>
                  </a:lnTo>
                  <a:lnTo>
                    <a:pt x="2269723" y="3253183"/>
                  </a:lnTo>
                  <a:lnTo>
                    <a:pt x="2269881" y="3253183"/>
                  </a:lnTo>
                  <a:lnTo>
                    <a:pt x="2270039" y="3253183"/>
                  </a:lnTo>
                  <a:lnTo>
                    <a:pt x="2270196" y="3253183"/>
                  </a:lnTo>
                  <a:lnTo>
                    <a:pt x="2270196" y="3252752"/>
                  </a:lnTo>
                  <a:lnTo>
                    <a:pt x="2270354" y="3252752"/>
                  </a:lnTo>
                  <a:lnTo>
                    <a:pt x="2270512" y="3252752"/>
                  </a:lnTo>
                  <a:lnTo>
                    <a:pt x="2270670" y="3252752"/>
                  </a:lnTo>
                  <a:lnTo>
                    <a:pt x="2270827" y="3252752"/>
                  </a:lnTo>
                  <a:lnTo>
                    <a:pt x="2270827" y="3252321"/>
                  </a:lnTo>
                  <a:lnTo>
                    <a:pt x="2270985" y="3252321"/>
                  </a:lnTo>
                  <a:lnTo>
                    <a:pt x="2271143" y="3252321"/>
                  </a:lnTo>
                  <a:lnTo>
                    <a:pt x="2271143" y="3251891"/>
                  </a:lnTo>
                  <a:lnTo>
                    <a:pt x="2271300" y="3251891"/>
                  </a:lnTo>
                  <a:lnTo>
                    <a:pt x="2271458" y="3251891"/>
                  </a:lnTo>
                  <a:lnTo>
                    <a:pt x="2271458" y="3251460"/>
                  </a:lnTo>
                  <a:lnTo>
                    <a:pt x="2271616" y="3251460"/>
                  </a:lnTo>
                  <a:lnTo>
                    <a:pt x="2271774" y="3251460"/>
                  </a:lnTo>
                  <a:lnTo>
                    <a:pt x="2271931" y="3251460"/>
                  </a:lnTo>
                  <a:lnTo>
                    <a:pt x="2271931" y="3251030"/>
                  </a:lnTo>
                  <a:lnTo>
                    <a:pt x="2271931" y="3250599"/>
                  </a:lnTo>
                  <a:lnTo>
                    <a:pt x="2271931" y="3250168"/>
                  </a:lnTo>
                  <a:lnTo>
                    <a:pt x="2272089" y="3250168"/>
                  </a:lnTo>
                  <a:lnTo>
                    <a:pt x="2272247" y="3250168"/>
                  </a:lnTo>
                  <a:lnTo>
                    <a:pt x="2272404" y="3250168"/>
                  </a:lnTo>
                  <a:lnTo>
                    <a:pt x="2272562" y="3250168"/>
                  </a:lnTo>
                  <a:lnTo>
                    <a:pt x="2272720" y="3250168"/>
                  </a:lnTo>
                  <a:lnTo>
                    <a:pt x="2272878" y="3250168"/>
                  </a:lnTo>
                  <a:lnTo>
                    <a:pt x="2272878" y="3249738"/>
                  </a:lnTo>
                  <a:lnTo>
                    <a:pt x="2272878" y="3249307"/>
                  </a:lnTo>
                  <a:lnTo>
                    <a:pt x="2273035" y="3249307"/>
                  </a:lnTo>
                  <a:lnTo>
                    <a:pt x="2273193" y="3249307"/>
                  </a:lnTo>
                  <a:lnTo>
                    <a:pt x="2273351" y="3249307"/>
                  </a:lnTo>
                  <a:lnTo>
                    <a:pt x="2273508" y="3249307"/>
                  </a:lnTo>
                  <a:lnTo>
                    <a:pt x="2273666" y="3249307"/>
                  </a:lnTo>
                  <a:lnTo>
                    <a:pt x="2273824" y="3249307"/>
                  </a:lnTo>
                  <a:lnTo>
                    <a:pt x="2273824" y="3248877"/>
                  </a:lnTo>
                  <a:lnTo>
                    <a:pt x="2273982" y="3248877"/>
                  </a:lnTo>
                  <a:lnTo>
                    <a:pt x="2274139" y="3248877"/>
                  </a:lnTo>
                  <a:lnTo>
                    <a:pt x="2274297" y="3248877"/>
                  </a:lnTo>
                  <a:lnTo>
                    <a:pt x="2274297" y="3248446"/>
                  </a:lnTo>
                  <a:lnTo>
                    <a:pt x="2274455" y="3248446"/>
                  </a:lnTo>
                  <a:lnTo>
                    <a:pt x="2274613" y="3248446"/>
                  </a:lnTo>
                  <a:lnTo>
                    <a:pt x="2274770" y="3248446"/>
                  </a:lnTo>
                  <a:lnTo>
                    <a:pt x="2274928" y="3248446"/>
                  </a:lnTo>
                  <a:lnTo>
                    <a:pt x="2274928" y="3248015"/>
                  </a:lnTo>
                  <a:lnTo>
                    <a:pt x="2275086" y="3248015"/>
                  </a:lnTo>
                  <a:lnTo>
                    <a:pt x="2275243" y="3248015"/>
                  </a:lnTo>
                  <a:lnTo>
                    <a:pt x="2275401" y="3248015"/>
                  </a:lnTo>
                  <a:lnTo>
                    <a:pt x="2275559" y="3248015"/>
                  </a:lnTo>
                  <a:lnTo>
                    <a:pt x="2275717" y="3248015"/>
                  </a:lnTo>
                  <a:lnTo>
                    <a:pt x="2275717" y="3247585"/>
                  </a:lnTo>
                  <a:lnTo>
                    <a:pt x="2275874" y="3247585"/>
                  </a:lnTo>
                  <a:lnTo>
                    <a:pt x="2276032" y="3247585"/>
                  </a:lnTo>
                  <a:lnTo>
                    <a:pt x="2276032" y="3247154"/>
                  </a:lnTo>
                  <a:lnTo>
                    <a:pt x="2276190" y="3247154"/>
                  </a:lnTo>
                  <a:lnTo>
                    <a:pt x="2276347" y="3247154"/>
                  </a:lnTo>
                  <a:lnTo>
                    <a:pt x="2276505" y="3247154"/>
                  </a:lnTo>
                  <a:lnTo>
                    <a:pt x="2276505" y="3246724"/>
                  </a:lnTo>
                  <a:lnTo>
                    <a:pt x="2276505" y="3246293"/>
                  </a:lnTo>
                  <a:lnTo>
                    <a:pt x="2276505" y="3245862"/>
                  </a:lnTo>
                  <a:lnTo>
                    <a:pt x="2276505" y="3245432"/>
                  </a:lnTo>
                  <a:lnTo>
                    <a:pt x="2276663" y="3245432"/>
                  </a:lnTo>
                  <a:lnTo>
                    <a:pt x="2276821" y="3245432"/>
                  </a:lnTo>
                  <a:lnTo>
                    <a:pt x="2276978" y="3245432"/>
                  </a:lnTo>
                  <a:lnTo>
                    <a:pt x="2277136" y="3245432"/>
                  </a:lnTo>
                  <a:lnTo>
                    <a:pt x="2277294" y="3245432"/>
                  </a:lnTo>
                  <a:lnTo>
                    <a:pt x="2277294" y="3245001"/>
                  </a:lnTo>
                  <a:lnTo>
                    <a:pt x="2277451" y="3245001"/>
                  </a:lnTo>
                  <a:lnTo>
                    <a:pt x="2277609" y="3245001"/>
                  </a:lnTo>
                  <a:lnTo>
                    <a:pt x="2277767" y="3245001"/>
                  </a:lnTo>
                  <a:lnTo>
                    <a:pt x="2277767" y="3244571"/>
                  </a:lnTo>
                  <a:lnTo>
                    <a:pt x="2277767" y="3244140"/>
                  </a:lnTo>
                  <a:lnTo>
                    <a:pt x="2277767" y="3243709"/>
                  </a:lnTo>
                  <a:lnTo>
                    <a:pt x="2277767" y="3243279"/>
                  </a:lnTo>
                  <a:lnTo>
                    <a:pt x="2277925" y="3243279"/>
                  </a:lnTo>
                  <a:lnTo>
                    <a:pt x="2277925" y="3242848"/>
                  </a:lnTo>
                  <a:lnTo>
                    <a:pt x="2278082" y="3242848"/>
                  </a:lnTo>
                  <a:lnTo>
                    <a:pt x="2278240" y="3242848"/>
                  </a:lnTo>
                  <a:lnTo>
                    <a:pt x="2278398" y="3242848"/>
                  </a:lnTo>
                  <a:lnTo>
                    <a:pt x="2278555" y="3242848"/>
                  </a:lnTo>
                  <a:lnTo>
                    <a:pt x="2278555" y="3242418"/>
                  </a:lnTo>
                  <a:lnTo>
                    <a:pt x="2278713" y="3242418"/>
                  </a:lnTo>
                  <a:lnTo>
                    <a:pt x="2278713" y="3241987"/>
                  </a:lnTo>
                  <a:lnTo>
                    <a:pt x="2278713" y="3241556"/>
                  </a:lnTo>
                  <a:lnTo>
                    <a:pt x="2278871" y="3241556"/>
                  </a:lnTo>
                  <a:lnTo>
                    <a:pt x="2279029" y="3241556"/>
                  </a:lnTo>
                  <a:lnTo>
                    <a:pt x="2279186" y="3241556"/>
                  </a:lnTo>
                  <a:lnTo>
                    <a:pt x="2279186" y="3241126"/>
                  </a:lnTo>
                  <a:lnTo>
                    <a:pt x="2279344" y="3241126"/>
                  </a:lnTo>
                  <a:lnTo>
                    <a:pt x="2279502" y="3241126"/>
                  </a:lnTo>
                  <a:lnTo>
                    <a:pt x="2279659" y="3241126"/>
                  </a:lnTo>
                  <a:lnTo>
                    <a:pt x="2279817" y="3241126"/>
                  </a:lnTo>
                  <a:lnTo>
                    <a:pt x="2279817" y="3240695"/>
                  </a:lnTo>
                  <a:lnTo>
                    <a:pt x="2279817" y="3240265"/>
                  </a:lnTo>
                  <a:lnTo>
                    <a:pt x="2279975" y="3240265"/>
                  </a:lnTo>
                  <a:lnTo>
                    <a:pt x="2280133" y="3240265"/>
                  </a:lnTo>
                  <a:lnTo>
                    <a:pt x="2280290" y="3240265"/>
                  </a:lnTo>
                  <a:lnTo>
                    <a:pt x="2280290" y="3239834"/>
                  </a:lnTo>
                  <a:lnTo>
                    <a:pt x="2280290" y="3239403"/>
                  </a:lnTo>
                  <a:lnTo>
                    <a:pt x="2280448" y="3239403"/>
                  </a:lnTo>
                  <a:lnTo>
                    <a:pt x="2280448" y="3238973"/>
                  </a:lnTo>
                  <a:lnTo>
                    <a:pt x="2280448" y="3238542"/>
                  </a:lnTo>
                  <a:lnTo>
                    <a:pt x="2280606" y="3238542"/>
                  </a:lnTo>
                  <a:lnTo>
                    <a:pt x="2280764" y="3238542"/>
                  </a:lnTo>
                  <a:lnTo>
                    <a:pt x="2280921" y="3238542"/>
                  </a:lnTo>
                  <a:lnTo>
                    <a:pt x="2280921" y="3238112"/>
                  </a:lnTo>
                  <a:lnTo>
                    <a:pt x="2281079" y="3238112"/>
                  </a:lnTo>
                  <a:lnTo>
                    <a:pt x="2281237" y="3238112"/>
                  </a:lnTo>
                  <a:lnTo>
                    <a:pt x="2281394" y="3238112"/>
                  </a:lnTo>
                  <a:lnTo>
                    <a:pt x="2281552" y="3238112"/>
                  </a:lnTo>
                  <a:lnTo>
                    <a:pt x="2281710" y="3238112"/>
                  </a:lnTo>
                  <a:lnTo>
                    <a:pt x="2281868" y="3238112"/>
                  </a:lnTo>
                  <a:lnTo>
                    <a:pt x="2282025" y="3238112"/>
                  </a:lnTo>
                  <a:lnTo>
                    <a:pt x="2282183" y="3238112"/>
                  </a:lnTo>
                  <a:lnTo>
                    <a:pt x="2282341" y="3238112"/>
                  </a:lnTo>
                  <a:lnTo>
                    <a:pt x="2282498" y="3238112"/>
                  </a:lnTo>
                  <a:lnTo>
                    <a:pt x="2282656" y="3238112"/>
                  </a:lnTo>
                  <a:lnTo>
                    <a:pt x="2282656" y="3237681"/>
                  </a:lnTo>
                  <a:lnTo>
                    <a:pt x="2282814" y="3237681"/>
                  </a:lnTo>
                  <a:lnTo>
                    <a:pt x="2282814" y="3237250"/>
                  </a:lnTo>
                  <a:lnTo>
                    <a:pt x="2282972" y="3237250"/>
                  </a:lnTo>
                  <a:lnTo>
                    <a:pt x="2283129" y="3237250"/>
                  </a:lnTo>
                  <a:lnTo>
                    <a:pt x="2283287" y="3237250"/>
                  </a:lnTo>
                  <a:lnTo>
                    <a:pt x="2283287" y="3236820"/>
                  </a:lnTo>
                  <a:lnTo>
                    <a:pt x="2283445" y="3236820"/>
                  </a:lnTo>
                  <a:lnTo>
                    <a:pt x="2283445" y="3236389"/>
                  </a:lnTo>
                  <a:lnTo>
                    <a:pt x="2283602" y="3236389"/>
                  </a:lnTo>
                  <a:lnTo>
                    <a:pt x="2283760" y="3236389"/>
                  </a:lnTo>
                  <a:lnTo>
                    <a:pt x="2283918" y="3236389"/>
                  </a:lnTo>
                  <a:lnTo>
                    <a:pt x="2283918" y="3235959"/>
                  </a:lnTo>
                  <a:lnTo>
                    <a:pt x="2283918" y="3235528"/>
                  </a:lnTo>
                  <a:lnTo>
                    <a:pt x="2284076" y="3235528"/>
                  </a:lnTo>
                  <a:lnTo>
                    <a:pt x="2284076" y="3235097"/>
                  </a:lnTo>
                  <a:lnTo>
                    <a:pt x="2284233" y="3235097"/>
                  </a:lnTo>
                  <a:lnTo>
                    <a:pt x="2284391" y="3235097"/>
                  </a:lnTo>
                  <a:lnTo>
                    <a:pt x="2284391" y="3234667"/>
                  </a:lnTo>
                  <a:lnTo>
                    <a:pt x="2284549" y="3234667"/>
                  </a:lnTo>
                  <a:lnTo>
                    <a:pt x="2284549" y="3234236"/>
                  </a:lnTo>
                  <a:lnTo>
                    <a:pt x="2284706" y="3234236"/>
                  </a:lnTo>
                  <a:lnTo>
                    <a:pt x="2284706" y="3233806"/>
                  </a:lnTo>
                  <a:lnTo>
                    <a:pt x="2284706" y="3233375"/>
                  </a:lnTo>
                  <a:lnTo>
                    <a:pt x="2284864" y="3233375"/>
                  </a:lnTo>
                  <a:lnTo>
                    <a:pt x="2285022" y="3233375"/>
                  </a:lnTo>
                  <a:lnTo>
                    <a:pt x="2285180" y="3233375"/>
                  </a:lnTo>
                  <a:lnTo>
                    <a:pt x="2285337" y="3233375"/>
                  </a:lnTo>
                  <a:lnTo>
                    <a:pt x="2285337" y="3232944"/>
                  </a:lnTo>
                  <a:lnTo>
                    <a:pt x="2285495" y="3232944"/>
                  </a:lnTo>
                  <a:lnTo>
                    <a:pt x="2285495" y="3232514"/>
                  </a:lnTo>
                  <a:lnTo>
                    <a:pt x="2285653" y="3232514"/>
                  </a:lnTo>
                  <a:lnTo>
                    <a:pt x="2285811" y="3232514"/>
                  </a:lnTo>
                  <a:lnTo>
                    <a:pt x="2285968" y="3232514"/>
                  </a:lnTo>
                  <a:lnTo>
                    <a:pt x="2285968" y="3232083"/>
                  </a:lnTo>
                  <a:lnTo>
                    <a:pt x="2286126" y="3232083"/>
                  </a:lnTo>
                  <a:lnTo>
                    <a:pt x="2286126" y="3231653"/>
                  </a:lnTo>
                  <a:lnTo>
                    <a:pt x="2286284" y="3231653"/>
                  </a:lnTo>
                  <a:lnTo>
                    <a:pt x="2286284" y="3231222"/>
                  </a:lnTo>
                  <a:lnTo>
                    <a:pt x="2286441" y="3231222"/>
                  </a:lnTo>
                  <a:lnTo>
                    <a:pt x="2286599" y="3231222"/>
                  </a:lnTo>
                  <a:lnTo>
                    <a:pt x="2286757" y="3231222"/>
                  </a:lnTo>
                  <a:lnTo>
                    <a:pt x="2286757" y="3230791"/>
                  </a:lnTo>
                  <a:lnTo>
                    <a:pt x="2286915" y="3230791"/>
                  </a:lnTo>
                  <a:lnTo>
                    <a:pt x="2287072" y="3230791"/>
                  </a:lnTo>
                  <a:lnTo>
                    <a:pt x="2287230" y="3230791"/>
                  </a:lnTo>
                  <a:lnTo>
                    <a:pt x="2287388" y="3230791"/>
                  </a:lnTo>
                  <a:lnTo>
                    <a:pt x="2287545" y="3230791"/>
                  </a:lnTo>
                  <a:lnTo>
                    <a:pt x="2287703" y="3230791"/>
                  </a:lnTo>
                  <a:lnTo>
                    <a:pt x="2287861" y="3230791"/>
                  </a:lnTo>
                  <a:lnTo>
                    <a:pt x="2288019" y="3230791"/>
                  </a:lnTo>
                  <a:lnTo>
                    <a:pt x="2288019" y="3230361"/>
                  </a:lnTo>
                  <a:lnTo>
                    <a:pt x="2288176" y="3230361"/>
                  </a:lnTo>
                  <a:lnTo>
                    <a:pt x="2288334" y="3230361"/>
                  </a:lnTo>
                  <a:lnTo>
                    <a:pt x="2288492" y="3230361"/>
                  </a:lnTo>
                  <a:lnTo>
                    <a:pt x="2288649" y="3230361"/>
                  </a:lnTo>
                  <a:lnTo>
                    <a:pt x="2288807" y="3230361"/>
                  </a:lnTo>
                  <a:lnTo>
                    <a:pt x="2288965" y="3230361"/>
                  </a:lnTo>
                  <a:lnTo>
                    <a:pt x="2289123" y="3230361"/>
                  </a:lnTo>
                  <a:lnTo>
                    <a:pt x="2289280" y="3230361"/>
                  </a:lnTo>
                  <a:lnTo>
                    <a:pt x="2289438" y="3230361"/>
                  </a:lnTo>
                  <a:lnTo>
                    <a:pt x="2289596" y="3230361"/>
                  </a:lnTo>
                  <a:lnTo>
                    <a:pt x="2289753" y="3230361"/>
                  </a:lnTo>
                  <a:lnTo>
                    <a:pt x="2289911" y="3230361"/>
                  </a:lnTo>
                  <a:lnTo>
                    <a:pt x="2290069" y="3230361"/>
                  </a:lnTo>
                  <a:lnTo>
                    <a:pt x="2290227" y="3230361"/>
                  </a:lnTo>
                  <a:lnTo>
                    <a:pt x="2290384" y="3230361"/>
                  </a:lnTo>
                  <a:lnTo>
                    <a:pt x="2290384" y="3229930"/>
                  </a:lnTo>
                  <a:lnTo>
                    <a:pt x="2290384" y="3229500"/>
                  </a:lnTo>
                  <a:lnTo>
                    <a:pt x="2290542" y="3229500"/>
                  </a:lnTo>
                  <a:lnTo>
                    <a:pt x="2290542" y="3229069"/>
                  </a:lnTo>
                  <a:lnTo>
                    <a:pt x="2290700" y="3229069"/>
                  </a:lnTo>
                  <a:lnTo>
                    <a:pt x="2290857" y="3229069"/>
                  </a:lnTo>
                  <a:lnTo>
                    <a:pt x="2291015" y="3229069"/>
                  </a:lnTo>
                  <a:lnTo>
                    <a:pt x="2291173" y="3229069"/>
                  </a:lnTo>
                  <a:lnTo>
                    <a:pt x="2291173" y="3228638"/>
                  </a:lnTo>
                  <a:lnTo>
                    <a:pt x="2291331" y="3228638"/>
                  </a:lnTo>
                  <a:lnTo>
                    <a:pt x="2291488" y="3228638"/>
                  </a:lnTo>
                  <a:lnTo>
                    <a:pt x="2291646" y="3228638"/>
                  </a:lnTo>
                  <a:lnTo>
                    <a:pt x="2291804" y="3228638"/>
                  </a:lnTo>
                  <a:lnTo>
                    <a:pt x="2291804" y="3228208"/>
                  </a:lnTo>
                  <a:lnTo>
                    <a:pt x="2291962" y="3228208"/>
                  </a:lnTo>
                  <a:lnTo>
                    <a:pt x="2292119" y="3228208"/>
                  </a:lnTo>
                  <a:lnTo>
                    <a:pt x="2292277" y="3228208"/>
                  </a:lnTo>
                  <a:lnTo>
                    <a:pt x="2292435" y="3228208"/>
                  </a:lnTo>
                  <a:lnTo>
                    <a:pt x="2292435" y="3227777"/>
                  </a:lnTo>
                  <a:lnTo>
                    <a:pt x="2292592" y="3227777"/>
                  </a:lnTo>
                  <a:lnTo>
                    <a:pt x="2292750" y="3227777"/>
                  </a:lnTo>
                  <a:lnTo>
                    <a:pt x="2292908" y="3227777"/>
                  </a:lnTo>
                  <a:lnTo>
                    <a:pt x="2293066" y="3227777"/>
                  </a:lnTo>
                  <a:lnTo>
                    <a:pt x="2293223" y="3227777"/>
                  </a:lnTo>
                  <a:lnTo>
                    <a:pt x="2293381" y="3227777"/>
                  </a:lnTo>
                  <a:lnTo>
                    <a:pt x="2293381" y="3227347"/>
                  </a:lnTo>
                  <a:lnTo>
                    <a:pt x="2293539" y="3227347"/>
                  </a:lnTo>
                  <a:lnTo>
                    <a:pt x="2293539" y="3226916"/>
                  </a:lnTo>
                  <a:lnTo>
                    <a:pt x="2293696" y="3226916"/>
                  </a:lnTo>
                  <a:lnTo>
                    <a:pt x="2293854" y="3226916"/>
                  </a:lnTo>
                  <a:lnTo>
                    <a:pt x="2294012" y="3226916"/>
                  </a:lnTo>
                  <a:lnTo>
                    <a:pt x="2294170" y="3226916"/>
                  </a:lnTo>
                  <a:lnTo>
                    <a:pt x="2294327" y="3226916"/>
                  </a:lnTo>
                  <a:lnTo>
                    <a:pt x="2294327" y="3226485"/>
                  </a:lnTo>
                  <a:lnTo>
                    <a:pt x="2294485" y="3226485"/>
                  </a:lnTo>
                  <a:lnTo>
                    <a:pt x="2294485" y="3226055"/>
                  </a:lnTo>
                  <a:lnTo>
                    <a:pt x="2294485" y="3225624"/>
                  </a:lnTo>
                  <a:lnTo>
                    <a:pt x="2294485" y="3225194"/>
                  </a:lnTo>
                  <a:lnTo>
                    <a:pt x="2294643" y="3225194"/>
                  </a:lnTo>
                  <a:lnTo>
                    <a:pt x="2294800" y="3225194"/>
                  </a:lnTo>
                  <a:lnTo>
                    <a:pt x="2294800" y="3224763"/>
                  </a:lnTo>
                  <a:lnTo>
                    <a:pt x="2294958" y="3224763"/>
                  </a:lnTo>
                  <a:lnTo>
                    <a:pt x="2295116" y="3224763"/>
                  </a:lnTo>
                  <a:lnTo>
                    <a:pt x="2295116" y="3224332"/>
                  </a:lnTo>
                  <a:lnTo>
                    <a:pt x="2295274" y="3224332"/>
                  </a:lnTo>
                  <a:lnTo>
                    <a:pt x="2295431" y="3224332"/>
                  </a:lnTo>
                  <a:lnTo>
                    <a:pt x="2295589" y="3224332"/>
                  </a:lnTo>
                  <a:lnTo>
                    <a:pt x="2295589" y="3223902"/>
                  </a:lnTo>
                  <a:lnTo>
                    <a:pt x="2295589" y="3223471"/>
                  </a:lnTo>
                  <a:lnTo>
                    <a:pt x="2295589" y="3223041"/>
                  </a:lnTo>
                  <a:lnTo>
                    <a:pt x="2295747" y="3223041"/>
                  </a:lnTo>
                  <a:lnTo>
                    <a:pt x="2295904" y="3223041"/>
                  </a:lnTo>
                  <a:lnTo>
                    <a:pt x="2296062" y="3223041"/>
                  </a:lnTo>
                  <a:lnTo>
                    <a:pt x="2296220" y="3223041"/>
                  </a:lnTo>
                  <a:lnTo>
                    <a:pt x="2296378" y="3223041"/>
                  </a:lnTo>
                  <a:lnTo>
                    <a:pt x="2296378" y="3222610"/>
                  </a:lnTo>
                  <a:lnTo>
                    <a:pt x="2296535" y="3222610"/>
                  </a:lnTo>
                  <a:lnTo>
                    <a:pt x="2296535" y="3222179"/>
                  </a:lnTo>
                  <a:lnTo>
                    <a:pt x="2296693" y="3222179"/>
                  </a:lnTo>
                  <a:lnTo>
                    <a:pt x="2296851" y="3222179"/>
                  </a:lnTo>
                  <a:lnTo>
                    <a:pt x="2297009" y="3222179"/>
                  </a:lnTo>
                  <a:lnTo>
                    <a:pt x="2297166" y="3222179"/>
                  </a:lnTo>
                  <a:lnTo>
                    <a:pt x="2297324" y="3222179"/>
                  </a:lnTo>
                  <a:lnTo>
                    <a:pt x="2297482" y="3222179"/>
                  </a:lnTo>
                  <a:lnTo>
                    <a:pt x="2297639" y="3222179"/>
                  </a:lnTo>
                  <a:lnTo>
                    <a:pt x="2297797" y="3222179"/>
                  </a:lnTo>
                  <a:lnTo>
                    <a:pt x="2297955" y="3222179"/>
                  </a:lnTo>
                  <a:lnTo>
                    <a:pt x="2297955" y="3221749"/>
                  </a:lnTo>
                  <a:lnTo>
                    <a:pt x="2297955" y="3221318"/>
                  </a:lnTo>
                  <a:lnTo>
                    <a:pt x="2298113" y="3221318"/>
                  </a:lnTo>
                  <a:lnTo>
                    <a:pt x="2298270" y="3221318"/>
                  </a:lnTo>
                  <a:lnTo>
                    <a:pt x="2298270" y="3220888"/>
                  </a:lnTo>
                  <a:lnTo>
                    <a:pt x="2298428" y="3220888"/>
                  </a:lnTo>
                  <a:lnTo>
                    <a:pt x="2298428" y="3220457"/>
                  </a:lnTo>
                  <a:lnTo>
                    <a:pt x="2298428" y="3220026"/>
                  </a:lnTo>
                  <a:lnTo>
                    <a:pt x="2298586" y="3220026"/>
                  </a:lnTo>
                  <a:lnTo>
                    <a:pt x="2298586" y="3219596"/>
                  </a:lnTo>
                  <a:lnTo>
                    <a:pt x="2298743" y="3219596"/>
                  </a:lnTo>
                  <a:lnTo>
                    <a:pt x="2298901" y="3219596"/>
                  </a:lnTo>
                  <a:lnTo>
                    <a:pt x="2298901" y="3219165"/>
                  </a:lnTo>
                  <a:lnTo>
                    <a:pt x="2298901" y="3218735"/>
                  </a:lnTo>
                  <a:lnTo>
                    <a:pt x="2298901" y="3218304"/>
                  </a:lnTo>
                  <a:lnTo>
                    <a:pt x="2299059" y="3218304"/>
                  </a:lnTo>
                  <a:lnTo>
                    <a:pt x="2299217" y="3218304"/>
                  </a:lnTo>
                  <a:lnTo>
                    <a:pt x="2299374" y="3218304"/>
                  </a:lnTo>
                  <a:lnTo>
                    <a:pt x="2299532" y="3218304"/>
                  </a:lnTo>
                  <a:lnTo>
                    <a:pt x="2299690" y="3218304"/>
                  </a:lnTo>
                  <a:lnTo>
                    <a:pt x="2299847" y="3218304"/>
                  </a:lnTo>
                  <a:lnTo>
                    <a:pt x="2300005" y="3218304"/>
                  </a:lnTo>
                  <a:lnTo>
                    <a:pt x="2300163" y="3218304"/>
                  </a:lnTo>
                  <a:lnTo>
                    <a:pt x="2300321" y="3218304"/>
                  </a:lnTo>
                  <a:lnTo>
                    <a:pt x="2300478" y="3218304"/>
                  </a:lnTo>
                  <a:lnTo>
                    <a:pt x="2300636" y="3218304"/>
                  </a:lnTo>
                  <a:lnTo>
                    <a:pt x="2300794" y="3218304"/>
                  </a:lnTo>
                  <a:lnTo>
                    <a:pt x="2300951" y="3218304"/>
                  </a:lnTo>
                  <a:lnTo>
                    <a:pt x="2301109" y="3218304"/>
                  </a:lnTo>
                  <a:lnTo>
                    <a:pt x="2301109" y="3217873"/>
                  </a:lnTo>
                  <a:lnTo>
                    <a:pt x="2301267" y="3217873"/>
                  </a:lnTo>
                  <a:lnTo>
                    <a:pt x="2301267" y="3217443"/>
                  </a:lnTo>
                  <a:lnTo>
                    <a:pt x="2301425" y="3217443"/>
                  </a:lnTo>
                  <a:lnTo>
                    <a:pt x="2301425" y="3217012"/>
                  </a:lnTo>
                  <a:lnTo>
                    <a:pt x="2301582" y="3217012"/>
                  </a:lnTo>
                  <a:lnTo>
                    <a:pt x="2301740" y="3217012"/>
                  </a:lnTo>
                  <a:lnTo>
                    <a:pt x="2301898" y="3217012"/>
                  </a:lnTo>
                  <a:lnTo>
                    <a:pt x="2302055" y="3217012"/>
                  </a:lnTo>
                  <a:lnTo>
                    <a:pt x="2302213" y="3217012"/>
                  </a:lnTo>
                  <a:lnTo>
                    <a:pt x="2302371" y="3217012"/>
                  </a:lnTo>
                  <a:lnTo>
                    <a:pt x="2302371" y="3216582"/>
                  </a:lnTo>
                  <a:lnTo>
                    <a:pt x="2302529" y="3216582"/>
                  </a:lnTo>
                  <a:lnTo>
                    <a:pt x="2302686" y="3216582"/>
                  </a:lnTo>
                  <a:lnTo>
                    <a:pt x="2302844" y="3216582"/>
                  </a:lnTo>
                  <a:lnTo>
                    <a:pt x="2302844" y="3216151"/>
                  </a:lnTo>
                  <a:lnTo>
                    <a:pt x="2303002" y="3216151"/>
                  </a:lnTo>
                  <a:lnTo>
                    <a:pt x="2303002" y="3215720"/>
                  </a:lnTo>
                  <a:lnTo>
                    <a:pt x="2303160" y="3215720"/>
                  </a:lnTo>
                  <a:lnTo>
                    <a:pt x="2303317" y="3215720"/>
                  </a:lnTo>
                  <a:lnTo>
                    <a:pt x="2303475" y="3215720"/>
                  </a:lnTo>
                  <a:lnTo>
                    <a:pt x="2303475" y="3215290"/>
                  </a:lnTo>
                  <a:lnTo>
                    <a:pt x="2303633" y="3215290"/>
                  </a:lnTo>
                  <a:lnTo>
                    <a:pt x="2303790" y="3215290"/>
                  </a:lnTo>
                  <a:lnTo>
                    <a:pt x="2303948" y="3215290"/>
                  </a:lnTo>
                  <a:lnTo>
                    <a:pt x="2303948" y="3214859"/>
                  </a:lnTo>
                  <a:lnTo>
                    <a:pt x="2304106" y="3214859"/>
                  </a:lnTo>
                  <a:lnTo>
                    <a:pt x="2304106" y="3214429"/>
                  </a:lnTo>
                  <a:lnTo>
                    <a:pt x="2304264" y="3214429"/>
                  </a:lnTo>
                  <a:lnTo>
                    <a:pt x="2304421" y="3214429"/>
                  </a:lnTo>
                  <a:lnTo>
                    <a:pt x="2304579" y="3214429"/>
                  </a:lnTo>
                  <a:lnTo>
                    <a:pt x="2304737" y="3214429"/>
                  </a:lnTo>
                  <a:lnTo>
                    <a:pt x="2304737" y="3213998"/>
                  </a:lnTo>
                  <a:lnTo>
                    <a:pt x="2304894" y="3213998"/>
                  </a:lnTo>
                  <a:lnTo>
                    <a:pt x="2305052" y="3213998"/>
                  </a:lnTo>
                  <a:lnTo>
                    <a:pt x="2305210" y="3213998"/>
                  </a:lnTo>
                  <a:lnTo>
                    <a:pt x="2305368" y="3213998"/>
                  </a:lnTo>
                  <a:lnTo>
                    <a:pt x="2305368" y="3213567"/>
                  </a:lnTo>
                  <a:lnTo>
                    <a:pt x="2305525" y="3213567"/>
                  </a:lnTo>
                  <a:lnTo>
                    <a:pt x="2305683" y="3213567"/>
                  </a:lnTo>
                  <a:lnTo>
                    <a:pt x="2305841" y="3213567"/>
                  </a:lnTo>
                  <a:lnTo>
                    <a:pt x="2305998" y="3213567"/>
                  </a:lnTo>
                  <a:lnTo>
                    <a:pt x="2306156" y="3213567"/>
                  </a:lnTo>
                  <a:lnTo>
                    <a:pt x="2306314" y="3213567"/>
                  </a:lnTo>
                  <a:lnTo>
                    <a:pt x="2306472" y="3213567"/>
                  </a:lnTo>
                  <a:lnTo>
                    <a:pt x="2306629" y="3213567"/>
                  </a:lnTo>
                  <a:lnTo>
                    <a:pt x="2306787" y="3213567"/>
                  </a:lnTo>
                  <a:lnTo>
                    <a:pt x="2306945" y="3213567"/>
                  </a:lnTo>
                  <a:lnTo>
                    <a:pt x="2307102" y="3213567"/>
                  </a:lnTo>
                  <a:lnTo>
                    <a:pt x="2307260" y="3213567"/>
                  </a:lnTo>
                  <a:lnTo>
                    <a:pt x="2307418" y="3213567"/>
                  </a:lnTo>
                  <a:lnTo>
                    <a:pt x="2307418" y="3213137"/>
                  </a:lnTo>
                  <a:lnTo>
                    <a:pt x="2307576" y="3213137"/>
                  </a:lnTo>
                  <a:lnTo>
                    <a:pt x="2307733" y="3213137"/>
                  </a:lnTo>
                  <a:lnTo>
                    <a:pt x="2307891" y="3213137"/>
                  </a:lnTo>
                  <a:lnTo>
                    <a:pt x="2308049" y="3213137"/>
                  </a:lnTo>
                  <a:lnTo>
                    <a:pt x="2308207" y="3213137"/>
                  </a:lnTo>
                  <a:lnTo>
                    <a:pt x="2308364" y="3213137"/>
                  </a:lnTo>
                  <a:lnTo>
                    <a:pt x="2308522" y="3213137"/>
                  </a:lnTo>
                  <a:lnTo>
                    <a:pt x="2308680" y="3213137"/>
                  </a:lnTo>
                  <a:lnTo>
                    <a:pt x="2308837" y="3213137"/>
                  </a:lnTo>
                  <a:lnTo>
                    <a:pt x="2308837" y="3212706"/>
                  </a:lnTo>
                  <a:lnTo>
                    <a:pt x="2308995" y="3212706"/>
                  </a:lnTo>
                  <a:lnTo>
                    <a:pt x="2309153" y="3212706"/>
                  </a:lnTo>
                  <a:lnTo>
                    <a:pt x="2309311" y="3212706"/>
                  </a:lnTo>
                  <a:lnTo>
                    <a:pt x="2309311" y="3212276"/>
                  </a:lnTo>
                  <a:lnTo>
                    <a:pt x="2309468" y="3212276"/>
                  </a:lnTo>
                  <a:lnTo>
                    <a:pt x="2309626" y="3212276"/>
                  </a:lnTo>
                  <a:lnTo>
                    <a:pt x="2309784" y="3212276"/>
                  </a:lnTo>
                  <a:lnTo>
                    <a:pt x="2309941" y="3212276"/>
                  </a:lnTo>
                  <a:lnTo>
                    <a:pt x="2310099" y="3212276"/>
                  </a:lnTo>
                  <a:lnTo>
                    <a:pt x="2310257" y="3212276"/>
                  </a:lnTo>
                  <a:lnTo>
                    <a:pt x="2310415" y="3212276"/>
                  </a:lnTo>
                  <a:lnTo>
                    <a:pt x="2310572" y="3212276"/>
                  </a:lnTo>
                  <a:lnTo>
                    <a:pt x="2310572" y="3211845"/>
                  </a:lnTo>
                  <a:lnTo>
                    <a:pt x="2310730" y="3211845"/>
                  </a:lnTo>
                  <a:lnTo>
                    <a:pt x="2310730" y="3211414"/>
                  </a:lnTo>
                  <a:lnTo>
                    <a:pt x="2310888" y="3211414"/>
                  </a:lnTo>
                  <a:lnTo>
                    <a:pt x="2311045" y="3211414"/>
                  </a:lnTo>
                  <a:lnTo>
                    <a:pt x="2311045" y="3210984"/>
                  </a:lnTo>
                  <a:lnTo>
                    <a:pt x="2311203" y="3210984"/>
                  </a:lnTo>
                  <a:lnTo>
                    <a:pt x="2311361" y="3210984"/>
                  </a:lnTo>
                  <a:lnTo>
                    <a:pt x="2311519" y="3210984"/>
                  </a:lnTo>
                  <a:lnTo>
                    <a:pt x="2311676" y="3210984"/>
                  </a:lnTo>
                  <a:lnTo>
                    <a:pt x="2311676" y="3210553"/>
                  </a:lnTo>
                  <a:lnTo>
                    <a:pt x="2311834" y="3210553"/>
                  </a:lnTo>
                  <a:lnTo>
                    <a:pt x="2311992" y="3210553"/>
                  </a:lnTo>
                  <a:lnTo>
                    <a:pt x="2312149" y="3210553"/>
                  </a:lnTo>
                  <a:lnTo>
                    <a:pt x="2312307" y="3210553"/>
                  </a:lnTo>
                  <a:lnTo>
                    <a:pt x="2312307" y="3210123"/>
                  </a:lnTo>
                  <a:lnTo>
                    <a:pt x="2312465" y="3210123"/>
                  </a:lnTo>
                  <a:lnTo>
                    <a:pt x="2312623" y="3210123"/>
                  </a:lnTo>
                  <a:lnTo>
                    <a:pt x="2312780" y="3210123"/>
                  </a:lnTo>
                  <a:lnTo>
                    <a:pt x="2312938" y="3210123"/>
                  </a:lnTo>
                  <a:lnTo>
                    <a:pt x="2313096" y="3210123"/>
                  </a:lnTo>
                  <a:lnTo>
                    <a:pt x="2313096" y="3209692"/>
                  </a:lnTo>
                  <a:lnTo>
                    <a:pt x="2313096" y="3209261"/>
                  </a:lnTo>
                  <a:lnTo>
                    <a:pt x="2313096" y="3208831"/>
                  </a:lnTo>
                  <a:lnTo>
                    <a:pt x="2313253" y="3208831"/>
                  </a:lnTo>
                  <a:lnTo>
                    <a:pt x="2313411" y="3208831"/>
                  </a:lnTo>
                  <a:lnTo>
                    <a:pt x="2313411" y="3208400"/>
                  </a:lnTo>
                  <a:lnTo>
                    <a:pt x="2313569" y="3208400"/>
                  </a:lnTo>
                  <a:lnTo>
                    <a:pt x="2313569" y="3207970"/>
                  </a:lnTo>
                  <a:lnTo>
                    <a:pt x="2313569" y="3207539"/>
                  </a:lnTo>
                  <a:lnTo>
                    <a:pt x="2313727" y="3207539"/>
                  </a:lnTo>
                  <a:lnTo>
                    <a:pt x="2313884" y="3207539"/>
                  </a:lnTo>
                  <a:lnTo>
                    <a:pt x="2314042" y="3207539"/>
                  </a:lnTo>
                  <a:lnTo>
                    <a:pt x="2314200" y="3207539"/>
                  </a:lnTo>
                  <a:lnTo>
                    <a:pt x="2314358" y="3207539"/>
                  </a:lnTo>
                  <a:lnTo>
                    <a:pt x="2314358" y="3207108"/>
                  </a:lnTo>
                  <a:lnTo>
                    <a:pt x="2314515" y="3207108"/>
                  </a:lnTo>
                  <a:lnTo>
                    <a:pt x="2314673" y="3207108"/>
                  </a:lnTo>
                  <a:lnTo>
                    <a:pt x="2314831" y="3207108"/>
                  </a:lnTo>
                  <a:lnTo>
                    <a:pt x="2314988" y="3207108"/>
                  </a:lnTo>
                  <a:lnTo>
                    <a:pt x="2314988" y="3206678"/>
                  </a:lnTo>
                  <a:lnTo>
                    <a:pt x="2315146" y="3206678"/>
                  </a:lnTo>
                  <a:lnTo>
                    <a:pt x="2315304" y="3206678"/>
                  </a:lnTo>
                  <a:lnTo>
                    <a:pt x="2315304" y="3206247"/>
                  </a:lnTo>
                  <a:lnTo>
                    <a:pt x="2315462" y="3206247"/>
                  </a:lnTo>
                  <a:lnTo>
                    <a:pt x="2315619" y="3206247"/>
                  </a:lnTo>
                  <a:lnTo>
                    <a:pt x="2315777" y="3206247"/>
                  </a:lnTo>
                  <a:lnTo>
                    <a:pt x="2315935" y="3206247"/>
                  </a:lnTo>
                  <a:lnTo>
                    <a:pt x="2315935" y="3205817"/>
                  </a:lnTo>
                  <a:lnTo>
                    <a:pt x="2316092" y="3205817"/>
                  </a:lnTo>
                  <a:lnTo>
                    <a:pt x="2316092" y="3205386"/>
                  </a:lnTo>
                  <a:lnTo>
                    <a:pt x="2316250" y="3205386"/>
                  </a:lnTo>
                  <a:lnTo>
                    <a:pt x="2316408" y="3205386"/>
                  </a:lnTo>
                  <a:lnTo>
                    <a:pt x="2316566" y="3205386"/>
                  </a:lnTo>
                  <a:lnTo>
                    <a:pt x="2316723" y="3205386"/>
                  </a:lnTo>
                  <a:lnTo>
                    <a:pt x="2316881" y="3205386"/>
                  </a:lnTo>
                  <a:lnTo>
                    <a:pt x="2316881" y="3204955"/>
                  </a:lnTo>
                  <a:lnTo>
                    <a:pt x="2317039" y="3204955"/>
                  </a:lnTo>
                  <a:lnTo>
                    <a:pt x="2317039" y="3204525"/>
                  </a:lnTo>
                  <a:lnTo>
                    <a:pt x="2317196" y="3204525"/>
                  </a:lnTo>
                  <a:lnTo>
                    <a:pt x="2317196" y="3204094"/>
                  </a:lnTo>
                  <a:lnTo>
                    <a:pt x="2317354" y="3204094"/>
                  </a:lnTo>
                  <a:lnTo>
                    <a:pt x="2317354" y="3203664"/>
                  </a:lnTo>
                  <a:lnTo>
                    <a:pt x="2317512" y="3203664"/>
                  </a:lnTo>
                  <a:lnTo>
                    <a:pt x="2317670" y="3203664"/>
                  </a:lnTo>
                  <a:lnTo>
                    <a:pt x="2317827" y="3203664"/>
                  </a:lnTo>
                  <a:lnTo>
                    <a:pt x="2317985" y="3203664"/>
                  </a:lnTo>
                  <a:lnTo>
                    <a:pt x="2318143" y="3203664"/>
                  </a:lnTo>
                  <a:lnTo>
                    <a:pt x="2318300" y="3203664"/>
                  </a:lnTo>
                  <a:lnTo>
                    <a:pt x="2318300" y="3203233"/>
                  </a:lnTo>
                  <a:lnTo>
                    <a:pt x="2318458" y="3203233"/>
                  </a:lnTo>
                  <a:lnTo>
                    <a:pt x="2318616" y="3203233"/>
                  </a:lnTo>
                  <a:lnTo>
                    <a:pt x="2318774" y="3203233"/>
                  </a:lnTo>
                  <a:lnTo>
                    <a:pt x="2318931" y="3203233"/>
                  </a:lnTo>
                  <a:lnTo>
                    <a:pt x="2319089" y="3203233"/>
                  </a:lnTo>
                  <a:lnTo>
                    <a:pt x="2319089" y="3202802"/>
                  </a:lnTo>
                  <a:lnTo>
                    <a:pt x="2319247" y="3202802"/>
                  </a:lnTo>
                  <a:lnTo>
                    <a:pt x="2319404" y="3202802"/>
                  </a:lnTo>
                  <a:lnTo>
                    <a:pt x="2319562" y="3202802"/>
                  </a:lnTo>
                  <a:lnTo>
                    <a:pt x="2319562" y="3202372"/>
                  </a:lnTo>
                  <a:lnTo>
                    <a:pt x="2319562" y="3201941"/>
                  </a:lnTo>
                  <a:lnTo>
                    <a:pt x="2319720" y="3201941"/>
                  </a:lnTo>
                  <a:lnTo>
                    <a:pt x="2319720" y="3201511"/>
                  </a:lnTo>
                  <a:lnTo>
                    <a:pt x="2319878" y="3201511"/>
                  </a:lnTo>
                  <a:lnTo>
                    <a:pt x="2320035" y="3201511"/>
                  </a:lnTo>
                  <a:lnTo>
                    <a:pt x="2320035" y="3201080"/>
                  </a:lnTo>
                  <a:lnTo>
                    <a:pt x="2320193" y="3201080"/>
                  </a:lnTo>
                  <a:lnTo>
                    <a:pt x="2320351" y="3201080"/>
                  </a:lnTo>
                  <a:lnTo>
                    <a:pt x="2320351" y="3200649"/>
                  </a:lnTo>
                  <a:lnTo>
                    <a:pt x="2320509" y="3200649"/>
                  </a:lnTo>
                  <a:lnTo>
                    <a:pt x="2320666" y="3200649"/>
                  </a:lnTo>
                  <a:lnTo>
                    <a:pt x="2320824" y="3200649"/>
                  </a:lnTo>
                  <a:lnTo>
                    <a:pt x="2320982" y="3200649"/>
                  </a:lnTo>
                  <a:lnTo>
                    <a:pt x="2320982" y="3200219"/>
                  </a:lnTo>
                  <a:lnTo>
                    <a:pt x="2320982" y="3199788"/>
                  </a:lnTo>
                  <a:lnTo>
                    <a:pt x="2321139" y="3199788"/>
                  </a:lnTo>
                  <a:lnTo>
                    <a:pt x="2321297" y="3199788"/>
                  </a:lnTo>
                  <a:lnTo>
                    <a:pt x="2321455" y="3199788"/>
                  </a:lnTo>
                  <a:lnTo>
                    <a:pt x="2321613" y="3199788"/>
                  </a:lnTo>
                  <a:lnTo>
                    <a:pt x="2321770" y="3199788"/>
                  </a:lnTo>
                  <a:lnTo>
                    <a:pt x="2321770" y="3199358"/>
                  </a:lnTo>
                  <a:lnTo>
                    <a:pt x="2321770" y="3198927"/>
                  </a:lnTo>
                  <a:lnTo>
                    <a:pt x="2321928" y="3198927"/>
                  </a:lnTo>
                  <a:lnTo>
                    <a:pt x="2322086" y="3198927"/>
                  </a:lnTo>
                  <a:lnTo>
                    <a:pt x="2322243" y="3198927"/>
                  </a:lnTo>
                  <a:lnTo>
                    <a:pt x="2322243" y="3198496"/>
                  </a:lnTo>
                  <a:lnTo>
                    <a:pt x="2322401" y="3198496"/>
                  </a:lnTo>
                  <a:lnTo>
                    <a:pt x="2322559" y="3198496"/>
                  </a:lnTo>
                  <a:lnTo>
                    <a:pt x="2322717" y="3198496"/>
                  </a:lnTo>
                  <a:lnTo>
                    <a:pt x="2322874" y="3198496"/>
                  </a:lnTo>
                  <a:lnTo>
                    <a:pt x="2323032" y="3198496"/>
                  </a:lnTo>
                  <a:lnTo>
                    <a:pt x="2323190" y="3198496"/>
                  </a:lnTo>
                  <a:lnTo>
                    <a:pt x="2323347" y="3198496"/>
                  </a:lnTo>
                  <a:lnTo>
                    <a:pt x="2323505" y="3198496"/>
                  </a:lnTo>
                  <a:lnTo>
                    <a:pt x="2323663" y="3198496"/>
                  </a:lnTo>
                  <a:lnTo>
                    <a:pt x="2323821" y="3198496"/>
                  </a:lnTo>
                  <a:lnTo>
                    <a:pt x="2323978" y="3198496"/>
                  </a:lnTo>
                  <a:lnTo>
                    <a:pt x="2324136" y="3198496"/>
                  </a:lnTo>
                  <a:lnTo>
                    <a:pt x="2324294" y="3198496"/>
                  </a:lnTo>
                  <a:lnTo>
                    <a:pt x="2324451" y="3198496"/>
                  </a:lnTo>
                  <a:lnTo>
                    <a:pt x="2324609" y="3198496"/>
                  </a:lnTo>
                  <a:lnTo>
                    <a:pt x="2324767" y="3198496"/>
                  </a:lnTo>
                  <a:lnTo>
                    <a:pt x="2324767" y="3198066"/>
                  </a:lnTo>
                  <a:lnTo>
                    <a:pt x="2324925" y="3198066"/>
                  </a:lnTo>
                  <a:lnTo>
                    <a:pt x="2325082" y="3198066"/>
                  </a:lnTo>
                  <a:lnTo>
                    <a:pt x="2325240" y="3198066"/>
                  </a:lnTo>
                  <a:lnTo>
                    <a:pt x="2325398" y="3198066"/>
                  </a:lnTo>
                  <a:lnTo>
                    <a:pt x="2325556" y="3198066"/>
                  </a:lnTo>
                  <a:lnTo>
                    <a:pt x="2325556" y="3197635"/>
                  </a:lnTo>
                  <a:lnTo>
                    <a:pt x="2325713" y="3197635"/>
                  </a:lnTo>
                  <a:lnTo>
                    <a:pt x="2325713" y="3197205"/>
                  </a:lnTo>
                  <a:lnTo>
                    <a:pt x="2325871" y="3197205"/>
                  </a:lnTo>
                  <a:lnTo>
                    <a:pt x="2326029" y="3197205"/>
                  </a:lnTo>
                  <a:lnTo>
                    <a:pt x="2326029" y="3196774"/>
                  </a:lnTo>
                  <a:lnTo>
                    <a:pt x="2326186" y="3196774"/>
                  </a:lnTo>
                  <a:lnTo>
                    <a:pt x="2326186" y="3196343"/>
                  </a:lnTo>
                  <a:lnTo>
                    <a:pt x="2326344" y="3196343"/>
                  </a:lnTo>
                  <a:lnTo>
                    <a:pt x="2326344" y="3195913"/>
                  </a:lnTo>
                  <a:lnTo>
                    <a:pt x="2326502" y="3195913"/>
                  </a:lnTo>
                  <a:lnTo>
                    <a:pt x="2326660" y="3195913"/>
                  </a:lnTo>
                  <a:lnTo>
                    <a:pt x="2326660" y="3195482"/>
                  </a:lnTo>
                  <a:lnTo>
                    <a:pt x="2326660" y="3195052"/>
                  </a:lnTo>
                  <a:lnTo>
                    <a:pt x="2326817" y="3195052"/>
                  </a:lnTo>
                  <a:lnTo>
                    <a:pt x="2326975" y="3195052"/>
                  </a:lnTo>
                  <a:lnTo>
                    <a:pt x="2327133" y="3195052"/>
                  </a:lnTo>
                  <a:lnTo>
                    <a:pt x="2327290" y="3195052"/>
                  </a:lnTo>
                  <a:lnTo>
                    <a:pt x="2327448" y="3195052"/>
                  </a:lnTo>
                  <a:lnTo>
                    <a:pt x="2327606" y="3195052"/>
                  </a:lnTo>
                  <a:lnTo>
                    <a:pt x="2327764" y="3195052"/>
                  </a:lnTo>
                  <a:lnTo>
                    <a:pt x="2327764" y="3194621"/>
                  </a:lnTo>
                  <a:lnTo>
                    <a:pt x="2327764" y="3194190"/>
                  </a:lnTo>
                  <a:lnTo>
                    <a:pt x="2327921" y="3194190"/>
                  </a:lnTo>
                  <a:lnTo>
                    <a:pt x="2328079" y="3194190"/>
                  </a:lnTo>
                  <a:lnTo>
                    <a:pt x="2328237" y="3194190"/>
                  </a:lnTo>
                  <a:lnTo>
                    <a:pt x="2328394" y="3194190"/>
                  </a:lnTo>
                  <a:lnTo>
                    <a:pt x="2328552" y="3194190"/>
                  </a:lnTo>
                  <a:lnTo>
                    <a:pt x="2328710" y="3194190"/>
                  </a:lnTo>
                  <a:lnTo>
                    <a:pt x="2328868" y="3194190"/>
                  </a:lnTo>
                  <a:lnTo>
                    <a:pt x="2328868" y="3193760"/>
                  </a:lnTo>
                  <a:lnTo>
                    <a:pt x="2329025" y="3193760"/>
                  </a:lnTo>
                  <a:lnTo>
                    <a:pt x="2329183" y="3193760"/>
                  </a:lnTo>
                  <a:lnTo>
                    <a:pt x="2329341" y="3193760"/>
                  </a:lnTo>
                  <a:lnTo>
                    <a:pt x="2329498" y="3193760"/>
                  </a:lnTo>
                  <a:lnTo>
                    <a:pt x="2329656" y="3193760"/>
                  </a:lnTo>
                  <a:lnTo>
                    <a:pt x="2329656" y="3193329"/>
                  </a:lnTo>
                  <a:lnTo>
                    <a:pt x="2329656" y="3192899"/>
                  </a:lnTo>
                  <a:lnTo>
                    <a:pt x="2329814" y="3192899"/>
                  </a:lnTo>
                  <a:lnTo>
                    <a:pt x="2329814" y="3192468"/>
                  </a:lnTo>
                  <a:lnTo>
                    <a:pt x="2329972" y="3192468"/>
                  </a:lnTo>
                  <a:lnTo>
                    <a:pt x="2330129" y="3192468"/>
                  </a:lnTo>
                  <a:lnTo>
                    <a:pt x="2330129" y="3192037"/>
                  </a:lnTo>
                  <a:lnTo>
                    <a:pt x="2330287" y="3192037"/>
                  </a:lnTo>
                  <a:lnTo>
                    <a:pt x="2330287" y="3191607"/>
                  </a:lnTo>
                  <a:lnTo>
                    <a:pt x="2330445" y="3191607"/>
                  </a:lnTo>
                  <a:lnTo>
                    <a:pt x="2330602" y="3191607"/>
                  </a:lnTo>
                  <a:lnTo>
                    <a:pt x="2330760" y="3191607"/>
                  </a:lnTo>
                  <a:lnTo>
                    <a:pt x="2330918" y="3191607"/>
                  </a:lnTo>
                  <a:lnTo>
                    <a:pt x="2330918" y="3191176"/>
                  </a:lnTo>
                  <a:lnTo>
                    <a:pt x="2331076" y="3191176"/>
                  </a:lnTo>
                  <a:lnTo>
                    <a:pt x="2331233" y="3191176"/>
                  </a:lnTo>
                  <a:lnTo>
                    <a:pt x="2331391" y="3191176"/>
                  </a:lnTo>
                  <a:lnTo>
                    <a:pt x="2331549" y="3191176"/>
                  </a:lnTo>
                  <a:lnTo>
                    <a:pt x="2331549" y="3190746"/>
                  </a:lnTo>
                  <a:lnTo>
                    <a:pt x="2331707" y="3190746"/>
                  </a:lnTo>
                  <a:lnTo>
                    <a:pt x="2331707" y="3190315"/>
                  </a:lnTo>
                  <a:lnTo>
                    <a:pt x="2331707" y="3189884"/>
                  </a:lnTo>
                  <a:lnTo>
                    <a:pt x="2331864" y="3189884"/>
                  </a:lnTo>
                  <a:lnTo>
                    <a:pt x="2331864" y="3189454"/>
                  </a:lnTo>
                  <a:lnTo>
                    <a:pt x="2332022" y="3189454"/>
                  </a:lnTo>
                  <a:lnTo>
                    <a:pt x="2332180" y="3189454"/>
                  </a:lnTo>
                  <a:lnTo>
                    <a:pt x="2332337" y="3189454"/>
                  </a:lnTo>
                  <a:lnTo>
                    <a:pt x="2332337" y="3189023"/>
                  </a:lnTo>
                  <a:lnTo>
                    <a:pt x="2332495" y="3189023"/>
                  </a:lnTo>
                  <a:lnTo>
                    <a:pt x="2332653" y="3189023"/>
                  </a:lnTo>
                  <a:lnTo>
                    <a:pt x="2332811" y="3189023"/>
                  </a:lnTo>
                  <a:lnTo>
                    <a:pt x="2332968" y="3189023"/>
                  </a:lnTo>
                  <a:lnTo>
                    <a:pt x="2333126" y="3189023"/>
                  </a:lnTo>
                  <a:lnTo>
                    <a:pt x="2333284" y="3189023"/>
                  </a:lnTo>
                  <a:lnTo>
                    <a:pt x="2333284" y="3188593"/>
                  </a:lnTo>
                  <a:lnTo>
                    <a:pt x="2333441" y="3188593"/>
                  </a:lnTo>
                  <a:lnTo>
                    <a:pt x="2333599" y="3188593"/>
                  </a:lnTo>
                  <a:lnTo>
                    <a:pt x="2333757" y="3188593"/>
                  </a:lnTo>
                  <a:lnTo>
                    <a:pt x="2333915" y="3188593"/>
                  </a:lnTo>
                  <a:lnTo>
                    <a:pt x="2334072" y="3188593"/>
                  </a:lnTo>
                  <a:lnTo>
                    <a:pt x="2334230" y="3188593"/>
                  </a:lnTo>
                  <a:lnTo>
                    <a:pt x="2334388" y="3188593"/>
                  </a:lnTo>
                  <a:lnTo>
                    <a:pt x="2334545" y="3188593"/>
                  </a:lnTo>
                  <a:lnTo>
                    <a:pt x="2334703" y="3188593"/>
                  </a:lnTo>
                  <a:lnTo>
                    <a:pt x="2334861" y="3188593"/>
                  </a:lnTo>
                  <a:lnTo>
                    <a:pt x="2335019" y="3188593"/>
                  </a:lnTo>
                  <a:lnTo>
                    <a:pt x="2335176" y="3188593"/>
                  </a:lnTo>
                  <a:lnTo>
                    <a:pt x="2335334" y="3188593"/>
                  </a:lnTo>
                  <a:lnTo>
                    <a:pt x="2335492" y="3188593"/>
                  </a:lnTo>
                  <a:lnTo>
                    <a:pt x="2335649" y="3188593"/>
                  </a:lnTo>
                  <a:lnTo>
                    <a:pt x="2335649" y="3188162"/>
                  </a:lnTo>
                  <a:lnTo>
                    <a:pt x="2335807" y="3188162"/>
                  </a:lnTo>
                  <a:lnTo>
                    <a:pt x="2335965" y="3188162"/>
                  </a:lnTo>
                  <a:lnTo>
                    <a:pt x="2336123" y="3188162"/>
                  </a:lnTo>
                  <a:lnTo>
                    <a:pt x="2336123" y="3187731"/>
                  </a:lnTo>
                  <a:lnTo>
                    <a:pt x="2336280" y="3187731"/>
                  </a:lnTo>
                  <a:lnTo>
                    <a:pt x="2336438" y="3187731"/>
                  </a:lnTo>
                  <a:lnTo>
                    <a:pt x="2336596" y="3187731"/>
                  </a:lnTo>
                  <a:lnTo>
                    <a:pt x="2336754" y="3187731"/>
                  </a:lnTo>
                  <a:lnTo>
                    <a:pt x="2336911" y="3187731"/>
                  </a:lnTo>
                  <a:lnTo>
                    <a:pt x="2337069" y="3187731"/>
                  </a:lnTo>
                  <a:lnTo>
                    <a:pt x="2337069" y="3187301"/>
                  </a:lnTo>
                  <a:lnTo>
                    <a:pt x="2337069" y="3186870"/>
                  </a:lnTo>
                  <a:lnTo>
                    <a:pt x="2337227" y="3186870"/>
                  </a:lnTo>
                  <a:lnTo>
                    <a:pt x="2337227" y="3186440"/>
                  </a:lnTo>
                  <a:lnTo>
                    <a:pt x="2337227" y="3186009"/>
                  </a:lnTo>
                  <a:lnTo>
                    <a:pt x="2337384" y="3186009"/>
                  </a:lnTo>
                  <a:lnTo>
                    <a:pt x="2337384" y="3185578"/>
                  </a:lnTo>
                  <a:lnTo>
                    <a:pt x="2337542" y="3185578"/>
                  </a:lnTo>
                  <a:lnTo>
                    <a:pt x="2337542" y="3185148"/>
                  </a:lnTo>
                  <a:lnTo>
                    <a:pt x="2337542" y="3184717"/>
                  </a:lnTo>
                  <a:lnTo>
                    <a:pt x="2337542" y="3184287"/>
                  </a:lnTo>
                  <a:lnTo>
                    <a:pt x="2337700" y="3184287"/>
                  </a:lnTo>
                  <a:lnTo>
                    <a:pt x="2337700" y="3183856"/>
                  </a:lnTo>
                  <a:lnTo>
                    <a:pt x="2337858" y="3183856"/>
                  </a:lnTo>
                  <a:lnTo>
                    <a:pt x="2338015" y="3183856"/>
                  </a:lnTo>
                  <a:lnTo>
                    <a:pt x="2338015" y="3183425"/>
                  </a:lnTo>
                  <a:lnTo>
                    <a:pt x="2338173" y="3183425"/>
                  </a:lnTo>
                  <a:lnTo>
                    <a:pt x="2338331" y="3183425"/>
                  </a:lnTo>
                  <a:lnTo>
                    <a:pt x="2338331" y="3182995"/>
                  </a:lnTo>
                  <a:lnTo>
                    <a:pt x="2338331" y="3182564"/>
                  </a:lnTo>
                  <a:lnTo>
                    <a:pt x="2338488" y="3182564"/>
                  </a:lnTo>
                  <a:lnTo>
                    <a:pt x="2338646" y="3182564"/>
                  </a:lnTo>
                  <a:lnTo>
                    <a:pt x="2338804" y="3182564"/>
                  </a:lnTo>
                  <a:lnTo>
                    <a:pt x="2338962" y="3182564"/>
                  </a:lnTo>
                  <a:lnTo>
                    <a:pt x="2339119" y="3182564"/>
                  </a:lnTo>
                  <a:lnTo>
                    <a:pt x="2339277" y="3182564"/>
                  </a:lnTo>
                  <a:lnTo>
                    <a:pt x="2339435" y="3182564"/>
                  </a:lnTo>
                  <a:lnTo>
                    <a:pt x="2339592" y="3182564"/>
                  </a:lnTo>
                  <a:lnTo>
                    <a:pt x="2339750" y="3182564"/>
                  </a:lnTo>
                  <a:lnTo>
                    <a:pt x="2339750" y="3182134"/>
                  </a:lnTo>
                  <a:lnTo>
                    <a:pt x="2339908" y="3182134"/>
                  </a:lnTo>
                  <a:lnTo>
                    <a:pt x="2340066" y="3182134"/>
                  </a:lnTo>
                  <a:lnTo>
                    <a:pt x="2340223" y="3182134"/>
                  </a:lnTo>
                  <a:lnTo>
                    <a:pt x="2340381" y="3182134"/>
                  </a:lnTo>
                  <a:lnTo>
                    <a:pt x="2340539" y="3182134"/>
                  </a:lnTo>
                  <a:lnTo>
                    <a:pt x="2340539" y="3181703"/>
                  </a:lnTo>
                  <a:lnTo>
                    <a:pt x="2340539" y="3181272"/>
                  </a:lnTo>
                  <a:lnTo>
                    <a:pt x="2340696" y="3181272"/>
                  </a:lnTo>
                  <a:lnTo>
                    <a:pt x="2340696" y="3180842"/>
                  </a:lnTo>
                  <a:lnTo>
                    <a:pt x="2340696" y="3180411"/>
                  </a:lnTo>
                  <a:lnTo>
                    <a:pt x="2340854" y="3180411"/>
                  </a:lnTo>
                  <a:lnTo>
                    <a:pt x="2341012" y="3180411"/>
                  </a:lnTo>
                  <a:lnTo>
                    <a:pt x="2341170" y="3180411"/>
                  </a:lnTo>
                  <a:lnTo>
                    <a:pt x="2341327" y="3180411"/>
                  </a:lnTo>
                  <a:lnTo>
                    <a:pt x="2341327" y="3179981"/>
                  </a:lnTo>
                  <a:lnTo>
                    <a:pt x="2341485" y="3179981"/>
                  </a:lnTo>
                  <a:lnTo>
                    <a:pt x="2341485" y="3179550"/>
                  </a:lnTo>
                  <a:lnTo>
                    <a:pt x="2341643" y="3179550"/>
                  </a:lnTo>
                  <a:lnTo>
                    <a:pt x="2341643" y="3179119"/>
                  </a:lnTo>
                  <a:lnTo>
                    <a:pt x="2341800" y="3179119"/>
                  </a:lnTo>
                  <a:lnTo>
                    <a:pt x="2341958" y="3179119"/>
                  </a:lnTo>
                  <a:lnTo>
                    <a:pt x="2342116" y="3179119"/>
                  </a:lnTo>
                  <a:lnTo>
                    <a:pt x="2342274" y="3179119"/>
                  </a:lnTo>
                  <a:lnTo>
                    <a:pt x="2342431" y="3179119"/>
                  </a:lnTo>
                  <a:lnTo>
                    <a:pt x="2342589" y="3179119"/>
                  </a:lnTo>
                  <a:lnTo>
                    <a:pt x="2342589" y="3178689"/>
                  </a:lnTo>
                  <a:lnTo>
                    <a:pt x="2342747" y="3178689"/>
                  </a:lnTo>
                  <a:lnTo>
                    <a:pt x="2342905" y="3178689"/>
                  </a:lnTo>
                  <a:lnTo>
                    <a:pt x="2343062" y="3178689"/>
                  </a:lnTo>
                  <a:lnTo>
                    <a:pt x="2343220" y="3178689"/>
                  </a:lnTo>
                  <a:lnTo>
                    <a:pt x="2343378" y="3178689"/>
                  </a:lnTo>
                  <a:lnTo>
                    <a:pt x="2343535" y="3178689"/>
                  </a:lnTo>
                  <a:lnTo>
                    <a:pt x="2343535" y="3178258"/>
                  </a:lnTo>
                  <a:lnTo>
                    <a:pt x="2343693" y="3178258"/>
                  </a:lnTo>
                  <a:lnTo>
                    <a:pt x="2343851" y="3178258"/>
                  </a:lnTo>
                  <a:lnTo>
                    <a:pt x="2343851" y="3177828"/>
                  </a:lnTo>
                  <a:lnTo>
                    <a:pt x="2344009" y="3177828"/>
                  </a:lnTo>
                  <a:lnTo>
                    <a:pt x="2344166" y="3177828"/>
                  </a:lnTo>
                  <a:lnTo>
                    <a:pt x="2344324" y="3177828"/>
                  </a:lnTo>
                  <a:lnTo>
                    <a:pt x="2344482" y="3177828"/>
                  </a:lnTo>
                  <a:lnTo>
                    <a:pt x="2344639" y="3177828"/>
                  </a:lnTo>
                  <a:lnTo>
                    <a:pt x="2344639" y="3177397"/>
                  </a:lnTo>
                  <a:lnTo>
                    <a:pt x="2344797" y="3177397"/>
                  </a:lnTo>
                  <a:lnTo>
                    <a:pt x="2344955" y="3177397"/>
                  </a:lnTo>
                  <a:lnTo>
                    <a:pt x="2345113" y="3177397"/>
                  </a:lnTo>
                  <a:lnTo>
                    <a:pt x="2345270" y="3177397"/>
                  </a:lnTo>
                  <a:lnTo>
                    <a:pt x="2345428" y="3177397"/>
                  </a:lnTo>
                  <a:lnTo>
                    <a:pt x="2345586" y="3177397"/>
                  </a:lnTo>
                  <a:lnTo>
                    <a:pt x="2345743" y="3177397"/>
                  </a:lnTo>
                  <a:lnTo>
                    <a:pt x="2345743" y="3176966"/>
                  </a:lnTo>
                  <a:lnTo>
                    <a:pt x="2345901" y="3176966"/>
                  </a:lnTo>
                  <a:lnTo>
                    <a:pt x="2345901" y="3176536"/>
                  </a:lnTo>
                  <a:lnTo>
                    <a:pt x="2346059" y="3176536"/>
                  </a:lnTo>
                  <a:lnTo>
                    <a:pt x="2346059" y="3176105"/>
                  </a:lnTo>
                  <a:lnTo>
                    <a:pt x="2346217" y="3176105"/>
                  </a:lnTo>
                  <a:lnTo>
                    <a:pt x="2346374" y="3176105"/>
                  </a:lnTo>
                  <a:lnTo>
                    <a:pt x="2346374" y="3175675"/>
                  </a:lnTo>
                  <a:lnTo>
                    <a:pt x="2346532" y="3175675"/>
                  </a:lnTo>
                  <a:lnTo>
                    <a:pt x="2346532" y="3175244"/>
                  </a:lnTo>
                  <a:lnTo>
                    <a:pt x="2346690" y="3175244"/>
                  </a:lnTo>
                  <a:lnTo>
                    <a:pt x="2346847" y="3175244"/>
                  </a:lnTo>
                  <a:lnTo>
                    <a:pt x="2346847" y="3174813"/>
                  </a:lnTo>
                  <a:lnTo>
                    <a:pt x="2347005" y="3174813"/>
                  </a:lnTo>
                  <a:lnTo>
                    <a:pt x="2347163" y="3174813"/>
                  </a:lnTo>
                  <a:lnTo>
                    <a:pt x="2347321" y="3174813"/>
                  </a:lnTo>
                  <a:lnTo>
                    <a:pt x="2347478" y="3174813"/>
                  </a:lnTo>
                  <a:lnTo>
                    <a:pt x="2347636" y="3174813"/>
                  </a:lnTo>
                  <a:lnTo>
                    <a:pt x="2347636" y="3174383"/>
                  </a:lnTo>
                  <a:lnTo>
                    <a:pt x="2347794" y="3174383"/>
                  </a:lnTo>
                  <a:lnTo>
                    <a:pt x="2347952" y="3174383"/>
                  </a:lnTo>
                  <a:lnTo>
                    <a:pt x="2348109" y="3174383"/>
                  </a:lnTo>
                  <a:lnTo>
                    <a:pt x="2348267" y="3174383"/>
                  </a:lnTo>
                  <a:lnTo>
                    <a:pt x="2348425" y="3174383"/>
                  </a:lnTo>
                  <a:lnTo>
                    <a:pt x="2348425" y="3173952"/>
                  </a:lnTo>
                  <a:lnTo>
                    <a:pt x="2348582" y="3173952"/>
                  </a:lnTo>
                  <a:lnTo>
                    <a:pt x="2348740" y="3173952"/>
                  </a:lnTo>
                  <a:lnTo>
                    <a:pt x="2348898" y="3173952"/>
                  </a:lnTo>
                  <a:lnTo>
                    <a:pt x="2348898" y="3173522"/>
                  </a:lnTo>
                  <a:lnTo>
                    <a:pt x="2349056" y="3173522"/>
                  </a:lnTo>
                  <a:lnTo>
                    <a:pt x="2349213" y="3173522"/>
                  </a:lnTo>
                  <a:lnTo>
                    <a:pt x="2349371" y="3173522"/>
                  </a:lnTo>
                  <a:lnTo>
                    <a:pt x="2349529" y="3173522"/>
                  </a:lnTo>
                  <a:lnTo>
                    <a:pt x="2349686" y="3173522"/>
                  </a:lnTo>
                  <a:lnTo>
                    <a:pt x="2349686" y="3173091"/>
                  </a:lnTo>
                  <a:lnTo>
                    <a:pt x="2349686" y="3172660"/>
                  </a:lnTo>
                  <a:lnTo>
                    <a:pt x="2349686" y="3172230"/>
                  </a:lnTo>
                  <a:lnTo>
                    <a:pt x="2349844" y="3172230"/>
                  </a:lnTo>
                  <a:lnTo>
                    <a:pt x="2349844" y="3171799"/>
                  </a:lnTo>
                  <a:lnTo>
                    <a:pt x="2350002" y="3171799"/>
                  </a:lnTo>
                  <a:lnTo>
                    <a:pt x="2350160" y="3171799"/>
                  </a:lnTo>
                  <a:lnTo>
                    <a:pt x="2350317" y="3171799"/>
                  </a:lnTo>
                  <a:lnTo>
                    <a:pt x="2350317" y="3171369"/>
                  </a:lnTo>
                  <a:lnTo>
                    <a:pt x="2350475" y="3171369"/>
                  </a:lnTo>
                  <a:lnTo>
                    <a:pt x="2350475" y="3170938"/>
                  </a:lnTo>
                  <a:lnTo>
                    <a:pt x="2350633" y="3170938"/>
                  </a:lnTo>
                  <a:lnTo>
                    <a:pt x="2350790" y="3170938"/>
                  </a:lnTo>
                  <a:lnTo>
                    <a:pt x="2350948" y="3170938"/>
                  </a:lnTo>
                  <a:lnTo>
                    <a:pt x="2350948" y="3170507"/>
                  </a:lnTo>
                  <a:lnTo>
                    <a:pt x="2351106" y="3170507"/>
                  </a:lnTo>
                  <a:lnTo>
                    <a:pt x="2351264" y="3170507"/>
                  </a:lnTo>
                  <a:lnTo>
                    <a:pt x="2351264" y="3170077"/>
                  </a:lnTo>
                  <a:lnTo>
                    <a:pt x="2351264" y="3169646"/>
                  </a:lnTo>
                  <a:lnTo>
                    <a:pt x="2351264" y="3169216"/>
                  </a:lnTo>
                  <a:lnTo>
                    <a:pt x="2351264" y="3168785"/>
                  </a:lnTo>
                  <a:lnTo>
                    <a:pt x="2351421" y="3168785"/>
                  </a:lnTo>
                  <a:lnTo>
                    <a:pt x="2351421" y="3168354"/>
                  </a:lnTo>
                  <a:lnTo>
                    <a:pt x="2351421" y="3167924"/>
                  </a:lnTo>
                  <a:lnTo>
                    <a:pt x="2351421" y="3167493"/>
                  </a:lnTo>
                  <a:lnTo>
                    <a:pt x="2351579" y="3167493"/>
                  </a:lnTo>
                  <a:lnTo>
                    <a:pt x="2351737" y="3167493"/>
                  </a:lnTo>
                  <a:lnTo>
                    <a:pt x="2351737" y="3167063"/>
                  </a:lnTo>
                  <a:lnTo>
                    <a:pt x="2351894" y="3167063"/>
                  </a:lnTo>
                  <a:lnTo>
                    <a:pt x="2352052" y="3167063"/>
                  </a:lnTo>
                  <a:lnTo>
                    <a:pt x="2352210" y="3167063"/>
                  </a:lnTo>
                  <a:lnTo>
                    <a:pt x="2352210" y="3166632"/>
                  </a:lnTo>
                  <a:lnTo>
                    <a:pt x="2352368" y="3166632"/>
                  </a:lnTo>
                  <a:lnTo>
                    <a:pt x="2352525" y="3166632"/>
                  </a:lnTo>
                  <a:lnTo>
                    <a:pt x="2352683" y="3166632"/>
                  </a:lnTo>
                  <a:lnTo>
                    <a:pt x="2352841" y="3166632"/>
                  </a:lnTo>
                  <a:lnTo>
                    <a:pt x="2352998" y="3166632"/>
                  </a:lnTo>
                  <a:lnTo>
                    <a:pt x="2353156" y="3166632"/>
                  </a:lnTo>
                  <a:lnTo>
                    <a:pt x="2353156" y="3166201"/>
                  </a:lnTo>
                  <a:lnTo>
                    <a:pt x="2353314" y="3166201"/>
                  </a:lnTo>
                  <a:lnTo>
                    <a:pt x="2353472" y="3166201"/>
                  </a:lnTo>
                  <a:lnTo>
                    <a:pt x="2353629" y="3166201"/>
                  </a:lnTo>
                  <a:lnTo>
                    <a:pt x="2353629" y="3165771"/>
                  </a:lnTo>
                  <a:lnTo>
                    <a:pt x="2353629" y="3165340"/>
                  </a:lnTo>
                  <a:lnTo>
                    <a:pt x="2353629" y="3164910"/>
                  </a:lnTo>
                  <a:lnTo>
                    <a:pt x="2353629" y="3164479"/>
                  </a:lnTo>
                  <a:lnTo>
                    <a:pt x="2353787" y="3164479"/>
                  </a:lnTo>
                  <a:lnTo>
                    <a:pt x="2353945" y="3164479"/>
                  </a:lnTo>
                  <a:lnTo>
                    <a:pt x="2353945" y="3164048"/>
                  </a:lnTo>
                  <a:lnTo>
                    <a:pt x="2353945" y="3163618"/>
                  </a:lnTo>
                  <a:lnTo>
                    <a:pt x="2354103" y="3163618"/>
                  </a:lnTo>
                  <a:lnTo>
                    <a:pt x="2354260" y="3163618"/>
                  </a:lnTo>
                  <a:lnTo>
                    <a:pt x="2354260" y="3163187"/>
                  </a:lnTo>
                  <a:lnTo>
                    <a:pt x="2354418" y="3163187"/>
                  </a:lnTo>
                  <a:lnTo>
                    <a:pt x="2354576" y="3163187"/>
                  </a:lnTo>
                  <a:lnTo>
                    <a:pt x="2354733" y="3163187"/>
                  </a:lnTo>
                  <a:lnTo>
                    <a:pt x="2354891" y="3163187"/>
                  </a:lnTo>
                  <a:lnTo>
                    <a:pt x="2355049" y="3163187"/>
                  </a:lnTo>
                  <a:lnTo>
                    <a:pt x="2355207" y="3163187"/>
                  </a:lnTo>
                  <a:lnTo>
                    <a:pt x="2355364" y="3163187"/>
                  </a:lnTo>
                  <a:lnTo>
                    <a:pt x="2355364" y="3162757"/>
                  </a:lnTo>
                  <a:lnTo>
                    <a:pt x="2355364" y="3162326"/>
                  </a:lnTo>
                  <a:lnTo>
                    <a:pt x="2355364" y="3161895"/>
                  </a:lnTo>
                  <a:lnTo>
                    <a:pt x="2355522" y="3161895"/>
                  </a:lnTo>
                  <a:lnTo>
                    <a:pt x="2355680" y="3161895"/>
                  </a:lnTo>
                  <a:lnTo>
                    <a:pt x="2355837" y="3161895"/>
                  </a:lnTo>
                  <a:lnTo>
                    <a:pt x="2355995" y="3161895"/>
                  </a:lnTo>
                  <a:lnTo>
                    <a:pt x="2355995" y="3161465"/>
                  </a:lnTo>
                  <a:lnTo>
                    <a:pt x="2356153" y="3161465"/>
                  </a:lnTo>
                  <a:lnTo>
                    <a:pt x="2356153" y="3161034"/>
                  </a:lnTo>
                  <a:lnTo>
                    <a:pt x="2356311" y="3161034"/>
                  </a:lnTo>
                  <a:lnTo>
                    <a:pt x="2356468" y="3161034"/>
                  </a:lnTo>
                  <a:lnTo>
                    <a:pt x="2356626" y="3161034"/>
                  </a:lnTo>
                  <a:lnTo>
                    <a:pt x="2356784" y="3161034"/>
                  </a:lnTo>
                  <a:lnTo>
                    <a:pt x="2356941" y="3161034"/>
                  </a:lnTo>
                  <a:lnTo>
                    <a:pt x="2356941" y="3160604"/>
                  </a:lnTo>
                  <a:lnTo>
                    <a:pt x="2357099" y="3160604"/>
                  </a:lnTo>
                  <a:lnTo>
                    <a:pt x="2357257" y="3160604"/>
                  </a:lnTo>
                  <a:lnTo>
                    <a:pt x="2357415" y="3160604"/>
                  </a:lnTo>
                  <a:lnTo>
                    <a:pt x="2357415" y="3160173"/>
                  </a:lnTo>
                  <a:lnTo>
                    <a:pt x="2357572" y="3160173"/>
                  </a:lnTo>
                  <a:lnTo>
                    <a:pt x="2357730" y="3160173"/>
                  </a:lnTo>
                  <a:lnTo>
                    <a:pt x="2357888" y="3160173"/>
                  </a:lnTo>
                  <a:lnTo>
                    <a:pt x="2357888" y="3159742"/>
                  </a:lnTo>
                  <a:lnTo>
                    <a:pt x="2358045" y="3159742"/>
                  </a:lnTo>
                  <a:lnTo>
                    <a:pt x="2358045" y="3159312"/>
                  </a:lnTo>
                  <a:lnTo>
                    <a:pt x="2358045" y="3158881"/>
                  </a:lnTo>
                  <a:lnTo>
                    <a:pt x="2358203" y="3158881"/>
                  </a:lnTo>
                  <a:lnTo>
                    <a:pt x="2358203" y="3158451"/>
                  </a:lnTo>
                  <a:lnTo>
                    <a:pt x="2358203" y="3158020"/>
                  </a:lnTo>
                  <a:lnTo>
                    <a:pt x="2358361" y="3158020"/>
                  </a:lnTo>
                  <a:lnTo>
                    <a:pt x="2358519" y="3158020"/>
                  </a:lnTo>
                  <a:lnTo>
                    <a:pt x="2358519" y="3157589"/>
                  </a:lnTo>
                  <a:lnTo>
                    <a:pt x="2358519" y="3157159"/>
                  </a:lnTo>
                  <a:lnTo>
                    <a:pt x="2358676" y="3157159"/>
                  </a:lnTo>
                  <a:lnTo>
                    <a:pt x="2358834" y="3157159"/>
                  </a:lnTo>
                  <a:lnTo>
                    <a:pt x="2358992" y="3157159"/>
                  </a:lnTo>
                  <a:lnTo>
                    <a:pt x="2359150" y="3157159"/>
                  </a:lnTo>
                  <a:lnTo>
                    <a:pt x="2359150" y="3156728"/>
                  </a:lnTo>
                  <a:lnTo>
                    <a:pt x="2359307" y="3156728"/>
                  </a:lnTo>
                  <a:lnTo>
                    <a:pt x="2359465" y="3156728"/>
                  </a:lnTo>
                  <a:lnTo>
                    <a:pt x="2359623" y="3156728"/>
                  </a:lnTo>
                  <a:lnTo>
                    <a:pt x="2359623" y="3156298"/>
                  </a:lnTo>
                  <a:lnTo>
                    <a:pt x="2359780" y="3156298"/>
                  </a:lnTo>
                  <a:lnTo>
                    <a:pt x="2359780" y="3155867"/>
                  </a:lnTo>
                  <a:lnTo>
                    <a:pt x="2359938" y="3155867"/>
                  </a:lnTo>
                  <a:lnTo>
                    <a:pt x="2360096" y="3155867"/>
                  </a:lnTo>
                  <a:lnTo>
                    <a:pt x="2360254" y="3155867"/>
                  </a:lnTo>
                  <a:lnTo>
                    <a:pt x="2360411" y="3155867"/>
                  </a:lnTo>
                  <a:lnTo>
                    <a:pt x="2360569" y="3155867"/>
                  </a:lnTo>
                  <a:lnTo>
                    <a:pt x="2360727" y="3155867"/>
                  </a:lnTo>
                  <a:lnTo>
                    <a:pt x="2360727" y="3155436"/>
                  </a:lnTo>
                  <a:lnTo>
                    <a:pt x="2360884" y="3155436"/>
                  </a:lnTo>
                  <a:lnTo>
                    <a:pt x="2360884" y="3155006"/>
                  </a:lnTo>
                  <a:lnTo>
                    <a:pt x="2361042" y="3155006"/>
                  </a:lnTo>
                  <a:lnTo>
                    <a:pt x="2361042" y="3154575"/>
                  </a:lnTo>
                  <a:lnTo>
                    <a:pt x="2361200" y="3154575"/>
                  </a:lnTo>
                  <a:lnTo>
                    <a:pt x="2361358" y="3154575"/>
                  </a:lnTo>
                  <a:lnTo>
                    <a:pt x="2361515" y="3154575"/>
                  </a:lnTo>
                  <a:lnTo>
                    <a:pt x="2361515" y="3154145"/>
                  </a:lnTo>
                  <a:lnTo>
                    <a:pt x="2361673" y="3154145"/>
                  </a:lnTo>
                  <a:lnTo>
                    <a:pt x="2361831" y="3154145"/>
                  </a:lnTo>
                  <a:lnTo>
                    <a:pt x="2361988" y="3154145"/>
                  </a:lnTo>
                  <a:lnTo>
                    <a:pt x="2362146" y="3154145"/>
                  </a:lnTo>
                  <a:lnTo>
                    <a:pt x="2362304" y="3154145"/>
                  </a:lnTo>
                  <a:lnTo>
                    <a:pt x="2362462" y="3154145"/>
                  </a:lnTo>
                  <a:lnTo>
                    <a:pt x="2362462" y="3153714"/>
                  </a:lnTo>
                  <a:lnTo>
                    <a:pt x="2362462" y="3153283"/>
                  </a:lnTo>
                  <a:lnTo>
                    <a:pt x="2362619" y="3153283"/>
                  </a:lnTo>
                  <a:lnTo>
                    <a:pt x="2362777" y="3153283"/>
                  </a:lnTo>
                  <a:lnTo>
                    <a:pt x="2362935" y="3153283"/>
                  </a:lnTo>
                  <a:lnTo>
                    <a:pt x="2363092" y="3153283"/>
                  </a:lnTo>
                  <a:lnTo>
                    <a:pt x="2363250" y="3153283"/>
                  </a:lnTo>
                  <a:lnTo>
                    <a:pt x="2363408" y="3153283"/>
                  </a:lnTo>
                  <a:lnTo>
                    <a:pt x="2363566" y="3153283"/>
                  </a:lnTo>
                  <a:lnTo>
                    <a:pt x="2363723" y="3153283"/>
                  </a:lnTo>
                  <a:lnTo>
                    <a:pt x="2363881" y="3153283"/>
                  </a:lnTo>
                  <a:lnTo>
                    <a:pt x="2364039" y="3153283"/>
                  </a:lnTo>
                  <a:lnTo>
                    <a:pt x="2364196" y="3153283"/>
                  </a:lnTo>
                  <a:lnTo>
                    <a:pt x="2364354" y="3153283"/>
                  </a:lnTo>
                  <a:lnTo>
                    <a:pt x="2364512" y="3153283"/>
                  </a:lnTo>
                  <a:lnTo>
                    <a:pt x="2364512" y="3152853"/>
                  </a:lnTo>
                  <a:lnTo>
                    <a:pt x="2364670" y="3152853"/>
                  </a:lnTo>
                  <a:lnTo>
                    <a:pt x="2364670" y="3152422"/>
                  </a:lnTo>
                  <a:lnTo>
                    <a:pt x="2364670" y="3151992"/>
                  </a:lnTo>
                  <a:lnTo>
                    <a:pt x="2364827" y="3151992"/>
                  </a:lnTo>
                  <a:lnTo>
                    <a:pt x="2364827" y="3151561"/>
                  </a:lnTo>
                  <a:lnTo>
                    <a:pt x="2364827" y="3151130"/>
                  </a:lnTo>
                  <a:lnTo>
                    <a:pt x="2364985" y="3151130"/>
                  </a:lnTo>
                  <a:lnTo>
                    <a:pt x="2365143" y="3151130"/>
                  </a:lnTo>
                  <a:lnTo>
                    <a:pt x="2365301" y="3151130"/>
                  </a:lnTo>
                  <a:lnTo>
                    <a:pt x="2365458" y="3151130"/>
                  </a:lnTo>
                  <a:lnTo>
                    <a:pt x="2365616" y="3151130"/>
                  </a:lnTo>
                  <a:lnTo>
                    <a:pt x="2365616" y="3150700"/>
                  </a:lnTo>
                  <a:lnTo>
                    <a:pt x="2365616" y="3150269"/>
                  </a:lnTo>
                  <a:lnTo>
                    <a:pt x="2365774" y="3150269"/>
                  </a:lnTo>
                  <a:lnTo>
                    <a:pt x="2365931" y="3150269"/>
                  </a:lnTo>
                  <a:lnTo>
                    <a:pt x="2365931" y="3149839"/>
                  </a:lnTo>
                  <a:lnTo>
                    <a:pt x="2366089" y="3149839"/>
                  </a:lnTo>
                  <a:lnTo>
                    <a:pt x="2366247" y="3149839"/>
                  </a:lnTo>
                  <a:lnTo>
                    <a:pt x="2366405" y="3149839"/>
                  </a:lnTo>
                  <a:lnTo>
                    <a:pt x="2366562" y="3149839"/>
                  </a:lnTo>
                  <a:lnTo>
                    <a:pt x="2366562" y="3149408"/>
                  </a:lnTo>
                  <a:lnTo>
                    <a:pt x="2366720" y="3149408"/>
                  </a:lnTo>
                  <a:lnTo>
                    <a:pt x="2366878" y="3149408"/>
                  </a:lnTo>
                  <a:lnTo>
                    <a:pt x="2366878" y="3148977"/>
                  </a:lnTo>
                  <a:lnTo>
                    <a:pt x="2367035" y="3148977"/>
                  </a:lnTo>
                  <a:lnTo>
                    <a:pt x="2367193" y="3148977"/>
                  </a:lnTo>
                  <a:lnTo>
                    <a:pt x="2367351" y="3148977"/>
                  </a:lnTo>
                  <a:lnTo>
                    <a:pt x="2367509" y="3148977"/>
                  </a:lnTo>
                  <a:lnTo>
                    <a:pt x="2367666" y="3148977"/>
                  </a:lnTo>
                  <a:lnTo>
                    <a:pt x="2367824" y="3148977"/>
                  </a:lnTo>
                  <a:lnTo>
                    <a:pt x="2367982" y="3148977"/>
                  </a:lnTo>
                  <a:lnTo>
                    <a:pt x="2367982" y="3148547"/>
                  </a:lnTo>
                  <a:lnTo>
                    <a:pt x="2368139" y="3148547"/>
                  </a:lnTo>
                  <a:lnTo>
                    <a:pt x="2368297" y="3148547"/>
                  </a:lnTo>
                  <a:lnTo>
                    <a:pt x="2368297" y="3148116"/>
                  </a:lnTo>
                  <a:lnTo>
                    <a:pt x="2368297" y="3147686"/>
                  </a:lnTo>
                  <a:lnTo>
                    <a:pt x="2368455" y="3147686"/>
                  </a:lnTo>
                  <a:lnTo>
                    <a:pt x="2368613" y="3147686"/>
                  </a:lnTo>
                  <a:lnTo>
                    <a:pt x="2368770" y="3147686"/>
                  </a:lnTo>
                  <a:lnTo>
                    <a:pt x="2368928" y="3147686"/>
                  </a:lnTo>
                  <a:lnTo>
                    <a:pt x="2368928" y="3147255"/>
                  </a:lnTo>
                  <a:lnTo>
                    <a:pt x="2368928" y="3146824"/>
                  </a:lnTo>
                  <a:lnTo>
                    <a:pt x="2369086" y="3146824"/>
                  </a:lnTo>
                  <a:lnTo>
                    <a:pt x="2369243" y="3146824"/>
                  </a:lnTo>
                  <a:lnTo>
                    <a:pt x="2369401" y="3146824"/>
                  </a:lnTo>
                  <a:lnTo>
                    <a:pt x="2369559" y="3146824"/>
                  </a:lnTo>
                  <a:lnTo>
                    <a:pt x="2369717" y="3146824"/>
                  </a:lnTo>
                  <a:lnTo>
                    <a:pt x="2369874" y="3146824"/>
                  </a:lnTo>
                  <a:lnTo>
                    <a:pt x="2370032" y="3146824"/>
                  </a:lnTo>
                  <a:lnTo>
                    <a:pt x="2370032" y="3146394"/>
                  </a:lnTo>
                  <a:lnTo>
                    <a:pt x="2370032" y="3145963"/>
                  </a:lnTo>
                  <a:lnTo>
                    <a:pt x="2370190" y="3145963"/>
                  </a:lnTo>
                  <a:lnTo>
                    <a:pt x="2370348" y="3145963"/>
                  </a:lnTo>
                  <a:lnTo>
                    <a:pt x="2370505" y="3145963"/>
                  </a:lnTo>
                  <a:lnTo>
                    <a:pt x="2370505" y="3145533"/>
                  </a:lnTo>
                  <a:lnTo>
                    <a:pt x="2370663" y="3145533"/>
                  </a:lnTo>
                  <a:lnTo>
                    <a:pt x="2370663" y="3145102"/>
                  </a:lnTo>
                  <a:lnTo>
                    <a:pt x="2370663" y="3144671"/>
                  </a:lnTo>
                  <a:lnTo>
                    <a:pt x="2370663" y="3144241"/>
                  </a:lnTo>
                  <a:lnTo>
                    <a:pt x="2370821" y="3144241"/>
                  </a:lnTo>
                  <a:lnTo>
                    <a:pt x="2370978" y="3144241"/>
                  </a:lnTo>
                  <a:lnTo>
                    <a:pt x="2371136" y="3144241"/>
                  </a:lnTo>
                  <a:lnTo>
                    <a:pt x="2371136" y="3143810"/>
                  </a:lnTo>
                  <a:lnTo>
                    <a:pt x="2371136" y="3143380"/>
                  </a:lnTo>
                  <a:lnTo>
                    <a:pt x="2371294" y="3143380"/>
                  </a:lnTo>
                  <a:lnTo>
                    <a:pt x="2371452" y="3143380"/>
                  </a:lnTo>
                  <a:lnTo>
                    <a:pt x="2371609" y="3143380"/>
                  </a:lnTo>
                  <a:lnTo>
                    <a:pt x="2371609" y="3142949"/>
                  </a:lnTo>
                  <a:lnTo>
                    <a:pt x="2371767" y="3142949"/>
                  </a:lnTo>
                  <a:lnTo>
                    <a:pt x="2371925" y="3142949"/>
                  </a:lnTo>
                  <a:lnTo>
                    <a:pt x="2371925" y="3142518"/>
                  </a:lnTo>
                  <a:lnTo>
                    <a:pt x="2371925" y="3142088"/>
                  </a:lnTo>
                  <a:lnTo>
                    <a:pt x="2372082" y="3142088"/>
                  </a:lnTo>
                  <a:lnTo>
                    <a:pt x="2372240" y="3142088"/>
                  </a:lnTo>
                  <a:lnTo>
                    <a:pt x="2372398" y="3142088"/>
                  </a:lnTo>
                  <a:lnTo>
                    <a:pt x="2372556" y="3142088"/>
                  </a:lnTo>
                  <a:lnTo>
                    <a:pt x="2372713" y="3142088"/>
                  </a:lnTo>
                  <a:lnTo>
                    <a:pt x="2372871" y="3142088"/>
                  </a:lnTo>
                  <a:lnTo>
                    <a:pt x="2373029" y="3142088"/>
                  </a:lnTo>
                  <a:lnTo>
                    <a:pt x="2373029" y="3141657"/>
                  </a:lnTo>
                  <a:lnTo>
                    <a:pt x="2373186" y="3141657"/>
                  </a:lnTo>
                  <a:lnTo>
                    <a:pt x="2373344" y="3141657"/>
                  </a:lnTo>
                  <a:lnTo>
                    <a:pt x="2373502" y="3141657"/>
                  </a:lnTo>
                  <a:lnTo>
                    <a:pt x="2373502" y="3141227"/>
                  </a:lnTo>
                  <a:lnTo>
                    <a:pt x="2373660" y="3141227"/>
                  </a:lnTo>
                  <a:lnTo>
                    <a:pt x="2373817" y="3141227"/>
                  </a:lnTo>
                  <a:lnTo>
                    <a:pt x="2373975" y="3141227"/>
                  </a:lnTo>
                  <a:lnTo>
                    <a:pt x="2374133" y="3141227"/>
                  </a:lnTo>
                  <a:lnTo>
                    <a:pt x="2374133" y="3140796"/>
                  </a:lnTo>
                  <a:lnTo>
                    <a:pt x="2374133" y="3140365"/>
                  </a:lnTo>
                  <a:lnTo>
                    <a:pt x="2374290" y="3140365"/>
                  </a:lnTo>
                  <a:lnTo>
                    <a:pt x="2374290" y="3139935"/>
                  </a:lnTo>
                  <a:lnTo>
                    <a:pt x="2374448" y="3139935"/>
                  </a:lnTo>
                  <a:lnTo>
                    <a:pt x="2374606" y="3139935"/>
                  </a:lnTo>
                  <a:lnTo>
                    <a:pt x="2374764" y="3139935"/>
                  </a:lnTo>
                  <a:lnTo>
                    <a:pt x="2374921" y="3139935"/>
                  </a:lnTo>
                  <a:lnTo>
                    <a:pt x="2375079" y="3139935"/>
                  </a:lnTo>
                  <a:lnTo>
                    <a:pt x="2375237" y="3139935"/>
                  </a:lnTo>
                  <a:lnTo>
                    <a:pt x="2375394" y="3139935"/>
                  </a:lnTo>
                  <a:lnTo>
                    <a:pt x="2375552" y="3139935"/>
                  </a:lnTo>
                  <a:lnTo>
                    <a:pt x="2375552" y="3139504"/>
                  </a:lnTo>
                  <a:lnTo>
                    <a:pt x="2375710" y="3139504"/>
                  </a:lnTo>
                  <a:lnTo>
                    <a:pt x="2375868" y="3139504"/>
                  </a:lnTo>
                  <a:lnTo>
                    <a:pt x="2376025" y="3139504"/>
                  </a:lnTo>
                  <a:lnTo>
                    <a:pt x="2376183" y="3139504"/>
                  </a:lnTo>
                  <a:lnTo>
                    <a:pt x="2376341" y="3139504"/>
                  </a:lnTo>
                  <a:lnTo>
                    <a:pt x="2376499" y="3139504"/>
                  </a:lnTo>
                  <a:lnTo>
                    <a:pt x="2376656" y="3139504"/>
                  </a:lnTo>
                  <a:lnTo>
                    <a:pt x="2376656" y="3139074"/>
                  </a:lnTo>
                  <a:lnTo>
                    <a:pt x="2376656" y="3138643"/>
                  </a:lnTo>
                  <a:lnTo>
                    <a:pt x="2376656" y="3138212"/>
                  </a:lnTo>
                  <a:lnTo>
                    <a:pt x="2376814" y="3138212"/>
                  </a:lnTo>
                  <a:lnTo>
                    <a:pt x="2376972" y="3138212"/>
                  </a:lnTo>
                  <a:lnTo>
                    <a:pt x="2377129" y="3138212"/>
                  </a:lnTo>
                  <a:lnTo>
                    <a:pt x="2377287" y="3138212"/>
                  </a:lnTo>
                  <a:lnTo>
                    <a:pt x="2377445" y="3138212"/>
                  </a:lnTo>
                  <a:lnTo>
                    <a:pt x="2377603" y="3138212"/>
                  </a:lnTo>
                  <a:lnTo>
                    <a:pt x="2377760" y="3138212"/>
                  </a:lnTo>
                  <a:lnTo>
                    <a:pt x="2377918" y="3138212"/>
                  </a:lnTo>
                  <a:lnTo>
                    <a:pt x="2378076" y="3138212"/>
                  </a:lnTo>
                  <a:lnTo>
                    <a:pt x="2378233" y="3138212"/>
                  </a:lnTo>
                  <a:lnTo>
                    <a:pt x="2378391" y="3138212"/>
                  </a:lnTo>
                  <a:lnTo>
                    <a:pt x="2378391" y="3137782"/>
                  </a:lnTo>
                  <a:lnTo>
                    <a:pt x="2378549" y="3137782"/>
                  </a:lnTo>
                  <a:lnTo>
                    <a:pt x="2378549" y="3137351"/>
                  </a:lnTo>
                  <a:lnTo>
                    <a:pt x="2378549" y="3136921"/>
                  </a:lnTo>
                  <a:lnTo>
                    <a:pt x="2378549" y="3136490"/>
                  </a:lnTo>
                  <a:lnTo>
                    <a:pt x="2378549" y="3136059"/>
                  </a:lnTo>
                  <a:lnTo>
                    <a:pt x="2378707" y="3136059"/>
                  </a:lnTo>
                  <a:lnTo>
                    <a:pt x="2378864" y="3136059"/>
                  </a:lnTo>
                  <a:lnTo>
                    <a:pt x="2379022" y="3136059"/>
                  </a:lnTo>
                  <a:lnTo>
                    <a:pt x="2379180" y="3136059"/>
                  </a:lnTo>
                  <a:lnTo>
                    <a:pt x="2379337" y="3136059"/>
                  </a:lnTo>
                  <a:lnTo>
                    <a:pt x="2379495" y="3136059"/>
                  </a:lnTo>
                  <a:lnTo>
                    <a:pt x="2379495" y="3135629"/>
                  </a:lnTo>
                  <a:lnTo>
                    <a:pt x="2379495" y="3135198"/>
                  </a:lnTo>
                  <a:lnTo>
                    <a:pt x="2379653" y="3135198"/>
                  </a:lnTo>
                  <a:lnTo>
                    <a:pt x="2379811" y="3135198"/>
                  </a:lnTo>
                  <a:lnTo>
                    <a:pt x="2379968" y="3135198"/>
                  </a:lnTo>
                  <a:lnTo>
                    <a:pt x="2380126" y="3135198"/>
                  </a:lnTo>
                  <a:lnTo>
                    <a:pt x="2380284" y="3135198"/>
                  </a:lnTo>
                  <a:lnTo>
                    <a:pt x="2380284" y="3134768"/>
                  </a:lnTo>
                  <a:lnTo>
                    <a:pt x="2380284" y="3134337"/>
                  </a:lnTo>
                  <a:lnTo>
                    <a:pt x="2380441" y="3134337"/>
                  </a:lnTo>
                  <a:lnTo>
                    <a:pt x="2380599" y="3134337"/>
                  </a:lnTo>
                  <a:lnTo>
                    <a:pt x="2380757" y="3134337"/>
                  </a:lnTo>
                  <a:lnTo>
                    <a:pt x="2380915" y="3134337"/>
                  </a:lnTo>
                  <a:lnTo>
                    <a:pt x="2380915" y="3133906"/>
                  </a:lnTo>
                  <a:lnTo>
                    <a:pt x="2381072" y="3133906"/>
                  </a:lnTo>
                  <a:lnTo>
                    <a:pt x="2381230" y="3133906"/>
                  </a:lnTo>
                  <a:lnTo>
                    <a:pt x="2381388" y="3133906"/>
                  </a:lnTo>
                  <a:lnTo>
                    <a:pt x="2381546" y="3133906"/>
                  </a:lnTo>
                  <a:lnTo>
                    <a:pt x="2381546" y="3133476"/>
                  </a:lnTo>
                  <a:lnTo>
                    <a:pt x="2381546" y="3133045"/>
                  </a:lnTo>
                  <a:lnTo>
                    <a:pt x="2381703" y="3133045"/>
                  </a:lnTo>
                  <a:lnTo>
                    <a:pt x="2381861" y="3133045"/>
                  </a:lnTo>
                  <a:lnTo>
                    <a:pt x="2382019" y="3133045"/>
                  </a:lnTo>
                  <a:lnTo>
                    <a:pt x="2382176" y="3133045"/>
                  </a:lnTo>
                  <a:lnTo>
                    <a:pt x="2382176" y="3132615"/>
                  </a:lnTo>
                  <a:lnTo>
                    <a:pt x="2382176" y="3132184"/>
                  </a:lnTo>
                  <a:lnTo>
                    <a:pt x="2382176" y="3131753"/>
                  </a:lnTo>
                  <a:lnTo>
                    <a:pt x="2382334" y="3131753"/>
                  </a:lnTo>
                  <a:lnTo>
                    <a:pt x="2382492" y="3131753"/>
                  </a:lnTo>
                  <a:lnTo>
                    <a:pt x="2382492" y="3131323"/>
                  </a:lnTo>
                  <a:lnTo>
                    <a:pt x="2382492" y="3130892"/>
                  </a:lnTo>
                  <a:lnTo>
                    <a:pt x="2382650" y="3130892"/>
                  </a:lnTo>
                  <a:lnTo>
                    <a:pt x="2382650" y="3130462"/>
                  </a:lnTo>
                  <a:lnTo>
                    <a:pt x="2382650" y="3130031"/>
                  </a:lnTo>
                  <a:lnTo>
                    <a:pt x="2382807" y="3130031"/>
                  </a:lnTo>
                  <a:lnTo>
                    <a:pt x="2382965" y="3130031"/>
                  </a:lnTo>
                  <a:lnTo>
                    <a:pt x="2382965" y="3129600"/>
                  </a:lnTo>
                  <a:lnTo>
                    <a:pt x="2383123" y="3129600"/>
                  </a:lnTo>
                  <a:lnTo>
                    <a:pt x="2383123" y="3129170"/>
                  </a:lnTo>
                  <a:lnTo>
                    <a:pt x="2383280" y="3129170"/>
                  </a:lnTo>
                  <a:lnTo>
                    <a:pt x="2383438" y="3129170"/>
                  </a:lnTo>
                  <a:lnTo>
                    <a:pt x="2383596" y="3129170"/>
                  </a:lnTo>
                  <a:lnTo>
                    <a:pt x="2383754" y="3129170"/>
                  </a:lnTo>
                  <a:lnTo>
                    <a:pt x="2383911" y="3129170"/>
                  </a:lnTo>
                  <a:lnTo>
                    <a:pt x="2383911" y="3128739"/>
                  </a:lnTo>
                  <a:lnTo>
                    <a:pt x="2384069" y="3128739"/>
                  </a:lnTo>
                  <a:lnTo>
                    <a:pt x="2384069" y="3128309"/>
                  </a:lnTo>
                  <a:lnTo>
                    <a:pt x="2384227" y="3128309"/>
                  </a:lnTo>
                  <a:lnTo>
                    <a:pt x="2384384" y="3128309"/>
                  </a:lnTo>
                  <a:lnTo>
                    <a:pt x="2384542" y="3128309"/>
                  </a:lnTo>
                  <a:lnTo>
                    <a:pt x="2384700" y="3128309"/>
                  </a:lnTo>
                  <a:lnTo>
                    <a:pt x="2384858" y="3128309"/>
                  </a:lnTo>
                  <a:lnTo>
                    <a:pt x="2385015" y="3128309"/>
                  </a:lnTo>
                  <a:lnTo>
                    <a:pt x="2385173" y="3128309"/>
                  </a:lnTo>
                  <a:lnTo>
                    <a:pt x="2385331" y="3128309"/>
                  </a:lnTo>
                  <a:lnTo>
                    <a:pt x="2385331" y="3127878"/>
                  </a:lnTo>
                  <a:lnTo>
                    <a:pt x="2385488" y="3127878"/>
                  </a:lnTo>
                  <a:lnTo>
                    <a:pt x="2385488" y="3127447"/>
                  </a:lnTo>
                  <a:lnTo>
                    <a:pt x="2385646" y="3127447"/>
                  </a:lnTo>
                  <a:lnTo>
                    <a:pt x="2385646" y="3127017"/>
                  </a:lnTo>
                  <a:lnTo>
                    <a:pt x="2385804" y="3127017"/>
                  </a:lnTo>
                  <a:lnTo>
                    <a:pt x="2385804" y="3126586"/>
                  </a:lnTo>
                  <a:lnTo>
                    <a:pt x="2385962" y="3126586"/>
                  </a:lnTo>
                  <a:lnTo>
                    <a:pt x="2386119" y="3126586"/>
                  </a:lnTo>
                  <a:lnTo>
                    <a:pt x="2386277" y="3126586"/>
                  </a:lnTo>
                  <a:lnTo>
                    <a:pt x="2386435" y="3126586"/>
                  </a:lnTo>
                  <a:lnTo>
                    <a:pt x="2386435" y="3126156"/>
                  </a:lnTo>
                  <a:lnTo>
                    <a:pt x="2386592" y="3126156"/>
                  </a:lnTo>
                  <a:lnTo>
                    <a:pt x="2386592" y="3125725"/>
                  </a:lnTo>
                  <a:lnTo>
                    <a:pt x="2386750" y="3125725"/>
                  </a:lnTo>
                  <a:lnTo>
                    <a:pt x="2386908" y="3125725"/>
                  </a:lnTo>
                  <a:lnTo>
                    <a:pt x="2387066" y="3125725"/>
                  </a:lnTo>
                  <a:lnTo>
                    <a:pt x="2387066" y="3125294"/>
                  </a:lnTo>
                  <a:lnTo>
                    <a:pt x="2387223" y="3125294"/>
                  </a:lnTo>
                  <a:lnTo>
                    <a:pt x="2387381" y="3125294"/>
                  </a:lnTo>
                  <a:lnTo>
                    <a:pt x="2387539" y="3125294"/>
                  </a:lnTo>
                  <a:lnTo>
                    <a:pt x="2387697" y="3125294"/>
                  </a:lnTo>
                  <a:lnTo>
                    <a:pt x="2387854" y="3125294"/>
                  </a:lnTo>
                  <a:lnTo>
                    <a:pt x="2387854" y="3124864"/>
                  </a:lnTo>
                  <a:lnTo>
                    <a:pt x="2387854" y="3124433"/>
                  </a:lnTo>
                  <a:lnTo>
                    <a:pt x="2387854" y="3124003"/>
                  </a:lnTo>
                  <a:lnTo>
                    <a:pt x="2387854" y="3123572"/>
                  </a:lnTo>
                  <a:lnTo>
                    <a:pt x="2388012" y="3123572"/>
                  </a:lnTo>
                  <a:lnTo>
                    <a:pt x="2388170" y="3123572"/>
                  </a:lnTo>
                  <a:lnTo>
                    <a:pt x="2388327" y="3123572"/>
                  </a:lnTo>
                  <a:lnTo>
                    <a:pt x="2388485" y="3123572"/>
                  </a:lnTo>
                  <a:lnTo>
                    <a:pt x="2388485" y="3123141"/>
                  </a:lnTo>
                  <a:lnTo>
                    <a:pt x="2388643" y="3123141"/>
                  </a:lnTo>
                  <a:lnTo>
                    <a:pt x="2388801" y="3123141"/>
                  </a:lnTo>
                  <a:lnTo>
                    <a:pt x="2388801" y="3122711"/>
                  </a:lnTo>
                  <a:lnTo>
                    <a:pt x="2388958" y="3122711"/>
                  </a:lnTo>
                  <a:lnTo>
                    <a:pt x="2389116" y="3122711"/>
                  </a:lnTo>
                  <a:lnTo>
                    <a:pt x="2389116" y="3122280"/>
                  </a:lnTo>
                  <a:lnTo>
                    <a:pt x="2389116" y="3121850"/>
                  </a:lnTo>
                  <a:lnTo>
                    <a:pt x="2389274" y="3121850"/>
                  </a:lnTo>
                  <a:lnTo>
                    <a:pt x="2389431" y="3121850"/>
                  </a:lnTo>
                  <a:lnTo>
                    <a:pt x="2389589" y="3121850"/>
                  </a:lnTo>
                  <a:lnTo>
                    <a:pt x="2389589" y="3121419"/>
                  </a:lnTo>
                  <a:lnTo>
                    <a:pt x="2389747" y="3121419"/>
                  </a:lnTo>
                  <a:lnTo>
                    <a:pt x="2389747" y="3120988"/>
                  </a:lnTo>
                  <a:lnTo>
                    <a:pt x="2389905" y="3120988"/>
                  </a:lnTo>
                  <a:lnTo>
                    <a:pt x="2389905" y="3120558"/>
                  </a:lnTo>
                  <a:lnTo>
                    <a:pt x="2390062" y="3120558"/>
                  </a:lnTo>
                  <a:lnTo>
                    <a:pt x="2390220" y="3120558"/>
                  </a:lnTo>
                  <a:lnTo>
                    <a:pt x="2390378" y="3120558"/>
                  </a:lnTo>
                  <a:lnTo>
                    <a:pt x="2390535" y="3120558"/>
                  </a:lnTo>
                  <a:lnTo>
                    <a:pt x="2390693" y="3120558"/>
                  </a:lnTo>
                  <a:lnTo>
                    <a:pt x="2390693" y="3120127"/>
                  </a:lnTo>
                  <a:lnTo>
                    <a:pt x="2390851" y="3120127"/>
                  </a:lnTo>
                  <a:lnTo>
                    <a:pt x="2390851" y="3119697"/>
                  </a:lnTo>
                  <a:lnTo>
                    <a:pt x="2390851" y="3119266"/>
                  </a:lnTo>
                  <a:lnTo>
                    <a:pt x="2391009" y="3119266"/>
                  </a:lnTo>
                  <a:lnTo>
                    <a:pt x="2391166" y="3119266"/>
                  </a:lnTo>
                  <a:lnTo>
                    <a:pt x="2391324" y="3119266"/>
                  </a:lnTo>
                  <a:lnTo>
                    <a:pt x="2391482" y="3119266"/>
                  </a:lnTo>
                  <a:lnTo>
                    <a:pt x="2391639" y="3119266"/>
                  </a:lnTo>
                  <a:lnTo>
                    <a:pt x="2391797" y="3119266"/>
                  </a:lnTo>
                  <a:lnTo>
                    <a:pt x="2391797" y="3118835"/>
                  </a:lnTo>
                  <a:lnTo>
                    <a:pt x="2391797" y="3118405"/>
                  </a:lnTo>
                  <a:lnTo>
                    <a:pt x="2391797" y="3117974"/>
                  </a:lnTo>
                  <a:lnTo>
                    <a:pt x="2391797" y="3117544"/>
                  </a:lnTo>
                  <a:lnTo>
                    <a:pt x="2391955" y="3117544"/>
                  </a:lnTo>
                  <a:lnTo>
                    <a:pt x="2392113" y="3117544"/>
                  </a:lnTo>
                  <a:lnTo>
                    <a:pt x="2392113" y="3117113"/>
                  </a:lnTo>
                  <a:lnTo>
                    <a:pt x="2392270" y="3117113"/>
                  </a:lnTo>
                  <a:lnTo>
                    <a:pt x="2392428" y="3117113"/>
                  </a:lnTo>
                  <a:lnTo>
                    <a:pt x="2392428" y="3116682"/>
                  </a:lnTo>
                  <a:lnTo>
                    <a:pt x="2392586" y="3116682"/>
                  </a:lnTo>
                  <a:lnTo>
                    <a:pt x="2392743" y="3116682"/>
                  </a:lnTo>
                  <a:lnTo>
                    <a:pt x="2392901" y="3116682"/>
                  </a:lnTo>
                  <a:lnTo>
                    <a:pt x="2393059" y="3116682"/>
                  </a:lnTo>
                  <a:lnTo>
                    <a:pt x="2393217" y="3116682"/>
                  </a:lnTo>
                  <a:lnTo>
                    <a:pt x="2393217" y="3116252"/>
                  </a:lnTo>
                  <a:lnTo>
                    <a:pt x="2393374" y="3116252"/>
                  </a:lnTo>
                  <a:lnTo>
                    <a:pt x="2393532" y="3116252"/>
                  </a:lnTo>
                  <a:lnTo>
                    <a:pt x="2393690" y="3116252"/>
                  </a:lnTo>
                  <a:lnTo>
                    <a:pt x="2393848" y="3116252"/>
                  </a:lnTo>
                  <a:lnTo>
                    <a:pt x="2394005" y="3116252"/>
                  </a:lnTo>
                  <a:lnTo>
                    <a:pt x="2394163" y="3116252"/>
                  </a:lnTo>
                  <a:lnTo>
                    <a:pt x="2394321" y="3116252"/>
                  </a:lnTo>
                  <a:lnTo>
                    <a:pt x="2394478" y="3116252"/>
                  </a:lnTo>
                  <a:lnTo>
                    <a:pt x="2394636" y="3116252"/>
                  </a:lnTo>
                  <a:lnTo>
                    <a:pt x="2394794" y="3116252"/>
                  </a:lnTo>
                  <a:lnTo>
                    <a:pt x="2394952" y="3116252"/>
                  </a:lnTo>
                  <a:lnTo>
                    <a:pt x="2395109" y="3116252"/>
                  </a:lnTo>
                  <a:lnTo>
                    <a:pt x="2395267" y="3116252"/>
                  </a:lnTo>
                  <a:lnTo>
                    <a:pt x="2395425" y="3116252"/>
                  </a:lnTo>
                  <a:lnTo>
                    <a:pt x="2395582" y="3116252"/>
                  </a:lnTo>
                  <a:lnTo>
                    <a:pt x="2395740" y="3116252"/>
                  </a:lnTo>
                  <a:lnTo>
                    <a:pt x="2395740" y="3115821"/>
                  </a:lnTo>
                  <a:lnTo>
                    <a:pt x="2395898" y="3115821"/>
                  </a:lnTo>
                  <a:lnTo>
                    <a:pt x="2396056" y="3115821"/>
                  </a:lnTo>
                  <a:lnTo>
                    <a:pt x="2396213" y="3115821"/>
                  </a:lnTo>
                  <a:lnTo>
                    <a:pt x="2396371" y="3115821"/>
                  </a:lnTo>
                  <a:lnTo>
                    <a:pt x="2396529" y="3115821"/>
                  </a:lnTo>
                  <a:lnTo>
                    <a:pt x="2396529" y="3115391"/>
                  </a:lnTo>
                  <a:lnTo>
                    <a:pt x="2396686" y="3115391"/>
                  </a:lnTo>
                  <a:lnTo>
                    <a:pt x="2396844" y="3115391"/>
                  </a:lnTo>
                  <a:lnTo>
                    <a:pt x="2397002" y="3115391"/>
                  </a:lnTo>
                  <a:lnTo>
                    <a:pt x="2397160" y="3115391"/>
                  </a:lnTo>
                  <a:lnTo>
                    <a:pt x="2397317" y="3115391"/>
                  </a:lnTo>
                  <a:lnTo>
                    <a:pt x="2397475" y="3115391"/>
                  </a:lnTo>
                  <a:lnTo>
                    <a:pt x="2397475" y="3114960"/>
                  </a:lnTo>
                  <a:lnTo>
                    <a:pt x="2397633" y="3114960"/>
                  </a:lnTo>
                  <a:lnTo>
                    <a:pt x="2397633" y="3114529"/>
                  </a:lnTo>
                  <a:lnTo>
                    <a:pt x="2397633" y="3114099"/>
                  </a:lnTo>
                  <a:lnTo>
                    <a:pt x="2397790" y="3114099"/>
                  </a:lnTo>
                  <a:lnTo>
                    <a:pt x="2397948" y="3114099"/>
                  </a:lnTo>
                  <a:lnTo>
                    <a:pt x="2398106" y="3114099"/>
                  </a:lnTo>
                  <a:lnTo>
                    <a:pt x="2398106" y="3113668"/>
                  </a:lnTo>
                  <a:lnTo>
                    <a:pt x="2398264" y="3113668"/>
                  </a:lnTo>
                  <a:lnTo>
                    <a:pt x="2398264" y="3113238"/>
                  </a:lnTo>
                  <a:lnTo>
                    <a:pt x="2398421" y="3113238"/>
                  </a:lnTo>
                  <a:lnTo>
                    <a:pt x="2398579" y="3113238"/>
                  </a:lnTo>
                  <a:lnTo>
                    <a:pt x="2398737" y="3113238"/>
                  </a:lnTo>
                  <a:lnTo>
                    <a:pt x="2398737" y="3112807"/>
                  </a:lnTo>
                  <a:lnTo>
                    <a:pt x="2398895" y="3112807"/>
                  </a:lnTo>
                  <a:lnTo>
                    <a:pt x="2399052" y="3112807"/>
                  </a:lnTo>
                  <a:lnTo>
                    <a:pt x="2399210" y="3112807"/>
                  </a:lnTo>
                  <a:lnTo>
                    <a:pt x="2399368" y="3112807"/>
                  </a:lnTo>
                  <a:lnTo>
                    <a:pt x="2399368" y="3112376"/>
                  </a:lnTo>
                  <a:lnTo>
                    <a:pt x="2399525" y="3112376"/>
                  </a:lnTo>
                  <a:lnTo>
                    <a:pt x="2399683" y="3112376"/>
                  </a:lnTo>
                  <a:lnTo>
                    <a:pt x="2399841" y="3112376"/>
                  </a:lnTo>
                  <a:lnTo>
                    <a:pt x="2399999" y="3112376"/>
                  </a:lnTo>
                  <a:lnTo>
                    <a:pt x="2399999" y="3111946"/>
                  </a:lnTo>
                  <a:lnTo>
                    <a:pt x="2400156" y="3111946"/>
                  </a:lnTo>
                  <a:lnTo>
                    <a:pt x="2400314" y="3111946"/>
                  </a:lnTo>
                  <a:lnTo>
                    <a:pt x="2400472" y="3111946"/>
                  </a:lnTo>
                  <a:lnTo>
                    <a:pt x="2400629" y="3111946"/>
                  </a:lnTo>
                  <a:lnTo>
                    <a:pt x="2400787" y="3111946"/>
                  </a:lnTo>
                  <a:lnTo>
                    <a:pt x="2400945" y="3111946"/>
                  </a:lnTo>
                  <a:lnTo>
                    <a:pt x="2401103" y="3111946"/>
                  </a:lnTo>
                  <a:lnTo>
                    <a:pt x="2401260" y="3111946"/>
                  </a:lnTo>
                  <a:lnTo>
                    <a:pt x="2401260" y="3111515"/>
                  </a:lnTo>
                  <a:lnTo>
                    <a:pt x="2401418" y="3111515"/>
                  </a:lnTo>
                  <a:lnTo>
                    <a:pt x="2401576" y="3111515"/>
                  </a:lnTo>
                  <a:lnTo>
                    <a:pt x="2401576" y="3111085"/>
                  </a:lnTo>
                  <a:lnTo>
                    <a:pt x="2401733" y="3111085"/>
                  </a:lnTo>
                  <a:lnTo>
                    <a:pt x="2401891" y="3111085"/>
                  </a:lnTo>
                  <a:lnTo>
                    <a:pt x="2401891" y="3110654"/>
                  </a:lnTo>
                  <a:lnTo>
                    <a:pt x="2402049" y="3110654"/>
                  </a:lnTo>
                  <a:lnTo>
                    <a:pt x="2402207" y="3110654"/>
                  </a:lnTo>
                  <a:lnTo>
                    <a:pt x="2402364" y="3110654"/>
                  </a:lnTo>
                  <a:lnTo>
                    <a:pt x="2402364" y="3110223"/>
                  </a:lnTo>
                  <a:lnTo>
                    <a:pt x="2402522" y="3110223"/>
                  </a:lnTo>
                  <a:lnTo>
                    <a:pt x="2402522" y="3109793"/>
                  </a:lnTo>
                  <a:lnTo>
                    <a:pt x="2402680" y="3109793"/>
                  </a:lnTo>
                  <a:lnTo>
                    <a:pt x="2402837" y="3109793"/>
                  </a:lnTo>
                  <a:lnTo>
                    <a:pt x="2402837" y="3109362"/>
                  </a:lnTo>
                  <a:lnTo>
                    <a:pt x="2402995" y="3109362"/>
                  </a:lnTo>
                  <a:lnTo>
                    <a:pt x="2403153" y="3109362"/>
                  </a:lnTo>
                  <a:lnTo>
                    <a:pt x="2403311" y="3109362"/>
                  </a:lnTo>
                  <a:lnTo>
                    <a:pt x="2403468" y="3109362"/>
                  </a:lnTo>
                  <a:lnTo>
                    <a:pt x="2403626" y="3109362"/>
                  </a:lnTo>
                  <a:lnTo>
                    <a:pt x="2403784" y="3109362"/>
                  </a:lnTo>
                  <a:lnTo>
                    <a:pt x="2403941" y="3109362"/>
                  </a:lnTo>
                  <a:lnTo>
                    <a:pt x="2403941" y="3108932"/>
                  </a:lnTo>
                  <a:lnTo>
                    <a:pt x="2404099" y="3108932"/>
                  </a:lnTo>
                  <a:lnTo>
                    <a:pt x="2404257" y="3108932"/>
                  </a:lnTo>
                  <a:lnTo>
                    <a:pt x="2404415" y="3108932"/>
                  </a:lnTo>
                  <a:lnTo>
                    <a:pt x="2404572" y="3108932"/>
                  </a:lnTo>
                  <a:lnTo>
                    <a:pt x="2404572" y="3108501"/>
                  </a:lnTo>
                  <a:lnTo>
                    <a:pt x="2404730" y="3108501"/>
                  </a:lnTo>
                  <a:lnTo>
                    <a:pt x="2404730" y="3108070"/>
                  </a:lnTo>
                  <a:lnTo>
                    <a:pt x="2404888" y="3108070"/>
                  </a:lnTo>
                  <a:lnTo>
                    <a:pt x="2405046" y="3108070"/>
                  </a:lnTo>
                  <a:lnTo>
                    <a:pt x="2405046" y="3107640"/>
                  </a:lnTo>
                  <a:lnTo>
                    <a:pt x="2405203" y="3107640"/>
                  </a:lnTo>
                  <a:lnTo>
                    <a:pt x="2405361" y="3107640"/>
                  </a:lnTo>
                  <a:lnTo>
                    <a:pt x="2405519" y="3107640"/>
                  </a:lnTo>
                  <a:lnTo>
                    <a:pt x="2405676" y="3107640"/>
                  </a:lnTo>
                  <a:lnTo>
                    <a:pt x="2405676" y="3107209"/>
                  </a:lnTo>
                  <a:lnTo>
                    <a:pt x="2405834" y="3107209"/>
                  </a:lnTo>
                  <a:lnTo>
                    <a:pt x="2405992" y="3107209"/>
                  </a:lnTo>
                  <a:lnTo>
                    <a:pt x="2406150" y="3107209"/>
                  </a:lnTo>
                  <a:lnTo>
                    <a:pt x="2406307" y="3107209"/>
                  </a:lnTo>
                  <a:lnTo>
                    <a:pt x="2406307" y="3106779"/>
                  </a:lnTo>
                  <a:lnTo>
                    <a:pt x="2406465" y="3106779"/>
                  </a:lnTo>
                  <a:lnTo>
                    <a:pt x="2406623" y="3106779"/>
                  </a:lnTo>
                  <a:lnTo>
                    <a:pt x="2406780" y="3106779"/>
                  </a:lnTo>
                  <a:lnTo>
                    <a:pt x="2406938" y="3106779"/>
                  </a:lnTo>
                  <a:lnTo>
                    <a:pt x="2407096" y="3106779"/>
                  </a:lnTo>
                  <a:lnTo>
                    <a:pt x="2407254" y="3106779"/>
                  </a:lnTo>
                  <a:lnTo>
                    <a:pt x="2407254" y="3106348"/>
                  </a:lnTo>
                  <a:lnTo>
                    <a:pt x="2407411" y="3106348"/>
                  </a:lnTo>
                  <a:lnTo>
                    <a:pt x="2407569" y="3106348"/>
                  </a:lnTo>
                  <a:lnTo>
                    <a:pt x="2407569" y="3105917"/>
                  </a:lnTo>
                  <a:lnTo>
                    <a:pt x="2407727" y="3105917"/>
                  </a:lnTo>
                  <a:lnTo>
                    <a:pt x="2407884" y="3105917"/>
                  </a:lnTo>
                  <a:lnTo>
                    <a:pt x="2408042" y="3105917"/>
                  </a:lnTo>
                  <a:lnTo>
                    <a:pt x="2408042" y="3105487"/>
                  </a:lnTo>
                  <a:lnTo>
                    <a:pt x="2408200" y="3105487"/>
                  </a:lnTo>
                  <a:lnTo>
                    <a:pt x="2408200" y="3105056"/>
                  </a:lnTo>
                  <a:lnTo>
                    <a:pt x="2408358" y="3105056"/>
                  </a:lnTo>
                  <a:lnTo>
                    <a:pt x="2408358" y="3104626"/>
                  </a:lnTo>
                  <a:lnTo>
                    <a:pt x="2408358" y="3104195"/>
                  </a:lnTo>
                  <a:lnTo>
                    <a:pt x="2408515" y="3104195"/>
                  </a:lnTo>
                  <a:lnTo>
                    <a:pt x="2408673" y="3104195"/>
                  </a:lnTo>
                  <a:lnTo>
                    <a:pt x="2408673" y="3103764"/>
                  </a:lnTo>
                  <a:lnTo>
                    <a:pt x="2408673" y="3103334"/>
                  </a:lnTo>
                  <a:lnTo>
                    <a:pt x="2408831" y="3103334"/>
                  </a:lnTo>
                  <a:lnTo>
                    <a:pt x="2408988" y="3103334"/>
                  </a:lnTo>
                  <a:lnTo>
                    <a:pt x="2409146" y="3103334"/>
                  </a:lnTo>
                  <a:lnTo>
                    <a:pt x="2409304" y="3103334"/>
                  </a:lnTo>
                  <a:lnTo>
                    <a:pt x="2409462" y="3103334"/>
                  </a:lnTo>
                  <a:lnTo>
                    <a:pt x="2409619" y="3103334"/>
                  </a:lnTo>
                  <a:lnTo>
                    <a:pt x="2409777" y="3103334"/>
                  </a:lnTo>
                  <a:lnTo>
                    <a:pt x="2409935" y="3103334"/>
                  </a:lnTo>
                  <a:lnTo>
                    <a:pt x="2410093" y="3103334"/>
                  </a:lnTo>
                  <a:lnTo>
                    <a:pt x="2410250" y="3103334"/>
                  </a:lnTo>
                  <a:lnTo>
                    <a:pt x="2410250" y="3102903"/>
                  </a:lnTo>
                  <a:lnTo>
                    <a:pt x="2410408" y="3102903"/>
                  </a:lnTo>
                  <a:lnTo>
                    <a:pt x="2410566" y="3102903"/>
                  </a:lnTo>
                  <a:lnTo>
                    <a:pt x="2410723" y="3102903"/>
                  </a:lnTo>
                  <a:lnTo>
                    <a:pt x="2410881" y="3102903"/>
                  </a:lnTo>
                  <a:lnTo>
                    <a:pt x="2411039" y="3102903"/>
                  </a:lnTo>
                  <a:lnTo>
                    <a:pt x="2411039" y="3102473"/>
                  </a:lnTo>
                  <a:lnTo>
                    <a:pt x="2411039" y="3102042"/>
                  </a:lnTo>
                  <a:lnTo>
                    <a:pt x="2411197" y="3102042"/>
                  </a:lnTo>
                  <a:lnTo>
                    <a:pt x="2411354" y="3102042"/>
                  </a:lnTo>
                  <a:lnTo>
                    <a:pt x="2411354" y="3101611"/>
                  </a:lnTo>
                  <a:lnTo>
                    <a:pt x="2411354" y="3101181"/>
                  </a:lnTo>
                  <a:lnTo>
                    <a:pt x="2411512" y="3101181"/>
                  </a:lnTo>
                  <a:lnTo>
                    <a:pt x="2411670" y="3101181"/>
                  </a:lnTo>
                  <a:lnTo>
                    <a:pt x="2411827" y="3101181"/>
                  </a:lnTo>
                  <a:lnTo>
                    <a:pt x="2411985" y="3101181"/>
                  </a:lnTo>
                  <a:lnTo>
                    <a:pt x="2412143" y="3101181"/>
                  </a:lnTo>
                  <a:lnTo>
                    <a:pt x="2412143" y="3100750"/>
                  </a:lnTo>
                  <a:lnTo>
                    <a:pt x="2412301" y="3100750"/>
                  </a:lnTo>
                  <a:lnTo>
                    <a:pt x="2412301" y="3100320"/>
                  </a:lnTo>
                  <a:lnTo>
                    <a:pt x="2412458" y="3100320"/>
                  </a:lnTo>
                  <a:lnTo>
                    <a:pt x="2412616" y="3100320"/>
                  </a:lnTo>
                  <a:lnTo>
                    <a:pt x="2412774" y="3100320"/>
                  </a:lnTo>
                  <a:lnTo>
                    <a:pt x="2412774" y="3099889"/>
                  </a:lnTo>
                  <a:lnTo>
                    <a:pt x="2412931" y="3099889"/>
                  </a:lnTo>
                  <a:lnTo>
                    <a:pt x="2413089" y="3099889"/>
                  </a:lnTo>
                  <a:lnTo>
                    <a:pt x="2413089" y="3099458"/>
                  </a:lnTo>
                  <a:lnTo>
                    <a:pt x="2413089" y="3099028"/>
                  </a:lnTo>
                  <a:lnTo>
                    <a:pt x="2413247" y="3099028"/>
                  </a:lnTo>
                  <a:lnTo>
                    <a:pt x="2413405" y="3099028"/>
                  </a:lnTo>
                  <a:lnTo>
                    <a:pt x="2413562" y="3099028"/>
                  </a:lnTo>
                  <a:lnTo>
                    <a:pt x="2413720" y="3099028"/>
                  </a:lnTo>
                  <a:lnTo>
                    <a:pt x="2413878" y="3099028"/>
                  </a:lnTo>
                  <a:lnTo>
                    <a:pt x="2413878" y="3098597"/>
                  </a:lnTo>
                  <a:lnTo>
                    <a:pt x="2414035" y="3098597"/>
                  </a:lnTo>
                  <a:lnTo>
                    <a:pt x="2414193" y="3098597"/>
                  </a:lnTo>
                  <a:lnTo>
                    <a:pt x="2414351" y="3098597"/>
                  </a:lnTo>
                  <a:lnTo>
                    <a:pt x="2414509" y="3098597"/>
                  </a:lnTo>
                  <a:lnTo>
                    <a:pt x="2414509" y="3098167"/>
                  </a:lnTo>
                  <a:lnTo>
                    <a:pt x="2414666" y="3098167"/>
                  </a:lnTo>
                  <a:lnTo>
                    <a:pt x="2414824" y="3098167"/>
                  </a:lnTo>
                  <a:lnTo>
                    <a:pt x="2414982" y="3098167"/>
                  </a:lnTo>
                  <a:lnTo>
                    <a:pt x="2414982" y="3097736"/>
                  </a:lnTo>
                  <a:lnTo>
                    <a:pt x="2415139" y="3097736"/>
                  </a:lnTo>
                  <a:lnTo>
                    <a:pt x="2415297" y="3097736"/>
                  </a:lnTo>
                  <a:lnTo>
                    <a:pt x="2415297" y="3097305"/>
                  </a:lnTo>
                  <a:lnTo>
                    <a:pt x="2415455" y="3097305"/>
                  </a:lnTo>
                  <a:lnTo>
                    <a:pt x="2415613" y="3097305"/>
                  </a:lnTo>
                  <a:lnTo>
                    <a:pt x="2415613" y="3096875"/>
                  </a:lnTo>
                  <a:lnTo>
                    <a:pt x="2415613" y="3096444"/>
                  </a:lnTo>
                  <a:lnTo>
                    <a:pt x="2415613" y="3096014"/>
                  </a:lnTo>
                  <a:lnTo>
                    <a:pt x="2415770" y="3096014"/>
                  </a:lnTo>
                  <a:lnTo>
                    <a:pt x="2415928" y="3096014"/>
                  </a:lnTo>
                  <a:lnTo>
                    <a:pt x="2415928" y="3095583"/>
                  </a:lnTo>
                  <a:lnTo>
                    <a:pt x="2416086" y="3095583"/>
                  </a:lnTo>
                  <a:lnTo>
                    <a:pt x="2416244" y="3095583"/>
                  </a:lnTo>
                  <a:lnTo>
                    <a:pt x="2416401" y="3095583"/>
                  </a:lnTo>
                  <a:lnTo>
                    <a:pt x="2416559" y="3095583"/>
                  </a:lnTo>
                  <a:lnTo>
                    <a:pt x="2416717" y="3095583"/>
                  </a:lnTo>
                  <a:lnTo>
                    <a:pt x="2416717" y="3095152"/>
                  </a:lnTo>
                  <a:lnTo>
                    <a:pt x="2416874" y="3095152"/>
                  </a:lnTo>
                  <a:lnTo>
                    <a:pt x="2416874" y="3094722"/>
                  </a:lnTo>
                  <a:lnTo>
                    <a:pt x="2417032" y="3094722"/>
                  </a:lnTo>
                  <a:lnTo>
                    <a:pt x="2417190" y="3094722"/>
                  </a:lnTo>
                  <a:lnTo>
                    <a:pt x="2417190" y="3094291"/>
                  </a:lnTo>
                  <a:lnTo>
                    <a:pt x="2417348" y="3094291"/>
                  </a:lnTo>
                  <a:lnTo>
                    <a:pt x="2417348" y="3093861"/>
                  </a:lnTo>
                  <a:lnTo>
                    <a:pt x="2417505" y="3093861"/>
                  </a:lnTo>
                  <a:lnTo>
                    <a:pt x="2417663" y="3093861"/>
                  </a:lnTo>
                  <a:lnTo>
                    <a:pt x="2417821" y="3093861"/>
                  </a:lnTo>
                  <a:lnTo>
                    <a:pt x="2417821" y="3093430"/>
                  </a:lnTo>
                  <a:lnTo>
                    <a:pt x="2417978" y="3093430"/>
                  </a:lnTo>
                  <a:lnTo>
                    <a:pt x="2418136" y="3093430"/>
                  </a:lnTo>
                  <a:lnTo>
                    <a:pt x="2418136" y="3092999"/>
                  </a:lnTo>
                  <a:lnTo>
                    <a:pt x="2418294" y="3092999"/>
                  </a:lnTo>
                  <a:lnTo>
                    <a:pt x="2418294" y="3092569"/>
                  </a:lnTo>
                  <a:lnTo>
                    <a:pt x="2418452" y="3092569"/>
                  </a:lnTo>
                  <a:lnTo>
                    <a:pt x="2418452" y="3092138"/>
                  </a:lnTo>
                  <a:lnTo>
                    <a:pt x="2418609" y="3092138"/>
                  </a:lnTo>
                  <a:lnTo>
                    <a:pt x="2418767" y="3092138"/>
                  </a:lnTo>
                  <a:lnTo>
                    <a:pt x="2418925" y="3092138"/>
                  </a:lnTo>
                  <a:lnTo>
                    <a:pt x="2419082" y="3092138"/>
                  </a:lnTo>
                  <a:lnTo>
                    <a:pt x="2419240" y="3092138"/>
                  </a:lnTo>
                  <a:lnTo>
                    <a:pt x="2419240" y="3091708"/>
                  </a:lnTo>
                  <a:lnTo>
                    <a:pt x="2419398" y="3091708"/>
                  </a:lnTo>
                  <a:lnTo>
                    <a:pt x="2419556" y="3091708"/>
                  </a:lnTo>
                  <a:lnTo>
                    <a:pt x="2419556" y="3091277"/>
                  </a:lnTo>
                  <a:lnTo>
                    <a:pt x="2419713" y="3091277"/>
                  </a:lnTo>
                  <a:lnTo>
                    <a:pt x="2419871" y="3091277"/>
                  </a:lnTo>
                  <a:lnTo>
                    <a:pt x="2420029" y="3091277"/>
                  </a:lnTo>
                  <a:lnTo>
                    <a:pt x="2420186" y="3091277"/>
                  </a:lnTo>
                  <a:lnTo>
                    <a:pt x="2420344" y="3091277"/>
                  </a:lnTo>
                  <a:lnTo>
                    <a:pt x="2420344" y="3090846"/>
                  </a:lnTo>
                  <a:lnTo>
                    <a:pt x="2420502" y="3090846"/>
                  </a:lnTo>
                  <a:lnTo>
                    <a:pt x="2420660" y="3090846"/>
                  </a:lnTo>
                  <a:lnTo>
                    <a:pt x="2420817" y="3090846"/>
                  </a:lnTo>
                  <a:lnTo>
                    <a:pt x="2420975" y="3090846"/>
                  </a:lnTo>
                  <a:lnTo>
                    <a:pt x="2421133" y="3090846"/>
                  </a:lnTo>
                  <a:lnTo>
                    <a:pt x="2421291" y="3090846"/>
                  </a:lnTo>
                  <a:lnTo>
                    <a:pt x="2421448" y="3090846"/>
                  </a:lnTo>
                  <a:lnTo>
                    <a:pt x="2421606" y="3090846"/>
                  </a:lnTo>
                  <a:lnTo>
                    <a:pt x="2421606" y="3090416"/>
                  </a:lnTo>
                  <a:lnTo>
                    <a:pt x="2421606" y="3089985"/>
                  </a:lnTo>
                  <a:lnTo>
                    <a:pt x="2421606" y="3089555"/>
                  </a:lnTo>
                  <a:lnTo>
                    <a:pt x="2421764" y="3089555"/>
                  </a:lnTo>
                  <a:lnTo>
                    <a:pt x="2421921" y="3089555"/>
                  </a:lnTo>
                  <a:lnTo>
                    <a:pt x="2422079" y="3089555"/>
                  </a:lnTo>
                  <a:lnTo>
                    <a:pt x="2422237" y="3089555"/>
                  </a:lnTo>
                  <a:lnTo>
                    <a:pt x="2422237" y="3089124"/>
                  </a:lnTo>
                  <a:lnTo>
                    <a:pt x="2422395" y="3089124"/>
                  </a:lnTo>
                  <a:lnTo>
                    <a:pt x="2422552" y="3089124"/>
                  </a:lnTo>
                  <a:lnTo>
                    <a:pt x="2422710" y="3089124"/>
                  </a:lnTo>
                  <a:lnTo>
                    <a:pt x="2422710" y="3088693"/>
                  </a:lnTo>
                  <a:lnTo>
                    <a:pt x="2422868" y="3088693"/>
                  </a:lnTo>
                  <a:lnTo>
                    <a:pt x="2422868" y="3088263"/>
                  </a:lnTo>
                  <a:lnTo>
                    <a:pt x="2423025" y="3088263"/>
                  </a:lnTo>
                  <a:lnTo>
                    <a:pt x="2423025" y="3087832"/>
                  </a:lnTo>
                  <a:lnTo>
                    <a:pt x="2423183" y="3087832"/>
                  </a:lnTo>
                  <a:lnTo>
                    <a:pt x="2423341" y="3087832"/>
                  </a:lnTo>
                  <a:lnTo>
                    <a:pt x="2423341" y="3087402"/>
                  </a:lnTo>
                  <a:lnTo>
                    <a:pt x="2423341" y="3086971"/>
                  </a:lnTo>
                  <a:lnTo>
                    <a:pt x="2423499" y="3086971"/>
                  </a:lnTo>
                  <a:lnTo>
                    <a:pt x="2423656" y="3086971"/>
                  </a:lnTo>
                  <a:lnTo>
                    <a:pt x="2423656" y="3086540"/>
                  </a:lnTo>
                  <a:lnTo>
                    <a:pt x="2423656" y="3086110"/>
                  </a:lnTo>
                  <a:lnTo>
                    <a:pt x="2423656" y="3085679"/>
                  </a:lnTo>
                  <a:lnTo>
                    <a:pt x="2423814" y="3085679"/>
                  </a:lnTo>
                  <a:lnTo>
                    <a:pt x="2423814" y="3085249"/>
                  </a:lnTo>
                  <a:lnTo>
                    <a:pt x="2423814" y="3084818"/>
                  </a:lnTo>
                  <a:lnTo>
                    <a:pt x="2423972" y="3084818"/>
                  </a:lnTo>
                  <a:lnTo>
                    <a:pt x="2424129" y="3084818"/>
                  </a:lnTo>
                  <a:lnTo>
                    <a:pt x="2424287" y="3084818"/>
                  </a:lnTo>
                  <a:lnTo>
                    <a:pt x="2424287" y="3084387"/>
                  </a:lnTo>
                  <a:lnTo>
                    <a:pt x="2424445" y="3084387"/>
                  </a:lnTo>
                  <a:lnTo>
                    <a:pt x="2424445" y="3083957"/>
                  </a:lnTo>
                  <a:lnTo>
                    <a:pt x="2424603" y="3083957"/>
                  </a:lnTo>
                  <a:lnTo>
                    <a:pt x="2424760" y="3083957"/>
                  </a:lnTo>
                  <a:lnTo>
                    <a:pt x="2424918" y="3083957"/>
                  </a:lnTo>
                  <a:lnTo>
                    <a:pt x="2425076" y="3083957"/>
                  </a:lnTo>
                  <a:lnTo>
                    <a:pt x="2425076" y="3083526"/>
                  </a:lnTo>
                  <a:lnTo>
                    <a:pt x="2425233" y="3083526"/>
                  </a:lnTo>
                  <a:lnTo>
                    <a:pt x="2425391" y="3083526"/>
                  </a:lnTo>
                  <a:lnTo>
                    <a:pt x="2425391" y="3083096"/>
                  </a:lnTo>
                  <a:lnTo>
                    <a:pt x="2425549" y="3083096"/>
                  </a:lnTo>
                  <a:lnTo>
                    <a:pt x="2425707" y="3083096"/>
                  </a:lnTo>
                  <a:lnTo>
                    <a:pt x="2425707" y="3082665"/>
                  </a:lnTo>
                  <a:lnTo>
                    <a:pt x="2425707" y="3082234"/>
                  </a:lnTo>
                  <a:lnTo>
                    <a:pt x="2425864" y="3082234"/>
                  </a:lnTo>
                  <a:lnTo>
                    <a:pt x="2426022" y="3082234"/>
                  </a:lnTo>
                  <a:lnTo>
                    <a:pt x="2426022" y="3081804"/>
                  </a:lnTo>
                  <a:lnTo>
                    <a:pt x="2426180" y="3081804"/>
                  </a:lnTo>
                  <a:lnTo>
                    <a:pt x="2426337" y="3081804"/>
                  </a:lnTo>
                  <a:lnTo>
                    <a:pt x="2426495" y="3081804"/>
                  </a:lnTo>
                  <a:lnTo>
                    <a:pt x="2426653" y="3081804"/>
                  </a:lnTo>
                  <a:lnTo>
                    <a:pt x="2426653" y="3081373"/>
                  </a:lnTo>
                  <a:lnTo>
                    <a:pt x="2426811" y="3081373"/>
                  </a:lnTo>
                  <a:lnTo>
                    <a:pt x="2426968" y="3081373"/>
                  </a:lnTo>
                  <a:lnTo>
                    <a:pt x="2427126" y="3081373"/>
                  </a:lnTo>
                  <a:lnTo>
                    <a:pt x="2427284" y="3081373"/>
                  </a:lnTo>
                  <a:lnTo>
                    <a:pt x="2427442" y="3081373"/>
                  </a:lnTo>
                  <a:lnTo>
                    <a:pt x="2427599" y="3081373"/>
                  </a:lnTo>
                  <a:lnTo>
                    <a:pt x="2427757" y="3081373"/>
                  </a:lnTo>
                  <a:lnTo>
                    <a:pt x="2427915" y="3081373"/>
                  </a:lnTo>
                  <a:lnTo>
                    <a:pt x="2428072" y="3081373"/>
                  </a:lnTo>
                  <a:lnTo>
                    <a:pt x="2428230" y="3081373"/>
                  </a:lnTo>
                  <a:lnTo>
                    <a:pt x="2428388" y="3081373"/>
                  </a:lnTo>
                  <a:lnTo>
                    <a:pt x="2428388" y="3080943"/>
                  </a:lnTo>
                  <a:lnTo>
                    <a:pt x="2428546" y="3080943"/>
                  </a:lnTo>
                  <a:lnTo>
                    <a:pt x="2428703" y="3080943"/>
                  </a:lnTo>
                  <a:lnTo>
                    <a:pt x="2428861" y="3080943"/>
                  </a:lnTo>
                  <a:lnTo>
                    <a:pt x="2429019" y="3080943"/>
                  </a:lnTo>
                  <a:lnTo>
                    <a:pt x="2429019" y="3080512"/>
                  </a:lnTo>
                  <a:lnTo>
                    <a:pt x="2429176" y="3080512"/>
                  </a:lnTo>
                  <a:lnTo>
                    <a:pt x="2429334" y="3080512"/>
                  </a:lnTo>
                  <a:lnTo>
                    <a:pt x="2429334" y="3080081"/>
                  </a:lnTo>
                  <a:lnTo>
                    <a:pt x="2429334" y="3079651"/>
                  </a:lnTo>
                  <a:lnTo>
                    <a:pt x="2429334" y="3079220"/>
                  </a:lnTo>
                  <a:lnTo>
                    <a:pt x="2429334" y="3078790"/>
                  </a:lnTo>
                  <a:lnTo>
                    <a:pt x="2429492" y="3078790"/>
                  </a:lnTo>
                  <a:lnTo>
                    <a:pt x="2429650" y="3078790"/>
                  </a:lnTo>
                  <a:lnTo>
                    <a:pt x="2429807" y="3078790"/>
                  </a:lnTo>
                  <a:lnTo>
                    <a:pt x="2429807" y="3078359"/>
                  </a:lnTo>
                  <a:lnTo>
                    <a:pt x="2429965" y="3078359"/>
                  </a:lnTo>
                  <a:lnTo>
                    <a:pt x="2430123" y="3078359"/>
                  </a:lnTo>
                  <a:lnTo>
                    <a:pt x="2430280" y="3078359"/>
                  </a:lnTo>
                  <a:lnTo>
                    <a:pt x="2430280" y="3077928"/>
                  </a:lnTo>
                  <a:lnTo>
                    <a:pt x="2430438" y="3077928"/>
                  </a:lnTo>
                  <a:lnTo>
                    <a:pt x="2430438" y="3077498"/>
                  </a:lnTo>
                  <a:lnTo>
                    <a:pt x="2430596" y="3077498"/>
                  </a:lnTo>
                  <a:lnTo>
                    <a:pt x="2430754" y="3077498"/>
                  </a:lnTo>
                  <a:lnTo>
                    <a:pt x="2430754" y="3077067"/>
                  </a:lnTo>
                  <a:lnTo>
                    <a:pt x="2430911" y="3077067"/>
                  </a:lnTo>
                  <a:lnTo>
                    <a:pt x="2431069" y="3077067"/>
                  </a:lnTo>
                  <a:lnTo>
                    <a:pt x="2431069" y="3076637"/>
                  </a:lnTo>
                  <a:lnTo>
                    <a:pt x="2431227" y="3076637"/>
                  </a:lnTo>
                  <a:lnTo>
                    <a:pt x="2431384" y="3076637"/>
                  </a:lnTo>
                  <a:lnTo>
                    <a:pt x="2431384" y="3076206"/>
                  </a:lnTo>
                  <a:lnTo>
                    <a:pt x="2431542" y="3076206"/>
                  </a:lnTo>
                  <a:lnTo>
                    <a:pt x="2431542" y="3075775"/>
                  </a:lnTo>
                  <a:lnTo>
                    <a:pt x="2431542" y="3075345"/>
                  </a:lnTo>
                  <a:lnTo>
                    <a:pt x="2431700" y="3075345"/>
                  </a:lnTo>
                  <a:lnTo>
                    <a:pt x="2431858" y="3075345"/>
                  </a:lnTo>
                  <a:lnTo>
                    <a:pt x="2432015" y="3075345"/>
                  </a:lnTo>
                  <a:lnTo>
                    <a:pt x="2432173" y="3075345"/>
                  </a:lnTo>
                  <a:lnTo>
                    <a:pt x="2432331" y="3075345"/>
                  </a:lnTo>
                  <a:lnTo>
                    <a:pt x="2432331" y="3074914"/>
                  </a:lnTo>
                  <a:lnTo>
                    <a:pt x="2432489" y="3074914"/>
                  </a:lnTo>
                  <a:lnTo>
                    <a:pt x="2432646" y="3074914"/>
                  </a:lnTo>
                  <a:lnTo>
                    <a:pt x="2432646" y="3074484"/>
                  </a:lnTo>
                  <a:lnTo>
                    <a:pt x="2432646" y="3074053"/>
                  </a:lnTo>
                  <a:lnTo>
                    <a:pt x="2432804" y="3074053"/>
                  </a:lnTo>
                  <a:lnTo>
                    <a:pt x="2432962" y="3074053"/>
                  </a:lnTo>
                  <a:lnTo>
                    <a:pt x="2433119" y="3074053"/>
                  </a:lnTo>
                  <a:lnTo>
                    <a:pt x="2433119" y="3073622"/>
                  </a:lnTo>
                  <a:lnTo>
                    <a:pt x="2433277" y="3073622"/>
                  </a:lnTo>
                  <a:lnTo>
                    <a:pt x="2433435" y="3073622"/>
                  </a:lnTo>
                  <a:lnTo>
                    <a:pt x="2433593" y="3073622"/>
                  </a:lnTo>
                  <a:lnTo>
                    <a:pt x="2433750" y="3073622"/>
                  </a:lnTo>
                  <a:lnTo>
                    <a:pt x="2433908" y="3073622"/>
                  </a:lnTo>
                  <a:lnTo>
                    <a:pt x="2434066" y="3073622"/>
                  </a:lnTo>
                  <a:lnTo>
                    <a:pt x="2434066" y="3073192"/>
                  </a:lnTo>
                  <a:lnTo>
                    <a:pt x="2434066" y="3072761"/>
                  </a:lnTo>
                  <a:lnTo>
                    <a:pt x="2434223" y="3072761"/>
                  </a:lnTo>
                  <a:lnTo>
                    <a:pt x="2434223" y="3072331"/>
                  </a:lnTo>
                  <a:lnTo>
                    <a:pt x="2434381" y="3072331"/>
                  </a:lnTo>
                  <a:lnTo>
                    <a:pt x="2434539" y="3072331"/>
                  </a:lnTo>
                  <a:lnTo>
                    <a:pt x="2434697" y="3072331"/>
                  </a:lnTo>
                  <a:lnTo>
                    <a:pt x="2434697" y="3071900"/>
                  </a:lnTo>
                  <a:lnTo>
                    <a:pt x="2434854" y="3071900"/>
                  </a:lnTo>
                  <a:lnTo>
                    <a:pt x="2435012" y="3071900"/>
                  </a:lnTo>
                  <a:lnTo>
                    <a:pt x="2435012" y="3071469"/>
                  </a:lnTo>
                  <a:lnTo>
                    <a:pt x="2435170" y="3071469"/>
                  </a:lnTo>
                  <a:lnTo>
                    <a:pt x="2435327" y="3071469"/>
                  </a:lnTo>
                  <a:lnTo>
                    <a:pt x="2435485" y="3071469"/>
                  </a:lnTo>
                  <a:lnTo>
                    <a:pt x="2435485" y="3071039"/>
                  </a:lnTo>
                  <a:lnTo>
                    <a:pt x="2435485" y="3070608"/>
                  </a:lnTo>
                  <a:lnTo>
                    <a:pt x="2435643" y="3070608"/>
                  </a:lnTo>
                  <a:lnTo>
                    <a:pt x="2435801" y="3070608"/>
                  </a:lnTo>
                  <a:lnTo>
                    <a:pt x="2435801" y="3070178"/>
                  </a:lnTo>
                  <a:lnTo>
                    <a:pt x="2435801" y="3069747"/>
                  </a:lnTo>
                  <a:lnTo>
                    <a:pt x="2435958" y="3069747"/>
                  </a:lnTo>
                  <a:lnTo>
                    <a:pt x="2435958" y="3069316"/>
                  </a:lnTo>
                  <a:lnTo>
                    <a:pt x="2436116" y="3069316"/>
                  </a:lnTo>
                  <a:lnTo>
                    <a:pt x="2436274" y="3069316"/>
                  </a:lnTo>
                  <a:lnTo>
                    <a:pt x="2436431" y="3069316"/>
                  </a:lnTo>
                  <a:lnTo>
                    <a:pt x="2436589" y="3069316"/>
                  </a:lnTo>
                  <a:lnTo>
                    <a:pt x="2436589" y="3068886"/>
                  </a:lnTo>
                  <a:lnTo>
                    <a:pt x="2436747" y="3068886"/>
                  </a:lnTo>
                  <a:lnTo>
                    <a:pt x="2436905" y="3068886"/>
                  </a:lnTo>
                  <a:lnTo>
                    <a:pt x="2436905" y="3068455"/>
                  </a:lnTo>
                  <a:lnTo>
                    <a:pt x="2437062" y="3068455"/>
                  </a:lnTo>
                  <a:lnTo>
                    <a:pt x="2437062" y="3068025"/>
                  </a:lnTo>
                  <a:lnTo>
                    <a:pt x="2437220" y="3068025"/>
                  </a:lnTo>
                  <a:lnTo>
                    <a:pt x="2437378" y="3068025"/>
                  </a:lnTo>
                  <a:lnTo>
                    <a:pt x="2437535" y="3068025"/>
                  </a:lnTo>
                  <a:lnTo>
                    <a:pt x="2437693" y="3068025"/>
                  </a:lnTo>
                  <a:lnTo>
                    <a:pt x="2437693" y="3067594"/>
                  </a:lnTo>
                  <a:lnTo>
                    <a:pt x="2437693" y="3067163"/>
                  </a:lnTo>
                  <a:lnTo>
                    <a:pt x="2437851" y="3067163"/>
                  </a:lnTo>
                  <a:lnTo>
                    <a:pt x="2437851" y="3066733"/>
                  </a:lnTo>
                  <a:lnTo>
                    <a:pt x="2438009" y="3066733"/>
                  </a:lnTo>
                  <a:lnTo>
                    <a:pt x="2438166" y="3066733"/>
                  </a:lnTo>
                  <a:lnTo>
                    <a:pt x="2438324" y="3066733"/>
                  </a:lnTo>
                  <a:lnTo>
                    <a:pt x="2438324" y="3066302"/>
                  </a:lnTo>
                  <a:lnTo>
                    <a:pt x="2438324" y="3065872"/>
                  </a:lnTo>
                  <a:lnTo>
                    <a:pt x="2438482" y="3065872"/>
                  </a:lnTo>
                  <a:lnTo>
                    <a:pt x="2438640" y="3065872"/>
                  </a:lnTo>
                  <a:lnTo>
                    <a:pt x="2438640" y="3065441"/>
                  </a:lnTo>
                  <a:lnTo>
                    <a:pt x="2438797" y="3065441"/>
                  </a:lnTo>
                  <a:lnTo>
                    <a:pt x="2438797" y="3065010"/>
                  </a:lnTo>
                  <a:lnTo>
                    <a:pt x="2438955" y="3065010"/>
                  </a:lnTo>
                  <a:lnTo>
                    <a:pt x="2439113" y="3065010"/>
                  </a:lnTo>
                  <a:lnTo>
                    <a:pt x="2439270" y="3065010"/>
                  </a:lnTo>
                  <a:lnTo>
                    <a:pt x="2439428" y="3065010"/>
                  </a:lnTo>
                  <a:lnTo>
                    <a:pt x="2439428" y="3064580"/>
                  </a:lnTo>
                  <a:lnTo>
                    <a:pt x="2439586" y="3064580"/>
                  </a:lnTo>
                  <a:lnTo>
                    <a:pt x="2439586" y="3064149"/>
                  </a:lnTo>
                  <a:lnTo>
                    <a:pt x="2439744" y="3064149"/>
                  </a:lnTo>
                  <a:lnTo>
                    <a:pt x="2439901" y="3064149"/>
                  </a:lnTo>
                  <a:lnTo>
                    <a:pt x="2439901" y="3063719"/>
                  </a:lnTo>
                  <a:lnTo>
                    <a:pt x="2440059" y="3063719"/>
                  </a:lnTo>
                  <a:lnTo>
                    <a:pt x="2440217" y="3063719"/>
                  </a:lnTo>
                  <a:lnTo>
                    <a:pt x="2440374" y="3063719"/>
                  </a:lnTo>
                  <a:lnTo>
                    <a:pt x="2440532" y="3063719"/>
                  </a:lnTo>
                  <a:lnTo>
                    <a:pt x="2440690" y="3063719"/>
                  </a:lnTo>
                  <a:lnTo>
                    <a:pt x="2440690" y="3063288"/>
                  </a:lnTo>
                  <a:lnTo>
                    <a:pt x="2440848" y="3063288"/>
                  </a:lnTo>
                  <a:lnTo>
                    <a:pt x="2441005" y="3063288"/>
                  </a:lnTo>
                  <a:lnTo>
                    <a:pt x="2441163" y="3063288"/>
                  </a:lnTo>
                  <a:lnTo>
                    <a:pt x="2441321" y="3063288"/>
                  </a:lnTo>
                  <a:lnTo>
                    <a:pt x="2441478" y="3063288"/>
                  </a:lnTo>
                  <a:lnTo>
                    <a:pt x="2441636" y="3063288"/>
                  </a:lnTo>
                  <a:lnTo>
                    <a:pt x="2441794" y="3063288"/>
                  </a:lnTo>
                  <a:lnTo>
                    <a:pt x="2441794" y="3062857"/>
                  </a:lnTo>
                  <a:lnTo>
                    <a:pt x="2441952" y="3062857"/>
                  </a:lnTo>
                  <a:lnTo>
                    <a:pt x="2442109" y="3062857"/>
                  </a:lnTo>
                  <a:lnTo>
                    <a:pt x="2442109" y="3062427"/>
                  </a:lnTo>
                  <a:lnTo>
                    <a:pt x="2442109" y="3061996"/>
                  </a:lnTo>
                  <a:lnTo>
                    <a:pt x="2442267" y="3061996"/>
                  </a:lnTo>
                  <a:lnTo>
                    <a:pt x="2442425" y="3061996"/>
                  </a:lnTo>
                  <a:lnTo>
                    <a:pt x="2442582" y="3061996"/>
                  </a:lnTo>
                  <a:lnTo>
                    <a:pt x="2442582" y="3061566"/>
                  </a:lnTo>
                  <a:lnTo>
                    <a:pt x="2442582" y="3061135"/>
                  </a:lnTo>
                  <a:lnTo>
                    <a:pt x="2442582" y="3060704"/>
                  </a:lnTo>
                  <a:lnTo>
                    <a:pt x="2442740" y="3060704"/>
                  </a:lnTo>
                  <a:lnTo>
                    <a:pt x="2442898" y="3060704"/>
                  </a:lnTo>
                  <a:lnTo>
                    <a:pt x="2442898" y="3060274"/>
                  </a:lnTo>
                  <a:lnTo>
                    <a:pt x="2443056" y="3060274"/>
                  </a:lnTo>
                  <a:lnTo>
                    <a:pt x="2443213" y="3060274"/>
                  </a:lnTo>
                  <a:lnTo>
                    <a:pt x="2443371" y="3060274"/>
                  </a:lnTo>
                  <a:lnTo>
                    <a:pt x="2443529" y="3060274"/>
                  </a:lnTo>
                  <a:lnTo>
                    <a:pt x="2443687" y="3060274"/>
                  </a:lnTo>
                  <a:lnTo>
                    <a:pt x="2443844" y="3060274"/>
                  </a:lnTo>
                  <a:lnTo>
                    <a:pt x="2443844" y="3059843"/>
                  </a:lnTo>
                  <a:lnTo>
                    <a:pt x="2443844" y="3059413"/>
                  </a:lnTo>
                  <a:lnTo>
                    <a:pt x="2443844" y="3058982"/>
                  </a:lnTo>
                  <a:lnTo>
                    <a:pt x="2444002" y="3058982"/>
                  </a:lnTo>
                  <a:lnTo>
                    <a:pt x="2444160" y="3058982"/>
                  </a:lnTo>
                  <a:lnTo>
                    <a:pt x="2444317" y="3058982"/>
                  </a:lnTo>
                  <a:lnTo>
                    <a:pt x="2444475" y="3058982"/>
                  </a:lnTo>
                  <a:lnTo>
                    <a:pt x="2444475" y="3058551"/>
                  </a:lnTo>
                  <a:lnTo>
                    <a:pt x="2444633" y="3058551"/>
                  </a:lnTo>
                  <a:lnTo>
                    <a:pt x="2444791" y="3058551"/>
                  </a:lnTo>
                  <a:lnTo>
                    <a:pt x="2444948" y="3058551"/>
                  </a:lnTo>
                  <a:lnTo>
                    <a:pt x="2445106" y="3058551"/>
                  </a:lnTo>
                  <a:lnTo>
                    <a:pt x="2445264" y="3058551"/>
                  </a:lnTo>
                  <a:lnTo>
                    <a:pt x="2445421" y="3058551"/>
                  </a:lnTo>
                  <a:lnTo>
                    <a:pt x="2445579" y="3058551"/>
                  </a:lnTo>
                  <a:lnTo>
                    <a:pt x="2445579" y="3058121"/>
                  </a:lnTo>
                  <a:lnTo>
                    <a:pt x="2445579" y="3057690"/>
                  </a:lnTo>
                  <a:lnTo>
                    <a:pt x="2445737" y="3057690"/>
                  </a:lnTo>
                  <a:lnTo>
                    <a:pt x="2445895" y="3057690"/>
                  </a:lnTo>
                  <a:lnTo>
                    <a:pt x="2446052" y="3057690"/>
                  </a:lnTo>
                  <a:lnTo>
                    <a:pt x="2446210" y="3057690"/>
                  </a:lnTo>
                  <a:lnTo>
                    <a:pt x="2446368" y="3057690"/>
                  </a:lnTo>
                  <a:lnTo>
                    <a:pt x="2446525" y="3057690"/>
                  </a:lnTo>
                  <a:lnTo>
                    <a:pt x="2446683" y="3057690"/>
                  </a:lnTo>
                  <a:lnTo>
                    <a:pt x="2446841" y="3057690"/>
                  </a:lnTo>
                  <a:lnTo>
                    <a:pt x="2446999" y="3057690"/>
                  </a:lnTo>
                  <a:lnTo>
                    <a:pt x="2446999" y="3057260"/>
                  </a:lnTo>
                  <a:lnTo>
                    <a:pt x="2447156" y="3057260"/>
                  </a:lnTo>
                  <a:lnTo>
                    <a:pt x="2447314" y="3057260"/>
                  </a:lnTo>
                  <a:lnTo>
                    <a:pt x="2447472" y="3057260"/>
                  </a:lnTo>
                  <a:lnTo>
                    <a:pt x="2447472" y="3056829"/>
                  </a:lnTo>
                  <a:lnTo>
                    <a:pt x="2447472" y="3056398"/>
                  </a:lnTo>
                  <a:lnTo>
                    <a:pt x="2447472" y="3055968"/>
                  </a:lnTo>
                  <a:lnTo>
                    <a:pt x="2447472" y="3055537"/>
                  </a:lnTo>
                  <a:lnTo>
                    <a:pt x="2447472" y="3055107"/>
                  </a:lnTo>
                  <a:lnTo>
                    <a:pt x="2447629" y="3055107"/>
                  </a:lnTo>
                  <a:lnTo>
                    <a:pt x="2447629" y="3054676"/>
                  </a:lnTo>
                  <a:lnTo>
                    <a:pt x="2447629" y="3054245"/>
                  </a:lnTo>
                  <a:lnTo>
                    <a:pt x="2447787" y="3054245"/>
                  </a:lnTo>
                  <a:lnTo>
                    <a:pt x="2447945" y="3054245"/>
                  </a:lnTo>
                  <a:lnTo>
                    <a:pt x="2448103" y="3054245"/>
                  </a:lnTo>
                  <a:lnTo>
                    <a:pt x="2448103" y="3053815"/>
                  </a:lnTo>
                  <a:lnTo>
                    <a:pt x="2448103" y="3053384"/>
                  </a:lnTo>
                  <a:lnTo>
                    <a:pt x="2448260" y="3053384"/>
                  </a:lnTo>
                  <a:lnTo>
                    <a:pt x="2448418" y="3053384"/>
                  </a:lnTo>
                  <a:lnTo>
                    <a:pt x="2448576" y="3053384"/>
                  </a:lnTo>
                  <a:lnTo>
                    <a:pt x="2448733" y="3053384"/>
                  </a:lnTo>
                  <a:lnTo>
                    <a:pt x="2448891" y="3053384"/>
                  </a:lnTo>
                  <a:lnTo>
                    <a:pt x="2448891" y="3052954"/>
                  </a:lnTo>
                  <a:lnTo>
                    <a:pt x="2448891" y="3052523"/>
                  </a:lnTo>
                  <a:lnTo>
                    <a:pt x="2449049" y="3052523"/>
                  </a:lnTo>
                  <a:lnTo>
                    <a:pt x="2449207" y="3052523"/>
                  </a:lnTo>
                  <a:lnTo>
                    <a:pt x="2449207" y="3052092"/>
                  </a:lnTo>
                  <a:lnTo>
                    <a:pt x="2449364" y="3052092"/>
                  </a:lnTo>
                  <a:lnTo>
                    <a:pt x="2449522" y="3052092"/>
                  </a:lnTo>
                  <a:lnTo>
                    <a:pt x="2449680" y="3052092"/>
                  </a:lnTo>
                  <a:lnTo>
                    <a:pt x="2449680" y="3051662"/>
                  </a:lnTo>
                  <a:lnTo>
                    <a:pt x="2449838" y="3051662"/>
                  </a:lnTo>
                  <a:lnTo>
                    <a:pt x="2449838" y="3051231"/>
                  </a:lnTo>
                  <a:lnTo>
                    <a:pt x="2449995" y="3051231"/>
                  </a:lnTo>
                  <a:lnTo>
                    <a:pt x="2450153" y="3051231"/>
                  </a:lnTo>
                  <a:lnTo>
                    <a:pt x="2450311" y="3051231"/>
                  </a:lnTo>
                  <a:lnTo>
                    <a:pt x="2450311" y="3050801"/>
                  </a:lnTo>
                  <a:lnTo>
                    <a:pt x="2450311" y="3050370"/>
                  </a:lnTo>
                  <a:lnTo>
                    <a:pt x="2450468" y="3050370"/>
                  </a:lnTo>
                  <a:lnTo>
                    <a:pt x="2450468" y="3049939"/>
                  </a:lnTo>
                  <a:lnTo>
                    <a:pt x="2450626" y="3049939"/>
                  </a:lnTo>
                  <a:lnTo>
                    <a:pt x="2450784" y="3049939"/>
                  </a:lnTo>
                  <a:lnTo>
                    <a:pt x="2450942" y="3049939"/>
                  </a:lnTo>
                  <a:lnTo>
                    <a:pt x="2451099" y="3049939"/>
                  </a:lnTo>
                  <a:lnTo>
                    <a:pt x="2451099" y="3049509"/>
                  </a:lnTo>
                  <a:lnTo>
                    <a:pt x="2451099" y="3049078"/>
                  </a:lnTo>
                  <a:lnTo>
                    <a:pt x="2451257" y="3049078"/>
                  </a:lnTo>
                  <a:lnTo>
                    <a:pt x="2451257" y="3048648"/>
                  </a:lnTo>
                  <a:lnTo>
                    <a:pt x="2451415" y="3048648"/>
                  </a:lnTo>
                  <a:lnTo>
                    <a:pt x="2451415" y="3048217"/>
                  </a:lnTo>
                  <a:lnTo>
                    <a:pt x="2451572" y="3048217"/>
                  </a:lnTo>
                  <a:lnTo>
                    <a:pt x="2451730" y="3048217"/>
                  </a:lnTo>
                  <a:lnTo>
                    <a:pt x="2451730" y="3047786"/>
                  </a:lnTo>
                  <a:lnTo>
                    <a:pt x="2451888" y="3047786"/>
                  </a:lnTo>
                  <a:lnTo>
                    <a:pt x="2452046" y="3047786"/>
                  </a:lnTo>
                  <a:lnTo>
                    <a:pt x="2452203" y="3047786"/>
                  </a:lnTo>
                  <a:lnTo>
                    <a:pt x="2452361" y="3047786"/>
                  </a:lnTo>
                  <a:lnTo>
                    <a:pt x="2452519" y="3047786"/>
                  </a:lnTo>
                  <a:lnTo>
                    <a:pt x="2452676" y="3047786"/>
                  </a:lnTo>
                  <a:lnTo>
                    <a:pt x="2452834" y="3047786"/>
                  </a:lnTo>
                  <a:lnTo>
                    <a:pt x="2452834" y="3047356"/>
                  </a:lnTo>
                  <a:lnTo>
                    <a:pt x="2452992" y="3047356"/>
                  </a:lnTo>
                  <a:lnTo>
                    <a:pt x="2453150" y="3047356"/>
                  </a:lnTo>
                  <a:lnTo>
                    <a:pt x="2453307" y="3047356"/>
                  </a:lnTo>
                  <a:lnTo>
                    <a:pt x="2453465" y="3047356"/>
                  </a:lnTo>
                  <a:lnTo>
                    <a:pt x="2453623" y="3047356"/>
                  </a:lnTo>
                  <a:lnTo>
                    <a:pt x="2453780" y="3047356"/>
                  </a:lnTo>
                  <a:lnTo>
                    <a:pt x="2453938" y="3047356"/>
                  </a:lnTo>
                  <a:lnTo>
                    <a:pt x="2454096" y="3047356"/>
                  </a:lnTo>
                  <a:lnTo>
                    <a:pt x="2454254" y="3047356"/>
                  </a:lnTo>
                  <a:lnTo>
                    <a:pt x="2454411" y="3047356"/>
                  </a:lnTo>
                  <a:lnTo>
                    <a:pt x="2454411" y="3046925"/>
                  </a:lnTo>
                  <a:lnTo>
                    <a:pt x="2454569" y="3046925"/>
                  </a:lnTo>
                  <a:lnTo>
                    <a:pt x="2454569" y="3046495"/>
                  </a:lnTo>
                  <a:lnTo>
                    <a:pt x="2454727" y="3046495"/>
                  </a:lnTo>
                  <a:lnTo>
                    <a:pt x="2454885" y="3046495"/>
                  </a:lnTo>
                  <a:lnTo>
                    <a:pt x="2455042" y="3046495"/>
                  </a:lnTo>
                  <a:lnTo>
                    <a:pt x="2455200" y="3046495"/>
                  </a:lnTo>
                  <a:lnTo>
                    <a:pt x="2455358" y="3046495"/>
                  </a:lnTo>
                  <a:lnTo>
                    <a:pt x="2455515" y="3046495"/>
                  </a:lnTo>
                  <a:lnTo>
                    <a:pt x="2455673" y="3046495"/>
                  </a:lnTo>
                  <a:lnTo>
                    <a:pt x="2455831" y="3046495"/>
                  </a:lnTo>
                  <a:lnTo>
                    <a:pt x="2455989" y="3046495"/>
                  </a:lnTo>
                  <a:lnTo>
                    <a:pt x="2456146" y="3046495"/>
                  </a:lnTo>
                  <a:lnTo>
                    <a:pt x="2456304" y="3046495"/>
                  </a:lnTo>
                  <a:lnTo>
                    <a:pt x="2456462" y="3046495"/>
                  </a:lnTo>
                  <a:lnTo>
                    <a:pt x="2456619" y="3046495"/>
                  </a:lnTo>
                  <a:lnTo>
                    <a:pt x="2456619" y="3046064"/>
                  </a:lnTo>
                  <a:lnTo>
                    <a:pt x="2456777" y="3046064"/>
                  </a:lnTo>
                  <a:lnTo>
                    <a:pt x="2456935" y="3046064"/>
                  </a:lnTo>
                  <a:lnTo>
                    <a:pt x="2457093" y="3046064"/>
                  </a:lnTo>
                  <a:lnTo>
                    <a:pt x="2457250" y="3046064"/>
                  </a:lnTo>
                  <a:lnTo>
                    <a:pt x="2457408" y="3046064"/>
                  </a:lnTo>
                  <a:lnTo>
                    <a:pt x="2457566" y="3046064"/>
                  </a:lnTo>
                  <a:lnTo>
                    <a:pt x="2457723" y="3046064"/>
                  </a:lnTo>
                  <a:lnTo>
                    <a:pt x="2457881" y="3046064"/>
                  </a:lnTo>
                  <a:lnTo>
                    <a:pt x="2458039" y="3046064"/>
                  </a:lnTo>
                  <a:lnTo>
                    <a:pt x="2458197" y="3046064"/>
                  </a:lnTo>
                  <a:lnTo>
                    <a:pt x="2458354" y="3046064"/>
                  </a:lnTo>
                  <a:lnTo>
                    <a:pt x="2458512" y="3046064"/>
                  </a:lnTo>
                  <a:lnTo>
                    <a:pt x="2458670" y="3046064"/>
                  </a:lnTo>
                  <a:lnTo>
                    <a:pt x="2458827" y="3046064"/>
                  </a:lnTo>
                  <a:lnTo>
                    <a:pt x="2458985" y="3046064"/>
                  </a:lnTo>
                  <a:lnTo>
                    <a:pt x="2459143" y="3046064"/>
                  </a:lnTo>
                  <a:lnTo>
                    <a:pt x="2459301" y="3046064"/>
                  </a:lnTo>
                  <a:lnTo>
                    <a:pt x="2459458" y="3046064"/>
                  </a:lnTo>
                  <a:lnTo>
                    <a:pt x="2459616" y="3046064"/>
                  </a:lnTo>
                  <a:lnTo>
                    <a:pt x="2459774" y="3046064"/>
                  </a:lnTo>
                  <a:lnTo>
                    <a:pt x="2459931" y="3046064"/>
                  </a:lnTo>
                  <a:lnTo>
                    <a:pt x="2460089" y="3046064"/>
                  </a:lnTo>
                  <a:lnTo>
                    <a:pt x="2460089" y="3045633"/>
                  </a:lnTo>
                  <a:lnTo>
                    <a:pt x="2460247" y="3045633"/>
                  </a:lnTo>
                  <a:lnTo>
                    <a:pt x="2460405" y="3045633"/>
                  </a:lnTo>
                  <a:lnTo>
                    <a:pt x="2460562" y="3045633"/>
                  </a:lnTo>
                  <a:lnTo>
                    <a:pt x="2460720" y="3045633"/>
                  </a:lnTo>
                  <a:lnTo>
                    <a:pt x="2460878" y="3045633"/>
                  </a:lnTo>
                  <a:lnTo>
                    <a:pt x="2461036" y="3045633"/>
                  </a:lnTo>
                  <a:lnTo>
                    <a:pt x="2461193" y="3045633"/>
                  </a:lnTo>
                  <a:lnTo>
                    <a:pt x="2461351" y="3045633"/>
                  </a:lnTo>
                  <a:lnTo>
                    <a:pt x="2461509" y="3045633"/>
                  </a:lnTo>
                  <a:lnTo>
                    <a:pt x="2461509" y="3045203"/>
                  </a:lnTo>
                  <a:lnTo>
                    <a:pt x="2461509" y="3044772"/>
                  </a:lnTo>
                  <a:lnTo>
                    <a:pt x="2461666" y="3044772"/>
                  </a:lnTo>
                  <a:lnTo>
                    <a:pt x="2461824" y="3044772"/>
                  </a:lnTo>
                  <a:lnTo>
                    <a:pt x="2461824" y="3044342"/>
                  </a:lnTo>
                  <a:lnTo>
                    <a:pt x="2461982" y="3044342"/>
                  </a:lnTo>
                  <a:lnTo>
                    <a:pt x="2462140" y="3044342"/>
                  </a:lnTo>
                  <a:lnTo>
                    <a:pt x="2462297" y="3044342"/>
                  </a:lnTo>
                  <a:lnTo>
                    <a:pt x="2462297" y="3043911"/>
                  </a:lnTo>
                  <a:lnTo>
                    <a:pt x="2462455" y="3043911"/>
                  </a:lnTo>
                  <a:lnTo>
                    <a:pt x="2462455" y="3043480"/>
                  </a:lnTo>
                  <a:lnTo>
                    <a:pt x="2462613" y="3043480"/>
                  </a:lnTo>
                  <a:lnTo>
                    <a:pt x="2462770" y="3043480"/>
                  </a:lnTo>
                  <a:lnTo>
                    <a:pt x="2462928" y="3043480"/>
                  </a:lnTo>
                  <a:lnTo>
                    <a:pt x="2463086" y="3043480"/>
                  </a:lnTo>
                  <a:lnTo>
                    <a:pt x="2463086" y="3043050"/>
                  </a:lnTo>
                  <a:lnTo>
                    <a:pt x="2463244" y="3043050"/>
                  </a:lnTo>
                  <a:lnTo>
                    <a:pt x="2463401" y="3043050"/>
                  </a:lnTo>
                  <a:lnTo>
                    <a:pt x="2463559" y="3043050"/>
                  </a:lnTo>
                  <a:lnTo>
                    <a:pt x="2463559" y="3042619"/>
                  </a:lnTo>
                  <a:lnTo>
                    <a:pt x="2463717" y="3042619"/>
                  </a:lnTo>
                  <a:lnTo>
                    <a:pt x="2463874" y="3042619"/>
                  </a:lnTo>
                  <a:lnTo>
                    <a:pt x="2463874" y="3042189"/>
                  </a:lnTo>
                  <a:lnTo>
                    <a:pt x="2464032" y="3042189"/>
                  </a:lnTo>
                  <a:lnTo>
                    <a:pt x="2464190" y="3042189"/>
                  </a:lnTo>
                  <a:lnTo>
                    <a:pt x="2464190" y="3041758"/>
                  </a:lnTo>
                  <a:lnTo>
                    <a:pt x="2464190" y="3041327"/>
                  </a:lnTo>
                  <a:lnTo>
                    <a:pt x="2464348" y="3041327"/>
                  </a:lnTo>
                  <a:lnTo>
                    <a:pt x="2464505" y="3041327"/>
                  </a:lnTo>
                  <a:lnTo>
                    <a:pt x="2464505" y="3040897"/>
                  </a:lnTo>
                  <a:lnTo>
                    <a:pt x="2464663" y="3040897"/>
                  </a:lnTo>
                  <a:lnTo>
                    <a:pt x="2464821" y="3040897"/>
                  </a:lnTo>
                  <a:lnTo>
                    <a:pt x="2464978" y="3040897"/>
                  </a:lnTo>
                  <a:lnTo>
                    <a:pt x="2464978" y="3040466"/>
                  </a:lnTo>
                  <a:lnTo>
                    <a:pt x="2465136" y="3040466"/>
                  </a:lnTo>
                  <a:lnTo>
                    <a:pt x="2465294" y="3040466"/>
                  </a:lnTo>
                  <a:lnTo>
                    <a:pt x="2465452" y="3040466"/>
                  </a:lnTo>
                  <a:lnTo>
                    <a:pt x="2465452" y="3040036"/>
                  </a:lnTo>
                  <a:lnTo>
                    <a:pt x="2465609" y="3040036"/>
                  </a:lnTo>
                  <a:lnTo>
                    <a:pt x="2465767" y="3040036"/>
                  </a:lnTo>
                  <a:lnTo>
                    <a:pt x="2465925" y="3040036"/>
                  </a:lnTo>
                  <a:lnTo>
                    <a:pt x="2466082" y="3040036"/>
                  </a:lnTo>
                  <a:lnTo>
                    <a:pt x="2466240" y="3040036"/>
                  </a:lnTo>
                  <a:lnTo>
                    <a:pt x="2466240" y="3039605"/>
                  </a:lnTo>
                  <a:lnTo>
                    <a:pt x="2466398" y="3039605"/>
                  </a:lnTo>
                  <a:lnTo>
                    <a:pt x="2466556" y="3039605"/>
                  </a:lnTo>
                  <a:lnTo>
                    <a:pt x="2466556" y="3039174"/>
                  </a:lnTo>
                  <a:lnTo>
                    <a:pt x="2466713" y="3039174"/>
                  </a:lnTo>
                  <a:lnTo>
                    <a:pt x="2466871" y="3039174"/>
                  </a:lnTo>
                  <a:lnTo>
                    <a:pt x="2467029" y="3039174"/>
                  </a:lnTo>
                  <a:lnTo>
                    <a:pt x="2467187" y="3039174"/>
                  </a:lnTo>
                  <a:lnTo>
                    <a:pt x="2467344" y="3039174"/>
                  </a:lnTo>
                  <a:lnTo>
                    <a:pt x="2467344" y="3038744"/>
                  </a:lnTo>
                  <a:lnTo>
                    <a:pt x="2467344" y="3038313"/>
                  </a:lnTo>
                  <a:lnTo>
                    <a:pt x="2467344" y="3037883"/>
                  </a:lnTo>
                  <a:lnTo>
                    <a:pt x="2467502" y="3037883"/>
                  </a:lnTo>
                  <a:lnTo>
                    <a:pt x="2467502" y="3037452"/>
                  </a:lnTo>
                  <a:lnTo>
                    <a:pt x="2467660" y="3037452"/>
                  </a:lnTo>
                  <a:lnTo>
                    <a:pt x="2467660" y="3037021"/>
                  </a:lnTo>
                  <a:lnTo>
                    <a:pt x="2467817" y="3037021"/>
                  </a:lnTo>
                  <a:lnTo>
                    <a:pt x="2467975" y="3037021"/>
                  </a:lnTo>
                  <a:lnTo>
                    <a:pt x="2468133" y="3037021"/>
                  </a:lnTo>
                  <a:lnTo>
                    <a:pt x="2468291" y="3037021"/>
                  </a:lnTo>
                  <a:lnTo>
                    <a:pt x="2468448" y="3037021"/>
                  </a:lnTo>
                  <a:lnTo>
                    <a:pt x="2468606" y="3037021"/>
                  </a:lnTo>
                  <a:lnTo>
                    <a:pt x="2468764" y="3037021"/>
                  </a:lnTo>
                  <a:lnTo>
                    <a:pt x="2468921" y="3037021"/>
                  </a:lnTo>
                  <a:lnTo>
                    <a:pt x="2469079" y="3037021"/>
                  </a:lnTo>
                  <a:lnTo>
                    <a:pt x="2469237" y="3037021"/>
                  </a:lnTo>
                  <a:lnTo>
                    <a:pt x="2469395" y="3037021"/>
                  </a:lnTo>
                  <a:lnTo>
                    <a:pt x="2469552" y="3037021"/>
                  </a:lnTo>
                  <a:lnTo>
                    <a:pt x="2469710" y="3037021"/>
                  </a:lnTo>
                  <a:lnTo>
                    <a:pt x="2469868" y="3037021"/>
                  </a:lnTo>
                  <a:lnTo>
                    <a:pt x="2470025" y="3037021"/>
                  </a:lnTo>
                  <a:lnTo>
                    <a:pt x="2470025" y="3036591"/>
                  </a:lnTo>
                  <a:lnTo>
                    <a:pt x="2470183" y="3036591"/>
                  </a:lnTo>
                  <a:lnTo>
                    <a:pt x="2470341" y="3036591"/>
                  </a:lnTo>
                  <a:lnTo>
                    <a:pt x="2470341" y="3036160"/>
                  </a:lnTo>
                  <a:lnTo>
                    <a:pt x="2470341" y="3035730"/>
                  </a:lnTo>
                  <a:lnTo>
                    <a:pt x="2470499" y="3035730"/>
                  </a:lnTo>
                  <a:lnTo>
                    <a:pt x="2470656" y="3035730"/>
                  </a:lnTo>
                  <a:lnTo>
                    <a:pt x="2470814" y="3035730"/>
                  </a:lnTo>
                  <a:lnTo>
                    <a:pt x="2470972" y="3035730"/>
                  </a:lnTo>
                  <a:lnTo>
                    <a:pt x="2471129" y="3035730"/>
                  </a:lnTo>
                  <a:lnTo>
                    <a:pt x="2471287" y="3035730"/>
                  </a:lnTo>
                  <a:lnTo>
                    <a:pt x="2471445" y="3035730"/>
                  </a:lnTo>
                  <a:lnTo>
                    <a:pt x="2471445" y="3035299"/>
                  </a:lnTo>
                  <a:lnTo>
                    <a:pt x="2471445" y="3034868"/>
                  </a:lnTo>
                  <a:lnTo>
                    <a:pt x="2471445" y="3034438"/>
                  </a:lnTo>
                  <a:lnTo>
                    <a:pt x="2471603" y="3034438"/>
                  </a:lnTo>
                  <a:lnTo>
                    <a:pt x="2471760" y="3034438"/>
                  </a:lnTo>
                  <a:lnTo>
                    <a:pt x="2471918" y="3034438"/>
                  </a:lnTo>
                  <a:lnTo>
                    <a:pt x="2472076" y="3034438"/>
                  </a:lnTo>
                  <a:lnTo>
                    <a:pt x="2472234" y="3034438"/>
                  </a:lnTo>
                  <a:lnTo>
                    <a:pt x="2472391" y="3034438"/>
                  </a:lnTo>
                  <a:lnTo>
                    <a:pt x="2472549" y="3034438"/>
                  </a:lnTo>
                  <a:lnTo>
                    <a:pt x="2472707" y="3034438"/>
                  </a:lnTo>
                  <a:lnTo>
                    <a:pt x="2472864" y="3034438"/>
                  </a:lnTo>
                  <a:lnTo>
                    <a:pt x="2473022" y="3034438"/>
                  </a:lnTo>
                  <a:lnTo>
                    <a:pt x="2473022" y="3034007"/>
                  </a:lnTo>
                  <a:lnTo>
                    <a:pt x="2473022" y="3033577"/>
                  </a:lnTo>
                  <a:lnTo>
                    <a:pt x="2473022" y="3033146"/>
                  </a:lnTo>
                  <a:lnTo>
                    <a:pt x="2473180" y="3033146"/>
                  </a:lnTo>
                  <a:lnTo>
                    <a:pt x="2473338" y="3033146"/>
                  </a:lnTo>
                  <a:lnTo>
                    <a:pt x="2473338" y="3032715"/>
                  </a:lnTo>
                  <a:lnTo>
                    <a:pt x="2473495" y="3032715"/>
                  </a:lnTo>
                  <a:lnTo>
                    <a:pt x="2473653" y="3032715"/>
                  </a:lnTo>
                  <a:lnTo>
                    <a:pt x="2473811" y="3032715"/>
                  </a:lnTo>
                  <a:lnTo>
                    <a:pt x="2473968" y="3032715"/>
                  </a:lnTo>
                  <a:lnTo>
                    <a:pt x="2473968" y="3032285"/>
                  </a:lnTo>
                  <a:lnTo>
                    <a:pt x="2474126" y="3032285"/>
                  </a:lnTo>
                  <a:lnTo>
                    <a:pt x="2474284" y="3032285"/>
                  </a:lnTo>
                  <a:lnTo>
                    <a:pt x="2474442" y="3032285"/>
                  </a:lnTo>
                  <a:lnTo>
                    <a:pt x="2474442" y="3031854"/>
                  </a:lnTo>
                  <a:lnTo>
                    <a:pt x="2474599" y="3031854"/>
                  </a:lnTo>
                  <a:lnTo>
                    <a:pt x="2474599" y="3031424"/>
                  </a:lnTo>
                  <a:lnTo>
                    <a:pt x="2474757" y="3031424"/>
                  </a:lnTo>
                  <a:lnTo>
                    <a:pt x="2474915" y="3031424"/>
                  </a:lnTo>
                  <a:lnTo>
                    <a:pt x="2475072" y="3031424"/>
                  </a:lnTo>
                  <a:lnTo>
                    <a:pt x="2475230" y="3031424"/>
                  </a:lnTo>
                  <a:lnTo>
                    <a:pt x="2475388" y="3031424"/>
                  </a:lnTo>
                  <a:lnTo>
                    <a:pt x="2475388" y="3030993"/>
                  </a:lnTo>
                  <a:lnTo>
                    <a:pt x="2475546" y="3030993"/>
                  </a:lnTo>
                  <a:lnTo>
                    <a:pt x="2475703" y="3030993"/>
                  </a:lnTo>
                  <a:lnTo>
                    <a:pt x="2475861" y="3030993"/>
                  </a:lnTo>
                  <a:lnTo>
                    <a:pt x="2476019" y="3030993"/>
                  </a:lnTo>
                  <a:lnTo>
                    <a:pt x="2476176" y="3030993"/>
                  </a:lnTo>
                  <a:lnTo>
                    <a:pt x="2476334" y="3030993"/>
                  </a:lnTo>
                  <a:lnTo>
                    <a:pt x="2476492" y="3030993"/>
                  </a:lnTo>
                  <a:lnTo>
                    <a:pt x="2476492" y="3030562"/>
                  </a:lnTo>
                  <a:lnTo>
                    <a:pt x="2476650" y="3030562"/>
                  </a:lnTo>
                  <a:lnTo>
                    <a:pt x="2476807" y="3030562"/>
                  </a:lnTo>
                  <a:lnTo>
                    <a:pt x="2476965" y="3030562"/>
                  </a:lnTo>
                  <a:lnTo>
                    <a:pt x="2477123" y="3030562"/>
                  </a:lnTo>
                  <a:lnTo>
                    <a:pt x="2477123" y="3030132"/>
                  </a:lnTo>
                  <a:lnTo>
                    <a:pt x="2477280" y="3030132"/>
                  </a:lnTo>
                  <a:lnTo>
                    <a:pt x="2477438" y="3030132"/>
                  </a:lnTo>
                  <a:lnTo>
                    <a:pt x="2477596" y="3030132"/>
                  </a:lnTo>
                  <a:lnTo>
                    <a:pt x="2477754" y="3030132"/>
                  </a:lnTo>
                  <a:lnTo>
                    <a:pt x="2477911" y="3030132"/>
                  </a:lnTo>
                  <a:lnTo>
                    <a:pt x="2478069" y="3030132"/>
                  </a:lnTo>
                  <a:lnTo>
                    <a:pt x="2478227" y="3030132"/>
                  </a:lnTo>
                  <a:lnTo>
                    <a:pt x="2478227" y="3029701"/>
                  </a:lnTo>
                  <a:lnTo>
                    <a:pt x="2478385" y="3029701"/>
                  </a:lnTo>
                  <a:lnTo>
                    <a:pt x="2478542" y="3029701"/>
                  </a:lnTo>
                  <a:lnTo>
                    <a:pt x="2478542" y="3029271"/>
                  </a:lnTo>
                  <a:lnTo>
                    <a:pt x="2478542" y="3028840"/>
                  </a:lnTo>
                  <a:lnTo>
                    <a:pt x="2478542" y="3028409"/>
                  </a:lnTo>
                  <a:lnTo>
                    <a:pt x="2478542" y="3027979"/>
                  </a:lnTo>
                  <a:lnTo>
                    <a:pt x="2478700" y="3027979"/>
                  </a:lnTo>
                  <a:lnTo>
                    <a:pt x="2478858" y="3027979"/>
                  </a:lnTo>
                  <a:lnTo>
                    <a:pt x="2479015" y="3027979"/>
                  </a:lnTo>
                  <a:lnTo>
                    <a:pt x="2479173" y="3027979"/>
                  </a:lnTo>
                  <a:lnTo>
                    <a:pt x="2479173" y="3027548"/>
                  </a:lnTo>
                  <a:lnTo>
                    <a:pt x="2479331" y="3027548"/>
                  </a:lnTo>
                  <a:lnTo>
                    <a:pt x="2479489" y="3027548"/>
                  </a:lnTo>
                  <a:lnTo>
                    <a:pt x="2479646" y="3027548"/>
                  </a:lnTo>
                  <a:lnTo>
                    <a:pt x="2479804" y="3027548"/>
                  </a:lnTo>
                  <a:lnTo>
                    <a:pt x="2479962" y="3027548"/>
                  </a:lnTo>
                  <a:lnTo>
                    <a:pt x="2479962" y="3027118"/>
                  </a:lnTo>
                  <a:lnTo>
                    <a:pt x="2480119" y="3027118"/>
                  </a:lnTo>
                  <a:lnTo>
                    <a:pt x="2480119" y="3026687"/>
                  </a:lnTo>
                  <a:lnTo>
                    <a:pt x="2480277" y="3026687"/>
                  </a:lnTo>
                  <a:lnTo>
                    <a:pt x="2480435" y="3026687"/>
                  </a:lnTo>
                  <a:lnTo>
                    <a:pt x="2480593" y="3026687"/>
                  </a:lnTo>
                  <a:lnTo>
                    <a:pt x="2480750" y="3026687"/>
                  </a:lnTo>
                  <a:lnTo>
                    <a:pt x="2480750" y="3026256"/>
                  </a:lnTo>
                  <a:lnTo>
                    <a:pt x="2480750" y="3025826"/>
                  </a:lnTo>
                  <a:lnTo>
                    <a:pt x="2480750" y="3025395"/>
                  </a:lnTo>
                  <a:lnTo>
                    <a:pt x="2480908" y="3025395"/>
                  </a:lnTo>
                  <a:lnTo>
                    <a:pt x="2480908" y="3024965"/>
                  </a:lnTo>
                  <a:lnTo>
                    <a:pt x="2480908" y="3024534"/>
                  </a:lnTo>
                  <a:lnTo>
                    <a:pt x="2481066" y="3024534"/>
                  </a:lnTo>
                  <a:lnTo>
                    <a:pt x="2481066" y="3024103"/>
                  </a:lnTo>
                  <a:lnTo>
                    <a:pt x="2481223" y="3024103"/>
                  </a:lnTo>
                  <a:lnTo>
                    <a:pt x="2481381" y="3024103"/>
                  </a:lnTo>
                  <a:lnTo>
                    <a:pt x="2481539" y="3024103"/>
                  </a:lnTo>
                  <a:lnTo>
                    <a:pt x="2481539" y="3023673"/>
                  </a:lnTo>
                  <a:lnTo>
                    <a:pt x="2481539" y="3023242"/>
                  </a:lnTo>
                  <a:lnTo>
                    <a:pt x="2481697" y="3023242"/>
                  </a:lnTo>
                  <a:lnTo>
                    <a:pt x="2481854" y="3023242"/>
                  </a:lnTo>
                  <a:lnTo>
                    <a:pt x="2482012" y="3023242"/>
                  </a:lnTo>
                  <a:lnTo>
                    <a:pt x="2482170" y="3023242"/>
                  </a:lnTo>
                  <a:lnTo>
                    <a:pt x="2482327" y="3023242"/>
                  </a:lnTo>
                  <a:lnTo>
                    <a:pt x="2482327" y="3022812"/>
                  </a:lnTo>
                  <a:lnTo>
                    <a:pt x="2482485" y="3022812"/>
                  </a:lnTo>
                  <a:lnTo>
                    <a:pt x="2482643" y="3022812"/>
                  </a:lnTo>
                  <a:lnTo>
                    <a:pt x="2482801" y="3022812"/>
                  </a:lnTo>
                  <a:lnTo>
                    <a:pt x="2482958" y="3022812"/>
                  </a:lnTo>
                  <a:lnTo>
                    <a:pt x="2483116" y="3022812"/>
                  </a:lnTo>
                  <a:lnTo>
                    <a:pt x="2483274" y="3022812"/>
                  </a:lnTo>
                  <a:lnTo>
                    <a:pt x="2483432" y="3022812"/>
                  </a:lnTo>
                  <a:lnTo>
                    <a:pt x="2483432" y="3022381"/>
                  </a:lnTo>
                  <a:lnTo>
                    <a:pt x="2483589" y="3022381"/>
                  </a:lnTo>
                  <a:lnTo>
                    <a:pt x="2483589" y="3021950"/>
                  </a:lnTo>
                  <a:lnTo>
                    <a:pt x="2483589" y="3021520"/>
                  </a:lnTo>
                  <a:lnTo>
                    <a:pt x="2483747" y="3021520"/>
                  </a:lnTo>
                  <a:lnTo>
                    <a:pt x="2483905" y="3021520"/>
                  </a:lnTo>
                  <a:lnTo>
                    <a:pt x="2484062" y="3021520"/>
                  </a:lnTo>
                  <a:lnTo>
                    <a:pt x="2484220" y="3021520"/>
                  </a:lnTo>
                  <a:lnTo>
                    <a:pt x="2484378" y="3021520"/>
                  </a:lnTo>
                  <a:lnTo>
                    <a:pt x="2484378" y="3021089"/>
                  </a:lnTo>
                  <a:lnTo>
                    <a:pt x="2484536" y="3021089"/>
                  </a:lnTo>
                  <a:lnTo>
                    <a:pt x="2484536" y="3020659"/>
                  </a:lnTo>
                  <a:lnTo>
                    <a:pt x="2484693" y="3020659"/>
                  </a:lnTo>
                  <a:lnTo>
                    <a:pt x="2484851" y="3020659"/>
                  </a:lnTo>
                  <a:lnTo>
                    <a:pt x="2485009" y="3020659"/>
                  </a:lnTo>
                  <a:lnTo>
                    <a:pt x="2485166" y="3020659"/>
                  </a:lnTo>
                  <a:lnTo>
                    <a:pt x="2485324" y="3020659"/>
                  </a:lnTo>
                  <a:lnTo>
                    <a:pt x="2485482" y="3020659"/>
                  </a:lnTo>
                  <a:lnTo>
                    <a:pt x="2485482" y="3020228"/>
                  </a:lnTo>
                  <a:lnTo>
                    <a:pt x="2485482" y="3019797"/>
                  </a:lnTo>
                  <a:lnTo>
                    <a:pt x="2485640" y="3019797"/>
                  </a:lnTo>
                  <a:lnTo>
                    <a:pt x="2485640" y="3019367"/>
                  </a:lnTo>
                  <a:lnTo>
                    <a:pt x="2485797" y="3019367"/>
                  </a:lnTo>
                  <a:lnTo>
                    <a:pt x="2485797" y="3018936"/>
                  </a:lnTo>
                  <a:lnTo>
                    <a:pt x="2485955" y="3018936"/>
                  </a:lnTo>
                  <a:lnTo>
                    <a:pt x="2486113" y="3018936"/>
                  </a:lnTo>
                  <a:lnTo>
                    <a:pt x="2486270" y="3018936"/>
                  </a:lnTo>
                  <a:lnTo>
                    <a:pt x="2486428" y="3018936"/>
                  </a:lnTo>
                  <a:lnTo>
                    <a:pt x="2486586" y="3018936"/>
                  </a:lnTo>
                  <a:lnTo>
                    <a:pt x="2486744" y="3018936"/>
                  </a:lnTo>
                  <a:lnTo>
                    <a:pt x="2486901" y="3018936"/>
                  </a:lnTo>
                  <a:lnTo>
                    <a:pt x="2487059" y="3018936"/>
                  </a:lnTo>
                  <a:lnTo>
                    <a:pt x="2487059" y="3018506"/>
                  </a:lnTo>
                  <a:lnTo>
                    <a:pt x="2487217" y="3018506"/>
                  </a:lnTo>
                  <a:lnTo>
                    <a:pt x="2487217" y="3018075"/>
                  </a:lnTo>
                  <a:lnTo>
                    <a:pt x="2487374" y="3018075"/>
                  </a:lnTo>
                  <a:lnTo>
                    <a:pt x="2487532" y="3018075"/>
                  </a:lnTo>
                  <a:lnTo>
                    <a:pt x="2487532" y="3017644"/>
                  </a:lnTo>
                  <a:lnTo>
                    <a:pt x="2487690" y="3017644"/>
                  </a:lnTo>
                  <a:lnTo>
                    <a:pt x="2487848" y="3017644"/>
                  </a:lnTo>
                  <a:lnTo>
                    <a:pt x="2488005" y="3017644"/>
                  </a:lnTo>
                  <a:lnTo>
                    <a:pt x="2488163" y="3017644"/>
                  </a:lnTo>
                  <a:lnTo>
                    <a:pt x="2488163" y="3017214"/>
                  </a:lnTo>
                  <a:lnTo>
                    <a:pt x="2488321" y="3017214"/>
                  </a:lnTo>
                  <a:lnTo>
                    <a:pt x="2488478" y="3017214"/>
                  </a:lnTo>
                  <a:lnTo>
                    <a:pt x="2488636" y="3017214"/>
                  </a:lnTo>
                  <a:lnTo>
                    <a:pt x="2488794" y="3017214"/>
                  </a:lnTo>
                  <a:lnTo>
                    <a:pt x="2488794" y="3016783"/>
                  </a:lnTo>
                  <a:lnTo>
                    <a:pt x="2488952" y="3016783"/>
                  </a:lnTo>
                  <a:lnTo>
                    <a:pt x="2489109" y="3016783"/>
                  </a:lnTo>
                  <a:lnTo>
                    <a:pt x="2489267" y="3016783"/>
                  </a:lnTo>
                  <a:lnTo>
                    <a:pt x="2489425" y="3016783"/>
                  </a:lnTo>
                  <a:lnTo>
                    <a:pt x="2489425" y="3016353"/>
                  </a:lnTo>
                  <a:lnTo>
                    <a:pt x="2489583" y="3016353"/>
                  </a:lnTo>
                  <a:lnTo>
                    <a:pt x="2489740" y="3016353"/>
                  </a:lnTo>
                  <a:lnTo>
                    <a:pt x="2489898" y="3016353"/>
                  </a:lnTo>
                  <a:lnTo>
                    <a:pt x="2489898" y="3015922"/>
                  </a:lnTo>
                  <a:lnTo>
                    <a:pt x="2490056" y="3015922"/>
                  </a:lnTo>
                  <a:lnTo>
                    <a:pt x="2490056" y="3015491"/>
                  </a:lnTo>
                  <a:lnTo>
                    <a:pt x="2490056" y="3015061"/>
                  </a:lnTo>
                  <a:lnTo>
                    <a:pt x="2490056" y="3014630"/>
                  </a:lnTo>
                  <a:lnTo>
                    <a:pt x="2490213" y="3014630"/>
                  </a:lnTo>
                  <a:lnTo>
                    <a:pt x="2490371" y="3014630"/>
                  </a:lnTo>
                  <a:lnTo>
                    <a:pt x="2490371" y="3014200"/>
                  </a:lnTo>
                  <a:lnTo>
                    <a:pt x="2490529" y="3014200"/>
                  </a:lnTo>
                  <a:lnTo>
                    <a:pt x="2490687" y="3014200"/>
                  </a:lnTo>
                  <a:lnTo>
                    <a:pt x="2490687" y="3013769"/>
                  </a:lnTo>
                  <a:lnTo>
                    <a:pt x="2490844" y="3013769"/>
                  </a:lnTo>
                  <a:lnTo>
                    <a:pt x="2491002" y="3013769"/>
                  </a:lnTo>
                  <a:lnTo>
                    <a:pt x="2491160" y="3013769"/>
                  </a:lnTo>
                  <a:lnTo>
                    <a:pt x="2491317" y="3013769"/>
                  </a:lnTo>
                  <a:lnTo>
                    <a:pt x="2491317" y="3013338"/>
                  </a:lnTo>
                  <a:lnTo>
                    <a:pt x="2491475" y="3013338"/>
                  </a:lnTo>
                  <a:lnTo>
                    <a:pt x="2491633" y="3013338"/>
                  </a:lnTo>
                  <a:lnTo>
                    <a:pt x="2491633" y="3012908"/>
                  </a:lnTo>
                  <a:lnTo>
                    <a:pt x="2491791" y="3012908"/>
                  </a:lnTo>
                  <a:lnTo>
                    <a:pt x="2491948" y="3012908"/>
                  </a:lnTo>
                  <a:lnTo>
                    <a:pt x="2491948" y="3012477"/>
                  </a:lnTo>
                  <a:lnTo>
                    <a:pt x="2492106" y="3012477"/>
                  </a:lnTo>
                  <a:lnTo>
                    <a:pt x="2492264" y="3012477"/>
                  </a:lnTo>
                  <a:lnTo>
                    <a:pt x="2492421" y="3012477"/>
                  </a:lnTo>
                  <a:lnTo>
                    <a:pt x="2492579" y="3012477"/>
                  </a:lnTo>
                  <a:lnTo>
                    <a:pt x="2492737" y="3012477"/>
                  </a:lnTo>
                  <a:lnTo>
                    <a:pt x="2492895" y="3012477"/>
                  </a:lnTo>
                  <a:lnTo>
                    <a:pt x="2493052" y="3012477"/>
                  </a:lnTo>
                  <a:lnTo>
                    <a:pt x="2493210" y="3012477"/>
                  </a:lnTo>
                  <a:lnTo>
                    <a:pt x="2493368" y="3012477"/>
                  </a:lnTo>
                  <a:lnTo>
                    <a:pt x="2493525" y="3012477"/>
                  </a:lnTo>
                  <a:lnTo>
                    <a:pt x="2493683" y="3012477"/>
                  </a:lnTo>
                  <a:lnTo>
                    <a:pt x="2493841" y="3012477"/>
                  </a:lnTo>
                  <a:lnTo>
                    <a:pt x="2493999" y="3012477"/>
                  </a:lnTo>
                  <a:lnTo>
                    <a:pt x="2494156" y="3012477"/>
                  </a:lnTo>
                  <a:lnTo>
                    <a:pt x="2494314" y="3012477"/>
                  </a:lnTo>
                  <a:lnTo>
                    <a:pt x="2494314" y="3012047"/>
                  </a:lnTo>
                  <a:lnTo>
                    <a:pt x="2494472" y="3012047"/>
                  </a:lnTo>
                  <a:lnTo>
                    <a:pt x="2494630" y="3012047"/>
                  </a:lnTo>
                  <a:lnTo>
                    <a:pt x="2494630" y="3011616"/>
                  </a:lnTo>
                  <a:lnTo>
                    <a:pt x="2494787" y="3011616"/>
                  </a:lnTo>
                  <a:lnTo>
                    <a:pt x="2494945" y="3011616"/>
                  </a:lnTo>
                  <a:lnTo>
                    <a:pt x="2494945" y="3011185"/>
                  </a:lnTo>
                  <a:lnTo>
                    <a:pt x="2495103" y="3011185"/>
                  </a:lnTo>
                  <a:lnTo>
                    <a:pt x="2495103" y="3010755"/>
                  </a:lnTo>
                  <a:lnTo>
                    <a:pt x="2495103" y="3010324"/>
                  </a:lnTo>
                  <a:lnTo>
                    <a:pt x="2495260" y="3010324"/>
                  </a:lnTo>
                  <a:lnTo>
                    <a:pt x="2495418" y="3010324"/>
                  </a:lnTo>
                  <a:lnTo>
                    <a:pt x="2495418" y="3009894"/>
                  </a:lnTo>
                  <a:lnTo>
                    <a:pt x="2495576" y="3009894"/>
                  </a:lnTo>
                  <a:lnTo>
                    <a:pt x="2495576" y="3009463"/>
                  </a:lnTo>
                  <a:lnTo>
                    <a:pt x="2495734" y="3009463"/>
                  </a:lnTo>
                  <a:lnTo>
                    <a:pt x="2495891" y="3009463"/>
                  </a:lnTo>
                  <a:lnTo>
                    <a:pt x="2496049" y="3009463"/>
                  </a:lnTo>
                  <a:lnTo>
                    <a:pt x="2496207" y="3009463"/>
                  </a:lnTo>
                  <a:lnTo>
                    <a:pt x="2496207" y="3009032"/>
                  </a:lnTo>
                  <a:lnTo>
                    <a:pt x="2496207" y="3008602"/>
                  </a:lnTo>
                  <a:lnTo>
                    <a:pt x="2496364" y="3008602"/>
                  </a:lnTo>
                  <a:lnTo>
                    <a:pt x="2496364" y="3008171"/>
                  </a:lnTo>
                  <a:lnTo>
                    <a:pt x="2496522" y="3008171"/>
                  </a:lnTo>
                  <a:lnTo>
                    <a:pt x="2496522" y="3007741"/>
                  </a:lnTo>
                  <a:lnTo>
                    <a:pt x="2496680" y="3007741"/>
                  </a:lnTo>
                  <a:lnTo>
                    <a:pt x="2496680" y="3007310"/>
                  </a:lnTo>
                  <a:lnTo>
                    <a:pt x="2496680" y="3006879"/>
                  </a:lnTo>
                  <a:lnTo>
                    <a:pt x="2496838" y="3006879"/>
                  </a:lnTo>
                  <a:lnTo>
                    <a:pt x="2496995" y="3006879"/>
                  </a:lnTo>
                  <a:lnTo>
                    <a:pt x="2496995" y="3006449"/>
                  </a:lnTo>
                  <a:lnTo>
                    <a:pt x="2497153" y="3006449"/>
                  </a:lnTo>
                  <a:lnTo>
                    <a:pt x="2497311" y="3006449"/>
                  </a:lnTo>
                  <a:lnTo>
                    <a:pt x="2497468" y="3006449"/>
                  </a:lnTo>
                  <a:lnTo>
                    <a:pt x="2497468" y="3006018"/>
                  </a:lnTo>
                  <a:lnTo>
                    <a:pt x="2497626" y="3006018"/>
                  </a:lnTo>
                  <a:lnTo>
                    <a:pt x="2497784" y="3006018"/>
                  </a:lnTo>
                  <a:lnTo>
                    <a:pt x="2497942" y="3006018"/>
                  </a:lnTo>
                  <a:lnTo>
                    <a:pt x="2498099" y="3006018"/>
                  </a:lnTo>
                  <a:lnTo>
                    <a:pt x="2498257" y="3006018"/>
                  </a:lnTo>
                  <a:lnTo>
                    <a:pt x="2498257" y="3005588"/>
                  </a:lnTo>
                  <a:lnTo>
                    <a:pt x="2498415" y="3005588"/>
                  </a:lnTo>
                  <a:lnTo>
                    <a:pt x="2498572" y="3005588"/>
                  </a:lnTo>
                  <a:lnTo>
                    <a:pt x="2498730" y="3005588"/>
                  </a:lnTo>
                  <a:lnTo>
                    <a:pt x="2498730" y="3005157"/>
                  </a:lnTo>
                  <a:lnTo>
                    <a:pt x="2498888" y="3005157"/>
                  </a:lnTo>
                  <a:lnTo>
                    <a:pt x="2499046" y="3005157"/>
                  </a:lnTo>
                  <a:lnTo>
                    <a:pt x="2499203" y="3005157"/>
                  </a:lnTo>
                  <a:lnTo>
                    <a:pt x="2499361" y="3005157"/>
                  </a:lnTo>
                  <a:lnTo>
                    <a:pt x="2499519" y="3005157"/>
                  </a:lnTo>
                  <a:lnTo>
                    <a:pt x="2499519" y="3004726"/>
                  </a:lnTo>
                  <a:lnTo>
                    <a:pt x="2499676" y="3004726"/>
                  </a:lnTo>
                  <a:lnTo>
                    <a:pt x="2499834" y="3004726"/>
                  </a:lnTo>
                  <a:lnTo>
                    <a:pt x="2499834" y="3004296"/>
                  </a:lnTo>
                  <a:lnTo>
                    <a:pt x="2499834" y="3003865"/>
                  </a:lnTo>
                  <a:lnTo>
                    <a:pt x="2499992" y="3003865"/>
                  </a:lnTo>
                  <a:lnTo>
                    <a:pt x="2500150" y="3003865"/>
                  </a:lnTo>
                  <a:lnTo>
                    <a:pt x="2500307" y="3003865"/>
                  </a:lnTo>
                  <a:lnTo>
                    <a:pt x="2500465" y="3003865"/>
                  </a:lnTo>
                  <a:lnTo>
                    <a:pt x="2500623" y="3003865"/>
                  </a:lnTo>
                  <a:lnTo>
                    <a:pt x="2500781" y="3003865"/>
                  </a:lnTo>
                  <a:lnTo>
                    <a:pt x="2500781" y="3003435"/>
                  </a:lnTo>
                  <a:lnTo>
                    <a:pt x="2500781" y="3003004"/>
                  </a:lnTo>
                  <a:lnTo>
                    <a:pt x="2500938" y="3003004"/>
                  </a:lnTo>
                  <a:lnTo>
                    <a:pt x="2500938" y="3002573"/>
                  </a:lnTo>
                  <a:lnTo>
                    <a:pt x="2501096" y="3002573"/>
                  </a:lnTo>
                  <a:lnTo>
                    <a:pt x="2501254" y="3002573"/>
                  </a:lnTo>
                  <a:lnTo>
                    <a:pt x="2501411" y="3002573"/>
                  </a:lnTo>
                  <a:lnTo>
                    <a:pt x="2501411" y="3002143"/>
                  </a:lnTo>
                  <a:lnTo>
                    <a:pt x="2501569" y="3002143"/>
                  </a:lnTo>
                  <a:lnTo>
                    <a:pt x="2501569" y="3001712"/>
                  </a:lnTo>
                  <a:lnTo>
                    <a:pt x="2501727" y="3001712"/>
                  </a:lnTo>
                  <a:lnTo>
                    <a:pt x="2501885" y="3001712"/>
                  </a:lnTo>
                  <a:lnTo>
                    <a:pt x="2502042" y="3001712"/>
                  </a:lnTo>
                  <a:lnTo>
                    <a:pt x="2502042" y="3001282"/>
                  </a:lnTo>
                  <a:lnTo>
                    <a:pt x="2502200" y="3001282"/>
                  </a:lnTo>
                  <a:lnTo>
                    <a:pt x="2502358" y="3001282"/>
                  </a:lnTo>
                  <a:lnTo>
                    <a:pt x="2502515" y="3001282"/>
                  </a:lnTo>
                  <a:lnTo>
                    <a:pt x="2502515" y="3000851"/>
                  </a:lnTo>
                  <a:lnTo>
                    <a:pt x="2502515" y="3000420"/>
                  </a:lnTo>
                  <a:lnTo>
                    <a:pt x="2502673" y="3000420"/>
                  </a:lnTo>
                  <a:lnTo>
                    <a:pt x="2502673" y="2999990"/>
                  </a:lnTo>
                  <a:lnTo>
                    <a:pt x="2502673" y="2999559"/>
                  </a:lnTo>
                  <a:lnTo>
                    <a:pt x="2502831" y="2999559"/>
                  </a:lnTo>
                  <a:lnTo>
                    <a:pt x="2502989" y="2999559"/>
                  </a:lnTo>
                  <a:lnTo>
                    <a:pt x="2503146" y="2999559"/>
                  </a:lnTo>
                  <a:lnTo>
                    <a:pt x="2503304" y="2999559"/>
                  </a:lnTo>
                  <a:lnTo>
                    <a:pt x="2503462" y="2999559"/>
                  </a:lnTo>
                  <a:lnTo>
                    <a:pt x="2503462" y="2999129"/>
                  </a:lnTo>
                  <a:lnTo>
                    <a:pt x="2503619" y="2999129"/>
                  </a:lnTo>
                  <a:lnTo>
                    <a:pt x="2503619" y="2998698"/>
                  </a:lnTo>
                  <a:lnTo>
                    <a:pt x="2503777" y="2998698"/>
                  </a:lnTo>
                  <a:lnTo>
                    <a:pt x="2503777" y="2998267"/>
                  </a:lnTo>
                  <a:lnTo>
                    <a:pt x="2503935" y="2998267"/>
                  </a:lnTo>
                  <a:lnTo>
                    <a:pt x="2504093" y="2998267"/>
                  </a:lnTo>
                  <a:lnTo>
                    <a:pt x="2504250" y="2998267"/>
                  </a:lnTo>
                  <a:lnTo>
                    <a:pt x="2504408" y="2998267"/>
                  </a:lnTo>
                  <a:lnTo>
                    <a:pt x="2504566" y="2998267"/>
                  </a:lnTo>
                  <a:lnTo>
                    <a:pt x="2504723" y="2998267"/>
                  </a:lnTo>
                  <a:lnTo>
                    <a:pt x="2504881" y="2998267"/>
                  </a:lnTo>
                  <a:lnTo>
                    <a:pt x="2504881" y="2997837"/>
                  </a:lnTo>
                  <a:lnTo>
                    <a:pt x="2505039" y="2997837"/>
                  </a:lnTo>
                  <a:lnTo>
                    <a:pt x="2505197" y="2997837"/>
                  </a:lnTo>
                  <a:lnTo>
                    <a:pt x="2505354" y="2997837"/>
                  </a:lnTo>
                  <a:lnTo>
                    <a:pt x="2505512" y="2997837"/>
                  </a:lnTo>
                  <a:lnTo>
                    <a:pt x="2505670" y="2997837"/>
                  </a:lnTo>
                  <a:lnTo>
                    <a:pt x="2505828" y="2997837"/>
                  </a:lnTo>
                  <a:lnTo>
                    <a:pt x="2505828" y="2997406"/>
                  </a:lnTo>
                  <a:lnTo>
                    <a:pt x="2505985" y="2997406"/>
                  </a:lnTo>
                  <a:lnTo>
                    <a:pt x="2506143" y="2997406"/>
                  </a:lnTo>
                  <a:lnTo>
                    <a:pt x="2506301" y="2997406"/>
                  </a:lnTo>
                  <a:lnTo>
                    <a:pt x="2506458" y="2997406"/>
                  </a:lnTo>
                  <a:lnTo>
                    <a:pt x="2506616" y="2997406"/>
                  </a:lnTo>
                  <a:lnTo>
                    <a:pt x="2506616" y="2996976"/>
                  </a:lnTo>
                  <a:lnTo>
                    <a:pt x="2506774" y="2996976"/>
                  </a:lnTo>
                  <a:lnTo>
                    <a:pt x="2506932" y="2996976"/>
                  </a:lnTo>
                  <a:lnTo>
                    <a:pt x="2507089" y="2996976"/>
                  </a:lnTo>
                  <a:lnTo>
                    <a:pt x="2507247" y="2996976"/>
                  </a:lnTo>
                  <a:lnTo>
                    <a:pt x="2507405" y="2996976"/>
                  </a:lnTo>
                  <a:lnTo>
                    <a:pt x="2507562" y="2996976"/>
                  </a:lnTo>
                  <a:lnTo>
                    <a:pt x="2507720" y="2996976"/>
                  </a:lnTo>
                  <a:lnTo>
                    <a:pt x="2507878" y="2996976"/>
                  </a:lnTo>
                  <a:lnTo>
                    <a:pt x="2508036" y="2996976"/>
                  </a:lnTo>
                  <a:lnTo>
                    <a:pt x="2508193" y="2996976"/>
                  </a:lnTo>
                  <a:lnTo>
                    <a:pt x="2508351" y="2996976"/>
                  </a:lnTo>
                  <a:lnTo>
                    <a:pt x="2508509" y="2996976"/>
                  </a:lnTo>
                  <a:lnTo>
                    <a:pt x="2508666" y="2996976"/>
                  </a:lnTo>
                  <a:lnTo>
                    <a:pt x="2508666" y="2996545"/>
                  </a:lnTo>
                  <a:lnTo>
                    <a:pt x="2508824" y="2996545"/>
                  </a:lnTo>
                  <a:lnTo>
                    <a:pt x="2508982" y="2996545"/>
                  </a:lnTo>
                  <a:lnTo>
                    <a:pt x="2509140" y="2996545"/>
                  </a:lnTo>
                  <a:lnTo>
                    <a:pt x="2509297" y="2996545"/>
                  </a:lnTo>
                  <a:lnTo>
                    <a:pt x="2509455" y="2996545"/>
                  </a:lnTo>
                  <a:lnTo>
                    <a:pt x="2509455" y="2996114"/>
                  </a:lnTo>
                  <a:lnTo>
                    <a:pt x="2509613" y="2996114"/>
                  </a:lnTo>
                  <a:lnTo>
                    <a:pt x="2509770" y="2996114"/>
                  </a:lnTo>
                  <a:lnTo>
                    <a:pt x="2509770" y="2995684"/>
                  </a:lnTo>
                  <a:lnTo>
                    <a:pt x="2509928" y="2995684"/>
                  </a:lnTo>
                  <a:lnTo>
                    <a:pt x="2510086" y="2995684"/>
                  </a:lnTo>
                  <a:lnTo>
                    <a:pt x="2510244" y="2995684"/>
                  </a:lnTo>
                  <a:lnTo>
                    <a:pt x="2510401" y="2995684"/>
                  </a:lnTo>
                  <a:lnTo>
                    <a:pt x="2510401" y="2995253"/>
                  </a:lnTo>
                  <a:lnTo>
                    <a:pt x="2510559" y="2995253"/>
                  </a:lnTo>
                  <a:lnTo>
                    <a:pt x="2510717" y="2995253"/>
                  </a:lnTo>
                  <a:lnTo>
                    <a:pt x="2510717" y="2994823"/>
                  </a:lnTo>
                  <a:lnTo>
                    <a:pt x="2510874" y="2994823"/>
                  </a:lnTo>
                  <a:lnTo>
                    <a:pt x="2511032" y="2994823"/>
                  </a:lnTo>
                  <a:lnTo>
                    <a:pt x="2511190" y="2994823"/>
                  </a:lnTo>
                  <a:lnTo>
                    <a:pt x="2511348" y="2994823"/>
                  </a:lnTo>
                  <a:lnTo>
                    <a:pt x="2511505" y="2994823"/>
                  </a:lnTo>
                  <a:lnTo>
                    <a:pt x="2511663" y="2994823"/>
                  </a:lnTo>
                  <a:lnTo>
                    <a:pt x="2511821" y="2994823"/>
                  </a:lnTo>
                  <a:lnTo>
                    <a:pt x="2511979" y="2994823"/>
                  </a:lnTo>
                  <a:lnTo>
                    <a:pt x="2512136" y="2994823"/>
                  </a:lnTo>
                  <a:lnTo>
                    <a:pt x="2512136" y="2994392"/>
                  </a:lnTo>
                  <a:lnTo>
                    <a:pt x="2512294" y="2994392"/>
                  </a:lnTo>
                  <a:lnTo>
                    <a:pt x="2512294" y="2993961"/>
                  </a:lnTo>
                  <a:lnTo>
                    <a:pt x="2512294" y="2993531"/>
                  </a:lnTo>
                  <a:lnTo>
                    <a:pt x="2512452" y="2993531"/>
                  </a:lnTo>
                  <a:lnTo>
                    <a:pt x="2512609" y="2993531"/>
                  </a:lnTo>
                  <a:lnTo>
                    <a:pt x="2512767" y="2993531"/>
                  </a:lnTo>
                  <a:lnTo>
                    <a:pt x="2512925" y="2993531"/>
                  </a:lnTo>
                  <a:lnTo>
                    <a:pt x="2512925" y="2993100"/>
                  </a:lnTo>
                  <a:lnTo>
                    <a:pt x="2512925" y="2992670"/>
                  </a:lnTo>
                  <a:lnTo>
                    <a:pt x="2513083" y="2992670"/>
                  </a:lnTo>
                  <a:lnTo>
                    <a:pt x="2513240" y="2992670"/>
                  </a:lnTo>
                  <a:lnTo>
                    <a:pt x="2513398" y="2992670"/>
                  </a:lnTo>
                  <a:lnTo>
                    <a:pt x="2513556" y="2992670"/>
                  </a:lnTo>
                  <a:lnTo>
                    <a:pt x="2513556" y="2992239"/>
                  </a:lnTo>
                  <a:lnTo>
                    <a:pt x="2513713" y="2992239"/>
                  </a:lnTo>
                  <a:lnTo>
                    <a:pt x="2513871" y="2992239"/>
                  </a:lnTo>
                  <a:lnTo>
                    <a:pt x="2513871" y="2991808"/>
                  </a:lnTo>
                  <a:lnTo>
                    <a:pt x="2513871" y="2991378"/>
                  </a:lnTo>
                  <a:lnTo>
                    <a:pt x="2514029" y="2991378"/>
                  </a:lnTo>
                  <a:lnTo>
                    <a:pt x="2514029" y="2990947"/>
                  </a:lnTo>
                  <a:lnTo>
                    <a:pt x="2514187" y="2990947"/>
                  </a:lnTo>
                  <a:lnTo>
                    <a:pt x="2514344" y="2990947"/>
                  </a:lnTo>
                  <a:lnTo>
                    <a:pt x="2514502" y="2990947"/>
                  </a:lnTo>
                  <a:lnTo>
                    <a:pt x="2514502" y="2990517"/>
                  </a:lnTo>
                  <a:lnTo>
                    <a:pt x="2514660" y="2990517"/>
                  </a:lnTo>
                  <a:lnTo>
                    <a:pt x="2514817" y="2990517"/>
                  </a:lnTo>
                  <a:lnTo>
                    <a:pt x="2514975" y="2990517"/>
                  </a:lnTo>
                  <a:lnTo>
                    <a:pt x="2515133" y="2990517"/>
                  </a:lnTo>
                  <a:lnTo>
                    <a:pt x="2515291" y="2990517"/>
                  </a:lnTo>
                  <a:lnTo>
                    <a:pt x="2515448" y="2990517"/>
                  </a:lnTo>
                  <a:lnTo>
                    <a:pt x="2515606" y="2990517"/>
                  </a:lnTo>
                  <a:lnTo>
                    <a:pt x="2515606" y="2990086"/>
                  </a:lnTo>
                  <a:lnTo>
                    <a:pt x="2515764" y="2990086"/>
                  </a:lnTo>
                  <a:lnTo>
                    <a:pt x="2515921" y="2990086"/>
                  </a:lnTo>
                  <a:lnTo>
                    <a:pt x="2516079" y="2990086"/>
                  </a:lnTo>
                  <a:lnTo>
                    <a:pt x="2516237" y="2990086"/>
                  </a:lnTo>
                  <a:lnTo>
                    <a:pt x="2516395" y="2990086"/>
                  </a:lnTo>
                  <a:lnTo>
                    <a:pt x="2516552" y="2990086"/>
                  </a:lnTo>
                  <a:lnTo>
                    <a:pt x="2516552" y="2989655"/>
                  </a:lnTo>
                  <a:lnTo>
                    <a:pt x="2516710" y="2989655"/>
                  </a:lnTo>
                  <a:lnTo>
                    <a:pt x="2516868" y="2989655"/>
                  </a:lnTo>
                  <a:lnTo>
                    <a:pt x="2516868" y="2989225"/>
                  </a:lnTo>
                  <a:lnTo>
                    <a:pt x="2517026" y="2989225"/>
                  </a:lnTo>
                  <a:lnTo>
                    <a:pt x="2517183" y="2989225"/>
                  </a:lnTo>
                  <a:lnTo>
                    <a:pt x="2517183" y="2988794"/>
                  </a:lnTo>
                  <a:lnTo>
                    <a:pt x="2517341" y="2988794"/>
                  </a:lnTo>
                  <a:lnTo>
                    <a:pt x="2517341" y="2988364"/>
                  </a:lnTo>
                  <a:lnTo>
                    <a:pt x="2517499" y="2988364"/>
                  </a:lnTo>
                  <a:lnTo>
                    <a:pt x="2517656" y="2988364"/>
                  </a:lnTo>
                  <a:lnTo>
                    <a:pt x="2517814" y="2988364"/>
                  </a:lnTo>
                  <a:lnTo>
                    <a:pt x="2517972" y="2988364"/>
                  </a:lnTo>
                  <a:lnTo>
                    <a:pt x="2518130" y="2988364"/>
                  </a:lnTo>
                  <a:lnTo>
                    <a:pt x="2518287" y="2988364"/>
                  </a:lnTo>
                  <a:lnTo>
                    <a:pt x="2518445" y="2988364"/>
                  </a:lnTo>
                  <a:lnTo>
                    <a:pt x="2518603" y="2988364"/>
                  </a:lnTo>
                  <a:lnTo>
                    <a:pt x="2518603" y="2987933"/>
                  </a:lnTo>
                  <a:lnTo>
                    <a:pt x="2518603" y="2987502"/>
                  </a:lnTo>
                  <a:lnTo>
                    <a:pt x="2518603" y="2987072"/>
                  </a:lnTo>
                  <a:lnTo>
                    <a:pt x="2518760" y="2987072"/>
                  </a:lnTo>
                  <a:lnTo>
                    <a:pt x="2518918" y="2987072"/>
                  </a:lnTo>
                  <a:lnTo>
                    <a:pt x="2519076" y="2987072"/>
                  </a:lnTo>
                  <a:lnTo>
                    <a:pt x="2519076" y="2986641"/>
                  </a:lnTo>
                  <a:lnTo>
                    <a:pt x="2519234" y="2986641"/>
                  </a:lnTo>
                  <a:lnTo>
                    <a:pt x="2519234" y="2986211"/>
                  </a:lnTo>
                  <a:lnTo>
                    <a:pt x="2519391" y="2986211"/>
                  </a:lnTo>
                  <a:lnTo>
                    <a:pt x="2519549" y="2986211"/>
                  </a:lnTo>
                  <a:lnTo>
                    <a:pt x="2519707" y="2986211"/>
                  </a:lnTo>
                  <a:lnTo>
                    <a:pt x="2519707" y="2985780"/>
                  </a:lnTo>
                  <a:lnTo>
                    <a:pt x="2519864" y="2985780"/>
                  </a:lnTo>
                  <a:lnTo>
                    <a:pt x="2520022" y="2985780"/>
                  </a:lnTo>
                  <a:lnTo>
                    <a:pt x="2520180" y="2985780"/>
                  </a:lnTo>
                  <a:lnTo>
                    <a:pt x="2520180" y="2985349"/>
                  </a:lnTo>
                  <a:lnTo>
                    <a:pt x="2520180" y="2984919"/>
                  </a:lnTo>
                  <a:lnTo>
                    <a:pt x="2520338" y="2984919"/>
                  </a:lnTo>
                  <a:lnTo>
                    <a:pt x="2520495" y="2984919"/>
                  </a:lnTo>
                  <a:lnTo>
                    <a:pt x="2520653" y="2984919"/>
                  </a:lnTo>
                  <a:lnTo>
                    <a:pt x="2520811" y="2984919"/>
                  </a:lnTo>
                  <a:lnTo>
                    <a:pt x="2520968" y="2984919"/>
                  </a:lnTo>
                  <a:lnTo>
                    <a:pt x="2521126" y="2984919"/>
                  </a:lnTo>
                  <a:lnTo>
                    <a:pt x="2521126" y="2984488"/>
                  </a:lnTo>
                  <a:lnTo>
                    <a:pt x="2521126" y="2984058"/>
                  </a:lnTo>
                  <a:lnTo>
                    <a:pt x="2521284" y="2984058"/>
                  </a:lnTo>
                  <a:lnTo>
                    <a:pt x="2521442" y="2984058"/>
                  </a:lnTo>
                  <a:lnTo>
                    <a:pt x="2521599" y="2984058"/>
                  </a:lnTo>
                  <a:lnTo>
                    <a:pt x="2521757" y="2984058"/>
                  </a:lnTo>
                  <a:lnTo>
                    <a:pt x="2521915" y="2984058"/>
                  </a:lnTo>
                  <a:lnTo>
                    <a:pt x="2522072" y="2984058"/>
                  </a:lnTo>
                  <a:lnTo>
                    <a:pt x="2522230" y="2984058"/>
                  </a:lnTo>
                  <a:lnTo>
                    <a:pt x="2522388" y="2984058"/>
                  </a:lnTo>
                  <a:lnTo>
                    <a:pt x="2522546" y="2984058"/>
                  </a:lnTo>
                  <a:lnTo>
                    <a:pt x="2522703" y="2984058"/>
                  </a:lnTo>
                  <a:lnTo>
                    <a:pt x="2522861" y="2984058"/>
                  </a:lnTo>
                  <a:lnTo>
                    <a:pt x="2522861" y="2983627"/>
                  </a:lnTo>
                  <a:lnTo>
                    <a:pt x="2523019" y="2983627"/>
                  </a:lnTo>
                  <a:lnTo>
                    <a:pt x="2523019" y="2983196"/>
                  </a:lnTo>
                  <a:lnTo>
                    <a:pt x="2523177" y="2983196"/>
                  </a:lnTo>
                  <a:lnTo>
                    <a:pt x="2523334" y="2983196"/>
                  </a:lnTo>
                  <a:lnTo>
                    <a:pt x="2523334" y="2982766"/>
                  </a:lnTo>
                  <a:lnTo>
                    <a:pt x="2523492" y="2982766"/>
                  </a:lnTo>
                  <a:lnTo>
                    <a:pt x="2523650" y="2982766"/>
                  </a:lnTo>
                  <a:lnTo>
                    <a:pt x="2523807" y="2982766"/>
                  </a:lnTo>
                  <a:lnTo>
                    <a:pt x="2523965" y="2982766"/>
                  </a:lnTo>
                  <a:lnTo>
                    <a:pt x="2523965" y="2982335"/>
                  </a:lnTo>
                  <a:lnTo>
                    <a:pt x="2524123" y="2982335"/>
                  </a:lnTo>
                  <a:lnTo>
                    <a:pt x="2524281" y="2982335"/>
                  </a:lnTo>
                  <a:lnTo>
                    <a:pt x="2524438" y="2982335"/>
                  </a:lnTo>
                  <a:lnTo>
                    <a:pt x="2524596" y="2982335"/>
                  </a:lnTo>
                  <a:lnTo>
                    <a:pt x="2524754" y="2982335"/>
                  </a:lnTo>
                  <a:lnTo>
                    <a:pt x="2524911" y="2982335"/>
                  </a:lnTo>
                  <a:lnTo>
                    <a:pt x="2525069" y="2982335"/>
                  </a:lnTo>
                  <a:lnTo>
                    <a:pt x="2525227" y="2982335"/>
                  </a:lnTo>
                  <a:lnTo>
                    <a:pt x="2525385" y="2982335"/>
                  </a:lnTo>
                  <a:lnTo>
                    <a:pt x="2525385" y="2981905"/>
                  </a:lnTo>
                  <a:lnTo>
                    <a:pt x="2525385" y="2981474"/>
                  </a:lnTo>
                  <a:lnTo>
                    <a:pt x="2525542" y="2981474"/>
                  </a:lnTo>
                  <a:lnTo>
                    <a:pt x="2525542" y="2981043"/>
                  </a:lnTo>
                  <a:lnTo>
                    <a:pt x="2525700" y="2981043"/>
                  </a:lnTo>
                  <a:lnTo>
                    <a:pt x="2525858" y="2981043"/>
                  </a:lnTo>
                  <a:lnTo>
                    <a:pt x="2526015" y="2981043"/>
                  </a:lnTo>
                  <a:lnTo>
                    <a:pt x="2526015" y="2980613"/>
                  </a:lnTo>
                  <a:lnTo>
                    <a:pt x="2526015" y="2980182"/>
                  </a:lnTo>
                  <a:lnTo>
                    <a:pt x="2526173" y="2980182"/>
                  </a:lnTo>
                  <a:lnTo>
                    <a:pt x="2526331" y="2980182"/>
                  </a:lnTo>
                  <a:lnTo>
                    <a:pt x="2526489" y="2980182"/>
                  </a:lnTo>
                  <a:lnTo>
                    <a:pt x="2526489" y="2979752"/>
                  </a:lnTo>
                  <a:lnTo>
                    <a:pt x="2526646" y="2979752"/>
                  </a:lnTo>
                  <a:lnTo>
                    <a:pt x="2526804" y="2979752"/>
                  </a:lnTo>
                  <a:lnTo>
                    <a:pt x="2526962" y="2979752"/>
                  </a:lnTo>
                  <a:lnTo>
                    <a:pt x="2526962" y="2979321"/>
                  </a:lnTo>
                  <a:lnTo>
                    <a:pt x="2527119" y="2979321"/>
                  </a:lnTo>
                  <a:lnTo>
                    <a:pt x="2527119" y="2978890"/>
                  </a:lnTo>
                  <a:lnTo>
                    <a:pt x="2527277" y="2978890"/>
                  </a:lnTo>
                  <a:lnTo>
                    <a:pt x="2527277" y="2978460"/>
                  </a:lnTo>
                  <a:lnTo>
                    <a:pt x="2527435" y="2978460"/>
                  </a:lnTo>
                  <a:lnTo>
                    <a:pt x="2527435" y="2978029"/>
                  </a:lnTo>
                  <a:lnTo>
                    <a:pt x="2527435" y="2977599"/>
                  </a:lnTo>
                  <a:lnTo>
                    <a:pt x="2527593" y="2977599"/>
                  </a:lnTo>
                  <a:lnTo>
                    <a:pt x="2527593" y="2977168"/>
                  </a:lnTo>
                  <a:lnTo>
                    <a:pt x="2527593" y="2976737"/>
                  </a:lnTo>
                  <a:lnTo>
                    <a:pt x="2527750" y="2976737"/>
                  </a:lnTo>
                  <a:lnTo>
                    <a:pt x="2527750" y="2976307"/>
                  </a:lnTo>
                  <a:lnTo>
                    <a:pt x="2527908" y="2976307"/>
                  </a:lnTo>
                  <a:lnTo>
                    <a:pt x="2528066" y="2976307"/>
                  </a:lnTo>
                  <a:lnTo>
                    <a:pt x="2528066" y="2975876"/>
                  </a:lnTo>
                  <a:lnTo>
                    <a:pt x="2528066" y="2975446"/>
                  </a:lnTo>
                  <a:lnTo>
                    <a:pt x="2528066" y="2975015"/>
                  </a:lnTo>
                  <a:lnTo>
                    <a:pt x="2528224" y="2975015"/>
                  </a:lnTo>
                  <a:lnTo>
                    <a:pt x="2528381" y="2975015"/>
                  </a:lnTo>
                  <a:lnTo>
                    <a:pt x="2528539" y="2975015"/>
                  </a:lnTo>
                  <a:lnTo>
                    <a:pt x="2528697" y="2975015"/>
                  </a:lnTo>
                  <a:lnTo>
                    <a:pt x="2528854" y="2975015"/>
                  </a:lnTo>
                  <a:lnTo>
                    <a:pt x="2529012" y="2975015"/>
                  </a:lnTo>
                  <a:lnTo>
                    <a:pt x="2529170" y="2975015"/>
                  </a:lnTo>
                  <a:lnTo>
                    <a:pt x="2529328" y="2975015"/>
                  </a:lnTo>
                  <a:lnTo>
                    <a:pt x="2529485" y="2975015"/>
                  </a:lnTo>
                  <a:lnTo>
                    <a:pt x="2529643" y="2975015"/>
                  </a:lnTo>
                  <a:lnTo>
                    <a:pt x="2529801" y="2975015"/>
                  </a:lnTo>
                  <a:lnTo>
                    <a:pt x="2529958" y="2975015"/>
                  </a:lnTo>
                  <a:lnTo>
                    <a:pt x="2529958" y="2974584"/>
                  </a:lnTo>
                  <a:lnTo>
                    <a:pt x="2530116" y="2974584"/>
                  </a:lnTo>
                  <a:lnTo>
                    <a:pt x="2530116" y="2974154"/>
                  </a:lnTo>
                  <a:lnTo>
                    <a:pt x="2530116" y="2973723"/>
                  </a:lnTo>
                  <a:lnTo>
                    <a:pt x="2530274" y="2973723"/>
                  </a:lnTo>
                  <a:lnTo>
                    <a:pt x="2530274" y="2973293"/>
                  </a:lnTo>
                  <a:lnTo>
                    <a:pt x="2530432" y="2973293"/>
                  </a:lnTo>
                  <a:lnTo>
                    <a:pt x="2530432" y="2972862"/>
                  </a:lnTo>
                  <a:lnTo>
                    <a:pt x="2530589" y="2972862"/>
                  </a:lnTo>
                  <a:lnTo>
                    <a:pt x="2530747" y="2972862"/>
                  </a:lnTo>
                  <a:lnTo>
                    <a:pt x="2530747" y="2972431"/>
                  </a:lnTo>
                  <a:lnTo>
                    <a:pt x="2530905" y="2972431"/>
                  </a:lnTo>
                  <a:lnTo>
                    <a:pt x="2531062" y="2972431"/>
                  </a:lnTo>
                  <a:lnTo>
                    <a:pt x="2531220" y="2972431"/>
                  </a:lnTo>
                  <a:lnTo>
                    <a:pt x="2531378" y="2972431"/>
                  </a:lnTo>
                  <a:lnTo>
                    <a:pt x="2531536" y="2972431"/>
                  </a:lnTo>
                  <a:lnTo>
                    <a:pt x="2531693" y="2972431"/>
                  </a:lnTo>
                  <a:lnTo>
                    <a:pt x="2531851" y="2972431"/>
                  </a:lnTo>
                  <a:lnTo>
                    <a:pt x="2532009" y="2972431"/>
                  </a:lnTo>
                  <a:lnTo>
                    <a:pt x="2532166" y="2972431"/>
                  </a:lnTo>
                  <a:lnTo>
                    <a:pt x="2532324" y="2972431"/>
                  </a:lnTo>
                  <a:lnTo>
                    <a:pt x="2532482" y="2972431"/>
                  </a:lnTo>
                  <a:lnTo>
                    <a:pt x="2532482" y="2972001"/>
                  </a:lnTo>
                  <a:lnTo>
                    <a:pt x="2532640" y="2972001"/>
                  </a:lnTo>
                  <a:lnTo>
                    <a:pt x="2532797" y="2972001"/>
                  </a:lnTo>
                  <a:lnTo>
                    <a:pt x="2532797" y="2971570"/>
                  </a:lnTo>
                  <a:lnTo>
                    <a:pt x="2532797" y="2971140"/>
                  </a:lnTo>
                  <a:lnTo>
                    <a:pt x="2532797" y="2970709"/>
                  </a:lnTo>
                  <a:lnTo>
                    <a:pt x="2532955" y="2970709"/>
                  </a:lnTo>
                  <a:lnTo>
                    <a:pt x="2532955" y="2970278"/>
                  </a:lnTo>
                  <a:lnTo>
                    <a:pt x="2532955" y="2969848"/>
                  </a:lnTo>
                  <a:lnTo>
                    <a:pt x="2532955" y="2969417"/>
                  </a:lnTo>
                  <a:lnTo>
                    <a:pt x="2533113" y="2969417"/>
                  </a:lnTo>
                  <a:lnTo>
                    <a:pt x="2533113" y="2968987"/>
                  </a:lnTo>
                  <a:lnTo>
                    <a:pt x="2533270" y="2968987"/>
                  </a:lnTo>
                  <a:lnTo>
                    <a:pt x="2533270" y="2968556"/>
                  </a:lnTo>
                  <a:lnTo>
                    <a:pt x="2533428" y="2968556"/>
                  </a:lnTo>
                  <a:lnTo>
                    <a:pt x="2533586" y="2968556"/>
                  </a:lnTo>
                  <a:lnTo>
                    <a:pt x="2533586" y="2968125"/>
                  </a:lnTo>
                  <a:lnTo>
                    <a:pt x="2533744" y="2968125"/>
                  </a:lnTo>
                  <a:lnTo>
                    <a:pt x="2533744" y="2967695"/>
                  </a:lnTo>
                  <a:lnTo>
                    <a:pt x="2533901" y="2967695"/>
                  </a:lnTo>
                  <a:lnTo>
                    <a:pt x="2534059" y="2967695"/>
                  </a:lnTo>
                  <a:lnTo>
                    <a:pt x="2534217" y="2967695"/>
                  </a:lnTo>
                  <a:lnTo>
                    <a:pt x="2534375" y="2967695"/>
                  </a:lnTo>
                  <a:lnTo>
                    <a:pt x="2534375" y="2967264"/>
                  </a:lnTo>
                  <a:lnTo>
                    <a:pt x="2534532" y="2967264"/>
                  </a:lnTo>
                  <a:lnTo>
                    <a:pt x="2534690" y="2967264"/>
                  </a:lnTo>
                  <a:lnTo>
                    <a:pt x="2534848" y="2967264"/>
                  </a:lnTo>
                  <a:lnTo>
                    <a:pt x="2535005" y="2967264"/>
                  </a:lnTo>
                  <a:lnTo>
                    <a:pt x="2535163" y="2967264"/>
                  </a:lnTo>
                  <a:lnTo>
                    <a:pt x="2535321" y="2967264"/>
                  </a:lnTo>
                  <a:lnTo>
                    <a:pt x="2535321" y="2966834"/>
                  </a:lnTo>
                  <a:lnTo>
                    <a:pt x="2535321" y="2966403"/>
                  </a:lnTo>
                  <a:lnTo>
                    <a:pt x="2535479" y="2966403"/>
                  </a:lnTo>
                  <a:lnTo>
                    <a:pt x="2535636" y="2966403"/>
                  </a:lnTo>
                  <a:lnTo>
                    <a:pt x="2535636" y="2965972"/>
                  </a:lnTo>
                  <a:lnTo>
                    <a:pt x="2535636" y="2965542"/>
                  </a:lnTo>
                  <a:lnTo>
                    <a:pt x="2535636" y="2965111"/>
                  </a:lnTo>
                  <a:lnTo>
                    <a:pt x="2535794" y="2965111"/>
                  </a:lnTo>
                  <a:lnTo>
                    <a:pt x="2535952" y="2965111"/>
                  </a:lnTo>
                  <a:lnTo>
                    <a:pt x="2536109" y="2965111"/>
                  </a:lnTo>
                  <a:lnTo>
                    <a:pt x="2536267" y="2965111"/>
                  </a:lnTo>
                  <a:lnTo>
                    <a:pt x="2536425" y="2965111"/>
                  </a:lnTo>
                  <a:lnTo>
                    <a:pt x="2536425" y="2964681"/>
                  </a:lnTo>
                  <a:lnTo>
                    <a:pt x="2536425" y="2964250"/>
                  </a:lnTo>
                  <a:lnTo>
                    <a:pt x="2536425" y="2963819"/>
                  </a:lnTo>
                  <a:lnTo>
                    <a:pt x="2536583" y="2963819"/>
                  </a:lnTo>
                  <a:lnTo>
                    <a:pt x="2536583" y="2963389"/>
                  </a:lnTo>
                  <a:lnTo>
                    <a:pt x="2536740" y="2963389"/>
                  </a:lnTo>
                  <a:lnTo>
                    <a:pt x="2536740" y="2962958"/>
                  </a:lnTo>
                  <a:lnTo>
                    <a:pt x="2536898" y="2962958"/>
                  </a:lnTo>
                  <a:lnTo>
                    <a:pt x="2536898" y="2962528"/>
                  </a:lnTo>
                  <a:lnTo>
                    <a:pt x="2536898" y="2962097"/>
                  </a:lnTo>
                  <a:lnTo>
                    <a:pt x="2537056" y="2962097"/>
                  </a:lnTo>
                  <a:lnTo>
                    <a:pt x="2537213" y="2962097"/>
                  </a:lnTo>
                  <a:lnTo>
                    <a:pt x="2537213" y="2961666"/>
                  </a:lnTo>
                  <a:lnTo>
                    <a:pt x="2537371" y="2961666"/>
                  </a:lnTo>
                  <a:lnTo>
                    <a:pt x="2537529" y="2961666"/>
                  </a:lnTo>
                  <a:lnTo>
                    <a:pt x="2537687" y="2961666"/>
                  </a:lnTo>
                  <a:lnTo>
                    <a:pt x="2537844" y="2961666"/>
                  </a:lnTo>
                  <a:lnTo>
                    <a:pt x="2538002" y="2961666"/>
                  </a:lnTo>
                  <a:lnTo>
                    <a:pt x="2538002" y="2961236"/>
                  </a:lnTo>
                  <a:lnTo>
                    <a:pt x="2538002" y="2960805"/>
                  </a:lnTo>
                  <a:lnTo>
                    <a:pt x="2538002" y="2960375"/>
                  </a:lnTo>
                  <a:lnTo>
                    <a:pt x="2538160" y="2960375"/>
                  </a:lnTo>
                  <a:lnTo>
                    <a:pt x="2538317" y="2960375"/>
                  </a:lnTo>
                  <a:lnTo>
                    <a:pt x="2538317" y="2959944"/>
                  </a:lnTo>
                  <a:lnTo>
                    <a:pt x="2538475" y="2959944"/>
                  </a:lnTo>
                  <a:lnTo>
                    <a:pt x="2538633" y="2959944"/>
                  </a:lnTo>
                  <a:lnTo>
                    <a:pt x="2538791" y="2959944"/>
                  </a:lnTo>
                  <a:lnTo>
                    <a:pt x="2538948" y="2959944"/>
                  </a:lnTo>
                  <a:lnTo>
                    <a:pt x="2538948" y="2959513"/>
                  </a:lnTo>
                  <a:lnTo>
                    <a:pt x="2539106" y="2959513"/>
                  </a:lnTo>
                  <a:lnTo>
                    <a:pt x="2539264" y="2959513"/>
                  </a:lnTo>
                  <a:lnTo>
                    <a:pt x="2539421" y="2959513"/>
                  </a:lnTo>
                  <a:lnTo>
                    <a:pt x="2539579" y="2959513"/>
                  </a:lnTo>
                  <a:lnTo>
                    <a:pt x="2539737" y="2959513"/>
                  </a:lnTo>
                  <a:lnTo>
                    <a:pt x="2539895" y="2959513"/>
                  </a:lnTo>
                  <a:lnTo>
                    <a:pt x="2540052" y="2959513"/>
                  </a:lnTo>
                  <a:lnTo>
                    <a:pt x="2540210" y="2959513"/>
                  </a:lnTo>
                  <a:lnTo>
                    <a:pt x="2540368" y="2959513"/>
                  </a:lnTo>
                  <a:lnTo>
                    <a:pt x="2540368" y="2959083"/>
                  </a:lnTo>
                  <a:lnTo>
                    <a:pt x="2540526" y="2959083"/>
                  </a:lnTo>
                  <a:lnTo>
                    <a:pt x="2540526" y="2958652"/>
                  </a:lnTo>
                  <a:lnTo>
                    <a:pt x="2540683" y="2958652"/>
                  </a:lnTo>
                  <a:lnTo>
                    <a:pt x="2540683" y="2958222"/>
                  </a:lnTo>
                  <a:lnTo>
                    <a:pt x="2540683" y="2957791"/>
                  </a:lnTo>
                  <a:lnTo>
                    <a:pt x="2540683" y="2957360"/>
                  </a:lnTo>
                  <a:lnTo>
                    <a:pt x="2540841" y="2957360"/>
                  </a:lnTo>
                  <a:lnTo>
                    <a:pt x="2540999" y="2957360"/>
                  </a:lnTo>
                  <a:lnTo>
                    <a:pt x="2541156" y="2957360"/>
                  </a:lnTo>
                  <a:lnTo>
                    <a:pt x="2541156" y="2956930"/>
                  </a:lnTo>
                  <a:lnTo>
                    <a:pt x="2541314" y="2956930"/>
                  </a:lnTo>
                  <a:lnTo>
                    <a:pt x="2541472" y="2956930"/>
                  </a:lnTo>
                  <a:lnTo>
                    <a:pt x="2541630" y="2956930"/>
                  </a:lnTo>
                  <a:lnTo>
                    <a:pt x="2541787" y="2956930"/>
                  </a:lnTo>
                  <a:lnTo>
                    <a:pt x="2541945" y="2956930"/>
                  </a:lnTo>
                  <a:lnTo>
                    <a:pt x="2542103" y="2956930"/>
                  </a:lnTo>
                  <a:lnTo>
                    <a:pt x="2542103" y="2956499"/>
                  </a:lnTo>
                  <a:lnTo>
                    <a:pt x="2542260" y="2956499"/>
                  </a:lnTo>
                  <a:lnTo>
                    <a:pt x="2542260" y="2956069"/>
                  </a:lnTo>
                  <a:lnTo>
                    <a:pt x="2542418" y="2956069"/>
                  </a:lnTo>
                  <a:lnTo>
                    <a:pt x="2542576" y="2956069"/>
                  </a:lnTo>
                  <a:lnTo>
                    <a:pt x="2542734" y="2956069"/>
                  </a:lnTo>
                  <a:lnTo>
                    <a:pt x="2542891" y="2956069"/>
                  </a:lnTo>
                  <a:lnTo>
                    <a:pt x="2542891" y="2955638"/>
                  </a:lnTo>
                  <a:lnTo>
                    <a:pt x="2542891" y="2955207"/>
                  </a:lnTo>
                  <a:lnTo>
                    <a:pt x="2543049" y="2955207"/>
                  </a:lnTo>
                  <a:lnTo>
                    <a:pt x="2543207" y="2955207"/>
                  </a:lnTo>
                  <a:lnTo>
                    <a:pt x="2543364" y="2955207"/>
                  </a:lnTo>
                  <a:lnTo>
                    <a:pt x="2543522" y="2955207"/>
                  </a:lnTo>
                  <a:lnTo>
                    <a:pt x="2543680" y="2955207"/>
                  </a:lnTo>
                  <a:lnTo>
                    <a:pt x="2543680" y="2954777"/>
                  </a:lnTo>
                  <a:lnTo>
                    <a:pt x="2543838" y="2954777"/>
                  </a:lnTo>
                  <a:lnTo>
                    <a:pt x="2543995" y="2954777"/>
                  </a:lnTo>
                  <a:lnTo>
                    <a:pt x="2544153" y="2954777"/>
                  </a:lnTo>
                  <a:lnTo>
                    <a:pt x="2544311" y="2954777"/>
                  </a:lnTo>
                  <a:lnTo>
                    <a:pt x="2544311" y="2954346"/>
                  </a:lnTo>
                  <a:lnTo>
                    <a:pt x="2544468" y="2954346"/>
                  </a:lnTo>
                  <a:lnTo>
                    <a:pt x="2544626" y="2954346"/>
                  </a:lnTo>
                  <a:lnTo>
                    <a:pt x="2544784" y="2954346"/>
                  </a:lnTo>
                  <a:lnTo>
                    <a:pt x="2544784" y="2953916"/>
                  </a:lnTo>
                  <a:lnTo>
                    <a:pt x="2544942" y="2953916"/>
                  </a:lnTo>
                  <a:lnTo>
                    <a:pt x="2545099" y="2953916"/>
                  </a:lnTo>
                  <a:lnTo>
                    <a:pt x="2545099" y="2953485"/>
                  </a:lnTo>
                  <a:lnTo>
                    <a:pt x="2545257" y="2953485"/>
                  </a:lnTo>
                  <a:lnTo>
                    <a:pt x="2545415" y="2953485"/>
                  </a:lnTo>
                  <a:lnTo>
                    <a:pt x="2545573" y="2953485"/>
                  </a:lnTo>
                  <a:lnTo>
                    <a:pt x="2545730" y="2953485"/>
                  </a:lnTo>
                  <a:lnTo>
                    <a:pt x="2545730" y="2953054"/>
                  </a:lnTo>
                  <a:lnTo>
                    <a:pt x="2545730" y="2952624"/>
                  </a:lnTo>
                  <a:lnTo>
                    <a:pt x="2545730" y="2952193"/>
                  </a:lnTo>
                  <a:lnTo>
                    <a:pt x="2545888" y="2952193"/>
                  </a:lnTo>
                  <a:lnTo>
                    <a:pt x="2545888" y="2951763"/>
                  </a:lnTo>
                  <a:lnTo>
                    <a:pt x="2545888" y="2951332"/>
                  </a:lnTo>
                  <a:lnTo>
                    <a:pt x="2546046" y="2951332"/>
                  </a:lnTo>
                  <a:lnTo>
                    <a:pt x="2546046" y="2950901"/>
                  </a:lnTo>
                  <a:lnTo>
                    <a:pt x="2546046" y="2950471"/>
                  </a:lnTo>
                  <a:lnTo>
                    <a:pt x="2546203" y="2950471"/>
                  </a:lnTo>
                  <a:lnTo>
                    <a:pt x="2546361" y="2950471"/>
                  </a:lnTo>
                  <a:lnTo>
                    <a:pt x="2546519" y="2950471"/>
                  </a:lnTo>
                  <a:lnTo>
                    <a:pt x="2546677" y="2950471"/>
                  </a:lnTo>
                  <a:lnTo>
                    <a:pt x="2546677" y="2950040"/>
                  </a:lnTo>
                  <a:lnTo>
                    <a:pt x="2546834" y="2950040"/>
                  </a:lnTo>
                  <a:lnTo>
                    <a:pt x="2546834" y="2949610"/>
                  </a:lnTo>
                  <a:lnTo>
                    <a:pt x="2546992" y="2949610"/>
                  </a:lnTo>
                  <a:lnTo>
                    <a:pt x="2547150" y="2949610"/>
                  </a:lnTo>
                  <a:lnTo>
                    <a:pt x="2547150" y="2949179"/>
                  </a:lnTo>
                  <a:lnTo>
                    <a:pt x="2547307" y="2949179"/>
                  </a:lnTo>
                  <a:lnTo>
                    <a:pt x="2547465" y="2949179"/>
                  </a:lnTo>
                  <a:lnTo>
                    <a:pt x="2547623" y="2949179"/>
                  </a:lnTo>
                  <a:lnTo>
                    <a:pt x="2547781" y="2949179"/>
                  </a:lnTo>
                  <a:lnTo>
                    <a:pt x="2547781" y="2948748"/>
                  </a:lnTo>
                  <a:lnTo>
                    <a:pt x="2547781" y="2948318"/>
                  </a:lnTo>
                  <a:lnTo>
                    <a:pt x="2547938" y="2948318"/>
                  </a:lnTo>
                  <a:lnTo>
                    <a:pt x="2547938" y="2947887"/>
                  </a:lnTo>
                  <a:lnTo>
                    <a:pt x="2548096" y="2947887"/>
                  </a:lnTo>
                  <a:lnTo>
                    <a:pt x="2548096" y="2947457"/>
                  </a:lnTo>
                  <a:lnTo>
                    <a:pt x="2548254" y="2947457"/>
                  </a:lnTo>
                  <a:lnTo>
                    <a:pt x="2548254" y="2947026"/>
                  </a:lnTo>
                  <a:lnTo>
                    <a:pt x="2548411" y="2947026"/>
                  </a:lnTo>
                  <a:lnTo>
                    <a:pt x="2548569" y="2947026"/>
                  </a:lnTo>
                  <a:lnTo>
                    <a:pt x="2548569" y="2946595"/>
                  </a:lnTo>
                  <a:lnTo>
                    <a:pt x="2548727" y="2946595"/>
                  </a:lnTo>
                  <a:lnTo>
                    <a:pt x="2548885" y="2946595"/>
                  </a:lnTo>
                  <a:lnTo>
                    <a:pt x="2549042" y="2946595"/>
                  </a:lnTo>
                  <a:lnTo>
                    <a:pt x="2549042" y="2946165"/>
                  </a:lnTo>
                  <a:lnTo>
                    <a:pt x="2549200" y="2946165"/>
                  </a:lnTo>
                  <a:lnTo>
                    <a:pt x="2549200" y="2945734"/>
                  </a:lnTo>
                  <a:lnTo>
                    <a:pt x="2549200" y="2945304"/>
                  </a:lnTo>
                  <a:lnTo>
                    <a:pt x="2549358" y="2945304"/>
                  </a:lnTo>
                  <a:lnTo>
                    <a:pt x="2549515" y="2945304"/>
                  </a:lnTo>
                  <a:lnTo>
                    <a:pt x="2549673" y="2945304"/>
                  </a:lnTo>
                  <a:lnTo>
                    <a:pt x="2549831" y="2945304"/>
                  </a:lnTo>
                  <a:lnTo>
                    <a:pt x="2549989" y="2945304"/>
                  </a:lnTo>
                  <a:lnTo>
                    <a:pt x="2550146" y="2945304"/>
                  </a:lnTo>
                  <a:lnTo>
                    <a:pt x="2550304" y="2945304"/>
                  </a:lnTo>
                  <a:lnTo>
                    <a:pt x="2550462" y="2945304"/>
                  </a:lnTo>
                  <a:lnTo>
                    <a:pt x="2550619" y="2945304"/>
                  </a:lnTo>
                  <a:lnTo>
                    <a:pt x="2550777" y="2945304"/>
                  </a:lnTo>
                  <a:lnTo>
                    <a:pt x="2550935" y="2945304"/>
                  </a:lnTo>
                  <a:lnTo>
                    <a:pt x="2550935" y="2944873"/>
                  </a:lnTo>
                  <a:lnTo>
                    <a:pt x="2551093" y="2944873"/>
                  </a:lnTo>
                  <a:lnTo>
                    <a:pt x="2551093" y="2944442"/>
                  </a:lnTo>
                  <a:lnTo>
                    <a:pt x="2551250" y="2944442"/>
                  </a:lnTo>
                  <a:lnTo>
                    <a:pt x="2551408" y="2944442"/>
                  </a:lnTo>
                  <a:lnTo>
                    <a:pt x="2551566" y="2944442"/>
                  </a:lnTo>
                  <a:lnTo>
                    <a:pt x="2551724" y="2944442"/>
                  </a:lnTo>
                  <a:lnTo>
                    <a:pt x="2551881" y="2944442"/>
                  </a:lnTo>
                  <a:lnTo>
                    <a:pt x="2552039" y="2944442"/>
                  </a:lnTo>
                  <a:lnTo>
                    <a:pt x="2552197" y="2944442"/>
                  </a:lnTo>
                  <a:lnTo>
                    <a:pt x="2552354" y="2944442"/>
                  </a:lnTo>
                  <a:lnTo>
                    <a:pt x="2552354" y="2944012"/>
                  </a:lnTo>
                  <a:lnTo>
                    <a:pt x="2552512" y="2944012"/>
                  </a:lnTo>
                  <a:lnTo>
                    <a:pt x="2552670" y="2944012"/>
                  </a:lnTo>
                  <a:lnTo>
                    <a:pt x="2552828" y="2944012"/>
                  </a:lnTo>
                  <a:lnTo>
                    <a:pt x="2552985" y="2944012"/>
                  </a:lnTo>
                  <a:lnTo>
                    <a:pt x="2553143" y="2944012"/>
                  </a:lnTo>
                  <a:lnTo>
                    <a:pt x="2553301" y="2944012"/>
                  </a:lnTo>
                  <a:lnTo>
                    <a:pt x="2553458" y="2944012"/>
                  </a:lnTo>
                  <a:lnTo>
                    <a:pt x="2553616" y="2944012"/>
                  </a:lnTo>
                  <a:lnTo>
                    <a:pt x="2553774" y="2944012"/>
                  </a:lnTo>
                  <a:lnTo>
                    <a:pt x="2553774" y="2943581"/>
                  </a:lnTo>
                  <a:lnTo>
                    <a:pt x="2553932" y="2943581"/>
                  </a:lnTo>
                  <a:lnTo>
                    <a:pt x="2554089" y="2943581"/>
                  </a:lnTo>
                  <a:lnTo>
                    <a:pt x="2554089" y="2943151"/>
                  </a:lnTo>
                  <a:lnTo>
                    <a:pt x="2554247" y="2943151"/>
                  </a:lnTo>
                  <a:lnTo>
                    <a:pt x="2554405" y="2943151"/>
                  </a:lnTo>
                  <a:lnTo>
                    <a:pt x="2554562" y="2943151"/>
                  </a:lnTo>
                  <a:lnTo>
                    <a:pt x="2554720" y="2943151"/>
                  </a:lnTo>
                  <a:lnTo>
                    <a:pt x="2554878" y="2943151"/>
                  </a:lnTo>
                  <a:lnTo>
                    <a:pt x="2555036" y="2943151"/>
                  </a:lnTo>
                  <a:lnTo>
                    <a:pt x="2555193" y="2943151"/>
                  </a:lnTo>
                  <a:lnTo>
                    <a:pt x="2555351" y="2943151"/>
                  </a:lnTo>
                  <a:lnTo>
                    <a:pt x="2555351" y="2942720"/>
                  </a:lnTo>
                  <a:lnTo>
                    <a:pt x="2555351" y="2942289"/>
                  </a:lnTo>
                  <a:lnTo>
                    <a:pt x="2555509" y="2942289"/>
                  </a:lnTo>
                  <a:lnTo>
                    <a:pt x="2555666" y="2942289"/>
                  </a:lnTo>
                  <a:lnTo>
                    <a:pt x="2555824" y="2942289"/>
                  </a:lnTo>
                  <a:lnTo>
                    <a:pt x="2555824" y="2941859"/>
                  </a:lnTo>
                  <a:lnTo>
                    <a:pt x="2555824" y="2941428"/>
                  </a:lnTo>
                  <a:lnTo>
                    <a:pt x="2555824" y="2940998"/>
                  </a:lnTo>
                  <a:lnTo>
                    <a:pt x="2555982" y="2940998"/>
                  </a:lnTo>
                  <a:lnTo>
                    <a:pt x="2555982" y="2940567"/>
                  </a:lnTo>
                  <a:lnTo>
                    <a:pt x="2556140" y="2940567"/>
                  </a:lnTo>
                  <a:lnTo>
                    <a:pt x="2556297" y="2940567"/>
                  </a:lnTo>
                  <a:lnTo>
                    <a:pt x="2556455" y="2940567"/>
                  </a:lnTo>
                  <a:lnTo>
                    <a:pt x="2556455" y="2940136"/>
                  </a:lnTo>
                  <a:lnTo>
                    <a:pt x="2556613" y="2940136"/>
                  </a:lnTo>
                  <a:lnTo>
                    <a:pt x="2556771" y="2940136"/>
                  </a:lnTo>
                  <a:lnTo>
                    <a:pt x="2556928" y="2940136"/>
                  </a:lnTo>
                  <a:lnTo>
                    <a:pt x="2557086" y="2940136"/>
                  </a:lnTo>
                  <a:lnTo>
                    <a:pt x="2557244" y="2940136"/>
                  </a:lnTo>
                  <a:lnTo>
                    <a:pt x="2557401" y="2940136"/>
                  </a:lnTo>
                  <a:lnTo>
                    <a:pt x="2557401" y="2939706"/>
                  </a:lnTo>
                  <a:lnTo>
                    <a:pt x="2557559" y="2939706"/>
                  </a:lnTo>
                  <a:lnTo>
                    <a:pt x="2557717" y="2939706"/>
                  </a:lnTo>
                  <a:lnTo>
                    <a:pt x="2557875" y="2939706"/>
                  </a:lnTo>
                  <a:lnTo>
                    <a:pt x="2557875" y="2939275"/>
                  </a:lnTo>
                  <a:lnTo>
                    <a:pt x="2558032" y="2939275"/>
                  </a:lnTo>
                  <a:lnTo>
                    <a:pt x="2558032" y="2938845"/>
                  </a:lnTo>
                  <a:lnTo>
                    <a:pt x="2558190" y="2938845"/>
                  </a:lnTo>
                  <a:lnTo>
                    <a:pt x="2558348" y="2938845"/>
                  </a:lnTo>
                  <a:lnTo>
                    <a:pt x="2558348" y="2938414"/>
                  </a:lnTo>
                  <a:lnTo>
                    <a:pt x="2558505" y="2938414"/>
                  </a:lnTo>
                  <a:lnTo>
                    <a:pt x="2558505" y="2937983"/>
                  </a:lnTo>
                  <a:lnTo>
                    <a:pt x="2558663" y="2937983"/>
                  </a:lnTo>
                  <a:lnTo>
                    <a:pt x="2558821" y="2937983"/>
                  </a:lnTo>
                  <a:lnTo>
                    <a:pt x="2558979" y="2937983"/>
                  </a:lnTo>
                  <a:lnTo>
                    <a:pt x="2559136" y="2937983"/>
                  </a:lnTo>
                  <a:lnTo>
                    <a:pt x="2559136" y="2937553"/>
                  </a:lnTo>
                  <a:lnTo>
                    <a:pt x="2559294" y="2937553"/>
                  </a:lnTo>
                  <a:lnTo>
                    <a:pt x="2559294" y="2937122"/>
                  </a:lnTo>
                  <a:lnTo>
                    <a:pt x="2559294" y="2936692"/>
                  </a:lnTo>
                  <a:lnTo>
                    <a:pt x="2559294" y="2936261"/>
                  </a:lnTo>
                  <a:lnTo>
                    <a:pt x="2559452" y="2936261"/>
                  </a:lnTo>
                  <a:lnTo>
                    <a:pt x="2559609" y="2936261"/>
                  </a:lnTo>
                  <a:lnTo>
                    <a:pt x="2559609" y="2935830"/>
                  </a:lnTo>
                  <a:lnTo>
                    <a:pt x="2559767" y="2935830"/>
                  </a:lnTo>
                  <a:lnTo>
                    <a:pt x="2559767" y="2935400"/>
                  </a:lnTo>
                  <a:lnTo>
                    <a:pt x="2559925" y="2935400"/>
                  </a:lnTo>
                  <a:lnTo>
                    <a:pt x="2560083" y="2935400"/>
                  </a:lnTo>
                  <a:lnTo>
                    <a:pt x="2560240" y="2935400"/>
                  </a:lnTo>
                  <a:lnTo>
                    <a:pt x="2560240" y="2934969"/>
                  </a:lnTo>
                  <a:lnTo>
                    <a:pt x="2560398" y="2934969"/>
                  </a:lnTo>
                  <a:lnTo>
                    <a:pt x="2560556" y="2934969"/>
                  </a:lnTo>
                  <a:lnTo>
                    <a:pt x="2560556" y="2934539"/>
                  </a:lnTo>
                  <a:lnTo>
                    <a:pt x="2560556" y="2934108"/>
                  </a:lnTo>
                  <a:lnTo>
                    <a:pt x="2560556" y="2933677"/>
                  </a:lnTo>
                  <a:lnTo>
                    <a:pt x="2560713" y="2933677"/>
                  </a:lnTo>
                  <a:lnTo>
                    <a:pt x="2560871" y="2933677"/>
                  </a:lnTo>
                  <a:lnTo>
                    <a:pt x="2561029" y="2933677"/>
                  </a:lnTo>
                  <a:lnTo>
                    <a:pt x="2561029" y="2933247"/>
                  </a:lnTo>
                  <a:lnTo>
                    <a:pt x="2561187" y="2933247"/>
                  </a:lnTo>
                  <a:lnTo>
                    <a:pt x="2561344" y="2933247"/>
                  </a:lnTo>
                  <a:lnTo>
                    <a:pt x="2561502" y="2933247"/>
                  </a:lnTo>
                  <a:lnTo>
                    <a:pt x="2561660" y="2933247"/>
                  </a:lnTo>
                  <a:lnTo>
                    <a:pt x="2561817" y="2933247"/>
                  </a:lnTo>
                  <a:lnTo>
                    <a:pt x="2561817" y="2932816"/>
                  </a:lnTo>
                  <a:lnTo>
                    <a:pt x="2561975" y="2932816"/>
                  </a:lnTo>
                  <a:lnTo>
                    <a:pt x="2562133" y="2932816"/>
                  </a:lnTo>
                  <a:lnTo>
                    <a:pt x="2562291" y="2932816"/>
                  </a:lnTo>
                  <a:lnTo>
                    <a:pt x="2562291" y="2932386"/>
                  </a:lnTo>
                  <a:lnTo>
                    <a:pt x="2562448" y="2932386"/>
                  </a:lnTo>
                  <a:lnTo>
                    <a:pt x="2562606" y="2932386"/>
                  </a:lnTo>
                  <a:lnTo>
                    <a:pt x="2562764" y="2932386"/>
                  </a:lnTo>
                  <a:lnTo>
                    <a:pt x="2562922" y="2932386"/>
                  </a:lnTo>
                  <a:lnTo>
                    <a:pt x="2562922" y="2931955"/>
                  </a:lnTo>
                  <a:lnTo>
                    <a:pt x="2562922" y="2931524"/>
                  </a:lnTo>
                  <a:lnTo>
                    <a:pt x="2562922" y="2931094"/>
                  </a:lnTo>
                  <a:lnTo>
                    <a:pt x="2563079" y="2931094"/>
                  </a:lnTo>
                  <a:lnTo>
                    <a:pt x="2563079" y="2930663"/>
                  </a:lnTo>
                  <a:lnTo>
                    <a:pt x="2563237" y="2930663"/>
                  </a:lnTo>
                  <a:lnTo>
                    <a:pt x="2563395" y="2930663"/>
                  </a:lnTo>
                  <a:lnTo>
                    <a:pt x="2563552" y="2930663"/>
                  </a:lnTo>
                  <a:lnTo>
                    <a:pt x="2563710" y="2930663"/>
                  </a:lnTo>
                  <a:lnTo>
                    <a:pt x="2563868" y="2930663"/>
                  </a:lnTo>
                  <a:lnTo>
                    <a:pt x="2564026" y="2930663"/>
                  </a:lnTo>
                  <a:lnTo>
                    <a:pt x="2564183" y="2930663"/>
                  </a:lnTo>
                  <a:lnTo>
                    <a:pt x="2564341" y="2930663"/>
                  </a:lnTo>
                  <a:lnTo>
                    <a:pt x="2564499" y="2930663"/>
                  </a:lnTo>
                  <a:lnTo>
                    <a:pt x="2564656" y="2930663"/>
                  </a:lnTo>
                  <a:lnTo>
                    <a:pt x="2564814" y="2930663"/>
                  </a:lnTo>
                  <a:lnTo>
                    <a:pt x="2564972" y="2930663"/>
                  </a:lnTo>
                  <a:lnTo>
                    <a:pt x="2565130" y="2930663"/>
                  </a:lnTo>
                  <a:lnTo>
                    <a:pt x="2565130" y="2930233"/>
                  </a:lnTo>
                  <a:lnTo>
                    <a:pt x="2565287" y="2930233"/>
                  </a:lnTo>
                  <a:lnTo>
                    <a:pt x="2565287" y="2929802"/>
                  </a:lnTo>
                  <a:lnTo>
                    <a:pt x="2565445" y="2929802"/>
                  </a:lnTo>
                  <a:lnTo>
                    <a:pt x="2565603" y="2929802"/>
                  </a:lnTo>
                  <a:lnTo>
                    <a:pt x="2565760" y="2929802"/>
                  </a:lnTo>
                  <a:lnTo>
                    <a:pt x="2565918" y="2929802"/>
                  </a:lnTo>
                  <a:lnTo>
                    <a:pt x="2566076" y="2929802"/>
                  </a:lnTo>
                  <a:lnTo>
                    <a:pt x="2566234" y="2929802"/>
                  </a:lnTo>
                  <a:lnTo>
                    <a:pt x="2566391" y="2929802"/>
                  </a:lnTo>
                  <a:lnTo>
                    <a:pt x="2566549" y="2929802"/>
                  </a:lnTo>
                  <a:lnTo>
                    <a:pt x="2566707" y="2929802"/>
                  </a:lnTo>
                  <a:lnTo>
                    <a:pt x="2566864" y="2929802"/>
                  </a:lnTo>
                  <a:lnTo>
                    <a:pt x="2567022" y="2929802"/>
                  </a:lnTo>
                  <a:lnTo>
                    <a:pt x="2567180" y="2929802"/>
                  </a:lnTo>
                  <a:lnTo>
                    <a:pt x="2567338" y="2929802"/>
                  </a:lnTo>
                  <a:lnTo>
                    <a:pt x="2567495" y="2929802"/>
                  </a:lnTo>
                  <a:lnTo>
                    <a:pt x="2567653" y="2929802"/>
                  </a:lnTo>
                  <a:lnTo>
                    <a:pt x="2567811" y="2929802"/>
                  </a:lnTo>
                  <a:lnTo>
                    <a:pt x="2567969" y="2929802"/>
                  </a:lnTo>
                  <a:lnTo>
                    <a:pt x="2568126" y="2929802"/>
                  </a:lnTo>
                  <a:lnTo>
                    <a:pt x="2568126" y="2929371"/>
                  </a:lnTo>
                  <a:lnTo>
                    <a:pt x="2568284" y="2929371"/>
                  </a:lnTo>
                  <a:lnTo>
                    <a:pt x="2568442" y="2929371"/>
                  </a:lnTo>
                  <a:lnTo>
                    <a:pt x="2568599" y="2929371"/>
                  </a:lnTo>
                  <a:lnTo>
                    <a:pt x="2568757" y="2929371"/>
                  </a:lnTo>
                  <a:lnTo>
                    <a:pt x="2568915" y="2929371"/>
                  </a:lnTo>
                  <a:lnTo>
                    <a:pt x="2568915" y="2928941"/>
                  </a:lnTo>
                  <a:lnTo>
                    <a:pt x="2568915" y="2928510"/>
                  </a:lnTo>
                  <a:lnTo>
                    <a:pt x="2569073" y="2928510"/>
                  </a:lnTo>
                  <a:lnTo>
                    <a:pt x="2569230" y="2928510"/>
                  </a:lnTo>
                  <a:lnTo>
                    <a:pt x="2569388" y="2928510"/>
                  </a:lnTo>
                  <a:lnTo>
                    <a:pt x="2569388" y="2928080"/>
                  </a:lnTo>
                  <a:lnTo>
                    <a:pt x="2569546" y="2928080"/>
                  </a:lnTo>
                  <a:lnTo>
                    <a:pt x="2569703" y="2928080"/>
                  </a:lnTo>
                  <a:lnTo>
                    <a:pt x="2569861" y="2928080"/>
                  </a:lnTo>
                  <a:lnTo>
                    <a:pt x="2569861" y="2927649"/>
                  </a:lnTo>
                  <a:lnTo>
                    <a:pt x="2570019" y="2927649"/>
                  </a:lnTo>
                  <a:lnTo>
                    <a:pt x="2570177" y="2927649"/>
                  </a:lnTo>
                  <a:lnTo>
                    <a:pt x="2570177" y="2927218"/>
                  </a:lnTo>
                  <a:lnTo>
                    <a:pt x="2570177" y="2926788"/>
                  </a:lnTo>
                  <a:lnTo>
                    <a:pt x="2570334" y="2926788"/>
                  </a:lnTo>
                  <a:lnTo>
                    <a:pt x="2570492" y="2926788"/>
                  </a:lnTo>
                  <a:lnTo>
                    <a:pt x="2570650" y="2926788"/>
                  </a:lnTo>
                  <a:lnTo>
                    <a:pt x="2570807" y="2926788"/>
                  </a:lnTo>
                  <a:lnTo>
                    <a:pt x="2570965" y="2926788"/>
                  </a:lnTo>
                  <a:lnTo>
                    <a:pt x="2570965" y="2926357"/>
                  </a:lnTo>
                  <a:lnTo>
                    <a:pt x="2571123" y="2926357"/>
                  </a:lnTo>
                  <a:lnTo>
                    <a:pt x="2571281" y="2926357"/>
                  </a:lnTo>
                  <a:lnTo>
                    <a:pt x="2571438" y="2926357"/>
                  </a:lnTo>
                  <a:lnTo>
                    <a:pt x="2571596" y="2926357"/>
                  </a:lnTo>
                  <a:lnTo>
                    <a:pt x="2571596" y="2925927"/>
                  </a:lnTo>
                  <a:lnTo>
                    <a:pt x="2571754" y="2925927"/>
                  </a:lnTo>
                  <a:lnTo>
                    <a:pt x="2571754" y="2925496"/>
                  </a:lnTo>
                  <a:lnTo>
                    <a:pt x="2571911" y="2925496"/>
                  </a:lnTo>
                  <a:lnTo>
                    <a:pt x="2572069" y="2925496"/>
                  </a:lnTo>
                  <a:lnTo>
                    <a:pt x="2572227" y="2925496"/>
                  </a:lnTo>
                  <a:lnTo>
                    <a:pt x="2572385" y="2925496"/>
                  </a:lnTo>
                  <a:lnTo>
                    <a:pt x="2572542" y="2925496"/>
                  </a:lnTo>
                  <a:lnTo>
                    <a:pt x="2572542" y="2925065"/>
                  </a:lnTo>
                  <a:lnTo>
                    <a:pt x="2572542" y="2924635"/>
                  </a:lnTo>
                  <a:lnTo>
                    <a:pt x="2572700" y="2924635"/>
                  </a:lnTo>
                  <a:lnTo>
                    <a:pt x="2572858" y="2924635"/>
                  </a:lnTo>
                  <a:lnTo>
                    <a:pt x="2573015" y="2924635"/>
                  </a:lnTo>
                  <a:lnTo>
                    <a:pt x="2573173" y="2924635"/>
                  </a:lnTo>
                  <a:lnTo>
                    <a:pt x="2573173" y="2924204"/>
                  </a:lnTo>
                  <a:lnTo>
                    <a:pt x="2573331" y="2924204"/>
                  </a:lnTo>
                  <a:lnTo>
                    <a:pt x="2573331" y="2923774"/>
                  </a:lnTo>
                  <a:lnTo>
                    <a:pt x="2573489" y="2923774"/>
                  </a:lnTo>
                  <a:lnTo>
                    <a:pt x="2573646" y="2923774"/>
                  </a:lnTo>
                  <a:lnTo>
                    <a:pt x="2573804" y="2923774"/>
                  </a:lnTo>
                  <a:lnTo>
                    <a:pt x="2573804" y="2923343"/>
                  </a:lnTo>
                  <a:lnTo>
                    <a:pt x="2573962" y="2923343"/>
                  </a:lnTo>
                  <a:lnTo>
                    <a:pt x="2574120" y="2923343"/>
                  </a:lnTo>
                  <a:lnTo>
                    <a:pt x="2574120" y="2922912"/>
                  </a:lnTo>
                  <a:lnTo>
                    <a:pt x="2574120" y="2922482"/>
                  </a:lnTo>
                  <a:lnTo>
                    <a:pt x="2574277" y="2922482"/>
                  </a:lnTo>
                  <a:lnTo>
                    <a:pt x="2574435" y="2922482"/>
                  </a:lnTo>
                  <a:lnTo>
                    <a:pt x="2574593" y="2922482"/>
                  </a:lnTo>
                  <a:lnTo>
                    <a:pt x="2574750" y="2922482"/>
                  </a:lnTo>
                  <a:lnTo>
                    <a:pt x="2574750" y="2922051"/>
                  </a:lnTo>
                  <a:lnTo>
                    <a:pt x="2574908" y="2922051"/>
                  </a:lnTo>
                  <a:lnTo>
                    <a:pt x="2575066" y="2922051"/>
                  </a:lnTo>
                  <a:lnTo>
                    <a:pt x="2575066" y="2921621"/>
                  </a:lnTo>
                  <a:lnTo>
                    <a:pt x="2575066" y="2921190"/>
                  </a:lnTo>
                  <a:lnTo>
                    <a:pt x="2575224" y="2921190"/>
                  </a:lnTo>
                  <a:lnTo>
                    <a:pt x="2575381" y="2921190"/>
                  </a:lnTo>
                  <a:lnTo>
                    <a:pt x="2575539" y="2921190"/>
                  </a:lnTo>
                  <a:lnTo>
                    <a:pt x="2575697" y="2921190"/>
                  </a:lnTo>
                  <a:lnTo>
                    <a:pt x="2575854" y="2921190"/>
                  </a:lnTo>
                  <a:lnTo>
                    <a:pt x="2576012" y="2921190"/>
                  </a:lnTo>
                  <a:lnTo>
                    <a:pt x="2576170" y="2921190"/>
                  </a:lnTo>
                  <a:lnTo>
                    <a:pt x="2576170" y="2920759"/>
                  </a:lnTo>
                  <a:lnTo>
                    <a:pt x="2576170" y="2920329"/>
                  </a:lnTo>
                  <a:lnTo>
                    <a:pt x="2576170" y="2919898"/>
                  </a:lnTo>
                  <a:lnTo>
                    <a:pt x="2576170" y="2919468"/>
                  </a:lnTo>
                  <a:lnTo>
                    <a:pt x="2576170" y="2919037"/>
                  </a:lnTo>
                  <a:lnTo>
                    <a:pt x="2576328" y="2919037"/>
                  </a:lnTo>
                  <a:lnTo>
                    <a:pt x="2576485" y="2919037"/>
                  </a:lnTo>
                  <a:lnTo>
                    <a:pt x="2576643" y="2919037"/>
                  </a:lnTo>
                  <a:lnTo>
                    <a:pt x="2576801" y="2919037"/>
                  </a:lnTo>
                  <a:lnTo>
                    <a:pt x="2576801" y="2918606"/>
                  </a:lnTo>
                  <a:lnTo>
                    <a:pt x="2576801" y="2918176"/>
                  </a:lnTo>
                  <a:lnTo>
                    <a:pt x="2576958" y="2918176"/>
                  </a:lnTo>
                  <a:lnTo>
                    <a:pt x="2577116" y="2918176"/>
                  </a:lnTo>
                  <a:lnTo>
                    <a:pt x="2577274" y="2918176"/>
                  </a:lnTo>
                  <a:lnTo>
                    <a:pt x="2577432" y="2918176"/>
                  </a:lnTo>
                  <a:lnTo>
                    <a:pt x="2577589" y="2918176"/>
                  </a:lnTo>
                  <a:lnTo>
                    <a:pt x="2577589" y="2917745"/>
                  </a:lnTo>
                  <a:lnTo>
                    <a:pt x="2577747" y="2917745"/>
                  </a:lnTo>
                  <a:lnTo>
                    <a:pt x="2577747" y="2917315"/>
                  </a:lnTo>
                  <a:lnTo>
                    <a:pt x="2577905" y="2917315"/>
                  </a:lnTo>
                  <a:lnTo>
                    <a:pt x="2578062" y="2917315"/>
                  </a:lnTo>
                  <a:lnTo>
                    <a:pt x="2578220" y="2917315"/>
                  </a:lnTo>
                  <a:lnTo>
                    <a:pt x="2578378" y="2917315"/>
                  </a:lnTo>
                  <a:lnTo>
                    <a:pt x="2578536" y="2917315"/>
                  </a:lnTo>
                  <a:lnTo>
                    <a:pt x="2578693" y="2917315"/>
                  </a:lnTo>
                  <a:lnTo>
                    <a:pt x="2578693" y="2916884"/>
                  </a:lnTo>
                  <a:lnTo>
                    <a:pt x="2578851" y="2916884"/>
                  </a:lnTo>
                  <a:lnTo>
                    <a:pt x="2579009" y="2916884"/>
                  </a:lnTo>
                  <a:lnTo>
                    <a:pt x="2579167" y="2916884"/>
                  </a:lnTo>
                  <a:lnTo>
                    <a:pt x="2579324" y="2916884"/>
                  </a:lnTo>
                  <a:lnTo>
                    <a:pt x="2579482" y="2916884"/>
                  </a:lnTo>
                  <a:lnTo>
                    <a:pt x="2579482" y="2916453"/>
                  </a:lnTo>
                  <a:lnTo>
                    <a:pt x="2579640" y="2916453"/>
                  </a:lnTo>
                  <a:lnTo>
                    <a:pt x="2579797" y="2916453"/>
                  </a:lnTo>
                  <a:lnTo>
                    <a:pt x="2579955" y="2916453"/>
                  </a:lnTo>
                  <a:lnTo>
                    <a:pt x="2579955" y="2916023"/>
                  </a:lnTo>
                  <a:lnTo>
                    <a:pt x="2579955" y="2915592"/>
                  </a:lnTo>
                  <a:lnTo>
                    <a:pt x="2580113" y="2915592"/>
                  </a:lnTo>
                  <a:lnTo>
                    <a:pt x="2580113" y="2915162"/>
                  </a:lnTo>
                  <a:lnTo>
                    <a:pt x="2580271" y="2915162"/>
                  </a:lnTo>
                  <a:lnTo>
                    <a:pt x="2580271" y="2914731"/>
                  </a:lnTo>
                  <a:lnTo>
                    <a:pt x="2580428" y="2914731"/>
                  </a:lnTo>
                  <a:lnTo>
                    <a:pt x="2580586" y="2914731"/>
                  </a:lnTo>
                  <a:lnTo>
                    <a:pt x="2580744" y="2914731"/>
                  </a:lnTo>
                  <a:lnTo>
                    <a:pt x="2580901" y="2914731"/>
                  </a:lnTo>
                  <a:lnTo>
                    <a:pt x="2581059" y="2914731"/>
                  </a:lnTo>
                  <a:lnTo>
                    <a:pt x="2581059" y="2914300"/>
                  </a:lnTo>
                  <a:lnTo>
                    <a:pt x="2581217" y="2914300"/>
                  </a:lnTo>
                  <a:lnTo>
                    <a:pt x="2581375" y="2914300"/>
                  </a:lnTo>
                  <a:lnTo>
                    <a:pt x="2581375" y="2913870"/>
                  </a:lnTo>
                  <a:lnTo>
                    <a:pt x="2581532" y="2913870"/>
                  </a:lnTo>
                  <a:lnTo>
                    <a:pt x="2581690" y="2913870"/>
                  </a:lnTo>
                  <a:lnTo>
                    <a:pt x="2581848" y="2913870"/>
                  </a:lnTo>
                  <a:lnTo>
                    <a:pt x="2582005" y="2913870"/>
                  </a:lnTo>
                  <a:lnTo>
                    <a:pt x="2582005" y="2913439"/>
                  </a:lnTo>
                  <a:lnTo>
                    <a:pt x="2582163" y="2913439"/>
                  </a:lnTo>
                  <a:lnTo>
                    <a:pt x="2582163" y="2913009"/>
                  </a:lnTo>
                  <a:lnTo>
                    <a:pt x="2582321" y="2913009"/>
                  </a:lnTo>
                  <a:lnTo>
                    <a:pt x="2582479" y="2913009"/>
                  </a:lnTo>
                  <a:lnTo>
                    <a:pt x="2582479" y="2912578"/>
                  </a:lnTo>
                  <a:lnTo>
                    <a:pt x="2582636" y="2912578"/>
                  </a:lnTo>
                  <a:lnTo>
                    <a:pt x="2582794" y="2912578"/>
                  </a:lnTo>
                  <a:lnTo>
                    <a:pt x="2582952" y="2912578"/>
                  </a:lnTo>
                  <a:lnTo>
                    <a:pt x="2583109" y="2912578"/>
                  </a:lnTo>
                  <a:lnTo>
                    <a:pt x="2583109" y="2912147"/>
                  </a:lnTo>
                  <a:lnTo>
                    <a:pt x="2583109" y="2911717"/>
                  </a:lnTo>
                  <a:lnTo>
                    <a:pt x="2583109" y="2911286"/>
                  </a:lnTo>
                  <a:lnTo>
                    <a:pt x="2583267" y="2911286"/>
                  </a:lnTo>
                  <a:lnTo>
                    <a:pt x="2583425" y="2911286"/>
                  </a:lnTo>
                  <a:lnTo>
                    <a:pt x="2583583" y="2911286"/>
                  </a:lnTo>
                  <a:lnTo>
                    <a:pt x="2583583" y="2910856"/>
                  </a:lnTo>
                  <a:lnTo>
                    <a:pt x="2583740" y="2910856"/>
                  </a:lnTo>
                  <a:lnTo>
                    <a:pt x="2583740" y="2910425"/>
                  </a:lnTo>
                  <a:lnTo>
                    <a:pt x="2583898" y="2910425"/>
                  </a:lnTo>
                  <a:lnTo>
                    <a:pt x="2584056" y="2910425"/>
                  </a:lnTo>
                  <a:lnTo>
                    <a:pt x="2584213" y="2910425"/>
                  </a:lnTo>
                  <a:lnTo>
                    <a:pt x="2584371" y="2910425"/>
                  </a:lnTo>
                  <a:lnTo>
                    <a:pt x="2584529" y="2910425"/>
                  </a:lnTo>
                  <a:lnTo>
                    <a:pt x="2584529" y="2909994"/>
                  </a:lnTo>
                  <a:lnTo>
                    <a:pt x="2584529" y="2909564"/>
                  </a:lnTo>
                  <a:lnTo>
                    <a:pt x="2584687" y="2909564"/>
                  </a:lnTo>
                  <a:lnTo>
                    <a:pt x="2584687" y="2909133"/>
                  </a:lnTo>
                  <a:lnTo>
                    <a:pt x="2584844" y="2909133"/>
                  </a:lnTo>
                  <a:lnTo>
                    <a:pt x="2584844" y="2908703"/>
                  </a:lnTo>
                  <a:lnTo>
                    <a:pt x="2585002" y="2908703"/>
                  </a:lnTo>
                  <a:lnTo>
                    <a:pt x="2585160" y="2908703"/>
                  </a:lnTo>
                  <a:lnTo>
                    <a:pt x="2585318" y="2908703"/>
                  </a:lnTo>
                  <a:lnTo>
                    <a:pt x="2585475" y="2908703"/>
                  </a:lnTo>
                  <a:lnTo>
                    <a:pt x="2585633" y="2908703"/>
                  </a:lnTo>
                  <a:lnTo>
                    <a:pt x="2585791" y="2908703"/>
                  </a:lnTo>
                  <a:lnTo>
                    <a:pt x="2585791" y="2908272"/>
                  </a:lnTo>
                  <a:lnTo>
                    <a:pt x="2585948" y="2908272"/>
                  </a:lnTo>
                  <a:lnTo>
                    <a:pt x="2586106" y="2908272"/>
                  </a:lnTo>
                  <a:lnTo>
                    <a:pt x="2586264" y="2908272"/>
                  </a:lnTo>
                  <a:lnTo>
                    <a:pt x="2586264" y="2907841"/>
                  </a:lnTo>
                  <a:lnTo>
                    <a:pt x="2586422" y="2907841"/>
                  </a:lnTo>
                  <a:lnTo>
                    <a:pt x="2586579" y="2907841"/>
                  </a:lnTo>
                  <a:lnTo>
                    <a:pt x="2586579" y="2907411"/>
                  </a:lnTo>
                  <a:lnTo>
                    <a:pt x="2586737" y="2907411"/>
                  </a:lnTo>
                  <a:lnTo>
                    <a:pt x="2586895" y="2907411"/>
                  </a:lnTo>
                  <a:lnTo>
                    <a:pt x="2587052" y="2907411"/>
                  </a:lnTo>
                  <a:lnTo>
                    <a:pt x="2587210" y="2907411"/>
                  </a:lnTo>
                  <a:lnTo>
                    <a:pt x="2587210" y="2906980"/>
                  </a:lnTo>
                  <a:lnTo>
                    <a:pt x="2587368" y="2906980"/>
                  </a:lnTo>
                  <a:lnTo>
                    <a:pt x="2587526" y="2906980"/>
                  </a:lnTo>
                  <a:lnTo>
                    <a:pt x="2587683" y="2906980"/>
                  </a:lnTo>
                  <a:lnTo>
                    <a:pt x="2587683" y="2906550"/>
                  </a:lnTo>
                  <a:lnTo>
                    <a:pt x="2587841" y="2906550"/>
                  </a:lnTo>
                  <a:lnTo>
                    <a:pt x="2587999" y="2906550"/>
                  </a:lnTo>
                  <a:lnTo>
                    <a:pt x="2588156" y="2906550"/>
                  </a:lnTo>
                  <a:lnTo>
                    <a:pt x="2588314" y="2906550"/>
                  </a:lnTo>
                  <a:lnTo>
                    <a:pt x="2588314" y="2906119"/>
                  </a:lnTo>
                  <a:lnTo>
                    <a:pt x="2588472" y="2906119"/>
                  </a:lnTo>
                  <a:lnTo>
                    <a:pt x="2588630" y="2906119"/>
                  </a:lnTo>
                  <a:lnTo>
                    <a:pt x="2588787" y="2906119"/>
                  </a:lnTo>
                  <a:lnTo>
                    <a:pt x="2588945" y="2906119"/>
                  </a:lnTo>
                  <a:lnTo>
                    <a:pt x="2589103" y="2906119"/>
                  </a:lnTo>
                  <a:lnTo>
                    <a:pt x="2589260" y="2906119"/>
                  </a:lnTo>
                  <a:lnTo>
                    <a:pt x="2589418" y="2906119"/>
                  </a:lnTo>
                  <a:lnTo>
                    <a:pt x="2589576" y="2906119"/>
                  </a:lnTo>
                  <a:lnTo>
                    <a:pt x="2589576" y="2905688"/>
                  </a:lnTo>
                  <a:lnTo>
                    <a:pt x="2589734" y="2905688"/>
                  </a:lnTo>
                  <a:lnTo>
                    <a:pt x="2589734" y="2905258"/>
                  </a:lnTo>
                  <a:lnTo>
                    <a:pt x="2589891" y="2905258"/>
                  </a:lnTo>
                  <a:lnTo>
                    <a:pt x="2589891" y="2904827"/>
                  </a:lnTo>
                  <a:lnTo>
                    <a:pt x="2590049" y="2904827"/>
                  </a:lnTo>
                  <a:lnTo>
                    <a:pt x="2590207" y="2904827"/>
                  </a:lnTo>
                  <a:lnTo>
                    <a:pt x="2590207" y="2904397"/>
                  </a:lnTo>
                  <a:lnTo>
                    <a:pt x="2590207" y="2903966"/>
                  </a:lnTo>
                  <a:lnTo>
                    <a:pt x="2590365" y="2903966"/>
                  </a:lnTo>
                  <a:lnTo>
                    <a:pt x="2590522" y="2903966"/>
                  </a:lnTo>
                  <a:lnTo>
                    <a:pt x="2590680" y="2903966"/>
                  </a:lnTo>
                  <a:lnTo>
                    <a:pt x="2590680" y="2903535"/>
                  </a:lnTo>
                  <a:lnTo>
                    <a:pt x="2590838" y="2903535"/>
                  </a:lnTo>
                  <a:lnTo>
                    <a:pt x="2590995" y="2903535"/>
                  </a:lnTo>
                  <a:lnTo>
                    <a:pt x="2590995" y="2903105"/>
                  </a:lnTo>
                  <a:lnTo>
                    <a:pt x="2591153" y="2903105"/>
                  </a:lnTo>
                  <a:lnTo>
                    <a:pt x="2591311" y="2903105"/>
                  </a:lnTo>
                  <a:lnTo>
                    <a:pt x="2591469" y="2903105"/>
                  </a:lnTo>
                  <a:lnTo>
                    <a:pt x="2591626" y="2903105"/>
                  </a:lnTo>
                  <a:lnTo>
                    <a:pt x="2591784" y="2903105"/>
                  </a:lnTo>
                  <a:lnTo>
                    <a:pt x="2591942" y="2903105"/>
                  </a:lnTo>
                  <a:lnTo>
                    <a:pt x="2592099" y="2903105"/>
                  </a:lnTo>
                  <a:lnTo>
                    <a:pt x="2592099" y="2902674"/>
                  </a:lnTo>
                  <a:lnTo>
                    <a:pt x="2592099" y="2902244"/>
                  </a:lnTo>
                  <a:lnTo>
                    <a:pt x="2592099" y="2901813"/>
                  </a:lnTo>
                  <a:lnTo>
                    <a:pt x="2592099" y="2901382"/>
                  </a:lnTo>
                  <a:lnTo>
                    <a:pt x="2592257" y="2901382"/>
                  </a:lnTo>
                  <a:lnTo>
                    <a:pt x="2592415" y="2901382"/>
                  </a:lnTo>
                  <a:lnTo>
                    <a:pt x="2592573" y="2901382"/>
                  </a:lnTo>
                  <a:lnTo>
                    <a:pt x="2592730" y="2901382"/>
                  </a:lnTo>
                  <a:lnTo>
                    <a:pt x="2592888" y="2901382"/>
                  </a:lnTo>
                  <a:lnTo>
                    <a:pt x="2593046" y="2901382"/>
                  </a:lnTo>
                  <a:lnTo>
                    <a:pt x="2593203" y="2901382"/>
                  </a:lnTo>
                  <a:lnTo>
                    <a:pt x="2593203" y="2900952"/>
                  </a:lnTo>
                  <a:lnTo>
                    <a:pt x="2593361" y="2900952"/>
                  </a:lnTo>
                  <a:lnTo>
                    <a:pt x="2593519" y="2900952"/>
                  </a:lnTo>
                  <a:lnTo>
                    <a:pt x="2593677" y="2900952"/>
                  </a:lnTo>
                  <a:lnTo>
                    <a:pt x="2593834" y="2900952"/>
                  </a:lnTo>
                  <a:lnTo>
                    <a:pt x="2593992" y="2900952"/>
                  </a:lnTo>
                  <a:lnTo>
                    <a:pt x="2593992" y="2900521"/>
                  </a:lnTo>
                  <a:lnTo>
                    <a:pt x="2594150" y="2900521"/>
                  </a:lnTo>
                  <a:lnTo>
                    <a:pt x="2594307" y="2900521"/>
                  </a:lnTo>
                  <a:lnTo>
                    <a:pt x="2594465" y="2900521"/>
                  </a:lnTo>
                  <a:lnTo>
                    <a:pt x="2594465" y="2900091"/>
                  </a:lnTo>
                  <a:lnTo>
                    <a:pt x="2594623" y="2900091"/>
                  </a:lnTo>
                  <a:lnTo>
                    <a:pt x="2594781" y="2900091"/>
                  </a:lnTo>
                  <a:lnTo>
                    <a:pt x="2594938" y="2900091"/>
                  </a:lnTo>
                  <a:lnTo>
                    <a:pt x="2595096" y="2900091"/>
                  </a:lnTo>
                  <a:lnTo>
                    <a:pt x="2595254" y="2900091"/>
                  </a:lnTo>
                  <a:lnTo>
                    <a:pt x="2595411" y="2900091"/>
                  </a:lnTo>
                  <a:lnTo>
                    <a:pt x="2595569" y="2900091"/>
                  </a:lnTo>
                  <a:lnTo>
                    <a:pt x="2595727" y="2900091"/>
                  </a:lnTo>
                  <a:lnTo>
                    <a:pt x="2595727" y="2899660"/>
                  </a:lnTo>
                  <a:lnTo>
                    <a:pt x="2595885" y="2899660"/>
                  </a:lnTo>
                  <a:lnTo>
                    <a:pt x="2595885" y="2899229"/>
                  </a:lnTo>
                  <a:lnTo>
                    <a:pt x="2596042" y="2899229"/>
                  </a:lnTo>
                  <a:lnTo>
                    <a:pt x="2596042" y="2898799"/>
                  </a:lnTo>
                  <a:lnTo>
                    <a:pt x="2596042" y="2898368"/>
                  </a:lnTo>
                  <a:lnTo>
                    <a:pt x="2596200" y="2898368"/>
                  </a:lnTo>
                  <a:lnTo>
                    <a:pt x="2596358" y="2898368"/>
                  </a:lnTo>
                  <a:lnTo>
                    <a:pt x="2596516" y="2898368"/>
                  </a:lnTo>
                  <a:lnTo>
                    <a:pt x="2596516" y="2897938"/>
                  </a:lnTo>
                  <a:lnTo>
                    <a:pt x="2596516" y="2897507"/>
                  </a:lnTo>
                  <a:lnTo>
                    <a:pt x="2596673" y="2897507"/>
                  </a:lnTo>
                  <a:lnTo>
                    <a:pt x="2596831" y="2897507"/>
                  </a:lnTo>
                  <a:lnTo>
                    <a:pt x="2596989" y="2897507"/>
                  </a:lnTo>
                  <a:lnTo>
                    <a:pt x="2597146" y="2897507"/>
                  </a:lnTo>
                  <a:lnTo>
                    <a:pt x="2597304" y="2897507"/>
                  </a:lnTo>
                  <a:lnTo>
                    <a:pt x="2597304" y="2897076"/>
                  </a:lnTo>
                  <a:lnTo>
                    <a:pt x="2597462" y="2897076"/>
                  </a:lnTo>
                  <a:lnTo>
                    <a:pt x="2597620" y="2897076"/>
                  </a:lnTo>
                  <a:lnTo>
                    <a:pt x="2597620" y="2896646"/>
                  </a:lnTo>
                  <a:lnTo>
                    <a:pt x="2597620" y="2896215"/>
                  </a:lnTo>
                  <a:lnTo>
                    <a:pt x="2597777" y="2896215"/>
                  </a:lnTo>
                  <a:lnTo>
                    <a:pt x="2597935" y="2896215"/>
                  </a:lnTo>
                  <a:lnTo>
                    <a:pt x="2598093" y="2896215"/>
                  </a:lnTo>
                  <a:lnTo>
                    <a:pt x="2598250" y="2896215"/>
                  </a:lnTo>
                  <a:lnTo>
                    <a:pt x="2598408" y="2896215"/>
                  </a:lnTo>
                  <a:lnTo>
                    <a:pt x="2598566" y="2896215"/>
                  </a:lnTo>
                  <a:lnTo>
                    <a:pt x="2598724" y="2896215"/>
                  </a:lnTo>
                  <a:lnTo>
                    <a:pt x="2598881" y="2896215"/>
                  </a:lnTo>
                  <a:lnTo>
                    <a:pt x="2598881" y="2895785"/>
                  </a:lnTo>
                  <a:lnTo>
                    <a:pt x="2598881" y="2895354"/>
                  </a:lnTo>
                  <a:lnTo>
                    <a:pt x="2599039" y="2895354"/>
                  </a:lnTo>
                  <a:lnTo>
                    <a:pt x="2599039" y="2894923"/>
                  </a:lnTo>
                  <a:lnTo>
                    <a:pt x="2599039" y="2894493"/>
                  </a:lnTo>
                  <a:lnTo>
                    <a:pt x="2599197" y="2894493"/>
                  </a:lnTo>
                  <a:lnTo>
                    <a:pt x="2599354" y="2894493"/>
                  </a:lnTo>
                  <a:lnTo>
                    <a:pt x="2599354" y="2894062"/>
                  </a:lnTo>
                  <a:lnTo>
                    <a:pt x="2599512" y="2894062"/>
                  </a:lnTo>
                  <a:lnTo>
                    <a:pt x="2599670" y="2894062"/>
                  </a:lnTo>
                  <a:lnTo>
                    <a:pt x="2599828" y="2894062"/>
                  </a:lnTo>
                  <a:lnTo>
                    <a:pt x="2599828" y="2893632"/>
                  </a:lnTo>
                  <a:lnTo>
                    <a:pt x="2599985" y="2893632"/>
                  </a:lnTo>
                  <a:lnTo>
                    <a:pt x="2600143" y="2893632"/>
                  </a:lnTo>
                  <a:lnTo>
                    <a:pt x="2600301" y="2893632"/>
                  </a:lnTo>
                  <a:lnTo>
                    <a:pt x="2600458" y="2893632"/>
                  </a:lnTo>
                  <a:lnTo>
                    <a:pt x="2600616" y="2893632"/>
                  </a:lnTo>
                  <a:lnTo>
                    <a:pt x="2600774" y="2893632"/>
                  </a:lnTo>
                  <a:lnTo>
                    <a:pt x="2600932" y="2893632"/>
                  </a:lnTo>
                  <a:lnTo>
                    <a:pt x="2601089" y="2893632"/>
                  </a:lnTo>
                  <a:lnTo>
                    <a:pt x="2601247" y="2893632"/>
                  </a:lnTo>
                  <a:lnTo>
                    <a:pt x="2601405" y="2893632"/>
                  </a:lnTo>
                  <a:lnTo>
                    <a:pt x="2601562" y="2893632"/>
                  </a:lnTo>
                  <a:lnTo>
                    <a:pt x="2601720" y="2893632"/>
                  </a:lnTo>
                  <a:lnTo>
                    <a:pt x="2601878" y="2893632"/>
                  </a:lnTo>
                  <a:lnTo>
                    <a:pt x="2602036" y="2893632"/>
                  </a:lnTo>
                  <a:lnTo>
                    <a:pt x="2602193" y="2893632"/>
                  </a:lnTo>
                  <a:lnTo>
                    <a:pt x="2602351" y="2893632"/>
                  </a:lnTo>
                  <a:lnTo>
                    <a:pt x="2602509" y="2893632"/>
                  </a:lnTo>
                  <a:lnTo>
                    <a:pt x="2602509" y="2893201"/>
                  </a:lnTo>
                  <a:lnTo>
                    <a:pt x="2602667" y="2893201"/>
                  </a:lnTo>
                  <a:lnTo>
                    <a:pt x="2602667" y="2892770"/>
                  </a:lnTo>
                  <a:lnTo>
                    <a:pt x="2602824" y="2892770"/>
                  </a:lnTo>
                  <a:lnTo>
                    <a:pt x="2602824" y="2892340"/>
                  </a:lnTo>
                  <a:lnTo>
                    <a:pt x="2602982" y="2892340"/>
                  </a:lnTo>
                  <a:lnTo>
                    <a:pt x="2603140" y="2892340"/>
                  </a:lnTo>
                  <a:lnTo>
                    <a:pt x="2603140" y="2891909"/>
                  </a:lnTo>
                  <a:lnTo>
                    <a:pt x="2603297" y="2891909"/>
                  </a:lnTo>
                  <a:lnTo>
                    <a:pt x="2603455" y="2891909"/>
                  </a:lnTo>
                  <a:lnTo>
                    <a:pt x="2603455" y="2891479"/>
                  </a:lnTo>
                  <a:lnTo>
                    <a:pt x="2603613" y="2891479"/>
                  </a:lnTo>
                  <a:lnTo>
                    <a:pt x="2603613" y="2891048"/>
                  </a:lnTo>
                  <a:lnTo>
                    <a:pt x="2603771" y="2891048"/>
                  </a:lnTo>
                  <a:lnTo>
                    <a:pt x="2603928" y="2891048"/>
                  </a:lnTo>
                  <a:lnTo>
                    <a:pt x="2604086" y="2891048"/>
                  </a:lnTo>
                  <a:lnTo>
                    <a:pt x="2604244" y="2891048"/>
                  </a:lnTo>
                  <a:lnTo>
                    <a:pt x="2604401" y="2891048"/>
                  </a:lnTo>
                  <a:lnTo>
                    <a:pt x="2604559" y="2891048"/>
                  </a:lnTo>
                  <a:lnTo>
                    <a:pt x="2604717" y="2891048"/>
                  </a:lnTo>
                  <a:lnTo>
                    <a:pt x="2604717" y="2890617"/>
                  </a:lnTo>
                  <a:lnTo>
                    <a:pt x="2604875" y="2890617"/>
                  </a:lnTo>
                  <a:lnTo>
                    <a:pt x="2605032" y="2890617"/>
                  </a:lnTo>
                  <a:lnTo>
                    <a:pt x="2605190" y="2890617"/>
                  </a:lnTo>
                  <a:lnTo>
                    <a:pt x="2605190" y="2890187"/>
                  </a:lnTo>
                  <a:lnTo>
                    <a:pt x="2605348" y="2890187"/>
                  </a:lnTo>
                  <a:lnTo>
                    <a:pt x="2605505" y="2890187"/>
                  </a:lnTo>
                  <a:lnTo>
                    <a:pt x="2605663" y="2890187"/>
                  </a:lnTo>
                  <a:lnTo>
                    <a:pt x="2605663" y="2889756"/>
                  </a:lnTo>
                  <a:lnTo>
                    <a:pt x="2605821" y="2889756"/>
                  </a:lnTo>
                  <a:lnTo>
                    <a:pt x="2605821" y="2889326"/>
                  </a:lnTo>
                  <a:lnTo>
                    <a:pt x="2605979" y="2889326"/>
                  </a:lnTo>
                  <a:lnTo>
                    <a:pt x="2606136" y="2889326"/>
                  </a:lnTo>
                  <a:lnTo>
                    <a:pt x="2606294" y="2889326"/>
                  </a:lnTo>
                  <a:lnTo>
                    <a:pt x="2606294" y="2888895"/>
                  </a:lnTo>
                  <a:lnTo>
                    <a:pt x="2606294" y="2888464"/>
                  </a:lnTo>
                  <a:lnTo>
                    <a:pt x="2606452" y="2888464"/>
                  </a:lnTo>
                  <a:lnTo>
                    <a:pt x="2606609" y="2888464"/>
                  </a:lnTo>
                  <a:lnTo>
                    <a:pt x="2606767" y="2888464"/>
                  </a:lnTo>
                  <a:lnTo>
                    <a:pt x="2606767" y="2888034"/>
                  </a:lnTo>
                  <a:lnTo>
                    <a:pt x="2606925" y="2888034"/>
                  </a:lnTo>
                  <a:lnTo>
                    <a:pt x="2606925" y="2887603"/>
                  </a:lnTo>
                  <a:lnTo>
                    <a:pt x="2607083" y="2887603"/>
                  </a:lnTo>
                  <a:lnTo>
                    <a:pt x="2607240" y="2887603"/>
                  </a:lnTo>
                  <a:lnTo>
                    <a:pt x="2607398" y="2887603"/>
                  </a:lnTo>
                  <a:lnTo>
                    <a:pt x="2607556" y="2887603"/>
                  </a:lnTo>
                  <a:lnTo>
                    <a:pt x="2607556" y="2887173"/>
                  </a:lnTo>
                  <a:lnTo>
                    <a:pt x="2607714" y="2887173"/>
                  </a:lnTo>
                  <a:lnTo>
                    <a:pt x="2607871" y="2887173"/>
                  </a:lnTo>
                  <a:lnTo>
                    <a:pt x="2608029" y="2887173"/>
                  </a:lnTo>
                  <a:lnTo>
                    <a:pt x="2608029" y="2886742"/>
                  </a:lnTo>
                  <a:lnTo>
                    <a:pt x="2608187" y="2886742"/>
                  </a:lnTo>
                  <a:lnTo>
                    <a:pt x="2608344" y="2886742"/>
                  </a:lnTo>
                  <a:lnTo>
                    <a:pt x="2608502" y="2886742"/>
                  </a:lnTo>
                  <a:lnTo>
                    <a:pt x="2608502" y="2886311"/>
                  </a:lnTo>
                  <a:lnTo>
                    <a:pt x="2608660" y="2886311"/>
                  </a:lnTo>
                  <a:lnTo>
                    <a:pt x="2608818" y="2886311"/>
                  </a:lnTo>
                  <a:lnTo>
                    <a:pt x="2608818" y="2885881"/>
                  </a:lnTo>
                  <a:lnTo>
                    <a:pt x="2608975" y="2885881"/>
                  </a:lnTo>
                  <a:lnTo>
                    <a:pt x="2609133" y="2885881"/>
                  </a:lnTo>
                  <a:lnTo>
                    <a:pt x="2609291" y="2885881"/>
                  </a:lnTo>
                  <a:lnTo>
                    <a:pt x="2609448" y="2885881"/>
                  </a:lnTo>
                  <a:lnTo>
                    <a:pt x="2609606" y="2885881"/>
                  </a:lnTo>
                  <a:lnTo>
                    <a:pt x="2609764" y="2885881"/>
                  </a:lnTo>
                  <a:lnTo>
                    <a:pt x="2609922" y="2885881"/>
                  </a:lnTo>
                  <a:lnTo>
                    <a:pt x="2610079" y="2885881"/>
                  </a:lnTo>
                  <a:lnTo>
                    <a:pt x="2610237" y="2885881"/>
                  </a:lnTo>
                  <a:lnTo>
                    <a:pt x="2610237" y="2885450"/>
                  </a:lnTo>
                  <a:lnTo>
                    <a:pt x="2610395" y="2885450"/>
                  </a:lnTo>
                  <a:lnTo>
                    <a:pt x="2610395" y="2885020"/>
                  </a:lnTo>
                  <a:lnTo>
                    <a:pt x="2610395" y="2884589"/>
                  </a:lnTo>
                  <a:lnTo>
                    <a:pt x="2610395" y="2884158"/>
                  </a:lnTo>
                  <a:lnTo>
                    <a:pt x="2610552" y="2884158"/>
                  </a:lnTo>
                  <a:lnTo>
                    <a:pt x="2610710" y="2884158"/>
                  </a:lnTo>
                  <a:lnTo>
                    <a:pt x="2610868" y="2884158"/>
                  </a:lnTo>
                  <a:lnTo>
                    <a:pt x="2611026" y="2884158"/>
                  </a:lnTo>
                  <a:lnTo>
                    <a:pt x="2611183" y="2884158"/>
                  </a:lnTo>
                  <a:lnTo>
                    <a:pt x="2611341" y="2884158"/>
                  </a:lnTo>
                  <a:lnTo>
                    <a:pt x="2611499" y="2884158"/>
                  </a:lnTo>
                  <a:lnTo>
                    <a:pt x="2611499" y="2883728"/>
                  </a:lnTo>
                  <a:lnTo>
                    <a:pt x="2611656" y="2883728"/>
                  </a:lnTo>
                  <a:lnTo>
                    <a:pt x="2611814" y="2883728"/>
                  </a:lnTo>
                  <a:lnTo>
                    <a:pt x="2611972" y="2883728"/>
                  </a:lnTo>
                  <a:lnTo>
                    <a:pt x="2612130" y="2883728"/>
                  </a:lnTo>
                  <a:lnTo>
                    <a:pt x="2612287" y="2883728"/>
                  </a:lnTo>
                  <a:lnTo>
                    <a:pt x="2612287" y="2883297"/>
                  </a:lnTo>
                  <a:lnTo>
                    <a:pt x="2612445" y="2883297"/>
                  </a:lnTo>
                  <a:lnTo>
                    <a:pt x="2612603" y="2883297"/>
                  </a:lnTo>
                  <a:lnTo>
                    <a:pt x="2612603" y="2882867"/>
                  </a:lnTo>
                  <a:lnTo>
                    <a:pt x="2612760" y="2882867"/>
                  </a:lnTo>
                  <a:lnTo>
                    <a:pt x="2612918" y="2882867"/>
                  </a:lnTo>
                  <a:lnTo>
                    <a:pt x="2613076" y="2882867"/>
                  </a:lnTo>
                  <a:lnTo>
                    <a:pt x="2613076" y="2882436"/>
                  </a:lnTo>
                  <a:lnTo>
                    <a:pt x="2613076" y="2882005"/>
                  </a:lnTo>
                  <a:lnTo>
                    <a:pt x="2613234" y="2882005"/>
                  </a:lnTo>
                  <a:lnTo>
                    <a:pt x="2613391" y="2882005"/>
                  </a:lnTo>
                  <a:lnTo>
                    <a:pt x="2613549" y="2882005"/>
                  </a:lnTo>
                  <a:lnTo>
                    <a:pt x="2613707" y="2882005"/>
                  </a:lnTo>
                  <a:lnTo>
                    <a:pt x="2613865" y="2882005"/>
                  </a:lnTo>
                  <a:lnTo>
                    <a:pt x="2614022" y="2882005"/>
                  </a:lnTo>
                  <a:lnTo>
                    <a:pt x="2614180" y="2882005"/>
                  </a:lnTo>
                  <a:lnTo>
                    <a:pt x="2614180" y="2881575"/>
                  </a:lnTo>
                  <a:lnTo>
                    <a:pt x="2614180" y="2881144"/>
                  </a:lnTo>
                  <a:lnTo>
                    <a:pt x="2614338" y="2881144"/>
                  </a:lnTo>
                  <a:lnTo>
                    <a:pt x="2614495" y="2881144"/>
                  </a:lnTo>
                  <a:lnTo>
                    <a:pt x="2614653" y="2881144"/>
                  </a:lnTo>
                  <a:lnTo>
                    <a:pt x="2614811" y="2881144"/>
                  </a:lnTo>
                  <a:lnTo>
                    <a:pt x="2614811" y="2880714"/>
                  </a:lnTo>
                  <a:lnTo>
                    <a:pt x="2614969" y="2880714"/>
                  </a:lnTo>
                  <a:lnTo>
                    <a:pt x="2615126" y="2880714"/>
                  </a:lnTo>
                  <a:lnTo>
                    <a:pt x="2615284" y="2880714"/>
                  </a:lnTo>
                  <a:lnTo>
                    <a:pt x="2615284" y="2880283"/>
                  </a:lnTo>
                  <a:lnTo>
                    <a:pt x="2615442" y="2880283"/>
                  </a:lnTo>
                  <a:lnTo>
                    <a:pt x="2615442" y="2879852"/>
                  </a:lnTo>
                  <a:lnTo>
                    <a:pt x="2615599" y="2879852"/>
                  </a:lnTo>
                  <a:lnTo>
                    <a:pt x="2615757" y="2879852"/>
                  </a:lnTo>
                  <a:lnTo>
                    <a:pt x="2615915" y="2879852"/>
                  </a:lnTo>
                  <a:lnTo>
                    <a:pt x="2615915" y="2879422"/>
                  </a:lnTo>
                  <a:lnTo>
                    <a:pt x="2616073" y="2879422"/>
                  </a:lnTo>
                  <a:lnTo>
                    <a:pt x="2616230" y="2879422"/>
                  </a:lnTo>
                  <a:lnTo>
                    <a:pt x="2616388" y="2879422"/>
                  </a:lnTo>
                  <a:lnTo>
                    <a:pt x="2616388" y="2878991"/>
                  </a:lnTo>
                  <a:lnTo>
                    <a:pt x="2616546" y="2878991"/>
                  </a:lnTo>
                  <a:lnTo>
                    <a:pt x="2616546" y="2878561"/>
                  </a:lnTo>
                  <a:lnTo>
                    <a:pt x="2616546" y="2878130"/>
                  </a:lnTo>
                  <a:lnTo>
                    <a:pt x="2616546" y="2877699"/>
                  </a:lnTo>
                  <a:lnTo>
                    <a:pt x="2616703" y="2877699"/>
                  </a:lnTo>
                  <a:lnTo>
                    <a:pt x="2616861" y="2877699"/>
                  </a:lnTo>
                  <a:lnTo>
                    <a:pt x="2617019" y="2877699"/>
                  </a:lnTo>
                  <a:lnTo>
                    <a:pt x="2617177" y="2877699"/>
                  </a:lnTo>
                  <a:lnTo>
                    <a:pt x="2617334" y="2877699"/>
                  </a:lnTo>
                  <a:lnTo>
                    <a:pt x="2617492" y="2877699"/>
                  </a:lnTo>
                  <a:lnTo>
                    <a:pt x="2617492" y="2877269"/>
                  </a:lnTo>
                  <a:lnTo>
                    <a:pt x="2617650" y="2877269"/>
                  </a:lnTo>
                  <a:lnTo>
                    <a:pt x="2617650" y="2876838"/>
                  </a:lnTo>
                  <a:lnTo>
                    <a:pt x="2617650" y="2876408"/>
                  </a:lnTo>
                  <a:lnTo>
                    <a:pt x="2617807" y="2876408"/>
                  </a:lnTo>
                  <a:lnTo>
                    <a:pt x="2617965" y="2876408"/>
                  </a:lnTo>
                  <a:lnTo>
                    <a:pt x="2618123" y="2876408"/>
                  </a:lnTo>
                  <a:lnTo>
                    <a:pt x="2618281" y="2876408"/>
                  </a:lnTo>
                  <a:lnTo>
                    <a:pt x="2618281" y="2875977"/>
                  </a:lnTo>
                  <a:lnTo>
                    <a:pt x="2618438" y="2875977"/>
                  </a:lnTo>
                  <a:lnTo>
                    <a:pt x="2618596" y="2875977"/>
                  </a:lnTo>
                  <a:lnTo>
                    <a:pt x="2618596" y="2875546"/>
                  </a:lnTo>
                  <a:lnTo>
                    <a:pt x="2618754" y="2875546"/>
                  </a:lnTo>
                  <a:lnTo>
                    <a:pt x="2618912" y="2875546"/>
                  </a:lnTo>
                  <a:lnTo>
                    <a:pt x="2619069" y="2875546"/>
                  </a:lnTo>
                  <a:lnTo>
                    <a:pt x="2619227" y="2875546"/>
                  </a:lnTo>
                  <a:lnTo>
                    <a:pt x="2619385" y="2875546"/>
                  </a:lnTo>
                  <a:lnTo>
                    <a:pt x="2619385" y="2875116"/>
                  </a:lnTo>
                  <a:lnTo>
                    <a:pt x="2619385" y="2874685"/>
                  </a:lnTo>
                  <a:lnTo>
                    <a:pt x="2619542" y="2874685"/>
                  </a:lnTo>
                  <a:lnTo>
                    <a:pt x="2619700" y="2874685"/>
                  </a:lnTo>
                  <a:lnTo>
                    <a:pt x="2619700" y="2874255"/>
                  </a:lnTo>
                  <a:lnTo>
                    <a:pt x="2619858" y="2874255"/>
                  </a:lnTo>
                  <a:lnTo>
                    <a:pt x="2620016" y="2874255"/>
                  </a:lnTo>
                  <a:lnTo>
                    <a:pt x="2620173" y="2874255"/>
                  </a:lnTo>
                  <a:lnTo>
                    <a:pt x="2620173" y="2873824"/>
                  </a:lnTo>
                  <a:lnTo>
                    <a:pt x="2620331" y="2873824"/>
                  </a:lnTo>
                  <a:lnTo>
                    <a:pt x="2620489" y="2873824"/>
                  </a:lnTo>
                  <a:lnTo>
                    <a:pt x="2620646" y="2873824"/>
                  </a:lnTo>
                  <a:lnTo>
                    <a:pt x="2620804" y="2873824"/>
                  </a:lnTo>
                  <a:lnTo>
                    <a:pt x="2620962" y="2873824"/>
                  </a:lnTo>
                  <a:lnTo>
                    <a:pt x="2620962" y="2873393"/>
                  </a:lnTo>
                  <a:lnTo>
                    <a:pt x="2621120" y="2873393"/>
                  </a:lnTo>
                  <a:lnTo>
                    <a:pt x="2621277" y="2873393"/>
                  </a:lnTo>
                  <a:lnTo>
                    <a:pt x="2621435" y="2873393"/>
                  </a:lnTo>
                  <a:lnTo>
                    <a:pt x="2621593" y="2873393"/>
                  </a:lnTo>
                  <a:lnTo>
                    <a:pt x="2621750" y="2873393"/>
                  </a:lnTo>
                  <a:lnTo>
                    <a:pt x="2621908" y="2873393"/>
                  </a:lnTo>
                  <a:lnTo>
                    <a:pt x="2622066" y="2873393"/>
                  </a:lnTo>
                  <a:lnTo>
                    <a:pt x="2622224" y="2873393"/>
                  </a:lnTo>
                  <a:lnTo>
                    <a:pt x="2622224" y="2872963"/>
                  </a:lnTo>
                  <a:lnTo>
                    <a:pt x="2622381" y="2872963"/>
                  </a:lnTo>
                  <a:lnTo>
                    <a:pt x="2622539" y="2872963"/>
                  </a:lnTo>
                  <a:lnTo>
                    <a:pt x="2622697" y="2872963"/>
                  </a:lnTo>
                  <a:lnTo>
                    <a:pt x="2622854" y="2872963"/>
                  </a:lnTo>
                  <a:lnTo>
                    <a:pt x="2623012" y="2872963"/>
                  </a:lnTo>
                  <a:lnTo>
                    <a:pt x="2623170" y="2872963"/>
                  </a:lnTo>
                  <a:lnTo>
                    <a:pt x="2623328" y="2872963"/>
                  </a:lnTo>
                  <a:lnTo>
                    <a:pt x="2623485" y="2872963"/>
                  </a:lnTo>
                  <a:lnTo>
                    <a:pt x="2623485" y="2872532"/>
                  </a:lnTo>
                  <a:lnTo>
                    <a:pt x="2623643" y="2872532"/>
                  </a:lnTo>
                  <a:lnTo>
                    <a:pt x="2623643" y="2872102"/>
                  </a:lnTo>
                  <a:lnTo>
                    <a:pt x="2623801" y="2872102"/>
                  </a:lnTo>
                  <a:lnTo>
                    <a:pt x="2623801" y="2871671"/>
                  </a:lnTo>
                  <a:lnTo>
                    <a:pt x="2623958" y="2871671"/>
                  </a:lnTo>
                  <a:lnTo>
                    <a:pt x="2624116" y="2871671"/>
                  </a:lnTo>
                  <a:lnTo>
                    <a:pt x="2624274" y="2871671"/>
                  </a:lnTo>
                  <a:lnTo>
                    <a:pt x="2624274" y="2871240"/>
                  </a:lnTo>
                  <a:lnTo>
                    <a:pt x="2624432" y="2871240"/>
                  </a:lnTo>
                  <a:lnTo>
                    <a:pt x="2624589" y="2871240"/>
                  </a:lnTo>
                  <a:lnTo>
                    <a:pt x="2624747" y="2871240"/>
                  </a:lnTo>
                  <a:lnTo>
                    <a:pt x="2624905" y="2871240"/>
                  </a:lnTo>
                  <a:lnTo>
                    <a:pt x="2625063" y="2871240"/>
                  </a:lnTo>
                  <a:lnTo>
                    <a:pt x="2625220" y="2871240"/>
                  </a:lnTo>
                  <a:lnTo>
                    <a:pt x="2625378" y="2871240"/>
                  </a:lnTo>
                  <a:lnTo>
                    <a:pt x="2625536" y="2871240"/>
                  </a:lnTo>
                  <a:lnTo>
                    <a:pt x="2625693" y="2871240"/>
                  </a:lnTo>
                  <a:lnTo>
                    <a:pt x="2625851" y="2871240"/>
                  </a:lnTo>
                  <a:lnTo>
                    <a:pt x="2626009" y="2871240"/>
                  </a:lnTo>
                  <a:lnTo>
                    <a:pt x="2626167" y="2871240"/>
                  </a:lnTo>
                  <a:lnTo>
                    <a:pt x="2626167" y="2870810"/>
                  </a:lnTo>
                  <a:lnTo>
                    <a:pt x="2626324" y="2870810"/>
                  </a:lnTo>
                  <a:lnTo>
                    <a:pt x="2626482" y="2870810"/>
                  </a:lnTo>
                  <a:lnTo>
                    <a:pt x="2626482" y="2870379"/>
                  </a:lnTo>
                  <a:lnTo>
                    <a:pt x="2626640" y="2870379"/>
                  </a:lnTo>
                  <a:lnTo>
                    <a:pt x="2626640" y="2869949"/>
                  </a:lnTo>
                  <a:lnTo>
                    <a:pt x="2626797" y="2869949"/>
                  </a:lnTo>
                  <a:lnTo>
                    <a:pt x="2626955" y="2869949"/>
                  </a:lnTo>
                  <a:lnTo>
                    <a:pt x="2627113" y="2869949"/>
                  </a:lnTo>
                  <a:lnTo>
                    <a:pt x="2627271" y="2869949"/>
                  </a:lnTo>
                  <a:lnTo>
                    <a:pt x="2627428" y="2869949"/>
                  </a:lnTo>
                  <a:lnTo>
                    <a:pt x="2627428" y="2869518"/>
                  </a:lnTo>
                  <a:lnTo>
                    <a:pt x="2627586" y="2869518"/>
                  </a:lnTo>
                  <a:lnTo>
                    <a:pt x="2627744" y="2869518"/>
                  </a:lnTo>
                  <a:lnTo>
                    <a:pt x="2627901" y="2869518"/>
                  </a:lnTo>
                  <a:lnTo>
                    <a:pt x="2628059" y="2869518"/>
                  </a:lnTo>
                  <a:lnTo>
                    <a:pt x="2628217" y="2869518"/>
                  </a:lnTo>
                  <a:lnTo>
                    <a:pt x="2628375" y="2869518"/>
                  </a:lnTo>
                  <a:lnTo>
                    <a:pt x="2628375" y="2869087"/>
                  </a:lnTo>
                  <a:lnTo>
                    <a:pt x="2628532" y="2869087"/>
                  </a:lnTo>
                  <a:lnTo>
                    <a:pt x="2628532" y="2868657"/>
                  </a:lnTo>
                  <a:lnTo>
                    <a:pt x="2628690" y="2868657"/>
                  </a:lnTo>
                  <a:lnTo>
                    <a:pt x="2628848" y="2868657"/>
                  </a:lnTo>
                  <a:lnTo>
                    <a:pt x="2628848" y="2868226"/>
                  </a:lnTo>
                  <a:lnTo>
                    <a:pt x="2628848" y="2867796"/>
                  </a:lnTo>
                  <a:lnTo>
                    <a:pt x="2629005" y="2867796"/>
                  </a:lnTo>
                  <a:lnTo>
                    <a:pt x="2629163" y="2867796"/>
                  </a:lnTo>
                  <a:lnTo>
                    <a:pt x="2629163" y="2867365"/>
                  </a:lnTo>
                  <a:lnTo>
                    <a:pt x="2629321" y="2867365"/>
                  </a:lnTo>
                  <a:lnTo>
                    <a:pt x="2629479" y="2867365"/>
                  </a:lnTo>
                  <a:lnTo>
                    <a:pt x="2629636" y="2867365"/>
                  </a:lnTo>
                  <a:lnTo>
                    <a:pt x="2629794" y="2867365"/>
                  </a:lnTo>
                  <a:lnTo>
                    <a:pt x="2629952" y="2867365"/>
                  </a:lnTo>
                  <a:lnTo>
                    <a:pt x="2630110" y="2867365"/>
                  </a:lnTo>
                  <a:lnTo>
                    <a:pt x="2630267" y="2867365"/>
                  </a:lnTo>
                  <a:lnTo>
                    <a:pt x="2630267" y="2866934"/>
                  </a:lnTo>
                  <a:lnTo>
                    <a:pt x="2630425" y="2866934"/>
                  </a:lnTo>
                  <a:lnTo>
                    <a:pt x="2630583" y="2866934"/>
                  </a:lnTo>
                  <a:lnTo>
                    <a:pt x="2630583" y="2866504"/>
                  </a:lnTo>
                  <a:lnTo>
                    <a:pt x="2630740" y="2866504"/>
                  </a:lnTo>
                  <a:lnTo>
                    <a:pt x="2630898" y="2866504"/>
                  </a:lnTo>
                  <a:lnTo>
                    <a:pt x="2631056" y="2866504"/>
                  </a:lnTo>
                  <a:lnTo>
                    <a:pt x="2631214" y="2866504"/>
                  </a:lnTo>
                  <a:lnTo>
                    <a:pt x="2631371" y="2866504"/>
                  </a:lnTo>
                  <a:lnTo>
                    <a:pt x="2631529" y="2866504"/>
                  </a:lnTo>
                  <a:lnTo>
                    <a:pt x="2631687" y="2866504"/>
                  </a:lnTo>
                  <a:lnTo>
                    <a:pt x="2631844" y="2866504"/>
                  </a:lnTo>
                  <a:lnTo>
                    <a:pt x="2632002" y="2866504"/>
                  </a:lnTo>
                  <a:lnTo>
                    <a:pt x="2632160" y="2866504"/>
                  </a:lnTo>
                  <a:lnTo>
                    <a:pt x="2632160" y="2866073"/>
                  </a:lnTo>
                  <a:lnTo>
                    <a:pt x="2632318" y="2866073"/>
                  </a:lnTo>
                  <a:lnTo>
                    <a:pt x="2632475" y="2866073"/>
                  </a:lnTo>
                  <a:lnTo>
                    <a:pt x="2632633" y="2866073"/>
                  </a:lnTo>
                  <a:lnTo>
                    <a:pt x="2632791" y="2866073"/>
                  </a:lnTo>
                  <a:lnTo>
                    <a:pt x="2632948" y="2866073"/>
                  </a:lnTo>
                  <a:lnTo>
                    <a:pt x="2633106" y="2866073"/>
                  </a:lnTo>
                  <a:lnTo>
                    <a:pt x="2633264" y="2866073"/>
                  </a:lnTo>
                  <a:lnTo>
                    <a:pt x="2633264" y="2865643"/>
                  </a:lnTo>
                  <a:lnTo>
                    <a:pt x="2633264" y="2865212"/>
                  </a:lnTo>
                  <a:lnTo>
                    <a:pt x="2633422" y="2865212"/>
                  </a:lnTo>
                  <a:lnTo>
                    <a:pt x="2633422" y="2864781"/>
                  </a:lnTo>
                  <a:lnTo>
                    <a:pt x="2633579" y="2864781"/>
                  </a:lnTo>
                  <a:lnTo>
                    <a:pt x="2633737" y="2864781"/>
                  </a:lnTo>
                  <a:lnTo>
                    <a:pt x="2633895" y="2864781"/>
                  </a:lnTo>
                  <a:lnTo>
                    <a:pt x="2634052" y="2864781"/>
                  </a:lnTo>
                  <a:lnTo>
                    <a:pt x="2634210" y="2864781"/>
                  </a:lnTo>
                  <a:lnTo>
                    <a:pt x="2634368" y="2864781"/>
                  </a:lnTo>
                  <a:lnTo>
                    <a:pt x="2634526" y="2864781"/>
                  </a:lnTo>
                  <a:lnTo>
                    <a:pt x="2634526" y="2864351"/>
                  </a:lnTo>
                  <a:lnTo>
                    <a:pt x="2634526" y="2863920"/>
                  </a:lnTo>
                  <a:lnTo>
                    <a:pt x="2634683" y="2863920"/>
                  </a:lnTo>
                  <a:lnTo>
                    <a:pt x="2634841" y="2863920"/>
                  </a:lnTo>
                  <a:lnTo>
                    <a:pt x="2634999" y="2863920"/>
                  </a:lnTo>
                  <a:lnTo>
                    <a:pt x="2635156" y="2863920"/>
                  </a:lnTo>
                  <a:lnTo>
                    <a:pt x="2635314" y="2863920"/>
                  </a:lnTo>
                  <a:lnTo>
                    <a:pt x="2635472" y="2863920"/>
                  </a:lnTo>
                  <a:lnTo>
                    <a:pt x="2635630" y="2863920"/>
                  </a:lnTo>
                  <a:lnTo>
                    <a:pt x="2635787" y="2863920"/>
                  </a:lnTo>
                  <a:lnTo>
                    <a:pt x="2635945" y="2863920"/>
                  </a:lnTo>
                  <a:lnTo>
                    <a:pt x="2636103" y="2863920"/>
                  </a:lnTo>
                  <a:lnTo>
                    <a:pt x="2636261" y="2863920"/>
                  </a:lnTo>
                  <a:lnTo>
                    <a:pt x="2636261" y="2863490"/>
                  </a:lnTo>
                  <a:lnTo>
                    <a:pt x="2636418" y="2863490"/>
                  </a:lnTo>
                  <a:lnTo>
                    <a:pt x="2636418" y="2863059"/>
                  </a:lnTo>
                  <a:lnTo>
                    <a:pt x="2636418" y="2862628"/>
                  </a:lnTo>
                  <a:lnTo>
                    <a:pt x="2636576" y="2862628"/>
                  </a:lnTo>
                  <a:lnTo>
                    <a:pt x="2636734" y="2862628"/>
                  </a:lnTo>
                  <a:lnTo>
                    <a:pt x="2636891" y="2862628"/>
                  </a:lnTo>
                  <a:lnTo>
                    <a:pt x="2636891" y="2862198"/>
                  </a:lnTo>
                  <a:lnTo>
                    <a:pt x="2637049" y="2862198"/>
                  </a:lnTo>
                  <a:lnTo>
                    <a:pt x="2637207" y="2862198"/>
                  </a:lnTo>
                  <a:lnTo>
                    <a:pt x="2637365" y="2862198"/>
                  </a:lnTo>
                  <a:lnTo>
                    <a:pt x="2637522" y="2862198"/>
                  </a:lnTo>
                  <a:lnTo>
                    <a:pt x="2637680" y="2862198"/>
                  </a:lnTo>
                  <a:lnTo>
                    <a:pt x="2637838" y="2862198"/>
                  </a:lnTo>
                  <a:lnTo>
                    <a:pt x="2637995" y="2862198"/>
                  </a:lnTo>
                  <a:lnTo>
                    <a:pt x="2637995" y="2861767"/>
                  </a:lnTo>
                  <a:lnTo>
                    <a:pt x="2638153" y="2861767"/>
                  </a:lnTo>
                  <a:lnTo>
                    <a:pt x="2638311" y="2861767"/>
                  </a:lnTo>
                  <a:lnTo>
                    <a:pt x="2638469" y="2861767"/>
                  </a:lnTo>
                  <a:lnTo>
                    <a:pt x="2638626" y="2861767"/>
                  </a:lnTo>
                  <a:lnTo>
                    <a:pt x="2638784" y="2861767"/>
                  </a:lnTo>
                  <a:lnTo>
                    <a:pt x="2638942" y="2861767"/>
                  </a:lnTo>
                  <a:lnTo>
                    <a:pt x="2638942" y="2861337"/>
                  </a:lnTo>
                  <a:lnTo>
                    <a:pt x="2639099" y="2861337"/>
                  </a:lnTo>
                  <a:lnTo>
                    <a:pt x="2639257" y="2861337"/>
                  </a:lnTo>
                  <a:lnTo>
                    <a:pt x="2639415" y="2861337"/>
                  </a:lnTo>
                  <a:lnTo>
                    <a:pt x="2639415" y="2860906"/>
                  </a:lnTo>
                  <a:lnTo>
                    <a:pt x="2639573" y="2860906"/>
                  </a:lnTo>
                  <a:lnTo>
                    <a:pt x="2639730" y="2860906"/>
                  </a:lnTo>
                  <a:lnTo>
                    <a:pt x="2639730" y="2860475"/>
                  </a:lnTo>
                  <a:lnTo>
                    <a:pt x="2639888" y="2860475"/>
                  </a:lnTo>
                  <a:lnTo>
                    <a:pt x="2640046" y="2860475"/>
                  </a:lnTo>
                  <a:lnTo>
                    <a:pt x="2640203" y="2860475"/>
                  </a:lnTo>
                  <a:lnTo>
                    <a:pt x="2640361" y="2860475"/>
                  </a:lnTo>
                  <a:lnTo>
                    <a:pt x="2640519" y="2860475"/>
                  </a:lnTo>
                  <a:lnTo>
                    <a:pt x="2640519" y="2860045"/>
                  </a:lnTo>
                  <a:lnTo>
                    <a:pt x="2640677" y="2860045"/>
                  </a:lnTo>
                  <a:lnTo>
                    <a:pt x="2640677" y="2859614"/>
                  </a:lnTo>
                  <a:lnTo>
                    <a:pt x="2640677" y="2859184"/>
                  </a:lnTo>
                  <a:lnTo>
                    <a:pt x="2640834" y="2859184"/>
                  </a:lnTo>
                  <a:lnTo>
                    <a:pt x="2640834" y="2858753"/>
                  </a:lnTo>
                  <a:lnTo>
                    <a:pt x="2640992" y="2858753"/>
                  </a:lnTo>
                  <a:lnTo>
                    <a:pt x="2640992" y="2858322"/>
                  </a:lnTo>
                  <a:lnTo>
                    <a:pt x="2641150" y="2858322"/>
                  </a:lnTo>
                  <a:lnTo>
                    <a:pt x="2641308" y="2858322"/>
                  </a:lnTo>
                  <a:lnTo>
                    <a:pt x="2641308" y="2857892"/>
                  </a:lnTo>
                  <a:lnTo>
                    <a:pt x="2641465" y="2857892"/>
                  </a:lnTo>
                  <a:lnTo>
                    <a:pt x="2641465" y="2857461"/>
                  </a:lnTo>
                  <a:lnTo>
                    <a:pt x="2641623" y="2857461"/>
                  </a:lnTo>
                  <a:lnTo>
                    <a:pt x="2641781" y="2857461"/>
                  </a:lnTo>
                  <a:lnTo>
                    <a:pt x="2641781" y="2857031"/>
                  </a:lnTo>
                  <a:lnTo>
                    <a:pt x="2641938" y="2857031"/>
                  </a:lnTo>
                  <a:lnTo>
                    <a:pt x="2642096" y="2857031"/>
                  </a:lnTo>
                  <a:lnTo>
                    <a:pt x="2642254" y="2857031"/>
                  </a:lnTo>
                  <a:lnTo>
                    <a:pt x="2642412" y="2857031"/>
                  </a:lnTo>
                  <a:lnTo>
                    <a:pt x="2642412" y="2856600"/>
                  </a:lnTo>
                  <a:lnTo>
                    <a:pt x="2642569" y="2856600"/>
                  </a:lnTo>
                  <a:lnTo>
                    <a:pt x="2642569" y="2856169"/>
                  </a:lnTo>
                  <a:lnTo>
                    <a:pt x="2642569" y="2855739"/>
                  </a:lnTo>
                  <a:lnTo>
                    <a:pt x="2642727" y="2855739"/>
                  </a:lnTo>
                  <a:lnTo>
                    <a:pt x="2642885" y="2855739"/>
                  </a:lnTo>
                  <a:lnTo>
                    <a:pt x="2642885" y="2855308"/>
                  </a:lnTo>
                  <a:lnTo>
                    <a:pt x="2643042" y="2855308"/>
                  </a:lnTo>
                  <a:lnTo>
                    <a:pt x="2643200" y="2855308"/>
                  </a:lnTo>
                  <a:lnTo>
                    <a:pt x="2643358" y="2855308"/>
                  </a:lnTo>
                  <a:lnTo>
                    <a:pt x="2643358" y="2854878"/>
                  </a:lnTo>
                  <a:lnTo>
                    <a:pt x="2643516" y="2854878"/>
                  </a:lnTo>
                  <a:lnTo>
                    <a:pt x="2643673" y="2854878"/>
                  </a:lnTo>
                  <a:lnTo>
                    <a:pt x="2643831" y="2854878"/>
                  </a:lnTo>
                  <a:lnTo>
                    <a:pt x="2643831" y="2854447"/>
                  </a:lnTo>
                  <a:lnTo>
                    <a:pt x="2643989" y="2854447"/>
                  </a:lnTo>
                  <a:lnTo>
                    <a:pt x="2644146" y="2854447"/>
                  </a:lnTo>
                  <a:lnTo>
                    <a:pt x="2644146" y="2854016"/>
                  </a:lnTo>
                  <a:lnTo>
                    <a:pt x="2644304" y="2854016"/>
                  </a:lnTo>
                  <a:lnTo>
                    <a:pt x="2644462" y="2854016"/>
                  </a:lnTo>
                  <a:lnTo>
                    <a:pt x="2644462" y="2853586"/>
                  </a:lnTo>
                  <a:lnTo>
                    <a:pt x="2644620" y="2853586"/>
                  </a:lnTo>
                  <a:lnTo>
                    <a:pt x="2644777" y="2853586"/>
                  </a:lnTo>
                  <a:lnTo>
                    <a:pt x="2644935" y="2853586"/>
                  </a:lnTo>
                  <a:lnTo>
                    <a:pt x="2645093" y="2853586"/>
                  </a:lnTo>
                  <a:lnTo>
                    <a:pt x="2645250" y="2853586"/>
                  </a:lnTo>
                  <a:lnTo>
                    <a:pt x="2645250" y="2853155"/>
                  </a:lnTo>
                  <a:lnTo>
                    <a:pt x="2645408" y="2853155"/>
                  </a:lnTo>
                  <a:lnTo>
                    <a:pt x="2645408" y="2852725"/>
                  </a:lnTo>
                  <a:lnTo>
                    <a:pt x="2645566" y="2852725"/>
                  </a:lnTo>
                  <a:lnTo>
                    <a:pt x="2645566" y="2852294"/>
                  </a:lnTo>
                  <a:lnTo>
                    <a:pt x="2645724" y="2852294"/>
                  </a:lnTo>
                  <a:lnTo>
                    <a:pt x="2645881" y="2852294"/>
                  </a:lnTo>
                  <a:lnTo>
                    <a:pt x="2646039" y="2852294"/>
                  </a:lnTo>
                  <a:lnTo>
                    <a:pt x="2646197" y="2852294"/>
                  </a:lnTo>
                  <a:lnTo>
                    <a:pt x="2646197" y="2851863"/>
                  </a:lnTo>
                  <a:lnTo>
                    <a:pt x="2646354" y="2851863"/>
                  </a:lnTo>
                  <a:lnTo>
                    <a:pt x="2646512" y="2851863"/>
                  </a:lnTo>
                  <a:lnTo>
                    <a:pt x="2646512" y="2851433"/>
                  </a:lnTo>
                  <a:lnTo>
                    <a:pt x="2646670" y="2851433"/>
                  </a:lnTo>
                  <a:lnTo>
                    <a:pt x="2646828" y="2851433"/>
                  </a:lnTo>
                  <a:lnTo>
                    <a:pt x="2646828" y="2851002"/>
                  </a:lnTo>
                  <a:lnTo>
                    <a:pt x="2646828" y="2850572"/>
                  </a:lnTo>
                  <a:lnTo>
                    <a:pt x="2646985" y="2850572"/>
                  </a:lnTo>
                  <a:lnTo>
                    <a:pt x="2647143" y="2850572"/>
                  </a:lnTo>
                  <a:lnTo>
                    <a:pt x="2647301" y="2850572"/>
                  </a:lnTo>
                  <a:lnTo>
                    <a:pt x="2647301" y="2850141"/>
                  </a:lnTo>
                  <a:lnTo>
                    <a:pt x="2647301" y="2849710"/>
                  </a:lnTo>
                  <a:lnTo>
                    <a:pt x="2647459" y="2849710"/>
                  </a:lnTo>
                  <a:lnTo>
                    <a:pt x="2647616" y="2849710"/>
                  </a:lnTo>
                  <a:lnTo>
                    <a:pt x="2647616" y="2849280"/>
                  </a:lnTo>
                  <a:lnTo>
                    <a:pt x="2647774" y="2849280"/>
                  </a:lnTo>
                  <a:lnTo>
                    <a:pt x="2647932" y="2849280"/>
                  </a:lnTo>
                  <a:lnTo>
                    <a:pt x="2648089" y="2849280"/>
                  </a:lnTo>
                  <a:lnTo>
                    <a:pt x="2648247" y="2849280"/>
                  </a:lnTo>
                  <a:lnTo>
                    <a:pt x="2648405" y="2849280"/>
                  </a:lnTo>
                  <a:lnTo>
                    <a:pt x="2648563" y="2849280"/>
                  </a:lnTo>
                  <a:lnTo>
                    <a:pt x="2648720" y="2849280"/>
                  </a:lnTo>
                  <a:lnTo>
                    <a:pt x="2648878" y="2849280"/>
                  </a:lnTo>
                  <a:lnTo>
                    <a:pt x="2649036" y="2849280"/>
                  </a:lnTo>
                  <a:lnTo>
                    <a:pt x="2649193" y="2849280"/>
                  </a:lnTo>
                  <a:lnTo>
                    <a:pt x="2649193" y="2848849"/>
                  </a:lnTo>
                  <a:lnTo>
                    <a:pt x="2649351" y="2848849"/>
                  </a:lnTo>
                  <a:lnTo>
                    <a:pt x="2649509" y="2848849"/>
                  </a:lnTo>
                  <a:lnTo>
                    <a:pt x="2649509" y="2848419"/>
                  </a:lnTo>
                  <a:lnTo>
                    <a:pt x="2649667" y="2848419"/>
                  </a:lnTo>
                  <a:lnTo>
                    <a:pt x="2649824" y="2848419"/>
                  </a:lnTo>
                  <a:lnTo>
                    <a:pt x="2649982" y="2848419"/>
                  </a:lnTo>
                  <a:lnTo>
                    <a:pt x="2649982" y="2847988"/>
                  </a:lnTo>
                  <a:lnTo>
                    <a:pt x="2650140" y="2847988"/>
                  </a:lnTo>
                  <a:lnTo>
                    <a:pt x="2650297" y="2847988"/>
                  </a:lnTo>
                  <a:lnTo>
                    <a:pt x="2650455" y="2847988"/>
                  </a:lnTo>
                  <a:lnTo>
                    <a:pt x="2650455" y="2847557"/>
                  </a:lnTo>
                  <a:lnTo>
                    <a:pt x="2650613" y="2847557"/>
                  </a:lnTo>
                  <a:lnTo>
                    <a:pt x="2650613" y="2847127"/>
                  </a:lnTo>
                  <a:lnTo>
                    <a:pt x="2650771" y="2847127"/>
                  </a:lnTo>
                  <a:lnTo>
                    <a:pt x="2650928" y="2847127"/>
                  </a:lnTo>
                  <a:lnTo>
                    <a:pt x="2650928" y="2846696"/>
                  </a:lnTo>
                  <a:lnTo>
                    <a:pt x="2650928" y="2846266"/>
                  </a:lnTo>
                  <a:lnTo>
                    <a:pt x="2651086" y="2846266"/>
                  </a:lnTo>
                  <a:lnTo>
                    <a:pt x="2651244" y="2846266"/>
                  </a:lnTo>
                  <a:lnTo>
                    <a:pt x="2651401" y="2846266"/>
                  </a:lnTo>
                  <a:lnTo>
                    <a:pt x="2651559" y="2846266"/>
                  </a:lnTo>
                  <a:lnTo>
                    <a:pt x="2651717" y="2846266"/>
                  </a:lnTo>
                  <a:lnTo>
                    <a:pt x="2651875" y="2846266"/>
                  </a:lnTo>
                  <a:lnTo>
                    <a:pt x="2651875" y="2845835"/>
                  </a:lnTo>
                  <a:lnTo>
                    <a:pt x="2651875" y="2845404"/>
                  </a:lnTo>
                  <a:lnTo>
                    <a:pt x="2651875" y="2844974"/>
                  </a:lnTo>
                  <a:lnTo>
                    <a:pt x="2651875" y="2844543"/>
                  </a:lnTo>
                  <a:lnTo>
                    <a:pt x="2651875" y="2844113"/>
                  </a:lnTo>
                  <a:lnTo>
                    <a:pt x="2651875" y="2843682"/>
                  </a:lnTo>
                  <a:lnTo>
                    <a:pt x="2652032" y="2843682"/>
                  </a:lnTo>
                  <a:lnTo>
                    <a:pt x="2652190" y="2843682"/>
                  </a:lnTo>
                  <a:lnTo>
                    <a:pt x="2652190" y="2843251"/>
                  </a:lnTo>
                  <a:lnTo>
                    <a:pt x="2652348" y="2843251"/>
                  </a:lnTo>
                  <a:lnTo>
                    <a:pt x="2652506" y="2843251"/>
                  </a:lnTo>
                  <a:lnTo>
                    <a:pt x="2652663" y="2843251"/>
                  </a:lnTo>
                  <a:lnTo>
                    <a:pt x="2652821" y="2843251"/>
                  </a:lnTo>
                  <a:lnTo>
                    <a:pt x="2652979" y="2843251"/>
                  </a:lnTo>
                  <a:lnTo>
                    <a:pt x="2652979" y="2842821"/>
                  </a:lnTo>
                  <a:lnTo>
                    <a:pt x="2652979" y="2842390"/>
                  </a:lnTo>
                  <a:lnTo>
                    <a:pt x="2653136" y="2842390"/>
                  </a:lnTo>
                  <a:lnTo>
                    <a:pt x="2653294" y="2842390"/>
                  </a:lnTo>
                  <a:lnTo>
                    <a:pt x="2653294" y="2841960"/>
                  </a:lnTo>
                  <a:lnTo>
                    <a:pt x="2653452" y="2841960"/>
                  </a:lnTo>
                  <a:lnTo>
                    <a:pt x="2653610" y="2841960"/>
                  </a:lnTo>
                  <a:lnTo>
                    <a:pt x="2653767" y="2841960"/>
                  </a:lnTo>
                  <a:lnTo>
                    <a:pt x="2653767" y="2841529"/>
                  </a:lnTo>
                  <a:lnTo>
                    <a:pt x="2653767" y="2841098"/>
                  </a:lnTo>
                  <a:lnTo>
                    <a:pt x="2653925" y="2841098"/>
                  </a:lnTo>
                  <a:lnTo>
                    <a:pt x="2653925" y="2840668"/>
                  </a:lnTo>
                  <a:lnTo>
                    <a:pt x="2654083" y="2840668"/>
                  </a:lnTo>
                  <a:lnTo>
                    <a:pt x="2654083" y="2840237"/>
                  </a:lnTo>
                  <a:lnTo>
                    <a:pt x="2654083" y="2839807"/>
                  </a:lnTo>
                  <a:lnTo>
                    <a:pt x="2654240" y="2839807"/>
                  </a:lnTo>
                  <a:lnTo>
                    <a:pt x="2654240" y="2839376"/>
                  </a:lnTo>
                  <a:lnTo>
                    <a:pt x="2654398" y="2839376"/>
                  </a:lnTo>
                  <a:lnTo>
                    <a:pt x="2654398" y="2838945"/>
                  </a:lnTo>
                  <a:lnTo>
                    <a:pt x="2654556" y="2838945"/>
                  </a:lnTo>
                  <a:lnTo>
                    <a:pt x="2654714" y="2838945"/>
                  </a:lnTo>
                  <a:lnTo>
                    <a:pt x="2654871" y="2838945"/>
                  </a:lnTo>
                  <a:lnTo>
                    <a:pt x="2654871" y="2838515"/>
                  </a:lnTo>
                  <a:lnTo>
                    <a:pt x="2654871" y="2838084"/>
                  </a:lnTo>
                  <a:lnTo>
                    <a:pt x="2655029" y="2838084"/>
                  </a:lnTo>
                  <a:lnTo>
                    <a:pt x="2655187" y="2838084"/>
                  </a:lnTo>
                  <a:lnTo>
                    <a:pt x="2655344" y="2838084"/>
                  </a:lnTo>
                  <a:lnTo>
                    <a:pt x="2655502" y="2838084"/>
                  </a:lnTo>
                  <a:lnTo>
                    <a:pt x="2655660" y="2838084"/>
                  </a:lnTo>
                  <a:lnTo>
                    <a:pt x="2655818" y="2838084"/>
                  </a:lnTo>
                  <a:lnTo>
                    <a:pt x="2655975" y="2838084"/>
                  </a:lnTo>
                  <a:lnTo>
                    <a:pt x="2656133" y="2838084"/>
                  </a:lnTo>
                  <a:lnTo>
                    <a:pt x="2656291" y="2838084"/>
                  </a:lnTo>
                  <a:lnTo>
                    <a:pt x="2656448" y="2838084"/>
                  </a:lnTo>
                  <a:lnTo>
                    <a:pt x="2656606" y="2838084"/>
                  </a:lnTo>
                  <a:lnTo>
                    <a:pt x="2656606" y="2837654"/>
                  </a:lnTo>
                  <a:lnTo>
                    <a:pt x="2656764" y="2837654"/>
                  </a:lnTo>
                  <a:lnTo>
                    <a:pt x="2656922" y="2837654"/>
                  </a:lnTo>
                  <a:lnTo>
                    <a:pt x="2657079" y="2837654"/>
                  </a:lnTo>
                  <a:lnTo>
                    <a:pt x="2657237" y="2837654"/>
                  </a:lnTo>
                  <a:lnTo>
                    <a:pt x="2657395" y="2837654"/>
                  </a:lnTo>
                  <a:lnTo>
                    <a:pt x="2657552" y="2837654"/>
                  </a:lnTo>
                  <a:lnTo>
                    <a:pt x="2657710" y="2837654"/>
                  </a:lnTo>
                  <a:lnTo>
                    <a:pt x="2657868" y="2837654"/>
                  </a:lnTo>
                  <a:lnTo>
                    <a:pt x="2657868" y="2837223"/>
                  </a:lnTo>
                  <a:lnTo>
                    <a:pt x="2658026" y="2837223"/>
                  </a:lnTo>
                  <a:lnTo>
                    <a:pt x="2658183" y="2837223"/>
                  </a:lnTo>
                  <a:lnTo>
                    <a:pt x="2658183" y="2836792"/>
                  </a:lnTo>
                  <a:lnTo>
                    <a:pt x="2658341" y="2836792"/>
                  </a:lnTo>
                  <a:lnTo>
                    <a:pt x="2658499" y="2836792"/>
                  </a:lnTo>
                  <a:lnTo>
                    <a:pt x="2658657" y="2836792"/>
                  </a:lnTo>
                  <a:lnTo>
                    <a:pt x="2658814" y="2836792"/>
                  </a:lnTo>
                  <a:lnTo>
                    <a:pt x="2658972" y="2836792"/>
                  </a:lnTo>
                  <a:lnTo>
                    <a:pt x="2658972" y="2836362"/>
                  </a:lnTo>
                  <a:lnTo>
                    <a:pt x="2659130" y="2836362"/>
                  </a:lnTo>
                  <a:lnTo>
                    <a:pt x="2659130" y="2835931"/>
                  </a:lnTo>
                  <a:lnTo>
                    <a:pt x="2659287" y="2835931"/>
                  </a:lnTo>
                  <a:lnTo>
                    <a:pt x="2659287" y="2835501"/>
                  </a:lnTo>
                  <a:lnTo>
                    <a:pt x="2659445" y="2835501"/>
                  </a:lnTo>
                  <a:lnTo>
                    <a:pt x="2659603" y="2835501"/>
                  </a:lnTo>
                  <a:lnTo>
                    <a:pt x="2659761" y="2835501"/>
                  </a:lnTo>
                  <a:lnTo>
                    <a:pt x="2659918" y="2835501"/>
                  </a:lnTo>
                  <a:lnTo>
                    <a:pt x="2660076" y="2835501"/>
                  </a:lnTo>
                  <a:lnTo>
                    <a:pt x="2660234" y="2835501"/>
                  </a:lnTo>
                  <a:lnTo>
                    <a:pt x="2660391" y="2835501"/>
                  </a:lnTo>
                  <a:lnTo>
                    <a:pt x="2660391" y="2835070"/>
                  </a:lnTo>
                  <a:lnTo>
                    <a:pt x="2660549" y="2835070"/>
                  </a:lnTo>
                  <a:lnTo>
                    <a:pt x="2660707" y="2835070"/>
                  </a:lnTo>
                  <a:lnTo>
                    <a:pt x="2660865" y="2835070"/>
                  </a:lnTo>
                  <a:lnTo>
                    <a:pt x="2661022" y="2835070"/>
                  </a:lnTo>
                  <a:lnTo>
                    <a:pt x="2661022" y="2834639"/>
                  </a:lnTo>
                  <a:lnTo>
                    <a:pt x="2661022" y="2834209"/>
                  </a:lnTo>
                  <a:lnTo>
                    <a:pt x="2661180" y="2834209"/>
                  </a:lnTo>
                  <a:lnTo>
                    <a:pt x="2661338" y="2834209"/>
                  </a:lnTo>
                  <a:lnTo>
                    <a:pt x="2661495" y="2834209"/>
                  </a:lnTo>
                  <a:lnTo>
                    <a:pt x="2661653" y="2834209"/>
                  </a:lnTo>
                  <a:lnTo>
                    <a:pt x="2661811" y="2834209"/>
                  </a:lnTo>
                  <a:lnTo>
                    <a:pt x="2661969" y="2834209"/>
                  </a:lnTo>
                  <a:lnTo>
                    <a:pt x="2661969" y="2833778"/>
                  </a:lnTo>
                  <a:lnTo>
                    <a:pt x="2662126" y="2833778"/>
                  </a:lnTo>
                  <a:lnTo>
                    <a:pt x="2662284" y="2833778"/>
                  </a:lnTo>
                  <a:lnTo>
                    <a:pt x="2662442" y="2833778"/>
                  </a:lnTo>
                  <a:lnTo>
                    <a:pt x="2662599" y="2833778"/>
                  </a:lnTo>
                  <a:lnTo>
                    <a:pt x="2662757" y="2833778"/>
                  </a:lnTo>
                  <a:lnTo>
                    <a:pt x="2662915" y="2833778"/>
                  </a:lnTo>
                  <a:lnTo>
                    <a:pt x="2663073" y="2833778"/>
                  </a:lnTo>
                  <a:lnTo>
                    <a:pt x="2663230" y="2833778"/>
                  </a:lnTo>
                  <a:lnTo>
                    <a:pt x="2663388" y="2833778"/>
                  </a:lnTo>
                  <a:lnTo>
                    <a:pt x="2663388" y="2833348"/>
                  </a:lnTo>
                  <a:lnTo>
                    <a:pt x="2663546" y="2833348"/>
                  </a:lnTo>
                  <a:lnTo>
                    <a:pt x="2663704" y="2833348"/>
                  </a:lnTo>
                  <a:lnTo>
                    <a:pt x="2663704" y="2832917"/>
                  </a:lnTo>
                  <a:lnTo>
                    <a:pt x="2663861" y="2832917"/>
                  </a:lnTo>
                  <a:lnTo>
                    <a:pt x="2664019" y="2832917"/>
                  </a:lnTo>
                  <a:lnTo>
                    <a:pt x="2664177" y="2832917"/>
                  </a:lnTo>
                  <a:lnTo>
                    <a:pt x="2664334" y="2832917"/>
                  </a:lnTo>
                  <a:lnTo>
                    <a:pt x="2664492" y="2832917"/>
                  </a:lnTo>
                  <a:lnTo>
                    <a:pt x="2664492" y="2832486"/>
                  </a:lnTo>
                  <a:lnTo>
                    <a:pt x="2664650" y="2832486"/>
                  </a:lnTo>
                  <a:lnTo>
                    <a:pt x="2664808" y="2832486"/>
                  </a:lnTo>
                  <a:lnTo>
                    <a:pt x="2664965" y="2832486"/>
                  </a:lnTo>
                  <a:lnTo>
                    <a:pt x="2664965" y="2832056"/>
                  </a:lnTo>
                  <a:lnTo>
                    <a:pt x="2665123" y="2832056"/>
                  </a:lnTo>
                  <a:lnTo>
                    <a:pt x="2665281" y="2832056"/>
                  </a:lnTo>
                  <a:lnTo>
                    <a:pt x="2665281" y="2831625"/>
                  </a:lnTo>
                  <a:lnTo>
                    <a:pt x="2665281" y="2831195"/>
                  </a:lnTo>
                  <a:lnTo>
                    <a:pt x="2665438" y="2831195"/>
                  </a:lnTo>
                  <a:lnTo>
                    <a:pt x="2665596" y="2831195"/>
                  </a:lnTo>
                  <a:lnTo>
                    <a:pt x="2665596" y="2830764"/>
                  </a:lnTo>
                  <a:lnTo>
                    <a:pt x="2665596" y="2830333"/>
                  </a:lnTo>
                  <a:lnTo>
                    <a:pt x="2665596" y="2829903"/>
                  </a:lnTo>
                  <a:lnTo>
                    <a:pt x="2665754" y="2829903"/>
                  </a:lnTo>
                  <a:lnTo>
                    <a:pt x="2665754" y="2829472"/>
                  </a:lnTo>
                  <a:lnTo>
                    <a:pt x="2665912" y="2829472"/>
                  </a:lnTo>
                  <a:lnTo>
                    <a:pt x="2666069" y="2829472"/>
                  </a:lnTo>
                  <a:lnTo>
                    <a:pt x="2666227" y="2829472"/>
                  </a:lnTo>
                  <a:lnTo>
                    <a:pt x="2666385" y="2829472"/>
                  </a:lnTo>
                  <a:lnTo>
                    <a:pt x="2666385" y="2829042"/>
                  </a:lnTo>
                  <a:lnTo>
                    <a:pt x="2666542" y="2829042"/>
                  </a:lnTo>
                  <a:lnTo>
                    <a:pt x="2666700" y="2829042"/>
                  </a:lnTo>
                  <a:lnTo>
                    <a:pt x="2666700" y="2828611"/>
                  </a:lnTo>
                  <a:lnTo>
                    <a:pt x="2666858" y="2828611"/>
                  </a:lnTo>
                  <a:lnTo>
                    <a:pt x="2666858" y="2828180"/>
                  </a:lnTo>
                  <a:lnTo>
                    <a:pt x="2667016" y="2828180"/>
                  </a:lnTo>
                  <a:lnTo>
                    <a:pt x="2667173" y="2828180"/>
                  </a:lnTo>
                  <a:lnTo>
                    <a:pt x="2667173" y="2827750"/>
                  </a:lnTo>
                  <a:lnTo>
                    <a:pt x="2667331" y="2827750"/>
                  </a:lnTo>
                  <a:lnTo>
                    <a:pt x="2667489" y="2827750"/>
                  </a:lnTo>
                  <a:lnTo>
                    <a:pt x="2667646" y="2827750"/>
                  </a:lnTo>
                  <a:lnTo>
                    <a:pt x="2667804" y="2827750"/>
                  </a:lnTo>
                  <a:lnTo>
                    <a:pt x="2667962" y="2827750"/>
                  </a:lnTo>
                  <a:lnTo>
                    <a:pt x="2668120" y="2827750"/>
                  </a:lnTo>
                  <a:lnTo>
                    <a:pt x="2668277" y="2827750"/>
                  </a:lnTo>
                  <a:lnTo>
                    <a:pt x="2668435" y="2827750"/>
                  </a:lnTo>
                  <a:lnTo>
                    <a:pt x="2668593" y="2827750"/>
                  </a:lnTo>
                  <a:lnTo>
                    <a:pt x="2668593" y="2827319"/>
                  </a:lnTo>
                  <a:lnTo>
                    <a:pt x="2668750" y="2827319"/>
                  </a:lnTo>
                  <a:lnTo>
                    <a:pt x="2668908" y="2827319"/>
                  </a:lnTo>
                  <a:lnTo>
                    <a:pt x="2669066" y="2827319"/>
                  </a:lnTo>
                  <a:lnTo>
                    <a:pt x="2669224" y="2827319"/>
                  </a:lnTo>
                  <a:lnTo>
                    <a:pt x="2669381" y="2827319"/>
                  </a:lnTo>
                  <a:lnTo>
                    <a:pt x="2669381" y="2826889"/>
                  </a:lnTo>
                  <a:lnTo>
                    <a:pt x="2669539" y="2826889"/>
                  </a:lnTo>
                  <a:lnTo>
                    <a:pt x="2669539" y="2826458"/>
                  </a:lnTo>
                  <a:lnTo>
                    <a:pt x="2669697" y="2826458"/>
                  </a:lnTo>
                  <a:lnTo>
                    <a:pt x="2669697" y="2826027"/>
                  </a:lnTo>
                  <a:lnTo>
                    <a:pt x="2669855" y="2826027"/>
                  </a:lnTo>
                  <a:lnTo>
                    <a:pt x="2670012" y="2826027"/>
                  </a:lnTo>
                  <a:lnTo>
                    <a:pt x="2670012" y="2825597"/>
                  </a:lnTo>
                  <a:lnTo>
                    <a:pt x="2670170" y="2825597"/>
                  </a:lnTo>
                  <a:lnTo>
                    <a:pt x="2670328" y="2825597"/>
                  </a:lnTo>
                  <a:lnTo>
                    <a:pt x="2670485" y="2825597"/>
                  </a:lnTo>
                  <a:lnTo>
                    <a:pt x="2670643" y="2825597"/>
                  </a:lnTo>
                  <a:lnTo>
                    <a:pt x="2670643" y="2825166"/>
                  </a:lnTo>
                  <a:lnTo>
                    <a:pt x="2670643" y="2824736"/>
                  </a:lnTo>
                  <a:lnTo>
                    <a:pt x="2670801" y="2824736"/>
                  </a:lnTo>
                  <a:lnTo>
                    <a:pt x="2670801" y="2824305"/>
                  </a:lnTo>
                  <a:lnTo>
                    <a:pt x="2670959" y="2824305"/>
                  </a:lnTo>
                  <a:lnTo>
                    <a:pt x="2671116" y="2824305"/>
                  </a:lnTo>
                  <a:lnTo>
                    <a:pt x="2671274" y="2824305"/>
                  </a:lnTo>
                  <a:lnTo>
                    <a:pt x="2671432" y="2824305"/>
                  </a:lnTo>
                  <a:lnTo>
                    <a:pt x="2671589" y="2824305"/>
                  </a:lnTo>
                  <a:lnTo>
                    <a:pt x="2671747" y="2824305"/>
                  </a:lnTo>
                  <a:lnTo>
                    <a:pt x="2671905" y="2824305"/>
                  </a:lnTo>
                  <a:lnTo>
                    <a:pt x="2672063" y="2824305"/>
                  </a:lnTo>
                  <a:lnTo>
                    <a:pt x="2672220" y="2824305"/>
                  </a:lnTo>
                  <a:lnTo>
                    <a:pt x="2672378" y="2824305"/>
                  </a:lnTo>
                  <a:lnTo>
                    <a:pt x="2672378" y="2823874"/>
                  </a:lnTo>
                  <a:lnTo>
                    <a:pt x="2672536" y="2823874"/>
                  </a:lnTo>
                  <a:lnTo>
                    <a:pt x="2672693" y="2823874"/>
                  </a:lnTo>
                  <a:lnTo>
                    <a:pt x="2672851" y="2823874"/>
                  </a:lnTo>
                  <a:lnTo>
                    <a:pt x="2673009" y="2823874"/>
                  </a:lnTo>
                  <a:lnTo>
                    <a:pt x="2673167" y="2823874"/>
                  </a:lnTo>
                  <a:lnTo>
                    <a:pt x="2673324" y="2823874"/>
                  </a:lnTo>
                  <a:lnTo>
                    <a:pt x="2673482" y="2823874"/>
                  </a:lnTo>
                  <a:lnTo>
                    <a:pt x="2673640" y="2823874"/>
                  </a:lnTo>
                  <a:lnTo>
                    <a:pt x="2673797" y="2823874"/>
                  </a:lnTo>
                  <a:lnTo>
                    <a:pt x="2673955" y="2823874"/>
                  </a:lnTo>
                  <a:lnTo>
                    <a:pt x="2674113" y="2823874"/>
                  </a:lnTo>
                  <a:lnTo>
                    <a:pt x="2674271" y="2823874"/>
                  </a:lnTo>
                  <a:lnTo>
                    <a:pt x="2674271" y="2823444"/>
                  </a:lnTo>
                  <a:lnTo>
                    <a:pt x="2674271" y="2823013"/>
                  </a:lnTo>
                  <a:lnTo>
                    <a:pt x="2674271" y="2822583"/>
                  </a:lnTo>
                  <a:lnTo>
                    <a:pt x="2674428" y="2822583"/>
                  </a:lnTo>
                  <a:lnTo>
                    <a:pt x="2674586" y="2822583"/>
                  </a:lnTo>
                  <a:lnTo>
                    <a:pt x="2674586" y="2822152"/>
                  </a:lnTo>
                  <a:lnTo>
                    <a:pt x="2674744" y="2822152"/>
                  </a:lnTo>
                  <a:lnTo>
                    <a:pt x="2674744" y="2821721"/>
                  </a:lnTo>
                  <a:lnTo>
                    <a:pt x="2674901" y="2821721"/>
                  </a:lnTo>
                  <a:lnTo>
                    <a:pt x="2674901" y="2821291"/>
                  </a:lnTo>
                  <a:lnTo>
                    <a:pt x="2675059" y="2821291"/>
                  </a:lnTo>
                  <a:lnTo>
                    <a:pt x="2675217" y="2821291"/>
                  </a:lnTo>
                  <a:lnTo>
                    <a:pt x="2675375" y="2821291"/>
                  </a:lnTo>
                  <a:lnTo>
                    <a:pt x="2675532" y="2821291"/>
                  </a:lnTo>
                  <a:lnTo>
                    <a:pt x="2675532" y="2820860"/>
                  </a:lnTo>
                  <a:lnTo>
                    <a:pt x="2675532" y="2820430"/>
                  </a:lnTo>
                  <a:lnTo>
                    <a:pt x="2675690" y="2820430"/>
                  </a:lnTo>
                  <a:lnTo>
                    <a:pt x="2675690" y="2819999"/>
                  </a:lnTo>
                  <a:lnTo>
                    <a:pt x="2675690" y="2819568"/>
                  </a:lnTo>
                  <a:lnTo>
                    <a:pt x="2675848" y="2819568"/>
                  </a:lnTo>
                  <a:lnTo>
                    <a:pt x="2676006" y="2819568"/>
                  </a:lnTo>
                  <a:lnTo>
                    <a:pt x="2676163" y="2819568"/>
                  </a:lnTo>
                  <a:lnTo>
                    <a:pt x="2676321" y="2819568"/>
                  </a:lnTo>
                  <a:lnTo>
                    <a:pt x="2676479" y="2819568"/>
                  </a:lnTo>
                  <a:lnTo>
                    <a:pt x="2676636" y="2819568"/>
                  </a:lnTo>
                  <a:lnTo>
                    <a:pt x="2676794" y="2819568"/>
                  </a:lnTo>
                  <a:lnTo>
                    <a:pt x="2676952" y="2819568"/>
                  </a:lnTo>
                  <a:lnTo>
                    <a:pt x="2677110" y="2819568"/>
                  </a:lnTo>
                  <a:lnTo>
                    <a:pt x="2677110" y="2819138"/>
                  </a:lnTo>
                  <a:lnTo>
                    <a:pt x="2677267" y="2819138"/>
                  </a:lnTo>
                  <a:lnTo>
                    <a:pt x="2677425" y="2819138"/>
                  </a:lnTo>
                  <a:lnTo>
                    <a:pt x="2677425" y="2818707"/>
                  </a:lnTo>
                  <a:lnTo>
                    <a:pt x="2677425" y="2818277"/>
                  </a:lnTo>
                  <a:lnTo>
                    <a:pt x="2677425" y="2817846"/>
                  </a:lnTo>
                  <a:lnTo>
                    <a:pt x="2677425" y="2817415"/>
                  </a:lnTo>
                  <a:lnTo>
                    <a:pt x="2677425" y="2816985"/>
                  </a:lnTo>
                  <a:lnTo>
                    <a:pt x="2677583" y="2816985"/>
                  </a:lnTo>
                  <a:lnTo>
                    <a:pt x="2677740" y="2816985"/>
                  </a:lnTo>
                  <a:lnTo>
                    <a:pt x="2677740" y="2816554"/>
                  </a:lnTo>
                  <a:lnTo>
                    <a:pt x="2677898" y="2816554"/>
                  </a:lnTo>
                  <a:lnTo>
                    <a:pt x="2678056" y="2816554"/>
                  </a:lnTo>
                  <a:lnTo>
                    <a:pt x="2678214" y="2816554"/>
                  </a:lnTo>
                  <a:lnTo>
                    <a:pt x="2678371" y="2816554"/>
                  </a:lnTo>
                  <a:lnTo>
                    <a:pt x="2678529" y="2816554"/>
                  </a:lnTo>
                  <a:lnTo>
                    <a:pt x="2678687" y="2816554"/>
                  </a:lnTo>
                  <a:lnTo>
                    <a:pt x="2678844" y="2816554"/>
                  </a:lnTo>
                  <a:lnTo>
                    <a:pt x="2679002" y="2816554"/>
                  </a:lnTo>
                  <a:lnTo>
                    <a:pt x="2679160" y="2816554"/>
                  </a:lnTo>
                  <a:lnTo>
                    <a:pt x="2679318" y="2816554"/>
                  </a:lnTo>
                  <a:lnTo>
                    <a:pt x="2679475" y="2816554"/>
                  </a:lnTo>
                  <a:lnTo>
                    <a:pt x="2679633" y="2816554"/>
                  </a:lnTo>
                  <a:lnTo>
                    <a:pt x="2679791" y="2816554"/>
                  </a:lnTo>
                  <a:lnTo>
                    <a:pt x="2679948" y="2816554"/>
                  </a:lnTo>
                  <a:lnTo>
                    <a:pt x="2679948" y="2816124"/>
                  </a:lnTo>
                  <a:lnTo>
                    <a:pt x="2680106" y="2816124"/>
                  </a:lnTo>
                  <a:lnTo>
                    <a:pt x="2680264" y="2816124"/>
                  </a:lnTo>
                  <a:lnTo>
                    <a:pt x="2680422" y="2816124"/>
                  </a:lnTo>
                  <a:lnTo>
                    <a:pt x="2680579" y="2816124"/>
                  </a:lnTo>
                  <a:lnTo>
                    <a:pt x="2680579" y="2815693"/>
                  </a:lnTo>
                  <a:lnTo>
                    <a:pt x="2680737" y="2815693"/>
                  </a:lnTo>
                  <a:lnTo>
                    <a:pt x="2680895" y="2815693"/>
                  </a:lnTo>
                  <a:lnTo>
                    <a:pt x="2681053" y="2815693"/>
                  </a:lnTo>
                  <a:lnTo>
                    <a:pt x="2681210" y="2815693"/>
                  </a:lnTo>
                  <a:lnTo>
                    <a:pt x="2681368" y="2815693"/>
                  </a:lnTo>
                  <a:lnTo>
                    <a:pt x="2681526" y="2815693"/>
                  </a:lnTo>
                  <a:lnTo>
                    <a:pt x="2681683" y="2815693"/>
                  </a:lnTo>
                  <a:lnTo>
                    <a:pt x="2681841" y="2815693"/>
                  </a:lnTo>
                  <a:lnTo>
                    <a:pt x="2681999" y="2815693"/>
                  </a:lnTo>
                  <a:lnTo>
                    <a:pt x="2681999" y="2815262"/>
                  </a:lnTo>
                  <a:lnTo>
                    <a:pt x="2682157" y="2815262"/>
                  </a:lnTo>
                  <a:lnTo>
                    <a:pt x="2682157" y="2814832"/>
                  </a:lnTo>
                  <a:lnTo>
                    <a:pt x="2682314" y="2814832"/>
                  </a:lnTo>
                  <a:lnTo>
                    <a:pt x="2682472" y="2814832"/>
                  </a:lnTo>
                  <a:lnTo>
                    <a:pt x="2682630" y="2814832"/>
                  </a:lnTo>
                  <a:lnTo>
                    <a:pt x="2682787" y="2814832"/>
                  </a:lnTo>
                  <a:lnTo>
                    <a:pt x="2682945" y="2814832"/>
                  </a:lnTo>
                  <a:lnTo>
                    <a:pt x="2683103" y="2814832"/>
                  </a:lnTo>
                  <a:lnTo>
                    <a:pt x="2683261" y="2814832"/>
                  </a:lnTo>
                  <a:lnTo>
                    <a:pt x="2683418" y="2814832"/>
                  </a:lnTo>
                  <a:lnTo>
                    <a:pt x="2683576" y="2814832"/>
                  </a:lnTo>
                  <a:lnTo>
                    <a:pt x="2683734" y="2814832"/>
                  </a:lnTo>
                  <a:lnTo>
                    <a:pt x="2683734" y="2814401"/>
                  </a:lnTo>
                  <a:lnTo>
                    <a:pt x="2683734" y="2813971"/>
                  </a:lnTo>
                  <a:lnTo>
                    <a:pt x="2683891" y="2813971"/>
                  </a:lnTo>
                  <a:lnTo>
                    <a:pt x="2684049" y="2813971"/>
                  </a:lnTo>
                  <a:lnTo>
                    <a:pt x="2684049" y="2813540"/>
                  </a:lnTo>
                  <a:lnTo>
                    <a:pt x="2684207" y="2813540"/>
                  </a:lnTo>
                  <a:lnTo>
                    <a:pt x="2684365" y="2813540"/>
                  </a:lnTo>
                  <a:lnTo>
                    <a:pt x="2684522" y="2813540"/>
                  </a:lnTo>
                  <a:lnTo>
                    <a:pt x="2684522" y="2813109"/>
                  </a:lnTo>
                  <a:lnTo>
                    <a:pt x="2684680" y="2813109"/>
                  </a:lnTo>
                  <a:lnTo>
                    <a:pt x="2684680" y="2812679"/>
                  </a:lnTo>
                  <a:lnTo>
                    <a:pt x="2684838" y="2812679"/>
                  </a:lnTo>
                  <a:lnTo>
                    <a:pt x="2684995" y="2812679"/>
                  </a:lnTo>
                  <a:lnTo>
                    <a:pt x="2685153" y="2812679"/>
                  </a:lnTo>
                  <a:lnTo>
                    <a:pt x="2685311" y="2812679"/>
                  </a:lnTo>
                  <a:lnTo>
                    <a:pt x="2685469" y="2812679"/>
                  </a:lnTo>
                  <a:lnTo>
                    <a:pt x="2685626" y="2812679"/>
                  </a:lnTo>
                  <a:lnTo>
                    <a:pt x="2685784" y="2812679"/>
                  </a:lnTo>
                  <a:lnTo>
                    <a:pt x="2685942" y="2812679"/>
                  </a:lnTo>
                  <a:lnTo>
                    <a:pt x="2685942" y="2812248"/>
                  </a:lnTo>
                  <a:lnTo>
                    <a:pt x="2686099" y="2812248"/>
                  </a:lnTo>
                  <a:lnTo>
                    <a:pt x="2686099" y="2811818"/>
                  </a:lnTo>
                  <a:lnTo>
                    <a:pt x="2686257" y="2811818"/>
                  </a:lnTo>
                  <a:lnTo>
                    <a:pt x="2686415" y="2811818"/>
                  </a:lnTo>
                  <a:lnTo>
                    <a:pt x="2686415" y="2811387"/>
                  </a:lnTo>
                  <a:lnTo>
                    <a:pt x="2686573" y="2811387"/>
                  </a:lnTo>
                  <a:lnTo>
                    <a:pt x="2686573" y="2810956"/>
                  </a:lnTo>
                  <a:lnTo>
                    <a:pt x="2686730" y="2810956"/>
                  </a:lnTo>
                  <a:lnTo>
                    <a:pt x="2686730" y="2810526"/>
                  </a:lnTo>
                  <a:lnTo>
                    <a:pt x="2686730" y="2810095"/>
                  </a:lnTo>
                  <a:lnTo>
                    <a:pt x="2686888" y="2810095"/>
                  </a:lnTo>
                  <a:lnTo>
                    <a:pt x="2687046" y="2810095"/>
                  </a:lnTo>
                  <a:lnTo>
                    <a:pt x="2687204" y="2810095"/>
                  </a:lnTo>
                  <a:lnTo>
                    <a:pt x="2687204" y="2809665"/>
                  </a:lnTo>
                  <a:lnTo>
                    <a:pt x="2687204" y="2809234"/>
                  </a:lnTo>
                  <a:lnTo>
                    <a:pt x="2687361" y="2809234"/>
                  </a:lnTo>
                  <a:lnTo>
                    <a:pt x="2687519" y="2809234"/>
                  </a:lnTo>
                  <a:lnTo>
                    <a:pt x="2687677" y="2809234"/>
                  </a:lnTo>
                  <a:lnTo>
                    <a:pt x="2687834" y="2809234"/>
                  </a:lnTo>
                  <a:lnTo>
                    <a:pt x="2687834" y="2808803"/>
                  </a:lnTo>
                  <a:lnTo>
                    <a:pt x="2687992" y="2808803"/>
                  </a:lnTo>
                  <a:lnTo>
                    <a:pt x="2688150" y="2808803"/>
                  </a:lnTo>
                  <a:lnTo>
                    <a:pt x="2688150" y="2808373"/>
                  </a:lnTo>
                  <a:lnTo>
                    <a:pt x="2688308" y="2808373"/>
                  </a:lnTo>
                  <a:lnTo>
                    <a:pt x="2688465" y="2808373"/>
                  </a:lnTo>
                  <a:lnTo>
                    <a:pt x="2688623" y="2808373"/>
                  </a:lnTo>
                  <a:lnTo>
                    <a:pt x="2688623" y="2807942"/>
                  </a:lnTo>
                  <a:lnTo>
                    <a:pt x="2688781" y="2807942"/>
                  </a:lnTo>
                  <a:lnTo>
                    <a:pt x="2688938" y="2807942"/>
                  </a:lnTo>
                  <a:lnTo>
                    <a:pt x="2688938" y="2807512"/>
                  </a:lnTo>
                  <a:lnTo>
                    <a:pt x="2689096" y="2807512"/>
                  </a:lnTo>
                  <a:lnTo>
                    <a:pt x="2689254" y="2807512"/>
                  </a:lnTo>
                  <a:lnTo>
                    <a:pt x="2689412" y="2807512"/>
                  </a:lnTo>
                  <a:lnTo>
                    <a:pt x="2689569" y="2807512"/>
                  </a:lnTo>
                  <a:lnTo>
                    <a:pt x="2689727" y="2807512"/>
                  </a:lnTo>
                  <a:lnTo>
                    <a:pt x="2689885" y="2807512"/>
                  </a:lnTo>
                  <a:lnTo>
                    <a:pt x="2689885" y="2807081"/>
                  </a:lnTo>
                  <a:lnTo>
                    <a:pt x="2690042" y="2807081"/>
                  </a:lnTo>
                  <a:lnTo>
                    <a:pt x="2690200" y="2807081"/>
                  </a:lnTo>
                  <a:lnTo>
                    <a:pt x="2690358" y="2807081"/>
                  </a:lnTo>
                  <a:lnTo>
                    <a:pt x="2690358" y="2806650"/>
                  </a:lnTo>
                  <a:lnTo>
                    <a:pt x="2690358" y="2806220"/>
                  </a:lnTo>
                  <a:lnTo>
                    <a:pt x="2690516" y="2806220"/>
                  </a:lnTo>
                  <a:lnTo>
                    <a:pt x="2690673" y="2806220"/>
                  </a:lnTo>
                  <a:lnTo>
                    <a:pt x="2690831" y="2806220"/>
                  </a:lnTo>
                  <a:lnTo>
                    <a:pt x="2690831" y="2805789"/>
                  </a:lnTo>
                  <a:lnTo>
                    <a:pt x="2690989" y="2805789"/>
                  </a:lnTo>
                  <a:lnTo>
                    <a:pt x="2691146" y="2805789"/>
                  </a:lnTo>
                  <a:lnTo>
                    <a:pt x="2691304" y="2805789"/>
                  </a:lnTo>
                  <a:lnTo>
                    <a:pt x="2691462" y="2805789"/>
                  </a:lnTo>
                  <a:lnTo>
                    <a:pt x="2691620" y="2805789"/>
                  </a:lnTo>
                  <a:lnTo>
                    <a:pt x="2691777" y="2805789"/>
                  </a:lnTo>
                  <a:lnTo>
                    <a:pt x="2691935" y="2805789"/>
                  </a:lnTo>
                  <a:lnTo>
                    <a:pt x="2691935" y="2805359"/>
                  </a:lnTo>
                  <a:lnTo>
                    <a:pt x="2692093" y="2805359"/>
                  </a:lnTo>
                  <a:lnTo>
                    <a:pt x="2692251" y="2805359"/>
                  </a:lnTo>
                  <a:lnTo>
                    <a:pt x="2692408" y="2805359"/>
                  </a:lnTo>
                  <a:lnTo>
                    <a:pt x="2692566" y="2805359"/>
                  </a:lnTo>
                  <a:lnTo>
                    <a:pt x="2692724" y="2805359"/>
                  </a:lnTo>
                  <a:lnTo>
                    <a:pt x="2692724" y="2804928"/>
                  </a:lnTo>
                  <a:lnTo>
                    <a:pt x="2692724" y="2804497"/>
                  </a:lnTo>
                  <a:lnTo>
                    <a:pt x="2692881" y="2804497"/>
                  </a:lnTo>
                  <a:lnTo>
                    <a:pt x="2693039" y="2804497"/>
                  </a:lnTo>
                  <a:lnTo>
                    <a:pt x="2693197" y="2804497"/>
                  </a:lnTo>
                  <a:lnTo>
                    <a:pt x="2693355" y="2804497"/>
                  </a:lnTo>
                  <a:lnTo>
                    <a:pt x="2693512" y="2804497"/>
                  </a:lnTo>
                  <a:lnTo>
                    <a:pt x="2693670" y="2804497"/>
                  </a:lnTo>
                  <a:lnTo>
                    <a:pt x="2693828" y="2804497"/>
                  </a:lnTo>
                  <a:lnTo>
                    <a:pt x="2693985" y="2804497"/>
                  </a:lnTo>
                  <a:lnTo>
                    <a:pt x="2694143" y="2804497"/>
                  </a:lnTo>
                  <a:lnTo>
                    <a:pt x="2694143" y="2804067"/>
                  </a:lnTo>
                  <a:lnTo>
                    <a:pt x="2694143" y="2803636"/>
                  </a:lnTo>
                  <a:lnTo>
                    <a:pt x="2694143" y="2803206"/>
                  </a:lnTo>
                  <a:lnTo>
                    <a:pt x="2694143" y="2802775"/>
                  </a:lnTo>
                  <a:lnTo>
                    <a:pt x="2694143" y="2802344"/>
                  </a:lnTo>
                  <a:lnTo>
                    <a:pt x="2694301" y="2802344"/>
                  </a:lnTo>
                  <a:lnTo>
                    <a:pt x="2694459" y="2802344"/>
                  </a:lnTo>
                  <a:lnTo>
                    <a:pt x="2694459" y="2801914"/>
                  </a:lnTo>
                  <a:lnTo>
                    <a:pt x="2694616" y="2801914"/>
                  </a:lnTo>
                  <a:lnTo>
                    <a:pt x="2694774" y="2801914"/>
                  </a:lnTo>
                  <a:lnTo>
                    <a:pt x="2694774" y="2801483"/>
                  </a:lnTo>
                  <a:lnTo>
                    <a:pt x="2694932" y="2801483"/>
                  </a:lnTo>
                  <a:lnTo>
                    <a:pt x="2695089" y="2801483"/>
                  </a:lnTo>
                  <a:lnTo>
                    <a:pt x="2695247" y="2801483"/>
                  </a:lnTo>
                  <a:lnTo>
                    <a:pt x="2695247" y="2801053"/>
                  </a:lnTo>
                  <a:lnTo>
                    <a:pt x="2695405" y="2801053"/>
                  </a:lnTo>
                  <a:lnTo>
                    <a:pt x="2695405" y="2800622"/>
                  </a:lnTo>
                  <a:lnTo>
                    <a:pt x="2695405" y="2800191"/>
                  </a:lnTo>
                  <a:lnTo>
                    <a:pt x="2695405" y="2799761"/>
                  </a:lnTo>
                  <a:lnTo>
                    <a:pt x="2695405" y="2799330"/>
                  </a:lnTo>
                  <a:lnTo>
                    <a:pt x="2695563" y="2799330"/>
                  </a:lnTo>
                  <a:lnTo>
                    <a:pt x="2695720" y="2799330"/>
                  </a:lnTo>
                  <a:lnTo>
                    <a:pt x="2695878" y="2799330"/>
                  </a:lnTo>
                  <a:lnTo>
                    <a:pt x="2695878" y="2798900"/>
                  </a:lnTo>
                  <a:lnTo>
                    <a:pt x="2696036" y="2798900"/>
                  </a:lnTo>
                  <a:lnTo>
                    <a:pt x="2696193" y="2798900"/>
                  </a:lnTo>
                  <a:lnTo>
                    <a:pt x="2696193" y="2798469"/>
                  </a:lnTo>
                  <a:lnTo>
                    <a:pt x="2696351" y="2798469"/>
                  </a:lnTo>
                  <a:lnTo>
                    <a:pt x="2696509" y="2798469"/>
                  </a:lnTo>
                  <a:lnTo>
                    <a:pt x="2696667" y="2798469"/>
                  </a:lnTo>
                  <a:lnTo>
                    <a:pt x="2696824" y="2798469"/>
                  </a:lnTo>
                  <a:lnTo>
                    <a:pt x="2696982" y="2798469"/>
                  </a:lnTo>
                  <a:lnTo>
                    <a:pt x="2697140" y="2798469"/>
                  </a:lnTo>
                  <a:lnTo>
                    <a:pt x="2697297" y="2798469"/>
                  </a:lnTo>
                  <a:lnTo>
                    <a:pt x="2697297" y="2798038"/>
                  </a:lnTo>
                  <a:lnTo>
                    <a:pt x="2697455" y="2798038"/>
                  </a:lnTo>
                  <a:lnTo>
                    <a:pt x="2697613" y="2798038"/>
                  </a:lnTo>
                  <a:lnTo>
                    <a:pt x="2697771" y="2798038"/>
                  </a:lnTo>
                  <a:lnTo>
                    <a:pt x="2697928" y="2798038"/>
                  </a:lnTo>
                  <a:lnTo>
                    <a:pt x="2698086" y="2798038"/>
                  </a:lnTo>
                  <a:lnTo>
                    <a:pt x="2698086" y="2797608"/>
                  </a:lnTo>
                  <a:lnTo>
                    <a:pt x="2698244" y="2797608"/>
                  </a:lnTo>
                  <a:lnTo>
                    <a:pt x="2698402" y="2797608"/>
                  </a:lnTo>
                  <a:lnTo>
                    <a:pt x="2698559" y="2797608"/>
                  </a:lnTo>
                  <a:lnTo>
                    <a:pt x="2698559" y="2797177"/>
                  </a:lnTo>
                  <a:lnTo>
                    <a:pt x="2698559" y="2796747"/>
                  </a:lnTo>
                  <a:lnTo>
                    <a:pt x="2698717" y="2796747"/>
                  </a:lnTo>
                  <a:lnTo>
                    <a:pt x="2698717" y="2796316"/>
                  </a:lnTo>
                  <a:lnTo>
                    <a:pt x="2698875" y="2796316"/>
                  </a:lnTo>
                  <a:lnTo>
                    <a:pt x="2698875" y="2795885"/>
                  </a:lnTo>
                  <a:lnTo>
                    <a:pt x="2699032" y="2795885"/>
                  </a:lnTo>
                  <a:lnTo>
                    <a:pt x="2699190" y="2795885"/>
                  </a:lnTo>
                  <a:lnTo>
                    <a:pt x="2699348" y="2795885"/>
                  </a:lnTo>
                  <a:lnTo>
                    <a:pt x="2699348" y="2795455"/>
                  </a:lnTo>
                  <a:lnTo>
                    <a:pt x="2699506" y="2795455"/>
                  </a:lnTo>
                  <a:lnTo>
                    <a:pt x="2699663" y="2795455"/>
                  </a:lnTo>
                  <a:lnTo>
                    <a:pt x="2699663" y="2795024"/>
                  </a:lnTo>
                  <a:lnTo>
                    <a:pt x="2699821" y="2795024"/>
                  </a:lnTo>
                  <a:lnTo>
                    <a:pt x="2699979" y="2795024"/>
                  </a:lnTo>
                  <a:lnTo>
                    <a:pt x="2700136" y="2795024"/>
                  </a:lnTo>
                  <a:lnTo>
                    <a:pt x="2700294" y="2795024"/>
                  </a:lnTo>
                  <a:lnTo>
                    <a:pt x="2700452" y="2795024"/>
                  </a:lnTo>
                  <a:lnTo>
                    <a:pt x="2700610" y="2795024"/>
                  </a:lnTo>
                  <a:lnTo>
                    <a:pt x="2700767" y="2795024"/>
                  </a:lnTo>
                  <a:lnTo>
                    <a:pt x="2700925" y="2795024"/>
                  </a:lnTo>
                  <a:lnTo>
                    <a:pt x="2701083" y="2795024"/>
                  </a:lnTo>
                  <a:lnTo>
                    <a:pt x="2701083" y="2794594"/>
                  </a:lnTo>
                  <a:lnTo>
                    <a:pt x="2701240" y="2794594"/>
                  </a:lnTo>
                  <a:lnTo>
                    <a:pt x="2701240" y="2794163"/>
                  </a:lnTo>
                  <a:lnTo>
                    <a:pt x="2701398" y="2794163"/>
                  </a:lnTo>
                  <a:lnTo>
                    <a:pt x="2701556" y="2794163"/>
                  </a:lnTo>
                  <a:lnTo>
                    <a:pt x="2701556" y="2793732"/>
                  </a:lnTo>
                  <a:lnTo>
                    <a:pt x="2701714" y="2793732"/>
                  </a:lnTo>
                  <a:lnTo>
                    <a:pt x="2701714" y="2793302"/>
                  </a:lnTo>
                  <a:lnTo>
                    <a:pt x="2701871" y="2793302"/>
                  </a:lnTo>
                  <a:lnTo>
                    <a:pt x="2702029" y="2793302"/>
                  </a:lnTo>
                  <a:lnTo>
                    <a:pt x="2702187" y="2793302"/>
                  </a:lnTo>
                  <a:lnTo>
                    <a:pt x="2702344" y="2793302"/>
                  </a:lnTo>
                  <a:lnTo>
                    <a:pt x="2702502" y="2793302"/>
                  </a:lnTo>
                  <a:lnTo>
                    <a:pt x="2702502" y="2792871"/>
                  </a:lnTo>
                  <a:lnTo>
                    <a:pt x="2702502" y="2792441"/>
                  </a:lnTo>
                  <a:lnTo>
                    <a:pt x="2702660" y="2792441"/>
                  </a:lnTo>
                  <a:lnTo>
                    <a:pt x="2702660" y="2792010"/>
                  </a:lnTo>
                  <a:lnTo>
                    <a:pt x="2702818" y="2792010"/>
                  </a:lnTo>
                  <a:lnTo>
                    <a:pt x="2702818" y="2791579"/>
                  </a:lnTo>
                  <a:lnTo>
                    <a:pt x="2702975" y="2791579"/>
                  </a:lnTo>
                  <a:lnTo>
                    <a:pt x="2703133" y="2791579"/>
                  </a:lnTo>
                  <a:lnTo>
                    <a:pt x="2703291" y="2791579"/>
                  </a:lnTo>
                  <a:lnTo>
                    <a:pt x="2703291" y="2791149"/>
                  </a:lnTo>
                  <a:lnTo>
                    <a:pt x="2703291" y="2790718"/>
                  </a:lnTo>
                  <a:lnTo>
                    <a:pt x="2703449" y="2790718"/>
                  </a:lnTo>
                  <a:lnTo>
                    <a:pt x="2703449" y="2790288"/>
                  </a:lnTo>
                  <a:lnTo>
                    <a:pt x="2703606" y="2790288"/>
                  </a:lnTo>
                  <a:lnTo>
                    <a:pt x="2703764" y="2790288"/>
                  </a:lnTo>
                  <a:lnTo>
                    <a:pt x="2703764" y="2789857"/>
                  </a:lnTo>
                  <a:lnTo>
                    <a:pt x="2703922" y="2789857"/>
                  </a:lnTo>
                  <a:lnTo>
                    <a:pt x="2704079" y="2789857"/>
                  </a:lnTo>
                  <a:lnTo>
                    <a:pt x="2704237" y="2789857"/>
                  </a:lnTo>
                  <a:lnTo>
                    <a:pt x="2704395" y="2789857"/>
                  </a:lnTo>
                  <a:lnTo>
                    <a:pt x="2704553" y="2789857"/>
                  </a:lnTo>
                  <a:lnTo>
                    <a:pt x="2704710" y="2789857"/>
                  </a:lnTo>
                  <a:lnTo>
                    <a:pt x="2704710" y="2789426"/>
                  </a:lnTo>
                  <a:lnTo>
                    <a:pt x="2704868" y="2789426"/>
                  </a:lnTo>
                  <a:lnTo>
                    <a:pt x="2705026" y="2789426"/>
                  </a:lnTo>
                  <a:lnTo>
                    <a:pt x="2705183" y="2789426"/>
                  </a:lnTo>
                  <a:lnTo>
                    <a:pt x="2705341" y="2789426"/>
                  </a:lnTo>
                  <a:lnTo>
                    <a:pt x="2705341" y="2788996"/>
                  </a:lnTo>
                  <a:lnTo>
                    <a:pt x="2705499" y="2788996"/>
                  </a:lnTo>
                  <a:lnTo>
                    <a:pt x="2705499" y="2788565"/>
                  </a:lnTo>
                  <a:lnTo>
                    <a:pt x="2705499" y="2788135"/>
                  </a:lnTo>
                  <a:lnTo>
                    <a:pt x="2705657" y="2788135"/>
                  </a:lnTo>
                  <a:lnTo>
                    <a:pt x="2705657" y="2787704"/>
                  </a:lnTo>
                  <a:lnTo>
                    <a:pt x="2705814" y="2787704"/>
                  </a:lnTo>
                  <a:lnTo>
                    <a:pt x="2705972" y="2787704"/>
                  </a:lnTo>
                  <a:lnTo>
                    <a:pt x="2706130" y="2787704"/>
                  </a:lnTo>
                  <a:lnTo>
                    <a:pt x="2706287" y="2787704"/>
                  </a:lnTo>
                  <a:lnTo>
                    <a:pt x="2706445" y="2787704"/>
                  </a:lnTo>
                  <a:lnTo>
                    <a:pt x="2706603" y="2787704"/>
                  </a:lnTo>
                  <a:lnTo>
                    <a:pt x="2706603" y="2787273"/>
                  </a:lnTo>
                  <a:lnTo>
                    <a:pt x="2706603" y="2786843"/>
                  </a:lnTo>
                  <a:lnTo>
                    <a:pt x="2706603" y="2786412"/>
                  </a:lnTo>
                  <a:lnTo>
                    <a:pt x="2706761" y="2786412"/>
                  </a:lnTo>
                  <a:lnTo>
                    <a:pt x="2706918" y="2786412"/>
                  </a:lnTo>
                  <a:lnTo>
                    <a:pt x="2707076" y="2786412"/>
                  </a:lnTo>
                  <a:lnTo>
                    <a:pt x="2707234" y="2786412"/>
                  </a:lnTo>
                  <a:lnTo>
                    <a:pt x="2707234" y="2785982"/>
                  </a:lnTo>
                  <a:lnTo>
                    <a:pt x="2707391" y="2785982"/>
                  </a:lnTo>
                  <a:lnTo>
                    <a:pt x="2707391" y="2785551"/>
                  </a:lnTo>
                  <a:lnTo>
                    <a:pt x="2707549" y="2785551"/>
                  </a:lnTo>
                  <a:lnTo>
                    <a:pt x="2707707" y="2785551"/>
                  </a:lnTo>
                  <a:lnTo>
                    <a:pt x="2707865" y="2785551"/>
                  </a:lnTo>
                  <a:lnTo>
                    <a:pt x="2708022" y="2785551"/>
                  </a:lnTo>
                  <a:lnTo>
                    <a:pt x="2708180" y="2785551"/>
                  </a:lnTo>
                  <a:lnTo>
                    <a:pt x="2708180" y="2785120"/>
                  </a:lnTo>
                  <a:lnTo>
                    <a:pt x="2708180" y="2784690"/>
                  </a:lnTo>
                  <a:lnTo>
                    <a:pt x="2708338" y="2784690"/>
                  </a:lnTo>
                  <a:lnTo>
                    <a:pt x="2708338" y="2784259"/>
                  </a:lnTo>
                  <a:lnTo>
                    <a:pt x="2708495" y="2784259"/>
                  </a:lnTo>
                  <a:lnTo>
                    <a:pt x="2708653" y="2784259"/>
                  </a:lnTo>
                  <a:lnTo>
                    <a:pt x="2708811" y="2784259"/>
                  </a:lnTo>
                  <a:lnTo>
                    <a:pt x="2708969" y="2784259"/>
                  </a:lnTo>
                  <a:lnTo>
                    <a:pt x="2708969" y="2783829"/>
                  </a:lnTo>
                  <a:lnTo>
                    <a:pt x="2709126" y="2783829"/>
                  </a:lnTo>
                  <a:lnTo>
                    <a:pt x="2709284" y="2783829"/>
                  </a:lnTo>
                  <a:lnTo>
                    <a:pt x="2709442" y="2783829"/>
                  </a:lnTo>
                  <a:lnTo>
                    <a:pt x="2709442" y="2783398"/>
                  </a:lnTo>
                  <a:lnTo>
                    <a:pt x="2709600" y="2783398"/>
                  </a:lnTo>
                  <a:lnTo>
                    <a:pt x="2709757" y="2783398"/>
                  </a:lnTo>
                  <a:lnTo>
                    <a:pt x="2709915" y="2783398"/>
                  </a:lnTo>
                  <a:lnTo>
                    <a:pt x="2710073" y="2783398"/>
                  </a:lnTo>
                  <a:lnTo>
                    <a:pt x="2710073" y="2782967"/>
                  </a:lnTo>
                  <a:lnTo>
                    <a:pt x="2710230" y="2782967"/>
                  </a:lnTo>
                  <a:lnTo>
                    <a:pt x="2710230" y="2782537"/>
                  </a:lnTo>
                  <a:lnTo>
                    <a:pt x="2710388" y="2782537"/>
                  </a:lnTo>
                  <a:lnTo>
                    <a:pt x="2710546" y="2782537"/>
                  </a:lnTo>
                  <a:lnTo>
                    <a:pt x="2710704" y="2782537"/>
                  </a:lnTo>
                  <a:lnTo>
                    <a:pt x="2710861" y="2782537"/>
                  </a:lnTo>
                  <a:lnTo>
                    <a:pt x="2711019" y="2782537"/>
                  </a:lnTo>
                  <a:lnTo>
                    <a:pt x="2711177" y="2782537"/>
                  </a:lnTo>
                  <a:lnTo>
                    <a:pt x="2711334" y="2782537"/>
                  </a:lnTo>
                  <a:lnTo>
                    <a:pt x="2711492" y="2782537"/>
                  </a:lnTo>
                  <a:lnTo>
                    <a:pt x="2711650" y="2782537"/>
                  </a:lnTo>
                  <a:lnTo>
                    <a:pt x="2711808" y="2782537"/>
                  </a:lnTo>
                  <a:lnTo>
                    <a:pt x="2711808" y="2782106"/>
                  </a:lnTo>
                  <a:lnTo>
                    <a:pt x="2711808" y="2781676"/>
                  </a:lnTo>
                  <a:lnTo>
                    <a:pt x="2711965" y="2781676"/>
                  </a:lnTo>
                  <a:lnTo>
                    <a:pt x="2711965" y="2781245"/>
                  </a:lnTo>
                  <a:lnTo>
                    <a:pt x="2712123" y="2781245"/>
                  </a:lnTo>
                  <a:lnTo>
                    <a:pt x="2712281" y="2781245"/>
                  </a:lnTo>
                  <a:lnTo>
                    <a:pt x="2712281" y="2780814"/>
                  </a:lnTo>
                  <a:lnTo>
                    <a:pt x="2712438" y="2780814"/>
                  </a:lnTo>
                  <a:lnTo>
                    <a:pt x="2712596" y="2780814"/>
                  </a:lnTo>
                  <a:lnTo>
                    <a:pt x="2712754" y="2780814"/>
                  </a:lnTo>
                  <a:lnTo>
                    <a:pt x="2712912" y="2780814"/>
                  </a:lnTo>
                  <a:lnTo>
                    <a:pt x="2713069" y="2780814"/>
                  </a:lnTo>
                  <a:lnTo>
                    <a:pt x="2713227" y="2780814"/>
                  </a:lnTo>
                  <a:lnTo>
                    <a:pt x="2713385" y="2780814"/>
                  </a:lnTo>
                  <a:lnTo>
                    <a:pt x="2713542" y="2780814"/>
                  </a:lnTo>
                  <a:lnTo>
                    <a:pt x="2713542" y="2780384"/>
                  </a:lnTo>
                  <a:lnTo>
                    <a:pt x="2713700" y="2780384"/>
                  </a:lnTo>
                  <a:lnTo>
                    <a:pt x="2713700" y="2779953"/>
                  </a:lnTo>
                  <a:lnTo>
                    <a:pt x="2713858" y="2779953"/>
                  </a:lnTo>
                  <a:lnTo>
                    <a:pt x="2714016" y="2779953"/>
                  </a:lnTo>
                  <a:lnTo>
                    <a:pt x="2714016" y="2779523"/>
                  </a:lnTo>
                  <a:lnTo>
                    <a:pt x="2714016" y="2779092"/>
                  </a:lnTo>
                  <a:lnTo>
                    <a:pt x="2714016" y="2778661"/>
                  </a:lnTo>
                  <a:lnTo>
                    <a:pt x="2714016" y="2778231"/>
                  </a:lnTo>
                  <a:lnTo>
                    <a:pt x="2714016" y="2777800"/>
                  </a:lnTo>
                  <a:lnTo>
                    <a:pt x="2714016" y="2777370"/>
                  </a:lnTo>
                  <a:lnTo>
                    <a:pt x="2714173" y="2777370"/>
                  </a:lnTo>
                  <a:lnTo>
                    <a:pt x="2714173" y="2776939"/>
                  </a:lnTo>
                  <a:lnTo>
                    <a:pt x="2714331" y="2776939"/>
                  </a:lnTo>
                  <a:lnTo>
                    <a:pt x="2714489" y="2776939"/>
                  </a:lnTo>
                  <a:lnTo>
                    <a:pt x="2714647" y="2776939"/>
                  </a:lnTo>
                  <a:lnTo>
                    <a:pt x="2714804" y="2776939"/>
                  </a:lnTo>
                  <a:lnTo>
                    <a:pt x="2714962" y="2776939"/>
                  </a:lnTo>
                  <a:lnTo>
                    <a:pt x="2715120" y="2776939"/>
                  </a:lnTo>
                  <a:lnTo>
                    <a:pt x="2715120" y="2776508"/>
                  </a:lnTo>
                  <a:lnTo>
                    <a:pt x="2715277" y="2776508"/>
                  </a:lnTo>
                  <a:lnTo>
                    <a:pt x="2715277" y="2776078"/>
                  </a:lnTo>
                  <a:lnTo>
                    <a:pt x="2715435" y="2776078"/>
                  </a:lnTo>
                  <a:lnTo>
                    <a:pt x="2715435" y="2775647"/>
                  </a:lnTo>
                  <a:lnTo>
                    <a:pt x="2715593" y="2775647"/>
                  </a:lnTo>
                  <a:lnTo>
                    <a:pt x="2715751" y="2775647"/>
                  </a:lnTo>
                  <a:lnTo>
                    <a:pt x="2715751" y="2775217"/>
                  </a:lnTo>
                  <a:lnTo>
                    <a:pt x="2715908" y="2775217"/>
                  </a:lnTo>
                  <a:lnTo>
                    <a:pt x="2716066" y="2775217"/>
                  </a:lnTo>
                  <a:lnTo>
                    <a:pt x="2716224" y="2775217"/>
                  </a:lnTo>
                  <a:lnTo>
                    <a:pt x="2716381" y="2775217"/>
                  </a:lnTo>
                  <a:lnTo>
                    <a:pt x="2716539" y="2775217"/>
                  </a:lnTo>
                  <a:lnTo>
                    <a:pt x="2716539" y="2774786"/>
                  </a:lnTo>
                  <a:lnTo>
                    <a:pt x="2716697" y="2774786"/>
                  </a:lnTo>
                  <a:lnTo>
                    <a:pt x="2716697" y="2774355"/>
                  </a:lnTo>
                  <a:lnTo>
                    <a:pt x="2716855" y="2774355"/>
                  </a:lnTo>
                  <a:lnTo>
                    <a:pt x="2717012" y="2774355"/>
                  </a:lnTo>
                  <a:lnTo>
                    <a:pt x="2717170" y="2774355"/>
                  </a:lnTo>
                  <a:lnTo>
                    <a:pt x="2717170" y="2773925"/>
                  </a:lnTo>
                  <a:lnTo>
                    <a:pt x="2717328" y="2773925"/>
                  </a:lnTo>
                  <a:lnTo>
                    <a:pt x="2717485" y="2773925"/>
                  </a:lnTo>
                  <a:lnTo>
                    <a:pt x="2717643" y="2773925"/>
                  </a:lnTo>
                  <a:lnTo>
                    <a:pt x="2717801" y="2773925"/>
                  </a:lnTo>
                  <a:lnTo>
                    <a:pt x="2717801" y="2773494"/>
                  </a:lnTo>
                  <a:lnTo>
                    <a:pt x="2717801" y="2773064"/>
                  </a:lnTo>
                  <a:lnTo>
                    <a:pt x="2717959" y="2773064"/>
                  </a:lnTo>
                  <a:lnTo>
                    <a:pt x="2718116" y="2773064"/>
                  </a:lnTo>
                  <a:lnTo>
                    <a:pt x="2718274" y="2773064"/>
                  </a:lnTo>
                  <a:lnTo>
                    <a:pt x="2718432" y="2773064"/>
                  </a:lnTo>
                  <a:lnTo>
                    <a:pt x="2718589" y="2773064"/>
                  </a:lnTo>
                  <a:lnTo>
                    <a:pt x="2718589" y="2772633"/>
                  </a:lnTo>
                  <a:lnTo>
                    <a:pt x="2718747" y="2772633"/>
                  </a:lnTo>
                  <a:lnTo>
                    <a:pt x="2718905" y="2772633"/>
                  </a:lnTo>
                  <a:lnTo>
                    <a:pt x="2719063" y="2772633"/>
                  </a:lnTo>
                  <a:lnTo>
                    <a:pt x="2719220" y="2772633"/>
                  </a:lnTo>
                  <a:lnTo>
                    <a:pt x="2719378" y="2772633"/>
                  </a:lnTo>
                  <a:lnTo>
                    <a:pt x="2719536" y="2772633"/>
                  </a:lnTo>
                  <a:lnTo>
                    <a:pt x="2719693" y="2772633"/>
                  </a:lnTo>
                  <a:lnTo>
                    <a:pt x="2719851" y="2772633"/>
                  </a:lnTo>
                  <a:lnTo>
                    <a:pt x="2720009" y="2772633"/>
                  </a:lnTo>
                  <a:lnTo>
                    <a:pt x="2720009" y="2772202"/>
                  </a:lnTo>
                  <a:lnTo>
                    <a:pt x="2720009" y="2771772"/>
                  </a:lnTo>
                  <a:lnTo>
                    <a:pt x="2720167" y="2771772"/>
                  </a:lnTo>
                  <a:lnTo>
                    <a:pt x="2720324" y="2771772"/>
                  </a:lnTo>
                  <a:lnTo>
                    <a:pt x="2720482" y="2771772"/>
                  </a:lnTo>
                  <a:lnTo>
                    <a:pt x="2720640" y="2771772"/>
                  </a:lnTo>
                  <a:lnTo>
                    <a:pt x="2720798" y="2771772"/>
                  </a:lnTo>
                  <a:lnTo>
                    <a:pt x="2720955" y="2771772"/>
                  </a:lnTo>
                  <a:lnTo>
                    <a:pt x="2721113" y="2771772"/>
                  </a:lnTo>
                  <a:lnTo>
                    <a:pt x="2721271" y="2771772"/>
                  </a:lnTo>
                  <a:lnTo>
                    <a:pt x="2721271" y="2771341"/>
                  </a:lnTo>
                  <a:lnTo>
                    <a:pt x="2721428" y="2771341"/>
                  </a:lnTo>
                  <a:lnTo>
                    <a:pt x="2721586" y="2771341"/>
                  </a:lnTo>
                  <a:lnTo>
                    <a:pt x="2721744" y="2771341"/>
                  </a:lnTo>
                  <a:lnTo>
                    <a:pt x="2721902" y="2771341"/>
                  </a:lnTo>
                  <a:lnTo>
                    <a:pt x="2722059" y="2771341"/>
                  </a:lnTo>
                  <a:lnTo>
                    <a:pt x="2722217" y="2771341"/>
                  </a:lnTo>
                  <a:lnTo>
                    <a:pt x="2722217" y="2770911"/>
                  </a:lnTo>
                  <a:lnTo>
                    <a:pt x="2722217" y="2770480"/>
                  </a:lnTo>
                  <a:lnTo>
                    <a:pt x="2722375" y="2770480"/>
                  </a:lnTo>
                  <a:lnTo>
                    <a:pt x="2722375" y="2770049"/>
                  </a:lnTo>
                  <a:lnTo>
                    <a:pt x="2722375" y="2769619"/>
                  </a:lnTo>
                  <a:lnTo>
                    <a:pt x="2722532" y="2769619"/>
                  </a:lnTo>
                  <a:lnTo>
                    <a:pt x="2722690" y="2769619"/>
                  </a:lnTo>
                  <a:lnTo>
                    <a:pt x="2722848" y="2769619"/>
                  </a:lnTo>
                  <a:lnTo>
                    <a:pt x="2723006" y="2769619"/>
                  </a:lnTo>
                  <a:lnTo>
                    <a:pt x="2723006" y="2769188"/>
                  </a:lnTo>
                  <a:lnTo>
                    <a:pt x="2723163" y="2769188"/>
                  </a:lnTo>
                  <a:lnTo>
                    <a:pt x="2723321" y="2769188"/>
                  </a:lnTo>
                  <a:lnTo>
                    <a:pt x="2723479" y="2769188"/>
                  </a:lnTo>
                  <a:lnTo>
                    <a:pt x="2723479" y="2768758"/>
                  </a:lnTo>
                  <a:lnTo>
                    <a:pt x="2723479" y="2768327"/>
                  </a:lnTo>
                  <a:lnTo>
                    <a:pt x="2723636" y="2768327"/>
                  </a:lnTo>
                  <a:lnTo>
                    <a:pt x="2723636" y="2767896"/>
                  </a:lnTo>
                  <a:lnTo>
                    <a:pt x="2723794" y="2767896"/>
                  </a:lnTo>
                  <a:lnTo>
                    <a:pt x="2723794" y="2767466"/>
                  </a:lnTo>
                  <a:lnTo>
                    <a:pt x="2723952" y="2767466"/>
                  </a:lnTo>
                  <a:lnTo>
                    <a:pt x="2724110" y="2767466"/>
                  </a:lnTo>
                  <a:lnTo>
                    <a:pt x="2724110" y="2767035"/>
                  </a:lnTo>
                  <a:lnTo>
                    <a:pt x="2724267" y="2767035"/>
                  </a:lnTo>
                  <a:lnTo>
                    <a:pt x="2724425" y="2767035"/>
                  </a:lnTo>
                  <a:lnTo>
                    <a:pt x="2724583" y="2767035"/>
                  </a:lnTo>
                  <a:lnTo>
                    <a:pt x="2724740" y="2767035"/>
                  </a:lnTo>
                  <a:lnTo>
                    <a:pt x="2724898" y="2767035"/>
                  </a:lnTo>
                  <a:lnTo>
                    <a:pt x="2725056" y="2767035"/>
                  </a:lnTo>
                  <a:lnTo>
                    <a:pt x="2725056" y="2766605"/>
                  </a:lnTo>
                  <a:lnTo>
                    <a:pt x="2725214" y="2766605"/>
                  </a:lnTo>
                  <a:lnTo>
                    <a:pt x="2725371" y="2766605"/>
                  </a:lnTo>
                  <a:lnTo>
                    <a:pt x="2725529" y="2766605"/>
                  </a:lnTo>
                  <a:lnTo>
                    <a:pt x="2725687" y="2766605"/>
                  </a:lnTo>
                  <a:lnTo>
                    <a:pt x="2725845" y="2766605"/>
                  </a:lnTo>
                  <a:lnTo>
                    <a:pt x="2726002" y="2766605"/>
                  </a:lnTo>
                  <a:lnTo>
                    <a:pt x="2726160" y="2766605"/>
                  </a:lnTo>
                  <a:lnTo>
                    <a:pt x="2726160" y="2766174"/>
                  </a:lnTo>
                  <a:lnTo>
                    <a:pt x="2726318" y="2766174"/>
                  </a:lnTo>
                  <a:lnTo>
                    <a:pt x="2726318" y="2765743"/>
                  </a:lnTo>
                  <a:lnTo>
                    <a:pt x="2726475" y="2765743"/>
                  </a:lnTo>
                  <a:lnTo>
                    <a:pt x="2726475" y="2765313"/>
                  </a:lnTo>
                  <a:lnTo>
                    <a:pt x="2726475" y="2764882"/>
                  </a:lnTo>
                  <a:lnTo>
                    <a:pt x="2726633" y="2764882"/>
                  </a:lnTo>
                  <a:lnTo>
                    <a:pt x="2726633" y="2764452"/>
                  </a:lnTo>
                  <a:lnTo>
                    <a:pt x="2726791" y="2764452"/>
                  </a:lnTo>
                  <a:lnTo>
                    <a:pt x="2726949" y="2764452"/>
                  </a:lnTo>
                  <a:lnTo>
                    <a:pt x="2727106" y="2764452"/>
                  </a:lnTo>
                  <a:lnTo>
                    <a:pt x="2727106" y="2764021"/>
                  </a:lnTo>
                  <a:lnTo>
                    <a:pt x="2727264" y="2764021"/>
                  </a:lnTo>
                  <a:lnTo>
                    <a:pt x="2727422" y="2764021"/>
                  </a:lnTo>
                  <a:lnTo>
                    <a:pt x="2727579" y="2764021"/>
                  </a:lnTo>
                  <a:lnTo>
                    <a:pt x="2727579" y="2763590"/>
                  </a:lnTo>
                  <a:lnTo>
                    <a:pt x="2727737" y="2763590"/>
                  </a:lnTo>
                  <a:lnTo>
                    <a:pt x="2727895" y="2763590"/>
                  </a:lnTo>
                  <a:lnTo>
                    <a:pt x="2727895" y="2763160"/>
                  </a:lnTo>
                  <a:lnTo>
                    <a:pt x="2728053" y="2763160"/>
                  </a:lnTo>
                  <a:lnTo>
                    <a:pt x="2728210" y="2763160"/>
                  </a:lnTo>
                  <a:lnTo>
                    <a:pt x="2728210" y="2762729"/>
                  </a:lnTo>
                  <a:lnTo>
                    <a:pt x="2728368" y="2762729"/>
                  </a:lnTo>
                  <a:lnTo>
                    <a:pt x="2728526" y="2762729"/>
                  </a:lnTo>
                  <a:lnTo>
                    <a:pt x="2728526" y="2762299"/>
                  </a:lnTo>
                  <a:lnTo>
                    <a:pt x="2728683" y="2762299"/>
                  </a:lnTo>
                  <a:lnTo>
                    <a:pt x="2728841" y="2762299"/>
                  </a:lnTo>
                  <a:lnTo>
                    <a:pt x="2728999" y="2762299"/>
                  </a:lnTo>
                  <a:lnTo>
                    <a:pt x="2728999" y="2761868"/>
                  </a:lnTo>
                  <a:lnTo>
                    <a:pt x="2729157" y="2761868"/>
                  </a:lnTo>
                  <a:lnTo>
                    <a:pt x="2729314" y="2761868"/>
                  </a:lnTo>
                  <a:lnTo>
                    <a:pt x="2729472" y="2761868"/>
                  </a:lnTo>
                  <a:lnTo>
                    <a:pt x="2729472" y="2761437"/>
                  </a:lnTo>
                  <a:lnTo>
                    <a:pt x="2729630" y="2761437"/>
                  </a:lnTo>
                  <a:lnTo>
                    <a:pt x="2729630" y="2761007"/>
                  </a:lnTo>
                  <a:lnTo>
                    <a:pt x="2729787" y="2761007"/>
                  </a:lnTo>
                  <a:lnTo>
                    <a:pt x="2729787" y="2760576"/>
                  </a:lnTo>
                  <a:lnTo>
                    <a:pt x="2729945" y="2760576"/>
                  </a:lnTo>
                  <a:lnTo>
                    <a:pt x="2730103" y="2760576"/>
                  </a:lnTo>
                  <a:lnTo>
                    <a:pt x="2730103" y="2760146"/>
                  </a:lnTo>
                  <a:lnTo>
                    <a:pt x="2730261" y="2760146"/>
                  </a:lnTo>
                  <a:lnTo>
                    <a:pt x="2730418" y="2760146"/>
                  </a:lnTo>
                  <a:lnTo>
                    <a:pt x="2730418" y="2759715"/>
                  </a:lnTo>
                  <a:lnTo>
                    <a:pt x="2730418" y="2759284"/>
                  </a:lnTo>
                  <a:lnTo>
                    <a:pt x="2730576" y="2759284"/>
                  </a:lnTo>
                  <a:lnTo>
                    <a:pt x="2730734" y="2759284"/>
                  </a:lnTo>
                  <a:lnTo>
                    <a:pt x="2730891" y="2759284"/>
                  </a:lnTo>
                  <a:lnTo>
                    <a:pt x="2730891" y="2758854"/>
                  </a:lnTo>
                  <a:lnTo>
                    <a:pt x="2731049" y="2758854"/>
                  </a:lnTo>
                  <a:lnTo>
                    <a:pt x="2731207" y="2758854"/>
                  </a:lnTo>
                  <a:lnTo>
                    <a:pt x="2731365" y="2758854"/>
                  </a:lnTo>
                  <a:lnTo>
                    <a:pt x="2731522" y="2758854"/>
                  </a:lnTo>
                  <a:lnTo>
                    <a:pt x="2731680" y="2758854"/>
                  </a:lnTo>
                  <a:lnTo>
                    <a:pt x="2731838" y="2758854"/>
                  </a:lnTo>
                  <a:lnTo>
                    <a:pt x="2731996" y="2758854"/>
                  </a:lnTo>
                  <a:lnTo>
                    <a:pt x="2732153" y="2758854"/>
                  </a:lnTo>
                  <a:lnTo>
                    <a:pt x="2732311" y="2758854"/>
                  </a:lnTo>
                  <a:lnTo>
                    <a:pt x="2732311" y="2758423"/>
                  </a:lnTo>
                  <a:lnTo>
                    <a:pt x="2732311" y="2757993"/>
                  </a:lnTo>
                  <a:lnTo>
                    <a:pt x="2732469" y="2757993"/>
                  </a:lnTo>
                  <a:lnTo>
                    <a:pt x="2732626" y="2757993"/>
                  </a:lnTo>
                  <a:lnTo>
                    <a:pt x="2732626" y="2757562"/>
                  </a:lnTo>
                  <a:lnTo>
                    <a:pt x="2732784" y="2757562"/>
                  </a:lnTo>
                  <a:lnTo>
                    <a:pt x="2732942" y="2757562"/>
                  </a:lnTo>
                  <a:lnTo>
                    <a:pt x="2732942" y="2757131"/>
                  </a:lnTo>
                  <a:lnTo>
                    <a:pt x="2733100" y="2757131"/>
                  </a:lnTo>
                  <a:lnTo>
                    <a:pt x="2733257" y="2757131"/>
                  </a:lnTo>
                  <a:lnTo>
                    <a:pt x="2733415" y="2757131"/>
                  </a:lnTo>
                  <a:lnTo>
                    <a:pt x="2733415" y="2756701"/>
                  </a:lnTo>
                  <a:lnTo>
                    <a:pt x="2733573" y="2756701"/>
                  </a:lnTo>
                  <a:lnTo>
                    <a:pt x="2733730" y="2756701"/>
                  </a:lnTo>
                  <a:lnTo>
                    <a:pt x="2733888" y="2756701"/>
                  </a:lnTo>
                  <a:lnTo>
                    <a:pt x="2734046" y="2756701"/>
                  </a:lnTo>
                  <a:lnTo>
                    <a:pt x="2734204" y="2756701"/>
                  </a:lnTo>
                  <a:lnTo>
                    <a:pt x="2734204" y="2756270"/>
                  </a:lnTo>
                  <a:lnTo>
                    <a:pt x="2734361" y="2756270"/>
                  </a:lnTo>
                  <a:lnTo>
                    <a:pt x="2734519" y="2756270"/>
                  </a:lnTo>
                  <a:lnTo>
                    <a:pt x="2734519" y="2755840"/>
                  </a:lnTo>
                  <a:lnTo>
                    <a:pt x="2734519" y="2755409"/>
                  </a:lnTo>
                  <a:lnTo>
                    <a:pt x="2734677" y="2755409"/>
                  </a:lnTo>
                  <a:lnTo>
                    <a:pt x="2734677" y="2754978"/>
                  </a:lnTo>
                  <a:lnTo>
                    <a:pt x="2734834" y="2754978"/>
                  </a:lnTo>
                  <a:lnTo>
                    <a:pt x="2734834" y="2754548"/>
                  </a:lnTo>
                  <a:lnTo>
                    <a:pt x="2734992" y="2754548"/>
                  </a:lnTo>
                  <a:lnTo>
                    <a:pt x="2735150" y="2754548"/>
                  </a:lnTo>
                  <a:lnTo>
                    <a:pt x="2735150" y="2754117"/>
                  </a:lnTo>
                  <a:lnTo>
                    <a:pt x="2735308" y="2754117"/>
                  </a:lnTo>
                  <a:lnTo>
                    <a:pt x="2735465" y="2754117"/>
                  </a:lnTo>
                  <a:lnTo>
                    <a:pt x="2735465" y="2753687"/>
                  </a:lnTo>
                  <a:lnTo>
                    <a:pt x="2735623" y="2753687"/>
                  </a:lnTo>
                  <a:lnTo>
                    <a:pt x="2735781" y="2753687"/>
                  </a:lnTo>
                  <a:lnTo>
                    <a:pt x="2735938" y="2753687"/>
                  </a:lnTo>
                  <a:lnTo>
                    <a:pt x="2736096" y="2753687"/>
                  </a:lnTo>
                  <a:lnTo>
                    <a:pt x="2736254" y="2753687"/>
                  </a:lnTo>
                  <a:lnTo>
                    <a:pt x="2736412" y="2753687"/>
                  </a:lnTo>
                  <a:lnTo>
                    <a:pt x="2736412" y="2753256"/>
                  </a:lnTo>
                  <a:lnTo>
                    <a:pt x="2736412" y="2752825"/>
                  </a:lnTo>
                  <a:lnTo>
                    <a:pt x="2736569" y="2752825"/>
                  </a:lnTo>
                  <a:lnTo>
                    <a:pt x="2736727" y="2752825"/>
                  </a:lnTo>
                  <a:lnTo>
                    <a:pt x="2736885" y="2752825"/>
                  </a:lnTo>
                  <a:lnTo>
                    <a:pt x="2737043" y="2752825"/>
                  </a:lnTo>
                  <a:lnTo>
                    <a:pt x="2737200" y="2752825"/>
                  </a:lnTo>
                  <a:lnTo>
                    <a:pt x="2737358" y="2752825"/>
                  </a:lnTo>
                  <a:lnTo>
                    <a:pt x="2737516" y="2752825"/>
                  </a:lnTo>
                  <a:lnTo>
                    <a:pt x="2737516" y="2752395"/>
                  </a:lnTo>
                  <a:lnTo>
                    <a:pt x="2737673" y="2752395"/>
                  </a:lnTo>
                  <a:lnTo>
                    <a:pt x="2737831" y="2752395"/>
                  </a:lnTo>
                  <a:lnTo>
                    <a:pt x="2737831" y="2751964"/>
                  </a:lnTo>
                  <a:lnTo>
                    <a:pt x="2737989" y="2751964"/>
                  </a:lnTo>
                  <a:lnTo>
                    <a:pt x="2737989" y="2751534"/>
                  </a:lnTo>
                  <a:lnTo>
                    <a:pt x="2737989" y="2751103"/>
                  </a:lnTo>
                  <a:lnTo>
                    <a:pt x="2737989" y="2750672"/>
                  </a:lnTo>
                  <a:lnTo>
                    <a:pt x="2737989" y="2750242"/>
                  </a:lnTo>
                  <a:lnTo>
                    <a:pt x="2738147" y="2750242"/>
                  </a:lnTo>
                  <a:lnTo>
                    <a:pt x="2738147" y="2749811"/>
                  </a:lnTo>
                  <a:lnTo>
                    <a:pt x="2738304" y="2749811"/>
                  </a:lnTo>
                  <a:lnTo>
                    <a:pt x="2738304" y="2749381"/>
                  </a:lnTo>
                  <a:lnTo>
                    <a:pt x="2738462" y="2749381"/>
                  </a:lnTo>
                  <a:lnTo>
                    <a:pt x="2738620" y="2749381"/>
                  </a:lnTo>
                  <a:lnTo>
                    <a:pt x="2738777" y="2749381"/>
                  </a:lnTo>
                  <a:lnTo>
                    <a:pt x="2738935" y="2749381"/>
                  </a:lnTo>
                  <a:lnTo>
                    <a:pt x="2738935" y="2748950"/>
                  </a:lnTo>
                  <a:lnTo>
                    <a:pt x="2739093" y="2748950"/>
                  </a:lnTo>
                  <a:lnTo>
                    <a:pt x="2739251" y="2748950"/>
                  </a:lnTo>
                  <a:lnTo>
                    <a:pt x="2739251" y="2748519"/>
                  </a:lnTo>
                  <a:lnTo>
                    <a:pt x="2739408" y="2748519"/>
                  </a:lnTo>
                  <a:lnTo>
                    <a:pt x="2739566" y="2748519"/>
                  </a:lnTo>
                  <a:lnTo>
                    <a:pt x="2739724" y="2748519"/>
                  </a:lnTo>
                  <a:lnTo>
                    <a:pt x="2739881" y="2748519"/>
                  </a:lnTo>
                  <a:lnTo>
                    <a:pt x="2740039" y="2748519"/>
                  </a:lnTo>
                  <a:lnTo>
                    <a:pt x="2740039" y="2748089"/>
                  </a:lnTo>
                  <a:lnTo>
                    <a:pt x="2740039" y="2747658"/>
                  </a:lnTo>
                  <a:lnTo>
                    <a:pt x="2740039" y="2747228"/>
                  </a:lnTo>
                  <a:lnTo>
                    <a:pt x="2740039" y="2746797"/>
                  </a:lnTo>
                  <a:lnTo>
                    <a:pt x="2740039" y="2746366"/>
                  </a:lnTo>
                  <a:lnTo>
                    <a:pt x="2740197" y="2746366"/>
                  </a:lnTo>
                  <a:lnTo>
                    <a:pt x="2740355" y="2746366"/>
                  </a:lnTo>
                  <a:lnTo>
                    <a:pt x="2740512" y="2746366"/>
                  </a:lnTo>
                  <a:lnTo>
                    <a:pt x="2740670" y="2746366"/>
                  </a:lnTo>
                  <a:lnTo>
                    <a:pt x="2740828" y="2746366"/>
                  </a:lnTo>
                  <a:lnTo>
                    <a:pt x="2740985" y="2746366"/>
                  </a:lnTo>
                  <a:lnTo>
                    <a:pt x="2741143" y="2746366"/>
                  </a:lnTo>
                  <a:lnTo>
                    <a:pt x="2741301" y="2746366"/>
                  </a:lnTo>
                  <a:lnTo>
                    <a:pt x="2741459" y="2746366"/>
                  </a:lnTo>
                  <a:lnTo>
                    <a:pt x="2741616" y="2746366"/>
                  </a:lnTo>
                  <a:lnTo>
                    <a:pt x="2741774" y="2746366"/>
                  </a:lnTo>
                  <a:lnTo>
                    <a:pt x="2741932" y="2746366"/>
                  </a:lnTo>
                  <a:lnTo>
                    <a:pt x="2741932" y="2745936"/>
                  </a:lnTo>
                  <a:lnTo>
                    <a:pt x="2742089" y="2745936"/>
                  </a:lnTo>
                  <a:lnTo>
                    <a:pt x="2742089" y="2745505"/>
                  </a:lnTo>
                  <a:lnTo>
                    <a:pt x="2742247" y="2745505"/>
                  </a:lnTo>
                  <a:lnTo>
                    <a:pt x="2742405" y="2745505"/>
                  </a:lnTo>
                  <a:lnTo>
                    <a:pt x="2742563" y="2745505"/>
                  </a:lnTo>
                  <a:lnTo>
                    <a:pt x="2742720" y="2745505"/>
                  </a:lnTo>
                  <a:lnTo>
                    <a:pt x="2742878" y="2745505"/>
                  </a:lnTo>
                  <a:lnTo>
                    <a:pt x="2743036" y="2745505"/>
                  </a:lnTo>
                  <a:lnTo>
                    <a:pt x="2743194" y="2745505"/>
                  </a:lnTo>
                  <a:lnTo>
                    <a:pt x="2743351" y="2745505"/>
                  </a:lnTo>
                  <a:lnTo>
                    <a:pt x="2743509" y="2745505"/>
                  </a:lnTo>
                  <a:lnTo>
                    <a:pt x="2743667" y="2745505"/>
                  </a:lnTo>
                  <a:lnTo>
                    <a:pt x="2743667" y="2745075"/>
                  </a:lnTo>
                  <a:lnTo>
                    <a:pt x="2743824" y="2745075"/>
                  </a:lnTo>
                  <a:lnTo>
                    <a:pt x="2743982" y="2745075"/>
                  </a:lnTo>
                  <a:lnTo>
                    <a:pt x="2743982" y="2744644"/>
                  </a:lnTo>
                  <a:lnTo>
                    <a:pt x="2744140" y="2744644"/>
                  </a:lnTo>
                  <a:lnTo>
                    <a:pt x="2744298" y="2744644"/>
                  </a:lnTo>
                  <a:lnTo>
                    <a:pt x="2744455" y="2744644"/>
                  </a:lnTo>
                  <a:lnTo>
                    <a:pt x="2744613" y="2744644"/>
                  </a:lnTo>
                  <a:lnTo>
                    <a:pt x="2744771" y="2744644"/>
                  </a:lnTo>
                  <a:lnTo>
                    <a:pt x="2744928" y="2744644"/>
                  </a:lnTo>
                  <a:lnTo>
                    <a:pt x="2745086" y="2744644"/>
                  </a:lnTo>
                  <a:lnTo>
                    <a:pt x="2745244" y="2744644"/>
                  </a:lnTo>
                  <a:lnTo>
                    <a:pt x="2745402" y="2744644"/>
                  </a:lnTo>
                  <a:lnTo>
                    <a:pt x="2745559" y="2744644"/>
                  </a:lnTo>
                  <a:lnTo>
                    <a:pt x="2745717" y="2744644"/>
                  </a:lnTo>
                  <a:lnTo>
                    <a:pt x="2745717" y="2744213"/>
                  </a:lnTo>
                  <a:lnTo>
                    <a:pt x="2745717" y="2743783"/>
                  </a:lnTo>
                  <a:lnTo>
                    <a:pt x="2745875" y="2743783"/>
                  </a:lnTo>
                  <a:lnTo>
                    <a:pt x="2745875" y="2743352"/>
                  </a:lnTo>
                  <a:lnTo>
                    <a:pt x="2746032" y="2743352"/>
                  </a:lnTo>
                  <a:lnTo>
                    <a:pt x="2746032" y="2742922"/>
                  </a:lnTo>
                  <a:lnTo>
                    <a:pt x="2746032" y="2742491"/>
                  </a:lnTo>
                  <a:lnTo>
                    <a:pt x="2746190" y="2742491"/>
                  </a:lnTo>
                  <a:lnTo>
                    <a:pt x="2746348" y="2742491"/>
                  </a:lnTo>
                  <a:lnTo>
                    <a:pt x="2746348" y="2742060"/>
                  </a:lnTo>
                  <a:lnTo>
                    <a:pt x="2746348" y="2741630"/>
                  </a:lnTo>
                  <a:lnTo>
                    <a:pt x="2746348" y="2741199"/>
                  </a:lnTo>
                  <a:lnTo>
                    <a:pt x="2746506" y="2741199"/>
                  </a:lnTo>
                  <a:lnTo>
                    <a:pt x="2746663" y="2741199"/>
                  </a:lnTo>
                  <a:lnTo>
                    <a:pt x="2746821" y="2741199"/>
                  </a:lnTo>
                  <a:lnTo>
                    <a:pt x="2746821" y="2740769"/>
                  </a:lnTo>
                  <a:lnTo>
                    <a:pt x="2746979" y="2740769"/>
                  </a:lnTo>
                  <a:lnTo>
                    <a:pt x="2746979" y="2740338"/>
                  </a:lnTo>
                  <a:lnTo>
                    <a:pt x="2746979" y="2739907"/>
                  </a:lnTo>
                  <a:lnTo>
                    <a:pt x="2747136" y="2739907"/>
                  </a:lnTo>
                  <a:lnTo>
                    <a:pt x="2747294" y="2739907"/>
                  </a:lnTo>
                  <a:lnTo>
                    <a:pt x="2747452" y="2739907"/>
                  </a:lnTo>
                  <a:lnTo>
                    <a:pt x="2747610" y="2739907"/>
                  </a:lnTo>
                  <a:lnTo>
                    <a:pt x="2747610" y="2739477"/>
                  </a:lnTo>
                  <a:lnTo>
                    <a:pt x="2747767" y="2739477"/>
                  </a:lnTo>
                  <a:lnTo>
                    <a:pt x="2747767" y="2739046"/>
                  </a:lnTo>
                  <a:lnTo>
                    <a:pt x="2747925" y="2739046"/>
                  </a:lnTo>
                  <a:lnTo>
                    <a:pt x="2748083" y="2739046"/>
                  </a:lnTo>
                  <a:lnTo>
                    <a:pt x="2748240" y="2739046"/>
                  </a:lnTo>
                  <a:lnTo>
                    <a:pt x="2748398" y="2739046"/>
                  </a:lnTo>
                  <a:lnTo>
                    <a:pt x="2748556" y="2739046"/>
                  </a:lnTo>
                  <a:lnTo>
                    <a:pt x="2748714" y="2739046"/>
                  </a:lnTo>
                  <a:lnTo>
                    <a:pt x="2748871" y="2739046"/>
                  </a:lnTo>
                  <a:lnTo>
                    <a:pt x="2748871" y="2738616"/>
                  </a:lnTo>
                  <a:lnTo>
                    <a:pt x="2749029" y="2738616"/>
                  </a:lnTo>
                  <a:lnTo>
                    <a:pt x="2749187" y="2738616"/>
                  </a:lnTo>
                  <a:lnTo>
                    <a:pt x="2749187" y="2738185"/>
                  </a:lnTo>
                  <a:lnTo>
                    <a:pt x="2749345" y="2738185"/>
                  </a:lnTo>
                  <a:lnTo>
                    <a:pt x="2749502" y="2738185"/>
                  </a:lnTo>
                  <a:lnTo>
                    <a:pt x="2749660" y="2738185"/>
                  </a:lnTo>
                  <a:lnTo>
                    <a:pt x="2749660" y="2737754"/>
                  </a:lnTo>
                  <a:lnTo>
                    <a:pt x="2749818" y="2737754"/>
                  </a:lnTo>
                  <a:lnTo>
                    <a:pt x="2749975" y="2737754"/>
                  </a:lnTo>
                  <a:lnTo>
                    <a:pt x="2750133" y="2737754"/>
                  </a:lnTo>
                  <a:lnTo>
                    <a:pt x="2750291" y="2737754"/>
                  </a:lnTo>
                  <a:lnTo>
                    <a:pt x="2750449" y="2737754"/>
                  </a:lnTo>
                  <a:lnTo>
                    <a:pt x="2750449" y="2737324"/>
                  </a:lnTo>
                  <a:lnTo>
                    <a:pt x="2750606" y="2737324"/>
                  </a:lnTo>
                  <a:lnTo>
                    <a:pt x="2750764" y="2737324"/>
                  </a:lnTo>
                  <a:lnTo>
                    <a:pt x="2750922" y="2737324"/>
                  </a:lnTo>
                  <a:lnTo>
                    <a:pt x="2750922" y="2736893"/>
                  </a:lnTo>
                  <a:lnTo>
                    <a:pt x="2750922" y="2736463"/>
                  </a:lnTo>
                  <a:lnTo>
                    <a:pt x="2751079" y="2736463"/>
                  </a:lnTo>
                  <a:lnTo>
                    <a:pt x="2751079" y="2736032"/>
                  </a:lnTo>
                  <a:lnTo>
                    <a:pt x="2751237" y="2736032"/>
                  </a:lnTo>
                  <a:lnTo>
                    <a:pt x="2751395" y="2736032"/>
                  </a:lnTo>
                  <a:lnTo>
                    <a:pt x="2751553" y="2736032"/>
                  </a:lnTo>
                  <a:lnTo>
                    <a:pt x="2751553" y="2735601"/>
                  </a:lnTo>
                  <a:lnTo>
                    <a:pt x="2751710" y="2735601"/>
                  </a:lnTo>
                  <a:lnTo>
                    <a:pt x="2751868" y="2735601"/>
                  </a:lnTo>
                  <a:lnTo>
                    <a:pt x="2752026" y="2735601"/>
                  </a:lnTo>
                  <a:lnTo>
                    <a:pt x="2752183" y="2735601"/>
                  </a:lnTo>
                  <a:lnTo>
                    <a:pt x="2752341" y="2735601"/>
                  </a:lnTo>
                  <a:lnTo>
                    <a:pt x="2752499" y="2735601"/>
                  </a:lnTo>
                  <a:lnTo>
                    <a:pt x="2752657" y="2735601"/>
                  </a:lnTo>
                  <a:lnTo>
                    <a:pt x="2752657" y="2735171"/>
                  </a:lnTo>
                  <a:lnTo>
                    <a:pt x="2752814" y="2735171"/>
                  </a:lnTo>
                  <a:lnTo>
                    <a:pt x="2752972" y="2735171"/>
                  </a:lnTo>
                  <a:lnTo>
                    <a:pt x="2753130" y="2735171"/>
                  </a:lnTo>
                  <a:lnTo>
                    <a:pt x="2753287" y="2735171"/>
                  </a:lnTo>
                  <a:lnTo>
                    <a:pt x="2753445" y="2735171"/>
                  </a:lnTo>
                  <a:lnTo>
                    <a:pt x="2753445" y="2734740"/>
                  </a:lnTo>
                  <a:lnTo>
                    <a:pt x="2753445" y="2734310"/>
                  </a:lnTo>
                  <a:lnTo>
                    <a:pt x="2753445" y="2733879"/>
                  </a:lnTo>
                  <a:lnTo>
                    <a:pt x="2753445" y="2733448"/>
                  </a:lnTo>
                  <a:lnTo>
                    <a:pt x="2753603" y="2733448"/>
                  </a:lnTo>
                  <a:lnTo>
                    <a:pt x="2753603" y="2733018"/>
                  </a:lnTo>
                  <a:lnTo>
                    <a:pt x="2753761" y="2733018"/>
                  </a:lnTo>
                  <a:lnTo>
                    <a:pt x="2753761" y="2732587"/>
                  </a:lnTo>
                  <a:lnTo>
                    <a:pt x="2753918" y="2732587"/>
                  </a:lnTo>
                  <a:lnTo>
                    <a:pt x="2754076" y="2732587"/>
                  </a:lnTo>
                  <a:lnTo>
                    <a:pt x="2754076" y="2732157"/>
                  </a:lnTo>
                  <a:lnTo>
                    <a:pt x="2754234" y="2732157"/>
                  </a:lnTo>
                  <a:lnTo>
                    <a:pt x="2754392" y="2732157"/>
                  </a:lnTo>
                  <a:lnTo>
                    <a:pt x="2754549" y="2732157"/>
                  </a:lnTo>
                  <a:lnTo>
                    <a:pt x="2754707" y="2732157"/>
                  </a:lnTo>
                  <a:lnTo>
                    <a:pt x="2754707" y="2731726"/>
                  </a:lnTo>
                  <a:lnTo>
                    <a:pt x="2754865" y="2731726"/>
                  </a:lnTo>
                  <a:lnTo>
                    <a:pt x="2755022" y="2731726"/>
                  </a:lnTo>
                  <a:lnTo>
                    <a:pt x="2755180" y="2731726"/>
                  </a:lnTo>
                  <a:lnTo>
                    <a:pt x="2755338" y="2731726"/>
                  </a:lnTo>
                  <a:lnTo>
                    <a:pt x="2755496" y="2731726"/>
                  </a:lnTo>
                  <a:lnTo>
                    <a:pt x="2755653" y="2731726"/>
                  </a:lnTo>
                  <a:lnTo>
                    <a:pt x="2755811" y="2731726"/>
                  </a:lnTo>
                  <a:lnTo>
                    <a:pt x="2755969" y="2731726"/>
                  </a:lnTo>
                  <a:lnTo>
                    <a:pt x="2755969" y="2731295"/>
                  </a:lnTo>
                  <a:lnTo>
                    <a:pt x="2756126" y="2731295"/>
                  </a:lnTo>
                  <a:lnTo>
                    <a:pt x="2756284" y="2731295"/>
                  </a:lnTo>
                  <a:lnTo>
                    <a:pt x="2756284" y="2730865"/>
                  </a:lnTo>
                  <a:lnTo>
                    <a:pt x="2756284" y="2730434"/>
                  </a:lnTo>
                  <a:lnTo>
                    <a:pt x="2756442" y="2730434"/>
                  </a:lnTo>
                  <a:lnTo>
                    <a:pt x="2756600" y="2730434"/>
                  </a:lnTo>
                  <a:lnTo>
                    <a:pt x="2756757" y="2730434"/>
                  </a:lnTo>
                  <a:lnTo>
                    <a:pt x="2756915" y="2730434"/>
                  </a:lnTo>
                  <a:lnTo>
                    <a:pt x="2757073" y="2730434"/>
                  </a:lnTo>
                  <a:lnTo>
                    <a:pt x="2757230" y="2730434"/>
                  </a:lnTo>
                  <a:lnTo>
                    <a:pt x="2757388" y="2730434"/>
                  </a:lnTo>
                  <a:lnTo>
                    <a:pt x="2757546" y="2730434"/>
                  </a:lnTo>
                  <a:lnTo>
                    <a:pt x="2757704" y="2730434"/>
                  </a:lnTo>
                  <a:lnTo>
                    <a:pt x="2757861" y="2730434"/>
                  </a:lnTo>
                  <a:lnTo>
                    <a:pt x="2758019" y="2730434"/>
                  </a:lnTo>
                  <a:lnTo>
                    <a:pt x="2758177" y="2730434"/>
                  </a:lnTo>
                  <a:lnTo>
                    <a:pt x="2758177" y="2730004"/>
                  </a:lnTo>
                  <a:lnTo>
                    <a:pt x="2758334" y="2730004"/>
                  </a:lnTo>
                  <a:lnTo>
                    <a:pt x="2758492" y="2730004"/>
                  </a:lnTo>
                  <a:lnTo>
                    <a:pt x="2758650" y="2730004"/>
                  </a:lnTo>
                  <a:lnTo>
                    <a:pt x="2758808" y="2730004"/>
                  </a:lnTo>
                  <a:lnTo>
                    <a:pt x="2758965" y="2730004"/>
                  </a:lnTo>
                  <a:lnTo>
                    <a:pt x="2759123" y="2730004"/>
                  </a:lnTo>
                  <a:lnTo>
                    <a:pt x="2759281" y="2730004"/>
                  </a:lnTo>
                  <a:lnTo>
                    <a:pt x="2759281" y="2729573"/>
                  </a:lnTo>
                  <a:lnTo>
                    <a:pt x="2759438" y="2729573"/>
                  </a:lnTo>
                  <a:lnTo>
                    <a:pt x="2759438" y="2729142"/>
                  </a:lnTo>
                  <a:lnTo>
                    <a:pt x="2759438" y="2728712"/>
                  </a:lnTo>
                  <a:lnTo>
                    <a:pt x="2759596" y="2728712"/>
                  </a:lnTo>
                  <a:lnTo>
                    <a:pt x="2759596" y="2728281"/>
                  </a:lnTo>
                  <a:lnTo>
                    <a:pt x="2759596" y="2727851"/>
                  </a:lnTo>
                  <a:lnTo>
                    <a:pt x="2759754" y="2727851"/>
                  </a:lnTo>
                  <a:lnTo>
                    <a:pt x="2759754" y="2727420"/>
                  </a:lnTo>
                  <a:lnTo>
                    <a:pt x="2759912" y="2727420"/>
                  </a:lnTo>
                  <a:lnTo>
                    <a:pt x="2760069" y="2727420"/>
                  </a:lnTo>
                  <a:lnTo>
                    <a:pt x="2760069" y="2726989"/>
                  </a:lnTo>
                  <a:lnTo>
                    <a:pt x="2760227" y="2726989"/>
                  </a:lnTo>
                  <a:lnTo>
                    <a:pt x="2760385" y="2726989"/>
                  </a:lnTo>
                  <a:lnTo>
                    <a:pt x="2760543" y="2726989"/>
                  </a:lnTo>
                  <a:lnTo>
                    <a:pt x="2760700" y="2726989"/>
                  </a:lnTo>
                  <a:lnTo>
                    <a:pt x="2760700" y="2726559"/>
                  </a:lnTo>
                  <a:lnTo>
                    <a:pt x="2760858" y="2726559"/>
                  </a:lnTo>
                  <a:lnTo>
                    <a:pt x="2760858" y="2726128"/>
                  </a:lnTo>
                  <a:lnTo>
                    <a:pt x="2761016" y="2726128"/>
                  </a:lnTo>
                  <a:lnTo>
                    <a:pt x="2761173" y="2726128"/>
                  </a:lnTo>
                  <a:lnTo>
                    <a:pt x="2761331" y="2726128"/>
                  </a:lnTo>
                  <a:lnTo>
                    <a:pt x="2761489" y="2726128"/>
                  </a:lnTo>
                  <a:lnTo>
                    <a:pt x="2761647" y="2726128"/>
                  </a:lnTo>
                  <a:lnTo>
                    <a:pt x="2761804" y="2726128"/>
                  </a:lnTo>
                  <a:lnTo>
                    <a:pt x="2761962" y="2726128"/>
                  </a:lnTo>
                  <a:lnTo>
                    <a:pt x="2762120" y="2726128"/>
                  </a:lnTo>
                  <a:lnTo>
                    <a:pt x="2762277" y="2726128"/>
                  </a:lnTo>
                  <a:lnTo>
                    <a:pt x="2762435" y="2726128"/>
                  </a:lnTo>
                  <a:lnTo>
                    <a:pt x="2762593" y="2726128"/>
                  </a:lnTo>
                  <a:lnTo>
                    <a:pt x="2762593" y="2725698"/>
                  </a:lnTo>
                  <a:lnTo>
                    <a:pt x="2762593" y="2725267"/>
                  </a:lnTo>
                  <a:lnTo>
                    <a:pt x="2762751" y="2725267"/>
                  </a:lnTo>
                  <a:lnTo>
                    <a:pt x="2762908" y="2725267"/>
                  </a:lnTo>
                  <a:lnTo>
                    <a:pt x="2762908" y="2724836"/>
                  </a:lnTo>
                  <a:lnTo>
                    <a:pt x="2763066" y="2724836"/>
                  </a:lnTo>
                  <a:lnTo>
                    <a:pt x="2763066" y="2724406"/>
                  </a:lnTo>
                  <a:lnTo>
                    <a:pt x="2763224" y="2724406"/>
                  </a:lnTo>
                  <a:lnTo>
                    <a:pt x="2763224" y="2723975"/>
                  </a:lnTo>
                  <a:lnTo>
                    <a:pt x="2763224" y="2723545"/>
                  </a:lnTo>
                  <a:lnTo>
                    <a:pt x="2763381" y="2723545"/>
                  </a:lnTo>
                  <a:lnTo>
                    <a:pt x="2763539" y="2723545"/>
                  </a:lnTo>
                  <a:lnTo>
                    <a:pt x="2763697" y="2723545"/>
                  </a:lnTo>
                  <a:lnTo>
                    <a:pt x="2763855" y="2723545"/>
                  </a:lnTo>
                  <a:lnTo>
                    <a:pt x="2764012" y="2723545"/>
                  </a:lnTo>
                  <a:lnTo>
                    <a:pt x="2764170" y="2723545"/>
                  </a:lnTo>
                  <a:lnTo>
                    <a:pt x="2764170" y="2723114"/>
                  </a:lnTo>
                  <a:lnTo>
                    <a:pt x="2764328" y="2723114"/>
                  </a:lnTo>
                  <a:lnTo>
                    <a:pt x="2764485" y="2723114"/>
                  </a:lnTo>
                  <a:lnTo>
                    <a:pt x="2764643" y="2723114"/>
                  </a:lnTo>
                  <a:lnTo>
                    <a:pt x="2764643" y="2722683"/>
                  </a:lnTo>
                  <a:lnTo>
                    <a:pt x="2764801" y="2722683"/>
                  </a:lnTo>
                  <a:lnTo>
                    <a:pt x="2764959" y="2722683"/>
                  </a:lnTo>
                  <a:lnTo>
                    <a:pt x="2765116" y="2722683"/>
                  </a:lnTo>
                  <a:lnTo>
                    <a:pt x="2765274" y="2722683"/>
                  </a:lnTo>
                  <a:lnTo>
                    <a:pt x="2765432" y="2722683"/>
                  </a:lnTo>
                  <a:lnTo>
                    <a:pt x="2765590" y="2722683"/>
                  </a:lnTo>
                  <a:lnTo>
                    <a:pt x="2765747" y="2722683"/>
                  </a:lnTo>
                  <a:lnTo>
                    <a:pt x="2765905" y="2722683"/>
                  </a:lnTo>
                  <a:lnTo>
                    <a:pt x="2765905" y="2722253"/>
                  </a:lnTo>
                  <a:lnTo>
                    <a:pt x="2766063" y="2722253"/>
                  </a:lnTo>
                  <a:lnTo>
                    <a:pt x="2766220" y="2722253"/>
                  </a:lnTo>
                  <a:lnTo>
                    <a:pt x="2766220" y="2721822"/>
                  </a:lnTo>
                  <a:lnTo>
                    <a:pt x="2766378" y="2721822"/>
                  </a:lnTo>
                  <a:lnTo>
                    <a:pt x="2766536" y="2721822"/>
                  </a:lnTo>
                  <a:lnTo>
                    <a:pt x="2766694" y="2721822"/>
                  </a:lnTo>
                  <a:lnTo>
                    <a:pt x="2766851" y="2721822"/>
                  </a:lnTo>
                  <a:lnTo>
                    <a:pt x="2767009" y="2721822"/>
                  </a:lnTo>
                  <a:lnTo>
                    <a:pt x="2767009" y="2721392"/>
                  </a:lnTo>
                  <a:lnTo>
                    <a:pt x="2767009" y="2720961"/>
                  </a:lnTo>
                  <a:lnTo>
                    <a:pt x="2767167" y="2720961"/>
                  </a:lnTo>
                  <a:lnTo>
                    <a:pt x="2767324" y="2720961"/>
                  </a:lnTo>
                  <a:lnTo>
                    <a:pt x="2767324" y="2720530"/>
                  </a:lnTo>
                  <a:lnTo>
                    <a:pt x="2767482" y="2720530"/>
                  </a:lnTo>
                  <a:lnTo>
                    <a:pt x="2767640" y="2720530"/>
                  </a:lnTo>
                  <a:lnTo>
                    <a:pt x="2767798" y="2720530"/>
                  </a:lnTo>
                  <a:lnTo>
                    <a:pt x="2767955" y="2720530"/>
                  </a:lnTo>
                  <a:lnTo>
                    <a:pt x="2768113" y="2720530"/>
                  </a:lnTo>
                  <a:lnTo>
                    <a:pt x="2768271" y="2720530"/>
                  </a:lnTo>
                  <a:lnTo>
                    <a:pt x="2768271" y="2720100"/>
                  </a:lnTo>
                  <a:lnTo>
                    <a:pt x="2768428" y="2720100"/>
                  </a:lnTo>
                  <a:lnTo>
                    <a:pt x="2768428" y="2719669"/>
                  </a:lnTo>
                  <a:lnTo>
                    <a:pt x="2768428" y="2719239"/>
                  </a:lnTo>
                  <a:lnTo>
                    <a:pt x="2768586" y="2719239"/>
                  </a:lnTo>
                  <a:lnTo>
                    <a:pt x="2768586" y="2718808"/>
                  </a:lnTo>
                  <a:lnTo>
                    <a:pt x="2768744" y="2718808"/>
                  </a:lnTo>
                  <a:lnTo>
                    <a:pt x="2768902" y="2718808"/>
                  </a:lnTo>
                  <a:lnTo>
                    <a:pt x="2769059" y="2718808"/>
                  </a:lnTo>
                  <a:lnTo>
                    <a:pt x="2769059" y="2718377"/>
                  </a:lnTo>
                  <a:lnTo>
                    <a:pt x="2769217" y="2718377"/>
                  </a:lnTo>
                  <a:lnTo>
                    <a:pt x="2769375" y="2718377"/>
                  </a:lnTo>
                  <a:lnTo>
                    <a:pt x="2769532" y="2718377"/>
                  </a:lnTo>
                  <a:lnTo>
                    <a:pt x="2769532" y="2717947"/>
                  </a:lnTo>
                  <a:lnTo>
                    <a:pt x="2769690" y="2717947"/>
                  </a:lnTo>
                  <a:lnTo>
                    <a:pt x="2769690" y="2717516"/>
                  </a:lnTo>
                  <a:lnTo>
                    <a:pt x="2769690" y="2717086"/>
                  </a:lnTo>
                  <a:lnTo>
                    <a:pt x="2769848" y="2717086"/>
                  </a:lnTo>
                  <a:lnTo>
                    <a:pt x="2769848" y="2716655"/>
                  </a:lnTo>
                  <a:lnTo>
                    <a:pt x="2770006" y="2716655"/>
                  </a:lnTo>
                  <a:lnTo>
                    <a:pt x="2770163" y="2716655"/>
                  </a:lnTo>
                  <a:lnTo>
                    <a:pt x="2770163" y="2716224"/>
                  </a:lnTo>
                  <a:lnTo>
                    <a:pt x="2770321" y="2716224"/>
                  </a:lnTo>
                  <a:lnTo>
                    <a:pt x="2770479" y="2716224"/>
                  </a:lnTo>
                  <a:lnTo>
                    <a:pt x="2770636" y="2716224"/>
                  </a:lnTo>
                  <a:lnTo>
                    <a:pt x="2770794" y="2716224"/>
                  </a:lnTo>
                  <a:lnTo>
                    <a:pt x="2770794" y="2715794"/>
                  </a:lnTo>
                  <a:lnTo>
                    <a:pt x="2770794" y="2715363"/>
                  </a:lnTo>
                  <a:lnTo>
                    <a:pt x="2770952" y="2715363"/>
                  </a:lnTo>
                  <a:lnTo>
                    <a:pt x="2771110" y="2715363"/>
                  </a:lnTo>
                  <a:lnTo>
                    <a:pt x="2771267" y="2715363"/>
                  </a:lnTo>
                  <a:lnTo>
                    <a:pt x="2771425" y="2715363"/>
                  </a:lnTo>
                  <a:lnTo>
                    <a:pt x="2771583" y="2715363"/>
                  </a:lnTo>
                  <a:lnTo>
                    <a:pt x="2771741" y="2715363"/>
                  </a:lnTo>
                  <a:lnTo>
                    <a:pt x="2771898" y="2715363"/>
                  </a:lnTo>
                  <a:lnTo>
                    <a:pt x="2772056" y="2715363"/>
                  </a:lnTo>
                  <a:lnTo>
                    <a:pt x="2772214" y="2715363"/>
                  </a:lnTo>
                  <a:lnTo>
                    <a:pt x="2772371" y="2715363"/>
                  </a:lnTo>
                  <a:lnTo>
                    <a:pt x="2772529" y="2715363"/>
                  </a:lnTo>
                  <a:lnTo>
                    <a:pt x="2772687" y="2715363"/>
                  </a:lnTo>
                  <a:lnTo>
                    <a:pt x="2772845" y="2715363"/>
                  </a:lnTo>
                  <a:lnTo>
                    <a:pt x="2772845" y="2714933"/>
                  </a:lnTo>
                  <a:lnTo>
                    <a:pt x="2773002" y="2714933"/>
                  </a:lnTo>
                  <a:lnTo>
                    <a:pt x="2773002" y="2714502"/>
                  </a:lnTo>
                  <a:lnTo>
                    <a:pt x="2773160" y="2714502"/>
                  </a:lnTo>
                  <a:lnTo>
                    <a:pt x="2773160" y="2714071"/>
                  </a:lnTo>
                  <a:lnTo>
                    <a:pt x="2773160" y="2713641"/>
                  </a:lnTo>
                  <a:lnTo>
                    <a:pt x="2773318" y="2713641"/>
                  </a:lnTo>
                  <a:lnTo>
                    <a:pt x="2773475" y="2713641"/>
                  </a:lnTo>
                  <a:lnTo>
                    <a:pt x="2773633" y="2713641"/>
                  </a:lnTo>
                  <a:lnTo>
                    <a:pt x="2773791" y="2713641"/>
                  </a:lnTo>
                  <a:lnTo>
                    <a:pt x="2773791" y="2713210"/>
                  </a:lnTo>
                  <a:lnTo>
                    <a:pt x="2773949" y="2713210"/>
                  </a:lnTo>
                  <a:lnTo>
                    <a:pt x="2774106" y="2713210"/>
                  </a:lnTo>
                  <a:lnTo>
                    <a:pt x="2774106" y="2712780"/>
                  </a:lnTo>
                  <a:lnTo>
                    <a:pt x="2774264" y="2712780"/>
                  </a:lnTo>
                  <a:lnTo>
                    <a:pt x="2774264" y="2712349"/>
                  </a:lnTo>
                  <a:lnTo>
                    <a:pt x="2774422" y="2712349"/>
                  </a:lnTo>
                  <a:lnTo>
                    <a:pt x="2774579" y="2712349"/>
                  </a:lnTo>
                  <a:lnTo>
                    <a:pt x="2774737" y="2712349"/>
                  </a:lnTo>
                  <a:lnTo>
                    <a:pt x="2774895" y="2712349"/>
                  </a:lnTo>
                  <a:lnTo>
                    <a:pt x="2774895" y="2711918"/>
                  </a:lnTo>
                  <a:lnTo>
                    <a:pt x="2774895" y="2711488"/>
                  </a:lnTo>
                  <a:lnTo>
                    <a:pt x="2775053" y="2711488"/>
                  </a:lnTo>
                  <a:lnTo>
                    <a:pt x="2775210" y="2711488"/>
                  </a:lnTo>
                  <a:lnTo>
                    <a:pt x="2775368" y="2711488"/>
                  </a:lnTo>
                  <a:lnTo>
                    <a:pt x="2775368" y="2711057"/>
                  </a:lnTo>
                  <a:lnTo>
                    <a:pt x="2775526" y="2711057"/>
                  </a:lnTo>
                  <a:lnTo>
                    <a:pt x="2775683" y="2711057"/>
                  </a:lnTo>
                  <a:lnTo>
                    <a:pt x="2775841" y="2711057"/>
                  </a:lnTo>
                  <a:lnTo>
                    <a:pt x="2775841" y="2710627"/>
                  </a:lnTo>
                  <a:lnTo>
                    <a:pt x="2775841" y="2710196"/>
                  </a:lnTo>
                  <a:lnTo>
                    <a:pt x="2775841" y="2709765"/>
                  </a:lnTo>
                  <a:lnTo>
                    <a:pt x="2775841" y="2709335"/>
                  </a:lnTo>
                  <a:lnTo>
                    <a:pt x="2775841" y="2708904"/>
                  </a:lnTo>
                  <a:lnTo>
                    <a:pt x="2775999" y="2708904"/>
                  </a:lnTo>
                  <a:lnTo>
                    <a:pt x="2776157" y="2708904"/>
                  </a:lnTo>
                  <a:lnTo>
                    <a:pt x="2776314" y="2708904"/>
                  </a:lnTo>
                  <a:lnTo>
                    <a:pt x="2776472" y="2708904"/>
                  </a:lnTo>
                  <a:lnTo>
                    <a:pt x="2776630" y="2708904"/>
                  </a:lnTo>
                  <a:lnTo>
                    <a:pt x="2776630" y="2708474"/>
                  </a:lnTo>
                  <a:lnTo>
                    <a:pt x="2776630" y="2708043"/>
                  </a:lnTo>
                  <a:lnTo>
                    <a:pt x="2776630" y="2707612"/>
                  </a:lnTo>
                  <a:lnTo>
                    <a:pt x="2776630" y="2707182"/>
                  </a:lnTo>
                  <a:lnTo>
                    <a:pt x="2776788" y="2707182"/>
                  </a:lnTo>
                  <a:lnTo>
                    <a:pt x="2776945" y="2707182"/>
                  </a:lnTo>
                  <a:lnTo>
                    <a:pt x="2777103" y="2707182"/>
                  </a:lnTo>
                  <a:lnTo>
                    <a:pt x="2777261" y="2707182"/>
                  </a:lnTo>
                  <a:lnTo>
                    <a:pt x="2777261" y="2706751"/>
                  </a:lnTo>
                  <a:lnTo>
                    <a:pt x="2777418" y="2706751"/>
                  </a:lnTo>
                  <a:lnTo>
                    <a:pt x="2777576" y="2706751"/>
                  </a:lnTo>
                  <a:lnTo>
                    <a:pt x="2777576" y="2706321"/>
                  </a:lnTo>
                  <a:lnTo>
                    <a:pt x="2777734" y="2706321"/>
                  </a:lnTo>
                  <a:lnTo>
                    <a:pt x="2777892" y="2706321"/>
                  </a:lnTo>
                  <a:lnTo>
                    <a:pt x="2778049" y="2706321"/>
                  </a:lnTo>
                  <a:lnTo>
                    <a:pt x="2778207" y="2706321"/>
                  </a:lnTo>
                  <a:lnTo>
                    <a:pt x="2778365" y="2706321"/>
                  </a:lnTo>
                  <a:lnTo>
                    <a:pt x="2778522" y="2706321"/>
                  </a:lnTo>
                  <a:lnTo>
                    <a:pt x="2778680" y="2706321"/>
                  </a:lnTo>
                  <a:lnTo>
                    <a:pt x="2778680" y="2705890"/>
                  </a:lnTo>
                  <a:lnTo>
                    <a:pt x="2778680" y="2705459"/>
                  </a:lnTo>
                  <a:lnTo>
                    <a:pt x="2778838" y="2705459"/>
                  </a:lnTo>
                  <a:lnTo>
                    <a:pt x="2778996" y="2705459"/>
                  </a:lnTo>
                  <a:lnTo>
                    <a:pt x="2779153" y="2705459"/>
                  </a:lnTo>
                  <a:lnTo>
                    <a:pt x="2779153" y="2705029"/>
                  </a:lnTo>
                  <a:lnTo>
                    <a:pt x="2779311" y="2705029"/>
                  </a:lnTo>
                  <a:lnTo>
                    <a:pt x="2779469" y="2705029"/>
                  </a:lnTo>
                  <a:lnTo>
                    <a:pt x="2779626" y="2705029"/>
                  </a:lnTo>
                  <a:lnTo>
                    <a:pt x="2779784" y="2705029"/>
                  </a:lnTo>
                  <a:lnTo>
                    <a:pt x="2779784" y="2704598"/>
                  </a:lnTo>
                  <a:lnTo>
                    <a:pt x="2779942" y="2704598"/>
                  </a:lnTo>
                  <a:lnTo>
                    <a:pt x="2780100" y="2704598"/>
                  </a:lnTo>
                  <a:lnTo>
                    <a:pt x="2780257" y="2704598"/>
                  </a:lnTo>
                  <a:lnTo>
                    <a:pt x="2780415" y="2704598"/>
                  </a:lnTo>
                  <a:lnTo>
                    <a:pt x="2780573" y="2704598"/>
                  </a:lnTo>
                  <a:lnTo>
                    <a:pt x="2780573" y="2704168"/>
                  </a:lnTo>
                  <a:lnTo>
                    <a:pt x="2780573" y="2703737"/>
                  </a:lnTo>
                  <a:lnTo>
                    <a:pt x="2780573" y="2703306"/>
                  </a:lnTo>
                  <a:lnTo>
                    <a:pt x="2780730" y="2703306"/>
                  </a:lnTo>
                  <a:lnTo>
                    <a:pt x="2780888" y="2703306"/>
                  </a:lnTo>
                  <a:lnTo>
                    <a:pt x="2781046" y="2703306"/>
                  </a:lnTo>
                  <a:lnTo>
                    <a:pt x="2781204" y="2703306"/>
                  </a:lnTo>
                  <a:lnTo>
                    <a:pt x="2781361" y="2703306"/>
                  </a:lnTo>
                  <a:lnTo>
                    <a:pt x="2781519" y="2703306"/>
                  </a:lnTo>
                  <a:lnTo>
                    <a:pt x="2781677" y="2703306"/>
                  </a:lnTo>
                  <a:lnTo>
                    <a:pt x="2781834" y="2703306"/>
                  </a:lnTo>
                  <a:lnTo>
                    <a:pt x="2781834" y="2702876"/>
                  </a:lnTo>
                  <a:lnTo>
                    <a:pt x="2781992" y="2702876"/>
                  </a:lnTo>
                  <a:lnTo>
                    <a:pt x="2782150" y="2702876"/>
                  </a:lnTo>
                  <a:lnTo>
                    <a:pt x="2782308" y="2702876"/>
                  </a:lnTo>
                  <a:lnTo>
                    <a:pt x="2782465" y="2702876"/>
                  </a:lnTo>
                  <a:lnTo>
                    <a:pt x="2782623" y="2702876"/>
                  </a:lnTo>
                  <a:lnTo>
                    <a:pt x="2782781" y="2702876"/>
                  </a:lnTo>
                  <a:lnTo>
                    <a:pt x="2782939" y="2702876"/>
                  </a:lnTo>
                  <a:lnTo>
                    <a:pt x="2782939" y="2702445"/>
                  </a:lnTo>
                  <a:lnTo>
                    <a:pt x="2783096" y="2702445"/>
                  </a:lnTo>
                  <a:lnTo>
                    <a:pt x="2783096" y="2702015"/>
                  </a:lnTo>
                  <a:lnTo>
                    <a:pt x="2783254" y="2702015"/>
                  </a:lnTo>
                  <a:lnTo>
                    <a:pt x="2783412" y="2702015"/>
                  </a:lnTo>
                  <a:lnTo>
                    <a:pt x="2783569" y="2702015"/>
                  </a:lnTo>
                  <a:lnTo>
                    <a:pt x="2783727" y="2702015"/>
                  </a:lnTo>
                  <a:lnTo>
                    <a:pt x="2783885" y="2702015"/>
                  </a:lnTo>
                  <a:lnTo>
                    <a:pt x="2783885" y="2701584"/>
                  </a:lnTo>
                  <a:lnTo>
                    <a:pt x="2784043" y="2701584"/>
                  </a:lnTo>
                  <a:lnTo>
                    <a:pt x="2784200" y="2701584"/>
                  </a:lnTo>
                  <a:lnTo>
                    <a:pt x="2784358" y="2701584"/>
                  </a:lnTo>
                  <a:lnTo>
                    <a:pt x="2784358" y="2701153"/>
                  </a:lnTo>
                  <a:lnTo>
                    <a:pt x="2784516" y="2701153"/>
                  </a:lnTo>
                  <a:lnTo>
                    <a:pt x="2784516" y="2700723"/>
                  </a:lnTo>
                  <a:lnTo>
                    <a:pt x="2784673" y="2700723"/>
                  </a:lnTo>
                  <a:lnTo>
                    <a:pt x="2784673" y="2700292"/>
                  </a:lnTo>
                  <a:lnTo>
                    <a:pt x="2784831" y="2700292"/>
                  </a:lnTo>
                  <a:lnTo>
                    <a:pt x="2784989" y="2700292"/>
                  </a:lnTo>
                  <a:lnTo>
                    <a:pt x="2785147" y="2700292"/>
                  </a:lnTo>
                  <a:lnTo>
                    <a:pt x="2785304" y="2700292"/>
                  </a:lnTo>
                  <a:lnTo>
                    <a:pt x="2785462" y="2700292"/>
                  </a:lnTo>
                  <a:lnTo>
                    <a:pt x="2785620" y="2700292"/>
                  </a:lnTo>
                  <a:lnTo>
                    <a:pt x="2785777" y="2700292"/>
                  </a:lnTo>
                  <a:lnTo>
                    <a:pt x="2785935" y="2700292"/>
                  </a:lnTo>
                  <a:lnTo>
                    <a:pt x="2786093" y="2700292"/>
                  </a:lnTo>
                  <a:lnTo>
                    <a:pt x="2786251" y="2700292"/>
                  </a:lnTo>
                  <a:lnTo>
                    <a:pt x="2786408" y="2700292"/>
                  </a:lnTo>
                  <a:lnTo>
                    <a:pt x="2786566" y="2700292"/>
                  </a:lnTo>
                  <a:lnTo>
                    <a:pt x="2786724" y="2700292"/>
                  </a:lnTo>
                  <a:lnTo>
                    <a:pt x="2786881" y="2700292"/>
                  </a:lnTo>
                  <a:lnTo>
                    <a:pt x="2787039" y="2700292"/>
                  </a:lnTo>
                  <a:lnTo>
                    <a:pt x="2787197" y="2700292"/>
                  </a:lnTo>
                  <a:lnTo>
                    <a:pt x="2787355" y="2700292"/>
                  </a:lnTo>
                  <a:lnTo>
                    <a:pt x="2787512" y="2700292"/>
                  </a:lnTo>
                  <a:lnTo>
                    <a:pt x="2787512" y="2699862"/>
                  </a:lnTo>
                  <a:lnTo>
                    <a:pt x="2787512" y="2699431"/>
                  </a:lnTo>
                  <a:lnTo>
                    <a:pt x="2787670" y="2699431"/>
                  </a:lnTo>
                  <a:lnTo>
                    <a:pt x="2787828" y="2699431"/>
                  </a:lnTo>
                  <a:lnTo>
                    <a:pt x="2787986" y="2699431"/>
                  </a:lnTo>
                  <a:lnTo>
                    <a:pt x="2788143" y="2699431"/>
                  </a:lnTo>
                  <a:lnTo>
                    <a:pt x="2788301" y="2699431"/>
                  </a:lnTo>
                  <a:lnTo>
                    <a:pt x="2788459" y="2699431"/>
                  </a:lnTo>
                  <a:lnTo>
                    <a:pt x="2788616" y="2699431"/>
                  </a:lnTo>
                  <a:lnTo>
                    <a:pt x="2788774" y="2699431"/>
                  </a:lnTo>
                  <a:lnTo>
                    <a:pt x="2788932" y="2699431"/>
                  </a:lnTo>
                  <a:lnTo>
                    <a:pt x="2789090" y="2699431"/>
                  </a:lnTo>
                  <a:lnTo>
                    <a:pt x="2789090" y="2699000"/>
                  </a:lnTo>
                  <a:lnTo>
                    <a:pt x="2789247" y="2699000"/>
                  </a:lnTo>
                  <a:lnTo>
                    <a:pt x="2789405" y="2699000"/>
                  </a:lnTo>
                  <a:lnTo>
                    <a:pt x="2789405" y="2698570"/>
                  </a:lnTo>
                  <a:lnTo>
                    <a:pt x="2789405" y="2698139"/>
                  </a:lnTo>
                  <a:lnTo>
                    <a:pt x="2789563" y="2698139"/>
                  </a:lnTo>
                  <a:lnTo>
                    <a:pt x="2789720" y="2698139"/>
                  </a:lnTo>
                  <a:lnTo>
                    <a:pt x="2789878" y="2698139"/>
                  </a:lnTo>
                  <a:lnTo>
                    <a:pt x="2789878" y="2697709"/>
                  </a:lnTo>
                  <a:lnTo>
                    <a:pt x="2790036" y="2697709"/>
                  </a:lnTo>
                  <a:lnTo>
                    <a:pt x="2790194" y="2697709"/>
                  </a:lnTo>
                  <a:lnTo>
                    <a:pt x="2790194" y="2697278"/>
                  </a:lnTo>
                  <a:lnTo>
                    <a:pt x="2790351" y="2697278"/>
                  </a:lnTo>
                  <a:lnTo>
                    <a:pt x="2790351" y="2696847"/>
                  </a:lnTo>
                  <a:lnTo>
                    <a:pt x="2790509" y="2696847"/>
                  </a:lnTo>
                  <a:lnTo>
                    <a:pt x="2790509" y="2696417"/>
                  </a:lnTo>
                  <a:lnTo>
                    <a:pt x="2790667" y="2696417"/>
                  </a:lnTo>
                  <a:lnTo>
                    <a:pt x="2790824" y="2696417"/>
                  </a:lnTo>
                  <a:lnTo>
                    <a:pt x="2790982" y="2696417"/>
                  </a:lnTo>
                  <a:lnTo>
                    <a:pt x="2790982" y="2695986"/>
                  </a:lnTo>
                  <a:lnTo>
                    <a:pt x="2791140" y="2695986"/>
                  </a:lnTo>
                  <a:lnTo>
                    <a:pt x="2791298" y="2695986"/>
                  </a:lnTo>
                  <a:lnTo>
                    <a:pt x="2791455" y="2695986"/>
                  </a:lnTo>
                  <a:lnTo>
                    <a:pt x="2791613" y="2695986"/>
                  </a:lnTo>
                  <a:lnTo>
                    <a:pt x="2791771" y="2695986"/>
                  </a:lnTo>
                  <a:lnTo>
                    <a:pt x="2791771" y="2695556"/>
                  </a:lnTo>
                  <a:lnTo>
                    <a:pt x="2791928" y="2695556"/>
                  </a:lnTo>
                  <a:lnTo>
                    <a:pt x="2792086" y="2695556"/>
                  </a:lnTo>
                  <a:lnTo>
                    <a:pt x="2792244" y="2695556"/>
                  </a:lnTo>
                  <a:lnTo>
                    <a:pt x="2792402" y="2695556"/>
                  </a:lnTo>
                  <a:lnTo>
                    <a:pt x="2792559" y="2695556"/>
                  </a:lnTo>
                  <a:lnTo>
                    <a:pt x="2792717" y="2695556"/>
                  </a:lnTo>
                  <a:lnTo>
                    <a:pt x="2792875" y="2695556"/>
                  </a:lnTo>
                  <a:lnTo>
                    <a:pt x="2793032" y="2695556"/>
                  </a:lnTo>
                  <a:lnTo>
                    <a:pt x="2793032" y="2695125"/>
                  </a:lnTo>
                  <a:lnTo>
                    <a:pt x="2793190" y="2695125"/>
                  </a:lnTo>
                  <a:lnTo>
                    <a:pt x="2793348" y="2695125"/>
                  </a:lnTo>
                  <a:lnTo>
                    <a:pt x="2793506" y="2695125"/>
                  </a:lnTo>
                  <a:lnTo>
                    <a:pt x="2793663" y="2695125"/>
                  </a:lnTo>
                  <a:lnTo>
                    <a:pt x="2793821" y="2695125"/>
                  </a:lnTo>
                  <a:lnTo>
                    <a:pt x="2793979" y="2695125"/>
                  </a:lnTo>
                  <a:lnTo>
                    <a:pt x="2794137" y="2695125"/>
                  </a:lnTo>
                  <a:lnTo>
                    <a:pt x="2794294" y="2695125"/>
                  </a:lnTo>
                  <a:lnTo>
                    <a:pt x="2794294" y="2694694"/>
                  </a:lnTo>
                  <a:lnTo>
                    <a:pt x="2794452" y="2694694"/>
                  </a:lnTo>
                  <a:lnTo>
                    <a:pt x="2794610" y="2694694"/>
                  </a:lnTo>
                  <a:lnTo>
                    <a:pt x="2794767" y="2694694"/>
                  </a:lnTo>
                  <a:lnTo>
                    <a:pt x="2794925" y="2694694"/>
                  </a:lnTo>
                  <a:lnTo>
                    <a:pt x="2795083" y="2694694"/>
                  </a:lnTo>
                  <a:lnTo>
                    <a:pt x="2795083" y="2694264"/>
                  </a:lnTo>
                  <a:lnTo>
                    <a:pt x="2795083" y="2693833"/>
                  </a:lnTo>
                  <a:lnTo>
                    <a:pt x="2795241" y="2693833"/>
                  </a:lnTo>
                  <a:lnTo>
                    <a:pt x="2795398" y="2693833"/>
                  </a:lnTo>
                  <a:lnTo>
                    <a:pt x="2795556" y="2693833"/>
                  </a:lnTo>
                  <a:lnTo>
                    <a:pt x="2795556" y="2693403"/>
                  </a:lnTo>
                  <a:lnTo>
                    <a:pt x="2795556" y="2692972"/>
                  </a:lnTo>
                  <a:lnTo>
                    <a:pt x="2795714" y="2692972"/>
                  </a:lnTo>
                  <a:lnTo>
                    <a:pt x="2795871" y="2692972"/>
                  </a:lnTo>
                  <a:lnTo>
                    <a:pt x="2796029" y="2692972"/>
                  </a:lnTo>
                  <a:lnTo>
                    <a:pt x="2796187" y="2692972"/>
                  </a:lnTo>
                  <a:lnTo>
                    <a:pt x="2796345" y="2692972"/>
                  </a:lnTo>
                  <a:lnTo>
                    <a:pt x="2796345" y="2692541"/>
                  </a:lnTo>
                  <a:lnTo>
                    <a:pt x="2796345" y="2692111"/>
                  </a:lnTo>
                  <a:lnTo>
                    <a:pt x="2796502" y="2692111"/>
                  </a:lnTo>
                  <a:lnTo>
                    <a:pt x="2796502" y="2691680"/>
                  </a:lnTo>
                  <a:lnTo>
                    <a:pt x="2796660" y="2691680"/>
                  </a:lnTo>
                  <a:lnTo>
                    <a:pt x="2796818" y="2691680"/>
                  </a:lnTo>
                  <a:lnTo>
                    <a:pt x="2796975" y="2691680"/>
                  </a:lnTo>
                  <a:lnTo>
                    <a:pt x="2796975" y="2691250"/>
                  </a:lnTo>
                  <a:lnTo>
                    <a:pt x="2797133" y="2691250"/>
                  </a:lnTo>
                  <a:lnTo>
                    <a:pt x="2797291" y="2691250"/>
                  </a:lnTo>
                  <a:lnTo>
                    <a:pt x="2797449" y="2691250"/>
                  </a:lnTo>
                  <a:lnTo>
                    <a:pt x="2797606" y="2691250"/>
                  </a:lnTo>
                  <a:lnTo>
                    <a:pt x="2797764" y="2691250"/>
                  </a:lnTo>
                  <a:lnTo>
                    <a:pt x="2797922" y="2691250"/>
                  </a:lnTo>
                  <a:lnTo>
                    <a:pt x="2798079" y="2691250"/>
                  </a:lnTo>
                  <a:lnTo>
                    <a:pt x="2798237" y="2691250"/>
                  </a:lnTo>
                  <a:lnTo>
                    <a:pt x="2798395" y="2691250"/>
                  </a:lnTo>
                  <a:lnTo>
                    <a:pt x="2798553" y="2691250"/>
                  </a:lnTo>
                  <a:lnTo>
                    <a:pt x="2798553" y="2690819"/>
                  </a:lnTo>
                  <a:lnTo>
                    <a:pt x="2798553" y="2690388"/>
                  </a:lnTo>
                  <a:lnTo>
                    <a:pt x="2798710" y="2690388"/>
                  </a:lnTo>
                  <a:lnTo>
                    <a:pt x="2798868" y="2690388"/>
                  </a:lnTo>
                  <a:lnTo>
                    <a:pt x="2799026" y="2690388"/>
                  </a:lnTo>
                  <a:lnTo>
                    <a:pt x="2799184" y="2690388"/>
                  </a:lnTo>
                  <a:lnTo>
                    <a:pt x="2799341" y="2690388"/>
                  </a:lnTo>
                  <a:lnTo>
                    <a:pt x="2799499" y="2690388"/>
                  </a:lnTo>
                  <a:lnTo>
                    <a:pt x="2799499" y="2689958"/>
                  </a:lnTo>
                  <a:lnTo>
                    <a:pt x="2799657" y="2689958"/>
                  </a:lnTo>
                  <a:lnTo>
                    <a:pt x="2799814" y="2689958"/>
                  </a:lnTo>
                  <a:lnTo>
                    <a:pt x="2799972" y="2689958"/>
                  </a:lnTo>
                  <a:lnTo>
                    <a:pt x="2800130" y="2689958"/>
                  </a:lnTo>
                  <a:lnTo>
                    <a:pt x="2800130" y="2689527"/>
                  </a:lnTo>
                  <a:lnTo>
                    <a:pt x="2800130" y="2689097"/>
                  </a:lnTo>
                  <a:lnTo>
                    <a:pt x="2800130" y="2688666"/>
                  </a:lnTo>
                  <a:lnTo>
                    <a:pt x="2800288" y="2688666"/>
                  </a:lnTo>
                  <a:lnTo>
                    <a:pt x="2800288" y="2688235"/>
                  </a:lnTo>
                  <a:lnTo>
                    <a:pt x="2800445" y="2688235"/>
                  </a:lnTo>
                  <a:lnTo>
                    <a:pt x="2800445" y="2687805"/>
                  </a:lnTo>
                  <a:lnTo>
                    <a:pt x="2800603" y="2687805"/>
                  </a:lnTo>
                  <a:lnTo>
                    <a:pt x="2800761" y="2687805"/>
                  </a:lnTo>
                  <a:lnTo>
                    <a:pt x="2800918" y="2687805"/>
                  </a:lnTo>
                  <a:lnTo>
                    <a:pt x="2801076" y="2687805"/>
                  </a:lnTo>
                  <a:lnTo>
                    <a:pt x="2801234" y="2687805"/>
                  </a:lnTo>
                  <a:lnTo>
                    <a:pt x="2801392" y="2687805"/>
                  </a:lnTo>
                  <a:lnTo>
                    <a:pt x="2801392" y="2687374"/>
                  </a:lnTo>
                  <a:lnTo>
                    <a:pt x="2801392" y="2686944"/>
                  </a:lnTo>
                  <a:lnTo>
                    <a:pt x="2801549" y="2686944"/>
                  </a:lnTo>
                  <a:lnTo>
                    <a:pt x="2801707" y="2686944"/>
                  </a:lnTo>
                  <a:lnTo>
                    <a:pt x="2801865" y="2686944"/>
                  </a:lnTo>
                  <a:lnTo>
                    <a:pt x="2802022" y="2686944"/>
                  </a:lnTo>
                  <a:lnTo>
                    <a:pt x="2802022" y="2686513"/>
                  </a:lnTo>
                  <a:lnTo>
                    <a:pt x="2802022" y="2686082"/>
                  </a:lnTo>
                  <a:lnTo>
                    <a:pt x="2802022" y="2685652"/>
                  </a:lnTo>
                  <a:lnTo>
                    <a:pt x="2802180" y="2685652"/>
                  </a:lnTo>
                  <a:lnTo>
                    <a:pt x="2802338" y="2685652"/>
                  </a:lnTo>
                  <a:lnTo>
                    <a:pt x="2802496" y="2685652"/>
                  </a:lnTo>
                  <a:lnTo>
                    <a:pt x="2802653" y="2685652"/>
                  </a:lnTo>
                  <a:lnTo>
                    <a:pt x="2802811" y="2685652"/>
                  </a:lnTo>
                  <a:lnTo>
                    <a:pt x="2802969" y="2685652"/>
                  </a:lnTo>
                  <a:lnTo>
                    <a:pt x="2803126" y="2685652"/>
                  </a:lnTo>
                  <a:lnTo>
                    <a:pt x="2803284" y="2685652"/>
                  </a:lnTo>
                  <a:lnTo>
                    <a:pt x="2803442" y="2685652"/>
                  </a:lnTo>
                  <a:lnTo>
                    <a:pt x="2803600" y="2685652"/>
                  </a:lnTo>
                  <a:lnTo>
                    <a:pt x="2803600" y="2685221"/>
                  </a:lnTo>
                  <a:lnTo>
                    <a:pt x="2803600" y="2684791"/>
                  </a:lnTo>
                  <a:lnTo>
                    <a:pt x="2803757" y="2684791"/>
                  </a:lnTo>
                  <a:lnTo>
                    <a:pt x="2803757" y="2684360"/>
                  </a:lnTo>
                  <a:lnTo>
                    <a:pt x="2803915" y="2684360"/>
                  </a:lnTo>
                  <a:lnTo>
                    <a:pt x="2804073" y="2684360"/>
                  </a:lnTo>
                  <a:lnTo>
                    <a:pt x="2804073" y="2683929"/>
                  </a:lnTo>
                  <a:lnTo>
                    <a:pt x="2804073" y="2683499"/>
                  </a:lnTo>
                  <a:lnTo>
                    <a:pt x="2804230" y="2683499"/>
                  </a:lnTo>
                  <a:lnTo>
                    <a:pt x="2804388" y="2683499"/>
                  </a:lnTo>
                  <a:lnTo>
                    <a:pt x="2804546" y="2683499"/>
                  </a:lnTo>
                  <a:lnTo>
                    <a:pt x="2804704" y="2683499"/>
                  </a:lnTo>
                  <a:lnTo>
                    <a:pt x="2804861" y="2683499"/>
                  </a:lnTo>
                  <a:lnTo>
                    <a:pt x="2805019" y="2683499"/>
                  </a:lnTo>
                  <a:lnTo>
                    <a:pt x="2805177" y="2683499"/>
                  </a:lnTo>
                  <a:lnTo>
                    <a:pt x="2805335" y="2683499"/>
                  </a:lnTo>
                  <a:lnTo>
                    <a:pt x="2805335" y="2683068"/>
                  </a:lnTo>
                  <a:lnTo>
                    <a:pt x="2805492" y="2683068"/>
                  </a:lnTo>
                  <a:lnTo>
                    <a:pt x="2805492" y="2682638"/>
                  </a:lnTo>
                  <a:lnTo>
                    <a:pt x="2805650" y="2682638"/>
                  </a:lnTo>
                  <a:lnTo>
                    <a:pt x="2805808" y="2682638"/>
                  </a:lnTo>
                  <a:lnTo>
                    <a:pt x="2805965" y="2682638"/>
                  </a:lnTo>
                  <a:lnTo>
                    <a:pt x="2806123" y="2682638"/>
                  </a:lnTo>
                  <a:lnTo>
                    <a:pt x="2806123" y="2682207"/>
                  </a:lnTo>
                  <a:lnTo>
                    <a:pt x="2806281" y="2682207"/>
                  </a:lnTo>
                  <a:lnTo>
                    <a:pt x="2806439" y="2682207"/>
                  </a:lnTo>
                  <a:lnTo>
                    <a:pt x="2806439" y="2681776"/>
                  </a:lnTo>
                  <a:lnTo>
                    <a:pt x="2806439" y="2681346"/>
                  </a:lnTo>
                  <a:lnTo>
                    <a:pt x="2806596" y="2681346"/>
                  </a:lnTo>
                  <a:lnTo>
                    <a:pt x="2806754" y="2681346"/>
                  </a:lnTo>
                  <a:lnTo>
                    <a:pt x="2806912" y="2681346"/>
                  </a:lnTo>
                  <a:lnTo>
                    <a:pt x="2807069" y="2681346"/>
                  </a:lnTo>
                  <a:lnTo>
                    <a:pt x="2807227" y="2681346"/>
                  </a:lnTo>
                  <a:lnTo>
                    <a:pt x="2807227" y="2680915"/>
                  </a:lnTo>
                  <a:lnTo>
                    <a:pt x="2807385" y="2680915"/>
                  </a:lnTo>
                  <a:lnTo>
                    <a:pt x="2807543" y="2680915"/>
                  </a:lnTo>
                  <a:lnTo>
                    <a:pt x="2807700" y="2680915"/>
                  </a:lnTo>
                  <a:lnTo>
                    <a:pt x="2807700" y="2680485"/>
                  </a:lnTo>
                  <a:lnTo>
                    <a:pt x="2807858" y="2680485"/>
                  </a:lnTo>
                  <a:lnTo>
                    <a:pt x="2808016" y="2680485"/>
                  </a:lnTo>
                  <a:lnTo>
                    <a:pt x="2808173" y="2680485"/>
                  </a:lnTo>
                  <a:lnTo>
                    <a:pt x="2808331" y="2680485"/>
                  </a:lnTo>
                  <a:lnTo>
                    <a:pt x="2808489" y="2680485"/>
                  </a:lnTo>
                  <a:lnTo>
                    <a:pt x="2808647" y="2680485"/>
                  </a:lnTo>
                  <a:lnTo>
                    <a:pt x="2808804" y="2680485"/>
                  </a:lnTo>
                  <a:lnTo>
                    <a:pt x="2808962" y="2680485"/>
                  </a:lnTo>
                  <a:lnTo>
                    <a:pt x="2809120" y="2680485"/>
                  </a:lnTo>
                  <a:lnTo>
                    <a:pt x="2809277" y="2680485"/>
                  </a:lnTo>
                  <a:lnTo>
                    <a:pt x="2809277" y="2680054"/>
                  </a:lnTo>
                  <a:lnTo>
                    <a:pt x="2809435" y="2680054"/>
                  </a:lnTo>
                  <a:lnTo>
                    <a:pt x="2809593" y="2680054"/>
                  </a:lnTo>
                  <a:lnTo>
                    <a:pt x="2809593" y="2679623"/>
                  </a:lnTo>
                  <a:lnTo>
                    <a:pt x="2809593" y="2679193"/>
                  </a:lnTo>
                  <a:lnTo>
                    <a:pt x="2809751" y="2679193"/>
                  </a:lnTo>
                  <a:lnTo>
                    <a:pt x="2809751" y="2678762"/>
                  </a:lnTo>
                  <a:lnTo>
                    <a:pt x="2809908" y="2678762"/>
                  </a:lnTo>
                  <a:lnTo>
                    <a:pt x="2810066" y="2678762"/>
                  </a:lnTo>
                  <a:lnTo>
                    <a:pt x="2810224" y="2678762"/>
                  </a:lnTo>
                  <a:lnTo>
                    <a:pt x="2810382" y="2678762"/>
                  </a:lnTo>
                  <a:lnTo>
                    <a:pt x="2810539" y="2678762"/>
                  </a:lnTo>
                  <a:lnTo>
                    <a:pt x="2810697" y="2678762"/>
                  </a:lnTo>
                  <a:lnTo>
                    <a:pt x="2810855" y="2678762"/>
                  </a:lnTo>
                  <a:lnTo>
                    <a:pt x="2811012" y="2678762"/>
                  </a:lnTo>
                  <a:lnTo>
                    <a:pt x="2811012" y="2678332"/>
                  </a:lnTo>
                  <a:lnTo>
                    <a:pt x="2811012" y="2677901"/>
                  </a:lnTo>
                  <a:lnTo>
                    <a:pt x="2811012" y="2677470"/>
                  </a:lnTo>
                  <a:lnTo>
                    <a:pt x="2811170" y="2677470"/>
                  </a:lnTo>
                  <a:lnTo>
                    <a:pt x="2811328" y="2677470"/>
                  </a:lnTo>
                  <a:lnTo>
                    <a:pt x="2811486" y="2677470"/>
                  </a:lnTo>
                  <a:lnTo>
                    <a:pt x="2811643" y="2677470"/>
                  </a:lnTo>
                  <a:lnTo>
                    <a:pt x="2811801" y="2677470"/>
                  </a:lnTo>
                  <a:lnTo>
                    <a:pt x="2811959" y="2677470"/>
                  </a:lnTo>
                  <a:lnTo>
                    <a:pt x="2811959" y="2677040"/>
                  </a:lnTo>
                  <a:lnTo>
                    <a:pt x="2812116" y="2677040"/>
                  </a:lnTo>
                  <a:lnTo>
                    <a:pt x="2812116" y="2676609"/>
                  </a:lnTo>
                  <a:lnTo>
                    <a:pt x="2812116" y="2676179"/>
                  </a:lnTo>
                  <a:lnTo>
                    <a:pt x="2812274" y="2676179"/>
                  </a:lnTo>
                  <a:lnTo>
                    <a:pt x="2812274" y="2675748"/>
                  </a:lnTo>
                  <a:lnTo>
                    <a:pt x="2812432" y="2675748"/>
                  </a:lnTo>
                  <a:lnTo>
                    <a:pt x="2812590" y="2675748"/>
                  </a:lnTo>
                  <a:lnTo>
                    <a:pt x="2812747" y="2675748"/>
                  </a:lnTo>
                  <a:lnTo>
                    <a:pt x="2812905" y="2675748"/>
                  </a:lnTo>
                  <a:lnTo>
                    <a:pt x="2813063" y="2675748"/>
                  </a:lnTo>
                  <a:lnTo>
                    <a:pt x="2813220" y="2675748"/>
                  </a:lnTo>
                  <a:lnTo>
                    <a:pt x="2813378" y="2675748"/>
                  </a:lnTo>
                  <a:lnTo>
                    <a:pt x="2813536" y="2675748"/>
                  </a:lnTo>
                  <a:lnTo>
                    <a:pt x="2813536" y="2675317"/>
                  </a:lnTo>
                  <a:lnTo>
                    <a:pt x="2813694" y="2675317"/>
                  </a:lnTo>
                  <a:lnTo>
                    <a:pt x="2813694" y="2674887"/>
                  </a:lnTo>
                  <a:lnTo>
                    <a:pt x="2813694" y="2674456"/>
                  </a:lnTo>
                  <a:lnTo>
                    <a:pt x="2813851" y="2674456"/>
                  </a:lnTo>
                  <a:lnTo>
                    <a:pt x="2814009" y="2674456"/>
                  </a:lnTo>
                  <a:lnTo>
                    <a:pt x="2814009" y="2674026"/>
                  </a:lnTo>
                  <a:lnTo>
                    <a:pt x="2814167" y="2674026"/>
                  </a:lnTo>
                  <a:lnTo>
                    <a:pt x="2814324" y="2674026"/>
                  </a:lnTo>
                  <a:lnTo>
                    <a:pt x="2814482" y="2674026"/>
                  </a:lnTo>
                  <a:lnTo>
                    <a:pt x="2814482" y="2673595"/>
                  </a:lnTo>
                  <a:lnTo>
                    <a:pt x="2814482" y="2673164"/>
                  </a:lnTo>
                  <a:lnTo>
                    <a:pt x="2814482" y="2672734"/>
                  </a:lnTo>
                  <a:lnTo>
                    <a:pt x="2814640" y="2672734"/>
                  </a:lnTo>
                  <a:lnTo>
                    <a:pt x="2814798" y="2672734"/>
                  </a:lnTo>
                  <a:lnTo>
                    <a:pt x="2814955" y="2672734"/>
                  </a:lnTo>
                  <a:lnTo>
                    <a:pt x="2814955" y="2672303"/>
                  </a:lnTo>
                  <a:lnTo>
                    <a:pt x="2815113" y="2672303"/>
                  </a:lnTo>
                  <a:lnTo>
                    <a:pt x="2815271" y="2672303"/>
                  </a:lnTo>
                  <a:lnTo>
                    <a:pt x="2815428" y="2672303"/>
                  </a:lnTo>
                  <a:lnTo>
                    <a:pt x="2815428" y="2671873"/>
                  </a:lnTo>
                  <a:lnTo>
                    <a:pt x="2815586" y="2671873"/>
                  </a:lnTo>
                  <a:lnTo>
                    <a:pt x="2815744" y="2671873"/>
                  </a:lnTo>
                  <a:lnTo>
                    <a:pt x="2815902" y="2671873"/>
                  </a:lnTo>
                  <a:lnTo>
                    <a:pt x="2816059" y="2671873"/>
                  </a:lnTo>
                  <a:lnTo>
                    <a:pt x="2816217" y="2671873"/>
                  </a:lnTo>
                  <a:lnTo>
                    <a:pt x="2816375" y="2671873"/>
                  </a:lnTo>
                  <a:lnTo>
                    <a:pt x="2816533" y="2671873"/>
                  </a:lnTo>
                  <a:lnTo>
                    <a:pt x="2816690" y="2671873"/>
                  </a:lnTo>
                  <a:lnTo>
                    <a:pt x="2816848" y="2671873"/>
                  </a:lnTo>
                  <a:lnTo>
                    <a:pt x="2817006" y="2671873"/>
                  </a:lnTo>
                  <a:lnTo>
                    <a:pt x="2817163" y="2671873"/>
                  </a:lnTo>
                  <a:lnTo>
                    <a:pt x="2817321" y="2671873"/>
                  </a:lnTo>
                  <a:lnTo>
                    <a:pt x="2817321" y="2671442"/>
                  </a:lnTo>
                  <a:lnTo>
                    <a:pt x="2817479" y="2671442"/>
                  </a:lnTo>
                  <a:lnTo>
                    <a:pt x="2817637" y="2671442"/>
                  </a:lnTo>
                  <a:lnTo>
                    <a:pt x="2817637" y="2671011"/>
                  </a:lnTo>
                  <a:lnTo>
                    <a:pt x="2817794" y="2671011"/>
                  </a:lnTo>
                  <a:lnTo>
                    <a:pt x="2817952" y="2671011"/>
                  </a:lnTo>
                  <a:lnTo>
                    <a:pt x="2818110" y="2671011"/>
                  </a:lnTo>
                  <a:lnTo>
                    <a:pt x="2818267" y="2671011"/>
                  </a:lnTo>
                  <a:lnTo>
                    <a:pt x="2818425" y="2671011"/>
                  </a:lnTo>
                  <a:lnTo>
                    <a:pt x="2818583" y="2671011"/>
                  </a:lnTo>
                  <a:lnTo>
                    <a:pt x="2818741" y="2671011"/>
                  </a:lnTo>
                  <a:lnTo>
                    <a:pt x="2818898" y="2671011"/>
                  </a:lnTo>
                  <a:lnTo>
                    <a:pt x="2819056" y="2671011"/>
                  </a:lnTo>
                  <a:lnTo>
                    <a:pt x="2819214" y="2671011"/>
                  </a:lnTo>
                  <a:lnTo>
                    <a:pt x="2819214" y="2670581"/>
                  </a:lnTo>
                  <a:lnTo>
                    <a:pt x="2819371" y="2670581"/>
                  </a:lnTo>
                  <a:lnTo>
                    <a:pt x="2819529" y="2670581"/>
                  </a:lnTo>
                  <a:lnTo>
                    <a:pt x="2819687" y="2670581"/>
                  </a:lnTo>
                  <a:lnTo>
                    <a:pt x="2819687" y="2670150"/>
                  </a:lnTo>
                  <a:lnTo>
                    <a:pt x="2819845" y="2670150"/>
                  </a:lnTo>
                  <a:lnTo>
                    <a:pt x="2820002" y="2670150"/>
                  </a:lnTo>
                  <a:lnTo>
                    <a:pt x="2820160" y="2670150"/>
                  </a:lnTo>
                  <a:lnTo>
                    <a:pt x="2820160" y="2669720"/>
                  </a:lnTo>
                  <a:lnTo>
                    <a:pt x="2820318" y="2669720"/>
                  </a:lnTo>
                  <a:lnTo>
                    <a:pt x="2820475" y="2669720"/>
                  </a:lnTo>
                  <a:lnTo>
                    <a:pt x="2820633" y="2669720"/>
                  </a:lnTo>
                  <a:lnTo>
                    <a:pt x="2820791" y="2669720"/>
                  </a:lnTo>
                  <a:lnTo>
                    <a:pt x="2820949" y="2669720"/>
                  </a:lnTo>
                  <a:lnTo>
                    <a:pt x="2820949" y="2669289"/>
                  </a:lnTo>
                  <a:lnTo>
                    <a:pt x="2821106" y="2669289"/>
                  </a:lnTo>
                  <a:lnTo>
                    <a:pt x="2821106" y="2668858"/>
                  </a:lnTo>
                  <a:lnTo>
                    <a:pt x="2821264" y="2668858"/>
                  </a:lnTo>
                  <a:lnTo>
                    <a:pt x="2821422" y="2668858"/>
                  </a:lnTo>
                  <a:lnTo>
                    <a:pt x="2821579" y="2668858"/>
                  </a:lnTo>
                  <a:lnTo>
                    <a:pt x="2821579" y="2668428"/>
                  </a:lnTo>
                  <a:lnTo>
                    <a:pt x="2821737" y="2668428"/>
                  </a:lnTo>
                  <a:lnTo>
                    <a:pt x="2821895" y="2668428"/>
                  </a:lnTo>
                  <a:lnTo>
                    <a:pt x="2822053" y="2668428"/>
                  </a:lnTo>
                  <a:lnTo>
                    <a:pt x="2822210" y="2668428"/>
                  </a:lnTo>
                  <a:lnTo>
                    <a:pt x="2822368" y="2668428"/>
                  </a:lnTo>
                  <a:lnTo>
                    <a:pt x="2822526" y="2668428"/>
                  </a:lnTo>
                  <a:lnTo>
                    <a:pt x="2822684" y="2668428"/>
                  </a:lnTo>
                  <a:lnTo>
                    <a:pt x="2822841" y="2668428"/>
                  </a:lnTo>
                  <a:lnTo>
                    <a:pt x="2822841" y="2667997"/>
                  </a:lnTo>
                  <a:lnTo>
                    <a:pt x="2822999" y="2667997"/>
                  </a:lnTo>
                  <a:lnTo>
                    <a:pt x="2823157" y="2667997"/>
                  </a:lnTo>
                  <a:lnTo>
                    <a:pt x="2823314" y="2667997"/>
                  </a:lnTo>
                  <a:lnTo>
                    <a:pt x="2823472" y="2667997"/>
                  </a:lnTo>
                  <a:lnTo>
                    <a:pt x="2823630" y="2667997"/>
                  </a:lnTo>
                  <a:lnTo>
                    <a:pt x="2823788" y="2667997"/>
                  </a:lnTo>
                  <a:lnTo>
                    <a:pt x="2823945" y="2667997"/>
                  </a:lnTo>
                  <a:lnTo>
                    <a:pt x="2824103" y="2667997"/>
                  </a:lnTo>
                  <a:lnTo>
                    <a:pt x="2824103" y="2667567"/>
                  </a:lnTo>
                  <a:lnTo>
                    <a:pt x="2824261" y="2667567"/>
                  </a:lnTo>
                  <a:lnTo>
                    <a:pt x="2824418" y="2667567"/>
                  </a:lnTo>
                  <a:lnTo>
                    <a:pt x="2824418" y="2667136"/>
                  </a:lnTo>
                  <a:lnTo>
                    <a:pt x="2824576" y="2667136"/>
                  </a:lnTo>
                  <a:lnTo>
                    <a:pt x="2824734" y="2667136"/>
                  </a:lnTo>
                  <a:lnTo>
                    <a:pt x="2824734" y="2666705"/>
                  </a:lnTo>
                  <a:lnTo>
                    <a:pt x="2824734" y="2666275"/>
                  </a:lnTo>
                  <a:lnTo>
                    <a:pt x="2824892" y="2666275"/>
                  </a:lnTo>
                  <a:lnTo>
                    <a:pt x="2824892" y="2665844"/>
                  </a:lnTo>
                  <a:lnTo>
                    <a:pt x="2825049" y="2665844"/>
                  </a:lnTo>
                  <a:lnTo>
                    <a:pt x="2825207" y="2665844"/>
                  </a:lnTo>
                  <a:lnTo>
                    <a:pt x="2825207" y="2665414"/>
                  </a:lnTo>
                  <a:lnTo>
                    <a:pt x="2825365" y="2665414"/>
                  </a:lnTo>
                  <a:lnTo>
                    <a:pt x="2825365" y="2664983"/>
                  </a:lnTo>
                  <a:lnTo>
                    <a:pt x="2825522" y="2664983"/>
                  </a:lnTo>
                  <a:lnTo>
                    <a:pt x="2825680" y="2664983"/>
                  </a:lnTo>
                  <a:lnTo>
                    <a:pt x="2825838" y="2664983"/>
                  </a:lnTo>
                  <a:lnTo>
                    <a:pt x="2825838" y="2664552"/>
                  </a:lnTo>
                  <a:lnTo>
                    <a:pt x="2825838" y="2664122"/>
                  </a:lnTo>
                  <a:lnTo>
                    <a:pt x="2825996" y="2664122"/>
                  </a:lnTo>
                  <a:lnTo>
                    <a:pt x="2826153" y="2664122"/>
                  </a:lnTo>
                  <a:lnTo>
                    <a:pt x="2826311" y="2664122"/>
                  </a:lnTo>
                  <a:lnTo>
                    <a:pt x="2826469" y="2664122"/>
                  </a:lnTo>
                  <a:lnTo>
                    <a:pt x="2826626" y="2664122"/>
                  </a:lnTo>
                  <a:lnTo>
                    <a:pt x="2826784" y="2664122"/>
                  </a:lnTo>
                  <a:lnTo>
                    <a:pt x="2826942" y="2664122"/>
                  </a:lnTo>
                  <a:lnTo>
                    <a:pt x="2827100" y="2664122"/>
                  </a:lnTo>
                  <a:lnTo>
                    <a:pt x="2827257" y="2664122"/>
                  </a:lnTo>
                  <a:lnTo>
                    <a:pt x="2827415" y="2664122"/>
                  </a:lnTo>
                  <a:lnTo>
                    <a:pt x="2827415" y="2663691"/>
                  </a:lnTo>
                  <a:lnTo>
                    <a:pt x="2827573" y="2663691"/>
                  </a:lnTo>
                  <a:lnTo>
                    <a:pt x="2827573" y="2663261"/>
                  </a:lnTo>
                  <a:lnTo>
                    <a:pt x="2827731" y="2663261"/>
                  </a:lnTo>
                  <a:lnTo>
                    <a:pt x="2827888" y="2663261"/>
                  </a:lnTo>
                  <a:lnTo>
                    <a:pt x="2828046" y="2663261"/>
                  </a:lnTo>
                  <a:lnTo>
                    <a:pt x="2828204" y="2663261"/>
                  </a:lnTo>
                  <a:lnTo>
                    <a:pt x="2828361" y="2663261"/>
                  </a:lnTo>
                  <a:lnTo>
                    <a:pt x="2828519" y="2663261"/>
                  </a:lnTo>
                  <a:lnTo>
                    <a:pt x="2828519" y="2662830"/>
                  </a:lnTo>
                  <a:lnTo>
                    <a:pt x="2828677" y="2662830"/>
                  </a:lnTo>
                  <a:lnTo>
                    <a:pt x="2828835" y="2662830"/>
                  </a:lnTo>
                  <a:lnTo>
                    <a:pt x="2828992" y="2662830"/>
                  </a:lnTo>
                  <a:lnTo>
                    <a:pt x="2829150" y="2662830"/>
                  </a:lnTo>
                  <a:lnTo>
                    <a:pt x="2829308" y="2662830"/>
                  </a:lnTo>
                  <a:lnTo>
                    <a:pt x="2829465" y="2662830"/>
                  </a:lnTo>
                  <a:lnTo>
                    <a:pt x="2829623" y="2662830"/>
                  </a:lnTo>
                  <a:lnTo>
                    <a:pt x="2829781" y="2662830"/>
                  </a:lnTo>
                  <a:lnTo>
                    <a:pt x="2829939" y="2662830"/>
                  </a:lnTo>
                  <a:lnTo>
                    <a:pt x="2829939" y="2662399"/>
                  </a:lnTo>
                  <a:lnTo>
                    <a:pt x="2829939" y="2661969"/>
                  </a:lnTo>
                  <a:lnTo>
                    <a:pt x="2830096" y="2661969"/>
                  </a:lnTo>
                  <a:lnTo>
                    <a:pt x="2830254" y="2661969"/>
                  </a:lnTo>
                  <a:lnTo>
                    <a:pt x="2830412" y="2661969"/>
                  </a:lnTo>
                  <a:lnTo>
                    <a:pt x="2830569" y="2661969"/>
                  </a:lnTo>
                  <a:lnTo>
                    <a:pt x="2830727" y="2661969"/>
                  </a:lnTo>
                  <a:lnTo>
                    <a:pt x="2830885" y="2661969"/>
                  </a:lnTo>
                  <a:lnTo>
                    <a:pt x="2831043" y="2661969"/>
                  </a:lnTo>
                  <a:lnTo>
                    <a:pt x="2831043" y="2661538"/>
                  </a:lnTo>
                  <a:lnTo>
                    <a:pt x="2831200" y="2661538"/>
                  </a:lnTo>
                  <a:lnTo>
                    <a:pt x="2831200" y="2661108"/>
                  </a:lnTo>
                  <a:lnTo>
                    <a:pt x="2831200" y="2660677"/>
                  </a:lnTo>
                  <a:lnTo>
                    <a:pt x="2831358" y="2660677"/>
                  </a:lnTo>
                  <a:lnTo>
                    <a:pt x="2831516" y="2660677"/>
                  </a:lnTo>
                  <a:lnTo>
                    <a:pt x="2831673" y="2660677"/>
                  </a:lnTo>
                  <a:lnTo>
                    <a:pt x="2831831" y="2660677"/>
                  </a:lnTo>
                  <a:lnTo>
                    <a:pt x="2831831" y="2660246"/>
                  </a:lnTo>
                  <a:lnTo>
                    <a:pt x="2831989" y="2660246"/>
                  </a:lnTo>
                  <a:lnTo>
                    <a:pt x="2832147" y="2660246"/>
                  </a:lnTo>
                  <a:lnTo>
                    <a:pt x="2832304" y="2660246"/>
                  </a:lnTo>
                  <a:lnTo>
                    <a:pt x="2832462" y="2660246"/>
                  </a:lnTo>
                  <a:lnTo>
                    <a:pt x="2832620" y="2660246"/>
                  </a:lnTo>
                  <a:lnTo>
                    <a:pt x="2832777" y="2660246"/>
                  </a:lnTo>
                  <a:lnTo>
                    <a:pt x="2832935" y="2660246"/>
                  </a:lnTo>
                  <a:lnTo>
                    <a:pt x="2833093" y="2660246"/>
                  </a:lnTo>
                  <a:lnTo>
                    <a:pt x="2833251" y="2660246"/>
                  </a:lnTo>
                  <a:lnTo>
                    <a:pt x="2833408" y="2660246"/>
                  </a:lnTo>
                  <a:lnTo>
                    <a:pt x="2833408" y="2659816"/>
                  </a:lnTo>
                  <a:lnTo>
                    <a:pt x="2833566" y="2659816"/>
                  </a:lnTo>
                  <a:lnTo>
                    <a:pt x="2833724" y="2659816"/>
                  </a:lnTo>
                  <a:lnTo>
                    <a:pt x="2833882" y="2659816"/>
                  </a:lnTo>
                  <a:lnTo>
                    <a:pt x="2834039" y="2659816"/>
                  </a:lnTo>
                  <a:lnTo>
                    <a:pt x="2834039" y="2659385"/>
                  </a:lnTo>
                  <a:lnTo>
                    <a:pt x="2834197" y="2659385"/>
                  </a:lnTo>
                  <a:lnTo>
                    <a:pt x="2834197" y="2658955"/>
                  </a:lnTo>
                  <a:lnTo>
                    <a:pt x="2834355" y="2658955"/>
                  </a:lnTo>
                  <a:lnTo>
                    <a:pt x="2834512" y="2658955"/>
                  </a:lnTo>
                  <a:lnTo>
                    <a:pt x="2834670" y="2658955"/>
                  </a:lnTo>
                  <a:lnTo>
                    <a:pt x="2834828" y="2658955"/>
                  </a:lnTo>
                  <a:lnTo>
                    <a:pt x="2834986" y="2658955"/>
                  </a:lnTo>
                  <a:lnTo>
                    <a:pt x="2835143" y="2658955"/>
                  </a:lnTo>
                  <a:lnTo>
                    <a:pt x="2835301" y="2658955"/>
                  </a:lnTo>
                  <a:lnTo>
                    <a:pt x="2835459" y="2658955"/>
                  </a:lnTo>
                  <a:lnTo>
                    <a:pt x="2835616" y="2658955"/>
                  </a:lnTo>
                  <a:lnTo>
                    <a:pt x="2835616" y="2658524"/>
                  </a:lnTo>
                  <a:lnTo>
                    <a:pt x="2835616" y="2658093"/>
                  </a:lnTo>
                  <a:lnTo>
                    <a:pt x="2835774" y="2658093"/>
                  </a:lnTo>
                  <a:lnTo>
                    <a:pt x="2835932" y="2658093"/>
                  </a:lnTo>
                  <a:lnTo>
                    <a:pt x="2836090" y="2658093"/>
                  </a:lnTo>
                  <a:lnTo>
                    <a:pt x="2836090" y="2657663"/>
                  </a:lnTo>
                  <a:lnTo>
                    <a:pt x="2836090" y="2657232"/>
                  </a:lnTo>
                  <a:lnTo>
                    <a:pt x="2836247" y="2657232"/>
                  </a:lnTo>
                  <a:lnTo>
                    <a:pt x="2836405" y="2657232"/>
                  </a:lnTo>
                  <a:lnTo>
                    <a:pt x="2836405" y="2656802"/>
                  </a:lnTo>
                  <a:lnTo>
                    <a:pt x="2836405" y="2656371"/>
                  </a:lnTo>
                  <a:lnTo>
                    <a:pt x="2836563" y="2656371"/>
                  </a:lnTo>
                  <a:lnTo>
                    <a:pt x="2836720" y="2656371"/>
                  </a:lnTo>
                  <a:lnTo>
                    <a:pt x="2836878" y="2656371"/>
                  </a:lnTo>
                  <a:lnTo>
                    <a:pt x="2837036" y="2656371"/>
                  </a:lnTo>
                  <a:lnTo>
                    <a:pt x="2837194" y="2656371"/>
                  </a:lnTo>
                  <a:lnTo>
                    <a:pt x="2837351" y="2656371"/>
                  </a:lnTo>
                  <a:lnTo>
                    <a:pt x="2837509" y="2656371"/>
                  </a:lnTo>
                  <a:lnTo>
                    <a:pt x="2837667" y="2656371"/>
                  </a:lnTo>
                  <a:lnTo>
                    <a:pt x="2837824" y="2656371"/>
                  </a:lnTo>
                  <a:lnTo>
                    <a:pt x="2837982" y="2656371"/>
                  </a:lnTo>
                  <a:lnTo>
                    <a:pt x="2838140" y="2656371"/>
                  </a:lnTo>
                  <a:lnTo>
                    <a:pt x="2838298" y="2656371"/>
                  </a:lnTo>
                  <a:lnTo>
                    <a:pt x="2838455" y="2656371"/>
                  </a:lnTo>
                  <a:lnTo>
                    <a:pt x="2838455" y="2655940"/>
                  </a:lnTo>
                  <a:lnTo>
                    <a:pt x="2838455" y="2655510"/>
                  </a:lnTo>
                  <a:lnTo>
                    <a:pt x="2838455" y="2655079"/>
                  </a:lnTo>
                  <a:lnTo>
                    <a:pt x="2838613" y="2655079"/>
                  </a:lnTo>
                  <a:lnTo>
                    <a:pt x="2838771" y="2655079"/>
                  </a:lnTo>
                  <a:lnTo>
                    <a:pt x="2838929" y="2655079"/>
                  </a:lnTo>
                  <a:lnTo>
                    <a:pt x="2838929" y="2654649"/>
                  </a:lnTo>
                  <a:lnTo>
                    <a:pt x="2838929" y="2654218"/>
                  </a:lnTo>
                  <a:lnTo>
                    <a:pt x="2839086" y="2654218"/>
                  </a:lnTo>
                  <a:lnTo>
                    <a:pt x="2839244" y="2654218"/>
                  </a:lnTo>
                  <a:lnTo>
                    <a:pt x="2839402" y="2654218"/>
                  </a:lnTo>
                  <a:lnTo>
                    <a:pt x="2839559" y="2654218"/>
                  </a:lnTo>
                  <a:lnTo>
                    <a:pt x="2839717" y="2654218"/>
                  </a:lnTo>
                  <a:lnTo>
                    <a:pt x="2839875" y="2654218"/>
                  </a:lnTo>
                  <a:lnTo>
                    <a:pt x="2840033" y="2654218"/>
                  </a:lnTo>
                  <a:lnTo>
                    <a:pt x="2840190" y="2654218"/>
                  </a:lnTo>
                  <a:lnTo>
                    <a:pt x="2840348" y="2654218"/>
                  </a:lnTo>
                  <a:lnTo>
                    <a:pt x="2840348" y="2653787"/>
                  </a:lnTo>
                  <a:lnTo>
                    <a:pt x="2840506" y="2653787"/>
                  </a:lnTo>
                  <a:lnTo>
                    <a:pt x="2840506" y="2653357"/>
                  </a:lnTo>
                  <a:lnTo>
                    <a:pt x="2840663" y="2653357"/>
                  </a:lnTo>
                  <a:lnTo>
                    <a:pt x="2840821" y="2653357"/>
                  </a:lnTo>
                  <a:lnTo>
                    <a:pt x="2840979" y="2653357"/>
                  </a:lnTo>
                  <a:lnTo>
                    <a:pt x="2841137" y="2653357"/>
                  </a:lnTo>
                  <a:lnTo>
                    <a:pt x="2841294" y="2653357"/>
                  </a:lnTo>
                  <a:lnTo>
                    <a:pt x="2841294" y="2652926"/>
                  </a:lnTo>
                  <a:lnTo>
                    <a:pt x="2841452" y="2652926"/>
                  </a:lnTo>
                  <a:lnTo>
                    <a:pt x="2841610" y="2652926"/>
                  </a:lnTo>
                  <a:lnTo>
                    <a:pt x="2841767" y="2652926"/>
                  </a:lnTo>
                  <a:lnTo>
                    <a:pt x="2841925" y="2652926"/>
                  </a:lnTo>
                  <a:lnTo>
                    <a:pt x="2842083" y="2652926"/>
                  </a:lnTo>
                  <a:lnTo>
                    <a:pt x="2842241" y="2652926"/>
                  </a:lnTo>
                  <a:lnTo>
                    <a:pt x="2842398" y="2652926"/>
                  </a:lnTo>
                  <a:lnTo>
                    <a:pt x="2842556" y="2652926"/>
                  </a:lnTo>
                  <a:lnTo>
                    <a:pt x="2842714" y="2652926"/>
                  </a:lnTo>
                  <a:lnTo>
                    <a:pt x="2842871" y="2652926"/>
                  </a:lnTo>
                  <a:lnTo>
                    <a:pt x="2843029" y="2652926"/>
                  </a:lnTo>
                  <a:lnTo>
                    <a:pt x="2843187" y="2652926"/>
                  </a:lnTo>
                  <a:lnTo>
                    <a:pt x="2843345" y="2652926"/>
                  </a:lnTo>
                  <a:lnTo>
                    <a:pt x="2843502" y="2652926"/>
                  </a:lnTo>
                  <a:lnTo>
                    <a:pt x="2843660" y="2652926"/>
                  </a:lnTo>
                  <a:lnTo>
                    <a:pt x="2843818" y="2652926"/>
                  </a:lnTo>
                  <a:lnTo>
                    <a:pt x="2843975" y="2652926"/>
                  </a:lnTo>
                  <a:lnTo>
                    <a:pt x="2844133" y="2652926"/>
                  </a:lnTo>
                  <a:lnTo>
                    <a:pt x="2844133" y="2652496"/>
                  </a:lnTo>
                  <a:lnTo>
                    <a:pt x="2844133" y="2652065"/>
                  </a:lnTo>
                  <a:lnTo>
                    <a:pt x="2844291" y="2652065"/>
                  </a:lnTo>
                  <a:lnTo>
                    <a:pt x="2844291" y="2651634"/>
                  </a:lnTo>
                  <a:lnTo>
                    <a:pt x="2844449" y="2651634"/>
                  </a:lnTo>
                  <a:lnTo>
                    <a:pt x="2844606" y="2651634"/>
                  </a:lnTo>
                  <a:lnTo>
                    <a:pt x="2844606" y="2651204"/>
                  </a:lnTo>
                  <a:lnTo>
                    <a:pt x="2844764" y="2651204"/>
                  </a:lnTo>
                  <a:lnTo>
                    <a:pt x="2844922" y="2651204"/>
                  </a:lnTo>
                  <a:lnTo>
                    <a:pt x="2845080" y="2651204"/>
                  </a:lnTo>
                  <a:lnTo>
                    <a:pt x="2845237" y="2651204"/>
                  </a:lnTo>
                  <a:lnTo>
                    <a:pt x="2845395" y="2651204"/>
                  </a:lnTo>
                  <a:lnTo>
                    <a:pt x="2845395" y="2650773"/>
                  </a:lnTo>
                  <a:lnTo>
                    <a:pt x="2845553" y="2650773"/>
                  </a:lnTo>
                  <a:lnTo>
                    <a:pt x="2845710" y="2650773"/>
                  </a:lnTo>
                  <a:lnTo>
                    <a:pt x="2845868" y="2650773"/>
                  </a:lnTo>
                  <a:lnTo>
                    <a:pt x="2846026" y="2650773"/>
                  </a:lnTo>
                  <a:lnTo>
                    <a:pt x="2846184" y="2650773"/>
                  </a:lnTo>
                  <a:lnTo>
                    <a:pt x="2846341" y="2650773"/>
                  </a:lnTo>
                  <a:lnTo>
                    <a:pt x="2846499" y="2650773"/>
                  </a:lnTo>
                  <a:lnTo>
                    <a:pt x="2846657" y="2650773"/>
                  </a:lnTo>
                  <a:lnTo>
                    <a:pt x="2846814" y="2650773"/>
                  </a:lnTo>
                  <a:lnTo>
                    <a:pt x="2846814" y="2650343"/>
                  </a:lnTo>
                  <a:lnTo>
                    <a:pt x="2846972" y="2650343"/>
                  </a:lnTo>
                  <a:lnTo>
                    <a:pt x="2847130" y="2650343"/>
                  </a:lnTo>
                  <a:lnTo>
                    <a:pt x="2847130" y="2649912"/>
                  </a:lnTo>
                  <a:lnTo>
                    <a:pt x="2847130" y="2649481"/>
                  </a:lnTo>
                  <a:lnTo>
                    <a:pt x="2847130" y="2649051"/>
                  </a:lnTo>
                  <a:lnTo>
                    <a:pt x="2847288" y="2649051"/>
                  </a:lnTo>
                  <a:lnTo>
                    <a:pt x="2847445" y="2649051"/>
                  </a:lnTo>
                  <a:lnTo>
                    <a:pt x="2847445" y="2648620"/>
                  </a:lnTo>
                  <a:lnTo>
                    <a:pt x="2847603" y="2648620"/>
                  </a:lnTo>
                  <a:lnTo>
                    <a:pt x="2847761" y="2648620"/>
                  </a:lnTo>
                  <a:lnTo>
                    <a:pt x="2847761" y="2648190"/>
                  </a:lnTo>
                  <a:lnTo>
                    <a:pt x="2847761" y="2647759"/>
                  </a:lnTo>
                  <a:lnTo>
                    <a:pt x="2847918" y="2647759"/>
                  </a:lnTo>
                  <a:lnTo>
                    <a:pt x="2848076" y="2647759"/>
                  </a:lnTo>
                  <a:lnTo>
                    <a:pt x="2848234" y="2647759"/>
                  </a:lnTo>
                  <a:lnTo>
                    <a:pt x="2848234" y="2647328"/>
                  </a:lnTo>
                  <a:lnTo>
                    <a:pt x="2848234" y="2646898"/>
                  </a:lnTo>
                  <a:lnTo>
                    <a:pt x="2848392" y="2646898"/>
                  </a:lnTo>
                  <a:lnTo>
                    <a:pt x="2848549" y="2646898"/>
                  </a:lnTo>
                  <a:lnTo>
                    <a:pt x="2848707" y="2646898"/>
                  </a:lnTo>
                  <a:lnTo>
                    <a:pt x="2848865" y="2646898"/>
                  </a:lnTo>
                  <a:lnTo>
                    <a:pt x="2849022" y="2646898"/>
                  </a:lnTo>
                  <a:lnTo>
                    <a:pt x="2849180" y="2646898"/>
                  </a:lnTo>
                  <a:lnTo>
                    <a:pt x="2849180" y="2646467"/>
                  </a:lnTo>
                  <a:lnTo>
                    <a:pt x="2849338" y="2646467"/>
                  </a:lnTo>
                  <a:lnTo>
                    <a:pt x="2849496" y="2646467"/>
                  </a:lnTo>
                  <a:lnTo>
                    <a:pt x="2849653" y="2646467"/>
                  </a:lnTo>
                  <a:lnTo>
                    <a:pt x="2849653" y="2646037"/>
                  </a:lnTo>
                  <a:lnTo>
                    <a:pt x="2849653" y="2645606"/>
                  </a:lnTo>
                  <a:lnTo>
                    <a:pt x="2849653" y="2645175"/>
                  </a:lnTo>
                  <a:lnTo>
                    <a:pt x="2849811" y="2645175"/>
                  </a:lnTo>
                  <a:lnTo>
                    <a:pt x="2849969" y="2645175"/>
                  </a:lnTo>
                  <a:lnTo>
                    <a:pt x="2850127" y="2645175"/>
                  </a:lnTo>
                  <a:lnTo>
                    <a:pt x="2850284" y="2645175"/>
                  </a:lnTo>
                  <a:lnTo>
                    <a:pt x="2850442" y="2645175"/>
                  </a:lnTo>
                  <a:lnTo>
                    <a:pt x="2850442" y="2644745"/>
                  </a:lnTo>
                  <a:lnTo>
                    <a:pt x="2850442" y="2644314"/>
                  </a:lnTo>
                  <a:lnTo>
                    <a:pt x="2850600" y="2644314"/>
                  </a:lnTo>
                  <a:lnTo>
                    <a:pt x="2850757" y="2644314"/>
                  </a:lnTo>
                  <a:lnTo>
                    <a:pt x="2850915" y="2644314"/>
                  </a:lnTo>
                  <a:lnTo>
                    <a:pt x="2851073" y="2644314"/>
                  </a:lnTo>
                  <a:lnTo>
                    <a:pt x="2851231" y="2644314"/>
                  </a:lnTo>
                  <a:lnTo>
                    <a:pt x="2851231" y="2643884"/>
                  </a:lnTo>
                  <a:lnTo>
                    <a:pt x="2851388" y="2643884"/>
                  </a:lnTo>
                  <a:lnTo>
                    <a:pt x="2851546" y="2643884"/>
                  </a:lnTo>
                  <a:lnTo>
                    <a:pt x="2851704" y="2643884"/>
                  </a:lnTo>
                  <a:lnTo>
                    <a:pt x="2851861" y="2643884"/>
                  </a:lnTo>
                  <a:lnTo>
                    <a:pt x="2852019" y="2643884"/>
                  </a:lnTo>
                  <a:lnTo>
                    <a:pt x="2852177" y="2643884"/>
                  </a:lnTo>
                  <a:lnTo>
                    <a:pt x="2852335" y="2643884"/>
                  </a:lnTo>
                  <a:lnTo>
                    <a:pt x="2852492" y="2643884"/>
                  </a:lnTo>
                  <a:lnTo>
                    <a:pt x="2852492" y="2643453"/>
                  </a:lnTo>
                  <a:lnTo>
                    <a:pt x="2852650" y="2643453"/>
                  </a:lnTo>
                  <a:lnTo>
                    <a:pt x="2852650" y="2643022"/>
                  </a:lnTo>
                  <a:lnTo>
                    <a:pt x="2852808" y="2643022"/>
                  </a:lnTo>
                  <a:lnTo>
                    <a:pt x="2852808" y="2642592"/>
                  </a:lnTo>
                  <a:lnTo>
                    <a:pt x="2852808" y="2642161"/>
                  </a:lnTo>
                  <a:lnTo>
                    <a:pt x="2852965" y="2642161"/>
                  </a:lnTo>
                  <a:lnTo>
                    <a:pt x="2853123" y="2642161"/>
                  </a:lnTo>
                  <a:lnTo>
                    <a:pt x="2853281" y="2642161"/>
                  </a:lnTo>
                  <a:lnTo>
                    <a:pt x="2853281" y="2641731"/>
                  </a:lnTo>
                  <a:lnTo>
                    <a:pt x="2853439" y="2641731"/>
                  </a:lnTo>
                  <a:lnTo>
                    <a:pt x="2853596" y="2641731"/>
                  </a:lnTo>
                  <a:lnTo>
                    <a:pt x="2853754" y="2641731"/>
                  </a:lnTo>
                  <a:lnTo>
                    <a:pt x="2853912" y="2641731"/>
                  </a:lnTo>
                  <a:lnTo>
                    <a:pt x="2854069" y="2641731"/>
                  </a:lnTo>
                  <a:lnTo>
                    <a:pt x="2854227" y="2641731"/>
                  </a:lnTo>
                  <a:lnTo>
                    <a:pt x="2854385" y="2641731"/>
                  </a:lnTo>
                  <a:lnTo>
                    <a:pt x="2854385" y="2641300"/>
                  </a:lnTo>
                  <a:lnTo>
                    <a:pt x="2854543" y="2641300"/>
                  </a:lnTo>
                  <a:lnTo>
                    <a:pt x="2854700" y="2641300"/>
                  </a:lnTo>
                  <a:lnTo>
                    <a:pt x="2854858" y="2641300"/>
                  </a:lnTo>
                  <a:lnTo>
                    <a:pt x="2854858" y="2640869"/>
                  </a:lnTo>
                  <a:lnTo>
                    <a:pt x="2855016" y="2640869"/>
                  </a:lnTo>
                  <a:lnTo>
                    <a:pt x="2855173" y="2640869"/>
                  </a:lnTo>
                  <a:lnTo>
                    <a:pt x="2855331" y="2640869"/>
                  </a:lnTo>
                  <a:lnTo>
                    <a:pt x="2855489" y="2640869"/>
                  </a:lnTo>
                  <a:lnTo>
                    <a:pt x="2855647" y="2640869"/>
                  </a:lnTo>
                  <a:lnTo>
                    <a:pt x="2855804" y="2640869"/>
                  </a:lnTo>
                  <a:lnTo>
                    <a:pt x="2855962" y="2640869"/>
                  </a:lnTo>
                  <a:lnTo>
                    <a:pt x="2856120" y="2640869"/>
                  </a:lnTo>
                  <a:lnTo>
                    <a:pt x="2856278" y="2640869"/>
                  </a:lnTo>
                  <a:lnTo>
                    <a:pt x="2856278" y="2640439"/>
                  </a:lnTo>
                  <a:lnTo>
                    <a:pt x="2856435" y="2640439"/>
                  </a:lnTo>
                  <a:lnTo>
                    <a:pt x="2856435" y="2640008"/>
                  </a:lnTo>
                  <a:lnTo>
                    <a:pt x="2856593" y="2640008"/>
                  </a:lnTo>
                  <a:lnTo>
                    <a:pt x="2856751" y="2640008"/>
                  </a:lnTo>
                  <a:lnTo>
                    <a:pt x="2856908" y="2640008"/>
                  </a:lnTo>
                  <a:lnTo>
                    <a:pt x="2857066" y="2640008"/>
                  </a:lnTo>
                  <a:lnTo>
                    <a:pt x="2857224" y="2640008"/>
                  </a:lnTo>
                  <a:lnTo>
                    <a:pt x="2857382" y="2640008"/>
                  </a:lnTo>
                  <a:lnTo>
                    <a:pt x="2857539" y="2640008"/>
                  </a:lnTo>
                  <a:lnTo>
                    <a:pt x="2857697" y="2640008"/>
                  </a:lnTo>
                  <a:lnTo>
                    <a:pt x="2857855" y="2640008"/>
                  </a:lnTo>
                  <a:lnTo>
                    <a:pt x="2857855" y="2639578"/>
                  </a:lnTo>
                  <a:lnTo>
                    <a:pt x="2858012" y="2639578"/>
                  </a:lnTo>
                  <a:lnTo>
                    <a:pt x="2858170" y="2639578"/>
                  </a:lnTo>
                  <a:lnTo>
                    <a:pt x="2858328" y="2639578"/>
                  </a:lnTo>
                  <a:lnTo>
                    <a:pt x="2858486" y="2639578"/>
                  </a:lnTo>
                  <a:lnTo>
                    <a:pt x="2858643" y="2639578"/>
                  </a:lnTo>
                  <a:lnTo>
                    <a:pt x="2858801" y="2639578"/>
                  </a:lnTo>
                  <a:lnTo>
                    <a:pt x="2858959" y="2639578"/>
                  </a:lnTo>
                  <a:lnTo>
                    <a:pt x="2859116" y="2639578"/>
                  </a:lnTo>
                  <a:lnTo>
                    <a:pt x="2859274" y="2639578"/>
                  </a:lnTo>
                  <a:lnTo>
                    <a:pt x="2859432" y="2639578"/>
                  </a:lnTo>
                  <a:lnTo>
                    <a:pt x="2859590" y="2639578"/>
                  </a:lnTo>
                  <a:lnTo>
                    <a:pt x="2859747" y="2639578"/>
                  </a:lnTo>
                  <a:lnTo>
                    <a:pt x="2859747" y="2639147"/>
                  </a:lnTo>
                  <a:lnTo>
                    <a:pt x="2859905" y="2639147"/>
                  </a:lnTo>
                  <a:lnTo>
                    <a:pt x="2860063" y="2639147"/>
                  </a:lnTo>
                  <a:lnTo>
                    <a:pt x="2860220" y="2639147"/>
                  </a:lnTo>
                  <a:lnTo>
                    <a:pt x="2860378" y="2639147"/>
                  </a:lnTo>
                  <a:lnTo>
                    <a:pt x="2860536" y="2639147"/>
                  </a:lnTo>
                  <a:lnTo>
                    <a:pt x="2860694" y="2639147"/>
                  </a:lnTo>
                  <a:lnTo>
                    <a:pt x="2860694" y="2638716"/>
                  </a:lnTo>
                  <a:lnTo>
                    <a:pt x="2860694" y="2638286"/>
                  </a:lnTo>
                  <a:lnTo>
                    <a:pt x="2860851" y="2638286"/>
                  </a:lnTo>
                  <a:lnTo>
                    <a:pt x="2861009" y="2638286"/>
                  </a:lnTo>
                  <a:lnTo>
                    <a:pt x="2861167" y="2638286"/>
                  </a:lnTo>
                  <a:lnTo>
                    <a:pt x="2861167" y="2637855"/>
                  </a:lnTo>
                  <a:lnTo>
                    <a:pt x="2861167" y="2637425"/>
                  </a:lnTo>
                  <a:lnTo>
                    <a:pt x="2861325" y="2637425"/>
                  </a:lnTo>
                  <a:lnTo>
                    <a:pt x="2861482" y="2637425"/>
                  </a:lnTo>
                  <a:lnTo>
                    <a:pt x="2861640" y="2637425"/>
                  </a:lnTo>
                  <a:lnTo>
                    <a:pt x="2861798" y="2637425"/>
                  </a:lnTo>
                  <a:lnTo>
                    <a:pt x="2861955" y="2637425"/>
                  </a:lnTo>
                  <a:lnTo>
                    <a:pt x="2862113" y="2637425"/>
                  </a:lnTo>
                  <a:lnTo>
                    <a:pt x="2862113" y="2636994"/>
                  </a:lnTo>
                  <a:lnTo>
                    <a:pt x="2862271" y="2636994"/>
                  </a:lnTo>
                  <a:lnTo>
                    <a:pt x="2862429" y="2636994"/>
                  </a:lnTo>
                  <a:lnTo>
                    <a:pt x="2862586" y="2636994"/>
                  </a:lnTo>
                  <a:lnTo>
                    <a:pt x="2862744" y="2636994"/>
                  </a:lnTo>
                  <a:lnTo>
                    <a:pt x="2862902" y="2636994"/>
                  </a:lnTo>
                  <a:lnTo>
                    <a:pt x="2862902" y="2636563"/>
                  </a:lnTo>
                  <a:lnTo>
                    <a:pt x="2862902" y="2636133"/>
                  </a:lnTo>
                  <a:lnTo>
                    <a:pt x="2862902" y="2635702"/>
                  </a:lnTo>
                  <a:lnTo>
                    <a:pt x="2863059" y="2635702"/>
                  </a:lnTo>
                  <a:lnTo>
                    <a:pt x="2863059" y="2635272"/>
                  </a:lnTo>
                  <a:lnTo>
                    <a:pt x="2863217" y="2635272"/>
                  </a:lnTo>
                  <a:lnTo>
                    <a:pt x="2863375" y="2635272"/>
                  </a:lnTo>
                  <a:lnTo>
                    <a:pt x="2863375" y="2634841"/>
                  </a:lnTo>
                  <a:lnTo>
                    <a:pt x="2863375" y="2634410"/>
                  </a:lnTo>
                  <a:lnTo>
                    <a:pt x="2863375" y="2633980"/>
                  </a:lnTo>
                  <a:lnTo>
                    <a:pt x="2863533" y="2633980"/>
                  </a:lnTo>
                  <a:lnTo>
                    <a:pt x="2863690" y="2633980"/>
                  </a:lnTo>
                  <a:lnTo>
                    <a:pt x="2863848" y="2633980"/>
                  </a:lnTo>
                  <a:lnTo>
                    <a:pt x="2864006" y="2633980"/>
                  </a:lnTo>
                  <a:lnTo>
                    <a:pt x="2864163" y="2633980"/>
                  </a:lnTo>
                  <a:lnTo>
                    <a:pt x="2864163" y="2633549"/>
                  </a:lnTo>
                  <a:lnTo>
                    <a:pt x="2864321" y="2633549"/>
                  </a:lnTo>
                  <a:lnTo>
                    <a:pt x="2864479" y="2633549"/>
                  </a:lnTo>
                  <a:lnTo>
                    <a:pt x="2864637" y="2633549"/>
                  </a:lnTo>
                  <a:lnTo>
                    <a:pt x="2864794" y="2633549"/>
                  </a:lnTo>
                  <a:lnTo>
                    <a:pt x="2864952" y="2633549"/>
                  </a:lnTo>
                  <a:lnTo>
                    <a:pt x="2865110" y="2633549"/>
                  </a:lnTo>
                  <a:lnTo>
                    <a:pt x="2865267" y="2633549"/>
                  </a:lnTo>
                  <a:lnTo>
                    <a:pt x="2865425" y="2633549"/>
                  </a:lnTo>
                  <a:lnTo>
                    <a:pt x="2865583" y="2633549"/>
                  </a:lnTo>
                  <a:lnTo>
                    <a:pt x="2865741" y="2633549"/>
                  </a:lnTo>
                  <a:lnTo>
                    <a:pt x="2865898" y="2633549"/>
                  </a:lnTo>
                  <a:lnTo>
                    <a:pt x="2866056" y="2633549"/>
                  </a:lnTo>
                  <a:lnTo>
                    <a:pt x="2866214" y="2633549"/>
                  </a:lnTo>
                  <a:lnTo>
                    <a:pt x="2866214" y="2633119"/>
                  </a:lnTo>
                  <a:lnTo>
                    <a:pt x="2866371" y="2633119"/>
                  </a:lnTo>
                  <a:lnTo>
                    <a:pt x="2866529" y="2633119"/>
                  </a:lnTo>
                  <a:lnTo>
                    <a:pt x="2866687" y="2633119"/>
                  </a:lnTo>
                  <a:lnTo>
                    <a:pt x="2866845" y="2633119"/>
                  </a:lnTo>
                  <a:lnTo>
                    <a:pt x="2867002" y="2633119"/>
                  </a:lnTo>
                  <a:lnTo>
                    <a:pt x="2867160" y="2633119"/>
                  </a:lnTo>
                  <a:lnTo>
                    <a:pt x="2867318" y="2633119"/>
                  </a:lnTo>
                  <a:lnTo>
                    <a:pt x="2867476" y="2633119"/>
                  </a:lnTo>
                  <a:lnTo>
                    <a:pt x="2867476" y="2632688"/>
                  </a:lnTo>
                  <a:lnTo>
                    <a:pt x="2867633" y="2632688"/>
                  </a:lnTo>
                  <a:lnTo>
                    <a:pt x="2867791" y="2632688"/>
                  </a:lnTo>
                  <a:lnTo>
                    <a:pt x="2867949" y="2632688"/>
                  </a:lnTo>
                  <a:lnTo>
                    <a:pt x="2868106" y="2632688"/>
                  </a:lnTo>
                  <a:lnTo>
                    <a:pt x="2868106" y="2632257"/>
                  </a:lnTo>
                  <a:lnTo>
                    <a:pt x="2868264" y="2632257"/>
                  </a:lnTo>
                  <a:lnTo>
                    <a:pt x="2868422" y="2632257"/>
                  </a:lnTo>
                  <a:lnTo>
                    <a:pt x="2868422" y="2631827"/>
                  </a:lnTo>
                  <a:lnTo>
                    <a:pt x="2868580" y="2631827"/>
                  </a:lnTo>
                  <a:lnTo>
                    <a:pt x="2868737" y="2631827"/>
                  </a:lnTo>
                  <a:lnTo>
                    <a:pt x="2868737" y="2631396"/>
                  </a:lnTo>
                  <a:lnTo>
                    <a:pt x="2868895" y="2631396"/>
                  </a:lnTo>
                  <a:lnTo>
                    <a:pt x="2869053" y="2631396"/>
                  </a:lnTo>
                  <a:lnTo>
                    <a:pt x="2869210" y="2631396"/>
                  </a:lnTo>
                  <a:lnTo>
                    <a:pt x="2869368" y="2631396"/>
                  </a:lnTo>
                  <a:lnTo>
                    <a:pt x="2869526" y="2631396"/>
                  </a:lnTo>
                  <a:lnTo>
                    <a:pt x="2869526" y="2630966"/>
                  </a:lnTo>
                  <a:lnTo>
                    <a:pt x="2869684" y="2630966"/>
                  </a:lnTo>
                  <a:lnTo>
                    <a:pt x="2869841" y="2630966"/>
                  </a:lnTo>
                  <a:lnTo>
                    <a:pt x="2869841" y="2630535"/>
                  </a:lnTo>
                  <a:lnTo>
                    <a:pt x="2869841" y="2630104"/>
                  </a:lnTo>
                  <a:lnTo>
                    <a:pt x="2869999" y="2630104"/>
                  </a:lnTo>
                  <a:lnTo>
                    <a:pt x="2870157" y="2630104"/>
                  </a:lnTo>
                  <a:lnTo>
                    <a:pt x="2870314" y="2630104"/>
                  </a:lnTo>
                  <a:lnTo>
                    <a:pt x="2870314" y="2629674"/>
                  </a:lnTo>
                  <a:lnTo>
                    <a:pt x="2870314" y="2629243"/>
                  </a:lnTo>
                  <a:lnTo>
                    <a:pt x="2870314" y="2628813"/>
                  </a:lnTo>
                  <a:lnTo>
                    <a:pt x="2870472" y="2628813"/>
                  </a:lnTo>
                  <a:lnTo>
                    <a:pt x="2870630" y="2628813"/>
                  </a:lnTo>
                  <a:lnTo>
                    <a:pt x="2870788" y="2628813"/>
                  </a:lnTo>
                  <a:lnTo>
                    <a:pt x="2870788" y="2628382"/>
                  </a:lnTo>
                  <a:lnTo>
                    <a:pt x="2870788" y="2627951"/>
                  </a:lnTo>
                  <a:lnTo>
                    <a:pt x="2870788" y="2627521"/>
                  </a:lnTo>
                  <a:lnTo>
                    <a:pt x="2870945" y="2627521"/>
                  </a:lnTo>
                  <a:lnTo>
                    <a:pt x="2871103" y="2627521"/>
                  </a:lnTo>
                  <a:lnTo>
                    <a:pt x="2871261" y="2627521"/>
                  </a:lnTo>
                  <a:lnTo>
                    <a:pt x="2871418" y="2627521"/>
                  </a:lnTo>
                  <a:lnTo>
                    <a:pt x="2871576" y="2627521"/>
                  </a:lnTo>
                  <a:lnTo>
                    <a:pt x="2871734" y="2627521"/>
                  </a:lnTo>
                  <a:lnTo>
                    <a:pt x="2871892" y="2627521"/>
                  </a:lnTo>
                  <a:lnTo>
                    <a:pt x="2872049" y="2627521"/>
                  </a:lnTo>
                  <a:lnTo>
                    <a:pt x="2872207" y="2627521"/>
                  </a:lnTo>
                  <a:lnTo>
                    <a:pt x="2872365" y="2627521"/>
                  </a:lnTo>
                  <a:lnTo>
                    <a:pt x="2872523" y="2627521"/>
                  </a:lnTo>
                  <a:lnTo>
                    <a:pt x="2872680" y="2627521"/>
                  </a:lnTo>
                  <a:lnTo>
                    <a:pt x="2872838" y="2627521"/>
                  </a:lnTo>
                  <a:lnTo>
                    <a:pt x="2872996" y="2627521"/>
                  </a:lnTo>
                  <a:lnTo>
                    <a:pt x="2873153" y="2627521"/>
                  </a:lnTo>
                  <a:lnTo>
                    <a:pt x="2873311" y="2627521"/>
                  </a:lnTo>
                  <a:lnTo>
                    <a:pt x="2873311" y="2627090"/>
                  </a:lnTo>
                  <a:lnTo>
                    <a:pt x="2873469" y="2627090"/>
                  </a:lnTo>
                  <a:lnTo>
                    <a:pt x="2873469" y="2626660"/>
                  </a:lnTo>
                  <a:lnTo>
                    <a:pt x="2873627" y="2626660"/>
                  </a:lnTo>
                  <a:lnTo>
                    <a:pt x="2873784" y="2626660"/>
                  </a:lnTo>
                  <a:lnTo>
                    <a:pt x="2873942" y="2626660"/>
                  </a:lnTo>
                  <a:lnTo>
                    <a:pt x="2874100" y="2626660"/>
                  </a:lnTo>
                  <a:lnTo>
                    <a:pt x="2874257" y="2626660"/>
                  </a:lnTo>
                  <a:lnTo>
                    <a:pt x="2874257" y="2626229"/>
                  </a:lnTo>
                  <a:lnTo>
                    <a:pt x="2874415" y="2626229"/>
                  </a:lnTo>
                  <a:lnTo>
                    <a:pt x="2874415" y="2625798"/>
                  </a:lnTo>
                  <a:lnTo>
                    <a:pt x="2874573" y="2625798"/>
                  </a:lnTo>
                  <a:lnTo>
                    <a:pt x="2874731" y="2625798"/>
                  </a:lnTo>
                  <a:lnTo>
                    <a:pt x="2874888" y="2625798"/>
                  </a:lnTo>
                  <a:lnTo>
                    <a:pt x="2875046" y="2625798"/>
                  </a:lnTo>
                  <a:lnTo>
                    <a:pt x="2875046" y="2625368"/>
                  </a:lnTo>
                  <a:lnTo>
                    <a:pt x="2875204" y="2625368"/>
                  </a:lnTo>
                  <a:lnTo>
                    <a:pt x="2875204" y="2624937"/>
                  </a:lnTo>
                  <a:lnTo>
                    <a:pt x="2875361" y="2624937"/>
                  </a:lnTo>
                  <a:lnTo>
                    <a:pt x="2875361" y="2624507"/>
                  </a:lnTo>
                  <a:lnTo>
                    <a:pt x="2875361" y="2624076"/>
                  </a:lnTo>
                  <a:lnTo>
                    <a:pt x="2875519" y="2624076"/>
                  </a:lnTo>
                  <a:lnTo>
                    <a:pt x="2875677" y="2624076"/>
                  </a:lnTo>
                  <a:lnTo>
                    <a:pt x="2875835" y="2624076"/>
                  </a:lnTo>
                  <a:lnTo>
                    <a:pt x="2875992" y="2624076"/>
                  </a:lnTo>
                  <a:lnTo>
                    <a:pt x="2876150" y="2624076"/>
                  </a:lnTo>
                  <a:lnTo>
                    <a:pt x="2876308" y="2624076"/>
                  </a:lnTo>
                  <a:lnTo>
                    <a:pt x="2876465" y="2624076"/>
                  </a:lnTo>
                  <a:lnTo>
                    <a:pt x="2876623" y="2624076"/>
                  </a:lnTo>
                  <a:lnTo>
                    <a:pt x="2876623" y="2623645"/>
                  </a:lnTo>
                  <a:lnTo>
                    <a:pt x="2876623" y="2623215"/>
                  </a:lnTo>
                  <a:lnTo>
                    <a:pt x="2876781" y="2623215"/>
                  </a:lnTo>
                  <a:lnTo>
                    <a:pt x="2876939" y="2623215"/>
                  </a:lnTo>
                  <a:lnTo>
                    <a:pt x="2877096" y="2623215"/>
                  </a:lnTo>
                  <a:lnTo>
                    <a:pt x="2877254" y="2623215"/>
                  </a:lnTo>
                  <a:lnTo>
                    <a:pt x="2877412" y="2623215"/>
                  </a:lnTo>
                  <a:lnTo>
                    <a:pt x="2877569" y="2623215"/>
                  </a:lnTo>
                  <a:lnTo>
                    <a:pt x="2877569" y="2622784"/>
                  </a:lnTo>
                  <a:lnTo>
                    <a:pt x="2877727" y="2622784"/>
                  </a:lnTo>
                  <a:lnTo>
                    <a:pt x="2877885" y="2622784"/>
                  </a:lnTo>
                  <a:lnTo>
                    <a:pt x="2878043" y="2622784"/>
                  </a:lnTo>
                  <a:lnTo>
                    <a:pt x="2878200" y="2622784"/>
                  </a:lnTo>
                  <a:lnTo>
                    <a:pt x="2878358" y="2622784"/>
                  </a:lnTo>
                  <a:lnTo>
                    <a:pt x="2878516" y="2622784"/>
                  </a:lnTo>
                  <a:lnTo>
                    <a:pt x="2878674" y="2622784"/>
                  </a:lnTo>
                  <a:lnTo>
                    <a:pt x="2878831" y="2622784"/>
                  </a:lnTo>
                  <a:lnTo>
                    <a:pt x="2878989" y="2622784"/>
                  </a:lnTo>
                  <a:lnTo>
                    <a:pt x="2878989" y="2622354"/>
                  </a:lnTo>
                  <a:lnTo>
                    <a:pt x="2879147" y="2622354"/>
                  </a:lnTo>
                  <a:lnTo>
                    <a:pt x="2879304" y="2622354"/>
                  </a:lnTo>
                  <a:lnTo>
                    <a:pt x="2879304" y="2621923"/>
                  </a:lnTo>
                  <a:lnTo>
                    <a:pt x="2879462" y="2621923"/>
                  </a:lnTo>
                  <a:lnTo>
                    <a:pt x="2879620" y="2621923"/>
                  </a:lnTo>
                  <a:lnTo>
                    <a:pt x="2879620" y="2621492"/>
                  </a:lnTo>
                  <a:lnTo>
                    <a:pt x="2879778" y="2621492"/>
                  </a:lnTo>
                  <a:lnTo>
                    <a:pt x="2879935" y="2621492"/>
                  </a:lnTo>
                  <a:lnTo>
                    <a:pt x="2880093" y="2621492"/>
                  </a:lnTo>
                  <a:lnTo>
                    <a:pt x="2880251" y="2621492"/>
                  </a:lnTo>
                  <a:lnTo>
                    <a:pt x="2880408" y="2621492"/>
                  </a:lnTo>
                  <a:lnTo>
                    <a:pt x="2880566" y="2621492"/>
                  </a:lnTo>
                  <a:lnTo>
                    <a:pt x="2880724" y="2621492"/>
                  </a:lnTo>
                  <a:lnTo>
                    <a:pt x="2880882" y="2621492"/>
                  </a:lnTo>
                  <a:lnTo>
                    <a:pt x="2881039" y="2621492"/>
                  </a:lnTo>
                  <a:lnTo>
                    <a:pt x="2881197" y="2621492"/>
                  </a:lnTo>
                  <a:lnTo>
                    <a:pt x="2881355" y="2621492"/>
                  </a:lnTo>
                  <a:lnTo>
                    <a:pt x="2881512" y="2621492"/>
                  </a:lnTo>
                  <a:lnTo>
                    <a:pt x="2881512" y="2621062"/>
                  </a:lnTo>
                  <a:lnTo>
                    <a:pt x="2881670" y="2621062"/>
                  </a:lnTo>
                  <a:lnTo>
                    <a:pt x="2881828" y="2621062"/>
                  </a:lnTo>
                  <a:lnTo>
                    <a:pt x="2881986" y="2621062"/>
                  </a:lnTo>
                  <a:lnTo>
                    <a:pt x="2882143" y="2621062"/>
                  </a:lnTo>
                  <a:lnTo>
                    <a:pt x="2882301" y="2621062"/>
                  </a:lnTo>
                  <a:lnTo>
                    <a:pt x="2882301" y="2620631"/>
                  </a:lnTo>
                  <a:lnTo>
                    <a:pt x="2882459" y="2620631"/>
                  </a:lnTo>
                  <a:lnTo>
                    <a:pt x="2882616" y="2620631"/>
                  </a:lnTo>
                  <a:lnTo>
                    <a:pt x="2882774" y="2620631"/>
                  </a:lnTo>
                  <a:lnTo>
                    <a:pt x="2882932" y="2620631"/>
                  </a:lnTo>
                  <a:lnTo>
                    <a:pt x="2883090" y="2620631"/>
                  </a:lnTo>
                  <a:lnTo>
                    <a:pt x="2883090" y="2620201"/>
                  </a:lnTo>
                  <a:lnTo>
                    <a:pt x="2883247" y="2620201"/>
                  </a:lnTo>
                  <a:lnTo>
                    <a:pt x="2883405" y="2620201"/>
                  </a:lnTo>
                  <a:lnTo>
                    <a:pt x="2883563" y="2620201"/>
                  </a:lnTo>
                  <a:lnTo>
                    <a:pt x="2883720" y="2620201"/>
                  </a:lnTo>
                  <a:lnTo>
                    <a:pt x="2883878" y="2620201"/>
                  </a:lnTo>
                  <a:lnTo>
                    <a:pt x="2884036" y="2620201"/>
                  </a:lnTo>
                  <a:lnTo>
                    <a:pt x="2884194" y="2620201"/>
                  </a:lnTo>
                  <a:lnTo>
                    <a:pt x="2884351" y="2620201"/>
                  </a:lnTo>
                  <a:lnTo>
                    <a:pt x="2884509" y="2620201"/>
                  </a:lnTo>
                  <a:lnTo>
                    <a:pt x="2884509" y="2619770"/>
                  </a:lnTo>
                  <a:lnTo>
                    <a:pt x="2884667" y="2619770"/>
                  </a:lnTo>
                  <a:lnTo>
                    <a:pt x="2884825" y="2619770"/>
                  </a:lnTo>
                  <a:lnTo>
                    <a:pt x="2884825" y="2619339"/>
                  </a:lnTo>
                  <a:lnTo>
                    <a:pt x="2884982" y="2619339"/>
                  </a:lnTo>
                  <a:lnTo>
                    <a:pt x="2884982" y="2618909"/>
                  </a:lnTo>
                  <a:lnTo>
                    <a:pt x="2885140" y="2618909"/>
                  </a:lnTo>
                  <a:lnTo>
                    <a:pt x="2885298" y="2618909"/>
                  </a:lnTo>
                  <a:lnTo>
                    <a:pt x="2885455" y="2618909"/>
                  </a:lnTo>
                  <a:lnTo>
                    <a:pt x="2885455" y="2618478"/>
                  </a:lnTo>
                  <a:lnTo>
                    <a:pt x="2885613" y="2618478"/>
                  </a:lnTo>
                  <a:lnTo>
                    <a:pt x="2885771" y="2618478"/>
                  </a:lnTo>
                  <a:lnTo>
                    <a:pt x="2885929" y="2618478"/>
                  </a:lnTo>
                  <a:lnTo>
                    <a:pt x="2886086" y="2618478"/>
                  </a:lnTo>
                  <a:lnTo>
                    <a:pt x="2886244" y="2618478"/>
                  </a:lnTo>
                  <a:lnTo>
                    <a:pt x="2886244" y="2618048"/>
                  </a:lnTo>
                  <a:lnTo>
                    <a:pt x="2886402" y="2618048"/>
                  </a:lnTo>
                  <a:lnTo>
                    <a:pt x="2886559" y="2618048"/>
                  </a:lnTo>
                  <a:lnTo>
                    <a:pt x="2886717" y="2618048"/>
                  </a:lnTo>
                  <a:lnTo>
                    <a:pt x="2886875" y="2618048"/>
                  </a:lnTo>
                  <a:lnTo>
                    <a:pt x="2886875" y="2617617"/>
                  </a:lnTo>
                  <a:lnTo>
                    <a:pt x="2886875" y="2617186"/>
                  </a:lnTo>
                  <a:lnTo>
                    <a:pt x="2886875" y="2616756"/>
                  </a:lnTo>
                  <a:lnTo>
                    <a:pt x="2887033" y="2616756"/>
                  </a:lnTo>
                  <a:lnTo>
                    <a:pt x="2887190" y="2616756"/>
                  </a:lnTo>
                  <a:lnTo>
                    <a:pt x="2887190" y="2616325"/>
                  </a:lnTo>
                  <a:lnTo>
                    <a:pt x="2887348" y="2616325"/>
                  </a:lnTo>
                  <a:lnTo>
                    <a:pt x="2887348" y="2615895"/>
                  </a:lnTo>
                  <a:lnTo>
                    <a:pt x="2887506" y="2615895"/>
                  </a:lnTo>
                  <a:lnTo>
                    <a:pt x="2887506" y="2615464"/>
                  </a:lnTo>
                  <a:lnTo>
                    <a:pt x="2887663" y="2615464"/>
                  </a:lnTo>
                  <a:lnTo>
                    <a:pt x="2887821" y="2615464"/>
                  </a:lnTo>
                  <a:lnTo>
                    <a:pt x="2887979" y="2615464"/>
                  </a:lnTo>
                  <a:lnTo>
                    <a:pt x="2888137" y="2615464"/>
                  </a:lnTo>
                  <a:lnTo>
                    <a:pt x="2888294" y="2615464"/>
                  </a:lnTo>
                  <a:lnTo>
                    <a:pt x="2888452" y="2615464"/>
                  </a:lnTo>
                  <a:lnTo>
                    <a:pt x="2888452" y="2615033"/>
                  </a:lnTo>
                  <a:lnTo>
                    <a:pt x="2888610" y="2615033"/>
                  </a:lnTo>
                  <a:lnTo>
                    <a:pt x="2888610" y="2614603"/>
                  </a:lnTo>
                  <a:lnTo>
                    <a:pt x="2888767" y="2614603"/>
                  </a:lnTo>
                  <a:lnTo>
                    <a:pt x="2888925" y="2614603"/>
                  </a:lnTo>
                  <a:lnTo>
                    <a:pt x="2888925" y="2614172"/>
                  </a:lnTo>
                  <a:lnTo>
                    <a:pt x="2889083" y="2614172"/>
                  </a:lnTo>
                  <a:lnTo>
                    <a:pt x="2889083" y="2613742"/>
                  </a:lnTo>
                  <a:lnTo>
                    <a:pt x="2889083" y="2613311"/>
                  </a:lnTo>
                  <a:lnTo>
                    <a:pt x="2889083" y="2612880"/>
                  </a:lnTo>
                  <a:lnTo>
                    <a:pt x="2889241" y="2612880"/>
                  </a:lnTo>
                  <a:lnTo>
                    <a:pt x="2889398" y="2612880"/>
                  </a:lnTo>
                  <a:lnTo>
                    <a:pt x="2889556" y="2612880"/>
                  </a:lnTo>
                  <a:lnTo>
                    <a:pt x="2889714" y="2612880"/>
                  </a:lnTo>
                  <a:lnTo>
                    <a:pt x="2889872" y="2612880"/>
                  </a:lnTo>
                  <a:lnTo>
                    <a:pt x="2890029" y="2612880"/>
                  </a:lnTo>
                  <a:lnTo>
                    <a:pt x="2890029" y="2612450"/>
                  </a:lnTo>
                  <a:lnTo>
                    <a:pt x="2890029" y="2612019"/>
                  </a:lnTo>
                  <a:lnTo>
                    <a:pt x="2890029" y="2611589"/>
                  </a:lnTo>
                  <a:lnTo>
                    <a:pt x="2890187" y="2611589"/>
                  </a:lnTo>
                  <a:lnTo>
                    <a:pt x="2890345" y="2611589"/>
                  </a:lnTo>
                  <a:lnTo>
                    <a:pt x="2890502" y="2611589"/>
                  </a:lnTo>
                  <a:lnTo>
                    <a:pt x="2890660" y="2611589"/>
                  </a:lnTo>
                  <a:lnTo>
                    <a:pt x="2890660" y="2611158"/>
                  </a:lnTo>
                  <a:lnTo>
                    <a:pt x="2890818" y="2611158"/>
                  </a:lnTo>
                  <a:lnTo>
                    <a:pt x="2890976" y="2611158"/>
                  </a:lnTo>
                  <a:lnTo>
                    <a:pt x="2891133" y="2611158"/>
                  </a:lnTo>
                  <a:lnTo>
                    <a:pt x="2891291" y="2611158"/>
                  </a:lnTo>
                  <a:lnTo>
                    <a:pt x="2891449" y="2611158"/>
                  </a:lnTo>
                  <a:lnTo>
                    <a:pt x="2891606" y="2611158"/>
                  </a:lnTo>
                  <a:lnTo>
                    <a:pt x="2891606" y="2610727"/>
                  </a:lnTo>
                  <a:lnTo>
                    <a:pt x="2891764" y="2610727"/>
                  </a:lnTo>
                  <a:lnTo>
                    <a:pt x="2891764" y="2610297"/>
                  </a:lnTo>
                  <a:lnTo>
                    <a:pt x="2891922" y="2610297"/>
                  </a:lnTo>
                  <a:lnTo>
                    <a:pt x="2892080" y="2610297"/>
                  </a:lnTo>
                  <a:lnTo>
                    <a:pt x="2892237" y="2610297"/>
                  </a:lnTo>
                  <a:lnTo>
                    <a:pt x="2892395" y="2610297"/>
                  </a:lnTo>
                  <a:lnTo>
                    <a:pt x="2892395" y="2609866"/>
                  </a:lnTo>
                  <a:lnTo>
                    <a:pt x="2892395" y="2609436"/>
                  </a:lnTo>
                  <a:lnTo>
                    <a:pt x="2892553" y="2609436"/>
                  </a:lnTo>
                  <a:lnTo>
                    <a:pt x="2892710" y="2609436"/>
                  </a:lnTo>
                  <a:lnTo>
                    <a:pt x="2892868" y="2609436"/>
                  </a:lnTo>
                  <a:lnTo>
                    <a:pt x="2893026" y="2609436"/>
                  </a:lnTo>
                  <a:lnTo>
                    <a:pt x="2893184" y="2609436"/>
                  </a:lnTo>
                  <a:lnTo>
                    <a:pt x="2893341" y="2609436"/>
                  </a:lnTo>
                  <a:lnTo>
                    <a:pt x="2893499" y="2609436"/>
                  </a:lnTo>
                  <a:lnTo>
                    <a:pt x="2893657" y="2609436"/>
                  </a:lnTo>
                  <a:lnTo>
                    <a:pt x="2893814" y="2609436"/>
                  </a:lnTo>
                  <a:lnTo>
                    <a:pt x="2893814" y="2609005"/>
                  </a:lnTo>
                  <a:lnTo>
                    <a:pt x="2893814" y="2608574"/>
                  </a:lnTo>
                  <a:lnTo>
                    <a:pt x="2893814" y="2608144"/>
                  </a:lnTo>
                  <a:lnTo>
                    <a:pt x="2893972" y="2608144"/>
                  </a:lnTo>
                  <a:lnTo>
                    <a:pt x="2893972" y="2607713"/>
                  </a:lnTo>
                  <a:lnTo>
                    <a:pt x="2894130" y="2607713"/>
                  </a:lnTo>
                  <a:lnTo>
                    <a:pt x="2894288" y="2607713"/>
                  </a:lnTo>
                  <a:lnTo>
                    <a:pt x="2894445" y="2607713"/>
                  </a:lnTo>
                  <a:lnTo>
                    <a:pt x="2894603" y="2607713"/>
                  </a:lnTo>
                  <a:lnTo>
                    <a:pt x="2894761" y="2607713"/>
                  </a:lnTo>
                  <a:lnTo>
                    <a:pt x="2894918" y="2607713"/>
                  </a:lnTo>
                  <a:lnTo>
                    <a:pt x="2894918" y="2607283"/>
                  </a:lnTo>
                  <a:lnTo>
                    <a:pt x="2895076" y="2607283"/>
                  </a:lnTo>
                  <a:lnTo>
                    <a:pt x="2895234" y="2607283"/>
                  </a:lnTo>
                  <a:lnTo>
                    <a:pt x="2895392" y="2607283"/>
                  </a:lnTo>
                  <a:lnTo>
                    <a:pt x="2895549" y="2607283"/>
                  </a:lnTo>
                  <a:lnTo>
                    <a:pt x="2895707" y="2607283"/>
                  </a:lnTo>
                  <a:lnTo>
                    <a:pt x="2895865" y="2607283"/>
                  </a:lnTo>
                  <a:lnTo>
                    <a:pt x="2896023" y="2607283"/>
                  </a:lnTo>
                  <a:lnTo>
                    <a:pt x="2896180" y="2607283"/>
                  </a:lnTo>
                  <a:lnTo>
                    <a:pt x="2896180" y="2606852"/>
                  </a:lnTo>
                  <a:lnTo>
                    <a:pt x="2896338" y="2606852"/>
                  </a:lnTo>
                  <a:lnTo>
                    <a:pt x="2896496" y="2606852"/>
                  </a:lnTo>
                  <a:lnTo>
                    <a:pt x="2896653" y="2606852"/>
                  </a:lnTo>
                  <a:lnTo>
                    <a:pt x="2896653" y="2606421"/>
                  </a:lnTo>
                  <a:lnTo>
                    <a:pt x="2896811" y="2606421"/>
                  </a:lnTo>
                  <a:lnTo>
                    <a:pt x="2896969" y="2606421"/>
                  </a:lnTo>
                  <a:lnTo>
                    <a:pt x="2896969" y="2605991"/>
                  </a:lnTo>
                  <a:lnTo>
                    <a:pt x="2896969" y="2605560"/>
                  </a:lnTo>
                  <a:lnTo>
                    <a:pt x="2896969" y="2605130"/>
                  </a:lnTo>
                  <a:lnTo>
                    <a:pt x="2896969" y="2604699"/>
                  </a:lnTo>
                  <a:lnTo>
                    <a:pt x="2897127" y="2604699"/>
                  </a:lnTo>
                  <a:lnTo>
                    <a:pt x="2897284" y="2604699"/>
                  </a:lnTo>
                  <a:lnTo>
                    <a:pt x="2897442" y="2604699"/>
                  </a:lnTo>
                  <a:lnTo>
                    <a:pt x="2897600" y="2604699"/>
                  </a:lnTo>
                  <a:lnTo>
                    <a:pt x="2897757" y="2604699"/>
                  </a:lnTo>
                  <a:lnTo>
                    <a:pt x="2897915" y="2604699"/>
                  </a:lnTo>
                  <a:lnTo>
                    <a:pt x="2897915" y="2604268"/>
                  </a:lnTo>
                  <a:lnTo>
                    <a:pt x="2898073" y="2604268"/>
                  </a:lnTo>
                  <a:lnTo>
                    <a:pt x="2898073" y="2603838"/>
                  </a:lnTo>
                  <a:lnTo>
                    <a:pt x="2898073" y="2603407"/>
                  </a:lnTo>
                  <a:lnTo>
                    <a:pt x="2898231" y="2603407"/>
                  </a:lnTo>
                  <a:lnTo>
                    <a:pt x="2898231" y="2602977"/>
                  </a:lnTo>
                  <a:lnTo>
                    <a:pt x="2898388" y="2602977"/>
                  </a:lnTo>
                  <a:lnTo>
                    <a:pt x="2898388" y="2602546"/>
                  </a:lnTo>
                  <a:lnTo>
                    <a:pt x="2898546" y="2602546"/>
                  </a:lnTo>
                  <a:lnTo>
                    <a:pt x="2898704" y="2602546"/>
                  </a:lnTo>
                  <a:lnTo>
                    <a:pt x="2898704" y="2602115"/>
                  </a:lnTo>
                  <a:lnTo>
                    <a:pt x="2898861" y="2602115"/>
                  </a:lnTo>
                  <a:lnTo>
                    <a:pt x="2899019" y="2602115"/>
                  </a:lnTo>
                  <a:lnTo>
                    <a:pt x="2899177" y="2602115"/>
                  </a:lnTo>
                  <a:lnTo>
                    <a:pt x="2899335" y="2602115"/>
                  </a:lnTo>
                  <a:lnTo>
                    <a:pt x="2899492" y="2602115"/>
                  </a:lnTo>
                  <a:lnTo>
                    <a:pt x="2899650" y="2602115"/>
                  </a:lnTo>
                  <a:lnTo>
                    <a:pt x="2899808" y="2602115"/>
                  </a:lnTo>
                  <a:lnTo>
                    <a:pt x="2899808" y="2601685"/>
                  </a:lnTo>
                  <a:lnTo>
                    <a:pt x="2899808" y="2601254"/>
                  </a:lnTo>
                  <a:lnTo>
                    <a:pt x="2899965" y="2601254"/>
                  </a:lnTo>
                  <a:lnTo>
                    <a:pt x="2900123" y="2601254"/>
                  </a:lnTo>
                  <a:lnTo>
                    <a:pt x="2900281" y="2601254"/>
                  </a:lnTo>
                  <a:lnTo>
                    <a:pt x="2900439" y="2601254"/>
                  </a:lnTo>
                  <a:lnTo>
                    <a:pt x="2900596" y="2601254"/>
                  </a:lnTo>
                  <a:lnTo>
                    <a:pt x="2900754" y="2601254"/>
                  </a:lnTo>
                  <a:lnTo>
                    <a:pt x="2900912" y="2601254"/>
                  </a:lnTo>
                  <a:lnTo>
                    <a:pt x="2901070" y="2601254"/>
                  </a:lnTo>
                  <a:lnTo>
                    <a:pt x="2901227" y="2601254"/>
                  </a:lnTo>
                  <a:lnTo>
                    <a:pt x="2901227" y="2600824"/>
                  </a:lnTo>
                  <a:lnTo>
                    <a:pt x="2901385" y="2600824"/>
                  </a:lnTo>
                  <a:lnTo>
                    <a:pt x="2901543" y="2600824"/>
                  </a:lnTo>
                  <a:lnTo>
                    <a:pt x="2901700" y="2600824"/>
                  </a:lnTo>
                  <a:lnTo>
                    <a:pt x="2901700" y="2600393"/>
                  </a:lnTo>
                  <a:lnTo>
                    <a:pt x="2901858" y="2600393"/>
                  </a:lnTo>
                  <a:lnTo>
                    <a:pt x="2901858" y="2599962"/>
                  </a:lnTo>
                  <a:lnTo>
                    <a:pt x="2902016" y="2599962"/>
                  </a:lnTo>
                  <a:lnTo>
                    <a:pt x="2902174" y="2599962"/>
                  </a:lnTo>
                  <a:lnTo>
                    <a:pt x="2902331" y="2599962"/>
                  </a:lnTo>
                  <a:lnTo>
                    <a:pt x="2902331" y="2599532"/>
                  </a:lnTo>
                  <a:lnTo>
                    <a:pt x="2902489" y="2599532"/>
                  </a:lnTo>
                  <a:lnTo>
                    <a:pt x="2902647" y="2599532"/>
                  </a:lnTo>
                  <a:lnTo>
                    <a:pt x="2902647" y="2599101"/>
                  </a:lnTo>
                  <a:lnTo>
                    <a:pt x="2902804" y="2599101"/>
                  </a:lnTo>
                  <a:lnTo>
                    <a:pt x="2902962" y="2599101"/>
                  </a:lnTo>
                  <a:lnTo>
                    <a:pt x="2903120" y="2599101"/>
                  </a:lnTo>
                  <a:lnTo>
                    <a:pt x="2903278" y="2599101"/>
                  </a:lnTo>
                  <a:lnTo>
                    <a:pt x="2903435" y="2599101"/>
                  </a:lnTo>
                  <a:lnTo>
                    <a:pt x="2903593" y="2599101"/>
                  </a:lnTo>
                  <a:lnTo>
                    <a:pt x="2903751" y="2599101"/>
                  </a:lnTo>
                  <a:lnTo>
                    <a:pt x="2903751" y="2598671"/>
                  </a:lnTo>
                  <a:lnTo>
                    <a:pt x="2903908" y="2598671"/>
                  </a:lnTo>
                  <a:lnTo>
                    <a:pt x="2903908" y="2598240"/>
                  </a:lnTo>
                  <a:lnTo>
                    <a:pt x="2904066" y="2598240"/>
                  </a:lnTo>
                  <a:lnTo>
                    <a:pt x="2904066" y="2597809"/>
                  </a:lnTo>
                  <a:lnTo>
                    <a:pt x="2904224" y="2597809"/>
                  </a:lnTo>
                  <a:lnTo>
                    <a:pt x="2904382" y="2597809"/>
                  </a:lnTo>
                  <a:lnTo>
                    <a:pt x="2904539" y="2597809"/>
                  </a:lnTo>
                  <a:lnTo>
                    <a:pt x="2904697" y="2597809"/>
                  </a:lnTo>
                  <a:lnTo>
                    <a:pt x="2904855" y="2597809"/>
                  </a:lnTo>
                  <a:lnTo>
                    <a:pt x="2905012" y="2597809"/>
                  </a:lnTo>
                  <a:lnTo>
                    <a:pt x="2905170" y="2597809"/>
                  </a:lnTo>
                  <a:lnTo>
                    <a:pt x="2905328" y="2597809"/>
                  </a:lnTo>
                  <a:lnTo>
                    <a:pt x="2905328" y="2597379"/>
                  </a:lnTo>
                  <a:lnTo>
                    <a:pt x="2905486" y="2597379"/>
                  </a:lnTo>
                  <a:lnTo>
                    <a:pt x="2905643" y="2597379"/>
                  </a:lnTo>
                  <a:lnTo>
                    <a:pt x="2905801" y="2597379"/>
                  </a:lnTo>
                  <a:lnTo>
                    <a:pt x="2905959" y="2597379"/>
                  </a:lnTo>
                  <a:lnTo>
                    <a:pt x="2905959" y="2596948"/>
                  </a:lnTo>
                  <a:lnTo>
                    <a:pt x="2906116" y="2596948"/>
                  </a:lnTo>
                  <a:lnTo>
                    <a:pt x="2906116" y="2596518"/>
                  </a:lnTo>
                  <a:lnTo>
                    <a:pt x="2906274" y="2596518"/>
                  </a:lnTo>
                  <a:lnTo>
                    <a:pt x="2906432" y="2596518"/>
                  </a:lnTo>
                  <a:lnTo>
                    <a:pt x="2906432" y="2596087"/>
                  </a:lnTo>
                  <a:lnTo>
                    <a:pt x="2906590" y="2596087"/>
                  </a:lnTo>
                  <a:lnTo>
                    <a:pt x="2906590" y="2595656"/>
                  </a:lnTo>
                  <a:lnTo>
                    <a:pt x="2906747" y="2595656"/>
                  </a:lnTo>
                  <a:lnTo>
                    <a:pt x="2906905" y="2595656"/>
                  </a:lnTo>
                  <a:lnTo>
                    <a:pt x="2907063" y="2595656"/>
                  </a:lnTo>
                  <a:lnTo>
                    <a:pt x="2907063" y="2595226"/>
                  </a:lnTo>
                  <a:lnTo>
                    <a:pt x="2907063" y="2594795"/>
                  </a:lnTo>
                  <a:lnTo>
                    <a:pt x="2907221" y="2594795"/>
                  </a:lnTo>
                  <a:lnTo>
                    <a:pt x="2907378" y="2594795"/>
                  </a:lnTo>
                  <a:lnTo>
                    <a:pt x="2907536" y="2594795"/>
                  </a:lnTo>
                  <a:lnTo>
                    <a:pt x="2907694" y="2594795"/>
                  </a:lnTo>
                  <a:lnTo>
                    <a:pt x="2907851" y="2594795"/>
                  </a:lnTo>
                  <a:lnTo>
                    <a:pt x="2908009" y="2594795"/>
                  </a:lnTo>
                  <a:lnTo>
                    <a:pt x="2908167" y="2594795"/>
                  </a:lnTo>
                  <a:lnTo>
                    <a:pt x="2908325" y="2594795"/>
                  </a:lnTo>
                  <a:lnTo>
                    <a:pt x="2908482" y="2594795"/>
                  </a:lnTo>
                  <a:lnTo>
                    <a:pt x="2908640" y="2594795"/>
                  </a:lnTo>
                  <a:lnTo>
                    <a:pt x="2908798" y="2594795"/>
                  </a:lnTo>
                  <a:lnTo>
                    <a:pt x="2908955" y="2594795"/>
                  </a:lnTo>
                  <a:lnTo>
                    <a:pt x="2909113" y="2594795"/>
                  </a:lnTo>
                  <a:lnTo>
                    <a:pt x="2909271" y="2594795"/>
                  </a:lnTo>
                  <a:lnTo>
                    <a:pt x="2909429" y="2594795"/>
                  </a:lnTo>
                  <a:lnTo>
                    <a:pt x="2909586" y="2594795"/>
                  </a:lnTo>
                  <a:lnTo>
                    <a:pt x="2909744" y="2594795"/>
                  </a:lnTo>
                  <a:lnTo>
                    <a:pt x="2909902" y="2594795"/>
                  </a:lnTo>
                  <a:lnTo>
                    <a:pt x="2909902" y="2594365"/>
                  </a:lnTo>
                  <a:lnTo>
                    <a:pt x="2910059" y="2594365"/>
                  </a:lnTo>
                  <a:lnTo>
                    <a:pt x="2910059" y="2593934"/>
                  </a:lnTo>
                  <a:lnTo>
                    <a:pt x="2910217" y="2593934"/>
                  </a:lnTo>
                  <a:lnTo>
                    <a:pt x="2910217" y="2593503"/>
                  </a:lnTo>
                  <a:lnTo>
                    <a:pt x="2910217" y="2593073"/>
                  </a:lnTo>
                  <a:lnTo>
                    <a:pt x="2910217" y="2592642"/>
                  </a:lnTo>
                  <a:lnTo>
                    <a:pt x="2910375" y="2592642"/>
                  </a:lnTo>
                  <a:lnTo>
                    <a:pt x="2910533" y="2592642"/>
                  </a:lnTo>
                  <a:lnTo>
                    <a:pt x="2910690" y="2592642"/>
                  </a:lnTo>
                  <a:lnTo>
                    <a:pt x="2910690" y="2592212"/>
                  </a:lnTo>
                  <a:lnTo>
                    <a:pt x="2910848" y="2592212"/>
                  </a:lnTo>
                  <a:lnTo>
                    <a:pt x="2911006" y="2592212"/>
                  </a:lnTo>
                  <a:lnTo>
                    <a:pt x="2911163" y="2592212"/>
                  </a:lnTo>
                  <a:lnTo>
                    <a:pt x="2911321" y="2592212"/>
                  </a:lnTo>
                  <a:lnTo>
                    <a:pt x="2911479" y="2592212"/>
                  </a:lnTo>
                  <a:lnTo>
                    <a:pt x="2911637" y="2592212"/>
                  </a:lnTo>
                  <a:lnTo>
                    <a:pt x="2911637" y="2591781"/>
                  </a:lnTo>
                  <a:lnTo>
                    <a:pt x="2911637" y="2591350"/>
                  </a:lnTo>
                  <a:lnTo>
                    <a:pt x="2911637" y="2590920"/>
                  </a:lnTo>
                  <a:lnTo>
                    <a:pt x="2911794" y="2590920"/>
                  </a:lnTo>
                  <a:lnTo>
                    <a:pt x="2911952" y="2590920"/>
                  </a:lnTo>
                  <a:lnTo>
                    <a:pt x="2912110" y="2590920"/>
                  </a:lnTo>
                  <a:lnTo>
                    <a:pt x="2912110" y="2590489"/>
                  </a:lnTo>
                  <a:lnTo>
                    <a:pt x="2912268" y="2590489"/>
                  </a:lnTo>
                  <a:lnTo>
                    <a:pt x="2912425" y="2590489"/>
                  </a:lnTo>
                  <a:lnTo>
                    <a:pt x="2912583" y="2590489"/>
                  </a:lnTo>
                  <a:lnTo>
                    <a:pt x="2912583" y="2590059"/>
                  </a:lnTo>
                  <a:lnTo>
                    <a:pt x="2912741" y="2590059"/>
                  </a:lnTo>
                  <a:lnTo>
                    <a:pt x="2912898" y="2590059"/>
                  </a:lnTo>
                  <a:lnTo>
                    <a:pt x="2913056" y="2590059"/>
                  </a:lnTo>
                  <a:lnTo>
                    <a:pt x="2913214" y="2590059"/>
                  </a:lnTo>
                  <a:lnTo>
                    <a:pt x="2913372" y="2590059"/>
                  </a:lnTo>
                  <a:lnTo>
                    <a:pt x="2913529" y="2590059"/>
                  </a:lnTo>
                  <a:lnTo>
                    <a:pt x="2913687" y="2590059"/>
                  </a:lnTo>
                  <a:lnTo>
                    <a:pt x="2913845" y="2590059"/>
                  </a:lnTo>
                  <a:lnTo>
                    <a:pt x="2914002" y="2590059"/>
                  </a:lnTo>
                  <a:lnTo>
                    <a:pt x="2914160" y="2590059"/>
                  </a:lnTo>
                  <a:lnTo>
                    <a:pt x="2914318" y="2590059"/>
                  </a:lnTo>
                  <a:lnTo>
                    <a:pt x="2914318" y="2589628"/>
                  </a:lnTo>
                  <a:lnTo>
                    <a:pt x="2914476" y="2589628"/>
                  </a:lnTo>
                  <a:lnTo>
                    <a:pt x="2914633" y="2589628"/>
                  </a:lnTo>
                  <a:lnTo>
                    <a:pt x="2914633" y="2589197"/>
                  </a:lnTo>
                  <a:lnTo>
                    <a:pt x="2914791" y="2589197"/>
                  </a:lnTo>
                  <a:lnTo>
                    <a:pt x="2914949" y="2589197"/>
                  </a:lnTo>
                  <a:lnTo>
                    <a:pt x="2915106" y="2589197"/>
                  </a:lnTo>
                  <a:lnTo>
                    <a:pt x="2915106" y="2588767"/>
                  </a:lnTo>
                  <a:lnTo>
                    <a:pt x="2915264" y="2588767"/>
                  </a:lnTo>
                  <a:lnTo>
                    <a:pt x="2915422" y="2588767"/>
                  </a:lnTo>
                  <a:lnTo>
                    <a:pt x="2915422" y="2588336"/>
                  </a:lnTo>
                  <a:lnTo>
                    <a:pt x="2915580" y="2588336"/>
                  </a:lnTo>
                  <a:lnTo>
                    <a:pt x="2915580" y="2587906"/>
                  </a:lnTo>
                  <a:lnTo>
                    <a:pt x="2915580" y="2587475"/>
                  </a:lnTo>
                  <a:lnTo>
                    <a:pt x="2915737" y="2587475"/>
                  </a:lnTo>
                  <a:lnTo>
                    <a:pt x="2915895" y="2587475"/>
                  </a:lnTo>
                  <a:lnTo>
                    <a:pt x="2916053" y="2587475"/>
                  </a:lnTo>
                  <a:lnTo>
                    <a:pt x="2916210" y="2587475"/>
                  </a:lnTo>
                  <a:lnTo>
                    <a:pt x="2916210" y="2587044"/>
                  </a:lnTo>
                  <a:lnTo>
                    <a:pt x="2916368" y="2587044"/>
                  </a:lnTo>
                  <a:lnTo>
                    <a:pt x="2916368" y="2586614"/>
                  </a:lnTo>
                  <a:lnTo>
                    <a:pt x="2916526" y="2586614"/>
                  </a:lnTo>
                  <a:lnTo>
                    <a:pt x="2916684" y="2586614"/>
                  </a:lnTo>
                  <a:lnTo>
                    <a:pt x="2916841" y="2586614"/>
                  </a:lnTo>
                  <a:lnTo>
                    <a:pt x="2916999" y="2586614"/>
                  </a:lnTo>
                  <a:lnTo>
                    <a:pt x="2917157" y="2586614"/>
                  </a:lnTo>
                  <a:lnTo>
                    <a:pt x="2917314" y="2586614"/>
                  </a:lnTo>
                  <a:lnTo>
                    <a:pt x="2917472" y="2586614"/>
                  </a:lnTo>
                  <a:lnTo>
                    <a:pt x="2917630" y="2586614"/>
                  </a:lnTo>
                  <a:lnTo>
                    <a:pt x="2917788" y="2586614"/>
                  </a:lnTo>
                  <a:lnTo>
                    <a:pt x="2917945" y="2586614"/>
                  </a:lnTo>
                  <a:lnTo>
                    <a:pt x="2918103" y="2586614"/>
                  </a:lnTo>
                  <a:lnTo>
                    <a:pt x="2918261" y="2586614"/>
                  </a:lnTo>
                  <a:lnTo>
                    <a:pt x="2918261" y="2586183"/>
                  </a:lnTo>
                  <a:lnTo>
                    <a:pt x="2918419" y="2586183"/>
                  </a:lnTo>
                  <a:lnTo>
                    <a:pt x="2918576" y="2586183"/>
                  </a:lnTo>
                  <a:lnTo>
                    <a:pt x="2918734" y="2586183"/>
                  </a:lnTo>
                  <a:lnTo>
                    <a:pt x="2918892" y="2586183"/>
                  </a:lnTo>
                  <a:lnTo>
                    <a:pt x="2919049" y="2586183"/>
                  </a:lnTo>
                  <a:lnTo>
                    <a:pt x="2919207" y="2586183"/>
                  </a:lnTo>
                  <a:lnTo>
                    <a:pt x="2919365" y="2586183"/>
                  </a:lnTo>
                  <a:lnTo>
                    <a:pt x="2919523" y="2586183"/>
                  </a:lnTo>
                  <a:lnTo>
                    <a:pt x="2919523" y="2585753"/>
                  </a:lnTo>
                  <a:lnTo>
                    <a:pt x="2919680" y="2585753"/>
                  </a:lnTo>
                  <a:lnTo>
                    <a:pt x="2919838" y="2585753"/>
                  </a:lnTo>
                  <a:lnTo>
                    <a:pt x="2919996" y="2585753"/>
                  </a:lnTo>
                  <a:lnTo>
                    <a:pt x="2920153" y="2585753"/>
                  </a:lnTo>
                  <a:lnTo>
                    <a:pt x="2920311" y="2585753"/>
                  </a:lnTo>
                  <a:lnTo>
                    <a:pt x="2920469" y="2585753"/>
                  </a:lnTo>
                  <a:lnTo>
                    <a:pt x="2920627" y="2585753"/>
                  </a:lnTo>
                  <a:lnTo>
                    <a:pt x="2920627" y="2585322"/>
                  </a:lnTo>
                  <a:lnTo>
                    <a:pt x="2920627" y="2584891"/>
                  </a:lnTo>
                  <a:lnTo>
                    <a:pt x="2920784" y="2584891"/>
                  </a:lnTo>
                  <a:lnTo>
                    <a:pt x="2920784" y="2584461"/>
                  </a:lnTo>
                  <a:lnTo>
                    <a:pt x="2920942" y="2584461"/>
                  </a:lnTo>
                  <a:lnTo>
                    <a:pt x="2921100" y="2584461"/>
                  </a:lnTo>
                  <a:lnTo>
                    <a:pt x="2921257" y="2584461"/>
                  </a:lnTo>
                  <a:lnTo>
                    <a:pt x="2921257" y="2584030"/>
                  </a:lnTo>
                  <a:lnTo>
                    <a:pt x="2921415" y="2584030"/>
                  </a:lnTo>
                  <a:lnTo>
                    <a:pt x="2921415" y="2583600"/>
                  </a:lnTo>
                  <a:lnTo>
                    <a:pt x="2921573" y="2583600"/>
                  </a:lnTo>
                  <a:lnTo>
                    <a:pt x="2921731" y="2583600"/>
                  </a:lnTo>
                  <a:lnTo>
                    <a:pt x="2921888" y="2583600"/>
                  </a:lnTo>
                  <a:lnTo>
                    <a:pt x="2922046" y="2583600"/>
                  </a:lnTo>
                  <a:lnTo>
                    <a:pt x="2922046" y="2583169"/>
                  </a:lnTo>
                  <a:lnTo>
                    <a:pt x="2922204" y="2583169"/>
                  </a:lnTo>
                  <a:lnTo>
                    <a:pt x="2922361" y="2583169"/>
                  </a:lnTo>
                  <a:lnTo>
                    <a:pt x="2922519" y="2583169"/>
                  </a:lnTo>
                  <a:lnTo>
                    <a:pt x="2922677" y="2583169"/>
                  </a:lnTo>
                  <a:lnTo>
                    <a:pt x="2922835" y="2583169"/>
                  </a:lnTo>
                  <a:lnTo>
                    <a:pt x="2922992" y="2583169"/>
                  </a:lnTo>
                  <a:lnTo>
                    <a:pt x="2923150" y="2583169"/>
                  </a:lnTo>
                  <a:lnTo>
                    <a:pt x="2923308" y="2583169"/>
                  </a:lnTo>
                  <a:lnTo>
                    <a:pt x="2923466" y="2583169"/>
                  </a:lnTo>
                  <a:lnTo>
                    <a:pt x="2923623" y="2583169"/>
                  </a:lnTo>
                  <a:lnTo>
                    <a:pt x="2923781" y="2583169"/>
                  </a:lnTo>
                  <a:lnTo>
                    <a:pt x="2923939" y="2583169"/>
                  </a:lnTo>
                  <a:lnTo>
                    <a:pt x="2924096" y="2583169"/>
                  </a:lnTo>
                  <a:lnTo>
                    <a:pt x="2924254" y="2583169"/>
                  </a:lnTo>
                  <a:lnTo>
                    <a:pt x="2924412" y="2583169"/>
                  </a:lnTo>
                  <a:lnTo>
                    <a:pt x="2924412" y="2582738"/>
                  </a:lnTo>
                  <a:lnTo>
                    <a:pt x="2924570" y="2582738"/>
                  </a:lnTo>
                  <a:lnTo>
                    <a:pt x="2924727" y="2582738"/>
                  </a:lnTo>
                  <a:lnTo>
                    <a:pt x="2924885" y="2582738"/>
                  </a:lnTo>
                  <a:lnTo>
                    <a:pt x="2925043" y="2582738"/>
                  </a:lnTo>
                  <a:lnTo>
                    <a:pt x="2925200" y="2582738"/>
                  </a:lnTo>
                  <a:lnTo>
                    <a:pt x="2925358" y="2582738"/>
                  </a:lnTo>
                  <a:lnTo>
                    <a:pt x="2925516" y="2582738"/>
                  </a:lnTo>
                  <a:lnTo>
                    <a:pt x="2925674" y="2582738"/>
                  </a:lnTo>
                  <a:lnTo>
                    <a:pt x="2925674" y="2582308"/>
                  </a:lnTo>
                  <a:lnTo>
                    <a:pt x="2925831" y="2582308"/>
                  </a:lnTo>
                  <a:lnTo>
                    <a:pt x="2925831" y="2581877"/>
                  </a:lnTo>
                  <a:lnTo>
                    <a:pt x="2925989" y="2581877"/>
                  </a:lnTo>
                  <a:lnTo>
                    <a:pt x="2925989" y="2581447"/>
                  </a:lnTo>
                  <a:lnTo>
                    <a:pt x="2926147" y="2581447"/>
                  </a:lnTo>
                  <a:lnTo>
                    <a:pt x="2926304" y="2581447"/>
                  </a:lnTo>
                  <a:lnTo>
                    <a:pt x="2926462" y="2581447"/>
                  </a:lnTo>
                  <a:lnTo>
                    <a:pt x="2926620" y="2581447"/>
                  </a:lnTo>
                  <a:lnTo>
                    <a:pt x="2926620" y="2581016"/>
                  </a:lnTo>
                  <a:lnTo>
                    <a:pt x="2926620" y="2580585"/>
                  </a:lnTo>
                  <a:lnTo>
                    <a:pt x="2926620" y="2580155"/>
                  </a:lnTo>
                  <a:lnTo>
                    <a:pt x="2926620" y="2579724"/>
                  </a:lnTo>
                  <a:lnTo>
                    <a:pt x="2926778" y="2579724"/>
                  </a:lnTo>
                  <a:lnTo>
                    <a:pt x="2926935" y="2579724"/>
                  </a:lnTo>
                  <a:lnTo>
                    <a:pt x="2927093" y="2579724"/>
                  </a:lnTo>
                  <a:lnTo>
                    <a:pt x="2927251" y="2579724"/>
                  </a:lnTo>
                  <a:lnTo>
                    <a:pt x="2927408" y="2579724"/>
                  </a:lnTo>
                  <a:lnTo>
                    <a:pt x="2927566" y="2579724"/>
                  </a:lnTo>
                  <a:lnTo>
                    <a:pt x="2927724" y="2579724"/>
                  </a:lnTo>
                  <a:lnTo>
                    <a:pt x="2927882" y="2579724"/>
                  </a:lnTo>
                  <a:lnTo>
                    <a:pt x="2928039" y="2579724"/>
                  </a:lnTo>
                  <a:lnTo>
                    <a:pt x="2928039" y="2579294"/>
                  </a:lnTo>
                  <a:lnTo>
                    <a:pt x="2928039" y="2578863"/>
                  </a:lnTo>
                  <a:lnTo>
                    <a:pt x="2928197" y="2578863"/>
                  </a:lnTo>
                  <a:lnTo>
                    <a:pt x="2928355" y="2578863"/>
                  </a:lnTo>
                  <a:lnTo>
                    <a:pt x="2928355" y="2578432"/>
                  </a:lnTo>
                  <a:lnTo>
                    <a:pt x="2928512" y="2578432"/>
                  </a:lnTo>
                  <a:lnTo>
                    <a:pt x="2928670" y="2578432"/>
                  </a:lnTo>
                  <a:lnTo>
                    <a:pt x="2928670" y="2578002"/>
                  </a:lnTo>
                  <a:lnTo>
                    <a:pt x="2928828" y="2578002"/>
                  </a:lnTo>
                  <a:lnTo>
                    <a:pt x="2928986" y="2578002"/>
                  </a:lnTo>
                  <a:lnTo>
                    <a:pt x="2929143" y="2578002"/>
                  </a:lnTo>
                  <a:lnTo>
                    <a:pt x="2929143" y="2577571"/>
                  </a:lnTo>
                  <a:lnTo>
                    <a:pt x="2929301" y="2577571"/>
                  </a:lnTo>
                  <a:lnTo>
                    <a:pt x="2929459" y="2577571"/>
                  </a:lnTo>
                  <a:lnTo>
                    <a:pt x="2929617" y="2577571"/>
                  </a:lnTo>
                  <a:lnTo>
                    <a:pt x="2929617" y="2577141"/>
                  </a:lnTo>
                  <a:lnTo>
                    <a:pt x="2929774" y="2577141"/>
                  </a:lnTo>
                  <a:lnTo>
                    <a:pt x="2929932" y="2577141"/>
                  </a:lnTo>
                  <a:lnTo>
                    <a:pt x="2929932" y="2576710"/>
                  </a:lnTo>
                  <a:lnTo>
                    <a:pt x="2929932" y="2576279"/>
                  </a:lnTo>
                  <a:lnTo>
                    <a:pt x="2930090" y="2576279"/>
                  </a:lnTo>
                  <a:lnTo>
                    <a:pt x="2930247" y="2576279"/>
                  </a:lnTo>
                  <a:lnTo>
                    <a:pt x="2930405" y="2576279"/>
                  </a:lnTo>
                  <a:lnTo>
                    <a:pt x="2930563" y="2576279"/>
                  </a:lnTo>
                  <a:lnTo>
                    <a:pt x="2930721" y="2576279"/>
                  </a:lnTo>
                  <a:lnTo>
                    <a:pt x="2930878" y="2576279"/>
                  </a:lnTo>
                  <a:lnTo>
                    <a:pt x="2931036" y="2576279"/>
                  </a:lnTo>
                  <a:lnTo>
                    <a:pt x="2931194" y="2576279"/>
                  </a:lnTo>
                  <a:lnTo>
                    <a:pt x="2931351" y="2576279"/>
                  </a:lnTo>
                  <a:lnTo>
                    <a:pt x="2931509" y="2576279"/>
                  </a:lnTo>
                  <a:lnTo>
                    <a:pt x="2931509" y="2575849"/>
                  </a:lnTo>
                  <a:lnTo>
                    <a:pt x="2931667" y="2575849"/>
                  </a:lnTo>
                  <a:lnTo>
                    <a:pt x="2931825" y="2575849"/>
                  </a:lnTo>
                  <a:lnTo>
                    <a:pt x="2931982" y="2575849"/>
                  </a:lnTo>
                  <a:lnTo>
                    <a:pt x="2932140" y="2575849"/>
                  </a:lnTo>
                  <a:lnTo>
                    <a:pt x="2932298" y="2575849"/>
                  </a:lnTo>
                  <a:lnTo>
                    <a:pt x="2932455" y="2575849"/>
                  </a:lnTo>
                  <a:lnTo>
                    <a:pt x="2932455" y="2575418"/>
                  </a:lnTo>
                  <a:lnTo>
                    <a:pt x="2932613" y="2575418"/>
                  </a:lnTo>
                  <a:lnTo>
                    <a:pt x="2932771" y="2575418"/>
                  </a:lnTo>
                  <a:lnTo>
                    <a:pt x="2932929" y="2575418"/>
                  </a:lnTo>
                  <a:lnTo>
                    <a:pt x="2932929" y="2574988"/>
                  </a:lnTo>
                  <a:lnTo>
                    <a:pt x="2932929" y="2574557"/>
                  </a:lnTo>
                  <a:lnTo>
                    <a:pt x="2933086" y="2574557"/>
                  </a:lnTo>
                  <a:lnTo>
                    <a:pt x="2933244" y="2574557"/>
                  </a:lnTo>
                  <a:lnTo>
                    <a:pt x="2933402" y="2574557"/>
                  </a:lnTo>
                  <a:lnTo>
                    <a:pt x="2933559" y="2574557"/>
                  </a:lnTo>
                  <a:lnTo>
                    <a:pt x="2933717" y="2574557"/>
                  </a:lnTo>
                  <a:lnTo>
                    <a:pt x="2933875" y="2574557"/>
                  </a:lnTo>
                  <a:lnTo>
                    <a:pt x="2934033" y="2574557"/>
                  </a:lnTo>
                  <a:lnTo>
                    <a:pt x="2934190" y="2574557"/>
                  </a:lnTo>
                  <a:lnTo>
                    <a:pt x="2934348" y="2574557"/>
                  </a:lnTo>
                  <a:lnTo>
                    <a:pt x="2934506" y="2574557"/>
                  </a:lnTo>
                  <a:lnTo>
                    <a:pt x="2934506" y="2574126"/>
                  </a:lnTo>
                  <a:lnTo>
                    <a:pt x="2934506" y="2573696"/>
                  </a:lnTo>
                  <a:lnTo>
                    <a:pt x="2934664" y="2573696"/>
                  </a:lnTo>
                  <a:lnTo>
                    <a:pt x="2934664" y="2573265"/>
                  </a:lnTo>
                  <a:lnTo>
                    <a:pt x="2934821" y="2573265"/>
                  </a:lnTo>
                  <a:lnTo>
                    <a:pt x="2934979" y="2573265"/>
                  </a:lnTo>
                  <a:lnTo>
                    <a:pt x="2934979" y="2572835"/>
                  </a:lnTo>
                  <a:lnTo>
                    <a:pt x="2935137" y="2572835"/>
                  </a:lnTo>
                  <a:lnTo>
                    <a:pt x="2935294" y="2572835"/>
                  </a:lnTo>
                  <a:lnTo>
                    <a:pt x="2935452" y="2572835"/>
                  </a:lnTo>
                  <a:lnTo>
                    <a:pt x="2935610" y="2572835"/>
                  </a:lnTo>
                  <a:lnTo>
                    <a:pt x="2935610" y="2572404"/>
                  </a:lnTo>
                  <a:lnTo>
                    <a:pt x="2935610" y="2571973"/>
                  </a:lnTo>
                  <a:lnTo>
                    <a:pt x="2935610" y="2571543"/>
                  </a:lnTo>
                  <a:lnTo>
                    <a:pt x="2935610" y="2571112"/>
                  </a:lnTo>
                  <a:lnTo>
                    <a:pt x="2935768" y="2571112"/>
                  </a:lnTo>
                  <a:lnTo>
                    <a:pt x="2935925" y="2571112"/>
                  </a:lnTo>
                  <a:lnTo>
                    <a:pt x="2936083" y="2571112"/>
                  </a:lnTo>
                  <a:lnTo>
                    <a:pt x="2936241" y="2571112"/>
                  </a:lnTo>
                  <a:lnTo>
                    <a:pt x="2936398" y="2571112"/>
                  </a:lnTo>
                  <a:lnTo>
                    <a:pt x="2936556" y="2571112"/>
                  </a:lnTo>
                  <a:lnTo>
                    <a:pt x="2936714" y="2571112"/>
                  </a:lnTo>
                  <a:lnTo>
                    <a:pt x="2936714" y="2570682"/>
                  </a:lnTo>
                  <a:lnTo>
                    <a:pt x="2936714" y="2570251"/>
                  </a:lnTo>
                  <a:lnTo>
                    <a:pt x="2936872" y="2570251"/>
                  </a:lnTo>
                  <a:lnTo>
                    <a:pt x="2936872" y="2569820"/>
                  </a:lnTo>
                  <a:lnTo>
                    <a:pt x="2937029" y="2569820"/>
                  </a:lnTo>
                  <a:lnTo>
                    <a:pt x="2937029" y="2569390"/>
                  </a:lnTo>
                  <a:lnTo>
                    <a:pt x="2937187" y="2569390"/>
                  </a:lnTo>
                  <a:lnTo>
                    <a:pt x="2937187" y="2568959"/>
                  </a:lnTo>
                  <a:lnTo>
                    <a:pt x="2937345" y="2568959"/>
                  </a:lnTo>
                  <a:lnTo>
                    <a:pt x="2937502" y="2568959"/>
                  </a:lnTo>
                  <a:lnTo>
                    <a:pt x="2937502" y="2568529"/>
                  </a:lnTo>
                  <a:lnTo>
                    <a:pt x="2937502" y="2568098"/>
                  </a:lnTo>
                  <a:lnTo>
                    <a:pt x="2937660" y="2568098"/>
                  </a:lnTo>
                  <a:lnTo>
                    <a:pt x="2937818" y="2568098"/>
                  </a:lnTo>
                  <a:lnTo>
                    <a:pt x="2937976" y="2568098"/>
                  </a:lnTo>
                  <a:lnTo>
                    <a:pt x="2938133" y="2568098"/>
                  </a:lnTo>
                  <a:lnTo>
                    <a:pt x="2938291" y="2568098"/>
                  </a:lnTo>
                  <a:lnTo>
                    <a:pt x="2938291" y="2567667"/>
                  </a:lnTo>
                  <a:lnTo>
                    <a:pt x="2938291" y="2567237"/>
                  </a:lnTo>
                  <a:lnTo>
                    <a:pt x="2938449" y="2567237"/>
                  </a:lnTo>
                  <a:lnTo>
                    <a:pt x="2938449" y="2566806"/>
                  </a:lnTo>
                  <a:lnTo>
                    <a:pt x="2938449" y="2566376"/>
                  </a:lnTo>
                  <a:lnTo>
                    <a:pt x="2938606" y="2566376"/>
                  </a:lnTo>
                  <a:lnTo>
                    <a:pt x="2938764" y="2566376"/>
                  </a:lnTo>
                  <a:lnTo>
                    <a:pt x="2938922" y="2566376"/>
                  </a:lnTo>
                  <a:lnTo>
                    <a:pt x="2938922" y="2565945"/>
                  </a:lnTo>
                  <a:lnTo>
                    <a:pt x="2938922" y="2565514"/>
                  </a:lnTo>
                  <a:lnTo>
                    <a:pt x="2939080" y="2565514"/>
                  </a:lnTo>
                  <a:lnTo>
                    <a:pt x="2939237" y="2565514"/>
                  </a:lnTo>
                  <a:lnTo>
                    <a:pt x="2939395" y="2565514"/>
                  </a:lnTo>
                  <a:lnTo>
                    <a:pt x="2939553" y="2565514"/>
                  </a:lnTo>
                  <a:lnTo>
                    <a:pt x="2939553" y="2565084"/>
                  </a:lnTo>
                  <a:lnTo>
                    <a:pt x="2939710" y="2565084"/>
                  </a:lnTo>
                  <a:lnTo>
                    <a:pt x="2939868" y="2565084"/>
                  </a:lnTo>
                  <a:lnTo>
                    <a:pt x="2940026" y="2565084"/>
                  </a:lnTo>
                  <a:lnTo>
                    <a:pt x="2940184" y="2565084"/>
                  </a:lnTo>
                  <a:lnTo>
                    <a:pt x="2940341" y="2565084"/>
                  </a:lnTo>
                  <a:lnTo>
                    <a:pt x="2940499" y="2565084"/>
                  </a:lnTo>
                  <a:lnTo>
                    <a:pt x="2940657" y="2565084"/>
                  </a:lnTo>
                  <a:lnTo>
                    <a:pt x="2940815" y="2565084"/>
                  </a:lnTo>
                  <a:lnTo>
                    <a:pt x="2940972" y="2565084"/>
                  </a:lnTo>
                  <a:lnTo>
                    <a:pt x="2941130" y="2565084"/>
                  </a:lnTo>
                  <a:lnTo>
                    <a:pt x="2941288" y="2565084"/>
                  </a:lnTo>
                  <a:lnTo>
                    <a:pt x="2941445" y="2565084"/>
                  </a:lnTo>
                  <a:lnTo>
                    <a:pt x="2941603" y="2565084"/>
                  </a:lnTo>
                  <a:lnTo>
                    <a:pt x="2941761" y="2565084"/>
                  </a:lnTo>
                  <a:lnTo>
                    <a:pt x="2941919" y="2565084"/>
                  </a:lnTo>
                  <a:lnTo>
                    <a:pt x="2941919" y="2564653"/>
                  </a:lnTo>
                  <a:lnTo>
                    <a:pt x="2941919" y="2564223"/>
                  </a:lnTo>
                  <a:lnTo>
                    <a:pt x="2941919" y="2563792"/>
                  </a:lnTo>
                  <a:lnTo>
                    <a:pt x="2941919" y="2563361"/>
                  </a:lnTo>
                  <a:lnTo>
                    <a:pt x="2941919" y="2562931"/>
                  </a:lnTo>
                  <a:lnTo>
                    <a:pt x="2942076" y="2562931"/>
                  </a:lnTo>
                  <a:lnTo>
                    <a:pt x="2942234" y="2562931"/>
                  </a:lnTo>
                  <a:lnTo>
                    <a:pt x="2942392" y="2562931"/>
                  </a:lnTo>
                  <a:lnTo>
                    <a:pt x="2942549" y="2562931"/>
                  </a:lnTo>
                  <a:lnTo>
                    <a:pt x="2942707" y="2562931"/>
                  </a:lnTo>
                  <a:lnTo>
                    <a:pt x="2942707" y="2562500"/>
                  </a:lnTo>
                  <a:lnTo>
                    <a:pt x="2942707" y="2562070"/>
                  </a:lnTo>
                  <a:lnTo>
                    <a:pt x="2942865" y="2562070"/>
                  </a:lnTo>
                  <a:lnTo>
                    <a:pt x="2943023" y="2562070"/>
                  </a:lnTo>
                  <a:lnTo>
                    <a:pt x="2943180" y="2562070"/>
                  </a:lnTo>
                  <a:lnTo>
                    <a:pt x="2943338" y="2562070"/>
                  </a:lnTo>
                  <a:lnTo>
                    <a:pt x="2943338" y="2561639"/>
                  </a:lnTo>
                  <a:lnTo>
                    <a:pt x="2943338" y="2561208"/>
                  </a:lnTo>
                  <a:lnTo>
                    <a:pt x="2943496" y="2561208"/>
                  </a:lnTo>
                  <a:lnTo>
                    <a:pt x="2943653" y="2561208"/>
                  </a:lnTo>
                  <a:lnTo>
                    <a:pt x="2943811" y="2561208"/>
                  </a:lnTo>
                  <a:lnTo>
                    <a:pt x="2943969" y="2561208"/>
                  </a:lnTo>
                  <a:lnTo>
                    <a:pt x="2944127" y="2561208"/>
                  </a:lnTo>
                  <a:lnTo>
                    <a:pt x="2944284" y="2561208"/>
                  </a:lnTo>
                  <a:lnTo>
                    <a:pt x="2944442" y="2561208"/>
                  </a:lnTo>
                  <a:lnTo>
                    <a:pt x="2944600" y="2561208"/>
                  </a:lnTo>
                  <a:lnTo>
                    <a:pt x="2944600" y="2560778"/>
                  </a:lnTo>
                  <a:lnTo>
                    <a:pt x="2944757" y="2560778"/>
                  </a:lnTo>
                  <a:lnTo>
                    <a:pt x="2944915" y="2560778"/>
                  </a:lnTo>
                  <a:lnTo>
                    <a:pt x="2945073" y="2560778"/>
                  </a:lnTo>
                  <a:lnTo>
                    <a:pt x="2945231" y="2560778"/>
                  </a:lnTo>
                  <a:lnTo>
                    <a:pt x="2945231" y="2560347"/>
                  </a:lnTo>
                  <a:lnTo>
                    <a:pt x="2945388" y="2560347"/>
                  </a:lnTo>
                  <a:lnTo>
                    <a:pt x="2945388" y="2559917"/>
                  </a:lnTo>
                  <a:lnTo>
                    <a:pt x="2945546" y="2559917"/>
                  </a:lnTo>
                  <a:lnTo>
                    <a:pt x="2945704" y="2559917"/>
                  </a:lnTo>
                  <a:lnTo>
                    <a:pt x="2945862" y="2559917"/>
                  </a:lnTo>
                  <a:lnTo>
                    <a:pt x="2946019" y="2559917"/>
                  </a:lnTo>
                  <a:lnTo>
                    <a:pt x="2946177" y="2559917"/>
                  </a:lnTo>
                  <a:lnTo>
                    <a:pt x="2946335" y="2559917"/>
                  </a:lnTo>
                  <a:lnTo>
                    <a:pt x="2946492" y="2559917"/>
                  </a:lnTo>
                  <a:lnTo>
                    <a:pt x="2946650" y="2559917"/>
                  </a:lnTo>
                  <a:lnTo>
                    <a:pt x="2946650" y="2559486"/>
                  </a:lnTo>
                  <a:lnTo>
                    <a:pt x="2946808" y="2559486"/>
                  </a:lnTo>
                  <a:lnTo>
                    <a:pt x="2946966" y="2559486"/>
                  </a:lnTo>
                  <a:lnTo>
                    <a:pt x="2946966" y="2559055"/>
                  </a:lnTo>
                  <a:lnTo>
                    <a:pt x="2947123" y="2559055"/>
                  </a:lnTo>
                  <a:lnTo>
                    <a:pt x="2947281" y="2559055"/>
                  </a:lnTo>
                  <a:lnTo>
                    <a:pt x="2947281" y="2558625"/>
                  </a:lnTo>
                  <a:lnTo>
                    <a:pt x="2947439" y="2558625"/>
                  </a:lnTo>
                  <a:lnTo>
                    <a:pt x="2947439" y="2558194"/>
                  </a:lnTo>
                  <a:lnTo>
                    <a:pt x="2947596" y="2558194"/>
                  </a:lnTo>
                  <a:lnTo>
                    <a:pt x="2947754" y="2558194"/>
                  </a:lnTo>
                  <a:lnTo>
                    <a:pt x="2947912" y="2558194"/>
                  </a:lnTo>
                  <a:lnTo>
                    <a:pt x="2948070" y="2558194"/>
                  </a:lnTo>
                  <a:lnTo>
                    <a:pt x="2948227" y="2558194"/>
                  </a:lnTo>
                  <a:lnTo>
                    <a:pt x="2948385" y="2558194"/>
                  </a:lnTo>
                  <a:lnTo>
                    <a:pt x="2948543" y="2558194"/>
                  </a:lnTo>
                  <a:lnTo>
                    <a:pt x="2948700" y="2558194"/>
                  </a:lnTo>
                  <a:lnTo>
                    <a:pt x="2948858" y="2558194"/>
                  </a:lnTo>
                  <a:lnTo>
                    <a:pt x="2948858" y="2557764"/>
                  </a:lnTo>
                  <a:lnTo>
                    <a:pt x="2949016" y="2557764"/>
                  </a:lnTo>
                  <a:lnTo>
                    <a:pt x="2949174" y="2557764"/>
                  </a:lnTo>
                  <a:lnTo>
                    <a:pt x="2949174" y="2557333"/>
                  </a:lnTo>
                  <a:lnTo>
                    <a:pt x="2949331" y="2557333"/>
                  </a:lnTo>
                  <a:lnTo>
                    <a:pt x="2949489" y="2557333"/>
                  </a:lnTo>
                  <a:lnTo>
                    <a:pt x="2949489" y="2556902"/>
                  </a:lnTo>
                  <a:lnTo>
                    <a:pt x="2949647" y="2556902"/>
                  </a:lnTo>
                  <a:lnTo>
                    <a:pt x="2949804" y="2556902"/>
                  </a:lnTo>
                  <a:lnTo>
                    <a:pt x="2949962" y="2556902"/>
                  </a:lnTo>
                  <a:lnTo>
                    <a:pt x="2950120" y="2556902"/>
                  </a:lnTo>
                  <a:lnTo>
                    <a:pt x="2950278" y="2556902"/>
                  </a:lnTo>
                  <a:lnTo>
                    <a:pt x="2950435" y="2556902"/>
                  </a:lnTo>
                  <a:lnTo>
                    <a:pt x="2950435" y="2556472"/>
                  </a:lnTo>
                  <a:lnTo>
                    <a:pt x="2950593" y="2556472"/>
                  </a:lnTo>
                  <a:lnTo>
                    <a:pt x="2950593" y="2556041"/>
                  </a:lnTo>
                  <a:lnTo>
                    <a:pt x="2950751" y="2556041"/>
                  </a:lnTo>
                  <a:lnTo>
                    <a:pt x="2950908" y="2556041"/>
                  </a:lnTo>
                  <a:lnTo>
                    <a:pt x="2951066" y="2556041"/>
                  </a:lnTo>
                  <a:lnTo>
                    <a:pt x="2951066" y="2555611"/>
                  </a:lnTo>
                  <a:lnTo>
                    <a:pt x="2951224" y="2555611"/>
                  </a:lnTo>
                  <a:lnTo>
                    <a:pt x="2951382" y="2555611"/>
                  </a:lnTo>
                  <a:lnTo>
                    <a:pt x="2951539" y="2555611"/>
                  </a:lnTo>
                  <a:lnTo>
                    <a:pt x="2951539" y="2555180"/>
                  </a:lnTo>
                  <a:lnTo>
                    <a:pt x="2951697" y="2555180"/>
                  </a:lnTo>
                  <a:lnTo>
                    <a:pt x="2951855" y="2555180"/>
                  </a:lnTo>
                  <a:lnTo>
                    <a:pt x="2951855" y="2554749"/>
                  </a:lnTo>
                  <a:lnTo>
                    <a:pt x="2952013" y="2554749"/>
                  </a:lnTo>
                  <a:lnTo>
                    <a:pt x="2952170" y="2554749"/>
                  </a:lnTo>
                  <a:lnTo>
                    <a:pt x="2952170" y="2554319"/>
                  </a:lnTo>
                  <a:lnTo>
                    <a:pt x="2952328" y="2554319"/>
                  </a:lnTo>
                  <a:lnTo>
                    <a:pt x="2952486" y="2554319"/>
                  </a:lnTo>
                  <a:lnTo>
                    <a:pt x="2952643" y="2554319"/>
                  </a:lnTo>
                  <a:lnTo>
                    <a:pt x="2952801" y="2554319"/>
                  </a:lnTo>
                  <a:lnTo>
                    <a:pt x="2952959" y="2554319"/>
                  </a:lnTo>
                  <a:lnTo>
                    <a:pt x="2953117" y="2554319"/>
                  </a:lnTo>
                  <a:lnTo>
                    <a:pt x="2953274" y="2554319"/>
                  </a:lnTo>
                  <a:lnTo>
                    <a:pt x="2953274" y="2553888"/>
                  </a:lnTo>
                  <a:lnTo>
                    <a:pt x="2953274" y="2553458"/>
                  </a:lnTo>
                  <a:lnTo>
                    <a:pt x="2953432" y="2553458"/>
                  </a:lnTo>
                  <a:lnTo>
                    <a:pt x="2953590" y="2553458"/>
                  </a:lnTo>
                  <a:lnTo>
                    <a:pt x="2953747" y="2553458"/>
                  </a:lnTo>
                  <a:lnTo>
                    <a:pt x="2953905" y="2553458"/>
                  </a:lnTo>
                  <a:lnTo>
                    <a:pt x="2954063" y="2553458"/>
                  </a:lnTo>
                  <a:lnTo>
                    <a:pt x="2954221" y="2553458"/>
                  </a:lnTo>
                  <a:lnTo>
                    <a:pt x="2954378" y="2553458"/>
                  </a:lnTo>
                  <a:lnTo>
                    <a:pt x="2954536" y="2553458"/>
                  </a:lnTo>
                  <a:lnTo>
                    <a:pt x="2954694" y="2553458"/>
                  </a:lnTo>
                  <a:lnTo>
                    <a:pt x="2954851" y="2553458"/>
                  </a:lnTo>
                  <a:lnTo>
                    <a:pt x="2955009" y="2553458"/>
                  </a:lnTo>
                  <a:lnTo>
                    <a:pt x="2955009" y="2553027"/>
                  </a:lnTo>
                  <a:lnTo>
                    <a:pt x="2955167" y="2553027"/>
                  </a:lnTo>
                  <a:lnTo>
                    <a:pt x="2955325" y="2553027"/>
                  </a:lnTo>
                  <a:lnTo>
                    <a:pt x="2955482" y="2553027"/>
                  </a:lnTo>
                  <a:lnTo>
                    <a:pt x="2955640" y="2553027"/>
                  </a:lnTo>
                  <a:lnTo>
                    <a:pt x="2955640" y="2552596"/>
                  </a:lnTo>
                  <a:lnTo>
                    <a:pt x="2955640" y="2552166"/>
                  </a:lnTo>
                  <a:lnTo>
                    <a:pt x="2955798" y="2552166"/>
                  </a:lnTo>
                  <a:lnTo>
                    <a:pt x="2955955" y="2552166"/>
                  </a:lnTo>
                  <a:lnTo>
                    <a:pt x="2956113" y="2552166"/>
                  </a:lnTo>
                  <a:lnTo>
                    <a:pt x="2956271" y="2552166"/>
                  </a:lnTo>
                  <a:lnTo>
                    <a:pt x="2956429" y="2552166"/>
                  </a:lnTo>
                  <a:lnTo>
                    <a:pt x="2956586" y="2552166"/>
                  </a:lnTo>
                  <a:lnTo>
                    <a:pt x="2956744" y="2552166"/>
                  </a:lnTo>
                  <a:lnTo>
                    <a:pt x="2956902" y="2552166"/>
                  </a:lnTo>
                  <a:lnTo>
                    <a:pt x="2957059" y="2552166"/>
                  </a:lnTo>
                  <a:lnTo>
                    <a:pt x="2957217" y="2552166"/>
                  </a:lnTo>
                  <a:lnTo>
                    <a:pt x="2957217" y="2551735"/>
                  </a:lnTo>
                  <a:lnTo>
                    <a:pt x="2957217" y="2551305"/>
                  </a:lnTo>
                  <a:lnTo>
                    <a:pt x="2957375" y="2551305"/>
                  </a:lnTo>
                  <a:lnTo>
                    <a:pt x="2957533" y="2551305"/>
                  </a:lnTo>
                  <a:lnTo>
                    <a:pt x="2957690" y="2551305"/>
                  </a:lnTo>
                  <a:lnTo>
                    <a:pt x="2957848" y="2551305"/>
                  </a:lnTo>
                  <a:lnTo>
                    <a:pt x="2958006" y="2551305"/>
                  </a:lnTo>
                  <a:lnTo>
                    <a:pt x="2958164" y="2551305"/>
                  </a:lnTo>
                  <a:lnTo>
                    <a:pt x="2958321" y="2551305"/>
                  </a:lnTo>
                  <a:lnTo>
                    <a:pt x="2958321" y="2550874"/>
                  </a:lnTo>
                  <a:lnTo>
                    <a:pt x="2958321" y="2550443"/>
                  </a:lnTo>
                  <a:lnTo>
                    <a:pt x="2958479" y="2550443"/>
                  </a:lnTo>
                  <a:lnTo>
                    <a:pt x="2958637" y="2550443"/>
                  </a:lnTo>
                  <a:lnTo>
                    <a:pt x="2958794" y="2550443"/>
                  </a:lnTo>
                  <a:lnTo>
                    <a:pt x="2958952" y="2550443"/>
                  </a:lnTo>
                  <a:lnTo>
                    <a:pt x="2958952" y="2550013"/>
                  </a:lnTo>
                  <a:lnTo>
                    <a:pt x="2958952" y="2549582"/>
                  </a:lnTo>
                  <a:lnTo>
                    <a:pt x="2959110" y="2549582"/>
                  </a:lnTo>
                  <a:lnTo>
                    <a:pt x="2959268" y="2549582"/>
                  </a:lnTo>
                  <a:lnTo>
                    <a:pt x="2959425" y="2549582"/>
                  </a:lnTo>
                  <a:lnTo>
                    <a:pt x="2959583" y="2549582"/>
                  </a:lnTo>
                  <a:lnTo>
                    <a:pt x="2959583" y="2549152"/>
                  </a:lnTo>
                  <a:lnTo>
                    <a:pt x="2959583" y="2548721"/>
                  </a:lnTo>
                  <a:lnTo>
                    <a:pt x="2959741" y="2548721"/>
                  </a:lnTo>
                  <a:lnTo>
                    <a:pt x="2959741" y="2548290"/>
                  </a:lnTo>
                  <a:lnTo>
                    <a:pt x="2959898" y="2548290"/>
                  </a:lnTo>
                  <a:lnTo>
                    <a:pt x="2960056" y="2548290"/>
                  </a:lnTo>
                  <a:lnTo>
                    <a:pt x="2960214" y="2548290"/>
                  </a:lnTo>
                  <a:lnTo>
                    <a:pt x="2960372" y="2548290"/>
                  </a:lnTo>
                  <a:lnTo>
                    <a:pt x="2960529" y="2548290"/>
                  </a:lnTo>
                  <a:lnTo>
                    <a:pt x="2960687" y="2548290"/>
                  </a:lnTo>
                  <a:lnTo>
                    <a:pt x="2960687" y="2547860"/>
                  </a:lnTo>
                  <a:lnTo>
                    <a:pt x="2960845" y="2547860"/>
                  </a:lnTo>
                  <a:lnTo>
                    <a:pt x="2960845" y="2547429"/>
                  </a:lnTo>
                  <a:lnTo>
                    <a:pt x="2961002" y="2547429"/>
                  </a:lnTo>
                  <a:lnTo>
                    <a:pt x="2961160" y="2547429"/>
                  </a:lnTo>
                  <a:lnTo>
                    <a:pt x="2961318" y="2547429"/>
                  </a:lnTo>
                  <a:lnTo>
                    <a:pt x="2961476" y="2547429"/>
                  </a:lnTo>
                  <a:lnTo>
                    <a:pt x="2961476" y="2546999"/>
                  </a:lnTo>
                  <a:lnTo>
                    <a:pt x="2961633" y="2546999"/>
                  </a:lnTo>
                  <a:lnTo>
                    <a:pt x="2961791" y="2546999"/>
                  </a:lnTo>
                  <a:lnTo>
                    <a:pt x="2961949" y="2546999"/>
                  </a:lnTo>
                  <a:lnTo>
                    <a:pt x="2962106" y="2546999"/>
                  </a:lnTo>
                  <a:lnTo>
                    <a:pt x="2962264" y="2546999"/>
                  </a:lnTo>
                  <a:lnTo>
                    <a:pt x="2962422" y="2546999"/>
                  </a:lnTo>
                  <a:lnTo>
                    <a:pt x="2962580" y="2546999"/>
                  </a:lnTo>
                  <a:lnTo>
                    <a:pt x="2962737" y="2546999"/>
                  </a:lnTo>
                  <a:lnTo>
                    <a:pt x="2962895" y="2546999"/>
                  </a:lnTo>
                  <a:lnTo>
                    <a:pt x="2962895" y="2546568"/>
                  </a:lnTo>
                  <a:lnTo>
                    <a:pt x="2963053" y="2546568"/>
                  </a:lnTo>
                  <a:lnTo>
                    <a:pt x="2963211" y="2546568"/>
                  </a:lnTo>
                  <a:lnTo>
                    <a:pt x="2963211" y="2546137"/>
                  </a:lnTo>
                  <a:lnTo>
                    <a:pt x="2963368" y="2546137"/>
                  </a:lnTo>
                  <a:lnTo>
                    <a:pt x="2963526" y="2546137"/>
                  </a:lnTo>
                  <a:lnTo>
                    <a:pt x="2963684" y="2546137"/>
                  </a:lnTo>
                  <a:lnTo>
                    <a:pt x="2963841" y="2546137"/>
                  </a:lnTo>
                  <a:lnTo>
                    <a:pt x="2963999" y="2546137"/>
                  </a:lnTo>
                  <a:lnTo>
                    <a:pt x="2963999" y="2545707"/>
                  </a:lnTo>
                  <a:lnTo>
                    <a:pt x="2964157" y="2545707"/>
                  </a:lnTo>
                  <a:lnTo>
                    <a:pt x="2964315" y="2545707"/>
                  </a:lnTo>
                  <a:lnTo>
                    <a:pt x="2964315" y="2545276"/>
                  </a:lnTo>
                  <a:lnTo>
                    <a:pt x="2964472" y="2545276"/>
                  </a:lnTo>
                  <a:lnTo>
                    <a:pt x="2964630" y="2545276"/>
                  </a:lnTo>
                  <a:lnTo>
                    <a:pt x="2964788" y="2545276"/>
                  </a:lnTo>
                  <a:lnTo>
                    <a:pt x="2964945" y="2545276"/>
                  </a:lnTo>
                  <a:lnTo>
                    <a:pt x="2964945" y="2544846"/>
                  </a:lnTo>
                  <a:lnTo>
                    <a:pt x="2964945" y="2544415"/>
                  </a:lnTo>
                  <a:lnTo>
                    <a:pt x="2965103" y="2544415"/>
                  </a:lnTo>
                  <a:lnTo>
                    <a:pt x="2965261" y="2544415"/>
                  </a:lnTo>
                  <a:lnTo>
                    <a:pt x="2965261" y="2543984"/>
                  </a:lnTo>
                  <a:lnTo>
                    <a:pt x="2965419" y="2543984"/>
                  </a:lnTo>
                  <a:lnTo>
                    <a:pt x="2965419" y="2543554"/>
                  </a:lnTo>
                  <a:lnTo>
                    <a:pt x="2965576" y="2543554"/>
                  </a:lnTo>
                  <a:lnTo>
                    <a:pt x="2965734" y="2543554"/>
                  </a:lnTo>
                  <a:lnTo>
                    <a:pt x="2965892" y="2543554"/>
                  </a:lnTo>
                  <a:lnTo>
                    <a:pt x="2966049" y="2543554"/>
                  </a:lnTo>
                  <a:lnTo>
                    <a:pt x="2966207" y="2543554"/>
                  </a:lnTo>
                  <a:lnTo>
                    <a:pt x="2966365" y="2543554"/>
                  </a:lnTo>
                  <a:lnTo>
                    <a:pt x="2966365" y="2543123"/>
                  </a:lnTo>
                  <a:lnTo>
                    <a:pt x="2966523" y="2543123"/>
                  </a:lnTo>
                  <a:lnTo>
                    <a:pt x="2966680" y="2543123"/>
                  </a:lnTo>
                  <a:lnTo>
                    <a:pt x="2966838" y="2543123"/>
                  </a:lnTo>
                  <a:lnTo>
                    <a:pt x="2966996" y="2543123"/>
                  </a:lnTo>
                  <a:lnTo>
                    <a:pt x="2967153" y="2543123"/>
                  </a:lnTo>
                  <a:lnTo>
                    <a:pt x="2967311" y="2543123"/>
                  </a:lnTo>
                  <a:lnTo>
                    <a:pt x="2967469" y="2543123"/>
                  </a:lnTo>
                  <a:lnTo>
                    <a:pt x="2967627" y="2543123"/>
                  </a:lnTo>
                  <a:lnTo>
                    <a:pt x="2967784" y="2543123"/>
                  </a:lnTo>
                  <a:lnTo>
                    <a:pt x="2967942" y="2543123"/>
                  </a:lnTo>
                  <a:lnTo>
                    <a:pt x="2968100" y="2543123"/>
                  </a:lnTo>
                  <a:lnTo>
                    <a:pt x="2968257" y="2543123"/>
                  </a:lnTo>
                  <a:lnTo>
                    <a:pt x="2968415" y="2543123"/>
                  </a:lnTo>
                  <a:lnTo>
                    <a:pt x="2968573" y="2543123"/>
                  </a:lnTo>
                  <a:lnTo>
                    <a:pt x="2968731" y="2543123"/>
                  </a:lnTo>
                  <a:lnTo>
                    <a:pt x="2968731" y="2542693"/>
                  </a:lnTo>
                  <a:lnTo>
                    <a:pt x="2968888" y="2542693"/>
                  </a:lnTo>
                  <a:lnTo>
                    <a:pt x="2969046" y="2542693"/>
                  </a:lnTo>
                  <a:lnTo>
                    <a:pt x="2969204" y="2542693"/>
                  </a:lnTo>
                  <a:lnTo>
                    <a:pt x="2969204" y="2542262"/>
                  </a:lnTo>
                  <a:lnTo>
                    <a:pt x="2969362" y="2542262"/>
                  </a:lnTo>
                  <a:lnTo>
                    <a:pt x="2969362" y="2541831"/>
                  </a:lnTo>
                  <a:lnTo>
                    <a:pt x="2969519" y="2541831"/>
                  </a:lnTo>
                  <a:lnTo>
                    <a:pt x="2969677" y="2541831"/>
                  </a:lnTo>
                  <a:lnTo>
                    <a:pt x="2969835" y="2541831"/>
                  </a:lnTo>
                  <a:lnTo>
                    <a:pt x="2969992" y="2541831"/>
                  </a:lnTo>
                  <a:lnTo>
                    <a:pt x="2970150" y="2541831"/>
                  </a:lnTo>
                  <a:lnTo>
                    <a:pt x="2970308" y="2541831"/>
                  </a:lnTo>
                  <a:lnTo>
                    <a:pt x="2970308" y="2541401"/>
                  </a:lnTo>
                  <a:lnTo>
                    <a:pt x="2970466" y="2541401"/>
                  </a:lnTo>
                  <a:lnTo>
                    <a:pt x="2970623" y="2541401"/>
                  </a:lnTo>
                  <a:lnTo>
                    <a:pt x="2970781" y="2541401"/>
                  </a:lnTo>
                  <a:lnTo>
                    <a:pt x="2970939" y="2541401"/>
                  </a:lnTo>
                  <a:lnTo>
                    <a:pt x="2970939" y="2540970"/>
                  </a:lnTo>
                  <a:lnTo>
                    <a:pt x="2971096" y="2540970"/>
                  </a:lnTo>
                  <a:lnTo>
                    <a:pt x="2971254" y="2540970"/>
                  </a:lnTo>
                  <a:lnTo>
                    <a:pt x="2971412" y="2540970"/>
                  </a:lnTo>
                  <a:lnTo>
                    <a:pt x="2971570" y="2540970"/>
                  </a:lnTo>
                  <a:lnTo>
                    <a:pt x="2971570" y="2540540"/>
                  </a:lnTo>
                  <a:lnTo>
                    <a:pt x="2971570" y="2540109"/>
                  </a:lnTo>
                  <a:lnTo>
                    <a:pt x="2971727" y="2540109"/>
                  </a:lnTo>
                  <a:lnTo>
                    <a:pt x="2971727" y="2539678"/>
                  </a:lnTo>
                  <a:lnTo>
                    <a:pt x="2971885" y="2539678"/>
                  </a:lnTo>
                  <a:lnTo>
                    <a:pt x="2972043" y="2539678"/>
                  </a:lnTo>
                  <a:lnTo>
                    <a:pt x="2972043" y="2539248"/>
                  </a:lnTo>
                  <a:lnTo>
                    <a:pt x="2972043" y="2538817"/>
                  </a:lnTo>
                  <a:lnTo>
                    <a:pt x="2972200" y="2538817"/>
                  </a:lnTo>
                  <a:lnTo>
                    <a:pt x="2972358" y="2538817"/>
                  </a:lnTo>
                  <a:lnTo>
                    <a:pt x="2972358" y="2538387"/>
                  </a:lnTo>
                  <a:lnTo>
                    <a:pt x="2972516" y="2538387"/>
                  </a:lnTo>
                  <a:lnTo>
                    <a:pt x="2972674" y="2538387"/>
                  </a:lnTo>
                  <a:lnTo>
                    <a:pt x="2972831" y="2538387"/>
                  </a:lnTo>
                  <a:lnTo>
                    <a:pt x="2972831" y="2537956"/>
                  </a:lnTo>
                  <a:lnTo>
                    <a:pt x="2972989" y="2537956"/>
                  </a:lnTo>
                  <a:lnTo>
                    <a:pt x="2972989" y="2537525"/>
                  </a:lnTo>
                  <a:lnTo>
                    <a:pt x="2973147" y="2537525"/>
                  </a:lnTo>
                  <a:lnTo>
                    <a:pt x="2973304" y="2537525"/>
                  </a:lnTo>
                  <a:lnTo>
                    <a:pt x="2973462" y="2537525"/>
                  </a:lnTo>
                  <a:lnTo>
                    <a:pt x="2973620" y="2537525"/>
                  </a:lnTo>
                  <a:lnTo>
                    <a:pt x="2973620" y="2537095"/>
                  </a:lnTo>
                  <a:lnTo>
                    <a:pt x="2973620" y="2536664"/>
                  </a:lnTo>
                  <a:lnTo>
                    <a:pt x="2973778" y="2536664"/>
                  </a:lnTo>
                  <a:lnTo>
                    <a:pt x="2973935" y="2536664"/>
                  </a:lnTo>
                  <a:lnTo>
                    <a:pt x="2974093" y="2536664"/>
                  </a:lnTo>
                  <a:lnTo>
                    <a:pt x="2974251" y="2536664"/>
                  </a:lnTo>
                  <a:lnTo>
                    <a:pt x="2974251" y="2536234"/>
                  </a:lnTo>
                  <a:lnTo>
                    <a:pt x="2974409" y="2536234"/>
                  </a:lnTo>
                  <a:lnTo>
                    <a:pt x="2974409" y="2535803"/>
                  </a:lnTo>
                  <a:lnTo>
                    <a:pt x="2974409" y="2535372"/>
                  </a:lnTo>
                  <a:lnTo>
                    <a:pt x="2974409" y="2534942"/>
                  </a:lnTo>
                  <a:lnTo>
                    <a:pt x="2974409" y="2534511"/>
                  </a:lnTo>
                  <a:lnTo>
                    <a:pt x="2974566" y="2534511"/>
                  </a:lnTo>
                  <a:lnTo>
                    <a:pt x="2974724" y="2534511"/>
                  </a:lnTo>
                  <a:lnTo>
                    <a:pt x="2974882" y="2534511"/>
                  </a:lnTo>
                  <a:lnTo>
                    <a:pt x="2975039" y="2534511"/>
                  </a:lnTo>
                  <a:lnTo>
                    <a:pt x="2975197" y="2534511"/>
                  </a:lnTo>
                  <a:lnTo>
                    <a:pt x="2975355" y="2534511"/>
                  </a:lnTo>
                  <a:lnTo>
                    <a:pt x="2975513" y="2534511"/>
                  </a:lnTo>
                  <a:lnTo>
                    <a:pt x="2975670" y="2534511"/>
                  </a:lnTo>
                  <a:lnTo>
                    <a:pt x="2975828" y="2534511"/>
                  </a:lnTo>
                  <a:lnTo>
                    <a:pt x="2975986" y="2534511"/>
                  </a:lnTo>
                  <a:lnTo>
                    <a:pt x="2975986" y="2534081"/>
                  </a:lnTo>
                  <a:lnTo>
                    <a:pt x="2976143" y="2534081"/>
                  </a:lnTo>
                  <a:lnTo>
                    <a:pt x="2976301" y="2534081"/>
                  </a:lnTo>
                  <a:lnTo>
                    <a:pt x="2976459" y="2534081"/>
                  </a:lnTo>
                  <a:lnTo>
                    <a:pt x="2976617" y="2534081"/>
                  </a:lnTo>
                  <a:lnTo>
                    <a:pt x="2976774" y="2534081"/>
                  </a:lnTo>
                  <a:lnTo>
                    <a:pt x="2976932" y="2534081"/>
                  </a:lnTo>
                  <a:lnTo>
                    <a:pt x="2977090" y="2534081"/>
                  </a:lnTo>
                  <a:lnTo>
                    <a:pt x="2977247" y="2534081"/>
                  </a:lnTo>
                  <a:lnTo>
                    <a:pt x="2977405" y="2534081"/>
                  </a:lnTo>
                  <a:lnTo>
                    <a:pt x="2977563" y="2534081"/>
                  </a:lnTo>
                  <a:lnTo>
                    <a:pt x="2977563" y="2533650"/>
                  </a:lnTo>
                  <a:lnTo>
                    <a:pt x="2977721" y="2533650"/>
                  </a:lnTo>
                  <a:lnTo>
                    <a:pt x="2977721" y="2533219"/>
                  </a:lnTo>
                  <a:lnTo>
                    <a:pt x="2977878" y="2533219"/>
                  </a:lnTo>
                  <a:lnTo>
                    <a:pt x="2978036" y="2533219"/>
                  </a:lnTo>
                  <a:lnTo>
                    <a:pt x="2978194" y="2533219"/>
                  </a:lnTo>
                  <a:lnTo>
                    <a:pt x="2978194" y="2532789"/>
                  </a:lnTo>
                  <a:lnTo>
                    <a:pt x="2978351" y="2532789"/>
                  </a:lnTo>
                  <a:lnTo>
                    <a:pt x="2978351" y="2532358"/>
                  </a:lnTo>
                  <a:lnTo>
                    <a:pt x="2978351" y="2531928"/>
                  </a:lnTo>
                  <a:lnTo>
                    <a:pt x="2978509" y="2531928"/>
                  </a:lnTo>
                  <a:lnTo>
                    <a:pt x="2978509" y="2531497"/>
                  </a:lnTo>
                  <a:lnTo>
                    <a:pt x="2978667" y="2531497"/>
                  </a:lnTo>
                  <a:lnTo>
                    <a:pt x="2978825" y="2531497"/>
                  </a:lnTo>
                  <a:lnTo>
                    <a:pt x="2978982" y="2531497"/>
                  </a:lnTo>
                  <a:lnTo>
                    <a:pt x="2979140" y="2531497"/>
                  </a:lnTo>
                  <a:lnTo>
                    <a:pt x="2979298" y="2531497"/>
                  </a:lnTo>
                  <a:lnTo>
                    <a:pt x="2979455" y="2531497"/>
                  </a:lnTo>
                  <a:lnTo>
                    <a:pt x="2979613" y="2531497"/>
                  </a:lnTo>
                  <a:lnTo>
                    <a:pt x="2979771" y="2531497"/>
                  </a:lnTo>
                  <a:lnTo>
                    <a:pt x="2979929" y="2531497"/>
                  </a:lnTo>
                  <a:lnTo>
                    <a:pt x="2979929" y="2531066"/>
                  </a:lnTo>
                  <a:lnTo>
                    <a:pt x="2979929" y="2530636"/>
                  </a:lnTo>
                  <a:lnTo>
                    <a:pt x="2979929" y="2530205"/>
                  </a:lnTo>
                  <a:lnTo>
                    <a:pt x="2979929" y="2529775"/>
                  </a:lnTo>
                  <a:lnTo>
                    <a:pt x="2980086" y="2529775"/>
                  </a:lnTo>
                  <a:lnTo>
                    <a:pt x="2980244" y="2529775"/>
                  </a:lnTo>
                  <a:lnTo>
                    <a:pt x="2980244" y="2529344"/>
                  </a:lnTo>
                  <a:lnTo>
                    <a:pt x="2980244" y="2528913"/>
                  </a:lnTo>
                  <a:lnTo>
                    <a:pt x="2980244" y="2528483"/>
                  </a:lnTo>
                  <a:lnTo>
                    <a:pt x="2980402" y="2528483"/>
                  </a:lnTo>
                  <a:lnTo>
                    <a:pt x="2980560" y="2528483"/>
                  </a:lnTo>
                  <a:lnTo>
                    <a:pt x="2980560" y="2528052"/>
                  </a:lnTo>
                  <a:lnTo>
                    <a:pt x="2980717" y="2528052"/>
                  </a:lnTo>
                  <a:lnTo>
                    <a:pt x="2980875" y="2528052"/>
                  </a:lnTo>
                  <a:lnTo>
                    <a:pt x="2981033" y="2528052"/>
                  </a:lnTo>
                  <a:lnTo>
                    <a:pt x="2981190" y="2528052"/>
                  </a:lnTo>
                  <a:lnTo>
                    <a:pt x="2981190" y="2527622"/>
                  </a:lnTo>
                  <a:lnTo>
                    <a:pt x="2981348" y="2527622"/>
                  </a:lnTo>
                  <a:lnTo>
                    <a:pt x="2981506" y="2527622"/>
                  </a:lnTo>
                  <a:lnTo>
                    <a:pt x="2981664" y="2527622"/>
                  </a:lnTo>
                  <a:lnTo>
                    <a:pt x="2981821" y="2527622"/>
                  </a:lnTo>
                  <a:lnTo>
                    <a:pt x="2981979" y="2527622"/>
                  </a:lnTo>
                  <a:lnTo>
                    <a:pt x="2981979" y="2527191"/>
                  </a:lnTo>
                  <a:lnTo>
                    <a:pt x="2982137" y="2527191"/>
                  </a:lnTo>
                  <a:lnTo>
                    <a:pt x="2982294" y="2527191"/>
                  </a:lnTo>
                  <a:lnTo>
                    <a:pt x="2982294" y="2526760"/>
                  </a:lnTo>
                  <a:lnTo>
                    <a:pt x="2982452" y="2526760"/>
                  </a:lnTo>
                  <a:lnTo>
                    <a:pt x="2982452" y="2526330"/>
                  </a:lnTo>
                  <a:lnTo>
                    <a:pt x="2982452" y="2525899"/>
                  </a:lnTo>
                  <a:lnTo>
                    <a:pt x="2982452" y="2525469"/>
                  </a:lnTo>
                  <a:lnTo>
                    <a:pt x="2982610" y="2525469"/>
                  </a:lnTo>
                  <a:lnTo>
                    <a:pt x="2982768" y="2525469"/>
                  </a:lnTo>
                  <a:lnTo>
                    <a:pt x="2982925" y="2525469"/>
                  </a:lnTo>
                  <a:lnTo>
                    <a:pt x="2983083" y="2525469"/>
                  </a:lnTo>
                  <a:lnTo>
                    <a:pt x="2983241" y="2525469"/>
                  </a:lnTo>
                  <a:lnTo>
                    <a:pt x="2983398" y="2525469"/>
                  </a:lnTo>
                  <a:lnTo>
                    <a:pt x="2983556" y="2525469"/>
                  </a:lnTo>
                  <a:lnTo>
                    <a:pt x="2983714" y="2525469"/>
                  </a:lnTo>
                  <a:lnTo>
                    <a:pt x="2983872" y="2525469"/>
                  </a:lnTo>
                  <a:lnTo>
                    <a:pt x="2984029" y="2525469"/>
                  </a:lnTo>
                  <a:lnTo>
                    <a:pt x="2984029" y="2525038"/>
                  </a:lnTo>
                  <a:lnTo>
                    <a:pt x="2984187" y="2525038"/>
                  </a:lnTo>
                  <a:lnTo>
                    <a:pt x="2984345" y="2525038"/>
                  </a:lnTo>
                  <a:lnTo>
                    <a:pt x="2984502" y="2525038"/>
                  </a:lnTo>
                  <a:lnTo>
                    <a:pt x="2984660" y="2525038"/>
                  </a:lnTo>
                  <a:lnTo>
                    <a:pt x="2984818" y="2525038"/>
                  </a:lnTo>
                  <a:lnTo>
                    <a:pt x="2984976" y="2525038"/>
                  </a:lnTo>
                  <a:lnTo>
                    <a:pt x="2985133" y="2525038"/>
                  </a:lnTo>
                  <a:lnTo>
                    <a:pt x="2985291" y="2525038"/>
                  </a:lnTo>
                  <a:lnTo>
                    <a:pt x="2985449" y="2525038"/>
                  </a:lnTo>
                  <a:lnTo>
                    <a:pt x="2985607" y="2525038"/>
                  </a:lnTo>
                  <a:lnTo>
                    <a:pt x="2985764" y="2525038"/>
                  </a:lnTo>
                  <a:lnTo>
                    <a:pt x="2985922" y="2525038"/>
                  </a:lnTo>
                  <a:lnTo>
                    <a:pt x="2986080" y="2525038"/>
                  </a:lnTo>
                  <a:lnTo>
                    <a:pt x="2986237" y="2525038"/>
                  </a:lnTo>
                  <a:lnTo>
                    <a:pt x="2986395" y="2525038"/>
                  </a:lnTo>
                  <a:lnTo>
                    <a:pt x="2986553" y="2525038"/>
                  </a:lnTo>
                  <a:lnTo>
                    <a:pt x="2986553" y="2524607"/>
                  </a:lnTo>
                  <a:lnTo>
                    <a:pt x="2986711" y="2524607"/>
                  </a:lnTo>
                  <a:lnTo>
                    <a:pt x="2986711" y="2524177"/>
                  </a:lnTo>
                  <a:lnTo>
                    <a:pt x="2986868" y="2524177"/>
                  </a:lnTo>
                  <a:lnTo>
                    <a:pt x="2986868" y="2523746"/>
                  </a:lnTo>
                  <a:lnTo>
                    <a:pt x="2987026" y="2523746"/>
                  </a:lnTo>
                  <a:lnTo>
                    <a:pt x="2987026" y="2523316"/>
                  </a:lnTo>
                  <a:lnTo>
                    <a:pt x="2987184" y="2523316"/>
                  </a:lnTo>
                  <a:lnTo>
                    <a:pt x="2987341" y="2523316"/>
                  </a:lnTo>
                  <a:lnTo>
                    <a:pt x="2987499" y="2523316"/>
                  </a:lnTo>
                  <a:lnTo>
                    <a:pt x="2987657" y="2523316"/>
                  </a:lnTo>
                  <a:lnTo>
                    <a:pt x="2987657" y="2522885"/>
                  </a:lnTo>
                  <a:lnTo>
                    <a:pt x="2987815" y="2522885"/>
                  </a:lnTo>
                  <a:lnTo>
                    <a:pt x="2987972" y="2522885"/>
                  </a:lnTo>
                  <a:lnTo>
                    <a:pt x="2988130" y="2522885"/>
                  </a:lnTo>
                  <a:lnTo>
                    <a:pt x="2988288" y="2522885"/>
                  </a:lnTo>
                  <a:lnTo>
                    <a:pt x="2988288" y="2522454"/>
                  </a:lnTo>
                  <a:lnTo>
                    <a:pt x="2988288" y="2522024"/>
                  </a:lnTo>
                  <a:lnTo>
                    <a:pt x="2988445" y="2522024"/>
                  </a:lnTo>
                  <a:lnTo>
                    <a:pt x="2988603" y="2522024"/>
                  </a:lnTo>
                  <a:lnTo>
                    <a:pt x="2988603" y="2521593"/>
                  </a:lnTo>
                  <a:lnTo>
                    <a:pt x="2988761" y="2521593"/>
                  </a:lnTo>
                  <a:lnTo>
                    <a:pt x="2988919" y="2521593"/>
                  </a:lnTo>
                  <a:lnTo>
                    <a:pt x="2989076" y="2521593"/>
                  </a:lnTo>
                  <a:lnTo>
                    <a:pt x="2989076" y="2521163"/>
                  </a:lnTo>
                  <a:lnTo>
                    <a:pt x="2989234" y="2521163"/>
                  </a:lnTo>
                  <a:lnTo>
                    <a:pt x="2989392" y="2521163"/>
                  </a:lnTo>
                  <a:lnTo>
                    <a:pt x="2989549" y="2521163"/>
                  </a:lnTo>
                  <a:lnTo>
                    <a:pt x="2989707" y="2521163"/>
                  </a:lnTo>
                  <a:lnTo>
                    <a:pt x="2989707" y="2520732"/>
                  </a:lnTo>
                  <a:lnTo>
                    <a:pt x="2989707" y="2520301"/>
                  </a:lnTo>
                  <a:lnTo>
                    <a:pt x="2989865" y="2520301"/>
                  </a:lnTo>
                  <a:lnTo>
                    <a:pt x="2989865" y="2519871"/>
                  </a:lnTo>
                  <a:lnTo>
                    <a:pt x="2990023" y="2519871"/>
                  </a:lnTo>
                  <a:lnTo>
                    <a:pt x="2990023" y="2519440"/>
                  </a:lnTo>
                  <a:lnTo>
                    <a:pt x="2990180" y="2519440"/>
                  </a:lnTo>
                  <a:lnTo>
                    <a:pt x="2990180" y="2519010"/>
                  </a:lnTo>
                  <a:lnTo>
                    <a:pt x="2990338" y="2519010"/>
                  </a:lnTo>
                  <a:lnTo>
                    <a:pt x="2990496" y="2519010"/>
                  </a:lnTo>
                  <a:lnTo>
                    <a:pt x="2990653" y="2519010"/>
                  </a:lnTo>
                  <a:lnTo>
                    <a:pt x="2990811" y="2519010"/>
                  </a:lnTo>
                  <a:lnTo>
                    <a:pt x="2990811" y="2518579"/>
                  </a:lnTo>
                  <a:lnTo>
                    <a:pt x="2990811" y="2518148"/>
                  </a:lnTo>
                  <a:lnTo>
                    <a:pt x="2990969" y="2518148"/>
                  </a:lnTo>
                  <a:lnTo>
                    <a:pt x="2991127" y="2518148"/>
                  </a:lnTo>
                  <a:lnTo>
                    <a:pt x="2991127" y="2517718"/>
                  </a:lnTo>
                  <a:lnTo>
                    <a:pt x="2991284" y="2517718"/>
                  </a:lnTo>
                  <a:lnTo>
                    <a:pt x="2991442" y="2517718"/>
                  </a:lnTo>
                  <a:lnTo>
                    <a:pt x="2991600" y="2517718"/>
                  </a:lnTo>
                  <a:lnTo>
                    <a:pt x="2991600" y="2517287"/>
                  </a:lnTo>
                  <a:lnTo>
                    <a:pt x="2991758" y="2517287"/>
                  </a:lnTo>
                  <a:lnTo>
                    <a:pt x="2991758" y="2516857"/>
                  </a:lnTo>
                  <a:lnTo>
                    <a:pt x="2991915" y="2516857"/>
                  </a:lnTo>
                  <a:lnTo>
                    <a:pt x="2992073" y="2516857"/>
                  </a:lnTo>
                  <a:lnTo>
                    <a:pt x="2992231" y="2516857"/>
                  </a:lnTo>
                  <a:lnTo>
                    <a:pt x="2992388" y="2516857"/>
                  </a:lnTo>
                  <a:lnTo>
                    <a:pt x="2992546" y="2516857"/>
                  </a:lnTo>
                  <a:lnTo>
                    <a:pt x="2992546" y="2516426"/>
                  </a:lnTo>
                  <a:lnTo>
                    <a:pt x="2992704" y="2516426"/>
                  </a:lnTo>
                  <a:lnTo>
                    <a:pt x="2992862" y="2516426"/>
                  </a:lnTo>
                  <a:lnTo>
                    <a:pt x="2992862" y="2515995"/>
                  </a:lnTo>
                  <a:lnTo>
                    <a:pt x="2993019" y="2515995"/>
                  </a:lnTo>
                  <a:lnTo>
                    <a:pt x="2993177" y="2515995"/>
                  </a:lnTo>
                  <a:lnTo>
                    <a:pt x="2993335" y="2515995"/>
                  </a:lnTo>
                  <a:lnTo>
                    <a:pt x="2993335" y="2515565"/>
                  </a:lnTo>
                  <a:lnTo>
                    <a:pt x="2993492" y="2515565"/>
                  </a:lnTo>
                  <a:lnTo>
                    <a:pt x="2993650" y="2515565"/>
                  </a:lnTo>
                  <a:lnTo>
                    <a:pt x="2993808" y="2515565"/>
                  </a:lnTo>
                  <a:lnTo>
                    <a:pt x="2993966" y="2515565"/>
                  </a:lnTo>
                  <a:lnTo>
                    <a:pt x="2993966" y="2515134"/>
                  </a:lnTo>
                  <a:lnTo>
                    <a:pt x="2993966" y="2514704"/>
                  </a:lnTo>
                  <a:lnTo>
                    <a:pt x="2994123" y="2514704"/>
                  </a:lnTo>
                  <a:lnTo>
                    <a:pt x="2994281" y="2514704"/>
                  </a:lnTo>
                  <a:lnTo>
                    <a:pt x="2994281" y="2514273"/>
                  </a:lnTo>
                  <a:lnTo>
                    <a:pt x="2994439" y="2514273"/>
                  </a:lnTo>
                  <a:lnTo>
                    <a:pt x="2994596" y="2514273"/>
                  </a:lnTo>
                  <a:lnTo>
                    <a:pt x="2994754" y="2514273"/>
                  </a:lnTo>
                  <a:lnTo>
                    <a:pt x="2994912" y="2514273"/>
                  </a:lnTo>
                  <a:lnTo>
                    <a:pt x="2995070" y="2514273"/>
                  </a:lnTo>
                  <a:lnTo>
                    <a:pt x="2995227" y="2514273"/>
                  </a:lnTo>
                  <a:lnTo>
                    <a:pt x="2995385" y="2514273"/>
                  </a:lnTo>
                  <a:lnTo>
                    <a:pt x="2995543" y="2514273"/>
                  </a:lnTo>
                  <a:lnTo>
                    <a:pt x="2995700" y="2514273"/>
                  </a:lnTo>
                  <a:lnTo>
                    <a:pt x="2995700" y="2513842"/>
                  </a:lnTo>
                  <a:lnTo>
                    <a:pt x="2995858" y="2513842"/>
                  </a:lnTo>
                  <a:lnTo>
                    <a:pt x="2996016" y="2513842"/>
                  </a:lnTo>
                  <a:lnTo>
                    <a:pt x="2996174" y="2513842"/>
                  </a:lnTo>
                  <a:lnTo>
                    <a:pt x="2996331" y="2513842"/>
                  </a:lnTo>
                  <a:lnTo>
                    <a:pt x="2996489" y="2513842"/>
                  </a:lnTo>
                  <a:lnTo>
                    <a:pt x="2996647" y="2513842"/>
                  </a:lnTo>
                  <a:lnTo>
                    <a:pt x="2996805" y="2513842"/>
                  </a:lnTo>
                  <a:lnTo>
                    <a:pt x="2996962" y="2513842"/>
                  </a:lnTo>
                  <a:lnTo>
                    <a:pt x="2997120" y="2513842"/>
                  </a:lnTo>
                  <a:lnTo>
                    <a:pt x="2997278" y="2513842"/>
                  </a:lnTo>
                  <a:lnTo>
                    <a:pt x="2997435" y="2513842"/>
                  </a:lnTo>
                  <a:lnTo>
                    <a:pt x="2997593" y="2513842"/>
                  </a:lnTo>
                  <a:lnTo>
                    <a:pt x="2997751" y="2513842"/>
                  </a:lnTo>
                  <a:lnTo>
                    <a:pt x="2997909" y="2513842"/>
                  </a:lnTo>
                  <a:lnTo>
                    <a:pt x="2998066" y="2513842"/>
                  </a:lnTo>
                  <a:lnTo>
                    <a:pt x="2998066" y="2513412"/>
                  </a:lnTo>
                  <a:lnTo>
                    <a:pt x="2998066" y="2512981"/>
                  </a:lnTo>
                  <a:lnTo>
                    <a:pt x="2998066" y="2512551"/>
                  </a:lnTo>
                  <a:lnTo>
                    <a:pt x="2998224" y="2512551"/>
                  </a:lnTo>
                  <a:lnTo>
                    <a:pt x="2998382" y="2512551"/>
                  </a:lnTo>
                  <a:lnTo>
                    <a:pt x="2998539" y="2512551"/>
                  </a:lnTo>
                  <a:lnTo>
                    <a:pt x="2998697" y="2512551"/>
                  </a:lnTo>
                  <a:lnTo>
                    <a:pt x="2998855" y="2512551"/>
                  </a:lnTo>
                  <a:lnTo>
                    <a:pt x="2999013" y="2512551"/>
                  </a:lnTo>
                  <a:lnTo>
                    <a:pt x="2999170" y="2512551"/>
                  </a:lnTo>
                  <a:lnTo>
                    <a:pt x="2999328" y="2512551"/>
                  </a:lnTo>
                  <a:lnTo>
                    <a:pt x="2999328" y="2512120"/>
                  </a:lnTo>
                  <a:lnTo>
                    <a:pt x="2999486" y="2512120"/>
                  </a:lnTo>
                  <a:lnTo>
                    <a:pt x="2999643" y="2512120"/>
                  </a:lnTo>
                  <a:lnTo>
                    <a:pt x="2999801" y="2512120"/>
                  </a:lnTo>
                  <a:lnTo>
                    <a:pt x="2999959" y="2512120"/>
                  </a:lnTo>
                  <a:lnTo>
                    <a:pt x="3000117" y="2512120"/>
                  </a:lnTo>
                  <a:lnTo>
                    <a:pt x="3000274" y="2512120"/>
                  </a:lnTo>
                  <a:lnTo>
                    <a:pt x="3000274" y="2511689"/>
                  </a:lnTo>
                  <a:lnTo>
                    <a:pt x="3000432" y="2511689"/>
                  </a:lnTo>
                  <a:lnTo>
                    <a:pt x="3000590" y="2511689"/>
                  </a:lnTo>
                  <a:lnTo>
                    <a:pt x="3000747" y="2511689"/>
                  </a:lnTo>
                  <a:lnTo>
                    <a:pt x="3000905" y="2511689"/>
                  </a:lnTo>
                  <a:lnTo>
                    <a:pt x="3001063" y="2511689"/>
                  </a:lnTo>
                  <a:lnTo>
                    <a:pt x="3001221" y="2511689"/>
                  </a:lnTo>
                  <a:lnTo>
                    <a:pt x="3001378" y="2511689"/>
                  </a:lnTo>
                  <a:lnTo>
                    <a:pt x="3001536" y="2511689"/>
                  </a:lnTo>
                  <a:lnTo>
                    <a:pt x="3001694" y="2511689"/>
                  </a:lnTo>
                  <a:lnTo>
                    <a:pt x="3001694" y="2511259"/>
                  </a:lnTo>
                  <a:lnTo>
                    <a:pt x="3001694" y="2510828"/>
                  </a:lnTo>
                  <a:lnTo>
                    <a:pt x="3001851" y="2510828"/>
                  </a:lnTo>
                  <a:lnTo>
                    <a:pt x="3002009" y="2510828"/>
                  </a:lnTo>
                  <a:lnTo>
                    <a:pt x="3002167" y="2510828"/>
                  </a:lnTo>
                  <a:lnTo>
                    <a:pt x="3002167" y="2510398"/>
                  </a:lnTo>
                  <a:lnTo>
                    <a:pt x="3002325" y="2510398"/>
                  </a:lnTo>
                  <a:lnTo>
                    <a:pt x="3002482" y="2510398"/>
                  </a:lnTo>
                  <a:lnTo>
                    <a:pt x="3002640" y="2510398"/>
                  </a:lnTo>
                  <a:lnTo>
                    <a:pt x="3002798" y="2510398"/>
                  </a:lnTo>
                  <a:lnTo>
                    <a:pt x="3002798" y="2509967"/>
                  </a:lnTo>
                  <a:lnTo>
                    <a:pt x="3002798" y="2509536"/>
                  </a:lnTo>
                  <a:lnTo>
                    <a:pt x="3002956" y="2509536"/>
                  </a:lnTo>
                  <a:lnTo>
                    <a:pt x="3003113" y="2509536"/>
                  </a:lnTo>
                  <a:lnTo>
                    <a:pt x="3003271" y="2509536"/>
                  </a:lnTo>
                  <a:lnTo>
                    <a:pt x="3003429" y="2509536"/>
                  </a:lnTo>
                  <a:lnTo>
                    <a:pt x="3003429" y="2509106"/>
                  </a:lnTo>
                  <a:lnTo>
                    <a:pt x="3003586" y="2509106"/>
                  </a:lnTo>
                  <a:lnTo>
                    <a:pt x="3003586" y="2508675"/>
                  </a:lnTo>
                  <a:lnTo>
                    <a:pt x="3003586" y="2508245"/>
                  </a:lnTo>
                  <a:lnTo>
                    <a:pt x="3003744" y="2508245"/>
                  </a:lnTo>
                  <a:lnTo>
                    <a:pt x="3003902" y="2508245"/>
                  </a:lnTo>
                  <a:lnTo>
                    <a:pt x="3004060" y="2508245"/>
                  </a:lnTo>
                  <a:lnTo>
                    <a:pt x="3004060" y="2507814"/>
                  </a:lnTo>
                  <a:lnTo>
                    <a:pt x="3004217" y="2507814"/>
                  </a:lnTo>
                  <a:lnTo>
                    <a:pt x="3004375" y="2507814"/>
                  </a:lnTo>
                  <a:lnTo>
                    <a:pt x="3004533" y="2507814"/>
                  </a:lnTo>
                  <a:lnTo>
                    <a:pt x="3004690" y="2507814"/>
                  </a:lnTo>
                  <a:lnTo>
                    <a:pt x="3004848" y="2507814"/>
                  </a:lnTo>
                  <a:lnTo>
                    <a:pt x="3005006" y="2507814"/>
                  </a:lnTo>
                  <a:lnTo>
                    <a:pt x="3005164" y="2507814"/>
                  </a:lnTo>
                  <a:lnTo>
                    <a:pt x="3005321" y="2507814"/>
                  </a:lnTo>
                  <a:lnTo>
                    <a:pt x="3005479" y="2507814"/>
                  </a:lnTo>
                  <a:lnTo>
                    <a:pt x="3005637" y="2507814"/>
                  </a:lnTo>
                  <a:lnTo>
                    <a:pt x="3005794" y="2507814"/>
                  </a:lnTo>
                  <a:lnTo>
                    <a:pt x="3005794" y="2507383"/>
                  </a:lnTo>
                  <a:lnTo>
                    <a:pt x="3005952" y="2507383"/>
                  </a:lnTo>
                  <a:lnTo>
                    <a:pt x="3005952" y="2506953"/>
                  </a:lnTo>
                  <a:lnTo>
                    <a:pt x="3005952" y="2506522"/>
                  </a:lnTo>
                  <a:lnTo>
                    <a:pt x="3005952" y="2506092"/>
                  </a:lnTo>
                  <a:lnTo>
                    <a:pt x="3005952" y="2505661"/>
                  </a:lnTo>
                  <a:lnTo>
                    <a:pt x="3006110" y="2505661"/>
                  </a:lnTo>
                  <a:lnTo>
                    <a:pt x="3006268" y="2505661"/>
                  </a:lnTo>
                  <a:lnTo>
                    <a:pt x="3006425" y="2505661"/>
                  </a:lnTo>
                  <a:lnTo>
                    <a:pt x="3006583" y="2505661"/>
                  </a:lnTo>
                  <a:lnTo>
                    <a:pt x="3006741" y="2505661"/>
                  </a:lnTo>
                  <a:lnTo>
                    <a:pt x="3006898" y="2505661"/>
                  </a:lnTo>
                  <a:lnTo>
                    <a:pt x="3006898" y="2505230"/>
                  </a:lnTo>
                  <a:lnTo>
                    <a:pt x="3007056" y="2505230"/>
                  </a:lnTo>
                  <a:lnTo>
                    <a:pt x="3007056" y="2504800"/>
                  </a:lnTo>
                  <a:lnTo>
                    <a:pt x="3007214" y="2504800"/>
                  </a:lnTo>
                  <a:lnTo>
                    <a:pt x="3007214" y="2504369"/>
                  </a:lnTo>
                  <a:lnTo>
                    <a:pt x="3007372" y="2504369"/>
                  </a:lnTo>
                  <a:lnTo>
                    <a:pt x="3007529" y="2504369"/>
                  </a:lnTo>
                  <a:lnTo>
                    <a:pt x="3007529" y="2503939"/>
                  </a:lnTo>
                  <a:lnTo>
                    <a:pt x="3007529" y="2503508"/>
                  </a:lnTo>
                  <a:lnTo>
                    <a:pt x="3007687" y="2503508"/>
                  </a:lnTo>
                  <a:lnTo>
                    <a:pt x="3007845" y="2503508"/>
                  </a:lnTo>
                  <a:lnTo>
                    <a:pt x="3008003" y="2503508"/>
                  </a:lnTo>
                  <a:lnTo>
                    <a:pt x="3008003" y="2503077"/>
                  </a:lnTo>
                  <a:lnTo>
                    <a:pt x="3008160" y="2503077"/>
                  </a:lnTo>
                  <a:lnTo>
                    <a:pt x="3008318" y="2503077"/>
                  </a:lnTo>
                  <a:lnTo>
                    <a:pt x="3008476" y="2503077"/>
                  </a:lnTo>
                  <a:lnTo>
                    <a:pt x="3008633" y="2503077"/>
                  </a:lnTo>
                  <a:lnTo>
                    <a:pt x="3008791" y="2503077"/>
                  </a:lnTo>
                  <a:lnTo>
                    <a:pt x="3008949" y="2503077"/>
                  </a:lnTo>
                  <a:lnTo>
                    <a:pt x="3009107" y="2503077"/>
                  </a:lnTo>
                  <a:lnTo>
                    <a:pt x="3009264" y="2503077"/>
                  </a:lnTo>
                  <a:lnTo>
                    <a:pt x="3009422" y="2503077"/>
                  </a:lnTo>
                  <a:lnTo>
                    <a:pt x="3009580" y="2503077"/>
                  </a:lnTo>
                  <a:lnTo>
                    <a:pt x="3009737" y="2503077"/>
                  </a:lnTo>
                  <a:lnTo>
                    <a:pt x="3009895" y="2503077"/>
                  </a:lnTo>
                  <a:lnTo>
                    <a:pt x="3010053" y="2503077"/>
                  </a:lnTo>
                  <a:lnTo>
                    <a:pt x="3010211" y="2503077"/>
                  </a:lnTo>
                  <a:lnTo>
                    <a:pt x="3010368" y="2503077"/>
                  </a:lnTo>
                  <a:lnTo>
                    <a:pt x="3010526" y="2503077"/>
                  </a:lnTo>
                  <a:lnTo>
                    <a:pt x="3010684" y="2503077"/>
                  </a:lnTo>
                  <a:lnTo>
                    <a:pt x="3010841" y="2503077"/>
                  </a:lnTo>
                  <a:lnTo>
                    <a:pt x="3010999" y="2503077"/>
                  </a:lnTo>
                  <a:lnTo>
                    <a:pt x="3011157" y="2503077"/>
                  </a:lnTo>
                  <a:lnTo>
                    <a:pt x="3011315" y="2503077"/>
                  </a:lnTo>
                  <a:lnTo>
                    <a:pt x="3011472" y="2503077"/>
                  </a:lnTo>
                  <a:lnTo>
                    <a:pt x="3011630" y="2503077"/>
                  </a:lnTo>
                  <a:lnTo>
                    <a:pt x="3011788" y="2503077"/>
                  </a:lnTo>
                  <a:lnTo>
                    <a:pt x="3011945" y="2503077"/>
                  </a:lnTo>
                  <a:lnTo>
                    <a:pt x="3012103" y="2503077"/>
                  </a:lnTo>
                  <a:lnTo>
                    <a:pt x="3012261" y="2503077"/>
                  </a:lnTo>
                  <a:lnTo>
                    <a:pt x="3012419" y="2503077"/>
                  </a:lnTo>
                  <a:lnTo>
                    <a:pt x="3012576" y="2503077"/>
                  </a:lnTo>
                  <a:lnTo>
                    <a:pt x="3012734" y="2503077"/>
                  </a:lnTo>
                  <a:lnTo>
                    <a:pt x="3012892" y="2503077"/>
                  </a:lnTo>
                  <a:lnTo>
                    <a:pt x="3013049" y="2503077"/>
                  </a:lnTo>
                  <a:lnTo>
                    <a:pt x="3013049" y="2502647"/>
                  </a:lnTo>
                  <a:lnTo>
                    <a:pt x="3013049" y="2502216"/>
                  </a:lnTo>
                  <a:lnTo>
                    <a:pt x="3013207" y="2502216"/>
                  </a:lnTo>
                  <a:lnTo>
                    <a:pt x="3013365" y="2502216"/>
                  </a:lnTo>
                  <a:lnTo>
                    <a:pt x="3013523" y="2502216"/>
                  </a:lnTo>
                  <a:lnTo>
                    <a:pt x="3013680" y="2502216"/>
                  </a:lnTo>
                  <a:lnTo>
                    <a:pt x="3013838" y="2502216"/>
                  </a:lnTo>
                  <a:lnTo>
                    <a:pt x="3013838" y="2501786"/>
                  </a:lnTo>
                  <a:lnTo>
                    <a:pt x="3013996" y="2501786"/>
                  </a:lnTo>
                  <a:lnTo>
                    <a:pt x="3013996" y="2501355"/>
                  </a:lnTo>
                  <a:lnTo>
                    <a:pt x="3014154" y="2501355"/>
                  </a:lnTo>
                  <a:lnTo>
                    <a:pt x="3014311" y="2501355"/>
                  </a:lnTo>
                  <a:lnTo>
                    <a:pt x="3014469" y="2501355"/>
                  </a:lnTo>
                  <a:lnTo>
                    <a:pt x="3014627" y="2501355"/>
                  </a:lnTo>
                  <a:lnTo>
                    <a:pt x="3014784" y="2501355"/>
                  </a:lnTo>
                  <a:lnTo>
                    <a:pt x="3014942" y="2501355"/>
                  </a:lnTo>
                  <a:lnTo>
                    <a:pt x="3014942" y="2500924"/>
                  </a:lnTo>
                  <a:lnTo>
                    <a:pt x="3015100" y="2500924"/>
                  </a:lnTo>
                  <a:lnTo>
                    <a:pt x="3015258" y="2500924"/>
                  </a:lnTo>
                  <a:lnTo>
                    <a:pt x="3015415" y="2500924"/>
                  </a:lnTo>
                  <a:lnTo>
                    <a:pt x="3015573" y="2500924"/>
                  </a:lnTo>
                  <a:lnTo>
                    <a:pt x="3015573" y="2500494"/>
                  </a:lnTo>
                  <a:lnTo>
                    <a:pt x="3015731" y="2500494"/>
                  </a:lnTo>
                  <a:lnTo>
                    <a:pt x="3015888" y="2500494"/>
                  </a:lnTo>
                  <a:lnTo>
                    <a:pt x="3016046" y="2500494"/>
                  </a:lnTo>
                  <a:lnTo>
                    <a:pt x="3016046" y="2500063"/>
                  </a:lnTo>
                  <a:lnTo>
                    <a:pt x="3016204" y="2500063"/>
                  </a:lnTo>
                  <a:lnTo>
                    <a:pt x="3016204" y="2499633"/>
                  </a:lnTo>
                  <a:lnTo>
                    <a:pt x="3016362" y="2499633"/>
                  </a:lnTo>
                  <a:lnTo>
                    <a:pt x="3016362" y="2499202"/>
                  </a:lnTo>
                  <a:lnTo>
                    <a:pt x="3016362" y="2498771"/>
                  </a:lnTo>
                  <a:lnTo>
                    <a:pt x="3016519" y="2498771"/>
                  </a:lnTo>
                  <a:lnTo>
                    <a:pt x="3016677" y="2498771"/>
                  </a:lnTo>
                  <a:lnTo>
                    <a:pt x="3016835" y="2498771"/>
                  </a:lnTo>
                  <a:lnTo>
                    <a:pt x="3016992" y="2498771"/>
                  </a:lnTo>
                  <a:lnTo>
                    <a:pt x="3016992" y="2498341"/>
                  </a:lnTo>
                  <a:lnTo>
                    <a:pt x="3017150" y="2498341"/>
                  </a:lnTo>
                  <a:lnTo>
                    <a:pt x="3017150" y="2497910"/>
                  </a:lnTo>
                  <a:lnTo>
                    <a:pt x="3017308" y="2497910"/>
                  </a:lnTo>
                  <a:lnTo>
                    <a:pt x="3017308" y="2497480"/>
                  </a:lnTo>
                  <a:lnTo>
                    <a:pt x="3017466" y="2497480"/>
                  </a:lnTo>
                  <a:lnTo>
                    <a:pt x="3017623" y="2497480"/>
                  </a:lnTo>
                  <a:lnTo>
                    <a:pt x="3017781" y="2497480"/>
                  </a:lnTo>
                  <a:lnTo>
                    <a:pt x="3017939" y="2497480"/>
                  </a:lnTo>
                  <a:lnTo>
                    <a:pt x="3018096" y="2497480"/>
                  </a:lnTo>
                  <a:lnTo>
                    <a:pt x="3018096" y="2497049"/>
                  </a:lnTo>
                  <a:lnTo>
                    <a:pt x="3018254" y="2497049"/>
                  </a:lnTo>
                  <a:lnTo>
                    <a:pt x="3018412" y="2497049"/>
                  </a:lnTo>
                  <a:lnTo>
                    <a:pt x="3018412" y="2496618"/>
                  </a:lnTo>
                  <a:lnTo>
                    <a:pt x="3018570" y="2496618"/>
                  </a:lnTo>
                  <a:lnTo>
                    <a:pt x="3018727" y="2496618"/>
                  </a:lnTo>
                  <a:lnTo>
                    <a:pt x="3018885" y="2496618"/>
                  </a:lnTo>
                  <a:lnTo>
                    <a:pt x="3019043" y="2496618"/>
                  </a:lnTo>
                  <a:lnTo>
                    <a:pt x="3019201" y="2496618"/>
                  </a:lnTo>
                  <a:lnTo>
                    <a:pt x="3019358" y="2496618"/>
                  </a:lnTo>
                  <a:lnTo>
                    <a:pt x="3019516" y="2496618"/>
                  </a:lnTo>
                  <a:lnTo>
                    <a:pt x="3019674" y="2496618"/>
                  </a:lnTo>
                  <a:lnTo>
                    <a:pt x="3019831" y="2496618"/>
                  </a:lnTo>
                  <a:lnTo>
                    <a:pt x="3019831" y="2496188"/>
                  </a:lnTo>
                  <a:lnTo>
                    <a:pt x="3019831" y="2495757"/>
                  </a:lnTo>
                  <a:lnTo>
                    <a:pt x="3019831" y="2495327"/>
                  </a:lnTo>
                  <a:lnTo>
                    <a:pt x="3019831" y="2494896"/>
                  </a:lnTo>
                  <a:lnTo>
                    <a:pt x="3019831" y="2494465"/>
                  </a:lnTo>
                  <a:lnTo>
                    <a:pt x="3019989" y="2494465"/>
                  </a:lnTo>
                  <a:lnTo>
                    <a:pt x="3020147" y="2494465"/>
                  </a:lnTo>
                  <a:lnTo>
                    <a:pt x="3020147" y="2494035"/>
                  </a:lnTo>
                  <a:lnTo>
                    <a:pt x="3020147" y="2493604"/>
                  </a:lnTo>
                  <a:lnTo>
                    <a:pt x="3020305" y="2493604"/>
                  </a:lnTo>
                  <a:lnTo>
                    <a:pt x="3020462" y="2493604"/>
                  </a:lnTo>
                  <a:lnTo>
                    <a:pt x="3020620" y="2493604"/>
                  </a:lnTo>
                  <a:lnTo>
                    <a:pt x="3020620" y="2493174"/>
                  </a:lnTo>
                  <a:lnTo>
                    <a:pt x="3020778" y="2493174"/>
                  </a:lnTo>
                  <a:lnTo>
                    <a:pt x="3020935" y="2493174"/>
                  </a:lnTo>
                  <a:lnTo>
                    <a:pt x="3021093" y="2493174"/>
                  </a:lnTo>
                  <a:lnTo>
                    <a:pt x="3021251" y="2493174"/>
                  </a:lnTo>
                  <a:lnTo>
                    <a:pt x="3021409" y="2493174"/>
                  </a:lnTo>
                  <a:lnTo>
                    <a:pt x="3021566" y="2493174"/>
                  </a:lnTo>
                  <a:lnTo>
                    <a:pt x="3021566" y="2492743"/>
                  </a:lnTo>
                  <a:lnTo>
                    <a:pt x="3021566" y="2492312"/>
                  </a:lnTo>
                  <a:lnTo>
                    <a:pt x="3021724" y="2492312"/>
                  </a:lnTo>
                  <a:lnTo>
                    <a:pt x="3021882" y="2492312"/>
                  </a:lnTo>
                  <a:lnTo>
                    <a:pt x="3022039" y="2492312"/>
                  </a:lnTo>
                  <a:lnTo>
                    <a:pt x="3022197" y="2492312"/>
                  </a:lnTo>
                  <a:lnTo>
                    <a:pt x="3022355" y="2492312"/>
                  </a:lnTo>
                  <a:lnTo>
                    <a:pt x="3022355" y="2491882"/>
                  </a:lnTo>
                  <a:lnTo>
                    <a:pt x="3022513" y="2491882"/>
                  </a:lnTo>
                  <a:lnTo>
                    <a:pt x="3022670" y="2491882"/>
                  </a:lnTo>
                  <a:lnTo>
                    <a:pt x="3022828" y="2491882"/>
                  </a:lnTo>
                  <a:lnTo>
                    <a:pt x="3022828" y="2491451"/>
                  </a:lnTo>
                  <a:lnTo>
                    <a:pt x="3022986" y="2491451"/>
                  </a:lnTo>
                  <a:lnTo>
                    <a:pt x="3022986" y="2491021"/>
                  </a:lnTo>
                  <a:lnTo>
                    <a:pt x="3023143" y="2491021"/>
                  </a:lnTo>
                  <a:lnTo>
                    <a:pt x="3023301" y="2491021"/>
                  </a:lnTo>
                  <a:lnTo>
                    <a:pt x="3023459" y="2491021"/>
                  </a:lnTo>
                  <a:lnTo>
                    <a:pt x="3023617" y="2491021"/>
                  </a:lnTo>
                  <a:lnTo>
                    <a:pt x="3023774" y="2491021"/>
                  </a:lnTo>
                  <a:lnTo>
                    <a:pt x="3023932" y="2491021"/>
                  </a:lnTo>
                  <a:lnTo>
                    <a:pt x="3023932" y="2490590"/>
                  </a:lnTo>
                  <a:lnTo>
                    <a:pt x="3024090" y="2490590"/>
                  </a:lnTo>
                  <a:lnTo>
                    <a:pt x="3024247" y="2490590"/>
                  </a:lnTo>
                  <a:lnTo>
                    <a:pt x="3024247" y="2490159"/>
                  </a:lnTo>
                  <a:lnTo>
                    <a:pt x="3024405" y="2490159"/>
                  </a:lnTo>
                  <a:lnTo>
                    <a:pt x="3024563" y="2490159"/>
                  </a:lnTo>
                  <a:lnTo>
                    <a:pt x="3024721" y="2490159"/>
                  </a:lnTo>
                  <a:lnTo>
                    <a:pt x="3024721" y="2489729"/>
                  </a:lnTo>
                  <a:lnTo>
                    <a:pt x="3024878" y="2489729"/>
                  </a:lnTo>
                  <a:lnTo>
                    <a:pt x="3025036" y="2489729"/>
                  </a:lnTo>
                  <a:lnTo>
                    <a:pt x="3025194" y="2489729"/>
                  </a:lnTo>
                  <a:lnTo>
                    <a:pt x="3025352" y="2489729"/>
                  </a:lnTo>
                  <a:lnTo>
                    <a:pt x="3025352" y="2489298"/>
                  </a:lnTo>
                  <a:lnTo>
                    <a:pt x="3025509" y="2489298"/>
                  </a:lnTo>
                  <a:lnTo>
                    <a:pt x="3025667" y="2489298"/>
                  </a:lnTo>
                  <a:lnTo>
                    <a:pt x="3025667" y="2488868"/>
                  </a:lnTo>
                  <a:lnTo>
                    <a:pt x="3025825" y="2488868"/>
                  </a:lnTo>
                  <a:lnTo>
                    <a:pt x="3025982" y="2488868"/>
                  </a:lnTo>
                  <a:lnTo>
                    <a:pt x="3025982" y="2488437"/>
                  </a:lnTo>
                  <a:lnTo>
                    <a:pt x="3026140" y="2488437"/>
                  </a:lnTo>
                  <a:lnTo>
                    <a:pt x="3026298" y="2488437"/>
                  </a:lnTo>
                  <a:lnTo>
                    <a:pt x="3026298" y="2488006"/>
                  </a:lnTo>
                  <a:lnTo>
                    <a:pt x="3026298" y="2487576"/>
                  </a:lnTo>
                  <a:lnTo>
                    <a:pt x="3026298" y="2487145"/>
                  </a:lnTo>
                  <a:lnTo>
                    <a:pt x="3026456" y="2487145"/>
                  </a:lnTo>
                  <a:lnTo>
                    <a:pt x="3026613" y="2487145"/>
                  </a:lnTo>
                  <a:lnTo>
                    <a:pt x="3026771" y="2487145"/>
                  </a:lnTo>
                  <a:lnTo>
                    <a:pt x="3026929" y="2487145"/>
                  </a:lnTo>
                  <a:lnTo>
                    <a:pt x="3027086" y="2487145"/>
                  </a:lnTo>
                  <a:lnTo>
                    <a:pt x="3027244" y="2487145"/>
                  </a:lnTo>
                  <a:lnTo>
                    <a:pt x="3027402" y="2487145"/>
                  </a:lnTo>
                  <a:lnTo>
                    <a:pt x="3027560" y="2487145"/>
                  </a:lnTo>
                  <a:lnTo>
                    <a:pt x="3027717" y="2487145"/>
                  </a:lnTo>
                  <a:lnTo>
                    <a:pt x="3027875" y="2487145"/>
                  </a:lnTo>
                  <a:lnTo>
                    <a:pt x="3028033" y="2487145"/>
                  </a:lnTo>
                  <a:lnTo>
                    <a:pt x="3028190" y="2487145"/>
                  </a:lnTo>
                  <a:lnTo>
                    <a:pt x="3028348" y="2487145"/>
                  </a:lnTo>
                  <a:lnTo>
                    <a:pt x="3028506" y="2487145"/>
                  </a:lnTo>
                  <a:lnTo>
                    <a:pt x="3028664" y="2487145"/>
                  </a:lnTo>
                  <a:lnTo>
                    <a:pt x="3028821" y="2487145"/>
                  </a:lnTo>
                  <a:lnTo>
                    <a:pt x="3028979" y="2487145"/>
                  </a:lnTo>
                  <a:lnTo>
                    <a:pt x="3029137" y="2487145"/>
                  </a:lnTo>
                  <a:lnTo>
                    <a:pt x="3029294" y="2487145"/>
                  </a:lnTo>
                  <a:lnTo>
                    <a:pt x="3029452" y="2487145"/>
                  </a:lnTo>
                  <a:lnTo>
                    <a:pt x="3029610" y="2487145"/>
                  </a:lnTo>
                  <a:lnTo>
                    <a:pt x="3029768" y="2487145"/>
                  </a:lnTo>
                  <a:lnTo>
                    <a:pt x="3029768" y="2486715"/>
                  </a:lnTo>
                  <a:lnTo>
                    <a:pt x="3029925" y="2486715"/>
                  </a:lnTo>
                  <a:lnTo>
                    <a:pt x="3030083" y="2486715"/>
                  </a:lnTo>
                  <a:lnTo>
                    <a:pt x="3030241" y="2486715"/>
                  </a:lnTo>
                  <a:lnTo>
                    <a:pt x="3030398" y="2486715"/>
                  </a:lnTo>
                  <a:lnTo>
                    <a:pt x="3030398" y="2486284"/>
                  </a:lnTo>
                  <a:lnTo>
                    <a:pt x="3030556" y="2486284"/>
                  </a:lnTo>
                  <a:lnTo>
                    <a:pt x="3030714" y="2486284"/>
                  </a:lnTo>
                  <a:lnTo>
                    <a:pt x="3030872" y="2486284"/>
                  </a:lnTo>
                  <a:lnTo>
                    <a:pt x="3031029" y="2486284"/>
                  </a:lnTo>
                  <a:lnTo>
                    <a:pt x="3031029" y="2485853"/>
                  </a:lnTo>
                  <a:lnTo>
                    <a:pt x="3031029" y="2485423"/>
                  </a:lnTo>
                  <a:lnTo>
                    <a:pt x="3031187" y="2485423"/>
                  </a:lnTo>
                  <a:lnTo>
                    <a:pt x="3031187" y="2484992"/>
                  </a:lnTo>
                  <a:lnTo>
                    <a:pt x="3031345" y="2484992"/>
                  </a:lnTo>
                  <a:lnTo>
                    <a:pt x="3031503" y="2484992"/>
                  </a:lnTo>
                  <a:lnTo>
                    <a:pt x="3031660" y="2484992"/>
                  </a:lnTo>
                  <a:lnTo>
                    <a:pt x="3031818" y="2484992"/>
                  </a:lnTo>
                  <a:lnTo>
                    <a:pt x="3031818" y="2484562"/>
                  </a:lnTo>
                  <a:lnTo>
                    <a:pt x="3031976" y="2484562"/>
                  </a:lnTo>
                  <a:lnTo>
                    <a:pt x="3032133" y="2484562"/>
                  </a:lnTo>
                  <a:lnTo>
                    <a:pt x="3032291" y="2484562"/>
                  </a:lnTo>
                  <a:lnTo>
                    <a:pt x="3032449" y="2484562"/>
                  </a:lnTo>
                  <a:lnTo>
                    <a:pt x="3032607" y="2484562"/>
                  </a:lnTo>
                  <a:lnTo>
                    <a:pt x="3032764" y="2484562"/>
                  </a:lnTo>
                  <a:lnTo>
                    <a:pt x="3032922" y="2484562"/>
                  </a:lnTo>
                  <a:lnTo>
                    <a:pt x="3033080" y="2484562"/>
                  </a:lnTo>
                  <a:lnTo>
                    <a:pt x="3033237" y="2484562"/>
                  </a:lnTo>
                  <a:lnTo>
                    <a:pt x="3033395" y="2484562"/>
                  </a:lnTo>
                  <a:lnTo>
                    <a:pt x="3033553" y="2484562"/>
                  </a:lnTo>
                  <a:lnTo>
                    <a:pt x="3033711" y="2484562"/>
                  </a:lnTo>
                  <a:lnTo>
                    <a:pt x="3033868" y="2484562"/>
                  </a:lnTo>
                  <a:lnTo>
                    <a:pt x="3034026" y="2484562"/>
                  </a:lnTo>
                  <a:lnTo>
                    <a:pt x="3034184" y="2484562"/>
                  </a:lnTo>
                  <a:lnTo>
                    <a:pt x="3034341" y="2484562"/>
                  </a:lnTo>
                  <a:lnTo>
                    <a:pt x="3034499" y="2484562"/>
                  </a:lnTo>
                  <a:lnTo>
                    <a:pt x="3034499" y="2484131"/>
                  </a:lnTo>
                  <a:lnTo>
                    <a:pt x="3034657" y="2484131"/>
                  </a:lnTo>
                  <a:lnTo>
                    <a:pt x="3034815" y="2484131"/>
                  </a:lnTo>
                  <a:lnTo>
                    <a:pt x="3034972" y="2484131"/>
                  </a:lnTo>
                  <a:lnTo>
                    <a:pt x="3035130" y="2484131"/>
                  </a:lnTo>
                  <a:lnTo>
                    <a:pt x="3035288" y="2484131"/>
                  </a:lnTo>
                  <a:lnTo>
                    <a:pt x="3035445" y="2484131"/>
                  </a:lnTo>
                  <a:lnTo>
                    <a:pt x="3035603" y="2484131"/>
                  </a:lnTo>
                  <a:lnTo>
                    <a:pt x="3035603" y="2483700"/>
                  </a:lnTo>
                  <a:lnTo>
                    <a:pt x="3035603" y="2483270"/>
                  </a:lnTo>
                  <a:lnTo>
                    <a:pt x="3035603" y="2482839"/>
                  </a:lnTo>
                  <a:lnTo>
                    <a:pt x="3035603" y="2482409"/>
                  </a:lnTo>
                  <a:lnTo>
                    <a:pt x="3035603" y="2481978"/>
                  </a:lnTo>
                  <a:lnTo>
                    <a:pt x="3035761" y="2481978"/>
                  </a:lnTo>
                  <a:lnTo>
                    <a:pt x="3035761" y="2481547"/>
                  </a:lnTo>
                  <a:lnTo>
                    <a:pt x="3035761" y="2481117"/>
                  </a:lnTo>
                  <a:lnTo>
                    <a:pt x="3035919" y="2481117"/>
                  </a:lnTo>
                  <a:lnTo>
                    <a:pt x="3036076" y="2481117"/>
                  </a:lnTo>
                  <a:lnTo>
                    <a:pt x="3036234" y="2481117"/>
                  </a:lnTo>
                  <a:lnTo>
                    <a:pt x="3036392" y="2481117"/>
                  </a:lnTo>
                  <a:lnTo>
                    <a:pt x="3036550" y="2481117"/>
                  </a:lnTo>
                  <a:lnTo>
                    <a:pt x="3036550" y="2480686"/>
                  </a:lnTo>
                  <a:lnTo>
                    <a:pt x="3036550" y="2480256"/>
                  </a:lnTo>
                  <a:lnTo>
                    <a:pt x="3036707" y="2480256"/>
                  </a:lnTo>
                  <a:lnTo>
                    <a:pt x="3036865" y="2480256"/>
                  </a:lnTo>
                  <a:lnTo>
                    <a:pt x="3037023" y="2480256"/>
                  </a:lnTo>
                  <a:lnTo>
                    <a:pt x="3037180" y="2480256"/>
                  </a:lnTo>
                  <a:lnTo>
                    <a:pt x="3037180" y="2479825"/>
                  </a:lnTo>
                  <a:lnTo>
                    <a:pt x="3037338" y="2479825"/>
                  </a:lnTo>
                  <a:lnTo>
                    <a:pt x="3037496" y="2479825"/>
                  </a:lnTo>
                  <a:lnTo>
                    <a:pt x="3037654" y="2479825"/>
                  </a:lnTo>
                  <a:lnTo>
                    <a:pt x="3037811" y="2479825"/>
                  </a:lnTo>
                  <a:lnTo>
                    <a:pt x="3037969" y="2479825"/>
                  </a:lnTo>
                  <a:lnTo>
                    <a:pt x="3037969" y="2479394"/>
                  </a:lnTo>
                  <a:lnTo>
                    <a:pt x="3038127" y="2479394"/>
                  </a:lnTo>
                  <a:lnTo>
                    <a:pt x="3038284" y="2479394"/>
                  </a:lnTo>
                  <a:lnTo>
                    <a:pt x="3038284" y="2478964"/>
                  </a:lnTo>
                  <a:lnTo>
                    <a:pt x="3038284" y="2478533"/>
                  </a:lnTo>
                  <a:lnTo>
                    <a:pt x="3038284" y="2478103"/>
                  </a:lnTo>
                  <a:lnTo>
                    <a:pt x="3038284" y="2477672"/>
                  </a:lnTo>
                  <a:lnTo>
                    <a:pt x="3038442" y="2477672"/>
                  </a:lnTo>
                  <a:lnTo>
                    <a:pt x="3038442" y="2477241"/>
                  </a:lnTo>
                  <a:lnTo>
                    <a:pt x="3038600" y="2477241"/>
                  </a:lnTo>
                  <a:lnTo>
                    <a:pt x="3038758" y="2477241"/>
                  </a:lnTo>
                  <a:lnTo>
                    <a:pt x="3038915" y="2477241"/>
                  </a:lnTo>
                  <a:lnTo>
                    <a:pt x="3039073" y="2477241"/>
                  </a:lnTo>
                  <a:lnTo>
                    <a:pt x="3039231" y="2477241"/>
                  </a:lnTo>
                  <a:lnTo>
                    <a:pt x="3039388" y="2477241"/>
                  </a:lnTo>
                  <a:lnTo>
                    <a:pt x="3039546" y="2477241"/>
                  </a:lnTo>
                  <a:lnTo>
                    <a:pt x="3039546" y="2476811"/>
                  </a:lnTo>
                  <a:lnTo>
                    <a:pt x="3039704" y="2476811"/>
                  </a:lnTo>
                  <a:lnTo>
                    <a:pt x="3039862" y="2476811"/>
                  </a:lnTo>
                  <a:lnTo>
                    <a:pt x="3040019" y="2476811"/>
                  </a:lnTo>
                  <a:lnTo>
                    <a:pt x="3040019" y="2476380"/>
                  </a:lnTo>
                  <a:lnTo>
                    <a:pt x="3040177" y="2476380"/>
                  </a:lnTo>
                  <a:lnTo>
                    <a:pt x="3040177" y="2475950"/>
                  </a:lnTo>
                  <a:lnTo>
                    <a:pt x="3040177" y="2475519"/>
                  </a:lnTo>
                  <a:lnTo>
                    <a:pt x="3040335" y="2475519"/>
                  </a:lnTo>
                  <a:lnTo>
                    <a:pt x="3040492" y="2475519"/>
                  </a:lnTo>
                  <a:lnTo>
                    <a:pt x="3040492" y="2475088"/>
                  </a:lnTo>
                  <a:lnTo>
                    <a:pt x="3040492" y="2474658"/>
                  </a:lnTo>
                  <a:lnTo>
                    <a:pt x="3040650" y="2474658"/>
                  </a:lnTo>
                  <a:lnTo>
                    <a:pt x="3040650" y="2474227"/>
                  </a:lnTo>
                  <a:lnTo>
                    <a:pt x="3040808" y="2474227"/>
                  </a:lnTo>
                  <a:lnTo>
                    <a:pt x="3040966" y="2474227"/>
                  </a:lnTo>
                  <a:lnTo>
                    <a:pt x="3041123" y="2474227"/>
                  </a:lnTo>
                  <a:lnTo>
                    <a:pt x="3041281" y="2474227"/>
                  </a:lnTo>
                  <a:lnTo>
                    <a:pt x="3041281" y="2473797"/>
                  </a:lnTo>
                  <a:lnTo>
                    <a:pt x="3041281" y="2473366"/>
                  </a:lnTo>
                  <a:lnTo>
                    <a:pt x="3041439" y="2473366"/>
                  </a:lnTo>
                  <a:lnTo>
                    <a:pt x="3041596" y="2473366"/>
                  </a:lnTo>
                  <a:lnTo>
                    <a:pt x="3041596" y="2472935"/>
                  </a:lnTo>
                  <a:lnTo>
                    <a:pt x="3041596" y="2472505"/>
                  </a:lnTo>
                  <a:lnTo>
                    <a:pt x="3041596" y="2472074"/>
                  </a:lnTo>
                  <a:lnTo>
                    <a:pt x="3041754" y="2472074"/>
                  </a:lnTo>
                  <a:lnTo>
                    <a:pt x="3041912" y="2472074"/>
                  </a:lnTo>
                  <a:lnTo>
                    <a:pt x="3042070" y="2472074"/>
                  </a:lnTo>
                  <a:lnTo>
                    <a:pt x="3042070" y="2471644"/>
                  </a:lnTo>
                  <a:lnTo>
                    <a:pt x="3042070" y="2471213"/>
                  </a:lnTo>
                  <a:lnTo>
                    <a:pt x="3042227" y="2471213"/>
                  </a:lnTo>
                  <a:lnTo>
                    <a:pt x="3042385" y="2471213"/>
                  </a:lnTo>
                  <a:lnTo>
                    <a:pt x="3042543" y="2471213"/>
                  </a:lnTo>
                  <a:lnTo>
                    <a:pt x="3042543" y="2470782"/>
                  </a:lnTo>
                  <a:lnTo>
                    <a:pt x="3042701" y="2470782"/>
                  </a:lnTo>
                  <a:lnTo>
                    <a:pt x="3042858" y="2470782"/>
                  </a:lnTo>
                  <a:lnTo>
                    <a:pt x="3042858" y="2470352"/>
                  </a:lnTo>
                  <a:lnTo>
                    <a:pt x="3043016" y="2470352"/>
                  </a:lnTo>
                  <a:lnTo>
                    <a:pt x="3043174" y="2470352"/>
                  </a:lnTo>
                  <a:lnTo>
                    <a:pt x="3043174" y="2469921"/>
                  </a:lnTo>
                  <a:lnTo>
                    <a:pt x="3043331" y="2469921"/>
                  </a:lnTo>
                  <a:lnTo>
                    <a:pt x="3043489" y="2469921"/>
                  </a:lnTo>
                  <a:lnTo>
                    <a:pt x="3043489" y="2469491"/>
                  </a:lnTo>
                  <a:lnTo>
                    <a:pt x="3043647" y="2469491"/>
                  </a:lnTo>
                  <a:lnTo>
                    <a:pt x="3043805" y="2469491"/>
                  </a:lnTo>
                  <a:lnTo>
                    <a:pt x="3043805" y="2469060"/>
                  </a:lnTo>
                  <a:lnTo>
                    <a:pt x="3043805" y="2468629"/>
                  </a:lnTo>
                  <a:lnTo>
                    <a:pt x="3043805" y="2468199"/>
                  </a:lnTo>
                  <a:lnTo>
                    <a:pt x="3043805" y="2467768"/>
                  </a:lnTo>
                  <a:lnTo>
                    <a:pt x="3043962" y="2467768"/>
                  </a:lnTo>
                  <a:lnTo>
                    <a:pt x="3044120" y="2467768"/>
                  </a:lnTo>
                  <a:lnTo>
                    <a:pt x="3044278" y="2467768"/>
                  </a:lnTo>
                  <a:lnTo>
                    <a:pt x="3044435" y="2467768"/>
                  </a:lnTo>
                  <a:lnTo>
                    <a:pt x="3044593" y="2467768"/>
                  </a:lnTo>
                  <a:lnTo>
                    <a:pt x="3044751" y="2467768"/>
                  </a:lnTo>
                  <a:lnTo>
                    <a:pt x="3044909" y="2467768"/>
                  </a:lnTo>
                  <a:lnTo>
                    <a:pt x="3045066" y="2467768"/>
                  </a:lnTo>
                  <a:lnTo>
                    <a:pt x="3045224" y="2467768"/>
                  </a:lnTo>
                  <a:lnTo>
                    <a:pt x="3045224" y="2467338"/>
                  </a:lnTo>
                  <a:lnTo>
                    <a:pt x="3045224" y="2466907"/>
                  </a:lnTo>
                  <a:lnTo>
                    <a:pt x="3045224" y="2466476"/>
                  </a:lnTo>
                  <a:lnTo>
                    <a:pt x="3045224" y="2466046"/>
                  </a:lnTo>
                  <a:lnTo>
                    <a:pt x="3045382" y="2466046"/>
                  </a:lnTo>
                  <a:lnTo>
                    <a:pt x="3045382" y="2465615"/>
                  </a:lnTo>
                  <a:lnTo>
                    <a:pt x="3045539" y="2465615"/>
                  </a:lnTo>
                  <a:lnTo>
                    <a:pt x="3045697" y="2465615"/>
                  </a:lnTo>
                  <a:lnTo>
                    <a:pt x="3045697" y="2465185"/>
                  </a:lnTo>
                  <a:lnTo>
                    <a:pt x="3045855" y="2465185"/>
                  </a:lnTo>
                  <a:lnTo>
                    <a:pt x="3045855" y="2464754"/>
                  </a:lnTo>
                  <a:lnTo>
                    <a:pt x="3046013" y="2464754"/>
                  </a:lnTo>
                  <a:lnTo>
                    <a:pt x="3046170" y="2464754"/>
                  </a:lnTo>
                  <a:lnTo>
                    <a:pt x="3046170" y="2464323"/>
                  </a:lnTo>
                  <a:lnTo>
                    <a:pt x="3046328" y="2464323"/>
                  </a:lnTo>
                  <a:lnTo>
                    <a:pt x="3046486" y="2464323"/>
                  </a:lnTo>
                  <a:lnTo>
                    <a:pt x="3046643" y="2464323"/>
                  </a:lnTo>
                  <a:lnTo>
                    <a:pt x="3046643" y="2463893"/>
                  </a:lnTo>
                  <a:lnTo>
                    <a:pt x="3046801" y="2463893"/>
                  </a:lnTo>
                  <a:lnTo>
                    <a:pt x="3046801" y="2463462"/>
                  </a:lnTo>
                  <a:lnTo>
                    <a:pt x="3046959" y="2463462"/>
                  </a:lnTo>
                  <a:lnTo>
                    <a:pt x="3047117" y="2463462"/>
                  </a:lnTo>
                  <a:lnTo>
                    <a:pt x="3047274" y="2463462"/>
                  </a:lnTo>
                  <a:lnTo>
                    <a:pt x="3047432" y="2463462"/>
                  </a:lnTo>
                  <a:lnTo>
                    <a:pt x="3047590" y="2463462"/>
                  </a:lnTo>
                  <a:lnTo>
                    <a:pt x="3047748" y="2463462"/>
                  </a:lnTo>
                  <a:lnTo>
                    <a:pt x="3047905" y="2463462"/>
                  </a:lnTo>
                  <a:lnTo>
                    <a:pt x="3048063" y="2463462"/>
                  </a:lnTo>
                  <a:lnTo>
                    <a:pt x="3048221" y="2463462"/>
                  </a:lnTo>
                  <a:lnTo>
                    <a:pt x="3048378" y="2463462"/>
                  </a:lnTo>
                  <a:lnTo>
                    <a:pt x="3048378" y="2463032"/>
                  </a:lnTo>
                  <a:lnTo>
                    <a:pt x="3048536" y="2463032"/>
                  </a:lnTo>
                  <a:lnTo>
                    <a:pt x="3048694" y="2463032"/>
                  </a:lnTo>
                  <a:lnTo>
                    <a:pt x="3048694" y="2462601"/>
                  </a:lnTo>
                  <a:lnTo>
                    <a:pt x="3048852" y="2462601"/>
                  </a:lnTo>
                  <a:lnTo>
                    <a:pt x="3049009" y="2462601"/>
                  </a:lnTo>
                  <a:lnTo>
                    <a:pt x="3049167" y="2462601"/>
                  </a:lnTo>
                  <a:lnTo>
                    <a:pt x="3049325" y="2462601"/>
                  </a:lnTo>
                  <a:lnTo>
                    <a:pt x="3049325" y="2462170"/>
                  </a:lnTo>
                  <a:lnTo>
                    <a:pt x="3049482" y="2462170"/>
                  </a:lnTo>
                  <a:lnTo>
                    <a:pt x="3049640" y="2462170"/>
                  </a:lnTo>
                  <a:lnTo>
                    <a:pt x="3049798" y="2462170"/>
                  </a:lnTo>
                  <a:lnTo>
                    <a:pt x="3049956" y="2462170"/>
                  </a:lnTo>
                  <a:lnTo>
                    <a:pt x="3049956" y="2461740"/>
                  </a:lnTo>
                  <a:lnTo>
                    <a:pt x="3049956" y="2461309"/>
                  </a:lnTo>
                  <a:lnTo>
                    <a:pt x="3049956" y="2460879"/>
                  </a:lnTo>
                  <a:lnTo>
                    <a:pt x="3050113" y="2460879"/>
                  </a:lnTo>
                  <a:lnTo>
                    <a:pt x="3050271" y="2460879"/>
                  </a:lnTo>
                  <a:lnTo>
                    <a:pt x="3050429" y="2460879"/>
                  </a:lnTo>
                  <a:lnTo>
                    <a:pt x="3050586" y="2460879"/>
                  </a:lnTo>
                  <a:lnTo>
                    <a:pt x="3050744" y="2460879"/>
                  </a:lnTo>
                  <a:lnTo>
                    <a:pt x="3050744" y="2460448"/>
                  </a:lnTo>
                  <a:lnTo>
                    <a:pt x="3050902" y="2460448"/>
                  </a:lnTo>
                  <a:lnTo>
                    <a:pt x="3051060" y="2460448"/>
                  </a:lnTo>
                  <a:lnTo>
                    <a:pt x="3051060" y="2460017"/>
                  </a:lnTo>
                  <a:lnTo>
                    <a:pt x="3051060" y="2459587"/>
                  </a:lnTo>
                  <a:lnTo>
                    <a:pt x="3051217" y="2459587"/>
                  </a:lnTo>
                  <a:lnTo>
                    <a:pt x="3051375" y="2459587"/>
                  </a:lnTo>
                  <a:lnTo>
                    <a:pt x="3051533" y="2459587"/>
                  </a:lnTo>
                  <a:lnTo>
                    <a:pt x="3051690" y="2459587"/>
                  </a:lnTo>
                  <a:lnTo>
                    <a:pt x="3051848" y="2459587"/>
                  </a:lnTo>
                  <a:lnTo>
                    <a:pt x="3051848" y="2459156"/>
                  </a:lnTo>
                  <a:lnTo>
                    <a:pt x="3052006" y="2459156"/>
                  </a:lnTo>
                  <a:lnTo>
                    <a:pt x="3052164" y="2459156"/>
                  </a:lnTo>
                  <a:lnTo>
                    <a:pt x="3052321" y="2459156"/>
                  </a:lnTo>
                  <a:lnTo>
                    <a:pt x="3052479" y="2459156"/>
                  </a:lnTo>
                  <a:lnTo>
                    <a:pt x="3052637" y="2459156"/>
                  </a:lnTo>
                  <a:lnTo>
                    <a:pt x="3052794" y="2459156"/>
                  </a:lnTo>
                  <a:lnTo>
                    <a:pt x="3052794" y="2458726"/>
                  </a:lnTo>
                  <a:lnTo>
                    <a:pt x="3052952" y="2458726"/>
                  </a:lnTo>
                  <a:lnTo>
                    <a:pt x="3052952" y="2458295"/>
                  </a:lnTo>
                  <a:lnTo>
                    <a:pt x="3053110" y="2458295"/>
                  </a:lnTo>
                  <a:lnTo>
                    <a:pt x="3053268" y="2458295"/>
                  </a:lnTo>
                  <a:lnTo>
                    <a:pt x="3053425" y="2458295"/>
                  </a:lnTo>
                  <a:lnTo>
                    <a:pt x="3053425" y="2457864"/>
                  </a:lnTo>
                  <a:lnTo>
                    <a:pt x="3053583" y="2457864"/>
                  </a:lnTo>
                  <a:lnTo>
                    <a:pt x="3053583" y="2457434"/>
                  </a:lnTo>
                  <a:lnTo>
                    <a:pt x="3053741" y="2457434"/>
                  </a:lnTo>
                  <a:lnTo>
                    <a:pt x="3053741" y="2457003"/>
                  </a:lnTo>
                  <a:lnTo>
                    <a:pt x="3053899" y="2457003"/>
                  </a:lnTo>
                  <a:lnTo>
                    <a:pt x="3053899" y="2456573"/>
                  </a:lnTo>
                  <a:lnTo>
                    <a:pt x="3054056" y="2456573"/>
                  </a:lnTo>
                  <a:lnTo>
                    <a:pt x="3054214" y="2456573"/>
                  </a:lnTo>
                  <a:lnTo>
                    <a:pt x="3054372" y="2456573"/>
                  </a:lnTo>
                  <a:lnTo>
                    <a:pt x="3054529" y="2456573"/>
                  </a:lnTo>
                  <a:lnTo>
                    <a:pt x="3054529" y="2456142"/>
                  </a:lnTo>
                  <a:lnTo>
                    <a:pt x="3054529" y="2455711"/>
                  </a:lnTo>
                  <a:lnTo>
                    <a:pt x="3054687" y="2455711"/>
                  </a:lnTo>
                  <a:lnTo>
                    <a:pt x="3054845" y="2455711"/>
                  </a:lnTo>
                  <a:lnTo>
                    <a:pt x="3055003" y="2455711"/>
                  </a:lnTo>
                  <a:lnTo>
                    <a:pt x="3055003" y="2455281"/>
                  </a:lnTo>
                  <a:lnTo>
                    <a:pt x="3055160" y="2455281"/>
                  </a:lnTo>
                  <a:lnTo>
                    <a:pt x="3055318" y="2455281"/>
                  </a:lnTo>
                  <a:lnTo>
                    <a:pt x="3055318" y="2454850"/>
                  </a:lnTo>
                  <a:lnTo>
                    <a:pt x="3055318" y="2454420"/>
                  </a:lnTo>
                  <a:lnTo>
                    <a:pt x="3055476" y="2454420"/>
                  </a:lnTo>
                  <a:lnTo>
                    <a:pt x="3055633" y="2454420"/>
                  </a:lnTo>
                  <a:lnTo>
                    <a:pt x="3055791" y="2454420"/>
                  </a:lnTo>
                  <a:lnTo>
                    <a:pt x="3055949" y="2454420"/>
                  </a:lnTo>
                  <a:lnTo>
                    <a:pt x="3056107" y="2454420"/>
                  </a:lnTo>
                  <a:lnTo>
                    <a:pt x="3056264" y="2454420"/>
                  </a:lnTo>
                  <a:lnTo>
                    <a:pt x="3056422" y="2454420"/>
                  </a:lnTo>
                  <a:lnTo>
                    <a:pt x="3056580" y="2454420"/>
                  </a:lnTo>
                  <a:lnTo>
                    <a:pt x="3056580" y="2453989"/>
                  </a:lnTo>
                  <a:lnTo>
                    <a:pt x="3056737" y="2453989"/>
                  </a:lnTo>
                  <a:lnTo>
                    <a:pt x="3056895" y="2453989"/>
                  </a:lnTo>
                  <a:lnTo>
                    <a:pt x="3056895" y="2453558"/>
                  </a:lnTo>
                  <a:lnTo>
                    <a:pt x="3056895" y="2453128"/>
                  </a:lnTo>
                  <a:lnTo>
                    <a:pt x="3057053" y="2453128"/>
                  </a:lnTo>
                  <a:lnTo>
                    <a:pt x="3057211" y="2453128"/>
                  </a:lnTo>
                  <a:lnTo>
                    <a:pt x="3057368" y="2453128"/>
                  </a:lnTo>
                  <a:lnTo>
                    <a:pt x="3057368" y="2452697"/>
                  </a:lnTo>
                  <a:lnTo>
                    <a:pt x="3057526" y="2452697"/>
                  </a:lnTo>
                  <a:lnTo>
                    <a:pt x="3057684" y="2452697"/>
                  </a:lnTo>
                  <a:lnTo>
                    <a:pt x="3057684" y="2452267"/>
                  </a:lnTo>
                  <a:lnTo>
                    <a:pt x="3057684" y="2451836"/>
                  </a:lnTo>
                  <a:lnTo>
                    <a:pt x="3057841" y="2451836"/>
                  </a:lnTo>
                  <a:lnTo>
                    <a:pt x="3057999" y="2451836"/>
                  </a:lnTo>
                  <a:lnTo>
                    <a:pt x="3057999" y="2451405"/>
                  </a:lnTo>
                  <a:lnTo>
                    <a:pt x="3058157" y="2451405"/>
                  </a:lnTo>
                  <a:lnTo>
                    <a:pt x="3058315" y="2451405"/>
                  </a:lnTo>
                  <a:lnTo>
                    <a:pt x="3058472" y="2451405"/>
                  </a:lnTo>
                  <a:lnTo>
                    <a:pt x="3058630" y="2451405"/>
                  </a:lnTo>
                  <a:lnTo>
                    <a:pt x="3058788" y="2451405"/>
                  </a:lnTo>
                  <a:lnTo>
                    <a:pt x="3058946" y="2451405"/>
                  </a:lnTo>
                  <a:lnTo>
                    <a:pt x="3058946" y="2450975"/>
                  </a:lnTo>
                  <a:lnTo>
                    <a:pt x="3059103" y="2450975"/>
                  </a:lnTo>
                  <a:lnTo>
                    <a:pt x="3059261" y="2450975"/>
                  </a:lnTo>
                  <a:lnTo>
                    <a:pt x="3059419" y="2450975"/>
                  </a:lnTo>
                  <a:lnTo>
                    <a:pt x="3059576" y="2450975"/>
                  </a:lnTo>
                  <a:lnTo>
                    <a:pt x="3059576" y="2450544"/>
                  </a:lnTo>
                  <a:lnTo>
                    <a:pt x="3059734" y="2450544"/>
                  </a:lnTo>
                  <a:lnTo>
                    <a:pt x="3059892" y="2450544"/>
                  </a:lnTo>
                  <a:lnTo>
                    <a:pt x="3060050" y="2450544"/>
                  </a:lnTo>
                  <a:lnTo>
                    <a:pt x="3060207" y="2450544"/>
                  </a:lnTo>
                  <a:lnTo>
                    <a:pt x="3060365" y="2450544"/>
                  </a:lnTo>
                  <a:lnTo>
                    <a:pt x="3060523" y="2450544"/>
                  </a:lnTo>
                  <a:lnTo>
                    <a:pt x="3060680" y="2450544"/>
                  </a:lnTo>
                  <a:lnTo>
                    <a:pt x="3060838" y="2450544"/>
                  </a:lnTo>
                  <a:lnTo>
                    <a:pt x="3060996" y="2450544"/>
                  </a:lnTo>
                  <a:lnTo>
                    <a:pt x="3061154" y="2450544"/>
                  </a:lnTo>
                  <a:lnTo>
                    <a:pt x="3061154" y="2450114"/>
                  </a:lnTo>
                  <a:lnTo>
                    <a:pt x="3061311" y="2450114"/>
                  </a:lnTo>
                  <a:lnTo>
                    <a:pt x="3061311" y="2449683"/>
                  </a:lnTo>
                  <a:lnTo>
                    <a:pt x="3061469" y="2449683"/>
                  </a:lnTo>
                  <a:lnTo>
                    <a:pt x="3061627" y="2449683"/>
                  </a:lnTo>
                  <a:lnTo>
                    <a:pt x="3061627" y="2449252"/>
                  </a:lnTo>
                  <a:lnTo>
                    <a:pt x="3061627" y="2448822"/>
                  </a:lnTo>
                  <a:lnTo>
                    <a:pt x="3061627" y="2448391"/>
                  </a:lnTo>
                  <a:lnTo>
                    <a:pt x="3061784" y="2448391"/>
                  </a:lnTo>
                  <a:lnTo>
                    <a:pt x="3061942" y="2448391"/>
                  </a:lnTo>
                  <a:lnTo>
                    <a:pt x="3062100" y="2448391"/>
                  </a:lnTo>
                  <a:lnTo>
                    <a:pt x="3062258" y="2448391"/>
                  </a:lnTo>
                  <a:lnTo>
                    <a:pt x="3062415" y="2448391"/>
                  </a:lnTo>
                  <a:lnTo>
                    <a:pt x="3062573" y="2448391"/>
                  </a:lnTo>
                  <a:lnTo>
                    <a:pt x="3062731" y="2448391"/>
                  </a:lnTo>
                  <a:lnTo>
                    <a:pt x="3062731" y="2447961"/>
                  </a:lnTo>
                  <a:lnTo>
                    <a:pt x="3062888" y="2447961"/>
                  </a:lnTo>
                  <a:lnTo>
                    <a:pt x="3063046" y="2447961"/>
                  </a:lnTo>
                  <a:lnTo>
                    <a:pt x="3063204" y="2447961"/>
                  </a:lnTo>
                  <a:lnTo>
                    <a:pt x="3063362" y="2447961"/>
                  </a:lnTo>
                  <a:lnTo>
                    <a:pt x="3063519" y="2447961"/>
                  </a:lnTo>
                  <a:lnTo>
                    <a:pt x="3063677" y="2447961"/>
                  </a:lnTo>
                  <a:lnTo>
                    <a:pt x="3063835" y="2447961"/>
                  </a:lnTo>
                  <a:lnTo>
                    <a:pt x="3063992" y="2447961"/>
                  </a:lnTo>
                  <a:lnTo>
                    <a:pt x="3064150" y="2447961"/>
                  </a:lnTo>
                  <a:lnTo>
                    <a:pt x="3064308" y="2447961"/>
                  </a:lnTo>
                  <a:lnTo>
                    <a:pt x="3064308" y="2447530"/>
                  </a:lnTo>
                  <a:lnTo>
                    <a:pt x="3064466" y="2447530"/>
                  </a:lnTo>
                  <a:lnTo>
                    <a:pt x="3064623" y="2447530"/>
                  </a:lnTo>
                  <a:lnTo>
                    <a:pt x="3064623" y="2447099"/>
                  </a:lnTo>
                  <a:lnTo>
                    <a:pt x="3064781" y="2447099"/>
                  </a:lnTo>
                  <a:lnTo>
                    <a:pt x="3064939" y="2447099"/>
                  </a:lnTo>
                  <a:lnTo>
                    <a:pt x="3065097" y="2447099"/>
                  </a:lnTo>
                  <a:lnTo>
                    <a:pt x="3065254" y="2447099"/>
                  </a:lnTo>
                  <a:lnTo>
                    <a:pt x="3065254" y="2446669"/>
                  </a:lnTo>
                  <a:lnTo>
                    <a:pt x="3065412" y="2446669"/>
                  </a:lnTo>
                  <a:lnTo>
                    <a:pt x="3065570" y="2446669"/>
                  </a:lnTo>
                  <a:lnTo>
                    <a:pt x="3065570" y="2446238"/>
                  </a:lnTo>
                  <a:lnTo>
                    <a:pt x="3065570" y="2445808"/>
                  </a:lnTo>
                  <a:lnTo>
                    <a:pt x="3065727" y="2445808"/>
                  </a:lnTo>
                  <a:lnTo>
                    <a:pt x="3065727" y="2445377"/>
                  </a:lnTo>
                  <a:lnTo>
                    <a:pt x="3065727" y="2444946"/>
                  </a:lnTo>
                  <a:lnTo>
                    <a:pt x="3065727" y="2444516"/>
                  </a:lnTo>
                  <a:lnTo>
                    <a:pt x="3065885" y="2444516"/>
                  </a:lnTo>
                  <a:lnTo>
                    <a:pt x="3066043" y="2444516"/>
                  </a:lnTo>
                  <a:lnTo>
                    <a:pt x="3066201" y="2444516"/>
                  </a:lnTo>
                  <a:lnTo>
                    <a:pt x="3066358" y="2444516"/>
                  </a:lnTo>
                  <a:lnTo>
                    <a:pt x="3066358" y="2444085"/>
                  </a:lnTo>
                  <a:lnTo>
                    <a:pt x="3066516" y="2444085"/>
                  </a:lnTo>
                  <a:lnTo>
                    <a:pt x="3066674" y="2444085"/>
                  </a:lnTo>
                  <a:lnTo>
                    <a:pt x="3066831" y="2444085"/>
                  </a:lnTo>
                  <a:lnTo>
                    <a:pt x="3066989" y="2444085"/>
                  </a:lnTo>
                  <a:lnTo>
                    <a:pt x="3067147" y="2444085"/>
                  </a:lnTo>
                  <a:lnTo>
                    <a:pt x="3067305" y="2444085"/>
                  </a:lnTo>
                  <a:lnTo>
                    <a:pt x="3067462" y="2444085"/>
                  </a:lnTo>
                  <a:lnTo>
                    <a:pt x="3067620" y="2444085"/>
                  </a:lnTo>
                  <a:lnTo>
                    <a:pt x="3067778" y="2444085"/>
                  </a:lnTo>
                  <a:lnTo>
                    <a:pt x="3067935" y="2444085"/>
                  </a:lnTo>
                  <a:lnTo>
                    <a:pt x="3068093" y="2444085"/>
                  </a:lnTo>
                  <a:lnTo>
                    <a:pt x="3068251" y="2444085"/>
                  </a:lnTo>
                  <a:lnTo>
                    <a:pt x="3068409" y="2444085"/>
                  </a:lnTo>
                  <a:lnTo>
                    <a:pt x="3068566" y="2444085"/>
                  </a:lnTo>
                  <a:lnTo>
                    <a:pt x="3068566" y="2443655"/>
                  </a:lnTo>
                  <a:lnTo>
                    <a:pt x="3068724" y="2443655"/>
                  </a:lnTo>
                  <a:lnTo>
                    <a:pt x="3068882" y="2443655"/>
                  </a:lnTo>
                  <a:lnTo>
                    <a:pt x="3069039" y="2443655"/>
                  </a:lnTo>
                  <a:lnTo>
                    <a:pt x="3069197" y="2443655"/>
                  </a:lnTo>
                  <a:lnTo>
                    <a:pt x="3069355" y="2443655"/>
                  </a:lnTo>
                  <a:lnTo>
                    <a:pt x="3069513" y="2443655"/>
                  </a:lnTo>
                  <a:lnTo>
                    <a:pt x="3069670" y="2443655"/>
                  </a:lnTo>
                  <a:lnTo>
                    <a:pt x="3069828" y="2443655"/>
                  </a:lnTo>
                  <a:lnTo>
                    <a:pt x="3069986" y="2443655"/>
                  </a:lnTo>
                  <a:lnTo>
                    <a:pt x="3070144" y="2443655"/>
                  </a:lnTo>
                  <a:lnTo>
                    <a:pt x="3070301" y="2443655"/>
                  </a:lnTo>
                  <a:lnTo>
                    <a:pt x="3070301" y="2443224"/>
                  </a:lnTo>
                  <a:lnTo>
                    <a:pt x="3070301" y="2442793"/>
                  </a:lnTo>
                  <a:lnTo>
                    <a:pt x="3070459" y="2442793"/>
                  </a:lnTo>
                  <a:lnTo>
                    <a:pt x="3070617" y="2442793"/>
                  </a:lnTo>
                  <a:lnTo>
                    <a:pt x="3070774" y="2442793"/>
                  </a:lnTo>
                  <a:lnTo>
                    <a:pt x="3070932" y="2442793"/>
                  </a:lnTo>
                  <a:lnTo>
                    <a:pt x="3071090" y="2442793"/>
                  </a:lnTo>
                  <a:lnTo>
                    <a:pt x="3071248" y="2442793"/>
                  </a:lnTo>
                  <a:lnTo>
                    <a:pt x="3071405" y="2442793"/>
                  </a:lnTo>
                  <a:lnTo>
                    <a:pt x="3071405" y="2442363"/>
                  </a:lnTo>
                  <a:lnTo>
                    <a:pt x="3071563" y="2442363"/>
                  </a:lnTo>
                  <a:lnTo>
                    <a:pt x="3071721" y="2442363"/>
                  </a:lnTo>
                  <a:lnTo>
                    <a:pt x="3071878" y="2442363"/>
                  </a:lnTo>
                  <a:lnTo>
                    <a:pt x="3072036" y="2442363"/>
                  </a:lnTo>
                  <a:lnTo>
                    <a:pt x="3072194" y="2442363"/>
                  </a:lnTo>
                  <a:lnTo>
                    <a:pt x="3072352" y="2442363"/>
                  </a:lnTo>
                  <a:lnTo>
                    <a:pt x="3072509" y="2442363"/>
                  </a:lnTo>
                  <a:lnTo>
                    <a:pt x="3072667" y="2442363"/>
                  </a:lnTo>
                  <a:lnTo>
                    <a:pt x="3072825" y="2442363"/>
                  </a:lnTo>
                  <a:lnTo>
                    <a:pt x="3072825" y="2441932"/>
                  </a:lnTo>
                  <a:lnTo>
                    <a:pt x="3072825" y="2441502"/>
                  </a:lnTo>
                  <a:lnTo>
                    <a:pt x="3072982" y="2441502"/>
                  </a:lnTo>
                  <a:lnTo>
                    <a:pt x="3072982" y="2441071"/>
                  </a:lnTo>
                  <a:lnTo>
                    <a:pt x="3072982" y="2440640"/>
                  </a:lnTo>
                  <a:lnTo>
                    <a:pt x="3072982" y="2440210"/>
                  </a:lnTo>
                  <a:lnTo>
                    <a:pt x="3073140" y="2440210"/>
                  </a:lnTo>
                  <a:lnTo>
                    <a:pt x="3073140" y="2439779"/>
                  </a:lnTo>
                  <a:lnTo>
                    <a:pt x="3073298" y="2439779"/>
                  </a:lnTo>
                  <a:lnTo>
                    <a:pt x="3073456" y="2439779"/>
                  </a:lnTo>
                  <a:lnTo>
                    <a:pt x="3073613" y="2439779"/>
                  </a:lnTo>
                  <a:lnTo>
                    <a:pt x="3073771" y="2439779"/>
                  </a:lnTo>
                  <a:lnTo>
                    <a:pt x="3073929" y="2439779"/>
                  </a:lnTo>
                  <a:lnTo>
                    <a:pt x="3074086" y="2439779"/>
                  </a:lnTo>
                  <a:lnTo>
                    <a:pt x="3074244" y="2439779"/>
                  </a:lnTo>
                  <a:lnTo>
                    <a:pt x="3074402" y="2439779"/>
                  </a:lnTo>
                  <a:lnTo>
                    <a:pt x="3074560" y="2439779"/>
                  </a:lnTo>
                  <a:lnTo>
                    <a:pt x="3074717" y="2439779"/>
                  </a:lnTo>
                  <a:lnTo>
                    <a:pt x="3074875" y="2439779"/>
                  </a:lnTo>
                  <a:lnTo>
                    <a:pt x="3074875" y="2439349"/>
                  </a:lnTo>
                  <a:lnTo>
                    <a:pt x="3075033" y="2439349"/>
                  </a:lnTo>
                  <a:lnTo>
                    <a:pt x="3075033" y="2438918"/>
                  </a:lnTo>
                  <a:lnTo>
                    <a:pt x="3075190" y="2438918"/>
                  </a:lnTo>
                  <a:lnTo>
                    <a:pt x="3075348" y="2438918"/>
                  </a:lnTo>
                  <a:lnTo>
                    <a:pt x="3075506" y="2438918"/>
                  </a:lnTo>
                  <a:lnTo>
                    <a:pt x="3075664" y="2438918"/>
                  </a:lnTo>
                  <a:lnTo>
                    <a:pt x="3075821" y="2438918"/>
                  </a:lnTo>
                  <a:lnTo>
                    <a:pt x="3075979" y="2438918"/>
                  </a:lnTo>
                  <a:lnTo>
                    <a:pt x="3075979" y="2438487"/>
                  </a:lnTo>
                  <a:lnTo>
                    <a:pt x="3076137" y="2438487"/>
                  </a:lnTo>
                  <a:lnTo>
                    <a:pt x="3076295" y="2438487"/>
                  </a:lnTo>
                  <a:lnTo>
                    <a:pt x="3076452" y="2438487"/>
                  </a:lnTo>
                  <a:lnTo>
                    <a:pt x="3076610" y="2438487"/>
                  </a:lnTo>
                  <a:lnTo>
                    <a:pt x="3076768" y="2438487"/>
                  </a:lnTo>
                  <a:lnTo>
                    <a:pt x="3076768" y="2438057"/>
                  </a:lnTo>
                  <a:lnTo>
                    <a:pt x="3076925" y="2438057"/>
                  </a:lnTo>
                  <a:lnTo>
                    <a:pt x="3077083" y="2438057"/>
                  </a:lnTo>
                  <a:lnTo>
                    <a:pt x="3077241" y="2438057"/>
                  </a:lnTo>
                  <a:lnTo>
                    <a:pt x="3077399" y="2438057"/>
                  </a:lnTo>
                  <a:lnTo>
                    <a:pt x="3077556" y="2438057"/>
                  </a:lnTo>
                  <a:lnTo>
                    <a:pt x="3077714" y="2438057"/>
                  </a:lnTo>
                  <a:lnTo>
                    <a:pt x="3077872" y="2438057"/>
                  </a:lnTo>
                  <a:lnTo>
                    <a:pt x="3077872" y="2437626"/>
                  </a:lnTo>
                  <a:lnTo>
                    <a:pt x="3078029" y="2437626"/>
                  </a:lnTo>
                  <a:lnTo>
                    <a:pt x="3078029" y="2437196"/>
                  </a:lnTo>
                  <a:lnTo>
                    <a:pt x="3078029" y="2436765"/>
                  </a:lnTo>
                  <a:lnTo>
                    <a:pt x="3078187" y="2436765"/>
                  </a:lnTo>
                  <a:lnTo>
                    <a:pt x="3078345" y="2436765"/>
                  </a:lnTo>
                  <a:lnTo>
                    <a:pt x="3078503" y="2436765"/>
                  </a:lnTo>
                  <a:lnTo>
                    <a:pt x="3078660" y="2436765"/>
                  </a:lnTo>
                  <a:lnTo>
                    <a:pt x="3078818" y="2436765"/>
                  </a:lnTo>
                  <a:lnTo>
                    <a:pt x="3078976" y="2436765"/>
                  </a:lnTo>
                  <a:lnTo>
                    <a:pt x="3079133" y="2436765"/>
                  </a:lnTo>
                  <a:lnTo>
                    <a:pt x="3079291" y="2436765"/>
                  </a:lnTo>
                  <a:lnTo>
                    <a:pt x="3079449" y="2436765"/>
                  </a:lnTo>
                  <a:lnTo>
                    <a:pt x="3079607" y="2436765"/>
                  </a:lnTo>
                  <a:lnTo>
                    <a:pt x="3079764" y="2436765"/>
                  </a:lnTo>
                  <a:lnTo>
                    <a:pt x="3079922" y="2436765"/>
                  </a:lnTo>
                  <a:lnTo>
                    <a:pt x="3079922" y="2436334"/>
                  </a:lnTo>
                  <a:lnTo>
                    <a:pt x="3080080" y="2436334"/>
                  </a:lnTo>
                  <a:lnTo>
                    <a:pt x="3080237" y="2436334"/>
                  </a:lnTo>
                  <a:lnTo>
                    <a:pt x="3080237" y="2435904"/>
                  </a:lnTo>
                  <a:lnTo>
                    <a:pt x="3080395" y="2435904"/>
                  </a:lnTo>
                  <a:lnTo>
                    <a:pt x="3080395" y="2435473"/>
                  </a:lnTo>
                  <a:lnTo>
                    <a:pt x="3080553" y="2435473"/>
                  </a:lnTo>
                  <a:lnTo>
                    <a:pt x="3080553" y="2435043"/>
                  </a:lnTo>
                  <a:lnTo>
                    <a:pt x="3080553" y="2434612"/>
                  </a:lnTo>
                  <a:lnTo>
                    <a:pt x="3080711" y="2434612"/>
                  </a:lnTo>
                  <a:lnTo>
                    <a:pt x="3080711" y="2434181"/>
                  </a:lnTo>
                  <a:lnTo>
                    <a:pt x="3080868" y="2434181"/>
                  </a:lnTo>
                  <a:lnTo>
                    <a:pt x="3080868" y="2433751"/>
                  </a:lnTo>
                  <a:lnTo>
                    <a:pt x="3081026" y="2433751"/>
                  </a:lnTo>
                  <a:lnTo>
                    <a:pt x="3081184" y="2433751"/>
                  </a:lnTo>
                  <a:lnTo>
                    <a:pt x="3081342" y="2433751"/>
                  </a:lnTo>
                  <a:lnTo>
                    <a:pt x="3081342" y="2433320"/>
                  </a:lnTo>
                  <a:lnTo>
                    <a:pt x="3081499" y="2433320"/>
                  </a:lnTo>
                  <a:lnTo>
                    <a:pt x="3081657" y="2433320"/>
                  </a:lnTo>
                  <a:lnTo>
                    <a:pt x="3081815" y="2433320"/>
                  </a:lnTo>
                  <a:lnTo>
                    <a:pt x="3081972" y="2433320"/>
                  </a:lnTo>
                  <a:lnTo>
                    <a:pt x="3082130" y="2433320"/>
                  </a:lnTo>
                  <a:lnTo>
                    <a:pt x="3082130" y="2432890"/>
                  </a:lnTo>
                  <a:lnTo>
                    <a:pt x="3082130" y="2432459"/>
                  </a:lnTo>
                  <a:lnTo>
                    <a:pt x="3082130" y="2432028"/>
                  </a:lnTo>
                  <a:lnTo>
                    <a:pt x="3082288" y="2432028"/>
                  </a:lnTo>
                  <a:lnTo>
                    <a:pt x="3082446" y="2432028"/>
                  </a:lnTo>
                  <a:lnTo>
                    <a:pt x="3082603" y="2432028"/>
                  </a:lnTo>
                  <a:lnTo>
                    <a:pt x="3082761" y="2432028"/>
                  </a:lnTo>
                  <a:lnTo>
                    <a:pt x="3082919" y="2432028"/>
                  </a:lnTo>
                  <a:lnTo>
                    <a:pt x="3083076" y="2432028"/>
                  </a:lnTo>
                  <a:lnTo>
                    <a:pt x="3083234" y="2432028"/>
                  </a:lnTo>
                  <a:lnTo>
                    <a:pt x="3083392" y="2432028"/>
                  </a:lnTo>
                  <a:lnTo>
                    <a:pt x="3083550" y="2432028"/>
                  </a:lnTo>
                  <a:lnTo>
                    <a:pt x="3083707" y="2432028"/>
                  </a:lnTo>
                  <a:lnTo>
                    <a:pt x="3083865" y="2432028"/>
                  </a:lnTo>
                  <a:lnTo>
                    <a:pt x="3084023" y="2432028"/>
                  </a:lnTo>
                  <a:lnTo>
                    <a:pt x="3084180" y="2432028"/>
                  </a:lnTo>
                  <a:lnTo>
                    <a:pt x="3084338" y="2432028"/>
                  </a:lnTo>
                  <a:lnTo>
                    <a:pt x="3084496" y="2432028"/>
                  </a:lnTo>
                  <a:lnTo>
                    <a:pt x="3084654" y="2432028"/>
                  </a:lnTo>
                  <a:lnTo>
                    <a:pt x="3084811" y="2432028"/>
                  </a:lnTo>
                  <a:lnTo>
                    <a:pt x="3084969" y="2432028"/>
                  </a:lnTo>
                  <a:lnTo>
                    <a:pt x="3085127" y="2432028"/>
                  </a:lnTo>
                  <a:lnTo>
                    <a:pt x="3085127" y="2431598"/>
                  </a:lnTo>
                  <a:lnTo>
                    <a:pt x="3085284" y="2431598"/>
                  </a:lnTo>
                  <a:lnTo>
                    <a:pt x="3085442" y="2431598"/>
                  </a:lnTo>
                  <a:lnTo>
                    <a:pt x="3085442" y="2431167"/>
                  </a:lnTo>
                  <a:lnTo>
                    <a:pt x="3085600" y="2431167"/>
                  </a:lnTo>
                  <a:lnTo>
                    <a:pt x="3085600" y="2430737"/>
                  </a:lnTo>
                  <a:lnTo>
                    <a:pt x="3085758" y="2430737"/>
                  </a:lnTo>
                  <a:lnTo>
                    <a:pt x="3085915" y="2430737"/>
                  </a:lnTo>
                  <a:lnTo>
                    <a:pt x="3086073" y="2430737"/>
                  </a:lnTo>
                  <a:lnTo>
                    <a:pt x="3086073" y="2430306"/>
                  </a:lnTo>
                  <a:lnTo>
                    <a:pt x="3086073" y="2429875"/>
                  </a:lnTo>
                  <a:lnTo>
                    <a:pt x="3086231" y="2429875"/>
                  </a:lnTo>
                  <a:lnTo>
                    <a:pt x="3086231" y="2429445"/>
                  </a:lnTo>
                  <a:lnTo>
                    <a:pt x="3086388" y="2429445"/>
                  </a:lnTo>
                  <a:lnTo>
                    <a:pt x="3086546" y="2429445"/>
                  </a:lnTo>
                  <a:lnTo>
                    <a:pt x="3086704" y="2429445"/>
                  </a:lnTo>
                  <a:lnTo>
                    <a:pt x="3086704" y="2429014"/>
                  </a:lnTo>
                  <a:lnTo>
                    <a:pt x="3086704" y="2428584"/>
                  </a:lnTo>
                  <a:lnTo>
                    <a:pt x="3086704" y="2428153"/>
                  </a:lnTo>
                  <a:lnTo>
                    <a:pt x="3086862" y="2428153"/>
                  </a:lnTo>
                  <a:lnTo>
                    <a:pt x="3086862" y="2427722"/>
                  </a:lnTo>
                  <a:lnTo>
                    <a:pt x="3086862" y="2427292"/>
                  </a:lnTo>
                  <a:lnTo>
                    <a:pt x="3086862" y="2426861"/>
                  </a:lnTo>
                  <a:lnTo>
                    <a:pt x="3087019" y="2426861"/>
                  </a:lnTo>
                  <a:lnTo>
                    <a:pt x="3087177" y="2426861"/>
                  </a:lnTo>
                  <a:lnTo>
                    <a:pt x="3087335" y="2426861"/>
                  </a:lnTo>
                  <a:lnTo>
                    <a:pt x="3087493" y="2426861"/>
                  </a:lnTo>
                  <a:lnTo>
                    <a:pt x="3087493" y="2426431"/>
                  </a:lnTo>
                  <a:lnTo>
                    <a:pt x="3087650" y="2426431"/>
                  </a:lnTo>
                  <a:lnTo>
                    <a:pt x="3087650" y="2426000"/>
                  </a:lnTo>
                  <a:lnTo>
                    <a:pt x="3087808" y="2426000"/>
                  </a:lnTo>
                  <a:lnTo>
                    <a:pt x="3087808" y="2425569"/>
                  </a:lnTo>
                  <a:lnTo>
                    <a:pt x="3087966" y="2425569"/>
                  </a:lnTo>
                  <a:lnTo>
                    <a:pt x="3088123" y="2425569"/>
                  </a:lnTo>
                  <a:lnTo>
                    <a:pt x="3088281" y="2425569"/>
                  </a:lnTo>
                  <a:lnTo>
                    <a:pt x="3088439" y="2425569"/>
                  </a:lnTo>
                  <a:lnTo>
                    <a:pt x="3088597" y="2425569"/>
                  </a:lnTo>
                  <a:lnTo>
                    <a:pt x="3088754" y="2425569"/>
                  </a:lnTo>
                  <a:lnTo>
                    <a:pt x="3088912" y="2425569"/>
                  </a:lnTo>
                  <a:lnTo>
                    <a:pt x="3089070" y="2425569"/>
                  </a:lnTo>
                  <a:lnTo>
                    <a:pt x="3089227" y="2425569"/>
                  </a:lnTo>
                  <a:lnTo>
                    <a:pt x="3089385" y="2425569"/>
                  </a:lnTo>
                  <a:lnTo>
                    <a:pt x="3089543" y="2425569"/>
                  </a:lnTo>
                  <a:lnTo>
                    <a:pt x="3089701" y="2425569"/>
                  </a:lnTo>
                  <a:lnTo>
                    <a:pt x="3089858" y="2425569"/>
                  </a:lnTo>
                  <a:lnTo>
                    <a:pt x="3090016" y="2425569"/>
                  </a:lnTo>
                  <a:lnTo>
                    <a:pt x="3090016" y="2425139"/>
                  </a:lnTo>
                  <a:lnTo>
                    <a:pt x="3090174" y="2425139"/>
                  </a:lnTo>
                  <a:lnTo>
                    <a:pt x="3090331" y="2425139"/>
                  </a:lnTo>
                  <a:lnTo>
                    <a:pt x="3090489" y="2425139"/>
                  </a:lnTo>
                  <a:lnTo>
                    <a:pt x="3090489" y="2424708"/>
                  </a:lnTo>
                  <a:lnTo>
                    <a:pt x="3090647" y="2424708"/>
                  </a:lnTo>
                  <a:lnTo>
                    <a:pt x="3090647" y="2424278"/>
                  </a:lnTo>
                  <a:lnTo>
                    <a:pt x="3090805" y="2424278"/>
                  </a:lnTo>
                  <a:lnTo>
                    <a:pt x="3090962" y="2424278"/>
                  </a:lnTo>
                  <a:lnTo>
                    <a:pt x="3091120" y="2424278"/>
                  </a:lnTo>
                  <a:lnTo>
                    <a:pt x="3091278" y="2424278"/>
                  </a:lnTo>
                  <a:lnTo>
                    <a:pt x="3091278" y="2423847"/>
                  </a:lnTo>
                  <a:lnTo>
                    <a:pt x="3091435" y="2423847"/>
                  </a:lnTo>
                  <a:lnTo>
                    <a:pt x="3091435" y="2423416"/>
                  </a:lnTo>
                  <a:lnTo>
                    <a:pt x="3091435" y="2422986"/>
                  </a:lnTo>
                  <a:lnTo>
                    <a:pt x="3091593" y="2422986"/>
                  </a:lnTo>
                  <a:lnTo>
                    <a:pt x="3091751" y="2422986"/>
                  </a:lnTo>
                  <a:lnTo>
                    <a:pt x="3091909" y="2422986"/>
                  </a:lnTo>
                  <a:lnTo>
                    <a:pt x="3092066" y="2422986"/>
                  </a:lnTo>
                  <a:lnTo>
                    <a:pt x="3092224" y="2422986"/>
                  </a:lnTo>
                  <a:lnTo>
                    <a:pt x="3092382" y="2422986"/>
                  </a:lnTo>
                  <a:lnTo>
                    <a:pt x="3092539" y="2422986"/>
                  </a:lnTo>
                  <a:lnTo>
                    <a:pt x="3092697" y="2422986"/>
                  </a:lnTo>
                  <a:lnTo>
                    <a:pt x="3092855" y="2422986"/>
                  </a:lnTo>
                  <a:lnTo>
                    <a:pt x="3093013" y="2422986"/>
                  </a:lnTo>
                  <a:lnTo>
                    <a:pt x="3093013" y="2422555"/>
                  </a:lnTo>
                  <a:lnTo>
                    <a:pt x="3093013" y="2422125"/>
                  </a:lnTo>
                  <a:lnTo>
                    <a:pt x="3093170" y="2422125"/>
                  </a:lnTo>
                  <a:lnTo>
                    <a:pt x="3093170" y="2421694"/>
                  </a:lnTo>
                  <a:lnTo>
                    <a:pt x="3093328" y="2421694"/>
                  </a:lnTo>
                  <a:lnTo>
                    <a:pt x="3093486" y="2421694"/>
                  </a:lnTo>
                  <a:lnTo>
                    <a:pt x="3093644" y="2421694"/>
                  </a:lnTo>
                  <a:lnTo>
                    <a:pt x="3093801" y="2421694"/>
                  </a:lnTo>
                  <a:lnTo>
                    <a:pt x="3093801" y="2421263"/>
                  </a:lnTo>
                  <a:lnTo>
                    <a:pt x="3093959" y="2421263"/>
                  </a:lnTo>
                  <a:lnTo>
                    <a:pt x="3094117" y="2421263"/>
                  </a:lnTo>
                  <a:lnTo>
                    <a:pt x="3094274" y="2421263"/>
                  </a:lnTo>
                  <a:lnTo>
                    <a:pt x="3094432" y="2421263"/>
                  </a:lnTo>
                  <a:lnTo>
                    <a:pt x="3094590" y="2421263"/>
                  </a:lnTo>
                  <a:lnTo>
                    <a:pt x="3094590" y="2420833"/>
                  </a:lnTo>
                  <a:lnTo>
                    <a:pt x="3094748" y="2420833"/>
                  </a:lnTo>
                  <a:lnTo>
                    <a:pt x="3094748" y="2420402"/>
                  </a:lnTo>
                  <a:lnTo>
                    <a:pt x="3094905" y="2420402"/>
                  </a:lnTo>
                  <a:lnTo>
                    <a:pt x="3095063" y="2420402"/>
                  </a:lnTo>
                  <a:lnTo>
                    <a:pt x="3095221" y="2420402"/>
                  </a:lnTo>
                  <a:lnTo>
                    <a:pt x="3095221" y="2419972"/>
                  </a:lnTo>
                  <a:lnTo>
                    <a:pt x="3095378" y="2419972"/>
                  </a:lnTo>
                  <a:lnTo>
                    <a:pt x="3095536" y="2419972"/>
                  </a:lnTo>
                  <a:lnTo>
                    <a:pt x="3095536" y="2419541"/>
                  </a:lnTo>
                  <a:lnTo>
                    <a:pt x="3095536" y="2419110"/>
                  </a:lnTo>
                  <a:lnTo>
                    <a:pt x="3095536" y="2418680"/>
                  </a:lnTo>
                  <a:lnTo>
                    <a:pt x="3095694" y="2418680"/>
                  </a:lnTo>
                  <a:lnTo>
                    <a:pt x="3095852" y="2418680"/>
                  </a:lnTo>
                  <a:lnTo>
                    <a:pt x="3096009" y="2418680"/>
                  </a:lnTo>
                  <a:lnTo>
                    <a:pt x="3096167" y="2418680"/>
                  </a:lnTo>
                  <a:lnTo>
                    <a:pt x="3096167" y="2418249"/>
                  </a:lnTo>
                  <a:lnTo>
                    <a:pt x="3096325" y="2418249"/>
                  </a:lnTo>
                  <a:lnTo>
                    <a:pt x="3096325" y="2417819"/>
                  </a:lnTo>
                  <a:lnTo>
                    <a:pt x="3096482" y="2417819"/>
                  </a:lnTo>
                  <a:lnTo>
                    <a:pt x="3096640" y="2417819"/>
                  </a:lnTo>
                  <a:lnTo>
                    <a:pt x="3096798" y="2417819"/>
                  </a:lnTo>
                  <a:lnTo>
                    <a:pt x="3096956" y="2417819"/>
                  </a:lnTo>
                  <a:lnTo>
                    <a:pt x="3097113" y="2417819"/>
                  </a:lnTo>
                  <a:lnTo>
                    <a:pt x="3097271" y="2417819"/>
                  </a:lnTo>
                  <a:lnTo>
                    <a:pt x="3097429" y="2417819"/>
                  </a:lnTo>
                  <a:lnTo>
                    <a:pt x="3097429" y="2417388"/>
                  </a:lnTo>
                  <a:lnTo>
                    <a:pt x="3097586" y="2417388"/>
                  </a:lnTo>
                  <a:lnTo>
                    <a:pt x="3097744" y="2417388"/>
                  </a:lnTo>
                  <a:lnTo>
                    <a:pt x="3097902" y="2417388"/>
                  </a:lnTo>
                  <a:lnTo>
                    <a:pt x="3097902" y="2416957"/>
                  </a:lnTo>
                  <a:lnTo>
                    <a:pt x="3098060" y="2416957"/>
                  </a:lnTo>
                  <a:lnTo>
                    <a:pt x="3098217" y="2416957"/>
                  </a:lnTo>
                  <a:lnTo>
                    <a:pt x="3098217" y="2416527"/>
                  </a:lnTo>
                  <a:lnTo>
                    <a:pt x="3098375" y="2416527"/>
                  </a:lnTo>
                  <a:lnTo>
                    <a:pt x="3098375" y="2416096"/>
                  </a:lnTo>
                  <a:lnTo>
                    <a:pt x="3098533" y="2416096"/>
                  </a:lnTo>
                  <a:lnTo>
                    <a:pt x="3098691" y="2416096"/>
                  </a:lnTo>
                  <a:lnTo>
                    <a:pt x="3098691" y="2415666"/>
                  </a:lnTo>
                  <a:lnTo>
                    <a:pt x="3098848" y="2415666"/>
                  </a:lnTo>
                  <a:lnTo>
                    <a:pt x="3099006" y="2415666"/>
                  </a:lnTo>
                  <a:lnTo>
                    <a:pt x="3099006" y="2415235"/>
                  </a:lnTo>
                  <a:lnTo>
                    <a:pt x="3099164" y="2415235"/>
                  </a:lnTo>
                  <a:lnTo>
                    <a:pt x="3099321" y="2415235"/>
                  </a:lnTo>
                  <a:lnTo>
                    <a:pt x="3099479" y="2415235"/>
                  </a:lnTo>
                  <a:lnTo>
                    <a:pt x="3099637" y="2415235"/>
                  </a:lnTo>
                  <a:lnTo>
                    <a:pt x="3099637" y="2414804"/>
                  </a:lnTo>
                  <a:lnTo>
                    <a:pt x="3099637" y="2414374"/>
                  </a:lnTo>
                  <a:lnTo>
                    <a:pt x="3099795" y="2414374"/>
                  </a:lnTo>
                  <a:lnTo>
                    <a:pt x="3099952" y="2414374"/>
                  </a:lnTo>
                  <a:lnTo>
                    <a:pt x="3099952" y="2413943"/>
                  </a:lnTo>
                  <a:lnTo>
                    <a:pt x="3100110" y="2413943"/>
                  </a:lnTo>
                  <a:lnTo>
                    <a:pt x="3100268" y="2413943"/>
                  </a:lnTo>
                  <a:lnTo>
                    <a:pt x="3100425" y="2413943"/>
                  </a:lnTo>
                  <a:lnTo>
                    <a:pt x="3100425" y="2413513"/>
                  </a:lnTo>
                  <a:lnTo>
                    <a:pt x="3100583" y="2413513"/>
                  </a:lnTo>
                  <a:lnTo>
                    <a:pt x="3100741" y="2413513"/>
                  </a:lnTo>
                  <a:lnTo>
                    <a:pt x="3100899" y="2413513"/>
                  </a:lnTo>
                  <a:lnTo>
                    <a:pt x="3101056" y="2413513"/>
                  </a:lnTo>
                  <a:lnTo>
                    <a:pt x="3101214" y="2413513"/>
                  </a:lnTo>
                  <a:lnTo>
                    <a:pt x="3101372" y="2413513"/>
                  </a:lnTo>
                  <a:lnTo>
                    <a:pt x="3101529" y="2413513"/>
                  </a:lnTo>
                  <a:lnTo>
                    <a:pt x="3101687" y="2413513"/>
                  </a:lnTo>
                  <a:lnTo>
                    <a:pt x="3101845" y="2413513"/>
                  </a:lnTo>
                  <a:lnTo>
                    <a:pt x="3101845" y="2413082"/>
                  </a:lnTo>
                  <a:lnTo>
                    <a:pt x="3101845" y="2412651"/>
                  </a:lnTo>
                  <a:lnTo>
                    <a:pt x="3101845" y="2412221"/>
                  </a:lnTo>
                  <a:lnTo>
                    <a:pt x="3102003" y="2412221"/>
                  </a:lnTo>
                  <a:lnTo>
                    <a:pt x="3102160" y="2412221"/>
                  </a:lnTo>
                  <a:lnTo>
                    <a:pt x="3102318" y="2412221"/>
                  </a:lnTo>
                  <a:lnTo>
                    <a:pt x="3102476" y="2412221"/>
                  </a:lnTo>
                  <a:lnTo>
                    <a:pt x="3102633" y="2412221"/>
                  </a:lnTo>
                  <a:lnTo>
                    <a:pt x="3102791" y="2412221"/>
                  </a:lnTo>
                  <a:lnTo>
                    <a:pt x="3102949" y="2412221"/>
                  </a:lnTo>
                  <a:lnTo>
                    <a:pt x="3102949" y="2411790"/>
                  </a:lnTo>
                  <a:lnTo>
                    <a:pt x="3103107" y="2411790"/>
                  </a:lnTo>
                  <a:lnTo>
                    <a:pt x="3103264" y="2411790"/>
                  </a:lnTo>
                  <a:lnTo>
                    <a:pt x="3103422" y="2411790"/>
                  </a:lnTo>
                  <a:lnTo>
                    <a:pt x="3103580" y="2411790"/>
                  </a:lnTo>
                  <a:lnTo>
                    <a:pt x="3103737" y="2411790"/>
                  </a:lnTo>
                  <a:lnTo>
                    <a:pt x="3103895" y="2411790"/>
                  </a:lnTo>
                  <a:lnTo>
                    <a:pt x="3104053" y="2411790"/>
                  </a:lnTo>
                  <a:lnTo>
                    <a:pt x="3104211" y="2411790"/>
                  </a:lnTo>
                  <a:lnTo>
                    <a:pt x="3104368" y="2411790"/>
                  </a:lnTo>
                  <a:lnTo>
                    <a:pt x="3104526" y="2411790"/>
                  </a:lnTo>
                  <a:lnTo>
                    <a:pt x="3104684" y="2411790"/>
                  </a:lnTo>
                  <a:lnTo>
                    <a:pt x="3104842" y="2411790"/>
                  </a:lnTo>
                  <a:lnTo>
                    <a:pt x="3104999" y="2411790"/>
                  </a:lnTo>
                  <a:lnTo>
                    <a:pt x="3105157" y="2411790"/>
                  </a:lnTo>
                  <a:lnTo>
                    <a:pt x="3105315" y="2411790"/>
                  </a:lnTo>
                  <a:lnTo>
                    <a:pt x="3105472" y="2411790"/>
                  </a:lnTo>
                  <a:lnTo>
                    <a:pt x="3105630" y="2411790"/>
                  </a:lnTo>
                  <a:lnTo>
                    <a:pt x="3105788" y="2411790"/>
                  </a:lnTo>
                  <a:lnTo>
                    <a:pt x="3105946" y="2411790"/>
                  </a:lnTo>
                  <a:lnTo>
                    <a:pt x="3105946" y="2411360"/>
                  </a:lnTo>
                  <a:lnTo>
                    <a:pt x="3106103" y="2411360"/>
                  </a:lnTo>
                  <a:lnTo>
                    <a:pt x="3106261" y="2411360"/>
                  </a:lnTo>
                  <a:lnTo>
                    <a:pt x="3106419" y="2411360"/>
                  </a:lnTo>
                  <a:lnTo>
                    <a:pt x="3106576" y="2411360"/>
                  </a:lnTo>
                  <a:lnTo>
                    <a:pt x="3106734" y="2411360"/>
                  </a:lnTo>
                  <a:lnTo>
                    <a:pt x="3106892" y="2411360"/>
                  </a:lnTo>
                  <a:lnTo>
                    <a:pt x="3107050" y="2411360"/>
                  </a:lnTo>
                  <a:lnTo>
                    <a:pt x="3107207" y="2411360"/>
                  </a:lnTo>
                  <a:lnTo>
                    <a:pt x="3107207" y="2410929"/>
                  </a:lnTo>
                  <a:lnTo>
                    <a:pt x="3107365" y="2410929"/>
                  </a:lnTo>
                  <a:lnTo>
                    <a:pt x="3107365" y="2410498"/>
                  </a:lnTo>
                  <a:lnTo>
                    <a:pt x="3107523" y="2410498"/>
                  </a:lnTo>
                  <a:lnTo>
                    <a:pt x="3107680" y="2410498"/>
                  </a:lnTo>
                  <a:lnTo>
                    <a:pt x="3107838" y="2410498"/>
                  </a:lnTo>
                  <a:lnTo>
                    <a:pt x="3107996" y="2410498"/>
                  </a:lnTo>
                  <a:lnTo>
                    <a:pt x="3108154" y="2410498"/>
                  </a:lnTo>
                  <a:lnTo>
                    <a:pt x="3108311" y="2410498"/>
                  </a:lnTo>
                  <a:lnTo>
                    <a:pt x="3108469" y="2410498"/>
                  </a:lnTo>
                  <a:lnTo>
                    <a:pt x="3108627" y="2410498"/>
                  </a:lnTo>
                  <a:lnTo>
                    <a:pt x="3108784" y="2410498"/>
                  </a:lnTo>
                  <a:lnTo>
                    <a:pt x="3108942" y="2410498"/>
                  </a:lnTo>
                  <a:lnTo>
                    <a:pt x="3109100" y="2410498"/>
                  </a:lnTo>
                  <a:lnTo>
                    <a:pt x="3109258" y="2410498"/>
                  </a:lnTo>
                  <a:lnTo>
                    <a:pt x="3109415" y="2410498"/>
                  </a:lnTo>
                  <a:lnTo>
                    <a:pt x="3109573" y="2410498"/>
                  </a:lnTo>
                  <a:lnTo>
                    <a:pt x="3109573" y="2410068"/>
                  </a:lnTo>
                  <a:lnTo>
                    <a:pt x="3109731" y="2410068"/>
                  </a:lnTo>
                  <a:lnTo>
                    <a:pt x="3109731" y="2409637"/>
                  </a:lnTo>
                  <a:lnTo>
                    <a:pt x="3109889" y="2409637"/>
                  </a:lnTo>
                  <a:lnTo>
                    <a:pt x="3110046" y="2409637"/>
                  </a:lnTo>
                  <a:lnTo>
                    <a:pt x="3110204" y="2409637"/>
                  </a:lnTo>
                  <a:lnTo>
                    <a:pt x="3110362" y="2409637"/>
                  </a:lnTo>
                  <a:lnTo>
                    <a:pt x="3110519" y="2409637"/>
                  </a:lnTo>
                  <a:lnTo>
                    <a:pt x="3110519" y="2409207"/>
                  </a:lnTo>
                  <a:lnTo>
                    <a:pt x="3110519" y="2408776"/>
                  </a:lnTo>
                  <a:lnTo>
                    <a:pt x="3110677" y="2408776"/>
                  </a:lnTo>
                  <a:lnTo>
                    <a:pt x="3110677" y="2408345"/>
                  </a:lnTo>
                  <a:lnTo>
                    <a:pt x="3110835" y="2408345"/>
                  </a:lnTo>
                  <a:lnTo>
                    <a:pt x="3110993" y="2408345"/>
                  </a:lnTo>
                  <a:lnTo>
                    <a:pt x="3111150" y="2408345"/>
                  </a:lnTo>
                  <a:lnTo>
                    <a:pt x="3111308" y="2408345"/>
                  </a:lnTo>
                  <a:lnTo>
                    <a:pt x="3111308" y="2407915"/>
                  </a:lnTo>
                  <a:lnTo>
                    <a:pt x="3111308" y="2407484"/>
                  </a:lnTo>
                  <a:lnTo>
                    <a:pt x="3111466" y="2407484"/>
                  </a:lnTo>
                  <a:lnTo>
                    <a:pt x="3111623" y="2407484"/>
                  </a:lnTo>
                  <a:lnTo>
                    <a:pt x="3111781" y="2407484"/>
                  </a:lnTo>
                  <a:lnTo>
                    <a:pt x="3111939" y="2407484"/>
                  </a:lnTo>
                  <a:lnTo>
                    <a:pt x="3112097" y="2407484"/>
                  </a:lnTo>
                  <a:lnTo>
                    <a:pt x="3112254" y="2407484"/>
                  </a:lnTo>
                  <a:lnTo>
                    <a:pt x="3112412" y="2407484"/>
                  </a:lnTo>
                  <a:lnTo>
                    <a:pt x="3112570" y="2407484"/>
                  </a:lnTo>
                  <a:lnTo>
                    <a:pt x="3112727" y="2407484"/>
                  </a:lnTo>
                  <a:lnTo>
                    <a:pt x="3112885" y="2407484"/>
                  </a:lnTo>
                  <a:lnTo>
                    <a:pt x="3113043" y="2407484"/>
                  </a:lnTo>
                  <a:lnTo>
                    <a:pt x="3113043" y="2407054"/>
                  </a:lnTo>
                  <a:lnTo>
                    <a:pt x="3113201" y="2407054"/>
                  </a:lnTo>
                  <a:lnTo>
                    <a:pt x="3113358" y="2407054"/>
                  </a:lnTo>
                  <a:lnTo>
                    <a:pt x="3113516" y="2407054"/>
                  </a:lnTo>
                  <a:lnTo>
                    <a:pt x="3113516" y="2406623"/>
                  </a:lnTo>
                  <a:lnTo>
                    <a:pt x="3113516" y="2406192"/>
                  </a:lnTo>
                  <a:lnTo>
                    <a:pt x="3113516" y="2405762"/>
                  </a:lnTo>
                  <a:lnTo>
                    <a:pt x="3113674" y="2405762"/>
                  </a:lnTo>
                  <a:lnTo>
                    <a:pt x="3113831" y="2405762"/>
                  </a:lnTo>
                  <a:lnTo>
                    <a:pt x="3113989" y="2405762"/>
                  </a:lnTo>
                  <a:lnTo>
                    <a:pt x="3114147" y="2405762"/>
                  </a:lnTo>
                  <a:lnTo>
                    <a:pt x="3114147" y="2405331"/>
                  </a:lnTo>
                  <a:lnTo>
                    <a:pt x="3114305" y="2405331"/>
                  </a:lnTo>
                  <a:lnTo>
                    <a:pt x="3114462" y="2405331"/>
                  </a:lnTo>
                  <a:lnTo>
                    <a:pt x="3114620" y="2405331"/>
                  </a:lnTo>
                  <a:lnTo>
                    <a:pt x="3114620" y="2404901"/>
                  </a:lnTo>
                  <a:lnTo>
                    <a:pt x="3114778" y="2404901"/>
                  </a:lnTo>
                  <a:lnTo>
                    <a:pt x="3114935" y="2404901"/>
                  </a:lnTo>
                  <a:lnTo>
                    <a:pt x="3114935" y="2404470"/>
                  </a:lnTo>
                  <a:lnTo>
                    <a:pt x="3115093" y="2404470"/>
                  </a:lnTo>
                  <a:lnTo>
                    <a:pt x="3115093" y="2404039"/>
                  </a:lnTo>
                  <a:lnTo>
                    <a:pt x="3115251" y="2404039"/>
                  </a:lnTo>
                  <a:lnTo>
                    <a:pt x="3115251" y="2403609"/>
                  </a:lnTo>
                  <a:lnTo>
                    <a:pt x="3115409" y="2403609"/>
                  </a:lnTo>
                  <a:lnTo>
                    <a:pt x="3115566" y="2403609"/>
                  </a:lnTo>
                  <a:lnTo>
                    <a:pt x="3115566" y="2403178"/>
                  </a:lnTo>
                  <a:lnTo>
                    <a:pt x="3115566" y="2402748"/>
                  </a:lnTo>
                  <a:lnTo>
                    <a:pt x="3115566" y="2402317"/>
                  </a:lnTo>
                  <a:lnTo>
                    <a:pt x="3115724" y="2402317"/>
                  </a:lnTo>
                  <a:lnTo>
                    <a:pt x="3115882" y="2402317"/>
                  </a:lnTo>
                  <a:lnTo>
                    <a:pt x="3116040" y="2402317"/>
                  </a:lnTo>
                  <a:lnTo>
                    <a:pt x="3116197" y="2402317"/>
                  </a:lnTo>
                  <a:lnTo>
                    <a:pt x="3116355" y="2402317"/>
                  </a:lnTo>
                  <a:lnTo>
                    <a:pt x="3116513" y="2402317"/>
                  </a:lnTo>
                  <a:lnTo>
                    <a:pt x="3116670" y="2402317"/>
                  </a:lnTo>
                  <a:lnTo>
                    <a:pt x="3116670" y="2401886"/>
                  </a:lnTo>
                  <a:lnTo>
                    <a:pt x="3116828" y="2401886"/>
                  </a:lnTo>
                  <a:lnTo>
                    <a:pt x="3116986" y="2401886"/>
                  </a:lnTo>
                  <a:lnTo>
                    <a:pt x="3116986" y="2401456"/>
                  </a:lnTo>
                  <a:lnTo>
                    <a:pt x="3117144" y="2401456"/>
                  </a:lnTo>
                  <a:lnTo>
                    <a:pt x="3117301" y="2401456"/>
                  </a:lnTo>
                  <a:lnTo>
                    <a:pt x="3117459" y="2401456"/>
                  </a:lnTo>
                  <a:lnTo>
                    <a:pt x="3117459" y="2401025"/>
                  </a:lnTo>
                  <a:lnTo>
                    <a:pt x="3117617" y="2401025"/>
                  </a:lnTo>
                  <a:lnTo>
                    <a:pt x="3117774" y="2401025"/>
                  </a:lnTo>
                  <a:lnTo>
                    <a:pt x="3117932" y="2401025"/>
                  </a:lnTo>
                  <a:lnTo>
                    <a:pt x="3118090" y="2401025"/>
                  </a:lnTo>
                  <a:lnTo>
                    <a:pt x="3118248" y="2401025"/>
                  </a:lnTo>
                  <a:lnTo>
                    <a:pt x="3118405" y="2401025"/>
                  </a:lnTo>
                  <a:lnTo>
                    <a:pt x="3118563" y="2401025"/>
                  </a:lnTo>
                  <a:lnTo>
                    <a:pt x="3118563" y="2400595"/>
                  </a:lnTo>
                  <a:lnTo>
                    <a:pt x="3118563" y="2400164"/>
                  </a:lnTo>
                  <a:lnTo>
                    <a:pt x="3118563" y="2399733"/>
                  </a:lnTo>
                  <a:lnTo>
                    <a:pt x="3118563" y="2399303"/>
                  </a:lnTo>
                  <a:lnTo>
                    <a:pt x="3118721" y="2399303"/>
                  </a:lnTo>
                  <a:lnTo>
                    <a:pt x="3118878" y="2399303"/>
                  </a:lnTo>
                  <a:lnTo>
                    <a:pt x="3119036" y="2399303"/>
                  </a:lnTo>
                  <a:lnTo>
                    <a:pt x="3119194" y="2399303"/>
                  </a:lnTo>
                  <a:lnTo>
                    <a:pt x="3119352" y="2399303"/>
                  </a:lnTo>
                  <a:lnTo>
                    <a:pt x="3119509" y="2399303"/>
                  </a:lnTo>
                  <a:lnTo>
                    <a:pt x="3119509" y="2398872"/>
                  </a:lnTo>
                  <a:lnTo>
                    <a:pt x="3119509" y="2398442"/>
                  </a:lnTo>
                  <a:lnTo>
                    <a:pt x="3119667" y="2398442"/>
                  </a:lnTo>
                  <a:lnTo>
                    <a:pt x="3119825" y="2398442"/>
                  </a:lnTo>
                  <a:lnTo>
                    <a:pt x="3119982" y="2398442"/>
                  </a:lnTo>
                  <a:lnTo>
                    <a:pt x="3120140" y="2398442"/>
                  </a:lnTo>
                  <a:lnTo>
                    <a:pt x="3120140" y="2398011"/>
                  </a:lnTo>
                  <a:lnTo>
                    <a:pt x="3120298" y="2398011"/>
                  </a:lnTo>
                  <a:lnTo>
                    <a:pt x="3120456" y="2398011"/>
                  </a:lnTo>
                  <a:lnTo>
                    <a:pt x="3120613" y="2398011"/>
                  </a:lnTo>
                  <a:lnTo>
                    <a:pt x="3120613" y="2397580"/>
                  </a:lnTo>
                  <a:lnTo>
                    <a:pt x="3120771" y="2397580"/>
                  </a:lnTo>
                  <a:lnTo>
                    <a:pt x="3120929" y="2397580"/>
                  </a:lnTo>
                  <a:lnTo>
                    <a:pt x="3121087" y="2397580"/>
                  </a:lnTo>
                  <a:lnTo>
                    <a:pt x="3121244" y="2397580"/>
                  </a:lnTo>
                  <a:lnTo>
                    <a:pt x="3121402" y="2397580"/>
                  </a:lnTo>
                  <a:lnTo>
                    <a:pt x="3121560" y="2397580"/>
                  </a:lnTo>
                  <a:lnTo>
                    <a:pt x="3121717" y="2397580"/>
                  </a:lnTo>
                  <a:lnTo>
                    <a:pt x="3121875" y="2397580"/>
                  </a:lnTo>
                  <a:lnTo>
                    <a:pt x="3122033" y="2397580"/>
                  </a:lnTo>
                  <a:lnTo>
                    <a:pt x="3122191" y="2397580"/>
                  </a:lnTo>
                  <a:lnTo>
                    <a:pt x="3122191" y="2397150"/>
                  </a:lnTo>
                  <a:lnTo>
                    <a:pt x="3122191" y="2396719"/>
                  </a:lnTo>
                  <a:lnTo>
                    <a:pt x="3122191" y="2396289"/>
                  </a:lnTo>
                  <a:lnTo>
                    <a:pt x="3122348" y="2396289"/>
                  </a:lnTo>
                  <a:lnTo>
                    <a:pt x="3122506" y="2396289"/>
                  </a:lnTo>
                  <a:lnTo>
                    <a:pt x="3122506" y="2395858"/>
                  </a:lnTo>
                  <a:lnTo>
                    <a:pt x="3122664" y="2395858"/>
                  </a:lnTo>
                  <a:lnTo>
                    <a:pt x="3122664" y="2395427"/>
                  </a:lnTo>
                  <a:lnTo>
                    <a:pt x="3122821" y="2395427"/>
                  </a:lnTo>
                  <a:lnTo>
                    <a:pt x="3122821" y="2394997"/>
                  </a:lnTo>
                  <a:lnTo>
                    <a:pt x="3122979" y="2394997"/>
                  </a:lnTo>
                  <a:lnTo>
                    <a:pt x="3123137" y="2394997"/>
                  </a:lnTo>
                  <a:lnTo>
                    <a:pt x="3123295" y="2394997"/>
                  </a:lnTo>
                  <a:lnTo>
                    <a:pt x="3123452" y="2394997"/>
                  </a:lnTo>
                  <a:lnTo>
                    <a:pt x="3123610" y="2394997"/>
                  </a:lnTo>
                  <a:lnTo>
                    <a:pt x="3123768" y="2394997"/>
                  </a:lnTo>
                  <a:lnTo>
                    <a:pt x="3123768" y="2394566"/>
                  </a:lnTo>
                  <a:lnTo>
                    <a:pt x="3123925" y="2394566"/>
                  </a:lnTo>
                  <a:lnTo>
                    <a:pt x="3124083" y="2394566"/>
                  </a:lnTo>
                  <a:lnTo>
                    <a:pt x="3124241" y="2394566"/>
                  </a:lnTo>
                  <a:lnTo>
                    <a:pt x="3124399" y="2394566"/>
                  </a:lnTo>
                  <a:lnTo>
                    <a:pt x="3124556" y="2394566"/>
                  </a:lnTo>
                  <a:lnTo>
                    <a:pt x="3124556" y="2394136"/>
                  </a:lnTo>
                  <a:lnTo>
                    <a:pt x="3124714" y="2394136"/>
                  </a:lnTo>
                  <a:lnTo>
                    <a:pt x="3124714" y="2393705"/>
                  </a:lnTo>
                  <a:lnTo>
                    <a:pt x="3124714" y="2393274"/>
                  </a:lnTo>
                  <a:lnTo>
                    <a:pt x="3124872" y="2393274"/>
                  </a:lnTo>
                  <a:lnTo>
                    <a:pt x="3124872" y="2392844"/>
                  </a:lnTo>
                  <a:lnTo>
                    <a:pt x="3124872" y="2392413"/>
                  </a:lnTo>
                  <a:lnTo>
                    <a:pt x="3124872" y="2391983"/>
                  </a:lnTo>
                  <a:lnTo>
                    <a:pt x="3125029" y="2391983"/>
                  </a:lnTo>
                  <a:lnTo>
                    <a:pt x="3125187" y="2391983"/>
                  </a:lnTo>
                  <a:lnTo>
                    <a:pt x="3125187" y="2391552"/>
                  </a:lnTo>
                  <a:lnTo>
                    <a:pt x="3125345" y="2391552"/>
                  </a:lnTo>
                  <a:lnTo>
                    <a:pt x="3125503" y="2391552"/>
                  </a:lnTo>
                  <a:lnTo>
                    <a:pt x="3125660" y="2391552"/>
                  </a:lnTo>
                  <a:lnTo>
                    <a:pt x="3125818" y="2391552"/>
                  </a:lnTo>
                  <a:lnTo>
                    <a:pt x="3125976" y="2391552"/>
                  </a:lnTo>
                  <a:lnTo>
                    <a:pt x="3126133" y="2391552"/>
                  </a:lnTo>
                  <a:lnTo>
                    <a:pt x="3126291" y="2391552"/>
                  </a:lnTo>
                  <a:lnTo>
                    <a:pt x="3126449" y="2391552"/>
                  </a:lnTo>
                  <a:lnTo>
                    <a:pt x="3126607" y="2391552"/>
                  </a:lnTo>
                  <a:lnTo>
                    <a:pt x="3126764" y="2391552"/>
                  </a:lnTo>
                  <a:lnTo>
                    <a:pt x="3126922" y="2391552"/>
                  </a:lnTo>
                  <a:lnTo>
                    <a:pt x="3126922" y="2391121"/>
                  </a:lnTo>
                  <a:lnTo>
                    <a:pt x="3127080" y="2391121"/>
                  </a:lnTo>
                  <a:lnTo>
                    <a:pt x="3127080" y="2390691"/>
                  </a:lnTo>
                  <a:lnTo>
                    <a:pt x="3127080" y="2390260"/>
                  </a:lnTo>
                  <a:lnTo>
                    <a:pt x="3127080" y="2389830"/>
                  </a:lnTo>
                  <a:lnTo>
                    <a:pt x="3127080" y="2389399"/>
                  </a:lnTo>
                  <a:lnTo>
                    <a:pt x="3127080" y="2388968"/>
                  </a:lnTo>
                  <a:lnTo>
                    <a:pt x="3127238" y="2388968"/>
                  </a:lnTo>
                  <a:lnTo>
                    <a:pt x="3127395" y="2388968"/>
                  </a:lnTo>
                  <a:lnTo>
                    <a:pt x="3127553" y="2388968"/>
                  </a:lnTo>
                  <a:lnTo>
                    <a:pt x="3127711" y="2388968"/>
                  </a:lnTo>
                  <a:lnTo>
                    <a:pt x="3127868" y="2388968"/>
                  </a:lnTo>
                  <a:lnTo>
                    <a:pt x="3127868" y="2388538"/>
                  </a:lnTo>
                  <a:lnTo>
                    <a:pt x="3128026" y="2388538"/>
                  </a:lnTo>
                  <a:lnTo>
                    <a:pt x="3128184" y="2388538"/>
                  </a:lnTo>
                  <a:lnTo>
                    <a:pt x="3128342" y="2388538"/>
                  </a:lnTo>
                  <a:lnTo>
                    <a:pt x="3128342" y="2388107"/>
                  </a:lnTo>
                  <a:lnTo>
                    <a:pt x="3128342" y="2387677"/>
                  </a:lnTo>
                  <a:lnTo>
                    <a:pt x="3128499" y="2387677"/>
                  </a:lnTo>
                  <a:lnTo>
                    <a:pt x="3128499" y="2387246"/>
                  </a:lnTo>
                  <a:lnTo>
                    <a:pt x="3128657" y="2387246"/>
                  </a:lnTo>
                  <a:lnTo>
                    <a:pt x="3128815" y="2387246"/>
                  </a:lnTo>
                  <a:lnTo>
                    <a:pt x="3128972" y="2387246"/>
                  </a:lnTo>
                  <a:lnTo>
                    <a:pt x="3129130" y="2387246"/>
                  </a:lnTo>
                  <a:lnTo>
                    <a:pt x="3129288" y="2387246"/>
                  </a:lnTo>
                  <a:lnTo>
                    <a:pt x="3129446" y="2387246"/>
                  </a:lnTo>
                  <a:lnTo>
                    <a:pt x="3129603" y="2387246"/>
                  </a:lnTo>
                  <a:lnTo>
                    <a:pt x="3129603" y="2386815"/>
                  </a:lnTo>
                  <a:lnTo>
                    <a:pt x="3129761" y="2386815"/>
                  </a:lnTo>
                  <a:lnTo>
                    <a:pt x="3129919" y="2386815"/>
                  </a:lnTo>
                  <a:lnTo>
                    <a:pt x="3129919" y="2386385"/>
                  </a:lnTo>
                  <a:lnTo>
                    <a:pt x="3130076" y="2386385"/>
                  </a:lnTo>
                  <a:lnTo>
                    <a:pt x="3130076" y="2385954"/>
                  </a:lnTo>
                  <a:lnTo>
                    <a:pt x="3130076" y="2385524"/>
                  </a:lnTo>
                  <a:lnTo>
                    <a:pt x="3130076" y="2385093"/>
                  </a:lnTo>
                  <a:lnTo>
                    <a:pt x="3130234" y="2385093"/>
                  </a:lnTo>
                  <a:lnTo>
                    <a:pt x="3130392" y="2385093"/>
                  </a:lnTo>
                  <a:lnTo>
                    <a:pt x="3130550" y="2385093"/>
                  </a:lnTo>
                  <a:lnTo>
                    <a:pt x="3130707" y="2385093"/>
                  </a:lnTo>
                  <a:lnTo>
                    <a:pt x="3130707" y="2384662"/>
                  </a:lnTo>
                  <a:lnTo>
                    <a:pt x="3130865" y="2384662"/>
                  </a:lnTo>
                  <a:lnTo>
                    <a:pt x="3130865" y="2384232"/>
                  </a:lnTo>
                  <a:lnTo>
                    <a:pt x="3131023" y="2384232"/>
                  </a:lnTo>
                  <a:lnTo>
                    <a:pt x="3131180" y="2384232"/>
                  </a:lnTo>
                  <a:lnTo>
                    <a:pt x="3131338" y="2384232"/>
                  </a:lnTo>
                  <a:lnTo>
                    <a:pt x="3131496" y="2384232"/>
                  </a:lnTo>
                  <a:lnTo>
                    <a:pt x="3131496" y="2383801"/>
                  </a:lnTo>
                  <a:lnTo>
                    <a:pt x="3131654" y="2383801"/>
                  </a:lnTo>
                  <a:lnTo>
                    <a:pt x="3131811" y="2383801"/>
                  </a:lnTo>
                  <a:lnTo>
                    <a:pt x="3131969" y="2383801"/>
                  </a:lnTo>
                  <a:lnTo>
                    <a:pt x="3131969" y="2383371"/>
                  </a:lnTo>
                  <a:lnTo>
                    <a:pt x="3131969" y="2382940"/>
                  </a:lnTo>
                  <a:lnTo>
                    <a:pt x="3132127" y="2382940"/>
                  </a:lnTo>
                  <a:lnTo>
                    <a:pt x="3132285" y="2382940"/>
                  </a:lnTo>
                  <a:lnTo>
                    <a:pt x="3132285" y="2382509"/>
                  </a:lnTo>
                  <a:lnTo>
                    <a:pt x="3132442" y="2382509"/>
                  </a:lnTo>
                  <a:lnTo>
                    <a:pt x="3132600" y="2382509"/>
                  </a:lnTo>
                  <a:lnTo>
                    <a:pt x="3132758" y="2382509"/>
                  </a:lnTo>
                  <a:lnTo>
                    <a:pt x="3132915" y="2382509"/>
                  </a:lnTo>
                  <a:lnTo>
                    <a:pt x="3133073" y="2382509"/>
                  </a:lnTo>
                  <a:lnTo>
                    <a:pt x="3133073" y="2382079"/>
                  </a:lnTo>
                  <a:lnTo>
                    <a:pt x="3133231" y="2382079"/>
                  </a:lnTo>
                  <a:lnTo>
                    <a:pt x="3133231" y="2381648"/>
                  </a:lnTo>
                  <a:lnTo>
                    <a:pt x="3133389" y="2381648"/>
                  </a:lnTo>
                  <a:lnTo>
                    <a:pt x="3133546" y="2381648"/>
                  </a:lnTo>
                  <a:lnTo>
                    <a:pt x="3133546" y="2381218"/>
                  </a:lnTo>
                  <a:lnTo>
                    <a:pt x="3133704" y="2381218"/>
                  </a:lnTo>
                  <a:lnTo>
                    <a:pt x="3133704" y="2380787"/>
                  </a:lnTo>
                  <a:lnTo>
                    <a:pt x="3133862" y="2380787"/>
                  </a:lnTo>
                  <a:lnTo>
                    <a:pt x="3133862" y="2380356"/>
                  </a:lnTo>
                  <a:lnTo>
                    <a:pt x="3134019" y="2380356"/>
                  </a:lnTo>
                  <a:lnTo>
                    <a:pt x="3134177" y="2380356"/>
                  </a:lnTo>
                  <a:lnTo>
                    <a:pt x="3134177" y="2379926"/>
                  </a:lnTo>
                  <a:lnTo>
                    <a:pt x="3134335" y="2379926"/>
                  </a:lnTo>
                  <a:lnTo>
                    <a:pt x="3134335" y="2379495"/>
                  </a:lnTo>
                  <a:lnTo>
                    <a:pt x="3134493" y="2379495"/>
                  </a:lnTo>
                  <a:lnTo>
                    <a:pt x="3134650" y="2379495"/>
                  </a:lnTo>
                  <a:lnTo>
                    <a:pt x="3134650" y="2379065"/>
                  </a:lnTo>
                  <a:lnTo>
                    <a:pt x="3134808" y="2379065"/>
                  </a:lnTo>
                  <a:lnTo>
                    <a:pt x="3134966" y="2379065"/>
                  </a:lnTo>
                  <a:lnTo>
                    <a:pt x="3135123" y="2379065"/>
                  </a:lnTo>
                  <a:lnTo>
                    <a:pt x="3135281" y="2379065"/>
                  </a:lnTo>
                  <a:lnTo>
                    <a:pt x="3135281" y="2378634"/>
                  </a:lnTo>
                  <a:lnTo>
                    <a:pt x="3135439" y="2378634"/>
                  </a:lnTo>
                  <a:lnTo>
                    <a:pt x="3135597" y="2378634"/>
                  </a:lnTo>
                  <a:lnTo>
                    <a:pt x="3135597" y="2378203"/>
                  </a:lnTo>
                  <a:lnTo>
                    <a:pt x="3135597" y="2377773"/>
                  </a:lnTo>
                  <a:lnTo>
                    <a:pt x="3135597" y="2377342"/>
                  </a:lnTo>
                  <a:lnTo>
                    <a:pt x="3135754" y="2377342"/>
                  </a:lnTo>
                  <a:lnTo>
                    <a:pt x="3135912" y="2377342"/>
                  </a:lnTo>
                  <a:lnTo>
                    <a:pt x="3136070" y="2377342"/>
                  </a:lnTo>
                  <a:lnTo>
                    <a:pt x="3136227" y="2377342"/>
                  </a:lnTo>
                  <a:lnTo>
                    <a:pt x="3136227" y="2376912"/>
                  </a:lnTo>
                  <a:lnTo>
                    <a:pt x="3136385" y="2376912"/>
                  </a:lnTo>
                  <a:lnTo>
                    <a:pt x="3136543" y="2376912"/>
                  </a:lnTo>
                  <a:lnTo>
                    <a:pt x="3136701" y="2376912"/>
                  </a:lnTo>
                  <a:lnTo>
                    <a:pt x="3136858" y="2376912"/>
                  </a:lnTo>
                  <a:lnTo>
                    <a:pt x="3136858" y="2376481"/>
                  </a:lnTo>
                  <a:lnTo>
                    <a:pt x="3137016" y="2376481"/>
                  </a:lnTo>
                  <a:lnTo>
                    <a:pt x="3137174" y="2376481"/>
                  </a:lnTo>
                  <a:lnTo>
                    <a:pt x="3137174" y="2376050"/>
                  </a:lnTo>
                  <a:lnTo>
                    <a:pt x="3137174" y="2375620"/>
                  </a:lnTo>
                  <a:lnTo>
                    <a:pt x="3137331" y="2375620"/>
                  </a:lnTo>
                  <a:lnTo>
                    <a:pt x="3137331" y="2375189"/>
                  </a:lnTo>
                  <a:lnTo>
                    <a:pt x="3137489" y="2375189"/>
                  </a:lnTo>
                  <a:lnTo>
                    <a:pt x="3137489" y="2374759"/>
                  </a:lnTo>
                  <a:lnTo>
                    <a:pt x="3137647" y="2374759"/>
                  </a:lnTo>
                  <a:lnTo>
                    <a:pt x="3137805" y="2374759"/>
                  </a:lnTo>
                  <a:lnTo>
                    <a:pt x="3137962" y="2374759"/>
                  </a:lnTo>
                  <a:lnTo>
                    <a:pt x="3138120" y="2374759"/>
                  </a:lnTo>
                  <a:lnTo>
                    <a:pt x="3138120" y="2374328"/>
                  </a:lnTo>
                  <a:lnTo>
                    <a:pt x="3138278" y="2374328"/>
                  </a:lnTo>
                  <a:lnTo>
                    <a:pt x="3138436" y="2374328"/>
                  </a:lnTo>
                  <a:lnTo>
                    <a:pt x="3138593" y="2374328"/>
                  </a:lnTo>
                  <a:lnTo>
                    <a:pt x="3138751" y="2374328"/>
                  </a:lnTo>
                  <a:lnTo>
                    <a:pt x="3138909" y="2374328"/>
                  </a:lnTo>
                  <a:lnTo>
                    <a:pt x="3139066" y="2374328"/>
                  </a:lnTo>
                  <a:lnTo>
                    <a:pt x="3139066" y="2373897"/>
                  </a:lnTo>
                  <a:lnTo>
                    <a:pt x="3139224" y="2373897"/>
                  </a:lnTo>
                  <a:lnTo>
                    <a:pt x="3139382" y="2373897"/>
                  </a:lnTo>
                  <a:lnTo>
                    <a:pt x="3139540" y="2373897"/>
                  </a:lnTo>
                  <a:lnTo>
                    <a:pt x="3139540" y="2373467"/>
                  </a:lnTo>
                  <a:lnTo>
                    <a:pt x="3139697" y="2373467"/>
                  </a:lnTo>
                  <a:lnTo>
                    <a:pt x="3139855" y="2373467"/>
                  </a:lnTo>
                  <a:lnTo>
                    <a:pt x="3140013" y="2373467"/>
                  </a:lnTo>
                  <a:lnTo>
                    <a:pt x="3140170" y="2373467"/>
                  </a:lnTo>
                  <a:lnTo>
                    <a:pt x="3140328" y="2373467"/>
                  </a:lnTo>
                  <a:lnTo>
                    <a:pt x="3140486" y="2373467"/>
                  </a:lnTo>
                  <a:lnTo>
                    <a:pt x="3140486" y="2373036"/>
                  </a:lnTo>
                  <a:lnTo>
                    <a:pt x="3140644" y="2373036"/>
                  </a:lnTo>
                  <a:lnTo>
                    <a:pt x="3140801" y="2373036"/>
                  </a:lnTo>
                  <a:lnTo>
                    <a:pt x="3140959" y="2373036"/>
                  </a:lnTo>
                  <a:lnTo>
                    <a:pt x="3140959" y="2372606"/>
                  </a:lnTo>
                  <a:lnTo>
                    <a:pt x="3141117" y="2372606"/>
                  </a:lnTo>
                  <a:lnTo>
                    <a:pt x="3141274" y="2372606"/>
                  </a:lnTo>
                  <a:lnTo>
                    <a:pt x="3141274" y="2372175"/>
                  </a:lnTo>
                  <a:lnTo>
                    <a:pt x="3141432" y="2372175"/>
                  </a:lnTo>
                  <a:lnTo>
                    <a:pt x="3141590" y="2372175"/>
                  </a:lnTo>
                  <a:lnTo>
                    <a:pt x="3141748" y="2372175"/>
                  </a:lnTo>
                  <a:lnTo>
                    <a:pt x="3141905" y="2372175"/>
                  </a:lnTo>
                  <a:lnTo>
                    <a:pt x="3142063" y="2372175"/>
                  </a:lnTo>
                  <a:lnTo>
                    <a:pt x="3142221" y="2372175"/>
                  </a:lnTo>
                  <a:lnTo>
                    <a:pt x="3142221" y="2371744"/>
                  </a:lnTo>
                  <a:lnTo>
                    <a:pt x="3142378" y="2371744"/>
                  </a:lnTo>
                  <a:lnTo>
                    <a:pt x="3142536" y="2371744"/>
                  </a:lnTo>
                  <a:lnTo>
                    <a:pt x="3142694" y="2371744"/>
                  </a:lnTo>
                  <a:lnTo>
                    <a:pt x="3142852" y="2371744"/>
                  </a:lnTo>
                  <a:lnTo>
                    <a:pt x="3143009" y="2371744"/>
                  </a:lnTo>
                  <a:lnTo>
                    <a:pt x="3143167" y="2371744"/>
                  </a:lnTo>
                  <a:lnTo>
                    <a:pt x="3143325" y="2371744"/>
                  </a:lnTo>
                  <a:lnTo>
                    <a:pt x="3143483" y="2371744"/>
                  </a:lnTo>
                  <a:lnTo>
                    <a:pt x="3143640" y="2371744"/>
                  </a:lnTo>
                  <a:lnTo>
                    <a:pt x="3143798" y="2371744"/>
                  </a:lnTo>
                  <a:lnTo>
                    <a:pt x="3143956" y="2371744"/>
                  </a:lnTo>
                  <a:lnTo>
                    <a:pt x="3144113" y="2371744"/>
                  </a:lnTo>
                  <a:lnTo>
                    <a:pt x="3144271" y="2371744"/>
                  </a:lnTo>
                  <a:lnTo>
                    <a:pt x="3144271" y="2371314"/>
                  </a:lnTo>
                  <a:lnTo>
                    <a:pt x="3144429" y="2371314"/>
                  </a:lnTo>
                  <a:lnTo>
                    <a:pt x="3144587" y="2371314"/>
                  </a:lnTo>
                  <a:lnTo>
                    <a:pt x="3144587" y="2370883"/>
                  </a:lnTo>
                  <a:lnTo>
                    <a:pt x="3144744" y="2370883"/>
                  </a:lnTo>
                  <a:lnTo>
                    <a:pt x="3144744" y="2370453"/>
                  </a:lnTo>
                  <a:lnTo>
                    <a:pt x="3144902" y="2370453"/>
                  </a:lnTo>
                  <a:lnTo>
                    <a:pt x="3145060" y="2370453"/>
                  </a:lnTo>
                  <a:lnTo>
                    <a:pt x="3145217" y="2370453"/>
                  </a:lnTo>
                  <a:lnTo>
                    <a:pt x="3145375" y="2370453"/>
                  </a:lnTo>
                  <a:lnTo>
                    <a:pt x="3145375" y="2370022"/>
                  </a:lnTo>
                  <a:lnTo>
                    <a:pt x="3145533" y="2370022"/>
                  </a:lnTo>
                  <a:lnTo>
                    <a:pt x="3145691" y="2370022"/>
                  </a:lnTo>
                  <a:lnTo>
                    <a:pt x="3145848" y="2370022"/>
                  </a:lnTo>
                  <a:lnTo>
                    <a:pt x="3146006" y="2370022"/>
                  </a:lnTo>
                  <a:lnTo>
                    <a:pt x="3146164" y="2370022"/>
                  </a:lnTo>
                  <a:lnTo>
                    <a:pt x="3146164" y="2369591"/>
                  </a:lnTo>
                  <a:lnTo>
                    <a:pt x="3146321" y="2369591"/>
                  </a:lnTo>
                  <a:lnTo>
                    <a:pt x="3146321" y="2369161"/>
                  </a:lnTo>
                  <a:lnTo>
                    <a:pt x="3146479" y="2369161"/>
                  </a:lnTo>
                  <a:lnTo>
                    <a:pt x="3146479" y="2368730"/>
                  </a:lnTo>
                  <a:lnTo>
                    <a:pt x="3146637" y="2368730"/>
                  </a:lnTo>
                  <a:lnTo>
                    <a:pt x="3146637" y="2368300"/>
                  </a:lnTo>
                  <a:lnTo>
                    <a:pt x="3146795" y="2368300"/>
                  </a:lnTo>
                  <a:lnTo>
                    <a:pt x="3146952" y="2368300"/>
                  </a:lnTo>
                  <a:lnTo>
                    <a:pt x="3147110" y="2368300"/>
                  </a:lnTo>
                  <a:lnTo>
                    <a:pt x="3147268" y="2368300"/>
                  </a:lnTo>
                  <a:lnTo>
                    <a:pt x="3147425" y="2368300"/>
                  </a:lnTo>
                  <a:lnTo>
                    <a:pt x="3147583" y="2368300"/>
                  </a:lnTo>
                  <a:lnTo>
                    <a:pt x="3147741" y="2368300"/>
                  </a:lnTo>
                  <a:lnTo>
                    <a:pt x="3147899" y="2368300"/>
                  </a:lnTo>
                  <a:lnTo>
                    <a:pt x="3148056" y="2368300"/>
                  </a:lnTo>
                  <a:lnTo>
                    <a:pt x="3148214" y="2368300"/>
                  </a:lnTo>
                  <a:lnTo>
                    <a:pt x="3148372" y="2368300"/>
                  </a:lnTo>
                  <a:lnTo>
                    <a:pt x="3148529" y="2368300"/>
                  </a:lnTo>
                  <a:lnTo>
                    <a:pt x="3148687" y="2368300"/>
                  </a:lnTo>
                  <a:lnTo>
                    <a:pt x="3148687" y="2367869"/>
                  </a:lnTo>
                  <a:lnTo>
                    <a:pt x="3148845" y="2367869"/>
                  </a:lnTo>
                  <a:lnTo>
                    <a:pt x="3149003" y="2367869"/>
                  </a:lnTo>
                  <a:lnTo>
                    <a:pt x="3149160" y="2367869"/>
                  </a:lnTo>
                  <a:lnTo>
                    <a:pt x="3149318" y="2367869"/>
                  </a:lnTo>
                  <a:lnTo>
                    <a:pt x="3149476" y="2367869"/>
                  </a:lnTo>
                  <a:lnTo>
                    <a:pt x="3149476" y="2367438"/>
                  </a:lnTo>
                  <a:lnTo>
                    <a:pt x="3149634" y="2367438"/>
                  </a:lnTo>
                  <a:lnTo>
                    <a:pt x="3149634" y="2367008"/>
                  </a:lnTo>
                  <a:lnTo>
                    <a:pt x="3149791" y="2367008"/>
                  </a:lnTo>
                  <a:lnTo>
                    <a:pt x="3149791" y="2366577"/>
                  </a:lnTo>
                  <a:lnTo>
                    <a:pt x="3149949" y="2366577"/>
                  </a:lnTo>
                  <a:lnTo>
                    <a:pt x="3150107" y="2366577"/>
                  </a:lnTo>
                  <a:lnTo>
                    <a:pt x="3150264" y="2366577"/>
                  </a:lnTo>
                  <a:lnTo>
                    <a:pt x="3150264" y="2366147"/>
                  </a:lnTo>
                  <a:lnTo>
                    <a:pt x="3150422" y="2366147"/>
                  </a:lnTo>
                  <a:lnTo>
                    <a:pt x="3150580" y="2366147"/>
                  </a:lnTo>
                  <a:lnTo>
                    <a:pt x="3150580" y="2365716"/>
                  </a:lnTo>
                  <a:lnTo>
                    <a:pt x="3150738" y="2365716"/>
                  </a:lnTo>
                  <a:lnTo>
                    <a:pt x="3150895" y="2365716"/>
                  </a:lnTo>
                  <a:lnTo>
                    <a:pt x="3151053" y="2365716"/>
                  </a:lnTo>
                  <a:lnTo>
                    <a:pt x="3151211" y="2365716"/>
                  </a:lnTo>
                  <a:lnTo>
                    <a:pt x="3151368" y="2365716"/>
                  </a:lnTo>
                  <a:lnTo>
                    <a:pt x="3151526" y="2365716"/>
                  </a:lnTo>
                  <a:lnTo>
                    <a:pt x="3151526" y="2365285"/>
                  </a:lnTo>
                  <a:lnTo>
                    <a:pt x="3151684" y="2365285"/>
                  </a:lnTo>
                  <a:lnTo>
                    <a:pt x="3151842" y="2365285"/>
                  </a:lnTo>
                  <a:lnTo>
                    <a:pt x="3151999" y="2365285"/>
                  </a:lnTo>
                  <a:lnTo>
                    <a:pt x="3151999" y="2364855"/>
                  </a:lnTo>
                  <a:lnTo>
                    <a:pt x="3152157" y="2364855"/>
                  </a:lnTo>
                  <a:lnTo>
                    <a:pt x="3152315" y="2364855"/>
                  </a:lnTo>
                  <a:lnTo>
                    <a:pt x="3152472" y="2364855"/>
                  </a:lnTo>
                  <a:lnTo>
                    <a:pt x="3152630" y="2364855"/>
                  </a:lnTo>
                  <a:lnTo>
                    <a:pt x="3152788" y="2364855"/>
                  </a:lnTo>
                  <a:lnTo>
                    <a:pt x="3152946" y="2364855"/>
                  </a:lnTo>
                  <a:lnTo>
                    <a:pt x="3153103" y="2364855"/>
                  </a:lnTo>
                  <a:lnTo>
                    <a:pt x="3153261" y="2364855"/>
                  </a:lnTo>
                  <a:lnTo>
                    <a:pt x="3153261" y="2364424"/>
                  </a:lnTo>
                  <a:lnTo>
                    <a:pt x="3153419" y="2364424"/>
                  </a:lnTo>
                  <a:lnTo>
                    <a:pt x="3153419" y="2363994"/>
                  </a:lnTo>
                  <a:lnTo>
                    <a:pt x="3153576" y="2363994"/>
                  </a:lnTo>
                  <a:lnTo>
                    <a:pt x="3153734" y="2363994"/>
                  </a:lnTo>
                  <a:lnTo>
                    <a:pt x="3153892" y="2363994"/>
                  </a:lnTo>
                  <a:lnTo>
                    <a:pt x="3153892" y="2363563"/>
                  </a:lnTo>
                  <a:lnTo>
                    <a:pt x="3154050" y="2363563"/>
                  </a:lnTo>
                  <a:lnTo>
                    <a:pt x="3154207" y="2363563"/>
                  </a:lnTo>
                  <a:lnTo>
                    <a:pt x="3154365" y="2363563"/>
                  </a:lnTo>
                  <a:lnTo>
                    <a:pt x="3154523" y="2363563"/>
                  </a:lnTo>
                  <a:lnTo>
                    <a:pt x="3154681" y="2363563"/>
                  </a:lnTo>
                  <a:lnTo>
                    <a:pt x="3154681" y="2363132"/>
                  </a:lnTo>
                  <a:lnTo>
                    <a:pt x="3154838" y="2363132"/>
                  </a:lnTo>
                  <a:lnTo>
                    <a:pt x="3154996" y="2363132"/>
                  </a:lnTo>
                  <a:lnTo>
                    <a:pt x="3155154" y="2363132"/>
                  </a:lnTo>
                  <a:lnTo>
                    <a:pt x="3155154" y="2362702"/>
                  </a:lnTo>
                  <a:lnTo>
                    <a:pt x="3155154" y="2362271"/>
                  </a:lnTo>
                  <a:lnTo>
                    <a:pt x="3155311" y="2362271"/>
                  </a:lnTo>
                  <a:lnTo>
                    <a:pt x="3155469" y="2362271"/>
                  </a:lnTo>
                  <a:lnTo>
                    <a:pt x="3155469" y="2361841"/>
                  </a:lnTo>
                  <a:lnTo>
                    <a:pt x="3155627" y="2361841"/>
                  </a:lnTo>
                  <a:lnTo>
                    <a:pt x="3155785" y="2361841"/>
                  </a:lnTo>
                  <a:lnTo>
                    <a:pt x="3155942" y="2361841"/>
                  </a:lnTo>
                  <a:lnTo>
                    <a:pt x="3155942" y="2361410"/>
                  </a:lnTo>
                  <a:lnTo>
                    <a:pt x="3156100" y="2361410"/>
                  </a:lnTo>
                  <a:lnTo>
                    <a:pt x="3156258" y="2361410"/>
                  </a:lnTo>
                  <a:lnTo>
                    <a:pt x="3156415" y="2361410"/>
                  </a:lnTo>
                  <a:lnTo>
                    <a:pt x="3156415" y="2360979"/>
                  </a:lnTo>
                  <a:lnTo>
                    <a:pt x="3156573" y="2360979"/>
                  </a:lnTo>
                  <a:lnTo>
                    <a:pt x="3156731" y="2360979"/>
                  </a:lnTo>
                  <a:lnTo>
                    <a:pt x="3156889" y="2360979"/>
                  </a:lnTo>
                  <a:lnTo>
                    <a:pt x="3157046" y="2360979"/>
                  </a:lnTo>
                  <a:lnTo>
                    <a:pt x="3157204" y="2360979"/>
                  </a:lnTo>
                  <a:lnTo>
                    <a:pt x="3157362" y="2360979"/>
                  </a:lnTo>
                  <a:lnTo>
                    <a:pt x="3157519" y="2360979"/>
                  </a:lnTo>
                  <a:lnTo>
                    <a:pt x="3157519" y="2360549"/>
                  </a:lnTo>
                  <a:lnTo>
                    <a:pt x="3157677" y="2360549"/>
                  </a:lnTo>
                  <a:lnTo>
                    <a:pt x="3157835" y="2360549"/>
                  </a:lnTo>
                  <a:lnTo>
                    <a:pt x="3157835" y="2360118"/>
                  </a:lnTo>
                  <a:lnTo>
                    <a:pt x="3157993" y="2360118"/>
                  </a:lnTo>
                  <a:lnTo>
                    <a:pt x="3158150" y="2360118"/>
                  </a:lnTo>
                  <a:lnTo>
                    <a:pt x="3158150" y="2359688"/>
                  </a:lnTo>
                  <a:lnTo>
                    <a:pt x="3158308" y="2359688"/>
                  </a:lnTo>
                  <a:lnTo>
                    <a:pt x="3158308" y="2359257"/>
                  </a:lnTo>
                  <a:lnTo>
                    <a:pt x="3158466" y="2359257"/>
                  </a:lnTo>
                  <a:lnTo>
                    <a:pt x="3158466" y="2358826"/>
                  </a:lnTo>
                  <a:lnTo>
                    <a:pt x="3158623" y="2358826"/>
                  </a:lnTo>
                  <a:lnTo>
                    <a:pt x="3158781" y="2358826"/>
                  </a:lnTo>
                  <a:lnTo>
                    <a:pt x="3158939" y="2358826"/>
                  </a:lnTo>
                  <a:lnTo>
                    <a:pt x="3158939" y="2358396"/>
                  </a:lnTo>
                  <a:lnTo>
                    <a:pt x="3158939" y="2357965"/>
                  </a:lnTo>
                  <a:lnTo>
                    <a:pt x="3159097" y="2357965"/>
                  </a:lnTo>
                  <a:lnTo>
                    <a:pt x="3159254" y="2357965"/>
                  </a:lnTo>
                  <a:lnTo>
                    <a:pt x="3159412" y="2357965"/>
                  </a:lnTo>
                  <a:lnTo>
                    <a:pt x="3159570" y="2357965"/>
                  </a:lnTo>
                  <a:lnTo>
                    <a:pt x="3159727" y="2357965"/>
                  </a:lnTo>
                  <a:lnTo>
                    <a:pt x="3159885" y="2357965"/>
                  </a:lnTo>
                  <a:lnTo>
                    <a:pt x="3160043" y="2357965"/>
                  </a:lnTo>
                  <a:lnTo>
                    <a:pt x="3160201" y="2357965"/>
                  </a:lnTo>
                  <a:lnTo>
                    <a:pt x="3160358" y="2357965"/>
                  </a:lnTo>
                  <a:lnTo>
                    <a:pt x="3160358" y="2357535"/>
                  </a:lnTo>
                  <a:lnTo>
                    <a:pt x="3160516" y="2357535"/>
                  </a:lnTo>
                  <a:lnTo>
                    <a:pt x="3160674" y="2357535"/>
                  </a:lnTo>
                  <a:lnTo>
                    <a:pt x="3160832" y="2357535"/>
                  </a:lnTo>
                  <a:lnTo>
                    <a:pt x="3160989" y="2357535"/>
                  </a:lnTo>
                  <a:lnTo>
                    <a:pt x="3161147" y="2357535"/>
                  </a:lnTo>
                  <a:lnTo>
                    <a:pt x="3161305" y="2357535"/>
                  </a:lnTo>
                  <a:lnTo>
                    <a:pt x="3161462" y="2357535"/>
                  </a:lnTo>
                  <a:lnTo>
                    <a:pt x="3161462" y="2357104"/>
                  </a:lnTo>
                  <a:lnTo>
                    <a:pt x="3161620" y="2357104"/>
                  </a:lnTo>
                  <a:lnTo>
                    <a:pt x="3161778" y="2357104"/>
                  </a:lnTo>
                  <a:lnTo>
                    <a:pt x="3161778" y="2356673"/>
                  </a:lnTo>
                  <a:lnTo>
                    <a:pt x="3161936" y="2356673"/>
                  </a:lnTo>
                  <a:lnTo>
                    <a:pt x="3162093" y="2356673"/>
                  </a:lnTo>
                  <a:lnTo>
                    <a:pt x="3162093" y="2356243"/>
                  </a:lnTo>
                  <a:lnTo>
                    <a:pt x="3162251" y="2356243"/>
                  </a:lnTo>
                  <a:lnTo>
                    <a:pt x="3162409" y="2356243"/>
                  </a:lnTo>
                  <a:lnTo>
                    <a:pt x="3162566" y="2356243"/>
                  </a:lnTo>
                  <a:lnTo>
                    <a:pt x="3162724" y="2356243"/>
                  </a:lnTo>
                  <a:lnTo>
                    <a:pt x="3162724" y="2355812"/>
                  </a:lnTo>
                  <a:lnTo>
                    <a:pt x="3162882" y="2355812"/>
                  </a:lnTo>
                  <a:lnTo>
                    <a:pt x="3162882" y="2355382"/>
                  </a:lnTo>
                  <a:lnTo>
                    <a:pt x="3163040" y="2355382"/>
                  </a:lnTo>
                  <a:lnTo>
                    <a:pt x="3163197" y="2355382"/>
                  </a:lnTo>
                  <a:lnTo>
                    <a:pt x="3163197" y="2354951"/>
                  </a:lnTo>
                  <a:lnTo>
                    <a:pt x="3163355" y="2354951"/>
                  </a:lnTo>
                  <a:lnTo>
                    <a:pt x="3163513" y="2354951"/>
                  </a:lnTo>
                  <a:lnTo>
                    <a:pt x="3163513" y="2354520"/>
                  </a:lnTo>
                  <a:lnTo>
                    <a:pt x="3163513" y="2354090"/>
                  </a:lnTo>
                  <a:lnTo>
                    <a:pt x="3163670" y="2354090"/>
                  </a:lnTo>
                  <a:lnTo>
                    <a:pt x="3163828" y="2354090"/>
                  </a:lnTo>
                  <a:lnTo>
                    <a:pt x="3163986" y="2354090"/>
                  </a:lnTo>
                  <a:lnTo>
                    <a:pt x="3164144" y="2354090"/>
                  </a:lnTo>
                  <a:lnTo>
                    <a:pt x="3164301" y="2354090"/>
                  </a:lnTo>
                  <a:lnTo>
                    <a:pt x="3164459" y="2354090"/>
                  </a:lnTo>
                  <a:lnTo>
                    <a:pt x="3164617" y="2354090"/>
                  </a:lnTo>
                  <a:lnTo>
                    <a:pt x="3164774" y="2354090"/>
                  </a:lnTo>
                  <a:lnTo>
                    <a:pt x="3164932" y="2354090"/>
                  </a:lnTo>
                  <a:lnTo>
                    <a:pt x="3165090" y="2354090"/>
                  </a:lnTo>
                  <a:lnTo>
                    <a:pt x="3165090" y="2353659"/>
                  </a:lnTo>
                  <a:lnTo>
                    <a:pt x="3165248" y="2353659"/>
                  </a:lnTo>
                  <a:lnTo>
                    <a:pt x="3165248" y="2353229"/>
                  </a:lnTo>
                  <a:lnTo>
                    <a:pt x="3165405" y="2353229"/>
                  </a:lnTo>
                  <a:lnTo>
                    <a:pt x="3165563" y="2353229"/>
                  </a:lnTo>
                  <a:lnTo>
                    <a:pt x="3165721" y="2353229"/>
                  </a:lnTo>
                  <a:lnTo>
                    <a:pt x="3165878" y="2353229"/>
                  </a:lnTo>
                  <a:lnTo>
                    <a:pt x="3166036" y="2353229"/>
                  </a:lnTo>
                  <a:lnTo>
                    <a:pt x="3166194" y="2353229"/>
                  </a:lnTo>
                  <a:lnTo>
                    <a:pt x="3166352" y="2353229"/>
                  </a:lnTo>
                  <a:lnTo>
                    <a:pt x="3166509" y="2353229"/>
                  </a:lnTo>
                  <a:lnTo>
                    <a:pt x="3166509" y="2352798"/>
                  </a:lnTo>
                  <a:lnTo>
                    <a:pt x="3166667" y="2352798"/>
                  </a:lnTo>
                  <a:lnTo>
                    <a:pt x="3166825" y="2352798"/>
                  </a:lnTo>
                  <a:lnTo>
                    <a:pt x="3166983" y="2352798"/>
                  </a:lnTo>
                  <a:lnTo>
                    <a:pt x="3167140" y="2352798"/>
                  </a:lnTo>
                  <a:lnTo>
                    <a:pt x="3167298" y="2352798"/>
                  </a:lnTo>
                  <a:lnTo>
                    <a:pt x="3167298" y="2352367"/>
                  </a:lnTo>
                  <a:lnTo>
                    <a:pt x="3167456" y="2352367"/>
                  </a:lnTo>
                  <a:lnTo>
                    <a:pt x="3167613" y="2352367"/>
                  </a:lnTo>
                  <a:lnTo>
                    <a:pt x="3167771" y="2352367"/>
                  </a:lnTo>
                  <a:lnTo>
                    <a:pt x="3167929" y="2352367"/>
                  </a:lnTo>
                  <a:lnTo>
                    <a:pt x="3168087" y="2352367"/>
                  </a:lnTo>
                  <a:lnTo>
                    <a:pt x="3168087" y="2351937"/>
                  </a:lnTo>
                  <a:lnTo>
                    <a:pt x="3168244" y="2351937"/>
                  </a:lnTo>
                  <a:lnTo>
                    <a:pt x="3168244" y="2351506"/>
                  </a:lnTo>
                  <a:lnTo>
                    <a:pt x="3168402" y="2351506"/>
                  </a:lnTo>
                  <a:lnTo>
                    <a:pt x="3168560" y="2351506"/>
                  </a:lnTo>
                  <a:lnTo>
                    <a:pt x="3168560" y="2351076"/>
                  </a:lnTo>
                  <a:lnTo>
                    <a:pt x="3168717" y="2351076"/>
                  </a:lnTo>
                  <a:lnTo>
                    <a:pt x="3168875" y="2351076"/>
                  </a:lnTo>
                  <a:lnTo>
                    <a:pt x="3169033" y="2351076"/>
                  </a:lnTo>
                  <a:lnTo>
                    <a:pt x="3169191" y="2351076"/>
                  </a:lnTo>
                  <a:lnTo>
                    <a:pt x="3169348" y="2351076"/>
                  </a:lnTo>
                  <a:lnTo>
                    <a:pt x="3169348" y="2350645"/>
                  </a:lnTo>
                  <a:lnTo>
                    <a:pt x="3169348" y="2350214"/>
                  </a:lnTo>
                  <a:lnTo>
                    <a:pt x="3169506" y="2350214"/>
                  </a:lnTo>
                  <a:lnTo>
                    <a:pt x="3169664" y="2350214"/>
                  </a:lnTo>
                  <a:lnTo>
                    <a:pt x="3169664" y="2349784"/>
                  </a:lnTo>
                  <a:lnTo>
                    <a:pt x="3169821" y="2349784"/>
                  </a:lnTo>
                  <a:lnTo>
                    <a:pt x="3169979" y="2349784"/>
                  </a:lnTo>
                  <a:lnTo>
                    <a:pt x="3170137" y="2349784"/>
                  </a:lnTo>
                  <a:lnTo>
                    <a:pt x="3170295" y="2349784"/>
                  </a:lnTo>
                  <a:lnTo>
                    <a:pt x="3170295" y="2349353"/>
                  </a:lnTo>
                  <a:lnTo>
                    <a:pt x="3170452" y="2349353"/>
                  </a:lnTo>
                  <a:lnTo>
                    <a:pt x="3170610" y="2349353"/>
                  </a:lnTo>
                  <a:lnTo>
                    <a:pt x="3170768" y="2349353"/>
                  </a:lnTo>
                  <a:lnTo>
                    <a:pt x="3170925" y="2349353"/>
                  </a:lnTo>
                  <a:lnTo>
                    <a:pt x="3171083" y="2349353"/>
                  </a:lnTo>
                  <a:lnTo>
                    <a:pt x="3171241" y="2349353"/>
                  </a:lnTo>
                  <a:lnTo>
                    <a:pt x="3171399" y="2349353"/>
                  </a:lnTo>
                  <a:lnTo>
                    <a:pt x="3171399" y="2348923"/>
                  </a:lnTo>
                  <a:lnTo>
                    <a:pt x="3171399" y="2348492"/>
                  </a:lnTo>
                  <a:lnTo>
                    <a:pt x="3171556" y="2348492"/>
                  </a:lnTo>
                  <a:lnTo>
                    <a:pt x="3171556" y="2348061"/>
                  </a:lnTo>
                  <a:lnTo>
                    <a:pt x="3171714" y="2348061"/>
                  </a:lnTo>
                  <a:lnTo>
                    <a:pt x="3171872" y="2348061"/>
                  </a:lnTo>
                  <a:lnTo>
                    <a:pt x="3172030" y="2348061"/>
                  </a:lnTo>
                  <a:lnTo>
                    <a:pt x="3172030" y="2347631"/>
                  </a:lnTo>
                  <a:lnTo>
                    <a:pt x="3172187" y="2347631"/>
                  </a:lnTo>
                  <a:lnTo>
                    <a:pt x="3172345" y="2347631"/>
                  </a:lnTo>
                  <a:lnTo>
                    <a:pt x="3172503" y="2347631"/>
                  </a:lnTo>
                  <a:lnTo>
                    <a:pt x="3172660" y="2347631"/>
                  </a:lnTo>
                  <a:lnTo>
                    <a:pt x="3172660" y="2347200"/>
                  </a:lnTo>
                  <a:lnTo>
                    <a:pt x="3172660" y="2346770"/>
                  </a:lnTo>
                  <a:lnTo>
                    <a:pt x="3172818" y="2346770"/>
                  </a:lnTo>
                  <a:lnTo>
                    <a:pt x="3172976" y="2346770"/>
                  </a:lnTo>
                  <a:lnTo>
                    <a:pt x="3173134" y="2346770"/>
                  </a:lnTo>
                  <a:lnTo>
                    <a:pt x="3173291" y="2346770"/>
                  </a:lnTo>
                  <a:lnTo>
                    <a:pt x="3173291" y="2346339"/>
                  </a:lnTo>
                  <a:lnTo>
                    <a:pt x="3173291" y="2345908"/>
                  </a:lnTo>
                  <a:lnTo>
                    <a:pt x="3173449" y="2345908"/>
                  </a:lnTo>
                  <a:lnTo>
                    <a:pt x="3173607" y="2345908"/>
                  </a:lnTo>
                  <a:lnTo>
                    <a:pt x="3173764" y="2345908"/>
                  </a:lnTo>
                  <a:lnTo>
                    <a:pt x="3173922" y="2345908"/>
                  </a:lnTo>
                  <a:lnTo>
                    <a:pt x="3173922" y="2345478"/>
                  </a:lnTo>
                  <a:lnTo>
                    <a:pt x="3174080" y="2345478"/>
                  </a:lnTo>
                  <a:lnTo>
                    <a:pt x="3174238" y="2345478"/>
                  </a:lnTo>
                  <a:lnTo>
                    <a:pt x="3174395" y="2345478"/>
                  </a:lnTo>
                  <a:lnTo>
                    <a:pt x="3174553" y="2345478"/>
                  </a:lnTo>
                  <a:lnTo>
                    <a:pt x="3174553" y="2345047"/>
                  </a:lnTo>
                  <a:lnTo>
                    <a:pt x="3174711" y="2345047"/>
                  </a:lnTo>
                  <a:lnTo>
                    <a:pt x="3174868" y="2345047"/>
                  </a:lnTo>
                  <a:lnTo>
                    <a:pt x="3174868" y="2344617"/>
                  </a:lnTo>
                  <a:lnTo>
                    <a:pt x="3175026" y="2344617"/>
                  </a:lnTo>
                  <a:lnTo>
                    <a:pt x="3175184" y="2344617"/>
                  </a:lnTo>
                  <a:lnTo>
                    <a:pt x="3175342" y="2344617"/>
                  </a:lnTo>
                  <a:lnTo>
                    <a:pt x="3175342" y="2344186"/>
                  </a:lnTo>
                  <a:lnTo>
                    <a:pt x="3175342" y="2343755"/>
                  </a:lnTo>
                  <a:lnTo>
                    <a:pt x="3175342" y="2343325"/>
                  </a:lnTo>
                  <a:lnTo>
                    <a:pt x="3175342" y="2342894"/>
                  </a:lnTo>
                  <a:lnTo>
                    <a:pt x="3175499" y="2342894"/>
                  </a:lnTo>
                  <a:lnTo>
                    <a:pt x="3175657" y="2342894"/>
                  </a:lnTo>
                  <a:lnTo>
                    <a:pt x="3175815" y="2342894"/>
                  </a:lnTo>
                  <a:lnTo>
                    <a:pt x="3175815" y="2342464"/>
                  </a:lnTo>
                  <a:lnTo>
                    <a:pt x="3175972" y="2342464"/>
                  </a:lnTo>
                  <a:lnTo>
                    <a:pt x="3175972" y="2342033"/>
                  </a:lnTo>
                  <a:lnTo>
                    <a:pt x="3176130" y="2342033"/>
                  </a:lnTo>
                  <a:lnTo>
                    <a:pt x="3176288" y="2342033"/>
                  </a:lnTo>
                  <a:lnTo>
                    <a:pt x="3176446" y="2342033"/>
                  </a:lnTo>
                  <a:lnTo>
                    <a:pt x="3176446" y="2341602"/>
                  </a:lnTo>
                  <a:lnTo>
                    <a:pt x="3176603" y="2341602"/>
                  </a:lnTo>
                  <a:lnTo>
                    <a:pt x="3176603" y="2341172"/>
                  </a:lnTo>
                  <a:lnTo>
                    <a:pt x="3176603" y="2340741"/>
                  </a:lnTo>
                  <a:lnTo>
                    <a:pt x="3176761" y="2340741"/>
                  </a:lnTo>
                  <a:lnTo>
                    <a:pt x="3176919" y="2340741"/>
                  </a:lnTo>
                  <a:lnTo>
                    <a:pt x="3176919" y="2340311"/>
                  </a:lnTo>
                  <a:lnTo>
                    <a:pt x="3177076" y="2340311"/>
                  </a:lnTo>
                  <a:lnTo>
                    <a:pt x="3177234" y="2340311"/>
                  </a:lnTo>
                  <a:lnTo>
                    <a:pt x="3177392" y="2340311"/>
                  </a:lnTo>
                  <a:lnTo>
                    <a:pt x="3177392" y="2339880"/>
                  </a:lnTo>
                  <a:lnTo>
                    <a:pt x="3177392" y="2339449"/>
                  </a:lnTo>
                  <a:lnTo>
                    <a:pt x="3177550" y="2339449"/>
                  </a:lnTo>
                  <a:lnTo>
                    <a:pt x="3177707" y="2339449"/>
                  </a:lnTo>
                  <a:lnTo>
                    <a:pt x="3177865" y="2339449"/>
                  </a:lnTo>
                  <a:lnTo>
                    <a:pt x="3178023" y="2339449"/>
                  </a:lnTo>
                  <a:lnTo>
                    <a:pt x="3178023" y="2339019"/>
                  </a:lnTo>
                  <a:lnTo>
                    <a:pt x="3178181" y="2339019"/>
                  </a:lnTo>
                  <a:lnTo>
                    <a:pt x="3178181" y="2338588"/>
                  </a:lnTo>
                  <a:lnTo>
                    <a:pt x="3178181" y="2338158"/>
                  </a:lnTo>
                  <a:lnTo>
                    <a:pt x="3178338" y="2338158"/>
                  </a:lnTo>
                  <a:lnTo>
                    <a:pt x="3178496" y="2338158"/>
                  </a:lnTo>
                  <a:lnTo>
                    <a:pt x="3178654" y="2338158"/>
                  </a:lnTo>
                  <a:lnTo>
                    <a:pt x="3178811" y="2338158"/>
                  </a:lnTo>
                  <a:lnTo>
                    <a:pt x="3178811" y="2337727"/>
                  </a:lnTo>
                  <a:lnTo>
                    <a:pt x="3178969" y="2337727"/>
                  </a:lnTo>
                  <a:lnTo>
                    <a:pt x="3178969" y="2337296"/>
                  </a:lnTo>
                  <a:lnTo>
                    <a:pt x="3179127" y="2337296"/>
                  </a:lnTo>
                  <a:lnTo>
                    <a:pt x="3179127" y="2336866"/>
                  </a:lnTo>
                  <a:lnTo>
                    <a:pt x="3179285" y="2336866"/>
                  </a:lnTo>
                  <a:lnTo>
                    <a:pt x="3179285" y="2336435"/>
                  </a:lnTo>
                  <a:lnTo>
                    <a:pt x="3179442" y="2336435"/>
                  </a:lnTo>
                  <a:lnTo>
                    <a:pt x="3179600" y="2336435"/>
                  </a:lnTo>
                  <a:lnTo>
                    <a:pt x="3179758" y="2336435"/>
                  </a:lnTo>
                  <a:lnTo>
                    <a:pt x="3179758" y="2336005"/>
                  </a:lnTo>
                  <a:lnTo>
                    <a:pt x="3179915" y="2336005"/>
                  </a:lnTo>
                  <a:lnTo>
                    <a:pt x="3180073" y="2336005"/>
                  </a:lnTo>
                  <a:lnTo>
                    <a:pt x="3180073" y="2335574"/>
                  </a:lnTo>
                  <a:lnTo>
                    <a:pt x="3180231" y="2335574"/>
                  </a:lnTo>
                  <a:lnTo>
                    <a:pt x="3180231" y="2335143"/>
                  </a:lnTo>
                  <a:lnTo>
                    <a:pt x="3180389" y="2335143"/>
                  </a:lnTo>
                  <a:lnTo>
                    <a:pt x="3180546" y="2335143"/>
                  </a:lnTo>
                  <a:lnTo>
                    <a:pt x="3180546" y="2334713"/>
                  </a:lnTo>
                  <a:lnTo>
                    <a:pt x="3180546" y="2334282"/>
                  </a:lnTo>
                  <a:lnTo>
                    <a:pt x="3180704" y="2334282"/>
                  </a:lnTo>
                  <a:lnTo>
                    <a:pt x="3180704" y="2333852"/>
                  </a:lnTo>
                  <a:lnTo>
                    <a:pt x="3180862" y="2333852"/>
                  </a:lnTo>
                  <a:lnTo>
                    <a:pt x="3181019" y="2333852"/>
                  </a:lnTo>
                  <a:lnTo>
                    <a:pt x="3181177" y="2333852"/>
                  </a:lnTo>
                  <a:lnTo>
                    <a:pt x="3181335" y="2333852"/>
                  </a:lnTo>
                  <a:lnTo>
                    <a:pt x="3181493" y="2333852"/>
                  </a:lnTo>
                  <a:lnTo>
                    <a:pt x="3181493" y="2333421"/>
                  </a:lnTo>
                  <a:lnTo>
                    <a:pt x="3181493" y="2332990"/>
                  </a:lnTo>
                  <a:lnTo>
                    <a:pt x="3181650" y="2332990"/>
                  </a:lnTo>
                  <a:lnTo>
                    <a:pt x="3181808" y="2332990"/>
                  </a:lnTo>
                  <a:lnTo>
                    <a:pt x="3181966" y="2332990"/>
                  </a:lnTo>
                  <a:lnTo>
                    <a:pt x="3181966" y="2332560"/>
                  </a:lnTo>
                  <a:lnTo>
                    <a:pt x="3181966" y="2332129"/>
                  </a:lnTo>
                  <a:lnTo>
                    <a:pt x="3181966" y="2331699"/>
                  </a:lnTo>
                  <a:lnTo>
                    <a:pt x="3182123" y="2331699"/>
                  </a:lnTo>
                  <a:lnTo>
                    <a:pt x="3182281" y="2331699"/>
                  </a:lnTo>
                  <a:lnTo>
                    <a:pt x="3182439" y="2331699"/>
                  </a:lnTo>
                  <a:lnTo>
                    <a:pt x="3182597" y="2331699"/>
                  </a:lnTo>
                  <a:lnTo>
                    <a:pt x="3182754" y="2331699"/>
                  </a:lnTo>
                  <a:lnTo>
                    <a:pt x="3182912" y="2331699"/>
                  </a:lnTo>
                  <a:lnTo>
                    <a:pt x="3182912" y="2331268"/>
                  </a:lnTo>
                  <a:lnTo>
                    <a:pt x="3183070" y="2331268"/>
                  </a:lnTo>
                  <a:lnTo>
                    <a:pt x="3183228" y="2331268"/>
                  </a:lnTo>
                  <a:lnTo>
                    <a:pt x="3183385" y="2331268"/>
                  </a:lnTo>
                  <a:lnTo>
                    <a:pt x="3183543" y="2331268"/>
                  </a:lnTo>
                  <a:lnTo>
                    <a:pt x="3183701" y="2331268"/>
                  </a:lnTo>
                  <a:lnTo>
                    <a:pt x="3183858" y="2331268"/>
                  </a:lnTo>
                  <a:lnTo>
                    <a:pt x="3184016" y="2331268"/>
                  </a:lnTo>
                  <a:lnTo>
                    <a:pt x="3184174" y="2331268"/>
                  </a:lnTo>
                  <a:lnTo>
                    <a:pt x="3184332" y="2331268"/>
                  </a:lnTo>
                  <a:lnTo>
                    <a:pt x="3184489" y="2331268"/>
                  </a:lnTo>
                  <a:lnTo>
                    <a:pt x="3184647" y="2331268"/>
                  </a:lnTo>
                  <a:lnTo>
                    <a:pt x="3184805" y="2331268"/>
                  </a:lnTo>
                  <a:lnTo>
                    <a:pt x="3184962" y="2331268"/>
                  </a:lnTo>
                  <a:lnTo>
                    <a:pt x="3184962" y="2330837"/>
                  </a:lnTo>
                  <a:lnTo>
                    <a:pt x="3184962" y="2330407"/>
                  </a:lnTo>
                  <a:lnTo>
                    <a:pt x="3185120" y="2330407"/>
                  </a:lnTo>
                  <a:lnTo>
                    <a:pt x="3185278" y="2330407"/>
                  </a:lnTo>
                  <a:lnTo>
                    <a:pt x="3185436" y="2330407"/>
                  </a:lnTo>
                  <a:lnTo>
                    <a:pt x="3185593" y="2330407"/>
                  </a:lnTo>
                  <a:lnTo>
                    <a:pt x="3185593" y="2329976"/>
                  </a:lnTo>
                  <a:lnTo>
                    <a:pt x="3185751" y="2329976"/>
                  </a:lnTo>
                  <a:lnTo>
                    <a:pt x="3185909" y="2329976"/>
                  </a:lnTo>
                  <a:lnTo>
                    <a:pt x="3186066" y="2329976"/>
                  </a:lnTo>
                  <a:lnTo>
                    <a:pt x="3186066" y="2329546"/>
                  </a:lnTo>
                  <a:lnTo>
                    <a:pt x="3186224" y="2329546"/>
                  </a:lnTo>
                  <a:lnTo>
                    <a:pt x="3186382" y="2329546"/>
                  </a:lnTo>
                  <a:lnTo>
                    <a:pt x="3186540" y="2329546"/>
                  </a:lnTo>
                  <a:lnTo>
                    <a:pt x="3186697" y="2329546"/>
                  </a:lnTo>
                  <a:lnTo>
                    <a:pt x="3186697" y="2329115"/>
                  </a:lnTo>
                  <a:lnTo>
                    <a:pt x="3186855" y="2329115"/>
                  </a:lnTo>
                  <a:lnTo>
                    <a:pt x="3186855" y="2328684"/>
                  </a:lnTo>
                  <a:lnTo>
                    <a:pt x="3187013" y="2328684"/>
                  </a:lnTo>
                  <a:lnTo>
                    <a:pt x="3187170" y="2328684"/>
                  </a:lnTo>
                  <a:lnTo>
                    <a:pt x="3187328" y="2328684"/>
                  </a:lnTo>
                  <a:lnTo>
                    <a:pt x="3187486" y="2328684"/>
                  </a:lnTo>
                  <a:lnTo>
                    <a:pt x="3187644" y="2328684"/>
                  </a:lnTo>
                  <a:lnTo>
                    <a:pt x="3187801" y="2328684"/>
                  </a:lnTo>
                  <a:lnTo>
                    <a:pt x="3187959" y="2328684"/>
                  </a:lnTo>
                  <a:lnTo>
                    <a:pt x="3188117" y="2328684"/>
                  </a:lnTo>
                  <a:lnTo>
                    <a:pt x="3188117" y="2328254"/>
                  </a:lnTo>
                  <a:lnTo>
                    <a:pt x="3188274" y="2328254"/>
                  </a:lnTo>
                  <a:lnTo>
                    <a:pt x="3188432" y="2328254"/>
                  </a:lnTo>
                  <a:lnTo>
                    <a:pt x="3188590" y="2328254"/>
                  </a:lnTo>
                  <a:lnTo>
                    <a:pt x="3188590" y="2327823"/>
                  </a:lnTo>
                  <a:lnTo>
                    <a:pt x="3188748" y="2327823"/>
                  </a:lnTo>
                  <a:lnTo>
                    <a:pt x="3188905" y="2327823"/>
                  </a:lnTo>
                  <a:lnTo>
                    <a:pt x="3189063" y="2327823"/>
                  </a:lnTo>
                  <a:lnTo>
                    <a:pt x="3189063" y="2327393"/>
                  </a:lnTo>
                  <a:lnTo>
                    <a:pt x="3189221" y="2327393"/>
                  </a:lnTo>
                  <a:lnTo>
                    <a:pt x="3189379" y="2327393"/>
                  </a:lnTo>
                  <a:lnTo>
                    <a:pt x="3189536" y="2327393"/>
                  </a:lnTo>
                  <a:lnTo>
                    <a:pt x="3189694" y="2327393"/>
                  </a:lnTo>
                  <a:lnTo>
                    <a:pt x="3189852" y="2327393"/>
                  </a:lnTo>
                  <a:lnTo>
                    <a:pt x="3189852" y="2326962"/>
                  </a:lnTo>
                  <a:lnTo>
                    <a:pt x="3189852" y="2326531"/>
                  </a:lnTo>
                  <a:lnTo>
                    <a:pt x="3190009" y="2326531"/>
                  </a:lnTo>
                  <a:lnTo>
                    <a:pt x="3190167" y="2326531"/>
                  </a:lnTo>
                  <a:lnTo>
                    <a:pt x="3190325" y="2326531"/>
                  </a:lnTo>
                  <a:lnTo>
                    <a:pt x="3190483" y="2326531"/>
                  </a:lnTo>
                  <a:lnTo>
                    <a:pt x="3190640" y="2326531"/>
                  </a:lnTo>
                  <a:lnTo>
                    <a:pt x="3190798" y="2326531"/>
                  </a:lnTo>
                  <a:lnTo>
                    <a:pt x="3190956" y="2326531"/>
                  </a:lnTo>
                  <a:lnTo>
                    <a:pt x="3191113" y="2326531"/>
                  </a:lnTo>
                  <a:lnTo>
                    <a:pt x="3191271" y="2326531"/>
                  </a:lnTo>
                  <a:lnTo>
                    <a:pt x="3191429" y="2326531"/>
                  </a:lnTo>
                  <a:lnTo>
                    <a:pt x="3191429" y="2326101"/>
                  </a:lnTo>
                  <a:lnTo>
                    <a:pt x="3191587" y="2326101"/>
                  </a:lnTo>
                  <a:lnTo>
                    <a:pt x="3191744" y="2326101"/>
                  </a:lnTo>
                  <a:lnTo>
                    <a:pt x="3191902" y="2326101"/>
                  </a:lnTo>
                  <a:lnTo>
                    <a:pt x="3192060" y="2326101"/>
                  </a:lnTo>
                  <a:lnTo>
                    <a:pt x="3192217" y="2326101"/>
                  </a:lnTo>
                  <a:lnTo>
                    <a:pt x="3192375" y="2326101"/>
                  </a:lnTo>
                  <a:lnTo>
                    <a:pt x="3192533" y="2326101"/>
                  </a:lnTo>
                  <a:lnTo>
                    <a:pt x="3192691" y="2326101"/>
                  </a:lnTo>
                  <a:lnTo>
                    <a:pt x="3192848" y="2326101"/>
                  </a:lnTo>
                  <a:lnTo>
                    <a:pt x="3193006" y="2326101"/>
                  </a:lnTo>
                  <a:lnTo>
                    <a:pt x="3193164" y="2326101"/>
                  </a:lnTo>
                  <a:lnTo>
                    <a:pt x="3193321" y="2326101"/>
                  </a:lnTo>
                  <a:lnTo>
                    <a:pt x="3193479" y="2326101"/>
                  </a:lnTo>
                  <a:lnTo>
                    <a:pt x="3193637" y="2326101"/>
                  </a:lnTo>
                  <a:lnTo>
                    <a:pt x="3193795" y="2326101"/>
                  </a:lnTo>
                  <a:lnTo>
                    <a:pt x="3193795" y="2325670"/>
                  </a:lnTo>
                  <a:lnTo>
                    <a:pt x="3193952" y="2325670"/>
                  </a:lnTo>
                  <a:lnTo>
                    <a:pt x="3194110" y="2325670"/>
                  </a:lnTo>
                  <a:lnTo>
                    <a:pt x="3194268" y="2325670"/>
                  </a:lnTo>
                  <a:lnTo>
                    <a:pt x="3194268" y="2325240"/>
                  </a:lnTo>
                  <a:lnTo>
                    <a:pt x="3194426" y="2325240"/>
                  </a:lnTo>
                  <a:lnTo>
                    <a:pt x="3194583" y="2325240"/>
                  </a:lnTo>
                  <a:lnTo>
                    <a:pt x="3194741" y="2325240"/>
                  </a:lnTo>
                  <a:lnTo>
                    <a:pt x="3194741" y="2324809"/>
                  </a:lnTo>
                  <a:lnTo>
                    <a:pt x="3194899" y="2324809"/>
                  </a:lnTo>
                  <a:lnTo>
                    <a:pt x="3194899" y="2324378"/>
                  </a:lnTo>
                  <a:lnTo>
                    <a:pt x="3195056" y="2324378"/>
                  </a:lnTo>
                  <a:lnTo>
                    <a:pt x="3195214" y="2324378"/>
                  </a:lnTo>
                  <a:lnTo>
                    <a:pt x="3195214" y="2323948"/>
                  </a:lnTo>
                  <a:lnTo>
                    <a:pt x="3195372" y="2323948"/>
                  </a:lnTo>
                  <a:lnTo>
                    <a:pt x="3195372" y="2323517"/>
                  </a:lnTo>
                  <a:lnTo>
                    <a:pt x="3195530" y="2323517"/>
                  </a:lnTo>
                  <a:lnTo>
                    <a:pt x="3195687" y="2323517"/>
                  </a:lnTo>
                  <a:lnTo>
                    <a:pt x="3195845" y="2323517"/>
                  </a:lnTo>
                  <a:lnTo>
                    <a:pt x="3196003" y="2323517"/>
                  </a:lnTo>
                  <a:lnTo>
                    <a:pt x="3196003" y="2323087"/>
                  </a:lnTo>
                  <a:lnTo>
                    <a:pt x="3196003" y="2322656"/>
                  </a:lnTo>
                  <a:lnTo>
                    <a:pt x="3196160" y="2322656"/>
                  </a:lnTo>
                  <a:lnTo>
                    <a:pt x="3196318" y="2322656"/>
                  </a:lnTo>
                  <a:lnTo>
                    <a:pt x="3196476" y="2322656"/>
                  </a:lnTo>
                  <a:lnTo>
                    <a:pt x="3196476" y="2322225"/>
                  </a:lnTo>
                  <a:lnTo>
                    <a:pt x="3196634" y="2322225"/>
                  </a:lnTo>
                  <a:lnTo>
                    <a:pt x="3196634" y="2321795"/>
                  </a:lnTo>
                  <a:lnTo>
                    <a:pt x="3196634" y="2321364"/>
                  </a:lnTo>
                  <a:lnTo>
                    <a:pt x="3196791" y="2321364"/>
                  </a:lnTo>
                  <a:lnTo>
                    <a:pt x="3196949" y="2321364"/>
                  </a:lnTo>
                  <a:lnTo>
                    <a:pt x="3196949" y="2320934"/>
                  </a:lnTo>
                  <a:lnTo>
                    <a:pt x="3197107" y="2320934"/>
                  </a:lnTo>
                  <a:lnTo>
                    <a:pt x="3197264" y="2320934"/>
                  </a:lnTo>
                  <a:lnTo>
                    <a:pt x="3197422" y="2320934"/>
                  </a:lnTo>
                  <a:lnTo>
                    <a:pt x="3197580" y="2320934"/>
                  </a:lnTo>
                  <a:lnTo>
                    <a:pt x="3197580" y="2320503"/>
                  </a:lnTo>
                  <a:lnTo>
                    <a:pt x="3197738" y="2320503"/>
                  </a:lnTo>
                  <a:lnTo>
                    <a:pt x="3197895" y="2320503"/>
                  </a:lnTo>
                  <a:lnTo>
                    <a:pt x="3198053" y="2320503"/>
                  </a:lnTo>
                  <a:lnTo>
                    <a:pt x="3198211" y="2320503"/>
                  </a:lnTo>
                  <a:lnTo>
                    <a:pt x="3198368" y="2320503"/>
                  </a:lnTo>
                  <a:lnTo>
                    <a:pt x="3198526" y="2320503"/>
                  </a:lnTo>
                  <a:lnTo>
                    <a:pt x="3198526" y="2320072"/>
                  </a:lnTo>
                  <a:lnTo>
                    <a:pt x="3198526" y="2319642"/>
                  </a:lnTo>
                  <a:lnTo>
                    <a:pt x="3198684" y="2319642"/>
                  </a:lnTo>
                  <a:lnTo>
                    <a:pt x="3198842" y="2319642"/>
                  </a:lnTo>
                  <a:lnTo>
                    <a:pt x="3198999" y="2319642"/>
                  </a:lnTo>
                  <a:lnTo>
                    <a:pt x="3199157" y="2319642"/>
                  </a:lnTo>
                  <a:lnTo>
                    <a:pt x="3199315" y="2319642"/>
                  </a:lnTo>
                  <a:lnTo>
                    <a:pt x="3199472" y="2319642"/>
                  </a:lnTo>
                  <a:lnTo>
                    <a:pt x="3199472" y="2319211"/>
                  </a:lnTo>
                  <a:lnTo>
                    <a:pt x="3199630" y="2319211"/>
                  </a:lnTo>
                  <a:lnTo>
                    <a:pt x="3199788" y="2319211"/>
                  </a:lnTo>
                  <a:lnTo>
                    <a:pt x="3199946" y="2319211"/>
                  </a:lnTo>
                  <a:lnTo>
                    <a:pt x="3199946" y="2318781"/>
                  </a:lnTo>
                  <a:lnTo>
                    <a:pt x="3200103" y="2318781"/>
                  </a:lnTo>
                  <a:lnTo>
                    <a:pt x="3200261" y="2318781"/>
                  </a:lnTo>
                  <a:lnTo>
                    <a:pt x="3200419" y="2318781"/>
                  </a:lnTo>
                  <a:lnTo>
                    <a:pt x="3200577" y="2318781"/>
                  </a:lnTo>
                  <a:lnTo>
                    <a:pt x="3200734" y="2318781"/>
                  </a:lnTo>
                  <a:lnTo>
                    <a:pt x="3200892" y="2318781"/>
                  </a:lnTo>
                  <a:lnTo>
                    <a:pt x="3201050" y="2318781"/>
                  </a:lnTo>
                  <a:lnTo>
                    <a:pt x="3201050" y="2318350"/>
                  </a:lnTo>
                  <a:lnTo>
                    <a:pt x="3201207" y="2318350"/>
                  </a:lnTo>
                  <a:lnTo>
                    <a:pt x="3201365" y="2318350"/>
                  </a:lnTo>
                  <a:lnTo>
                    <a:pt x="3201523" y="2318350"/>
                  </a:lnTo>
                  <a:lnTo>
                    <a:pt x="3201681" y="2318350"/>
                  </a:lnTo>
                  <a:lnTo>
                    <a:pt x="3201838" y="2318350"/>
                  </a:lnTo>
                  <a:lnTo>
                    <a:pt x="3201838" y="2317919"/>
                  </a:lnTo>
                  <a:lnTo>
                    <a:pt x="3201996" y="2317919"/>
                  </a:lnTo>
                  <a:lnTo>
                    <a:pt x="3201996" y="2317489"/>
                  </a:lnTo>
                  <a:lnTo>
                    <a:pt x="3202154" y="2317489"/>
                  </a:lnTo>
                  <a:lnTo>
                    <a:pt x="3202154" y="2317058"/>
                  </a:lnTo>
                  <a:lnTo>
                    <a:pt x="3202311" y="2317058"/>
                  </a:lnTo>
                  <a:lnTo>
                    <a:pt x="3202469" y="2317058"/>
                  </a:lnTo>
                  <a:lnTo>
                    <a:pt x="3202627" y="2317058"/>
                  </a:lnTo>
                  <a:lnTo>
                    <a:pt x="3202785" y="2317058"/>
                  </a:lnTo>
                  <a:lnTo>
                    <a:pt x="3202785" y="2316628"/>
                  </a:lnTo>
                  <a:lnTo>
                    <a:pt x="3202785" y="2316197"/>
                  </a:lnTo>
                  <a:lnTo>
                    <a:pt x="3202942" y="2316197"/>
                  </a:lnTo>
                  <a:lnTo>
                    <a:pt x="3203100" y="2316197"/>
                  </a:lnTo>
                  <a:lnTo>
                    <a:pt x="3203100" y="2315766"/>
                  </a:lnTo>
                  <a:lnTo>
                    <a:pt x="3203258" y="2315766"/>
                  </a:lnTo>
                  <a:lnTo>
                    <a:pt x="3203415" y="2315766"/>
                  </a:lnTo>
                  <a:lnTo>
                    <a:pt x="3203573" y="2315766"/>
                  </a:lnTo>
                  <a:lnTo>
                    <a:pt x="3203573" y="2315336"/>
                  </a:lnTo>
                  <a:lnTo>
                    <a:pt x="3203573" y="2314905"/>
                  </a:lnTo>
                  <a:lnTo>
                    <a:pt x="3203731" y="2314905"/>
                  </a:lnTo>
                  <a:lnTo>
                    <a:pt x="3203889" y="2314905"/>
                  </a:lnTo>
                  <a:lnTo>
                    <a:pt x="3204046" y="2314905"/>
                  </a:lnTo>
                  <a:lnTo>
                    <a:pt x="3204204" y="2314905"/>
                  </a:lnTo>
                  <a:lnTo>
                    <a:pt x="3204362" y="2314905"/>
                  </a:lnTo>
                  <a:lnTo>
                    <a:pt x="3204519" y="2314905"/>
                  </a:lnTo>
                  <a:lnTo>
                    <a:pt x="3204519" y="2314475"/>
                  </a:lnTo>
                  <a:lnTo>
                    <a:pt x="3204519" y="2314044"/>
                  </a:lnTo>
                  <a:lnTo>
                    <a:pt x="3204677" y="2314044"/>
                  </a:lnTo>
                  <a:lnTo>
                    <a:pt x="3204677" y="2313613"/>
                  </a:lnTo>
                  <a:lnTo>
                    <a:pt x="3204835" y="2313613"/>
                  </a:lnTo>
                  <a:lnTo>
                    <a:pt x="3204993" y="2313613"/>
                  </a:lnTo>
                  <a:lnTo>
                    <a:pt x="3204993" y="2313183"/>
                  </a:lnTo>
                  <a:lnTo>
                    <a:pt x="3205150" y="2313183"/>
                  </a:lnTo>
                  <a:lnTo>
                    <a:pt x="3205308" y="2313183"/>
                  </a:lnTo>
                  <a:lnTo>
                    <a:pt x="3205308" y="2312752"/>
                  </a:lnTo>
                  <a:lnTo>
                    <a:pt x="3205466" y="2312752"/>
                  </a:lnTo>
                  <a:lnTo>
                    <a:pt x="3205624" y="2312752"/>
                  </a:lnTo>
                  <a:lnTo>
                    <a:pt x="3205781" y="2312752"/>
                  </a:lnTo>
                  <a:lnTo>
                    <a:pt x="3205939" y="2312752"/>
                  </a:lnTo>
                  <a:lnTo>
                    <a:pt x="3205939" y="2312322"/>
                  </a:lnTo>
                  <a:lnTo>
                    <a:pt x="3206097" y="2312322"/>
                  </a:lnTo>
                  <a:lnTo>
                    <a:pt x="3206254" y="2312322"/>
                  </a:lnTo>
                  <a:lnTo>
                    <a:pt x="3206254" y="2311891"/>
                  </a:lnTo>
                  <a:lnTo>
                    <a:pt x="3206412" y="2311891"/>
                  </a:lnTo>
                  <a:lnTo>
                    <a:pt x="3206570" y="2311891"/>
                  </a:lnTo>
                  <a:lnTo>
                    <a:pt x="3206570" y="2311460"/>
                  </a:lnTo>
                  <a:lnTo>
                    <a:pt x="3206728" y="2311460"/>
                  </a:lnTo>
                  <a:lnTo>
                    <a:pt x="3206885" y="2311460"/>
                  </a:lnTo>
                  <a:lnTo>
                    <a:pt x="3207043" y="2311460"/>
                  </a:lnTo>
                  <a:lnTo>
                    <a:pt x="3207201" y="2311460"/>
                  </a:lnTo>
                  <a:lnTo>
                    <a:pt x="3207358" y="2311460"/>
                  </a:lnTo>
                  <a:lnTo>
                    <a:pt x="3207358" y="2311030"/>
                  </a:lnTo>
                  <a:lnTo>
                    <a:pt x="3207516" y="2311030"/>
                  </a:lnTo>
                  <a:lnTo>
                    <a:pt x="3207674" y="2311030"/>
                  </a:lnTo>
                  <a:lnTo>
                    <a:pt x="3207832" y="2311030"/>
                  </a:lnTo>
                  <a:lnTo>
                    <a:pt x="3207832" y="2310599"/>
                  </a:lnTo>
                  <a:lnTo>
                    <a:pt x="3207989" y="2310599"/>
                  </a:lnTo>
                  <a:lnTo>
                    <a:pt x="3208147" y="2310599"/>
                  </a:lnTo>
                  <a:lnTo>
                    <a:pt x="3208305" y="2310599"/>
                  </a:lnTo>
                  <a:lnTo>
                    <a:pt x="3208462" y="2310599"/>
                  </a:lnTo>
                  <a:lnTo>
                    <a:pt x="3208620" y="2310599"/>
                  </a:lnTo>
                  <a:lnTo>
                    <a:pt x="3208778" y="2310599"/>
                  </a:lnTo>
                  <a:lnTo>
                    <a:pt x="3208936" y="2310599"/>
                  </a:lnTo>
                  <a:lnTo>
                    <a:pt x="3209093" y="2310599"/>
                  </a:lnTo>
                  <a:lnTo>
                    <a:pt x="3209251" y="2310599"/>
                  </a:lnTo>
                  <a:lnTo>
                    <a:pt x="3209251" y="2310169"/>
                  </a:lnTo>
                  <a:lnTo>
                    <a:pt x="3209409" y="2310169"/>
                  </a:lnTo>
                  <a:lnTo>
                    <a:pt x="3209566" y="2310169"/>
                  </a:lnTo>
                  <a:lnTo>
                    <a:pt x="3209724" y="2310169"/>
                  </a:lnTo>
                  <a:lnTo>
                    <a:pt x="3209882" y="2310169"/>
                  </a:lnTo>
                  <a:lnTo>
                    <a:pt x="3210040" y="2310169"/>
                  </a:lnTo>
                  <a:lnTo>
                    <a:pt x="3210197" y="2310169"/>
                  </a:lnTo>
                  <a:lnTo>
                    <a:pt x="3210197" y="2309738"/>
                  </a:lnTo>
                  <a:lnTo>
                    <a:pt x="3210355" y="2309738"/>
                  </a:lnTo>
                  <a:lnTo>
                    <a:pt x="3210513" y="2309738"/>
                  </a:lnTo>
                  <a:lnTo>
                    <a:pt x="3210670" y="2309738"/>
                  </a:lnTo>
                  <a:lnTo>
                    <a:pt x="3210828" y="2309738"/>
                  </a:lnTo>
                  <a:lnTo>
                    <a:pt x="3210828" y="2309307"/>
                  </a:lnTo>
                  <a:lnTo>
                    <a:pt x="3210986" y="2309307"/>
                  </a:lnTo>
                  <a:lnTo>
                    <a:pt x="3211144" y="2309307"/>
                  </a:lnTo>
                  <a:lnTo>
                    <a:pt x="3211301" y="2309307"/>
                  </a:lnTo>
                  <a:lnTo>
                    <a:pt x="3211459" y="2309307"/>
                  </a:lnTo>
                  <a:lnTo>
                    <a:pt x="3211617" y="2309307"/>
                  </a:lnTo>
                  <a:lnTo>
                    <a:pt x="3211775" y="2309307"/>
                  </a:lnTo>
                  <a:lnTo>
                    <a:pt x="3211932" y="2309307"/>
                  </a:lnTo>
                  <a:lnTo>
                    <a:pt x="3212090" y="2309307"/>
                  </a:lnTo>
                  <a:lnTo>
                    <a:pt x="3212090" y="2308877"/>
                  </a:lnTo>
                  <a:lnTo>
                    <a:pt x="3212248" y="2308877"/>
                  </a:lnTo>
                  <a:lnTo>
                    <a:pt x="3212248" y="2308446"/>
                  </a:lnTo>
                  <a:lnTo>
                    <a:pt x="3212405" y="2308446"/>
                  </a:lnTo>
                  <a:lnTo>
                    <a:pt x="3212563" y="2308446"/>
                  </a:lnTo>
                  <a:lnTo>
                    <a:pt x="3212721" y="2308446"/>
                  </a:lnTo>
                  <a:lnTo>
                    <a:pt x="3212879" y="2308446"/>
                  </a:lnTo>
                  <a:lnTo>
                    <a:pt x="3213036" y="2308446"/>
                  </a:lnTo>
                  <a:lnTo>
                    <a:pt x="3213194" y="2308446"/>
                  </a:lnTo>
                  <a:lnTo>
                    <a:pt x="3213194" y="2308016"/>
                  </a:lnTo>
                  <a:lnTo>
                    <a:pt x="3213352" y="2308016"/>
                  </a:lnTo>
                  <a:lnTo>
                    <a:pt x="3213352" y="2307585"/>
                  </a:lnTo>
                  <a:lnTo>
                    <a:pt x="3213509" y="2307585"/>
                  </a:lnTo>
                  <a:lnTo>
                    <a:pt x="3213509" y="2307154"/>
                  </a:lnTo>
                  <a:lnTo>
                    <a:pt x="3213509" y="2306724"/>
                  </a:lnTo>
                  <a:lnTo>
                    <a:pt x="3213667" y="2306724"/>
                  </a:lnTo>
                  <a:lnTo>
                    <a:pt x="3213667" y="2306293"/>
                  </a:lnTo>
                  <a:lnTo>
                    <a:pt x="3213667" y="2305863"/>
                  </a:lnTo>
                  <a:lnTo>
                    <a:pt x="3213825" y="2305863"/>
                  </a:lnTo>
                  <a:lnTo>
                    <a:pt x="3213983" y="2305863"/>
                  </a:lnTo>
                  <a:lnTo>
                    <a:pt x="3214140" y="2305863"/>
                  </a:lnTo>
                  <a:lnTo>
                    <a:pt x="3214298" y="2305863"/>
                  </a:lnTo>
                  <a:lnTo>
                    <a:pt x="3214456" y="2305863"/>
                  </a:lnTo>
                  <a:lnTo>
                    <a:pt x="3214613" y="2305863"/>
                  </a:lnTo>
                  <a:lnTo>
                    <a:pt x="3214613" y="2305432"/>
                  </a:lnTo>
                  <a:lnTo>
                    <a:pt x="3214771" y="2305432"/>
                  </a:lnTo>
                  <a:lnTo>
                    <a:pt x="3214929" y="2305432"/>
                  </a:lnTo>
                  <a:lnTo>
                    <a:pt x="3215087" y="2305432"/>
                  </a:lnTo>
                  <a:lnTo>
                    <a:pt x="3215087" y="2305001"/>
                  </a:lnTo>
                  <a:lnTo>
                    <a:pt x="3215244" y="2305001"/>
                  </a:lnTo>
                  <a:lnTo>
                    <a:pt x="3215244" y="2304571"/>
                  </a:lnTo>
                  <a:lnTo>
                    <a:pt x="3215402" y="2304571"/>
                  </a:lnTo>
                  <a:lnTo>
                    <a:pt x="3215402" y="2304140"/>
                  </a:lnTo>
                  <a:lnTo>
                    <a:pt x="3215560" y="2304140"/>
                  </a:lnTo>
                  <a:lnTo>
                    <a:pt x="3215717" y="2304140"/>
                  </a:lnTo>
                  <a:lnTo>
                    <a:pt x="3215875" y="2304140"/>
                  </a:lnTo>
                  <a:lnTo>
                    <a:pt x="3215875" y="2303710"/>
                  </a:lnTo>
                  <a:lnTo>
                    <a:pt x="3216033" y="2303710"/>
                  </a:lnTo>
                  <a:lnTo>
                    <a:pt x="3216033" y="2303279"/>
                  </a:lnTo>
                  <a:lnTo>
                    <a:pt x="3216033" y="2302848"/>
                  </a:lnTo>
                  <a:lnTo>
                    <a:pt x="3216191" y="2302848"/>
                  </a:lnTo>
                  <a:lnTo>
                    <a:pt x="3216191" y="2302418"/>
                  </a:lnTo>
                  <a:lnTo>
                    <a:pt x="3216348" y="2302418"/>
                  </a:lnTo>
                  <a:lnTo>
                    <a:pt x="3216506" y="2302418"/>
                  </a:lnTo>
                  <a:lnTo>
                    <a:pt x="3216664" y="2302418"/>
                  </a:lnTo>
                  <a:lnTo>
                    <a:pt x="3216822" y="2302418"/>
                  </a:lnTo>
                  <a:lnTo>
                    <a:pt x="3216979" y="2302418"/>
                  </a:lnTo>
                  <a:lnTo>
                    <a:pt x="3217137" y="2302418"/>
                  </a:lnTo>
                  <a:lnTo>
                    <a:pt x="3217295" y="2302418"/>
                  </a:lnTo>
                  <a:lnTo>
                    <a:pt x="3217452" y="2302418"/>
                  </a:lnTo>
                  <a:lnTo>
                    <a:pt x="3217610" y="2302418"/>
                  </a:lnTo>
                  <a:lnTo>
                    <a:pt x="3217768" y="2302418"/>
                  </a:lnTo>
                  <a:lnTo>
                    <a:pt x="3217926" y="2302418"/>
                  </a:lnTo>
                  <a:lnTo>
                    <a:pt x="3218083" y="2302418"/>
                  </a:lnTo>
                  <a:lnTo>
                    <a:pt x="3218241" y="2302418"/>
                  </a:lnTo>
                  <a:lnTo>
                    <a:pt x="3218241" y="2301987"/>
                  </a:lnTo>
                  <a:lnTo>
                    <a:pt x="3218399" y="2301987"/>
                  </a:lnTo>
                  <a:lnTo>
                    <a:pt x="3218556" y="2301987"/>
                  </a:lnTo>
                  <a:lnTo>
                    <a:pt x="3218714" y="2301987"/>
                  </a:lnTo>
                  <a:lnTo>
                    <a:pt x="3218872" y="2301987"/>
                  </a:lnTo>
                  <a:lnTo>
                    <a:pt x="3218872" y="2301557"/>
                  </a:lnTo>
                  <a:lnTo>
                    <a:pt x="3218872" y="2301126"/>
                  </a:lnTo>
                  <a:lnTo>
                    <a:pt x="3219030" y="2301126"/>
                  </a:lnTo>
                  <a:lnTo>
                    <a:pt x="3219187" y="2301126"/>
                  </a:lnTo>
                  <a:lnTo>
                    <a:pt x="3219187" y="2300695"/>
                  </a:lnTo>
                  <a:lnTo>
                    <a:pt x="3219345" y="2300695"/>
                  </a:lnTo>
                  <a:lnTo>
                    <a:pt x="3219503" y="2300695"/>
                  </a:lnTo>
                  <a:lnTo>
                    <a:pt x="3219660" y="2300695"/>
                  </a:lnTo>
                  <a:lnTo>
                    <a:pt x="3219818" y="2300695"/>
                  </a:lnTo>
                  <a:lnTo>
                    <a:pt x="3219976" y="2300695"/>
                  </a:lnTo>
                  <a:lnTo>
                    <a:pt x="3220134" y="2300695"/>
                  </a:lnTo>
                  <a:lnTo>
                    <a:pt x="3220291" y="2300695"/>
                  </a:lnTo>
                  <a:lnTo>
                    <a:pt x="3220449" y="2300695"/>
                  </a:lnTo>
                  <a:lnTo>
                    <a:pt x="3220607" y="2300695"/>
                  </a:lnTo>
                  <a:lnTo>
                    <a:pt x="3220764" y="2300695"/>
                  </a:lnTo>
                  <a:lnTo>
                    <a:pt x="3220764" y="2300265"/>
                  </a:lnTo>
                  <a:lnTo>
                    <a:pt x="3220764" y="2299834"/>
                  </a:lnTo>
                  <a:lnTo>
                    <a:pt x="3220764" y="2299404"/>
                  </a:lnTo>
                  <a:lnTo>
                    <a:pt x="3220922" y="2299404"/>
                  </a:lnTo>
                  <a:lnTo>
                    <a:pt x="3221080" y="2299404"/>
                  </a:lnTo>
                  <a:lnTo>
                    <a:pt x="3221238" y="2299404"/>
                  </a:lnTo>
                  <a:lnTo>
                    <a:pt x="3221395" y="2299404"/>
                  </a:lnTo>
                  <a:lnTo>
                    <a:pt x="3221553" y="2299404"/>
                  </a:lnTo>
                  <a:lnTo>
                    <a:pt x="3221711" y="2299404"/>
                  </a:lnTo>
                  <a:lnTo>
                    <a:pt x="3221868" y="2299404"/>
                  </a:lnTo>
                  <a:lnTo>
                    <a:pt x="3222026" y="2299404"/>
                  </a:lnTo>
                  <a:lnTo>
                    <a:pt x="3222184" y="2299404"/>
                  </a:lnTo>
                  <a:lnTo>
                    <a:pt x="3222184" y="2298973"/>
                  </a:lnTo>
                  <a:lnTo>
                    <a:pt x="3222342" y="2298973"/>
                  </a:lnTo>
                  <a:lnTo>
                    <a:pt x="3222499" y="2298973"/>
                  </a:lnTo>
                  <a:lnTo>
                    <a:pt x="3222499" y="2298542"/>
                  </a:lnTo>
                  <a:lnTo>
                    <a:pt x="3222657" y="2298542"/>
                  </a:lnTo>
                  <a:lnTo>
                    <a:pt x="3222657" y="2298112"/>
                  </a:lnTo>
                  <a:lnTo>
                    <a:pt x="3222815" y="2298112"/>
                  </a:lnTo>
                  <a:lnTo>
                    <a:pt x="3222973" y="2298112"/>
                  </a:lnTo>
                  <a:lnTo>
                    <a:pt x="3223130" y="2298112"/>
                  </a:lnTo>
                  <a:lnTo>
                    <a:pt x="3223130" y="2297681"/>
                  </a:lnTo>
                  <a:lnTo>
                    <a:pt x="3223288" y="2297681"/>
                  </a:lnTo>
                  <a:lnTo>
                    <a:pt x="3223288" y="2297251"/>
                  </a:lnTo>
                  <a:lnTo>
                    <a:pt x="3223446" y="2297251"/>
                  </a:lnTo>
                  <a:lnTo>
                    <a:pt x="3223603" y="2297251"/>
                  </a:lnTo>
                  <a:lnTo>
                    <a:pt x="3223761" y="2297251"/>
                  </a:lnTo>
                  <a:lnTo>
                    <a:pt x="3223761" y="2296820"/>
                  </a:lnTo>
                  <a:lnTo>
                    <a:pt x="3223919" y="2296820"/>
                  </a:lnTo>
                  <a:lnTo>
                    <a:pt x="3224077" y="2296820"/>
                  </a:lnTo>
                  <a:lnTo>
                    <a:pt x="3224234" y="2296820"/>
                  </a:lnTo>
                  <a:lnTo>
                    <a:pt x="3224392" y="2296820"/>
                  </a:lnTo>
                  <a:lnTo>
                    <a:pt x="3224392" y="2296389"/>
                  </a:lnTo>
                  <a:lnTo>
                    <a:pt x="3224550" y="2296389"/>
                  </a:lnTo>
                  <a:lnTo>
                    <a:pt x="3224707" y="2296389"/>
                  </a:lnTo>
                  <a:lnTo>
                    <a:pt x="3224865" y="2296389"/>
                  </a:lnTo>
                  <a:lnTo>
                    <a:pt x="3225023" y="2296389"/>
                  </a:lnTo>
                  <a:lnTo>
                    <a:pt x="3225181" y="2296389"/>
                  </a:lnTo>
                  <a:lnTo>
                    <a:pt x="3225338" y="2296389"/>
                  </a:lnTo>
                  <a:lnTo>
                    <a:pt x="3225496" y="2296389"/>
                  </a:lnTo>
                  <a:lnTo>
                    <a:pt x="3225654" y="2296389"/>
                  </a:lnTo>
                  <a:lnTo>
                    <a:pt x="3225811" y="2296389"/>
                  </a:lnTo>
                  <a:lnTo>
                    <a:pt x="3225969" y="2296389"/>
                  </a:lnTo>
                  <a:lnTo>
                    <a:pt x="3225969" y="2295959"/>
                  </a:lnTo>
                  <a:lnTo>
                    <a:pt x="3226127" y="2295959"/>
                  </a:lnTo>
                  <a:lnTo>
                    <a:pt x="3226285" y="2295959"/>
                  </a:lnTo>
                  <a:lnTo>
                    <a:pt x="3226285" y="2295528"/>
                  </a:lnTo>
                  <a:lnTo>
                    <a:pt x="3226285" y="2295098"/>
                  </a:lnTo>
                  <a:lnTo>
                    <a:pt x="3226285" y="2294667"/>
                  </a:lnTo>
                  <a:lnTo>
                    <a:pt x="3226442" y="2294667"/>
                  </a:lnTo>
                  <a:lnTo>
                    <a:pt x="3226600" y="2294667"/>
                  </a:lnTo>
                  <a:lnTo>
                    <a:pt x="3226758" y="2294667"/>
                  </a:lnTo>
                  <a:lnTo>
                    <a:pt x="3226915" y="2294667"/>
                  </a:lnTo>
                  <a:lnTo>
                    <a:pt x="3227073" y="2294667"/>
                  </a:lnTo>
                  <a:lnTo>
                    <a:pt x="3227231" y="2294667"/>
                  </a:lnTo>
                  <a:lnTo>
                    <a:pt x="3227389" y="2294667"/>
                  </a:lnTo>
                  <a:lnTo>
                    <a:pt x="3227546" y="2294667"/>
                  </a:lnTo>
                  <a:lnTo>
                    <a:pt x="3227704" y="2294667"/>
                  </a:lnTo>
                  <a:lnTo>
                    <a:pt x="3227704" y="2294236"/>
                  </a:lnTo>
                  <a:lnTo>
                    <a:pt x="3227862" y="2294236"/>
                  </a:lnTo>
                  <a:lnTo>
                    <a:pt x="3228020" y="2294236"/>
                  </a:lnTo>
                  <a:lnTo>
                    <a:pt x="3228177" y="2294236"/>
                  </a:lnTo>
                  <a:lnTo>
                    <a:pt x="3228335" y="2294236"/>
                  </a:lnTo>
                  <a:lnTo>
                    <a:pt x="3228493" y="2294236"/>
                  </a:lnTo>
                  <a:lnTo>
                    <a:pt x="3228650" y="2294236"/>
                  </a:lnTo>
                  <a:lnTo>
                    <a:pt x="3228808" y="2294236"/>
                  </a:lnTo>
                  <a:lnTo>
                    <a:pt x="3228966" y="2294236"/>
                  </a:lnTo>
                  <a:lnTo>
                    <a:pt x="3229124" y="2294236"/>
                  </a:lnTo>
                  <a:lnTo>
                    <a:pt x="3229281" y="2294236"/>
                  </a:lnTo>
                  <a:lnTo>
                    <a:pt x="3229439" y="2294236"/>
                  </a:lnTo>
                  <a:lnTo>
                    <a:pt x="3229597" y="2294236"/>
                  </a:lnTo>
                  <a:lnTo>
                    <a:pt x="3229754" y="2294236"/>
                  </a:lnTo>
                  <a:lnTo>
                    <a:pt x="3229912" y="2294236"/>
                  </a:lnTo>
                  <a:lnTo>
                    <a:pt x="3230070" y="2294236"/>
                  </a:lnTo>
                  <a:lnTo>
                    <a:pt x="3230228" y="2294236"/>
                  </a:lnTo>
                  <a:lnTo>
                    <a:pt x="3230385" y="2294236"/>
                  </a:lnTo>
                  <a:lnTo>
                    <a:pt x="3230543" y="2294236"/>
                  </a:lnTo>
                  <a:lnTo>
                    <a:pt x="3230701" y="2294236"/>
                  </a:lnTo>
                  <a:lnTo>
                    <a:pt x="3230858" y="2294236"/>
                  </a:lnTo>
                  <a:lnTo>
                    <a:pt x="3231016" y="2294236"/>
                  </a:lnTo>
                  <a:lnTo>
                    <a:pt x="3231174" y="2294236"/>
                  </a:lnTo>
                  <a:lnTo>
                    <a:pt x="3231332" y="2294236"/>
                  </a:lnTo>
                  <a:lnTo>
                    <a:pt x="3231332" y="2293806"/>
                  </a:lnTo>
                  <a:lnTo>
                    <a:pt x="3231489" y="2293806"/>
                  </a:lnTo>
                  <a:lnTo>
                    <a:pt x="3231647" y="2293806"/>
                  </a:lnTo>
                  <a:lnTo>
                    <a:pt x="3231647" y="2293375"/>
                  </a:lnTo>
                  <a:lnTo>
                    <a:pt x="3231805" y="2293375"/>
                  </a:lnTo>
                  <a:lnTo>
                    <a:pt x="3231962" y="2293375"/>
                  </a:lnTo>
                  <a:lnTo>
                    <a:pt x="3231962" y="2292945"/>
                  </a:lnTo>
                  <a:lnTo>
                    <a:pt x="3232120" y="2292945"/>
                  </a:lnTo>
                  <a:lnTo>
                    <a:pt x="3232278" y="2292945"/>
                  </a:lnTo>
                  <a:lnTo>
                    <a:pt x="3232436" y="2292945"/>
                  </a:lnTo>
                  <a:lnTo>
                    <a:pt x="3232593" y="2292945"/>
                  </a:lnTo>
                  <a:lnTo>
                    <a:pt x="3232751" y="2292945"/>
                  </a:lnTo>
                  <a:lnTo>
                    <a:pt x="3232909" y="2292945"/>
                  </a:lnTo>
                  <a:lnTo>
                    <a:pt x="3233066" y="2292945"/>
                  </a:lnTo>
                  <a:lnTo>
                    <a:pt x="3233224" y="2292945"/>
                  </a:lnTo>
                  <a:lnTo>
                    <a:pt x="3233224" y="2292514"/>
                  </a:lnTo>
                  <a:lnTo>
                    <a:pt x="3233382" y="2292514"/>
                  </a:lnTo>
                  <a:lnTo>
                    <a:pt x="3233540" y="2292514"/>
                  </a:lnTo>
                  <a:lnTo>
                    <a:pt x="3233540" y="2292083"/>
                  </a:lnTo>
                  <a:lnTo>
                    <a:pt x="3233697" y="2292083"/>
                  </a:lnTo>
                  <a:lnTo>
                    <a:pt x="3233855" y="2292083"/>
                  </a:lnTo>
                  <a:lnTo>
                    <a:pt x="3233855" y="2291653"/>
                  </a:lnTo>
                  <a:lnTo>
                    <a:pt x="3233855" y="2291222"/>
                  </a:lnTo>
                  <a:lnTo>
                    <a:pt x="3234013" y="2291222"/>
                  </a:lnTo>
                  <a:lnTo>
                    <a:pt x="3234171" y="2291222"/>
                  </a:lnTo>
                  <a:lnTo>
                    <a:pt x="3234328" y="2291222"/>
                  </a:lnTo>
                  <a:lnTo>
                    <a:pt x="3234328" y="2290792"/>
                  </a:lnTo>
                  <a:lnTo>
                    <a:pt x="3234486" y="2290792"/>
                  </a:lnTo>
                  <a:lnTo>
                    <a:pt x="3234486" y="2290361"/>
                  </a:lnTo>
                  <a:lnTo>
                    <a:pt x="3234486" y="2289930"/>
                  </a:lnTo>
                  <a:lnTo>
                    <a:pt x="3234486" y="2289500"/>
                  </a:lnTo>
                  <a:lnTo>
                    <a:pt x="3234644" y="2289500"/>
                  </a:lnTo>
                  <a:lnTo>
                    <a:pt x="3234644" y="2289069"/>
                  </a:lnTo>
                  <a:lnTo>
                    <a:pt x="3234801" y="2289069"/>
                  </a:lnTo>
                  <a:lnTo>
                    <a:pt x="3234959" y="2289069"/>
                  </a:lnTo>
                  <a:lnTo>
                    <a:pt x="3235117" y="2289069"/>
                  </a:lnTo>
                  <a:lnTo>
                    <a:pt x="3235275" y="2289069"/>
                  </a:lnTo>
                  <a:lnTo>
                    <a:pt x="3235275" y="2288639"/>
                  </a:lnTo>
                  <a:lnTo>
                    <a:pt x="3235432" y="2288639"/>
                  </a:lnTo>
                  <a:lnTo>
                    <a:pt x="3235590" y="2288639"/>
                  </a:lnTo>
                  <a:lnTo>
                    <a:pt x="3235748" y="2288639"/>
                  </a:lnTo>
                  <a:lnTo>
                    <a:pt x="3235905" y="2288639"/>
                  </a:lnTo>
                  <a:lnTo>
                    <a:pt x="3236063" y="2288639"/>
                  </a:lnTo>
                  <a:lnTo>
                    <a:pt x="3236221" y="2288639"/>
                  </a:lnTo>
                  <a:lnTo>
                    <a:pt x="3236379" y="2288639"/>
                  </a:lnTo>
                  <a:lnTo>
                    <a:pt x="3236379" y="2288208"/>
                  </a:lnTo>
                  <a:lnTo>
                    <a:pt x="3236536" y="2288208"/>
                  </a:lnTo>
                  <a:lnTo>
                    <a:pt x="3236536" y="2287777"/>
                  </a:lnTo>
                  <a:lnTo>
                    <a:pt x="3236694" y="2287777"/>
                  </a:lnTo>
                  <a:lnTo>
                    <a:pt x="3236694" y="2287347"/>
                  </a:lnTo>
                  <a:lnTo>
                    <a:pt x="3236694" y="2286916"/>
                  </a:lnTo>
                  <a:lnTo>
                    <a:pt x="3236694" y="2286486"/>
                  </a:lnTo>
                  <a:lnTo>
                    <a:pt x="3236694" y="2286055"/>
                  </a:lnTo>
                  <a:lnTo>
                    <a:pt x="3236852" y="2286055"/>
                  </a:lnTo>
                  <a:lnTo>
                    <a:pt x="3237009" y="2286055"/>
                  </a:lnTo>
                  <a:lnTo>
                    <a:pt x="3237167" y="2286055"/>
                  </a:lnTo>
                  <a:lnTo>
                    <a:pt x="3237325" y="2286055"/>
                  </a:lnTo>
                  <a:lnTo>
                    <a:pt x="3237483" y="2286055"/>
                  </a:lnTo>
                  <a:lnTo>
                    <a:pt x="3237640" y="2286055"/>
                  </a:lnTo>
                  <a:lnTo>
                    <a:pt x="3237798" y="2286055"/>
                  </a:lnTo>
                  <a:lnTo>
                    <a:pt x="3237956" y="2286055"/>
                  </a:lnTo>
                  <a:lnTo>
                    <a:pt x="3237956" y="2285624"/>
                  </a:lnTo>
                  <a:lnTo>
                    <a:pt x="3237956" y="2285194"/>
                  </a:lnTo>
                  <a:lnTo>
                    <a:pt x="3238113" y="2285194"/>
                  </a:lnTo>
                  <a:lnTo>
                    <a:pt x="3238113" y="2284763"/>
                  </a:lnTo>
                  <a:lnTo>
                    <a:pt x="3238271" y="2284763"/>
                  </a:lnTo>
                  <a:lnTo>
                    <a:pt x="3238429" y="2284763"/>
                  </a:lnTo>
                  <a:lnTo>
                    <a:pt x="3238429" y="2284333"/>
                  </a:lnTo>
                  <a:lnTo>
                    <a:pt x="3238587" y="2284333"/>
                  </a:lnTo>
                  <a:lnTo>
                    <a:pt x="3238744" y="2284333"/>
                  </a:lnTo>
                  <a:lnTo>
                    <a:pt x="3238902" y="2284333"/>
                  </a:lnTo>
                  <a:lnTo>
                    <a:pt x="3239060" y="2284333"/>
                  </a:lnTo>
                  <a:lnTo>
                    <a:pt x="3239217" y="2284333"/>
                  </a:lnTo>
                  <a:lnTo>
                    <a:pt x="3239217" y="2283902"/>
                  </a:lnTo>
                  <a:lnTo>
                    <a:pt x="3239375" y="2283902"/>
                  </a:lnTo>
                  <a:lnTo>
                    <a:pt x="3239533" y="2283902"/>
                  </a:lnTo>
                  <a:lnTo>
                    <a:pt x="3239691" y="2283902"/>
                  </a:lnTo>
                  <a:lnTo>
                    <a:pt x="3239691" y="2283471"/>
                  </a:lnTo>
                  <a:lnTo>
                    <a:pt x="3239691" y="2283041"/>
                  </a:lnTo>
                  <a:lnTo>
                    <a:pt x="3239848" y="2283041"/>
                  </a:lnTo>
                  <a:lnTo>
                    <a:pt x="3239848" y="2282610"/>
                  </a:lnTo>
                  <a:lnTo>
                    <a:pt x="3240006" y="2282610"/>
                  </a:lnTo>
                  <a:lnTo>
                    <a:pt x="3240164" y="2282610"/>
                  </a:lnTo>
                  <a:lnTo>
                    <a:pt x="3240322" y="2282610"/>
                  </a:lnTo>
                  <a:lnTo>
                    <a:pt x="3240479" y="2282610"/>
                  </a:lnTo>
                  <a:lnTo>
                    <a:pt x="3240637" y="2282610"/>
                  </a:lnTo>
                  <a:lnTo>
                    <a:pt x="3240795" y="2282610"/>
                  </a:lnTo>
                  <a:lnTo>
                    <a:pt x="3240952" y="2282610"/>
                  </a:lnTo>
                  <a:lnTo>
                    <a:pt x="3241110" y="2282610"/>
                  </a:lnTo>
                  <a:lnTo>
                    <a:pt x="3241268" y="2282610"/>
                  </a:lnTo>
                  <a:lnTo>
                    <a:pt x="3241268" y="2282180"/>
                  </a:lnTo>
                  <a:lnTo>
                    <a:pt x="3241426" y="2282180"/>
                  </a:lnTo>
                  <a:lnTo>
                    <a:pt x="3241426" y="2281749"/>
                  </a:lnTo>
                  <a:lnTo>
                    <a:pt x="3241583" y="2281749"/>
                  </a:lnTo>
                  <a:lnTo>
                    <a:pt x="3241741" y="2281749"/>
                  </a:lnTo>
                  <a:lnTo>
                    <a:pt x="3241899" y="2281749"/>
                  </a:lnTo>
                  <a:lnTo>
                    <a:pt x="3242056" y="2281749"/>
                  </a:lnTo>
                  <a:lnTo>
                    <a:pt x="3242214" y="2281749"/>
                  </a:lnTo>
                  <a:lnTo>
                    <a:pt x="3242214" y="2281318"/>
                  </a:lnTo>
                  <a:lnTo>
                    <a:pt x="3242214" y="2280888"/>
                  </a:lnTo>
                  <a:lnTo>
                    <a:pt x="3242372" y="2280888"/>
                  </a:lnTo>
                  <a:lnTo>
                    <a:pt x="3242530" y="2280888"/>
                  </a:lnTo>
                  <a:lnTo>
                    <a:pt x="3242687" y="2280888"/>
                  </a:lnTo>
                  <a:lnTo>
                    <a:pt x="3242845" y="2280888"/>
                  </a:lnTo>
                  <a:lnTo>
                    <a:pt x="3243003" y="2280888"/>
                  </a:lnTo>
                  <a:lnTo>
                    <a:pt x="3243160" y="2280888"/>
                  </a:lnTo>
                  <a:lnTo>
                    <a:pt x="3243160" y="2280457"/>
                  </a:lnTo>
                  <a:lnTo>
                    <a:pt x="3243318" y="2280457"/>
                  </a:lnTo>
                  <a:lnTo>
                    <a:pt x="3243476" y="2280457"/>
                  </a:lnTo>
                  <a:lnTo>
                    <a:pt x="3243634" y="2280457"/>
                  </a:lnTo>
                  <a:lnTo>
                    <a:pt x="3243634" y="2280027"/>
                  </a:lnTo>
                  <a:lnTo>
                    <a:pt x="3243634" y="2279596"/>
                  </a:lnTo>
                  <a:lnTo>
                    <a:pt x="3243634" y="2279165"/>
                  </a:lnTo>
                  <a:lnTo>
                    <a:pt x="3243791" y="2279165"/>
                  </a:lnTo>
                  <a:lnTo>
                    <a:pt x="3243949" y="2279165"/>
                  </a:lnTo>
                  <a:lnTo>
                    <a:pt x="3244107" y="2279165"/>
                  </a:lnTo>
                  <a:lnTo>
                    <a:pt x="3244264" y="2279165"/>
                  </a:lnTo>
                  <a:lnTo>
                    <a:pt x="3244422" y="2279165"/>
                  </a:lnTo>
                  <a:lnTo>
                    <a:pt x="3244422" y="2278735"/>
                  </a:lnTo>
                  <a:lnTo>
                    <a:pt x="3244580" y="2278735"/>
                  </a:lnTo>
                  <a:lnTo>
                    <a:pt x="3244738" y="2278735"/>
                  </a:lnTo>
                  <a:lnTo>
                    <a:pt x="3244895" y="2278735"/>
                  </a:lnTo>
                  <a:lnTo>
                    <a:pt x="3245053" y="2278735"/>
                  </a:lnTo>
                  <a:lnTo>
                    <a:pt x="3245211" y="2278735"/>
                  </a:lnTo>
                  <a:lnTo>
                    <a:pt x="3245211" y="2278304"/>
                  </a:lnTo>
                  <a:lnTo>
                    <a:pt x="3245369" y="2278304"/>
                  </a:lnTo>
                  <a:lnTo>
                    <a:pt x="3245526" y="2278304"/>
                  </a:lnTo>
                  <a:lnTo>
                    <a:pt x="3245684" y="2278304"/>
                  </a:lnTo>
                  <a:lnTo>
                    <a:pt x="3245842" y="2278304"/>
                  </a:lnTo>
                  <a:lnTo>
                    <a:pt x="3245999" y="2278304"/>
                  </a:lnTo>
                  <a:lnTo>
                    <a:pt x="3246157" y="2278304"/>
                  </a:lnTo>
                  <a:lnTo>
                    <a:pt x="3246315" y="2278304"/>
                  </a:lnTo>
                  <a:lnTo>
                    <a:pt x="3246473" y="2278304"/>
                  </a:lnTo>
                  <a:lnTo>
                    <a:pt x="3246630" y="2278304"/>
                  </a:lnTo>
                  <a:lnTo>
                    <a:pt x="3246788" y="2278304"/>
                  </a:lnTo>
                  <a:lnTo>
                    <a:pt x="3246788" y="2277874"/>
                  </a:lnTo>
                  <a:lnTo>
                    <a:pt x="3246946" y="2277874"/>
                  </a:lnTo>
                  <a:lnTo>
                    <a:pt x="3247103" y="2277874"/>
                  </a:lnTo>
                  <a:lnTo>
                    <a:pt x="3247261" y="2277874"/>
                  </a:lnTo>
                  <a:lnTo>
                    <a:pt x="3247419" y="2277874"/>
                  </a:lnTo>
                  <a:lnTo>
                    <a:pt x="3247419" y="2277443"/>
                  </a:lnTo>
                  <a:lnTo>
                    <a:pt x="3247577" y="2277443"/>
                  </a:lnTo>
                  <a:lnTo>
                    <a:pt x="3247734" y="2277443"/>
                  </a:lnTo>
                  <a:lnTo>
                    <a:pt x="3247734" y="2277012"/>
                  </a:lnTo>
                  <a:lnTo>
                    <a:pt x="3247734" y="2276582"/>
                  </a:lnTo>
                  <a:lnTo>
                    <a:pt x="3247892" y="2276582"/>
                  </a:lnTo>
                  <a:lnTo>
                    <a:pt x="3248050" y="2276582"/>
                  </a:lnTo>
                  <a:lnTo>
                    <a:pt x="3248207" y="2276582"/>
                  </a:lnTo>
                  <a:lnTo>
                    <a:pt x="3248207" y="2276151"/>
                  </a:lnTo>
                  <a:lnTo>
                    <a:pt x="3248365" y="2276151"/>
                  </a:lnTo>
                  <a:lnTo>
                    <a:pt x="3248365" y="2275721"/>
                  </a:lnTo>
                  <a:lnTo>
                    <a:pt x="3248523" y="2275721"/>
                  </a:lnTo>
                  <a:lnTo>
                    <a:pt x="3248681" y="2275721"/>
                  </a:lnTo>
                  <a:lnTo>
                    <a:pt x="3248838" y="2275721"/>
                  </a:lnTo>
                  <a:lnTo>
                    <a:pt x="3248996" y="2275721"/>
                  </a:lnTo>
                  <a:lnTo>
                    <a:pt x="3249154" y="2275721"/>
                  </a:lnTo>
                  <a:lnTo>
                    <a:pt x="3249311" y="2275721"/>
                  </a:lnTo>
                  <a:lnTo>
                    <a:pt x="3249469" y="2275721"/>
                  </a:lnTo>
                  <a:lnTo>
                    <a:pt x="3249627" y="2275721"/>
                  </a:lnTo>
                  <a:lnTo>
                    <a:pt x="3249785" y="2275721"/>
                  </a:lnTo>
                  <a:lnTo>
                    <a:pt x="3249942" y="2275721"/>
                  </a:lnTo>
                  <a:lnTo>
                    <a:pt x="3249942" y="2275290"/>
                  </a:lnTo>
                  <a:lnTo>
                    <a:pt x="3250100" y="2275290"/>
                  </a:lnTo>
                  <a:lnTo>
                    <a:pt x="3250258" y="2275290"/>
                  </a:lnTo>
                  <a:lnTo>
                    <a:pt x="3250415" y="2275290"/>
                  </a:lnTo>
                  <a:lnTo>
                    <a:pt x="3250573" y="2275290"/>
                  </a:lnTo>
                  <a:lnTo>
                    <a:pt x="3250731" y="2275290"/>
                  </a:lnTo>
                  <a:lnTo>
                    <a:pt x="3250731" y="2274859"/>
                  </a:lnTo>
                  <a:lnTo>
                    <a:pt x="3250889" y="2274859"/>
                  </a:lnTo>
                  <a:lnTo>
                    <a:pt x="3250889" y="2274429"/>
                  </a:lnTo>
                  <a:lnTo>
                    <a:pt x="3251046" y="2274429"/>
                  </a:lnTo>
                  <a:lnTo>
                    <a:pt x="3251046" y="2273998"/>
                  </a:lnTo>
                  <a:lnTo>
                    <a:pt x="3251204" y="2273998"/>
                  </a:lnTo>
                  <a:lnTo>
                    <a:pt x="3251362" y="2273998"/>
                  </a:lnTo>
                  <a:lnTo>
                    <a:pt x="3251520" y="2273998"/>
                  </a:lnTo>
                  <a:lnTo>
                    <a:pt x="3251677" y="2273998"/>
                  </a:lnTo>
                  <a:lnTo>
                    <a:pt x="3251835" y="2273998"/>
                  </a:lnTo>
                  <a:lnTo>
                    <a:pt x="3251993" y="2273998"/>
                  </a:lnTo>
                  <a:lnTo>
                    <a:pt x="3252150" y="2273998"/>
                  </a:lnTo>
                  <a:lnTo>
                    <a:pt x="3252308" y="2273998"/>
                  </a:lnTo>
                  <a:lnTo>
                    <a:pt x="3252466" y="2273998"/>
                  </a:lnTo>
                  <a:lnTo>
                    <a:pt x="3252624" y="2273998"/>
                  </a:lnTo>
                  <a:lnTo>
                    <a:pt x="3252781" y="2273998"/>
                  </a:lnTo>
                  <a:lnTo>
                    <a:pt x="3252939" y="2273998"/>
                  </a:lnTo>
                  <a:lnTo>
                    <a:pt x="3253097" y="2273998"/>
                  </a:lnTo>
                  <a:lnTo>
                    <a:pt x="3253254" y="2273998"/>
                  </a:lnTo>
                  <a:lnTo>
                    <a:pt x="3253412" y="2273998"/>
                  </a:lnTo>
                  <a:lnTo>
                    <a:pt x="3253412" y="2273568"/>
                  </a:lnTo>
                  <a:lnTo>
                    <a:pt x="3253570" y="2273568"/>
                  </a:lnTo>
                  <a:lnTo>
                    <a:pt x="3253728" y="2273568"/>
                  </a:lnTo>
                  <a:lnTo>
                    <a:pt x="3253885" y="2273568"/>
                  </a:lnTo>
                  <a:lnTo>
                    <a:pt x="3254043" y="2273568"/>
                  </a:lnTo>
                  <a:lnTo>
                    <a:pt x="3254043" y="2273137"/>
                  </a:lnTo>
                  <a:lnTo>
                    <a:pt x="3254201" y="2273137"/>
                  </a:lnTo>
                  <a:lnTo>
                    <a:pt x="3254358" y="2273137"/>
                  </a:lnTo>
                  <a:lnTo>
                    <a:pt x="3254358" y="2272706"/>
                  </a:lnTo>
                  <a:lnTo>
                    <a:pt x="3254516" y="2272706"/>
                  </a:lnTo>
                  <a:lnTo>
                    <a:pt x="3254674" y="2272706"/>
                  </a:lnTo>
                  <a:lnTo>
                    <a:pt x="3254832" y="2272706"/>
                  </a:lnTo>
                  <a:lnTo>
                    <a:pt x="3254832" y="2272276"/>
                  </a:lnTo>
                  <a:lnTo>
                    <a:pt x="3254989" y="2272276"/>
                  </a:lnTo>
                  <a:lnTo>
                    <a:pt x="3255147" y="2272276"/>
                  </a:lnTo>
                  <a:lnTo>
                    <a:pt x="3255147" y="2271845"/>
                  </a:lnTo>
                  <a:lnTo>
                    <a:pt x="3255305" y="2271845"/>
                  </a:lnTo>
                  <a:lnTo>
                    <a:pt x="3255305" y="2271415"/>
                  </a:lnTo>
                  <a:lnTo>
                    <a:pt x="3255305" y="2270984"/>
                  </a:lnTo>
                  <a:lnTo>
                    <a:pt x="3255462" y="2270984"/>
                  </a:lnTo>
                  <a:lnTo>
                    <a:pt x="3255462" y="2270553"/>
                  </a:lnTo>
                  <a:lnTo>
                    <a:pt x="3255620" y="2270553"/>
                  </a:lnTo>
                  <a:lnTo>
                    <a:pt x="3255778" y="2270553"/>
                  </a:lnTo>
                  <a:lnTo>
                    <a:pt x="3255936" y="2270553"/>
                  </a:lnTo>
                  <a:lnTo>
                    <a:pt x="3256093" y="2270553"/>
                  </a:lnTo>
                  <a:lnTo>
                    <a:pt x="3256251" y="2270553"/>
                  </a:lnTo>
                  <a:lnTo>
                    <a:pt x="3256251" y="2270123"/>
                  </a:lnTo>
                  <a:lnTo>
                    <a:pt x="3256409" y="2270123"/>
                  </a:lnTo>
                  <a:lnTo>
                    <a:pt x="3256567" y="2270123"/>
                  </a:lnTo>
                  <a:lnTo>
                    <a:pt x="3256567" y="2269692"/>
                  </a:lnTo>
                  <a:lnTo>
                    <a:pt x="3256724" y="2269692"/>
                  </a:lnTo>
                  <a:lnTo>
                    <a:pt x="3256882" y="2269692"/>
                  </a:lnTo>
                  <a:lnTo>
                    <a:pt x="3257040" y="2269692"/>
                  </a:lnTo>
                  <a:lnTo>
                    <a:pt x="3257040" y="2269262"/>
                  </a:lnTo>
                  <a:lnTo>
                    <a:pt x="3257197" y="2269262"/>
                  </a:lnTo>
                  <a:lnTo>
                    <a:pt x="3257355" y="2269262"/>
                  </a:lnTo>
                  <a:lnTo>
                    <a:pt x="3257513" y="2269262"/>
                  </a:lnTo>
                  <a:lnTo>
                    <a:pt x="3257671" y="2269262"/>
                  </a:lnTo>
                  <a:lnTo>
                    <a:pt x="3257671" y="2268831"/>
                  </a:lnTo>
                  <a:lnTo>
                    <a:pt x="3257828" y="2268831"/>
                  </a:lnTo>
                  <a:lnTo>
                    <a:pt x="3257986" y="2268831"/>
                  </a:lnTo>
                  <a:lnTo>
                    <a:pt x="3257986" y="2268400"/>
                  </a:lnTo>
                  <a:lnTo>
                    <a:pt x="3258144" y="2268400"/>
                  </a:lnTo>
                  <a:lnTo>
                    <a:pt x="3258301" y="2268400"/>
                  </a:lnTo>
                  <a:lnTo>
                    <a:pt x="3258459" y="2268400"/>
                  </a:lnTo>
                  <a:lnTo>
                    <a:pt x="3258617" y="2268400"/>
                  </a:lnTo>
                  <a:lnTo>
                    <a:pt x="3258775" y="2268400"/>
                  </a:lnTo>
                  <a:lnTo>
                    <a:pt x="3258775" y="2267970"/>
                  </a:lnTo>
                  <a:lnTo>
                    <a:pt x="3258932" y="2267970"/>
                  </a:lnTo>
                  <a:lnTo>
                    <a:pt x="3259090" y="2267970"/>
                  </a:lnTo>
                  <a:lnTo>
                    <a:pt x="3259248" y="2267970"/>
                  </a:lnTo>
                  <a:lnTo>
                    <a:pt x="3259248" y="2267539"/>
                  </a:lnTo>
                  <a:lnTo>
                    <a:pt x="3259405" y="2267539"/>
                  </a:lnTo>
                  <a:lnTo>
                    <a:pt x="3259405" y="2267109"/>
                  </a:lnTo>
                  <a:lnTo>
                    <a:pt x="3259563" y="2267109"/>
                  </a:lnTo>
                  <a:lnTo>
                    <a:pt x="3259721" y="2267109"/>
                  </a:lnTo>
                  <a:lnTo>
                    <a:pt x="3259721" y="2266678"/>
                  </a:lnTo>
                  <a:lnTo>
                    <a:pt x="3259879" y="2266678"/>
                  </a:lnTo>
                  <a:lnTo>
                    <a:pt x="3259879" y="2266247"/>
                  </a:lnTo>
                  <a:lnTo>
                    <a:pt x="3260036" y="2266247"/>
                  </a:lnTo>
                  <a:lnTo>
                    <a:pt x="3260194" y="2266247"/>
                  </a:lnTo>
                  <a:lnTo>
                    <a:pt x="3260194" y="2265817"/>
                  </a:lnTo>
                  <a:lnTo>
                    <a:pt x="3260352" y="2265817"/>
                  </a:lnTo>
                  <a:lnTo>
                    <a:pt x="3260352" y="2265386"/>
                  </a:lnTo>
                  <a:lnTo>
                    <a:pt x="3260509" y="2265386"/>
                  </a:lnTo>
                  <a:lnTo>
                    <a:pt x="3260509" y="2264956"/>
                  </a:lnTo>
                  <a:lnTo>
                    <a:pt x="3260667" y="2264956"/>
                  </a:lnTo>
                  <a:lnTo>
                    <a:pt x="3260825" y="2264956"/>
                  </a:lnTo>
                  <a:lnTo>
                    <a:pt x="3260983" y="2264956"/>
                  </a:lnTo>
                  <a:lnTo>
                    <a:pt x="3260983" y="2264525"/>
                  </a:lnTo>
                  <a:lnTo>
                    <a:pt x="3261140" y="2264525"/>
                  </a:lnTo>
                  <a:lnTo>
                    <a:pt x="3261298" y="2264525"/>
                  </a:lnTo>
                  <a:lnTo>
                    <a:pt x="3261456" y="2264525"/>
                  </a:lnTo>
                  <a:lnTo>
                    <a:pt x="3261613" y="2264525"/>
                  </a:lnTo>
                  <a:lnTo>
                    <a:pt x="3261613" y="2264094"/>
                  </a:lnTo>
                  <a:lnTo>
                    <a:pt x="3261771" y="2264094"/>
                  </a:lnTo>
                  <a:lnTo>
                    <a:pt x="3261929" y="2264094"/>
                  </a:lnTo>
                  <a:lnTo>
                    <a:pt x="3262087" y="2264094"/>
                  </a:lnTo>
                  <a:lnTo>
                    <a:pt x="3262244" y="2264094"/>
                  </a:lnTo>
                  <a:lnTo>
                    <a:pt x="3262402" y="2264094"/>
                  </a:lnTo>
                  <a:lnTo>
                    <a:pt x="3262560" y="2264094"/>
                  </a:lnTo>
                  <a:lnTo>
                    <a:pt x="3262718" y="2264094"/>
                  </a:lnTo>
                  <a:lnTo>
                    <a:pt x="3262718" y="2263664"/>
                  </a:lnTo>
                  <a:lnTo>
                    <a:pt x="3262718" y="2263233"/>
                  </a:lnTo>
                  <a:lnTo>
                    <a:pt x="3262875" y="2263233"/>
                  </a:lnTo>
                  <a:lnTo>
                    <a:pt x="3262875" y="2262803"/>
                  </a:lnTo>
                  <a:lnTo>
                    <a:pt x="3263033" y="2262803"/>
                  </a:lnTo>
                  <a:lnTo>
                    <a:pt x="3263191" y="2262803"/>
                  </a:lnTo>
                  <a:lnTo>
                    <a:pt x="3263191" y="2262372"/>
                  </a:lnTo>
                  <a:lnTo>
                    <a:pt x="3263348" y="2262372"/>
                  </a:lnTo>
                  <a:lnTo>
                    <a:pt x="3263506" y="2262372"/>
                  </a:lnTo>
                  <a:lnTo>
                    <a:pt x="3263664" y="2262372"/>
                  </a:lnTo>
                  <a:lnTo>
                    <a:pt x="3263822" y="2262372"/>
                  </a:lnTo>
                  <a:lnTo>
                    <a:pt x="3263979" y="2262372"/>
                  </a:lnTo>
                  <a:lnTo>
                    <a:pt x="3264137" y="2262372"/>
                  </a:lnTo>
                  <a:lnTo>
                    <a:pt x="3264295" y="2262372"/>
                  </a:lnTo>
                  <a:lnTo>
                    <a:pt x="3264452" y="2262372"/>
                  </a:lnTo>
                  <a:lnTo>
                    <a:pt x="3264610" y="2262372"/>
                  </a:lnTo>
                  <a:lnTo>
                    <a:pt x="3264768" y="2262372"/>
                  </a:lnTo>
                  <a:lnTo>
                    <a:pt x="3264768" y="2261941"/>
                  </a:lnTo>
                  <a:lnTo>
                    <a:pt x="3264926" y="2261941"/>
                  </a:lnTo>
                  <a:lnTo>
                    <a:pt x="3264926" y="2261511"/>
                  </a:lnTo>
                  <a:lnTo>
                    <a:pt x="3265083" y="2261511"/>
                  </a:lnTo>
                  <a:lnTo>
                    <a:pt x="3265241" y="2261511"/>
                  </a:lnTo>
                  <a:lnTo>
                    <a:pt x="3265399" y="2261511"/>
                  </a:lnTo>
                  <a:lnTo>
                    <a:pt x="3265399" y="2261080"/>
                  </a:lnTo>
                  <a:lnTo>
                    <a:pt x="3265556" y="2261080"/>
                  </a:lnTo>
                  <a:lnTo>
                    <a:pt x="3265556" y="2260650"/>
                  </a:lnTo>
                  <a:lnTo>
                    <a:pt x="3265714" y="2260650"/>
                  </a:lnTo>
                  <a:lnTo>
                    <a:pt x="3265714" y="2260219"/>
                  </a:lnTo>
                  <a:lnTo>
                    <a:pt x="3265872" y="2260219"/>
                  </a:lnTo>
                  <a:lnTo>
                    <a:pt x="3265872" y="2259788"/>
                  </a:lnTo>
                  <a:lnTo>
                    <a:pt x="3265872" y="2259358"/>
                  </a:lnTo>
                  <a:lnTo>
                    <a:pt x="3266030" y="2259358"/>
                  </a:lnTo>
                  <a:lnTo>
                    <a:pt x="3266187" y="2259358"/>
                  </a:lnTo>
                  <a:lnTo>
                    <a:pt x="3266345" y="2259358"/>
                  </a:lnTo>
                  <a:lnTo>
                    <a:pt x="3266503" y="2259358"/>
                  </a:lnTo>
                  <a:lnTo>
                    <a:pt x="3266660" y="2259358"/>
                  </a:lnTo>
                  <a:lnTo>
                    <a:pt x="3266818" y="2259358"/>
                  </a:lnTo>
                  <a:lnTo>
                    <a:pt x="3266818" y="2258927"/>
                  </a:lnTo>
                  <a:lnTo>
                    <a:pt x="3266976" y="2258927"/>
                  </a:lnTo>
                  <a:lnTo>
                    <a:pt x="3266976" y="2258497"/>
                  </a:lnTo>
                  <a:lnTo>
                    <a:pt x="3266976" y="2258066"/>
                  </a:lnTo>
                  <a:lnTo>
                    <a:pt x="3267134" y="2258066"/>
                  </a:lnTo>
                  <a:lnTo>
                    <a:pt x="3267291" y="2258066"/>
                  </a:lnTo>
                  <a:lnTo>
                    <a:pt x="3267449" y="2258066"/>
                  </a:lnTo>
                  <a:lnTo>
                    <a:pt x="3267607" y="2258066"/>
                  </a:lnTo>
                  <a:lnTo>
                    <a:pt x="3267765" y="2258066"/>
                  </a:lnTo>
                  <a:lnTo>
                    <a:pt x="3267765" y="2257635"/>
                  </a:lnTo>
                  <a:lnTo>
                    <a:pt x="3267922" y="2257635"/>
                  </a:lnTo>
                  <a:lnTo>
                    <a:pt x="3267922" y="2257205"/>
                  </a:lnTo>
                  <a:lnTo>
                    <a:pt x="3267922" y="2256774"/>
                  </a:lnTo>
                  <a:lnTo>
                    <a:pt x="3267922" y="2256344"/>
                  </a:lnTo>
                  <a:lnTo>
                    <a:pt x="3268080" y="2256344"/>
                  </a:lnTo>
                  <a:lnTo>
                    <a:pt x="3268080" y="2255913"/>
                  </a:lnTo>
                  <a:lnTo>
                    <a:pt x="3268238" y="2255913"/>
                  </a:lnTo>
                  <a:lnTo>
                    <a:pt x="3268395" y="2255913"/>
                  </a:lnTo>
                  <a:lnTo>
                    <a:pt x="3268395" y="2255482"/>
                  </a:lnTo>
                  <a:lnTo>
                    <a:pt x="3268553" y="2255482"/>
                  </a:lnTo>
                  <a:lnTo>
                    <a:pt x="3268711" y="2255482"/>
                  </a:lnTo>
                  <a:lnTo>
                    <a:pt x="3268869" y="2255482"/>
                  </a:lnTo>
                  <a:lnTo>
                    <a:pt x="3269026" y="2255482"/>
                  </a:lnTo>
                  <a:lnTo>
                    <a:pt x="3269184" y="2255482"/>
                  </a:lnTo>
                  <a:lnTo>
                    <a:pt x="3269342" y="2255482"/>
                  </a:lnTo>
                  <a:lnTo>
                    <a:pt x="3269342" y="2255052"/>
                  </a:lnTo>
                  <a:lnTo>
                    <a:pt x="3269499" y="2255052"/>
                  </a:lnTo>
                  <a:lnTo>
                    <a:pt x="3269499" y="2254621"/>
                  </a:lnTo>
                  <a:lnTo>
                    <a:pt x="3269657" y="2254621"/>
                  </a:lnTo>
                  <a:lnTo>
                    <a:pt x="3269657" y="2254191"/>
                  </a:lnTo>
                  <a:lnTo>
                    <a:pt x="3269815" y="2254191"/>
                  </a:lnTo>
                  <a:lnTo>
                    <a:pt x="3269815" y="2253760"/>
                  </a:lnTo>
                  <a:lnTo>
                    <a:pt x="3269815" y="2253329"/>
                  </a:lnTo>
                  <a:lnTo>
                    <a:pt x="3269973" y="2253329"/>
                  </a:lnTo>
                  <a:lnTo>
                    <a:pt x="3269973" y="2252899"/>
                  </a:lnTo>
                  <a:lnTo>
                    <a:pt x="3270130" y="2252899"/>
                  </a:lnTo>
                  <a:lnTo>
                    <a:pt x="3270288" y="2252899"/>
                  </a:lnTo>
                  <a:lnTo>
                    <a:pt x="3270446" y="2252899"/>
                  </a:lnTo>
                  <a:lnTo>
                    <a:pt x="3270603" y="2252899"/>
                  </a:lnTo>
                  <a:lnTo>
                    <a:pt x="3270761" y="2252899"/>
                  </a:lnTo>
                  <a:lnTo>
                    <a:pt x="3270919" y="2252899"/>
                  </a:lnTo>
                  <a:lnTo>
                    <a:pt x="3271077" y="2252899"/>
                  </a:lnTo>
                  <a:lnTo>
                    <a:pt x="3271234" y="2252899"/>
                  </a:lnTo>
                  <a:lnTo>
                    <a:pt x="3271392" y="2252899"/>
                  </a:lnTo>
                  <a:lnTo>
                    <a:pt x="3271550" y="2252899"/>
                  </a:lnTo>
                  <a:lnTo>
                    <a:pt x="3271707" y="2252899"/>
                  </a:lnTo>
                  <a:lnTo>
                    <a:pt x="3271865" y="2252899"/>
                  </a:lnTo>
                  <a:lnTo>
                    <a:pt x="3272023" y="2252899"/>
                  </a:lnTo>
                  <a:lnTo>
                    <a:pt x="3272023" y="2252468"/>
                  </a:lnTo>
                  <a:lnTo>
                    <a:pt x="3272181" y="2252468"/>
                  </a:lnTo>
                  <a:lnTo>
                    <a:pt x="3272338" y="2252468"/>
                  </a:lnTo>
                  <a:lnTo>
                    <a:pt x="3272496" y="2252468"/>
                  </a:lnTo>
                  <a:lnTo>
                    <a:pt x="3272496" y="2252038"/>
                  </a:lnTo>
                  <a:lnTo>
                    <a:pt x="3272654" y="2252038"/>
                  </a:lnTo>
                  <a:lnTo>
                    <a:pt x="3272811" y="2252038"/>
                  </a:lnTo>
                  <a:lnTo>
                    <a:pt x="3272969" y="2252038"/>
                  </a:lnTo>
                  <a:lnTo>
                    <a:pt x="3273127" y="2252038"/>
                  </a:lnTo>
                  <a:lnTo>
                    <a:pt x="3273285" y="2252038"/>
                  </a:lnTo>
                  <a:lnTo>
                    <a:pt x="3273442" y="2252038"/>
                  </a:lnTo>
                  <a:lnTo>
                    <a:pt x="3273600" y="2252038"/>
                  </a:lnTo>
                  <a:lnTo>
                    <a:pt x="3273758" y="2252038"/>
                  </a:lnTo>
                  <a:lnTo>
                    <a:pt x="3273758" y="2251607"/>
                  </a:lnTo>
                  <a:lnTo>
                    <a:pt x="3273916" y="2251607"/>
                  </a:lnTo>
                  <a:lnTo>
                    <a:pt x="3273916" y="2251176"/>
                  </a:lnTo>
                  <a:lnTo>
                    <a:pt x="3274073" y="2251176"/>
                  </a:lnTo>
                  <a:lnTo>
                    <a:pt x="3274231" y="2251176"/>
                  </a:lnTo>
                  <a:lnTo>
                    <a:pt x="3274389" y="2251176"/>
                  </a:lnTo>
                  <a:lnTo>
                    <a:pt x="3274546" y="2251176"/>
                  </a:lnTo>
                  <a:lnTo>
                    <a:pt x="3274704" y="2251176"/>
                  </a:lnTo>
                  <a:lnTo>
                    <a:pt x="3274862" y="2251176"/>
                  </a:lnTo>
                  <a:lnTo>
                    <a:pt x="3275020" y="2251176"/>
                  </a:lnTo>
                  <a:lnTo>
                    <a:pt x="3275177" y="2251176"/>
                  </a:lnTo>
                  <a:lnTo>
                    <a:pt x="3275177" y="2250746"/>
                  </a:lnTo>
                  <a:lnTo>
                    <a:pt x="3275335" y="2250746"/>
                  </a:lnTo>
                  <a:lnTo>
                    <a:pt x="3275335" y="2250315"/>
                  </a:lnTo>
                  <a:lnTo>
                    <a:pt x="3275493" y="2250315"/>
                  </a:lnTo>
                  <a:lnTo>
                    <a:pt x="3275493" y="2249885"/>
                  </a:lnTo>
                  <a:lnTo>
                    <a:pt x="3275493" y="2249454"/>
                  </a:lnTo>
                  <a:lnTo>
                    <a:pt x="3275650" y="2249454"/>
                  </a:lnTo>
                  <a:lnTo>
                    <a:pt x="3275808" y="2249454"/>
                  </a:lnTo>
                  <a:lnTo>
                    <a:pt x="3275966" y="2249454"/>
                  </a:lnTo>
                  <a:lnTo>
                    <a:pt x="3276124" y="2249454"/>
                  </a:lnTo>
                  <a:lnTo>
                    <a:pt x="3276124" y="2249023"/>
                  </a:lnTo>
                  <a:lnTo>
                    <a:pt x="3276281" y="2249023"/>
                  </a:lnTo>
                  <a:lnTo>
                    <a:pt x="3276439" y="2249023"/>
                  </a:lnTo>
                  <a:lnTo>
                    <a:pt x="3276439" y="2248593"/>
                  </a:lnTo>
                  <a:lnTo>
                    <a:pt x="3276439" y="2248162"/>
                  </a:lnTo>
                  <a:lnTo>
                    <a:pt x="3276597" y="2248162"/>
                  </a:lnTo>
                  <a:lnTo>
                    <a:pt x="3276597" y="2247732"/>
                  </a:lnTo>
                  <a:lnTo>
                    <a:pt x="3276754" y="2247732"/>
                  </a:lnTo>
                  <a:lnTo>
                    <a:pt x="3276754" y="2247301"/>
                  </a:lnTo>
                  <a:lnTo>
                    <a:pt x="3276912" y="2247301"/>
                  </a:lnTo>
                  <a:lnTo>
                    <a:pt x="3277070" y="2247301"/>
                  </a:lnTo>
                  <a:lnTo>
                    <a:pt x="3277228" y="2247301"/>
                  </a:lnTo>
                  <a:lnTo>
                    <a:pt x="3277385" y="2247301"/>
                  </a:lnTo>
                  <a:lnTo>
                    <a:pt x="3277543" y="2247301"/>
                  </a:lnTo>
                  <a:lnTo>
                    <a:pt x="3277701" y="2247301"/>
                  </a:lnTo>
                  <a:lnTo>
                    <a:pt x="3277701" y="2246870"/>
                  </a:lnTo>
                  <a:lnTo>
                    <a:pt x="3277858" y="2246870"/>
                  </a:lnTo>
                  <a:lnTo>
                    <a:pt x="3278016" y="2246870"/>
                  </a:lnTo>
                  <a:lnTo>
                    <a:pt x="3278174" y="2246870"/>
                  </a:lnTo>
                  <a:lnTo>
                    <a:pt x="3278174" y="2246440"/>
                  </a:lnTo>
                  <a:lnTo>
                    <a:pt x="3278174" y="2246009"/>
                  </a:lnTo>
                  <a:lnTo>
                    <a:pt x="3278174" y="2245579"/>
                  </a:lnTo>
                  <a:lnTo>
                    <a:pt x="3278332" y="2245579"/>
                  </a:lnTo>
                  <a:lnTo>
                    <a:pt x="3278489" y="2245579"/>
                  </a:lnTo>
                  <a:lnTo>
                    <a:pt x="3278647" y="2245579"/>
                  </a:lnTo>
                  <a:lnTo>
                    <a:pt x="3278805" y="2245579"/>
                  </a:lnTo>
                  <a:lnTo>
                    <a:pt x="3278805" y="2245148"/>
                  </a:lnTo>
                  <a:lnTo>
                    <a:pt x="3278805" y="2244717"/>
                  </a:lnTo>
                  <a:lnTo>
                    <a:pt x="3278963" y="2244717"/>
                  </a:lnTo>
                  <a:lnTo>
                    <a:pt x="3278963" y="2244287"/>
                  </a:lnTo>
                  <a:lnTo>
                    <a:pt x="3279120" y="2244287"/>
                  </a:lnTo>
                  <a:lnTo>
                    <a:pt x="3279120" y="2243856"/>
                  </a:lnTo>
                  <a:lnTo>
                    <a:pt x="3279278" y="2243856"/>
                  </a:lnTo>
                  <a:lnTo>
                    <a:pt x="3279436" y="2243856"/>
                  </a:lnTo>
                  <a:lnTo>
                    <a:pt x="3279593" y="2243856"/>
                  </a:lnTo>
                  <a:lnTo>
                    <a:pt x="3279751" y="2243856"/>
                  </a:lnTo>
                  <a:lnTo>
                    <a:pt x="3279909" y="2243856"/>
                  </a:lnTo>
                  <a:lnTo>
                    <a:pt x="3279909" y="2243426"/>
                  </a:lnTo>
                  <a:lnTo>
                    <a:pt x="3280067" y="2243426"/>
                  </a:lnTo>
                  <a:lnTo>
                    <a:pt x="3280224" y="2243426"/>
                  </a:lnTo>
                  <a:lnTo>
                    <a:pt x="3280382" y="2243426"/>
                  </a:lnTo>
                  <a:lnTo>
                    <a:pt x="3280540" y="2243426"/>
                  </a:lnTo>
                  <a:lnTo>
                    <a:pt x="3280697" y="2243426"/>
                  </a:lnTo>
                  <a:lnTo>
                    <a:pt x="3280855" y="2243426"/>
                  </a:lnTo>
                  <a:lnTo>
                    <a:pt x="3281013" y="2243426"/>
                  </a:lnTo>
                  <a:lnTo>
                    <a:pt x="3281013" y="2242995"/>
                  </a:lnTo>
                  <a:lnTo>
                    <a:pt x="3281171" y="2242995"/>
                  </a:lnTo>
                  <a:lnTo>
                    <a:pt x="3281328" y="2242995"/>
                  </a:lnTo>
                  <a:lnTo>
                    <a:pt x="3281486" y="2242995"/>
                  </a:lnTo>
                  <a:lnTo>
                    <a:pt x="3281644" y="2242995"/>
                  </a:lnTo>
                  <a:lnTo>
                    <a:pt x="3281644" y="2242564"/>
                  </a:lnTo>
                  <a:lnTo>
                    <a:pt x="3281801" y="2242564"/>
                  </a:lnTo>
                  <a:lnTo>
                    <a:pt x="3281959" y="2242564"/>
                  </a:lnTo>
                  <a:lnTo>
                    <a:pt x="3281959" y="2242134"/>
                  </a:lnTo>
                  <a:lnTo>
                    <a:pt x="3281959" y="2241703"/>
                  </a:lnTo>
                  <a:lnTo>
                    <a:pt x="3282117" y="2241703"/>
                  </a:lnTo>
                  <a:lnTo>
                    <a:pt x="3282275" y="2241703"/>
                  </a:lnTo>
                  <a:lnTo>
                    <a:pt x="3282432" y="2241703"/>
                  </a:lnTo>
                  <a:lnTo>
                    <a:pt x="3282590" y="2241703"/>
                  </a:lnTo>
                  <a:lnTo>
                    <a:pt x="3282590" y="2241273"/>
                  </a:lnTo>
                  <a:lnTo>
                    <a:pt x="3282748" y="2241273"/>
                  </a:lnTo>
                  <a:lnTo>
                    <a:pt x="3282905" y="2241273"/>
                  </a:lnTo>
                  <a:lnTo>
                    <a:pt x="3283063" y="2241273"/>
                  </a:lnTo>
                  <a:lnTo>
                    <a:pt x="3283221" y="2241273"/>
                  </a:lnTo>
                  <a:lnTo>
                    <a:pt x="3283379" y="2241273"/>
                  </a:lnTo>
                  <a:lnTo>
                    <a:pt x="3283536" y="2241273"/>
                  </a:lnTo>
                  <a:lnTo>
                    <a:pt x="3283694" y="2241273"/>
                  </a:lnTo>
                  <a:lnTo>
                    <a:pt x="3283852" y="2241273"/>
                  </a:lnTo>
                  <a:lnTo>
                    <a:pt x="3284009" y="2241273"/>
                  </a:lnTo>
                  <a:lnTo>
                    <a:pt x="3284009" y="2240842"/>
                  </a:lnTo>
                  <a:lnTo>
                    <a:pt x="3284167" y="2240842"/>
                  </a:lnTo>
                  <a:lnTo>
                    <a:pt x="3284325" y="2240842"/>
                  </a:lnTo>
                  <a:lnTo>
                    <a:pt x="3284483" y="2240842"/>
                  </a:lnTo>
                  <a:lnTo>
                    <a:pt x="3284640" y="2240842"/>
                  </a:lnTo>
                  <a:lnTo>
                    <a:pt x="3284798" y="2240842"/>
                  </a:lnTo>
                  <a:lnTo>
                    <a:pt x="3284798" y="2240411"/>
                  </a:lnTo>
                  <a:lnTo>
                    <a:pt x="3284956" y="2240411"/>
                  </a:lnTo>
                  <a:lnTo>
                    <a:pt x="3285114" y="2240411"/>
                  </a:lnTo>
                  <a:lnTo>
                    <a:pt x="3285271" y="2240411"/>
                  </a:lnTo>
                  <a:lnTo>
                    <a:pt x="3285429" y="2240411"/>
                  </a:lnTo>
                  <a:lnTo>
                    <a:pt x="3285429" y="2239981"/>
                  </a:lnTo>
                  <a:lnTo>
                    <a:pt x="3285429" y="2239550"/>
                  </a:lnTo>
                  <a:lnTo>
                    <a:pt x="3285429" y="2239120"/>
                  </a:lnTo>
                  <a:lnTo>
                    <a:pt x="3285429" y="2238689"/>
                  </a:lnTo>
                  <a:lnTo>
                    <a:pt x="3285587" y="2238689"/>
                  </a:lnTo>
                  <a:lnTo>
                    <a:pt x="3285587" y="2238258"/>
                  </a:lnTo>
                  <a:lnTo>
                    <a:pt x="3285587" y="2237828"/>
                  </a:lnTo>
                  <a:lnTo>
                    <a:pt x="3285744" y="2237828"/>
                  </a:lnTo>
                  <a:lnTo>
                    <a:pt x="3285902" y="2237828"/>
                  </a:lnTo>
                  <a:lnTo>
                    <a:pt x="3285902" y="2237397"/>
                  </a:lnTo>
                  <a:lnTo>
                    <a:pt x="3286060" y="2237397"/>
                  </a:lnTo>
                  <a:lnTo>
                    <a:pt x="3286218" y="2237397"/>
                  </a:lnTo>
                  <a:lnTo>
                    <a:pt x="3286375" y="2237397"/>
                  </a:lnTo>
                  <a:lnTo>
                    <a:pt x="3286533" y="2237397"/>
                  </a:lnTo>
                  <a:lnTo>
                    <a:pt x="3286533" y="2236967"/>
                  </a:lnTo>
                  <a:lnTo>
                    <a:pt x="3286691" y="2236967"/>
                  </a:lnTo>
                  <a:lnTo>
                    <a:pt x="3286848" y="2236967"/>
                  </a:lnTo>
                  <a:lnTo>
                    <a:pt x="3287006" y="2236967"/>
                  </a:lnTo>
                  <a:lnTo>
                    <a:pt x="3287006" y="2236536"/>
                  </a:lnTo>
                  <a:lnTo>
                    <a:pt x="3287006" y="2236105"/>
                  </a:lnTo>
                  <a:lnTo>
                    <a:pt x="3287164" y="2236105"/>
                  </a:lnTo>
                  <a:lnTo>
                    <a:pt x="3287322" y="2236105"/>
                  </a:lnTo>
                  <a:lnTo>
                    <a:pt x="3287479" y="2236105"/>
                  </a:lnTo>
                  <a:lnTo>
                    <a:pt x="3287637" y="2236105"/>
                  </a:lnTo>
                  <a:lnTo>
                    <a:pt x="3287795" y="2236105"/>
                  </a:lnTo>
                  <a:lnTo>
                    <a:pt x="3287952" y="2236105"/>
                  </a:lnTo>
                  <a:lnTo>
                    <a:pt x="3288110" y="2236105"/>
                  </a:lnTo>
                  <a:lnTo>
                    <a:pt x="3288268" y="2236105"/>
                  </a:lnTo>
                  <a:lnTo>
                    <a:pt x="3288426" y="2236105"/>
                  </a:lnTo>
                  <a:lnTo>
                    <a:pt x="3288583" y="2236105"/>
                  </a:lnTo>
                  <a:lnTo>
                    <a:pt x="3288583" y="2235675"/>
                  </a:lnTo>
                  <a:lnTo>
                    <a:pt x="3288741" y="2235675"/>
                  </a:lnTo>
                  <a:lnTo>
                    <a:pt x="3288741" y="2235244"/>
                  </a:lnTo>
                  <a:lnTo>
                    <a:pt x="3288899" y="2235244"/>
                  </a:lnTo>
                  <a:lnTo>
                    <a:pt x="3288899" y="2234814"/>
                  </a:lnTo>
                  <a:lnTo>
                    <a:pt x="3289056" y="2234814"/>
                  </a:lnTo>
                  <a:lnTo>
                    <a:pt x="3289214" y="2234814"/>
                  </a:lnTo>
                  <a:lnTo>
                    <a:pt x="3289372" y="2234814"/>
                  </a:lnTo>
                  <a:lnTo>
                    <a:pt x="3289372" y="2234383"/>
                  </a:lnTo>
                  <a:lnTo>
                    <a:pt x="3289530" y="2234383"/>
                  </a:lnTo>
                  <a:lnTo>
                    <a:pt x="3289687" y="2234383"/>
                  </a:lnTo>
                  <a:lnTo>
                    <a:pt x="3289845" y="2234383"/>
                  </a:lnTo>
                  <a:lnTo>
                    <a:pt x="3290003" y="2234383"/>
                  </a:lnTo>
                  <a:lnTo>
                    <a:pt x="3290003" y="2233952"/>
                  </a:lnTo>
                  <a:lnTo>
                    <a:pt x="3290161" y="2233952"/>
                  </a:lnTo>
                  <a:lnTo>
                    <a:pt x="3290318" y="2233952"/>
                  </a:lnTo>
                  <a:lnTo>
                    <a:pt x="3290476" y="2233952"/>
                  </a:lnTo>
                  <a:lnTo>
                    <a:pt x="3290634" y="2233952"/>
                  </a:lnTo>
                  <a:lnTo>
                    <a:pt x="3290791" y="2233952"/>
                  </a:lnTo>
                  <a:lnTo>
                    <a:pt x="3290949" y="2233952"/>
                  </a:lnTo>
                  <a:lnTo>
                    <a:pt x="3291107" y="2233952"/>
                  </a:lnTo>
                  <a:lnTo>
                    <a:pt x="3291265" y="2233952"/>
                  </a:lnTo>
                  <a:lnTo>
                    <a:pt x="3291422" y="2233952"/>
                  </a:lnTo>
                  <a:lnTo>
                    <a:pt x="3291580" y="2233952"/>
                  </a:lnTo>
                  <a:lnTo>
                    <a:pt x="3291738" y="2233952"/>
                  </a:lnTo>
                  <a:lnTo>
                    <a:pt x="3291895" y="2233952"/>
                  </a:lnTo>
                  <a:lnTo>
                    <a:pt x="3292053" y="2233952"/>
                  </a:lnTo>
                  <a:lnTo>
                    <a:pt x="3292053" y="2233522"/>
                  </a:lnTo>
                  <a:lnTo>
                    <a:pt x="3292053" y="2233091"/>
                  </a:lnTo>
                  <a:lnTo>
                    <a:pt x="3292053" y="2232661"/>
                  </a:lnTo>
                  <a:lnTo>
                    <a:pt x="3292211" y="2232661"/>
                  </a:lnTo>
                  <a:lnTo>
                    <a:pt x="3292369" y="2232661"/>
                  </a:lnTo>
                  <a:lnTo>
                    <a:pt x="3292526" y="2232661"/>
                  </a:lnTo>
                  <a:lnTo>
                    <a:pt x="3292526" y="2232230"/>
                  </a:lnTo>
                  <a:lnTo>
                    <a:pt x="3292684" y="2232230"/>
                  </a:lnTo>
                  <a:lnTo>
                    <a:pt x="3292684" y="2231799"/>
                  </a:lnTo>
                  <a:lnTo>
                    <a:pt x="3292842" y="2231799"/>
                  </a:lnTo>
                  <a:lnTo>
                    <a:pt x="3292999" y="2231799"/>
                  </a:lnTo>
                  <a:lnTo>
                    <a:pt x="3293157" y="2231799"/>
                  </a:lnTo>
                  <a:lnTo>
                    <a:pt x="3293157" y="2231369"/>
                  </a:lnTo>
                  <a:lnTo>
                    <a:pt x="3293157" y="2230938"/>
                  </a:lnTo>
                  <a:lnTo>
                    <a:pt x="3293315" y="2230938"/>
                  </a:lnTo>
                  <a:lnTo>
                    <a:pt x="3293473" y="2230938"/>
                  </a:lnTo>
                  <a:lnTo>
                    <a:pt x="3293630" y="2230938"/>
                  </a:lnTo>
                  <a:lnTo>
                    <a:pt x="3293630" y="2230508"/>
                  </a:lnTo>
                  <a:lnTo>
                    <a:pt x="3293788" y="2230508"/>
                  </a:lnTo>
                  <a:lnTo>
                    <a:pt x="3293946" y="2230508"/>
                  </a:lnTo>
                  <a:lnTo>
                    <a:pt x="3294103" y="2230508"/>
                  </a:lnTo>
                  <a:lnTo>
                    <a:pt x="3294103" y="2230077"/>
                  </a:lnTo>
                  <a:lnTo>
                    <a:pt x="3294103" y="2229646"/>
                  </a:lnTo>
                  <a:lnTo>
                    <a:pt x="3294261" y="2229646"/>
                  </a:lnTo>
                  <a:lnTo>
                    <a:pt x="3294419" y="2229646"/>
                  </a:lnTo>
                  <a:lnTo>
                    <a:pt x="3294577" y="2229646"/>
                  </a:lnTo>
                  <a:lnTo>
                    <a:pt x="3294734" y="2229646"/>
                  </a:lnTo>
                  <a:lnTo>
                    <a:pt x="3294892" y="2229646"/>
                  </a:lnTo>
                  <a:lnTo>
                    <a:pt x="3294892" y="2229216"/>
                  </a:lnTo>
                  <a:lnTo>
                    <a:pt x="3295050" y="2229216"/>
                  </a:lnTo>
                  <a:lnTo>
                    <a:pt x="3295207" y="2229216"/>
                  </a:lnTo>
                  <a:lnTo>
                    <a:pt x="3295365" y="2229216"/>
                  </a:lnTo>
                  <a:lnTo>
                    <a:pt x="3295523" y="2229216"/>
                  </a:lnTo>
                  <a:lnTo>
                    <a:pt x="3295681" y="2229216"/>
                  </a:lnTo>
                  <a:lnTo>
                    <a:pt x="3295681" y="2228785"/>
                  </a:lnTo>
                  <a:lnTo>
                    <a:pt x="3295838" y="2228785"/>
                  </a:lnTo>
                  <a:lnTo>
                    <a:pt x="3295996" y="2228785"/>
                  </a:lnTo>
                  <a:lnTo>
                    <a:pt x="3295996" y="2228355"/>
                  </a:lnTo>
                  <a:lnTo>
                    <a:pt x="3295996" y="2227924"/>
                  </a:lnTo>
                  <a:lnTo>
                    <a:pt x="3296154" y="2227924"/>
                  </a:lnTo>
                  <a:lnTo>
                    <a:pt x="3296312" y="2227924"/>
                  </a:lnTo>
                  <a:lnTo>
                    <a:pt x="3296469" y="2227924"/>
                  </a:lnTo>
                  <a:lnTo>
                    <a:pt x="3296469" y="2227493"/>
                  </a:lnTo>
                  <a:lnTo>
                    <a:pt x="3296627" y="2227493"/>
                  </a:lnTo>
                  <a:lnTo>
                    <a:pt x="3296785" y="2227493"/>
                  </a:lnTo>
                  <a:lnTo>
                    <a:pt x="3296785" y="2227063"/>
                  </a:lnTo>
                  <a:lnTo>
                    <a:pt x="3296785" y="2226632"/>
                  </a:lnTo>
                  <a:lnTo>
                    <a:pt x="3296942" y="2226632"/>
                  </a:lnTo>
                  <a:lnTo>
                    <a:pt x="3297100" y="2226632"/>
                  </a:lnTo>
                  <a:lnTo>
                    <a:pt x="3297100" y="2226202"/>
                  </a:lnTo>
                  <a:lnTo>
                    <a:pt x="3297258" y="2226202"/>
                  </a:lnTo>
                  <a:lnTo>
                    <a:pt x="3297416" y="2226202"/>
                  </a:lnTo>
                  <a:lnTo>
                    <a:pt x="3297573" y="2226202"/>
                  </a:lnTo>
                  <a:lnTo>
                    <a:pt x="3297573" y="2225771"/>
                  </a:lnTo>
                  <a:lnTo>
                    <a:pt x="3297573" y="2225340"/>
                  </a:lnTo>
                  <a:lnTo>
                    <a:pt x="3297573" y="2224910"/>
                  </a:lnTo>
                  <a:lnTo>
                    <a:pt x="3297731" y="2224910"/>
                  </a:lnTo>
                  <a:lnTo>
                    <a:pt x="3297889" y="2224910"/>
                  </a:lnTo>
                  <a:lnTo>
                    <a:pt x="3297889" y="2224479"/>
                  </a:lnTo>
                  <a:lnTo>
                    <a:pt x="3298046" y="2224479"/>
                  </a:lnTo>
                  <a:lnTo>
                    <a:pt x="3298046" y="2224049"/>
                  </a:lnTo>
                  <a:lnTo>
                    <a:pt x="3298204" y="2224049"/>
                  </a:lnTo>
                  <a:lnTo>
                    <a:pt x="3298362" y="2224049"/>
                  </a:lnTo>
                  <a:lnTo>
                    <a:pt x="3298520" y="2224049"/>
                  </a:lnTo>
                  <a:lnTo>
                    <a:pt x="3298677" y="2224049"/>
                  </a:lnTo>
                  <a:lnTo>
                    <a:pt x="3298835" y="2224049"/>
                  </a:lnTo>
                  <a:lnTo>
                    <a:pt x="3298993" y="2224049"/>
                  </a:lnTo>
                  <a:lnTo>
                    <a:pt x="3299150" y="2224049"/>
                  </a:lnTo>
                  <a:lnTo>
                    <a:pt x="3299308" y="2224049"/>
                  </a:lnTo>
                  <a:lnTo>
                    <a:pt x="3299466" y="2224049"/>
                  </a:lnTo>
                  <a:lnTo>
                    <a:pt x="3299624" y="2224049"/>
                  </a:lnTo>
                  <a:lnTo>
                    <a:pt x="3299781" y="2224049"/>
                  </a:lnTo>
                  <a:lnTo>
                    <a:pt x="3299781" y="2223618"/>
                  </a:lnTo>
                  <a:lnTo>
                    <a:pt x="3299781" y="2223187"/>
                  </a:lnTo>
                  <a:lnTo>
                    <a:pt x="3299939" y="2223187"/>
                  </a:lnTo>
                  <a:lnTo>
                    <a:pt x="3300097" y="2223187"/>
                  </a:lnTo>
                  <a:lnTo>
                    <a:pt x="3300254" y="2223187"/>
                  </a:lnTo>
                  <a:lnTo>
                    <a:pt x="3300254" y="2222757"/>
                  </a:lnTo>
                  <a:lnTo>
                    <a:pt x="3300412" y="2222757"/>
                  </a:lnTo>
                  <a:lnTo>
                    <a:pt x="3300412" y="2222326"/>
                  </a:lnTo>
                  <a:lnTo>
                    <a:pt x="3300570" y="2222326"/>
                  </a:lnTo>
                  <a:lnTo>
                    <a:pt x="3300728" y="2222326"/>
                  </a:lnTo>
                  <a:lnTo>
                    <a:pt x="3300885" y="2222326"/>
                  </a:lnTo>
                  <a:lnTo>
                    <a:pt x="3301043" y="2222326"/>
                  </a:lnTo>
                  <a:lnTo>
                    <a:pt x="3301201" y="2222326"/>
                  </a:lnTo>
                  <a:lnTo>
                    <a:pt x="3301359" y="2222326"/>
                  </a:lnTo>
                  <a:lnTo>
                    <a:pt x="3301516" y="2222326"/>
                  </a:lnTo>
                  <a:lnTo>
                    <a:pt x="3301516" y="2221896"/>
                  </a:lnTo>
                  <a:lnTo>
                    <a:pt x="3301674" y="2221896"/>
                  </a:lnTo>
                  <a:lnTo>
                    <a:pt x="3301832" y="2221896"/>
                  </a:lnTo>
                  <a:lnTo>
                    <a:pt x="3301989" y="2221896"/>
                  </a:lnTo>
                  <a:lnTo>
                    <a:pt x="3302147" y="2221896"/>
                  </a:lnTo>
                  <a:lnTo>
                    <a:pt x="3302305" y="2221896"/>
                  </a:lnTo>
                  <a:lnTo>
                    <a:pt x="3302463" y="2221896"/>
                  </a:lnTo>
                  <a:lnTo>
                    <a:pt x="3302620" y="2221896"/>
                  </a:lnTo>
                  <a:lnTo>
                    <a:pt x="3302778" y="2221896"/>
                  </a:lnTo>
                  <a:lnTo>
                    <a:pt x="3302936" y="2221896"/>
                  </a:lnTo>
                  <a:lnTo>
                    <a:pt x="3303093" y="2221896"/>
                  </a:lnTo>
                  <a:lnTo>
                    <a:pt x="3303251" y="2221896"/>
                  </a:lnTo>
                  <a:lnTo>
                    <a:pt x="3303409" y="2221896"/>
                  </a:lnTo>
                  <a:lnTo>
                    <a:pt x="3303409" y="2221465"/>
                  </a:lnTo>
                  <a:lnTo>
                    <a:pt x="3303567" y="2221465"/>
                  </a:lnTo>
                  <a:lnTo>
                    <a:pt x="3303724" y="2221465"/>
                  </a:lnTo>
                  <a:lnTo>
                    <a:pt x="3303882" y="2221465"/>
                  </a:lnTo>
                  <a:lnTo>
                    <a:pt x="3304040" y="2221465"/>
                  </a:lnTo>
                  <a:lnTo>
                    <a:pt x="3304197" y="2221465"/>
                  </a:lnTo>
                  <a:lnTo>
                    <a:pt x="3304197" y="2221034"/>
                  </a:lnTo>
                  <a:lnTo>
                    <a:pt x="3304355" y="2221034"/>
                  </a:lnTo>
                  <a:lnTo>
                    <a:pt x="3304513" y="2221034"/>
                  </a:lnTo>
                  <a:lnTo>
                    <a:pt x="3304513" y="2220604"/>
                  </a:lnTo>
                  <a:lnTo>
                    <a:pt x="3304513" y="2220173"/>
                  </a:lnTo>
                  <a:lnTo>
                    <a:pt x="3304671" y="2220173"/>
                  </a:lnTo>
                  <a:lnTo>
                    <a:pt x="3304828" y="2220173"/>
                  </a:lnTo>
                  <a:lnTo>
                    <a:pt x="3304828" y="2219743"/>
                  </a:lnTo>
                  <a:lnTo>
                    <a:pt x="3304828" y="2219312"/>
                  </a:lnTo>
                  <a:lnTo>
                    <a:pt x="3304986" y="2219312"/>
                  </a:lnTo>
                  <a:lnTo>
                    <a:pt x="3305144" y="2219312"/>
                  </a:lnTo>
                  <a:lnTo>
                    <a:pt x="3305301" y="2219312"/>
                  </a:lnTo>
                  <a:lnTo>
                    <a:pt x="3305459" y="2219312"/>
                  </a:lnTo>
                  <a:lnTo>
                    <a:pt x="3305617" y="2219312"/>
                  </a:lnTo>
                  <a:lnTo>
                    <a:pt x="3305775" y="2219312"/>
                  </a:lnTo>
                  <a:lnTo>
                    <a:pt x="3305932" y="2219312"/>
                  </a:lnTo>
                  <a:lnTo>
                    <a:pt x="3305932" y="2218881"/>
                  </a:lnTo>
                  <a:lnTo>
                    <a:pt x="3306090" y="2218881"/>
                  </a:lnTo>
                  <a:lnTo>
                    <a:pt x="3306248" y="2218881"/>
                  </a:lnTo>
                  <a:lnTo>
                    <a:pt x="3306405" y="2218881"/>
                  </a:lnTo>
                  <a:lnTo>
                    <a:pt x="3306405" y="2218451"/>
                  </a:lnTo>
                  <a:lnTo>
                    <a:pt x="3306563" y="2218451"/>
                  </a:lnTo>
                  <a:lnTo>
                    <a:pt x="3306721" y="2218451"/>
                  </a:lnTo>
                  <a:lnTo>
                    <a:pt x="3306879" y="2218451"/>
                  </a:lnTo>
                  <a:lnTo>
                    <a:pt x="3307036" y="2218451"/>
                  </a:lnTo>
                  <a:lnTo>
                    <a:pt x="3307194" y="2218451"/>
                  </a:lnTo>
                  <a:lnTo>
                    <a:pt x="3307352" y="2218451"/>
                  </a:lnTo>
                  <a:lnTo>
                    <a:pt x="3307510" y="2218451"/>
                  </a:lnTo>
                  <a:lnTo>
                    <a:pt x="3307510" y="2218020"/>
                  </a:lnTo>
                  <a:lnTo>
                    <a:pt x="3307510" y="2217590"/>
                  </a:lnTo>
                  <a:lnTo>
                    <a:pt x="3307510" y="2217159"/>
                  </a:lnTo>
                  <a:lnTo>
                    <a:pt x="3307667" y="2217159"/>
                  </a:lnTo>
                  <a:lnTo>
                    <a:pt x="3307825" y="2217159"/>
                  </a:lnTo>
                  <a:lnTo>
                    <a:pt x="3307983" y="2217159"/>
                  </a:lnTo>
                  <a:lnTo>
                    <a:pt x="3308140" y="2217159"/>
                  </a:lnTo>
                  <a:lnTo>
                    <a:pt x="3308298" y="2217159"/>
                  </a:lnTo>
                  <a:lnTo>
                    <a:pt x="3308456" y="2217159"/>
                  </a:lnTo>
                  <a:lnTo>
                    <a:pt x="3308614" y="2217159"/>
                  </a:lnTo>
                  <a:lnTo>
                    <a:pt x="3308614" y="2216728"/>
                  </a:lnTo>
                  <a:lnTo>
                    <a:pt x="3308614" y="2216298"/>
                  </a:lnTo>
                  <a:lnTo>
                    <a:pt x="3308614" y="2215867"/>
                  </a:lnTo>
                  <a:lnTo>
                    <a:pt x="3308771" y="2215867"/>
                  </a:lnTo>
                  <a:lnTo>
                    <a:pt x="3308771" y="2215437"/>
                  </a:lnTo>
                  <a:lnTo>
                    <a:pt x="3308929" y="2215437"/>
                  </a:lnTo>
                  <a:lnTo>
                    <a:pt x="3309087" y="2215437"/>
                  </a:lnTo>
                  <a:lnTo>
                    <a:pt x="3309244" y="2215437"/>
                  </a:lnTo>
                  <a:lnTo>
                    <a:pt x="3309244" y="2215006"/>
                  </a:lnTo>
                  <a:lnTo>
                    <a:pt x="3309402" y="2215006"/>
                  </a:lnTo>
                  <a:lnTo>
                    <a:pt x="3309560" y="2215006"/>
                  </a:lnTo>
                  <a:lnTo>
                    <a:pt x="3309560" y="2214575"/>
                  </a:lnTo>
                  <a:lnTo>
                    <a:pt x="3309718" y="2214575"/>
                  </a:lnTo>
                  <a:lnTo>
                    <a:pt x="3309875" y="2214575"/>
                  </a:lnTo>
                  <a:lnTo>
                    <a:pt x="3309875" y="2214145"/>
                  </a:lnTo>
                  <a:lnTo>
                    <a:pt x="3309875" y="2213714"/>
                  </a:lnTo>
                  <a:lnTo>
                    <a:pt x="3310033" y="2213714"/>
                  </a:lnTo>
                  <a:lnTo>
                    <a:pt x="3310033" y="2213284"/>
                  </a:lnTo>
                  <a:lnTo>
                    <a:pt x="3310191" y="2213284"/>
                  </a:lnTo>
                  <a:lnTo>
                    <a:pt x="3310191" y="2212853"/>
                  </a:lnTo>
                  <a:lnTo>
                    <a:pt x="3310348" y="2212853"/>
                  </a:lnTo>
                  <a:lnTo>
                    <a:pt x="3310506" y="2212853"/>
                  </a:lnTo>
                  <a:lnTo>
                    <a:pt x="3310664" y="2212853"/>
                  </a:lnTo>
                  <a:lnTo>
                    <a:pt x="3310664" y="2212422"/>
                  </a:lnTo>
                  <a:lnTo>
                    <a:pt x="3310664" y="2211992"/>
                  </a:lnTo>
                  <a:lnTo>
                    <a:pt x="3310822" y="2211992"/>
                  </a:lnTo>
                  <a:lnTo>
                    <a:pt x="3310979" y="2211992"/>
                  </a:lnTo>
                  <a:lnTo>
                    <a:pt x="3311137" y="2211992"/>
                  </a:lnTo>
                  <a:lnTo>
                    <a:pt x="3311137" y="2211561"/>
                  </a:lnTo>
                  <a:lnTo>
                    <a:pt x="3311295" y="2211561"/>
                  </a:lnTo>
                  <a:lnTo>
                    <a:pt x="3311452" y="2211561"/>
                  </a:lnTo>
                  <a:lnTo>
                    <a:pt x="3311610" y="2211561"/>
                  </a:lnTo>
                  <a:lnTo>
                    <a:pt x="3311768" y="2211561"/>
                  </a:lnTo>
                  <a:lnTo>
                    <a:pt x="3311768" y="2211131"/>
                  </a:lnTo>
                  <a:lnTo>
                    <a:pt x="3311926" y="2211131"/>
                  </a:lnTo>
                  <a:lnTo>
                    <a:pt x="3312083" y="2211131"/>
                  </a:lnTo>
                  <a:lnTo>
                    <a:pt x="3312241" y="2211131"/>
                  </a:lnTo>
                  <a:lnTo>
                    <a:pt x="3312399" y="2211131"/>
                  </a:lnTo>
                  <a:lnTo>
                    <a:pt x="3312556" y="2211131"/>
                  </a:lnTo>
                  <a:lnTo>
                    <a:pt x="3312714" y="2211131"/>
                  </a:lnTo>
                  <a:lnTo>
                    <a:pt x="3312872" y="2211131"/>
                  </a:lnTo>
                  <a:lnTo>
                    <a:pt x="3313030" y="2211131"/>
                  </a:lnTo>
                  <a:lnTo>
                    <a:pt x="3313187" y="2211131"/>
                  </a:lnTo>
                  <a:lnTo>
                    <a:pt x="3313187" y="2210700"/>
                  </a:lnTo>
                  <a:lnTo>
                    <a:pt x="3313345" y="2210700"/>
                  </a:lnTo>
                  <a:lnTo>
                    <a:pt x="3313503" y="2210700"/>
                  </a:lnTo>
                  <a:lnTo>
                    <a:pt x="3313503" y="2210269"/>
                  </a:lnTo>
                  <a:lnTo>
                    <a:pt x="3313503" y="2209839"/>
                  </a:lnTo>
                  <a:lnTo>
                    <a:pt x="3313503" y="2209408"/>
                  </a:lnTo>
                  <a:lnTo>
                    <a:pt x="3313661" y="2209408"/>
                  </a:lnTo>
                  <a:lnTo>
                    <a:pt x="3313818" y="2209408"/>
                  </a:lnTo>
                  <a:lnTo>
                    <a:pt x="3313976" y="2209408"/>
                  </a:lnTo>
                  <a:lnTo>
                    <a:pt x="3313976" y="2208978"/>
                  </a:lnTo>
                  <a:lnTo>
                    <a:pt x="3313976" y="2208547"/>
                  </a:lnTo>
                  <a:lnTo>
                    <a:pt x="3313976" y="2208116"/>
                  </a:lnTo>
                  <a:lnTo>
                    <a:pt x="3313976" y="2207686"/>
                  </a:lnTo>
                  <a:lnTo>
                    <a:pt x="3313976" y="2207255"/>
                  </a:lnTo>
                  <a:lnTo>
                    <a:pt x="3314134" y="2207255"/>
                  </a:lnTo>
                  <a:lnTo>
                    <a:pt x="3314291" y="2207255"/>
                  </a:lnTo>
                  <a:lnTo>
                    <a:pt x="3314449" y="2207255"/>
                  </a:lnTo>
                  <a:lnTo>
                    <a:pt x="3314607" y="2207255"/>
                  </a:lnTo>
                  <a:lnTo>
                    <a:pt x="3314765" y="2207255"/>
                  </a:lnTo>
                  <a:lnTo>
                    <a:pt x="3314922" y="2207255"/>
                  </a:lnTo>
                  <a:lnTo>
                    <a:pt x="3315080" y="2207255"/>
                  </a:lnTo>
                  <a:lnTo>
                    <a:pt x="3315238" y="2207255"/>
                  </a:lnTo>
                  <a:lnTo>
                    <a:pt x="3315395" y="2207255"/>
                  </a:lnTo>
                  <a:lnTo>
                    <a:pt x="3315553" y="2207255"/>
                  </a:lnTo>
                  <a:lnTo>
                    <a:pt x="3315711" y="2207255"/>
                  </a:lnTo>
                  <a:lnTo>
                    <a:pt x="3315711" y="2206825"/>
                  </a:lnTo>
                  <a:lnTo>
                    <a:pt x="3315869" y="2206825"/>
                  </a:lnTo>
                  <a:lnTo>
                    <a:pt x="3316026" y="2206825"/>
                  </a:lnTo>
                  <a:lnTo>
                    <a:pt x="3316184" y="2206825"/>
                  </a:lnTo>
                  <a:lnTo>
                    <a:pt x="3316342" y="2206825"/>
                  </a:lnTo>
                  <a:lnTo>
                    <a:pt x="3316499" y="2206825"/>
                  </a:lnTo>
                  <a:lnTo>
                    <a:pt x="3316657" y="2206825"/>
                  </a:lnTo>
                  <a:lnTo>
                    <a:pt x="3316815" y="2206825"/>
                  </a:lnTo>
                  <a:lnTo>
                    <a:pt x="3316973" y="2206825"/>
                  </a:lnTo>
                  <a:lnTo>
                    <a:pt x="3317130" y="2206825"/>
                  </a:lnTo>
                  <a:lnTo>
                    <a:pt x="3317130" y="2206394"/>
                  </a:lnTo>
                  <a:lnTo>
                    <a:pt x="3317130" y="2205963"/>
                  </a:lnTo>
                  <a:lnTo>
                    <a:pt x="3317288" y="2205963"/>
                  </a:lnTo>
                  <a:lnTo>
                    <a:pt x="3317446" y="2205963"/>
                  </a:lnTo>
                  <a:lnTo>
                    <a:pt x="3317603" y="2205963"/>
                  </a:lnTo>
                  <a:lnTo>
                    <a:pt x="3317761" y="2205963"/>
                  </a:lnTo>
                  <a:lnTo>
                    <a:pt x="3317919" y="2205963"/>
                  </a:lnTo>
                  <a:lnTo>
                    <a:pt x="3318077" y="2205963"/>
                  </a:lnTo>
                  <a:lnTo>
                    <a:pt x="3318234" y="2205963"/>
                  </a:lnTo>
                  <a:lnTo>
                    <a:pt x="3318392" y="2205963"/>
                  </a:lnTo>
                  <a:lnTo>
                    <a:pt x="3318550" y="2205963"/>
                  </a:lnTo>
                  <a:lnTo>
                    <a:pt x="3318708" y="2205963"/>
                  </a:lnTo>
                  <a:lnTo>
                    <a:pt x="3318708" y="2205533"/>
                  </a:lnTo>
                  <a:lnTo>
                    <a:pt x="3318708" y="2205102"/>
                  </a:lnTo>
                  <a:lnTo>
                    <a:pt x="3318865" y="2205102"/>
                  </a:lnTo>
                  <a:lnTo>
                    <a:pt x="3318865" y="2204672"/>
                  </a:lnTo>
                  <a:lnTo>
                    <a:pt x="3319023" y="2204672"/>
                  </a:lnTo>
                  <a:lnTo>
                    <a:pt x="3319181" y="2204672"/>
                  </a:lnTo>
                  <a:lnTo>
                    <a:pt x="3319338" y="2204672"/>
                  </a:lnTo>
                  <a:lnTo>
                    <a:pt x="3319338" y="2204241"/>
                  </a:lnTo>
                  <a:lnTo>
                    <a:pt x="3319496" y="2204241"/>
                  </a:lnTo>
                  <a:lnTo>
                    <a:pt x="3319496" y="2203810"/>
                  </a:lnTo>
                  <a:lnTo>
                    <a:pt x="3319654" y="2203810"/>
                  </a:lnTo>
                  <a:lnTo>
                    <a:pt x="3319812" y="2203810"/>
                  </a:lnTo>
                  <a:lnTo>
                    <a:pt x="3319969" y="2203810"/>
                  </a:lnTo>
                  <a:lnTo>
                    <a:pt x="3320127" y="2203810"/>
                  </a:lnTo>
                  <a:lnTo>
                    <a:pt x="3320285" y="2203810"/>
                  </a:lnTo>
                  <a:lnTo>
                    <a:pt x="3320442" y="2203810"/>
                  </a:lnTo>
                  <a:lnTo>
                    <a:pt x="3320442" y="2203380"/>
                  </a:lnTo>
                  <a:lnTo>
                    <a:pt x="3320442" y="2202949"/>
                  </a:lnTo>
                  <a:lnTo>
                    <a:pt x="3320600" y="2202949"/>
                  </a:lnTo>
                  <a:lnTo>
                    <a:pt x="3320758" y="2202949"/>
                  </a:lnTo>
                  <a:lnTo>
                    <a:pt x="3320916" y="2202949"/>
                  </a:lnTo>
                  <a:lnTo>
                    <a:pt x="3321073" y="2202949"/>
                  </a:lnTo>
                  <a:lnTo>
                    <a:pt x="3321231" y="2202949"/>
                  </a:lnTo>
                  <a:lnTo>
                    <a:pt x="3321389" y="2202949"/>
                  </a:lnTo>
                  <a:lnTo>
                    <a:pt x="3321546" y="2202949"/>
                  </a:lnTo>
                  <a:lnTo>
                    <a:pt x="3321546" y="2202519"/>
                  </a:lnTo>
                  <a:lnTo>
                    <a:pt x="3321546" y="2202088"/>
                  </a:lnTo>
                  <a:lnTo>
                    <a:pt x="3321704" y="2202088"/>
                  </a:lnTo>
                  <a:lnTo>
                    <a:pt x="3321704" y="2201657"/>
                  </a:lnTo>
                  <a:lnTo>
                    <a:pt x="3321704" y="2201227"/>
                  </a:lnTo>
                  <a:lnTo>
                    <a:pt x="3321862" y="2201227"/>
                  </a:lnTo>
                  <a:lnTo>
                    <a:pt x="3322020" y="2201227"/>
                  </a:lnTo>
                  <a:lnTo>
                    <a:pt x="3322177" y="2201227"/>
                  </a:lnTo>
                  <a:lnTo>
                    <a:pt x="3322177" y="2200796"/>
                  </a:lnTo>
                  <a:lnTo>
                    <a:pt x="3322335" y="2200796"/>
                  </a:lnTo>
                  <a:lnTo>
                    <a:pt x="3322335" y="2200366"/>
                  </a:lnTo>
                  <a:lnTo>
                    <a:pt x="3322493" y="2200366"/>
                  </a:lnTo>
                  <a:lnTo>
                    <a:pt x="3322650" y="2200366"/>
                  </a:lnTo>
                  <a:lnTo>
                    <a:pt x="3322808" y="2200366"/>
                  </a:lnTo>
                  <a:lnTo>
                    <a:pt x="3322808" y="2199935"/>
                  </a:lnTo>
                  <a:lnTo>
                    <a:pt x="3322966" y="2199935"/>
                  </a:lnTo>
                  <a:lnTo>
                    <a:pt x="3323124" y="2199935"/>
                  </a:lnTo>
                  <a:lnTo>
                    <a:pt x="3323124" y="2199504"/>
                  </a:lnTo>
                  <a:lnTo>
                    <a:pt x="3323124" y="2199074"/>
                  </a:lnTo>
                  <a:lnTo>
                    <a:pt x="3323124" y="2198643"/>
                  </a:lnTo>
                  <a:lnTo>
                    <a:pt x="3323281" y="2198643"/>
                  </a:lnTo>
                  <a:lnTo>
                    <a:pt x="3323439" y="2198643"/>
                  </a:lnTo>
                  <a:lnTo>
                    <a:pt x="3323597" y="2198643"/>
                  </a:lnTo>
                  <a:lnTo>
                    <a:pt x="3323754" y="2198643"/>
                  </a:lnTo>
                  <a:lnTo>
                    <a:pt x="3323754" y="2198213"/>
                  </a:lnTo>
                  <a:lnTo>
                    <a:pt x="3323912" y="2198213"/>
                  </a:lnTo>
                  <a:lnTo>
                    <a:pt x="3323912" y="2197782"/>
                  </a:lnTo>
                  <a:lnTo>
                    <a:pt x="3324070" y="2197782"/>
                  </a:lnTo>
                  <a:lnTo>
                    <a:pt x="3324228" y="2197782"/>
                  </a:lnTo>
                  <a:lnTo>
                    <a:pt x="3324385" y="2197782"/>
                  </a:lnTo>
                  <a:lnTo>
                    <a:pt x="3324543" y="2197782"/>
                  </a:lnTo>
                  <a:lnTo>
                    <a:pt x="3324701" y="2197782"/>
                  </a:lnTo>
                  <a:lnTo>
                    <a:pt x="3324859" y="2197782"/>
                  </a:lnTo>
                  <a:lnTo>
                    <a:pt x="3325016" y="2197782"/>
                  </a:lnTo>
                  <a:lnTo>
                    <a:pt x="3325174" y="2197782"/>
                  </a:lnTo>
                  <a:lnTo>
                    <a:pt x="3325332" y="2197782"/>
                  </a:lnTo>
                  <a:lnTo>
                    <a:pt x="3325489" y="2197782"/>
                  </a:lnTo>
                  <a:lnTo>
                    <a:pt x="3325647" y="2197782"/>
                  </a:lnTo>
                  <a:lnTo>
                    <a:pt x="3325805" y="2197782"/>
                  </a:lnTo>
                  <a:lnTo>
                    <a:pt x="3325963" y="2197782"/>
                  </a:lnTo>
                  <a:lnTo>
                    <a:pt x="3326120" y="2197782"/>
                  </a:lnTo>
                  <a:lnTo>
                    <a:pt x="3326120" y="2197351"/>
                  </a:lnTo>
                  <a:lnTo>
                    <a:pt x="3326278" y="2197351"/>
                  </a:lnTo>
                  <a:lnTo>
                    <a:pt x="3326278" y="2196921"/>
                  </a:lnTo>
                  <a:lnTo>
                    <a:pt x="3326436" y="2196921"/>
                  </a:lnTo>
                  <a:lnTo>
                    <a:pt x="3326436" y="2196490"/>
                  </a:lnTo>
                  <a:lnTo>
                    <a:pt x="3326593" y="2196490"/>
                  </a:lnTo>
                  <a:lnTo>
                    <a:pt x="3326751" y="2196490"/>
                  </a:lnTo>
                  <a:lnTo>
                    <a:pt x="3326751" y="2196060"/>
                  </a:lnTo>
                  <a:lnTo>
                    <a:pt x="3326909" y="2196060"/>
                  </a:lnTo>
                  <a:lnTo>
                    <a:pt x="3326909" y="2195629"/>
                  </a:lnTo>
                  <a:lnTo>
                    <a:pt x="3327067" y="2195629"/>
                  </a:lnTo>
                  <a:lnTo>
                    <a:pt x="3327224" y="2195629"/>
                  </a:lnTo>
                  <a:lnTo>
                    <a:pt x="3327224" y="2195198"/>
                  </a:lnTo>
                  <a:lnTo>
                    <a:pt x="3327382" y="2195198"/>
                  </a:lnTo>
                  <a:lnTo>
                    <a:pt x="3327540" y="2195198"/>
                  </a:lnTo>
                  <a:lnTo>
                    <a:pt x="3327540" y="2194768"/>
                  </a:lnTo>
                  <a:lnTo>
                    <a:pt x="3327540" y="2194337"/>
                  </a:lnTo>
                  <a:lnTo>
                    <a:pt x="3327540" y="2193907"/>
                  </a:lnTo>
                  <a:lnTo>
                    <a:pt x="3327697" y="2193907"/>
                  </a:lnTo>
                  <a:lnTo>
                    <a:pt x="3327855" y="2193907"/>
                  </a:lnTo>
                  <a:lnTo>
                    <a:pt x="3328013" y="2193907"/>
                  </a:lnTo>
                  <a:lnTo>
                    <a:pt x="3328013" y="2193476"/>
                  </a:lnTo>
                  <a:lnTo>
                    <a:pt x="3328171" y="2193476"/>
                  </a:lnTo>
                  <a:lnTo>
                    <a:pt x="3328171" y="2193045"/>
                  </a:lnTo>
                  <a:lnTo>
                    <a:pt x="3328328" y="2193045"/>
                  </a:lnTo>
                  <a:lnTo>
                    <a:pt x="3328486" y="2193045"/>
                  </a:lnTo>
                  <a:lnTo>
                    <a:pt x="3328644" y="2193045"/>
                  </a:lnTo>
                  <a:lnTo>
                    <a:pt x="3328801" y="2193045"/>
                  </a:lnTo>
                  <a:lnTo>
                    <a:pt x="3328959" y="2193045"/>
                  </a:lnTo>
                  <a:lnTo>
                    <a:pt x="3328959" y="2192615"/>
                  </a:lnTo>
                  <a:lnTo>
                    <a:pt x="3328959" y="2192184"/>
                  </a:lnTo>
                  <a:lnTo>
                    <a:pt x="3329117" y="2192184"/>
                  </a:lnTo>
                  <a:lnTo>
                    <a:pt x="3329275" y="2192184"/>
                  </a:lnTo>
                  <a:lnTo>
                    <a:pt x="3329432" y="2192184"/>
                  </a:lnTo>
                  <a:lnTo>
                    <a:pt x="3329432" y="2191754"/>
                  </a:lnTo>
                  <a:lnTo>
                    <a:pt x="3329590" y="2191754"/>
                  </a:lnTo>
                  <a:lnTo>
                    <a:pt x="3329590" y="2191323"/>
                  </a:lnTo>
                  <a:lnTo>
                    <a:pt x="3329748" y="2191323"/>
                  </a:lnTo>
                  <a:lnTo>
                    <a:pt x="3329748" y="2190892"/>
                  </a:lnTo>
                  <a:lnTo>
                    <a:pt x="3329906" y="2190892"/>
                  </a:lnTo>
                  <a:lnTo>
                    <a:pt x="3330063" y="2190892"/>
                  </a:lnTo>
                  <a:lnTo>
                    <a:pt x="3330221" y="2190892"/>
                  </a:lnTo>
                  <a:lnTo>
                    <a:pt x="3330379" y="2190892"/>
                  </a:lnTo>
                  <a:lnTo>
                    <a:pt x="3330536" y="2190892"/>
                  </a:lnTo>
                  <a:lnTo>
                    <a:pt x="3330694" y="2190892"/>
                  </a:lnTo>
                  <a:lnTo>
                    <a:pt x="3330694" y="2190462"/>
                  </a:lnTo>
                  <a:lnTo>
                    <a:pt x="3330852" y="2190462"/>
                  </a:lnTo>
                  <a:lnTo>
                    <a:pt x="3331010" y="2190462"/>
                  </a:lnTo>
                  <a:lnTo>
                    <a:pt x="3331167" y="2190462"/>
                  </a:lnTo>
                  <a:lnTo>
                    <a:pt x="3331325" y="2190462"/>
                  </a:lnTo>
                  <a:lnTo>
                    <a:pt x="3331483" y="2190462"/>
                  </a:lnTo>
                  <a:lnTo>
                    <a:pt x="3331483" y="2190031"/>
                  </a:lnTo>
                  <a:lnTo>
                    <a:pt x="3331640" y="2190031"/>
                  </a:lnTo>
                  <a:lnTo>
                    <a:pt x="3331640" y="2189601"/>
                  </a:lnTo>
                  <a:lnTo>
                    <a:pt x="3331798" y="2189601"/>
                  </a:lnTo>
                  <a:lnTo>
                    <a:pt x="3331956" y="2189601"/>
                  </a:lnTo>
                  <a:lnTo>
                    <a:pt x="3332114" y="2189601"/>
                  </a:lnTo>
                  <a:lnTo>
                    <a:pt x="3332271" y="2189601"/>
                  </a:lnTo>
                  <a:lnTo>
                    <a:pt x="3332429" y="2189601"/>
                  </a:lnTo>
                  <a:lnTo>
                    <a:pt x="3332429" y="2189170"/>
                  </a:lnTo>
                  <a:lnTo>
                    <a:pt x="3332587" y="2189170"/>
                  </a:lnTo>
                  <a:lnTo>
                    <a:pt x="3332587" y="2188739"/>
                  </a:lnTo>
                  <a:lnTo>
                    <a:pt x="3332744" y="2188739"/>
                  </a:lnTo>
                  <a:lnTo>
                    <a:pt x="3332744" y="2188309"/>
                  </a:lnTo>
                  <a:lnTo>
                    <a:pt x="3332902" y="2188309"/>
                  </a:lnTo>
                  <a:lnTo>
                    <a:pt x="3333060" y="2188309"/>
                  </a:lnTo>
                  <a:lnTo>
                    <a:pt x="3333218" y="2188309"/>
                  </a:lnTo>
                  <a:lnTo>
                    <a:pt x="3333375" y="2188309"/>
                  </a:lnTo>
                  <a:lnTo>
                    <a:pt x="3333533" y="2188309"/>
                  </a:lnTo>
                  <a:lnTo>
                    <a:pt x="3333691" y="2188309"/>
                  </a:lnTo>
                  <a:lnTo>
                    <a:pt x="3333848" y="2188309"/>
                  </a:lnTo>
                  <a:lnTo>
                    <a:pt x="3334006" y="2188309"/>
                  </a:lnTo>
                  <a:lnTo>
                    <a:pt x="3334164" y="2188309"/>
                  </a:lnTo>
                  <a:lnTo>
                    <a:pt x="3334164" y="2187878"/>
                  </a:lnTo>
                  <a:lnTo>
                    <a:pt x="3334322" y="2187878"/>
                  </a:lnTo>
                  <a:lnTo>
                    <a:pt x="3334479" y="2187878"/>
                  </a:lnTo>
                  <a:lnTo>
                    <a:pt x="3334479" y="2187448"/>
                  </a:lnTo>
                  <a:lnTo>
                    <a:pt x="3334637" y="2187448"/>
                  </a:lnTo>
                  <a:lnTo>
                    <a:pt x="3334795" y="2187448"/>
                  </a:lnTo>
                  <a:lnTo>
                    <a:pt x="3334952" y="2187448"/>
                  </a:lnTo>
                  <a:lnTo>
                    <a:pt x="3335110" y="2187448"/>
                  </a:lnTo>
                  <a:lnTo>
                    <a:pt x="3335268" y="2187448"/>
                  </a:lnTo>
                  <a:lnTo>
                    <a:pt x="3335426" y="2187448"/>
                  </a:lnTo>
                  <a:lnTo>
                    <a:pt x="3335583" y="2187448"/>
                  </a:lnTo>
                  <a:lnTo>
                    <a:pt x="3335741" y="2187448"/>
                  </a:lnTo>
                  <a:lnTo>
                    <a:pt x="3335741" y="2187017"/>
                  </a:lnTo>
                  <a:lnTo>
                    <a:pt x="3335899" y="2187017"/>
                  </a:lnTo>
                  <a:lnTo>
                    <a:pt x="3335899" y="2186586"/>
                  </a:lnTo>
                  <a:lnTo>
                    <a:pt x="3336057" y="2186586"/>
                  </a:lnTo>
                  <a:lnTo>
                    <a:pt x="3336214" y="2186586"/>
                  </a:lnTo>
                  <a:lnTo>
                    <a:pt x="3336214" y="2186156"/>
                  </a:lnTo>
                  <a:lnTo>
                    <a:pt x="3336372" y="2186156"/>
                  </a:lnTo>
                  <a:lnTo>
                    <a:pt x="3336530" y="2186156"/>
                  </a:lnTo>
                  <a:lnTo>
                    <a:pt x="3336687" y="2186156"/>
                  </a:lnTo>
                  <a:lnTo>
                    <a:pt x="3336845" y="2186156"/>
                  </a:lnTo>
                  <a:lnTo>
                    <a:pt x="3337003" y="2186156"/>
                  </a:lnTo>
                  <a:lnTo>
                    <a:pt x="3337161" y="2186156"/>
                  </a:lnTo>
                  <a:lnTo>
                    <a:pt x="3337318" y="2186156"/>
                  </a:lnTo>
                  <a:lnTo>
                    <a:pt x="3337476" y="2186156"/>
                  </a:lnTo>
                  <a:lnTo>
                    <a:pt x="3337634" y="2186156"/>
                  </a:lnTo>
                  <a:lnTo>
                    <a:pt x="3337791" y="2186156"/>
                  </a:lnTo>
                  <a:lnTo>
                    <a:pt x="3337949" y="2186156"/>
                  </a:lnTo>
                  <a:lnTo>
                    <a:pt x="3337949" y="2185725"/>
                  </a:lnTo>
                  <a:lnTo>
                    <a:pt x="3337949" y="2185295"/>
                  </a:lnTo>
                  <a:lnTo>
                    <a:pt x="3338107" y="2185295"/>
                  </a:lnTo>
                  <a:lnTo>
                    <a:pt x="3338265" y="2185295"/>
                  </a:lnTo>
                  <a:lnTo>
                    <a:pt x="3338422" y="2185295"/>
                  </a:lnTo>
                  <a:lnTo>
                    <a:pt x="3338580" y="2185295"/>
                  </a:lnTo>
                  <a:lnTo>
                    <a:pt x="3338738" y="2185295"/>
                  </a:lnTo>
                  <a:lnTo>
                    <a:pt x="3338895" y="2185295"/>
                  </a:lnTo>
                  <a:lnTo>
                    <a:pt x="3339053" y="2185295"/>
                  </a:lnTo>
                  <a:lnTo>
                    <a:pt x="3339211" y="2185295"/>
                  </a:lnTo>
                  <a:lnTo>
                    <a:pt x="3339369" y="2185295"/>
                  </a:lnTo>
                  <a:lnTo>
                    <a:pt x="3339526" y="2185295"/>
                  </a:lnTo>
                  <a:lnTo>
                    <a:pt x="3339526" y="2184864"/>
                  </a:lnTo>
                  <a:lnTo>
                    <a:pt x="3339684" y="2184864"/>
                  </a:lnTo>
                  <a:lnTo>
                    <a:pt x="3339842" y="2184864"/>
                  </a:lnTo>
                  <a:lnTo>
                    <a:pt x="3339999" y="2184864"/>
                  </a:lnTo>
                  <a:lnTo>
                    <a:pt x="3339999" y="2184433"/>
                  </a:lnTo>
                  <a:lnTo>
                    <a:pt x="3340157" y="2184433"/>
                  </a:lnTo>
                  <a:lnTo>
                    <a:pt x="3340315" y="2184433"/>
                  </a:lnTo>
                  <a:lnTo>
                    <a:pt x="3340315" y="2184003"/>
                  </a:lnTo>
                  <a:lnTo>
                    <a:pt x="3340473" y="2184003"/>
                  </a:lnTo>
                  <a:lnTo>
                    <a:pt x="3340630" y="2184003"/>
                  </a:lnTo>
                  <a:lnTo>
                    <a:pt x="3340788" y="2184003"/>
                  </a:lnTo>
                  <a:lnTo>
                    <a:pt x="3340946" y="2184003"/>
                  </a:lnTo>
                  <a:lnTo>
                    <a:pt x="3340946" y="2183572"/>
                  </a:lnTo>
                  <a:lnTo>
                    <a:pt x="3340946" y="2183142"/>
                  </a:lnTo>
                  <a:lnTo>
                    <a:pt x="3341104" y="2183142"/>
                  </a:lnTo>
                  <a:lnTo>
                    <a:pt x="3341104" y="2182711"/>
                  </a:lnTo>
                  <a:lnTo>
                    <a:pt x="3341261" y="2182711"/>
                  </a:lnTo>
                  <a:lnTo>
                    <a:pt x="3341261" y="2182280"/>
                  </a:lnTo>
                  <a:lnTo>
                    <a:pt x="3341261" y="2181850"/>
                  </a:lnTo>
                  <a:lnTo>
                    <a:pt x="3341261" y="2181419"/>
                  </a:lnTo>
                  <a:lnTo>
                    <a:pt x="3341419" y="2181419"/>
                  </a:lnTo>
                  <a:lnTo>
                    <a:pt x="3341577" y="2181419"/>
                  </a:lnTo>
                  <a:lnTo>
                    <a:pt x="3341734" y="2181419"/>
                  </a:lnTo>
                  <a:lnTo>
                    <a:pt x="3341892" y="2181419"/>
                  </a:lnTo>
                  <a:lnTo>
                    <a:pt x="3342050" y="2181419"/>
                  </a:lnTo>
                  <a:lnTo>
                    <a:pt x="3342208" y="2181419"/>
                  </a:lnTo>
                  <a:lnTo>
                    <a:pt x="3342365" y="2181419"/>
                  </a:lnTo>
                  <a:lnTo>
                    <a:pt x="3342365" y="2180989"/>
                  </a:lnTo>
                  <a:lnTo>
                    <a:pt x="3342365" y="2180558"/>
                  </a:lnTo>
                  <a:lnTo>
                    <a:pt x="3342523" y="2180558"/>
                  </a:lnTo>
                  <a:lnTo>
                    <a:pt x="3342681" y="2180558"/>
                  </a:lnTo>
                  <a:lnTo>
                    <a:pt x="3342681" y="2180127"/>
                  </a:lnTo>
                  <a:lnTo>
                    <a:pt x="3342838" y="2180127"/>
                  </a:lnTo>
                  <a:lnTo>
                    <a:pt x="3342996" y="2180127"/>
                  </a:lnTo>
                  <a:lnTo>
                    <a:pt x="3343154" y="2180127"/>
                  </a:lnTo>
                  <a:lnTo>
                    <a:pt x="3343312" y="2180127"/>
                  </a:lnTo>
                  <a:lnTo>
                    <a:pt x="3343469" y="2180127"/>
                  </a:lnTo>
                  <a:lnTo>
                    <a:pt x="3343627" y="2180127"/>
                  </a:lnTo>
                  <a:lnTo>
                    <a:pt x="3343785" y="2180127"/>
                  </a:lnTo>
                  <a:lnTo>
                    <a:pt x="3343942" y="2180127"/>
                  </a:lnTo>
                  <a:lnTo>
                    <a:pt x="3344100" y="2180127"/>
                  </a:lnTo>
                  <a:lnTo>
                    <a:pt x="3344100" y="2179697"/>
                  </a:lnTo>
                  <a:lnTo>
                    <a:pt x="3344100" y="2179266"/>
                  </a:lnTo>
                  <a:lnTo>
                    <a:pt x="3344100" y="2178836"/>
                  </a:lnTo>
                  <a:lnTo>
                    <a:pt x="3344258" y="2178836"/>
                  </a:lnTo>
                  <a:lnTo>
                    <a:pt x="3344416" y="2178836"/>
                  </a:lnTo>
                  <a:lnTo>
                    <a:pt x="3344573" y="2178836"/>
                  </a:lnTo>
                  <a:lnTo>
                    <a:pt x="3344573" y="2178405"/>
                  </a:lnTo>
                  <a:lnTo>
                    <a:pt x="3344731" y="2178405"/>
                  </a:lnTo>
                  <a:lnTo>
                    <a:pt x="3344889" y="2178405"/>
                  </a:lnTo>
                  <a:lnTo>
                    <a:pt x="3344889" y="2177974"/>
                  </a:lnTo>
                  <a:lnTo>
                    <a:pt x="3344889" y="2177544"/>
                  </a:lnTo>
                  <a:lnTo>
                    <a:pt x="3345046" y="2177544"/>
                  </a:lnTo>
                  <a:lnTo>
                    <a:pt x="3345204" y="2177544"/>
                  </a:lnTo>
                  <a:lnTo>
                    <a:pt x="3345362" y="2177544"/>
                  </a:lnTo>
                  <a:lnTo>
                    <a:pt x="3345362" y="2177113"/>
                  </a:lnTo>
                  <a:lnTo>
                    <a:pt x="3345362" y="2176683"/>
                  </a:lnTo>
                  <a:lnTo>
                    <a:pt x="3345520" y="2176683"/>
                  </a:lnTo>
                  <a:lnTo>
                    <a:pt x="3345520" y="2176252"/>
                  </a:lnTo>
                  <a:lnTo>
                    <a:pt x="3345677" y="2176252"/>
                  </a:lnTo>
                  <a:lnTo>
                    <a:pt x="3345835" y="2176252"/>
                  </a:lnTo>
                  <a:lnTo>
                    <a:pt x="3345835" y="2175821"/>
                  </a:lnTo>
                  <a:lnTo>
                    <a:pt x="3345993" y="2175821"/>
                  </a:lnTo>
                  <a:lnTo>
                    <a:pt x="3346150" y="2175821"/>
                  </a:lnTo>
                  <a:lnTo>
                    <a:pt x="3346150" y="2175391"/>
                  </a:lnTo>
                  <a:lnTo>
                    <a:pt x="3346308" y="2175391"/>
                  </a:lnTo>
                  <a:lnTo>
                    <a:pt x="3346308" y="2174960"/>
                  </a:lnTo>
                  <a:lnTo>
                    <a:pt x="3346466" y="2174960"/>
                  </a:lnTo>
                  <a:lnTo>
                    <a:pt x="3346624" y="2174960"/>
                  </a:lnTo>
                  <a:lnTo>
                    <a:pt x="3346781" y="2174960"/>
                  </a:lnTo>
                  <a:lnTo>
                    <a:pt x="3346781" y="2174530"/>
                  </a:lnTo>
                  <a:lnTo>
                    <a:pt x="3346939" y="2174530"/>
                  </a:lnTo>
                  <a:lnTo>
                    <a:pt x="3346939" y="2174099"/>
                  </a:lnTo>
                  <a:lnTo>
                    <a:pt x="3347097" y="2174099"/>
                  </a:lnTo>
                  <a:lnTo>
                    <a:pt x="3347255" y="2174099"/>
                  </a:lnTo>
                  <a:lnTo>
                    <a:pt x="3347412" y="2174099"/>
                  </a:lnTo>
                  <a:lnTo>
                    <a:pt x="3347412" y="2173668"/>
                  </a:lnTo>
                  <a:lnTo>
                    <a:pt x="3347570" y="2173668"/>
                  </a:lnTo>
                  <a:lnTo>
                    <a:pt x="3347728" y="2173668"/>
                  </a:lnTo>
                  <a:lnTo>
                    <a:pt x="3347885" y="2173668"/>
                  </a:lnTo>
                  <a:lnTo>
                    <a:pt x="3348043" y="2173668"/>
                  </a:lnTo>
                  <a:lnTo>
                    <a:pt x="3348043" y="2173238"/>
                  </a:lnTo>
                  <a:lnTo>
                    <a:pt x="3348043" y="2172807"/>
                  </a:lnTo>
                  <a:lnTo>
                    <a:pt x="3348201" y="2172807"/>
                  </a:lnTo>
                  <a:lnTo>
                    <a:pt x="3348359" y="2172807"/>
                  </a:lnTo>
                  <a:lnTo>
                    <a:pt x="3348516" y="2172807"/>
                  </a:lnTo>
                  <a:lnTo>
                    <a:pt x="3348674" y="2172807"/>
                  </a:lnTo>
                  <a:lnTo>
                    <a:pt x="3348832" y="2172807"/>
                  </a:lnTo>
                  <a:lnTo>
                    <a:pt x="3348832" y="2172377"/>
                  </a:lnTo>
                  <a:lnTo>
                    <a:pt x="3348989" y="2172377"/>
                  </a:lnTo>
                  <a:lnTo>
                    <a:pt x="3348989" y="2171946"/>
                  </a:lnTo>
                  <a:lnTo>
                    <a:pt x="3348989" y="2171515"/>
                  </a:lnTo>
                  <a:lnTo>
                    <a:pt x="3349147" y="2171515"/>
                  </a:lnTo>
                  <a:lnTo>
                    <a:pt x="3349147" y="2171085"/>
                  </a:lnTo>
                  <a:lnTo>
                    <a:pt x="3349147" y="2170654"/>
                  </a:lnTo>
                  <a:lnTo>
                    <a:pt x="3349305" y="2170654"/>
                  </a:lnTo>
                  <a:lnTo>
                    <a:pt x="3349463" y="2170654"/>
                  </a:lnTo>
                  <a:lnTo>
                    <a:pt x="3349620" y="2170654"/>
                  </a:lnTo>
                  <a:lnTo>
                    <a:pt x="3349620" y="2170224"/>
                  </a:lnTo>
                  <a:lnTo>
                    <a:pt x="3349778" y="2170224"/>
                  </a:lnTo>
                  <a:lnTo>
                    <a:pt x="3349778" y="2169793"/>
                  </a:lnTo>
                  <a:lnTo>
                    <a:pt x="3349936" y="2169793"/>
                  </a:lnTo>
                  <a:lnTo>
                    <a:pt x="3350093" y="2169793"/>
                  </a:lnTo>
                  <a:lnTo>
                    <a:pt x="3350093" y="2169362"/>
                  </a:lnTo>
                  <a:lnTo>
                    <a:pt x="3350251" y="2169362"/>
                  </a:lnTo>
                  <a:lnTo>
                    <a:pt x="3350409" y="2169362"/>
                  </a:lnTo>
                  <a:lnTo>
                    <a:pt x="3350567" y="2169362"/>
                  </a:lnTo>
                  <a:lnTo>
                    <a:pt x="3350724" y="2169362"/>
                  </a:lnTo>
                  <a:lnTo>
                    <a:pt x="3350882" y="2169362"/>
                  </a:lnTo>
                  <a:lnTo>
                    <a:pt x="3350882" y="2168932"/>
                  </a:lnTo>
                  <a:lnTo>
                    <a:pt x="3351040" y="2168932"/>
                  </a:lnTo>
                  <a:lnTo>
                    <a:pt x="3351197" y="2168932"/>
                  </a:lnTo>
                  <a:lnTo>
                    <a:pt x="3351197" y="2168501"/>
                  </a:lnTo>
                  <a:lnTo>
                    <a:pt x="3351355" y="2168501"/>
                  </a:lnTo>
                  <a:lnTo>
                    <a:pt x="3351355" y="2168071"/>
                  </a:lnTo>
                  <a:lnTo>
                    <a:pt x="3351513" y="2168071"/>
                  </a:lnTo>
                  <a:lnTo>
                    <a:pt x="3351671" y="2168071"/>
                  </a:lnTo>
                  <a:lnTo>
                    <a:pt x="3351828" y="2168071"/>
                  </a:lnTo>
                  <a:lnTo>
                    <a:pt x="3351986" y="2168071"/>
                  </a:lnTo>
                  <a:lnTo>
                    <a:pt x="3351986" y="2167640"/>
                  </a:lnTo>
                  <a:lnTo>
                    <a:pt x="3352144" y="2167640"/>
                  </a:lnTo>
                  <a:lnTo>
                    <a:pt x="3352302" y="2167640"/>
                  </a:lnTo>
                  <a:lnTo>
                    <a:pt x="3352302" y="2167209"/>
                  </a:lnTo>
                  <a:lnTo>
                    <a:pt x="3352302" y="2166779"/>
                  </a:lnTo>
                  <a:lnTo>
                    <a:pt x="3352302" y="2166348"/>
                  </a:lnTo>
                  <a:lnTo>
                    <a:pt x="3352459" y="2166348"/>
                  </a:lnTo>
                  <a:lnTo>
                    <a:pt x="3352617" y="2166348"/>
                  </a:lnTo>
                  <a:lnTo>
                    <a:pt x="3352617" y="2165918"/>
                  </a:lnTo>
                  <a:lnTo>
                    <a:pt x="3352775" y="2165918"/>
                  </a:lnTo>
                  <a:lnTo>
                    <a:pt x="3352932" y="2165918"/>
                  </a:lnTo>
                  <a:lnTo>
                    <a:pt x="3353090" y="2165918"/>
                  </a:lnTo>
                  <a:lnTo>
                    <a:pt x="3353248" y="2165918"/>
                  </a:lnTo>
                  <a:lnTo>
                    <a:pt x="3353248" y="2165487"/>
                  </a:lnTo>
                  <a:lnTo>
                    <a:pt x="3353406" y="2165487"/>
                  </a:lnTo>
                  <a:lnTo>
                    <a:pt x="3353563" y="2165487"/>
                  </a:lnTo>
                  <a:lnTo>
                    <a:pt x="3353563" y="2165056"/>
                  </a:lnTo>
                  <a:lnTo>
                    <a:pt x="3353721" y="2165056"/>
                  </a:lnTo>
                  <a:lnTo>
                    <a:pt x="3353721" y="2164626"/>
                  </a:lnTo>
                  <a:lnTo>
                    <a:pt x="3353721" y="2164195"/>
                  </a:lnTo>
                  <a:lnTo>
                    <a:pt x="3353879" y="2164195"/>
                  </a:lnTo>
                  <a:lnTo>
                    <a:pt x="3354036" y="2164195"/>
                  </a:lnTo>
                  <a:lnTo>
                    <a:pt x="3354194" y="2164195"/>
                  </a:lnTo>
                  <a:lnTo>
                    <a:pt x="3354352" y="2164195"/>
                  </a:lnTo>
                  <a:lnTo>
                    <a:pt x="3354510" y="2164195"/>
                  </a:lnTo>
                  <a:lnTo>
                    <a:pt x="3354667" y="2164195"/>
                  </a:lnTo>
                  <a:lnTo>
                    <a:pt x="3354825" y="2164195"/>
                  </a:lnTo>
                  <a:lnTo>
                    <a:pt x="3354825" y="2163765"/>
                  </a:lnTo>
                  <a:lnTo>
                    <a:pt x="3354983" y="2163765"/>
                  </a:lnTo>
                  <a:lnTo>
                    <a:pt x="3355140" y="2163765"/>
                  </a:lnTo>
                  <a:lnTo>
                    <a:pt x="3355140" y="2163334"/>
                  </a:lnTo>
                  <a:lnTo>
                    <a:pt x="3355298" y="2163334"/>
                  </a:lnTo>
                  <a:lnTo>
                    <a:pt x="3355456" y="2163334"/>
                  </a:lnTo>
                  <a:lnTo>
                    <a:pt x="3355456" y="2162903"/>
                  </a:lnTo>
                  <a:lnTo>
                    <a:pt x="3355614" y="2162903"/>
                  </a:lnTo>
                  <a:lnTo>
                    <a:pt x="3355771" y="2162903"/>
                  </a:lnTo>
                  <a:lnTo>
                    <a:pt x="3355929" y="2162903"/>
                  </a:lnTo>
                  <a:lnTo>
                    <a:pt x="3356087" y="2162903"/>
                  </a:lnTo>
                  <a:lnTo>
                    <a:pt x="3356244" y="2162903"/>
                  </a:lnTo>
                  <a:lnTo>
                    <a:pt x="3356402" y="2162903"/>
                  </a:lnTo>
                  <a:lnTo>
                    <a:pt x="3356560" y="2162903"/>
                  </a:lnTo>
                  <a:lnTo>
                    <a:pt x="3356718" y="2162903"/>
                  </a:lnTo>
                  <a:lnTo>
                    <a:pt x="3356875" y="2162903"/>
                  </a:lnTo>
                  <a:lnTo>
                    <a:pt x="3357033" y="2162903"/>
                  </a:lnTo>
                  <a:lnTo>
                    <a:pt x="3357191" y="2162903"/>
                  </a:lnTo>
                  <a:lnTo>
                    <a:pt x="3357348" y="2162903"/>
                  </a:lnTo>
                  <a:lnTo>
                    <a:pt x="3357506" y="2162903"/>
                  </a:lnTo>
                  <a:lnTo>
                    <a:pt x="3357664" y="2162903"/>
                  </a:lnTo>
                  <a:lnTo>
                    <a:pt x="3357664" y="2162473"/>
                  </a:lnTo>
                  <a:lnTo>
                    <a:pt x="3357664" y="2162042"/>
                  </a:lnTo>
                  <a:lnTo>
                    <a:pt x="3357822" y="2162042"/>
                  </a:lnTo>
                  <a:lnTo>
                    <a:pt x="3357822" y="2161612"/>
                  </a:lnTo>
                  <a:lnTo>
                    <a:pt x="3357979" y="2161612"/>
                  </a:lnTo>
                  <a:lnTo>
                    <a:pt x="3358137" y="2161612"/>
                  </a:lnTo>
                  <a:lnTo>
                    <a:pt x="3358295" y="2161612"/>
                  </a:lnTo>
                  <a:lnTo>
                    <a:pt x="3358453" y="2161612"/>
                  </a:lnTo>
                  <a:lnTo>
                    <a:pt x="3358610" y="2161612"/>
                  </a:lnTo>
                  <a:lnTo>
                    <a:pt x="3358768" y="2161612"/>
                  </a:lnTo>
                  <a:lnTo>
                    <a:pt x="3358926" y="2161612"/>
                  </a:lnTo>
                  <a:lnTo>
                    <a:pt x="3359083" y="2161612"/>
                  </a:lnTo>
                  <a:lnTo>
                    <a:pt x="3359241" y="2161612"/>
                  </a:lnTo>
                  <a:lnTo>
                    <a:pt x="3359399" y="2161612"/>
                  </a:lnTo>
                  <a:lnTo>
                    <a:pt x="3359557" y="2161612"/>
                  </a:lnTo>
                  <a:lnTo>
                    <a:pt x="3359714" y="2161612"/>
                  </a:lnTo>
                  <a:lnTo>
                    <a:pt x="3359714" y="2161181"/>
                  </a:lnTo>
                  <a:lnTo>
                    <a:pt x="3359872" y="2161181"/>
                  </a:lnTo>
                  <a:lnTo>
                    <a:pt x="3360030" y="2161181"/>
                  </a:lnTo>
                  <a:lnTo>
                    <a:pt x="3360187" y="2161181"/>
                  </a:lnTo>
                  <a:lnTo>
                    <a:pt x="3360345" y="2161181"/>
                  </a:lnTo>
                  <a:lnTo>
                    <a:pt x="3360503" y="2161181"/>
                  </a:lnTo>
                  <a:lnTo>
                    <a:pt x="3360503" y="2160750"/>
                  </a:lnTo>
                  <a:lnTo>
                    <a:pt x="3360661" y="2160750"/>
                  </a:lnTo>
                  <a:lnTo>
                    <a:pt x="3360818" y="2160750"/>
                  </a:lnTo>
                  <a:lnTo>
                    <a:pt x="3360818" y="2160320"/>
                  </a:lnTo>
                  <a:lnTo>
                    <a:pt x="3360976" y="2160320"/>
                  </a:lnTo>
                  <a:lnTo>
                    <a:pt x="3361134" y="2160320"/>
                  </a:lnTo>
                  <a:lnTo>
                    <a:pt x="3361291" y="2160320"/>
                  </a:lnTo>
                  <a:lnTo>
                    <a:pt x="3361449" y="2160320"/>
                  </a:lnTo>
                  <a:lnTo>
                    <a:pt x="3361449" y="2159889"/>
                  </a:lnTo>
                  <a:lnTo>
                    <a:pt x="3361607" y="2159889"/>
                  </a:lnTo>
                  <a:lnTo>
                    <a:pt x="3361765" y="2159889"/>
                  </a:lnTo>
                  <a:lnTo>
                    <a:pt x="3361922" y="2159889"/>
                  </a:lnTo>
                  <a:lnTo>
                    <a:pt x="3362080" y="2159889"/>
                  </a:lnTo>
                  <a:lnTo>
                    <a:pt x="3362238" y="2159889"/>
                  </a:lnTo>
                  <a:lnTo>
                    <a:pt x="3362238" y="2159459"/>
                  </a:lnTo>
                  <a:lnTo>
                    <a:pt x="3362395" y="2159459"/>
                  </a:lnTo>
                  <a:lnTo>
                    <a:pt x="3362553" y="2159459"/>
                  </a:lnTo>
                  <a:lnTo>
                    <a:pt x="3362553" y="2159028"/>
                  </a:lnTo>
                  <a:lnTo>
                    <a:pt x="3362553" y="2158597"/>
                  </a:lnTo>
                  <a:lnTo>
                    <a:pt x="3362711" y="2158597"/>
                  </a:lnTo>
                  <a:lnTo>
                    <a:pt x="3362869" y="2158597"/>
                  </a:lnTo>
                  <a:lnTo>
                    <a:pt x="3363026" y="2158597"/>
                  </a:lnTo>
                  <a:lnTo>
                    <a:pt x="3363184" y="2158597"/>
                  </a:lnTo>
                  <a:lnTo>
                    <a:pt x="3363342" y="2158597"/>
                  </a:lnTo>
                  <a:lnTo>
                    <a:pt x="3363342" y="2158167"/>
                  </a:lnTo>
                  <a:lnTo>
                    <a:pt x="3363500" y="2158167"/>
                  </a:lnTo>
                  <a:lnTo>
                    <a:pt x="3363657" y="2158167"/>
                  </a:lnTo>
                  <a:lnTo>
                    <a:pt x="3363815" y="2158167"/>
                  </a:lnTo>
                  <a:lnTo>
                    <a:pt x="3363973" y="2158167"/>
                  </a:lnTo>
                  <a:lnTo>
                    <a:pt x="3364130" y="2158167"/>
                  </a:lnTo>
                  <a:lnTo>
                    <a:pt x="3364288" y="2158167"/>
                  </a:lnTo>
                  <a:lnTo>
                    <a:pt x="3364288" y="2157736"/>
                  </a:lnTo>
                  <a:lnTo>
                    <a:pt x="3364288" y="2157306"/>
                  </a:lnTo>
                  <a:lnTo>
                    <a:pt x="3364446" y="2157306"/>
                  </a:lnTo>
                  <a:lnTo>
                    <a:pt x="3364446" y="2156875"/>
                  </a:lnTo>
                  <a:lnTo>
                    <a:pt x="3364446" y="2156444"/>
                  </a:lnTo>
                  <a:lnTo>
                    <a:pt x="3364604" y="2156444"/>
                  </a:lnTo>
                  <a:lnTo>
                    <a:pt x="3364761" y="2156444"/>
                  </a:lnTo>
                  <a:lnTo>
                    <a:pt x="3364919" y="2156444"/>
                  </a:lnTo>
                  <a:lnTo>
                    <a:pt x="3365077" y="2156444"/>
                  </a:lnTo>
                  <a:lnTo>
                    <a:pt x="3365234" y="2156444"/>
                  </a:lnTo>
                  <a:lnTo>
                    <a:pt x="3365234" y="2156014"/>
                  </a:lnTo>
                  <a:lnTo>
                    <a:pt x="3365392" y="2156014"/>
                  </a:lnTo>
                  <a:lnTo>
                    <a:pt x="3365550" y="2156014"/>
                  </a:lnTo>
                  <a:lnTo>
                    <a:pt x="3365550" y="2155583"/>
                  </a:lnTo>
                  <a:lnTo>
                    <a:pt x="3365708" y="2155583"/>
                  </a:lnTo>
                  <a:lnTo>
                    <a:pt x="3365865" y="2155583"/>
                  </a:lnTo>
                  <a:lnTo>
                    <a:pt x="3365865" y="2155153"/>
                  </a:lnTo>
                  <a:lnTo>
                    <a:pt x="3366023" y="2155153"/>
                  </a:lnTo>
                  <a:lnTo>
                    <a:pt x="3366181" y="2155153"/>
                  </a:lnTo>
                  <a:lnTo>
                    <a:pt x="3366338" y="2155153"/>
                  </a:lnTo>
                  <a:lnTo>
                    <a:pt x="3366496" y="2155153"/>
                  </a:lnTo>
                  <a:lnTo>
                    <a:pt x="3366654" y="2155153"/>
                  </a:lnTo>
                  <a:lnTo>
                    <a:pt x="3366812" y="2155153"/>
                  </a:lnTo>
                  <a:lnTo>
                    <a:pt x="3366969" y="2155153"/>
                  </a:lnTo>
                  <a:lnTo>
                    <a:pt x="3367127" y="2155153"/>
                  </a:lnTo>
                  <a:lnTo>
                    <a:pt x="3367127" y="2154722"/>
                  </a:lnTo>
                  <a:lnTo>
                    <a:pt x="3367285" y="2154722"/>
                  </a:lnTo>
                  <a:lnTo>
                    <a:pt x="3367442" y="2154722"/>
                  </a:lnTo>
                  <a:lnTo>
                    <a:pt x="3367600" y="2154722"/>
                  </a:lnTo>
                  <a:lnTo>
                    <a:pt x="3367758" y="2154722"/>
                  </a:lnTo>
                  <a:lnTo>
                    <a:pt x="3367916" y="2154722"/>
                  </a:lnTo>
                  <a:lnTo>
                    <a:pt x="3368073" y="2154722"/>
                  </a:lnTo>
                  <a:lnTo>
                    <a:pt x="3368231" y="2154722"/>
                  </a:lnTo>
                  <a:lnTo>
                    <a:pt x="3368389" y="2154722"/>
                  </a:lnTo>
                  <a:lnTo>
                    <a:pt x="3368546" y="2154722"/>
                  </a:lnTo>
                  <a:lnTo>
                    <a:pt x="3368704" y="2154722"/>
                  </a:lnTo>
                  <a:lnTo>
                    <a:pt x="3368862" y="2154722"/>
                  </a:lnTo>
                  <a:lnTo>
                    <a:pt x="3369020" y="2154722"/>
                  </a:lnTo>
                  <a:lnTo>
                    <a:pt x="3369177" y="2154722"/>
                  </a:lnTo>
                  <a:lnTo>
                    <a:pt x="3369335" y="2154722"/>
                  </a:lnTo>
                  <a:lnTo>
                    <a:pt x="3369493" y="2154722"/>
                  </a:lnTo>
                  <a:lnTo>
                    <a:pt x="3369651" y="2154722"/>
                  </a:lnTo>
                  <a:lnTo>
                    <a:pt x="3369808" y="2154722"/>
                  </a:lnTo>
                  <a:lnTo>
                    <a:pt x="3369966" y="2154722"/>
                  </a:lnTo>
                  <a:lnTo>
                    <a:pt x="3369966" y="2154291"/>
                  </a:lnTo>
                  <a:lnTo>
                    <a:pt x="3370124" y="2154291"/>
                  </a:lnTo>
                  <a:lnTo>
                    <a:pt x="3370281" y="2154291"/>
                  </a:lnTo>
                  <a:lnTo>
                    <a:pt x="3370439" y="2154291"/>
                  </a:lnTo>
                  <a:lnTo>
                    <a:pt x="3370597" y="2154291"/>
                  </a:lnTo>
                  <a:lnTo>
                    <a:pt x="3370755" y="2154291"/>
                  </a:lnTo>
                  <a:lnTo>
                    <a:pt x="3370912" y="2154291"/>
                  </a:lnTo>
                  <a:lnTo>
                    <a:pt x="3370912" y="2153861"/>
                  </a:lnTo>
                  <a:lnTo>
                    <a:pt x="3371070" y="2153861"/>
                  </a:lnTo>
                  <a:lnTo>
                    <a:pt x="3371070" y="2153430"/>
                  </a:lnTo>
                  <a:lnTo>
                    <a:pt x="3371228" y="2153430"/>
                  </a:lnTo>
                  <a:lnTo>
                    <a:pt x="3371228" y="2153000"/>
                  </a:lnTo>
                  <a:lnTo>
                    <a:pt x="3371385" y="2153000"/>
                  </a:lnTo>
                  <a:lnTo>
                    <a:pt x="3371543" y="2153000"/>
                  </a:lnTo>
                  <a:lnTo>
                    <a:pt x="3371701" y="2153000"/>
                  </a:lnTo>
                  <a:lnTo>
                    <a:pt x="3371859" y="2153000"/>
                  </a:lnTo>
                  <a:lnTo>
                    <a:pt x="3372016" y="2153000"/>
                  </a:lnTo>
                  <a:lnTo>
                    <a:pt x="3372174" y="2153000"/>
                  </a:lnTo>
                  <a:lnTo>
                    <a:pt x="3372332" y="2153000"/>
                  </a:lnTo>
                  <a:lnTo>
                    <a:pt x="3372489" y="2153000"/>
                  </a:lnTo>
                  <a:lnTo>
                    <a:pt x="3372647" y="2153000"/>
                  </a:lnTo>
                  <a:lnTo>
                    <a:pt x="3372647" y="2152569"/>
                  </a:lnTo>
                  <a:lnTo>
                    <a:pt x="3372805" y="2152569"/>
                  </a:lnTo>
                  <a:lnTo>
                    <a:pt x="3372963" y="2152569"/>
                  </a:lnTo>
                  <a:lnTo>
                    <a:pt x="3372963" y="2152138"/>
                  </a:lnTo>
                  <a:lnTo>
                    <a:pt x="3373120" y="2152138"/>
                  </a:lnTo>
                  <a:lnTo>
                    <a:pt x="3373120" y="2151708"/>
                  </a:lnTo>
                  <a:lnTo>
                    <a:pt x="3373278" y="2151708"/>
                  </a:lnTo>
                  <a:lnTo>
                    <a:pt x="3373436" y="2151708"/>
                  </a:lnTo>
                  <a:lnTo>
                    <a:pt x="3373593" y="2151708"/>
                  </a:lnTo>
                  <a:lnTo>
                    <a:pt x="3373751" y="2151708"/>
                  </a:lnTo>
                  <a:lnTo>
                    <a:pt x="3373909" y="2151708"/>
                  </a:lnTo>
                  <a:lnTo>
                    <a:pt x="3374067" y="2151708"/>
                  </a:lnTo>
                  <a:lnTo>
                    <a:pt x="3374224" y="2151708"/>
                  </a:lnTo>
                  <a:lnTo>
                    <a:pt x="3374382" y="2151708"/>
                  </a:lnTo>
                  <a:lnTo>
                    <a:pt x="3374540" y="2151708"/>
                  </a:lnTo>
                  <a:lnTo>
                    <a:pt x="3374697" y="2151708"/>
                  </a:lnTo>
                  <a:lnTo>
                    <a:pt x="3374855" y="2151708"/>
                  </a:lnTo>
                  <a:lnTo>
                    <a:pt x="3375013" y="2151708"/>
                  </a:lnTo>
                  <a:lnTo>
                    <a:pt x="3375013" y="2151277"/>
                  </a:lnTo>
                  <a:lnTo>
                    <a:pt x="3375171" y="2151277"/>
                  </a:lnTo>
                  <a:lnTo>
                    <a:pt x="3375171" y="2150847"/>
                  </a:lnTo>
                  <a:lnTo>
                    <a:pt x="3375171" y="2150416"/>
                  </a:lnTo>
                  <a:lnTo>
                    <a:pt x="3375328" y="2150416"/>
                  </a:lnTo>
                  <a:lnTo>
                    <a:pt x="3375486" y="2150416"/>
                  </a:lnTo>
                  <a:lnTo>
                    <a:pt x="3375644" y="2150416"/>
                  </a:lnTo>
                  <a:lnTo>
                    <a:pt x="3375802" y="2150416"/>
                  </a:lnTo>
                  <a:lnTo>
                    <a:pt x="3375959" y="2150416"/>
                  </a:lnTo>
                  <a:lnTo>
                    <a:pt x="3376117" y="2150416"/>
                  </a:lnTo>
                  <a:lnTo>
                    <a:pt x="3376275" y="2150416"/>
                  </a:lnTo>
                  <a:lnTo>
                    <a:pt x="3376432" y="2150416"/>
                  </a:lnTo>
                  <a:lnTo>
                    <a:pt x="3376590" y="2150416"/>
                  </a:lnTo>
                  <a:lnTo>
                    <a:pt x="3376590" y="2149985"/>
                  </a:lnTo>
                  <a:lnTo>
                    <a:pt x="3376748" y="2149985"/>
                  </a:lnTo>
                  <a:lnTo>
                    <a:pt x="3376906" y="2149985"/>
                  </a:lnTo>
                  <a:lnTo>
                    <a:pt x="3377063" y="2149985"/>
                  </a:lnTo>
                  <a:lnTo>
                    <a:pt x="3377221" y="2149985"/>
                  </a:lnTo>
                  <a:lnTo>
                    <a:pt x="3377379" y="2149985"/>
                  </a:lnTo>
                  <a:lnTo>
                    <a:pt x="3377536" y="2149985"/>
                  </a:lnTo>
                  <a:lnTo>
                    <a:pt x="3377694" y="2149985"/>
                  </a:lnTo>
                  <a:lnTo>
                    <a:pt x="3377852" y="2149985"/>
                  </a:lnTo>
                  <a:lnTo>
                    <a:pt x="3378010" y="2149985"/>
                  </a:lnTo>
                  <a:lnTo>
                    <a:pt x="3378167" y="2149985"/>
                  </a:lnTo>
                  <a:lnTo>
                    <a:pt x="3378325" y="2149985"/>
                  </a:lnTo>
                  <a:lnTo>
                    <a:pt x="3378483" y="2149985"/>
                  </a:lnTo>
                  <a:lnTo>
                    <a:pt x="3378640" y="2149985"/>
                  </a:lnTo>
                  <a:lnTo>
                    <a:pt x="3378798" y="2149985"/>
                  </a:lnTo>
                  <a:lnTo>
                    <a:pt x="3378956" y="2149985"/>
                  </a:lnTo>
                  <a:lnTo>
                    <a:pt x="3379114" y="2149985"/>
                  </a:lnTo>
                  <a:lnTo>
                    <a:pt x="3379271" y="2149985"/>
                  </a:lnTo>
                  <a:lnTo>
                    <a:pt x="3379271" y="2149555"/>
                  </a:lnTo>
                  <a:lnTo>
                    <a:pt x="3379429" y="2149555"/>
                  </a:lnTo>
                  <a:lnTo>
                    <a:pt x="3379587" y="2149555"/>
                  </a:lnTo>
                  <a:lnTo>
                    <a:pt x="3379587" y="2149124"/>
                  </a:lnTo>
                  <a:lnTo>
                    <a:pt x="3379744" y="2149124"/>
                  </a:lnTo>
                  <a:lnTo>
                    <a:pt x="3379902" y="2149124"/>
                  </a:lnTo>
                  <a:lnTo>
                    <a:pt x="3380060" y="2149124"/>
                  </a:lnTo>
                  <a:lnTo>
                    <a:pt x="3380218" y="2149124"/>
                  </a:lnTo>
                  <a:lnTo>
                    <a:pt x="3380375" y="2149124"/>
                  </a:lnTo>
                  <a:lnTo>
                    <a:pt x="3380533" y="2149124"/>
                  </a:lnTo>
                  <a:lnTo>
                    <a:pt x="3380691" y="2149124"/>
                  </a:lnTo>
                  <a:lnTo>
                    <a:pt x="3380849" y="2149124"/>
                  </a:lnTo>
                  <a:lnTo>
                    <a:pt x="3380849" y="2148694"/>
                  </a:lnTo>
                  <a:lnTo>
                    <a:pt x="3381006" y="2148694"/>
                  </a:lnTo>
                  <a:lnTo>
                    <a:pt x="3381164" y="2148694"/>
                  </a:lnTo>
                  <a:lnTo>
                    <a:pt x="3381322" y="2148694"/>
                  </a:lnTo>
                  <a:lnTo>
                    <a:pt x="3381322" y="2148263"/>
                  </a:lnTo>
                  <a:lnTo>
                    <a:pt x="3381479" y="2148263"/>
                  </a:lnTo>
                  <a:lnTo>
                    <a:pt x="3381637" y="2148263"/>
                  </a:lnTo>
                  <a:lnTo>
                    <a:pt x="3381795" y="2148263"/>
                  </a:lnTo>
                  <a:lnTo>
                    <a:pt x="3381953" y="2148263"/>
                  </a:lnTo>
                  <a:lnTo>
                    <a:pt x="3382110" y="2148263"/>
                  </a:lnTo>
                  <a:lnTo>
                    <a:pt x="3382268" y="2148263"/>
                  </a:lnTo>
                  <a:lnTo>
                    <a:pt x="3382268" y="2147832"/>
                  </a:lnTo>
                  <a:lnTo>
                    <a:pt x="3382426" y="2147832"/>
                  </a:lnTo>
                  <a:lnTo>
                    <a:pt x="3382583" y="2147832"/>
                  </a:lnTo>
                  <a:lnTo>
                    <a:pt x="3382741" y="2147832"/>
                  </a:lnTo>
                  <a:lnTo>
                    <a:pt x="3382899" y="2147832"/>
                  </a:lnTo>
                  <a:lnTo>
                    <a:pt x="3383057" y="2147832"/>
                  </a:lnTo>
                  <a:lnTo>
                    <a:pt x="3383214" y="2147832"/>
                  </a:lnTo>
                  <a:lnTo>
                    <a:pt x="3383372" y="2147832"/>
                  </a:lnTo>
                  <a:lnTo>
                    <a:pt x="3383530" y="2147832"/>
                  </a:lnTo>
                  <a:lnTo>
                    <a:pt x="3383687" y="2147832"/>
                  </a:lnTo>
                  <a:lnTo>
                    <a:pt x="3383845" y="2147832"/>
                  </a:lnTo>
                  <a:lnTo>
                    <a:pt x="3384003" y="2147832"/>
                  </a:lnTo>
                  <a:lnTo>
                    <a:pt x="3384161" y="2147832"/>
                  </a:lnTo>
                  <a:lnTo>
                    <a:pt x="3384161" y="2147402"/>
                  </a:lnTo>
                  <a:lnTo>
                    <a:pt x="3384318" y="2147402"/>
                  </a:lnTo>
                  <a:lnTo>
                    <a:pt x="3384476" y="2147402"/>
                  </a:lnTo>
                  <a:lnTo>
                    <a:pt x="3384634" y="2147402"/>
                  </a:lnTo>
                  <a:lnTo>
                    <a:pt x="3384791" y="2147402"/>
                  </a:lnTo>
                  <a:lnTo>
                    <a:pt x="3384949" y="2147402"/>
                  </a:lnTo>
                  <a:lnTo>
                    <a:pt x="3385107" y="2147402"/>
                  </a:lnTo>
                  <a:lnTo>
                    <a:pt x="3385265" y="2147402"/>
                  </a:lnTo>
                  <a:lnTo>
                    <a:pt x="3385265" y="2146971"/>
                  </a:lnTo>
                  <a:lnTo>
                    <a:pt x="3385422" y="2146971"/>
                  </a:lnTo>
                  <a:lnTo>
                    <a:pt x="3385580" y="2146971"/>
                  </a:lnTo>
                  <a:lnTo>
                    <a:pt x="3385738" y="2146971"/>
                  </a:lnTo>
                  <a:lnTo>
                    <a:pt x="3385895" y="2146971"/>
                  </a:lnTo>
                  <a:lnTo>
                    <a:pt x="3386053" y="2146971"/>
                  </a:lnTo>
                  <a:lnTo>
                    <a:pt x="3386211" y="2146971"/>
                  </a:lnTo>
                  <a:lnTo>
                    <a:pt x="3386369" y="2146971"/>
                  </a:lnTo>
                  <a:lnTo>
                    <a:pt x="3386526" y="2146971"/>
                  </a:lnTo>
                  <a:lnTo>
                    <a:pt x="3386526" y="2146541"/>
                  </a:lnTo>
                  <a:lnTo>
                    <a:pt x="3386684" y="2146541"/>
                  </a:lnTo>
                  <a:lnTo>
                    <a:pt x="3386842" y="2146541"/>
                  </a:lnTo>
                  <a:lnTo>
                    <a:pt x="3386842" y="2146110"/>
                  </a:lnTo>
                  <a:lnTo>
                    <a:pt x="3387000" y="2146110"/>
                  </a:lnTo>
                  <a:lnTo>
                    <a:pt x="3387157" y="2146110"/>
                  </a:lnTo>
                  <a:lnTo>
                    <a:pt x="3387315" y="2146110"/>
                  </a:lnTo>
                  <a:lnTo>
                    <a:pt x="3387473" y="2146110"/>
                  </a:lnTo>
                  <a:lnTo>
                    <a:pt x="3387630" y="2146110"/>
                  </a:lnTo>
                  <a:lnTo>
                    <a:pt x="3387630" y="2145679"/>
                  </a:lnTo>
                  <a:lnTo>
                    <a:pt x="3387788" y="2145679"/>
                  </a:lnTo>
                  <a:lnTo>
                    <a:pt x="3387946" y="2145679"/>
                  </a:lnTo>
                  <a:lnTo>
                    <a:pt x="3388104" y="2145679"/>
                  </a:lnTo>
                  <a:lnTo>
                    <a:pt x="3388261" y="2145679"/>
                  </a:lnTo>
                  <a:lnTo>
                    <a:pt x="3388419" y="2145679"/>
                  </a:lnTo>
                  <a:lnTo>
                    <a:pt x="3388577" y="2145679"/>
                  </a:lnTo>
                  <a:lnTo>
                    <a:pt x="3388734" y="2145679"/>
                  </a:lnTo>
                  <a:lnTo>
                    <a:pt x="3388892" y="2145679"/>
                  </a:lnTo>
                  <a:lnTo>
                    <a:pt x="3389050" y="2145679"/>
                  </a:lnTo>
                  <a:lnTo>
                    <a:pt x="3389050" y="2145249"/>
                  </a:lnTo>
                  <a:lnTo>
                    <a:pt x="3389208" y="2145249"/>
                  </a:lnTo>
                  <a:lnTo>
                    <a:pt x="3389365" y="2145249"/>
                  </a:lnTo>
                  <a:lnTo>
                    <a:pt x="3389523" y="2145249"/>
                  </a:lnTo>
                  <a:lnTo>
                    <a:pt x="3389681" y="2145249"/>
                  </a:lnTo>
                  <a:lnTo>
                    <a:pt x="3389681" y="2144818"/>
                  </a:lnTo>
                  <a:lnTo>
                    <a:pt x="3389681" y="2144388"/>
                  </a:lnTo>
                  <a:lnTo>
                    <a:pt x="3389838" y="2144388"/>
                  </a:lnTo>
                  <a:lnTo>
                    <a:pt x="3389996" y="2144388"/>
                  </a:lnTo>
                  <a:lnTo>
                    <a:pt x="3390154" y="2144388"/>
                  </a:lnTo>
                  <a:lnTo>
                    <a:pt x="3390154" y="2143957"/>
                  </a:lnTo>
                  <a:lnTo>
                    <a:pt x="3390312" y="2143957"/>
                  </a:lnTo>
                  <a:lnTo>
                    <a:pt x="3390469" y="2143957"/>
                  </a:lnTo>
                  <a:lnTo>
                    <a:pt x="3390469" y="2143526"/>
                  </a:lnTo>
                  <a:lnTo>
                    <a:pt x="3390627" y="2143526"/>
                  </a:lnTo>
                  <a:lnTo>
                    <a:pt x="3390785" y="2143526"/>
                  </a:lnTo>
                  <a:lnTo>
                    <a:pt x="3390942" y="2143526"/>
                  </a:lnTo>
                  <a:lnTo>
                    <a:pt x="3390942" y="2143096"/>
                  </a:lnTo>
                  <a:lnTo>
                    <a:pt x="3391100" y="2143096"/>
                  </a:lnTo>
                  <a:lnTo>
                    <a:pt x="3391258" y="2143096"/>
                  </a:lnTo>
                  <a:lnTo>
                    <a:pt x="3391416" y="2143096"/>
                  </a:lnTo>
                  <a:lnTo>
                    <a:pt x="3391573" y="2143096"/>
                  </a:lnTo>
                  <a:lnTo>
                    <a:pt x="3391573" y="2142665"/>
                  </a:lnTo>
                  <a:lnTo>
                    <a:pt x="3391731" y="2142665"/>
                  </a:lnTo>
                  <a:lnTo>
                    <a:pt x="3391889" y="2142665"/>
                  </a:lnTo>
                  <a:lnTo>
                    <a:pt x="3392047" y="2142665"/>
                  </a:lnTo>
                  <a:lnTo>
                    <a:pt x="3392204" y="2142665"/>
                  </a:lnTo>
                  <a:lnTo>
                    <a:pt x="3392204" y="2142235"/>
                  </a:lnTo>
                  <a:lnTo>
                    <a:pt x="3392204" y="2141804"/>
                  </a:lnTo>
                  <a:lnTo>
                    <a:pt x="3392362" y="2141804"/>
                  </a:lnTo>
                  <a:lnTo>
                    <a:pt x="3392520" y="2141804"/>
                  </a:lnTo>
                  <a:lnTo>
                    <a:pt x="3392677" y="2141804"/>
                  </a:lnTo>
                  <a:lnTo>
                    <a:pt x="3392835" y="2141804"/>
                  </a:lnTo>
                  <a:lnTo>
                    <a:pt x="3392835" y="2141373"/>
                  </a:lnTo>
                  <a:lnTo>
                    <a:pt x="3392993" y="2141373"/>
                  </a:lnTo>
                  <a:lnTo>
                    <a:pt x="3392993" y="2140943"/>
                  </a:lnTo>
                  <a:lnTo>
                    <a:pt x="3393151" y="2140943"/>
                  </a:lnTo>
                  <a:lnTo>
                    <a:pt x="3393308" y="2140943"/>
                  </a:lnTo>
                  <a:lnTo>
                    <a:pt x="3393466" y="2140943"/>
                  </a:lnTo>
                  <a:lnTo>
                    <a:pt x="3393466" y="2140512"/>
                  </a:lnTo>
                  <a:lnTo>
                    <a:pt x="3393466" y="2140082"/>
                  </a:lnTo>
                  <a:lnTo>
                    <a:pt x="3393624" y="2140082"/>
                  </a:lnTo>
                  <a:lnTo>
                    <a:pt x="3393781" y="2140082"/>
                  </a:lnTo>
                  <a:lnTo>
                    <a:pt x="3393939" y="2140082"/>
                  </a:lnTo>
                  <a:lnTo>
                    <a:pt x="3394097" y="2140082"/>
                  </a:lnTo>
                  <a:lnTo>
                    <a:pt x="3394255" y="2140082"/>
                  </a:lnTo>
                  <a:lnTo>
                    <a:pt x="3394255" y="2139651"/>
                  </a:lnTo>
                  <a:lnTo>
                    <a:pt x="3394412" y="2139651"/>
                  </a:lnTo>
                  <a:lnTo>
                    <a:pt x="3394570" y="2139651"/>
                  </a:lnTo>
                  <a:lnTo>
                    <a:pt x="3394570" y="2139220"/>
                  </a:lnTo>
                  <a:lnTo>
                    <a:pt x="3394728" y="2139220"/>
                  </a:lnTo>
                  <a:lnTo>
                    <a:pt x="3394728" y="2138790"/>
                  </a:lnTo>
                  <a:lnTo>
                    <a:pt x="3394885" y="2138790"/>
                  </a:lnTo>
                  <a:lnTo>
                    <a:pt x="3395043" y="2138790"/>
                  </a:lnTo>
                  <a:lnTo>
                    <a:pt x="3395201" y="2138790"/>
                  </a:lnTo>
                  <a:lnTo>
                    <a:pt x="3395359" y="2138790"/>
                  </a:lnTo>
                  <a:lnTo>
                    <a:pt x="3395516" y="2138790"/>
                  </a:lnTo>
                  <a:lnTo>
                    <a:pt x="3395674" y="2138790"/>
                  </a:lnTo>
                  <a:lnTo>
                    <a:pt x="3395832" y="2138790"/>
                  </a:lnTo>
                  <a:lnTo>
                    <a:pt x="3395989" y="2138790"/>
                  </a:lnTo>
                  <a:lnTo>
                    <a:pt x="3396147" y="2138790"/>
                  </a:lnTo>
                  <a:lnTo>
                    <a:pt x="3396305" y="2138790"/>
                  </a:lnTo>
                  <a:lnTo>
                    <a:pt x="3396463" y="2138790"/>
                  </a:lnTo>
                  <a:lnTo>
                    <a:pt x="3396620" y="2138790"/>
                  </a:lnTo>
                  <a:lnTo>
                    <a:pt x="3396778" y="2138790"/>
                  </a:lnTo>
                  <a:lnTo>
                    <a:pt x="3396778" y="2138359"/>
                  </a:lnTo>
                  <a:lnTo>
                    <a:pt x="3396936" y="2138359"/>
                  </a:lnTo>
                  <a:lnTo>
                    <a:pt x="3396936" y="2137929"/>
                  </a:lnTo>
                  <a:lnTo>
                    <a:pt x="3397093" y="2137929"/>
                  </a:lnTo>
                  <a:lnTo>
                    <a:pt x="3397251" y="2137929"/>
                  </a:lnTo>
                  <a:lnTo>
                    <a:pt x="3397409" y="2137929"/>
                  </a:lnTo>
                  <a:lnTo>
                    <a:pt x="3397567" y="2137929"/>
                  </a:lnTo>
                  <a:lnTo>
                    <a:pt x="3397724" y="2137929"/>
                  </a:lnTo>
                  <a:lnTo>
                    <a:pt x="3397882" y="2137929"/>
                  </a:lnTo>
                  <a:lnTo>
                    <a:pt x="3398040" y="2137929"/>
                  </a:lnTo>
                  <a:lnTo>
                    <a:pt x="3398198" y="2137929"/>
                  </a:lnTo>
                  <a:lnTo>
                    <a:pt x="3398355" y="2137929"/>
                  </a:lnTo>
                  <a:lnTo>
                    <a:pt x="3398513" y="2137929"/>
                  </a:lnTo>
                  <a:lnTo>
                    <a:pt x="3398671" y="2137929"/>
                  </a:lnTo>
                  <a:lnTo>
                    <a:pt x="3398828" y="2137929"/>
                  </a:lnTo>
                  <a:lnTo>
                    <a:pt x="3398986" y="2137929"/>
                  </a:lnTo>
                  <a:lnTo>
                    <a:pt x="3399144" y="2137929"/>
                  </a:lnTo>
                  <a:lnTo>
                    <a:pt x="3399302" y="2137929"/>
                  </a:lnTo>
                  <a:lnTo>
                    <a:pt x="3399459" y="2137929"/>
                  </a:lnTo>
                  <a:lnTo>
                    <a:pt x="3399617" y="2137929"/>
                  </a:lnTo>
                  <a:lnTo>
                    <a:pt x="3399775" y="2137929"/>
                  </a:lnTo>
                  <a:lnTo>
                    <a:pt x="3399932" y="2137929"/>
                  </a:lnTo>
                  <a:lnTo>
                    <a:pt x="3400090" y="2137929"/>
                  </a:lnTo>
                  <a:lnTo>
                    <a:pt x="3400090" y="2137498"/>
                  </a:lnTo>
                  <a:lnTo>
                    <a:pt x="3400248" y="2137498"/>
                  </a:lnTo>
                  <a:lnTo>
                    <a:pt x="3400248" y="2137067"/>
                  </a:lnTo>
                  <a:lnTo>
                    <a:pt x="3400248" y="2136637"/>
                  </a:lnTo>
                  <a:lnTo>
                    <a:pt x="3400406" y="2136637"/>
                  </a:lnTo>
                  <a:lnTo>
                    <a:pt x="3400563" y="2136637"/>
                  </a:lnTo>
                  <a:lnTo>
                    <a:pt x="3400721" y="2136637"/>
                  </a:lnTo>
                  <a:lnTo>
                    <a:pt x="3400879" y="2136637"/>
                  </a:lnTo>
                  <a:lnTo>
                    <a:pt x="3401036" y="2136637"/>
                  </a:lnTo>
                  <a:lnTo>
                    <a:pt x="3401194" y="2136637"/>
                  </a:lnTo>
                  <a:lnTo>
                    <a:pt x="3401352" y="2136637"/>
                  </a:lnTo>
                  <a:lnTo>
                    <a:pt x="3401352" y="2136206"/>
                  </a:lnTo>
                  <a:lnTo>
                    <a:pt x="3401510" y="2136206"/>
                  </a:lnTo>
                  <a:lnTo>
                    <a:pt x="3401667" y="2136206"/>
                  </a:lnTo>
                  <a:lnTo>
                    <a:pt x="3401825" y="2136206"/>
                  </a:lnTo>
                  <a:lnTo>
                    <a:pt x="3401983" y="2136206"/>
                  </a:lnTo>
                  <a:lnTo>
                    <a:pt x="3401983" y="2135776"/>
                  </a:lnTo>
                  <a:lnTo>
                    <a:pt x="3401983" y="2135345"/>
                  </a:lnTo>
                  <a:lnTo>
                    <a:pt x="3402140" y="2135345"/>
                  </a:lnTo>
                  <a:lnTo>
                    <a:pt x="3402140" y="2134914"/>
                  </a:lnTo>
                  <a:lnTo>
                    <a:pt x="3402298" y="2134914"/>
                  </a:lnTo>
                  <a:lnTo>
                    <a:pt x="3402298" y="2134484"/>
                  </a:lnTo>
                  <a:lnTo>
                    <a:pt x="3402456" y="2134484"/>
                  </a:lnTo>
                  <a:lnTo>
                    <a:pt x="3402614" y="2134484"/>
                  </a:lnTo>
                  <a:lnTo>
                    <a:pt x="3402771" y="2134484"/>
                  </a:lnTo>
                  <a:lnTo>
                    <a:pt x="3402929" y="2134484"/>
                  </a:lnTo>
                  <a:lnTo>
                    <a:pt x="3402929" y="2134053"/>
                  </a:lnTo>
                  <a:lnTo>
                    <a:pt x="3402929" y="2133623"/>
                  </a:lnTo>
                  <a:lnTo>
                    <a:pt x="3402929" y="2133192"/>
                  </a:lnTo>
                  <a:lnTo>
                    <a:pt x="3403087" y="2133192"/>
                  </a:lnTo>
                  <a:lnTo>
                    <a:pt x="3403087" y="2132761"/>
                  </a:lnTo>
                  <a:lnTo>
                    <a:pt x="3403245" y="2132761"/>
                  </a:lnTo>
                  <a:lnTo>
                    <a:pt x="3403402" y="2132761"/>
                  </a:lnTo>
                  <a:lnTo>
                    <a:pt x="3403560" y="2132761"/>
                  </a:lnTo>
                  <a:lnTo>
                    <a:pt x="3403718" y="2132761"/>
                  </a:lnTo>
                  <a:lnTo>
                    <a:pt x="3403875" y="2132761"/>
                  </a:lnTo>
                  <a:lnTo>
                    <a:pt x="3404033" y="2132761"/>
                  </a:lnTo>
                  <a:lnTo>
                    <a:pt x="3404033" y="2132331"/>
                  </a:lnTo>
                  <a:lnTo>
                    <a:pt x="3404033" y="2131900"/>
                  </a:lnTo>
                  <a:lnTo>
                    <a:pt x="3404191" y="2131900"/>
                  </a:lnTo>
                  <a:lnTo>
                    <a:pt x="3404191" y="2131470"/>
                  </a:lnTo>
                  <a:lnTo>
                    <a:pt x="3404349" y="2131470"/>
                  </a:lnTo>
                  <a:lnTo>
                    <a:pt x="3404349" y="2131039"/>
                  </a:lnTo>
                  <a:lnTo>
                    <a:pt x="3404506" y="2131039"/>
                  </a:lnTo>
                  <a:lnTo>
                    <a:pt x="3404664" y="2131039"/>
                  </a:lnTo>
                  <a:lnTo>
                    <a:pt x="3404822" y="2131039"/>
                  </a:lnTo>
                  <a:lnTo>
                    <a:pt x="3404979" y="2131039"/>
                  </a:lnTo>
                  <a:lnTo>
                    <a:pt x="3404979" y="2130608"/>
                  </a:lnTo>
                  <a:lnTo>
                    <a:pt x="3404979" y="2130178"/>
                  </a:lnTo>
                  <a:lnTo>
                    <a:pt x="3405137" y="2130178"/>
                  </a:lnTo>
                  <a:lnTo>
                    <a:pt x="3405295" y="2130178"/>
                  </a:lnTo>
                  <a:lnTo>
                    <a:pt x="3405453" y="2130178"/>
                  </a:lnTo>
                  <a:lnTo>
                    <a:pt x="3405610" y="2130178"/>
                  </a:lnTo>
                  <a:lnTo>
                    <a:pt x="3405768" y="2130178"/>
                  </a:lnTo>
                  <a:lnTo>
                    <a:pt x="3405926" y="2130178"/>
                  </a:lnTo>
                  <a:lnTo>
                    <a:pt x="3406083" y="2130178"/>
                  </a:lnTo>
                  <a:lnTo>
                    <a:pt x="3406241" y="2130178"/>
                  </a:lnTo>
                  <a:lnTo>
                    <a:pt x="3406399" y="2130178"/>
                  </a:lnTo>
                  <a:lnTo>
                    <a:pt x="3406557" y="2130178"/>
                  </a:lnTo>
                  <a:lnTo>
                    <a:pt x="3406714" y="2130178"/>
                  </a:lnTo>
                  <a:lnTo>
                    <a:pt x="3406872" y="2130178"/>
                  </a:lnTo>
                  <a:lnTo>
                    <a:pt x="3407030" y="2130178"/>
                  </a:lnTo>
                  <a:lnTo>
                    <a:pt x="3407187" y="2130178"/>
                  </a:lnTo>
                  <a:lnTo>
                    <a:pt x="3407187" y="2129747"/>
                  </a:lnTo>
                  <a:lnTo>
                    <a:pt x="3407345" y="2129747"/>
                  </a:lnTo>
                  <a:lnTo>
                    <a:pt x="3407345" y="2129317"/>
                  </a:lnTo>
                  <a:lnTo>
                    <a:pt x="3407503" y="2129317"/>
                  </a:lnTo>
                  <a:lnTo>
                    <a:pt x="3407503" y="2128886"/>
                  </a:lnTo>
                  <a:lnTo>
                    <a:pt x="3407661" y="2128886"/>
                  </a:lnTo>
                  <a:lnTo>
                    <a:pt x="3407818" y="2128886"/>
                  </a:lnTo>
                  <a:lnTo>
                    <a:pt x="3407818" y="2128455"/>
                  </a:lnTo>
                  <a:lnTo>
                    <a:pt x="3407976" y="2128455"/>
                  </a:lnTo>
                  <a:lnTo>
                    <a:pt x="3408134" y="2128455"/>
                  </a:lnTo>
                  <a:lnTo>
                    <a:pt x="3408291" y="2128455"/>
                  </a:lnTo>
                  <a:lnTo>
                    <a:pt x="3408449" y="2128455"/>
                  </a:lnTo>
                  <a:lnTo>
                    <a:pt x="3408607" y="2128455"/>
                  </a:lnTo>
                  <a:lnTo>
                    <a:pt x="3408765" y="2128455"/>
                  </a:lnTo>
                  <a:lnTo>
                    <a:pt x="3408765" y="2128025"/>
                  </a:lnTo>
                  <a:lnTo>
                    <a:pt x="3408765" y="2127594"/>
                  </a:lnTo>
                  <a:lnTo>
                    <a:pt x="3408922" y="2127594"/>
                  </a:lnTo>
                  <a:lnTo>
                    <a:pt x="3408922" y="2127164"/>
                  </a:lnTo>
                  <a:lnTo>
                    <a:pt x="3409080" y="2127164"/>
                  </a:lnTo>
                  <a:lnTo>
                    <a:pt x="3409080" y="2126733"/>
                  </a:lnTo>
                  <a:lnTo>
                    <a:pt x="3409080" y="2126302"/>
                  </a:lnTo>
                  <a:lnTo>
                    <a:pt x="3409238" y="2126302"/>
                  </a:lnTo>
                  <a:lnTo>
                    <a:pt x="3409396" y="2126302"/>
                  </a:lnTo>
                  <a:lnTo>
                    <a:pt x="3409396" y="2125872"/>
                  </a:lnTo>
                  <a:lnTo>
                    <a:pt x="3409553" y="2125872"/>
                  </a:lnTo>
                  <a:lnTo>
                    <a:pt x="3409711" y="2125872"/>
                  </a:lnTo>
                  <a:lnTo>
                    <a:pt x="3409869" y="2125872"/>
                  </a:lnTo>
                  <a:lnTo>
                    <a:pt x="3410026" y="2125872"/>
                  </a:lnTo>
                  <a:lnTo>
                    <a:pt x="3410026" y="2125441"/>
                  </a:lnTo>
                  <a:lnTo>
                    <a:pt x="3410026" y="2125011"/>
                  </a:lnTo>
                  <a:lnTo>
                    <a:pt x="3410026" y="2124580"/>
                  </a:lnTo>
                  <a:lnTo>
                    <a:pt x="3410184" y="2124580"/>
                  </a:lnTo>
                  <a:lnTo>
                    <a:pt x="3410342" y="2124580"/>
                  </a:lnTo>
                  <a:lnTo>
                    <a:pt x="3410342" y="2124149"/>
                  </a:lnTo>
                  <a:lnTo>
                    <a:pt x="3410500" y="2124149"/>
                  </a:lnTo>
                  <a:lnTo>
                    <a:pt x="3410657" y="2124149"/>
                  </a:lnTo>
                  <a:lnTo>
                    <a:pt x="3410815" y="2124149"/>
                  </a:lnTo>
                  <a:lnTo>
                    <a:pt x="3410973" y="2124149"/>
                  </a:lnTo>
                  <a:lnTo>
                    <a:pt x="3411130" y="2124149"/>
                  </a:lnTo>
                  <a:lnTo>
                    <a:pt x="3411288" y="2124149"/>
                  </a:lnTo>
                  <a:lnTo>
                    <a:pt x="3411446" y="2124149"/>
                  </a:lnTo>
                  <a:lnTo>
                    <a:pt x="3411604" y="2124149"/>
                  </a:lnTo>
                  <a:lnTo>
                    <a:pt x="3411761" y="2124149"/>
                  </a:lnTo>
                  <a:lnTo>
                    <a:pt x="3411761" y="2123719"/>
                  </a:lnTo>
                  <a:lnTo>
                    <a:pt x="3411761" y="2123288"/>
                  </a:lnTo>
                  <a:lnTo>
                    <a:pt x="3411919" y="2123288"/>
                  </a:lnTo>
                  <a:lnTo>
                    <a:pt x="3412077" y="2123288"/>
                  </a:lnTo>
                  <a:lnTo>
                    <a:pt x="3412077" y="2122858"/>
                  </a:lnTo>
                  <a:lnTo>
                    <a:pt x="3412234" y="2122858"/>
                  </a:lnTo>
                  <a:lnTo>
                    <a:pt x="3412392" y="2122858"/>
                  </a:lnTo>
                  <a:lnTo>
                    <a:pt x="3412550" y="2122858"/>
                  </a:lnTo>
                  <a:lnTo>
                    <a:pt x="3412550" y="2122427"/>
                  </a:lnTo>
                  <a:lnTo>
                    <a:pt x="3412708" y="2122427"/>
                  </a:lnTo>
                  <a:lnTo>
                    <a:pt x="3412865" y="2122427"/>
                  </a:lnTo>
                  <a:lnTo>
                    <a:pt x="3412865" y="2121996"/>
                  </a:lnTo>
                  <a:lnTo>
                    <a:pt x="3413023" y="2121996"/>
                  </a:lnTo>
                  <a:lnTo>
                    <a:pt x="3413181" y="2121996"/>
                  </a:lnTo>
                  <a:lnTo>
                    <a:pt x="3413338" y="2121996"/>
                  </a:lnTo>
                  <a:lnTo>
                    <a:pt x="3413496" y="2121996"/>
                  </a:lnTo>
                  <a:lnTo>
                    <a:pt x="3413654" y="2121996"/>
                  </a:lnTo>
                  <a:lnTo>
                    <a:pt x="3413812" y="2121996"/>
                  </a:lnTo>
                  <a:lnTo>
                    <a:pt x="3413969" y="2121996"/>
                  </a:lnTo>
                  <a:lnTo>
                    <a:pt x="3413969" y="2121566"/>
                  </a:lnTo>
                  <a:lnTo>
                    <a:pt x="3414127" y="2121566"/>
                  </a:lnTo>
                  <a:lnTo>
                    <a:pt x="3414285" y="2121566"/>
                  </a:lnTo>
                  <a:lnTo>
                    <a:pt x="3414443" y="2121566"/>
                  </a:lnTo>
                  <a:lnTo>
                    <a:pt x="3414600" y="2121566"/>
                  </a:lnTo>
                  <a:lnTo>
                    <a:pt x="3414758" y="2121566"/>
                  </a:lnTo>
                  <a:lnTo>
                    <a:pt x="3414916" y="2121566"/>
                  </a:lnTo>
                  <a:lnTo>
                    <a:pt x="3414916" y="2121135"/>
                  </a:lnTo>
                  <a:lnTo>
                    <a:pt x="3415073" y="2121135"/>
                  </a:lnTo>
                  <a:lnTo>
                    <a:pt x="3415231" y="2121135"/>
                  </a:lnTo>
                  <a:lnTo>
                    <a:pt x="3415389" y="2121135"/>
                  </a:lnTo>
                  <a:lnTo>
                    <a:pt x="3415547" y="2121135"/>
                  </a:lnTo>
                  <a:lnTo>
                    <a:pt x="3415704" y="2121135"/>
                  </a:lnTo>
                  <a:lnTo>
                    <a:pt x="3415862" y="2121135"/>
                  </a:lnTo>
                  <a:lnTo>
                    <a:pt x="3416020" y="2121135"/>
                  </a:lnTo>
                  <a:lnTo>
                    <a:pt x="3416020" y="2120705"/>
                  </a:lnTo>
                  <a:lnTo>
                    <a:pt x="3416177" y="2120705"/>
                  </a:lnTo>
                  <a:lnTo>
                    <a:pt x="3416335" y="2120705"/>
                  </a:lnTo>
                  <a:lnTo>
                    <a:pt x="3416493" y="2120705"/>
                  </a:lnTo>
                  <a:lnTo>
                    <a:pt x="3416651" y="2120705"/>
                  </a:lnTo>
                  <a:lnTo>
                    <a:pt x="3416651" y="2120274"/>
                  </a:lnTo>
                  <a:lnTo>
                    <a:pt x="3416651" y="2119843"/>
                  </a:lnTo>
                  <a:lnTo>
                    <a:pt x="3416808" y="2119843"/>
                  </a:lnTo>
                  <a:lnTo>
                    <a:pt x="3416966" y="2119843"/>
                  </a:lnTo>
                  <a:lnTo>
                    <a:pt x="3417124" y="2119843"/>
                  </a:lnTo>
                  <a:lnTo>
                    <a:pt x="3417281" y="2119843"/>
                  </a:lnTo>
                  <a:lnTo>
                    <a:pt x="3417439" y="2119843"/>
                  </a:lnTo>
                  <a:lnTo>
                    <a:pt x="3417597" y="2119843"/>
                  </a:lnTo>
                  <a:lnTo>
                    <a:pt x="3417755" y="2119843"/>
                  </a:lnTo>
                  <a:lnTo>
                    <a:pt x="3417912" y="2119843"/>
                  </a:lnTo>
                  <a:lnTo>
                    <a:pt x="3417912" y="2119413"/>
                  </a:lnTo>
                  <a:lnTo>
                    <a:pt x="3418070" y="2119413"/>
                  </a:lnTo>
                  <a:lnTo>
                    <a:pt x="3418228" y="2119413"/>
                  </a:lnTo>
                  <a:lnTo>
                    <a:pt x="3418385" y="2119413"/>
                  </a:lnTo>
                  <a:lnTo>
                    <a:pt x="3418543" y="2119413"/>
                  </a:lnTo>
                  <a:lnTo>
                    <a:pt x="3418701" y="2119413"/>
                  </a:lnTo>
                  <a:lnTo>
                    <a:pt x="3418701" y="2118982"/>
                  </a:lnTo>
                  <a:lnTo>
                    <a:pt x="3418701" y="2118552"/>
                  </a:lnTo>
                  <a:lnTo>
                    <a:pt x="3418859" y="2118552"/>
                  </a:lnTo>
                  <a:lnTo>
                    <a:pt x="3419016" y="2118552"/>
                  </a:lnTo>
                  <a:lnTo>
                    <a:pt x="3419174" y="2118552"/>
                  </a:lnTo>
                  <a:lnTo>
                    <a:pt x="3419332" y="2118552"/>
                  </a:lnTo>
                  <a:lnTo>
                    <a:pt x="3419332" y="2118121"/>
                  </a:lnTo>
                  <a:lnTo>
                    <a:pt x="3419332" y="2117690"/>
                  </a:lnTo>
                  <a:lnTo>
                    <a:pt x="3419332" y="2117260"/>
                  </a:lnTo>
                  <a:lnTo>
                    <a:pt x="3419332" y="2116829"/>
                  </a:lnTo>
                  <a:lnTo>
                    <a:pt x="3419489" y="2116829"/>
                  </a:lnTo>
                  <a:lnTo>
                    <a:pt x="3419647" y="2116829"/>
                  </a:lnTo>
                  <a:lnTo>
                    <a:pt x="3419647" y="2116399"/>
                  </a:lnTo>
                  <a:lnTo>
                    <a:pt x="3419647" y="2115968"/>
                  </a:lnTo>
                  <a:lnTo>
                    <a:pt x="3419647" y="2115537"/>
                  </a:lnTo>
                  <a:lnTo>
                    <a:pt x="3419805" y="2115537"/>
                  </a:lnTo>
                  <a:lnTo>
                    <a:pt x="3419805" y="2115107"/>
                  </a:lnTo>
                  <a:lnTo>
                    <a:pt x="3419805" y="2114676"/>
                  </a:lnTo>
                  <a:lnTo>
                    <a:pt x="3419963" y="2114676"/>
                  </a:lnTo>
                  <a:lnTo>
                    <a:pt x="3419963" y="2114246"/>
                  </a:lnTo>
                  <a:lnTo>
                    <a:pt x="3419963" y="2113815"/>
                  </a:lnTo>
                  <a:lnTo>
                    <a:pt x="3419963" y="2113384"/>
                  </a:lnTo>
                  <a:lnTo>
                    <a:pt x="3420120" y="2113384"/>
                  </a:lnTo>
                  <a:lnTo>
                    <a:pt x="3420278" y="2113384"/>
                  </a:lnTo>
                  <a:lnTo>
                    <a:pt x="3420436" y="2113384"/>
                  </a:lnTo>
                  <a:lnTo>
                    <a:pt x="3420436" y="2112954"/>
                  </a:lnTo>
                  <a:lnTo>
                    <a:pt x="3420594" y="2112954"/>
                  </a:lnTo>
                  <a:lnTo>
                    <a:pt x="3420751" y="2112954"/>
                  </a:lnTo>
                  <a:lnTo>
                    <a:pt x="3420909" y="2112954"/>
                  </a:lnTo>
                  <a:lnTo>
                    <a:pt x="3421067" y="2112954"/>
                  </a:lnTo>
                  <a:lnTo>
                    <a:pt x="3421224" y="2112954"/>
                  </a:lnTo>
                  <a:lnTo>
                    <a:pt x="3421382" y="2112954"/>
                  </a:lnTo>
                  <a:lnTo>
                    <a:pt x="3421540" y="2112954"/>
                  </a:lnTo>
                  <a:lnTo>
                    <a:pt x="3421540" y="2112523"/>
                  </a:lnTo>
                  <a:lnTo>
                    <a:pt x="3421698" y="2112523"/>
                  </a:lnTo>
                  <a:lnTo>
                    <a:pt x="3421855" y="2112523"/>
                  </a:lnTo>
                  <a:lnTo>
                    <a:pt x="3421855" y="2112093"/>
                  </a:lnTo>
                  <a:lnTo>
                    <a:pt x="3421855" y="2111662"/>
                  </a:lnTo>
                  <a:lnTo>
                    <a:pt x="3421855" y="2111231"/>
                  </a:lnTo>
                  <a:lnTo>
                    <a:pt x="3422013" y="2111231"/>
                  </a:lnTo>
                  <a:lnTo>
                    <a:pt x="3422171" y="2111231"/>
                  </a:lnTo>
                  <a:lnTo>
                    <a:pt x="3422328" y="2111231"/>
                  </a:lnTo>
                  <a:lnTo>
                    <a:pt x="3422486" y="2111231"/>
                  </a:lnTo>
                  <a:lnTo>
                    <a:pt x="3422644" y="2111231"/>
                  </a:lnTo>
                  <a:lnTo>
                    <a:pt x="3422644" y="2110801"/>
                  </a:lnTo>
                  <a:lnTo>
                    <a:pt x="3422802" y="2110801"/>
                  </a:lnTo>
                  <a:lnTo>
                    <a:pt x="3422959" y="2110801"/>
                  </a:lnTo>
                  <a:lnTo>
                    <a:pt x="3422959" y="2110370"/>
                  </a:lnTo>
                  <a:lnTo>
                    <a:pt x="3423117" y="2110370"/>
                  </a:lnTo>
                  <a:lnTo>
                    <a:pt x="3423117" y="2109940"/>
                  </a:lnTo>
                  <a:lnTo>
                    <a:pt x="3423275" y="2109940"/>
                  </a:lnTo>
                  <a:lnTo>
                    <a:pt x="3423432" y="2109940"/>
                  </a:lnTo>
                  <a:lnTo>
                    <a:pt x="3423432" y="2109509"/>
                  </a:lnTo>
                  <a:lnTo>
                    <a:pt x="3423590" y="2109509"/>
                  </a:lnTo>
                  <a:lnTo>
                    <a:pt x="3423748" y="2109509"/>
                  </a:lnTo>
                  <a:lnTo>
                    <a:pt x="3423906" y="2109509"/>
                  </a:lnTo>
                  <a:lnTo>
                    <a:pt x="3423906" y="2109078"/>
                  </a:lnTo>
                  <a:lnTo>
                    <a:pt x="3424063" y="2109078"/>
                  </a:lnTo>
                  <a:lnTo>
                    <a:pt x="3424221" y="2109078"/>
                  </a:lnTo>
                  <a:lnTo>
                    <a:pt x="3424221" y="2108648"/>
                  </a:lnTo>
                  <a:lnTo>
                    <a:pt x="3424221" y="2108217"/>
                  </a:lnTo>
                  <a:lnTo>
                    <a:pt x="3424379" y="2108217"/>
                  </a:lnTo>
                  <a:lnTo>
                    <a:pt x="3424536" y="2108217"/>
                  </a:lnTo>
                  <a:lnTo>
                    <a:pt x="3424694" y="2108217"/>
                  </a:lnTo>
                  <a:lnTo>
                    <a:pt x="3424694" y="2107787"/>
                  </a:lnTo>
                  <a:lnTo>
                    <a:pt x="3424852" y="2107787"/>
                  </a:lnTo>
                  <a:lnTo>
                    <a:pt x="3425010" y="2107787"/>
                  </a:lnTo>
                  <a:lnTo>
                    <a:pt x="3425167" y="2107787"/>
                  </a:lnTo>
                  <a:lnTo>
                    <a:pt x="3425325" y="2107787"/>
                  </a:lnTo>
                  <a:lnTo>
                    <a:pt x="3425483" y="2107787"/>
                  </a:lnTo>
                  <a:lnTo>
                    <a:pt x="3425641" y="2107787"/>
                  </a:lnTo>
                  <a:lnTo>
                    <a:pt x="3425798" y="2107787"/>
                  </a:lnTo>
                  <a:lnTo>
                    <a:pt x="3425956" y="2107787"/>
                  </a:lnTo>
                  <a:lnTo>
                    <a:pt x="3425956" y="2107356"/>
                  </a:lnTo>
                  <a:lnTo>
                    <a:pt x="3426114" y="2107356"/>
                  </a:lnTo>
                  <a:lnTo>
                    <a:pt x="3426271" y="2107356"/>
                  </a:lnTo>
                  <a:lnTo>
                    <a:pt x="3426429" y="2107356"/>
                  </a:lnTo>
                  <a:lnTo>
                    <a:pt x="3426587" y="2107356"/>
                  </a:lnTo>
                  <a:lnTo>
                    <a:pt x="3426745" y="2107356"/>
                  </a:lnTo>
                  <a:lnTo>
                    <a:pt x="3426902" y="2107356"/>
                  </a:lnTo>
                  <a:lnTo>
                    <a:pt x="3426902" y="2106925"/>
                  </a:lnTo>
                  <a:lnTo>
                    <a:pt x="3427060" y="2106925"/>
                  </a:lnTo>
                  <a:lnTo>
                    <a:pt x="3427218" y="2106925"/>
                  </a:lnTo>
                  <a:lnTo>
                    <a:pt x="3427218" y="2106495"/>
                  </a:lnTo>
                  <a:lnTo>
                    <a:pt x="3427375" y="2106495"/>
                  </a:lnTo>
                  <a:lnTo>
                    <a:pt x="3427533" y="2106495"/>
                  </a:lnTo>
                  <a:lnTo>
                    <a:pt x="3427691" y="2106495"/>
                  </a:lnTo>
                  <a:lnTo>
                    <a:pt x="3427849" y="2106495"/>
                  </a:lnTo>
                  <a:lnTo>
                    <a:pt x="3428006" y="2106495"/>
                  </a:lnTo>
                  <a:lnTo>
                    <a:pt x="3428164" y="2106495"/>
                  </a:lnTo>
                  <a:lnTo>
                    <a:pt x="3428322" y="2106495"/>
                  </a:lnTo>
                  <a:lnTo>
                    <a:pt x="3428479" y="2106495"/>
                  </a:lnTo>
                  <a:lnTo>
                    <a:pt x="3428637" y="2106495"/>
                  </a:lnTo>
                  <a:lnTo>
                    <a:pt x="3428795" y="2106495"/>
                  </a:lnTo>
                  <a:lnTo>
                    <a:pt x="3428795" y="2106064"/>
                  </a:lnTo>
                  <a:lnTo>
                    <a:pt x="3428953" y="2106064"/>
                  </a:lnTo>
                  <a:lnTo>
                    <a:pt x="3429110" y="2106064"/>
                  </a:lnTo>
                  <a:lnTo>
                    <a:pt x="3429268" y="2106064"/>
                  </a:lnTo>
                  <a:lnTo>
                    <a:pt x="3429426" y="2106064"/>
                  </a:lnTo>
                  <a:lnTo>
                    <a:pt x="3429583" y="2106064"/>
                  </a:lnTo>
                  <a:lnTo>
                    <a:pt x="3429741" y="2106064"/>
                  </a:lnTo>
                  <a:lnTo>
                    <a:pt x="3429741" y="2105634"/>
                  </a:lnTo>
                  <a:lnTo>
                    <a:pt x="3429899" y="2105634"/>
                  </a:lnTo>
                  <a:lnTo>
                    <a:pt x="3429899" y="2105203"/>
                  </a:lnTo>
                  <a:lnTo>
                    <a:pt x="3430057" y="2105203"/>
                  </a:lnTo>
                  <a:lnTo>
                    <a:pt x="3430214" y="2105203"/>
                  </a:lnTo>
                  <a:lnTo>
                    <a:pt x="3430214" y="2104772"/>
                  </a:lnTo>
                  <a:lnTo>
                    <a:pt x="3430214" y="2104342"/>
                  </a:lnTo>
                  <a:lnTo>
                    <a:pt x="3430372" y="2104342"/>
                  </a:lnTo>
                  <a:lnTo>
                    <a:pt x="3430530" y="2104342"/>
                  </a:lnTo>
                  <a:lnTo>
                    <a:pt x="3430530" y="2103911"/>
                  </a:lnTo>
                  <a:lnTo>
                    <a:pt x="3430530" y="2103481"/>
                  </a:lnTo>
                  <a:lnTo>
                    <a:pt x="3430530" y="2103050"/>
                  </a:lnTo>
                  <a:lnTo>
                    <a:pt x="3430530" y="2102619"/>
                  </a:lnTo>
                  <a:lnTo>
                    <a:pt x="3430687" y="2102619"/>
                  </a:lnTo>
                  <a:lnTo>
                    <a:pt x="3430687" y="2102189"/>
                  </a:lnTo>
                  <a:lnTo>
                    <a:pt x="3430845" y="2102189"/>
                  </a:lnTo>
                  <a:lnTo>
                    <a:pt x="3430845" y="2101758"/>
                  </a:lnTo>
                  <a:lnTo>
                    <a:pt x="3431003" y="2101758"/>
                  </a:lnTo>
                  <a:lnTo>
                    <a:pt x="3431161" y="2101758"/>
                  </a:lnTo>
                  <a:lnTo>
                    <a:pt x="3431318" y="2101758"/>
                  </a:lnTo>
                  <a:lnTo>
                    <a:pt x="3431476" y="2101758"/>
                  </a:lnTo>
                  <a:lnTo>
                    <a:pt x="3431476" y="2101328"/>
                  </a:lnTo>
                  <a:lnTo>
                    <a:pt x="3431634" y="2101328"/>
                  </a:lnTo>
                  <a:lnTo>
                    <a:pt x="3431792" y="2101328"/>
                  </a:lnTo>
                  <a:lnTo>
                    <a:pt x="3431949" y="2101328"/>
                  </a:lnTo>
                  <a:lnTo>
                    <a:pt x="3432107" y="2101328"/>
                  </a:lnTo>
                  <a:lnTo>
                    <a:pt x="3432265" y="2101328"/>
                  </a:lnTo>
                  <a:lnTo>
                    <a:pt x="3432422" y="2101328"/>
                  </a:lnTo>
                  <a:lnTo>
                    <a:pt x="3432580" y="2101328"/>
                  </a:lnTo>
                  <a:lnTo>
                    <a:pt x="3432738" y="2101328"/>
                  </a:lnTo>
                  <a:lnTo>
                    <a:pt x="3432896" y="2101328"/>
                  </a:lnTo>
                  <a:lnTo>
                    <a:pt x="3433053" y="2101328"/>
                  </a:lnTo>
                  <a:lnTo>
                    <a:pt x="3433211" y="2101328"/>
                  </a:lnTo>
                  <a:lnTo>
                    <a:pt x="3433369" y="2101328"/>
                  </a:lnTo>
                  <a:lnTo>
                    <a:pt x="3433526" y="2101328"/>
                  </a:lnTo>
                  <a:lnTo>
                    <a:pt x="3433684" y="2101328"/>
                  </a:lnTo>
                  <a:lnTo>
                    <a:pt x="3433842" y="2101328"/>
                  </a:lnTo>
                  <a:lnTo>
                    <a:pt x="3434000" y="2101328"/>
                  </a:lnTo>
                  <a:lnTo>
                    <a:pt x="3434157" y="2101328"/>
                  </a:lnTo>
                  <a:lnTo>
                    <a:pt x="3434315" y="2101328"/>
                  </a:lnTo>
                  <a:lnTo>
                    <a:pt x="3434473" y="2101328"/>
                  </a:lnTo>
                  <a:lnTo>
                    <a:pt x="3434630" y="2101328"/>
                  </a:lnTo>
                  <a:lnTo>
                    <a:pt x="3434788" y="2101328"/>
                  </a:lnTo>
                  <a:lnTo>
                    <a:pt x="3434946" y="2101328"/>
                  </a:lnTo>
                  <a:lnTo>
                    <a:pt x="3435104" y="2101328"/>
                  </a:lnTo>
                  <a:lnTo>
                    <a:pt x="3435261" y="2101328"/>
                  </a:lnTo>
                  <a:lnTo>
                    <a:pt x="3435419" y="2101328"/>
                  </a:lnTo>
                  <a:lnTo>
                    <a:pt x="3435577" y="2101328"/>
                  </a:lnTo>
                  <a:lnTo>
                    <a:pt x="3435577" y="2100897"/>
                  </a:lnTo>
                  <a:lnTo>
                    <a:pt x="3435734" y="2100897"/>
                  </a:lnTo>
                  <a:lnTo>
                    <a:pt x="3435892" y="2100897"/>
                  </a:lnTo>
                  <a:lnTo>
                    <a:pt x="3436050" y="2100897"/>
                  </a:lnTo>
                  <a:lnTo>
                    <a:pt x="3436208" y="2100897"/>
                  </a:lnTo>
                  <a:lnTo>
                    <a:pt x="3436365" y="2100897"/>
                  </a:lnTo>
                  <a:lnTo>
                    <a:pt x="3436365" y="2100466"/>
                  </a:lnTo>
                  <a:lnTo>
                    <a:pt x="3436523" y="2100466"/>
                  </a:lnTo>
                  <a:lnTo>
                    <a:pt x="3436681" y="2100466"/>
                  </a:lnTo>
                  <a:lnTo>
                    <a:pt x="3436839" y="2100466"/>
                  </a:lnTo>
                  <a:lnTo>
                    <a:pt x="3436996" y="2100466"/>
                  </a:lnTo>
                  <a:lnTo>
                    <a:pt x="3436996" y="2100036"/>
                  </a:lnTo>
                  <a:lnTo>
                    <a:pt x="3437154" y="2100036"/>
                  </a:lnTo>
                  <a:lnTo>
                    <a:pt x="3437154" y="2099605"/>
                  </a:lnTo>
                  <a:lnTo>
                    <a:pt x="3437312" y="2099605"/>
                  </a:lnTo>
                  <a:lnTo>
                    <a:pt x="3437312" y="2099175"/>
                  </a:lnTo>
                  <a:lnTo>
                    <a:pt x="3437469" y="2099175"/>
                  </a:lnTo>
                  <a:lnTo>
                    <a:pt x="3437627" y="2099175"/>
                  </a:lnTo>
                  <a:lnTo>
                    <a:pt x="3437627" y="2098744"/>
                  </a:lnTo>
                  <a:lnTo>
                    <a:pt x="3437785" y="2098744"/>
                  </a:lnTo>
                  <a:lnTo>
                    <a:pt x="3437943" y="2098744"/>
                  </a:lnTo>
                  <a:lnTo>
                    <a:pt x="3438100" y="2098744"/>
                  </a:lnTo>
                  <a:lnTo>
                    <a:pt x="3438100" y="2098313"/>
                  </a:lnTo>
                  <a:lnTo>
                    <a:pt x="3438258" y="2098313"/>
                  </a:lnTo>
                  <a:lnTo>
                    <a:pt x="3438416" y="2098313"/>
                  </a:lnTo>
                  <a:lnTo>
                    <a:pt x="3438573" y="2098313"/>
                  </a:lnTo>
                  <a:lnTo>
                    <a:pt x="3438731" y="2098313"/>
                  </a:lnTo>
                  <a:lnTo>
                    <a:pt x="3438731" y="2097883"/>
                  </a:lnTo>
                  <a:lnTo>
                    <a:pt x="3438731" y="2097452"/>
                  </a:lnTo>
                  <a:lnTo>
                    <a:pt x="3438731" y="2097022"/>
                  </a:lnTo>
                  <a:lnTo>
                    <a:pt x="3438889" y="2097022"/>
                  </a:lnTo>
                  <a:lnTo>
                    <a:pt x="3438889" y="2096591"/>
                  </a:lnTo>
                  <a:lnTo>
                    <a:pt x="3439047" y="2096591"/>
                  </a:lnTo>
                  <a:lnTo>
                    <a:pt x="3439204" y="2096591"/>
                  </a:lnTo>
                  <a:lnTo>
                    <a:pt x="3439362" y="2096591"/>
                  </a:lnTo>
                  <a:lnTo>
                    <a:pt x="3439520" y="2096591"/>
                  </a:lnTo>
                  <a:lnTo>
                    <a:pt x="3439677" y="2096591"/>
                  </a:lnTo>
                  <a:lnTo>
                    <a:pt x="3439835" y="2096591"/>
                  </a:lnTo>
                  <a:lnTo>
                    <a:pt x="3439993" y="2096591"/>
                  </a:lnTo>
                  <a:lnTo>
                    <a:pt x="3440151" y="2096591"/>
                  </a:lnTo>
                  <a:lnTo>
                    <a:pt x="3440308" y="2096591"/>
                  </a:lnTo>
                  <a:lnTo>
                    <a:pt x="3440466" y="2096591"/>
                  </a:lnTo>
                  <a:lnTo>
                    <a:pt x="3440624" y="2096591"/>
                  </a:lnTo>
                  <a:lnTo>
                    <a:pt x="3440781" y="2096591"/>
                  </a:lnTo>
                  <a:lnTo>
                    <a:pt x="3440781" y="2096160"/>
                  </a:lnTo>
                  <a:lnTo>
                    <a:pt x="3440939" y="2096160"/>
                  </a:lnTo>
                  <a:lnTo>
                    <a:pt x="3441097" y="2096160"/>
                  </a:lnTo>
                  <a:lnTo>
                    <a:pt x="3441255" y="2096160"/>
                  </a:lnTo>
                  <a:lnTo>
                    <a:pt x="3441412" y="2096160"/>
                  </a:lnTo>
                  <a:lnTo>
                    <a:pt x="3441570" y="2096160"/>
                  </a:lnTo>
                  <a:lnTo>
                    <a:pt x="3441728" y="2096160"/>
                  </a:lnTo>
                  <a:lnTo>
                    <a:pt x="3441885" y="2096160"/>
                  </a:lnTo>
                  <a:lnTo>
                    <a:pt x="3442043" y="2096160"/>
                  </a:lnTo>
                  <a:lnTo>
                    <a:pt x="3442201" y="2096160"/>
                  </a:lnTo>
                  <a:lnTo>
                    <a:pt x="3442359" y="2096160"/>
                  </a:lnTo>
                  <a:lnTo>
                    <a:pt x="3442516" y="2096160"/>
                  </a:lnTo>
                  <a:lnTo>
                    <a:pt x="3442674" y="2096160"/>
                  </a:lnTo>
                  <a:lnTo>
                    <a:pt x="3442832" y="2096160"/>
                  </a:lnTo>
                  <a:lnTo>
                    <a:pt x="3442832" y="2095730"/>
                  </a:lnTo>
                  <a:lnTo>
                    <a:pt x="3442990" y="2095730"/>
                  </a:lnTo>
                  <a:lnTo>
                    <a:pt x="3442990" y="2095299"/>
                  </a:lnTo>
                  <a:lnTo>
                    <a:pt x="3443147" y="2095299"/>
                  </a:lnTo>
                  <a:lnTo>
                    <a:pt x="3443305" y="2095299"/>
                  </a:lnTo>
                  <a:lnTo>
                    <a:pt x="3443463" y="2095299"/>
                  </a:lnTo>
                  <a:lnTo>
                    <a:pt x="3443620" y="2095299"/>
                  </a:lnTo>
                  <a:lnTo>
                    <a:pt x="3443778" y="2095299"/>
                  </a:lnTo>
                  <a:lnTo>
                    <a:pt x="3443936" y="2095299"/>
                  </a:lnTo>
                  <a:lnTo>
                    <a:pt x="3444094" y="2095299"/>
                  </a:lnTo>
                  <a:lnTo>
                    <a:pt x="3444251" y="2095299"/>
                  </a:lnTo>
                  <a:lnTo>
                    <a:pt x="3444409" y="2095299"/>
                  </a:lnTo>
                  <a:lnTo>
                    <a:pt x="3444409" y="2094869"/>
                  </a:lnTo>
                  <a:lnTo>
                    <a:pt x="3444567" y="2094869"/>
                  </a:lnTo>
                  <a:lnTo>
                    <a:pt x="3444567" y="2094438"/>
                  </a:lnTo>
                  <a:lnTo>
                    <a:pt x="3444724" y="2094438"/>
                  </a:lnTo>
                  <a:lnTo>
                    <a:pt x="3444882" y="2094438"/>
                  </a:lnTo>
                  <a:lnTo>
                    <a:pt x="3445040" y="2094438"/>
                  </a:lnTo>
                  <a:lnTo>
                    <a:pt x="3445198" y="2094438"/>
                  </a:lnTo>
                  <a:lnTo>
                    <a:pt x="3445198" y="2094007"/>
                  </a:lnTo>
                  <a:lnTo>
                    <a:pt x="3445198" y="2093577"/>
                  </a:lnTo>
                  <a:lnTo>
                    <a:pt x="3445355" y="2093577"/>
                  </a:lnTo>
                  <a:lnTo>
                    <a:pt x="3445513" y="2093577"/>
                  </a:lnTo>
                  <a:lnTo>
                    <a:pt x="3445671" y="2093577"/>
                  </a:lnTo>
                  <a:lnTo>
                    <a:pt x="3445828" y="2093577"/>
                  </a:lnTo>
                  <a:lnTo>
                    <a:pt x="3445986" y="2093577"/>
                  </a:lnTo>
                  <a:lnTo>
                    <a:pt x="3446144" y="2093577"/>
                  </a:lnTo>
                  <a:lnTo>
                    <a:pt x="3446144" y="2093146"/>
                  </a:lnTo>
                  <a:lnTo>
                    <a:pt x="3446302" y="2093146"/>
                  </a:lnTo>
                  <a:lnTo>
                    <a:pt x="3446459" y="2093146"/>
                  </a:lnTo>
                  <a:lnTo>
                    <a:pt x="3446617" y="2093146"/>
                  </a:lnTo>
                  <a:lnTo>
                    <a:pt x="3446617" y="2092716"/>
                  </a:lnTo>
                  <a:lnTo>
                    <a:pt x="3446775" y="2092716"/>
                  </a:lnTo>
                  <a:lnTo>
                    <a:pt x="3446932" y="2092716"/>
                  </a:lnTo>
                  <a:lnTo>
                    <a:pt x="3447090" y="2092716"/>
                  </a:lnTo>
                  <a:lnTo>
                    <a:pt x="3447248" y="2092716"/>
                  </a:lnTo>
                  <a:lnTo>
                    <a:pt x="3447406" y="2092716"/>
                  </a:lnTo>
                  <a:lnTo>
                    <a:pt x="3447406" y="2092285"/>
                  </a:lnTo>
                  <a:lnTo>
                    <a:pt x="3447406" y="2091854"/>
                  </a:lnTo>
                  <a:lnTo>
                    <a:pt x="3447563" y="2091854"/>
                  </a:lnTo>
                  <a:lnTo>
                    <a:pt x="3447721" y="2091854"/>
                  </a:lnTo>
                  <a:lnTo>
                    <a:pt x="3447721" y="2091424"/>
                  </a:lnTo>
                  <a:lnTo>
                    <a:pt x="3447721" y="2090993"/>
                  </a:lnTo>
                  <a:lnTo>
                    <a:pt x="3447879" y="2090993"/>
                  </a:lnTo>
                  <a:lnTo>
                    <a:pt x="3448036" y="2090993"/>
                  </a:lnTo>
                  <a:lnTo>
                    <a:pt x="3448194" y="2090993"/>
                  </a:lnTo>
                  <a:lnTo>
                    <a:pt x="3448352" y="2090993"/>
                  </a:lnTo>
                  <a:lnTo>
                    <a:pt x="3448352" y="2090563"/>
                  </a:lnTo>
                  <a:lnTo>
                    <a:pt x="3448510" y="2090563"/>
                  </a:lnTo>
                  <a:lnTo>
                    <a:pt x="3448510" y="2090132"/>
                  </a:lnTo>
                  <a:lnTo>
                    <a:pt x="3448667" y="2090132"/>
                  </a:lnTo>
                  <a:lnTo>
                    <a:pt x="3448825" y="2090132"/>
                  </a:lnTo>
                  <a:lnTo>
                    <a:pt x="3448983" y="2090132"/>
                  </a:lnTo>
                  <a:lnTo>
                    <a:pt x="3448983" y="2089701"/>
                  </a:lnTo>
                  <a:lnTo>
                    <a:pt x="3449141" y="2089701"/>
                  </a:lnTo>
                  <a:lnTo>
                    <a:pt x="3449298" y="2089701"/>
                  </a:lnTo>
                  <a:lnTo>
                    <a:pt x="3449298" y="2089271"/>
                  </a:lnTo>
                  <a:lnTo>
                    <a:pt x="3449456" y="2089271"/>
                  </a:lnTo>
                  <a:lnTo>
                    <a:pt x="3449456" y="2088840"/>
                  </a:lnTo>
                  <a:lnTo>
                    <a:pt x="3449614" y="2088840"/>
                  </a:lnTo>
                  <a:lnTo>
                    <a:pt x="3449771" y="2088840"/>
                  </a:lnTo>
                  <a:lnTo>
                    <a:pt x="3449929" y="2088840"/>
                  </a:lnTo>
                  <a:lnTo>
                    <a:pt x="3450087" y="2088840"/>
                  </a:lnTo>
                  <a:lnTo>
                    <a:pt x="3450245" y="2088840"/>
                  </a:lnTo>
                  <a:lnTo>
                    <a:pt x="3450402" y="2088840"/>
                  </a:lnTo>
                  <a:lnTo>
                    <a:pt x="3450402" y="2088410"/>
                  </a:lnTo>
                  <a:lnTo>
                    <a:pt x="3450560" y="2088410"/>
                  </a:lnTo>
                  <a:lnTo>
                    <a:pt x="3450560" y="2087979"/>
                  </a:lnTo>
                  <a:lnTo>
                    <a:pt x="3450560" y="2087548"/>
                  </a:lnTo>
                  <a:lnTo>
                    <a:pt x="3450718" y="2087548"/>
                  </a:lnTo>
                  <a:lnTo>
                    <a:pt x="3450875" y="2087548"/>
                  </a:lnTo>
                  <a:lnTo>
                    <a:pt x="3450875" y="2087118"/>
                  </a:lnTo>
                  <a:lnTo>
                    <a:pt x="3451033" y="2087118"/>
                  </a:lnTo>
                  <a:lnTo>
                    <a:pt x="3451191" y="2087118"/>
                  </a:lnTo>
                  <a:lnTo>
                    <a:pt x="3451349" y="2087118"/>
                  </a:lnTo>
                  <a:lnTo>
                    <a:pt x="3451506" y="2087118"/>
                  </a:lnTo>
                  <a:lnTo>
                    <a:pt x="3451664" y="2087118"/>
                  </a:lnTo>
                  <a:lnTo>
                    <a:pt x="3451822" y="2087118"/>
                  </a:lnTo>
                  <a:lnTo>
                    <a:pt x="3451979" y="2087118"/>
                  </a:lnTo>
                  <a:lnTo>
                    <a:pt x="3452137" y="2087118"/>
                  </a:lnTo>
                  <a:lnTo>
                    <a:pt x="3452295" y="2087118"/>
                  </a:lnTo>
                  <a:lnTo>
                    <a:pt x="3452295" y="2086687"/>
                  </a:lnTo>
                  <a:lnTo>
                    <a:pt x="3452453" y="2086687"/>
                  </a:lnTo>
                  <a:lnTo>
                    <a:pt x="3452610" y="2086687"/>
                  </a:lnTo>
                  <a:lnTo>
                    <a:pt x="3452768" y="2086687"/>
                  </a:lnTo>
                  <a:lnTo>
                    <a:pt x="3452926" y="2086687"/>
                  </a:lnTo>
                  <a:lnTo>
                    <a:pt x="3453083" y="2086687"/>
                  </a:lnTo>
                  <a:lnTo>
                    <a:pt x="3453241" y="2086687"/>
                  </a:lnTo>
                  <a:lnTo>
                    <a:pt x="3453399" y="2086687"/>
                  </a:lnTo>
                  <a:lnTo>
                    <a:pt x="3453557" y="2086687"/>
                  </a:lnTo>
                  <a:lnTo>
                    <a:pt x="3453714" y="2086687"/>
                  </a:lnTo>
                  <a:lnTo>
                    <a:pt x="3453714" y="2086257"/>
                  </a:lnTo>
                  <a:lnTo>
                    <a:pt x="3453714" y="2085826"/>
                  </a:lnTo>
                  <a:lnTo>
                    <a:pt x="3453872" y="2085826"/>
                  </a:lnTo>
                  <a:lnTo>
                    <a:pt x="3454030" y="2085826"/>
                  </a:lnTo>
                  <a:lnTo>
                    <a:pt x="3454188" y="2085826"/>
                  </a:lnTo>
                  <a:lnTo>
                    <a:pt x="3454345" y="2085826"/>
                  </a:lnTo>
                  <a:lnTo>
                    <a:pt x="3454345" y="2085395"/>
                  </a:lnTo>
                  <a:lnTo>
                    <a:pt x="3454503" y="2085395"/>
                  </a:lnTo>
                  <a:lnTo>
                    <a:pt x="3454661" y="2085395"/>
                  </a:lnTo>
                  <a:lnTo>
                    <a:pt x="3454818" y="2085395"/>
                  </a:lnTo>
                  <a:lnTo>
                    <a:pt x="3454818" y="2084965"/>
                  </a:lnTo>
                  <a:lnTo>
                    <a:pt x="3454818" y="2084534"/>
                  </a:lnTo>
                  <a:lnTo>
                    <a:pt x="3454976" y="2084534"/>
                  </a:lnTo>
                  <a:lnTo>
                    <a:pt x="3454976" y="2084104"/>
                  </a:lnTo>
                  <a:lnTo>
                    <a:pt x="3455134" y="2084104"/>
                  </a:lnTo>
                  <a:lnTo>
                    <a:pt x="3455292" y="2084104"/>
                  </a:lnTo>
                  <a:lnTo>
                    <a:pt x="3455449" y="2084104"/>
                  </a:lnTo>
                  <a:lnTo>
                    <a:pt x="3455607" y="2084104"/>
                  </a:lnTo>
                  <a:lnTo>
                    <a:pt x="3455607" y="2083673"/>
                  </a:lnTo>
                  <a:lnTo>
                    <a:pt x="3455607" y="2083242"/>
                  </a:lnTo>
                  <a:lnTo>
                    <a:pt x="3455765" y="2083242"/>
                  </a:lnTo>
                  <a:lnTo>
                    <a:pt x="3455922" y="2083242"/>
                  </a:lnTo>
                  <a:lnTo>
                    <a:pt x="3456080" y="2083242"/>
                  </a:lnTo>
                  <a:lnTo>
                    <a:pt x="3456238" y="2083242"/>
                  </a:lnTo>
                  <a:lnTo>
                    <a:pt x="3456396" y="2083242"/>
                  </a:lnTo>
                  <a:lnTo>
                    <a:pt x="3456553" y="2083242"/>
                  </a:lnTo>
                  <a:lnTo>
                    <a:pt x="3456553" y="2082812"/>
                  </a:lnTo>
                  <a:lnTo>
                    <a:pt x="3456711" y="2082812"/>
                  </a:lnTo>
                  <a:lnTo>
                    <a:pt x="3456869" y="2082812"/>
                  </a:lnTo>
                  <a:lnTo>
                    <a:pt x="3456869" y="2082381"/>
                  </a:lnTo>
                  <a:lnTo>
                    <a:pt x="3457026" y="2082381"/>
                  </a:lnTo>
                  <a:lnTo>
                    <a:pt x="3457184" y="2082381"/>
                  </a:lnTo>
                  <a:lnTo>
                    <a:pt x="3457342" y="2082381"/>
                  </a:lnTo>
                  <a:lnTo>
                    <a:pt x="3457500" y="2082381"/>
                  </a:lnTo>
                  <a:lnTo>
                    <a:pt x="3457500" y="2081951"/>
                  </a:lnTo>
                  <a:lnTo>
                    <a:pt x="3457500" y="2081520"/>
                  </a:lnTo>
                  <a:lnTo>
                    <a:pt x="3457657" y="2081520"/>
                  </a:lnTo>
                  <a:lnTo>
                    <a:pt x="3457815" y="2081520"/>
                  </a:lnTo>
                  <a:lnTo>
                    <a:pt x="3457815" y="2081089"/>
                  </a:lnTo>
                  <a:lnTo>
                    <a:pt x="3457815" y="2080659"/>
                  </a:lnTo>
                  <a:lnTo>
                    <a:pt x="3457973" y="2080659"/>
                  </a:lnTo>
                  <a:lnTo>
                    <a:pt x="3457973" y="2080228"/>
                  </a:lnTo>
                  <a:lnTo>
                    <a:pt x="3458130" y="2080228"/>
                  </a:lnTo>
                  <a:lnTo>
                    <a:pt x="3458288" y="2080228"/>
                  </a:lnTo>
                  <a:lnTo>
                    <a:pt x="3458446" y="2080228"/>
                  </a:lnTo>
                  <a:lnTo>
                    <a:pt x="3458604" y="2080228"/>
                  </a:lnTo>
                  <a:lnTo>
                    <a:pt x="3458761" y="2080228"/>
                  </a:lnTo>
                  <a:lnTo>
                    <a:pt x="3458919" y="2080228"/>
                  </a:lnTo>
                  <a:lnTo>
                    <a:pt x="3459077" y="2080228"/>
                  </a:lnTo>
                  <a:lnTo>
                    <a:pt x="3459077" y="2079798"/>
                  </a:lnTo>
                  <a:lnTo>
                    <a:pt x="3459234" y="2079798"/>
                  </a:lnTo>
                  <a:lnTo>
                    <a:pt x="3459234" y="2079367"/>
                  </a:lnTo>
                  <a:lnTo>
                    <a:pt x="3459392" y="2079367"/>
                  </a:lnTo>
                  <a:lnTo>
                    <a:pt x="3459550" y="2079367"/>
                  </a:lnTo>
                  <a:lnTo>
                    <a:pt x="3459708" y="2079367"/>
                  </a:lnTo>
                  <a:lnTo>
                    <a:pt x="3459865" y="2079367"/>
                  </a:lnTo>
                  <a:lnTo>
                    <a:pt x="3459865" y="2078936"/>
                  </a:lnTo>
                  <a:lnTo>
                    <a:pt x="3459865" y="2078506"/>
                  </a:lnTo>
                  <a:lnTo>
                    <a:pt x="3460023" y="2078506"/>
                  </a:lnTo>
                  <a:lnTo>
                    <a:pt x="3460181" y="2078506"/>
                  </a:lnTo>
                  <a:lnTo>
                    <a:pt x="3460339" y="2078506"/>
                  </a:lnTo>
                  <a:lnTo>
                    <a:pt x="3460339" y="2078075"/>
                  </a:lnTo>
                  <a:lnTo>
                    <a:pt x="3460496" y="2078075"/>
                  </a:lnTo>
                  <a:lnTo>
                    <a:pt x="3460654" y="2078075"/>
                  </a:lnTo>
                  <a:lnTo>
                    <a:pt x="3460812" y="2078075"/>
                  </a:lnTo>
                  <a:lnTo>
                    <a:pt x="3460969" y="2078075"/>
                  </a:lnTo>
                  <a:lnTo>
                    <a:pt x="3461127" y="2078075"/>
                  </a:lnTo>
                  <a:lnTo>
                    <a:pt x="3461285" y="2078075"/>
                  </a:lnTo>
                  <a:lnTo>
                    <a:pt x="3461443" y="2078075"/>
                  </a:lnTo>
                  <a:lnTo>
                    <a:pt x="3461600" y="2078075"/>
                  </a:lnTo>
                  <a:lnTo>
                    <a:pt x="3461758" y="2078075"/>
                  </a:lnTo>
                  <a:lnTo>
                    <a:pt x="3461916" y="2078075"/>
                  </a:lnTo>
                  <a:lnTo>
                    <a:pt x="3462073" y="2078075"/>
                  </a:lnTo>
                  <a:lnTo>
                    <a:pt x="3462231" y="2078075"/>
                  </a:lnTo>
                  <a:lnTo>
                    <a:pt x="3462389" y="2078075"/>
                  </a:lnTo>
                  <a:lnTo>
                    <a:pt x="3462547" y="2078075"/>
                  </a:lnTo>
                  <a:lnTo>
                    <a:pt x="3462704" y="2078075"/>
                  </a:lnTo>
                  <a:lnTo>
                    <a:pt x="3462704" y="2077645"/>
                  </a:lnTo>
                  <a:lnTo>
                    <a:pt x="3462704" y="2077214"/>
                  </a:lnTo>
                  <a:lnTo>
                    <a:pt x="3462862" y="2077214"/>
                  </a:lnTo>
                  <a:lnTo>
                    <a:pt x="3462862" y="2076783"/>
                  </a:lnTo>
                  <a:lnTo>
                    <a:pt x="3463020" y="2076783"/>
                  </a:lnTo>
                  <a:lnTo>
                    <a:pt x="3463177" y="2076783"/>
                  </a:lnTo>
                  <a:lnTo>
                    <a:pt x="3463335" y="2076783"/>
                  </a:lnTo>
                  <a:lnTo>
                    <a:pt x="3463493" y="2076783"/>
                  </a:lnTo>
                  <a:lnTo>
                    <a:pt x="3463651" y="2076783"/>
                  </a:lnTo>
                  <a:lnTo>
                    <a:pt x="3463808" y="2076783"/>
                  </a:lnTo>
                  <a:lnTo>
                    <a:pt x="3463808" y="2076353"/>
                  </a:lnTo>
                  <a:lnTo>
                    <a:pt x="3463808" y="2075922"/>
                  </a:lnTo>
                  <a:lnTo>
                    <a:pt x="3463966" y="2075922"/>
                  </a:lnTo>
                  <a:lnTo>
                    <a:pt x="3463966" y="2075492"/>
                  </a:lnTo>
                  <a:lnTo>
                    <a:pt x="3464124" y="2075492"/>
                  </a:lnTo>
                  <a:lnTo>
                    <a:pt x="3464124" y="2075061"/>
                  </a:lnTo>
                  <a:lnTo>
                    <a:pt x="3464124" y="2074630"/>
                  </a:lnTo>
                  <a:lnTo>
                    <a:pt x="3464281" y="2074630"/>
                  </a:lnTo>
                  <a:lnTo>
                    <a:pt x="3464439" y="2074630"/>
                  </a:lnTo>
                  <a:lnTo>
                    <a:pt x="3464597" y="2074630"/>
                  </a:lnTo>
                  <a:lnTo>
                    <a:pt x="3464755" y="2074630"/>
                  </a:lnTo>
                  <a:lnTo>
                    <a:pt x="3464912" y="2074630"/>
                  </a:lnTo>
                  <a:lnTo>
                    <a:pt x="3465070" y="2074630"/>
                  </a:lnTo>
                  <a:lnTo>
                    <a:pt x="3465070" y="2074200"/>
                  </a:lnTo>
                  <a:lnTo>
                    <a:pt x="3465228" y="2074200"/>
                  </a:lnTo>
                  <a:lnTo>
                    <a:pt x="3465386" y="2074200"/>
                  </a:lnTo>
                  <a:lnTo>
                    <a:pt x="3465543" y="2074200"/>
                  </a:lnTo>
                  <a:lnTo>
                    <a:pt x="3465701" y="2074200"/>
                  </a:lnTo>
                  <a:lnTo>
                    <a:pt x="3465859" y="2074200"/>
                  </a:lnTo>
                  <a:lnTo>
                    <a:pt x="3466016" y="2074200"/>
                  </a:lnTo>
                  <a:lnTo>
                    <a:pt x="3466174" y="2074200"/>
                  </a:lnTo>
                  <a:lnTo>
                    <a:pt x="3466332" y="2074200"/>
                  </a:lnTo>
                  <a:lnTo>
                    <a:pt x="3466332" y="2073769"/>
                  </a:lnTo>
                  <a:lnTo>
                    <a:pt x="3466490" y="2073769"/>
                  </a:lnTo>
                  <a:lnTo>
                    <a:pt x="3466490" y="2073339"/>
                  </a:lnTo>
                  <a:lnTo>
                    <a:pt x="3466490" y="2072908"/>
                  </a:lnTo>
                  <a:lnTo>
                    <a:pt x="3466647" y="2072908"/>
                  </a:lnTo>
                  <a:lnTo>
                    <a:pt x="3466805" y="2072908"/>
                  </a:lnTo>
                  <a:lnTo>
                    <a:pt x="3466963" y="2072908"/>
                  </a:lnTo>
                  <a:lnTo>
                    <a:pt x="3466963" y="2072477"/>
                  </a:lnTo>
                  <a:lnTo>
                    <a:pt x="3467120" y="2072477"/>
                  </a:lnTo>
                  <a:lnTo>
                    <a:pt x="3467278" y="2072477"/>
                  </a:lnTo>
                  <a:lnTo>
                    <a:pt x="3467436" y="2072477"/>
                  </a:lnTo>
                  <a:lnTo>
                    <a:pt x="3467594" y="2072477"/>
                  </a:lnTo>
                  <a:lnTo>
                    <a:pt x="3467751" y="2072477"/>
                  </a:lnTo>
                  <a:lnTo>
                    <a:pt x="3467751" y="2072047"/>
                  </a:lnTo>
                  <a:lnTo>
                    <a:pt x="3467909" y="2072047"/>
                  </a:lnTo>
                  <a:lnTo>
                    <a:pt x="3468067" y="2072047"/>
                  </a:lnTo>
                  <a:lnTo>
                    <a:pt x="3468224" y="2072047"/>
                  </a:lnTo>
                  <a:lnTo>
                    <a:pt x="3468382" y="2072047"/>
                  </a:lnTo>
                  <a:lnTo>
                    <a:pt x="3468540" y="2072047"/>
                  </a:lnTo>
                  <a:lnTo>
                    <a:pt x="3468698" y="2072047"/>
                  </a:lnTo>
                  <a:lnTo>
                    <a:pt x="3468855" y="2072047"/>
                  </a:lnTo>
                  <a:lnTo>
                    <a:pt x="3469013" y="2072047"/>
                  </a:lnTo>
                  <a:lnTo>
                    <a:pt x="3469171" y="2072047"/>
                  </a:lnTo>
                  <a:lnTo>
                    <a:pt x="3469328" y="2072047"/>
                  </a:lnTo>
                  <a:lnTo>
                    <a:pt x="3469486" y="2072047"/>
                  </a:lnTo>
                  <a:lnTo>
                    <a:pt x="3469644" y="2072047"/>
                  </a:lnTo>
                  <a:lnTo>
                    <a:pt x="3469802" y="2072047"/>
                  </a:lnTo>
                  <a:lnTo>
                    <a:pt x="3469959" y="2072047"/>
                  </a:lnTo>
                  <a:lnTo>
                    <a:pt x="3469959" y="2071616"/>
                  </a:lnTo>
                  <a:lnTo>
                    <a:pt x="3470117" y="2071616"/>
                  </a:lnTo>
                  <a:lnTo>
                    <a:pt x="3470275" y="2071616"/>
                  </a:lnTo>
                  <a:lnTo>
                    <a:pt x="3470432" y="2071616"/>
                  </a:lnTo>
                  <a:lnTo>
                    <a:pt x="3470590" y="2071616"/>
                  </a:lnTo>
                  <a:lnTo>
                    <a:pt x="3470748" y="2071616"/>
                  </a:lnTo>
                  <a:lnTo>
                    <a:pt x="3470748" y="2071186"/>
                  </a:lnTo>
                  <a:lnTo>
                    <a:pt x="3470906" y="2071186"/>
                  </a:lnTo>
                  <a:lnTo>
                    <a:pt x="3471063" y="2071186"/>
                  </a:lnTo>
                  <a:lnTo>
                    <a:pt x="3471063" y="2070755"/>
                  </a:lnTo>
                  <a:lnTo>
                    <a:pt x="3471063" y="2070324"/>
                  </a:lnTo>
                  <a:lnTo>
                    <a:pt x="3471221" y="2070324"/>
                  </a:lnTo>
                  <a:lnTo>
                    <a:pt x="3471379" y="2070324"/>
                  </a:lnTo>
                  <a:lnTo>
                    <a:pt x="3471379" y="2069894"/>
                  </a:lnTo>
                  <a:lnTo>
                    <a:pt x="3471537" y="2069894"/>
                  </a:lnTo>
                  <a:lnTo>
                    <a:pt x="3471694" y="2069894"/>
                  </a:lnTo>
                  <a:lnTo>
                    <a:pt x="3471852" y="2069894"/>
                  </a:lnTo>
                  <a:lnTo>
                    <a:pt x="3472010" y="2069894"/>
                  </a:lnTo>
                  <a:lnTo>
                    <a:pt x="3472167" y="2069894"/>
                  </a:lnTo>
                  <a:lnTo>
                    <a:pt x="3472167" y="2069463"/>
                  </a:lnTo>
                  <a:lnTo>
                    <a:pt x="3472325" y="2069463"/>
                  </a:lnTo>
                  <a:lnTo>
                    <a:pt x="3472483" y="2069463"/>
                  </a:lnTo>
                  <a:lnTo>
                    <a:pt x="3472641" y="2069463"/>
                  </a:lnTo>
                  <a:lnTo>
                    <a:pt x="3472798" y="2069463"/>
                  </a:lnTo>
                  <a:lnTo>
                    <a:pt x="3472798" y="2069033"/>
                  </a:lnTo>
                  <a:lnTo>
                    <a:pt x="3472798" y="2068602"/>
                  </a:lnTo>
                  <a:lnTo>
                    <a:pt x="3472798" y="2068171"/>
                  </a:lnTo>
                  <a:lnTo>
                    <a:pt x="3472956" y="2068171"/>
                  </a:lnTo>
                  <a:lnTo>
                    <a:pt x="3473114" y="2068171"/>
                  </a:lnTo>
                  <a:lnTo>
                    <a:pt x="3473271" y="2068171"/>
                  </a:lnTo>
                  <a:lnTo>
                    <a:pt x="3473429" y="2068171"/>
                  </a:lnTo>
                  <a:lnTo>
                    <a:pt x="3473429" y="2067741"/>
                  </a:lnTo>
                  <a:lnTo>
                    <a:pt x="3473587" y="2067741"/>
                  </a:lnTo>
                  <a:lnTo>
                    <a:pt x="3473745" y="2067741"/>
                  </a:lnTo>
                  <a:lnTo>
                    <a:pt x="3473902" y="2067741"/>
                  </a:lnTo>
                  <a:lnTo>
                    <a:pt x="3474060" y="2067741"/>
                  </a:lnTo>
                  <a:lnTo>
                    <a:pt x="3474060" y="2067310"/>
                  </a:lnTo>
                  <a:lnTo>
                    <a:pt x="3474060" y="2066880"/>
                  </a:lnTo>
                  <a:lnTo>
                    <a:pt x="3474218" y="2066880"/>
                  </a:lnTo>
                  <a:lnTo>
                    <a:pt x="3474375" y="2066880"/>
                  </a:lnTo>
                  <a:lnTo>
                    <a:pt x="3474533" y="2066880"/>
                  </a:lnTo>
                  <a:lnTo>
                    <a:pt x="3474691" y="2066880"/>
                  </a:lnTo>
                  <a:lnTo>
                    <a:pt x="3474691" y="2066449"/>
                  </a:lnTo>
                  <a:lnTo>
                    <a:pt x="3474849" y="2066449"/>
                  </a:lnTo>
                  <a:lnTo>
                    <a:pt x="3474849" y="2066018"/>
                  </a:lnTo>
                  <a:lnTo>
                    <a:pt x="3475006" y="2066018"/>
                  </a:lnTo>
                  <a:lnTo>
                    <a:pt x="3475006" y="2065588"/>
                  </a:lnTo>
                  <a:lnTo>
                    <a:pt x="3475164" y="2065588"/>
                  </a:lnTo>
                  <a:lnTo>
                    <a:pt x="3475322" y="2065588"/>
                  </a:lnTo>
                  <a:lnTo>
                    <a:pt x="3475479" y="2065588"/>
                  </a:lnTo>
                  <a:lnTo>
                    <a:pt x="3475637" y="2065588"/>
                  </a:lnTo>
                  <a:lnTo>
                    <a:pt x="3475795" y="2065588"/>
                  </a:lnTo>
                  <a:lnTo>
                    <a:pt x="3475953" y="2065588"/>
                  </a:lnTo>
                  <a:lnTo>
                    <a:pt x="3476110" y="2065588"/>
                  </a:lnTo>
                  <a:lnTo>
                    <a:pt x="3476110" y="2065157"/>
                  </a:lnTo>
                  <a:lnTo>
                    <a:pt x="3476268" y="2065157"/>
                  </a:lnTo>
                  <a:lnTo>
                    <a:pt x="3476268" y="2064727"/>
                  </a:lnTo>
                  <a:lnTo>
                    <a:pt x="3476268" y="2064296"/>
                  </a:lnTo>
                  <a:lnTo>
                    <a:pt x="3476268" y="2063865"/>
                  </a:lnTo>
                  <a:lnTo>
                    <a:pt x="3476426" y="2063865"/>
                  </a:lnTo>
                  <a:lnTo>
                    <a:pt x="3476584" y="2063865"/>
                  </a:lnTo>
                  <a:lnTo>
                    <a:pt x="3476584" y="2063435"/>
                  </a:lnTo>
                  <a:lnTo>
                    <a:pt x="3476741" y="2063435"/>
                  </a:lnTo>
                  <a:lnTo>
                    <a:pt x="3476899" y="2063435"/>
                  </a:lnTo>
                  <a:lnTo>
                    <a:pt x="3477057" y="2063435"/>
                  </a:lnTo>
                  <a:lnTo>
                    <a:pt x="3477214" y="2063435"/>
                  </a:lnTo>
                  <a:lnTo>
                    <a:pt x="3477372" y="2063435"/>
                  </a:lnTo>
                  <a:lnTo>
                    <a:pt x="3477372" y="2063004"/>
                  </a:lnTo>
                  <a:lnTo>
                    <a:pt x="3477530" y="2063004"/>
                  </a:lnTo>
                  <a:lnTo>
                    <a:pt x="3477530" y="2062574"/>
                  </a:lnTo>
                  <a:lnTo>
                    <a:pt x="3477530" y="2062143"/>
                  </a:lnTo>
                  <a:lnTo>
                    <a:pt x="3477688" y="2062143"/>
                  </a:lnTo>
                  <a:lnTo>
                    <a:pt x="3477845" y="2062143"/>
                  </a:lnTo>
                  <a:lnTo>
                    <a:pt x="3478003" y="2062143"/>
                  </a:lnTo>
                  <a:lnTo>
                    <a:pt x="3478161" y="2062143"/>
                  </a:lnTo>
                  <a:lnTo>
                    <a:pt x="3478318" y="2062143"/>
                  </a:lnTo>
                  <a:lnTo>
                    <a:pt x="3478476" y="2062143"/>
                  </a:lnTo>
                  <a:lnTo>
                    <a:pt x="3478634" y="2062143"/>
                  </a:lnTo>
                  <a:lnTo>
                    <a:pt x="3478792" y="2062143"/>
                  </a:lnTo>
                  <a:lnTo>
                    <a:pt x="3478949" y="2062143"/>
                  </a:lnTo>
                  <a:lnTo>
                    <a:pt x="3479107" y="2062143"/>
                  </a:lnTo>
                  <a:lnTo>
                    <a:pt x="3479265" y="2062143"/>
                  </a:lnTo>
                  <a:lnTo>
                    <a:pt x="3479422" y="2062143"/>
                  </a:lnTo>
                  <a:lnTo>
                    <a:pt x="3479580" y="2062143"/>
                  </a:lnTo>
                  <a:lnTo>
                    <a:pt x="3479580" y="2061712"/>
                  </a:lnTo>
                  <a:lnTo>
                    <a:pt x="3479580" y="2061282"/>
                  </a:lnTo>
                  <a:lnTo>
                    <a:pt x="3479738" y="2061282"/>
                  </a:lnTo>
                  <a:lnTo>
                    <a:pt x="3479896" y="2061282"/>
                  </a:lnTo>
                  <a:lnTo>
                    <a:pt x="3480053" y="2061282"/>
                  </a:lnTo>
                  <a:lnTo>
                    <a:pt x="3480211" y="2061282"/>
                  </a:lnTo>
                  <a:lnTo>
                    <a:pt x="3480369" y="2061282"/>
                  </a:lnTo>
                  <a:lnTo>
                    <a:pt x="3480369" y="2060851"/>
                  </a:lnTo>
                  <a:lnTo>
                    <a:pt x="3480526" y="2060851"/>
                  </a:lnTo>
                  <a:lnTo>
                    <a:pt x="3480684" y="2060851"/>
                  </a:lnTo>
                  <a:lnTo>
                    <a:pt x="3480842" y="2060851"/>
                  </a:lnTo>
                  <a:lnTo>
                    <a:pt x="3481000" y="2060851"/>
                  </a:lnTo>
                  <a:lnTo>
                    <a:pt x="3481157" y="2060851"/>
                  </a:lnTo>
                  <a:lnTo>
                    <a:pt x="3481157" y="2060421"/>
                  </a:lnTo>
                  <a:lnTo>
                    <a:pt x="3481315" y="2060421"/>
                  </a:lnTo>
                  <a:lnTo>
                    <a:pt x="3481473" y="2060421"/>
                  </a:lnTo>
                  <a:lnTo>
                    <a:pt x="3481630" y="2060421"/>
                  </a:lnTo>
                  <a:lnTo>
                    <a:pt x="3481788" y="2060421"/>
                  </a:lnTo>
                  <a:lnTo>
                    <a:pt x="3481946" y="2060421"/>
                  </a:lnTo>
                  <a:lnTo>
                    <a:pt x="3481946" y="2059990"/>
                  </a:lnTo>
                  <a:lnTo>
                    <a:pt x="3482104" y="2059990"/>
                  </a:lnTo>
                  <a:lnTo>
                    <a:pt x="3482261" y="2059990"/>
                  </a:lnTo>
                  <a:lnTo>
                    <a:pt x="3482261" y="2059559"/>
                  </a:lnTo>
                  <a:lnTo>
                    <a:pt x="3482419" y="2059559"/>
                  </a:lnTo>
                  <a:lnTo>
                    <a:pt x="3482419" y="2059129"/>
                  </a:lnTo>
                  <a:lnTo>
                    <a:pt x="3482577" y="2059129"/>
                  </a:lnTo>
                  <a:lnTo>
                    <a:pt x="3482735" y="2059129"/>
                  </a:lnTo>
                  <a:lnTo>
                    <a:pt x="3482735" y="2058698"/>
                  </a:lnTo>
                  <a:lnTo>
                    <a:pt x="3482892" y="2058698"/>
                  </a:lnTo>
                  <a:lnTo>
                    <a:pt x="3483050" y="2058698"/>
                  </a:lnTo>
                  <a:lnTo>
                    <a:pt x="3483208" y="2058698"/>
                  </a:lnTo>
                  <a:lnTo>
                    <a:pt x="3483208" y="2058268"/>
                  </a:lnTo>
                  <a:lnTo>
                    <a:pt x="3483365" y="2058268"/>
                  </a:lnTo>
                  <a:lnTo>
                    <a:pt x="3483523" y="2058268"/>
                  </a:lnTo>
                  <a:lnTo>
                    <a:pt x="3483681" y="2058268"/>
                  </a:lnTo>
                  <a:lnTo>
                    <a:pt x="3483839" y="2058268"/>
                  </a:lnTo>
                  <a:lnTo>
                    <a:pt x="3483996" y="2058268"/>
                  </a:lnTo>
                  <a:lnTo>
                    <a:pt x="3484154" y="2058268"/>
                  </a:lnTo>
                  <a:lnTo>
                    <a:pt x="3484154" y="2057837"/>
                  </a:lnTo>
                  <a:lnTo>
                    <a:pt x="3484312" y="2057837"/>
                  </a:lnTo>
                  <a:lnTo>
                    <a:pt x="3484469" y="2057837"/>
                  </a:lnTo>
                  <a:lnTo>
                    <a:pt x="3484469" y="2057406"/>
                  </a:lnTo>
                  <a:lnTo>
                    <a:pt x="3484627" y="2057406"/>
                  </a:lnTo>
                  <a:lnTo>
                    <a:pt x="3484785" y="2057406"/>
                  </a:lnTo>
                  <a:lnTo>
                    <a:pt x="3484785" y="2056976"/>
                  </a:lnTo>
                  <a:lnTo>
                    <a:pt x="3484943" y="2056976"/>
                  </a:lnTo>
                  <a:lnTo>
                    <a:pt x="3485100" y="2056976"/>
                  </a:lnTo>
                  <a:lnTo>
                    <a:pt x="3485258" y="2056976"/>
                  </a:lnTo>
                  <a:lnTo>
                    <a:pt x="3485258" y="2056545"/>
                  </a:lnTo>
                  <a:lnTo>
                    <a:pt x="3485258" y="2056115"/>
                  </a:lnTo>
                  <a:lnTo>
                    <a:pt x="3485416" y="2056115"/>
                  </a:lnTo>
                  <a:lnTo>
                    <a:pt x="3485573" y="2056115"/>
                  </a:lnTo>
                  <a:lnTo>
                    <a:pt x="3485731" y="2056115"/>
                  </a:lnTo>
                  <a:lnTo>
                    <a:pt x="3485889" y="2056115"/>
                  </a:lnTo>
                  <a:lnTo>
                    <a:pt x="3485889" y="2055684"/>
                  </a:lnTo>
                  <a:lnTo>
                    <a:pt x="3486047" y="2055684"/>
                  </a:lnTo>
                  <a:lnTo>
                    <a:pt x="3486047" y="2055253"/>
                  </a:lnTo>
                  <a:lnTo>
                    <a:pt x="3486204" y="2055253"/>
                  </a:lnTo>
                  <a:lnTo>
                    <a:pt x="3486204" y="2054823"/>
                  </a:lnTo>
                  <a:lnTo>
                    <a:pt x="3486204" y="2054392"/>
                  </a:lnTo>
                  <a:lnTo>
                    <a:pt x="3486362" y="2054392"/>
                  </a:lnTo>
                  <a:lnTo>
                    <a:pt x="3486520" y="2054392"/>
                  </a:lnTo>
                  <a:lnTo>
                    <a:pt x="3486677" y="2054392"/>
                  </a:lnTo>
                  <a:lnTo>
                    <a:pt x="3486835" y="2054392"/>
                  </a:lnTo>
                  <a:lnTo>
                    <a:pt x="3486993" y="2054392"/>
                  </a:lnTo>
                  <a:lnTo>
                    <a:pt x="3486993" y="2053962"/>
                  </a:lnTo>
                  <a:lnTo>
                    <a:pt x="3487151" y="2053962"/>
                  </a:lnTo>
                  <a:lnTo>
                    <a:pt x="3487308" y="2053962"/>
                  </a:lnTo>
                  <a:lnTo>
                    <a:pt x="3487466" y="2053962"/>
                  </a:lnTo>
                  <a:lnTo>
                    <a:pt x="3487624" y="2053962"/>
                  </a:lnTo>
                  <a:lnTo>
                    <a:pt x="3487782" y="2053962"/>
                  </a:lnTo>
                  <a:lnTo>
                    <a:pt x="3487782" y="2053531"/>
                  </a:lnTo>
                  <a:lnTo>
                    <a:pt x="3487939" y="2053531"/>
                  </a:lnTo>
                  <a:lnTo>
                    <a:pt x="3487939" y="2053100"/>
                  </a:lnTo>
                  <a:lnTo>
                    <a:pt x="3487939" y="2052670"/>
                  </a:lnTo>
                  <a:lnTo>
                    <a:pt x="3488097" y="2052670"/>
                  </a:lnTo>
                  <a:lnTo>
                    <a:pt x="3488255" y="2052670"/>
                  </a:lnTo>
                  <a:lnTo>
                    <a:pt x="3488412" y="2052670"/>
                  </a:lnTo>
                  <a:lnTo>
                    <a:pt x="3488570" y="2052670"/>
                  </a:lnTo>
                  <a:lnTo>
                    <a:pt x="3488728" y="2052670"/>
                  </a:lnTo>
                  <a:lnTo>
                    <a:pt x="3488886" y="2052670"/>
                  </a:lnTo>
                  <a:lnTo>
                    <a:pt x="3489043" y="2052670"/>
                  </a:lnTo>
                  <a:lnTo>
                    <a:pt x="3489201" y="2052670"/>
                  </a:lnTo>
                  <a:lnTo>
                    <a:pt x="3489359" y="2052670"/>
                  </a:lnTo>
                  <a:lnTo>
                    <a:pt x="3489516" y="2052670"/>
                  </a:lnTo>
                  <a:lnTo>
                    <a:pt x="3489674" y="2052670"/>
                  </a:lnTo>
                  <a:lnTo>
                    <a:pt x="3489832" y="2052670"/>
                  </a:lnTo>
                  <a:lnTo>
                    <a:pt x="3489990" y="2052670"/>
                  </a:lnTo>
                  <a:lnTo>
                    <a:pt x="3489990" y="2052239"/>
                  </a:lnTo>
                  <a:lnTo>
                    <a:pt x="3490147" y="2052239"/>
                  </a:lnTo>
                  <a:lnTo>
                    <a:pt x="3490305" y="2052239"/>
                  </a:lnTo>
                  <a:lnTo>
                    <a:pt x="3490463" y="2052239"/>
                  </a:lnTo>
                  <a:lnTo>
                    <a:pt x="3490620" y="2052239"/>
                  </a:lnTo>
                  <a:lnTo>
                    <a:pt x="3490778" y="2052239"/>
                  </a:lnTo>
                  <a:lnTo>
                    <a:pt x="3490936" y="2052239"/>
                  </a:lnTo>
                  <a:lnTo>
                    <a:pt x="3491094" y="2052239"/>
                  </a:lnTo>
                  <a:lnTo>
                    <a:pt x="3491251" y="2052239"/>
                  </a:lnTo>
                  <a:lnTo>
                    <a:pt x="3491409" y="2052239"/>
                  </a:lnTo>
                  <a:lnTo>
                    <a:pt x="3491567" y="2052239"/>
                  </a:lnTo>
                  <a:lnTo>
                    <a:pt x="3491724" y="2052239"/>
                  </a:lnTo>
                  <a:lnTo>
                    <a:pt x="3491882" y="2052239"/>
                  </a:lnTo>
                  <a:lnTo>
                    <a:pt x="3492040" y="2052239"/>
                  </a:lnTo>
                  <a:lnTo>
                    <a:pt x="3492198" y="2052239"/>
                  </a:lnTo>
                  <a:lnTo>
                    <a:pt x="3492355" y="2052239"/>
                  </a:lnTo>
                  <a:lnTo>
                    <a:pt x="3492513" y="2052239"/>
                  </a:lnTo>
                  <a:lnTo>
                    <a:pt x="3492671" y="2052239"/>
                  </a:lnTo>
                  <a:lnTo>
                    <a:pt x="3492671" y="2051809"/>
                  </a:lnTo>
                  <a:lnTo>
                    <a:pt x="3492828" y="2051809"/>
                  </a:lnTo>
                  <a:lnTo>
                    <a:pt x="3492986" y="2051809"/>
                  </a:lnTo>
                  <a:lnTo>
                    <a:pt x="3493144" y="2051809"/>
                  </a:lnTo>
                  <a:lnTo>
                    <a:pt x="3493302" y="2051809"/>
                  </a:lnTo>
                  <a:lnTo>
                    <a:pt x="3493459" y="2051809"/>
                  </a:lnTo>
                  <a:lnTo>
                    <a:pt x="3493617" y="2051809"/>
                  </a:lnTo>
                  <a:lnTo>
                    <a:pt x="3493775" y="2051809"/>
                  </a:lnTo>
                  <a:lnTo>
                    <a:pt x="3493775" y="2051378"/>
                  </a:lnTo>
                  <a:lnTo>
                    <a:pt x="3493933" y="2051378"/>
                  </a:lnTo>
                  <a:lnTo>
                    <a:pt x="3494090" y="2051378"/>
                  </a:lnTo>
                  <a:lnTo>
                    <a:pt x="3494248" y="2051378"/>
                  </a:lnTo>
                  <a:lnTo>
                    <a:pt x="3494406" y="2051378"/>
                  </a:lnTo>
                  <a:lnTo>
                    <a:pt x="3494563" y="2051378"/>
                  </a:lnTo>
                  <a:lnTo>
                    <a:pt x="3494721" y="2051378"/>
                  </a:lnTo>
                  <a:lnTo>
                    <a:pt x="3494879" y="2051378"/>
                  </a:lnTo>
                  <a:lnTo>
                    <a:pt x="3494879" y="2050947"/>
                  </a:lnTo>
                  <a:lnTo>
                    <a:pt x="3495037" y="2050947"/>
                  </a:lnTo>
                  <a:lnTo>
                    <a:pt x="3495194" y="2050947"/>
                  </a:lnTo>
                  <a:lnTo>
                    <a:pt x="3495352" y="2050947"/>
                  </a:lnTo>
                  <a:lnTo>
                    <a:pt x="3495510" y="2050947"/>
                  </a:lnTo>
                  <a:lnTo>
                    <a:pt x="3495667" y="2050947"/>
                  </a:lnTo>
                  <a:lnTo>
                    <a:pt x="3495825" y="2050947"/>
                  </a:lnTo>
                  <a:lnTo>
                    <a:pt x="3495983" y="2050947"/>
                  </a:lnTo>
                  <a:lnTo>
                    <a:pt x="3495983" y="2050517"/>
                  </a:lnTo>
                  <a:lnTo>
                    <a:pt x="3495983" y="2050086"/>
                  </a:lnTo>
                  <a:lnTo>
                    <a:pt x="3496141" y="2050086"/>
                  </a:lnTo>
                  <a:lnTo>
                    <a:pt x="3496141" y="2049656"/>
                  </a:lnTo>
                  <a:lnTo>
                    <a:pt x="3496141" y="2049225"/>
                  </a:lnTo>
                  <a:lnTo>
                    <a:pt x="3496298" y="2049225"/>
                  </a:lnTo>
                  <a:lnTo>
                    <a:pt x="3496456" y="2049225"/>
                  </a:lnTo>
                  <a:lnTo>
                    <a:pt x="3496614" y="2049225"/>
                  </a:lnTo>
                  <a:lnTo>
                    <a:pt x="3496771" y="2049225"/>
                  </a:lnTo>
                  <a:lnTo>
                    <a:pt x="3496929" y="2049225"/>
                  </a:lnTo>
                  <a:lnTo>
                    <a:pt x="3497087" y="2049225"/>
                  </a:lnTo>
                  <a:lnTo>
                    <a:pt x="3497245" y="2049225"/>
                  </a:lnTo>
                  <a:lnTo>
                    <a:pt x="3497245" y="2048794"/>
                  </a:lnTo>
                  <a:lnTo>
                    <a:pt x="3497402" y="2048794"/>
                  </a:lnTo>
                  <a:lnTo>
                    <a:pt x="3497560" y="2048794"/>
                  </a:lnTo>
                  <a:lnTo>
                    <a:pt x="3497718" y="2048794"/>
                  </a:lnTo>
                  <a:lnTo>
                    <a:pt x="3497718" y="2048364"/>
                  </a:lnTo>
                  <a:lnTo>
                    <a:pt x="3497718" y="2047933"/>
                  </a:lnTo>
                  <a:lnTo>
                    <a:pt x="3497875" y="2047933"/>
                  </a:lnTo>
                  <a:lnTo>
                    <a:pt x="3498033" y="2047933"/>
                  </a:lnTo>
                  <a:lnTo>
                    <a:pt x="3498191" y="2047933"/>
                  </a:lnTo>
                  <a:lnTo>
                    <a:pt x="3498349" y="2047933"/>
                  </a:lnTo>
                  <a:lnTo>
                    <a:pt x="3498506" y="2047933"/>
                  </a:lnTo>
                  <a:lnTo>
                    <a:pt x="3498664" y="2047933"/>
                  </a:lnTo>
                  <a:lnTo>
                    <a:pt x="3498822" y="2047933"/>
                  </a:lnTo>
                  <a:lnTo>
                    <a:pt x="3498980" y="2047933"/>
                  </a:lnTo>
                  <a:lnTo>
                    <a:pt x="3498980" y="2047503"/>
                  </a:lnTo>
                  <a:lnTo>
                    <a:pt x="3499137" y="2047503"/>
                  </a:lnTo>
                  <a:lnTo>
                    <a:pt x="3499295" y="2047503"/>
                  </a:lnTo>
                  <a:lnTo>
                    <a:pt x="3499295" y="2047072"/>
                  </a:lnTo>
                  <a:lnTo>
                    <a:pt x="3499295" y="2046641"/>
                  </a:lnTo>
                  <a:lnTo>
                    <a:pt x="3499453" y="2046641"/>
                  </a:lnTo>
                  <a:lnTo>
                    <a:pt x="3499610" y="2046641"/>
                  </a:lnTo>
                  <a:lnTo>
                    <a:pt x="3499768" y="2046641"/>
                  </a:lnTo>
                  <a:lnTo>
                    <a:pt x="3499926" y="2046641"/>
                  </a:lnTo>
                  <a:lnTo>
                    <a:pt x="3500084" y="2046641"/>
                  </a:lnTo>
                  <a:lnTo>
                    <a:pt x="3500241" y="2046641"/>
                  </a:lnTo>
                  <a:lnTo>
                    <a:pt x="3500399" y="2046641"/>
                  </a:lnTo>
                  <a:lnTo>
                    <a:pt x="3500557" y="2046641"/>
                  </a:lnTo>
                  <a:lnTo>
                    <a:pt x="3500714" y="2046641"/>
                  </a:lnTo>
                  <a:lnTo>
                    <a:pt x="3500872" y="2046641"/>
                  </a:lnTo>
                  <a:lnTo>
                    <a:pt x="3501030" y="2046641"/>
                  </a:lnTo>
                  <a:lnTo>
                    <a:pt x="3501188" y="2046641"/>
                  </a:lnTo>
                  <a:lnTo>
                    <a:pt x="3501345" y="2046641"/>
                  </a:lnTo>
                  <a:lnTo>
                    <a:pt x="3501345" y="2046211"/>
                  </a:lnTo>
                  <a:lnTo>
                    <a:pt x="3501503" y="2046211"/>
                  </a:lnTo>
                  <a:lnTo>
                    <a:pt x="3501661" y="2046211"/>
                  </a:lnTo>
                  <a:lnTo>
                    <a:pt x="3501818" y="2046211"/>
                  </a:lnTo>
                  <a:lnTo>
                    <a:pt x="3501818" y="2045780"/>
                  </a:lnTo>
                  <a:lnTo>
                    <a:pt x="3501976" y="2045780"/>
                  </a:lnTo>
                  <a:lnTo>
                    <a:pt x="3502134" y="2045780"/>
                  </a:lnTo>
                  <a:lnTo>
                    <a:pt x="3502292" y="2045780"/>
                  </a:lnTo>
                  <a:lnTo>
                    <a:pt x="3502449" y="2045780"/>
                  </a:lnTo>
                  <a:lnTo>
                    <a:pt x="3502607" y="2045780"/>
                  </a:lnTo>
                  <a:lnTo>
                    <a:pt x="3502607" y="2045350"/>
                  </a:lnTo>
                  <a:lnTo>
                    <a:pt x="3502765" y="2045350"/>
                  </a:lnTo>
                  <a:lnTo>
                    <a:pt x="3502922" y="2045350"/>
                  </a:lnTo>
                  <a:lnTo>
                    <a:pt x="3503080" y="2045350"/>
                  </a:lnTo>
                  <a:lnTo>
                    <a:pt x="3503238" y="2045350"/>
                  </a:lnTo>
                  <a:lnTo>
                    <a:pt x="3503238" y="2044919"/>
                  </a:lnTo>
                  <a:lnTo>
                    <a:pt x="3503396" y="2044919"/>
                  </a:lnTo>
                  <a:lnTo>
                    <a:pt x="3503553" y="2044919"/>
                  </a:lnTo>
                  <a:lnTo>
                    <a:pt x="3503553" y="2044488"/>
                  </a:lnTo>
                  <a:lnTo>
                    <a:pt x="3503711" y="2044488"/>
                  </a:lnTo>
                  <a:lnTo>
                    <a:pt x="3503869" y="2044488"/>
                  </a:lnTo>
                  <a:lnTo>
                    <a:pt x="3504026" y="2044488"/>
                  </a:lnTo>
                  <a:lnTo>
                    <a:pt x="3504184" y="2044488"/>
                  </a:lnTo>
                  <a:lnTo>
                    <a:pt x="3504342" y="2044488"/>
                  </a:lnTo>
                  <a:lnTo>
                    <a:pt x="3504500" y="2044488"/>
                  </a:lnTo>
                  <a:lnTo>
                    <a:pt x="3504657" y="2044488"/>
                  </a:lnTo>
                  <a:lnTo>
                    <a:pt x="3504657" y="2044058"/>
                  </a:lnTo>
                  <a:lnTo>
                    <a:pt x="3504815" y="2044058"/>
                  </a:lnTo>
                  <a:lnTo>
                    <a:pt x="3504973" y="2044058"/>
                  </a:lnTo>
                  <a:lnTo>
                    <a:pt x="3504973" y="2043627"/>
                  </a:lnTo>
                  <a:lnTo>
                    <a:pt x="3505131" y="2043627"/>
                  </a:lnTo>
                  <a:lnTo>
                    <a:pt x="3505288" y="2043627"/>
                  </a:lnTo>
                  <a:lnTo>
                    <a:pt x="3505446" y="2043627"/>
                  </a:lnTo>
                  <a:lnTo>
                    <a:pt x="3505604" y="2043627"/>
                  </a:lnTo>
                  <a:lnTo>
                    <a:pt x="3505761" y="2043627"/>
                  </a:lnTo>
                  <a:lnTo>
                    <a:pt x="3505919" y="2043627"/>
                  </a:lnTo>
                  <a:lnTo>
                    <a:pt x="3506077" y="2043627"/>
                  </a:lnTo>
                  <a:lnTo>
                    <a:pt x="3506235" y="2043627"/>
                  </a:lnTo>
                  <a:lnTo>
                    <a:pt x="3506392" y="2043627"/>
                  </a:lnTo>
                  <a:lnTo>
                    <a:pt x="3506392" y="2043197"/>
                  </a:lnTo>
                  <a:lnTo>
                    <a:pt x="3506550" y="2043197"/>
                  </a:lnTo>
                  <a:lnTo>
                    <a:pt x="3506550" y="2042766"/>
                  </a:lnTo>
                  <a:lnTo>
                    <a:pt x="3506550" y="2042335"/>
                  </a:lnTo>
                  <a:lnTo>
                    <a:pt x="3506550" y="2041905"/>
                  </a:lnTo>
                  <a:lnTo>
                    <a:pt x="3506708" y="2041905"/>
                  </a:lnTo>
                  <a:lnTo>
                    <a:pt x="3506708" y="2041474"/>
                  </a:lnTo>
                  <a:lnTo>
                    <a:pt x="3506708" y="2041044"/>
                  </a:lnTo>
                  <a:lnTo>
                    <a:pt x="3506708" y="2040613"/>
                  </a:lnTo>
                  <a:lnTo>
                    <a:pt x="3506708" y="2040182"/>
                  </a:lnTo>
                  <a:lnTo>
                    <a:pt x="3506865" y="2040182"/>
                  </a:lnTo>
                  <a:lnTo>
                    <a:pt x="3506865" y="2039752"/>
                  </a:lnTo>
                  <a:lnTo>
                    <a:pt x="3507023" y="2039752"/>
                  </a:lnTo>
                  <a:lnTo>
                    <a:pt x="3507181" y="2039752"/>
                  </a:lnTo>
                  <a:lnTo>
                    <a:pt x="3507339" y="2039752"/>
                  </a:lnTo>
                  <a:lnTo>
                    <a:pt x="3507496" y="2039752"/>
                  </a:lnTo>
                  <a:lnTo>
                    <a:pt x="3507654" y="2039752"/>
                  </a:lnTo>
                  <a:lnTo>
                    <a:pt x="3507812" y="2039752"/>
                  </a:lnTo>
                  <a:lnTo>
                    <a:pt x="3507969" y="2039752"/>
                  </a:lnTo>
                  <a:lnTo>
                    <a:pt x="3508127" y="2039752"/>
                  </a:lnTo>
                  <a:lnTo>
                    <a:pt x="3508285" y="2039752"/>
                  </a:lnTo>
                  <a:lnTo>
                    <a:pt x="3508443" y="2039752"/>
                  </a:lnTo>
                  <a:lnTo>
                    <a:pt x="3508443" y="2039321"/>
                  </a:lnTo>
                  <a:lnTo>
                    <a:pt x="3508600" y="2039321"/>
                  </a:lnTo>
                  <a:lnTo>
                    <a:pt x="3508600" y="2038891"/>
                  </a:lnTo>
                  <a:lnTo>
                    <a:pt x="3508758" y="2038891"/>
                  </a:lnTo>
                  <a:lnTo>
                    <a:pt x="3508916" y="2038891"/>
                  </a:lnTo>
                  <a:lnTo>
                    <a:pt x="3509073" y="2038891"/>
                  </a:lnTo>
                  <a:lnTo>
                    <a:pt x="3509231" y="2038891"/>
                  </a:lnTo>
                  <a:lnTo>
                    <a:pt x="3509231" y="2038460"/>
                  </a:lnTo>
                  <a:lnTo>
                    <a:pt x="3509231" y="2038029"/>
                  </a:lnTo>
                  <a:lnTo>
                    <a:pt x="3509389" y="2038029"/>
                  </a:lnTo>
                  <a:lnTo>
                    <a:pt x="3509389" y="2037599"/>
                  </a:lnTo>
                  <a:lnTo>
                    <a:pt x="3509547" y="2037599"/>
                  </a:lnTo>
                  <a:lnTo>
                    <a:pt x="3509704" y="2037599"/>
                  </a:lnTo>
                  <a:lnTo>
                    <a:pt x="3509862" y="2037599"/>
                  </a:lnTo>
                  <a:lnTo>
                    <a:pt x="3510020" y="2037599"/>
                  </a:lnTo>
                  <a:lnTo>
                    <a:pt x="3510020" y="2037168"/>
                  </a:lnTo>
                  <a:lnTo>
                    <a:pt x="3510178" y="2037168"/>
                  </a:lnTo>
                  <a:lnTo>
                    <a:pt x="3510335" y="2037168"/>
                  </a:lnTo>
                  <a:lnTo>
                    <a:pt x="3510493" y="2037168"/>
                  </a:lnTo>
                  <a:lnTo>
                    <a:pt x="3510493" y="2036738"/>
                  </a:lnTo>
                  <a:lnTo>
                    <a:pt x="3510493" y="2036307"/>
                  </a:lnTo>
                  <a:lnTo>
                    <a:pt x="3510651" y="2036307"/>
                  </a:lnTo>
                  <a:lnTo>
                    <a:pt x="3510808" y="2036307"/>
                  </a:lnTo>
                  <a:lnTo>
                    <a:pt x="3510966" y="2036307"/>
                  </a:lnTo>
                  <a:lnTo>
                    <a:pt x="3511124" y="2036307"/>
                  </a:lnTo>
                  <a:lnTo>
                    <a:pt x="3511282" y="2036307"/>
                  </a:lnTo>
                  <a:lnTo>
                    <a:pt x="3511282" y="2035876"/>
                  </a:lnTo>
                  <a:lnTo>
                    <a:pt x="3511439" y="2035876"/>
                  </a:lnTo>
                  <a:lnTo>
                    <a:pt x="3511439" y="2035446"/>
                  </a:lnTo>
                  <a:lnTo>
                    <a:pt x="3511597" y="2035446"/>
                  </a:lnTo>
                  <a:lnTo>
                    <a:pt x="3511597" y="2035015"/>
                  </a:lnTo>
                  <a:lnTo>
                    <a:pt x="3511755" y="2035015"/>
                  </a:lnTo>
                  <a:lnTo>
                    <a:pt x="3511912" y="2035015"/>
                  </a:lnTo>
                  <a:lnTo>
                    <a:pt x="3511912" y="2034585"/>
                  </a:lnTo>
                  <a:lnTo>
                    <a:pt x="3511912" y="2034154"/>
                  </a:lnTo>
                  <a:lnTo>
                    <a:pt x="3512070" y="2034154"/>
                  </a:lnTo>
                  <a:lnTo>
                    <a:pt x="3512228" y="2034154"/>
                  </a:lnTo>
                  <a:lnTo>
                    <a:pt x="3512386" y="2034154"/>
                  </a:lnTo>
                  <a:lnTo>
                    <a:pt x="3512543" y="2034154"/>
                  </a:lnTo>
                  <a:lnTo>
                    <a:pt x="3512701" y="2034154"/>
                  </a:lnTo>
                  <a:lnTo>
                    <a:pt x="3512859" y="2034154"/>
                  </a:lnTo>
                  <a:lnTo>
                    <a:pt x="3513016" y="2034154"/>
                  </a:lnTo>
                  <a:lnTo>
                    <a:pt x="3513174" y="2034154"/>
                  </a:lnTo>
                  <a:lnTo>
                    <a:pt x="3513332" y="2034154"/>
                  </a:lnTo>
                  <a:lnTo>
                    <a:pt x="3513490" y="2034154"/>
                  </a:lnTo>
                  <a:lnTo>
                    <a:pt x="3513490" y="2033723"/>
                  </a:lnTo>
                  <a:lnTo>
                    <a:pt x="3513647" y="2033723"/>
                  </a:lnTo>
                  <a:lnTo>
                    <a:pt x="3513805" y="2033723"/>
                  </a:lnTo>
                  <a:lnTo>
                    <a:pt x="3513963" y="2033723"/>
                  </a:lnTo>
                  <a:lnTo>
                    <a:pt x="3514120" y="2033723"/>
                  </a:lnTo>
                  <a:lnTo>
                    <a:pt x="3514278" y="2033723"/>
                  </a:lnTo>
                  <a:lnTo>
                    <a:pt x="3514436" y="2033723"/>
                  </a:lnTo>
                  <a:lnTo>
                    <a:pt x="3514594" y="2033723"/>
                  </a:lnTo>
                  <a:lnTo>
                    <a:pt x="3514751" y="2033723"/>
                  </a:lnTo>
                  <a:lnTo>
                    <a:pt x="3514751" y="2033293"/>
                  </a:lnTo>
                  <a:lnTo>
                    <a:pt x="3514909" y="2033293"/>
                  </a:lnTo>
                  <a:lnTo>
                    <a:pt x="3514909" y="2032862"/>
                  </a:lnTo>
                  <a:lnTo>
                    <a:pt x="3514909" y="2032432"/>
                  </a:lnTo>
                  <a:lnTo>
                    <a:pt x="3515067" y="2032432"/>
                  </a:lnTo>
                  <a:lnTo>
                    <a:pt x="3515224" y="2032432"/>
                  </a:lnTo>
                  <a:lnTo>
                    <a:pt x="3515224" y="2032001"/>
                  </a:lnTo>
                  <a:lnTo>
                    <a:pt x="3515382" y="2032001"/>
                  </a:lnTo>
                  <a:lnTo>
                    <a:pt x="3515540" y="2032001"/>
                  </a:lnTo>
                  <a:lnTo>
                    <a:pt x="3515540" y="2031570"/>
                  </a:lnTo>
                  <a:lnTo>
                    <a:pt x="3515698" y="2031570"/>
                  </a:lnTo>
                  <a:lnTo>
                    <a:pt x="3515855" y="2031570"/>
                  </a:lnTo>
                  <a:lnTo>
                    <a:pt x="3516013" y="2031570"/>
                  </a:lnTo>
                  <a:lnTo>
                    <a:pt x="3516171" y="2031570"/>
                  </a:lnTo>
                  <a:lnTo>
                    <a:pt x="3516171" y="2031140"/>
                  </a:lnTo>
                  <a:lnTo>
                    <a:pt x="3516329" y="2031140"/>
                  </a:lnTo>
                  <a:lnTo>
                    <a:pt x="3516486" y="2031140"/>
                  </a:lnTo>
                  <a:lnTo>
                    <a:pt x="3516644" y="2031140"/>
                  </a:lnTo>
                  <a:lnTo>
                    <a:pt x="3516802" y="2031140"/>
                  </a:lnTo>
                  <a:lnTo>
                    <a:pt x="3516802" y="2030709"/>
                  </a:lnTo>
                  <a:lnTo>
                    <a:pt x="3516959" y="2030709"/>
                  </a:lnTo>
                  <a:lnTo>
                    <a:pt x="3517117" y="2030709"/>
                  </a:lnTo>
                  <a:lnTo>
                    <a:pt x="3517275" y="2030709"/>
                  </a:lnTo>
                  <a:lnTo>
                    <a:pt x="3517275" y="2030279"/>
                  </a:lnTo>
                  <a:lnTo>
                    <a:pt x="3517433" y="2030279"/>
                  </a:lnTo>
                  <a:lnTo>
                    <a:pt x="3517590" y="2030279"/>
                  </a:lnTo>
                  <a:lnTo>
                    <a:pt x="3517590" y="2029848"/>
                  </a:lnTo>
                  <a:lnTo>
                    <a:pt x="3517748" y="2029848"/>
                  </a:lnTo>
                  <a:lnTo>
                    <a:pt x="3517748" y="2029417"/>
                  </a:lnTo>
                  <a:lnTo>
                    <a:pt x="3517906" y="2029417"/>
                  </a:lnTo>
                  <a:lnTo>
                    <a:pt x="3518063" y="2029417"/>
                  </a:lnTo>
                  <a:lnTo>
                    <a:pt x="3518221" y="2029417"/>
                  </a:lnTo>
                  <a:lnTo>
                    <a:pt x="3518379" y="2029417"/>
                  </a:lnTo>
                  <a:lnTo>
                    <a:pt x="3518379" y="2028987"/>
                  </a:lnTo>
                  <a:lnTo>
                    <a:pt x="3518537" y="2028987"/>
                  </a:lnTo>
                  <a:lnTo>
                    <a:pt x="3518537" y="2028556"/>
                  </a:lnTo>
                  <a:lnTo>
                    <a:pt x="3518694" y="2028556"/>
                  </a:lnTo>
                  <a:lnTo>
                    <a:pt x="3518852" y="2028556"/>
                  </a:lnTo>
                  <a:lnTo>
                    <a:pt x="3519010" y="2028556"/>
                  </a:lnTo>
                  <a:lnTo>
                    <a:pt x="3519167" y="2028556"/>
                  </a:lnTo>
                  <a:lnTo>
                    <a:pt x="3519167" y="2028126"/>
                  </a:lnTo>
                  <a:lnTo>
                    <a:pt x="3519325" y="2028126"/>
                  </a:lnTo>
                  <a:lnTo>
                    <a:pt x="3519325" y="2027695"/>
                  </a:lnTo>
                  <a:lnTo>
                    <a:pt x="3519483" y="2027695"/>
                  </a:lnTo>
                  <a:lnTo>
                    <a:pt x="3519641" y="2027695"/>
                  </a:lnTo>
                  <a:lnTo>
                    <a:pt x="3519798" y="2027695"/>
                  </a:lnTo>
                  <a:lnTo>
                    <a:pt x="3519798" y="2027264"/>
                  </a:lnTo>
                  <a:lnTo>
                    <a:pt x="3519798" y="2026834"/>
                  </a:lnTo>
                  <a:lnTo>
                    <a:pt x="3519798" y="2026403"/>
                  </a:lnTo>
                  <a:lnTo>
                    <a:pt x="3519798" y="2025973"/>
                  </a:lnTo>
                  <a:lnTo>
                    <a:pt x="3519956" y="2025973"/>
                  </a:lnTo>
                  <a:lnTo>
                    <a:pt x="3520114" y="2025973"/>
                  </a:lnTo>
                  <a:lnTo>
                    <a:pt x="3520271" y="2025973"/>
                  </a:lnTo>
                  <a:lnTo>
                    <a:pt x="3520271" y="2025542"/>
                  </a:lnTo>
                  <a:lnTo>
                    <a:pt x="3520271" y="2025111"/>
                  </a:lnTo>
                  <a:lnTo>
                    <a:pt x="3520271" y="2024681"/>
                  </a:lnTo>
                  <a:lnTo>
                    <a:pt x="3520429" y="2024681"/>
                  </a:lnTo>
                  <a:lnTo>
                    <a:pt x="3520429" y="2024250"/>
                  </a:lnTo>
                  <a:lnTo>
                    <a:pt x="3520429" y="2023820"/>
                  </a:lnTo>
                  <a:lnTo>
                    <a:pt x="3520429" y="2023389"/>
                  </a:lnTo>
                  <a:lnTo>
                    <a:pt x="3520587" y="2023389"/>
                  </a:lnTo>
                  <a:lnTo>
                    <a:pt x="3520745" y="2023389"/>
                  </a:lnTo>
                  <a:lnTo>
                    <a:pt x="3520902" y="2023389"/>
                  </a:lnTo>
                  <a:lnTo>
                    <a:pt x="3521060" y="2023389"/>
                  </a:lnTo>
                  <a:lnTo>
                    <a:pt x="3521218" y="2023389"/>
                  </a:lnTo>
                  <a:lnTo>
                    <a:pt x="3521218" y="2022958"/>
                  </a:lnTo>
                  <a:lnTo>
                    <a:pt x="3521375" y="2022958"/>
                  </a:lnTo>
                  <a:lnTo>
                    <a:pt x="3521533" y="2022958"/>
                  </a:lnTo>
                  <a:lnTo>
                    <a:pt x="3521691" y="2022958"/>
                  </a:lnTo>
                  <a:lnTo>
                    <a:pt x="3521849" y="2022958"/>
                  </a:lnTo>
                  <a:lnTo>
                    <a:pt x="3522006" y="2022958"/>
                  </a:lnTo>
                  <a:lnTo>
                    <a:pt x="3522164" y="2022958"/>
                  </a:lnTo>
                  <a:lnTo>
                    <a:pt x="3522322" y="2022958"/>
                  </a:lnTo>
                  <a:lnTo>
                    <a:pt x="3522480" y="2022958"/>
                  </a:lnTo>
                  <a:lnTo>
                    <a:pt x="3522637" y="2022958"/>
                  </a:lnTo>
                  <a:lnTo>
                    <a:pt x="3522795" y="2022958"/>
                  </a:lnTo>
                  <a:lnTo>
                    <a:pt x="3522953" y="2022958"/>
                  </a:lnTo>
                  <a:lnTo>
                    <a:pt x="3523110" y="2022958"/>
                  </a:lnTo>
                  <a:lnTo>
                    <a:pt x="3523110" y="2022528"/>
                  </a:lnTo>
                  <a:lnTo>
                    <a:pt x="3523268" y="2022528"/>
                  </a:lnTo>
                  <a:lnTo>
                    <a:pt x="3523426" y="2022528"/>
                  </a:lnTo>
                  <a:lnTo>
                    <a:pt x="3523584" y="2022528"/>
                  </a:lnTo>
                  <a:lnTo>
                    <a:pt x="3523741" y="2022528"/>
                  </a:lnTo>
                  <a:lnTo>
                    <a:pt x="3523899" y="2022528"/>
                  </a:lnTo>
                  <a:lnTo>
                    <a:pt x="3524057" y="2022528"/>
                  </a:lnTo>
                  <a:lnTo>
                    <a:pt x="3524214" y="2022528"/>
                  </a:lnTo>
                  <a:lnTo>
                    <a:pt x="3524372" y="2022528"/>
                  </a:lnTo>
                  <a:lnTo>
                    <a:pt x="3524530" y="2022528"/>
                  </a:lnTo>
                  <a:lnTo>
                    <a:pt x="3524688" y="2022528"/>
                  </a:lnTo>
                  <a:lnTo>
                    <a:pt x="3524845" y="2022528"/>
                  </a:lnTo>
                  <a:lnTo>
                    <a:pt x="3524845" y="2022097"/>
                  </a:lnTo>
                  <a:lnTo>
                    <a:pt x="3524845" y="2021667"/>
                  </a:lnTo>
                  <a:lnTo>
                    <a:pt x="3525003" y="2021667"/>
                  </a:lnTo>
                  <a:lnTo>
                    <a:pt x="3525003" y="2021236"/>
                  </a:lnTo>
                  <a:lnTo>
                    <a:pt x="3525161" y="2021236"/>
                  </a:lnTo>
                  <a:lnTo>
                    <a:pt x="3525318" y="2021236"/>
                  </a:lnTo>
                  <a:lnTo>
                    <a:pt x="3525476" y="2021236"/>
                  </a:lnTo>
                  <a:lnTo>
                    <a:pt x="3525476" y="2020805"/>
                  </a:lnTo>
                  <a:lnTo>
                    <a:pt x="3525634" y="2020805"/>
                  </a:lnTo>
                  <a:lnTo>
                    <a:pt x="3525792" y="2020805"/>
                  </a:lnTo>
                  <a:lnTo>
                    <a:pt x="3525949" y="2020805"/>
                  </a:lnTo>
                  <a:lnTo>
                    <a:pt x="3526107" y="2020805"/>
                  </a:lnTo>
                  <a:lnTo>
                    <a:pt x="3526107" y="2020375"/>
                  </a:lnTo>
                  <a:lnTo>
                    <a:pt x="3526265" y="2020375"/>
                  </a:lnTo>
                  <a:lnTo>
                    <a:pt x="3526265" y="2019944"/>
                  </a:lnTo>
                  <a:lnTo>
                    <a:pt x="3526422" y="2019944"/>
                  </a:lnTo>
                  <a:lnTo>
                    <a:pt x="3526580" y="2019944"/>
                  </a:lnTo>
                  <a:lnTo>
                    <a:pt x="3526738" y="2019944"/>
                  </a:lnTo>
                  <a:lnTo>
                    <a:pt x="3526896" y="2019944"/>
                  </a:lnTo>
                  <a:lnTo>
                    <a:pt x="3527053" y="2019944"/>
                  </a:lnTo>
                  <a:lnTo>
                    <a:pt x="3527053" y="2019514"/>
                  </a:lnTo>
                  <a:lnTo>
                    <a:pt x="3527053" y="2019083"/>
                  </a:lnTo>
                  <a:lnTo>
                    <a:pt x="3527211" y="2019083"/>
                  </a:lnTo>
                  <a:lnTo>
                    <a:pt x="3527369" y="2019083"/>
                  </a:lnTo>
                  <a:lnTo>
                    <a:pt x="3527527" y="2019083"/>
                  </a:lnTo>
                  <a:lnTo>
                    <a:pt x="3527684" y="2019083"/>
                  </a:lnTo>
                  <a:lnTo>
                    <a:pt x="3527842" y="2019083"/>
                  </a:lnTo>
                  <a:lnTo>
                    <a:pt x="3527842" y="2018652"/>
                  </a:lnTo>
                  <a:lnTo>
                    <a:pt x="3528000" y="2018652"/>
                  </a:lnTo>
                  <a:lnTo>
                    <a:pt x="3528157" y="2018652"/>
                  </a:lnTo>
                  <a:lnTo>
                    <a:pt x="3528315" y="2018652"/>
                  </a:lnTo>
                  <a:lnTo>
                    <a:pt x="3528473" y="2018652"/>
                  </a:lnTo>
                  <a:lnTo>
                    <a:pt x="3528631" y="2018652"/>
                  </a:lnTo>
                  <a:lnTo>
                    <a:pt x="3528788" y="2018652"/>
                  </a:lnTo>
                  <a:lnTo>
                    <a:pt x="3528788" y="2018222"/>
                  </a:lnTo>
                  <a:lnTo>
                    <a:pt x="3528946" y="2018222"/>
                  </a:lnTo>
                  <a:lnTo>
                    <a:pt x="3529104" y="2018222"/>
                  </a:lnTo>
                  <a:lnTo>
                    <a:pt x="3529104" y="2017791"/>
                  </a:lnTo>
                  <a:lnTo>
                    <a:pt x="3529261" y="2017791"/>
                  </a:lnTo>
                  <a:lnTo>
                    <a:pt x="3529419" y="2017791"/>
                  </a:lnTo>
                  <a:lnTo>
                    <a:pt x="3529577" y="2017791"/>
                  </a:lnTo>
                  <a:lnTo>
                    <a:pt x="3529577" y="2017361"/>
                  </a:lnTo>
                  <a:lnTo>
                    <a:pt x="3529735" y="2017361"/>
                  </a:lnTo>
                  <a:lnTo>
                    <a:pt x="3529892" y="2017361"/>
                  </a:lnTo>
                  <a:lnTo>
                    <a:pt x="3530050" y="2017361"/>
                  </a:lnTo>
                  <a:lnTo>
                    <a:pt x="3530208" y="2017361"/>
                  </a:lnTo>
                  <a:lnTo>
                    <a:pt x="3530365" y="2017361"/>
                  </a:lnTo>
                  <a:lnTo>
                    <a:pt x="3530365" y="2016930"/>
                  </a:lnTo>
                  <a:lnTo>
                    <a:pt x="3530523" y="2016930"/>
                  </a:lnTo>
                  <a:lnTo>
                    <a:pt x="3530681" y="2016930"/>
                  </a:lnTo>
                  <a:lnTo>
                    <a:pt x="3530681" y="2016499"/>
                  </a:lnTo>
                  <a:lnTo>
                    <a:pt x="3530839" y="2016499"/>
                  </a:lnTo>
                  <a:lnTo>
                    <a:pt x="3530996" y="2016499"/>
                  </a:lnTo>
                  <a:lnTo>
                    <a:pt x="3531154" y="2016499"/>
                  </a:lnTo>
                  <a:lnTo>
                    <a:pt x="3531312" y="2016499"/>
                  </a:lnTo>
                  <a:lnTo>
                    <a:pt x="3531469" y="2016499"/>
                  </a:lnTo>
                  <a:lnTo>
                    <a:pt x="3531627" y="2016499"/>
                  </a:lnTo>
                  <a:lnTo>
                    <a:pt x="3531627" y="2016069"/>
                  </a:lnTo>
                  <a:lnTo>
                    <a:pt x="3531785" y="2016069"/>
                  </a:lnTo>
                  <a:lnTo>
                    <a:pt x="3531785" y="2015638"/>
                  </a:lnTo>
                  <a:lnTo>
                    <a:pt x="3531943" y="2015638"/>
                  </a:lnTo>
                  <a:lnTo>
                    <a:pt x="3532100" y="2015638"/>
                  </a:lnTo>
                  <a:lnTo>
                    <a:pt x="3532258" y="2015638"/>
                  </a:lnTo>
                  <a:lnTo>
                    <a:pt x="3532416" y="2015638"/>
                  </a:lnTo>
                  <a:lnTo>
                    <a:pt x="3532573" y="2015638"/>
                  </a:lnTo>
                  <a:lnTo>
                    <a:pt x="3532573" y="2015208"/>
                  </a:lnTo>
                  <a:lnTo>
                    <a:pt x="3532731" y="2015208"/>
                  </a:lnTo>
                  <a:lnTo>
                    <a:pt x="3532889" y="2015208"/>
                  </a:lnTo>
                  <a:lnTo>
                    <a:pt x="3533047" y="2015208"/>
                  </a:lnTo>
                  <a:lnTo>
                    <a:pt x="3533204" y="2015208"/>
                  </a:lnTo>
                  <a:lnTo>
                    <a:pt x="3533204" y="2014777"/>
                  </a:lnTo>
                  <a:lnTo>
                    <a:pt x="3533362" y="2014777"/>
                  </a:lnTo>
                  <a:lnTo>
                    <a:pt x="3533520" y="2014777"/>
                  </a:lnTo>
                  <a:lnTo>
                    <a:pt x="3533678" y="2014777"/>
                  </a:lnTo>
                  <a:lnTo>
                    <a:pt x="3533678" y="2014346"/>
                  </a:lnTo>
                  <a:lnTo>
                    <a:pt x="3533835" y="2014346"/>
                  </a:lnTo>
                  <a:lnTo>
                    <a:pt x="3533993" y="2014346"/>
                  </a:lnTo>
                  <a:lnTo>
                    <a:pt x="3534151" y="2014346"/>
                  </a:lnTo>
                  <a:lnTo>
                    <a:pt x="3534151" y="2013916"/>
                  </a:lnTo>
                  <a:lnTo>
                    <a:pt x="3534308" y="2013916"/>
                  </a:lnTo>
                  <a:lnTo>
                    <a:pt x="3534466" y="2013916"/>
                  </a:lnTo>
                  <a:lnTo>
                    <a:pt x="3534624" y="2013916"/>
                  </a:lnTo>
                  <a:lnTo>
                    <a:pt x="3534624" y="2013485"/>
                  </a:lnTo>
                  <a:lnTo>
                    <a:pt x="3534782" y="2013485"/>
                  </a:lnTo>
                  <a:lnTo>
                    <a:pt x="3534939" y="2013485"/>
                  </a:lnTo>
                  <a:lnTo>
                    <a:pt x="3535097" y="2013485"/>
                  </a:lnTo>
                  <a:lnTo>
                    <a:pt x="3535255" y="2013485"/>
                  </a:lnTo>
                  <a:lnTo>
                    <a:pt x="3535412" y="2013485"/>
                  </a:lnTo>
                  <a:lnTo>
                    <a:pt x="3535412" y="2013055"/>
                  </a:lnTo>
                  <a:lnTo>
                    <a:pt x="3535570" y="2013055"/>
                  </a:lnTo>
                  <a:lnTo>
                    <a:pt x="3535570" y="2012624"/>
                  </a:lnTo>
                  <a:lnTo>
                    <a:pt x="3535728" y="2012624"/>
                  </a:lnTo>
                  <a:lnTo>
                    <a:pt x="3535886" y="2012624"/>
                  </a:lnTo>
                  <a:lnTo>
                    <a:pt x="3536043" y="2012624"/>
                  </a:lnTo>
                  <a:lnTo>
                    <a:pt x="3536201" y="2012624"/>
                  </a:lnTo>
                  <a:lnTo>
                    <a:pt x="3536201" y="2012193"/>
                  </a:lnTo>
                  <a:lnTo>
                    <a:pt x="3536359" y="2012193"/>
                  </a:lnTo>
                  <a:lnTo>
                    <a:pt x="3536516" y="2012193"/>
                  </a:lnTo>
                  <a:lnTo>
                    <a:pt x="3536674" y="2012193"/>
                  </a:lnTo>
                  <a:lnTo>
                    <a:pt x="3536832" y="2012193"/>
                  </a:lnTo>
                  <a:lnTo>
                    <a:pt x="3536990" y="2012193"/>
                  </a:lnTo>
                  <a:lnTo>
                    <a:pt x="3537147" y="2012193"/>
                  </a:lnTo>
                  <a:lnTo>
                    <a:pt x="3537305" y="2012193"/>
                  </a:lnTo>
                  <a:lnTo>
                    <a:pt x="3537463" y="2012193"/>
                  </a:lnTo>
                  <a:lnTo>
                    <a:pt x="3537620" y="2012193"/>
                  </a:lnTo>
                  <a:lnTo>
                    <a:pt x="3537778" y="2012193"/>
                  </a:lnTo>
                  <a:lnTo>
                    <a:pt x="3537936" y="2012193"/>
                  </a:lnTo>
                  <a:lnTo>
                    <a:pt x="3538094" y="2012193"/>
                  </a:lnTo>
                  <a:lnTo>
                    <a:pt x="3538251" y="2012193"/>
                  </a:lnTo>
                  <a:lnTo>
                    <a:pt x="3538251" y="2011763"/>
                  </a:lnTo>
                  <a:lnTo>
                    <a:pt x="3538409" y="2011763"/>
                  </a:lnTo>
                  <a:lnTo>
                    <a:pt x="3538567" y="2011763"/>
                  </a:lnTo>
                  <a:lnTo>
                    <a:pt x="3538725" y="2011763"/>
                  </a:lnTo>
                  <a:lnTo>
                    <a:pt x="3538882" y="2011763"/>
                  </a:lnTo>
                  <a:lnTo>
                    <a:pt x="3539040" y="2011763"/>
                  </a:lnTo>
                  <a:lnTo>
                    <a:pt x="3539198" y="2011763"/>
                  </a:lnTo>
                  <a:lnTo>
                    <a:pt x="3539198" y="2011332"/>
                  </a:lnTo>
                  <a:lnTo>
                    <a:pt x="3539355" y="2011332"/>
                  </a:lnTo>
                  <a:lnTo>
                    <a:pt x="3539513" y="2011332"/>
                  </a:lnTo>
                  <a:lnTo>
                    <a:pt x="3539671" y="2011332"/>
                  </a:lnTo>
                  <a:lnTo>
                    <a:pt x="3539829" y="2011332"/>
                  </a:lnTo>
                  <a:lnTo>
                    <a:pt x="3539986" y="2011332"/>
                  </a:lnTo>
                  <a:lnTo>
                    <a:pt x="3540144" y="2011332"/>
                  </a:lnTo>
                  <a:lnTo>
                    <a:pt x="3540302" y="2011332"/>
                  </a:lnTo>
                  <a:lnTo>
                    <a:pt x="3540459" y="2011332"/>
                  </a:lnTo>
                  <a:lnTo>
                    <a:pt x="3540617" y="2011332"/>
                  </a:lnTo>
                  <a:lnTo>
                    <a:pt x="3540775" y="2011332"/>
                  </a:lnTo>
                  <a:lnTo>
                    <a:pt x="3540933" y="2011332"/>
                  </a:lnTo>
                  <a:lnTo>
                    <a:pt x="3541090" y="2011332"/>
                  </a:lnTo>
                  <a:lnTo>
                    <a:pt x="3541248" y="2011332"/>
                  </a:lnTo>
                  <a:lnTo>
                    <a:pt x="3541248" y="2010902"/>
                  </a:lnTo>
                  <a:lnTo>
                    <a:pt x="3541406" y="2010902"/>
                  </a:lnTo>
                  <a:lnTo>
                    <a:pt x="3541563" y="2010902"/>
                  </a:lnTo>
                  <a:lnTo>
                    <a:pt x="3541721" y="2010902"/>
                  </a:lnTo>
                  <a:lnTo>
                    <a:pt x="3541879" y="2010902"/>
                  </a:lnTo>
                  <a:lnTo>
                    <a:pt x="3542037" y="2010902"/>
                  </a:lnTo>
                  <a:lnTo>
                    <a:pt x="3542194" y="2010902"/>
                  </a:lnTo>
                  <a:lnTo>
                    <a:pt x="3542352" y="2010902"/>
                  </a:lnTo>
                  <a:lnTo>
                    <a:pt x="3542510" y="2010902"/>
                  </a:lnTo>
                  <a:lnTo>
                    <a:pt x="3542510" y="2010471"/>
                  </a:lnTo>
                  <a:lnTo>
                    <a:pt x="3542667" y="2010471"/>
                  </a:lnTo>
                  <a:lnTo>
                    <a:pt x="3542667" y="2010040"/>
                  </a:lnTo>
                  <a:lnTo>
                    <a:pt x="3542825" y="2010040"/>
                  </a:lnTo>
                  <a:lnTo>
                    <a:pt x="3542983" y="2010040"/>
                  </a:lnTo>
                  <a:lnTo>
                    <a:pt x="3543141" y="2010040"/>
                  </a:lnTo>
                  <a:lnTo>
                    <a:pt x="3543141" y="2009610"/>
                  </a:lnTo>
                  <a:lnTo>
                    <a:pt x="3543298" y="2009610"/>
                  </a:lnTo>
                  <a:lnTo>
                    <a:pt x="3543456" y="2009610"/>
                  </a:lnTo>
                  <a:lnTo>
                    <a:pt x="3543614" y="2009610"/>
                  </a:lnTo>
                  <a:lnTo>
                    <a:pt x="3543614" y="2009179"/>
                  </a:lnTo>
                  <a:lnTo>
                    <a:pt x="3543771" y="2009179"/>
                  </a:lnTo>
                  <a:lnTo>
                    <a:pt x="3543929" y="2009179"/>
                  </a:lnTo>
                  <a:lnTo>
                    <a:pt x="3544087" y="2009179"/>
                  </a:lnTo>
                  <a:lnTo>
                    <a:pt x="3544245" y="2009179"/>
                  </a:lnTo>
                  <a:lnTo>
                    <a:pt x="3544402" y="2009179"/>
                  </a:lnTo>
                  <a:lnTo>
                    <a:pt x="3544560" y="2009179"/>
                  </a:lnTo>
                  <a:lnTo>
                    <a:pt x="3544718" y="2009179"/>
                  </a:lnTo>
                  <a:lnTo>
                    <a:pt x="3544876" y="2009179"/>
                  </a:lnTo>
                  <a:lnTo>
                    <a:pt x="3545033" y="2009179"/>
                  </a:lnTo>
                  <a:lnTo>
                    <a:pt x="3545033" y="2008749"/>
                  </a:lnTo>
                  <a:lnTo>
                    <a:pt x="3545191" y="2008749"/>
                  </a:lnTo>
                  <a:lnTo>
                    <a:pt x="3545191" y="2008318"/>
                  </a:lnTo>
                  <a:lnTo>
                    <a:pt x="3545349" y="2008318"/>
                  </a:lnTo>
                  <a:lnTo>
                    <a:pt x="3545506" y="2008318"/>
                  </a:lnTo>
                  <a:lnTo>
                    <a:pt x="3545664" y="2008318"/>
                  </a:lnTo>
                  <a:lnTo>
                    <a:pt x="3545664" y="2007887"/>
                  </a:lnTo>
                  <a:lnTo>
                    <a:pt x="3545822" y="2007887"/>
                  </a:lnTo>
                  <a:lnTo>
                    <a:pt x="3545980" y="2007887"/>
                  </a:lnTo>
                  <a:lnTo>
                    <a:pt x="3545980" y="2007457"/>
                  </a:lnTo>
                  <a:lnTo>
                    <a:pt x="3545980" y="2007026"/>
                  </a:lnTo>
                  <a:lnTo>
                    <a:pt x="3546137" y="2007026"/>
                  </a:lnTo>
                  <a:lnTo>
                    <a:pt x="3546295" y="2007026"/>
                  </a:lnTo>
                  <a:lnTo>
                    <a:pt x="3546453" y="2007026"/>
                  </a:lnTo>
                  <a:lnTo>
                    <a:pt x="3546610" y="2007026"/>
                  </a:lnTo>
                  <a:lnTo>
                    <a:pt x="3546610" y="2006596"/>
                  </a:lnTo>
                  <a:lnTo>
                    <a:pt x="3546768" y="2006596"/>
                  </a:lnTo>
                  <a:lnTo>
                    <a:pt x="3546926" y="2006596"/>
                  </a:lnTo>
                  <a:lnTo>
                    <a:pt x="3547084" y="2006596"/>
                  </a:lnTo>
                  <a:lnTo>
                    <a:pt x="3547241" y="2006596"/>
                  </a:lnTo>
                  <a:lnTo>
                    <a:pt x="3547399" y="2006596"/>
                  </a:lnTo>
                  <a:lnTo>
                    <a:pt x="3547557" y="2006596"/>
                  </a:lnTo>
                  <a:lnTo>
                    <a:pt x="3547714" y="2006596"/>
                  </a:lnTo>
                  <a:lnTo>
                    <a:pt x="3547872" y="2006596"/>
                  </a:lnTo>
                  <a:lnTo>
                    <a:pt x="3548030" y="2006596"/>
                  </a:lnTo>
                  <a:lnTo>
                    <a:pt x="3548030" y="2006165"/>
                  </a:lnTo>
                  <a:lnTo>
                    <a:pt x="3548030" y="2005734"/>
                  </a:lnTo>
                  <a:lnTo>
                    <a:pt x="3548188" y="2005734"/>
                  </a:lnTo>
                  <a:lnTo>
                    <a:pt x="3548345" y="2005734"/>
                  </a:lnTo>
                  <a:lnTo>
                    <a:pt x="3548503" y="2005734"/>
                  </a:lnTo>
                  <a:lnTo>
                    <a:pt x="3548503" y="2005304"/>
                  </a:lnTo>
                  <a:lnTo>
                    <a:pt x="3548503" y="2004873"/>
                  </a:lnTo>
                  <a:lnTo>
                    <a:pt x="3548661" y="2004873"/>
                  </a:lnTo>
                  <a:lnTo>
                    <a:pt x="3548818" y="2004873"/>
                  </a:lnTo>
                  <a:lnTo>
                    <a:pt x="3548976" y="2004873"/>
                  </a:lnTo>
                  <a:lnTo>
                    <a:pt x="3548976" y="2004443"/>
                  </a:lnTo>
                  <a:lnTo>
                    <a:pt x="3549134" y="2004443"/>
                  </a:lnTo>
                  <a:lnTo>
                    <a:pt x="3549292" y="2004443"/>
                  </a:lnTo>
                  <a:lnTo>
                    <a:pt x="3549449" y="2004443"/>
                  </a:lnTo>
                  <a:lnTo>
                    <a:pt x="3549607" y="2004443"/>
                  </a:lnTo>
                  <a:lnTo>
                    <a:pt x="3549607" y="2004012"/>
                  </a:lnTo>
                  <a:lnTo>
                    <a:pt x="3549607" y="2003581"/>
                  </a:lnTo>
                  <a:lnTo>
                    <a:pt x="3549765" y="2003581"/>
                  </a:lnTo>
                  <a:lnTo>
                    <a:pt x="3549923" y="2003581"/>
                  </a:lnTo>
                  <a:lnTo>
                    <a:pt x="3550080" y="2003581"/>
                  </a:lnTo>
                  <a:lnTo>
                    <a:pt x="3550080" y="2003151"/>
                  </a:lnTo>
                  <a:lnTo>
                    <a:pt x="3550238" y="2003151"/>
                  </a:lnTo>
                  <a:lnTo>
                    <a:pt x="3550238" y="2002720"/>
                  </a:lnTo>
                  <a:lnTo>
                    <a:pt x="3550396" y="2002720"/>
                  </a:lnTo>
                  <a:lnTo>
                    <a:pt x="3550553" y="2002720"/>
                  </a:lnTo>
                  <a:lnTo>
                    <a:pt x="3550553" y="2002290"/>
                  </a:lnTo>
                  <a:lnTo>
                    <a:pt x="3550711" y="2002290"/>
                  </a:lnTo>
                  <a:lnTo>
                    <a:pt x="3550869" y="2002290"/>
                  </a:lnTo>
                  <a:lnTo>
                    <a:pt x="3551027" y="2002290"/>
                  </a:lnTo>
                  <a:lnTo>
                    <a:pt x="3551027" y="2001859"/>
                  </a:lnTo>
                  <a:lnTo>
                    <a:pt x="3551027" y="2001428"/>
                  </a:lnTo>
                  <a:lnTo>
                    <a:pt x="3551184" y="2001428"/>
                  </a:lnTo>
                  <a:lnTo>
                    <a:pt x="3551342" y="2001428"/>
                  </a:lnTo>
                  <a:lnTo>
                    <a:pt x="3551342" y="2000998"/>
                  </a:lnTo>
                  <a:lnTo>
                    <a:pt x="3551500" y="2000998"/>
                  </a:lnTo>
                  <a:lnTo>
                    <a:pt x="3551500" y="2000567"/>
                  </a:lnTo>
                  <a:lnTo>
                    <a:pt x="3551657" y="2000567"/>
                  </a:lnTo>
                  <a:lnTo>
                    <a:pt x="3551815" y="2000567"/>
                  </a:lnTo>
                  <a:lnTo>
                    <a:pt x="3551973" y="2000567"/>
                  </a:lnTo>
                  <a:lnTo>
                    <a:pt x="3552131" y="2000567"/>
                  </a:lnTo>
                  <a:lnTo>
                    <a:pt x="3552288" y="2000567"/>
                  </a:lnTo>
                  <a:lnTo>
                    <a:pt x="3552446" y="2000567"/>
                  </a:lnTo>
                  <a:lnTo>
                    <a:pt x="3552604" y="2000567"/>
                  </a:lnTo>
                  <a:lnTo>
                    <a:pt x="3552761" y="2000567"/>
                  </a:lnTo>
                  <a:lnTo>
                    <a:pt x="3552761" y="2000137"/>
                  </a:lnTo>
                  <a:lnTo>
                    <a:pt x="3552919" y="2000137"/>
                  </a:lnTo>
                  <a:lnTo>
                    <a:pt x="3552919" y="1999706"/>
                  </a:lnTo>
                  <a:lnTo>
                    <a:pt x="3552919" y="1999275"/>
                  </a:lnTo>
                  <a:lnTo>
                    <a:pt x="3553077" y="1999275"/>
                  </a:lnTo>
                  <a:lnTo>
                    <a:pt x="3553077" y="1998845"/>
                  </a:lnTo>
                  <a:lnTo>
                    <a:pt x="3553235" y="1998845"/>
                  </a:lnTo>
                  <a:lnTo>
                    <a:pt x="3553392" y="1998845"/>
                  </a:lnTo>
                  <a:lnTo>
                    <a:pt x="3553550" y="1998845"/>
                  </a:lnTo>
                  <a:lnTo>
                    <a:pt x="3553708" y="1998845"/>
                  </a:lnTo>
                  <a:lnTo>
                    <a:pt x="3553865" y="1998845"/>
                  </a:lnTo>
                  <a:lnTo>
                    <a:pt x="3554023" y="1998845"/>
                  </a:lnTo>
                  <a:lnTo>
                    <a:pt x="3554023" y="1998414"/>
                  </a:lnTo>
                  <a:lnTo>
                    <a:pt x="3554181" y="1998414"/>
                  </a:lnTo>
                  <a:lnTo>
                    <a:pt x="3554339" y="1998414"/>
                  </a:lnTo>
                  <a:lnTo>
                    <a:pt x="3554496" y="1998414"/>
                  </a:lnTo>
                  <a:lnTo>
                    <a:pt x="3554654" y="1998414"/>
                  </a:lnTo>
                  <a:lnTo>
                    <a:pt x="3554812" y="1998414"/>
                  </a:lnTo>
                  <a:lnTo>
                    <a:pt x="3554969" y="1998414"/>
                  </a:lnTo>
                  <a:lnTo>
                    <a:pt x="3555127" y="1998414"/>
                  </a:lnTo>
                  <a:lnTo>
                    <a:pt x="3555285" y="1998414"/>
                  </a:lnTo>
                  <a:lnTo>
                    <a:pt x="3555443" y="1998414"/>
                  </a:lnTo>
                  <a:lnTo>
                    <a:pt x="3555443" y="1997984"/>
                  </a:lnTo>
                  <a:lnTo>
                    <a:pt x="3555600" y="1997984"/>
                  </a:lnTo>
                  <a:lnTo>
                    <a:pt x="3555600" y="1997553"/>
                  </a:lnTo>
                  <a:lnTo>
                    <a:pt x="3555758" y="1997553"/>
                  </a:lnTo>
                  <a:lnTo>
                    <a:pt x="3555916" y="1997553"/>
                  </a:lnTo>
                  <a:lnTo>
                    <a:pt x="3556074" y="1997553"/>
                  </a:lnTo>
                  <a:lnTo>
                    <a:pt x="3556074" y="1997122"/>
                  </a:lnTo>
                  <a:lnTo>
                    <a:pt x="3556231" y="1997122"/>
                  </a:lnTo>
                  <a:lnTo>
                    <a:pt x="3556389" y="1997122"/>
                  </a:lnTo>
                  <a:lnTo>
                    <a:pt x="3556389" y="1996692"/>
                  </a:lnTo>
                  <a:lnTo>
                    <a:pt x="3556547" y="1996692"/>
                  </a:lnTo>
                  <a:lnTo>
                    <a:pt x="3556704" y="1996692"/>
                  </a:lnTo>
                  <a:lnTo>
                    <a:pt x="3556862" y="1996692"/>
                  </a:lnTo>
                  <a:lnTo>
                    <a:pt x="3557020" y="1996692"/>
                  </a:lnTo>
                  <a:lnTo>
                    <a:pt x="3557178" y="1996692"/>
                  </a:lnTo>
                  <a:lnTo>
                    <a:pt x="3557335" y="1996692"/>
                  </a:lnTo>
                  <a:lnTo>
                    <a:pt x="3557493" y="1996692"/>
                  </a:lnTo>
                  <a:lnTo>
                    <a:pt x="3557651" y="1996692"/>
                  </a:lnTo>
                  <a:lnTo>
                    <a:pt x="3557808" y="1996692"/>
                  </a:lnTo>
                  <a:lnTo>
                    <a:pt x="3557966" y="1996692"/>
                  </a:lnTo>
                  <a:lnTo>
                    <a:pt x="3558124" y="1996692"/>
                  </a:lnTo>
                  <a:lnTo>
                    <a:pt x="3558124" y="1996261"/>
                  </a:lnTo>
                  <a:lnTo>
                    <a:pt x="3558282" y="1996261"/>
                  </a:lnTo>
                  <a:lnTo>
                    <a:pt x="3558439" y="1996261"/>
                  </a:lnTo>
                  <a:lnTo>
                    <a:pt x="3558597" y="1996261"/>
                  </a:lnTo>
                  <a:lnTo>
                    <a:pt x="3558755" y="1996261"/>
                  </a:lnTo>
                  <a:lnTo>
                    <a:pt x="3558912" y="1996261"/>
                  </a:lnTo>
                  <a:lnTo>
                    <a:pt x="3559070" y="1996261"/>
                  </a:lnTo>
                  <a:lnTo>
                    <a:pt x="3559228" y="1996261"/>
                  </a:lnTo>
                  <a:lnTo>
                    <a:pt x="3559386" y="1996261"/>
                  </a:lnTo>
                  <a:lnTo>
                    <a:pt x="3559543" y="1996261"/>
                  </a:lnTo>
                  <a:lnTo>
                    <a:pt x="3559701" y="1996261"/>
                  </a:lnTo>
                  <a:lnTo>
                    <a:pt x="3559859" y="1996261"/>
                  </a:lnTo>
                  <a:lnTo>
                    <a:pt x="3560016" y="1996261"/>
                  </a:lnTo>
                  <a:lnTo>
                    <a:pt x="3560174" y="1996261"/>
                  </a:lnTo>
                  <a:lnTo>
                    <a:pt x="3560332" y="1996261"/>
                  </a:lnTo>
                  <a:lnTo>
                    <a:pt x="3560490" y="1996261"/>
                  </a:lnTo>
                  <a:lnTo>
                    <a:pt x="3560647" y="1996261"/>
                  </a:lnTo>
                  <a:lnTo>
                    <a:pt x="3560805" y="1996261"/>
                  </a:lnTo>
                  <a:lnTo>
                    <a:pt x="3560963" y="1996261"/>
                  </a:lnTo>
                  <a:lnTo>
                    <a:pt x="3561121" y="1996261"/>
                  </a:lnTo>
                  <a:lnTo>
                    <a:pt x="3561121" y="1995831"/>
                  </a:lnTo>
                  <a:lnTo>
                    <a:pt x="3561278" y="1995831"/>
                  </a:lnTo>
                  <a:lnTo>
                    <a:pt x="3561278" y="1995400"/>
                  </a:lnTo>
                  <a:lnTo>
                    <a:pt x="3561436" y="1995400"/>
                  </a:lnTo>
                  <a:lnTo>
                    <a:pt x="3561594" y="1995400"/>
                  </a:lnTo>
                  <a:lnTo>
                    <a:pt x="3561751" y="1995400"/>
                  </a:lnTo>
                  <a:lnTo>
                    <a:pt x="3561909" y="1995400"/>
                  </a:lnTo>
                  <a:lnTo>
                    <a:pt x="3562067" y="1995400"/>
                  </a:lnTo>
                  <a:lnTo>
                    <a:pt x="3562225" y="1995400"/>
                  </a:lnTo>
                  <a:lnTo>
                    <a:pt x="3562225" y="1994969"/>
                  </a:lnTo>
                  <a:lnTo>
                    <a:pt x="3562382" y="1994969"/>
                  </a:lnTo>
                  <a:lnTo>
                    <a:pt x="3562540" y="1994969"/>
                  </a:lnTo>
                  <a:lnTo>
                    <a:pt x="3562698" y="1994969"/>
                  </a:lnTo>
                  <a:lnTo>
                    <a:pt x="3562855" y="1994969"/>
                  </a:lnTo>
                  <a:lnTo>
                    <a:pt x="3563013" y="1994969"/>
                  </a:lnTo>
                  <a:lnTo>
                    <a:pt x="3563013" y="1994539"/>
                  </a:lnTo>
                  <a:lnTo>
                    <a:pt x="3563171" y="1994539"/>
                  </a:lnTo>
                  <a:lnTo>
                    <a:pt x="3563329" y="1994539"/>
                  </a:lnTo>
                  <a:lnTo>
                    <a:pt x="3563329" y="1994108"/>
                  </a:lnTo>
                  <a:lnTo>
                    <a:pt x="3563486" y="1994108"/>
                  </a:lnTo>
                  <a:lnTo>
                    <a:pt x="3563486" y="1993678"/>
                  </a:lnTo>
                  <a:lnTo>
                    <a:pt x="3563644" y="1993678"/>
                  </a:lnTo>
                  <a:lnTo>
                    <a:pt x="3563644" y="1993247"/>
                  </a:lnTo>
                  <a:lnTo>
                    <a:pt x="3563802" y="1993247"/>
                  </a:lnTo>
                  <a:lnTo>
                    <a:pt x="3563802" y="1992816"/>
                  </a:lnTo>
                  <a:lnTo>
                    <a:pt x="3563959" y="1992816"/>
                  </a:lnTo>
                  <a:lnTo>
                    <a:pt x="3564117" y="1992816"/>
                  </a:lnTo>
                  <a:lnTo>
                    <a:pt x="3564275" y="1992816"/>
                  </a:lnTo>
                  <a:lnTo>
                    <a:pt x="3564433" y="1992816"/>
                  </a:lnTo>
                  <a:lnTo>
                    <a:pt x="3564590" y="1992816"/>
                  </a:lnTo>
                  <a:lnTo>
                    <a:pt x="3564748" y="1992816"/>
                  </a:lnTo>
                  <a:lnTo>
                    <a:pt x="3564906" y="1992816"/>
                  </a:lnTo>
                  <a:lnTo>
                    <a:pt x="3565063" y="1992816"/>
                  </a:lnTo>
                  <a:lnTo>
                    <a:pt x="3565221" y="1992816"/>
                  </a:lnTo>
                  <a:lnTo>
                    <a:pt x="3565379" y="1992816"/>
                  </a:lnTo>
                  <a:lnTo>
                    <a:pt x="3565379" y="1992386"/>
                  </a:lnTo>
                  <a:lnTo>
                    <a:pt x="3565537" y="1992386"/>
                  </a:lnTo>
                  <a:lnTo>
                    <a:pt x="3565537" y="1991955"/>
                  </a:lnTo>
                  <a:lnTo>
                    <a:pt x="3565537" y="1991525"/>
                  </a:lnTo>
                  <a:lnTo>
                    <a:pt x="3565694" y="1991525"/>
                  </a:lnTo>
                  <a:lnTo>
                    <a:pt x="3565852" y="1991525"/>
                  </a:lnTo>
                  <a:lnTo>
                    <a:pt x="3566010" y="1991525"/>
                  </a:lnTo>
                  <a:lnTo>
                    <a:pt x="3566167" y="1991525"/>
                  </a:lnTo>
                  <a:lnTo>
                    <a:pt x="3566325" y="1991525"/>
                  </a:lnTo>
                  <a:lnTo>
                    <a:pt x="3566483" y="1991525"/>
                  </a:lnTo>
                  <a:lnTo>
                    <a:pt x="3566641" y="1991525"/>
                  </a:lnTo>
                  <a:lnTo>
                    <a:pt x="3566798" y="1991525"/>
                  </a:lnTo>
                  <a:lnTo>
                    <a:pt x="3566956" y="1991525"/>
                  </a:lnTo>
                  <a:lnTo>
                    <a:pt x="3567114" y="1991525"/>
                  </a:lnTo>
                  <a:lnTo>
                    <a:pt x="3567272" y="1991525"/>
                  </a:lnTo>
                  <a:lnTo>
                    <a:pt x="3567429" y="1991525"/>
                  </a:lnTo>
                  <a:lnTo>
                    <a:pt x="3567587" y="1991525"/>
                  </a:lnTo>
                  <a:lnTo>
                    <a:pt x="3567587" y="1991094"/>
                  </a:lnTo>
                  <a:lnTo>
                    <a:pt x="3567745" y="1991094"/>
                  </a:lnTo>
                  <a:lnTo>
                    <a:pt x="3567902" y="1991094"/>
                  </a:lnTo>
                  <a:lnTo>
                    <a:pt x="3568060" y="1991094"/>
                  </a:lnTo>
                  <a:lnTo>
                    <a:pt x="3568218" y="1991094"/>
                  </a:lnTo>
                  <a:lnTo>
                    <a:pt x="3568376" y="1991094"/>
                  </a:lnTo>
                  <a:lnTo>
                    <a:pt x="3568376" y="1990663"/>
                  </a:lnTo>
                  <a:lnTo>
                    <a:pt x="3568533" y="1990663"/>
                  </a:lnTo>
                  <a:lnTo>
                    <a:pt x="3568691" y="1990663"/>
                  </a:lnTo>
                  <a:lnTo>
                    <a:pt x="3568849" y="1990663"/>
                  </a:lnTo>
                  <a:lnTo>
                    <a:pt x="3569006" y="1990663"/>
                  </a:lnTo>
                  <a:lnTo>
                    <a:pt x="3569164" y="1990663"/>
                  </a:lnTo>
                  <a:lnTo>
                    <a:pt x="3569322" y="1990663"/>
                  </a:lnTo>
                  <a:lnTo>
                    <a:pt x="3569322" y="1990233"/>
                  </a:lnTo>
                  <a:lnTo>
                    <a:pt x="3569480" y="1990233"/>
                  </a:lnTo>
                  <a:lnTo>
                    <a:pt x="3569637" y="1990233"/>
                  </a:lnTo>
                  <a:lnTo>
                    <a:pt x="3569637" y="1989802"/>
                  </a:lnTo>
                  <a:lnTo>
                    <a:pt x="3569637" y="1989372"/>
                  </a:lnTo>
                  <a:lnTo>
                    <a:pt x="3569795" y="1989372"/>
                  </a:lnTo>
                  <a:lnTo>
                    <a:pt x="3569953" y="1989372"/>
                  </a:lnTo>
                  <a:lnTo>
                    <a:pt x="3570110" y="1989372"/>
                  </a:lnTo>
                  <a:lnTo>
                    <a:pt x="3570268" y="1989372"/>
                  </a:lnTo>
                  <a:lnTo>
                    <a:pt x="3570268" y="1988941"/>
                  </a:lnTo>
                  <a:lnTo>
                    <a:pt x="3570426" y="1988941"/>
                  </a:lnTo>
                  <a:lnTo>
                    <a:pt x="3570584" y="1988941"/>
                  </a:lnTo>
                  <a:lnTo>
                    <a:pt x="3570741" y="1988941"/>
                  </a:lnTo>
                  <a:lnTo>
                    <a:pt x="3570899" y="1988941"/>
                  </a:lnTo>
                  <a:lnTo>
                    <a:pt x="3571057" y="1988941"/>
                  </a:lnTo>
                  <a:lnTo>
                    <a:pt x="3571057" y="1988510"/>
                  </a:lnTo>
                  <a:lnTo>
                    <a:pt x="3571214" y="1988510"/>
                  </a:lnTo>
                  <a:lnTo>
                    <a:pt x="3571214" y="1988080"/>
                  </a:lnTo>
                  <a:lnTo>
                    <a:pt x="3571372" y="1988080"/>
                  </a:lnTo>
                  <a:lnTo>
                    <a:pt x="3571530" y="1988080"/>
                  </a:lnTo>
                  <a:lnTo>
                    <a:pt x="3571688" y="1988080"/>
                  </a:lnTo>
                  <a:lnTo>
                    <a:pt x="3571845" y="1988080"/>
                  </a:lnTo>
                  <a:lnTo>
                    <a:pt x="3572003" y="1988080"/>
                  </a:lnTo>
                  <a:lnTo>
                    <a:pt x="3572161" y="1988080"/>
                  </a:lnTo>
                  <a:lnTo>
                    <a:pt x="3572319" y="1988080"/>
                  </a:lnTo>
                  <a:lnTo>
                    <a:pt x="3572476" y="1988080"/>
                  </a:lnTo>
                  <a:lnTo>
                    <a:pt x="3572634" y="1988080"/>
                  </a:lnTo>
                  <a:lnTo>
                    <a:pt x="3572792" y="1988080"/>
                  </a:lnTo>
                  <a:lnTo>
                    <a:pt x="3572949" y="1988080"/>
                  </a:lnTo>
                  <a:lnTo>
                    <a:pt x="3573107" y="1988080"/>
                  </a:lnTo>
                  <a:lnTo>
                    <a:pt x="3573265" y="1988080"/>
                  </a:lnTo>
                  <a:lnTo>
                    <a:pt x="3573423" y="1988080"/>
                  </a:lnTo>
                  <a:lnTo>
                    <a:pt x="3573580" y="1988080"/>
                  </a:lnTo>
                  <a:lnTo>
                    <a:pt x="3573738" y="1988080"/>
                  </a:lnTo>
                  <a:lnTo>
                    <a:pt x="3573896" y="1988080"/>
                  </a:lnTo>
                  <a:lnTo>
                    <a:pt x="3574053" y="1988080"/>
                  </a:lnTo>
                  <a:lnTo>
                    <a:pt x="3574053" y="1987649"/>
                  </a:lnTo>
                  <a:lnTo>
                    <a:pt x="3574211" y="1987649"/>
                  </a:lnTo>
                  <a:lnTo>
                    <a:pt x="3574369" y="1987649"/>
                  </a:lnTo>
                  <a:lnTo>
                    <a:pt x="3574527" y="1987649"/>
                  </a:lnTo>
                  <a:lnTo>
                    <a:pt x="3574684" y="1987649"/>
                  </a:lnTo>
                  <a:lnTo>
                    <a:pt x="3574684" y="1987219"/>
                  </a:lnTo>
                  <a:lnTo>
                    <a:pt x="3574842" y="1987219"/>
                  </a:lnTo>
                  <a:lnTo>
                    <a:pt x="3574842" y="1986788"/>
                  </a:lnTo>
                  <a:lnTo>
                    <a:pt x="3575000" y="1986788"/>
                  </a:lnTo>
                  <a:lnTo>
                    <a:pt x="3575157" y="1986788"/>
                  </a:lnTo>
                  <a:lnTo>
                    <a:pt x="3575315" y="1986788"/>
                  </a:lnTo>
                  <a:lnTo>
                    <a:pt x="3575473" y="1986788"/>
                  </a:lnTo>
                  <a:lnTo>
                    <a:pt x="3575631" y="1986788"/>
                  </a:lnTo>
                  <a:lnTo>
                    <a:pt x="3575788" y="1986788"/>
                  </a:lnTo>
                  <a:lnTo>
                    <a:pt x="3575946" y="1986788"/>
                  </a:lnTo>
                  <a:lnTo>
                    <a:pt x="3576104" y="1986788"/>
                  </a:lnTo>
                  <a:lnTo>
                    <a:pt x="3576261" y="1986788"/>
                  </a:lnTo>
                  <a:lnTo>
                    <a:pt x="3576419" y="1986788"/>
                  </a:lnTo>
                  <a:lnTo>
                    <a:pt x="3576577" y="1986788"/>
                  </a:lnTo>
                  <a:lnTo>
                    <a:pt x="3576735" y="1986788"/>
                  </a:lnTo>
                  <a:lnTo>
                    <a:pt x="3576735" y="1986357"/>
                  </a:lnTo>
                  <a:lnTo>
                    <a:pt x="3576735" y="1985927"/>
                  </a:lnTo>
                  <a:lnTo>
                    <a:pt x="3576735" y="1985496"/>
                  </a:lnTo>
                  <a:lnTo>
                    <a:pt x="3576892" y="1985496"/>
                  </a:lnTo>
                  <a:lnTo>
                    <a:pt x="3577050" y="1985496"/>
                  </a:lnTo>
                  <a:lnTo>
                    <a:pt x="3577208" y="1985496"/>
                  </a:lnTo>
                  <a:lnTo>
                    <a:pt x="3577365" y="1985496"/>
                  </a:lnTo>
                  <a:lnTo>
                    <a:pt x="3577523" y="1985496"/>
                  </a:lnTo>
                  <a:lnTo>
                    <a:pt x="3577681" y="1985496"/>
                  </a:lnTo>
                  <a:lnTo>
                    <a:pt x="3577839" y="1985496"/>
                  </a:lnTo>
                  <a:lnTo>
                    <a:pt x="3577839" y="1985066"/>
                  </a:lnTo>
                  <a:lnTo>
                    <a:pt x="3577996" y="1985066"/>
                  </a:lnTo>
                  <a:lnTo>
                    <a:pt x="3578154" y="1985066"/>
                  </a:lnTo>
                  <a:lnTo>
                    <a:pt x="3578312" y="1985066"/>
                  </a:lnTo>
                  <a:lnTo>
                    <a:pt x="3578470" y="1985066"/>
                  </a:lnTo>
                  <a:lnTo>
                    <a:pt x="3578627" y="1985066"/>
                  </a:lnTo>
                  <a:lnTo>
                    <a:pt x="3578785" y="1985066"/>
                  </a:lnTo>
                  <a:lnTo>
                    <a:pt x="3578943" y="1985066"/>
                  </a:lnTo>
                  <a:lnTo>
                    <a:pt x="3579100" y="1985066"/>
                  </a:lnTo>
                  <a:lnTo>
                    <a:pt x="3579258" y="1985066"/>
                  </a:lnTo>
                  <a:lnTo>
                    <a:pt x="3579258" y="1984635"/>
                  </a:lnTo>
                  <a:lnTo>
                    <a:pt x="3579258" y="1984204"/>
                  </a:lnTo>
                  <a:lnTo>
                    <a:pt x="3579258" y="1983774"/>
                  </a:lnTo>
                  <a:lnTo>
                    <a:pt x="3579258" y="1983343"/>
                  </a:lnTo>
                  <a:lnTo>
                    <a:pt x="3579416" y="1983343"/>
                  </a:lnTo>
                  <a:lnTo>
                    <a:pt x="3579574" y="1983343"/>
                  </a:lnTo>
                  <a:lnTo>
                    <a:pt x="3579574" y="1982913"/>
                  </a:lnTo>
                  <a:lnTo>
                    <a:pt x="3579731" y="1982913"/>
                  </a:lnTo>
                  <a:lnTo>
                    <a:pt x="3579731" y="1982482"/>
                  </a:lnTo>
                  <a:lnTo>
                    <a:pt x="3579889" y="1982482"/>
                  </a:lnTo>
                  <a:lnTo>
                    <a:pt x="3580047" y="1982482"/>
                  </a:lnTo>
                  <a:lnTo>
                    <a:pt x="3580047" y="1982051"/>
                  </a:lnTo>
                  <a:lnTo>
                    <a:pt x="3580204" y="1982051"/>
                  </a:lnTo>
                  <a:lnTo>
                    <a:pt x="3580362" y="1982051"/>
                  </a:lnTo>
                  <a:lnTo>
                    <a:pt x="3580520" y="1982051"/>
                  </a:lnTo>
                  <a:lnTo>
                    <a:pt x="3580520" y="1981621"/>
                  </a:lnTo>
                  <a:lnTo>
                    <a:pt x="3580678" y="1981621"/>
                  </a:lnTo>
                  <a:lnTo>
                    <a:pt x="3580835" y="1981621"/>
                  </a:lnTo>
                  <a:lnTo>
                    <a:pt x="3580993" y="1981621"/>
                  </a:lnTo>
                  <a:lnTo>
                    <a:pt x="3581151" y="1981621"/>
                  </a:lnTo>
                  <a:lnTo>
                    <a:pt x="3581308" y="1981621"/>
                  </a:lnTo>
                  <a:lnTo>
                    <a:pt x="3581466" y="1981621"/>
                  </a:lnTo>
                  <a:lnTo>
                    <a:pt x="3581466" y="1981190"/>
                  </a:lnTo>
                  <a:lnTo>
                    <a:pt x="3581624" y="1981190"/>
                  </a:lnTo>
                  <a:lnTo>
                    <a:pt x="3581782" y="1981190"/>
                  </a:lnTo>
                  <a:lnTo>
                    <a:pt x="3581939" y="1981190"/>
                  </a:lnTo>
                  <a:lnTo>
                    <a:pt x="3581939" y="1980760"/>
                  </a:lnTo>
                  <a:lnTo>
                    <a:pt x="3581939" y="1980329"/>
                  </a:lnTo>
                  <a:lnTo>
                    <a:pt x="3582097" y="1980329"/>
                  </a:lnTo>
                  <a:lnTo>
                    <a:pt x="3582255" y="1980329"/>
                  </a:lnTo>
                  <a:lnTo>
                    <a:pt x="3582412" y="1980329"/>
                  </a:lnTo>
                  <a:lnTo>
                    <a:pt x="3582570" y="1980329"/>
                  </a:lnTo>
                  <a:lnTo>
                    <a:pt x="3582728" y="1980329"/>
                  </a:lnTo>
                  <a:lnTo>
                    <a:pt x="3582886" y="1980329"/>
                  </a:lnTo>
                  <a:lnTo>
                    <a:pt x="3582886" y="1979898"/>
                  </a:lnTo>
                  <a:lnTo>
                    <a:pt x="3583043" y="1979898"/>
                  </a:lnTo>
                  <a:lnTo>
                    <a:pt x="3583201" y="1979898"/>
                  </a:lnTo>
                  <a:lnTo>
                    <a:pt x="3583359" y="1979898"/>
                  </a:lnTo>
                  <a:lnTo>
                    <a:pt x="3583517" y="1979898"/>
                  </a:lnTo>
                  <a:lnTo>
                    <a:pt x="3583674" y="1979898"/>
                  </a:lnTo>
                  <a:lnTo>
                    <a:pt x="3583674" y="1979468"/>
                  </a:lnTo>
                  <a:lnTo>
                    <a:pt x="3583832" y="1979468"/>
                  </a:lnTo>
                  <a:lnTo>
                    <a:pt x="3583832" y="1979037"/>
                  </a:lnTo>
                  <a:lnTo>
                    <a:pt x="3583990" y="1979037"/>
                  </a:lnTo>
                  <a:lnTo>
                    <a:pt x="3584147" y="1979037"/>
                  </a:lnTo>
                  <a:lnTo>
                    <a:pt x="3584305" y="1979037"/>
                  </a:lnTo>
                  <a:lnTo>
                    <a:pt x="3584305" y="1978607"/>
                  </a:lnTo>
                  <a:lnTo>
                    <a:pt x="3584463" y="1978607"/>
                  </a:lnTo>
                  <a:lnTo>
                    <a:pt x="3584621" y="1978607"/>
                  </a:lnTo>
                  <a:lnTo>
                    <a:pt x="3584778" y="1978607"/>
                  </a:lnTo>
                  <a:lnTo>
                    <a:pt x="3584778" y="1978176"/>
                  </a:lnTo>
                  <a:lnTo>
                    <a:pt x="3584936" y="1978176"/>
                  </a:lnTo>
                  <a:lnTo>
                    <a:pt x="3584936" y="1977745"/>
                  </a:lnTo>
                  <a:lnTo>
                    <a:pt x="3585094" y="1977745"/>
                  </a:lnTo>
                  <a:lnTo>
                    <a:pt x="3585094" y="1977315"/>
                  </a:lnTo>
                  <a:lnTo>
                    <a:pt x="3585251" y="1977315"/>
                  </a:lnTo>
                  <a:lnTo>
                    <a:pt x="3585409" y="1977315"/>
                  </a:lnTo>
                  <a:lnTo>
                    <a:pt x="3585409" y="1976884"/>
                  </a:lnTo>
                  <a:lnTo>
                    <a:pt x="3585409" y="1976454"/>
                  </a:lnTo>
                  <a:lnTo>
                    <a:pt x="3585567" y="1976454"/>
                  </a:lnTo>
                  <a:lnTo>
                    <a:pt x="3585725" y="1976454"/>
                  </a:lnTo>
                  <a:lnTo>
                    <a:pt x="3585882" y="1976454"/>
                  </a:lnTo>
                  <a:lnTo>
                    <a:pt x="3586040" y="1976454"/>
                  </a:lnTo>
                  <a:lnTo>
                    <a:pt x="3586040" y="1976023"/>
                  </a:lnTo>
                  <a:lnTo>
                    <a:pt x="3586198" y="1976023"/>
                  </a:lnTo>
                  <a:lnTo>
                    <a:pt x="3586355" y="1976023"/>
                  </a:lnTo>
                  <a:lnTo>
                    <a:pt x="3586513" y="1976023"/>
                  </a:lnTo>
                  <a:lnTo>
                    <a:pt x="3586671" y="1976023"/>
                  </a:lnTo>
                  <a:lnTo>
                    <a:pt x="3586671" y="1975592"/>
                  </a:lnTo>
                  <a:lnTo>
                    <a:pt x="3586671" y="1975162"/>
                  </a:lnTo>
                  <a:lnTo>
                    <a:pt x="3586829" y="1975162"/>
                  </a:lnTo>
                  <a:lnTo>
                    <a:pt x="3586986" y="1975162"/>
                  </a:lnTo>
                  <a:lnTo>
                    <a:pt x="3587144" y="1975162"/>
                  </a:lnTo>
                  <a:lnTo>
                    <a:pt x="3587302" y="1975162"/>
                  </a:lnTo>
                  <a:lnTo>
                    <a:pt x="3587302" y="1974731"/>
                  </a:lnTo>
                  <a:lnTo>
                    <a:pt x="3587459" y="1974731"/>
                  </a:lnTo>
                  <a:lnTo>
                    <a:pt x="3587617" y="1974731"/>
                  </a:lnTo>
                  <a:lnTo>
                    <a:pt x="3587775" y="1974731"/>
                  </a:lnTo>
                  <a:lnTo>
                    <a:pt x="3587933" y="1974731"/>
                  </a:lnTo>
                  <a:lnTo>
                    <a:pt x="3588090" y="1974731"/>
                  </a:lnTo>
                  <a:lnTo>
                    <a:pt x="3588248" y="1974731"/>
                  </a:lnTo>
                  <a:lnTo>
                    <a:pt x="3588406" y="1974731"/>
                  </a:lnTo>
                  <a:lnTo>
                    <a:pt x="3588406" y="1974301"/>
                  </a:lnTo>
                  <a:lnTo>
                    <a:pt x="3588563" y="1974301"/>
                  </a:lnTo>
                  <a:lnTo>
                    <a:pt x="3588721" y="1974301"/>
                  </a:lnTo>
                  <a:lnTo>
                    <a:pt x="3588879" y="1974301"/>
                  </a:lnTo>
                  <a:lnTo>
                    <a:pt x="3588879" y="1973870"/>
                  </a:lnTo>
                  <a:lnTo>
                    <a:pt x="3588879" y="1973439"/>
                  </a:lnTo>
                  <a:lnTo>
                    <a:pt x="3588879" y="1973009"/>
                  </a:lnTo>
                  <a:lnTo>
                    <a:pt x="3589037" y="1973009"/>
                  </a:lnTo>
                  <a:lnTo>
                    <a:pt x="3589194" y="1973009"/>
                  </a:lnTo>
                  <a:lnTo>
                    <a:pt x="3589352" y="1973009"/>
                  </a:lnTo>
                  <a:lnTo>
                    <a:pt x="3589510" y="1973009"/>
                  </a:lnTo>
                  <a:lnTo>
                    <a:pt x="3589668" y="1973009"/>
                  </a:lnTo>
                  <a:lnTo>
                    <a:pt x="3589825" y="1973009"/>
                  </a:lnTo>
                  <a:lnTo>
                    <a:pt x="3589983" y="1973009"/>
                  </a:lnTo>
                  <a:lnTo>
                    <a:pt x="3589983" y="1972578"/>
                  </a:lnTo>
                  <a:lnTo>
                    <a:pt x="3590141" y="1972578"/>
                  </a:lnTo>
                  <a:lnTo>
                    <a:pt x="3590141" y="1972148"/>
                  </a:lnTo>
                  <a:lnTo>
                    <a:pt x="3590298" y="1972148"/>
                  </a:lnTo>
                  <a:lnTo>
                    <a:pt x="3590456" y="1972148"/>
                  </a:lnTo>
                  <a:lnTo>
                    <a:pt x="3590614" y="1972148"/>
                  </a:lnTo>
                  <a:lnTo>
                    <a:pt x="3590772" y="1972148"/>
                  </a:lnTo>
                  <a:lnTo>
                    <a:pt x="3590929" y="1972148"/>
                  </a:lnTo>
                  <a:lnTo>
                    <a:pt x="3591087" y="1972148"/>
                  </a:lnTo>
                  <a:lnTo>
                    <a:pt x="3591245" y="1972148"/>
                  </a:lnTo>
                  <a:lnTo>
                    <a:pt x="3591402" y="1972148"/>
                  </a:lnTo>
                  <a:lnTo>
                    <a:pt x="3591402" y="1971717"/>
                  </a:lnTo>
                  <a:lnTo>
                    <a:pt x="3591560" y="1971717"/>
                  </a:lnTo>
                  <a:lnTo>
                    <a:pt x="3591718" y="1971717"/>
                  </a:lnTo>
                  <a:lnTo>
                    <a:pt x="3591876" y="1971717"/>
                  </a:lnTo>
                  <a:lnTo>
                    <a:pt x="3592033" y="1971717"/>
                  </a:lnTo>
                  <a:lnTo>
                    <a:pt x="3592033" y="1971286"/>
                  </a:lnTo>
                  <a:lnTo>
                    <a:pt x="3592033" y="1970856"/>
                  </a:lnTo>
                  <a:lnTo>
                    <a:pt x="3592191" y="1970856"/>
                  </a:lnTo>
                  <a:lnTo>
                    <a:pt x="3592191" y="1970425"/>
                  </a:lnTo>
                  <a:lnTo>
                    <a:pt x="3592191" y="1969995"/>
                  </a:lnTo>
                  <a:lnTo>
                    <a:pt x="3592349" y="1969995"/>
                  </a:lnTo>
                  <a:lnTo>
                    <a:pt x="3592506" y="1969995"/>
                  </a:lnTo>
                  <a:lnTo>
                    <a:pt x="3592506" y="1969564"/>
                  </a:lnTo>
                  <a:lnTo>
                    <a:pt x="3592664" y="1969564"/>
                  </a:lnTo>
                  <a:lnTo>
                    <a:pt x="3592822" y="1969564"/>
                  </a:lnTo>
                  <a:lnTo>
                    <a:pt x="3592980" y="1969564"/>
                  </a:lnTo>
                  <a:lnTo>
                    <a:pt x="3593137" y="1969564"/>
                  </a:lnTo>
                  <a:lnTo>
                    <a:pt x="3593295" y="1969564"/>
                  </a:lnTo>
                  <a:lnTo>
                    <a:pt x="3593453" y="1969564"/>
                  </a:lnTo>
                  <a:lnTo>
                    <a:pt x="3593453" y="1969133"/>
                  </a:lnTo>
                  <a:lnTo>
                    <a:pt x="3593453" y="1968703"/>
                  </a:lnTo>
                  <a:lnTo>
                    <a:pt x="3593610" y="1968703"/>
                  </a:lnTo>
                  <a:lnTo>
                    <a:pt x="3593768" y="1968703"/>
                  </a:lnTo>
                  <a:lnTo>
                    <a:pt x="3593768" y="1968272"/>
                  </a:lnTo>
                  <a:lnTo>
                    <a:pt x="3593926" y="1968272"/>
                  </a:lnTo>
                  <a:lnTo>
                    <a:pt x="3593926" y="1967842"/>
                  </a:lnTo>
                  <a:lnTo>
                    <a:pt x="3594084" y="1967842"/>
                  </a:lnTo>
                  <a:lnTo>
                    <a:pt x="3594241" y="1967842"/>
                  </a:lnTo>
                  <a:lnTo>
                    <a:pt x="3594241" y="1967411"/>
                  </a:lnTo>
                  <a:lnTo>
                    <a:pt x="3594241" y="1966980"/>
                  </a:lnTo>
                  <a:lnTo>
                    <a:pt x="3594399" y="1966980"/>
                  </a:lnTo>
                  <a:lnTo>
                    <a:pt x="3594399" y="1966550"/>
                  </a:lnTo>
                  <a:lnTo>
                    <a:pt x="3594399" y="1966119"/>
                  </a:lnTo>
                  <a:lnTo>
                    <a:pt x="3594557" y="1966119"/>
                  </a:lnTo>
                  <a:lnTo>
                    <a:pt x="3594714" y="1966119"/>
                  </a:lnTo>
                  <a:lnTo>
                    <a:pt x="3594872" y="1966119"/>
                  </a:lnTo>
                  <a:lnTo>
                    <a:pt x="3595030" y="1966119"/>
                  </a:lnTo>
                  <a:lnTo>
                    <a:pt x="3595188" y="1966119"/>
                  </a:lnTo>
                  <a:lnTo>
                    <a:pt x="3595345" y="1966119"/>
                  </a:lnTo>
                  <a:lnTo>
                    <a:pt x="3595503" y="1966119"/>
                  </a:lnTo>
                  <a:lnTo>
                    <a:pt x="3595661" y="1966119"/>
                  </a:lnTo>
                  <a:lnTo>
                    <a:pt x="3595819" y="1966119"/>
                  </a:lnTo>
                  <a:lnTo>
                    <a:pt x="3595819" y="1965689"/>
                  </a:lnTo>
                  <a:lnTo>
                    <a:pt x="3595819" y="1965258"/>
                  </a:lnTo>
                  <a:lnTo>
                    <a:pt x="3595976" y="1965258"/>
                  </a:lnTo>
                  <a:lnTo>
                    <a:pt x="3596134" y="1965258"/>
                  </a:lnTo>
                  <a:lnTo>
                    <a:pt x="3596292" y="1965258"/>
                  </a:lnTo>
                  <a:lnTo>
                    <a:pt x="3596449" y="1965258"/>
                  </a:lnTo>
                  <a:lnTo>
                    <a:pt x="3596607" y="1965258"/>
                  </a:lnTo>
                  <a:lnTo>
                    <a:pt x="3596765" y="1965258"/>
                  </a:lnTo>
                  <a:lnTo>
                    <a:pt x="3596923" y="1965258"/>
                  </a:lnTo>
                  <a:lnTo>
                    <a:pt x="3597080" y="1965258"/>
                  </a:lnTo>
                  <a:lnTo>
                    <a:pt x="3597080" y="1964827"/>
                  </a:lnTo>
                  <a:lnTo>
                    <a:pt x="3597238" y="1964827"/>
                  </a:lnTo>
                  <a:lnTo>
                    <a:pt x="3597396" y="1964827"/>
                  </a:lnTo>
                  <a:lnTo>
                    <a:pt x="3597553" y="1964827"/>
                  </a:lnTo>
                  <a:lnTo>
                    <a:pt x="3597711" y="1964827"/>
                  </a:lnTo>
                  <a:lnTo>
                    <a:pt x="3597869" y="1964827"/>
                  </a:lnTo>
                  <a:lnTo>
                    <a:pt x="3598027" y="1964827"/>
                  </a:lnTo>
                  <a:lnTo>
                    <a:pt x="3598184" y="1964827"/>
                  </a:lnTo>
                  <a:lnTo>
                    <a:pt x="3598342" y="1964827"/>
                  </a:lnTo>
                  <a:lnTo>
                    <a:pt x="3598500" y="1964827"/>
                  </a:lnTo>
                  <a:lnTo>
                    <a:pt x="3598657" y="1964827"/>
                  </a:lnTo>
                  <a:lnTo>
                    <a:pt x="3598657" y="1964397"/>
                  </a:lnTo>
                  <a:lnTo>
                    <a:pt x="3598815" y="1964397"/>
                  </a:lnTo>
                  <a:lnTo>
                    <a:pt x="3598973" y="1964397"/>
                  </a:lnTo>
                  <a:lnTo>
                    <a:pt x="3599131" y="1964397"/>
                  </a:lnTo>
                  <a:lnTo>
                    <a:pt x="3599288" y="1964397"/>
                  </a:lnTo>
                  <a:lnTo>
                    <a:pt x="3599446" y="1964397"/>
                  </a:lnTo>
                  <a:lnTo>
                    <a:pt x="3599446" y="1963966"/>
                  </a:lnTo>
                  <a:lnTo>
                    <a:pt x="3599604" y="1963966"/>
                  </a:lnTo>
                  <a:lnTo>
                    <a:pt x="3599761" y="1963966"/>
                  </a:lnTo>
                  <a:lnTo>
                    <a:pt x="3599919" y="1963966"/>
                  </a:lnTo>
                  <a:lnTo>
                    <a:pt x="3600077" y="1963966"/>
                  </a:lnTo>
                  <a:lnTo>
                    <a:pt x="3600077" y="1963536"/>
                  </a:lnTo>
                  <a:lnTo>
                    <a:pt x="3600235" y="1963536"/>
                  </a:lnTo>
                  <a:lnTo>
                    <a:pt x="3600235" y="1963105"/>
                  </a:lnTo>
                  <a:lnTo>
                    <a:pt x="3600235" y="1962674"/>
                  </a:lnTo>
                  <a:lnTo>
                    <a:pt x="3600392" y="1962674"/>
                  </a:lnTo>
                  <a:lnTo>
                    <a:pt x="3600550" y="1962674"/>
                  </a:lnTo>
                  <a:lnTo>
                    <a:pt x="3600708" y="1962674"/>
                  </a:lnTo>
                  <a:lnTo>
                    <a:pt x="3600866" y="1962674"/>
                  </a:lnTo>
                  <a:lnTo>
                    <a:pt x="3601023" y="1962674"/>
                  </a:lnTo>
                  <a:lnTo>
                    <a:pt x="3601023" y="1962244"/>
                  </a:lnTo>
                  <a:lnTo>
                    <a:pt x="3601181" y="1962244"/>
                  </a:lnTo>
                  <a:lnTo>
                    <a:pt x="3601339" y="1962244"/>
                  </a:lnTo>
                  <a:lnTo>
                    <a:pt x="3601339" y="1961813"/>
                  </a:lnTo>
                  <a:lnTo>
                    <a:pt x="3601339" y="1961383"/>
                  </a:lnTo>
                  <a:lnTo>
                    <a:pt x="3601339" y="1960952"/>
                  </a:lnTo>
                  <a:lnTo>
                    <a:pt x="3601496" y="1960952"/>
                  </a:lnTo>
                  <a:lnTo>
                    <a:pt x="3601654" y="1960952"/>
                  </a:lnTo>
                  <a:lnTo>
                    <a:pt x="3601812" y="1960952"/>
                  </a:lnTo>
                  <a:lnTo>
                    <a:pt x="3601812" y="1960521"/>
                  </a:lnTo>
                  <a:lnTo>
                    <a:pt x="3601970" y="1960521"/>
                  </a:lnTo>
                  <a:lnTo>
                    <a:pt x="3602127" y="1960521"/>
                  </a:lnTo>
                  <a:lnTo>
                    <a:pt x="3602285" y="1960521"/>
                  </a:lnTo>
                  <a:lnTo>
                    <a:pt x="3602443" y="1960521"/>
                  </a:lnTo>
                  <a:lnTo>
                    <a:pt x="3602443" y="1960091"/>
                  </a:lnTo>
                  <a:lnTo>
                    <a:pt x="3602600" y="1960091"/>
                  </a:lnTo>
                  <a:lnTo>
                    <a:pt x="3602758" y="1960091"/>
                  </a:lnTo>
                  <a:lnTo>
                    <a:pt x="3602916" y="1960091"/>
                  </a:lnTo>
                  <a:lnTo>
                    <a:pt x="3603074" y="1960091"/>
                  </a:lnTo>
                  <a:lnTo>
                    <a:pt x="3603231" y="1960091"/>
                  </a:lnTo>
                  <a:lnTo>
                    <a:pt x="3603389" y="1960091"/>
                  </a:lnTo>
                  <a:lnTo>
                    <a:pt x="3603547" y="1960091"/>
                  </a:lnTo>
                  <a:lnTo>
                    <a:pt x="3603704" y="1960091"/>
                  </a:lnTo>
                  <a:lnTo>
                    <a:pt x="3603862" y="1960091"/>
                  </a:lnTo>
                  <a:lnTo>
                    <a:pt x="3604020" y="1960091"/>
                  </a:lnTo>
                  <a:lnTo>
                    <a:pt x="3604178" y="1960091"/>
                  </a:lnTo>
                  <a:lnTo>
                    <a:pt x="3604335" y="1960091"/>
                  </a:lnTo>
                  <a:lnTo>
                    <a:pt x="3604493" y="1960091"/>
                  </a:lnTo>
                  <a:lnTo>
                    <a:pt x="3604651" y="1960091"/>
                  </a:lnTo>
                  <a:lnTo>
                    <a:pt x="3604808" y="1960091"/>
                  </a:lnTo>
                  <a:lnTo>
                    <a:pt x="3604966" y="1960091"/>
                  </a:lnTo>
                  <a:lnTo>
                    <a:pt x="3605124" y="1960091"/>
                  </a:lnTo>
                  <a:lnTo>
                    <a:pt x="3605282" y="1960091"/>
                  </a:lnTo>
                  <a:lnTo>
                    <a:pt x="3605439" y="1960091"/>
                  </a:lnTo>
                  <a:lnTo>
                    <a:pt x="3605597" y="1960091"/>
                  </a:lnTo>
                  <a:lnTo>
                    <a:pt x="3605755" y="1960091"/>
                  </a:lnTo>
                  <a:lnTo>
                    <a:pt x="3605912" y="1960091"/>
                  </a:lnTo>
                  <a:lnTo>
                    <a:pt x="3606070" y="1960091"/>
                  </a:lnTo>
                  <a:lnTo>
                    <a:pt x="3606228" y="1960091"/>
                  </a:lnTo>
                  <a:lnTo>
                    <a:pt x="3606386" y="1960091"/>
                  </a:lnTo>
                  <a:lnTo>
                    <a:pt x="3606543" y="1960091"/>
                  </a:lnTo>
                  <a:lnTo>
                    <a:pt x="3606701" y="1960091"/>
                  </a:lnTo>
                  <a:lnTo>
                    <a:pt x="3606859" y="1960091"/>
                  </a:lnTo>
                  <a:lnTo>
                    <a:pt x="3607017" y="1960091"/>
                  </a:lnTo>
                  <a:lnTo>
                    <a:pt x="3607174" y="1960091"/>
                  </a:lnTo>
                  <a:lnTo>
                    <a:pt x="3607332" y="1960091"/>
                  </a:lnTo>
                  <a:lnTo>
                    <a:pt x="3607490" y="1960091"/>
                  </a:lnTo>
                  <a:lnTo>
                    <a:pt x="3607490" y="1959660"/>
                  </a:lnTo>
                  <a:lnTo>
                    <a:pt x="3607490" y="1959230"/>
                  </a:lnTo>
                  <a:lnTo>
                    <a:pt x="3607647" y="1959230"/>
                  </a:lnTo>
                  <a:lnTo>
                    <a:pt x="3607805" y="1959230"/>
                  </a:lnTo>
                  <a:lnTo>
                    <a:pt x="3607963" y="1959230"/>
                  </a:lnTo>
                  <a:lnTo>
                    <a:pt x="3607963" y="1958799"/>
                  </a:lnTo>
                  <a:lnTo>
                    <a:pt x="3608121" y="1958799"/>
                  </a:lnTo>
                  <a:lnTo>
                    <a:pt x="3608278" y="1958799"/>
                  </a:lnTo>
                  <a:lnTo>
                    <a:pt x="3608436" y="1958799"/>
                  </a:lnTo>
                  <a:lnTo>
                    <a:pt x="3608594" y="1958799"/>
                  </a:lnTo>
                  <a:lnTo>
                    <a:pt x="3608594" y="1958368"/>
                  </a:lnTo>
                  <a:lnTo>
                    <a:pt x="3608751" y="1958368"/>
                  </a:lnTo>
                  <a:lnTo>
                    <a:pt x="3608909" y="1958368"/>
                  </a:lnTo>
                  <a:lnTo>
                    <a:pt x="3609067" y="1958368"/>
                  </a:lnTo>
                  <a:lnTo>
                    <a:pt x="3609225" y="1958368"/>
                  </a:lnTo>
                  <a:lnTo>
                    <a:pt x="3609382" y="1958368"/>
                  </a:lnTo>
                  <a:lnTo>
                    <a:pt x="3609540" y="1958368"/>
                  </a:lnTo>
                  <a:lnTo>
                    <a:pt x="3609698" y="1958368"/>
                  </a:lnTo>
                  <a:lnTo>
                    <a:pt x="3609698" y="1957938"/>
                  </a:lnTo>
                  <a:lnTo>
                    <a:pt x="3609855" y="1957938"/>
                  </a:lnTo>
                  <a:lnTo>
                    <a:pt x="3610013" y="1957938"/>
                  </a:lnTo>
                  <a:lnTo>
                    <a:pt x="3610171" y="1957938"/>
                  </a:lnTo>
                  <a:lnTo>
                    <a:pt x="3610329" y="1957938"/>
                  </a:lnTo>
                  <a:lnTo>
                    <a:pt x="3610486" y="1957938"/>
                  </a:lnTo>
                  <a:lnTo>
                    <a:pt x="3610644" y="1957938"/>
                  </a:lnTo>
                  <a:lnTo>
                    <a:pt x="3610644" y="1957507"/>
                  </a:lnTo>
                  <a:lnTo>
                    <a:pt x="3610802" y="1957507"/>
                  </a:lnTo>
                  <a:lnTo>
                    <a:pt x="3610959" y="1957507"/>
                  </a:lnTo>
                  <a:lnTo>
                    <a:pt x="3610959" y="1957077"/>
                  </a:lnTo>
                  <a:lnTo>
                    <a:pt x="3611117" y="1957077"/>
                  </a:lnTo>
                  <a:lnTo>
                    <a:pt x="3611275" y="1957077"/>
                  </a:lnTo>
                  <a:lnTo>
                    <a:pt x="3611433" y="1957077"/>
                  </a:lnTo>
                  <a:lnTo>
                    <a:pt x="3611590" y="1957077"/>
                  </a:lnTo>
                  <a:lnTo>
                    <a:pt x="3611748" y="1957077"/>
                  </a:lnTo>
                  <a:lnTo>
                    <a:pt x="3611906" y="1957077"/>
                  </a:lnTo>
                  <a:lnTo>
                    <a:pt x="3612064" y="1957077"/>
                  </a:lnTo>
                  <a:lnTo>
                    <a:pt x="3612221" y="1957077"/>
                  </a:lnTo>
                  <a:lnTo>
                    <a:pt x="3612379" y="1957077"/>
                  </a:lnTo>
                  <a:lnTo>
                    <a:pt x="3612537" y="1957077"/>
                  </a:lnTo>
                  <a:lnTo>
                    <a:pt x="3612694" y="1957077"/>
                  </a:lnTo>
                  <a:lnTo>
                    <a:pt x="3612852" y="1957077"/>
                  </a:lnTo>
                  <a:lnTo>
                    <a:pt x="3613010" y="1957077"/>
                  </a:lnTo>
                  <a:lnTo>
                    <a:pt x="3613168" y="1957077"/>
                  </a:lnTo>
                  <a:lnTo>
                    <a:pt x="3613325" y="1957077"/>
                  </a:lnTo>
                  <a:lnTo>
                    <a:pt x="3613325" y="1956646"/>
                  </a:lnTo>
                  <a:lnTo>
                    <a:pt x="3613483" y="1956646"/>
                  </a:lnTo>
                  <a:lnTo>
                    <a:pt x="3613641" y="1956646"/>
                  </a:lnTo>
                  <a:lnTo>
                    <a:pt x="3613798" y="1956646"/>
                  </a:lnTo>
                  <a:lnTo>
                    <a:pt x="3613956" y="1956646"/>
                  </a:lnTo>
                  <a:lnTo>
                    <a:pt x="3613956" y="1956215"/>
                  </a:lnTo>
                  <a:lnTo>
                    <a:pt x="3614114" y="1956215"/>
                  </a:lnTo>
                  <a:lnTo>
                    <a:pt x="3614272" y="1956215"/>
                  </a:lnTo>
                  <a:lnTo>
                    <a:pt x="3614429" y="1956215"/>
                  </a:lnTo>
                  <a:lnTo>
                    <a:pt x="3614587" y="1956215"/>
                  </a:lnTo>
                  <a:lnTo>
                    <a:pt x="3614745" y="1956215"/>
                  </a:lnTo>
                  <a:lnTo>
                    <a:pt x="3614902" y="1956215"/>
                  </a:lnTo>
                  <a:lnTo>
                    <a:pt x="3615060" y="1956215"/>
                  </a:lnTo>
                  <a:lnTo>
                    <a:pt x="3615060" y="1955785"/>
                  </a:lnTo>
                  <a:lnTo>
                    <a:pt x="3615218" y="1955785"/>
                  </a:lnTo>
                  <a:lnTo>
                    <a:pt x="3615376" y="1955785"/>
                  </a:lnTo>
                  <a:lnTo>
                    <a:pt x="3615533" y="1955785"/>
                  </a:lnTo>
                  <a:lnTo>
                    <a:pt x="3615691" y="1955785"/>
                  </a:lnTo>
                  <a:lnTo>
                    <a:pt x="3615849" y="1955785"/>
                  </a:lnTo>
                  <a:lnTo>
                    <a:pt x="3616006" y="1955785"/>
                  </a:lnTo>
                  <a:lnTo>
                    <a:pt x="3616164" y="1955785"/>
                  </a:lnTo>
                  <a:lnTo>
                    <a:pt x="3616322" y="1955785"/>
                  </a:lnTo>
                  <a:lnTo>
                    <a:pt x="3616480" y="1955785"/>
                  </a:lnTo>
                  <a:lnTo>
                    <a:pt x="3616637" y="1955785"/>
                  </a:lnTo>
                  <a:lnTo>
                    <a:pt x="3616637" y="1955354"/>
                  </a:lnTo>
                  <a:lnTo>
                    <a:pt x="3616795" y="1955354"/>
                  </a:lnTo>
                  <a:lnTo>
                    <a:pt x="3616953" y="1955354"/>
                  </a:lnTo>
                  <a:lnTo>
                    <a:pt x="3616953" y="1954924"/>
                  </a:lnTo>
                  <a:lnTo>
                    <a:pt x="3617110" y="1954924"/>
                  </a:lnTo>
                  <a:lnTo>
                    <a:pt x="3617268" y="1954924"/>
                  </a:lnTo>
                  <a:lnTo>
                    <a:pt x="3617268" y="1954493"/>
                  </a:lnTo>
                  <a:lnTo>
                    <a:pt x="3617426" y="1954493"/>
                  </a:lnTo>
                  <a:lnTo>
                    <a:pt x="3617426" y="1954062"/>
                  </a:lnTo>
                  <a:lnTo>
                    <a:pt x="3617584" y="1954062"/>
                  </a:lnTo>
                  <a:lnTo>
                    <a:pt x="3617584" y="1953632"/>
                  </a:lnTo>
                  <a:lnTo>
                    <a:pt x="3617741" y="1953632"/>
                  </a:lnTo>
                  <a:lnTo>
                    <a:pt x="3617899" y="1953632"/>
                  </a:lnTo>
                  <a:lnTo>
                    <a:pt x="3618057" y="1953632"/>
                  </a:lnTo>
                  <a:lnTo>
                    <a:pt x="3618215" y="1953632"/>
                  </a:lnTo>
                  <a:lnTo>
                    <a:pt x="3618372" y="1953632"/>
                  </a:lnTo>
                  <a:lnTo>
                    <a:pt x="3618372" y="1953201"/>
                  </a:lnTo>
                  <a:lnTo>
                    <a:pt x="3618372" y="1952771"/>
                  </a:lnTo>
                  <a:lnTo>
                    <a:pt x="3618530" y="1952771"/>
                  </a:lnTo>
                  <a:lnTo>
                    <a:pt x="3618688" y="1952771"/>
                  </a:lnTo>
                  <a:lnTo>
                    <a:pt x="3618688" y="1952340"/>
                  </a:lnTo>
                  <a:lnTo>
                    <a:pt x="3618845" y="1952340"/>
                  </a:lnTo>
                  <a:lnTo>
                    <a:pt x="3619003" y="1952340"/>
                  </a:lnTo>
                  <a:lnTo>
                    <a:pt x="3619003" y="1951909"/>
                  </a:lnTo>
                  <a:lnTo>
                    <a:pt x="3619161" y="1951909"/>
                  </a:lnTo>
                  <a:lnTo>
                    <a:pt x="3619319" y="1951909"/>
                  </a:lnTo>
                  <a:lnTo>
                    <a:pt x="3619476" y="1951909"/>
                  </a:lnTo>
                  <a:lnTo>
                    <a:pt x="3619634" y="1951909"/>
                  </a:lnTo>
                  <a:lnTo>
                    <a:pt x="3619792" y="1951909"/>
                  </a:lnTo>
                  <a:lnTo>
                    <a:pt x="3619792" y="1951479"/>
                  </a:lnTo>
                  <a:lnTo>
                    <a:pt x="3619949" y="1951479"/>
                  </a:lnTo>
                  <a:lnTo>
                    <a:pt x="3620107" y="1951479"/>
                  </a:lnTo>
                  <a:lnTo>
                    <a:pt x="3620265" y="1951479"/>
                  </a:lnTo>
                  <a:lnTo>
                    <a:pt x="3620423" y="1951479"/>
                  </a:lnTo>
                  <a:lnTo>
                    <a:pt x="3620580" y="1951479"/>
                  </a:lnTo>
                  <a:lnTo>
                    <a:pt x="3620738" y="1951479"/>
                  </a:lnTo>
                  <a:lnTo>
                    <a:pt x="3620896" y="1951479"/>
                  </a:lnTo>
                  <a:lnTo>
                    <a:pt x="3621053" y="1951479"/>
                  </a:lnTo>
                  <a:lnTo>
                    <a:pt x="3621211" y="1951479"/>
                  </a:lnTo>
                  <a:lnTo>
                    <a:pt x="3621369" y="1951479"/>
                  </a:lnTo>
                  <a:lnTo>
                    <a:pt x="3621527" y="1951479"/>
                  </a:lnTo>
                  <a:lnTo>
                    <a:pt x="3621684" y="1951479"/>
                  </a:lnTo>
                  <a:lnTo>
                    <a:pt x="3621684" y="1951048"/>
                  </a:lnTo>
                  <a:lnTo>
                    <a:pt x="3621842" y="1951048"/>
                  </a:lnTo>
                  <a:lnTo>
                    <a:pt x="3622000" y="1951048"/>
                  </a:lnTo>
                  <a:lnTo>
                    <a:pt x="3622157" y="1951048"/>
                  </a:lnTo>
                  <a:lnTo>
                    <a:pt x="3622315" y="1951048"/>
                  </a:lnTo>
                  <a:lnTo>
                    <a:pt x="3622473" y="1951048"/>
                  </a:lnTo>
                  <a:lnTo>
                    <a:pt x="3622631" y="1951048"/>
                  </a:lnTo>
                  <a:lnTo>
                    <a:pt x="3622788" y="1951048"/>
                  </a:lnTo>
                  <a:lnTo>
                    <a:pt x="3622788" y="1950618"/>
                  </a:lnTo>
                  <a:lnTo>
                    <a:pt x="3622788" y="1950187"/>
                  </a:lnTo>
                  <a:lnTo>
                    <a:pt x="3622946" y="1950187"/>
                  </a:lnTo>
                  <a:lnTo>
                    <a:pt x="3623104" y="1950187"/>
                  </a:lnTo>
                  <a:lnTo>
                    <a:pt x="3623104" y="1949756"/>
                  </a:lnTo>
                  <a:lnTo>
                    <a:pt x="3623104" y="1949326"/>
                  </a:lnTo>
                  <a:lnTo>
                    <a:pt x="3623104" y="1948895"/>
                  </a:lnTo>
                  <a:lnTo>
                    <a:pt x="3623104" y="1948465"/>
                  </a:lnTo>
                  <a:lnTo>
                    <a:pt x="3623262" y="1948465"/>
                  </a:lnTo>
                  <a:lnTo>
                    <a:pt x="3623419" y="1948465"/>
                  </a:lnTo>
                  <a:lnTo>
                    <a:pt x="3623577" y="1948465"/>
                  </a:lnTo>
                  <a:lnTo>
                    <a:pt x="3623735" y="1948465"/>
                  </a:lnTo>
                  <a:lnTo>
                    <a:pt x="3623735" y="1948034"/>
                  </a:lnTo>
                  <a:lnTo>
                    <a:pt x="3623892" y="1948034"/>
                  </a:lnTo>
                  <a:lnTo>
                    <a:pt x="3624050" y="1948034"/>
                  </a:lnTo>
                  <a:lnTo>
                    <a:pt x="3624208" y="1948034"/>
                  </a:lnTo>
                  <a:lnTo>
                    <a:pt x="3624366" y="1948034"/>
                  </a:lnTo>
                  <a:lnTo>
                    <a:pt x="3624366" y="1947603"/>
                  </a:lnTo>
                  <a:lnTo>
                    <a:pt x="3624523" y="1947603"/>
                  </a:lnTo>
                  <a:lnTo>
                    <a:pt x="3624681" y="1947603"/>
                  </a:lnTo>
                  <a:lnTo>
                    <a:pt x="3624839" y="1947603"/>
                  </a:lnTo>
                  <a:lnTo>
                    <a:pt x="3624839" y="1947173"/>
                  </a:lnTo>
                  <a:lnTo>
                    <a:pt x="3624839" y="1946742"/>
                  </a:lnTo>
                  <a:lnTo>
                    <a:pt x="3624996" y="1946742"/>
                  </a:lnTo>
                  <a:lnTo>
                    <a:pt x="3625154" y="1946742"/>
                  </a:lnTo>
                  <a:lnTo>
                    <a:pt x="3625154" y="1946312"/>
                  </a:lnTo>
                  <a:lnTo>
                    <a:pt x="3625312" y="1946312"/>
                  </a:lnTo>
                  <a:lnTo>
                    <a:pt x="3625312" y="1945881"/>
                  </a:lnTo>
                  <a:lnTo>
                    <a:pt x="3625470" y="1945881"/>
                  </a:lnTo>
                  <a:lnTo>
                    <a:pt x="3625627" y="1945881"/>
                  </a:lnTo>
                  <a:lnTo>
                    <a:pt x="3625627" y="1945450"/>
                  </a:lnTo>
                  <a:lnTo>
                    <a:pt x="3625785" y="1945450"/>
                  </a:lnTo>
                  <a:lnTo>
                    <a:pt x="3625943" y="1945450"/>
                  </a:lnTo>
                  <a:lnTo>
                    <a:pt x="3626100" y="1945450"/>
                  </a:lnTo>
                  <a:lnTo>
                    <a:pt x="3626258" y="1945450"/>
                  </a:lnTo>
                  <a:lnTo>
                    <a:pt x="3626258" y="1945020"/>
                  </a:lnTo>
                  <a:lnTo>
                    <a:pt x="3626416" y="1945020"/>
                  </a:lnTo>
                  <a:lnTo>
                    <a:pt x="3626574" y="1945020"/>
                  </a:lnTo>
                  <a:lnTo>
                    <a:pt x="3626731" y="1945020"/>
                  </a:lnTo>
                  <a:lnTo>
                    <a:pt x="3626889" y="1945020"/>
                  </a:lnTo>
                  <a:lnTo>
                    <a:pt x="3627047" y="1945020"/>
                  </a:lnTo>
                  <a:lnTo>
                    <a:pt x="3627204" y="1945020"/>
                  </a:lnTo>
                  <a:lnTo>
                    <a:pt x="3627362" y="1945020"/>
                  </a:lnTo>
                  <a:lnTo>
                    <a:pt x="3627520" y="1945020"/>
                  </a:lnTo>
                  <a:lnTo>
                    <a:pt x="3627678" y="1945020"/>
                  </a:lnTo>
                  <a:lnTo>
                    <a:pt x="3627835" y="1945020"/>
                  </a:lnTo>
                  <a:lnTo>
                    <a:pt x="3627993" y="1945020"/>
                  </a:lnTo>
                  <a:lnTo>
                    <a:pt x="3628151" y="1945020"/>
                  </a:lnTo>
                  <a:lnTo>
                    <a:pt x="3628308" y="1945020"/>
                  </a:lnTo>
                  <a:lnTo>
                    <a:pt x="3628466" y="1945020"/>
                  </a:lnTo>
                  <a:lnTo>
                    <a:pt x="3628466" y="1944589"/>
                  </a:lnTo>
                  <a:lnTo>
                    <a:pt x="3628466" y="1944159"/>
                  </a:lnTo>
                  <a:lnTo>
                    <a:pt x="3628624" y="1944159"/>
                  </a:lnTo>
                  <a:lnTo>
                    <a:pt x="3628782" y="1944159"/>
                  </a:lnTo>
                  <a:lnTo>
                    <a:pt x="3628782" y="1943728"/>
                  </a:lnTo>
                  <a:lnTo>
                    <a:pt x="3628782" y="1943297"/>
                  </a:lnTo>
                  <a:lnTo>
                    <a:pt x="3628939" y="1943297"/>
                  </a:lnTo>
                  <a:lnTo>
                    <a:pt x="3629097" y="1943297"/>
                  </a:lnTo>
                  <a:lnTo>
                    <a:pt x="3629097" y="1942867"/>
                  </a:lnTo>
                  <a:lnTo>
                    <a:pt x="3629255" y="1942867"/>
                  </a:lnTo>
                  <a:lnTo>
                    <a:pt x="3629413" y="1942867"/>
                  </a:lnTo>
                  <a:lnTo>
                    <a:pt x="3629570" y="1942867"/>
                  </a:lnTo>
                  <a:lnTo>
                    <a:pt x="3629728" y="1942867"/>
                  </a:lnTo>
                  <a:lnTo>
                    <a:pt x="3629886" y="1942867"/>
                  </a:lnTo>
                  <a:lnTo>
                    <a:pt x="3629886" y="1942436"/>
                  </a:lnTo>
                  <a:lnTo>
                    <a:pt x="3630043" y="1942436"/>
                  </a:lnTo>
                  <a:lnTo>
                    <a:pt x="3630201" y="1942436"/>
                  </a:lnTo>
                  <a:lnTo>
                    <a:pt x="3630359" y="1942436"/>
                  </a:lnTo>
                  <a:lnTo>
                    <a:pt x="3630517" y="1942436"/>
                  </a:lnTo>
                  <a:lnTo>
                    <a:pt x="3630517" y="1942006"/>
                  </a:lnTo>
                  <a:lnTo>
                    <a:pt x="3630674" y="1942006"/>
                  </a:lnTo>
                  <a:lnTo>
                    <a:pt x="3630832" y="1942006"/>
                  </a:lnTo>
                  <a:lnTo>
                    <a:pt x="3630990" y="1942006"/>
                  </a:lnTo>
                  <a:lnTo>
                    <a:pt x="3630990" y="1941575"/>
                  </a:lnTo>
                  <a:lnTo>
                    <a:pt x="3631147" y="1941575"/>
                  </a:lnTo>
                  <a:lnTo>
                    <a:pt x="3631305" y="1941575"/>
                  </a:lnTo>
                  <a:lnTo>
                    <a:pt x="3631463" y="1941575"/>
                  </a:lnTo>
                  <a:lnTo>
                    <a:pt x="3631621" y="1941575"/>
                  </a:lnTo>
                  <a:lnTo>
                    <a:pt x="3631621" y="1941144"/>
                  </a:lnTo>
                  <a:lnTo>
                    <a:pt x="3631621" y="1940714"/>
                  </a:lnTo>
                  <a:lnTo>
                    <a:pt x="3631778" y="1940714"/>
                  </a:lnTo>
                  <a:lnTo>
                    <a:pt x="3631936" y="1940714"/>
                  </a:lnTo>
                  <a:lnTo>
                    <a:pt x="3632094" y="1940714"/>
                  </a:lnTo>
                  <a:lnTo>
                    <a:pt x="3632251" y="1940714"/>
                  </a:lnTo>
                  <a:lnTo>
                    <a:pt x="3632409" y="1940714"/>
                  </a:lnTo>
                  <a:lnTo>
                    <a:pt x="3632567" y="1940714"/>
                  </a:lnTo>
                  <a:lnTo>
                    <a:pt x="3632725" y="1940714"/>
                  </a:lnTo>
                  <a:lnTo>
                    <a:pt x="3632882" y="1940714"/>
                  </a:lnTo>
                  <a:lnTo>
                    <a:pt x="3633040" y="1940714"/>
                  </a:lnTo>
                  <a:lnTo>
                    <a:pt x="3633198" y="1940714"/>
                  </a:lnTo>
                  <a:lnTo>
                    <a:pt x="3633355" y="1940714"/>
                  </a:lnTo>
                  <a:lnTo>
                    <a:pt x="3633513" y="1940714"/>
                  </a:lnTo>
                  <a:lnTo>
                    <a:pt x="3633671" y="1940714"/>
                  </a:lnTo>
                  <a:lnTo>
                    <a:pt x="3633829" y="1940714"/>
                  </a:lnTo>
                  <a:lnTo>
                    <a:pt x="3633986" y="1940714"/>
                  </a:lnTo>
                  <a:lnTo>
                    <a:pt x="3634144" y="1940714"/>
                  </a:lnTo>
                  <a:lnTo>
                    <a:pt x="3634302" y="1940714"/>
                  </a:lnTo>
                  <a:lnTo>
                    <a:pt x="3634302" y="1940283"/>
                  </a:lnTo>
                  <a:lnTo>
                    <a:pt x="3634302" y="1939853"/>
                  </a:lnTo>
                  <a:lnTo>
                    <a:pt x="3634302" y="1939422"/>
                  </a:lnTo>
                  <a:lnTo>
                    <a:pt x="3634460" y="1939422"/>
                  </a:lnTo>
                  <a:lnTo>
                    <a:pt x="3634617" y="1939422"/>
                  </a:lnTo>
                  <a:lnTo>
                    <a:pt x="3634775" y="1939422"/>
                  </a:lnTo>
                  <a:lnTo>
                    <a:pt x="3634933" y="1939422"/>
                  </a:lnTo>
                  <a:lnTo>
                    <a:pt x="3635090" y="1939422"/>
                  </a:lnTo>
                  <a:lnTo>
                    <a:pt x="3635248" y="1939422"/>
                  </a:lnTo>
                  <a:lnTo>
                    <a:pt x="3635406" y="1939422"/>
                  </a:lnTo>
                  <a:lnTo>
                    <a:pt x="3635564" y="1939422"/>
                  </a:lnTo>
                  <a:lnTo>
                    <a:pt x="3635721" y="1939422"/>
                  </a:lnTo>
                  <a:lnTo>
                    <a:pt x="3635721" y="1938991"/>
                  </a:lnTo>
                  <a:lnTo>
                    <a:pt x="3635721" y="1938561"/>
                  </a:lnTo>
                  <a:lnTo>
                    <a:pt x="3635879" y="1938561"/>
                  </a:lnTo>
                  <a:lnTo>
                    <a:pt x="3636037" y="1938561"/>
                  </a:lnTo>
                  <a:lnTo>
                    <a:pt x="3636194" y="1938561"/>
                  </a:lnTo>
                  <a:lnTo>
                    <a:pt x="3636352" y="1938561"/>
                  </a:lnTo>
                  <a:lnTo>
                    <a:pt x="3636352" y="1938130"/>
                  </a:lnTo>
                  <a:lnTo>
                    <a:pt x="3636510" y="1938130"/>
                  </a:lnTo>
                  <a:lnTo>
                    <a:pt x="3636668" y="1938130"/>
                  </a:lnTo>
                  <a:lnTo>
                    <a:pt x="3636825" y="1938130"/>
                  </a:lnTo>
                  <a:lnTo>
                    <a:pt x="3636983" y="1938130"/>
                  </a:lnTo>
                  <a:lnTo>
                    <a:pt x="3637141" y="1938130"/>
                  </a:lnTo>
                  <a:lnTo>
                    <a:pt x="3637298" y="1938130"/>
                  </a:lnTo>
                  <a:lnTo>
                    <a:pt x="3637456" y="1938130"/>
                  </a:lnTo>
                  <a:lnTo>
                    <a:pt x="3637614" y="1938130"/>
                  </a:lnTo>
                  <a:lnTo>
                    <a:pt x="3637772" y="1938130"/>
                  </a:lnTo>
                  <a:lnTo>
                    <a:pt x="3637772" y="1937700"/>
                  </a:lnTo>
                  <a:lnTo>
                    <a:pt x="3637929" y="1937700"/>
                  </a:lnTo>
                  <a:lnTo>
                    <a:pt x="3637929" y="1937269"/>
                  </a:lnTo>
                  <a:lnTo>
                    <a:pt x="3638087" y="1937269"/>
                  </a:lnTo>
                  <a:lnTo>
                    <a:pt x="3638245" y="1937269"/>
                  </a:lnTo>
                  <a:lnTo>
                    <a:pt x="3638402" y="1937269"/>
                  </a:lnTo>
                  <a:lnTo>
                    <a:pt x="3638560" y="1937269"/>
                  </a:lnTo>
                  <a:lnTo>
                    <a:pt x="3638718" y="1937269"/>
                  </a:lnTo>
                  <a:lnTo>
                    <a:pt x="3638718" y="1936838"/>
                  </a:lnTo>
                  <a:lnTo>
                    <a:pt x="3638876" y="1936838"/>
                  </a:lnTo>
                  <a:lnTo>
                    <a:pt x="3638876" y="1936408"/>
                  </a:lnTo>
                  <a:lnTo>
                    <a:pt x="3639033" y="1936408"/>
                  </a:lnTo>
                  <a:lnTo>
                    <a:pt x="3639033" y="1935977"/>
                  </a:lnTo>
                  <a:lnTo>
                    <a:pt x="3639033" y="1935547"/>
                  </a:lnTo>
                  <a:lnTo>
                    <a:pt x="3639191" y="1935547"/>
                  </a:lnTo>
                  <a:lnTo>
                    <a:pt x="3639191" y="1935116"/>
                  </a:lnTo>
                  <a:lnTo>
                    <a:pt x="3639349" y="1935116"/>
                  </a:lnTo>
                  <a:lnTo>
                    <a:pt x="3639506" y="1935116"/>
                  </a:lnTo>
                  <a:lnTo>
                    <a:pt x="3639664" y="1935116"/>
                  </a:lnTo>
                  <a:lnTo>
                    <a:pt x="3639822" y="1935116"/>
                  </a:lnTo>
                  <a:lnTo>
                    <a:pt x="3639980" y="1935116"/>
                  </a:lnTo>
                  <a:lnTo>
                    <a:pt x="3640137" y="1935116"/>
                  </a:lnTo>
                  <a:lnTo>
                    <a:pt x="3640295" y="1935116"/>
                  </a:lnTo>
                  <a:lnTo>
                    <a:pt x="3640453" y="1935116"/>
                  </a:lnTo>
                  <a:lnTo>
                    <a:pt x="3640611" y="1935116"/>
                  </a:lnTo>
                  <a:lnTo>
                    <a:pt x="3640768" y="1935116"/>
                  </a:lnTo>
                  <a:lnTo>
                    <a:pt x="3640926" y="1935116"/>
                  </a:lnTo>
                  <a:lnTo>
                    <a:pt x="3641084" y="1935116"/>
                  </a:lnTo>
                  <a:lnTo>
                    <a:pt x="3641084" y="1934685"/>
                  </a:lnTo>
                  <a:lnTo>
                    <a:pt x="3641241" y="1934685"/>
                  </a:lnTo>
                  <a:lnTo>
                    <a:pt x="3641399" y="1934685"/>
                  </a:lnTo>
                  <a:lnTo>
                    <a:pt x="3641557" y="1934685"/>
                  </a:lnTo>
                  <a:lnTo>
                    <a:pt x="3641715" y="1934685"/>
                  </a:lnTo>
                  <a:lnTo>
                    <a:pt x="3641872" y="1934685"/>
                  </a:lnTo>
                  <a:lnTo>
                    <a:pt x="3642030" y="1934685"/>
                  </a:lnTo>
                  <a:lnTo>
                    <a:pt x="3642188" y="1934685"/>
                  </a:lnTo>
                  <a:lnTo>
                    <a:pt x="3642188" y="1934255"/>
                  </a:lnTo>
                  <a:lnTo>
                    <a:pt x="3642345" y="1934255"/>
                  </a:lnTo>
                  <a:lnTo>
                    <a:pt x="3642503" y="1934255"/>
                  </a:lnTo>
                  <a:lnTo>
                    <a:pt x="3642661" y="1934255"/>
                  </a:lnTo>
                  <a:lnTo>
                    <a:pt x="3642819" y="1934255"/>
                  </a:lnTo>
                  <a:lnTo>
                    <a:pt x="3642976" y="1934255"/>
                  </a:lnTo>
                  <a:lnTo>
                    <a:pt x="3643134" y="1934255"/>
                  </a:lnTo>
                  <a:lnTo>
                    <a:pt x="3643292" y="1934255"/>
                  </a:lnTo>
                  <a:lnTo>
                    <a:pt x="3643449" y="1934255"/>
                  </a:lnTo>
                  <a:lnTo>
                    <a:pt x="3643607" y="1934255"/>
                  </a:lnTo>
                  <a:lnTo>
                    <a:pt x="3643765" y="1934255"/>
                  </a:lnTo>
                  <a:lnTo>
                    <a:pt x="3643765" y="1933824"/>
                  </a:lnTo>
                  <a:lnTo>
                    <a:pt x="3643923" y="1933824"/>
                  </a:lnTo>
                  <a:lnTo>
                    <a:pt x="3644080" y="1933824"/>
                  </a:lnTo>
                  <a:lnTo>
                    <a:pt x="3644080" y="1933394"/>
                  </a:lnTo>
                  <a:lnTo>
                    <a:pt x="3644238" y="1933394"/>
                  </a:lnTo>
                  <a:lnTo>
                    <a:pt x="3644396" y="1933394"/>
                  </a:lnTo>
                  <a:lnTo>
                    <a:pt x="3644553" y="1933394"/>
                  </a:lnTo>
                  <a:lnTo>
                    <a:pt x="3644711" y="1933394"/>
                  </a:lnTo>
                  <a:lnTo>
                    <a:pt x="3644869" y="1933394"/>
                  </a:lnTo>
                  <a:lnTo>
                    <a:pt x="3645027" y="1933394"/>
                  </a:lnTo>
                  <a:lnTo>
                    <a:pt x="3645184" y="1933394"/>
                  </a:lnTo>
                  <a:lnTo>
                    <a:pt x="3645184" y="1932963"/>
                  </a:lnTo>
                  <a:lnTo>
                    <a:pt x="3645342" y="1932963"/>
                  </a:lnTo>
                  <a:lnTo>
                    <a:pt x="3645500" y="1932963"/>
                  </a:lnTo>
                  <a:lnTo>
                    <a:pt x="3645500" y="1932532"/>
                  </a:lnTo>
                  <a:lnTo>
                    <a:pt x="3645500" y="1932102"/>
                  </a:lnTo>
                  <a:lnTo>
                    <a:pt x="3645658" y="1932102"/>
                  </a:lnTo>
                  <a:lnTo>
                    <a:pt x="3645815" y="1932102"/>
                  </a:lnTo>
                  <a:lnTo>
                    <a:pt x="3645973" y="1932102"/>
                  </a:lnTo>
                  <a:lnTo>
                    <a:pt x="3645973" y="1931671"/>
                  </a:lnTo>
                  <a:lnTo>
                    <a:pt x="3645973" y="1931241"/>
                  </a:lnTo>
                  <a:lnTo>
                    <a:pt x="3646131" y="1931241"/>
                  </a:lnTo>
                  <a:lnTo>
                    <a:pt x="3646288" y="1931241"/>
                  </a:lnTo>
                  <a:lnTo>
                    <a:pt x="3646446" y="1931241"/>
                  </a:lnTo>
                  <a:lnTo>
                    <a:pt x="3646604" y="1931241"/>
                  </a:lnTo>
                  <a:lnTo>
                    <a:pt x="3646762" y="1931241"/>
                  </a:lnTo>
                  <a:lnTo>
                    <a:pt x="3646919" y="1931241"/>
                  </a:lnTo>
                  <a:lnTo>
                    <a:pt x="3647077" y="1931241"/>
                  </a:lnTo>
                  <a:lnTo>
                    <a:pt x="3647235" y="1931241"/>
                  </a:lnTo>
                  <a:lnTo>
                    <a:pt x="3647392" y="1931241"/>
                  </a:lnTo>
                  <a:lnTo>
                    <a:pt x="3647550" y="1931241"/>
                  </a:lnTo>
                  <a:lnTo>
                    <a:pt x="3647708" y="1931241"/>
                  </a:lnTo>
                  <a:lnTo>
                    <a:pt x="3647866" y="1931241"/>
                  </a:lnTo>
                  <a:lnTo>
                    <a:pt x="3647866" y="1930810"/>
                  </a:lnTo>
                  <a:lnTo>
                    <a:pt x="3648023" y="1930810"/>
                  </a:lnTo>
                  <a:lnTo>
                    <a:pt x="3648181" y="1930810"/>
                  </a:lnTo>
                  <a:lnTo>
                    <a:pt x="3648339" y="1930810"/>
                  </a:lnTo>
                  <a:lnTo>
                    <a:pt x="3648496" y="1930810"/>
                  </a:lnTo>
                  <a:lnTo>
                    <a:pt x="3648496" y="1930379"/>
                  </a:lnTo>
                  <a:lnTo>
                    <a:pt x="3648654" y="1930379"/>
                  </a:lnTo>
                  <a:lnTo>
                    <a:pt x="3648812" y="1930379"/>
                  </a:lnTo>
                  <a:lnTo>
                    <a:pt x="3648970" y="1930379"/>
                  </a:lnTo>
                  <a:lnTo>
                    <a:pt x="3649127" y="1930379"/>
                  </a:lnTo>
                  <a:lnTo>
                    <a:pt x="3649285" y="1930379"/>
                  </a:lnTo>
                  <a:lnTo>
                    <a:pt x="3649443" y="1930379"/>
                  </a:lnTo>
                  <a:lnTo>
                    <a:pt x="3649600" y="1930379"/>
                  </a:lnTo>
                  <a:lnTo>
                    <a:pt x="3649600" y="1929949"/>
                  </a:lnTo>
                  <a:lnTo>
                    <a:pt x="3649758" y="1929949"/>
                  </a:lnTo>
                  <a:lnTo>
                    <a:pt x="3649916" y="1929949"/>
                  </a:lnTo>
                  <a:lnTo>
                    <a:pt x="3650074" y="1929949"/>
                  </a:lnTo>
                  <a:lnTo>
                    <a:pt x="3650231" y="1929949"/>
                  </a:lnTo>
                  <a:lnTo>
                    <a:pt x="3650389" y="1929949"/>
                  </a:lnTo>
                  <a:lnTo>
                    <a:pt x="3650547" y="1929949"/>
                  </a:lnTo>
                  <a:lnTo>
                    <a:pt x="3650704" y="1929949"/>
                  </a:lnTo>
                  <a:lnTo>
                    <a:pt x="3650862" y="1929949"/>
                  </a:lnTo>
                  <a:lnTo>
                    <a:pt x="3651020" y="1929949"/>
                  </a:lnTo>
                  <a:lnTo>
                    <a:pt x="3651178" y="1929949"/>
                  </a:lnTo>
                  <a:lnTo>
                    <a:pt x="3651335" y="1929949"/>
                  </a:lnTo>
                  <a:lnTo>
                    <a:pt x="3651493" y="1929949"/>
                  </a:lnTo>
                  <a:lnTo>
                    <a:pt x="3651493" y="1929518"/>
                  </a:lnTo>
                  <a:lnTo>
                    <a:pt x="3651651" y="1929518"/>
                  </a:lnTo>
                  <a:lnTo>
                    <a:pt x="3651809" y="1929518"/>
                  </a:lnTo>
                  <a:lnTo>
                    <a:pt x="3651966" y="1929518"/>
                  </a:lnTo>
                  <a:lnTo>
                    <a:pt x="3652124" y="1929518"/>
                  </a:lnTo>
                  <a:lnTo>
                    <a:pt x="3652282" y="1929518"/>
                  </a:lnTo>
                  <a:lnTo>
                    <a:pt x="3652439" y="1929518"/>
                  </a:lnTo>
                  <a:lnTo>
                    <a:pt x="3652597" y="1929518"/>
                  </a:lnTo>
                  <a:lnTo>
                    <a:pt x="3652597" y="1929088"/>
                  </a:lnTo>
                  <a:lnTo>
                    <a:pt x="3652755" y="1929088"/>
                  </a:lnTo>
                  <a:lnTo>
                    <a:pt x="3652913" y="1929088"/>
                  </a:lnTo>
                  <a:lnTo>
                    <a:pt x="3653070" y="1929088"/>
                  </a:lnTo>
                  <a:lnTo>
                    <a:pt x="3653228" y="1929088"/>
                  </a:lnTo>
                  <a:lnTo>
                    <a:pt x="3653386" y="1929088"/>
                  </a:lnTo>
                  <a:lnTo>
                    <a:pt x="3653543" y="1929088"/>
                  </a:lnTo>
                  <a:lnTo>
                    <a:pt x="3653701" y="1929088"/>
                  </a:lnTo>
                  <a:lnTo>
                    <a:pt x="3653859" y="1929088"/>
                  </a:lnTo>
                  <a:lnTo>
                    <a:pt x="3654017" y="1929088"/>
                  </a:lnTo>
                  <a:lnTo>
                    <a:pt x="3654017" y="1928657"/>
                  </a:lnTo>
                  <a:lnTo>
                    <a:pt x="3654174" y="1928657"/>
                  </a:lnTo>
                  <a:lnTo>
                    <a:pt x="3654332" y="1928657"/>
                  </a:lnTo>
                  <a:lnTo>
                    <a:pt x="3654332" y="1928226"/>
                  </a:lnTo>
                  <a:lnTo>
                    <a:pt x="3654490" y="1928226"/>
                  </a:lnTo>
                  <a:lnTo>
                    <a:pt x="3654647" y="1928226"/>
                  </a:lnTo>
                  <a:lnTo>
                    <a:pt x="3654647" y="1927796"/>
                  </a:lnTo>
                  <a:lnTo>
                    <a:pt x="3654805" y="1927796"/>
                  </a:lnTo>
                  <a:lnTo>
                    <a:pt x="3654963" y="1927796"/>
                  </a:lnTo>
                  <a:lnTo>
                    <a:pt x="3655121" y="1927796"/>
                  </a:lnTo>
                  <a:lnTo>
                    <a:pt x="3655278" y="1927796"/>
                  </a:lnTo>
                  <a:lnTo>
                    <a:pt x="3655436" y="1927796"/>
                  </a:lnTo>
                  <a:lnTo>
                    <a:pt x="3655594" y="1927796"/>
                  </a:lnTo>
                  <a:lnTo>
                    <a:pt x="3655751" y="1927796"/>
                  </a:lnTo>
                  <a:lnTo>
                    <a:pt x="3655909" y="1927796"/>
                  </a:lnTo>
                  <a:lnTo>
                    <a:pt x="3656067" y="1927796"/>
                  </a:lnTo>
                  <a:lnTo>
                    <a:pt x="3656225" y="1927796"/>
                  </a:lnTo>
                  <a:lnTo>
                    <a:pt x="3656382" y="1927796"/>
                  </a:lnTo>
                  <a:lnTo>
                    <a:pt x="3656540" y="1927796"/>
                  </a:lnTo>
                  <a:lnTo>
                    <a:pt x="3656698" y="1927796"/>
                  </a:lnTo>
                  <a:lnTo>
                    <a:pt x="3656855" y="1927796"/>
                  </a:lnTo>
                  <a:lnTo>
                    <a:pt x="3657013" y="1927796"/>
                  </a:lnTo>
                  <a:lnTo>
                    <a:pt x="3657171" y="1927796"/>
                  </a:lnTo>
                  <a:lnTo>
                    <a:pt x="3657329" y="1927796"/>
                  </a:lnTo>
                  <a:lnTo>
                    <a:pt x="3657486" y="1927796"/>
                  </a:lnTo>
                  <a:lnTo>
                    <a:pt x="3657486" y="1927365"/>
                  </a:lnTo>
                  <a:lnTo>
                    <a:pt x="3657644" y="1927365"/>
                  </a:lnTo>
                  <a:lnTo>
                    <a:pt x="3657802" y="1927365"/>
                  </a:lnTo>
                  <a:lnTo>
                    <a:pt x="3657960" y="1927365"/>
                  </a:lnTo>
                  <a:lnTo>
                    <a:pt x="3658117" y="1927365"/>
                  </a:lnTo>
                  <a:lnTo>
                    <a:pt x="3658275" y="1927365"/>
                  </a:lnTo>
                  <a:lnTo>
                    <a:pt x="3658275" y="1926935"/>
                  </a:lnTo>
                  <a:lnTo>
                    <a:pt x="3658433" y="1926935"/>
                  </a:lnTo>
                  <a:lnTo>
                    <a:pt x="3658590" y="1926935"/>
                  </a:lnTo>
                  <a:lnTo>
                    <a:pt x="3658748" y="1926935"/>
                  </a:lnTo>
                  <a:lnTo>
                    <a:pt x="3658906" y="1926935"/>
                  </a:lnTo>
                  <a:lnTo>
                    <a:pt x="3658906" y="1926504"/>
                  </a:lnTo>
                  <a:lnTo>
                    <a:pt x="3659064" y="1926504"/>
                  </a:lnTo>
                  <a:lnTo>
                    <a:pt x="3659221" y="1926504"/>
                  </a:lnTo>
                  <a:lnTo>
                    <a:pt x="3659379" y="1926504"/>
                  </a:lnTo>
                  <a:lnTo>
                    <a:pt x="3659537" y="1926504"/>
                  </a:lnTo>
                  <a:lnTo>
                    <a:pt x="3659694" y="1926504"/>
                  </a:lnTo>
                  <a:lnTo>
                    <a:pt x="3659694" y="1926073"/>
                  </a:lnTo>
                  <a:lnTo>
                    <a:pt x="3659852" y="1926073"/>
                  </a:lnTo>
                  <a:lnTo>
                    <a:pt x="3660010" y="1926073"/>
                  </a:lnTo>
                  <a:lnTo>
                    <a:pt x="3660168" y="1926073"/>
                  </a:lnTo>
                  <a:lnTo>
                    <a:pt x="3660325" y="1926073"/>
                  </a:lnTo>
                  <a:lnTo>
                    <a:pt x="3660483" y="1926073"/>
                  </a:lnTo>
                  <a:lnTo>
                    <a:pt x="3660641" y="1926073"/>
                  </a:lnTo>
                  <a:lnTo>
                    <a:pt x="3660798" y="1926073"/>
                  </a:lnTo>
                  <a:lnTo>
                    <a:pt x="3660956" y="1926073"/>
                  </a:lnTo>
                  <a:lnTo>
                    <a:pt x="3661114" y="1926073"/>
                  </a:lnTo>
                  <a:lnTo>
                    <a:pt x="3661272" y="1926073"/>
                  </a:lnTo>
                  <a:lnTo>
                    <a:pt x="3661429" y="1926073"/>
                  </a:lnTo>
                  <a:lnTo>
                    <a:pt x="3661587" y="1926073"/>
                  </a:lnTo>
                  <a:lnTo>
                    <a:pt x="3661745" y="1926073"/>
                  </a:lnTo>
                  <a:lnTo>
                    <a:pt x="3661902" y="1926073"/>
                  </a:lnTo>
                  <a:lnTo>
                    <a:pt x="3662060" y="1926073"/>
                  </a:lnTo>
                  <a:lnTo>
                    <a:pt x="3662060" y="1925643"/>
                  </a:lnTo>
                  <a:lnTo>
                    <a:pt x="3662218" y="1925643"/>
                  </a:lnTo>
                  <a:lnTo>
                    <a:pt x="3662376" y="1925643"/>
                  </a:lnTo>
                  <a:lnTo>
                    <a:pt x="3662533" y="1925643"/>
                  </a:lnTo>
                  <a:lnTo>
                    <a:pt x="3662533" y="1925212"/>
                  </a:lnTo>
                  <a:lnTo>
                    <a:pt x="3662691" y="1925212"/>
                  </a:lnTo>
                  <a:lnTo>
                    <a:pt x="3662849" y="1925212"/>
                  </a:lnTo>
                  <a:lnTo>
                    <a:pt x="3662849" y="1924782"/>
                  </a:lnTo>
                  <a:lnTo>
                    <a:pt x="3663007" y="1924782"/>
                  </a:lnTo>
                  <a:lnTo>
                    <a:pt x="3663007" y="1924351"/>
                  </a:lnTo>
                  <a:lnTo>
                    <a:pt x="3663007" y="1923920"/>
                  </a:lnTo>
                  <a:lnTo>
                    <a:pt x="3663164" y="1923920"/>
                  </a:lnTo>
                  <a:lnTo>
                    <a:pt x="3663164" y="1923490"/>
                  </a:lnTo>
                  <a:lnTo>
                    <a:pt x="3663164" y="1923059"/>
                  </a:lnTo>
                  <a:lnTo>
                    <a:pt x="3663322" y="1923059"/>
                  </a:lnTo>
                  <a:lnTo>
                    <a:pt x="3663480" y="1923059"/>
                  </a:lnTo>
                  <a:lnTo>
                    <a:pt x="3663637" y="1923059"/>
                  </a:lnTo>
                  <a:lnTo>
                    <a:pt x="3663795" y="1923059"/>
                  </a:lnTo>
                  <a:lnTo>
                    <a:pt x="3663795" y="1922629"/>
                  </a:lnTo>
                  <a:lnTo>
                    <a:pt x="3663795" y="1922198"/>
                  </a:lnTo>
                  <a:lnTo>
                    <a:pt x="3663795" y="1921767"/>
                  </a:lnTo>
                  <a:lnTo>
                    <a:pt x="3663953" y="1921767"/>
                  </a:lnTo>
                  <a:lnTo>
                    <a:pt x="3663953" y="1921337"/>
                  </a:lnTo>
                  <a:lnTo>
                    <a:pt x="3664111" y="1921337"/>
                  </a:lnTo>
                  <a:lnTo>
                    <a:pt x="3664268" y="1921337"/>
                  </a:lnTo>
                  <a:lnTo>
                    <a:pt x="3664426" y="1921337"/>
                  </a:lnTo>
                  <a:lnTo>
                    <a:pt x="3664426" y="1920906"/>
                  </a:lnTo>
                  <a:lnTo>
                    <a:pt x="3664426" y="1920476"/>
                  </a:lnTo>
                  <a:lnTo>
                    <a:pt x="3664584" y="1920476"/>
                  </a:lnTo>
                  <a:lnTo>
                    <a:pt x="3664741" y="1920476"/>
                  </a:lnTo>
                  <a:lnTo>
                    <a:pt x="3664741" y="1920045"/>
                  </a:lnTo>
                  <a:lnTo>
                    <a:pt x="3664899" y="1920045"/>
                  </a:lnTo>
                  <a:lnTo>
                    <a:pt x="3665057" y="1920045"/>
                  </a:lnTo>
                  <a:lnTo>
                    <a:pt x="3665215" y="1920045"/>
                  </a:lnTo>
                  <a:lnTo>
                    <a:pt x="3665372" y="1920045"/>
                  </a:lnTo>
                  <a:lnTo>
                    <a:pt x="3665530" y="1920045"/>
                  </a:lnTo>
                  <a:lnTo>
                    <a:pt x="3665688" y="1920045"/>
                  </a:lnTo>
                  <a:lnTo>
                    <a:pt x="3665845" y="1920045"/>
                  </a:lnTo>
                  <a:lnTo>
                    <a:pt x="3666003" y="1920045"/>
                  </a:lnTo>
                  <a:lnTo>
                    <a:pt x="3666161" y="1920045"/>
                  </a:lnTo>
                  <a:lnTo>
                    <a:pt x="3666161" y="1919614"/>
                  </a:lnTo>
                  <a:lnTo>
                    <a:pt x="3666161" y="1919184"/>
                  </a:lnTo>
                  <a:lnTo>
                    <a:pt x="3666319" y="1919184"/>
                  </a:lnTo>
                  <a:lnTo>
                    <a:pt x="3666319" y="1918753"/>
                  </a:lnTo>
                  <a:lnTo>
                    <a:pt x="3666319" y="1918323"/>
                  </a:lnTo>
                  <a:lnTo>
                    <a:pt x="3666476" y="1918323"/>
                  </a:lnTo>
                  <a:lnTo>
                    <a:pt x="3666634" y="1918323"/>
                  </a:lnTo>
                  <a:lnTo>
                    <a:pt x="3666634" y="1917892"/>
                  </a:lnTo>
                  <a:lnTo>
                    <a:pt x="3666792" y="1917892"/>
                  </a:lnTo>
                  <a:lnTo>
                    <a:pt x="3666949" y="1917892"/>
                  </a:lnTo>
                  <a:lnTo>
                    <a:pt x="3667107" y="1917892"/>
                  </a:lnTo>
                  <a:lnTo>
                    <a:pt x="3667265" y="1917892"/>
                  </a:lnTo>
                  <a:lnTo>
                    <a:pt x="3667423" y="1917892"/>
                  </a:lnTo>
                  <a:lnTo>
                    <a:pt x="3667580" y="1917892"/>
                  </a:lnTo>
                  <a:lnTo>
                    <a:pt x="3667738" y="1917892"/>
                  </a:lnTo>
                  <a:lnTo>
                    <a:pt x="3667896" y="1917892"/>
                  </a:lnTo>
                  <a:lnTo>
                    <a:pt x="3668053" y="1917892"/>
                  </a:lnTo>
                  <a:lnTo>
                    <a:pt x="3668053" y="1917461"/>
                  </a:lnTo>
                  <a:lnTo>
                    <a:pt x="3668211" y="1917461"/>
                  </a:lnTo>
                  <a:lnTo>
                    <a:pt x="3668369" y="1917461"/>
                  </a:lnTo>
                  <a:lnTo>
                    <a:pt x="3668527" y="1917461"/>
                  </a:lnTo>
                  <a:lnTo>
                    <a:pt x="3668684" y="1917461"/>
                  </a:lnTo>
                  <a:lnTo>
                    <a:pt x="3668842" y="1917461"/>
                  </a:lnTo>
                  <a:lnTo>
                    <a:pt x="3669000" y="1917461"/>
                  </a:lnTo>
                  <a:lnTo>
                    <a:pt x="3669158" y="1917461"/>
                  </a:lnTo>
                  <a:lnTo>
                    <a:pt x="3669158" y="1917031"/>
                  </a:lnTo>
                  <a:lnTo>
                    <a:pt x="3669315" y="1917031"/>
                  </a:lnTo>
                  <a:lnTo>
                    <a:pt x="3669473" y="1917031"/>
                  </a:lnTo>
                  <a:lnTo>
                    <a:pt x="3669631" y="1917031"/>
                  </a:lnTo>
                  <a:lnTo>
                    <a:pt x="3669788" y="1917031"/>
                  </a:lnTo>
                  <a:lnTo>
                    <a:pt x="3669946" y="1917031"/>
                  </a:lnTo>
                  <a:lnTo>
                    <a:pt x="3669946" y="1916600"/>
                  </a:lnTo>
                  <a:lnTo>
                    <a:pt x="3670104" y="1916600"/>
                  </a:lnTo>
                  <a:lnTo>
                    <a:pt x="3670262" y="1916600"/>
                  </a:lnTo>
                  <a:lnTo>
                    <a:pt x="3670262" y="1916170"/>
                  </a:lnTo>
                  <a:lnTo>
                    <a:pt x="3670419" y="1916170"/>
                  </a:lnTo>
                  <a:lnTo>
                    <a:pt x="3670577" y="1916170"/>
                  </a:lnTo>
                  <a:lnTo>
                    <a:pt x="3670735" y="1916170"/>
                  </a:lnTo>
                  <a:lnTo>
                    <a:pt x="3670892" y="1916170"/>
                  </a:lnTo>
                  <a:lnTo>
                    <a:pt x="3671050" y="1916170"/>
                  </a:lnTo>
                  <a:lnTo>
                    <a:pt x="3671050" y="1915739"/>
                  </a:lnTo>
                  <a:lnTo>
                    <a:pt x="3671208" y="1915739"/>
                  </a:lnTo>
                  <a:lnTo>
                    <a:pt x="3671208" y="1915308"/>
                  </a:lnTo>
                  <a:lnTo>
                    <a:pt x="3671366" y="1915308"/>
                  </a:lnTo>
                  <a:lnTo>
                    <a:pt x="3671523" y="1915308"/>
                  </a:lnTo>
                  <a:lnTo>
                    <a:pt x="3671681" y="1915308"/>
                  </a:lnTo>
                  <a:lnTo>
                    <a:pt x="3671839" y="1915308"/>
                  </a:lnTo>
                  <a:lnTo>
                    <a:pt x="3671996" y="1915308"/>
                  </a:lnTo>
                  <a:lnTo>
                    <a:pt x="3672154" y="1915308"/>
                  </a:lnTo>
                  <a:lnTo>
                    <a:pt x="3672312" y="1915308"/>
                  </a:lnTo>
                  <a:lnTo>
                    <a:pt x="3672470" y="1915308"/>
                  </a:lnTo>
                  <a:lnTo>
                    <a:pt x="3672627" y="1915308"/>
                  </a:lnTo>
                  <a:lnTo>
                    <a:pt x="3672627" y="1914878"/>
                  </a:lnTo>
                  <a:lnTo>
                    <a:pt x="3672785" y="1914878"/>
                  </a:lnTo>
                  <a:lnTo>
                    <a:pt x="3672785" y="1914447"/>
                  </a:lnTo>
                  <a:lnTo>
                    <a:pt x="3672943" y="1914447"/>
                  </a:lnTo>
                  <a:lnTo>
                    <a:pt x="3673100" y="1914447"/>
                  </a:lnTo>
                  <a:lnTo>
                    <a:pt x="3673258" y="1914447"/>
                  </a:lnTo>
                  <a:lnTo>
                    <a:pt x="3673258" y="1914017"/>
                  </a:lnTo>
                  <a:lnTo>
                    <a:pt x="3673416" y="1914017"/>
                  </a:lnTo>
                  <a:lnTo>
                    <a:pt x="3673416" y="1913586"/>
                  </a:lnTo>
                  <a:lnTo>
                    <a:pt x="3673416" y="1913155"/>
                  </a:lnTo>
                  <a:lnTo>
                    <a:pt x="3673574" y="1913155"/>
                  </a:lnTo>
                  <a:lnTo>
                    <a:pt x="3673731" y="1913155"/>
                  </a:lnTo>
                  <a:lnTo>
                    <a:pt x="3673889" y="1913155"/>
                  </a:lnTo>
                  <a:lnTo>
                    <a:pt x="3674047" y="1913155"/>
                  </a:lnTo>
                  <a:lnTo>
                    <a:pt x="3674205" y="1913155"/>
                  </a:lnTo>
                  <a:lnTo>
                    <a:pt x="3674362" y="1913155"/>
                  </a:lnTo>
                  <a:lnTo>
                    <a:pt x="3674520" y="1913155"/>
                  </a:lnTo>
                  <a:lnTo>
                    <a:pt x="3674520" y="1912725"/>
                  </a:lnTo>
                  <a:lnTo>
                    <a:pt x="3674678" y="1912725"/>
                  </a:lnTo>
                  <a:lnTo>
                    <a:pt x="3674835" y="1912725"/>
                  </a:lnTo>
                  <a:lnTo>
                    <a:pt x="3674835" y="1912294"/>
                  </a:lnTo>
                  <a:lnTo>
                    <a:pt x="3674993" y="1912294"/>
                  </a:lnTo>
                  <a:lnTo>
                    <a:pt x="3675151" y="1912294"/>
                  </a:lnTo>
                  <a:lnTo>
                    <a:pt x="3675151" y="1911864"/>
                  </a:lnTo>
                  <a:lnTo>
                    <a:pt x="3675309" y="1911864"/>
                  </a:lnTo>
                  <a:lnTo>
                    <a:pt x="3675466" y="1911864"/>
                  </a:lnTo>
                  <a:lnTo>
                    <a:pt x="3675624" y="1911864"/>
                  </a:lnTo>
                  <a:lnTo>
                    <a:pt x="3675782" y="1911864"/>
                  </a:lnTo>
                  <a:lnTo>
                    <a:pt x="3675939" y="1911864"/>
                  </a:lnTo>
                  <a:lnTo>
                    <a:pt x="3676097" y="1911864"/>
                  </a:lnTo>
                  <a:lnTo>
                    <a:pt x="3676097" y="1911433"/>
                  </a:lnTo>
                  <a:lnTo>
                    <a:pt x="3676097" y="1911002"/>
                  </a:lnTo>
                  <a:lnTo>
                    <a:pt x="3676255" y="1911002"/>
                  </a:lnTo>
                  <a:lnTo>
                    <a:pt x="3676255" y="1910572"/>
                  </a:lnTo>
                  <a:lnTo>
                    <a:pt x="3676255" y="1910141"/>
                  </a:lnTo>
                  <a:lnTo>
                    <a:pt x="3676413" y="1910141"/>
                  </a:lnTo>
                  <a:lnTo>
                    <a:pt x="3676570" y="1910141"/>
                  </a:lnTo>
                  <a:lnTo>
                    <a:pt x="3676728" y="1910141"/>
                  </a:lnTo>
                  <a:lnTo>
                    <a:pt x="3676886" y="1910141"/>
                  </a:lnTo>
                  <a:lnTo>
                    <a:pt x="3677043" y="1910141"/>
                  </a:lnTo>
                  <a:lnTo>
                    <a:pt x="3677201" y="1910141"/>
                  </a:lnTo>
                  <a:lnTo>
                    <a:pt x="3677359" y="1910141"/>
                  </a:lnTo>
                  <a:lnTo>
                    <a:pt x="3677517" y="1910141"/>
                  </a:lnTo>
                  <a:lnTo>
                    <a:pt x="3677674" y="1910141"/>
                  </a:lnTo>
                  <a:lnTo>
                    <a:pt x="3677832" y="1910141"/>
                  </a:lnTo>
                  <a:lnTo>
                    <a:pt x="3677990" y="1910141"/>
                  </a:lnTo>
                  <a:lnTo>
                    <a:pt x="3678147" y="1910141"/>
                  </a:lnTo>
                  <a:lnTo>
                    <a:pt x="3678305" y="1910141"/>
                  </a:lnTo>
                  <a:lnTo>
                    <a:pt x="3678305" y="1909711"/>
                  </a:lnTo>
                  <a:lnTo>
                    <a:pt x="3678463" y="1909711"/>
                  </a:lnTo>
                  <a:lnTo>
                    <a:pt x="3678621" y="1909711"/>
                  </a:lnTo>
                  <a:lnTo>
                    <a:pt x="3678778" y="1909711"/>
                  </a:lnTo>
                  <a:lnTo>
                    <a:pt x="3678778" y="1909280"/>
                  </a:lnTo>
                  <a:lnTo>
                    <a:pt x="3678936" y="1909280"/>
                  </a:lnTo>
                  <a:lnTo>
                    <a:pt x="3679094" y="1909280"/>
                  </a:lnTo>
                  <a:lnTo>
                    <a:pt x="3679251" y="1909280"/>
                  </a:lnTo>
                  <a:lnTo>
                    <a:pt x="3679409" y="1909280"/>
                  </a:lnTo>
                  <a:lnTo>
                    <a:pt x="3679567" y="1909280"/>
                  </a:lnTo>
                  <a:lnTo>
                    <a:pt x="3679725" y="1909280"/>
                  </a:lnTo>
                  <a:lnTo>
                    <a:pt x="3679882" y="1909280"/>
                  </a:lnTo>
                  <a:lnTo>
                    <a:pt x="3680040" y="1909280"/>
                  </a:lnTo>
                  <a:lnTo>
                    <a:pt x="3680198" y="1909280"/>
                  </a:lnTo>
                  <a:lnTo>
                    <a:pt x="3680356" y="1909280"/>
                  </a:lnTo>
                  <a:lnTo>
                    <a:pt x="3680513" y="1909280"/>
                  </a:lnTo>
                  <a:lnTo>
                    <a:pt x="3680671" y="1909280"/>
                  </a:lnTo>
                  <a:lnTo>
                    <a:pt x="3680829" y="1909280"/>
                  </a:lnTo>
                  <a:lnTo>
                    <a:pt x="3680986" y="1909280"/>
                  </a:lnTo>
                  <a:lnTo>
                    <a:pt x="3681144" y="1909280"/>
                  </a:lnTo>
                  <a:lnTo>
                    <a:pt x="3681144" y="1908849"/>
                  </a:lnTo>
                  <a:lnTo>
                    <a:pt x="3681302" y="1908849"/>
                  </a:lnTo>
                  <a:lnTo>
                    <a:pt x="3681460" y="1908849"/>
                  </a:lnTo>
                  <a:lnTo>
                    <a:pt x="3681460" y="1908419"/>
                  </a:lnTo>
                  <a:lnTo>
                    <a:pt x="3681460" y="1907988"/>
                  </a:lnTo>
                  <a:lnTo>
                    <a:pt x="3681617" y="1907988"/>
                  </a:lnTo>
                  <a:lnTo>
                    <a:pt x="3681775" y="1907988"/>
                  </a:lnTo>
                  <a:lnTo>
                    <a:pt x="3681933" y="1907988"/>
                  </a:lnTo>
                  <a:lnTo>
                    <a:pt x="3682090" y="1907988"/>
                  </a:lnTo>
                  <a:lnTo>
                    <a:pt x="3682248" y="1907988"/>
                  </a:lnTo>
                  <a:lnTo>
                    <a:pt x="3682406" y="1907988"/>
                  </a:lnTo>
                  <a:lnTo>
                    <a:pt x="3682406" y="1907558"/>
                  </a:lnTo>
                  <a:lnTo>
                    <a:pt x="3682406" y="1907127"/>
                  </a:lnTo>
                  <a:lnTo>
                    <a:pt x="3682564" y="1907127"/>
                  </a:lnTo>
                  <a:lnTo>
                    <a:pt x="3682564" y="1906696"/>
                  </a:lnTo>
                  <a:lnTo>
                    <a:pt x="3682564" y="1906266"/>
                  </a:lnTo>
                  <a:lnTo>
                    <a:pt x="3682721" y="1906266"/>
                  </a:lnTo>
                  <a:lnTo>
                    <a:pt x="3682879" y="1906266"/>
                  </a:lnTo>
                  <a:lnTo>
                    <a:pt x="3683037" y="1906266"/>
                  </a:lnTo>
                  <a:lnTo>
                    <a:pt x="3683037" y="1905835"/>
                  </a:lnTo>
                  <a:lnTo>
                    <a:pt x="3683194" y="1905835"/>
                  </a:lnTo>
                  <a:lnTo>
                    <a:pt x="3683194" y="1905405"/>
                  </a:lnTo>
                  <a:lnTo>
                    <a:pt x="3683352" y="1905405"/>
                  </a:lnTo>
                  <a:lnTo>
                    <a:pt x="3683510" y="1905405"/>
                  </a:lnTo>
                  <a:lnTo>
                    <a:pt x="3683668" y="1905405"/>
                  </a:lnTo>
                  <a:lnTo>
                    <a:pt x="3683825" y="1905405"/>
                  </a:lnTo>
                  <a:lnTo>
                    <a:pt x="3683983" y="1905405"/>
                  </a:lnTo>
                  <a:lnTo>
                    <a:pt x="3684141" y="1905405"/>
                  </a:lnTo>
                  <a:lnTo>
                    <a:pt x="3684298" y="1905405"/>
                  </a:lnTo>
                  <a:lnTo>
                    <a:pt x="3684456" y="1905405"/>
                  </a:lnTo>
                  <a:lnTo>
                    <a:pt x="3684614" y="1905405"/>
                  </a:lnTo>
                  <a:lnTo>
                    <a:pt x="3684614" y="1904974"/>
                  </a:lnTo>
                  <a:lnTo>
                    <a:pt x="3684772" y="1904974"/>
                  </a:lnTo>
                  <a:lnTo>
                    <a:pt x="3684772" y="1904543"/>
                  </a:lnTo>
                  <a:lnTo>
                    <a:pt x="3684929" y="1904543"/>
                  </a:lnTo>
                  <a:lnTo>
                    <a:pt x="3685087" y="1904543"/>
                  </a:lnTo>
                  <a:lnTo>
                    <a:pt x="3685245" y="1904543"/>
                  </a:lnTo>
                  <a:lnTo>
                    <a:pt x="3685403" y="1904543"/>
                  </a:lnTo>
                  <a:lnTo>
                    <a:pt x="3685560" y="1904543"/>
                  </a:lnTo>
                  <a:lnTo>
                    <a:pt x="3685560" y="1904113"/>
                  </a:lnTo>
                  <a:lnTo>
                    <a:pt x="3685718" y="1904113"/>
                  </a:lnTo>
                  <a:lnTo>
                    <a:pt x="3685876" y="1904113"/>
                  </a:lnTo>
                  <a:lnTo>
                    <a:pt x="3686033" y="1904113"/>
                  </a:lnTo>
                  <a:lnTo>
                    <a:pt x="3686191" y="1904113"/>
                  </a:lnTo>
                  <a:lnTo>
                    <a:pt x="3686349" y="1904113"/>
                  </a:lnTo>
                  <a:lnTo>
                    <a:pt x="3686349" y="1903682"/>
                  </a:lnTo>
                  <a:lnTo>
                    <a:pt x="3686349" y="1903252"/>
                  </a:lnTo>
                  <a:lnTo>
                    <a:pt x="3686507" y="1903252"/>
                  </a:lnTo>
                  <a:lnTo>
                    <a:pt x="3686507" y="1902821"/>
                  </a:lnTo>
                  <a:lnTo>
                    <a:pt x="3686664" y="1902821"/>
                  </a:lnTo>
                  <a:lnTo>
                    <a:pt x="3686664" y="1902390"/>
                  </a:lnTo>
                  <a:lnTo>
                    <a:pt x="3686822" y="1902390"/>
                  </a:lnTo>
                  <a:lnTo>
                    <a:pt x="3686980" y="1902390"/>
                  </a:lnTo>
                  <a:lnTo>
                    <a:pt x="3687137" y="1902390"/>
                  </a:lnTo>
                  <a:lnTo>
                    <a:pt x="3687137" y="1901960"/>
                  </a:lnTo>
                  <a:lnTo>
                    <a:pt x="3687295" y="1901960"/>
                  </a:lnTo>
                  <a:lnTo>
                    <a:pt x="3687453" y="1901960"/>
                  </a:lnTo>
                  <a:lnTo>
                    <a:pt x="3687611" y="1901960"/>
                  </a:lnTo>
                  <a:lnTo>
                    <a:pt x="3687768" y="1901960"/>
                  </a:lnTo>
                  <a:lnTo>
                    <a:pt x="3687926" y="1901960"/>
                  </a:lnTo>
                  <a:lnTo>
                    <a:pt x="3688084" y="1901960"/>
                  </a:lnTo>
                  <a:lnTo>
                    <a:pt x="3688241" y="1901960"/>
                  </a:lnTo>
                  <a:lnTo>
                    <a:pt x="3688399" y="1901960"/>
                  </a:lnTo>
                  <a:lnTo>
                    <a:pt x="3688557" y="1901960"/>
                  </a:lnTo>
                  <a:lnTo>
                    <a:pt x="3688715" y="1901960"/>
                  </a:lnTo>
                  <a:lnTo>
                    <a:pt x="3688872" y="1901960"/>
                  </a:lnTo>
                  <a:lnTo>
                    <a:pt x="3688872" y="1901529"/>
                  </a:lnTo>
                  <a:lnTo>
                    <a:pt x="3689030" y="1901529"/>
                  </a:lnTo>
                  <a:lnTo>
                    <a:pt x="3689188" y="1901529"/>
                  </a:lnTo>
                  <a:lnTo>
                    <a:pt x="3689345" y="1901529"/>
                  </a:lnTo>
                  <a:lnTo>
                    <a:pt x="3689345" y="1901099"/>
                  </a:lnTo>
                  <a:lnTo>
                    <a:pt x="3689345" y="1900668"/>
                  </a:lnTo>
                  <a:lnTo>
                    <a:pt x="3689503" y="1900668"/>
                  </a:lnTo>
                  <a:lnTo>
                    <a:pt x="3689661" y="1900668"/>
                  </a:lnTo>
                  <a:lnTo>
                    <a:pt x="3689819" y="1900668"/>
                  </a:lnTo>
                  <a:lnTo>
                    <a:pt x="3689976" y="1900668"/>
                  </a:lnTo>
                  <a:lnTo>
                    <a:pt x="3689976" y="1900237"/>
                  </a:lnTo>
                  <a:lnTo>
                    <a:pt x="3689976" y="1899807"/>
                  </a:lnTo>
                  <a:lnTo>
                    <a:pt x="3689976" y="1899376"/>
                  </a:lnTo>
                  <a:lnTo>
                    <a:pt x="3690134" y="1899376"/>
                  </a:lnTo>
                  <a:lnTo>
                    <a:pt x="3690292" y="1899376"/>
                  </a:lnTo>
                  <a:lnTo>
                    <a:pt x="3690449" y="1899376"/>
                  </a:lnTo>
                  <a:lnTo>
                    <a:pt x="3690607" y="1899376"/>
                  </a:lnTo>
                  <a:lnTo>
                    <a:pt x="3690765" y="1899376"/>
                  </a:lnTo>
                  <a:lnTo>
                    <a:pt x="3690923" y="1899376"/>
                  </a:lnTo>
                  <a:lnTo>
                    <a:pt x="3691080" y="1899376"/>
                  </a:lnTo>
                  <a:lnTo>
                    <a:pt x="3691238" y="1899376"/>
                  </a:lnTo>
                  <a:lnTo>
                    <a:pt x="3691396" y="1899376"/>
                  </a:lnTo>
                  <a:lnTo>
                    <a:pt x="3691554" y="1899376"/>
                  </a:lnTo>
                  <a:lnTo>
                    <a:pt x="3691711" y="1899376"/>
                  </a:lnTo>
                  <a:lnTo>
                    <a:pt x="3691711" y="1898946"/>
                  </a:lnTo>
                  <a:lnTo>
                    <a:pt x="3691869" y="1898946"/>
                  </a:lnTo>
                  <a:lnTo>
                    <a:pt x="3692027" y="1898946"/>
                  </a:lnTo>
                  <a:lnTo>
                    <a:pt x="3692184" y="1898946"/>
                  </a:lnTo>
                  <a:lnTo>
                    <a:pt x="3692342" y="1898946"/>
                  </a:lnTo>
                  <a:lnTo>
                    <a:pt x="3692500" y="1898946"/>
                  </a:lnTo>
                  <a:lnTo>
                    <a:pt x="3692658" y="1898946"/>
                  </a:lnTo>
                  <a:lnTo>
                    <a:pt x="3692658" y="1898515"/>
                  </a:lnTo>
                  <a:lnTo>
                    <a:pt x="3692815" y="1898515"/>
                  </a:lnTo>
                  <a:lnTo>
                    <a:pt x="3692973" y="1898515"/>
                  </a:lnTo>
                  <a:lnTo>
                    <a:pt x="3693131" y="1898515"/>
                  </a:lnTo>
                  <a:lnTo>
                    <a:pt x="3693288" y="1898515"/>
                  </a:lnTo>
                  <a:lnTo>
                    <a:pt x="3693446" y="1898515"/>
                  </a:lnTo>
                  <a:lnTo>
                    <a:pt x="3693604" y="1898515"/>
                  </a:lnTo>
                  <a:lnTo>
                    <a:pt x="3693762" y="1898515"/>
                  </a:lnTo>
                  <a:lnTo>
                    <a:pt x="3693919" y="1898515"/>
                  </a:lnTo>
                  <a:lnTo>
                    <a:pt x="3694077" y="1898515"/>
                  </a:lnTo>
                  <a:lnTo>
                    <a:pt x="3694235" y="1898515"/>
                  </a:lnTo>
                  <a:lnTo>
                    <a:pt x="3694235" y="1898084"/>
                  </a:lnTo>
                  <a:lnTo>
                    <a:pt x="3694235" y="1897654"/>
                  </a:lnTo>
                  <a:lnTo>
                    <a:pt x="3694392" y="1897654"/>
                  </a:lnTo>
                  <a:lnTo>
                    <a:pt x="3694550" y="1897654"/>
                  </a:lnTo>
                  <a:lnTo>
                    <a:pt x="3694550" y="1897223"/>
                  </a:lnTo>
                  <a:lnTo>
                    <a:pt x="3694550" y="1896793"/>
                  </a:lnTo>
                  <a:lnTo>
                    <a:pt x="3694708" y="1896793"/>
                  </a:lnTo>
                  <a:lnTo>
                    <a:pt x="3694866" y="1896793"/>
                  </a:lnTo>
                  <a:lnTo>
                    <a:pt x="3695023" y="1896793"/>
                  </a:lnTo>
                  <a:lnTo>
                    <a:pt x="3695181" y="1896793"/>
                  </a:lnTo>
                  <a:lnTo>
                    <a:pt x="3695181" y="1896362"/>
                  </a:lnTo>
                  <a:lnTo>
                    <a:pt x="3695339" y="1896362"/>
                  </a:lnTo>
                  <a:lnTo>
                    <a:pt x="3695339" y="1895931"/>
                  </a:lnTo>
                  <a:lnTo>
                    <a:pt x="3695496" y="1895931"/>
                  </a:lnTo>
                  <a:lnTo>
                    <a:pt x="3695654" y="1895931"/>
                  </a:lnTo>
                  <a:lnTo>
                    <a:pt x="3695812" y="1895931"/>
                  </a:lnTo>
                  <a:lnTo>
                    <a:pt x="3695970" y="1895931"/>
                  </a:lnTo>
                  <a:lnTo>
                    <a:pt x="3696127" y="1895931"/>
                  </a:lnTo>
                  <a:lnTo>
                    <a:pt x="3696285" y="1895931"/>
                  </a:lnTo>
                  <a:lnTo>
                    <a:pt x="3696443" y="1895931"/>
                  </a:lnTo>
                  <a:lnTo>
                    <a:pt x="3696601" y="1895931"/>
                  </a:lnTo>
                  <a:lnTo>
                    <a:pt x="3696758" y="1895931"/>
                  </a:lnTo>
                  <a:lnTo>
                    <a:pt x="3696916" y="1895931"/>
                  </a:lnTo>
                  <a:lnTo>
                    <a:pt x="3697074" y="1895931"/>
                  </a:lnTo>
                  <a:lnTo>
                    <a:pt x="3697074" y="1895501"/>
                  </a:lnTo>
                  <a:lnTo>
                    <a:pt x="3697074" y="1895070"/>
                  </a:lnTo>
                  <a:lnTo>
                    <a:pt x="3697231" y="1895070"/>
                  </a:lnTo>
                  <a:lnTo>
                    <a:pt x="3697231" y="1894640"/>
                  </a:lnTo>
                  <a:lnTo>
                    <a:pt x="3697389" y="1894640"/>
                  </a:lnTo>
                  <a:lnTo>
                    <a:pt x="3697547" y="1894640"/>
                  </a:lnTo>
                  <a:lnTo>
                    <a:pt x="3697705" y="1894640"/>
                  </a:lnTo>
                  <a:lnTo>
                    <a:pt x="3697862" y="1894640"/>
                  </a:lnTo>
                  <a:lnTo>
                    <a:pt x="3698020" y="1894640"/>
                  </a:lnTo>
                  <a:lnTo>
                    <a:pt x="3698178" y="1894640"/>
                  </a:lnTo>
                  <a:lnTo>
                    <a:pt x="3698335" y="1894640"/>
                  </a:lnTo>
                  <a:lnTo>
                    <a:pt x="3698493" y="1894640"/>
                  </a:lnTo>
                  <a:lnTo>
                    <a:pt x="3698651" y="1894640"/>
                  </a:lnTo>
                  <a:lnTo>
                    <a:pt x="3698809" y="1894640"/>
                  </a:lnTo>
                  <a:lnTo>
                    <a:pt x="3698966" y="1894640"/>
                  </a:lnTo>
                  <a:lnTo>
                    <a:pt x="3698966" y="1894209"/>
                  </a:lnTo>
                  <a:lnTo>
                    <a:pt x="3699124" y="1894209"/>
                  </a:lnTo>
                  <a:lnTo>
                    <a:pt x="3699282" y="1894209"/>
                  </a:lnTo>
                  <a:lnTo>
                    <a:pt x="3699439" y="1894209"/>
                  </a:lnTo>
                  <a:lnTo>
                    <a:pt x="3699597" y="1894209"/>
                  </a:lnTo>
                  <a:lnTo>
                    <a:pt x="3699755" y="1894209"/>
                  </a:lnTo>
                  <a:lnTo>
                    <a:pt x="3699913" y="1894209"/>
                  </a:lnTo>
                  <a:lnTo>
                    <a:pt x="3700070" y="1894209"/>
                  </a:lnTo>
                  <a:lnTo>
                    <a:pt x="3700228" y="1894209"/>
                  </a:lnTo>
                  <a:lnTo>
                    <a:pt x="3700386" y="1894209"/>
                  </a:lnTo>
                  <a:lnTo>
                    <a:pt x="3700543" y="1894209"/>
                  </a:lnTo>
                  <a:lnTo>
                    <a:pt x="3700701" y="1894209"/>
                  </a:lnTo>
                  <a:lnTo>
                    <a:pt x="3700701" y="1893778"/>
                  </a:lnTo>
                  <a:lnTo>
                    <a:pt x="3700701" y="1893348"/>
                  </a:lnTo>
                  <a:lnTo>
                    <a:pt x="3700859" y="1893348"/>
                  </a:lnTo>
                  <a:lnTo>
                    <a:pt x="3701017" y="1893348"/>
                  </a:lnTo>
                  <a:lnTo>
                    <a:pt x="3701174" y="1893348"/>
                  </a:lnTo>
                  <a:lnTo>
                    <a:pt x="3701332" y="1893348"/>
                  </a:lnTo>
                  <a:lnTo>
                    <a:pt x="3701490" y="1893348"/>
                  </a:lnTo>
                  <a:lnTo>
                    <a:pt x="3701647" y="1893348"/>
                  </a:lnTo>
                  <a:lnTo>
                    <a:pt x="3701805" y="1893348"/>
                  </a:lnTo>
                  <a:lnTo>
                    <a:pt x="3701805" y="1892917"/>
                  </a:lnTo>
                  <a:lnTo>
                    <a:pt x="3701963" y="1892917"/>
                  </a:lnTo>
                  <a:lnTo>
                    <a:pt x="3702121" y="1892917"/>
                  </a:lnTo>
                  <a:lnTo>
                    <a:pt x="3702278" y="1892917"/>
                  </a:lnTo>
                  <a:lnTo>
                    <a:pt x="3702436" y="1892917"/>
                  </a:lnTo>
                  <a:lnTo>
                    <a:pt x="3702594" y="1892917"/>
                  </a:lnTo>
                  <a:lnTo>
                    <a:pt x="3702752" y="1892917"/>
                  </a:lnTo>
                  <a:lnTo>
                    <a:pt x="3702752" y="1892487"/>
                  </a:lnTo>
                  <a:lnTo>
                    <a:pt x="3702909" y="1892487"/>
                  </a:lnTo>
                  <a:lnTo>
                    <a:pt x="3703067" y="1892487"/>
                  </a:lnTo>
                  <a:lnTo>
                    <a:pt x="3703067" y="1892056"/>
                  </a:lnTo>
                  <a:lnTo>
                    <a:pt x="3703225" y="1892056"/>
                  </a:lnTo>
                  <a:lnTo>
                    <a:pt x="3703225" y="1891625"/>
                  </a:lnTo>
                  <a:lnTo>
                    <a:pt x="3703382" y="1891625"/>
                  </a:lnTo>
                  <a:lnTo>
                    <a:pt x="3703382" y="1891195"/>
                  </a:lnTo>
                  <a:lnTo>
                    <a:pt x="3703540" y="1891195"/>
                  </a:lnTo>
                  <a:lnTo>
                    <a:pt x="3703698" y="1891195"/>
                  </a:lnTo>
                  <a:lnTo>
                    <a:pt x="3703856" y="1891195"/>
                  </a:lnTo>
                  <a:lnTo>
                    <a:pt x="3704013" y="1891195"/>
                  </a:lnTo>
                  <a:lnTo>
                    <a:pt x="3704171" y="1891195"/>
                  </a:lnTo>
                  <a:lnTo>
                    <a:pt x="3704329" y="1891195"/>
                  </a:lnTo>
                  <a:lnTo>
                    <a:pt x="3704486" y="1891195"/>
                  </a:lnTo>
                  <a:lnTo>
                    <a:pt x="3704644" y="1891195"/>
                  </a:lnTo>
                  <a:lnTo>
                    <a:pt x="3704802" y="1891195"/>
                  </a:lnTo>
                  <a:lnTo>
                    <a:pt x="3704802" y="1890764"/>
                  </a:lnTo>
                  <a:lnTo>
                    <a:pt x="3704960" y="1890764"/>
                  </a:lnTo>
                  <a:lnTo>
                    <a:pt x="3705117" y="1890764"/>
                  </a:lnTo>
                  <a:lnTo>
                    <a:pt x="3705275" y="1890764"/>
                  </a:lnTo>
                  <a:lnTo>
                    <a:pt x="3705433" y="1890764"/>
                  </a:lnTo>
                  <a:lnTo>
                    <a:pt x="3705590" y="1890764"/>
                  </a:lnTo>
                  <a:lnTo>
                    <a:pt x="3705748" y="1890764"/>
                  </a:lnTo>
                  <a:lnTo>
                    <a:pt x="3705906" y="1890764"/>
                  </a:lnTo>
                  <a:lnTo>
                    <a:pt x="3705906" y="1890334"/>
                  </a:lnTo>
                  <a:lnTo>
                    <a:pt x="3706064" y="1890334"/>
                  </a:lnTo>
                  <a:lnTo>
                    <a:pt x="3706221" y="1890334"/>
                  </a:lnTo>
                  <a:lnTo>
                    <a:pt x="3706221" y="1889903"/>
                  </a:lnTo>
                  <a:lnTo>
                    <a:pt x="3706221" y="1889472"/>
                  </a:lnTo>
                  <a:lnTo>
                    <a:pt x="3706221" y="1889042"/>
                  </a:lnTo>
                  <a:lnTo>
                    <a:pt x="3706221" y="1888611"/>
                  </a:lnTo>
                  <a:lnTo>
                    <a:pt x="3706221" y="1888181"/>
                  </a:lnTo>
                  <a:lnTo>
                    <a:pt x="3706221" y="1887750"/>
                  </a:lnTo>
                  <a:lnTo>
                    <a:pt x="3706379" y="1887750"/>
                  </a:lnTo>
                  <a:lnTo>
                    <a:pt x="3706537" y="1887750"/>
                  </a:lnTo>
                  <a:lnTo>
                    <a:pt x="3706694" y="1887750"/>
                  </a:lnTo>
                  <a:lnTo>
                    <a:pt x="3706852" y="1887750"/>
                  </a:lnTo>
                  <a:lnTo>
                    <a:pt x="3706852" y="1887319"/>
                  </a:lnTo>
                  <a:lnTo>
                    <a:pt x="3707010" y="1887319"/>
                  </a:lnTo>
                  <a:lnTo>
                    <a:pt x="3707168" y="1887319"/>
                  </a:lnTo>
                  <a:lnTo>
                    <a:pt x="3707168" y="1886889"/>
                  </a:lnTo>
                  <a:lnTo>
                    <a:pt x="3707325" y="1886889"/>
                  </a:lnTo>
                  <a:lnTo>
                    <a:pt x="3707325" y="1886458"/>
                  </a:lnTo>
                  <a:lnTo>
                    <a:pt x="3707483" y="1886458"/>
                  </a:lnTo>
                  <a:lnTo>
                    <a:pt x="3707641" y="1886458"/>
                  </a:lnTo>
                  <a:lnTo>
                    <a:pt x="3707799" y="1886458"/>
                  </a:lnTo>
                  <a:lnTo>
                    <a:pt x="3707799" y="1886028"/>
                  </a:lnTo>
                  <a:lnTo>
                    <a:pt x="3707956" y="1886028"/>
                  </a:lnTo>
                  <a:lnTo>
                    <a:pt x="3708114" y="1886028"/>
                  </a:lnTo>
                  <a:lnTo>
                    <a:pt x="3708272" y="1886028"/>
                  </a:lnTo>
                  <a:lnTo>
                    <a:pt x="3708429" y="1886028"/>
                  </a:lnTo>
                  <a:lnTo>
                    <a:pt x="3708587" y="1886028"/>
                  </a:lnTo>
                  <a:lnTo>
                    <a:pt x="3708745" y="1886028"/>
                  </a:lnTo>
                  <a:lnTo>
                    <a:pt x="3708903" y="1886028"/>
                  </a:lnTo>
                  <a:lnTo>
                    <a:pt x="3709060" y="1886028"/>
                  </a:lnTo>
                  <a:lnTo>
                    <a:pt x="3709218" y="1886028"/>
                  </a:lnTo>
                  <a:lnTo>
                    <a:pt x="3709376" y="1886028"/>
                  </a:lnTo>
                  <a:lnTo>
                    <a:pt x="3709533" y="1886028"/>
                  </a:lnTo>
                  <a:lnTo>
                    <a:pt x="3709691" y="1886028"/>
                  </a:lnTo>
                  <a:lnTo>
                    <a:pt x="3709691" y="1885597"/>
                  </a:lnTo>
                  <a:lnTo>
                    <a:pt x="3709691" y="1885166"/>
                  </a:lnTo>
                  <a:lnTo>
                    <a:pt x="3709849" y="1885166"/>
                  </a:lnTo>
                  <a:lnTo>
                    <a:pt x="3710007" y="1885166"/>
                  </a:lnTo>
                  <a:lnTo>
                    <a:pt x="3710007" y="1884736"/>
                  </a:lnTo>
                  <a:lnTo>
                    <a:pt x="3710164" y="1884736"/>
                  </a:lnTo>
                  <a:lnTo>
                    <a:pt x="3710164" y="1884305"/>
                  </a:lnTo>
                  <a:lnTo>
                    <a:pt x="3710322" y="1884305"/>
                  </a:lnTo>
                  <a:lnTo>
                    <a:pt x="3710480" y="1884305"/>
                  </a:lnTo>
                  <a:lnTo>
                    <a:pt x="3710637" y="1884305"/>
                  </a:lnTo>
                  <a:lnTo>
                    <a:pt x="3710795" y="1884305"/>
                  </a:lnTo>
                  <a:lnTo>
                    <a:pt x="3710953" y="1884305"/>
                  </a:lnTo>
                  <a:lnTo>
                    <a:pt x="3710953" y="1883875"/>
                  </a:lnTo>
                  <a:lnTo>
                    <a:pt x="3711111" y="1883875"/>
                  </a:lnTo>
                  <a:lnTo>
                    <a:pt x="3711111" y="1883444"/>
                  </a:lnTo>
                  <a:lnTo>
                    <a:pt x="3711268" y="1883444"/>
                  </a:lnTo>
                  <a:lnTo>
                    <a:pt x="3711426" y="1883444"/>
                  </a:lnTo>
                  <a:lnTo>
                    <a:pt x="3711584" y="1883444"/>
                  </a:lnTo>
                  <a:lnTo>
                    <a:pt x="3711741" y="1883444"/>
                  </a:lnTo>
                  <a:lnTo>
                    <a:pt x="3711899" y="1883444"/>
                  </a:lnTo>
                  <a:lnTo>
                    <a:pt x="3712057" y="1883444"/>
                  </a:lnTo>
                  <a:lnTo>
                    <a:pt x="3712215" y="1883444"/>
                  </a:lnTo>
                  <a:lnTo>
                    <a:pt x="3712215" y="1883013"/>
                  </a:lnTo>
                  <a:lnTo>
                    <a:pt x="3712215" y="1882583"/>
                  </a:lnTo>
                  <a:lnTo>
                    <a:pt x="3712372" y="1882583"/>
                  </a:lnTo>
                  <a:lnTo>
                    <a:pt x="3712530" y="1882583"/>
                  </a:lnTo>
                  <a:lnTo>
                    <a:pt x="3712688" y="1882583"/>
                  </a:lnTo>
                  <a:lnTo>
                    <a:pt x="3712688" y="1882152"/>
                  </a:lnTo>
                  <a:lnTo>
                    <a:pt x="3712688" y="1881722"/>
                  </a:lnTo>
                  <a:lnTo>
                    <a:pt x="3712845" y="1881722"/>
                  </a:lnTo>
                  <a:lnTo>
                    <a:pt x="3713003" y="1881722"/>
                  </a:lnTo>
                  <a:lnTo>
                    <a:pt x="3713161" y="1881722"/>
                  </a:lnTo>
                  <a:lnTo>
                    <a:pt x="3713161" y="1881291"/>
                  </a:lnTo>
                  <a:lnTo>
                    <a:pt x="3713319" y="1881291"/>
                  </a:lnTo>
                  <a:lnTo>
                    <a:pt x="3713476" y="1881291"/>
                  </a:lnTo>
                  <a:lnTo>
                    <a:pt x="3713634" y="1881291"/>
                  </a:lnTo>
                  <a:lnTo>
                    <a:pt x="3713792" y="1881291"/>
                  </a:lnTo>
                  <a:lnTo>
                    <a:pt x="3713950" y="1881291"/>
                  </a:lnTo>
                  <a:lnTo>
                    <a:pt x="3714107" y="1881291"/>
                  </a:lnTo>
                  <a:lnTo>
                    <a:pt x="3714265" y="1881291"/>
                  </a:lnTo>
                  <a:lnTo>
                    <a:pt x="3714423" y="1881291"/>
                  </a:lnTo>
                  <a:lnTo>
                    <a:pt x="3714423" y="1880860"/>
                  </a:lnTo>
                  <a:lnTo>
                    <a:pt x="3714580" y="1880860"/>
                  </a:lnTo>
                  <a:lnTo>
                    <a:pt x="3714738" y="1880860"/>
                  </a:lnTo>
                  <a:lnTo>
                    <a:pt x="3714896" y="1880860"/>
                  </a:lnTo>
                  <a:lnTo>
                    <a:pt x="3715054" y="1880860"/>
                  </a:lnTo>
                  <a:lnTo>
                    <a:pt x="3715211" y="1880860"/>
                  </a:lnTo>
                  <a:lnTo>
                    <a:pt x="3715211" y="1880430"/>
                  </a:lnTo>
                  <a:lnTo>
                    <a:pt x="3715369" y="1880430"/>
                  </a:lnTo>
                  <a:lnTo>
                    <a:pt x="3715369" y="1879999"/>
                  </a:lnTo>
                  <a:lnTo>
                    <a:pt x="3715527" y="1879999"/>
                  </a:lnTo>
                  <a:lnTo>
                    <a:pt x="3715684" y="1879999"/>
                  </a:lnTo>
                  <a:lnTo>
                    <a:pt x="3715842" y="1879999"/>
                  </a:lnTo>
                  <a:lnTo>
                    <a:pt x="3715842" y="1879569"/>
                  </a:lnTo>
                  <a:lnTo>
                    <a:pt x="3716000" y="1879569"/>
                  </a:lnTo>
                  <a:lnTo>
                    <a:pt x="3716158" y="1879569"/>
                  </a:lnTo>
                  <a:lnTo>
                    <a:pt x="3716315" y="1879569"/>
                  </a:lnTo>
                  <a:lnTo>
                    <a:pt x="3716473" y="1879569"/>
                  </a:lnTo>
                  <a:lnTo>
                    <a:pt x="3716631" y="1879569"/>
                  </a:lnTo>
                  <a:lnTo>
                    <a:pt x="3716788" y="1879569"/>
                  </a:lnTo>
                  <a:lnTo>
                    <a:pt x="3716788" y="1879138"/>
                  </a:lnTo>
                  <a:lnTo>
                    <a:pt x="3716788" y="1878707"/>
                  </a:lnTo>
                  <a:lnTo>
                    <a:pt x="3716946" y="1878707"/>
                  </a:lnTo>
                  <a:lnTo>
                    <a:pt x="3717104" y="1878707"/>
                  </a:lnTo>
                  <a:lnTo>
                    <a:pt x="3717104" y="1878277"/>
                  </a:lnTo>
                  <a:lnTo>
                    <a:pt x="3717262" y="1878277"/>
                  </a:lnTo>
                  <a:lnTo>
                    <a:pt x="3717262" y="1877846"/>
                  </a:lnTo>
                  <a:lnTo>
                    <a:pt x="3717419" y="1877846"/>
                  </a:lnTo>
                  <a:lnTo>
                    <a:pt x="3717577" y="1877846"/>
                  </a:lnTo>
                  <a:lnTo>
                    <a:pt x="3717735" y="1877846"/>
                  </a:lnTo>
                  <a:lnTo>
                    <a:pt x="3717892" y="1877846"/>
                  </a:lnTo>
                  <a:lnTo>
                    <a:pt x="3718050" y="1877846"/>
                  </a:lnTo>
                  <a:lnTo>
                    <a:pt x="3718050" y="1877416"/>
                  </a:lnTo>
                  <a:lnTo>
                    <a:pt x="3718208" y="1877416"/>
                  </a:lnTo>
                  <a:lnTo>
                    <a:pt x="3718366" y="1877416"/>
                  </a:lnTo>
                  <a:lnTo>
                    <a:pt x="3718366" y="1876985"/>
                  </a:lnTo>
                  <a:lnTo>
                    <a:pt x="3718523" y="1876985"/>
                  </a:lnTo>
                  <a:lnTo>
                    <a:pt x="3718681" y="1876985"/>
                  </a:lnTo>
                  <a:lnTo>
                    <a:pt x="3718839" y="1876985"/>
                  </a:lnTo>
                  <a:lnTo>
                    <a:pt x="3718997" y="1876985"/>
                  </a:lnTo>
                  <a:lnTo>
                    <a:pt x="3718997" y="1876554"/>
                  </a:lnTo>
                  <a:lnTo>
                    <a:pt x="3719154" y="1876554"/>
                  </a:lnTo>
                  <a:lnTo>
                    <a:pt x="3719312" y="1876554"/>
                  </a:lnTo>
                  <a:lnTo>
                    <a:pt x="3719312" y="1876124"/>
                  </a:lnTo>
                  <a:lnTo>
                    <a:pt x="3719470" y="1876124"/>
                  </a:lnTo>
                  <a:lnTo>
                    <a:pt x="3719627" y="1876124"/>
                  </a:lnTo>
                  <a:lnTo>
                    <a:pt x="3719785" y="1876124"/>
                  </a:lnTo>
                  <a:lnTo>
                    <a:pt x="3719943" y="1876124"/>
                  </a:lnTo>
                  <a:lnTo>
                    <a:pt x="3719943" y="1875693"/>
                  </a:lnTo>
                  <a:lnTo>
                    <a:pt x="3720101" y="1875693"/>
                  </a:lnTo>
                  <a:lnTo>
                    <a:pt x="3720258" y="1875693"/>
                  </a:lnTo>
                  <a:lnTo>
                    <a:pt x="3720258" y="1875263"/>
                  </a:lnTo>
                  <a:lnTo>
                    <a:pt x="3720258" y="1874832"/>
                  </a:lnTo>
                  <a:lnTo>
                    <a:pt x="3720258" y="1874401"/>
                  </a:lnTo>
                  <a:lnTo>
                    <a:pt x="3720416" y="1874401"/>
                  </a:lnTo>
                  <a:lnTo>
                    <a:pt x="3720574" y="1874401"/>
                  </a:lnTo>
                  <a:lnTo>
                    <a:pt x="3720574" y="1873971"/>
                  </a:lnTo>
                  <a:lnTo>
                    <a:pt x="3720731" y="1873971"/>
                  </a:lnTo>
                  <a:lnTo>
                    <a:pt x="3720889" y="1873971"/>
                  </a:lnTo>
                  <a:lnTo>
                    <a:pt x="3721047" y="1873971"/>
                  </a:lnTo>
                  <a:lnTo>
                    <a:pt x="3721205" y="1873971"/>
                  </a:lnTo>
                  <a:lnTo>
                    <a:pt x="3721362" y="1873971"/>
                  </a:lnTo>
                  <a:lnTo>
                    <a:pt x="3721520" y="1873971"/>
                  </a:lnTo>
                  <a:lnTo>
                    <a:pt x="3721678" y="1873971"/>
                  </a:lnTo>
                  <a:lnTo>
                    <a:pt x="3721835" y="1873971"/>
                  </a:lnTo>
                  <a:lnTo>
                    <a:pt x="3721993" y="1873971"/>
                  </a:lnTo>
                  <a:lnTo>
                    <a:pt x="3722151" y="1873971"/>
                  </a:lnTo>
                  <a:lnTo>
                    <a:pt x="3722309" y="1873971"/>
                  </a:lnTo>
                  <a:lnTo>
                    <a:pt x="3722466" y="1873971"/>
                  </a:lnTo>
                  <a:lnTo>
                    <a:pt x="3722624" y="1873971"/>
                  </a:lnTo>
                  <a:lnTo>
                    <a:pt x="3722782" y="1873971"/>
                  </a:lnTo>
                  <a:lnTo>
                    <a:pt x="3722782" y="1873540"/>
                  </a:lnTo>
                  <a:lnTo>
                    <a:pt x="3722939" y="1873540"/>
                  </a:lnTo>
                  <a:lnTo>
                    <a:pt x="3723097" y="1873540"/>
                  </a:lnTo>
                  <a:lnTo>
                    <a:pt x="3723255" y="1873540"/>
                  </a:lnTo>
                  <a:lnTo>
                    <a:pt x="3723413" y="1873540"/>
                  </a:lnTo>
                  <a:lnTo>
                    <a:pt x="3723570" y="1873540"/>
                  </a:lnTo>
                  <a:lnTo>
                    <a:pt x="3723728" y="1873540"/>
                  </a:lnTo>
                  <a:lnTo>
                    <a:pt x="3723886" y="1873540"/>
                  </a:lnTo>
                  <a:lnTo>
                    <a:pt x="3723886" y="1873110"/>
                  </a:lnTo>
                  <a:lnTo>
                    <a:pt x="3723886" y="1872679"/>
                  </a:lnTo>
                  <a:lnTo>
                    <a:pt x="3724043" y="1872679"/>
                  </a:lnTo>
                  <a:lnTo>
                    <a:pt x="3724201" y="1872679"/>
                  </a:lnTo>
                  <a:lnTo>
                    <a:pt x="3724359" y="1872679"/>
                  </a:lnTo>
                  <a:lnTo>
                    <a:pt x="3724517" y="1872679"/>
                  </a:lnTo>
                  <a:lnTo>
                    <a:pt x="3724674" y="1872679"/>
                  </a:lnTo>
                  <a:lnTo>
                    <a:pt x="3724832" y="1872679"/>
                  </a:lnTo>
                  <a:lnTo>
                    <a:pt x="3724990" y="1872679"/>
                  </a:lnTo>
                  <a:lnTo>
                    <a:pt x="3725148" y="1872679"/>
                  </a:lnTo>
                  <a:lnTo>
                    <a:pt x="3725305" y="1872679"/>
                  </a:lnTo>
                  <a:lnTo>
                    <a:pt x="3725463" y="1872679"/>
                  </a:lnTo>
                  <a:lnTo>
                    <a:pt x="3725463" y="1872248"/>
                  </a:lnTo>
                  <a:lnTo>
                    <a:pt x="3725621" y="1872248"/>
                  </a:lnTo>
                  <a:lnTo>
                    <a:pt x="3725778" y="1872248"/>
                  </a:lnTo>
                  <a:lnTo>
                    <a:pt x="3725936" y="1872248"/>
                  </a:lnTo>
                  <a:lnTo>
                    <a:pt x="3726094" y="1872248"/>
                  </a:lnTo>
                  <a:lnTo>
                    <a:pt x="3726252" y="1872248"/>
                  </a:lnTo>
                  <a:lnTo>
                    <a:pt x="3726409" y="1872248"/>
                  </a:lnTo>
                  <a:lnTo>
                    <a:pt x="3726567" y="1872248"/>
                  </a:lnTo>
                  <a:lnTo>
                    <a:pt x="3726725" y="1872248"/>
                  </a:lnTo>
                  <a:lnTo>
                    <a:pt x="3726882" y="1872248"/>
                  </a:lnTo>
                  <a:lnTo>
                    <a:pt x="3727040" y="1872248"/>
                  </a:lnTo>
                  <a:lnTo>
                    <a:pt x="3727198" y="1872248"/>
                  </a:lnTo>
                  <a:lnTo>
                    <a:pt x="3727356" y="1872248"/>
                  </a:lnTo>
                  <a:lnTo>
                    <a:pt x="3727513" y="1872248"/>
                  </a:lnTo>
                  <a:lnTo>
                    <a:pt x="3727513" y="1871818"/>
                  </a:lnTo>
                  <a:lnTo>
                    <a:pt x="3727671" y="1871818"/>
                  </a:lnTo>
                  <a:lnTo>
                    <a:pt x="3727829" y="1871818"/>
                  </a:lnTo>
                  <a:lnTo>
                    <a:pt x="3727829" y="1871387"/>
                  </a:lnTo>
                  <a:lnTo>
                    <a:pt x="3727986" y="1871387"/>
                  </a:lnTo>
                  <a:lnTo>
                    <a:pt x="3727986" y="1870957"/>
                  </a:lnTo>
                  <a:lnTo>
                    <a:pt x="3728144" y="1870957"/>
                  </a:lnTo>
                  <a:lnTo>
                    <a:pt x="3728302" y="1870957"/>
                  </a:lnTo>
                  <a:lnTo>
                    <a:pt x="3728460" y="1870957"/>
                  </a:lnTo>
                  <a:lnTo>
                    <a:pt x="3728460" y="1870526"/>
                  </a:lnTo>
                  <a:lnTo>
                    <a:pt x="3728617" y="1870526"/>
                  </a:lnTo>
                  <a:lnTo>
                    <a:pt x="3728775" y="1870526"/>
                  </a:lnTo>
                  <a:lnTo>
                    <a:pt x="3728775" y="1870095"/>
                  </a:lnTo>
                  <a:lnTo>
                    <a:pt x="3728933" y="1870095"/>
                  </a:lnTo>
                  <a:lnTo>
                    <a:pt x="3729090" y="1870095"/>
                  </a:lnTo>
                  <a:lnTo>
                    <a:pt x="3729248" y="1870095"/>
                  </a:lnTo>
                  <a:lnTo>
                    <a:pt x="3729406" y="1870095"/>
                  </a:lnTo>
                  <a:lnTo>
                    <a:pt x="3729564" y="1870095"/>
                  </a:lnTo>
                  <a:lnTo>
                    <a:pt x="3729721" y="1870095"/>
                  </a:lnTo>
                  <a:lnTo>
                    <a:pt x="3729721" y="1869665"/>
                  </a:lnTo>
                  <a:lnTo>
                    <a:pt x="3729879" y="1869665"/>
                  </a:lnTo>
                  <a:lnTo>
                    <a:pt x="3730037" y="1869665"/>
                  </a:lnTo>
                  <a:lnTo>
                    <a:pt x="3730194" y="1869665"/>
                  </a:lnTo>
                  <a:lnTo>
                    <a:pt x="3730352" y="1869665"/>
                  </a:lnTo>
                  <a:lnTo>
                    <a:pt x="3730352" y="1869234"/>
                  </a:lnTo>
                  <a:lnTo>
                    <a:pt x="3730352" y="1868804"/>
                  </a:lnTo>
                  <a:lnTo>
                    <a:pt x="3730510" y="1868804"/>
                  </a:lnTo>
                  <a:lnTo>
                    <a:pt x="3730510" y="1868373"/>
                  </a:lnTo>
                  <a:lnTo>
                    <a:pt x="3730668" y="1868373"/>
                  </a:lnTo>
                  <a:lnTo>
                    <a:pt x="3730668" y="1867942"/>
                  </a:lnTo>
                  <a:lnTo>
                    <a:pt x="3730825" y="1867942"/>
                  </a:lnTo>
                  <a:lnTo>
                    <a:pt x="3730983" y="1867942"/>
                  </a:lnTo>
                  <a:lnTo>
                    <a:pt x="3731141" y="1867942"/>
                  </a:lnTo>
                  <a:lnTo>
                    <a:pt x="3731299" y="1867942"/>
                  </a:lnTo>
                  <a:lnTo>
                    <a:pt x="3731299" y="1867512"/>
                  </a:lnTo>
                  <a:lnTo>
                    <a:pt x="3731456" y="1867512"/>
                  </a:lnTo>
                  <a:lnTo>
                    <a:pt x="3731614" y="1867512"/>
                  </a:lnTo>
                  <a:lnTo>
                    <a:pt x="3731772" y="1867512"/>
                  </a:lnTo>
                  <a:lnTo>
                    <a:pt x="3731772" y="1867081"/>
                  </a:lnTo>
                  <a:lnTo>
                    <a:pt x="3731929" y="1867081"/>
                  </a:lnTo>
                  <a:lnTo>
                    <a:pt x="3732087" y="1867081"/>
                  </a:lnTo>
                  <a:lnTo>
                    <a:pt x="3732245" y="1867081"/>
                  </a:lnTo>
                  <a:lnTo>
                    <a:pt x="3732245" y="1866651"/>
                  </a:lnTo>
                  <a:lnTo>
                    <a:pt x="3732403" y="1866651"/>
                  </a:lnTo>
                  <a:lnTo>
                    <a:pt x="3732560" y="1866651"/>
                  </a:lnTo>
                  <a:lnTo>
                    <a:pt x="3732718" y="1866651"/>
                  </a:lnTo>
                  <a:lnTo>
                    <a:pt x="3732876" y="1866651"/>
                  </a:lnTo>
                  <a:lnTo>
                    <a:pt x="3733033" y="1866651"/>
                  </a:lnTo>
                  <a:lnTo>
                    <a:pt x="3733191" y="1866651"/>
                  </a:lnTo>
                  <a:lnTo>
                    <a:pt x="3733349" y="1866651"/>
                  </a:lnTo>
                  <a:lnTo>
                    <a:pt x="3733507" y="1866651"/>
                  </a:lnTo>
                  <a:lnTo>
                    <a:pt x="3733507" y="1866220"/>
                  </a:lnTo>
                  <a:lnTo>
                    <a:pt x="3733664" y="1866220"/>
                  </a:lnTo>
                  <a:lnTo>
                    <a:pt x="3733822" y="1866220"/>
                  </a:lnTo>
                  <a:lnTo>
                    <a:pt x="3733980" y="1866220"/>
                  </a:lnTo>
                  <a:lnTo>
                    <a:pt x="3733980" y="1865789"/>
                  </a:lnTo>
                  <a:lnTo>
                    <a:pt x="3734137" y="1865789"/>
                  </a:lnTo>
                  <a:lnTo>
                    <a:pt x="3734137" y="1865359"/>
                  </a:lnTo>
                  <a:lnTo>
                    <a:pt x="3734295" y="1865359"/>
                  </a:lnTo>
                  <a:lnTo>
                    <a:pt x="3734453" y="1865359"/>
                  </a:lnTo>
                  <a:lnTo>
                    <a:pt x="3734611" y="1865359"/>
                  </a:lnTo>
                  <a:lnTo>
                    <a:pt x="3734768" y="1865359"/>
                  </a:lnTo>
                  <a:lnTo>
                    <a:pt x="3734926" y="1865359"/>
                  </a:lnTo>
                  <a:lnTo>
                    <a:pt x="3735084" y="1865359"/>
                  </a:lnTo>
                  <a:lnTo>
                    <a:pt x="3735084" y="1864928"/>
                  </a:lnTo>
                  <a:lnTo>
                    <a:pt x="3735241" y="1864928"/>
                  </a:lnTo>
                  <a:lnTo>
                    <a:pt x="3735399" y="1864928"/>
                  </a:lnTo>
                  <a:lnTo>
                    <a:pt x="3735399" y="1864498"/>
                  </a:lnTo>
                  <a:lnTo>
                    <a:pt x="3735557" y="1864498"/>
                  </a:lnTo>
                  <a:lnTo>
                    <a:pt x="3735715" y="1864498"/>
                  </a:lnTo>
                  <a:lnTo>
                    <a:pt x="3735872" y="1864498"/>
                  </a:lnTo>
                  <a:lnTo>
                    <a:pt x="3736030" y="1864498"/>
                  </a:lnTo>
                  <a:lnTo>
                    <a:pt x="3736188" y="1864498"/>
                  </a:lnTo>
                  <a:lnTo>
                    <a:pt x="3736346" y="1864498"/>
                  </a:lnTo>
                  <a:lnTo>
                    <a:pt x="3736503" y="1864498"/>
                  </a:lnTo>
                  <a:lnTo>
                    <a:pt x="3736661" y="1864498"/>
                  </a:lnTo>
                  <a:lnTo>
                    <a:pt x="3736819" y="1864498"/>
                  </a:lnTo>
                  <a:lnTo>
                    <a:pt x="3736976" y="1864498"/>
                  </a:lnTo>
                  <a:lnTo>
                    <a:pt x="3737134" y="1864498"/>
                  </a:lnTo>
                  <a:lnTo>
                    <a:pt x="3737292" y="1864498"/>
                  </a:lnTo>
                  <a:lnTo>
                    <a:pt x="3737450" y="1864498"/>
                  </a:lnTo>
                  <a:lnTo>
                    <a:pt x="3737607" y="1864498"/>
                  </a:lnTo>
                  <a:lnTo>
                    <a:pt x="3737765" y="1864498"/>
                  </a:lnTo>
                  <a:lnTo>
                    <a:pt x="3737923" y="1864498"/>
                  </a:lnTo>
                  <a:lnTo>
                    <a:pt x="3737923" y="1864067"/>
                  </a:lnTo>
                  <a:lnTo>
                    <a:pt x="3738080" y="1864067"/>
                  </a:lnTo>
                  <a:lnTo>
                    <a:pt x="3738238" y="1864067"/>
                  </a:lnTo>
                  <a:lnTo>
                    <a:pt x="3738396" y="1864067"/>
                  </a:lnTo>
                  <a:lnTo>
                    <a:pt x="3738396" y="1863636"/>
                  </a:lnTo>
                  <a:lnTo>
                    <a:pt x="3738554" y="1863636"/>
                  </a:lnTo>
                  <a:lnTo>
                    <a:pt x="3738711" y="1863636"/>
                  </a:lnTo>
                  <a:lnTo>
                    <a:pt x="3738869" y="1863636"/>
                  </a:lnTo>
                  <a:lnTo>
                    <a:pt x="3739027" y="1863636"/>
                  </a:lnTo>
                  <a:lnTo>
                    <a:pt x="3739184" y="1863636"/>
                  </a:lnTo>
                  <a:lnTo>
                    <a:pt x="3739342" y="1863636"/>
                  </a:lnTo>
                  <a:lnTo>
                    <a:pt x="3739500" y="1863636"/>
                  </a:lnTo>
                  <a:lnTo>
                    <a:pt x="3739658" y="1863636"/>
                  </a:lnTo>
                  <a:lnTo>
                    <a:pt x="3739815" y="1863636"/>
                  </a:lnTo>
                  <a:lnTo>
                    <a:pt x="3739973" y="1863636"/>
                  </a:lnTo>
                  <a:lnTo>
                    <a:pt x="3740131" y="1863636"/>
                  </a:lnTo>
                  <a:lnTo>
                    <a:pt x="3740288" y="1863636"/>
                  </a:lnTo>
                  <a:lnTo>
                    <a:pt x="3740446" y="1863636"/>
                  </a:lnTo>
                  <a:lnTo>
                    <a:pt x="3740604" y="1863636"/>
                  </a:lnTo>
                  <a:lnTo>
                    <a:pt x="3740604" y="1863206"/>
                  </a:lnTo>
                  <a:lnTo>
                    <a:pt x="3740762" y="1863206"/>
                  </a:lnTo>
                  <a:lnTo>
                    <a:pt x="3740919" y="1863206"/>
                  </a:lnTo>
                  <a:lnTo>
                    <a:pt x="3741077" y="1863206"/>
                  </a:lnTo>
                  <a:lnTo>
                    <a:pt x="3741077" y="1862775"/>
                  </a:lnTo>
                  <a:lnTo>
                    <a:pt x="3741235" y="1862775"/>
                  </a:lnTo>
                  <a:lnTo>
                    <a:pt x="3741392" y="1862775"/>
                  </a:lnTo>
                  <a:lnTo>
                    <a:pt x="3741550" y="1862775"/>
                  </a:lnTo>
                  <a:lnTo>
                    <a:pt x="3741708" y="1862775"/>
                  </a:lnTo>
                  <a:lnTo>
                    <a:pt x="3741866" y="1862775"/>
                  </a:lnTo>
                  <a:lnTo>
                    <a:pt x="3742023" y="1862775"/>
                  </a:lnTo>
                  <a:lnTo>
                    <a:pt x="3742181" y="1862775"/>
                  </a:lnTo>
                  <a:lnTo>
                    <a:pt x="3742339" y="1862775"/>
                  </a:lnTo>
                  <a:lnTo>
                    <a:pt x="3742497" y="1862775"/>
                  </a:lnTo>
                  <a:lnTo>
                    <a:pt x="3742654" y="1862775"/>
                  </a:lnTo>
                  <a:lnTo>
                    <a:pt x="3742812" y="1862775"/>
                  </a:lnTo>
                  <a:lnTo>
                    <a:pt x="3742970" y="1862775"/>
                  </a:lnTo>
                  <a:lnTo>
                    <a:pt x="3743127" y="1862775"/>
                  </a:lnTo>
                  <a:lnTo>
                    <a:pt x="3743285" y="1862775"/>
                  </a:lnTo>
                  <a:lnTo>
                    <a:pt x="3743443" y="1862775"/>
                  </a:lnTo>
                  <a:lnTo>
                    <a:pt x="3743601" y="1862775"/>
                  </a:lnTo>
                  <a:lnTo>
                    <a:pt x="3743758" y="1862775"/>
                  </a:lnTo>
                  <a:lnTo>
                    <a:pt x="3743916" y="1862775"/>
                  </a:lnTo>
                  <a:lnTo>
                    <a:pt x="3744074" y="1862775"/>
                  </a:lnTo>
                  <a:lnTo>
                    <a:pt x="3744074" y="1862345"/>
                  </a:lnTo>
                  <a:lnTo>
                    <a:pt x="3744231" y="1862345"/>
                  </a:lnTo>
                  <a:lnTo>
                    <a:pt x="3744389" y="1862345"/>
                  </a:lnTo>
                  <a:lnTo>
                    <a:pt x="3744547" y="1862345"/>
                  </a:lnTo>
                  <a:lnTo>
                    <a:pt x="3744705" y="1862345"/>
                  </a:lnTo>
                  <a:lnTo>
                    <a:pt x="3744862" y="1862345"/>
                  </a:lnTo>
                  <a:lnTo>
                    <a:pt x="3745020" y="1862345"/>
                  </a:lnTo>
                  <a:lnTo>
                    <a:pt x="3745178" y="1862345"/>
                  </a:lnTo>
                  <a:lnTo>
                    <a:pt x="3745335" y="1862345"/>
                  </a:lnTo>
                  <a:lnTo>
                    <a:pt x="3745493" y="1862345"/>
                  </a:lnTo>
                  <a:lnTo>
                    <a:pt x="3745651" y="1862345"/>
                  </a:lnTo>
                  <a:lnTo>
                    <a:pt x="3745651" y="1861914"/>
                  </a:lnTo>
                  <a:lnTo>
                    <a:pt x="3745809" y="1861914"/>
                  </a:lnTo>
                  <a:lnTo>
                    <a:pt x="3745966" y="1861914"/>
                  </a:lnTo>
                  <a:lnTo>
                    <a:pt x="3745966" y="1861483"/>
                  </a:lnTo>
                  <a:lnTo>
                    <a:pt x="3746124" y="1861483"/>
                  </a:lnTo>
                  <a:lnTo>
                    <a:pt x="3746282" y="1861483"/>
                  </a:lnTo>
                  <a:lnTo>
                    <a:pt x="3746439" y="1861483"/>
                  </a:lnTo>
                  <a:lnTo>
                    <a:pt x="3746597" y="1861483"/>
                  </a:lnTo>
                  <a:lnTo>
                    <a:pt x="3746755" y="1861483"/>
                  </a:lnTo>
                  <a:lnTo>
                    <a:pt x="3746913" y="1861483"/>
                  </a:lnTo>
                  <a:lnTo>
                    <a:pt x="3746913" y="1861053"/>
                  </a:lnTo>
                  <a:lnTo>
                    <a:pt x="3746913" y="1860622"/>
                  </a:lnTo>
                  <a:lnTo>
                    <a:pt x="3747070" y="1860622"/>
                  </a:lnTo>
                  <a:lnTo>
                    <a:pt x="3747228" y="1860622"/>
                  </a:lnTo>
                  <a:lnTo>
                    <a:pt x="3747228" y="1860192"/>
                  </a:lnTo>
                  <a:lnTo>
                    <a:pt x="3747386" y="1860192"/>
                  </a:lnTo>
                  <a:lnTo>
                    <a:pt x="3747386" y="1859761"/>
                  </a:lnTo>
                  <a:lnTo>
                    <a:pt x="3747544" y="1859761"/>
                  </a:lnTo>
                  <a:lnTo>
                    <a:pt x="3747701" y="1859761"/>
                  </a:lnTo>
                  <a:lnTo>
                    <a:pt x="3747701" y="1859330"/>
                  </a:lnTo>
                  <a:lnTo>
                    <a:pt x="3747701" y="1858900"/>
                  </a:lnTo>
                  <a:lnTo>
                    <a:pt x="3747859" y="1858900"/>
                  </a:lnTo>
                  <a:lnTo>
                    <a:pt x="3748017" y="1858900"/>
                  </a:lnTo>
                  <a:lnTo>
                    <a:pt x="3748174" y="1858900"/>
                  </a:lnTo>
                  <a:lnTo>
                    <a:pt x="3748332" y="1858900"/>
                  </a:lnTo>
                  <a:lnTo>
                    <a:pt x="3748332" y="1858469"/>
                  </a:lnTo>
                  <a:lnTo>
                    <a:pt x="3748490" y="1858469"/>
                  </a:lnTo>
                  <a:lnTo>
                    <a:pt x="3748490" y="1858039"/>
                  </a:lnTo>
                  <a:lnTo>
                    <a:pt x="3748490" y="1857608"/>
                  </a:lnTo>
                  <a:lnTo>
                    <a:pt x="3748490" y="1857177"/>
                  </a:lnTo>
                  <a:lnTo>
                    <a:pt x="3748648" y="1857177"/>
                  </a:lnTo>
                  <a:lnTo>
                    <a:pt x="3748805" y="1857177"/>
                  </a:lnTo>
                  <a:lnTo>
                    <a:pt x="3748963" y="1857177"/>
                  </a:lnTo>
                  <a:lnTo>
                    <a:pt x="3749121" y="1857177"/>
                  </a:lnTo>
                  <a:lnTo>
                    <a:pt x="3749278" y="1857177"/>
                  </a:lnTo>
                  <a:lnTo>
                    <a:pt x="3749436" y="1857177"/>
                  </a:lnTo>
                  <a:lnTo>
                    <a:pt x="3749594" y="1857177"/>
                  </a:lnTo>
                  <a:lnTo>
                    <a:pt x="3749752" y="1857177"/>
                  </a:lnTo>
                  <a:lnTo>
                    <a:pt x="3749909" y="1857177"/>
                  </a:lnTo>
                  <a:lnTo>
                    <a:pt x="3750067" y="1857177"/>
                  </a:lnTo>
                  <a:lnTo>
                    <a:pt x="3750225" y="1857177"/>
                  </a:lnTo>
                  <a:lnTo>
                    <a:pt x="3750382" y="1857177"/>
                  </a:lnTo>
                  <a:lnTo>
                    <a:pt x="3750540" y="1857177"/>
                  </a:lnTo>
                  <a:lnTo>
                    <a:pt x="3750698" y="1857177"/>
                  </a:lnTo>
                  <a:lnTo>
                    <a:pt x="3750856" y="1857177"/>
                  </a:lnTo>
                  <a:lnTo>
                    <a:pt x="3751013" y="1857177"/>
                  </a:lnTo>
                  <a:lnTo>
                    <a:pt x="3751171" y="1857177"/>
                  </a:lnTo>
                  <a:lnTo>
                    <a:pt x="3751329" y="1857177"/>
                  </a:lnTo>
                  <a:lnTo>
                    <a:pt x="3751329" y="1856747"/>
                  </a:lnTo>
                  <a:lnTo>
                    <a:pt x="3751329" y="1856316"/>
                  </a:lnTo>
                  <a:lnTo>
                    <a:pt x="3751329" y="1855886"/>
                  </a:lnTo>
                  <a:lnTo>
                    <a:pt x="3751486" y="1855886"/>
                  </a:lnTo>
                  <a:lnTo>
                    <a:pt x="3751644" y="1855886"/>
                  </a:lnTo>
                  <a:lnTo>
                    <a:pt x="3751802" y="1855886"/>
                  </a:lnTo>
                  <a:lnTo>
                    <a:pt x="3751960" y="1855886"/>
                  </a:lnTo>
                  <a:lnTo>
                    <a:pt x="3752117" y="1855886"/>
                  </a:lnTo>
                  <a:lnTo>
                    <a:pt x="3752117" y="1855455"/>
                  </a:lnTo>
                  <a:lnTo>
                    <a:pt x="3752275" y="1855455"/>
                  </a:lnTo>
                  <a:lnTo>
                    <a:pt x="3752275" y="1855024"/>
                  </a:lnTo>
                  <a:lnTo>
                    <a:pt x="3752275" y="1854594"/>
                  </a:lnTo>
                  <a:lnTo>
                    <a:pt x="3752275" y="1854163"/>
                  </a:lnTo>
                  <a:lnTo>
                    <a:pt x="3752433" y="1854163"/>
                  </a:lnTo>
                  <a:lnTo>
                    <a:pt x="3752433" y="1853733"/>
                  </a:lnTo>
                  <a:lnTo>
                    <a:pt x="3752433" y="1853302"/>
                  </a:lnTo>
                  <a:lnTo>
                    <a:pt x="3752590" y="1853302"/>
                  </a:lnTo>
                  <a:lnTo>
                    <a:pt x="3752748" y="1853302"/>
                  </a:lnTo>
                  <a:lnTo>
                    <a:pt x="3752906" y="1853302"/>
                  </a:lnTo>
                  <a:lnTo>
                    <a:pt x="3752906" y="1852871"/>
                  </a:lnTo>
                  <a:lnTo>
                    <a:pt x="3753064" y="1852871"/>
                  </a:lnTo>
                  <a:lnTo>
                    <a:pt x="3753064" y="1852441"/>
                  </a:lnTo>
                  <a:lnTo>
                    <a:pt x="3753221" y="1852441"/>
                  </a:lnTo>
                  <a:lnTo>
                    <a:pt x="3753221" y="1852010"/>
                  </a:lnTo>
                  <a:lnTo>
                    <a:pt x="3753379" y="1852010"/>
                  </a:lnTo>
                  <a:lnTo>
                    <a:pt x="3753537" y="1852010"/>
                  </a:lnTo>
                  <a:lnTo>
                    <a:pt x="3753695" y="1852010"/>
                  </a:lnTo>
                  <a:lnTo>
                    <a:pt x="3753852" y="1852010"/>
                  </a:lnTo>
                  <a:lnTo>
                    <a:pt x="3754010" y="1852010"/>
                  </a:lnTo>
                  <a:lnTo>
                    <a:pt x="3754168" y="1852010"/>
                  </a:lnTo>
                  <a:lnTo>
                    <a:pt x="3754325" y="1852010"/>
                  </a:lnTo>
                  <a:lnTo>
                    <a:pt x="3754325" y="1851580"/>
                  </a:lnTo>
                  <a:lnTo>
                    <a:pt x="3754483" y="1851580"/>
                  </a:lnTo>
                  <a:lnTo>
                    <a:pt x="3754641" y="1851580"/>
                  </a:lnTo>
                  <a:lnTo>
                    <a:pt x="3754641" y="1851149"/>
                  </a:lnTo>
                  <a:lnTo>
                    <a:pt x="3754641" y="1850718"/>
                  </a:lnTo>
                  <a:lnTo>
                    <a:pt x="3754799" y="1850718"/>
                  </a:lnTo>
                  <a:lnTo>
                    <a:pt x="3754956" y="1850718"/>
                  </a:lnTo>
                  <a:lnTo>
                    <a:pt x="3755114" y="1850718"/>
                  </a:lnTo>
                  <a:lnTo>
                    <a:pt x="3755114" y="1850288"/>
                  </a:lnTo>
                  <a:lnTo>
                    <a:pt x="3755272" y="1850288"/>
                  </a:lnTo>
                  <a:lnTo>
                    <a:pt x="3755429" y="1850288"/>
                  </a:lnTo>
                  <a:lnTo>
                    <a:pt x="3755587" y="1850288"/>
                  </a:lnTo>
                  <a:lnTo>
                    <a:pt x="3755745" y="1850288"/>
                  </a:lnTo>
                  <a:lnTo>
                    <a:pt x="3755903" y="1850288"/>
                  </a:lnTo>
                  <a:lnTo>
                    <a:pt x="3756060" y="1850288"/>
                  </a:lnTo>
                  <a:lnTo>
                    <a:pt x="3756218" y="1850288"/>
                  </a:lnTo>
                  <a:lnTo>
                    <a:pt x="3756376" y="1850288"/>
                  </a:lnTo>
                  <a:lnTo>
                    <a:pt x="3756533" y="1850288"/>
                  </a:lnTo>
                  <a:lnTo>
                    <a:pt x="3756691" y="1850288"/>
                  </a:lnTo>
                  <a:lnTo>
                    <a:pt x="3756849" y="1850288"/>
                  </a:lnTo>
                  <a:lnTo>
                    <a:pt x="3757007" y="1850288"/>
                  </a:lnTo>
                  <a:lnTo>
                    <a:pt x="3757164" y="1850288"/>
                  </a:lnTo>
                  <a:lnTo>
                    <a:pt x="3757322" y="1850288"/>
                  </a:lnTo>
                  <a:lnTo>
                    <a:pt x="3757322" y="1849857"/>
                  </a:lnTo>
                  <a:lnTo>
                    <a:pt x="3757322" y="1849427"/>
                  </a:lnTo>
                  <a:lnTo>
                    <a:pt x="3757480" y="1849427"/>
                  </a:lnTo>
                  <a:lnTo>
                    <a:pt x="3757480" y="1848996"/>
                  </a:lnTo>
                  <a:lnTo>
                    <a:pt x="3757637" y="1848996"/>
                  </a:lnTo>
                  <a:lnTo>
                    <a:pt x="3757795" y="1848996"/>
                  </a:lnTo>
                  <a:lnTo>
                    <a:pt x="3757795" y="1848565"/>
                  </a:lnTo>
                  <a:lnTo>
                    <a:pt x="3757953" y="1848565"/>
                  </a:lnTo>
                  <a:lnTo>
                    <a:pt x="3758111" y="1848565"/>
                  </a:lnTo>
                  <a:lnTo>
                    <a:pt x="3758111" y="1848135"/>
                  </a:lnTo>
                  <a:lnTo>
                    <a:pt x="3758268" y="1848135"/>
                  </a:lnTo>
                  <a:lnTo>
                    <a:pt x="3758426" y="1848135"/>
                  </a:lnTo>
                  <a:lnTo>
                    <a:pt x="3758584" y="1848135"/>
                  </a:lnTo>
                  <a:lnTo>
                    <a:pt x="3758742" y="1848135"/>
                  </a:lnTo>
                  <a:lnTo>
                    <a:pt x="3758899" y="1848135"/>
                  </a:lnTo>
                  <a:lnTo>
                    <a:pt x="3759057" y="1848135"/>
                  </a:lnTo>
                  <a:lnTo>
                    <a:pt x="3759215" y="1848135"/>
                  </a:lnTo>
                  <a:lnTo>
                    <a:pt x="3759372" y="1848135"/>
                  </a:lnTo>
                  <a:lnTo>
                    <a:pt x="3759530" y="1848135"/>
                  </a:lnTo>
                  <a:lnTo>
                    <a:pt x="3759688" y="1848135"/>
                  </a:lnTo>
                  <a:lnTo>
                    <a:pt x="3759846" y="1848135"/>
                  </a:lnTo>
                  <a:lnTo>
                    <a:pt x="3760003" y="1848135"/>
                  </a:lnTo>
                  <a:lnTo>
                    <a:pt x="3760003" y="1847704"/>
                  </a:lnTo>
                  <a:lnTo>
                    <a:pt x="3760161" y="1847704"/>
                  </a:lnTo>
                  <a:lnTo>
                    <a:pt x="3760319" y="1847704"/>
                  </a:lnTo>
                  <a:lnTo>
                    <a:pt x="3760319" y="1847274"/>
                  </a:lnTo>
                  <a:lnTo>
                    <a:pt x="3760476" y="1847274"/>
                  </a:lnTo>
                  <a:lnTo>
                    <a:pt x="3760634" y="1847274"/>
                  </a:lnTo>
                  <a:lnTo>
                    <a:pt x="3760792" y="1847274"/>
                  </a:lnTo>
                  <a:lnTo>
                    <a:pt x="3760950" y="1847274"/>
                  </a:lnTo>
                  <a:lnTo>
                    <a:pt x="3761107" y="1847274"/>
                  </a:lnTo>
                  <a:lnTo>
                    <a:pt x="3761265" y="1847274"/>
                  </a:lnTo>
                  <a:lnTo>
                    <a:pt x="3761423" y="1847274"/>
                  </a:lnTo>
                  <a:lnTo>
                    <a:pt x="3761580" y="1847274"/>
                  </a:lnTo>
                  <a:lnTo>
                    <a:pt x="3761738" y="1847274"/>
                  </a:lnTo>
                  <a:lnTo>
                    <a:pt x="3761896" y="1847274"/>
                  </a:lnTo>
                  <a:lnTo>
                    <a:pt x="3761896" y="1846843"/>
                  </a:lnTo>
                  <a:lnTo>
                    <a:pt x="3761896" y="1846412"/>
                  </a:lnTo>
                  <a:lnTo>
                    <a:pt x="3762054" y="1846412"/>
                  </a:lnTo>
                  <a:lnTo>
                    <a:pt x="3762211" y="1846412"/>
                  </a:lnTo>
                  <a:lnTo>
                    <a:pt x="3762369" y="1846412"/>
                  </a:lnTo>
                  <a:lnTo>
                    <a:pt x="3762527" y="1846412"/>
                  </a:lnTo>
                  <a:lnTo>
                    <a:pt x="3762684" y="1846412"/>
                  </a:lnTo>
                  <a:lnTo>
                    <a:pt x="3762842" y="1846412"/>
                  </a:lnTo>
                  <a:lnTo>
                    <a:pt x="3763000" y="1846412"/>
                  </a:lnTo>
                  <a:lnTo>
                    <a:pt x="3763158" y="1846412"/>
                  </a:lnTo>
                  <a:lnTo>
                    <a:pt x="3763315" y="1846412"/>
                  </a:lnTo>
                  <a:lnTo>
                    <a:pt x="3763473" y="1846412"/>
                  </a:lnTo>
                  <a:lnTo>
                    <a:pt x="3763473" y="1845982"/>
                  </a:lnTo>
                  <a:lnTo>
                    <a:pt x="3763631" y="1845982"/>
                  </a:lnTo>
                  <a:lnTo>
                    <a:pt x="3763788" y="1845982"/>
                  </a:lnTo>
                  <a:lnTo>
                    <a:pt x="3763946" y="1845982"/>
                  </a:lnTo>
                  <a:lnTo>
                    <a:pt x="3764104" y="1845982"/>
                  </a:lnTo>
                  <a:lnTo>
                    <a:pt x="3764262" y="1845982"/>
                  </a:lnTo>
                  <a:lnTo>
                    <a:pt x="3764419" y="1845982"/>
                  </a:lnTo>
                  <a:lnTo>
                    <a:pt x="3764577" y="1845982"/>
                  </a:lnTo>
                  <a:lnTo>
                    <a:pt x="3764735" y="1845982"/>
                  </a:lnTo>
                  <a:lnTo>
                    <a:pt x="3764893" y="1845982"/>
                  </a:lnTo>
                  <a:lnTo>
                    <a:pt x="3765050" y="1845982"/>
                  </a:lnTo>
                  <a:lnTo>
                    <a:pt x="3765050" y="1845551"/>
                  </a:lnTo>
                  <a:lnTo>
                    <a:pt x="3765208" y="1845551"/>
                  </a:lnTo>
                  <a:lnTo>
                    <a:pt x="3765366" y="1845551"/>
                  </a:lnTo>
                  <a:lnTo>
                    <a:pt x="3765523" y="1845551"/>
                  </a:lnTo>
                  <a:lnTo>
                    <a:pt x="3765681" y="1845551"/>
                  </a:lnTo>
                  <a:lnTo>
                    <a:pt x="3765839" y="1845551"/>
                  </a:lnTo>
                  <a:lnTo>
                    <a:pt x="3765997" y="1845551"/>
                  </a:lnTo>
                  <a:lnTo>
                    <a:pt x="3766154" y="1845551"/>
                  </a:lnTo>
                  <a:lnTo>
                    <a:pt x="3766312" y="1845551"/>
                  </a:lnTo>
                  <a:lnTo>
                    <a:pt x="3766470" y="1845551"/>
                  </a:lnTo>
                  <a:lnTo>
                    <a:pt x="3766627" y="1845551"/>
                  </a:lnTo>
                  <a:lnTo>
                    <a:pt x="3766785" y="1845551"/>
                  </a:lnTo>
                  <a:lnTo>
                    <a:pt x="3766943" y="1845551"/>
                  </a:lnTo>
                  <a:lnTo>
                    <a:pt x="3766943" y="1845121"/>
                  </a:lnTo>
                  <a:lnTo>
                    <a:pt x="3767101" y="1845121"/>
                  </a:lnTo>
                  <a:lnTo>
                    <a:pt x="3767258" y="1845121"/>
                  </a:lnTo>
                  <a:lnTo>
                    <a:pt x="3767416" y="1845121"/>
                  </a:lnTo>
                  <a:lnTo>
                    <a:pt x="3767574" y="1845121"/>
                  </a:lnTo>
                  <a:lnTo>
                    <a:pt x="3767574" y="1844690"/>
                  </a:lnTo>
                  <a:lnTo>
                    <a:pt x="3767574" y="1844259"/>
                  </a:lnTo>
                  <a:lnTo>
                    <a:pt x="3767731" y="1844259"/>
                  </a:lnTo>
                  <a:lnTo>
                    <a:pt x="3767889" y="1844259"/>
                  </a:lnTo>
                  <a:lnTo>
                    <a:pt x="3768047" y="1844259"/>
                  </a:lnTo>
                  <a:lnTo>
                    <a:pt x="3768205" y="1844259"/>
                  </a:lnTo>
                  <a:lnTo>
                    <a:pt x="3768362" y="1844259"/>
                  </a:lnTo>
                  <a:lnTo>
                    <a:pt x="3768520" y="1844259"/>
                  </a:lnTo>
                  <a:lnTo>
                    <a:pt x="3768520" y="1843829"/>
                  </a:lnTo>
                  <a:lnTo>
                    <a:pt x="3768678" y="1843829"/>
                  </a:lnTo>
                  <a:lnTo>
                    <a:pt x="3768835" y="1843829"/>
                  </a:lnTo>
                  <a:lnTo>
                    <a:pt x="3768993" y="1843829"/>
                  </a:lnTo>
                  <a:lnTo>
                    <a:pt x="3769151" y="1843829"/>
                  </a:lnTo>
                  <a:lnTo>
                    <a:pt x="3769151" y="1843398"/>
                  </a:lnTo>
                  <a:lnTo>
                    <a:pt x="3769309" y="1843398"/>
                  </a:lnTo>
                  <a:lnTo>
                    <a:pt x="3769309" y="1842968"/>
                  </a:lnTo>
                  <a:lnTo>
                    <a:pt x="3769466" y="1842968"/>
                  </a:lnTo>
                  <a:lnTo>
                    <a:pt x="3769466" y="1842537"/>
                  </a:lnTo>
                  <a:lnTo>
                    <a:pt x="3769624" y="1842537"/>
                  </a:lnTo>
                  <a:lnTo>
                    <a:pt x="3769782" y="1842537"/>
                  </a:lnTo>
                  <a:lnTo>
                    <a:pt x="3769782" y="1842106"/>
                  </a:lnTo>
                  <a:lnTo>
                    <a:pt x="3769940" y="1842106"/>
                  </a:lnTo>
                  <a:lnTo>
                    <a:pt x="3769940" y="1841676"/>
                  </a:lnTo>
                  <a:lnTo>
                    <a:pt x="3770097" y="1841676"/>
                  </a:lnTo>
                  <a:lnTo>
                    <a:pt x="3770255" y="1841676"/>
                  </a:lnTo>
                  <a:lnTo>
                    <a:pt x="3770255" y="1841245"/>
                  </a:lnTo>
                  <a:lnTo>
                    <a:pt x="3770413" y="1841245"/>
                  </a:lnTo>
                  <a:lnTo>
                    <a:pt x="3770570" y="1841245"/>
                  </a:lnTo>
                  <a:lnTo>
                    <a:pt x="3770728" y="1841245"/>
                  </a:lnTo>
                  <a:lnTo>
                    <a:pt x="3770886" y="1841245"/>
                  </a:lnTo>
                  <a:lnTo>
                    <a:pt x="3771044" y="1841245"/>
                  </a:lnTo>
                  <a:lnTo>
                    <a:pt x="3771201" y="1841245"/>
                  </a:lnTo>
                  <a:lnTo>
                    <a:pt x="3771201" y="1840815"/>
                  </a:lnTo>
                  <a:lnTo>
                    <a:pt x="3771359" y="1840815"/>
                  </a:lnTo>
                  <a:lnTo>
                    <a:pt x="3771517" y="1840815"/>
                  </a:lnTo>
                  <a:lnTo>
                    <a:pt x="3771674" y="1840815"/>
                  </a:lnTo>
                  <a:lnTo>
                    <a:pt x="3771832" y="1840815"/>
                  </a:lnTo>
                  <a:lnTo>
                    <a:pt x="3771990" y="1840815"/>
                  </a:lnTo>
                  <a:lnTo>
                    <a:pt x="3772148" y="1840815"/>
                  </a:lnTo>
                  <a:lnTo>
                    <a:pt x="3772148" y="1840384"/>
                  </a:lnTo>
                  <a:lnTo>
                    <a:pt x="3772305" y="1840384"/>
                  </a:lnTo>
                  <a:lnTo>
                    <a:pt x="3772463" y="1840384"/>
                  </a:lnTo>
                  <a:lnTo>
                    <a:pt x="3772621" y="1840384"/>
                  </a:lnTo>
                  <a:lnTo>
                    <a:pt x="3772778" y="1840384"/>
                  </a:lnTo>
                  <a:lnTo>
                    <a:pt x="3772936" y="1840384"/>
                  </a:lnTo>
                  <a:lnTo>
                    <a:pt x="3773094" y="1840384"/>
                  </a:lnTo>
                  <a:lnTo>
                    <a:pt x="3773252" y="1840384"/>
                  </a:lnTo>
                  <a:lnTo>
                    <a:pt x="3773409" y="1840384"/>
                  </a:lnTo>
                  <a:lnTo>
                    <a:pt x="3773567" y="1840384"/>
                  </a:lnTo>
                  <a:lnTo>
                    <a:pt x="3773567" y="1839953"/>
                  </a:lnTo>
                  <a:lnTo>
                    <a:pt x="3773725" y="1839953"/>
                  </a:lnTo>
                  <a:lnTo>
                    <a:pt x="3773882" y="1839953"/>
                  </a:lnTo>
                  <a:lnTo>
                    <a:pt x="3773882" y="1839523"/>
                  </a:lnTo>
                  <a:lnTo>
                    <a:pt x="3774040" y="1839523"/>
                  </a:lnTo>
                  <a:lnTo>
                    <a:pt x="3774198" y="1839523"/>
                  </a:lnTo>
                  <a:lnTo>
                    <a:pt x="3774356" y="1839523"/>
                  </a:lnTo>
                  <a:lnTo>
                    <a:pt x="3774513" y="1839523"/>
                  </a:lnTo>
                  <a:lnTo>
                    <a:pt x="3774671" y="1839523"/>
                  </a:lnTo>
                  <a:lnTo>
                    <a:pt x="3774829" y="1839523"/>
                  </a:lnTo>
                  <a:lnTo>
                    <a:pt x="3774829" y="1839092"/>
                  </a:lnTo>
                  <a:lnTo>
                    <a:pt x="3774986" y="1839092"/>
                  </a:lnTo>
                  <a:lnTo>
                    <a:pt x="3775144" y="1839092"/>
                  </a:lnTo>
                  <a:lnTo>
                    <a:pt x="3775302" y="1839092"/>
                  </a:lnTo>
                  <a:lnTo>
                    <a:pt x="3775460" y="1839092"/>
                  </a:lnTo>
                  <a:lnTo>
                    <a:pt x="3775460" y="1838662"/>
                  </a:lnTo>
                  <a:lnTo>
                    <a:pt x="3775617" y="1838662"/>
                  </a:lnTo>
                  <a:lnTo>
                    <a:pt x="3775775" y="1838662"/>
                  </a:lnTo>
                  <a:lnTo>
                    <a:pt x="3775933" y="1838662"/>
                  </a:lnTo>
                  <a:lnTo>
                    <a:pt x="3775933" y="1838231"/>
                  </a:lnTo>
                  <a:lnTo>
                    <a:pt x="3776091" y="1838231"/>
                  </a:lnTo>
                  <a:lnTo>
                    <a:pt x="3776248" y="1838231"/>
                  </a:lnTo>
                  <a:lnTo>
                    <a:pt x="3776406" y="1838231"/>
                  </a:lnTo>
                  <a:lnTo>
                    <a:pt x="3776564" y="1838231"/>
                  </a:lnTo>
                  <a:lnTo>
                    <a:pt x="3776721" y="1838231"/>
                  </a:lnTo>
                  <a:lnTo>
                    <a:pt x="3776879" y="1838231"/>
                  </a:lnTo>
                  <a:lnTo>
                    <a:pt x="3776879" y="1837800"/>
                  </a:lnTo>
                  <a:lnTo>
                    <a:pt x="3777037" y="1837800"/>
                  </a:lnTo>
                  <a:lnTo>
                    <a:pt x="3777195" y="1837800"/>
                  </a:lnTo>
                  <a:lnTo>
                    <a:pt x="3777352" y="1837800"/>
                  </a:lnTo>
                  <a:lnTo>
                    <a:pt x="3777510" y="1837800"/>
                  </a:lnTo>
                  <a:lnTo>
                    <a:pt x="3777668" y="1837800"/>
                  </a:lnTo>
                  <a:lnTo>
                    <a:pt x="3777668" y="1837370"/>
                  </a:lnTo>
                  <a:lnTo>
                    <a:pt x="3777825" y="1837370"/>
                  </a:lnTo>
                  <a:lnTo>
                    <a:pt x="3777825" y="1836939"/>
                  </a:lnTo>
                  <a:lnTo>
                    <a:pt x="3777825" y="1836509"/>
                  </a:lnTo>
                  <a:lnTo>
                    <a:pt x="3777983" y="1836509"/>
                  </a:lnTo>
                  <a:lnTo>
                    <a:pt x="3778141" y="1836509"/>
                  </a:lnTo>
                  <a:lnTo>
                    <a:pt x="3778141" y="1836078"/>
                  </a:lnTo>
                  <a:lnTo>
                    <a:pt x="3778141" y="1835647"/>
                  </a:lnTo>
                  <a:lnTo>
                    <a:pt x="3778299" y="1835647"/>
                  </a:lnTo>
                  <a:lnTo>
                    <a:pt x="3778456" y="1835647"/>
                  </a:lnTo>
                  <a:lnTo>
                    <a:pt x="3778456" y="1835217"/>
                  </a:lnTo>
                  <a:lnTo>
                    <a:pt x="3778614" y="1835217"/>
                  </a:lnTo>
                  <a:lnTo>
                    <a:pt x="3778772" y="1835217"/>
                  </a:lnTo>
                  <a:lnTo>
                    <a:pt x="3778929" y="1835217"/>
                  </a:lnTo>
                  <a:lnTo>
                    <a:pt x="3779087" y="1835217"/>
                  </a:lnTo>
                  <a:lnTo>
                    <a:pt x="3779245" y="1835217"/>
                  </a:lnTo>
                  <a:lnTo>
                    <a:pt x="3779403" y="1835217"/>
                  </a:lnTo>
                  <a:lnTo>
                    <a:pt x="3779560" y="1835217"/>
                  </a:lnTo>
                  <a:lnTo>
                    <a:pt x="3779718" y="1835217"/>
                  </a:lnTo>
                  <a:lnTo>
                    <a:pt x="3779876" y="1835217"/>
                  </a:lnTo>
                  <a:lnTo>
                    <a:pt x="3779876" y="1834786"/>
                  </a:lnTo>
                  <a:lnTo>
                    <a:pt x="3780033" y="1834786"/>
                  </a:lnTo>
                  <a:lnTo>
                    <a:pt x="3780191" y="1834786"/>
                  </a:lnTo>
                  <a:lnTo>
                    <a:pt x="3780349" y="1834786"/>
                  </a:lnTo>
                  <a:lnTo>
                    <a:pt x="3780507" y="1834786"/>
                  </a:lnTo>
                  <a:lnTo>
                    <a:pt x="3780664" y="1834786"/>
                  </a:lnTo>
                  <a:lnTo>
                    <a:pt x="3780822" y="1834786"/>
                  </a:lnTo>
                  <a:lnTo>
                    <a:pt x="3780822" y="1834356"/>
                  </a:lnTo>
                  <a:lnTo>
                    <a:pt x="3780980" y="1834356"/>
                  </a:lnTo>
                  <a:lnTo>
                    <a:pt x="3780980" y="1833925"/>
                  </a:lnTo>
                  <a:lnTo>
                    <a:pt x="3781138" y="1833925"/>
                  </a:lnTo>
                  <a:lnTo>
                    <a:pt x="3781295" y="1833925"/>
                  </a:lnTo>
                  <a:lnTo>
                    <a:pt x="3781453" y="1833925"/>
                  </a:lnTo>
                  <a:lnTo>
                    <a:pt x="3781611" y="1833925"/>
                  </a:lnTo>
                  <a:lnTo>
                    <a:pt x="3781768" y="1833925"/>
                  </a:lnTo>
                  <a:lnTo>
                    <a:pt x="3781926" y="1833925"/>
                  </a:lnTo>
                  <a:lnTo>
                    <a:pt x="3782084" y="1833925"/>
                  </a:lnTo>
                  <a:lnTo>
                    <a:pt x="3782242" y="1833925"/>
                  </a:lnTo>
                  <a:lnTo>
                    <a:pt x="3782242" y="1833494"/>
                  </a:lnTo>
                  <a:lnTo>
                    <a:pt x="3782399" y="1833494"/>
                  </a:lnTo>
                  <a:lnTo>
                    <a:pt x="3782557" y="1833494"/>
                  </a:lnTo>
                  <a:lnTo>
                    <a:pt x="3782715" y="1833494"/>
                  </a:lnTo>
                  <a:lnTo>
                    <a:pt x="3782872" y="1833494"/>
                  </a:lnTo>
                  <a:lnTo>
                    <a:pt x="3783030" y="1833494"/>
                  </a:lnTo>
                  <a:lnTo>
                    <a:pt x="3783188" y="1833494"/>
                  </a:lnTo>
                  <a:lnTo>
                    <a:pt x="3783188" y="1833064"/>
                  </a:lnTo>
                  <a:lnTo>
                    <a:pt x="3783346" y="1833064"/>
                  </a:lnTo>
                  <a:lnTo>
                    <a:pt x="3783503" y="1833064"/>
                  </a:lnTo>
                  <a:lnTo>
                    <a:pt x="3783661" y="1833064"/>
                  </a:lnTo>
                  <a:lnTo>
                    <a:pt x="3783661" y="1832633"/>
                  </a:lnTo>
                  <a:lnTo>
                    <a:pt x="3783661" y="1832203"/>
                  </a:lnTo>
                  <a:lnTo>
                    <a:pt x="3783819" y="1832203"/>
                  </a:lnTo>
                  <a:lnTo>
                    <a:pt x="3783819" y="1831772"/>
                  </a:lnTo>
                  <a:lnTo>
                    <a:pt x="3783819" y="1831341"/>
                  </a:lnTo>
                  <a:lnTo>
                    <a:pt x="3783976" y="1831341"/>
                  </a:lnTo>
                  <a:lnTo>
                    <a:pt x="3783976" y="1830911"/>
                  </a:lnTo>
                  <a:lnTo>
                    <a:pt x="3783976" y="1830480"/>
                  </a:lnTo>
                  <a:lnTo>
                    <a:pt x="3783976" y="1830050"/>
                  </a:lnTo>
                  <a:lnTo>
                    <a:pt x="3784134" y="1830050"/>
                  </a:lnTo>
                  <a:lnTo>
                    <a:pt x="3784292" y="1830050"/>
                  </a:lnTo>
                  <a:lnTo>
                    <a:pt x="3784450" y="1830050"/>
                  </a:lnTo>
                  <a:lnTo>
                    <a:pt x="3784607" y="1830050"/>
                  </a:lnTo>
                  <a:lnTo>
                    <a:pt x="3784765" y="1830050"/>
                  </a:lnTo>
                  <a:lnTo>
                    <a:pt x="3784923" y="1830050"/>
                  </a:lnTo>
                  <a:lnTo>
                    <a:pt x="3785080" y="1830050"/>
                  </a:lnTo>
                  <a:lnTo>
                    <a:pt x="3785238" y="1830050"/>
                  </a:lnTo>
                  <a:lnTo>
                    <a:pt x="3785396" y="1830050"/>
                  </a:lnTo>
                  <a:lnTo>
                    <a:pt x="3785396" y="1829619"/>
                  </a:lnTo>
                  <a:lnTo>
                    <a:pt x="3785554" y="1829619"/>
                  </a:lnTo>
                  <a:lnTo>
                    <a:pt x="3785711" y="1829619"/>
                  </a:lnTo>
                  <a:lnTo>
                    <a:pt x="3785711" y="1829188"/>
                  </a:lnTo>
                  <a:lnTo>
                    <a:pt x="3785869" y="1829188"/>
                  </a:lnTo>
                  <a:lnTo>
                    <a:pt x="3786027" y="1829188"/>
                  </a:lnTo>
                  <a:lnTo>
                    <a:pt x="3786184" y="1829188"/>
                  </a:lnTo>
                  <a:lnTo>
                    <a:pt x="3786342" y="1829188"/>
                  </a:lnTo>
                  <a:lnTo>
                    <a:pt x="3786500" y="1829188"/>
                  </a:lnTo>
                  <a:lnTo>
                    <a:pt x="3786658" y="1829188"/>
                  </a:lnTo>
                  <a:lnTo>
                    <a:pt x="3786815" y="1829188"/>
                  </a:lnTo>
                  <a:lnTo>
                    <a:pt x="3786815" y="1828758"/>
                  </a:lnTo>
                  <a:lnTo>
                    <a:pt x="3786815" y="1828327"/>
                  </a:lnTo>
                  <a:lnTo>
                    <a:pt x="3786973" y="1828327"/>
                  </a:lnTo>
                  <a:lnTo>
                    <a:pt x="3786973" y="1827897"/>
                  </a:lnTo>
                  <a:lnTo>
                    <a:pt x="3787131" y="1827897"/>
                  </a:lnTo>
                  <a:lnTo>
                    <a:pt x="3787289" y="1827897"/>
                  </a:lnTo>
                  <a:lnTo>
                    <a:pt x="3787446" y="1827897"/>
                  </a:lnTo>
                  <a:lnTo>
                    <a:pt x="3787604" y="1827897"/>
                  </a:lnTo>
                  <a:lnTo>
                    <a:pt x="3787604" y="1827466"/>
                  </a:lnTo>
                  <a:lnTo>
                    <a:pt x="3787604" y="1827035"/>
                  </a:lnTo>
                  <a:lnTo>
                    <a:pt x="3787762" y="1827035"/>
                  </a:lnTo>
                  <a:lnTo>
                    <a:pt x="3787919" y="1827035"/>
                  </a:lnTo>
                  <a:lnTo>
                    <a:pt x="3788077" y="1827035"/>
                  </a:lnTo>
                  <a:lnTo>
                    <a:pt x="3788235" y="1827035"/>
                  </a:lnTo>
                  <a:lnTo>
                    <a:pt x="3788235" y="1826605"/>
                  </a:lnTo>
                  <a:lnTo>
                    <a:pt x="3788393" y="1826605"/>
                  </a:lnTo>
                  <a:lnTo>
                    <a:pt x="3788550" y="1826605"/>
                  </a:lnTo>
                  <a:lnTo>
                    <a:pt x="3788550" y="1826174"/>
                  </a:lnTo>
                  <a:lnTo>
                    <a:pt x="3788708" y="1826174"/>
                  </a:lnTo>
                  <a:lnTo>
                    <a:pt x="3788708" y="1825744"/>
                  </a:lnTo>
                  <a:lnTo>
                    <a:pt x="3788708" y="1825313"/>
                  </a:lnTo>
                  <a:lnTo>
                    <a:pt x="3788708" y="1824882"/>
                  </a:lnTo>
                  <a:lnTo>
                    <a:pt x="3788866" y="1824882"/>
                  </a:lnTo>
                  <a:lnTo>
                    <a:pt x="3789023" y="1824882"/>
                  </a:lnTo>
                  <a:lnTo>
                    <a:pt x="3789181" y="1824882"/>
                  </a:lnTo>
                  <a:lnTo>
                    <a:pt x="3789339" y="1824882"/>
                  </a:lnTo>
                  <a:lnTo>
                    <a:pt x="3789497" y="1824882"/>
                  </a:lnTo>
                  <a:lnTo>
                    <a:pt x="3789654" y="1824882"/>
                  </a:lnTo>
                  <a:lnTo>
                    <a:pt x="3789812" y="1824882"/>
                  </a:lnTo>
                  <a:lnTo>
                    <a:pt x="3789970" y="1824882"/>
                  </a:lnTo>
                  <a:lnTo>
                    <a:pt x="3790127" y="1824882"/>
                  </a:lnTo>
                  <a:lnTo>
                    <a:pt x="3790127" y="1824452"/>
                  </a:lnTo>
                  <a:lnTo>
                    <a:pt x="3790285" y="1824452"/>
                  </a:lnTo>
                  <a:lnTo>
                    <a:pt x="3790443" y="1824452"/>
                  </a:lnTo>
                  <a:lnTo>
                    <a:pt x="3790601" y="1824452"/>
                  </a:lnTo>
                  <a:lnTo>
                    <a:pt x="3790758" y="1824452"/>
                  </a:lnTo>
                  <a:lnTo>
                    <a:pt x="3790916" y="1824452"/>
                  </a:lnTo>
                  <a:lnTo>
                    <a:pt x="3791074" y="1824452"/>
                  </a:lnTo>
                  <a:lnTo>
                    <a:pt x="3791074" y="1824021"/>
                  </a:lnTo>
                  <a:lnTo>
                    <a:pt x="3791231" y="1824021"/>
                  </a:lnTo>
                  <a:lnTo>
                    <a:pt x="3791389" y="1824021"/>
                  </a:lnTo>
                  <a:lnTo>
                    <a:pt x="3791547" y="1824021"/>
                  </a:lnTo>
                  <a:lnTo>
                    <a:pt x="3791547" y="1823591"/>
                  </a:lnTo>
                  <a:lnTo>
                    <a:pt x="3791705" y="1823591"/>
                  </a:lnTo>
                  <a:lnTo>
                    <a:pt x="3791862" y="1823591"/>
                  </a:lnTo>
                  <a:lnTo>
                    <a:pt x="3791862" y="1823160"/>
                  </a:lnTo>
                  <a:lnTo>
                    <a:pt x="3792020" y="1823160"/>
                  </a:lnTo>
                  <a:lnTo>
                    <a:pt x="3792178" y="1823160"/>
                  </a:lnTo>
                  <a:lnTo>
                    <a:pt x="3792336" y="1823160"/>
                  </a:lnTo>
                  <a:lnTo>
                    <a:pt x="3792493" y="1823160"/>
                  </a:lnTo>
                  <a:lnTo>
                    <a:pt x="3792651" y="1823160"/>
                  </a:lnTo>
                  <a:lnTo>
                    <a:pt x="3792809" y="1823160"/>
                  </a:lnTo>
                  <a:lnTo>
                    <a:pt x="3792966" y="1823160"/>
                  </a:lnTo>
                  <a:lnTo>
                    <a:pt x="3793124" y="1823160"/>
                  </a:lnTo>
                  <a:lnTo>
                    <a:pt x="3793282" y="1823160"/>
                  </a:lnTo>
                  <a:lnTo>
                    <a:pt x="3793440" y="1823160"/>
                  </a:lnTo>
                  <a:lnTo>
                    <a:pt x="3793440" y="1822729"/>
                  </a:lnTo>
                  <a:lnTo>
                    <a:pt x="3793597" y="1822729"/>
                  </a:lnTo>
                  <a:lnTo>
                    <a:pt x="3793755" y="1822729"/>
                  </a:lnTo>
                  <a:lnTo>
                    <a:pt x="3793913" y="1822729"/>
                  </a:lnTo>
                  <a:lnTo>
                    <a:pt x="3794070" y="1822729"/>
                  </a:lnTo>
                  <a:lnTo>
                    <a:pt x="3794070" y="1822299"/>
                  </a:lnTo>
                  <a:lnTo>
                    <a:pt x="3794228" y="1822299"/>
                  </a:lnTo>
                  <a:lnTo>
                    <a:pt x="3794386" y="1822299"/>
                  </a:lnTo>
                  <a:lnTo>
                    <a:pt x="3794386" y="1821868"/>
                  </a:lnTo>
                  <a:lnTo>
                    <a:pt x="3794544" y="1821868"/>
                  </a:lnTo>
                  <a:lnTo>
                    <a:pt x="3794544" y="1821438"/>
                  </a:lnTo>
                  <a:lnTo>
                    <a:pt x="3794701" y="1821438"/>
                  </a:lnTo>
                  <a:lnTo>
                    <a:pt x="3794701" y="1821007"/>
                  </a:lnTo>
                  <a:lnTo>
                    <a:pt x="3794859" y="1821007"/>
                  </a:lnTo>
                  <a:lnTo>
                    <a:pt x="3794859" y="1820576"/>
                  </a:lnTo>
                  <a:lnTo>
                    <a:pt x="3794859" y="1820146"/>
                  </a:lnTo>
                  <a:lnTo>
                    <a:pt x="3794859" y="1819715"/>
                  </a:lnTo>
                  <a:lnTo>
                    <a:pt x="3795017" y="1819715"/>
                  </a:lnTo>
                  <a:lnTo>
                    <a:pt x="3795017" y="1819285"/>
                  </a:lnTo>
                  <a:lnTo>
                    <a:pt x="3795174" y="1819285"/>
                  </a:lnTo>
                  <a:lnTo>
                    <a:pt x="3795174" y="1818854"/>
                  </a:lnTo>
                  <a:lnTo>
                    <a:pt x="3795174" y="1818423"/>
                  </a:lnTo>
                  <a:lnTo>
                    <a:pt x="3795332" y="1818423"/>
                  </a:lnTo>
                  <a:lnTo>
                    <a:pt x="3795490" y="1818423"/>
                  </a:lnTo>
                  <a:lnTo>
                    <a:pt x="3795490" y="1817993"/>
                  </a:lnTo>
                  <a:lnTo>
                    <a:pt x="3795490" y="1817562"/>
                  </a:lnTo>
                  <a:lnTo>
                    <a:pt x="3795648" y="1817562"/>
                  </a:lnTo>
                  <a:lnTo>
                    <a:pt x="3795805" y="1817562"/>
                  </a:lnTo>
                  <a:lnTo>
                    <a:pt x="3795963" y="1817562"/>
                  </a:lnTo>
                  <a:lnTo>
                    <a:pt x="3796121" y="1817562"/>
                  </a:lnTo>
                  <a:lnTo>
                    <a:pt x="3796278" y="1817562"/>
                  </a:lnTo>
                  <a:lnTo>
                    <a:pt x="3796436" y="1817562"/>
                  </a:lnTo>
                  <a:lnTo>
                    <a:pt x="3796436" y="1817132"/>
                  </a:lnTo>
                  <a:lnTo>
                    <a:pt x="3796594" y="1817132"/>
                  </a:lnTo>
                  <a:lnTo>
                    <a:pt x="3796752" y="1817132"/>
                  </a:lnTo>
                  <a:lnTo>
                    <a:pt x="3796752" y="1816701"/>
                  </a:lnTo>
                  <a:lnTo>
                    <a:pt x="3796909" y="1816701"/>
                  </a:lnTo>
                  <a:lnTo>
                    <a:pt x="3797067" y="1816701"/>
                  </a:lnTo>
                  <a:lnTo>
                    <a:pt x="3797067" y="1816270"/>
                  </a:lnTo>
                  <a:lnTo>
                    <a:pt x="3797225" y="1816270"/>
                  </a:lnTo>
                  <a:lnTo>
                    <a:pt x="3797382" y="1816270"/>
                  </a:lnTo>
                  <a:lnTo>
                    <a:pt x="3797540" y="1816270"/>
                  </a:lnTo>
                  <a:lnTo>
                    <a:pt x="3797698" y="1816270"/>
                  </a:lnTo>
                  <a:lnTo>
                    <a:pt x="3797856" y="1816270"/>
                  </a:lnTo>
                  <a:lnTo>
                    <a:pt x="3798013" y="1816270"/>
                  </a:lnTo>
                  <a:lnTo>
                    <a:pt x="3798171" y="1816270"/>
                  </a:lnTo>
                  <a:lnTo>
                    <a:pt x="3798171" y="1815840"/>
                  </a:lnTo>
                  <a:lnTo>
                    <a:pt x="3798329" y="1815840"/>
                  </a:lnTo>
                  <a:lnTo>
                    <a:pt x="3798487" y="1815840"/>
                  </a:lnTo>
                  <a:lnTo>
                    <a:pt x="3798644" y="1815840"/>
                  </a:lnTo>
                  <a:lnTo>
                    <a:pt x="3798802" y="1815840"/>
                  </a:lnTo>
                  <a:lnTo>
                    <a:pt x="3798960" y="1815840"/>
                  </a:lnTo>
                  <a:lnTo>
                    <a:pt x="3799117" y="1815840"/>
                  </a:lnTo>
                  <a:lnTo>
                    <a:pt x="3799275" y="1815840"/>
                  </a:lnTo>
                  <a:lnTo>
                    <a:pt x="3799433" y="1815840"/>
                  </a:lnTo>
                  <a:lnTo>
                    <a:pt x="3799591" y="1815840"/>
                  </a:lnTo>
                  <a:lnTo>
                    <a:pt x="3799748" y="1815840"/>
                  </a:lnTo>
                  <a:lnTo>
                    <a:pt x="3799906" y="1815840"/>
                  </a:lnTo>
                  <a:lnTo>
                    <a:pt x="3800064" y="1815840"/>
                  </a:lnTo>
                  <a:lnTo>
                    <a:pt x="3800221" y="1815840"/>
                  </a:lnTo>
                  <a:lnTo>
                    <a:pt x="3800379" y="1815840"/>
                  </a:lnTo>
                  <a:lnTo>
                    <a:pt x="3800537" y="1815840"/>
                  </a:lnTo>
                  <a:lnTo>
                    <a:pt x="3800695" y="1815840"/>
                  </a:lnTo>
                  <a:lnTo>
                    <a:pt x="3800852" y="1815840"/>
                  </a:lnTo>
                  <a:lnTo>
                    <a:pt x="3800852" y="1815409"/>
                  </a:lnTo>
                  <a:lnTo>
                    <a:pt x="3801010" y="1815409"/>
                  </a:lnTo>
                  <a:lnTo>
                    <a:pt x="3801168" y="1815409"/>
                  </a:lnTo>
                  <a:lnTo>
                    <a:pt x="3801325" y="1815409"/>
                  </a:lnTo>
                  <a:lnTo>
                    <a:pt x="3801483" y="1815409"/>
                  </a:lnTo>
                  <a:lnTo>
                    <a:pt x="3801641" y="1815409"/>
                  </a:lnTo>
                  <a:lnTo>
                    <a:pt x="3801641" y="1814979"/>
                  </a:lnTo>
                  <a:lnTo>
                    <a:pt x="3801799" y="1814979"/>
                  </a:lnTo>
                  <a:lnTo>
                    <a:pt x="3801799" y="1814548"/>
                  </a:lnTo>
                  <a:lnTo>
                    <a:pt x="3801956" y="1814548"/>
                  </a:lnTo>
                  <a:lnTo>
                    <a:pt x="3802114" y="1814548"/>
                  </a:lnTo>
                  <a:lnTo>
                    <a:pt x="3802272" y="1814548"/>
                  </a:lnTo>
                  <a:lnTo>
                    <a:pt x="3802429" y="1814548"/>
                  </a:lnTo>
                  <a:lnTo>
                    <a:pt x="3802429" y="1814117"/>
                  </a:lnTo>
                  <a:lnTo>
                    <a:pt x="3802587" y="1814117"/>
                  </a:lnTo>
                  <a:lnTo>
                    <a:pt x="3802587" y="1813687"/>
                  </a:lnTo>
                  <a:lnTo>
                    <a:pt x="3802745" y="1813687"/>
                  </a:lnTo>
                  <a:lnTo>
                    <a:pt x="3802903" y="1813687"/>
                  </a:lnTo>
                  <a:lnTo>
                    <a:pt x="3803060" y="1813687"/>
                  </a:lnTo>
                  <a:lnTo>
                    <a:pt x="3803218" y="1813687"/>
                  </a:lnTo>
                  <a:lnTo>
                    <a:pt x="3803376" y="1813687"/>
                  </a:lnTo>
                  <a:lnTo>
                    <a:pt x="3803533" y="1813687"/>
                  </a:lnTo>
                  <a:lnTo>
                    <a:pt x="3803691" y="1813687"/>
                  </a:lnTo>
                  <a:lnTo>
                    <a:pt x="3803849" y="1813687"/>
                  </a:lnTo>
                  <a:lnTo>
                    <a:pt x="3804007" y="1813687"/>
                  </a:lnTo>
                  <a:lnTo>
                    <a:pt x="3804164" y="1813687"/>
                  </a:lnTo>
                  <a:lnTo>
                    <a:pt x="3804322" y="1813687"/>
                  </a:lnTo>
                  <a:lnTo>
                    <a:pt x="3804480" y="1813687"/>
                  </a:lnTo>
                  <a:lnTo>
                    <a:pt x="3804638" y="1813687"/>
                  </a:lnTo>
                  <a:lnTo>
                    <a:pt x="3804638" y="1813256"/>
                  </a:lnTo>
                  <a:lnTo>
                    <a:pt x="3804795" y="1813256"/>
                  </a:lnTo>
                  <a:lnTo>
                    <a:pt x="3804953" y="1813256"/>
                  </a:lnTo>
                  <a:lnTo>
                    <a:pt x="3805111" y="1813256"/>
                  </a:lnTo>
                  <a:lnTo>
                    <a:pt x="3805268" y="1813256"/>
                  </a:lnTo>
                  <a:lnTo>
                    <a:pt x="3805426" y="1813256"/>
                  </a:lnTo>
                  <a:lnTo>
                    <a:pt x="3805584" y="1813256"/>
                  </a:lnTo>
                  <a:lnTo>
                    <a:pt x="3805742" y="1813256"/>
                  </a:lnTo>
                  <a:lnTo>
                    <a:pt x="3805899" y="1813256"/>
                  </a:lnTo>
                  <a:lnTo>
                    <a:pt x="3806057" y="1813256"/>
                  </a:lnTo>
                  <a:lnTo>
                    <a:pt x="3806057" y="1812826"/>
                  </a:lnTo>
                  <a:lnTo>
                    <a:pt x="3806215" y="1812826"/>
                  </a:lnTo>
                  <a:lnTo>
                    <a:pt x="3806215" y="1812395"/>
                  </a:lnTo>
                  <a:lnTo>
                    <a:pt x="3806372" y="1812395"/>
                  </a:lnTo>
                  <a:lnTo>
                    <a:pt x="3806372" y="1811964"/>
                  </a:lnTo>
                  <a:lnTo>
                    <a:pt x="3806530" y="1811964"/>
                  </a:lnTo>
                  <a:lnTo>
                    <a:pt x="3806530" y="1811534"/>
                  </a:lnTo>
                  <a:lnTo>
                    <a:pt x="3806688" y="1811534"/>
                  </a:lnTo>
                  <a:lnTo>
                    <a:pt x="3806846" y="1811534"/>
                  </a:lnTo>
                  <a:lnTo>
                    <a:pt x="3806846" y="1811103"/>
                  </a:lnTo>
                  <a:lnTo>
                    <a:pt x="3807003" y="1811103"/>
                  </a:lnTo>
                  <a:lnTo>
                    <a:pt x="3807161" y="1811103"/>
                  </a:lnTo>
                  <a:lnTo>
                    <a:pt x="3807319" y="1811103"/>
                  </a:lnTo>
                  <a:lnTo>
                    <a:pt x="3807476" y="1811103"/>
                  </a:lnTo>
                  <a:lnTo>
                    <a:pt x="3807634" y="1811103"/>
                  </a:lnTo>
                  <a:lnTo>
                    <a:pt x="3807792" y="1811103"/>
                  </a:lnTo>
                  <a:lnTo>
                    <a:pt x="3807950" y="1811103"/>
                  </a:lnTo>
                  <a:lnTo>
                    <a:pt x="3808107" y="1811103"/>
                  </a:lnTo>
                  <a:lnTo>
                    <a:pt x="3808265" y="1811103"/>
                  </a:lnTo>
                  <a:lnTo>
                    <a:pt x="3808423" y="1811103"/>
                  </a:lnTo>
                  <a:lnTo>
                    <a:pt x="3808580" y="1811103"/>
                  </a:lnTo>
                  <a:lnTo>
                    <a:pt x="3808738" y="1811103"/>
                  </a:lnTo>
                  <a:lnTo>
                    <a:pt x="3808896" y="1811103"/>
                  </a:lnTo>
                  <a:lnTo>
                    <a:pt x="3809054" y="1811103"/>
                  </a:lnTo>
                  <a:lnTo>
                    <a:pt x="3809211" y="1811103"/>
                  </a:lnTo>
                  <a:lnTo>
                    <a:pt x="3809369" y="1811103"/>
                  </a:lnTo>
                  <a:lnTo>
                    <a:pt x="3809527" y="1811103"/>
                  </a:lnTo>
                  <a:lnTo>
                    <a:pt x="3809685" y="1811103"/>
                  </a:lnTo>
                  <a:lnTo>
                    <a:pt x="3809685" y="1810673"/>
                  </a:lnTo>
                  <a:lnTo>
                    <a:pt x="3809685" y="1810242"/>
                  </a:lnTo>
                  <a:lnTo>
                    <a:pt x="3809685" y="1809811"/>
                  </a:lnTo>
                  <a:lnTo>
                    <a:pt x="3809842" y="1809811"/>
                  </a:lnTo>
                  <a:lnTo>
                    <a:pt x="3810000" y="1809811"/>
                  </a:lnTo>
                  <a:lnTo>
                    <a:pt x="3810000" y="1809381"/>
                  </a:lnTo>
                  <a:lnTo>
                    <a:pt x="3810000" y="1808950"/>
                  </a:lnTo>
                  <a:lnTo>
                    <a:pt x="3810000" y="1808520"/>
                  </a:lnTo>
                  <a:lnTo>
                    <a:pt x="3810158" y="1808520"/>
                  </a:lnTo>
                  <a:lnTo>
                    <a:pt x="3810315" y="1808520"/>
                  </a:lnTo>
                  <a:lnTo>
                    <a:pt x="3810473" y="1808520"/>
                  </a:lnTo>
                  <a:lnTo>
                    <a:pt x="3810631" y="1808520"/>
                  </a:lnTo>
                  <a:lnTo>
                    <a:pt x="3810631" y="1808089"/>
                  </a:lnTo>
                  <a:lnTo>
                    <a:pt x="3810789" y="1808089"/>
                  </a:lnTo>
                  <a:lnTo>
                    <a:pt x="3810946" y="1808089"/>
                  </a:lnTo>
                  <a:lnTo>
                    <a:pt x="3810946" y="1807658"/>
                  </a:lnTo>
                  <a:lnTo>
                    <a:pt x="3811104" y="1807658"/>
                  </a:lnTo>
                  <a:lnTo>
                    <a:pt x="3811104" y="1807228"/>
                  </a:lnTo>
                  <a:lnTo>
                    <a:pt x="3811262" y="1807228"/>
                  </a:lnTo>
                  <a:lnTo>
                    <a:pt x="3811419" y="1807228"/>
                  </a:lnTo>
                  <a:lnTo>
                    <a:pt x="3811577" y="1807228"/>
                  </a:lnTo>
                  <a:lnTo>
                    <a:pt x="3811735" y="1807228"/>
                  </a:lnTo>
                  <a:lnTo>
                    <a:pt x="3811893" y="1807228"/>
                  </a:lnTo>
                  <a:lnTo>
                    <a:pt x="3811893" y="1806797"/>
                  </a:lnTo>
                  <a:lnTo>
                    <a:pt x="3812050" y="1806797"/>
                  </a:lnTo>
                  <a:lnTo>
                    <a:pt x="3812208" y="1806797"/>
                  </a:lnTo>
                  <a:lnTo>
                    <a:pt x="3812366" y="1806797"/>
                  </a:lnTo>
                  <a:lnTo>
                    <a:pt x="3812366" y="1806367"/>
                  </a:lnTo>
                  <a:lnTo>
                    <a:pt x="3812523" y="1806367"/>
                  </a:lnTo>
                  <a:lnTo>
                    <a:pt x="3812681" y="1806367"/>
                  </a:lnTo>
                  <a:lnTo>
                    <a:pt x="3812839" y="1806367"/>
                  </a:lnTo>
                  <a:lnTo>
                    <a:pt x="3812997" y="1806367"/>
                  </a:lnTo>
                  <a:lnTo>
                    <a:pt x="3813154" y="1806367"/>
                  </a:lnTo>
                  <a:lnTo>
                    <a:pt x="3813154" y="1805936"/>
                  </a:lnTo>
                  <a:lnTo>
                    <a:pt x="3813312" y="1805936"/>
                  </a:lnTo>
                  <a:lnTo>
                    <a:pt x="3813312" y="1805505"/>
                  </a:lnTo>
                  <a:lnTo>
                    <a:pt x="3813470" y="1805505"/>
                  </a:lnTo>
                  <a:lnTo>
                    <a:pt x="3813627" y="1805505"/>
                  </a:lnTo>
                  <a:lnTo>
                    <a:pt x="3813785" y="1805505"/>
                  </a:lnTo>
                  <a:lnTo>
                    <a:pt x="3813785" y="1805075"/>
                  </a:lnTo>
                  <a:lnTo>
                    <a:pt x="3813785" y="1804644"/>
                  </a:lnTo>
                  <a:lnTo>
                    <a:pt x="3813943" y="1804644"/>
                  </a:lnTo>
                  <a:lnTo>
                    <a:pt x="3814101" y="1804644"/>
                  </a:lnTo>
                  <a:lnTo>
                    <a:pt x="3814101" y="1804214"/>
                  </a:lnTo>
                  <a:lnTo>
                    <a:pt x="3814258" y="1804214"/>
                  </a:lnTo>
                  <a:lnTo>
                    <a:pt x="3814416" y="1804214"/>
                  </a:lnTo>
                  <a:lnTo>
                    <a:pt x="3814574" y="1804214"/>
                  </a:lnTo>
                  <a:lnTo>
                    <a:pt x="3814574" y="1803783"/>
                  </a:lnTo>
                  <a:lnTo>
                    <a:pt x="3814731" y="1803783"/>
                  </a:lnTo>
                  <a:lnTo>
                    <a:pt x="3814731" y="1803352"/>
                  </a:lnTo>
                  <a:lnTo>
                    <a:pt x="3814889" y="1803352"/>
                  </a:lnTo>
                  <a:lnTo>
                    <a:pt x="3815047" y="1803352"/>
                  </a:lnTo>
                  <a:lnTo>
                    <a:pt x="3815205" y="1803352"/>
                  </a:lnTo>
                  <a:lnTo>
                    <a:pt x="3815205" y="1802922"/>
                  </a:lnTo>
                  <a:lnTo>
                    <a:pt x="3815205" y="1802491"/>
                  </a:lnTo>
                  <a:lnTo>
                    <a:pt x="3815362" y="1802491"/>
                  </a:lnTo>
                  <a:lnTo>
                    <a:pt x="3815362" y="1802061"/>
                  </a:lnTo>
                  <a:lnTo>
                    <a:pt x="3815520" y="1802061"/>
                  </a:lnTo>
                  <a:lnTo>
                    <a:pt x="3815678" y="1802061"/>
                  </a:lnTo>
                  <a:lnTo>
                    <a:pt x="3815836" y="1802061"/>
                  </a:lnTo>
                  <a:lnTo>
                    <a:pt x="3815836" y="1801630"/>
                  </a:lnTo>
                  <a:lnTo>
                    <a:pt x="3815836" y="1801199"/>
                  </a:lnTo>
                  <a:lnTo>
                    <a:pt x="3815836" y="1800769"/>
                  </a:lnTo>
                  <a:lnTo>
                    <a:pt x="3815836" y="1800338"/>
                  </a:lnTo>
                  <a:lnTo>
                    <a:pt x="3815993" y="1800338"/>
                  </a:lnTo>
                  <a:lnTo>
                    <a:pt x="3816151" y="1800338"/>
                  </a:lnTo>
                  <a:lnTo>
                    <a:pt x="3816309" y="1800338"/>
                  </a:lnTo>
                  <a:lnTo>
                    <a:pt x="3816466" y="1800338"/>
                  </a:lnTo>
                  <a:lnTo>
                    <a:pt x="3816624" y="1800338"/>
                  </a:lnTo>
                  <a:lnTo>
                    <a:pt x="3816782" y="1800338"/>
                  </a:lnTo>
                  <a:lnTo>
                    <a:pt x="3816782" y="1799908"/>
                  </a:lnTo>
                  <a:lnTo>
                    <a:pt x="3816940" y="1799908"/>
                  </a:lnTo>
                  <a:lnTo>
                    <a:pt x="3817097" y="1799908"/>
                  </a:lnTo>
                  <a:lnTo>
                    <a:pt x="3817255" y="1799908"/>
                  </a:lnTo>
                  <a:lnTo>
                    <a:pt x="3817255" y="1799477"/>
                  </a:lnTo>
                  <a:lnTo>
                    <a:pt x="3817413" y="1799477"/>
                  </a:lnTo>
                  <a:lnTo>
                    <a:pt x="3817570" y="1799477"/>
                  </a:lnTo>
                  <a:lnTo>
                    <a:pt x="3817570" y="1799046"/>
                  </a:lnTo>
                  <a:lnTo>
                    <a:pt x="3817728" y="1799046"/>
                  </a:lnTo>
                  <a:lnTo>
                    <a:pt x="3817886" y="1799046"/>
                  </a:lnTo>
                  <a:lnTo>
                    <a:pt x="3817886" y="1798616"/>
                  </a:lnTo>
                  <a:lnTo>
                    <a:pt x="3817886" y="1798185"/>
                  </a:lnTo>
                  <a:lnTo>
                    <a:pt x="3817886" y="1797755"/>
                  </a:lnTo>
                  <a:lnTo>
                    <a:pt x="3818044" y="1797755"/>
                  </a:lnTo>
                  <a:lnTo>
                    <a:pt x="3818044" y="1797324"/>
                  </a:lnTo>
                  <a:lnTo>
                    <a:pt x="3818044" y="1796893"/>
                  </a:lnTo>
                  <a:lnTo>
                    <a:pt x="3818201" y="1796893"/>
                  </a:lnTo>
                  <a:lnTo>
                    <a:pt x="3818359" y="1796893"/>
                  </a:lnTo>
                  <a:lnTo>
                    <a:pt x="3818517" y="1796893"/>
                  </a:lnTo>
                  <a:lnTo>
                    <a:pt x="3818674" y="1796893"/>
                  </a:lnTo>
                  <a:lnTo>
                    <a:pt x="3818832" y="1796893"/>
                  </a:lnTo>
                  <a:lnTo>
                    <a:pt x="3818990" y="1796893"/>
                  </a:lnTo>
                  <a:lnTo>
                    <a:pt x="3819148" y="1796893"/>
                  </a:lnTo>
                  <a:lnTo>
                    <a:pt x="3819305" y="1796893"/>
                  </a:lnTo>
                  <a:lnTo>
                    <a:pt x="3819463" y="1796893"/>
                  </a:lnTo>
                  <a:lnTo>
                    <a:pt x="3819463" y="1796463"/>
                  </a:lnTo>
                  <a:lnTo>
                    <a:pt x="3819621" y="1796463"/>
                  </a:lnTo>
                  <a:lnTo>
                    <a:pt x="3819778" y="1796463"/>
                  </a:lnTo>
                  <a:lnTo>
                    <a:pt x="3819936" y="1796463"/>
                  </a:lnTo>
                  <a:lnTo>
                    <a:pt x="3820094" y="1796463"/>
                  </a:lnTo>
                  <a:lnTo>
                    <a:pt x="3820252" y="1796463"/>
                  </a:lnTo>
                  <a:lnTo>
                    <a:pt x="3820409" y="1796463"/>
                  </a:lnTo>
                  <a:lnTo>
                    <a:pt x="3820567" y="1796463"/>
                  </a:lnTo>
                  <a:lnTo>
                    <a:pt x="3820725" y="1796463"/>
                  </a:lnTo>
                  <a:lnTo>
                    <a:pt x="3820883" y="1796463"/>
                  </a:lnTo>
                  <a:lnTo>
                    <a:pt x="3821040" y="1796463"/>
                  </a:lnTo>
                  <a:lnTo>
                    <a:pt x="3821198" y="1796463"/>
                  </a:lnTo>
                  <a:lnTo>
                    <a:pt x="3821198" y="1796032"/>
                  </a:lnTo>
                  <a:lnTo>
                    <a:pt x="3821356" y="1796032"/>
                  </a:lnTo>
                  <a:lnTo>
                    <a:pt x="3821513" y="1796032"/>
                  </a:lnTo>
                  <a:lnTo>
                    <a:pt x="3821513" y="1795602"/>
                  </a:lnTo>
                  <a:lnTo>
                    <a:pt x="3821671" y="1795602"/>
                  </a:lnTo>
                  <a:lnTo>
                    <a:pt x="3821671" y="1795171"/>
                  </a:lnTo>
                  <a:lnTo>
                    <a:pt x="3821829" y="1795171"/>
                  </a:lnTo>
                  <a:lnTo>
                    <a:pt x="3821987" y="1795171"/>
                  </a:lnTo>
                  <a:lnTo>
                    <a:pt x="3822144" y="1795171"/>
                  </a:lnTo>
                  <a:lnTo>
                    <a:pt x="3822302" y="1795171"/>
                  </a:lnTo>
                  <a:lnTo>
                    <a:pt x="3822460" y="1795171"/>
                  </a:lnTo>
                  <a:lnTo>
                    <a:pt x="3822617" y="1795171"/>
                  </a:lnTo>
                  <a:lnTo>
                    <a:pt x="3822775" y="1795171"/>
                  </a:lnTo>
                  <a:lnTo>
                    <a:pt x="3822933" y="1795171"/>
                  </a:lnTo>
                  <a:lnTo>
                    <a:pt x="3823091" y="1795171"/>
                  </a:lnTo>
                  <a:lnTo>
                    <a:pt x="3823248" y="1795171"/>
                  </a:lnTo>
                  <a:lnTo>
                    <a:pt x="3823406" y="1795171"/>
                  </a:lnTo>
                  <a:lnTo>
                    <a:pt x="3823564" y="1795171"/>
                  </a:lnTo>
                  <a:lnTo>
                    <a:pt x="3823564" y="1794740"/>
                  </a:lnTo>
                  <a:lnTo>
                    <a:pt x="3823721" y="1794740"/>
                  </a:lnTo>
                  <a:lnTo>
                    <a:pt x="3823879" y="1794740"/>
                  </a:lnTo>
                  <a:lnTo>
                    <a:pt x="3824037" y="1794740"/>
                  </a:lnTo>
                  <a:lnTo>
                    <a:pt x="3824195" y="1794740"/>
                  </a:lnTo>
                  <a:lnTo>
                    <a:pt x="3824352" y="1794740"/>
                  </a:lnTo>
                  <a:lnTo>
                    <a:pt x="3824510" y="1794740"/>
                  </a:lnTo>
                  <a:lnTo>
                    <a:pt x="3824668" y="1794740"/>
                  </a:lnTo>
                  <a:lnTo>
                    <a:pt x="3824825" y="1794740"/>
                  </a:lnTo>
                  <a:lnTo>
                    <a:pt x="3824825" y="1794310"/>
                  </a:lnTo>
                  <a:lnTo>
                    <a:pt x="3824983" y="1794310"/>
                  </a:lnTo>
                  <a:lnTo>
                    <a:pt x="3825141" y="1794310"/>
                  </a:lnTo>
                  <a:lnTo>
                    <a:pt x="3825299" y="1794310"/>
                  </a:lnTo>
                  <a:lnTo>
                    <a:pt x="3825299" y="1793879"/>
                  </a:lnTo>
                  <a:lnTo>
                    <a:pt x="3825456" y="1793879"/>
                  </a:lnTo>
                  <a:lnTo>
                    <a:pt x="3825614" y="1793879"/>
                  </a:lnTo>
                  <a:lnTo>
                    <a:pt x="3825772" y="1793879"/>
                  </a:lnTo>
                  <a:lnTo>
                    <a:pt x="3825929" y="1793879"/>
                  </a:lnTo>
                  <a:lnTo>
                    <a:pt x="3826087" y="1793879"/>
                  </a:lnTo>
                  <a:lnTo>
                    <a:pt x="3826245" y="1793879"/>
                  </a:lnTo>
                  <a:lnTo>
                    <a:pt x="3826245" y="1793449"/>
                  </a:lnTo>
                  <a:lnTo>
                    <a:pt x="3826403" y="1793449"/>
                  </a:lnTo>
                  <a:lnTo>
                    <a:pt x="3826560" y="1793449"/>
                  </a:lnTo>
                  <a:lnTo>
                    <a:pt x="3826718" y="1793449"/>
                  </a:lnTo>
                  <a:lnTo>
                    <a:pt x="3826876" y="1793449"/>
                  </a:lnTo>
                  <a:lnTo>
                    <a:pt x="3826876" y="1793018"/>
                  </a:lnTo>
                  <a:lnTo>
                    <a:pt x="3827034" y="1793018"/>
                  </a:lnTo>
                  <a:lnTo>
                    <a:pt x="3827191" y="1793018"/>
                  </a:lnTo>
                  <a:lnTo>
                    <a:pt x="3827349" y="1793018"/>
                  </a:lnTo>
                  <a:lnTo>
                    <a:pt x="3827349" y="1792587"/>
                  </a:lnTo>
                  <a:lnTo>
                    <a:pt x="3827507" y="1792587"/>
                  </a:lnTo>
                  <a:lnTo>
                    <a:pt x="3827664" y="1792587"/>
                  </a:lnTo>
                  <a:lnTo>
                    <a:pt x="3827822" y="1792587"/>
                  </a:lnTo>
                  <a:lnTo>
                    <a:pt x="3827822" y="1792157"/>
                  </a:lnTo>
                  <a:lnTo>
                    <a:pt x="3827980" y="1792157"/>
                  </a:lnTo>
                  <a:lnTo>
                    <a:pt x="3828138" y="1792157"/>
                  </a:lnTo>
                  <a:lnTo>
                    <a:pt x="3828295" y="1792157"/>
                  </a:lnTo>
                  <a:lnTo>
                    <a:pt x="3828295" y="1791726"/>
                  </a:lnTo>
                  <a:lnTo>
                    <a:pt x="3828453" y="1791726"/>
                  </a:lnTo>
                  <a:lnTo>
                    <a:pt x="3828611" y="1791726"/>
                  </a:lnTo>
                  <a:lnTo>
                    <a:pt x="3828768" y="1791726"/>
                  </a:lnTo>
                  <a:lnTo>
                    <a:pt x="3828926" y="1791726"/>
                  </a:lnTo>
                  <a:lnTo>
                    <a:pt x="3829084" y="1791726"/>
                  </a:lnTo>
                  <a:lnTo>
                    <a:pt x="3829084" y="1791296"/>
                  </a:lnTo>
                  <a:lnTo>
                    <a:pt x="3829242" y="1791296"/>
                  </a:lnTo>
                  <a:lnTo>
                    <a:pt x="3829399" y="1791296"/>
                  </a:lnTo>
                  <a:lnTo>
                    <a:pt x="3829557" y="1791296"/>
                  </a:lnTo>
                  <a:lnTo>
                    <a:pt x="3829715" y="1791296"/>
                  </a:lnTo>
                  <a:lnTo>
                    <a:pt x="3829872" y="1791296"/>
                  </a:lnTo>
                  <a:lnTo>
                    <a:pt x="3829872" y="1790865"/>
                  </a:lnTo>
                  <a:lnTo>
                    <a:pt x="3830030" y="1790865"/>
                  </a:lnTo>
                  <a:lnTo>
                    <a:pt x="3830188" y="1790865"/>
                  </a:lnTo>
                  <a:lnTo>
                    <a:pt x="3830346" y="1790865"/>
                  </a:lnTo>
                  <a:lnTo>
                    <a:pt x="3830503" y="1790865"/>
                  </a:lnTo>
                  <a:lnTo>
                    <a:pt x="3830661" y="1790865"/>
                  </a:lnTo>
                  <a:lnTo>
                    <a:pt x="3830661" y="1790434"/>
                  </a:lnTo>
                  <a:lnTo>
                    <a:pt x="3830661" y="1790004"/>
                  </a:lnTo>
                  <a:lnTo>
                    <a:pt x="3830819" y="1790004"/>
                  </a:lnTo>
                  <a:lnTo>
                    <a:pt x="3830819" y="1789573"/>
                  </a:lnTo>
                  <a:lnTo>
                    <a:pt x="3830976" y="1789573"/>
                  </a:lnTo>
                  <a:lnTo>
                    <a:pt x="3831134" y="1789573"/>
                  </a:lnTo>
                  <a:lnTo>
                    <a:pt x="3831292" y="1789573"/>
                  </a:lnTo>
                  <a:lnTo>
                    <a:pt x="3831450" y="1789573"/>
                  </a:lnTo>
                  <a:lnTo>
                    <a:pt x="3831607" y="1789573"/>
                  </a:lnTo>
                  <a:lnTo>
                    <a:pt x="3831607" y="1789143"/>
                  </a:lnTo>
                  <a:lnTo>
                    <a:pt x="3831765" y="1789143"/>
                  </a:lnTo>
                  <a:lnTo>
                    <a:pt x="3831923" y="1789143"/>
                  </a:lnTo>
                  <a:lnTo>
                    <a:pt x="3831923" y="1788712"/>
                  </a:lnTo>
                  <a:lnTo>
                    <a:pt x="3832081" y="1788712"/>
                  </a:lnTo>
                  <a:lnTo>
                    <a:pt x="3832238" y="1788712"/>
                  </a:lnTo>
                  <a:lnTo>
                    <a:pt x="3832238" y="1788281"/>
                  </a:lnTo>
                  <a:lnTo>
                    <a:pt x="3832396" y="1788281"/>
                  </a:lnTo>
                  <a:lnTo>
                    <a:pt x="3832554" y="1788281"/>
                  </a:lnTo>
                  <a:lnTo>
                    <a:pt x="3832711" y="1788281"/>
                  </a:lnTo>
                  <a:lnTo>
                    <a:pt x="3832869" y="1788281"/>
                  </a:lnTo>
                  <a:lnTo>
                    <a:pt x="3833027" y="1788281"/>
                  </a:lnTo>
                  <a:lnTo>
                    <a:pt x="3833185" y="1788281"/>
                  </a:lnTo>
                  <a:lnTo>
                    <a:pt x="3833342" y="1788281"/>
                  </a:lnTo>
                  <a:lnTo>
                    <a:pt x="3833500" y="1788281"/>
                  </a:lnTo>
                  <a:lnTo>
                    <a:pt x="3833658" y="1788281"/>
                  </a:lnTo>
                  <a:lnTo>
                    <a:pt x="3833815" y="1788281"/>
                  </a:lnTo>
                  <a:lnTo>
                    <a:pt x="3833973" y="1788281"/>
                  </a:lnTo>
                  <a:lnTo>
                    <a:pt x="3834131" y="1788281"/>
                  </a:lnTo>
                  <a:lnTo>
                    <a:pt x="3834289" y="1788281"/>
                  </a:lnTo>
                  <a:lnTo>
                    <a:pt x="3834446" y="1788281"/>
                  </a:lnTo>
                  <a:lnTo>
                    <a:pt x="3834604" y="1788281"/>
                  </a:lnTo>
                  <a:lnTo>
                    <a:pt x="3834762" y="1788281"/>
                  </a:lnTo>
                  <a:lnTo>
                    <a:pt x="3834919" y="1788281"/>
                  </a:lnTo>
                  <a:lnTo>
                    <a:pt x="3835077" y="1788281"/>
                  </a:lnTo>
                  <a:lnTo>
                    <a:pt x="3835235" y="1788281"/>
                  </a:lnTo>
                  <a:lnTo>
                    <a:pt x="3835393" y="1788281"/>
                  </a:lnTo>
                  <a:lnTo>
                    <a:pt x="3835393" y="1787851"/>
                  </a:lnTo>
                  <a:lnTo>
                    <a:pt x="3835550" y="1787851"/>
                  </a:lnTo>
                  <a:lnTo>
                    <a:pt x="3835708" y="1787851"/>
                  </a:lnTo>
                  <a:lnTo>
                    <a:pt x="3835866" y="1787851"/>
                  </a:lnTo>
                  <a:lnTo>
                    <a:pt x="3836023" y="1787851"/>
                  </a:lnTo>
                  <a:lnTo>
                    <a:pt x="3836181" y="1787851"/>
                  </a:lnTo>
                  <a:lnTo>
                    <a:pt x="3836339" y="1787851"/>
                  </a:lnTo>
                  <a:lnTo>
                    <a:pt x="3836497" y="1787851"/>
                  </a:lnTo>
                  <a:lnTo>
                    <a:pt x="3836497" y="1787420"/>
                  </a:lnTo>
                  <a:lnTo>
                    <a:pt x="3836654" y="1787420"/>
                  </a:lnTo>
                  <a:lnTo>
                    <a:pt x="3836812" y="1787420"/>
                  </a:lnTo>
                  <a:lnTo>
                    <a:pt x="3836970" y="1787420"/>
                  </a:lnTo>
                  <a:lnTo>
                    <a:pt x="3837127" y="1787420"/>
                  </a:lnTo>
                  <a:lnTo>
                    <a:pt x="3837285" y="1787420"/>
                  </a:lnTo>
                  <a:lnTo>
                    <a:pt x="3837285" y="1786990"/>
                  </a:lnTo>
                  <a:lnTo>
                    <a:pt x="3837443" y="1786990"/>
                  </a:lnTo>
                  <a:lnTo>
                    <a:pt x="3837601" y="1786990"/>
                  </a:lnTo>
                  <a:lnTo>
                    <a:pt x="3837758" y="1786990"/>
                  </a:lnTo>
                  <a:lnTo>
                    <a:pt x="3837916" y="1786990"/>
                  </a:lnTo>
                  <a:lnTo>
                    <a:pt x="3838074" y="1786990"/>
                  </a:lnTo>
                  <a:lnTo>
                    <a:pt x="3838232" y="1786990"/>
                  </a:lnTo>
                  <a:lnTo>
                    <a:pt x="3838232" y="1786559"/>
                  </a:lnTo>
                  <a:lnTo>
                    <a:pt x="3838389" y="1786559"/>
                  </a:lnTo>
                  <a:lnTo>
                    <a:pt x="3838547" y="1786559"/>
                  </a:lnTo>
                  <a:lnTo>
                    <a:pt x="3838705" y="1786559"/>
                  </a:lnTo>
                  <a:lnTo>
                    <a:pt x="3838862" y="1786559"/>
                  </a:lnTo>
                  <a:lnTo>
                    <a:pt x="3839020" y="1786559"/>
                  </a:lnTo>
                  <a:lnTo>
                    <a:pt x="3839178" y="1786559"/>
                  </a:lnTo>
                  <a:lnTo>
                    <a:pt x="3839178" y="1786128"/>
                  </a:lnTo>
                  <a:lnTo>
                    <a:pt x="3839178" y="1785698"/>
                  </a:lnTo>
                  <a:lnTo>
                    <a:pt x="3839178" y="1785267"/>
                  </a:lnTo>
                  <a:lnTo>
                    <a:pt x="3839336" y="1785267"/>
                  </a:lnTo>
                  <a:lnTo>
                    <a:pt x="3839336" y="1784837"/>
                  </a:lnTo>
                  <a:lnTo>
                    <a:pt x="3839336" y="1784406"/>
                  </a:lnTo>
                  <a:lnTo>
                    <a:pt x="3839493" y="1784406"/>
                  </a:lnTo>
                  <a:lnTo>
                    <a:pt x="3839651" y="1784406"/>
                  </a:lnTo>
                  <a:lnTo>
                    <a:pt x="3839809" y="1784406"/>
                  </a:lnTo>
                  <a:lnTo>
                    <a:pt x="3839966" y="1784406"/>
                  </a:lnTo>
                  <a:lnTo>
                    <a:pt x="3839966" y="1783975"/>
                  </a:lnTo>
                  <a:lnTo>
                    <a:pt x="3839966" y="1783545"/>
                  </a:lnTo>
                  <a:lnTo>
                    <a:pt x="3840124" y="1783545"/>
                  </a:lnTo>
                  <a:lnTo>
                    <a:pt x="3840124" y="1783114"/>
                  </a:lnTo>
                  <a:lnTo>
                    <a:pt x="3840124" y="1782684"/>
                  </a:lnTo>
                  <a:lnTo>
                    <a:pt x="3840282" y="1782684"/>
                  </a:lnTo>
                  <a:lnTo>
                    <a:pt x="3840440" y="1782684"/>
                  </a:lnTo>
                  <a:lnTo>
                    <a:pt x="3840597" y="1782684"/>
                  </a:lnTo>
                  <a:lnTo>
                    <a:pt x="3840755" y="1782684"/>
                  </a:lnTo>
                  <a:lnTo>
                    <a:pt x="3840913" y="1782684"/>
                  </a:lnTo>
                  <a:lnTo>
                    <a:pt x="3841070" y="1782684"/>
                  </a:lnTo>
                  <a:lnTo>
                    <a:pt x="3841228" y="1782684"/>
                  </a:lnTo>
                  <a:lnTo>
                    <a:pt x="3841386" y="1782684"/>
                  </a:lnTo>
                  <a:lnTo>
                    <a:pt x="3841544" y="1782684"/>
                  </a:lnTo>
                  <a:lnTo>
                    <a:pt x="3841701" y="1782684"/>
                  </a:lnTo>
                  <a:lnTo>
                    <a:pt x="3841859" y="1782684"/>
                  </a:lnTo>
                  <a:lnTo>
                    <a:pt x="3841859" y="1782253"/>
                  </a:lnTo>
                  <a:lnTo>
                    <a:pt x="3842017" y="1782253"/>
                  </a:lnTo>
                  <a:lnTo>
                    <a:pt x="3842174" y="1782253"/>
                  </a:lnTo>
                  <a:lnTo>
                    <a:pt x="3842332" y="1782253"/>
                  </a:lnTo>
                  <a:lnTo>
                    <a:pt x="3842332" y="1781822"/>
                  </a:lnTo>
                  <a:lnTo>
                    <a:pt x="3842490" y="1781822"/>
                  </a:lnTo>
                  <a:lnTo>
                    <a:pt x="3842648" y="1781822"/>
                  </a:lnTo>
                  <a:lnTo>
                    <a:pt x="3842648" y="1781392"/>
                  </a:lnTo>
                  <a:lnTo>
                    <a:pt x="3842805" y="1781392"/>
                  </a:lnTo>
                  <a:lnTo>
                    <a:pt x="3842805" y="1780961"/>
                  </a:lnTo>
                  <a:lnTo>
                    <a:pt x="3842963" y="1780961"/>
                  </a:lnTo>
                  <a:lnTo>
                    <a:pt x="3843121" y="1780961"/>
                  </a:lnTo>
                  <a:lnTo>
                    <a:pt x="3843121" y="1780531"/>
                  </a:lnTo>
                  <a:lnTo>
                    <a:pt x="3843279" y="1780531"/>
                  </a:lnTo>
                  <a:lnTo>
                    <a:pt x="3843436" y="1780531"/>
                  </a:lnTo>
                  <a:lnTo>
                    <a:pt x="3843594" y="1780531"/>
                  </a:lnTo>
                  <a:lnTo>
                    <a:pt x="3843594" y="1780100"/>
                  </a:lnTo>
                  <a:lnTo>
                    <a:pt x="3843752" y="1780100"/>
                  </a:lnTo>
                  <a:lnTo>
                    <a:pt x="3843752" y="1779669"/>
                  </a:lnTo>
                  <a:lnTo>
                    <a:pt x="3843909" y="1779669"/>
                  </a:lnTo>
                  <a:lnTo>
                    <a:pt x="3843909" y="1779239"/>
                  </a:lnTo>
                  <a:lnTo>
                    <a:pt x="3844067" y="1779239"/>
                  </a:lnTo>
                  <a:lnTo>
                    <a:pt x="3844225" y="1779239"/>
                  </a:lnTo>
                  <a:lnTo>
                    <a:pt x="3844383" y="1779239"/>
                  </a:lnTo>
                  <a:lnTo>
                    <a:pt x="3844540" y="1779239"/>
                  </a:lnTo>
                  <a:lnTo>
                    <a:pt x="3844698" y="1779239"/>
                  </a:lnTo>
                  <a:lnTo>
                    <a:pt x="3844856" y="1779239"/>
                  </a:lnTo>
                  <a:lnTo>
                    <a:pt x="3845013" y="1779239"/>
                  </a:lnTo>
                  <a:lnTo>
                    <a:pt x="3845171" y="1779239"/>
                  </a:lnTo>
                  <a:lnTo>
                    <a:pt x="3845329" y="1779239"/>
                  </a:lnTo>
                  <a:lnTo>
                    <a:pt x="3845487" y="1779239"/>
                  </a:lnTo>
                  <a:lnTo>
                    <a:pt x="3845487" y="1778808"/>
                  </a:lnTo>
                  <a:lnTo>
                    <a:pt x="3845644" y="1778808"/>
                  </a:lnTo>
                  <a:lnTo>
                    <a:pt x="3845802" y="1778808"/>
                  </a:lnTo>
                  <a:lnTo>
                    <a:pt x="3845960" y="1778808"/>
                  </a:lnTo>
                  <a:lnTo>
                    <a:pt x="3846117" y="1778808"/>
                  </a:lnTo>
                  <a:lnTo>
                    <a:pt x="3846275" y="1778808"/>
                  </a:lnTo>
                  <a:lnTo>
                    <a:pt x="3846275" y="1778378"/>
                  </a:lnTo>
                  <a:lnTo>
                    <a:pt x="3846433" y="1778378"/>
                  </a:lnTo>
                  <a:lnTo>
                    <a:pt x="3846591" y="1778378"/>
                  </a:lnTo>
                  <a:lnTo>
                    <a:pt x="3846748" y="1778378"/>
                  </a:lnTo>
                  <a:lnTo>
                    <a:pt x="3846906" y="1778378"/>
                  </a:lnTo>
                  <a:lnTo>
                    <a:pt x="3847064" y="1778378"/>
                  </a:lnTo>
                  <a:lnTo>
                    <a:pt x="3847221" y="1778378"/>
                  </a:lnTo>
                  <a:lnTo>
                    <a:pt x="3847221" y="1777947"/>
                  </a:lnTo>
                  <a:lnTo>
                    <a:pt x="3847379" y="1777947"/>
                  </a:lnTo>
                  <a:lnTo>
                    <a:pt x="3847379" y="1777516"/>
                  </a:lnTo>
                  <a:lnTo>
                    <a:pt x="3847537" y="1777516"/>
                  </a:lnTo>
                  <a:lnTo>
                    <a:pt x="3847537" y="1777086"/>
                  </a:lnTo>
                  <a:lnTo>
                    <a:pt x="3847695" y="1777086"/>
                  </a:lnTo>
                  <a:lnTo>
                    <a:pt x="3847695" y="1776655"/>
                  </a:lnTo>
                  <a:lnTo>
                    <a:pt x="3847852" y="1776655"/>
                  </a:lnTo>
                  <a:lnTo>
                    <a:pt x="3848010" y="1776655"/>
                  </a:lnTo>
                  <a:lnTo>
                    <a:pt x="3848168" y="1776655"/>
                  </a:lnTo>
                  <a:lnTo>
                    <a:pt x="3848325" y="1776655"/>
                  </a:lnTo>
                  <a:lnTo>
                    <a:pt x="3848325" y="1776225"/>
                  </a:lnTo>
                  <a:lnTo>
                    <a:pt x="3848483" y="1776225"/>
                  </a:lnTo>
                  <a:lnTo>
                    <a:pt x="3848641" y="1776225"/>
                  </a:lnTo>
                  <a:lnTo>
                    <a:pt x="3848641" y="1775794"/>
                  </a:lnTo>
                  <a:lnTo>
                    <a:pt x="3848799" y="1775794"/>
                  </a:lnTo>
                  <a:lnTo>
                    <a:pt x="3848956" y="1775794"/>
                  </a:lnTo>
                  <a:lnTo>
                    <a:pt x="3849114" y="1775794"/>
                  </a:lnTo>
                  <a:lnTo>
                    <a:pt x="3849114" y="1775363"/>
                  </a:lnTo>
                  <a:lnTo>
                    <a:pt x="3849272" y="1775363"/>
                  </a:lnTo>
                  <a:lnTo>
                    <a:pt x="3849430" y="1775363"/>
                  </a:lnTo>
                  <a:lnTo>
                    <a:pt x="3849587" y="1775363"/>
                  </a:lnTo>
                  <a:lnTo>
                    <a:pt x="3849745" y="1775363"/>
                  </a:lnTo>
                  <a:lnTo>
                    <a:pt x="3849903" y="1775363"/>
                  </a:lnTo>
                  <a:lnTo>
                    <a:pt x="3850060" y="1775363"/>
                  </a:lnTo>
                  <a:lnTo>
                    <a:pt x="3850218" y="1775363"/>
                  </a:lnTo>
                  <a:lnTo>
                    <a:pt x="3850218" y="1774933"/>
                  </a:lnTo>
                  <a:lnTo>
                    <a:pt x="3850376" y="1774933"/>
                  </a:lnTo>
                  <a:lnTo>
                    <a:pt x="3850376" y="1774502"/>
                  </a:lnTo>
                  <a:lnTo>
                    <a:pt x="3850376" y="1774072"/>
                  </a:lnTo>
                  <a:lnTo>
                    <a:pt x="3850376" y="1773641"/>
                  </a:lnTo>
                  <a:lnTo>
                    <a:pt x="3850534" y="1773641"/>
                  </a:lnTo>
                  <a:lnTo>
                    <a:pt x="3850691" y="1773641"/>
                  </a:lnTo>
                  <a:lnTo>
                    <a:pt x="3850849" y="1773641"/>
                  </a:lnTo>
                  <a:lnTo>
                    <a:pt x="3851007" y="1773641"/>
                  </a:lnTo>
                  <a:lnTo>
                    <a:pt x="3851007" y="1773210"/>
                  </a:lnTo>
                  <a:lnTo>
                    <a:pt x="3851164" y="1773210"/>
                  </a:lnTo>
                  <a:lnTo>
                    <a:pt x="3851164" y="1772780"/>
                  </a:lnTo>
                  <a:lnTo>
                    <a:pt x="3851322" y="1772780"/>
                  </a:lnTo>
                  <a:lnTo>
                    <a:pt x="3851480" y="1772780"/>
                  </a:lnTo>
                  <a:lnTo>
                    <a:pt x="3851638" y="1772780"/>
                  </a:lnTo>
                  <a:lnTo>
                    <a:pt x="3851795" y="1772780"/>
                  </a:lnTo>
                  <a:lnTo>
                    <a:pt x="3851953" y="1772780"/>
                  </a:lnTo>
                  <a:lnTo>
                    <a:pt x="3851953" y="1772349"/>
                  </a:lnTo>
                  <a:lnTo>
                    <a:pt x="3852111" y="1772349"/>
                  </a:lnTo>
                  <a:lnTo>
                    <a:pt x="3852268" y="1772349"/>
                  </a:lnTo>
                  <a:lnTo>
                    <a:pt x="3852268" y="1771919"/>
                  </a:lnTo>
                  <a:lnTo>
                    <a:pt x="3852268" y="1771488"/>
                  </a:lnTo>
                  <a:lnTo>
                    <a:pt x="3852268" y="1771057"/>
                  </a:lnTo>
                  <a:lnTo>
                    <a:pt x="3852268" y="1770627"/>
                  </a:lnTo>
                  <a:lnTo>
                    <a:pt x="3852268" y="1770196"/>
                  </a:lnTo>
                  <a:lnTo>
                    <a:pt x="3852426" y="1770196"/>
                  </a:lnTo>
                  <a:lnTo>
                    <a:pt x="3852584" y="1770196"/>
                  </a:lnTo>
                  <a:lnTo>
                    <a:pt x="3852742" y="1770196"/>
                  </a:lnTo>
                  <a:lnTo>
                    <a:pt x="3852899" y="1770196"/>
                  </a:lnTo>
                  <a:lnTo>
                    <a:pt x="3853057" y="1770196"/>
                  </a:lnTo>
                  <a:lnTo>
                    <a:pt x="3853215" y="1770196"/>
                  </a:lnTo>
                  <a:lnTo>
                    <a:pt x="3853372" y="1770196"/>
                  </a:lnTo>
                  <a:lnTo>
                    <a:pt x="3853530" y="1770196"/>
                  </a:lnTo>
                  <a:lnTo>
                    <a:pt x="3853688" y="1770196"/>
                  </a:lnTo>
                  <a:lnTo>
                    <a:pt x="3853846" y="1770196"/>
                  </a:lnTo>
                  <a:lnTo>
                    <a:pt x="3853846" y="1769766"/>
                  </a:lnTo>
                  <a:lnTo>
                    <a:pt x="3854003" y="1769766"/>
                  </a:lnTo>
                  <a:lnTo>
                    <a:pt x="3854003" y="1769335"/>
                  </a:lnTo>
                  <a:lnTo>
                    <a:pt x="3854161" y="1769335"/>
                  </a:lnTo>
                  <a:lnTo>
                    <a:pt x="3854319" y="1769335"/>
                  </a:lnTo>
                  <a:lnTo>
                    <a:pt x="3854477" y="1769335"/>
                  </a:lnTo>
                  <a:lnTo>
                    <a:pt x="3854634" y="1769335"/>
                  </a:lnTo>
                  <a:lnTo>
                    <a:pt x="3854792" y="1769335"/>
                  </a:lnTo>
                  <a:lnTo>
                    <a:pt x="3854950" y="1769335"/>
                  </a:lnTo>
                  <a:lnTo>
                    <a:pt x="3854950" y="1768904"/>
                  </a:lnTo>
                  <a:lnTo>
                    <a:pt x="3854950" y="1768474"/>
                  </a:lnTo>
                  <a:lnTo>
                    <a:pt x="3855107" y="1768474"/>
                  </a:lnTo>
                  <a:lnTo>
                    <a:pt x="3855265" y="1768474"/>
                  </a:lnTo>
                  <a:lnTo>
                    <a:pt x="3855423" y="1768474"/>
                  </a:lnTo>
                  <a:lnTo>
                    <a:pt x="3855581" y="1768474"/>
                  </a:lnTo>
                  <a:lnTo>
                    <a:pt x="3855738" y="1768474"/>
                  </a:lnTo>
                  <a:lnTo>
                    <a:pt x="3855896" y="1768474"/>
                  </a:lnTo>
                  <a:lnTo>
                    <a:pt x="3856054" y="1768474"/>
                  </a:lnTo>
                  <a:lnTo>
                    <a:pt x="3856211" y="1768474"/>
                  </a:lnTo>
                  <a:lnTo>
                    <a:pt x="3856369" y="1768474"/>
                  </a:lnTo>
                  <a:lnTo>
                    <a:pt x="3856527" y="1768474"/>
                  </a:lnTo>
                  <a:lnTo>
                    <a:pt x="3856527" y="1768043"/>
                  </a:lnTo>
                  <a:lnTo>
                    <a:pt x="3856685" y="1768043"/>
                  </a:lnTo>
                  <a:lnTo>
                    <a:pt x="3856842" y="1768043"/>
                  </a:lnTo>
                  <a:lnTo>
                    <a:pt x="3856842" y="1767613"/>
                  </a:lnTo>
                  <a:lnTo>
                    <a:pt x="3857000" y="1767613"/>
                  </a:lnTo>
                  <a:lnTo>
                    <a:pt x="3857158" y="1767613"/>
                  </a:lnTo>
                  <a:lnTo>
                    <a:pt x="3857315" y="1767613"/>
                  </a:lnTo>
                  <a:lnTo>
                    <a:pt x="3857473" y="1767613"/>
                  </a:lnTo>
                  <a:lnTo>
                    <a:pt x="3857631" y="1767613"/>
                  </a:lnTo>
                  <a:lnTo>
                    <a:pt x="3857789" y="1767613"/>
                  </a:lnTo>
                  <a:lnTo>
                    <a:pt x="3857946" y="1767613"/>
                  </a:lnTo>
                  <a:lnTo>
                    <a:pt x="3858104" y="1767613"/>
                  </a:lnTo>
                  <a:lnTo>
                    <a:pt x="3858262" y="1767613"/>
                  </a:lnTo>
                  <a:lnTo>
                    <a:pt x="3858419" y="1767613"/>
                  </a:lnTo>
                  <a:lnTo>
                    <a:pt x="3858577" y="1767613"/>
                  </a:lnTo>
                  <a:lnTo>
                    <a:pt x="3858735" y="1767613"/>
                  </a:lnTo>
                  <a:lnTo>
                    <a:pt x="3858893" y="1767613"/>
                  </a:lnTo>
                  <a:lnTo>
                    <a:pt x="3859050" y="1767613"/>
                  </a:lnTo>
                  <a:lnTo>
                    <a:pt x="3859208" y="1767613"/>
                  </a:lnTo>
                  <a:lnTo>
                    <a:pt x="3859208" y="1767182"/>
                  </a:lnTo>
                  <a:lnTo>
                    <a:pt x="3859366" y="1767182"/>
                  </a:lnTo>
                  <a:lnTo>
                    <a:pt x="3859523" y="1767182"/>
                  </a:lnTo>
                  <a:lnTo>
                    <a:pt x="3859681" y="1767182"/>
                  </a:lnTo>
                  <a:lnTo>
                    <a:pt x="3859839" y="1767182"/>
                  </a:lnTo>
                  <a:lnTo>
                    <a:pt x="3859997" y="1767182"/>
                  </a:lnTo>
                  <a:lnTo>
                    <a:pt x="3860154" y="1767182"/>
                  </a:lnTo>
                  <a:lnTo>
                    <a:pt x="3860154" y="1766751"/>
                  </a:lnTo>
                  <a:lnTo>
                    <a:pt x="3860312" y="1766751"/>
                  </a:lnTo>
                  <a:lnTo>
                    <a:pt x="3860470" y="1766751"/>
                  </a:lnTo>
                  <a:lnTo>
                    <a:pt x="3860628" y="1766751"/>
                  </a:lnTo>
                  <a:lnTo>
                    <a:pt x="3860628" y="1766321"/>
                  </a:lnTo>
                  <a:lnTo>
                    <a:pt x="3860785" y="1766321"/>
                  </a:lnTo>
                  <a:lnTo>
                    <a:pt x="3860943" y="1766321"/>
                  </a:lnTo>
                  <a:lnTo>
                    <a:pt x="3861101" y="1766321"/>
                  </a:lnTo>
                  <a:lnTo>
                    <a:pt x="3861258" y="1766321"/>
                  </a:lnTo>
                  <a:lnTo>
                    <a:pt x="3861416" y="1766321"/>
                  </a:lnTo>
                  <a:lnTo>
                    <a:pt x="3861574" y="1766321"/>
                  </a:lnTo>
                  <a:lnTo>
                    <a:pt x="3861574" y="1765890"/>
                  </a:lnTo>
                  <a:lnTo>
                    <a:pt x="3861732" y="1765890"/>
                  </a:lnTo>
                  <a:lnTo>
                    <a:pt x="3861889" y="1765890"/>
                  </a:lnTo>
                  <a:lnTo>
                    <a:pt x="3862047" y="1765890"/>
                  </a:lnTo>
                  <a:lnTo>
                    <a:pt x="3862205" y="1765890"/>
                  </a:lnTo>
                  <a:lnTo>
                    <a:pt x="3862362" y="1765890"/>
                  </a:lnTo>
                  <a:lnTo>
                    <a:pt x="3862520" y="1765890"/>
                  </a:lnTo>
                  <a:lnTo>
                    <a:pt x="3862678" y="1765890"/>
                  </a:lnTo>
                  <a:lnTo>
                    <a:pt x="3862836" y="1765890"/>
                  </a:lnTo>
                  <a:lnTo>
                    <a:pt x="3862993" y="1765890"/>
                  </a:lnTo>
                  <a:lnTo>
                    <a:pt x="3863151" y="1765890"/>
                  </a:lnTo>
                  <a:lnTo>
                    <a:pt x="3863309" y="1765890"/>
                  </a:lnTo>
                  <a:lnTo>
                    <a:pt x="3863466" y="1765890"/>
                  </a:lnTo>
                  <a:lnTo>
                    <a:pt x="3863624" y="1765890"/>
                  </a:lnTo>
                  <a:lnTo>
                    <a:pt x="3863782" y="1765890"/>
                  </a:lnTo>
                  <a:lnTo>
                    <a:pt x="3863940" y="1765890"/>
                  </a:lnTo>
                  <a:lnTo>
                    <a:pt x="3863940" y="1765460"/>
                  </a:lnTo>
                  <a:lnTo>
                    <a:pt x="3864097" y="1765460"/>
                  </a:lnTo>
                  <a:lnTo>
                    <a:pt x="3864097" y="1765029"/>
                  </a:lnTo>
                  <a:lnTo>
                    <a:pt x="3864255" y="1765029"/>
                  </a:lnTo>
                  <a:lnTo>
                    <a:pt x="3864413" y="1765029"/>
                  </a:lnTo>
                  <a:lnTo>
                    <a:pt x="3864413" y="1764598"/>
                  </a:lnTo>
                  <a:lnTo>
                    <a:pt x="3864413" y="1764168"/>
                  </a:lnTo>
                  <a:lnTo>
                    <a:pt x="3864570" y="1764168"/>
                  </a:lnTo>
                  <a:lnTo>
                    <a:pt x="3864728" y="1764168"/>
                  </a:lnTo>
                  <a:lnTo>
                    <a:pt x="3864728" y="1763737"/>
                  </a:lnTo>
                  <a:lnTo>
                    <a:pt x="3864886" y="1763737"/>
                  </a:lnTo>
                  <a:lnTo>
                    <a:pt x="3865044" y="1763737"/>
                  </a:lnTo>
                  <a:lnTo>
                    <a:pt x="3865201" y="1763737"/>
                  </a:lnTo>
                  <a:lnTo>
                    <a:pt x="3865201" y="1763307"/>
                  </a:lnTo>
                  <a:lnTo>
                    <a:pt x="3865359" y="1763307"/>
                  </a:lnTo>
                  <a:lnTo>
                    <a:pt x="3865517" y="1763307"/>
                  </a:lnTo>
                  <a:lnTo>
                    <a:pt x="3865674" y="1763307"/>
                  </a:lnTo>
                  <a:lnTo>
                    <a:pt x="3865674" y="1762876"/>
                  </a:lnTo>
                  <a:lnTo>
                    <a:pt x="3865674" y="1762445"/>
                  </a:lnTo>
                  <a:lnTo>
                    <a:pt x="3865832" y="1762445"/>
                  </a:lnTo>
                  <a:lnTo>
                    <a:pt x="3865990" y="1762445"/>
                  </a:lnTo>
                  <a:lnTo>
                    <a:pt x="3866148" y="1762445"/>
                  </a:lnTo>
                  <a:lnTo>
                    <a:pt x="3866305" y="1762445"/>
                  </a:lnTo>
                  <a:lnTo>
                    <a:pt x="3866463" y="1762445"/>
                  </a:lnTo>
                  <a:lnTo>
                    <a:pt x="3866621" y="1762445"/>
                  </a:lnTo>
                  <a:lnTo>
                    <a:pt x="3866621" y="1762015"/>
                  </a:lnTo>
                  <a:lnTo>
                    <a:pt x="3866779" y="1762015"/>
                  </a:lnTo>
                  <a:lnTo>
                    <a:pt x="3866936" y="1762015"/>
                  </a:lnTo>
                  <a:lnTo>
                    <a:pt x="3867094" y="1762015"/>
                  </a:lnTo>
                  <a:lnTo>
                    <a:pt x="3867094" y="1761584"/>
                  </a:lnTo>
                  <a:lnTo>
                    <a:pt x="3867094" y="1761154"/>
                  </a:lnTo>
                  <a:lnTo>
                    <a:pt x="3867252" y="1761154"/>
                  </a:lnTo>
                  <a:lnTo>
                    <a:pt x="3867409" y="1761154"/>
                  </a:lnTo>
                  <a:lnTo>
                    <a:pt x="3867409" y="1760723"/>
                  </a:lnTo>
                  <a:lnTo>
                    <a:pt x="3867567" y="1760723"/>
                  </a:lnTo>
                  <a:lnTo>
                    <a:pt x="3867725" y="1760723"/>
                  </a:lnTo>
                  <a:lnTo>
                    <a:pt x="3867883" y="1760723"/>
                  </a:lnTo>
                  <a:lnTo>
                    <a:pt x="3868040" y="1760723"/>
                  </a:lnTo>
                  <a:lnTo>
                    <a:pt x="3868198" y="1760723"/>
                  </a:lnTo>
                  <a:lnTo>
                    <a:pt x="3868198" y="1760292"/>
                  </a:lnTo>
                  <a:lnTo>
                    <a:pt x="3868356" y="1760292"/>
                  </a:lnTo>
                  <a:lnTo>
                    <a:pt x="3868513" y="1760292"/>
                  </a:lnTo>
                  <a:lnTo>
                    <a:pt x="3868671" y="1760292"/>
                  </a:lnTo>
                  <a:lnTo>
                    <a:pt x="3868671" y="1759862"/>
                  </a:lnTo>
                  <a:lnTo>
                    <a:pt x="3868829" y="1759862"/>
                  </a:lnTo>
                  <a:lnTo>
                    <a:pt x="3868987" y="1759862"/>
                  </a:lnTo>
                  <a:lnTo>
                    <a:pt x="3869144" y="1759862"/>
                  </a:lnTo>
                  <a:lnTo>
                    <a:pt x="3869302" y="1759862"/>
                  </a:lnTo>
                  <a:lnTo>
                    <a:pt x="3869460" y="1759862"/>
                  </a:lnTo>
                  <a:lnTo>
                    <a:pt x="3869460" y="1759431"/>
                  </a:lnTo>
                  <a:lnTo>
                    <a:pt x="3869617" y="1759431"/>
                  </a:lnTo>
                  <a:lnTo>
                    <a:pt x="3869775" y="1759431"/>
                  </a:lnTo>
                  <a:lnTo>
                    <a:pt x="3869933" y="1759431"/>
                  </a:lnTo>
                  <a:lnTo>
                    <a:pt x="3870091" y="1759431"/>
                  </a:lnTo>
                  <a:lnTo>
                    <a:pt x="3870248" y="1759431"/>
                  </a:lnTo>
                  <a:lnTo>
                    <a:pt x="3870406" y="1759431"/>
                  </a:lnTo>
                  <a:lnTo>
                    <a:pt x="3870564" y="1759431"/>
                  </a:lnTo>
                  <a:lnTo>
                    <a:pt x="3870721" y="1759431"/>
                  </a:lnTo>
                  <a:lnTo>
                    <a:pt x="3870879" y="1759431"/>
                  </a:lnTo>
                  <a:lnTo>
                    <a:pt x="3871037" y="1759431"/>
                  </a:lnTo>
                  <a:lnTo>
                    <a:pt x="3871195" y="1759431"/>
                  </a:lnTo>
                  <a:lnTo>
                    <a:pt x="3871352" y="1759431"/>
                  </a:lnTo>
                  <a:lnTo>
                    <a:pt x="3871352" y="1759001"/>
                  </a:lnTo>
                  <a:lnTo>
                    <a:pt x="3871352" y="1758570"/>
                  </a:lnTo>
                  <a:lnTo>
                    <a:pt x="3871510" y="1758570"/>
                  </a:lnTo>
                  <a:lnTo>
                    <a:pt x="3871668" y="1758570"/>
                  </a:lnTo>
                  <a:lnTo>
                    <a:pt x="3871826" y="1758570"/>
                  </a:lnTo>
                  <a:lnTo>
                    <a:pt x="3871826" y="1758139"/>
                  </a:lnTo>
                  <a:lnTo>
                    <a:pt x="3871983" y="1758139"/>
                  </a:lnTo>
                  <a:lnTo>
                    <a:pt x="3872141" y="1758139"/>
                  </a:lnTo>
                  <a:lnTo>
                    <a:pt x="3872299" y="1758139"/>
                  </a:lnTo>
                  <a:lnTo>
                    <a:pt x="3872456" y="1758139"/>
                  </a:lnTo>
                  <a:lnTo>
                    <a:pt x="3872456" y="1757709"/>
                  </a:lnTo>
                  <a:lnTo>
                    <a:pt x="3872614" y="1757709"/>
                  </a:lnTo>
                  <a:lnTo>
                    <a:pt x="3872772" y="1757709"/>
                  </a:lnTo>
                  <a:lnTo>
                    <a:pt x="3872772" y="1757278"/>
                  </a:lnTo>
                  <a:lnTo>
                    <a:pt x="3872930" y="1757278"/>
                  </a:lnTo>
                  <a:lnTo>
                    <a:pt x="3873087" y="1757278"/>
                  </a:lnTo>
                  <a:lnTo>
                    <a:pt x="3873245" y="1757278"/>
                  </a:lnTo>
                  <a:lnTo>
                    <a:pt x="3873403" y="1757278"/>
                  </a:lnTo>
                  <a:lnTo>
                    <a:pt x="3873403" y="1756848"/>
                  </a:lnTo>
                  <a:lnTo>
                    <a:pt x="3873560" y="1756848"/>
                  </a:lnTo>
                  <a:lnTo>
                    <a:pt x="3873718" y="1756848"/>
                  </a:lnTo>
                  <a:lnTo>
                    <a:pt x="3873876" y="1756848"/>
                  </a:lnTo>
                  <a:lnTo>
                    <a:pt x="3873876" y="1756417"/>
                  </a:lnTo>
                  <a:lnTo>
                    <a:pt x="3874034" y="1756417"/>
                  </a:lnTo>
                  <a:lnTo>
                    <a:pt x="3874191" y="1756417"/>
                  </a:lnTo>
                  <a:lnTo>
                    <a:pt x="3874349" y="1756417"/>
                  </a:lnTo>
                  <a:lnTo>
                    <a:pt x="3874507" y="1756417"/>
                  </a:lnTo>
                  <a:lnTo>
                    <a:pt x="3874507" y="1755986"/>
                  </a:lnTo>
                  <a:lnTo>
                    <a:pt x="3874507" y="1755556"/>
                  </a:lnTo>
                  <a:lnTo>
                    <a:pt x="3874664" y="1755556"/>
                  </a:lnTo>
                  <a:lnTo>
                    <a:pt x="3874822" y="1755556"/>
                  </a:lnTo>
                  <a:lnTo>
                    <a:pt x="3874980" y="1755556"/>
                  </a:lnTo>
                  <a:lnTo>
                    <a:pt x="3875138" y="1755556"/>
                  </a:lnTo>
                  <a:lnTo>
                    <a:pt x="3875295" y="1755556"/>
                  </a:lnTo>
                  <a:lnTo>
                    <a:pt x="3875295" y="1755125"/>
                  </a:lnTo>
                  <a:lnTo>
                    <a:pt x="3875453" y="1755125"/>
                  </a:lnTo>
                  <a:lnTo>
                    <a:pt x="3875611" y="1755125"/>
                  </a:lnTo>
                  <a:lnTo>
                    <a:pt x="3875768" y="1755125"/>
                  </a:lnTo>
                  <a:lnTo>
                    <a:pt x="3875926" y="1755125"/>
                  </a:lnTo>
                  <a:lnTo>
                    <a:pt x="3876084" y="1755125"/>
                  </a:lnTo>
                  <a:lnTo>
                    <a:pt x="3876242" y="1755125"/>
                  </a:lnTo>
                  <a:lnTo>
                    <a:pt x="3876399" y="1755125"/>
                  </a:lnTo>
                  <a:lnTo>
                    <a:pt x="3876557" y="1755125"/>
                  </a:lnTo>
                  <a:lnTo>
                    <a:pt x="3876715" y="1755125"/>
                  </a:lnTo>
                  <a:lnTo>
                    <a:pt x="3876872" y="1755125"/>
                  </a:lnTo>
                  <a:lnTo>
                    <a:pt x="3877030" y="1755125"/>
                  </a:lnTo>
                  <a:lnTo>
                    <a:pt x="3877188" y="1755125"/>
                  </a:lnTo>
                  <a:lnTo>
                    <a:pt x="3877346" y="1755125"/>
                  </a:lnTo>
                  <a:lnTo>
                    <a:pt x="3877503" y="1755125"/>
                  </a:lnTo>
                  <a:lnTo>
                    <a:pt x="3877661" y="1755125"/>
                  </a:lnTo>
                  <a:lnTo>
                    <a:pt x="3877819" y="1755125"/>
                  </a:lnTo>
                  <a:lnTo>
                    <a:pt x="3877977" y="1755125"/>
                  </a:lnTo>
                  <a:lnTo>
                    <a:pt x="3878134" y="1755125"/>
                  </a:lnTo>
                  <a:lnTo>
                    <a:pt x="3878292" y="1755125"/>
                  </a:lnTo>
                  <a:lnTo>
                    <a:pt x="3878450" y="1755125"/>
                  </a:lnTo>
                  <a:lnTo>
                    <a:pt x="3878607" y="1755125"/>
                  </a:lnTo>
                  <a:lnTo>
                    <a:pt x="3878607" y="1754695"/>
                  </a:lnTo>
                  <a:lnTo>
                    <a:pt x="3878765" y="1754695"/>
                  </a:lnTo>
                  <a:lnTo>
                    <a:pt x="3878923" y="1754695"/>
                  </a:lnTo>
                  <a:lnTo>
                    <a:pt x="3879081" y="1754695"/>
                  </a:lnTo>
                  <a:lnTo>
                    <a:pt x="3879081" y="1754264"/>
                  </a:lnTo>
                  <a:lnTo>
                    <a:pt x="3879238" y="1754264"/>
                  </a:lnTo>
                  <a:lnTo>
                    <a:pt x="3879396" y="1754264"/>
                  </a:lnTo>
                  <a:lnTo>
                    <a:pt x="3879554" y="1754264"/>
                  </a:lnTo>
                  <a:lnTo>
                    <a:pt x="3879711" y="1754264"/>
                  </a:lnTo>
                  <a:lnTo>
                    <a:pt x="3879869" y="1754264"/>
                  </a:lnTo>
                  <a:lnTo>
                    <a:pt x="3880027" y="1754264"/>
                  </a:lnTo>
                  <a:lnTo>
                    <a:pt x="3880185" y="1754264"/>
                  </a:lnTo>
                  <a:lnTo>
                    <a:pt x="3880185" y="1753833"/>
                  </a:lnTo>
                  <a:lnTo>
                    <a:pt x="3880342" y="1753833"/>
                  </a:lnTo>
                  <a:lnTo>
                    <a:pt x="3880500" y="1753833"/>
                  </a:lnTo>
                  <a:lnTo>
                    <a:pt x="3880658" y="1753833"/>
                  </a:lnTo>
                  <a:lnTo>
                    <a:pt x="3880815" y="1753833"/>
                  </a:lnTo>
                  <a:lnTo>
                    <a:pt x="3880815" y="1753403"/>
                  </a:lnTo>
                  <a:lnTo>
                    <a:pt x="3880973" y="1753403"/>
                  </a:lnTo>
                  <a:lnTo>
                    <a:pt x="3881131" y="1753403"/>
                  </a:lnTo>
                  <a:lnTo>
                    <a:pt x="3881289" y="1753403"/>
                  </a:lnTo>
                  <a:lnTo>
                    <a:pt x="3881289" y="1752972"/>
                  </a:lnTo>
                  <a:lnTo>
                    <a:pt x="3881446" y="1752972"/>
                  </a:lnTo>
                  <a:lnTo>
                    <a:pt x="3881604" y="1752972"/>
                  </a:lnTo>
                  <a:lnTo>
                    <a:pt x="3881762" y="1752972"/>
                  </a:lnTo>
                  <a:lnTo>
                    <a:pt x="3881919" y="1752972"/>
                  </a:lnTo>
                  <a:lnTo>
                    <a:pt x="3881919" y="1752542"/>
                  </a:lnTo>
                  <a:lnTo>
                    <a:pt x="3882077" y="1752542"/>
                  </a:lnTo>
                  <a:lnTo>
                    <a:pt x="3882235" y="1752542"/>
                  </a:lnTo>
                  <a:lnTo>
                    <a:pt x="3882393" y="1752542"/>
                  </a:lnTo>
                  <a:lnTo>
                    <a:pt x="3882393" y="1752111"/>
                  </a:lnTo>
                  <a:lnTo>
                    <a:pt x="3882550" y="1752111"/>
                  </a:lnTo>
                  <a:lnTo>
                    <a:pt x="3882708" y="1752111"/>
                  </a:lnTo>
                  <a:lnTo>
                    <a:pt x="3882866" y="1752111"/>
                  </a:lnTo>
                  <a:lnTo>
                    <a:pt x="3883024" y="1752111"/>
                  </a:lnTo>
                  <a:lnTo>
                    <a:pt x="3883024" y="1751680"/>
                  </a:lnTo>
                  <a:lnTo>
                    <a:pt x="3883181" y="1751680"/>
                  </a:lnTo>
                  <a:lnTo>
                    <a:pt x="3883339" y="1751680"/>
                  </a:lnTo>
                  <a:lnTo>
                    <a:pt x="3883339" y="1751250"/>
                  </a:lnTo>
                  <a:lnTo>
                    <a:pt x="3883497" y="1751250"/>
                  </a:lnTo>
                  <a:lnTo>
                    <a:pt x="3883497" y="1750819"/>
                  </a:lnTo>
                  <a:lnTo>
                    <a:pt x="3883654" y="1750819"/>
                  </a:lnTo>
                  <a:lnTo>
                    <a:pt x="3883812" y="1750819"/>
                  </a:lnTo>
                  <a:lnTo>
                    <a:pt x="3883970" y="1750819"/>
                  </a:lnTo>
                  <a:lnTo>
                    <a:pt x="3883970" y="1750389"/>
                  </a:lnTo>
                  <a:lnTo>
                    <a:pt x="3883970" y="1749958"/>
                  </a:lnTo>
                  <a:lnTo>
                    <a:pt x="3883970" y="1749527"/>
                  </a:lnTo>
                  <a:lnTo>
                    <a:pt x="3884128" y="1749527"/>
                  </a:lnTo>
                  <a:lnTo>
                    <a:pt x="3884285" y="1749527"/>
                  </a:lnTo>
                  <a:lnTo>
                    <a:pt x="3884443" y="1749527"/>
                  </a:lnTo>
                  <a:lnTo>
                    <a:pt x="3884601" y="1749527"/>
                  </a:lnTo>
                  <a:lnTo>
                    <a:pt x="3884601" y="1749097"/>
                  </a:lnTo>
                  <a:lnTo>
                    <a:pt x="3884758" y="1749097"/>
                  </a:lnTo>
                  <a:lnTo>
                    <a:pt x="3884916" y="1749097"/>
                  </a:lnTo>
                  <a:lnTo>
                    <a:pt x="3885074" y="1749097"/>
                  </a:lnTo>
                  <a:lnTo>
                    <a:pt x="3885232" y="1749097"/>
                  </a:lnTo>
                  <a:lnTo>
                    <a:pt x="3885389" y="1749097"/>
                  </a:lnTo>
                  <a:lnTo>
                    <a:pt x="3885547" y="1749097"/>
                  </a:lnTo>
                  <a:lnTo>
                    <a:pt x="3885705" y="1749097"/>
                  </a:lnTo>
                  <a:lnTo>
                    <a:pt x="3885862" y="1749097"/>
                  </a:lnTo>
                  <a:lnTo>
                    <a:pt x="3885862" y="1748666"/>
                  </a:lnTo>
                  <a:lnTo>
                    <a:pt x="3885862" y="1748236"/>
                  </a:lnTo>
                  <a:lnTo>
                    <a:pt x="3886020" y="1748236"/>
                  </a:lnTo>
                  <a:lnTo>
                    <a:pt x="3886178" y="1748236"/>
                  </a:lnTo>
                  <a:lnTo>
                    <a:pt x="3886336" y="1748236"/>
                  </a:lnTo>
                  <a:lnTo>
                    <a:pt x="3886493" y="1748236"/>
                  </a:lnTo>
                  <a:lnTo>
                    <a:pt x="3886493" y="1747805"/>
                  </a:lnTo>
                  <a:lnTo>
                    <a:pt x="3886493" y="1747374"/>
                  </a:lnTo>
                  <a:lnTo>
                    <a:pt x="3886651" y="1747374"/>
                  </a:lnTo>
                  <a:lnTo>
                    <a:pt x="3886809" y="1747374"/>
                  </a:lnTo>
                  <a:lnTo>
                    <a:pt x="3886966" y="1747374"/>
                  </a:lnTo>
                  <a:lnTo>
                    <a:pt x="3887124" y="1747374"/>
                  </a:lnTo>
                  <a:lnTo>
                    <a:pt x="3887282" y="1747374"/>
                  </a:lnTo>
                  <a:lnTo>
                    <a:pt x="3887440" y="1747374"/>
                  </a:lnTo>
                  <a:lnTo>
                    <a:pt x="3887597" y="1747374"/>
                  </a:lnTo>
                  <a:lnTo>
                    <a:pt x="3887755" y="1747374"/>
                  </a:lnTo>
                  <a:lnTo>
                    <a:pt x="3887913" y="1747374"/>
                  </a:lnTo>
                  <a:lnTo>
                    <a:pt x="3888070" y="1747374"/>
                  </a:lnTo>
                  <a:lnTo>
                    <a:pt x="3888228" y="1747374"/>
                  </a:lnTo>
                  <a:lnTo>
                    <a:pt x="3888386" y="1747374"/>
                  </a:lnTo>
                  <a:lnTo>
                    <a:pt x="3888544" y="1747374"/>
                  </a:lnTo>
                  <a:lnTo>
                    <a:pt x="3888701" y="1747374"/>
                  </a:lnTo>
                  <a:lnTo>
                    <a:pt x="3888859" y="1747374"/>
                  </a:lnTo>
                  <a:lnTo>
                    <a:pt x="3888859" y="1746944"/>
                  </a:lnTo>
                  <a:lnTo>
                    <a:pt x="3889017" y="1746944"/>
                  </a:lnTo>
                  <a:lnTo>
                    <a:pt x="3889175" y="1746944"/>
                  </a:lnTo>
                  <a:lnTo>
                    <a:pt x="3889332" y="1746944"/>
                  </a:lnTo>
                  <a:lnTo>
                    <a:pt x="3889332" y="1746513"/>
                  </a:lnTo>
                  <a:lnTo>
                    <a:pt x="3889332" y="1746083"/>
                  </a:lnTo>
                  <a:lnTo>
                    <a:pt x="3889490" y="1746083"/>
                  </a:lnTo>
                  <a:lnTo>
                    <a:pt x="3889648" y="1746083"/>
                  </a:lnTo>
                  <a:lnTo>
                    <a:pt x="3889648" y="1745652"/>
                  </a:lnTo>
                  <a:lnTo>
                    <a:pt x="3889805" y="1745652"/>
                  </a:lnTo>
                  <a:lnTo>
                    <a:pt x="3889963" y="1745652"/>
                  </a:lnTo>
                  <a:lnTo>
                    <a:pt x="3889963" y="1745221"/>
                  </a:lnTo>
                  <a:lnTo>
                    <a:pt x="3890121" y="1745221"/>
                  </a:lnTo>
                  <a:lnTo>
                    <a:pt x="3890279" y="1745221"/>
                  </a:lnTo>
                  <a:lnTo>
                    <a:pt x="3890279" y="1744791"/>
                  </a:lnTo>
                  <a:lnTo>
                    <a:pt x="3890436" y="1744791"/>
                  </a:lnTo>
                  <a:lnTo>
                    <a:pt x="3890594" y="1744791"/>
                  </a:lnTo>
                  <a:lnTo>
                    <a:pt x="3890752" y="1744791"/>
                  </a:lnTo>
                  <a:lnTo>
                    <a:pt x="3890752" y="1744360"/>
                  </a:lnTo>
                  <a:lnTo>
                    <a:pt x="3890909" y="1744360"/>
                  </a:lnTo>
                  <a:lnTo>
                    <a:pt x="3891067" y="1744360"/>
                  </a:lnTo>
                  <a:lnTo>
                    <a:pt x="3891225" y="1744360"/>
                  </a:lnTo>
                  <a:lnTo>
                    <a:pt x="3891383" y="1744360"/>
                  </a:lnTo>
                  <a:lnTo>
                    <a:pt x="3891540" y="1744360"/>
                  </a:lnTo>
                  <a:lnTo>
                    <a:pt x="3891698" y="1744360"/>
                  </a:lnTo>
                  <a:lnTo>
                    <a:pt x="3891698" y="1743930"/>
                  </a:lnTo>
                  <a:lnTo>
                    <a:pt x="3891856" y="1743930"/>
                  </a:lnTo>
                  <a:lnTo>
                    <a:pt x="3891856" y="1743499"/>
                  </a:lnTo>
                  <a:lnTo>
                    <a:pt x="3892013" y="1743499"/>
                  </a:lnTo>
                  <a:lnTo>
                    <a:pt x="3892171" y="1743499"/>
                  </a:lnTo>
                  <a:lnTo>
                    <a:pt x="3892329" y="1743499"/>
                  </a:lnTo>
                  <a:lnTo>
                    <a:pt x="3892329" y="1743068"/>
                  </a:lnTo>
                  <a:lnTo>
                    <a:pt x="3892487" y="1743068"/>
                  </a:lnTo>
                  <a:lnTo>
                    <a:pt x="3892644" y="1743068"/>
                  </a:lnTo>
                  <a:lnTo>
                    <a:pt x="3892802" y="1743068"/>
                  </a:lnTo>
                  <a:lnTo>
                    <a:pt x="3892960" y="1743068"/>
                  </a:lnTo>
                  <a:lnTo>
                    <a:pt x="3893117" y="1743068"/>
                  </a:lnTo>
                  <a:lnTo>
                    <a:pt x="3893275" y="1743068"/>
                  </a:lnTo>
                  <a:lnTo>
                    <a:pt x="3893433" y="1743068"/>
                  </a:lnTo>
                  <a:lnTo>
                    <a:pt x="3893433" y="1742638"/>
                  </a:lnTo>
                  <a:lnTo>
                    <a:pt x="3893591" y="1742638"/>
                  </a:lnTo>
                  <a:lnTo>
                    <a:pt x="3893748" y="1742638"/>
                  </a:lnTo>
                  <a:lnTo>
                    <a:pt x="3893906" y="1742638"/>
                  </a:lnTo>
                  <a:lnTo>
                    <a:pt x="3894064" y="1742638"/>
                  </a:lnTo>
                  <a:lnTo>
                    <a:pt x="3894222" y="1742638"/>
                  </a:lnTo>
                  <a:lnTo>
                    <a:pt x="3894379" y="1742638"/>
                  </a:lnTo>
                  <a:lnTo>
                    <a:pt x="3894537" y="1742638"/>
                  </a:lnTo>
                  <a:lnTo>
                    <a:pt x="3894695" y="1742638"/>
                  </a:lnTo>
                  <a:lnTo>
                    <a:pt x="3894852" y="1742638"/>
                  </a:lnTo>
                  <a:lnTo>
                    <a:pt x="3895010" y="1742638"/>
                  </a:lnTo>
                  <a:lnTo>
                    <a:pt x="3895168" y="1742638"/>
                  </a:lnTo>
                  <a:lnTo>
                    <a:pt x="3895326" y="1742638"/>
                  </a:lnTo>
                  <a:lnTo>
                    <a:pt x="3895483" y="1742638"/>
                  </a:lnTo>
                  <a:lnTo>
                    <a:pt x="3895641" y="1742638"/>
                  </a:lnTo>
                  <a:lnTo>
                    <a:pt x="3895799" y="1742638"/>
                  </a:lnTo>
                  <a:lnTo>
                    <a:pt x="3895956" y="1742638"/>
                  </a:lnTo>
                  <a:lnTo>
                    <a:pt x="3895956" y="1742207"/>
                  </a:lnTo>
                  <a:lnTo>
                    <a:pt x="3896114" y="1742207"/>
                  </a:lnTo>
                  <a:lnTo>
                    <a:pt x="3896272" y="1742207"/>
                  </a:lnTo>
                  <a:lnTo>
                    <a:pt x="3896430" y="1742207"/>
                  </a:lnTo>
                  <a:lnTo>
                    <a:pt x="3896430" y="1741777"/>
                  </a:lnTo>
                  <a:lnTo>
                    <a:pt x="3896587" y="1741777"/>
                  </a:lnTo>
                  <a:lnTo>
                    <a:pt x="3896745" y="1741777"/>
                  </a:lnTo>
                  <a:lnTo>
                    <a:pt x="3896745" y="1741346"/>
                  </a:lnTo>
                  <a:lnTo>
                    <a:pt x="3896903" y="1741346"/>
                  </a:lnTo>
                  <a:lnTo>
                    <a:pt x="3896903" y="1740915"/>
                  </a:lnTo>
                  <a:lnTo>
                    <a:pt x="3897060" y="1740915"/>
                  </a:lnTo>
                  <a:lnTo>
                    <a:pt x="3897218" y="1740915"/>
                  </a:lnTo>
                  <a:lnTo>
                    <a:pt x="3897376" y="1740915"/>
                  </a:lnTo>
                  <a:lnTo>
                    <a:pt x="3897534" y="1740915"/>
                  </a:lnTo>
                  <a:lnTo>
                    <a:pt x="3897691" y="1740915"/>
                  </a:lnTo>
                  <a:lnTo>
                    <a:pt x="3897849" y="1740915"/>
                  </a:lnTo>
                  <a:lnTo>
                    <a:pt x="3898007" y="1740915"/>
                  </a:lnTo>
                  <a:lnTo>
                    <a:pt x="3898164" y="1740915"/>
                  </a:lnTo>
                  <a:lnTo>
                    <a:pt x="3898322" y="1740915"/>
                  </a:lnTo>
                  <a:lnTo>
                    <a:pt x="3898480" y="1740915"/>
                  </a:lnTo>
                  <a:lnTo>
                    <a:pt x="3898638" y="1740915"/>
                  </a:lnTo>
                  <a:lnTo>
                    <a:pt x="3898795" y="1740915"/>
                  </a:lnTo>
                  <a:lnTo>
                    <a:pt x="3898953" y="1740915"/>
                  </a:lnTo>
                  <a:lnTo>
                    <a:pt x="3898953" y="1740485"/>
                  </a:lnTo>
                  <a:lnTo>
                    <a:pt x="3899111" y="1740485"/>
                  </a:lnTo>
                  <a:lnTo>
                    <a:pt x="3899268" y="1740485"/>
                  </a:lnTo>
                  <a:lnTo>
                    <a:pt x="3899426" y="1740485"/>
                  </a:lnTo>
                  <a:lnTo>
                    <a:pt x="3899426" y="1740054"/>
                  </a:lnTo>
                  <a:lnTo>
                    <a:pt x="3899584" y="1740054"/>
                  </a:lnTo>
                  <a:lnTo>
                    <a:pt x="3899584" y="1739624"/>
                  </a:lnTo>
                  <a:lnTo>
                    <a:pt x="3899584" y="1739193"/>
                  </a:lnTo>
                  <a:lnTo>
                    <a:pt x="3899584" y="1738762"/>
                  </a:lnTo>
                  <a:lnTo>
                    <a:pt x="3899742" y="1738762"/>
                  </a:lnTo>
                  <a:lnTo>
                    <a:pt x="3899742" y="1738332"/>
                  </a:lnTo>
                  <a:lnTo>
                    <a:pt x="3899899" y="1738332"/>
                  </a:lnTo>
                  <a:lnTo>
                    <a:pt x="3899899" y="1737901"/>
                  </a:lnTo>
                  <a:lnTo>
                    <a:pt x="3899899" y="1737471"/>
                  </a:lnTo>
                  <a:lnTo>
                    <a:pt x="3900057" y="1737471"/>
                  </a:lnTo>
                  <a:lnTo>
                    <a:pt x="3900215" y="1737471"/>
                  </a:lnTo>
                  <a:lnTo>
                    <a:pt x="3900215" y="1737040"/>
                  </a:lnTo>
                  <a:lnTo>
                    <a:pt x="3900373" y="1737040"/>
                  </a:lnTo>
                  <a:lnTo>
                    <a:pt x="3900530" y="1737040"/>
                  </a:lnTo>
                  <a:lnTo>
                    <a:pt x="3900688" y="1737040"/>
                  </a:lnTo>
                  <a:lnTo>
                    <a:pt x="3900846" y="1737040"/>
                  </a:lnTo>
                  <a:lnTo>
                    <a:pt x="3901003" y="1737040"/>
                  </a:lnTo>
                  <a:lnTo>
                    <a:pt x="3901003" y="1736609"/>
                  </a:lnTo>
                  <a:lnTo>
                    <a:pt x="3901161" y="1736609"/>
                  </a:lnTo>
                  <a:lnTo>
                    <a:pt x="3901319" y="1736609"/>
                  </a:lnTo>
                  <a:lnTo>
                    <a:pt x="3901319" y="1736179"/>
                  </a:lnTo>
                  <a:lnTo>
                    <a:pt x="3901477" y="1736179"/>
                  </a:lnTo>
                  <a:lnTo>
                    <a:pt x="3901634" y="1736179"/>
                  </a:lnTo>
                  <a:lnTo>
                    <a:pt x="3901634" y="1735748"/>
                  </a:lnTo>
                  <a:lnTo>
                    <a:pt x="3901792" y="1735748"/>
                  </a:lnTo>
                  <a:lnTo>
                    <a:pt x="3901792" y="1735318"/>
                  </a:lnTo>
                  <a:lnTo>
                    <a:pt x="3901950" y="1735318"/>
                  </a:lnTo>
                  <a:lnTo>
                    <a:pt x="3902107" y="1735318"/>
                  </a:lnTo>
                  <a:lnTo>
                    <a:pt x="3902265" y="1735318"/>
                  </a:lnTo>
                  <a:lnTo>
                    <a:pt x="3902423" y="1735318"/>
                  </a:lnTo>
                  <a:lnTo>
                    <a:pt x="3902581" y="1735318"/>
                  </a:lnTo>
                  <a:lnTo>
                    <a:pt x="3902738" y="1735318"/>
                  </a:lnTo>
                  <a:lnTo>
                    <a:pt x="3902896" y="1735318"/>
                  </a:lnTo>
                  <a:lnTo>
                    <a:pt x="3903054" y="1735318"/>
                  </a:lnTo>
                  <a:lnTo>
                    <a:pt x="3903211" y="1735318"/>
                  </a:lnTo>
                  <a:lnTo>
                    <a:pt x="3903369" y="1735318"/>
                  </a:lnTo>
                  <a:lnTo>
                    <a:pt x="3903527" y="1735318"/>
                  </a:lnTo>
                  <a:lnTo>
                    <a:pt x="3903685" y="1735318"/>
                  </a:lnTo>
                  <a:lnTo>
                    <a:pt x="3903842" y="1735318"/>
                  </a:lnTo>
                  <a:lnTo>
                    <a:pt x="3903842" y="1734887"/>
                  </a:lnTo>
                  <a:lnTo>
                    <a:pt x="3904000" y="1734887"/>
                  </a:lnTo>
                  <a:lnTo>
                    <a:pt x="3904158" y="1734887"/>
                  </a:lnTo>
                  <a:lnTo>
                    <a:pt x="3904315" y="1734887"/>
                  </a:lnTo>
                  <a:lnTo>
                    <a:pt x="3904473" y="1734887"/>
                  </a:lnTo>
                  <a:lnTo>
                    <a:pt x="3904631" y="1734887"/>
                  </a:lnTo>
                  <a:lnTo>
                    <a:pt x="3904789" y="1734887"/>
                  </a:lnTo>
                  <a:lnTo>
                    <a:pt x="3904789" y="1734456"/>
                  </a:lnTo>
                  <a:lnTo>
                    <a:pt x="3904946" y="1734456"/>
                  </a:lnTo>
                  <a:lnTo>
                    <a:pt x="3904946" y="1734026"/>
                  </a:lnTo>
                  <a:lnTo>
                    <a:pt x="3905104" y="1734026"/>
                  </a:lnTo>
                  <a:lnTo>
                    <a:pt x="3905262" y="1734026"/>
                  </a:lnTo>
                  <a:lnTo>
                    <a:pt x="3905420" y="1734026"/>
                  </a:lnTo>
                  <a:lnTo>
                    <a:pt x="3905577" y="1734026"/>
                  </a:lnTo>
                  <a:lnTo>
                    <a:pt x="3905735" y="1734026"/>
                  </a:lnTo>
                  <a:lnTo>
                    <a:pt x="3905893" y="1734026"/>
                  </a:lnTo>
                  <a:lnTo>
                    <a:pt x="3906050" y="1734026"/>
                  </a:lnTo>
                  <a:lnTo>
                    <a:pt x="3906208" y="1734026"/>
                  </a:lnTo>
                  <a:lnTo>
                    <a:pt x="3906366" y="1734026"/>
                  </a:lnTo>
                  <a:lnTo>
                    <a:pt x="3906366" y="1733595"/>
                  </a:lnTo>
                  <a:lnTo>
                    <a:pt x="3906524" y="1733595"/>
                  </a:lnTo>
                  <a:lnTo>
                    <a:pt x="3906681" y="1733595"/>
                  </a:lnTo>
                  <a:lnTo>
                    <a:pt x="3906839" y="1733595"/>
                  </a:lnTo>
                  <a:lnTo>
                    <a:pt x="3906997" y="1733595"/>
                  </a:lnTo>
                  <a:lnTo>
                    <a:pt x="3907154" y="1733595"/>
                  </a:lnTo>
                  <a:lnTo>
                    <a:pt x="3907154" y="1733165"/>
                  </a:lnTo>
                  <a:lnTo>
                    <a:pt x="3907312" y="1733165"/>
                  </a:lnTo>
                  <a:lnTo>
                    <a:pt x="3907470" y="1733165"/>
                  </a:lnTo>
                  <a:lnTo>
                    <a:pt x="3907628" y="1733165"/>
                  </a:lnTo>
                  <a:lnTo>
                    <a:pt x="3907785" y="1733165"/>
                  </a:lnTo>
                  <a:lnTo>
                    <a:pt x="3907943" y="1733165"/>
                  </a:lnTo>
                  <a:lnTo>
                    <a:pt x="3908101" y="1733165"/>
                  </a:lnTo>
                  <a:lnTo>
                    <a:pt x="3908258" y="1733165"/>
                  </a:lnTo>
                  <a:lnTo>
                    <a:pt x="3908258" y="1732734"/>
                  </a:lnTo>
                  <a:lnTo>
                    <a:pt x="3908416" y="1732734"/>
                  </a:lnTo>
                  <a:lnTo>
                    <a:pt x="3908416" y="1732303"/>
                  </a:lnTo>
                  <a:lnTo>
                    <a:pt x="3908574" y="1732303"/>
                  </a:lnTo>
                  <a:lnTo>
                    <a:pt x="3908732" y="1732303"/>
                  </a:lnTo>
                  <a:lnTo>
                    <a:pt x="3908889" y="1732303"/>
                  </a:lnTo>
                  <a:lnTo>
                    <a:pt x="3909047" y="1732303"/>
                  </a:lnTo>
                  <a:lnTo>
                    <a:pt x="3909205" y="1732303"/>
                  </a:lnTo>
                  <a:lnTo>
                    <a:pt x="3909362" y="1732303"/>
                  </a:lnTo>
                  <a:lnTo>
                    <a:pt x="3909520" y="1732303"/>
                  </a:lnTo>
                  <a:lnTo>
                    <a:pt x="3909678" y="1732303"/>
                  </a:lnTo>
                  <a:lnTo>
                    <a:pt x="3909678" y="1731873"/>
                  </a:lnTo>
                  <a:lnTo>
                    <a:pt x="3909836" y="1731873"/>
                  </a:lnTo>
                  <a:lnTo>
                    <a:pt x="3909836" y="1731442"/>
                  </a:lnTo>
                  <a:lnTo>
                    <a:pt x="3909836" y="1731012"/>
                  </a:lnTo>
                  <a:lnTo>
                    <a:pt x="3909993" y="1731012"/>
                  </a:lnTo>
                  <a:lnTo>
                    <a:pt x="3910151" y="1731012"/>
                  </a:lnTo>
                  <a:lnTo>
                    <a:pt x="3910309" y="1731012"/>
                  </a:lnTo>
                  <a:lnTo>
                    <a:pt x="3910309" y="1730581"/>
                  </a:lnTo>
                  <a:lnTo>
                    <a:pt x="3910466" y="1730581"/>
                  </a:lnTo>
                  <a:lnTo>
                    <a:pt x="3910466" y="1730150"/>
                  </a:lnTo>
                  <a:lnTo>
                    <a:pt x="3910624" y="1730150"/>
                  </a:lnTo>
                  <a:lnTo>
                    <a:pt x="3910782" y="1730150"/>
                  </a:lnTo>
                  <a:lnTo>
                    <a:pt x="3910940" y="1730150"/>
                  </a:lnTo>
                  <a:lnTo>
                    <a:pt x="3910940" y="1729720"/>
                  </a:lnTo>
                  <a:lnTo>
                    <a:pt x="3911097" y="1729720"/>
                  </a:lnTo>
                  <a:lnTo>
                    <a:pt x="3911255" y="1729720"/>
                  </a:lnTo>
                  <a:lnTo>
                    <a:pt x="3911413" y="1729720"/>
                  </a:lnTo>
                  <a:lnTo>
                    <a:pt x="3911571" y="1729720"/>
                  </a:lnTo>
                  <a:lnTo>
                    <a:pt x="3911728" y="1729720"/>
                  </a:lnTo>
                  <a:lnTo>
                    <a:pt x="3911886" y="1729720"/>
                  </a:lnTo>
                  <a:lnTo>
                    <a:pt x="3911886" y="1729289"/>
                  </a:lnTo>
                  <a:lnTo>
                    <a:pt x="3912044" y="1729289"/>
                  </a:lnTo>
                  <a:lnTo>
                    <a:pt x="3912201" y="1729289"/>
                  </a:lnTo>
                  <a:lnTo>
                    <a:pt x="3912359" y="1729289"/>
                  </a:lnTo>
                  <a:lnTo>
                    <a:pt x="3912517" y="1729289"/>
                  </a:lnTo>
                  <a:lnTo>
                    <a:pt x="3912517" y="1728859"/>
                  </a:lnTo>
                  <a:lnTo>
                    <a:pt x="3912675" y="1728859"/>
                  </a:lnTo>
                  <a:lnTo>
                    <a:pt x="3912832" y="1728859"/>
                  </a:lnTo>
                  <a:lnTo>
                    <a:pt x="3912990" y="1728859"/>
                  </a:lnTo>
                  <a:lnTo>
                    <a:pt x="3913148" y="1728859"/>
                  </a:lnTo>
                  <a:lnTo>
                    <a:pt x="3913148" y="1728428"/>
                  </a:lnTo>
                  <a:lnTo>
                    <a:pt x="3913305" y="1728428"/>
                  </a:lnTo>
                  <a:lnTo>
                    <a:pt x="3913463" y="1728428"/>
                  </a:lnTo>
                  <a:lnTo>
                    <a:pt x="3913463" y="1727997"/>
                  </a:lnTo>
                  <a:lnTo>
                    <a:pt x="3913621" y="1727997"/>
                  </a:lnTo>
                  <a:lnTo>
                    <a:pt x="3913779" y="1727997"/>
                  </a:lnTo>
                  <a:lnTo>
                    <a:pt x="3913936" y="1727997"/>
                  </a:lnTo>
                  <a:lnTo>
                    <a:pt x="3914094" y="1727997"/>
                  </a:lnTo>
                  <a:lnTo>
                    <a:pt x="3914252" y="1727997"/>
                  </a:lnTo>
                  <a:lnTo>
                    <a:pt x="3914409" y="1727997"/>
                  </a:lnTo>
                  <a:lnTo>
                    <a:pt x="3914567" y="1727997"/>
                  </a:lnTo>
                  <a:lnTo>
                    <a:pt x="3914725" y="1727997"/>
                  </a:lnTo>
                  <a:lnTo>
                    <a:pt x="3914883" y="1727997"/>
                  </a:lnTo>
                  <a:lnTo>
                    <a:pt x="3915040" y="1727997"/>
                  </a:lnTo>
                  <a:lnTo>
                    <a:pt x="3915198" y="1727997"/>
                  </a:lnTo>
                  <a:lnTo>
                    <a:pt x="3915356" y="1727997"/>
                  </a:lnTo>
                  <a:lnTo>
                    <a:pt x="3915513" y="1727997"/>
                  </a:lnTo>
                  <a:lnTo>
                    <a:pt x="3915671" y="1727997"/>
                  </a:lnTo>
                  <a:lnTo>
                    <a:pt x="3915671" y="1727567"/>
                  </a:lnTo>
                  <a:lnTo>
                    <a:pt x="3915829" y="1727567"/>
                  </a:lnTo>
                  <a:lnTo>
                    <a:pt x="3915987" y="1727567"/>
                  </a:lnTo>
                  <a:lnTo>
                    <a:pt x="3915987" y="1727136"/>
                  </a:lnTo>
                  <a:lnTo>
                    <a:pt x="3916144" y="1727136"/>
                  </a:lnTo>
                  <a:lnTo>
                    <a:pt x="3916302" y="1727136"/>
                  </a:lnTo>
                  <a:lnTo>
                    <a:pt x="3916460" y="1727136"/>
                  </a:lnTo>
                  <a:lnTo>
                    <a:pt x="3916618" y="1727136"/>
                  </a:lnTo>
                  <a:lnTo>
                    <a:pt x="3916618" y="1726706"/>
                  </a:lnTo>
                  <a:lnTo>
                    <a:pt x="3916775" y="1726706"/>
                  </a:lnTo>
                  <a:lnTo>
                    <a:pt x="3916933" y="1726706"/>
                  </a:lnTo>
                  <a:lnTo>
                    <a:pt x="3917091" y="1726706"/>
                  </a:lnTo>
                  <a:lnTo>
                    <a:pt x="3917248" y="1726706"/>
                  </a:lnTo>
                  <a:lnTo>
                    <a:pt x="3917248" y="1726275"/>
                  </a:lnTo>
                  <a:lnTo>
                    <a:pt x="3917406" y="1726275"/>
                  </a:lnTo>
                  <a:lnTo>
                    <a:pt x="3917406" y="1725844"/>
                  </a:lnTo>
                  <a:lnTo>
                    <a:pt x="3917564" y="1725844"/>
                  </a:lnTo>
                  <a:lnTo>
                    <a:pt x="3917564" y="1725414"/>
                  </a:lnTo>
                  <a:lnTo>
                    <a:pt x="3917722" y="1725414"/>
                  </a:lnTo>
                  <a:lnTo>
                    <a:pt x="3917879" y="1725414"/>
                  </a:lnTo>
                  <a:lnTo>
                    <a:pt x="3917879" y="1724983"/>
                  </a:lnTo>
                  <a:lnTo>
                    <a:pt x="3918037" y="1724983"/>
                  </a:lnTo>
                  <a:lnTo>
                    <a:pt x="3918195" y="1724983"/>
                  </a:lnTo>
                  <a:lnTo>
                    <a:pt x="3918195" y="1724553"/>
                  </a:lnTo>
                  <a:lnTo>
                    <a:pt x="3918352" y="1724553"/>
                  </a:lnTo>
                  <a:lnTo>
                    <a:pt x="3918510" y="1724553"/>
                  </a:lnTo>
                  <a:lnTo>
                    <a:pt x="3918668" y="1724553"/>
                  </a:lnTo>
                  <a:lnTo>
                    <a:pt x="3918826" y="1724553"/>
                  </a:lnTo>
                  <a:lnTo>
                    <a:pt x="3918983" y="1724553"/>
                  </a:lnTo>
                  <a:lnTo>
                    <a:pt x="3918983" y="1724122"/>
                  </a:lnTo>
                  <a:lnTo>
                    <a:pt x="3919141" y="1724122"/>
                  </a:lnTo>
                  <a:lnTo>
                    <a:pt x="3919299" y="1724122"/>
                  </a:lnTo>
                  <a:lnTo>
                    <a:pt x="3919299" y="1723691"/>
                  </a:lnTo>
                  <a:lnTo>
                    <a:pt x="3919456" y="1723691"/>
                  </a:lnTo>
                  <a:lnTo>
                    <a:pt x="3919614" y="1723691"/>
                  </a:lnTo>
                  <a:lnTo>
                    <a:pt x="3919772" y="1723691"/>
                  </a:lnTo>
                  <a:lnTo>
                    <a:pt x="3919772" y="1723261"/>
                  </a:lnTo>
                  <a:lnTo>
                    <a:pt x="3919930" y="1723261"/>
                  </a:lnTo>
                  <a:lnTo>
                    <a:pt x="3920087" y="1723261"/>
                  </a:lnTo>
                  <a:lnTo>
                    <a:pt x="3920245" y="1723261"/>
                  </a:lnTo>
                  <a:lnTo>
                    <a:pt x="3920403" y="1723261"/>
                  </a:lnTo>
                  <a:lnTo>
                    <a:pt x="3920560" y="1723261"/>
                  </a:lnTo>
                  <a:lnTo>
                    <a:pt x="3920718" y="1723261"/>
                  </a:lnTo>
                  <a:lnTo>
                    <a:pt x="3920876" y="1723261"/>
                  </a:lnTo>
                  <a:lnTo>
                    <a:pt x="3921034" y="1723261"/>
                  </a:lnTo>
                  <a:lnTo>
                    <a:pt x="3921034" y="1722830"/>
                  </a:lnTo>
                  <a:lnTo>
                    <a:pt x="3921191" y="1722830"/>
                  </a:lnTo>
                  <a:lnTo>
                    <a:pt x="3921349" y="1722830"/>
                  </a:lnTo>
                  <a:lnTo>
                    <a:pt x="3921349" y="1722400"/>
                  </a:lnTo>
                  <a:lnTo>
                    <a:pt x="3921507" y="1722400"/>
                  </a:lnTo>
                  <a:lnTo>
                    <a:pt x="3921507" y="1721969"/>
                  </a:lnTo>
                  <a:lnTo>
                    <a:pt x="3921664" y="1721969"/>
                  </a:lnTo>
                  <a:lnTo>
                    <a:pt x="3921822" y="1721969"/>
                  </a:lnTo>
                  <a:lnTo>
                    <a:pt x="3921980" y="1721969"/>
                  </a:lnTo>
                  <a:lnTo>
                    <a:pt x="3922138" y="1721969"/>
                  </a:lnTo>
                  <a:lnTo>
                    <a:pt x="3922295" y="1721969"/>
                  </a:lnTo>
                  <a:lnTo>
                    <a:pt x="3922453" y="1721969"/>
                  </a:lnTo>
                  <a:lnTo>
                    <a:pt x="3922611" y="1721969"/>
                  </a:lnTo>
                  <a:lnTo>
                    <a:pt x="3922611" y="1721538"/>
                  </a:lnTo>
                  <a:lnTo>
                    <a:pt x="3922611" y="1721108"/>
                  </a:lnTo>
                  <a:lnTo>
                    <a:pt x="3922769" y="1721108"/>
                  </a:lnTo>
                  <a:lnTo>
                    <a:pt x="3922926" y="1721108"/>
                  </a:lnTo>
                  <a:lnTo>
                    <a:pt x="3923084" y="1721108"/>
                  </a:lnTo>
                  <a:lnTo>
                    <a:pt x="3923242" y="1721108"/>
                  </a:lnTo>
                  <a:lnTo>
                    <a:pt x="3923399" y="1721108"/>
                  </a:lnTo>
                  <a:lnTo>
                    <a:pt x="3923557" y="1721108"/>
                  </a:lnTo>
                  <a:lnTo>
                    <a:pt x="3923715" y="1721108"/>
                  </a:lnTo>
                  <a:lnTo>
                    <a:pt x="3923873" y="1721108"/>
                  </a:lnTo>
                  <a:lnTo>
                    <a:pt x="3924030" y="1721108"/>
                  </a:lnTo>
                  <a:lnTo>
                    <a:pt x="3924188" y="1721108"/>
                  </a:lnTo>
                  <a:lnTo>
                    <a:pt x="3924188" y="1720677"/>
                  </a:lnTo>
                  <a:lnTo>
                    <a:pt x="3924188" y="1720247"/>
                  </a:lnTo>
                  <a:lnTo>
                    <a:pt x="3924346" y="1720247"/>
                  </a:lnTo>
                  <a:lnTo>
                    <a:pt x="3924503" y="1720247"/>
                  </a:lnTo>
                  <a:lnTo>
                    <a:pt x="3924503" y="1719816"/>
                  </a:lnTo>
                  <a:lnTo>
                    <a:pt x="3924661" y="1719816"/>
                  </a:lnTo>
                  <a:lnTo>
                    <a:pt x="3924819" y="1719816"/>
                  </a:lnTo>
                  <a:lnTo>
                    <a:pt x="3924977" y="1719816"/>
                  </a:lnTo>
                  <a:lnTo>
                    <a:pt x="3925134" y="1719816"/>
                  </a:lnTo>
                  <a:lnTo>
                    <a:pt x="3925134" y="1719385"/>
                  </a:lnTo>
                  <a:lnTo>
                    <a:pt x="3925292" y="1719385"/>
                  </a:lnTo>
                  <a:lnTo>
                    <a:pt x="3925450" y="1719385"/>
                  </a:lnTo>
                  <a:lnTo>
                    <a:pt x="3925607" y="1719385"/>
                  </a:lnTo>
                  <a:lnTo>
                    <a:pt x="3925607" y="1718955"/>
                  </a:lnTo>
                  <a:lnTo>
                    <a:pt x="3925765" y="1718955"/>
                  </a:lnTo>
                  <a:lnTo>
                    <a:pt x="3925923" y="1718955"/>
                  </a:lnTo>
                  <a:lnTo>
                    <a:pt x="3926081" y="1718955"/>
                  </a:lnTo>
                  <a:lnTo>
                    <a:pt x="3926238" y="1718955"/>
                  </a:lnTo>
                  <a:lnTo>
                    <a:pt x="3926396" y="1718955"/>
                  </a:lnTo>
                  <a:lnTo>
                    <a:pt x="3926554" y="1718955"/>
                  </a:lnTo>
                  <a:lnTo>
                    <a:pt x="3926711" y="1718955"/>
                  </a:lnTo>
                  <a:lnTo>
                    <a:pt x="3926869" y="1718955"/>
                  </a:lnTo>
                  <a:lnTo>
                    <a:pt x="3927027" y="1718955"/>
                  </a:lnTo>
                  <a:lnTo>
                    <a:pt x="3927185" y="1718955"/>
                  </a:lnTo>
                  <a:lnTo>
                    <a:pt x="3927185" y="1718524"/>
                  </a:lnTo>
                  <a:lnTo>
                    <a:pt x="3927185" y="1718094"/>
                  </a:lnTo>
                  <a:lnTo>
                    <a:pt x="3927342" y="1718094"/>
                  </a:lnTo>
                  <a:lnTo>
                    <a:pt x="3927500" y="1718094"/>
                  </a:lnTo>
                  <a:lnTo>
                    <a:pt x="3927658" y="1718094"/>
                  </a:lnTo>
                  <a:lnTo>
                    <a:pt x="3927816" y="1718094"/>
                  </a:lnTo>
                  <a:lnTo>
                    <a:pt x="3927973" y="1718094"/>
                  </a:lnTo>
                  <a:lnTo>
                    <a:pt x="3928131" y="1718094"/>
                  </a:lnTo>
                  <a:lnTo>
                    <a:pt x="3928289" y="1718094"/>
                  </a:lnTo>
                  <a:lnTo>
                    <a:pt x="3928446" y="1718094"/>
                  </a:lnTo>
                  <a:lnTo>
                    <a:pt x="3928604" y="1718094"/>
                  </a:lnTo>
                  <a:lnTo>
                    <a:pt x="3928762" y="1718094"/>
                  </a:lnTo>
                  <a:lnTo>
                    <a:pt x="3928920" y="1718094"/>
                  </a:lnTo>
                  <a:lnTo>
                    <a:pt x="3929077" y="1718094"/>
                  </a:lnTo>
                  <a:lnTo>
                    <a:pt x="3929235" y="1718094"/>
                  </a:lnTo>
                  <a:lnTo>
                    <a:pt x="3929393" y="1718094"/>
                  </a:lnTo>
                  <a:lnTo>
                    <a:pt x="3929550" y="1718094"/>
                  </a:lnTo>
                  <a:lnTo>
                    <a:pt x="3929708" y="1718094"/>
                  </a:lnTo>
                  <a:lnTo>
                    <a:pt x="3929866" y="1718094"/>
                  </a:lnTo>
                  <a:lnTo>
                    <a:pt x="3929866" y="1717663"/>
                  </a:lnTo>
                  <a:lnTo>
                    <a:pt x="3930024" y="1717663"/>
                  </a:lnTo>
                  <a:lnTo>
                    <a:pt x="3930181" y="1717663"/>
                  </a:lnTo>
                  <a:lnTo>
                    <a:pt x="3930339" y="1717663"/>
                  </a:lnTo>
                  <a:lnTo>
                    <a:pt x="3930339" y="1717232"/>
                  </a:lnTo>
                  <a:lnTo>
                    <a:pt x="3930497" y="1717232"/>
                  </a:lnTo>
                  <a:lnTo>
                    <a:pt x="3930654" y="1717232"/>
                  </a:lnTo>
                  <a:lnTo>
                    <a:pt x="3930812" y="1717232"/>
                  </a:lnTo>
                  <a:lnTo>
                    <a:pt x="3930970" y="1717232"/>
                  </a:lnTo>
                  <a:lnTo>
                    <a:pt x="3930970" y="1716802"/>
                  </a:lnTo>
                  <a:lnTo>
                    <a:pt x="3931128" y="1716802"/>
                  </a:lnTo>
                  <a:lnTo>
                    <a:pt x="3931128" y="1716371"/>
                  </a:lnTo>
                  <a:lnTo>
                    <a:pt x="3931285" y="1716371"/>
                  </a:lnTo>
                  <a:lnTo>
                    <a:pt x="3931443" y="1716371"/>
                  </a:lnTo>
                  <a:lnTo>
                    <a:pt x="3931601" y="1716371"/>
                  </a:lnTo>
                  <a:lnTo>
                    <a:pt x="3931758" y="1716371"/>
                  </a:lnTo>
                  <a:lnTo>
                    <a:pt x="3931916" y="1716371"/>
                  </a:lnTo>
                  <a:lnTo>
                    <a:pt x="3932074" y="1716371"/>
                  </a:lnTo>
                  <a:lnTo>
                    <a:pt x="3932232" y="1716371"/>
                  </a:lnTo>
                  <a:lnTo>
                    <a:pt x="3932389" y="1716371"/>
                  </a:lnTo>
                  <a:lnTo>
                    <a:pt x="3932547" y="1716371"/>
                  </a:lnTo>
                  <a:lnTo>
                    <a:pt x="3932705" y="1716371"/>
                  </a:lnTo>
                  <a:lnTo>
                    <a:pt x="3932705" y="1715941"/>
                  </a:lnTo>
                  <a:lnTo>
                    <a:pt x="3932862" y="1715941"/>
                  </a:lnTo>
                  <a:lnTo>
                    <a:pt x="3933020" y="1715941"/>
                  </a:lnTo>
                  <a:lnTo>
                    <a:pt x="3933178" y="1715941"/>
                  </a:lnTo>
                  <a:lnTo>
                    <a:pt x="3933178" y="1715510"/>
                  </a:lnTo>
                  <a:lnTo>
                    <a:pt x="3933336" y="1715510"/>
                  </a:lnTo>
                  <a:lnTo>
                    <a:pt x="3933493" y="1715510"/>
                  </a:lnTo>
                  <a:lnTo>
                    <a:pt x="3933651" y="1715510"/>
                  </a:lnTo>
                  <a:lnTo>
                    <a:pt x="3933651" y="1715079"/>
                  </a:lnTo>
                  <a:lnTo>
                    <a:pt x="3933809" y="1715079"/>
                  </a:lnTo>
                  <a:lnTo>
                    <a:pt x="3933967" y="1715079"/>
                  </a:lnTo>
                  <a:lnTo>
                    <a:pt x="3933967" y="1714649"/>
                  </a:lnTo>
                  <a:lnTo>
                    <a:pt x="3934124" y="1714649"/>
                  </a:lnTo>
                  <a:lnTo>
                    <a:pt x="3934282" y="1714649"/>
                  </a:lnTo>
                  <a:lnTo>
                    <a:pt x="3934440" y="1714649"/>
                  </a:lnTo>
                  <a:lnTo>
                    <a:pt x="3934597" y="1714649"/>
                  </a:lnTo>
                  <a:lnTo>
                    <a:pt x="3934755" y="1714649"/>
                  </a:lnTo>
                  <a:lnTo>
                    <a:pt x="3934913" y="1714649"/>
                  </a:lnTo>
                  <a:lnTo>
                    <a:pt x="3934913" y="1714218"/>
                  </a:lnTo>
                  <a:lnTo>
                    <a:pt x="3934913" y="1713788"/>
                  </a:lnTo>
                  <a:lnTo>
                    <a:pt x="3935071" y="1713788"/>
                  </a:lnTo>
                  <a:lnTo>
                    <a:pt x="3935071" y="1713357"/>
                  </a:lnTo>
                  <a:lnTo>
                    <a:pt x="3935228" y="1713357"/>
                  </a:lnTo>
                  <a:lnTo>
                    <a:pt x="3935386" y="1713357"/>
                  </a:lnTo>
                  <a:lnTo>
                    <a:pt x="3935544" y="1713357"/>
                  </a:lnTo>
                  <a:lnTo>
                    <a:pt x="3935544" y="1712926"/>
                  </a:lnTo>
                  <a:lnTo>
                    <a:pt x="3935701" y="1712926"/>
                  </a:lnTo>
                  <a:lnTo>
                    <a:pt x="3935859" y="1712926"/>
                  </a:lnTo>
                  <a:lnTo>
                    <a:pt x="3936017" y="1712926"/>
                  </a:lnTo>
                  <a:lnTo>
                    <a:pt x="3936175" y="1712926"/>
                  </a:lnTo>
                  <a:lnTo>
                    <a:pt x="3936175" y="1712496"/>
                  </a:lnTo>
                  <a:lnTo>
                    <a:pt x="3936332" y="1712496"/>
                  </a:lnTo>
                  <a:lnTo>
                    <a:pt x="3936490" y="1712496"/>
                  </a:lnTo>
                  <a:lnTo>
                    <a:pt x="3936648" y="1712496"/>
                  </a:lnTo>
                  <a:lnTo>
                    <a:pt x="3936805" y="1712496"/>
                  </a:lnTo>
                  <a:lnTo>
                    <a:pt x="3936963" y="1712496"/>
                  </a:lnTo>
                  <a:lnTo>
                    <a:pt x="3937121" y="1712496"/>
                  </a:lnTo>
                  <a:lnTo>
                    <a:pt x="3937279" y="1712496"/>
                  </a:lnTo>
                  <a:lnTo>
                    <a:pt x="3937436" y="1712496"/>
                  </a:lnTo>
                  <a:lnTo>
                    <a:pt x="3937436" y="1712065"/>
                  </a:lnTo>
                  <a:lnTo>
                    <a:pt x="3937436" y="1711635"/>
                  </a:lnTo>
                  <a:lnTo>
                    <a:pt x="3937594" y="1711635"/>
                  </a:lnTo>
                  <a:lnTo>
                    <a:pt x="3937752" y="1711635"/>
                  </a:lnTo>
                  <a:lnTo>
                    <a:pt x="3937909" y="1711635"/>
                  </a:lnTo>
                  <a:lnTo>
                    <a:pt x="3938067" y="1711635"/>
                  </a:lnTo>
                  <a:lnTo>
                    <a:pt x="3938225" y="1711635"/>
                  </a:lnTo>
                  <a:lnTo>
                    <a:pt x="3938383" y="1711635"/>
                  </a:lnTo>
                  <a:lnTo>
                    <a:pt x="3938383" y="1711204"/>
                  </a:lnTo>
                  <a:lnTo>
                    <a:pt x="3938540" y="1711204"/>
                  </a:lnTo>
                  <a:lnTo>
                    <a:pt x="3938698" y="1711204"/>
                  </a:lnTo>
                  <a:lnTo>
                    <a:pt x="3938856" y="1711204"/>
                  </a:lnTo>
                  <a:lnTo>
                    <a:pt x="3939013" y="1711204"/>
                  </a:lnTo>
                  <a:lnTo>
                    <a:pt x="3939171" y="1711204"/>
                  </a:lnTo>
                  <a:lnTo>
                    <a:pt x="3939329" y="1711204"/>
                  </a:lnTo>
                  <a:lnTo>
                    <a:pt x="3939487" y="1711204"/>
                  </a:lnTo>
                  <a:lnTo>
                    <a:pt x="3939644" y="1711204"/>
                  </a:lnTo>
                  <a:lnTo>
                    <a:pt x="3939802" y="1711204"/>
                  </a:lnTo>
                  <a:lnTo>
                    <a:pt x="3939960" y="1711204"/>
                  </a:lnTo>
                  <a:lnTo>
                    <a:pt x="3939960" y="1710773"/>
                  </a:lnTo>
                  <a:lnTo>
                    <a:pt x="3940118" y="1710773"/>
                  </a:lnTo>
                  <a:lnTo>
                    <a:pt x="3940275" y="1710773"/>
                  </a:lnTo>
                  <a:lnTo>
                    <a:pt x="3940433" y="1710773"/>
                  </a:lnTo>
                  <a:lnTo>
                    <a:pt x="3940591" y="1710773"/>
                  </a:lnTo>
                  <a:lnTo>
                    <a:pt x="3940748" y="1710773"/>
                  </a:lnTo>
                  <a:lnTo>
                    <a:pt x="3940906" y="1710773"/>
                  </a:lnTo>
                  <a:lnTo>
                    <a:pt x="3941064" y="1710773"/>
                  </a:lnTo>
                  <a:lnTo>
                    <a:pt x="3941222" y="1710773"/>
                  </a:lnTo>
                  <a:lnTo>
                    <a:pt x="3941379" y="1710773"/>
                  </a:lnTo>
                  <a:lnTo>
                    <a:pt x="3941379" y="1710343"/>
                  </a:lnTo>
                  <a:lnTo>
                    <a:pt x="3941379" y="1709912"/>
                  </a:lnTo>
                  <a:lnTo>
                    <a:pt x="3941537" y="1709912"/>
                  </a:lnTo>
                  <a:lnTo>
                    <a:pt x="3941695" y="1709912"/>
                  </a:lnTo>
                  <a:lnTo>
                    <a:pt x="3941695" y="1709482"/>
                  </a:lnTo>
                  <a:lnTo>
                    <a:pt x="3941695" y="1709051"/>
                  </a:lnTo>
                  <a:lnTo>
                    <a:pt x="3941852" y="1709051"/>
                  </a:lnTo>
                  <a:lnTo>
                    <a:pt x="3942010" y="1709051"/>
                  </a:lnTo>
                  <a:lnTo>
                    <a:pt x="3942168" y="1709051"/>
                  </a:lnTo>
                  <a:lnTo>
                    <a:pt x="3942326" y="1709051"/>
                  </a:lnTo>
                  <a:lnTo>
                    <a:pt x="3942326" y="1708620"/>
                  </a:lnTo>
                  <a:lnTo>
                    <a:pt x="3942326" y="1708190"/>
                  </a:lnTo>
                  <a:lnTo>
                    <a:pt x="3942326" y="1707759"/>
                  </a:lnTo>
                  <a:lnTo>
                    <a:pt x="3942483" y="1707759"/>
                  </a:lnTo>
                  <a:lnTo>
                    <a:pt x="3942641" y="1707759"/>
                  </a:lnTo>
                  <a:lnTo>
                    <a:pt x="3942799" y="1707759"/>
                  </a:lnTo>
                  <a:lnTo>
                    <a:pt x="3942956" y="1707759"/>
                  </a:lnTo>
                  <a:lnTo>
                    <a:pt x="3943114" y="1707759"/>
                  </a:lnTo>
                  <a:lnTo>
                    <a:pt x="3943272" y="1707759"/>
                  </a:lnTo>
                  <a:lnTo>
                    <a:pt x="3943272" y="1707329"/>
                  </a:lnTo>
                  <a:lnTo>
                    <a:pt x="3943430" y="1707329"/>
                  </a:lnTo>
                  <a:lnTo>
                    <a:pt x="3943587" y="1707329"/>
                  </a:lnTo>
                  <a:lnTo>
                    <a:pt x="3943587" y="1706898"/>
                  </a:lnTo>
                  <a:lnTo>
                    <a:pt x="3943745" y="1706898"/>
                  </a:lnTo>
                  <a:lnTo>
                    <a:pt x="3943745" y="1706467"/>
                  </a:lnTo>
                  <a:lnTo>
                    <a:pt x="3943903" y="1706467"/>
                  </a:lnTo>
                  <a:lnTo>
                    <a:pt x="3944060" y="1706467"/>
                  </a:lnTo>
                  <a:lnTo>
                    <a:pt x="3944060" y="1706037"/>
                  </a:lnTo>
                  <a:lnTo>
                    <a:pt x="3944218" y="1706037"/>
                  </a:lnTo>
                  <a:lnTo>
                    <a:pt x="3944376" y="1706037"/>
                  </a:lnTo>
                  <a:lnTo>
                    <a:pt x="3944534" y="1706037"/>
                  </a:lnTo>
                  <a:lnTo>
                    <a:pt x="3944691" y="1706037"/>
                  </a:lnTo>
                  <a:lnTo>
                    <a:pt x="3944849" y="1706037"/>
                  </a:lnTo>
                  <a:lnTo>
                    <a:pt x="3945007" y="1706037"/>
                  </a:lnTo>
                  <a:lnTo>
                    <a:pt x="3945165" y="1706037"/>
                  </a:lnTo>
                  <a:lnTo>
                    <a:pt x="3945322" y="1706037"/>
                  </a:lnTo>
                  <a:lnTo>
                    <a:pt x="3945480" y="1706037"/>
                  </a:lnTo>
                  <a:lnTo>
                    <a:pt x="3945638" y="1706037"/>
                  </a:lnTo>
                  <a:lnTo>
                    <a:pt x="3945795" y="1706037"/>
                  </a:lnTo>
                  <a:lnTo>
                    <a:pt x="3945953" y="1706037"/>
                  </a:lnTo>
                  <a:lnTo>
                    <a:pt x="3946111" y="1706037"/>
                  </a:lnTo>
                  <a:lnTo>
                    <a:pt x="3946269" y="1706037"/>
                  </a:lnTo>
                  <a:lnTo>
                    <a:pt x="3946426" y="1706037"/>
                  </a:lnTo>
                  <a:lnTo>
                    <a:pt x="3946584" y="1706037"/>
                  </a:lnTo>
                  <a:lnTo>
                    <a:pt x="3946584" y="1705606"/>
                  </a:lnTo>
                  <a:lnTo>
                    <a:pt x="3946742" y="1705606"/>
                  </a:lnTo>
                  <a:lnTo>
                    <a:pt x="3946899" y="1705606"/>
                  </a:lnTo>
                  <a:lnTo>
                    <a:pt x="3947057" y="1705606"/>
                  </a:lnTo>
                  <a:lnTo>
                    <a:pt x="3947215" y="1705606"/>
                  </a:lnTo>
                  <a:lnTo>
                    <a:pt x="3947215" y="1705176"/>
                  </a:lnTo>
                  <a:lnTo>
                    <a:pt x="3947373" y="1705176"/>
                  </a:lnTo>
                  <a:lnTo>
                    <a:pt x="3947530" y="1705176"/>
                  </a:lnTo>
                  <a:lnTo>
                    <a:pt x="3947688" y="1705176"/>
                  </a:lnTo>
                  <a:lnTo>
                    <a:pt x="3947846" y="1705176"/>
                  </a:lnTo>
                  <a:lnTo>
                    <a:pt x="3948003" y="1705176"/>
                  </a:lnTo>
                  <a:lnTo>
                    <a:pt x="3948161" y="1705176"/>
                  </a:lnTo>
                  <a:lnTo>
                    <a:pt x="3948319" y="1705176"/>
                  </a:lnTo>
                  <a:lnTo>
                    <a:pt x="3948477" y="1705176"/>
                  </a:lnTo>
                  <a:lnTo>
                    <a:pt x="3948634" y="1705176"/>
                  </a:lnTo>
                  <a:lnTo>
                    <a:pt x="3948792" y="1705176"/>
                  </a:lnTo>
                  <a:lnTo>
                    <a:pt x="3948950" y="1705176"/>
                  </a:lnTo>
                  <a:lnTo>
                    <a:pt x="3949107" y="1705176"/>
                  </a:lnTo>
                  <a:lnTo>
                    <a:pt x="3949265" y="1705176"/>
                  </a:lnTo>
                  <a:lnTo>
                    <a:pt x="3949423" y="1705176"/>
                  </a:lnTo>
                  <a:lnTo>
                    <a:pt x="3949423" y="1704745"/>
                  </a:lnTo>
                  <a:lnTo>
                    <a:pt x="3949581" y="1704745"/>
                  </a:lnTo>
                  <a:lnTo>
                    <a:pt x="3949581" y="1704314"/>
                  </a:lnTo>
                  <a:lnTo>
                    <a:pt x="3949738" y="1704314"/>
                  </a:lnTo>
                  <a:lnTo>
                    <a:pt x="3949896" y="1704314"/>
                  </a:lnTo>
                  <a:lnTo>
                    <a:pt x="3949896" y="1703884"/>
                  </a:lnTo>
                  <a:lnTo>
                    <a:pt x="3950054" y="1703884"/>
                  </a:lnTo>
                  <a:lnTo>
                    <a:pt x="3950054" y="1703453"/>
                  </a:lnTo>
                  <a:lnTo>
                    <a:pt x="3950054" y="1703023"/>
                  </a:lnTo>
                  <a:lnTo>
                    <a:pt x="3950211" y="1703023"/>
                  </a:lnTo>
                  <a:lnTo>
                    <a:pt x="3950369" y="1703023"/>
                  </a:lnTo>
                  <a:lnTo>
                    <a:pt x="3950369" y="1702592"/>
                  </a:lnTo>
                  <a:lnTo>
                    <a:pt x="3950527" y="1702592"/>
                  </a:lnTo>
                  <a:lnTo>
                    <a:pt x="3950685" y="1702592"/>
                  </a:lnTo>
                  <a:lnTo>
                    <a:pt x="3950842" y="1702592"/>
                  </a:lnTo>
                  <a:lnTo>
                    <a:pt x="3951000" y="1702592"/>
                  </a:lnTo>
                  <a:lnTo>
                    <a:pt x="3951158" y="1702592"/>
                  </a:lnTo>
                  <a:lnTo>
                    <a:pt x="3951316" y="1702592"/>
                  </a:lnTo>
                  <a:lnTo>
                    <a:pt x="3951473" y="1702592"/>
                  </a:lnTo>
                  <a:lnTo>
                    <a:pt x="3951631" y="1702592"/>
                  </a:lnTo>
                  <a:lnTo>
                    <a:pt x="3951631" y="1702161"/>
                  </a:lnTo>
                  <a:lnTo>
                    <a:pt x="3951789" y="1702161"/>
                  </a:lnTo>
                  <a:lnTo>
                    <a:pt x="3951946" y="1702161"/>
                  </a:lnTo>
                  <a:lnTo>
                    <a:pt x="3952104" y="1702161"/>
                  </a:lnTo>
                  <a:lnTo>
                    <a:pt x="3952104" y="1701731"/>
                  </a:lnTo>
                  <a:lnTo>
                    <a:pt x="3952104" y="1701300"/>
                  </a:lnTo>
                  <a:lnTo>
                    <a:pt x="3952262" y="1701300"/>
                  </a:lnTo>
                  <a:lnTo>
                    <a:pt x="3952262" y="1700870"/>
                  </a:lnTo>
                  <a:lnTo>
                    <a:pt x="3952420" y="1700870"/>
                  </a:lnTo>
                  <a:lnTo>
                    <a:pt x="3952577" y="1700870"/>
                  </a:lnTo>
                  <a:lnTo>
                    <a:pt x="3952735" y="1700870"/>
                  </a:lnTo>
                  <a:lnTo>
                    <a:pt x="3952735" y="1700439"/>
                  </a:lnTo>
                  <a:lnTo>
                    <a:pt x="3952893" y="1700439"/>
                  </a:lnTo>
                  <a:lnTo>
                    <a:pt x="3953050" y="1700439"/>
                  </a:lnTo>
                  <a:lnTo>
                    <a:pt x="3953050" y="1700008"/>
                  </a:lnTo>
                  <a:lnTo>
                    <a:pt x="3953208" y="1700008"/>
                  </a:lnTo>
                  <a:lnTo>
                    <a:pt x="3953366" y="1700008"/>
                  </a:lnTo>
                  <a:lnTo>
                    <a:pt x="3953524" y="1700008"/>
                  </a:lnTo>
                  <a:lnTo>
                    <a:pt x="3953681" y="1700008"/>
                  </a:lnTo>
                  <a:lnTo>
                    <a:pt x="3953839" y="1700008"/>
                  </a:lnTo>
                  <a:lnTo>
                    <a:pt x="3953997" y="1700008"/>
                  </a:lnTo>
                  <a:lnTo>
                    <a:pt x="3954154" y="1700008"/>
                  </a:lnTo>
                  <a:lnTo>
                    <a:pt x="3954312" y="1700008"/>
                  </a:lnTo>
                  <a:lnTo>
                    <a:pt x="3954312" y="1699578"/>
                  </a:lnTo>
                  <a:lnTo>
                    <a:pt x="3954470" y="1699578"/>
                  </a:lnTo>
                  <a:lnTo>
                    <a:pt x="3954628" y="1699578"/>
                  </a:lnTo>
                  <a:lnTo>
                    <a:pt x="3954785" y="1699578"/>
                  </a:lnTo>
                  <a:lnTo>
                    <a:pt x="3954943" y="1699578"/>
                  </a:lnTo>
                  <a:lnTo>
                    <a:pt x="3955101" y="1699578"/>
                  </a:lnTo>
                  <a:lnTo>
                    <a:pt x="3955258" y="1699578"/>
                  </a:lnTo>
                  <a:lnTo>
                    <a:pt x="3955258" y="1699147"/>
                  </a:lnTo>
                  <a:lnTo>
                    <a:pt x="3955416" y="1699147"/>
                  </a:lnTo>
                  <a:lnTo>
                    <a:pt x="3955574" y="1699147"/>
                  </a:lnTo>
                  <a:lnTo>
                    <a:pt x="3955732" y="1699147"/>
                  </a:lnTo>
                  <a:lnTo>
                    <a:pt x="3955889" y="1699147"/>
                  </a:lnTo>
                  <a:lnTo>
                    <a:pt x="3956047" y="1699147"/>
                  </a:lnTo>
                  <a:lnTo>
                    <a:pt x="3956205" y="1699147"/>
                  </a:lnTo>
                  <a:lnTo>
                    <a:pt x="3956205" y="1698717"/>
                  </a:lnTo>
                  <a:lnTo>
                    <a:pt x="3956205" y="1698286"/>
                  </a:lnTo>
                  <a:lnTo>
                    <a:pt x="3956205" y="1697855"/>
                  </a:lnTo>
                  <a:lnTo>
                    <a:pt x="3956363" y="1697855"/>
                  </a:lnTo>
                  <a:lnTo>
                    <a:pt x="3956520" y="1697855"/>
                  </a:lnTo>
                  <a:lnTo>
                    <a:pt x="3956678" y="1697855"/>
                  </a:lnTo>
                  <a:lnTo>
                    <a:pt x="3956836" y="1697855"/>
                  </a:lnTo>
                  <a:lnTo>
                    <a:pt x="3956993" y="1697855"/>
                  </a:lnTo>
                  <a:lnTo>
                    <a:pt x="3957151" y="1697855"/>
                  </a:lnTo>
                  <a:lnTo>
                    <a:pt x="3957309" y="1697855"/>
                  </a:lnTo>
                  <a:lnTo>
                    <a:pt x="3957309" y="1697425"/>
                  </a:lnTo>
                  <a:lnTo>
                    <a:pt x="3957467" y="1697425"/>
                  </a:lnTo>
                  <a:lnTo>
                    <a:pt x="3957624" y="1697425"/>
                  </a:lnTo>
                  <a:lnTo>
                    <a:pt x="3957782" y="1697425"/>
                  </a:lnTo>
                  <a:lnTo>
                    <a:pt x="3957940" y="1697425"/>
                  </a:lnTo>
                  <a:lnTo>
                    <a:pt x="3957940" y="1696994"/>
                  </a:lnTo>
                  <a:lnTo>
                    <a:pt x="3958097" y="1696994"/>
                  </a:lnTo>
                  <a:lnTo>
                    <a:pt x="3958255" y="1696994"/>
                  </a:lnTo>
                  <a:lnTo>
                    <a:pt x="3958413" y="1696994"/>
                  </a:lnTo>
                  <a:lnTo>
                    <a:pt x="3958571" y="1696994"/>
                  </a:lnTo>
                  <a:lnTo>
                    <a:pt x="3958728" y="1696994"/>
                  </a:lnTo>
                  <a:lnTo>
                    <a:pt x="3958886" y="1696994"/>
                  </a:lnTo>
                  <a:lnTo>
                    <a:pt x="3959044" y="1696994"/>
                  </a:lnTo>
                  <a:lnTo>
                    <a:pt x="3959201" y="1696994"/>
                  </a:lnTo>
                  <a:lnTo>
                    <a:pt x="3959359" y="1696994"/>
                  </a:lnTo>
                  <a:lnTo>
                    <a:pt x="3959517" y="1696994"/>
                  </a:lnTo>
                  <a:lnTo>
                    <a:pt x="3959675" y="1696994"/>
                  </a:lnTo>
                  <a:lnTo>
                    <a:pt x="3959832" y="1696994"/>
                  </a:lnTo>
                  <a:lnTo>
                    <a:pt x="3959990" y="1696994"/>
                  </a:lnTo>
                  <a:lnTo>
                    <a:pt x="3960148" y="1696994"/>
                  </a:lnTo>
                  <a:lnTo>
                    <a:pt x="3960148" y="1696564"/>
                  </a:lnTo>
                  <a:lnTo>
                    <a:pt x="3960305" y="1696564"/>
                  </a:lnTo>
                  <a:lnTo>
                    <a:pt x="3960463" y="1696564"/>
                  </a:lnTo>
                  <a:lnTo>
                    <a:pt x="3960463" y="1696133"/>
                  </a:lnTo>
                  <a:lnTo>
                    <a:pt x="3960621" y="1696133"/>
                  </a:lnTo>
                  <a:lnTo>
                    <a:pt x="3960779" y="1696133"/>
                  </a:lnTo>
                  <a:lnTo>
                    <a:pt x="3960936" y="1696133"/>
                  </a:lnTo>
                  <a:lnTo>
                    <a:pt x="3961094" y="1696133"/>
                  </a:lnTo>
                  <a:lnTo>
                    <a:pt x="3961252" y="1696133"/>
                  </a:lnTo>
                  <a:lnTo>
                    <a:pt x="3961409" y="1696133"/>
                  </a:lnTo>
                  <a:lnTo>
                    <a:pt x="3961567" y="1696133"/>
                  </a:lnTo>
                  <a:lnTo>
                    <a:pt x="3961725" y="1696133"/>
                  </a:lnTo>
                  <a:lnTo>
                    <a:pt x="3961883" y="1696133"/>
                  </a:lnTo>
                  <a:lnTo>
                    <a:pt x="3962040" y="1696133"/>
                  </a:lnTo>
                  <a:lnTo>
                    <a:pt x="3962198" y="1696133"/>
                  </a:lnTo>
                  <a:lnTo>
                    <a:pt x="3962356" y="1696133"/>
                  </a:lnTo>
                  <a:lnTo>
                    <a:pt x="3962514" y="1696133"/>
                  </a:lnTo>
                  <a:lnTo>
                    <a:pt x="3962671" y="1696133"/>
                  </a:lnTo>
                  <a:lnTo>
                    <a:pt x="3962671" y="1695702"/>
                  </a:lnTo>
                  <a:lnTo>
                    <a:pt x="3962671" y="1695272"/>
                  </a:lnTo>
                  <a:lnTo>
                    <a:pt x="3962829" y="1695272"/>
                  </a:lnTo>
                  <a:lnTo>
                    <a:pt x="3962987" y="1695272"/>
                  </a:lnTo>
                  <a:lnTo>
                    <a:pt x="3963144" y="1695272"/>
                  </a:lnTo>
                  <a:lnTo>
                    <a:pt x="3963302" y="1695272"/>
                  </a:lnTo>
                  <a:lnTo>
                    <a:pt x="3963302" y="1694841"/>
                  </a:lnTo>
                  <a:lnTo>
                    <a:pt x="3963302" y="1694411"/>
                  </a:lnTo>
                  <a:lnTo>
                    <a:pt x="3963460" y="1694411"/>
                  </a:lnTo>
                  <a:lnTo>
                    <a:pt x="3963618" y="1694411"/>
                  </a:lnTo>
                  <a:lnTo>
                    <a:pt x="3963775" y="1694411"/>
                  </a:lnTo>
                  <a:lnTo>
                    <a:pt x="3963933" y="1694411"/>
                  </a:lnTo>
                  <a:lnTo>
                    <a:pt x="3964091" y="1694411"/>
                  </a:lnTo>
                  <a:lnTo>
                    <a:pt x="3964248" y="1694411"/>
                  </a:lnTo>
                  <a:lnTo>
                    <a:pt x="3964406" y="1694411"/>
                  </a:lnTo>
                  <a:lnTo>
                    <a:pt x="3964406" y="1693980"/>
                  </a:lnTo>
                  <a:lnTo>
                    <a:pt x="3964564" y="1693980"/>
                  </a:lnTo>
                  <a:lnTo>
                    <a:pt x="3964722" y="1693980"/>
                  </a:lnTo>
                  <a:lnTo>
                    <a:pt x="3964879" y="1693980"/>
                  </a:lnTo>
                  <a:lnTo>
                    <a:pt x="3965037" y="1693980"/>
                  </a:lnTo>
                  <a:lnTo>
                    <a:pt x="3965195" y="1693980"/>
                  </a:lnTo>
                  <a:lnTo>
                    <a:pt x="3965352" y="1693980"/>
                  </a:lnTo>
                  <a:lnTo>
                    <a:pt x="3965510" y="1693980"/>
                  </a:lnTo>
                  <a:lnTo>
                    <a:pt x="3965668" y="1693980"/>
                  </a:lnTo>
                  <a:lnTo>
                    <a:pt x="3965826" y="1693980"/>
                  </a:lnTo>
                  <a:lnTo>
                    <a:pt x="3965983" y="1693980"/>
                  </a:lnTo>
                  <a:lnTo>
                    <a:pt x="3965983" y="1693549"/>
                  </a:lnTo>
                  <a:lnTo>
                    <a:pt x="3965983" y="1693119"/>
                  </a:lnTo>
                  <a:lnTo>
                    <a:pt x="3966141" y="1693119"/>
                  </a:lnTo>
                  <a:lnTo>
                    <a:pt x="3966299" y="1693119"/>
                  </a:lnTo>
                  <a:lnTo>
                    <a:pt x="3966456" y="1693119"/>
                  </a:lnTo>
                  <a:lnTo>
                    <a:pt x="3966614" y="1693119"/>
                  </a:lnTo>
                  <a:lnTo>
                    <a:pt x="3966772" y="1693119"/>
                  </a:lnTo>
                  <a:lnTo>
                    <a:pt x="3966772" y="1692688"/>
                  </a:lnTo>
                  <a:lnTo>
                    <a:pt x="3966772" y="1692258"/>
                  </a:lnTo>
                  <a:lnTo>
                    <a:pt x="3966930" y="1692258"/>
                  </a:lnTo>
                  <a:lnTo>
                    <a:pt x="3967087" y="1692258"/>
                  </a:lnTo>
                  <a:lnTo>
                    <a:pt x="3967245" y="1692258"/>
                  </a:lnTo>
                  <a:lnTo>
                    <a:pt x="3967403" y="1692258"/>
                  </a:lnTo>
                  <a:lnTo>
                    <a:pt x="3967403" y="1691827"/>
                  </a:lnTo>
                  <a:lnTo>
                    <a:pt x="3967403" y="1691396"/>
                  </a:lnTo>
                  <a:lnTo>
                    <a:pt x="3967561" y="1691396"/>
                  </a:lnTo>
                  <a:lnTo>
                    <a:pt x="3967561" y="1690966"/>
                  </a:lnTo>
                  <a:lnTo>
                    <a:pt x="3967718" y="1690966"/>
                  </a:lnTo>
                  <a:lnTo>
                    <a:pt x="3967876" y="1690966"/>
                  </a:lnTo>
                  <a:lnTo>
                    <a:pt x="3968034" y="1690966"/>
                  </a:lnTo>
                  <a:lnTo>
                    <a:pt x="3968191" y="1690966"/>
                  </a:lnTo>
                  <a:lnTo>
                    <a:pt x="3968349" y="1690966"/>
                  </a:lnTo>
                  <a:lnTo>
                    <a:pt x="3968349" y="1690535"/>
                  </a:lnTo>
                  <a:lnTo>
                    <a:pt x="3968349" y="1690105"/>
                  </a:lnTo>
                  <a:lnTo>
                    <a:pt x="3968507" y="1690105"/>
                  </a:lnTo>
                  <a:lnTo>
                    <a:pt x="3968507" y="1689674"/>
                  </a:lnTo>
                  <a:lnTo>
                    <a:pt x="3968665" y="1689674"/>
                  </a:lnTo>
                  <a:lnTo>
                    <a:pt x="3968822" y="1689674"/>
                  </a:lnTo>
                  <a:lnTo>
                    <a:pt x="3968980" y="1689674"/>
                  </a:lnTo>
                  <a:lnTo>
                    <a:pt x="3969138" y="1689674"/>
                  </a:lnTo>
                  <a:lnTo>
                    <a:pt x="3969295" y="1689674"/>
                  </a:lnTo>
                  <a:lnTo>
                    <a:pt x="3969453" y="1689674"/>
                  </a:lnTo>
                  <a:lnTo>
                    <a:pt x="3969453" y="1689243"/>
                  </a:lnTo>
                  <a:lnTo>
                    <a:pt x="3969611" y="1689243"/>
                  </a:lnTo>
                  <a:lnTo>
                    <a:pt x="3969769" y="1689243"/>
                  </a:lnTo>
                  <a:lnTo>
                    <a:pt x="3969926" y="1689243"/>
                  </a:lnTo>
                  <a:lnTo>
                    <a:pt x="3970084" y="1689243"/>
                  </a:lnTo>
                  <a:lnTo>
                    <a:pt x="3970084" y="1688813"/>
                  </a:lnTo>
                  <a:lnTo>
                    <a:pt x="3970242" y="1688813"/>
                  </a:lnTo>
                  <a:lnTo>
                    <a:pt x="3970399" y="1688813"/>
                  </a:lnTo>
                  <a:lnTo>
                    <a:pt x="3970557" y="1688813"/>
                  </a:lnTo>
                  <a:lnTo>
                    <a:pt x="3970715" y="1688813"/>
                  </a:lnTo>
                  <a:lnTo>
                    <a:pt x="3970873" y="1688813"/>
                  </a:lnTo>
                  <a:lnTo>
                    <a:pt x="3971030" y="1688813"/>
                  </a:lnTo>
                  <a:lnTo>
                    <a:pt x="3971188" y="1688813"/>
                  </a:lnTo>
                  <a:lnTo>
                    <a:pt x="3971188" y="1688382"/>
                  </a:lnTo>
                  <a:lnTo>
                    <a:pt x="3971346" y="1688382"/>
                  </a:lnTo>
                  <a:lnTo>
                    <a:pt x="3971503" y="1688382"/>
                  </a:lnTo>
                  <a:lnTo>
                    <a:pt x="3971661" y="1688382"/>
                  </a:lnTo>
                  <a:lnTo>
                    <a:pt x="3971819" y="1688382"/>
                  </a:lnTo>
                  <a:lnTo>
                    <a:pt x="3971977" y="1688382"/>
                  </a:lnTo>
                  <a:lnTo>
                    <a:pt x="3972134" y="1688382"/>
                  </a:lnTo>
                  <a:lnTo>
                    <a:pt x="3972292" y="1688382"/>
                  </a:lnTo>
                  <a:lnTo>
                    <a:pt x="3972292" y="1687952"/>
                  </a:lnTo>
                  <a:lnTo>
                    <a:pt x="3972450" y="1687952"/>
                  </a:lnTo>
                  <a:lnTo>
                    <a:pt x="3972450" y="1687521"/>
                  </a:lnTo>
                  <a:lnTo>
                    <a:pt x="3972607" y="1687521"/>
                  </a:lnTo>
                  <a:lnTo>
                    <a:pt x="3972765" y="1687521"/>
                  </a:lnTo>
                  <a:lnTo>
                    <a:pt x="3972923" y="1687521"/>
                  </a:lnTo>
                  <a:lnTo>
                    <a:pt x="3973081" y="1687521"/>
                  </a:lnTo>
                  <a:lnTo>
                    <a:pt x="3973238" y="1687521"/>
                  </a:lnTo>
                  <a:lnTo>
                    <a:pt x="3973396" y="1687521"/>
                  </a:lnTo>
                  <a:lnTo>
                    <a:pt x="3973554" y="1687521"/>
                  </a:lnTo>
                  <a:lnTo>
                    <a:pt x="3973712" y="1687521"/>
                  </a:lnTo>
                  <a:lnTo>
                    <a:pt x="3973712" y="1687090"/>
                  </a:lnTo>
                  <a:lnTo>
                    <a:pt x="3973869" y="1687090"/>
                  </a:lnTo>
                  <a:lnTo>
                    <a:pt x="3974027" y="1687090"/>
                  </a:lnTo>
                  <a:lnTo>
                    <a:pt x="3974185" y="1687090"/>
                  </a:lnTo>
                  <a:lnTo>
                    <a:pt x="3974342" y="1687090"/>
                  </a:lnTo>
                  <a:lnTo>
                    <a:pt x="3974500" y="1687090"/>
                  </a:lnTo>
                  <a:lnTo>
                    <a:pt x="3974658" y="1687090"/>
                  </a:lnTo>
                  <a:lnTo>
                    <a:pt x="3974816" y="1687090"/>
                  </a:lnTo>
                  <a:lnTo>
                    <a:pt x="3974973" y="1687090"/>
                  </a:lnTo>
                  <a:lnTo>
                    <a:pt x="3975131" y="1687090"/>
                  </a:lnTo>
                  <a:lnTo>
                    <a:pt x="3975289" y="1687090"/>
                  </a:lnTo>
                  <a:lnTo>
                    <a:pt x="3975446" y="1687090"/>
                  </a:lnTo>
                  <a:lnTo>
                    <a:pt x="3975604" y="1687090"/>
                  </a:lnTo>
                  <a:lnTo>
                    <a:pt x="3975604" y="1686660"/>
                  </a:lnTo>
                  <a:lnTo>
                    <a:pt x="3975762" y="1686660"/>
                  </a:lnTo>
                  <a:lnTo>
                    <a:pt x="3975920" y="1686660"/>
                  </a:lnTo>
                  <a:lnTo>
                    <a:pt x="3976077" y="1686660"/>
                  </a:lnTo>
                  <a:lnTo>
                    <a:pt x="3976235" y="1686660"/>
                  </a:lnTo>
                  <a:lnTo>
                    <a:pt x="3976235" y="1686229"/>
                  </a:lnTo>
                  <a:lnTo>
                    <a:pt x="3976393" y="1686229"/>
                  </a:lnTo>
                  <a:lnTo>
                    <a:pt x="3976393" y="1685799"/>
                  </a:lnTo>
                  <a:lnTo>
                    <a:pt x="3976550" y="1685799"/>
                  </a:lnTo>
                  <a:lnTo>
                    <a:pt x="3976708" y="1685799"/>
                  </a:lnTo>
                  <a:lnTo>
                    <a:pt x="3976866" y="1685799"/>
                  </a:lnTo>
                  <a:lnTo>
                    <a:pt x="3977024" y="1685799"/>
                  </a:lnTo>
                  <a:lnTo>
                    <a:pt x="3977181" y="1685799"/>
                  </a:lnTo>
                  <a:lnTo>
                    <a:pt x="3977339" y="1685799"/>
                  </a:lnTo>
                  <a:lnTo>
                    <a:pt x="3977497" y="1685799"/>
                  </a:lnTo>
                  <a:lnTo>
                    <a:pt x="3977654" y="1685799"/>
                  </a:lnTo>
                  <a:lnTo>
                    <a:pt x="3977812" y="1685799"/>
                  </a:lnTo>
                  <a:lnTo>
                    <a:pt x="3977970" y="1685799"/>
                  </a:lnTo>
                  <a:lnTo>
                    <a:pt x="3978128" y="1685799"/>
                  </a:lnTo>
                  <a:lnTo>
                    <a:pt x="3978285" y="1685799"/>
                  </a:lnTo>
                  <a:lnTo>
                    <a:pt x="3978443" y="1685799"/>
                  </a:lnTo>
                  <a:lnTo>
                    <a:pt x="3978601" y="1685799"/>
                  </a:lnTo>
                  <a:lnTo>
                    <a:pt x="3978759" y="1685799"/>
                  </a:lnTo>
                  <a:lnTo>
                    <a:pt x="3978759" y="1685368"/>
                  </a:lnTo>
                  <a:lnTo>
                    <a:pt x="3978916" y="1685368"/>
                  </a:lnTo>
                  <a:lnTo>
                    <a:pt x="3978916" y="1684937"/>
                  </a:lnTo>
                  <a:lnTo>
                    <a:pt x="3979074" y="1684937"/>
                  </a:lnTo>
                  <a:lnTo>
                    <a:pt x="3979232" y="1684937"/>
                  </a:lnTo>
                  <a:lnTo>
                    <a:pt x="3979389" y="1684937"/>
                  </a:lnTo>
                  <a:lnTo>
                    <a:pt x="3979547" y="1684937"/>
                  </a:lnTo>
                  <a:lnTo>
                    <a:pt x="3979547" y="1684507"/>
                  </a:lnTo>
                  <a:lnTo>
                    <a:pt x="3979705" y="1684507"/>
                  </a:lnTo>
                  <a:lnTo>
                    <a:pt x="3979863" y="1684507"/>
                  </a:lnTo>
                  <a:lnTo>
                    <a:pt x="3980020" y="1684507"/>
                  </a:lnTo>
                  <a:lnTo>
                    <a:pt x="3980020" y="1684076"/>
                  </a:lnTo>
                  <a:lnTo>
                    <a:pt x="3980178" y="1684076"/>
                  </a:lnTo>
                  <a:lnTo>
                    <a:pt x="3980178" y="1683646"/>
                  </a:lnTo>
                  <a:lnTo>
                    <a:pt x="3980336" y="1683646"/>
                  </a:lnTo>
                  <a:lnTo>
                    <a:pt x="3980493" y="1683646"/>
                  </a:lnTo>
                  <a:lnTo>
                    <a:pt x="3980651" y="1683646"/>
                  </a:lnTo>
                  <a:lnTo>
                    <a:pt x="3980809" y="1683646"/>
                  </a:lnTo>
                  <a:lnTo>
                    <a:pt x="3980967" y="1683646"/>
                  </a:lnTo>
                  <a:lnTo>
                    <a:pt x="3980967" y="1683215"/>
                  </a:lnTo>
                  <a:lnTo>
                    <a:pt x="3980967" y="1682784"/>
                  </a:lnTo>
                  <a:lnTo>
                    <a:pt x="3981124" y="1682784"/>
                  </a:lnTo>
                  <a:lnTo>
                    <a:pt x="3981282" y="1682784"/>
                  </a:lnTo>
                  <a:lnTo>
                    <a:pt x="3981440" y="1682784"/>
                  </a:lnTo>
                  <a:lnTo>
                    <a:pt x="3981597" y="1682784"/>
                  </a:lnTo>
                  <a:lnTo>
                    <a:pt x="3981755" y="1682784"/>
                  </a:lnTo>
                  <a:lnTo>
                    <a:pt x="3981913" y="1682784"/>
                  </a:lnTo>
                  <a:lnTo>
                    <a:pt x="3981913" y="1682354"/>
                  </a:lnTo>
                  <a:lnTo>
                    <a:pt x="3982071" y="1682354"/>
                  </a:lnTo>
                  <a:lnTo>
                    <a:pt x="3982228" y="1682354"/>
                  </a:lnTo>
                  <a:lnTo>
                    <a:pt x="3982386" y="1682354"/>
                  </a:lnTo>
                  <a:lnTo>
                    <a:pt x="3982544" y="1682354"/>
                  </a:lnTo>
                  <a:lnTo>
                    <a:pt x="3982701" y="1682354"/>
                  </a:lnTo>
                  <a:lnTo>
                    <a:pt x="3982859" y="1682354"/>
                  </a:lnTo>
                  <a:lnTo>
                    <a:pt x="3983017" y="1682354"/>
                  </a:lnTo>
                  <a:lnTo>
                    <a:pt x="3983175" y="1682354"/>
                  </a:lnTo>
                  <a:lnTo>
                    <a:pt x="3983332" y="1682354"/>
                  </a:lnTo>
                  <a:lnTo>
                    <a:pt x="3983490" y="1682354"/>
                  </a:lnTo>
                  <a:lnTo>
                    <a:pt x="3983490" y="1681923"/>
                  </a:lnTo>
                  <a:lnTo>
                    <a:pt x="3983648" y="1681923"/>
                  </a:lnTo>
                  <a:lnTo>
                    <a:pt x="3983648" y="1681493"/>
                  </a:lnTo>
                  <a:lnTo>
                    <a:pt x="3983805" y="1681493"/>
                  </a:lnTo>
                  <a:lnTo>
                    <a:pt x="3983963" y="1681493"/>
                  </a:lnTo>
                  <a:lnTo>
                    <a:pt x="3984121" y="1681493"/>
                  </a:lnTo>
                  <a:lnTo>
                    <a:pt x="3984279" y="1681493"/>
                  </a:lnTo>
                  <a:lnTo>
                    <a:pt x="3984436" y="1681493"/>
                  </a:lnTo>
                  <a:lnTo>
                    <a:pt x="3984594" y="1681493"/>
                  </a:lnTo>
                  <a:lnTo>
                    <a:pt x="3984752" y="1681493"/>
                  </a:lnTo>
                  <a:lnTo>
                    <a:pt x="3984910" y="1681493"/>
                  </a:lnTo>
                  <a:lnTo>
                    <a:pt x="3985067" y="1681493"/>
                  </a:lnTo>
                  <a:lnTo>
                    <a:pt x="3985225" y="1681493"/>
                  </a:lnTo>
                  <a:lnTo>
                    <a:pt x="3985383" y="1681493"/>
                  </a:lnTo>
                  <a:lnTo>
                    <a:pt x="3985540" y="1681493"/>
                  </a:lnTo>
                  <a:lnTo>
                    <a:pt x="3985698" y="1681493"/>
                  </a:lnTo>
                  <a:lnTo>
                    <a:pt x="3985698" y="1681062"/>
                  </a:lnTo>
                  <a:lnTo>
                    <a:pt x="3985856" y="1681062"/>
                  </a:lnTo>
                  <a:lnTo>
                    <a:pt x="3986014" y="1681062"/>
                  </a:lnTo>
                  <a:lnTo>
                    <a:pt x="3986014" y="1680631"/>
                  </a:lnTo>
                  <a:lnTo>
                    <a:pt x="3986014" y="1680201"/>
                  </a:lnTo>
                  <a:lnTo>
                    <a:pt x="3986014" y="1679770"/>
                  </a:lnTo>
                  <a:lnTo>
                    <a:pt x="3986171" y="1679770"/>
                  </a:lnTo>
                  <a:lnTo>
                    <a:pt x="3986329" y="1679770"/>
                  </a:lnTo>
                  <a:lnTo>
                    <a:pt x="3986487" y="1679770"/>
                  </a:lnTo>
                  <a:lnTo>
                    <a:pt x="3986487" y="1679340"/>
                  </a:lnTo>
                  <a:lnTo>
                    <a:pt x="3986644" y="1679340"/>
                  </a:lnTo>
                  <a:lnTo>
                    <a:pt x="3986802" y="1679340"/>
                  </a:lnTo>
                  <a:lnTo>
                    <a:pt x="3986960" y="1679340"/>
                  </a:lnTo>
                  <a:lnTo>
                    <a:pt x="3987118" y="1679340"/>
                  </a:lnTo>
                  <a:lnTo>
                    <a:pt x="3987275" y="1679340"/>
                  </a:lnTo>
                  <a:lnTo>
                    <a:pt x="3987433" y="1679340"/>
                  </a:lnTo>
                  <a:lnTo>
                    <a:pt x="3987591" y="1679340"/>
                  </a:lnTo>
                  <a:lnTo>
                    <a:pt x="3987591" y="1678909"/>
                  </a:lnTo>
                  <a:lnTo>
                    <a:pt x="3987748" y="1678909"/>
                  </a:lnTo>
                  <a:lnTo>
                    <a:pt x="3987906" y="1678909"/>
                  </a:lnTo>
                  <a:lnTo>
                    <a:pt x="3987906" y="1678478"/>
                  </a:lnTo>
                  <a:lnTo>
                    <a:pt x="3987906" y="1678048"/>
                  </a:lnTo>
                  <a:lnTo>
                    <a:pt x="3988064" y="1678048"/>
                  </a:lnTo>
                  <a:lnTo>
                    <a:pt x="3988222" y="1678048"/>
                  </a:lnTo>
                  <a:lnTo>
                    <a:pt x="3988379" y="1678048"/>
                  </a:lnTo>
                  <a:lnTo>
                    <a:pt x="3988537" y="1678048"/>
                  </a:lnTo>
                  <a:lnTo>
                    <a:pt x="3988695" y="1678048"/>
                  </a:lnTo>
                  <a:lnTo>
                    <a:pt x="3988852" y="1678048"/>
                  </a:lnTo>
                  <a:lnTo>
                    <a:pt x="3989010" y="1678048"/>
                  </a:lnTo>
                  <a:lnTo>
                    <a:pt x="3989168" y="1678048"/>
                  </a:lnTo>
                  <a:lnTo>
                    <a:pt x="3989326" y="1678048"/>
                  </a:lnTo>
                  <a:lnTo>
                    <a:pt x="3989483" y="1678048"/>
                  </a:lnTo>
                  <a:lnTo>
                    <a:pt x="3989641" y="1678048"/>
                  </a:lnTo>
                  <a:lnTo>
                    <a:pt x="3989799" y="1678048"/>
                  </a:lnTo>
                  <a:lnTo>
                    <a:pt x="3989957" y="1678048"/>
                  </a:lnTo>
                  <a:lnTo>
                    <a:pt x="3990114" y="1678048"/>
                  </a:lnTo>
                  <a:lnTo>
                    <a:pt x="3990272" y="1678048"/>
                  </a:lnTo>
                  <a:lnTo>
                    <a:pt x="3990272" y="1677617"/>
                  </a:lnTo>
                  <a:lnTo>
                    <a:pt x="3990430" y="1677617"/>
                  </a:lnTo>
                  <a:lnTo>
                    <a:pt x="3990587" y="1677617"/>
                  </a:lnTo>
                  <a:lnTo>
                    <a:pt x="3990745" y="1677617"/>
                  </a:lnTo>
                  <a:lnTo>
                    <a:pt x="3990903" y="1677617"/>
                  </a:lnTo>
                  <a:lnTo>
                    <a:pt x="3991061" y="1677617"/>
                  </a:lnTo>
                  <a:lnTo>
                    <a:pt x="3991218" y="1677617"/>
                  </a:lnTo>
                  <a:lnTo>
                    <a:pt x="3991376" y="1677617"/>
                  </a:lnTo>
                  <a:lnTo>
                    <a:pt x="3991376" y="1677187"/>
                  </a:lnTo>
                  <a:lnTo>
                    <a:pt x="3991534" y="1677187"/>
                  </a:lnTo>
                  <a:lnTo>
                    <a:pt x="3991691" y="1677187"/>
                  </a:lnTo>
                  <a:lnTo>
                    <a:pt x="3991849" y="1677187"/>
                  </a:lnTo>
                  <a:lnTo>
                    <a:pt x="3992007" y="1677187"/>
                  </a:lnTo>
                  <a:lnTo>
                    <a:pt x="3992165" y="1677187"/>
                  </a:lnTo>
                  <a:lnTo>
                    <a:pt x="3992322" y="1677187"/>
                  </a:lnTo>
                  <a:lnTo>
                    <a:pt x="3992322" y="1676756"/>
                  </a:lnTo>
                  <a:lnTo>
                    <a:pt x="3992322" y="1676325"/>
                  </a:lnTo>
                  <a:lnTo>
                    <a:pt x="3992480" y="1676325"/>
                  </a:lnTo>
                  <a:lnTo>
                    <a:pt x="3992638" y="1676325"/>
                  </a:lnTo>
                  <a:lnTo>
                    <a:pt x="3992795" y="1676325"/>
                  </a:lnTo>
                  <a:lnTo>
                    <a:pt x="3992795" y="1675895"/>
                  </a:lnTo>
                  <a:lnTo>
                    <a:pt x="3992953" y="1675895"/>
                  </a:lnTo>
                  <a:lnTo>
                    <a:pt x="3992953" y="1675464"/>
                  </a:lnTo>
                  <a:lnTo>
                    <a:pt x="3992953" y="1675034"/>
                  </a:lnTo>
                  <a:lnTo>
                    <a:pt x="3993111" y="1675034"/>
                  </a:lnTo>
                  <a:lnTo>
                    <a:pt x="3993269" y="1675034"/>
                  </a:lnTo>
                  <a:lnTo>
                    <a:pt x="3993426" y="1675034"/>
                  </a:lnTo>
                  <a:lnTo>
                    <a:pt x="3993584" y="1675034"/>
                  </a:lnTo>
                  <a:lnTo>
                    <a:pt x="3993742" y="1675034"/>
                  </a:lnTo>
                  <a:lnTo>
                    <a:pt x="3993899" y="1675034"/>
                  </a:lnTo>
                  <a:lnTo>
                    <a:pt x="3993899" y="1674603"/>
                  </a:lnTo>
                  <a:lnTo>
                    <a:pt x="3994057" y="1674603"/>
                  </a:lnTo>
                  <a:lnTo>
                    <a:pt x="3994215" y="1674603"/>
                  </a:lnTo>
                  <a:lnTo>
                    <a:pt x="3994373" y="1674603"/>
                  </a:lnTo>
                  <a:lnTo>
                    <a:pt x="3994530" y="1674603"/>
                  </a:lnTo>
                  <a:lnTo>
                    <a:pt x="3994530" y="1674172"/>
                  </a:lnTo>
                  <a:lnTo>
                    <a:pt x="3994688" y="1674172"/>
                  </a:lnTo>
                  <a:lnTo>
                    <a:pt x="3994846" y="1674172"/>
                  </a:lnTo>
                  <a:lnTo>
                    <a:pt x="3994846" y="1673742"/>
                  </a:lnTo>
                  <a:lnTo>
                    <a:pt x="3995003" y="1673742"/>
                  </a:lnTo>
                  <a:lnTo>
                    <a:pt x="3995161" y="1673742"/>
                  </a:lnTo>
                  <a:lnTo>
                    <a:pt x="3995319" y="1673742"/>
                  </a:lnTo>
                  <a:lnTo>
                    <a:pt x="3995477" y="1673742"/>
                  </a:lnTo>
                  <a:lnTo>
                    <a:pt x="3995634" y="1673742"/>
                  </a:lnTo>
                  <a:lnTo>
                    <a:pt x="3995792" y="1673742"/>
                  </a:lnTo>
                  <a:lnTo>
                    <a:pt x="3995950" y="1673742"/>
                  </a:lnTo>
                  <a:lnTo>
                    <a:pt x="3996108" y="1673742"/>
                  </a:lnTo>
                  <a:lnTo>
                    <a:pt x="3996265" y="1673742"/>
                  </a:lnTo>
                  <a:lnTo>
                    <a:pt x="3996423" y="1673742"/>
                  </a:lnTo>
                  <a:lnTo>
                    <a:pt x="3996581" y="1673742"/>
                  </a:lnTo>
                  <a:lnTo>
                    <a:pt x="3996738" y="1673742"/>
                  </a:lnTo>
                  <a:lnTo>
                    <a:pt x="3996896" y="1673742"/>
                  </a:lnTo>
                  <a:lnTo>
                    <a:pt x="3997054" y="1673742"/>
                  </a:lnTo>
                  <a:lnTo>
                    <a:pt x="3997212" y="1673742"/>
                  </a:lnTo>
                  <a:lnTo>
                    <a:pt x="3997369" y="1673742"/>
                  </a:lnTo>
                  <a:lnTo>
                    <a:pt x="3997369" y="1673311"/>
                  </a:lnTo>
                  <a:lnTo>
                    <a:pt x="3997369" y="1672881"/>
                  </a:lnTo>
                  <a:lnTo>
                    <a:pt x="3997527" y="1672881"/>
                  </a:lnTo>
                  <a:lnTo>
                    <a:pt x="3997685" y="1672881"/>
                  </a:lnTo>
                  <a:lnTo>
                    <a:pt x="3997842" y="1672881"/>
                  </a:lnTo>
                  <a:lnTo>
                    <a:pt x="3998000" y="1672881"/>
                  </a:lnTo>
                  <a:lnTo>
                    <a:pt x="3998158" y="1672881"/>
                  </a:lnTo>
                  <a:lnTo>
                    <a:pt x="3998316" y="1672881"/>
                  </a:lnTo>
                  <a:lnTo>
                    <a:pt x="3998473" y="1672881"/>
                  </a:lnTo>
                  <a:lnTo>
                    <a:pt x="3998631" y="1672881"/>
                  </a:lnTo>
                  <a:lnTo>
                    <a:pt x="3998789" y="1672881"/>
                  </a:lnTo>
                  <a:lnTo>
                    <a:pt x="3998946" y="1672881"/>
                  </a:lnTo>
                  <a:lnTo>
                    <a:pt x="3999104" y="1672881"/>
                  </a:lnTo>
                  <a:lnTo>
                    <a:pt x="3999104" y="1672450"/>
                  </a:lnTo>
                  <a:lnTo>
                    <a:pt x="3999262" y="1672450"/>
                  </a:lnTo>
                  <a:lnTo>
                    <a:pt x="3999420" y="1672450"/>
                  </a:lnTo>
                  <a:lnTo>
                    <a:pt x="3999420" y="1672019"/>
                  </a:lnTo>
                  <a:lnTo>
                    <a:pt x="3999577" y="1672019"/>
                  </a:lnTo>
                  <a:lnTo>
                    <a:pt x="3999735" y="1672019"/>
                  </a:lnTo>
                  <a:lnTo>
                    <a:pt x="3999735" y="1671589"/>
                  </a:lnTo>
                  <a:lnTo>
                    <a:pt x="3999893" y="1671589"/>
                  </a:lnTo>
                  <a:lnTo>
                    <a:pt x="4000050" y="1671589"/>
                  </a:lnTo>
                  <a:lnTo>
                    <a:pt x="4000050" y="1671158"/>
                  </a:lnTo>
                  <a:lnTo>
                    <a:pt x="4000208" y="1671158"/>
                  </a:lnTo>
                  <a:lnTo>
                    <a:pt x="4000366" y="1671158"/>
                  </a:lnTo>
                  <a:lnTo>
                    <a:pt x="4000524" y="1671158"/>
                  </a:lnTo>
                  <a:lnTo>
                    <a:pt x="4000681" y="1671158"/>
                  </a:lnTo>
                  <a:lnTo>
                    <a:pt x="4000839" y="1671158"/>
                  </a:lnTo>
                  <a:lnTo>
                    <a:pt x="4000997" y="1671158"/>
                  </a:lnTo>
                  <a:lnTo>
                    <a:pt x="4000997" y="1670728"/>
                  </a:lnTo>
                  <a:lnTo>
                    <a:pt x="4001155" y="1670728"/>
                  </a:lnTo>
                  <a:lnTo>
                    <a:pt x="4001312" y="1670728"/>
                  </a:lnTo>
                  <a:lnTo>
                    <a:pt x="4001312" y="1670297"/>
                  </a:lnTo>
                  <a:lnTo>
                    <a:pt x="4001470" y="1670297"/>
                  </a:lnTo>
                  <a:lnTo>
                    <a:pt x="4001628" y="1670297"/>
                  </a:lnTo>
                  <a:lnTo>
                    <a:pt x="4001628" y="1669866"/>
                  </a:lnTo>
                  <a:lnTo>
                    <a:pt x="4001785" y="1669866"/>
                  </a:lnTo>
                  <a:lnTo>
                    <a:pt x="4001943" y="1669866"/>
                  </a:lnTo>
                  <a:lnTo>
                    <a:pt x="4002101" y="1669866"/>
                  </a:lnTo>
                  <a:lnTo>
                    <a:pt x="4002259" y="1669866"/>
                  </a:lnTo>
                  <a:lnTo>
                    <a:pt x="4002416" y="1669866"/>
                  </a:lnTo>
                  <a:lnTo>
                    <a:pt x="4002574" y="1669866"/>
                  </a:lnTo>
                  <a:lnTo>
                    <a:pt x="4002732" y="1669866"/>
                  </a:lnTo>
                  <a:lnTo>
                    <a:pt x="4002889" y="1669866"/>
                  </a:lnTo>
                  <a:lnTo>
                    <a:pt x="4003047" y="1669866"/>
                  </a:lnTo>
                  <a:lnTo>
                    <a:pt x="4003205" y="1669866"/>
                  </a:lnTo>
                  <a:lnTo>
                    <a:pt x="4003363" y="1669866"/>
                  </a:lnTo>
                  <a:lnTo>
                    <a:pt x="4003520" y="1669866"/>
                  </a:lnTo>
                  <a:lnTo>
                    <a:pt x="4003678" y="1669866"/>
                  </a:lnTo>
                  <a:lnTo>
                    <a:pt x="4003836" y="1669866"/>
                  </a:lnTo>
                  <a:lnTo>
                    <a:pt x="4003993" y="1669866"/>
                  </a:lnTo>
                  <a:lnTo>
                    <a:pt x="4004151" y="1669866"/>
                  </a:lnTo>
                  <a:lnTo>
                    <a:pt x="4004309" y="1669866"/>
                  </a:lnTo>
                  <a:lnTo>
                    <a:pt x="4004467" y="1669866"/>
                  </a:lnTo>
                  <a:lnTo>
                    <a:pt x="4004467" y="1669436"/>
                  </a:lnTo>
                  <a:lnTo>
                    <a:pt x="4004624" y="1669436"/>
                  </a:lnTo>
                  <a:lnTo>
                    <a:pt x="4004782" y="1669436"/>
                  </a:lnTo>
                  <a:lnTo>
                    <a:pt x="4004940" y="1669436"/>
                  </a:lnTo>
                  <a:lnTo>
                    <a:pt x="4004940" y="1669005"/>
                  </a:lnTo>
                  <a:lnTo>
                    <a:pt x="4005097" y="1669005"/>
                  </a:lnTo>
                  <a:lnTo>
                    <a:pt x="4005255" y="1669005"/>
                  </a:lnTo>
                  <a:lnTo>
                    <a:pt x="4005413" y="1669005"/>
                  </a:lnTo>
                  <a:lnTo>
                    <a:pt x="4005571" y="1669005"/>
                  </a:lnTo>
                  <a:lnTo>
                    <a:pt x="4005728" y="1669005"/>
                  </a:lnTo>
                  <a:lnTo>
                    <a:pt x="4005886" y="1669005"/>
                  </a:lnTo>
                  <a:lnTo>
                    <a:pt x="4006044" y="1669005"/>
                  </a:lnTo>
                  <a:lnTo>
                    <a:pt x="4006201" y="1669005"/>
                  </a:lnTo>
                  <a:lnTo>
                    <a:pt x="4006359" y="1669005"/>
                  </a:lnTo>
                  <a:lnTo>
                    <a:pt x="4006517" y="1669005"/>
                  </a:lnTo>
                  <a:lnTo>
                    <a:pt x="4006675" y="1669005"/>
                  </a:lnTo>
                  <a:lnTo>
                    <a:pt x="4006832" y="1669005"/>
                  </a:lnTo>
                  <a:lnTo>
                    <a:pt x="4006990" y="1669005"/>
                  </a:lnTo>
                  <a:lnTo>
                    <a:pt x="4006990" y="1668575"/>
                  </a:lnTo>
                  <a:lnTo>
                    <a:pt x="4007148" y="1668575"/>
                  </a:lnTo>
                  <a:lnTo>
                    <a:pt x="4007306" y="1668575"/>
                  </a:lnTo>
                  <a:lnTo>
                    <a:pt x="4007463" y="1668575"/>
                  </a:lnTo>
                  <a:lnTo>
                    <a:pt x="4007621" y="1668575"/>
                  </a:lnTo>
                  <a:lnTo>
                    <a:pt x="4007779" y="1668575"/>
                  </a:lnTo>
                  <a:lnTo>
                    <a:pt x="4007936" y="1668575"/>
                  </a:lnTo>
                  <a:lnTo>
                    <a:pt x="4007936" y="1668144"/>
                  </a:lnTo>
                  <a:lnTo>
                    <a:pt x="4008094" y="1668144"/>
                  </a:lnTo>
                  <a:lnTo>
                    <a:pt x="4008252" y="1668144"/>
                  </a:lnTo>
                  <a:lnTo>
                    <a:pt x="4008252" y="1667713"/>
                  </a:lnTo>
                  <a:lnTo>
                    <a:pt x="4008410" y="1667713"/>
                  </a:lnTo>
                  <a:lnTo>
                    <a:pt x="4008567" y="1667713"/>
                  </a:lnTo>
                  <a:lnTo>
                    <a:pt x="4008725" y="1667713"/>
                  </a:lnTo>
                  <a:lnTo>
                    <a:pt x="4008883" y="1667713"/>
                  </a:lnTo>
                  <a:lnTo>
                    <a:pt x="4008883" y="1667283"/>
                  </a:lnTo>
                  <a:lnTo>
                    <a:pt x="4009040" y="1667283"/>
                  </a:lnTo>
                  <a:lnTo>
                    <a:pt x="4009198" y="1667283"/>
                  </a:lnTo>
                  <a:lnTo>
                    <a:pt x="4009356" y="1667283"/>
                  </a:lnTo>
                  <a:lnTo>
                    <a:pt x="4009514" y="1667283"/>
                  </a:lnTo>
                  <a:lnTo>
                    <a:pt x="4009671" y="1667283"/>
                  </a:lnTo>
                  <a:lnTo>
                    <a:pt x="4009829" y="1667283"/>
                  </a:lnTo>
                  <a:lnTo>
                    <a:pt x="4009987" y="1667283"/>
                  </a:lnTo>
                  <a:lnTo>
                    <a:pt x="4010144" y="1667283"/>
                  </a:lnTo>
                  <a:lnTo>
                    <a:pt x="4010302" y="1667283"/>
                  </a:lnTo>
                  <a:lnTo>
                    <a:pt x="4010302" y="1666852"/>
                  </a:lnTo>
                  <a:lnTo>
                    <a:pt x="4010460" y="1666852"/>
                  </a:lnTo>
                  <a:lnTo>
                    <a:pt x="4010618" y="1666852"/>
                  </a:lnTo>
                  <a:lnTo>
                    <a:pt x="4010775" y="1666852"/>
                  </a:lnTo>
                  <a:lnTo>
                    <a:pt x="4010933" y="1666852"/>
                  </a:lnTo>
                  <a:lnTo>
                    <a:pt x="4011091" y="1666852"/>
                  </a:lnTo>
                  <a:lnTo>
                    <a:pt x="4011248" y="1666852"/>
                  </a:lnTo>
                  <a:lnTo>
                    <a:pt x="4011406" y="1666852"/>
                  </a:lnTo>
                  <a:lnTo>
                    <a:pt x="4011564" y="1666852"/>
                  </a:lnTo>
                  <a:lnTo>
                    <a:pt x="4011564" y="1666422"/>
                  </a:lnTo>
                  <a:lnTo>
                    <a:pt x="4011564" y="1665991"/>
                  </a:lnTo>
                  <a:lnTo>
                    <a:pt x="4011722" y="1665991"/>
                  </a:lnTo>
                  <a:lnTo>
                    <a:pt x="4011722" y="1665560"/>
                  </a:lnTo>
                  <a:lnTo>
                    <a:pt x="4011879" y="1665560"/>
                  </a:lnTo>
                  <a:lnTo>
                    <a:pt x="4011879" y="1665130"/>
                  </a:lnTo>
                  <a:lnTo>
                    <a:pt x="4012037" y="1665130"/>
                  </a:lnTo>
                  <a:lnTo>
                    <a:pt x="4012195" y="1665130"/>
                  </a:lnTo>
                  <a:lnTo>
                    <a:pt x="4012195" y="1664699"/>
                  </a:lnTo>
                  <a:lnTo>
                    <a:pt x="4012352" y="1664699"/>
                  </a:lnTo>
                  <a:lnTo>
                    <a:pt x="4012510" y="1664699"/>
                  </a:lnTo>
                  <a:lnTo>
                    <a:pt x="4012668" y="1664699"/>
                  </a:lnTo>
                  <a:lnTo>
                    <a:pt x="4012668" y="1664269"/>
                  </a:lnTo>
                  <a:lnTo>
                    <a:pt x="4012668" y="1663838"/>
                  </a:lnTo>
                  <a:lnTo>
                    <a:pt x="4012668" y="1663407"/>
                  </a:lnTo>
                  <a:lnTo>
                    <a:pt x="4012826" y="1663407"/>
                  </a:lnTo>
                  <a:lnTo>
                    <a:pt x="4012983" y="1663407"/>
                  </a:lnTo>
                  <a:lnTo>
                    <a:pt x="4013141" y="1663407"/>
                  </a:lnTo>
                  <a:lnTo>
                    <a:pt x="4013299" y="1663407"/>
                  </a:lnTo>
                  <a:lnTo>
                    <a:pt x="4013457" y="1663407"/>
                  </a:lnTo>
                  <a:lnTo>
                    <a:pt x="4013614" y="1663407"/>
                  </a:lnTo>
                  <a:lnTo>
                    <a:pt x="4013772" y="1663407"/>
                  </a:lnTo>
                  <a:lnTo>
                    <a:pt x="4013930" y="1663407"/>
                  </a:lnTo>
                  <a:lnTo>
                    <a:pt x="4014087" y="1663407"/>
                  </a:lnTo>
                  <a:lnTo>
                    <a:pt x="4014245" y="1663407"/>
                  </a:lnTo>
                  <a:lnTo>
                    <a:pt x="4014403" y="1663407"/>
                  </a:lnTo>
                  <a:lnTo>
                    <a:pt x="4014403" y="1662977"/>
                  </a:lnTo>
                  <a:lnTo>
                    <a:pt x="4014561" y="1662977"/>
                  </a:lnTo>
                  <a:lnTo>
                    <a:pt x="4014718" y="1662977"/>
                  </a:lnTo>
                  <a:lnTo>
                    <a:pt x="4014876" y="1662977"/>
                  </a:lnTo>
                  <a:lnTo>
                    <a:pt x="4015034" y="1662977"/>
                  </a:lnTo>
                  <a:lnTo>
                    <a:pt x="4015191" y="1662977"/>
                  </a:lnTo>
                  <a:lnTo>
                    <a:pt x="4015349" y="1662977"/>
                  </a:lnTo>
                  <a:lnTo>
                    <a:pt x="4015507" y="1662977"/>
                  </a:lnTo>
                  <a:lnTo>
                    <a:pt x="4015665" y="1662977"/>
                  </a:lnTo>
                  <a:lnTo>
                    <a:pt x="4015822" y="1662977"/>
                  </a:lnTo>
                  <a:lnTo>
                    <a:pt x="4015822" y="1662546"/>
                  </a:lnTo>
                  <a:lnTo>
                    <a:pt x="4015980" y="1662546"/>
                  </a:lnTo>
                  <a:lnTo>
                    <a:pt x="4016138" y="1662546"/>
                  </a:lnTo>
                  <a:lnTo>
                    <a:pt x="4016295" y="1662546"/>
                  </a:lnTo>
                  <a:lnTo>
                    <a:pt x="4016453" y="1662546"/>
                  </a:lnTo>
                  <a:lnTo>
                    <a:pt x="4016611" y="1662546"/>
                  </a:lnTo>
                  <a:lnTo>
                    <a:pt x="4016769" y="1662546"/>
                  </a:lnTo>
                  <a:lnTo>
                    <a:pt x="4016926" y="1662546"/>
                  </a:lnTo>
                  <a:lnTo>
                    <a:pt x="4017084" y="1662546"/>
                  </a:lnTo>
                  <a:lnTo>
                    <a:pt x="4017242" y="1662546"/>
                  </a:lnTo>
                  <a:lnTo>
                    <a:pt x="4017399" y="1662546"/>
                  </a:lnTo>
                  <a:lnTo>
                    <a:pt x="4017557" y="1662546"/>
                  </a:lnTo>
                  <a:lnTo>
                    <a:pt x="4017715" y="1662546"/>
                  </a:lnTo>
                  <a:lnTo>
                    <a:pt x="4017873" y="1662546"/>
                  </a:lnTo>
                  <a:lnTo>
                    <a:pt x="4018030" y="1662546"/>
                  </a:lnTo>
                  <a:lnTo>
                    <a:pt x="4018030" y="1662116"/>
                  </a:lnTo>
                  <a:lnTo>
                    <a:pt x="4018188" y="1662116"/>
                  </a:lnTo>
                  <a:lnTo>
                    <a:pt x="4018346" y="1662116"/>
                  </a:lnTo>
                  <a:lnTo>
                    <a:pt x="4018504" y="1662116"/>
                  </a:lnTo>
                  <a:lnTo>
                    <a:pt x="4018661" y="1662116"/>
                  </a:lnTo>
                  <a:lnTo>
                    <a:pt x="4018819" y="1662116"/>
                  </a:lnTo>
                  <a:lnTo>
                    <a:pt x="4018977" y="1662116"/>
                  </a:lnTo>
                  <a:lnTo>
                    <a:pt x="4019134" y="1662116"/>
                  </a:lnTo>
                  <a:lnTo>
                    <a:pt x="4019292" y="1662116"/>
                  </a:lnTo>
                  <a:lnTo>
                    <a:pt x="4019450" y="1662116"/>
                  </a:lnTo>
                  <a:lnTo>
                    <a:pt x="4019608" y="1662116"/>
                  </a:lnTo>
                  <a:lnTo>
                    <a:pt x="4019765" y="1662116"/>
                  </a:lnTo>
                  <a:lnTo>
                    <a:pt x="4019923" y="1662116"/>
                  </a:lnTo>
                  <a:lnTo>
                    <a:pt x="4020081" y="1662116"/>
                  </a:lnTo>
                  <a:lnTo>
                    <a:pt x="4020238" y="1662116"/>
                  </a:lnTo>
                  <a:lnTo>
                    <a:pt x="4020396" y="1662116"/>
                  </a:lnTo>
                  <a:lnTo>
                    <a:pt x="4020554" y="1662116"/>
                  </a:lnTo>
                  <a:lnTo>
                    <a:pt x="4020712" y="1662116"/>
                  </a:lnTo>
                  <a:lnTo>
                    <a:pt x="4020869" y="1662116"/>
                  </a:lnTo>
                  <a:lnTo>
                    <a:pt x="4021027" y="1662116"/>
                  </a:lnTo>
                  <a:lnTo>
                    <a:pt x="4021027" y="1661685"/>
                  </a:lnTo>
                  <a:lnTo>
                    <a:pt x="4021185" y="1661685"/>
                  </a:lnTo>
                  <a:lnTo>
                    <a:pt x="4021342" y="1661685"/>
                  </a:lnTo>
                  <a:lnTo>
                    <a:pt x="4021500" y="1661685"/>
                  </a:lnTo>
                  <a:lnTo>
                    <a:pt x="4021658" y="1661685"/>
                  </a:lnTo>
                  <a:lnTo>
                    <a:pt x="4021816" y="1661685"/>
                  </a:lnTo>
                  <a:lnTo>
                    <a:pt x="4021973" y="1661685"/>
                  </a:lnTo>
                  <a:lnTo>
                    <a:pt x="4022131" y="1661685"/>
                  </a:lnTo>
                  <a:lnTo>
                    <a:pt x="4022289" y="1661685"/>
                  </a:lnTo>
                  <a:lnTo>
                    <a:pt x="4022446" y="1661685"/>
                  </a:lnTo>
                  <a:lnTo>
                    <a:pt x="4022604" y="1661685"/>
                  </a:lnTo>
                  <a:lnTo>
                    <a:pt x="4022762" y="1661685"/>
                  </a:lnTo>
                  <a:lnTo>
                    <a:pt x="4022920" y="1661685"/>
                  </a:lnTo>
                  <a:lnTo>
                    <a:pt x="4022920" y="1661254"/>
                  </a:lnTo>
                  <a:lnTo>
                    <a:pt x="4023077" y="1661254"/>
                  </a:lnTo>
                  <a:lnTo>
                    <a:pt x="4023235" y="1661254"/>
                  </a:lnTo>
                  <a:lnTo>
                    <a:pt x="4023235" y="1660824"/>
                  </a:lnTo>
                  <a:lnTo>
                    <a:pt x="4023393" y="1660824"/>
                  </a:lnTo>
                  <a:lnTo>
                    <a:pt x="4023550" y="1660824"/>
                  </a:lnTo>
                  <a:lnTo>
                    <a:pt x="4023708" y="1660824"/>
                  </a:lnTo>
                  <a:lnTo>
                    <a:pt x="4023866" y="1660824"/>
                  </a:lnTo>
                  <a:lnTo>
                    <a:pt x="4023866" y="1660393"/>
                  </a:lnTo>
                  <a:lnTo>
                    <a:pt x="4023866" y="1659963"/>
                  </a:lnTo>
                  <a:lnTo>
                    <a:pt x="4023866" y="1659532"/>
                  </a:lnTo>
                  <a:lnTo>
                    <a:pt x="4024024" y="1659532"/>
                  </a:lnTo>
                  <a:lnTo>
                    <a:pt x="4024181" y="1659532"/>
                  </a:lnTo>
                  <a:lnTo>
                    <a:pt x="4024181" y="1659101"/>
                  </a:lnTo>
                  <a:lnTo>
                    <a:pt x="4024339" y="1659101"/>
                  </a:lnTo>
                  <a:lnTo>
                    <a:pt x="4024497" y="1659101"/>
                  </a:lnTo>
                  <a:lnTo>
                    <a:pt x="4024655" y="1659101"/>
                  </a:lnTo>
                  <a:lnTo>
                    <a:pt x="4024812" y="1659101"/>
                  </a:lnTo>
                  <a:lnTo>
                    <a:pt x="4024970" y="1659101"/>
                  </a:lnTo>
                  <a:lnTo>
                    <a:pt x="4025128" y="1659101"/>
                  </a:lnTo>
                  <a:lnTo>
                    <a:pt x="4025285" y="1659101"/>
                  </a:lnTo>
                  <a:lnTo>
                    <a:pt x="4025443" y="1659101"/>
                  </a:lnTo>
                  <a:lnTo>
                    <a:pt x="4025601" y="1659101"/>
                  </a:lnTo>
                  <a:lnTo>
                    <a:pt x="4025759" y="1659101"/>
                  </a:lnTo>
                  <a:lnTo>
                    <a:pt x="4025916" y="1659101"/>
                  </a:lnTo>
                  <a:lnTo>
                    <a:pt x="4026074" y="1659101"/>
                  </a:lnTo>
                  <a:lnTo>
                    <a:pt x="4026232" y="1659101"/>
                  </a:lnTo>
                  <a:lnTo>
                    <a:pt x="4026232" y="1658671"/>
                  </a:lnTo>
                  <a:lnTo>
                    <a:pt x="4026389" y="1658671"/>
                  </a:lnTo>
                  <a:lnTo>
                    <a:pt x="4026389" y="1658240"/>
                  </a:lnTo>
                  <a:lnTo>
                    <a:pt x="4026547" y="1658240"/>
                  </a:lnTo>
                  <a:lnTo>
                    <a:pt x="4026705" y="1658240"/>
                  </a:lnTo>
                  <a:lnTo>
                    <a:pt x="4026705" y="1657810"/>
                  </a:lnTo>
                  <a:lnTo>
                    <a:pt x="4026705" y="1657379"/>
                  </a:lnTo>
                  <a:lnTo>
                    <a:pt x="4026863" y="1657379"/>
                  </a:lnTo>
                  <a:lnTo>
                    <a:pt x="4027020" y="1657379"/>
                  </a:lnTo>
                  <a:lnTo>
                    <a:pt x="4027178" y="1657379"/>
                  </a:lnTo>
                  <a:lnTo>
                    <a:pt x="4027336" y="1657379"/>
                  </a:lnTo>
                  <a:lnTo>
                    <a:pt x="4027493" y="1657379"/>
                  </a:lnTo>
                  <a:lnTo>
                    <a:pt x="4027651" y="1657379"/>
                  </a:lnTo>
                  <a:lnTo>
                    <a:pt x="4027809" y="1657379"/>
                  </a:lnTo>
                  <a:lnTo>
                    <a:pt x="4027809" y="1656948"/>
                  </a:lnTo>
                  <a:lnTo>
                    <a:pt x="4027967" y="1656948"/>
                  </a:lnTo>
                  <a:lnTo>
                    <a:pt x="4028124" y="1656948"/>
                  </a:lnTo>
                  <a:lnTo>
                    <a:pt x="4028282" y="1656948"/>
                  </a:lnTo>
                  <a:lnTo>
                    <a:pt x="4028440" y="1656948"/>
                  </a:lnTo>
                  <a:lnTo>
                    <a:pt x="4028440" y="1656518"/>
                  </a:lnTo>
                  <a:lnTo>
                    <a:pt x="4028597" y="1656518"/>
                  </a:lnTo>
                  <a:lnTo>
                    <a:pt x="4028755" y="1656518"/>
                  </a:lnTo>
                  <a:lnTo>
                    <a:pt x="4028913" y="1656518"/>
                  </a:lnTo>
                  <a:lnTo>
                    <a:pt x="4029071" y="1656518"/>
                  </a:lnTo>
                  <a:lnTo>
                    <a:pt x="4029228" y="1656518"/>
                  </a:lnTo>
                  <a:lnTo>
                    <a:pt x="4029386" y="1656518"/>
                  </a:lnTo>
                  <a:lnTo>
                    <a:pt x="4029544" y="1656518"/>
                  </a:lnTo>
                  <a:lnTo>
                    <a:pt x="4029544" y="1656087"/>
                  </a:lnTo>
                  <a:lnTo>
                    <a:pt x="4029702" y="1656087"/>
                  </a:lnTo>
                  <a:lnTo>
                    <a:pt x="4029702" y="1655657"/>
                  </a:lnTo>
                  <a:lnTo>
                    <a:pt x="4029702" y="1655226"/>
                  </a:lnTo>
                  <a:lnTo>
                    <a:pt x="4029859" y="1655226"/>
                  </a:lnTo>
                  <a:lnTo>
                    <a:pt x="4030017" y="1655226"/>
                  </a:lnTo>
                  <a:lnTo>
                    <a:pt x="4030175" y="1655226"/>
                  </a:lnTo>
                  <a:lnTo>
                    <a:pt x="4030175" y="1654795"/>
                  </a:lnTo>
                  <a:lnTo>
                    <a:pt x="4030175" y="1654365"/>
                  </a:lnTo>
                  <a:lnTo>
                    <a:pt x="4030332" y="1654365"/>
                  </a:lnTo>
                  <a:lnTo>
                    <a:pt x="4030490" y="1654365"/>
                  </a:lnTo>
                  <a:lnTo>
                    <a:pt x="4030648" y="1654365"/>
                  </a:lnTo>
                  <a:lnTo>
                    <a:pt x="4030648" y="1653934"/>
                  </a:lnTo>
                  <a:lnTo>
                    <a:pt x="4030648" y="1653504"/>
                  </a:lnTo>
                  <a:lnTo>
                    <a:pt x="4030648" y="1653073"/>
                  </a:lnTo>
                  <a:lnTo>
                    <a:pt x="4030806" y="1653073"/>
                  </a:lnTo>
                  <a:lnTo>
                    <a:pt x="4030963" y="1653073"/>
                  </a:lnTo>
                  <a:lnTo>
                    <a:pt x="4030963" y="1652642"/>
                  </a:lnTo>
                  <a:lnTo>
                    <a:pt x="4030963" y="1652212"/>
                  </a:lnTo>
                  <a:lnTo>
                    <a:pt x="4030963" y="1651781"/>
                  </a:lnTo>
                  <a:lnTo>
                    <a:pt x="4031121" y="1651781"/>
                  </a:lnTo>
                  <a:lnTo>
                    <a:pt x="4031279" y="1651781"/>
                  </a:lnTo>
                  <a:lnTo>
                    <a:pt x="4031436" y="1651781"/>
                  </a:lnTo>
                  <a:lnTo>
                    <a:pt x="4031594" y="1651781"/>
                  </a:lnTo>
                  <a:lnTo>
                    <a:pt x="4031752" y="1651781"/>
                  </a:lnTo>
                  <a:lnTo>
                    <a:pt x="4031910" y="1651781"/>
                  </a:lnTo>
                  <a:lnTo>
                    <a:pt x="4032067" y="1651781"/>
                  </a:lnTo>
                  <a:lnTo>
                    <a:pt x="4032067" y="1651351"/>
                  </a:lnTo>
                  <a:lnTo>
                    <a:pt x="4032225" y="1651351"/>
                  </a:lnTo>
                  <a:lnTo>
                    <a:pt x="4032225" y="1650920"/>
                  </a:lnTo>
                  <a:lnTo>
                    <a:pt x="4032225" y="1650489"/>
                  </a:lnTo>
                  <a:lnTo>
                    <a:pt x="4032383" y="1650489"/>
                  </a:lnTo>
                  <a:lnTo>
                    <a:pt x="4032540" y="1650489"/>
                  </a:lnTo>
                  <a:lnTo>
                    <a:pt x="4032540" y="1650059"/>
                  </a:lnTo>
                  <a:lnTo>
                    <a:pt x="4032698" y="1650059"/>
                  </a:lnTo>
                  <a:lnTo>
                    <a:pt x="4032856" y="1650059"/>
                  </a:lnTo>
                  <a:lnTo>
                    <a:pt x="4032856" y="1649628"/>
                  </a:lnTo>
                  <a:lnTo>
                    <a:pt x="4033014" y="1649628"/>
                  </a:lnTo>
                  <a:lnTo>
                    <a:pt x="4033014" y="1649198"/>
                  </a:lnTo>
                  <a:lnTo>
                    <a:pt x="4033171" y="1649198"/>
                  </a:lnTo>
                  <a:lnTo>
                    <a:pt x="4033171" y="1648767"/>
                  </a:lnTo>
                  <a:lnTo>
                    <a:pt x="4033171" y="1648336"/>
                  </a:lnTo>
                  <a:lnTo>
                    <a:pt x="4033329" y="1648336"/>
                  </a:lnTo>
                  <a:lnTo>
                    <a:pt x="4033487" y="1648336"/>
                  </a:lnTo>
                  <a:lnTo>
                    <a:pt x="4033644" y="1648336"/>
                  </a:lnTo>
                  <a:lnTo>
                    <a:pt x="4033802" y="1648336"/>
                  </a:lnTo>
                  <a:lnTo>
                    <a:pt x="4033802" y="1647906"/>
                  </a:lnTo>
                  <a:lnTo>
                    <a:pt x="4033960" y="1647906"/>
                  </a:lnTo>
                  <a:lnTo>
                    <a:pt x="4034118" y="1647906"/>
                  </a:lnTo>
                  <a:lnTo>
                    <a:pt x="4034275" y="1647906"/>
                  </a:lnTo>
                  <a:lnTo>
                    <a:pt x="4034433" y="1647906"/>
                  </a:lnTo>
                  <a:lnTo>
                    <a:pt x="4034591" y="1647906"/>
                  </a:lnTo>
                  <a:lnTo>
                    <a:pt x="4034748" y="1647906"/>
                  </a:lnTo>
                  <a:lnTo>
                    <a:pt x="4034748" y="1647475"/>
                  </a:lnTo>
                  <a:lnTo>
                    <a:pt x="4034906" y="1647475"/>
                  </a:lnTo>
                  <a:lnTo>
                    <a:pt x="4034906" y="1647045"/>
                  </a:lnTo>
                  <a:lnTo>
                    <a:pt x="4035064" y="1647045"/>
                  </a:lnTo>
                  <a:lnTo>
                    <a:pt x="4035222" y="1647045"/>
                  </a:lnTo>
                  <a:lnTo>
                    <a:pt x="4035379" y="1647045"/>
                  </a:lnTo>
                  <a:lnTo>
                    <a:pt x="4035537" y="1647045"/>
                  </a:lnTo>
                  <a:lnTo>
                    <a:pt x="4035695" y="1647045"/>
                  </a:lnTo>
                  <a:lnTo>
                    <a:pt x="4035853" y="1647045"/>
                  </a:lnTo>
                  <a:lnTo>
                    <a:pt x="4036010" y="1647045"/>
                  </a:lnTo>
                  <a:lnTo>
                    <a:pt x="4036168" y="1647045"/>
                  </a:lnTo>
                  <a:lnTo>
                    <a:pt x="4036168" y="1646614"/>
                  </a:lnTo>
                  <a:lnTo>
                    <a:pt x="4036326" y="1646614"/>
                  </a:lnTo>
                  <a:lnTo>
                    <a:pt x="4036483" y="1646614"/>
                  </a:lnTo>
                  <a:lnTo>
                    <a:pt x="4036641" y="1646614"/>
                  </a:lnTo>
                  <a:lnTo>
                    <a:pt x="4036799" y="1646614"/>
                  </a:lnTo>
                  <a:lnTo>
                    <a:pt x="4036799" y="1646183"/>
                  </a:lnTo>
                  <a:lnTo>
                    <a:pt x="4036957" y="1646183"/>
                  </a:lnTo>
                  <a:lnTo>
                    <a:pt x="4037114" y="1646183"/>
                  </a:lnTo>
                  <a:lnTo>
                    <a:pt x="4037272" y="1646183"/>
                  </a:lnTo>
                  <a:lnTo>
                    <a:pt x="4037430" y="1646183"/>
                  </a:lnTo>
                  <a:lnTo>
                    <a:pt x="4037587" y="1646183"/>
                  </a:lnTo>
                  <a:lnTo>
                    <a:pt x="4037745" y="1646183"/>
                  </a:lnTo>
                  <a:lnTo>
                    <a:pt x="4037745" y="1645753"/>
                  </a:lnTo>
                  <a:lnTo>
                    <a:pt x="4037903" y="1645753"/>
                  </a:lnTo>
                  <a:lnTo>
                    <a:pt x="4037903" y="1645322"/>
                  </a:lnTo>
                  <a:lnTo>
                    <a:pt x="4037903" y="1644892"/>
                  </a:lnTo>
                  <a:lnTo>
                    <a:pt x="4038061" y="1644892"/>
                  </a:lnTo>
                  <a:lnTo>
                    <a:pt x="4038218" y="1644892"/>
                  </a:lnTo>
                  <a:lnTo>
                    <a:pt x="4038218" y="1644461"/>
                  </a:lnTo>
                  <a:lnTo>
                    <a:pt x="4038376" y="1644461"/>
                  </a:lnTo>
                  <a:lnTo>
                    <a:pt x="4038534" y="1644461"/>
                  </a:lnTo>
                  <a:lnTo>
                    <a:pt x="4038534" y="1644030"/>
                  </a:lnTo>
                  <a:lnTo>
                    <a:pt x="4038691" y="1644030"/>
                  </a:lnTo>
                  <a:lnTo>
                    <a:pt x="4038849" y="1644030"/>
                  </a:lnTo>
                  <a:lnTo>
                    <a:pt x="4039007" y="1644030"/>
                  </a:lnTo>
                  <a:lnTo>
                    <a:pt x="4039165" y="1644030"/>
                  </a:lnTo>
                  <a:lnTo>
                    <a:pt x="4039322" y="1644030"/>
                  </a:lnTo>
                  <a:lnTo>
                    <a:pt x="4039322" y="1643600"/>
                  </a:lnTo>
                  <a:lnTo>
                    <a:pt x="4039480" y="1643600"/>
                  </a:lnTo>
                  <a:lnTo>
                    <a:pt x="4039638" y="1643600"/>
                  </a:lnTo>
                  <a:lnTo>
                    <a:pt x="4039795" y="1643600"/>
                  </a:lnTo>
                  <a:lnTo>
                    <a:pt x="4039953" y="1643600"/>
                  </a:lnTo>
                  <a:lnTo>
                    <a:pt x="4039953" y="1643169"/>
                  </a:lnTo>
                  <a:lnTo>
                    <a:pt x="4040111" y="1643169"/>
                  </a:lnTo>
                  <a:lnTo>
                    <a:pt x="4040269" y="1643169"/>
                  </a:lnTo>
                  <a:lnTo>
                    <a:pt x="4040426" y="1643169"/>
                  </a:lnTo>
                  <a:lnTo>
                    <a:pt x="4040584" y="1643169"/>
                  </a:lnTo>
                  <a:lnTo>
                    <a:pt x="4040742" y="1643169"/>
                  </a:lnTo>
                  <a:lnTo>
                    <a:pt x="4040900" y="1643169"/>
                  </a:lnTo>
                  <a:lnTo>
                    <a:pt x="4041057" y="1643169"/>
                  </a:lnTo>
                  <a:lnTo>
                    <a:pt x="4041215" y="1643169"/>
                  </a:lnTo>
                  <a:lnTo>
                    <a:pt x="4041373" y="1643169"/>
                  </a:lnTo>
                  <a:lnTo>
                    <a:pt x="4041530" y="1643169"/>
                  </a:lnTo>
                  <a:lnTo>
                    <a:pt x="4041688" y="1643169"/>
                  </a:lnTo>
                  <a:lnTo>
                    <a:pt x="4041846" y="1643169"/>
                  </a:lnTo>
                  <a:lnTo>
                    <a:pt x="4042004" y="1643169"/>
                  </a:lnTo>
                  <a:lnTo>
                    <a:pt x="4042161" y="1643169"/>
                  </a:lnTo>
                  <a:lnTo>
                    <a:pt x="4042319" y="1643169"/>
                  </a:lnTo>
                  <a:lnTo>
                    <a:pt x="4042477" y="1643169"/>
                  </a:lnTo>
                  <a:lnTo>
                    <a:pt x="4042634" y="1643169"/>
                  </a:lnTo>
                  <a:lnTo>
                    <a:pt x="4042634" y="1642739"/>
                  </a:lnTo>
                  <a:lnTo>
                    <a:pt x="4042792" y="1642739"/>
                  </a:lnTo>
                  <a:lnTo>
                    <a:pt x="4042950" y="1642739"/>
                  </a:lnTo>
                  <a:lnTo>
                    <a:pt x="4042950" y="1642308"/>
                  </a:lnTo>
                  <a:lnTo>
                    <a:pt x="4043108" y="1642308"/>
                  </a:lnTo>
                  <a:lnTo>
                    <a:pt x="4043108" y="1641877"/>
                  </a:lnTo>
                  <a:lnTo>
                    <a:pt x="4043265" y="1641877"/>
                  </a:lnTo>
                  <a:lnTo>
                    <a:pt x="4043265" y="1641447"/>
                  </a:lnTo>
                  <a:lnTo>
                    <a:pt x="4043423" y="1641447"/>
                  </a:lnTo>
                  <a:lnTo>
                    <a:pt x="4043423" y="1641016"/>
                  </a:lnTo>
                  <a:lnTo>
                    <a:pt x="4043581" y="1641016"/>
                  </a:lnTo>
                  <a:lnTo>
                    <a:pt x="4043738" y="1641016"/>
                  </a:lnTo>
                  <a:lnTo>
                    <a:pt x="4043738" y="1640586"/>
                  </a:lnTo>
                  <a:lnTo>
                    <a:pt x="4043896" y="1640586"/>
                  </a:lnTo>
                  <a:lnTo>
                    <a:pt x="4044054" y="1640586"/>
                  </a:lnTo>
                  <a:lnTo>
                    <a:pt x="4044212" y="1640586"/>
                  </a:lnTo>
                  <a:lnTo>
                    <a:pt x="4044369" y="1640586"/>
                  </a:lnTo>
                  <a:lnTo>
                    <a:pt x="4044527" y="1640586"/>
                  </a:lnTo>
                  <a:lnTo>
                    <a:pt x="4044685" y="1640586"/>
                  </a:lnTo>
                  <a:lnTo>
                    <a:pt x="4044842" y="1640586"/>
                  </a:lnTo>
                  <a:lnTo>
                    <a:pt x="4044842" y="1640155"/>
                  </a:lnTo>
                  <a:lnTo>
                    <a:pt x="4045000" y="1640155"/>
                  </a:lnTo>
                  <a:lnTo>
                    <a:pt x="4045158" y="1640155"/>
                  </a:lnTo>
                  <a:lnTo>
                    <a:pt x="4045316" y="1640155"/>
                  </a:lnTo>
                  <a:lnTo>
                    <a:pt x="4045473" y="1640155"/>
                  </a:lnTo>
                  <a:lnTo>
                    <a:pt x="4045473" y="1639724"/>
                  </a:lnTo>
                  <a:lnTo>
                    <a:pt x="4045631" y="1639724"/>
                  </a:lnTo>
                  <a:lnTo>
                    <a:pt x="4045789" y="1639724"/>
                  </a:lnTo>
                  <a:lnTo>
                    <a:pt x="4045789" y="1639294"/>
                  </a:lnTo>
                  <a:lnTo>
                    <a:pt x="4045946" y="1639294"/>
                  </a:lnTo>
                  <a:lnTo>
                    <a:pt x="4046104" y="1639294"/>
                  </a:lnTo>
                  <a:lnTo>
                    <a:pt x="4046262" y="1639294"/>
                  </a:lnTo>
                  <a:lnTo>
                    <a:pt x="4046262" y="1638863"/>
                  </a:lnTo>
                  <a:lnTo>
                    <a:pt x="4046420" y="1638863"/>
                  </a:lnTo>
                  <a:lnTo>
                    <a:pt x="4046577" y="1638863"/>
                  </a:lnTo>
                  <a:lnTo>
                    <a:pt x="4046735" y="1638863"/>
                  </a:lnTo>
                  <a:lnTo>
                    <a:pt x="4046893" y="1638863"/>
                  </a:lnTo>
                  <a:lnTo>
                    <a:pt x="4046893" y="1638433"/>
                  </a:lnTo>
                  <a:lnTo>
                    <a:pt x="4047051" y="1638433"/>
                  </a:lnTo>
                  <a:lnTo>
                    <a:pt x="4047208" y="1638433"/>
                  </a:lnTo>
                  <a:lnTo>
                    <a:pt x="4047366" y="1638433"/>
                  </a:lnTo>
                  <a:lnTo>
                    <a:pt x="4047524" y="1638433"/>
                  </a:lnTo>
                  <a:lnTo>
                    <a:pt x="4047681" y="1638433"/>
                  </a:lnTo>
                  <a:lnTo>
                    <a:pt x="4047839" y="1638433"/>
                  </a:lnTo>
                  <a:lnTo>
                    <a:pt x="4047997" y="1638433"/>
                  </a:lnTo>
                  <a:lnTo>
                    <a:pt x="4047997" y="1638002"/>
                  </a:lnTo>
                  <a:lnTo>
                    <a:pt x="4048155" y="1638002"/>
                  </a:lnTo>
                  <a:lnTo>
                    <a:pt x="4048312" y="1638002"/>
                  </a:lnTo>
                  <a:lnTo>
                    <a:pt x="4048470" y="1638002"/>
                  </a:lnTo>
                  <a:lnTo>
                    <a:pt x="4048470" y="1637571"/>
                  </a:lnTo>
                  <a:lnTo>
                    <a:pt x="4048628" y="1637571"/>
                  </a:lnTo>
                  <a:lnTo>
                    <a:pt x="4048785" y="1637571"/>
                  </a:lnTo>
                  <a:lnTo>
                    <a:pt x="4048943" y="1637571"/>
                  </a:lnTo>
                  <a:lnTo>
                    <a:pt x="4049101" y="1637571"/>
                  </a:lnTo>
                  <a:lnTo>
                    <a:pt x="4049259" y="1637571"/>
                  </a:lnTo>
                  <a:lnTo>
                    <a:pt x="4049416" y="1637571"/>
                  </a:lnTo>
                  <a:lnTo>
                    <a:pt x="4049574" y="1637571"/>
                  </a:lnTo>
                  <a:lnTo>
                    <a:pt x="4049732" y="1637571"/>
                  </a:lnTo>
                  <a:lnTo>
                    <a:pt x="4049889" y="1637571"/>
                  </a:lnTo>
                  <a:lnTo>
                    <a:pt x="4050047" y="1637571"/>
                  </a:lnTo>
                  <a:lnTo>
                    <a:pt x="4050205" y="1637571"/>
                  </a:lnTo>
                  <a:lnTo>
                    <a:pt x="4050363" y="1637571"/>
                  </a:lnTo>
                  <a:lnTo>
                    <a:pt x="4050363" y="1637141"/>
                  </a:lnTo>
                  <a:lnTo>
                    <a:pt x="4050520" y="1637141"/>
                  </a:lnTo>
                  <a:lnTo>
                    <a:pt x="4050678" y="1637141"/>
                  </a:lnTo>
                  <a:lnTo>
                    <a:pt x="4050836" y="1637141"/>
                  </a:lnTo>
                  <a:lnTo>
                    <a:pt x="4050993" y="1637141"/>
                  </a:lnTo>
                  <a:lnTo>
                    <a:pt x="4051151" y="1637141"/>
                  </a:lnTo>
                  <a:lnTo>
                    <a:pt x="4051309" y="1637141"/>
                  </a:lnTo>
                  <a:lnTo>
                    <a:pt x="4051467" y="1637141"/>
                  </a:lnTo>
                  <a:lnTo>
                    <a:pt x="4051624" y="1637141"/>
                  </a:lnTo>
                  <a:lnTo>
                    <a:pt x="4051782" y="1637141"/>
                  </a:lnTo>
                  <a:lnTo>
                    <a:pt x="4051940" y="1637141"/>
                  </a:lnTo>
                  <a:lnTo>
                    <a:pt x="4052098" y="1637141"/>
                  </a:lnTo>
                  <a:lnTo>
                    <a:pt x="4052255" y="1637141"/>
                  </a:lnTo>
                  <a:lnTo>
                    <a:pt x="4052413" y="1637141"/>
                  </a:lnTo>
                  <a:lnTo>
                    <a:pt x="4052571" y="1637141"/>
                  </a:lnTo>
                  <a:lnTo>
                    <a:pt x="4052571" y="1636710"/>
                  </a:lnTo>
                  <a:lnTo>
                    <a:pt x="4052728" y="1636710"/>
                  </a:lnTo>
                  <a:lnTo>
                    <a:pt x="4052886" y="1636710"/>
                  </a:lnTo>
                  <a:lnTo>
                    <a:pt x="4053044" y="1636710"/>
                  </a:lnTo>
                  <a:lnTo>
                    <a:pt x="4053202" y="1636710"/>
                  </a:lnTo>
                  <a:lnTo>
                    <a:pt x="4053359" y="1636710"/>
                  </a:lnTo>
                  <a:lnTo>
                    <a:pt x="4053359" y="1636280"/>
                  </a:lnTo>
                  <a:lnTo>
                    <a:pt x="4053359" y="1635849"/>
                  </a:lnTo>
                  <a:lnTo>
                    <a:pt x="4053517" y="1635849"/>
                  </a:lnTo>
                  <a:lnTo>
                    <a:pt x="4053675" y="1635849"/>
                  </a:lnTo>
                  <a:lnTo>
                    <a:pt x="4053675" y="1635418"/>
                  </a:lnTo>
                  <a:lnTo>
                    <a:pt x="4053832" y="1635418"/>
                  </a:lnTo>
                  <a:lnTo>
                    <a:pt x="4053990" y="1635418"/>
                  </a:lnTo>
                  <a:lnTo>
                    <a:pt x="4054148" y="1635418"/>
                  </a:lnTo>
                  <a:lnTo>
                    <a:pt x="4054306" y="1635418"/>
                  </a:lnTo>
                  <a:lnTo>
                    <a:pt x="4054463" y="1635418"/>
                  </a:lnTo>
                  <a:lnTo>
                    <a:pt x="4054621" y="1635418"/>
                  </a:lnTo>
                  <a:lnTo>
                    <a:pt x="4054779" y="1635418"/>
                  </a:lnTo>
                  <a:lnTo>
                    <a:pt x="4054936" y="1635418"/>
                  </a:lnTo>
                  <a:lnTo>
                    <a:pt x="4054936" y="1634988"/>
                  </a:lnTo>
                  <a:lnTo>
                    <a:pt x="4054936" y="1634557"/>
                  </a:lnTo>
                  <a:lnTo>
                    <a:pt x="4055094" y="1634557"/>
                  </a:lnTo>
                  <a:lnTo>
                    <a:pt x="4055094" y="1634127"/>
                  </a:lnTo>
                  <a:lnTo>
                    <a:pt x="4055094" y="1633696"/>
                  </a:lnTo>
                  <a:lnTo>
                    <a:pt x="4055252" y="1633696"/>
                  </a:lnTo>
                  <a:lnTo>
                    <a:pt x="4055252" y="1633265"/>
                  </a:lnTo>
                  <a:lnTo>
                    <a:pt x="4055252" y="1632835"/>
                  </a:lnTo>
                  <a:lnTo>
                    <a:pt x="4055410" y="1632835"/>
                  </a:lnTo>
                  <a:lnTo>
                    <a:pt x="4055410" y="1632404"/>
                  </a:lnTo>
                  <a:lnTo>
                    <a:pt x="4055567" y="1632404"/>
                  </a:lnTo>
                  <a:lnTo>
                    <a:pt x="4055725" y="1632404"/>
                  </a:lnTo>
                  <a:lnTo>
                    <a:pt x="4055883" y="1632404"/>
                  </a:lnTo>
                  <a:lnTo>
                    <a:pt x="4055883" y="1631974"/>
                  </a:lnTo>
                  <a:lnTo>
                    <a:pt x="4055883" y="1631543"/>
                  </a:lnTo>
                  <a:lnTo>
                    <a:pt x="4056040" y="1631543"/>
                  </a:lnTo>
                  <a:lnTo>
                    <a:pt x="4056198" y="1631543"/>
                  </a:lnTo>
                  <a:lnTo>
                    <a:pt x="4056356" y="1631543"/>
                  </a:lnTo>
                  <a:lnTo>
                    <a:pt x="4056356" y="1631112"/>
                  </a:lnTo>
                  <a:lnTo>
                    <a:pt x="4056514" y="1631112"/>
                  </a:lnTo>
                  <a:lnTo>
                    <a:pt x="4056671" y="1631112"/>
                  </a:lnTo>
                  <a:lnTo>
                    <a:pt x="4056829" y="1631112"/>
                  </a:lnTo>
                  <a:lnTo>
                    <a:pt x="4056987" y="1631112"/>
                  </a:lnTo>
                  <a:lnTo>
                    <a:pt x="4057144" y="1631112"/>
                  </a:lnTo>
                  <a:lnTo>
                    <a:pt x="4057302" y="1631112"/>
                  </a:lnTo>
                  <a:lnTo>
                    <a:pt x="4057460" y="1631112"/>
                  </a:lnTo>
                  <a:lnTo>
                    <a:pt x="4057618" y="1631112"/>
                  </a:lnTo>
                  <a:lnTo>
                    <a:pt x="4057775" y="1631112"/>
                  </a:lnTo>
                  <a:lnTo>
                    <a:pt x="4057933" y="1631112"/>
                  </a:lnTo>
                  <a:lnTo>
                    <a:pt x="4058091" y="1631112"/>
                  </a:lnTo>
                  <a:lnTo>
                    <a:pt x="4058091" y="1630682"/>
                  </a:lnTo>
                  <a:lnTo>
                    <a:pt x="4058249" y="1630682"/>
                  </a:lnTo>
                  <a:lnTo>
                    <a:pt x="4058406" y="1630682"/>
                  </a:lnTo>
                  <a:lnTo>
                    <a:pt x="4058406" y="1630251"/>
                  </a:lnTo>
                  <a:lnTo>
                    <a:pt x="4058564" y="1630251"/>
                  </a:lnTo>
                  <a:lnTo>
                    <a:pt x="4058564" y="1629821"/>
                  </a:lnTo>
                  <a:lnTo>
                    <a:pt x="4058722" y="1629821"/>
                  </a:lnTo>
                  <a:lnTo>
                    <a:pt x="4058879" y="1629821"/>
                  </a:lnTo>
                  <a:lnTo>
                    <a:pt x="4059037" y="1629821"/>
                  </a:lnTo>
                  <a:lnTo>
                    <a:pt x="4059037" y="1629390"/>
                  </a:lnTo>
                  <a:lnTo>
                    <a:pt x="4059195" y="1629390"/>
                  </a:lnTo>
                  <a:lnTo>
                    <a:pt x="4059353" y="1629390"/>
                  </a:lnTo>
                  <a:lnTo>
                    <a:pt x="4059353" y="1628959"/>
                  </a:lnTo>
                  <a:lnTo>
                    <a:pt x="4059353" y="1628529"/>
                  </a:lnTo>
                  <a:lnTo>
                    <a:pt x="4059353" y="1628098"/>
                  </a:lnTo>
                  <a:lnTo>
                    <a:pt x="4059353" y="1627668"/>
                  </a:lnTo>
                  <a:lnTo>
                    <a:pt x="4059510" y="1627668"/>
                  </a:lnTo>
                  <a:lnTo>
                    <a:pt x="4059668" y="1627668"/>
                  </a:lnTo>
                  <a:lnTo>
                    <a:pt x="4059826" y="1627668"/>
                  </a:lnTo>
                  <a:lnTo>
                    <a:pt x="4059826" y="1627237"/>
                  </a:lnTo>
                  <a:lnTo>
                    <a:pt x="4059983" y="1627237"/>
                  </a:lnTo>
                  <a:lnTo>
                    <a:pt x="4060141" y="1627237"/>
                  </a:lnTo>
                  <a:lnTo>
                    <a:pt x="4060299" y="1627237"/>
                  </a:lnTo>
                  <a:lnTo>
                    <a:pt x="4060457" y="1627237"/>
                  </a:lnTo>
                  <a:lnTo>
                    <a:pt x="4060457" y="1626806"/>
                  </a:lnTo>
                  <a:lnTo>
                    <a:pt x="4060614" y="1626806"/>
                  </a:lnTo>
                  <a:lnTo>
                    <a:pt x="4060772" y="1626806"/>
                  </a:lnTo>
                  <a:lnTo>
                    <a:pt x="4060930" y="1626806"/>
                  </a:lnTo>
                  <a:lnTo>
                    <a:pt x="4061087" y="1626806"/>
                  </a:lnTo>
                  <a:lnTo>
                    <a:pt x="4061245" y="1626806"/>
                  </a:lnTo>
                  <a:lnTo>
                    <a:pt x="4061403" y="1626806"/>
                  </a:lnTo>
                  <a:lnTo>
                    <a:pt x="4061561" y="1626806"/>
                  </a:lnTo>
                  <a:lnTo>
                    <a:pt x="4061718" y="1626806"/>
                  </a:lnTo>
                  <a:lnTo>
                    <a:pt x="4061876" y="1626806"/>
                  </a:lnTo>
                  <a:lnTo>
                    <a:pt x="4062034" y="1626806"/>
                  </a:lnTo>
                  <a:lnTo>
                    <a:pt x="4062191" y="1626806"/>
                  </a:lnTo>
                  <a:lnTo>
                    <a:pt x="4062191" y="1626376"/>
                  </a:lnTo>
                  <a:lnTo>
                    <a:pt x="4062349" y="1626376"/>
                  </a:lnTo>
                  <a:lnTo>
                    <a:pt x="4062507" y="1626376"/>
                  </a:lnTo>
                  <a:lnTo>
                    <a:pt x="4062507" y="1625945"/>
                  </a:lnTo>
                  <a:lnTo>
                    <a:pt x="4062507" y="1625515"/>
                  </a:lnTo>
                  <a:lnTo>
                    <a:pt x="4062665" y="1625515"/>
                  </a:lnTo>
                  <a:lnTo>
                    <a:pt x="4062822" y="1625515"/>
                  </a:lnTo>
                  <a:lnTo>
                    <a:pt x="4062980" y="1625515"/>
                  </a:lnTo>
                  <a:lnTo>
                    <a:pt x="4063138" y="1625515"/>
                  </a:lnTo>
                  <a:lnTo>
                    <a:pt x="4063296" y="1625515"/>
                  </a:lnTo>
                  <a:lnTo>
                    <a:pt x="4063453" y="1625515"/>
                  </a:lnTo>
                  <a:lnTo>
                    <a:pt x="4063611" y="1625515"/>
                  </a:lnTo>
                  <a:lnTo>
                    <a:pt x="4063611" y="1625084"/>
                  </a:lnTo>
                  <a:lnTo>
                    <a:pt x="4063769" y="1625084"/>
                  </a:lnTo>
                  <a:lnTo>
                    <a:pt x="4063926" y="1625084"/>
                  </a:lnTo>
                  <a:lnTo>
                    <a:pt x="4064084" y="1625084"/>
                  </a:lnTo>
                  <a:lnTo>
                    <a:pt x="4064242" y="1625084"/>
                  </a:lnTo>
                  <a:lnTo>
                    <a:pt x="4064242" y="1624653"/>
                  </a:lnTo>
                  <a:lnTo>
                    <a:pt x="4064400" y="1624653"/>
                  </a:lnTo>
                  <a:lnTo>
                    <a:pt x="4064557" y="1624653"/>
                  </a:lnTo>
                  <a:lnTo>
                    <a:pt x="4064715" y="1624653"/>
                  </a:lnTo>
                  <a:lnTo>
                    <a:pt x="4064873" y="1624653"/>
                  </a:lnTo>
                  <a:lnTo>
                    <a:pt x="4065030" y="1624653"/>
                  </a:lnTo>
                  <a:lnTo>
                    <a:pt x="4065030" y="1624223"/>
                  </a:lnTo>
                  <a:lnTo>
                    <a:pt x="4065188" y="1624223"/>
                  </a:lnTo>
                  <a:lnTo>
                    <a:pt x="4065346" y="1624223"/>
                  </a:lnTo>
                  <a:lnTo>
                    <a:pt x="4065504" y="1624223"/>
                  </a:lnTo>
                  <a:lnTo>
                    <a:pt x="4065661" y="1624223"/>
                  </a:lnTo>
                  <a:lnTo>
                    <a:pt x="4065661" y="1623792"/>
                  </a:lnTo>
                  <a:lnTo>
                    <a:pt x="4065819" y="1623792"/>
                  </a:lnTo>
                  <a:lnTo>
                    <a:pt x="4065977" y="1623792"/>
                  </a:lnTo>
                  <a:lnTo>
                    <a:pt x="4066134" y="1623792"/>
                  </a:lnTo>
                  <a:lnTo>
                    <a:pt x="4066292" y="1623792"/>
                  </a:lnTo>
                  <a:lnTo>
                    <a:pt x="4066450" y="1623792"/>
                  </a:lnTo>
                  <a:lnTo>
                    <a:pt x="4066608" y="1623792"/>
                  </a:lnTo>
                  <a:lnTo>
                    <a:pt x="4066765" y="1623792"/>
                  </a:lnTo>
                  <a:lnTo>
                    <a:pt x="4066923" y="1623792"/>
                  </a:lnTo>
                  <a:lnTo>
                    <a:pt x="4067081" y="1623792"/>
                  </a:lnTo>
                  <a:lnTo>
                    <a:pt x="4067238" y="1623792"/>
                  </a:lnTo>
                  <a:lnTo>
                    <a:pt x="4067238" y="1623362"/>
                  </a:lnTo>
                  <a:lnTo>
                    <a:pt x="4067396" y="1623362"/>
                  </a:lnTo>
                  <a:lnTo>
                    <a:pt x="4067554" y="1623362"/>
                  </a:lnTo>
                  <a:lnTo>
                    <a:pt x="4067712" y="1623362"/>
                  </a:lnTo>
                  <a:lnTo>
                    <a:pt x="4067712" y="1622931"/>
                  </a:lnTo>
                  <a:lnTo>
                    <a:pt x="4067712" y="1622500"/>
                  </a:lnTo>
                  <a:lnTo>
                    <a:pt x="4067712" y="1622070"/>
                  </a:lnTo>
                  <a:lnTo>
                    <a:pt x="4067869" y="1622070"/>
                  </a:lnTo>
                  <a:lnTo>
                    <a:pt x="4068027" y="1622070"/>
                  </a:lnTo>
                  <a:lnTo>
                    <a:pt x="4068185" y="1622070"/>
                  </a:lnTo>
                  <a:lnTo>
                    <a:pt x="4068342" y="1622070"/>
                  </a:lnTo>
                  <a:lnTo>
                    <a:pt x="4068342" y="1621639"/>
                  </a:lnTo>
                  <a:lnTo>
                    <a:pt x="4068500" y="1621639"/>
                  </a:lnTo>
                  <a:lnTo>
                    <a:pt x="4068658" y="1621639"/>
                  </a:lnTo>
                  <a:lnTo>
                    <a:pt x="4068816" y="1621639"/>
                  </a:lnTo>
                  <a:lnTo>
                    <a:pt x="4068973" y="1621639"/>
                  </a:lnTo>
                  <a:lnTo>
                    <a:pt x="4069131" y="1621639"/>
                  </a:lnTo>
                  <a:lnTo>
                    <a:pt x="4069131" y="1621209"/>
                  </a:lnTo>
                  <a:lnTo>
                    <a:pt x="4069289" y="1621209"/>
                  </a:lnTo>
                  <a:lnTo>
                    <a:pt x="4069447" y="1621209"/>
                  </a:lnTo>
                  <a:lnTo>
                    <a:pt x="4069604" y="1621209"/>
                  </a:lnTo>
                  <a:lnTo>
                    <a:pt x="4069604" y="1620778"/>
                  </a:lnTo>
                  <a:lnTo>
                    <a:pt x="4069762" y="1620778"/>
                  </a:lnTo>
                  <a:lnTo>
                    <a:pt x="4069920" y="1620778"/>
                  </a:lnTo>
                  <a:lnTo>
                    <a:pt x="4070077" y="1620778"/>
                  </a:lnTo>
                  <a:lnTo>
                    <a:pt x="4070235" y="1620778"/>
                  </a:lnTo>
                  <a:lnTo>
                    <a:pt x="4070393" y="1620778"/>
                  </a:lnTo>
                  <a:lnTo>
                    <a:pt x="4070551" y="1620778"/>
                  </a:lnTo>
                  <a:lnTo>
                    <a:pt x="4070708" y="1620778"/>
                  </a:lnTo>
                  <a:lnTo>
                    <a:pt x="4070708" y="1620347"/>
                  </a:lnTo>
                  <a:lnTo>
                    <a:pt x="4070866" y="1620347"/>
                  </a:lnTo>
                  <a:lnTo>
                    <a:pt x="4071024" y="1620347"/>
                  </a:lnTo>
                  <a:lnTo>
                    <a:pt x="4071181" y="1620347"/>
                  </a:lnTo>
                  <a:lnTo>
                    <a:pt x="4071181" y="1619917"/>
                  </a:lnTo>
                  <a:lnTo>
                    <a:pt x="4071339" y="1619917"/>
                  </a:lnTo>
                  <a:lnTo>
                    <a:pt x="4071339" y="1619486"/>
                  </a:lnTo>
                  <a:lnTo>
                    <a:pt x="4071497" y="1619486"/>
                  </a:lnTo>
                  <a:lnTo>
                    <a:pt x="4071655" y="1619486"/>
                  </a:lnTo>
                  <a:lnTo>
                    <a:pt x="4071655" y="1619056"/>
                  </a:lnTo>
                  <a:lnTo>
                    <a:pt x="4071655" y="1618625"/>
                  </a:lnTo>
                  <a:lnTo>
                    <a:pt x="4071812" y="1618625"/>
                  </a:lnTo>
                  <a:lnTo>
                    <a:pt x="4071970" y="1618625"/>
                  </a:lnTo>
                  <a:lnTo>
                    <a:pt x="4072128" y="1618625"/>
                  </a:lnTo>
                  <a:lnTo>
                    <a:pt x="4072285" y="1618625"/>
                  </a:lnTo>
                  <a:lnTo>
                    <a:pt x="4072443" y="1618625"/>
                  </a:lnTo>
                  <a:lnTo>
                    <a:pt x="4072601" y="1618625"/>
                  </a:lnTo>
                  <a:lnTo>
                    <a:pt x="4072601" y="1618194"/>
                  </a:lnTo>
                  <a:lnTo>
                    <a:pt x="4072759" y="1618194"/>
                  </a:lnTo>
                  <a:lnTo>
                    <a:pt x="4072916" y="1618194"/>
                  </a:lnTo>
                  <a:lnTo>
                    <a:pt x="4073074" y="1618194"/>
                  </a:lnTo>
                  <a:lnTo>
                    <a:pt x="4073074" y="1617764"/>
                  </a:lnTo>
                  <a:lnTo>
                    <a:pt x="4073074" y="1617333"/>
                  </a:lnTo>
                  <a:lnTo>
                    <a:pt x="4073232" y="1617333"/>
                  </a:lnTo>
                  <a:lnTo>
                    <a:pt x="4073389" y="1617333"/>
                  </a:lnTo>
                  <a:lnTo>
                    <a:pt x="4073547" y="1617333"/>
                  </a:lnTo>
                  <a:lnTo>
                    <a:pt x="4073705" y="1617333"/>
                  </a:lnTo>
                  <a:lnTo>
                    <a:pt x="4073863" y="1617333"/>
                  </a:lnTo>
                  <a:lnTo>
                    <a:pt x="4074020" y="1617333"/>
                  </a:lnTo>
                  <a:lnTo>
                    <a:pt x="4074178" y="1617333"/>
                  </a:lnTo>
                  <a:lnTo>
                    <a:pt x="4074178" y="1616903"/>
                  </a:lnTo>
                  <a:lnTo>
                    <a:pt x="4074336" y="1616903"/>
                  </a:lnTo>
                  <a:lnTo>
                    <a:pt x="4074336" y="1616472"/>
                  </a:lnTo>
                  <a:lnTo>
                    <a:pt x="4074494" y="1616472"/>
                  </a:lnTo>
                  <a:lnTo>
                    <a:pt x="4074494" y="1616041"/>
                  </a:lnTo>
                  <a:lnTo>
                    <a:pt x="4074651" y="1616041"/>
                  </a:lnTo>
                  <a:lnTo>
                    <a:pt x="4074809" y="1616041"/>
                  </a:lnTo>
                  <a:lnTo>
                    <a:pt x="4074809" y="1615611"/>
                  </a:lnTo>
                  <a:lnTo>
                    <a:pt x="4074967" y="1615611"/>
                  </a:lnTo>
                  <a:lnTo>
                    <a:pt x="4075124" y="1615611"/>
                  </a:lnTo>
                  <a:lnTo>
                    <a:pt x="4075282" y="1615611"/>
                  </a:lnTo>
                  <a:lnTo>
                    <a:pt x="4075282" y="1615180"/>
                  </a:lnTo>
                  <a:lnTo>
                    <a:pt x="4075282" y="1614750"/>
                  </a:lnTo>
                  <a:lnTo>
                    <a:pt x="4075282" y="1614319"/>
                  </a:lnTo>
                  <a:lnTo>
                    <a:pt x="4075440" y="1614319"/>
                  </a:lnTo>
                  <a:lnTo>
                    <a:pt x="4075598" y="1614319"/>
                  </a:lnTo>
                  <a:lnTo>
                    <a:pt x="4075598" y="1613888"/>
                  </a:lnTo>
                  <a:lnTo>
                    <a:pt x="4075755" y="1613888"/>
                  </a:lnTo>
                  <a:lnTo>
                    <a:pt x="4075913" y="1613888"/>
                  </a:lnTo>
                  <a:lnTo>
                    <a:pt x="4076071" y="1613888"/>
                  </a:lnTo>
                  <a:lnTo>
                    <a:pt x="4076071" y="1613458"/>
                  </a:lnTo>
                  <a:lnTo>
                    <a:pt x="4076228" y="1613458"/>
                  </a:lnTo>
                  <a:lnTo>
                    <a:pt x="4076386" y="1613458"/>
                  </a:lnTo>
                  <a:lnTo>
                    <a:pt x="4076544" y="1613458"/>
                  </a:lnTo>
                  <a:lnTo>
                    <a:pt x="4076702" y="1613458"/>
                  </a:lnTo>
                  <a:lnTo>
                    <a:pt x="4076702" y="1613027"/>
                  </a:lnTo>
                  <a:lnTo>
                    <a:pt x="4076859" y="1613027"/>
                  </a:lnTo>
                  <a:lnTo>
                    <a:pt x="4077017" y="1613027"/>
                  </a:lnTo>
                  <a:lnTo>
                    <a:pt x="4077175" y="1613027"/>
                  </a:lnTo>
                  <a:lnTo>
                    <a:pt x="4077332" y="1613027"/>
                  </a:lnTo>
                  <a:lnTo>
                    <a:pt x="4077490" y="1613027"/>
                  </a:lnTo>
                  <a:lnTo>
                    <a:pt x="4077648" y="1613027"/>
                  </a:lnTo>
                  <a:lnTo>
                    <a:pt x="4077648" y="1612597"/>
                  </a:lnTo>
                  <a:lnTo>
                    <a:pt x="4077806" y="1612597"/>
                  </a:lnTo>
                  <a:lnTo>
                    <a:pt x="4077963" y="1612597"/>
                  </a:lnTo>
                  <a:lnTo>
                    <a:pt x="4078121" y="1612597"/>
                  </a:lnTo>
                  <a:lnTo>
                    <a:pt x="4078279" y="1612597"/>
                  </a:lnTo>
                  <a:lnTo>
                    <a:pt x="4078436" y="1612597"/>
                  </a:lnTo>
                  <a:lnTo>
                    <a:pt x="4078594" y="1612597"/>
                  </a:lnTo>
                  <a:lnTo>
                    <a:pt x="4078752" y="1612597"/>
                  </a:lnTo>
                  <a:lnTo>
                    <a:pt x="4078910" y="1612597"/>
                  </a:lnTo>
                  <a:lnTo>
                    <a:pt x="4079067" y="1612597"/>
                  </a:lnTo>
                  <a:lnTo>
                    <a:pt x="4079225" y="1612597"/>
                  </a:lnTo>
                  <a:lnTo>
                    <a:pt x="4079383" y="1612597"/>
                  </a:lnTo>
                  <a:lnTo>
                    <a:pt x="4079540" y="1612597"/>
                  </a:lnTo>
                  <a:lnTo>
                    <a:pt x="4079698" y="1612597"/>
                  </a:lnTo>
                  <a:lnTo>
                    <a:pt x="4079856" y="1612597"/>
                  </a:lnTo>
                  <a:lnTo>
                    <a:pt x="4079856" y="1612166"/>
                  </a:lnTo>
                  <a:lnTo>
                    <a:pt x="4080014" y="1612166"/>
                  </a:lnTo>
                  <a:lnTo>
                    <a:pt x="4080171" y="1612166"/>
                  </a:lnTo>
                  <a:lnTo>
                    <a:pt x="4080171" y="1611735"/>
                  </a:lnTo>
                  <a:lnTo>
                    <a:pt x="4080329" y="1611735"/>
                  </a:lnTo>
                  <a:lnTo>
                    <a:pt x="4080487" y="1611735"/>
                  </a:lnTo>
                  <a:lnTo>
                    <a:pt x="4080645" y="1611735"/>
                  </a:lnTo>
                  <a:lnTo>
                    <a:pt x="4080645" y="1611305"/>
                  </a:lnTo>
                  <a:lnTo>
                    <a:pt x="4080802" y="1611305"/>
                  </a:lnTo>
                  <a:lnTo>
                    <a:pt x="4080960" y="1611305"/>
                  </a:lnTo>
                  <a:lnTo>
                    <a:pt x="4081118" y="1611305"/>
                  </a:lnTo>
                  <a:lnTo>
                    <a:pt x="4081275" y="1611305"/>
                  </a:lnTo>
                  <a:lnTo>
                    <a:pt x="4081433" y="1611305"/>
                  </a:lnTo>
                  <a:lnTo>
                    <a:pt x="4081591" y="1611305"/>
                  </a:lnTo>
                  <a:lnTo>
                    <a:pt x="4081591" y="1610874"/>
                  </a:lnTo>
                  <a:lnTo>
                    <a:pt x="4081749" y="1610874"/>
                  </a:lnTo>
                  <a:lnTo>
                    <a:pt x="4081906" y="1610874"/>
                  </a:lnTo>
                  <a:lnTo>
                    <a:pt x="4081906" y="1610444"/>
                  </a:lnTo>
                  <a:lnTo>
                    <a:pt x="4082064" y="1610444"/>
                  </a:lnTo>
                  <a:lnTo>
                    <a:pt x="4082222" y="1610444"/>
                  </a:lnTo>
                  <a:lnTo>
                    <a:pt x="4082379" y="1610444"/>
                  </a:lnTo>
                  <a:lnTo>
                    <a:pt x="4082537" y="1610444"/>
                  </a:lnTo>
                  <a:lnTo>
                    <a:pt x="4082695" y="1610444"/>
                  </a:lnTo>
                  <a:lnTo>
                    <a:pt x="4082853" y="1610444"/>
                  </a:lnTo>
                  <a:lnTo>
                    <a:pt x="4083010" y="1610444"/>
                  </a:lnTo>
                  <a:lnTo>
                    <a:pt x="4083168" y="1610444"/>
                  </a:lnTo>
                  <a:lnTo>
                    <a:pt x="4083326" y="1610444"/>
                  </a:lnTo>
                  <a:lnTo>
                    <a:pt x="4083326" y="1610013"/>
                  </a:lnTo>
                  <a:lnTo>
                    <a:pt x="4083483" y="1610013"/>
                  </a:lnTo>
                  <a:lnTo>
                    <a:pt x="4083483" y="1609582"/>
                  </a:lnTo>
                  <a:lnTo>
                    <a:pt x="4083483" y="1609152"/>
                  </a:lnTo>
                  <a:lnTo>
                    <a:pt x="4083483" y="1608721"/>
                  </a:lnTo>
                  <a:lnTo>
                    <a:pt x="4083641" y="1608721"/>
                  </a:lnTo>
                  <a:lnTo>
                    <a:pt x="4083641" y="1608291"/>
                  </a:lnTo>
                  <a:lnTo>
                    <a:pt x="4083799" y="1608291"/>
                  </a:lnTo>
                  <a:lnTo>
                    <a:pt x="4083957" y="1608291"/>
                  </a:lnTo>
                  <a:lnTo>
                    <a:pt x="4084114" y="1608291"/>
                  </a:lnTo>
                  <a:lnTo>
                    <a:pt x="4084272" y="1608291"/>
                  </a:lnTo>
                  <a:lnTo>
                    <a:pt x="4084430" y="1608291"/>
                  </a:lnTo>
                  <a:lnTo>
                    <a:pt x="4084430" y="1607860"/>
                  </a:lnTo>
                  <a:lnTo>
                    <a:pt x="4084587" y="1607860"/>
                  </a:lnTo>
                  <a:lnTo>
                    <a:pt x="4084745" y="1607860"/>
                  </a:lnTo>
                  <a:lnTo>
                    <a:pt x="4084903" y="1607860"/>
                  </a:lnTo>
                  <a:lnTo>
                    <a:pt x="4085061" y="1607860"/>
                  </a:lnTo>
                  <a:lnTo>
                    <a:pt x="4085218" y="1607860"/>
                  </a:lnTo>
                  <a:lnTo>
                    <a:pt x="4085376" y="1607860"/>
                  </a:lnTo>
                  <a:lnTo>
                    <a:pt x="4085534" y="1607860"/>
                  </a:lnTo>
                  <a:lnTo>
                    <a:pt x="4085534" y="1607429"/>
                  </a:lnTo>
                  <a:lnTo>
                    <a:pt x="4085534" y="1606999"/>
                  </a:lnTo>
                  <a:lnTo>
                    <a:pt x="4085691" y="1606999"/>
                  </a:lnTo>
                  <a:lnTo>
                    <a:pt x="4085691" y="1606568"/>
                  </a:lnTo>
                  <a:lnTo>
                    <a:pt x="4085849" y="1606568"/>
                  </a:lnTo>
                  <a:lnTo>
                    <a:pt x="4086007" y="1606568"/>
                  </a:lnTo>
                  <a:lnTo>
                    <a:pt x="4086165" y="1606568"/>
                  </a:lnTo>
                  <a:lnTo>
                    <a:pt x="4086165" y="1606138"/>
                  </a:lnTo>
                  <a:lnTo>
                    <a:pt x="4086322" y="1606138"/>
                  </a:lnTo>
                  <a:lnTo>
                    <a:pt x="4086322" y="1605707"/>
                  </a:lnTo>
                  <a:lnTo>
                    <a:pt x="4086480" y="1605707"/>
                  </a:lnTo>
                  <a:lnTo>
                    <a:pt x="4086638" y="1605707"/>
                  </a:lnTo>
                  <a:lnTo>
                    <a:pt x="4086796" y="1605707"/>
                  </a:lnTo>
                  <a:lnTo>
                    <a:pt x="4086953" y="1605707"/>
                  </a:lnTo>
                  <a:lnTo>
                    <a:pt x="4087111" y="1605707"/>
                  </a:lnTo>
                  <a:lnTo>
                    <a:pt x="4087111" y="1605276"/>
                  </a:lnTo>
                  <a:lnTo>
                    <a:pt x="4087269" y="1605276"/>
                  </a:lnTo>
                  <a:lnTo>
                    <a:pt x="4087269" y="1604846"/>
                  </a:lnTo>
                  <a:lnTo>
                    <a:pt x="4087426" y="1604846"/>
                  </a:lnTo>
                  <a:lnTo>
                    <a:pt x="4087426" y="1604415"/>
                  </a:lnTo>
                  <a:lnTo>
                    <a:pt x="4087584" y="1604415"/>
                  </a:lnTo>
                  <a:lnTo>
                    <a:pt x="4087742" y="1604415"/>
                  </a:lnTo>
                  <a:lnTo>
                    <a:pt x="4087742" y="1603985"/>
                  </a:lnTo>
                  <a:lnTo>
                    <a:pt x="4087900" y="1603985"/>
                  </a:lnTo>
                  <a:lnTo>
                    <a:pt x="4088057" y="1603985"/>
                  </a:lnTo>
                  <a:lnTo>
                    <a:pt x="4088215" y="1603985"/>
                  </a:lnTo>
                  <a:lnTo>
                    <a:pt x="4088373" y="1603985"/>
                  </a:lnTo>
                  <a:lnTo>
                    <a:pt x="4088530" y="1603985"/>
                  </a:lnTo>
                  <a:lnTo>
                    <a:pt x="4088688" y="1603985"/>
                  </a:lnTo>
                  <a:lnTo>
                    <a:pt x="4088846" y="1603985"/>
                  </a:lnTo>
                  <a:lnTo>
                    <a:pt x="4089004" y="1603985"/>
                  </a:lnTo>
                  <a:lnTo>
                    <a:pt x="4089161" y="1603985"/>
                  </a:lnTo>
                  <a:lnTo>
                    <a:pt x="4089319" y="1603985"/>
                  </a:lnTo>
                  <a:lnTo>
                    <a:pt x="4089477" y="1603985"/>
                  </a:lnTo>
                  <a:lnTo>
                    <a:pt x="4089634" y="1603985"/>
                  </a:lnTo>
                  <a:lnTo>
                    <a:pt x="4089792" y="1603985"/>
                  </a:lnTo>
                  <a:lnTo>
                    <a:pt x="4089950" y="1603985"/>
                  </a:lnTo>
                  <a:lnTo>
                    <a:pt x="4090108" y="1603985"/>
                  </a:lnTo>
                  <a:lnTo>
                    <a:pt x="4090265" y="1603985"/>
                  </a:lnTo>
                  <a:lnTo>
                    <a:pt x="4090423" y="1603985"/>
                  </a:lnTo>
                  <a:lnTo>
                    <a:pt x="4090581" y="1603985"/>
                  </a:lnTo>
                  <a:lnTo>
                    <a:pt x="4090738" y="1603985"/>
                  </a:lnTo>
                  <a:lnTo>
                    <a:pt x="4090896" y="1603985"/>
                  </a:lnTo>
                  <a:lnTo>
                    <a:pt x="4091054" y="1603985"/>
                  </a:lnTo>
                  <a:lnTo>
                    <a:pt x="4091054" y="1603554"/>
                  </a:lnTo>
                  <a:lnTo>
                    <a:pt x="4091212" y="1603554"/>
                  </a:lnTo>
                  <a:lnTo>
                    <a:pt x="4091369" y="1603554"/>
                  </a:lnTo>
                  <a:lnTo>
                    <a:pt x="4091527" y="1603554"/>
                  </a:lnTo>
                  <a:lnTo>
                    <a:pt x="4091685" y="1603554"/>
                  </a:lnTo>
                  <a:lnTo>
                    <a:pt x="4091685" y="1603123"/>
                  </a:lnTo>
                  <a:lnTo>
                    <a:pt x="4091843" y="1603123"/>
                  </a:lnTo>
                  <a:lnTo>
                    <a:pt x="4091843" y="1602693"/>
                  </a:lnTo>
                  <a:lnTo>
                    <a:pt x="4092000" y="1602693"/>
                  </a:lnTo>
                  <a:lnTo>
                    <a:pt x="4092158" y="1602693"/>
                  </a:lnTo>
                  <a:lnTo>
                    <a:pt x="4092316" y="1602693"/>
                  </a:lnTo>
                  <a:lnTo>
                    <a:pt x="4092473" y="1602693"/>
                  </a:lnTo>
                  <a:lnTo>
                    <a:pt x="4092631" y="1602693"/>
                  </a:lnTo>
                  <a:lnTo>
                    <a:pt x="4092789" y="1602693"/>
                  </a:lnTo>
                  <a:lnTo>
                    <a:pt x="4092947" y="1602693"/>
                  </a:lnTo>
                  <a:lnTo>
                    <a:pt x="4092947" y="1602262"/>
                  </a:lnTo>
                  <a:lnTo>
                    <a:pt x="4093104" y="1602262"/>
                  </a:lnTo>
                  <a:lnTo>
                    <a:pt x="4093262" y="1602262"/>
                  </a:lnTo>
                  <a:lnTo>
                    <a:pt x="4093262" y="1601832"/>
                  </a:lnTo>
                  <a:lnTo>
                    <a:pt x="4093420" y="1601832"/>
                  </a:lnTo>
                  <a:lnTo>
                    <a:pt x="4093577" y="1601832"/>
                  </a:lnTo>
                  <a:lnTo>
                    <a:pt x="4093735" y="1601832"/>
                  </a:lnTo>
                  <a:lnTo>
                    <a:pt x="4093735" y="1601401"/>
                  </a:lnTo>
                  <a:lnTo>
                    <a:pt x="4093893" y="1601401"/>
                  </a:lnTo>
                  <a:lnTo>
                    <a:pt x="4094051" y="1601401"/>
                  </a:lnTo>
                  <a:lnTo>
                    <a:pt x="4094208" y="1601401"/>
                  </a:lnTo>
                  <a:lnTo>
                    <a:pt x="4094366" y="1601401"/>
                  </a:lnTo>
                  <a:lnTo>
                    <a:pt x="4094524" y="1601401"/>
                  </a:lnTo>
                  <a:lnTo>
                    <a:pt x="4094681" y="1601401"/>
                  </a:lnTo>
                  <a:lnTo>
                    <a:pt x="4094839" y="1601401"/>
                  </a:lnTo>
                  <a:lnTo>
                    <a:pt x="4094997" y="1601401"/>
                  </a:lnTo>
                  <a:lnTo>
                    <a:pt x="4095155" y="1601401"/>
                  </a:lnTo>
                  <a:lnTo>
                    <a:pt x="4095312" y="1601401"/>
                  </a:lnTo>
                  <a:lnTo>
                    <a:pt x="4095470" y="1601401"/>
                  </a:lnTo>
                  <a:lnTo>
                    <a:pt x="4095628" y="1601401"/>
                  </a:lnTo>
                  <a:lnTo>
                    <a:pt x="4095785" y="1601401"/>
                  </a:lnTo>
                  <a:lnTo>
                    <a:pt x="4095943" y="1601401"/>
                  </a:lnTo>
                  <a:lnTo>
                    <a:pt x="4096101" y="1601401"/>
                  </a:lnTo>
                  <a:lnTo>
                    <a:pt x="4096259" y="1601401"/>
                  </a:lnTo>
                  <a:lnTo>
                    <a:pt x="4096416" y="1601401"/>
                  </a:lnTo>
                  <a:lnTo>
                    <a:pt x="4096574" y="1601401"/>
                  </a:lnTo>
                  <a:lnTo>
                    <a:pt x="4096732" y="1601401"/>
                  </a:lnTo>
                  <a:lnTo>
                    <a:pt x="4096889" y="1601401"/>
                  </a:lnTo>
                  <a:lnTo>
                    <a:pt x="4096889" y="1600970"/>
                  </a:lnTo>
                  <a:lnTo>
                    <a:pt x="4096889" y="1600540"/>
                  </a:lnTo>
                  <a:lnTo>
                    <a:pt x="4096889" y="1600109"/>
                  </a:lnTo>
                  <a:lnTo>
                    <a:pt x="4096889" y="1599679"/>
                  </a:lnTo>
                  <a:lnTo>
                    <a:pt x="4097047" y="1599679"/>
                  </a:lnTo>
                  <a:lnTo>
                    <a:pt x="4097205" y="1599679"/>
                  </a:lnTo>
                  <a:lnTo>
                    <a:pt x="4097363" y="1599679"/>
                  </a:lnTo>
                  <a:lnTo>
                    <a:pt x="4097363" y="1599248"/>
                  </a:lnTo>
                  <a:lnTo>
                    <a:pt x="4097520" y="1599248"/>
                  </a:lnTo>
                  <a:lnTo>
                    <a:pt x="4097678" y="1599248"/>
                  </a:lnTo>
                  <a:lnTo>
                    <a:pt x="4097836" y="1599248"/>
                  </a:lnTo>
                  <a:lnTo>
                    <a:pt x="4097994" y="1599248"/>
                  </a:lnTo>
                  <a:lnTo>
                    <a:pt x="4098151" y="1599248"/>
                  </a:lnTo>
                  <a:lnTo>
                    <a:pt x="4098309" y="1599248"/>
                  </a:lnTo>
                  <a:lnTo>
                    <a:pt x="4098467" y="1599248"/>
                  </a:lnTo>
                  <a:lnTo>
                    <a:pt x="4098624" y="1599248"/>
                  </a:lnTo>
                  <a:lnTo>
                    <a:pt x="4098782" y="1599248"/>
                  </a:lnTo>
                  <a:lnTo>
                    <a:pt x="4098940" y="1599248"/>
                  </a:lnTo>
                  <a:lnTo>
                    <a:pt x="4099098" y="1599248"/>
                  </a:lnTo>
                  <a:lnTo>
                    <a:pt x="4099255" y="1599248"/>
                  </a:lnTo>
                  <a:lnTo>
                    <a:pt x="4099255" y="1598817"/>
                  </a:lnTo>
                  <a:lnTo>
                    <a:pt x="4099413" y="1598817"/>
                  </a:lnTo>
                  <a:lnTo>
                    <a:pt x="4099571" y="1598817"/>
                  </a:lnTo>
                  <a:lnTo>
                    <a:pt x="4099728" y="1598817"/>
                  </a:lnTo>
                  <a:lnTo>
                    <a:pt x="4099886" y="1598817"/>
                  </a:lnTo>
                  <a:lnTo>
                    <a:pt x="4099886" y="1598387"/>
                  </a:lnTo>
                  <a:lnTo>
                    <a:pt x="4100044" y="1598387"/>
                  </a:lnTo>
                  <a:lnTo>
                    <a:pt x="4100202" y="1598387"/>
                  </a:lnTo>
                  <a:lnTo>
                    <a:pt x="4100202" y="1597956"/>
                  </a:lnTo>
                  <a:lnTo>
                    <a:pt x="4100359" y="1597956"/>
                  </a:lnTo>
                  <a:lnTo>
                    <a:pt x="4100517" y="1597956"/>
                  </a:lnTo>
                  <a:lnTo>
                    <a:pt x="4100675" y="1597956"/>
                  </a:lnTo>
                  <a:lnTo>
                    <a:pt x="4100832" y="1597956"/>
                  </a:lnTo>
                  <a:lnTo>
                    <a:pt x="4100990" y="1597956"/>
                  </a:lnTo>
                  <a:lnTo>
                    <a:pt x="4101148" y="1597956"/>
                  </a:lnTo>
                  <a:lnTo>
                    <a:pt x="4101148" y="1597526"/>
                  </a:lnTo>
                  <a:lnTo>
                    <a:pt x="4101306" y="1597526"/>
                  </a:lnTo>
                  <a:lnTo>
                    <a:pt x="4101463" y="1597526"/>
                  </a:lnTo>
                  <a:lnTo>
                    <a:pt x="4101621" y="1597526"/>
                  </a:lnTo>
                  <a:lnTo>
                    <a:pt x="4101621" y="1597095"/>
                  </a:lnTo>
                  <a:lnTo>
                    <a:pt x="4101779" y="1597095"/>
                  </a:lnTo>
                  <a:lnTo>
                    <a:pt x="4101936" y="1597095"/>
                  </a:lnTo>
                  <a:lnTo>
                    <a:pt x="4102094" y="1597095"/>
                  </a:lnTo>
                  <a:lnTo>
                    <a:pt x="4102252" y="1597095"/>
                  </a:lnTo>
                  <a:lnTo>
                    <a:pt x="4102410" y="1597095"/>
                  </a:lnTo>
                  <a:lnTo>
                    <a:pt x="4102567" y="1597095"/>
                  </a:lnTo>
                  <a:lnTo>
                    <a:pt x="4102725" y="1597095"/>
                  </a:lnTo>
                  <a:lnTo>
                    <a:pt x="4102883" y="1597095"/>
                  </a:lnTo>
                  <a:lnTo>
                    <a:pt x="4103041" y="1597095"/>
                  </a:lnTo>
                  <a:lnTo>
                    <a:pt x="4103198" y="1597095"/>
                  </a:lnTo>
                  <a:lnTo>
                    <a:pt x="4103356" y="1597095"/>
                  </a:lnTo>
                  <a:lnTo>
                    <a:pt x="4103356" y="1596664"/>
                  </a:lnTo>
                  <a:lnTo>
                    <a:pt x="4103514" y="1596664"/>
                  </a:lnTo>
                  <a:lnTo>
                    <a:pt x="4103671" y="1596664"/>
                  </a:lnTo>
                  <a:lnTo>
                    <a:pt x="4103829" y="1596664"/>
                  </a:lnTo>
                  <a:lnTo>
                    <a:pt x="4103987" y="1596664"/>
                  </a:lnTo>
                  <a:lnTo>
                    <a:pt x="4104145" y="1596664"/>
                  </a:lnTo>
                  <a:lnTo>
                    <a:pt x="4104302" y="1596664"/>
                  </a:lnTo>
                  <a:lnTo>
                    <a:pt x="4104460" y="1596664"/>
                  </a:lnTo>
                  <a:lnTo>
                    <a:pt x="4104460" y="1596234"/>
                  </a:lnTo>
                  <a:lnTo>
                    <a:pt x="4104460" y="1595803"/>
                  </a:lnTo>
                  <a:lnTo>
                    <a:pt x="4104618" y="1595803"/>
                  </a:lnTo>
                  <a:lnTo>
                    <a:pt x="4104618" y="1595373"/>
                  </a:lnTo>
                  <a:lnTo>
                    <a:pt x="4104775" y="1595373"/>
                  </a:lnTo>
                  <a:lnTo>
                    <a:pt x="4104933" y="1595373"/>
                  </a:lnTo>
                  <a:lnTo>
                    <a:pt x="4105091" y="1595373"/>
                  </a:lnTo>
                  <a:lnTo>
                    <a:pt x="4105249" y="1595373"/>
                  </a:lnTo>
                  <a:lnTo>
                    <a:pt x="4105406" y="1595373"/>
                  </a:lnTo>
                  <a:lnTo>
                    <a:pt x="4105564" y="1595373"/>
                  </a:lnTo>
                  <a:lnTo>
                    <a:pt x="4105722" y="1595373"/>
                  </a:lnTo>
                  <a:lnTo>
                    <a:pt x="4105879" y="1595373"/>
                  </a:lnTo>
                  <a:lnTo>
                    <a:pt x="4106037" y="1595373"/>
                  </a:lnTo>
                  <a:lnTo>
                    <a:pt x="4106037" y="1594942"/>
                  </a:lnTo>
                  <a:lnTo>
                    <a:pt x="4106195" y="1594942"/>
                  </a:lnTo>
                  <a:lnTo>
                    <a:pt x="4106353" y="1594942"/>
                  </a:lnTo>
                  <a:lnTo>
                    <a:pt x="4106510" y="1594942"/>
                  </a:lnTo>
                  <a:lnTo>
                    <a:pt x="4106510" y="1594511"/>
                  </a:lnTo>
                  <a:lnTo>
                    <a:pt x="4106668" y="1594511"/>
                  </a:lnTo>
                  <a:lnTo>
                    <a:pt x="4106826" y="1594511"/>
                  </a:lnTo>
                  <a:lnTo>
                    <a:pt x="4106983" y="1594511"/>
                  </a:lnTo>
                  <a:lnTo>
                    <a:pt x="4107141" y="1594511"/>
                  </a:lnTo>
                  <a:lnTo>
                    <a:pt x="4107299" y="1594511"/>
                  </a:lnTo>
                  <a:lnTo>
                    <a:pt x="4107299" y="1594081"/>
                  </a:lnTo>
                  <a:lnTo>
                    <a:pt x="4107457" y="1594081"/>
                  </a:lnTo>
                  <a:lnTo>
                    <a:pt x="4107614" y="1594081"/>
                  </a:lnTo>
                  <a:lnTo>
                    <a:pt x="4107772" y="1594081"/>
                  </a:lnTo>
                  <a:lnTo>
                    <a:pt x="4107930" y="1594081"/>
                  </a:lnTo>
                  <a:lnTo>
                    <a:pt x="4108087" y="1594081"/>
                  </a:lnTo>
                  <a:lnTo>
                    <a:pt x="4108245" y="1594081"/>
                  </a:lnTo>
                  <a:lnTo>
                    <a:pt x="4108403" y="1594081"/>
                  </a:lnTo>
                  <a:lnTo>
                    <a:pt x="4108561" y="1594081"/>
                  </a:lnTo>
                  <a:lnTo>
                    <a:pt x="4108718" y="1594081"/>
                  </a:lnTo>
                  <a:lnTo>
                    <a:pt x="4108876" y="1594081"/>
                  </a:lnTo>
                  <a:lnTo>
                    <a:pt x="4109034" y="1594081"/>
                  </a:lnTo>
                  <a:lnTo>
                    <a:pt x="4109192" y="1594081"/>
                  </a:lnTo>
                  <a:lnTo>
                    <a:pt x="4109349" y="1594081"/>
                  </a:lnTo>
                  <a:lnTo>
                    <a:pt x="4109507" y="1594081"/>
                  </a:lnTo>
                  <a:lnTo>
                    <a:pt x="4109665" y="1594081"/>
                  </a:lnTo>
                  <a:lnTo>
                    <a:pt x="4109822" y="1594081"/>
                  </a:lnTo>
                  <a:lnTo>
                    <a:pt x="4109980" y="1594081"/>
                  </a:lnTo>
                  <a:lnTo>
                    <a:pt x="4110138" y="1594081"/>
                  </a:lnTo>
                  <a:lnTo>
                    <a:pt x="4110296" y="1594081"/>
                  </a:lnTo>
                  <a:lnTo>
                    <a:pt x="4110453" y="1594081"/>
                  </a:lnTo>
                  <a:lnTo>
                    <a:pt x="4110611" y="1594081"/>
                  </a:lnTo>
                  <a:lnTo>
                    <a:pt x="4110769" y="1594081"/>
                  </a:lnTo>
                  <a:lnTo>
                    <a:pt x="4110926" y="1594081"/>
                  </a:lnTo>
                  <a:lnTo>
                    <a:pt x="4111084" y="1594081"/>
                  </a:lnTo>
                  <a:lnTo>
                    <a:pt x="4111242" y="1594081"/>
                  </a:lnTo>
                  <a:lnTo>
                    <a:pt x="4111400" y="1594081"/>
                  </a:lnTo>
                  <a:lnTo>
                    <a:pt x="4111557" y="1594081"/>
                  </a:lnTo>
                  <a:lnTo>
                    <a:pt x="4111715" y="1594081"/>
                  </a:lnTo>
                  <a:lnTo>
                    <a:pt x="4111873" y="1594081"/>
                  </a:lnTo>
                  <a:lnTo>
                    <a:pt x="4112030" y="1594081"/>
                  </a:lnTo>
                  <a:lnTo>
                    <a:pt x="4112188" y="1594081"/>
                  </a:lnTo>
                  <a:lnTo>
                    <a:pt x="4112188" y="1593650"/>
                  </a:lnTo>
                  <a:lnTo>
                    <a:pt x="4112346" y="1593650"/>
                  </a:lnTo>
                  <a:lnTo>
                    <a:pt x="4112346" y="1593220"/>
                  </a:lnTo>
                  <a:lnTo>
                    <a:pt x="4112504" y="1593220"/>
                  </a:lnTo>
                  <a:lnTo>
                    <a:pt x="4112504" y="1592789"/>
                  </a:lnTo>
                  <a:lnTo>
                    <a:pt x="4112661" y="1592789"/>
                  </a:lnTo>
                  <a:lnTo>
                    <a:pt x="4112819" y="1592789"/>
                  </a:lnTo>
                  <a:lnTo>
                    <a:pt x="4112977" y="1592789"/>
                  </a:lnTo>
                  <a:lnTo>
                    <a:pt x="4113134" y="1592789"/>
                  </a:lnTo>
                  <a:lnTo>
                    <a:pt x="4113292" y="1592789"/>
                  </a:lnTo>
                  <a:lnTo>
                    <a:pt x="4113450" y="1592789"/>
                  </a:lnTo>
                  <a:lnTo>
                    <a:pt x="4113608" y="1592789"/>
                  </a:lnTo>
                  <a:lnTo>
                    <a:pt x="4113765" y="1592789"/>
                  </a:lnTo>
                  <a:lnTo>
                    <a:pt x="4113923" y="1592789"/>
                  </a:lnTo>
                  <a:lnTo>
                    <a:pt x="4114081" y="1592789"/>
                  </a:lnTo>
                  <a:lnTo>
                    <a:pt x="4114081" y="1592358"/>
                  </a:lnTo>
                  <a:lnTo>
                    <a:pt x="4114239" y="1592358"/>
                  </a:lnTo>
                  <a:lnTo>
                    <a:pt x="4114239" y="1591928"/>
                  </a:lnTo>
                  <a:lnTo>
                    <a:pt x="4114396" y="1591928"/>
                  </a:lnTo>
                  <a:lnTo>
                    <a:pt x="4114554" y="1591928"/>
                  </a:lnTo>
                  <a:lnTo>
                    <a:pt x="4114712" y="1591928"/>
                  </a:lnTo>
                  <a:lnTo>
                    <a:pt x="4114869" y="1591928"/>
                  </a:lnTo>
                  <a:lnTo>
                    <a:pt x="4115027" y="1591928"/>
                  </a:lnTo>
                  <a:lnTo>
                    <a:pt x="4115185" y="1591928"/>
                  </a:lnTo>
                  <a:lnTo>
                    <a:pt x="4115343" y="1591928"/>
                  </a:lnTo>
                  <a:lnTo>
                    <a:pt x="4115343" y="1591497"/>
                  </a:lnTo>
                  <a:lnTo>
                    <a:pt x="4115500" y="1591497"/>
                  </a:lnTo>
                  <a:lnTo>
                    <a:pt x="4115500" y="1591067"/>
                  </a:lnTo>
                  <a:lnTo>
                    <a:pt x="4115658" y="1591067"/>
                  </a:lnTo>
                  <a:lnTo>
                    <a:pt x="4115816" y="1591067"/>
                  </a:lnTo>
                  <a:lnTo>
                    <a:pt x="4115816" y="1590636"/>
                  </a:lnTo>
                  <a:lnTo>
                    <a:pt x="4115973" y="1590636"/>
                  </a:lnTo>
                  <a:lnTo>
                    <a:pt x="4116131" y="1590636"/>
                  </a:lnTo>
                  <a:lnTo>
                    <a:pt x="4116289" y="1590636"/>
                  </a:lnTo>
                  <a:lnTo>
                    <a:pt x="4116447" y="1590636"/>
                  </a:lnTo>
                  <a:lnTo>
                    <a:pt x="4116604" y="1590636"/>
                  </a:lnTo>
                  <a:lnTo>
                    <a:pt x="4116762" y="1590636"/>
                  </a:lnTo>
                  <a:lnTo>
                    <a:pt x="4116920" y="1590636"/>
                  </a:lnTo>
                  <a:lnTo>
                    <a:pt x="4117077" y="1590636"/>
                  </a:lnTo>
                  <a:lnTo>
                    <a:pt x="4117235" y="1590636"/>
                  </a:lnTo>
                  <a:lnTo>
                    <a:pt x="4117393" y="1590636"/>
                  </a:lnTo>
                  <a:lnTo>
                    <a:pt x="4117551" y="1590636"/>
                  </a:lnTo>
                  <a:lnTo>
                    <a:pt x="4117708" y="1590636"/>
                  </a:lnTo>
                  <a:lnTo>
                    <a:pt x="4117866" y="1590636"/>
                  </a:lnTo>
                  <a:lnTo>
                    <a:pt x="4118024" y="1590636"/>
                  </a:lnTo>
                  <a:lnTo>
                    <a:pt x="4118181" y="1590636"/>
                  </a:lnTo>
                  <a:lnTo>
                    <a:pt x="4118339" y="1590636"/>
                  </a:lnTo>
                  <a:lnTo>
                    <a:pt x="4118497" y="1590636"/>
                  </a:lnTo>
                  <a:lnTo>
                    <a:pt x="4118655" y="1590636"/>
                  </a:lnTo>
                  <a:lnTo>
                    <a:pt x="4118812" y="1590636"/>
                  </a:lnTo>
                  <a:lnTo>
                    <a:pt x="4118970" y="1590636"/>
                  </a:lnTo>
                  <a:lnTo>
                    <a:pt x="4119128" y="1590636"/>
                  </a:lnTo>
                  <a:lnTo>
                    <a:pt x="4119128" y="1590205"/>
                  </a:lnTo>
                  <a:lnTo>
                    <a:pt x="4119285" y="1590205"/>
                  </a:lnTo>
                  <a:lnTo>
                    <a:pt x="4119443" y="1590205"/>
                  </a:lnTo>
                  <a:lnTo>
                    <a:pt x="4119443" y="1589775"/>
                  </a:lnTo>
                  <a:lnTo>
                    <a:pt x="4119443" y="1589344"/>
                  </a:lnTo>
                  <a:lnTo>
                    <a:pt x="4119601" y="1589344"/>
                  </a:lnTo>
                  <a:lnTo>
                    <a:pt x="4119759" y="1589344"/>
                  </a:lnTo>
                  <a:lnTo>
                    <a:pt x="4119759" y="1588914"/>
                  </a:lnTo>
                  <a:lnTo>
                    <a:pt x="4119916" y="1588914"/>
                  </a:lnTo>
                  <a:lnTo>
                    <a:pt x="4119916" y="1588483"/>
                  </a:lnTo>
                  <a:lnTo>
                    <a:pt x="4120074" y="1588483"/>
                  </a:lnTo>
                  <a:lnTo>
                    <a:pt x="4120074" y="1588052"/>
                  </a:lnTo>
                  <a:lnTo>
                    <a:pt x="4120232" y="1588052"/>
                  </a:lnTo>
                  <a:lnTo>
                    <a:pt x="4120390" y="1588052"/>
                  </a:lnTo>
                  <a:lnTo>
                    <a:pt x="4120547" y="1588052"/>
                  </a:lnTo>
                  <a:lnTo>
                    <a:pt x="4120547" y="1587622"/>
                  </a:lnTo>
                  <a:lnTo>
                    <a:pt x="4120705" y="1587622"/>
                  </a:lnTo>
                  <a:lnTo>
                    <a:pt x="4120863" y="1587622"/>
                  </a:lnTo>
                  <a:lnTo>
                    <a:pt x="4121020" y="1587622"/>
                  </a:lnTo>
                  <a:lnTo>
                    <a:pt x="4121178" y="1587622"/>
                  </a:lnTo>
                  <a:lnTo>
                    <a:pt x="4121336" y="1587622"/>
                  </a:lnTo>
                  <a:lnTo>
                    <a:pt x="4121494" y="1587622"/>
                  </a:lnTo>
                  <a:lnTo>
                    <a:pt x="4121494" y="1587191"/>
                  </a:lnTo>
                  <a:lnTo>
                    <a:pt x="4121494" y="1586761"/>
                  </a:lnTo>
                  <a:lnTo>
                    <a:pt x="4121651" y="1586761"/>
                  </a:lnTo>
                  <a:lnTo>
                    <a:pt x="4121651" y="1586330"/>
                  </a:lnTo>
                  <a:lnTo>
                    <a:pt x="4121651" y="1585899"/>
                  </a:lnTo>
                  <a:lnTo>
                    <a:pt x="4121651" y="1585469"/>
                  </a:lnTo>
                  <a:lnTo>
                    <a:pt x="4121809" y="1585469"/>
                  </a:lnTo>
                  <a:lnTo>
                    <a:pt x="4121967" y="1585469"/>
                  </a:lnTo>
                  <a:lnTo>
                    <a:pt x="4121967" y="1585038"/>
                  </a:lnTo>
                  <a:lnTo>
                    <a:pt x="4122124" y="1585038"/>
                  </a:lnTo>
                  <a:lnTo>
                    <a:pt x="4122282" y="1585038"/>
                  </a:lnTo>
                  <a:lnTo>
                    <a:pt x="4122440" y="1585038"/>
                  </a:lnTo>
                  <a:lnTo>
                    <a:pt x="4122598" y="1585038"/>
                  </a:lnTo>
                  <a:lnTo>
                    <a:pt x="4122755" y="1585038"/>
                  </a:lnTo>
                  <a:lnTo>
                    <a:pt x="4122913" y="1585038"/>
                  </a:lnTo>
                  <a:lnTo>
                    <a:pt x="4123071" y="1585038"/>
                  </a:lnTo>
                  <a:lnTo>
                    <a:pt x="4123228" y="1585038"/>
                  </a:lnTo>
                  <a:lnTo>
                    <a:pt x="4123386" y="1585038"/>
                  </a:lnTo>
                  <a:lnTo>
                    <a:pt x="4123544" y="1585038"/>
                  </a:lnTo>
                  <a:lnTo>
                    <a:pt x="4123702" y="1585038"/>
                  </a:lnTo>
                  <a:lnTo>
                    <a:pt x="4123702" y="1584608"/>
                  </a:lnTo>
                  <a:lnTo>
                    <a:pt x="4123859" y="1584608"/>
                  </a:lnTo>
                  <a:lnTo>
                    <a:pt x="4123859" y="1584177"/>
                  </a:lnTo>
                  <a:lnTo>
                    <a:pt x="4124017" y="1584177"/>
                  </a:lnTo>
                  <a:lnTo>
                    <a:pt x="4124175" y="1584177"/>
                  </a:lnTo>
                  <a:lnTo>
                    <a:pt x="4124332" y="1584177"/>
                  </a:lnTo>
                  <a:lnTo>
                    <a:pt x="4124490" y="1584177"/>
                  </a:lnTo>
                  <a:lnTo>
                    <a:pt x="4124648" y="1584177"/>
                  </a:lnTo>
                  <a:lnTo>
                    <a:pt x="4124806" y="1584177"/>
                  </a:lnTo>
                  <a:lnTo>
                    <a:pt x="4124963" y="1584177"/>
                  </a:lnTo>
                  <a:lnTo>
                    <a:pt x="4125121" y="1584177"/>
                  </a:lnTo>
                  <a:lnTo>
                    <a:pt x="4125121" y="1583746"/>
                  </a:lnTo>
                  <a:lnTo>
                    <a:pt x="4125279" y="1583746"/>
                  </a:lnTo>
                  <a:lnTo>
                    <a:pt x="4125437" y="1583746"/>
                  </a:lnTo>
                  <a:lnTo>
                    <a:pt x="4125594" y="1583746"/>
                  </a:lnTo>
                  <a:lnTo>
                    <a:pt x="4125752" y="1583746"/>
                  </a:lnTo>
                  <a:lnTo>
                    <a:pt x="4125910" y="1583746"/>
                  </a:lnTo>
                  <a:lnTo>
                    <a:pt x="4125910" y="1583316"/>
                  </a:lnTo>
                  <a:lnTo>
                    <a:pt x="4126067" y="1583316"/>
                  </a:lnTo>
                  <a:lnTo>
                    <a:pt x="4126067" y="1582885"/>
                  </a:lnTo>
                  <a:lnTo>
                    <a:pt x="4126225" y="1582885"/>
                  </a:lnTo>
                  <a:lnTo>
                    <a:pt x="4126383" y="1582885"/>
                  </a:lnTo>
                  <a:lnTo>
                    <a:pt x="4126541" y="1582885"/>
                  </a:lnTo>
                  <a:lnTo>
                    <a:pt x="4126698" y="1582885"/>
                  </a:lnTo>
                  <a:lnTo>
                    <a:pt x="4126856" y="1582885"/>
                  </a:lnTo>
                  <a:lnTo>
                    <a:pt x="4127014" y="1582885"/>
                  </a:lnTo>
                  <a:lnTo>
                    <a:pt x="4127171" y="1582885"/>
                  </a:lnTo>
                  <a:lnTo>
                    <a:pt x="4127329" y="1582885"/>
                  </a:lnTo>
                  <a:lnTo>
                    <a:pt x="4127487" y="1582885"/>
                  </a:lnTo>
                  <a:lnTo>
                    <a:pt x="4127487" y="1582455"/>
                  </a:lnTo>
                  <a:lnTo>
                    <a:pt x="4127645" y="1582455"/>
                  </a:lnTo>
                  <a:lnTo>
                    <a:pt x="4127802" y="1582455"/>
                  </a:lnTo>
                  <a:lnTo>
                    <a:pt x="4127960" y="1582455"/>
                  </a:lnTo>
                  <a:lnTo>
                    <a:pt x="4127960" y="1582024"/>
                  </a:lnTo>
                  <a:lnTo>
                    <a:pt x="4128118" y="1582024"/>
                  </a:lnTo>
                  <a:lnTo>
                    <a:pt x="4128275" y="1582024"/>
                  </a:lnTo>
                  <a:lnTo>
                    <a:pt x="4128433" y="1582024"/>
                  </a:lnTo>
                  <a:lnTo>
                    <a:pt x="4128433" y="1581593"/>
                  </a:lnTo>
                  <a:lnTo>
                    <a:pt x="4128433" y="1581163"/>
                  </a:lnTo>
                  <a:lnTo>
                    <a:pt x="4128591" y="1581163"/>
                  </a:lnTo>
                  <a:lnTo>
                    <a:pt x="4128749" y="1581163"/>
                  </a:lnTo>
                  <a:lnTo>
                    <a:pt x="4128906" y="1581163"/>
                  </a:lnTo>
                  <a:lnTo>
                    <a:pt x="4129064" y="1581163"/>
                  </a:lnTo>
                  <a:lnTo>
                    <a:pt x="4129222" y="1581163"/>
                  </a:lnTo>
                  <a:lnTo>
                    <a:pt x="4129379" y="1581163"/>
                  </a:lnTo>
                  <a:lnTo>
                    <a:pt x="4129379" y="1580732"/>
                  </a:lnTo>
                  <a:lnTo>
                    <a:pt x="4129537" y="1580732"/>
                  </a:lnTo>
                  <a:lnTo>
                    <a:pt x="4129695" y="1580732"/>
                  </a:lnTo>
                  <a:lnTo>
                    <a:pt x="4129853" y="1580732"/>
                  </a:lnTo>
                  <a:lnTo>
                    <a:pt x="4130010" y="1580732"/>
                  </a:lnTo>
                  <a:lnTo>
                    <a:pt x="4130168" y="1580732"/>
                  </a:lnTo>
                  <a:lnTo>
                    <a:pt x="4130326" y="1580732"/>
                  </a:lnTo>
                  <a:lnTo>
                    <a:pt x="4130483" y="1580732"/>
                  </a:lnTo>
                  <a:lnTo>
                    <a:pt x="4130641" y="1580732"/>
                  </a:lnTo>
                  <a:lnTo>
                    <a:pt x="4130799" y="1580732"/>
                  </a:lnTo>
                  <a:lnTo>
                    <a:pt x="4130957" y="1580732"/>
                  </a:lnTo>
                  <a:lnTo>
                    <a:pt x="4131114" y="1580732"/>
                  </a:lnTo>
                  <a:lnTo>
                    <a:pt x="4131272" y="1580732"/>
                  </a:lnTo>
                  <a:lnTo>
                    <a:pt x="4131430" y="1580732"/>
                  </a:lnTo>
                  <a:lnTo>
                    <a:pt x="4131588" y="1580732"/>
                  </a:lnTo>
                  <a:lnTo>
                    <a:pt x="4131745" y="1580732"/>
                  </a:lnTo>
                  <a:lnTo>
                    <a:pt x="4131745" y="1580302"/>
                  </a:lnTo>
                  <a:lnTo>
                    <a:pt x="4131745" y="1579871"/>
                  </a:lnTo>
                  <a:lnTo>
                    <a:pt x="4131903" y="1579871"/>
                  </a:lnTo>
                  <a:lnTo>
                    <a:pt x="4132061" y="1579871"/>
                  </a:lnTo>
                  <a:lnTo>
                    <a:pt x="4132218" y="1579871"/>
                  </a:lnTo>
                  <a:lnTo>
                    <a:pt x="4132376" y="1579871"/>
                  </a:lnTo>
                  <a:lnTo>
                    <a:pt x="4132534" y="1579871"/>
                  </a:lnTo>
                  <a:lnTo>
                    <a:pt x="4132692" y="1579871"/>
                  </a:lnTo>
                  <a:lnTo>
                    <a:pt x="4132849" y="1579871"/>
                  </a:lnTo>
                  <a:lnTo>
                    <a:pt x="4133007" y="1579871"/>
                  </a:lnTo>
                  <a:lnTo>
                    <a:pt x="4133165" y="1579871"/>
                  </a:lnTo>
                  <a:lnTo>
                    <a:pt x="4133165" y="1579440"/>
                  </a:lnTo>
                  <a:lnTo>
                    <a:pt x="4133322" y="1579440"/>
                  </a:lnTo>
                  <a:lnTo>
                    <a:pt x="4133480" y="1579440"/>
                  </a:lnTo>
                  <a:lnTo>
                    <a:pt x="4133638" y="1579440"/>
                  </a:lnTo>
                  <a:lnTo>
                    <a:pt x="4133796" y="1579440"/>
                  </a:lnTo>
                  <a:lnTo>
                    <a:pt x="4133953" y="1579440"/>
                  </a:lnTo>
                  <a:lnTo>
                    <a:pt x="4134111" y="1579440"/>
                  </a:lnTo>
                  <a:lnTo>
                    <a:pt x="4134269" y="1579440"/>
                  </a:lnTo>
                  <a:lnTo>
                    <a:pt x="4134426" y="1579440"/>
                  </a:lnTo>
                  <a:lnTo>
                    <a:pt x="4134584" y="1579440"/>
                  </a:lnTo>
                  <a:lnTo>
                    <a:pt x="4134742" y="1579440"/>
                  </a:lnTo>
                  <a:lnTo>
                    <a:pt x="4134900" y="1579440"/>
                  </a:lnTo>
                  <a:lnTo>
                    <a:pt x="4134900" y="1579010"/>
                  </a:lnTo>
                  <a:lnTo>
                    <a:pt x="4135057" y="1579010"/>
                  </a:lnTo>
                  <a:lnTo>
                    <a:pt x="4135215" y="1579010"/>
                  </a:lnTo>
                  <a:lnTo>
                    <a:pt x="4135373" y="1579010"/>
                  </a:lnTo>
                  <a:lnTo>
                    <a:pt x="4135530" y="1579010"/>
                  </a:lnTo>
                  <a:lnTo>
                    <a:pt x="4135530" y="1578579"/>
                  </a:lnTo>
                  <a:lnTo>
                    <a:pt x="4135688" y="1578579"/>
                  </a:lnTo>
                  <a:lnTo>
                    <a:pt x="4135846" y="1578579"/>
                  </a:lnTo>
                  <a:lnTo>
                    <a:pt x="4136004" y="1578579"/>
                  </a:lnTo>
                  <a:lnTo>
                    <a:pt x="4136161" y="1578579"/>
                  </a:lnTo>
                  <a:lnTo>
                    <a:pt x="4136319" y="1578579"/>
                  </a:lnTo>
                  <a:lnTo>
                    <a:pt x="4136477" y="1578579"/>
                  </a:lnTo>
                  <a:lnTo>
                    <a:pt x="4136635" y="1578579"/>
                  </a:lnTo>
                  <a:lnTo>
                    <a:pt x="4136635" y="1578149"/>
                  </a:lnTo>
                  <a:lnTo>
                    <a:pt x="4136635" y="1577718"/>
                  </a:lnTo>
                  <a:lnTo>
                    <a:pt x="4136792" y="1577718"/>
                  </a:lnTo>
                  <a:lnTo>
                    <a:pt x="4136950" y="1577718"/>
                  </a:lnTo>
                  <a:lnTo>
                    <a:pt x="4137108" y="1577718"/>
                  </a:lnTo>
                  <a:lnTo>
                    <a:pt x="4137265" y="1577718"/>
                  </a:lnTo>
                  <a:lnTo>
                    <a:pt x="4137423" y="1577718"/>
                  </a:lnTo>
                  <a:lnTo>
                    <a:pt x="4137581" y="1577718"/>
                  </a:lnTo>
                  <a:lnTo>
                    <a:pt x="4137581" y="1577287"/>
                  </a:lnTo>
                  <a:lnTo>
                    <a:pt x="4137581" y="1576857"/>
                  </a:lnTo>
                  <a:lnTo>
                    <a:pt x="4137739" y="1576857"/>
                  </a:lnTo>
                  <a:lnTo>
                    <a:pt x="4137896" y="1576857"/>
                  </a:lnTo>
                  <a:lnTo>
                    <a:pt x="4138054" y="1576857"/>
                  </a:lnTo>
                  <a:lnTo>
                    <a:pt x="4138212" y="1576857"/>
                  </a:lnTo>
                  <a:lnTo>
                    <a:pt x="4138369" y="1576857"/>
                  </a:lnTo>
                  <a:lnTo>
                    <a:pt x="4138527" y="1576857"/>
                  </a:lnTo>
                  <a:lnTo>
                    <a:pt x="4138685" y="1576857"/>
                  </a:lnTo>
                  <a:lnTo>
                    <a:pt x="4138843" y="1576857"/>
                  </a:lnTo>
                  <a:lnTo>
                    <a:pt x="4139000" y="1576857"/>
                  </a:lnTo>
                  <a:lnTo>
                    <a:pt x="4139158" y="1576857"/>
                  </a:lnTo>
                  <a:lnTo>
                    <a:pt x="4139316" y="1576857"/>
                  </a:lnTo>
                  <a:lnTo>
                    <a:pt x="4139473" y="1576857"/>
                  </a:lnTo>
                  <a:lnTo>
                    <a:pt x="4139631" y="1576857"/>
                  </a:lnTo>
                  <a:lnTo>
                    <a:pt x="4139789" y="1576857"/>
                  </a:lnTo>
                  <a:lnTo>
                    <a:pt x="4139789" y="1576426"/>
                  </a:lnTo>
                  <a:lnTo>
                    <a:pt x="4139947" y="1576426"/>
                  </a:lnTo>
                  <a:lnTo>
                    <a:pt x="4140104" y="1576426"/>
                  </a:lnTo>
                  <a:lnTo>
                    <a:pt x="4140262" y="1576426"/>
                  </a:lnTo>
                  <a:lnTo>
                    <a:pt x="4140420" y="1576426"/>
                  </a:lnTo>
                  <a:lnTo>
                    <a:pt x="4140577" y="1576426"/>
                  </a:lnTo>
                  <a:lnTo>
                    <a:pt x="4140735" y="1576426"/>
                  </a:lnTo>
                  <a:lnTo>
                    <a:pt x="4140893" y="1576426"/>
                  </a:lnTo>
                  <a:lnTo>
                    <a:pt x="4141051" y="1576426"/>
                  </a:lnTo>
                  <a:lnTo>
                    <a:pt x="4141208" y="1576426"/>
                  </a:lnTo>
                  <a:lnTo>
                    <a:pt x="4141366" y="1576426"/>
                  </a:lnTo>
                  <a:lnTo>
                    <a:pt x="4141524" y="1576426"/>
                  </a:lnTo>
                  <a:lnTo>
                    <a:pt x="4141681" y="1576426"/>
                  </a:lnTo>
                  <a:lnTo>
                    <a:pt x="4141839" y="1576426"/>
                  </a:lnTo>
                  <a:lnTo>
                    <a:pt x="4141997" y="1576426"/>
                  </a:lnTo>
                  <a:lnTo>
                    <a:pt x="4142155" y="1576426"/>
                  </a:lnTo>
                  <a:lnTo>
                    <a:pt x="4142312" y="1576426"/>
                  </a:lnTo>
                  <a:lnTo>
                    <a:pt x="4142470" y="1576426"/>
                  </a:lnTo>
                  <a:lnTo>
                    <a:pt x="4142628" y="1576426"/>
                  </a:lnTo>
                  <a:lnTo>
                    <a:pt x="4142628" y="1575996"/>
                  </a:lnTo>
                  <a:lnTo>
                    <a:pt x="4142786" y="1575996"/>
                  </a:lnTo>
                  <a:lnTo>
                    <a:pt x="4142943" y="1575996"/>
                  </a:lnTo>
                  <a:lnTo>
                    <a:pt x="4143101" y="1575996"/>
                  </a:lnTo>
                  <a:lnTo>
                    <a:pt x="4143259" y="1575996"/>
                  </a:lnTo>
                  <a:lnTo>
                    <a:pt x="4143416" y="1575996"/>
                  </a:lnTo>
                  <a:lnTo>
                    <a:pt x="4143574" y="1575996"/>
                  </a:lnTo>
                  <a:lnTo>
                    <a:pt x="4143574" y="1575565"/>
                  </a:lnTo>
                  <a:lnTo>
                    <a:pt x="4143574" y="1575134"/>
                  </a:lnTo>
                  <a:lnTo>
                    <a:pt x="4143732" y="1575134"/>
                  </a:lnTo>
                  <a:lnTo>
                    <a:pt x="4143890" y="1575134"/>
                  </a:lnTo>
                  <a:lnTo>
                    <a:pt x="4144047" y="1575134"/>
                  </a:lnTo>
                  <a:lnTo>
                    <a:pt x="4144047" y="1574704"/>
                  </a:lnTo>
                  <a:lnTo>
                    <a:pt x="4144205" y="1574704"/>
                  </a:lnTo>
                  <a:lnTo>
                    <a:pt x="4144363" y="1574704"/>
                  </a:lnTo>
                  <a:lnTo>
                    <a:pt x="4144520" y="1574704"/>
                  </a:lnTo>
                  <a:lnTo>
                    <a:pt x="4144678" y="1574704"/>
                  </a:lnTo>
                  <a:lnTo>
                    <a:pt x="4144836" y="1574704"/>
                  </a:lnTo>
                  <a:lnTo>
                    <a:pt x="4144836" y="1574273"/>
                  </a:lnTo>
                  <a:lnTo>
                    <a:pt x="4144994" y="1574273"/>
                  </a:lnTo>
                  <a:lnTo>
                    <a:pt x="4144994" y="1573843"/>
                  </a:lnTo>
                  <a:lnTo>
                    <a:pt x="4145151" y="1573843"/>
                  </a:lnTo>
                  <a:lnTo>
                    <a:pt x="4145309" y="1573843"/>
                  </a:lnTo>
                  <a:lnTo>
                    <a:pt x="4145467" y="1573843"/>
                  </a:lnTo>
                  <a:lnTo>
                    <a:pt x="4145624" y="1573843"/>
                  </a:lnTo>
                  <a:lnTo>
                    <a:pt x="4145782" y="1573843"/>
                  </a:lnTo>
                  <a:lnTo>
                    <a:pt x="4145940" y="1573843"/>
                  </a:lnTo>
                  <a:lnTo>
                    <a:pt x="4146098" y="1573843"/>
                  </a:lnTo>
                  <a:lnTo>
                    <a:pt x="4146255" y="1573843"/>
                  </a:lnTo>
                  <a:lnTo>
                    <a:pt x="4146413" y="1573843"/>
                  </a:lnTo>
                  <a:lnTo>
                    <a:pt x="4146571" y="1573843"/>
                  </a:lnTo>
                  <a:lnTo>
                    <a:pt x="4146571" y="1573412"/>
                  </a:lnTo>
                  <a:lnTo>
                    <a:pt x="4146728" y="1573412"/>
                  </a:lnTo>
                  <a:lnTo>
                    <a:pt x="4146886" y="1573412"/>
                  </a:lnTo>
                  <a:lnTo>
                    <a:pt x="4147044" y="1573412"/>
                  </a:lnTo>
                  <a:lnTo>
                    <a:pt x="4147202" y="1573412"/>
                  </a:lnTo>
                  <a:lnTo>
                    <a:pt x="4147359" y="1573412"/>
                  </a:lnTo>
                  <a:lnTo>
                    <a:pt x="4147517" y="1573412"/>
                  </a:lnTo>
                  <a:lnTo>
                    <a:pt x="4147517" y="1572981"/>
                  </a:lnTo>
                  <a:lnTo>
                    <a:pt x="4147517" y="1572551"/>
                  </a:lnTo>
                  <a:lnTo>
                    <a:pt x="4147675" y="1572551"/>
                  </a:lnTo>
                  <a:lnTo>
                    <a:pt x="4147832" y="1572551"/>
                  </a:lnTo>
                  <a:lnTo>
                    <a:pt x="4147990" y="1572551"/>
                  </a:lnTo>
                  <a:lnTo>
                    <a:pt x="4148148" y="1572551"/>
                  </a:lnTo>
                  <a:lnTo>
                    <a:pt x="4148306" y="1572551"/>
                  </a:lnTo>
                  <a:lnTo>
                    <a:pt x="4148463" y="1572551"/>
                  </a:lnTo>
                  <a:lnTo>
                    <a:pt x="4148621" y="1572551"/>
                  </a:lnTo>
                  <a:lnTo>
                    <a:pt x="4148779" y="1572551"/>
                  </a:lnTo>
                  <a:lnTo>
                    <a:pt x="4148937" y="1572551"/>
                  </a:lnTo>
                  <a:lnTo>
                    <a:pt x="4149094" y="1572551"/>
                  </a:lnTo>
                  <a:lnTo>
                    <a:pt x="4149252" y="1572551"/>
                  </a:lnTo>
                  <a:lnTo>
                    <a:pt x="4149410" y="1572551"/>
                  </a:lnTo>
                  <a:lnTo>
                    <a:pt x="4149567" y="1572551"/>
                  </a:lnTo>
                  <a:lnTo>
                    <a:pt x="4149725" y="1572551"/>
                  </a:lnTo>
                  <a:lnTo>
                    <a:pt x="4149883" y="1572551"/>
                  </a:lnTo>
                  <a:lnTo>
                    <a:pt x="4150041" y="1572551"/>
                  </a:lnTo>
                  <a:lnTo>
                    <a:pt x="4150198" y="1572551"/>
                  </a:lnTo>
                  <a:lnTo>
                    <a:pt x="4150356" y="1572551"/>
                  </a:lnTo>
                  <a:lnTo>
                    <a:pt x="4150514" y="1572551"/>
                  </a:lnTo>
                  <a:lnTo>
                    <a:pt x="4150671" y="1572551"/>
                  </a:lnTo>
                  <a:lnTo>
                    <a:pt x="4150829" y="1572551"/>
                  </a:lnTo>
                  <a:lnTo>
                    <a:pt x="4150987" y="1572551"/>
                  </a:lnTo>
                  <a:lnTo>
                    <a:pt x="4151145" y="1572551"/>
                  </a:lnTo>
                  <a:lnTo>
                    <a:pt x="4151302" y="1572551"/>
                  </a:lnTo>
                  <a:lnTo>
                    <a:pt x="4151302" y="1572120"/>
                  </a:lnTo>
                  <a:lnTo>
                    <a:pt x="4151460" y="1572120"/>
                  </a:lnTo>
                  <a:lnTo>
                    <a:pt x="4151618" y="1572120"/>
                  </a:lnTo>
                  <a:lnTo>
                    <a:pt x="4151775" y="1572120"/>
                  </a:lnTo>
                  <a:lnTo>
                    <a:pt x="4151933" y="1572120"/>
                  </a:lnTo>
                  <a:lnTo>
                    <a:pt x="4152091" y="1572120"/>
                  </a:lnTo>
                  <a:lnTo>
                    <a:pt x="4152249" y="1572120"/>
                  </a:lnTo>
                  <a:lnTo>
                    <a:pt x="4152249" y="1571690"/>
                  </a:lnTo>
                  <a:lnTo>
                    <a:pt x="4152406" y="1571690"/>
                  </a:lnTo>
                  <a:lnTo>
                    <a:pt x="4152406" y="1571259"/>
                  </a:lnTo>
                  <a:lnTo>
                    <a:pt x="4152564" y="1571259"/>
                  </a:lnTo>
                  <a:lnTo>
                    <a:pt x="4152722" y="1571259"/>
                  </a:lnTo>
                  <a:lnTo>
                    <a:pt x="4152879" y="1571259"/>
                  </a:lnTo>
                  <a:lnTo>
                    <a:pt x="4153037" y="1571259"/>
                  </a:lnTo>
                  <a:lnTo>
                    <a:pt x="4153195" y="1571259"/>
                  </a:lnTo>
                  <a:lnTo>
                    <a:pt x="4153353" y="1571259"/>
                  </a:lnTo>
                  <a:lnTo>
                    <a:pt x="4153353" y="1570828"/>
                  </a:lnTo>
                  <a:lnTo>
                    <a:pt x="4153510" y="1570828"/>
                  </a:lnTo>
                  <a:lnTo>
                    <a:pt x="4153668" y="1570828"/>
                  </a:lnTo>
                  <a:lnTo>
                    <a:pt x="4153826" y="1570828"/>
                  </a:lnTo>
                  <a:lnTo>
                    <a:pt x="4153826" y="1570398"/>
                  </a:lnTo>
                  <a:lnTo>
                    <a:pt x="4153984" y="1570398"/>
                  </a:lnTo>
                  <a:lnTo>
                    <a:pt x="4154141" y="1570398"/>
                  </a:lnTo>
                  <a:lnTo>
                    <a:pt x="4154299" y="1570398"/>
                  </a:lnTo>
                  <a:lnTo>
                    <a:pt x="4154457" y="1570398"/>
                  </a:lnTo>
                  <a:lnTo>
                    <a:pt x="4154614" y="1570398"/>
                  </a:lnTo>
                  <a:lnTo>
                    <a:pt x="4154614" y="1569967"/>
                  </a:lnTo>
                  <a:lnTo>
                    <a:pt x="4154614" y="1569537"/>
                  </a:lnTo>
                  <a:lnTo>
                    <a:pt x="4154772" y="1569537"/>
                  </a:lnTo>
                  <a:lnTo>
                    <a:pt x="4154930" y="1569537"/>
                  </a:lnTo>
                  <a:lnTo>
                    <a:pt x="4155088" y="1569537"/>
                  </a:lnTo>
                  <a:lnTo>
                    <a:pt x="4155088" y="1569106"/>
                  </a:lnTo>
                  <a:lnTo>
                    <a:pt x="4155245" y="1569106"/>
                  </a:lnTo>
                  <a:lnTo>
                    <a:pt x="4155403" y="1569106"/>
                  </a:lnTo>
                  <a:lnTo>
                    <a:pt x="4155561" y="1569106"/>
                  </a:lnTo>
                  <a:lnTo>
                    <a:pt x="4155718" y="1569106"/>
                  </a:lnTo>
                  <a:lnTo>
                    <a:pt x="4155876" y="1569106"/>
                  </a:lnTo>
                  <a:lnTo>
                    <a:pt x="4156034" y="1569106"/>
                  </a:lnTo>
                  <a:lnTo>
                    <a:pt x="4156192" y="1569106"/>
                  </a:lnTo>
                  <a:lnTo>
                    <a:pt x="4156349" y="1569106"/>
                  </a:lnTo>
                  <a:lnTo>
                    <a:pt x="4156507" y="1569106"/>
                  </a:lnTo>
                  <a:lnTo>
                    <a:pt x="4156507" y="1568675"/>
                  </a:lnTo>
                  <a:lnTo>
                    <a:pt x="4156665" y="1568675"/>
                  </a:lnTo>
                  <a:lnTo>
                    <a:pt x="4156822" y="1568675"/>
                  </a:lnTo>
                  <a:lnTo>
                    <a:pt x="4156980" y="1568675"/>
                  </a:lnTo>
                  <a:lnTo>
                    <a:pt x="4157138" y="1568675"/>
                  </a:lnTo>
                  <a:lnTo>
                    <a:pt x="4157296" y="1568675"/>
                  </a:lnTo>
                  <a:lnTo>
                    <a:pt x="4157453" y="1568675"/>
                  </a:lnTo>
                  <a:lnTo>
                    <a:pt x="4157611" y="1568675"/>
                  </a:lnTo>
                  <a:lnTo>
                    <a:pt x="4157769" y="1568675"/>
                  </a:lnTo>
                  <a:lnTo>
                    <a:pt x="4157926" y="1568675"/>
                  </a:lnTo>
                  <a:lnTo>
                    <a:pt x="4158084" y="1568675"/>
                  </a:lnTo>
                  <a:lnTo>
                    <a:pt x="4158242" y="1568675"/>
                  </a:lnTo>
                  <a:lnTo>
                    <a:pt x="4158242" y="1568245"/>
                  </a:lnTo>
                  <a:lnTo>
                    <a:pt x="4158400" y="1568245"/>
                  </a:lnTo>
                  <a:lnTo>
                    <a:pt x="4158557" y="1568245"/>
                  </a:lnTo>
                  <a:lnTo>
                    <a:pt x="4158557" y="1567814"/>
                  </a:lnTo>
                  <a:lnTo>
                    <a:pt x="4158715" y="1567814"/>
                  </a:lnTo>
                  <a:lnTo>
                    <a:pt x="4158873" y="1567814"/>
                  </a:lnTo>
                  <a:lnTo>
                    <a:pt x="4159030" y="1567814"/>
                  </a:lnTo>
                  <a:lnTo>
                    <a:pt x="4159188" y="1567814"/>
                  </a:lnTo>
                  <a:lnTo>
                    <a:pt x="4159346" y="1567814"/>
                  </a:lnTo>
                  <a:lnTo>
                    <a:pt x="4159346" y="1567384"/>
                  </a:lnTo>
                  <a:lnTo>
                    <a:pt x="4159504" y="1567384"/>
                  </a:lnTo>
                  <a:lnTo>
                    <a:pt x="4159504" y="1566953"/>
                  </a:lnTo>
                  <a:lnTo>
                    <a:pt x="4159661" y="1566953"/>
                  </a:lnTo>
                  <a:lnTo>
                    <a:pt x="4159661" y="1566522"/>
                  </a:lnTo>
                  <a:lnTo>
                    <a:pt x="4159819" y="1566522"/>
                  </a:lnTo>
                  <a:lnTo>
                    <a:pt x="4159977" y="1566522"/>
                  </a:lnTo>
                  <a:lnTo>
                    <a:pt x="4160135" y="1566522"/>
                  </a:lnTo>
                  <a:lnTo>
                    <a:pt x="4160292" y="1566522"/>
                  </a:lnTo>
                  <a:lnTo>
                    <a:pt x="4160450" y="1566522"/>
                  </a:lnTo>
                  <a:lnTo>
                    <a:pt x="4160608" y="1566522"/>
                  </a:lnTo>
                  <a:lnTo>
                    <a:pt x="4160765" y="1566522"/>
                  </a:lnTo>
                  <a:lnTo>
                    <a:pt x="4160765" y="1566092"/>
                  </a:lnTo>
                  <a:lnTo>
                    <a:pt x="4160923" y="1566092"/>
                  </a:lnTo>
                  <a:lnTo>
                    <a:pt x="4161081" y="1566092"/>
                  </a:lnTo>
                  <a:lnTo>
                    <a:pt x="4161239" y="1566092"/>
                  </a:lnTo>
                  <a:lnTo>
                    <a:pt x="4161239" y="1565661"/>
                  </a:lnTo>
                  <a:lnTo>
                    <a:pt x="4161396" y="1565661"/>
                  </a:lnTo>
                  <a:lnTo>
                    <a:pt x="4161554" y="1565661"/>
                  </a:lnTo>
                  <a:lnTo>
                    <a:pt x="4161712" y="1565661"/>
                  </a:lnTo>
                  <a:lnTo>
                    <a:pt x="4161869" y="1565661"/>
                  </a:lnTo>
                  <a:lnTo>
                    <a:pt x="4162027" y="1565661"/>
                  </a:lnTo>
                  <a:lnTo>
                    <a:pt x="4162185" y="1565661"/>
                  </a:lnTo>
                  <a:lnTo>
                    <a:pt x="4162185" y="1565231"/>
                  </a:lnTo>
                  <a:lnTo>
                    <a:pt x="4162343" y="1565231"/>
                  </a:lnTo>
                  <a:lnTo>
                    <a:pt x="4162343" y="1564800"/>
                  </a:lnTo>
                  <a:lnTo>
                    <a:pt x="4162343" y="1564369"/>
                  </a:lnTo>
                  <a:lnTo>
                    <a:pt x="4162343" y="1563939"/>
                  </a:lnTo>
                  <a:lnTo>
                    <a:pt x="4162500" y="1563939"/>
                  </a:lnTo>
                  <a:lnTo>
                    <a:pt x="4162658" y="1563939"/>
                  </a:lnTo>
                  <a:lnTo>
                    <a:pt x="4162658" y="1563508"/>
                  </a:lnTo>
                  <a:lnTo>
                    <a:pt x="4162816" y="1563508"/>
                  </a:lnTo>
                  <a:lnTo>
                    <a:pt x="4162973" y="1563508"/>
                  </a:lnTo>
                  <a:lnTo>
                    <a:pt x="4163131" y="1563508"/>
                  </a:lnTo>
                  <a:lnTo>
                    <a:pt x="4163289" y="1563508"/>
                  </a:lnTo>
                  <a:lnTo>
                    <a:pt x="4163447" y="1563508"/>
                  </a:lnTo>
                  <a:lnTo>
                    <a:pt x="4163604" y="1563508"/>
                  </a:lnTo>
                  <a:lnTo>
                    <a:pt x="4163604" y="1563078"/>
                  </a:lnTo>
                  <a:lnTo>
                    <a:pt x="4163604" y="1562647"/>
                  </a:lnTo>
                  <a:lnTo>
                    <a:pt x="4163762" y="1562647"/>
                  </a:lnTo>
                  <a:lnTo>
                    <a:pt x="4163920" y="1562647"/>
                  </a:lnTo>
                  <a:lnTo>
                    <a:pt x="4164077" y="1562647"/>
                  </a:lnTo>
                  <a:lnTo>
                    <a:pt x="4164235" y="1562647"/>
                  </a:lnTo>
                  <a:lnTo>
                    <a:pt x="4164235" y="1562216"/>
                  </a:lnTo>
                  <a:lnTo>
                    <a:pt x="4164393" y="1562216"/>
                  </a:lnTo>
                  <a:lnTo>
                    <a:pt x="4164551" y="1562216"/>
                  </a:lnTo>
                  <a:lnTo>
                    <a:pt x="4164708" y="1562216"/>
                  </a:lnTo>
                  <a:lnTo>
                    <a:pt x="4164866" y="1562216"/>
                  </a:lnTo>
                  <a:lnTo>
                    <a:pt x="4164866" y="1561786"/>
                  </a:lnTo>
                  <a:lnTo>
                    <a:pt x="4165024" y="1561786"/>
                  </a:lnTo>
                  <a:lnTo>
                    <a:pt x="4165024" y="1561355"/>
                  </a:lnTo>
                  <a:lnTo>
                    <a:pt x="4165182" y="1561355"/>
                  </a:lnTo>
                  <a:lnTo>
                    <a:pt x="4165339" y="1561355"/>
                  </a:lnTo>
                  <a:lnTo>
                    <a:pt x="4165497" y="1561355"/>
                  </a:lnTo>
                  <a:lnTo>
                    <a:pt x="4165655" y="1561355"/>
                  </a:lnTo>
                  <a:lnTo>
                    <a:pt x="4165812" y="1561355"/>
                  </a:lnTo>
                  <a:lnTo>
                    <a:pt x="4165970" y="1561355"/>
                  </a:lnTo>
                  <a:lnTo>
                    <a:pt x="4166128" y="1561355"/>
                  </a:lnTo>
                  <a:lnTo>
                    <a:pt x="4166286" y="1561355"/>
                  </a:lnTo>
                  <a:lnTo>
                    <a:pt x="4166443" y="1561355"/>
                  </a:lnTo>
                  <a:lnTo>
                    <a:pt x="4166443" y="1560925"/>
                  </a:lnTo>
                  <a:lnTo>
                    <a:pt x="4166601" y="1560925"/>
                  </a:lnTo>
                  <a:lnTo>
                    <a:pt x="4166601" y="1560494"/>
                  </a:lnTo>
                  <a:lnTo>
                    <a:pt x="4166601" y="1560063"/>
                  </a:lnTo>
                  <a:lnTo>
                    <a:pt x="4166759" y="1560063"/>
                  </a:lnTo>
                  <a:lnTo>
                    <a:pt x="4166916" y="1560063"/>
                  </a:lnTo>
                  <a:lnTo>
                    <a:pt x="4166916" y="1559633"/>
                  </a:lnTo>
                  <a:lnTo>
                    <a:pt x="4167074" y="1559633"/>
                  </a:lnTo>
                  <a:lnTo>
                    <a:pt x="4167074" y="1559202"/>
                  </a:lnTo>
                  <a:lnTo>
                    <a:pt x="4167232" y="1559202"/>
                  </a:lnTo>
                  <a:lnTo>
                    <a:pt x="4167390" y="1559202"/>
                  </a:lnTo>
                  <a:lnTo>
                    <a:pt x="4167547" y="1559202"/>
                  </a:lnTo>
                  <a:lnTo>
                    <a:pt x="4167547" y="1558772"/>
                  </a:lnTo>
                  <a:lnTo>
                    <a:pt x="4167705" y="1558772"/>
                  </a:lnTo>
                  <a:lnTo>
                    <a:pt x="4167863" y="1558772"/>
                  </a:lnTo>
                  <a:lnTo>
                    <a:pt x="4168020" y="1558772"/>
                  </a:lnTo>
                  <a:lnTo>
                    <a:pt x="4168178" y="1558772"/>
                  </a:lnTo>
                  <a:lnTo>
                    <a:pt x="4168336" y="1558772"/>
                  </a:lnTo>
                  <a:lnTo>
                    <a:pt x="4168494" y="1558772"/>
                  </a:lnTo>
                  <a:lnTo>
                    <a:pt x="4168651" y="1558772"/>
                  </a:lnTo>
                  <a:lnTo>
                    <a:pt x="4168809" y="1558772"/>
                  </a:lnTo>
                  <a:lnTo>
                    <a:pt x="4168967" y="1558772"/>
                  </a:lnTo>
                  <a:lnTo>
                    <a:pt x="4169124" y="1558772"/>
                  </a:lnTo>
                  <a:lnTo>
                    <a:pt x="4169282" y="1558772"/>
                  </a:lnTo>
                  <a:lnTo>
                    <a:pt x="4169440" y="1558772"/>
                  </a:lnTo>
                  <a:lnTo>
                    <a:pt x="4169598" y="1558772"/>
                  </a:lnTo>
                  <a:lnTo>
                    <a:pt x="4169755" y="1558772"/>
                  </a:lnTo>
                  <a:lnTo>
                    <a:pt x="4169913" y="1558772"/>
                  </a:lnTo>
                  <a:lnTo>
                    <a:pt x="4170071" y="1558772"/>
                  </a:lnTo>
                  <a:lnTo>
                    <a:pt x="4170228" y="1558772"/>
                  </a:lnTo>
                  <a:lnTo>
                    <a:pt x="4170386" y="1558772"/>
                  </a:lnTo>
                  <a:lnTo>
                    <a:pt x="4170544" y="1558772"/>
                  </a:lnTo>
                  <a:lnTo>
                    <a:pt x="4170702" y="1558772"/>
                  </a:lnTo>
                  <a:lnTo>
                    <a:pt x="4170859" y="1558772"/>
                  </a:lnTo>
                  <a:lnTo>
                    <a:pt x="4171017" y="1558772"/>
                  </a:lnTo>
                  <a:lnTo>
                    <a:pt x="4171175" y="1558772"/>
                  </a:lnTo>
                  <a:lnTo>
                    <a:pt x="4171175" y="1558341"/>
                  </a:lnTo>
                  <a:lnTo>
                    <a:pt x="4171333" y="1558341"/>
                  </a:lnTo>
                  <a:lnTo>
                    <a:pt x="4171490" y="1558341"/>
                  </a:lnTo>
                  <a:lnTo>
                    <a:pt x="4171648" y="1558341"/>
                  </a:lnTo>
                  <a:lnTo>
                    <a:pt x="4171806" y="1558341"/>
                  </a:lnTo>
                  <a:lnTo>
                    <a:pt x="4171963" y="1558341"/>
                  </a:lnTo>
                  <a:lnTo>
                    <a:pt x="4172121" y="1558341"/>
                  </a:lnTo>
                  <a:lnTo>
                    <a:pt x="4172279" y="1558341"/>
                  </a:lnTo>
                  <a:lnTo>
                    <a:pt x="4172437" y="1558341"/>
                  </a:lnTo>
                  <a:lnTo>
                    <a:pt x="4172594" y="1558341"/>
                  </a:lnTo>
                  <a:lnTo>
                    <a:pt x="4172752" y="1558341"/>
                  </a:lnTo>
                  <a:lnTo>
                    <a:pt x="4172910" y="1558341"/>
                  </a:lnTo>
                  <a:lnTo>
                    <a:pt x="4173067" y="1558341"/>
                  </a:lnTo>
                  <a:lnTo>
                    <a:pt x="4173067" y="1557910"/>
                  </a:lnTo>
                  <a:lnTo>
                    <a:pt x="4173225" y="1557910"/>
                  </a:lnTo>
                  <a:lnTo>
                    <a:pt x="4173383" y="1557910"/>
                  </a:lnTo>
                  <a:lnTo>
                    <a:pt x="4173541" y="1557910"/>
                  </a:lnTo>
                  <a:lnTo>
                    <a:pt x="4173698" y="1557910"/>
                  </a:lnTo>
                  <a:lnTo>
                    <a:pt x="4173698" y="1557480"/>
                  </a:lnTo>
                  <a:lnTo>
                    <a:pt x="4173698" y="1557049"/>
                  </a:lnTo>
                  <a:lnTo>
                    <a:pt x="4173856" y="1557049"/>
                  </a:lnTo>
                  <a:lnTo>
                    <a:pt x="4173856" y="1556619"/>
                  </a:lnTo>
                  <a:lnTo>
                    <a:pt x="4174014" y="1556619"/>
                  </a:lnTo>
                  <a:lnTo>
                    <a:pt x="4174171" y="1556619"/>
                  </a:lnTo>
                  <a:lnTo>
                    <a:pt x="4174329" y="1556619"/>
                  </a:lnTo>
                  <a:lnTo>
                    <a:pt x="4174487" y="1556619"/>
                  </a:lnTo>
                  <a:lnTo>
                    <a:pt x="4174645" y="1556619"/>
                  </a:lnTo>
                  <a:lnTo>
                    <a:pt x="4174802" y="1556619"/>
                  </a:lnTo>
                  <a:lnTo>
                    <a:pt x="4174960" y="1556619"/>
                  </a:lnTo>
                  <a:lnTo>
                    <a:pt x="4175118" y="1556619"/>
                  </a:lnTo>
                  <a:lnTo>
                    <a:pt x="4175275" y="1556619"/>
                  </a:lnTo>
                  <a:lnTo>
                    <a:pt x="4175433" y="1556619"/>
                  </a:lnTo>
                  <a:lnTo>
                    <a:pt x="4175591" y="1556619"/>
                  </a:lnTo>
                  <a:lnTo>
                    <a:pt x="4175749" y="1556619"/>
                  </a:lnTo>
                  <a:lnTo>
                    <a:pt x="4175906" y="1556619"/>
                  </a:lnTo>
                  <a:lnTo>
                    <a:pt x="4175906" y="1556188"/>
                  </a:lnTo>
                  <a:lnTo>
                    <a:pt x="4176064" y="1556188"/>
                  </a:lnTo>
                  <a:lnTo>
                    <a:pt x="4176222" y="1556188"/>
                  </a:lnTo>
                  <a:lnTo>
                    <a:pt x="4176380" y="1556188"/>
                  </a:lnTo>
                  <a:lnTo>
                    <a:pt x="4176537" y="1556188"/>
                  </a:lnTo>
                  <a:lnTo>
                    <a:pt x="4176695" y="1556188"/>
                  </a:lnTo>
                  <a:lnTo>
                    <a:pt x="4176695" y="1555757"/>
                  </a:lnTo>
                  <a:lnTo>
                    <a:pt x="4176853" y="1555757"/>
                  </a:lnTo>
                  <a:lnTo>
                    <a:pt x="4177010" y="1555757"/>
                  </a:lnTo>
                  <a:lnTo>
                    <a:pt x="4177168" y="1555757"/>
                  </a:lnTo>
                  <a:lnTo>
                    <a:pt x="4177326" y="1555757"/>
                  </a:lnTo>
                  <a:lnTo>
                    <a:pt x="4177326" y="1555327"/>
                  </a:lnTo>
                  <a:lnTo>
                    <a:pt x="4177484" y="1555327"/>
                  </a:lnTo>
                  <a:lnTo>
                    <a:pt x="4177641" y="1555327"/>
                  </a:lnTo>
                  <a:lnTo>
                    <a:pt x="4177799" y="1555327"/>
                  </a:lnTo>
                  <a:lnTo>
                    <a:pt x="4177957" y="1555327"/>
                  </a:lnTo>
                  <a:lnTo>
                    <a:pt x="4178114" y="1555327"/>
                  </a:lnTo>
                  <a:lnTo>
                    <a:pt x="4178272" y="1555327"/>
                  </a:lnTo>
                  <a:lnTo>
                    <a:pt x="4178430" y="1555327"/>
                  </a:lnTo>
                  <a:lnTo>
                    <a:pt x="4178588" y="1555327"/>
                  </a:lnTo>
                  <a:lnTo>
                    <a:pt x="4178745" y="1555327"/>
                  </a:lnTo>
                  <a:lnTo>
                    <a:pt x="4178745" y="1554896"/>
                  </a:lnTo>
                  <a:lnTo>
                    <a:pt x="4178903" y="1554896"/>
                  </a:lnTo>
                  <a:lnTo>
                    <a:pt x="4179061" y="1554896"/>
                  </a:lnTo>
                  <a:lnTo>
                    <a:pt x="4179218" y="1554896"/>
                  </a:lnTo>
                  <a:lnTo>
                    <a:pt x="4179376" y="1554896"/>
                  </a:lnTo>
                  <a:lnTo>
                    <a:pt x="4179534" y="1554896"/>
                  </a:lnTo>
                  <a:lnTo>
                    <a:pt x="4179692" y="1554896"/>
                  </a:lnTo>
                  <a:lnTo>
                    <a:pt x="4179692" y="1554466"/>
                  </a:lnTo>
                  <a:lnTo>
                    <a:pt x="4179849" y="1554466"/>
                  </a:lnTo>
                  <a:lnTo>
                    <a:pt x="4180007" y="1554466"/>
                  </a:lnTo>
                  <a:lnTo>
                    <a:pt x="4180165" y="1554466"/>
                  </a:lnTo>
                  <a:lnTo>
                    <a:pt x="4180322" y="1554466"/>
                  </a:lnTo>
                  <a:lnTo>
                    <a:pt x="4180480" y="1554466"/>
                  </a:lnTo>
                  <a:lnTo>
                    <a:pt x="4180638" y="1554466"/>
                  </a:lnTo>
                  <a:lnTo>
                    <a:pt x="4180638" y="1554035"/>
                  </a:lnTo>
                  <a:lnTo>
                    <a:pt x="4180796" y="1554035"/>
                  </a:lnTo>
                  <a:lnTo>
                    <a:pt x="4180953" y="1554035"/>
                  </a:lnTo>
                  <a:lnTo>
                    <a:pt x="4181111" y="1554035"/>
                  </a:lnTo>
                  <a:lnTo>
                    <a:pt x="4181269" y="1554035"/>
                  </a:lnTo>
                  <a:lnTo>
                    <a:pt x="4181269" y="1553604"/>
                  </a:lnTo>
                  <a:lnTo>
                    <a:pt x="4181426" y="1553604"/>
                  </a:lnTo>
                  <a:lnTo>
                    <a:pt x="4181584" y="1553604"/>
                  </a:lnTo>
                  <a:lnTo>
                    <a:pt x="4181742" y="1553604"/>
                  </a:lnTo>
                  <a:lnTo>
                    <a:pt x="4181742" y="1553174"/>
                  </a:lnTo>
                  <a:lnTo>
                    <a:pt x="4181900" y="1553174"/>
                  </a:lnTo>
                  <a:lnTo>
                    <a:pt x="4182057" y="1553174"/>
                  </a:lnTo>
                  <a:lnTo>
                    <a:pt x="4182215" y="1553174"/>
                  </a:lnTo>
                  <a:lnTo>
                    <a:pt x="4182373" y="1553174"/>
                  </a:lnTo>
                  <a:lnTo>
                    <a:pt x="4182531" y="1553174"/>
                  </a:lnTo>
                  <a:lnTo>
                    <a:pt x="4182688" y="1553174"/>
                  </a:lnTo>
                  <a:lnTo>
                    <a:pt x="4182846" y="1553174"/>
                  </a:lnTo>
                  <a:lnTo>
                    <a:pt x="4183004" y="1553174"/>
                  </a:lnTo>
                  <a:lnTo>
                    <a:pt x="4183161" y="1553174"/>
                  </a:lnTo>
                  <a:lnTo>
                    <a:pt x="4183319" y="1553174"/>
                  </a:lnTo>
                  <a:lnTo>
                    <a:pt x="4183477" y="1553174"/>
                  </a:lnTo>
                  <a:lnTo>
                    <a:pt x="4183635" y="1553174"/>
                  </a:lnTo>
                  <a:lnTo>
                    <a:pt x="4183792" y="1553174"/>
                  </a:lnTo>
                  <a:lnTo>
                    <a:pt x="4183950" y="1553174"/>
                  </a:lnTo>
                  <a:lnTo>
                    <a:pt x="4184108" y="1553174"/>
                  </a:lnTo>
                  <a:lnTo>
                    <a:pt x="4184265" y="1553174"/>
                  </a:lnTo>
                  <a:lnTo>
                    <a:pt x="4184423" y="1553174"/>
                  </a:lnTo>
                  <a:lnTo>
                    <a:pt x="4184581" y="1553174"/>
                  </a:lnTo>
                  <a:lnTo>
                    <a:pt x="4184739" y="1553174"/>
                  </a:lnTo>
                  <a:lnTo>
                    <a:pt x="4184896" y="1553174"/>
                  </a:lnTo>
                  <a:lnTo>
                    <a:pt x="4185054" y="1553174"/>
                  </a:lnTo>
                  <a:lnTo>
                    <a:pt x="4185212" y="1553174"/>
                  </a:lnTo>
                  <a:lnTo>
                    <a:pt x="4185369" y="1553174"/>
                  </a:lnTo>
                  <a:lnTo>
                    <a:pt x="4185527" y="1553174"/>
                  </a:lnTo>
                  <a:lnTo>
                    <a:pt x="4185527" y="1552743"/>
                  </a:lnTo>
                  <a:lnTo>
                    <a:pt x="4185685" y="1552743"/>
                  </a:lnTo>
                  <a:lnTo>
                    <a:pt x="4185843" y="1552743"/>
                  </a:lnTo>
                  <a:lnTo>
                    <a:pt x="4186000" y="1552743"/>
                  </a:lnTo>
                  <a:lnTo>
                    <a:pt x="4186158" y="1552743"/>
                  </a:lnTo>
                  <a:lnTo>
                    <a:pt x="4186316" y="1552743"/>
                  </a:lnTo>
                  <a:lnTo>
                    <a:pt x="4186473" y="1552743"/>
                  </a:lnTo>
                  <a:lnTo>
                    <a:pt x="4186631" y="1552743"/>
                  </a:lnTo>
                  <a:lnTo>
                    <a:pt x="4186789" y="1552743"/>
                  </a:lnTo>
                  <a:lnTo>
                    <a:pt x="4186947" y="1552743"/>
                  </a:lnTo>
                  <a:lnTo>
                    <a:pt x="4187104" y="1552743"/>
                  </a:lnTo>
                  <a:lnTo>
                    <a:pt x="4187104" y="1552313"/>
                  </a:lnTo>
                  <a:lnTo>
                    <a:pt x="4187104" y="1551882"/>
                  </a:lnTo>
                  <a:lnTo>
                    <a:pt x="4187262" y="1551882"/>
                  </a:lnTo>
                  <a:lnTo>
                    <a:pt x="4187262" y="1551451"/>
                  </a:lnTo>
                  <a:lnTo>
                    <a:pt x="4187420" y="1551451"/>
                  </a:lnTo>
                  <a:lnTo>
                    <a:pt x="4187420" y="1551021"/>
                  </a:lnTo>
                  <a:lnTo>
                    <a:pt x="4187578" y="1551021"/>
                  </a:lnTo>
                  <a:lnTo>
                    <a:pt x="4187735" y="1551021"/>
                  </a:lnTo>
                  <a:lnTo>
                    <a:pt x="4187893" y="1551021"/>
                  </a:lnTo>
                  <a:lnTo>
                    <a:pt x="4188051" y="1551021"/>
                  </a:lnTo>
                  <a:lnTo>
                    <a:pt x="4188208" y="1551021"/>
                  </a:lnTo>
                  <a:lnTo>
                    <a:pt x="4188208" y="1550590"/>
                  </a:lnTo>
                  <a:lnTo>
                    <a:pt x="4188366" y="1550590"/>
                  </a:lnTo>
                  <a:lnTo>
                    <a:pt x="4188524" y="1550590"/>
                  </a:lnTo>
                  <a:lnTo>
                    <a:pt x="4188682" y="1550590"/>
                  </a:lnTo>
                  <a:lnTo>
                    <a:pt x="4188682" y="1550160"/>
                  </a:lnTo>
                  <a:lnTo>
                    <a:pt x="4188839" y="1550160"/>
                  </a:lnTo>
                  <a:lnTo>
                    <a:pt x="4188997" y="1550160"/>
                  </a:lnTo>
                  <a:lnTo>
                    <a:pt x="4188997" y="1549729"/>
                  </a:lnTo>
                  <a:lnTo>
                    <a:pt x="4189155" y="1549729"/>
                  </a:lnTo>
                  <a:lnTo>
                    <a:pt x="4189312" y="1549729"/>
                  </a:lnTo>
                  <a:lnTo>
                    <a:pt x="4189312" y="1549298"/>
                  </a:lnTo>
                  <a:lnTo>
                    <a:pt x="4189312" y="1548868"/>
                  </a:lnTo>
                  <a:lnTo>
                    <a:pt x="4189470" y="1548868"/>
                  </a:lnTo>
                  <a:lnTo>
                    <a:pt x="4189470" y="1548437"/>
                  </a:lnTo>
                  <a:lnTo>
                    <a:pt x="4189628" y="1548437"/>
                  </a:lnTo>
                  <a:lnTo>
                    <a:pt x="4189628" y="1548007"/>
                  </a:lnTo>
                  <a:lnTo>
                    <a:pt x="4189786" y="1548007"/>
                  </a:lnTo>
                  <a:lnTo>
                    <a:pt x="4189943" y="1548007"/>
                  </a:lnTo>
                  <a:lnTo>
                    <a:pt x="4189943" y="1547576"/>
                  </a:lnTo>
                  <a:lnTo>
                    <a:pt x="4190101" y="1547576"/>
                  </a:lnTo>
                  <a:lnTo>
                    <a:pt x="4190101" y="1547145"/>
                  </a:lnTo>
                  <a:lnTo>
                    <a:pt x="4190259" y="1547145"/>
                  </a:lnTo>
                  <a:lnTo>
                    <a:pt x="4190416" y="1547145"/>
                  </a:lnTo>
                  <a:lnTo>
                    <a:pt x="4190574" y="1547145"/>
                  </a:lnTo>
                  <a:lnTo>
                    <a:pt x="4190732" y="1547145"/>
                  </a:lnTo>
                  <a:lnTo>
                    <a:pt x="4190890" y="1547145"/>
                  </a:lnTo>
                  <a:lnTo>
                    <a:pt x="4191047" y="1547145"/>
                  </a:lnTo>
                  <a:lnTo>
                    <a:pt x="4191205" y="1547145"/>
                  </a:lnTo>
                  <a:lnTo>
                    <a:pt x="4191363" y="1547145"/>
                  </a:lnTo>
                  <a:lnTo>
                    <a:pt x="4191363" y="1546715"/>
                  </a:lnTo>
                  <a:lnTo>
                    <a:pt x="4191520" y="1546715"/>
                  </a:lnTo>
                  <a:lnTo>
                    <a:pt x="4191678" y="1546715"/>
                  </a:lnTo>
                  <a:lnTo>
                    <a:pt x="4191836" y="1546715"/>
                  </a:lnTo>
                  <a:lnTo>
                    <a:pt x="4191994" y="1546715"/>
                  </a:lnTo>
                  <a:lnTo>
                    <a:pt x="4192151" y="1546715"/>
                  </a:lnTo>
                  <a:lnTo>
                    <a:pt x="4192151" y="1546284"/>
                  </a:lnTo>
                  <a:lnTo>
                    <a:pt x="4192309" y="1546284"/>
                  </a:lnTo>
                  <a:lnTo>
                    <a:pt x="4192467" y="1546284"/>
                  </a:lnTo>
                  <a:lnTo>
                    <a:pt x="4192624" y="1546284"/>
                  </a:lnTo>
                  <a:lnTo>
                    <a:pt x="4192782" y="1546284"/>
                  </a:lnTo>
                  <a:lnTo>
                    <a:pt x="4192940" y="1546284"/>
                  </a:lnTo>
                  <a:lnTo>
                    <a:pt x="4193098" y="1546284"/>
                  </a:lnTo>
                  <a:lnTo>
                    <a:pt x="4193255" y="1546284"/>
                  </a:lnTo>
                  <a:lnTo>
                    <a:pt x="4193255" y="1545854"/>
                  </a:lnTo>
                  <a:lnTo>
                    <a:pt x="4193413" y="1545854"/>
                  </a:lnTo>
                  <a:lnTo>
                    <a:pt x="4193571" y="1545854"/>
                  </a:lnTo>
                  <a:lnTo>
                    <a:pt x="4193729" y="1545854"/>
                  </a:lnTo>
                  <a:lnTo>
                    <a:pt x="4193886" y="1545854"/>
                  </a:lnTo>
                  <a:lnTo>
                    <a:pt x="4194044" y="1545854"/>
                  </a:lnTo>
                  <a:lnTo>
                    <a:pt x="4194202" y="1545854"/>
                  </a:lnTo>
                  <a:lnTo>
                    <a:pt x="4194359" y="1545854"/>
                  </a:lnTo>
                  <a:lnTo>
                    <a:pt x="4194517" y="1545854"/>
                  </a:lnTo>
                  <a:lnTo>
                    <a:pt x="4194517" y="1545423"/>
                  </a:lnTo>
                  <a:lnTo>
                    <a:pt x="4194675" y="1545423"/>
                  </a:lnTo>
                  <a:lnTo>
                    <a:pt x="4194675" y="1544992"/>
                  </a:lnTo>
                  <a:lnTo>
                    <a:pt x="4194675" y="1544562"/>
                  </a:lnTo>
                  <a:lnTo>
                    <a:pt x="4194833" y="1544562"/>
                  </a:lnTo>
                  <a:lnTo>
                    <a:pt x="4194990" y="1544562"/>
                  </a:lnTo>
                  <a:lnTo>
                    <a:pt x="4195148" y="1544562"/>
                  </a:lnTo>
                  <a:lnTo>
                    <a:pt x="4195306" y="1544562"/>
                  </a:lnTo>
                  <a:lnTo>
                    <a:pt x="4195463" y="1544562"/>
                  </a:lnTo>
                  <a:lnTo>
                    <a:pt x="4195463" y="1544131"/>
                  </a:lnTo>
                  <a:lnTo>
                    <a:pt x="4195621" y="1544131"/>
                  </a:lnTo>
                  <a:lnTo>
                    <a:pt x="4195779" y="1544131"/>
                  </a:lnTo>
                  <a:lnTo>
                    <a:pt x="4195937" y="1544131"/>
                  </a:lnTo>
                  <a:lnTo>
                    <a:pt x="4196094" y="1544131"/>
                  </a:lnTo>
                  <a:lnTo>
                    <a:pt x="4196252" y="1544131"/>
                  </a:lnTo>
                  <a:lnTo>
                    <a:pt x="4196410" y="1544131"/>
                  </a:lnTo>
                  <a:lnTo>
                    <a:pt x="4196410" y="1543701"/>
                  </a:lnTo>
                  <a:lnTo>
                    <a:pt x="4196567" y="1543701"/>
                  </a:lnTo>
                  <a:lnTo>
                    <a:pt x="4196567" y="1543270"/>
                  </a:lnTo>
                  <a:lnTo>
                    <a:pt x="4196725" y="1543270"/>
                  </a:lnTo>
                  <a:lnTo>
                    <a:pt x="4196883" y="1543270"/>
                  </a:lnTo>
                  <a:lnTo>
                    <a:pt x="4197041" y="1543270"/>
                  </a:lnTo>
                  <a:lnTo>
                    <a:pt x="4197198" y="1543270"/>
                  </a:lnTo>
                  <a:lnTo>
                    <a:pt x="4197356" y="1543270"/>
                  </a:lnTo>
                  <a:lnTo>
                    <a:pt x="4197356" y="1542839"/>
                  </a:lnTo>
                  <a:lnTo>
                    <a:pt x="4197514" y="1542839"/>
                  </a:lnTo>
                  <a:lnTo>
                    <a:pt x="4197514" y="1542409"/>
                  </a:lnTo>
                  <a:lnTo>
                    <a:pt x="4197671" y="1542409"/>
                  </a:lnTo>
                  <a:lnTo>
                    <a:pt x="4197829" y="1542409"/>
                  </a:lnTo>
                  <a:lnTo>
                    <a:pt x="4197829" y="1541978"/>
                  </a:lnTo>
                  <a:lnTo>
                    <a:pt x="4197987" y="1541978"/>
                  </a:lnTo>
                  <a:lnTo>
                    <a:pt x="4198145" y="1541978"/>
                  </a:lnTo>
                  <a:lnTo>
                    <a:pt x="4198302" y="1541978"/>
                  </a:lnTo>
                  <a:lnTo>
                    <a:pt x="4198302" y="1541548"/>
                  </a:lnTo>
                  <a:lnTo>
                    <a:pt x="4198460" y="1541548"/>
                  </a:lnTo>
                  <a:lnTo>
                    <a:pt x="4198618" y="1541548"/>
                  </a:lnTo>
                  <a:lnTo>
                    <a:pt x="4198776" y="1541548"/>
                  </a:lnTo>
                  <a:lnTo>
                    <a:pt x="4198933" y="1541548"/>
                  </a:lnTo>
                  <a:lnTo>
                    <a:pt x="4199091" y="1541548"/>
                  </a:lnTo>
                  <a:lnTo>
                    <a:pt x="4199091" y="1541117"/>
                  </a:lnTo>
                  <a:lnTo>
                    <a:pt x="4199249" y="1541117"/>
                  </a:lnTo>
                  <a:lnTo>
                    <a:pt x="4199406" y="1541117"/>
                  </a:lnTo>
                  <a:lnTo>
                    <a:pt x="4199564" y="1541117"/>
                  </a:lnTo>
                  <a:lnTo>
                    <a:pt x="4199564" y="1540686"/>
                  </a:lnTo>
                  <a:lnTo>
                    <a:pt x="4199722" y="1540686"/>
                  </a:lnTo>
                  <a:lnTo>
                    <a:pt x="4199880" y="1540686"/>
                  </a:lnTo>
                  <a:lnTo>
                    <a:pt x="4200037" y="1540686"/>
                  </a:lnTo>
                  <a:lnTo>
                    <a:pt x="4200195" y="1540686"/>
                  </a:lnTo>
                  <a:lnTo>
                    <a:pt x="4200353" y="1540686"/>
                  </a:lnTo>
                  <a:lnTo>
                    <a:pt x="4200510" y="1540686"/>
                  </a:lnTo>
                  <a:lnTo>
                    <a:pt x="4200668" y="1540686"/>
                  </a:lnTo>
                  <a:lnTo>
                    <a:pt x="4200826" y="1540686"/>
                  </a:lnTo>
                  <a:lnTo>
                    <a:pt x="4200984" y="1540686"/>
                  </a:lnTo>
                  <a:lnTo>
                    <a:pt x="4201141" y="1540686"/>
                  </a:lnTo>
                  <a:lnTo>
                    <a:pt x="4201299" y="1540686"/>
                  </a:lnTo>
                  <a:lnTo>
                    <a:pt x="4201457" y="1540686"/>
                  </a:lnTo>
                  <a:lnTo>
                    <a:pt x="4201457" y="1540256"/>
                  </a:lnTo>
                  <a:lnTo>
                    <a:pt x="4201457" y="1539825"/>
                  </a:lnTo>
                  <a:lnTo>
                    <a:pt x="4201614" y="1539825"/>
                  </a:lnTo>
                  <a:lnTo>
                    <a:pt x="4201772" y="1539825"/>
                  </a:lnTo>
                  <a:lnTo>
                    <a:pt x="4201930" y="1539825"/>
                  </a:lnTo>
                  <a:lnTo>
                    <a:pt x="4202088" y="1539825"/>
                  </a:lnTo>
                  <a:lnTo>
                    <a:pt x="4202088" y="1539395"/>
                  </a:lnTo>
                  <a:lnTo>
                    <a:pt x="4202245" y="1539395"/>
                  </a:lnTo>
                  <a:lnTo>
                    <a:pt x="4202403" y="1539395"/>
                  </a:lnTo>
                  <a:lnTo>
                    <a:pt x="4202561" y="1539395"/>
                  </a:lnTo>
                  <a:lnTo>
                    <a:pt x="4202718" y="1539395"/>
                  </a:lnTo>
                  <a:lnTo>
                    <a:pt x="4202876" y="1539395"/>
                  </a:lnTo>
                  <a:lnTo>
                    <a:pt x="4203034" y="1539395"/>
                  </a:lnTo>
                  <a:lnTo>
                    <a:pt x="4203192" y="1539395"/>
                  </a:lnTo>
                  <a:lnTo>
                    <a:pt x="4203192" y="1538964"/>
                  </a:lnTo>
                  <a:lnTo>
                    <a:pt x="4203349" y="1538964"/>
                  </a:lnTo>
                  <a:lnTo>
                    <a:pt x="4203507" y="1538964"/>
                  </a:lnTo>
                  <a:lnTo>
                    <a:pt x="4203665" y="1538964"/>
                  </a:lnTo>
                  <a:lnTo>
                    <a:pt x="4203822" y="1538964"/>
                  </a:lnTo>
                  <a:lnTo>
                    <a:pt x="4203980" y="1538964"/>
                  </a:lnTo>
                  <a:lnTo>
                    <a:pt x="4204138" y="1538964"/>
                  </a:lnTo>
                  <a:lnTo>
                    <a:pt x="4204296" y="1538964"/>
                  </a:lnTo>
                  <a:lnTo>
                    <a:pt x="4204453" y="1538964"/>
                  </a:lnTo>
                  <a:lnTo>
                    <a:pt x="4204611" y="1538964"/>
                  </a:lnTo>
                  <a:lnTo>
                    <a:pt x="4204611" y="1538533"/>
                  </a:lnTo>
                  <a:lnTo>
                    <a:pt x="4204769" y="1538533"/>
                  </a:lnTo>
                  <a:lnTo>
                    <a:pt x="4204927" y="1538533"/>
                  </a:lnTo>
                  <a:lnTo>
                    <a:pt x="4205084" y="1538533"/>
                  </a:lnTo>
                  <a:lnTo>
                    <a:pt x="4205242" y="1538533"/>
                  </a:lnTo>
                  <a:lnTo>
                    <a:pt x="4205400" y="1538533"/>
                  </a:lnTo>
                  <a:lnTo>
                    <a:pt x="4205557" y="1538533"/>
                  </a:lnTo>
                  <a:lnTo>
                    <a:pt x="4205715" y="1538533"/>
                  </a:lnTo>
                  <a:lnTo>
                    <a:pt x="4205873" y="1538533"/>
                  </a:lnTo>
                  <a:lnTo>
                    <a:pt x="4206031" y="1538533"/>
                  </a:lnTo>
                  <a:lnTo>
                    <a:pt x="4206031" y="1538103"/>
                  </a:lnTo>
                  <a:lnTo>
                    <a:pt x="4206188" y="1538103"/>
                  </a:lnTo>
                  <a:lnTo>
                    <a:pt x="4206188" y="1537672"/>
                  </a:lnTo>
                  <a:lnTo>
                    <a:pt x="4206188" y="1537242"/>
                  </a:lnTo>
                  <a:lnTo>
                    <a:pt x="4206346" y="1537242"/>
                  </a:lnTo>
                  <a:lnTo>
                    <a:pt x="4206504" y="1537242"/>
                  </a:lnTo>
                  <a:lnTo>
                    <a:pt x="4206661" y="1537242"/>
                  </a:lnTo>
                  <a:lnTo>
                    <a:pt x="4206819" y="1537242"/>
                  </a:lnTo>
                  <a:lnTo>
                    <a:pt x="4206977" y="1537242"/>
                  </a:lnTo>
                  <a:lnTo>
                    <a:pt x="4207135" y="1537242"/>
                  </a:lnTo>
                  <a:lnTo>
                    <a:pt x="4207292" y="1537242"/>
                  </a:lnTo>
                  <a:lnTo>
                    <a:pt x="4207450" y="1537242"/>
                  </a:lnTo>
                  <a:lnTo>
                    <a:pt x="4207608" y="1537242"/>
                  </a:lnTo>
                  <a:lnTo>
                    <a:pt x="4207765" y="1537242"/>
                  </a:lnTo>
                  <a:lnTo>
                    <a:pt x="4207923" y="1537242"/>
                  </a:lnTo>
                  <a:lnTo>
                    <a:pt x="4208081" y="1537242"/>
                  </a:lnTo>
                  <a:lnTo>
                    <a:pt x="4208081" y="1536811"/>
                  </a:lnTo>
                  <a:lnTo>
                    <a:pt x="4208239" y="1536811"/>
                  </a:lnTo>
                  <a:lnTo>
                    <a:pt x="4208396" y="1536811"/>
                  </a:lnTo>
                  <a:lnTo>
                    <a:pt x="4208554" y="1536811"/>
                  </a:lnTo>
                  <a:lnTo>
                    <a:pt x="4208712" y="1536811"/>
                  </a:lnTo>
                  <a:lnTo>
                    <a:pt x="4208869" y="1536811"/>
                  </a:lnTo>
                  <a:lnTo>
                    <a:pt x="4209027" y="1536811"/>
                  </a:lnTo>
                  <a:lnTo>
                    <a:pt x="4209185" y="1536811"/>
                  </a:lnTo>
                  <a:lnTo>
                    <a:pt x="4209343" y="1536811"/>
                  </a:lnTo>
                  <a:lnTo>
                    <a:pt x="4209500" y="1536811"/>
                  </a:lnTo>
                  <a:lnTo>
                    <a:pt x="4209658" y="1536811"/>
                  </a:lnTo>
                  <a:lnTo>
                    <a:pt x="4209816" y="1536811"/>
                  </a:lnTo>
                  <a:lnTo>
                    <a:pt x="4209974" y="1536811"/>
                  </a:lnTo>
                  <a:lnTo>
                    <a:pt x="4210131" y="1536811"/>
                  </a:lnTo>
                  <a:lnTo>
                    <a:pt x="4210289" y="1536811"/>
                  </a:lnTo>
                  <a:lnTo>
                    <a:pt x="4210289" y="1536380"/>
                  </a:lnTo>
                  <a:lnTo>
                    <a:pt x="4210447" y="1536380"/>
                  </a:lnTo>
                  <a:lnTo>
                    <a:pt x="4210447" y="1535950"/>
                  </a:lnTo>
                  <a:lnTo>
                    <a:pt x="4210604" y="1535950"/>
                  </a:lnTo>
                  <a:lnTo>
                    <a:pt x="4210762" y="1535950"/>
                  </a:lnTo>
                  <a:lnTo>
                    <a:pt x="4210920" y="1535950"/>
                  </a:lnTo>
                  <a:lnTo>
                    <a:pt x="4211078" y="1535950"/>
                  </a:lnTo>
                  <a:lnTo>
                    <a:pt x="4211235" y="1535950"/>
                  </a:lnTo>
                  <a:lnTo>
                    <a:pt x="4211393" y="1535950"/>
                  </a:lnTo>
                  <a:lnTo>
                    <a:pt x="4211551" y="1535950"/>
                  </a:lnTo>
                  <a:lnTo>
                    <a:pt x="4211708" y="1535950"/>
                  </a:lnTo>
                  <a:lnTo>
                    <a:pt x="4211866" y="1535950"/>
                  </a:lnTo>
                  <a:lnTo>
                    <a:pt x="4212024" y="1535950"/>
                  </a:lnTo>
                  <a:lnTo>
                    <a:pt x="4212182" y="1535950"/>
                  </a:lnTo>
                  <a:lnTo>
                    <a:pt x="4212339" y="1535950"/>
                  </a:lnTo>
                  <a:lnTo>
                    <a:pt x="4212497" y="1535950"/>
                  </a:lnTo>
                  <a:lnTo>
                    <a:pt x="4212497" y="1535519"/>
                  </a:lnTo>
                  <a:lnTo>
                    <a:pt x="4212655" y="1535519"/>
                  </a:lnTo>
                  <a:lnTo>
                    <a:pt x="4212812" y="1535519"/>
                  </a:lnTo>
                  <a:lnTo>
                    <a:pt x="4212970" y="1535519"/>
                  </a:lnTo>
                  <a:lnTo>
                    <a:pt x="4213128" y="1535519"/>
                  </a:lnTo>
                  <a:lnTo>
                    <a:pt x="4213286" y="1535519"/>
                  </a:lnTo>
                  <a:lnTo>
                    <a:pt x="4213443" y="1535519"/>
                  </a:lnTo>
                  <a:lnTo>
                    <a:pt x="4213601" y="1535519"/>
                  </a:lnTo>
                  <a:lnTo>
                    <a:pt x="4213601" y="1535089"/>
                  </a:lnTo>
                  <a:lnTo>
                    <a:pt x="4213759" y="1535089"/>
                  </a:lnTo>
                  <a:lnTo>
                    <a:pt x="4213916" y="1535089"/>
                  </a:lnTo>
                  <a:lnTo>
                    <a:pt x="4214074" y="1535089"/>
                  </a:lnTo>
                  <a:lnTo>
                    <a:pt x="4214232" y="1535089"/>
                  </a:lnTo>
                  <a:lnTo>
                    <a:pt x="4214390" y="1535089"/>
                  </a:lnTo>
                  <a:lnTo>
                    <a:pt x="4214390" y="1534658"/>
                  </a:lnTo>
                  <a:lnTo>
                    <a:pt x="4214547" y="1534658"/>
                  </a:lnTo>
                  <a:lnTo>
                    <a:pt x="4214547" y="1534227"/>
                  </a:lnTo>
                  <a:lnTo>
                    <a:pt x="4214705" y="1534227"/>
                  </a:lnTo>
                  <a:lnTo>
                    <a:pt x="4214863" y="1534227"/>
                  </a:lnTo>
                  <a:lnTo>
                    <a:pt x="4215020" y="1534227"/>
                  </a:lnTo>
                  <a:lnTo>
                    <a:pt x="4215178" y="1534227"/>
                  </a:lnTo>
                  <a:lnTo>
                    <a:pt x="4215336" y="1534227"/>
                  </a:lnTo>
                  <a:lnTo>
                    <a:pt x="4215494" y="1534227"/>
                  </a:lnTo>
                  <a:lnTo>
                    <a:pt x="4215494" y="1533797"/>
                  </a:lnTo>
                  <a:lnTo>
                    <a:pt x="4215651" y="1533797"/>
                  </a:lnTo>
                  <a:lnTo>
                    <a:pt x="4215809" y="1533797"/>
                  </a:lnTo>
                  <a:lnTo>
                    <a:pt x="4215967" y="1533797"/>
                  </a:lnTo>
                  <a:lnTo>
                    <a:pt x="4216125" y="1533797"/>
                  </a:lnTo>
                  <a:lnTo>
                    <a:pt x="4216282" y="1533797"/>
                  </a:lnTo>
                  <a:lnTo>
                    <a:pt x="4216440" y="1533797"/>
                  </a:lnTo>
                  <a:lnTo>
                    <a:pt x="4216598" y="1533797"/>
                  </a:lnTo>
                  <a:lnTo>
                    <a:pt x="4216755" y="1533797"/>
                  </a:lnTo>
                  <a:lnTo>
                    <a:pt x="4216913" y="1533797"/>
                  </a:lnTo>
                  <a:lnTo>
                    <a:pt x="4217071" y="1533797"/>
                  </a:lnTo>
                  <a:lnTo>
                    <a:pt x="4217229" y="1533797"/>
                  </a:lnTo>
                  <a:lnTo>
                    <a:pt x="4217386" y="1533797"/>
                  </a:lnTo>
                  <a:lnTo>
                    <a:pt x="4217386" y="1533366"/>
                  </a:lnTo>
                  <a:lnTo>
                    <a:pt x="4217544" y="1533366"/>
                  </a:lnTo>
                  <a:lnTo>
                    <a:pt x="4217702" y="1533366"/>
                  </a:lnTo>
                  <a:lnTo>
                    <a:pt x="4217859" y="1533366"/>
                  </a:lnTo>
                  <a:lnTo>
                    <a:pt x="4218017" y="1533366"/>
                  </a:lnTo>
                  <a:lnTo>
                    <a:pt x="4218017" y="1532936"/>
                  </a:lnTo>
                  <a:lnTo>
                    <a:pt x="4218175" y="1532936"/>
                  </a:lnTo>
                  <a:lnTo>
                    <a:pt x="4218175" y="1532505"/>
                  </a:lnTo>
                  <a:lnTo>
                    <a:pt x="4218333" y="1532505"/>
                  </a:lnTo>
                  <a:lnTo>
                    <a:pt x="4218490" y="1532505"/>
                  </a:lnTo>
                  <a:lnTo>
                    <a:pt x="4218648" y="1532505"/>
                  </a:lnTo>
                  <a:lnTo>
                    <a:pt x="4218648" y="1532074"/>
                  </a:lnTo>
                  <a:lnTo>
                    <a:pt x="4218806" y="1532074"/>
                  </a:lnTo>
                  <a:lnTo>
                    <a:pt x="4218963" y="1532074"/>
                  </a:lnTo>
                  <a:lnTo>
                    <a:pt x="4219121" y="1532074"/>
                  </a:lnTo>
                  <a:lnTo>
                    <a:pt x="4219279" y="1532074"/>
                  </a:lnTo>
                  <a:lnTo>
                    <a:pt x="4219437" y="1532074"/>
                  </a:lnTo>
                  <a:lnTo>
                    <a:pt x="4219594" y="1532074"/>
                  </a:lnTo>
                  <a:lnTo>
                    <a:pt x="4219752" y="1532074"/>
                  </a:lnTo>
                  <a:lnTo>
                    <a:pt x="4219910" y="1532074"/>
                  </a:lnTo>
                  <a:lnTo>
                    <a:pt x="4220067" y="1532074"/>
                  </a:lnTo>
                  <a:lnTo>
                    <a:pt x="4220067" y="1531644"/>
                  </a:lnTo>
                  <a:lnTo>
                    <a:pt x="4220067" y="1531213"/>
                  </a:lnTo>
                  <a:lnTo>
                    <a:pt x="4220225" y="1531213"/>
                  </a:lnTo>
                  <a:lnTo>
                    <a:pt x="4220383" y="1531213"/>
                  </a:lnTo>
                  <a:lnTo>
                    <a:pt x="4220541" y="1531213"/>
                  </a:lnTo>
                  <a:lnTo>
                    <a:pt x="4220698" y="1531213"/>
                  </a:lnTo>
                  <a:lnTo>
                    <a:pt x="4220856" y="1531213"/>
                  </a:lnTo>
                  <a:lnTo>
                    <a:pt x="4220856" y="1530783"/>
                  </a:lnTo>
                  <a:lnTo>
                    <a:pt x="4220856" y="1530352"/>
                  </a:lnTo>
                  <a:lnTo>
                    <a:pt x="4221014" y="1530352"/>
                  </a:lnTo>
                  <a:lnTo>
                    <a:pt x="4221171" y="1530352"/>
                  </a:lnTo>
                  <a:lnTo>
                    <a:pt x="4221329" y="1530352"/>
                  </a:lnTo>
                  <a:lnTo>
                    <a:pt x="4221487" y="1530352"/>
                  </a:lnTo>
                  <a:lnTo>
                    <a:pt x="4221645" y="1530352"/>
                  </a:lnTo>
                  <a:lnTo>
                    <a:pt x="4221802" y="1530352"/>
                  </a:lnTo>
                  <a:lnTo>
                    <a:pt x="4221960" y="1530352"/>
                  </a:lnTo>
                  <a:lnTo>
                    <a:pt x="4221960" y="1529921"/>
                  </a:lnTo>
                  <a:lnTo>
                    <a:pt x="4222118" y="1529921"/>
                  </a:lnTo>
                  <a:lnTo>
                    <a:pt x="4222276" y="1529921"/>
                  </a:lnTo>
                  <a:lnTo>
                    <a:pt x="4222276" y="1529491"/>
                  </a:lnTo>
                  <a:lnTo>
                    <a:pt x="4222433" y="1529491"/>
                  </a:lnTo>
                  <a:lnTo>
                    <a:pt x="4222433" y="1529060"/>
                  </a:lnTo>
                  <a:lnTo>
                    <a:pt x="4222591" y="1529060"/>
                  </a:lnTo>
                  <a:lnTo>
                    <a:pt x="4222749" y="1529060"/>
                  </a:lnTo>
                  <a:lnTo>
                    <a:pt x="4222906" y="1529060"/>
                  </a:lnTo>
                  <a:lnTo>
                    <a:pt x="4223064" y="1529060"/>
                  </a:lnTo>
                  <a:lnTo>
                    <a:pt x="4223222" y="1529060"/>
                  </a:lnTo>
                  <a:lnTo>
                    <a:pt x="4223222" y="1528630"/>
                  </a:lnTo>
                  <a:lnTo>
                    <a:pt x="4223222" y="1528199"/>
                  </a:lnTo>
                  <a:lnTo>
                    <a:pt x="4223380" y="1528199"/>
                  </a:lnTo>
                  <a:lnTo>
                    <a:pt x="4223537" y="1528199"/>
                  </a:lnTo>
                  <a:lnTo>
                    <a:pt x="4223695" y="1528199"/>
                  </a:lnTo>
                  <a:lnTo>
                    <a:pt x="4223853" y="1528199"/>
                  </a:lnTo>
                  <a:lnTo>
                    <a:pt x="4224010" y="1528199"/>
                  </a:lnTo>
                  <a:lnTo>
                    <a:pt x="4224168" y="1528199"/>
                  </a:lnTo>
                  <a:lnTo>
                    <a:pt x="4224326" y="1528199"/>
                  </a:lnTo>
                  <a:lnTo>
                    <a:pt x="4224484" y="1528199"/>
                  </a:lnTo>
                  <a:lnTo>
                    <a:pt x="4224641" y="1528199"/>
                  </a:lnTo>
                  <a:lnTo>
                    <a:pt x="4224641" y="1527768"/>
                  </a:lnTo>
                  <a:lnTo>
                    <a:pt x="4224799" y="1527768"/>
                  </a:lnTo>
                  <a:lnTo>
                    <a:pt x="4224799" y="1527338"/>
                  </a:lnTo>
                  <a:lnTo>
                    <a:pt x="4224957" y="1527338"/>
                  </a:lnTo>
                  <a:lnTo>
                    <a:pt x="4225114" y="1527338"/>
                  </a:lnTo>
                  <a:lnTo>
                    <a:pt x="4225272" y="1527338"/>
                  </a:lnTo>
                  <a:lnTo>
                    <a:pt x="4225430" y="1527338"/>
                  </a:lnTo>
                  <a:lnTo>
                    <a:pt x="4225430" y="1526907"/>
                  </a:lnTo>
                  <a:lnTo>
                    <a:pt x="4225588" y="1526907"/>
                  </a:lnTo>
                  <a:lnTo>
                    <a:pt x="4225745" y="1526907"/>
                  </a:lnTo>
                  <a:lnTo>
                    <a:pt x="4225903" y="1526907"/>
                  </a:lnTo>
                  <a:lnTo>
                    <a:pt x="4226061" y="1526907"/>
                  </a:lnTo>
                  <a:lnTo>
                    <a:pt x="4226218" y="1526907"/>
                  </a:lnTo>
                  <a:lnTo>
                    <a:pt x="4226376" y="1526907"/>
                  </a:lnTo>
                  <a:lnTo>
                    <a:pt x="4226534" y="1526907"/>
                  </a:lnTo>
                  <a:lnTo>
                    <a:pt x="4226534" y="1526477"/>
                  </a:lnTo>
                  <a:lnTo>
                    <a:pt x="4226534" y="1526046"/>
                  </a:lnTo>
                  <a:lnTo>
                    <a:pt x="4226692" y="1526046"/>
                  </a:lnTo>
                  <a:lnTo>
                    <a:pt x="4226849" y="1526046"/>
                  </a:lnTo>
                  <a:lnTo>
                    <a:pt x="4226849" y="1525615"/>
                  </a:lnTo>
                  <a:lnTo>
                    <a:pt x="4226849" y="1525185"/>
                  </a:lnTo>
                  <a:lnTo>
                    <a:pt x="4227007" y="1525185"/>
                  </a:lnTo>
                  <a:lnTo>
                    <a:pt x="4227165" y="1525185"/>
                  </a:lnTo>
                  <a:lnTo>
                    <a:pt x="4227323" y="1525185"/>
                  </a:lnTo>
                  <a:lnTo>
                    <a:pt x="4227480" y="1525185"/>
                  </a:lnTo>
                  <a:lnTo>
                    <a:pt x="4227638" y="1525185"/>
                  </a:lnTo>
                  <a:lnTo>
                    <a:pt x="4227638" y="1524754"/>
                  </a:lnTo>
                  <a:lnTo>
                    <a:pt x="4227796" y="1524754"/>
                  </a:lnTo>
                  <a:lnTo>
                    <a:pt x="4227953" y="1524754"/>
                  </a:lnTo>
                  <a:lnTo>
                    <a:pt x="4227953" y="1524324"/>
                  </a:lnTo>
                  <a:lnTo>
                    <a:pt x="4228111" y="1524324"/>
                  </a:lnTo>
                  <a:lnTo>
                    <a:pt x="4228111" y="1523893"/>
                  </a:lnTo>
                  <a:lnTo>
                    <a:pt x="4228111" y="1523462"/>
                  </a:lnTo>
                  <a:lnTo>
                    <a:pt x="4228269" y="1523462"/>
                  </a:lnTo>
                  <a:lnTo>
                    <a:pt x="4228427" y="1523462"/>
                  </a:lnTo>
                  <a:lnTo>
                    <a:pt x="4228584" y="1523462"/>
                  </a:lnTo>
                  <a:lnTo>
                    <a:pt x="4228584" y="1523032"/>
                  </a:lnTo>
                  <a:lnTo>
                    <a:pt x="4228584" y="1522601"/>
                  </a:lnTo>
                  <a:lnTo>
                    <a:pt x="4228742" y="1522601"/>
                  </a:lnTo>
                  <a:lnTo>
                    <a:pt x="4228900" y="1522601"/>
                  </a:lnTo>
                  <a:lnTo>
                    <a:pt x="4229057" y="1522601"/>
                  </a:lnTo>
                  <a:lnTo>
                    <a:pt x="4229215" y="1522601"/>
                  </a:lnTo>
                  <a:lnTo>
                    <a:pt x="4229373" y="1522601"/>
                  </a:lnTo>
                  <a:lnTo>
                    <a:pt x="4229531" y="1522601"/>
                  </a:lnTo>
                  <a:lnTo>
                    <a:pt x="4229688" y="1522601"/>
                  </a:lnTo>
                  <a:lnTo>
                    <a:pt x="4229846" y="1522601"/>
                  </a:lnTo>
                  <a:lnTo>
                    <a:pt x="4230004" y="1522601"/>
                  </a:lnTo>
                  <a:lnTo>
                    <a:pt x="4230161" y="1522601"/>
                  </a:lnTo>
                  <a:lnTo>
                    <a:pt x="4230319" y="1522601"/>
                  </a:lnTo>
                  <a:lnTo>
                    <a:pt x="4230477" y="1522601"/>
                  </a:lnTo>
                  <a:lnTo>
                    <a:pt x="4230635" y="1522601"/>
                  </a:lnTo>
                  <a:lnTo>
                    <a:pt x="4230792" y="1522601"/>
                  </a:lnTo>
                  <a:lnTo>
                    <a:pt x="4230950" y="1522601"/>
                  </a:lnTo>
                  <a:lnTo>
                    <a:pt x="4231108" y="1522601"/>
                  </a:lnTo>
                  <a:lnTo>
                    <a:pt x="4231265" y="1522601"/>
                  </a:lnTo>
                  <a:lnTo>
                    <a:pt x="4231423" y="1522601"/>
                  </a:lnTo>
                  <a:lnTo>
                    <a:pt x="4231581" y="1522601"/>
                  </a:lnTo>
                  <a:lnTo>
                    <a:pt x="4231739" y="1522601"/>
                  </a:lnTo>
                  <a:lnTo>
                    <a:pt x="4231896" y="1522601"/>
                  </a:lnTo>
                  <a:lnTo>
                    <a:pt x="4231896" y="1522171"/>
                  </a:lnTo>
                  <a:lnTo>
                    <a:pt x="4232054" y="1522171"/>
                  </a:lnTo>
                  <a:lnTo>
                    <a:pt x="4232212" y="1522171"/>
                  </a:lnTo>
                  <a:lnTo>
                    <a:pt x="4232369" y="1522171"/>
                  </a:lnTo>
                  <a:lnTo>
                    <a:pt x="4232527" y="1522171"/>
                  </a:lnTo>
                  <a:lnTo>
                    <a:pt x="4232685" y="1522171"/>
                  </a:lnTo>
                  <a:lnTo>
                    <a:pt x="4232843" y="1522171"/>
                  </a:lnTo>
                  <a:lnTo>
                    <a:pt x="4233000" y="1522171"/>
                  </a:lnTo>
                  <a:lnTo>
                    <a:pt x="4233158" y="1522171"/>
                  </a:lnTo>
                  <a:lnTo>
                    <a:pt x="4233316" y="1522171"/>
                  </a:lnTo>
                  <a:lnTo>
                    <a:pt x="4233474" y="1522171"/>
                  </a:lnTo>
                  <a:lnTo>
                    <a:pt x="4233631" y="1522171"/>
                  </a:lnTo>
                  <a:lnTo>
                    <a:pt x="4233789" y="1522171"/>
                  </a:lnTo>
                  <a:lnTo>
                    <a:pt x="4233947" y="1522171"/>
                  </a:lnTo>
                  <a:lnTo>
                    <a:pt x="4234104" y="1522171"/>
                  </a:lnTo>
                  <a:lnTo>
                    <a:pt x="4234262" y="1522171"/>
                  </a:lnTo>
                  <a:lnTo>
                    <a:pt x="4234420" y="1522171"/>
                  </a:lnTo>
                  <a:lnTo>
                    <a:pt x="4234578" y="1522171"/>
                  </a:lnTo>
                  <a:lnTo>
                    <a:pt x="4234735" y="1522171"/>
                  </a:lnTo>
                  <a:lnTo>
                    <a:pt x="4234893" y="1522171"/>
                  </a:lnTo>
                  <a:lnTo>
                    <a:pt x="4234893" y="1521740"/>
                  </a:lnTo>
                  <a:lnTo>
                    <a:pt x="4235051" y="1521740"/>
                  </a:lnTo>
                  <a:lnTo>
                    <a:pt x="4235208" y="1521740"/>
                  </a:lnTo>
                  <a:lnTo>
                    <a:pt x="4235208" y="1521309"/>
                  </a:lnTo>
                  <a:lnTo>
                    <a:pt x="4235366" y="1521309"/>
                  </a:lnTo>
                  <a:lnTo>
                    <a:pt x="4235524" y="1521309"/>
                  </a:lnTo>
                  <a:lnTo>
                    <a:pt x="4235682" y="1521309"/>
                  </a:lnTo>
                  <a:lnTo>
                    <a:pt x="4235839" y="1521309"/>
                  </a:lnTo>
                  <a:lnTo>
                    <a:pt x="4235839" y="1520879"/>
                  </a:lnTo>
                  <a:lnTo>
                    <a:pt x="4235997" y="1520879"/>
                  </a:lnTo>
                  <a:lnTo>
                    <a:pt x="4236155" y="1520879"/>
                  </a:lnTo>
                  <a:lnTo>
                    <a:pt x="4236312" y="1520879"/>
                  </a:lnTo>
                  <a:lnTo>
                    <a:pt x="4236312" y="1520448"/>
                  </a:lnTo>
                  <a:lnTo>
                    <a:pt x="4236470" y="1520448"/>
                  </a:lnTo>
                  <a:lnTo>
                    <a:pt x="4236628" y="1520448"/>
                  </a:lnTo>
                  <a:lnTo>
                    <a:pt x="4236786" y="1520448"/>
                  </a:lnTo>
                  <a:lnTo>
                    <a:pt x="4236943" y="1520448"/>
                  </a:lnTo>
                  <a:lnTo>
                    <a:pt x="4237101" y="1520448"/>
                  </a:lnTo>
                  <a:lnTo>
                    <a:pt x="4237259" y="1520448"/>
                  </a:lnTo>
                  <a:lnTo>
                    <a:pt x="4237416" y="1520448"/>
                  </a:lnTo>
                  <a:lnTo>
                    <a:pt x="4237574" y="1520448"/>
                  </a:lnTo>
                  <a:lnTo>
                    <a:pt x="4237732" y="1520448"/>
                  </a:lnTo>
                  <a:lnTo>
                    <a:pt x="4237732" y="1520018"/>
                  </a:lnTo>
                  <a:lnTo>
                    <a:pt x="4237890" y="1520018"/>
                  </a:lnTo>
                  <a:lnTo>
                    <a:pt x="4238047" y="1520018"/>
                  </a:lnTo>
                  <a:lnTo>
                    <a:pt x="4238205" y="1520018"/>
                  </a:lnTo>
                  <a:lnTo>
                    <a:pt x="4238363" y="1520018"/>
                  </a:lnTo>
                  <a:lnTo>
                    <a:pt x="4238363" y="1519587"/>
                  </a:lnTo>
                  <a:lnTo>
                    <a:pt x="4238363" y="1519156"/>
                  </a:lnTo>
                  <a:lnTo>
                    <a:pt x="4238363" y="1518726"/>
                  </a:lnTo>
                  <a:lnTo>
                    <a:pt x="4238521" y="1518726"/>
                  </a:lnTo>
                  <a:lnTo>
                    <a:pt x="4238678" y="1518726"/>
                  </a:lnTo>
                  <a:lnTo>
                    <a:pt x="4238836" y="1518726"/>
                  </a:lnTo>
                  <a:lnTo>
                    <a:pt x="4238836" y="1518295"/>
                  </a:lnTo>
                  <a:lnTo>
                    <a:pt x="4238836" y="1517865"/>
                  </a:lnTo>
                  <a:lnTo>
                    <a:pt x="4238994" y="1517865"/>
                  </a:lnTo>
                  <a:lnTo>
                    <a:pt x="4239151" y="1517865"/>
                  </a:lnTo>
                  <a:lnTo>
                    <a:pt x="4239309" y="1517865"/>
                  </a:lnTo>
                  <a:lnTo>
                    <a:pt x="4239467" y="1517865"/>
                  </a:lnTo>
                  <a:lnTo>
                    <a:pt x="4239625" y="1517865"/>
                  </a:lnTo>
                  <a:lnTo>
                    <a:pt x="4239625" y="1517434"/>
                  </a:lnTo>
                  <a:lnTo>
                    <a:pt x="4239782" y="1517434"/>
                  </a:lnTo>
                  <a:lnTo>
                    <a:pt x="4239940" y="1517434"/>
                  </a:lnTo>
                  <a:lnTo>
                    <a:pt x="4239940" y="1517003"/>
                  </a:lnTo>
                  <a:lnTo>
                    <a:pt x="4240098" y="1517003"/>
                  </a:lnTo>
                  <a:lnTo>
                    <a:pt x="4240255" y="1517003"/>
                  </a:lnTo>
                  <a:lnTo>
                    <a:pt x="4240413" y="1517003"/>
                  </a:lnTo>
                  <a:lnTo>
                    <a:pt x="4240571" y="1517003"/>
                  </a:lnTo>
                  <a:lnTo>
                    <a:pt x="4240729" y="1517003"/>
                  </a:lnTo>
                  <a:lnTo>
                    <a:pt x="4240886" y="1517003"/>
                  </a:lnTo>
                  <a:lnTo>
                    <a:pt x="4241044" y="1517003"/>
                  </a:lnTo>
                  <a:lnTo>
                    <a:pt x="4241202" y="1517003"/>
                  </a:lnTo>
                  <a:lnTo>
                    <a:pt x="4241359" y="1517003"/>
                  </a:lnTo>
                  <a:lnTo>
                    <a:pt x="4241517" y="1517003"/>
                  </a:lnTo>
                  <a:lnTo>
                    <a:pt x="4241675" y="1517003"/>
                  </a:lnTo>
                  <a:lnTo>
                    <a:pt x="4241833" y="1517003"/>
                  </a:lnTo>
                  <a:lnTo>
                    <a:pt x="4241990" y="1517003"/>
                  </a:lnTo>
                  <a:lnTo>
                    <a:pt x="4242148" y="1517003"/>
                  </a:lnTo>
                  <a:lnTo>
                    <a:pt x="4242306" y="1517003"/>
                  </a:lnTo>
                  <a:lnTo>
                    <a:pt x="4242463" y="1517003"/>
                  </a:lnTo>
                  <a:lnTo>
                    <a:pt x="4242621" y="1517003"/>
                  </a:lnTo>
                  <a:lnTo>
                    <a:pt x="4242779" y="1517003"/>
                  </a:lnTo>
                  <a:lnTo>
                    <a:pt x="4242937" y="1517003"/>
                  </a:lnTo>
                  <a:lnTo>
                    <a:pt x="4243094" y="1517003"/>
                  </a:lnTo>
                  <a:lnTo>
                    <a:pt x="4243252" y="1517003"/>
                  </a:lnTo>
                  <a:lnTo>
                    <a:pt x="4243252" y="1516573"/>
                  </a:lnTo>
                  <a:lnTo>
                    <a:pt x="4243410" y="1516573"/>
                  </a:lnTo>
                  <a:lnTo>
                    <a:pt x="4243567" y="1516573"/>
                  </a:lnTo>
                  <a:lnTo>
                    <a:pt x="4243725" y="1516573"/>
                  </a:lnTo>
                  <a:lnTo>
                    <a:pt x="4243725" y="1516142"/>
                  </a:lnTo>
                  <a:lnTo>
                    <a:pt x="4243883" y="1516142"/>
                  </a:lnTo>
                  <a:lnTo>
                    <a:pt x="4244041" y="1516142"/>
                  </a:lnTo>
                  <a:lnTo>
                    <a:pt x="4244041" y="1515712"/>
                  </a:lnTo>
                  <a:lnTo>
                    <a:pt x="4244198" y="1515712"/>
                  </a:lnTo>
                  <a:lnTo>
                    <a:pt x="4244356" y="1515712"/>
                  </a:lnTo>
                  <a:lnTo>
                    <a:pt x="4244514" y="1515712"/>
                  </a:lnTo>
                  <a:lnTo>
                    <a:pt x="4244672" y="1515712"/>
                  </a:lnTo>
                  <a:lnTo>
                    <a:pt x="4244829" y="1515712"/>
                  </a:lnTo>
                  <a:lnTo>
                    <a:pt x="4244987" y="1515712"/>
                  </a:lnTo>
                  <a:lnTo>
                    <a:pt x="4245145" y="1515712"/>
                  </a:lnTo>
                  <a:lnTo>
                    <a:pt x="4245302" y="1515712"/>
                  </a:lnTo>
                  <a:lnTo>
                    <a:pt x="4245460" y="1515712"/>
                  </a:lnTo>
                  <a:lnTo>
                    <a:pt x="4245618" y="1515712"/>
                  </a:lnTo>
                  <a:lnTo>
                    <a:pt x="4245776" y="1515712"/>
                  </a:lnTo>
                  <a:lnTo>
                    <a:pt x="4245933" y="1515712"/>
                  </a:lnTo>
                  <a:lnTo>
                    <a:pt x="4246091" y="1515712"/>
                  </a:lnTo>
                  <a:lnTo>
                    <a:pt x="4246091" y="1515281"/>
                  </a:lnTo>
                  <a:lnTo>
                    <a:pt x="4246249" y="1515281"/>
                  </a:lnTo>
                  <a:lnTo>
                    <a:pt x="4246249" y="1514850"/>
                  </a:lnTo>
                  <a:lnTo>
                    <a:pt x="4246406" y="1514850"/>
                  </a:lnTo>
                  <a:lnTo>
                    <a:pt x="4246406" y="1514420"/>
                  </a:lnTo>
                  <a:lnTo>
                    <a:pt x="4246564" y="1514420"/>
                  </a:lnTo>
                  <a:lnTo>
                    <a:pt x="4246564" y="1513989"/>
                  </a:lnTo>
                  <a:lnTo>
                    <a:pt x="4246722" y="1513989"/>
                  </a:lnTo>
                  <a:lnTo>
                    <a:pt x="4246722" y="1513559"/>
                  </a:lnTo>
                  <a:lnTo>
                    <a:pt x="4246880" y="1513559"/>
                  </a:lnTo>
                  <a:lnTo>
                    <a:pt x="4246880" y="1513128"/>
                  </a:lnTo>
                  <a:lnTo>
                    <a:pt x="4247037" y="1513128"/>
                  </a:lnTo>
                  <a:lnTo>
                    <a:pt x="4247195" y="1513128"/>
                  </a:lnTo>
                  <a:lnTo>
                    <a:pt x="4247353" y="1513128"/>
                  </a:lnTo>
                  <a:lnTo>
                    <a:pt x="4247510" y="1513128"/>
                  </a:lnTo>
                  <a:lnTo>
                    <a:pt x="4247668" y="1513128"/>
                  </a:lnTo>
                  <a:lnTo>
                    <a:pt x="4247826" y="1513128"/>
                  </a:lnTo>
                  <a:lnTo>
                    <a:pt x="4247984" y="1513128"/>
                  </a:lnTo>
                  <a:lnTo>
                    <a:pt x="4248141" y="1513128"/>
                  </a:lnTo>
                  <a:lnTo>
                    <a:pt x="4248299" y="1513128"/>
                  </a:lnTo>
                  <a:lnTo>
                    <a:pt x="4248457" y="1513128"/>
                  </a:lnTo>
                  <a:lnTo>
                    <a:pt x="4248457" y="1512697"/>
                  </a:lnTo>
                  <a:lnTo>
                    <a:pt x="4248614" y="1512697"/>
                  </a:lnTo>
                  <a:lnTo>
                    <a:pt x="4248614" y="1512267"/>
                  </a:lnTo>
                  <a:lnTo>
                    <a:pt x="4248772" y="1512267"/>
                  </a:lnTo>
                  <a:lnTo>
                    <a:pt x="4248930" y="1512267"/>
                  </a:lnTo>
                  <a:lnTo>
                    <a:pt x="4249088" y="1512267"/>
                  </a:lnTo>
                  <a:lnTo>
                    <a:pt x="4249245" y="1512267"/>
                  </a:lnTo>
                  <a:lnTo>
                    <a:pt x="4249245" y="1511836"/>
                  </a:lnTo>
                  <a:lnTo>
                    <a:pt x="4249403" y="1511836"/>
                  </a:lnTo>
                  <a:lnTo>
                    <a:pt x="4249403" y="1511406"/>
                  </a:lnTo>
                  <a:lnTo>
                    <a:pt x="4249561" y="1511406"/>
                  </a:lnTo>
                  <a:lnTo>
                    <a:pt x="4249719" y="1511406"/>
                  </a:lnTo>
                  <a:lnTo>
                    <a:pt x="4249876" y="1511406"/>
                  </a:lnTo>
                  <a:lnTo>
                    <a:pt x="4249876" y="1510975"/>
                  </a:lnTo>
                  <a:lnTo>
                    <a:pt x="4250034" y="1510975"/>
                  </a:lnTo>
                  <a:lnTo>
                    <a:pt x="4250192" y="1510975"/>
                  </a:lnTo>
                  <a:lnTo>
                    <a:pt x="4250349" y="1510975"/>
                  </a:lnTo>
                  <a:lnTo>
                    <a:pt x="4250349" y="1510544"/>
                  </a:lnTo>
                  <a:lnTo>
                    <a:pt x="4250507" y="1510544"/>
                  </a:lnTo>
                  <a:lnTo>
                    <a:pt x="4250665" y="1510544"/>
                  </a:lnTo>
                  <a:lnTo>
                    <a:pt x="4250823" y="1510544"/>
                  </a:lnTo>
                  <a:lnTo>
                    <a:pt x="4250980" y="1510544"/>
                  </a:lnTo>
                  <a:lnTo>
                    <a:pt x="4251138" y="1510544"/>
                  </a:lnTo>
                  <a:lnTo>
                    <a:pt x="4251296" y="1510544"/>
                  </a:lnTo>
                  <a:lnTo>
                    <a:pt x="4251453" y="1510544"/>
                  </a:lnTo>
                  <a:lnTo>
                    <a:pt x="4251611" y="1510544"/>
                  </a:lnTo>
                  <a:lnTo>
                    <a:pt x="4251769" y="1510544"/>
                  </a:lnTo>
                  <a:lnTo>
                    <a:pt x="4251927" y="1510544"/>
                  </a:lnTo>
                  <a:lnTo>
                    <a:pt x="4252084" y="1510544"/>
                  </a:lnTo>
                  <a:lnTo>
                    <a:pt x="4252084" y="1510114"/>
                  </a:lnTo>
                  <a:lnTo>
                    <a:pt x="4252242" y="1510114"/>
                  </a:lnTo>
                  <a:lnTo>
                    <a:pt x="4252400" y="1510114"/>
                  </a:lnTo>
                  <a:lnTo>
                    <a:pt x="4252557" y="1510114"/>
                  </a:lnTo>
                  <a:lnTo>
                    <a:pt x="4252715" y="1510114"/>
                  </a:lnTo>
                  <a:lnTo>
                    <a:pt x="4252873" y="1510114"/>
                  </a:lnTo>
                  <a:lnTo>
                    <a:pt x="4252873" y="1509683"/>
                  </a:lnTo>
                  <a:lnTo>
                    <a:pt x="4252873" y="1509253"/>
                  </a:lnTo>
                  <a:lnTo>
                    <a:pt x="4252873" y="1508822"/>
                  </a:lnTo>
                  <a:lnTo>
                    <a:pt x="4253031" y="1508822"/>
                  </a:lnTo>
                  <a:lnTo>
                    <a:pt x="4253031" y="1508391"/>
                  </a:lnTo>
                  <a:lnTo>
                    <a:pt x="4253188" y="1508391"/>
                  </a:lnTo>
                  <a:lnTo>
                    <a:pt x="4253346" y="1508391"/>
                  </a:lnTo>
                  <a:lnTo>
                    <a:pt x="4253504" y="1508391"/>
                  </a:lnTo>
                  <a:lnTo>
                    <a:pt x="4253661" y="1508391"/>
                  </a:lnTo>
                  <a:lnTo>
                    <a:pt x="4253819" y="1508391"/>
                  </a:lnTo>
                  <a:lnTo>
                    <a:pt x="4253977" y="1508391"/>
                  </a:lnTo>
                  <a:lnTo>
                    <a:pt x="4253977" y="1507961"/>
                  </a:lnTo>
                  <a:lnTo>
                    <a:pt x="4254135" y="1507961"/>
                  </a:lnTo>
                  <a:lnTo>
                    <a:pt x="4254135" y="1507530"/>
                  </a:lnTo>
                  <a:lnTo>
                    <a:pt x="4254135" y="1507100"/>
                  </a:lnTo>
                  <a:lnTo>
                    <a:pt x="4254292" y="1507100"/>
                  </a:lnTo>
                  <a:lnTo>
                    <a:pt x="4254450" y="1507100"/>
                  </a:lnTo>
                  <a:lnTo>
                    <a:pt x="4254608" y="1507100"/>
                  </a:lnTo>
                  <a:lnTo>
                    <a:pt x="4254765" y="1507100"/>
                  </a:lnTo>
                  <a:lnTo>
                    <a:pt x="4254923" y="1507100"/>
                  </a:lnTo>
                  <a:lnTo>
                    <a:pt x="4255081" y="1507100"/>
                  </a:lnTo>
                  <a:lnTo>
                    <a:pt x="4255081" y="1506669"/>
                  </a:lnTo>
                  <a:lnTo>
                    <a:pt x="4255239" y="1506669"/>
                  </a:lnTo>
                  <a:lnTo>
                    <a:pt x="4255396" y="1506669"/>
                  </a:lnTo>
                  <a:lnTo>
                    <a:pt x="4255554" y="1506669"/>
                  </a:lnTo>
                  <a:lnTo>
                    <a:pt x="4255712" y="1506669"/>
                  </a:lnTo>
                  <a:lnTo>
                    <a:pt x="4255870" y="1506669"/>
                  </a:lnTo>
                  <a:lnTo>
                    <a:pt x="4256027" y="1506669"/>
                  </a:lnTo>
                  <a:lnTo>
                    <a:pt x="4256185" y="1506669"/>
                  </a:lnTo>
                  <a:lnTo>
                    <a:pt x="4256185" y="1506238"/>
                  </a:lnTo>
                  <a:lnTo>
                    <a:pt x="4256185" y="1505808"/>
                  </a:lnTo>
                  <a:lnTo>
                    <a:pt x="4256185" y="1505377"/>
                  </a:lnTo>
                  <a:lnTo>
                    <a:pt x="4256343" y="1505377"/>
                  </a:lnTo>
                  <a:lnTo>
                    <a:pt x="4256500" y="1505377"/>
                  </a:lnTo>
                  <a:lnTo>
                    <a:pt x="4256658" y="1505377"/>
                  </a:lnTo>
                  <a:lnTo>
                    <a:pt x="4256816" y="1505377"/>
                  </a:lnTo>
                  <a:lnTo>
                    <a:pt x="4256974" y="1505377"/>
                  </a:lnTo>
                  <a:lnTo>
                    <a:pt x="4257131" y="1505377"/>
                  </a:lnTo>
                  <a:lnTo>
                    <a:pt x="4257289" y="1505377"/>
                  </a:lnTo>
                  <a:lnTo>
                    <a:pt x="4257447" y="1505377"/>
                  </a:lnTo>
                  <a:lnTo>
                    <a:pt x="4257604" y="1505377"/>
                  </a:lnTo>
                  <a:lnTo>
                    <a:pt x="4257762" y="1505377"/>
                  </a:lnTo>
                  <a:lnTo>
                    <a:pt x="4257762" y="1504947"/>
                  </a:lnTo>
                  <a:lnTo>
                    <a:pt x="4257920" y="1504947"/>
                  </a:lnTo>
                  <a:lnTo>
                    <a:pt x="4258078" y="1504947"/>
                  </a:lnTo>
                  <a:lnTo>
                    <a:pt x="4258235" y="1504947"/>
                  </a:lnTo>
                  <a:lnTo>
                    <a:pt x="4258393" y="1504947"/>
                  </a:lnTo>
                  <a:lnTo>
                    <a:pt x="4258551" y="1504947"/>
                  </a:lnTo>
                  <a:lnTo>
                    <a:pt x="4258708" y="1504947"/>
                  </a:lnTo>
                  <a:lnTo>
                    <a:pt x="4258866" y="1504947"/>
                  </a:lnTo>
                  <a:lnTo>
                    <a:pt x="4259024" y="1504947"/>
                  </a:lnTo>
                  <a:lnTo>
                    <a:pt x="4259182" y="1504947"/>
                  </a:lnTo>
                  <a:lnTo>
                    <a:pt x="4259339" y="1504947"/>
                  </a:lnTo>
                  <a:lnTo>
                    <a:pt x="4259497" y="1504947"/>
                  </a:lnTo>
                  <a:lnTo>
                    <a:pt x="4259655" y="1504947"/>
                  </a:lnTo>
                  <a:lnTo>
                    <a:pt x="4259812" y="1504947"/>
                  </a:lnTo>
                  <a:lnTo>
                    <a:pt x="4259970" y="1504947"/>
                  </a:lnTo>
                  <a:lnTo>
                    <a:pt x="4260128" y="1504947"/>
                  </a:lnTo>
                  <a:lnTo>
                    <a:pt x="4260286" y="1504947"/>
                  </a:lnTo>
                  <a:lnTo>
                    <a:pt x="4260286" y="1504516"/>
                  </a:lnTo>
                  <a:lnTo>
                    <a:pt x="4260443" y="1504516"/>
                  </a:lnTo>
                  <a:lnTo>
                    <a:pt x="4260601" y="1504516"/>
                  </a:lnTo>
                  <a:lnTo>
                    <a:pt x="4260759" y="1504516"/>
                  </a:lnTo>
                  <a:lnTo>
                    <a:pt x="4260917" y="1504516"/>
                  </a:lnTo>
                  <a:lnTo>
                    <a:pt x="4261074" y="1504516"/>
                  </a:lnTo>
                  <a:lnTo>
                    <a:pt x="4261074" y="1504085"/>
                  </a:lnTo>
                  <a:lnTo>
                    <a:pt x="4261232" y="1504085"/>
                  </a:lnTo>
                  <a:lnTo>
                    <a:pt x="4261390" y="1504085"/>
                  </a:lnTo>
                  <a:lnTo>
                    <a:pt x="4261547" y="1504085"/>
                  </a:lnTo>
                  <a:lnTo>
                    <a:pt x="4261547" y="1503655"/>
                  </a:lnTo>
                  <a:lnTo>
                    <a:pt x="4261705" y="1503655"/>
                  </a:lnTo>
                  <a:lnTo>
                    <a:pt x="4261705" y="1503224"/>
                  </a:lnTo>
                  <a:lnTo>
                    <a:pt x="4261863" y="1503224"/>
                  </a:lnTo>
                  <a:lnTo>
                    <a:pt x="4261863" y="1502794"/>
                  </a:lnTo>
                  <a:lnTo>
                    <a:pt x="4262021" y="1502794"/>
                  </a:lnTo>
                  <a:lnTo>
                    <a:pt x="4262178" y="1502794"/>
                  </a:lnTo>
                  <a:lnTo>
                    <a:pt x="4262336" y="1502794"/>
                  </a:lnTo>
                  <a:lnTo>
                    <a:pt x="4262336" y="1502363"/>
                  </a:lnTo>
                  <a:lnTo>
                    <a:pt x="4262494" y="1502363"/>
                  </a:lnTo>
                  <a:lnTo>
                    <a:pt x="4262651" y="1502363"/>
                  </a:lnTo>
                  <a:lnTo>
                    <a:pt x="4262809" y="1502363"/>
                  </a:lnTo>
                  <a:lnTo>
                    <a:pt x="4262967" y="1502363"/>
                  </a:lnTo>
                  <a:lnTo>
                    <a:pt x="4263125" y="1502363"/>
                  </a:lnTo>
                  <a:lnTo>
                    <a:pt x="4263282" y="1502363"/>
                  </a:lnTo>
                  <a:lnTo>
                    <a:pt x="4263440" y="1502363"/>
                  </a:lnTo>
                  <a:lnTo>
                    <a:pt x="4263440" y="1501932"/>
                  </a:lnTo>
                  <a:lnTo>
                    <a:pt x="4263598" y="1501932"/>
                  </a:lnTo>
                  <a:lnTo>
                    <a:pt x="4263755" y="1501932"/>
                  </a:lnTo>
                  <a:lnTo>
                    <a:pt x="4263913" y="1501932"/>
                  </a:lnTo>
                  <a:lnTo>
                    <a:pt x="4264071" y="1501932"/>
                  </a:lnTo>
                  <a:lnTo>
                    <a:pt x="4264229" y="1501932"/>
                  </a:lnTo>
                  <a:lnTo>
                    <a:pt x="4264386" y="1501932"/>
                  </a:lnTo>
                  <a:lnTo>
                    <a:pt x="4264544" y="1501932"/>
                  </a:lnTo>
                  <a:lnTo>
                    <a:pt x="4264702" y="1501932"/>
                  </a:lnTo>
                  <a:lnTo>
                    <a:pt x="4264702" y="1501502"/>
                  </a:lnTo>
                  <a:lnTo>
                    <a:pt x="4264859" y="1501502"/>
                  </a:lnTo>
                  <a:lnTo>
                    <a:pt x="4265017" y="1501502"/>
                  </a:lnTo>
                  <a:lnTo>
                    <a:pt x="4265175" y="1501502"/>
                  </a:lnTo>
                  <a:lnTo>
                    <a:pt x="4265333" y="1501502"/>
                  </a:lnTo>
                  <a:lnTo>
                    <a:pt x="4265333" y="1501071"/>
                  </a:lnTo>
                  <a:lnTo>
                    <a:pt x="4265490" y="1501071"/>
                  </a:lnTo>
                  <a:lnTo>
                    <a:pt x="4265648" y="1501071"/>
                  </a:lnTo>
                  <a:lnTo>
                    <a:pt x="4265806" y="1501071"/>
                  </a:lnTo>
                  <a:lnTo>
                    <a:pt x="4265963" y="1501071"/>
                  </a:lnTo>
                  <a:lnTo>
                    <a:pt x="4266121" y="1501071"/>
                  </a:lnTo>
                  <a:lnTo>
                    <a:pt x="4266121" y="1500641"/>
                  </a:lnTo>
                  <a:lnTo>
                    <a:pt x="4266279" y="1500641"/>
                  </a:lnTo>
                  <a:lnTo>
                    <a:pt x="4266437" y="1500641"/>
                  </a:lnTo>
                  <a:lnTo>
                    <a:pt x="4266437" y="1500210"/>
                  </a:lnTo>
                  <a:lnTo>
                    <a:pt x="4266437" y="1499779"/>
                  </a:lnTo>
                  <a:lnTo>
                    <a:pt x="4266594" y="1499779"/>
                  </a:lnTo>
                  <a:lnTo>
                    <a:pt x="4266752" y="1499779"/>
                  </a:lnTo>
                  <a:lnTo>
                    <a:pt x="4266910" y="1499779"/>
                  </a:lnTo>
                  <a:lnTo>
                    <a:pt x="4267068" y="1499779"/>
                  </a:lnTo>
                  <a:lnTo>
                    <a:pt x="4267068" y="1499349"/>
                  </a:lnTo>
                  <a:lnTo>
                    <a:pt x="4267225" y="1499349"/>
                  </a:lnTo>
                  <a:lnTo>
                    <a:pt x="4267383" y="1499349"/>
                  </a:lnTo>
                  <a:lnTo>
                    <a:pt x="4267383" y="1498918"/>
                  </a:lnTo>
                  <a:lnTo>
                    <a:pt x="4267541" y="1498918"/>
                  </a:lnTo>
                  <a:lnTo>
                    <a:pt x="4267698" y="1498918"/>
                  </a:lnTo>
                  <a:lnTo>
                    <a:pt x="4267856" y="1498918"/>
                  </a:lnTo>
                  <a:lnTo>
                    <a:pt x="4268014" y="1498918"/>
                  </a:lnTo>
                  <a:lnTo>
                    <a:pt x="4268172" y="1498918"/>
                  </a:lnTo>
                  <a:lnTo>
                    <a:pt x="4268172" y="1498488"/>
                  </a:lnTo>
                  <a:lnTo>
                    <a:pt x="4268172" y="1498057"/>
                  </a:lnTo>
                  <a:lnTo>
                    <a:pt x="4268329" y="1498057"/>
                  </a:lnTo>
                  <a:lnTo>
                    <a:pt x="4268487" y="1498057"/>
                  </a:lnTo>
                  <a:lnTo>
                    <a:pt x="4268645" y="1498057"/>
                  </a:lnTo>
                  <a:lnTo>
                    <a:pt x="4268802" y="1498057"/>
                  </a:lnTo>
                  <a:lnTo>
                    <a:pt x="4268960" y="1498057"/>
                  </a:lnTo>
                  <a:lnTo>
                    <a:pt x="4269118" y="1498057"/>
                  </a:lnTo>
                  <a:lnTo>
                    <a:pt x="4269276" y="1498057"/>
                  </a:lnTo>
                  <a:lnTo>
                    <a:pt x="4269433" y="1498057"/>
                  </a:lnTo>
                  <a:lnTo>
                    <a:pt x="4269591" y="1498057"/>
                  </a:lnTo>
                  <a:lnTo>
                    <a:pt x="4269749" y="1498057"/>
                  </a:lnTo>
                  <a:lnTo>
                    <a:pt x="4269906" y="1498057"/>
                  </a:lnTo>
                  <a:lnTo>
                    <a:pt x="4270064" y="1498057"/>
                  </a:lnTo>
                  <a:lnTo>
                    <a:pt x="4270222" y="1498057"/>
                  </a:lnTo>
                  <a:lnTo>
                    <a:pt x="4270380" y="1498057"/>
                  </a:lnTo>
                  <a:lnTo>
                    <a:pt x="4270537" y="1498057"/>
                  </a:lnTo>
                  <a:lnTo>
                    <a:pt x="4270537" y="1497626"/>
                  </a:lnTo>
                  <a:lnTo>
                    <a:pt x="4270695" y="1497626"/>
                  </a:lnTo>
                  <a:lnTo>
                    <a:pt x="4270853" y="1497626"/>
                  </a:lnTo>
                  <a:lnTo>
                    <a:pt x="4271010" y="1497626"/>
                  </a:lnTo>
                  <a:lnTo>
                    <a:pt x="4271168" y="1497626"/>
                  </a:lnTo>
                  <a:lnTo>
                    <a:pt x="4271168" y="1497196"/>
                  </a:lnTo>
                  <a:lnTo>
                    <a:pt x="4271168" y="1496765"/>
                  </a:lnTo>
                  <a:lnTo>
                    <a:pt x="4271326" y="1496765"/>
                  </a:lnTo>
                  <a:lnTo>
                    <a:pt x="4271326" y="1496335"/>
                  </a:lnTo>
                  <a:lnTo>
                    <a:pt x="4271326" y="1495904"/>
                  </a:lnTo>
                  <a:lnTo>
                    <a:pt x="4271484" y="1495904"/>
                  </a:lnTo>
                  <a:lnTo>
                    <a:pt x="4271484" y="1495473"/>
                  </a:lnTo>
                  <a:lnTo>
                    <a:pt x="4271641" y="1495473"/>
                  </a:lnTo>
                  <a:lnTo>
                    <a:pt x="4271799" y="1495473"/>
                  </a:lnTo>
                  <a:lnTo>
                    <a:pt x="4271799" y="1495043"/>
                  </a:lnTo>
                  <a:lnTo>
                    <a:pt x="4271957" y="1495043"/>
                  </a:lnTo>
                  <a:lnTo>
                    <a:pt x="4272115" y="1495043"/>
                  </a:lnTo>
                  <a:lnTo>
                    <a:pt x="4272272" y="1495043"/>
                  </a:lnTo>
                  <a:lnTo>
                    <a:pt x="4272430" y="1495043"/>
                  </a:lnTo>
                  <a:lnTo>
                    <a:pt x="4272588" y="1495043"/>
                  </a:lnTo>
                  <a:lnTo>
                    <a:pt x="4272745" y="1495043"/>
                  </a:lnTo>
                  <a:lnTo>
                    <a:pt x="4272903" y="1495043"/>
                  </a:lnTo>
                  <a:lnTo>
                    <a:pt x="4273061" y="1495043"/>
                  </a:lnTo>
                  <a:lnTo>
                    <a:pt x="4273219" y="1495043"/>
                  </a:lnTo>
                  <a:lnTo>
                    <a:pt x="4273219" y="1494612"/>
                  </a:lnTo>
                  <a:lnTo>
                    <a:pt x="4273376" y="1494612"/>
                  </a:lnTo>
                  <a:lnTo>
                    <a:pt x="4273376" y="1494182"/>
                  </a:lnTo>
                  <a:lnTo>
                    <a:pt x="4273534" y="1494182"/>
                  </a:lnTo>
                  <a:lnTo>
                    <a:pt x="4273534" y="1493751"/>
                  </a:lnTo>
                  <a:lnTo>
                    <a:pt x="4273534" y="1493320"/>
                  </a:lnTo>
                  <a:lnTo>
                    <a:pt x="4273692" y="1493320"/>
                  </a:lnTo>
                  <a:lnTo>
                    <a:pt x="4273849" y="1493320"/>
                  </a:lnTo>
                  <a:lnTo>
                    <a:pt x="4274007" y="1493320"/>
                  </a:lnTo>
                  <a:lnTo>
                    <a:pt x="4274165" y="1493320"/>
                  </a:lnTo>
                  <a:lnTo>
                    <a:pt x="4274165" y="1492890"/>
                  </a:lnTo>
                  <a:lnTo>
                    <a:pt x="4274323" y="1492890"/>
                  </a:lnTo>
                  <a:lnTo>
                    <a:pt x="4274323" y="1492459"/>
                  </a:lnTo>
                  <a:lnTo>
                    <a:pt x="4274480" y="1492459"/>
                  </a:lnTo>
                  <a:lnTo>
                    <a:pt x="4274638" y="1492459"/>
                  </a:lnTo>
                  <a:lnTo>
                    <a:pt x="4274796" y="1492459"/>
                  </a:lnTo>
                  <a:lnTo>
                    <a:pt x="4274953" y="1492459"/>
                  </a:lnTo>
                  <a:lnTo>
                    <a:pt x="4275111" y="1492459"/>
                  </a:lnTo>
                  <a:lnTo>
                    <a:pt x="4275269" y="1492459"/>
                  </a:lnTo>
                  <a:lnTo>
                    <a:pt x="4275427" y="1492459"/>
                  </a:lnTo>
                  <a:lnTo>
                    <a:pt x="4275427" y="1492029"/>
                  </a:lnTo>
                  <a:lnTo>
                    <a:pt x="4275427" y="1491598"/>
                  </a:lnTo>
                  <a:lnTo>
                    <a:pt x="4275584" y="1491598"/>
                  </a:lnTo>
                  <a:lnTo>
                    <a:pt x="4275584" y="1491167"/>
                  </a:lnTo>
                  <a:lnTo>
                    <a:pt x="4275742" y="1491167"/>
                  </a:lnTo>
                  <a:lnTo>
                    <a:pt x="4275900" y="1491167"/>
                  </a:lnTo>
                  <a:lnTo>
                    <a:pt x="4276057" y="1491167"/>
                  </a:lnTo>
                  <a:lnTo>
                    <a:pt x="4276215" y="1491167"/>
                  </a:lnTo>
                  <a:lnTo>
                    <a:pt x="4276373" y="1491167"/>
                  </a:lnTo>
                  <a:lnTo>
                    <a:pt x="4276531" y="1491167"/>
                  </a:lnTo>
                  <a:lnTo>
                    <a:pt x="4276688" y="1491167"/>
                  </a:lnTo>
                  <a:lnTo>
                    <a:pt x="4276846" y="1491167"/>
                  </a:lnTo>
                  <a:lnTo>
                    <a:pt x="4276846" y="1490737"/>
                  </a:lnTo>
                  <a:lnTo>
                    <a:pt x="4276846" y="1490306"/>
                  </a:lnTo>
                  <a:lnTo>
                    <a:pt x="4276846" y="1489876"/>
                  </a:lnTo>
                  <a:lnTo>
                    <a:pt x="4277004" y="1489876"/>
                  </a:lnTo>
                  <a:lnTo>
                    <a:pt x="4277161" y="1489876"/>
                  </a:lnTo>
                  <a:lnTo>
                    <a:pt x="4277319" y="1489876"/>
                  </a:lnTo>
                  <a:lnTo>
                    <a:pt x="4277477" y="1489876"/>
                  </a:lnTo>
                  <a:lnTo>
                    <a:pt x="4277635" y="1489876"/>
                  </a:lnTo>
                  <a:lnTo>
                    <a:pt x="4277792" y="1489876"/>
                  </a:lnTo>
                  <a:lnTo>
                    <a:pt x="4277950" y="1489876"/>
                  </a:lnTo>
                  <a:lnTo>
                    <a:pt x="4278108" y="1489876"/>
                  </a:lnTo>
                  <a:lnTo>
                    <a:pt x="4278266" y="1489876"/>
                  </a:lnTo>
                  <a:lnTo>
                    <a:pt x="4278423" y="1489876"/>
                  </a:lnTo>
                  <a:lnTo>
                    <a:pt x="4278581" y="1489876"/>
                  </a:lnTo>
                  <a:lnTo>
                    <a:pt x="4278739" y="1489876"/>
                  </a:lnTo>
                  <a:lnTo>
                    <a:pt x="4278739" y="1489445"/>
                  </a:lnTo>
                  <a:lnTo>
                    <a:pt x="4278896" y="1489445"/>
                  </a:lnTo>
                  <a:lnTo>
                    <a:pt x="4279054" y="1489445"/>
                  </a:lnTo>
                  <a:lnTo>
                    <a:pt x="4279212" y="1489445"/>
                  </a:lnTo>
                  <a:lnTo>
                    <a:pt x="4279370" y="1489445"/>
                  </a:lnTo>
                  <a:lnTo>
                    <a:pt x="4279370" y="1489014"/>
                  </a:lnTo>
                  <a:lnTo>
                    <a:pt x="4279527" y="1489014"/>
                  </a:lnTo>
                  <a:lnTo>
                    <a:pt x="4279685" y="1489014"/>
                  </a:lnTo>
                  <a:lnTo>
                    <a:pt x="4279685" y="1488584"/>
                  </a:lnTo>
                  <a:lnTo>
                    <a:pt x="4279843" y="1488584"/>
                  </a:lnTo>
                  <a:lnTo>
                    <a:pt x="4280000" y="1488584"/>
                  </a:lnTo>
                  <a:lnTo>
                    <a:pt x="4280000" y="1488153"/>
                  </a:lnTo>
                  <a:lnTo>
                    <a:pt x="4280158" y="1488153"/>
                  </a:lnTo>
                  <a:lnTo>
                    <a:pt x="4280316" y="1488153"/>
                  </a:lnTo>
                  <a:lnTo>
                    <a:pt x="4280474" y="1488153"/>
                  </a:lnTo>
                  <a:lnTo>
                    <a:pt x="4280631" y="1488153"/>
                  </a:lnTo>
                  <a:lnTo>
                    <a:pt x="4280631" y="1487723"/>
                  </a:lnTo>
                  <a:lnTo>
                    <a:pt x="4280789" y="1487723"/>
                  </a:lnTo>
                  <a:lnTo>
                    <a:pt x="4280789" y="1487292"/>
                  </a:lnTo>
                  <a:lnTo>
                    <a:pt x="4280947" y="1487292"/>
                  </a:lnTo>
                  <a:lnTo>
                    <a:pt x="4281104" y="1487292"/>
                  </a:lnTo>
                  <a:lnTo>
                    <a:pt x="4281104" y="1486861"/>
                  </a:lnTo>
                  <a:lnTo>
                    <a:pt x="4281104" y="1486431"/>
                  </a:lnTo>
                  <a:lnTo>
                    <a:pt x="4281262" y="1486431"/>
                  </a:lnTo>
                  <a:lnTo>
                    <a:pt x="4281262" y="1486000"/>
                  </a:lnTo>
                  <a:lnTo>
                    <a:pt x="4281420" y="1486000"/>
                  </a:lnTo>
                  <a:lnTo>
                    <a:pt x="4281420" y="1485570"/>
                  </a:lnTo>
                  <a:lnTo>
                    <a:pt x="4281420" y="1485139"/>
                  </a:lnTo>
                  <a:lnTo>
                    <a:pt x="4281578" y="1485139"/>
                  </a:lnTo>
                  <a:lnTo>
                    <a:pt x="4281735" y="1485139"/>
                  </a:lnTo>
                  <a:lnTo>
                    <a:pt x="4281893" y="1485139"/>
                  </a:lnTo>
                  <a:lnTo>
                    <a:pt x="4282051" y="1485139"/>
                  </a:lnTo>
                  <a:lnTo>
                    <a:pt x="4282208" y="1485139"/>
                  </a:lnTo>
                  <a:lnTo>
                    <a:pt x="4282366" y="1485139"/>
                  </a:lnTo>
                  <a:lnTo>
                    <a:pt x="4282524" y="1485139"/>
                  </a:lnTo>
                  <a:lnTo>
                    <a:pt x="4282682" y="1485139"/>
                  </a:lnTo>
                  <a:lnTo>
                    <a:pt x="4282839" y="1485139"/>
                  </a:lnTo>
                  <a:lnTo>
                    <a:pt x="4282997" y="1485139"/>
                  </a:lnTo>
                  <a:lnTo>
                    <a:pt x="4283155" y="1485139"/>
                  </a:lnTo>
                  <a:lnTo>
                    <a:pt x="4283155" y="1484708"/>
                  </a:lnTo>
                  <a:lnTo>
                    <a:pt x="4283313" y="1484708"/>
                  </a:lnTo>
                  <a:lnTo>
                    <a:pt x="4283470" y="1484708"/>
                  </a:lnTo>
                  <a:lnTo>
                    <a:pt x="4283470" y="1484278"/>
                  </a:lnTo>
                  <a:lnTo>
                    <a:pt x="4283628" y="1484278"/>
                  </a:lnTo>
                  <a:lnTo>
                    <a:pt x="4283786" y="1484278"/>
                  </a:lnTo>
                  <a:lnTo>
                    <a:pt x="4283943" y="1484278"/>
                  </a:lnTo>
                  <a:lnTo>
                    <a:pt x="4284101" y="1484278"/>
                  </a:lnTo>
                  <a:lnTo>
                    <a:pt x="4284101" y="1483847"/>
                  </a:lnTo>
                  <a:lnTo>
                    <a:pt x="4284259" y="1483847"/>
                  </a:lnTo>
                  <a:lnTo>
                    <a:pt x="4284417" y="1483847"/>
                  </a:lnTo>
                  <a:lnTo>
                    <a:pt x="4284574" y="1483847"/>
                  </a:lnTo>
                  <a:lnTo>
                    <a:pt x="4284574" y="1483417"/>
                  </a:lnTo>
                  <a:lnTo>
                    <a:pt x="4284732" y="1483417"/>
                  </a:lnTo>
                  <a:lnTo>
                    <a:pt x="4284890" y="1483417"/>
                  </a:lnTo>
                  <a:lnTo>
                    <a:pt x="4285047" y="1483417"/>
                  </a:lnTo>
                  <a:lnTo>
                    <a:pt x="4285205" y="1483417"/>
                  </a:lnTo>
                  <a:lnTo>
                    <a:pt x="4285363" y="1483417"/>
                  </a:lnTo>
                  <a:lnTo>
                    <a:pt x="4285363" y="1482986"/>
                  </a:lnTo>
                  <a:lnTo>
                    <a:pt x="4285521" y="1482986"/>
                  </a:lnTo>
                  <a:lnTo>
                    <a:pt x="4285678" y="1482986"/>
                  </a:lnTo>
                  <a:lnTo>
                    <a:pt x="4285836" y="1482986"/>
                  </a:lnTo>
                  <a:lnTo>
                    <a:pt x="4285994" y="1482986"/>
                  </a:lnTo>
                  <a:lnTo>
                    <a:pt x="4286151" y="1482986"/>
                  </a:lnTo>
                  <a:lnTo>
                    <a:pt x="4286309" y="1482986"/>
                  </a:lnTo>
                  <a:lnTo>
                    <a:pt x="4286309" y="1482555"/>
                  </a:lnTo>
                  <a:lnTo>
                    <a:pt x="4286467" y="1482555"/>
                  </a:lnTo>
                  <a:lnTo>
                    <a:pt x="4286625" y="1482555"/>
                  </a:lnTo>
                  <a:lnTo>
                    <a:pt x="4286782" y="1482555"/>
                  </a:lnTo>
                  <a:lnTo>
                    <a:pt x="4286940" y="1482555"/>
                  </a:lnTo>
                  <a:lnTo>
                    <a:pt x="4287098" y="1482555"/>
                  </a:lnTo>
                  <a:lnTo>
                    <a:pt x="4287255" y="1482555"/>
                  </a:lnTo>
                  <a:lnTo>
                    <a:pt x="4287413" y="1482555"/>
                  </a:lnTo>
                  <a:lnTo>
                    <a:pt x="4287413" y="1482125"/>
                  </a:lnTo>
                  <a:lnTo>
                    <a:pt x="4287571" y="1482125"/>
                  </a:lnTo>
                  <a:lnTo>
                    <a:pt x="4287729" y="1482125"/>
                  </a:lnTo>
                  <a:lnTo>
                    <a:pt x="4287886" y="1482125"/>
                  </a:lnTo>
                  <a:lnTo>
                    <a:pt x="4288044" y="1482125"/>
                  </a:lnTo>
                  <a:lnTo>
                    <a:pt x="4288044" y="1481694"/>
                  </a:lnTo>
                  <a:lnTo>
                    <a:pt x="4288202" y="1481694"/>
                  </a:lnTo>
                  <a:lnTo>
                    <a:pt x="4288359" y="1481694"/>
                  </a:lnTo>
                  <a:lnTo>
                    <a:pt x="4288517" y="1481694"/>
                  </a:lnTo>
                  <a:lnTo>
                    <a:pt x="4288675" y="1481694"/>
                  </a:lnTo>
                  <a:lnTo>
                    <a:pt x="4288833" y="1481694"/>
                  </a:lnTo>
                  <a:lnTo>
                    <a:pt x="4288990" y="1481694"/>
                  </a:lnTo>
                  <a:lnTo>
                    <a:pt x="4289148" y="1481694"/>
                  </a:lnTo>
                  <a:lnTo>
                    <a:pt x="4289306" y="1481694"/>
                  </a:lnTo>
                  <a:lnTo>
                    <a:pt x="4289464" y="1481694"/>
                  </a:lnTo>
                  <a:lnTo>
                    <a:pt x="4289621" y="1481694"/>
                  </a:lnTo>
                  <a:lnTo>
                    <a:pt x="4289621" y="1481264"/>
                  </a:lnTo>
                  <a:lnTo>
                    <a:pt x="4289779" y="1481264"/>
                  </a:lnTo>
                  <a:lnTo>
                    <a:pt x="4289937" y="1481264"/>
                  </a:lnTo>
                  <a:lnTo>
                    <a:pt x="4290094" y="1481264"/>
                  </a:lnTo>
                  <a:lnTo>
                    <a:pt x="4290094" y="1480833"/>
                  </a:lnTo>
                  <a:lnTo>
                    <a:pt x="4290252" y="1480833"/>
                  </a:lnTo>
                  <a:lnTo>
                    <a:pt x="4290410" y="1480833"/>
                  </a:lnTo>
                  <a:lnTo>
                    <a:pt x="4290568" y="1480833"/>
                  </a:lnTo>
                  <a:lnTo>
                    <a:pt x="4290725" y="1480833"/>
                  </a:lnTo>
                  <a:lnTo>
                    <a:pt x="4290725" y="1480402"/>
                  </a:lnTo>
                  <a:lnTo>
                    <a:pt x="4290883" y="1480402"/>
                  </a:lnTo>
                  <a:lnTo>
                    <a:pt x="4291041" y="1480402"/>
                  </a:lnTo>
                  <a:lnTo>
                    <a:pt x="4291041" y="1479972"/>
                  </a:lnTo>
                  <a:lnTo>
                    <a:pt x="4291198" y="1479972"/>
                  </a:lnTo>
                  <a:lnTo>
                    <a:pt x="4291356" y="1479972"/>
                  </a:lnTo>
                  <a:lnTo>
                    <a:pt x="4291514" y="1479972"/>
                  </a:lnTo>
                  <a:lnTo>
                    <a:pt x="4291672" y="1479972"/>
                  </a:lnTo>
                  <a:lnTo>
                    <a:pt x="4291829" y="1479972"/>
                  </a:lnTo>
                  <a:lnTo>
                    <a:pt x="4291987" y="1479972"/>
                  </a:lnTo>
                  <a:lnTo>
                    <a:pt x="4292145" y="1479972"/>
                  </a:lnTo>
                  <a:lnTo>
                    <a:pt x="4292145" y="1479541"/>
                  </a:lnTo>
                  <a:lnTo>
                    <a:pt x="4292145" y="1479111"/>
                  </a:lnTo>
                  <a:lnTo>
                    <a:pt x="4292302" y="1479111"/>
                  </a:lnTo>
                  <a:lnTo>
                    <a:pt x="4292460" y="1479111"/>
                  </a:lnTo>
                  <a:lnTo>
                    <a:pt x="4292618" y="1479111"/>
                  </a:lnTo>
                  <a:lnTo>
                    <a:pt x="4292776" y="1479111"/>
                  </a:lnTo>
                  <a:lnTo>
                    <a:pt x="4292933" y="1479111"/>
                  </a:lnTo>
                  <a:lnTo>
                    <a:pt x="4293091" y="1479111"/>
                  </a:lnTo>
                  <a:lnTo>
                    <a:pt x="4293249" y="1479111"/>
                  </a:lnTo>
                  <a:lnTo>
                    <a:pt x="4293406" y="1479111"/>
                  </a:lnTo>
                  <a:lnTo>
                    <a:pt x="4293564" y="1479111"/>
                  </a:lnTo>
                  <a:lnTo>
                    <a:pt x="4293722" y="1479111"/>
                  </a:lnTo>
                  <a:lnTo>
                    <a:pt x="4293722" y="1478680"/>
                  </a:lnTo>
                  <a:lnTo>
                    <a:pt x="4293880" y="1478680"/>
                  </a:lnTo>
                  <a:lnTo>
                    <a:pt x="4294037" y="1478680"/>
                  </a:lnTo>
                  <a:lnTo>
                    <a:pt x="4294195" y="1478680"/>
                  </a:lnTo>
                  <a:lnTo>
                    <a:pt x="4294353" y="1478680"/>
                  </a:lnTo>
                  <a:lnTo>
                    <a:pt x="4294510" y="1478680"/>
                  </a:lnTo>
                  <a:lnTo>
                    <a:pt x="4294668" y="1478680"/>
                  </a:lnTo>
                  <a:lnTo>
                    <a:pt x="4294826" y="1478680"/>
                  </a:lnTo>
                  <a:lnTo>
                    <a:pt x="4294984" y="1478680"/>
                  </a:lnTo>
                  <a:lnTo>
                    <a:pt x="4295141" y="1478680"/>
                  </a:lnTo>
                  <a:lnTo>
                    <a:pt x="4295299" y="1478680"/>
                  </a:lnTo>
                  <a:lnTo>
                    <a:pt x="4295299" y="1478249"/>
                  </a:lnTo>
                  <a:lnTo>
                    <a:pt x="4295457" y="1478249"/>
                  </a:lnTo>
                  <a:lnTo>
                    <a:pt x="4295615" y="1478249"/>
                  </a:lnTo>
                  <a:lnTo>
                    <a:pt x="4295772" y="1478249"/>
                  </a:lnTo>
                  <a:lnTo>
                    <a:pt x="4295930" y="1478249"/>
                  </a:lnTo>
                  <a:lnTo>
                    <a:pt x="4296088" y="1478249"/>
                  </a:lnTo>
                  <a:lnTo>
                    <a:pt x="4296245" y="1478249"/>
                  </a:lnTo>
                  <a:lnTo>
                    <a:pt x="4296245" y="1477819"/>
                  </a:lnTo>
                  <a:lnTo>
                    <a:pt x="4296403" y="1477819"/>
                  </a:lnTo>
                  <a:lnTo>
                    <a:pt x="4296403" y="1477388"/>
                  </a:lnTo>
                  <a:lnTo>
                    <a:pt x="4296561" y="1477388"/>
                  </a:lnTo>
                  <a:lnTo>
                    <a:pt x="4296719" y="1477388"/>
                  </a:lnTo>
                  <a:lnTo>
                    <a:pt x="4296876" y="1477388"/>
                  </a:lnTo>
                  <a:lnTo>
                    <a:pt x="4297034" y="1477388"/>
                  </a:lnTo>
                  <a:lnTo>
                    <a:pt x="4297192" y="1477388"/>
                  </a:lnTo>
                  <a:lnTo>
                    <a:pt x="4297349" y="1477388"/>
                  </a:lnTo>
                  <a:lnTo>
                    <a:pt x="4297507" y="1477388"/>
                  </a:lnTo>
                  <a:lnTo>
                    <a:pt x="4297665" y="1477388"/>
                  </a:lnTo>
                  <a:lnTo>
                    <a:pt x="4297823" y="1477388"/>
                  </a:lnTo>
                  <a:lnTo>
                    <a:pt x="4297980" y="1477388"/>
                  </a:lnTo>
                  <a:lnTo>
                    <a:pt x="4297980" y="1476958"/>
                  </a:lnTo>
                  <a:lnTo>
                    <a:pt x="4298138" y="1476958"/>
                  </a:lnTo>
                  <a:lnTo>
                    <a:pt x="4298296" y="1476958"/>
                  </a:lnTo>
                  <a:lnTo>
                    <a:pt x="4298296" y="1476527"/>
                  </a:lnTo>
                  <a:lnTo>
                    <a:pt x="4298296" y="1476096"/>
                  </a:lnTo>
                  <a:lnTo>
                    <a:pt x="4298453" y="1476096"/>
                  </a:lnTo>
                  <a:lnTo>
                    <a:pt x="4298611" y="1476096"/>
                  </a:lnTo>
                  <a:lnTo>
                    <a:pt x="4298769" y="1476096"/>
                  </a:lnTo>
                  <a:lnTo>
                    <a:pt x="4298927" y="1476096"/>
                  </a:lnTo>
                  <a:lnTo>
                    <a:pt x="4298927" y="1475666"/>
                  </a:lnTo>
                  <a:lnTo>
                    <a:pt x="4299084" y="1475666"/>
                  </a:lnTo>
                  <a:lnTo>
                    <a:pt x="4299084" y="1475235"/>
                  </a:lnTo>
                  <a:lnTo>
                    <a:pt x="4299242" y="1475235"/>
                  </a:lnTo>
                  <a:lnTo>
                    <a:pt x="4299400" y="1475235"/>
                  </a:lnTo>
                  <a:lnTo>
                    <a:pt x="4299557" y="1475235"/>
                  </a:lnTo>
                  <a:lnTo>
                    <a:pt x="4299557" y="1474805"/>
                  </a:lnTo>
                  <a:lnTo>
                    <a:pt x="4299715" y="1474805"/>
                  </a:lnTo>
                  <a:lnTo>
                    <a:pt x="4299873" y="1474805"/>
                  </a:lnTo>
                  <a:lnTo>
                    <a:pt x="4299873" y="1474374"/>
                  </a:lnTo>
                  <a:lnTo>
                    <a:pt x="4300031" y="1474374"/>
                  </a:lnTo>
                  <a:lnTo>
                    <a:pt x="4300031" y="1473943"/>
                  </a:lnTo>
                  <a:lnTo>
                    <a:pt x="4300188" y="1473943"/>
                  </a:lnTo>
                  <a:lnTo>
                    <a:pt x="4300346" y="1473943"/>
                  </a:lnTo>
                  <a:lnTo>
                    <a:pt x="4300504" y="1473943"/>
                  </a:lnTo>
                  <a:lnTo>
                    <a:pt x="4300662" y="1473943"/>
                  </a:lnTo>
                  <a:lnTo>
                    <a:pt x="4300819" y="1473943"/>
                  </a:lnTo>
                  <a:lnTo>
                    <a:pt x="4300977" y="1473943"/>
                  </a:lnTo>
                  <a:lnTo>
                    <a:pt x="4301135" y="1473943"/>
                  </a:lnTo>
                  <a:lnTo>
                    <a:pt x="4301292" y="1473943"/>
                  </a:lnTo>
                  <a:lnTo>
                    <a:pt x="4301450" y="1473943"/>
                  </a:lnTo>
                  <a:lnTo>
                    <a:pt x="4301608" y="1473943"/>
                  </a:lnTo>
                  <a:lnTo>
                    <a:pt x="4301766" y="1473943"/>
                  </a:lnTo>
                  <a:lnTo>
                    <a:pt x="4301923" y="1473943"/>
                  </a:lnTo>
                  <a:lnTo>
                    <a:pt x="4302081" y="1473943"/>
                  </a:lnTo>
                  <a:lnTo>
                    <a:pt x="4302239" y="1473943"/>
                  </a:lnTo>
                  <a:lnTo>
                    <a:pt x="4302396" y="1473943"/>
                  </a:lnTo>
                  <a:lnTo>
                    <a:pt x="4302554" y="1473943"/>
                  </a:lnTo>
                  <a:lnTo>
                    <a:pt x="4302712" y="1473943"/>
                  </a:lnTo>
                  <a:lnTo>
                    <a:pt x="4302712" y="1473513"/>
                  </a:lnTo>
                  <a:lnTo>
                    <a:pt x="4302870" y="1473513"/>
                  </a:lnTo>
                  <a:lnTo>
                    <a:pt x="4303027" y="1473513"/>
                  </a:lnTo>
                  <a:lnTo>
                    <a:pt x="4303185" y="1473513"/>
                  </a:lnTo>
                  <a:lnTo>
                    <a:pt x="4303185" y="1473082"/>
                  </a:lnTo>
                  <a:lnTo>
                    <a:pt x="4303343" y="1473082"/>
                  </a:lnTo>
                  <a:lnTo>
                    <a:pt x="4303500" y="1473082"/>
                  </a:lnTo>
                  <a:lnTo>
                    <a:pt x="4303658" y="1473082"/>
                  </a:lnTo>
                  <a:lnTo>
                    <a:pt x="4303816" y="1473082"/>
                  </a:lnTo>
                  <a:lnTo>
                    <a:pt x="4303974" y="1473082"/>
                  </a:lnTo>
                  <a:lnTo>
                    <a:pt x="4304131" y="1473082"/>
                  </a:lnTo>
                  <a:lnTo>
                    <a:pt x="4304289" y="1473082"/>
                  </a:lnTo>
                  <a:lnTo>
                    <a:pt x="4304289" y="1472652"/>
                  </a:lnTo>
                  <a:lnTo>
                    <a:pt x="4304447" y="1472652"/>
                  </a:lnTo>
                  <a:lnTo>
                    <a:pt x="4304604" y="1472652"/>
                  </a:lnTo>
                  <a:lnTo>
                    <a:pt x="4304604" y="1472221"/>
                  </a:lnTo>
                  <a:lnTo>
                    <a:pt x="4304762" y="1472221"/>
                  </a:lnTo>
                  <a:lnTo>
                    <a:pt x="4304920" y="1472221"/>
                  </a:lnTo>
                  <a:lnTo>
                    <a:pt x="4305078" y="1472221"/>
                  </a:lnTo>
                  <a:lnTo>
                    <a:pt x="4305235" y="1472221"/>
                  </a:lnTo>
                  <a:lnTo>
                    <a:pt x="4305393" y="1472221"/>
                  </a:lnTo>
                  <a:lnTo>
                    <a:pt x="4305551" y="1472221"/>
                  </a:lnTo>
                  <a:lnTo>
                    <a:pt x="4305708" y="1472221"/>
                  </a:lnTo>
                  <a:lnTo>
                    <a:pt x="4305866" y="1472221"/>
                  </a:lnTo>
                  <a:lnTo>
                    <a:pt x="4305866" y="1471790"/>
                  </a:lnTo>
                  <a:lnTo>
                    <a:pt x="4306024" y="1471790"/>
                  </a:lnTo>
                  <a:lnTo>
                    <a:pt x="4306182" y="1471790"/>
                  </a:lnTo>
                  <a:lnTo>
                    <a:pt x="4306339" y="1471790"/>
                  </a:lnTo>
                  <a:lnTo>
                    <a:pt x="4306339" y="1471360"/>
                  </a:lnTo>
                  <a:lnTo>
                    <a:pt x="4306339" y="1470929"/>
                  </a:lnTo>
                  <a:lnTo>
                    <a:pt x="4306497" y="1470929"/>
                  </a:lnTo>
                  <a:lnTo>
                    <a:pt x="4306655" y="1470929"/>
                  </a:lnTo>
                  <a:lnTo>
                    <a:pt x="4306813" y="1470929"/>
                  </a:lnTo>
                  <a:lnTo>
                    <a:pt x="4306970" y="1470929"/>
                  </a:lnTo>
                  <a:lnTo>
                    <a:pt x="4307128" y="1470929"/>
                  </a:lnTo>
                  <a:lnTo>
                    <a:pt x="4307286" y="1470929"/>
                  </a:lnTo>
                  <a:lnTo>
                    <a:pt x="4307443" y="1470929"/>
                  </a:lnTo>
                  <a:lnTo>
                    <a:pt x="4307601" y="1470929"/>
                  </a:lnTo>
                  <a:lnTo>
                    <a:pt x="4307759" y="1470929"/>
                  </a:lnTo>
                  <a:lnTo>
                    <a:pt x="4307917" y="1470929"/>
                  </a:lnTo>
                  <a:lnTo>
                    <a:pt x="4307917" y="1470499"/>
                  </a:lnTo>
                  <a:lnTo>
                    <a:pt x="4308074" y="1470499"/>
                  </a:lnTo>
                  <a:lnTo>
                    <a:pt x="4308232" y="1470499"/>
                  </a:lnTo>
                  <a:lnTo>
                    <a:pt x="4308390" y="1470499"/>
                  </a:lnTo>
                  <a:lnTo>
                    <a:pt x="4308547" y="1470499"/>
                  </a:lnTo>
                  <a:lnTo>
                    <a:pt x="4308547" y="1470068"/>
                  </a:lnTo>
                  <a:lnTo>
                    <a:pt x="4308705" y="1470068"/>
                  </a:lnTo>
                  <a:lnTo>
                    <a:pt x="4308863" y="1470068"/>
                  </a:lnTo>
                  <a:lnTo>
                    <a:pt x="4309021" y="1470068"/>
                  </a:lnTo>
                  <a:lnTo>
                    <a:pt x="4309178" y="1470068"/>
                  </a:lnTo>
                  <a:lnTo>
                    <a:pt x="4309336" y="1470068"/>
                  </a:lnTo>
                  <a:lnTo>
                    <a:pt x="4309494" y="1470068"/>
                  </a:lnTo>
                  <a:lnTo>
                    <a:pt x="4309651" y="1470068"/>
                  </a:lnTo>
                  <a:lnTo>
                    <a:pt x="4309651" y="1469637"/>
                  </a:lnTo>
                  <a:lnTo>
                    <a:pt x="4309809" y="1469637"/>
                  </a:lnTo>
                  <a:lnTo>
                    <a:pt x="4309967" y="1469637"/>
                  </a:lnTo>
                  <a:lnTo>
                    <a:pt x="4309967" y="1469207"/>
                  </a:lnTo>
                  <a:lnTo>
                    <a:pt x="4310125" y="1469207"/>
                  </a:lnTo>
                  <a:lnTo>
                    <a:pt x="4310282" y="1469207"/>
                  </a:lnTo>
                  <a:lnTo>
                    <a:pt x="4310440" y="1469207"/>
                  </a:lnTo>
                  <a:lnTo>
                    <a:pt x="4310598" y="1469207"/>
                  </a:lnTo>
                  <a:lnTo>
                    <a:pt x="4310598" y="1468776"/>
                  </a:lnTo>
                  <a:lnTo>
                    <a:pt x="4310755" y="1468776"/>
                  </a:lnTo>
                  <a:lnTo>
                    <a:pt x="4310913" y="1468776"/>
                  </a:lnTo>
                  <a:lnTo>
                    <a:pt x="4310913" y="1468346"/>
                  </a:lnTo>
                  <a:lnTo>
                    <a:pt x="4311071" y="1468346"/>
                  </a:lnTo>
                  <a:lnTo>
                    <a:pt x="4311229" y="1468346"/>
                  </a:lnTo>
                  <a:lnTo>
                    <a:pt x="4311386" y="1468346"/>
                  </a:lnTo>
                  <a:lnTo>
                    <a:pt x="4311544" y="1468346"/>
                  </a:lnTo>
                  <a:lnTo>
                    <a:pt x="4311702" y="1468346"/>
                  </a:lnTo>
                  <a:lnTo>
                    <a:pt x="4311702" y="1467915"/>
                  </a:lnTo>
                  <a:lnTo>
                    <a:pt x="4311860" y="1467915"/>
                  </a:lnTo>
                  <a:lnTo>
                    <a:pt x="4312017" y="1467915"/>
                  </a:lnTo>
                  <a:lnTo>
                    <a:pt x="4312175" y="1467915"/>
                  </a:lnTo>
                  <a:lnTo>
                    <a:pt x="4312333" y="1467915"/>
                  </a:lnTo>
                  <a:lnTo>
                    <a:pt x="4312490" y="1467915"/>
                  </a:lnTo>
                  <a:lnTo>
                    <a:pt x="4312648" y="1467915"/>
                  </a:lnTo>
                  <a:lnTo>
                    <a:pt x="4312648" y="1467484"/>
                  </a:lnTo>
                  <a:lnTo>
                    <a:pt x="4312806" y="1467484"/>
                  </a:lnTo>
                  <a:lnTo>
                    <a:pt x="4312806" y="1467054"/>
                  </a:lnTo>
                  <a:lnTo>
                    <a:pt x="4312964" y="1467054"/>
                  </a:lnTo>
                  <a:lnTo>
                    <a:pt x="4313121" y="1467054"/>
                  </a:lnTo>
                  <a:lnTo>
                    <a:pt x="4313279" y="1467054"/>
                  </a:lnTo>
                  <a:lnTo>
                    <a:pt x="4313437" y="1467054"/>
                  </a:lnTo>
                  <a:lnTo>
                    <a:pt x="4313594" y="1467054"/>
                  </a:lnTo>
                  <a:lnTo>
                    <a:pt x="4313752" y="1467054"/>
                  </a:lnTo>
                  <a:lnTo>
                    <a:pt x="4313910" y="1467054"/>
                  </a:lnTo>
                  <a:lnTo>
                    <a:pt x="4313910" y="1466623"/>
                  </a:lnTo>
                  <a:lnTo>
                    <a:pt x="4314068" y="1466623"/>
                  </a:lnTo>
                  <a:lnTo>
                    <a:pt x="4314225" y="1466623"/>
                  </a:lnTo>
                  <a:lnTo>
                    <a:pt x="4314383" y="1466623"/>
                  </a:lnTo>
                  <a:lnTo>
                    <a:pt x="4314541" y="1466623"/>
                  </a:lnTo>
                  <a:lnTo>
                    <a:pt x="4314541" y="1466193"/>
                  </a:lnTo>
                  <a:lnTo>
                    <a:pt x="4314698" y="1466193"/>
                  </a:lnTo>
                  <a:lnTo>
                    <a:pt x="4314856" y="1466193"/>
                  </a:lnTo>
                  <a:lnTo>
                    <a:pt x="4315014" y="1466193"/>
                  </a:lnTo>
                  <a:lnTo>
                    <a:pt x="4315172" y="1466193"/>
                  </a:lnTo>
                  <a:lnTo>
                    <a:pt x="4315329" y="1466193"/>
                  </a:lnTo>
                  <a:lnTo>
                    <a:pt x="4315329" y="1465762"/>
                  </a:lnTo>
                  <a:lnTo>
                    <a:pt x="4315487" y="1465762"/>
                  </a:lnTo>
                  <a:lnTo>
                    <a:pt x="4315487" y="1465331"/>
                  </a:lnTo>
                  <a:lnTo>
                    <a:pt x="4315645" y="1465331"/>
                  </a:lnTo>
                  <a:lnTo>
                    <a:pt x="4315645" y="1464901"/>
                  </a:lnTo>
                  <a:lnTo>
                    <a:pt x="4315645" y="1464470"/>
                  </a:lnTo>
                  <a:lnTo>
                    <a:pt x="4315802" y="1464470"/>
                  </a:lnTo>
                  <a:lnTo>
                    <a:pt x="4315802" y="1464040"/>
                  </a:lnTo>
                  <a:lnTo>
                    <a:pt x="4315960" y="1464040"/>
                  </a:lnTo>
                  <a:lnTo>
                    <a:pt x="4316118" y="1464040"/>
                  </a:lnTo>
                  <a:lnTo>
                    <a:pt x="4316118" y="1463609"/>
                  </a:lnTo>
                  <a:lnTo>
                    <a:pt x="4316276" y="1463609"/>
                  </a:lnTo>
                  <a:lnTo>
                    <a:pt x="4316433" y="1463609"/>
                  </a:lnTo>
                  <a:lnTo>
                    <a:pt x="4316591" y="1463609"/>
                  </a:lnTo>
                  <a:lnTo>
                    <a:pt x="4316749" y="1463609"/>
                  </a:lnTo>
                  <a:lnTo>
                    <a:pt x="4316906" y="1463609"/>
                  </a:lnTo>
                  <a:lnTo>
                    <a:pt x="4317064" y="1463609"/>
                  </a:lnTo>
                  <a:lnTo>
                    <a:pt x="4317222" y="1463609"/>
                  </a:lnTo>
                  <a:lnTo>
                    <a:pt x="4317380" y="1463609"/>
                  </a:lnTo>
                  <a:lnTo>
                    <a:pt x="4317537" y="1463609"/>
                  </a:lnTo>
                  <a:lnTo>
                    <a:pt x="4317695" y="1463609"/>
                  </a:lnTo>
                  <a:lnTo>
                    <a:pt x="4317853" y="1463609"/>
                  </a:lnTo>
                  <a:lnTo>
                    <a:pt x="4317853" y="1463178"/>
                  </a:lnTo>
                  <a:lnTo>
                    <a:pt x="4318011" y="1463178"/>
                  </a:lnTo>
                  <a:lnTo>
                    <a:pt x="4318168" y="1463178"/>
                  </a:lnTo>
                  <a:lnTo>
                    <a:pt x="4318326" y="1463178"/>
                  </a:lnTo>
                  <a:lnTo>
                    <a:pt x="4318484" y="1463178"/>
                  </a:lnTo>
                  <a:lnTo>
                    <a:pt x="4318641" y="1463178"/>
                  </a:lnTo>
                  <a:lnTo>
                    <a:pt x="4318799" y="1463178"/>
                  </a:lnTo>
                  <a:lnTo>
                    <a:pt x="4318957" y="1463178"/>
                  </a:lnTo>
                  <a:lnTo>
                    <a:pt x="4319115" y="1463178"/>
                  </a:lnTo>
                  <a:lnTo>
                    <a:pt x="4319272" y="1463178"/>
                  </a:lnTo>
                  <a:lnTo>
                    <a:pt x="4319430" y="1463178"/>
                  </a:lnTo>
                  <a:lnTo>
                    <a:pt x="4319588" y="1463178"/>
                  </a:lnTo>
                  <a:lnTo>
                    <a:pt x="4319588" y="1462748"/>
                  </a:lnTo>
                  <a:lnTo>
                    <a:pt x="4319745" y="1462748"/>
                  </a:lnTo>
                  <a:lnTo>
                    <a:pt x="4319903" y="1462748"/>
                  </a:lnTo>
                  <a:lnTo>
                    <a:pt x="4320061" y="1462748"/>
                  </a:lnTo>
                  <a:lnTo>
                    <a:pt x="4320219" y="1462748"/>
                  </a:lnTo>
                  <a:lnTo>
                    <a:pt x="4320376" y="1462748"/>
                  </a:lnTo>
                  <a:lnTo>
                    <a:pt x="4320376" y="1462317"/>
                  </a:lnTo>
                  <a:lnTo>
                    <a:pt x="4320376" y="1461887"/>
                  </a:lnTo>
                  <a:lnTo>
                    <a:pt x="4320534" y="1461887"/>
                  </a:lnTo>
                  <a:lnTo>
                    <a:pt x="4320692" y="1461887"/>
                  </a:lnTo>
                  <a:lnTo>
                    <a:pt x="4320849" y="1461887"/>
                  </a:lnTo>
                  <a:lnTo>
                    <a:pt x="4320849" y="1461456"/>
                  </a:lnTo>
                  <a:lnTo>
                    <a:pt x="4321007" y="1461456"/>
                  </a:lnTo>
                  <a:lnTo>
                    <a:pt x="4321165" y="1461456"/>
                  </a:lnTo>
                  <a:lnTo>
                    <a:pt x="4321323" y="1461456"/>
                  </a:lnTo>
                  <a:lnTo>
                    <a:pt x="4321480" y="1461456"/>
                  </a:lnTo>
                  <a:lnTo>
                    <a:pt x="4321480" y="1461025"/>
                  </a:lnTo>
                  <a:lnTo>
                    <a:pt x="4321480" y="1460595"/>
                  </a:lnTo>
                  <a:lnTo>
                    <a:pt x="4321638" y="1460595"/>
                  </a:lnTo>
                  <a:lnTo>
                    <a:pt x="4321796" y="1460595"/>
                  </a:lnTo>
                  <a:lnTo>
                    <a:pt x="4321953" y="1460595"/>
                  </a:lnTo>
                  <a:lnTo>
                    <a:pt x="4322111" y="1460595"/>
                  </a:lnTo>
                  <a:lnTo>
                    <a:pt x="4322269" y="1460595"/>
                  </a:lnTo>
                  <a:lnTo>
                    <a:pt x="4322269" y="1460164"/>
                  </a:lnTo>
                  <a:lnTo>
                    <a:pt x="4322427" y="1460164"/>
                  </a:lnTo>
                  <a:lnTo>
                    <a:pt x="4322584" y="1460164"/>
                  </a:lnTo>
                  <a:lnTo>
                    <a:pt x="4322742" y="1460164"/>
                  </a:lnTo>
                  <a:lnTo>
                    <a:pt x="4322900" y="1460164"/>
                  </a:lnTo>
                  <a:lnTo>
                    <a:pt x="4322900" y="1459734"/>
                  </a:lnTo>
                  <a:lnTo>
                    <a:pt x="4323058" y="1459734"/>
                  </a:lnTo>
                  <a:lnTo>
                    <a:pt x="4323215" y="1459734"/>
                  </a:lnTo>
                  <a:lnTo>
                    <a:pt x="4323373" y="1459734"/>
                  </a:lnTo>
                  <a:lnTo>
                    <a:pt x="4323531" y="1459734"/>
                  </a:lnTo>
                  <a:lnTo>
                    <a:pt x="4323688" y="1459734"/>
                  </a:lnTo>
                  <a:lnTo>
                    <a:pt x="4323846" y="1459734"/>
                  </a:lnTo>
                  <a:lnTo>
                    <a:pt x="4324004" y="1459734"/>
                  </a:lnTo>
                  <a:lnTo>
                    <a:pt x="4324162" y="1459734"/>
                  </a:lnTo>
                  <a:lnTo>
                    <a:pt x="4324319" y="1459734"/>
                  </a:lnTo>
                  <a:lnTo>
                    <a:pt x="4324477" y="1459734"/>
                  </a:lnTo>
                  <a:lnTo>
                    <a:pt x="4324635" y="1459734"/>
                  </a:lnTo>
                  <a:lnTo>
                    <a:pt x="4324635" y="1459303"/>
                  </a:lnTo>
                  <a:lnTo>
                    <a:pt x="4324792" y="1459303"/>
                  </a:lnTo>
                  <a:lnTo>
                    <a:pt x="4324950" y="1459303"/>
                  </a:lnTo>
                  <a:lnTo>
                    <a:pt x="4325108" y="1459303"/>
                  </a:lnTo>
                  <a:lnTo>
                    <a:pt x="4325266" y="1459303"/>
                  </a:lnTo>
                  <a:lnTo>
                    <a:pt x="4325266" y="1458872"/>
                  </a:lnTo>
                  <a:lnTo>
                    <a:pt x="4325423" y="1458872"/>
                  </a:lnTo>
                  <a:lnTo>
                    <a:pt x="4325423" y="1458442"/>
                  </a:lnTo>
                  <a:lnTo>
                    <a:pt x="4325581" y="1458442"/>
                  </a:lnTo>
                  <a:lnTo>
                    <a:pt x="4325739" y="1458442"/>
                  </a:lnTo>
                  <a:lnTo>
                    <a:pt x="4325896" y="1458442"/>
                  </a:lnTo>
                  <a:lnTo>
                    <a:pt x="4326054" y="1458442"/>
                  </a:lnTo>
                  <a:lnTo>
                    <a:pt x="4326212" y="1458442"/>
                  </a:lnTo>
                  <a:lnTo>
                    <a:pt x="4326370" y="1458442"/>
                  </a:lnTo>
                  <a:lnTo>
                    <a:pt x="4326527" y="1458442"/>
                  </a:lnTo>
                  <a:lnTo>
                    <a:pt x="4326685" y="1458442"/>
                  </a:lnTo>
                  <a:lnTo>
                    <a:pt x="4326843" y="1458442"/>
                  </a:lnTo>
                  <a:lnTo>
                    <a:pt x="4326843" y="1458011"/>
                  </a:lnTo>
                  <a:lnTo>
                    <a:pt x="4327000" y="1458011"/>
                  </a:lnTo>
                  <a:lnTo>
                    <a:pt x="4327000" y="1457581"/>
                  </a:lnTo>
                  <a:lnTo>
                    <a:pt x="4327158" y="1457581"/>
                  </a:lnTo>
                  <a:lnTo>
                    <a:pt x="4327316" y="1457581"/>
                  </a:lnTo>
                  <a:lnTo>
                    <a:pt x="4327474" y="1457581"/>
                  </a:lnTo>
                  <a:lnTo>
                    <a:pt x="4327631" y="1457581"/>
                  </a:lnTo>
                  <a:lnTo>
                    <a:pt x="4327631" y="1457150"/>
                  </a:lnTo>
                  <a:lnTo>
                    <a:pt x="4327789" y="1457150"/>
                  </a:lnTo>
                  <a:lnTo>
                    <a:pt x="4327947" y="1457150"/>
                  </a:lnTo>
                  <a:lnTo>
                    <a:pt x="4328104" y="1457150"/>
                  </a:lnTo>
                  <a:lnTo>
                    <a:pt x="4328262" y="1457150"/>
                  </a:lnTo>
                  <a:lnTo>
                    <a:pt x="4328420" y="1457150"/>
                  </a:lnTo>
                  <a:lnTo>
                    <a:pt x="4328578" y="1457150"/>
                  </a:lnTo>
                  <a:lnTo>
                    <a:pt x="4328735" y="1457150"/>
                  </a:lnTo>
                  <a:lnTo>
                    <a:pt x="4328893" y="1457150"/>
                  </a:lnTo>
                  <a:lnTo>
                    <a:pt x="4329051" y="1457150"/>
                  </a:lnTo>
                  <a:lnTo>
                    <a:pt x="4329051" y="1456719"/>
                  </a:lnTo>
                  <a:lnTo>
                    <a:pt x="4329051" y="1456289"/>
                  </a:lnTo>
                  <a:lnTo>
                    <a:pt x="4329051" y="1455858"/>
                  </a:lnTo>
                  <a:lnTo>
                    <a:pt x="4329209" y="1455858"/>
                  </a:lnTo>
                  <a:lnTo>
                    <a:pt x="4329209" y="1455428"/>
                  </a:lnTo>
                  <a:lnTo>
                    <a:pt x="4329366" y="1455428"/>
                  </a:lnTo>
                  <a:lnTo>
                    <a:pt x="4329524" y="1455428"/>
                  </a:lnTo>
                  <a:lnTo>
                    <a:pt x="4329524" y="1454997"/>
                  </a:lnTo>
                  <a:lnTo>
                    <a:pt x="4329682" y="1454997"/>
                  </a:lnTo>
                  <a:lnTo>
                    <a:pt x="4329839" y="1454997"/>
                  </a:lnTo>
                  <a:lnTo>
                    <a:pt x="4329997" y="1454997"/>
                  </a:lnTo>
                  <a:lnTo>
                    <a:pt x="4330155" y="1454997"/>
                  </a:lnTo>
                  <a:lnTo>
                    <a:pt x="4330313" y="1454997"/>
                  </a:lnTo>
                  <a:lnTo>
                    <a:pt x="4330470" y="1454997"/>
                  </a:lnTo>
                  <a:lnTo>
                    <a:pt x="4330628" y="1454997"/>
                  </a:lnTo>
                  <a:lnTo>
                    <a:pt x="4330786" y="1454997"/>
                  </a:lnTo>
                  <a:lnTo>
                    <a:pt x="4330943" y="1454997"/>
                  </a:lnTo>
                  <a:lnTo>
                    <a:pt x="4331101" y="1454997"/>
                  </a:lnTo>
                  <a:lnTo>
                    <a:pt x="4331259" y="1454997"/>
                  </a:lnTo>
                  <a:lnTo>
                    <a:pt x="4331259" y="1454566"/>
                  </a:lnTo>
                  <a:lnTo>
                    <a:pt x="4331417" y="1454566"/>
                  </a:lnTo>
                  <a:lnTo>
                    <a:pt x="4331574" y="1454566"/>
                  </a:lnTo>
                  <a:lnTo>
                    <a:pt x="4331732" y="1454566"/>
                  </a:lnTo>
                  <a:lnTo>
                    <a:pt x="4331890" y="1454566"/>
                  </a:lnTo>
                  <a:lnTo>
                    <a:pt x="4332047" y="1454566"/>
                  </a:lnTo>
                  <a:lnTo>
                    <a:pt x="4332205" y="1454566"/>
                  </a:lnTo>
                  <a:lnTo>
                    <a:pt x="4332205" y="1454136"/>
                  </a:lnTo>
                  <a:lnTo>
                    <a:pt x="4332363" y="1454136"/>
                  </a:lnTo>
                  <a:lnTo>
                    <a:pt x="4332521" y="1454136"/>
                  </a:lnTo>
                  <a:lnTo>
                    <a:pt x="4332678" y="1454136"/>
                  </a:lnTo>
                  <a:lnTo>
                    <a:pt x="4332678" y="1453705"/>
                  </a:lnTo>
                  <a:lnTo>
                    <a:pt x="4332836" y="1453705"/>
                  </a:lnTo>
                  <a:lnTo>
                    <a:pt x="4332836" y="1453275"/>
                  </a:lnTo>
                  <a:lnTo>
                    <a:pt x="4332994" y="1453275"/>
                  </a:lnTo>
                  <a:lnTo>
                    <a:pt x="4333151" y="1453275"/>
                  </a:lnTo>
                  <a:lnTo>
                    <a:pt x="4333151" y="1452844"/>
                  </a:lnTo>
                  <a:lnTo>
                    <a:pt x="4333151" y="1452413"/>
                  </a:lnTo>
                  <a:lnTo>
                    <a:pt x="4333309" y="1452413"/>
                  </a:lnTo>
                  <a:lnTo>
                    <a:pt x="4333467" y="1452413"/>
                  </a:lnTo>
                  <a:lnTo>
                    <a:pt x="4333625" y="1452413"/>
                  </a:lnTo>
                  <a:lnTo>
                    <a:pt x="4333782" y="1452413"/>
                  </a:lnTo>
                  <a:lnTo>
                    <a:pt x="4333940" y="1452413"/>
                  </a:lnTo>
                  <a:lnTo>
                    <a:pt x="4333940" y="1451983"/>
                  </a:lnTo>
                  <a:lnTo>
                    <a:pt x="4334098" y="1451983"/>
                  </a:lnTo>
                  <a:lnTo>
                    <a:pt x="4334098" y="1451552"/>
                  </a:lnTo>
                  <a:lnTo>
                    <a:pt x="4334256" y="1451552"/>
                  </a:lnTo>
                  <a:lnTo>
                    <a:pt x="4334256" y="1451122"/>
                  </a:lnTo>
                  <a:lnTo>
                    <a:pt x="4334413" y="1451122"/>
                  </a:lnTo>
                  <a:lnTo>
                    <a:pt x="4334571" y="1451122"/>
                  </a:lnTo>
                  <a:lnTo>
                    <a:pt x="4334729" y="1451122"/>
                  </a:lnTo>
                  <a:lnTo>
                    <a:pt x="4334886" y="1451122"/>
                  </a:lnTo>
                  <a:lnTo>
                    <a:pt x="4335044" y="1451122"/>
                  </a:lnTo>
                  <a:lnTo>
                    <a:pt x="4335202" y="1451122"/>
                  </a:lnTo>
                  <a:lnTo>
                    <a:pt x="4335360" y="1451122"/>
                  </a:lnTo>
                  <a:lnTo>
                    <a:pt x="4335517" y="1451122"/>
                  </a:lnTo>
                  <a:lnTo>
                    <a:pt x="4335675" y="1451122"/>
                  </a:lnTo>
                  <a:lnTo>
                    <a:pt x="4335833" y="1451122"/>
                  </a:lnTo>
                  <a:lnTo>
                    <a:pt x="4335990" y="1451122"/>
                  </a:lnTo>
                  <a:lnTo>
                    <a:pt x="4335990" y="1450691"/>
                  </a:lnTo>
                  <a:lnTo>
                    <a:pt x="4335990" y="1450260"/>
                  </a:lnTo>
                  <a:lnTo>
                    <a:pt x="4336148" y="1450260"/>
                  </a:lnTo>
                  <a:lnTo>
                    <a:pt x="4336306" y="1450260"/>
                  </a:lnTo>
                  <a:lnTo>
                    <a:pt x="4336306" y="1449830"/>
                  </a:lnTo>
                  <a:lnTo>
                    <a:pt x="4336464" y="1449830"/>
                  </a:lnTo>
                  <a:lnTo>
                    <a:pt x="4336621" y="1449830"/>
                  </a:lnTo>
                  <a:lnTo>
                    <a:pt x="4336621" y="1449399"/>
                  </a:lnTo>
                  <a:lnTo>
                    <a:pt x="4336779" y="1449399"/>
                  </a:lnTo>
                  <a:lnTo>
                    <a:pt x="4336937" y="1449399"/>
                  </a:lnTo>
                  <a:lnTo>
                    <a:pt x="4337094" y="1449399"/>
                  </a:lnTo>
                  <a:lnTo>
                    <a:pt x="4337252" y="1449399"/>
                  </a:lnTo>
                  <a:lnTo>
                    <a:pt x="4337252" y="1448969"/>
                  </a:lnTo>
                  <a:lnTo>
                    <a:pt x="4337410" y="1448969"/>
                  </a:lnTo>
                  <a:lnTo>
                    <a:pt x="4337568" y="1448969"/>
                  </a:lnTo>
                  <a:lnTo>
                    <a:pt x="4337725" y="1448969"/>
                  </a:lnTo>
                  <a:lnTo>
                    <a:pt x="4337883" y="1448969"/>
                  </a:lnTo>
                  <a:lnTo>
                    <a:pt x="4338041" y="1448969"/>
                  </a:lnTo>
                  <a:lnTo>
                    <a:pt x="4338198" y="1448969"/>
                  </a:lnTo>
                  <a:lnTo>
                    <a:pt x="4338356" y="1448969"/>
                  </a:lnTo>
                  <a:lnTo>
                    <a:pt x="4338514" y="1448969"/>
                  </a:lnTo>
                  <a:lnTo>
                    <a:pt x="4338672" y="1448969"/>
                  </a:lnTo>
                  <a:lnTo>
                    <a:pt x="4338829" y="1448969"/>
                  </a:lnTo>
                  <a:lnTo>
                    <a:pt x="4338829" y="1448538"/>
                  </a:lnTo>
                  <a:lnTo>
                    <a:pt x="4338987" y="1448538"/>
                  </a:lnTo>
                  <a:lnTo>
                    <a:pt x="4338987" y="1448107"/>
                  </a:lnTo>
                  <a:lnTo>
                    <a:pt x="4338987" y="1447677"/>
                  </a:lnTo>
                  <a:lnTo>
                    <a:pt x="4339145" y="1447677"/>
                  </a:lnTo>
                  <a:lnTo>
                    <a:pt x="4339302" y="1447677"/>
                  </a:lnTo>
                  <a:lnTo>
                    <a:pt x="4339460" y="1447677"/>
                  </a:lnTo>
                  <a:lnTo>
                    <a:pt x="4339460" y="1447246"/>
                  </a:lnTo>
                  <a:lnTo>
                    <a:pt x="4339618" y="1447246"/>
                  </a:lnTo>
                  <a:lnTo>
                    <a:pt x="4339776" y="1447246"/>
                  </a:lnTo>
                  <a:lnTo>
                    <a:pt x="4339933" y="1447246"/>
                  </a:lnTo>
                  <a:lnTo>
                    <a:pt x="4340091" y="1447246"/>
                  </a:lnTo>
                  <a:lnTo>
                    <a:pt x="4340249" y="1447246"/>
                  </a:lnTo>
                  <a:lnTo>
                    <a:pt x="4340249" y="1446816"/>
                  </a:lnTo>
                  <a:lnTo>
                    <a:pt x="4340407" y="1446816"/>
                  </a:lnTo>
                  <a:lnTo>
                    <a:pt x="4340564" y="1446816"/>
                  </a:lnTo>
                  <a:lnTo>
                    <a:pt x="4340564" y="1446385"/>
                  </a:lnTo>
                  <a:lnTo>
                    <a:pt x="4340722" y="1446385"/>
                  </a:lnTo>
                  <a:lnTo>
                    <a:pt x="4340880" y="1446385"/>
                  </a:lnTo>
                  <a:lnTo>
                    <a:pt x="4341037" y="1446385"/>
                  </a:lnTo>
                  <a:lnTo>
                    <a:pt x="4341195" y="1446385"/>
                  </a:lnTo>
                  <a:lnTo>
                    <a:pt x="4341353" y="1446385"/>
                  </a:lnTo>
                  <a:lnTo>
                    <a:pt x="4341511" y="1446385"/>
                  </a:lnTo>
                  <a:lnTo>
                    <a:pt x="4341668" y="1446385"/>
                  </a:lnTo>
                  <a:lnTo>
                    <a:pt x="4341826" y="1446385"/>
                  </a:lnTo>
                  <a:lnTo>
                    <a:pt x="4341984" y="1446385"/>
                  </a:lnTo>
                  <a:lnTo>
                    <a:pt x="4342141" y="1446385"/>
                  </a:lnTo>
                  <a:lnTo>
                    <a:pt x="4342299" y="1446385"/>
                  </a:lnTo>
                  <a:lnTo>
                    <a:pt x="4342457" y="1446385"/>
                  </a:lnTo>
                  <a:lnTo>
                    <a:pt x="4342615" y="1446385"/>
                  </a:lnTo>
                  <a:lnTo>
                    <a:pt x="4342772" y="1446385"/>
                  </a:lnTo>
                  <a:lnTo>
                    <a:pt x="4342930" y="1446385"/>
                  </a:lnTo>
                  <a:lnTo>
                    <a:pt x="4343088" y="1446385"/>
                  </a:lnTo>
                  <a:lnTo>
                    <a:pt x="4343088" y="1445954"/>
                  </a:lnTo>
                  <a:lnTo>
                    <a:pt x="4343245" y="1445954"/>
                  </a:lnTo>
                  <a:lnTo>
                    <a:pt x="4343403" y="1445954"/>
                  </a:lnTo>
                  <a:lnTo>
                    <a:pt x="4343561" y="1445954"/>
                  </a:lnTo>
                  <a:lnTo>
                    <a:pt x="4343561" y="1445524"/>
                  </a:lnTo>
                  <a:lnTo>
                    <a:pt x="4343719" y="1445524"/>
                  </a:lnTo>
                  <a:lnTo>
                    <a:pt x="4343876" y="1445524"/>
                  </a:lnTo>
                  <a:lnTo>
                    <a:pt x="4343876" y="1445093"/>
                  </a:lnTo>
                  <a:lnTo>
                    <a:pt x="4344034" y="1445093"/>
                  </a:lnTo>
                  <a:lnTo>
                    <a:pt x="4344034" y="1444663"/>
                  </a:lnTo>
                  <a:lnTo>
                    <a:pt x="4344192" y="1444663"/>
                  </a:lnTo>
                  <a:lnTo>
                    <a:pt x="4344349" y="1444663"/>
                  </a:lnTo>
                  <a:lnTo>
                    <a:pt x="4344507" y="1444663"/>
                  </a:lnTo>
                  <a:lnTo>
                    <a:pt x="4344665" y="1444663"/>
                  </a:lnTo>
                  <a:lnTo>
                    <a:pt x="4344823" y="1444663"/>
                  </a:lnTo>
                  <a:lnTo>
                    <a:pt x="4344980" y="1444663"/>
                  </a:lnTo>
                  <a:lnTo>
                    <a:pt x="4345138" y="1444663"/>
                  </a:lnTo>
                  <a:lnTo>
                    <a:pt x="4345138" y="1444232"/>
                  </a:lnTo>
                  <a:lnTo>
                    <a:pt x="4345296" y="1444232"/>
                  </a:lnTo>
                  <a:lnTo>
                    <a:pt x="4345454" y="1444232"/>
                  </a:lnTo>
                  <a:lnTo>
                    <a:pt x="4345611" y="1444232"/>
                  </a:lnTo>
                  <a:lnTo>
                    <a:pt x="4345769" y="1444232"/>
                  </a:lnTo>
                  <a:lnTo>
                    <a:pt x="4345927" y="1444232"/>
                  </a:lnTo>
                  <a:lnTo>
                    <a:pt x="4345927" y="1443801"/>
                  </a:lnTo>
                  <a:lnTo>
                    <a:pt x="4346084" y="1443801"/>
                  </a:lnTo>
                  <a:lnTo>
                    <a:pt x="4346242" y="1443801"/>
                  </a:lnTo>
                  <a:lnTo>
                    <a:pt x="4346400" y="1443801"/>
                  </a:lnTo>
                  <a:lnTo>
                    <a:pt x="4346558" y="1443801"/>
                  </a:lnTo>
                  <a:lnTo>
                    <a:pt x="4346558" y="1443371"/>
                  </a:lnTo>
                  <a:lnTo>
                    <a:pt x="4346715" y="1443371"/>
                  </a:lnTo>
                  <a:lnTo>
                    <a:pt x="4346873" y="1443371"/>
                  </a:lnTo>
                  <a:lnTo>
                    <a:pt x="4347031" y="1443371"/>
                  </a:lnTo>
                  <a:lnTo>
                    <a:pt x="4347188" y="1443371"/>
                  </a:lnTo>
                  <a:lnTo>
                    <a:pt x="4347346" y="1443371"/>
                  </a:lnTo>
                  <a:lnTo>
                    <a:pt x="4347504" y="1443371"/>
                  </a:lnTo>
                  <a:lnTo>
                    <a:pt x="4347662" y="1443371"/>
                  </a:lnTo>
                  <a:lnTo>
                    <a:pt x="4347819" y="1443371"/>
                  </a:lnTo>
                  <a:lnTo>
                    <a:pt x="4347977" y="1443371"/>
                  </a:lnTo>
                  <a:lnTo>
                    <a:pt x="4348135" y="1443371"/>
                  </a:lnTo>
                  <a:lnTo>
                    <a:pt x="4348292" y="1443371"/>
                  </a:lnTo>
                  <a:lnTo>
                    <a:pt x="4348450" y="1443371"/>
                  </a:lnTo>
                  <a:lnTo>
                    <a:pt x="4348608" y="1443371"/>
                  </a:lnTo>
                  <a:lnTo>
                    <a:pt x="4348766" y="1443371"/>
                  </a:lnTo>
                  <a:lnTo>
                    <a:pt x="4348923" y="1443371"/>
                  </a:lnTo>
                  <a:lnTo>
                    <a:pt x="4349081" y="1443371"/>
                  </a:lnTo>
                  <a:lnTo>
                    <a:pt x="4349081" y="1442940"/>
                  </a:lnTo>
                  <a:lnTo>
                    <a:pt x="4349239" y="1442940"/>
                  </a:lnTo>
                  <a:lnTo>
                    <a:pt x="4349396" y="1442940"/>
                  </a:lnTo>
                  <a:lnTo>
                    <a:pt x="4349554" y="1442940"/>
                  </a:lnTo>
                  <a:lnTo>
                    <a:pt x="4349712" y="1442940"/>
                  </a:lnTo>
                  <a:lnTo>
                    <a:pt x="4349870" y="1442940"/>
                  </a:lnTo>
                  <a:lnTo>
                    <a:pt x="4349870" y="1442510"/>
                  </a:lnTo>
                  <a:lnTo>
                    <a:pt x="4350027" y="1442510"/>
                  </a:lnTo>
                  <a:lnTo>
                    <a:pt x="4350027" y="1442079"/>
                  </a:lnTo>
                  <a:lnTo>
                    <a:pt x="4350185" y="1442079"/>
                  </a:lnTo>
                  <a:lnTo>
                    <a:pt x="4350343" y="1442079"/>
                  </a:lnTo>
                  <a:lnTo>
                    <a:pt x="4350500" y="1442079"/>
                  </a:lnTo>
                  <a:lnTo>
                    <a:pt x="4350658" y="1442079"/>
                  </a:lnTo>
                  <a:lnTo>
                    <a:pt x="4350816" y="1442079"/>
                  </a:lnTo>
                  <a:lnTo>
                    <a:pt x="4350974" y="1442079"/>
                  </a:lnTo>
                  <a:lnTo>
                    <a:pt x="4351131" y="1442079"/>
                  </a:lnTo>
                  <a:lnTo>
                    <a:pt x="4351289" y="1442079"/>
                  </a:lnTo>
                  <a:lnTo>
                    <a:pt x="4351447" y="1442079"/>
                  </a:lnTo>
                  <a:lnTo>
                    <a:pt x="4351605" y="1442079"/>
                  </a:lnTo>
                  <a:lnTo>
                    <a:pt x="4351762" y="1442079"/>
                  </a:lnTo>
                  <a:lnTo>
                    <a:pt x="4351920" y="1442079"/>
                  </a:lnTo>
                  <a:lnTo>
                    <a:pt x="4351920" y="1441648"/>
                  </a:lnTo>
                  <a:lnTo>
                    <a:pt x="4352078" y="1441648"/>
                  </a:lnTo>
                  <a:lnTo>
                    <a:pt x="4352235" y="1441648"/>
                  </a:lnTo>
                  <a:lnTo>
                    <a:pt x="4352393" y="1441648"/>
                  </a:lnTo>
                  <a:lnTo>
                    <a:pt x="4352551" y="1441648"/>
                  </a:lnTo>
                  <a:lnTo>
                    <a:pt x="4352709" y="1441648"/>
                  </a:lnTo>
                  <a:lnTo>
                    <a:pt x="4352866" y="1441648"/>
                  </a:lnTo>
                  <a:lnTo>
                    <a:pt x="4353024" y="1441648"/>
                  </a:lnTo>
                  <a:lnTo>
                    <a:pt x="4353182" y="1441648"/>
                  </a:lnTo>
                  <a:lnTo>
                    <a:pt x="4353339" y="1441648"/>
                  </a:lnTo>
                  <a:lnTo>
                    <a:pt x="4353339" y="1441218"/>
                  </a:lnTo>
                  <a:lnTo>
                    <a:pt x="4353497" y="1441218"/>
                  </a:lnTo>
                  <a:lnTo>
                    <a:pt x="4353655" y="1441218"/>
                  </a:lnTo>
                  <a:lnTo>
                    <a:pt x="4353655" y="1440787"/>
                  </a:lnTo>
                  <a:lnTo>
                    <a:pt x="4353813" y="1440787"/>
                  </a:lnTo>
                  <a:lnTo>
                    <a:pt x="4353813" y="1440357"/>
                  </a:lnTo>
                  <a:lnTo>
                    <a:pt x="4353970" y="1440357"/>
                  </a:lnTo>
                  <a:lnTo>
                    <a:pt x="4354128" y="1440357"/>
                  </a:lnTo>
                  <a:lnTo>
                    <a:pt x="4354286" y="1440357"/>
                  </a:lnTo>
                  <a:lnTo>
                    <a:pt x="4354443" y="1440357"/>
                  </a:lnTo>
                  <a:lnTo>
                    <a:pt x="4354601" y="1440357"/>
                  </a:lnTo>
                  <a:lnTo>
                    <a:pt x="4354759" y="1440357"/>
                  </a:lnTo>
                  <a:lnTo>
                    <a:pt x="4354917" y="1440357"/>
                  </a:lnTo>
                  <a:lnTo>
                    <a:pt x="4354917" y="1439926"/>
                  </a:lnTo>
                  <a:lnTo>
                    <a:pt x="4354917" y="1439495"/>
                  </a:lnTo>
                  <a:lnTo>
                    <a:pt x="4355074" y="1439495"/>
                  </a:lnTo>
                  <a:lnTo>
                    <a:pt x="4355232" y="1439495"/>
                  </a:lnTo>
                  <a:lnTo>
                    <a:pt x="4355390" y="1439495"/>
                  </a:lnTo>
                  <a:lnTo>
                    <a:pt x="4355547" y="1439495"/>
                  </a:lnTo>
                  <a:lnTo>
                    <a:pt x="4355705" y="1439495"/>
                  </a:lnTo>
                  <a:lnTo>
                    <a:pt x="4355863" y="1439495"/>
                  </a:lnTo>
                  <a:lnTo>
                    <a:pt x="4356021" y="1439495"/>
                  </a:lnTo>
                  <a:lnTo>
                    <a:pt x="4356178" y="1439495"/>
                  </a:lnTo>
                  <a:lnTo>
                    <a:pt x="4356336" y="1439495"/>
                  </a:lnTo>
                  <a:lnTo>
                    <a:pt x="4356494" y="1439495"/>
                  </a:lnTo>
                  <a:lnTo>
                    <a:pt x="4356652" y="1439495"/>
                  </a:lnTo>
                  <a:lnTo>
                    <a:pt x="4356809" y="1439495"/>
                  </a:lnTo>
                  <a:lnTo>
                    <a:pt x="4356967" y="1439495"/>
                  </a:lnTo>
                  <a:lnTo>
                    <a:pt x="4357125" y="1439495"/>
                  </a:lnTo>
                  <a:lnTo>
                    <a:pt x="4357282" y="1439495"/>
                  </a:lnTo>
                  <a:lnTo>
                    <a:pt x="4357440" y="1439495"/>
                  </a:lnTo>
                  <a:lnTo>
                    <a:pt x="4357598" y="1439495"/>
                  </a:lnTo>
                  <a:lnTo>
                    <a:pt x="4357756" y="1439495"/>
                  </a:lnTo>
                  <a:lnTo>
                    <a:pt x="4357913" y="1439495"/>
                  </a:lnTo>
                  <a:lnTo>
                    <a:pt x="4358071" y="1439495"/>
                  </a:lnTo>
                  <a:lnTo>
                    <a:pt x="4358229" y="1439495"/>
                  </a:lnTo>
                  <a:lnTo>
                    <a:pt x="4358386" y="1439495"/>
                  </a:lnTo>
                  <a:lnTo>
                    <a:pt x="4358544" y="1439495"/>
                  </a:lnTo>
                  <a:lnTo>
                    <a:pt x="4358702" y="1439495"/>
                  </a:lnTo>
                  <a:lnTo>
                    <a:pt x="4358860" y="1439495"/>
                  </a:lnTo>
                  <a:lnTo>
                    <a:pt x="4359017" y="1439495"/>
                  </a:lnTo>
                  <a:lnTo>
                    <a:pt x="4359175" y="1439495"/>
                  </a:lnTo>
                  <a:lnTo>
                    <a:pt x="4359333" y="1439495"/>
                  </a:lnTo>
                  <a:lnTo>
                    <a:pt x="4359490" y="1439495"/>
                  </a:lnTo>
                  <a:lnTo>
                    <a:pt x="4359648" y="1439495"/>
                  </a:lnTo>
                  <a:lnTo>
                    <a:pt x="4359806" y="1439495"/>
                  </a:lnTo>
                  <a:lnTo>
                    <a:pt x="4359964" y="1439495"/>
                  </a:lnTo>
                  <a:lnTo>
                    <a:pt x="4359964" y="1439065"/>
                  </a:lnTo>
                  <a:lnTo>
                    <a:pt x="4359964" y="1438634"/>
                  </a:lnTo>
                  <a:lnTo>
                    <a:pt x="4360121" y="1438634"/>
                  </a:lnTo>
                  <a:lnTo>
                    <a:pt x="4360279" y="1438634"/>
                  </a:lnTo>
                  <a:lnTo>
                    <a:pt x="4360437" y="1438634"/>
                  </a:lnTo>
                  <a:lnTo>
                    <a:pt x="4360594" y="1438634"/>
                  </a:lnTo>
                  <a:lnTo>
                    <a:pt x="4360752" y="1438634"/>
                  </a:lnTo>
                  <a:lnTo>
                    <a:pt x="4360752" y="1438204"/>
                  </a:lnTo>
                  <a:lnTo>
                    <a:pt x="4360752" y="1437773"/>
                  </a:lnTo>
                  <a:lnTo>
                    <a:pt x="4360910" y="1437773"/>
                  </a:lnTo>
                  <a:lnTo>
                    <a:pt x="4361068" y="1437773"/>
                  </a:lnTo>
                  <a:lnTo>
                    <a:pt x="4361068" y="1437342"/>
                  </a:lnTo>
                  <a:lnTo>
                    <a:pt x="4361225" y="1437342"/>
                  </a:lnTo>
                  <a:lnTo>
                    <a:pt x="4361383" y="1437342"/>
                  </a:lnTo>
                  <a:lnTo>
                    <a:pt x="4361541" y="1437342"/>
                  </a:lnTo>
                  <a:lnTo>
                    <a:pt x="4361698" y="1437342"/>
                  </a:lnTo>
                  <a:lnTo>
                    <a:pt x="4361698" y="1436912"/>
                  </a:lnTo>
                  <a:lnTo>
                    <a:pt x="4361856" y="1436912"/>
                  </a:lnTo>
                  <a:lnTo>
                    <a:pt x="4362014" y="1436912"/>
                  </a:lnTo>
                  <a:lnTo>
                    <a:pt x="4362014" y="1436481"/>
                  </a:lnTo>
                  <a:lnTo>
                    <a:pt x="4362172" y="1436481"/>
                  </a:lnTo>
                  <a:lnTo>
                    <a:pt x="4362329" y="1436481"/>
                  </a:lnTo>
                  <a:lnTo>
                    <a:pt x="4362329" y="1436051"/>
                  </a:lnTo>
                  <a:lnTo>
                    <a:pt x="4362487" y="1436051"/>
                  </a:lnTo>
                  <a:lnTo>
                    <a:pt x="4362645" y="1436051"/>
                  </a:lnTo>
                  <a:lnTo>
                    <a:pt x="4362645" y="1435620"/>
                  </a:lnTo>
                  <a:lnTo>
                    <a:pt x="4362803" y="1435620"/>
                  </a:lnTo>
                  <a:lnTo>
                    <a:pt x="4362803" y="1435189"/>
                  </a:lnTo>
                  <a:lnTo>
                    <a:pt x="4362960" y="1435189"/>
                  </a:lnTo>
                  <a:lnTo>
                    <a:pt x="4363118" y="1435189"/>
                  </a:lnTo>
                  <a:lnTo>
                    <a:pt x="4363118" y="1434759"/>
                  </a:lnTo>
                  <a:lnTo>
                    <a:pt x="4363276" y="1434759"/>
                  </a:lnTo>
                  <a:lnTo>
                    <a:pt x="4363433" y="1434759"/>
                  </a:lnTo>
                  <a:lnTo>
                    <a:pt x="4363433" y="1434328"/>
                  </a:lnTo>
                  <a:lnTo>
                    <a:pt x="4363591" y="1434328"/>
                  </a:lnTo>
                  <a:lnTo>
                    <a:pt x="4363749" y="1434328"/>
                  </a:lnTo>
                  <a:lnTo>
                    <a:pt x="4363749" y="1433898"/>
                  </a:lnTo>
                  <a:lnTo>
                    <a:pt x="4363907" y="1433898"/>
                  </a:lnTo>
                  <a:lnTo>
                    <a:pt x="4363907" y="1433467"/>
                  </a:lnTo>
                  <a:lnTo>
                    <a:pt x="4364064" y="1433467"/>
                  </a:lnTo>
                  <a:lnTo>
                    <a:pt x="4364222" y="1433467"/>
                  </a:lnTo>
                  <a:lnTo>
                    <a:pt x="4364380" y="1433467"/>
                  </a:lnTo>
                  <a:lnTo>
                    <a:pt x="4364537" y="1433467"/>
                  </a:lnTo>
                  <a:lnTo>
                    <a:pt x="4364695" y="1433467"/>
                  </a:lnTo>
                  <a:lnTo>
                    <a:pt x="4364695" y="1433036"/>
                  </a:lnTo>
                  <a:lnTo>
                    <a:pt x="4364695" y="1432606"/>
                  </a:lnTo>
                  <a:lnTo>
                    <a:pt x="4364853" y="1432606"/>
                  </a:lnTo>
                  <a:lnTo>
                    <a:pt x="4365011" y="1432606"/>
                  </a:lnTo>
                  <a:lnTo>
                    <a:pt x="4365168" y="1432606"/>
                  </a:lnTo>
                  <a:lnTo>
                    <a:pt x="4365326" y="1432606"/>
                  </a:lnTo>
                  <a:lnTo>
                    <a:pt x="4365484" y="1432606"/>
                  </a:lnTo>
                  <a:lnTo>
                    <a:pt x="4365641" y="1432606"/>
                  </a:lnTo>
                  <a:lnTo>
                    <a:pt x="4365799" y="1432606"/>
                  </a:lnTo>
                  <a:lnTo>
                    <a:pt x="4365957" y="1432606"/>
                  </a:lnTo>
                  <a:lnTo>
                    <a:pt x="4366115" y="1432606"/>
                  </a:lnTo>
                  <a:lnTo>
                    <a:pt x="4366272" y="1432606"/>
                  </a:lnTo>
                  <a:lnTo>
                    <a:pt x="4366430" y="1432606"/>
                  </a:lnTo>
                  <a:lnTo>
                    <a:pt x="4366588" y="1432606"/>
                  </a:lnTo>
                  <a:lnTo>
                    <a:pt x="4366588" y="1432175"/>
                  </a:lnTo>
                  <a:lnTo>
                    <a:pt x="4366588" y="1431745"/>
                  </a:lnTo>
                  <a:lnTo>
                    <a:pt x="4366745" y="1431745"/>
                  </a:lnTo>
                  <a:lnTo>
                    <a:pt x="4366903" y="1431745"/>
                  </a:lnTo>
                  <a:lnTo>
                    <a:pt x="4367061" y="1431745"/>
                  </a:lnTo>
                  <a:lnTo>
                    <a:pt x="4367219" y="1431745"/>
                  </a:lnTo>
                  <a:lnTo>
                    <a:pt x="4367376" y="1431745"/>
                  </a:lnTo>
                  <a:lnTo>
                    <a:pt x="4367534" y="1431745"/>
                  </a:lnTo>
                  <a:lnTo>
                    <a:pt x="4367692" y="1431745"/>
                  </a:lnTo>
                  <a:lnTo>
                    <a:pt x="4367849" y="1431745"/>
                  </a:lnTo>
                  <a:lnTo>
                    <a:pt x="4367849" y="1431314"/>
                  </a:lnTo>
                  <a:lnTo>
                    <a:pt x="4368007" y="1431314"/>
                  </a:lnTo>
                  <a:lnTo>
                    <a:pt x="4368165" y="1431314"/>
                  </a:lnTo>
                  <a:lnTo>
                    <a:pt x="4368323" y="1431314"/>
                  </a:lnTo>
                  <a:lnTo>
                    <a:pt x="4368480" y="1431314"/>
                  </a:lnTo>
                  <a:lnTo>
                    <a:pt x="4368638" y="1431314"/>
                  </a:lnTo>
                  <a:lnTo>
                    <a:pt x="4368796" y="1431314"/>
                  </a:lnTo>
                  <a:lnTo>
                    <a:pt x="4368796" y="1430883"/>
                  </a:lnTo>
                  <a:lnTo>
                    <a:pt x="4368954" y="1430883"/>
                  </a:lnTo>
                  <a:lnTo>
                    <a:pt x="4369111" y="1430883"/>
                  </a:lnTo>
                  <a:lnTo>
                    <a:pt x="4369269" y="1430883"/>
                  </a:lnTo>
                  <a:lnTo>
                    <a:pt x="4369269" y="1430453"/>
                  </a:lnTo>
                  <a:lnTo>
                    <a:pt x="4369427" y="1430453"/>
                  </a:lnTo>
                  <a:lnTo>
                    <a:pt x="4369584" y="1430453"/>
                  </a:lnTo>
                  <a:lnTo>
                    <a:pt x="4369742" y="1430453"/>
                  </a:lnTo>
                  <a:lnTo>
                    <a:pt x="4369900" y="1430453"/>
                  </a:lnTo>
                  <a:lnTo>
                    <a:pt x="4370058" y="1430453"/>
                  </a:lnTo>
                  <a:lnTo>
                    <a:pt x="4370215" y="1430453"/>
                  </a:lnTo>
                  <a:lnTo>
                    <a:pt x="4370373" y="1430453"/>
                  </a:lnTo>
                  <a:lnTo>
                    <a:pt x="4370531" y="1430453"/>
                  </a:lnTo>
                  <a:lnTo>
                    <a:pt x="4370688" y="1430453"/>
                  </a:lnTo>
                  <a:lnTo>
                    <a:pt x="4370846" y="1430453"/>
                  </a:lnTo>
                  <a:lnTo>
                    <a:pt x="4371004" y="1430453"/>
                  </a:lnTo>
                  <a:lnTo>
                    <a:pt x="4371162" y="1430453"/>
                  </a:lnTo>
                  <a:lnTo>
                    <a:pt x="4371162" y="1430022"/>
                  </a:lnTo>
                  <a:lnTo>
                    <a:pt x="4371319" y="1430022"/>
                  </a:lnTo>
                  <a:lnTo>
                    <a:pt x="4371477" y="1430022"/>
                  </a:lnTo>
                  <a:lnTo>
                    <a:pt x="4371477" y="1429592"/>
                  </a:lnTo>
                  <a:lnTo>
                    <a:pt x="4371635" y="1429592"/>
                  </a:lnTo>
                  <a:lnTo>
                    <a:pt x="4371792" y="1429592"/>
                  </a:lnTo>
                  <a:lnTo>
                    <a:pt x="4371950" y="1429592"/>
                  </a:lnTo>
                  <a:lnTo>
                    <a:pt x="4372108" y="1429592"/>
                  </a:lnTo>
                  <a:lnTo>
                    <a:pt x="4372266" y="1429592"/>
                  </a:lnTo>
                  <a:lnTo>
                    <a:pt x="4372423" y="1429592"/>
                  </a:lnTo>
                  <a:lnTo>
                    <a:pt x="4372581" y="1429592"/>
                  </a:lnTo>
                  <a:lnTo>
                    <a:pt x="4372739" y="1429592"/>
                  </a:lnTo>
                  <a:lnTo>
                    <a:pt x="4372896" y="1429592"/>
                  </a:lnTo>
                  <a:lnTo>
                    <a:pt x="4373054" y="1429592"/>
                  </a:lnTo>
                  <a:lnTo>
                    <a:pt x="4373212" y="1429592"/>
                  </a:lnTo>
                  <a:lnTo>
                    <a:pt x="4373370" y="1429592"/>
                  </a:lnTo>
                  <a:lnTo>
                    <a:pt x="4373527" y="1429592"/>
                  </a:lnTo>
                  <a:lnTo>
                    <a:pt x="4373685" y="1429592"/>
                  </a:lnTo>
                  <a:lnTo>
                    <a:pt x="4373843" y="1429592"/>
                  </a:lnTo>
                  <a:lnTo>
                    <a:pt x="4374001" y="1429592"/>
                  </a:lnTo>
                  <a:lnTo>
                    <a:pt x="4374158" y="1429592"/>
                  </a:lnTo>
                  <a:lnTo>
                    <a:pt x="4374316" y="1429592"/>
                  </a:lnTo>
                  <a:lnTo>
                    <a:pt x="4374474" y="1429592"/>
                  </a:lnTo>
                  <a:lnTo>
                    <a:pt x="4374631" y="1429592"/>
                  </a:lnTo>
                  <a:lnTo>
                    <a:pt x="4374789" y="1429592"/>
                  </a:lnTo>
                  <a:lnTo>
                    <a:pt x="4374789" y="1429161"/>
                  </a:lnTo>
                  <a:lnTo>
                    <a:pt x="4374947" y="1429161"/>
                  </a:lnTo>
                  <a:lnTo>
                    <a:pt x="4375105" y="1429161"/>
                  </a:lnTo>
                  <a:lnTo>
                    <a:pt x="4375262" y="1429161"/>
                  </a:lnTo>
                  <a:lnTo>
                    <a:pt x="4375420" y="1429161"/>
                  </a:lnTo>
                  <a:lnTo>
                    <a:pt x="4375578" y="1429161"/>
                  </a:lnTo>
                  <a:lnTo>
                    <a:pt x="4375735" y="1429161"/>
                  </a:lnTo>
                  <a:lnTo>
                    <a:pt x="4375893" y="1429161"/>
                  </a:lnTo>
                  <a:lnTo>
                    <a:pt x="4375893" y="1428730"/>
                  </a:lnTo>
                  <a:lnTo>
                    <a:pt x="4375893" y="1428300"/>
                  </a:lnTo>
                  <a:lnTo>
                    <a:pt x="4376051" y="1428300"/>
                  </a:lnTo>
                  <a:lnTo>
                    <a:pt x="4376209" y="1428300"/>
                  </a:lnTo>
                  <a:lnTo>
                    <a:pt x="4376209" y="1427869"/>
                  </a:lnTo>
                  <a:lnTo>
                    <a:pt x="4376366" y="1427869"/>
                  </a:lnTo>
                  <a:lnTo>
                    <a:pt x="4376366" y="1427439"/>
                  </a:lnTo>
                  <a:lnTo>
                    <a:pt x="4376524" y="1427439"/>
                  </a:lnTo>
                  <a:lnTo>
                    <a:pt x="4376682" y="1427439"/>
                  </a:lnTo>
                  <a:lnTo>
                    <a:pt x="4376839" y="1427439"/>
                  </a:lnTo>
                  <a:lnTo>
                    <a:pt x="4376997" y="1427439"/>
                  </a:lnTo>
                  <a:lnTo>
                    <a:pt x="4377155" y="1427439"/>
                  </a:lnTo>
                  <a:lnTo>
                    <a:pt x="4377313" y="1427439"/>
                  </a:lnTo>
                  <a:lnTo>
                    <a:pt x="4377470" y="1427439"/>
                  </a:lnTo>
                  <a:lnTo>
                    <a:pt x="4377628" y="1427439"/>
                  </a:lnTo>
                  <a:lnTo>
                    <a:pt x="4377786" y="1427439"/>
                  </a:lnTo>
                  <a:lnTo>
                    <a:pt x="4377943" y="1427439"/>
                  </a:lnTo>
                  <a:lnTo>
                    <a:pt x="4378101" y="1427439"/>
                  </a:lnTo>
                  <a:lnTo>
                    <a:pt x="4378101" y="1427008"/>
                  </a:lnTo>
                  <a:lnTo>
                    <a:pt x="4378259" y="1427008"/>
                  </a:lnTo>
                  <a:lnTo>
                    <a:pt x="4378259" y="1426577"/>
                  </a:lnTo>
                  <a:lnTo>
                    <a:pt x="4378417" y="1426577"/>
                  </a:lnTo>
                  <a:lnTo>
                    <a:pt x="4378574" y="1426577"/>
                  </a:lnTo>
                  <a:lnTo>
                    <a:pt x="4378732" y="1426577"/>
                  </a:lnTo>
                  <a:lnTo>
                    <a:pt x="4378890" y="1426577"/>
                  </a:lnTo>
                  <a:lnTo>
                    <a:pt x="4379047" y="1426577"/>
                  </a:lnTo>
                  <a:lnTo>
                    <a:pt x="4379047" y="1426147"/>
                  </a:lnTo>
                  <a:lnTo>
                    <a:pt x="4379205" y="1426147"/>
                  </a:lnTo>
                  <a:lnTo>
                    <a:pt x="4379363" y="1426147"/>
                  </a:lnTo>
                  <a:lnTo>
                    <a:pt x="4379521" y="1426147"/>
                  </a:lnTo>
                  <a:lnTo>
                    <a:pt x="4379678" y="1426147"/>
                  </a:lnTo>
                  <a:lnTo>
                    <a:pt x="4379836" y="1426147"/>
                  </a:lnTo>
                  <a:lnTo>
                    <a:pt x="4379994" y="1426147"/>
                  </a:lnTo>
                  <a:lnTo>
                    <a:pt x="4380152" y="1426147"/>
                  </a:lnTo>
                  <a:lnTo>
                    <a:pt x="4380309" y="1426147"/>
                  </a:lnTo>
                  <a:lnTo>
                    <a:pt x="4380309" y="1425716"/>
                  </a:lnTo>
                  <a:lnTo>
                    <a:pt x="4380467" y="1425716"/>
                  </a:lnTo>
                  <a:lnTo>
                    <a:pt x="4380625" y="1425716"/>
                  </a:lnTo>
                  <a:lnTo>
                    <a:pt x="4380782" y="1425716"/>
                  </a:lnTo>
                  <a:lnTo>
                    <a:pt x="4380940" y="1425716"/>
                  </a:lnTo>
                  <a:lnTo>
                    <a:pt x="4381098" y="1425716"/>
                  </a:lnTo>
                  <a:lnTo>
                    <a:pt x="4381098" y="1425286"/>
                  </a:lnTo>
                  <a:lnTo>
                    <a:pt x="4381256" y="1425286"/>
                  </a:lnTo>
                  <a:lnTo>
                    <a:pt x="4381413" y="1425286"/>
                  </a:lnTo>
                  <a:lnTo>
                    <a:pt x="4381571" y="1425286"/>
                  </a:lnTo>
                  <a:lnTo>
                    <a:pt x="4381571" y="1424855"/>
                  </a:lnTo>
                  <a:lnTo>
                    <a:pt x="4381729" y="1424855"/>
                  </a:lnTo>
                  <a:lnTo>
                    <a:pt x="4381886" y="1424855"/>
                  </a:lnTo>
                  <a:lnTo>
                    <a:pt x="4381886" y="1424424"/>
                  </a:lnTo>
                  <a:lnTo>
                    <a:pt x="4381886" y="1423994"/>
                  </a:lnTo>
                  <a:lnTo>
                    <a:pt x="4382044" y="1423994"/>
                  </a:lnTo>
                  <a:lnTo>
                    <a:pt x="4382202" y="1423994"/>
                  </a:lnTo>
                  <a:lnTo>
                    <a:pt x="4382360" y="1423994"/>
                  </a:lnTo>
                  <a:lnTo>
                    <a:pt x="4382360" y="1423563"/>
                  </a:lnTo>
                  <a:lnTo>
                    <a:pt x="4382517" y="1423563"/>
                  </a:lnTo>
                  <a:lnTo>
                    <a:pt x="4382675" y="1423563"/>
                  </a:lnTo>
                  <a:lnTo>
                    <a:pt x="4382833" y="1423563"/>
                  </a:lnTo>
                  <a:lnTo>
                    <a:pt x="4382990" y="1423563"/>
                  </a:lnTo>
                  <a:lnTo>
                    <a:pt x="4383148" y="1423563"/>
                  </a:lnTo>
                  <a:lnTo>
                    <a:pt x="4383306" y="1423563"/>
                  </a:lnTo>
                  <a:lnTo>
                    <a:pt x="4383464" y="1423563"/>
                  </a:lnTo>
                  <a:lnTo>
                    <a:pt x="4383621" y="1423563"/>
                  </a:lnTo>
                  <a:lnTo>
                    <a:pt x="4383779" y="1423563"/>
                  </a:lnTo>
                  <a:lnTo>
                    <a:pt x="4383937" y="1423563"/>
                  </a:lnTo>
                  <a:lnTo>
                    <a:pt x="4384094" y="1423563"/>
                  </a:lnTo>
                  <a:lnTo>
                    <a:pt x="4384094" y="1423133"/>
                  </a:lnTo>
                  <a:lnTo>
                    <a:pt x="4384252" y="1423133"/>
                  </a:lnTo>
                  <a:lnTo>
                    <a:pt x="4384252" y="1422702"/>
                  </a:lnTo>
                  <a:lnTo>
                    <a:pt x="4384410" y="1422702"/>
                  </a:lnTo>
                  <a:lnTo>
                    <a:pt x="4384568" y="1422702"/>
                  </a:lnTo>
                  <a:lnTo>
                    <a:pt x="4384725" y="1422702"/>
                  </a:lnTo>
                  <a:lnTo>
                    <a:pt x="4384725" y="1422271"/>
                  </a:lnTo>
                  <a:lnTo>
                    <a:pt x="4384883" y="1422271"/>
                  </a:lnTo>
                  <a:lnTo>
                    <a:pt x="4384883" y="1421841"/>
                  </a:lnTo>
                  <a:lnTo>
                    <a:pt x="4385041" y="1421841"/>
                  </a:lnTo>
                  <a:lnTo>
                    <a:pt x="4385199" y="1421841"/>
                  </a:lnTo>
                  <a:lnTo>
                    <a:pt x="4385356" y="1421841"/>
                  </a:lnTo>
                  <a:lnTo>
                    <a:pt x="4385356" y="1421410"/>
                  </a:lnTo>
                  <a:lnTo>
                    <a:pt x="4385514" y="1421410"/>
                  </a:lnTo>
                  <a:lnTo>
                    <a:pt x="4385514" y="1420980"/>
                  </a:lnTo>
                  <a:lnTo>
                    <a:pt x="4385514" y="1420549"/>
                  </a:lnTo>
                  <a:lnTo>
                    <a:pt x="4385672" y="1420549"/>
                  </a:lnTo>
                  <a:lnTo>
                    <a:pt x="4385829" y="1420549"/>
                  </a:lnTo>
                  <a:lnTo>
                    <a:pt x="4385987" y="1420549"/>
                  </a:lnTo>
                  <a:lnTo>
                    <a:pt x="4386145" y="1420549"/>
                  </a:lnTo>
                  <a:lnTo>
                    <a:pt x="4386303" y="1420549"/>
                  </a:lnTo>
                  <a:lnTo>
                    <a:pt x="4386460" y="1420549"/>
                  </a:lnTo>
                  <a:lnTo>
                    <a:pt x="4386460" y="1420118"/>
                  </a:lnTo>
                  <a:lnTo>
                    <a:pt x="4386460" y="1419688"/>
                  </a:lnTo>
                  <a:lnTo>
                    <a:pt x="4386460" y="1419257"/>
                  </a:lnTo>
                  <a:lnTo>
                    <a:pt x="4386618" y="1419257"/>
                  </a:lnTo>
                  <a:lnTo>
                    <a:pt x="4386618" y="1418827"/>
                  </a:lnTo>
                  <a:lnTo>
                    <a:pt x="4386776" y="1418827"/>
                  </a:lnTo>
                  <a:lnTo>
                    <a:pt x="4386933" y="1418827"/>
                  </a:lnTo>
                  <a:lnTo>
                    <a:pt x="4386933" y="1418396"/>
                  </a:lnTo>
                  <a:lnTo>
                    <a:pt x="4386933" y="1417965"/>
                  </a:lnTo>
                  <a:lnTo>
                    <a:pt x="4387091" y="1417965"/>
                  </a:lnTo>
                  <a:lnTo>
                    <a:pt x="4387249" y="1417965"/>
                  </a:lnTo>
                  <a:lnTo>
                    <a:pt x="4387407" y="1417965"/>
                  </a:lnTo>
                  <a:lnTo>
                    <a:pt x="4387564" y="1417965"/>
                  </a:lnTo>
                  <a:lnTo>
                    <a:pt x="4387722" y="1417965"/>
                  </a:lnTo>
                  <a:lnTo>
                    <a:pt x="4387880" y="1417965"/>
                  </a:lnTo>
                  <a:lnTo>
                    <a:pt x="4388037" y="1417965"/>
                  </a:lnTo>
                  <a:lnTo>
                    <a:pt x="4388195" y="1417965"/>
                  </a:lnTo>
                  <a:lnTo>
                    <a:pt x="4388353" y="1417965"/>
                  </a:lnTo>
                  <a:lnTo>
                    <a:pt x="4388511" y="1417965"/>
                  </a:lnTo>
                  <a:lnTo>
                    <a:pt x="4388668" y="1417965"/>
                  </a:lnTo>
                  <a:lnTo>
                    <a:pt x="4388826" y="1417965"/>
                  </a:lnTo>
                  <a:lnTo>
                    <a:pt x="4388984" y="1417965"/>
                  </a:lnTo>
                  <a:lnTo>
                    <a:pt x="4389141" y="1417965"/>
                  </a:lnTo>
                  <a:lnTo>
                    <a:pt x="4389299" y="1417965"/>
                  </a:lnTo>
                  <a:lnTo>
                    <a:pt x="4389457" y="1417965"/>
                  </a:lnTo>
                  <a:lnTo>
                    <a:pt x="4389615" y="1417965"/>
                  </a:lnTo>
                  <a:lnTo>
                    <a:pt x="4389772" y="1417965"/>
                  </a:lnTo>
                  <a:lnTo>
                    <a:pt x="4389930" y="1417965"/>
                  </a:lnTo>
                  <a:lnTo>
                    <a:pt x="4389930" y="1417535"/>
                  </a:lnTo>
                  <a:lnTo>
                    <a:pt x="4389930" y="1417104"/>
                  </a:lnTo>
                  <a:lnTo>
                    <a:pt x="4390088" y="1417104"/>
                  </a:lnTo>
                  <a:lnTo>
                    <a:pt x="4390245" y="1417104"/>
                  </a:lnTo>
                  <a:lnTo>
                    <a:pt x="4390403" y="1417104"/>
                  </a:lnTo>
                  <a:lnTo>
                    <a:pt x="4390561" y="1417104"/>
                  </a:lnTo>
                  <a:lnTo>
                    <a:pt x="4390719" y="1417104"/>
                  </a:lnTo>
                  <a:lnTo>
                    <a:pt x="4390876" y="1417104"/>
                  </a:lnTo>
                  <a:lnTo>
                    <a:pt x="4391034" y="1417104"/>
                  </a:lnTo>
                  <a:lnTo>
                    <a:pt x="4391192" y="1417104"/>
                  </a:lnTo>
                  <a:lnTo>
                    <a:pt x="4391350" y="1417104"/>
                  </a:lnTo>
                  <a:lnTo>
                    <a:pt x="4391507" y="1417104"/>
                  </a:lnTo>
                  <a:lnTo>
                    <a:pt x="4391507" y="1416674"/>
                  </a:lnTo>
                  <a:lnTo>
                    <a:pt x="4391665" y="1416674"/>
                  </a:lnTo>
                  <a:lnTo>
                    <a:pt x="4391823" y="1416674"/>
                  </a:lnTo>
                  <a:lnTo>
                    <a:pt x="4391980" y="1416674"/>
                  </a:lnTo>
                  <a:lnTo>
                    <a:pt x="4392138" y="1416674"/>
                  </a:lnTo>
                  <a:lnTo>
                    <a:pt x="4392138" y="1416243"/>
                  </a:lnTo>
                  <a:lnTo>
                    <a:pt x="4392296" y="1416243"/>
                  </a:lnTo>
                  <a:lnTo>
                    <a:pt x="4392454" y="1416243"/>
                  </a:lnTo>
                  <a:lnTo>
                    <a:pt x="4392611" y="1416243"/>
                  </a:lnTo>
                  <a:lnTo>
                    <a:pt x="4392769" y="1416243"/>
                  </a:lnTo>
                  <a:lnTo>
                    <a:pt x="4392769" y="1415812"/>
                  </a:lnTo>
                  <a:lnTo>
                    <a:pt x="4392927" y="1415812"/>
                  </a:lnTo>
                  <a:lnTo>
                    <a:pt x="4393084" y="1415812"/>
                  </a:lnTo>
                  <a:lnTo>
                    <a:pt x="4393242" y="1415812"/>
                  </a:lnTo>
                  <a:lnTo>
                    <a:pt x="4393400" y="1415812"/>
                  </a:lnTo>
                  <a:lnTo>
                    <a:pt x="4393400" y="1415382"/>
                  </a:lnTo>
                  <a:lnTo>
                    <a:pt x="4393558" y="1415382"/>
                  </a:lnTo>
                  <a:lnTo>
                    <a:pt x="4393715" y="1415382"/>
                  </a:lnTo>
                  <a:lnTo>
                    <a:pt x="4393873" y="1415382"/>
                  </a:lnTo>
                  <a:lnTo>
                    <a:pt x="4393873" y="1414951"/>
                  </a:lnTo>
                  <a:lnTo>
                    <a:pt x="4394031" y="1414951"/>
                  </a:lnTo>
                  <a:lnTo>
                    <a:pt x="4394188" y="1414951"/>
                  </a:lnTo>
                  <a:lnTo>
                    <a:pt x="4394346" y="1414951"/>
                  </a:lnTo>
                  <a:lnTo>
                    <a:pt x="4394504" y="1414951"/>
                  </a:lnTo>
                  <a:lnTo>
                    <a:pt x="4394662" y="1414951"/>
                  </a:lnTo>
                  <a:lnTo>
                    <a:pt x="4394819" y="1414951"/>
                  </a:lnTo>
                  <a:lnTo>
                    <a:pt x="4394977" y="1414951"/>
                  </a:lnTo>
                  <a:lnTo>
                    <a:pt x="4395135" y="1414951"/>
                  </a:lnTo>
                  <a:lnTo>
                    <a:pt x="4395292" y="1414951"/>
                  </a:lnTo>
                  <a:lnTo>
                    <a:pt x="4395292" y="1414521"/>
                  </a:lnTo>
                  <a:lnTo>
                    <a:pt x="4395450" y="1414521"/>
                  </a:lnTo>
                  <a:lnTo>
                    <a:pt x="4395608" y="1414521"/>
                  </a:lnTo>
                  <a:lnTo>
                    <a:pt x="4395766" y="1414521"/>
                  </a:lnTo>
                  <a:lnTo>
                    <a:pt x="4395923" y="1414521"/>
                  </a:lnTo>
                  <a:lnTo>
                    <a:pt x="4396081" y="1414521"/>
                  </a:lnTo>
                  <a:lnTo>
                    <a:pt x="4396239" y="1414521"/>
                  </a:lnTo>
                  <a:lnTo>
                    <a:pt x="4396397" y="1414521"/>
                  </a:lnTo>
                  <a:lnTo>
                    <a:pt x="4396554" y="1414521"/>
                  </a:lnTo>
                  <a:lnTo>
                    <a:pt x="4396712" y="1414521"/>
                  </a:lnTo>
                  <a:lnTo>
                    <a:pt x="4396870" y="1414521"/>
                  </a:lnTo>
                  <a:lnTo>
                    <a:pt x="4397027" y="1414521"/>
                  </a:lnTo>
                  <a:lnTo>
                    <a:pt x="4397185" y="1414521"/>
                  </a:lnTo>
                  <a:lnTo>
                    <a:pt x="4397343" y="1414521"/>
                  </a:lnTo>
                  <a:lnTo>
                    <a:pt x="4397343" y="1414090"/>
                  </a:lnTo>
                  <a:lnTo>
                    <a:pt x="4397501" y="1414090"/>
                  </a:lnTo>
                  <a:lnTo>
                    <a:pt x="4397658" y="1414090"/>
                  </a:lnTo>
                  <a:lnTo>
                    <a:pt x="4397816" y="1414090"/>
                  </a:lnTo>
                  <a:lnTo>
                    <a:pt x="4397974" y="1414090"/>
                  </a:lnTo>
                  <a:lnTo>
                    <a:pt x="4398131" y="1414090"/>
                  </a:lnTo>
                  <a:lnTo>
                    <a:pt x="4398131" y="1413659"/>
                  </a:lnTo>
                  <a:lnTo>
                    <a:pt x="4398289" y="1413659"/>
                  </a:lnTo>
                  <a:lnTo>
                    <a:pt x="4398447" y="1413659"/>
                  </a:lnTo>
                  <a:lnTo>
                    <a:pt x="4398605" y="1413659"/>
                  </a:lnTo>
                  <a:lnTo>
                    <a:pt x="4398605" y="1413229"/>
                  </a:lnTo>
                  <a:lnTo>
                    <a:pt x="4398762" y="1413229"/>
                  </a:lnTo>
                  <a:lnTo>
                    <a:pt x="4398920" y="1413229"/>
                  </a:lnTo>
                  <a:lnTo>
                    <a:pt x="4399078" y="1413229"/>
                  </a:lnTo>
                  <a:lnTo>
                    <a:pt x="4399235" y="1413229"/>
                  </a:lnTo>
                  <a:lnTo>
                    <a:pt x="4399393" y="1413229"/>
                  </a:lnTo>
                  <a:lnTo>
                    <a:pt x="4399551" y="1413229"/>
                  </a:lnTo>
                  <a:lnTo>
                    <a:pt x="4399709" y="1413229"/>
                  </a:lnTo>
                  <a:lnTo>
                    <a:pt x="4399866" y="1413229"/>
                  </a:lnTo>
                  <a:lnTo>
                    <a:pt x="4400024" y="1413229"/>
                  </a:lnTo>
                  <a:lnTo>
                    <a:pt x="4400182" y="1413229"/>
                  </a:lnTo>
                  <a:lnTo>
                    <a:pt x="4400339" y="1413229"/>
                  </a:lnTo>
                  <a:lnTo>
                    <a:pt x="4400497" y="1413229"/>
                  </a:lnTo>
                  <a:lnTo>
                    <a:pt x="4400655" y="1413229"/>
                  </a:lnTo>
                  <a:lnTo>
                    <a:pt x="4400813" y="1413229"/>
                  </a:lnTo>
                  <a:lnTo>
                    <a:pt x="4400970" y="1413229"/>
                  </a:lnTo>
                  <a:lnTo>
                    <a:pt x="4401128" y="1413229"/>
                  </a:lnTo>
                  <a:lnTo>
                    <a:pt x="4401128" y="1412798"/>
                  </a:lnTo>
                  <a:lnTo>
                    <a:pt x="4401286" y="1412798"/>
                  </a:lnTo>
                  <a:lnTo>
                    <a:pt x="4401286" y="1412368"/>
                  </a:lnTo>
                  <a:lnTo>
                    <a:pt x="4401443" y="1412368"/>
                  </a:lnTo>
                  <a:lnTo>
                    <a:pt x="4401601" y="1412368"/>
                  </a:lnTo>
                  <a:lnTo>
                    <a:pt x="4401759" y="1412368"/>
                  </a:lnTo>
                  <a:lnTo>
                    <a:pt x="4401759" y="1411937"/>
                  </a:lnTo>
                  <a:lnTo>
                    <a:pt x="4401759" y="1411506"/>
                  </a:lnTo>
                  <a:lnTo>
                    <a:pt x="4401917" y="1411506"/>
                  </a:lnTo>
                  <a:lnTo>
                    <a:pt x="4401917" y="1411076"/>
                  </a:lnTo>
                  <a:lnTo>
                    <a:pt x="4402074" y="1411076"/>
                  </a:lnTo>
                  <a:lnTo>
                    <a:pt x="4402232" y="1411076"/>
                  </a:lnTo>
                  <a:lnTo>
                    <a:pt x="4402390" y="1411076"/>
                  </a:lnTo>
                  <a:lnTo>
                    <a:pt x="4402548" y="1411076"/>
                  </a:lnTo>
                  <a:lnTo>
                    <a:pt x="4402705" y="1411076"/>
                  </a:lnTo>
                  <a:lnTo>
                    <a:pt x="4402863" y="1411076"/>
                  </a:lnTo>
                  <a:lnTo>
                    <a:pt x="4403021" y="1411076"/>
                  </a:lnTo>
                  <a:lnTo>
                    <a:pt x="4403178" y="1411076"/>
                  </a:lnTo>
                  <a:lnTo>
                    <a:pt x="4403336" y="1411076"/>
                  </a:lnTo>
                  <a:lnTo>
                    <a:pt x="4403494" y="1411076"/>
                  </a:lnTo>
                  <a:lnTo>
                    <a:pt x="4403652" y="1411076"/>
                  </a:lnTo>
                  <a:lnTo>
                    <a:pt x="4403652" y="1410645"/>
                  </a:lnTo>
                  <a:lnTo>
                    <a:pt x="4403809" y="1410645"/>
                  </a:lnTo>
                  <a:lnTo>
                    <a:pt x="4403967" y="1410645"/>
                  </a:lnTo>
                  <a:lnTo>
                    <a:pt x="4404125" y="1410645"/>
                  </a:lnTo>
                  <a:lnTo>
                    <a:pt x="4404125" y="1410215"/>
                  </a:lnTo>
                  <a:lnTo>
                    <a:pt x="4404282" y="1410215"/>
                  </a:lnTo>
                  <a:lnTo>
                    <a:pt x="4404282" y="1409784"/>
                  </a:lnTo>
                  <a:lnTo>
                    <a:pt x="4404440" y="1409784"/>
                  </a:lnTo>
                  <a:lnTo>
                    <a:pt x="4404598" y="1409784"/>
                  </a:lnTo>
                  <a:lnTo>
                    <a:pt x="4404756" y="1409784"/>
                  </a:lnTo>
                  <a:lnTo>
                    <a:pt x="4404913" y="1409784"/>
                  </a:lnTo>
                  <a:lnTo>
                    <a:pt x="4404913" y="1409353"/>
                  </a:lnTo>
                  <a:lnTo>
                    <a:pt x="4405071" y="1409353"/>
                  </a:lnTo>
                  <a:lnTo>
                    <a:pt x="4405229" y="1409353"/>
                  </a:lnTo>
                  <a:lnTo>
                    <a:pt x="4405229" y="1408923"/>
                  </a:lnTo>
                  <a:lnTo>
                    <a:pt x="4405386" y="1408923"/>
                  </a:lnTo>
                  <a:lnTo>
                    <a:pt x="4405386" y="1408492"/>
                  </a:lnTo>
                  <a:lnTo>
                    <a:pt x="4405544" y="1408492"/>
                  </a:lnTo>
                  <a:lnTo>
                    <a:pt x="4405702" y="1408492"/>
                  </a:lnTo>
                  <a:lnTo>
                    <a:pt x="4405702" y="1408062"/>
                  </a:lnTo>
                  <a:lnTo>
                    <a:pt x="4405860" y="1408062"/>
                  </a:lnTo>
                  <a:lnTo>
                    <a:pt x="4405860" y="1407631"/>
                  </a:lnTo>
                  <a:lnTo>
                    <a:pt x="4406017" y="1407631"/>
                  </a:lnTo>
                  <a:lnTo>
                    <a:pt x="4406175" y="1407631"/>
                  </a:lnTo>
                  <a:lnTo>
                    <a:pt x="4406175" y="1407200"/>
                  </a:lnTo>
                  <a:lnTo>
                    <a:pt x="4406333" y="1407200"/>
                  </a:lnTo>
                  <a:lnTo>
                    <a:pt x="4406490" y="1407200"/>
                  </a:lnTo>
                  <a:lnTo>
                    <a:pt x="4406648" y="1407200"/>
                  </a:lnTo>
                  <a:lnTo>
                    <a:pt x="4406806" y="1407200"/>
                  </a:lnTo>
                  <a:lnTo>
                    <a:pt x="4406964" y="1407200"/>
                  </a:lnTo>
                  <a:lnTo>
                    <a:pt x="4407121" y="1407200"/>
                  </a:lnTo>
                  <a:lnTo>
                    <a:pt x="4407279" y="1407200"/>
                  </a:lnTo>
                  <a:lnTo>
                    <a:pt x="4407437" y="1407200"/>
                  </a:lnTo>
                  <a:lnTo>
                    <a:pt x="4407595" y="1407200"/>
                  </a:lnTo>
                  <a:lnTo>
                    <a:pt x="4407752" y="1407200"/>
                  </a:lnTo>
                  <a:lnTo>
                    <a:pt x="4407910" y="1407200"/>
                  </a:lnTo>
                  <a:lnTo>
                    <a:pt x="4407910" y="1406770"/>
                  </a:lnTo>
                  <a:lnTo>
                    <a:pt x="4408068" y="1406770"/>
                  </a:lnTo>
                  <a:lnTo>
                    <a:pt x="4408225" y="1406770"/>
                  </a:lnTo>
                  <a:lnTo>
                    <a:pt x="4408383" y="1406770"/>
                  </a:lnTo>
                  <a:lnTo>
                    <a:pt x="4408541" y="1406770"/>
                  </a:lnTo>
                  <a:lnTo>
                    <a:pt x="4408541" y="1406339"/>
                  </a:lnTo>
                  <a:lnTo>
                    <a:pt x="4408699" y="1406339"/>
                  </a:lnTo>
                  <a:lnTo>
                    <a:pt x="4408856" y="1406339"/>
                  </a:lnTo>
                  <a:lnTo>
                    <a:pt x="4409014" y="1406339"/>
                  </a:lnTo>
                  <a:lnTo>
                    <a:pt x="4409014" y="1405909"/>
                  </a:lnTo>
                  <a:lnTo>
                    <a:pt x="4409172" y="1405909"/>
                  </a:lnTo>
                  <a:lnTo>
                    <a:pt x="4409172" y="1405478"/>
                  </a:lnTo>
                  <a:lnTo>
                    <a:pt x="4409329" y="1405478"/>
                  </a:lnTo>
                  <a:lnTo>
                    <a:pt x="4409487" y="1405478"/>
                  </a:lnTo>
                  <a:lnTo>
                    <a:pt x="4409645" y="1405478"/>
                  </a:lnTo>
                  <a:lnTo>
                    <a:pt x="4409803" y="1405478"/>
                  </a:lnTo>
                  <a:lnTo>
                    <a:pt x="4409803" y="1405047"/>
                  </a:lnTo>
                  <a:lnTo>
                    <a:pt x="4409803" y="1404617"/>
                  </a:lnTo>
                  <a:lnTo>
                    <a:pt x="4409803" y="1404186"/>
                  </a:lnTo>
                  <a:lnTo>
                    <a:pt x="4409960" y="1404186"/>
                  </a:lnTo>
                  <a:lnTo>
                    <a:pt x="4410118" y="1404186"/>
                  </a:lnTo>
                  <a:lnTo>
                    <a:pt x="4410276" y="1404186"/>
                  </a:lnTo>
                  <a:lnTo>
                    <a:pt x="4410276" y="1403756"/>
                  </a:lnTo>
                  <a:lnTo>
                    <a:pt x="4410433" y="1403756"/>
                  </a:lnTo>
                  <a:lnTo>
                    <a:pt x="4410591" y="1403756"/>
                  </a:lnTo>
                  <a:lnTo>
                    <a:pt x="4410749" y="1403756"/>
                  </a:lnTo>
                  <a:lnTo>
                    <a:pt x="4410907" y="1403756"/>
                  </a:lnTo>
                  <a:lnTo>
                    <a:pt x="4411064" y="1403756"/>
                  </a:lnTo>
                  <a:lnTo>
                    <a:pt x="4411064" y="1403325"/>
                  </a:lnTo>
                  <a:lnTo>
                    <a:pt x="4411222" y="1403325"/>
                  </a:lnTo>
                  <a:lnTo>
                    <a:pt x="4411380" y="1403325"/>
                  </a:lnTo>
                  <a:lnTo>
                    <a:pt x="4411537" y="1403325"/>
                  </a:lnTo>
                  <a:lnTo>
                    <a:pt x="4411695" y="1403325"/>
                  </a:lnTo>
                  <a:lnTo>
                    <a:pt x="4411853" y="1403325"/>
                  </a:lnTo>
                  <a:lnTo>
                    <a:pt x="4412011" y="1403325"/>
                  </a:lnTo>
                  <a:lnTo>
                    <a:pt x="4412168" y="1403325"/>
                  </a:lnTo>
                  <a:lnTo>
                    <a:pt x="4412168" y="1402894"/>
                  </a:lnTo>
                  <a:lnTo>
                    <a:pt x="4412326" y="1402894"/>
                  </a:lnTo>
                  <a:lnTo>
                    <a:pt x="4412484" y="1402894"/>
                  </a:lnTo>
                  <a:lnTo>
                    <a:pt x="4412641" y="1402894"/>
                  </a:lnTo>
                  <a:lnTo>
                    <a:pt x="4412799" y="1402894"/>
                  </a:lnTo>
                  <a:lnTo>
                    <a:pt x="4412957" y="1402894"/>
                  </a:lnTo>
                  <a:lnTo>
                    <a:pt x="4413115" y="1402894"/>
                  </a:lnTo>
                  <a:lnTo>
                    <a:pt x="4413272" y="1402894"/>
                  </a:lnTo>
                  <a:lnTo>
                    <a:pt x="4413272" y="1402464"/>
                  </a:lnTo>
                  <a:lnTo>
                    <a:pt x="4413430" y="1402464"/>
                  </a:lnTo>
                  <a:lnTo>
                    <a:pt x="4413430" y="1402033"/>
                  </a:lnTo>
                  <a:lnTo>
                    <a:pt x="4413430" y="1401603"/>
                  </a:lnTo>
                  <a:lnTo>
                    <a:pt x="4413588" y="1401603"/>
                  </a:lnTo>
                  <a:lnTo>
                    <a:pt x="4413746" y="1401603"/>
                  </a:lnTo>
                  <a:lnTo>
                    <a:pt x="4413903" y="1401603"/>
                  </a:lnTo>
                  <a:lnTo>
                    <a:pt x="4414061" y="1401603"/>
                  </a:lnTo>
                  <a:lnTo>
                    <a:pt x="4414219" y="1401603"/>
                  </a:lnTo>
                  <a:lnTo>
                    <a:pt x="4414376" y="1401603"/>
                  </a:lnTo>
                  <a:lnTo>
                    <a:pt x="4414534" y="1401603"/>
                  </a:lnTo>
                  <a:lnTo>
                    <a:pt x="4414692" y="1401603"/>
                  </a:lnTo>
                  <a:lnTo>
                    <a:pt x="4414850" y="1401603"/>
                  </a:lnTo>
                  <a:lnTo>
                    <a:pt x="4414850" y="1401172"/>
                  </a:lnTo>
                  <a:lnTo>
                    <a:pt x="4415007" y="1401172"/>
                  </a:lnTo>
                  <a:lnTo>
                    <a:pt x="4415165" y="1401172"/>
                  </a:lnTo>
                  <a:lnTo>
                    <a:pt x="4415323" y="1401172"/>
                  </a:lnTo>
                  <a:lnTo>
                    <a:pt x="4415323" y="1400741"/>
                  </a:lnTo>
                  <a:lnTo>
                    <a:pt x="4415480" y="1400741"/>
                  </a:lnTo>
                  <a:lnTo>
                    <a:pt x="4415638" y="1400741"/>
                  </a:lnTo>
                  <a:lnTo>
                    <a:pt x="4415796" y="1400741"/>
                  </a:lnTo>
                  <a:lnTo>
                    <a:pt x="4415954" y="1400741"/>
                  </a:lnTo>
                  <a:lnTo>
                    <a:pt x="4416111" y="1400741"/>
                  </a:lnTo>
                  <a:lnTo>
                    <a:pt x="4416269" y="1400741"/>
                  </a:lnTo>
                  <a:lnTo>
                    <a:pt x="4416427" y="1400741"/>
                  </a:lnTo>
                  <a:lnTo>
                    <a:pt x="4416427" y="1400311"/>
                  </a:lnTo>
                  <a:lnTo>
                    <a:pt x="4416427" y="1399880"/>
                  </a:lnTo>
                  <a:lnTo>
                    <a:pt x="4416584" y="1399880"/>
                  </a:lnTo>
                  <a:lnTo>
                    <a:pt x="4416742" y="1399880"/>
                  </a:lnTo>
                  <a:lnTo>
                    <a:pt x="4416900" y="1399880"/>
                  </a:lnTo>
                  <a:lnTo>
                    <a:pt x="4416900" y="1399450"/>
                  </a:lnTo>
                  <a:lnTo>
                    <a:pt x="4417058" y="1399450"/>
                  </a:lnTo>
                  <a:lnTo>
                    <a:pt x="4417058" y="1399019"/>
                  </a:lnTo>
                  <a:lnTo>
                    <a:pt x="4417058" y="1398588"/>
                  </a:lnTo>
                  <a:lnTo>
                    <a:pt x="4417215" y="1398588"/>
                  </a:lnTo>
                  <a:lnTo>
                    <a:pt x="4417215" y="1398158"/>
                  </a:lnTo>
                  <a:lnTo>
                    <a:pt x="4417373" y="1398158"/>
                  </a:lnTo>
                  <a:lnTo>
                    <a:pt x="4417531" y="1398158"/>
                  </a:lnTo>
                  <a:lnTo>
                    <a:pt x="4417688" y="1398158"/>
                  </a:lnTo>
                  <a:lnTo>
                    <a:pt x="4417846" y="1398158"/>
                  </a:lnTo>
                  <a:lnTo>
                    <a:pt x="4418004" y="1398158"/>
                  </a:lnTo>
                  <a:lnTo>
                    <a:pt x="4418004" y="1397727"/>
                  </a:lnTo>
                  <a:lnTo>
                    <a:pt x="4418162" y="1397727"/>
                  </a:lnTo>
                  <a:lnTo>
                    <a:pt x="4418319" y="1397727"/>
                  </a:lnTo>
                  <a:lnTo>
                    <a:pt x="4418477" y="1397727"/>
                  </a:lnTo>
                  <a:lnTo>
                    <a:pt x="4418635" y="1397727"/>
                  </a:lnTo>
                  <a:lnTo>
                    <a:pt x="4418793" y="1397727"/>
                  </a:lnTo>
                  <a:lnTo>
                    <a:pt x="4418950" y="1397727"/>
                  </a:lnTo>
                  <a:lnTo>
                    <a:pt x="4418950" y="1397297"/>
                  </a:lnTo>
                  <a:lnTo>
                    <a:pt x="4418950" y="1396866"/>
                  </a:lnTo>
                  <a:lnTo>
                    <a:pt x="4418950" y="1396435"/>
                  </a:lnTo>
                  <a:lnTo>
                    <a:pt x="4419108" y="1396435"/>
                  </a:lnTo>
                  <a:lnTo>
                    <a:pt x="4419266" y="1396435"/>
                  </a:lnTo>
                  <a:lnTo>
                    <a:pt x="4419423" y="1396435"/>
                  </a:lnTo>
                  <a:lnTo>
                    <a:pt x="4419423" y="1396005"/>
                  </a:lnTo>
                  <a:lnTo>
                    <a:pt x="4419581" y="1396005"/>
                  </a:lnTo>
                  <a:lnTo>
                    <a:pt x="4419581" y="1395574"/>
                  </a:lnTo>
                  <a:lnTo>
                    <a:pt x="4419581" y="1395144"/>
                  </a:lnTo>
                  <a:lnTo>
                    <a:pt x="4419739" y="1395144"/>
                  </a:lnTo>
                  <a:lnTo>
                    <a:pt x="4419897" y="1395144"/>
                  </a:lnTo>
                  <a:lnTo>
                    <a:pt x="4420054" y="1395144"/>
                  </a:lnTo>
                  <a:lnTo>
                    <a:pt x="4420212" y="1395144"/>
                  </a:lnTo>
                  <a:lnTo>
                    <a:pt x="4420370" y="1395144"/>
                  </a:lnTo>
                  <a:lnTo>
                    <a:pt x="4420527" y="1395144"/>
                  </a:lnTo>
                  <a:lnTo>
                    <a:pt x="4420527" y="1394713"/>
                  </a:lnTo>
                  <a:lnTo>
                    <a:pt x="4420685" y="1394713"/>
                  </a:lnTo>
                  <a:lnTo>
                    <a:pt x="4420843" y="1394713"/>
                  </a:lnTo>
                  <a:lnTo>
                    <a:pt x="4421001" y="1394713"/>
                  </a:lnTo>
                  <a:lnTo>
                    <a:pt x="4421001" y="1394282"/>
                  </a:lnTo>
                  <a:lnTo>
                    <a:pt x="4421158" y="1394282"/>
                  </a:lnTo>
                  <a:lnTo>
                    <a:pt x="4421316" y="1394282"/>
                  </a:lnTo>
                  <a:lnTo>
                    <a:pt x="4421474" y="1394282"/>
                  </a:lnTo>
                  <a:lnTo>
                    <a:pt x="4421631" y="1394282"/>
                  </a:lnTo>
                  <a:lnTo>
                    <a:pt x="4421789" y="1394282"/>
                  </a:lnTo>
                  <a:lnTo>
                    <a:pt x="4421947" y="1394282"/>
                  </a:lnTo>
                  <a:lnTo>
                    <a:pt x="4421947" y="1393852"/>
                  </a:lnTo>
                  <a:lnTo>
                    <a:pt x="4421947" y="1393421"/>
                  </a:lnTo>
                  <a:lnTo>
                    <a:pt x="4422105" y="1393421"/>
                  </a:lnTo>
                  <a:lnTo>
                    <a:pt x="4422105" y="1392991"/>
                  </a:lnTo>
                  <a:lnTo>
                    <a:pt x="4422262" y="1392991"/>
                  </a:lnTo>
                  <a:lnTo>
                    <a:pt x="4422420" y="1392991"/>
                  </a:lnTo>
                  <a:lnTo>
                    <a:pt x="4422420" y="1392560"/>
                  </a:lnTo>
                  <a:lnTo>
                    <a:pt x="4422420" y="1392129"/>
                  </a:lnTo>
                  <a:lnTo>
                    <a:pt x="4422578" y="1392129"/>
                  </a:lnTo>
                  <a:lnTo>
                    <a:pt x="4422735" y="1392129"/>
                  </a:lnTo>
                  <a:lnTo>
                    <a:pt x="4422735" y="1391699"/>
                  </a:lnTo>
                  <a:lnTo>
                    <a:pt x="4422893" y="1391699"/>
                  </a:lnTo>
                  <a:lnTo>
                    <a:pt x="4423051" y="1391699"/>
                  </a:lnTo>
                  <a:lnTo>
                    <a:pt x="4423209" y="1391699"/>
                  </a:lnTo>
                  <a:lnTo>
                    <a:pt x="4423366" y="1391699"/>
                  </a:lnTo>
                  <a:lnTo>
                    <a:pt x="4423524" y="1391699"/>
                  </a:lnTo>
                  <a:lnTo>
                    <a:pt x="4423682" y="1391699"/>
                  </a:lnTo>
                  <a:lnTo>
                    <a:pt x="4423839" y="1391699"/>
                  </a:lnTo>
                  <a:lnTo>
                    <a:pt x="4423997" y="1391699"/>
                  </a:lnTo>
                  <a:lnTo>
                    <a:pt x="4424155" y="1391699"/>
                  </a:lnTo>
                  <a:lnTo>
                    <a:pt x="4424313" y="1391699"/>
                  </a:lnTo>
                  <a:lnTo>
                    <a:pt x="4424470" y="1391699"/>
                  </a:lnTo>
                  <a:lnTo>
                    <a:pt x="4424470" y="1391268"/>
                  </a:lnTo>
                  <a:lnTo>
                    <a:pt x="4424628" y="1391268"/>
                  </a:lnTo>
                  <a:lnTo>
                    <a:pt x="4424786" y="1391268"/>
                  </a:lnTo>
                  <a:lnTo>
                    <a:pt x="4424944" y="1391268"/>
                  </a:lnTo>
                  <a:lnTo>
                    <a:pt x="4425101" y="1391268"/>
                  </a:lnTo>
                  <a:lnTo>
                    <a:pt x="4425259" y="1391268"/>
                  </a:lnTo>
                  <a:lnTo>
                    <a:pt x="4425259" y="1390838"/>
                  </a:lnTo>
                  <a:lnTo>
                    <a:pt x="4425259" y="1390407"/>
                  </a:lnTo>
                  <a:lnTo>
                    <a:pt x="4425259" y="1389976"/>
                  </a:lnTo>
                  <a:lnTo>
                    <a:pt x="4425417" y="1389976"/>
                  </a:lnTo>
                  <a:lnTo>
                    <a:pt x="4425574" y="1389976"/>
                  </a:lnTo>
                  <a:lnTo>
                    <a:pt x="4425732" y="1389976"/>
                  </a:lnTo>
                  <a:lnTo>
                    <a:pt x="4425732" y="1389546"/>
                  </a:lnTo>
                  <a:lnTo>
                    <a:pt x="4425890" y="1389546"/>
                  </a:lnTo>
                  <a:lnTo>
                    <a:pt x="4426048" y="1389546"/>
                  </a:lnTo>
                  <a:lnTo>
                    <a:pt x="4426048" y="1389115"/>
                  </a:lnTo>
                  <a:lnTo>
                    <a:pt x="4426205" y="1389115"/>
                  </a:lnTo>
                  <a:lnTo>
                    <a:pt x="4426363" y="1389115"/>
                  </a:lnTo>
                  <a:lnTo>
                    <a:pt x="4426521" y="1389115"/>
                  </a:lnTo>
                  <a:lnTo>
                    <a:pt x="4426521" y="1388685"/>
                  </a:lnTo>
                  <a:lnTo>
                    <a:pt x="4426678" y="1388685"/>
                  </a:lnTo>
                  <a:lnTo>
                    <a:pt x="4426678" y="1388254"/>
                  </a:lnTo>
                  <a:lnTo>
                    <a:pt x="4426678" y="1387823"/>
                  </a:lnTo>
                  <a:lnTo>
                    <a:pt x="4426836" y="1387823"/>
                  </a:lnTo>
                  <a:lnTo>
                    <a:pt x="4426836" y="1387393"/>
                  </a:lnTo>
                  <a:lnTo>
                    <a:pt x="4426994" y="1387393"/>
                  </a:lnTo>
                  <a:lnTo>
                    <a:pt x="4427152" y="1387393"/>
                  </a:lnTo>
                  <a:lnTo>
                    <a:pt x="4427152" y="1386962"/>
                  </a:lnTo>
                  <a:lnTo>
                    <a:pt x="4427309" y="1386962"/>
                  </a:lnTo>
                  <a:lnTo>
                    <a:pt x="4427467" y="1386962"/>
                  </a:lnTo>
                  <a:lnTo>
                    <a:pt x="4427625" y="1386962"/>
                  </a:lnTo>
                  <a:lnTo>
                    <a:pt x="4427625" y="1386532"/>
                  </a:lnTo>
                  <a:lnTo>
                    <a:pt x="4427625" y="1386101"/>
                  </a:lnTo>
                  <a:lnTo>
                    <a:pt x="4427782" y="1386101"/>
                  </a:lnTo>
                  <a:lnTo>
                    <a:pt x="4427940" y="1386101"/>
                  </a:lnTo>
                  <a:lnTo>
                    <a:pt x="4428098" y="1386101"/>
                  </a:lnTo>
                  <a:lnTo>
                    <a:pt x="4428256" y="1386101"/>
                  </a:lnTo>
                  <a:lnTo>
                    <a:pt x="4428256" y="1385670"/>
                  </a:lnTo>
                  <a:lnTo>
                    <a:pt x="4428413" y="1385670"/>
                  </a:lnTo>
                  <a:lnTo>
                    <a:pt x="4428571" y="1385670"/>
                  </a:lnTo>
                  <a:lnTo>
                    <a:pt x="4428571" y="1385240"/>
                  </a:lnTo>
                  <a:lnTo>
                    <a:pt x="4428729" y="1385240"/>
                  </a:lnTo>
                  <a:lnTo>
                    <a:pt x="4428729" y="1384809"/>
                  </a:lnTo>
                  <a:lnTo>
                    <a:pt x="4428886" y="1384809"/>
                  </a:lnTo>
                  <a:lnTo>
                    <a:pt x="4428886" y="1384379"/>
                  </a:lnTo>
                  <a:lnTo>
                    <a:pt x="4428886" y="1383948"/>
                  </a:lnTo>
                  <a:lnTo>
                    <a:pt x="4428886" y="1383517"/>
                  </a:lnTo>
                  <a:lnTo>
                    <a:pt x="4429044" y="1383517"/>
                  </a:lnTo>
                  <a:lnTo>
                    <a:pt x="4429202" y="1383517"/>
                  </a:lnTo>
                  <a:lnTo>
                    <a:pt x="4429360" y="1383517"/>
                  </a:lnTo>
                  <a:lnTo>
                    <a:pt x="4429517" y="1383517"/>
                  </a:lnTo>
                  <a:lnTo>
                    <a:pt x="4429675" y="1383517"/>
                  </a:lnTo>
                  <a:lnTo>
                    <a:pt x="4429833" y="1383517"/>
                  </a:lnTo>
                  <a:lnTo>
                    <a:pt x="4429990" y="1383517"/>
                  </a:lnTo>
                  <a:lnTo>
                    <a:pt x="4430148" y="1383517"/>
                  </a:lnTo>
                  <a:lnTo>
                    <a:pt x="4430306" y="1383517"/>
                  </a:lnTo>
                  <a:lnTo>
                    <a:pt x="4430464" y="1383517"/>
                  </a:lnTo>
                  <a:lnTo>
                    <a:pt x="4430621" y="1383517"/>
                  </a:lnTo>
                  <a:lnTo>
                    <a:pt x="4430621" y="1383087"/>
                  </a:lnTo>
                  <a:lnTo>
                    <a:pt x="4430779" y="1383087"/>
                  </a:lnTo>
                  <a:lnTo>
                    <a:pt x="4430937" y="1383087"/>
                  </a:lnTo>
                  <a:lnTo>
                    <a:pt x="4430937" y="1382656"/>
                  </a:lnTo>
                  <a:lnTo>
                    <a:pt x="4431095" y="1382656"/>
                  </a:lnTo>
                  <a:lnTo>
                    <a:pt x="4431095" y="1382226"/>
                  </a:lnTo>
                  <a:lnTo>
                    <a:pt x="4431252" y="1382226"/>
                  </a:lnTo>
                  <a:lnTo>
                    <a:pt x="4431410" y="1382226"/>
                  </a:lnTo>
                  <a:lnTo>
                    <a:pt x="4431568" y="1382226"/>
                  </a:lnTo>
                  <a:lnTo>
                    <a:pt x="4431725" y="1382226"/>
                  </a:lnTo>
                  <a:lnTo>
                    <a:pt x="4431883" y="1382226"/>
                  </a:lnTo>
                  <a:lnTo>
                    <a:pt x="4432041" y="1382226"/>
                  </a:lnTo>
                  <a:lnTo>
                    <a:pt x="4432041" y="1381795"/>
                  </a:lnTo>
                  <a:lnTo>
                    <a:pt x="4432199" y="1381795"/>
                  </a:lnTo>
                  <a:lnTo>
                    <a:pt x="4432199" y="1381364"/>
                  </a:lnTo>
                  <a:lnTo>
                    <a:pt x="4432199" y="1380934"/>
                  </a:lnTo>
                  <a:lnTo>
                    <a:pt x="4432356" y="1380934"/>
                  </a:lnTo>
                  <a:lnTo>
                    <a:pt x="4432514" y="1380934"/>
                  </a:lnTo>
                  <a:lnTo>
                    <a:pt x="4432672" y="1380934"/>
                  </a:lnTo>
                  <a:lnTo>
                    <a:pt x="4432829" y="1380934"/>
                  </a:lnTo>
                  <a:lnTo>
                    <a:pt x="4432987" y="1380934"/>
                  </a:lnTo>
                  <a:lnTo>
                    <a:pt x="4433145" y="1380934"/>
                  </a:lnTo>
                  <a:lnTo>
                    <a:pt x="4433145" y="1380503"/>
                  </a:lnTo>
                  <a:lnTo>
                    <a:pt x="4433303" y="1380503"/>
                  </a:lnTo>
                  <a:lnTo>
                    <a:pt x="4433460" y="1380503"/>
                  </a:lnTo>
                  <a:lnTo>
                    <a:pt x="4433460" y="1380073"/>
                  </a:lnTo>
                  <a:lnTo>
                    <a:pt x="4433618" y="1380073"/>
                  </a:lnTo>
                  <a:lnTo>
                    <a:pt x="4433776" y="1380073"/>
                  </a:lnTo>
                  <a:lnTo>
                    <a:pt x="4433933" y="1380073"/>
                  </a:lnTo>
                  <a:lnTo>
                    <a:pt x="4433933" y="1379642"/>
                  </a:lnTo>
                  <a:lnTo>
                    <a:pt x="4433933" y="1379211"/>
                  </a:lnTo>
                  <a:lnTo>
                    <a:pt x="4434091" y="1379211"/>
                  </a:lnTo>
                  <a:lnTo>
                    <a:pt x="4434249" y="1379211"/>
                  </a:lnTo>
                  <a:lnTo>
                    <a:pt x="4434407" y="1379211"/>
                  </a:lnTo>
                  <a:lnTo>
                    <a:pt x="4434564" y="1379211"/>
                  </a:lnTo>
                  <a:lnTo>
                    <a:pt x="4434722" y="1379211"/>
                  </a:lnTo>
                  <a:lnTo>
                    <a:pt x="4434880" y="1379211"/>
                  </a:lnTo>
                  <a:lnTo>
                    <a:pt x="4435037" y="1379211"/>
                  </a:lnTo>
                  <a:lnTo>
                    <a:pt x="4435195" y="1379211"/>
                  </a:lnTo>
                  <a:lnTo>
                    <a:pt x="4435353" y="1379211"/>
                  </a:lnTo>
                  <a:lnTo>
                    <a:pt x="4435511" y="1379211"/>
                  </a:lnTo>
                  <a:lnTo>
                    <a:pt x="4435668" y="1379211"/>
                  </a:lnTo>
                  <a:lnTo>
                    <a:pt x="4435826" y="1379211"/>
                  </a:lnTo>
                  <a:lnTo>
                    <a:pt x="4435984" y="1379211"/>
                  </a:lnTo>
                  <a:lnTo>
                    <a:pt x="4436142" y="1379211"/>
                  </a:lnTo>
                  <a:lnTo>
                    <a:pt x="4436142" y="1378781"/>
                  </a:lnTo>
                  <a:lnTo>
                    <a:pt x="4436299" y="1378781"/>
                  </a:lnTo>
                  <a:lnTo>
                    <a:pt x="4436457" y="1378781"/>
                  </a:lnTo>
                  <a:lnTo>
                    <a:pt x="4436457" y="1378350"/>
                  </a:lnTo>
                  <a:lnTo>
                    <a:pt x="4436615" y="1378350"/>
                  </a:lnTo>
                  <a:lnTo>
                    <a:pt x="4436772" y="1378350"/>
                  </a:lnTo>
                  <a:lnTo>
                    <a:pt x="4436930" y="1378350"/>
                  </a:lnTo>
                  <a:lnTo>
                    <a:pt x="4437088" y="1378350"/>
                  </a:lnTo>
                  <a:lnTo>
                    <a:pt x="4437246" y="1378350"/>
                  </a:lnTo>
                  <a:lnTo>
                    <a:pt x="4437403" y="1378350"/>
                  </a:lnTo>
                  <a:lnTo>
                    <a:pt x="4437561" y="1378350"/>
                  </a:lnTo>
                  <a:lnTo>
                    <a:pt x="4437719" y="1378350"/>
                  </a:lnTo>
                  <a:lnTo>
                    <a:pt x="4437719" y="1377920"/>
                  </a:lnTo>
                  <a:lnTo>
                    <a:pt x="4437876" y="1377920"/>
                  </a:lnTo>
                  <a:lnTo>
                    <a:pt x="4437876" y="1377489"/>
                  </a:lnTo>
                  <a:lnTo>
                    <a:pt x="4438034" y="1377489"/>
                  </a:lnTo>
                  <a:lnTo>
                    <a:pt x="4438034" y="1377058"/>
                  </a:lnTo>
                  <a:lnTo>
                    <a:pt x="4438192" y="1377058"/>
                  </a:lnTo>
                  <a:lnTo>
                    <a:pt x="4438350" y="1377058"/>
                  </a:lnTo>
                  <a:lnTo>
                    <a:pt x="4438507" y="1377058"/>
                  </a:lnTo>
                  <a:lnTo>
                    <a:pt x="4438665" y="1377058"/>
                  </a:lnTo>
                  <a:lnTo>
                    <a:pt x="4438823" y="1377058"/>
                  </a:lnTo>
                  <a:lnTo>
                    <a:pt x="4438980" y="1377058"/>
                  </a:lnTo>
                  <a:lnTo>
                    <a:pt x="4439138" y="1377058"/>
                  </a:lnTo>
                  <a:lnTo>
                    <a:pt x="4439296" y="1377058"/>
                  </a:lnTo>
                  <a:lnTo>
                    <a:pt x="4439454" y="1377058"/>
                  </a:lnTo>
                  <a:lnTo>
                    <a:pt x="4439454" y="1376628"/>
                  </a:lnTo>
                  <a:lnTo>
                    <a:pt x="4439454" y="1376197"/>
                  </a:lnTo>
                  <a:lnTo>
                    <a:pt x="4439611" y="1376197"/>
                  </a:lnTo>
                  <a:lnTo>
                    <a:pt x="4439769" y="1376197"/>
                  </a:lnTo>
                  <a:lnTo>
                    <a:pt x="4439927" y="1376197"/>
                  </a:lnTo>
                  <a:lnTo>
                    <a:pt x="4440084" y="1376197"/>
                  </a:lnTo>
                  <a:lnTo>
                    <a:pt x="4440242" y="1376197"/>
                  </a:lnTo>
                  <a:lnTo>
                    <a:pt x="4440400" y="1376197"/>
                  </a:lnTo>
                  <a:lnTo>
                    <a:pt x="4440558" y="1376197"/>
                  </a:lnTo>
                  <a:lnTo>
                    <a:pt x="4440715" y="1376197"/>
                  </a:lnTo>
                  <a:lnTo>
                    <a:pt x="4440715" y="1375767"/>
                  </a:lnTo>
                  <a:lnTo>
                    <a:pt x="4440873" y="1375767"/>
                  </a:lnTo>
                  <a:lnTo>
                    <a:pt x="4440873" y="1375336"/>
                  </a:lnTo>
                  <a:lnTo>
                    <a:pt x="4441031" y="1375336"/>
                  </a:lnTo>
                  <a:lnTo>
                    <a:pt x="4441188" y="1375336"/>
                  </a:lnTo>
                  <a:lnTo>
                    <a:pt x="4441346" y="1375336"/>
                  </a:lnTo>
                  <a:lnTo>
                    <a:pt x="4441504" y="1375336"/>
                  </a:lnTo>
                  <a:lnTo>
                    <a:pt x="4441662" y="1375336"/>
                  </a:lnTo>
                  <a:lnTo>
                    <a:pt x="4441819" y="1375336"/>
                  </a:lnTo>
                  <a:lnTo>
                    <a:pt x="4441977" y="1375336"/>
                  </a:lnTo>
                  <a:lnTo>
                    <a:pt x="4442135" y="1375336"/>
                  </a:lnTo>
                  <a:lnTo>
                    <a:pt x="4442293" y="1375336"/>
                  </a:lnTo>
                  <a:lnTo>
                    <a:pt x="4442450" y="1375336"/>
                  </a:lnTo>
                  <a:lnTo>
                    <a:pt x="4442450" y="1374905"/>
                  </a:lnTo>
                  <a:lnTo>
                    <a:pt x="4442608" y="1374905"/>
                  </a:lnTo>
                  <a:lnTo>
                    <a:pt x="4442608" y="1374475"/>
                  </a:lnTo>
                  <a:lnTo>
                    <a:pt x="4442766" y="1374475"/>
                  </a:lnTo>
                  <a:lnTo>
                    <a:pt x="4442923" y="1374475"/>
                  </a:lnTo>
                  <a:lnTo>
                    <a:pt x="4442923" y="1374044"/>
                  </a:lnTo>
                  <a:lnTo>
                    <a:pt x="4443081" y="1374044"/>
                  </a:lnTo>
                  <a:lnTo>
                    <a:pt x="4443239" y="1374044"/>
                  </a:lnTo>
                  <a:lnTo>
                    <a:pt x="4443397" y="1374044"/>
                  </a:lnTo>
                  <a:lnTo>
                    <a:pt x="4443554" y="1374044"/>
                  </a:lnTo>
                  <a:lnTo>
                    <a:pt x="4443554" y="1373614"/>
                  </a:lnTo>
                  <a:lnTo>
                    <a:pt x="4443712" y="1373614"/>
                  </a:lnTo>
                  <a:lnTo>
                    <a:pt x="4443870" y="1373614"/>
                  </a:lnTo>
                  <a:lnTo>
                    <a:pt x="4444027" y="1373614"/>
                  </a:lnTo>
                  <a:lnTo>
                    <a:pt x="4444185" y="1373614"/>
                  </a:lnTo>
                  <a:lnTo>
                    <a:pt x="4444185" y="1373183"/>
                  </a:lnTo>
                  <a:lnTo>
                    <a:pt x="4444185" y="1372752"/>
                  </a:lnTo>
                  <a:lnTo>
                    <a:pt x="4444185" y="1372322"/>
                  </a:lnTo>
                  <a:lnTo>
                    <a:pt x="4444343" y="1372322"/>
                  </a:lnTo>
                  <a:lnTo>
                    <a:pt x="4444501" y="1372322"/>
                  </a:lnTo>
                  <a:lnTo>
                    <a:pt x="4444658" y="1372322"/>
                  </a:lnTo>
                  <a:lnTo>
                    <a:pt x="4444816" y="1372322"/>
                  </a:lnTo>
                  <a:lnTo>
                    <a:pt x="4444974" y="1372322"/>
                  </a:lnTo>
                  <a:lnTo>
                    <a:pt x="4445131" y="1372322"/>
                  </a:lnTo>
                  <a:lnTo>
                    <a:pt x="4445131" y="1371891"/>
                  </a:lnTo>
                  <a:lnTo>
                    <a:pt x="4445289" y="1371891"/>
                  </a:lnTo>
                  <a:lnTo>
                    <a:pt x="4445447" y="1371891"/>
                  </a:lnTo>
                  <a:lnTo>
                    <a:pt x="4445605" y="1371891"/>
                  </a:lnTo>
                  <a:lnTo>
                    <a:pt x="4445762" y="1371891"/>
                  </a:lnTo>
                  <a:lnTo>
                    <a:pt x="4445920" y="1371891"/>
                  </a:lnTo>
                  <a:lnTo>
                    <a:pt x="4446078" y="1371891"/>
                  </a:lnTo>
                  <a:lnTo>
                    <a:pt x="4446235" y="1371891"/>
                  </a:lnTo>
                  <a:lnTo>
                    <a:pt x="4446393" y="1371891"/>
                  </a:lnTo>
                  <a:lnTo>
                    <a:pt x="4446551" y="1371891"/>
                  </a:lnTo>
                  <a:lnTo>
                    <a:pt x="4446709" y="1371891"/>
                  </a:lnTo>
                  <a:lnTo>
                    <a:pt x="4446866" y="1371891"/>
                  </a:lnTo>
                  <a:lnTo>
                    <a:pt x="4447024" y="1371891"/>
                  </a:lnTo>
                  <a:lnTo>
                    <a:pt x="4447024" y="1371461"/>
                  </a:lnTo>
                  <a:lnTo>
                    <a:pt x="4447182" y="1371461"/>
                  </a:lnTo>
                  <a:lnTo>
                    <a:pt x="4447182" y="1371030"/>
                  </a:lnTo>
                  <a:lnTo>
                    <a:pt x="4447340" y="1371030"/>
                  </a:lnTo>
                  <a:lnTo>
                    <a:pt x="4447497" y="1371030"/>
                  </a:lnTo>
                  <a:lnTo>
                    <a:pt x="4447655" y="1371030"/>
                  </a:lnTo>
                  <a:lnTo>
                    <a:pt x="4447813" y="1371030"/>
                  </a:lnTo>
                  <a:lnTo>
                    <a:pt x="4447970" y="1371030"/>
                  </a:lnTo>
                  <a:lnTo>
                    <a:pt x="4448128" y="1371030"/>
                  </a:lnTo>
                  <a:lnTo>
                    <a:pt x="4448286" y="1371030"/>
                  </a:lnTo>
                  <a:lnTo>
                    <a:pt x="4448444" y="1371030"/>
                  </a:lnTo>
                  <a:lnTo>
                    <a:pt x="4448601" y="1371030"/>
                  </a:lnTo>
                  <a:lnTo>
                    <a:pt x="4448759" y="1371030"/>
                  </a:lnTo>
                  <a:lnTo>
                    <a:pt x="4448759" y="1370599"/>
                  </a:lnTo>
                  <a:lnTo>
                    <a:pt x="4448917" y="1370599"/>
                  </a:lnTo>
                  <a:lnTo>
                    <a:pt x="4449074" y="1370599"/>
                  </a:lnTo>
                  <a:lnTo>
                    <a:pt x="4449074" y="1370169"/>
                  </a:lnTo>
                  <a:lnTo>
                    <a:pt x="4449232" y="1370169"/>
                  </a:lnTo>
                  <a:lnTo>
                    <a:pt x="4449390" y="1370169"/>
                  </a:lnTo>
                  <a:lnTo>
                    <a:pt x="4449548" y="1370169"/>
                  </a:lnTo>
                  <a:lnTo>
                    <a:pt x="4449548" y="1369738"/>
                  </a:lnTo>
                  <a:lnTo>
                    <a:pt x="4449705" y="1369738"/>
                  </a:lnTo>
                  <a:lnTo>
                    <a:pt x="4449863" y="1369738"/>
                  </a:lnTo>
                  <a:lnTo>
                    <a:pt x="4450021" y="1369738"/>
                  </a:lnTo>
                  <a:lnTo>
                    <a:pt x="4450178" y="1369738"/>
                  </a:lnTo>
                  <a:lnTo>
                    <a:pt x="4450336" y="1369738"/>
                  </a:lnTo>
                  <a:lnTo>
                    <a:pt x="4450336" y="1369308"/>
                  </a:lnTo>
                  <a:lnTo>
                    <a:pt x="4450494" y="1369308"/>
                  </a:lnTo>
                  <a:lnTo>
                    <a:pt x="4450652" y="1369308"/>
                  </a:lnTo>
                  <a:lnTo>
                    <a:pt x="4450809" y="1369308"/>
                  </a:lnTo>
                  <a:lnTo>
                    <a:pt x="4450967" y="1369308"/>
                  </a:lnTo>
                  <a:lnTo>
                    <a:pt x="4451125" y="1369308"/>
                  </a:lnTo>
                  <a:lnTo>
                    <a:pt x="4451282" y="1369308"/>
                  </a:lnTo>
                  <a:lnTo>
                    <a:pt x="4451440" y="1369308"/>
                  </a:lnTo>
                  <a:lnTo>
                    <a:pt x="4451598" y="1369308"/>
                  </a:lnTo>
                  <a:lnTo>
                    <a:pt x="4451756" y="1369308"/>
                  </a:lnTo>
                  <a:lnTo>
                    <a:pt x="4451913" y="1369308"/>
                  </a:lnTo>
                  <a:lnTo>
                    <a:pt x="4452071" y="1369308"/>
                  </a:lnTo>
                  <a:lnTo>
                    <a:pt x="4452229" y="1369308"/>
                  </a:lnTo>
                  <a:lnTo>
                    <a:pt x="4452386" y="1369308"/>
                  </a:lnTo>
                  <a:lnTo>
                    <a:pt x="4452544" y="1369308"/>
                  </a:lnTo>
                  <a:lnTo>
                    <a:pt x="4452702" y="1369308"/>
                  </a:lnTo>
                  <a:lnTo>
                    <a:pt x="4452702" y="1368877"/>
                  </a:lnTo>
                  <a:lnTo>
                    <a:pt x="4452860" y="1368877"/>
                  </a:lnTo>
                  <a:lnTo>
                    <a:pt x="4452860" y="1368446"/>
                  </a:lnTo>
                  <a:lnTo>
                    <a:pt x="4452860" y="1368016"/>
                  </a:lnTo>
                  <a:lnTo>
                    <a:pt x="4453017" y="1368016"/>
                  </a:lnTo>
                  <a:lnTo>
                    <a:pt x="4453175" y="1368016"/>
                  </a:lnTo>
                  <a:lnTo>
                    <a:pt x="4453333" y="1368016"/>
                  </a:lnTo>
                  <a:lnTo>
                    <a:pt x="4453333" y="1367585"/>
                  </a:lnTo>
                  <a:lnTo>
                    <a:pt x="4453491" y="1367585"/>
                  </a:lnTo>
                  <a:lnTo>
                    <a:pt x="4453491" y="1367155"/>
                  </a:lnTo>
                  <a:lnTo>
                    <a:pt x="4453648" y="1367155"/>
                  </a:lnTo>
                  <a:lnTo>
                    <a:pt x="4453806" y="1367155"/>
                  </a:lnTo>
                  <a:lnTo>
                    <a:pt x="4453964" y="1367155"/>
                  </a:lnTo>
                  <a:lnTo>
                    <a:pt x="4454121" y="1367155"/>
                  </a:lnTo>
                  <a:lnTo>
                    <a:pt x="4454121" y="1366724"/>
                  </a:lnTo>
                  <a:lnTo>
                    <a:pt x="4454279" y="1366724"/>
                  </a:lnTo>
                  <a:lnTo>
                    <a:pt x="4454437" y="1366724"/>
                  </a:lnTo>
                  <a:lnTo>
                    <a:pt x="4454437" y="1366293"/>
                  </a:lnTo>
                  <a:lnTo>
                    <a:pt x="4454595" y="1366293"/>
                  </a:lnTo>
                  <a:lnTo>
                    <a:pt x="4454752" y="1366293"/>
                  </a:lnTo>
                  <a:lnTo>
                    <a:pt x="4454910" y="1366293"/>
                  </a:lnTo>
                  <a:lnTo>
                    <a:pt x="4454910" y="1365863"/>
                  </a:lnTo>
                  <a:lnTo>
                    <a:pt x="4455068" y="1365863"/>
                  </a:lnTo>
                  <a:lnTo>
                    <a:pt x="4455068" y="1365432"/>
                  </a:lnTo>
                  <a:lnTo>
                    <a:pt x="4455225" y="1365432"/>
                  </a:lnTo>
                  <a:lnTo>
                    <a:pt x="4455383" y="1365432"/>
                  </a:lnTo>
                  <a:lnTo>
                    <a:pt x="4455541" y="1365432"/>
                  </a:lnTo>
                  <a:lnTo>
                    <a:pt x="4455699" y="1365432"/>
                  </a:lnTo>
                  <a:lnTo>
                    <a:pt x="4455856" y="1365432"/>
                  </a:lnTo>
                  <a:lnTo>
                    <a:pt x="4456014" y="1365432"/>
                  </a:lnTo>
                  <a:lnTo>
                    <a:pt x="4456014" y="1365002"/>
                  </a:lnTo>
                  <a:lnTo>
                    <a:pt x="4456172" y="1365002"/>
                  </a:lnTo>
                  <a:lnTo>
                    <a:pt x="4456329" y="1365002"/>
                  </a:lnTo>
                  <a:lnTo>
                    <a:pt x="4456487" y="1365002"/>
                  </a:lnTo>
                  <a:lnTo>
                    <a:pt x="4456645" y="1365002"/>
                  </a:lnTo>
                  <a:lnTo>
                    <a:pt x="4456803" y="1365002"/>
                  </a:lnTo>
                  <a:lnTo>
                    <a:pt x="4456803" y="1364571"/>
                  </a:lnTo>
                  <a:lnTo>
                    <a:pt x="4456960" y="1364571"/>
                  </a:lnTo>
                  <a:lnTo>
                    <a:pt x="4457118" y="1364571"/>
                  </a:lnTo>
                  <a:lnTo>
                    <a:pt x="4457276" y="1364571"/>
                  </a:lnTo>
                  <a:lnTo>
                    <a:pt x="4457433" y="1364571"/>
                  </a:lnTo>
                  <a:lnTo>
                    <a:pt x="4457591" y="1364571"/>
                  </a:lnTo>
                  <a:lnTo>
                    <a:pt x="4457749" y="1364571"/>
                  </a:lnTo>
                  <a:lnTo>
                    <a:pt x="4457907" y="1364571"/>
                  </a:lnTo>
                  <a:lnTo>
                    <a:pt x="4457907" y="1364140"/>
                  </a:lnTo>
                  <a:lnTo>
                    <a:pt x="4458064" y="1364140"/>
                  </a:lnTo>
                  <a:lnTo>
                    <a:pt x="4458222" y="1364140"/>
                  </a:lnTo>
                  <a:lnTo>
                    <a:pt x="4458380" y="1364140"/>
                  </a:lnTo>
                  <a:lnTo>
                    <a:pt x="4458380" y="1363710"/>
                  </a:lnTo>
                  <a:lnTo>
                    <a:pt x="4458538" y="1363710"/>
                  </a:lnTo>
                  <a:lnTo>
                    <a:pt x="4458695" y="1363710"/>
                  </a:lnTo>
                  <a:lnTo>
                    <a:pt x="4458695" y="1363279"/>
                  </a:lnTo>
                  <a:lnTo>
                    <a:pt x="4458853" y="1363279"/>
                  </a:lnTo>
                  <a:lnTo>
                    <a:pt x="4458853" y="1362849"/>
                  </a:lnTo>
                  <a:lnTo>
                    <a:pt x="4458853" y="1362418"/>
                  </a:lnTo>
                  <a:lnTo>
                    <a:pt x="4459011" y="1362418"/>
                  </a:lnTo>
                  <a:lnTo>
                    <a:pt x="4459168" y="1362418"/>
                  </a:lnTo>
                  <a:lnTo>
                    <a:pt x="4459326" y="1362418"/>
                  </a:lnTo>
                  <a:lnTo>
                    <a:pt x="4459484" y="1362418"/>
                  </a:lnTo>
                  <a:lnTo>
                    <a:pt x="4459642" y="1362418"/>
                  </a:lnTo>
                  <a:lnTo>
                    <a:pt x="4459799" y="1362418"/>
                  </a:lnTo>
                  <a:lnTo>
                    <a:pt x="4459957" y="1362418"/>
                  </a:lnTo>
                  <a:lnTo>
                    <a:pt x="4460115" y="1362418"/>
                  </a:lnTo>
                  <a:lnTo>
                    <a:pt x="4460272" y="1362418"/>
                  </a:lnTo>
                  <a:lnTo>
                    <a:pt x="4460430" y="1362418"/>
                  </a:lnTo>
                  <a:lnTo>
                    <a:pt x="4460588" y="1362418"/>
                  </a:lnTo>
                  <a:lnTo>
                    <a:pt x="4460746" y="1362418"/>
                  </a:lnTo>
                  <a:lnTo>
                    <a:pt x="4460903" y="1362418"/>
                  </a:lnTo>
                  <a:lnTo>
                    <a:pt x="4461061" y="1362418"/>
                  </a:lnTo>
                  <a:lnTo>
                    <a:pt x="4461219" y="1362418"/>
                  </a:lnTo>
                  <a:lnTo>
                    <a:pt x="4461376" y="1362418"/>
                  </a:lnTo>
                  <a:lnTo>
                    <a:pt x="4461534" y="1362418"/>
                  </a:lnTo>
                  <a:lnTo>
                    <a:pt x="4461692" y="1362418"/>
                  </a:lnTo>
                  <a:lnTo>
                    <a:pt x="4461692" y="1361987"/>
                  </a:lnTo>
                  <a:lnTo>
                    <a:pt x="4461850" y="1361987"/>
                  </a:lnTo>
                  <a:lnTo>
                    <a:pt x="4461850" y="1361557"/>
                  </a:lnTo>
                  <a:lnTo>
                    <a:pt x="4462007" y="1361557"/>
                  </a:lnTo>
                  <a:lnTo>
                    <a:pt x="4462165" y="1361557"/>
                  </a:lnTo>
                  <a:lnTo>
                    <a:pt x="4462323" y="1361557"/>
                  </a:lnTo>
                  <a:lnTo>
                    <a:pt x="4462323" y="1361126"/>
                  </a:lnTo>
                  <a:lnTo>
                    <a:pt x="4462480" y="1361126"/>
                  </a:lnTo>
                  <a:lnTo>
                    <a:pt x="4462638" y="1361126"/>
                  </a:lnTo>
                  <a:lnTo>
                    <a:pt x="4462796" y="1361126"/>
                  </a:lnTo>
                  <a:lnTo>
                    <a:pt x="4462954" y="1361126"/>
                  </a:lnTo>
                  <a:lnTo>
                    <a:pt x="4463111" y="1361126"/>
                  </a:lnTo>
                  <a:lnTo>
                    <a:pt x="4463269" y="1361126"/>
                  </a:lnTo>
                  <a:lnTo>
                    <a:pt x="4463269" y="1360696"/>
                  </a:lnTo>
                  <a:lnTo>
                    <a:pt x="4463427" y="1360696"/>
                  </a:lnTo>
                  <a:lnTo>
                    <a:pt x="4463427" y="1360265"/>
                  </a:lnTo>
                  <a:lnTo>
                    <a:pt x="4463584" y="1360265"/>
                  </a:lnTo>
                  <a:lnTo>
                    <a:pt x="4463742" y="1360265"/>
                  </a:lnTo>
                  <a:lnTo>
                    <a:pt x="4463900" y="1360265"/>
                  </a:lnTo>
                  <a:lnTo>
                    <a:pt x="4464058" y="1360265"/>
                  </a:lnTo>
                  <a:lnTo>
                    <a:pt x="4464215" y="1360265"/>
                  </a:lnTo>
                  <a:lnTo>
                    <a:pt x="4464373" y="1360265"/>
                  </a:lnTo>
                  <a:lnTo>
                    <a:pt x="4464531" y="1360265"/>
                  </a:lnTo>
                  <a:lnTo>
                    <a:pt x="4464689" y="1360265"/>
                  </a:lnTo>
                  <a:lnTo>
                    <a:pt x="4464846" y="1360265"/>
                  </a:lnTo>
                  <a:lnTo>
                    <a:pt x="4464846" y="1359834"/>
                  </a:lnTo>
                  <a:lnTo>
                    <a:pt x="4464846" y="1359404"/>
                  </a:lnTo>
                  <a:lnTo>
                    <a:pt x="4465004" y="1359404"/>
                  </a:lnTo>
                  <a:lnTo>
                    <a:pt x="4465162" y="1359404"/>
                  </a:lnTo>
                  <a:lnTo>
                    <a:pt x="4465319" y="1359404"/>
                  </a:lnTo>
                  <a:lnTo>
                    <a:pt x="4465319" y="1358973"/>
                  </a:lnTo>
                  <a:lnTo>
                    <a:pt x="4465477" y="1358973"/>
                  </a:lnTo>
                  <a:lnTo>
                    <a:pt x="4465635" y="1358973"/>
                  </a:lnTo>
                  <a:lnTo>
                    <a:pt x="4465793" y="1358973"/>
                  </a:lnTo>
                  <a:lnTo>
                    <a:pt x="4465950" y="1358973"/>
                  </a:lnTo>
                  <a:lnTo>
                    <a:pt x="4466108" y="1358973"/>
                  </a:lnTo>
                  <a:lnTo>
                    <a:pt x="4466266" y="1358973"/>
                  </a:lnTo>
                  <a:lnTo>
                    <a:pt x="4466423" y="1358973"/>
                  </a:lnTo>
                  <a:lnTo>
                    <a:pt x="4466581" y="1358973"/>
                  </a:lnTo>
                  <a:lnTo>
                    <a:pt x="4466739" y="1358973"/>
                  </a:lnTo>
                  <a:lnTo>
                    <a:pt x="4466897" y="1358973"/>
                  </a:lnTo>
                  <a:lnTo>
                    <a:pt x="4467054" y="1358973"/>
                  </a:lnTo>
                  <a:lnTo>
                    <a:pt x="4467212" y="1358973"/>
                  </a:lnTo>
                  <a:lnTo>
                    <a:pt x="4467370" y="1358973"/>
                  </a:lnTo>
                  <a:lnTo>
                    <a:pt x="4467527" y="1358973"/>
                  </a:lnTo>
                  <a:lnTo>
                    <a:pt x="4467685" y="1358973"/>
                  </a:lnTo>
                  <a:lnTo>
                    <a:pt x="4467843" y="1358973"/>
                  </a:lnTo>
                  <a:lnTo>
                    <a:pt x="4468001" y="1358973"/>
                  </a:lnTo>
                  <a:lnTo>
                    <a:pt x="4468158" y="1358973"/>
                  </a:lnTo>
                  <a:lnTo>
                    <a:pt x="4468316" y="1358973"/>
                  </a:lnTo>
                  <a:lnTo>
                    <a:pt x="4468316" y="1358543"/>
                  </a:lnTo>
                  <a:lnTo>
                    <a:pt x="4468474" y="1358543"/>
                  </a:lnTo>
                  <a:lnTo>
                    <a:pt x="4468631" y="1358543"/>
                  </a:lnTo>
                  <a:lnTo>
                    <a:pt x="4468789" y="1358543"/>
                  </a:lnTo>
                  <a:lnTo>
                    <a:pt x="4468947" y="1358543"/>
                  </a:lnTo>
                  <a:lnTo>
                    <a:pt x="4469105" y="1358543"/>
                  </a:lnTo>
                  <a:lnTo>
                    <a:pt x="4469105" y="1358112"/>
                  </a:lnTo>
                  <a:lnTo>
                    <a:pt x="4469262" y="1358112"/>
                  </a:lnTo>
                  <a:lnTo>
                    <a:pt x="4469420" y="1358112"/>
                  </a:lnTo>
                  <a:lnTo>
                    <a:pt x="4469420" y="1357681"/>
                  </a:lnTo>
                  <a:lnTo>
                    <a:pt x="4469578" y="1357681"/>
                  </a:lnTo>
                  <a:lnTo>
                    <a:pt x="4469736" y="1357681"/>
                  </a:lnTo>
                  <a:lnTo>
                    <a:pt x="4469893" y="1357681"/>
                  </a:lnTo>
                  <a:lnTo>
                    <a:pt x="4469893" y="1357251"/>
                  </a:lnTo>
                  <a:lnTo>
                    <a:pt x="4470051" y="1357251"/>
                  </a:lnTo>
                  <a:lnTo>
                    <a:pt x="4470209" y="1357251"/>
                  </a:lnTo>
                  <a:lnTo>
                    <a:pt x="4470366" y="1357251"/>
                  </a:lnTo>
                  <a:lnTo>
                    <a:pt x="4470524" y="1357251"/>
                  </a:lnTo>
                  <a:lnTo>
                    <a:pt x="4470682" y="1357251"/>
                  </a:lnTo>
                  <a:lnTo>
                    <a:pt x="4470840" y="1357251"/>
                  </a:lnTo>
                  <a:lnTo>
                    <a:pt x="4470997" y="1357251"/>
                  </a:lnTo>
                  <a:lnTo>
                    <a:pt x="4471155" y="1357251"/>
                  </a:lnTo>
                  <a:lnTo>
                    <a:pt x="4471313" y="1357251"/>
                  </a:lnTo>
                  <a:lnTo>
                    <a:pt x="4471470" y="1357251"/>
                  </a:lnTo>
                  <a:lnTo>
                    <a:pt x="4471628" y="1357251"/>
                  </a:lnTo>
                  <a:lnTo>
                    <a:pt x="4471786" y="1357251"/>
                  </a:lnTo>
                  <a:lnTo>
                    <a:pt x="4471786" y="1356820"/>
                  </a:lnTo>
                  <a:lnTo>
                    <a:pt x="4471944" y="1356820"/>
                  </a:lnTo>
                  <a:lnTo>
                    <a:pt x="4472101" y="1356820"/>
                  </a:lnTo>
                  <a:lnTo>
                    <a:pt x="4472259" y="1356820"/>
                  </a:lnTo>
                  <a:lnTo>
                    <a:pt x="4472417" y="1356820"/>
                  </a:lnTo>
                  <a:lnTo>
                    <a:pt x="4472574" y="1356820"/>
                  </a:lnTo>
                  <a:lnTo>
                    <a:pt x="4472732" y="1356820"/>
                  </a:lnTo>
                  <a:lnTo>
                    <a:pt x="4472890" y="1356820"/>
                  </a:lnTo>
                  <a:lnTo>
                    <a:pt x="4473048" y="1356820"/>
                  </a:lnTo>
                  <a:lnTo>
                    <a:pt x="4473205" y="1356820"/>
                  </a:lnTo>
                  <a:lnTo>
                    <a:pt x="4473363" y="1356820"/>
                  </a:lnTo>
                  <a:lnTo>
                    <a:pt x="4473363" y="1356390"/>
                  </a:lnTo>
                  <a:lnTo>
                    <a:pt x="4473521" y="1356390"/>
                  </a:lnTo>
                  <a:lnTo>
                    <a:pt x="4473678" y="1356390"/>
                  </a:lnTo>
                  <a:lnTo>
                    <a:pt x="4473836" y="1356390"/>
                  </a:lnTo>
                  <a:lnTo>
                    <a:pt x="4473994" y="1356390"/>
                  </a:lnTo>
                  <a:lnTo>
                    <a:pt x="4474152" y="1356390"/>
                  </a:lnTo>
                  <a:lnTo>
                    <a:pt x="4474152" y="1355959"/>
                  </a:lnTo>
                  <a:lnTo>
                    <a:pt x="4474309" y="1355959"/>
                  </a:lnTo>
                  <a:lnTo>
                    <a:pt x="4474467" y="1355959"/>
                  </a:lnTo>
                  <a:lnTo>
                    <a:pt x="4474625" y="1355959"/>
                  </a:lnTo>
                  <a:lnTo>
                    <a:pt x="4474782" y="1355959"/>
                  </a:lnTo>
                  <a:lnTo>
                    <a:pt x="4474940" y="1355959"/>
                  </a:lnTo>
                  <a:lnTo>
                    <a:pt x="4475098" y="1355959"/>
                  </a:lnTo>
                  <a:lnTo>
                    <a:pt x="4475256" y="1355959"/>
                  </a:lnTo>
                  <a:lnTo>
                    <a:pt x="4475413" y="1355959"/>
                  </a:lnTo>
                  <a:lnTo>
                    <a:pt x="4475571" y="1355959"/>
                  </a:lnTo>
                  <a:lnTo>
                    <a:pt x="4475729" y="1355959"/>
                  </a:lnTo>
                  <a:lnTo>
                    <a:pt x="4475887" y="1355959"/>
                  </a:lnTo>
                  <a:lnTo>
                    <a:pt x="4476044" y="1355959"/>
                  </a:lnTo>
                  <a:lnTo>
                    <a:pt x="4476202" y="1355959"/>
                  </a:lnTo>
                  <a:lnTo>
                    <a:pt x="4476360" y="1355959"/>
                  </a:lnTo>
                  <a:lnTo>
                    <a:pt x="4476517" y="1355959"/>
                  </a:lnTo>
                  <a:lnTo>
                    <a:pt x="4476675" y="1355959"/>
                  </a:lnTo>
                  <a:lnTo>
                    <a:pt x="4476833" y="1355959"/>
                  </a:lnTo>
                  <a:lnTo>
                    <a:pt x="4476833" y="1355528"/>
                  </a:lnTo>
                  <a:lnTo>
                    <a:pt x="4476833" y="1355098"/>
                  </a:lnTo>
                  <a:lnTo>
                    <a:pt x="4476991" y="1355098"/>
                  </a:lnTo>
                  <a:lnTo>
                    <a:pt x="4477148" y="1355098"/>
                  </a:lnTo>
                  <a:lnTo>
                    <a:pt x="4477306" y="1355098"/>
                  </a:lnTo>
                  <a:lnTo>
                    <a:pt x="4477464" y="1355098"/>
                  </a:lnTo>
                  <a:lnTo>
                    <a:pt x="4477464" y="1354667"/>
                  </a:lnTo>
                  <a:lnTo>
                    <a:pt x="4477621" y="1354667"/>
                  </a:lnTo>
                  <a:lnTo>
                    <a:pt x="4477779" y="1354667"/>
                  </a:lnTo>
                  <a:lnTo>
                    <a:pt x="4477937" y="1354667"/>
                  </a:lnTo>
                  <a:lnTo>
                    <a:pt x="4478095" y="1354667"/>
                  </a:lnTo>
                  <a:lnTo>
                    <a:pt x="4478095" y="1354237"/>
                  </a:lnTo>
                  <a:lnTo>
                    <a:pt x="4478252" y="1354237"/>
                  </a:lnTo>
                  <a:lnTo>
                    <a:pt x="4478252" y="1353806"/>
                  </a:lnTo>
                  <a:lnTo>
                    <a:pt x="4478410" y="1353806"/>
                  </a:lnTo>
                  <a:lnTo>
                    <a:pt x="4478568" y="1353806"/>
                  </a:lnTo>
                  <a:lnTo>
                    <a:pt x="4478725" y="1353806"/>
                  </a:lnTo>
                  <a:lnTo>
                    <a:pt x="4478883" y="1353806"/>
                  </a:lnTo>
                  <a:lnTo>
                    <a:pt x="4479041" y="1353806"/>
                  </a:lnTo>
                  <a:lnTo>
                    <a:pt x="4479199" y="1353806"/>
                  </a:lnTo>
                  <a:lnTo>
                    <a:pt x="4479356" y="1353806"/>
                  </a:lnTo>
                  <a:lnTo>
                    <a:pt x="4479514" y="1353806"/>
                  </a:lnTo>
                  <a:lnTo>
                    <a:pt x="4479672" y="1353806"/>
                  </a:lnTo>
                  <a:lnTo>
                    <a:pt x="4479829" y="1353806"/>
                  </a:lnTo>
                  <a:lnTo>
                    <a:pt x="4479987" y="1353806"/>
                  </a:lnTo>
                  <a:lnTo>
                    <a:pt x="4480145" y="1353806"/>
                  </a:lnTo>
                  <a:lnTo>
                    <a:pt x="4480303" y="1353806"/>
                  </a:lnTo>
                  <a:lnTo>
                    <a:pt x="4480460" y="1353806"/>
                  </a:lnTo>
                  <a:lnTo>
                    <a:pt x="4480618" y="1353806"/>
                  </a:lnTo>
                  <a:lnTo>
                    <a:pt x="4480776" y="1353806"/>
                  </a:lnTo>
                  <a:lnTo>
                    <a:pt x="4480934" y="1353806"/>
                  </a:lnTo>
                  <a:lnTo>
                    <a:pt x="4481091" y="1353806"/>
                  </a:lnTo>
                  <a:lnTo>
                    <a:pt x="4481249" y="1353806"/>
                  </a:lnTo>
                  <a:lnTo>
                    <a:pt x="4481407" y="1353806"/>
                  </a:lnTo>
                  <a:lnTo>
                    <a:pt x="4481564" y="1353806"/>
                  </a:lnTo>
                  <a:lnTo>
                    <a:pt x="4481722" y="1353806"/>
                  </a:lnTo>
                  <a:lnTo>
                    <a:pt x="4481880" y="1353806"/>
                  </a:lnTo>
                  <a:lnTo>
                    <a:pt x="4482038" y="1353806"/>
                  </a:lnTo>
                  <a:lnTo>
                    <a:pt x="4482195" y="1353806"/>
                  </a:lnTo>
                  <a:lnTo>
                    <a:pt x="4482353" y="1353806"/>
                  </a:lnTo>
                  <a:lnTo>
                    <a:pt x="4482511" y="1353806"/>
                  </a:lnTo>
                  <a:lnTo>
                    <a:pt x="4482668" y="1353806"/>
                  </a:lnTo>
                  <a:lnTo>
                    <a:pt x="4482826" y="1353806"/>
                  </a:lnTo>
                  <a:lnTo>
                    <a:pt x="4482984" y="1353806"/>
                  </a:lnTo>
                  <a:lnTo>
                    <a:pt x="4482984" y="1353375"/>
                  </a:lnTo>
                  <a:lnTo>
                    <a:pt x="4482984" y="1352945"/>
                  </a:lnTo>
                  <a:lnTo>
                    <a:pt x="4482984" y="1352514"/>
                  </a:lnTo>
                  <a:lnTo>
                    <a:pt x="4483142" y="1352514"/>
                  </a:lnTo>
                  <a:lnTo>
                    <a:pt x="4483299" y="1352514"/>
                  </a:lnTo>
                  <a:lnTo>
                    <a:pt x="4483457" y="1352514"/>
                  </a:lnTo>
                  <a:lnTo>
                    <a:pt x="4483615" y="1352514"/>
                  </a:lnTo>
                  <a:lnTo>
                    <a:pt x="4483772" y="1352514"/>
                  </a:lnTo>
                  <a:lnTo>
                    <a:pt x="4483930" y="1352514"/>
                  </a:lnTo>
                  <a:lnTo>
                    <a:pt x="4484088" y="1352514"/>
                  </a:lnTo>
                  <a:lnTo>
                    <a:pt x="4484088" y="1352084"/>
                  </a:lnTo>
                  <a:lnTo>
                    <a:pt x="4484246" y="1352084"/>
                  </a:lnTo>
                  <a:lnTo>
                    <a:pt x="4484403" y="1352084"/>
                  </a:lnTo>
                  <a:lnTo>
                    <a:pt x="4484561" y="1352084"/>
                  </a:lnTo>
                  <a:lnTo>
                    <a:pt x="4484719" y="1352084"/>
                  </a:lnTo>
                  <a:lnTo>
                    <a:pt x="4484876" y="1352084"/>
                  </a:lnTo>
                  <a:lnTo>
                    <a:pt x="4484876" y="1351653"/>
                  </a:lnTo>
                  <a:lnTo>
                    <a:pt x="4485034" y="1351653"/>
                  </a:lnTo>
                  <a:lnTo>
                    <a:pt x="4485192" y="1351653"/>
                  </a:lnTo>
                  <a:lnTo>
                    <a:pt x="4485350" y="1351653"/>
                  </a:lnTo>
                  <a:lnTo>
                    <a:pt x="4485350" y="1351222"/>
                  </a:lnTo>
                  <a:lnTo>
                    <a:pt x="4485507" y="1351222"/>
                  </a:lnTo>
                  <a:lnTo>
                    <a:pt x="4485665" y="1351222"/>
                  </a:lnTo>
                  <a:lnTo>
                    <a:pt x="4485823" y="1351222"/>
                  </a:lnTo>
                  <a:lnTo>
                    <a:pt x="4485980" y="1351222"/>
                  </a:lnTo>
                  <a:lnTo>
                    <a:pt x="4486138" y="1351222"/>
                  </a:lnTo>
                  <a:lnTo>
                    <a:pt x="4486138" y="1350792"/>
                  </a:lnTo>
                  <a:lnTo>
                    <a:pt x="4486296" y="1350792"/>
                  </a:lnTo>
                  <a:lnTo>
                    <a:pt x="4486296" y="1350361"/>
                  </a:lnTo>
                  <a:lnTo>
                    <a:pt x="4486454" y="1350361"/>
                  </a:lnTo>
                  <a:lnTo>
                    <a:pt x="4486611" y="1350361"/>
                  </a:lnTo>
                  <a:lnTo>
                    <a:pt x="4486769" y="1350361"/>
                  </a:lnTo>
                  <a:lnTo>
                    <a:pt x="4486769" y="1349931"/>
                  </a:lnTo>
                  <a:lnTo>
                    <a:pt x="4486927" y="1349931"/>
                  </a:lnTo>
                  <a:lnTo>
                    <a:pt x="4487085" y="1349931"/>
                  </a:lnTo>
                  <a:lnTo>
                    <a:pt x="4487242" y="1349931"/>
                  </a:lnTo>
                  <a:lnTo>
                    <a:pt x="4487400" y="1349931"/>
                  </a:lnTo>
                  <a:lnTo>
                    <a:pt x="4487558" y="1349931"/>
                  </a:lnTo>
                  <a:lnTo>
                    <a:pt x="4487715" y="1349931"/>
                  </a:lnTo>
                  <a:lnTo>
                    <a:pt x="4487873" y="1349931"/>
                  </a:lnTo>
                  <a:lnTo>
                    <a:pt x="4488031" y="1349931"/>
                  </a:lnTo>
                  <a:lnTo>
                    <a:pt x="4488031" y="1349500"/>
                  </a:lnTo>
                  <a:lnTo>
                    <a:pt x="4488189" y="1349500"/>
                  </a:lnTo>
                  <a:lnTo>
                    <a:pt x="4488346" y="1349500"/>
                  </a:lnTo>
                  <a:lnTo>
                    <a:pt x="4488504" y="1349500"/>
                  </a:lnTo>
                  <a:lnTo>
                    <a:pt x="4488504" y="1349069"/>
                  </a:lnTo>
                  <a:lnTo>
                    <a:pt x="4488662" y="1349069"/>
                  </a:lnTo>
                  <a:lnTo>
                    <a:pt x="4488819" y="1349069"/>
                  </a:lnTo>
                  <a:lnTo>
                    <a:pt x="4488977" y="1349069"/>
                  </a:lnTo>
                  <a:lnTo>
                    <a:pt x="4489135" y="1349069"/>
                  </a:lnTo>
                  <a:lnTo>
                    <a:pt x="4489293" y="1349069"/>
                  </a:lnTo>
                  <a:lnTo>
                    <a:pt x="4489450" y="1349069"/>
                  </a:lnTo>
                  <a:lnTo>
                    <a:pt x="4489608" y="1349069"/>
                  </a:lnTo>
                  <a:lnTo>
                    <a:pt x="4489766" y="1349069"/>
                  </a:lnTo>
                  <a:lnTo>
                    <a:pt x="4489923" y="1349069"/>
                  </a:lnTo>
                  <a:lnTo>
                    <a:pt x="4490081" y="1349069"/>
                  </a:lnTo>
                  <a:lnTo>
                    <a:pt x="4490081" y="1348639"/>
                  </a:lnTo>
                  <a:lnTo>
                    <a:pt x="4490239" y="1348639"/>
                  </a:lnTo>
                  <a:lnTo>
                    <a:pt x="4490397" y="1348639"/>
                  </a:lnTo>
                  <a:lnTo>
                    <a:pt x="4490554" y="1348639"/>
                  </a:lnTo>
                  <a:lnTo>
                    <a:pt x="4490554" y="1348208"/>
                  </a:lnTo>
                  <a:lnTo>
                    <a:pt x="4490712" y="1348208"/>
                  </a:lnTo>
                  <a:lnTo>
                    <a:pt x="4490712" y="1347778"/>
                  </a:lnTo>
                  <a:lnTo>
                    <a:pt x="4490870" y="1347778"/>
                  </a:lnTo>
                  <a:lnTo>
                    <a:pt x="4490870" y="1347347"/>
                  </a:lnTo>
                  <a:lnTo>
                    <a:pt x="4491027" y="1347347"/>
                  </a:lnTo>
                  <a:lnTo>
                    <a:pt x="4491185" y="1347347"/>
                  </a:lnTo>
                  <a:lnTo>
                    <a:pt x="4491343" y="1347347"/>
                  </a:lnTo>
                  <a:lnTo>
                    <a:pt x="4491501" y="1347347"/>
                  </a:lnTo>
                  <a:lnTo>
                    <a:pt x="4491501" y="1346916"/>
                  </a:lnTo>
                  <a:lnTo>
                    <a:pt x="4491658" y="1346916"/>
                  </a:lnTo>
                  <a:lnTo>
                    <a:pt x="4491816" y="1346916"/>
                  </a:lnTo>
                  <a:lnTo>
                    <a:pt x="4491816" y="1346486"/>
                  </a:lnTo>
                  <a:lnTo>
                    <a:pt x="4491816" y="1346055"/>
                  </a:lnTo>
                  <a:lnTo>
                    <a:pt x="4491974" y="1346055"/>
                  </a:lnTo>
                  <a:lnTo>
                    <a:pt x="4492132" y="1346055"/>
                  </a:lnTo>
                  <a:lnTo>
                    <a:pt x="4492289" y="1346055"/>
                  </a:lnTo>
                  <a:lnTo>
                    <a:pt x="4492447" y="1346055"/>
                  </a:lnTo>
                  <a:lnTo>
                    <a:pt x="4492447" y="1345625"/>
                  </a:lnTo>
                  <a:lnTo>
                    <a:pt x="4492605" y="1345625"/>
                  </a:lnTo>
                  <a:lnTo>
                    <a:pt x="4492762" y="1345625"/>
                  </a:lnTo>
                  <a:lnTo>
                    <a:pt x="4492762" y="1345194"/>
                  </a:lnTo>
                  <a:lnTo>
                    <a:pt x="4492920" y="1345194"/>
                  </a:lnTo>
                  <a:lnTo>
                    <a:pt x="4492920" y="1344763"/>
                  </a:lnTo>
                  <a:lnTo>
                    <a:pt x="4492920" y="1344333"/>
                  </a:lnTo>
                  <a:lnTo>
                    <a:pt x="4493078" y="1344333"/>
                  </a:lnTo>
                  <a:lnTo>
                    <a:pt x="4493078" y="1343902"/>
                  </a:lnTo>
                  <a:lnTo>
                    <a:pt x="4493236" y="1343902"/>
                  </a:lnTo>
                  <a:lnTo>
                    <a:pt x="4493393" y="1343902"/>
                  </a:lnTo>
                  <a:lnTo>
                    <a:pt x="4493551" y="1343902"/>
                  </a:lnTo>
                  <a:lnTo>
                    <a:pt x="4493709" y="1343902"/>
                  </a:lnTo>
                  <a:lnTo>
                    <a:pt x="4493866" y="1343902"/>
                  </a:lnTo>
                  <a:lnTo>
                    <a:pt x="4494024" y="1343902"/>
                  </a:lnTo>
                  <a:lnTo>
                    <a:pt x="4494182" y="1343902"/>
                  </a:lnTo>
                  <a:lnTo>
                    <a:pt x="4494340" y="1343902"/>
                  </a:lnTo>
                  <a:lnTo>
                    <a:pt x="4494497" y="1343902"/>
                  </a:lnTo>
                  <a:lnTo>
                    <a:pt x="4494655" y="1343902"/>
                  </a:lnTo>
                  <a:lnTo>
                    <a:pt x="4494813" y="1343902"/>
                  </a:lnTo>
                  <a:lnTo>
                    <a:pt x="4494813" y="1343472"/>
                  </a:lnTo>
                  <a:lnTo>
                    <a:pt x="4494813" y="1343041"/>
                  </a:lnTo>
                  <a:lnTo>
                    <a:pt x="4494970" y="1343041"/>
                  </a:lnTo>
                  <a:lnTo>
                    <a:pt x="4495128" y="1343041"/>
                  </a:lnTo>
                  <a:lnTo>
                    <a:pt x="4495286" y="1343041"/>
                  </a:lnTo>
                  <a:lnTo>
                    <a:pt x="4495286" y="1342610"/>
                  </a:lnTo>
                  <a:lnTo>
                    <a:pt x="4495444" y="1342610"/>
                  </a:lnTo>
                  <a:lnTo>
                    <a:pt x="4495601" y="1342610"/>
                  </a:lnTo>
                  <a:lnTo>
                    <a:pt x="4495759" y="1342610"/>
                  </a:lnTo>
                  <a:lnTo>
                    <a:pt x="4495917" y="1342610"/>
                  </a:lnTo>
                  <a:lnTo>
                    <a:pt x="4496074" y="1342610"/>
                  </a:lnTo>
                  <a:lnTo>
                    <a:pt x="4496232" y="1342610"/>
                  </a:lnTo>
                  <a:lnTo>
                    <a:pt x="4496390" y="1342610"/>
                  </a:lnTo>
                  <a:lnTo>
                    <a:pt x="4496390" y="1342180"/>
                  </a:lnTo>
                  <a:lnTo>
                    <a:pt x="4496548" y="1342180"/>
                  </a:lnTo>
                  <a:lnTo>
                    <a:pt x="4496705" y="1342180"/>
                  </a:lnTo>
                  <a:lnTo>
                    <a:pt x="4496863" y="1342180"/>
                  </a:lnTo>
                  <a:lnTo>
                    <a:pt x="4497021" y="1342180"/>
                  </a:lnTo>
                  <a:lnTo>
                    <a:pt x="4497178" y="1342180"/>
                  </a:lnTo>
                  <a:lnTo>
                    <a:pt x="4497336" y="1342180"/>
                  </a:lnTo>
                  <a:lnTo>
                    <a:pt x="4497494" y="1342180"/>
                  </a:lnTo>
                  <a:lnTo>
                    <a:pt x="4497652" y="1342180"/>
                  </a:lnTo>
                  <a:lnTo>
                    <a:pt x="4497652" y="1341749"/>
                  </a:lnTo>
                  <a:lnTo>
                    <a:pt x="4497809" y="1341749"/>
                  </a:lnTo>
                  <a:lnTo>
                    <a:pt x="4497967" y="1341749"/>
                  </a:lnTo>
                  <a:lnTo>
                    <a:pt x="4498125" y="1341749"/>
                  </a:lnTo>
                  <a:lnTo>
                    <a:pt x="4498283" y="1341749"/>
                  </a:lnTo>
                  <a:lnTo>
                    <a:pt x="4498440" y="1341749"/>
                  </a:lnTo>
                  <a:lnTo>
                    <a:pt x="4498598" y="1341749"/>
                  </a:lnTo>
                  <a:lnTo>
                    <a:pt x="4498756" y="1341749"/>
                  </a:lnTo>
                  <a:lnTo>
                    <a:pt x="4498913" y="1341749"/>
                  </a:lnTo>
                  <a:lnTo>
                    <a:pt x="4499071" y="1341749"/>
                  </a:lnTo>
                  <a:lnTo>
                    <a:pt x="4499229" y="1341749"/>
                  </a:lnTo>
                  <a:lnTo>
                    <a:pt x="4499387" y="1341749"/>
                  </a:lnTo>
                  <a:lnTo>
                    <a:pt x="4499544" y="1341749"/>
                  </a:lnTo>
                  <a:lnTo>
                    <a:pt x="4499702" y="1341749"/>
                  </a:lnTo>
                  <a:lnTo>
                    <a:pt x="4499860" y="1341749"/>
                  </a:lnTo>
                  <a:lnTo>
                    <a:pt x="4500017" y="1341749"/>
                  </a:lnTo>
                  <a:lnTo>
                    <a:pt x="4500175" y="1341749"/>
                  </a:lnTo>
                  <a:lnTo>
                    <a:pt x="4500175" y="1341319"/>
                  </a:lnTo>
                  <a:lnTo>
                    <a:pt x="4500333" y="1341319"/>
                  </a:lnTo>
                  <a:lnTo>
                    <a:pt x="4500491" y="1341319"/>
                  </a:lnTo>
                  <a:lnTo>
                    <a:pt x="4500648" y="1341319"/>
                  </a:lnTo>
                  <a:lnTo>
                    <a:pt x="4500806" y="1341319"/>
                  </a:lnTo>
                  <a:lnTo>
                    <a:pt x="4500964" y="1341319"/>
                  </a:lnTo>
                  <a:lnTo>
                    <a:pt x="4501121" y="1341319"/>
                  </a:lnTo>
                  <a:lnTo>
                    <a:pt x="4501279" y="1341319"/>
                  </a:lnTo>
                  <a:lnTo>
                    <a:pt x="4501437" y="1341319"/>
                  </a:lnTo>
                  <a:lnTo>
                    <a:pt x="4501595" y="1341319"/>
                  </a:lnTo>
                  <a:lnTo>
                    <a:pt x="4501595" y="1340888"/>
                  </a:lnTo>
                  <a:lnTo>
                    <a:pt x="4501752" y="1340888"/>
                  </a:lnTo>
                  <a:lnTo>
                    <a:pt x="4501752" y="1340457"/>
                  </a:lnTo>
                  <a:lnTo>
                    <a:pt x="4501910" y="1340457"/>
                  </a:lnTo>
                  <a:lnTo>
                    <a:pt x="4502068" y="1340457"/>
                  </a:lnTo>
                  <a:lnTo>
                    <a:pt x="4502225" y="1340457"/>
                  </a:lnTo>
                  <a:lnTo>
                    <a:pt x="4502383" y="1340457"/>
                  </a:lnTo>
                  <a:lnTo>
                    <a:pt x="4502541" y="1340457"/>
                  </a:lnTo>
                  <a:lnTo>
                    <a:pt x="4502699" y="1340457"/>
                  </a:lnTo>
                  <a:lnTo>
                    <a:pt x="4502856" y="1340457"/>
                  </a:lnTo>
                  <a:lnTo>
                    <a:pt x="4503014" y="1340457"/>
                  </a:lnTo>
                  <a:lnTo>
                    <a:pt x="4503172" y="1340457"/>
                  </a:lnTo>
                  <a:lnTo>
                    <a:pt x="4503329" y="1340457"/>
                  </a:lnTo>
                  <a:lnTo>
                    <a:pt x="4503487" y="1340457"/>
                  </a:lnTo>
                  <a:lnTo>
                    <a:pt x="4503645" y="1340457"/>
                  </a:lnTo>
                  <a:lnTo>
                    <a:pt x="4503645" y="1340027"/>
                  </a:lnTo>
                  <a:lnTo>
                    <a:pt x="4503803" y="1340027"/>
                  </a:lnTo>
                  <a:lnTo>
                    <a:pt x="4503960" y="1340027"/>
                  </a:lnTo>
                  <a:lnTo>
                    <a:pt x="4504118" y="1340027"/>
                  </a:lnTo>
                  <a:lnTo>
                    <a:pt x="4504276" y="1340027"/>
                  </a:lnTo>
                  <a:lnTo>
                    <a:pt x="4504276" y="1339596"/>
                  </a:lnTo>
                  <a:lnTo>
                    <a:pt x="4504276" y="1339166"/>
                  </a:lnTo>
                  <a:lnTo>
                    <a:pt x="4504434" y="1339166"/>
                  </a:lnTo>
                  <a:lnTo>
                    <a:pt x="4504591" y="1339166"/>
                  </a:lnTo>
                  <a:lnTo>
                    <a:pt x="4504591" y="1338735"/>
                  </a:lnTo>
                  <a:lnTo>
                    <a:pt x="4504749" y="1338735"/>
                  </a:lnTo>
                  <a:lnTo>
                    <a:pt x="4504907" y="1338735"/>
                  </a:lnTo>
                  <a:lnTo>
                    <a:pt x="4505064" y="1338735"/>
                  </a:lnTo>
                  <a:lnTo>
                    <a:pt x="4505222" y="1338735"/>
                  </a:lnTo>
                  <a:lnTo>
                    <a:pt x="4505380" y="1338735"/>
                  </a:lnTo>
                  <a:lnTo>
                    <a:pt x="4505538" y="1338735"/>
                  </a:lnTo>
                  <a:lnTo>
                    <a:pt x="4505695" y="1338735"/>
                  </a:lnTo>
                  <a:lnTo>
                    <a:pt x="4505853" y="1338735"/>
                  </a:lnTo>
                  <a:lnTo>
                    <a:pt x="4506011" y="1338735"/>
                  </a:lnTo>
                  <a:lnTo>
                    <a:pt x="4506168" y="1338735"/>
                  </a:lnTo>
                  <a:lnTo>
                    <a:pt x="4506326" y="1338735"/>
                  </a:lnTo>
                  <a:lnTo>
                    <a:pt x="4506484" y="1338735"/>
                  </a:lnTo>
                  <a:lnTo>
                    <a:pt x="4506484" y="1338304"/>
                  </a:lnTo>
                  <a:lnTo>
                    <a:pt x="4506642" y="1338304"/>
                  </a:lnTo>
                  <a:lnTo>
                    <a:pt x="4506799" y="1338304"/>
                  </a:lnTo>
                  <a:lnTo>
                    <a:pt x="4506799" y="1337874"/>
                  </a:lnTo>
                  <a:lnTo>
                    <a:pt x="4506957" y="1337874"/>
                  </a:lnTo>
                  <a:lnTo>
                    <a:pt x="4506957" y="1337443"/>
                  </a:lnTo>
                  <a:lnTo>
                    <a:pt x="4507115" y="1337443"/>
                  </a:lnTo>
                  <a:lnTo>
                    <a:pt x="4507272" y="1337443"/>
                  </a:lnTo>
                  <a:lnTo>
                    <a:pt x="4507430" y="1337443"/>
                  </a:lnTo>
                  <a:lnTo>
                    <a:pt x="4507588" y="1337443"/>
                  </a:lnTo>
                  <a:lnTo>
                    <a:pt x="4507746" y="1337443"/>
                  </a:lnTo>
                  <a:lnTo>
                    <a:pt x="4507903" y="1337443"/>
                  </a:lnTo>
                  <a:lnTo>
                    <a:pt x="4508061" y="1337443"/>
                  </a:lnTo>
                  <a:lnTo>
                    <a:pt x="4508219" y="1337443"/>
                  </a:lnTo>
                  <a:lnTo>
                    <a:pt x="4508376" y="1337443"/>
                  </a:lnTo>
                  <a:lnTo>
                    <a:pt x="4508534" y="1337443"/>
                  </a:lnTo>
                  <a:lnTo>
                    <a:pt x="4508692" y="1337443"/>
                  </a:lnTo>
                  <a:lnTo>
                    <a:pt x="4508850" y="1337443"/>
                  </a:lnTo>
                  <a:lnTo>
                    <a:pt x="4509007" y="1337443"/>
                  </a:lnTo>
                  <a:lnTo>
                    <a:pt x="4509165" y="1337443"/>
                  </a:lnTo>
                  <a:lnTo>
                    <a:pt x="4509323" y="1337443"/>
                  </a:lnTo>
                  <a:lnTo>
                    <a:pt x="4509481" y="1337443"/>
                  </a:lnTo>
                  <a:lnTo>
                    <a:pt x="4509638" y="1337443"/>
                  </a:lnTo>
                  <a:lnTo>
                    <a:pt x="4509796" y="1337443"/>
                  </a:lnTo>
                  <a:lnTo>
                    <a:pt x="4509954" y="1337443"/>
                  </a:lnTo>
                  <a:lnTo>
                    <a:pt x="4510111" y="1337443"/>
                  </a:lnTo>
                  <a:lnTo>
                    <a:pt x="4510269" y="1337443"/>
                  </a:lnTo>
                  <a:lnTo>
                    <a:pt x="4510427" y="1337443"/>
                  </a:lnTo>
                  <a:lnTo>
                    <a:pt x="4510585" y="1337443"/>
                  </a:lnTo>
                  <a:lnTo>
                    <a:pt x="4510742" y="1337443"/>
                  </a:lnTo>
                  <a:lnTo>
                    <a:pt x="4510900" y="1337443"/>
                  </a:lnTo>
                  <a:lnTo>
                    <a:pt x="4510900" y="1337013"/>
                  </a:lnTo>
                  <a:lnTo>
                    <a:pt x="4511058" y="1337013"/>
                  </a:lnTo>
                  <a:lnTo>
                    <a:pt x="4511215" y="1337013"/>
                  </a:lnTo>
                  <a:lnTo>
                    <a:pt x="4511373" y="1337013"/>
                  </a:lnTo>
                  <a:lnTo>
                    <a:pt x="4511373" y="1336582"/>
                  </a:lnTo>
                  <a:lnTo>
                    <a:pt x="4511531" y="1336582"/>
                  </a:lnTo>
                  <a:lnTo>
                    <a:pt x="4511689" y="1336582"/>
                  </a:lnTo>
                  <a:lnTo>
                    <a:pt x="4511846" y="1336582"/>
                  </a:lnTo>
                  <a:lnTo>
                    <a:pt x="4512004" y="1336582"/>
                  </a:lnTo>
                  <a:lnTo>
                    <a:pt x="4512004" y="1336151"/>
                  </a:lnTo>
                  <a:lnTo>
                    <a:pt x="4512162" y="1336151"/>
                  </a:lnTo>
                  <a:lnTo>
                    <a:pt x="4512319" y="1336151"/>
                  </a:lnTo>
                  <a:lnTo>
                    <a:pt x="4512477" y="1336151"/>
                  </a:lnTo>
                  <a:lnTo>
                    <a:pt x="4512477" y="1335721"/>
                  </a:lnTo>
                  <a:lnTo>
                    <a:pt x="4512635" y="1335721"/>
                  </a:lnTo>
                  <a:lnTo>
                    <a:pt x="4512793" y="1335721"/>
                  </a:lnTo>
                  <a:lnTo>
                    <a:pt x="4512950" y="1335721"/>
                  </a:lnTo>
                  <a:lnTo>
                    <a:pt x="4513108" y="1335721"/>
                  </a:lnTo>
                  <a:lnTo>
                    <a:pt x="4513266" y="1335721"/>
                  </a:lnTo>
                  <a:lnTo>
                    <a:pt x="4513423" y="1335721"/>
                  </a:lnTo>
                  <a:lnTo>
                    <a:pt x="4513581" y="1335721"/>
                  </a:lnTo>
                  <a:lnTo>
                    <a:pt x="4513739" y="1335721"/>
                  </a:lnTo>
                  <a:lnTo>
                    <a:pt x="4513739" y="1335290"/>
                  </a:lnTo>
                  <a:lnTo>
                    <a:pt x="4513897" y="1335290"/>
                  </a:lnTo>
                  <a:lnTo>
                    <a:pt x="4514054" y="1335290"/>
                  </a:lnTo>
                  <a:lnTo>
                    <a:pt x="4514212" y="1335290"/>
                  </a:lnTo>
                  <a:lnTo>
                    <a:pt x="4514370" y="1335290"/>
                  </a:lnTo>
                  <a:lnTo>
                    <a:pt x="4514370" y="1334860"/>
                  </a:lnTo>
                  <a:lnTo>
                    <a:pt x="4514527" y="1334860"/>
                  </a:lnTo>
                  <a:lnTo>
                    <a:pt x="4514527" y="1334429"/>
                  </a:lnTo>
                  <a:lnTo>
                    <a:pt x="4514685" y="1334429"/>
                  </a:lnTo>
                  <a:lnTo>
                    <a:pt x="4514843" y="1334429"/>
                  </a:lnTo>
                  <a:lnTo>
                    <a:pt x="4515001" y="1334429"/>
                  </a:lnTo>
                  <a:lnTo>
                    <a:pt x="4515001" y="1333998"/>
                  </a:lnTo>
                  <a:lnTo>
                    <a:pt x="4515158" y="1333998"/>
                  </a:lnTo>
                  <a:lnTo>
                    <a:pt x="4515158" y="1333568"/>
                  </a:lnTo>
                  <a:lnTo>
                    <a:pt x="4515316" y="1333568"/>
                  </a:lnTo>
                  <a:lnTo>
                    <a:pt x="4515474" y="1333568"/>
                  </a:lnTo>
                  <a:lnTo>
                    <a:pt x="4515632" y="1333568"/>
                  </a:lnTo>
                  <a:lnTo>
                    <a:pt x="4515789" y="1333568"/>
                  </a:lnTo>
                  <a:lnTo>
                    <a:pt x="4515947" y="1333568"/>
                  </a:lnTo>
                  <a:lnTo>
                    <a:pt x="4516105" y="1333568"/>
                  </a:lnTo>
                  <a:lnTo>
                    <a:pt x="4516262" y="1333568"/>
                  </a:lnTo>
                  <a:lnTo>
                    <a:pt x="4516420" y="1333568"/>
                  </a:lnTo>
                  <a:lnTo>
                    <a:pt x="4516420" y="1333137"/>
                  </a:lnTo>
                  <a:lnTo>
                    <a:pt x="4516578" y="1333137"/>
                  </a:lnTo>
                  <a:lnTo>
                    <a:pt x="4516736" y="1333137"/>
                  </a:lnTo>
                  <a:lnTo>
                    <a:pt x="4516736" y="1332707"/>
                  </a:lnTo>
                  <a:lnTo>
                    <a:pt x="4516893" y="1332707"/>
                  </a:lnTo>
                  <a:lnTo>
                    <a:pt x="4517051" y="1332707"/>
                  </a:lnTo>
                  <a:lnTo>
                    <a:pt x="4517209" y="1332707"/>
                  </a:lnTo>
                  <a:lnTo>
                    <a:pt x="4517366" y="1332707"/>
                  </a:lnTo>
                  <a:lnTo>
                    <a:pt x="4517524" y="1332707"/>
                  </a:lnTo>
                  <a:lnTo>
                    <a:pt x="4517524" y="1332276"/>
                  </a:lnTo>
                  <a:lnTo>
                    <a:pt x="4517682" y="1332276"/>
                  </a:lnTo>
                  <a:lnTo>
                    <a:pt x="4517840" y="1332276"/>
                  </a:lnTo>
                  <a:lnTo>
                    <a:pt x="4517997" y="1332276"/>
                  </a:lnTo>
                  <a:lnTo>
                    <a:pt x="4518155" y="1332276"/>
                  </a:lnTo>
                  <a:lnTo>
                    <a:pt x="4518313" y="1332276"/>
                  </a:lnTo>
                  <a:lnTo>
                    <a:pt x="4518470" y="1332276"/>
                  </a:lnTo>
                  <a:lnTo>
                    <a:pt x="4518628" y="1332276"/>
                  </a:lnTo>
                  <a:lnTo>
                    <a:pt x="4518786" y="1332276"/>
                  </a:lnTo>
                  <a:lnTo>
                    <a:pt x="4518944" y="1332276"/>
                  </a:lnTo>
                  <a:lnTo>
                    <a:pt x="4518944" y="1331845"/>
                  </a:lnTo>
                  <a:lnTo>
                    <a:pt x="4519101" y="1331845"/>
                  </a:lnTo>
                  <a:lnTo>
                    <a:pt x="4519259" y="1331845"/>
                  </a:lnTo>
                  <a:lnTo>
                    <a:pt x="4519417" y="1331845"/>
                  </a:lnTo>
                  <a:lnTo>
                    <a:pt x="4519574" y="1331845"/>
                  </a:lnTo>
                  <a:lnTo>
                    <a:pt x="4519574" y="1331415"/>
                  </a:lnTo>
                  <a:lnTo>
                    <a:pt x="4519732" y="1331415"/>
                  </a:lnTo>
                  <a:lnTo>
                    <a:pt x="4519890" y="1331415"/>
                  </a:lnTo>
                  <a:lnTo>
                    <a:pt x="4520048" y="1331415"/>
                  </a:lnTo>
                  <a:lnTo>
                    <a:pt x="4520048" y="1330984"/>
                  </a:lnTo>
                  <a:lnTo>
                    <a:pt x="4520205" y="1330984"/>
                  </a:lnTo>
                  <a:lnTo>
                    <a:pt x="4520363" y="1330984"/>
                  </a:lnTo>
                  <a:lnTo>
                    <a:pt x="4520363" y="1330554"/>
                  </a:lnTo>
                  <a:lnTo>
                    <a:pt x="4520521" y="1330554"/>
                  </a:lnTo>
                  <a:lnTo>
                    <a:pt x="4520679" y="1330554"/>
                  </a:lnTo>
                  <a:lnTo>
                    <a:pt x="4520836" y="1330554"/>
                  </a:lnTo>
                  <a:lnTo>
                    <a:pt x="4520994" y="1330554"/>
                  </a:lnTo>
                  <a:lnTo>
                    <a:pt x="4521152" y="1330554"/>
                  </a:lnTo>
                  <a:lnTo>
                    <a:pt x="4521309" y="1330554"/>
                  </a:lnTo>
                  <a:lnTo>
                    <a:pt x="4521467" y="1330554"/>
                  </a:lnTo>
                  <a:lnTo>
                    <a:pt x="4521625" y="1330554"/>
                  </a:lnTo>
                  <a:lnTo>
                    <a:pt x="4521783" y="1330554"/>
                  </a:lnTo>
                  <a:lnTo>
                    <a:pt x="4521783" y="1330123"/>
                  </a:lnTo>
                  <a:lnTo>
                    <a:pt x="4521940" y="1330123"/>
                  </a:lnTo>
                  <a:lnTo>
                    <a:pt x="4522098" y="1330123"/>
                  </a:lnTo>
                  <a:lnTo>
                    <a:pt x="4522256" y="1330123"/>
                  </a:lnTo>
                  <a:lnTo>
                    <a:pt x="4522413" y="1330123"/>
                  </a:lnTo>
                  <a:lnTo>
                    <a:pt x="4522571" y="1330123"/>
                  </a:lnTo>
                  <a:lnTo>
                    <a:pt x="4522729" y="1330123"/>
                  </a:lnTo>
                  <a:lnTo>
                    <a:pt x="4522729" y="1329692"/>
                  </a:lnTo>
                  <a:lnTo>
                    <a:pt x="4522887" y="1329692"/>
                  </a:lnTo>
                  <a:lnTo>
                    <a:pt x="4522887" y="1329262"/>
                  </a:lnTo>
                  <a:lnTo>
                    <a:pt x="4523044" y="1329262"/>
                  </a:lnTo>
                  <a:lnTo>
                    <a:pt x="4523202" y="1329262"/>
                  </a:lnTo>
                  <a:lnTo>
                    <a:pt x="4523360" y="1329262"/>
                  </a:lnTo>
                  <a:lnTo>
                    <a:pt x="4523360" y="1328831"/>
                  </a:lnTo>
                  <a:lnTo>
                    <a:pt x="4523517" y="1328831"/>
                  </a:lnTo>
                  <a:lnTo>
                    <a:pt x="4523675" y="1328831"/>
                  </a:lnTo>
                  <a:lnTo>
                    <a:pt x="4523833" y="1328831"/>
                  </a:lnTo>
                  <a:lnTo>
                    <a:pt x="4523991" y="1328831"/>
                  </a:lnTo>
                  <a:lnTo>
                    <a:pt x="4524148" y="1328831"/>
                  </a:lnTo>
                  <a:lnTo>
                    <a:pt x="4524306" y="1328831"/>
                  </a:lnTo>
                  <a:lnTo>
                    <a:pt x="4524464" y="1328831"/>
                  </a:lnTo>
                  <a:lnTo>
                    <a:pt x="4524621" y="1328831"/>
                  </a:lnTo>
                  <a:lnTo>
                    <a:pt x="4524779" y="1328831"/>
                  </a:lnTo>
                  <a:lnTo>
                    <a:pt x="4524937" y="1328831"/>
                  </a:lnTo>
                  <a:lnTo>
                    <a:pt x="4525095" y="1328831"/>
                  </a:lnTo>
                  <a:lnTo>
                    <a:pt x="4525252" y="1328831"/>
                  </a:lnTo>
                  <a:lnTo>
                    <a:pt x="4525410" y="1328831"/>
                  </a:lnTo>
                  <a:lnTo>
                    <a:pt x="4525568" y="1328831"/>
                  </a:lnTo>
                  <a:lnTo>
                    <a:pt x="4525725" y="1328831"/>
                  </a:lnTo>
                  <a:lnTo>
                    <a:pt x="4525883" y="1328831"/>
                  </a:lnTo>
                  <a:lnTo>
                    <a:pt x="4526041" y="1328831"/>
                  </a:lnTo>
                  <a:lnTo>
                    <a:pt x="4526041" y="1328401"/>
                  </a:lnTo>
                  <a:lnTo>
                    <a:pt x="4526199" y="1328401"/>
                  </a:lnTo>
                  <a:lnTo>
                    <a:pt x="4526356" y="1328401"/>
                  </a:lnTo>
                  <a:lnTo>
                    <a:pt x="4526514" y="1328401"/>
                  </a:lnTo>
                  <a:lnTo>
                    <a:pt x="4526672" y="1328401"/>
                  </a:lnTo>
                  <a:lnTo>
                    <a:pt x="4526830" y="1328401"/>
                  </a:lnTo>
                  <a:lnTo>
                    <a:pt x="4526987" y="1328401"/>
                  </a:lnTo>
                  <a:lnTo>
                    <a:pt x="4527145" y="1328401"/>
                  </a:lnTo>
                  <a:lnTo>
                    <a:pt x="4527145" y="1327970"/>
                  </a:lnTo>
                  <a:lnTo>
                    <a:pt x="4527145" y="1327539"/>
                  </a:lnTo>
                  <a:lnTo>
                    <a:pt x="4527145" y="1327109"/>
                  </a:lnTo>
                  <a:lnTo>
                    <a:pt x="4527145" y="1326678"/>
                  </a:lnTo>
                  <a:lnTo>
                    <a:pt x="4527303" y="1326678"/>
                  </a:lnTo>
                  <a:lnTo>
                    <a:pt x="4527303" y="1326248"/>
                  </a:lnTo>
                  <a:lnTo>
                    <a:pt x="4527460" y="1326248"/>
                  </a:lnTo>
                  <a:lnTo>
                    <a:pt x="4527618" y="1326248"/>
                  </a:lnTo>
                  <a:lnTo>
                    <a:pt x="4527776" y="1326248"/>
                  </a:lnTo>
                  <a:lnTo>
                    <a:pt x="4527934" y="1326248"/>
                  </a:lnTo>
                  <a:lnTo>
                    <a:pt x="4528091" y="1326248"/>
                  </a:lnTo>
                  <a:lnTo>
                    <a:pt x="4528091" y="1325817"/>
                  </a:lnTo>
                  <a:lnTo>
                    <a:pt x="4528091" y="1325386"/>
                  </a:lnTo>
                  <a:lnTo>
                    <a:pt x="4528249" y="1325386"/>
                  </a:lnTo>
                  <a:lnTo>
                    <a:pt x="4528407" y="1325386"/>
                  </a:lnTo>
                  <a:lnTo>
                    <a:pt x="4528564" y="1325386"/>
                  </a:lnTo>
                  <a:lnTo>
                    <a:pt x="4528722" y="1325386"/>
                  </a:lnTo>
                  <a:lnTo>
                    <a:pt x="4528880" y="1325386"/>
                  </a:lnTo>
                  <a:lnTo>
                    <a:pt x="4529038" y="1325386"/>
                  </a:lnTo>
                  <a:lnTo>
                    <a:pt x="4529038" y="1324956"/>
                  </a:lnTo>
                  <a:lnTo>
                    <a:pt x="4529195" y="1324956"/>
                  </a:lnTo>
                  <a:lnTo>
                    <a:pt x="4529195" y="1324525"/>
                  </a:lnTo>
                  <a:lnTo>
                    <a:pt x="4529353" y="1324525"/>
                  </a:lnTo>
                  <a:lnTo>
                    <a:pt x="4529511" y="1324525"/>
                  </a:lnTo>
                  <a:lnTo>
                    <a:pt x="4529668" y="1324525"/>
                  </a:lnTo>
                  <a:lnTo>
                    <a:pt x="4529826" y="1324525"/>
                  </a:lnTo>
                  <a:lnTo>
                    <a:pt x="4529984" y="1324525"/>
                  </a:lnTo>
                  <a:lnTo>
                    <a:pt x="4530142" y="1324525"/>
                  </a:lnTo>
                  <a:lnTo>
                    <a:pt x="4530299" y="1324525"/>
                  </a:lnTo>
                  <a:lnTo>
                    <a:pt x="4530457" y="1324525"/>
                  </a:lnTo>
                  <a:lnTo>
                    <a:pt x="4530615" y="1324525"/>
                  </a:lnTo>
                  <a:lnTo>
                    <a:pt x="4530615" y="1324095"/>
                  </a:lnTo>
                  <a:lnTo>
                    <a:pt x="4530772" y="1324095"/>
                  </a:lnTo>
                  <a:lnTo>
                    <a:pt x="4530930" y="1324095"/>
                  </a:lnTo>
                  <a:lnTo>
                    <a:pt x="4531088" y="1324095"/>
                  </a:lnTo>
                  <a:lnTo>
                    <a:pt x="4531246" y="1324095"/>
                  </a:lnTo>
                  <a:lnTo>
                    <a:pt x="4531403" y="1324095"/>
                  </a:lnTo>
                  <a:lnTo>
                    <a:pt x="4531561" y="1324095"/>
                  </a:lnTo>
                  <a:lnTo>
                    <a:pt x="4531719" y="1324095"/>
                  </a:lnTo>
                  <a:lnTo>
                    <a:pt x="4531877" y="1324095"/>
                  </a:lnTo>
                  <a:lnTo>
                    <a:pt x="4531877" y="1323664"/>
                  </a:lnTo>
                  <a:lnTo>
                    <a:pt x="4532034" y="1323664"/>
                  </a:lnTo>
                  <a:lnTo>
                    <a:pt x="4532192" y="1323664"/>
                  </a:lnTo>
                  <a:lnTo>
                    <a:pt x="4532350" y="1323664"/>
                  </a:lnTo>
                  <a:lnTo>
                    <a:pt x="4532507" y="1323664"/>
                  </a:lnTo>
                  <a:lnTo>
                    <a:pt x="4532665" y="1323664"/>
                  </a:lnTo>
                  <a:lnTo>
                    <a:pt x="4532823" y="1323664"/>
                  </a:lnTo>
                  <a:lnTo>
                    <a:pt x="4532981" y="1323664"/>
                  </a:lnTo>
                  <a:lnTo>
                    <a:pt x="4533138" y="1323664"/>
                  </a:lnTo>
                  <a:lnTo>
                    <a:pt x="4533296" y="1323664"/>
                  </a:lnTo>
                  <a:lnTo>
                    <a:pt x="4533296" y="1323233"/>
                  </a:lnTo>
                  <a:lnTo>
                    <a:pt x="4533454" y="1323233"/>
                  </a:lnTo>
                  <a:lnTo>
                    <a:pt x="4533611" y="1323233"/>
                  </a:lnTo>
                  <a:lnTo>
                    <a:pt x="4533769" y="1323233"/>
                  </a:lnTo>
                  <a:lnTo>
                    <a:pt x="4533927" y="1323233"/>
                  </a:lnTo>
                  <a:lnTo>
                    <a:pt x="4533927" y="1322803"/>
                  </a:lnTo>
                  <a:lnTo>
                    <a:pt x="4534085" y="1322803"/>
                  </a:lnTo>
                  <a:lnTo>
                    <a:pt x="4534085" y="1322372"/>
                  </a:lnTo>
                  <a:lnTo>
                    <a:pt x="4534242" y="1322372"/>
                  </a:lnTo>
                  <a:lnTo>
                    <a:pt x="4534400" y="1322372"/>
                  </a:lnTo>
                  <a:lnTo>
                    <a:pt x="4534558" y="1322372"/>
                  </a:lnTo>
                  <a:lnTo>
                    <a:pt x="4534558" y="1321942"/>
                  </a:lnTo>
                  <a:lnTo>
                    <a:pt x="4534715" y="1321942"/>
                  </a:lnTo>
                  <a:lnTo>
                    <a:pt x="4534873" y="1321942"/>
                  </a:lnTo>
                  <a:lnTo>
                    <a:pt x="4535031" y="1321942"/>
                  </a:lnTo>
                  <a:lnTo>
                    <a:pt x="4535189" y="1321942"/>
                  </a:lnTo>
                  <a:lnTo>
                    <a:pt x="4535346" y="1321942"/>
                  </a:lnTo>
                  <a:lnTo>
                    <a:pt x="4535346" y="1321511"/>
                  </a:lnTo>
                  <a:lnTo>
                    <a:pt x="4535504" y="1321511"/>
                  </a:lnTo>
                  <a:lnTo>
                    <a:pt x="4535662" y="1321511"/>
                  </a:lnTo>
                  <a:lnTo>
                    <a:pt x="4535819" y="1321511"/>
                  </a:lnTo>
                  <a:lnTo>
                    <a:pt x="4535977" y="1321511"/>
                  </a:lnTo>
                  <a:lnTo>
                    <a:pt x="4535977" y="1321080"/>
                  </a:lnTo>
                  <a:lnTo>
                    <a:pt x="4536135" y="1321080"/>
                  </a:lnTo>
                  <a:lnTo>
                    <a:pt x="4536135" y="1320650"/>
                  </a:lnTo>
                  <a:lnTo>
                    <a:pt x="4536293" y="1320650"/>
                  </a:lnTo>
                  <a:lnTo>
                    <a:pt x="4536450" y="1320650"/>
                  </a:lnTo>
                  <a:lnTo>
                    <a:pt x="4536608" y="1320650"/>
                  </a:lnTo>
                  <a:lnTo>
                    <a:pt x="4536766" y="1320650"/>
                  </a:lnTo>
                  <a:lnTo>
                    <a:pt x="4536923" y="1320650"/>
                  </a:lnTo>
                  <a:lnTo>
                    <a:pt x="4536923" y="1320219"/>
                  </a:lnTo>
                  <a:lnTo>
                    <a:pt x="4537081" y="1320219"/>
                  </a:lnTo>
                  <a:lnTo>
                    <a:pt x="4537239" y="1320219"/>
                  </a:lnTo>
                  <a:lnTo>
                    <a:pt x="4537397" y="1320219"/>
                  </a:lnTo>
                  <a:lnTo>
                    <a:pt x="4537554" y="1320219"/>
                  </a:lnTo>
                  <a:lnTo>
                    <a:pt x="4537712" y="1320219"/>
                  </a:lnTo>
                  <a:lnTo>
                    <a:pt x="4537870" y="1320219"/>
                  </a:lnTo>
                  <a:lnTo>
                    <a:pt x="4538028" y="1320219"/>
                  </a:lnTo>
                  <a:lnTo>
                    <a:pt x="4538028" y="1319789"/>
                  </a:lnTo>
                  <a:lnTo>
                    <a:pt x="4538185" y="1319789"/>
                  </a:lnTo>
                  <a:lnTo>
                    <a:pt x="4538343" y="1319789"/>
                  </a:lnTo>
                  <a:lnTo>
                    <a:pt x="4538501" y="1319789"/>
                  </a:lnTo>
                  <a:lnTo>
                    <a:pt x="4538658" y="1319789"/>
                  </a:lnTo>
                  <a:lnTo>
                    <a:pt x="4538816" y="1319789"/>
                  </a:lnTo>
                  <a:lnTo>
                    <a:pt x="4538974" y="1319789"/>
                  </a:lnTo>
                  <a:lnTo>
                    <a:pt x="4539132" y="1319789"/>
                  </a:lnTo>
                  <a:lnTo>
                    <a:pt x="4539289" y="1319789"/>
                  </a:lnTo>
                  <a:lnTo>
                    <a:pt x="4539289" y="1319358"/>
                  </a:lnTo>
                  <a:lnTo>
                    <a:pt x="4539289" y="1318927"/>
                  </a:lnTo>
                  <a:lnTo>
                    <a:pt x="4539447" y="1318927"/>
                  </a:lnTo>
                  <a:lnTo>
                    <a:pt x="4539605" y="1318927"/>
                  </a:lnTo>
                  <a:lnTo>
                    <a:pt x="4539762" y="1318927"/>
                  </a:lnTo>
                  <a:lnTo>
                    <a:pt x="4539920" y="1318927"/>
                  </a:lnTo>
                  <a:lnTo>
                    <a:pt x="4540078" y="1318927"/>
                  </a:lnTo>
                  <a:lnTo>
                    <a:pt x="4540236" y="1318927"/>
                  </a:lnTo>
                  <a:lnTo>
                    <a:pt x="4540393" y="1318927"/>
                  </a:lnTo>
                  <a:lnTo>
                    <a:pt x="4540551" y="1318927"/>
                  </a:lnTo>
                  <a:lnTo>
                    <a:pt x="4540709" y="1318927"/>
                  </a:lnTo>
                  <a:lnTo>
                    <a:pt x="4540866" y="1318927"/>
                  </a:lnTo>
                  <a:lnTo>
                    <a:pt x="4541024" y="1318927"/>
                  </a:lnTo>
                  <a:lnTo>
                    <a:pt x="4541182" y="1318927"/>
                  </a:lnTo>
                  <a:lnTo>
                    <a:pt x="4541340" y="1318927"/>
                  </a:lnTo>
                  <a:lnTo>
                    <a:pt x="4541497" y="1318927"/>
                  </a:lnTo>
                  <a:lnTo>
                    <a:pt x="4541655" y="1318927"/>
                  </a:lnTo>
                  <a:lnTo>
                    <a:pt x="4541813" y="1318927"/>
                  </a:lnTo>
                  <a:lnTo>
                    <a:pt x="4541970" y="1318927"/>
                  </a:lnTo>
                  <a:lnTo>
                    <a:pt x="4542128" y="1318927"/>
                  </a:lnTo>
                  <a:lnTo>
                    <a:pt x="4542286" y="1318927"/>
                  </a:lnTo>
                  <a:lnTo>
                    <a:pt x="4542286" y="1318497"/>
                  </a:lnTo>
                  <a:lnTo>
                    <a:pt x="4542444" y="1318497"/>
                  </a:lnTo>
                  <a:lnTo>
                    <a:pt x="4542601" y="1318497"/>
                  </a:lnTo>
                  <a:lnTo>
                    <a:pt x="4542759" y="1318497"/>
                  </a:lnTo>
                  <a:lnTo>
                    <a:pt x="4542759" y="1318066"/>
                  </a:lnTo>
                  <a:lnTo>
                    <a:pt x="4542917" y="1318066"/>
                  </a:lnTo>
                  <a:lnTo>
                    <a:pt x="4543075" y="1318066"/>
                  </a:lnTo>
                  <a:lnTo>
                    <a:pt x="4543232" y="1318066"/>
                  </a:lnTo>
                  <a:lnTo>
                    <a:pt x="4543390" y="1318066"/>
                  </a:lnTo>
                  <a:lnTo>
                    <a:pt x="4543548" y="1318066"/>
                  </a:lnTo>
                  <a:lnTo>
                    <a:pt x="4543705" y="1318066"/>
                  </a:lnTo>
                  <a:lnTo>
                    <a:pt x="4543863" y="1318066"/>
                  </a:lnTo>
                  <a:lnTo>
                    <a:pt x="4544021" y="1318066"/>
                  </a:lnTo>
                  <a:lnTo>
                    <a:pt x="4544179" y="1318066"/>
                  </a:lnTo>
                  <a:lnTo>
                    <a:pt x="4544336" y="1318066"/>
                  </a:lnTo>
                  <a:lnTo>
                    <a:pt x="4544494" y="1318066"/>
                  </a:lnTo>
                  <a:lnTo>
                    <a:pt x="4544652" y="1318066"/>
                  </a:lnTo>
                  <a:lnTo>
                    <a:pt x="4544809" y="1318066"/>
                  </a:lnTo>
                  <a:lnTo>
                    <a:pt x="4544967" y="1318066"/>
                  </a:lnTo>
                  <a:lnTo>
                    <a:pt x="4545125" y="1318066"/>
                  </a:lnTo>
                  <a:lnTo>
                    <a:pt x="4545283" y="1318066"/>
                  </a:lnTo>
                  <a:lnTo>
                    <a:pt x="4545440" y="1318066"/>
                  </a:lnTo>
                  <a:lnTo>
                    <a:pt x="4545598" y="1318066"/>
                  </a:lnTo>
                  <a:lnTo>
                    <a:pt x="4545598" y="1317636"/>
                  </a:lnTo>
                  <a:lnTo>
                    <a:pt x="4545756" y="1317636"/>
                  </a:lnTo>
                  <a:lnTo>
                    <a:pt x="4545913" y="1317636"/>
                  </a:lnTo>
                  <a:lnTo>
                    <a:pt x="4546071" y="1317636"/>
                  </a:lnTo>
                  <a:lnTo>
                    <a:pt x="4546229" y="1317636"/>
                  </a:lnTo>
                  <a:lnTo>
                    <a:pt x="4546387" y="1317636"/>
                  </a:lnTo>
                  <a:lnTo>
                    <a:pt x="4546544" y="1317636"/>
                  </a:lnTo>
                  <a:lnTo>
                    <a:pt x="4546702" y="1317636"/>
                  </a:lnTo>
                  <a:lnTo>
                    <a:pt x="4546860" y="1317636"/>
                  </a:lnTo>
                  <a:lnTo>
                    <a:pt x="4547017" y="1317636"/>
                  </a:lnTo>
                  <a:lnTo>
                    <a:pt x="4547175" y="1317636"/>
                  </a:lnTo>
                  <a:lnTo>
                    <a:pt x="4547333" y="1317636"/>
                  </a:lnTo>
                  <a:lnTo>
                    <a:pt x="4547491" y="1317636"/>
                  </a:lnTo>
                  <a:lnTo>
                    <a:pt x="4547648" y="1317636"/>
                  </a:lnTo>
                  <a:lnTo>
                    <a:pt x="4547806" y="1317636"/>
                  </a:lnTo>
                  <a:lnTo>
                    <a:pt x="4547964" y="1317636"/>
                  </a:lnTo>
                  <a:lnTo>
                    <a:pt x="4548121" y="1317636"/>
                  </a:lnTo>
                  <a:lnTo>
                    <a:pt x="4548279" y="1317636"/>
                  </a:lnTo>
                  <a:lnTo>
                    <a:pt x="4548437" y="1317636"/>
                  </a:lnTo>
                  <a:lnTo>
                    <a:pt x="4548595" y="1317636"/>
                  </a:lnTo>
                  <a:lnTo>
                    <a:pt x="4548752" y="1317636"/>
                  </a:lnTo>
                  <a:lnTo>
                    <a:pt x="4548910" y="1317636"/>
                  </a:lnTo>
                  <a:lnTo>
                    <a:pt x="4548910" y="1317205"/>
                  </a:lnTo>
                  <a:lnTo>
                    <a:pt x="4549068" y="1317205"/>
                  </a:lnTo>
                  <a:lnTo>
                    <a:pt x="4549226" y="1317205"/>
                  </a:lnTo>
                  <a:lnTo>
                    <a:pt x="4549383" y="1317205"/>
                  </a:lnTo>
                  <a:lnTo>
                    <a:pt x="4549541" y="1317205"/>
                  </a:lnTo>
                  <a:lnTo>
                    <a:pt x="4549699" y="1317205"/>
                  </a:lnTo>
                  <a:lnTo>
                    <a:pt x="4549699" y="1316774"/>
                  </a:lnTo>
                  <a:lnTo>
                    <a:pt x="4549856" y="1316774"/>
                  </a:lnTo>
                  <a:lnTo>
                    <a:pt x="4550014" y="1316774"/>
                  </a:lnTo>
                  <a:lnTo>
                    <a:pt x="4550172" y="1316774"/>
                  </a:lnTo>
                  <a:lnTo>
                    <a:pt x="4550330" y="1316774"/>
                  </a:lnTo>
                  <a:lnTo>
                    <a:pt x="4550487" y="1316774"/>
                  </a:lnTo>
                  <a:lnTo>
                    <a:pt x="4550645" y="1316774"/>
                  </a:lnTo>
                  <a:lnTo>
                    <a:pt x="4550645" y="1316344"/>
                  </a:lnTo>
                  <a:lnTo>
                    <a:pt x="4550803" y="1316344"/>
                  </a:lnTo>
                  <a:lnTo>
                    <a:pt x="4550960" y="1316344"/>
                  </a:lnTo>
                  <a:lnTo>
                    <a:pt x="4551118" y="1316344"/>
                  </a:lnTo>
                  <a:lnTo>
                    <a:pt x="4551276" y="1316344"/>
                  </a:lnTo>
                  <a:lnTo>
                    <a:pt x="4551434" y="1316344"/>
                  </a:lnTo>
                  <a:lnTo>
                    <a:pt x="4551434" y="1315913"/>
                  </a:lnTo>
                  <a:lnTo>
                    <a:pt x="4551591" y="1315913"/>
                  </a:lnTo>
                  <a:lnTo>
                    <a:pt x="4551749" y="1315913"/>
                  </a:lnTo>
                  <a:lnTo>
                    <a:pt x="4551907" y="1315913"/>
                  </a:lnTo>
                  <a:lnTo>
                    <a:pt x="4551907" y="1315483"/>
                  </a:lnTo>
                  <a:lnTo>
                    <a:pt x="4552064" y="1315483"/>
                  </a:lnTo>
                  <a:lnTo>
                    <a:pt x="4552222" y="1315483"/>
                  </a:lnTo>
                  <a:lnTo>
                    <a:pt x="4552222" y="1315052"/>
                  </a:lnTo>
                  <a:lnTo>
                    <a:pt x="4552380" y="1315052"/>
                  </a:lnTo>
                  <a:lnTo>
                    <a:pt x="4552538" y="1315052"/>
                  </a:lnTo>
                  <a:lnTo>
                    <a:pt x="4552695" y="1315052"/>
                  </a:lnTo>
                  <a:lnTo>
                    <a:pt x="4552853" y="1315052"/>
                  </a:lnTo>
                  <a:lnTo>
                    <a:pt x="4553011" y="1315052"/>
                  </a:lnTo>
                  <a:lnTo>
                    <a:pt x="4553168" y="1315052"/>
                  </a:lnTo>
                  <a:lnTo>
                    <a:pt x="4553326" y="1315052"/>
                  </a:lnTo>
                  <a:lnTo>
                    <a:pt x="4553484" y="1315052"/>
                  </a:lnTo>
                  <a:lnTo>
                    <a:pt x="4553642" y="1315052"/>
                  </a:lnTo>
                  <a:lnTo>
                    <a:pt x="4553799" y="1315052"/>
                  </a:lnTo>
                  <a:lnTo>
                    <a:pt x="4553957" y="1315052"/>
                  </a:lnTo>
                  <a:lnTo>
                    <a:pt x="4554115" y="1315052"/>
                  </a:lnTo>
                  <a:lnTo>
                    <a:pt x="4554115" y="1314621"/>
                  </a:lnTo>
                  <a:lnTo>
                    <a:pt x="4554273" y="1314621"/>
                  </a:lnTo>
                  <a:lnTo>
                    <a:pt x="4554430" y="1314621"/>
                  </a:lnTo>
                  <a:lnTo>
                    <a:pt x="4554430" y="1314191"/>
                  </a:lnTo>
                  <a:lnTo>
                    <a:pt x="4554588" y="1314191"/>
                  </a:lnTo>
                  <a:lnTo>
                    <a:pt x="4554746" y="1314191"/>
                  </a:lnTo>
                  <a:lnTo>
                    <a:pt x="4554903" y="1314191"/>
                  </a:lnTo>
                  <a:lnTo>
                    <a:pt x="4555061" y="1314191"/>
                  </a:lnTo>
                  <a:lnTo>
                    <a:pt x="4555061" y="1313760"/>
                  </a:lnTo>
                  <a:lnTo>
                    <a:pt x="4555219" y="1313760"/>
                  </a:lnTo>
                  <a:lnTo>
                    <a:pt x="4555377" y="1313760"/>
                  </a:lnTo>
                  <a:lnTo>
                    <a:pt x="4555534" y="1313760"/>
                  </a:lnTo>
                  <a:lnTo>
                    <a:pt x="4555692" y="1313760"/>
                  </a:lnTo>
                  <a:lnTo>
                    <a:pt x="4555850" y="1313760"/>
                  </a:lnTo>
                  <a:lnTo>
                    <a:pt x="4556007" y="1313760"/>
                  </a:lnTo>
                  <a:lnTo>
                    <a:pt x="4556165" y="1313760"/>
                  </a:lnTo>
                  <a:lnTo>
                    <a:pt x="4556323" y="1313760"/>
                  </a:lnTo>
                  <a:lnTo>
                    <a:pt x="4556481" y="1313760"/>
                  </a:lnTo>
                  <a:lnTo>
                    <a:pt x="4556638" y="1313760"/>
                  </a:lnTo>
                  <a:lnTo>
                    <a:pt x="4556796" y="1313760"/>
                  </a:lnTo>
                  <a:lnTo>
                    <a:pt x="4556954" y="1313760"/>
                  </a:lnTo>
                  <a:lnTo>
                    <a:pt x="4557111" y="1313760"/>
                  </a:lnTo>
                  <a:lnTo>
                    <a:pt x="4557269" y="1313760"/>
                  </a:lnTo>
                  <a:lnTo>
                    <a:pt x="4557427" y="1313760"/>
                  </a:lnTo>
                  <a:lnTo>
                    <a:pt x="4557585" y="1313760"/>
                  </a:lnTo>
                  <a:lnTo>
                    <a:pt x="4557742" y="1313760"/>
                  </a:lnTo>
                  <a:lnTo>
                    <a:pt x="4557900" y="1313760"/>
                  </a:lnTo>
                  <a:lnTo>
                    <a:pt x="4558058" y="1313760"/>
                  </a:lnTo>
                  <a:lnTo>
                    <a:pt x="4558215" y="1313760"/>
                  </a:lnTo>
                  <a:lnTo>
                    <a:pt x="4558373" y="1313760"/>
                  </a:lnTo>
                  <a:lnTo>
                    <a:pt x="4558531" y="1313760"/>
                  </a:lnTo>
                  <a:lnTo>
                    <a:pt x="4558689" y="1313760"/>
                  </a:lnTo>
                  <a:lnTo>
                    <a:pt x="4558846" y="1313760"/>
                  </a:lnTo>
                  <a:lnTo>
                    <a:pt x="4559004" y="1313760"/>
                  </a:lnTo>
                  <a:lnTo>
                    <a:pt x="4559162" y="1313760"/>
                  </a:lnTo>
                  <a:lnTo>
                    <a:pt x="4559319" y="1313760"/>
                  </a:lnTo>
                  <a:lnTo>
                    <a:pt x="4559477" y="1313760"/>
                  </a:lnTo>
                  <a:lnTo>
                    <a:pt x="4559635" y="1313760"/>
                  </a:lnTo>
                  <a:lnTo>
                    <a:pt x="4559793" y="1313760"/>
                  </a:lnTo>
                  <a:lnTo>
                    <a:pt x="4559950" y="1313760"/>
                  </a:lnTo>
                  <a:lnTo>
                    <a:pt x="4560108" y="1313760"/>
                  </a:lnTo>
                  <a:lnTo>
                    <a:pt x="4560266" y="1313760"/>
                  </a:lnTo>
                  <a:lnTo>
                    <a:pt x="4560424" y="1313760"/>
                  </a:lnTo>
                  <a:lnTo>
                    <a:pt x="4560581" y="1313760"/>
                  </a:lnTo>
                  <a:lnTo>
                    <a:pt x="4560739" y="1313760"/>
                  </a:lnTo>
                  <a:lnTo>
                    <a:pt x="4560897" y="1313760"/>
                  </a:lnTo>
                  <a:lnTo>
                    <a:pt x="4561054" y="1313760"/>
                  </a:lnTo>
                  <a:lnTo>
                    <a:pt x="4561212" y="1313760"/>
                  </a:lnTo>
                  <a:lnTo>
                    <a:pt x="4561370" y="1313760"/>
                  </a:lnTo>
                  <a:lnTo>
                    <a:pt x="4561528" y="1313760"/>
                  </a:lnTo>
                  <a:lnTo>
                    <a:pt x="4561685" y="1313760"/>
                  </a:lnTo>
                  <a:lnTo>
                    <a:pt x="4561843" y="1313760"/>
                  </a:lnTo>
                  <a:lnTo>
                    <a:pt x="4562001" y="1313760"/>
                  </a:lnTo>
                  <a:lnTo>
                    <a:pt x="4562158" y="1313760"/>
                  </a:lnTo>
                  <a:lnTo>
                    <a:pt x="4562316" y="1313760"/>
                  </a:lnTo>
                  <a:lnTo>
                    <a:pt x="4562474" y="1313760"/>
                  </a:lnTo>
                  <a:lnTo>
                    <a:pt x="4562632" y="1313760"/>
                  </a:lnTo>
                  <a:lnTo>
                    <a:pt x="4562789" y="1313760"/>
                  </a:lnTo>
                  <a:lnTo>
                    <a:pt x="4562947" y="1313760"/>
                  </a:lnTo>
                  <a:lnTo>
                    <a:pt x="4563105" y="1313760"/>
                  </a:lnTo>
                  <a:lnTo>
                    <a:pt x="4563262" y="1313760"/>
                  </a:lnTo>
                  <a:lnTo>
                    <a:pt x="4563420" y="1313760"/>
                  </a:lnTo>
                  <a:lnTo>
                    <a:pt x="4563578" y="1313760"/>
                  </a:lnTo>
                  <a:lnTo>
                    <a:pt x="4563736" y="1313760"/>
                  </a:lnTo>
                  <a:lnTo>
                    <a:pt x="4563893" y="1313760"/>
                  </a:lnTo>
                  <a:lnTo>
                    <a:pt x="4564051" y="1313760"/>
                  </a:lnTo>
                  <a:lnTo>
                    <a:pt x="4564209" y="1313760"/>
                  </a:lnTo>
                  <a:lnTo>
                    <a:pt x="4564366" y="1313760"/>
                  </a:lnTo>
                  <a:lnTo>
                    <a:pt x="4564366" y="1313330"/>
                  </a:lnTo>
                  <a:lnTo>
                    <a:pt x="4564366" y="1312899"/>
                  </a:lnTo>
                  <a:lnTo>
                    <a:pt x="4564524" y="1312899"/>
                  </a:lnTo>
                  <a:lnTo>
                    <a:pt x="4564682" y="1312899"/>
                  </a:lnTo>
                  <a:lnTo>
                    <a:pt x="4564840" y="1312899"/>
                  </a:lnTo>
                  <a:lnTo>
                    <a:pt x="4564997" y="1312899"/>
                  </a:lnTo>
                  <a:lnTo>
                    <a:pt x="4565155" y="1312899"/>
                  </a:lnTo>
                  <a:lnTo>
                    <a:pt x="4565313" y="1312899"/>
                  </a:lnTo>
                  <a:lnTo>
                    <a:pt x="4565471" y="1312899"/>
                  </a:lnTo>
                  <a:lnTo>
                    <a:pt x="4565628" y="1312899"/>
                  </a:lnTo>
                  <a:lnTo>
                    <a:pt x="4565786" y="1312899"/>
                  </a:lnTo>
                  <a:lnTo>
                    <a:pt x="4565944" y="1312899"/>
                  </a:lnTo>
                  <a:lnTo>
                    <a:pt x="4566101" y="1312899"/>
                  </a:lnTo>
                  <a:lnTo>
                    <a:pt x="4566259" y="1312899"/>
                  </a:lnTo>
                  <a:lnTo>
                    <a:pt x="4566417" y="1312899"/>
                  </a:lnTo>
                  <a:lnTo>
                    <a:pt x="4566575" y="1312899"/>
                  </a:lnTo>
                  <a:lnTo>
                    <a:pt x="4566575" y="1312468"/>
                  </a:lnTo>
                  <a:lnTo>
                    <a:pt x="4566575" y="1312038"/>
                  </a:lnTo>
                  <a:lnTo>
                    <a:pt x="4566732" y="1312038"/>
                  </a:lnTo>
                  <a:lnTo>
                    <a:pt x="4566890" y="1312038"/>
                  </a:lnTo>
                  <a:lnTo>
                    <a:pt x="4567048" y="1312038"/>
                  </a:lnTo>
                  <a:lnTo>
                    <a:pt x="4567048" y="1311607"/>
                  </a:lnTo>
                  <a:lnTo>
                    <a:pt x="4567048" y="1311177"/>
                  </a:lnTo>
                  <a:lnTo>
                    <a:pt x="4567205" y="1311177"/>
                  </a:lnTo>
                  <a:lnTo>
                    <a:pt x="4567363" y="1311177"/>
                  </a:lnTo>
                  <a:lnTo>
                    <a:pt x="4567521" y="1311177"/>
                  </a:lnTo>
                  <a:lnTo>
                    <a:pt x="4567679" y="1311177"/>
                  </a:lnTo>
                  <a:lnTo>
                    <a:pt x="4567836" y="1311177"/>
                  </a:lnTo>
                  <a:lnTo>
                    <a:pt x="4567836" y="1310746"/>
                  </a:lnTo>
                  <a:lnTo>
                    <a:pt x="4567994" y="1310746"/>
                  </a:lnTo>
                  <a:lnTo>
                    <a:pt x="4567994" y="1310315"/>
                  </a:lnTo>
                  <a:lnTo>
                    <a:pt x="4568152" y="1310315"/>
                  </a:lnTo>
                  <a:lnTo>
                    <a:pt x="4568309" y="1310315"/>
                  </a:lnTo>
                  <a:lnTo>
                    <a:pt x="4568467" y="1310315"/>
                  </a:lnTo>
                  <a:lnTo>
                    <a:pt x="4568467" y="1309885"/>
                  </a:lnTo>
                  <a:lnTo>
                    <a:pt x="4568625" y="1309885"/>
                  </a:lnTo>
                  <a:lnTo>
                    <a:pt x="4568783" y="1309885"/>
                  </a:lnTo>
                  <a:lnTo>
                    <a:pt x="4568783" y="1309454"/>
                  </a:lnTo>
                  <a:lnTo>
                    <a:pt x="4568940" y="1309454"/>
                  </a:lnTo>
                  <a:lnTo>
                    <a:pt x="4569098" y="1309454"/>
                  </a:lnTo>
                  <a:lnTo>
                    <a:pt x="4569256" y="1309454"/>
                  </a:lnTo>
                  <a:lnTo>
                    <a:pt x="4569413" y="1309454"/>
                  </a:lnTo>
                  <a:lnTo>
                    <a:pt x="4569571" y="1309454"/>
                  </a:lnTo>
                  <a:lnTo>
                    <a:pt x="4569571" y="1309024"/>
                  </a:lnTo>
                  <a:lnTo>
                    <a:pt x="4569729" y="1309024"/>
                  </a:lnTo>
                  <a:lnTo>
                    <a:pt x="4569887" y="1309024"/>
                  </a:lnTo>
                  <a:lnTo>
                    <a:pt x="4570044" y="1309024"/>
                  </a:lnTo>
                  <a:lnTo>
                    <a:pt x="4570044" y="1308593"/>
                  </a:lnTo>
                  <a:lnTo>
                    <a:pt x="4570202" y="1308593"/>
                  </a:lnTo>
                  <a:lnTo>
                    <a:pt x="4570360" y="1308593"/>
                  </a:lnTo>
                  <a:lnTo>
                    <a:pt x="4570517" y="1308593"/>
                  </a:lnTo>
                  <a:lnTo>
                    <a:pt x="4570675" y="1308593"/>
                  </a:lnTo>
                  <a:lnTo>
                    <a:pt x="4570833" y="1308593"/>
                  </a:lnTo>
                  <a:lnTo>
                    <a:pt x="4570991" y="1308593"/>
                  </a:lnTo>
                  <a:lnTo>
                    <a:pt x="4571148" y="1308593"/>
                  </a:lnTo>
                  <a:lnTo>
                    <a:pt x="4571306" y="1308593"/>
                  </a:lnTo>
                  <a:lnTo>
                    <a:pt x="4571306" y="1308162"/>
                  </a:lnTo>
                  <a:lnTo>
                    <a:pt x="4571464" y="1308162"/>
                  </a:lnTo>
                  <a:lnTo>
                    <a:pt x="4571622" y="1308162"/>
                  </a:lnTo>
                  <a:lnTo>
                    <a:pt x="4571622" y="1307732"/>
                  </a:lnTo>
                  <a:lnTo>
                    <a:pt x="4571779" y="1307732"/>
                  </a:lnTo>
                  <a:lnTo>
                    <a:pt x="4571937" y="1307732"/>
                  </a:lnTo>
                  <a:lnTo>
                    <a:pt x="4571937" y="1307301"/>
                  </a:lnTo>
                  <a:lnTo>
                    <a:pt x="4572095" y="1307301"/>
                  </a:lnTo>
                  <a:lnTo>
                    <a:pt x="4572095" y="1306871"/>
                  </a:lnTo>
                  <a:lnTo>
                    <a:pt x="4572095" y="1306440"/>
                  </a:lnTo>
                  <a:lnTo>
                    <a:pt x="4572252" y="1306440"/>
                  </a:lnTo>
                  <a:lnTo>
                    <a:pt x="4572252" y="1306009"/>
                  </a:lnTo>
                  <a:lnTo>
                    <a:pt x="4572410" y="1306009"/>
                  </a:lnTo>
                  <a:lnTo>
                    <a:pt x="4572568" y="1306009"/>
                  </a:lnTo>
                  <a:lnTo>
                    <a:pt x="4572726" y="1306009"/>
                  </a:lnTo>
                  <a:lnTo>
                    <a:pt x="4572883" y="1306009"/>
                  </a:lnTo>
                  <a:lnTo>
                    <a:pt x="4573041" y="1306009"/>
                  </a:lnTo>
                  <a:lnTo>
                    <a:pt x="4573041" y="1305579"/>
                  </a:lnTo>
                  <a:lnTo>
                    <a:pt x="4573199" y="1305579"/>
                  </a:lnTo>
                  <a:lnTo>
                    <a:pt x="4573356" y="1305579"/>
                  </a:lnTo>
                  <a:lnTo>
                    <a:pt x="4573514" y="1305579"/>
                  </a:lnTo>
                  <a:lnTo>
                    <a:pt x="4573672" y="1305579"/>
                  </a:lnTo>
                  <a:lnTo>
                    <a:pt x="4573830" y="1305579"/>
                  </a:lnTo>
                  <a:lnTo>
                    <a:pt x="4573987" y="1305579"/>
                  </a:lnTo>
                  <a:lnTo>
                    <a:pt x="4574145" y="1305579"/>
                  </a:lnTo>
                  <a:lnTo>
                    <a:pt x="4574303" y="1305579"/>
                  </a:lnTo>
                  <a:lnTo>
                    <a:pt x="4574460" y="1305579"/>
                  </a:lnTo>
                  <a:lnTo>
                    <a:pt x="4574460" y="1305148"/>
                  </a:lnTo>
                  <a:lnTo>
                    <a:pt x="4574460" y="1304718"/>
                  </a:lnTo>
                  <a:lnTo>
                    <a:pt x="4574618" y="1304718"/>
                  </a:lnTo>
                  <a:lnTo>
                    <a:pt x="4574776" y="1304718"/>
                  </a:lnTo>
                  <a:lnTo>
                    <a:pt x="4574934" y="1304718"/>
                  </a:lnTo>
                  <a:lnTo>
                    <a:pt x="4575091" y="1304718"/>
                  </a:lnTo>
                  <a:lnTo>
                    <a:pt x="4575249" y="1304718"/>
                  </a:lnTo>
                  <a:lnTo>
                    <a:pt x="4575249" y="1304287"/>
                  </a:lnTo>
                  <a:lnTo>
                    <a:pt x="4575407" y="1304287"/>
                  </a:lnTo>
                  <a:lnTo>
                    <a:pt x="4575564" y="1304287"/>
                  </a:lnTo>
                  <a:lnTo>
                    <a:pt x="4575722" y="1304287"/>
                  </a:lnTo>
                  <a:lnTo>
                    <a:pt x="4575880" y="1304287"/>
                  </a:lnTo>
                  <a:lnTo>
                    <a:pt x="4576038" y="1304287"/>
                  </a:lnTo>
                  <a:lnTo>
                    <a:pt x="4576195" y="1304287"/>
                  </a:lnTo>
                  <a:lnTo>
                    <a:pt x="4576353" y="1304287"/>
                  </a:lnTo>
                  <a:lnTo>
                    <a:pt x="4576511" y="1304287"/>
                  </a:lnTo>
                  <a:lnTo>
                    <a:pt x="4576668" y="1304287"/>
                  </a:lnTo>
                  <a:lnTo>
                    <a:pt x="4576826" y="1304287"/>
                  </a:lnTo>
                  <a:lnTo>
                    <a:pt x="4576984" y="1304287"/>
                  </a:lnTo>
                  <a:lnTo>
                    <a:pt x="4577142" y="1304287"/>
                  </a:lnTo>
                  <a:lnTo>
                    <a:pt x="4577299" y="1304287"/>
                  </a:lnTo>
                  <a:lnTo>
                    <a:pt x="4577457" y="1304287"/>
                  </a:lnTo>
                  <a:lnTo>
                    <a:pt x="4577457" y="1303856"/>
                  </a:lnTo>
                  <a:lnTo>
                    <a:pt x="4577615" y="1303856"/>
                  </a:lnTo>
                  <a:lnTo>
                    <a:pt x="4577615" y="1303426"/>
                  </a:lnTo>
                  <a:lnTo>
                    <a:pt x="4577773" y="1303426"/>
                  </a:lnTo>
                  <a:lnTo>
                    <a:pt x="4577930" y="1303426"/>
                  </a:lnTo>
                  <a:lnTo>
                    <a:pt x="4578088" y="1303426"/>
                  </a:lnTo>
                  <a:lnTo>
                    <a:pt x="4578246" y="1303426"/>
                  </a:lnTo>
                  <a:lnTo>
                    <a:pt x="4578403" y="1303426"/>
                  </a:lnTo>
                  <a:lnTo>
                    <a:pt x="4578561" y="1303426"/>
                  </a:lnTo>
                  <a:lnTo>
                    <a:pt x="4578719" y="1303426"/>
                  </a:lnTo>
                  <a:lnTo>
                    <a:pt x="4578877" y="1303426"/>
                  </a:lnTo>
                  <a:lnTo>
                    <a:pt x="4579034" y="1303426"/>
                  </a:lnTo>
                  <a:lnTo>
                    <a:pt x="4579192" y="1303426"/>
                  </a:lnTo>
                  <a:lnTo>
                    <a:pt x="4579350" y="1303426"/>
                  </a:lnTo>
                  <a:lnTo>
                    <a:pt x="4579350" y="1302995"/>
                  </a:lnTo>
                  <a:lnTo>
                    <a:pt x="4579507" y="1302995"/>
                  </a:lnTo>
                  <a:lnTo>
                    <a:pt x="4579665" y="1302995"/>
                  </a:lnTo>
                  <a:lnTo>
                    <a:pt x="4579823" y="1302995"/>
                  </a:lnTo>
                  <a:lnTo>
                    <a:pt x="4579823" y="1302565"/>
                  </a:lnTo>
                  <a:lnTo>
                    <a:pt x="4579981" y="1302565"/>
                  </a:lnTo>
                  <a:lnTo>
                    <a:pt x="4580138" y="1302565"/>
                  </a:lnTo>
                  <a:lnTo>
                    <a:pt x="4580296" y="1302565"/>
                  </a:lnTo>
                  <a:lnTo>
                    <a:pt x="4580454" y="1302565"/>
                  </a:lnTo>
                  <a:lnTo>
                    <a:pt x="4580611" y="1302565"/>
                  </a:lnTo>
                  <a:lnTo>
                    <a:pt x="4580769" y="1302565"/>
                  </a:lnTo>
                  <a:lnTo>
                    <a:pt x="4580927" y="1302565"/>
                  </a:lnTo>
                  <a:lnTo>
                    <a:pt x="4580927" y="1302134"/>
                  </a:lnTo>
                  <a:lnTo>
                    <a:pt x="4580927" y="1301703"/>
                  </a:lnTo>
                  <a:lnTo>
                    <a:pt x="4581085" y="1301703"/>
                  </a:lnTo>
                  <a:lnTo>
                    <a:pt x="4581242" y="1301703"/>
                  </a:lnTo>
                  <a:lnTo>
                    <a:pt x="4581400" y="1301703"/>
                  </a:lnTo>
                  <a:lnTo>
                    <a:pt x="4581400" y="1301273"/>
                  </a:lnTo>
                  <a:lnTo>
                    <a:pt x="4581400" y="1300842"/>
                  </a:lnTo>
                  <a:lnTo>
                    <a:pt x="4581558" y="1300842"/>
                  </a:lnTo>
                  <a:lnTo>
                    <a:pt x="4581715" y="1300842"/>
                  </a:lnTo>
                  <a:lnTo>
                    <a:pt x="4581715" y="1300412"/>
                  </a:lnTo>
                  <a:lnTo>
                    <a:pt x="4581873" y="1300412"/>
                  </a:lnTo>
                  <a:lnTo>
                    <a:pt x="4581873" y="1299981"/>
                  </a:lnTo>
                  <a:lnTo>
                    <a:pt x="4582031" y="1299981"/>
                  </a:lnTo>
                  <a:lnTo>
                    <a:pt x="4582189" y="1299981"/>
                  </a:lnTo>
                  <a:lnTo>
                    <a:pt x="4582346" y="1299981"/>
                  </a:lnTo>
                  <a:lnTo>
                    <a:pt x="4582346" y="1299550"/>
                  </a:lnTo>
                  <a:lnTo>
                    <a:pt x="4582504" y="1299550"/>
                  </a:lnTo>
                  <a:lnTo>
                    <a:pt x="4582662" y="1299550"/>
                  </a:lnTo>
                  <a:lnTo>
                    <a:pt x="4582662" y="1299120"/>
                  </a:lnTo>
                  <a:lnTo>
                    <a:pt x="4582820" y="1299120"/>
                  </a:lnTo>
                  <a:lnTo>
                    <a:pt x="4582977" y="1299120"/>
                  </a:lnTo>
                  <a:lnTo>
                    <a:pt x="4583135" y="1299120"/>
                  </a:lnTo>
                  <a:lnTo>
                    <a:pt x="4583293" y="1299120"/>
                  </a:lnTo>
                  <a:lnTo>
                    <a:pt x="4583450" y="1299120"/>
                  </a:lnTo>
                  <a:lnTo>
                    <a:pt x="4583450" y="1298689"/>
                  </a:lnTo>
                  <a:lnTo>
                    <a:pt x="4583608" y="1298689"/>
                  </a:lnTo>
                  <a:lnTo>
                    <a:pt x="4583766" y="1298689"/>
                  </a:lnTo>
                  <a:lnTo>
                    <a:pt x="4583766" y="1298259"/>
                  </a:lnTo>
                  <a:lnTo>
                    <a:pt x="4583924" y="1298259"/>
                  </a:lnTo>
                  <a:lnTo>
                    <a:pt x="4584081" y="1298259"/>
                  </a:lnTo>
                  <a:lnTo>
                    <a:pt x="4584239" y="1298259"/>
                  </a:lnTo>
                  <a:lnTo>
                    <a:pt x="4584239" y="1297828"/>
                  </a:lnTo>
                  <a:lnTo>
                    <a:pt x="4584239" y="1297397"/>
                  </a:lnTo>
                  <a:lnTo>
                    <a:pt x="4584397" y="1297397"/>
                  </a:lnTo>
                  <a:lnTo>
                    <a:pt x="4584554" y="1297397"/>
                  </a:lnTo>
                  <a:lnTo>
                    <a:pt x="4584712" y="1297397"/>
                  </a:lnTo>
                  <a:lnTo>
                    <a:pt x="4584712" y="1296967"/>
                  </a:lnTo>
                  <a:lnTo>
                    <a:pt x="4584870" y="1296967"/>
                  </a:lnTo>
                  <a:lnTo>
                    <a:pt x="4585028" y="1296967"/>
                  </a:lnTo>
                  <a:lnTo>
                    <a:pt x="4585185" y="1296967"/>
                  </a:lnTo>
                  <a:lnTo>
                    <a:pt x="4585343" y="1296967"/>
                  </a:lnTo>
                  <a:lnTo>
                    <a:pt x="4585501" y="1296967"/>
                  </a:lnTo>
                  <a:lnTo>
                    <a:pt x="4585658" y="1296967"/>
                  </a:lnTo>
                  <a:lnTo>
                    <a:pt x="4585816" y="1296967"/>
                  </a:lnTo>
                  <a:lnTo>
                    <a:pt x="4585974" y="1296967"/>
                  </a:lnTo>
                  <a:lnTo>
                    <a:pt x="4586132" y="1296967"/>
                  </a:lnTo>
                  <a:lnTo>
                    <a:pt x="4586132" y="1296536"/>
                  </a:lnTo>
                  <a:lnTo>
                    <a:pt x="4586289" y="1296536"/>
                  </a:lnTo>
                  <a:lnTo>
                    <a:pt x="4586447" y="1296536"/>
                  </a:lnTo>
                  <a:lnTo>
                    <a:pt x="4586605" y="1296536"/>
                  </a:lnTo>
                  <a:lnTo>
                    <a:pt x="4586605" y="1296106"/>
                  </a:lnTo>
                  <a:lnTo>
                    <a:pt x="4586762" y="1296106"/>
                  </a:lnTo>
                  <a:lnTo>
                    <a:pt x="4586920" y="1296106"/>
                  </a:lnTo>
                  <a:lnTo>
                    <a:pt x="4587078" y="1296106"/>
                  </a:lnTo>
                  <a:lnTo>
                    <a:pt x="4587078" y="1295675"/>
                  </a:lnTo>
                  <a:lnTo>
                    <a:pt x="4587236" y="1295675"/>
                  </a:lnTo>
                  <a:lnTo>
                    <a:pt x="4587393" y="1295675"/>
                  </a:lnTo>
                  <a:lnTo>
                    <a:pt x="4587551" y="1295675"/>
                  </a:lnTo>
                  <a:lnTo>
                    <a:pt x="4587709" y="1295675"/>
                  </a:lnTo>
                  <a:lnTo>
                    <a:pt x="4587866" y="1295675"/>
                  </a:lnTo>
                  <a:lnTo>
                    <a:pt x="4588024" y="1295675"/>
                  </a:lnTo>
                  <a:lnTo>
                    <a:pt x="4588182" y="1295675"/>
                  </a:lnTo>
                  <a:lnTo>
                    <a:pt x="4588340" y="1295675"/>
                  </a:lnTo>
                  <a:lnTo>
                    <a:pt x="4588497" y="1295675"/>
                  </a:lnTo>
                  <a:lnTo>
                    <a:pt x="4588655" y="1295675"/>
                  </a:lnTo>
                  <a:lnTo>
                    <a:pt x="4588813" y="1295675"/>
                  </a:lnTo>
                  <a:lnTo>
                    <a:pt x="4588971" y="1295675"/>
                  </a:lnTo>
                  <a:lnTo>
                    <a:pt x="4589128" y="1295675"/>
                  </a:lnTo>
                  <a:lnTo>
                    <a:pt x="4589286" y="1295675"/>
                  </a:lnTo>
                  <a:lnTo>
                    <a:pt x="4589444" y="1295675"/>
                  </a:lnTo>
                  <a:lnTo>
                    <a:pt x="4589601" y="1295675"/>
                  </a:lnTo>
                  <a:lnTo>
                    <a:pt x="4589759" y="1295675"/>
                  </a:lnTo>
                  <a:lnTo>
                    <a:pt x="4589917" y="1295675"/>
                  </a:lnTo>
                  <a:lnTo>
                    <a:pt x="4590075" y="1295675"/>
                  </a:lnTo>
                  <a:lnTo>
                    <a:pt x="4590232" y="1295675"/>
                  </a:lnTo>
                  <a:lnTo>
                    <a:pt x="4590390" y="1295675"/>
                  </a:lnTo>
                  <a:lnTo>
                    <a:pt x="4590548" y="1295675"/>
                  </a:lnTo>
                  <a:lnTo>
                    <a:pt x="4590705" y="1295675"/>
                  </a:lnTo>
                  <a:lnTo>
                    <a:pt x="4590863" y="1295675"/>
                  </a:lnTo>
                  <a:lnTo>
                    <a:pt x="4591021" y="1295675"/>
                  </a:lnTo>
                  <a:lnTo>
                    <a:pt x="4591179" y="1295675"/>
                  </a:lnTo>
                  <a:lnTo>
                    <a:pt x="4591336" y="1295675"/>
                  </a:lnTo>
                  <a:lnTo>
                    <a:pt x="4591494" y="1295675"/>
                  </a:lnTo>
                  <a:lnTo>
                    <a:pt x="4591652" y="1295675"/>
                  </a:lnTo>
                  <a:lnTo>
                    <a:pt x="4591809" y="1295675"/>
                  </a:lnTo>
                  <a:lnTo>
                    <a:pt x="4591967" y="1295675"/>
                  </a:lnTo>
                  <a:lnTo>
                    <a:pt x="4591967" y="1295244"/>
                  </a:lnTo>
                  <a:lnTo>
                    <a:pt x="4592125" y="1295244"/>
                  </a:lnTo>
                  <a:lnTo>
                    <a:pt x="4592283" y="1295244"/>
                  </a:lnTo>
                  <a:lnTo>
                    <a:pt x="4592440" y="1295244"/>
                  </a:lnTo>
                  <a:lnTo>
                    <a:pt x="4592598" y="1295244"/>
                  </a:lnTo>
                  <a:lnTo>
                    <a:pt x="4592756" y="1295244"/>
                  </a:lnTo>
                  <a:lnTo>
                    <a:pt x="4592913" y="1295244"/>
                  </a:lnTo>
                  <a:lnTo>
                    <a:pt x="4592913" y="1294814"/>
                  </a:lnTo>
                  <a:lnTo>
                    <a:pt x="4593071" y="1294814"/>
                  </a:lnTo>
                  <a:lnTo>
                    <a:pt x="4593229" y="1294814"/>
                  </a:lnTo>
                  <a:lnTo>
                    <a:pt x="4593387" y="1294814"/>
                  </a:lnTo>
                  <a:lnTo>
                    <a:pt x="4593544" y="1294814"/>
                  </a:lnTo>
                  <a:lnTo>
                    <a:pt x="4593702" y="1294814"/>
                  </a:lnTo>
                  <a:lnTo>
                    <a:pt x="4593702" y="1294383"/>
                  </a:lnTo>
                  <a:lnTo>
                    <a:pt x="4593860" y="1294383"/>
                  </a:lnTo>
                  <a:lnTo>
                    <a:pt x="4594018" y="1294383"/>
                  </a:lnTo>
                  <a:lnTo>
                    <a:pt x="4594175" y="1294383"/>
                  </a:lnTo>
                  <a:lnTo>
                    <a:pt x="4594175" y="1293953"/>
                  </a:lnTo>
                  <a:lnTo>
                    <a:pt x="4594333" y="1293953"/>
                  </a:lnTo>
                  <a:lnTo>
                    <a:pt x="4594491" y="1293953"/>
                  </a:lnTo>
                  <a:lnTo>
                    <a:pt x="4594491" y="1293522"/>
                  </a:lnTo>
                  <a:lnTo>
                    <a:pt x="4594648" y="1293522"/>
                  </a:lnTo>
                  <a:lnTo>
                    <a:pt x="4594806" y="1293522"/>
                  </a:lnTo>
                  <a:lnTo>
                    <a:pt x="4594964" y="1293522"/>
                  </a:lnTo>
                  <a:lnTo>
                    <a:pt x="4595122" y="1293522"/>
                  </a:lnTo>
                  <a:lnTo>
                    <a:pt x="4595279" y="1293522"/>
                  </a:lnTo>
                  <a:lnTo>
                    <a:pt x="4595437" y="1293522"/>
                  </a:lnTo>
                  <a:lnTo>
                    <a:pt x="4595595" y="1293522"/>
                  </a:lnTo>
                  <a:lnTo>
                    <a:pt x="4595595" y="1293091"/>
                  </a:lnTo>
                  <a:lnTo>
                    <a:pt x="4595752" y="1293091"/>
                  </a:lnTo>
                  <a:lnTo>
                    <a:pt x="4595752" y="1292661"/>
                  </a:lnTo>
                  <a:lnTo>
                    <a:pt x="4595752" y="1292230"/>
                  </a:lnTo>
                  <a:lnTo>
                    <a:pt x="4595752" y="1291800"/>
                  </a:lnTo>
                  <a:lnTo>
                    <a:pt x="4595910" y="1291800"/>
                  </a:lnTo>
                  <a:lnTo>
                    <a:pt x="4595910" y="1291369"/>
                  </a:lnTo>
                  <a:lnTo>
                    <a:pt x="4596068" y="1291369"/>
                  </a:lnTo>
                  <a:lnTo>
                    <a:pt x="4596068" y="1290938"/>
                  </a:lnTo>
                  <a:lnTo>
                    <a:pt x="4596226" y="1290938"/>
                  </a:lnTo>
                  <a:lnTo>
                    <a:pt x="4596383" y="1290938"/>
                  </a:lnTo>
                  <a:lnTo>
                    <a:pt x="4596541" y="1290938"/>
                  </a:lnTo>
                  <a:lnTo>
                    <a:pt x="4596699" y="1290938"/>
                  </a:lnTo>
                  <a:lnTo>
                    <a:pt x="4596856" y="1290938"/>
                  </a:lnTo>
                  <a:lnTo>
                    <a:pt x="4596856" y="1290508"/>
                  </a:lnTo>
                  <a:lnTo>
                    <a:pt x="4597014" y="1290508"/>
                  </a:lnTo>
                  <a:lnTo>
                    <a:pt x="4597172" y="1290508"/>
                  </a:lnTo>
                  <a:lnTo>
                    <a:pt x="4597330" y="1290508"/>
                  </a:lnTo>
                  <a:lnTo>
                    <a:pt x="4597487" y="1290508"/>
                  </a:lnTo>
                  <a:lnTo>
                    <a:pt x="4597645" y="1290508"/>
                  </a:lnTo>
                  <a:lnTo>
                    <a:pt x="4597803" y="1290508"/>
                  </a:lnTo>
                  <a:lnTo>
                    <a:pt x="4597803" y="1290077"/>
                  </a:lnTo>
                  <a:lnTo>
                    <a:pt x="4597803" y="1289647"/>
                  </a:lnTo>
                  <a:lnTo>
                    <a:pt x="4597960" y="1289647"/>
                  </a:lnTo>
                  <a:lnTo>
                    <a:pt x="4598118" y="1289647"/>
                  </a:lnTo>
                  <a:lnTo>
                    <a:pt x="4598276" y="1289647"/>
                  </a:lnTo>
                  <a:lnTo>
                    <a:pt x="4598434" y="1289647"/>
                  </a:lnTo>
                  <a:lnTo>
                    <a:pt x="4598434" y="1289216"/>
                  </a:lnTo>
                  <a:lnTo>
                    <a:pt x="4598434" y="1288785"/>
                  </a:lnTo>
                  <a:lnTo>
                    <a:pt x="4598434" y="1288355"/>
                  </a:lnTo>
                  <a:lnTo>
                    <a:pt x="4598591" y="1288355"/>
                  </a:lnTo>
                  <a:lnTo>
                    <a:pt x="4598749" y="1288355"/>
                  </a:lnTo>
                  <a:lnTo>
                    <a:pt x="4598907" y="1288355"/>
                  </a:lnTo>
                  <a:lnTo>
                    <a:pt x="4599064" y="1288355"/>
                  </a:lnTo>
                  <a:lnTo>
                    <a:pt x="4599222" y="1288355"/>
                  </a:lnTo>
                  <a:lnTo>
                    <a:pt x="4599380" y="1288355"/>
                  </a:lnTo>
                  <a:lnTo>
                    <a:pt x="4599380" y="1287924"/>
                  </a:lnTo>
                  <a:lnTo>
                    <a:pt x="4599538" y="1287924"/>
                  </a:lnTo>
                  <a:lnTo>
                    <a:pt x="4599695" y="1287924"/>
                  </a:lnTo>
                  <a:lnTo>
                    <a:pt x="4599853" y="1287924"/>
                  </a:lnTo>
                  <a:lnTo>
                    <a:pt x="4600011" y="1287924"/>
                  </a:lnTo>
                  <a:lnTo>
                    <a:pt x="4600169" y="1287924"/>
                  </a:lnTo>
                  <a:lnTo>
                    <a:pt x="4600326" y="1287924"/>
                  </a:lnTo>
                  <a:lnTo>
                    <a:pt x="4600484" y="1287924"/>
                  </a:lnTo>
                  <a:lnTo>
                    <a:pt x="4600642" y="1287924"/>
                  </a:lnTo>
                  <a:lnTo>
                    <a:pt x="4600642" y="1287494"/>
                  </a:lnTo>
                  <a:lnTo>
                    <a:pt x="4600799" y="1287494"/>
                  </a:lnTo>
                  <a:lnTo>
                    <a:pt x="4600957" y="1287494"/>
                  </a:lnTo>
                  <a:lnTo>
                    <a:pt x="4601115" y="1287494"/>
                  </a:lnTo>
                  <a:lnTo>
                    <a:pt x="4601273" y="1287494"/>
                  </a:lnTo>
                  <a:lnTo>
                    <a:pt x="4601430" y="1287494"/>
                  </a:lnTo>
                  <a:lnTo>
                    <a:pt x="4601588" y="1287494"/>
                  </a:lnTo>
                  <a:lnTo>
                    <a:pt x="4601746" y="1287494"/>
                  </a:lnTo>
                  <a:lnTo>
                    <a:pt x="4601746" y="1287063"/>
                  </a:lnTo>
                  <a:lnTo>
                    <a:pt x="4601903" y="1287063"/>
                  </a:lnTo>
                  <a:lnTo>
                    <a:pt x="4602061" y="1287063"/>
                  </a:lnTo>
                  <a:lnTo>
                    <a:pt x="4602219" y="1287063"/>
                  </a:lnTo>
                  <a:lnTo>
                    <a:pt x="4602377" y="1287063"/>
                  </a:lnTo>
                  <a:lnTo>
                    <a:pt x="4602534" y="1287063"/>
                  </a:lnTo>
                  <a:lnTo>
                    <a:pt x="4602534" y="1286632"/>
                  </a:lnTo>
                  <a:lnTo>
                    <a:pt x="4602692" y="1286632"/>
                  </a:lnTo>
                  <a:lnTo>
                    <a:pt x="4602692" y="1286202"/>
                  </a:lnTo>
                  <a:lnTo>
                    <a:pt x="4602850" y="1286202"/>
                  </a:lnTo>
                  <a:lnTo>
                    <a:pt x="4603007" y="1286202"/>
                  </a:lnTo>
                  <a:lnTo>
                    <a:pt x="4603165" y="1286202"/>
                  </a:lnTo>
                  <a:lnTo>
                    <a:pt x="4603323" y="1286202"/>
                  </a:lnTo>
                  <a:lnTo>
                    <a:pt x="4603481" y="1286202"/>
                  </a:lnTo>
                  <a:lnTo>
                    <a:pt x="4603638" y="1286202"/>
                  </a:lnTo>
                  <a:lnTo>
                    <a:pt x="4603796" y="1286202"/>
                  </a:lnTo>
                  <a:lnTo>
                    <a:pt x="4603954" y="1286202"/>
                  </a:lnTo>
                  <a:lnTo>
                    <a:pt x="4604111" y="1286202"/>
                  </a:lnTo>
                  <a:lnTo>
                    <a:pt x="4604269" y="1286202"/>
                  </a:lnTo>
                  <a:lnTo>
                    <a:pt x="4604427" y="1286202"/>
                  </a:lnTo>
                  <a:lnTo>
                    <a:pt x="4604585" y="1286202"/>
                  </a:lnTo>
                  <a:lnTo>
                    <a:pt x="4604742" y="1286202"/>
                  </a:lnTo>
                  <a:lnTo>
                    <a:pt x="4604900" y="1286202"/>
                  </a:lnTo>
                  <a:lnTo>
                    <a:pt x="4605058" y="1286202"/>
                  </a:lnTo>
                  <a:lnTo>
                    <a:pt x="4605216" y="1286202"/>
                  </a:lnTo>
                  <a:lnTo>
                    <a:pt x="4605373" y="1286202"/>
                  </a:lnTo>
                  <a:lnTo>
                    <a:pt x="4605531" y="1286202"/>
                  </a:lnTo>
                  <a:lnTo>
                    <a:pt x="4605689" y="1286202"/>
                  </a:lnTo>
                  <a:lnTo>
                    <a:pt x="4605846" y="1286202"/>
                  </a:lnTo>
                  <a:lnTo>
                    <a:pt x="4606004" y="1286202"/>
                  </a:lnTo>
                  <a:lnTo>
                    <a:pt x="4606162" y="1286202"/>
                  </a:lnTo>
                  <a:lnTo>
                    <a:pt x="4606320" y="1286202"/>
                  </a:lnTo>
                  <a:lnTo>
                    <a:pt x="4606477" y="1286202"/>
                  </a:lnTo>
                  <a:lnTo>
                    <a:pt x="4606477" y="1285771"/>
                  </a:lnTo>
                  <a:lnTo>
                    <a:pt x="4606635" y="1285771"/>
                  </a:lnTo>
                  <a:lnTo>
                    <a:pt x="4606793" y="1285771"/>
                  </a:lnTo>
                  <a:lnTo>
                    <a:pt x="4606950" y="1285771"/>
                  </a:lnTo>
                  <a:lnTo>
                    <a:pt x="4607108" y="1285771"/>
                  </a:lnTo>
                  <a:lnTo>
                    <a:pt x="4607266" y="1285771"/>
                  </a:lnTo>
                  <a:lnTo>
                    <a:pt x="4607424" y="1285771"/>
                  </a:lnTo>
                  <a:lnTo>
                    <a:pt x="4607424" y="1285341"/>
                  </a:lnTo>
                  <a:lnTo>
                    <a:pt x="4607581" y="1285341"/>
                  </a:lnTo>
                  <a:lnTo>
                    <a:pt x="4607739" y="1285341"/>
                  </a:lnTo>
                  <a:lnTo>
                    <a:pt x="4607897" y="1285341"/>
                  </a:lnTo>
                  <a:lnTo>
                    <a:pt x="4608054" y="1285341"/>
                  </a:lnTo>
                  <a:lnTo>
                    <a:pt x="4608054" y="1284910"/>
                  </a:lnTo>
                  <a:lnTo>
                    <a:pt x="4608212" y="1284910"/>
                  </a:lnTo>
                  <a:lnTo>
                    <a:pt x="4608370" y="1284910"/>
                  </a:lnTo>
                  <a:lnTo>
                    <a:pt x="4608528" y="1284910"/>
                  </a:lnTo>
                  <a:lnTo>
                    <a:pt x="4608685" y="1284910"/>
                  </a:lnTo>
                  <a:lnTo>
                    <a:pt x="4608843" y="1284910"/>
                  </a:lnTo>
                  <a:lnTo>
                    <a:pt x="4609001" y="1284910"/>
                  </a:lnTo>
                  <a:lnTo>
                    <a:pt x="4609158" y="1284910"/>
                  </a:lnTo>
                  <a:lnTo>
                    <a:pt x="4609158" y="1284479"/>
                  </a:lnTo>
                  <a:lnTo>
                    <a:pt x="4609316" y="1284479"/>
                  </a:lnTo>
                  <a:lnTo>
                    <a:pt x="4609474" y="1284479"/>
                  </a:lnTo>
                  <a:lnTo>
                    <a:pt x="4609474" y="1284049"/>
                  </a:lnTo>
                  <a:lnTo>
                    <a:pt x="4609632" y="1284049"/>
                  </a:lnTo>
                  <a:lnTo>
                    <a:pt x="4609632" y="1283618"/>
                  </a:lnTo>
                  <a:lnTo>
                    <a:pt x="4609789" y="1283618"/>
                  </a:lnTo>
                  <a:lnTo>
                    <a:pt x="4609789" y="1283188"/>
                  </a:lnTo>
                  <a:lnTo>
                    <a:pt x="4609947" y="1283188"/>
                  </a:lnTo>
                  <a:lnTo>
                    <a:pt x="4610105" y="1283188"/>
                  </a:lnTo>
                  <a:lnTo>
                    <a:pt x="4610105" y="1282757"/>
                  </a:lnTo>
                  <a:lnTo>
                    <a:pt x="4610262" y="1282757"/>
                  </a:lnTo>
                  <a:lnTo>
                    <a:pt x="4610420" y="1282757"/>
                  </a:lnTo>
                  <a:lnTo>
                    <a:pt x="4610578" y="1282757"/>
                  </a:lnTo>
                  <a:lnTo>
                    <a:pt x="4610578" y="1282326"/>
                  </a:lnTo>
                  <a:lnTo>
                    <a:pt x="4610736" y="1282326"/>
                  </a:lnTo>
                  <a:lnTo>
                    <a:pt x="4610893" y="1282326"/>
                  </a:lnTo>
                  <a:lnTo>
                    <a:pt x="4611051" y="1282326"/>
                  </a:lnTo>
                  <a:lnTo>
                    <a:pt x="4611209" y="1282326"/>
                  </a:lnTo>
                  <a:lnTo>
                    <a:pt x="4611367" y="1282326"/>
                  </a:lnTo>
                  <a:lnTo>
                    <a:pt x="4611524" y="1282326"/>
                  </a:lnTo>
                  <a:lnTo>
                    <a:pt x="4611682" y="1282326"/>
                  </a:lnTo>
                  <a:lnTo>
                    <a:pt x="4611682" y="1281896"/>
                  </a:lnTo>
                  <a:lnTo>
                    <a:pt x="4611682" y="1281465"/>
                  </a:lnTo>
                  <a:lnTo>
                    <a:pt x="4611840" y="1281465"/>
                  </a:lnTo>
                  <a:lnTo>
                    <a:pt x="4611997" y="1281465"/>
                  </a:lnTo>
                  <a:lnTo>
                    <a:pt x="4612155" y="1281465"/>
                  </a:lnTo>
                  <a:lnTo>
                    <a:pt x="4612313" y="1281465"/>
                  </a:lnTo>
                  <a:lnTo>
                    <a:pt x="4612471" y="1281465"/>
                  </a:lnTo>
                  <a:lnTo>
                    <a:pt x="4612471" y="1281035"/>
                  </a:lnTo>
                  <a:lnTo>
                    <a:pt x="4612471" y="1280604"/>
                  </a:lnTo>
                  <a:lnTo>
                    <a:pt x="4612471" y="1280173"/>
                  </a:lnTo>
                  <a:lnTo>
                    <a:pt x="4612628" y="1280173"/>
                  </a:lnTo>
                  <a:lnTo>
                    <a:pt x="4612628" y="1279743"/>
                  </a:lnTo>
                  <a:lnTo>
                    <a:pt x="4612786" y="1279743"/>
                  </a:lnTo>
                  <a:lnTo>
                    <a:pt x="4612944" y="1279743"/>
                  </a:lnTo>
                  <a:lnTo>
                    <a:pt x="4613101" y="1279743"/>
                  </a:lnTo>
                  <a:lnTo>
                    <a:pt x="4613259" y="1279743"/>
                  </a:lnTo>
                  <a:lnTo>
                    <a:pt x="4613417" y="1279743"/>
                  </a:lnTo>
                  <a:lnTo>
                    <a:pt x="4613575" y="1279743"/>
                  </a:lnTo>
                  <a:lnTo>
                    <a:pt x="4613732" y="1279743"/>
                  </a:lnTo>
                  <a:lnTo>
                    <a:pt x="4613890" y="1279743"/>
                  </a:lnTo>
                  <a:lnTo>
                    <a:pt x="4614048" y="1279743"/>
                  </a:lnTo>
                  <a:lnTo>
                    <a:pt x="4614205" y="1279743"/>
                  </a:lnTo>
                  <a:lnTo>
                    <a:pt x="4614363" y="1279743"/>
                  </a:lnTo>
                  <a:lnTo>
                    <a:pt x="4614521" y="1279743"/>
                  </a:lnTo>
                  <a:lnTo>
                    <a:pt x="4614679" y="1279743"/>
                  </a:lnTo>
                  <a:lnTo>
                    <a:pt x="4614836" y="1279743"/>
                  </a:lnTo>
                  <a:lnTo>
                    <a:pt x="4614994" y="1279743"/>
                  </a:lnTo>
                  <a:lnTo>
                    <a:pt x="4615152" y="1279743"/>
                  </a:lnTo>
                  <a:lnTo>
                    <a:pt x="4615309" y="1279743"/>
                  </a:lnTo>
                  <a:lnTo>
                    <a:pt x="4615467" y="1279743"/>
                  </a:lnTo>
                  <a:lnTo>
                    <a:pt x="4615625" y="1279743"/>
                  </a:lnTo>
                  <a:lnTo>
                    <a:pt x="4615783" y="1279743"/>
                  </a:lnTo>
                  <a:lnTo>
                    <a:pt x="4615940" y="1279743"/>
                  </a:lnTo>
                  <a:lnTo>
                    <a:pt x="4616098" y="1279743"/>
                  </a:lnTo>
                  <a:lnTo>
                    <a:pt x="4616256" y="1279743"/>
                  </a:lnTo>
                  <a:lnTo>
                    <a:pt x="4616414" y="1279743"/>
                  </a:lnTo>
                  <a:lnTo>
                    <a:pt x="4616571" y="1279743"/>
                  </a:lnTo>
                  <a:lnTo>
                    <a:pt x="4616729" y="1279743"/>
                  </a:lnTo>
                  <a:lnTo>
                    <a:pt x="4616887" y="1279743"/>
                  </a:lnTo>
                  <a:lnTo>
                    <a:pt x="4617044" y="1279743"/>
                  </a:lnTo>
                  <a:lnTo>
                    <a:pt x="4617202" y="1279743"/>
                  </a:lnTo>
                  <a:lnTo>
                    <a:pt x="4617360" y="1279743"/>
                  </a:lnTo>
                  <a:lnTo>
                    <a:pt x="4617518" y="1279743"/>
                  </a:lnTo>
                  <a:lnTo>
                    <a:pt x="4617675" y="1279743"/>
                  </a:lnTo>
                  <a:lnTo>
                    <a:pt x="4617833" y="1279743"/>
                  </a:lnTo>
                  <a:lnTo>
                    <a:pt x="4617833" y="1279312"/>
                  </a:lnTo>
                  <a:lnTo>
                    <a:pt x="4617991" y="1279312"/>
                  </a:lnTo>
                  <a:lnTo>
                    <a:pt x="4618148" y="1279312"/>
                  </a:lnTo>
                  <a:lnTo>
                    <a:pt x="4618306" y="1279312"/>
                  </a:lnTo>
                  <a:lnTo>
                    <a:pt x="4618464" y="1279312"/>
                  </a:lnTo>
                  <a:lnTo>
                    <a:pt x="4618622" y="1279312"/>
                  </a:lnTo>
                  <a:lnTo>
                    <a:pt x="4618622" y="1278882"/>
                  </a:lnTo>
                  <a:lnTo>
                    <a:pt x="4618779" y="1278882"/>
                  </a:lnTo>
                  <a:lnTo>
                    <a:pt x="4618779" y="1278451"/>
                  </a:lnTo>
                  <a:lnTo>
                    <a:pt x="4618937" y="1278451"/>
                  </a:lnTo>
                  <a:lnTo>
                    <a:pt x="4619095" y="1278451"/>
                  </a:lnTo>
                  <a:lnTo>
                    <a:pt x="4619095" y="1278020"/>
                  </a:lnTo>
                  <a:lnTo>
                    <a:pt x="4619252" y="1278020"/>
                  </a:lnTo>
                  <a:lnTo>
                    <a:pt x="4619410" y="1278020"/>
                  </a:lnTo>
                  <a:lnTo>
                    <a:pt x="4619568" y="1278020"/>
                  </a:lnTo>
                  <a:lnTo>
                    <a:pt x="4619726" y="1278020"/>
                  </a:lnTo>
                  <a:lnTo>
                    <a:pt x="4619883" y="1278020"/>
                  </a:lnTo>
                  <a:lnTo>
                    <a:pt x="4620041" y="1278020"/>
                  </a:lnTo>
                  <a:lnTo>
                    <a:pt x="4620199" y="1278020"/>
                  </a:lnTo>
                  <a:lnTo>
                    <a:pt x="4620356" y="1278020"/>
                  </a:lnTo>
                  <a:lnTo>
                    <a:pt x="4620514" y="1278020"/>
                  </a:lnTo>
                  <a:lnTo>
                    <a:pt x="4620672" y="1278020"/>
                  </a:lnTo>
                  <a:lnTo>
                    <a:pt x="4620830" y="1278020"/>
                  </a:lnTo>
                  <a:lnTo>
                    <a:pt x="4620987" y="1278020"/>
                  </a:lnTo>
                  <a:lnTo>
                    <a:pt x="4620987" y="1277590"/>
                  </a:lnTo>
                  <a:lnTo>
                    <a:pt x="4621145" y="1277590"/>
                  </a:lnTo>
                  <a:lnTo>
                    <a:pt x="4621303" y="1277590"/>
                  </a:lnTo>
                  <a:lnTo>
                    <a:pt x="4621303" y="1277159"/>
                  </a:lnTo>
                  <a:lnTo>
                    <a:pt x="4621303" y="1276729"/>
                  </a:lnTo>
                  <a:lnTo>
                    <a:pt x="4621303" y="1276298"/>
                  </a:lnTo>
                  <a:lnTo>
                    <a:pt x="4621460" y="1276298"/>
                  </a:lnTo>
                  <a:lnTo>
                    <a:pt x="4621460" y="1275867"/>
                  </a:lnTo>
                  <a:lnTo>
                    <a:pt x="4621618" y="1275867"/>
                  </a:lnTo>
                  <a:lnTo>
                    <a:pt x="4621776" y="1275867"/>
                  </a:lnTo>
                  <a:lnTo>
                    <a:pt x="4621934" y="1275867"/>
                  </a:lnTo>
                  <a:lnTo>
                    <a:pt x="4622091" y="1275867"/>
                  </a:lnTo>
                  <a:lnTo>
                    <a:pt x="4622091" y="1275437"/>
                  </a:lnTo>
                  <a:lnTo>
                    <a:pt x="4622249" y="1275437"/>
                  </a:lnTo>
                  <a:lnTo>
                    <a:pt x="4622407" y="1275437"/>
                  </a:lnTo>
                  <a:lnTo>
                    <a:pt x="4622565" y="1275437"/>
                  </a:lnTo>
                  <a:lnTo>
                    <a:pt x="4622722" y="1275437"/>
                  </a:lnTo>
                  <a:lnTo>
                    <a:pt x="4622880" y="1275437"/>
                  </a:lnTo>
                  <a:lnTo>
                    <a:pt x="4623038" y="1275437"/>
                  </a:lnTo>
                  <a:lnTo>
                    <a:pt x="4623195" y="1275437"/>
                  </a:lnTo>
                  <a:lnTo>
                    <a:pt x="4623353" y="1275437"/>
                  </a:lnTo>
                  <a:lnTo>
                    <a:pt x="4623511" y="1275437"/>
                  </a:lnTo>
                  <a:lnTo>
                    <a:pt x="4623511" y="1275006"/>
                  </a:lnTo>
                  <a:lnTo>
                    <a:pt x="4623669" y="1275006"/>
                  </a:lnTo>
                  <a:lnTo>
                    <a:pt x="4623826" y="1275006"/>
                  </a:lnTo>
                  <a:lnTo>
                    <a:pt x="4623984" y="1275006"/>
                  </a:lnTo>
                  <a:lnTo>
                    <a:pt x="4623984" y="1274576"/>
                  </a:lnTo>
                  <a:lnTo>
                    <a:pt x="4624142" y="1274576"/>
                  </a:lnTo>
                  <a:lnTo>
                    <a:pt x="4624299" y="1274576"/>
                  </a:lnTo>
                  <a:lnTo>
                    <a:pt x="4624457" y="1274576"/>
                  </a:lnTo>
                  <a:lnTo>
                    <a:pt x="4624457" y="1274145"/>
                  </a:lnTo>
                  <a:lnTo>
                    <a:pt x="4624615" y="1274145"/>
                  </a:lnTo>
                  <a:lnTo>
                    <a:pt x="4624773" y="1274145"/>
                  </a:lnTo>
                  <a:lnTo>
                    <a:pt x="4624773" y="1273714"/>
                  </a:lnTo>
                  <a:lnTo>
                    <a:pt x="4624930" y="1273714"/>
                  </a:lnTo>
                  <a:lnTo>
                    <a:pt x="4625088" y="1273714"/>
                  </a:lnTo>
                  <a:lnTo>
                    <a:pt x="4625246" y="1273714"/>
                  </a:lnTo>
                  <a:lnTo>
                    <a:pt x="4625246" y="1273284"/>
                  </a:lnTo>
                  <a:lnTo>
                    <a:pt x="4625403" y="1273284"/>
                  </a:lnTo>
                  <a:lnTo>
                    <a:pt x="4625403" y="1272853"/>
                  </a:lnTo>
                  <a:lnTo>
                    <a:pt x="4625561" y="1272853"/>
                  </a:lnTo>
                  <a:lnTo>
                    <a:pt x="4625719" y="1272853"/>
                  </a:lnTo>
                  <a:lnTo>
                    <a:pt x="4625719" y="1272423"/>
                  </a:lnTo>
                  <a:lnTo>
                    <a:pt x="4625719" y="1271992"/>
                  </a:lnTo>
                  <a:lnTo>
                    <a:pt x="4625877" y="1271992"/>
                  </a:lnTo>
                  <a:lnTo>
                    <a:pt x="4626034" y="1271992"/>
                  </a:lnTo>
                  <a:lnTo>
                    <a:pt x="4626192" y="1271992"/>
                  </a:lnTo>
                  <a:lnTo>
                    <a:pt x="4626350" y="1271992"/>
                  </a:lnTo>
                  <a:lnTo>
                    <a:pt x="4626507" y="1271992"/>
                  </a:lnTo>
                  <a:lnTo>
                    <a:pt x="4626507" y="1271561"/>
                  </a:lnTo>
                  <a:lnTo>
                    <a:pt x="4626665" y="1271561"/>
                  </a:lnTo>
                  <a:lnTo>
                    <a:pt x="4626823" y="1271561"/>
                  </a:lnTo>
                  <a:lnTo>
                    <a:pt x="4626823" y="1271131"/>
                  </a:lnTo>
                  <a:lnTo>
                    <a:pt x="4626981" y="1271131"/>
                  </a:lnTo>
                  <a:lnTo>
                    <a:pt x="4627138" y="1271131"/>
                  </a:lnTo>
                  <a:lnTo>
                    <a:pt x="4627296" y="1271131"/>
                  </a:lnTo>
                  <a:lnTo>
                    <a:pt x="4627296" y="1270700"/>
                  </a:lnTo>
                  <a:lnTo>
                    <a:pt x="4627296" y="1270270"/>
                  </a:lnTo>
                  <a:lnTo>
                    <a:pt x="4627296" y="1269839"/>
                  </a:lnTo>
                  <a:lnTo>
                    <a:pt x="4627454" y="1269839"/>
                  </a:lnTo>
                  <a:lnTo>
                    <a:pt x="4627612" y="1269839"/>
                  </a:lnTo>
                  <a:lnTo>
                    <a:pt x="4627612" y="1269408"/>
                  </a:lnTo>
                  <a:lnTo>
                    <a:pt x="4627612" y="1268978"/>
                  </a:lnTo>
                  <a:lnTo>
                    <a:pt x="4627769" y="1268978"/>
                  </a:lnTo>
                  <a:lnTo>
                    <a:pt x="4627927" y="1268978"/>
                  </a:lnTo>
                  <a:lnTo>
                    <a:pt x="4627927" y="1268547"/>
                  </a:lnTo>
                  <a:lnTo>
                    <a:pt x="4627927" y="1268117"/>
                  </a:lnTo>
                  <a:lnTo>
                    <a:pt x="4628085" y="1268117"/>
                  </a:lnTo>
                  <a:lnTo>
                    <a:pt x="4628242" y="1268117"/>
                  </a:lnTo>
                  <a:lnTo>
                    <a:pt x="4628242" y="1267686"/>
                  </a:lnTo>
                  <a:lnTo>
                    <a:pt x="4628400" y="1267686"/>
                  </a:lnTo>
                  <a:lnTo>
                    <a:pt x="4628558" y="1267686"/>
                  </a:lnTo>
                  <a:lnTo>
                    <a:pt x="4628716" y="1267686"/>
                  </a:lnTo>
                  <a:lnTo>
                    <a:pt x="4628873" y="1267686"/>
                  </a:lnTo>
                  <a:lnTo>
                    <a:pt x="4629031" y="1267686"/>
                  </a:lnTo>
                  <a:lnTo>
                    <a:pt x="4629189" y="1267686"/>
                  </a:lnTo>
                  <a:lnTo>
                    <a:pt x="4629346" y="1267686"/>
                  </a:lnTo>
                  <a:lnTo>
                    <a:pt x="4629504" y="1267686"/>
                  </a:lnTo>
                  <a:lnTo>
                    <a:pt x="4629504" y="1267255"/>
                  </a:lnTo>
                  <a:lnTo>
                    <a:pt x="4629504" y="1266825"/>
                  </a:lnTo>
                  <a:lnTo>
                    <a:pt x="4629662" y="1266825"/>
                  </a:lnTo>
                  <a:lnTo>
                    <a:pt x="4629662" y="1266394"/>
                  </a:lnTo>
                  <a:lnTo>
                    <a:pt x="4629820" y="1266394"/>
                  </a:lnTo>
                  <a:lnTo>
                    <a:pt x="4629977" y="1266394"/>
                  </a:lnTo>
                  <a:lnTo>
                    <a:pt x="4630135" y="1266394"/>
                  </a:lnTo>
                  <a:lnTo>
                    <a:pt x="4630293" y="1266394"/>
                  </a:lnTo>
                  <a:lnTo>
                    <a:pt x="4630450" y="1266394"/>
                  </a:lnTo>
                  <a:lnTo>
                    <a:pt x="4630608" y="1266394"/>
                  </a:lnTo>
                  <a:lnTo>
                    <a:pt x="4630766" y="1266394"/>
                  </a:lnTo>
                  <a:lnTo>
                    <a:pt x="4630924" y="1266394"/>
                  </a:lnTo>
                  <a:lnTo>
                    <a:pt x="4631081" y="1266394"/>
                  </a:lnTo>
                  <a:lnTo>
                    <a:pt x="4631081" y="1265964"/>
                  </a:lnTo>
                  <a:lnTo>
                    <a:pt x="4631239" y="1265964"/>
                  </a:lnTo>
                  <a:lnTo>
                    <a:pt x="4631397" y="1265964"/>
                  </a:lnTo>
                  <a:lnTo>
                    <a:pt x="4631554" y="1265964"/>
                  </a:lnTo>
                  <a:lnTo>
                    <a:pt x="4631712" y="1265964"/>
                  </a:lnTo>
                  <a:lnTo>
                    <a:pt x="4631870" y="1265964"/>
                  </a:lnTo>
                  <a:lnTo>
                    <a:pt x="4632028" y="1265964"/>
                  </a:lnTo>
                  <a:lnTo>
                    <a:pt x="4632185" y="1265964"/>
                  </a:lnTo>
                  <a:lnTo>
                    <a:pt x="4632343" y="1265964"/>
                  </a:lnTo>
                  <a:lnTo>
                    <a:pt x="4632501" y="1265964"/>
                  </a:lnTo>
                  <a:lnTo>
                    <a:pt x="4632501" y="1265533"/>
                  </a:lnTo>
                  <a:lnTo>
                    <a:pt x="4632658" y="1265533"/>
                  </a:lnTo>
                  <a:lnTo>
                    <a:pt x="4632816" y="1265533"/>
                  </a:lnTo>
                  <a:lnTo>
                    <a:pt x="4632974" y="1265533"/>
                  </a:lnTo>
                  <a:lnTo>
                    <a:pt x="4633132" y="1265533"/>
                  </a:lnTo>
                  <a:lnTo>
                    <a:pt x="4633289" y="1265533"/>
                  </a:lnTo>
                  <a:lnTo>
                    <a:pt x="4633447" y="1265533"/>
                  </a:lnTo>
                  <a:lnTo>
                    <a:pt x="4633605" y="1265533"/>
                  </a:lnTo>
                  <a:lnTo>
                    <a:pt x="4633763" y="1265533"/>
                  </a:lnTo>
                  <a:lnTo>
                    <a:pt x="4633920" y="1265533"/>
                  </a:lnTo>
                  <a:lnTo>
                    <a:pt x="4634078" y="1265533"/>
                  </a:lnTo>
                  <a:lnTo>
                    <a:pt x="4634078" y="1265102"/>
                  </a:lnTo>
                  <a:lnTo>
                    <a:pt x="4634236" y="1265102"/>
                  </a:lnTo>
                  <a:lnTo>
                    <a:pt x="4634236" y="1264672"/>
                  </a:lnTo>
                  <a:lnTo>
                    <a:pt x="4634393" y="1264672"/>
                  </a:lnTo>
                  <a:lnTo>
                    <a:pt x="4634551" y="1264672"/>
                  </a:lnTo>
                  <a:lnTo>
                    <a:pt x="4634709" y="1264672"/>
                  </a:lnTo>
                  <a:lnTo>
                    <a:pt x="4634867" y="1264672"/>
                  </a:lnTo>
                  <a:lnTo>
                    <a:pt x="4635024" y="1264672"/>
                  </a:lnTo>
                  <a:lnTo>
                    <a:pt x="4635182" y="1264672"/>
                  </a:lnTo>
                  <a:lnTo>
                    <a:pt x="4635340" y="1264672"/>
                  </a:lnTo>
                  <a:lnTo>
                    <a:pt x="4635497" y="1264672"/>
                  </a:lnTo>
                  <a:lnTo>
                    <a:pt x="4635497" y="1264241"/>
                  </a:lnTo>
                  <a:lnTo>
                    <a:pt x="4635655" y="1264241"/>
                  </a:lnTo>
                  <a:lnTo>
                    <a:pt x="4635813" y="1264241"/>
                  </a:lnTo>
                  <a:lnTo>
                    <a:pt x="4635971" y="1264241"/>
                  </a:lnTo>
                  <a:lnTo>
                    <a:pt x="4636128" y="1264241"/>
                  </a:lnTo>
                  <a:lnTo>
                    <a:pt x="4636128" y="1263811"/>
                  </a:lnTo>
                  <a:lnTo>
                    <a:pt x="4636286" y="1263811"/>
                  </a:lnTo>
                  <a:lnTo>
                    <a:pt x="4636286" y="1263380"/>
                  </a:lnTo>
                  <a:lnTo>
                    <a:pt x="4636444" y="1263380"/>
                  </a:lnTo>
                  <a:lnTo>
                    <a:pt x="4636601" y="1263380"/>
                  </a:lnTo>
                  <a:lnTo>
                    <a:pt x="4636759" y="1263380"/>
                  </a:lnTo>
                  <a:lnTo>
                    <a:pt x="4636917" y="1263380"/>
                  </a:lnTo>
                  <a:lnTo>
                    <a:pt x="4637075" y="1263380"/>
                  </a:lnTo>
                  <a:lnTo>
                    <a:pt x="4637232" y="1263380"/>
                  </a:lnTo>
                  <a:lnTo>
                    <a:pt x="4637390" y="1263380"/>
                  </a:lnTo>
                  <a:lnTo>
                    <a:pt x="4637390" y="1262949"/>
                  </a:lnTo>
                  <a:lnTo>
                    <a:pt x="4637548" y="1262949"/>
                  </a:lnTo>
                  <a:lnTo>
                    <a:pt x="4637705" y="1262949"/>
                  </a:lnTo>
                  <a:lnTo>
                    <a:pt x="4637863" y="1262949"/>
                  </a:lnTo>
                  <a:lnTo>
                    <a:pt x="4637863" y="1262519"/>
                  </a:lnTo>
                  <a:lnTo>
                    <a:pt x="4638021" y="1262519"/>
                  </a:lnTo>
                  <a:lnTo>
                    <a:pt x="4638179" y="1262519"/>
                  </a:lnTo>
                  <a:lnTo>
                    <a:pt x="4638336" y="1262519"/>
                  </a:lnTo>
                  <a:lnTo>
                    <a:pt x="4638494" y="1262519"/>
                  </a:lnTo>
                  <a:lnTo>
                    <a:pt x="4638652" y="1262519"/>
                  </a:lnTo>
                  <a:lnTo>
                    <a:pt x="4638809" y="1262519"/>
                  </a:lnTo>
                  <a:lnTo>
                    <a:pt x="4638967" y="1262519"/>
                  </a:lnTo>
                  <a:lnTo>
                    <a:pt x="4639125" y="1262519"/>
                  </a:lnTo>
                  <a:lnTo>
                    <a:pt x="4639283" y="1262519"/>
                  </a:lnTo>
                  <a:lnTo>
                    <a:pt x="4639440" y="1262519"/>
                  </a:lnTo>
                  <a:lnTo>
                    <a:pt x="4639440" y="1262088"/>
                  </a:lnTo>
                  <a:lnTo>
                    <a:pt x="4639598" y="1262088"/>
                  </a:lnTo>
                  <a:lnTo>
                    <a:pt x="4639756" y="1262088"/>
                  </a:lnTo>
                  <a:lnTo>
                    <a:pt x="4639756" y="1261658"/>
                  </a:lnTo>
                  <a:lnTo>
                    <a:pt x="4639914" y="1261658"/>
                  </a:lnTo>
                  <a:lnTo>
                    <a:pt x="4640071" y="1261658"/>
                  </a:lnTo>
                  <a:lnTo>
                    <a:pt x="4640229" y="1261658"/>
                  </a:lnTo>
                  <a:lnTo>
                    <a:pt x="4640387" y="1261658"/>
                  </a:lnTo>
                  <a:lnTo>
                    <a:pt x="4640544" y="1261658"/>
                  </a:lnTo>
                  <a:lnTo>
                    <a:pt x="4640702" y="1261658"/>
                  </a:lnTo>
                  <a:lnTo>
                    <a:pt x="4640860" y="1261658"/>
                  </a:lnTo>
                  <a:lnTo>
                    <a:pt x="4641018" y="1261658"/>
                  </a:lnTo>
                  <a:lnTo>
                    <a:pt x="4641175" y="1261658"/>
                  </a:lnTo>
                  <a:lnTo>
                    <a:pt x="4641333" y="1261658"/>
                  </a:lnTo>
                  <a:lnTo>
                    <a:pt x="4641333" y="1261227"/>
                  </a:lnTo>
                  <a:lnTo>
                    <a:pt x="4641491" y="1261227"/>
                  </a:lnTo>
                  <a:lnTo>
                    <a:pt x="4641648" y="1261227"/>
                  </a:lnTo>
                  <a:lnTo>
                    <a:pt x="4641806" y="1261227"/>
                  </a:lnTo>
                  <a:lnTo>
                    <a:pt x="4641964" y="1261227"/>
                  </a:lnTo>
                  <a:lnTo>
                    <a:pt x="4642122" y="1261227"/>
                  </a:lnTo>
                  <a:lnTo>
                    <a:pt x="4642279" y="1261227"/>
                  </a:lnTo>
                  <a:lnTo>
                    <a:pt x="4642437" y="1261227"/>
                  </a:lnTo>
                  <a:lnTo>
                    <a:pt x="4642595" y="1261227"/>
                  </a:lnTo>
                  <a:lnTo>
                    <a:pt x="4642752" y="1261227"/>
                  </a:lnTo>
                  <a:lnTo>
                    <a:pt x="4642910" y="1261227"/>
                  </a:lnTo>
                  <a:lnTo>
                    <a:pt x="4643068" y="1261227"/>
                  </a:lnTo>
                  <a:lnTo>
                    <a:pt x="4643226" y="1261227"/>
                  </a:lnTo>
                  <a:lnTo>
                    <a:pt x="4643226" y="1260796"/>
                  </a:lnTo>
                  <a:lnTo>
                    <a:pt x="4643383" y="1260796"/>
                  </a:lnTo>
                  <a:lnTo>
                    <a:pt x="4643541" y="1260796"/>
                  </a:lnTo>
                  <a:lnTo>
                    <a:pt x="4643699" y="1260796"/>
                  </a:lnTo>
                  <a:lnTo>
                    <a:pt x="4643856" y="1260796"/>
                  </a:lnTo>
                  <a:lnTo>
                    <a:pt x="4644014" y="1260796"/>
                  </a:lnTo>
                  <a:lnTo>
                    <a:pt x="4644172" y="1260796"/>
                  </a:lnTo>
                  <a:lnTo>
                    <a:pt x="4644330" y="1260796"/>
                  </a:lnTo>
                  <a:lnTo>
                    <a:pt x="4644487" y="1260796"/>
                  </a:lnTo>
                  <a:lnTo>
                    <a:pt x="4644645" y="1260796"/>
                  </a:lnTo>
                  <a:lnTo>
                    <a:pt x="4644645" y="1260366"/>
                  </a:lnTo>
                  <a:lnTo>
                    <a:pt x="4644803" y="1260366"/>
                  </a:lnTo>
                  <a:lnTo>
                    <a:pt x="4644803" y="1259935"/>
                  </a:lnTo>
                  <a:lnTo>
                    <a:pt x="4644961" y="1259935"/>
                  </a:lnTo>
                  <a:lnTo>
                    <a:pt x="4645118" y="1259935"/>
                  </a:lnTo>
                  <a:lnTo>
                    <a:pt x="4645276" y="1259935"/>
                  </a:lnTo>
                  <a:lnTo>
                    <a:pt x="4645434" y="1259935"/>
                  </a:lnTo>
                  <a:lnTo>
                    <a:pt x="4645591" y="1259935"/>
                  </a:lnTo>
                  <a:lnTo>
                    <a:pt x="4645749" y="1259935"/>
                  </a:lnTo>
                  <a:lnTo>
                    <a:pt x="4645907" y="1259935"/>
                  </a:lnTo>
                  <a:lnTo>
                    <a:pt x="4645907" y="1259505"/>
                  </a:lnTo>
                  <a:lnTo>
                    <a:pt x="4646065" y="1259505"/>
                  </a:lnTo>
                  <a:lnTo>
                    <a:pt x="4646222" y="1259505"/>
                  </a:lnTo>
                  <a:lnTo>
                    <a:pt x="4646380" y="1259505"/>
                  </a:lnTo>
                  <a:lnTo>
                    <a:pt x="4646538" y="1259505"/>
                  </a:lnTo>
                  <a:lnTo>
                    <a:pt x="4646695" y="1259505"/>
                  </a:lnTo>
                  <a:lnTo>
                    <a:pt x="4646853" y="1259505"/>
                  </a:lnTo>
                  <a:lnTo>
                    <a:pt x="4647011" y="1259505"/>
                  </a:lnTo>
                  <a:lnTo>
                    <a:pt x="4647169" y="1259505"/>
                  </a:lnTo>
                  <a:lnTo>
                    <a:pt x="4647326" y="1259505"/>
                  </a:lnTo>
                  <a:lnTo>
                    <a:pt x="4647484" y="1259505"/>
                  </a:lnTo>
                  <a:lnTo>
                    <a:pt x="4647642" y="1259505"/>
                  </a:lnTo>
                  <a:lnTo>
                    <a:pt x="4647799" y="1259505"/>
                  </a:lnTo>
                  <a:lnTo>
                    <a:pt x="4647957" y="1259505"/>
                  </a:lnTo>
                  <a:lnTo>
                    <a:pt x="4648115" y="1259505"/>
                  </a:lnTo>
                  <a:lnTo>
                    <a:pt x="4648273" y="1259505"/>
                  </a:lnTo>
                  <a:lnTo>
                    <a:pt x="4648430" y="1259505"/>
                  </a:lnTo>
                  <a:lnTo>
                    <a:pt x="4648588" y="1259505"/>
                  </a:lnTo>
                  <a:lnTo>
                    <a:pt x="4648588" y="1259074"/>
                  </a:lnTo>
                  <a:lnTo>
                    <a:pt x="4648588" y="1258643"/>
                  </a:lnTo>
                  <a:lnTo>
                    <a:pt x="4648746" y="1258643"/>
                  </a:lnTo>
                  <a:lnTo>
                    <a:pt x="4648903" y="1258643"/>
                  </a:lnTo>
                  <a:lnTo>
                    <a:pt x="4648903" y="1258213"/>
                  </a:lnTo>
                  <a:lnTo>
                    <a:pt x="4649061" y="1258213"/>
                  </a:lnTo>
                  <a:lnTo>
                    <a:pt x="4649219" y="1258213"/>
                  </a:lnTo>
                  <a:lnTo>
                    <a:pt x="4649377" y="1258213"/>
                  </a:lnTo>
                  <a:lnTo>
                    <a:pt x="4649534" y="1258213"/>
                  </a:lnTo>
                  <a:lnTo>
                    <a:pt x="4649534" y="1257782"/>
                  </a:lnTo>
                  <a:lnTo>
                    <a:pt x="4649692" y="1257782"/>
                  </a:lnTo>
                  <a:lnTo>
                    <a:pt x="4649850" y="1257782"/>
                  </a:lnTo>
                  <a:lnTo>
                    <a:pt x="4650007" y="1257782"/>
                  </a:lnTo>
                  <a:lnTo>
                    <a:pt x="4650165" y="1257782"/>
                  </a:lnTo>
                  <a:lnTo>
                    <a:pt x="4650323" y="1257782"/>
                  </a:lnTo>
                  <a:lnTo>
                    <a:pt x="4650481" y="1257782"/>
                  </a:lnTo>
                  <a:lnTo>
                    <a:pt x="4650481" y="1257352"/>
                  </a:lnTo>
                  <a:lnTo>
                    <a:pt x="4650638" y="1257352"/>
                  </a:lnTo>
                  <a:lnTo>
                    <a:pt x="4650796" y="1257352"/>
                  </a:lnTo>
                  <a:lnTo>
                    <a:pt x="4650954" y="1257352"/>
                  </a:lnTo>
                  <a:lnTo>
                    <a:pt x="4651112" y="1257352"/>
                  </a:lnTo>
                  <a:lnTo>
                    <a:pt x="4651269" y="1257352"/>
                  </a:lnTo>
                  <a:lnTo>
                    <a:pt x="4651427" y="1257352"/>
                  </a:lnTo>
                  <a:lnTo>
                    <a:pt x="4651585" y="1257352"/>
                  </a:lnTo>
                  <a:lnTo>
                    <a:pt x="4651742" y="1257352"/>
                  </a:lnTo>
                  <a:lnTo>
                    <a:pt x="4651900" y="1257352"/>
                  </a:lnTo>
                  <a:lnTo>
                    <a:pt x="4652058" y="1257352"/>
                  </a:lnTo>
                  <a:lnTo>
                    <a:pt x="4652216" y="1257352"/>
                  </a:lnTo>
                  <a:lnTo>
                    <a:pt x="4652373" y="1257352"/>
                  </a:lnTo>
                  <a:lnTo>
                    <a:pt x="4652531" y="1257352"/>
                  </a:lnTo>
                  <a:lnTo>
                    <a:pt x="4652689" y="1257352"/>
                  </a:lnTo>
                  <a:lnTo>
                    <a:pt x="4652846" y="1257352"/>
                  </a:lnTo>
                  <a:lnTo>
                    <a:pt x="4652846" y="1256921"/>
                  </a:lnTo>
                  <a:lnTo>
                    <a:pt x="4653004" y="1256921"/>
                  </a:lnTo>
                  <a:lnTo>
                    <a:pt x="4653162" y="1256921"/>
                  </a:lnTo>
                  <a:lnTo>
                    <a:pt x="4653320" y="1256921"/>
                  </a:lnTo>
                  <a:lnTo>
                    <a:pt x="4653477" y="1256921"/>
                  </a:lnTo>
                  <a:lnTo>
                    <a:pt x="4653477" y="1256490"/>
                  </a:lnTo>
                  <a:lnTo>
                    <a:pt x="4653635" y="1256490"/>
                  </a:lnTo>
                  <a:lnTo>
                    <a:pt x="4653793" y="1256490"/>
                  </a:lnTo>
                  <a:lnTo>
                    <a:pt x="4653950" y="1256490"/>
                  </a:lnTo>
                  <a:lnTo>
                    <a:pt x="4654108" y="1256490"/>
                  </a:lnTo>
                  <a:lnTo>
                    <a:pt x="4654266" y="1256490"/>
                  </a:lnTo>
                  <a:lnTo>
                    <a:pt x="4654266" y="1256060"/>
                  </a:lnTo>
                  <a:lnTo>
                    <a:pt x="4654424" y="1256060"/>
                  </a:lnTo>
                  <a:lnTo>
                    <a:pt x="4654581" y="1256060"/>
                  </a:lnTo>
                  <a:lnTo>
                    <a:pt x="4654739" y="1256060"/>
                  </a:lnTo>
                  <a:lnTo>
                    <a:pt x="4654739" y="1255629"/>
                  </a:lnTo>
                  <a:lnTo>
                    <a:pt x="4654897" y="1255629"/>
                  </a:lnTo>
                  <a:lnTo>
                    <a:pt x="4655054" y="1255629"/>
                  </a:lnTo>
                  <a:lnTo>
                    <a:pt x="4655212" y="1255629"/>
                  </a:lnTo>
                  <a:lnTo>
                    <a:pt x="4655212" y="1255199"/>
                  </a:lnTo>
                  <a:lnTo>
                    <a:pt x="4655370" y="1255199"/>
                  </a:lnTo>
                  <a:lnTo>
                    <a:pt x="4655528" y="1255199"/>
                  </a:lnTo>
                  <a:lnTo>
                    <a:pt x="4655685" y="1255199"/>
                  </a:lnTo>
                  <a:lnTo>
                    <a:pt x="4655843" y="1255199"/>
                  </a:lnTo>
                  <a:lnTo>
                    <a:pt x="4656001" y="1255199"/>
                  </a:lnTo>
                  <a:lnTo>
                    <a:pt x="4656159" y="1255199"/>
                  </a:lnTo>
                  <a:lnTo>
                    <a:pt x="4656159" y="1254768"/>
                  </a:lnTo>
                  <a:lnTo>
                    <a:pt x="4656316" y="1254768"/>
                  </a:lnTo>
                  <a:lnTo>
                    <a:pt x="4656474" y="1254768"/>
                  </a:lnTo>
                  <a:lnTo>
                    <a:pt x="4656632" y="1254768"/>
                  </a:lnTo>
                  <a:lnTo>
                    <a:pt x="4656789" y="1254768"/>
                  </a:lnTo>
                  <a:lnTo>
                    <a:pt x="4656947" y="1254768"/>
                  </a:lnTo>
                  <a:lnTo>
                    <a:pt x="4657105" y="1254768"/>
                  </a:lnTo>
                  <a:lnTo>
                    <a:pt x="4657263" y="1254768"/>
                  </a:lnTo>
                  <a:lnTo>
                    <a:pt x="4657420" y="1254768"/>
                  </a:lnTo>
                  <a:lnTo>
                    <a:pt x="4657578" y="1254768"/>
                  </a:lnTo>
                  <a:lnTo>
                    <a:pt x="4657736" y="1254768"/>
                  </a:lnTo>
                  <a:lnTo>
                    <a:pt x="4657893" y="1254768"/>
                  </a:lnTo>
                  <a:lnTo>
                    <a:pt x="4658051" y="1254768"/>
                  </a:lnTo>
                  <a:lnTo>
                    <a:pt x="4658209" y="1254768"/>
                  </a:lnTo>
                  <a:lnTo>
                    <a:pt x="4658367" y="1254768"/>
                  </a:lnTo>
                  <a:lnTo>
                    <a:pt x="4658524" y="1254768"/>
                  </a:lnTo>
                  <a:lnTo>
                    <a:pt x="4658682" y="1254768"/>
                  </a:lnTo>
                  <a:lnTo>
                    <a:pt x="4658840" y="1254768"/>
                  </a:lnTo>
                  <a:lnTo>
                    <a:pt x="4658997" y="1254768"/>
                  </a:lnTo>
                  <a:lnTo>
                    <a:pt x="4658997" y="1254337"/>
                  </a:lnTo>
                  <a:lnTo>
                    <a:pt x="4659155" y="1254337"/>
                  </a:lnTo>
                  <a:lnTo>
                    <a:pt x="4659155" y="1253907"/>
                  </a:lnTo>
                  <a:lnTo>
                    <a:pt x="4659155" y="1253476"/>
                  </a:lnTo>
                  <a:lnTo>
                    <a:pt x="4659313" y="1253476"/>
                  </a:lnTo>
                  <a:lnTo>
                    <a:pt x="4659471" y="1253476"/>
                  </a:lnTo>
                  <a:lnTo>
                    <a:pt x="4659628" y="1253476"/>
                  </a:lnTo>
                  <a:lnTo>
                    <a:pt x="4659786" y="1253476"/>
                  </a:lnTo>
                  <a:lnTo>
                    <a:pt x="4659944" y="1253476"/>
                  </a:lnTo>
                  <a:lnTo>
                    <a:pt x="4660101" y="1253476"/>
                  </a:lnTo>
                  <a:lnTo>
                    <a:pt x="4660259" y="1253476"/>
                  </a:lnTo>
                  <a:lnTo>
                    <a:pt x="4660417" y="1253476"/>
                  </a:lnTo>
                  <a:lnTo>
                    <a:pt x="4660575" y="1253476"/>
                  </a:lnTo>
                  <a:lnTo>
                    <a:pt x="4660732" y="1253476"/>
                  </a:lnTo>
                  <a:lnTo>
                    <a:pt x="4660890" y="1253476"/>
                  </a:lnTo>
                  <a:lnTo>
                    <a:pt x="4661048" y="1253476"/>
                  </a:lnTo>
                  <a:lnTo>
                    <a:pt x="4661205" y="1253476"/>
                  </a:lnTo>
                  <a:lnTo>
                    <a:pt x="4661363" y="1253476"/>
                  </a:lnTo>
                  <a:lnTo>
                    <a:pt x="4661521" y="1253476"/>
                  </a:lnTo>
                  <a:lnTo>
                    <a:pt x="4661679" y="1253476"/>
                  </a:lnTo>
                  <a:lnTo>
                    <a:pt x="4661836" y="1253476"/>
                  </a:lnTo>
                  <a:lnTo>
                    <a:pt x="4661994" y="1253476"/>
                  </a:lnTo>
                  <a:lnTo>
                    <a:pt x="4662152" y="1253476"/>
                  </a:lnTo>
                  <a:lnTo>
                    <a:pt x="4662310" y="1253476"/>
                  </a:lnTo>
                  <a:lnTo>
                    <a:pt x="4662467" y="1253476"/>
                  </a:lnTo>
                  <a:lnTo>
                    <a:pt x="4662467" y="1253046"/>
                  </a:lnTo>
                  <a:lnTo>
                    <a:pt x="4662625" y="1253046"/>
                  </a:lnTo>
                  <a:lnTo>
                    <a:pt x="4662783" y="1253046"/>
                  </a:lnTo>
                  <a:lnTo>
                    <a:pt x="4662940" y="1253046"/>
                  </a:lnTo>
                  <a:lnTo>
                    <a:pt x="4663098" y="1253046"/>
                  </a:lnTo>
                  <a:lnTo>
                    <a:pt x="4663256" y="1253046"/>
                  </a:lnTo>
                  <a:lnTo>
                    <a:pt x="4663414" y="1253046"/>
                  </a:lnTo>
                  <a:lnTo>
                    <a:pt x="4663571" y="1253046"/>
                  </a:lnTo>
                  <a:lnTo>
                    <a:pt x="4663729" y="1253046"/>
                  </a:lnTo>
                  <a:lnTo>
                    <a:pt x="4663887" y="1253046"/>
                  </a:lnTo>
                  <a:lnTo>
                    <a:pt x="4664044" y="1253046"/>
                  </a:lnTo>
                  <a:lnTo>
                    <a:pt x="4664202" y="1253046"/>
                  </a:lnTo>
                  <a:lnTo>
                    <a:pt x="4664360" y="1253046"/>
                  </a:lnTo>
                  <a:lnTo>
                    <a:pt x="4664518" y="1253046"/>
                  </a:lnTo>
                  <a:lnTo>
                    <a:pt x="4664675" y="1253046"/>
                  </a:lnTo>
                  <a:lnTo>
                    <a:pt x="4664833" y="1253046"/>
                  </a:lnTo>
                  <a:lnTo>
                    <a:pt x="4664991" y="1253046"/>
                  </a:lnTo>
                  <a:lnTo>
                    <a:pt x="4665148" y="1253046"/>
                  </a:lnTo>
                  <a:lnTo>
                    <a:pt x="4665148" y="1252615"/>
                  </a:lnTo>
                  <a:lnTo>
                    <a:pt x="4665306" y="1252615"/>
                  </a:lnTo>
                  <a:lnTo>
                    <a:pt x="4665464" y="1252615"/>
                  </a:lnTo>
                  <a:lnTo>
                    <a:pt x="4665622" y="1252615"/>
                  </a:lnTo>
                  <a:lnTo>
                    <a:pt x="4665779" y="1252615"/>
                  </a:lnTo>
                  <a:lnTo>
                    <a:pt x="4665937" y="1252615"/>
                  </a:lnTo>
                  <a:lnTo>
                    <a:pt x="4666095" y="1252615"/>
                  </a:lnTo>
                  <a:lnTo>
                    <a:pt x="4666252" y="1252615"/>
                  </a:lnTo>
                  <a:lnTo>
                    <a:pt x="4666252" y="1252184"/>
                  </a:lnTo>
                  <a:lnTo>
                    <a:pt x="4666410" y="1252184"/>
                  </a:lnTo>
                  <a:lnTo>
                    <a:pt x="4666568" y="1252184"/>
                  </a:lnTo>
                  <a:lnTo>
                    <a:pt x="4666568" y="1251754"/>
                  </a:lnTo>
                  <a:lnTo>
                    <a:pt x="4666726" y="1251754"/>
                  </a:lnTo>
                  <a:lnTo>
                    <a:pt x="4666883" y="1251754"/>
                  </a:lnTo>
                  <a:lnTo>
                    <a:pt x="4667041" y="1251754"/>
                  </a:lnTo>
                  <a:lnTo>
                    <a:pt x="4667199" y="1251754"/>
                  </a:lnTo>
                  <a:lnTo>
                    <a:pt x="4667357" y="1251754"/>
                  </a:lnTo>
                  <a:lnTo>
                    <a:pt x="4667514" y="1251754"/>
                  </a:lnTo>
                  <a:lnTo>
                    <a:pt x="4667672" y="1251754"/>
                  </a:lnTo>
                  <a:lnTo>
                    <a:pt x="4667830" y="1251754"/>
                  </a:lnTo>
                  <a:lnTo>
                    <a:pt x="4667830" y="1251323"/>
                  </a:lnTo>
                  <a:lnTo>
                    <a:pt x="4667830" y="1250893"/>
                  </a:lnTo>
                  <a:lnTo>
                    <a:pt x="4667987" y="1250893"/>
                  </a:lnTo>
                  <a:lnTo>
                    <a:pt x="4668145" y="1250893"/>
                  </a:lnTo>
                  <a:lnTo>
                    <a:pt x="4668303" y="1250893"/>
                  </a:lnTo>
                  <a:lnTo>
                    <a:pt x="4668461" y="1250893"/>
                  </a:lnTo>
                  <a:lnTo>
                    <a:pt x="4668618" y="1250893"/>
                  </a:lnTo>
                  <a:lnTo>
                    <a:pt x="4668618" y="1250462"/>
                  </a:lnTo>
                  <a:lnTo>
                    <a:pt x="4668776" y="1250462"/>
                  </a:lnTo>
                  <a:lnTo>
                    <a:pt x="4668934" y="1250462"/>
                  </a:lnTo>
                  <a:lnTo>
                    <a:pt x="4669091" y="1250462"/>
                  </a:lnTo>
                  <a:lnTo>
                    <a:pt x="4669249" y="1250462"/>
                  </a:lnTo>
                  <a:lnTo>
                    <a:pt x="4669407" y="1250462"/>
                  </a:lnTo>
                  <a:lnTo>
                    <a:pt x="4669565" y="1250462"/>
                  </a:lnTo>
                  <a:lnTo>
                    <a:pt x="4669565" y="1250031"/>
                  </a:lnTo>
                  <a:lnTo>
                    <a:pt x="4669722" y="1250031"/>
                  </a:lnTo>
                  <a:lnTo>
                    <a:pt x="4669880" y="1250031"/>
                  </a:lnTo>
                  <a:lnTo>
                    <a:pt x="4670038" y="1250031"/>
                  </a:lnTo>
                  <a:lnTo>
                    <a:pt x="4670195" y="1250031"/>
                  </a:lnTo>
                  <a:lnTo>
                    <a:pt x="4670353" y="1250031"/>
                  </a:lnTo>
                  <a:lnTo>
                    <a:pt x="4670511" y="1250031"/>
                  </a:lnTo>
                  <a:lnTo>
                    <a:pt x="4670511" y="1249601"/>
                  </a:lnTo>
                  <a:lnTo>
                    <a:pt x="4670669" y="1249601"/>
                  </a:lnTo>
                  <a:lnTo>
                    <a:pt x="4670669" y="1249170"/>
                  </a:lnTo>
                  <a:lnTo>
                    <a:pt x="4670826" y="1249170"/>
                  </a:lnTo>
                  <a:lnTo>
                    <a:pt x="4670984" y="1249170"/>
                  </a:lnTo>
                  <a:lnTo>
                    <a:pt x="4671142" y="1249170"/>
                  </a:lnTo>
                  <a:lnTo>
                    <a:pt x="4671299" y="1249170"/>
                  </a:lnTo>
                  <a:lnTo>
                    <a:pt x="4671457" y="1249170"/>
                  </a:lnTo>
                  <a:lnTo>
                    <a:pt x="4671615" y="1249170"/>
                  </a:lnTo>
                  <a:lnTo>
                    <a:pt x="4671773" y="1249170"/>
                  </a:lnTo>
                  <a:lnTo>
                    <a:pt x="4671930" y="1249170"/>
                  </a:lnTo>
                  <a:lnTo>
                    <a:pt x="4672088" y="1249170"/>
                  </a:lnTo>
                  <a:lnTo>
                    <a:pt x="4672246" y="1249170"/>
                  </a:lnTo>
                  <a:lnTo>
                    <a:pt x="4672246" y="1248740"/>
                  </a:lnTo>
                  <a:lnTo>
                    <a:pt x="4672403" y="1248740"/>
                  </a:lnTo>
                  <a:lnTo>
                    <a:pt x="4672561" y="1248740"/>
                  </a:lnTo>
                  <a:lnTo>
                    <a:pt x="4672719" y="1248740"/>
                  </a:lnTo>
                  <a:lnTo>
                    <a:pt x="4672877" y="1248740"/>
                  </a:lnTo>
                  <a:lnTo>
                    <a:pt x="4673034" y="1248740"/>
                  </a:lnTo>
                  <a:lnTo>
                    <a:pt x="4673192" y="1248740"/>
                  </a:lnTo>
                  <a:lnTo>
                    <a:pt x="4673350" y="1248740"/>
                  </a:lnTo>
                  <a:lnTo>
                    <a:pt x="4673508" y="1248740"/>
                  </a:lnTo>
                  <a:lnTo>
                    <a:pt x="4673665" y="1248740"/>
                  </a:lnTo>
                  <a:lnTo>
                    <a:pt x="4673823" y="1248740"/>
                  </a:lnTo>
                  <a:lnTo>
                    <a:pt x="4673981" y="1248740"/>
                  </a:lnTo>
                  <a:lnTo>
                    <a:pt x="4673981" y="1248309"/>
                  </a:lnTo>
                  <a:lnTo>
                    <a:pt x="4674138" y="1248309"/>
                  </a:lnTo>
                  <a:lnTo>
                    <a:pt x="4674138" y="1247878"/>
                  </a:lnTo>
                  <a:lnTo>
                    <a:pt x="4674138" y="1247448"/>
                  </a:lnTo>
                  <a:lnTo>
                    <a:pt x="4674296" y="1247448"/>
                  </a:lnTo>
                  <a:lnTo>
                    <a:pt x="4674296" y="1247017"/>
                  </a:lnTo>
                  <a:lnTo>
                    <a:pt x="4674296" y="1246587"/>
                  </a:lnTo>
                  <a:lnTo>
                    <a:pt x="4674454" y="1246587"/>
                  </a:lnTo>
                  <a:lnTo>
                    <a:pt x="4674454" y="1246156"/>
                  </a:lnTo>
                  <a:lnTo>
                    <a:pt x="4674612" y="1246156"/>
                  </a:lnTo>
                  <a:lnTo>
                    <a:pt x="4674769" y="1246156"/>
                  </a:lnTo>
                  <a:lnTo>
                    <a:pt x="4674927" y="1246156"/>
                  </a:lnTo>
                  <a:lnTo>
                    <a:pt x="4675085" y="1246156"/>
                  </a:lnTo>
                  <a:lnTo>
                    <a:pt x="4675242" y="1246156"/>
                  </a:lnTo>
                  <a:lnTo>
                    <a:pt x="4675400" y="1246156"/>
                  </a:lnTo>
                  <a:lnTo>
                    <a:pt x="4675558" y="1246156"/>
                  </a:lnTo>
                  <a:lnTo>
                    <a:pt x="4675716" y="1246156"/>
                  </a:lnTo>
                  <a:lnTo>
                    <a:pt x="4675873" y="1246156"/>
                  </a:lnTo>
                  <a:lnTo>
                    <a:pt x="4676031" y="1246156"/>
                  </a:lnTo>
                  <a:lnTo>
                    <a:pt x="4676031" y="1245725"/>
                  </a:lnTo>
                  <a:lnTo>
                    <a:pt x="4676189" y="1245725"/>
                  </a:lnTo>
                  <a:lnTo>
                    <a:pt x="4676346" y="1245725"/>
                  </a:lnTo>
                  <a:lnTo>
                    <a:pt x="4676504" y="1245725"/>
                  </a:lnTo>
                  <a:lnTo>
                    <a:pt x="4676662" y="1245725"/>
                  </a:lnTo>
                  <a:lnTo>
                    <a:pt x="4676820" y="1245725"/>
                  </a:lnTo>
                  <a:lnTo>
                    <a:pt x="4676977" y="1245725"/>
                  </a:lnTo>
                  <a:lnTo>
                    <a:pt x="4677135" y="1245725"/>
                  </a:lnTo>
                  <a:lnTo>
                    <a:pt x="4677293" y="1245725"/>
                  </a:lnTo>
                  <a:lnTo>
                    <a:pt x="4677450" y="1245725"/>
                  </a:lnTo>
                  <a:lnTo>
                    <a:pt x="4677608" y="1245725"/>
                  </a:lnTo>
                  <a:lnTo>
                    <a:pt x="4677766" y="1245725"/>
                  </a:lnTo>
                  <a:lnTo>
                    <a:pt x="4677924" y="1245725"/>
                  </a:lnTo>
                  <a:lnTo>
                    <a:pt x="4678081" y="1245725"/>
                  </a:lnTo>
                  <a:lnTo>
                    <a:pt x="4678081" y="1245295"/>
                  </a:lnTo>
                  <a:lnTo>
                    <a:pt x="4678239" y="1245295"/>
                  </a:lnTo>
                  <a:lnTo>
                    <a:pt x="4678397" y="1245295"/>
                  </a:lnTo>
                  <a:lnTo>
                    <a:pt x="4678555" y="1245295"/>
                  </a:lnTo>
                  <a:lnTo>
                    <a:pt x="4678712" y="1245295"/>
                  </a:lnTo>
                  <a:lnTo>
                    <a:pt x="4678870" y="1245295"/>
                  </a:lnTo>
                  <a:lnTo>
                    <a:pt x="4679028" y="1245295"/>
                  </a:lnTo>
                  <a:lnTo>
                    <a:pt x="4679028" y="1244864"/>
                  </a:lnTo>
                  <a:lnTo>
                    <a:pt x="4679185" y="1244864"/>
                  </a:lnTo>
                  <a:lnTo>
                    <a:pt x="4679343" y="1244864"/>
                  </a:lnTo>
                  <a:lnTo>
                    <a:pt x="4679501" y="1244864"/>
                  </a:lnTo>
                  <a:lnTo>
                    <a:pt x="4679659" y="1244864"/>
                  </a:lnTo>
                  <a:lnTo>
                    <a:pt x="4679816" y="1244864"/>
                  </a:lnTo>
                  <a:lnTo>
                    <a:pt x="4679974" y="1244864"/>
                  </a:lnTo>
                  <a:lnTo>
                    <a:pt x="4680132" y="1244864"/>
                  </a:lnTo>
                  <a:lnTo>
                    <a:pt x="4680289" y="1244864"/>
                  </a:lnTo>
                  <a:lnTo>
                    <a:pt x="4680447" y="1244864"/>
                  </a:lnTo>
                  <a:lnTo>
                    <a:pt x="4680605" y="1244864"/>
                  </a:lnTo>
                  <a:lnTo>
                    <a:pt x="4680763" y="1244864"/>
                  </a:lnTo>
                  <a:lnTo>
                    <a:pt x="4680920" y="1244864"/>
                  </a:lnTo>
                  <a:lnTo>
                    <a:pt x="4681078" y="1244864"/>
                  </a:lnTo>
                  <a:lnTo>
                    <a:pt x="4681236" y="1244864"/>
                  </a:lnTo>
                  <a:lnTo>
                    <a:pt x="4681393" y="1244864"/>
                  </a:lnTo>
                  <a:lnTo>
                    <a:pt x="4681551" y="1244864"/>
                  </a:lnTo>
                  <a:lnTo>
                    <a:pt x="4681551" y="1244434"/>
                  </a:lnTo>
                  <a:lnTo>
                    <a:pt x="4681709" y="1244434"/>
                  </a:lnTo>
                  <a:lnTo>
                    <a:pt x="4681867" y="1244434"/>
                  </a:lnTo>
                  <a:lnTo>
                    <a:pt x="4682024" y="1244434"/>
                  </a:lnTo>
                  <a:lnTo>
                    <a:pt x="4682182" y="1244434"/>
                  </a:lnTo>
                  <a:lnTo>
                    <a:pt x="4682340" y="1244434"/>
                  </a:lnTo>
                  <a:lnTo>
                    <a:pt x="4682497" y="1244434"/>
                  </a:lnTo>
                  <a:lnTo>
                    <a:pt x="4682655" y="1244434"/>
                  </a:lnTo>
                  <a:lnTo>
                    <a:pt x="4682813" y="1244434"/>
                  </a:lnTo>
                  <a:lnTo>
                    <a:pt x="4682971" y="1244434"/>
                  </a:lnTo>
                  <a:lnTo>
                    <a:pt x="4683128" y="1244434"/>
                  </a:lnTo>
                  <a:lnTo>
                    <a:pt x="4683286" y="1244434"/>
                  </a:lnTo>
                  <a:lnTo>
                    <a:pt x="4683444" y="1244434"/>
                  </a:lnTo>
                  <a:lnTo>
                    <a:pt x="4683601" y="1244434"/>
                  </a:lnTo>
                  <a:lnTo>
                    <a:pt x="4683759" y="1244434"/>
                  </a:lnTo>
                  <a:lnTo>
                    <a:pt x="4683917" y="1244434"/>
                  </a:lnTo>
                  <a:lnTo>
                    <a:pt x="4683917" y="1244003"/>
                  </a:lnTo>
                  <a:lnTo>
                    <a:pt x="4684075" y="1244003"/>
                  </a:lnTo>
                  <a:lnTo>
                    <a:pt x="4684075" y="1243572"/>
                  </a:lnTo>
                  <a:lnTo>
                    <a:pt x="4684232" y="1243572"/>
                  </a:lnTo>
                  <a:lnTo>
                    <a:pt x="4684390" y="1243572"/>
                  </a:lnTo>
                  <a:lnTo>
                    <a:pt x="4684548" y="1243572"/>
                  </a:lnTo>
                  <a:lnTo>
                    <a:pt x="4684548" y="1243142"/>
                  </a:lnTo>
                  <a:lnTo>
                    <a:pt x="4684706" y="1243142"/>
                  </a:lnTo>
                  <a:lnTo>
                    <a:pt x="4684863" y="1243142"/>
                  </a:lnTo>
                  <a:lnTo>
                    <a:pt x="4685021" y="1243142"/>
                  </a:lnTo>
                  <a:lnTo>
                    <a:pt x="4685179" y="1243142"/>
                  </a:lnTo>
                  <a:lnTo>
                    <a:pt x="4685336" y="1243142"/>
                  </a:lnTo>
                  <a:lnTo>
                    <a:pt x="4685494" y="1243142"/>
                  </a:lnTo>
                  <a:lnTo>
                    <a:pt x="4685652" y="1243142"/>
                  </a:lnTo>
                  <a:lnTo>
                    <a:pt x="4685810" y="1243142"/>
                  </a:lnTo>
                  <a:lnTo>
                    <a:pt x="4685967" y="1243142"/>
                  </a:lnTo>
                  <a:lnTo>
                    <a:pt x="4686125" y="1243142"/>
                  </a:lnTo>
                  <a:lnTo>
                    <a:pt x="4686125" y="1242711"/>
                  </a:lnTo>
                  <a:lnTo>
                    <a:pt x="4686283" y="1242711"/>
                  </a:lnTo>
                  <a:lnTo>
                    <a:pt x="4686440" y="1242711"/>
                  </a:lnTo>
                  <a:lnTo>
                    <a:pt x="4686598" y="1242711"/>
                  </a:lnTo>
                  <a:lnTo>
                    <a:pt x="4686756" y="1242711"/>
                  </a:lnTo>
                  <a:lnTo>
                    <a:pt x="4686914" y="1242711"/>
                  </a:lnTo>
                  <a:lnTo>
                    <a:pt x="4687071" y="1242711"/>
                  </a:lnTo>
                  <a:lnTo>
                    <a:pt x="4687229" y="1242711"/>
                  </a:lnTo>
                  <a:lnTo>
                    <a:pt x="4687387" y="1242711"/>
                  </a:lnTo>
                  <a:lnTo>
                    <a:pt x="4687544" y="1242711"/>
                  </a:lnTo>
                  <a:lnTo>
                    <a:pt x="4687544" y="1242281"/>
                  </a:lnTo>
                  <a:lnTo>
                    <a:pt x="4687702" y="1242281"/>
                  </a:lnTo>
                  <a:lnTo>
                    <a:pt x="4687860" y="1242281"/>
                  </a:lnTo>
                  <a:lnTo>
                    <a:pt x="4688018" y="1242281"/>
                  </a:lnTo>
                  <a:lnTo>
                    <a:pt x="4688175" y="1242281"/>
                  </a:lnTo>
                  <a:lnTo>
                    <a:pt x="4688333" y="1242281"/>
                  </a:lnTo>
                  <a:lnTo>
                    <a:pt x="4688333" y="1241850"/>
                  </a:lnTo>
                  <a:lnTo>
                    <a:pt x="4688333" y="1241419"/>
                  </a:lnTo>
                  <a:lnTo>
                    <a:pt x="4688491" y="1241419"/>
                  </a:lnTo>
                  <a:lnTo>
                    <a:pt x="4688491" y="1240989"/>
                  </a:lnTo>
                  <a:lnTo>
                    <a:pt x="4688648" y="1240989"/>
                  </a:lnTo>
                  <a:lnTo>
                    <a:pt x="4688806" y="1240989"/>
                  </a:lnTo>
                  <a:lnTo>
                    <a:pt x="4688806" y="1240558"/>
                  </a:lnTo>
                  <a:lnTo>
                    <a:pt x="4688964" y="1240558"/>
                  </a:lnTo>
                  <a:lnTo>
                    <a:pt x="4689122" y="1240558"/>
                  </a:lnTo>
                  <a:lnTo>
                    <a:pt x="4689279" y="1240558"/>
                  </a:lnTo>
                  <a:lnTo>
                    <a:pt x="4689437" y="1240558"/>
                  </a:lnTo>
                  <a:lnTo>
                    <a:pt x="4689595" y="1240558"/>
                  </a:lnTo>
                  <a:lnTo>
                    <a:pt x="4689753" y="1240558"/>
                  </a:lnTo>
                  <a:lnTo>
                    <a:pt x="4689910" y="1240558"/>
                  </a:lnTo>
                  <a:lnTo>
                    <a:pt x="4689910" y="1240128"/>
                  </a:lnTo>
                  <a:lnTo>
                    <a:pt x="4690068" y="1240128"/>
                  </a:lnTo>
                  <a:lnTo>
                    <a:pt x="4690226" y="1240128"/>
                  </a:lnTo>
                  <a:lnTo>
                    <a:pt x="4690383" y="1240128"/>
                  </a:lnTo>
                  <a:lnTo>
                    <a:pt x="4690541" y="1240128"/>
                  </a:lnTo>
                  <a:lnTo>
                    <a:pt x="4690699" y="1240128"/>
                  </a:lnTo>
                  <a:lnTo>
                    <a:pt x="4690699" y="1239697"/>
                  </a:lnTo>
                  <a:lnTo>
                    <a:pt x="4690857" y="1239697"/>
                  </a:lnTo>
                  <a:lnTo>
                    <a:pt x="4691014" y="1239697"/>
                  </a:lnTo>
                  <a:lnTo>
                    <a:pt x="4691172" y="1239697"/>
                  </a:lnTo>
                  <a:lnTo>
                    <a:pt x="4691330" y="1239697"/>
                  </a:lnTo>
                  <a:lnTo>
                    <a:pt x="4691487" y="1239697"/>
                  </a:lnTo>
                  <a:lnTo>
                    <a:pt x="4691645" y="1239697"/>
                  </a:lnTo>
                  <a:lnTo>
                    <a:pt x="4691803" y="1239697"/>
                  </a:lnTo>
                  <a:lnTo>
                    <a:pt x="4691961" y="1239697"/>
                  </a:lnTo>
                  <a:lnTo>
                    <a:pt x="4691961" y="1239266"/>
                  </a:lnTo>
                  <a:lnTo>
                    <a:pt x="4692118" y="1239266"/>
                  </a:lnTo>
                  <a:lnTo>
                    <a:pt x="4692276" y="1239266"/>
                  </a:lnTo>
                  <a:lnTo>
                    <a:pt x="4692434" y="1239266"/>
                  </a:lnTo>
                  <a:lnTo>
                    <a:pt x="4692591" y="1239266"/>
                  </a:lnTo>
                  <a:lnTo>
                    <a:pt x="4692749" y="1239266"/>
                  </a:lnTo>
                  <a:lnTo>
                    <a:pt x="4692907" y="1239266"/>
                  </a:lnTo>
                  <a:lnTo>
                    <a:pt x="4693065" y="1239266"/>
                  </a:lnTo>
                  <a:lnTo>
                    <a:pt x="4693222" y="1239266"/>
                  </a:lnTo>
                  <a:lnTo>
                    <a:pt x="4693222" y="1238836"/>
                  </a:lnTo>
                  <a:lnTo>
                    <a:pt x="4693380" y="1238836"/>
                  </a:lnTo>
                  <a:lnTo>
                    <a:pt x="4693538" y="1238836"/>
                  </a:lnTo>
                  <a:lnTo>
                    <a:pt x="4693695" y="1238836"/>
                  </a:lnTo>
                  <a:lnTo>
                    <a:pt x="4693853" y="1238836"/>
                  </a:lnTo>
                  <a:lnTo>
                    <a:pt x="4694011" y="1238836"/>
                  </a:lnTo>
                  <a:lnTo>
                    <a:pt x="4694169" y="1238836"/>
                  </a:lnTo>
                  <a:lnTo>
                    <a:pt x="4694326" y="1238836"/>
                  </a:lnTo>
                  <a:lnTo>
                    <a:pt x="4694484" y="1238836"/>
                  </a:lnTo>
                  <a:lnTo>
                    <a:pt x="4694642" y="1238836"/>
                  </a:lnTo>
                  <a:lnTo>
                    <a:pt x="4694799" y="1238836"/>
                  </a:lnTo>
                  <a:lnTo>
                    <a:pt x="4694957" y="1238836"/>
                  </a:lnTo>
                  <a:lnTo>
                    <a:pt x="4695115" y="1238836"/>
                  </a:lnTo>
                  <a:lnTo>
                    <a:pt x="4695273" y="1238836"/>
                  </a:lnTo>
                  <a:lnTo>
                    <a:pt x="4695430" y="1238836"/>
                  </a:lnTo>
                  <a:lnTo>
                    <a:pt x="4695588" y="1238836"/>
                  </a:lnTo>
                  <a:lnTo>
                    <a:pt x="4695746" y="1238836"/>
                  </a:lnTo>
                  <a:lnTo>
                    <a:pt x="4695746" y="1238405"/>
                  </a:lnTo>
                  <a:lnTo>
                    <a:pt x="4695904" y="1238405"/>
                  </a:lnTo>
                  <a:lnTo>
                    <a:pt x="4696061" y="1238405"/>
                  </a:lnTo>
                  <a:lnTo>
                    <a:pt x="4696219" y="1238405"/>
                  </a:lnTo>
                  <a:lnTo>
                    <a:pt x="4696377" y="1238405"/>
                  </a:lnTo>
                  <a:lnTo>
                    <a:pt x="4696534" y="1238405"/>
                  </a:lnTo>
                  <a:lnTo>
                    <a:pt x="4696692" y="1238405"/>
                  </a:lnTo>
                  <a:lnTo>
                    <a:pt x="4696850" y="1238405"/>
                  </a:lnTo>
                  <a:lnTo>
                    <a:pt x="4696850" y="1237975"/>
                  </a:lnTo>
                  <a:lnTo>
                    <a:pt x="4696850" y="1237544"/>
                  </a:lnTo>
                  <a:lnTo>
                    <a:pt x="4697008" y="1237544"/>
                  </a:lnTo>
                  <a:lnTo>
                    <a:pt x="4697008" y="1237113"/>
                  </a:lnTo>
                  <a:lnTo>
                    <a:pt x="4697008" y="1236683"/>
                  </a:lnTo>
                  <a:lnTo>
                    <a:pt x="4697165" y="1236683"/>
                  </a:lnTo>
                  <a:lnTo>
                    <a:pt x="4697323" y="1236683"/>
                  </a:lnTo>
                  <a:lnTo>
                    <a:pt x="4697481" y="1236683"/>
                  </a:lnTo>
                  <a:lnTo>
                    <a:pt x="4697638" y="1236683"/>
                  </a:lnTo>
                  <a:lnTo>
                    <a:pt x="4697796" y="1236683"/>
                  </a:lnTo>
                  <a:lnTo>
                    <a:pt x="4697954" y="1236683"/>
                  </a:lnTo>
                  <a:lnTo>
                    <a:pt x="4698112" y="1236683"/>
                  </a:lnTo>
                  <a:lnTo>
                    <a:pt x="4698269" y="1236683"/>
                  </a:lnTo>
                  <a:lnTo>
                    <a:pt x="4698269" y="1236252"/>
                  </a:lnTo>
                  <a:lnTo>
                    <a:pt x="4698427" y="1236252"/>
                  </a:lnTo>
                  <a:lnTo>
                    <a:pt x="4698585" y="1236252"/>
                  </a:lnTo>
                  <a:lnTo>
                    <a:pt x="4698742" y="1236252"/>
                  </a:lnTo>
                  <a:lnTo>
                    <a:pt x="4698900" y="1236252"/>
                  </a:lnTo>
                  <a:lnTo>
                    <a:pt x="4699058" y="1236252"/>
                  </a:lnTo>
                  <a:lnTo>
                    <a:pt x="4699216" y="1236252"/>
                  </a:lnTo>
                  <a:lnTo>
                    <a:pt x="4699373" y="1236252"/>
                  </a:lnTo>
                  <a:lnTo>
                    <a:pt x="4699531" y="1236252"/>
                  </a:lnTo>
                  <a:lnTo>
                    <a:pt x="4699689" y="1236252"/>
                  </a:lnTo>
                  <a:lnTo>
                    <a:pt x="4699846" y="1236252"/>
                  </a:lnTo>
                  <a:lnTo>
                    <a:pt x="4700004" y="1236252"/>
                  </a:lnTo>
                  <a:lnTo>
                    <a:pt x="4700162" y="1236252"/>
                  </a:lnTo>
                  <a:lnTo>
                    <a:pt x="4700320" y="1236252"/>
                  </a:lnTo>
                  <a:lnTo>
                    <a:pt x="4700477" y="1236252"/>
                  </a:lnTo>
                  <a:lnTo>
                    <a:pt x="4700635" y="1236252"/>
                  </a:lnTo>
                  <a:lnTo>
                    <a:pt x="4700793" y="1236252"/>
                  </a:lnTo>
                  <a:lnTo>
                    <a:pt x="4700951" y="1236252"/>
                  </a:lnTo>
                  <a:lnTo>
                    <a:pt x="4701108" y="1236252"/>
                  </a:lnTo>
                  <a:lnTo>
                    <a:pt x="4701266" y="1236252"/>
                  </a:lnTo>
                  <a:lnTo>
                    <a:pt x="4701424" y="1236252"/>
                  </a:lnTo>
                  <a:lnTo>
                    <a:pt x="4701581" y="1236252"/>
                  </a:lnTo>
                  <a:lnTo>
                    <a:pt x="4701739" y="1236252"/>
                  </a:lnTo>
                  <a:lnTo>
                    <a:pt x="4701897" y="1236252"/>
                  </a:lnTo>
                  <a:lnTo>
                    <a:pt x="4702055" y="1236252"/>
                  </a:lnTo>
                  <a:lnTo>
                    <a:pt x="4702212" y="1236252"/>
                  </a:lnTo>
                  <a:lnTo>
                    <a:pt x="4702370" y="1236252"/>
                  </a:lnTo>
                  <a:lnTo>
                    <a:pt x="4702528" y="1236252"/>
                  </a:lnTo>
                  <a:lnTo>
                    <a:pt x="4702685" y="1236252"/>
                  </a:lnTo>
                  <a:lnTo>
                    <a:pt x="4702843" y="1236252"/>
                  </a:lnTo>
                  <a:lnTo>
                    <a:pt x="4703001" y="1236252"/>
                  </a:lnTo>
                  <a:lnTo>
                    <a:pt x="4703159" y="1236252"/>
                  </a:lnTo>
                  <a:lnTo>
                    <a:pt x="4703316" y="1236252"/>
                  </a:lnTo>
                  <a:lnTo>
                    <a:pt x="4703474" y="1236252"/>
                  </a:lnTo>
                  <a:lnTo>
                    <a:pt x="4703474" y="1235822"/>
                  </a:lnTo>
                  <a:lnTo>
                    <a:pt x="4703474" y="1235391"/>
                  </a:lnTo>
                  <a:lnTo>
                    <a:pt x="4703632" y="1235391"/>
                  </a:lnTo>
                  <a:lnTo>
                    <a:pt x="4703789" y="1235391"/>
                  </a:lnTo>
                  <a:lnTo>
                    <a:pt x="4703947" y="1235391"/>
                  </a:lnTo>
                  <a:lnTo>
                    <a:pt x="4704105" y="1235391"/>
                  </a:lnTo>
                  <a:lnTo>
                    <a:pt x="4704105" y="1234960"/>
                  </a:lnTo>
                  <a:lnTo>
                    <a:pt x="4704263" y="1234960"/>
                  </a:lnTo>
                  <a:lnTo>
                    <a:pt x="4704420" y="1234960"/>
                  </a:lnTo>
                  <a:lnTo>
                    <a:pt x="4704420" y="1234530"/>
                  </a:lnTo>
                  <a:lnTo>
                    <a:pt x="4704578" y="1234530"/>
                  </a:lnTo>
                  <a:lnTo>
                    <a:pt x="4704578" y="1234099"/>
                  </a:lnTo>
                  <a:lnTo>
                    <a:pt x="4704736" y="1234099"/>
                  </a:lnTo>
                  <a:lnTo>
                    <a:pt x="4704893" y="1234099"/>
                  </a:lnTo>
                  <a:lnTo>
                    <a:pt x="4705051" y="1234099"/>
                  </a:lnTo>
                  <a:lnTo>
                    <a:pt x="4705209" y="1234099"/>
                  </a:lnTo>
                  <a:lnTo>
                    <a:pt x="4705367" y="1234099"/>
                  </a:lnTo>
                  <a:lnTo>
                    <a:pt x="4705524" y="1234099"/>
                  </a:lnTo>
                  <a:lnTo>
                    <a:pt x="4705524" y="1233669"/>
                  </a:lnTo>
                  <a:lnTo>
                    <a:pt x="4705682" y="1233669"/>
                  </a:lnTo>
                  <a:lnTo>
                    <a:pt x="4705840" y="1233669"/>
                  </a:lnTo>
                  <a:lnTo>
                    <a:pt x="4705997" y="1233669"/>
                  </a:lnTo>
                  <a:lnTo>
                    <a:pt x="4706155" y="1233669"/>
                  </a:lnTo>
                  <a:lnTo>
                    <a:pt x="4706313" y="1233669"/>
                  </a:lnTo>
                  <a:lnTo>
                    <a:pt x="4706471" y="1233669"/>
                  </a:lnTo>
                  <a:lnTo>
                    <a:pt x="4706628" y="1233669"/>
                  </a:lnTo>
                  <a:lnTo>
                    <a:pt x="4706786" y="1233669"/>
                  </a:lnTo>
                  <a:lnTo>
                    <a:pt x="4706944" y="1233669"/>
                  </a:lnTo>
                  <a:lnTo>
                    <a:pt x="4706944" y="1233238"/>
                  </a:lnTo>
                  <a:lnTo>
                    <a:pt x="4707102" y="1233238"/>
                  </a:lnTo>
                  <a:lnTo>
                    <a:pt x="4707259" y="1233238"/>
                  </a:lnTo>
                  <a:lnTo>
                    <a:pt x="4707417" y="1233238"/>
                  </a:lnTo>
                  <a:lnTo>
                    <a:pt x="4707575" y="1233238"/>
                  </a:lnTo>
                  <a:lnTo>
                    <a:pt x="4707575" y="1232807"/>
                  </a:lnTo>
                  <a:lnTo>
                    <a:pt x="4707732" y="1232807"/>
                  </a:lnTo>
                  <a:lnTo>
                    <a:pt x="4707890" y="1232807"/>
                  </a:lnTo>
                  <a:lnTo>
                    <a:pt x="4707890" y="1232377"/>
                  </a:lnTo>
                  <a:lnTo>
                    <a:pt x="4708048" y="1232377"/>
                  </a:lnTo>
                  <a:lnTo>
                    <a:pt x="4708206" y="1232377"/>
                  </a:lnTo>
                  <a:lnTo>
                    <a:pt x="4708206" y="1231946"/>
                  </a:lnTo>
                  <a:lnTo>
                    <a:pt x="4708363" y="1231946"/>
                  </a:lnTo>
                  <a:lnTo>
                    <a:pt x="4708521" y="1231946"/>
                  </a:lnTo>
                  <a:lnTo>
                    <a:pt x="4708679" y="1231946"/>
                  </a:lnTo>
                  <a:lnTo>
                    <a:pt x="4708836" y="1231946"/>
                  </a:lnTo>
                  <a:lnTo>
                    <a:pt x="4708836" y="1231516"/>
                  </a:lnTo>
                  <a:lnTo>
                    <a:pt x="4708994" y="1231516"/>
                  </a:lnTo>
                  <a:lnTo>
                    <a:pt x="4709152" y="1231516"/>
                  </a:lnTo>
                  <a:lnTo>
                    <a:pt x="4709310" y="1231516"/>
                  </a:lnTo>
                  <a:lnTo>
                    <a:pt x="4709467" y="1231516"/>
                  </a:lnTo>
                  <a:lnTo>
                    <a:pt x="4709467" y="1231085"/>
                  </a:lnTo>
                  <a:lnTo>
                    <a:pt x="4709625" y="1231085"/>
                  </a:lnTo>
                  <a:lnTo>
                    <a:pt x="4709783" y="1231085"/>
                  </a:lnTo>
                  <a:lnTo>
                    <a:pt x="4709940" y="1231085"/>
                  </a:lnTo>
                  <a:lnTo>
                    <a:pt x="4710098" y="1231085"/>
                  </a:lnTo>
                  <a:lnTo>
                    <a:pt x="4710256" y="1231085"/>
                  </a:lnTo>
                  <a:lnTo>
                    <a:pt x="4710414" y="1231085"/>
                  </a:lnTo>
                  <a:lnTo>
                    <a:pt x="4710571" y="1231085"/>
                  </a:lnTo>
                  <a:lnTo>
                    <a:pt x="4710729" y="1231085"/>
                  </a:lnTo>
                  <a:lnTo>
                    <a:pt x="4710887" y="1231085"/>
                  </a:lnTo>
                  <a:lnTo>
                    <a:pt x="4710887" y="1230654"/>
                  </a:lnTo>
                  <a:lnTo>
                    <a:pt x="4711044" y="1230654"/>
                  </a:lnTo>
                  <a:lnTo>
                    <a:pt x="4711202" y="1230654"/>
                  </a:lnTo>
                  <a:lnTo>
                    <a:pt x="4711202" y="1230224"/>
                  </a:lnTo>
                  <a:lnTo>
                    <a:pt x="4711360" y="1230224"/>
                  </a:lnTo>
                  <a:lnTo>
                    <a:pt x="4711518" y="1230224"/>
                  </a:lnTo>
                  <a:lnTo>
                    <a:pt x="4711675" y="1230224"/>
                  </a:lnTo>
                  <a:lnTo>
                    <a:pt x="4711833" y="1230224"/>
                  </a:lnTo>
                  <a:lnTo>
                    <a:pt x="4711991" y="1230224"/>
                  </a:lnTo>
                  <a:lnTo>
                    <a:pt x="4712148" y="1230224"/>
                  </a:lnTo>
                  <a:lnTo>
                    <a:pt x="4712306" y="1230224"/>
                  </a:lnTo>
                  <a:lnTo>
                    <a:pt x="4712306" y="1229793"/>
                  </a:lnTo>
                  <a:lnTo>
                    <a:pt x="4712306" y="1229363"/>
                  </a:lnTo>
                  <a:lnTo>
                    <a:pt x="4712464" y="1229363"/>
                  </a:lnTo>
                  <a:lnTo>
                    <a:pt x="4712622" y="1229363"/>
                  </a:lnTo>
                  <a:lnTo>
                    <a:pt x="4712779" y="1229363"/>
                  </a:lnTo>
                  <a:lnTo>
                    <a:pt x="4712937" y="1229363"/>
                  </a:lnTo>
                  <a:lnTo>
                    <a:pt x="4713095" y="1229363"/>
                  </a:lnTo>
                  <a:lnTo>
                    <a:pt x="4713253" y="1229363"/>
                  </a:lnTo>
                  <a:lnTo>
                    <a:pt x="4713410" y="1229363"/>
                  </a:lnTo>
                  <a:lnTo>
                    <a:pt x="4713568" y="1229363"/>
                  </a:lnTo>
                  <a:lnTo>
                    <a:pt x="4713568" y="1228932"/>
                  </a:lnTo>
                  <a:lnTo>
                    <a:pt x="4713726" y="1228932"/>
                  </a:lnTo>
                  <a:lnTo>
                    <a:pt x="4713883" y="1228932"/>
                  </a:lnTo>
                  <a:lnTo>
                    <a:pt x="4714041" y="1228932"/>
                  </a:lnTo>
                  <a:lnTo>
                    <a:pt x="4714199" y="1228932"/>
                  </a:lnTo>
                  <a:lnTo>
                    <a:pt x="4714357" y="1228932"/>
                  </a:lnTo>
                  <a:lnTo>
                    <a:pt x="4714514" y="1228932"/>
                  </a:lnTo>
                  <a:lnTo>
                    <a:pt x="4714672" y="1228932"/>
                  </a:lnTo>
                  <a:lnTo>
                    <a:pt x="4714672" y="1228501"/>
                  </a:lnTo>
                  <a:lnTo>
                    <a:pt x="4714672" y="1228071"/>
                  </a:lnTo>
                  <a:lnTo>
                    <a:pt x="4714830" y="1228071"/>
                  </a:lnTo>
                  <a:lnTo>
                    <a:pt x="4714987" y="1228071"/>
                  </a:lnTo>
                  <a:lnTo>
                    <a:pt x="4715145" y="1228071"/>
                  </a:lnTo>
                  <a:lnTo>
                    <a:pt x="4715303" y="1228071"/>
                  </a:lnTo>
                  <a:lnTo>
                    <a:pt x="4715461" y="1228071"/>
                  </a:lnTo>
                  <a:lnTo>
                    <a:pt x="4715618" y="1228071"/>
                  </a:lnTo>
                  <a:lnTo>
                    <a:pt x="4715776" y="1228071"/>
                  </a:lnTo>
                  <a:lnTo>
                    <a:pt x="4715934" y="1228071"/>
                  </a:lnTo>
                  <a:lnTo>
                    <a:pt x="4715934" y="1227640"/>
                  </a:lnTo>
                  <a:lnTo>
                    <a:pt x="4716091" y="1227640"/>
                  </a:lnTo>
                  <a:lnTo>
                    <a:pt x="4716249" y="1227640"/>
                  </a:lnTo>
                  <a:lnTo>
                    <a:pt x="4716249" y="1227210"/>
                  </a:lnTo>
                  <a:lnTo>
                    <a:pt x="4716249" y="1226779"/>
                  </a:lnTo>
                  <a:lnTo>
                    <a:pt x="4716249" y="1226348"/>
                  </a:lnTo>
                  <a:lnTo>
                    <a:pt x="4716407" y="1226348"/>
                  </a:lnTo>
                  <a:lnTo>
                    <a:pt x="4716565" y="1226348"/>
                  </a:lnTo>
                  <a:lnTo>
                    <a:pt x="4716565" y="1225918"/>
                  </a:lnTo>
                  <a:lnTo>
                    <a:pt x="4716565" y="1225487"/>
                  </a:lnTo>
                  <a:lnTo>
                    <a:pt x="4716722" y="1225487"/>
                  </a:lnTo>
                  <a:lnTo>
                    <a:pt x="4716880" y="1225487"/>
                  </a:lnTo>
                  <a:lnTo>
                    <a:pt x="4717038" y="1225487"/>
                  </a:lnTo>
                  <a:lnTo>
                    <a:pt x="4717195" y="1225487"/>
                  </a:lnTo>
                  <a:lnTo>
                    <a:pt x="4717353" y="1225487"/>
                  </a:lnTo>
                  <a:lnTo>
                    <a:pt x="4717511" y="1225487"/>
                  </a:lnTo>
                  <a:lnTo>
                    <a:pt x="4717669" y="1225487"/>
                  </a:lnTo>
                  <a:lnTo>
                    <a:pt x="4717826" y="1225487"/>
                  </a:lnTo>
                  <a:lnTo>
                    <a:pt x="4717984" y="1225487"/>
                  </a:lnTo>
                  <a:lnTo>
                    <a:pt x="4718142" y="1225487"/>
                  </a:lnTo>
                  <a:lnTo>
                    <a:pt x="4718300" y="1225487"/>
                  </a:lnTo>
                  <a:lnTo>
                    <a:pt x="4718300" y="1225057"/>
                  </a:lnTo>
                  <a:lnTo>
                    <a:pt x="4718300" y="1224626"/>
                  </a:lnTo>
                  <a:lnTo>
                    <a:pt x="4718457" y="1224626"/>
                  </a:lnTo>
                  <a:lnTo>
                    <a:pt x="4718615" y="1224626"/>
                  </a:lnTo>
                  <a:lnTo>
                    <a:pt x="4718773" y="1224626"/>
                  </a:lnTo>
                  <a:lnTo>
                    <a:pt x="4718930" y="1224626"/>
                  </a:lnTo>
                  <a:lnTo>
                    <a:pt x="4719088" y="1224626"/>
                  </a:lnTo>
                  <a:lnTo>
                    <a:pt x="4719088" y="1224195"/>
                  </a:lnTo>
                  <a:lnTo>
                    <a:pt x="4719246" y="1224195"/>
                  </a:lnTo>
                  <a:lnTo>
                    <a:pt x="4719246" y="1223765"/>
                  </a:lnTo>
                  <a:lnTo>
                    <a:pt x="4719404" y="1223765"/>
                  </a:lnTo>
                  <a:lnTo>
                    <a:pt x="4719561" y="1223765"/>
                  </a:lnTo>
                  <a:lnTo>
                    <a:pt x="4719719" y="1223765"/>
                  </a:lnTo>
                  <a:lnTo>
                    <a:pt x="4719877" y="1223765"/>
                  </a:lnTo>
                  <a:lnTo>
                    <a:pt x="4720034" y="1223765"/>
                  </a:lnTo>
                  <a:lnTo>
                    <a:pt x="4720034" y="1223334"/>
                  </a:lnTo>
                  <a:lnTo>
                    <a:pt x="4720192" y="1223334"/>
                  </a:lnTo>
                  <a:lnTo>
                    <a:pt x="4720350" y="1223334"/>
                  </a:lnTo>
                  <a:lnTo>
                    <a:pt x="4720508" y="1223334"/>
                  </a:lnTo>
                  <a:lnTo>
                    <a:pt x="4720665" y="1223334"/>
                  </a:lnTo>
                  <a:lnTo>
                    <a:pt x="4720823" y="1223334"/>
                  </a:lnTo>
                  <a:lnTo>
                    <a:pt x="4720981" y="1223334"/>
                  </a:lnTo>
                  <a:lnTo>
                    <a:pt x="4721138" y="1223334"/>
                  </a:lnTo>
                  <a:lnTo>
                    <a:pt x="4721296" y="1223334"/>
                  </a:lnTo>
                  <a:lnTo>
                    <a:pt x="4721454" y="1223334"/>
                  </a:lnTo>
                  <a:lnTo>
                    <a:pt x="4721454" y="1222904"/>
                  </a:lnTo>
                  <a:lnTo>
                    <a:pt x="4721612" y="1222904"/>
                  </a:lnTo>
                  <a:lnTo>
                    <a:pt x="4721769" y="1222904"/>
                  </a:lnTo>
                  <a:lnTo>
                    <a:pt x="4721927" y="1222904"/>
                  </a:lnTo>
                  <a:lnTo>
                    <a:pt x="4721927" y="1222473"/>
                  </a:lnTo>
                  <a:lnTo>
                    <a:pt x="4722085" y="1222473"/>
                  </a:lnTo>
                  <a:lnTo>
                    <a:pt x="4722085" y="1222042"/>
                  </a:lnTo>
                  <a:lnTo>
                    <a:pt x="4722242" y="1222042"/>
                  </a:lnTo>
                  <a:lnTo>
                    <a:pt x="4722400" y="1222042"/>
                  </a:lnTo>
                  <a:lnTo>
                    <a:pt x="4722558" y="1222042"/>
                  </a:lnTo>
                  <a:lnTo>
                    <a:pt x="4722716" y="1222042"/>
                  </a:lnTo>
                  <a:lnTo>
                    <a:pt x="4722873" y="1222042"/>
                  </a:lnTo>
                  <a:lnTo>
                    <a:pt x="4723031" y="1222042"/>
                  </a:lnTo>
                  <a:lnTo>
                    <a:pt x="4723189" y="1222042"/>
                  </a:lnTo>
                  <a:lnTo>
                    <a:pt x="4723346" y="1222042"/>
                  </a:lnTo>
                  <a:lnTo>
                    <a:pt x="4723346" y="1221612"/>
                  </a:lnTo>
                  <a:lnTo>
                    <a:pt x="4723504" y="1221612"/>
                  </a:lnTo>
                  <a:lnTo>
                    <a:pt x="4723662" y="1221612"/>
                  </a:lnTo>
                  <a:lnTo>
                    <a:pt x="4723820" y="1221612"/>
                  </a:lnTo>
                  <a:lnTo>
                    <a:pt x="4723820" y="1221181"/>
                  </a:lnTo>
                  <a:lnTo>
                    <a:pt x="4723977" y="1221181"/>
                  </a:lnTo>
                  <a:lnTo>
                    <a:pt x="4724135" y="1221181"/>
                  </a:lnTo>
                  <a:lnTo>
                    <a:pt x="4724293" y="1221181"/>
                  </a:lnTo>
                  <a:lnTo>
                    <a:pt x="4724451" y="1221181"/>
                  </a:lnTo>
                  <a:lnTo>
                    <a:pt x="4724608" y="1221181"/>
                  </a:lnTo>
                  <a:lnTo>
                    <a:pt x="4724766" y="1221181"/>
                  </a:lnTo>
                  <a:lnTo>
                    <a:pt x="4724924" y="1221181"/>
                  </a:lnTo>
                  <a:lnTo>
                    <a:pt x="4725081" y="1221181"/>
                  </a:lnTo>
                  <a:lnTo>
                    <a:pt x="4725239" y="1221181"/>
                  </a:lnTo>
                  <a:lnTo>
                    <a:pt x="4725397" y="1221181"/>
                  </a:lnTo>
                  <a:lnTo>
                    <a:pt x="4725397" y="1220751"/>
                  </a:lnTo>
                  <a:lnTo>
                    <a:pt x="4725555" y="1220751"/>
                  </a:lnTo>
                  <a:lnTo>
                    <a:pt x="4725712" y="1220751"/>
                  </a:lnTo>
                  <a:lnTo>
                    <a:pt x="4725870" y="1220751"/>
                  </a:lnTo>
                  <a:lnTo>
                    <a:pt x="4725870" y="1220320"/>
                  </a:lnTo>
                  <a:lnTo>
                    <a:pt x="4725870" y="1219889"/>
                  </a:lnTo>
                  <a:lnTo>
                    <a:pt x="4726028" y="1219889"/>
                  </a:lnTo>
                  <a:lnTo>
                    <a:pt x="4726185" y="1219889"/>
                  </a:lnTo>
                  <a:lnTo>
                    <a:pt x="4726185" y="1219459"/>
                  </a:lnTo>
                  <a:lnTo>
                    <a:pt x="4726343" y="1219459"/>
                  </a:lnTo>
                  <a:lnTo>
                    <a:pt x="4726501" y="1219459"/>
                  </a:lnTo>
                  <a:lnTo>
                    <a:pt x="4726659" y="1219459"/>
                  </a:lnTo>
                  <a:lnTo>
                    <a:pt x="4726659" y="1219028"/>
                  </a:lnTo>
                  <a:lnTo>
                    <a:pt x="4726659" y="1218598"/>
                  </a:lnTo>
                  <a:lnTo>
                    <a:pt x="4726816" y="1218598"/>
                  </a:lnTo>
                  <a:lnTo>
                    <a:pt x="4726974" y="1218598"/>
                  </a:lnTo>
                  <a:lnTo>
                    <a:pt x="4727132" y="1218598"/>
                  </a:lnTo>
                  <a:lnTo>
                    <a:pt x="4727289" y="1218598"/>
                  </a:lnTo>
                  <a:lnTo>
                    <a:pt x="4727289" y="1218167"/>
                  </a:lnTo>
                  <a:lnTo>
                    <a:pt x="4727447" y="1218167"/>
                  </a:lnTo>
                  <a:lnTo>
                    <a:pt x="4727447" y="1217736"/>
                  </a:lnTo>
                  <a:lnTo>
                    <a:pt x="4727605" y="1217736"/>
                  </a:lnTo>
                  <a:lnTo>
                    <a:pt x="4727605" y="1217306"/>
                  </a:lnTo>
                  <a:lnTo>
                    <a:pt x="4727763" y="1217306"/>
                  </a:lnTo>
                  <a:lnTo>
                    <a:pt x="4727920" y="1217306"/>
                  </a:lnTo>
                  <a:lnTo>
                    <a:pt x="4728078" y="1217306"/>
                  </a:lnTo>
                  <a:lnTo>
                    <a:pt x="4728078" y="1216875"/>
                  </a:lnTo>
                  <a:lnTo>
                    <a:pt x="4728236" y="1216875"/>
                  </a:lnTo>
                  <a:lnTo>
                    <a:pt x="4728393" y="1216875"/>
                  </a:lnTo>
                  <a:lnTo>
                    <a:pt x="4728551" y="1216875"/>
                  </a:lnTo>
                  <a:lnTo>
                    <a:pt x="4728709" y="1216875"/>
                  </a:lnTo>
                  <a:lnTo>
                    <a:pt x="4728867" y="1216875"/>
                  </a:lnTo>
                  <a:lnTo>
                    <a:pt x="4729024" y="1216875"/>
                  </a:lnTo>
                  <a:lnTo>
                    <a:pt x="4729182" y="1216875"/>
                  </a:lnTo>
                  <a:lnTo>
                    <a:pt x="4729340" y="1216875"/>
                  </a:lnTo>
                  <a:lnTo>
                    <a:pt x="4729340" y="1216445"/>
                  </a:lnTo>
                  <a:lnTo>
                    <a:pt x="4729340" y="1216014"/>
                  </a:lnTo>
                  <a:lnTo>
                    <a:pt x="4729498" y="1216014"/>
                  </a:lnTo>
                  <a:lnTo>
                    <a:pt x="4729655" y="1216014"/>
                  </a:lnTo>
                  <a:lnTo>
                    <a:pt x="4729813" y="1216014"/>
                  </a:lnTo>
                  <a:lnTo>
                    <a:pt x="4729971" y="1216014"/>
                  </a:lnTo>
                  <a:lnTo>
                    <a:pt x="4730128" y="1216014"/>
                  </a:lnTo>
                  <a:lnTo>
                    <a:pt x="4730128" y="1215583"/>
                  </a:lnTo>
                  <a:lnTo>
                    <a:pt x="4730286" y="1215583"/>
                  </a:lnTo>
                  <a:lnTo>
                    <a:pt x="4730286" y="1215153"/>
                  </a:lnTo>
                  <a:lnTo>
                    <a:pt x="4730444" y="1215153"/>
                  </a:lnTo>
                  <a:lnTo>
                    <a:pt x="4730602" y="1215153"/>
                  </a:lnTo>
                  <a:lnTo>
                    <a:pt x="4730759" y="1215153"/>
                  </a:lnTo>
                  <a:lnTo>
                    <a:pt x="4730917" y="1215153"/>
                  </a:lnTo>
                  <a:lnTo>
                    <a:pt x="4730917" y="1214722"/>
                  </a:lnTo>
                  <a:lnTo>
                    <a:pt x="4731075" y="1214722"/>
                  </a:lnTo>
                  <a:lnTo>
                    <a:pt x="4731232" y="1214722"/>
                  </a:lnTo>
                  <a:lnTo>
                    <a:pt x="4731390" y="1214722"/>
                  </a:lnTo>
                  <a:lnTo>
                    <a:pt x="4731548" y="1214722"/>
                  </a:lnTo>
                  <a:lnTo>
                    <a:pt x="4731706" y="1214722"/>
                  </a:lnTo>
                  <a:lnTo>
                    <a:pt x="4731863" y="1214722"/>
                  </a:lnTo>
                  <a:lnTo>
                    <a:pt x="4732021" y="1214722"/>
                  </a:lnTo>
                  <a:lnTo>
                    <a:pt x="4732021" y="1214292"/>
                  </a:lnTo>
                  <a:lnTo>
                    <a:pt x="4732179" y="1214292"/>
                  </a:lnTo>
                  <a:lnTo>
                    <a:pt x="4732336" y="1214292"/>
                  </a:lnTo>
                  <a:lnTo>
                    <a:pt x="4732494" y="1214292"/>
                  </a:lnTo>
                  <a:lnTo>
                    <a:pt x="4732494" y="1213861"/>
                  </a:lnTo>
                  <a:lnTo>
                    <a:pt x="4732652" y="1213861"/>
                  </a:lnTo>
                  <a:lnTo>
                    <a:pt x="4732810" y="1213861"/>
                  </a:lnTo>
                  <a:lnTo>
                    <a:pt x="4732967" y="1213861"/>
                  </a:lnTo>
                  <a:lnTo>
                    <a:pt x="4733125" y="1213861"/>
                  </a:lnTo>
                  <a:lnTo>
                    <a:pt x="4733283" y="1213861"/>
                  </a:lnTo>
                  <a:lnTo>
                    <a:pt x="4733283" y="1213430"/>
                  </a:lnTo>
                  <a:lnTo>
                    <a:pt x="4733283" y="1213000"/>
                  </a:lnTo>
                  <a:lnTo>
                    <a:pt x="4733440" y="1213000"/>
                  </a:lnTo>
                  <a:lnTo>
                    <a:pt x="4733598" y="1213000"/>
                  </a:lnTo>
                  <a:lnTo>
                    <a:pt x="4733756" y="1213000"/>
                  </a:lnTo>
                  <a:lnTo>
                    <a:pt x="4733914" y="1213000"/>
                  </a:lnTo>
                  <a:lnTo>
                    <a:pt x="4733914" y="1212569"/>
                  </a:lnTo>
                  <a:lnTo>
                    <a:pt x="4734071" y="1212569"/>
                  </a:lnTo>
                  <a:lnTo>
                    <a:pt x="4734229" y="1212569"/>
                  </a:lnTo>
                  <a:lnTo>
                    <a:pt x="4734387" y="1212569"/>
                  </a:lnTo>
                  <a:lnTo>
                    <a:pt x="4734544" y="1212569"/>
                  </a:lnTo>
                  <a:lnTo>
                    <a:pt x="4734702" y="1212569"/>
                  </a:lnTo>
                  <a:lnTo>
                    <a:pt x="4734860" y="1212569"/>
                  </a:lnTo>
                  <a:lnTo>
                    <a:pt x="4735018" y="1212569"/>
                  </a:lnTo>
                  <a:lnTo>
                    <a:pt x="4735175" y="1212569"/>
                  </a:lnTo>
                  <a:lnTo>
                    <a:pt x="4735333" y="1212569"/>
                  </a:lnTo>
                  <a:lnTo>
                    <a:pt x="4735491" y="1212569"/>
                  </a:lnTo>
                  <a:lnTo>
                    <a:pt x="4735649" y="1212569"/>
                  </a:lnTo>
                  <a:lnTo>
                    <a:pt x="4735806" y="1212569"/>
                  </a:lnTo>
                  <a:lnTo>
                    <a:pt x="4735964" y="1212569"/>
                  </a:lnTo>
                  <a:lnTo>
                    <a:pt x="4736122" y="1212569"/>
                  </a:lnTo>
                  <a:lnTo>
                    <a:pt x="4736279" y="1212569"/>
                  </a:lnTo>
                  <a:lnTo>
                    <a:pt x="4736437" y="1212569"/>
                  </a:lnTo>
                  <a:lnTo>
                    <a:pt x="4736595" y="1212569"/>
                  </a:lnTo>
                  <a:lnTo>
                    <a:pt x="4736753" y="1212569"/>
                  </a:lnTo>
                  <a:lnTo>
                    <a:pt x="4736753" y="1212139"/>
                  </a:lnTo>
                  <a:lnTo>
                    <a:pt x="4736910" y="1212139"/>
                  </a:lnTo>
                  <a:lnTo>
                    <a:pt x="4737068" y="1212139"/>
                  </a:lnTo>
                  <a:lnTo>
                    <a:pt x="4737226" y="1212139"/>
                  </a:lnTo>
                  <a:lnTo>
                    <a:pt x="4737383" y="1212139"/>
                  </a:lnTo>
                  <a:lnTo>
                    <a:pt x="4737541" y="1212139"/>
                  </a:lnTo>
                  <a:lnTo>
                    <a:pt x="4737541" y="1211708"/>
                  </a:lnTo>
                  <a:lnTo>
                    <a:pt x="4737699" y="1211708"/>
                  </a:lnTo>
                  <a:lnTo>
                    <a:pt x="4737857" y="1211708"/>
                  </a:lnTo>
                  <a:lnTo>
                    <a:pt x="4738014" y="1211708"/>
                  </a:lnTo>
                  <a:lnTo>
                    <a:pt x="4738014" y="1211277"/>
                  </a:lnTo>
                  <a:lnTo>
                    <a:pt x="4738172" y="1211277"/>
                  </a:lnTo>
                  <a:lnTo>
                    <a:pt x="4738172" y="1210847"/>
                  </a:lnTo>
                  <a:lnTo>
                    <a:pt x="4738330" y="1210847"/>
                  </a:lnTo>
                  <a:lnTo>
                    <a:pt x="4738330" y="1210416"/>
                  </a:lnTo>
                  <a:lnTo>
                    <a:pt x="4738487" y="1210416"/>
                  </a:lnTo>
                  <a:lnTo>
                    <a:pt x="4738487" y="1209986"/>
                  </a:lnTo>
                  <a:lnTo>
                    <a:pt x="4738487" y="1209555"/>
                  </a:lnTo>
                  <a:lnTo>
                    <a:pt x="4738645" y="1209555"/>
                  </a:lnTo>
                  <a:lnTo>
                    <a:pt x="4738803" y="1209555"/>
                  </a:lnTo>
                  <a:lnTo>
                    <a:pt x="4738961" y="1209555"/>
                  </a:lnTo>
                  <a:lnTo>
                    <a:pt x="4739118" y="1209555"/>
                  </a:lnTo>
                  <a:lnTo>
                    <a:pt x="4739276" y="1209555"/>
                  </a:lnTo>
                  <a:lnTo>
                    <a:pt x="4739434" y="1209555"/>
                  </a:lnTo>
                  <a:lnTo>
                    <a:pt x="4739591" y="1209555"/>
                  </a:lnTo>
                  <a:lnTo>
                    <a:pt x="4739749" y="1209555"/>
                  </a:lnTo>
                  <a:lnTo>
                    <a:pt x="4739907" y="1209555"/>
                  </a:lnTo>
                  <a:lnTo>
                    <a:pt x="4740065" y="1209555"/>
                  </a:lnTo>
                  <a:lnTo>
                    <a:pt x="4740222" y="1209555"/>
                  </a:lnTo>
                  <a:lnTo>
                    <a:pt x="4740222" y="1209124"/>
                  </a:lnTo>
                  <a:lnTo>
                    <a:pt x="4740222" y="1208694"/>
                  </a:lnTo>
                  <a:lnTo>
                    <a:pt x="4740222" y="1208263"/>
                  </a:lnTo>
                  <a:lnTo>
                    <a:pt x="4740380" y="1208263"/>
                  </a:lnTo>
                  <a:lnTo>
                    <a:pt x="4740538" y="1208263"/>
                  </a:lnTo>
                  <a:lnTo>
                    <a:pt x="4740696" y="1208263"/>
                  </a:lnTo>
                  <a:lnTo>
                    <a:pt x="4740696" y="1207833"/>
                  </a:lnTo>
                  <a:lnTo>
                    <a:pt x="4740853" y="1207833"/>
                  </a:lnTo>
                  <a:lnTo>
                    <a:pt x="4741011" y="1207833"/>
                  </a:lnTo>
                  <a:lnTo>
                    <a:pt x="4741169" y="1207833"/>
                  </a:lnTo>
                  <a:lnTo>
                    <a:pt x="4741326" y="1207833"/>
                  </a:lnTo>
                  <a:lnTo>
                    <a:pt x="4741326" y="1207402"/>
                  </a:lnTo>
                  <a:lnTo>
                    <a:pt x="4741484" y="1207402"/>
                  </a:lnTo>
                  <a:lnTo>
                    <a:pt x="4741642" y="1207402"/>
                  </a:lnTo>
                  <a:lnTo>
                    <a:pt x="4741800" y="1207402"/>
                  </a:lnTo>
                  <a:lnTo>
                    <a:pt x="4741957" y="1207402"/>
                  </a:lnTo>
                  <a:lnTo>
                    <a:pt x="4742115" y="1207402"/>
                  </a:lnTo>
                  <a:lnTo>
                    <a:pt x="4742273" y="1207402"/>
                  </a:lnTo>
                  <a:lnTo>
                    <a:pt x="4742430" y="1207402"/>
                  </a:lnTo>
                  <a:lnTo>
                    <a:pt x="4742588" y="1207402"/>
                  </a:lnTo>
                  <a:lnTo>
                    <a:pt x="4742746" y="1207402"/>
                  </a:lnTo>
                  <a:lnTo>
                    <a:pt x="4742904" y="1207402"/>
                  </a:lnTo>
                  <a:lnTo>
                    <a:pt x="4743061" y="1207402"/>
                  </a:lnTo>
                  <a:lnTo>
                    <a:pt x="4743219" y="1207402"/>
                  </a:lnTo>
                  <a:lnTo>
                    <a:pt x="4743377" y="1207402"/>
                  </a:lnTo>
                  <a:lnTo>
                    <a:pt x="4743377" y="1206971"/>
                  </a:lnTo>
                  <a:lnTo>
                    <a:pt x="4743534" y="1206971"/>
                  </a:lnTo>
                  <a:lnTo>
                    <a:pt x="4743692" y="1206971"/>
                  </a:lnTo>
                  <a:lnTo>
                    <a:pt x="4743850" y="1206971"/>
                  </a:lnTo>
                  <a:lnTo>
                    <a:pt x="4744008" y="1206971"/>
                  </a:lnTo>
                  <a:lnTo>
                    <a:pt x="4744165" y="1206971"/>
                  </a:lnTo>
                  <a:lnTo>
                    <a:pt x="4744323" y="1206971"/>
                  </a:lnTo>
                  <a:lnTo>
                    <a:pt x="4744481" y="1206971"/>
                  </a:lnTo>
                  <a:lnTo>
                    <a:pt x="4744481" y="1206541"/>
                  </a:lnTo>
                  <a:lnTo>
                    <a:pt x="4744638" y="1206541"/>
                  </a:lnTo>
                  <a:lnTo>
                    <a:pt x="4744796" y="1206541"/>
                  </a:lnTo>
                  <a:lnTo>
                    <a:pt x="4744796" y="1206110"/>
                  </a:lnTo>
                  <a:lnTo>
                    <a:pt x="4744796" y="1205680"/>
                  </a:lnTo>
                  <a:lnTo>
                    <a:pt x="4744796" y="1205249"/>
                  </a:lnTo>
                  <a:lnTo>
                    <a:pt x="4744954" y="1205249"/>
                  </a:lnTo>
                  <a:lnTo>
                    <a:pt x="4745112" y="1205249"/>
                  </a:lnTo>
                  <a:lnTo>
                    <a:pt x="4745269" y="1205249"/>
                  </a:lnTo>
                  <a:lnTo>
                    <a:pt x="4745427" y="1205249"/>
                  </a:lnTo>
                  <a:lnTo>
                    <a:pt x="4745585" y="1205249"/>
                  </a:lnTo>
                  <a:lnTo>
                    <a:pt x="4745742" y="1205249"/>
                  </a:lnTo>
                  <a:lnTo>
                    <a:pt x="4745742" y="1204818"/>
                  </a:lnTo>
                  <a:lnTo>
                    <a:pt x="4745900" y="1204818"/>
                  </a:lnTo>
                  <a:lnTo>
                    <a:pt x="4746058" y="1204818"/>
                  </a:lnTo>
                  <a:lnTo>
                    <a:pt x="4746216" y="1204818"/>
                  </a:lnTo>
                  <a:lnTo>
                    <a:pt x="4746373" y="1204818"/>
                  </a:lnTo>
                  <a:lnTo>
                    <a:pt x="4746531" y="1204818"/>
                  </a:lnTo>
                  <a:lnTo>
                    <a:pt x="4746689" y="1204818"/>
                  </a:lnTo>
                  <a:lnTo>
                    <a:pt x="4746847" y="1204818"/>
                  </a:lnTo>
                  <a:lnTo>
                    <a:pt x="4747004" y="1204818"/>
                  </a:lnTo>
                  <a:lnTo>
                    <a:pt x="4747162" y="1204818"/>
                  </a:lnTo>
                  <a:lnTo>
                    <a:pt x="4747320" y="1204818"/>
                  </a:lnTo>
                  <a:lnTo>
                    <a:pt x="4747477" y="1204818"/>
                  </a:lnTo>
                  <a:lnTo>
                    <a:pt x="4747635" y="1204818"/>
                  </a:lnTo>
                  <a:lnTo>
                    <a:pt x="4747793" y="1204818"/>
                  </a:lnTo>
                  <a:lnTo>
                    <a:pt x="4747793" y="1204388"/>
                  </a:lnTo>
                  <a:lnTo>
                    <a:pt x="4747951" y="1204388"/>
                  </a:lnTo>
                  <a:lnTo>
                    <a:pt x="4748108" y="1204388"/>
                  </a:lnTo>
                  <a:lnTo>
                    <a:pt x="4748266" y="1204388"/>
                  </a:lnTo>
                  <a:lnTo>
                    <a:pt x="4748266" y="1203957"/>
                  </a:lnTo>
                  <a:lnTo>
                    <a:pt x="4748424" y="1203957"/>
                  </a:lnTo>
                  <a:lnTo>
                    <a:pt x="4748581" y="1203957"/>
                  </a:lnTo>
                  <a:lnTo>
                    <a:pt x="4748581" y="1203527"/>
                  </a:lnTo>
                  <a:lnTo>
                    <a:pt x="4748739" y="1203527"/>
                  </a:lnTo>
                  <a:lnTo>
                    <a:pt x="4748739" y="1203096"/>
                  </a:lnTo>
                  <a:lnTo>
                    <a:pt x="4748897" y="1203096"/>
                  </a:lnTo>
                  <a:lnTo>
                    <a:pt x="4749055" y="1203096"/>
                  </a:lnTo>
                  <a:lnTo>
                    <a:pt x="4749212" y="1203096"/>
                  </a:lnTo>
                  <a:lnTo>
                    <a:pt x="4749370" y="1203096"/>
                  </a:lnTo>
                  <a:lnTo>
                    <a:pt x="4749528" y="1203096"/>
                  </a:lnTo>
                  <a:lnTo>
                    <a:pt x="4749685" y="1203096"/>
                  </a:lnTo>
                  <a:lnTo>
                    <a:pt x="4749685" y="1202665"/>
                  </a:lnTo>
                  <a:lnTo>
                    <a:pt x="4749685" y="1202235"/>
                  </a:lnTo>
                  <a:lnTo>
                    <a:pt x="4749843" y="1202235"/>
                  </a:lnTo>
                  <a:lnTo>
                    <a:pt x="4750001" y="1202235"/>
                  </a:lnTo>
                  <a:lnTo>
                    <a:pt x="4750001" y="1201804"/>
                  </a:lnTo>
                  <a:lnTo>
                    <a:pt x="4750159" y="1201804"/>
                  </a:lnTo>
                  <a:lnTo>
                    <a:pt x="4750316" y="1201804"/>
                  </a:lnTo>
                  <a:lnTo>
                    <a:pt x="4750474" y="1201804"/>
                  </a:lnTo>
                  <a:lnTo>
                    <a:pt x="4750632" y="1201804"/>
                  </a:lnTo>
                  <a:lnTo>
                    <a:pt x="4750789" y="1201804"/>
                  </a:lnTo>
                  <a:lnTo>
                    <a:pt x="4750947" y="1201804"/>
                  </a:lnTo>
                  <a:lnTo>
                    <a:pt x="4751105" y="1201804"/>
                  </a:lnTo>
                  <a:lnTo>
                    <a:pt x="4751263" y="1201804"/>
                  </a:lnTo>
                  <a:lnTo>
                    <a:pt x="4751263" y="1201374"/>
                  </a:lnTo>
                  <a:lnTo>
                    <a:pt x="4751420" y="1201374"/>
                  </a:lnTo>
                  <a:lnTo>
                    <a:pt x="4751420" y="1200943"/>
                  </a:lnTo>
                  <a:lnTo>
                    <a:pt x="4751578" y="1200943"/>
                  </a:lnTo>
                  <a:lnTo>
                    <a:pt x="4751736" y="1200943"/>
                  </a:lnTo>
                  <a:lnTo>
                    <a:pt x="4751736" y="1200512"/>
                  </a:lnTo>
                  <a:lnTo>
                    <a:pt x="4751894" y="1200512"/>
                  </a:lnTo>
                  <a:lnTo>
                    <a:pt x="4752051" y="1200512"/>
                  </a:lnTo>
                  <a:lnTo>
                    <a:pt x="4752209" y="1200512"/>
                  </a:lnTo>
                  <a:lnTo>
                    <a:pt x="4752367" y="1200512"/>
                  </a:lnTo>
                  <a:lnTo>
                    <a:pt x="4752367" y="1200082"/>
                  </a:lnTo>
                  <a:lnTo>
                    <a:pt x="4752524" y="1200082"/>
                  </a:lnTo>
                  <a:lnTo>
                    <a:pt x="4752524" y="1199651"/>
                  </a:lnTo>
                  <a:lnTo>
                    <a:pt x="4752682" y="1199651"/>
                  </a:lnTo>
                  <a:lnTo>
                    <a:pt x="4752840" y="1199651"/>
                  </a:lnTo>
                  <a:lnTo>
                    <a:pt x="4752998" y="1199651"/>
                  </a:lnTo>
                  <a:lnTo>
                    <a:pt x="4753155" y="1199651"/>
                  </a:lnTo>
                  <a:lnTo>
                    <a:pt x="4753313" y="1199651"/>
                  </a:lnTo>
                  <a:lnTo>
                    <a:pt x="4753471" y="1199651"/>
                  </a:lnTo>
                  <a:lnTo>
                    <a:pt x="4753628" y="1199651"/>
                  </a:lnTo>
                  <a:lnTo>
                    <a:pt x="4753628" y="1199221"/>
                  </a:lnTo>
                  <a:lnTo>
                    <a:pt x="4753786" y="1199221"/>
                  </a:lnTo>
                  <a:lnTo>
                    <a:pt x="4753944" y="1199221"/>
                  </a:lnTo>
                  <a:lnTo>
                    <a:pt x="4754102" y="1199221"/>
                  </a:lnTo>
                  <a:lnTo>
                    <a:pt x="4754259" y="1199221"/>
                  </a:lnTo>
                  <a:lnTo>
                    <a:pt x="4754417" y="1199221"/>
                  </a:lnTo>
                  <a:lnTo>
                    <a:pt x="4754575" y="1199221"/>
                  </a:lnTo>
                  <a:lnTo>
                    <a:pt x="4754732" y="1199221"/>
                  </a:lnTo>
                  <a:lnTo>
                    <a:pt x="4754890" y="1199221"/>
                  </a:lnTo>
                  <a:lnTo>
                    <a:pt x="4755048" y="1199221"/>
                  </a:lnTo>
                  <a:lnTo>
                    <a:pt x="4755206" y="1199221"/>
                  </a:lnTo>
                  <a:lnTo>
                    <a:pt x="4755363" y="1199221"/>
                  </a:lnTo>
                  <a:lnTo>
                    <a:pt x="4755521" y="1199221"/>
                  </a:lnTo>
                  <a:lnTo>
                    <a:pt x="4755679" y="1199221"/>
                  </a:lnTo>
                  <a:lnTo>
                    <a:pt x="4755836" y="1199221"/>
                  </a:lnTo>
                  <a:lnTo>
                    <a:pt x="4755994" y="1199221"/>
                  </a:lnTo>
                  <a:lnTo>
                    <a:pt x="4756152" y="1199221"/>
                  </a:lnTo>
                  <a:lnTo>
                    <a:pt x="4756152" y="1198790"/>
                  </a:lnTo>
                  <a:lnTo>
                    <a:pt x="4756310" y="1198790"/>
                  </a:lnTo>
                  <a:lnTo>
                    <a:pt x="4756467" y="1198790"/>
                  </a:lnTo>
                  <a:lnTo>
                    <a:pt x="4756625" y="1198790"/>
                  </a:lnTo>
                  <a:lnTo>
                    <a:pt x="4756783" y="1198790"/>
                  </a:lnTo>
                  <a:lnTo>
                    <a:pt x="4756940" y="1198790"/>
                  </a:lnTo>
                  <a:lnTo>
                    <a:pt x="4757098" y="1198790"/>
                  </a:lnTo>
                  <a:lnTo>
                    <a:pt x="4757256" y="1198790"/>
                  </a:lnTo>
                  <a:lnTo>
                    <a:pt x="4757414" y="1198790"/>
                  </a:lnTo>
                  <a:lnTo>
                    <a:pt x="4757571" y="1198790"/>
                  </a:lnTo>
                  <a:lnTo>
                    <a:pt x="4757729" y="1198790"/>
                  </a:lnTo>
                  <a:lnTo>
                    <a:pt x="4757887" y="1198790"/>
                  </a:lnTo>
                  <a:lnTo>
                    <a:pt x="4758045" y="1198790"/>
                  </a:lnTo>
                  <a:lnTo>
                    <a:pt x="4758045" y="1198359"/>
                  </a:lnTo>
                  <a:lnTo>
                    <a:pt x="4758202" y="1198359"/>
                  </a:lnTo>
                  <a:lnTo>
                    <a:pt x="4758360" y="1198359"/>
                  </a:lnTo>
                  <a:lnTo>
                    <a:pt x="4758518" y="1198359"/>
                  </a:lnTo>
                  <a:lnTo>
                    <a:pt x="4758675" y="1198359"/>
                  </a:lnTo>
                  <a:lnTo>
                    <a:pt x="4758833" y="1198359"/>
                  </a:lnTo>
                  <a:lnTo>
                    <a:pt x="4758991" y="1198359"/>
                  </a:lnTo>
                  <a:lnTo>
                    <a:pt x="4759149" y="1198359"/>
                  </a:lnTo>
                  <a:lnTo>
                    <a:pt x="4759306" y="1198359"/>
                  </a:lnTo>
                  <a:lnTo>
                    <a:pt x="4759464" y="1198359"/>
                  </a:lnTo>
                  <a:lnTo>
                    <a:pt x="4759622" y="1198359"/>
                  </a:lnTo>
                  <a:lnTo>
                    <a:pt x="4759779" y="1198359"/>
                  </a:lnTo>
                  <a:lnTo>
                    <a:pt x="4759779" y="1197929"/>
                  </a:lnTo>
                  <a:lnTo>
                    <a:pt x="4759779" y="1197498"/>
                  </a:lnTo>
                  <a:lnTo>
                    <a:pt x="4759937" y="1197498"/>
                  </a:lnTo>
                  <a:lnTo>
                    <a:pt x="4759937" y="1197068"/>
                  </a:lnTo>
                  <a:lnTo>
                    <a:pt x="4760095" y="1197068"/>
                  </a:lnTo>
                  <a:lnTo>
                    <a:pt x="4760253" y="1197068"/>
                  </a:lnTo>
                  <a:lnTo>
                    <a:pt x="4760410" y="1197068"/>
                  </a:lnTo>
                  <a:lnTo>
                    <a:pt x="4760568" y="1197068"/>
                  </a:lnTo>
                  <a:lnTo>
                    <a:pt x="4760568" y="1196637"/>
                  </a:lnTo>
                  <a:lnTo>
                    <a:pt x="4760726" y="1196637"/>
                  </a:lnTo>
                  <a:lnTo>
                    <a:pt x="4760883" y="1196637"/>
                  </a:lnTo>
                  <a:lnTo>
                    <a:pt x="4761041" y="1196637"/>
                  </a:lnTo>
                  <a:lnTo>
                    <a:pt x="4761199" y="1196637"/>
                  </a:lnTo>
                  <a:lnTo>
                    <a:pt x="4761199" y="1196206"/>
                  </a:lnTo>
                  <a:lnTo>
                    <a:pt x="4761357" y="1196206"/>
                  </a:lnTo>
                  <a:lnTo>
                    <a:pt x="4761514" y="1196206"/>
                  </a:lnTo>
                  <a:lnTo>
                    <a:pt x="4761672" y="1196206"/>
                  </a:lnTo>
                  <a:lnTo>
                    <a:pt x="4761672" y="1195776"/>
                  </a:lnTo>
                  <a:lnTo>
                    <a:pt x="4761672" y="1195345"/>
                  </a:lnTo>
                  <a:lnTo>
                    <a:pt x="4761830" y="1195345"/>
                  </a:lnTo>
                  <a:lnTo>
                    <a:pt x="4761987" y="1195345"/>
                  </a:lnTo>
                  <a:lnTo>
                    <a:pt x="4762145" y="1195345"/>
                  </a:lnTo>
                  <a:lnTo>
                    <a:pt x="4762303" y="1195345"/>
                  </a:lnTo>
                  <a:lnTo>
                    <a:pt x="4762303" y="1194915"/>
                  </a:lnTo>
                  <a:lnTo>
                    <a:pt x="4762461" y="1194915"/>
                  </a:lnTo>
                  <a:lnTo>
                    <a:pt x="4762618" y="1194915"/>
                  </a:lnTo>
                  <a:lnTo>
                    <a:pt x="4762618" y="1194484"/>
                  </a:lnTo>
                  <a:lnTo>
                    <a:pt x="4762618" y="1194053"/>
                  </a:lnTo>
                  <a:lnTo>
                    <a:pt x="4762776" y="1194053"/>
                  </a:lnTo>
                  <a:lnTo>
                    <a:pt x="4762934" y="1194053"/>
                  </a:lnTo>
                  <a:lnTo>
                    <a:pt x="4763092" y="1194053"/>
                  </a:lnTo>
                  <a:lnTo>
                    <a:pt x="4763249" y="1194053"/>
                  </a:lnTo>
                  <a:lnTo>
                    <a:pt x="4763407" y="1194053"/>
                  </a:lnTo>
                  <a:lnTo>
                    <a:pt x="4763565" y="1194053"/>
                  </a:lnTo>
                  <a:lnTo>
                    <a:pt x="4763722" y="1194053"/>
                  </a:lnTo>
                  <a:lnTo>
                    <a:pt x="4763880" y="1194053"/>
                  </a:lnTo>
                  <a:lnTo>
                    <a:pt x="4764038" y="1194053"/>
                  </a:lnTo>
                  <a:lnTo>
                    <a:pt x="4764038" y="1193623"/>
                  </a:lnTo>
                  <a:lnTo>
                    <a:pt x="4764196" y="1193623"/>
                  </a:lnTo>
                  <a:lnTo>
                    <a:pt x="4764353" y="1193623"/>
                  </a:lnTo>
                  <a:lnTo>
                    <a:pt x="4764511" y="1193623"/>
                  </a:lnTo>
                  <a:lnTo>
                    <a:pt x="4764669" y="1193623"/>
                  </a:lnTo>
                  <a:lnTo>
                    <a:pt x="4764826" y="1193623"/>
                  </a:lnTo>
                  <a:lnTo>
                    <a:pt x="4764984" y="1193623"/>
                  </a:lnTo>
                  <a:lnTo>
                    <a:pt x="4765142" y="1193623"/>
                  </a:lnTo>
                  <a:lnTo>
                    <a:pt x="4765300" y="1193623"/>
                  </a:lnTo>
                  <a:lnTo>
                    <a:pt x="4765457" y="1193623"/>
                  </a:lnTo>
                  <a:lnTo>
                    <a:pt x="4765457" y="1193192"/>
                  </a:lnTo>
                  <a:lnTo>
                    <a:pt x="4765615" y="1193192"/>
                  </a:lnTo>
                  <a:lnTo>
                    <a:pt x="4765773" y="1193192"/>
                  </a:lnTo>
                  <a:lnTo>
                    <a:pt x="4765773" y="1192762"/>
                  </a:lnTo>
                  <a:lnTo>
                    <a:pt x="4765930" y="1192762"/>
                  </a:lnTo>
                  <a:lnTo>
                    <a:pt x="4765930" y="1192331"/>
                  </a:lnTo>
                  <a:lnTo>
                    <a:pt x="4766088" y="1192331"/>
                  </a:lnTo>
                  <a:lnTo>
                    <a:pt x="4766246" y="1192331"/>
                  </a:lnTo>
                  <a:lnTo>
                    <a:pt x="4766246" y="1191900"/>
                  </a:lnTo>
                  <a:lnTo>
                    <a:pt x="4766404" y="1191900"/>
                  </a:lnTo>
                  <a:lnTo>
                    <a:pt x="4766561" y="1191900"/>
                  </a:lnTo>
                  <a:lnTo>
                    <a:pt x="4766561" y="1191470"/>
                  </a:lnTo>
                  <a:lnTo>
                    <a:pt x="4766719" y="1191470"/>
                  </a:lnTo>
                  <a:lnTo>
                    <a:pt x="4766877" y="1191470"/>
                  </a:lnTo>
                  <a:lnTo>
                    <a:pt x="4767034" y="1191470"/>
                  </a:lnTo>
                  <a:lnTo>
                    <a:pt x="4767034" y="1191039"/>
                  </a:lnTo>
                  <a:lnTo>
                    <a:pt x="4767034" y="1190609"/>
                  </a:lnTo>
                  <a:lnTo>
                    <a:pt x="4767192" y="1190609"/>
                  </a:lnTo>
                  <a:lnTo>
                    <a:pt x="4767350" y="1190609"/>
                  </a:lnTo>
                  <a:lnTo>
                    <a:pt x="4767508" y="1190609"/>
                  </a:lnTo>
                  <a:lnTo>
                    <a:pt x="4767508" y="1190178"/>
                  </a:lnTo>
                  <a:lnTo>
                    <a:pt x="4767508" y="1189747"/>
                  </a:lnTo>
                  <a:lnTo>
                    <a:pt x="4767665" y="1189747"/>
                  </a:lnTo>
                  <a:lnTo>
                    <a:pt x="4767823" y="1189747"/>
                  </a:lnTo>
                  <a:lnTo>
                    <a:pt x="4767981" y="1189747"/>
                  </a:lnTo>
                  <a:lnTo>
                    <a:pt x="4768138" y="1189747"/>
                  </a:lnTo>
                  <a:lnTo>
                    <a:pt x="4768296" y="1189747"/>
                  </a:lnTo>
                  <a:lnTo>
                    <a:pt x="4768454" y="1189747"/>
                  </a:lnTo>
                  <a:lnTo>
                    <a:pt x="4768454" y="1189317"/>
                  </a:lnTo>
                  <a:lnTo>
                    <a:pt x="4768454" y="1188886"/>
                  </a:lnTo>
                  <a:lnTo>
                    <a:pt x="4768612" y="1188886"/>
                  </a:lnTo>
                  <a:lnTo>
                    <a:pt x="4768769" y="1188886"/>
                  </a:lnTo>
                  <a:lnTo>
                    <a:pt x="4768769" y="1188456"/>
                  </a:lnTo>
                  <a:lnTo>
                    <a:pt x="4768927" y="1188456"/>
                  </a:lnTo>
                  <a:lnTo>
                    <a:pt x="4768927" y="1188025"/>
                  </a:lnTo>
                  <a:lnTo>
                    <a:pt x="4769085" y="1188025"/>
                  </a:lnTo>
                  <a:lnTo>
                    <a:pt x="4769243" y="1188025"/>
                  </a:lnTo>
                  <a:lnTo>
                    <a:pt x="4769400" y="1188025"/>
                  </a:lnTo>
                  <a:lnTo>
                    <a:pt x="4769558" y="1188025"/>
                  </a:lnTo>
                  <a:lnTo>
                    <a:pt x="4769716" y="1188025"/>
                  </a:lnTo>
                  <a:lnTo>
                    <a:pt x="4769873" y="1188025"/>
                  </a:lnTo>
                  <a:lnTo>
                    <a:pt x="4770031" y="1188025"/>
                  </a:lnTo>
                  <a:lnTo>
                    <a:pt x="4770189" y="1188025"/>
                  </a:lnTo>
                  <a:lnTo>
                    <a:pt x="4770347" y="1188025"/>
                  </a:lnTo>
                  <a:lnTo>
                    <a:pt x="4770504" y="1188025"/>
                  </a:lnTo>
                  <a:lnTo>
                    <a:pt x="4770662" y="1188025"/>
                  </a:lnTo>
                  <a:lnTo>
                    <a:pt x="4770820" y="1188025"/>
                  </a:lnTo>
                  <a:lnTo>
                    <a:pt x="4770977" y="1188025"/>
                  </a:lnTo>
                  <a:lnTo>
                    <a:pt x="4770977" y="1187594"/>
                  </a:lnTo>
                  <a:lnTo>
                    <a:pt x="4771135" y="1187594"/>
                  </a:lnTo>
                  <a:lnTo>
                    <a:pt x="4771135" y="1187164"/>
                  </a:lnTo>
                  <a:lnTo>
                    <a:pt x="4771293" y="1187164"/>
                  </a:lnTo>
                  <a:lnTo>
                    <a:pt x="4771451" y="1187164"/>
                  </a:lnTo>
                  <a:lnTo>
                    <a:pt x="4771608" y="1187164"/>
                  </a:lnTo>
                  <a:lnTo>
                    <a:pt x="4771766" y="1187164"/>
                  </a:lnTo>
                  <a:lnTo>
                    <a:pt x="4771924" y="1187164"/>
                  </a:lnTo>
                  <a:lnTo>
                    <a:pt x="4772081" y="1187164"/>
                  </a:lnTo>
                  <a:lnTo>
                    <a:pt x="4772239" y="1187164"/>
                  </a:lnTo>
                  <a:lnTo>
                    <a:pt x="4772397" y="1187164"/>
                  </a:lnTo>
                  <a:lnTo>
                    <a:pt x="4772555" y="1187164"/>
                  </a:lnTo>
                  <a:lnTo>
                    <a:pt x="4772712" y="1187164"/>
                  </a:lnTo>
                  <a:lnTo>
                    <a:pt x="4772712" y="1186733"/>
                  </a:lnTo>
                  <a:lnTo>
                    <a:pt x="4772712" y="1186303"/>
                  </a:lnTo>
                  <a:lnTo>
                    <a:pt x="4772870" y="1186303"/>
                  </a:lnTo>
                  <a:lnTo>
                    <a:pt x="4772870" y="1185872"/>
                  </a:lnTo>
                  <a:lnTo>
                    <a:pt x="4773028" y="1185872"/>
                  </a:lnTo>
                  <a:lnTo>
                    <a:pt x="4773185" y="1185872"/>
                  </a:lnTo>
                  <a:lnTo>
                    <a:pt x="4773343" y="1185872"/>
                  </a:lnTo>
                  <a:lnTo>
                    <a:pt x="4773501" y="1185872"/>
                  </a:lnTo>
                  <a:lnTo>
                    <a:pt x="4773659" y="1185872"/>
                  </a:lnTo>
                  <a:lnTo>
                    <a:pt x="4773816" y="1185872"/>
                  </a:lnTo>
                  <a:lnTo>
                    <a:pt x="4773974" y="1185872"/>
                  </a:lnTo>
                  <a:lnTo>
                    <a:pt x="4774132" y="1185872"/>
                  </a:lnTo>
                  <a:lnTo>
                    <a:pt x="4774290" y="1185872"/>
                  </a:lnTo>
                  <a:lnTo>
                    <a:pt x="4774447" y="1185872"/>
                  </a:lnTo>
                  <a:lnTo>
                    <a:pt x="4774605" y="1185872"/>
                  </a:lnTo>
                  <a:lnTo>
                    <a:pt x="4774605" y="1185441"/>
                  </a:lnTo>
                  <a:lnTo>
                    <a:pt x="4774763" y="1185441"/>
                  </a:lnTo>
                  <a:lnTo>
                    <a:pt x="4774920" y="1185441"/>
                  </a:lnTo>
                  <a:lnTo>
                    <a:pt x="4775078" y="1185441"/>
                  </a:lnTo>
                  <a:lnTo>
                    <a:pt x="4775236" y="1185441"/>
                  </a:lnTo>
                  <a:lnTo>
                    <a:pt x="4775394" y="1185441"/>
                  </a:lnTo>
                  <a:lnTo>
                    <a:pt x="4775551" y="1185441"/>
                  </a:lnTo>
                  <a:lnTo>
                    <a:pt x="4775709" y="1185441"/>
                  </a:lnTo>
                  <a:lnTo>
                    <a:pt x="4775867" y="1185441"/>
                  </a:lnTo>
                  <a:lnTo>
                    <a:pt x="4776024" y="1185441"/>
                  </a:lnTo>
                  <a:lnTo>
                    <a:pt x="4776024" y="1185011"/>
                  </a:lnTo>
                  <a:lnTo>
                    <a:pt x="4776024" y="1184580"/>
                  </a:lnTo>
                  <a:lnTo>
                    <a:pt x="4776182" y="1184580"/>
                  </a:lnTo>
                  <a:lnTo>
                    <a:pt x="4776182" y="1184150"/>
                  </a:lnTo>
                  <a:lnTo>
                    <a:pt x="4776340" y="1184150"/>
                  </a:lnTo>
                  <a:lnTo>
                    <a:pt x="4776498" y="1184150"/>
                  </a:lnTo>
                  <a:lnTo>
                    <a:pt x="4776655" y="1184150"/>
                  </a:lnTo>
                  <a:lnTo>
                    <a:pt x="4776813" y="1184150"/>
                  </a:lnTo>
                  <a:lnTo>
                    <a:pt x="4776813" y="1183719"/>
                  </a:lnTo>
                  <a:lnTo>
                    <a:pt x="4776813" y="1183288"/>
                  </a:lnTo>
                  <a:lnTo>
                    <a:pt x="4776813" y="1182858"/>
                  </a:lnTo>
                  <a:lnTo>
                    <a:pt x="4776971" y="1182858"/>
                  </a:lnTo>
                  <a:lnTo>
                    <a:pt x="4777128" y="1182858"/>
                  </a:lnTo>
                  <a:lnTo>
                    <a:pt x="4777286" y="1182858"/>
                  </a:lnTo>
                  <a:lnTo>
                    <a:pt x="4777444" y="1182858"/>
                  </a:lnTo>
                  <a:lnTo>
                    <a:pt x="4777602" y="1182858"/>
                  </a:lnTo>
                  <a:lnTo>
                    <a:pt x="4777759" y="1182858"/>
                  </a:lnTo>
                  <a:lnTo>
                    <a:pt x="4777759" y="1182427"/>
                  </a:lnTo>
                  <a:lnTo>
                    <a:pt x="4777917" y="1182427"/>
                  </a:lnTo>
                  <a:lnTo>
                    <a:pt x="4778075" y="1182427"/>
                  </a:lnTo>
                  <a:lnTo>
                    <a:pt x="4778232" y="1182427"/>
                  </a:lnTo>
                  <a:lnTo>
                    <a:pt x="4778232" y="1181997"/>
                  </a:lnTo>
                  <a:lnTo>
                    <a:pt x="4778390" y="1181997"/>
                  </a:lnTo>
                  <a:lnTo>
                    <a:pt x="4778390" y="1181566"/>
                  </a:lnTo>
                  <a:lnTo>
                    <a:pt x="4778548" y="1181566"/>
                  </a:lnTo>
                  <a:lnTo>
                    <a:pt x="4778706" y="1181566"/>
                  </a:lnTo>
                  <a:lnTo>
                    <a:pt x="4778863" y="1181566"/>
                  </a:lnTo>
                  <a:lnTo>
                    <a:pt x="4779021" y="1181566"/>
                  </a:lnTo>
                  <a:lnTo>
                    <a:pt x="4779179" y="1181566"/>
                  </a:lnTo>
                  <a:lnTo>
                    <a:pt x="4779336" y="1181566"/>
                  </a:lnTo>
                  <a:lnTo>
                    <a:pt x="4779494" y="1181566"/>
                  </a:lnTo>
                  <a:lnTo>
                    <a:pt x="4779494" y="1181135"/>
                  </a:lnTo>
                  <a:lnTo>
                    <a:pt x="4779652" y="1181135"/>
                  </a:lnTo>
                  <a:lnTo>
                    <a:pt x="4779652" y="1180705"/>
                  </a:lnTo>
                  <a:lnTo>
                    <a:pt x="4779810" y="1180705"/>
                  </a:lnTo>
                  <a:lnTo>
                    <a:pt x="4779967" y="1180705"/>
                  </a:lnTo>
                  <a:lnTo>
                    <a:pt x="4780125" y="1180705"/>
                  </a:lnTo>
                  <a:lnTo>
                    <a:pt x="4780283" y="1180705"/>
                  </a:lnTo>
                  <a:lnTo>
                    <a:pt x="4780441" y="1180705"/>
                  </a:lnTo>
                  <a:lnTo>
                    <a:pt x="4780598" y="1180705"/>
                  </a:lnTo>
                  <a:lnTo>
                    <a:pt x="4780756" y="1180705"/>
                  </a:lnTo>
                  <a:lnTo>
                    <a:pt x="4780914" y="1180705"/>
                  </a:lnTo>
                  <a:lnTo>
                    <a:pt x="4781071" y="1180705"/>
                  </a:lnTo>
                  <a:lnTo>
                    <a:pt x="4781229" y="1180705"/>
                  </a:lnTo>
                  <a:lnTo>
                    <a:pt x="4781387" y="1180705"/>
                  </a:lnTo>
                  <a:lnTo>
                    <a:pt x="4781545" y="1180705"/>
                  </a:lnTo>
                  <a:lnTo>
                    <a:pt x="4781702" y="1180705"/>
                  </a:lnTo>
                  <a:lnTo>
                    <a:pt x="4781860" y="1180705"/>
                  </a:lnTo>
                  <a:lnTo>
                    <a:pt x="4782018" y="1180705"/>
                  </a:lnTo>
                  <a:lnTo>
                    <a:pt x="4782018" y="1180274"/>
                  </a:lnTo>
                  <a:lnTo>
                    <a:pt x="4782018" y="1179844"/>
                  </a:lnTo>
                  <a:lnTo>
                    <a:pt x="4782175" y="1179844"/>
                  </a:lnTo>
                  <a:lnTo>
                    <a:pt x="4782333" y="1179844"/>
                  </a:lnTo>
                  <a:lnTo>
                    <a:pt x="4782491" y="1179844"/>
                  </a:lnTo>
                  <a:lnTo>
                    <a:pt x="4782649" y="1179844"/>
                  </a:lnTo>
                  <a:lnTo>
                    <a:pt x="4782806" y="1179844"/>
                  </a:lnTo>
                  <a:lnTo>
                    <a:pt x="4782964" y="1179844"/>
                  </a:lnTo>
                  <a:lnTo>
                    <a:pt x="4783122" y="1179844"/>
                  </a:lnTo>
                  <a:lnTo>
                    <a:pt x="4783122" y="1179413"/>
                  </a:lnTo>
                  <a:lnTo>
                    <a:pt x="4783279" y="1179413"/>
                  </a:lnTo>
                  <a:lnTo>
                    <a:pt x="4783437" y="1179413"/>
                  </a:lnTo>
                  <a:lnTo>
                    <a:pt x="4783595" y="1179413"/>
                  </a:lnTo>
                  <a:lnTo>
                    <a:pt x="4783753" y="1179413"/>
                  </a:lnTo>
                  <a:lnTo>
                    <a:pt x="4783910" y="1179413"/>
                  </a:lnTo>
                  <a:lnTo>
                    <a:pt x="4784068" y="1179413"/>
                  </a:lnTo>
                  <a:lnTo>
                    <a:pt x="4784226" y="1179413"/>
                  </a:lnTo>
                  <a:lnTo>
                    <a:pt x="4784383" y="1179413"/>
                  </a:lnTo>
                  <a:lnTo>
                    <a:pt x="4784541" y="1179413"/>
                  </a:lnTo>
                  <a:lnTo>
                    <a:pt x="4784699" y="1179413"/>
                  </a:lnTo>
                  <a:lnTo>
                    <a:pt x="4784857" y="1179413"/>
                  </a:lnTo>
                  <a:lnTo>
                    <a:pt x="4785014" y="1179413"/>
                  </a:lnTo>
                  <a:lnTo>
                    <a:pt x="4785172" y="1179413"/>
                  </a:lnTo>
                  <a:lnTo>
                    <a:pt x="4785330" y="1179413"/>
                  </a:lnTo>
                  <a:lnTo>
                    <a:pt x="4785487" y="1179413"/>
                  </a:lnTo>
                  <a:lnTo>
                    <a:pt x="4785645" y="1179413"/>
                  </a:lnTo>
                  <a:lnTo>
                    <a:pt x="4785645" y="1178982"/>
                  </a:lnTo>
                  <a:lnTo>
                    <a:pt x="4785803" y="1178982"/>
                  </a:lnTo>
                  <a:lnTo>
                    <a:pt x="4785961" y="1178982"/>
                  </a:lnTo>
                  <a:lnTo>
                    <a:pt x="4786118" y="1178982"/>
                  </a:lnTo>
                  <a:lnTo>
                    <a:pt x="4786276" y="1178982"/>
                  </a:lnTo>
                  <a:lnTo>
                    <a:pt x="4786434" y="1178982"/>
                  </a:lnTo>
                  <a:lnTo>
                    <a:pt x="4786592" y="1178982"/>
                  </a:lnTo>
                  <a:lnTo>
                    <a:pt x="4786749" y="1178982"/>
                  </a:lnTo>
                  <a:lnTo>
                    <a:pt x="4786907" y="1178982"/>
                  </a:lnTo>
                  <a:lnTo>
                    <a:pt x="4787065" y="1178982"/>
                  </a:lnTo>
                  <a:lnTo>
                    <a:pt x="4787065" y="1178552"/>
                  </a:lnTo>
                  <a:lnTo>
                    <a:pt x="4787222" y="1178552"/>
                  </a:lnTo>
                  <a:lnTo>
                    <a:pt x="4787222" y="1178121"/>
                  </a:lnTo>
                  <a:lnTo>
                    <a:pt x="4787380" y="1178121"/>
                  </a:lnTo>
                  <a:lnTo>
                    <a:pt x="4787380" y="1177691"/>
                  </a:lnTo>
                  <a:lnTo>
                    <a:pt x="4787380" y="1177260"/>
                  </a:lnTo>
                  <a:lnTo>
                    <a:pt x="4787538" y="1177260"/>
                  </a:lnTo>
                  <a:lnTo>
                    <a:pt x="4787696" y="1177260"/>
                  </a:lnTo>
                  <a:lnTo>
                    <a:pt x="4787696" y="1176829"/>
                  </a:lnTo>
                  <a:lnTo>
                    <a:pt x="4787696" y="1176399"/>
                  </a:lnTo>
                  <a:lnTo>
                    <a:pt x="4787853" y="1176399"/>
                  </a:lnTo>
                  <a:lnTo>
                    <a:pt x="4788011" y="1176399"/>
                  </a:lnTo>
                  <a:lnTo>
                    <a:pt x="4788169" y="1176399"/>
                  </a:lnTo>
                  <a:lnTo>
                    <a:pt x="4788326" y="1176399"/>
                  </a:lnTo>
                  <a:lnTo>
                    <a:pt x="4788326" y="1175968"/>
                  </a:lnTo>
                  <a:lnTo>
                    <a:pt x="4788484" y="1175968"/>
                  </a:lnTo>
                  <a:lnTo>
                    <a:pt x="4788642" y="1175968"/>
                  </a:lnTo>
                  <a:lnTo>
                    <a:pt x="4788800" y="1175968"/>
                  </a:lnTo>
                  <a:lnTo>
                    <a:pt x="4788957" y="1175968"/>
                  </a:lnTo>
                  <a:lnTo>
                    <a:pt x="4789115" y="1175968"/>
                  </a:lnTo>
                  <a:lnTo>
                    <a:pt x="4789273" y="1175968"/>
                  </a:lnTo>
                  <a:lnTo>
                    <a:pt x="4789430" y="1175968"/>
                  </a:lnTo>
                  <a:lnTo>
                    <a:pt x="4789588" y="1175968"/>
                  </a:lnTo>
                  <a:lnTo>
                    <a:pt x="4789746" y="1175968"/>
                  </a:lnTo>
                  <a:lnTo>
                    <a:pt x="4789904" y="1175968"/>
                  </a:lnTo>
                  <a:lnTo>
                    <a:pt x="4790061" y="1175968"/>
                  </a:lnTo>
                  <a:lnTo>
                    <a:pt x="4790219" y="1175968"/>
                  </a:lnTo>
                  <a:lnTo>
                    <a:pt x="4790219" y="1175538"/>
                  </a:lnTo>
                  <a:lnTo>
                    <a:pt x="4790377" y="1175538"/>
                  </a:lnTo>
                  <a:lnTo>
                    <a:pt x="4790534" y="1175538"/>
                  </a:lnTo>
                  <a:lnTo>
                    <a:pt x="4790692" y="1175538"/>
                  </a:lnTo>
                  <a:lnTo>
                    <a:pt x="4790850" y="1175538"/>
                  </a:lnTo>
                  <a:lnTo>
                    <a:pt x="4791008" y="1175538"/>
                  </a:lnTo>
                  <a:lnTo>
                    <a:pt x="4791165" y="1175538"/>
                  </a:lnTo>
                  <a:lnTo>
                    <a:pt x="4791165" y="1175107"/>
                  </a:lnTo>
                  <a:lnTo>
                    <a:pt x="4791323" y="1175107"/>
                  </a:lnTo>
                  <a:lnTo>
                    <a:pt x="4791481" y="1175107"/>
                  </a:lnTo>
                  <a:lnTo>
                    <a:pt x="4791639" y="1175107"/>
                  </a:lnTo>
                  <a:lnTo>
                    <a:pt x="4791796" y="1175107"/>
                  </a:lnTo>
                  <a:lnTo>
                    <a:pt x="4791796" y="1174676"/>
                  </a:lnTo>
                  <a:lnTo>
                    <a:pt x="4791954" y="1174676"/>
                  </a:lnTo>
                  <a:lnTo>
                    <a:pt x="4792112" y="1174676"/>
                  </a:lnTo>
                  <a:lnTo>
                    <a:pt x="4792112" y="1174246"/>
                  </a:lnTo>
                  <a:lnTo>
                    <a:pt x="4792112" y="1173815"/>
                  </a:lnTo>
                  <a:lnTo>
                    <a:pt x="4792269" y="1173815"/>
                  </a:lnTo>
                  <a:lnTo>
                    <a:pt x="4792427" y="1173815"/>
                  </a:lnTo>
                  <a:lnTo>
                    <a:pt x="4792585" y="1173815"/>
                  </a:lnTo>
                  <a:lnTo>
                    <a:pt x="4792743" y="1173815"/>
                  </a:lnTo>
                  <a:lnTo>
                    <a:pt x="4792900" y="1173815"/>
                  </a:lnTo>
                  <a:lnTo>
                    <a:pt x="4793058" y="1173815"/>
                  </a:lnTo>
                  <a:lnTo>
                    <a:pt x="4793058" y="1173385"/>
                  </a:lnTo>
                  <a:lnTo>
                    <a:pt x="4793216" y="1173385"/>
                  </a:lnTo>
                  <a:lnTo>
                    <a:pt x="4793373" y="1173385"/>
                  </a:lnTo>
                  <a:lnTo>
                    <a:pt x="4793531" y="1173385"/>
                  </a:lnTo>
                  <a:lnTo>
                    <a:pt x="4793689" y="1173385"/>
                  </a:lnTo>
                  <a:lnTo>
                    <a:pt x="4793847" y="1173385"/>
                  </a:lnTo>
                  <a:lnTo>
                    <a:pt x="4794004" y="1173385"/>
                  </a:lnTo>
                  <a:lnTo>
                    <a:pt x="4794162" y="1173385"/>
                  </a:lnTo>
                  <a:lnTo>
                    <a:pt x="4794320" y="1173385"/>
                  </a:lnTo>
                  <a:lnTo>
                    <a:pt x="4794477" y="1173385"/>
                  </a:lnTo>
                  <a:lnTo>
                    <a:pt x="4794477" y="1172954"/>
                  </a:lnTo>
                  <a:lnTo>
                    <a:pt x="4794635" y="1172954"/>
                  </a:lnTo>
                  <a:lnTo>
                    <a:pt x="4794793" y="1172954"/>
                  </a:lnTo>
                  <a:lnTo>
                    <a:pt x="4794951" y="1172954"/>
                  </a:lnTo>
                  <a:lnTo>
                    <a:pt x="4795108" y="1172954"/>
                  </a:lnTo>
                  <a:lnTo>
                    <a:pt x="4795108" y="1172523"/>
                  </a:lnTo>
                  <a:lnTo>
                    <a:pt x="4795266" y="1172523"/>
                  </a:lnTo>
                  <a:lnTo>
                    <a:pt x="4795424" y="1172523"/>
                  </a:lnTo>
                  <a:lnTo>
                    <a:pt x="4795581" y="1172523"/>
                  </a:lnTo>
                  <a:lnTo>
                    <a:pt x="4795581" y="1172093"/>
                  </a:lnTo>
                  <a:lnTo>
                    <a:pt x="4795739" y="1172093"/>
                  </a:lnTo>
                  <a:lnTo>
                    <a:pt x="4795897" y="1172093"/>
                  </a:lnTo>
                  <a:lnTo>
                    <a:pt x="4795897" y="1171662"/>
                  </a:lnTo>
                  <a:lnTo>
                    <a:pt x="4796055" y="1171662"/>
                  </a:lnTo>
                  <a:lnTo>
                    <a:pt x="4796212" y="1171662"/>
                  </a:lnTo>
                  <a:lnTo>
                    <a:pt x="4796370" y="1171662"/>
                  </a:lnTo>
                  <a:lnTo>
                    <a:pt x="4796370" y="1171232"/>
                  </a:lnTo>
                  <a:lnTo>
                    <a:pt x="4796528" y="1171232"/>
                  </a:lnTo>
                  <a:lnTo>
                    <a:pt x="4796685" y="1171232"/>
                  </a:lnTo>
                  <a:lnTo>
                    <a:pt x="4796685" y="1170801"/>
                  </a:lnTo>
                  <a:lnTo>
                    <a:pt x="4796685" y="1170370"/>
                  </a:lnTo>
                  <a:lnTo>
                    <a:pt x="4796685" y="1169940"/>
                  </a:lnTo>
                  <a:lnTo>
                    <a:pt x="4796685" y="1169509"/>
                  </a:lnTo>
                  <a:lnTo>
                    <a:pt x="4796843" y="1169509"/>
                  </a:lnTo>
                  <a:lnTo>
                    <a:pt x="4796843" y="1169079"/>
                  </a:lnTo>
                  <a:lnTo>
                    <a:pt x="4797001" y="1169079"/>
                  </a:lnTo>
                  <a:lnTo>
                    <a:pt x="4797159" y="1169079"/>
                  </a:lnTo>
                  <a:lnTo>
                    <a:pt x="4797316" y="1169079"/>
                  </a:lnTo>
                  <a:lnTo>
                    <a:pt x="4797474" y="1169079"/>
                  </a:lnTo>
                  <a:lnTo>
                    <a:pt x="4797632" y="1169079"/>
                  </a:lnTo>
                  <a:lnTo>
                    <a:pt x="4797790" y="1169079"/>
                  </a:lnTo>
                  <a:lnTo>
                    <a:pt x="4797947" y="1169079"/>
                  </a:lnTo>
                  <a:lnTo>
                    <a:pt x="4797947" y="1168648"/>
                  </a:lnTo>
                  <a:lnTo>
                    <a:pt x="4797947" y="1168217"/>
                  </a:lnTo>
                  <a:lnTo>
                    <a:pt x="4798105" y="1168217"/>
                  </a:lnTo>
                  <a:lnTo>
                    <a:pt x="4798263" y="1168217"/>
                  </a:lnTo>
                  <a:lnTo>
                    <a:pt x="4798420" y="1168217"/>
                  </a:lnTo>
                  <a:lnTo>
                    <a:pt x="4798578" y="1168217"/>
                  </a:lnTo>
                  <a:lnTo>
                    <a:pt x="4798736" y="1168217"/>
                  </a:lnTo>
                  <a:lnTo>
                    <a:pt x="4798736" y="1167787"/>
                  </a:lnTo>
                  <a:lnTo>
                    <a:pt x="4798894" y="1167787"/>
                  </a:lnTo>
                  <a:lnTo>
                    <a:pt x="4799051" y="1167787"/>
                  </a:lnTo>
                  <a:lnTo>
                    <a:pt x="4799209" y="1167787"/>
                  </a:lnTo>
                  <a:lnTo>
                    <a:pt x="4799367" y="1167787"/>
                  </a:lnTo>
                  <a:lnTo>
                    <a:pt x="4799524" y="1167787"/>
                  </a:lnTo>
                  <a:lnTo>
                    <a:pt x="4799682" y="1167787"/>
                  </a:lnTo>
                  <a:lnTo>
                    <a:pt x="4799840" y="1167787"/>
                  </a:lnTo>
                  <a:lnTo>
                    <a:pt x="4799998" y="1167787"/>
                  </a:lnTo>
                  <a:lnTo>
                    <a:pt x="4800155" y="1167787"/>
                  </a:lnTo>
                  <a:lnTo>
                    <a:pt x="4800313" y="1167787"/>
                  </a:lnTo>
                  <a:lnTo>
                    <a:pt x="4800471" y="1167787"/>
                  </a:lnTo>
                  <a:lnTo>
                    <a:pt x="4800628" y="1167787"/>
                  </a:lnTo>
                  <a:lnTo>
                    <a:pt x="4800786" y="1167787"/>
                  </a:lnTo>
                  <a:lnTo>
                    <a:pt x="4800944" y="1167787"/>
                  </a:lnTo>
                  <a:lnTo>
                    <a:pt x="4801102" y="1167787"/>
                  </a:lnTo>
                  <a:lnTo>
                    <a:pt x="4801259" y="1167787"/>
                  </a:lnTo>
                  <a:lnTo>
                    <a:pt x="4801417" y="1167787"/>
                  </a:lnTo>
                  <a:lnTo>
                    <a:pt x="4801575" y="1167787"/>
                  </a:lnTo>
                  <a:lnTo>
                    <a:pt x="4801732" y="1167787"/>
                  </a:lnTo>
                  <a:lnTo>
                    <a:pt x="4801890" y="1167787"/>
                  </a:lnTo>
                  <a:lnTo>
                    <a:pt x="4801890" y="1167356"/>
                  </a:lnTo>
                  <a:lnTo>
                    <a:pt x="4801890" y="1166926"/>
                  </a:lnTo>
                  <a:lnTo>
                    <a:pt x="4802048" y="1166926"/>
                  </a:lnTo>
                  <a:lnTo>
                    <a:pt x="4802206" y="1166926"/>
                  </a:lnTo>
                  <a:lnTo>
                    <a:pt x="4802363" y="1166926"/>
                  </a:lnTo>
                  <a:lnTo>
                    <a:pt x="4802521" y="1166926"/>
                  </a:lnTo>
                  <a:lnTo>
                    <a:pt x="4802679" y="1166926"/>
                  </a:lnTo>
                  <a:lnTo>
                    <a:pt x="4802679" y="1166495"/>
                  </a:lnTo>
                  <a:lnTo>
                    <a:pt x="4802837" y="1166495"/>
                  </a:lnTo>
                  <a:lnTo>
                    <a:pt x="4802994" y="1166495"/>
                  </a:lnTo>
                  <a:lnTo>
                    <a:pt x="4803152" y="1166495"/>
                  </a:lnTo>
                  <a:lnTo>
                    <a:pt x="4803310" y="1166495"/>
                  </a:lnTo>
                  <a:lnTo>
                    <a:pt x="4803467" y="1166495"/>
                  </a:lnTo>
                  <a:lnTo>
                    <a:pt x="4803625" y="1166495"/>
                  </a:lnTo>
                  <a:lnTo>
                    <a:pt x="4803783" y="1166495"/>
                  </a:lnTo>
                  <a:lnTo>
                    <a:pt x="4803941" y="1166495"/>
                  </a:lnTo>
                  <a:lnTo>
                    <a:pt x="4804098" y="1166495"/>
                  </a:lnTo>
                  <a:lnTo>
                    <a:pt x="4804256" y="1166495"/>
                  </a:lnTo>
                  <a:lnTo>
                    <a:pt x="4804256" y="1166064"/>
                  </a:lnTo>
                  <a:lnTo>
                    <a:pt x="4804414" y="1166064"/>
                  </a:lnTo>
                  <a:lnTo>
                    <a:pt x="4804571" y="1166064"/>
                  </a:lnTo>
                  <a:lnTo>
                    <a:pt x="4804571" y="1165634"/>
                  </a:lnTo>
                  <a:lnTo>
                    <a:pt x="4804729" y="1165634"/>
                  </a:lnTo>
                  <a:lnTo>
                    <a:pt x="4804887" y="1165634"/>
                  </a:lnTo>
                  <a:lnTo>
                    <a:pt x="4805045" y="1165634"/>
                  </a:lnTo>
                  <a:lnTo>
                    <a:pt x="4805202" y="1165634"/>
                  </a:lnTo>
                  <a:lnTo>
                    <a:pt x="4805360" y="1165634"/>
                  </a:lnTo>
                  <a:lnTo>
                    <a:pt x="4805518" y="1165634"/>
                  </a:lnTo>
                  <a:lnTo>
                    <a:pt x="4805675" y="1165634"/>
                  </a:lnTo>
                  <a:lnTo>
                    <a:pt x="4805675" y="1165203"/>
                  </a:lnTo>
                  <a:lnTo>
                    <a:pt x="4805833" y="1165203"/>
                  </a:lnTo>
                  <a:lnTo>
                    <a:pt x="4805833" y="1164773"/>
                  </a:lnTo>
                  <a:lnTo>
                    <a:pt x="4805991" y="1164773"/>
                  </a:lnTo>
                  <a:lnTo>
                    <a:pt x="4806149" y="1164773"/>
                  </a:lnTo>
                  <a:lnTo>
                    <a:pt x="4806306" y="1164773"/>
                  </a:lnTo>
                  <a:lnTo>
                    <a:pt x="4806464" y="1164773"/>
                  </a:lnTo>
                  <a:lnTo>
                    <a:pt x="4806622" y="1164773"/>
                  </a:lnTo>
                  <a:lnTo>
                    <a:pt x="4806779" y="1164773"/>
                  </a:lnTo>
                  <a:lnTo>
                    <a:pt x="4806779" y="1164342"/>
                  </a:lnTo>
                  <a:lnTo>
                    <a:pt x="4806937" y="1164342"/>
                  </a:lnTo>
                  <a:lnTo>
                    <a:pt x="4806937" y="1163911"/>
                  </a:lnTo>
                  <a:lnTo>
                    <a:pt x="4807095" y="1163911"/>
                  </a:lnTo>
                  <a:lnTo>
                    <a:pt x="4807253" y="1163911"/>
                  </a:lnTo>
                  <a:lnTo>
                    <a:pt x="4807410" y="1163911"/>
                  </a:lnTo>
                  <a:lnTo>
                    <a:pt x="4807568" y="1163911"/>
                  </a:lnTo>
                  <a:lnTo>
                    <a:pt x="4807726" y="1163911"/>
                  </a:lnTo>
                  <a:lnTo>
                    <a:pt x="4807883" y="1163911"/>
                  </a:lnTo>
                  <a:lnTo>
                    <a:pt x="4808041" y="1163911"/>
                  </a:lnTo>
                  <a:lnTo>
                    <a:pt x="4808199" y="1163911"/>
                  </a:lnTo>
                  <a:lnTo>
                    <a:pt x="4808199" y="1163481"/>
                  </a:lnTo>
                  <a:lnTo>
                    <a:pt x="4808357" y="1163481"/>
                  </a:lnTo>
                  <a:lnTo>
                    <a:pt x="4808514" y="1163481"/>
                  </a:lnTo>
                  <a:lnTo>
                    <a:pt x="4808672" y="1163481"/>
                  </a:lnTo>
                  <a:lnTo>
                    <a:pt x="4808830" y="1163481"/>
                  </a:lnTo>
                  <a:lnTo>
                    <a:pt x="4808988" y="1163481"/>
                  </a:lnTo>
                  <a:lnTo>
                    <a:pt x="4809145" y="1163481"/>
                  </a:lnTo>
                  <a:lnTo>
                    <a:pt x="4809303" y="1163481"/>
                  </a:lnTo>
                  <a:lnTo>
                    <a:pt x="4809461" y="1163481"/>
                  </a:lnTo>
                  <a:lnTo>
                    <a:pt x="4809618" y="1163481"/>
                  </a:lnTo>
                  <a:lnTo>
                    <a:pt x="4809776" y="1163481"/>
                  </a:lnTo>
                  <a:lnTo>
                    <a:pt x="4809934" y="1163481"/>
                  </a:lnTo>
                  <a:lnTo>
                    <a:pt x="4810092" y="1163481"/>
                  </a:lnTo>
                  <a:lnTo>
                    <a:pt x="4810249" y="1163481"/>
                  </a:lnTo>
                  <a:lnTo>
                    <a:pt x="4810407" y="1163481"/>
                  </a:lnTo>
                  <a:lnTo>
                    <a:pt x="4810565" y="1163481"/>
                  </a:lnTo>
                  <a:lnTo>
                    <a:pt x="4810722" y="1163481"/>
                  </a:lnTo>
                  <a:lnTo>
                    <a:pt x="4810880" y="1163481"/>
                  </a:lnTo>
                  <a:lnTo>
                    <a:pt x="4811038" y="1163481"/>
                  </a:lnTo>
                  <a:lnTo>
                    <a:pt x="4811196" y="1163481"/>
                  </a:lnTo>
                  <a:lnTo>
                    <a:pt x="4811353" y="1163481"/>
                  </a:lnTo>
                  <a:lnTo>
                    <a:pt x="4811511" y="1163481"/>
                  </a:lnTo>
                  <a:lnTo>
                    <a:pt x="4811511" y="1163050"/>
                  </a:lnTo>
                  <a:lnTo>
                    <a:pt x="4811669" y="1163050"/>
                  </a:lnTo>
                  <a:lnTo>
                    <a:pt x="4811669" y="1162620"/>
                  </a:lnTo>
                  <a:lnTo>
                    <a:pt x="4811826" y="1162620"/>
                  </a:lnTo>
                  <a:lnTo>
                    <a:pt x="4811984" y="1162620"/>
                  </a:lnTo>
                  <a:lnTo>
                    <a:pt x="4812142" y="1162620"/>
                  </a:lnTo>
                  <a:lnTo>
                    <a:pt x="4812300" y="1162620"/>
                  </a:lnTo>
                  <a:lnTo>
                    <a:pt x="4812457" y="1162620"/>
                  </a:lnTo>
                  <a:lnTo>
                    <a:pt x="4812615" y="1162620"/>
                  </a:lnTo>
                  <a:lnTo>
                    <a:pt x="4812773" y="1162620"/>
                  </a:lnTo>
                  <a:lnTo>
                    <a:pt x="4812930" y="1162620"/>
                  </a:lnTo>
                  <a:lnTo>
                    <a:pt x="4813088" y="1162620"/>
                  </a:lnTo>
                  <a:lnTo>
                    <a:pt x="4813246" y="1162620"/>
                  </a:lnTo>
                  <a:lnTo>
                    <a:pt x="4813404" y="1162620"/>
                  </a:lnTo>
                  <a:lnTo>
                    <a:pt x="4813561" y="1162620"/>
                  </a:lnTo>
                  <a:lnTo>
                    <a:pt x="4813561" y="1162189"/>
                  </a:lnTo>
                  <a:lnTo>
                    <a:pt x="4813719" y="1162189"/>
                  </a:lnTo>
                  <a:lnTo>
                    <a:pt x="4813877" y="1162189"/>
                  </a:lnTo>
                  <a:lnTo>
                    <a:pt x="4814035" y="1162189"/>
                  </a:lnTo>
                  <a:lnTo>
                    <a:pt x="4814192" y="1162189"/>
                  </a:lnTo>
                  <a:lnTo>
                    <a:pt x="4814350" y="1162189"/>
                  </a:lnTo>
                  <a:lnTo>
                    <a:pt x="4814508" y="1162189"/>
                  </a:lnTo>
                  <a:lnTo>
                    <a:pt x="4814665" y="1162189"/>
                  </a:lnTo>
                  <a:lnTo>
                    <a:pt x="4814823" y="1162189"/>
                  </a:lnTo>
                  <a:lnTo>
                    <a:pt x="4814981" y="1162189"/>
                  </a:lnTo>
                  <a:lnTo>
                    <a:pt x="4815139" y="1162189"/>
                  </a:lnTo>
                  <a:lnTo>
                    <a:pt x="4815139" y="1161758"/>
                  </a:lnTo>
                  <a:lnTo>
                    <a:pt x="4815139" y="1161328"/>
                  </a:lnTo>
                  <a:lnTo>
                    <a:pt x="4815296" y="1161328"/>
                  </a:lnTo>
                  <a:lnTo>
                    <a:pt x="4815454" y="1161328"/>
                  </a:lnTo>
                  <a:lnTo>
                    <a:pt x="4815612" y="1161328"/>
                  </a:lnTo>
                  <a:lnTo>
                    <a:pt x="4815769" y="1161328"/>
                  </a:lnTo>
                  <a:lnTo>
                    <a:pt x="4815927" y="1161328"/>
                  </a:lnTo>
                  <a:lnTo>
                    <a:pt x="4816085" y="1161328"/>
                  </a:lnTo>
                  <a:lnTo>
                    <a:pt x="4816243" y="1161328"/>
                  </a:lnTo>
                  <a:lnTo>
                    <a:pt x="4816400" y="1161328"/>
                  </a:lnTo>
                  <a:lnTo>
                    <a:pt x="4816558" y="1161328"/>
                  </a:lnTo>
                  <a:lnTo>
                    <a:pt x="4816716" y="1161328"/>
                  </a:lnTo>
                  <a:lnTo>
                    <a:pt x="4816873" y="1161328"/>
                  </a:lnTo>
                  <a:lnTo>
                    <a:pt x="4816873" y="1160897"/>
                  </a:lnTo>
                  <a:lnTo>
                    <a:pt x="4817031" y="1160897"/>
                  </a:lnTo>
                  <a:lnTo>
                    <a:pt x="4817189" y="1160897"/>
                  </a:lnTo>
                  <a:lnTo>
                    <a:pt x="4817347" y="1160897"/>
                  </a:lnTo>
                  <a:lnTo>
                    <a:pt x="4817504" y="1160897"/>
                  </a:lnTo>
                  <a:lnTo>
                    <a:pt x="4817662" y="1160897"/>
                  </a:lnTo>
                  <a:lnTo>
                    <a:pt x="4817820" y="1160897"/>
                  </a:lnTo>
                  <a:lnTo>
                    <a:pt x="4817977" y="1160897"/>
                  </a:lnTo>
                  <a:lnTo>
                    <a:pt x="4818135" y="1160897"/>
                  </a:lnTo>
                  <a:lnTo>
                    <a:pt x="4818293" y="1160897"/>
                  </a:lnTo>
                  <a:lnTo>
                    <a:pt x="4818293" y="1160467"/>
                  </a:lnTo>
                  <a:lnTo>
                    <a:pt x="4818451" y="1160467"/>
                  </a:lnTo>
                  <a:lnTo>
                    <a:pt x="4818608" y="1160467"/>
                  </a:lnTo>
                  <a:lnTo>
                    <a:pt x="4818766" y="1160467"/>
                  </a:lnTo>
                  <a:lnTo>
                    <a:pt x="4818924" y="1160467"/>
                  </a:lnTo>
                  <a:lnTo>
                    <a:pt x="4819081" y="1160467"/>
                  </a:lnTo>
                  <a:lnTo>
                    <a:pt x="4819239" y="1160467"/>
                  </a:lnTo>
                  <a:lnTo>
                    <a:pt x="4819397" y="1160467"/>
                  </a:lnTo>
                  <a:lnTo>
                    <a:pt x="4819555" y="1160467"/>
                  </a:lnTo>
                  <a:lnTo>
                    <a:pt x="4819712" y="1160467"/>
                  </a:lnTo>
                  <a:lnTo>
                    <a:pt x="4819870" y="1160467"/>
                  </a:lnTo>
                  <a:lnTo>
                    <a:pt x="4820028" y="1160467"/>
                  </a:lnTo>
                  <a:lnTo>
                    <a:pt x="4820028" y="1160036"/>
                  </a:lnTo>
                  <a:lnTo>
                    <a:pt x="4820186" y="1160036"/>
                  </a:lnTo>
                  <a:lnTo>
                    <a:pt x="4820343" y="1160036"/>
                  </a:lnTo>
                  <a:lnTo>
                    <a:pt x="4820501" y="1160036"/>
                  </a:lnTo>
                  <a:lnTo>
                    <a:pt x="4820659" y="1160036"/>
                  </a:lnTo>
                  <a:lnTo>
                    <a:pt x="4820816" y="1160036"/>
                  </a:lnTo>
                  <a:lnTo>
                    <a:pt x="4820974" y="1160036"/>
                  </a:lnTo>
                  <a:lnTo>
                    <a:pt x="4821132" y="1160036"/>
                  </a:lnTo>
                  <a:lnTo>
                    <a:pt x="4821290" y="1160036"/>
                  </a:lnTo>
                  <a:lnTo>
                    <a:pt x="4821447" y="1160036"/>
                  </a:lnTo>
                  <a:lnTo>
                    <a:pt x="4821605" y="1160036"/>
                  </a:lnTo>
                  <a:lnTo>
                    <a:pt x="4821763" y="1160036"/>
                  </a:lnTo>
                  <a:lnTo>
                    <a:pt x="4821920" y="1160036"/>
                  </a:lnTo>
                  <a:lnTo>
                    <a:pt x="4822078" y="1160036"/>
                  </a:lnTo>
                  <a:lnTo>
                    <a:pt x="4822236" y="1160036"/>
                  </a:lnTo>
                  <a:lnTo>
                    <a:pt x="4822394" y="1160036"/>
                  </a:lnTo>
                  <a:lnTo>
                    <a:pt x="4822551" y="1160036"/>
                  </a:lnTo>
                  <a:lnTo>
                    <a:pt x="4822709" y="1160036"/>
                  </a:lnTo>
                  <a:lnTo>
                    <a:pt x="4822709" y="1159605"/>
                  </a:lnTo>
                  <a:lnTo>
                    <a:pt x="4822867" y="1159605"/>
                  </a:lnTo>
                  <a:lnTo>
                    <a:pt x="4823024" y="1159605"/>
                  </a:lnTo>
                  <a:lnTo>
                    <a:pt x="4823182" y="1159605"/>
                  </a:lnTo>
                  <a:lnTo>
                    <a:pt x="4823340" y="1159605"/>
                  </a:lnTo>
                  <a:lnTo>
                    <a:pt x="4823340" y="1159175"/>
                  </a:lnTo>
                  <a:lnTo>
                    <a:pt x="4823498" y="1159175"/>
                  </a:lnTo>
                  <a:lnTo>
                    <a:pt x="4823655" y="1159175"/>
                  </a:lnTo>
                  <a:lnTo>
                    <a:pt x="4823813" y="1159175"/>
                  </a:lnTo>
                  <a:lnTo>
                    <a:pt x="4823971" y="1159175"/>
                  </a:lnTo>
                  <a:lnTo>
                    <a:pt x="4824128" y="1159175"/>
                  </a:lnTo>
                  <a:lnTo>
                    <a:pt x="4824286" y="1159175"/>
                  </a:lnTo>
                  <a:lnTo>
                    <a:pt x="4824444" y="1159175"/>
                  </a:lnTo>
                  <a:lnTo>
                    <a:pt x="4824602" y="1159175"/>
                  </a:lnTo>
                  <a:lnTo>
                    <a:pt x="4824759" y="1159175"/>
                  </a:lnTo>
                  <a:lnTo>
                    <a:pt x="4824917" y="1159175"/>
                  </a:lnTo>
                  <a:lnTo>
                    <a:pt x="4825075" y="1159175"/>
                  </a:lnTo>
                  <a:lnTo>
                    <a:pt x="4825075" y="1158744"/>
                  </a:lnTo>
                  <a:lnTo>
                    <a:pt x="4825233" y="1158744"/>
                  </a:lnTo>
                  <a:lnTo>
                    <a:pt x="4825233" y="1158314"/>
                  </a:lnTo>
                  <a:lnTo>
                    <a:pt x="4825390" y="1158314"/>
                  </a:lnTo>
                  <a:lnTo>
                    <a:pt x="4825548" y="1158314"/>
                  </a:lnTo>
                  <a:lnTo>
                    <a:pt x="4825706" y="1158314"/>
                  </a:lnTo>
                  <a:lnTo>
                    <a:pt x="4825706" y="1157883"/>
                  </a:lnTo>
                  <a:lnTo>
                    <a:pt x="4825863" y="1157883"/>
                  </a:lnTo>
                  <a:lnTo>
                    <a:pt x="4826021" y="1157883"/>
                  </a:lnTo>
                  <a:lnTo>
                    <a:pt x="4826179" y="1157883"/>
                  </a:lnTo>
                  <a:lnTo>
                    <a:pt x="4826337" y="1157883"/>
                  </a:lnTo>
                  <a:lnTo>
                    <a:pt x="4826494" y="1157883"/>
                  </a:lnTo>
                  <a:lnTo>
                    <a:pt x="4826652" y="1157883"/>
                  </a:lnTo>
                  <a:lnTo>
                    <a:pt x="4826810" y="1157883"/>
                  </a:lnTo>
                  <a:lnTo>
                    <a:pt x="4826967" y="1157883"/>
                  </a:lnTo>
                  <a:lnTo>
                    <a:pt x="4827125" y="1157883"/>
                  </a:lnTo>
                  <a:lnTo>
                    <a:pt x="4827283" y="1157883"/>
                  </a:lnTo>
                  <a:lnTo>
                    <a:pt x="4827441" y="1157883"/>
                  </a:lnTo>
                  <a:lnTo>
                    <a:pt x="4827598" y="1157883"/>
                  </a:lnTo>
                  <a:lnTo>
                    <a:pt x="4827756" y="1157883"/>
                  </a:lnTo>
                  <a:lnTo>
                    <a:pt x="4827914" y="1157883"/>
                  </a:lnTo>
                  <a:lnTo>
                    <a:pt x="4828071" y="1157883"/>
                  </a:lnTo>
                  <a:lnTo>
                    <a:pt x="4828229" y="1157883"/>
                  </a:lnTo>
                  <a:lnTo>
                    <a:pt x="4828387" y="1157883"/>
                  </a:lnTo>
                  <a:lnTo>
                    <a:pt x="4828545" y="1157883"/>
                  </a:lnTo>
                  <a:lnTo>
                    <a:pt x="4828702" y="1157883"/>
                  </a:lnTo>
                  <a:lnTo>
                    <a:pt x="4828860" y="1157883"/>
                  </a:lnTo>
                  <a:lnTo>
                    <a:pt x="4829018" y="1157883"/>
                  </a:lnTo>
                  <a:lnTo>
                    <a:pt x="4829175" y="1157883"/>
                  </a:lnTo>
                  <a:lnTo>
                    <a:pt x="4829333" y="1157883"/>
                  </a:lnTo>
                  <a:lnTo>
                    <a:pt x="4829491" y="1157883"/>
                  </a:lnTo>
                  <a:lnTo>
                    <a:pt x="4829649" y="1157883"/>
                  </a:lnTo>
                  <a:lnTo>
                    <a:pt x="4829649" y="1157452"/>
                  </a:lnTo>
                  <a:lnTo>
                    <a:pt x="4829649" y="1157022"/>
                  </a:lnTo>
                  <a:lnTo>
                    <a:pt x="4829806" y="1157022"/>
                  </a:lnTo>
                  <a:lnTo>
                    <a:pt x="4829964" y="1157022"/>
                  </a:lnTo>
                  <a:lnTo>
                    <a:pt x="4829964" y="1156591"/>
                  </a:lnTo>
                  <a:lnTo>
                    <a:pt x="4830122" y="1156591"/>
                  </a:lnTo>
                  <a:lnTo>
                    <a:pt x="4830279" y="1156591"/>
                  </a:lnTo>
                  <a:lnTo>
                    <a:pt x="4830437" y="1156591"/>
                  </a:lnTo>
                  <a:lnTo>
                    <a:pt x="4830595" y="1156591"/>
                  </a:lnTo>
                  <a:lnTo>
                    <a:pt x="4830753" y="1156591"/>
                  </a:lnTo>
                  <a:lnTo>
                    <a:pt x="4830910" y="1156591"/>
                  </a:lnTo>
                  <a:lnTo>
                    <a:pt x="4831068" y="1156591"/>
                  </a:lnTo>
                  <a:lnTo>
                    <a:pt x="4831226" y="1156591"/>
                  </a:lnTo>
                  <a:lnTo>
                    <a:pt x="4831384" y="1156591"/>
                  </a:lnTo>
                  <a:lnTo>
                    <a:pt x="4831541" y="1156591"/>
                  </a:lnTo>
                  <a:lnTo>
                    <a:pt x="4831699" y="1156591"/>
                  </a:lnTo>
                  <a:lnTo>
                    <a:pt x="4831699" y="1156161"/>
                  </a:lnTo>
                  <a:lnTo>
                    <a:pt x="4831857" y="1156161"/>
                  </a:lnTo>
                  <a:lnTo>
                    <a:pt x="4832014" y="1156161"/>
                  </a:lnTo>
                  <a:lnTo>
                    <a:pt x="4832014" y="1155730"/>
                  </a:lnTo>
                  <a:lnTo>
                    <a:pt x="4832172" y="1155730"/>
                  </a:lnTo>
                  <a:lnTo>
                    <a:pt x="4832172" y="1155299"/>
                  </a:lnTo>
                  <a:lnTo>
                    <a:pt x="4832330" y="1155299"/>
                  </a:lnTo>
                  <a:lnTo>
                    <a:pt x="4832488" y="1155299"/>
                  </a:lnTo>
                  <a:lnTo>
                    <a:pt x="4832645" y="1155299"/>
                  </a:lnTo>
                  <a:lnTo>
                    <a:pt x="4832803" y="1155299"/>
                  </a:lnTo>
                  <a:lnTo>
                    <a:pt x="4832961" y="1155299"/>
                  </a:lnTo>
                  <a:lnTo>
                    <a:pt x="4833118" y="1155299"/>
                  </a:lnTo>
                  <a:lnTo>
                    <a:pt x="4833276" y="1155299"/>
                  </a:lnTo>
                  <a:lnTo>
                    <a:pt x="4833276" y="1154869"/>
                  </a:lnTo>
                  <a:lnTo>
                    <a:pt x="4833434" y="1154869"/>
                  </a:lnTo>
                  <a:lnTo>
                    <a:pt x="4833592" y="1154869"/>
                  </a:lnTo>
                  <a:lnTo>
                    <a:pt x="4833592" y="1154438"/>
                  </a:lnTo>
                  <a:lnTo>
                    <a:pt x="4833749" y="1154438"/>
                  </a:lnTo>
                  <a:lnTo>
                    <a:pt x="4833907" y="1154438"/>
                  </a:lnTo>
                  <a:lnTo>
                    <a:pt x="4834065" y="1154438"/>
                  </a:lnTo>
                  <a:lnTo>
                    <a:pt x="4834222" y="1154438"/>
                  </a:lnTo>
                  <a:lnTo>
                    <a:pt x="4834380" y="1154438"/>
                  </a:lnTo>
                  <a:lnTo>
                    <a:pt x="4834538" y="1154438"/>
                  </a:lnTo>
                  <a:lnTo>
                    <a:pt x="4834696" y="1154438"/>
                  </a:lnTo>
                  <a:lnTo>
                    <a:pt x="4834696" y="1154008"/>
                  </a:lnTo>
                  <a:lnTo>
                    <a:pt x="4834853" y="1154008"/>
                  </a:lnTo>
                  <a:lnTo>
                    <a:pt x="4835011" y="1154008"/>
                  </a:lnTo>
                  <a:lnTo>
                    <a:pt x="4835011" y="1153577"/>
                  </a:lnTo>
                  <a:lnTo>
                    <a:pt x="4835169" y="1153577"/>
                  </a:lnTo>
                  <a:lnTo>
                    <a:pt x="4835326" y="1153577"/>
                  </a:lnTo>
                  <a:lnTo>
                    <a:pt x="4835484" y="1153577"/>
                  </a:lnTo>
                  <a:lnTo>
                    <a:pt x="4835642" y="1153577"/>
                  </a:lnTo>
                  <a:lnTo>
                    <a:pt x="4835800" y="1153577"/>
                  </a:lnTo>
                  <a:lnTo>
                    <a:pt x="4835957" y="1153577"/>
                  </a:lnTo>
                  <a:lnTo>
                    <a:pt x="4836115" y="1153577"/>
                  </a:lnTo>
                  <a:lnTo>
                    <a:pt x="4836115" y="1153146"/>
                  </a:lnTo>
                  <a:lnTo>
                    <a:pt x="4836273" y="1153146"/>
                  </a:lnTo>
                  <a:lnTo>
                    <a:pt x="4836431" y="1153146"/>
                  </a:lnTo>
                  <a:lnTo>
                    <a:pt x="4836588" y="1153146"/>
                  </a:lnTo>
                  <a:lnTo>
                    <a:pt x="4836746" y="1153146"/>
                  </a:lnTo>
                  <a:lnTo>
                    <a:pt x="4836904" y="1153146"/>
                  </a:lnTo>
                  <a:lnTo>
                    <a:pt x="4837061" y="1153146"/>
                  </a:lnTo>
                  <a:lnTo>
                    <a:pt x="4837219" y="1153146"/>
                  </a:lnTo>
                  <a:lnTo>
                    <a:pt x="4837377" y="1153146"/>
                  </a:lnTo>
                  <a:lnTo>
                    <a:pt x="4837535" y="1153146"/>
                  </a:lnTo>
                  <a:lnTo>
                    <a:pt x="4837692" y="1153146"/>
                  </a:lnTo>
                  <a:lnTo>
                    <a:pt x="4837850" y="1153146"/>
                  </a:lnTo>
                  <a:lnTo>
                    <a:pt x="4838008" y="1153146"/>
                  </a:lnTo>
                  <a:lnTo>
                    <a:pt x="4838165" y="1153146"/>
                  </a:lnTo>
                  <a:lnTo>
                    <a:pt x="4838323" y="1153146"/>
                  </a:lnTo>
                  <a:lnTo>
                    <a:pt x="4838323" y="1152716"/>
                  </a:lnTo>
                  <a:lnTo>
                    <a:pt x="4838323" y="1152285"/>
                  </a:lnTo>
                  <a:lnTo>
                    <a:pt x="4838481" y="1152285"/>
                  </a:lnTo>
                  <a:lnTo>
                    <a:pt x="4838639" y="1152285"/>
                  </a:lnTo>
                  <a:lnTo>
                    <a:pt x="4838796" y="1152285"/>
                  </a:lnTo>
                  <a:lnTo>
                    <a:pt x="4838954" y="1152285"/>
                  </a:lnTo>
                  <a:lnTo>
                    <a:pt x="4839112" y="1152285"/>
                  </a:lnTo>
                  <a:lnTo>
                    <a:pt x="4839269" y="1152285"/>
                  </a:lnTo>
                  <a:lnTo>
                    <a:pt x="4839427" y="1152285"/>
                  </a:lnTo>
                  <a:lnTo>
                    <a:pt x="4839585" y="1152285"/>
                  </a:lnTo>
                  <a:lnTo>
                    <a:pt x="4839743" y="1152285"/>
                  </a:lnTo>
                  <a:lnTo>
                    <a:pt x="4839900" y="1152285"/>
                  </a:lnTo>
                  <a:lnTo>
                    <a:pt x="4840058" y="1152285"/>
                  </a:lnTo>
                  <a:lnTo>
                    <a:pt x="4840216" y="1152285"/>
                  </a:lnTo>
                  <a:lnTo>
                    <a:pt x="4840373" y="1152285"/>
                  </a:lnTo>
                  <a:lnTo>
                    <a:pt x="4840531" y="1152285"/>
                  </a:lnTo>
                  <a:lnTo>
                    <a:pt x="4840689" y="1152285"/>
                  </a:lnTo>
                  <a:lnTo>
                    <a:pt x="4840847" y="1152285"/>
                  </a:lnTo>
                  <a:lnTo>
                    <a:pt x="4841004" y="1152285"/>
                  </a:lnTo>
                  <a:lnTo>
                    <a:pt x="4841162" y="1152285"/>
                  </a:lnTo>
                  <a:lnTo>
                    <a:pt x="4841320" y="1152285"/>
                  </a:lnTo>
                  <a:lnTo>
                    <a:pt x="4841320" y="1151855"/>
                  </a:lnTo>
                  <a:lnTo>
                    <a:pt x="4841477" y="1151855"/>
                  </a:lnTo>
                  <a:lnTo>
                    <a:pt x="4841477" y="1151424"/>
                  </a:lnTo>
                  <a:lnTo>
                    <a:pt x="4841635" y="1151424"/>
                  </a:lnTo>
                  <a:lnTo>
                    <a:pt x="4841793" y="1151424"/>
                  </a:lnTo>
                  <a:lnTo>
                    <a:pt x="4841951" y="1151424"/>
                  </a:lnTo>
                  <a:lnTo>
                    <a:pt x="4842108" y="1151424"/>
                  </a:lnTo>
                  <a:lnTo>
                    <a:pt x="4842266" y="1151424"/>
                  </a:lnTo>
                  <a:lnTo>
                    <a:pt x="4842266" y="1150993"/>
                  </a:lnTo>
                  <a:lnTo>
                    <a:pt x="4842266" y="1150563"/>
                  </a:lnTo>
                  <a:lnTo>
                    <a:pt x="4842424" y="1150563"/>
                  </a:lnTo>
                  <a:lnTo>
                    <a:pt x="4842582" y="1150563"/>
                  </a:lnTo>
                  <a:lnTo>
                    <a:pt x="4842739" y="1150563"/>
                  </a:lnTo>
                  <a:lnTo>
                    <a:pt x="4842897" y="1150563"/>
                  </a:lnTo>
                  <a:lnTo>
                    <a:pt x="4843055" y="1150563"/>
                  </a:lnTo>
                  <a:lnTo>
                    <a:pt x="4843212" y="1150563"/>
                  </a:lnTo>
                  <a:lnTo>
                    <a:pt x="4843370" y="1150563"/>
                  </a:lnTo>
                  <a:lnTo>
                    <a:pt x="4843528" y="1150563"/>
                  </a:lnTo>
                  <a:lnTo>
                    <a:pt x="4843686" y="1150563"/>
                  </a:lnTo>
                  <a:lnTo>
                    <a:pt x="4843843" y="1150563"/>
                  </a:lnTo>
                  <a:lnTo>
                    <a:pt x="4844001" y="1150563"/>
                  </a:lnTo>
                  <a:lnTo>
                    <a:pt x="4844159" y="1150563"/>
                  </a:lnTo>
                  <a:lnTo>
                    <a:pt x="4844316" y="1150563"/>
                  </a:lnTo>
                  <a:lnTo>
                    <a:pt x="4844474" y="1150563"/>
                  </a:lnTo>
                  <a:lnTo>
                    <a:pt x="4844632" y="1150563"/>
                  </a:lnTo>
                  <a:lnTo>
                    <a:pt x="4844632" y="1150132"/>
                  </a:lnTo>
                  <a:lnTo>
                    <a:pt x="4844632" y="1149702"/>
                  </a:lnTo>
                  <a:lnTo>
                    <a:pt x="4844790" y="1149702"/>
                  </a:lnTo>
                  <a:lnTo>
                    <a:pt x="4844947" y="1149702"/>
                  </a:lnTo>
                  <a:lnTo>
                    <a:pt x="4845105" y="1149702"/>
                  </a:lnTo>
                  <a:lnTo>
                    <a:pt x="4845105" y="1149271"/>
                  </a:lnTo>
                  <a:lnTo>
                    <a:pt x="4845263" y="1149271"/>
                  </a:lnTo>
                  <a:lnTo>
                    <a:pt x="4845420" y="1149271"/>
                  </a:lnTo>
                  <a:lnTo>
                    <a:pt x="4845420" y="1148840"/>
                  </a:lnTo>
                  <a:lnTo>
                    <a:pt x="4845578" y="1148840"/>
                  </a:lnTo>
                  <a:lnTo>
                    <a:pt x="4845736" y="1148840"/>
                  </a:lnTo>
                  <a:lnTo>
                    <a:pt x="4845894" y="1148840"/>
                  </a:lnTo>
                  <a:lnTo>
                    <a:pt x="4846051" y="1148840"/>
                  </a:lnTo>
                  <a:lnTo>
                    <a:pt x="4846209" y="1148840"/>
                  </a:lnTo>
                  <a:lnTo>
                    <a:pt x="4846367" y="1148840"/>
                  </a:lnTo>
                  <a:lnTo>
                    <a:pt x="4846524" y="1148840"/>
                  </a:lnTo>
                  <a:lnTo>
                    <a:pt x="4846682" y="1148840"/>
                  </a:lnTo>
                  <a:lnTo>
                    <a:pt x="4846840" y="1148840"/>
                  </a:lnTo>
                  <a:lnTo>
                    <a:pt x="4846998" y="1148840"/>
                  </a:lnTo>
                  <a:lnTo>
                    <a:pt x="4847155" y="1148840"/>
                  </a:lnTo>
                  <a:lnTo>
                    <a:pt x="4847313" y="1148840"/>
                  </a:lnTo>
                  <a:lnTo>
                    <a:pt x="4847313" y="1148410"/>
                  </a:lnTo>
                  <a:lnTo>
                    <a:pt x="4847471" y="1148410"/>
                  </a:lnTo>
                  <a:lnTo>
                    <a:pt x="4847629" y="1148410"/>
                  </a:lnTo>
                  <a:lnTo>
                    <a:pt x="4847786" y="1148410"/>
                  </a:lnTo>
                  <a:lnTo>
                    <a:pt x="4847944" y="1148410"/>
                  </a:lnTo>
                  <a:lnTo>
                    <a:pt x="4848102" y="1148410"/>
                  </a:lnTo>
                  <a:lnTo>
                    <a:pt x="4848259" y="1148410"/>
                  </a:lnTo>
                  <a:lnTo>
                    <a:pt x="4848417" y="1148410"/>
                  </a:lnTo>
                  <a:lnTo>
                    <a:pt x="4848575" y="1148410"/>
                  </a:lnTo>
                  <a:lnTo>
                    <a:pt x="4848733" y="1148410"/>
                  </a:lnTo>
                  <a:lnTo>
                    <a:pt x="4848890" y="1148410"/>
                  </a:lnTo>
                  <a:lnTo>
                    <a:pt x="4849048" y="1148410"/>
                  </a:lnTo>
                  <a:lnTo>
                    <a:pt x="4849206" y="1148410"/>
                  </a:lnTo>
                  <a:lnTo>
                    <a:pt x="4849363" y="1148410"/>
                  </a:lnTo>
                  <a:lnTo>
                    <a:pt x="4849521" y="1148410"/>
                  </a:lnTo>
                  <a:lnTo>
                    <a:pt x="4849521" y="1147979"/>
                  </a:lnTo>
                  <a:lnTo>
                    <a:pt x="4849679" y="1147979"/>
                  </a:lnTo>
                  <a:lnTo>
                    <a:pt x="4849679" y="1147549"/>
                  </a:lnTo>
                  <a:lnTo>
                    <a:pt x="4849679" y="1147118"/>
                  </a:lnTo>
                  <a:lnTo>
                    <a:pt x="4849679" y="1146687"/>
                  </a:lnTo>
                  <a:lnTo>
                    <a:pt x="4849837" y="1146687"/>
                  </a:lnTo>
                  <a:lnTo>
                    <a:pt x="4849994" y="1146687"/>
                  </a:lnTo>
                  <a:lnTo>
                    <a:pt x="4849994" y="1146257"/>
                  </a:lnTo>
                  <a:lnTo>
                    <a:pt x="4850152" y="1146257"/>
                  </a:lnTo>
                  <a:lnTo>
                    <a:pt x="4850310" y="1146257"/>
                  </a:lnTo>
                  <a:lnTo>
                    <a:pt x="4850467" y="1146257"/>
                  </a:lnTo>
                  <a:lnTo>
                    <a:pt x="4850625" y="1146257"/>
                  </a:lnTo>
                  <a:lnTo>
                    <a:pt x="4850783" y="1146257"/>
                  </a:lnTo>
                  <a:lnTo>
                    <a:pt x="4850941" y="1146257"/>
                  </a:lnTo>
                  <a:lnTo>
                    <a:pt x="4851098" y="1146257"/>
                  </a:lnTo>
                  <a:lnTo>
                    <a:pt x="4851256" y="1146257"/>
                  </a:lnTo>
                  <a:lnTo>
                    <a:pt x="4851414" y="1146257"/>
                  </a:lnTo>
                  <a:lnTo>
                    <a:pt x="4851571" y="1146257"/>
                  </a:lnTo>
                  <a:lnTo>
                    <a:pt x="4851729" y="1146257"/>
                  </a:lnTo>
                  <a:lnTo>
                    <a:pt x="4851887" y="1146257"/>
                  </a:lnTo>
                  <a:lnTo>
                    <a:pt x="4852045" y="1146257"/>
                  </a:lnTo>
                  <a:lnTo>
                    <a:pt x="4852045" y="1145826"/>
                  </a:lnTo>
                  <a:lnTo>
                    <a:pt x="4852202" y="1145826"/>
                  </a:lnTo>
                  <a:lnTo>
                    <a:pt x="4852360" y="1145826"/>
                  </a:lnTo>
                  <a:lnTo>
                    <a:pt x="4852518" y="1145826"/>
                  </a:lnTo>
                  <a:lnTo>
                    <a:pt x="4852675" y="1145826"/>
                  </a:lnTo>
                  <a:lnTo>
                    <a:pt x="4852833" y="1145826"/>
                  </a:lnTo>
                  <a:lnTo>
                    <a:pt x="4852991" y="1145826"/>
                  </a:lnTo>
                  <a:lnTo>
                    <a:pt x="4853149" y="1145826"/>
                  </a:lnTo>
                  <a:lnTo>
                    <a:pt x="4853306" y="1145826"/>
                  </a:lnTo>
                  <a:lnTo>
                    <a:pt x="4853306" y="1145396"/>
                  </a:lnTo>
                  <a:lnTo>
                    <a:pt x="4853464" y="1145396"/>
                  </a:lnTo>
                  <a:lnTo>
                    <a:pt x="4853622" y="1145396"/>
                  </a:lnTo>
                  <a:lnTo>
                    <a:pt x="4853622" y="1144965"/>
                  </a:lnTo>
                  <a:lnTo>
                    <a:pt x="4853780" y="1144965"/>
                  </a:lnTo>
                  <a:lnTo>
                    <a:pt x="4853937" y="1144965"/>
                  </a:lnTo>
                  <a:lnTo>
                    <a:pt x="4853937" y="1144534"/>
                  </a:lnTo>
                  <a:lnTo>
                    <a:pt x="4854095" y="1144534"/>
                  </a:lnTo>
                  <a:lnTo>
                    <a:pt x="4854253" y="1144534"/>
                  </a:lnTo>
                  <a:lnTo>
                    <a:pt x="4854410" y="1144534"/>
                  </a:lnTo>
                  <a:lnTo>
                    <a:pt x="4854568" y="1144534"/>
                  </a:lnTo>
                  <a:lnTo>
                    <a:pt x="4854568" y="1144104"/>
                  </a:lnTo>
                  <a:lnTo>
                    <a:pt x="4854726" y="1144104"/>
                  </a:lnTo>
                  <a:lnTo>
                    <a:pt x="4854884" y="1144104"/>
                  </a:lnTo>
                  <a:lnTo>
                    <a:pt x="4855041" y="1144104"/>
                  </a:lnTo>
                  <a:lnTo>
                    <a:pt x="4855199" y="1144104"/>
                  </a:lnTo>
                  <a:lnTo>
                    <a:pt x="4855357" y="1144104"/>
                  </a:lnTo>
                  <a:lnTo>
                    <a:pt x="4855357" y="1143673"/>
                  </a:lnTo>
                  <a:lnTo>
                    <a:pt x="4855514" y="1143673"/>
                  </a:lnTo>
                  <a:lnTo>
                    <a:pt x="4855672" y="1143673"/>
                  </a:lnTo>
                  <a:lnTo>
                    <a:pt x="4855830" y="1143673"/>
                  </a:lnTo>
                  <a:lnTo>
                    <a:pt x="4855988" y="1143673"/>
                  </a:lnTo>
                  <a:lnTo>
                    <a:pt x="4856145" y="1143673"/>
                  </a:lnTo>
                  <a:lnTo>
                    <a:pt x="4856303" y="1143673"/>
                  </a:lnTo>
                  <a:lnTo>
                    <a:pt x="4856461" y="1143673"/>
                  </a:lnTo>
                  <a:lnTo>
                    <a:pt x="4856618" y="1143673"/>
                  </a:lnTo>
                  <a:lnTo>
                    <a:pt x="4856776" y="1143673"/>
                  </a:lnTo>
                  <a:lnTo>
                    <a:pt x="4856776" y="1143243"/>
                  </a:lnTo>
                  <a:lnTo>
                    <a:pt x="4856776" y="1142812"/>
                  </a:lnTo>
                  <a:lnTo>
                    <a:pt x="4856934" y="1142812"/>
                  </a:lnTo>
                  <a:lnTo>
                    <a:pt x="4857092" y="1142812"/>
                  </a:lnTo>
                  <a:lnTo>
                    <a:pt x="4857249" y="1142812"/>
                  </a:lnTo>
                  <a:lnTo>
                    <a:pt x="4857407" y="1142812"/>
                  </a:lnTo>
                  <a:lnTo>
                    <a:pt x="4857565" y="1142812"/>
                  </a:lnTo>
                  <a:lnTo>
                    <a:pt x="4857722" y="1142812"/>
                  </a:lnTo>
                  <a:lnTo>
                    <a:pt x="4857880" y="1142812"/>
                  </a:lnTo>
                  <a:lnTo>
                    <a:pt x="4858038" y="1142812"/>
                  </a:lnTo>
                  <a:lnTo>
                    <a:pt x="4858038" y="1142381"/>
                  </a:lnTo>
                  <a:lnTo>
                    <a:pt x="4858196" y="1142381"/>
                  </a:lnTo>
                  <a:lnTo>
                    <a:pt x="4858353" y="1142381"/>
                  </a:lnTo>
                  <a:lnTo>
                    <a:pt x="4858511" y="1142381"/>
                  </a:lnTo>
                  <a:lnTo>
                    <a:pt x="4858669" y="1142381"/>
                  </a:lnTo>
                  <a:lnTo>
                    <a:pt x="4858826" y="1142381"/>
                  </a:lnTo>
                  <a:lnTo>
                    <a:pt x="4858984" y="1142381"/>
                  </a:lnTo>
                  <a:lnTo>
                    <a:pt x="4859142" y="1142381"/>
                  </a:lnTo>
                  <a:lnTo>
                    <a:pt x="4859300" y="1142381"/>
                  </a:lnTo>
                  <a:lnTo>
                    <a:pt x="4859457" y="1142381"/>
                  </a:lnTo>
                  <a:lnTo>
                    <a:pt x="4859615" y="1142381"/>
                  </a:lnTo>
                  <a:lnTo>
                    <a:pt x="4859773" y="1142381"/>
                  </a:lnTo>
                  <a:lnTo>
                    <a:pt x="4859931" y="1142381"/>
                  </a:lnTo>
                  <a:lnTo>
                    <a:pt x="4860088" y="1142381"/>
                  </a:lnTo>
                  <a:lnTo>
                    <a:pt x="4860246" y="1142381"/>
                  </a:lnTo>
                  <a:lnTo>
                    <a:pt x="4860404" y="1142381"/>
                  </a:lnTo>
                  <a:lnTo>
                    <a:pt x="4860404" y="1141951"/>
                  </a:lnTo>
                  <a:lnTo>
                    <a:pt x="4860561" y="1141951"/>
                  </a:lnTo>
                  <a:lnTo>
                    <a:pt x="4860561" y="1141520"/>
                  </a:lnTo>
                  <a:lnTo>
                    <a:pt x="4860719" y="1141520"/>
                  </a:lnTo>
                  <a:lnTo>
                    <a:pt x="4860877" y="1141520"/>
                  </a:lnTo>
                  <a:lnTo>
                    <a:pt x="4861035" y="1141520"/>
                  </a:lnTo>
                  <a:lnTo>
                    <a:pt x="4861192" y="1141520"/>
                  </a:lnTo>
                  <a:lnTo>
                    <a:pt x="4861350" y="1141520"/>
                  </a:lnTo>
                  <a:lnTo>
                    <a:pt x="4861508" y="1141520"/>
                  </a:lnTo>
                  <a:lnTo>
                    <a:pt x="4861665" y="1141520"/>
                  </a:lnTo>
                  <a:lnTo>
                    <a:pt x="4861665" y="1141090"/>
                  </a:lnTo>
                  <a:lnTo>
                    <a:pt x="4861823" y="1141090"/>
                  </a:lnTo>
                  <a:lnTo>
                    <a:pt x="4861981" y="1141090"/>
                  </a:lnTo>
                  <a:lnTo>
                    <a:pt x="4862139" y="1141090"/>
                  </a:lnTo>
                  <a:lnTo>
                    <a:pt x="4862296" y="1141090"/>
                  </a:lnTo>
                  <a:lnTo>
                    <a:pt x="4862454" y="1141090"/>
                  </a:lnTo>
                  <a:lnTo>
                    <a:pt x="4862612" y="1141090"/>
                  </a:lnTo>
                  <a:lnTo>
                    <a:pt x="4862769" y="1141090"/>
                  </a:lnTo>
                  <a:lnTo>
                    <a:pt x="4862927" y="1141090"/>
                  </a:lnTo>
                  <a:lnTo>
                    <a:pt x="4863085" y="1141090"/>
                  </a:lnTo>
                  <a:lnTo>
                    <a:pt x="4863085" y="1140659"/>
                  </a:lnTo>
                  <a:lnTo>
                    <a:pt x="4863085" y="1140228"/>
                  </a:lnTo>
                  <a:lnTo>
                    <a:pt x="4863243" y="1140228"/>
                  </a:lnTo>
                  <a:lnTo>
                    <a:pt x="4863400" y="1140228"/>
                  </a:lnTo>
                  <a:lnTo>
                    <a:pt x="4863558" y="1140228"/>
                  </a:lnTo>
                  <a:lnTo>
                    <a:pt x="4863716" y="1140228"/>
                  </a:lnTo>
                  <a:lnTo>
                    <a:pt x="4863873" y="1140228"/>
                  </a:lnTo>
                  <a:lnTo>
                    <a:pt x="4864031" y="1140228"/>
                  </a:lnTo>
                  <a:lnTo>
                    <a:pt x="4864031" y="1139798"/>
                  </a:lnTo>
                  <a:lnTo>
                    <a:pt x="4864031" y="1139367"/>
                  </a:lnTo>
                  <a:lnTo>
                    <a:pt x="4864189" y="1139367"/>
                  </a:lnTo>
                  <a:lnTo>
                    <a:pt x="4864347" y="1139367"/>
                  </a:lnTo>
                  <a:lnTo>
                    <a:pt x="4864504" y="1139367"/>
                  </a:lnTo>
                  <a:lnTo>
                    <a:pt x="4864662" y="1139367"/>
                  </a:lnTo>
                  <a:lnTo>
                    <a:pt x="4864662" y="1138937"/>
                  </a:lnTo>
                  <a:lnTo>
                    <a:pt x="4864820" y="1138937"/>
                  </a:lnTo>
                  <a:lnTo>
                    <a:pt x="4864820" y="1138506"/>
                  </a:lnTo>
                  <a:lnTo>
                    <a:pt x="4864978" y="1138506"/>
                  </a:lnTo>
                  <a:lnTo>
                    <a:pt x="4865135" y="1138506"/>
                  </a:lnTo>
                  <a:lnTo>
                    <a:pt x="4865135" y="1138075"/>
                  </a:lnTo>
                  <a:lnTo>
                    <a:pt x="4865293" y="1138075"/>
                  </a:lnTo>
                  <a:lnTo>
                    <a:pt x="4865451" y="1138075"/>
                  </a:lnTo>
                  <a:lnTo>
                    <a:pt x="4865608" y="1138075"/>
                  </a:lnTo>
                  <a:lnTo>
                    <a:pt x="4865608" y="1137645"/>
                  </a:lnTo>
                  <a:lnTo>
                    <a:pt x="4865766" y="1137645"/>
                  </a:lnTo>
                  <a:lnTo>
                    <a:pt x="4865924" y="1137645"/>
                  </a:lnTo>
                  <a:lnTo>
                    <a:pt x="4866082" y="1137645"/>
                  </a:lnTo>
                  <a:lnTo>
                    <a:pt x="4866239" y="1137645"/>
                  </a:lnTo>
                  <a:lnTo>
                    <a:pt x="4866397" y="1137645"/>
                  </a:lnTo>
                  <a:lnTo>
                    <a:pt x="4866397" y="1137214"/>
                  </a:lnTo>
                  <a:lnTo>
                    <a:pt x="4866555" y="1137214"/>
                  </a:lnTo>
                  <a:lnTo>
                    <a:pt x="4866555" y="1136784"/>
                  </a:lnTo>
                  <a:lnTo>
                    <a:pt x="4866712" y="1136784"/>
                  </a:lnTo>
                  <a:lnTo>
                    <a:pt x="4866870" y="1136784"/>
                  </a:lnTo>
                  <a:lnTo>
                    <a:pt x="4867028" y="1136784"/>
                  </a:lnTo>
                  <a:lnTo>
                    <a:pt x="4867186" y="1136784"/>
                  </a:lnTo>
                  <a:lnTo>
                    <a:pt x="4867343" y="1136784"/>
                  </a:lnTo>
                  <a:lnTo>
                    <a:pt x="4867501" y="1136784"/>
                  </a:lnTo>
                  <a:lnTo>
                    <a:pt x="4867659" y="1136784"/>
                  </a:lnTo>
                  <a:lnTo>
                    <a:pt x="4867816" y="1136784"/>
                  </a:lnTo>
                  <a:lnTo>
                    <a:pt x="4867816" y="1136353"/>
                  </a:lnTo>
                  <a:lnTo>
                    <a:pt x="4867974" y="1136353"/>
                  </a:lnTo>
                  <a:lnTo>
                    <a:pt x="4868132" y="1136353"/>
                  </a:lnTo>
                  <a:lnTo>
                    <a:pt x="4868290" y="1136353"/>
                  </a:lnTo>
                  <a:lnTo>
                    <a:pt x="4868447" y="1136353"/>
                  </a:lnTo>
                  <a:lnTo>
                    <a:pt x="4868605" y="1136353"/>
                  </a:lnTo>
                  <a:lnTo>
                    <a:pt x="4868763" y="1136353"/>
                  </a:lnTo>
                  <a:lnTo>
                    <a:pt x="4868763" y="1135922"/>
                  </a:lnTo>
                  <a:lnTo>
                    <a:pt x="4868920" y="1135922"/>
                  </a:lnTo>
                  <a:lnTo>
                    <a:pt x="4869078" y="1135922"/>
                  </a:lnTo>
                  <a:lnTo>
                    <a:pt x="4869236" y="1135922"/>
                  </a:lnTo>
                  <a:lnTo>
                    <a:pt x="4869394" y="1135922"/>
                  </a:lnTo>
                  <a:lnTo>
                    <a:pt x="4869551" y="1135922"/>
                  </a:lnTo>
                  <a:lnTo>
                    <a:pt x="4869709" y="1135922"/>
                  </a:lnTo>
                  <a:lnTo>
                    <a:pt x="4869867" y="1135922"/>
                  </a:lnTo>
                  <a:lnTo>
                    <a:pt x="4870024" y="1135922"/>
                  </a:lnTo>
                  <a:lnTo>
                    <a:pt x="4870182" y="1135922"/>
                  </a:lnTo>
                  <a:lnTo>
                    <a:pt x="4870340" y="1135922"/>
                  </a:lnTo>
                  <a:lnTo>
                    <a:pt x="4870498" y="1135922"/>
                  </a:lnTo>
                  <a:lnTo>
                    <a:pt x="4870498" y="1135492"/>
                  </a:lnTo>
                  <a:lnTo>
                    <a:pt x="4870655" y="1135492"/>
                  </a:lnTo>
                  <a:lnTo>
                    <a:pt x="4870813" y="1135492"/>
                  </a:lnTo>
                  <a:lnTo>
                    <a:pt x="4870971" y="1135492"/>
                  </a:lnTo>
                  <a:lnTo>
                    <a:pt x="4871129" y="1135492"/>
                  </a:lnTo>
                  <a:lnTo>
                    <a:pt x="4871129" y="1135061"/>
                  </a:lnTo>
                  <a:lnTo>
                    <a:pt x="4871286" y="1135061"/>
                  </a:lnTo>
                  <a:lnTo>
                    <a:pt x="4871444" y="1135061"/>
                  </a:lnTo>
                  <a:lnTo>
                    <a:pt x="4871602" y="1135061"/>
                  </a:lnTo>
                  <a:lnTo>
                    <a:pt x="4871602" y="1134631"/>
                  </a:lnTo>
                  <a:lnTo>
                    <a:pt x="4871759" y="1134631"/>
                  </a:lnTo>
                  <a:lnTo>
                    <a:pt x="4871917" y="1134631"/>
                  </a:lnTo>
                  <a:lnTo>
                    <a:pt x="4872075" y="1134631"/>
                  </a:lnTo>
                  <a:lnTo>
                    <a:pt x="4872233" y="1134631"/>
                  </a:lnTo>
                  <a:lnTo>
                    <a:pt x="4872390" y="1134631"/>
                  </a:lnTo>
                  <a:lnTo>
                    <a:pt x="4872548" y="1134631"/>
                  </a:lnTo>
                  <a:lnTo>
                    <a:pt x="4872706" y="1134631"/>
                  </a:lnTo>
                  <a:lnTo>
                    <a:pt x="4872863" y="1134631"/>
                  </a:lnTo>
                  <a:lnTo>
                    <a:pt x="4873021" y="1134631"/>
                  </a:lnTo>
                  <a:lnTo>
                    <a:pt x="4873179" y="1134631"/>
                  </a:lnTo>
                  <a:lnTo>
                    <a:pt x="4873179" y="1134200"/>
                  </a:lnTo>
                  <a:lnTo>
                    <a:pt x="4873337" y="1134200"/>
                  </a:lnTo>
                  <a:lnTo>
                    <a:pt x="4873494" y="1134200"/>
                  </a:lnTo>
                  <a:lnTo>
                    <a:pt x="4873652" y="1134200"/>
                  </a:lnTo>
                  <a:lnTo>
                    <a:pt x="4873810" y="1134200"/>
                  </a:lnTo>
                  <a:lnTo>
                    <a:pt x="4873967" y="1134200"/>
                  </a:lnTo>
                  <a:lnTo>
                    <a:pt x="4874125" y="1134200"/>
                  </a:lnTo>
                  <a:lnTo>
                    <a:pt x="4874283" y="1134200"/>
                  </a:lnTo>
                  <a:lnTo>
                    <a:pt x="4874441" y="1134200"/>
                  </a:lnTo>
                  <a:lnTo>
                    <a:pt x="4874598" y="1134200"/>
                  </a:lnTo>
                  <a:lnTo>
                    <a:pt x="4874756" y="1134200"/>
                  </a:lnTo>
                  <a:lnTo>
                    <a:pt x="4874914" y="1134200"/>
                  </a:lnTo>
                  <a:lnTo>
                    <a:pt x="4875071" y="1134200"/>
                  </a:lnTo>
                  <a:lnTo>
                    <a:pt x="4875229" y="1134200"/>
                  </a:lnTo>
                  <a:lnTo>
                    <a:pt x="4875229" y="1133769"/>
                  </a:lnTo>
                  <a:lnTo>
                    <a:pt x="4875387" y="1133769"/>
                  </a:lnTo>
                  <a:lnTo>
                    <a:pt x="4875545" y="1133769"/>
                  </a:lnTo>
                  <a:lnTo>
                    <a:pt x="4875702" y="1133769"/>
                  </a:lnTo>
                  <a:lnTo>
                    <a:pt x="4875860" y="1133769"/>
                  </a:lnTo>
                  <a:lnTo>
                    <a:pt x="4876018" y="1133769"/>
                  </a:lnTo>
                  <a:lnTo>
                    <a:pt x="4876176" y="1133769"/>
                  </a:lnTo>
                  <a:lnTo>
                    <a:pt x="4876176" y="1133339"/>
                  </a:lnTo>
                  <a:lnTo>
                    <a:pt x="4876333" y="1133339"/>
                  </a:lnTo>
                  <a:lnTo>
                    <a:pt x="4876491" y="1133339"/>
                  </a:lnTo>
                  <a:lnTo>
                    <a:pt x="4876649" y="1133339"/>
                  </a:lnTo>
                  <a:lnTo>
                    <a:pt x="4876806" y="1133339"/>
                  </a:lnTo>
                  <a:lnTo>
                    <a:pt x="4876964" y="1133339"/>
                  </a:lnTo>
                  <a:lnTo>
                    <a:pt x="4877122" y="1133339"/>
                  </a:lnTo>
                  <a:lnTo>
                    <a:pt x="4877280" y="1133339"/>
                  </a:lnTo>
                  <a:lnTo>
                    <a:pt x="4877437" y="1133339"/>
                  </a:lnTo>
                  <a:lnTo>
                    <a:pt x="4877595" y="1133339"/>
                  </a:lnTo>
                  <a:lnTo>
                    <a:pt x="4877753" y="1133339"/>
                  </a:lnTo>
                  <a:lnTo>
                    <a:pt x="4877753" y="1132908"/>
                  </a:lnTo>
                  <a:lnTo>
                    <a:pt x="4877753" y="1132478"/>
                  </a:lnTo>
                  <a:lnTo>
                    <a:pt x="4877753" y="1132047"/>
                  </a:lnTo>
                  <a:lnTo>
                    <a:pt x="4877910" y="1132047"/>
                  </a:lnTo>
                  <a:lnTo>
                    <a:pt x="4878068" y="1132047"/>
                  </a:lnTo>
                  <a:lnTo>
                    <a:pt x="4878226" y="1132047"/>
                  </a:lnTo>
                  <a:lnTo>
                    <a:pt x="4878384" y="1132047"/>
                  </a:lnTo>
                  <a:lnTo>
                    <a:pt x="4878541" y="1132047"/>
                  </a:lnTo>
                  <a:lnTo>
                    <a:pt x="4878699" y="1132047"/>
                  </a:lnTo>
                  <a:lnTo>
                    <a:pt x="4878699" y="1131616"/>
                  </a:lnTo>
                  <a:lnTo>
                    <a:pt x="4878857" y="1131616"/>
                  </a:lnTo>
                  <a:lnTo>
                    <a:pt x="4878857" y="1131186"/>
                  </a:lnTo>
                  <a:lnTo>
                    <a:pt x="4879014" y="1131186"/>
                  </a:lnTo>
                  <a:lnTo>
                    <a:pt x="4879172" y="1131186"/>
                  </a:lnTo>
                  <a:lnTo>
                    <a:pt x="4879330" y="1131186"/>
                  </a:lnTo>
                  <a:lnTo>
                    <a:pt x="4879488" y="1131186"/>
                  </a:lnTo>
                  <a:lnTo>
                    <a:pt x="4879488" y="1130755"/>
                  </a:lnTo>
                  <a:lnTo>
                    <a:pt x="4879645" y="1130755"/>
                  </a:lnTo>
                  <a:lnTo>
                    <a:pt x="4879803" y="1130755"/>
                  </a:lnTo>
                  <a:lnTo>
                    <a:pt x="4879803" y="1130325"/>
                  </a:lnTo>
                  <a:lnTo>
                    <a:pt x="4879961" y="1130325"/>
                  </a:lnTo>
                  <a:lnTo>
                    <a:pt x="4880118" y="1130325"/>
                  </a:lnTo>
                  <a:lnTo>
                    <a:pt x="4880118" y="1129894"/>
                  </a:lnTo>
                  <a:lnTo>
                    <a:pt x="4880118" y="1129463"/>
                  </a:lnTo>
                  <a:lnTo>
                    <a:pt x="4880276" y="1129463"/>
                  </a:lnTo>
                  <a:lnTo>
                    <a:pt x="4880434" y="1129463"/>
                  </a:lnTo>
                  <a:lnTo>
                    <a:pt x="4880592" y="1129463"/>
                  </a:lnTo>
                  <a:lnTo>
                    <a:pt x="4880749" y="1129463"/>
                  </a:lnTo>
                  <a:lnTo>
                    <a:pt x="4880907" y="1129463"/>
                  </a:lnTo>
                  <a:lnTo>
                    <a:pt x="4881065" y="1129463"/>
                  </a:lnTo>
                  <a:lnTo>
                    <a:pt x="4881222" y="1129463"/>
                  </a:lnTo>
                  <a:lnTo>
                    <a:pt x="4881380" y="1129463"/>
                  </a:lnTo>
                  <a:lnTo>
                    <a:pt x="4881538" y="1129463"/>
                  </a:lnTo>
                  <a:lnTo>
                    <a:pt x="4881696" y="1129463"/>
                  </a:lnTo>
                  <a:lnTo>
                    <a:pt x="4881853" y="1129463"/>
                  </a:lnTo>
                  <a:lnTo>
                    <a:pt x="4882011" y="1129463"/>
                  </a:lnTo>
                  <a:lnTo>
                    <a:pt x="4882011" y="1129033"/>
                  </a:lnTo>
                  <a:lnTo>
                    <a:pt x="4882011" y="1128602"/>
                  </a:lnTo>
                  <a:lnTo>
                    <a:pt x="4882011" y="1128172"/>
                  </a:lnTo>
                  <a:lnTo>
                    <a:pt x="4882011" y="1127741"/>
                  </a:lnTo>
                  <a:lnTo>
                    <a:pt x="4882169" y="1127741"/>
                  </a:lnTo>
                  <a:lnTo>
                    <a:pt x="4882327" y="1127741"/>
                  </a:lnTo>
                  <a:lnTo>
                    <a:pt x="4882327" y="1127310"/>
                  </a:lnTo>
                  <a:lnTo>
                    <a:pt x="4882484" y="1127310"/>
                  </a:lnTo>
                  <a:lnTo>
                    <a:pt x="4882484" y="1126880"/>
                  </a:lnTo>
                  <a:lnTo>
                    <a:pt x="4882642" y="1126880"/>
                  </a:lnTo>
                  <a:lnTo>
                    <a:pt x="4882800" y="1126880"/>
                  </a:lnTo>
                  <a:lnTo>
                    <a:pt x="4882957" y="1126880"/>
                  </a:lnTo>
                  <a:lnTo>
                    <a:pt x="4883115" y="1126880"/>
                  </a:lnTo>
                  <a:lnTo>
                    <a:pt x="4883115" y="1126449"/>
                  </a:lnTo>
                  <a:lnTo>
                    <a:pt x="4883115" y="1126019"/>
                  </a:lnTo>
                  <a:lnTo>
                    <a:pt x="4883273" y="1126019"/>
                  </a:lnTo>
                  <a:lnTo>
                    <a:pt x="4883431" y="1126019"/>
                  </a:lnTo>
                  <a:lnTo>
                    <a:pt x="4883431" y="1125588"/>
                  </a:lnTo>
                  <a:lnTo>
                    <a:pt x="4883588" y="1125588"/>
                  </a:lnTo>
                  <a:lnTo>
                    <a:pt x="4883588" y="1125157"/>
                  </a:lnTo>
                  <a:lnTo>
                    <a:pt x="4883746" y="1125157"/>
                  </a:lnTo>
                  <a:lnTo>
                    <a:pt x="4883904" y="1125157"/>
                  </a:lnTo>
                  <a:lnTo>
                    <a:pt x="4884061" y="1125157"/>
                  </a:lnTo>
                  <a:lnTo>
                    <a:pt x="4884219" y="1125157"/>
                  </a:lnTo>
                  <a:lnTo>
                    <a:pt x="4884377" y="1125157"/>
                  </a:lnTo>
                  <a:lnTo>
                    <a:pt x="4884377" y="1124727"/>
                  </a:lnTo>
                  <a:lnTo>
                    <a:pt x="4884535" y="1124727"/>
                  </a:lnTo>
                  <a:lnTo>
                    <a:pt x="4884692" y="1124727"/>
                  </a:lnTo>
                  <a:lnTo>
                    <a:pt x="4884850" y="1124727"/>
                  </a:lnTo>
                  <a:lnTo>
                    <a:pt x="4885008" y="1124727"/>
                  </a:lnTo>
                  <a:lnTo>
                    <a:pt x="4885165" y="1124727"/>
                  </a:lnTo>
                  <a:lnTo>
                    <a:pt x="4885323" y="1124727"/>
                  </a:lnTo>
                  <a:lnTo>
                    <a:pt x="4885481" y="1124727"/>
                  </a:lnTo>
                  <a:lnTo>
                    <a:pt x="4885481" y="1124296"/>
                  </a:lnTo>
                  <a:lnTo>
                    <a:pt x="4885639" y="1124296"/>
                  </a:lnTo>
                  <a:lnTo>
                    <a:pt x="4885796" y="1124296"/>
                  </a:lnTo>
                  <a:lnTo>
                    <a:pt x="4885954" y="1124296"/>
                  </a:lnTo>
                  <a:lnTo>
                    <a:pt x="4885954" y="1123866"/>
                  </a:lnTo>
                  <a:lnTo>
                    <a:pt x="4886112" y="1123866"/>
                  </a:lnTo>
                  <a:lnTo>
                    <a:pt x="4886112" y="1123435"/>
                  </a:lnTo>
                  <a:lnTo>
                    <a:pt x="4886269" y="1123435"/>
                  </a:lnTo>
                  <a:lnTo>
                    <a:pt x="4886427" y="1123435"/>
                  </a:lnTo>
                  <a:lnTo>
                    <a:pt x="4886585" y="1123435"/>
                  </a:lnTo>
                  <a:lnTo>
                    <a:pt x="4886743" y="1123435"/>
                  </a:lnTo>
                  <a:lnTo>
                    <a:pt x="4886900" y="1123435"/>
                  </a:lnTo>
                  <a:lnTo>
                    <a:pt x="4887058" y="1123435"/>
                  </a:lnTo>
                  <a:lnTo>
                    <a:pt x="4887216" y="1123435"/>
                  </a:lnTo>
                  <a:lnTo>
                    <a:pt x="4887374" y="1123435"/>
                  </a:lnTo>
                  <a:lnTo>
                    <a:pt x="4887531" y="1123435"/>
                  </a:lnTo>
                  <a:lnTo>
                    <a:pt x="4887689" y="1123435"/>
                  </a:lnTo>
                  <a:lnTo>
                    <a:pt x="4887847" y="1123435"/>
                  </a:lnTo>
                  <a:lnTo>
                    <a:pt x="4888004" y="1123435"/>
                  </a:lnTo>
                  <a:lnTo>
                    <a:pt x="4888162" y="1123435"/>
                  </a:lnTo>
                  <a:lnTo>
                    <a:pt x="4888320" y="1123435"/>
                  </a:lnTo>
                  <a:lnTo>
                    <a:pt x="4888478" y="1123435"/>
                  </a:lnTo>
                  <a:lnTo>
                    <a:pt x="4888635" y="1123435"/>
                  </a:lnTo>
                  <a:lnTo>
                    <a:pt x="4888793" y="1123435"/>
                  </a:lnTo>
                  <a:lnTo>
                    <a:pt x="4888951" y="1123435"/>
                  </a:lnTo>
                  <a:lnTo>
                    <a:pt x="4889108" y="1123435"/>
                  </a:lnTo>
                  <a:lnTo>
                    <a:pt x="4889266" y="1123435"/>
                  </a:lnTo>
                  <a:lnTo>
                    <a:pt x="4889424" y="1123435"/>
                  </a:lnTo>
                  <a:lnTo>
                    <a:pt x="4889424" y="1123004"/>
                  </a:lnTo>
                  <a:lnTo>
                    <a:pt x="4889582" y="1123004"/>
                  </a:lnTo>
                  <a:lnTo>
                    <a:pt x="4889582" y="1122574"/>
                  </a:lnTo>
                  <a:lnTo>
                    <a:pt x="4889582" y="1122143"/>
                  </a:lnTo>
                  <a:lnTo>
                    <a:pt x="4889739" y="1122143"/>
                  </a:lnTo>
                  <a:lnTo>
                    <a:pt x="4889897" y="1122143"/>
                  </a:lnTo>
                  <a:lnTo>
                    <a:pt x="4890055" y="1122143"/>
                  </a:lnTo>
                  <a:lnTo>
                    <a:pt x="4890212" y="1122143"/>
                  </a:lnTo>
                  <a:lnTo>
                    <a:pt x="4890370" y="1122143"/>
                  </a:lnTo>
                  <a:lnTo>
                    <a:pt x="4890528" y="1122143"/>
                  </a:lnTo>
                  <a:lnTo>
                    <a:pt x="4890686" y="1122143"/>
                  </a:lnTo>
                  <a:lnTo>
                    <a:pt x="4890843" y="1122143"/>
                  </a:lnTo>
                  <a:lnTo>
                    <a:pt x="4890843" y="1121713"/>
                  </a:lnTo>
                  <a:lnTo>
                    <a:pt x="4891001" y="1121713"/>
                  </a:lnTo>
                  <a:lnTo>
                    <a:pt x="4891159" y="1121713"/>
                  </a:lnTo>
                  <a:lnTo>
                    <a:pt x="4891316" y="1121713"/>
                  </a:lnTo>
                  <a:lnTo>
                    <a:pt x="4891316" y="1121282"/>
                  </a:lnTo>
                  <a:lnTo>
                    <a:pt x="4891474" y="1121282"/>
                  </a:lnTo>
                  <a:lnTo>
                    <a:pt x="4891632" y="1121282"/>
                  </a:lnTo>
                  <a:lnTo>
                    <a:pt x="4891790" y="1121282"/>
                  </a:lnTo>
                  <a:lnTo>
                    <a:pt x="4891947" y="1121282"/>
                  </a:lnTo>
                  <a:lnTo>
                    <a:pt x="4892105" y="1121282"/>
                  </a:lnTo>
                  <a:lnTo>
                    <a:pt x="4892263" y="1121282"/>
                  </a:lnTo>
                  <a:lnTo>
                    <a:pt x="4892420" y="1121282"/>
                  </a:lnTo>
                  <a:lnTo>
                    <a:pt x="4892578" y="1121282"/>
                  </a:lnTo>
                  <a:lnTo>
                    <a:pt x="4892736" y="1121282"/>
                  </a:lnTo>
                  <a:lnTo>
                    <a:pt x="4892894" y="1121282"/>
                  </a:lnTo>
                  <a:lnTo>
                    <a:pt x="4893051" y="1121282"/>
                  </a:lnTo>
                  <a:lnTo>
                    <a:pt x="4893209" y="1121282"/>
                  </a:lnTo>
                  <a:lnTo>
                    <a:pt x="4893367" y="1121282"/>
                  </a:lnTo>
                  <a:lnTo>
                    <a:pt x="4893525" y="1121282"/>
                  </a:lnTo>
                  <a:lnTo>
                    <a:pt x="4893682" y="1121282"/>
                  </a:lnTo>
                  <a:lnTo>
                    <a:pt x="4893840" y="1121282"/>
                  </a:lnTo>
                  <a:lnTo>
                    <a:pt x="4893998" y="1121282"/>
                  </a:lnTo>
                  <a:lnTo>
                    <a:pt x="4894155" y="1121282"/>
                  </a:lnTo>
                  <a:lnTo>
                    <a:pt x="4894313" y="1121282"/>
                  </a:lnTo>
                  <a:lnTo>
                    <a:pt x="4894471" y="1121282"/>
                  </a:lnTo>
                  <a:lnTo>
                    <a:pt x="4894471" y="1120851"/>
                  </a:lnTo>
                  <a:lnTo>
                    <a:pt x="4894629" y="1120851"/>
                  </a:lnTo>
                  <a:lnTo>
                    <a:pt x="4894786" y="1120851"/>
                  </a:lnTo>
                  <a:lnTo>
                    <a:pt x="4894944" y="1120851"/>
                  </a:lnTo>
                  <a:lnTo>
                    <a:pt x="4894944" y="1120421"/>
                  </a:lnTo>
                  <a:lnTo>
                    <a:pt x="4895102" y="1120421"/>
                  </a:lnTo>
                  <a:lnTo>
                    <a:pt x="4895259" y="1120421"/>
                  </a:lnTo>
                  <a:lnTo>
                    <a:pt x="4895417" y="1120421"/>
                  </a:lnTo>
                  <a:lnTo>
                    <a:pt x="4895575" y="1120421"/>
                  </a:lnTo>
                  <a:lnTo>
                    <a:pt x="4895575" y="1119990"/>
                  </a:lnTo>
                  <a:lnTo>
                    <a:pt x="4895575" y="1119560"/>
                  </a:lnTo>
                  <a:lnTo>
                    <a:pt x="4895733" y="1119560"/>
                  </a:lnTo>
                  <a:lnTo>
                    <a:pt x="4895890" y="1119560"/>
                  </a:lnTo>
                  <a:lnTo>
                    <a:pt x="4896048" y="1119560"/>
                  </a:lnTo>
                  <a:lnTo>
                    <a:pt x="4896206" y="1119560"/>
                  </a:lnTo>
                  <a:lnTo>
                    <a:pt x="4896363" y="1119560"/>
                  </a:lnTo>
                  <a:lnTo>
                    <a:pt x="4896521" y="1119560"/>
                  </a:lnTo>
                  <a:lnTo>
                    <a:pt x="4896679" y="1119560"/>
                  </a:lnTo>
                  <a:lnTo>
                    <a:pt x="4896837" y="1119560"/>
                  </a:lnTo>
                  <a:lnTo>
                    <a:pt x="4896994" y="1119560"/>
                  </a:lnTo>
                  <a:lnTo>
                    <a:pt x="4897152" y="1119560"/>
                  </a:lnTo>
                  <a:lnTo>
                    <a:pt x="4897310" y="1119560"/>
                  </a:lnTo>
                  <a:lnTo>
                    <a:pt x="4897467" y="1119560"/>
                  </a:lnTo>
                  <a:lnTo>
                    <a:pt x="4897625" y="1119560"/>
                  </a:lnTo>
                  <a:lnTo>
                    <a:pt x="4897625" y="1119129"/>
                  </a:lnTo>
                  <a:lnTo>
                    <a:pt x="4897625" y="1118698"/>
                  </a:lnTo>
                  <a:lnTo>
                    <a:pt x="4897625" y="1118268"/>
                  </a:lnTo>
                  <a:lnTo>
                    <a:pt x="4897783" y="1118268"/>
                  </a:lnTo>
                  <a:lnTo>
                    <a:pt x="4897941" y="1118268"/>
                  </a:lnTo>
                  <a:lnTo>
                    <a:pt x="4898098" y="1118268"/>
                  </a:lnTo>
                  <a:lnTo>
                    <a:pt x="4898098" y="1117837"/>
                  </a:lnTo>
                  <a:lnTo>
                    <a:pt x="4898256" y="1117837"/>
                  </a:lnTo>
                  <a:lnTo>
                    <a:pt x="4898414" y="1117837"/>
                  </a:lnTo>
                  <a:lnTo>
                    <a:pt x="4898572" y="1117837"/>
                  </a:lnTo>
                  <a:lnTo>
                    <a:pt x="4898729" y="1117837"/>
                  </a:lnTo>
                  <a:lnTo>
                    <a:pt x="4898887" y="1117837"/>
                  </a:lnTo>
                  <a:lnTo>
                    <a:pt x="4899045" y="1117837"/>
                  </a:lnTo>
                  <a:lnTo>
                    <a:pt x="4899202" y="1117837"/>
                  </a:lnTo>
                  <a:lnTo>
                    <a:pt x="4899360" y="1117837"/>
                  </a:lnTo>
                  <a:lnTo>
                    <a:pt x="4899518" y="1117837"/>
                  </a:lnTo>
                  <a:lnTo>
                    <a:pt x="4899518" y="1117407"/>
                  </a:lnTo>
                  <a:lnTo>
                    <a:pt x="4899676" y="1117407"/>
                  </a:lnTo>
                  <a:lnTo>
                    <a:pt x="4899833" y="1117407"/>
                  </a:lnTo>
                  <a:lnTo>
                    <a:pt x="4899991" y="1117407"/>
                  </a:lnTo>
                  <a:lnTo>
                    <a:pt x="4900149" y="1117407"/>
                  </a:lnTo>
                  <a:lnTo>
                    <a:pt x="4900306" y="1117407"/>
                  </a:lnTo>
                  <a:lnTo>
                    <a:pt x="4900464" y="1117407"/>
                  </a:lnTo>
                  <a:lnTo>
                    <a:pt x="4900622" y="1117407"/>
                  </a:lnTo>
                  <a:lnTo>
                    <a:pt x="4900780" y="1117407"/>
                  </a:lnTo>
                  <a:lnTo>
                    <a:pt x="4900937" y="1117407"/>
                  </a:lnTo>
                  <a:lnTo>
                    <a:pt x="4901095" y="1117407"/>
                  </a:lnTo>
                  <a:lnTo>
                    <a:pt x="4901253" y="1117407"/>
                  </a:lnTo>
                  <a:lnTo>
                    <a:pt x="4901410" y="1117407"/>
                  </a:lnTo>
                  <a:lnTo>
                    <a:pt x="4901568" y="1117407"/>
                  </a:lnTo>
                  <a:lnTo>
                    <a:pt x="4901568" y="1116976"/>
                  </a:lnTo>
                  <a:lnTo>
                    <a:pt x="4901726" y="1116976"/>
                  </a:lnTo>
                  <a:lnTo>
                    <a:pt x="4901884" y="1116976"/>
                  </a:lnTo>
                  <a:lnTo>
                    <a:pt x="4902041" y="1116976"/>
                  </a:lnTo>
                  <a:lnTo>
                    <a:pt x="4902199" y="1116976"/>
                  </a:lnTo>
                  <a:lnTo>
                    <a:pt x="4902357" y="1116976"/>
                  </a:lnTo>
                  <a:lnTo>
                    <a:pt x="4902514" y="1116976"/>
                  </a:lnTo>
                  <a:lnTo>
                    <a:pt x="4902672" y="1116976"/>
                  </a:lnTo>
                  <a:lnTo>
                    <a:pt x="4902830" y="1116976"/>
                  </a:lnTo>
                  <a:lnTo>
                    <a:pt x="4902988" y="1116976"/>
                  </a:lnTo>
                  <a:lnTo>
                    <a:pt x="4903145" y="1116976"/>
                  </a:lnTo>
                  <a:lnTo>
                    <a:pt x="4903303" y="1116976"/>
                  </a:lnTo>
                  <a:lnTo>
                    <a:pt x="4903461" y="1116976"/>
                  </a:lnTo>
                  <a:lnTo>
                    <a:pt x="4903618" y="1116976"/>
                  </a:lnTo>
                  <a:lnTo>
                    <a:pt x="4903776" y="1116976"/>
                  </a:lnTo>
                  <a:lnTo>
                    <a:pt x="4903934" y="1116976"/>
                  </a:lnTo>
                  <a:lnTo>
                    <a:pt x="4903934" y="1116545"/>
                  </a:lnTo>
                  <a:lnTo>
                    <a:pt x="4904092" y="1116545"/>
                  </a:lnTo>
                  <a:lnTo>
                    <a:pt x="4904249" y="1116545"/>
                  </a:lnTo>
                  <a:lnTo>
                    <a:pt x="4904407" y="1116545"/>
                  </a:lnTo>
                  <a:lnTo>
                    <a:pt x="4904565" y="1116545"/>
                  </a:lnTo>
                  <a:lnTo>
                    <a:pt x="4904723" y="1116545"/>
                  </a:lnTo>
                  <a:lnTo>
                    <a:pt x="4904880" y="1116545"/>
                  </a:lnTo>
                  <a:lnTo>
                    <a:pt x="4904880" y="1116115"/>
                  </a:lnTo>
                  <a:lnTo>
                    <a:pt x="4905038" y="1116115"/>
                  </a:lnTo>
                  <a:lnTo>
                    <a:pt x="4905196" y="1116115"/>
                  </a:lnTo>
                  <a:lnTo>
                    <a:pt x="4905353" y="1116115"/>
                  </a:lnTo>
                  <a:lnTo>
                    <a:pt x="4905511" y="1116115"/>
                  </a:lnTo>
                  <a:lnTo>
                    <a:pt x="4905669" y="1116115"/>
                  </a:lnTo>
                  <a:lnTo>
                    <a:pt x="4905827" y="1116115"/>
                  </a:lnTo>
                  <a:lnTo>
                    <a:pt x="4905984" y="1116115"/>
                  </a:lnTo>
                  <a:lnTo>
                    <a:pt x="4906142" y="1116115"/>
                  </a:lnTo>
                  <a:lnTo>
                    <a:pt x="4906300" y="1116115"/>
                  </a:lnTo>
                  <a:lnTo>
                    <a:pt x="4906457" y="1116115"/>
                  </a:lnTo>
                  <a:lnTo>
                    <a:pt x="4906615" y="1116115"/>
                  </a:lnTo>
                  <a:lnTo>
                    <a:pt x="4906773" y="1116115"/>
                  </a:lnTo>
                  <a:lnTo>
                    <a:pt x="4906931" y="1116115"/>
                  </a:lnTo>
                  <a:lnTo>
                    <a:pt x="4907088" y="1116115"/>
                  </a:lnTo>
                  <a:lnTo>
                    <a:pt x="4907246" y="1116115"/>
                  </a:lnTo>
                  <a:lnTo>
                    <a:pt x="4907246" y="1115684"/>
                  </a:lnTo>
                  <a:lnTo>
                    <a:pt x="4907246" y="1115254"/>
                  </a:lnTo>
                  <a:lnTo>
                    <a:pt x="4907404" y="1115254"/>
                  </a:lnTo>
                  <a:lnTo>
                    <a:pt x="4907561" y="1115254"/>
                  </a:lnTo>
                  <a:lnTo>
                    <a:pt x="4907719" y="1115254"/>
                  </a:lnTo>
                  <a:lnTo>
                    <a:pt x="4907877" y="1115254"/>
                  </a:lnTo>
                  <a:lnTo>
                    <a:pt x="4908035" y="1115254"/>
                  </a:lnTo>
                  <a:lnTo>
                    <a:pt x="4908035" y="1114823"/>
                  </a:lnTo>
                  <a:lnTo>
                    <a:pt x="4908192" y="1114823"/>
                  </a:lnTo>
                  <a:lnTo>
                    <a:pt x="4908350" y="1114823"/>
                  </a:lnTo>
                  <a:lnTo>
                    <a:pt x="4908350" y="1114392"/>
                  </a:lnTo>
                  <a:lnTo>
                    <a:pt x="4908508" y="1114392"/>
                  </a:lnTo>
                  <a:lnTo>
                    <a:pt x="4908665" y="1114392"/>
                  </a:lnTo>
                  <a:lnTo>
                    <a:pt x="4908823" y="1114392"/>
                  </a:lnTo>
                  <a:lnTo>
                    <a:pt x="4908981" y="1114392"/>
                  </a:lnTo>
                  <a:lnTo>
                    <a:pt x="4908981" y="1113962"/>
                  </a:lnTo>
                  <a:lnTo>
                    <a:pt x="4909139" y="1113962"/>
                  </a:lnTo>
                  <a:lnTo>
                    <a:pt x="4909296" y="1113962"/>
                  </a:lnTo>
                  <a:lnTo>
                    <a:pt x="4909454" y="1113962"/>
                  </a:lnTo>
                  <a:lnTo>
                    <a:pt x="4909612" y="1113962"/>
                  </a:lnTo>
                  <a:lnTo>
                    <a:pt x="4909770" y="1113962"/>
                  </a:lnTo>
                  <a:lnTo>
                    <a:pt x="4909927" y="1113962"/>
                  </a:lnTo>
                  <a:lnTo>
                    <a:pt x="4910085" y="1113962"/>
                  </a:lnTo>
                  <a:lnTo>
                    <a:pt x="4910243" y="1113962"/>
                  </a:lnTo>
                  <a:lnTo>
                    <a:pt x="4910400" y="1113962"/>
                  </a:lnTo>
                  <a:lnTo>
                    <a:pt x="4910558" y="1113962"/>
                  </a:lnTo>
                  <a:lnTo>
                    <a:pt x="4910716" y="1113962"/>
                  </a:lnTo>
                  <a:lnTo>
                    <a:pt x="4910874" y="1113962"/>
                  </a:lnTo>
                  <a:lnTo>
                    <a:pt x="4911031" y="1113962"/>
                  </a:lnTo>
                  <a:lnTo>
                    <a:pt x="4911189" y="1113962"/>
                  </a:lnTo>
                  <a:lnTo>
                    <a:pt x="4911347" y="1113962"/>
                  </a:lnTo>
                  <a:lnTo>
                    <a:pt x="4911504" y="1113962"/>
                  </a:lnTo>
                  <a:lnTo>
                    <a:pt x="4911662" y="1113962"/>
                  </a:lnTo>
                  <a:lnTo>
                    <a:pt x="4911662" y="1113531"/>
                  </a:lnTo>
                  <a:lnTo>
                    <a:pt x="4911662" y="1113101"/>
                  </a:lnTo>
                  <a:lnTo>
                    <a:pt x="4911662" y="1112670"/>
                  </a:lnTo>
                  <a:lnTo>
                    <a:pt x="4911662" y="1112239"/>
                  </a:lnTo>
                  <a:lnTo>
                    <a:pt x="4911662" y="1111809"/>
                  </a:lnTo>
                  <a:lnTo>
                    <a:pt x="4911662" y="1111378"/>
                  </a:lnTo>
                  <a:lnTo>
                    <a:pt x="4911820" y="1111378"/>
                  </a:lnTo>
                  <a:lnTo>
                    <a:pt x="4911978" y="1111378"/>
                  </a:lnTo>
                  <a:lnTo>
                    <a:pt x="4912135" y="1111378"/>
                  </a:lnTo>
                  <a:lnTo>
                    <a:pt x="4912293" y="1111378"/>
                  </a:lnTo>
                  <a:lnTo>
                    <a:pt x="4912451" y="1111378"/>
                  </a:lnTo>
                  <a:lnTo>
                    <a:pt x="4912451" y="1110948"/>
                  </a:lnTo>
                  <a:lnTo>
                    <a:pt x="4912451" y="1110517"/>
                  </a:lnTo>
                  <a:lnTo>
                    <a:pt x="4912451" y="1110086"/>
                  </a:lnTo>
                  <a:lnTo>
                    <a:pt x="4912608" y="1110086"/>
                  </a:lnTo>
                  <a:lnTo>
                    <a:pt x="4912766" y="1110086"/>
                  </a:lnTo>
                  <a:lnTo>
                    <a:pt x="4912924" y="1110086"/>
                  </a:lnTo>
                  <a:lnTo>
                    <a:pt x="4913082" y="1110086"/>
                  </a:lnTo>
                  <a:lnTo>
                    <a:pt x="4913239" y="1110086"/>
                  </a:lnTo>
                  <a:lnTo>
                    <a:pt x="4913397" y="1110086"/>
                  </a:lnTo>
                  <a:lnTo>
                    <a:pt x="4913555" y="1110086"/>
                  </a:lnTo>
                  <a:lnTo>
                    <a:pt x="4913555" y="1109656"/>
                  </a:lnTo>
                  <a:lnTo>
                    <a:pt x="4913712" y="1109656"/>
                  </a:lnTo>
                  <a:lnTo>
                    <a:pt x="4913870" y="1109656"/>
                  </a:lnTo>
                  <a:lnTo>
                    <a:pt x="4914028" y="1109656"/>
                  </a:lnTo>
                  <a:lnTo>
                    <a:pt x="4914186" y="1109656"/>
                  </a:lnTo>
                  <a:lnTo>
                    <a:pt x="4914343" y="1109656"/>
                  </a:lnTo>
                  <a:lnTo>
                    <a:pt x="4914501" y="1109656"/>
                  </a:lnTo>
                  <a:lnTo>
                    <a:pt x="4914659" y="1109656"/>
                  </a:lnTo>
                  <a:lnTo>
                    <a:pt x="4914816" y="1109656"/>
                  </a:lnTo>
                  <a:lnTo>
                    <a:pt x="4914974" y="1109656"/>
                  </a:lnTo>
                  <a:lnTo>
                    <a:pt x="4915132" y="1109656"/>
                  </a:lnTo>
                  <a:lnTo>
                    <a:pt x="4915290" y="1109656"/>
                  </a:lnTo>
                  <a:lnTo>
                    <a:pt x="4915447" y="1109656"/>
                  </a:lnTo>
                  <a:lnTo>
                    <a:pt x="4915605" y="1109656"/>
                  </a:lnTo>
                  <a:lnTo>
                    <a:pt x="4915605" y="1109225"/>
                  </a:lnTo>
                  <a:lnTo>
                    <a:pt x="4915763" y="1109225"/>
                  </a:lnTo>
                  <a:lnTo>
                    <a:pt x="4915921" y="1109225"/>
                  </a:lnTo>
                  <a:lnTo>
                    <a:pt x="4916078" y="1109225"/>
                  </a:lnTo>
                  <a:lnTo>
                    <a:pt x="4916236" y="1109225"/>
                  </a:lnTo>
                  <a:lnTo>
                    <a:pt x="4916394" y="1109225"/>
                  </a:lnTo>
                  <a:lnTo>
                    <a:pt x="4916394" y="1108795"/>
                  </a:lnTo>
                  <a:lnTo>
                    <a:pt x="4916394" y="1108364"/>
                  </a:lnTo>
                  <a:lnTo>
                    <a:pt x="4916551" y="1108364"/>
                  </a:lnTo>
                  <a:lnTo>
                    <a:pt x="4916709" y="1108364"/>
                  </a:lnTo>
                  <a:lnTo>
                    <a:pt x="4916867" y="1108364"/>
                  </a:lnTo>
                  <a:lnTo>
                    <a:pt x="4917025" y="1108364"/>
                  </a:lnTo>
                  <a:lnTo>
                    <a:pt x="4917025" y="1107933"/>
                  </a:lnTo>
                  <a:lnTo>
                    <a:pt x="4917182" y="1107933"/>
                  </a:lnTo>
                  <a:lnTo>
                    <a:pt x="4917340" y="1107933"/>
                  </a:lnTo>
                  <a:lnTo>
                    <a:pt x="4917498" y="1107933"/>
                  </a:lnTo>
                  <a:lnTo>
                    <a:pt x="4917655" y="1107933"/>
                  </a:lnTo>
                  <a:lnTo>
                    <a:pt x="4917813" y="1107933"/>
                  </a:lnTo>
                  <a:lnTo>
                    <a:pt x="4917971" y="1107933"/>
                  </a:lnTo>
                  <a:lnTo>
                    <a:pt x="4918129" y="1107933"/>
                  </a:lnTo>
                  <a:lnTo>
                    <a:pt x="4918286" y="1107933"/>
                  </a:lnTo>
                  <a:lnTo>
                    <a:pt x="4918444" y="1107933"/>
                  </a:lnTo>
                  <a:lnTo>
                    <a:pt x="4918602" y="1107933"/>
                  </a:lnTo>
                  <a:lnTo>
                    <a:pt x="4918759" y="1107933"/>
                  </a:lnTo>
                  <a:lnTo>
                    <a:pt x="4918917" y="1107933"/>
                  </a:lnTo>
                  <a:lnTo>
                    <a:pt x="4919075" y="1107933"/>
                  </a:lnTo>
                  <a:lnTo>
                    <a:pt x="4919233" y="1107933"/>
                  </a:lnTo>
                  <a:lnTo>
                    <a:pt x="4919390" y="1107933"/>
                  </a:lnTo>
                  <a:lnTo>
                    <a:pt x="4919548" y="1107933"/>
                  </a:lnTo>
                  <a:lnTo>
                    <a:pt x="4919706" y="1107933"/>
                  </a:lnTo>
                  <a:lnTo>
                    <a:pt x="4919863" y="1107933"/>
                  </a:lnTo>
                  <a:lnTo>
                    <a:pt x="4920021" y="1107933"/>
                  </a:lnTo>
                  <a:lnTo>
                    <a:pt x="4920179" y="1107933"/>
                  </a:lnTo>
                  <a:lnTo>
                    <a:pt x="4920337" y="1107933"/>
                  </a:lnTo>
                  <a:lnTo>
                    <a:pt x="4920494" y="1107933"/>
                  </a:lnTo>
                  <a:lnTo>
                    <a:pt x="4920652" y="1107933"/>
                  </a:lnTo>
                  <a:lnTo>
                    <a:pt x="4920810" y="1107933"/>
                  </a:lnTo>
                  <a:lnTo>
                    <a:pt x="4920967" y="1107933"/>
                  </a:lnTo>
                  <a:lnTo>
                    <a:pt x="4921125" y="1107933"/>
                  </a:lnTo>
                  <a:lnTo>
                    <a:pt x="4921283" y="1107933"/>
                  </a:lnTo>
                  <a:lnTo>
                    <a:pt x="4921441" y="1107933"/>
                  </a:lnTo>
                  <a:lnTo>
                    <a:pt x="4921598" y="1107933"/>
                  </a:lnTo>
                  <a:lnTo>
                    <a:pt x="4921756" y="1107933"/>
                  </a:lnTo>
                  <a:lnTo>
                    <a:pt x="4921756" y="1107503"/>
                  </a:lnTo>
                  <a:lnTo>
                    <a:pt x="4921914" y="1107503"/>
                  </a:lnTo>
                  <a:lnTo>
                    <a:pt x="4922072" y="1107503"/>
                  </a:lnTo>
                  <a:lnTo>
                    <a:pt x="4922229" y="1107503"/>
                  </a:lnTo>
                  <a:lnTo>
                    <a:pt x="4922229" y="1107072"/>
                  </a:lnTo>
                  <a:lnTo>
                    <a:pt x="4922387" y="1107072"/>
                  </a:lnTo>
                  <a:lnTo>
                    <a:pt x="4922545" y="1107072"/>
                  </a:lnTo>
                  <a:lnTo>
                    <a:pt x="4922702" y="1107072"/>
                  </a:lnTo>
                  <a:lnTo>
                    <a:pt x="4922702" y="1106642"/>
                  </a:lnTo>
                  <a:lnTo>
                    <a:pt x="4922860" y="1106642"/>
                  </a:lnTo>
                  <a:lnTo>
                    <a:pt x="4923018" y="1106642"/>
                  </a:lnTo>
                  <a:lnTo>
                    <a:pt x="4923176" y="1106642"/>
                  </a:lnTo>
                  <a:lnTo>
                    <a:pt x="4923176" y="1106211"/>
                  </a:lnTo>
                  <a:lnTo>
                    <a:pt x="4923333" y="1106211"/>
                  </a:lnTo>
                  <a:lnTo>
                    <a:pt x="4923491" y="1106211"/>
                  </a:lnTo>
                  <a:lnTo>
                    <a:pt x="4923649" y="1106211"/>
                  </a:lnTo>
                  <a:lnTo>
                    <a:pt x="4923806" y="1106211"/>
                  </a:lnTo>
                  <a:lnTo>
                    <a:pt x="4923806" y="1105780"/>
                  </a:lnTo>
                  <a:lnTo>
                    <a:pt x="4923964" y="1105780"/>
                  </a:lnTo>
                  <a:lnTo>
                    <a:pt x="4924122" y="1105780"/>
                  </a:lnTo>
                  <a:lnTo>
                    <a:pt x="4924280" y="1105780"/>
                  </a:lnTo>
                  <a:lnTo>
                    <a:pt x="4924437" y="1105780"/>
                  </a:lnTo>
                  <a:lnTo>
                    <a:pt x="4924595" y="1105780"/>
                  </a:lnTo>
                  <a:lnTo>
                    <a:pt x="4924753" y="1105780"/>
                  </a:lnTo>
                  <a:lnTo>
                    <a:pt x="4924910" y="1105780"/>
                  </a:lnTo>
                  <a:lnTo>
                    <a:pt x="4925068" y="1105780"/>
                  </a:lnTo>
                  <a:lnTo>
                    <a:pt x="4925226" y="1105780"/>
                  </a:lnTo>
                  <a:lnTo>
                    <a:pt x="4925226" y="1105350"/>
                  </a:lnTo>
                  <a:lnTo>
                    <a:pt x="4925226" y="1104919"/>
                  </a:lnTo>
                  <a:lnTo>
                    <a:pt x="4925384" y="1104919"/>
                  </a:lnTo>
                  <a:lnTo>
                    <a:pt x="4925541" y="1104919"/>
                  </a:lnTo>
                  <a:lnTo>
                    <a:pt x="4925541" y="1104489"/>
                  </a:lnTo>
                  <a:lnTo>
                    <a:pt x="4925541" y="1104058"/>
                  </a:lnTo>
                  <a:lnTo>
                    <a:pt x="4925699" y="1104058"/>
                  </a:lnTo>
                  <a:lnTo>
                    <a:pt x="4925857" y="1104058"/>
                  </a:lnTo>
                  <a:lnTo>
                    <a:pt x="4926014" y="1104058"/>
                  </a:lnTo>
                  <a:lnTo>
                    <a:pt x="4926172" y="1104058"/>
                  </a:lnTo>
                  <a:lnTo>
                    <a:pt x="4926172" y="1103627"/>
                  </a:lnTo>
                  <a:lnTo>
                    <a:pt x="4926330" y="1103627"/>
                  </a:lnTo>
                  <a:lnTo>
                    <a:pt x="4926488" y="1103627"/>
                  </a:lnTo>
                  <a:lnTo>
                    <a:pt x="4926645" y="1103627"/>
                  </a:lnTo>
                  <a:lnTo>
                    <a:pt x="4926803" y="1103627"/>
                  </a:lnTo>
                  <a:lnTo>
                    <a:pt x="4926961" y="1103627"/>
                  </a:lnTo>
                  <a:lnTo>
                    <a:pt x="4926961" y="1103197"/>
                  </a:lnTo>
                  <a:lnTo>
                    <a:pt x="4927119" y="1103197"/>
                  </a:lnTo>
                  <a:lnTo>
                    <a:pt x="4927276" y="1103197"/>
                  </a:lnTo>
                  <a:lnTo>
                    <a:pt x="4927434" y="1103197"/>
                  </a:lnTo>
                  <a:lnTo>
                    <a:pt x="4927592" y="1103197"/>
                  </a:lnTo>
                  <a:lnTo>
                    <a:pt x="4927749" y="1103197"/>
                  </a:lnTo>
                  <a:lnTo>
                    <a:pt x="4927907" y="1103197"/>
                  </a:lnTo>
                  <a:lnTo>
                    <a:pt x="4927907" y="1102766"/>
                  </a:lnTo>
                  <a:lnTo>
                    <a:pt x="4928065" y="1102766"/>
                  </a:lnTo>
                  <a:lnTo>
                    <a:pt x="4928223" y="1102766"/>
                  </a:lnTo>
                  <a:lnTo>
                    <a:pt x="4928380" y="1102766"/>
                  </a:lnTo>
                  <a:lnTo>
                    <a:pt x="4928380" y="1102336"/>
                  </a:lnTo>
                  <a:lnTo>
                    <a:pt x="4928538" y="1102336"/>
                  </a:lnTo>
                  <a:lnTo>
                    <a:pt x="4928696" y="1102336"/>
                  </a:lnTo>
                  <a:lnTo>
                    <a:pt x="4928853" y="1102336"/>
                  </a:lnTo>
                  <a:lnTo>
                    <a:pt x="4929011" y="1102336"/>
                  </a:lnTo>
                  <a:lnTo>
                    <a:pt x="4929169" y="1102336"/>
                  </a:lnTo>
                  <a:lnTo>
                    <a:pt x="4929327" y="1102336"/>
                  </a:lnTo>
                  <a:lnTo>
                    <a:pt x="4929484" y="1102336"/>
                  </a:lnTo>
                  <a:lnTo>
                    <a:pt x="4929642" y="1102336"/>
                  </a:lnTo>
                  <a:lnTo>
                    <a:pt x="4929800" y="1102336"/>
                  </a:lnTo>
                  <a:lnTo>
                    <a:pt x="4929957" y="1102336"/>
                  </a:lnTo>
                  <a:lnTo>
                    <a:pt x="4930115" y="1102336"/>
                  </a:lnTo>
                  <a:lnTo>
                    <a:pt x="4930273" y="1102336"/>
                  </a:lnTo>
                  <a:lnTo>
                    <a:pt x="4930431" y="1102336"/>
                  </a:lnTo>
                  <a:lnTo>
                    <a:pt x="4930431" y="1101905"/>
                  </a:lnTo>
                  <a:lnTo>
                    <a:pt x="4930588" y="1101905"/>
                  </a:lnTo>
                  <a:lnTo>
                    <a:pt x="4930746" y="1101905"/>
                  </a:lnTo>
                  <a:lnTo>
                    <a:pt x="4930904" y="1101905"/>
                  </a:lnTo>
                  <a:lnTo>
                    <a:pt x="4931061" y="1101905"/>
                  </a:lnTo>
                  <a:lnTo>
                    <a:pt x="4931061" y="1101474"/>
                  </a:lnTo>
                  <a:lnTo>
                    <a:pt x="4931219" y="1101474"/>
                  </a:lnTo>
                  <a:lnTo>
                    <a:pt x="4931377" y="1101474"/>
                  </a:lnTo>
                  <a:lnTo>
                    <a:pt x="4931377" y="1101044"/>
                  </a:lnTo>
                  <a:lnTo>
                    <a:pt x="4931535" y="1101044"/>
                  </a:lnTo>
                  <a:lnTo>
                    <a:pt x="4931692" y="1101044"/>
                  </a:lnTo>
                  <a:lnTo>
                    <a:pt x="4931850" y="1101044"/>
                  </a:lnTo>
                  <a:lnTo>
                    <a:pt x="4932008" y="1101044"/>
                  </a:lnTo>
                  <a:lnTo>
                    <a:pt x="4932165" y="1101044"/>
                  </a:lnTo>
                  <a:lnTo>
                    <a:pt x="4932323" y="1101044"/>
                  </a:lnTo>
                  <a:lnTo>
                    <a:pt x="4932323" y="1100613"/>
                  </a:lnTo>
                  <a:lnTo>
                    <a:pt x="4932481" y="1100613"/>
                  </a:lnTo>
                  <a:lnTo>
                    <a:pt x="4932639" y="1100613"/>
                  </a:lnTo>
                  <a:lnTo>
                    <a:pt x="4932796" y="1100613"/>
                  </a:lnTo>
                  <a:lnTo>
                    <a:pt x="4932954" y="1100613"/>
                  </a:lnTo>
                  <a:lnTo>
                    <a:pt x="4932954" y="1100183"/>
                  </a:lnTo>
                  <a:lnTo>
                    <a:pt x="4932954" y="1099752"/>
                  </a:lnTo>
                  <a:lnTo>
                    <a:pt x="4933112" y="1099752"/>
                  </a:lnTo>
                  <a:lnTo>
                    <a:pt x="4933270" y="1099752"/>
                  </a:lnTo>
                  <a:lnTo>
                    <a:pt x="4933427" y="1099752"/>
                  </a:lnTo>
                  <a:lnTo>
                    <a:pt x="4933585" y="1099752"/>
                  </a:lnTo>
                  <a:lnTo>
                    <a:pt x="4933743" y="1099752"/>
                  </a:lnTo>
                  <a:lnTo>
                    <a:pt x="4933900" y="1099752"/>
                  </a:lnTo>
                  <a:lnTo>
                    <a:pt x="4933900" y="1099321"/>
                  </a:lnTo>
                  <a:lnTo>
                    <a:pt x="4934058" y="1099321"/>
                  </a:lnTo>
                  <a:lnTo>
                    <a:pt x="4934216" y="1099321"/>
                  </a:lnTo>
                  <a:lnTo>
                    <a:pt x="4934374" y="1099321"/>
                  </a:lnTo>
                  <a:lnTo>
                    <a:pt x="4934531" y="1099321"/>
                  </a:lnTo>
                  <a:lnTo>
                    <a:pt x="4934689" y="1099321"/>
                  </a:lnTo>
                  <a:lnTo>
                    <a:pt x="4934847" y="1099321"/>
                  </a:lnTo>
                  <a:lnTo>
                    <a:pt x="4934847" y="1098891"/>
                  </a:lnTo>
                  <a:lnTo>
                    <a:pt x="4935004" y="1098891"/>
                  </a:lnTo>
                  <a:lnTo>
                    <a:pt x="4935162" y="1098891"/>
                  </a:lnTo>
                  <a:lnTo>
                    <a:pt x="4935320" y="1098891"/>
                  </a:lnTo>
                  <a:lnTo>
                    <a:pt x="4935478" y="1098891"/>
                  </a:lnTo>
                  <a:lnTo>
                    <a:pt x="4935635" y="1098891"/>
                  </a:lnTo>
                  <a:lnTo>
                    <a:pt x="4935793" y="1098891"/>
                  </a:lnTo>
                  <a:lnTo>
                    <a:pt x="4935951" y="1098891"/>
                  </a:lnTo>
                  <a:lnTo>
                    <a:pt x="4936108" y="1098891"/>
                  </a:lnTo>
                  <a:lnTo>
                    <a:pt x="4936108" y="1098460"/>
                  </a:lnTo>
                  <a:lnTo>
                    <a:pt x="4936266" y="1098460"/>
                  </a:lnTo>
                  <a:lnTo>
                    <a:pt x="4936424" y="1098460"/>
                  </a:lnTo>
                  <a:lnTo>
                    <a:pt x="4936582" y="1098460"/>
                  </a:lnTo>
                  <a:lnTo>
                    <a:pt x="4936739" y="1098460"/>
                  </a:lnTo>
                  <a:lnTo>
                    <a:pt x="4936897" y="1098460"/>
                  </a:lnTo>
                  <a:lnTo>
                    <a:pt x="4937055" y="1098460"/>
                  </a:lnTo>
                  <a:lnTo>
                    <a:pt x="4937212" y="1098460"/>
                  </a:lnTo>
                  <a:lnTo>
                    <a:pt x="4937370" y="1098460"/>
                  </a:lnTo>
                  <a:lnTo>
                    <a:pt x="4937370" y="1098030"/>
                  </a:lnTo>
                  <a:lnTo>
                    <a:pt x="4937528" y="1098030"/>
                  </a:lnTo>
                  <a:lnTo>
                    <a:pt x="4937686" y="1098030"/>
                  </a:lnTo>
                  <a:lnTo>
                    <a:pt x="4937843" y="1098030"/>
                  </a:lnTo>
                  <a:lnTo>
                    <a:pt x="4938001" y="1098030"/>
                  </a:lnTo>
                  <a:lnTo>
                    <a:pt x="4938159" y="1098030"/>
                  </a:lnTo>
                  <a:lnTo>
                    <a:pt x="4938159" y="1097599"/>
                  </a:lnTo>
                  <a:lnTo>
                    <a:pt x="4938317" y="1097599"/>
                  </a:lnTo>
                  <a:lnTo>
                    <a:pt x="4938474" y="1097599"/>
                  </a:lnTo>
                  <a:lnTo>
                    <a:pt x="4938632" y="1097599"/>
                  </a:lnTo>
                  <a:lnTo>
                    <a:pt x="4938790" y="1097599"/>
                  </a:lnTo>
                  <a:lnTo>
                    <a:pt x="4938947" y="1097599"/>
                  </a:lnTo>
                  <a:lnTo>
                    <a:pt x="4939105" y="1097599"/>
                  </a:lnTo>
                  <a:lnTo>
                    <a:pt x="4939263" y="1097599"/>
                  </a:lnTo>
                  <a:lnTo>
                    <a:pt x="4939421" y="1097599"/>
                  </a:lnTo>
                  <a:lnTo>
                    <a:pt x="4939578" y="1097599"/>
                  </a:lnTo>
                  <a:lnTo>
                    <a:pt x="4939736" y="1097599"/>
                  </a:lnTo>
                  <a:lnTo>
                    <a:pt x="4939894" y="1097599"/>
                  </a:lnTo>
                  <a:lnTo>
                    <a:pt x="4940051" y="1097599"/>
                  </a:lnTo>
                  <a:lnTo>
                    <a:pt x="4940209" y="1097599"/>
                  </a:lnTo>
                  <a:lnTo>
                    <a:pt x="4940367" y="1097599"/>
                  </a:lnTo>
                  <a:lnTo>
                    <a:pt x="4940525" y="1097599"/>
                  </a:lnTo>
                  <a:lnTo>
                    <a:pt x="4940682" y="1097599"/>
                  </a:lnTo>
                  <a:lnTo>
                    <a:pt x="4940840" y="1097599"/>
                  </a:lnTo>
                  <a:lnTo>
                    <a:pt x="4940998" y="1097599"/>
                  </a:lnTo>
                  <a:lnTo>
                    <a:pt x="4940998" y="1097168"/>
                  </a:lnTo>
                  <a:lnTo>
                    <a:pt x="4941155" y="1097168"/>
                  </a:lnTo>
                  <a:lnTo>
                    <a:pt x="4941313" y="1097168"/>
                  </a:lnTo>
                  <a:lnTo>
                    <a:pt x="4941471" y="1097168"/>
                  </a:lnTo>
                  <a:lnTo>
                    <a:pt x="4941629" y="1097168"/>
                  </a:lnTo>
                  <a:lnTo>
                    <a:pt x="4941786" y="1097168"/>
                  </a:lnTo>
                  <a:lnTo>
                    <a:pt x="4941944" y="1097168"/>
                  </a:lnTo>
                  <a:lnTo>
                    <a:pt x="4942102" y="1097168"/>
                  </a:lnTo>
                  <a:lnTo>
                    <a:pt x="4942259" y="1097168"/>
                  </a:lnTo>
                  <a:lnTo>
                    <a:pt x="4942417" y="1097168"/>
                  </a:lnTo>
                  <a:lnTo>
                    <a:pt x="4942575" y="1097168"/>
                  </a:lnTo>
                  <a:lnTo>
                    <a:pt x="4942733" y="1097168"/>
                  </a:lnTo>
                  <a:lnTo>
                    <a:pt x="4942890" y="1097168"/>
                  </a:lnTo>
                  <a:lnTo>
                    <a:pt x="4942890" y="1096738"/>
                  </a:lnTo>
                  <a:lnTo>
                    <a:pt x="4942890" y="1096307"/>
                  </a:lnTo>
                  <a:lnTo>
                    <a:pt x="4943048" y="1096307"/>
                  </a:lnTo>
                  <a:lnTo>
                    <a:pt x="4943206" y="1096307"/>
                  </a:lnTo>
                  <a:lnTo>
                    <a:pt x="4943363" y="1096307"/>
                  </a:lnTo>
                  <a:lnTo>
                    <a:pt x="4943521" y="1096307"/>
                  </a:lnTo>
                  <a:lnTo>
                    <a:pt x="4943679" y="1096307"/>
                  </a:lnTo>
                  <a:lnTo>
                    <a:pt x="4943837" y="1096307"/>
                  </a:lnTo>
                  <a:lnTo>
                    <a:pt x="4943837" y="1095877"/>
                  </a:lnTo>
                  <a:lnTo>
                    <a:pt x="4943994" y="1095877"/>
                  </a:lnTo>
                  <a:lnTo>
                    <a:pt x="4944152" y="1095877"/>
                  </a:lnTo>
                  <a:lnTo>
                    <a:pt x="4944310" y="1095877"/>
                  </a:lnTo>
                  <a:lnTo>
                    <a:pt x="4944310" y="1095446"/>
                  </a:lnTo>
                  <a:lnTo>
                    <a:pt x="4944468" y="1095446"/>
                  </a:lnTo>
                  <a:lnTo>
                    <a:pt x="4944625" y="1095446"/>
                  </a:lnTo>
                  <a:lnTo>
                    <a:pt x="4944783" y="1095446"/>
                  </a:lnTo>
                  <a:lnTo>
                    <a:pt x="4944941" y="1095446"/>
                  </a:lnTo>
                  <a:lnTo>
                    <a:pt x="4944941" y="1095015"/>
                  </a:lnTo>
                  <a:lnTo>
                    <a:pt x="4944941" y="1094585"/>
                  </a:lnTo>
                  <a:lnTo>
                    <a:pt x="4945098" y="1094585"/>
                  </a:lnTo>
                  <a:lnTo>
                    <a:pt x="4945098" y="1094154"/>
                  </a:lnTo>
                  <a:lnTo>
                    <a:pt x="4945256" y="1094154"/>
                  </a:lnTo>
                  <a:lnTo>
                    <a:pt x="4945414" y="1094154"/>
                  </a:lnTo>
                  <a:lnTo>
                    <a:pt x="4945414" y="1093724"/>
                  </a:lnTo>
                  <a:lnTo>
                    <a:pt x="4945572" y="1093724"/>
                  </a:lnTo>
                  <a:lnTo>
                    <a:pt x="4945729" y="1093724"/>
                  </a:lnTo>
                  <a:lnTo>
                    <a:pt x="4945887" y="1093724"/>
                  </a:lnTo>
                  <a:lnTo>
                    <a:pt x="4946045" y="1093724"/>
                  </a:lnTo>
                  <a:lnTo>
                    <a:pt x="4946045" y="1093293"/>
                  </a:lnTo>
                  <a:lnTo>
                    <a:pt x="4946045" y="1092862"/>
                  </a:lnTo>
                  <a:lnTo>
                    <a:pt x="4946045" y="1092432"/>
                  </a:lnTo>
                  <a:lnTo>
                    <a:pt x="4946202" y="1092432"/>
                  </a:lnTo>
                  <a:lnTo>
                    <a:pt x="4946360" y="1092432"/>
                  </a:lnTo>
                  <a:lnTo>
                    <a:pt x="4946518" y="1092432"/>
                  </a:lnTo>
                  <a:lnTo>
                    <a:pt x="4946518" y="1092001"/>
                  </a:lnTo>
                  <a:lnTo>
                    <a:pt x="4946676" y="1092001"/>
                  </a:lnTo>
                  <a:lnTo>
                    <a:pt x="4946833" y="1092001"/>
                  </a:lnTo>
                  <a:lnTo>
                    <a:pt x="4946833" y="1091571"/>
                  </a:lnTo>
                  <a:lnTo>
                    <a:pt x="4946991" y="1091571"/>
                  </a:lnTo>
                  <a:lnTo>
                    <a:pt x="4947149" y="1091571"/>
                  </a:lnTo>
                  <a:lnTo>
                    <a:pt x="4947306" y="1091571"/>
                  </a:lnTo>
                  <a:lnTo>
                    <a:pt x="4947306" y="1091140"/>
                  </a:lnTo>
                  <a:lnTo>
                    <a:pt x="4947464" y="1091140"/>
                  </a:lnTo>
                  <a:lnTo>
                    <a:pt x="4947622" y="1091140"/>
                  </a:lnTo>
                  <a:lnTo>
                    <a:pt x="4947622" y="1090709"/>
                  </a:lnTo>
                  <a:lnTo>
                    <a:pt x="4947622" y="1090279"/>
                  </a:lnTo>
                  <a:lnTo>
                    <a:pt x="4947780" y="1090279"/>
                  </a:lnTo>
                  <a:lnTo>
                    <a:pt x="4947937" y="1090279"/>
                  </a:lnTo>
                  <a:lnTo>
                    <a:pt x="4948095" y="1090279"/>
                  </a:lnTo>
                  <a:lnTo>
                    <a:pt x="4948253" y="1090279"/>
                  </a:lnTo>
                  <a:lnTo>
                    <a:pt x="4948253" y="1089848"/>
                  </a:lnTo>
                  <a:lnTo>
                    <a:pt x="4948410" y="1089848"/>
                  </a:lnTo>
                  <a:lnTo>
                    <a:pt x="4948410" y="1089418"/>
                  </a:lnTo>
                  <a:lnTo>
                    <a:pt x="4948410" y="1088987"/>
                  </a:lnTo>
                  <a:lnTo>
                    <a:pt x="4948568" y="1088987"/>
                  </a:lnTo>
                  <a:lnTo>
                    <a:pt x="4948726" y="1088987"/>
                  </a:lnTo>
                  <a:lnTo>
                    <a:pt x="4948884" y="1088987"/>
                  </a:lnTo>
                  <a:lnTo>
                    <a:pt x="4949041" y="1088987"/>
                  </a:lnTo>
                  <a:lnTo>
                    <a:pt x="4949199" y="1088987"/>
                  </a:lnTo>
                  <a:lnTo>
                    <a:pt x="4949357" y="1088987"/>
                  </a:lnTo>
                  <a:lnTo>
                    <a:pt x="4949515" y="1088987"/>
                  </a:lnTo>
                  <a:lnTo>
                    <a:pt x="4949672" y="1088987"/>
                  </a:lnTo>
                  <a:lnTo>
                    <a:pt x="4949830" y="1088987"/>
                  </a:lnTo>
                  <a:lnTo>
                    <a:pt x="4949988" y="1088987"/>
                  </a:lnTo>
                  <a:lnTo>
                    <a:pt x="4949988" y="1088556"/>
                  </a:lnTo>
                  <a:lnTo>
                    <a:pt x="4950145" y="1088556"/>
                  </a:lnTo>
                  <a:lnTo>
                    <a:pt x="4950145" y="1088126"/>
                  </a:lnTo>
                  <a:lnTo>
                    <a:pt x="4950303" y="1088126"/>
                  </a:lnTo>
                  <a:lnTo>
                    <a:pt x="4950461" y="1088126"/>
                  </a:lnTo>
                  <a:lnTo>
                    <a:pt x="4950619" y="1088126"/>
                  </a:lnTo>
                  <a:lnTo>
                    <a:pt x="4950776" y="1088126"/>
                  </a:lnTo>
                  <a:lnTo>
                    <a:pt x="4950934" y="1088126"/>
                  </a:lnTo>
                  <a:lnTo>
                    <a:pt x="4951092" y="1088126"/>
                  </a:lnTo>
                  <a:lnTo>
                    <a:pt x="4951249" y="1088126"/>
                  </a:lnTo>
                  <a:lnTo>
                    <a:pt x="4951407" y="1088126"/>
                  </a:lnTo>
                  <a:lnTo>
                    <a:pt x="4951565" y="1088126"/>
                  </a:lnTo>
                  <a:lnTo>
                    <a:pt x="4951565" y="1087695"/>
                  </a:lnTo>
                  <a:lnTo>
                    <a:pt x="4951723" y="1087695"/>
                  </a:lnTo>
                  <a:lnTo>
                    <a:pt x="4951880" y="1087695"/>
                  </a:lnTo>
                  <a:lnTo>
                    <a:pt x="4952038" y="1087695"/>
                  </a:lnTo>
                  <a:lnTo>
                    <a:pt x="4952196" y="1087695"/>
                  </a:lnTo>
                  <a:lnTo>
                    <a:pt x="4952353" y="1087695"/>
                  </a:lnTo>
                  <a:lnTo>
                    <a:pt x="4952511" y="1087695"/>
                  </a:lnTo>
                  <a:lnTo>
                    <a:pt x="4952669" y="1087695"/>
                  </a:lnTo>
                  <a:lnTo>
                    <a:pt x="4952827" y="1087695"/>
                  </a:lnTo>
                  <a:lnTo>
                    <a:pt x="4952984" y="1087695"/>
                  </a:lnTo>
                  <a:lnTo>
                    <a:pt x="4953142" y="1087695"/>
                  </a:lnTo>
                  <a:lnTo>
                    <a:pt x="4953300" y="1087695"/>
                  </a:lnTo>
                  <a:lnTo>
                    <a:pt x="4953457" y="1087695"/>
                  </a:lnTo>
                  <a:lnTo>
                    <a:pt x="4953615" y="1087695"/>
                  </a:lnTo>
                  <a:lnTo>
                    <a:pt x="4953615" y="1087265"/>
                  </a:lnTo>
                  <a:lnTo>
                    <a:pt x="4953615" y="1086834"/>
                  </a:lnTo>
                  <a:lnTo>
                    <a:pt x="4953773" y="1086834"/>
                  </a:lnTo>
                  <a:lnTo>
                    <a:pt x="4953931" y="1086834"/>
                  </a:lnTo>
                  <a:lnTo>
                    <a:pt x="4954088" y="1086834"/>
                  </a:lnTo>
                  <a:lnTo>
                    <a:pt x="4954246" y="1086834"/>
                  </a:lnTo>
                  <a:lnTo>
                    <a:pt x="4954404" y="1086834"/>
                  </a:lnTo>
                  <a:lnTo>
                    <a:pt x="4954561" y="1086834"/>
                  </a:lnTo>
                  <a:lnTo>
                    <a:pt x="4954561" y="1086403"/>
                  </a:lnTo>
                  <a:lnTo>
                    <a:pt x="4954719" y="1086403"/>
                  </a:lnTo>
                  <a:lnTo>
                    <a:pt x="4954719" y="1085973"/>
                  </a:lnTo>
                  <a:lnTo>
                    <a:pt x="4954719" y="1085542"/>
                  </a:lnTo>
                  <a:lnTo>
                    <a:pt x="4954877" y="1085542"/>
                  </a:lnTo>
                  <a:lnTo>
                    <a:pt x="4955035" y="1085542"/>
                  </a:lnTo>
                  <a:lnTo>
                    <a:pt x="4955035" y="1085112"/>
                  </a:lnTo>
                  <a:lnTo>
                    <a:pt x="4955192" y="1085112"/>
                  </a:lnTo>
                  <a:lnTo>
                    <a:pt x="4955350" y="1085112"/>
                  </a:lnTo>
                  <a:lnTo>
                    <a:pt x="4955508" y="1085112"/>
                  </a:lnTo>
                  <a:lnTo>
                    <a:pt x="4955666" y="1085112"/>
                  </a:lnTo>
                  <a:lnTo>
                    <a:pt x="4955666" y="1084681"/>
                  </a:lnTo>
                  <a:lnTo>
                    <a:pt x="4955823" y="1084681"/>
                  </a:lnTo>
                  <a:lnTo>
                    <a:pt x="4955823" y="1084250"/>
                  </a:lnTo>
                  <a:lnTo>
                    <a:pt x="4955981" y="1084250"/>
                  </a:lnTo>
                  <a:lnTo>
                    <a:pt x="4956139" y="1084250"/>
                  </a:lnTo>
                  <a:lnTo>
                    <a:pt x="4956296" y="1084250"/>
                  </a:lnTo>
                  <a:lnTo>
                    <a:pt x="4956454" y="1084250"/>
                  </a:lnTo>
                  <a:lnTo>
                    <a:pt x="4956612" y="1084250"/>
                  </a:lnTo>
                  <a:lnTo>
                    <a:pt x="4956770" y="1084250"/>
                  </a:lnTo>
                  <a:lnTo>
                    <a:pt x="4956927" y="1084250"/>
                  </a:lnTo>
                  <a:lnTo>
                    <a:pt x="4957085" y="1084250"/>
                  </a:lnTo>
                  <a:lnTo>
                    <a:pt x="4957243" y="1084250"/>
                  </a:lnTo>
                  <a:lnTo>
                    <a:pt x="4957400" y="1084250"/>
                  </a:lnTo>
                  <a:lnTo>
                    <a:pt x="4957400" y="1083820"/>
                  </a:lnTo>
                  <a:lnTo>
                    <a:pt x="4957558" y="1083820"/>
                  </a:lnTo>
                  <a:lnTo>
                    <a:pt x="4957558" y="1083389"/>
                  </a:lnTo>
                  <a:lnTo>
                    <a:pt x="4957716" y="1083389"/>
                  </a:lnTo>
                  <a:lnTo>
                    <a:pt x="4957874" y="1083389"/>
                  </a:lnTo>
                  <a:lnTo>
                    <a:pt x="4957874" y="1082959"/>
                  </a:lnTo>
                  <a:lnTo>
                    <a:pt x="4958031" y="1082959"/>
                  </a:lnTo>
                  <a:lnTo>
                    <a:pt x="4958189" y="1082959"/>
                  </a:lnTo>
                  <a:lnTo>
                    <a:pt x="4958189" y="1082528"/>
                  </a:lnTo>
                  <a:lnTo>
                    <a:pt x="4958347" y="1082528"/>
                  </a:lnTo>
                  <a:lnTo>
                    <a:pt x="4958504" y="1082528"/>
                  </a:lnTo>
                  <a:lnTo>
                    <a:pt x="4958662" y="1082528"/>
                  </a:lnTo>
                  <a:lnTo>
                    <a:pt x="4958662" y="1082097"/>
                  </a:lnTo>
                  <a:lnTo>
                    <a:pt x="4958820" y="1082097"/>
                  </a:lnTo>
                  <a:lnTo>
                    <a:pt x="4958978" y="1082097"/>
                  </a:lnTo>
                  <a:lnTo>
                    <a:pt x="4959135" y="1082097"/>
                  </a:lnTo>
                  <a:lnTo>
                    <a:pt x="4959293" y="1082097"/>
                  </a:lnTo>
                  <a:lnTo>
                    <a:pt x="4959451" y="1082097"/>
                  </a:lnTo>
                  <a:lnTo>
                    <a:pt x="4959608" y="1082097"/>
                  </a:lnTo>
                  <a:lnTo>
                    <a:pt x="4959766" y="1082097"/>
                  </a:lnTo>
                  <a:lnTo>
                    <a:pt x="4959766" y="1081667"/>
                  </a:lnTo>
                  <a:lnTo>
                    <a:pt x="4959924" y="1081667"/>
                  </a:lnTo>
                  <a:lnTo>
                    <a:pt x="4960082" y="1081667"/>
                  </a:lnTo>
                  <a:lnTo>
                    <a:pt x="4960239" y="1081667"/>
                  </a:lnTo>
                  <a:lnTo>
                    <a:pt x="4960239" y="1081236"/>
                  </a:lnTo>
                  <a:lnTo>
                    <a:pt x="4960397" y="1081236"/>
                  </a:lnTo>
                  <a:lnTo>
                    <a:pt x="4960555" y="1081236"/>
                  </a:lnTo>
                  <a:lnTo>
                    <a:pt x="4960555" y="1080806"/>
                  </a:lnTo>
                  <a:lnTo>
                    <a:pt x="4960713" y="1080806"/>
                  </a:lnTo>
                  <a:lnTo>
                    <a:pt x="4960870" y="1080806"/>
                  </a:lnTo>
                  <a:lnTo>
                    <a:pt x="4961028" y="1080806"/>
                  </a:lnTo>
                  <a:lnTo>
                    <a:pt x="4961186" y="1080806"/>
                  </a:lnTo>
                  <a:lnTo>
                    <a:pt x="4961343" y="1080806"/>
                  </a:lnTo>
                  <a:lnTo>
                    <a:pt x="4961501" y="1080806"/>
                  </a:lnTo>
                  <a:lnTo>
                    <a:pt x="4961659" y="1080806"/>
                  </a:lnTo>
                  <a:lnTo>
                    <a:pt x="4961817" y="1080806"/>
                  </a:lnTo>
                  <a:lnTo>
                    <a:pt x="4961974" y="1080806"/>
                  </a:lnTo>
                  <a:lnTo>
                    <a:pt x="4962132" y="1080806"/>
                  </a:lnTo>
                  <a:lnTo>
                    <a:pt x="4962290" y="1080806"/>
                  </a:lnTo>
                  <a:lnTo>
                    <a:pt x="4962290" y="1080375"/>
                  </a:lnTo>
                  <a:lnTo>
                    <a:pt x="4962447" y="1080375"/>
                  </a:lnTo>
                  <a:lnTo>
                    <a:pt x="4962605" y="1080375"/>
                  </a:lnTo>
                  <a:lnTo>
                    <a:pt x="4962763" y="1080375"/>
                  </a:lnTo>
                  <a:lnTo>
                    <a:pt x="4962921" y="1080375"/>
                  </a:lnTo>
                  <a:lnTo>
                    <a:pt x="4963078" y="1080375"/>
                  </a:lnTo>
                  <a:lnTo>
                    <a:pt x="4963236" y="1080375"/>
                  </a:lnTo>
                  <a:lnTo>
                    <a:pt x="4963394" y="1080375"/>
                  </a:lnTo>
                  <a:lnTo>
                    <a:pt x="4963551" y="1080375"/>
                  </a:lnTo>
                  <a:lnTo>
                    <a:pt x="4963709" y="1080375"/>
                  </a:lnTo>
                  <a:lnTo>
                    <a:pt x="4963867" y="1080375"/>
                  </a:lnTo>
                  <a:lnTo>
                    <a:pt x="4964025" y="1080375"/>
                  </a:lnTo>
                  <a:lnTo>
                    <a:pt x="4964182" y="1080375"/>
                  </a:lnTo>
                  <a:lnTo>
                    <a:pt x="4964182" y="1079944"/>
                  </a:lnTo>
                  <a:lnTo>
                    <a:pt x="4964340" y="1079944"/>
                  </a:lnTo>
                  <a:lnTo>
                    <a:pt x="4964498" y="1079944"/>
                  </a:lnTo>
                  <a:lnTo>
                    <a:pt x="4964655" y="1079944"/>
                  </a:lnTo>
                  <a:lnTo>
                    <a:pt x="4964655" y="1079514"/>
                  </a:lnTo>
                  <a:lnTo>
                    <a:pt x="4964813" y="1079514"/>
                  </a:lnTo>
                  <a:lnTo>
                    <a:pt x="4964971" y="1079514"/>
                  </a:lnTo>
                  <a:lnTo>
                    <a:pt x="4965129" y="1079514"/>
                  </a:lnTo>
                  <a:lnTo>
                    <a:pt x="4965286" y="1079514"/>
                  </a:lnTo>
                  <a:lnTo>
                    <a:pt x="4965444" y="1079514"/>
                  </a:lnTo>
                  <a:lnTo>
                    <a:pt x="4965602" y="1079514"/>
                  </a:lnTo>
                  <a:lnTo>
                    <a:pt x="4965759" y="1079514"/>
                  </a:lnTo>
                  <a:lnTo>
                    <a:pt x="4965917" y="1079514"/>
                  </a:lnTo>
                  <a:lnTo>
                    <a:pt x="4965917" y="1079083"/>
                  </a:lnTo>
                  <a:lnTo>
                    <a:pt x="4966075" y="1079083"/>
                  </a:lnTo>
                  <a:lnTo>
                    <a:pt x="4966233" y="1079083"/>
                  </a:lnTo>
                  <a:lnTo>
                    <a:pt x="4966233" y="1078653"/>
                  </a:lnTo>
                  <a:lnTo>
                    <a:pt x="4966390" y="1078653"/>
                  </a:lnTo>
                  <a:lnTo>
                    <a:pt x="4966548" y="1078653"/>
                  </a:lnTo>
                  <a:lnTo>
                    <a:pt x="4966706" y="1078653"/>
                  </a:lnTo>
                  <a:lnTo>
                    <a:pt x="4966864" y="1078653"/>
                  </a:lnTo>
                  <a:lnTo>
                    <a:pt x="4967021" y="1078653"/>
                  </a:lnTo>
                  <a:lnTo>
                    <a:pt x="4967179" y="1078653"/>
                  </a:lnTo>
                  <a:lnTo>
                    <a:pt x="4967179" y="1078222"/>
                  </a:lnTo>
                  <a:lnTo>
                    <a:pt x="4967337" y="1078222"/>
                  </a:lnTo>
                  <a:lnTo>
                    <a:pt x="4967494" y="1078222"/>
                  </a:lnTo>
                  <a:lnTo>
                    <a:pt x="4967494" y="1077791"/>
                  </a:lnTo>
                  <a:lnTo>
                    <a:pt x="4967494" y="1077361"/>
                  </a:lnTo>
                  <a:lnTo>
                    <a:pt x="4967652" y="1077361"/>
                  </a:lnTo>
                  <a:lnTo>
                    <a:pt x="4967810" y="1077361"/>
                  </a:lnTo>
                  <a:lnTo>
                    <a:pt x="4967968" y="1077361"/>
                  </a:lnTo>
                  <a:lnTo>
                    <a:pt x="4968125" y="1077361"/>
                  </a:lnTo>
                  <a:lnTo>
                    <a:pt x="4968283" y="1077361"/>
                  </a:lnTo>
                  <a:lnTo>
                    <a:pt x="4968441" y="1077361"/>
                  </a:lnTo>
                  <a:lnTo>
                    <a:pt x="4968598" y="1077361"/>
                  </a:lnTo>
                  <a:lnTo>
                    <a:pt x="4968756" y="1077361"/>
                  </a:lnTo>
                  <a:lnTo>
                    <a:pt x="4968914" y="1077361"/>
                  </a:lnTo>
                  <a:lnTo>
                    <a:pt x="4969072" y="1077361"/>
                  </a:lnTo>
                  <a:lnTo>
                    <a:pt x="4969229" y="1077361"/>
                  </a:lnTo>
                  <a:lnTo>
                    <a:pt x="4969387" y="1077361"/>
                  </a:lnTo>
                  <a:lnTo>
                    <a:pt x="4969545" y="1077361"/>
                  </a:lnTo>
                  <a:lnTo>
                    <a:pt x="4969702" y="1077361"/>
                  </a:lnTo>
                  <a:lnTo>
                    <a:pt x="4969702" y="1076930"/>
                  </a:lnTo>
                  <a:lnTo>
                    <a:pt x="4969860" y="1076930"/>
                  </a:lnTo>
                  <a:lnTo>
                    <a:pt x="4970018" y="1076930"/>
                  </a:lnTo>
                  <a:lnTo>
                    <a:pt x="4970176" y="1076930"/>
                  </a:lnTo>
                  <a:lnTo>
                    <a:pt x="4970333" y="1076930"/>
                  </a:lnTo>
                  <a:lnTo>
                    <a:pt x="4970491" y="1076930"/>
                  </a:lnTo>
                  <a:lnTo>
                    <a:pt x="4970649" y="1076930"/>
                  </a:lnTo>
                  <a:lnTo>
                    <a:pt x="4970806" y="1076930"/>
                  </a:lnTo>
                  <a:lnTo>
                    <a:pt x="4970964" y="1076930"/>
                  </a:lnTo>
                  <a:lnTo>
                    <a:pt x="4971122" y="1076930"/>
                  </a:lnTo>
                  <a:lnTo>
                    <a:pt x="4971122" y="1076500"/>
                  </a:lnTo>
                  <a:lnTo>
                    <a:pt x="4971280" y="1076500"/>
                  </a:lnTo>
                  <a:lnTo>
                    <a:pt x="4971437" y="1076500"/>
                  </a:lnTo>
                  <a:lnTo>
                    <a:pt x="4971595" y="1076500"/>
                  </a:lnTo>
                  <a:lnTo>
                    <a:pt x="4971753" y="1076500"/>
                  </a:lnTo>
                  <a:lnTo>
                    <a:pt x="4971753" y="1076069"/>
                  </a:lnTo>
                  <a:lnTo>
                    <a:pt x="4971911" y="1076069"/>
                  </a:lnTo>
                  <a:lnTo>
                    <a:pt x="4972068" y="1076069"/>
                  </a:lnTo>
                  <a:lnTo>
                    <a:pt x="4972226" y="1076069"/>
                  </a:lnTo>
                  <a:lnTo>
                    <a:pt x="4972384" y="1076069"/>
                  </a:lnTo>
                  <a:lnTo>
                    <a:pt x="4972541" y="1076069"/>
                  </a:lnTo>
                  <a:lnTo>
                    <a:pt x="4972699" y="1076069"/>
                  </a:lnTo>
                  <a:lnTo>
                    <a:pt x="4972857" y="1076069"/>
                  </a:lnTo>
                  <a:lnTo>
                    <a:pt x="4973015" y="1076069"/>
                  </a:lnTo>
                  <a:lnTo>
                    <a:pt x="4973172" y="1076069"/>
                  </a:lnTo>
                  <a:lnTo>
                    <a:pt x="4973330" y="1076069"/>
                  </a:lnTo>
                  <a:lnTo>
                    <a:pt x="4973488" y="1076069"/>
                  </a:lnTo>
                  <a:lnTo>
                    <a:pt x="4973645" y="1076069"/>
                  </a:lnTo>
                  <a:lnTo>
                    <a:pt x="4973803" y="1076069"/>
                  </a:lnTo>
                  <a:lnTo>
                    <a:pt x="4973961" y="1076069"/>
                  </a:lnTo>
                  <a:lnTo>
                    <a:pt x="4973961" y="1075638"/>
                  </a:lnTo>
                  <a:lnTo>
                    <a:pt x="4974119" y="1075638"/>
                  </a:lnTo>
                  <a:lnTo>
                    <a:pt x="4974276" y="1075638"/>
                  </a:lnTo>
                  <a:lnTo>
                    <a:pt x="4974434" y="1075638"/>
                  </a:lnTo>
                  <a:lnTo>
                    <a:pt x="4974592" y="1075638"/>
                  </a:lnTo>
                  <a:lnTo>
                    <a:pt x="4974749" y="1075638"/>
                  </a:lnTo>
                  <a:lnTo>
                    <a:pt x="4974907" y="1075638"/>
                  </a:lnTo>
                  <a:lnTo>
                    <a:pt x="4975065" y="1075638"/>
                  </a:lnTo>
                  <a:lnTo>
                    <a:pt x="4975223" y="1075638"/>
                  </a:lnTo>
                  <a:lnTo>
                    <a:pt x="4975380" y="1075638"/>
                  </a:lnTo>
                  <a:lnTo>
                    <a:pt x="4975380" y="1075208"/>
                  </a:lnTo>
                  <a:lnTo>
                    <a:pt x="4975538" y="1075208"/>
                  </a:lnTo>
                  <a:lnTo>
                    <a:pt x="4975538" y="1074777"/>
                  </a:lnTo>
                  <a:lnTo>
                    <a:pt x="4975538" y="1074347"/>
                  </a:lnTo>
                  <a:lnTo>
                    <a:pt x="4975696" y="1074347"/>
                  </a:lnTo>
                  <a:lnTo>
                    <a:pt x="4975853" y="1074347"/>
                  </a:lnTo>
                  <a:lnTo>
                    <a:pt x="4976011" y="1074347"/>
                  </a:lnTo>
                  <a:lnTo>
                    <a:pt x="4976169" y="1074347"/>
                  </a:lnTo>
                  <a:lnTo>
                    <a:pt x="4976327" y="1074347"/>
                  </a:lnTo>
                  <a:lnTo>
                    <a:pt x="4976484" y="1074347"/>
                  </a:lnTo>
                  <a:lnTo>
                    <a:pt x="4976642" y="1074347"/>
                  </a:lnTo>
                  <a:lnTo>
                    <a:pt x="4976800" y="1074347"/>
                  </a:lnTo>
                  <a:lnTo>
                    <a:pt x="4976800" y="1073916"/>
                  </a:lnTo>
                  <a:lnTo>
                    <a:pt x="4976957" y="1073916"/>
                  </a:lnTo>
                  <a:lnTo>
                    <a:pt x="4977115" y="1073916"/>
                  </a:lnTo>
                  <a:lnTo>
                    <a:pt x="4977273" y="1073916"/>
                  </a:lnTo>
                  <a:lnTo>
                    <a:pt x="4977431" y="1073916"/>
                  </a:lnTo>
                  <a:lnTo>
                    <a:pt x="4977588" y="1073916"/>
                  </a:lnTo>
                  <a:lnTo>
                    <a:pt x="4977746" y="1073916"/>
                  </a:lnTo>
                  <a:lnTo>
                    <a:pt x="4977746" y="1073485"/>
                  </a:lnTo>
                  <a:lnTo>
                    <a:pt x="4977904" y="1073485"/>
                  </a:lnTo>
                  <a:lnTo>
                    <a:pt x="4978062" y="1073485"/>
                  </a:lnTo>
                  <a:lnTo>
                    <a:pt x="4978219" y="1073485"/>
                  </a:lnTo>
                  <a:lnTo>
                    <a:pt x="4978377" y="1073485"/>
                  </a:lnTo>
                  <a:lnTo>
                    <a:pt x="4978535" y="1073485"/>
                  </a:lnTo>
                  <a:lnTo>
                    <a:pt x="4978692" y="1073485"/>
                  </a:lnTo>
                  <a:lnTo>
                    <a:pt x="4978850" y="1073485"/>
                  </a:lnTo>
                  <a:lnTo>
                    <a:pt x="4978850" y="1073055"/>
                  </a:lnTo>
                  <a:lnTo>
                    <a:pt x="4978850" y="1072624"/>
                  </a:lnTo>
                  <a:lnTo>
                    <a:pt x="4979008" y="1072624"/>
                  </a:lnTo>
                  <a:lnTo>
                    <a:pt x="4979166" y="1072624"/>
                  </a:lnTo>
                  <a:lnTo>
                    <a:pt x="4979323" y="1072624"/>
                  </a:lnTo>
                  <a:lnTo>
                    <a:pt x="4979323" y="1072194"/>
                  </a:lnTo>
                  <a:lnTo>
                    <a:pt x="4979481" y="1072194"/>
                  </a:lnTo>
                  <a:lnTo>
                    <a:pt x="4979481" y="1071763"/>
                  </a:lnTo>
                  <a:lnTo>
                    <a:pt x="4979639" y="1071763"/>
                  </a:lnTo>
                  <a:lnTo>
                    <a:pt x="4979796" y="1071763"/>
                  </a:lnTo>
                  <a:lnTo>
                    <a:pt x="4979954" y="1071763"/>
                  </a:lnTo>
                  <a:lnTo>
                    <a:pt x="4980112" y="1071763"/>
                  </a:lnTo>
                  <a:lnTo>
                    <a:pt x="4980270" y="1071763"/>
                  </a:lnTo>
                  <a:lnTo>
                    <a:pt x="4980427" y="1071763"/>
                  </a:lnTo>
                  <a:lnTo>
                    <a:pt x="4980585" y="1071763"/>
                  </a:lnTo>
                  <a:lnTo>
                    <a:pt x="4980743" y="1071763"/>
                  </a:lnTo>
                  <a:lnTo>
                    <a:pt x="4980900" y="1071763"/>
                  </a:lnTo>
                  <a:lnTo>
                    <a:pt x="4981058" y="1071763"/>
                  </a:lnTo>
                  <a:lnTo>
                    <a:pt x="4981216" y="1071763"/>
                  </a:lnTo>
                  <a:lnTo>
                    <a:pt x="4981216" y="1071332"/>
                  </a:lnTo>
                  <a:lnTo>
                    <a:pt x="4981374" y="1071332"/>
                  </a:lnTo>
                  <a:lnTo>
                    <a:pt x="4981531" y="1071332"/>
                  </a:lnTo>
                  <a:lnTo>
                    <a:pt x="4981689" y="1071332"/>
                  </a:lnTo>
                  <a:lnTo>
                    <a:pt x="4981847" y="1071332"/>
                  </a:lnTo>
                  <a:lnTo>
                    <a:pt x="4982004" y="1071332"/>
                  </a:lnTo>
                  <a:lnTo>
                    <a:pt x="4982162" y="1071332"/>
                  </a:lnTo>
                  <a:lnTo>
                    <a:pt x="4982320" y="1071332"/>
                  </a:lnTo>
                  <a:lnTo>
                    <a:pt x="4982478" y="1071332"/>
                  </a:lnTo>
                  <a:lnTo>
                    <a:pt x="4982635" y="1071332"/>
                  </a:lnTo>
                  <a:lnTo>
                    <a:pt x="4982793" y="1071332"/>
                  </a:lnTo>
                  <a:lnTo>
                    <a:pt x="4982951" y="1071332"/>
                  </a:lnTo>
                  <a:lnTo>
                    <a:pt x="4983109" y="1071332"/>
                  </a:lnTo>
                  <a:lnTo>
                    <a:pt x="4983266" y="1071332"/>
                  </a:lnTo>
                  <a:lnTo>
                    <a:pt x="4983424" y="1071332"/>
                  </a:lnTo>
                  <a:lnTo>
                    <a:pt x="4983582" y="1071332"/>
                  </a:lnTo>
                  <a:lnTo>
                    <a:pt x="4983739" y="1071332"/>
                  </a:lnTo>
                  <a:lnTo>
                    <a:pt x="4983897" y="1071332"/>
                  </a:lnTo>
                  <a:lnTo>
                    <a:pt x="4984055" y="1071332"/>
                  </a:lnTo>
                  <a:lnTo>
                    <a:pt x="4984213" y="1071332"/>
                  </a:lnTo>
                  <a:lnTo>
                    <a:pt x="4984370" y="1071332"/>
                  </a:lnTo>
                  <a:lnTo>
                    <a:pt x="4984528" y="1071332"/>
                  </a:lnTo>
                  <a:lnTo>
                    <a:pt x="4984686" y="1071332"/>
                  </a:lnTo>
                  <a:lnTo>
                    <a:pt x="4984843" y="1071332"/>
                  </a:lnTo>
                  <a:lnTo>
                    <a:pt x="4984843" y="1070902"/>
                  </a:lnTo>
                  <a:lnTo>
                    <a:pt x="4985001" y="1070902"/>
                  </a:lnTo>
                  <a:lnTo>
                    <a:pt x="4985159" y="1070902"/>
                  </a:lnTo>
                  <a:lnTo>
                    <a:pt x="4985317" y="1070902"/>
                  </a:lnTo>
                  <a:lnTo>
                    <a:pt x="4985474" y="1070902"/>
                  </a:lnTo>
                  <a:lnTo>
                    <a:pt x="4985632" y="1070902"/>
                  </a:lnTo>
                  <a:lnTo>
                    <a:pt x="4985790" y="1070902"/>
                  </a:lnTo>
                  <a:lnTo>
                    <a:pt x="4985947" y="1070902"/>
                  </a:lnTo>
                  <a:lnTo>
                    <a:pt x="4986105" y="1070902"/>
                  </a:lnTo>
                  <a:lnTo>
                    <a:pt x="4986263" y="1070902"/>
                  </a:lnTo>
                  <a:lnTo>
                    <a:pt x="4986421" y="1070902"/>
                  </a:lnTo>
                  <a:lnTo>
                    <a:pt x="4986578" y="1070902"/>
                  </a:lnTo>
                  <a:lnTo>
                    <a:pt x="4986736" y="1070902"/>
                  </a:lnTo>
                  <a:lnTo>
                    <a:pt x="4986894" y="1070902"/>
                  </a:lnTo>
                  <a:lnTo>
                    <a:pt x="4987051" y="1070902"/>
                  </a:lnTo>
                  <a:lnTo>
                    <a:pt x="4987209" y="1070902"/>
                  </a:lnTo>
                  <a:lnTo>
                    <a:pt x="4987367" y="1070902"/>
                  </a:lnTo>
                  <a:lnTo>
                    <a:pt x="4987525" y="1070902"/>
                  </a:lnTo>
                  <a:lnTo>
                    <a:pt x="4987525" y="1070471"/>
                  </a:lnTo>
                  <a:lnTo>
                    <a:pt x="4987682" y="1070471"/>
                  </a:lnTo>
                  <a:lnTo>
                    <a:pt x="4987840" y="1070471"/>
                  </a:lnTo>
                  <a:lnTo>
                    <a:pt x="4987998" y="1070471"/>
                  </a:lnTo>
                  <a:lnTo>
                    <a:pt x="4988155" y="1070471"/>
                  </a:lnTo>
                  <a:lnTo>
                    <a:pt x="4988313" y="1070471"/>
                  </a:lnTo>
                  <a:lnTo>
                    <a:pt x="4988471" y="1070471"/>
                  </a:lnTo>
                  <a:lnTo>
                    <a:pt x="4988629" y="1070471"/>
                  </a:lnTo>
                  <a:lnTo>
                    <a:pt x="4988786" y="1070471"/>
                  </a:lnTo>
                  <a:lnTo>
                    <a:pt x="4988944" y="1070471"/>
                  </a:lnTo>
                  <a:lnTo>
                    <a:pt x="4989102" y="1070471"/>
                  </a:lnTo>
                  <a:lnTo>
                    <a:pt x="4989260" y="1070471"/>
                  </a:lnTo>
                  <a:lnTo>
                    <a:pt x="4989417" y="1070471"/>
                  </a:lnTo>
                  <a:lnTo>
                    <a:pt x="4989575" y="1070471"/>
                  </a:lnTo>
                  <a:lnTo>
                    <a:pt x="4989733" y="1070471"/>
                  </a:lnTo>
                  <a:lnTo>
                    <a:pt x="4989890" y="1070471"/>
                  </a:lnTo>
                  <a:lnTo>
                    <a:pt x="4989890" y="1070041"/>
                  </a:lnTo>
                  <a:lnTo>
                    <a:pt x="4990048" y="1070041"/>
                  </a:lnTo>
                  <a:lnTo>
                    <a:pt x="4990206" y="1070041"/>
                  </a:lnTo>
                  <a:lnTo>
                    <a:pt x="4990364" y="1070041"/>
                  </a:lnTo>
                  <a:lnTo>
                    <a:pt x="4990521" y="1070041"/>
                  </a:lnTo>
                  <a:lnTo>
                    <a:pt x="4990679" y="1070041"/>
                  </a:lnTo>
                  <a:lnTo>
                    <a:pt x="4990837" y="1070041"/>
                  </a:lnTo>
                  <a:lnTo>
                    <a:pt x="4990994" y="1070041"/>
                  </a:lnTo>
                  <a:lnTo>
                    <a:pt x="4991152" y="1070041"/>
                  </a:lnTo>
                  <a:lnTo>
                    <a:pt x="4991310" y="1070041"/>
                  </a:lnTo>
                  <a:lnTo>
                    <a:pt x="4991468" y="1070041"/>
                  </a:lnTo>
                  <a:lnTo>
                    <a:pt x="4991625" y="1070041"/>
                  </a:lnTo>
                  <a:lnTo>
                    <a:pt x="4991783" y="1070041"/>
                  </a:lnTo>
                  <a:lnTo>
                    <a:pt x="4991941" y="1070041"/>
                  </a:lnTo>
                  <a:lnTo>
                    <a:pt x="4992098" y="1070041"/>
                  </a:lnTo>
                  <a:lnTo>
                    <a:pt x="4992098" y="1069610"/>
                  </a:lnTo>
                  <a:lnTo>
                    <a:pt x="4992256" y="1069610"/>
                  </a:lnTo>
                  <a:lnTo>
                    <a:pt x="4992414" y="1069610"/>
                  </a:lnTo>
                  <a:lnTo>
                    <a:pt x="4992414" y="1069179"/>
                  </a:lnTo>
                  <a:lnTo>
                    <a:pt x="4992414" y="1068749"/>
                  </a:lnTo>
                  <a:lnTo>
                    <a:pt x="4992572" y="1068749"/>
                  </a:lnTo>
                  <a:lnTo>
                    <a:pt x="4992572" y="1068318"/>
                  </a:lnTo>
                  <a:lnTo>
                    <a:pt x="4992729" y="1068318"/>
                  </a:lnTo>
                  <a:lnTo>
                    <a:pt x="4992887" y="1068318"/>
                  </a:lnTo>
                  <a:lnTo>
                    <a:pt x="4993045" y="1068318"/>
                  </a:lnTo>
                  <a:lnTo>
                    <a:pt x="4993202" y="1068318"/>
                  </a:lnTo>
                  <a:lnTo>
                    <a:pt x="4993360" y="1068318"/>
                  </a:lnTo>
                  <a:lnTo>
                    <a:pt x="4993518" y="1068318"/>
                  </a:lnTo>
                  <a:lnTo>
                    <a:pt x="4993676" y="1068318"/>
                  </a:lnTo>
                  <a:lnTo>
                    <a:pt x="4993833" y="1068318"/>
                  </a:lnTo>
                  <a:lnTo>
                    <a:pt x="4993833" y="1067888"/>
                  </a:lnTo>
                  <a:lnTo>
                    <a:pt x="4993991" y="1067888"/>
                  </a:lnTo>
                  <a:lnTo>
                    <a:pt x="4994149" y="1067888"/>
                  </a:lnTo>
                  <a:lnTo>
                    <a:pt x="4994306" y="1067888"/>
                  </a:lnTo>
                  <a:lnTo>
                    <a:pt x="4994464" y="1067888"/>
                  </a:lnTo>
                  <a:lnTo>
                    <a:pt x="4994464" y="1067457"/>
                  </a:lnTo>
                  <a:lnTo>
                    <a:pt x="4994622" y="1067457"/>
                  </a:lnTo>
                  <a:lnTo>
                    <a:pt x="4994780" y="1067457"/>
                  </a:lnTo>
                  <a:lnTo>
                    <a:pt x="4994937" y="1067457"/>
                  </a:lnTo>
                  <a:lnTo>
                    <a:pt x="4994937" y="1067026"/>
                  </a:lnTo>
                  <a:lnTo>
                    <a:pt x="4994937" y="1066596"/>
                  </a:lnTo>
                  <a:lnTo>
                    <a:pt x="4994937" y="1066165"/>
                  </a:lnTo>
                  <a:lnTo>
                    <a:pt x="4995095" y="1066165"/>
                  </a:lnTo>
                  <a:lnTo>
                    <a:pt x="4995253" y="1066165"/>
                  </a:lnTo>
                  <a:lnTo>
                    <a:pt x="4995253" y="1065735"/>
                  </a:lnTo>
                  <a:lnTo>
                    <a:pt x="4995411" y="1065735"/>
                  </a:lnTo>
                  <a:lnTo>
                    <a:pt x="4995568" y="1065735"/>
                  </a:lnTo>
                  <a:lnTo>
                    <a:pt x="4995726" y="1065735"/>
                  </a:lnTo>
                  <a:lnTo>
                    <a:pt x="4995884" y="1065735"/>
                  </a:lnTo>
                  <a:lnTo>
                    <a:pt x="4996041" y="1065735"/>
                  </a:lnTo>
                  <a:lnTo>
                    <a:pt x="4996041" y="1065304"/>
                  </a:lnTo>
                  <a:lnTo>
                    <a:pt x="4996041" y="1064873"/>
                  </a:lnTo>
                  <a:lnTo>
                    <a:pt x="4996199" y="1064873"/>
                  </a:lnTo>
                  <a:lnTo>
                    <a:pt x="4996357" y="1064873"/>
                  </a:lnTo>
                  <a:lnTo>
                    <a:pt x="4996357" y="1064443"/>
                  </a:lnTo>
                  <a:lnTo>
                    <a:pt x="4996515" y="1064443"/>
                  </a:lnTo>
                  <a:lnTo>
                    <a:pt x="4996515" y="1064012"/>
                  </a:lnTo>
                  <a:lnTo>
                    <a:pt x="4996672" y="1064012"/>
                  </a:lnTo>
                  <a:lnTo>
                    <a:pt x="4996830" y="1064012"/>
                  </a:lnTo>
                  <a:lnTo>
                    <a:pt x="4996988" y="1064012"/>
                  </a:lnTo>
                  <a:lnTo>
                    <a:pt x="4997145" y="1064012"/>
                  </a:lnTo>
                  <a:lnTo>
                    <a:pt x="4997303" y="1064012"/>
                  </a:lnTo>
                  <a:lnTo>
                    <a:pt x="4997461" y="1064012"/>
                  </a:lnTo>
                  <a:lnTo>
                    <a:pt x="4997619" y="1064012"/>
                  </a:lnTo>
                  <a:lnTo>
                    <a:pt x="4997776" y="1064012"/>
                  </a:lnTo>
                  <a:lnTo>
                    <a:pt x="4997934" y="1064012"/>
                  </a:lnTo>
                  <a:lnTo>
                    <a:pt x="4998092" y="1064012"/>
                  </a:lnTo>
                  <a:lnTo>
                    <a:pt x="4998249" y="1064012"/>
                  </a:lnTo>
                  <a:lnTo>
                    <a:pt x="4998407" y="1064012"/>
                  </a:lnTo>
                  <a:lnTo>
                    <a:pt x="4998565" y="1064012"/>
                  </a:lnTo>
                  <a:lnTo>
                    <a:pt x="4998723" y="1064012"/>
                  </a:lnTo>
                  <a:lnTo>
                    <a:pt x="4998880" y="1064012"/>
                  </a:lnTo>
                  <a:lnTo>
                    <a:pt x="4999038" y="1064012"/>
                  </a:lnTo>
                  <a:lnTo>
                    <a:pt x="4999196" y="1064012"/>
                  </a:lnTo>
                  <a:lnTo>
                    <a:pt x="4999353" y="1064012"/>
                  </a:lnTo>
                  <a:lnTo>
                    <a:pt x="4999511" y="1064012"/>
                  </a:lnTo>
                  <a:lnTo>
                    <a:pt x="4999669" y="1064012"/>
                  </a:lnTo>
                  <a:lnTo>
                    <a:pt x="4999827" y="1064012"/>
                  </a:lnTo>
                  <a:lnTo>
                    <a:pt x="4999984" y="1064012"/>
                  </a:lnTo>
                  <a:lnTo>
                    <a:pt x="5000142" y="1064012"/>
                  </a:lnTo>
                  <a:lnTo>
                    <a:pt x="5000300" y="1064012"/>
                  </a:lnTo>
                  <a:lnTo>
                    <a:pt x="5000300" y="1063582"/>
                  </a:lnTo>
                  <a:lnTo>
                    <a:pt x="5000458" y="1063582"/>
                  </a:lnTo>
                  <a:lnTo>
                    <a:pt x="5000615" y="1063582"/>
                  </a:lnTo>
                  <a:lnTo>
                    <a:pt x="5000773" y="1063582"/>
                  </a:lnTo>
                  <a:lnTo>
                    <a:pt x="5000931" y="1063582"/>
                  </a:lnTo>
                  <a:lnTo>
                    <a:pt x="5001088" y="1063582"/>
                  </a:lnTo>
                  <a:lnTo>
                    <a:pt x="5001246" y="1063582"/>
                  </a:lnTo>
                  <a:lnTo>
                    <a:pt x="5001404" y="1063582"/>
                  </a:lnTo>
                  <a:lnTo>
                    <a:pt x="5001562" y="1063582"/>
                  </a:lnTo>
                  <a:lnTo>
                    <a:pt x="5001719" y="1063582"/>
                  </a:lnTo>
                  <a:lnTo>
                    <a:pt x="5001719" y="1063151"/>
                  </a:lnTo>
                  <a:lnTo>
                    <a:pt x="5001719" y="1062720"/>
                  </a:lnTo>
                  <a:lnTo>
                    <a:pt x="5001877" y="1062720"/>
                  </a:lnTo>
                  <a:lnTo>
                    <a:pt x="5002035" y="1062720"/>
                  </a:lnTo>
                  <a:lnTo>
                    <a:pt x="5002192" y="1062720"/>
                  </a:lnTo>
                  <a:lnTo>
                    <a:pt x="5002350" y="1062720"/>
                  </a:lnTo>
                  <a:lnTo>
                    <a:pt x="5002508" y="1062720"/>
                  </a:lnTo>
                  <a:lnTo>
                    <a:pt x="5002666" y="1062720"/>
                  </a:lnTo>
                  <a:lnTo>
                    <a:pt x="5002823" y="1062720"/>
                  </a:lnTo>
                  <a:lnTo>
                    <a:pt x="5002823" y="1062290"/>
                  </a:lnTo>
                  <a:lnTo>
                    <a:pt x="5002981" y="1062290"/>
                  </a:lnTo>
                  <a:lnTo>
                    <a:pt x="5003139" y="1062290"/>
                  </a:lnTo>
                  <a:lnTo>
                    <a:pt x="5003296" y="1062290"/>
                  </a:lnTo>
                  <a:lnTo>
                    <a:pt x="5003454" y="1062290"/>
                  </a:lnTo>
                  <a:lnTo>
                    <a:pt x="5003454" y="1061859"/>
                  </a:lnTo>
                  <a:lnTo>
                    <a:pt x="5003612" y="1061859"/>
                  </a:lnTo>
                  <a:lnTo>
                    <a:pt x="5003770" y="1061859"/>
                  </a:lnTo>
                  <a:lnTo>
                    <a:pt x="5003927" y="1061859"/>
                  </a:lnTo>
                  <a:lnTo>
                    <a:pt x="5004085" y="1061859"/>
                  </a:lnTo>
                  <a:lnTo>
                    <a:pt x="5004243" y="1061859"/>
                  </a:lnTo>
                  <a:lnTo>
                    <a:pt x="5004400" y="1061859"/>
                  </a:lnTo>
                  <a:lnTo>
                    <a:pt x="5004558" y="1061859"/>
                  </a:lnTo>
                  <a:lnTo>
                    <a:pt x="5004716" y="1061859"/>
                  </a:lnTo>
                  <a:lnTo>
                    <a:pt x="5004874" y="1061859"/>
                  </a:lnTo>
                  <a:lnTo>
                    <a:pt x="5005031" y="1061859"/>
                  </a:lnTo>
                  <a:lnTo>
                    <a:pt x="5005189" y="1061859"/>
                  </a:lnTo>
                  <a:lnTo>
                    <a:pt x="5005347" y="1061859"/>
                  </a:lnTo>
                  <a:lnTo>
                    <a:pt x="5005504" y="1061859"/>
                  </a:lnTo>
                  <a:lnTo>
                    <a:pt x="5005662" y="1061859"/>
                  </a:lnTo>
                  <a:lnTo>
                    <a:pt x="5005820" y="1061859"/>
                  </a:lnTo>
                  <a:lnTo>
                    <a:pt x="5005978" y="1061859"/>
                  </a:lnTo>
                  <a:lnTo>
                    <a:pt x="5006135" y="1061859"/>
                  </a:lnTo>
                  <a:lnTo>
                    <a:pt x="5006293" y="1061859"/>
                  </a:lnTo>
                  <a:lnTo>
                    <a:pt x="5006451" y="1061859"/>
                  </a:lnTo>
                  <a:lnTo>
                    <a:pt x="5006609" y="1061859"/>
                  </a:lnTo>
                  <a:lnTo>
                    <a:pt x="5006766" y="1061859"/>
                  </a:lnTo>
                  <a:lnTo>
                    <a:pt x="5006924" y="1061859"/>
                  </a:lnTo>
                  <a:lnTo>
                    <a:pt x="5006924" y="1061429"/>
                  </a:lnTo>
                  <a:lnTo>
                    <a:pt x="5007082" y="1061429"/>
                  </a:lnTo>
                  <a:lnTo>
                    <a:pt x="5007239" y="1061429"/>
                  </a:lnTo>
                  <a:lnTo>
                    <a:pt x="5007397" y="1061429"/>
                  </a:lnTo>
                  <a:lnTo>
                    <a:pt x="5007555" y="1061429"/>
                  </a:lnTo>
                  <a:lnTo>
                    <a:pt x="5007713" y="1061429"/>
                  </a:lnTo>
                  <a:lnTo>
                    <a:pt x="5007870" y="1061429"/>
                  </a:lnTo>
                  <a:lnTo>
                    <a:pt x="5008028" y="1061429"/>
                  </a:lnTo>
                  <a:lnTo>
                    <a:pt x="5008186" y="1061429"/>
                  </a:lnTo>
                  <a:lnTo>
                    <a:pt x="5008186" y="1060998"/>
                  </a:lnTo>
                  <a:lnTo>
                    <a:pt x="5008343" y="1060998"/>
                  </a:lnTo>
                  <a:lnTo>
                    <a:pt x="5008501" y="1060998"/>
                  </a:lnTo>
                  <a:lnTo>
                    <a:pt x="5008501" y="1060567"/>
                  </a:lnTo>
                  <a:lnTo>
                    <a:pt x="5008659" y="1060567"/>
                  </a:lnTo>
                  <a:lnTo>
                    <a:pt x="5008817" y="1060567"/>
                  </a:lnTo>
                  <a:lnTo>
                    <a:pt x="5008974" y="1060567"/>
                  </a:lnTo>
                  <a:lnTo>
                    <a:pt x="5009132" y="1060567"/>
                  </a:lnTo>
                  <a:lnTo>
                    <a:pt x="5009290" y="1060567"/>
                  </a:lnTo>
                  <a:lnTo>
                    <a:pt x="5009447" y="1060567"/>
                  </a:lnTo>
                  <a:lnTo>
                    <a:pt x="5009605" y="1060567"/>
                  </a:lnTo>
                  <a:lnTo>
                    <a:pt x="5009763" y="1060567"/>
                  </a:lnTo>
                  <a:lnTo>
                    <a:pt x="5009921" y="1060567"/>
                  </a:lnTo>
                  <a:lnTo>
                    <a:pt x="5009921" y="1060137"/>
                  </a:lnTo>
                  <a:lnTo>
                    <a:pt x="5010078" y="1060137"/>
                  </a:lnTo>
                  <a:lnTo>
                    <a:pt x="5010236" y="1060137"/>
                  </a:lnTo>
                  <a:lnTo>
                    <a:pt x="5010394" y="1060137"/>
                  </a:lnTo>
                  <a:lnTo>
                    <a:pt x="5010551" y="1060137"/>
                  </a:lnTo>
                  <a:lnTo>
                    <a:pt x="5010551" y="1059706"/>
                  </a:lnTo>
                  <a:lnTo>
                    <a:pt x="5010709" y="1059706"/>
                  </a:lnTo>
                  <a:lnTo>
                    <a:pt x="5010867" y="1059706"/>
                  </a:lnTo>
                  <a:lnTo>
                    <a:pt x="5010867" y="1059276"/>
                  </a:lnTo>
                  <a:lnTo>
                    <a:pt x="5011025" y="1059276"/>
                  </a:lnTo>
                  <a:lnTo>
                    <a:pt x="5011182" y="1059276"/>
                  </a:lnTo>
                  <a:lnTo>
                    <a:pt x="5011182" y="1058845"/>
                  </a:lnTo>
                  <a:lnTo>
                    <a:pt x="5011182" y="1058414"/>
                  </a:lnTo>
                  <a:lnTo>
                    <a:pt x="5011182" y="1057984"/>
                  </a:lnTo>
                  <a:lnTo>
                    <a:pt x="5011340" y="1057984"/>
                  </a:lnTo>
                  <a:lnTo>
                    <a:pt x="5011498" y="1057984"/>
                  </a:lnTo>
                  <a:lnTo>
                    <a:pt x="5011656" y="1057984"/>
                  </a:lnTo>
                  <a:lnTo>
                    <a:pt x="5011813" y="1057984"/>
                  </a:lnTo>
                  <a:lnTo>
                    <a:pt x="5011971" y="1057984"/>
                  </a:lnTo>
                  <a:lnTo>
                    <a:pt x="5012129" y="1057984"/>
                  </a:lnTo>
                  <a:lnTo>
                    <a:pt x="5012286" y="1057984"/>
                  </a:lnTo>
                  <a:lnTo>
                    <a:pt x="5012444" y="1057984"/>
                  </a:lnTo>
                  <a:lnTo>
                    <a:pt x="5012602" y="1057984"/>
                  </a:lnTo>
                  <a:lnTo>
                    <a:pt x="5012760" y="1057984"/>
                  </a:lnTo>
                  <a:lnTo>
                    <a:pt x="5012917" y="1057984"/>
                  </a:lnTo>
                  <a:lnTo>
                    <a:pt x="5013075" y="1057984"/>
                  </a:lnTo>
                  <a:lnTo>
                    <a:pt x="5013233" y="1057984"/>
                  </a:lnTo>
                  <a:lnTo>
                    <a:pt x="5013390" y="1057984"/>
                  </a:lnTo>
                  <a:lnTo>
                    <a:pt x="5013548" y="1057984"/>
                  </a:lnTo>
                  <a:lnTo>
                    <a:pt x="5013706" y="1057984"/>
                  </a:lnTo>
                  <a:lnTo>
                    <a:pt x="5013864" y="1057984"/>
                  </a:lnTo>
                  <a:lnTo>
                    <a:pt x="5013864" y="1057553"/>
                  </a:lnTo>
                  <a:lnTo>
                    <a:pt x="5014021" y="1057553"/>
                  </a:lnTo>
                  <a:lnTo>
                    <a:pt x="5014179" y="1057553"/>
                  </a:lnTo>
                  <a:lnTo>
                    <a:pt x="5014337" y="1057553"/>
                  </a:lnTo>
                  <a:lnTo>
                    <a:pt x="5014494" y="1057553"/>
                  </a:lnTo>
                  <a:lnTo>
                    <a:pt x="5014652" y="1057553"/>
                  </a:lnTo>
                  <a:lnTo>
                    <a:pt x="5014810" y="1057553"/>
                  </a:lnTo>
                  <a:lnTo>
                    <a:pt x="5014968" y="1057553"/>
                  </a:lnTo>
                  <a:lnTo>
                    <a:pt x="5015125" y="1057553"/>
                  </a:lnTo>
                  <a:lnTo>
                    <a:pt x="5015283" y="1057553"/>
                  </a:lnTo>
                  <a:lnTo>
                    <a:pt x="5015441" y="1057553"/>
                  </a:lnTo>
                  <a:lnTo>
                    <a:pt x="5015598" y="1057553"/>
                  </a:lnTo>
                  <a:lnTo>
                    <a:pt x="5015598" y="1057123"/>
                  </a:lnTo>
                  <a:lnTo>
                    <a:pt x="5015756" y="1057123"/>
                  </a:lnTo>
                  <a:lnTo>
                    <a:pt x="5015914" y="1057123"/>
                  </a:lnTo>
                  <a:lnTo>
                    <a:pt x="5016072" y="1057123"/>
                  </a:lnTo>
                  <a:lnTo>
                    <a:pt x="5016229" y="1057123"/>
                  </a:lnTo>
                  <a:lnTo>
                    <a:pt x="5016387" y="1057123"/>
                  </a:lnTo>
                  <a:lnTo>
                    <a:pt x="5016545" y="1057123"/>
                  </a:lnTo>
                  <a:lnTo>
                    <a:pt x="5016702" y="1057123"/>
                  </a:lnTo>
                  <a:lnTo>
                    <a:pt x="5016860" y="1057123"/>
                  </a:lnTo>
                  <a:lnTo>
                    <a:pt x="5017018" y="1057123"/>
                  </a:lnTo>
                  <a:lnTo>
                    <a:pt x="5017176" y="1057123"/>
                  </a:lnTo>
                  <a:lnTo>
                    <a:pt x="5017333" y="1057123"/>
                  </a:lnTo>
                  <a:lnTo>
                    <a:pt x="5017491" y="1057123"/>
                  </a:lnTo>
                  <a:lnTo>
                    <a:pt x="5017649" y="1057123"/>
                  </a:lnTo>
                  <a:lnTo>
                    <a:pt x="5017807" y="1057123"/>
                  </a:lnTo>
                  <a:lnTo>
                    <a:pt x="5017964" y="1057123"/>
                  </a:lnTo>
                  <a:lnTo>
                    <a:pt x="5018122" y="1057123"/>
                  </a:lnTo>
                  <a:lnTo>
                    <a:pt x="5018122" y="1056692"/>
                  </a:lnTo>
                  <a:lnTo>
                    <a:pt x="5018280" y="1056692"/>
                  </a:lnTo>
                  <a:lnTo>
                    <a:pt x="5018437" y="1056692"/>
                  </a:lnTo>
                  <a:lnTo>
                    <a:pt x="5018595" y="1056692"/>
                  </a:lnTo>
                  <a:lnTo>
                    <a:pt x="5018753" y="1056692"/>
                  </a:lnTo>
                  <a:lnTo>
                    <a:pt x="5018911" y="1056692"/>
                  </a:lnTo>
                  <a:lnTo>
                    <a:pt x="5019068" y="1056692"/>
                  </a:lnTo>
                  <a:lnTo>
                    <a:pt x="5019226" y="1056692"/>
                  </a:lnTo>
                  <a:lnTo>
                    <a:pt x="5019384" y="1056692"/>
                  </a:lnTo>
                  <a:lnTo>
                    <a:pt x="5019541" y="1056692"/>
                  </a:lnTo>
                  <a:lnTo>
                    <a:pt x="5019699" y="1056692"/>
                  </a:lnTo>
                  <a:lnTo>
                    <a:pt x="5019857" y="1056692"/>
                  </a:lnTo>
                  <a:lnTo>
                    <a:pt x="5020015" y="1056692"/>
                  </a:lnTo>
                  <a:lnTo>
                    <a:pt x="5020172" y="1056692"/>
                  </a:lnTo>
                  <a:lnTo>
                    <a:pt x="5020172" y="1056261"/>
                  </a:lnTo>
                  <a:lnTo>
                    <a:pt x="5020330" y="1056261"/>
                  </a:lnTo>
                  <a:lnTo>
                    <a:pt x="5020488" y="1056261"/>
                  </a:lnTo>
                  <a:lnTo>
                    <a:pt x="5020645" y="1056261"/>
                  </a:lnTo>
                  <a:lnTo>
                    <a:pt x="5020803" y="1056261"/>
                  </a:lnTo>
                  <a:lnTo>
                    <a:pt x="5020803" y="1055831"/>
                  </a:lnTo>
                  <a:lnTo>
                    <a:pt x="5020803" y="1055400"/>
                  </a:lnTo>
                  <a:lnTo>
                    <a:pt x="5020961" y="1055400"/>
                  </a:lnTo>
                  <a:lnTo>
                    <a:pt x="5021119" y="1055400"/>
                  </a:lnTo>
                  <a:lnTo>
                    <a:pt x="5021276" y="1055400"/>
                  </a:lnTo>
                  <a:lnTo>
                    <a:pt x="5021434" y="1055400"/>
                  </a:lnTo>
                  <a:lnTo>
                    <a:pt x="5021592" y="1055400"/>
                  </a:lnTo>
                  <a:lnTo>
                    <a:pt x="5021749" y="1055400"/>
                  </a:lnTo>
                  <a:lnTo>
                    <a:pt x="5021907" y="1055400"/>
                  </a:lnTo>
                  <a:lnTo>
                    <a:pt x="5022065" y="1055400"/>
                  </a:lnTo>
                  <a:lnTo>
                    <a:pt x="5022223" y="1055400"/>
                  </a:lnTo>
                  <a:lnTo>
                    <a:pt x="5022380" y="1055400"/>
                  </a:lnTo>
                  <a:lnTo>
                    <a:pt x="5022380" y="1054970"/>
                  </a:lnTo>
                  <a:lnTo>
                    <a:pt x="5022538" y="1054970"/>
                  </a:lnTo>
                  <a:lnTo>
                    <a:pt x="5022696" y="1054970"/>
                  </a:lnTo>
                  <a:lnTo>
                    <a:pt x="5022854" y="1054970"/>
                  </a:lnTo>
                  <a:lnTo>
                    <a:pt x="5023011" y="1054970"/>
                  </a:lnTo>
                  <a:lnTo>
                    <a:pt x="5023169" y="1054970"/>
                  </a:lnTo>
                  <a:lnTo>
                    <a:pt x="5023327" y="1054970"/>
                  </a:lnTo>
                  <a:lnTo>
                    <a:pt x="5023327" y="1054539"/>
                  </a:lnTo>
                  <a:lnTo>
                    <a:pt x="5023484" y="1054539"/>
                  </a:lnTo>
                  <a:lnTo>
                    <a:pt x="5023642" y="1054539"/>
                  </a:lnTo>
                  <a:lnTo>
                    <a:pt x="5023800" y="1054539"/>
                  </a:lnTo>
                  <a:lnTo>
                    <a:pt x="5023958" y="1054539"/>
                  </a:lnTo>
                  <a:lnTo>
                    <a:pt x="5024115" y="1054539"/>
                  </a:lnTo>
                  <a:lnTo>
                    <a:pt x="5024273" y="1054539"/>
                  </a:lnTo>
                  <a:lnTo>
                    <a:pt x="5024431" y="1054539"/>
                  </a:lnTo>
                  <a:lnTo>
                    <a:pt x="5024588" y="1054539"/>
                  </a:lnTo>
                  <a:lnTo>
                    <a:pt x="5024588" y="1054108"/>
                  </a:lnTo>
                  <a:lnTo>
                    <a:pt x="5024746" y="1054108"/>
                  </a:lnTo>
                  <a:lnTo>
                    <a:pt x="5024904" y="1054108"/>
                  </a:lnTo>
                  <a:lnTo>
                    <a:pt x="5024904" y="1053678"/>
                  </a:lnTo>
                  <a:lnTo>
                    <a:pt x="5025062" y="1053678"/>
                  </a:lnTo>
                  <a:lnTo>
                    <a:pt x="5025219" y="1053678"/>
                  </a:lnTo>
                  <a:lnTo>
                    <a:pt x="5025377" y="1053678"/>
                  </a:lnTo>
                  <a:lnTo>
                    <a:pt x="5025535" y="1053678"/>
                  </a:lnTo>
                  <a:lnTo>
                    <a:pt x="5025692" y="1053678"/>
                  </a:lnTo>
                  <a:lnTo>
                    <a:pt x="5025850" y="1053678"/>
                  </a:lnTo>
                  <a:lnTo>
                    <a:pt x="5025850" y="1053247"/>
                  </a:lnTo>
                  <a:lnTo>
                    <a:pt x="5025850" y="1052817"/>
                  </a:lnTo>
                  <a:lnTo>
                    <a:pt x="5026008" y="1052817"/>
                  </a:lnTo>
                  <a:lnTo>
                    <a:pt x="5026166" y="1052817"/>
                  </a:lnTo>
                  <a:lnTo>
                    <a:pt x="5026323" y="1052817"/>
                  </a:lnTo>
                  <a:lnTo>
                    <a:pt x="5026481" y="1052817"/>
                  </a:lnTo>
                  <a:lnTo>
                    <a:pt x="5026639" y="1052817"/>
                  </a:lnTo>
                  <a:lnTo>
                    <a:pt x="5026796" y="1052817"/>
                  </a:lnTo>
                  <a:lnTo>
                    <a:pt x="5026954" y="1052817"/>
                  </a:lnTo>
                  <a:lnTo>
                    <a:pt x="5027112" y="1052817"/>
                  </a:lnTo>
                  <a:lnTo>
                    <a:pt x="5027270" y="1052817"/>
                  </a:lnTo>
                  <a:lnTo>
                    <a:pt x="5027427" y="1052817"/>
                  </a:lnTo>
                  <a:lnTo>
                    <a:pt x="5027585" y="1052817"/>
                  </a:lnTo>
                  <a:lnTo>
                    <a:pt x="5027585" y="1052386"/>
                  </a:lnTo>
                  <a:lnTo>
                    <a:pt x="5027743" y="1052386"/>
                  </a:lnTo>
                  <a:lnTo>
                    <a:pt x="5027900" y="1052386"/>
                  </a:lnTo>
                  <a:lnTo>
                    <a:pt x="5028058" y="1052386"/>
                  </a:lnTo>
                  <a:lnTo>
                    <a:pt x="5028216" y="1052386"/>
                  </a:lnTo>
                  <a:lnTo>
                    <a:pt x="5028374" y="1052386"/>
                  </a:lnTo>
                  <a:lnTo>
                    <a:pt x="5028374" y="1051955"/>
                  </a:lnTo>
                  <a:lnTo>
                    <a:pt x="5028531" y="1051955"/>
                  </a:lnTo>
                  <a:lnTo>
                    <a:pt x="5028689" y="1051955"/>
                  </a:lnTo>
                  <a:lnTo>
                    <a:pt x="5028847" y="1051955"/>
                  </a:lnTo>
                  <a:lnTo>
                    <a:pt x="5029005" y="1051955"/>
                  </a:lnTo>
                  <a:lnTo>
                    <a:pt x="5029162" y="1051955"/>
                  </a:lnTo>
                  <a:lnTo>
                    <a:pt x="5029320" y="1051955"/>
                  </a:lnTo>
                  <a:lnTo>
                    <a:pt x="5029478" y="1051955"/>
                  </a:lnTo>
                  <a:lnTo>
                    <a:pt x="5029635" y="1051955"/>
                  </a:lnTo>
                  <a:lnTo>
                    <a:pt x="5029793" y="1051955"/>
                  </a:lnTo>
                  <a:lnTo>
                    <a:pt x="5029951" y="1051955"/>
                  </a:lnTo>
                  <a:lnTo>
                    <a:pt x="5030109" y="1051955"/>
                  </a:lnTo>
                  <a:lnTo>
                    <a:pt x="5030266" y="1051955"/>
                  </a:lnTo>
                  <a:lnTo>
                    <a:pt x="5030424" y="1051955"/>
                  </a:lnTo>
                  <a:lnTo>
                    <a:pt x="5030582" y="1051955"/>
                  </a:lnTo>
                  <a:lnTo>
                    <a:pt x="5030739" y="1051955"/>
                  </a:lnTo>
                  <a:lnTo>
                    <a:pt x="5030897" y="1051955"/>
                  </a:lnTo>
                  <a:lnTo>
                    <a:pt x="5031055" y="1051955"/>
                  </a:lnTo>
                  <a:lnTo>
                    <a:pt x="5031213" y="1051955"/>
                  </a:lnTo>
                  <a:lnTo>
                    <a:pt x="5031370" y="1051955"/>
                  </a:lnTo>
                  <a:lnTo>
                    <a:pt x="5031528" y="1051955"/>
                  </a:lnTo>
                  <a:lnTo>
                    <a:pt x="5031686" y="1051955"/>
                  </a:lnTo>
                  <a:lnTo>
                    <a:pt x="5031843" y="1051955"/>
                  </a:lnTo>
                  <a:lnTo>
                    <a:pt x="5032001" y="1051955"/>
                  </a:lnTo>
                  <a:lnTo>
                    <a:pt x="5032159" y="1051955"/>
                  </a:lnTo>
                  <a:lnTo>
                    <a:pt x="5032317" y="1051955"/>
                  </a:lnTo>
                  <a:lnTo>
                    <a:pt x="5032317" y="1051525"/>
                  </a:lnTo>
                  <a:lnTo>
                    <a:pt x="5032317" y="1051094"/>
                  </a:lnTo>
                  <a:lnTo>
                    <a:pt x="5032474" y="1051094"/>
                  </a:lnTo>
                  <a:lnTo>
                    <a:pt x="5032632" y="1051094"/>
                  </a:lnTo>
                  <a:lnTo>
                    <a:pt x="5032790" y="1051094"/>
                  </a:lnTo>
                  <a:lnTo>
                    <a:pt x="5032947" y="1051094"/>
                  </a:lnTo>
                  <a:lnTo>
                    <a:pt x="5033105" y="1051094"/>
                  </a:lnTo>
                  <a:lnTo>
                    <a:pt x="5033263" y="1051094"/>
                  </a:lnTo>
                  <a:lnTo>
                    <a:pt x="5033263" y="1050664"/>
                  </a:lnTo>
                  <a:lnTo>
                    <a:pt x="5033421" y="1050664"/>
                  </a:lnTo>
                  <a:lnTo>
                    <a:pt x="5033578" y="1050664"/>
                  </a:lnTo>
                  <a:lnTo>
                    <a:pt x="5033736" y="1050664"/>
                  </a:lnTo>
                  <a:lnTo>
                    <a:pt x="5033894" y="1050664"/>
                  </a:lnTo>
                  <a:lnTo>
                    <a:pt x="5034052" y="1050664"/>
                  </a:lnTo>
                  <a:lnTo>
                    <a:pt x="5034209" y="1050664"/>
                  </a:lnTo>
                  <a:lnTo>
                    <a:pt x="5034209" y="1050233"/>
                  </a:lnTo>
                  <a:lnTo>
                    <a:pt x="5034367" y="1050233"/>
                  </a:lnTo>
                  <a:lnTo>
                    <a:pt x="5034367" y="1049802"/>
                  </a:lnTo>
                  <a:lnTo>
                    <a:pt x="5034525" y="1049802"/>
                  </a:lnTo>
                  <a:lnTo>
                    <a:pt x="5034682" y="1049802"/>
                  </a:lnTo>
                  <a:lnTo>
                    <a:pt x="5034682" y="1049372"/>
                  </a:lnTo>
                  <a:lnTo>
                    <a:pt x="5034840" y="1049372"/>
                  </a:lnTo>
                  <a:lnTo>
                    <a:pt x="5034998" y="1049372"/>
                  </a:lnTo>
                  <a:lnTo>
                    <a:pt x="5035156" y="1049372"/>
                  </a:lnTo>
                  <a:lnTo>
                    <a:pt x="5035313" y="1049372"/>
                  </a:lnTo>
                  <a:lnTo>
                    <a:pt x="5035471" y="1049372"/>
                  </a:lnTo>
                  <a:lnTo>
                    <a:pt x="5035629" y="1049372"/>
                  </a:lnTo>
                  <a:lnTo>
                    <a:pt x="5035786" y="1049372"/>
                  </a:lnTo>
                  <a:lnTo>
                    <a:pt x="5035944" y="1049372"/>
                  </a:lnTo>
                  <a:lnTo>
                    <a:pt x="5036102" y="1049372"/>
                  </a:lnTo>
                  <a:lnTo>
                    <a:pt x="5036260" y="1049372"/>
                  </a:lnTo>
                  <a:lnTo>
                    <a:pt x="5036417" y="1049372"/>
                  </a:lnTo>
                  <a:lnTo>
                    <a:pt x="5036575" y="1049372"/>
                  </a:lnTo>
                  <a:lnTo>
                    <a:pt x="5036575" y="1048941"/>
                  </a:lnTo>
                  <a:lnTo>
                    <a:pt x="5036733" y="1048941"/>
                  </a:lnTo>
                  <a:lnTo>
                    <a:pt x="5036890" y="1048941"/>
                  </a:lnTo>
                  <a:lnTo>
                    <a:pt x="5037048" y="1048941"/>
                  </a:lnTo>
                  <a:lnTo>
                    <a:pt x="5037048" y="1048511"/>
                  </a:lnTo>
                  <a:lnTo>
                    <a:pt x="5037206" y="1048511"/>
                  </a:lnTo>
                  <a:lnTo>
                    <a:pt x="5037364" y="1048511"/>
                  </a:lnTo>
                  <a:lnTo>
                    <a:pt x="5037364" y="1048080"/>
                  </a:lnTo>
                  <a:lnTo>
                    <a:pt x="5037364" y="1047649"/>
                  </a:lnTo>
                  <a:lnTo>
                    <a:pt x="5037521" y="1047649"/>
                  </a:lnTo>
                  <a:lnTo>
                    <a:pt x="5037679" y="1047649"/>
                  </a:lnTo>
                  <a:lnTo>
                    <a:pt x="5037837" y="1047649"/>
                  </a:lnTo>
                  <a:lnTo>
                    <a:pt x="5037994" y="1047649"/>
                  </a:lnTo>
                  <a:lnTo>
                    <a:pt x="5038152" y="1047649"/>
                  </a:lnTo>
                  <a:lnTo>
                    <a:pt x="5038310" y="1047649"/>
                  </a:lnTo>
                  <a:lnTo>
                    <a:pt x="5038468" y="1047649"/>
                  </a:lnTo>
                  <a:lnTo>
                    <a:pt x="5038625" y="1047649"/>
                  </a:lnTo>
                  <a:lnTo>
                    <a:pt x="5038783" y="1047649"/>
                  </a:lnTo>
                  <a:lnTo>
                    <a:pt x="5038941" y="1047649"/>
                  </a:lnTo>
                  <a:lnTo>
                    <a:pt x="5039098" y="1047649"/>
                  </a:lnTo>
                  <a:lnTo>
                    <a:pt x="5039256" y="1047649"/>
                  </a:lnTo>
                  <a:lnTo>
                    <a:pt x="5039414" y="1047649"/>
                  </a:lnTo>
                  <a:lnTo>
                    <a:pt x="5039572" y="1047649"/>
                  </a:lnTo>
                  <a:lnTo>
                    <a:pt x="5039729" y="1047649"/>
                  </a:lnTo>
                  <a:lnTo>
                    <a:pt x="5039887" y="1047649"/>
                  </a:lnTo>
                  <a:lnTo>
                    <a:pt x="5040045" y="1047649"/>
                  </a:lnTo>
                  <a:lnTo>
                    <a:pt x="5040203" y="1047649"/>
                  </a:lnTo>
                  <a:lnTo>
                    <a:pt x="5040360" y="1047649"/>
                  </a:lnTo>
                  <a:lnTo>
                    <a:pt x="5040518" y="1047649"/>
                  </a:lnTo>
                  <a:lnTo>
                    <a:pt x="5040676" y="1047649"/>
                  </a:lnTo>
                  <a:lnTo>
                    <a:pt x="5040833" y="1047649"/>
                  </a:lnTo>
                  <a:lnTo>
                    <a:pt x="5040991" y="1047649"/>
                  </a:lnTo>
                  <a:lnTo>
                    <a:pt x="5041149" y="1047649"/>
                  </a:lnTo>
                  <a:lnTo>
                    <a:pt x="5041307" y="1047649"/>
                  </a:lnTo>
                  <a:lnTo>
                    <a:pt x="5041464" y="1047649"/>
                  </a:lnTo>
                  <a:lnTo>
                    <a:pt x="5041622" y="1047649"/>
                  </a:lnTo>
                  <a:lnTo>
                    <a:pt x="5041780" y="1047649"/>
                  </a:lnTo>
                  <a:lnTo>
                    <a:pt x="5041937" y="1047649"/>
                  </a:lnTo>
                  <a:lnTo>
                    <a:pt x="5042095" y="1047649"/>
                  </a:lnTo>
                  <a:lnTo>
                    <a:pt x="5042253" y="1047649"/>
                  </a:lnTo>
                  <a:lnTo>
                    <a:pt x="5042411" y="1047649"/>
                  </a:lnTo>
                  <a:lnTo>
                    <a:pt x="5042568" y="1047649"/>
                  </a:lnTo>
                  <a:lnTo>
                    <a:pt x="5042726" y="1047649"/>
                  </a:lnTo>
                  <a:lnTo>
                    <a:pt x="5042884" y="1047649"/>
                  </a:lnTo>
                  <a:lnTo>
                    <a:pt x="5042884" y="1047219"/>
                  </a:lnTo>
                  <a:lnTo>
                    <a:pt x="5043041" y="1047219"/>
                  </a:lnTo>
                  <a:lnTo>
                    <a:pt x="5043041" y="1046788"/>
                  </a:lnTo>
                  <a:lnTo>
                    <a:pt x="5043199" y="1046788"/>
                  </a:lnTo>
                  <a:lnTo>
                    <a:pt x="5043357" y="1046788"/>
                  </a:lnTo>
                  <a:lnTo>
                    <a:pt x="5043515" y="1046788"/>
                  </a:lnTo>
                  <a:lnTo>
                    <a:pt x="5043672" y="1046788"/>
                  </a:lnTo>
                  <a:lnTo>
                    <a:pt x="5043672" y="1046358"/>
                  </a:lnTo>
                  <a:lnTo>
                    <a:pt x="5043830" y="1046358"/>
                  </a:lnTo>
                  <a:lnTo>
                    <a:pt x="5043988" y="1046358"/>
                  </a:lnTo>
                  <a:lnTo>
                    <a:pt x="5044145" y="1046358"/>
                  </a:lnTo>
                  <a:lnTo>
                    <a:pt x="5044145" y="1045927"/>
                  </a:lnTo>
                  <a:lnTo>
                    <a:pt x="5044145" y="1045496"/>
                  </a:lnTo>
                  <a:lnTo>
                    <a:pt x="5044303" y="1045496"/>
                  </a:lnTo>
                  <a:lnTo>
                    <a:pt x="5044303" y="1045066"/>
                  </a:lnTo>
                  <a:lnTo>
                    <a:pt x="5044461" y="1045066"/>
                  </a:lnTo>
                  <a:lnTo>
                    <a:pt x="5044619" y="1045066"/>
                  </a:lnTo>
                  <a:lnTo>
                    <a:pt x="5044776" y="1045066"/>
                  </a:lnTo>
                  <a:lnTo>
                    <a:pt x="5044934" y="1045066"/>
                  </a:lnTo>
                  <a:lnTo>
                    <a:pt x="5045092" y="1045066"/>
                  </a:lnTo>
                  <a:lnTo>
                    <a:pt x="5045250" y="1045066"/>
                  </a:lnTo>
                  <a:lnTo>
                    <a:pt x="5045407" y="1045066"/>
                  </a:lnTo>
                  <a:lnTo>
                    <a:pt x="5045407" y="1044635"/>
                  </a:lnTo>
                  <a:lnTo>
                    <a:pt x="5045565" y="1044635"/>
                  </a:lnTo>
                  <a:lnTo>
                    <a:pt x="5045723" y="1044635"/>
                  </a:lnTo>
                  <a:lnTo>
                    <a:pt x="5045880" y="1044635"/>
                  </a:lnTo>
                  <a:lnTo>
                    <a:pt x="5046038" y="1044635"/>
                  </a:lnTo>
                  <a:lnTo>
                    <a:pt x="5046196" y="1044635"/>
                  </a:lnTo>
                  <a:lnTo>
                    <a:pt x="5046196" y="1044205"/>
                  </a:lnTo>
                  <a:lnTo>
                    <a:pt x="5046196" y="1043774"/>
                  </a:lnTo>
                  <a:lnTo>
                    <a:pt x="5046354" y="1043774"/>
                  </a:lnTo>
                  <a:lnTo>
                    <a:pt x="5046354" y="1043343"/>
                  </a:lnTo>
                  <a:lnTo>
                    <a:pt x="5046511" y="1043343"/>
                  </a:lnTo>
                  <a:lnTo>
                    <a:pt x="5046669" y="1043343"/>
                  </a:lnTo>
                  <a:lnTo>
                    <a:pt x="5046827" y="1043343"/>
                  </a:lnTo>
                  <a:lnTo>
                    <a:pt x="5046984" y="1043343"/>
                  </a:lnTo>
                  <a:lnTo>
                    <a:pt x="5047142" y="1043343"/>
                  </a:lnTo>
                  <a:lnTo>
                    <a:pt x="5047142" y="1042913"/>
                  </a:lnTo>
                  <a:lnTo>
                    <a:pt x="5047300" y="1042913"/>
                  </a:lnTo>
                  <a:lnTo>
                    <a:pt x="5047458" y="1042913"/>
                  </a:lnTo>
                  <a:lnTo>
                    <a:pt x="5047615" y="1042913"/>
                  </a:lnTo>
                  <a:lnTo>
                    <a:pt x="5047615" y="1042482"/>
                  </a:lnTo>
                  <a:lnTo>
                    <a:pt x="5047615" y="1042052"/>
                  </a:lnTo>
                  <a:lnTo>
                    <a:pt x="5047615" y="1041621"/>
                  </a:lnTo>
                  <a:lnTo>
                    <a:pt x="5047773" y="1041621"/>
                  </a:lnTo>
                  <a:lnTo>
                    <a:pt x="5047931" y="1041621"/>
                  </a:lnTo>
                  <a:lnTo>
                    <a:pt x="5048088" y="1041621"/>
                  </a:lnTo>
                  <a:lnTo>
                    <a:pt x="5048246" y="1041621"/>
                  </a:lnTo>
                  <a:lnTo>
                    <a:pt x="5048404" y="1041621"/>
                  </a:lnTo>
                  <a:lnTo>
                    <a:pt x="5048562" y="1041621"/>
                  </a:lnTo>
                  <a:lnTo>
                    <a:pt x="5048562" y="1041190"/>
                  </a:lnTo>
                  <a:lnTo>
                    <a:pt x="5048719" y="1041190"/>
                  </a:lnTo>
                  <a:lnTo>
                    <a:pt x="5048719" y="1040760"/>
                  </a:lnTo>
                  <a:lnTo>
                    <a:pt x="5048877" y="1040760"/>
                  </a:lnTo>
                  <a:lnTo>
                    <a:pt x="5049035" y="1040760"/>
                  </a:lnTo>
                  <a:lnTo>
                    <a:pt x="5049192" y="1040760"/>
                  </a:lnTo>
                  <a:lnTo>
                    <a:pt x="5049350" y="1040760"/>
                  </a:lnTo>
                  <a:lnTo>
                    <a:pt x="5049508" y="1040760"/>
                  </a:lnTo>
                  <a:lnTo>
                    <a:pt x="5049666" y="1040760"/>
                  </a:lnTo>
                  <a:lnTo>
                    <a:pt x="5049823" y="1040760"/>
                  </a:lnTo>
                  <a:lnTo>
                    <a:pt x="5049981" y="1040760"/>
                  </a:lnTo>
                  <a:lnTo>
                    <a:pt x="5050139" y="1040760"/>
                  </a:lnTo>
                  <a:lnTo>
                    <a:pt x="5050296" y="1040760"/>
                  </a:lnTo>
                  <a:lnTo>
                    <a:pt x="5050454" y="1040760"/>
                  </a:lnTo>
                  <a:lnTo>
                    <a:pt x="5050454" y="1040329"/>
                  </a:lnTo>
                  <a:lnTo>
                    <a:pt x="5050612" y="1040329"/>
                  </a:lnTo>
                  <a:lnTo>
                    <a:pt x="5050770" y="1040329"/>
                  </a:lnTo>
                  <a:lnTo>
                    <a:pt x="5050770" y="1039899"/>
                  </a:lnTo>
                  <a:lnTo>
                    <a:pt x="5050927" y="1039899"/>
                  </a:lnTo>
                  <a:lnTo>
                    <a:pt x="5051085" y="1039899"/>
                  </a:lnTo>
                  <a:lnTo>
                    <a:pt x="5051243" y="1039899"/>
                  </a:lnTo>
                  <a:lnTo>
                    <a:pt x="5051401" y="1039899"/>
                  </a:lnTo>
                  <a:lnTo>
                    <a:pt x="5051558" y="1039899"/>
                  </a:lnTo>
                  <a:lnTo>
                    <a:pt x="5051716" y="1039899"/>
                  </a:lnTo>
                  <a:lnTo>
                    <a:pt x="5051874" y="1039899"/>
                  </a:lnTo>
                  <a:lnTo>
                    <a:pt x="5052031" y="1039899"/>
                  </a:lnTo>
                  <a:lnTo>
                    <a:pt x="5052189" y="1039899"/>
                  </a:lnTo>
                  <a:lnTo>
                    <a:pt x="5052347" y="1039899"/>
                  </a:lnTo>
                  <a:lnTo>
                    <a:pt x="5052505" y="1039899"/>
                  </a:lnTo>
                  <a:lnTo>
                    <a:pt x="5052662" y="1039899"/>
                  </a:lnTo>
                  <a:lnTo>
                    <a:pt x="5052820" y="1039899"/>
                  </a:lnTo>
                  <a:lnTo>
                    <a:pt x="5052978" y="1039899"/>
                  </a:lnTo>
                  <a:lnTo>
                    <a:pt x="5053135" y="1039899"/>
                  </a:lnTo>
                  <a:lnTo>
                    <a:pt x="5053293" y="1039899"/>
                  </a:lnTo>
                  <a:lnTo>
                    <a:pt x="5053451" y="1039899"/>
                  </a:lnTo>
                  <a:lnTo>
                    <a:pt x="5053609" y="1039899"/>
                  </a:lnTo>
                  <a:lnTo>
                    <a:pt x="5053766" y="1039899"/>
                  </a:lnTo>
                  <a:lnTo>
                    <a:pt x="5053924" y="1039899"/>
                  </a:lnTo>
                  <a:lnTo>
                    <a:pt x="5054082" y="1039899"/>
                  </a:lnTo>
                  <a:lnTo>
                    <a:pt x="5054239" y="1039899"/>
                  </a:lnTo>
                  <a:lnTo>
                    <a:pt x="5054397" y="1039899"/>
                  </a:lnTo>
                  <a:lnTo>
                    <a:pt x="5054555" y="1039899"/>
                  </a:lnTo>
                  <a:lnTo>
                    <a:pt x="5054713" y="1039899"/>
                  </a:lnTo>
                  <a:lnTo>
                    <a:pt x="5054870" y="1039899"/>
                  </a:lnTo>
                  <a:lnTo>
                    <a:pt x="5055028" y="1039899"/>
                  </a:lnTo>
                  <a:lnTo>
                    <a:pt x="5055028" y="1039468"/>
                  </a:lnTo>
                  <a:lnTo>
                    <a:pt x="5055186" y="1039468"/>
                  </a:lnTo>
                  <a:lnTo>
                    <a:pt x="5055186" y="1039037"/>
                  </a:lnTo>
                  <a:lnTo>
                    <a:pt x="5055343" y="1039037"/>
                  </a:lnTo>
                  <a:lnTo>
                    <a:pt x="5055501" y="1039037"/>
                  </a:lnTo>
                  <a:lnTo>
                    <a:pt x="5055659" y="1039037"/>
                  </a:lnTo>
                  <a:lnTo>
                    <a:pt x="5055817" y="1039037"/>
                  </a:lnTo>
                  <a:lnTo>
                    <a:pt x="5055817" y="1038607"/>
                  </a:lnTo>
                  <a:lnTo>
                    <a:pt x="5055974" y="1038607"/>
                  </a:lnTo>
                  <a:lnTo>
                    <a:pt x="5056132" y="1038607"/>
                  </a:lnTo>
                  <a:lnTo>
                    <a:pt x="5056290" y="1038607"/>
                  </a:lnTo>
                  <a:lnTo>
                    <a:pt x="5056448" y="1038607"/>
                  </a:lnTo>
                  <a:lnTo>
                    <a:pt x="5056605" y="1038607"/>
                  </a:lnTo>
                  <a:lnTo>
                    <a:pt x="5056763" y="1038607"/>
                  </a:lnTo>
                  <a:lnTo>
                    <a:pt x="5056921" y="1038607"/>
                  </a:lnTo>
                  <a:lnTo>
                    <a:pt x="5057078" y="1038607"/>
                  </a:lnTo>
                  <a:lnTo>
                    <a:pt x="5057236" y="1038607"/>
                  </a:lnTo>
                  <a:lnTo>
                    <a:pt x="5057394" y="1038607"/>
                  </a:lnTo>
                  <a:lnTo>
                    <a:pt x="5057552" y="1038607"/>
                  </a:lnTo>
                  <a:lnTo>
                    <a:pt x="5057709" y="1038607"/>
                  </a:lnTo>
                  <a:lnTo>
                    <a:pt x="5057867" y="1038607"/>
                  </a:lnTo>
                  <a:lnTo>
                    <a:pt x="5058025" y="1038607"/>
                  </a:lnTo>
                  <a:lnTo>
                    <a:pt x="5058182" y="1038607"/>
                  </a:lnTo>
                  <a:lnTo>
                    <a:pt x="5058340" y="1038607"/>
                  </a:lnTo>
                  <a:lnTo>
                    <a:pt x="5058498" y="1038607"/>
                  </a:lnTo>
                  <a:lnTo>
                    <a:pt x="5058498" y="1038176"/>
                  </a:lnTo>
                  <a:lnTo>
                    <a:pt x="5058498" y="1037746"/>
                  </a:lnTo>
                  <a:lnTo>
                    <a:pt x="5058656" y="1037746"/>
                  </a:lnTo>
                  <a:lnTo>
                    <a:pt x="5058813" y="1037746"/>
                  </a:lnTo>
                  <a:lnTo>
                    <a:pt x="5058971" y="1037746"/>
                  </a:lnTo>
                  <a:lnTo>
                    <a:pt x="5059129" y="1037746"/>
                  </a:lnTo>
                  <a:lnTo>
                    <a:pt x="5059286" y="1037746"/>
                  </a:lnTo>
                  <a:lnTo>
                    <a:pt x="5059444" y="1037746"/>
                  </a:lnTo>
                  <a:lnTo>
                    <a:pt x="5059444" y="1037315"/>
                  </a:lnTo>
                  <a:lnTo>
                    <a:pt x="5059602" y="1037315"/>
                  </a:lnTo>
                  <a:lnTo>
                    <a:pt x="5059760" y="1037315"/>
                  </a:lnTo>
                  <a:lnTo>
                    <a:pt x="5059917" y="1037315"/>
                  </a:lnTo>
                  <a:lnTo>
                    <a:pt x="5060075" y="1037315"/>
                  </a:lnTo>
                  <a:lnTo>
                    <a:pt x="5060233" y="1037315"/>
                  </a:lnTo>
                  <a:lnTo>
                    <a:pt x="5060390" y="1037315"/>
                  </a:lnTo>
                  <a:lnTo>
                    <a:pt x="5060548" y="1037315"/>
                  </a:lnTo>
                  <a:lnTo>
                    <a:pt x="5060706" y="1037315"/>
                  </a:lnTo>
                  <a:lnTo>
                    <a:pt x="5060864" y="1037315"/>
                  </a:lnTo>
                  <a:lnTo>
                    <a:pt x="5061021" y="1037315"/>
                  </a:lnTo>
                  <a:lnTo>
                    <a:pt x="5061179" y="1037315"/>
                  </a:lnTo>
                  <a:lnTo>
                    <a:pt x="5061337" y="1037315"/>
                  </a:lnTo>
                  <a:lnTo>
                    <a:pt x="5061494" y="1037315"/>
                  </a:lnTo>
                  <a:lnTo>
                    <a:pt x="5061652" y="1037315"/>
                  </a:lnTo>
                  <a:lnTo>
                    <a:pt x="5061810" y="1037315"/>
                  </a:lnTo>
                  <a:lnTo>
                    <a:pt x="5061810" y="1036884"/>
                  </a:lnTo>
                  <a:lnTo>
                    <a:pt x="5061968" y="1036884"/>
                  </a:lnTo>
                  <a:lnTo>
                    <a:pt x="5061968" y="1036454"/>
                  </a:lnTo>
                  <a:lnTo>
                    <a:pt x="5062125" y="1036454"/>
                  </a:lnTo>
                  <a:lnTo>
                    <a:pt x="5062283" y="1036454"/>
                  </a:lnTo>
                  <a:lnTo>
                    <a:pt x="5062441" y="1036454"/>
                  </a:lnTo>
                  <a:lnTo>
                    <a:pt x="5062599" y="1036454"/>
                  </a:lnTo>
                  <a:lnTo>
                    <a:pt x="5062756" y="1036454"/>
                  </a:lnTo>
                  <a:lnTo>
                    <a:pt x="5062914" y="1036454"/>
                  </a:lnTo>
                  <a:lnTo>
                    <a:pt x="5063072" y="1036454"/>
                  </a:lnTo>
                  <a:lnTo>
                    <a:pt x="5063229" y="1036454"/>
                  </a:lnTo>
                  <a:lnTo>
                    <a:pt x="5063387" y="1036454"/>
                  </a:lnTo>
                  <a:lnTo>
                    <a:pt x="5063545" y="1036454"/>
                  </a:lnTo>
                  <a:lnTo>
                    <a:pt x="5063703" y="1036454"/>
                  </a:lnTo>
                  <a:lnTo>
                    <a:pt x="5063860" y="1036454"/>
                  </a:lnTo>
                  <a:lnTo>
                    <a:pt x="5063860" y="1036023"/>
                  </a:lnTo>
                  <a:lnTo>
                    <a:pt x="5064018" y="1036023"/>
                  </a:lnTo>
                  <a:lnTo>
                    <a:pt x="5064176" y="1036023"/>
                  </a:lnTo>
                  <a:lnTo>
                    <a:pt x="5064333" y="1036023"/>
                  </a:lnTo>
                  <a:lnTo>
                    <a:pt x="5064491" y="1036023"/>
                  </a:lnTo>
                  <a:lnTo>
                    <a:pt x="5064649" y="1036023"/>
                  </a:lnTo>
                  <a:lnTo>
                    <a:pt x="5064807" y="1036023"/>
                  </a:lnTo>
                  <a:lnTo>
                    <a:pt x="5064964" y="1036023"/>
                  </a:lnTo>
                  <a:lnTo>
                    <a:pt x="5065122" y="1036023"/>
                  </a:lnTo>
                  <a:lnTo>
                    <a:pt x="5065280" y="1036023"/>
                  </a:lnTo>
                  <a:lnTo>
                    <a:pt x="5065437" y="1036023"/>
                  </a:lnTo>
                  <a:lnTo>
                    <a:pt x="5065595" y="1036023"/>
                  </a:lnTo>
                  <a:lnTo>
                    <a:pt x="5065753" y="1036023"/>
                  </a:lnTo>
                  <a:lnTo>
                    <a:pt x="5065753" y="1035593"/>
                  </a:lnTo>
                  <a:lnTo>
                    <a:pt x="5065911" y="1035593"/>
                  </a:lnTo>
                  <a:lnTo>
                    <a:pt x="5065911" y="1035162"/>
                  </a:lnTo>
                  <a:lnTo>
                    <a:pt x="5066068" y="1035162"/>
                  </a:lnTo>
                  <a:lnTo>
                    <a:pt x="5066226" y="1035162"/>
                  </a:lnTo>
                  <a:lnTo>
                    <a:pt x="5066384" y="1035162"/>
                  </a:lnTo>
                  <a:lnTo>
                    <a:pt x="5066384" y="1034731"/>
                  </a:lnTo>
                  <a:lnTo>
                    <a:pt x="5066541" y="1034731"/>
                  </a:lnTo>
                  <a:lnTo>
                    <a:pt x="5066541" y="1034301"/>
                  </a:lnTo>
                  <a:lnTo>
                    <a:pt x="5066699" y="1034301"/>
                  </a:lnTo>
                  <a:lnTo>
                    <a:pt x="5066857" y="1034301"/>
                  </a:lnTo>
                  <a:lnTo>
                    <a:pt x="5067015" y="1034301"/>
                  </a:lnTo>
                  <a:lnTo>
                    <a:pt x="5067172" y="1034301"/>
                  </a:lnTo>
                  <a:lnTo>
                    <a:pt x="5067172" y="1033870"/>
                  </a:lnTo>
                  <a:lnTo>
                    <a:pt x="5067330" y="1033870"/>
                  </a:lnTo>
                  <a:lnTo>
                    <a:pt x="5067330" y="1033440"/>
                  </a:lnTo>
                  <a:lnTo>
                    <a:pt x="5067488" y="1033440"/>
                  </a:lnTo>
                  <a:lnTo>
                    <a:pt x="5067645" y="1033440"/>
                  </a:lnTo>
                  <a:lnTo>
                    <a:pt x="5067803" y="1033440"/>
                  </a:lnTo>
                  <a:lnTo>
                    <a:pt x="5067961" y="1033440"/>
                  </a:lnTo>
                  <a:lnTo>
                    <a:pt x="5068119" y="1033440"/>
                  </a:lnTo>
                  <a:lnTo>
                    <a:pt x="5068276" y="1033440"/>
                  </a:lnTo>
                  <a:lnTo>
                    <a:pt x="5068434" y="1033440"/>
                  </a:lnTo>
                  <a:lnTo>
                    <a:pt x="5068592" y="1033440"/>
                  </a:lnTo>
                  <a:lnTo>
                    <a:pt x="5068750" y="1033440"/>
                  </a:lnTo>
                  <a:lnTo>
                    <a:pt x="5068907" y="1033440"/>
                  </a:lnTo>
                  <a:lnTo>
                    <a:pt x="5069065" y="1033440"/>
                  </a:lnTo>
                  <a:lnTo>
                    <a:pt x="5069223" y="1033440"/>
                  </a:lnTo>
                  <a:lnTo>
                    <a:pt x="5069380" y="1033440"/>
                  </a:lnTo>
                  <a:lnTo>
                    <a:pt x="5069538" y="1033440"/>
                  </a:lnTo>
                  <a:lnTo>
                    <a:pt x="5069696" y="1033440"/>
                  </a:lnTo>
                  <a:lnTo>
                    <a:pt x="5069696" y="1033009"/>
                  </a:lnTo>
                  <a:lnTo>
                    <a:pt x="5069854" y="1033009"/>
                  </a:lnTo>
                  <a:lnTo>
                    <a:pt x="5069854" y="1032578"/>
                  </a:lnTo>
                  <a:lnTo>
                    <a:pt x="5070011" y="1032578"/>
                  </a:lnTo>
                  <a:lnTo>
                    <a:pt x="5070169" y="1032578"/>
                  </a:lnTo>
                  <a:lnTo>
                    <a:pt x="5070327" y="1032578"/>
                  </a:lnTo>
                  <a:lnTo>
                    <a:pt x="5070484" y="1032578"/>
                  </a:lnTo>
                  <a:lnTo>
                    <a:pt x="5070642" y="1032578"/>
                  </a:lnTo>
                  <a:lnTo>
                    <a:pt x="5070800" y="1032578"/>
                  </a:lnTo>
                  <a:lnTo>
                    <a:pt x="5070958" y="1032578"/>
                  </a:lnTo>
                  <a:lnTo>
                    <a:pt x="5071115" y="1032578"/>
                  </a:lnTo>
                  <a:lnTo>
                    <a:pt x="5071273" y="1032578"/>
                  </a:lnTo>
                  <a:lnTo>
                    <a:pt x="5071431" y="1032578"/>
                  </a:lnTo>
                  <a:lnTo>
                    <a:pt x="5071431" y="1032148"/>
                  </a:lnTo>
                  <a:lnTo>
                    <a:pt x="5071588" y="1032148"/>
                  </a:lnTo>
                  <a:lnTo>
                    <a:pt x="5071746" y="1032148"/>
                  </a:lnTo>
                  <a:lnTo>
                    <a:pt x="5071904" y="1032148"/>
                  </a:lnTo>
                  <a:lnTo>
                    <a:pt x="5072062" y="1032148"/>
                  </a:lnTo>
                  <a:lnTo>
                    <a:pt x="5072219" y="1032148"/>
                  </a:lnTo>
                  <a:lnTo>
                    <a:pt x="5072219" y="1031717"/>
                  </a:lnTo>
                  <a:lnTo>
                    <a:pt x="5072377" y="1031717"/>
                  </a:lnTo>
                  <a:lnTo>
                    <a:pt x="5072535" y="1031717"/>
                  </a:lnTo>
                  <a:lnTo>
                    <a:pt x="5072692" y="1031717"/>
                  </a:lnTo>
                  <a:lnTo>
                    <a:pt x="5072850" y="1031717"/>
                  </a:lnTo>
                  <a:lnTo>
                    <a:pt x="5073008" y="1031717"/>
                  </a:lnTo>
                  <a:lnTo>
                    <a:pt x="5073166" y="1031717"/>
                  </a:lnTo>
                  <a:lnTo>
                    <a:pt x="5073323" y="1031717"/>
                  </a:lnTo>
                  <a:lnTo>
                    <a:pt x="5073323" y="1031287"/>
                  </a:lnTo>
                  <a:lnTo>
                    <a:pt x="5073481" y="1031287"/>
                  </a:lnTo>
                  <a:lnTo>
                    <a:pt x="5073481" y="1030856"/>
                  </a:lnTo>
                  <a:lnTo>
                    <a:pt x="5073639" y="1030856"/>
                  </a:lnTo>
                  <a:lnTo>
                    <a:pt x="5073797" y="1030856"/>
                  </a:lnTo>
                  <a:lnTo>
                    <a:pt x="5073797" y="1030425"/>
                  </a:lnTo>
                  <a:lnTo>
                    <a:pt x="5073797" y="1029995"/>
                  </a:lnTo>
                  <a:lnTo>
                    <a:pt x="5073797" y="1029564"/>
                  </a:lnTo>
                  <a:lnTo>
                    <a:pt x="5073954" y="1029564"/>
                  </a:lnTo>
                  <a:lnTo>
                    <a:pt x="5074112" y="1029564"/>
                  </a:lnTo>
                  <a:lnTo>
                    <a:pt x="5074270" y="1029564"/>
                  </a:lnTo>
                  <a:lnTo>
                    <a:pt x="5074427" y="1029564"/>
                  </a:lnTo>
                  <a:lnTo>
                    <a:pt x="5074585" y="1029564"/>
                  </a:lnTo>
                  <a:lnTo>
                    <a:pt x="5074743" y="1029564"/>
                  </a:lnTo>
                  <a:lnTo>
                    <a:pt x="5074901" y="1029564"/>
                  </a:lnTo>
                  <a:lnTo>
                    <a:pt x="5075058" y="1029564"/>
                  </a:lnTo>
                  <a:lnTo>
                    <a:pt x="5075216" y="1029564"/>
                  </a:lnTo>
                  <a:lnTo>
                    <a:pt x="5075374" y="1029564"/>
                  </a:lnTo>
                  <a:lnTo>
                    <a:pt x="5075531" y="1029564"/>
                  </a:lnTo>
                  <a:lnTo>
                    <a:pt x="5075689" y="1029564"/>
                  </a:lnTo>
                  <a:lnTo>
                    <a:pt x="5075847" y="1029564"/>
                  </a:lnTo>
                  <a:lnTo>
                    <a:pt x="5076005" y="1029564"/>
                  </a:lnTo>
                  <a:lnTo>
                    <a:pt x="5076162" y="1029564"/>
                  </a:lnTo>
                  <a:lnTo>
                    <a:pt x="5076320" y="1029564"/>
                  </a:lnTo>
                  <a:lnTo>
                    <a:pt x="5076478" y="1029564"/>
                  </a:lnTo>
                  <a:lnTo>
                    <a:pt x="5076478" y="1029134"/>
                  </a:lnTo>
                  <a:lnTo>
                    <a:pt x="5076478" y="1028703"/>
                  </a:lnTo>
                  <a:lnTo>
                    <a:pt x="5076635" y="1028703"/>
                  </a:lnTo>
                  <a:lnTo>
                    <a:pt x="5076793" y="1028703"/>
                  </a:lnTo>
                  <a:lnTo>
                    <a:pt x="5076951" y="1028703"/>
                  </a:lnTo>
                  <a:lnTo>
                    <a:pt x="5077109" y="1028703"/>
                  </a:lnTo>
                  <a:lnTo>
                    <a:pt x="5077266" y="1028703"/>
                  </a:lnTo>
                  <a:lnTo>
                    <a:pt x="5077424" y="1028703"/>
                  </a:lnTo>
                  <a:lnTo>
                    <a:pt x="5077582" y="1028703"/>
                  </a:lnTo>
                  <a:lnTo>
                    <a:pt x="5077739" y="1028703"/>
                  </a:lnTo>
                  <a:lnTo>
                    <a:pt x="5077897" y="1028703"/>
                  </a:lnTo>
                  <a:lnTo>
                    <a:pt x="5078055" y="1028703"/>
                  </a:lnTo>
                  <a:lnTo>
                    <a:pt x="5078213" y="1028703"/>
                  </a:lnTo>
                  <a:lnTo>
                    <a:pt x="5078370" y="1028703"/>
                  </a:lnTo>
                  <a:lnTo>
                    <a:pt x="5078528" y="1028703"/>
                  </a:lnTo>
                  <a:lnTo>
                    <a:pt x="5078686" y="1028703"/>
                  </a:lnTo>
                  <a:lnTo>
                    <a:pt x="5078686" y="1028272"/>
                  </a:lnTo>
                  <a:lnTo>
                    <a:pt x="5078843" y="1028272"/>
                  </a:lnTo>
                  <a:lnTo>
                    <a:pt x="5079001" y="1028272"/>
                  </a:lnTo>
                  <a:lnTo>
                    <a:pt x="5079159" y="1028272"/>
                  </a:lnTo>
                  <a:lnTo>
                    <a:pt x="5079317" y="1028272"/>
                  </a:lnTo>
                  <a:lnTo>
                    <a:pt x="5079317" y="1027842"/>
                  </a:lnTo>
                  <a:lnTo>
                    <a:pt x="5079474" y="1027842"/>
                  </a:lnTo>
                  <a:lnTo>
                    <a:pt x="5079632" y="1027842"/>
                  </a:lnTo>
                  <a:lnTo>
                    <a:pt x="5079790" y="1027842"/>
                  </a:lnTo>
                  <a:lnTo>
                    <a:pt x="5079948" y="1027842"/>
                  </a:lnTo>
                  <a:lnTo>
                    <a:pt x="5080105" y="1027842"/>
                  </a:lnTo>
                  <a:lnTo>
                    <a:pt x="5080263" y="1027842"/>
                  </a:lnTo>
                  <a:lnTo>
                    <a:pt x="5080421" y="1027842"/>
                  </a:lnTo>
                  <a:lnTo>
                    <a:pt x="5080578" y="1027842"/>
                  </a:lnTo>
                  <a:lnTo>
                    <a:pt x="5080736" y="1027842"/>
                  </a:lnTo>
                  <a:lnTo>
                    <a:pt x="5080894" y="1027842"/>
                  </a:lnTo>
                  <a:lnTo>
                    <a:pt x="5081052" y="1027842"/>
                  </a:lnTo>
                  <a:lnTo>
                    <a:pt x="5081209" y="1027842"/>
                  </a:lnTo>
                  <a:lnTo>
                    <a:pt x="5081367" y="1027842"/>
                  </a:lnTo>
                  <a:lnTo>
                    <a:pt x="5081367" y="1027411"/>
                  </a:lnTo>
                  <a:lnTo>
                    <a:pt x="5081525" y="1027411"/>
                  </a:lnTo>
                  <a:lnTo>
                    <a:pt x="5081525" y="1026981"/>
                  </a:lnTo>
                  <a:lnTo>
                    <a:pt x="5081682" y="1026981"/>
                  </a:lnTo>
                  <a:lnTo>
                    <a:pt x="5081840" y="1026981"/>
                  </a:lnTo>
                  <a:lnTo>
                    <a:pt x="5081998" y="1026981"/>
                  </a:lnTo>
                  <a:lnTo>
                    <a:pt x="5082156" y="1026981"/>
                  </a:lnTo>
                  <a:lnTo>
                    <a:pt x="5082313" y="1026981"/>
                  </a:lnTo>
                  <a:lnTo>
                    <a:pt x="5082471" y="1026981"/>
                  </a:lnTo>
                  <a:lnTo>
                    <a:pt x="5082629" y="1026981"/>
                  </a:lnTo>
                  <a:lnTo>
                    <a:pt x="5082786" y="1026981"/>
                  </a:lnTo>
                  <a:lnTo>
                    <a:pt x="5082944" y="1026981"/>
                  </a:lnTo>
                  <a:lnTo>
                    <a:pt x="5083102" y="1026981"/>
                  </a:lnTo>
                  <a:lnTo>
                    <a:pt x="5083260" y="1026981"/>
                  </a:lnTo>
                  <a:lnTo>
                    <a:pt x="5083260" y="1026550"/>
                  </a:lnTo>
                  <a:lnTo>
                    <a:pt x="5083260" y="1026119"/>
                  </a:lnTo>
                  <a:lnTo>
                    <a:pt x="5083417" y="1026119"/>
                  </a:lnTo>
                  <a:lnTo>
                    <a:pt x="5083575" y="1026119"/>
                  </a:lnTo>
                  <a:lnTo>
                    <a:pt x="5083575" y="1025689"/>
                  </a:lnTo>
                  <a:lnTo>
                    <a:pt x="5083733" y="1025689"/>
                  </a:lnTo>
                  <a:lnTo>
                    <a:pt x="5083890" y="1025689"/>
                  </a:lnTo>
                  <a:lnTo>
                    <a:pt x="5083890" y="1025258"/>
                  </a:lnTo>
                  <a:lnTo>
                    <a:pt x="5083890" y="1024828"/>
                  </a:lnTo>
                  <a:lnTo>
                    <a:pt x="5084048" y="1024828"/>
                  </a:lnTo>
                  <a:lnTo>
                    <a:pt x="5084206" y="1024828"/>
                  </a:lnTo>
                  <a:lnTo>
                    <a:pt x="5084364" y="1024828"/>
                  </a:lnTo>
                  <a:lnTo>
                    <a:pt x="5084521" y="1024828"/>
                  </a:lnTo>
                  <a:lnTo>
                    <a:pt x="5084679" y="1024828"/>
                  </a:lnTo>
                  <a:lnTo>
                    <a:pt x="5084837" y="1024828"/>
                  </a:lnTo>
                  <a:lnTo>
                    <a:pt x="5084995" y="1024828"/>
                  </a:lnTo>
                  <a:lnTo>
                    <a:pt x="5085152" y="1024828"/>
                  </a:lnTo>
                  <a:lnTo>
                    <a:pt x="5085310" y="1024828"/>
                  </a:lnTo>
                  <a:lnTo>
                    <a:pt x="5085468" y="1024828"/>
                  </a:lnTo>
                  <a:lnTo>
                    <a:pt x="5085625" y="1024828"/>
                  </a:lnTo>
                  <a:lnTo>
                    <a:pt x="5085783" y="1024828"/>
                  </a:lnTo>
                  <a:lnTo>
                    <a:pt x="5085941" y="1024828"/>
                  </a:lnTo>
                  <a:lnTo>
                    <a:pt x="5086099" y="1024828"/>
                  </a:lnTo>
                  <a:lnTo>
                    <a:pt x="5086256" y="1024828"/>
                  </a:lnTo>
                  <a:lnTo>
                    <a:pt x="5086414" y="1024828"/>
                  </a:lnTo>
                  <a:lnTo>
                    <a:pt x="5086572" y="1024828"/>
                  </a:lnTo>
                  <a:lnTo>
                    <a:pt x="5086729" y="1024828"/>
                  </a:lnTo>
                  <a:lnTo>
                    <a:pt x="5086887" y="1024828"/>
                  </a:lnTo>
                  <a:lnTo>
                    <a:pt x="5087045" y="1024828"/>
                  </a:lnTo>
                  <a:lnTo>
                    <a:pt x="5087203" y="1024828"/>
                  </a:lnTo>
                  <a:lnTo>
                    <a:pt x="5087203" y="1024397"/>
                  </a:lnTo>
                  <a:lnTo>
                    <a:pt x="5087360" y="1024397"/>
                  </a:lnTo>
                  <a:lnTo>
                    <a:pt x="5087518" y="1024397"/>
                  </a:lnTo>
                  <a:lnTo>
                    <a:pt x="5087676" y="1024397"/>
                  </a:lnTo>
                  <a:lnTo>
                    <a:pt x="5087833" y="1024397"/>
                  </a:lnTo>
                  <a:lnTo>
                    <a:pt x="5087991" y="1024397"/>
                  </a:lnTo>
                  <a:lnTo>
                    <a:pt x="5088149" y="1024397"/>
                  </a:lnTo>
                  <a:lnTo>
                    <a:pt x="5088307" y="1024397"/>
                  </a:lnTo>
                  <a:lnTo>
                    <a:pt x="5088464" y="1024397"/>
                  </a:lnTo>
                  <a:lnTo>
                    <a:pt x="5088622" y="1024397"/>
                  </a:lnTo>
                  <a:lnTo>
                    <a:pt x="5088780" y="1024397"/>
                  </a:lnTo>
                  <a:lnTo>
                    <a:pt x="5088780" y="1023966"/>
                  </a:lnTo>
                  <a:lnTo>
                    <a:pt x="5088937" y="1023966"/>
                  </a:lnTo>
                  <a:lnTo>
                    <a:pt x="5089095" y="1023966"/>
                  </a:lnTo>
                  <a:lnTo>
                    <a:pt x="5089253" y="1023966"/>
                  </a:lnTo>
                  <a:lnTo>
                    <a:pt x="5089411" y="1023966"/>
                  </a:lnTo>
                  <a:lnTo>
                    <a:pt x="5089568" y="1023966"/>
                  </a:lnTo>
                  <a:lnTo>
                    <a:pt x="5089726" y="1023966"/>
                  </a:lnTo>
                  <a:lnTo>
                    <a:pt x="5089884" y="1023966"/>
                  </a:lnTo>
                  <a:lnTo>
                    <a:pt x="5090041" y="1023966"/>
                  </a:lnTo>
                  <a:lnTo>
                    <a:pt x="5090041" y="1023536"/>
                  </a:lnTo>
                  <a:lnTo>
                    <a:pt x="5090199" y="1023536"/>
                  </a:lnTo>
                  <a:lnTo>
                    <a:pt x="5090357" y="1023536"/>
                  </a:lnTo>
                  <a:lnTo>
                    <a:pt x="5090357" y="1023105"/>
                  </a:lnTo>
                  <a:lnTo>
                    <a:pt x="5090515" y="1023105"/>
                  </a:lnTo>
                  <a:lnTo>
                    <a:pt x="5090515" y="1022675"/>
                  </a:lnTo>
                  <a:lnTo>
                    <a:pt x="5090672" y="1022675"/>
                  </a:lnTo>
                  <a:lnTo>
                    <a:pt x="5090672" y="1022244"/>
                  </a:lnTo>
                  <a:lnTo>
                    <a:pt x="5090830" y="1022244"/>
                  </a:lnTo>
                  <a:lnTo>
                    <a:pt x="5090988" y="1022244"/>
                  </a:lnTo>
                  <a:lnTo>
                    <a:pt x="5091146" y="1022244"/>
                  </a:lnTo>
                  <a:lnTo>
                    <a:pt x="5091303" y="1022244"/>
                  </a:lnTo>
                  <a:lnTo>
                    <a:pt x="5091303" y="1021813"/>
                  </a:lnTo>
                  <a:lnTo>
                    <a:pt x="5091461" y="1021813"/>
                  </a:lnTo>
                  <a:lnTo>
                    <a:pt x="5091619" y="1021813"/>
                  </a:lnTo>
                  <a:lnTo>
                    <a:pt x="5091776" y="1021813"/>
                  </a:lnTo>
                  <a:lnTo>
                    <a:pt x="5091934" y="1021813"/>
                  </a:lnTo>
                  <a:lnTo>
                    <a:pt x="5092092" y="1021813"/>
                  </a:lnTo>
                  <a:lnTo>
                    <a:pt x="5092092" y="1021383"/>
                  </a:lnTo>
                  <a:lnTo>
                    <a:pt x="5092250" y="1021383"/>
                  </a:lnTo>
                  <a:lnTo>
                    <a:pt x="5092407" y="1021383"/>
                  </a:lnTo>
                  <a:lnTo>
                    <a:pt x="5092565" y="1021383"/>
                  </a:lnTo>
                  <a:lnTo>
                    <a:pt x="5092723" y="1021383"/>
                  </a:lnTo>
                  <a:lnTo>
                    <a:pt x="5092880" y="1021383"/>
                  </a:lnTo>
                  <a:lnTo>
                    <a:pt x="5093038" y="1021383"/>
                  </a:lnTo>
                  <a:lnTo>
                    <a:pt x="5093196" y="1021383"/>
                  </a:lnTo>
                  <a:lnTo>
                    <a:pt x="5093196" y="1020952"/>
                  </a:lnTo>
                  <a:lnTo>
                    <a:pt x="5093354" y="1020952"/>
                  </a:lnTo>
                  <a:lnTo>
                    <a:pt x="5093511" y="1020952"/>
                  </a:lnTo>
                  <a:lnTo>
                    <a:pt x="5093669" y="1020952"/>
                  </a:lnTo>
                  <a:lnTo>
                    <a:pt x="5093827" y="1020952"/>
                  </a:lnTo>
                  <a:lnTo>
                    <a:pt x="5093984" y="1020952"/>
                  </a:lnTo>
                  <a:lnTo>
                    <a:pt x="5094142" y="1020952"/>
                  </a:lnTo>
                  <a:lnTo>
                    <a:pt x="5094300" y="1020952"/>
                  </a:lnTo>
                  <a:lnTo>
                    <a:pt x="5094458" y="1020952"/>
                  </a:lnTo>
                  <a:lnTo>
                    <a:pt x="5094615" y="1020952"/>
                  </a:lnTo>
                  <a:lnTo>
                    <a:pt x="5094615" y="1020522"/>
                  </a:lnTo>
                  <a:lnTo>
                    <a:pt x="5094773" y="1020522"/>
                  </a:lnTo>
                  <a:lnTo>
                    <a:pt x="5094931" y="1020522"/>
                  </a:lnTo>
                  <a:lnTo>
                    <a:pt x="5094931" y="1020091"/>
                  </a:lnTo>
                  <a:lnTo>
                    <a:pt x="5095088" y="1020091"/>
                  </a:lnTo>
                  <a:lnTo>
                    <a:pt x="5095246" y="1020091"/>
                  </a:lnTo>
                  <a:lnTo>
                    <a:pt x="5095404" y="1020091"/>
                  </a:lnTo>
                  <a:lnTo>
                    <a:pt x="5095562" y="1020091"/>
                  </a:lnTo>
                  <a:lnTo>
                    <a:pt x="5095719" y="1020091"/>
                  </a:lnTo>
                  <a:lnTo>
                    <a:pt x="5095877" y="1020091"/>
                  </a:lnTo>
                  <a:lnTo>
                    <a:pt x="5096035" y="1020091"/>
                  </a:lnTo>
                  <a:lnTo>
                    <a:pt x="5096193" y="1020091"/>
                  </a:lnTo>
                  <a:lnTo>
                    <a:pt x="5096193" y="1019660"/>
                  </a:lnTo>
                  <a:lnTo>
                    <a:pt x="5096350" y="1019660"/>
                  </a:lnTo>
                  <a:lnTo>
                    <a:pt x="5096508" y="1019660"/>
                  </a:lnTo>
                  <a:lnTo>
                    <a:pt x="5096508" y="1019230"/>
                  </a:lnTo>
                  <a:lnTo>
                    <a:pt x="5096666" y="1019230"/>
                  </a:lnTo>
                  <a:lnTo>
                    <a:pt x="5096823" y="1019230"/>
                  </a:lnTo>
                  <a:lnTo>
                    <a:pt x="5096981" y="1019230"/>
                  </a:lnTo>
                  <a:lnTo>
                    <a:pt x="5097139" y="1019230"/>
                  </a:lnTo>
                  <a:lnTo>
                    <a:pt x="5097297" y="1019230"/>
                  </a:lnTo>
                  <a:lnTo>
                    <a:pt x="5097454" y="1019230"/>
                  </a:lnTo>
                  <a:lnTo>
                    <a:pt x="5097612" y="1019230"/>
                  </a:lnTo>
                  <a:lnTo>
                    <a:pt x="5097770" y="1019230"/>
                  </a:lnTo>
                  <a:lnTo>
                    <a:pt x="5097927" y="1019230"/>
                  </a:lnTo>
                  <a:lnTo>
                    <a:pt x="5098085" y="1019230"/>
                  </a:lnTo>
                  <a:lnTo>
                    <a:pt x="5098085" y="1018799"/>
                  </a:lnTo>
                  <a:lnTo>
                    <a:pt x="5098243" y="1018799"/>
                  </a:lnTo>
                  <a:lnTo>
                    <a:pt x="5098401" y="1018799"/>
                  </a:lnTo>
                  <a:lnTo>
                    <a:pt x="5098558" y="1018799"/>
                  </a:lnTo>
                  <a:lnTo>
                    <a:pt x="5098716" y="1018799"/>
                  </a:lnTo>
                  <a:lnTo>
                    <a:pt x="5098874" y="1018799"/>
                  </a:lnTo>
                  <a:lnTo>
                    <a:pt x="5098874" y="1018369"/>
                  </a:lnTo>
                  <a:lnTo>
                    <a:pt x="5099031" y="1018369"/>
                  </a:lnTo>
                  <a:lnTo>
                    <a:pt x="5099189" y="1018369"/>
                  </a:lnTo>
                  <a:lnTo>
                    <a:pt x="5099347" y="1018369"/>
                  </a:lnTo>
                  <a:lnTo>
                    <a:pt x="5099505" y="1018369"/>
                  </a:lnTo>
                  <a:lnTo>
                    <a:pt x="5099505" y="1017938"/>
                  </a:lnTo>
                  <a:lnTo>
                    <a:pt x="5099662" y="1017938"/>
                  </a:lnTo>
                  <a:lnTo>
                    <a:pt x="5099820" y="1017938"/>
                  </a:lnTo>
                  <a:lnTo>
                    <a:pt x="5099820" y="1017507"/>
                  </a:lnTo>
                  <a:lnTo>
                    <a:pt x="5099820" y="1017077"/>
                  </a:lnTo>
                  <a:lnTo>
                    <a:pt x="5099978" y="1017077"/>
                  </a:lnTo>
                  <a:lnTo>
                    <a:pt x="5100135" y="1017077"/>
                  </a:lnTo>
                  <a:lnTo>
                    <a:pt x="5100293" y="1017077"/>
                  </a:lnTo>
                  <a:lnTo>
                    <a:pt x="5100451" y="1017077"/>
                  </a:lnTo>
                  <a:lnTo>
                    <a:pt x="5100609" y="1017077"/>
                  </a:lnTo>
                  <a:lnTo>
                    <a:pt x="5100609" y="1016646"/>
                  </a:lnTo>
                  <a:lnTo>
                    <a:pt x="5100766" y="1016646"/>
                  </a:lnTo>
                  <a:lnTo>
                    <a:pt x="5100924" y="1016646"/>
                  </a:lnTo>
                  <a:lnTo>
                    <a:pt x="5101082" y="1016646"/>
                  </a:lnTo>
                  <a:lnTo>
                    <a:pt x="5101082" y="1016216"/>
                  </a:lnTo>
                  <a:lnTo>
                    <a:pt x="5101082" y="1015785"/>
                  </a:lnTo>
                  <a:lnTo>
                    <a:pt x="5101239" y="1015785"/>
                  </a:lnTo>
                  <a:lnTo>
                    <a:pt x="5101397" y="1015785"/>
                  </a:lnTo>
                  <a:lnTo>
                    <a:pt x="5101555" y="1015785"/>
                  </a:lnTo>
                  <a:lnTo>
                    <a:pt x="5101713" y="1015785"/>
                  </a:lnTo>
                  <a:lnTo>
                    <a:pt x="5101713" y="1015354"/>
                  </a:lnTo>
                  <a:lnTo>
                    <a:pt x="5101870" y="1015354"/>
                  </a:lnTo>
                  <a:lnTo>
                    <a:pt x="5102028" y="1015354"/>
                  </a:lnTo>
                  <a:lnTo>
                    <a:pt x="5102186" y="1015354"/>
                  </a:lnTo>
                  <a:lnTo>
                    <a:pt x="5102344" y="1015354"/>
                  </a:lnTo>
                  <a:lnTo>
                    <a:pt x="5102501" y="1015354"/>
                  </a:lnTo>
                  <a:lnTo>
                    <a:pt x="5102501" y="1014924"/>
                  </a:lnTo>
                  <a:lnTo>
                    <a:pt x="5102659" y="1014924"/>
                  </a:lnTo>
                  <a:lnTo>
                    <a:pt x="5102817" y="1014924"/>
                  </a:lnTo>
                  <a:lnTo>
                    <a:pt x="5102817" y="1014493"/>
                  </a:lnTo>
                  <a:lnTo>
                    <a:pt x="5102817" y="1014063"/>
                  </a:lnTo>
                  <a:lnTo>
                    <a:pt x="5102974" y="1014063"/>
                  </a:lnTo>
                  <a:lnTo>
                    <a:pt x="5103132" y="1014063"/>
                  </a:lnTo>
                  <a:lnTo>
                    <a:pt x="5103290" y="1014063"/>
                  </a:lnTo>
                  <a:lnTo>
                    <a:pt x="5103448" y="1014063"/>
                  </a:lnTo>
                  <a:lnTo>
                    <a:pt x="5103448" y="1013632"/>
                  </a:lnTo>
                  <a:lnTo>
                    <a:pt x="5103448" y="1013201"/>
                  </a:lnTo>
                  <a:lnTo>
                    <a:pt x="5103448" y="1012771"/>
                  </a:lnTo>
                  <a:lnTo>
                    <a:pt x="5103605" y="1012771"/>
                  </a:lnTo>
                  <a:lnTo>
                    <a:pt x="5103763" y="1012771"/>
                  </a:lnTo>
                  <a:lnTo>
                    <a:pt x="5103921" y="1012771"/>
                  </a:lnTo>
                  <a:lnTo>
                    <a:pt x="5104078" y="1012771"/>
                  </a:lnTo>
                  <a:lnTo>
                    <a:pt x="5104236" y="1012771"/>
                  </a:lnTo>
                  <a:lnTo>
                    <a:pt x="5104394" y="1012771"/>
                  </a:lnTo>
                  <a:lnTo>
                    <a:pt x="5104394" y="1012340"/>
                  </a:lnTo>
                  <a:lnTo>
                    <a:pt x="5104552" y="1012340"/>
                  </a:lnTo>
                  <a:lnTo>
                    <a:pt x="5104709" y="1012340"/>
                  </a:lnTo>
                  <a:lnTo>
                    <a:pt x="5104709" y="1011910"/>
                  </a:lnTo>
                  <a:lnTo>
                    <a:pt x="5104867" y="1011910"/>
                  </a:lnTo>
                  <a:lnTo>
                    <a:pt x="5105025" y="1011910"/>
                  </a:lnTo>
                  <a:lnTo>
                    <a:pt x="5105182" y="1011910"/>
                  </a:lnTo>
                  <a:lnTo>
                    <a:pt x="5105182" y="1011479"/>
                  </a:lnTo>
                  <a:lnTo>
                    <a:pt x="5105340" y="1011479"/>
                  </a:lnTo>
                  <a:lnTo>
                    <a:pt x="5105498" y="1011479"/>
                  </a:lnTo>
                  <a:lnTo>
                    <a:pt x="5105656" y="1011479"/>
                  </a:lnTo>
                  <a:lnTo>
                    <a:pt x="5105813" y="1011479"/>
                  </a:lnTo>
                  <a:lnTo>
                    <a:pt x="5105971" y="1011479"/>
                  </a:lnTo>
                  <a:lnTo>
                    <a:pt x="5105971" y="1011048"/>
                  </a:lnTo>
                  <a:lnTo>
                    <a:pt x="5106129" y="1011048"/>
                  </a:lnTo>
                  <a:lnTo>
                    <a:pt x="5106129" y="1010618"/>
                  </a:lnTo>
                  <a:lnTo>
                    <a:pt x="5106129" y="1010187"/>
                  </a:lnTo>
                  <a:lnTo>
                    <a:pt x="5106286" y="1010187"/>
                  </a:lnTo>
                  <a:lnTo>
                    <a:pt x="5106444" y="1010187"/>
                  </a:lnTo>
                  <a:lnTo>
                    <a:pt x="5106602" y="1010187"/>
                  </a:lnTo>
                  <a:lnTo>
                    <a:pt x="5106760" y="1010187"/>
                  </a:lnTo>
                  <a:lnTo>
                    <a:pt x="5106917" y="1010187"/>
                  </a:lnTo>
                  <a:lnTo>
                    <a:pt x="5107075" y="1010187"/>
                  </a:lnTo>
                  <a:lnTo>
                    <a:pt x="5107075" y="1009757"/>
                  </a:lnTo>
                  <a:lnTo>
                    <a:pt x="5107233" y="1009757"/>
                  </a:lnTo>
                  <a:lnTo>
                    <a:pt x="5107233" y="1009326"/>
                  </a:lnTo>
                  <a:lnTo>
                    <a:pt x="5107391" y="1009326"/>
                  </a:lnTo>
                  <a:lnTo>
                    <a:pt x="5107548" y="1009326"/>
                  </a:lnTo>
                  <a:lnTo>
                    <a:pt x="5107706" y="1009326"/>
                  </a:lnTo>
                  <a:lnTo>
                    <a:pt x="5107864" y="1009326"/>
                  </a:lnTo>
                  <a:lnTo>
                    <a:pt x="5108021" y="1009326"/>
                  </a:lnTo>
                  <a:lnTo>
                    <a:pt x="5108179" y="1009326"/>
                  </a:lnTo>
                  <a:lnTo>
                    <a:pt x="5108337" y="1009326"/>
                  </a:lnTo>
                  <a:lnTo>
                    <a:pt x="5108495" y="1009326"/>
                  </a:lnTo>
                  <a:lnTo>
                    <a:pt x="5108495" y="1008895"/>
                  </a:lnTo>
                  <a:lnTo>
                    <a:pt x="5108652" y="1008895"/>
                  </a:lnTo>
                  <a:lnTo>
                    <a:pt x="5108810" y="1008895"/>
                  </a:lnTo>
                  <a:lnTo>
                    <a:pt x="5108968" y="1008895"/>
                  </a:lnTo>
                  <a:lnTo>
                    <a:pt x="5109125" y="1008895"/>
                  </a:lnTo>
                  <a:lnTo>
                    <a:pt x="5109283" y="1008895"/>
                  </a:lnTo>
                  <a:lnTo>
                    <a:pt x="5109441" y="1008895"/>
                  </a:lnTo>
                  <a:lnTo>
                    <a:pt x="5109599" y="1008895"/>
                  </a:lnTo>
                  <a:lnTo>
                    <a:pt x="5109756" y="1008895"/>
                  </a:lnTo>
                  <a:lnTo>
                    <a:pt x="5109914" y="1008895"/>
                  </a:lnTo>
                  <a:lnTo>
                    <a:pt x="5109914" y="1008465"/>
                  </a:lnTo>
                  <a:lnTo>
                    <a:pt x="5110072" y="1008465"/>
                  </a:lnTo>
                  <a:lnTo>
                    <a:pt x="5110229" y="1008465"/>
                  </a:lnTo>
                  <a:lnTo>
                    <a:pt x="5110229" y="1008034"/>
                  </a:lnTo>
                  <a:lnTo>
                    <a:pt x="5110387" y="1008034"/>
                  </a:lnTo>
                  <a:lnTo>
                    <a:pt x="5110545" y="1008034"/>
                  </a:lnTo>
                  <a:lnTo>
                    <a:pt x="5110703" y="1008034"/>
                  </a:lnTo>
                  <a:lnTo>
                    <a:pt x="5110860" y="1008034"/>
                  </a:lnTo>
                  <a:lnTo>
                    <a:pt x="5111018" y="1008034"/>
                  </a:lnTo>
                  <a:lnTo>
                    <a:pt x="5111176" y="1008034"/>
                  </a:lnTo>
                  <a:lnTo>
                    <a:pt x="5111333" y="1008034"/>
                  </a:lnTo>
                  <a:lnTo>
                    <a:pt x="5111491" y="1008034"/>
                  </a:lnTo>
                  <a:lnTo>
                    <a:pt x="5111649" y="1008034"/>
                  </a:lnTo>
                  <a:lnTo>
                    <a:pt x="5111807" y="1008034"/>
                  </a:lnTo>
                  <a:lnTo>
                    <a:pt x="5111964" y="1008034"/>
                  </a:lnTo>
                  <a:lnTo>
                    <a:pt x="5111964" y="1007604"/>
                  </a:lnTo>
                  <a:lnTo>
                    <a:pt x="5112122" y="1007604"/>
                  </a:lnTo>
                  <a:lnTo>
                    <a:pt x="5112280" y="1007604"/>
                  </a:lnTo>
                  <a:lnTo>
                    <a:pt x="5112437" y="1007604"/>
                  </a:lnTo>
                  <a:lnTo>
                    <a:pt x="5112595" y="1007604"/>
                  </a:lnTo>
                  <a:lnTo>
                    <a:pt x="5112753" y="1007604"/>
                  </a:lnTo>
                  <a:lnTo>
                    <a:pt x="5112753" y="1007173"/>
                  </a:lnTo>
                  <a:lnTo>
                    <a:pt x="5112911" y="1007173"/>
                  </a:lnTo>
                  <a:lnTo>
                    <a:pt x="5112911" y="1006742"/>
                  </a:lnTo>
                  <a:lnTo>
                    <a:pt x="5113068" y="1006742"/>
                  </a:lnTo>
                  <a:lnTo>
                    <a:pt x="5113226" y="1006742"/>
                  </a:lnTo>
                  <a:lnTo>
                    <a:pt x="5113384" y="1006742"/>
                  </a:lnTo>
                  <a:lnTo>
                    <a:pt x="5113384" y="1006312"/>
                  </a:lnTo>
                  <a:lnTo>
                    <a:pt x="5113542" y="1006312"/>
                  </a:lnTo>
                  <a:lnTo>
                    <a:pt x="5113699" y="1006312"/>
                  </a:lnTo>
                  <a:lnTo>
                    <a:pt x="5113857" y="1006312"/>
                  </a:lnTo>
                  <a:lnTo>
                    <a:pt x="5114015" y="1006312"/>
                  </a:lnTo>
                  <a:lnTo>
                    <a:pt x="5114172" y="1006312"/>
                  </a:lnTo>
                  <a:lnTo>
                    <a:pt x="5114330" y="1006312"/>
                  </a:lnTo>
                  <a:lnTo>
                    <a:pt x="5114488" y="1006312"/>
                  </a:lnTo>
                  <a:lnTo>
                    <a:pt x="5114646" y="1006312"/>
                  </a:lnTo>
                  <a:lnTo>
                    <a:pt x="5114646" y="1005881"/>
                  </a:lnTo>
                  <a:lnTo>
                    <a:pt x="5114803" y="1005881"/>
                  </a:lnTo>
                  <a:lnTo>
                    <a:pt x="5114961" y="1005881"/>
                  </a:lnTo>
                  <a:lnTo>
                    <a:pt x="5115119" y="1005881"/>
                  </a:lnTo>
                  <a:lnTo>
                    <a:pt x="5115276" y="1005881"/>
                  </a:lnTo>
                  <a:lnTo>
                    <a:pt x="5115434" y="1005881"/>
                  </a:lnTo>
                  <a:lnTo>
                    <a:pt x="5115434" y="1005451"/>
                  </a:lnTo>
                  <a:lnTo>
                    <a:pt x="5115592" y="1005451"/>
                  </a:lnTo>
                  <a:lnTo>
                    <a:pt x="5115750" y="1005451"/>
                  </a:lnTo>
                  <a:lnTo>
                    <a:pt x="5115907" y="1005451"/>
                  </a:lnTo>
                  <a:lnTo>
                    <a:pt x="5115907" y="1005020"/>
                  </a:lnTo>
                  <a:lnTo>
                    <a:pt x="5116065" y="1005020"/>
                  </a:lnTo>
                  <a:lnTo>
                    <a:pt x="5116223" y="1005020"/>
                  </a:lnTo>
                  <a:lnTo>
                    <a:pt x="5116380" y="1005020"/>
                  </a:lnTo>
                  <a:lnTo>
                    <a:pt x="5116538" y="1005020"/>
                  </a:lnTo>
                  <a:lnTo>
                    <a:pt x="5116696" y="1005020"/>
                  </a:lnTo>
                  <a:lnTo>
                    <a:pt x="5116854" y="1005020"/>
                  </a:lnTo>
                  <a:lnTo>
                    <a:pt x="5117011" y="1005020"/>
                  </a:lnTo>
                  <a:lnTo>
                    <a:pt x="5117169" y="1005020"/>
                  </a:lnTo>
                  <a:lnTo>
                    <a:pt x="5117327" y="1005020"/>
                  </a:lnTo>
                  <a:lnTo>
                    <a:pt x="5117327" y="1004589"/>
                  </a:lnTo>
                  <a:lnTo>
                    <a:pt x="5117484" y="1004589"/>
                  </a:lnTo>
                  <a:lnTo>
                    <a:pt x="5117642" y="1004589"/>
                  </a:lnTo>
                  <a:lnTo>
                    <a:pt x="5117800" y="1004589"/>
                  </a:lnTo>
                  <a:lnTo>
                    <a:pt x="5117958" y="1004589"/>
                  </a:lnTo>
                  <a:lnTo>
                    <a:pt x="5118115" y="1004589"/>
                  </a:lnTo>
                  <a:lnTo>
                    <a:pt x="5118273" y="1004589"/>
                  </a:lnTo>
                  <a:lnTo>
                    <a:pt x="5118431" y="1004589"/>
                  </a:lnTo>
                  <a:lnTo>
                    <a:pt x="5118589" y="1004589"/>
                  </a:lnTo>
                  <a:lnTo>
                    <a:pt x="5118746" y="1004589"/>
                  </a:lnTo>
                  <a:lnTo>
                    <a:pt x="5118746" y="1004159"/>
                  </a:lnTo>
                  <a:lnTo>
                    <a:pt x="5118904" y="1004159"/>
                  </a:lnTo>
                  <a:lnTo>
                    <a:pt x="5118904" y="1003728"/>
                  </a:lnTo>
                  <a:lnTo>
                    <a:pt x="5119062" y="1003728"/>
                  </a:lnTo>
                  <a:lnTo>
                    <a:pt x="5119219" y="1003728"/>
                  </a:lnTo>
                  <a:lnTo>
                    <a:pt x="5119377" y="1003728"/>
                  </a:lnTo>
                  <a:lnTo>
                    <a:pt x="5119535" y="1003728"/>
                  </a:lnTo>
                  <a:lnTo>
                    <a:pt x="5119693" y="1003728"/>
                  </a:lnTo>
                  <a:lnTo>
                    <a:pt x="5119850" y="1003728"/>
                  </a:lnTo>
                  <a:lnTo>
                    <a:pt x="5120008" y="1003728"/>
                  </a:lnTo>
                  <a:lnTo>
                    <a:pt x="5120166" y="1003728"/>
                  </a:lnTo>
                  <a:lnTo>
                    <a:pt x="5120323" y="1003728"/>
                  </a:lnTo>
                  <a:lnTo>
                    <a:pt x="5120481" y="1003728"/>
                  </a:lnTo>
                  <a:lnTo>
                    <a:pt x="5120639" y="1003728"/>
                  </a:lnTo>
                  <a:lnTo>
                    <a:pt x="5120797" y="1003728"/>
                  </a:lnTo>
                  <a:lnTo>
                    <a:pt x="5120954" y="1003728"/>
                  </a:lnTo>
                  <a:lnTo>
                    <a:pt x="5121112" y="1003728"/>
                  </a:lnTo>
                  <a:lnTo>
                    <a:pt x="5121112" y="1003298"/>
                  </a:lnTo>
                  <a:lnTo>
                    <a:pt x="5121270" y="1003298"/>
                  </a:lnTo>
                  <a:lnTo>
                    <a:pt x="5121427" y="1003298"/>
                  </a:lnTo>
                  <a:lnTo>
                    <a:pt x="5121585" y="1003298"/>
                  </a:lnTo>
                  <a:lnTo>
                    <a:pt x="5121743" y="1003298"/>
                  </a:lnTo>
                  <a:lnTo>
                    <a:pt x="5121901" y="1003298"/>
                  </a:lnTo>
                  <a:lnTo>
                    <a:pt x="5122058" y="1003298"/>
                  </a:lnTo>
                  <a:lnTo>
                    <a:pt x="5122216" y="1003298"/>
                  </a:lnTo>
                  <a:lnTo>
                    <a:pt x="5122216" y="1002867"/>
                  </a:lnTo>
                  <a:lnTo>
                    <a:pt x="5122374" y="1002867"/>
                  </a:lnTo>
                  <a:lnTo>
                    <a:pt x="5122531" y="1002867"/>
                  </a:lnTo>
                  <a:lnTo>
                    <a:pt x="5122689" y="1002867"/>
                  </a:lnTo>
                  <a:lnTo>
                    <a:pt x="5122847" y="1002867"/>
                  </a:lnTo>
                  <a:lnTo>
                    <a:pt x="5123005" y="1002867"/>
                  </a:lnTo>
                  <a:lnTo>
                    <a:pt x="5123162" y="1002867"/>
                  </a:lnTo>
                  <a:lnTo>
                    <a:pt x="5123162" y="1002436"/>
                  </a:lnTo>
                  <a:lnTo>
                    <a:pt x="5123320" y="1002436"/>
                  </a:lnTo>
                  <a:lnTo>
                    <a:pt x="5123320" y="1002006"/>
                  </a:lnTo>
                  <a:lnTo>
                    <a:pt x="5123320" y="1001575"/>
                  </a:lnTo>
                  <a:lnTo>
                    <a:pt x="5123478" y="1001575"/>
                  </a:lnTo>
                  <a:lnTo>
                    <a:pt x="5123635" y="1001575"/>
                  </a:lnTo>
                  <a:lnTo>
                    <a:pt x="5123793" y="1001575"/>
                  </a:lnTo>
                  <a:lnTo>
                    <a:pt x="5123951" y="1001575"/>
                  </a:lnTo>
                  <a:lnTo>
                    <a:pt x="5123951" y="1001145"/>
                  </a:lnTo>
                  <a:lnTo>
                    <a:pt x="5123951" y="1000714"/>
                  </a:lnTo>
                  <a:lnTo>
                    <a:pt x="5124109" y="1000714"/>
                  </a:lnTo>
                  <a:lnTo>
                    <a:pt x="5124266" y="1000714"/>
                  </a:lnTo>
                  <a:lnTo>
                    <a:pt x="5124424" y="1000714"/>
                  </a:lnTo>
                  <a:lnTo>
                    <a:pt x="5124582" y="1000714"/>
                  </a:lnTo>
                  <a:lnTo>
                    <a:pt x="5124740" y="1000714"/>
                  </a:lnTo>
                  <a:lnTo>
                    <a:pt x="5124897" y="1000714"/>
                  </a:lnTo>
                  <a:lnTo>
                    <a:pt x="5125055" y="1000714"/>
                  </a:lnTo>
                  <a:lnTo>
                    <a:pt x="5125213" y="1000714"/>
                  </a:lnTo>
                  <a:lnTo>
                    <a:pt x="5125213" y="1000283"/>
                  </a:lnTo>
                  <a:lnTo>
                    <a:pt x="5125370" y="1000283"/>
                  </a:lnTo>
                  <a:lnTo>
                    <a:pt x="5125528" y="1000283"/>
                  </a:lnTo>
                  <a:lnTo>
                    <a:pt x="5125528" y="999853"/>
                  </a:lnTo>
                  <a:lnTo>
                    <a:pt x="5125528" y="999422"/>
                  </a:lnTo>
                  <a:lnTo>
                    <a:pt x="5125686" y="999422"/>
                  </a:lnTo>
                  <a:lnTo>
                    <a:pt x="5125686" y="998992"/>
                  </a:lnTo>
                  <a:lnTo>
                    <a:pt x="5125686" y="998561"/>
                  </a:lnTo>
                  <a:lnTo>
                    <a:pt x="5125844" y="998561"/>
                  </a:lnTo>
                  <a:lnTo>
                    <a:pt x="5126001" y="998561"/>
                  </a:lnTo>
                  <a:lnTo>
                    <a:pt x="5126159" y="998561"/>
                  </a:lnTo>
                  <a:lnTo>
                    <a:pt x="5126159" y="998130"/>
                  </a:lnTo>
                  <a:lnTo>
                    <a:pt x="5126317" y="998130"/>
                  </a:lnTo>
                  <a:lnTo>
                    <a:pt x="5126474" y="998130"/>
                  </a:lnTo>
                  <a:lnTo>
                    <a:pt x="5126632" y="998130"/>
                  </a:lnTo>
                  <a:lnTo>
                    <a:pt x="5126790" y="998130"/>
                  </a:lnTo>
                  <a:lnTo>
                    <a:pt x="5126948" y="998130"/>
                  </a:lnTo>
                  <a:lnTo>
                    <a:pt x="5127105" y="998130"/>
                  </a:lnTo>
                  <a:lnTo>
                    <a:pt x="5127263" y="998130"/>
                  </a:lnTo>
                  <a:lnTo>
                    <a:pt x="5127421" y="998130"/>
                  </a:lnTo>
                  <a:lnTo>
                    <a:pt x="5127421" y="997700"/>
                  </a:lnTo>
                  <a:lnTo>
                    <a:pt x="5127578" y="997700"/>
                  </a:lnTo>
                  <a:lnTo>
                    <a:pt x="5127736" y="997700"/>
                  </a:lnTo>
                  <a:lnTo>
                    <a:pt x="5127894" y="997700"/>
                  </a:lnTo>
                  <a:lnTo>
                    <a:pt x="5128052" y="997700"/>
                  </a:lnTo>
                  <a:lnTo>
                    <a:pt x="5128209" y="997700"/>
                  </a:lnTo>
                  <a:lnTo>
                    <a:pt x="5128209" y="997269"/>
                  </a:lnTo>
                  <a:lnTo>
                    <a:pt x="5128367" y="997269"/>
                  </a:lnTo>
                  <a:lnTo>
                    <a:pt x="5128525" y="997269"/>
                  </a:lnTo>
                  <a:lnTo>
                    <a:pt x="5128682" y="997269"/>
                  </a:lnTo>
                  <a:lnTo>
                    <a:pt x="5128840" y="997269"/>
                  </a:lnTo>
                  <a:lnTo>
                    <a:pt x="5128998" y="997269"/>
                  </a:lnTo>
                  <a:lnTo>
                    <a:pt x="5129156" y="997269"/>
                  </a:lnTo>
                  <a:lnTo>
                    <a:pt x="5129313" y="997269"/>
                  </a:lnTo>
                  <a:lnTo>
                    <a:pt x="5129471" y="997269"/>
                  </a:lnTo>
                  <a:lnTo>
                    <a:pt x="5129629" y="997269"/>
                  </a:lnTo>
                  <a:lnTo>
                    <a:pt x="5129786" y="997269"/>
                  </a:lnTo>
                  <a:lnTo>
                    <a:pt x="5129944" y="997269"/>
                  </a:lnTo>
                  <a:lnTo>
                    <a:pt x="5130102" y="997269"/>
                  </a:lnTo>
                  <a:lnTo>
                    <a:pt x="5130260" y="997269"/>
                  </a:lnTo>
                  <a:lnTo>
                    <a:pt x="5130260" y="996839"/>
                  </a:lnTo>
                  <a:lnTo>
                    <a:pt x="5130417" y="996839"/>
                  </a:lnTo>
                  <a:lnTo>
                    <a:pt x="5130575" y="996839"/>
                  </a:lnTo>
                  <a:lnTo>
                    <a:pt x="5130575" y="996408"/>
                  </a:lnTo>
                  <a:lnTo>
                    <a:pt x="5130733" y="996408"/>
                  </a:lnTo>
                  <a:lnTo>
                    <a:pt x="5130891" y="996408"/>
                  </a:lnTo>
                  <a:lnTo>
                    <a:pt x="5131048" y="996408"/>
                  </a:lnTo>
                  <a:lnTo>
                    <a:pt x="5131206" y="996408"/>
                  </a:lnTo>
                  <a:lnTo>
                    <a:pt x="5131206" y="995977"/>
                  </a:lnTo>
                  <a:lnTo>
                    <a:pt x="5131364" y="995977"/>
                  </a:lnTo>
                  <a:lnTo>
                    <a:pt x="5131521" y="995977"/>
                  </a:lnTo>
                  <a:lnTo>
                    <a:pt x="5131679" y="995977"/>
                  </a:lnTo>
                  <a:lnTo>
                    <a:pt x="5131837" y="995977"/>
                  </a:lnTo>
                  <a:lnTo>
                    <a:pt x="5131995" y="995977"/>
                  </a:lnTo>
                  <a:lnTo>
                    <a:pt x="5132152" y="995977"/>
                  </a:lnTo>
                  <a:lnTo>
                    <a:pt x="5132310" y="995977"/>
                  </a:lnTo>
                  <a:lnTo>
                    <a:pt x="5132468" y="995977"/>
                  </a:lnTo>
                  <a:lnTo>
                    <a:pt x="5132625" y="995977"/>
                  </a:lnTo>
                  <a:lnTo>
                    <a:pt x="5132625" y="995547"/>
                  </a:lnTo>
                  <a:lnTo>
                    <a:pt x="5132783" y="995547"/>
                  </a:lnTo>
                  <a:lnTo>
                    <a:pt x="5132941" y="995547"/>
                  </a:lnTo>
                  <a:lnTo>
                    <a:pt x="5133099" y="995547"/>
                  </a:lnTo>
                  <a:lnTo>
                    <a:pt x="5133099" y="995116"/>
                  </a:lnTo>
                  <a:lnTo>
                    <a:pt x="5133256" y="995116"/>
                  </a:lnTo>
                  <a:lnTo>
                    <a:pt x="5133414" y="995116"/>
                  </a:lnTo>
                  <a:lnTo>
                    <a:pt x="5133414" y="994686"/>
                  </a:lnTo>
                  <a:lnTo>
                    <a:pt x="5133414" y="994255"/>
                  </a:lnTo>
                  <a:lnTo>
                    <a:pt x="5133572" y="994255"/>
                  </a:lnTo>
                  <a:lnTo>
                    <a:pt x="5133729" y="994255"/>
                  </a:lnTo>
                  <a:lnTo>
                    <a:pt x="5133887" y="994255"/>
                  </a:lnTo>
                  <a:lnTo>
                    <a:pt x="5134045" y="994255"/>
                  </a:lnTo>
                  <a:lnTo>
                    <a:pt x="5134045" y="993824"/>
                  </a:lnTo>
                  <a:lnTo>
                    <a:pt x="5134203" y="993824"/>
                  </a:lnTo>
                  <a:lnTo>
                    <a:pt x="5134360" y="993824"/>
                  </a:lnTo>
                  <a:lnTo>
                    <a:pt x="5134360" y="993394"/>
                  </a:lnTo>
                  <a:lnTo>
                    <a:pt x="5134518" y="993394"/>
                  </a:lnTo>
                  <a:lnTo>
                    <a:pt x="5134518" y="992963"/>
                  </a:lnTo>
                  <a:lnTo>
                    <a:pt x="5134676" y="992963"/>
                  </a:lnTo>
                  <a:lnTo>
                    <a:pt x="5134833" y="992963"/>
                  </a:lnTo>
                  <a:lnTo>
                    <a:pt x="5134991" y="992963"/>
                  </a:lnTo>
                  <a:lnTo>
                    <a:pt x="5135149" y="992963"/>
                  </a:lnTo>
                  <a:lnTo>
                    <a:pt x="5135307" y="992963"/>
                  </a:lnTo>
                  <a:lnTo>
                    <a:pt x="5135464" y="992963"/>
                  </a:lnTo>
                  <a:lnTo>
                    <a:pt x="5135622" y="992963"/>
                  </a:lnTo>
                  <a:lnTo>
                    <a:pt x="5135780" y="992963"/>
                  </a:lnTo>
                  <a:lnTo>
                    <a:pt x="5135938" y="992963"/>
                  </a:lnTo>
                  <a:lnTo>
                    <a:pt x="5136095" y="992963"/>
                  </a:lnTo>
                  <a:lnTo>
                    <a:pt x="5136253" y="992963"/>
                  </a:lnTo>
                  <a:lnTo>
                    <a:pt x="5136411" y="992963"/>
                  </a:lnTo>
                  <a:lnTo>
                    <a:pt x="5136568" y="992963"/>
                  </a:lnTo>
                  <a:lnTo>
                    <a:pt x="5136726" y="992963"/>
                  </a:lnTo>
                  <a:lnTo>
                    <a:pt x="5136884" y="992963"/>
                  </a:lnTo>
                  <a:lnTo>
                    <a:pt x="5137042" y="992963"/>
                  </a:lnTo>
                  <a:lnTo>
                    <a:pt x="5137042" y="992533"/>
                  </a:lnTo>
                  <a:lnTo>
                    <a:pt x="5137199" y="992533"/>
                  </a:lnTo>
                  <a:lnTo>
                    <a:pt x="5137199" y="992102"/>
                  </a:lnTo>
                  <a:lnTo>
                    <a:pt x="5137357" y="992102"/>
                  </a:lnTo>
                  <a:lnTo>
                    <a:pt x="5137515" y="992102"/>
                  </a:lnTo>
                  <a:lnTo>
                    <a:pt x="5137672" y="992102"/>
                  </a:lnTo>
                  <a:lnTo>
                    <a:pt x="5137830" y="992102"/>
                  </a:lnTo>
                  <a:lnTo>
                    <a:pt x="5137988" y="992102"/>
                  </a:lnTo>
                  <a:lnTo>
                    <a:pt x="5137988" y="991671"/>
                  </a:lnTo>
                  <a:lnTo>
                    <a:pt x="5138146" y="991671"/>
                  </a:lnTo>
                  <a:lnTo>
                    <a:pt x="5138146" y="991241"/>
                  </a:lnTo>
                  <a:lnTo>
                    <a:pt x="5138146" y="990810"/>
                  </a:lnTo>
                  <a:lnTo>
                    <a:pt x="5138303" y="990810"/>
                  </a:lnTo>
                  <a:lnTo>
                    <a:pt x="5138303" y="990380"/>
                  </a:lnTo>
                  <a:lnTo>
                    <a:pt x="5138461" y="990380"/>
                  </a:lnTo>
                  <a:lnTo>
                    <a:pt x="5138619" y="990380"/>
                  </a:lnTo>
                  <a:lnTo>
                    <a:pt x="5138776" y="990380"/>
                  </a:lnTo>
                  <a:lnTo>
                    <a:pt x="5138934" y="990380"/>
                  </a:lnTo>
                  <a:lnTo>
                    <a:pt x="5139092" y="990380"/>
                  </a:lnTo>
                  <a:lnTo>
                    <a:pt x="5139250" y="990380"/>
                  </a:lnTo>
                  <a:lnTo>
                    <a:pt x="5139407" y="990380"/>
                  </a:lnTo>
                  <a:lnTo>
                    <a:pt x="5139565" y="990380"/>
                  </a:lnTo>
                  <a:lnTo>
                    <a:pt x="5139723" y="990380"/>
                  </a:lnTo>
                  <a:lnTo>
                    <a:pt x="5139723" y="989949"/>
                  </a:lnTo>
                  <a:lnTo>
                    <a:pt x="5139723" y="989518"/>
                  </a:lnTo>
                  <a:lnTo>
                    <a:pt x="5139880" y="989518"/>
                  </a:lnTo>
                  <a:lnTo>
                    <a:pt x="5140038" y="989518"/>
                  </a:lnTo>
                  <a:lnTo>
                    <a:pt x="5140196" y="989518"/>
                  </a:lnTo>
                  <a:lnTo>
                    <a:pt x="5140354" y="989518"/>
                  </a:lnTo>
                  <a:lnTo>
                    <a:pt x="5140511" y="989518"/>
                  </a:lnTo>
                  <a:lnTo>
                    <a:pt x="5140669" y="989518"/>
                  </a:lnTo>
                  <a:lnTo>
                    <a:pt x="5140827" y="989518"/>
                  </a:lnTo>
                  <a:lnTo>
                    <a:pt x="5140984" y="989518"/>
                  </a:lnTo>
                  <a:lnTo>
                    <a:pt x="5140984" y="989088"/>
                  </a:lnTo>
                  <a:lnTo>
                    <a:pt x="5140984" y="988657"/>
                  </a:lnTo>
                  <a:lnTo>
                    <a:pt x="5141142" y="988657"/>
                  </a:lnTo>
                  <a:lnTo>
                    <a:pt x="5141300" y="988657"/>
                  </a:lnTo>
                  <a:lnTo>
                    <a:pt x="5141458" y="988657"/>
                  </a:lnTo>
                  <a:lnTo>
                    <a:pt x="5141615" y="988657"/>
                  </a:lnTo>
                  <a:lnTo>
                    <a:pt x="5141773" y="988657"/>
                  </a:lnTo>
                  <a:lnTo>
                    <a:pt x="5141931" y="988657"/>
                  </a:lnTo>
                  <a:lnTo>
                    <a:pt x="5142089" y="988657"/>
                  </a:lnTo>
                  <a:lnTo>
                    <a:pt x="5142246" y="988657"/>
                  </a:lnTo>
                  <a:lnTo>
                    <a:pt x="5142404" y="988657"/>
                  </a:lnTo>
                  <a:lnTo>
                    <a:pt x="5142404" y="988227"/>
                  </a:lnTo>
                  <a:lnTo>
                    <a:pt x="5142562" y="988227"/>
                  </a:lnTo>
                  <a:lnTo>
                    <a:pt x="5142719" y="988227"/>
                  </a:lnTo>
                  <a:lnTo>
                    <a:pt x="5142877" y="988227"/>
                  </a:lnTo>
                  <a:lnTo>
                    <a:pt x="5143035" y="988227"/>
                  </a:lnTo>
                  <a:lnTo>
                    <a:pt x="5143193" y="988227"/>
                  </a:lnTo>
                  <a:lnTo>
                    <a:pt x="5143350" y="988227"/>
                  </a:lnTo>
                  <a:lnTo>
                    <a:pt x="5143508" y="988227"/>
                  </a:lnTo>
                  <a:lnTo>
                    <a:pt x="5143666" y="988227"/>
                  </a:lnTo>
                  <a:lnTo>
                    <a:pt x="5143823" y="988227"/>
                  </a:lnTo>
                  <a:lnTo>
                    <a:pt x="5143981" y="988227"/>
                  </a:lnTo>
                  <a:lnTo>
                    <a:pt x="5144139" y="988227"/>
                  </a:lnTo>
                  <a:lnTo>
                    <a:pt x="5144297" y="988227"/>
                  </a:lnTo>
                  <a:lnTo>
                    <a:pt x="5144297" y="987796"/>
                  </a:lnTo>
                  <a:lnTo>
                    <a:pt x="5144454" y="987796"/>
                  </a:lnTo>
                  <a:lnTo>
                    <a:pt x="5144612" y="987796"/>
                  </a:lnTo>
                  <a:lnTo>
                    <a:pt x="5144770" y="987796"/>
                  </a:lnTo>
                  <a:lnTo>
                    <a:pt x="5144770" y="987365"/>
                  </a:lnTo>
                  <a:lnTo>
                    <a:pt x="5144927" y="987365"/>
                  </a:lnTo>
                  <a:lnTo>
                    <a:pt x="5145085" y="987365"/>
                  </a:lnTo>
                  <a:lnTo>
                    <a:pt x="5145243" y="987365"/>
                  </a:lnTo>
                  <a:lnTo>
                    <a:pt x="5145243" y="986935"/>
                  </a:lnTo>
                  <a:lnTo>
                    <a:pt x="5145401" y="986935"/>
                  </a:lnTo>
                  <a:lnTo>
                    <a:pt x="5145558" y="986935"/>
                  </a:lnTo>
                  <a:lnTo>
                    <a:pt x="5145716" y="986935"/>
                  </a:lnTo>
                  <a:lnTo>
                    <a:pt x="5145716" y="986504"/>
                  </a:lnTo>
                  <a:lnTo>
                    <a:pt x="5145874" y="986504"/>
                  </a:lnTo>
                  <a:lnTo>
                    <a:pt x="5146031" y="986504"/>
                  </a:lnTo>
                  <a:lnTo>
                    <a:pt x="5146189" y="986504"/>
                  </a:lnTo>
                  <a:lnTo>
                    <a:pt x="5146189" y="986074"/>
                  </a:lnTo>
                  <a:lnTo>
                    <a:pt x="5146347" y="986074"/>
                  </a:lnTo>
                  <a:lnTo>
                    <a:pt x="5146505" y="986074"/>
                  </a:lnTo>
                  <a:lnTo>
                    <a:pt x="5146662" y="986074"/>
                  </a:lnTo>
                  <a:lnTo>
                    <a:pt x="5146820" y="986074"/>
                  </a:lnTo>
                  <a:lnTo>
                    <a:pt x="5146978" y="986074"/>
                  </a:lnTo>
                  <a:lnTo>
                    <a:pt x="5147136" y="986074"/>
                  </a:lnTo>
                  <a:lnTo>
                    <a:pt x="5147293" y="986074"/>
                  </a:lnTo>
                  <a:lnTo>
                    <a:pt x="5147451" y="986074"/>
                  </a:lnTo>
                  <a:lnTo>
                    <a:pt x="5147609" y="986074"/>
                  </a:lnTo>
                  <a:lnTo>
                    <a:pt x="5147766" y="986074"/>
                  </a:lnTo>
                  <a:lnTo>
                    <a:pt x="5147924" y="986074"/>
                  </a:lnTo>
                  <a:lnTo>
                    <a:pt x="5148082" y="986074"/>
                  </a:lnTo>
                  <a:lnTo>
                    <a:pt x="5148240" y="986074"/>
                  </a:lnTo>
                  <a:lnTo>
                    <a:pt x="5148397" y="986074"/>
                  </a:lnTo>
                  <a:lnTo>
                    <a:pt x="5148397" y="985643"/>
                  </a:lnTo>
                  <a:lnTo>
                    <a:pt x="5148555" y="985643"/>
                  </a:lnTo>
                  <a:lnTo>
                    <a:pt x="5148555" y="985212"/>
                  </a:lnTo>
                  <a:lnTo>
                    <a:pt x="5148713" y="985212"/>
                  </a:lnTo>
                  <a:lnTo>
                    <a:pt x="5148870" y="985212"/>
                  </a:lnTo>
                  <a:lnTo>
                    <a:pt x="5149028" y="985212"/>
                  </a:lnTo>
                  <a:lnTo>
                    <a:pt x="5149186" y="985212"/>
                  </a:lnTo>
                  <a:lnTo>
                    <a:pt x="5149344" y="985212"/>
                  </a:lnTo>
                  <a:lnTo>
                    <a:pt x="5149501" y="985212"/>
                  </a:lnTo>
                  <a:lnTo>
                    <a:pt x="5149659" y="985212"/>
                  </a:lnTo>
                  <a:lnTo>
                    <a:pt x="5149817" y="985212"/>
                  </a:lnTo>
                  <a:lnTo>
                    <a:pt x="5149817" y="984782"/>
                  </a:lnTo>
                  <a:lnTo>
                    <a:pt x="5149817" y="984351"/>
                  </a:lnTo>
                  <a:lnTo>
                    <a:pt x="5149974" y="984351"/>
                  </a:lnTo>
                  <a:lnTo>
                    <a:pt x="5150132" y="984351"/>
                  </a:lnTo>
                  <a:lnTo>
                    <a:pt x="5150290" y="984351"/>
                  </a:lnTo>
                  <a:lnTo>
                    <a:pt x="5150290" y="983921"/>
                  </a:lnTo>
                  <a:lnTo>
                    <a:pt x="5150448" y="983921"/>
                  </a:lnTo>
                  <a:lnTo>
                    <a:pt x="5150605" y="983921"/>
                  </a:lnTo>
                  <a:lnTo>
                    <a:pt x="5150763" y="983921"/>
                  </a:lnTo>
                  <a:lnTo>
                    <a:pt x="5150921" y="983921"/>
                  </a:lnTo>
                  <a:lnTo>
                    <a:pt x="5150921" y="983490"/>
                  </a:lnTo>
                  <a:lnTo>
                    <a:pt x="5151078" y="983490"/>
                  </a:lnTo>
                  <a:lnTo>
                    <a:pt x="5151236" y="983490"/>
                  </a:lnTo>
                  <a:lnTo>
                    <a:pt x="5151394" y="983490"/>
                  </a:lnTo>
                  <a:lnTo>
                    <a:pt x="5151552" y="983490"/>
                  </a:lnTo>
                  <a:lnTo>
                    <a:pt x="5151709" y="983490"/>
                  </a:lnTo>
                  <a:lnTo>
                    <a:pt x="5151709" y="983059"/>
                  </a:lnTo>
                  <a:lnTo>
                    <a:pt x="5151867" y="983059"/>
                  </a:lnTo>
                  <a:lnTo>
                    <a:pt x="5151867" y="982629"/>
                  </a:lnTo>
                  <a:lnTo>
                    <a:pt x="5152025" y="982629"/>
                  </a:lnTo>
                  <a:lnTo>
                    <a:pt x="5152025" y="982198"/>
                  </a:lnTo>
                  <a:lnTo>
                    <a:pt x="5152182" y="982198"/>
                  </a:lnTo>
                  <a:lnTo>
                    <a:pt x="5152340" y="982198"/>
                  </a:lnTo>
                  <a:lnTo>
                    <a:pt x="5152498" y="982198"/>
                  </a:lnTo>
                  <a:lnTo>
                    <a:pt x="5152498" y="981768"/>
                  </a:lnTo>
                  <a:lnTo>
                    <a:pt x="5152656" y="981768"/>
                  </a:lnTo>
                  <a:lnTo>
                    <a:pt x="5152813" y="981768"/>
                  </a:lnTo>
                  <a:lnTo>
                    <a:pt x="5152971" y="981768"/>
                  </a:lnTo>
                  <a:lnTo>
                    <a:pt x="5153129" y="981768"/>
                  </a:lnTo>
                  <a:lnTo>
                    <a:pt x="5153129" y="981337"/>
                  </a:lnTo>
                  <a:lnTo>
                    <a:pt x="5153287" y="981337"/>
                  </a:lnTo>
                  <a:lnTo>
                    <a:pt x="5153444" y="981337"/>
                  </a:lnTo>
                  <a:lnTo>
                    <a:pt x="5153602" y="981337"/>
                  </a:lnTo>
                  <a:lnTo>
                    <a:pt x="5153760" y="981337"/>
                  </a:lnTo>
                  <a:lnTo>
                    <a:pt x="5153917" y="981337"/>
                  </a:lnTo>
                  <a:lnTo>
                    <a:pt x="5154075" y="981337"/>
                  </a:lnTo>
                  <a:lnTo>
                    <a:pt x="5154233" y="981337"/>
                  </a:lnTo>
                  <a:lnTo>
                    <a:pt x="5154391" y="981337"/>
                  </a:lnTo>
                  <a:lnTo>
                    <a:pt x="5154548" y="981337"/>
                  </a:lnTo>
                  <a:lnTo>
                    <a:pt x="5154706" y="981337"/>
                  </a:lnTo>
                  <a:lnTo>
                    <a:pt x="5154864" y="981337"/>
                  </a:lnTo>
                  <a:lnTo>
                    <a:pt x="5155021" y="981337"/>
                  </a:lnTo>
                  <a:lnTo>
                    <a:pt x="5155179" y="981337"/>
                  </a:lnTo>
                  <a:lnTo>
                    <a:pt x="5155179" y="980906"/>
                  </a:lnTo>
                  <a:lnTo>
                    <a:pt x="5155337" y="980906"/>
                  </a:lnTo>
                  <a:lnTo>
                    <a:pt x="5155495" y="980906"/>
                  </a:lnTo>
                  <a:lnTo>
                    <a:pt x="5155652" y="980906"/>
                  </a:lnTo>
                  <a:lnTo>
                    <a:pt x="5155810" y="980906"/>
                  </a:lnTo>
                  <a:lnTo>
                    <a:pt x="5155968" y="980906"/>
                  </a:lnTo>
                  <a:lnTo>
                    <a:pt x="5155968" y="980476"/>
                  </a:lnTo>
                  <a:lnTo>
                    <a:pt x="5156125" y="980476"/>
                  </a:lnTo>
                  <a:lnTo>
                    <a:pt x="5156125" y="980045"/>
                  </a:lnTo>
                  <a:lnTo>
                    <a:pt x="5156283" y="980045"/>
                  </a:lnTo>
                  <a:lnTo>
                    <a:pt x="5156441" y="980045"/>
                  </a:lnTo>
                  <a:lnTo>
                    <a:pt x="5156599" y="980045"/>
                  </a:lnTo>
                  <a:lnTo>
                    <a:pt x="5156756" y="980045"/>
                  </a:lnTo>
                  <a:lnTo>
                    <a:pt x="5156756" y="979615"/>
                  </a:lnTo>
                  <a:lnTo>
                    <a:pt x="5156914" y="979615"/>
                  </a:lnTo>
                  <a:lnTo>
                    <a:pt x="5157072" y="979615"/>
                  </a:lnTo>
                  <a:lnTo>
                    <a:pt x="5157229" y="979615"/>
                  </a:lnTo>
                  <a:lnTo>
                    <a:pt x="5157387" y="979615"/>
                  </a:lnTo>
                  <a:lnTo>
                    <a:pt x="5157545" y="979615"/>
                  </a:lnTo>
                  <a:lnTo>
                    <a:pt x="5157545" y="979184"/>
                  </a:lnTo>
                  <a:lnTo>
                    <a:pt x="5157703" y="979184"/>
                  </a:lnTo>
                  <a:lnTo>
                    <a:pt x="5157860" y="979184"/>
                  </a:lnTo>
                  <a:lnTo>
                    <a:pt x="5157860" y="978753"/>
                  </a:lnTo>
                  <a:lnTo>
                    <a:pt x="5158018" y="978753"/>
                  </a:lnTo>
                  <a:lnTo>
                    <a:pt x="5158176" y="978753"/>
                  </a:lnTo>
                  <a:lnTo>
                    <a:pt x="5158334" y="978753"/>
                  </a:lnTo>
                  <a:lnTo>
                    <a:pt x="5158334" y="978323"/>
                  </a:lnTo>
                  <a:lnTo>
                    <a:pt x="5158491" y="978323"/>
                  </a:lnTo>
                  <a:lnTo>
                    <a:pt x="5158649" y="978323"/>
                  </a:lnTo>
                  <a:lnTo>
                    <a:pt x="5158807" y="978323"/>
                  </a:lnTo>
                  <a:lnTo>
                    <a:pt x="5158964" y="978323"/>
                  </a:lnTo>
                  <a:lnTo>
                    <a:pt x="5159122" y="978323"/>
                  </a:lnTo>
                  <a:lnTo>
                    <a:pt x="5159280" y="978323"/>
                  </a:lnTo>
                  <a:lnTo>
                    <a:pt x="5159438" y="978323"/>
                  </a:lnTo>
                  <a:lnTo>
                    <a:pt x="5159595" y="978323"/>
                  </a:lnTo>
                  <a:lnTo>
                    <a:pt x="5159753" y="978323"/>
                  </a:lnTo>
                  <a:lnTo>
                    <a:pt x="5159911" y="978323"/>
                  </a:lnTo>
                  <a:lnTo>
                    <a:pt x="5160068" y="978323"/>
                  </a:lnTo>
                  <a:lnTo>
                    <a:pt x="5160068" y="977892"/>
                  </a:lnTo>
                  <a:lnTo>
                    <a:pt x="5160226" y="977892"/>
                  </a:lnTo>
                  <a:lnTo>
                    <a:pt x="5160384" y="977892"/>
                  </a:lnTo>
                  <a:lnTo>
                    <a:pt x="5160542" y="977892"/>
                  </a:lnTo>
                  <a:lnTo>
                    <a:pt x="5160699" y="977892"/>
                  </a:lnTo>
                  <a:lnTo>
                    <a:pt x="5160857" y="977892"/>
                  </a:lnTo>
                  <a:lnTo>
                    <a:pt x="5160857" y="977462"/>
                  </a:lnTo>
                  <a:lnTo>
                    <a:pt x="5160857" y="977031"/>
                  </a:lnTo>
                  <a:lnTo>
                    <a:pt x="5161015" y="977031"/>
                  </a:lnTo>
                  <a:lnTo>
                    <a:pt x="5161172" y="977031"/>
                  </a:lnTo>
                  <a:lnTo>
                    <a:pt x="5161330" y="977031"/>
                  </a:lnTo>
                  <a:lnTo>
                    <a:pt x="5161488" y="977031"/>
                  </a:lnTo>
                  <a:lnTo>
                    <a:pt x="5161488" y="976600"/>
                  </a:lnTo>
                  <a:lnTo>
                    <a:pt x="5161646" y="976600"/>
                  </a:lnTo>
                  <a:lnTo>
                    <a:pt x="5161646" y="976170"/>
                  </a:lnTo>
                  <a:lnTo>
                    <a:pt x="5161803" y="976170"/>
                  </a:lnTo>
                  <a:lnTo>
                    <a:pt x="5161961" y="976170"/>
                  </a:lnTo>
                  <a:lnTo>
                    <a:pt x="5162119" y="976170"/>
                  </a:lnTo>
                  <a:lnTo>
                    <a:pt x="5162276" y="976170"/>
                  </a:lnTo>
                  <a:lnTo>
                    <a:pt x="5162434" y="976170"/>
                  </a:lnTo>
                  <a:lnTo>
                    <a:pt x="5162592" y="976170"/>
                  </a:lnTo>
                  <a:lnTo>
                    <a:pt x="5162750" y="976170"/>
                  </a:lnTo>
                  <a:lnTo>
                    <a:pt x="5162907" y="976170"/>
                  </a:lnTo>
                  <a:lnTo>
                    <a:pt x="5163065" y="976170"/>
                  </a:lnTo>
                  <a:lnTo>
                    <a:pt x="5163223" y="976170"/>
                  </a:lnTo>
                  <a:lnTo>
                    <a:pt x="5163380" y="976170"/>
                  </a:lnTo>
                  <a:lnTo>
                    <a:pt x="5163538" y="976170"/>
                  </a:lnTo>
                  <a:lnTo>
                    <a:pt x="5163696" y="976170"/>
                  </a:lnTo>
                  <a:lnTo>
                    <a:pt x="5163854" y="976170"/>
                  </a:lnTo>
                  <a:lnTo>
                    <a:pt x="5164011" y="976170"/>
                  </a:lnTo>
                  <a:lnTo>
                    <a:pt x="5164169" y="976170"/>
                  </a:lnTo>
                  <a:lnTo>
                    <a:pt x="5164169" y="975739"/>
                  </a:lnTo>
                  <a:lnTo>
                    <a:pt x="5164327" y="975739"/>
                  </a:lnTo>
                  <a:lnTo>
                    <a:pt x="5164485" y="975739"/>
                  </a:lnTo>
                  <a:lnTo>
                    <a:pt x="5164485" y="975309"/>
                  </a:lnTo>
                  <a:lnTo>
                    <a:pt x="5164642" y="975309"/>
                  </a:lnTo>
                  <a:lnTo>
                    <a:pt x="5164800" y="975309"/>
                  </a:lnTo>
                  <a:lnTo>
                    <a:pt x="5164958" y="975309"/>
                  </a:lnTo>
                  <a:lnTo>
                    <a:pt x="5165115" y="975309"/>
                  </a:lnTo>
                  <a:lnTo>
                    <a:pt x="5165273" y="975309"/>
                  </a:lnTo>
                  <a:lnTo>
                    <a:pt x="5165431" y="975309"/>
                  </a:lnTo>
                  <a:lnTo>
                    <a:pt x="5165431" y="974878"/>
                  </a:lnTo>
                  <a:lnTo>
                    <a:pt x="5165589" y="974878"/>
                  </a:lnTo>
                  <a:lnTo>
                    <a:pt x="5165746" y="974878"/>
                  </a:lnTo>
                  <a:lnTo>
                    <a:pt x="5165904" y="974878"/>
                  </a:lnTo>
                  <a:lnTo>
                    <a:pt x="5165904" y="974447"/>
                  </a:lnTo>
                  <a:lnTo>
                    <a:pt x="5166062" y="974447"/>
                  </a:lnTo>
                  <a:lnTo>
                    <a:pt x="5166219" y="974447"/>
                  </a:lnTo>
                  <a:lnTo>
                    <a:pt x="5166219" y="974017"/>
                  </a:lnTo>
                  <a:lnTo>
                    <a:pt x="5166377" y="974017"/>
                  </a:lnTo>
                  <a:lnTo>
                    <a:pt x="5166535" y="974017"/>
                  </a:lnTo>
                  <a:lnTo>
                    <a:pt x="5166693" y="974017"/>
                  </a:lnTo>
                  <a:lnTo>
                    <a:pt x="5166850" y="974017"/>
                  </a:lnTo>
                  <a:lnTo>
                    <a:pt x="5167008" y="974017"/>
                  </a:lnTo>
                  <a:lnTo>
                    <a:pt x="5167166" y="974017"/>
                  </a:lnTo>
                  <a:lnTo>
                    <a:pt x="5167323" y="974017"/>
                  </a:lnTo>
                  <a:lnTo>
                    <a:pt x="5167481" y="974017"/>
                  </a:lnTo>
                  <a:lnTo>
                    <a:pt x="5167639" y="974017"/>
                  </a:lnTo>
                  <a:lnTo>
                    <a:pt x="5167797" y="974017"/>
                  </a:lnTo>
                  <a:lnTo>
                    <a:pt x="5167797" y="973586"/>
                  </a:lnTo>
                  <a:lnTo>
                    <a:pt x="5167954" y="973586"/>
                  </a:lnTo>
                  <a:lnTo>
                    <a:pt x="5167954" y="973156"/>
                  </a:lnTo>
                  <a:lnTo>
                    <a:pt x="5168112" y="973156"/>
                  </a:lnTo>
                  <a:lnTo>
                    <a:pt x="5168112" y="972725"/>
                  </a:lnTo>
                  <a:lnTo>
                    <a:pt x="5168270" y="972725"/>
                  </a:lnTo>
                  <a:lnTo>
                    <a:pt x="5168427" y="972725"/>
                  </a:lnTo>
                  <a:lnTo>
                    <a:pt x="5168585" y="972725"/>
                  </a:lnTo>
                  <a:lnTo>
                    <a:pt x="5168743" y="972725"/>
                  </a:lnTo>
                  <a:lnTo>
                    <a:pt x="5168901" y="972725"/>
                  </a:lnTo>
                  <a:lnTo>
                    <a:pt x="5169058" y="972725"/>
                  </a:lnTo>
                  <a:lnTo>
                    <a:pt x="5169216" y="972725"/>
                  </a:lnTo>
                  <a:lnTo>
                    <a:pt x="5169374" y="972725"/>
                  </a:lnTo>
                  <a:lnTo>
                    <a:pt x="5169532" y="972725"/>
                  </a:lnTo>
                  <a:lnTo>
                    <a:pt x="5169689" y="972725"/>
                  </a:lnTo>
                  <a:lnTo>
                    <a:pt x="5169847" y="972725"/>
                  </a:lnTo>
                  <a:lnTo>
                    <a:pt x="5170005" y="972725"/>
                  </a:lnTo>
                  <a:lnTo>
                    <a:pt x="5170162" y="972725"/>
                  </a:lnTo>
                  <a:lnTo>
                    <a:pt x="5170320" y="972725"/>
                  </a:lnTo>
                  <a:lnTo>
                    <a:pt x="5170478" y="972725"/>
                  </a:lnTo>
                  <a:lnTo>
                    <a:pt x="5170636" y="972725"/>
                  </a:lnTo>
                  <a:lnTo>
                    <a:pt x="5170793" y="972725"/>
                  </a:lnTo>
                  <a:lnTo>
                    <a:pt x="5170951" y="972725"/>
                  </a:lnTo>
                  <a:lnTo>
                    <a:pt x="5171109" y="972725"/>
                  </a:lnTo>
                  <a:lnTo>
                    <a:pt x="5171266" y="972725"/>
                  </a:lnTo>
                  <a:lnTo>
                    <a:pt x="5171424" y="972725"/>
                  </a:lnTo>
                  <a:lnTo>
                    <a:pt x="5171582" y="972725"/>
                  </a:lnTo>
                  <a:lnTo>
                    <a:pt x="5171582" y="972294"/>
                  </a:lnTo>
                  <a:lnTo>
                    <a:pt x="5171740" y="972294"/>
                  </a:lnTo>
                  <a:lnTo>
                    <a:pt x="5171897" y="972294"/>
                  </a:lnTo>
                  <a:lnTo>
                    <a:pt x="5172055" y="972294"/>
                  </a:lnTo>
                  <a:lnTo>
                    <a:pt x="5172213" y="972294"/>
                  </a:lnTo>
                  <a:lnTo>
                    <a:pt x="5172370" y="972294"/>
                  </a:lnTo>
                  <a:lnTo>
                    <a:pt x="5172528" y="972294"/>
                  </a:lnTo>
                  <a:lnTo>
                    <a:pt x="5172528" y="971864"/>
                  </a:lnTo>
                  <a:lnTo>
                    <a:pt x="5172686" y="971864"/>
                  </a:lnTo>
                  <a:lnTo>
                    <a:pt x="5172844" y="971864"/>
                  </a:lnTo>
                  <a:lnTo>
                    <a:pt x="5173001" y="971864"/>
                  </a:lnTo>
                  <a:lnTo>
                    <a:pt x="5173159" y="971864"/>
                  </a:lnTo>
                  <a:lnTo>
                    <a:pt x="5173317" y="971864"/>
                  </a:lnTo>
                  <a:lnTo>
                    <a:pt x="5173474" y="971864"/>
                  </a:lnTo>
                  <a:lnTo>
                    <a:pt x="5173632" y="971864"/>
                  </a:lnTo>
                  <a:lnTo>
                    <a:pt x="5173790" y="971864"/>
                  </a:lnTo>
                  <a:lnTo>
                    <a:pt x="5173948" y="971864"/>
                  </a:lnTo>
                  <a:lnTo>
                    <a:pt x="5174105" y="971864"/>
                  </a:lnTo>
                  <a:lnTo>
                    <a:pt x="5174263" y="971864"/>
                  </a:lnTo>
                  <a:lnTo>
                    <a:pt x="5174421" y="971864"/>
                  </a:lnTo>
                  <a:lnTo>
                    <a:pt x="5174578" y="971864"/>
                  </a:lnTo>
                  <a:lnTo>
                    <a:pt x="5174736" y="971864"/>
                  </a:lnTo>
                  <a:lnTo>
                    <a:pt x="5174736" y="971433"/>
                  </a:lnTo>
                  <a:lnTo>
                    <a:pt x="5174736" y="971003"/>
                  </a:lnTo>
                  <a:lnTo>
                    <a:pt x="5174894" y="971003"/>
                  </a:lnTo>
                  <a:lnTo>
                    <a:pt x="5174894" y="970572"/>
                  </a:lnTo>
                  <a:lnTo>
                    <a:pt x="5175052" y="970572"/>
                  </a:lnTo>
                  <a:lnTo>
                    <a:pt x="5175209" y="970572"/>
                  </a:lnTo>
                  <a:lnTo>
                    <a:pt x="5175367" y="970572"/>
                  </a:lnTo>
                  <a:lnTo>
                    <a:pt x="5175525" y="970572"/>
                  </a:lnTo>
                  <a:lnTo>
                    <a:pt x="5175683" y="970572"/>
                  </a:lnTo>
                  <a:lnTo>
                    <a:pt x="5175840" y="970572"/>
                  </a:lnTo>
                  <a:lnTo>
                    <a:pt x="5175998" y="970572"/>
                  </a:lnTo>
                  <a:lnTo>
                    <a:pt x="5176156" y="970572"/>
                  </a:lnTo>
                  <a:lnTo>
                    <a:pt x="5176313" y="970572"/>
                  </a:lnTo>
                  <a:lnTo>
                    <a:pt x="5176471" y="970572"/>
                  </a:lnTo>
                  <a:lnTo>
                    <a:pt x="5176629" y="970572"/>
                  </a:lnTo>
                  <a:lnTo>
                    <a:pt x="5176787" y="970572"/>
                  </a:lnTo>
                  <a:lnTo>
                    <a:pt x="5176944" y="970572"/>
                  </a:lnTo>
                  <a:lnTo>
                    <a:pt x="5176944" y="970141"/>
                  </a:lnTo>
                  <a:lnTo>
                    <a:pt x="5177102" y="970141"/>
                  </a:lnTo>
                  <a:lnTo>
                    <a:pt x="5177260" y="970141"/>
                  </a:lnTo>
                  <a:lnTo>
                    <a:pt x="5177417" y="970141"/>
                  </a:lnTo>
                  <a:lnTo>
                    <a:pt x="5177575" y="970141"/>
                  </a:lnTo>
                  <a:lnTo>
                    <a:pt x="5177733" y="970141"/>
                  </a:lnTo>
                  <a:lnTo>
                    <a:pt x="5177891" y="970141"/>
                  </a:lnTo>
                  <a:lnTo>
                    <a:pt x="5178048" y="970141"/>
                  </a:lnTo>
                  <a:lnTo>
                    <a:pt x="5178206" y="970141"/>
                  </a:lnTo>
                  <a:lnTo>
                    <a:pt x="5178206" y="969711"/>
                  </a:lnTo>
                  <a:lnTo>
                    <a:pt x="5178206" y="969280"/>
                  </a:lnTo>
                  <a:lnTo>
                    <a:pt x="5178364" y="969280"/>
                  </a:lnTo>
                  <a:lnTo>
                    <a:pt x="5178521" y="969280"/>
                  </a:lnTo>
                  <a:lnTo>
                    <a:pt x="5178679" y="969280"/>
                  </a:lnTo>
                  <a:lnTo>
                    <a:pt x="5178837" y="969280"/>
                  </a:lnTo>
                  <a:lnTo>
                    <a:pt x="5178837" y="968850"/>
                  </a:lnTo>
                  <a:lnTo>
                    <a:pt x="5178837" y="968419"/>
                  </a:lnTo>
                  <a:lnTo>
                    <a:pt x="5178837" y="967988"/>
                  </a:lnTo>
                  <a:lnTo>
                    <a:pt x="5178995" y="967988"/>
                  </a:lnTo>
                  <a:lnTo>
                    <a:pt x="5178995" y="967558"/>
                  </a:lnTo>
                  <a:lnTo>
                    <a:pt x="5179152" y="967558"/>
                  </a:lnTo>
                  <a:lnTo>
                    <a:pt x="5179152" y="967127"/>
                  </a:lnTo>
                  <a:lnTo>
                    <a:pt x="5179310" y="967127"/>
                  </a:lnTo>
                  <a:lnTo>
                    <a:pt x="5179468" y="967127"/>
                  </a:lnTo>
                  <a:lnTo>
                    <a:pt x="5179625" y="967127"/>
                  </a:lnTo>
                  <a:lnTo>
                    <a:pt x="5179783" y="967127"/>
                  </a:lnTo>
                  <a:lnTo>
                    <a:pt x="5179941" y="967127"/>
                  </a:lnTo>
                  <a:lnTo>
                    <a:pt x="5180099" y="967127"/>
                  </a:lnTo>
                  <a:lnTo>
                    <a:pt x="5180256" y="967127"/>
                  </a:lnTo>
                  <a:lnTo>
                    <a:pt x="5180414" y="967127"/>
                  </a:lnTo>
                  <a:lnTo>
                    <a:pt x="5180572" y="967127"/>
                  </a:lnTo>
                  <a:lnTo>
                    <a:pt x="5180572" y="966697"/>
                  </a:lnTo>
                  <a:lnTo>
                    <a:pt x="5180730" y="966697"/>
                  </a:lnTo>
                  <a:lnTo>
                    <a:pt x="5180887" y="966697"/>
                  </a:lnTo>
                  <a:lnTo>
                    <a:pt x="5181045" y="966697"/>
                  </a:lnTo>
                  <a:lnTo>
                    <a:pt x="5181203" y="966697"/>
                  </a:lnTo>
                  <a:lnTo>
                    <a:pt x="5181360" y="966697"/>
                  </a:lnTo>
                  <a:lnTo>
                    <a:pt x="5181518" y="966697"/>
                  </a:lnTo>
                  <a:lnTo>
                    <a:pt x="5181676" y="966697"/>
                  </a:lnTo>
                  <a:lnTo>
                    <a:pt x="5181834" y="966697"/>
                  </a:lnTo>
                  <a:lnTo>
                    <a:pt x="5181991" y="966697"/>
                  </a:lnTo>
                  <a:lnTo>
                    <a:pt x="5182149" y="966697"/>
                  </a:lnTo>
                  <a:lnTo>
                    <a:pt x="5182149" y="966266"/>
                  </a:lnTo>
                  <a:lnTo>
                    <a:pt x="5182149" y="965835"/>
                  </a:lnTo>
                  <a:lnTo>
                    <a:pt x="5182307" y="965835"/>
                  </a:lnTo>
                  <a:lnTo>
                    <a:pt x="5182464" y="965835"/>
                  </a:lnTo>
                  <a:lnTo>
                    <a:pt x="5182622" y="965835"/>
                  </a:lnTo>
                  <a:lnTo>
                    <a:pt x="5182780" y="965835"/>
                  </a:lnTo>
                  <a:lnTo>
                    <a:pt x="5182780" y="965405"/>
                  </a:lnTo>
                  <a:lnTo>
                    <a:pt x="5182780" y="964974"/>
                  </a:lnTo>
                  <a:lnTo>
                    <a:pt x="5182780" y="964544"/>
                  </a:lnTo>
                  <a:lnTo>
                    <a:pt x="5182938" y="964544"/>
                  </a:lnTo>
                  <a:lnTo>
                    <a:pt x="5182938" y="964113"/>
                  </a:lnTo>
                  <a:lnTo>
                    <a:pt x="5183095" y="964113"/>
                  </a:lnTo>
                  <a:lnTo>
                    <a:pt x="5183253" y="964113"/>
                  </a:lnTo>
                  <a:lnTo>
                    <a:pt x="5183253" y="963682"/>
                  </a:lnTo>
                  <a:lnTo>
                    <a:pt x="5183411" y="963682"/>
                  </a:lnTo>
                  <a:lnTo>
                    <a:pt x="5183568" y="963682"/>
                  </a:lnTo>
                  <a:lnTo>
                    <a:pt x="5183568" y="963252"/>
                  </a:lnTo>
                  <a:lnTo>
                    <a:pt x="5183726" y="963252"/>
                  </a:lnTo>
                  <a:lnTo>
                    <a:pt x="5183884" y="963252"/>
                  </a:lnTo>
                  <a:lnTo>
                    <a:pt x="5184042" y="963252"/>
                  </a:lnTo>
                  <a:lnTo>
                    <a:pt x="5184199" y="963252"/>
                  </a:lnTo>
                  <a:lnTo>
                    <a:pt x="5184357" y="963252"/>
                  </a:lnTo>
                  <a:lnTo>
                    <a:pt x="5184515" y="963252"/>
                  </a:lnTo>
                  <a:lnTo>
                    <a:pt x="5184672" y="963252"/>
                  </a:lnTo>
                  <a:lnTo>
                    <a:pt x="5184830" y="963252"/>
                  </a:lnTo>
                  <a:lnTo>
                    <a:pt x="5184988" y="963252"/>
                  </a:lnTo>
                  <a:lnTo>
                    <a:pt x="5185146" y="963252"/>
                  </a:lnTo>
                  <a:lnTo>
                    <a:pt x="5185146" y="962821"/>
                  </a:lnTo>
                  <a:lnTo>
                    <a:pt x="5185303" y="962821"/>
                  </a:lnTo>
                  <a:lnTo>
                    <a:pt x="5185461" y="962821"/>
                  </a:lnTo>
                  <a:lnTo>
                    <a:pt x="5185619" y="962821"/>
                  </a:lnTo>
                  <a:lnTo>
                    <a:pt x="5185776" y="962821"/>
                  </a:lnTo>
                  <a:lnTo>
                    <a:pt x="5185776" y="962391"/>
                  </a:lnTo>
                  <a:lnTo>
                    <a:pt x="5185934" y="962391"/>
                  </a:lnTo>
                  <a:lnTo>
                    <a:pt x="5186092" y="962391"/>
                  </a:lnTo>
                  <a:lnTo>
                    <a:pt x="5186250" y="962391"/>
                  </a:lnTo>
                  <a:lnTo>
                    <a:pt x="5186407" y="962391"/>
                  </a:lnTo>
                  <a:lnTo>
                    <a:pt x="5186565" y="962391"/>
                  </a:lnTo>
                  <a:lnTo>
                    <a:pt x="5186723" y="962391"/>
                  </a:lnTo>
                  <a:lnTo>
                    <a:pt x="5186881" y="962391"/>
                  </a:lnTo>
                  <a:lnTo>
                    <a:pt x="5186881" y="961960"/>
                  </a:lnTo>
                  <a:lnTo>
                    <a:pt x="5187038" y="961960"/>
                  </a:lnTo>
                  <a:lnTo>
                    <a:pt x="5187196" y="961960"/>
                  </a:lnTo>
                  <a:lnTo>
                    <a:pt x="5187354" y="961960"/>
                  </a:lnTo>
                  <a:lnTo>
                    <a:pt x="5187511" y="961960"/>
                  </a:lnTo>
                  <a:lnTo>
                    <a:pt x="5187669" y="961960"/>
                  </a:lnTo>
                  <a:lnTo>
                    <a:pt x="5187669" y="961529"/>
                  </a:lnTo>
                  <a:lnTo>
                    <a:pt x="5187827" y="961529"/>
                  </a:lnTo>
                  <a:lnTo>
                    <a:pt x="5187985" y="961529"/>
                  </a:lnTo>
                  <a:lnTo>
                    <a:pt x="5188142" y="961529"/>
                  </a:lnTo>
                  <a:lnTo>
                    <a:pt x="5188300" y="961529"/>
                  </a:lnTo>
                  <a:lnTo>
                    <a:pt x="5188458" y="961529"/>
                  </a:lnTo>
                  <a:lnTo>
                    <a:pt x="5188615" y="961529"/>
                  </a:lnTo>
                  <a:lnTo>
                    <a:pt x="5188773" y="961529"/>
                  </a:lnTo>
                  <a:lnTo>
                    <a:pt x="5188773" y="961099"/>
                  </a:lnTo>
                  <a:lnTo>
                    <a:pt x="5188931" y="961099"/>
                  </a:lnTo>
                  <a:lnTo>
                    <a:pt x="5189089" y="961099"/>
                  </a:lnTo>
                  <a:lnTo>
                    <a:pt x="5189246" y="961099"/>
                  </a:lnTo>
                  <a:lnTo>
                    <a:pt x="5189246" y="960668"/>
                  </a:lnTo>
                  <a:lnTo>
                    <a:pt x="5189404" y="960668"/>
                  </a:lnTo>
                  <a:lnTo>
                    <a:pt x="5189562" y="960668"/>
                  </a:lnTo>
                  <a:lnTo>
                    <a:pt x="5189719" y="960668"/>
                  </a:lnTo>
                  <a:lnTo>
                    <a:pt x="5189719" y="960238"/>
                  </a:lnTo>
                  <a:lnTo>
                    <a:pt x="5189877" y="960238"/>
                  </a:lnTo>
                  <a:lnTo>
                    <a:pt x="5190035" y="960238"/>
                  </a:lnTo>
                  <a:lnTo>
                    <a:pt x="5190193" y="960238"/>
                  </a:lnTo>
                  <a:lnTo>
                    <a:pt x="5190350" y="960238"/>
                  </a:lnTo>
                  <a:lnTo>
                    <a:pt x="5190508" y="960238"/>
                  </a:lnTo>
                  <a:lnTo>
                    <a:pt x="5190666" y="960238"/>
                  </a:lnTo>
                  <a:lnTo>
                    <a:pt x="5190823" y="960238"/>
                  </a:lnTo>
                  <a:lnTo>
                    <a:pt x="5190823" y="959807"/>
                  </a:lnTo>
                  <a:lnTo>
                    <a:pt x="5190981" y="959807"/>
                  </a:lnTo>
                  <a:lnTo>
                    <a:pt x="5191139" y="959807"/>
                  </a:lnTo>
                  <a:lnTo>
                    <a:pt x="5191297" y="959807"/>
                  </a:lnTo>
                  <a:lnTo>
                    <a:pt x="5191454" y="959807"/>
                  </a:lnTo>
                  <a:lnTo>
                    <a:pt x="5191454" y="959376"/>
                  </a:lnTo>
                  <a:lnTo>
                    <a:pt x="5191454" y="958946"/>
                  </a:lnTo>
                  <a:lnTo>
                    <a:pt x="5191612" y="958946"/>
                  </a:lnTo>
                  <a:lnTo>
                    <a:pt x="5191770" y="958946"/>
                  </a:lnTo>
                  <a:lnTo>
                    <a:pt x="5191770" y="958515"/>
                  </a:lnTo>
                  <a:lnTo>
                    <a:pt x="5191928" y="958515"/>
                  </a:lnTo>
                  <a:lnTo>
                    <a:pt x="5192085" y="958515"/>
                  </a:lnTo>
                  <a:lnTo>
                    <a:pt x="5192243" y="958515"/>
                  </a:lnTo>
                  <a:lnTo>
                    <a:pt x="5192401" y="958515"/>
                  </a:lnTo>
                  <a:lnTo>
                    <a:pt x="5192401" y="958085"/>
                  </a:lnTo>
                  <a:lnTo>
                    <a:pt x="5192558" y="958085"/>
                  </a:lnTo>
                  <a:lnTo>
                    <a:pt x="5192716" y="958085"/>
                  </a:lnTo>
                  <a:lnTo>
                    <a:pt x="5192874" y="958085"/>
                  </a:lnTo>
                  <a:lnTo>
                    <a:pt x="5193032" y="958085"/>
                  </a:lnTo>
                  <a:lnTo>
                    <a:pt x="5193189" y="958085"/>
                  </a:lnTo>
                  <a:lnTo>
                    <a:pt x="5193347" y="958085"/>
                  </a:lnTo>
                  <a:lnTo>
                    <a:pt x="5193505" y="958085"/>
                  </a:lnTo>
                  <a:lnTo>
                    <a:pt x="5193662" y="958085"/>
                  </a:lnTo>
                  <a:lnTo>
                    <a:pt x="5193820" y="958085"/>
                  </a:lnTo>
                  <a:lnTo>
                    <a:pt x="5193978" y="958085"/>
                  </a:lnTo>
                  <a:lnTo>
                    <a:pt x="5194136" y="958085"/>
                  </a:lnTo>
                  <a:lnTo>
                    <a:pt x="5194136" y="957654"/>
                  </a:lnTo>
                  <a:lnTo>
                    <a:pt x="5194293" y="957654"/>
                  </a:lnTo>
                  <a:lnTo>
                    <a:pt x="5194451" y="957654"/>
                  </a:lnTo>
                  <a:lnTo>
                    <a:pt x="5194609" y="957654"/>
                  </a:lnTo>
                  <a:lnTo>
                    <a:pt x="5194766" y="957654"/>
                  </a:lnTo>
                  <a:lnTo>
                    <a:pt x="5194924" y="957654"/>
                  </a:lnTo>
                  <a:lnTo>
                    <a:pt x="5195082" y="957654"/>
                  </a:lnTo>
                  <a:lnTo>
                    <a:pt x="5195240" y="957654"/>
                  </a:lnTo>
                  <a:lnTo>
                    <a:pt x="5195397" y="957654"/>
                  </a:lnTo>
                  <a:lnTo>
                    <a:pt x="5195555" y="957654"/>
                  </a:lnTo>
                  <a:lnTo>
                    <a:pt x="5195713" y="957654"/>
                  </a:lnTo>
                  <a:lnTo>
                    <a:pt x="5195870" y="957654"/>
                  </a:lnTo>
                  <a:lnTo>
                    <a:pt x="5196028" y="957654"/>
                  </a:lnTo>
                  <a:lnTo>
                    <a:pt x="5196186" y="957654"/>
                  </a:lnTo>
                  <a:lnTo>
                    <a:pt x="5196344" y="957654"/>
                  </a:lnTo>
                  <a:lnTo>
                    <a:pt x="5196501" y="957654"/>
                  </a:lnTo>
                  <a:lnTo>
                    <a:pt x="5196659" y="957654"/>
                  </a:lnTo>
                  <a:lnTo>
                    <a:pt x="5196817" y="957654"/>
                  </a:lnTo>
                  <a:lnTo>
                    <a:pt x="5196974" y="957654"/>
                  </a:lnTo>
                  <a:lnTo>
                    <a:pt x="5197132" y="957654"/>
                  </a:lnTo>
                  <a:lnTo>
                    <a:pt x="5197290" y="957654"/>
                  </a:lnTo>
                  <a:lnTo>
                    <a:pt x="5197448" y="957654"/>
                  </a:lnTo>
                  <a:lnTo>
                    <a:pt x="5197605" y="957654"/>
                  </a:lnTo>
                  <a:lnTo>
                    <a:pt x="5197605" y="957223"/>
                  </a:lnTo>
                  <a:lnTo>
                    <a:pt x="5197763" y="957223"/>
                  </a:lnTo>
                  <a:lnTo>
                    <a:pt x="5197921" y="957223"/>
                  </a:lnTo>
                  <a:lnTo>
                    <a:pt x="5198079" y="957223"/>
                  </a:lnTo>
                  <a:lnTo>
                    <a:pt x="5198236" y="957223"/>
                  </a:lnTo>
                  <a:lnTo>
                    <a:pt x="5198394" y="957223"/>
                  </a:lnTo>
                  <a:lnTo>
                    <a:pt x="5198552" y="957223"/>
                  </a:lnTo>
                  <a:lnTo>
                    <a:pt x="5198709" y="957223"/>
                  </a:lnTo>
                  <a:lnTo>
                    <a:pt x="5198867" y="957223"/>
                  </a:lnTo>
                  <a:lnTo>
                    <a:pt x="5199025" y="957223"/>
                  </a:lnTo>
                  <a:lnTo>
                    <a:pt x="5199025" y="956793"/>
                  </a:lnTo>
                  <a:lnTo>
                    <a:pt x="5199183" y="956793"/>
                  </a:lnTo>
                  <a:lnTo>
                    <a:pt x="5199183" y="956362"/>
                  </a:lnTo>
                  <a:lnTo>
                    <a:pt x="5199340" y="956362"/>
                  </a:lnTo>
                  <a:lnTo>
                    <a:pt x="5199498" y="956362"/>
                  </a:lnTo>
                  <a:lnTo>
                    <a:pt x="5199656" y="956362"/>
                  </a:lnTo>
                  <a:lnTo>
                    <a:pt x="5199813" y="956362"/>
                  </a:lnTo>
                  <a:lnTo>
                    <a:pt x="5199971" y="956362"/>
                  </a:lnTo>
                  <a:lnTo>
                    <a:pt x="5200129" y="956362"/>
                  </a:lnTo>
                  <a:lnTo>
                    <a:pt x="5200287" y="956362"/>
                  </a:lnTo>
                  <a:lnTo>
                    <a:pt x="5200444" y="956362"/>
                  </a:lnTo>
                  <a:lnTo>
                    <a:pt x="5200602" y="956362"/>
                  </a:lnTo>
                  <a:lnTo>
                    <a:pt x="5200760" y="956362"/>
                  </a:lnTo>
                  <a:lnTo>
                    <a:pt x="5200760" y="955932"/>
                  </a:lnTo>
                  <a:lnTo>
                    <a:pt x="5200917" y="955932"/>
                  </a:lnTo>
                  <a:lnTo>
                    <a:pt x="5201075" y="955932"/>
                  </a:lnTo>
                  <a:lnTo>
                    <a:pt x="5201233" y="955932"/>
                  </a:lnTo>
                  <a:lnTo>
                    <a:pt x="5201391" y="955932"/>
                  </a:lnTo>
                  <a:lnTo>
                    <a:pt x="5201391" y="955501"/>
                  </a:lnTo>
                  <a:lnTo>
                    <a:pt x="5201548" y="955501"/>
                  </a:lnTo>
                  <a:lnTo>
                    <a:pt x="5201706" y="955501"/>
                  </a:lnTo>
                  <a:lnTo>
                    <a:pt x="5201864" y="955501"/>
                  </a:lnTo>
                  <a:lnTo>
                    <a:pt x="5202021" y="955501"/>
                  </a:lnTo>
                  <a:lnTo>
                    <a:pt x="5202179" y="955501"/>
                  </a:lnTo>
                  <a:lnTo>
                    <a:pt x="5202337" y="955501"/>
                  </a:lnTo>
                  <a:lnTo>
                    <a:pt x="5202495" y="955501"/>
                  </a:lnTo>
                  <a:lnTo>
                    <a:pt x="5202652" y="955501"/>
                  </a:lnTo>
                  <a:lnTo>
                    <a:pt x="5202810" y="955501"/>
                  </a:lnTo>
                  <a:lnTo>
                    <a:pt x="5202968" y="955501"/>
                  </a:lnTo>
                  <a:lnTo>
                    <a:pt x="5203125" y="955501"/>
                  </a:lnTo>
                  <a:lnTo>
                    <a:pt x="5203283" y="955501"/>
                  </a:lnTo>
                  <a:lnTo>
                    <a:pt x="5203441" y="955501"/>
                  </a:lnTo>
                  <a:lnTo>
                    <a:pt x="5203599" y="955501"/>
                  </a:lnTo>
                  <a:lnTo>
                    <a:pt x="5203756" y="955501"/>
                  </a:lnTo>
                  <a:lnTo>
                    <a:pt x="5203914" y="955501"/>
                  </a:lnTo>
                  <a:lnTo>
                    <a:pt x="5204072" y="955501"/>
                  </a:lnTo>
                  <a:lnTo>
                    <a:pt x="5204072" y="955070"/>
                  </a:lnTo>
                  <a:lnTo>
                    <a:pt x="5204230" y="955070"/>
                  </a:lnTo>
                  <a:lnTo>
                    <a:pt x="5204387" y="955070"/>
                  </a:lnTo>
                  <a:lnTo>
                    <a:pt x="5204545" y="955070"/>
                  </a:lnTo>
                  <a:lnTo>
                    <a:pt x="5204703" y="955070"/>
                  </a:lnTo>
                  <a:lnTo>
                    <a:pt x="5204860" y="955070"/>
                  </a:lnTo>
                  <a:lnTo>
                    <a:pt x="5205018" y="955070"/>
                  </a:lnTo>
                  <a:lnTo>
                    <a:pt x="5205176" y="955070"/>
                  </a:lnTo>
                  <a:lnTo>
                    <a:pt x="5205334" y="955070"/>
                  </a:lnTo>
                  <a:lnTo>
                    <a:pt x="5205491" y="955070"/>
                  </a:lnTo>
                  <a:lnTo>
                    <a:pt x="5205649" y="955070"/>
                  </a:lnTo>
                  <a:lnTo>
                    <a:pt x="5205807" y="955070"/>
                  </a:lnTo>
                  <a:lnTo>
                    <a:pt x="5205964" y="955070"/>
                  </a:lnTo>
                  <a:lnTo>
                    <a:pt x="5206122" y="955070"/>
                  </a:lnTo>
                  <a:lnTo>
                    <a:pt x="5206280" y="955070"/>
                  </a:lnTo>
                  <a:lnTo>
                    <a:pt x="5206438" y="955070"/>
                  </a:lnTo>
                  <a:lnTo>
                    <a:pt x="5206595" y="955070"/>
                  </a:lnTo>
                  <a:lnTo>
                    <a:pt x="5206753" y="955070"/>
                  </a:lnTo>
                  <a:lnTo>
                    <a:pt x="5206911" y="955070"/>
                  </a:lnTo>
                  <a:lnTo>
                    <a:pt x="5207068" y="955070"/>
                  </a:lnTo>
                  <a:lnTo>
                    <a:pt x="5207068" y="954640"/>
                  </a:lnTo>
                  <a:lnTo>
                    <a:pt x="5207226" y="954640"/>
                  </a:lnTo>
                  <a:lnTo>
                    <a:pt x="5207226" y="954209"/>
                  </a:lnTo>
                  <a:lnTo>
                    <a:pt x="5207226" y="953779"/>
                  </a:lnTo>
                  <a:lnTo>
                    <a:pt x="5207226" y="953348"/>
                  </a:lnTo>
                  <a:lnTo>
                    <a:pt x="5207384" y="953348"/>
                  </a:lnTo>
                  <a:lnTo>
                    <a:pt x="5207542" y="953348"/>
                  </a:lnTo>
                  <a:lnTo>
                    <a:pt x="5207699" y="953348"/>
                  </a:lnTo>
                  <a:lnTo>
                    <a:pt x="5207857" y="953348"/>
                  </a:lnTo>
                  <a:lnTo>
                    <a:pt x="5208015" y="953348"/>
                  </a:lnTo>
                  <a:lnTo>
                    <a:pt x="5208172" y="953348"/>
                  </a:lnTo>
                  <a:lnTo>
                    <a:pt x="5208330" y="953348"/>
                  </a:lnTo>
                  <a:lnTo>
                    <a:pt x="5208488" y="953348"/>
                  </a:lnTo>
                  <a:lnTo>
                    <a:pt x="5208646" y="953348"/>
                  </a:lnTo>
                  <a:lnTo>
                    <a:pt x="5208803" y="953348"/>
                  </a:lnTo>
                  <a:lnTo>
                    <a:pt x="5208803" y="952917"/>
                  </a:lnTo>
                  <a:lnTo>
                    <a:pt x="5208961" y="952917"/>
                  </a:lnTo>
                  <a:lnTo>
                    <a:pt x="5209119" y="952917"/>
                  </a:lnTo>
                  <a:lnTo>
                    <a:pt x="5209277" y="952917"/>
                  </a:lnTo>
                  <a:lnTo>
                    <a:pt x="5209434" y="952917"/>
                  </a:lnTo>
                  <a:lnTo>
                    <a:pt x="5209434" y="952487"/>
                  </a:lnTo>
                  <a:lnTo>
                    <a:pt x="5209592" y="952487"/>
                  </a:lnTo>
                  <a:lnTo>
                    <a:pt x="5209750" y="952487"/>
                  </a:lnTo>
                  <a:lnTo>
                    <a:pt x="5209907" y="952487"/>
                  </a:lnTo>
                  <a:lnTo>
                    <a:pt x="5210065" y="952487"/>
                  </a:lnTo>
                  <a:lnTo>
                    <a:pt x="5210223" y="952487"/>
                  </a:lnTo>
                  <a:lnTo>
                    <a:pt x="5210381" y="952487"/>
                  </a:lnTo>
                  <a:lnTo>
                    <a:pt x="5210538" y="952487"/>
                  </a:lnTo>
                  <a:lnTo>
                    <a:pt x="5210696" y="952487"/>
                  </a:lnTo>
                  <a:lnTo>
                    <a:pt x="5210854" y="952487"/>
                  </a:lnTo>
                  <a:lnTo>
                    <a:pt x="5210854" y="952056"/>
                  </a:lnTo>
                  <a:lnTo>
                    <a:pt x="5211011" y="952056"/>
                  </a:lnTo>
                  <a:lnTo>
                    <a:pt x="5211169" y="952056"/>
                  </a:lnTo>
                  <a:lnTo>
                    <a:pt x="5211327" y="952056"/>
                  </a:lnTo>
                  <a:lnTo>
                    <a:pt x="5211485" y="952056"/>
                  </a:lnTo>
                  <a:lnTo>
                    <a:pt x="5211642" y="952056"/>
                  </a:lnTo>
                  <a:lnTo>
                    <a:pt x="5211800" y="952056"/>
                  </a:lnTo>
                  <a:lnTo>
                    <a:pt x="5211958" y="952056"/>
                  </a:lnTo>
                  <a:lnTo>
                    <a:pt x="5212115" y="952056"/>
                  </a:lnTo>
                  <a:lnTo>
                    <a:pt x="5212273" y="952056"/>
                  </a:lnTo>
                  <a:lnTo>
                    <a:pt x="5212431" y="952056"/>
                  </a:lnTo>
                  <a:lnTo>
                    <a:pt x="5212589" y="952056"/>
                  </a:lnTo>
                  <a:lnTo>
                    <a:pt x="5212746" y="952056"/>
                  </a:lnTo>
                  <a:lnTo>
                    <a:pt x="5212904" y="952056"/>
                  </a:lnTo>
                  <a:lnTo>
                    <a:pt x="5213062" y="952056"/>
                  </a:lnTo>
                  <a:lnTo>
                    <a:pt x="5213219" y="952056"/>
                  </a:lnTo>
                  <a:lnTo>
                    <a:pt x="5213377" y="952056"/>
                  </a:lnTo>
                  <a:lnTo>
                    <a:pt x="5213535" y="952056"/>
                  </a:lnTo>
                  <a:lnTo>
                    <a:pt x="5213693" y="952056"/>
                  </a:lnTo>
                  <a:lnTo>
                    <a:pt x="5213850" y="952056"/>
                  </a:lnTo>
                  <a:lnTo>
                    <a:pt x="5214008" y="952056"/>
                  </a:lnTo>
                  <a:lnTo>
                    <a:pt x="5214166" y="952056"/>
                  </a:lnTo>
                  <a:lnTo>
                    <a:pt x="5214323" y="952056"/>
                  </a:lnTo>
                  <a:lnTo>
                    <a:pt x="5214481" y="952056"/>
                  </a:lnTo>
                  <a:lnTo>
                    <a:pt x="5214481" y="951626"/>
                  </a:lnTo>
                  <a:lnTo>
                    <a:pt x="5214639" y="951626"/>
                  </a:lnTo>
                  <a:lnTo>
                    <a:pt x="5214639" y="951195"/>
                  </a:lnTo>
                  <a:lnTo>
                    <a:pt x="5214797" y="951195"/>
                  </a:lnTo>
                  <a:lnTo>
                    <a:pt x="5214954" y="951195"/>
                  </a:lnTo>
                  <a:lnTo>
                    <a:pt x="5215112" y="951195"/>
                  </a:lnTo>
                  <a:lnTo>
                    <a:pt x="5215270" y="951195"/>
                  </a:lnTo>
                  <a:lnTo>
                    <a:pt x="5215428" y="951195"/>
                  </a:lnTo>
                  <a:lnTo>
                    <a:pt x="5215428" y="950764"/>
                  </a:lnTo>
                  <a:lnTo>
                    <a:pt x="5215585" y="950764"/>
                  </a:lnTo>
                  <a:lnTo>
                    <a:pt x="5215585" y="950334"/>
                  </a:lnTo>
                  <a:lnTo>
                    <a:pt x="5215743" y="950334"/>
                  </a:lnTo>
                  <a:lnTo>
                    <a:pt x="5215901" y="950334"/>
                  </a:lnTo>
                  <a:lnTo>
                    <a:pt x="5216058" y="950334"/>
                  </a:lnTo>
                  <a:lnTo>
                    <a:pt x="5216058" y="949903"/>
                  </a:lnTo>
                  <a:lnTo>
                    <a:pt x="5216216" y="949903"/>
                  </a:lnTo>
                  <a:lnTo>
                    <a:pt x="5216374" y="949903"/>
                  </a:lnTo>
                  <a:lnTo>
                    <a:pt x="5216532" y="949903"/>
                  </a:lnTo>
                  <a:lnTo>
                    <a:pt x="5216689" y="949903"/>
                  </a:lnTo>
                  <a:lnTo>
                    <a:pt x="5216847" y="949903"/>
                  </a:lnTo>
                  <a:lnTo>
                    <a:pt x="5217005" y="949903"/>
                  </a:lnTo>
                  <a:lnTo>
                    <a:pt x="5217162" y="949903"/>
                  </a:lnTo>
                  <a:lnTo>
                    <a:pt x="5217320" y="949903"/>
                  </a:lnTo>
                  <a:lnTo>
                    <a:pt x="5217478" y="949903"/>
                  </a:lnTo>
                  <a:lnTo>
                    <a:pt x="5217636" y="949903"/>
                  </a:lnTo>
                  <a:lnTo>
                    <a:pt x="5217793" y="949903"/>
                  </a:lnTo>
                  <a:lnTo>
                    <a:pt x="5217951" y="949903"/>
                  </a:lnTo>
                  <a:lnTo>
                    <a:pt x="5218109" y="949903"/>
                  </a:lnTo>
                  <a:lnTo>
                    <a:pt x="5218266" y="949903"/>
                  </a:lnTo>
                  <a:lnTo>
                    <a:pt x="5218424" y="949903"/>
                  </a:lnTo>
                  <a:lnTo>
                    <a:pt x="5218424" y="949473"/>
                  </a:lnTo>
                  <a:lnTo>
                    <a:pt x="5218582" y="949473"/>
                  </a:lnTo>
                  <a:lnTo>
                    <a:pt x="5218740" y="949473"/>
                  </a:lnTo>
                  <a:lnTo>
                    <a:pt x="5218740" y="949042"/>
                  </a:lnTo>
                  <a:lnTo>
                    <a:pt x="5218897" y="949042"/>
                  </a:lnTo>
                  <a:lnTo>
                    <a:pt x="5219055" y="949042"/>
                  </a:lnTo>
                  <a:lnTo>
                    <a:pt x="5219213" y="949042"/>
                  </a:lnTo>
                  <a:lnTo>
                    <a:pt x="5219213" y="948611"/>
                  </a:lnTo>
                  <a:lnTo>
                    <a:pt x="5219370" y="948611"/>
                  </a:lnTo>
                  <a:lnTo>
                    <a:pt x="5219528" y="948611"/>
                  </a:lnTo>
                  <a:lnTo>
                    <a:pt x="5219528" y="948181"/>
                  </a:lnTo>
                  <a:lnTo>
                    <a:pt x="5219686" y="948181"/>
                  </a:lnTo>
                  <a:lnTo>
                    <a:pt x="5219844" y="948181"/>
                  </a:lnTo>
                  <a:lnTo>
                    <a:pt x="5220001" y="948181"/>
                  </a:lnTo>
                  <a:lnTo>
                    <a:pt x="5220001" y="947750"/>
                  </a:lnTo>
                  <a:lnTo>
                    <a:pt x="5220159" y="947750"/>
                  </a:lnTo>
                  <a:lnTo>
                    <a:pt x="5220317" y="947750"/>
                  </a:lnTo>
                  <a:lnTo>
                    <a:pt x="5220475" y="947750"/>
                  </a:lnTo>
                  <a:lnTo>
                    <a:pt x="5220632" y="947750"/>
                  </a:lnTo>
                  <a:lnTo>
                    <a:pt x="5220632" y="947320"/>
                  </a:lnTo>
                  <a:lnTo>
                    <a:pt x="5220790" y="947320"/>
                  </a:lnTo>
                  <a:lnTo>
                    <a:pt x="5220948" y="947320"/>
                  </a:lnTo>
                  <a:lnTo>
                    <a:pt x="5221105" y="947320"/>
                  </a:lnTo>
                  <a:lnTo>
                    <a:pt x="5221263" y="947320"/>
                  </a:lnTo>
                  <a:lnTo>
                    <a:pt x="5221421" y="947320"/>
                  </a:lnTo>
                  <a:lnTo>
                    <a:pt x="5221579" y="947320"/>
                  </a:lnTo>
                  <a:lnTo>
                    <a:pt x="5221736" y="947320"/>
                  </a:lnTo>
                  <a:lnTo>
                    <a:pt x="5221894" y="947320"/>
                  </a:lnTo>
                  <a:lnTo>
                    <a:pt x="5221894" y="946889"/>
                  </a:lnTo>
                  <a:lnTo>
                    <a:pt x="5222052" y="946889"/>
                  </a:lnTo>
                  <a:lnTo>
                    <a:pt x="5222209" y="946889"/>
                  </a:lnTo>
                  <a:lnTo>
                    <a:pt x="5222367" y="946889"/>
                  </a:lnTo>
                  <a:lnTo>
                    <a:pt x="5222525" y="946889"/>
                  </a:lnTo>
                  <a:lnTo>
                    <a:pt x="5222683" y="946889"/>
                  </a:lnTo>
                  <a:lnTo>
                    <a:pt x="5222840" y="946889"/>
                  </a:lnTo>
                  <a:lnTo>
                    <a:pt x="5222840" y="946458"/>
                  </a:lnTo>
                  <a:lnTo>
                    <a:pt x="5222998" y="946458"/>
                  </a:lnTo>
                  <a:lnTo>
                    <a:pt x="5223156" y="946458"/>
                  </a:lnTo>
                  <a:lnTo>
                    <a:pt x="5223313" y="946458"/>
                  </a:lnTo>
                  <a:lnTo>
                    <a:pt x="5223471" y="946458"/>
                  </a:lnTo>
                  <a:lnTo>
                    <a:pt x="5223629" y="946458"/>
                  </a:lnTo>
                  <a:lnTo>
                    <a:pt x="5223787" y="946458"/>
                  </a:lnTo>
                  <a:lnTo>
                    <a:pt x="5223787" y="946028"/>
                  </a:lnTo>
                  <a:lnTo>
                    <a:pt x="5223944" y="946028"/>
                  </a:lnTo>
                  <a:lnTo>
                    <a:pt x="5224102" y="946028"/>
                  </a:lnTo>
                  <a:lnTo>
                    <a:pt x="5224260" y="946028"/>
                  </a:lnTo>
                  <a:lnTo>
                    <a:pt x="5224260" y="945597"/>
                  </a:lnTo>
                  <a:lnTo>
                    <a:pt x="5224417" y="945597"/>
                  </a:lnTo>
                  <a:lnTo>
                    <a:pt x="5224575" y="945597"/>
                  </a:lnTo>
                  <a:lnTo>
                    <a:pt x="5224733" y="945597"/>
                  </a:lnTo>
                  <a:lnTo>
                    <a:pt x="5224891" y="945597"/>
                  </a:lnTo>
                  <a:lnTo>
                    <a:pt x="5224891" y="945167"/>
                  </a:lnTo>
                  <a:lnTo>
                    <a:pt x="5225048" y="945167"/>
                  </a:lnTo>
                  <a:lnTo>
                    <a:pt x="5225206" y="945167"/>
                  </a:lnTo>
                  <a:lnTo>
                    <a:pt x="5225364" y="945167"/>
                  </a:lnTo>
                  <a:lnTo>
                    <a:pt x="5225521" y="945167"/>
                  </a:lnTo>
                  <a:lnTo>
                    <a:pt x="5225679" y="945167"/>
                  </a:lnTo>
                  <a:lnTo>
                    <a:pt x="5225837" y="945167"/>
                  </a:lnTo>
                  <a:lnTo>
                    <a:pt x="5225995" y="945167"/>
                  </a:lnTo>
                  <a:lnTo>
                    <a:pt x="5226152" y="945167"/>
                  </a:lnTo>
                  <a:lnTo>
                    <a:pt x="5226310" y="945167"/>
                  </a:lnTo>
                  <a:lnTo>
                    <a:pt x="5226310" y="944736"/>
                  </a:lnTo>
                  <a:lnTo>
                    <a:pt x="5226468" y="944736"/>
                  </a:lnTo>
                  <a:lnTo>
                    <a:pt x="5226468" y="944305"/>
                  </a:lnTo>
                  <a:lnTo>
                    <a:pt x="5226626" y="944305"/>
                  </a:lnTo>
                  <a:lnTo>
                    <a:pt x="5226783" y="944305"/>
                  </a:lnTo>
                  <a:lnTo>
                    <a:pt x="5226941" y="944305"/>
                  </a:lnTo>
                  <a:lnTo>
                    <a:pt x="5227099" y="944305"/>
                  </a:lnTo>
                  <a:lnTo>
                    <a:pt x="5227256" y="944305"/>
                  </a:lnTo>
                  <a:lnTo>
                    <a:pt x="5227414" y="944305"/>
                  </a:lnTo>
                  <a:lnTo>
                    <a:pt x="5227414" y="943875"/>
                  </a:lnTo>
                  <a:lnTo>
                    <a:pt x="5227572" y="943875"/>
                  </a:lnTo>
                  <a:lnTo>
                    <a:pt x="5227730" y="943875"/>
                  </a:lnTo>
                  <a:lnTo>
                    <a:pt x="5227887" y="943875"/>
                  </a:lnTo>
                  <a:lnTo>
                    <a:pt x="5228045" y="943875"/>
                  </a:lnTo>
                  <a:lnTo>
                    <a:pt x="5228045" y="943444"/>
                  </a:lnTo>
                  <a:lnTo>
                    <a:pt x="5228203" y="943444"/>
                  </a:lnTo>
                  <a:lnTo>
                    <a:pt x="5228360" y="943444"/>
                  </a:lnTo>
                  <a:lnTo>
                    <a:pt x="5228518" y="943444"/>
                  </a:lnTo>
                  <a:lnTo>
                    <a:pt x="5228676" y="943444"/>
                  </a:lnTo>
                  <a:lnTo>
                    <a:pt x="5228676" y="943014"/>
                  </a:lnTo>
                  <a:lnTo>
                    <a:pt x="5228834" y="943014"/>
                  </a:lnTo>
                  <a:lnTo>
                    <a:pt x="5228991" y="943014"/>
                  </a:lnTo>
                  <a:lnTo>
                    <a:pt x="5229149" y="943014"/>
                  </a:lnTo>
                  <a:lnTo>
                    <a:pt x="5229307" y="943014"/>
                  </a:lnTo>
                  <a:lnTo>
                    <a:pt x="5229464" y="943014"/>
                  </a:lnTo>
                  <a:lnTo>
                    <a:pt x="5229464" y="942583"/>
                  </a:lnTo>
                  <a:lnTo>
                    <a:pt x="5229464" y="942152"/>
                  </a:lnTo>
                  <a:lnTo>
                    <a:pt x="5229622" y="942152"/>
                  </a:lnTo>
                  <a:lnTo>
                    <a:pt x="5229780" y="942152"/>
                  </a:lnTo>
                  <a:lnTo>
                    <a:pt x="5229938" y="942152"/>
                  </a:lnTo>
                  <a:lnTo>
                    <a:pt x="5230095" y="942152"/>
                  </a:lnTo>
                  <a:lnTo>
                    <a:pt x="5230253" y="942152"/>
                  </a:lnTo>
                  <a:lnTo>
                    <a:pt x="5230253" y="941722"/>
                  </a:lnTo>
                  <a:lnTo>
                    <a:pt x="5230411" y="941722"/>
                  </a:lnTo>
                  <a:lnTo>
                    <a:pt x="5230568" y="941722"/>
                  </a:lnTo>
                  <a:lnTo>
                    <a:pt x="5230726" y="941722"/>
                  </a:lnTo>
                  <a:lnTo>
                    <a:pt x="5230884" y="941722"/>
                  </a:lnTo>
                  <a:lnTo>
                    <a:pt x="5231042" y="941722"/>
                  </a:lnTo>
                  <a:lnTo>
                    <a:pt x="5231199" y="941722"/>
                  </a:lnTo>
                  <a:lnTo>
                    <a:pt x="5231357" y="941722"/>
                  </a:lnTo>
                  <a:lnTo>
                    <a:pt x="5231515" y="941722"/>
                  </a:lnTo>
                  <a:lnTo>
                    <a:pt x="5231673" y="941722"/>
                  </a:lnTo>
                  <a:lnTo>
                    <a:pt x="5231673" y="941291"/>
                  </a:lnTo>
                  <a:lnTo>
                    <a:pt x="5231830" y="941291"/>
                  </a:lnTo>
                  <a:lnTo>
                    <a:pt x="5231988" y="941291"/>
                  </a:lnTo>
                  <a:lnTo>
                    <a:pt x="5231988" y="940861"/>
                  </a:lnTo>
                  <a:lnTo>
                    <a:pt x="5231988" y="940430"/>
                  </a:lnTo>
                  <a:lnTo>
                    <a:pt x="5232146" y="940430"/>
                  </a:lnTo>
                  <a:lnTo>
                    <a:pt x="5232146" y="939999"/>
                  </a:lnTo>
                  <a:lnTo>
                    <a:pt x="5232303" y="939999"/>
                  </a:lnTo>
                  <a:lnTo>
                    <a:pt x="5232461" y="939999"/>
                  </a:lnTo>
                  <a:lnTo>
                    <a:pt x="5232619" y="939999"/>
                  </a:lnTo>
                  <a:lnTo>
                    <a:pt x="5232619" y="939569"/>
                  </a:lnTo>
                  <a:lnTo>
                    <a:pt x="5232619" y="939138"/>
                  </a:lnTo>
                  <a:lnTo>
                    <a:pt x="5232777" y="939138"/>
                  </a:lnTo>
                  <a:lnTo>
                    <a:pt x="5232934" y="939138"/>
                  </a:lnTo>
                  <a:lnTo>
                    <a:pt x="5233092" y="939138"/>
                  </a:lnTo>
                  <a:lnTo>
                    <a:pt x="5233092" y="938708"/>
                  </a:lnTo>
                  <a:lnTo>
                    <a:pt x="5233250" y="938708"/>
                  </a:lnTo>
                  <a:lnTo>
                    <a:pt x="5233407" y="938708"/>
                  </a:lnTo>
                  <a:lnTo>
                    <a:pt x="5233565" y="938708"/>
                  </a:lnTo>
                  <a:lnTo>
                    <a:pt x="5233723" y="938708"/>
                  </a:lnTo>
                  <a:lnTo>
                    <a:pt x="5233881" y="938708"/>
                  </a:lnTo>
                  <a:lnTo>
                    <a:pt x="5234038" y="938708"/>
                  </a:lnTo>
                  <a:lnTo>
                    <a:pt x="5234196" y="938708"/>
                  </a:lnTo>
                  <a:lnTo>
                    <a:pt x="5234354" y="938708"/>
                  </a:lnTo>
                  <a:lnTo>
                    <a:pt x="5234511" y="938708"/>
                  </a:lnTo>
                  <a:lnTo>
                    <a:pt x="5234511" y="938277"/>
                  </a:lnTo>
                  <a:lnTo>
                    <a:pt x="5234511" y="937846"/>
                  </a:lnTo>
                  <a:lnTo>
                    <a:pt x="5234669" y="937846"/>
                  </a:lnTo>
                  <a:lnTo>
                    <a:pt x="5234827" y="937846"/>
                  </a:lnTo>
                  <a:lnTo>
                    <a:pt x="5234985" y="937846"/>
                  </a:lnTo>
                  <a:lnTo>
                    <a:pt x="5235142" y="937846"/>
                  </a:lnTo>
                  <a:lnTo>
                    <a:pt x="5235300" y="937846"/>
                  </a:lnTo>
                  <a:lnTo>
                    <a:pt x="5235458" y="937846"/>
                  </a:lnTo>
                  <a:lnTo>
                    <a:pt x="5235615" y="937846"/>
                  </a:lnTo>
                  <a:lnTo>
                    <a:pt x="5235773" y="937846"/>
                  </a:lnTo>
                  <a:lnTo>
                    <a:pt x="5235931" y="937846"/>
                  </a:lnTo>
                  <a:lnTo>
                    <a:pt x="5236089" y="937846"/>
                  </a:lnTo>
                  <a:lnTo>
                    <a:pt x="5236246" y="937846"/>
                  </a:lnTo>
                  <a:lnTo>
                    <a:pt x="5236404" y="937846"/>
                  </a:lnTo>
                  <a:lnTo>
                    <a:pt x="5236562" y="937846"/>
                  </a:lnTo>
                  <a:lnTo>
                    <a:pt x="5236562" y="937416"/>
                  </a:lnTo>
                  <a:lnTo>
                    <a:pt x="5236719" y="937416"/>
                  </a:lnTo>
                  <a:lnTo>
                    <a:pt x="5236719" y="936985"/>
                  </a:lnTo>
                  <a:lnTo>
                    <a:pt x="5236877" y="936985"/>
                  </a:lnTo>
                  <a:lnTo>
                    <a:pt x="5237035" y="936985"/>
                  </a:lnTo>
                  <a:lnTo>
                    <a:pt x="5237193" y="936985"/>
                  </a:lnTo>
                  <a:lnTo>
                    <a:pt x="5237193" y="936555"/>
                  </a:lnTo>
                  <a:lnTo>
                    <a:pt x="5237350" y="936555"/>
                  </a:lnTo>
                  <a:lnTo>
                    <a:pt x="5237508" y="936555"/>
                  </a:lnTo>
                  <a:lnTo>
                    <a:pt x="5237666" y="936555"/>
                  </a:lnTo>
                  <a:lnTo>
                    <a:pt x="5237824" y="936555"/>
                  </a:lnTo>
                  <a:lnTo>
                    <a:pt x="5237981" y="936555"/>
                  </a:lnTo>
                  <a:lnTo>
                    <a:pt x="5238139" y="936555"/>
                  </a:lnTo>
                  <a:lnTo>
                    <a:pt x="5238139" y="936124"/>
                  </a:lnTo>
                  <a:lnTo>
                    <a:pt x="5238139" y="935693"/>
                  </a:lnTo>
                  <a:lnTo>
                    <a:pt x="5238297" y="935693"/>
                  </a:lnTo>
                  <a:lnTo>
                    <a:pt x="5238454" y="935693"/>
                  </a:lnTo>
                  <a:lnTo>
                    <a:pt x="5238612" y="935693"/>
                  </a:lnTo>
                  <a:lnTo>
                    <a:pt x="5238770" y="935693"/>
                  </a:lnTo>
                  <a:lnTo>
                    <a:pt x="5238770" y="935263"/>
                  </a:lnTo>
                  <a:lnTo>
                    <a:pt x="5238770" y="934832"/>
                  </a:lnTo>
                  <a:lnTo>
                    <a:pt x="5238928" y="934832"/>
                  </a:lnTo>
                  <a:lnTo>
                    <a:pt x="5239085" y="934832"/>
                  </a:lnTo>
                  <a:lnTo>
                    <a:pt x="5239243" y="934832"/>
                  </a:lnTo>
                  <a:lnTo>
                    <a:pt x="5239401" y="934832"/>
                  </a:lnTo>
                  <a:lnTo>
                    <a:pt x="5239558" y="934832"/>
                  </a:lnTo>
                  <a:lnTo>
                    <a:pt x="5239716" y="934832"/>
                  </a:lnTo>
                  <a:lnTo>
                    <a:pt x="5239874" y="934832"/>
                  </a:lnTo>
                  <a:lnTo>
                    <a:pt x="5239874" y="934402"/>
                  </a:lnTo>
                  <a:lnTo>
                    <a:pt x="5240032" y="934402"/>
                  </a:lnTo>
                  <a:lnTo>
                    <a:pt x="5240189" y="934402"/>
                  </a:lnTo>
                  <a:lnTo>
                    <a:pt x="5240347" y="934402"/>
                  </a:lnTo>
                  <a:lnTo>
                    <a:pt x="5240347" y="933971"/>
                  </a:lnTo>
                  <a:lnTo>
                    <a:pt x="5240505" y="933971"/>
                  </a:lnTo>
                  <a:lnTo>
                    <a:pt x="5240505" y="933540"/>
                  </a:lnTo>
                  <a:lnTo>
                    <a:pt x="5240662" y="933540"/>
                  </a:lnTo>
                  <a:lnTo>
                    <a:pt x="5240820" y="933540"/>
                  </a:lnTo>
                  <a:lnTo>
                    <a:pt x="5240978" y="933540"/>
                  </a:lnTo>
                  <a:lnTo>
                    <a:pt x="5240978" y="933110"/>
                  </a:lnTo>
                  <a:lnTo>
                    <a:pt x="5241136" y="933110"/>
                  </a:lnTo>
                  <a:lnTo>
                    <a:pt x="5241136" y="932679"/>
                  </a:lnTo>
                  <a:lnTo>
                    <a:pt x="5241293" y="932679"/>
                  </a:lnTo>
                  <a:lnTo>
                    <a:pt x="5241451" y="932679"/>
                  </a:lnTo>
                  <a:lnTo>
                    <a:pt x="5241609" y="932679"/>
                  </a:lnTo>
                  <a:lnTo>
                    <a:pt x="5241766" y="932679"/>
                  </a:lnTo>
                  <a:lnTo>
                    <a:pt x="5241924" y="932679"/>
                  </a:lnTo>
                  <a:lnTo>
                    <a:pt x="5242082" y="932679"/>
                  </a:lnTo>
                  <a:lnTo>
                    <a:pt x="5242240" y="932679"/>
                  </a:lnTo>
                  <a:lnTo>
                    <a:pt x="5242397" y="932679"/>
                  </a:lnTo>
                  <a:lnTo>
                    <a:pt x="5242555" y="932679"/>
                  </a:lnTo>
                  <a:lnTo>
                    <a:pt x="5242713" y="932679"/>
                  </a:lnTo>
                  <a:lnTo>
                    <a:pt x="5242713" y="932249"/>
                  </a:lnTo>
                  <a:lnTo>
                    <a:pt x="5242871" y="932249"/>
                  </a:lnTo>
                  <a:lnTo>
                    <a:pt x="5243028" y="932249"/>
                  </a:lnTo>
                  <a:lnTo>
                    <a:pt x="5243186" y="932249"/>
                  </a:lnTo>
                  <a:lnTo>
                    <a:pt x="5243344" y="932249"/>
                  </a:lnTo>
                  <a:lnTo>
                    <a:pt x="5243501" y="932249"/>
                  </a:lnTo>
                  <a:lnTo>
                    <a:pt x="5243659" y="932249"/>
                  </a:lnTo>
                  <a:lnTo>
                    <a:pt x="5243817" y="932249"/>
                  </a:lnTo>
                  <a:lnTo>
                    <a:pt x="5243975" y="932249"/>
                  </a:lnTo>
                  <a:lnTo>
                    <a:pt x="5244132" y="932249"/>
                  </a:lnTo>
                  <a:lnTo>
                    <a:pt x="5244290" y="932249"/>
                  </a:lnTo>
                  <a:lnTo>
                    <a:pt x="5244448" y="932249"/>
                  </a:lnTo>
                  <a:lnTo>
                    <a:pt x="5244448" y="931818"/>
                  </a:lnTo>
                  <a:lnTo>
                    <a:pt x="5244605" y="931818"/>
                  </a:lnTo>
                  <a:lnTo>
                    <a:pt x="5244763" y="931818"/>
                  </a:lnTo>
                  <a:lnTo>
                    <a:pt x="5244921" y="931818"/>
                  </a:lnTo>
                  <a:lnTo>
                    <a:pt x="5245079" y="931818"/>
                  </a:lnTo>
                  <a:lnTo>
                    <a:pt x="5245079" y="931387"/>
                  </a:lnTo>
                  <a:lnTo>
                    <a:pt x="5245236" y="931387"/>
                  </a:lnTo>
                  <a:lnTo>
                    <a:pt x="5245236" y="930957"/>
                  </a:lnTo>
                  <a:lnTo>
                    <a:pt x="5245394" y="930957"/>
                  </a:lnTo>
                  <a:lnTo>
                    <a:pt x="5245552" y="930957"/>
                  </a:lnTo>
                  <a:lnTo>
                    <a:pt x="5245552" y="930526"/>
                  </a:lnTo>
                  <a:lnTo>
                    <a:pt x="5245709" y="930526"/>
                  </a:lnTo>
                  <a:lnTo>
                    <a:pt x="5245867" y="930526"/>
                  </a:lnTo>
                  <a:lnTo>
                    <a:pt x="5246025" y="930526"/>
                  </a:lnTo>
                  <a:lnTo>
                    <a:pt x="5246183" y="930526"/>
                  </a:lnTo>
                  <a:lnTo>
                    <a:pt x="5246340" y="930526"/>
                  </a:lnTo>
                  <a:lnTo>
                    <a:pt x="5246498" y="930526"/>
                  </a:lnTo>
                  <a:lnTo>
                    <a:pt x="5246656" y="930526"/>
                  </a:lnTo>
                  <a:lnTo>
                    <a:pt x="5246813" y="930526"/>
                  </a:lnTo>
                  <a:lnTo>
                    <a:pt x="5246971" y="930526"/>
                  </a:lnTo>
                  <a:lnTo>
                    <a:pt x="5247129" y="930526"/>
                  </a:lnTo>
                  <a:lnTo>
                    <a:pt x="5247129" y="930096"/>
                  </a:lnTo>
                  <a:lnTo>
                    <a:pt x="5247287" y="930096"/>
                  </a:lnTo>
                  <a:lnTo>
                    <a:pt x="5247444" y="930096"/>
                  </a:lnTo>
                  <a:lnTo>
                    <a:pt x="5247602" y="930096"/>
                  </a:lnTo>
                  <a:lnTo>
                    <a:pt x="5247760" y="930096"/>
                  </a:lnTo>
                  <a:lnTo>
                    <a:pt x="5247917" y="930096"/>
                  </a:lnTo>
                  <a:lnTo>
                    <a:pt x="5248075" y="930096"/>
                  </a:lnTo>
                  <a:lnTo>
                    <a:pt x="5248233" y="930096"/>
                  </a:lnTo>
                  <a:lnTo>
                    <a:pt x="5248391" y="930096"/>
                  </a:lnTo>
                  <a:lnTo>
                    <a:pt x="5248548" y="930096"/>
                  </a:lnTo>
                  <a:lnTo>
                    <a:pt x="5248706" y="930096"/>
                  </a:lnTo>
                  <a:lnTo>
                    <a:pt x="5248864" y="930096"/>
                  </a:lnTo>
                  <a:lnTo>
                    <a:pt x="5249022" y="930096"/>
                  </a:lnTo>
                  <a:lnTo>
                    <a:pt x="5249179" y="930096"/>
                  </a:lnTo>
                  <a:lnTo>
                    <a:pt x="5249337" y="930096"/>
                  </a:lnTo>
                  <a:lnTo>
                    <a:pt x="5249495" y="930096"/>
                  </a:lnTo>
                  <a:lnTo>
                    <a:pt x="5249652" y="930096"/>
                  </a:lnTo>
                  <a:lnTo>
                    <a:pt x="5249810" y="930096"/>
                  </a:lnTo>
                  <a:lnTo>
                    <a:pt x="5249968" y="930096"/>
                  </a:lnTo>
                  <a:lnTo>
                    <a:pt x="5250126" y="930096"/>
                  </a:lnTo>
                  <a:lnTo>
                    <a:pt x="5250283" y="930096"/>
                  </a:lnTo>
                  <a:lnTo>
                    <a:pt x="5250441" y="930096"/>
                  </a:lnTo>
                  <a:lnTo>
                    <a:pt x="5250441" y="929665"/>
                  </a:lnTo>
                  <a:lnTo>
                    <a:pt x="5250599" y="929665"/>
                  </a:lnTo>
                  <a:lnTo>
                    <a:pt x="5250756" y="929665"/>
                  </a:lnTo>
                  <a:lnTo>
                    <a:pt x="5250914" y="929665"/>
                  </a:lnTo>
                  <a:lnTo>
                    <a:pt x="5251072" y="929665"/>
                  </a:lnTo>
                  <a:lnTo>
                    <a:pt x="5251230" y="929665"/>
                  </a:lnTo>
                  <a:lnTo>
                    <a:pt x="5251230" y="929234"/>
                  </a:lnTo>
                  <a:lnTo>
                    <a:pt x="5251387" y="929234"/>
                  </a:lnTo>
                  <a:lnTo>
                    <a:pt x="5251545" y="929234"/>
                  </a:lnTo>
                  <a:lnTo>
                    <a:pt x="5251703" y="929234"/>
                  </a:lnTo>
                  <a:lnTo>
                    <a:pt x="5251860" y="929234"/>
                  </a:lnTo>
                  <a:lnTo>
                    <a:pt x="5251860" y="928804"/>
                  </a:lnTo>
                  <a:lnTo>
                    <a:pt x="5252018" y="928804"/>
                  </a:lnTo>
                  <a:lnTo>
                    <a:pt x="5252018" y="928373"/>
                  </a:lnTo>
                  <a:lnTo>
                    <a:pt x="5252176" y="928373"/>
                  </a:lnTo>
                  <a:lnTo>
                    <a:pt x="5252334" y="928373"/>
                  </a:lnTo>
                  <a:lnTo>
                    <a:pt x="5252491" y="928373"/>
                  </a:lnTo>
                  <a:lnTo>
                    <a:pt x="5252491" y="927943"/>
                  </a:lnTo>
                  <a:lnTo>
                    <a:pt x="5252649" y="927943"/>
                  </a:lnTo>
                  <a:lnTo>
                    <a:pt x="5252807" y="927943"/>
                  </a:lnTo>
                  <a:lnTo>
                    <a:pt x="5252964" y="927943"/>
                  </a:lnTo>
                  <a:lnTo>
                    <a:pt x="5252964" y="927512"/>
                  </a:lnTo>
                  <a:lnTo>
                    <a:pt x="5253122" y="927512"/>
                  </a:lnTo>
                  <a:lnTo>
                    <a:pt x="5253280" y="927512"/>
                  </a:lnTo>
                  <a:lnTo>
                    <a:pt x="5253438" y="927512"/>
                  </a:lnTo>
                  <a:lnTo>
                    <a:pt x="5253595" y="927512"/>
                  </a:lnTo>
                  <a:lnTo>
                    <a:pt x="5253595" y="927081"/>
                  </a:lnTo>
                  <a:lnTo>
                    <a:pt x="5253753" y="927081"/>
                  </a:lnTo>
                  <a:lnTo>
                    <a:pt x="5253911" y="927081"/>
                  </a:lnTo>
                  <a:lnTo>
                    <a:pt x="5254069" y="927081"/>
                  </a:lnTo>
                  <a:lnTo>
                    <a:pt x="5254226" y="927081"/>
                  </a:lnTo>
                  <a:lnTo>
                    <a:pt x="5254384" y="927081"/>
                  </a:lnTo>
                  <a:lnTo>
                    <a:pt x="5254542" y="927081"/>
                  </a:lnTo>
                  <a:lnTo>
                    <a:pt x="5254542" y="926651"/>
                  </a:lnTo>
                  <a:lnTo>
                    <a:pt x="5254699" y="926651"/>
                  </a:lnTo>
                  <a:lnTo>
                    <a:pt x="5254857" y="926651"/>
                  </a:lnTo>
                  <a:lnTo>
                    <a:pt x="5255015" y="926651"/>
                  </a:lnTo>
                  <a:lnTo>
                    <a:pt x="5255173" y="926651"/>
                  </a:lnTo>
                  <a:lnTo>
                    <a:pt x="5255330" y="926651"/>
                  </a:lnTo>
                  <a:lnTo>
                    <a:pt x="5255488" y="926651"/>
                  </a:lnTo>
                  <a:lnTo>
                    <a:pt x="5255488" y="926220"/>
                  </a:lnTo>
                  <a:lnTo>
                    <a:pt x="5255646" y="926220"/>
                  </a:lnTo>
                  <a:lnTo>
                    <a:pt x="5255803" y="926220"/>
                  </a:lnTo>
                  <a:lnTo>
                    <a:pt x="5255961" y="926220"/>
                  </a:lnTo>
                  <a:lnTo>
                    <a:pt x="5256119" y="926220"/>
                  </a:lnTo>
                  <a:lnTo>
                    <a:pt x="5256277" y="926220"/>
                  </a:lnTo>
                  <a:lnTo>
                    <a:pt x="5256434" y="926220"/>
                  </a:lnTo>
                  <a:lnTo>
                    <a:pt x="5256592" y="926220"/>
                  </a:lnTo>
                  <a:lnTo>
                    <a:pt x="5256750" y="926220"/>
                  </a:lnTo>
                  <a:lnTo>
                    <a:pt x="5256907" y="926220"/>
                  </a:lnTo>
                  <a:lnTo>
                    <a:pt x="5257065" y="926220"/>
                  </a:lnTo>
                  <a:lnTo>
                    <a:pt x="5257223" y="926220"/>
                  </a:lnTo>
                  <a:lnTo>
                    <a:pt x="5257381" y="926220"/>
                  </a:lnTo>
                  <a:lnTo>
                    <a:pt x="5257538" y="926220"/>
                  </a:lnTo>
                  <a:lnTo>
                    <a:pt x="5257696" y="926220"/>
                  </a:lnTo>
                  <a:lnTo>
                    <a:pt x="5257854" y="926220"/>
                  </a:lnTo>
                  <a:lnTo>
                    <a:pt x="5258011" y="926220"/>
                  </a:lnTo>
                  <a:lnTo>
                    <a:pt x="5258169" y="926220"/>
                  </a:lnTo>
                  <a:lnTo>
                    <a:pt x="5258327" y="926220"/>
                  </a:lnTo>
                  <a:lnTo>
                    <a:pt x="5258485" y="926220"/>
                  </a:lnTo>
                  <a:lnTo>
                    <a:pt x="5258642" y="926220"/>
                  </a:lnTo>
                  <a:lnTo>
                    <a:pt x="5258800" y="926220"/>
                  </a:lnTo>
                  <a:lnTo>
                    <a:pt x="5258800" y="925790"/>
                  </a:lnTo>
                  <a:lnTo>
                    <a:pt x="5258800" y="925359"/>
                  </a:lnTo>
                  <a:lnTo>
                    <a:pt x="5258958" y="925359"/>
                  </a:lnTo>
                  <a:lnTo>
                    <a:pt x="5259115" y="925359"/>
                  </a:lnTo>
                  <a:lnTo>
                    <a:pt x="5259273" y="925359"/>
                  </a:lnTo>
                  <a:lnTo>
                    <a:pt x="5259431" y="925359"/>
                  </a:lnTo>
                  <a:lnTo>
                    <a:pt x="5259431" y="924928"/>
                  </a:lnTo>
                  <a:lnTo>
                    <a:pt x="5259589" y="924928"/>
                  </a:lnTo>
                  <a:lnTo>
                    <a:pt x="5259746" y="924928"/>
                  </a:lnTo>
                  <a:lnTo>
                    <a:pt x="5259904" y="924928"/>
                  </a:lnTo>
                  <a:lnTo>
                    <a:pt x="5260062" y="924928"/>
                  </a:lnTo>
                  <a:lnTo>
                    <a:pt x="5260220" y="924928"/>
                  </a:lnTo>
                  <a:lnTo>
                    <a:pt x="5260377" y="924928"/>
                  </a:lnTo>
                  <a:lnTo>
                    <a:pt x="5260535" y="924928"/>
                  </a:lnTo>
                  <a:lnTo>
                    <a:pt x="5260693" y="924928"/>
                  </a:lnTo>
                  <a:lnTo>
                    <a:pt x="5260850" y="924928"/>
                  </a:lnTo>
                  <a:lnTo>
                    <a:pt x="5260850" y="924498"/>
                  </a:lnTo>
                  <a:lnTo>
                    <a:pt x="5260850" y="924067"/>
                  </a:lnTo>
                  <a:lnTo>
                    <a:pt x="5261008" y="924067"/>
                  </a:lnTo>
                  <a:lnTo>
                    <a:pt x="5261166" y="924067"/>
                  </a:lnTo>
                  <a:lnTo>
                    <a:pt x="5261324" y="924067"/>
                  </a:lnTo>
                  <a:lnTo>
                    <a:pt x="5261481" y="924067"/>
                  </a:lnTo>
                  <a:lnTo>
                    <a:pt x="5261639" y="924067"/>
                  </a:lnTo>
                  <a:lnTo>
                    <a:pt x="5261797" y="924067"/>
                  </a:lnTo>
                  <a:lnTo>
                    <a:pt x="5261954" y="924067"/>
                  </a:lnTo>
                  <a:lnTo>
                    <a:pt x="5262112" y="924067"/>
                  </a:lnTo>
                  <a:lnTo>
                    <a:pt x="5262270" y="924067"/>
                  </a:lnTo>
                  <a:lnTo>
                    <a:pt x="5262428" y="924067"/>
                  </a:lnTo>
                  <a:lnTo>
                    <a:pt x="5262585" y="924067"/>
                  </a:lnTo>
                  <a:lnTo>
                    <a:pt x="5262743" y="924067"/>
                  </a:lnTo>
                  <a:lnTo>
                    <a:pt x="5262743" y="923637"/>
                  </a:lnTo>
                  <a:lnTo>
                    <a:pt x="5262743" y="923206"/>
                  </a:lnTo>
                  <a:lnTo>
                    <a:pt x="5262743" y="922775"/>
                  </a:lnTo>
                  <a:lnTo>
                    <a:pt x="5262901" y="922775"/>
                  </a:lnTo>
                  <a:lnTo>
                    <a:pt x="5263058" y="922775"/>
                  </a:lnTo>
                  <a:lnTo>
                    <a:pt x="5263216" y="922775"/>
                  </a:lnTo>
                  <a:lnTo>
                    <a:pt x="5263374" y="922775"/>
                  </a:lnTo>
                  <a:lnTo>
                    <a:pt x="5263532" y="922775"/>
                  </a:lnTo>
                  <a:lnTo>
                    <a:pt x="5263689" y="922775"/>
                  </a:lnTo>
                  <a:lnTo>
                    <a:pt x="5263847" y="922775"/>
                  </a:lnTo>
                  <a:lnTo>
                    <a:pt x="5264005" y="922775"/>
                  </a:lnTo>
                  <a:lnTo>
                    <a:pt x="5264162" y="922775"/>
                  </a:lnTo>
                  <a:lnTo>
                    <a:pt x="5264320" y="922775"/>
                  </a:lnTo>
                  <a:lnTo>
                    <a:pt x="5264478" y="922775"/>
                  </a:lnTo>
                  <a:lnTo>
                    <a:pt x="5264636" y="922775"/>
                  </a:lnTo>
                  <a:lnTo>
                    <a:pt x="5264636" y="922345"/>
                  </a:lnTo>
                  <a:lnTo>
                    <a:pt x="5264793" y="922345"/>
                  </a:lnTo>
                  <a:lnTo>
                    <a:pt x="5264951" y="922345"/>
                  </a:lnTo>
                  <a:lnTo>
                    <a:pt x="5265109" y="922345"/>
                  </a:lnTo>
                  <a:lnTo>
                    <a:pt x="5265267" y="922345"/>
                  </a:lnTo>
                  <a:lnTo>
                    <a:pt x="5265424" y="922345"/>
                  </a:lnTo>
                  <a:lnTo>
                    <a:pt x="5265424" y="921914"/>
                  </a:lnTo>
                  <a:lnTo>
                    <a:pt x="5265582" y="921914"/>
                  </a:lnTo>
                  <a:lnTo>
                    <a:pt x="5265582" y="921484"/>
                  </a:lnTo>
                  <a:lnTo>
                    <a:pt x="5265740" y="921484"/>
                  </a:lnTo>
                  <a:lnTo>
                    <a:pt x="5265897" y="921484"/>
                  </a:lnTo>
                  <a:lnTo>
                    <a:pt x="5266055" y="921484"/>
                  </a:lnTo>
                  <a:lnTo>
                    <a:pt x="5266213" y="921484"/>
                  </a:lnTo>
                  <a:lnTo>
                    <a:pt x="5266371" y="921484"/>
                  </a:lnTo>
                  <a:lnTo>
                    <a:pt x="5266528" y="921484"/>
                  </a:lnTo>
                  <a:lnTo>
                    <a:pt x="5266686" y="921484"/>
                  </a:lnTo>
                  <a:lnTo>
                    <a:pt x="5266844" y="921484"/>
                  </a:lnTo>
                  <a:lnTo>
                    <a:pt x="5266844" y="921053"/>
                  </a:lnTo>
                  <a:lnTo>
                    <a:pt x="5266844" y="920622"/>
                  </a:lnTo>
                  <a:lnTo>
                    <a:pt x="5267001" y="920622"/>
                  </a:lnTo>
                  <a:lnTo>
                    <a:pt x="5267159" y="920622"/>
                  </a:lnTo>
                  <a:lnTo>
                    <a:pt x="5267317" y="920622"/>
                  </a:lnTo>
                  <a:lnTo>
                    <a:pt x="5267317" y="920192"/>
                  </a:lnTo>
                  <a:lnTo>
                    <a:pt x="5267475" y="920192"/>
                  </a:lnTo>
                  <a:lnTo>
                    <a:pt x="5267632" y="920192"/>
                  </a:lnTo>
                  <a:lnTo>
                    <a:pt x="5267790" y="920192"/>
                  </a:lnTo>
                  <a:lnTo>
                    <a:pt x="5267790" y="919761"/>
                  </a:lnTo>
                  <a:lnTo>
                    <a:pt x="5267948" y="919761"/>
                  </a:lnTo>
                  <a:lnTo>
                    <a:pt x="5268105" y="919761"/>
                  </a:lnTo>
                  <a:lnTo>
                    <a:pt x="5268263" y="919761"/>
                  </a:lnTo>
                  <a:lnTo>
                    <a:pt x="5268421" y="919761"/>
                  </a:lnTo>
                  <a:lnTo>
                    <a:pt x="5268579" y="919761"/>
                  </a:lnTo>
                  <a:lnTo>
                    <a:pt x="5268736" y="919761"/>
                  </a:lnTo>
                  <a:lnTo>
                    <a:pt x="5268894" y="919761"/>
                  </a:lnTo>
                  <a:lnTo>
                    <a:pt x="5269052" y="919761"/>
                  </a:lnTo>
                  <a:lnTo>
                    <a:pt x="5269209" y="919761"/>
                  </a:lnTo>
                  <a:lnTo>
                    <a:pt x="5269367" y="919761"/>
                  </a:lnTo>
                  <a:lnTo>
                    <a:pt x="5269525" y="919761"/>
                  </a:lnTo>
                  <a:lnTo>
                    <a:pt x="5269525" y="919331"/>
                  </a:lnTo>
                  <a:lnTo>
                    <a:pt x="5269683" y="919331"/>
                  </a:lnTo>
                  <a:lnTo>
                    <a:pt x="5269840" y="919331"/>
                  </a:lnTo>
                  <a:lnTo>
                    <a:pt x="5269998" y="919331"/>
                  </a:lnTo>
                  <a:lnTo>
                    <a:pt x="5269998" y="918900"/>
                  </a:lnTo>
                  <a:lnTo>
                    <a:pt x="5270156" y="918900"/>
                  </a:lnTo>
                  <a:lnTo>
                    <a:pt x="5270313" y="918900"/>
                  </a:lnTo>
                  <a:lnTo>
                    <a:pt x="5270471" y="918900"/>
                  </a:lnTo>
                  <a:lnTo>
                    <a:pt x="5270471" y="918469"/>
                  </a:lnTo>
                  <a:lnTo>
                    <a:pt x="5270629" y="918469"/>
                  </a:lnTo>
                  <a:lnTo>
                    <a:pt x="5270787" y="918469"/>
                  </a:lnTo>
                  <a:lnTo>
                    <a:pt x="5270944" y="918469"/>
                  </a:lnTo>
                  <a:lnTo>
                    <a:pt x="5271102" y="918469"/>
                  </a:lnTo>
                  <a:lnTo>
                    <a:pt x="5271260" y="918469"/>
                  </a:lnTo>
                  <a:lnTo>
                    <a:pt x="5271418" y="918469"/>
                  </a:lnTo>
                  <a:lnTo>
                    <a:pt x="5271575" y="918469"/>
                  </a:lnTo>
                  <a:lnTo>
                    <a:pt x="5271575" y="918039"/>
                  </a:lnTo>
                  <a:lnTo>
                    <a:pt x="5271575" y="917608"/>
                  </a:lnTo>
                  <a:lnTo>
                    <a:pt x="5271733" y="917608"/>
                  </a:lnTo>
                  <a:lnTo>
                    <a:pt x="5271891" y="917608"/>
                  </a:lnTo>
                  <a:lnTo>
                    <a:pt x="5272048" y="917608"/>
                  </a:lnTo>
                  <a:lnTo>
                    <a:pt x="5272206" y="917608"/>
                  </a:lnTo>
                  <a:lnTo>
                    <a:pt x="5272364" y="917608"/>
                  </a:lnTo>
                  <a:lnTo>
                    <a:pt x="5272522" y="917608"/>
                  </a:lnTo>
                  <a:lnTo>
                    <a:pt x="5272679" y="917608"/>
                  </a:lnTo>
                  <a:lnTo>
                    <a:pt x="5272837" y="917608"/>
                  </a:lnTo>
                  <a:lnTo>
                    <a:pt x="5272995" y="917608"/>
                  </a:lnTo>
                  <a:lnTo>
                    <a:pt x="5273152" y="917608"/>
                  </a:lnTo>
                  <a:lnTo>
                    <a:pt x="5273152" y="917178"/>
                  </a:lnTo>
                  <a:lnTo>
                    <a:pt x="5273310" y="917178"/>
                  </a:lnTo>
                  <a:lnTo>
                    <a:pt x="5273468" y="917178"/>
                  </a:lnTo>
                  <a:lnTo>
                    <a:pt x="5273468" y="916747"/>
                  </a:lnTo>
                  <a:lnTo>
                    <a:pt x="5273626" y="916747"/>
                  </a:lnTo>
                  <a:lnTo>
                    <a:pt x="5273783" y="916747"/>
                  </a:lnTo>
                  <a:lnTo>
                    <a:pt x="5273941" y="916747"/>
                  </a:lnTo>
                  <a:lnTo>
                    <a:pt x="5274099" y="916747"/>
                  </a:lnTo>
                  <a:lnTo>
                    <a:pt x="5274256" y="916747"/>
                  </a:lnTo>
                  <a:lnTo>
                    <a:pt x="5274414" y="916747"/>
                  </a:lnTo>
                  <a:lnTo>
                    <a:pt x="5274572" y="916747"/>
                  </a:lnTo>
                  <a:lnTo>
                    <a:pt x="5274730" y="916747"/>
                  </a:lnTo>
                  <a:lnTo>
                    <a:pt x="5274730" y="916316"/>
                  </a:lnTo>
                  <a:lnTo>
                    <a:pt x="5274887" y="916316"/>
                  </a:lnTo>
                  <a:lnTo>
                    <a:pt x="5275045" y="916316"/>
                  </a:lnTo>
                  <a:lnTo>
                    <a:pt x="5275203" y="916316"/>
                  </a:lnTo>
                  <a:lnTo>
                    <a:pt x="5275360" y="916316"/>
                  </a:lnTo>
                  <a:lnTo>
                    <a:pt x="5275518" y="916316"/>
                  </a:lnTo>
                  <a:lnTo>
                    <a:pt x="5275676" y="916316"/>
                  </a:lnTo>
                  <a:lnTo>
                    <a:pt x="5275834" y="916316"/>
                  </a:lnTo>
                  <a:lnTo>
                    <a:pt x="5275991" y="916316"/>
                  </a:lnTo>
                  <a:lnTo>
                    <a:pt x="5276149" y="916316"/>
                  </a:lnTo>
                  <a:lnTo>
                    <a:pt x="5276149" y="915886"/>
                  </a:lnTo>
                  <a:lnTo>
                    <a:pt x="5276307" y="915886"/>
                  </a:lnTo>
                  <a:lnTo>
                    <a:pt x="5276464" y="915886"/>
                  </a:lnTo>
                  <a:lnTo>
                    <a:pt x="5276622" y="915886"/>
                  </a:lnTo>
                  <a:lnTo>
                    <a:pt x="5276622" y="915455"/>
                  </a:lnTo>
                  <a:lnTo>
                    <a:pt x="5276780" y="915455"/>
                  </a:lnTo>
                  <a:lnTo>
                    <a:pt x="5276938" y="915455"/>
                  </a:lnTo>
                  <a:lnTo>
                    <a:pt x="5277095" y="915455"/>
                  </a:lnTo>
                  <a:lnTo>
                    <a:pt x="5277095" y="915025"/>
                  </a:lnTo>
                  <a:lnTo>
                    <a:pt x="5277253" y="915025"/>
                  </a:lnTo>
                  <a:lnTo>
                    <a:pt x="5277411" y="915025"/>
                  </a:lnTo>
                  <a:lnTo>
                    <a:pt x="5277569" y="915025"/>
                  </a:lnTo>
                  <a:lnTo>
                    <a:pt x="5277726" y="915025"/>
                  </a:lnTo>
                  <a:lnTo>
                    <a:pt x="5277884" y="915025"/>
                  </a:lnTo>
                  <a:lnTo>
                    <a:pt x="5278042" y="915025"/>
                  </a:lnTo>
                  <a:lnTo>
                    <a:pt x="5278042" y="914594"/>
                  </a:lnTo>
                  <a:lnTo>
                    <a:pt x="5278042" y="914163"/>
                  </a:lnTo>
                  <a:lnTo>
                    <a:pt x="5278199" y="914163"/>
                  </a:lnTo>
                  <a:lnTo>
                    <a:pt x="5278199" y="913733"/>
                  </a:lnTo>
                  <a:lnTo>
                    <a:pt x="5278357" y="913733"/>
                  </a:lnTo>
                  <a:lnTo>
                    <a:pt x="5278515" y="913733"/>
                  </a:lnTo>
                  <a:lnTo>
                    <a:pt x="5278673" y="913733"/>
                  </a:lnTo>
                  <a:lnTo>
                    <a:pt x="5278830" y="913733"/>
                  </a:lnTo>
                  <a:lnTo>
                    <a:pt x="5278988" y="913733"/>
                  </a:lnTo>
                  <a:lnTo>
                    <a:pt x="5279146" y="913733"/>
                  </a:lnTo>
                  <a:lnTo>
                    <a:pt x="5279303" y="913733"/>
                  </a:lnTo>
                  <a:lnTo>
                    <a:pt x="5279303" y="913302"/>
                  </a:lnTo>
                  <a:lnTo>
                    <a:pt x="5279303" y="912872"/>
                  </a:lnTo>
                  <a:lnTo>
                    <a:pt x="5279461" y="912872"/>
                  </a:lnTo>
                  <a:lnTo>
                    <a:pt x="5279461" y="912441"/>
                  </a:lnTo>
                  <a:lnTo>
                    <a:pt x="5279619" y="912441"/>
                  </a:lnTo>
                  <a:lnTo>
                    <a:pt x="5279619" y="912010"/>
                  </a:lnTo>
                  <a:lnTo>
                    <a:pt x="5279777" y="912010"/>
                  </a:lnTo>
                  <a:lnTo>
                    <a:pt x="5279934" y="912010"/>
                  </a:lnTo>
                  <a:lnTo>
                    <a:pt x="5280092" y="912010"/>
                  </a:lnTo>
                  <a:lnTo>
                    <a:pt x="5280250" y="912010"/>
                  </a:lnTo>
                  <a:lnTo>
                    <a:pt x="5280250" y="911580"/>
                  </a:lnTo>
                  <a:lnTo>
                    <a:pt x="5280407" y="911580"/>
                  </a:lnTo>
                  <a:lnTo>
                    <a:pt x="5280565" y="911580"/>
                  </a:lnTo>
                  <a:lnTo>
                    <a:pt x="5280723" y="911580"/>
                  </a:lnTo>
                  <a:lnTo>
                    <a:pt x="5280881" y="911580"/>
                  </a:lnTo>
                  <a:lnTo>
                    <a:pt x="5281038" y="911580"/>
                  </a:lnTo>
                  <a:lnTo>
                    <a:pt x="5281196" y="911580"/>
                  </a:lnTo>
                  <a:lnTo>
                    <a:pt x="5281354" y="911580"/>
                  </a:lnTo>
                  <a:lnTo>
                    <a:pt x="5281511" y="911580"/>
                  </a:lnTo>
                  <a:lnTo>
                    <a:pt x="5281669" y="911580"/>
                  </a:lnTo>
                  <a:lnTo>
                    <a:pt x="5281827" y="911580"/>
                  </a:lnTo>
                  <a:lnTo>
                    <a:pt x="5281985" y="911580"/>
                  </a:lnTo>
                  <a:lnTo>
                    <a:pt x="5281985" y="911149"/>
                  </a:lnTo>
                  <a:lnTo>
                    <a:pt x="5282142" y="911149"/>
                  </a:lnTo>
                  <a:lnTo>
                    <a:pt x="5282300" y="911149"/>
                  </a:lnTo>
                  <a:lnTo>
                    <a:pt x="5282458" y="911149"/>
                  </a:lnTo>
                  <a:lnTo>
                    <a:pt x="5282458" y="910719"/>
                  </a:lnTo>
                  <a:lnTo>
                    <a:pt x="5282616" y="910719"/>
                  </a:lnTo>
                  <a:lnTo>
                    <a:pt x="5282773" y="910719"/>
                  </a:lnTo>
                  <a:lnTo>
                    <a:pt x="5282931" y="910719"/>
                  </a:lnTo>
                  <a:lnTo>
                    <a:pt x="5283089" y="910719"/>
                  </a:lnTo>
                  <a:lnTo>
                    <a:pt x="5283246" y="910719"/>
                  </a:lnTo>
                  <a:lnTo>
                    <a:pt x="5283404" y="910719"/>
                  </a:lnTo>
                  <a:lnTo>
                    <a:pt x="5283562" y="910719"/>
                  </a:lnTo>
                  <a:lnTo>
                    <a:pt x="5283720" y="910719"/>
                  </a:lnTo>
                  <a:lnTo>
                    <a:pt x="5283877" y="910719"/>
                  </a:lnTo>
                  <a:lnTo>
                    <a:pt x="5284035" y="910719"/>
                  </a:lnTo>
                  <a:lnTo>
                    <a:pt x="5284193" y="910719"/>
                  </a:lnTo>
                  <a:lnTo>
                    <a:pt x="5284350" y="910719"/>
                  </a:lnTo>
                  <a:lnTo>
                    <a:pt x="5284508" y="910719"/>
                  </a:lnTo>
                  <a:lnTo>
                    <a:pt x="5284666" y="910719"/>
                  </a:lnTo>
                  <a:lnTo>
                    <a:pt x="5284824" y="910719"/>
                  </a:lnTo>
                  <a:lnTo>
                    <a:pt x="5284981" y="910719"/>
                  </a:lnTo>
                  <a:lnTo>
                    <a:pt x="5285139" y="910719"/>
                  </a:lnTo>
                  <a:lnTo>
                    <a:pt x="5285297" y="910719"/>
                  </a:lnTo>
                  <a:lnTo>
                    <a:pt x="5285454" y="910719"/>
                  </a:lnTo>
                  <a:lnTo>
                    <a:pt x="5285612" y="910719"/>
                  </a:lnTo>
                  <a:lnTo>
                    <a:pt x="5285612" y="910288"/>
                  </a:lnTo>
                  <a:lnTo>
                    <a:pt x="5285770" y="910288"/>
                  </a:lnTo>
                  <a:lnTo>
                    <a:pt x="5285770" y="909857"/>
                  </a:lnTo>
                  <a:lnTo>
                    <a:pt x="5285928" y="909857"/>
                  </a:lnTo>
                  <a:lnTo>
                    <a:pt x="5286085" y="909857"/>
                  </a:lnTo>
                  <a:lnTo>
                    <a:pt x="5286243" y="909857"/>
                  </a:lnTo>
                  <a:lnTo>
                    <a:pt x="5286401" y="909857"/>
                  </a:lnTo>
                  <a:lnTo>
                    <a:pt x="5286558" y="909857"/>
                  </a:lnTo>
                  <a:lnTo>
                    <a:pt x="5286716" y="909857"/>
                  </a:lnTo>
                  <a:lnTo>
                    <a:pt x="5286874" y="909857"/>
                  </a:lnTo>
                  <a:lnTo>
                    <a:pt x="5286874" y="909427"/>
                  </a:lnTo>
                  <a:lnTo>
                    <a:pt x="5287032" y="909427"/>
                  </a:lnTo>
                  <a:lnTo>
                    <a:pt x="5287189" y="909427"/>
                  </a:lnTo>
                  <a:lnTo>
                    <a:pt x="5287347" y="909427"/>
                  </a:lnTo>
                  <a:lnTo>
                    <a:pt x="5287505" y="909427"/>
                  </a:lnTo>
                  <a:lnTo>
                    <a:pt x="5287505" y="908996"/>
                  </a:lnTo>
                  <a:lnTo>
                    <a:pt x="5287505" y="908566"/>
                  </a:lnTo>
                  <a:lnTo>
                    <a:pt x="5287662" y="908566"/>
                  </a:lnTo>
                  <a:lnTo>
                    <a:pt x="5287820" y="908566"/>
                  </a:lnTo>
                  <a:lnTo>
                    <a:pt x="5287978" y="908566"/>
                  </a:lnTo>
                  <a:lnTo>
                    <a:pt x="5288136" y="908566"/>
                  </a:lnTo>
                  <a:lnTo>
                    <a:pt x="5288293" y="908566"/>
                  </a:lnTo>
                  <a:lnTo>
                    <a:pt x="5288451" y="908566"/>
                  </a:lnTo>
                  <a:lnTo>
                    <a:pt x="5288609" y="908566"/>
                  </a:lnTo>
                  <a:lnTo>
                    <a:pt x="5288767" y="908566"/>
                  </a:lnTo>
                  <a:lnTo>
                    <a:pt x="5288924" y="908566"/>
                  </a:lnTo>
                  <a:lnTo>
                    <a:pt x="5289082" y="908566"/>
                  </a:lnTo>
                  <a:lnTo>
                    <a:pt x="5289240" y="908566"/>
                  </a:lnTo>
                  <a:lnTo>
                    <a:pt x="5289397" y="908566"/>
                  </a:lnTo>
                  <a:lnTo>
                    <a:pt x="5289555" y="908566"/>
                  </a:lnTo>
                  <a:lnTo>
                    <a:pt x="5289713" y="908566"/>
                  </a:lnTo>
                  <a:lnTo>
                    <a:pt x="5289713" y="908135"/>
                  </a:lnTo>
                  <a:lnTo>
                    <a:pt x="5289871" y="908135"/>
                  </a:lnTo>
                  <a:lnTo>
                    <a:pt x="5290028" y="908135"/>
                  </a:lnTo>
                  <a:lnTo>
                    <a:pt x="5290186" y="908135"/>
                  </a:lnTo>
                  <a:lnTo>
                    <a:pt x="5290344" y="908135"/>
                  </a:lnTo>
                  <a:lnTo>
                    <a:pt x="5290501" y="908135"/>
                  </a:lnTo>
                  <a:lnTo>
                    <a:pt x="5290659" y="908135"/>
                  </a:lnTo>
                  <a:lnTo>
                    <a:pt x="5290817" y="908135"/>
                  </a:lnTo>
                  <a:lnTo>
                    <a:pt x="5290975" y="908135"/>
                  </a:lnTo>
                  <a:lnTo>
                    <a:pt x="5291132" y="908135"/>
                  </a:lnTo>
                  <a:lnTo>
                    <a:pt x="5291132" y="907704"/>
                  </a:lnTo>
                  <a:lnTo>
                    <a:pt x="5291290" y="907704"/>
                  </a:lnTo>
                  <a:lnTo>
                    <a:pt x="5291448" y="907704"/>
                  </a:lnTo>
                  <a:lnTo>
                    <a:pt x="5291605" y="907704"/>
                  </a:lnTo>
                  <a:lnTo>
                    <a:pt x="5291763" y="907704"/>
                  </a:lnTo>
                  <a:lnTo>
                    <a:pt x="5291921" y="907704"/>
                  </a:lnTo>
                  <a:lnTo>
                    <a:pt x="5292079" y="907704"/>
                  </a:lnTo>
                  <a:lnTo>
                    <a:pt x="5292236" y="907704"/>
                  </a:lnTo>
                  <a:lnTo>
                    <a:pt x="5292394" y="907704"/>
                  </a:lnTo>
                  <a:lnTo>
                    <a:pt x="5292552" y="907704"/>
                  </a:lnTo>
                  <a:lnTo>
                    <a:pt x="5292709" y="907704"/>
                  </a:lnTo>
                  <a:lnTo>
                    <a:pt x="5292867" y="907704"/>
                  </a:lnTo>
                  <a:lnTo>
                    <a:pt x="5293025" y="907704"/>
                  </a:lnTo>
                  <a:lnTo>
                    <a:pt x="5293183" y="907704"/>
                  </a:lnTo>
                  <a:lnTo>
                    <a:pt x="5293340" y="907704"/>
                  </a:lnTo>
                  <a:lnTo>
                    <a:pt x="5293498" y="907704"/>
                  </a:lnTo>
                  <a:lnTo>
                    <a:pt x="5293656" y="907704"/>
                  </a:lnTo>
                  <a:lnTo>
                    <a:pt x="5293814" y="907704"/>
                  </a:lnTo>
                  <a:lnTo>
                    <a:pt x="5293814" y="907274"/>
                  </a:lnTo>
                  <a:lnTo>
                    <a:pt x="5293971" y="907274"/>
                  </a:lnTo>
                  <a:lnTo>
                    <a:pt x="5294129" y="907274"/>
                  </a:lnTo>
                  <a:lnTo>
                    <a:pt x="5294287" y="907274"/>
                  </a:lnTo>
                  <a:lnTo>
                    <a:pt x="5294444" y="907274"/>
                  </a:lnTo>
                  <a:lnTo>
                    <a:pt x="5294602" y="907274"/>
                  </a:lnTo>
                  <a:lnTo>
                    <a:pt x="5294760" y="907274"/>
                  </a:lnTo>
                  <a:lnTo>
                    <a:pt x="5294918" y="907274"/>
                  </a:lnTo>
                  <a:lnTo>
                    <a:pt x="5295075" y="907274"/>
                  </a:lnTo>
                  <a:lnTo>
                    <a:pt x="5295233" y="907274"/>
                  </a:lnTo>
                  <a:lnTo>
                    <a:pt x="5295391" y="907274"/>
                  </a:lnTo>
                  <a:lnTo>
                    <a:pt x="5295548" y="907274"/>
                  </a:lnTo>
                  <a:lnTo>
                    <a:pt x="5295706" y="907274"/>
                  </a:lnTo>
                  <a:lnTo>
                    <a:pt x="5295864" y="907274"/>
                  </a:lnTo>
                  <a:lnTo>
                    <a:pt x="5296022" y="907274"/>
                  </a:lnTo>
                  <a:lnTo>
                    <a:pt x="5296179" y="907274"/>
                  </a:lnTo>
                  <a:lnTo>
                    <a:pt x="5296337" y="907274"/>
                  </a:lnTo>
                  <a:lnTo>
                    <a:pt x="5296495" y="907274"/>
                  </a:lnTo>
                  <a:lnTo>
                    <a:pt x="5296652" y="907274"/>
                  </a:lnTo>
                  <a:lnTo>
                    <a:pt x="5296810" y="907274"/>
                  </a:lnTo>
                  <a:lnTo>
                    <a:pt x="5296968" y="907274"/>
                  </a:lnTo>
                  <a:lnTo>
                    <a:pt x="5297126" y="907274"/>
                  </a:lnTo>
                  <a:lnTo>
                    <a:pt x="5297283" y="907274"/>
                  </a:lnTo>
                  <a:lnTo>
                    <a:pt x="5297441" y="907274"/>
                  </a:lnTo>
                  <a:lnTo>
                    <a:pt x="5297599" y="907274"/>
                  </a:lnTo>
                  <a:lnTo>
                    <a:pt x="5297756" y="907274"/>
                  </a:lnTo>
                  <a:lnTo>
                    <a:pt x="5297914" y="907274"/>
                  </a:lnTo>
                  <a:lnTo>
                    <a:pt x="5297914" y="906843"/>
                  </a:lnTo>
                  <a:lnTo>
                    <a:pt x="5297914" y="906413"/>
                  </a:lnTo>
                  <a:lnTo>
                    <a:pt x="5298072" y="906413"/>
                  </a:lnTo>
                  <a:lnTo>
                    <a:pt x="5298230" y="906413"/>
                  </a:lnTo>
                  <a:lnTo>
                    <a:pt x="5298387" y="906413"/>
                  </a:lnTo>
                  <a:lnTo>
                    <a:pt x="5298545" y="906413"/>
                  </a:lnTo>
                  <a:lnTo>
                    <a:pt x="5298545" y="905982"/>
                  </a:lnTo>
                  <a:lnTo>
                    <a:pt x="5298703" y="905982"/>
                  </a:lnTo>
                  <a:lnTo>
                    <a:pt x="5298860" y="905982"/>
                  </a:lnTo>
                  <a:lnTo>
                    <a:pt x="5299018" y="905982"/>
                  </a:lnTo>
                  <a:lnTo>
                    <a:pt x="5299176" y="905982"/>
                  </a:lnTo>
                  <a:lnTo>
                    <a:pt x="5299334" y="905982"/>
                  </a:lnTo>
                  <a:lnTo>
                    <a:pt x="5299491" y="905982"/>
                  </a:lnTo>
                  <a:lnTo>
                    <a:pt x="5299649" y="905982"/>
                  </a:lnTo>
                  <a:lnTo>
                    <a:pt x="5299807" y="905982"/>
                  </a:lnTo>
                  <a:lnTo>
                    <a:pt x="5299965" y="905982"/>
                  </a:lnTo>
                  <a:lnTo>
                    <a:pt x="5299965" y="905551"/>
                  </a:lnTo>
                  <a:lnTo>
                    <a:pt x="5300122" y="905551"/>
                  </a:lnTo>
                  <a:lnTo>
                    <a:pt x="5300280" y="905551"/>
                  </a:lnTo>
                  <a:lnTo>
                    <a:pt x="5300438" y="905551"/>
                  </a:lnTo>
                  <a:lnTo>
                    <a:pt x="5300438" y="905121"/>
                  </a:lnTo>
                  <a:lnTo>
                    <a:pt x="5300595" y="905121"/>
                  </a:lnTo>
                  <a:lnTo>
                    <a:pt x="5300753" y="905121"/>
                  </a:lnTo>
                  <a:lnTo>
                    <a:pt x="5300911" y="905121"/>
                  </a:lnTo>
                  <a:lnTo>
                    <a:pt x="5301069" y="905121"/>
                  </a:lnTo>
                  <a:lnTo>
                    <a:pt x="5301226" y="905121"/>
                  </a:lnTo>
                  <a:lnTo>
                    <a:pt x="5301384" y="905121"/>
                  </a:lnTo>
                  <a:lnTo>
                    <a:pt x="5301542" y="905121"/>
                  </a:lnTo>
                  <a:lnTo>
                    <a:pt x="5301699" y="905121"/>
                  </a:lnTo>
                  <a:lnTo>
                    <a:pt x="5301857" y="905121"/>
                  </a:lnTo>
                  <a:lnTo>
                    <a:pt x="5302015" y="905121"/>
                  </a:lnTo>
                  <a:lnTo>
                    <a:pt x="5302173" y="905121"/>
                  </a:lnTo>
                  <a:lnTo>
                    <a:pt x="5302330" y="905121"/>
                  </a:lnTo>
                  <a:lnTo>
                    <a:pt x="5302330" y="904690"/>
                  </a:lnTo>
                  <a:lnTo>
                    <a:pt x="5302488" y="904690"/>
                  </a:lnTo>
                  <a:lnTo>
                    <a:pt x="5302646" y="904690"/>
                  </a:lnTo>
                  <a:lnTo>
                    <a:pt x="5302803" y="904690"/>
                  </a:lnTo>
                  <a:lnTo>
                    <a:pt x="5302961" y="904690"/>
                  </a:lnTo>
                  <a:lnTo>
                    <a:pt x="5303119" y="904690"/>
                  </a:lnTo>
                  <a:lnTo>
                    <a:pt x="5303277" y="904690"/>
                  </a:lnTo>
                  <a:lnTo>
                    <a:pt x="5303434" y="904690"/>
                  </a:lnTo>
                  <a:lnTo>
                    <a:pt x="5303592" y="904690"/>
                  </a:lnTo>
                  <a:lnTo>
                    <a:pt x="5303750" y="904690"/>
                  </a:lnTo>
                  <a:lnTo>
                    <a:pt x="5303750" y="904260"/>
                  </a:lnTo>
                  <a:lnTo>
                    <a:pt x="5303907" y="904260"/>
                  </a:lnTo>
                  <a:lnTo>
                    <a:pt x="5304065" y="904260"/>
                  </a:lnTo>
                  <a:lnTo>
                    <a:pt x="5304223" y="904260"/>
                  </a:lnTo>
                  <a:lnTo>
                    <a:pt x="5304381" y="904260"/>
                  </a:lnTo>
                  <a:lnTo>
                    <a:pt x="5304538" y="904260"/>
                  </a:lnTo>
                  <a:lnTo>
                    <a:pt x="5304696" y="904260"/>
                  </a:lnTo>
                  <a:lnTo>
                    <a:pt x="5304854" y="904260"/>
                  </a:lnTo>
                  <a:lnTo>
                    <a:pt x="5304854" y="903829"/>
                  </a:lnTo>
                  <a:lnTo>
                    <a:pt x="5305012" y="903829"/>
                  </a:lnTo>
                  <a:lnTo>
                    <a:pt x="5305169" y="903829"/>
                  </a:lnTo>
                  <a:lnTo>
                    <a:pt x="5305327" y="903829"/>
                  </a:lnTo>
                  <a:lnTo>
                    <a:pt x="5305327" y="903398"/>
                  </a:lnTo>
                  <a:lnTo>
                    <a:pt x="5305485" y="903398"/>
                  </a:lnTo>
                  <a:lnTo>
                    <a:pt x="5305642" y="903398"/>
                  </a:lnTo>
                  <a:lnTo>
                    <a:pt x="5305642" y="902968"/>
                  </a:lnTo>
                  <a:lnTo>
                    <a:pt x="5305800" y="902968"/>
                  </a:lnTo>
                  <a:lnTo>
                    <a:pt x="5305800" y="902537"/>
                  </a:lnTo>
                  <a:lnTo>
                    <a:pt x="5305800" y="902107"/>
                  </a:lnTo>
                  <a:lnTo>
                    <a:pt x="5305800" y="901676"/>
                  </a:lnTo>
                  <a:lnTo>
                    <a:pt x="5305958" y="901676"/>
                  </a:lnTo>
                  <a:lnTo>
                    <a:pt x="5305958" y="901245"/>
                  </a:lnTo>
                  <a:lnTo>
                    <a:pt x="5306116" y="901245"/>
                  </a:lnTo>
                  <a:lnTo>
                    <a:pt x="5306273" y="901245"/>
                  </a:lnTo>
                  <a:lnTo>
                    <a:pt x="5306273" y="900815"/>
                  </a:lnTo>
                  <a:lnTo>
                    <a:pt x="5306431" y="900815"/>
                  </a:lnTo>
                  <a:lnTo>
                    <a:pt x="5306589" y="900815"/>
                  </a:lnTo>
                  <a:lnTo>
                    <a:pt x="5306589" y="900384"/>
                  </a:lnTo>
                  <a:lnTo>
                    <a:pt x="5306746" y="900384"/>
                  </a:lnTo>
                  <a:lnTo>
                    <a:pt x="5306904" y="900384"/>
                  </a:lnTo>
                  <a:lnTo>
                    <a:pt x="5307062" y="900384"/>
                  </a:lnTo>
                  <a:lnTo>
                    <a:pt x="5307220" y="900384"/>
                  </a:lnTo>
                  <a:lnTo>
                    <a:pt x="5307377" y="900384"/>
                  </a:lnTo>
                  <a:lnTo>
                    <a:pt x="5307535" y="900384"/>
                  </a:lnTo>
                  <a:lnTo>
                    <a:pt x="5307693" y="900384"/>
                  </a:lnTo>
                  <a:lnTo>
                    <a:pt x="5307693" y="899954"/>
                  </a:lnTo>
                  <a:lnTo>
                    <a:pt x="5307850" y="899954"/>
                  </a:lnTo>
                  <a:lnTo>
                    <a:pt x="5307850" y="899523"/>
                  </a:lnTo>
                  <a:lnTo>
                    <a:pt x="5308008" y="899523"/>
                  </a:lnTo>
                  <a:lnTo>
                    <a:pt x="5308166" y="899523"/>
                  </a:lnTo>
                  <a:lnTo>
                    <a:pt x="5308324" y="899523"/>
                  </a:lnTo>
                  <a:lnTo>
                    <a:pt x="5308324" y="899092"/>
                  </a:lnTo>
                  <a:lnTo>
                    <a:pt x="5308481" y="899092"/>
                  </a:lnTo>
                  <a:lnTo>
                    <a:pt x="5308639" y="899092"/>
                  </a:lnTo>
                  <a:lnTo>
                    <a:pt x="5308639" y="898662"/>
                  </a:lnTo>
                  <a:lnTo>
                    <a:pt x="5308797" y="898662"/>
                  </a:lnTo>
                  <a:lnTo>
                    <a:pt x="5308954" y="898662"/>
                  </a:lnTo>
                  <a:lnTo>
                    <a:pt x="5309112" y="898662"/>
                  </a:lnTo>
                  <a:lnTo>
                    <a:pt x="5309270" y="898662"/>
                  </a:lnTo>
                  <a:lnTo>
                    <a:pt x="5309428" y="898662"/>
                  </a:lnTo>
                  <a:lnTo>
                    <a:pt x="5309585" y="898662"/>
                  </a:lnTo>
                  <a:lnTo>
                    <a:pt x="5309743" y="898662"/>
                  </a:lnTo>
                  <a:lnTo>
                    <a:pt x="5309901" y="898662"/>
                  </a:lnTo>
                  <a:lnTo>
                    <a:pt x="5310058" y="898662"/>
                  </a:lnTo>
                  <a:lnTo>
                    <a:pt x="5310058" y="898231"/>
                  </a:lnTo>
                  <a:lnTo>
                    <a:pt x="5310216" y="898231"/>
                  </a:lnTo>
                  <a:lnTo>
                    <a:pt x="5310374" y="898231"/>
                  </a:lnTo>
                  <a:lnTo>
                    <a:pt x="5310374" y="897801"/>
                  </a:lnTo>
                  <a:lnTo>
                    <a:pt x="5310532" y="897801"/>
                  </a:lnTo>
                  <a:lnTo>
                    <a:pt x="5310689" y="897801"/>
                  </a:lnTo>
                  <a:lnTo>
                    <a:pt x="5310847" y="897801"/>
                  </a:lnTo>
                  <a:lnTo>
                    <a:pt x="5311005" y="897801"/>
                  </a:lnTo>
                  <a:lnTo>
                    <a:pt x="5311163" y="897801"/>
                  </a:lnTo>
                  <a:lnTo>
                    <a:pt x="5311163" y="897370"/>
                  </a:lnTo>
                  <a:lnTo>
                    <a:pt x="5311320" y="897370"/>
                  </a:lnTo>
                  <a:lnTo>
                    <a:pt x="5311478" y="897370"/>
                  </a:lnTo>
                  <a:lnTo>
                    <a:pt x="5311636" y="897370"/>
                  </a:lnTo>
                  <a:lnTo>
                    <a:pt x="5311793" y="897370"/>
                  </a:lnTo>
                  <a:lnTo>
                    <a:pt x="5311793" y="896939"/>
                  </a:lnTo>
                  <a:lnTo>
                    <a:pt x="5311951" y="896939"/>
                  </a:lnTo>
                  <a:lnTo>
                    <a:pt x="5312109" y="896939"/>
                  </a:lnTo>
                  <a:lnTo>
                    <a:pt x="5312267" y="896939"/>
                  </a:lnTo>
                  <a:lnTo>
                    <a:pt x="5312424" y="896939"/>
                  </a:lnTo>
                  <a:lnTo>
                    <a:pt x="5312582" y="896939"/>
                  </a:lnTo>
                  <a:lnTo>
                    <a:pt x="5312740" y="896939"/>
                  </a:lnTo>
                  <a:lnTo>
                    <a:pt x="5312740" y="896509"/>
                  </a:lnTo>
                  <a:lnTo>
                    <a:pt x="5312897" y="896509"/>
                  </a:lnTo>
                  <a:lnTo>
                    <a:pt x="5313055" y="896509"/>
                  </a:lnTo>
                  <a:lnTo>
                    <a:pt x="5313213" y="896509"/>
                  </a:lnTo>
                  <a:lnTo>
                    <a:pt x="5313371" y="896509"/>
                  </a:lnTo>
                  <a:lnTo>
                    <a:pt x="5313528" y="896509"/>
                  </a:lnTo>
                  <a:lnTo>
                    <a:pt x="5313686" y="896509"/>
                  </a:lnTo>
                  <a:lnTo>
                    <a:pt x="5313844" y="896509"/>
                  </a:lnTo>
                  <a:lnTo>
                    <a:pt x="5314001" y="896509"/>
                  </a:lnTo>
                  <a:lnTo>
                    <a:pt x="5314159" y="896509"/>
                  </a:lnTo>
                  <a:lnTo>
                    <a:pt x="5314317" y="896509"/>
                  </a:lnTo>
                  <a:lnTo>
                    <a:pt x="5314475" y="896509"/>
                  </a:lnTo>
                  <a:lnTo>
                    <a:pt x="5314632" y="896509"/>
                  </a:lnTo>
                  <a:lnTo>
                    <a:pt x="5314790" y="896509"/>
                  </a:lnTo>
                  <a:lnTo>
                    <a:pt x="5314948" y="896509"/>
                  </a:lnTo>
                  <a:lnTo>
                    <a:pt x="5315105" y="896509"/>
                  </a:lnTo>
                  <a:lnTo>
                    <a:pt x="5315263" y="896509"/>
                  </a:lnTo>
                  <a:lnTo>
                    <a:pt x="5315421" y="896509"/>
                  </a:lnTo>
                  <a:lnTo>
                    <a:pt x="5315579" y="896509"/>
                  </a:lnTo>
                  <a:lnTo>
                    <a:pt x="5315736" y="896509"/>
                  </a:lnTo>
                  <a:lnTo>
                    <a:pt x="5315736" y="896078"/>
                  </a:lnTo>
                  <a:lnTo>
                    <a:pt x="5315894" y="896078"/>
                  </a:lnTo>
                  <a:lnTo>
                    <a:pt x="5316052" y="896078"/>
                  </a:lnTo>
                  <a:lnTo>
                    <a:pt x="5316210" y="896078"/>
                  </a:lnTo>
                  <a:lnTo>
                    <a:pt x="5316367" y="896078"/>
                  </a:lnTo>
                  <a:lnTo>
                    <a:pt x="5316525" y="896078"/>
                  </a:lnTo>
                  <a:lnTo>
                    <a:pt x="5316683" y="896078"/>
                  </a:lnTo>
                  <a:lnTo>
                    <a:pt x="5316840" y="896078"/>
                  </a:lnTo>
                  <a:lnTo>
                    <a:pt x="5316998" y="896078"/>
                  </a:lnTo>
                  <a:lnTo>
                    <a:pt x="5317156" y="896078"/>
                  </a:lnTo>
                  <a:lnTo>
                    <a:pt x="5317314" y="896078"/>
                  </a:lnTo>
                  <a:lnTo>
                    <a:pt x="5317471" y="896078"/>
                  </a:lnTo>
                  <a:lnTo>
                    <a:pt x="5317629" y="896078"/>
                  </a:lnTo>
                  <a:lnTo>
                    <a:pt x="5317629" y="895648"/>
                  </a:lnTo>
                  <a:lnTo>
                    <a:pt x="5317787" y="895648"/>
                  </a:lnTo>
                  <a:lnTo>
                    <a:pt x="5317944" y="895648"/>
                  </a:lnTo>
                  <a:lnTo>
                    <a:pt x="5318102" y="895648"/>
                  </a:lnTo>
                  <a:lnTo>
                    <a:pt x="5318260" y="895648"/>
                  </a:lnTo>
                  <a:lnTo>
                    <a:pt x="5318418" y="895648"/>
                  </a:lnTo>
                  <a:lnTo>
                    <a:pt x="5318575" y="895648"/>
                  </a:lnTo>
                  <a:lnTo>
                    <a:pt x="5318733" y="895648"/>
                  </a:lnTo>
                  <a:lnTo>
                    <a:pt x="5318891" y="895648"/>
                  </a:lnTo>
                  <a:lnTo>
                    <a:pt x="5319048" y="895648"/>
                  </a:lnTo>
                  <a:lnTo>
                    <a:pt x="5319048" y="895217"/>
                  </a:lnTo>
                  <a:lnTo>
                    <a:pt x="5319206" y="895217"/>
                  </a:lnTo>
                  <a:lnTo>
                    <a:pt x="5319364" y="895217"/>
                  </a:lnTo>
                  <a:lnTo>
                    <a:pt x="5319522" y="895217"/>
                  </a:lnTo>
                  <a:lnTo>
                    <a:pt x="5319679" y="895217"/>
                  </a:lnTo>
                  <a:lnTo>
                    <a:pt x="5319679" y="894786"/>
                  </a:lnTo>
                  <a:lnTo>
                    <a:pt x="5319837" y="894786"/>
                  </a:lnTo>
                  <a:lnTo>
                    <a:pt x="5319995" y="894786"/>
                  </a:lnTo>
                  <a:lnTo>
                    <a:pt x="5319995" y="894356"/>
                  </a:lnTo>
                  <a:lnTo>
                    <a:pt x="5320152" y="894356"/>
                  </a:lnTo>
                  <a:lnTo>
                    <a:pt x="5320310" y="894356"/>
                  </a:lnTo>
                  <a:lnTo>
                    <a:pt x="5320468" y="894356"/>
                  </a:lnTo>
                  <a:lnTo>
                    <a:pt x="5320468" y="893925"/>
                  </a:lnTo>
                  <a:lnTo>
                    <a:pt x="5320626" y="893925"/>
                  </a:lnTo>
                  <a:lnTo>
                    <a:pt x="5320783" y="893925"/>
                  </a:lnTo>
                  <a:lnTo>
                    <a:pt x="5320783" y="893495"/>
                  </a:lnTo>
                  <a:lnTo>
                    <a:pt x="5320941" y="893495"/>
                  </a:lnTo>
                  <a:lnTo>
                    <a:pt x="5321099" y="893495"/>
                  </a:lnTo>
                  <a:lnTo>
                    <a:pt x="5321256" y="893495"/>
                  </a:lnTo>
                  <a:lnTo>
                    <a:pt x="5321414" y="893495"/>
                  </a:lnTo>
                  <a:lnTo>
                    <a:pt x="5321572" y="893495"/>
                  </a:lnTo>
                  <a:lnTo>
                    <a:pt x="5321730" y="893495"/>
                  </a:lnTo>
                  <a:lnTo>
                    <a:pt x="5321887" y="893495"/>
                  </a:lnTo>
                  <a:lnTo>
                    <a:pt x="5322045" y="893495"/>
                  </a:lnTo>
                  <a:lnTo>
                    <a:pt x="5322203" y="893495"/>
                  </a:lnTo>
                  <a:lnTo>
                    <a:pt x="5322361" y="893495"/>
                  </a:lnTo>
                  <a:lnTo>
                    <a:pt x="5322518" y="893495"/>
                  </a:lnTo>
                  <a:lnTo>
                    <a:pt x="5322676" y="893495"/>
                  </a:lnTo>
                  <a:lnTo>
                    <a:pt x="5322834" y="893495"/>
                  </a:lnTo>
                  <a:lnTo>
                    <a:pt x="5322991" y="893495"/>
                  </a:lnTo>
                  <a:lnTo>
                    <a:pt x="5323149" y="893495"/>
                  </a:lnTo>
                  <a:lnTo>
                    <a:pt x="5323307" y="893495"/>
                  </a:lnTo>
                  <a:lnTo>
                    <a:pt x="5323465" y="893495"/>
                  </a:lnTo>
                  <a:lnTo>
                    <a:pt x="5323622" y="893495"/>
                  </a:lnTo>
                  <a:lnTo>
                    <a:pt x="5323622" y="893064"/>
                  </a:lnTo>
                  <a:lnTo>
                    <a:pt x="5323780" y="893064"/>
                  </a:lnTo>
                  <a:lnTo>
                    <a:pt x="5323938" y="893064"/>
                  </a:lnTo>
                  <a:lnTo>
                    <a:pt x="5324095" y="893064"/>
                  </a:lnTo>
                  <a:lnTo>
                    <a:pt x="5324253" y="893064"/>
                  </a:lnTo>
                  <a:lnTo>
                    <a:pt x="5324253" y="892633"/>
                  </a:lnTo>
                  <a:lnTo>
                    <a:pt x="5324411" y="892633"/>
                  </a:lnTo>
                  <a:lnTo>
                    <a:pt x="5324569" y="892633"/>
                  </a:lnTo>
                  <a:lnTo>
                    <a:pt x="5324726" y="892633"/>
                  </a:lnTo>
                  <a:lnTo>
                    <a:pt x="5324884" y="892633"/>
                  </a:lnTo>
                  <a:lnTo>
                    <a:pt x="5324884" y="892203"/>
                  </a:lnTo>
                  <a:lnTo>
                    <a:pt x="5325042" y="892203"/>
                  </a:lnTo>
                  <a:lnTo>
                    <a:pt x="5325199" y="892203"/>
                  </a:lnTo>
                  <a:lnTo>
                    <a:pt x="5325357" y="892203"/>
                  </a:lnTo>
                  <a:lnTo>
                    <a:pt x="5325515" y="892203"/>
                  </a:lnTo>
                  <a:lnTo>
                    <a:pt x="5325515" y="891772"/>
                  </a:lnTo>
                  <a:lnTo>
                    <a:pt x="5325673" y="891772"/>
                  </a:lnTo>
                  <a:lnTo>
                    <a:pt x="5325830" y="891772"/>
                  </a:lnTo>
                  <a:lnTo>
                    <a:pt x="5325830" y="891342"/>
                  </a:lnTo>
                  <a:lnTo>
                    <a:pt x="5325988" y="891342"/>
                  </a:lnTo>
                  <a:lnTo>
                    <a:pt x="5326146" y="891342"/>
                  </a:lnTo>
                  <a:lnTo>
                    <a:pt x="5326303" y="891342"/>
                  </a:lnTo>
                  <a:lnTo>
                    <a:pt x="5326303" y="890911"/>
                  </a:lnTo>
                  <a:lnTo>
                    <a:pt x="5326461" y="890911"/>
                  </a:lnTo>
                  <a:lnTo>
                    <a:pt x="5326619" y="890911"/>
                  </a:lnTo>
                  <a:lnTo>
                    <a:pt x="5326777" y="890911"/>
                  </a:lnTo>
                  <a:lnTo>
                    <a:pt x="5326934" y="890911"/>
                  </a:lnTo>
                  <a:lnTo>
                    <a:pt x="5326934" y="890480"/>
                  </a:lnTo>
                  <a:lnTo>
                    <a:pt x="5326934" y="890050"/>
                  </a:lnTo>
                  <a:lnTo>
                    <a:pt x="5327092" y="890050"/>
                  </a:lnTo>
                  <a:lnTo>
                    <a:pt x="5327092" y="889619"/>
                  </a:lnTo>
                  <a:lnTo>
                    <a:pt x="5327250" y="889619"/>
                  </a:lnTo>
                  <a:lnTo>
                    <a:pt x="5327408" y="889619"/>
                  </a:lnTo>
                  <a:lnTo>
                    <a:pt x="5327565" y="889619"/>
                  </a:lnTo>
                  <a:lnTo>
                    <a:pt x="5327723" y="889619"/>
                  </a:lnTo>
                  <a:lnTo>
                    <a:pt x="5327881" y="889619"/>
                  </a:lnTo>
                  <a:lnTo>
                    <a:pt x="5328038" y="889619"/>
                  </a:lnTo>
                  <a:lnTo>
                    <a:pt x="5328196" y="889619"/>
                  </a:lnTo>
                  <a:lnTo>
                    <a:pt x="5328354" y="889619"/>
                  </a:lnTo>
                  <a:lnTo>
                    <a:pt x="5328512" y="889619"/>
                  </a:lnTo>
                  <a:lnTo>
                    <a:pt x="5328669" y="889619"/>
                  </a:lnTo>
                  <a:lnTo>
                    <a:pt x="5328669" y="889189"/>
                  </a:lnTo>
                  <a:lnTo>
                    <a:pt x="5328827" y="889189"/>
                  </a:lnTo>
                  <a:lnTo>
                    <a:pt x="5328985" y="889189"/>
                  </a:lnTo>
                  <a:lnTo>
                    <a:pt x="5329142" y="889189"/>
                  </a:lnTo>
                  <a:lnTo>
                    <a:pt x="5329300" y="889189"/>
                  </a:lnTo>
                  <a:lnTo>
                    <a:pt x="5329458" y="889189"/>
                  </a:lnTo>
                  <a:lnTo>
                    <a:pt x="5329616" y="889189"/>
                  </a:lnTo>
                  <a:lnTo>
                    <a:pt x="5329773" y="889189"/>
                  </a:lnTo>
                  <a:lnTo>
                    <a:pt x="5329931" y="889189"/>
                  </a:lnTo>
                  <a:lnTo>
                    <a:pt x="5330089" y="889189"/>
                  </a:lnTo>
                  <a:lnTo>
                    <a:pt x="5330246" y="889189"/>
                  </a:lnTo>
                  <a:lnTo>
                    <a:pt x="5330404" y="889189"/>
                  </a:lnTo>
                  <a:lnTo>
                    <a:pt x="5330562" y="889189"/>
                  </a:lnTo>
                  <a:lnTo>
                    <a:pt x="5330562" y="888758"/>
                  </a:lnTo>
                  <a:lnTo>
                    <a:pt x="5330720" y="888758"/>
                  </a:lnTo>
                  <a:lnTo>
                    <a:pt x="5330877" y="888758"/>
                  </a:lnTo>
                  <a:lnTo>
                    <a:pt x="5331035" y="888758"/>
                  </a:lnTo>
                  <a:lnTo>
                    <a:pt x="5331193" y="888758"/>
                  </a:lnTo>
                  <a:lnTo>
                    <a:pt x="5331350" y="888758"/>
                  </a:lnTo>
                  <a:lnTo>
                    <a:pt x="5331508" y="888758"/>
                  </a:lnTo>
                  <a:lnTo>
                    <a:pt x="5331666" y="888758"/>
                  </a:lnTo>
                  <a:lnTo>
                    <a:pt x="5331824" y="888758"/>
                  </a:lnTo>
                  <a:lnTo>
                    <a:pt x="5331981" y="888758"/>
                  </a:lnTo>
                  <a:lnTo>
                    <a:pt x="5332139" y="888758"/>
                  </a:lnTo>
                  <a:lnTo>
                    <a:pt x="5332297" y="888758"/>
                  </a:lnTo>
                  <a:lnTo>
                    <a:pt x="5332454" y="888758"/>
                  </a:lnTo>
                  <a:lnTo>
                    <a:pt x="5332612" y="888758"/>
                  </a:lnTo>
                  <a:lnTo>
                    <a:pt x="5332770" y="888758"/>
                  </a:lnTo>
                  <a:lnTo>
                    <a:pt x="5332928" y="888758"/>
                  </a:lnTo>
                  <a:lnTo>
                    <a:pt x="5333085" y="888758"/>
                  </a:lnTo>
                  <a:lnTo>
                    <a:pt x="5333243" y="888758"/>
                  </a:lnTo>
                  <a:lnTo>
                    <a:pt x="5333401" y="888758"/>
                  </a:lnTo>
                  <a:lnTo>
                    <a:pt x="5333559" y="888758"/>
                  </a:lnTo>
                  <a:lnTo>
                    <a:pt x="5333716" y="888758"/>
                  </a:lnTo>
                  <a:lnTo>
                    <a:pt x="5333874" y="888758"/>
                  </a:lnTo>
                  <a:lnTo>
                    <a:pt x="5334032" y="888758"/>
                  </a:lnTo>
                  <a:lnTo>
                    <a:pt x="5334189" y="888758"/>
                  </a:lnTo>
                  <a:lnTo>
                    <a:pt x="5334347" y="888758"/>
                  </a:lnTo>
                  <a:lnTo>
                    <a:pt x="5334347" y="888327"/>
                  </a:lnTo>
                  <a:lnTo>
                    <a:pt x="5334505" y="888327"/>
                  </a:lnTo>
                  <a:lnTo>
                    <a:pt x="5334505" y="887897"/>
                  </a:lnTo>
                  <a:lnTo>
                    <a:pt x="5334663" y="887897"/>
                  </a:lnTo>
                  <a:lnTo>
                    <a:pt x="5334820" y="887897"/>
                  </a:lnTo>
                  <a:lnTo>
                    <a:pt x="5334820" y="887466"/>
                  </a:lnTo>
                  <a:lnTo>
                    <a:pt x="5334978" y="887466"/>
                  </a:lnTo>
                  <a:lnTo>
                    <a:pt x="5335136" y="887466"/>
                  </a:lnTo>
                  <a:lnTo>
                    <a:pt x="5335293" y="887466"/>
                  </a:lnTo>
                  <a:lnTo>
                    <a:pt x="5335451" y="887466"/>
                  </a:lnTo>
                  <a:lnTo>
                    <a:pt x="5335609" y="887466"/>
                  </a:lnTo>
                  <a:lnTo>
                    <a:pt x="5335767" y="887466"/>
                  </a:lnTo>
                  <a:lnTo>
                    <a:pt x="5335924" y="887466"/>
                  </a:lnTo>
                  <a:lnTo>
                    <a:pt x="5335924" y="887036"/>
                  </a:lnTo>
                  <a:lnTo>
                    <a:pt x="5336082" y="887036"/>
                  </a:lnTo>
                  <a:lnTo>
                    <a:pt x="5336240" y="887036"/>
                  </a:lnTo>
                  <a:lnTo>
                    <a:pt x="5336397" y="887036"/>
                  </a:lnTo>
                  <a:lnTo>
                    <a:pt x="5336397" y="886605"/>
                  </a:lnTo>
                  <a:lnTo>
                    <a:pt x="5336555" y="886605"/>
                  </a:lnTo>
                  <a:lnTo>
                    <a:pt x="5336713" y="886605"/>
                  </a:lnTo>
                  <a:lnTo>
                    <a:pt x="5336871" y="886605"/>
                  </a:lnTo>
                  <a:lnTo>
                    <a:pt x="5336871" y="886174"/>
                  </a:lnTo>
                  <a:lnTo>
                    <a:pt x="5336871" y="885744"/>
                  </a:lnTo>
                  <a:lnTo>
                    <a:pt x="5337028" y="885744"/>
                  </a:lnTo>
                  <a:lnTo>
                    <a:pt x="5337186" y="885744"/>
                  </a:lnTo>
                  <a:lnTo>
                    <a:pt x="5337344" y="885744"/>
                  </a:lnTo>
                  <a:lnTo>
                    <a:pt x="5337501" y="885744"/>
                  </a:lnTo>
                  <a:lnTo>
                    <a:pt x="5337659" y="885744"/>
                  </a:lnTo>
                  <a:lnTo>
                    <a:pt x="5337817" y="885744"/>
                  </a:lnTo>
                  <a:lnTo>
                    <a:pt x="5337975" y="885744"/>
                  </a:lnTo>
                  <a:lnTo>
                    <a:pt x="5338132" y="885744"/>
                  </a:lnTo>
                  <a:lnTo>
                    <a:pt x="5338290" y="885744"/>
                  </a:lnTo>
                  <a:lnTo>
                    <a:pt x="5338448" y="885744"/>
                  </a:lnTo>
                  <a:lnTo>
                    <a:pt x="5338606" y="885744"/>
                  </a:lnTo>
                  <a:lnTo>
                    <a:pt x="5338606" y="885313"/>
                  </a:lnTo>
                  <a:lnTo>
                    <a:pt x="5338763" y="885313"/>
                  </a:lnTo>
                  <a:lnTo>
                    <a:pt x="5338763" y="884883"/>
                  </a:lnTo>
                  <a:lnTo>
                    <a:pt x="5338921" y="884883"/>
                  </a:lnTo>
                  <a:lnTo>
                    <a:pt x="5339079" y="884883"/>
                  </a:lnTo>
                  <a:lnTo>
                    <a:pt x="5339236" y="884883"/>
                  </a:lnTo>
                  <a:lnTo>
                    <a:pt x="5339394" y="884883"/>
                  </a:lnTo>
                  <a:lnTo>
                    <a:pt x="5339552" y="884883"/>
                  </a:lnTo>
                  <a:lnTo>
                    <a:pt x="5339710" y="884883"/>
                  </a:lnTo>
                  <a:lnTo>
                    <a:pt x="5339710" y="884452"/>
                  </a:lnTo>
                  <a:lnTo>
                    <a:pt x="5339867" y="884452"/>
                  </a:lnTo>
                  <a:lnTo>
                    <a:pt x="5339867" y="884021"/>
                  </a:lnTo>
                  <a:lnTo>
                    <a:pt x="5340025" y="884021"/>
                  </a:lnTo>
                  <a:lnTo>
                    <a:pt x="5340025" y="883591"/>
                  </a:lnTo>
                  <a:lnTo>
                    <a:pt x="5340183" y="883591"/>
                  </a:lnTo>
                  <a:lnTo>
                    <a:pt x="5340183" y="883160"/>
                  </a:lnTo>
                  <a:lnTo>
                    <a:pt x="5340340" y="883160"/>
                  </a:lnTo>
                  <a:lnTo>
                    <a:pt x="5340498" y="883160"/>
                  </a:lnTo>
                  <a:lnTo>
                    <a:pt x="5340656" y="883160"/>
                  </a:lnTo>
                  <a:lnTo>
                    <a:pt x="5340656" y="882730"/>
                  </a:lnTo>
                  <a:lnTo>
                    <a:pt x="5340814" y="882730"/>
                  </a:lnTo>
                  <a:lnTo>
                    <a:pt x="5340971" y="882730"/>
                  </a:lnTo>
                  <a:lnTo>
                    <a:pt x="5341129" y="882730"/>
                  </a:lnTo>
                  <a:lnTo>
                    <a:pt x="5341287" y="882730"/>
                  </a:lnTo>
                  <a:lnTo>
                    <a:pt x="5341444" y="882730"/>
                  </a:lnTo>
                  <a:lnTo>
                    <a:pt x="5341444" y="882299"/>
                  </a:lnTo>
                  <a:lnTo>
                    <a:pt x="5341602" y="882299"/>
                  </a:lnTo>
                  <a:lnTo>
                    <a:pt x="5341760" y="882299"/>
                  </a:lnTo>
                  <a:lnTo>
                    <a:pt x="5341918" y="882299"/>
                  </a:lnTo>
                  <a:lnTo>
                    <a:pt x="5342075" y="882299"/>
                  </a:lnTo>
                  <a:lnTo>
                    <a:pt x="5342233" y="882299"/>
                  </a:lnTo>
                  <a:lnTo>
                    <a:pt x="5342391" y="882299"/>
                  </a:lnTo>
                  <a:lnTo>
                    <a:pt x="5342548" y="882299"/>
                  </a:lnTo>
                  <a:lnTo>
                    <a:pt x="5342706" y="882299"/>
                  </a:lnTo>
                  <a:lnTo>
                    <a:pt x="5342864" y="882299"/>
                  </a:lnTo>
                  <a:lnTo>
                    <a:pt x="5342864" y="881868"/>
                  </a:lnTo>
                  <a:lnTo>
                    <a:pt x="5342864" y="881438"/>
                  </a:lnTo>
                  <a:lnTo>
                    <a:pt x="5342864" y="881007"/>
                  </a:lnTo>
                  <a:lnTo>
                    <a:pt x="5343022" y="881007"/>
                  </a:lnTo>
                  <a:lnTo>
                    <a:pt x="5343179" y="881007"/>
                  </a:lnTo>
                  <a:lnTo>
                    <a:pt x="5343337" y="881007"/>
                  </a:lnTo>
                  <a:lnTo>
                    <a:pt x="5343337" y="880577"/>
                  </a:lnTo>
                  <a:lnTo>
                    <a:pt x="5343337" y="880146"/>
                  </a:lnTo>
                  <a:lnTo>
                    <a:pt x="5343495" y="880146"/>
                  </a:lnTo>
                  <a:lnTo>
                    <a:pt x="5343652" y="880146"/>
                  </a:lnTo>
                  <a:lnTo>
                    <a:pt x="5343810" y="880146"/>
                  </a:lnTo>
                  <a:lnTo>
                    <a:pt x="5343968" y="880146"/>
                  </a:lnTo>
                  <a:lnTo>
                    <a:pt x="5344126" y="880146"/>
                  </a:lnTo>
                  <a:lnTo>
                    <a:pt x="5344283" y="880146"/>
                  </a:lnTo>
                  <a:lnTo>
                    <a:pt x="5344441" y="880146"/>
                  </a:lnTo>
                  <a:lnTo>
                    <a:pt x="5344441" y="879715"/>
                  </a:lnTo>
                  <a:lnTo>
                    <a:pt x="5344599" y="879715"/>
                  </a:lnTo>
                  <a:lnTo>
                    <a:pt x="5344599" y="879285"/>
                  </a:lnTo>
                  <a:lnTo>
                    <a:pt x="5344757" y="879285"/>
                  </a:lnTo>
                  <a:lnTo>
                    <a:pt x="5344914" y="879285"/>
                  </a:lnTo>
                  <a:lnTo>
                    <a:pt x="5345072" y="879285"/>
                  </a:lnTo>
                  <a:lnTo>
                    <a:pt x="5345072" y="878854"/>
                  </a:lnTo>
                  <a:lnTo>
                    <a:pt x="5345230" y="878854"/>
                  </a:lnTo>
                  <a:lnTo>
                    <a:pt x="5345387" y="878854"/>
                  </a:lnTo>
                  <a:lnTo>
                    <a:pt x="5345545" y="878854"/>
                  </a:lnTo>
                  <a:lnTo>
                    <a:pt x="5345703" y="878854"/>
                  </a:lnTo>
                  <a:lnTo>
                    <a:pt x="5345861" y="878854"/>
                  </a:lnTo>
                  <a:lnTo>
                    <a:pt x="5346018" y="878854"/>
                  </a:lnTo>
                  <a:lnTo>
                    <a:pt x="5346176" y="878854"/>
                  </a:lnTo>
                  <a:lnTo>
                    <a:pt x="5346334" y="878854"/>
                  </a:lnTo>
                  <a:lnTo>
                    <a:pt x="5346491" y="878854"/>
                  </a:lnTo>
                  <a:lnTo>
                    <a:pt x="5346649" y="878854"/>
                  </a:lnTo>
                  <a:lnTo>
                    <a:pt x="5346807" y="878854"/>
                  </a:lnTo>
                  <a:lnTo>
                    <a:pt x="5346807" y="878424"/>
                  </a:lnTo>
                  <a:lnTo>
                    <a:pt x="5346965" y="878424"/>
                  </a:lnTo>
                  <a:lnTo>
                    <a:pt x="5347122" y="878424"/>
                  </a:lnTo>
                  <a:lnTo>
                    <a:pt x="5347280" y="878424"/>
                  </a:lnTo>
                  <a:lnTo>
                    <a:pt x="5347438" y="878424"/>
                  </a:lnTo>
                  <a:lnTo>
                    <a:pt x="5347595" y="878424"/>
                  </a:lnTo>
                  <a:lnTo>
                    <a:pt x="5347595" y="877993"/>
                  </a:lnTo>
                  <a:lnTo>
                    <a:pt x="5347753" y="877993"/>
                  </a:lnTo>
                  <a:lnTo>
                    <a:pt x="5347911" y="877993"/>
                  </a:lnTo>
                  <a:lnTo>
                    <a:pt x="5348069" y="877993"/>
                  </a:lnTo>
                  <a:lnTo>
                    <a:pt x="5348069" y="877562"/>
                  </a:lnTo>
                  <a:lnTo>
                    <a:pt x="5348226" y="877562"/>
                  </a:lnTo>
                  <a:lnTo>
                    <a:pt x="5348384" y="877562"/>
                  </a:lnTo>
                  <a:lnTo>
                    <a:pt x="5348542" y="877562"/>
                  </a:lnTo>
                  <a:lnTo>
                    <a:pt x="5348699" y="877562"/>
                  </a:lnTo>
                  <a:lnTo>
                    <a:pt x="5348699" y="877132"/>
                  </a:lnTo>
                  <a:lnTo>
                    <a:pt x="5348857" y="877132"/>
                  </a:lnTo>
                  <a:lnTo>
                    <a:pt x="5348857" y="876701"/>
                  </a:lnTo>
                  <a:lnTo>
                    <a:pt x="5349015" y="876701"/>
                  </a:lnTo>
                  <a:lnTo>
                    <a:pt x="5349173" y="876701"/>
                  </a:lnTo>
                  <a:lnTo>
                    <a:pt x="5349330" y="876701"/>
                  </a:lnTo>
                  <a:lnTo>
                    <a:pt x="5349488" y="876701"/>
                  </a:lnTo>
                  <a:lnTo>
                    <a:pt x="5349646" y="876701"/>
                  </a:lnTo>
                  <a:lnTo>
                    <a:pt x="5349803" y="876701"/>
                  </a:lnTo>
                  <a:lnTo>
                    <a:pt x="5349961" y="876701"/>
                  </a:lnTo>
                  <a:lnTo>
                    <a:pt x="5350119" y="876701"/>
                  </a:lnTo>
                  <a:lnTo>
                    <a:pt x="5350277" y="876701"/>
                  </a:lnTo>
                  <a:lnTo>
                    <a:pt x="5350434" y="876701"/>
                  </a:lnTo>
                  <a:lnTo>
                    <a:pt x="5350592" y="876701"/>
                  </a:lnTo>
                  <a:lnTo>
                    <a:pt x="5350750" y="876701"/>
                  </a:lnTo>
                  <a:lnTo>
                    <a:pt x="5350908" y="876701"/>
                  </a:lnTo>
                  <a:lnTo>
                    <a:pt x="5351065" y="876701"/>
                  </a:lnTo>
                  <a:lnTo>
                    <a:pt x="5351065" y="876271"/>
                  </a:lnTo>
                  <a:lnTo>
                    <a:pt x="5351223" y="876271"/>
                  </a:lnTo>
                  <a:lnTo>
                    <a:pt x="5351381" y="876271"/>
                  </a:lnTo>
                  <a:lnTo>
                    <a:pt x="5351538" y="876271"/>
                  </a:lnTo>
                  <a:lnTo>
                    <a:pt x="5351696" y="876271"/>
                  </a:lnTo>
                  <a:lnTo>
                    <a:pt x="5351854" y="876271"/>
                  </a:lnTo>
                  <a:lnTo>
                    <a:pt x="5352012" y="876271"/>
                  </a:lnTo>
                  <a:lnTo>
                    <a:pt x="5352169" y="876271"/>
                  </a:lnTo>
                  <a:lnTo>
                    <a:pt x="5352327" y="876271"/>
                  </a:lnTo>
                  <a:lnTo>
                    <a:pt x="5352485" y="876271"/>
                  </a:lnTo>
                  <a:lnTo>
                    <a:pt x="5352642" y="876271"/>
                  </a:lnTo>
                  <a:lnTo>
                    <a:pt x="5352800" y="876271"/>
                  </a:lnTo>
                  <a:lnTo>
                    <a:pt x="5352958" y="876271"/>
                  </a:lnTo>
                  <a:lnTo>
                    <a:pt x="5353116" y="876271"/>
                  </a:lnTo>
                  <a:lnTo>
                    <a:pt x="5353273" y="876271"/>
                  </a:lnTo>
                  <a:lnTo>
                    <a:pt x="5353273" y="875840"/>
                  </a:lnTo>
                  <a:lnTo>
                    <a:pt x="5353431" y="875840"/>
                  </a:lnTo>
                  <a:lnTo>
                    <a:pt x="5353589" y="875840"/>
                  </a:lnTo>
                  <a:lnTo>
                    <a:pt x="5353589" y="875409"/>
                  </a:lnTo>
                  <a:lnTo>
                    <a:pt x="5353746" y="875409"/>
                  </a:lnTo>
                  <a:lnTo>
                    <a:pt x="5353904" y="875409"/>
                  </a:lnTo>
                  <a:lnTo>
                    <a:pt x="5353904" y="874979"/>
                  </a:lnTo>
                  <a:lnTo>
                    <a:pt x="5354062" y="874979"/>
                  </a:lnTo>
                  <a:lnTo>
                    <a:pt x="5354220" y="874979"/>
                  </a:lnTo>
                  <a:lnTo>
                    <a:pt x="5354377" y="874979"/>
                  </a:lnTo>
                  <a:lnTo>
                    <a:pt x="5354535" y="874979"/>
                  </a:lnTo>
                  <a:lnTo>
                    <a:pt x="5354693" y="874979"/>
                  </a:lnTo>
                  <a:lnTo>
                    <a:pt x="5354850" y="874979"/>
                  </a:lnTo>
                  <a:lnTo>
                    <a:pt x="5354850" y="874548"/>
                  </a:lnTo>
                  <a:lnTo>
                    <a:pt x="5355008" y="874548"/>
                  </a:lnTo>
                  <a:lnTo>
                    <a:pt x="5355008" y="874118"/>
                  </a:lnTo>
                  <a:lnTo>
                    <a:pt x="5355166" y="874118"/>
                  </a:lnTo>
                  <a:lnTo>
                    <a:pt x="5355324" y="874118"/>
                  </a:lnTo>
                  <a:lnTo>
                    <a:pt x="5355481" y="874118"/>
                  </a:lnTo>
                  <a:lnTo>
                    <a:pt x="5355639" y="874118"/>
                  </a:lnTo>
                  <a:lnTo>
                    <a:pt x="5355797" y="874118"/>
                  </a:lnTo>
                  <a:lnTo>
                    <a:pt x="5355955" y="874118"/>
                  </a:lnTo>
                  <a:lnTo>
                    <a:pt x="5356112" y="874118"/>
                  </a:lnTo>
                  <a:lnTo>
                    <a:pt x="5356270" y="874118"/>
                  </a:lnTo>
                  <a:lnTo>
                    <a:pt x="5356428" y="874118"/>
                  </a:lnTo>
                  <a:lnTo>
                    <a:pt x="5356585" y="874118"/>
                  </a:lnTo>
                  <a:lnTo>
                    <a:pt x="5356743" y="874118"/>
                  </a:lnTo>
                  <a:lnTo>
                    <a:pt x="5356901" y="874118"/>
                  </a:lnTo>
                  <a:lnTo>
                    <a:pt x="5357059" y="874118"/>
                  </a:lnTo>
                  <a:lnTo>
                    <a:pt x="5357216" y="874118"/>
                  </a:lnTo>
                  <a:lnTo>
                    <a:pt x="5357374" y="874118"/>
                  </a:lnTo>
                  <a:lnTo>
                    <a:pt x="5357374" y="873687"/>
                  </a:lnTo>
                  <a:lnTo>
                    <a:pt x="5357532" y="873687"/>
                  </a:lnTo>
                  <a:lnTo>
                    <a:pt x="5357689" y="873687"/>
                  </a:lnTo>
                  <a:lnTo>
                    <a:pt x="5357847" y="873687"/>
                  </a:lnTo>
                  <a:lnTo>
                    <a:pt x="5358005" y="873687"/>
                  </a:lnTo>
                  <a:lnTo>
                    <a:pt x="5358005" y="873256"/>
                  </a:lnTo>
                  <a:lnTo>
                    <a:pt x="5358163" y="873256"/>
                  </a:lnTo>
                  <a:lnTo>
                    <a:pt x="5358320" y="873256"/>
                  </a:lnTo>
                  <a:lnTo>
                    <a:pt x="5358478" y="873256"/>
                  </a:lnTo>
                  <a:lnTo>
                    <a:pt x="5358636" y="873256"/>
                  </a:lnTo>
                  <a:lnTo>
                    <a:pt x="5358793" y="873256"/>
                  </a:lnTo>
                  <a:lnTo>
                    <a:pt x="5358793" y="872826"/>
                  </a:lnTo>
                  <a:lnTo>
                    <a:pt x="5358793" y="872395"/>
                  </a:lnTo>
                  <a:lnTo>
                    <a:pt x="5358951" y="872395"/>
                  </a:lnTo>
                  <a:lnTo>
                    <a:pt x="5358951" y="871965"/>
                  </a:lnTo>
                  <a:lnTo>
                    <a:pt x="5358951" y="871534"/>
                  </a:lnTo>
                  <a:lnTo>
                    <a:pt x="5359109" y="871534"/>
                  </a:lnTo>
                  <a:lnTo>
                    <a:pt x="5359267" y="871534"/>
                  </a:lnTo>
                  <a:lnTo>
                    <a:pt x="5359424" y="871534"/>
                  </a:lnTo>
                  <a:lnTo>
                    <a:pt x="5359582" y="871534"/>
                  </a:lnTo>
                  <a:lnTo>
                    <a:pt x="5359740" y="871534"/>
                  </a:lnTo>
                  <a:lnTo>
                    <a:pt x="5359897" y="871534"/>
                  </a:lnTo>
                  <a:lnTo>
                    <a:pt x="5360055" y="871534"/>
                  </a:lnTo>
                  <a:lnTo>
                    <a:pt x="5360213" y="871534"/>
                  </a:lnTo>
                  <a:lnTo>
                    <a:pt x="5360371" y="871534"/>
                  </a:lnTo>
                  <a:lnTo>
                    <a:pt x="5360528" y="871534"/>
                  </a:lnTo>
                  <a:lnTo>
                    <a:pt x="5360686" y="871534"/>
                  </a:lnTo>
                  <a:lnTo>
                    <a:pt x="5360686" y="871103"/>
                  </a:lnTo>
                  <a:lnTo>
                    <a:pt x="5360686" y="870673"/>
                  </a:lnTo>
                  <a:lnTo>
                    <a:pt x="5360844" y="870673"/>
                  </a:lnTo>
                  <a:lnTo>
                    <a:pt x="5361001" y="870673"/>
                  </a:lnTo>
                  <a:lnTo>
                    <a:pt x="5361159" y="870673"/>
                  </a:lnTo>
                  <a:lnTo>
                    <a:pt x="5361317" y="870673"/>
                  </a:lnTo>
                  <a:lnTo>
                    <a:pt x="5361475" y="870673"/>
                  </a:lnTo>
                  <a:lnTo>
                    <a:pt x="5361475" y="870242"/>
                  </a:lnTo>
                  <a:lnTo>
                    <a:pt x="5361632" y="870242"/>
                  </a:lnTo>
                  <a:lnTo>
                    <a:pt x="5361790" y="870242"/>
                  </a:lnTo>
                  <a:lnTo>
                    <a:pt x="5361948" y="870242"/>
                  </a:lnTo>
                  <a:lnTo>
                    <a:pt x="5362106" y="870242"/>
                  </a:lnTo>
                  <a:lnTo>
                    <a:pt x="5362106" y="869812"/>
                  </a:lnTo>
                  <a:lnTo>
                    <a:pt x="5362106" y="869381"/>
                  </a:lnTo>
                  <a:lnTo>
                    <a:pt x="5362263" y="869381"/>
                  </a:lnTo>
                  <a:lnTo>
                    <a:pt x="5362421" y="869381"/>
                  </a:lnTo>
                  <a:lnTo>
                    <a:pt x="5362579" y="869381"/>
                  </a:lnTo>
                  <a:lnTo>
                    <a:pt x="5362736" y="869381"/>
                  </a:lnTo>
                  <a:lnTo>
                    <a:pt x="5362894" y="869381"/>
                  </a:lnTo>
                  <a:lnTo>
                    <a:pt x="5363052" y="869381"/>
                  </a:lnTo>
                  <a:lnTo>
                    <a:pt x="5363052" y="868950"/>
                  </a:lnTo>
                  <a:lnTo>
                    <a:pt x="5363210" y="868950"/>
                  </a:lnTo>
                  <a:lnTo>
                    <a:pt x="5363210" y="868520"/>
                  </a:lnTo>
                  <a:lnTo>
                    <a:pt x="5363367" y="868520"/>
                  </a:lnTo>
                  <a:lnTo>
                    <a:pt x="5363525" y="868520"/>
                  </a:lnTo>
                  <a:lnTo>
                    <a:pt x="5363683" y="868520"/>
                  </a:lnTo>
                  <a:lnTo>
                    <a:pt x="5363840" y="868520"/>
                  </a:lnTo>
                  <a:lnTo>
                    <a:pt x="5363998" y="868520"/>
                  </a:lnTo>
                  <a:lnTo>
                    <a:pt x="5363998" y="868089"/>
                  </a:lnTo>
                  <a:lnTo>
                    <a:pt x="5364156" y="868089"/>
                  </a:lnTo>
                  <a:lnTo>
                    <a:pt x="5364314" y="868089"/>
                  </a:lnTo>
                  <a:lnTo>
                    <a:pt x="5364471" y="868089"/>
                  </a:lnTo>
                  <a:lnTo>
                    <a:pt x="5364629" y="868089"/>
                  </a:lnTo>
                  <a:lnTo>
                    <a:pt x="5364787" y="868089"/>
                  </a:lnTo>
                  <a:lnTo>
                    <a:pt x="5364944" y="868089"/>
                  </a:lnTo>
                  <a:lnTo>
                    <a:pt x="5365102" y="868089"/>
                  </a:lnTo>
                  <a:lnTo>
                    <a:pt x="5365260" y="868089"/>
                  </a:lnTo>
                  <a:lnTo>
                    <a:pt x="5365418" y="868089"/>
                  </a:lnTo>
                  <a:lnTo>
                    <a:pt x="5365575" y="868089"/>
                  </a:lnTo>
                  <a:lnTo>
                    <a:pt x="5365575" y="867659"/>
                  </a:lnTo>
                  <a:lnTo>
                    <a:pt x="5365733" y="867659"/>
                  </a:lnTo>
                  <a:lnTo>
                    <a:pt x="5365891" y="867659"/>
                  </a:lnTo>
                  <a:lnTo>
                    <a:pt x="5366048" y="867659"/>
                  </a:lnTo>
                  <a:lnTo>
                    <a:pt x="5366048" y="867228"/>
                  </a:lnTo>
                  <a:lnTo>
                    <a:pt x="5366048" y="866797"/>
                  </a:lnTo>
                  <a:lnTo>
                    <a:pt x="5366206" y="866797"/>
                  </a:lnTo>
                  <a:lnTo>
                    <a:pt x="5366364" y="866797"/>
                  </a:lnTo>
                  <a:lnTo>
                    <a:pt x="5366522" y="866797"/>
                  </a:lnTo>
                  <a:lnTo>
                    <a:pt x="5366679" y="866797"/>
                  </a:lnTo>
                  <a:lnTo>
                    <a:pt x="5366837" y="866797"/>
                  </a:lnTo>
                  <a:lnTo>
                    <a:pt x="5366995" y="866797"/>
                  </a:lnTo>
                  <a:lnTo>
                    <a:pt x="5367153" y="866797"/>
                  </a:lnTo>
                  <a:lnTo>
                    <a:pt x="5367153" y="866367"/>
                  </a:lnTo>
                  <a:lnTo>
                    <a:pt x="5367310" y="866367"/>
                  </a:lnTo>
                  <a:lnTo>
                    <a:pt x="5367310" y="865936"/>
                  </a:lnTo>
                  <a:lnTo>
                    <a:pt x="5367468" y="865936"/>
                  </a:lnTo>
                  <a:lnTo>
                    <a:pt x="5367626" y="865936"/>
                  </a:lnTo>
                  <a:lnTo>
                    <a:pt x="5367783" y="865936"/>
                  </a:lnTo>
                  <a:lnTo>
                    <a:pt x="5367941" y="865936"/>
                  </a:lnTo>
                  <a:lnTo>
                    <a:pt x="5368099" y="865936"/>
                  </a:lnTo>
                  <a:lnTo>
                    <a:pt x="5368257" y="865936"/>
                  </a:lnTo>
                  <a:lnTo>
                    <a:pt x="5368414" y="865936"/>
                  </a:lnTo>
                  <a:lnTo>
                    <a:pt x="5368572" y="865936"/>
                  </a:lnTo>
                  <a:lnTo>
                    <a:pt x="5368730" y="865936"/>
                  </a:lnTo>
                  <a:lnTo>
                    <a:pt x="5368887" y="865936"/>
                  </a:lnTo>
                  <a:lnTo>
                    <a:pt x="5369045" y="865936"/>
                  </a:lnTo>
                  <a:lnTo>
                    <a:pt x="5369203" y="865936"/>
                  </a:lnTo>
                  <a:lnTo>
                    <a:pt x="5369361" y="865936"/>
                  </a:lnTo>
                  <a:lnTo>
                    <a:pt x="5369361" y="865506"/>
                  </a:lnTo>
                  <a:lnTo>
                    <a:pt x="5369518" y="865506"/>
                  </a:lnTo>
                  <a:lnTo>
                    <a:pt x="5369676" y="865506"/>
                  </a:lnTo>
                  <a:lnTo>
                    <a:pt x="5369834" y="865506"/>
                  </a:lnTo>
                  <a:lnTo>
                    <a:pt x="5369991" y="865506"/>
                  </a:lnTo>
                  <a:lnTo>
                    <a:pt x="5370149" y="865506"/>
                  </a:lnTo>
                  <a:lnTo>
                    <a:pt x="5370307" y="865506"/>
                  </a:lnTo>
                  <a:lnTo>
                    <a:pt x="5370465" y="865506"/>
                  </a:lnTo>
                  <a:lnTo>
                    <a:pt x="5370622" y="865506"/>
                  </a:lnTo>
                  <a:lnTo>
                    <a:pt x="5370780" y="865506"/>
                  </a:lnTo>
                  <a:lnTo>
                    <a:pt x="5370938" y="865506"/>
                  </a:lnTo>
                  <a:lnTo>
                    <a:pt x="5371095" y="865506"/>
                  </a:lnTo>
                  <a:lnTo>
                    <a:pt x="5371253" y="865506"/>
                  </a:lnTo>
                  <a:lnTo>
                    <a:pt x="5371411" y="865506"/>
                  </a:lnTo>
                  <a:lnTo>
                    <a:pt x="5371411" y="865075"/>
                  </a:lnTo>
                  <a:lnTo>
                    <a:pt x="5371569" y="865075"/>
                  </a:lnTo>
                  <a:lnTo>
                    <a:pt x="5371726" y="865075"/>
                  </a:lnTo>
                  <a:lnTo>
                    <a:pt x="5371884" y="865075"/>
                  </a:lnTo>
                  <a:lnTo>
                    <a:pt x="5372042" y="865075"/>
                  </a:lnTo>
                  <a:lnTo>
                    <a:pt x="5372199" y="865075"/>
                  </a:lnTo>
                  <a:lnTo>
                    <a:pt x="5372357" y="865075"/>
                  </a:lnTo>
                  <a:lnTo>
                    <a:pt x="5372515" y="865075"/>
                  </a:lnTo>
                  <a:lnTo>
                    <a:pt x="5372673" y="865075"/>
                  </a:lnTo>
                  <a:lnTo>
                    <a:pt x="5372830" y="865075"/>
                  </a:lnTo>
                  <a:lnTo>
                    <a:pt x="5372988" y="865075"/>
                  </a:lnTo>
                  <a:lnTo>
                    <a:pt x="5373146" y="865075"/>
                  </a:lnTo>
                  <a:lnTo>
                    <a:pt x="5373304" y="865075"/>
                  </a:lnTo>
                  <a:lnTo>
                    <a:pt x="5373461" y="865075"/>
                  </a:lnTo>
                  <a:lnTo>
                    <a:pt x="5373619" y="865075"/>
                  </a:lnTo>
                  <a:lnTo>
                    <a:pt x="5373777" y="865075"/>
                  </a:lnTo>
                  <a:lnTo>
                    <a:pt x="5373934" y="865075"/>
                  </a:lnTo>
                  <a:lnTo>
                    <a:pt x="5374092" y="865075"/>
                  </a:lnTo>
                  <a:lnTo>
                    <a:pt x="5374250" y="865075"/>
                  </a:lnTo>
                  <a:lnTo>
                    <a:pt x="5374408" y="865075"/>
                  </a:lnTo>
                  <a:lnTo>
                    <a:pt x="5374565" y="865075"/>
                  </a:lnTo>
                  <a:lnTo>
                    <a:pt x="5374723" y="865075"/>
                  </a:lnTo>
                  <a:lnTo>
                    <a:pt x="5374881" y="865075"/>
                  </a:lnTo>
                  <a:lnTo>
                    <a:pt x="5375038" y="865075"/>
                  </a:lnTo>
                  <a:lnTo>
                    <a:pt x="5375038" y="864644"/>
                  </a:lnTo>
                  <a:lnTo>
                    <a:pt x="5375038" y="864214"/>
                  </a:lnTo>
                  <a:lnTo>
                    <a:pt x="5375038" y="863783"/>
                  </a:lnTo>
                  <a:lnTo>
                    <a:pt x="5375196" y="863783"/>
                  </a:lnTo>
                  <a:lnTo>
                    <a:pt x="5375354" y="863783"/>
                  </a:lnTo>
                  <a:lnTo>
                    <a:pt x="5375512" y="863783"/>
                  </a:lnTo>
                  <a:lnTo>
                    <a:pt x="5375512" y="863353"/>
                  </a:lnTo>
                  <a:lnTo>
                    <a:pt x="5375669" y="863353"/>
                  </a:lnTo>
                  <a:lnTo>
                    <a:pt x="5375827" y="863353"/>
                  </a:lnTo>
                  <a:lnTo>
                    <a:pt x="5375985" y="863353"/>
                  </a:lnTo>
                  <a:lnTo>
                    <a:pt x="5376142" y="863353"/>
                  </a:lnTo>
                  <a:lnTo>
                    <a:pt x="5376300" y="863353"/>
                  </a:lnTo>
                  <a:lnTo>
                    <a:pt x="5376458" y="863353"/>
                  </a:lnTo>
                  <a:lnTo>
                    <a:pt x="5376616" y="863353"/>
                  </a:lnTo>
                  <a:lnTo>
                    <a:pt x="5376773" y="863353"/>
                  </a:lnTo>
                  <a:lnTo>
                    <a:pt x="5376931" y="863353"/>
                  </a:lnTo>
                  <a:lnTo>
                    <a:pt x="5377089" y="863353"/>
                  </a:lnTo>
                  <a:lnTo>
                    <a:pt x="5377246" y="863353"/>
                  </a:lnTo>
                  <a:lnTo>
                    <a:pt x="5377404" y="863353"/>
                  </a:lnTo>
                  <a:lnTo>
                    <a:pt x="5377562" y="863353"/>
                  </a:lnTo>
                  <a:lnTo>
                    <a:pt x="5377720" y="863353"/>
                  </a:lnTo>
                  <a:lnTo>
                    <a:pt x="5377877" y="863353"/>
                  </a:lnTo>
                  <a:lnTo>
                    <a:pt x="5378035" y="863353"/>
                  </a:lnTo>
                  <a:lnTo>
                    <a:pt x="5378193" y="863353"/>
                  </a:lnTo>
                  <a:lnTo>
                    <a:pt x="5378351" y="863353"/>
                  </a:lnTo>
                  <a:lnTo>
                    <a:pt x="5378508" y="863353"/>
                  </a:lnTo>
                  <a:lnTo>
                    <a:pt x="5378666" y="863353"/>
                  </a:lnTo>
                  <a:lnTo>
                    <a:pt x="5378824" y="863353"/>
                  </a:lnTo>
                  <a:lnTo>
                    <a:pt x="5378981" y="863353"/>
                  </a:lnTo>
                  <a:lnTo>
                    <a:pt x="5379139" y="863353"/>
                  </a:lnTo>
                  <a:lnTo>
                    <a:pt x="5379139" y="862922"/>
                  </a:lnTo>
                  <a:lnTo>
                    <a:pt x="5379297" y="862922"/>
                  </a:lnTo>
                  <a:lnTo>
                    <a:pt x="5379455" y="862922"/>
                  </a:lnTo>
                  <a:lnTo>
                    <a:pt x="5379612" y="862922"/>
                  </a:lnTo>
                  <a:lnTo>
                    <a:pt x="5379770" y="862922"/>
                  </a:lnTo>
                  <a:lnTo>
                    <a:pt x="5379770" y="862491"/>
                  </a:lnTo>
                  <a:lnTo>
                    <a:pt x="5379928" y="862491"/>
                  </a:lnTo>
                  <a:lnTo>
                    <a:pt x="5380085" y="862491"/>
                  </a:lnTo>
                  <a:lnTo>
                    <a:pt x="5380085" y="862061"/>
                  </a:lnTo>
                  <a:lnTo>
                    <a:pt x="5380243" y="862061"/>
                  </a:lnTo>
                  <a:lnTo>
                    <a:pt x="5380401" y="862061"/>
                  </a:lnTo>
                  <a:lnTo>
                    <a:pt x="5380559" y="862061"/>
                  </a:lnTo>
                  <a:lnTo>
                    <a:pt x="5380716" y="862061"/>
                  </a:lnTo>
                  <a:lnTo>
                    <a:pt x="5380874" y="862061"/>
                  </a:lnTo>
                  <a:lnTo>
                    <a:pt x="5380874" y="861630"/>
                  </a:lnTo>
                  <a:lnTo>
                    <a:pt x="5380874" y="861200"/>
                  </a:lnTo>
                  <a:lnTo>
                    <a:pt x="5380874" y="860769"/>
                  </a:lnTo>
                  <a:lnTo>
                    <a:pt x="5381032" y="860769"/>
                  </a:lnTo>
                  <a:lnTo>
                    <a:pt x="5381189" y="860769"/>
                  </a:lnTo>
                  <a:lnTo>
                    <a:pt x="5381347" y="860769"/>
                  </a:lnTo>
                  <a:lnTo>
                    <a:pt x="5381505" y="860769"/>
                  </a:lnTo>
                  <a:lnTo>
                    <a:pt x="5381663" y="860769"/>
                  </a:lnTo>
                  <a:lnTo>
                    <a:pt x="5381820" y="860769"/>
                  </a:lnTo>
                  <a:lnTo>
                    <a:pt x="5381978" y="860769"/>
                  </a:lnTo>
                  <a:lnTo>
                    <a:pt x="5381978" y="860338"/>
                  </a:lnTo>
                  <a:lnTo>
                    <a:pt x="5382136" y="860338"/>
                  </a:lnTo>
                  <a:lnTo>
                    <a:pt x="5382293" y="860338"/>
                  </a:lnTo>
                  <a:lnTo>
                    <a:pt x="5382451" y="860338"/>
                  </a:lnTo>
                  <a:lnTo>
                    <a:pt x="5382609" y="860338"/>
                  </a:lnTo>
                  <a:lnTo>
                    <a:pt x="5382609" y="859908"/>
                  </a:lnTo>
                  <a:lnTo>
                    <a:pt x="5382767" y="859908"/>
                  </a:lnTo>
                  <a:lnTo>
                    <a:pt x="5382924" y="859908"/>
                  </a:lnTo>
                  <a:lnTo>
                    <a:pt x="5383082" y="859908"/>
                  </a:lnTo>
                  <a:lnTo>
                    <a:pt x="5383240" y="859908"/>
                  </a:lnTo>
                  <a:lnTo>
                    <a:pt x="5383397" y="859908"/>
                  </a:lnTo>
                  <a:lnTo>
                    <a:pt x="5383397" y="859477"/>
                  </a:lnTo>
                  <a:lnTo>
                    <a:pt x="5383555" y="859477"/>
                  </a:lnTo>
                  <a:lnTo>
                    <a:pt x="5383713" y="859477"/>
                  </a:lnTo>
                  <a:lnTo>
                    <a:pt x="5383871" y="859477"/>
                  </a:lnTo>
                  <a:lnTo>
                    <a:pt x="5383871" y="859047"/>
                  </a:lnTo>
                  <a:lnTo>
                    <a:pt x="5384028" y="859047"/>
                  </a:lnTo>
                  <a:lnTo>
                    <a:pt x="5384186" y="859047"/>
                  </a:lnTo>
                  <a:lnTo>
                    <a:pt x="5384344" y="859047"/>
                  </a:lnTo>
                  <a:lnTo>
                    <a:pt x="5384502" y="859047"/>
                  </a:lnTo>
                  <a:lnTo>
                    <a:pt x="5384659" y="859047"/>
                  </a:lnTo>
                  <a:lnTo>
                    <a:pt x="5384817" y="859047"/>
                  </a:lnTo>
                  <a:lnTo>
                    <a:pt x="5384975" y="859047"/>
                  </a:lnTo>
                  <a:lnTo>
                    <a:pt x="5385132" y="859047"/>
                  </a:lnTo>
                  <a:lnTo>
                    <a:pt x="5385132" y="858616"/>
                  </a:lnTo>
                  <a:lnTo>
                    <a:pt x="5385290" y="858616"/>
                  </a:lnTo>
                  <a:lnTo>
                    <a:pt x="5385448" y="858616"/>
                  </a:lnTo>
                  <a:lnTo>
                    <a:pt x="5385606" y="858616"/>
                  </a:lnTo>
                  <a:lnTo>
                    <a:pt x="5385763" y="858616"/>
                  </a:lnTo>
                  <a:lnTo>
                    <a:pt x="5385921" y="858616"/>
                  </a:lnTo>
                  <a:lnTo>
                    <a:pt x="5386079" y="858616"/>
                  </a:lnTo>
                  <a:lnTo>
                    <a:pt x="5386236" y="858616"/>
                  </a:lnTo>
                  <a:lnTo>
                    <a:pt x="5386236" y="858185"/>
                  </a:lnTo>
                  <a:lnTo>
                    <a:pt x="5386394" y="858185"/>
                  </a:lnTo>
                  <a:lnTo>
                    <a:pt x="5386552" y="858185"/>
                  </a:lnTo>
                  <a:lnTo>
                    <a:pt x="5386710" y="858185"/>
                  </a:lnTo>
                  <a:lnTo>
                    <a:pt x="5386867" y="858185"/>
                  </a:lnTo>
                  <a:lnTo>
                    <a:pt x="5387025" y="858185"/>
                  </a:lnTo>
                  <a:lnTo>
                    <a:pt x="5387183" y="858185"/>
                  </a:lnTo>
                  <a:lnTo>
                    <a:pt x="5387340" y="858185"/>
                  </a:lnTo>
                  <a:lnTo>
                    <a:pt x="5387498" y="858185"/>
                  </a:lnTo>
                  <a:lnTo>
                    <a:pt x="5387656" y="858185"/>
                  </a:lnTo>
                  <a:lnTo>
                    <a:pt x="5387814" y="858185"/>
                  </a:lnTo>
                  <a:lnTo>
                    <a:pt x="5387971" y="858185"/>
                  </a:lnTo>
                  <a:lnTo>
                    <a:pt x="5388129" y="858185"/>
                  </a:lnTo>
                  <a:lnTo>
                    <a:pt x="5388287" y="858185"/>
                  </a:lnTo>
                  <a:lnTo>
                    <a:pt x="5388444" y="858185"/>
                  </a:lnTo>
                  <a:lnTo>
                    <a:pt x="5388602" y="858185"/>
                  </a:lnTo>
                  <a:lnTo>
                    <a:pt x="5388602" y="857755"/>
                  </a:lnTo>
                  <a:lnTo>
                    <a:pt x="5388760" y="857755"/>
                  </a:lnTo>
                  <a:lnTo>
                    <a:pt x="5388918" y="857755"/>
                  </a:lnTo>
                  <a:lnTo>
                    <a:pt x="5389075" y="857755"/>
                  </a:lnTo>
                  <a:lnTo>
                    <a:pt x="5389233" y="857755"/>
                  </a:lnTo>
                  <a:lnTo>
                    <a:pt x="5389391" y="857755"/>
                  </a:lnTo>
                  <a:lnTo>
                    <a:pt x="5389549" y="857755"/>
                  </a:lnTo>
                  <a:lnTo>
                    <a:pt x="5389706" y="857755"/>
                  </a:lnTo>
                  <a:lnTo>
                    <a:pt x="5389864" y="857755"/>
                  </a:lnTo>
                  <a:lnTo>
                    <a:pt x="5390022" y="857755"/>
                  </a:lnTo>
                  <a:lnTo>
                    <a:pt x="5390179" y="857755"/>
                  </a:lnTo>
                  <a:lnTo>
                    <a:pt x="5390337" y="857755"/>
                  </a:lnTo>
                  <a:lnTo>
                    <a:pt x="5390495" y="857755"/>
                  </a:lnTo>
                  <a:lnTo>
                    <a:pt x="5390653" y="857755"/>
                  </a:lnTo>
                  <a:lnTo>
                    <a:pt x="5390810" y="857755"/>
                  </a:lnTo>
                  <a:lnTo>
                    <a:pt x="5390968" y="857755"/>
                  </a:lnTo>
                  <a:lnTo>
                    <a:pt x="5391126" y="857755"/>
                  </a:lnTo>
                  <a:lnTo>
                    <a:pt x="5391283" y="857755"/>
                  </a:lnTo>
                  <a:lnTo>
                    <a:pt x="5391441" y="857755"/>
                  </a:lnTo>
                  <a:lnTo>
                    <a:pt x="5391441" y="857324"/>
                  </a:lnTo>
                  <a:lnTo>
                    <a:pt x="5391599" y="857324"/>
                  </a:lnTo>
                  <a:lnTo>
                    <a:pt x="5391599" y="856894"/>
                  </a:lnTo>
                  <a:lnTo>
                    <a:pt x="5391757" y="856894"/>
                  </a:lnTo>
                  <a:lnTo>
                    <a:pt x="5391914" y="856894"/>
                  </a:lnTo>
                  <a:lnTo>
                    <a:pt x="5392072" y="856894"/>
                  </a:lnTo>
                  <a:lnTo>
                    <a:pt x="5392230" y="856894"/>
                  </a:lnTo>
                  <a:lnTo>
                    <a:pt x="5392387" y="856894"/>
                  </a:lnTo>
                  <a:lnTo>
                    <a:pt x="5392545" y="856894"/>
                  </a:lnTo>
                  <a:lnTo>
                    <a:pt x="5392703" y="856894"/>
                  </a:lnTo>
                  <a:lnTo>
                    <a:pt x="5392703" y="856463"/>
                  </a:lnTo>
                  <a:lnTo>
                    <a:pt x="5392861" y="856463"/>
                  </a:lnTo>
                  <a:lnTo>
                    <a:pt x="5393018" y="856463"/>
                  </a:lnTo>
                  <a:lnTo>
                    <a:pt x="5393176" y="856463"/>
                  </a:lnTo>
                  <a:lnTo>
                    <a:pt x="5393176" y="856032"/>
                  </a:lnTo>
                  <a:lnTo>
                    <a:pt x="5393334" y="856032"/>
                  </a:lnTo>
                  <a:lnTo>
                    <a:pt x="5393491" y="856032"/>
                  </a:lnTo>
                  <a:lnTo>
                    <a:pt x="5393649" y="856032"/>
                  </a:lnTo>
                  <a:lnTo>
                    <a:pt x="5393807" y="856032"/>
                  </a:lnTo>
                  <a:lnTo>
                    <a:pt x="5393965" y="856032"/>
                  </a:lnTo>
                  <a:lnTo>
                    <a:pt x="5394122" y="856032"/>
                  </a:lnTo>
                  <a:lnTo>
                    <a:pt x="5394280" y="856032"/>
                  </a:lnTo>
                  <a:lnTo>
                    <a:pt x="5394438" y="856032"/>
                  </a:lnTo>
                  <a:lnTo>
                    <a:pt x="5394595" y="856032"/>
                  </a:lnTo>
                  <a:lnTo>
                    <a:pt x="5394753" y="856032"/>
                  </a:lnTo>
                  <a:lnTo>
                    <a:pt x="5394753" y="855602"/>
                  </a:lnTo>
                  <a:lnTo>
                    <a:pt x="5394911" y="855602"/>
                  </a:lnTo>
                  <a:lnTo>
                    <a:pt x="5394911" y="855171"/>
                  </a:lnTo>
                  <a:lnTo>
                    <a:pt x="5394911" y="854741"/>
                  </a:lnTo>
                  <a:lnTo>
                    <a:pt x="5395069" y="854741"/>
                  </a:lnTo>
                  <a:lnTo>
                    <a:pt x="5395226" y="854741"/>
                  </a:lnTo>
                  <a:lnTo>
                    <a:pt x="5395384" y="854741"/>
                  </a:lnTo>
                  <a:lnTo>
                    <a:pt x="5395542" y="854741"/>
                  </a:lnTo>
                  <a:lnTo>
                    <a:pt x="5395700" y="854741"/>
                  </a:lnTo>
                  <a:lnTo>
                    <a:pt x="5395700" y="854310"/>
                  </a:lnTo>
                  <a:lnTo>
                    <a:pt x="5395857" y="854310"/>
                  </a:lnTo>
                  <a:lnTo>
                    <a:pt x="5396015" y="854310"/>
                  </a:lnTo>
                  <a:lnTo>
                    <a:pt x="5396173" y="854310"/>
                  </a:lnTo>
                  <a:lnTo>
                    <a:pt x="5396330" y="854310"/>
                  </a:lnTo>
                  <a:lnTo>
                    <a:pt x="5396488" y="854310"/>
                  </a:lnTo>
                  <a:lnTo>
                    <a:pt x="5396646" y="854310"/>
                  </a:lnTo>
                  <a:lnTo>
                    <a:pt x="5396804" y="854310"/>
                  </a:lnTo>
                  <a:lnTo>
                    <a:pt x="5396804" y="853879"/>
                  </a:lnTo>
                  <a:lnTo>
                    <a:pt x="5396961" y="853879"/>
                  </a:lnTo>
                  <a:lnTo>
                    <a:pt x="5397119" y="853879"/>
                  </a:lnTo>
                  <a:lnTo>
                    <a:pt x="5397277" y="853879"/>
                  </a:lnTo>
                  <a:lnTo>
                    <a:pt x="5397434" y="853879"/>
                  </a:lnTo>
                  <a:lnTo>
                    <a:pt x="5397592" y="853879"/>
                  </a:lnTo>
                  <a:lnTo>
                    <a:pt x="5397750" y="853879"/>
                  </a:lnTo>
                  <a:lnTo>
                    <a:pt x="5397908" y="853879"/>
                  </a:lnTo>
                  <a:lnTo>
                    <a:pt x="5398065" y="853879"/>
                  </a:lnTo>
                  <a:lnTo>
                    <a:pt x="5398223" y="853879"/>
                  </a:lnTo>
                  <a:lnTo>
                    <a:pt x="5398381" y="853879"/>
                  </a:lnTo>
                  <a:lnTo>
                    <a:pt x="5398538" y="853879"/>
                  </a:lnTo>
                  <a:lnTo>
                    <a:pt x="5398538" y="853449"/>
                  </a:lnTo>
                  <a:lnTo>
                    <a:pt x="5398538" y="853018"/>
                  </a:lnTo>
                  <a:lnTo>
                    <a:pt x="5398696" y="853018"/>
                  </a:lnTo>
                  <a:lnTo>
                    <a:pt x="5398854" y="853018"/>
                  </a:lnTo>
                  <a:lnTo>
                    <a:pt x="5398854" y="852588"/>
                  </a:lnTo>
                  <a:lnTo>
                    <a:pt x="5399012" y="852588"/>
                  </a:lnTo>
                  <a:lnTo>
                    <a:pt x="5399169" y="852588"/>
                  </a:lnTo>
                  <a:lnTo>
                    <a:pt x="5399327" y="852588"/>
                  </a:lnTo>
                  <a:lnTo>
                    <a:pt x="5399485" y="852588"/>
                  </a:lnTo>
                  <a:lnTo>
                    <a:pt x="5399642" y="852588"/>
                  </a:lnTo>
                  <a:lnTo>
                    <a:pt x="5399800" y="852588"/>
                  </a:lnTo>
                  <a:lnTo>
                    <a:pt x="5399958" y="852588"/>
                  </a:lnTo>
                  <a:lnTo>
                    <a:pt x="5399958" y="852157"/>
                  </a:lnTo>
                  <a:lnTo>
                    <a:pt x="5400116" y="852157"/>
                  </a:lnTo>
                  <a:lnTo>
                    <a:pt x="5400273" y="852157"/>
                  </a:lnTo>
                  <a:lnTo>
                    <a:pt x="5400431" y="852157"/>
                  </a:lnTo>
                  <a:lnTo>
                    <a:pt x="5400589" y="852157"/>
                  </a:lnTo>
                  <a:lnTo>
                    <a:pt x="5400747" y="852157"/>
                  </a:lnTo>
                  <a:lnTo>
                    <a:pt x="5400904" y="852157"/>
                  </a:lnTo>
                  <a:lnTo>
                    <a:pt x="5400904" y="851726"/>
                  </a:lnTo>
                  <a:lnTo>
                    <a:pt x="5401062" y="851726"/>
                  </a:lnTo>
                  <a:lnTo>
                    <a:pt x="5401220" y="851726"/>
                  </a:lnTo>
                  <a:lnTo>
                    <a:pt x="5401220" y="851296"/>
                  </a:lnTo>
                  <a:lnTo>
                    <a:pt x="5401377" y="851296"/>
                  </a:lnTo>
                  <a:lnTo>
                    <a:pt x="5401535" y="851296"/>
                  </a:lnTo>
                  <a:lnTo>
                    <a:pt x="5401693" y="851296"/>
                  </a:lnTo>
                  <a:lnTo>
                    <a:pt x="5401851" y="851296"/>
                  </a:lnTo>
                  <a:lnTo>
                    <a:pt x="5402008" y="851296"/>
                  </a:lnTo>
                  <a:lnTo>
                    <a:pt x="5402166" y="851296"/>
                  </a:lnTo>
                  <a:lnTo>
                    <a:pt x="5402324" y="851296"/>
                  </a:lnTo>
                  <a:lnTo>
                    <a:pt x="5402481" y="851296"/>
                  </a:lnTo>
                  <a:lnTo>
                    <a:pt x="5402639" y="851296"/>
                  </a:lnTo>
                  <a:lnTo>
                    <a:pt x="5402639" y="850865"/>
                  </a:lnTo>
                  <a:lnTo>
                    <a:pt x="5402797" y="850865"/>
                  </a:lnTo>
                  <a:lnTo>
                    <a:pt x="5402955" y="850865"/>
                  </a:lnTo>
                  <a:lnTo>
                    <a:pt x="5403112" y="850865"/>
                  </a:lnTo>
                  <a:lnTo>
                    <a:pt x="5403270" y="850865"/>
                  </a:lnTo>
                  <a:lnTo>
                    <a:pt x="5403428" y="850865"/>
                  </a:lnTo>
                  <a:lnTo>
                    <a:pt x="5403585" y="850865"/>
                  </a:lnTo>
                  <a:lnTo>
                    <a:pt x="5403743" y="850865"/>
                  </a:lnTo>
                  <a:lnTo>
                    <a:pt x="5403743" y="850435"/>
                  </a:lnTo>
                  <a:lnTo>
                    <a:pt x="5403901" y="850435"/>
                  </a:lnTo>
                  <a:lnTo>
                    <a:pt x="5404059" y="850435"/>
                  </a:lnTo>
                  <a:lnTo>
                    <a:pt x="5404216" y="850435"/>
                  </a:lnTo>
                  <a:lnTo>
                    <a:pt x="5404374" y="850435"/>
                  </a:lnTo>
                  <a:lnTo>
                    <a:pt x="5404532" y="850435"/>
                  </a:lnTo>
                  <a:lnTo>
                    <a:pt x="5404689" y="850435"/>
                  </a:lnTo>
                  <a:lnTo>
                    <a:pt x="5404689" y="850004"/>
                  </a:lnTo>
                  <a:lnTo>
                    <a:pt x="5404847" y="850004"/>
                  </a:lnTo>
                  <a:lnTo>
                    <a:pt x="5405005" y="850004"/>
                  </a:lnTo>
                  <a:lnTo>
                    <a:pt x="5405163" y="850004"/>
                  </a:lnTo>
                  <a:lnTo>
                    <a:pt x="5405163" y="849573"/>
                  </a:lnTo>
                  <a:lnTo>
                    <a:pt x="5405320" y="849573"/>
                  </a:lnTo>
                  <a:lnTo>
                    <a:pt x="5405478" y="849573"/>
                  </a:lnTo>
                  <a:lnTo>
                    <a:pt x="5405636" y="849573"/>
                  </a:lnTo>
                  <a:lnTo>
                    <a:pt x="5405793" y="849573"/>
                  </a:lnTo>
                  <a:lnTo>
                    <a:pt x="5405793" y="849143"/>
                  </a:lnTo>
                  <a:lnTo>
                    <a:pt x="5405793" y="848712"/>
                  </a:lnTo>
                  <a:lnTo>
                    <a:pt x="5405951" y="848712"/>
                  </a:lnTo>
                  <a:lnTo>
                    <a:pt x="5406109" y="848712"/>
                  </a:lnTo>
                  <a:lnTo>
                    <a:pt x="5406109" y="848282"/>
                  </a:lnTo>
                  <a:lnTo>
                    <a:pt x="5406267" y="848282"/>
                  </a:lnTo>
                  <a:lnTo>
                    <a:pt x="5406424" y="848282"/>
                  </a:lnTo>
                  <a:lnTo>
                    <a:pt x="5406582" y="848282"/>
                  </a:lnTo>
                  <a:lnTo>
                    <a:pt x="5406740" y="848282"/>
                  </a:lnTo>
                  <a:lnTo>
                    <a:pt x="5406898" y="848282"/>
                  </a:lnTo>
                  <a:lnTo>
                    <a:pt x="5407055" y="848282"/>
                  </a:lnTo>
                  <a:lnTo>
                    <a:pt x="5407213" y="848282"/>
                  </a:lnTo>
                  <a:lnTo>
                    <a:pt x="5407213" y="847851"/>
                  </a:lnTo>
                  <a:lnTo>
                    <a:pt x="5407371" y="847851"/>
                  </a:lnTo>
                  <a:lnTo>
                    <a:pt x="5407371" y="847420"/>
                  </a:lnTo>
                  <a:lnTo>
                    <a:pt x="5407528" y="847420"/>
                  </a:lnTo>
                  <a:lnTo>
                    <a:pt x="5407686" y="847420"/>
                  </a:lnTo>
                  <a:lnTo>
                    <a:pt x="5407844" y="847420"/>
                  </a:lnTo>
                  <a:lnTo>
                    <a:pt x="5408002" y="847420"/>
                  </a:lnTo>
                  <a:lnTo>
                    <a:pt x="5408159" y="847420"/>
                  </a:lnTo>
                  <a:lnTo>
                    <a:pt x="5408317" y="847420"/>
                  </a:lnTo>
                  <a:lnTo>
                    <a:pt x="5408317" y="846990"/>
                  </a:lnTo>
                  <a:lnTo>
                    <a:pt x="5408475" y="846990"/>
                  </a:lnTo>
                  <a:lnTo>
                    <a:pt x="5408632" y="846990"/>
                  </a:lnTo>
                  <a:lnTo>
                    <a:pt x="5408632" y="846559"/>
                  </a:lnTo>
                  <a:lnTo>
                    <a:pt x="5408790" y="846559"/>
                  </a:lnTo>
                  <a:lnTo>
                    <a:pt x="5408948" y="846559"/>
                  </a:lnTo>
                  <a:lnTo>
                    <a:pt x="5409106" y="846559"/>
                  </a:lnTo>
                  <a:lnTo>
                    <a:pt x="5409263" y="846559"/>
                  </a:lnTo>
                  <a:lnTo>
                    <a:pt x="5409421" y="846559"/>
                  </a:lnTo>
                  <a:lnTo>
                    <a:pt x="5409579" y="846559"/>
                  </a:lnTo>
                  <a:lnTo>
                    <a:pt x="5409736" y="846559"/>
                  </a:lnTo>
                  <a:lnTo>
                    <a:pt x="5409736" y="846129"/>
                  </a:lnTo>
                  <a:lnTo>
                    <a:pt x="5409894" y="846129"/>
                  </a:lnTo>
                  <a:lnTo>
                    <a:pt x="5409894" y="845698"/>
                  </a:lnTo>
                  <a:lnTo>
                    <a:pt x="5410052" y="845698"/>
                  </a:lnTo>
                  <a:lnTo>
                    <a:pt x="5410052" y="845267"/>
                  </a:lnTo>
                  <a:lnTo>
                    <a:pt x="5410210" y="845267"/>
                  </a:lnTo>
                  <a:lnTo>
                    <a:pt x="5410367" y="845267"/>
                  </a:lnTo>
                  <a:lnTo>
                    <a:pt x="5410367" y="844837"/>
                  </a:lnTo>
                  <a:lnTo>
                    <a:pt x="5410525" y="844837"/>
                  </a:lnTo>
                  <a:lnTo>
                    <a:pt x="5410683" y="844837"/>
                  </a:lnTo>
                  <a:lnTo>
                    <a:pt x="5410840" y="844837"/>
                  </a:lnTo>
                  <a:lnTo>
                    <a:pt x="5410998" y="844837"/>
                  </a:lnTo>
                  <a:lnTo>
                    <a:pt x="5411156" y="844837"/>
                  </a:lnTo>
                  <a:lnTo>
                    <a:pt x="5411314" y="844837"/>
                  </a:lnTo>
                  <a:lnTo>
                    <a:pt x="5411471" y="844837"/>
                  </a:lnTo>
                  <a:lnTo>
                    <a:pt x="5411629" y="844837"/>
                  </a:lnTo>
                  <a:lnTo>
                    <a:pt x="5411787" y="844837"/>
                  </a:lnTo>
                  <a:lnTo>
                    <a:pt x="5411944" y="844837"/>
                  </a:lnTo>
                  <a:lnTo>
                    <a:pt x="5412102" y="844837"/>
                  </a:lnTo>
                  <a:lnTo>
                    <a:pt x="5412260" y="844837"/>
                  </a:lnTo>
                  <a:lnTo>
                    <a:pt x="5412418" y="844837"/>
                  </a:lnTo>
                  <a:lnTo>
                    <a:pt x="5412575" y="844837"/>
                  </a:lnTo>
                  <a:lnTo>
                    <a:pt x="5412733" y="844837"/>
                  </a:lnTo>
                  <a:lnTo>
                    <a:pt x="5412891" y="844837"/>
                  </a:lnTo>
                  <a:lnTo>
                    <a:pt x="5413049" y="844837"/>
                  </a:lnTo>
                  <a:lnTo>
                    <a:pt x="5413206" y="844837"/>
                  </a:lnTo>
                  <a:lnTo>
                    <a:pt x="5413364" y="844837"/>
                  </a:lnTo>
                  <a:lnTo>
                    <a:pt x="5413522" y="844837"/>
                  </a:lnTo>
                  <a:lnTo>
                    <a:pt x="5413679" y="844837"/>
                  </a:lnTo>
                  <a:lnTo>
                    <a:pt x="5413837" y="844837"/>
                  </a:lnTo>
                  <a:lnTo>
                    <a:pt x="5413995" y="844837"/>
                  </a:lnTo>
                  <a:lnTo>
                    <a:pt x="5414153" y="844837"/>
                  </a:lnTo>
                  <a:lnTo>
                    <a:pt x="5414153" y="844406"/>
                  </a:lnTo>
                  <a:lnTo>
                    <a:pt x="5414310" y="844406"/>
                  </a:lnTo>
                  <a:lnTo>
                    <a:pt x="5414310" y="843976"/>
                  </a:lnTo>
                  <a:lnTo>
                    <a:pt x="5414468" y="843976"/>
                  </a:lnTo>
                  <a:lnTo>
                    <a:pt x="5414626" y="843976"/>
                  </a:lnTo>
                  <a:lnTo>
                    <a:pt x="5414783" y="843976"/>
                  </a:lnTo>
                  <a:lnTo>
                    <a:pt x="5414941" y="843976"/>
                  </a:lnTo>
                  <a:lnTo>
                    <a:pt x="5415099" y="843976"/>
                  </a:lnTo>
                  <a:lnTo>
                    <a:pt x="5415257" y="843976"/>
                  </a:lnTo>
                  <a:lnTo>
                    <a:pt x="5415257" y="843545"/>
                  </a:lnTo>
                  <a:lnTo>
                    <a:pt x="5415414" y="843545"/>
                  </a:lnTo>
                  <a:lnTo>
                    <a:pt x="5415414" y="843114"/>
                  </a:lnTo>
                  <a:lnTo>
                    <a:pt x="5415572" y="843114"/>
                  </a:lnTo>
                  <a:lnTo>
                    <a:pt x="5415730" y="843114"/>
                  </a:lnTo>
                  <a:lnTo>
                    <a:pt x="5415730" y="842684"/>
                  </a:lnTo>
                  <a:lnTo>
                    <a:pt x="5415887" y="842684"/>
                  </a:lnTo>
                  <a:lnTo>
                    <a:pt x="5416045" y="842684"/>
                  </a:lnTo>
                  <a:lnTo>
                    <a:pt x="5416203" y="842684"/>
                  </a:lnTo>
                  <a:lnTo>
                    <a:pt x="5416361" y="842684"/>
                  </a:lnTo>
                  <a:lnTo>
                    <a:pt x="5416518" y="842684"/>
                  </a:lnTo>
                  <a:lnTo>
                    <a:pt x="5416676" y="842684"/>
                  </a:lnTo>
                  <a:lnTo>
                    <a:pt x="5416834" y="842684"/>
                  </a:lnTo>
                  <a:lnTo>
                    <a:pt x="5416991" y="842684"/>
                  </a:lnTo>
                  <a:lnTo>
                    <a:pt x="5417149" y="842684"/>
                  </a:lnTo>
                  <a:lnTo>
                    <a:pt x="5417307" y="842684"/>
                  </a:lnTo>
                  <a:lnTo>
                    <a:pt x="5417465" y="842684"/>
                  </a:lnTo>
                  <a:lnTo>
                    <a:pt x="5417465" y="842253"/>
                  </a:lnTo>
                  <a:lnTo>
                    <a:pt x="5417622" y="842253"/>
                  </a:lnTo>
                  <a:lnTo>
                    <a:pt x="5417622" y="841823"/>
                  </a:lnTo>
                  <a:lnTo>
                    <a:pt x="5417780" y="841823"/>
                  </a:lnTo>
                  <a:lnTo>
                    <a:pt x="5417938" y="841823"/>
                  </a:lnTo>
                  <a:lnTo>
                    <a:pt x="5418096" y="841823"/>
                  </a:lnTo>
                  <a:lnTo>
                    <a:pt x="5418253" y="841823"/>
                  </a:lnTo>
                  <a:lnTo>
                    <a:pt x="5418411" y="841823"/>
                  </a:lnTo>
                  <a:lnTo>
                    <a:pt x="5418569" y="841823"/>
                  </a:lnTo>
                  <a:lnTo>
                    <a:pt x="5418726" y="841823"/>
                  </a:lnTo>
                  <a:lnTo>
                    <a:pt x="5418884" y="841823"/>
                  </a:lnTo>
                  <a:lnTo>
                    <a:pt x="5419042" y="841823"/>
                  </a:lnTo>
                  <a:lnTo>
                    <a:pt x="5419200" y="841823"/>
                  </a:lnTo>
                  <a:lnTo>
                    <a:pt x="5419357" y="841823"/>
                  </a:lnTo>
                  <a:lnTo>
                    <a:pt x="5419515" y="841823"/>
                  </a:lnTo>
                  <a:lnTo>
                    <a:pt x="5419515" y="841392"/>
                  </a:lnTo>
                  <a:lnTo>
                    <a:pt x="5419515" y="840961"/>
                  </a:lnTo>
                  <a:lnTo>
                    <a:pt x="5419673" y="840961"/>
                  </a:lnTo>
                  <a:lnTo>
                    <a:pt x="5419830" y="840961"/>
                  </a:lnTo>
                  <a:lnTo>
                    <a:pt x="5419988" y="840961"/>
                  </a:lnTo>
                  <a:lnTo>
                    <a:pt x="5420146" y="840961"/>
                  </a:lnTo>
                  <a:lnTo>
                    <a:pt x="5420304" y="840961"/>
                  </a:lnTo>
                  <a:lnTo>
                    <a:pt x="5420461" y="840961"/>
                  </a:lnTo>
                  <a:lnTo>
                    <a:pt x="5420619" y="840961"/>
                  </a:lnTo>
                  <a:lnTo>
                    <a:pt x="5420777" y="840961"/>
                  </a:lnTo>
                  <a:lnTo>
                    <a:pt x="5420934" y="840961"/>
                  </a:lnTo>
                  <a:lnTo>
                    <a:pt x="5421092" y="840961"/>
                  </a:lnTo>
                  <a:lnTo>
                    <a:pt x="5421250" y="840961"/>
                  </a:lnTo>
                  <a:lnTo>
                    <a:pt x="5421408" y="840961"/>
                  </a:lnTo>
                  <a:lnTo>
                    <a:pt x="5421565" y="840961"/>
                  </a:lnTo>
                  <a:lnTo>
                    <a:pt x="5421723" y="840961"/>
                  </a:lnTo>
                  <a:lnTo>
                    <a:pt x="5421881" y="840961"/>
                  </a:lnTo>
                  <a:lnTo>
                    <a:pt x="5422038" y="840961"/>
                  </a:lnTo>
                  <a:lnTo>
                    <a:pt x="5422196" y="840961"/>
                  </a:lnTo>
                  <a:lnTo>
                    <a:pt x="5422354" y="840961"/>
                  </a:lnTo>
                  <a:lnTo>
                    <a:pt x="5422512" y="840961"/>
                  </a:lnTo>
                  <a:lnTo>
                    <a:pt x="5422512" y="840531"/>
                  </a:lnTo>
                  <a:lnTo>
                    <a:pt x="5422669" y="840531"/>
                  </a:lnTo>
                  <a:lnTo>
                    <a:pt x="5422669" y="840100"/>
                  </a:lnTo>
                  <a:lnTo>
                    <a:pt x="5422827" y="840100"/>
                  </a:lnTo>
                  <a:lnTo>
                    <a:pt x="5422985" y="840100"/>
                  </a:lnTo>
                  <a:lnTo>
                    <a:pt x="5422985" y="839670"/>
                  </a:lnTo>
                  <a:lnTo>
                    <a:pt x="5423142" y="839670"/>
                  </a:lnTo>
                  <a:lnTo>
                    <a:pt x="5423300" y="839670"/>
                  </a:lnTo>
                  <a:lnTo>
                    <a:pt x="5423458" y="839670"/>
                  </a:lnTo>
                  <a:lnTo>
                    <a:pt x="5423616" y="839670"/>
                  </a:lnTo>
                  <a:lnTo>
                    <a:pt x="5423773" y="839670"/>
                  </a:lnTo>
                  <a:lnTo>
                    <a:pt x="5423931" y="839670"/>
                  </a:lnTo>
                  <a:lnTo>
                    <a:pt x="5424089" y="839670"/>
                  </a:lnTo>
                  <a:lnTo>
                    <a:pt x="5424247" y="839670"/>
                  </a:lnTo>
                  <a:lnTo>
                    <a:pt x="5424247" y="839239"/>
                  </a:lnTo>
                  <a:lnTo>
                    <a:pt x="5424404" y="839239"/>
                  </a:lnTo>
                  <a:lnTo>
                    <a:pt x="5424404" y="838808"/>
                  </a:lnTo>
                  <a:lnTo>
                    <a:pt x="5424562" y="838808"/>
                  </a:lnTo>
                  <a:lnTo>
                    <a:pt x="5424720" y="838808"/>
                  </a:lnTo>
                  <a:lnTo>
                    <a:pt x="5424877" y="838808"/>
                  </a:lnTo>
                  <a:lnTo>
                    <a:pt x="5424877" y="838378"/>
                  </a:lnTo>
                  <a:lnTo>
                    <a:pt x="5425035" y="838378"/>
                  </a:lnTo>
                  <a:lnTo>
                    <a:pt x="5425193" y="838378"/>
                  </a:lnTo>
                  <a:lnTo>
                    <a:pt x="5425351" y="838378"/>
                  </a:lnTo>
                  <a:lnTo>
                    <a:pt x="5425508" y="838378"/>
                  </a:lnTo>
                  <a:lnTo>
                    <a:pt x="5425666" y="838378"/>
                  </a:lnTo>
                  <a:lnTo>
                    <a:pt x="5425824" y="838378"/>
                  </a:lnTo>
                  <a:lnTo>
                    <a:pt x="5425981" y="838378"/>
                  </a:lnTo>
                  <a:lnTo>
                    <a:pt x="5425981" y="837947"/>
                  </a:lnTo>
                  <a:lnTo>
                    <a:pt x="5426139" y="837947"/>
                  </a:lnTo>
                  <a:lnTo>
                    <a:pt x="5426297" y="837947"/>
                  </a:lnTo>
                  <a:lnTo>
                    <a:pt x="5426455" y="837947"/>
                  </a:lnTo>
                  <a:lnTo>
                    <a:pt x="5426612" y="837947"/>
                  </a:lnTo>
                  <a:lnTo>
                    <a:pt x="5426770" y="837947"/>
                  </a:lnTo>
                  <a:lnTo>
                    <a:pt x="5426928" y="837947"/>
                  </a:lnTo>
                  <a:lnTo>
                    <a:pt x="5427085" y="837947"/>
                  </a:lnTo>
                  <a:lnTo>
                    <a:pt x="5427085" y="837517"/>
                  </a:lnTo>
                  <a:lnTo>
                    <a:pt x="5427243" y="837517"/>
                  </a:lnTo>
                  <a:lnTo>
                    <a:pt x="5427401" y="837517"/>
                  </a:lnTo>
                  <a:lnTo>
                    <a:pt x="5427559" y="837517"/>
                  </a:lnTo>
                  <a:lnTo>
                    <a:pt x="5427716" y="837517"/>
                  </a:lnTo>
                  <a:lnTo>
                    <a:pt x="5427874" y="837517"/>
                  </a:lnTo>
                  <a:lnTo>
                    <a:pt x="5428032" y="837517"/>
                  </a:lnTo>
                  <a:lnTo>
                    <a:pt x="5428189" y="837517"/>
                  </a:lnTo>
                  <a:lnTo>
                    <a:pt x="5428347" y="837517"/>
                  </a:lnTo>
                  <a:lnTo>
                    <a:pt x="5428505" y="837517"/>
                  </a:lnTo>
                  <a:lnTo>
                    <a:pt x="5428663" y="837517"/>
                  </a:lnTo>
                  <a:lnTo>
                    <a:pt x="5428820" y="837517"/>
                  </a:lnTo>
                  <a:lnTo>
                    <a:pt x="5428978" y="837517"/>
                  </a:lnTo>
                  <a:lnTo>
                    <a:pt x="5429136" y="837517"/>
                  </a:lnTo>
                  <a:lnTo>
                    <a:pt x="5429294" y="837517"/>
                  </a:lnTo>
                  <a:lnTo>
                    <a:pt x="5429294" y="837086"/>
                  </a:lnTo>
                  <a:lnTo>
                    <a:pt x="5429451" y="837086"/>
                  </a:lnTo>
                  <a:lnTo>
                    <a:pt x="5429609" y="837086"/>
                  </a:lnTo>
                  <a:lnTo>
                    <a:pt x="5429767" y="837086"/>
                  </a:lnTo>
                  <a:lnTo>
                    <a:pt x="5429924" y="837086"/>
                  </a:lnTo>
                  <a:lnTo>
                    <a:pt x="5430082" y="837086"/>
                  </a:lnTo>
                  <a:lnTo>
                    <a:pt x="5430240" y="837086"/>
                  </a:lnTo>
                  <a:lnTo>
                    <a:pt x="5430240" y="836655"/>
                  </a:lnTo>
                  <a:lnTo>
                    <a:pt x="5430398" y="836655"/>
                  </a:lnTo>
                  <a:lnTo>
                    <a:pt x="5430555" y="836655"/>
                  </a:lnTo>
                  <a:lnTo>
                    <a:pt x="5430713" y="836655"/>
                  </a:lnTo>
                  <a:lnTo>
                    <a:pt x="5430871" y="836655"/>
                  </a:lnTo>
                  <a:lnTo>
                    <a:pt x="5431028" y="836655"/>
                  </a:lnTo>
                  <a:lnTo>
                    <a:pt x="5431186" y="836655"/>
                  </a:lnTo>
                  <a:lnTo>
                    <a:pt x="5431344" y="836655"/>
                  </a:lnTo>
                  <a:lnTo>
                    <a:pt x="5431502" y="836655"/>
                  </a:lnTo>
                  <a:lnTo>
                    <a:pt x="5431659" y="836655"/>
                  </a:lnTo>
                  <a:lnTo>
                    <a:pt x="5431817" y="836655"/>
                  </a:lnTo>
                  <a:lnTo>
                    <a:pt x="5431975" y="836655"/>
                  </a:lnTo>
                  <a:lnTo>
                    <a:pt x="5432132" y="836655"/>
                  </a:lnTo>
                  <a:lnTo>
                    <a:pt x="5432290" y="836655"/>
                  </a:lnTo>
                  <a:lnTo>
                    <a:pt x="5432448" y="836655"/>
                  </a:lnTo>
                  <a:lnTo>
                    <a:pt x="5432606" y="836655"/>
                  </a:lnTo>
                  <a:lnTo>
                    <a:pt x="5432763" y="836655"/>
                  </a:lnTo>
                  <a:lnTo>
                    <a:pt x="5432921" y="836655"/>
                  </a:lnTo>
                  <a:lnTo>
                    <a:pt x="5433079" y="836655"/>
                  </a:lnTo>
                  <a:lnTo>
                    <a:pt x="5433236" y="836655"/>
                  </a:lnTo>
                  <a:lnTo>
                    <a:pt x="5433236" y="836225"/>
                  </a:lnTo>
                  <a:lnTo>
                    <a:pt x="5433394" y="836225"/>
                  </a:lnTo>
                  <a:lnTo>
                    <a:pt x="5433552" y="836225"/>
                  </a:lnTo>
                  <a:lnTo>
                    <a:pt x="5433710" y="836225"/>
                  </a:lnTo>
                  <a:lnTo>
                    <a:pt x="5433867" y="836225"/>
                  </a:lnTo>
                  <a:lnTo>
                    <a:pt x="5434025" y="836225"/>
                  </a:lnTo>
                  <a:lnTo>
                    <a:pt x="5434183" y="836225"/>
                  </a:lnTo>
                  <a:lnTo>
                    <a:pt x="5434340" y="836225"/>
                  </a:lnTo>
                  <a:lnTo>
                    <a:pt x="5434340" y="835794"/>
                  </a:lnTo>
                  <a:lnTo>
                    <a:pt x="5434498" y="835794"/>
                  </a:lnTo>
                  <a:lnTo>
                    <a:pt x="5434656" y="835794"/>
                  </a:lnTo>
                  <a:lnTo>
                    <a:pt x="5434814" y="835794"/>
                  </a:lnTo>
                  <a:lnTo>
                    <a:pt x="5434971" y="835794"/>
                  </a:lnTo>
                  <a:lnTo>
                    <a:pt x="5435129" y="835794"/>
                  </a:lnTo>
                  <a:lnTo>
                    <a:pt x="5435287" y="835794"/>
                  </a:lnTo>
                  <a:lnTo>
                    <a:pt x="5435445" y="835794"/>
                  </a:lnTo>
                  <a:lnTo>
                    <a:pt x="5435445" y="835364"/>
                  </a:lnTo>
                  <a:lnTo>
                    <a:pt x="5435602" y="835364"/>
                  </a:lnTo>
                  <a:lnTo>
                    <a:pt x="5435760" y="835364"/>
                  </a:lnTo>
                  <a:lnTo>
                    <a:pt x="5435918" y="835364"/>
                  </a:lnTo>
                  <a:lnTo>
                    <a:pt x="5436075" y="835364"/>
                  </a:lnTo>
                  <a:lnTo>
                    <a:pt x="5436233" y="835364"/>
                  </a:lnTo>
                  <a:lnTo>
                    <a:pt x="5436391" y="835364"/>
                  </a:lnTo>
                  <a:lnTo>
                    <a:pt x="5436549" y="835364"/>
                  </a:lnTo>
                  <a:lnTo>
                    <a:pt x="5436706" y="835364"/>
                  </a:lnTo>
                  <a:lnTo>
                    <a:pt x="5436864" y="835364"/>
                  </a:lnTo>
                  <a:lnTo>
                    <a:pt x="5437022" y="835364"/>
                  </a:lnTo>
                  <a:lnTo>
                    <a:pt x="5437179" y="835364"/>
                  </a:lnTo>
                  <a:lnTo>
                    <a:pt x="5437337" y="835364"/>
                  </a:lnTo>
                  <a:lnTo>
                    <a:pt x="5437495" y="835364"/>
                  </a:lnTo>
                  <a:lnTo>
                    <a:pt x="5437653" y="835364"/>
                  </a:lnTo>
                  <a:lnTo>
                    <a:pt x="5437810" y="835364"/>
                  </a:lnTo>
                  <a:lnTo>
                    <a:pt x="5437968" y="835364"/>
                  </a:lnTo>
                  <a:lnTo>
                    <a:pt x="5438126" y="835364"/>
                  </a:lnTo>
                  <a:lnTo>
                    <a:pt x="5438283" y="835364"/>
                  </a:lnTo>
                  <a:lnTo>
                    <a:pt x="5438441" y="835364"/>
                  </a:lnTo>
                  <a:lnTo>
                    <a:pt x="5438441" y="834933"/>
                  </a:lnTo>
                  <a:lnTo>
                    <a:pt x="5438599" y="834933"/>
                  </a:lnTo>
                  <a:lnTo>
                    <a:pt x="5438599" y="834502"/>
                  </a:lnTo>
                  <a:lnTo>
                    <a:pt x="5438757" y="834502"/>
                  </a:lnTo>
                  <a:lnTo>
                    <a:pt x="5438757" y="834072"/>
                  </a:lnTo>
                  <a:lnTo>
                    <a:pt x="5438757" y="833641"/>
                  </a:lnTo>
                  <a:lnTo>
                    <a:pt x="5438914" y="833641"/>
                  </a:lnTo>
                  <a:lnTo>
                    <a:pt x="5439072" y="833641"/>
                  </a:lnTo>
                  <a:lnTo>
                    <a:pt x="5439230" y="833641"/>
                  </a:lnTo>
                  <a:lnTo>
                    <a:pt x="5439230" y="833211"/>
                  </a:lnTo>
                  <a:lnTo>
                    <a:pt x="5439387" y="833211"/>
                  </a:lnTo>
                  <a:lnTo>
                    <a:pt x="5439545" y="833211"/>
                  </a:lnTo>
                  <a:lnTo>
                    <a:pt x="5439703" y="833211"/>
                  </a:lnTo>
                  <a:lnTo>
                    <a:pt x="5439861" y="833211"/>
                  </a:lnTo>
                  <a:lnTo>
                    <a:pt x="5440018" y="833211"/>
                  </a:lnTo>
                  <a:lnTo>
                    <a:pt x="5440176" y="833211"/>
                  </a:lnTo>
                  <a:lnTo>
                    <a:pt x="5440334" y="833211"/>
                  </a:lnTo>
                  <a:lnTo>
                    <a:pt x="5440492" y="833211"/>
                  </a:lnTo>
                  <a:lnTo>
                    <a:pt x="5440492" y="832780"/>
                  </a:lnTo>
                  <a:lnTo>
                    <a:pt x="5440649" y="832780"/>
                  </a:lnTo>
                  <a:lnTo>
                    <a:pt x="5440807" y="832780"/>
                  </a:lnTo>
                  <a:lnTo>
                    <a:pt x="5440965" y="832780"/>
                  </a:lnTo>
                  <a:lnTo>
                    <a:pt x="5441122" y="832780"/>
                  </a:lnTo>
                  <a:lnTo>
                    <a:pt x="5441280" y="832780"/>
                  </a:lnTo>
                  <a:lnTo>
                    <a:pt x="5441438" y="832780"/>
                  </a:lnTo>
                  <a:lnTo>
                    <a:pt x="5441596" y="832780"/>
                  </a:lnTo>
                  <a:lnTo>
                    <a:pt x="5441596" y="832349"/>
                  </a:lnTo>
                  <a:lnTo>
                    <a:pt x="5441753" y="832349"/>
                  </a:lnTo>
                  <a:lnTo>
                    <a:pt x="5441911" y="832349"/>
                  </a:lnTo>
                  <a:lnTo>
                    <a:pt x="5442069" y="832349"/>
                  </a:lnTo>
                  <a:lnTo>
                    <a:pt x="5442226" y="832349"/>
                  </a:lnTo>
                  <a:lnTo>
                    <a:pt x="5442384" y="832349"/>
                  </a:lnTo>
                  <a:lnTo>
                    <a:pt x="5442542" y="832349"/>
                  </a:lnTo>
                  <a:lnTo>
                    <a:pt x="5442542" y="831919"/>
                  </a:lnTo>
                  <a:lnTo>
                    <a:pt x="5442700" y="831919"/>
                  </a:lnTo>
                  <a:lnTo>
                    <a:pt x="5442857" y="831919"/>
                  </a:lnTo>
                  <a:lnTo>
                    <a:pt x="5443015" y="831919"/>
                  </a:lnTo>
                  <a:lnTo>
                    <a:pt x="5443173" y="831919"/>
                  </a:lnTo>
                  <a:lnTo>
                    <a:pt x="5443330" y="831919"/>
                  </a:lnTo>
                  <a:lnTo>
                    <a:pt x="5443488" y="831919"/>
                  </a:lnTo>
                  <a:lnTo>
                    <a:pt x="5443646" y="831919"/>
                  </a:lnTo>
                  <a:lnTo>
                    <a:pt x="5443646" y="831488"/>
                  </a:lnTo>
                  <a:lnTo>
                    <a:pt x="5443646" y="831058"/>
                  </a:lnTo>
                  <a:lnTo>
                    <a:pt x="5443804" y="831058"/>
                  </a:lnTo>
                  <a:lnTo>
                    <a:pt x="5443961" y="831058"/>
                  </a:lnTo>
                  <a:lnTo>
                    <a:pt x="5444119" y="831058"/>
                  </a:lnTo>
                  <a:lnTo>
                    <a:pt x="5444277" y="831058"/>
                  </a:lnTo>
                  <a:lnTo>
                    <a:pt x="5444434" y="831058"/>
                  </a:lnTo>
                  <a:lnTo>
                    <a:pt x="5444592" y="831058"/>
                  </a:lnTo>
                  <a:lnTo>
                    <a:pt x="5444750" y="831058"/>
                  </a:lnTo>
                  <a:lnTo>
                    <a:pt x="5444908" y="831058"/>
                  </a:lnTo>
                  <a:lnTo>
                    <a:pt x="5445065" y="831058"/>
                  </a:lnTo>
                  <a:lnTo>
                    <a:pt x="5445223" y="831058"/>
                  </a:lnTo>
                  <a:lnTo>
                    <a:pt x="5445381" y="831058"/>
                  </a:lnTo>
                  <a:lnTo>
                    <a:pt x="5445538" y="831058"/>
                  </a:lnTo>
                  <a:lnTo>
                    <a:pt x="5445696" y="831058"/>
                  </a:lnTo>
                  <a:lnTo>
                    <a:pt x="5445854" y="831058"/>
                  </a:lnTo>
                  <a:lnTo>
                    <a:pt x="5446012" y="831058"/>
                  </a:lnTo>
                  <a:lnTo>
                    <a:pt x="5446169" y="831058"/>
                  </a:lnTo>
                  <a:lnTo>
                    <a:pt x="5446327" y="831058"/>
                  </a:lnTo>
                  <a:lnTo>
                    <a:pt x="5446485" y="831058"/>
                  </a:lnTo>
                  <a:lnTo>
                    <a:pt x="5446643" y="831058"/>
                  </a:lnTo>
                  <a:lnTo>
                    <a:pt x="5446800" y="831058"/>
                  </a:lnTo>
                  <a:lnTo>
                    <a:pt x="5446958" y="831058"/>
                  </a:lnTo>
                  <a:lnTo>
                    <a:pt x="5446958" y="830627"/>
                  </a:lnTo>
                  <a:lnTo>
                    <a:pt x="5447116" y="830627"/>
                  </a:lnTo>
                  <a:lnTo>
                    <a:pt x="5447273" y="830627"/>
                  </a:lnTo>
                  <a:lnTo>
                    <a:pt x="5447431" y="830627"/>
                  </a:lnTo>
                  <a:lnTo>
                    <a:pt x="5447589" y="830627"/>
                  </a:lnTo>
                  <a:lnTo>
                    <a:pt x="5447747" y="830627"/>
                  </a:lnTo>
                  <a:lnTo>
                    <a:pt x="5447904" y="830627"/>
                  </a:lnTo>
                  <a:lnTo>
                    <a:pt x="5448062" y="830627"/>
                  </a:lnTo>
                  <a:lnTo>
                    <a:pt x="5448220" y="830627"/>
                  </a:lnTo>
                  <a:lnTo>
                    <a:pt x="5448220" y="830196"/>
                  </a:lnTo>
                  <a:lnTo>
                    <a:pt x="5448220" y="829766"/>
                  </a:lnTo>
                  <a:lnTo>
                    <a:pt x="5448377" y="829766"/>
                  </a:lnTo>
                  <a:lnTo>
                    <a:pt x="5448535" y="829766"/>
                  </a:lnTo>
                  <a:lnTo>
                    <a:pt x="5448693" y="829766"/>
                  </a:lnTo>
                  <a:lnTo>
                    <a:pt x="5448851" y="829766"/>
                  </a:lnTo>
                  <a:lnTo>
                    <a:pt x="5449008" y="829766"/>
                  </a:lnTo>
                  <a:lnTo>
                    <a:pt x="5449166" y="829766"/>
                  </a:lnTo>
                  <a:lnTo>
                    <a:pt x="5449324" y="829766"/>
                  </a:lnTo>
                  <a:lnTo>
                    <a:pt x="5449481" y="829766"/>
                  </a:lnTo>
                  <a:lnTo>
                    <a:pt x="5449639" y="829766"/>
                  </a:lnTo>
                  <a:lnTo>
                    <a:pt x="5449797" y="829766"/>
                  </a:lnTo>
                  <a:lnTo>
                    <a:pt x="5449955" y="829766"/>
                  </a:lnTo>
                  <a:lnTo>
                    <a:pt x="5450112" y="829766"/>
                  </a:lnTo>
                  <a:lnTo>
                    <a:pt x="5450270" y="829766"/>
                  </a:lnTo>
                  <a:lnTo>
                    <a:pt x="5450428" y="829766"/>
                  </a:lnTo>
                  <a:lnTo>
                    <a:pt x="5450428" y="829335"/>
                  </a:lnTo>
                  <a:lnTo>
                    <a:pt x="5450585" y="829335"/>
                  </a:lnTo>
                  <a:lnTo>
                    <a:pt x="5450743" y="829335"/>
                  </a:lnTo>
                  <a:lnTo>
                    <a:pt x="5450901" y="829335"/>
                  </a:lnTo>
                  <a:lnTo>
                    <a:pt x="5451059" y="829335"/>
                  </a:lnTo>
                  <a:lnTo>
                    <a:pt x="5451216" y="829335"/>
                  </a:lnTo>
                  <a:lnTo>
                    <a:pt x="5451374" y="829335"/>
                  </a:lnTo>
                  <a:lnTo>
                    <a:pt x="5451532" y="829335"/>
                  </a:lnTo>
                  <a:lnTo>
                    <a:pt x="5451690" y="829335"/>
                  </a:lnTo>
                  <a:lnTo>
                    <a:pt x="5451847" y="829335"/>
                  </a:lnTo>
                  <a:lnTo>
                    <a:pt x="5452005" y="829335"/>
                  </a:lnTo>
                  <a:lnTo>
                    <a:pt x="5452163" y="829335"/>
                  </a:lnTo>
                  <a:lnTo>
                    <a:pt x="5452163" y="828905"/>
                  </a:lnTo>
                  <a:lnTo>
                    <a:pt x="5452320" y="828905"/>
                  </a:lnTo>
                  <a:lnTo>
                    <a:pt x="5452478" y="828905"/>
                  </a:lnTo>
                  <a:lnTo>
                    <a:pt x="5452636" y="828905"/>
                  </a:lnTo>
                  <a:lnTo>
                    <a:pt x="5452794" y="828905"/>
                  </a:lnTo>
                  <a:lnTo>
                    <a:pt x="5452951" y="828905"/>
                  </a:lnTo>
                  <a:lnTo>
                    <a:pt x="5452951" y="828474"/>
                  </a:lnTo>
                  <a:lnTo>
                    <a:pt x="5453109" y="828474"/>
                  </a:lnTo>
                  <a:lnTo>
                    <a:pt x="5453267" y="828474"/>
                  </a:lnTo>
                  <a:lnTo>
                    <a:pt x="5453424" y="828474"/>
                  </a:lnTo>
                  <a:lnTo>
                    <a:pt x="5453582" y="828474"/>
                  </a:lnTo>
                  <a:lnTo>
                    <a:pt x="5453740" y="828474"/>
                  </a:lnTo>
                  <a:lnTo>
                    <a:pt x="5453898" y="828474"/>
                  </a:lnTo>
                  <a:lnTo>
                    <a:pt x="5454055" y="828474"/>
                  </a:lnTo>
                  <a:lnTo>
                    <a:pt x="5454213" y="828474"/>
                  </a:lnTo>
                  <a:lnTo>
                    <a:pt x="5454371" y="828474"/>
                  </a:lnTo>
                  <a:lnTo>
                    <a:pt x="5454528" y="828474"/>
                  </a:lnTo>
                  <a:lnTo>
                    <a:pt x="5454686" y="828474"/>
                  </a:lnTo>
                  <a:lnTo>
                    <a:pt x="5454844" y="828474"/>
                  </a:lnTo>
                  <a:lnTo>
                    <a:pt x="5455002" y="828474"/>
                  </a:lnTo>
                  <a:lnTo>
                    <a:pt x="5455159" y="828474"/>
                  </a:lnTo>
                  <a:lnTo>
                    <a:pt x="5455159" y="828043"/>
                  </a:lnTo>
                  <a:lnTo>
                    <a:pt x="5455317" y="828043"/>
                  </a:lnTo>
                  <a:lnTo>
                    <a:pt x="5455475" y="828043"/>
                  </a:lnTo>
                  <a:lnTo>
                    <a:pt x="5455632" y="828043"/>
                  </a:lnTo>
                  <a:lnTo>
                    <a:pt x="5455790" y="828043"/>
                  </a:lnTo>
                  <a:lnTo>
                    <a:pt x="5455948" y="828043"/>
                  </a:lnTo>
                  <a:lnTo>
                    <a:pt x="5456106" y="828043"/>
                  </a:lnTo>
                  <a:lnTo>
                    <a:pt x="5456263" y="828043"/>
                  </a:lnTo>
                  <a:lnTo>
                    <a:pt x="5456421" y="828043"/>
                  </a:lnTo>
                  <a:lnTo>
                    <a:pt x="5456421" y="827613"/>
                  </a:lnTo>
                  <a:lnTo>
                    <a:pt x="5456579" y="827613"/>
                  </a:lnTo>
                  <a:lnTo>
                    <a:pt x="5456579" y="827182"/>
                  </a:lnTo>
                  <a:lnTo>
                    <a:pt x="5456736" y="827182"/>
                  </a:lnTo>
                  <a:lnTo>
                    <a:pt x="5456894" y="827182"/>
                  </a:lnTo>
                  <a:lnTo>
                    <a:pt x="5456894" y="826752"/>
                  </a:lnTo>
                  <a:lnTo>
                    <a:pt x="5457052" y="826752"/>
                  </a:lnTo>
                  <a:lnTo>
                    <a:pt x="5457052" y="826321"/>
                  </a:lnTo>
                  <a:lnTo>
                    <a:pt x="5457210" y="826321"/>
                  </a:lnTo>
                  <a:lnTo>
                    <a:pt x="5457367" y="826321"/>
                  </a:lnTo>
                  <a:lnTo>
                    <a:pt x="5457525" y="826321"/>
                  </a:lnTo>
                  <a:lnTo>
                    <a:pt x="5457525" y="825890"/>
                  </a:lnTo>
                  <a:lnTo>
                    <a:pt x="5457683" y="825890"/>
                  </a:lnTo>
                  <a:lnTo>
                    <a:pt x="5457841" y="825890"/>
                  </a:lnTo>
                  <a:lnTo>
                    <a:pt x="5457998" y="825890"/>
                  </a:lnTo>
                  <a:lnTo>
                    <a:pt x="5457998" y="825460"/>
                  </a:lnTo>
                  <a:lnTo>
                    <a:pt x="5458156" y="825460"/>
                  </a:lnTo>
                  <a:lnTo>
                    <a:pt x="5458314" y="825460"/>
                  </a:lnTo>
                  <a:lnTo>
                    <a:pt x="5458471" y="825460"/>
                  </a:lnTo>
                  <a:lnTo>
                    <a:pt x="5458629" y="825460"/>
                  </a:lnTo>
                  <a:lnTo>
                    <a:pt x="5458787" y="825460"/>
                  </a:lnTo>
                  <a:lnTo>
                    <a:pt x="5458945" y="825460"/>
                  </a:lnTo>
                  <a:lnTo>
                    <a:pt x="5459102" y="825460"/>
                  </a:lnTo>
                  <a:lnTo>
                    <a:pt x="5459260" y="825460"/>
                  </a:lnTo>
                  <a:lnTo>
                    <a:pt x="5459418" y="825460"/>
                  </a:lnTo>
                  <a:lnTo>
                    <a:pt x="5459575" y="825460"/>
                  </a:lnTo>
                  <a:lnTo>
                    <a:pt x="5459733" y="825460"/>
                  </a:lnTo>
                  <a:lnTo>
                    <a:pt x="5459733" y="825029"/>
                  </a:lnTo>
                  <a:lnTo>
                    <a:pt x="5459891" y="825029"/>
                  </a:lnTo>
                  <a:lnTo>
                    <a:pt x="5460049" y="825029"/>
                  </a:lnTo>
                  <a:lnTo>
                    <a:pt x="5460206" y="825029"/>
                  </a:lnTo>
                  <a:lnTo>
                    <a:pt x="5460364" y="825029"/>
                  </a:lnTo>
                  <a:lnTo>
                    <a:pt x="5460522" y="825029"/>
                  </a:lnTo>
                  <a:lnTo>
                    <a:pt x="5460679" y="825029"/>
                  </a:lnTo>
                  <a:lnTo>
                    <a:pt x="5460679" y="824599"/>
                  </a:lnTo>
                  <a:lnTo>
                    <a:pt x="5460837" y="824599"/>
                  </a:lnTo>
                  <a:lnTo>
                    <a:pt x="5460837" y="824168"/>
                  </a:lnTo>
                  <a:lnTo>
                    <a:pt x="5460995" y="824168"/>
                  </a:lnTo>
                  <a:lnTo>
                    <a:pt x="5460995" y="823737"/>
                  </a:lnTo>
                  <a:lnTo>
                    <a:pt x="5460995" y="823307"/>
                  </a:lnTo>
                  <a:lnTo>
                    <a:pt x="5461153" y="823307"/>
                  </a:lnTo>
                  <a:lnTo>
                    <a:pt x="5461153" y="822876"/>
                  </a:lnTo>
                  <a:lnTo>
                    <a:pt x="5461310" y="822876"/>
                  </a:lnTo>
                  <a:lnTo>
                    <a:pt x="5461310" y="822446"/>
                  </a:lnTo>
                  <a:lnTo>
                    <a:pt x="5461468" y="822446"/>
                  </a:lnTo>
                  <a:lnTo>
                    <a:pt x="5461626" y="822446"/>
                  </a:lnTo>
                  <a:lnTo>
                    <a:pt x="5461783" y="822446"/>
                  </a:lnTo>
                  <a:lnTo>
                    <a:pt x="5461783" y="822015"/>
                  </a:lnTo>
                  <a:lnTo>
                    <a:pt x="5461941" y="822015"/>
                  </a:lnTo>
                  <a:lnTo>
                    <a:pt x="5462099" y="822015"/>
                  </a:lnTo>
                  <a:lnTo>
                    <a:pt x="5462257" y="822015"/>
                  </a:lnTo>
                  <a:lnTo>
                    <a:pt x="5462414" y="822015"/>
                  </a:lnTo>
                  <a:lnTo>
                    <a:pt x="5462572" y="822015"/>
                  </a:lnTo>
                  <a:lnTo>
                    <a:pt x="5462730" y="822015"/>
                  </a:lnTo>
                  <a:lnTo>
                    <a:pt x="5462888" y="822015"/>
                  </a:lnTo>
                  <a:lnTo>
                    <a:pt x="5462888" y="821584"/>
                  </a:lnTo>
                  <a:lnTo>
                    <a:pt x="5463045" y="821584"/>
                  </a:lnTo>
                  <a:lnTo>
                    <a:pt x="5463203" y="821584"/>
                  </a:lnTo>
                  <a:lnTo>
                    <a:pt x="5463203" y="821154"/>
                  </a:lnTo>
                  <a:lnTo>
                    <a:pt x="5463361" y="821154"/>
                  </a:lnTo>
                  <a:lnTo>
                    <a:pt x="5463518" y="821154"/>
                  </a:lnTo>
                  <a:lnTo>
                    <a:pt x="5463676" y="821154"/>
                  </a:lnTo>
                  <a:lnTo>
                    <a:pt x="5463834" y="821154"/>
                  </a:lnTo>
                  <a:lnTo>
                    <a:pt x="5463992" y="821154"/>
                  </a:lnTo>
                  <a:lnTo>
                    <a:pt x="5464149" y="821154"/>
                  </a:lnTo>
                  <a:lnTo>
                    <a:pt x="5464307" y="821154"/>
                  </a:lnTo>
                  <a:lnTo>
                    <a:pt x="5464465" y="821154"/>
                  </a:lnTo>
                  <a:lnTo>
                    <a:pt x="5464622" y="821154"/>
                  </a:lnTo>
                  <a:lnTo>
                    <a:pt x="5464780" y="821154"/>
                  </a:lnTo>
                  <a:lnTo>
                    <a:pt x="5464780" y="820723"/>
                  </a:lnTo>
                  <a:lnTo>
                    <a:pt x="5464938" y="820723"/>
                  </a:lnTo>
                  <a:lnTo>
                    <a:pt x="5465096" y="820723"/>
                  </a:lnTo>
                  <a:lnTo>
                    <a:pt x="5465096" y="820293"/>
                  </a:lnTo>
                  <a:lnTo>
                    <a:pt x="5465253" y="820293"/>
                  </a:lnTo>
                  <a:lnTo>
                    <a:pt x="5465411" y="820293"/>
                  </a:lnTo>
                  <a:lnTo>
                    <a:pt x="5465569" y="820293"/>
                  </a:lnTo>
                  <a:lnTo>
                    <a:pt x="5465726" y="820293"/>
                  </a:lnTo>
                  <a:lnTo>
                    <a:pt x="5465884" y="820293"/>
                  </a:lnTo>
                  <a:lnTo>
                    <a:pt x="5466042" y="820293"/>
                  </a:lnTo>
                  <a:lnTo>
                    <a:pt x="5466200" y="820293"/>
                  </a:lnTo>
                  <a:lnTo>
                    <a:pt x="5466357" y="820293"/>
                  </a:lnTo>
                  <a:lnTo>
                    <a:pt x="5466515" y="820293"/>
                  </a:lnTo>
                  <a:lnTo>
                    <a:pt x="5466673" y="820293"/>
                  </a:lnTo>
                  <a:lnTo>
                    <a:pt x="5466673" y="819862"/>
                  </a:lnTo>
                  <a:lnTo>
                    <a:pt x="5466673" y="819431"/>
                  </a:lnTo>
                  <a:lnTo>
                    <a:pt x="5466830" y="819431"/>
                  </a:lnTo>
                  <a:lnTo>
                    <a:pt x="5466988" y="819431"/>
                  </a:lnTo>
                  <a:lnTo>
                    <a:pt x="5467146" y="819431"/>
                  </a:lnTo>
                  <a:lnTo>
                    <a:pt x="5467146" y="819001"/>
                  </a:lnTo>
                  <a:lnTo>
                    <a:pt x="5467304" y="819001"/>
                  </a:lnTo>
                  <a:lnTo>
                    <a:pt x="5467461" y="819001"/>
                  </a:lnTo>
                  <a:lnTo>
                    <a:pt x="5467619" y="819001"/>
                  </a:lnTo>
                  <a:lnTo>
                    <a:pt x="5467777" y="819001"/>
                  </a:lnTo>
                  <a:lnTo>
                    <a:pt x="5467777" y="818570"/>
                  </a:lnTo>
                  <a:lnTo>
                    <a:pt x="5467934" y="818570"/>
                  </a:lnTo>
                  <a:lnTo>
                    <a:pt x="5468092" y="818570"/>
                  </a:lnTo>
                  <a:lnTo>
                    <a:pt x="5468250" y="818570"/>
                  </a:lnTo>
                  <a:lnTo>
                    <a:pt x="5468250" y="818140"/>
                  </a:lnTo>
                  <a:lnTo>
                    <a:pt x="5468250" y="817709"/>
                  </a:lnTo>
                  <a:lnTo>
                    <a:pt x="5468408" y="817709"/>
                  </a:lnTo>
                  <a:lnTo>
                    <a:pt x="5468565" y="817709"/>
                  </a:lnTo>
                  <a:lnTo>
                    <a:pt x="5468723" y="817709"/>
                  </a:lnTo>
                  <a:lnTo>
                    <a:pt x="5468881" y="817709"/>
                  </a:lnTo>
                  <a:lnTo>
                    <a:pt x="5469039" y="817709"/>
                  </a:lnTo>
                  <a:lnTo>
                    <a:pt x="5469196" y="817709"/>
                  </a:lnTo>
                  <a:lnTo>
                    <a:pt x="5469354" y="817709"/>
                  </a:lnTo>
                  <a:lnTo>
                    <a:pt x="5469512" y="817709"/>
                  </a:lnTo>
                  <a:lnTo>
                    <a:pt x="5469669" y="817709"/>
                  </a:lnTo>
                  <a:lnTo>
                    <a:pt x="5469827" y="817709"/>
                  </a:lnTo>
                  <a:lnTo>
                    <a:pt x="5469985" y="817709"/>
                  </a:lnTo>
                  <a:lnTo>
                    <a:pt x="5470143" y="817709"/>
                  </a:lnTo>
                  <a:lnTo>
                    <a:pt x="5470300" y="817709"/>
                  </a:lnTo>
                  <a:lnTo>
                    <a:pt x="5470458" y="817709"/>
                  </a:lnTo>
                  <a:lnTo>
                    <a:pt x="5470616" y="817709"/>
                  </a:lnTo>
                  <a:lnTo>
                    <a:pt x="5470773" y="817709"/>
                  </a:lnTo>
                  <a:lnTo>
                    <a:pt x="5470931" y="817709"/>
                  </a:lnTo>
                  <a:lnTo>
                    <a:pt x="5471089" y="817709"/>
                  </a:lnTo>
                  <a:lnTo>
                    <a:pt x="5471089" y="817278"/>
                  </a:lnTo>
                  <a:lnTo>
                    <a:pt x="5471247" y="817278"/>
                  </a:lnTo>
                  <a:lnTo>
                    <a:pt x="5471404" y="817278"/>
                  </a:lnTo>
                  <a:lnTo>
                    <a:pt x="5471562" y="817278"/>
                  </a:lnTo>
                  <a:lnTo>
                    <a:pt x="5471720" y="817278"/>
                  </a:lnTo>
                  <a:lnTo>
                    <a:pt x="5471877" y="817278"/>
                  </a:lnTo>
                  <a:lnTo>
                    <a:pt x="5472035" y="817278"/>
                  </a:lnTo>
                  <a:lnTo>
                    <a:pt x="5472193" y="817278"/>
                  </a:lnTo>
                  <a:lnTo>
                    <a:pt x="5472351" y="817278"/>
                  </a:lnTo>
                  <a:lnTo>
                    <a:pt x="5472508" y="817278"/>
                  </a:lnTo>
                  <a:lnTo>
                    <a:pt x="5472666" y="817278"/>
                  </a:lnTo>
                  <a:lnTo>
                    <a:pt x="5472824" y="817278"/>
                  </a:lnTo>
                  <a:lnTo>
                    <a:pt x="5472981" y="817278"/>
                  </a:lnTo>
                  <a:lnTo>
                    <a:pt x="5472981" y="816848"/>
                  </a:lnTo>
                  <a:lnTo>
                    <a:pt x="5473139" y="816848"/>
                  </a:lnTo>
                  <a:lnTo>
                    <a:pt x="5473297" y="816848"/>
                  </a:lnTo>
                  <a:lnTo>
                    <a:pt x="5473297" y="816417"/>
                  </a:lnTo>
                  <a:lnTo>
                    <a:pt x="5473455" y="816417"/>
                  </a:lnTo>
                  <a:lnTo>
                    <a:pt x="5473612" y="816417"/>
                  </a:lnTo>
                  <a:lnTo>
                    <a:pt x="5473770" y="816417"/>
                  </a:lnTo>
                  <a:lnTo>
                    <a:pt x="5473928" y="816417"/>
                  </a:lnTo>
                  <a:lnTo>
                    <a:pt x="5474086" y="816417"/>
                  </a:lnTo>
                  <a:lnTo>
                    <a:pt x="5474243" y="816417"/>
                  </a:lnTo>
                  <a:lnTo>
                    <a:pt x="5474401" y="816417"/>
                  </a:lnTo>
                  <a:lnTo>
                    <a:pt x="5474559" y="816417"/>
                  </a:lnTo>
                  <a:lnTo>
                    <a:pt x="5474716" y="816417"/>
                  </a:lnTo>
                  <a:lnTo>
                    <a:pt x="5474874" y="816417"/>
                  </a:lnTo>
                  <a:lnTo>
                    <a:pt x="5475032" y="816417"/>
                  </a:lnTo>
                  <a:lnTo>
                    <a:pt x="5475190" y="816417"/>
                  </a:lnTo>
                  <a:lnTo>
                    <a:pt x="5475347" y="816417"/>
                  </a:lnTo>
                  <a:lnTo>
                    <a:pt x="5475505" y="816417"/>
                  </a:lnTo>
                  <a:lnTo>
                    <a:pt x="5475663" y="816417"/>
                  </a:lnTo>
                  <a:lnTo>
                    <a:pt x="5475820" y="816417"/>
                  </a:lnTo>
                  <a:lnTo>
                    <a:pt x="5475978" y="816417"/>
                  </a:lnTo>
                  <a:lnTo>
                    <a:pt x="5475978" y="815987"/>
                  </a:lnTo>
                  <a:lnTo>
                    <a:pt x="5476136" y="815987"/>
                  </a:lnTo>
                  <a:lnTo>
                    <a:pt x="5476294" y="815987"/>
                  </a:lnTo>
                  <a:lnTo>
                    <a:pt x="5476294" y="815556"/>
                  </a:lnTo>
                  <a:lnTo>
                    <a:pt x="5476451" y="815556"/>
                  </a:lnTo>
                  <a:lnTo>
                    <a:pt x="5476609" y="815556"/>
                  </a:lnTo>
                  <a:lnTo>
                    <a:pt x="5476767" y="815556"/>
                  </a:lnTo>
                  <a:lnTo>
                    <a:pt x="5476924" y="815556"/>
                  </a:lnTo>
                  <a:lnTo>
                    <a:pt x="5476924" y="815125"/>
                  </a:lnTo>
                  <a:lnTo>
                    <a:pt x="5476924" y="814695"/>
                  </a:lnTo>
                  <a:lnTo>
                    <a:pt x="5477082" y="814695"/>
                  </a:lnTo>
                  <a:lnTo>
                    <a:pt x="5477240" y="814695"/>
                  </a:lnTo>
                  <a:lnTo>
                    <a:pt x="5477398" y="814695"/>
                  </a:lnTo>
                  <a:lnTo>
                    <a:pt x="5477555" y="814695"/>
                  </a:lnTo>
                  <a:lnTo>
                    <a:pt x="5477713" y="814695"/>
                  </a:lnTo>
                  <a:lnTo>
                    <a:pt x="5477713" y="814264"/>
                  </a:lnTo>
                  <a:lnTo>
                    <a:pt x="5477871" y="814264"/>
                  </a:lnTo>
                  <a:lnTo>
                    <a:pt x="5478028" y="814264"/>
                  </a:lnTo>
                  <a:lnTo>
                    <a:pt x="5478186" y="814264"/>
                  </a:lnTo>
                  <a:lnTo>
                    <a:pt x="5478344" y="814264"/>
                  </a:lnTo>
                  <a:lnTo>
                    <a:pt x="5478344" y="813834"/>
                  </a:lnTo>
                  <a:lnTo>
                    <a:pt x="5478502" y="813834"/>
                  </a:lnTo>
                  <a:lnTo>
                    <a:pt x="5478659" y="813834"/>
                  </a:lnTo>
                  <a:lnTo>
                    <a:pt x="5478817" y="813834"/>
                  </a:lnTo>
                  <a:lnTo>
                    <a:pt x="5478975" y="813834"/>
                  </a:lnTo>
                  <a:lnTo>
                    <a:pt x="5479132" y="813834"/>
                  </a:lnTo>
                  <a:lnTo>
                    <a:pt x="5479290" y="813834"/>
                  </a:lnTo>
                  <a:lnTo>
                    <a:pt x="5479448" y="813834"/>
                  </a:lnTo>
                  <a:lnTo>
                    <a:pt x="5479606" y="813834"/>
                  </a:lnTo>
                  <a:lnTo>
                    <a:pt x="5479763" y="813834"/>
                  </a:lnTo>
                  <a:lnTo>
                    <a:pt x="5479921" y="813834"/>
                  </a:lnTo>
                  <a:lnTo>
                    <a:pt x="5480079" y="813834"/>
                  </a:lnTo>
                  <a:lnTo>
                    <a:pt x="5480079" y="813403"/>
                  </a:lnTo>
                  <a:lnTo>
                    <a:pt x="5480079" y="812972"/>
                  </a:lnTo>
                  <a:lnTo>
                    <a:pt x="5480237" y="812972"/>
                  </a:lnTo>
                  <a:lnTo>
                    <a:pt x="5480394" y="812972"/>
                  </a:lnTo>
                  <a:lnTo>
                    <a:pt x="5480552" y="812972"/>
                  </a:lnTo>
                  <a:lnTo>
                    <a:pt x="5480710" y="812972"/>
                  </a:lnTo>
                  <a:lnTo>
                    <a:pt x="5480867" y="812972"/>
                  </a:lnTo>
                  <a:lnTo>
                    <a:pt x="5480867" y="812542"/>
                  </a:lnTo>
                  <a:lnTo>
                    <a:pt x="5481025" y="812542"/>
                  </a:lnTo>
                  <a:lnTo>
                    <a:pt x="5481183" y="812542"/>
                  </a:lnTo>
                  <a:lnTo>
                    <a:pt x="5481341" y="812542"/>
                  </a:lnTo>
                  <a:lnTo>
                    <a:pt x="5481341" y="812111"/>
                  </a:lnTo>
                  <a:lnTo>
                    <a:pt x="5481498" y="812111"/>
                  </a:lnTo>
                  <a:lnTo>
                    <a:pt x="5481656" y="812111"/>
                  </a:lnTo>
                  <a:lnTo>
                    <a:pt x="5481814" y="812111"/>
                  </a:lnTo>
                  <a:lnTo>
                    <a:pt x="5481971" y="812111"/>
                  </a:lnTo>
                  <a:lnTo>
                    <a:pt x="5482129" y="812111"/>
                  </a:lnTo>
                  <a:lnTo>
                    <a:pt x="5482287" y="812111"/>
                  </a:lnTo>
                  <a:lnTo>
                    <a:pt x="5482445" y="812111"/>
                  </a:lnTo>
                  <a:lnTo>
                    <a:pt x="5482602" y="812111"/>
                  </a:lnTo>
                  <a:lnTo>
                    <a:pt x="5482760" y="812111"/>
                  </a:lnTo>
                  <a:lnTo>
                    <a:pt x="5482918" y="812111"/>
                  </a:lnTo>
                  <a:lnTo>
                    <a:pt x="5483075" y="812111"/>
                  </a:lnTo>
                  <a:lnTo>
                    <a:pt x="5483233" y="812111"/>
                  </a:lnTo>
                  <a:lnTo>
                    <a:pt x="5483391" y="812111"/>
                  </a:lnTo>
                  <a:lnTo>
                    <a:pt x="5483391" y="811681"/>
                  </a:lnTo>
                  <a:lnTo>
                    <a:pt x="5483549" y="811681"/>
                  </a:lnTo>
                  <a:lnTo>
                    <a:pt x="5483706" y="811681"/>
                  </a:lnTo>
                  <a:lnTo>
                    <a:pt x="5483864" y="811681"/>
                  </a:lnTo>
                  <a:lnTo>
                    <a:pt x="5484022" y="811681"/>
                  </a:lnTo>
                  <a:lnTo>
                    <a:pt x="5484179" y="811681"/>
                  </a:lnTo>
                  <a:lnTo>
                    <a:pt x="5484337" y="811681"/>
                  </a:lnTo>
                  <a:lnTo>
                    <a:pt x="5484495" y="811681"/>
                  </a:lnTo>
                  <a:lnTo>
                    <a:pt x="5484653" y="811681"/>
                  </a:lnTo>
                  <a:lnTo>
                    <a:pt x="5484810" y="811681"/>
                  </a:lnTo>
                  <a:lnTo>
                    <a:pt x="5484810" y="811250"/>
                  </a:lnTo>
                  <a:lnTo>
                    <a:pt x="5484968" y="811250"/>
                  </a:lnTo>
                  <a:lnTo>
                    <a:pt x="5485126" y="811250"/>
                  </a:lnTo>
                  <a:lnTo>
                    <a:pt x="5485283" y="811250"/>
                  </a:lnTo>
                  <a:lnTo>
                    <a:pt x="5485441" y="811250"/>
                  </a:lnTo>
                  <a:lnTo>
                    <a:pt x="5485599" y="811250"/>
                  </a:lnTo>
                  <a:lnTo>
                    <a:pt x="5485757" y="811250"/>
                  </a:lnTo>
                  <a:lnTo>
                    <a:pt x="5485914" y="811250"/>
                  </a:lnTo>
                  <a:lnTo>
                    <a:pt x="5486072" y="811250"/>
                  </a:lnTo>
                  <a:lnTo>
                    <a:pt x="5486072" y="810819"/>
                  </a:lnTo>
                  <a:lnTo>
                    <a:pt x="5486230" y="810819"/>
                  </a:lnTo>
                  <a:lnTo>
                    <a:pt x="5486230" y="810389"/>
                  </a:lnTo>
                  <a:lnTo>
                    <a:pt x="5486230" y="809958"/>
                  </a:lnTo>
                  <a:lnTo>
                    <a:pt x="5486388" y="809958"/>
                  </a:lnTo>
                  <a:lnTo>
                    <a:pt x="5486388" y="809528"/>
                  </a:lnTo>
                  <a:lnTo>
                    <a:pt x="5486545" y="809528"/>
                  </a:lnTo>
                  <a:lnTo>
                    <a:pt x="5486703" y="809528"/>
                  </a:lnTo>
                  <a:lnTo>
                    <a:pt x="5486861" y="809528"/>
                  </a:lnTo>
                  <a:lnTo>
                    <a:pt x="5486861" y="809097"/>
                  </a:lnTo>
                  <a:lnTo>
                    <a:pt x="5487018" y="809097"/>
                  </a:lnTo>
                  <a:lnTo>
                    <a:pt x="5487176" y="809097"/>
                  </a:lnTo>
                  <a:lnTo>
                    <a:pt x="5487334" y="809097"/>
                  </a:lnTo>
                  <a:lnTo>
                    <a:pt x="5487492" y="809097"/>
                  </a:lnTo>
                  <a:lnTo>
                    <a:pt x="5487492" y="808666"/>
                  </a:lnTo>
                  <a:lnTo>
                    <a:pt x="5487492" y="808236"/>
                  </a:lnTo>
                  <a:lnTo>
                    <a:pt x="5487649" y="808236"/>
                  </a:lnTo>
                  <a:lnTo>
                    <a:pt x="5487649" y="807805"/>
                  </a:lnTo>
                  <a:lnTo>
                    <a:pt x="5487807" y="807805"/>
                  </a:lnTo>
                  <a:lnTo>
                    <a:pt x="5487965" y="807805"/>
                  </a:lnTo>
                  <a:lnTo>
                    <a:pt x="5488122" y="807805"/>
                  </a:lnTo>
                  <a:lnTo>
                    <a:pt x="5488280" y="807805"/>
                  </a:lnTo>
                  <a:lnTo>
                    <a:pt x="5488280" y="807375"/>
                  </a:lnTo>
                  <a:lnTo>
                    <a:pt x="5488280" y="806944"/>
                  </a:lnTo>
                  <a:lnTo>
                    <a:pt x="5488438" y="806944"/>
                  </a:lnTo>
                  <a:lnTo>
                    <a:pt x="5488596" y="806944"/>
                  </a:lnTo>
                  <a:lnTo>
                    <a:pt x="5488753" y="806944"/>
                  </a:lnTo>
                  <a:lnTo>
                    <a:pt x="5488753" y="806513"/>
                  </a:lnTo>
                  <a:lnTo>
                    <a:pt x="5488911" y="806513"/>
                  </a:lnTo>
                  <a:lnTo>
                    <a:pt x="5489069" y="806513"/>
                  </a:lnTo>
                  <a:lnTo>
                    <a:pt x="5489226" y="806513"/>
                  </a:lnTo>
                  <a:lnTo>
                    <a:pt x="5489226" y="806083"/>
                  </a:lnTo>
                  <a:lnTo>
                    <a:pt x="5489384" y="806083"/>
                  </a:lnTo>
                  <a:lnTo>
                    <a:pt x="5489542" y="806083"/>
                  </a:lnTo>
                  <a:lnTo>
                    <a:pt x="5489700" y="806083"/>
                  </a:lnTo>
                  <a:lnTo>
                    <a:pt x="5489700" y="805652"/>
                  </a:lnTo>
                  <a:lnTo>
                    <a:pt x="5489857" y="805652"/>
                  </a:lnTo>
                  <a:lnTo>
                    <a:pt x="5490015" y="805652"/>
                  </a:lnTo>
                  <a:lnTo>
                    <a:pt x="5490173" y="805652"/>
                  </a:lnTo>
                  <a:lnTo>
                    <a:pt x="5490330" y="805652"/>
                  </a:lnTo>
                  <a:lnTo>
                    <a:pt x="5490488" y="805652"/>
                  </a:lnTo>
                  <a:lnTo>
                    <a:pt x="5490646" y="805652"/>
                  </a:lnTo>
                  <a:lnTo>
                    <a:pt x="5490804" y="805652"/>
                  </a:lnTo>
                  <a:lnTo>
                    <a:pt x="5490961" y="805652"/>
                  </a:lnTo>
                  <a:lnTo>
                    <a:pt x="5491119" y="805652"/>
                  </a:lnTo>
                  <a:lnTo>
                    <a:pt x="5491277" y="805652"/>
                  </a:lnTo>
                  <a:lnTo>
                    <a:pt x="5491277" y="805222"/>
                  </a:lnTo>
                  <a:lnTo>
                    <a:pt x="5491435" y="805222"/>
                  </a:lnTo>
                  <a:lnTo>
                    <a:pt x="5491592" y="805222"/>
                  </a:lnTo>
                  <a:lnTo>
                    <a:pt x="5491750" y="805222"/>
                  </a:lnTo>
                  <a:lnTo>
                    <a:pt x="5491908" y="805222"/>
                  </a:lnTo>
                  <a:lnTo>
                    <a:pt x="5492065" y="805222"/>
                  </a:lnTo>
                  <a:lnTo>
                    <a:pt x="5492223" y="805222"/>
                  </a:lnTo>
                  <a:lnTo>
                    <a:pt x="5492381" y="805222"/>
                  </a:lnTo>
                  <a:lnTo>
                    <a:pt x="5492539" y="805222"/>
                  </a:lnTo>
                  <a:lnTo>
                    <a:pt x="5492696" y="805222"/>
                  </a:lnTo>
                  <a:lnTo>
                    <a:pt x="5492854" y="805222"/>
                  </a:lnTo>
                  <a:lnTo>
                    <a:pt x="5493012" y="805222"/>
                  </a:lnTo>
                  <a:lnTo>
                    <a:pt x="5493169" y="805222"/>
                  </a:lnTo>
                  <a:lnTo>
                    <a:pt x="5493327" y="805222"/>
                  </a:lnTo>
                  <a:lnTo>
                    <a:pt x="5493327" y="804791"/>
                  </a:lnTo>
                  <a:lnTo>
                    <a:pt x="5493485" y="804791"/>
                  </a:lnTo>
                  <a:lnTo>
                    <a:pt x="5493643" y="804791"/>
                  </a:lnTo>
                  <a:lnTo>
                    <a:pt x="5493643" y="804360"/>
                  </a:lnTo>
                  <a:lnTo>
                    <a:pt x="5493800" y="804360"/>
                  </a:lnTo>
                  <a:lnTo>
                    <a:pt x="5493958" y="804360"/>
                  </a:lnTo>
                  <a:lnTo>
                    <a:pt x="5494116" y="804360"/>
                  </a:lnTo>
                  <a:lnTo>
                    <a:pt x="5494273" y="804360"/>
                  </a:lnTo>
                  <a:lnTo>
                    <a:pt x="5494431" y="804360"/>
                  </a:lnTo>
                  <a:lnTo>
                    <a:pt x="5494589" y="804360"/>
                  </a:lnTo>
                  <a:lnTo>
                    <a:pt x="5494747" y="804360"/>
                  </a:lnTo>
                  <a:lnTo>
                    <a:pt x="5494747" y="803930"/>
                  </a:lnTo>
                  <a:lnTo>
                    <a:pt x="5494747" y="803499"/>
                  </a:lnTo>
                  <a:lnTo>
                    <a:pt x="5494904" y="803499"/>
                  </a:lnTo>
                  <a:lnTo>
                    <a:pt x="5495062" y="803499"/>
                  </a:lnTo>
                  <a:lnTo>
                    <a:pt x="5495220" y="803499"/>
                  </a:lnTo>
                  <a:lnTo>
                    <a:pt x="5495377" y="803499"/>
                  </a:lnTo>
                  <a:lnTo>
                    <a:pt x="5495535" y="803499"/>
                  </a:lnTo>
                  <a:lnTo>
                    <a:pt x="5495693" y="803499"/>
                  </a:lnTo>
                  <a:lnTo>
                    <a:pt x="5495851" y="803499"/>
                  </a:lnTo>
                  <a:lnTo>
                    <a:pt x="5496008" y="803499"/>
                  </a:lnTo>
                  <a:lnTo>
                    <a:pt x="5496166" y="803499"/>
                  </a:lnTo>
                  <a:lnTo>
                    <a:pt x="5496324" y="803499"/>
                  </a:lnTo>
                  <a:lnTo>
                    <a:pt x="5496481" y="803499"/>
                  </a:lnTo>
                  <a:lnTo>
                    <a:pt x="5496481" y="803069"/>
                  </a:lnTo>
                  <a:lnTo>
                    <a:pt x="5496639" y="803069"/>
                  </a:lnTo>
                  <a:lnTo>
                    <a:pt x="5496797" y="803069"/>
                  </a:lnTo>
                  <a:lnTo>
                    <a:pt x="5496955" y="803069"/>
                  </a:lnTo>
                  <a:lnTo>
                    <a:pt x="5497112" y="803069"/>
                  </a:lnTo>
                  <a:lnTo>
                    <a:pt x="5497270" y="803069"/>
                  </a:lnTo>
                  <a:lnTo>
                    <a:pt x="5497428" y="803069"/>
                  </a:lnTo>
                  <a:lnTo>
                    <a:pt x="5497586" y="803069"/>
                  </a:lnTo>
                  <a:lnTo>
                    <a:pt x="5497586" y="802638"/>
                  </a:lnTo>
                  <a:lnTo>
                    <a:pt x="5497743" y="802638"/>
                  </a:lnTo>
                  <a:lnTo>
                    <a:pt x="5497901" y="802638"/>
                  </a:lnTo>
                  <a:lnTo>
                    <a:pt x="5498059" y="802638"/>
                  </a:lnTo>
                  <a:lnTo>
                    <a:pt x="5498216" y="802638"/>
                  </a:lnTo>
                  <a:lnTo>
                    <a:pt x="5498374" y="802638"/>
                  </a:lnTo>
                  <a:lnTo>
                    <a:pt x="5498532" y="802638"/>
                  </a:lnTo>
                  <a:lnTo>
                    <a:pt x="5498690" y="802638"/>
                  </a:lnTo>
                  <a:lnTo>
                    <a:pt x="5498847" y="802638"/>
                  </a:lnTo>
                  <a:lnTo>
                    <a:pt x="5499005" y="802638"/>
                  </a:lnTo>
                  <a:lnTo>
                    <a:pt x="5499163" y="802638"/>
                  </a:lnTo>
                  <a:lnTo>
                    <a:pt x="5499163" y="802207"/>
                  </a:lnTo>
                  <a:lnTo>
                    <a:pt x="5499163" y="801777"/>
                  </a:lnTo>
                  <a:lnTo>
                    <a:pt x="5499320" y="801777"/>
                  </a:lnTo>
                  <a:lnTo>
                    <a:pt x="5499478" y="801777"/>
                  </a:lnTo>
                  <a:lnTo>
                    <a:pt x="5499636" y="801777"/>
                  </a:lnTo>
                  <a:lnTo>
                    <a:pt x="5499794" y="801777"/>
                  </a:lnTo>
                  <a:lnTo>
                    <a:pt x="5499951" y="801777"/>
                  </a:lnTo>
                  <a:lnTo>
                    <a:pt x="5500109" y="801777"/>
                  </a:lnTo>
                  <a:lnTo>
                    <a:pt x="5500109" y="801346"/>
                  </a:lnTo>
                  <a:lnTo>
                    <a:pt x="5500267" y="801346"/>
                  </a:lnTo>
                  <a:lnTo>
                    <a:pt x="5500424" y="801346"/>
                  </a:lnTo>
                  <a:lnTo>
                    <a:pt x="5500424" y="800916"/>
                  </a:lnTo>
                  <a:lnTo>
                    <a:pt x="5500582" y="800916"/>
                  </a:lnTo>
                  <a:lnTo>
                    <a:pt x="5500740" y="800916"/>
                  </a:lnTo>
                  <a:lnTo>
                    <a:pt x="5500898" y="800916"/>
                  </a:lnTo>
                  <a:lnTo>
                    <a:pt x="5501055" y="800916"/>
                  </a:lnTo>
                  <a:lnTo>
                    <a:pt x="5501213" y="800916"/>
                  </a:lnTo>
                  <a:lnTo>
                    <a:pt x="5501371" y="800916"/>
                  </a:lnTo>
                  <a:lnTo>
                    <a:pt x="5501528" y="800916"/>
                  </a:lnTo>
                  <a:lnTo>
                    <a:pt x="5501528" y="800485"/>
                  </a:lnTo>
                  <a:lnTo>
                    <a:pt x="5501686" y="800485"/>
                  </a:lnTo>
                  <a:lnTo>
                    <a:pt x="5501844" y="800485"/>
                  </a:lnTo>
                  <a:lnTo>
                    <a:pt x="5502002" y="800485"/>
                  </a:lnTo>
                  <a:lnTo>
                    <a:pt x="5502159" y="800485"/>
                  </a:lnTo>
                  <a:lnTo>
                    <a:pt x="5502317" y="800485"/>
                  </a:lnTo>
                  <a:lnTo>
                    <a:pt x="5502317" y="800054"/>
                  </a:lnTo>
                  <a:lnTo>
                    <a:pt x="5502317" y="799624"/>
                  </a:lnTo>
                  <a:lnTo>
                    <a:pt x="5502475" y="799624"/>
                  </a:lnTo>
                  <a:lnTo>
                    <a:pt x="5502475" y="799193"/>
                  </a:lnTo>
                  <a:lnTo>
                    <a:pt x="5502633" y="799193"/>
                  </a:lnTo>
                  <a:lnTo>
                    <a:pt x="5502790" y="799193"/>
                  </a:lnTo>
                  <a:lnTo>
                    <a:pt x="5502790" y="798763"/>
                  </a:lnTo>
                  <a:lnTo>
                    <a:pt x="5502948" y="798763"/>
                  </a:lnTo>
                  <a:lnTo>
                    <a:pt x="5503106" y="798763"/>
                  </a:lnTo>
                  <a:lnTo>
                    <a:pt x="5503263" y="798763"/>
                  </a:lnTo>
                  <a:lnTo>
                    <a:pt x="5503263" y="798332"/>
                  </a:lnTo>
                  <a:lnTo>
                    <a:pt x="5503421" y="798332"/>
                  </a:lnTo>
                  <a:lnTo>
                    <a:pt x="5503579" y="798332"/>
                  </a:lnTo>
                  <a:lnTo>
                    <a:pt x="5503579" y="797901"/>
                  </a:lnTo>
                  <a:lnTo>
                    <a:pt x="5503737" y="797901"/>
                  </a:lnTo>
                  <a:lnTo>
                    <a:pt x="5503894" y="797901"/>
                  </a:lnTo>
                  <a:lnTo>
                    <a:pt x="5504052" y="797901"/>
                  </a:lnTo>
                  <a:lnTo>
                    <a:pt x="5504210" y="797901"/>
                  </a:lnTo>
                  <a:lnTo>
                    <a:pt x="5504367" y="797901"/>
                  </a:lnTo>
                  <a:lnTo>
                    <a:pt x="5504525" y="797901"/>
                  </a:lnTo>
                  <a:lnTo>
                    <a:pt x="5504683" y="797901"/>
                  </a:lnTo>
                  <a:lnTo>
                    <a:pt x="5504683" y="797471"/>
                  </a:lnTo>
                  <a:lnTo>
                    <a:pt x="5504841" y="797471"/>
                  </a:lnTo>
                  <a:lnTo>
                    <a:pt x="5504998" y="797471"/>
                  </a:lnTo>
                  <a:lnTo>
                    <a:pt x="5505156" y="797471"/>
                  </a:lnTo>
                  <a:lnTo>
                    <a:pt x="5505314" y="797471"/>
                  </a:lnTo>
                  <a:lnTo>
                    <a:pt x="5505471" y="797471"/>
                  </a:lnTo>
                  <a:lnTo>
                    <a:pt x="5505629" y="797471"/>
                  </a:lnTo>
                  <a:lnTo>
                    <a:pt x="5505787" y="797471"/>
                  </a:lnTo>
                  <a:lnTo>
                    <a:pt x="5505945" y="797471"/>
                  </a:lnTo>
                  <a:lnTo>
                    <a:pt x="5506102" y="797471"/>
                  </a:lnTo>
                  <a:lnTo>
                    <a:pt x="5506260" y="797471"/>
                  </a:lnTo>
                  <a:lnTo>
                    <a:pt x="5506260" y="797040"/>
                  </a:lnTo>
                  <a:lnTo>
                    <a:pt x="5506418" y="797040"/>
                  </a:lnTo>
                  <a:lnTo>
                    <a:pt x="5506575" y="797040"/>
                  </a:lnTo>
                  <a:lnTo>
                    <a:pt x="5506575" y="796610"/>
                  </a:lnTo>
                  <a:lnTo>
                    <a:pt x="5506733" y="796610"/>
                  </a:lnTo>
                  <a:lnTo>
                    <a:pt x="5506733" y="796179"/>
                  </a:lnTo>
                  <a:lnTo>
                    <a:pt x="5506891" y="796179"/>
                  </a:lnTo>
                  <a:lnTo>
                    <a:pt x="5507049" y="796179"/>
                  </a:lnTo>
                  <a:lnTo>
                    <a:pt x="5507049" y="795748"/>
                  </a:lnTo>
                  <a:lnTo>
                    <a:pt x="5507206" y="795748"/>
                  </a:lnTo>
                  <a:lnTo>
                    <a:pt x="5507364" y="795748"/>
                  </a:lnTo>
                  <a:lnTo>
                    <a:pt x="5507522" y="795748"/>
                  </a:lnTo>
                  <a:lnTo>
                    <a:pt x="5507679" y="795748"/>
                  </a:lnTo>
                  <a:lnTo>
                    <a:pt x="5507837" y="795748"/>
                  </a:lnTo>
                  <a:lnTo>
                    <a:pt x="5507995" y="795748"/>
                  </a:lnTo>
                  <a:lnTo>
                    <a:pt x="5508153" y="795748"/>
                  </a:lnTo>
                  <a:lnTo>
                    <a:pt x="5508310" y="795748"/>
                  </a:lnTo>
                  <a:lnTo>
                    <a:pt x="5508468" y="795748"/>
                  </a:lnTo>
                  <a:lnTo>
                    <a:pt x="5508626" y="795748"/>
                  </a:lnTo>
                  <a:lnTo>
                    <a:pt x="5508784" y="795748"/>
                  </a:lnTo>
                  <a:lnTo>
                    <a:pt x="5508941" y="795748"/>
                  </a:lnTo>
                  <a:lnTo>
                    <a:pt x="5509099" y="795748"/>
                  </a:lnTo>
                  <a:lnTo>
                    <a:pt x="5509257" y="795748"/>
                  </a:lnTo>
                  <a:lnTo>
                    <a:pt x="5509414" y="795748"/>
                  </a:lnTo>
                  <a:lnTo>
                    <a:pt x="5509572" y="795748"/>
                  </a:lnTo>
                  <a:lnTo>
                    <a:pt x="5509730" y="795748"/>
                  </a:lnTo>
                  <a:lnTo>
                    <a:pt x="5509888" y="795748"/>
                  </a:lnTo>
                  <a:lnTo>
                    <a:pt x="5510045" y="795748"/>
                  </a:lnTo>
                  <a:lnTo>
                    <a:pt x="5510203" y="795748"/>
                  </a:lnTo>
                  <a:lnTo>
                    <a:pt x="5510361" y="795748"/>
                  </a:lnTo>
                  <a:lnTo>
                    <a:pt x="5510518" y="795748"/>
                  </a:lnTo>
                  <a:lnTo>
                    <a:pt x="5510676" y="795748"/>
                  </a:lnTo>
                  <a:lnTo>
                    <a:pt x="5510834" y="795748"/>
                  </a:lnTo>
                  <a:lnTo>
                    <a:pt x="5510992" y="795748"/>
                  </a:lnTo>
                  <a:lnTo>
                    <a:pt x="5510992" y="795318"/>
                  </a:lnTo>
                  <a:lnTo>
                    <a:pt x="5511149" y="795318"/>
                  </a:lnTo>
                  <a:lnTo>
                    <a:pt x="5511307" y="795318"/>
                  </a:lnTo>
                  <a:lnTo>
                    <a:pt x="5511465" y="795318"/>
                  </a:lnTo>
                  <a:lnTo>
                    <a:pt x="5511622" y="795318"/>
                  </a:lnTo>
                  <a:lnTo>
                    <a:pt x="5511780" y="795318"/>
                  </a:lnTo>
                  <a:lnTo>
                    <a:pt x="5511938" y="795318"/>
                  </a:lnTo>
                  <a:lnTo>
                    <a:pt x="5511938" y="794887"/>
                  </a:lnTo>
                  <a:lnTo>
                    <a:pt x="5512096" y="794887"/>
                  </a:lnTo>
                  <a:lnTo>
                    <a:pt x="5512253" y="794887"/>
                  </a:lnTo>
                  <a:lnTo>
                    <a:pt x="5512411" y="794887"/>
                  </a:lnTo>
                  <a:lnTo>
                    <a:pt x="5512569" y="794887"/>
                  </a:lnTo>
                  <a:lnTo>
                    <a:pt x="5512726" y="794887"/>
                  </a:lnTo>
                  <a:lnTo>
                    <a:pt x="5512884" y="794887"/>
                  </a:lnTo>
                  <a:lnTo>
                    <a:pt x="5513042" y="794887"/>
                  </a:lnTo>
                  <a:lnTo>
                    <a:pt x="5513200" y="794887"/>
                  </a:lnTo>
                  <a:lnTo>
                    <a:pt x="5513357" y="794887"/>
                  </a:lnTo>
                  <a:lnTo>
                    <a:pt x="5513515" y="794887"/>
                  </a:lnTo>
                  <a:lnTo>
                    <a:pt x="5513673" y="794887"/>
                  </a:lnTo>
                  <a:lnTo>
                    <a:pt x="5513831" y="794887"/>
                  </a:lnTo>
                  <a:lnTo>
                    <a:pt x="5513988" y="794887"/>
                  </a:lnTo>
                  <a:lnTo>
                    <a:pt x="5514146" y="794887"/>
                  </a:lnTo>
                  <a:lnTo>
                    <a:pt x="5514304" y="794887"/>
                  </a:lnTo>
                  <a:lnTo>
                    <a:pt x="5514461" y="794887"/>
                  </a:lnTo>
                  <a:lnTo>
                    <a:pt x="5514619" y="794887"/>
                  </a:lnTo>
                  <a:lnTo>
                    <a:pt x="5514777" y="794887"/>
                  </a:lnTo>
                  <a:lnTo>
                    <a:pt x="5514777" y="794457"/>
                  </a:lnTo>
                  <a:lnTo>
                    <a:pt x="5514935" y="794457"/>
                  </a:lnTo>
                  <a:lnTo>
                    <a:pt x="5515092" y="794457"/>
                  </a:lnTo>
                  <a:lnTo>
                    <a:pt x="5515250" y="794457"/>
                  </a:lnTo>
                  <a:lnTo>
                    <a:pt x="5515250" y="794026"/>
                  </a:lnTo>
                  <a:lnTo>
                    <a:pt x="5515408" y="794026"/>
                  </a:lnTo>
                  <a:lnTo>
                    <a:pt x="5515565" y="794026"/>
                  </a:lnTo>
                  <a:lnTo>
                    <a:pt x="5515723" y="794026"/>
                  </a:lnTo>
                  <a:lnTo>
                    <a:pt x="5515723" y="793595"/>
                  </a:lnTo>
                  <a:lnTo>
                    <a:pt x="5515881" y="793595"/>
                  </a:lnTo>
                  <a:lnTo>
                    <a:pt x="5516039" y="793595"/>
                  </a:lnTo>
                  <a:lnTo>
                    <a:pt x="5516196" y="793595"/>
                  </a:lnTo>
                  <a:lnTo>
                    <a:pt x="5516354" y="793595"/>
                  </a:lnTo>
                  <a:lnTo>
                    <a:pt x="5516354" y="793165"/>
                  </a:lnTo>
                  <a:lnTo>
                    <a:pt x="5516512" y="793165"/>
                  </a:lnTo>
                  <a:lnTo>
                    <a:pt x="5516669" y="793165"/>
                  </a:lnTo>
                  <a:lnTo>
                    <a:pt x="5516827" y="793165"/>
                  </a:lnTo>
                  <a:lnTo>
                    <a:pt x="5516985" y="793165"/>
                  </a:lnTo>
                  <a:lnTo>
                    <a:pt x="5517143" y="793165"/>
                  </a:lnTo>
                  <a:lnTo>
                    <a:pt x="5517300" y="793165"/>
                  </a:lnTo>
                  <a:lnTo>
                    <a:pt x="5517458" y="793165"/>
                  </a:lnTo>
                  <a:lnTo>
                    <a:pt x="5517616" y="793165"/>
                  </a:lnTo>
                  <a:lnTo>
                    <a:pt x="5517773" y="793165"/>
                  </a:lnTo>
                  <a:lnTo>
                    <a:pt x="5517931" y="793165"/>
                  </a:lnTo>
                  <a:lnTo>
                    <a:pt x="5518089" y="793165"/>
                  </a:lnTo>
                  <a:lnTo>
                    <a:pt x="5518247" y="793165"/>
                  </a:lnTo>
                  <a:lnTo>
                    <a:pt x="5518404" y="793165"/>
                  </a:lnTo>
                  <a:lnTo>
                    <a:pt x="5518562" y="793165"/>
                  </a:lnTo>
                  <a:lnTo>
                    <a:pt x="5518720" y="793165"/>
                  </a:lnTo>
                  <a:lnTo>
                    <a:pt x="5518877" y="793165"/>
                  </a:lnTo>
                  <a:lnTo>
                    <a:pt x="5519035" y="793165"/>
                  </a:lnTo>
                  <a:lnTo>
                    <a:pt x="5519193" y="793165"/>
                  </a:lnTo>
                  <a:lnTo>
                    <a:pt x="5519351" y="793165"/>
                  </a:lnTo>
                  <a:lnTo>
                    <a:pt x="5519351" y="792734"/>
                  </a:lnTo>
                  <a:lnTo>
                    <a:pt x="5519508" y="792734"/>
                  </a:lnTo>
                  <a:lnTo>
                    <a:pt x="5519666" y="792734"/>
                  </a:lnTo>
                  <a:lnTo>
                    <a:pt x="5519824" y="792734"/>
                  </a:lnTo>
                  <a:lnTo>
                    <a:pt x="5519982" y="792734"/>
                  </a:lnTo>
                  <a:lnTo>
                    <a:pt x="5520139" y="792734"/>
                  </a:lnTo>
                  <a:lnTo>
                    <a:pt x="5520139" y="792304"/>
                  </a:lnTo>
                  <a:lnTo>
                    <a:pt x="5520297" y="792304"/>
                  </a:lnTo>
                  <a:lnTo>
                    <a:pt x="5520455" y="792304"/>
                  </a:lnTo>
                  <a:lnTo>
                    <a:pt x="5520455" y="791873"/>
                  </a:lnTo>
                  <a:lnTo>
                    <a:pt x="5520612" y="791873"/>
                  </a:lnTo>
                  <a:lnTo>
                    <a:pt x="5520770" y="791873"/>
                  </a:lnTo>
                  <a:lnTo>
                    <a:pt x="5520770" y="791442"/>
                  </a:lnTo>
                  <a:lnTo>
                    <a:pt x="5520928" y="791442"/>
                  </a:lnTo>
                  <a:lnTo>
                    <a:pt x="5521086" y="791442"/>
                  </a:lnTo>
                  <a:lnTo>
                    <a:pt x="5521243" y="791442"/>
                  </a:lnTo>
                  <a:lnTo>
                    <a:pt x="5521401" y="791442"/>
                  </a:lnTo>
                  <a:lnTo>
                    <a:pt x="5521559" y="791442"/>
                  </a:lnTo>
                  <a:lnTo>
                    <a:pt x="5521716" y="791442"/>
                  </a:lnTo>
                  <a:lnTo>
                    <a:pt x="5521874" y="791442"/>
                  </a:lnTo>
                  <a:lnTo>
                    <a:pt x="5522032" y="791442"/>
                  </a:lnTo>
                  <a:lnTo>
                    <a:pt x="5522032" y="791012"/>
                  </a:lnTo>
                  <a:lnTo>
                    <a:pt x="5522190" y="791012"/>
                  </a:lnTo>
                  <a:lnTo>
                    <a:pt x="5522347" y="791012"/>
                  </a:lnTo>
                  <a:lnTo>
                    <a:pt x="5522505" y="791012"/>
                  </a:lnTo>
                  <a:lnTo>
                    <a:pt x="5522663" y="791012"/>
                  </a:lnTo>
                  <a:lnTo>
                    <a:pt x="5522820" y="791012"/>
                  </a:lnTo>
                  <a:lnTo>
                    <a:pt x="5522978" y="791012"/>
                  </a:lnTo>
                  <a:lnTo>
                    <a:pt x="5523136" y="791012"/>
                  </a:lnTo>
                  <a:lnTo>
                    <a:pt x="5523294" y="791012"/>
                  </a:lnTo>
                  <a:lnTo>
                    <a:pt x="5523451" y="791012"/>
                  </a:lnTo>
                  <a:lnTo>
                    <a:pt x="5523609" y="791012"/>
                  </a:lnTo>
                  <a:lnTo>
                    <a:pt x="5523767" y="791012"/>
                  </a:lnTo>
                  <a:lnTo>
                    <a:pt x="5523924" y="791012"/>
                  </a:lnTo>
                  <a:lnTo>
                    <a:pt x="5524082" y="791012"/>
                  </a:lnTo>
                  <a:lnTo>
                    <a:pt x="5524240" y="791012"/>
                  </a:lnTo>
                  <a:lnTo>
                    <a:pt x="5524240" y="790581"/>
                  </a:lnTo>
                  <a:lnTo>
                    <a:pt x="5524398" y="790581"/>
                  </a:lnTo>
                  <a:lnTo>
                    <a:pt x="5524398" y="790151"/>
                  </a:lnTo>
                  <a:lnTo>
                    <a:pt x="5524398" y="789720"/>
                  </a:lnTo>
                  <a:lnTo>
                    <a:pt x="5524555" y="789720"/>
                  </a:lnTo>
                  <a:lnTo>
                    <a:pt x="5524555" y="789289"/>
                  </a:lnTo>
                  <a:lnTo>
                    <a:pt x="5524555" y="788859"/>
                  </a:lnTo>
                  <a:lnTo>
                    <a:pt x="5524713" y="788859"/>
                  </a:lnTo>
                  <a:lnTo>
                    <a:pt x="5524871" y="788859"/>
                  </a:lnTo>
                  <a:lnTo>
                    <a:pt x="5525029" y="788859"/>
                  </a:lnTo>
                  <a:lnTo>
                    <a:pt x="5525186" y="788859"/>
                  </a:lnTo>
                  <a:lnTo>
                    <a:pt x="5525344" y="788859"/>
                  </a:lnTo>
                  <a:lnTo>
                    <a:pt x="5525344" y="788428"/>
                  </a:lnTo>
                  <a:lnTo>
                    <a:pt x="5525502" y="788428"/>
                  </a:lnTo>
                  <a:lnTo>
                    <a:pt x="5525659" y="788428"/>
                  </a:lnTo>
                  <a:lnTo>
                    <a:pt x="5525817" y="788428"/>
                  </a:lnTo>
                  <a:lnTo>
                    <a:pt x="5525817" y="787998"/>
                  </a:lnTo>
                  <a:lnTo>
                    <a:pt x="5525975" y="787998"/>
                  </a:lnTo>
                  <a:lnTo>
                    <a:pt x="5526133" y="787998"/>
                  </a:lnTo>
                  <a:lnTo>
                    <a:pt x="5526290" y="787998"/>
                  </a:lnTo>
                  <a:lnTo>
                    <a:pt x="5526290" y="787567"/>
                  </a:lnTo>
                  <a:lnTo>
                    <a:pt x="5526448" y="787567"/>
                  </a:lnTo>
                  <a:lnTo>
                    <a:pt x="5526606" y="787567"/>
                  </a:lnTo>
                  <a:lnTo>
                    <a:pt x="5526763" y="787567"/>
                  </a:lnTo>
                  <a:lnTo>
                    <a:pt x="5526921" y="787567"/>
                  </a:lnTo>
                  <a:lnTo>
                    <a:pt x="5527079" y="787567"/>
                  </a:lnTo>
                  <a:lnTo>
                    <a:pt x="5527079" y="787136"/>
                  </a:lnTo>
                  <a:lnTo>
                    <a:pt x="5527237" y="787136"/>
                  </a:lnTo>
                  <a:lnTo>
                    <a:pt x="5527394" y="787136"/>
                  </a:lnTo>
                  <a:lnTo>
                    <a:pt x="5527552" y="787136"/>
                  </a:lnTo>
                  <a:lnTo>
                    <a:pt x="5527710" y="787136"/>
                  </a:lnTo>
                  <a:lnTo>
                    <a:pt x="5527867" y="787136"/>
                  </a:lnTo>
                  <a:lnTo>
                    <a:pt x="5528025" y="787136"/>
                  </a:lnTo>
                  <a:lnTo>
                    <a:pt x="5528183" y="787136"/>
                  </a:lnTo>
                  <a:lnTo>
                    <a:pt x="5528341" y="787136"/>
                  </a:lnTo>
                  <a:lnTo>
                    <a:pt x="5528498" y="787136"/>
                  </a:lnTo>
                  <a:lnTo>
                    <a:pt x="5528498" y="786706"/>
                  </a:lnTo>
                  <a:lnTo>
                    <a:pt x="5528656" y="786706"/>
                  </a:lnTo>
                  <a:lnTo>
                    <a:pt x="5528814" y="786706"/>
                  </a:lnTo>
                  <a:lnTo>
                    <a:pt x="5528814" y="786275"/>
                  </a:lnTo>
                  <a:lnTo>
                    <a:pt x="5528971" y="786275"/>
                  </a:lnTo>
                  <a:lnTo>
                    <a:pt x="5529129" y="786275"/>
                  </a:lnTo>
                  <a:lnTo>
                    <a:pt x="5529287" y="786275"/>
                  </a:lnTo>
                  <a:lnTo>
                    <a:pt x="5529445" y="786275"/>
                  </a:lnTo>
                  <a:lnTo>
                    <a:pt x="5529602" y="786275"/>
                  </a:lnTo>
                  <a:lnTo>
                    <a:pt x="5529760" y="786275"/>
                  </a:lnTo>
                  <a:lnTo>
                    <a:pt x="5529918" y="786275"/>
                  </a:lnTo>
                  <a:lnTo>
                    <a:pt x="5529918" y="785845"/>
                  </a:lnTo>
                  <a:lnTo>
                    <a:pt x="5530075" y="785845"/>
                  </a:lnTo>
                  <a:lnTo>
                    <a:pt x="5530233" y="785845"/>
                  </a:lnTo>
                  <a:lnTo>
                    <a:pt x="5530391" y="785845"/>
                  </a:lnTo>
                  <a:lnTo>
                    <a:pt x="5530549" y="785845"/>
                  </a:lnTo>
                  <a:lnTo>
                    <a:pt x="5530706" y="785845"/>
                  </a:lnTo>
                  <a:lnTo>
                    <a:pt x="5530706" y="785414"/>
                  </a:lnTo>
                  <a:lnTo>
                    <a:pt x="5530864" y="785414"/>
                  </a:lnTo>
                  <a:lnTo>
                    <a:pt x="5531022" y="785414"/>
                  </a:lnTo>
                  <a:lnTo>
                    <a:pt x="5531180" y="785414"/>
                  </a:lnTo>
                  <a:lnTo>
                    <a:pt x="5531337" y="785414"/>
                  </a:lnTo>
                  <a:lnTo>
                    <a:pt x="5531495" y="785414"/>
                  </a:lnTo>
                  <a:lnTo>
                    <a:pt x="5531653" y="785414"/>
                  </a:lnTo>
                  <a:lnTo>
                    <a:pt x="5531810" y="785414"/>
                  </a:lnTo>
                  <a:lnTo>
                    <a:pt x="5531968" y="785414"/>
                  </a:lnTo>
                  <a:lnTo>
                    <a:pt x="5532126" y="785414"/>
                  </a:lnTo>
                  <a:lnTo>
                    <a:pt x="5532284" y="785414"/>
                  </a:lnTo>
                  <a:lnTo>
                    <a:pt x="5532441" y="785414"/>
                  </a:lnTo>
                  <a:lnTo>
                    <a:pt x="5532599" y="785414"/>
                  </a:lnTo>
                  <a:lnTo>
                    <a:pt x="5532599" y="784983"/>
                  </a:lnTo>
                  <a:lnTo>
                    <a:pt x="5532757" y="784983"/>
                  </a:lnTo>
                  <a:lnTo>
                    <a:pt x="5532914" y="784983"/>
                  </a:lnTo>
                  <a:lnTo>
                    <a:pt x="5533072" y="784983"/>
                  </a:lnTo>
                  <a:lnTo>
                    <a:pt x="5533072" y="784553"/>
                  </a:lnTo>
                  <a:lnTo>
                    <a:pt x="5533230" y="784553"/>
                  </a:lnTo>
                  <a:lnTo>
                    <a:pt x="5533388" y="784553"/>
                  </a:lnTo>
                  <a:lnTo>
                    <a:pt x="5533545" y="784553"/>
                  </a:lnTo>
                  <a:lnTo>
                    <a:pt x="5533703" y="784553"/>
                  </a:lnTo>
                  <a:lnTo>
                    <a:pt x="5533861" y="784553"/>
                  </a:lnTo>
                  <a:lnTo>
                    <a:pt x="5534018" y="784553"/>
                  </a:lnTo>
                  <a:lnTo>
                    <a:pt x="5534176" y="784553"/>
                  </a:lnTo>
                  <a:lnTo>
                    <a:pt x="5534334" y="784553"/>
                  </a:lnTo>
                  <a:lnTo>
                    <a:pt x="5534492" y="784553"/>
                  </a:lnTo>
                  <a:lnTo>
                    <a:pt x="5534649" y="784553"/>
                  </a:lnTo>
                  <a:lnTo>
                    <a:pt x="5534807" y="784553"/>
                  </a:lnTo>
                  <a:lnTo>
                    <a:pt x="5534965" y="784553"/>
                  </a:lnTo>
                  <a:lnTo>
                    <a:pt x="5535122" y="784553"/>
                  </a:lnTo>
                  <a:lnTo>
                    <a:pt x="5535280" y="784553"/>
                  </a:lnTo>
                  <a:lnTo>
                    <a:pt x="5535280" y="784122"/>
                  </a:lnTo>
                  <a:lnTo>
                    <a:pt x="5535438" y="784122"/>
                  </a:lnTo>
                  <a:lnTo>
                    <a:pt x="5535596" y="784122"/>
                  </a:lnTo>
                  <a:lnTo>
                    <a:pt x="5535596" y="783692"/>
                  </a:lnTo>
                  <a:lnTo>
                    <a:pt x="5535753" y="783692"/>
                  </a:lnTo>
                  <a:lnTo>
                    <a:pt x="5535911" y="783692"/>
                  </a:lnTo>
                  <a:lnTo>
                    <a:pt x="5536069" y="783692"/>
                  </a:lnTo>
                  <a:lnTo>
                    <a:pt x="5536227" y="783692"/>
                  </a:lnTo>
                  <a:lnTo>
                    <a:pt x="5536384" y="783692"/>
                  </a:lnTo>
                  <a:lnTo>
                    <a:pt x="5536542" y="783692"/>
                  </a:lnTo>
                  <a:lnTo>
                    <a:pt x="5536542" y="783261"/>
                  </a:lnTo>
                  <a:lnTo>
                    <a:pt x="5536700" y="783261"/>
                  </a:lnTo>
                  <a:lnTo>
                    <a:pt x="5536857" y="783261"/>
                  </a:lnTo>
                  <a:lnTo>
                    <a:pt x="5536857" y="782830"/>
                  </a:lnTo>
                  <a:lnTo>
                    <a:pt x="5537015" y="782830"/>
                  </a:lnTo>
                  <a:lnTo>
                    <a:pt x="5537173" y="782830"/>
                  </a:lnTo>
                  <a:lnTo>
                    <a:pt x="5537331" y="782830"/>
                  </a:lnTo>
                  <a:lnTo>
                    <a:pt x="5537488" y="782830"/>
                  </a:lnTo>
                  <a:lnTo>
                    <a:pt x="5537488" y="782400"/>
                  </a:lnTo>
                  <a:lnTo>
                    <a:pt x="5537488" y="781969"/>
                  </a:lnTo>
                  <a:lnTo>
                    <a:pt x="5537646" y="781969"/>
                  </a:lnTo>
                  <a:lnTo>
                    <a:pt x="5537804" y="781969"/>
                  </a:lnTo>
                  <a:lnTo>
                    <a:pt x="5537961" y="781969"/>
                  </a:lnTo>
                  <a:lnTo>
                    <a:pt x="5538119" y="781969"/>
                  </a:lnTo>
                  <a:lnTo>
                    <a:pt x="5538277" y="781969"/>
                  </a:lnTo>
                  <a:lnTo>
                    <a:pt x="5538435" y="781969"/>
                  </a:lnTo>
                  <a:lnTo>
                    <a:pt x="5538592" y="781969"/>
                  </a:lnTo>
                  <a:lnTo>
                    <a:pt x="5538750" y="781969"/>
                  </a:lnTo>
                  <a:lnTo>
                    <a:pt x="5538908" y="781969"/>
                  </a:lnTo>
                  <a:lnTo>
                    <a:pt x="5539065" y="781969"/>
                  </a:lnTo>
                  <a:lnTo>
                    <a:pt x="5539223" y="781969"/>
                  </a:lnTo>
                  <a:lnTo>
                    <a:pt x="5539381" y="781969"/>
                  </a:lnTo>
                  <a:lnTo>
                    <a:pt x="5539539" y="781969"/>
                  </a:lnTo>
                  <a:lnTo>
                    <a:pt x="5539696" y="781969"/>
                  </a:lnTo>
                  <a:lnTo>
                    <a:pt x="5539696" y="781539"/>
                  </a:lnTo>
                  <a:lnTo>
                    <a:pt x="5539854" y="781539"/>
                  </a:lnTo>
                  <a:lnTo>
                    <a:pt x="5540012" y="781539"/>
                  </a:lnTo>
                  <a:lnTo>
                    <a:pt x="5540169" y="781539"/>
                  </a:lnTo>
                  <a:lnTo>
                    <a:pt x="5540327" y="781539"/>
                  </a:lnTo>
                  <a:lnTo>
                    <a:pt x="5540485" y="781539"/>
                  </a:lnTo>
                  <a:lnTo>
                    <a:pt x="5540643" y="781539"/>
                  </a:lnTo>
                  <a:lnTo>
                    <a:pt x="5540800" y="781539"/>
                  </a:lnTo>
                  <a:lnTo>
                    <a:pt x="5540800" y="781108"/>
                  </a:lnTo>
                  <a:lnTo>
                    <a:pt x="5540958" y="781108"/>
                  </a:lnTo>
                  <a:lnTo>
                    <a:pt x="5541116" y="781108"/>
                  </a:lnTo>
                  <a:lnTo>
                    <a:pt x="5541273" y="781108"/>
                  </a:lnTo>
                  <a:lnTo>
                    <a:pt x="5541431" y="781108"/>
                  </a:lnTo>
                  <a:lnTo>
                    <a:pt x="5541589" y="781108"/>
                  </a:lnTo>
                  <a:lnTo>
                    <a:pt x="5541747" y="781108"/>
                  </a:lnTo>
                  <a:lnTo>
                    <a:pt x="5541904" y="781108"/>
                  </a:lnTo>
                  <a:lnTo>
                    <a:pt x="5542062" y="781108"/>
                  </a:lnTo>
                  <a:lnTo>
                    <a:pt x="5542220" y="781108"/>
                  </a:lnTo>
                  <a:lnTo>
                    <a:pt x="5542378" y="781108"/>
                  </a:lnTo>
                  <a:lnTo>
                    <a:pt x="5542535" y="781108"/>
                  </a:lnTo>
                  <a:lnTo>
                    <a:pt x="5542535" y="780677"/>
                  </a:lnTo>
                  <a:lnTo>
                    <a:pt x="5542693" y="780677"/>
                  </a:lnTo>
                  <a:lnTo>
                    <a:pt x="5542851" y="780677"/>
                  </a:lnTo>
                  <a:lnTo>
                    <a:pt x="5543008" y="780677"/>
                  </a:lnTo>
                  <a:lnTo>
                    <a:pt x="5543166" y="780677"/>
                  </a:lnTo>
                  <a:lnTo>
                    <a:pt x="5543324" y="780677"/>
                  </a:lnTo>
                  <a:lnTo>
                    <a:pt x="5543482" y="780677"/>
                  </a:lnTo>
                  <a:lnTo>
                    <a:pt x="5543639" y="780677"/>
                  </a:lnTo>
                  <a:lnTo>
                    <a:pt x="5543797" y="780677"/>
                  </a:lnTo>
                  <a:lnTo>
                    <a:pt x="5543955" y="780677"/>
                  </a:lnTo>
                  <a:lnTo>
                    <a:pt x="5544112" y="780677"/>
                  </a:lnTo>
                  <a:lnTo>
                    <a:pt x="5544112" y="780247"/>
                  </a:lnTo>
                  <a:lnTo>
                    <a:pt x="5544112" y="779816"/>
                  </a:lnTo>
                  <a:lnTo>
                    <a:pt x="5544112" y="779386"/>
                  </a:lnTo>
                  <a:lnTo>
                    <a:pt x="5544270" y="779386"/>
                  </a:lnTo>
                  <a:lnTo>
                    <a:pt x="5544428" y="779386"/>
                  </a:lnTo>
                  <a:lnTo>
                    <a:pt x="5544586" y="779386"/>
                  </a:lnTo>
                  <a:lnTo>
                    <a:pt x="5544586" y="778955"/>
                  </a:lnTo>
                  <a:lnTo>
                    <a:pt x="5544743" y="778955"/>
                  </a:lnTo>
                  <a:lnTo>
                    <a:pt x="5544901" y="778955"/>
                  </a:lnTo>
                  <a:lnTo>
                    <a:pt x="5545059" y="778955"/>
                  </a:lnTo>
                  <a:lnTo>
                    <a:pt x="5545059" y="778524"/>
                  </a:lnTo>
                  <a:lnTo>
                    <a:pt x="5545059" y="778094"/>
                  </a:lnTo>
                  <a:lnTo>
                    <a:pt x="5545216" y="778094"/>
                  </a:lnTo>
                  <a:lnTo>
                    <a:pt x="5545374" y="778094"/>
                  </a:lnTo>
                  <a:lnTo>
                    <a:pt x="5545532" y="778094"/>
                  </a:lnTo>
                  <a:lnTo>
                    <a:pt x="5545690" y="778094"/>
                  </a:lnTo>
                  <a:lnTo>
                    <a:pt x="5545847" y="778094"/>
                  </a:lnTo>
                  <a:lnTo>
                    <a:pt x="5546005" y="778094"/>
                  </a:lnTo>
                  <a:lnTo>
                    <a:pt x="5546163" y="778094"/>
                  </a:lnTo>
                  <a:lnTo>
                    <a:pt x="5546163" y="777663"/>
                  </a:lnTo>
                  <a:lnTo>
                    <a:pt x="5546320" y="777663"/>
                  </a:lnTo>
                  <a:lnTo>
                    <a:pt x="5546478" y="777663"/>
                  </a:lnTo>
                  <a:lnTo>
                    <a:pt x="5546636" y="777663"/>
                  </a:lnTo>
                  <a:lnTo>
                    <a:pt x="5546794" y="777663"/>
                  </a:lnTo>
                  <a:lnTo>
                    <a:pt x="5546951" y="777663"/>
                  </a:lnTo>
                  <a:lnTo>
                    <a:pt x="5547109" y="777663"/>
                  </a:lnTo>
                  <a:lnTo>
                    <a:pt x="5547267" y="777663"/>
                  </a:lnTo>
                  <a:lnTo>
                    <a:pt x="5547425" y="777663"/>
                  </a:lnTo>
                  <a:lnTo>
                    <a:pt x="5547582" y="777663"/>
                  </a:lnTo>
                  <a:lnTo>
                    <a:pt x="5547582" y="777233"/>
                  </a:lnTo>
                  <a:lnTo>
                    <a:pt x="5547740" y="777233"/>
                  </a:lnTo>
                  <a:lnTo>
                    <a:pt x="5547898" y="777233"/>
                  </a:lnTo>
                  <a:lnTo>
                    <a:pt x="5548055" y="777233"/>
                  </a:lnTo>
                  <a:lnTo>
                    <a:pt x="5548213" y="777233"/>
                  </a:lnTo>
                  <a:lnTo>
                    <a:pt x="5548213" y="776802"/>
                  </a:lnTo>
                  <a:lnTo>
                    <a:pt x="5548371" y="776802"/>
                  </a:lnTo>
                  <a:lnTo>
                    <a:pt x="5548529" y="776802"/>
                  </a:lnTo>
                  <a:lnTo>
                    <a:pt x="5548686" y="776802"/>
                  </a:lnTo>
                  <a:lnTo>
                    <a:pt x="5548844" y="776802"/>
                  </a:lnTo>
                  <a:lnTo>
                    <a:pt x="5549002" y="776802"/>
                  </a:lnTo>
                  <a:lnTo>
                    <a:pt x="5549159" y="776802"/>
                  </a:lnTo>
                  <a:lnTo>
                    <a:pt x="5549317" y="776802"/>
                  </a:lnTo>
                  <a:lnTo>
                    <a:pt x="5549475" y="776802"/>
                  </a:lnTo>
                  <a:lnTo>
                    <a:pt x="5549633" y="776802"/>
                  </a:lnTo>
                  <a:lnTo>
                    <a:pt x="5549790" y="776802"/>
                  </a:lnTo>
                  <a:lnTo>
                    <a:pt x="5549948" y="776802"/>
                  </a:lnTo>
                  <a:lnTo>
                    <a:pt x="5550106" y="776802"/>
                  </a:lnTo>
                  <a:lnTo>
                    <a:pt x="5550263" y="776802"/>
                  </a:lnTo>
                  <a:lnTo>
                    <a:pt x="5550263" y="776371"/>
                  </a:lnTo>
                  <a:lnTo>
                    <a:pt x="5550421" y="776371"/>
                  </a:lnTo>
                  <a:lnTo>
                    <a:pt x="5550579" y="776371"/>
                  </a:lnTo>
                  <a:lnTo>
                    <a:pt x="5550737" y="776371"/>
                  </a:lnTo>
                  <a:lnTo>
                    <a:pt x="5550894" y="776371"/>
                  </a:lnTo>
                  <a:lnTo>
                    <a:pt x="5551052" y="776371"/>
                  </a:lnTo>
                  <a:lnTo>
                    <a:pt x="5551210" y="776371"/>
                  </a:lnTo>
                  <a:lnTo>
                    <a:pt x="5551367" y="776371"/>
                  </a:lnTo>
                  <a:lnTo>
                    <a:pt x="5551525" y="776371"/>
                  </a:lnTo>
                  <a:lnTo>
                    <a:pt x="5551525" y="775941"/>
                  </a:lnTo>
                  <a:lnTo>
                    <a:pt x="5551683" y="775941"/>
                  </a:lnTo>
                  <a:lnTo>
                    <a:pt x="5551841" y="775941"/>
                  </a:lnTo>
                  <a:lnTo>
                    <a:pt x="5551998" y="775941"/>
                  </a:lnTo>
                  <a:lnTo>
                    <a:pt x="5552156" y="775941"/>
                  </a:lnTo>
                  <a:lnTo>
                    <a:pt x="5552156" y="775510"/>
                  </a:lnTo>
                  <a:lnTo>
                    <a:pt x="5552314" y="775510"/>
                  </a:lnTo>
                  <a:lnTo>
                    <a:pt x="5552314" y="775080"/>
                  </a:lnTo>
                  <a:lnTo>
                    <a:pt x="5552471" y="775080"/>
                  </a:lnTo>
                  <a:lnTo>
                    <a:pt x="5552629" y="775080"/>
                  </a:lnTo>
                  <a:lnTo>
                    <a:pt x="5552787" y="775080"/>
                  </a:lnTo>
                  <a:lnTo>
                    <a:pt x="5552945" y="775080"/>
                  </a:lnTo>
                  <a:lnTo>
                    <a:pt x="5553102" y="775080"/>
                  </a:lnTo>
                  <a:lnTo>
                    <a:pt x="5553260" y="775080"/>
                  </a:lnTo>
                  <a:lnTo>
                    <a:pt x="5553418" y="775080"/>
                  </a:lnTo>
                  <a:lnTo>
                    <a:pt x="5553576" y="775080"/>
                  </a:lnTo>
                  <a:lnTo>
                    <a:pt x="5553733" y="775080"/>
                  </a:lnTo>
                  <a:lnTo>
                    <a:pt x="5553891" y="775080"/>
                  </a:lnTo>
                  <a:lnTo>
                    <a:pt x="5553891" y="774649"/>
                  </a:lnTo>
                  <a:lnTo>
                    <a:pt x="5553891" y="774218"/>
                  </a:lnTo>
                  <a:lnTo>
                    <a:pt x="5554049" y="774218"/>
                  </a:lnTo>
                  <a:lnTo>
                    <a:pt x="5554206" y="774218"/>
                  </a:lnTo>
                  <a:lnTo>
                    <a:pt x="5554364" y="774218"/>
                  </a:lnTo>
                  <a:lnTo>
                    <a:pt x="5554522" y="774218"/>
                  </a:lnTo>
                  <a:lnTo>
                    <a:pt x="5554680" y="774218"/>
                  </a:lnTo>
                  <a:lnTo>
                    <a:pt x="5554837" y="774218"/>
                  </a:lnTo>
                  <a:lnTo>
                    <a:pt x="5554837" y="773788"/>
                  </a:lnTo>
                  <a:lnTo>
                    <a:pt x="5554837" y="773357"/>
                  </a:lnTo>
                  <a:lnTo>
                    <a:pt x="5554995" y="773357"/>
                  </a:lnTo>
                  <a:lnTo>
                    <a:pt x="5555153" y="773357"/>
                  </a:lnTo>
                  <a:lnTo>
                    <a:pt x="5555310" y="773357"/>
                  </a:lnTo>
                  <a:lnTo>
                    <a:pt x="5555468" y="773357"/>
                  </a:lnTo>
                  <a:lnTo>
                    <a:pt x="5555468" y="772927"/>
                  </a:lnTo>
                  <a:lnTo>
                    <a:pt x="5555626" y="772927"/>
                  </a:lnTo>
                  <a:lnTo>
                    <a:pt x="5555784" y="772927"/>
                  </a:lnTo>
                  <a:lnTo>
                    <a:pt x="5555941" y="772927"/>
                  </a:lnTo>
                  <a:lnTo>
                    <a:pt x="5556099" y="772927"/>
                  </a:lnTo>
                  <a:lnTo>
                    <a:pt x="5556257" y="772927"/>
                  </a:lnTo>
                  <a:lnTo>
                    <a:pt x="5556414" y="772927"/>
                  </a:lnTo>
                  <a:lnTo>
                    <a:pt x="5556572" y="772927"/>
                  </a:lnTo>
                  <a:lnTo>
                    <a:pt x="5556730" y="772927"/>
                  </a:lnTo>
                  <a:lnTo>
                    <a:pt x="5556888" y="772927"/>
                  </a:lnTo>
                  <a:lnTo>
                    <a:pt x="5557045" y="772927"/>
                  </a:lnTo>
                  <a:lnTo>
                    <a:pt x="5557203" y="772927"/>
                  </a:lnTo>
                  <a:lnTo>
                    <a:pt x="5557361" y="772927"/>
                  </a:lnTo>
                  <a:lnTo>
                    <a:pt x="5557518" y="772927"/>
                  </a:lnTo>
                  <a:lnTo>
                    <a:pt x="5557676" y="772927"/>
                  </a:lnTo>
                  <a:lnTo>
                    <a:pt x="5557676" y="772496"/>
                  </a:lnTo>
                  <a:lnTo>
                    <a:pt x="5557834" y="772496"/>
                  </a:lnTo>
                  <a:lnTo>
                    <a:pt x="5557992" y="772496"/>
                  </a:lnTo>
                  <a:lnTo>
                    <a:pt x="5558149" y="772496"/>
                  </a:lnTo>
                  <a:lnTo>
                    <a:pt x="5558307" y="772496"/>
                  </a:lnTo>
                  <a:lnTo>
                    <a:pt x="5558465" y="772496"/>
                  </a:lnTo>
                  <a:lnTo>
                    <a:pt x="5558622" y="772496"/>
                  </a:lnTo>
                  <a:lnTo>
                    <a:pt x="5558780" y="772496"/>
                  </a:lnTo>
                  <a:lnTo>
                    <a:pt x="5558938" y="772496"/>
                  </a:lnTo>
                  <a:lnTo>
                    <a:pt x="5559096" y="772496"/>
                  </a:lnTo>
                  <a:lnTo>
                    <a:pt x="5559253" y="772496"/>
                  </a:lnTo>
                  <a:lnTo>
                    <a:pt x="5559411" y="772496"/>
                  </a:lnTo>
                  <a:lnTo>
                    <a:pt x="5559569" y="772496"/>
                  </a:lnTo>
                  <a:lnTo>
                    <a:pt x="5559727" y="772496"/>
                  </a:lnTo>
                  <a:lnTo>
                    <a:pt x="5559884" y="772496"/>
                  </a:lnTo>
                  <a:lnTo>
                    <a:pt x="5560042" y="772496"/>
                  </a:lnTo>
                  <a:lnTo>
                    <a:pt x="5560042" y="772065"/>
                  </a:lnTo>
                  <a:lnTo>
                    <a:pt x="5560200" y="772065"/>
                  </a:lnTo>
                  <a:lnTo>
                    <a:pt x="5560357" y="772065"/>
                  </a:lnTo>
                  <a:lnTo>
                    <a:pt x="5560515" y="772065"/>
                  </a:lnTo>
                  <a:lnTo>
                    <a:pt x="5560673" y="772065"/>
                  </a:lnTo>
                  <a:lnTo>
                    <a:pt x="5560673" y="771635"/>
                  </a:lnTo>
                  <a:lnTo>
                    <a:pt x="5560673" y="771204"/>
                  </a:lnTo>
                  <a:lnTo>
                    <a:pt x="5560831" y="771204"/>
                  </a:lnTo>
                  <a:lnTo>
                    <a:pt x="5560988" y="771204"/>
                  </a:lnTo>
                  <a:lnTo>
                    <a:pt x="5561146" y="771204"/>
                  </a:lnTo>
                  <a:lnTo>
                    <a:pt x="5561304" y="771204"/>
                  </a:lnTo>
                  <a:lnTo>
                    <a:pt x="5561461" y="771204"/>
                  </a:lnTo>
                  <a:lnTo>
                    <a:pt x="5561619" y="771204"/>
                  </a:lnTo>
                  <a:lnTo>
                    <a:pt x="5561777" y="771204"/>
                  </a:lnTo>
                  <a:lnTo>
                    <a:pt x="5561935" y="771204"/>
                  </a:lnTo>
                  <a:lnTo>
                    <a:pt x="5562092" y="771204"/>
                  </a:lnTo>
                  <a:lnTo>
                    <a:pt x="5562250" y="771204"/>
                  </a:lnTo>
                  <a:lnTo>
                    <a:pt x="5562408" y="771204"/>
                  </a:lnTo>
                  <a:lnTo>
                    <a:pt x="5562408" y="770774"/>
                  </a:lnTo>
                  <a:lnTo>
                    <a:pt x="5562565" y="770774"/>
                  </a:lnTo>
                  <a:lnTo>
                    <a:pt x="5562723" y="770774"/>
                  </a:lnTo>
                  <a:lnTo>
                    <a:pt x="5562881" y="770774"/>
                  </a:lnTo>
                  <a:lnTo>
                    <a:pt x="5563039" y="770774"/>
                  </a:lnTo>
                  <a:lnTo>
                    <a:pt x="5563196" y="770774"/>
                  </a:lnTo>
                  <a:lnTo>
                    <a:pt x="5563354" y="770774"/>
                  </a:lnTo>
                  <a:lnTo>
                    <a:pt x="5563512" y="770774"/>
                  </a:lnTo>
                  <a:lnTo>
                    <a:pt x="5563669" y="770774"/>
                  </a:lnTo>
                  <a:lnTo>
                    <a:pt x="5563827" y="770774"/>
                  </a:lnTo>
                  <a:lnTo>
                    <a:pt x="5563985" y="770774"/>
                  </a:lnTo>
                  <a:lnTo>
                    <a:pt x="5563985" y="770343"/>
                  </a:lnTo>
                  <a:lnTo>
                    <a:pt x="5564143" y="770343"/>
                  </a:lnTo>
                  <a:lnTo>
                    <a:pt x="5564300" y="770343"/>
                  </a:lnTo>
                  <a:lnTo>
                    <a:pt x="5564458" y="770343"/>
                  </a:lnTo>
                  <a:lnTo>
                    <a:pt x="5564616" y="770343"/>
                  </a:lnTo>
                  <a:lnTo>
                    <a:pt x="5564616" y="769912"/>
                  </a:lnTo>
                  <a:lnTo>
                    <a:pt x="5564774" y="769912"/>
                  </a:lnTo>
                  <a:lnTo>
                    <a:pt x="5564931" y="769912"/>
                  </a:lnTo>
                  <a:lnTo>
                    <a:pt x="5565089" y="769912"/>
                  </a:lnTo>
                  <a:lnTo>
                    <a:pt x="5565247" y="769912"/>
                  </a:lnTo>
                  <a:lnTo>
                    <a:pt x="5565247" y="769482"/>
                  </a:lnTo>
                  <a:lnTo>
                    <a:pt x="5565404" y="769482"/>
                  </a:lnTo>
                  <a:lnTo>
                    <a:pt x="5565562" y="769482"/>
                  </a:lnTo>
                  <a:lnTo>
                    <a:pt x="5565720" y="769482"/>
                  </a:lnTo>
                  <a:lnTo>
                    <a:pt x="5565720" y="769051"/>
                  </a:lnTo>
                  <a:lnTo>
                    <a:pt x="5565878" y="769051"/>
                  </a:lnTo>
                  <a:lnTo>
                    <a:pt x="5566035" y="769051"/>
                  </a:lnTo>
                  <a:lnTo>
                    <a:pt x="5566193" y="769051"/>
                  </a:lnTo>
                  <a:lnTo>
                    <a:pt x="5566351" y="769051"/>
                  </a:lnTo>
                  <a:lnTo>
                    <a:pt x="5566508" y="769051"/>
                  </a:lnTo>
                  <a:lnTo>
                    <a:pt x="5566666" y="769051"/>
                  </a:lnTo>
                  <a:lnTo>
                    <a:pt x="5566824" y="769051"/>
                  </a:lnTo>
                  <a:lnTo>
                    <a:pt x="5566982" y="769051"/>
                  </a:lnTo>
                  <a:lnTo>
                    <a:pt x="5567139" y="769051"/>
                  </a:lnTo>
                  <a:lnTo>
                    <a:pt x="5567297" y="769051"/>
                  </a:lnTo>
                  <a:lnTo>
                    <a:pt x="5567455" y="769051"/>
                  </a:lnTo>
                  <a:lnTo>
                    <a:pt x="5567612" y="769051"/>
                  </a:lnTo>
                  <a:lnTo>
                    <a:pt x="5567770" y="769051"/>
                  </a:lnTo>
                  <a:lnTo>
                    <a:pt x="5567770" y="768621"/>
                  </a:lnTo>
                  <a:lnTo>
                    <a:pt x="5567928" y="768621"/>
                  </a:lnTo>
                  <a:lnTo>
                    <a:pt x="5568086" y="768621"/>
                  </a:lnTo>
                  <a:lnTo>
                    <a:pt x="5568243" y="768621"/>
                  </a:lnTo>
                  <a:lnTo>
                    <a:pt x="5568401" y="768621"/>
                  </a:lnTo>
                  <a:lnTo>
                    <a:pt x="5568559" y="768621"/>
                  </a:lnTo>
                  <a:lnTo>
                    <a:pt x="5568716" y="768621"/>
                  </a:lnTo>
                  <a:lnTo>
                    <a:pt x="5568874" y="768621"/>
                  </a:lnTo>
                  <a:lnTo>
                    <a:pt x="5569032" y="768621"/>
                  </a:lnTo>
                  <a:lnTo>
                    <a:pt x="5569190" y="768621"/>
                  </a:lnTo>
                  <a:lnTo>
                    <a:pt x="5569347" y="768621"/>
                  </a:lnTo>
                  <a:lnTo>
                    <a:pt x="5569505" y="768621"/>
                  </a:lnTo>
                  <a:lnTo>
                    <a:pt x="5569663" y="768621"/>
                  </a:lnTo>
                  <a:lnTo>
                    <a:pt x="5569820" y="768621"/>
                  </a:lnTo>
                  <a:lnTo>
                    <a:pt x="5569978" y="768621"/>
                  </a:lnTo>
                  <a:lnTo>
                    <a:pt x="5570136" y="768621"/>
                  </a:lnTo>
                  <a:lnTo>
                    <a:pt x="5570294" y="768621"/>
                  </a:lnTo>
                  <a:lnTo>
                    <a:pt x="5570451" y="768621"/>
                  </a:lnTo>
                  <a:lnTo>
                    <a:pt x="5570609" y="768621"/>
                  </a:lnTo>
                  <a:lnTo>
                    <a:pt x="5570767" y="768621"/>
                  </a:lnTo>
                  <a:lnTo>
                    <a:pt x="5570925" y="768621"/>
                  </a:lnTo>
                  <a:lnTo>
                    <a:pt x="5571082" y="768621"/>
                  </a:lnTo>
                  <a:lnTo>
                    <a:pt x="5571240" y="768621"/>
                  </a:lnTo>
                  <a:lnTo>
                    <a:pt x="5571398" y="768621"/>
                  </a:lnTo>
                  <a:lnTo>
                    <a:pt x="5571555" y="768621"/>
                  </a:lnTo>
                  <a:lnTo>
                    <a:pt x="5571713" y="768621"/>
                  </a:lnTo>
                  <a:lnTo>
                    <a:pt x="5571871" y="768621"/>
                  </a:lnTo>
                  <a:lnTo>
                    <a:pt x="5572029" y="768621"/>
                  </a:lnTo>
                  <a:lnTo>
                    <a:pt x="5572186" y="768621"/>
                  </a:lnTo>
                  <a:lnTo>
                    <a:pt x="5572344" y="768621"/>
                  </a:lnTo>
                  <a:lnTo>
                    <a:pt x="5572502" y="768621"/>
                  </a:lnTo>
                  <a:lnTo>
                    <a:pt x="5572659" y="768621"/>
                  </a:lnTo>
                  <a:lnTo>
                    <a:pt x="5572817" y="768621"/>
                  </a:lnTo>
                  <a:lnTo>
                    <a:pt x="5572975" y="768621"/>
                  </a:lnTo>
                  <a:lnTo>
                    <a:pt x="5573133" y="768621"/>
                  </a:lnTo>
                  <a:lnTo>
                    <a:pt x="5573290" y="768621"/>
                  </a:lnTo>
                  <a:lnTo>
                    <a:pt x="5573448" y="768621"/>
                  </a:lnTo>
                  <a:lnTo>
                    <a:pt x="5573448" y="768190"/>
                  </a:lnTo>
                  <a:lnTo>
                    <a:pt x="5573606" y="768190"/>
                  </a:lnTo>
                  <a:lnTo>
                    <a:pt x="5573763" y="768190"/>
                  </a:lnTo>
                  <a:lnTo>
                    <a:pt x="5573921" y="768190"/>
                  </a:lnTo>
                  <a:lnTo>
                    <a:pt x="5574079" y="768190"/>
                  </a:lnTo>
                  <a:lnTo>
                    <a:pt x="5574237" y="768190"/>
                  </a:lnTo>
                  <a:lnTo>
                    <a:pt x="5574394" y="768190"/>
                  </a:lnTo>
                  <a:lnTo>
                    <a:pt x="5574552" y="768190"/>
                  </a:lnTo>
                  <a:lnTo>
                    <a:pt x="5574710" y="768190"/>
                  </a:lnTo>
                  <a:lnTo>
                    <a:pt x="5574867" y="768190"/>
                  </a:lnTo>
                  <a:lnTo>
                    <a:pt x="5575025" y="768190"/>
                  </a:lnTo>
                  <a:lnTo>
                    <a:pt x="5575183" y="768190"/>
                  </a:lnTo>
                  <a:lnTo>
                    <a:pt x="5575341" y="768190"/>
                  </a:lnTo>
                  <a:lnTo>
                    <a:pt x="5575498" y="768190"/>
                  </a:lnTo>
                  <a:lnTo>
                    <a:pt x="5575656" y="768190"/>
                  </a:lnTo>
                  <a:lnTo>
                    <a:pt x="5575814" y="768190"/>
                  </a:lnTo>
                  <a:lnTo>
                    <a:pt x="5575972" y="768190"/>
                  </a:lnTo>
                  <a:lnTo>
                    <a:pt x="5576129" y="768190"/>
                  </a:lnTo>
                  <a:lnTo>
                    <a:pt x="5576287" y="768190"/>
                  </a:lnTo>
                  <a:lnTo>
                    <a:pt x="5576445" y="768190"/>
                  </a:lnTo>
                  <a:lnTo>
                    <a:pt x="5576445" y="767759"/>
                  </a:lnTo>
                  <a:lnTo>
                    <a:pt x="5576445" y="767329"/>
                  </a:lnTo>
                  <a:lnTo>
                    <a:pt x="5576602" y="767329"/>
                  </a:lnTo>
                  <a:lnTo>
                    <a:pt x="5576760" y="767329"/>
                  </a:lnTo>
                  <a:lnTo>
                    <a:pt x="5576918" y="767329"/>
                  </a:lnTo>
                  <a:lnTo>
                    <a:pt x="5577076" y="767329"/>
                  </a:lnTo>
                  <a:lnTo>
                    <a:pt x="5577233" y="767329"/>
                  </a:lnTo>
                  <a:lnTo>
                    <a:pt x="5577391" y="767329"/>
                  </a:lnTo>
                  <a:lnTo>
                    <a:pt x="5577549" y="767329"/>
                  </a:lnTo>
                  <a:lnTo>
                    <a:pt x="5577549" y="766898"/>
                  </a:lnTo>
                  <a:lnTo>
                    <a:pt x="5577706" y="766898"/>
                  </a:lnTo>
                  <a:lnTo>
                    <a:pt x="5577706" y="766468"/>
                  </a:lnTo>
                  <a:lnTo>
                    <a:pt x="5577864" y="766468"/>
                  </a:lnTo>
                  <a:lnTo>
                    <a:pt x="5578022" y="766468"/>
                  </a:lnTo>
                  <a:lnTo>
                    <a:pt x="5578180" y="766468"/>
                  </a:lnTo>
                  <a:lnTo>
                    <a:pt x="5578337" y="766468"/>
                  </a:lnTo>
                  <a:lnTo>
                    <a:pt x="5578495" y="766468"/>
                  </a:lnTo>
                  <a:lnTo>
                    <a:pt x="5578653" y="766468"/>
                  </a:lnTo>
                  <a:lnTo>
                    <a:pt x="5578810" y="766468"/>
                  </a:lnTo>
                  <a:lnTo>
                    <a:pt x="5578968" y="766468"/>
                  </a:lnTo>
                  <a:lnTo>
                    <a:pt x="5578968" y="766037"/>
                  </a:lnTo>
                  <a:lnTo>
                    <a:pt x="5579126" y="766037"/>
                  </a:lnTo>
                  <a:lnTo>
                    <a:pt x="5579284" y="766037"/>
                  </a:lnTo>
                  <a:lnTo>
                    <a:pt x="5579441" y="766037"/>
                  </a:lnTo>
                  <a:lnTo>
                    <a:pt x="5579599" y="766037"/>
                  </a:lnTo>
                  <a:lnTo>
                    <a:pt x="5579757" y="766037"/>
                  </a:lnTo>
                  <a:lnTo>
                    <a:pt x="5579914" y="766037"/>
                  </a:lnTo>
                  <a:lnTo>
                    <a:pt x="5579914" y="765606"/>
                  </a:lnTo>
                  <a:lnTo>
                    <a:pt x="5580072" y="765606"/>
                  </a:lnTo>
                  <a:lnTo>
                    <a:pt x="5580230" y="765606"/>
                  </a:lnTo>
                  <a:lnTo>
                    <a:pt x="5580230" y="765176"/>
                  </a:lnTo>
                  <a:lnTo>
                    <a:pt x="5580388" y="765176"/>
                  </a:lnTo>
                  <a:lnTo>
                    <a:pt x="5580545" y="765176"/>
                  </a:lnTo>
                  <a:lnTo>
                    <a:pt x="5580703" y="765176"/>
                  </a:lnTo>
                  <a:lnTo>
                    <a:pt x="5580861" y="765176"/>
                  </a:lnTo>
                  <a:lnTo>
                    <a:pt x="5581018" y="765176"/>
                  </a:lnTo>
                  <a:lnTo>
                    <a:pt x="5581176" y="765176"/>
                  </a:lnTo>
                  <a:lnTo>
                    <a:pt x="5581176" y="764745"/>
                  </a:lnTo>
                  <a:lnTo>
                    <a:pt x="5581176" y="764315"/>
                  </a:lnTo>
                  <a:lnTo>
                    <a:pt x="5581334" y="764315"/>
                  </a:lnTo>
                  <a:lnTo>
                    <a:pt x="5581492" y="764315"/>
                  </a:lnTo>
                  <a:lnTo>
                    <a:pt x="5581649" y="764315"/>
                  </a:lnTo>
                  <a:lnTo>
                    <a:pt x="5581807" y="764315"/>
                  </a:lnTo>
                  <a:lnTo>
                    <a:pt x="5581965" y="764315"/>
                  </a:lnTo>
                  <a:lnTo>
                    <a:pt x="5582123" y="764315"/>
                  </a:lnTo>
                  <a:lnTo>
                    <a:pt x="5582280" y="764315"/>
                  </a:lnTo>
                  <a:lnTo>
                    <a:pt x="5582438" y="764315"/>
                  </a:lnTo>
                  <a:lnTo>
                    <a:pt x="5582438" y="763884"/>
                  </a:lnTo>
                  <a:lnTo>
                    <a:pt x="5582596" y="763884"/>
                  </a:lnTo>
                  <a:lnTo>
                    <a:pt x="5582753" y="763884"/>
                  </a:lnTo>
                  <a:lnTo>
                    <a:pt x="5582911" y="763884"/>
                  </a:lnTo>
                  <a:lnTo>
                    <a:pt x="5583069" y="763884"/>
                  </a:lnTo>
                  <a:lnTo>
                    <a:pt x="5583069" y="763453"/>
                  </a:lnTo>
                  <a:lnTo>
                    <a:pt x="5583069" y="763023"/>
                  </a:lnTo>
                  <a:lnTo>
                    <a:pt x="5583227" y="763023"/>
                  </a:lnTo>
                  <a:lnTo>
                    <a:pt x="5583384" y="763023"/>
                  </a:lnTo>
                  <a:lnTo>
                    <a:pt x="5583542" y="763023"/>
                  </a:lnTo>
                  <a:lnTo>
                    <a:pt x="5583700" y="763023"/>
                  </a:lnTo>
                  <a:lnTo>
                    <a:pt x="5583857" y="763023"/>
                  </a:lnTo>
                  <a:lnTo>
                    <a:pt x="5584015" y="763023"/>
                  </a:lnTo>
                  <a:lnTo>
                    <a:pt x="5584173" y="763023"/>
                  </a:lnTo>
                  <a:lnTo>
                    <a:pt x="5584331" y="763023"/>
                  </a:lnTo>
                  <a:lnTo>
                    <a:pt x="5584488" y="763023"/>
                  </a:lnTo>
                  <a:lnTo>
                    <a:pt x="5584646" y="763023"/>
                  </a:lnTo>
                  <a:lnTo>
                    <a:pt x="5584804" y="763023"/>
                  </a:lnTo>
                  <a:lnTo>
                    <a:pt x="5584804" y="762592"/>
                  </a:lnTo>
                  <a:lnTo>
                    <a:pt x="5584961" y="762592"/>
                  </a:lnTo>
                  <a:lnTo>
                    <a:pt x="5585119" y="762592"/>
                  </a:lnTo>
                  <a:lnTo>
                    <a:pt x="5585277" y="762592"/>
                  </a:lnTo>
                  <a:lnTo>
                    <a:pt x="5585435" y="762592"/>
                  </a:lnTo>
                  <a:lnTo>
                    <a:pt x="5585592" y="762592"/>
                  </a:lnTo>
                  <a:lnTo>
                    <a:pt x="5585750" y="762592"/>
                  </a:lnTo>
                  <a:lnTo>
                    <a:pt x="5585908" y="762592"/>
                  </a:lnTo>
                  <a:lnTo>
                    <a:pt x="5586065" y="762592"/>
                  </a:lnTo>
                  <a:lnTo>
                    <a:pt x="5586223" y="762592"/>
                  </a:lnTo>
                  <a:lnTo>
                    <a:pt x="5586381" y="762592"/>
                  </a:lnTo>
                  <a:lnTo>
                    <a:pt x="5586539" y="762592"/>
                  </a:lnTo>
                  <a:lnTo>
                    <a:pt x="5586696" y="762592"/>
                  </a:lnTo>
                  <a:lnTo>
                    <a:pt x="5586854" y="762592"/>
                  </a:lnTo>
                  <a:lnTo>
                    <a:pt x="5587012" y="762592"/>
                  </a:lnTo>
                  <a:lnTo>
                    <a:pt x="5587170" y="762592"/>
                  </a:lnTo>
                  <a:lnTo>
                    <a:pt x="5587327" y="762592"/>
                  </a:lnTo>
                  <a:lnTo>
                    <a:pt x="5587485" y="762592"/>
                  </a:lnTo>
                  <a:lnTo>
                    <a:pt x="5587643" y="762592"/>
                  </a:lnTo>
                  <a:lnTo>
                    <a:pt x="5587800" y="762592"/>
                  </a:lnTo>
                  <a:lnTo>
                    <a:pt x="5587958" y="762592"/>
                  </a:lnTo>
                  <a:lnTo>
                    <a:pt x="5587958" y="762162"/>
                  </a:lnTo>
                  <a:lnTo>
                    <a:pt x="5588116" y="762162"/>
                  </a:lnTo>
                  <a:lnTo>
                    <a:pt x="5588274" y="762162"/>
                  </a:lnTo>
                  <a:lnTo>
                    <a:pt x="5588431" y="762162"/>
                  </a:lnTo>
                  <a:lnTo>
                    <a:pt x="5588589" y="762162"/>
                  </a:lnTo>
                  <a:lnTo>
                    <a:pt x="5588747" y="762162"/>
                  </a:lnTo>
                  <a:lnTo>
                    <a:pt x="5588904" y="762162"/>
                  </a:lnTo>
                  <a:lnTo>
                    <a:pt x="5589062" y="762162"/>
                  </a:lnTo>
                  <a:lnTo>
                    <a:pt x="5589220" y="762162"/>
                  </a:lnTo>
                  <a:lnTo>
                    <a:pt x="5589220" y="761731"/>
                  </a:lnTo>
                  <a:lnTo>
                    <a:pt x="5589378" y="761731"/>
                  </a:lnTo>
                  <a:lnTo>
                    <a:pt x="5589535" y="761731"/>
                  </a:lnTo>
                  <a:lnTo>
                    <a:pt x="5589693" y="761731"/>
                  </a:lnTo>
                  <a:lnTo>
                    <a:pt x="5589851" y="761731"/>
                  </a:lnTo>
                  <a:lnTo>
                    <a:pt x="5589851" y="761300"/>
                  </a:lnTo>
                  <a:lnTo>
                    <a:pt x="5589851" y="760870"/>
                  </a:lnTo>
                  <a:lnTo>
                    <a:pt x="5590008" y="760870"/>
                  </a:lnTo>
                  <a:lnTo>
                    <a:pt x="5590166" y="760870"/>
                  </a:lnTo>
                  <a:lnTo>
                    <a:pt x="5590324" y="760870"/>
                  </a:lnTo>
                  <a:lnTo>
                    <a:pt x="5590482" y="760870"/>
                  </a:lnTo>
                  <a:lnTo>
                    <a:pt x="5590639" y="760870"/>
                  </a:lnTo>
                  <a:lnTo>
                    <a:pt x="5590797" y="760870"/>
                  </a:lnTo>
                  <a:lnTo>
                    <a:pt x="5590955" y="760870"/>
                  </a:lnTo>
                  <a:lnTo>
                    <a:pt x="5591112" y="760870"/>
                  </a:lnTo>
                  <a:lnTo>
                    <a:pt x="5591270" y="760870"/>
                  </a:lnTo>
                  <a:lnTo>
                    <a:pt x="5591428" y="760870"/>
                  </a:lnTo>
                  <a:lnTo>
                    <a:pt x="5591586" y="760870"/>
                  </a:lnTo>
                  <a:lnTo>
                    <a:pt x="5591743" y="760870"/>
                  </a:lnTo>
                  <a:lnTo>
                    <a:pt x="5591901" y="760870"/>
                  </a:lnTo>
                  <a:lnTo>
                    <a:pt x="5592059" y="760870"/>
                  </a:lnTo>
                  <a:lnTo>
                    <a:pt x="5592059" y="760439"/>
                  </a:lnTo>
                  <a:lnTo>
                    <a:pt x="5592216" y="760439"/>
                  </a:lnTo>
                  <a:lnTo>
                    <a:pt x="5592374" y="760439"/>
                  </a:lnTo>
                  <a:lnTo>
                    <a:pt x="5592532" y="760439"/>
                  </a:lnTo>
                  <a:lnTo>
                    <a:pt x="5592532" y="760009"/>
                  </a:lnTo>
                  <a:lnTo>
                    <a:pt x="5592690" y="760009"/>
                  </a:lnTo>
                  <a:lnTo>
                    <a:pt x="5592847" y="760009"/>
                  </a:lnTo>
                  <a:lnTo>
                    <a:pt x="5593005" y="760009"/>
                  </a:lnTo>
                  <a:lnTo>
                    <a:pt x="5593163" y="760009"/>
                  </a:lnTo>
                  <a:lnTo>
                    <a:pt x="5593321" y="760009"/>
                  </a:lnTo>
                  <a:lnTo>
                    <a:pt x="5593478" y="760009"/>
                  </a:lnTo>
                  <a:lnTo>
                    <a:pt x="5593636" y="760009"/>
                  </a:lnTo>
                  <a:lnTo>
                    <a:pt x="5593794" y="760009"/>
                  </a:lnTo>
                  <a:lnTo>
                    <a:pt x="5593951" y="760009"/>
                  </a:lnTo>
                  <a:lnTo>
                    <a:pt x="5594109" y="760009"/>
                  </a:lnTo>
                  <a:lnTo>
                    <a:pt x="5594267" y="760009"/>
                  </a:lnTo>
                  <a:lnTo>
                    <a:pt x="5594425" y="760009"/>
                  </a:lnTo>
                  <a:lnTo>
                    <a:pt x="5594582" y="760009"/>
                  </a:lnTo>
                  <a:lnTo>
                    <a:pt x="5594740" y="760009"/>
                  </a:lnTo>
                  <a:lnTo>
                    <a:pt x="5594898" y="760009"/>
                  </a:lnTo>
                  <a:lnTo>
                    <a:pt x="5595055" y="760009"/>
                  </a:lnTo>
                  <a:lnTo>
                    <a:pt x="5595213" y="760009"/>
                  </a:lnTo>
                  <a:lnTo>
                    <a:pt x="5595213" y="759578"/>
                  </a:lnTo>
                  <a:lnTo>
                    <a:pt x="5595213" y="759147"/>
                  </a:lnTo>
                  <a:lnTo>
                    <a:pt x="5595371" y="759147"/>
                  </a:lnTo>
                  <a:lnTo>
                    <a:pt x="5595529" y="759147"/>
                  </a:lnTo>
                  <a:lnTo>
                    <a:pt x="5595686" y="759147"/>
                  </a:lnTo>
                  <a:lnTo>
                    <a:pt x="5595844" y="759147"/>
                  </a:lnTo>
                  <a:lnTo>
                    <a:pt x="5596002" y="759147"/>
                  </a:lnTo>
                  <a:lnTo>
                    <a:pt x="5596159" y="759147"/>
                  </a:lnTo>
                  <a:lnTo>
                    <a:pt x="5596317" y="759147"/>
                  </a:lnTo>
                  <a:lnTo>
                    <a:pt x="5596475" y="759147"/>
                  </a:lnTo>
                  <a:lnTo>
                    <a:pt x="5596633" y="759147"/>
                  </a:lnTo>
                  <a:lnTo>
                    <a:pt x="5596790" y="759147"/>
                  </a:lnTo>
                  <a:lnTo>
                    <a:pt x="5596948" y="759147"/>
                  </a:lnTo>
                  <a:lnTo>
                    <a:pt x="5597106" y="759147"/>
                  </a:lnTo>
                  <a:lnTo>
                    <a:pt x="5597263" y="759147"/>
                  </a:lnTo>
                  <a:lnTo>
                    <a:pt x="5597421" y="759147"/>
                  </a:lnTo>
                  <a:lnTo>
                    <a:pt x="5597579" y="759147"/>
                  </a:lnTo>
                  <a:lnTo>
                    <a:pt x="5597737" y="759147"/>
                  </a:lnTo>
                  <a:lnTo>
                    <a:pt x="5597737" y="758717"/>
                  </a:lnTo>
                  <a:lnTo>
                    <a:pt x="5597737" y="758286"/>
                  </a:lnTo>
                  <a:lnTo>
                    <a:pt x="5597894" y="758286"/>
                  </a:lnTo>
                  <a:lnTo>
                    <a:pt x="5597894" y="757856"/>
                  </a:lnTo>
                  <a:lnTo>
                    <a:pt x="5597894" y="757425"/>
                  </a:lnTo>
                  <a:lnTo>
                    <a:pt x="5598052" y="757425"/>
                  </a:lnTo>
                  <a:lnTo>
                    <a:pt x="5598210" y="757425"/>
                  </a:lnTo>
                  <a:lnTo>
                    <a:pt x="5598368" y="757425"/>
                  </a:lnTo>
                  <a:lnTo>
                    <a:pt x="5598525" y="757425"/>
                  </a:lnTo>
                  <a:lnTo>
                    <a:pt x="5598683" y="757425"/>
                  </a:lnTo>
                  <a:lnTo>
                    <a:pt x="5598841" y="757425"/>
                  </a:lnTo>
                  <a:lnTo>
                    <a:pt x="5598998" y="757425"/>
                  </a:lnTo>
                  <a:lnTo>
                    <a:pt x="5599156" y="757425"/>
                  </a:lnTo>
                  <a:lnTo>
                    <a:pt x="5599156" y="756994"/>
                  </a:lnTo>
                  <a:lnTo>
                    <a:pt x="5599314" y="756994"/>
                  </a:lnTo>
                  <a:lnTo>
                    <a:pt x="5599472" y="756994"/>
                  </a:lnTo>
                  <a:lnTo>
                    <a:pt x="5599629" y="756994"/>
                  </a:lnTo>
                  <a:lnTo>
                    <a:pt x="5599787" y="756994"/>
                  </a:lnTo>
                  <a:lnTo>
                    <a:pt x="5599945" y="756994"/>
                  </a:lnTo>
                  <a:lnTo>
                    <a:pt x="5600102" y="756994"/>
                  </a:lnTo>
                  <a:lnTo>
                    <a:pt x="5600260" y="756994"/>
                  </a:lnTo>
                  <a:lnTo>
                    <a:pt x="5600418" y="756994"/>
                  </a:lnTo>
                  <a:lnTo>
                    <a:pt x="5600576" y="756994"/>
                  </a:lnTo>
                  <a:lnTo>
                    <a:pt x="5600733" y="756994"/>
                  </a:lnTo>
                  <a:lnTo>
                    <a:pt x="5600891" y="756994"/>
                  </a:lnTo>
                  <a:lnTo>
                    <a:pt x="5601049" y="756994"/>
                  </a:lnTo>
                  <a:lnTo>
                    <a:pt x="5601206" y="756994"/>
                  </a:lnTo>
                  <a:lnTo>
                    <a:pt x="5601364" y="756994"/>
                  </a:lnTo>
                  <a:lnTo>
                    <a:pt x="5601522" y="756994"/>
                  </a:lnTo>
                  <a:lnTo>
                    <a:pt x="5601680" y="756994"/>
                  </a:lnTo>
                  <a:lnTo>
                    <a:pt x="5601837" y="756994"/>
                  </a:lnTo>
                  <a:lnTo>
                    <a:pt x="5601995" y="756994"/>
                  </a:lnTo>
                  <a:lnTo>
                    <a:pt x="5602153" y="756994"/>
                  </a:lnTo>
                  <a:lnTo>
                    <a:pt x="5602310" y="756994"/>
                  </a:lnTo>
                  <a:lnTo>
                    <a:pt x="5602310" y="756564"/>
                  </a:lnTo>
                  <a:lnTo>
                    <a:pt x="5602468" y="756564"/>
                  </a:lnTo>
                  <a:lnTo>
                    <a:pt x="5602626" y="756564"/>
                  </a:lnTo>
                  <a:lnTo>
                    <a:pt x="5602784" y="756564"/>
                  </a:lnTo>
                  <a:lnTo>
                    <a:pt x="5602784" y="756133"/>
                  </a:lnTo>
                  <a:lnTo>
                    <a:pt x="5602941" y="756133"/>
                  </a:lnTo>
                  <a:lnTo>
                    <a:pt x="5602941" y="755703"/>
                  </a:lnTo>
                  <a:lnTo>
                    <a:pt x="5603099" y="755703"/>
                  </a:lnTo>
                  <a:lnTo>
                    <a:pt x="5603257" y="755703"/>
                  </a:lnTo>
                  <a:lnTo>
                    <a:pt x="5603414" y="755703"/>
                  </a:lnTo>
                  <a:lnTo>
                    <a:pt x="5603414" y="755272"/>
                  </a:lnTo>
                  <a:lnTo>
                    <a:pt x="5603414" y="754841"/>
                  </a:lnTo>
                  <a:lnTo>
                    <a:pt x="5603572" y="754841"/>
                  </a:lnTo>
                  <a:lnTo>
                    <a:pt x="5603730" y="754841"/>
                  </a:lnTo>
                  <a:lnTo>
                    <a:pt x="5603888" y="754841"/>
                  </a:lnTo>
                  <a:lnTo>
                    <a:pt x="5604045" y="754841"/>
                  </a:lnTo>
                  <a:lnTo>
                    <a:pt x="5604203" y="754841"/>
                  </a:lnTo>
                  <a:lnTo>
                    <a:pt x="5604361" y="754841"/>
                  </a:lnTo>
                  <a:lnTo>
                    <a:pt x="5604519" y="754841"/>
                  </a:lnTo>
                  <a:lnTo>
                    <a:pt x="5604676" y="754841"/>
                  </a:lnTo>
                  <a:lnTo>
                    <a:pt x="5604834" y="754841"/>
                  </a:lnTo>
                  <a:lnTo>
                    <a:pt x="5604992" y="754841"/>
                  </a:lnTo>
                  <a:lnTo>
                    <a:pt x="5605149" y="754841"/>
                  </a:lnTo>
                  <a:lnTo>
                    <a:pt x="5605149" y="754411"/>
                  </a:lnTo>
                  <a:lnTo>
                    <a:pt x="5605307" y="754411"/>
                  </a:lnTo>
                  <a:lnTo>
                    <a:pt x="5605465" y="754411"/>
                  </a:lnTo>
                  <a:lnTo>
                    <a:pt x="5605465" y="753980"/>
                  </a:lnTo>
                  <a:lnTo>
                    <a:pt x="5605623" y="753980"/>
                  </a:lnTo>
                  <a:lnTo>
                    <a:pt x="5605780" y="753980"/>
                  </a:lnTo>
                  <a:lnTo>
                    <a:pt x="5605938" y="753980"/>
                  </a:lnTo>
                  <a:lnTo>
                    <a:pt x="5606096" y="753980"/>
                  </a:lnTo>
                  <a:lnTo>
                    <a:pt x="5606253" y="753980"/>
                  </a:lnTo>
                  <a:lnTo>
                    <a:pt x="5606411" y="753980"/>
                  </a:lnTo>
                  <a:lnTo>
                    <a:pt x="5606411" y="753550"/>
                  </a:lnTo>
                  <a:lnTo>
                    <a:pt x="5606569" y="753550"/>
                  </a:lnTo>
                  <a:lnTo>
                    <a:pt x="5606727" y="753550"/>
                  </a:lnTo>
                  <a:lnTo>
                    <a:pt x="5606884" y="753550"/>
                  </a:lnTo>
                  <a:lnTo>
                    <a:pt x="5606884" y="753119"/>
                  </a:lnTo>
                  <a:lnTo>
                    <a:pt x="5607042" y="753119"/>
                  </a:lnTo>
                  <a:lnTo>
                    <a:pt x="5607200" y="753119"/>
                  </a:lnTo>
                  <a:lnTo>
                    <a:pt x="5607357" y="753119"/>
                  </a:lnTo>
                  <a:lnTo>
                    <a:pt x="5607515" y="753119"/>
                  </a:lnTo>
                  <a:lnTo>
                    <a:pt x="5607515" y="752688"/>
                  </a:lnTo>
                  <a:lnTo>
                    <a:pt x="5607673" y="752688"/>
                  </a:lnTo>
                  <a:lnTo>
                    <a:pt x="5607831" y="752688"/>
                  </a:lnTo>
                  <a:lnTo>
                    <a:pt x="5607988" y="752688"/>
                  </a:lnTo>
                  <a:lnTo>
                    <a:pt x="5608146" y="752688"/>
                  </a:lnTo>
                  <a:lnTo>
                    <a:pt x="5608304" y="752688"/>
                  </a:lnTo>
                  <a:lnTo>
                    <a:pt x="5608461" y="752688"/>
                  </a:lnTo>
                  <a:lnTo>
                    <a:pt x="5608619" y="752688"/>
                  </a:lnTo>
                  <a:lnTo>
                    <a:pt x="5608777" y="752688"/>
                  </a:lnTo>
                  <a:lnTo>
                    <a:pt x="5608935" y="752688"/>
                  </a:lnTo>
                  <a:lnTo>
                    <a:pt x="5608935" y="752258"/>
                  </a:lnTo>
                  <a:lnTo>
                    <a:pt x="5609092" y="752258"/>
                  </a:lnTo>
                  <a:lnTo>
                    <a:pt x="5609092" y="751827"/>
                  </a:lnTo>
                  <a:lnTo>
                    <a:pt x="5609250" y="751827"/>
                  </a:lnTo>
                  <a:lnTo>
                    <a:pt x="5609408" y="751827"/>
                  </a:lnTo>
                  <a:lnTo>
                    <a:pt x="5609566" y="751827"/>
                  </a:lnTo>
                  <a:lnTo>
                    <a:pt x="5609723" y="751827"/>
                  </a:lnTo>
                  <a:lnTo>
                    <a:pt x="5609881" y="751827"/>
                  </a:lnTo>
                  <a:lnTo>
                    <a:pt x="5609881" y="751397"/>
                  </a:lnTo>
                  <a:lnTo>
                    <a:pt x="5610039" y="751397"/>
                  </a:lnTo>
                  <a:lnTo>
                    <a:pt x="5610196" y="751397"/>
                  </a:lnTo>
                  <a:lnTo>
                    <a:pt x="5610354" y="751397"/>
                  </a:lnTo>
                  <a:lnTo>
                    <a:pt x="5610512" y="751397"/>
                  </a:lnTo>
                  <a:lnTo>
                    <a:pt x="5610670" y="751397"/>
                  </a:lnTo>
                  <a:lnTo>
                    <a:pt x="5610827" y="751397"/>
                  </a:lnTo>
                  <a:lnTo>
                    <a:pt x="5610985" y="751397"/>
                  </a:lnTo>
                  <a:lnTo>
                    <a:pt x="5611143" y="751397"/>
                  </a:lnTo>
                  <a:lnTo>
                    <a:pt x="5611300" y="751397"/>
                  </a:lnTo>
                  <a:lnTo>
                    <a:pt x="5611458" y="751397"/>
                  </a:lnTo>
                  <a:lnTo>
                    <a:pt x="5611616" y="751397"/>
                  </a:lnTo>
                  <a:lnTo>
                    <a:pt x="5611774" y="751397"/>
                  </a:lnTo>
                  <a:lnTo>
                    <a:pt x="5611931" y="751397"/>
                  </a:lnTo>
                  <a:lnTo>
                    <a:pt x="5612089" y="751397"/>
                  </a:lnTo>
                  <a:lnTo>
                    <a:pt x="5612247" y="751397"/>
                  </a:lnTo>
                  <a:lnTo>
                    <a:pt x="5612404" y="751397"/>
                  </a:lnTo>
                  <a:lnTo>
                    <a:pt x="5612562" y="751397"/>
                  </a:lnTo>
                  <a:lnTo>
                    <a:pt x="5612720" y="751397"/>
                  </a:lnTo>
                  <a:lnTo>
                    <a:pt x="5612878" y="751397"/>
                  </a:lnTo>
                  <a:lnTo>
                    <a:pt x="5613035" y="751397"/>
                  </a:lnTo>
                  <a:lnTo>
                    <a:pt x="5613193" y="751397"/>
                  </a:lnTo>
                  <a:lnTo>
                    <a:pt x="5613351" y="751397"/>
                  </a:lnTo>
                  <a:lnTo>
                    <a:pt x="5613508" y="751397"/>
                  </a:lnTo>
                  <a:lnTo>
                    <a:pt x="5613666" y="751397"/>
                  </a:lnTo>
                  <a:lnTo>
                    <a:pt x="5613824" y="751397"/>
                  </a:lnTo>
                  <a:lnTo>
                    <a:pt x="5613982" y="751397"/>
                  </a:lnTo>
                  <a:lnTo>
                    <a:pt x="5614139" y="751397"/>
                  </a:lnTo>
                  <a:lnTo>
                    <a:pt x="5614297" y="751397"/>
                  </a:lnTo>
                  <a:lnTo>
                    <a:pt x="5614455" y="751397"/>
                  </a:lnTo>
                  <a:lnTo>
                    <a:pt x="5614612" y="751397"/>
                  </a:lnTo>
                  <a:lnTo>
                    <a:pt x="5614770" y="751397"/>
                  </a:lnTo>
                  <a:lnTo>
                    <a:pt x="5614928" y="751397"/>
                  </a:lnTo>
                  <a:lnTo>
                    <a:pt x="5614928" y="750966"/>
                  </a:lnTo>
                  <a:lnTo>
                    <a:pt x="5615086" y="750966"/>
                  </a:lnTo>
                  <a:lnTo>
                    <a:pt x="5615243" y="750966"/>
                  </a:lnTo>
                  <a:lnTo>
                    <a:pt x="5615401" y="750966"/>
                  </a:lnTo>
                  <a:lnTo>
                    <a:pt x="5615559" y="750966"/>
                  </a:lnTo>
                  <a:lnTo>
                    <a:pt x="5615717" y="750966"/>
                  </a:lnTo>
                  <a:lnTo>
                    <a:pt x="5615874" y="750966"/>
                  </a:lnTo>
                  <a:lnTo>
                    <a:pt x="5616032" y="750966"/>
                  </a:lnTo>
                  <a:lnTo>
                    <a:pt x="5616032" y="750535"/>
                  </a:lnTo>
                  <a:lnTo>
                    <a:pt x="5616190" y="750535"/>
                  </a:lnTo>
                  <a:lnTo>
                    <a:pt x="5616190" y="750105"/>
                  </a:lnTo>
                  <a:lnTo>
                    <a:pt x="5616347" y="750105"/>
                  </a:lnTo>
                  <a:lnTo>
                    <a:pt x="5616505" y="750105"/>
                  </a:lnTo>
                  <a:lnTo>
                    <a:pt x="5616663" y="750105"/>
                  </a:lnTo>
                  <a:lnTo>
                    <a:pt x="5616663" y="749674"/>
                  </a:lnTo>
                  <a:lnTo>
                    <a:pt x="5616821" y="749674"/>
                  </a:lnTo>
                  <a:lnTo>
                    <a:pt x="5616978" y="749674"/>
                  </a:lnTo>
                  <a:lnTo>
                    <a:pt x="5617136" y="749674"/>
                  </a:lnTo>
                  <a:lnTo>
                    <a:pt x="5617136" y="749244"/>
                  </a:lnTo>
                  <a:lnTo>
                    <a:pt x="5617294" y="749244"/>
                  </a:lnTo>
                  <a:lnTo>
                    <a:pt x="5617451" y="749244"/>
                  </a:lnTo>
                  <a:lnTo>
                    <a:pt x="5617609" y="749244"/>
                  </a:lnTo>
                  <a:lnTo>
                    <a:pt x="5617767" y="749244"/>
                  </a:lnTo>
                  <a:lnTo>
                    <a:pt x="5617925" y="749244"/>
                  </a:lnTo>
                  <a:lnTo>
                    <a:pt x="5618082" y="749244"/>
                  </a:lnTo>
                  <a:lnTo>
                    <a:pt x="5618082" y="748813"/>
                  </a:lnTo>
                  <a:lnTo>
                    <a:pt x="5618240" y="748813"/>
                  </a:lnTo>
                  <a:lnTo>
                    <a:pt x="5618398" y="748813"/>
                  </a:lnTo>
                  <a:lnTo>
                    <a:pt x="5618555" y="748813"/>
                  </a:lnTo>
                  <a:lnTo>
                    <a:pt x="5618713" y="748813"/>
                  </a:lnTo>
                  <a:lnTo>
                    <a:pt x="5618871" y="748813"/>
                  </a:lnTo>
                  <a:lnTo>
                    <a:pt x="5619029" y="748813"/>
                  </a:lnTo>
                  <a:lnTo>
                    <a:pt x="5619186" y="748813"/>
                  </a:lnTo>
                  <a:lnTo>
                    <a:pt x="5619344" y="748813"/>
                  </a:lnTo>
                  <a:lnTo>
                    <a:pt x="5619502" y="748813"/>
                  </a:lnTo>
                  <a:lnTo>
                    <a:pt x="5619659" y="748813"/>
                  </a:lnTo>
                  <a:lnTo>
                    <a:pt x="5619817" y="748813"/>
                  </a:lnTo>
                  <a:lnTo>
                    <a:pt x="5619975" y="748813"/>
                  </a:lnTo>
                  <a:lnTo>
                    <a:pt x="5620133" y="748813"/>
                  </a:lnTo>
                  <a:lnTo>
                    <a:pt x="5620290" y="748813"/>
                  </a:lnTo>
                  <a:lnTo>
                    <a:pt x="5620290" y="748382"/>
                  </a:lnTo>
                  <a:lnTo>
                    <a:pt x="5620448" y="748382"/>
                  </a:lnTo>
                  <a:lnTo>
                    <a:pt x="5620606" y="748382"/>
                  </a:lnTo>
                  <a:lnTo>
                    <a:pt x="5620764" y="748382"/>
                  </a:lnTo>
                  <a:lnTo>
                    <a:pt x="5620764" y="747952"/>
                  </a:lnTo>
                  <a:lnTo>
                    <a:pt x="5620921" y="747952"/>
                  </a:lnTo>
                  <a:lnTo>
                    <a:pt x="5621079" y="747952"/>
                  </a:lnTo>
                  <a:lnTo>
                    <a:pt x="5621237" y="747952"/>
                  </a:lnTo>
                  <a:lnTo>
                    <a:pt x="5621394" y="747952"/>
                  </a:lnTo>
                  <a:lnTo>
                    <a:pt x="5621394" y="747521"/>
                  </a:lnTo>
                  <a:lnTo>
                    <a:pt x="5621552" y="747521"/>
                  </a:lnTo>
                  <a:lnTo>
                    <a:pt x="5621710" y="747521"/>
                  </a:lnTo>
                  <a:lnTo>
                    <a:pt x="5621868" y="747521"/>
                  </a:lnTo>
                  <a:lnTo>
                    <a:pt x="5622025" y="747521"/>
                  </a:lnTo>
                  <a:lnTo>
                    <a:pt x="5622183" y="747521"/>
                  </a:lnTo>
                  <a:lnTo>
                    <a:pt x="5622341" y="747521"/>
                  </a:lnTo>
                  <a:lnTo>
                    <a:pt x="5622498" y="747521"/>
                  </a:lnTo>
                  <a:lnTo>
                    <a:pt x="5622656" y="747521"/>
                  </a:lnTo>
                  <a:lnTo>
                    <a:pt x="5622814" y="747521"/>
                  </a:lnTo>
                  <a:lnTo>
                    <a:pt x="5622972" y="747521"/>
                  </a:lnTo>
                  <a:lnTo>
                    <a:pt x="5623129" y="747521"/>
                  </a:lnTo>
                  <a:lnTo>
                    <a:pt x="5623287" y="747521"/>
                  </a:lnTo>
                  <a:lnTo>
                    <a:pt x="5623287" y="747091"/>
                  </a:lnTo>
                  <a:lnTo>
                    <a:pt x="5623445" y="747091"/>
                  </a:lnTo>
                  <a:lnTo>
                    <a:pt x="5623602" y="747091"/>
                  </a:lnTo>
                  <a:lnTo>
                    <a:pt x="5623760" y="747091"/>
                  </a:lnTo>
                  <a:lnTo>
                    <a:pt x="5623918" y="747091"/>
                  </a:lnTo>
                  <a:lnTo>
                    <a:pt x="5624076" y="747091"/>
                  </a:lnTo>
                  <a:lnTo>
                    <a:pt x="5624233" y="747091"/>
                  </a:lnTo>
                  <a:lnTo>
                    <a:pt x="5624391" y="747091"/>
                  </a:lnTo>
                  <a:lnTo>
                    <a:pt x="5624391" y="746660"/>
                  </a:lnTo>
                  <a:lnTo>
                    <a:pt x="5624549" y="746660"/>
                  </a:lnTo>
                  <a:lnTo>
                    <a:pt x="5624706" y="746660"/>
                  </a:lnTo>
                  <a:lnTo>
                    <a:pt x="5624864" y="746660"/>
                  </a:lnTo>
                  <a:lnTo>
                    <a:pt x="5625022" y="746660"/>
                  </a:lnTo>
                  <a:lnTo>
                    <a:pt x="5625180" y="746660"/>
                  </a:lnTo>
                  <a:lnTo>
                    <a:pt x="5625337" y="746660"/>
                  </a:lnTo>
                  <a:lnTo>
                    <a:pt x="5625337" y="746229"/>
                  </a:lnTo>
                  <a:lnTo>
                    <a:pt x="5625495" y="746229"/>
                  </a:lnTo>
                  <a:lnTo>
                    <a:pt x="5625653" y="746229"/>
                  </a:lnTo>
                  <a:lnTo>
                    <a:pt x="5625810" y="746229"/>
                  </a:lnTo>
                  <a:lnTo>
                    <a:pt x="5625968" y="746229"/>
                  </a:lnTo>
                  <a:lnTo>
                    <a:pt x="5626126" y="746229"/>
                  </a:lnTo>
                  <a:lnTo>
                    <a:pt x="5626284" y="746229"/>
                  </a:lnTo>
                  <a:lnTo>
                    <a:pt x="5626441" y="746229"/>
                  </a:lnTo>
                  <a:lnTo>
                    <a:pt x="5626599" y="746229"/>
                  </a:lnTo>
                  <a:lnTo>
                    <a:pt x="5626757" y="746229"/>
                  </a:lnTo>
                  <a:lnTo>
                    <a:pt x="5626757" y="745799"/>
                  </a:lnTo>
                  <a:lnTo>
                    <a:pt x="5626915" y="745799"/>
                  </a:lnTo>
                  <a:lnTo>
                    <a:pt x="5627072" y="745799"/>
                  </a:lnTo>
                  <a:lnTo>
                    <a:pt x="5627230" y="745799"/>
                  </a:lnTo>
                  <a:lnTo>
                    <a:pt x="5627230" y="745368"/>
                  </a:lnTo>
                  <a:lnTo>
                    <a:pt x="5627388" y="745368"/>
                  </a:lnTo>
                  <a:lnTo>
                    <a:pt x="5627388" y="744938"/>
                  </a:lnTo>
                  <a:lnTo>
                    <a:pt x="5627545" y="744938"/>
                  </a:lnTo>
                  <a:lnTo>
                    <a:pt x="5627545" y="744507"/>
                  </a:lnTo>
                  <a:lnTo>
                    <a:pt x="5627545" y="744076"/>
                  </a:lnTo>
                  <a:lnTo>
                    <a:pt x="5627703" y="744076"/>
                  </a:lnTo>
                  <a:lnTo>
                    <a:pt x="5627861" y="744076"/>
                  </a:lnTo>
                  <a:lnTo>
                    <a:pt x="5628019" y="744076"/>
                  </a:lnTo>
                  <a:lnTo>
                    <a:pt x="5628176" y="744076"/>
                  </a:lnTo>
                  <a:lnTo>
                    <a:pt x="5628334" y="744076"/>
                  </a:lnTo>
                  <a:lnTo>
                    <a:pt x="5628492" y="744076"/>
                  </a:lnTo>
                  <a:lnTo>
                    <a:pt x="5628649" y="744076"/>
                  </a:lnTo>
                  <a:lnTo>
                    <a:pt x="5628807" y="744076"/>
                  </a:lnTo>
                  <a:lnTo>
                    <a:pt x="5628965" y="744076"/>
                  </a:lnTo>
                  <a:lnTo>
                    <a:pt x="5629123" y="744076"/>
                  </a:lnTo>
                  <a:lnTo>
                    <a:pt x="5629280" y="744076"/>
                  </a:lnTo>
                  <a:lnTo>
                    <a:pt x="5629438" y="744076"/>
                  </a:lnTo>
                  <a:lnTo>
                    <a:pt x="5629596" y="744076"/>
                  </a:lnTo>
                  <a:lnTo>
                    <a:pt x="5629753" y="744076"/>
                  </a:lnTo>
                  <a:lnTo>
                    <a:pt x="5629911" y="744076"/>
                  </a:lnTo>
                  <a:lnTo>
                    <a:pt x="5630069" y="744076"/>
                  </a:lnTo>
                  <a:lnTo>
                    <a:pt x="5630227" y="744076"/>
                  </a:lnTo>
                  <a:lnTo>
                    <a:pt x="5630384" y="744076"/>
                  </a:lnTo>
                  <a:lnTo>
                    <a:pt x="5630542" y="744076"/>
                  </a:lnTo>
                  <a:lnTo>
                    <a:pt x="5630700" y="744076"/>
                  </a:lnTo>
                  <a:lnTo>
                    <a:pt x="5630700" y="743646"/>
                  </a:lnTo>
                  <a:lnTo>
                    <a:pt x="5630857" y="743646"/>
                  </a:lnTo>
                  <a:lnTo>
                    <a:pt x="5631015" y="743646"/>
                  </a:lnTo>
                  <a:lnTo>
                    <a:pt x="5631173" y="743646"/>
                  </a:lnTo>
                  <a:lnTo>
                    <a:pt x="5631331" y="743646"/>
                  </a:lnTo>
                  <a:lnTo>
                    <a:pt x="5631488" y="743646"/>
                  </a:lnTo>
                  <a:lnTo>
                    <a:pt x="5631646" y="743646"/>
                  </a:lnTo>
                  <a:lnTo>
                    <a:pt x="5631804" y="743646"/>
                  </a:lnTo>
                  <a:lnTo>
                    <a:pt x="5631961" y="743646"/>
                  </a:lnTo>
                  <a:lnTo>
                    <a:pt x="5632119" y="743646"/>
                  </a:lnTo>
                  <a:lnTo>
                    <a:pt x="5632277" y="743646"/>
                  </a:lnTo>
                  <a:lnTo>
                    <a:pt x="5632435" y="743646"/>
                  </a:lnTo>
                  <a:lnTo>
                    <a:pt x="5632592" y="743646"/>
                  </a:lnTo>
                  <a:lnTo>
                    <a:pt x="5632750" y="743646"/>
                  </a:lnTo>
                  <a:lnTo>
                    <a:pt x="5632908" y="743646"/>
                  </a:lnTo>
                  <a:lnTo>
                    <a:pt x="5633066" y="743646"/>
                  </a:lnTo>
                  <a:lnTo>
                    <a:pt x="5633223" y="743646"/>
                  </a:lnTo>
                  <a:lnTo>
                    <a:pt x="5633381" y="743646"/>
                  </a:lnTo>
                  <a:lnTo>
                    <a:pt x="5633381" y="743215"/>
                  </a:lnTo>
                  <a:lnTo>
                    <a:pt x="5633539" y="743215"/>
                  </a:lnTo>
                  <a:lnTo>
                    <a:pt x="5633696" y="743215"/>
                  </a:lnTo>
                  <a:lnTo>
                    <a:pt x="5633854" y="743215"/>
                  </a:lnTo>
                  <a:lnTo>
                    <a:pt x="5634012" y="743215"/>
                  </a:lnTo>
                  <a:lnTo>
                    <a:pt x="5634170" y="743215"/>
                  </a:lnTo>
                  <a:lnTo>
                    <a:pt x="5634327" y="743215"/>
                  </a:lnTo>
                  <a:lnTo>
                    <a:pt x="5634485" y="743215"/>
                  </a:lnTo>
                  <a:lnTo>
                    <a:pt x="5634643" y="743215"/>
                  </a:lnTo>
                  <a:lnTo>
                    <a:pt x="5634800" y="743215"/>
                  </a:lnTo>
                  <a:lnTo>
                    <a:pt x="5634958" y="743215"/>
                  </a:lnTo>
                  <a:lnTo>
                    <a:pt x="5635116" y="743215"/>
                  </a:lnTo>
                  <a:lnTo>
                    <a:pt x="5635274" y="743215"/>
                  </a:lnTo>
                  <a:lnTo>
                    <a:pt x="5635431" y="743215"/>
                  </a:lnTo>
                  <a:lnTo>
                    <a:pt x="5635589" y="743215"/>
                  </a:lnTo>
                  <a:lnTo>
                    <a:pt x="5635747" y="743215"/>
                  </a:lnTo>
                  <a:lnTo>
                    <a:pt x="5635747" y="742785"/>
                  </a:lnTo>
                  <a:lnTo>
                    <a:pt x="5635747" y="742354"/>
                  </a:lnTo>
                  <a:lnTo>
                    <a:pt x="5635747" y="741923"/>
                  </a:lnTo>
                  <a:lnTo>
                    <a:pt x="5635904" y="741923"/>
                  </a:lnTo>
                  <a:lnTo>
                    <a:pt x="5636062" y="741923"/>
                  </a:lnTo>
                  <a:lnTo>
                    <a:pt x="5636220" y="741923"/>
                  </a:lnTo>
                  <a:lnTo>
                    <a:pt x="5636378" y="741923"/>
                  </a:lnTo>
                  <a:lnTo>
                    <a:pt x="5636535" y="741923"/>
                  </a:lnTo>
                  <a:lnTo>
                    <a:pt x="5636693" y="741923"/>
                  </a:lnTo>
                  <a:lnTo>
                    <a:pt x="5636851" y="741923"/>
                  </a:lnTo>
                  <a:lnTo>
                    <a:pt x="5637008" y="741923"/>
                  </a:lnTo>
                  <a:lnTo>
                    <a:pt x="5637166" y="741923"/>
                  </a:lnTo>
                  <a:lnTo>
                    <a:pt x="5637324" y="741923"/>
                  </a:lnTo>
                  <a:lnTo>
                    <a:pt x="5637482" y="741923"/>
                  </a:lnTo>
                  <a:lnTo>
                    <a:pt x="5637639" y="741923"/>
                  </a:lnTo>
                  <a:lnTo>
                    <a:pt x="5637797" y="741923"/>
                  </a:lnTo>
                  <a:lnTo>
                    <a:pt x="5637955" y="741923"/>
                  </a:lnTo>
                  <a:lnTo>
                    <a:pt x="5638113" y="741923"/>
                  </a:lnTo>
                  <a:lnTo>
                    <a:pt x="5638270" y="741923"/>
                  </a:lnTo>
                  <a:lnTo>
                    <a:pt x="5638428" y="741923"/>
                  </a:lnTo>
                  <a:lnTo>
                    <a:pt x="5638586" y="741923"/>
                  </a:lnTo>
                  <a:lnTo>
                    <a:pt x="5638743" y="741923"/>
                  </a:lnTo>
                  <a:lnTo>
                    <a:pt x="5638901" y="741923"/>
                  </a:lnTo>
                  <a:lnTo>
                    <a:pt x="5639059" y="741923"/>
                  </a:lnTo>
                  <a:lnTo>
                    <a:pt x="5639217" y="741923"/>
                  </a:lnTo>
                  <a:lnTo>
                    <a:pt x="5639374" y="741923"/>
                  </a:lnTo>
                  <a:lnTo>
                    <a:pt x="5639532" y="741923"/>
                  </a:lnTo>
                  <a:lnTo>
                    <a:pt x="5639690" y="741923"/>
                  </a:lnTo>
                  <a:lnTo>
                    <a:pt x="5639847" y="741923"/>
                  </a:lnTo>
                  <a:lnTo>
                    <a:pt x="5640005" y="741923"/>
                  </a:lnTo>
                  <a:lnTo>
                    <a:pt x="5640163" y="741923"/>
                  </a:lnTo>
                  <a:lnTo>
                    <a:pt x="5640321" y="741923"/>
                  </a:lnTo>
                  <a:lnTo>
                    <a:pt x="5640478" y="741923"/>
                  </a:lnTo>
                  <a:lnTo>
                    <a:pt x="5640636" y="741923"/>
                  </a:lnTo>
                  <a:lnTo>
                    <a:pt x="5640794" y="741923"/>
                  </a:lnTo>
                  <a:lnTo>
                    <a:pt x="5640951" y="741923"/>
                  </a:lnTo>
                  <a:lnTo>
                    <a:pt x="5641109" y="741923"/>
                  </a:lnTo>
                  <a:lnTo>
                    <a:pt x="5641267" y="741923"/>
                  </a:lnTo>
                  <a:lnTo>
                    <a:pt x="5641425" y="741923"/>
                  </a:lnTo>
                  <a:lnTo>
                    <a:pt x="5641582" y="741923"/>
                  </a:lnTo>
                  <a:lnTo>
                    <a:pt x="5641740" y="741923"/>
                  </a:lnTo>
                  <a:lnTo>
                    <a:pt x="5641898" y="741923"/>
                  </a:lnTo>
                  <a:lnTo>
                    <a:pt x="5642055" y="741923"/>
                  </a:lnTo>
                  <a:lnTo>
                    <a:pt x="5642213" y="741923"/>
                  </a:lnTo>
                  <a:lnTo>
                    <a:pt x="5642371" y="741923"/>
                  </a:lnTo>
                  <a:lnTo>
                    <a:pt x="5642529" y="741923"/>
                  </a:lnTo>
                  <a:lnTo>
                    <a:pt x="5642686" y="741923"/>
                  </a:lnTo>
                  <a:lnTo>
                    <a:pt x="5642844" y="741923"/>
                  </a:lnTo>
                  <a:lnTo>
                    <a:pt x="5642844" y="741493"/>
                  </a:lnTo>
                  <a:lnTo>
                    <a:pt x="5643002" y="741493"/>
                  </a:lnTo>
                  <a:lnTo>
                    <a:pt x="5643159" y="741493"/>
                  </a:lnTo>
                  <a:lnTo>
                    <a:pt x="5643159" y="741062"/>
                  </a:lnTo>
                  <a:lnTo>
                    <a:pt x="5643317" y="741062"/>
                  </a:lnTo>
                  <a:lnTo>
                    <a:pt x="5643475" y="741062"/>
                  </a:lnTo>
                  <a:lnTo>
                    <a:pt x="5643633" y="741062"/>
                  </a:lnTo>
                  <a:lnTo>
                    <a:pt x="5643790" y="741062"/>
                  </a:lnTo>
                  <a:lnTo>
                    <a:pt x="5643948" y="741062"/>
                  </a:lnTo>
                  <a:lnTo>
                    <a:pt x="5644106" y="741062"/>
                  </a:lnTo>
                  <a:lnTo>
                    <a:pt x="5644264" y="741062"/>
                  </a:lnTo>
                  <a:lnTo>
                    <a:pt x="5644421" y="741062"/>
                  </a:lnTo>
                  <a:lnTo>
                    <a:pt x="5644579" y="741062"/>
                  </a:lnTo>
                  <a:lnTo>
                    <a:pt x="5644579" y="740632"/>
                  </a:lnTo>
                  <a:lnTo>
                    <a:pt x="5644737" y="740632"/>
                  </a:lnTo>
                  <a:lnTo>
                    <a:pt x="5644894" y="740632"/>
                  </a:lnTo>
                  <a:lnTo>
                    <a:pt x="5644894" y="740201"/>
                  </a:lnTo>
                  <a:lnTo>
                    <a:pt x="5645052" y="740201"/>
                  </a:lnTo>
                  <a:lnTo>
                    <a:pt x="5645210" y="740201"/>
                  </a:lnTo>
                  <a:lnTo>
                    <a:pt x="5645368" y="740201"/>
                  </a:lnTo>
                  <a:lnTo>
                    <a:pt x="5645525" y="740201"/>
                  </a:lnTo>
                  <a:lnTo>
                    <a:pt x="5645525" y="739770"/>
                  </a:lnTo>
                  <a:lnTo>
                    <a:pt x="5645683" y="739770"/>
                  </a:lnTo>
                  <a:lnTo>
                    <a:pt x="5645841" y="739770"/>
                  </a:lnTo>
                  <a:lnTo>
                    <a:pt x="5645998" y="739770"/>
                  </a:lnTo>
                  <a:lnTo>
                    <a:pt x="5646156" y="739770"/>
                  </a:lnTo>
                  <a:lnTo>
                    <a:pt x="5646314" y="739770"/>
                  </a:lnTo>
                  <a:lnTo>
                    <a:pt x="5646472" y="739770"/>
                  </a:lnTo>
                  <a:lnTo>
                    <a:pt x="5646629" y="739770"/>
                  </a:lnTo>
                  <a:lnTo>
                    <a:pt x="5646629" y="739340"/>
                  </a:lnTo>
                  <a:lnTo>
                    <a:pt x="5646787" y="739340"/>
                  </a:lnTo>
                  <a:lnTo>
                    <a:pt x="5646945" y="739340"/>
                  </a:lnTo>
                  <a:lnTo>
                    <a:pt x="5647102" y="739340"/>
                  </a:lnTo>
                  <a:lnTo>
                    <a:pt x="5647260" y="739340"/>
                  </a:lnTo>
                  <a:lnTo>
                    <a:pt x="5647418" y="739340"/>
                  </a:lnTo>
                  <a:lnTo>
                    <a:pt x="5647576" y="739340"/>
                  </a:lnTo>
                  <a:lnTo>
                    <a:pt x="5647733" y="739340"/>
                  </a:lnTo>
                  <a:lnTo>
                    <a:pt x="5647891" y="739340"/>
                  </a:lnTo>
                  <a:lnTo>
                    <a:pt x="5648049" y="739340"/>
                  </a:lnTo>
                  <a:lnTo>
                    <a:pt x="5648206" y="739340"/>
                  </a:lnTo>
                  <a:lnTo>
                    <a:pt x="5648364" y="739340"/>
                  </a:lnTo>
                  <a:lnTo>
                    <a:pt x="5648364" y="738909"/>
                  </a:lnTo>
                  <a:lnTo>
                    <a:pt x="5648522" y="738909"/>
                  </a:lnTo>
                  <a:lnTo>
                    <a:pt x="5648680" y="738909"/>
                  </a:lnTo>
                  <a:lnTo>
                    <a:pt x="5648837" y="738909"/>
                  </a:lnTo>
                  <a:lnTo>
                    <a:pt x="5648995" y="738909"/>
                  </a:lnTo>
                  <a:lnTo>
                    <a:pt x="5649153" y="738909"/>
                  </a:lnTo>
                  <a:lnTo>
                    <a:pt x="5649311" y="738909"/>
                  </a:lnTo>
                  <a:lnTo>
                    <a:pt x="5649468" y="738909"/>
                  </a:lnTo>
                  <a:lnTo>
                    <a:pt x="5649626" y="738909"/>
                  </a:lnTo>
                  <a:lnTo>
                    <a:pt x="5649784" y="738909"/>
                  </a:lnTo>
                  <a:lnTo>
                    <a:pt x="5649941" y="738909"/>
                  </a:lnTo>
                  <a:lnTo>
                    <a:pt x="5650099" y="738909"/>
                  </a:lnTo>
                  <a:lnTo>
                    <a:pt x="5650099" y="738479"/>
                  </a:lnTo>
                  <a:lnTo>
                    <a:pt x="5650257" y="738479"/>
                  </a:lnTo>
                  <a:lnTo>
                    <a:pt x="5650415" y="738479"/>
                  </a:lnTo>
                  <a:lnTo>
                    <a:pt x="5650572" y="738479"/>
                  </a:lnTo>
                  <a:lnTo>
                    <a:pt x="5650730" y="738479"/>
                  </a:lnTo>
                  <a:lnTo>
                    <a:pt x="5650888" y="738479"/>
                  </a:lnTo>
                  <a:lnTo>
                    <a:pt x="5651045" y="738479"/>
                  </a:lnTo>
                  <a:lnTo>
                    <a:pt x="5651045" y="738048"/>
                  </a:lnTo>
                  <a:lnTo>
                    <a:pt x="5651203" y="738048"/>
                  </a:lnTo>
                  <a:lnTo>
                    <a:pt x="5651361" y="738048"/>
                  </a:lnTo>
                  <a:lnTo>
                    <a:pt x="5651519" y="738048"/>
                  </a:lnTo>
                  <a:lnTo>
                    <a:pt x="5651676" y="738048"/>
                  </a:lnTo>
                  <a:lnTo>
                    <a:pt x="5651834" y="738048"/>
                  </a:lnTo>
                  <a:lnTo>
                    <a:pt x="5651992" y="738048"/>
                  </a:lnTo>
                  <a:lnTo>
                    <a:pt x="5652149" y="738048"/>
                  </a:lnTo>
                  <a:lnTo>
                    <a:pt x="5652307" y="738048"/>
                  </a:lnTo>
                  <a:lnTo>
                    <a:pt x="5652307" y="737617"/>
                  </a:lnTo>
                  <a:lnTo>
                    <a:pt x="5652307" y="737187"/>
                  </a:lnTo>
                  <a:lnTo>
                    <a:pt x="5652465" y="737187"/>
                  </a:lnTo>
                  <a:lnTo>
                    <a:pt x="5652623" y="737187"/>
                  </a:lnTo>
                  <a:lnTo>
                    <a:pt x="5652780" y="737187"/>
                  </a:lnTo>
                  <a:lnTo>
                    <a:pt x="5652938" y="737187"/>
                  </a:lnTo>
                  <a:lnTo>
                    <a:pt x="5652938" y="736756"/>
                  </a:lnTo>
                  <a:lnTo>
                    <a:pt x="5653096" y="736756"/>
                  </a:lnTo>
                  <a:lnTo>
                    <a:pt x="5653253" y="736756"/>
                  </a:lnTo>
                  <a:lnTo>
                    <a:pt x="5653411" y="736756"/>
                  </a:lnTo>
                  <a:lnTo>
                    <a:pt x="5653569" y="736756"/>
                  </a:lnTo>
                  <a:lnTo>
                    <a:pt x="5653727" y="736756"/>
                  </a:lnTo>
                  <a:lnTo>
                    <a:pt x="5653727" y="736326"/>
                  </a:lnTo>
                  <a:lnTo>
                    <a:pt x="5653727" y="735895"/>
                  </a:lnTo>
                  <a:lnTo>
                    <a:pt x="5653884" y="735895"/>
                  </a:lnTo>
                  <a:lnTo>
                    <a:pt x="5654042" y="735895"/>
                  </a:lnTo>
                  <a:lnTo>
                    <a:pt x="5654200" y="735895"/>
                  </a:lnTo>
                  <a:lnTo>
                    <a:pt x="5654357" y="735895"/>
                  </a:lnTo>
                  <a:lnTo>
                    <a:pt x="5654515" y="735895"/>
                  </a:lnTo>
                  <a:lnTo>
                    <a:pt x="5654673" y="735895"/>
                  </a:lnTo>
                  <a:lnTo>
                    <a:pt x="5654831" y="735895"/>
                  </a:lnTo>
                  <a:lnTo>
                    <a:pt x="5654988" y="735895"/>
                  </a:lnTo>
                  <a:lnTo>
                    <a:pt x="5655146" y="735895"/>
                  </a:lnTo>
                  <a:lnTo>
                    <a:pt x="5655304" y="735895"/>
                  </a:lnTo>
                  <a:lnTo>
                    <a:pt x="5655462" y="735895"/>
                  </a:lnTo>
                  <a:lnTo>
                    <a:pt x="5655619" y="735895"/>
                  </a:lnTo>
                  <a:lnTo>
                    <a:pt x="5655777" y="735895"/>
                  </a:lnTo>
                  <a:lnTo>
                    <a:pt x="5655935" y="735895"/>
                  </a:lnTo>
                  <a:lnTo>
                    <a:pt x="5656092" y="735895"/>
                  </a:lnTo>
                  <a:lnTo>
                    <a:pt x="5656250" y="735895"/>
                  </a:lnTo>
                  <a:lnTo>
                    <a:pt x="5656408" y="735895"/>
                  </a:lnTo>
                  <a:lnTo>
                    <a:pt x="5656408" y="735464"/>
                  </a:lnTo>
                  <a:lnTo>
                    <a:pt x="5656566" y="735464"/>
                  </a:lnTo>
                  <a:lnTo>
                    <a:pt x="5656723" y="735464"/>
                  </a:lnTo>
                  <a:lnTo>
                    <a:pt x="5656881" y="735464"/>
                  </a:lnTo>
                  <a:lnTo>
                    <a:pt x="5657039" y="735464"/>
                  </a:lnTo>
                  <a:lnTo>
                    <a:pt x="5657196" y="735464"/>
                  </a:lnTo>
                  <a:lnTo>
                    <a:pt x="5657354" y="735464"/>
                  </a:lnTo>
                  <a:lnTo>
                    <a:pt x="5657512" y="735464"/>
                  </a:lnTo>
                  <a:lnTo>
                    <a:pt x="5657670" y="735464"/>
                  </a:lnTo>
                  <a:lnTo>
                    <a:pt x="5657827" y="735464"/>
                  </a:lnTo>
                  <a:lnTo>
                    <a:pt x="5657985" y="735464"/>
                  </a:lnTo>
                  <a:lnTo>
                    <a:pt x="5658143" y="735464"/>
                  </a:lnTo>
                  <a:lnTo>
                    <a:pt x="5658300" y="735464"/>
                  </a:lnTo>
                  <a:lnTo>
                    <a:pt x="5658458" y="735464"/>
                  </a:lnTo>
                  <a:lnTo>
                    <a:pt x="5658616" y="735464"/>
                  </a:lnTo>
                  <a:lnTo>
                    <a:pt x="5658774" y="735464"/>
                  </a:lnTo>
                  <a:lnTo>
                    <a:pt x="5658931" y="735464"/>
                  </a:lnTo>
                  <a:lnTo>
                    <a:pt x="5658931" y="735034"/>
                  </a:lnTo>
                  <a:lnTo>
                    <a:pt x="5658931" y="734603"/>
                  </a:lnTo>
                  <a:lnTo>
                    <a:pt x="5659089" y="734603"/>
                  </a:lnTo>
                  <a:lnTo>
                    <a:pt x="5659247" y="734603"/>
                  </a:lnTo>
                  <a:lnTo>
                    <a:pt x="5659404" y="734603"/>
                  </a:lnTo>
                  <a:lnTo>
                    <a:pt x="5659562" y="734603"/>
                  </a:lnTo>
                  <a:lnTo>
                    <a:pt x="5659720" y="734603"/>
                  </a:lnTo>
                  <a:lnTo>
                    <a:pt x="5659878" y="734603"/>
                  </a:lnTo>
                  <a:lnTo>
                    <a:pt x="5660035" y="734603"/>
                  </a:lnTo>
                  <a:lnTo>
                    <a:pt x="5660193" y="734603"/>
                  </a:lnTo>
                  <a:lnTo>
                    <a:pt x="5660351" y="734603"/>
                  </a:lnTo>
                  <a:lnTo>
                    <a:pt x="5660509" y="734603"/>
                  </a:lnTo>
                  <a:lnTo>
                    <a:pt x="5660666" y="734603"/>
                  </a:lnTo>
                  <a:lnTo>
                    <a:pt x="5660824" y="734603"/>
                  </a:lnTo>
                  <a:lnTo>
                    <a:pt x="5660982" y="734603"/>
                  </a:lnTo>
                  <a:lnTo>
                    <a:pt x="5661139" y="734603"/>
                  </a:lnTo>
                  <a:lnTo>
                    <a:pt x="5661297" y="734603"/>
                  </a:lnTo>
                  <a:lnTo>
                    <a:pt x="5661455" y="734603"/>
                  </a:lnTo>
                  <a:lnTo>
                    <a:pt x="5661455" y="734173"/>
                  </a:lnTo>
                  <a:lnTo>
                    <a:pt x="5661455" y="733742"/>
                  </a:lnTo>
                  <a:lnTo>
                    <a:pt x="5661613" y="733742"/>
                  </a:lnTo>
                  <a:lnTo>
                    <a:pt x="5661770" y="733742"/>
                  </a:lnTo>
                  <a:lnTo>
                    <a:pt x="5661928" y="733742"/>
                  </a:lnTo>
                  <a:lnTo>
                    <a:pt x="5662086" y="733742"/>
                  </a:lnTo>
                  <a:lnTo>
                    <a:pt x="5662243" y="733742"/>
                  </a:lnTo>
                  <a:lnTo>
                    <a:pt x="5662401" y="733742"/>
                  </a:lnTo>
                  <a:lnTo>
                    <a:pt x="5662559" y="733742"/>
                  </a:lnTo>
                  <a:lnTo>
                    <a:pt x="5662717" y="733742"/>
                  </a:lnTo>
                  <a:lnTo>
                    <a:pt x="5662874" y="733742"/>
                  </a:lnTo>
                  <a:lnTo>
                    <a:pt x="5663032" y="733742"/>
                  </a:lnTo>
                  <a:lnTo>
                    <a:pt x="5663190" y="733742"/>
                  </a:lnTo>
                  <a:lnTo>
                    <a:pt x="5663347" y="733742"/>
                  </a:lnTo>
                  <a:lnTo>
                    <a:pt x="5663505" y="733742"/>
                  </a:lnTo>
                  <a:lnTo>
                    <a:pt x="5663663" y="733742"/>
                  </a:lnTo>
                  <a:lnTo>
                    <a:pt x="5663821" y="733742"/>
                  </a:lnTo>
                  <a:lnTo>
                    <a:pt x="5663978" y="733742"/>
                  </a:lnTo>
                  <a:lnTo>
                    <a:pt x="5664136" y="733742"/>
                  </a:lnTo>
                  <a:lnTo>
                    <a:pt x="5664294" y="733742"/>
                  </a:lnTo>
                  <a:lnTo>
                    <a:pt x="5664451" y="733742"/>
                  </a:lnTo>
                  <a:lnTo>
                    <a:pt x="5664609" y="733742"/>
                  </a:lnTo>
                  <a:lnTo>
                    <a:pt x="5664609" y="733311"/>
                  </a:lnTo>
                  <a:lnTo>
                    <a:pt x="5664767" y="733311"/>
                  </a:lnTo>
                  <a:lnTo>
                    <a:pt x="5664925" y="733311"/>
                  </a:lnTo>
                  <a:lnTo>
                    <a:pt x="5665082" y="733311"/>
                  </a:lnTo>
                  <a:lnTo>
                    <a:pt x="5665240" y="733311"/>
                  </a:lnTo>
                  <a:lnTo>
                    <a:pt x="5665398" y="733311"/>
                  </a:lnTo>
                  <a:lnTo>
                    <a:pt x="5665555" y="733311"/>
                  </a:lnTo>
                  <a:lnTo>
                    <a:pt x="5665713" y="733311"/>
                  </a:lnTo>
                  <a:lnTo>
                    <a:pt x="5665871" y="733311"/>
                  </a:lnTo>
                  <a:lnTo>
                    <a:pt x="5666029" y="733311"/>
                  </a:lnTo>
                  <a:lnTo>
                    <a:pt x="5666186" y="733311"/>
                  </a:lnTo>
                  <a:lnTo>
                    <a:pt x="5666344" y="733311"/>
                  </a:lnTo>
                  <a:lnTo>
                    <a:pt x="5666502" y="733311"/>
                  </a:lnTo>
                  <a:lnTo>
                    <a:pt x="5666660" y="733311"/>
                  </a:lnTo>
                  <a:lnTo>
                    <a:pt x="5666817" y="733311"/>
                  </a:lnTo>
                  <a:lnTo>
                    <a:pt x="5666975" y="733311"/>
                  </a:lnTo>
                  <a:lnTo>
                    <a:pt x="5667133" y="733311"/>
                  </a:lnTo>
                  <a:lnTo>
                    <a:pt x="5667133" y="732881"/>
                  </a:lnTo>
                  <a:lnTo>
                    <a:pt x="5667290" y="732881"/>
                  </a:lnTo>
                  <a:lnTo>
                    <a:pt x="5667448" y="732881"/>
                  </a:lnTo>
                  <a:lnTo>
                    <a:pt x="5667606" y="732881"/>
                  </a:lnTo>
                  <a:lnTo>
                    <a:pt x="5667764" y="732881"/>
                  </a:lnTo>
                  <a:lnTo>
                    <a:pt x="5667921" y="732881"/>
                  </a:lnTo>
                  <a:lnTo>
                    <a:pt x="5668079" y="732881"/>
                  </a:lnTo>
                  <a:lnTo>
                    <a:pt x="5668237" y="732881"/>
                  </a:lnTo>
                  <a:lnTo>
                    <a:pt x="5668237" y="732450"/>
                  </a:lnTo>
                  <a:lnTo>
                    <a:pt x="5668394" y="732450"/>
                  </a:lnTo>
                  <a:lnTo>
                    <a:pt x="5668552" y="732450"/>
                  </a:lnTo>
                  <a:lnTo>
                    <a:pt x="5668710" y="732450"/>
                  </a:lnTo>
                  <a:lnTo>
                    <a:pt x="5668868" y="732450"/>
                  </a:lnTo>
                  <a:lnTo>
                    <a:pt x="5669025" y="732450"/>
                  </a:lnTo>
                  <a:lnTo>
                    <a:pt x="5669025" y="732020"/>
                  </a:lnTo>
                  <a:lnTo>
                    <a:pt x="5669183" y="732020"/>
                  </a:lnTo>
                  <a:lnTo>
                    <a:pt x="5669183" y="731589"/>
                  </a:lnTo>
                  <a:lnTo>
                    <a:pt x="5669341" y="731589"/>
                  </a:lnTo>
                  <a:lnTo>
                    <a:pt x="5669341" y="731158"/>
                  </a:lnTo>
                  <a:lnTo>
                    <a:pt x="5669341" y="730728"/>
                  </a:lnTo>
                  <a:lnTo>
                    <a:pt x="5669498" y="730728"/>
                  </a:lnTo>
                  <a:lnTo>
                    <a:pt x="5669656" y="730728"/>
                  </a:lnTo>
                  <a:lnTo>
                    <a:pt x="5669814" y="730728"/>
                  </a:lnTo>
                  <a:lnTo>
                    <a:pt x="5669972" y="730728"/>
                  </a:lnTo>
                  <a:lnTo>
                    <a:pt x="5670129" y="730728"/>
                  </a:lnTo>
                  <a:lnTo>
                    <a:pt x="5670287" y="730728"/>
                  </a:lnTo>
                  <a:lnTo>
                    <a:pt x="5670445" y="730728"/>
                  </a:lnTo>
                  <a:lnTo>
                    <a:pt x="5670602" y="730728"/>
                  </a:lnTo>
                  <a:lnTo>
                    <a:pt x="5670760" y="730728"/>
                  </a:lnTo>
                  <a:lnTo>
                    <a:pt x="5670918" y="730728"/>
                  </a:lnTo>
                  <a:lnTo>
                    <a:pt x="5671076" y="730728"/>
                  </a:lnTo>
                  <a:lnTo>
                    <a:pt x="5671233" y="730728"/>
                  </a:lnTo>
                  <a:lnTo>
                    <a:pt x="5671391" y="730728"/>
                  </a:lnTo>
                  <a:lnTo>
                    <a:pt x="5671549" y="730728"/>
                  </a:lnTo>
                  <a:lnTo>
                    <a:pt x="5671707" y="730728"/>
                  </a:lnTo>
                  <a:lnTo>
                    <a:pt x="5671864" y="730728"/>
                  </a:lnTo>
                  <a:lnTo>
                    <a:pt x="5672022" y="730728"/>
                  </a:lnTo>
                  <a:lnTo>
                    <a:pt x="5672022" y="730297"/>
                  </a:lnTo>
                  <a:lnTo>
                    <a:pt x="5672180" y="730297"/>
                  </a:lnTo>
                  <a:lnTo>
                    <a:pt x="5672337" y="730297"/>
                  </a:lnTo>
                  <a:lnTo>
                    <a:pt x="5672495" y="730297"/>
                  </a:lnTo>
                  <a:lnTo>
                    <a:pt x="5672653" y="730297"/>
                  </a:lnTo>
                  <a:lnTo>
                    <a:pt x="5672653" y="729867"/>
                  </a:lnTo>
                  <a:lnTo>
                    <a:pt x="5672811" y="729867"/>
                  </a:lnTo>
                  <a:lnTo>
                    <a:pt x="5672968" y="729867"/>
                  </a:lnTo>
                  <a:lnTo>
                    <a:pt x="5673126" y="729867"/>
                  </a:lnTo>
                  <a:lnTo>
                    <a:pt x="5673284" y="729867"/>
                  </a:lnTo>
                  <a:lnTo>
                    <a:pt x="5673441" y="729867"/>
                  </a:lnTo>
                  <a:lnTo>
                    <a:pt x="5673441" y="729436"/>
                  </a:lnTo>
                  <a:lnTo>
                    <a:pt x="5673599" y="729436"/>
                  </a:lnTo>
                  <a:lnTo>
                    <a:pt x="5673599" y="729005"/>
                  </a:lnTo>
                  <a:lnTo>
                    <a:pt x="5673757" y="729005"/>
                  </a:lnTo>
                  <a:lnTo>
                    <a:pt x="5673915" y="729005"/>
                  </a:lnTo>
                  <a:lnTo>
                    <a:pt x="5674072" y="729005"/>
                  </a:lnTo>
                  <a:lnTo>
                    <a:pt x="5674230" y="729005"/>
                  </a:lnTo>
                  <a:lnTo>
                    <a:pt x="5674388" y="729005"/>
                  </a:lnTo>
                  <a:lnTo>
                    <a:pt x="5674545" y="729005"/>
                  </a:lnTo>
                  <a:lnTo>
                    <a:pt x="5674703" y="729005"/>
                  </a:lnTo>
                  <a:lnTo>
                    <a:pt x="5674861" y="729005"/>
                  </a:lnTo>
                  <a:lnTo>
                    <a:pt x="5675019" y="729005"/>
                  </a:lnTo>
                  <a:lnTo>
                    <a:pt x="5675176" y="729005"/>
                  </a:lnTo>
                  <a:lnTo>
                    <a:pt x="5675334" y="729005"/>
                  </a:lnTo>
                  <a:lnTo>
                    <a:pt x="5675492" y="729005"/>
                  </a:lnTo>
                  <a:lnTo>
                    <a:pt x="5675649" y="729005"/>
                  </a:lnTo>
                  <a:lnTo>
                    <a:pt x="5675807" y="729005"/>
                  </a:lnTo>
                  <a:lnTo>
                    <a:pt x="5675807" y="728575"/>
                  </a:lnTo>
                  <a:lnTo>
                    <a:pt x="5675807" y="728144"/>
                  </a:lnTo>
                  <a:lnTo>
                    <a:pt x="5675965" y="728144"/>
                  </a:lnTo>
                  <a:lnTo>
                    <a:pt x="5676123" y="728144"/>
                  </a:lnTo>
                  <a:lnTo>
                    <a:pt x="5676280" y="728144"/>
                  </a:lnTo>
                  <a:lnTo>
                    <a:pt x="5676280" y="727714"/>
                  </a:lnTo>
                  <a:lnTo>
                    <a:pt x="5676438" y="727714"/>
                  </a:lnTo>
                  <a:lnTo>
                    <a:pt x="5676596" y="727714"/>
                  </a:lnTo>
                  <a:lnTo>
                    <a:pt x="5676753" y="727714"/>
                  </a:lnTo>
                  <a:lnTo>
                    <a:pt x="5676911" y="727714"/>
                  </a:lnTo>
                  <a:lnTo>
                    <a:pt x="5677069" y="727714"/>
                  </a:lnTo>
                  <a:lnTo>
                    <a:pt x="5677227" y="727714"/>
                  </a:lnTo>
                  <a:lnTo>
                    <a:pt x="5677384" y="727714"/>
                  </a:lnTo>
                  <a:lnTo>
                    <a:pt x="5677542" y="727714"/>
                  </a:lnTo>
                  <a:lnTo>
                    <a:pt x="5677700" y="727714"/>
                  </a:lnTo>
                  <a:lnTo>
                    <a:pt x="5677858" y="727714"/>
                  </a:lnTo>
                  <a:lnTo>
                    <a:pt x="5677858" y="727283"/>
                  </a:lnTo>
                  <a:lnTo>
                    <a:pt x="5678015" y="727283"/>
                  </a:lnTo>
                  <a:lnTo>
                    <a:pt x="5678173" y="727283"/>
                  </a:lnTo>
                  <a:lnTo>
                    <a:pt x="5678173" y="726852"/>
                  </a:lnTo>
                  <a:lnTo>
                    <a:pt x="5678331" y="726852"/>
                  </a:lnTo>
                  <a:lnTo>
                    <a:pt x="5678488" y="726852"/>
                  </a:lnTo>
                  <a:lnTo>
                    <a:pt x="5678646" y="726852"/>
                  </a:lnTo>
                  <a:lnTo>
                    <a:pt x="5678646" y="726422"/>
                  </a:lnTo>
                  <a:lnTo>
                    <a:pt x="5678804" y="726422"/>
                  </a:lnTo>
                  <a:lnTo>
                    <a:pt x="5678962" y="726422"/>
                  </a:lnTo>
                  <a:lnTo>
                    <a:pt x="5679119" y="726422"/>
                  </a:lnTo>
                  <a:lnTo>
                    <a:pt x="5679277" y="726422"/>
                  </a:lnTo>
                  <a:lnTo>
                    <a:pt x="5679435" y="726422"/>
                  </a:lnTo>
                  <a:lnTo>
                    <a:pt x="5679592" y="726422"/>
                  </a:lnTo>
                  <a:lnTo>
                    <a:pt x="5679750" y="726422"/>
                  </a:lnTo>
                  <a:lnTo>
                    <a:pt x="5679908" y="726422"/>
                  </a:lnTo>
                  <a:lnTo>
                    <a:pt x="5680066" y="726422"/>
                  </a:lnTo>
                  <a:lnTo>
                    <a:pt x="5680223" y="726422"/>
                  </a:lnTo>
                  <a:lnTo>
                    <a:pt x="5680381" y="726422"/>
                  </a:lnTo>
                  <a:lnTo>
                    <a:pt x="5680539" y="726422"/>
                  </a:lnTo>
                  <a:lnTo>
                    <a:pt x="5680696" y="726422"/>
                  </a:lnTo>
                  <a:lnTo>
                    <a:pt x="5680854" y="726422"/>
                  </a:lnTo>
                  <a:lnTo>
                    <a:pt x="5681012" y="726422"/>
                  </a:lnTo>
                  <a:lnTo>
                    <a:pt x="5681170" y="726422"/>
                  </a:lnTo>
                  <a:lnTo>
                    <a:pt x="5681327" y="726422"/>
                  </a:lnTo>
                  <a:lnTo>
                    <a:pt x="5681485" y="726422"/>
                  </a:lnTo>
                  <a:lnTo>
                    <a:pt x="5681643" y="726422"/>
                  </a:lnTo>
                  <a:lnTo>
                    <a:pt x="5681800" y="726422"/>
                  </a:lnTo>
                  <a:lnTo>
                    <a:pt x="5681958" y="726422"/>
                  </a:lnTo>
                  <a:lnTo>
                    <a:pt x="5682116" y="726422"/>
                  </a:lnTo>
                  <a:lnTo>
                    <a:pt x="5682274" y="726422"/>
                  </a:lnTo>
                  <a:lnTo>
                    <a:pt x="5682431" y="726422"/>
                  </a:lnTo>
                  <a:lnTo>
                    <a:pt x="5682589" y="726422"/>
                  </a:lnTo>
                  <a:lnTo>
                    <a:pt x="5682747" y="726422"/>
                  </a:lnTo>
                  <a:lnTo>
                    <a:pt x="5682905" y="726422"/>
                  </a:lnTo>
                  <a:lnTo>
                    <a:pt x="5683062" y="726422"/>
                  </a:lnTo>
                  <a:lnTo>
                    <a:pt x="5683220" y="726422"/>
                  </a:lnTo>
                  <a:lnTo>
                    <a:pt x="5683378" y="726422"/>
                  </a:lnTo>
                  <a:lnTo>
                    <a:pt x="5683535" y="726422"/>
                  </a:lnTo>
                  <a:lnTo>
                    <a:pt x="5683693" y="726422"/>
                  </a:lnTo>
                  <a:lnTo>
                    <a:pt x="5683851" y="726422"/>
                  </a:lnTo>
                  <a:lnTo>
                    <a:pt x="5684009" y="726422"/>
                  </a:lnTo>
                  <a:lnTo>
                    <a:pt x="5684166" y="726422"/>
                  </a:lnTo>
                  <a:lnTo>
                    <a:pt x="5684324" y="726422"/>
                  </a:lnTo>
                  <a:lnTo>
                    <a:pt x="5684482" y="726422"/>
                  </a:lnTo>
                  <a:lnTo>
                    <a:pt x="5684639" y="726422"/>
                  </a:lnTo>
                  <a:lnTo>
                    <a:pt x="5684639" y="725991"/>
                  </a:lnTo>
                  <a:lnTo>
                    <a:pt x="5684797" y="725991"/>
                  </a:lnTo>
                  <a:lnTo>
                    <a:pt x="5684797" y="725561"/>
                  </a:lnTo>
                  <a:lnTo>
                    <a:pt x="5684955" y="725561"/>
                  </a:lnTo>
                  <a:lnTo>
                    <a:pt x="5685113" y="725561"/>
                  </a:lnTo>
                  <a:lnTo>
                    <a:pt x="5685270" y="725561"/>
                  </a:lnTo>
                  <a:lnTo>
                    <a:pt x="5685428" y="725561"/>
                  </a:lnTo>
                  <a:lnTo>
                    <a:pt x="5685586" y="725561"/>
                  </a:lnTo>
                  <a:lnTo>
                    <a:pt x="5685743" y="725561"/>
                  </a:lnTo>
                  <a:lnTo>
                    <a:pt x="5685901" y="725561"/>
                  </a:lnTo>
                  <a:lnTo>
                    <a:pt x="5686059" y="725561"/>
                  </a:lnTo>
                  <a:lnTo>
                    <a:pt x="5686217" y="725561"/>
                  </a:lnTo>
                  <a:lnTo>
                    <a:pt x="5686374" y="725561"/>
                  </a:lnTo>
                  <a:lnTo>
                    <a:pt x="5686532" y="725561"/>
                  </a:lnTo>
                  <a:lnTo>
                    <a:pt x="5686532" y="725130"/>
                  </a:lnTo>
                  <a:lnTo>
                    <a:pt x="5686690" y="725130"/>
                  </a:lnTo>
                  <a:lnTo>
                    <a:pt x="5686847" y="725130"/>
                  </a:lnTo>
                  <a:lnTo>
                    <a:pt x="5687005" y="725130"/>
                  </a:lnTo>
                  <a:lnTo>
                    <a:pt x="5687163" y="725130"/>
                  </a:lnTo>
                  <a:lnTo>
                    <a:pt x="5687321" y="725130"/>
                  </a:lnTo>
                  <a:lnTo>
                    <a:pt x="5687478" y="725130"/>
                  </a:lnTo>
                  <a:lnTo>
                    <a:pt x="5687636" y="725130"/>
                  </a:lnTo>
                  <a:lnTo>
                    <a:pt x="5687794" y="725130"/>
                  </a:lnTo>
                  <a:lnTo>
                    <a:pt x="5687951" y="725130"/>
                  </a:lnTo>
                  <a:lnTo>
                    <a:pt x="5688109" y="725130"/>
                  </a:lnTo>
                  <a:lnTo>
                    <a:pt x="5688267" y="725130"/>
                  </a:lnTo>
                  <a:lnTo>
                    <a:pt x="5688425" y="725130"/>
                  </a:lnTo>
                  <a:lnTo>
                    <a:pt x="5688582" y="725130"/>
                  </a:lnTo>
                  <a:lnTo>
                    <a:pt x="5688740" y="725130"/>
                  </a:lnTo>
                  <a:lnTo>
                    <a:pt x="5688898" y="725130"/>
                  </a:lnTo>
                  <a:lnTo>
                    <a:pt x="5688898" y="724699"/>
                  </a:lnTo>
                  <a:lnTo>
                    <a:pt x="5689056" y="724699"/>
                  </a:lnTo>
                  <a:lnTo>
                    <a:pt x="5689213" y="724699"/>
                  </a:lnTo>
                  <a:lnTo>
                    <a:pt x="5689371" y="724699"/>
                  </a:lnTo>
                  <a:lnTo>
                    <a:pt x="5689529" y="724699"/>
                  </a:lnTo>
                  <a:lnTo>
                    <a:pt x="5689686" y="724699"/>
                  </a:lnTo>
                  <a:lnTo>
                    <a:pt x="5689844" y="724699"/>
                  </a:lnTo>
                  <a:lnTo>
                    <a:pt x="5690002" y="724699"/>
                  </a:lnTo>
                  <a:lnTo>
                    <a:pt x="5690160" y="724699"/>
                  </a:lnTo>
                  <a:lnTo>
                    <a:pt x="5690317" y="724699"/>
                  </a:lnTo>
                  <a:lnTo>
                    <a:pt x="5690475" y="724699"/>
                  </a:lnTo>
                  <a:lnTo>
                    <a:pt x="5690633" y="724699"/>
                  </a:lnTo>
                  <a:lnTo>
                    <a:pt x="5690633" y="724269"/>
                  </a:lnTo>
                  <a:lnTo>
                    <a:pt x="5690790" y="724269"/>
                  </a:lnTo>
                  <a:lnTo>
                    <a:pt x="5690948" y="724269"/>
                  </a:lnTo>
                  <a:lnTo>
                    <a:pt x="5691106" y="724269"/>
                  </a:lnTo>
                  <a:lnTo>
                    <a:pt x="5691264" y="724269"/>
                  </a:lnTo>
                  <a:lnTo>
                    <a:pt x="5691421" y="724269"/>
                  </a:lnTo>
                  <a:lnTo>
                    <a:pt x="5691579" y="724269"/>
                  </a:lnTo>
                  <a:lnTo>
                    <a:pt x="5691579" y="723838"/>
                  </a:lnTo>
                  <a:lnTo>
                    <a:pt x="5691737" y="723838"/>
                  </a:lnTo>
                  <a:lnTo>
                    <a:pt x="5691894" y="723838"/>
                  </a:lnTo>
                  <a:lnTo>
                    <a:pt x="5692052" y="723838"/>
                  </a:lnTo>
                  <a:lnTo>
                    <a:pt x="5692210" y="723838"/>
                  </a:lnTo>
                  <a:lnTo>
                    <a:pt x="5692368" y="723838"/>
                  </a:lnTo>
                  <a:lnTo>
                    <a:pt x="5692525" y="723838"/>
                  </a:lnTo>
                  <a:lnTo>
                    <a:pt x="5692683" y="723838"/>
                  </a:lnTo>
                  <a:lnTo>
                    <a:pt x="5692841" y="723838"/>
                  </a:lnTo>
                  <a:lnTo>
                    <a:pt x="5692841" y="723408"/>
                  </a:lnTo>
                  <a:lnTo>
                    <a:pt x="5692998" y="723408"/>
                  </a:lnTo>
                  <a:lnTo>
                    <a:pt x="5693156" y="723408"/>
                  </a:lnTo>
                  <a:lnTo>
                    <a:pt x="5693314" y="723408"/>
                  </a:lnTo>
                  <a:lnTo>
                    <a:pt x="5693472" y="723408"/>
                  </a:lnTo>
                  <a:lnTo>
                    <a:pt x="5693629" y="723408"/>
                  </a:lnTo>
                  <a:lnTo>
                    <a:pt x="5693787" y="723408"/>
                  </a:lnTo>
                  <a:lnTo>
                    <a:pt x="5693945" y="723408"/>
                  </a:lnTo>
                  <a:lnTo>
                    <a:pt x="5694102" y="723408"/>
                  </a:lnTo>
                  <a:lnTo>
                    <a:pt x="5694260" y="723408"/>
                  </a:lnTo>
                  <a:lnTo>
                    <a:pt x="5694418" y="723408"/>
                  </a:lnTo>
                  <a:lnTo>
                    <a:pt x="5694576" y="723408"/>
                  </a:lnTo>
                  <a:lnTo>
                    <a:pt x="5694733" y="723408"/>
                  </a:lnTo>
                  <a:lnTo>
                    <a:pt x="5694891" y="723408"/>
                  </a:lnTo>
                  <a:lnTo>
                    <a:pt x="5695049" y="723408"/>
                  </a:lnTo>
                  <a:lnTo>
                    <a:pt x="5695207" y="723408"/>
                  </a:lnTo>
                  <a:lnTo>
                    <a:pt x="5695364" y="723408"/>
                  </a:lnTo>
                  <a:lnTo>
                    <a:pt x="5695522" y="723408"/>
                  </a:lnTo>
                  <a:lnTo>
                    <a:pt x="5695680" y="723408"/>
                  </a:lnTo>
                  <a:lnTo>
                    <a:pt x="5695837" y="723408"/>
                  </a:lnTo>
                  <a:lnTo>
                    <a:pt x="5695837" y="722977"/>
                  </a:lnTo>
                  <a:lnTo>
                    <a:pt x="5695837" y="722546"/>
                  </a:lnTo>
                  <a:lnTo>
                    <a:pt x="5695995" y="722546"/>
                  </a:lnTo>
                  <a:lnTo>
                    <a:pt x="5696153" y="722546"/>
                  </a:lnTo>
                  <a:lnTo>
                    <a:pt x="5696311" y="722546"/>
                  </a:lnTo>
                  <a:lnTo>
                    <a:pt x="5696468" y="722546"/>
                  </a:lnTo>
                  <a:lnTo>
                    <a:pt x="5696468" y="722116"/>
                  </a:lnTo>
                  <a:lnTo>
                    <a:pt x="5696626" y="722116"/>
                  </a:lnTo>
                  <a:lnTo>
                    <a:pt x="5696626" y="721685"/>
                  </a:lnTo>
                  <a:lnTo>
                    <a:pt x="5696784" y="721685"/>
                  </a:lnTo>
                  <a:lnTo>
                    <a:pt x="5696941" y="721685"/>
                  </a:lnTo>
                  <a:lnTo>
                    <a:pt x="5697099" y="721685"/>
                  </a:lnTo>
                  <a:lnTo>
                    <a:pt x="5697257" y="721685"/>
                  </a:lnTo>
                  <a:lnTo>
                    <a:pt x="5697415" y="721685"/>
                  </a:lnTo>
                  <a:lnTo>
                    <a:pt x="5697572" y="721685"/>
                  </a:lnTo>
                  <a:lnTo>
                    <a:pt x="5697730" y="721685"/>
                  </a:lnTo>
                  <a:lnTo>
                    <a:pt x="5697888" y="721685"/>
                  </a:lnTo>
                  <a:lnTo>
                    <a:pt x="5698045" y="721685"/>
                  </a:lnTo>
                  <a:lnTo>
                    <a:pt x="5698203" y="721685"/>
                  </a:lnTo>
                  <a:lnTo>
                    <a:pt x="5698361" y="721685"/>
                  </a:lnTo>
                  <a:lnTo>
                    <a:pt x="5698361" y="721255"/>
                  </a:lnTo>
                  <a:lnTo>
                    <a:pt x="5698519" y="721255"/>
                  </a:lnTo>
                  <a:lnTo>
                    <a:pt x="5698676" y="721255"/>
                  </a:lnTo>
                  <a:lnTo>
                    <a:pt x="5698834" y="721255"/>
                  </a:lnTo>
                  <a:lnTo>
                    <a:pt x="5698992" y="721255"/>
                  </a:lnTo>
                  <a:lnTo>
                    <a:pt x="5698992" y="720824"/>
                  </a:lnTo>
                  <a:lnTo>
                    <a:pt x="5699149" y="720824"/>
                  </a:lnTo>
                  <a:lnTo>
                    <a:pt x="5699307" y="720824"/>
                  </a:lnTo>
                  <a:lnTo>
                    <a:pt x="5699465" y="720824"/>
                  </a:lnTo>
                  <a:lnTo>
                    <a:pt x="5699465" y="720393"/>
                  </a:lnTo>
                  <a:lnTo>
                    <a:pt x="5699623" y="720393"/>
                  </a:lnTo>
                  <a:lnTo>
                    <a:pt x="5699780" y="720393"/>
                  </a:lnTo>
                  <a:lnTo>
                    <a:pt x="5699780" y="719963"/>
                  </a:lnTo>
                  <a:lnTo>
                    <a:pt x="5699938" y="719963"/>
                  </a:lnTo>
                  <a:lnTo>
                    <a:pt x="5700096" y="719963"/>
                  </a:lnTo>
                  <a:lnTo>
                    <a:pt x="5700254" y="719963"/>
                  </a:lnTo>
                  <a:lnTo>
                    <a:pt x="5700411" y="719963"/>
                  </a:lnTo>
                  <a:lnTo>
                    <a:pt x="5700569" y="719963"/>
                  </a:lnTo>
                  <a:lnTo>
                    <a:pt x="5700727" y="719963"/>
                  </a:lnTo>
                  <a:lnTo>
                    <a:pt x="5700884" y="719963"/>
                  </a:lnTo>
                  <a:lnTo>
                    <a:pt x="5701042" y="719963"/>
                  </a:lnTo>
                  <a:lnTo>
                    <a:pt x="5701200" y="719963"/>
                  </a:lnTo>
                  <a:lnTo>
                    <a:pt x="5701200" y="719532"/>
                  </a:lnTo>
                  <a:lnTo>
                    <a:pt x="5701358" y="719532"/>
                  </a:lnTo>
                  <a:lnTo>
                    <a:pt x="5701358" y="719102"/>
                  </a:lnTo>
                  <a:lnTo>
                    <a:pt x="5701358" y="718671"/>
                  </a:lnTo>
                  <a:lnTo>
                    <a:pt x="5701515" y="718671"/>
                  </a:lnTo>
                  <a:lnTo>
                    <a:pt x="5701673" y="718671"/>
                  </a:lnTo>
                  <a:lnTo>
                    <a:pt x="5701831" y="718671"/>
                  </a:lnTo>
                  <a:lnTo>
                    <a:pt x="5701831" y="718240"/>
                  </a:lnTo>
                  <a:lnTo>
                    <a:pt x="5701988" y="718240"/>
                  </a:lnTo>
                  <a:lnTo>
                    <a:pt x="5702146" y="718240"/>
                  </a:lnTo>
                  <a:lnTo>
                    <a:pt x="5702304" y="718240"/>
                  </a:lnTo>
                  <a:lnTo>
                    <a:pt x="5702462" y="718240"/>
                  </a:lnTo>
                  <a:lnTo>
                    <a:pt x="5702619" y="718240"/>
                  </a:lnTo>
                  <a:lnTo>
                    <a:pt x="5702777" y="718240"/>
                  </a:lnTo>
                  <a:lnTo>
                    <a:pt x="5702935" y="718240"/>
                  </a:lnTo>
                  <a:lnTo>
                    <a:pt x="5703092" y="718240"/>
                  </a:lnTo>
                  <a:lnTo>
                    <a:pt x="5703250" y="718240"/>
                  </a:lnTo>
                  <a:lnTo>
                    <a:pt x="5703408" y="718240"/>
                  </a:lnTo>
                  <a:lnTo>
                    <a:pt x="5703566" y="718240"/>
                  </a:lnTo>
                  <a:lnTo>
                    <a:pt x="5703723" y="718240"/>
                  </a:lnTo>
                  <a:lnTo>
                    <a:pt x="5703881" y="718240"/>
                  </a:lnTo>
                  <a:lnTo>
                    <a:pt x="5704039" y="718240"/>
                  </a:lnTo>
                  <a:lnTo>
                    <a:pt x="5704196" y="718240"/>
                  </a:lnTo>
                  <a:lnTo>
                    <a:pt x="5704354" y="718240"/>
                  </a:lnTo>
                  <a:lnTo>
                    <a:pt x="5704512" y="718240"/>
                  </a:lnTo>
                  <a:lnTo>
                    <a:pt x="5704670" y="718240"/>
                  </a:lnTo>
                  <a:lnTo>
                    <a:pt x="5704827" y="718240"/>
                  </a:lnTo>
                  <a:lnTo>
                    <a:pt x="5704985" y="718240"/>
                  </a:lnTo>
                  <a:lnTo>
                    <a:pt x="5705143" y="718240"/>
                  </a:lnTo>
                  <a:lnTo>
                    <a:pt x="5705300" y="718240"/>
                  </a:lnTo>
                  <a:lnTo>
                    <a:pt x="5705458" y="718240"/>
                  </a:lnTo>
                  <a:lnTo>
                    <a:pt x="5705616" y="718240"/>
                  </a:lnTo>
                  <a:lnTo>
                    <a:pt x="5705774" y="718240"/>
                  </a:lnTo>
                  <a:lnTo>
                    <a:pt x="5705931" y="718240"/>
                  </a:lnTo>
                  <a:lnTo>
                    <a:pt x="5706089" y="718240"/>
                  </a:lnTo>
                  <a:lnTo>
                    <a:pt x="5706247" y="718240"/>
                  </a:lnTo>
                  <a:lnTo>
                    <a:pt x="5706405" y="718240"/>
                  </a:lnTo>
                  <a:lnTo>
                    <a:pt x="5706562" y="718240"/>
                  </a:lnTo>
                  <a:lnTo>
                    <a:pt x="5706720" y="718240"/>
                  </a:lnTo>
                  <a:lnTo>
                    <a:pt x="5706878" y="718240"/>
                  </a:lnTo>
                  <a:lnTo>
                    <a:pt x="5707035" y="718240"/>
                  </a:lnTo>
                  <a:lnTo>
                    <a:pt x="5707193" y="718240"/>
                  </a:lnTo>
                  <a:lnTo>
                    <a:pt x="5707351" y="718240"/>
                  </a:lnTo>
                  <a:lnTo>
                    <a:pt x="5707509" y="718240"/>
                  </a:lnTo>
                  <a:lnTo>
                    <a:pt x="5707666" y="718240"/>
                  </a:lnTo>
                  <a:lnTo>
                    <a:pt x="5707824" y="718240"/>
                  </a:lnTo>
                  <a:lnTo>
                    <a:pt x="5707982" y="718240"/>
                  </a:lnTo>
                  <a:lnTo>
                    <a:pt x="5708139" y="718240"/>
                  </a:lnTo>
                  <a:lnTo>
                    <a:pt x="5708297" y="718240"/>
                  </a:lnTo>
                  <a:lnTo>
                    <a:pt x="5708455" y="718240"/>
                  </a:lnTo>
                  <a:lnTo>
                    <a:pt x="5708613" y="718240"/>
                  </a:lnTo>
                  <a:lnTo>
                    <a:pt x="5708770" y="718240"/>
                  </a:lnTo>
                  <a:lnTo>
                    <a:pt x="5708928" y="718240"/>
                  </a:lnTo>
                  <a:lnTo>
                    <a:pt x="5709086" y="718240"/>
                  </a:lnTo>
                  <a:lnTo>
                    <a:pt x="5709243" y="718240"/>
                  </a:lnTo>
                  <a:lnTo>
                    <a:pt x="5709401" y="718240"/>
                  </a:lnTo>
                  <a:lnTo>
                    <a:pt x="5709559" y="718240"/>
                  </a:lnTo>
                  <a:lnTo>
                    <a:pt x="5709717" y="718240"/>
                  </a:lnTo>
                  <a:lnTo>
                    <a:pt x="5709874" y="718240"/>
                  </a:lnTo>
                  <a:lnTo>
                    <a:pt x="5710032" y="718240"/>
                  </a:lnTo>
                  <a:lnTo>
                    <a:pt x="5710190" y="718240"/>
                  </a:lnTo>
                  <a:lnTo>
                    <a:pt x="5710347" y="718240"/>
                  </a:lnTo>
                  <a:lnTo>
                    <a:pt x="5710505" y="718240"/>
                  </a:lnTo>
                  <a:lnTo>
                    <a:pt x="5710663" y="718240"/>
                  </a:lnTo>
                  <a:lnTo>
                    <a:pt x="5710821" y="718240"/>
                  </a:lnTo>
                  <a:lnTo>
                    <a:pt x="5710978" y="718240"/>
                  </a:lnTo>
                  <a:lnTo>
                    <a:pt x="5710978" y="717810"/>
                  </a:lnTo>
                  <a:lnTo>
                    <a:pt x="5711136" y="717810"/>
                  </a:lnTo>
                  <a:lnTo>
                    <a:pt x="5711294" y="717810"/>
                  </a:lnTo>
                  <a:lnTo>
                    <a:pt x="5711452" y="717810"/>
                  </a:lnTo>
                  <a:lnTo>
                    <a:pt x="5711609" y="717810"/>
                  </a:lnTo>
                  <a:lnTo>
                    <a:pt x="5711767" y="717810"/>
                  </a:lnTo>
                  <a:lnTo>
                    <a:pt x="5711925" y="717810"/>
                  </a:lnTo>
                  <a:lnTo>
                    <a:pt x="5712082" y="717810"/>
                  </a:lnTo>
                  <a:lnTo>
                    <a:pt x="5712082" y="717379"/>
                  </a:lnTo>
                  <a:lnTo>
                    <a:pt x="5712240" y="717379"/>
                  </a:lnTo>
                  <a:lnTo>
                    <a:pt x="5712240" y="716949"/>
                  </a:lnTo>
                  <a:lnTo>
                    <a:pt x="5712398" y="716949"/>
                  </a:lnTo>
                  <a:lnTo>
                    <a:pt x="5712556" y="716949"/>
                  </a:lnTo>
                  <a:lnTo>
                    <a:pt x="5712713" y="716949"/>
                  </a:lnTo>
                  <a:lnTo>
                    <a:pt x="5712871" y="716949"/>
                  </a:lnTo>
                  <a:lnTo>
                    <a:pt x="5713029" y="716949"/>
                  </a:lnTo>
                  <a:lnTo>
                    <a:pt x="5713186" y="716949"/>
                  </a:lnTo>
                  <a:lnTo>
                    <a:pt x="5713344" y="716949"/>
                  </a:lnTo>
                  <a:lnTo>
                    <a:pt x="5713344" y="716518"/>
                  </a:lnTo>
                  <a:lnTo>
                    <a:pt x="5713502" y="716518"/>
                  </a:lnTo>
                  <a:lnTo>
                    <a:pt x="5713660" y="716518"/>
                  </a:lnTo>
                  <a:lnTo>
                    <a:pt x="5713660" y="716087"/>
                  </a:lnTo>
                  <a:lnTo>
                    <a:pt x="5713817" y="716087"/>
                  </a:lnTo>
                  <a:lnTo>
                    <a:pt x="5713975" y="716087"/>
                  </a:lnTo>
                  <a:lnTo>
                    <a:pt x="5714133" y="716087"/>
                  </a:lnTo>
                  <a:lnTo>
                    <a:pt x="5714290" y="716087"/>
                  </a:lnTo>
                  <a:lnTo>
                    <a:pt x="5714290" y="715657"/>
                  </a:lnTo>
                  <a:lnTo>
                    <a:pt x="5714448" y="715657"/>
                  </a:lnTo>
                  <a:lnTo>
                    <a:pt x="5714448" y="715226"/>
                  </a:lnTo>
                  <a:lnTo>
                    <a:pt x="5714606" y="715226"/>
                  </a:lnTo>
                  <a:lnTo>
                    <a:pt x="5714764" y="715226"/>
                  </a:lnTo>
                  <a:lnTo>
                    <a:pt x="5714921" y="715226"/>
                  </a:lnTo>
                  <a:lnTo>
                    <a:pt x="5715079" y="715226"/>
                  </a:lnTo>
                  <a:lnTo>
                    <a:pt x="5715237" y="715226"/>
                  </a:lnTo>
                  <a:lnTo>
                    <a:pt x="5715394" y="715226"/>
                  </a:lnTo>
                  <a:lnTo>
                    <a:pt x="5715552" y="715226"/>
                  </a:lnTo>
                  <a:lnTo>
                    <a:pt x="5715710" y="715226"/>
                  </a:lnTo>
                  <a:lnTo>
                    <a:pt x="5715868" y="715226"/>
                  </a:lnTo>
                  <a:lnTo>
                    <a:pt x="5715868" y="714796"/>
                  </a:lnTo>
                  <a:lnTo>
                    <a:pt x="5716025" y="714796"/>
                  </a:lnTo>
                  <a:lnTo>
                    <a:pt x="5716183" y="714796"/>
                  </a:lnTo>
                  <a:lnTo>
                    <a:pt x="5716183" y="714365"/>
                  </a:lnTo>
                  <a:lnTo>
                    <a:pt x="5716341" y="714365"/>
                  </a:lnTo>
                  <a:lnTo>
                    <a:pt x="5716341" y="713934"/>
                  </a:lnTo>
                  <a:lnTo>
                    <a:pt x="5716498" y="713934"/>
                  </a:lnTo>
                  <a:lnTo>
                    <a:pt x="5716656" y="713934"/>
                  </a:lnTo>
                  <a:lnTo>
                    <a:pt x="5716814" y="713934"/>
                  </a:lnTo>
                  <a:lnTo>
                    <a:pt x="5716972" y="713934"/>
                  </a:lnTo>
                  <a:lnTo>
                    <a:pt x="5717129" y="713934"/>
                  </a:lnTo>
                  <a:lnTo>
                    <a:pt x="5717287" y="713934"/>
                  </a:lnTo>
                  <a:lnTo>
                    <a:pt x="5717445" y="713934"/>
                  </a:lnTo>
                  <a:lnTo>
                    <a:pt x="5717603" y="713934"/>
                  </a:lnTo>
                  <a:lnTo>
                    <a:pt x="5717760" y="713934"/>
                  </a:lnTo>
                  <a:lnTo>
                    <a:pt x="5717918" y="713934"/>
                  </a:lnTo>
                  <a:lnTo>
                    <a:pt x="5718076" y="713934"/>
                  </a:lnTo>
                  <a:lnTo>
                    <a:pt x="5718233" y="713934"/>
                  </a:lnTo>
                  <a:lnTo>
                    <a:pt x="5718233" y="713504"/>
                  </a:lnTo>
                  <a:lnTo>
                    <a:pt x="5718391" y="713504"/>
                  </a:lnTo>
                  <a:lnTo>
                    <a:pt x="5718549" y="713504"/>
                  </a:lnTo>
                  <a:lnTo>
                    <a:pt x="5718707" y="713504"/>
                  </a:lnTo>
                  <a:lnTo>
                    <a:pt x="5718864" y="713504"/>
                  </a:lnTo>
                  <a:lnTo>
                    <a:pt x="5719022" y="713504"/>
                  </a:lnTo>
                  <a:lnTo>
                    <a:pt x="5719180" y="713504"/>
                  </a:lnTo>
                  <a:lnTo>
                    <a:pt x="5719337" y="713504"/>
                  </a:lnTo>
                  <a:lnTo>
                    <a:pt x="5719495" y="713504"/>
                  </a:lnTo>
                  <a:lnTo>
                    <a:pt x="5719653" y="713504"/>
                  </a:lnTo>
                  <a:lnTo>
                    <a:pt x="5719811" y="713504"/>
                  </a:lnTo>
                  <a:lnTo>
                    <a:pt x="5719968" y="713504"/>
                  </a:lnTo>
                  <a:lnTo>
                    <a:pt x="5720126" y="713504"/>
                  </a:lnTo>
                  <a:lnTo>
                    <a:pt x="5720284" y="713504"/>
                  </a:lnTo>
                  <a:lnTo>
                    <a:pt x="5720441" y="713504"/>
                  </a:lnTo>
                  <a:lnTo>
                    <a:pt x="5720599" y="713504"/>
                  </a:lnTo>
                  <a:lnTo>
                    <a:pt x="5720757" y="713504"/>
                  </a:lnTo>
                  <a:lnTo>
                    <a:pt x="5720757" y="713073"/>
                  </a:lnTo>
                  <a:lnTo>
                    <a:pt x="5720915" y="713073"/>
                  </a:lnTo>
                  <a:lnTo>
                    <a:pt x="5721072" y="713073"/>
                  </a:lnTo>
                  <a:lnTo>
                    <a:pt x="5721230" y="713073"/>
                  </a:lnTo>
                  <a:lnTo>
                    <a:pt x="5721388" y="713073"/>
                  </a:lnTo>
                  <a:lnTo>
                    <a:pt x="5721388" y="712643"/>
                  </a:lnTo>
                  <a:lnTo>
                    <a:pt x="5721545" y="712643"/>
                  </a:lnTo>
                  <a:lnTo>
                    <a:pt x="5721703" y="712643"/>
                  </a:lnTo>
                  <a:lnTo>
                    <a:pt x="5721861" y="712643"/>
                  </a:lnTo>
                  <a:lnTo>
                    <a:pt x="5722019" y="712643"/>
                  </a:lnTo>
                  <a:lnTo>
                    <a:pt x="5722176" y="712643"/>
                  </a:lnTo>
                  <a:lnTo>
                    <a:pt x="5722176" y="712212"/>
                  </a:lnTo>
                  <a:lnTo>
                    <a:pt x="5722334" y="712212"/>
                  </a:lnTo>
                  <a:lnTo>
                    <a:pt x="5722334" y="711781"/>
                  </a:lnTo>
                  <a:lnTo>
                    <a:pt x="5722492" y="711781"/>
                  </a:lnTo>
                  <a:lnTo>
                    <a:pt x="5722650" y="711781"/>
                  </a:lnTo>
                  <a:lnTo>
                    <a:pt x="5722807" y="711781"/>
                  </a:lnTo>
                  <a:lnTo>
                    <a:pt x="5722965" y="711781"/>
                  </a:lnTo>
                  <a:lnTo>
                    <a:pt x="5723123" y="711781"/>
                  </a:lnTo>
                  <a:lnTo>
                    <a:pt x="5723280" y="711781"/>
                  </a:lnTo>
                  <a:lnTo>
                    <a:pt x="5723280" y="711351"/>
                  </a:lnTo>
                  <a:lnTo>
                    <a:pt x="5723438" y="711351"/>
                  </a:lnTo>
                  <a:lnTo>
                    <a:pt x="5723596" y="711351"/>
                  </a:lnTo>
                  <a:lnTo>
                    <a:pt x="5723754" y="711351"/>
                  </a:lnTo>
                  <a:lnTo>
                    <a:pt x="5723911" y="711351"/>
                  </a:lnTo>
                  <a:lnTo>
                    <a:pt x="5724069" y="711351"/>
                  </a:lnTo>
                  <a:lnTo>
                    <a:pt x="5724227" y="711351"/>
                  </a:lnTo>
                  <a:lnTo>
                    <a:pt x="5724384" y="711351"/>
                  </a:lnTo>
                  <a:lnTo>
                    <a:pt x="5724542" y="711351"/>
                  </a:lnTo>
                  <a:lnTo>
                    <a:pt x="5724700" y="711351"/>
                  </a:lnTo>
                  <a:lnTo>
                    <a:pt x="5724858" y="711351"/>
                  </a:lnTo>
                  <a:lnTo>
                    <a:pt x="5725015" y="711351"/>
                  </a:lnTo>
                  <a:lnTo>
                    <a:pt x="5725173" y="711351"/>
                  </a:lnTo>
                  <a:lnTo>
                    <a:pt x="5725331" y="711351"/>
                  </a:lnTo>
                  <a:lnTo>
                    <a:pt x="5725488" y="711351"/>
                  </a:lnTo>
                  <a:lnTo>
                    <a:pt x="5725488" y="710920"/>
                  </a:lnTo>
                  <a:lnTo>
                    <a:pt x="5725646" y="710920"/>
                  </a:lnTo>
                  <a:lnTo>
                    <a:pt x="5725804" y="710920"/>
                  </a:lnTo>
                  <a:lnTo>
                    <a:pt x="5725962" y="710920"/>
                  </a:lnTo>
                  <a:lnTo>
                    <a:pt x="5726119" y="710920"/>
                  </a:lnTo>
                  <a:lnTo>
                    <a:pt x="5726277" y="710920"/>
                  </a:lnTo>
                  <a:lnTo>
                    <a:pt x="5726435" y="710920"/>
                  </a:lnTo>
                  <a:lnTo>
                    <a:pt x="5726435" y="710490"/>
                  </a:lnTo>
                  <a:lnTo>
                    <a:pt x="5726592" y="710490"/>
                  </a:lnTo>
                  <a:lnTo>
                    <a:pt x="5726750" y="710490"/>
                  </a:lnTo>
                  <a:lnTo>
                    <a:pt x="5726908" y="710490"/>
                  </a:lnTo>
                  <a:lnTo>
                    <a:pt x="5727066" y="710490"/>
                  </a:lnTo>
                  <a:lnTo>
                    <a:pt x="5727223" y="710490"/>
                  </a:lnTo>
                  <a:lnTo>
                    <a:pt x="5727381" y="710490"/>
                  </a:lnTo>
                  <a:lnTo>
                    <a:pt x="5727539" y="710490"/>
                  </a:lnTo>
                  <a:lnTo>
                    <a:pt x="5727539" y="710059"/>
                  </a:lnTo>
                  <a:lnTo>
                    <a:pt x="5727539" y="709628"/>
                  </a:lnTo>
                  <a:lnTo>
                    <a:pt x="5727696" y="709628"/>
                  </a:lnTo>
                  <a:lnTo>
                    <a:pt x="5727854" y="709628"/>
                  </a:lnTo>
                  <a:lnTo>
                    <a:pt x="5728012" y="709628"/>
                  </a:lnTo>
                  <a:lnTo>
                    <a:pt x="5728170" y="709628"/>
                  </a:lnTo>
                  <a:lnTo>
                    <a:pt x="5728327" y="709628"/>
                  </a:lnTo>
                  <a:lnTo>
                    <a:pt x="5728485" y="709628"/>
                  </a:lnTo>
                  <a:lnTo>
                    <a:pt x="5728643" y="709628"/>
                  </a:lnTo>
                  <a:lnTo>
                    <a:pt x="5728801" y="709628"/>
                  </a:lnTo>
                  <a:lnTo>
                    <a:pt x="5728958" y="709628"/>
                  </a:lnTo>
                  <a:lnTo>
                    <a:pt x="5729116" y="709628"/>
                  </a:lnTo>
                  <a:lnTo>
                    <a:pt x="5729274" y="709628"/>
                  </a:lnTo>
                  <a:lnTo>
                    <a:pt x="5729431" y="709628"/>
                  </a:lnTo>
                  <a:lnTo>
                    <a:pt x="5729589" y="709628"/>
                  </a:lnTo>
                  <a:lnTo>
                    <a:pt x="5729747" y="709628"/>
                  </a:lnTo>
                  <a:lnTo>
                    <a:pt x="5729905" y="709628"/>
                  </a:lnTo>
                  <a:lnTo>
                    <a:pt x="5730062" y="709628"/>
                  </a:lnTo>
                  <a:lnTo>
                    <a:pt x="5730220" y="709628"/>
                  </a:lnTo>
                  <a:lnTo>
                    <a:pt x="5730378" y="709628"/>
                  </a:lnTo>
                  <a:lnTo>
                    <a:pt x="5730535" y="709628"/>
                  </a:lnTo>
                  <a:lnTo>
                    <a:pt x="5730693" y="709628"/>
                  </a:lnTo>
                  <a:lnTo>
                    <a:pt x="5730851" y="709628"/>
                  </a:lnTo>
                  <a:lnTo>
                    <a:pt x="5731009" y="709628"/>
                  </a:lnTo>
                  <a:lnTo>
                    <a:pt x="5731166" y="709628"/>
                  </a:lnTo>
                  <a:lnTo>
                    <a:pt x="5731324" y="709628"/>
                  </a:lnTo>
                  <a:lnTo>
                    <a:pt x="5731482" y="709628"/>
                  </a:lnTo>
                  <a:lnTo>
                    <a:pt x="5731639" y="709628"/>
                  </a:lnTo>
                  <a:lnTo>
                    <a:pt x="5731797" y="709628"/>
                  </a:lnTo>
                  <a:lnTo>
                    <a:pt x="5731955" y="709628"/>
                  </a:lnTo>
                  <a:lnTo>
                    <a:pt x="5732113" y="709628"/>
                  </a:lnTo>
                  <a:lnTo>
                    <a:pt x="5732270" y="709628"/>
                  </a:lnTo>
                  <a:lnTo>
                    <a:pt x="5732428" y="709628"/>
                  </a:lnTo>
                  <a:lnTo>
                    <a:pt x="5732586" y="709628"/>
                  </a:lnTo>
                  <a:lnTo>
                    <a:pt x="5732743" y="709628"/>
                  </a:lnTo>
                  <a:lnTo>
                    <a:pt x="5732901" y="709628"/>
                  </a:lnTo>
                  <a:lnTo>
                    <a:pt x="5733059" y="709628"/>
                  </a:lnTo>
                  <a:lnTo>
                    <a:pt x="5733217" y="709628"/>
                  </a:lnTo>
                  <a:lnTo>
                    <a:pt x="5733374" y="709628"/>
                  </a:lnTo>
                  <a:lnTo>
                    <a:pt x="5733532" y="709628"/>
                  </a:lnTo>
                  <a:lnTo>
                    <a:pt x="5733690" y="709628"/>
                  </a:lnTo>
                  <a:lnTo>
                    <a:pt x="5733848" y="709628"/>
                  </a:lnTo>
                  <a:lnTo>
                    <a:pt x="5734005" y="709628"/>
                  </a:lnTo>
                  <a:lnTo>
                    <a:pt x="5734163" y="709628"/>
                  </a:lnTo>
                  <a:lnTo>
                    <a:pt x="5734321" y="709628"/>
                  </a:lnTo>
                  <a:lnTo>
                    <a:pt x="5734478" y="709628"/>
                  </a:lnTo>
                  <a:lnTo>
                    <a:pt x="5734636" y="709628"/>
                  </a:lnTo>
                  <a:lnTo>
                    <a:pt x="5734636" y="709198"/>
                  </a:lnTo>
                  <a:lnTo>
                    <a:pt x="5734794" y="709198"/>
                  </a:lnTo>
                  <a:lnTo>
                    <a:pt x="5734952" y="709198"/>
                  </a:lnTo>
                  <a:lnTo>
                    <a:pt x="5735109" y="709198"/>
                  </a:lnTo>
                  <a:lnTo>
                    <a:pt x="5735267" y="709198"/>
                  </a:lnTo>
                  <a:lnTo>
                    <a:pt x="5735425" y="709198"/>
                  </a:lnTo>
                  <a:lnTo>
                    <a:pt x="5735582" y="709198"/>
                  </a:lnTo>
                  <a:lnTo>
                    <a:pt x="5735740" y="709198"/>
                  </a:lnTo>
                  <a:lnTo>
                    <a:pt x="5735898" y="709198"/>
                  </a:lnTo>
                  <a:lnTo>
                    <a:pt x="5736056" y="709198"/>
                  </a:lnTo>
                  <a:lnTo>
                    <a:pt x="5736213" y="709198"/>
                  </a:lnTo>
                  <a:lnTo>
                    <a:pt x="5736371" y="709198"/>
                  </a:lnTo>
                  <a:lnTo>
                    <a:pt x="5736529" y="709198"/>
                  </a:lnTo>
                  <a:lnTo>
                    <a:pt x="5736686" y="709198"/>
                  </a:lnTo>
                  <a:lnTo>
                    <a:pt x="5736844" y="709198"/>
                  </a:lnTo>
                  <a:lnTo>
                    <a:pt x="5737002" y="709198"/>
                  </a:lnTo>
                  <a:lnTo>
                    <a:pt x="5737002" y="708767"/>
                  </a:lnTo>
                  <a:lnTo>
                    <a:pt x="5737160" y="708767"/>
                  </a:lnTo>
                  <a:lnTo>
                    <a:pt x="5737317" y="708767"/>
                  </a:lnTo>
                  <a:lnTo>
                    <a:pt x="5737475" y="708767"/>
                  </a:lnTo>
                  <a:lnTo>
                    <a:pt x="5737633" y="708767"/>
                  </a:lnTo>
                  <a:lnTo>
                    <a:pt x="5737633" y="708337"/>
                  </a:lnTo>
                  <a:lnTo>
                    <a:pt x="5737790" y="708337"/>
                  </a:lnTo>
                  <a:lnTo>
                    <a:pt x="5737948" y="708337"/>
                  </a:lnTo>
                  <a:lnTo>
                    <a:pt x="5738106" y="708337"/>
                  </a:lnTo>
                  <a:lnTo>
                    <a:pt x="5738264" y="708337"/>
                  </a:lnTo>
                  <a:lnTo>
                    <a:pt x="5738264" y="707906"/>
                  </a:lnTo>
                  <a:lnTo>
                    <a:pt x="5738421" y="707906"/>
                  </a:lnTo>
                  <a:lnTo>
                    <a:pt x="5738579" y="707906"/>
                  </a:lnTo>
                  <a:lnTo>
                    <a:pt x="5738737" y="707906"/>
                  </a:lnTo>
                  <a:lnTo>
                    <a:pt x="5738894" y="707906"/>
                  </a:lnTo>
                  <a:lnTo>
                    <a:pt x="5739052" y="707906"/>
                  </a:lnTo>
                  <a:lnTo>
                    <a:pt x="5739210" y="707906"/>
                  </a:lnTo>
                  <a:lnTo>
                    <a:pt x="5739368" y="707906"/>
                  </a:lnTo>
                  <a:lnTo>
                    <a:pt x="5739525" y="707906"/>
                  </a:lnTo>
                  <a:lnTo>
                    <a:pt x="5739683" y="707906"/>
                  </a:lnTo>
                  <a:lnTo>
                    <a:pt x="5739683" y="707475"/>
                  </a:lnTo>
                  <a:lnTo>
                    <a:pt x="5739683" y="707045"/>
                  </a:lnTo>
                  <a:lnTo>
                    <a:pt x="5739683" y="706614"/>
                  </a:lnTo>
                  <a:lnTo>
                    <a:pt x="5739841" y="706614"/>
                  </a:lnTo>
                  <a:lnTo>
                    <a:pt x="5739999" y="706614"/>
                  </a:lnTo>
                  <a:lnTo>
                    <a:pt x="5740156" y="706614"/>
                  </a:lnTo>
                  <a:lnTo>
                    <a:pt x="5740314" y="706614"/>
                  </a:lnTo>
                  <a:lnTo>
                    <a:pt x="5740472" y="706614"/>
                  </a:lnTo>
                  <a:lnTo>
                    <a:pt x="5740629" y="706614"/>
                  </a:lnTo>
                  <a:lnTo>
                    <a:pt x="5740787" y="706614"/>
                  </a:lnTo>
                  <a:lnTo>
                    <a:pt x="5740945" y="706614"/>
                  </a:lnTo>
                  <a:lnTo>
                    <a:pt x="5741103" y="706614"/>
                  </a:lnTo>
                  <a:lnTo>
                    <a:pt x="5741103" y="706184"/>
                  </a:lnTo>
                  <a:lnTo>
                    <a:pt x="5741260" y="706184"/>
                  </a:lnTo>
                  <a:lnTo>
                    <a:pt x="5741260" y="705753"/>
                  </a:lnTo>
                  <a:lnTo>
                    <a:pt x="5741260" y="705322"/>
                  </a:lnTo>
                  <a:lnTo>
                    <a:pt x="5741418" y="705322"/>
                  </a:lnTo>
                  <a:lnTo>
                    <a:pt x="5741576" y="705322"/>
                  </a:lnTo>
                  <a:lnTo>
                    <a:pt x="5741576" y="704892"/>
                  </a:lnTo>
                  <a:lnTo>
                    <a:pt x="5741733" y="704892"/>
                  </a:lnTo>
                  <a:lnTo>
                    <a:pt x="5741891" y="704892"/>
                  </a:lnTo>
                  <a:lnTo>
                    <a:pt x="5742049" y="704892"/>
                  </a:lnTo>
                  <a:lnTo>
                    <a:pt x="5742207" y="704892"/>
                  </a:lnTo>
                  <a:lnTo>
                    <a:pt x="5742364" y="704892"/>
                  </a:lnTo>
                  <a:lnTo>
                    <a:pt x="5742522" y="704892"/>
                  </a:lnTo>
                  <a:lnTo>
                    <a:pt x="5742680" y="704892"/>
                  </a:lnTo>
                  <a:lnTo>
                    <a:pt x="5742837" y="704892"/>
                  </a:lnTo>
                  <a:lnTo>
                    <a:pt x="5742995" y="704892"/>
                  </a:lnTo>
                  <a:lnTo>
                    <a:pt x="5743153" y="704892"/>
                  </a:lnTo>
                  <a:lnTo>
                    <a:pt x="5743311" y="704892"/>
                  </a:lnTo>
                  <a:lnTo>
                    <a:pt x="5743468" y="704892"/>
                  </a:lnTo>
                  <a:lnTo>
                    <a:pt x="5743626" y="704892"/>
                  </a:lnTo>
                  <a:lnTo>
                    <a:pt x="5743626" y="704461"/>
                  </a:lnTo>
                  <a:lnTo>
                    <a:pt x="5743784" y="704461"/>
                  </a:lnTo>
                  <a:lnTo>
                    <a:pt x="5743784" y="704031"/>
                  </a:lnTo>
                  <a:lnTo>
                    <a:pt x="5743941" y="704031"/>
                  </a:lnTo>
                  <a:lnTo>
                    <a:pt x="5744099" y="704031"/>
                  </a:lnTo>
                  <a:lnTo>
                    <a:pt x="5744099" y="703600"/>
                  </a:lnTo>
                  <a:lnTo>
                    <a:pt x="5744257" y="703600"/>
                  </a:lnTo>
                  <a:lnTo>
                    <a:pt x="5744257" y="703169"/>
                  </a:lnTo>
                  <a:lnTo>
                    <a:pt x="5744257" y="702739"/>
                  </a:lnTo>
                  <a:lnTo>
                    <a:pt x="5744415" y="702739"/>
                  </a:lnTo>
                  <a:lnTo>
                    <a:pt x="5744572" y="702739"/>
                  </a:lnTo>
                  <a:lnTo>
                    <a:pt x="5744730" y="702739"/>
                  </a:lnTo>
                  <a:lnTo>
                    <a:pt x="5744888" y="702739"/>
                  </a:lnTo>
                  <a:lnTo>
                    <a:pt x="5745046" y="702739"/>
                  </a:lnTo>
                  <a:lnTo>
                    <a:pt x="5745203" y="702739"/>
                  </a:lnTo>
                  <a:lnTo>
                    <a:pt x="5745361" y="702739"/>
                  </a:lnTo>
                  <a:lnTo>
                    <a:pt x="5745519" y="702739"/>
                  </a:lnTo>
                  <a:lnTo>
                    <a:pt x="5745676" y="702739"/>
                  </a:lnTo>
                  <a:lnTo>
                    <a:pt x="5745834" y="702739"/>
                  </a:lnTo>
                  <a:lnTo>
                    <a:pt x="5745992" y="702739"/>
                  </a:lnTo>
                  <a:lnTo>
                    <a:pt x="5746150" y="702739"/>
                  </a:lnTo>
                  <a:lnTo>
                    <a:pt x="5746307" y="702739"/>
                  </a:lnTo>
                  <a:lnTo>
                    <a:pt x="5746465" y="702739"/>
                  </a:lnTo>
                  <a:lnTo>
                    <a:pt x="5746623" y="702739"/>
                  </a:lnTo>
                  <a:lnTo>
                    <a:pt x="5746780" y="702739"/>
                  </a:lnTo>
                  <a:lnTo>
                    <a:pt x="5746938" y="702739"/>
                  </a:lnTo>
                  <a:lnTo>
                    <a:pt x="5747096" y="702739"/>
                  </a:lnTo>
                  <a:lnTo>
                    <a:pt x="5747096" y="702308"/>
                  </a:lnTo>
                  <a:lnTo>
                    <a:pt x="5747254" y="702308"/>
                  </a:lnTo>
                  <a:lnTo>
                    <a:pt x="5747411" y="702308"/>
                  </a:lnTo>
                  <a:lnTo>
                    <a:pt x="5747569" y="702308"/>
                  </a:lnTo>
                  <a:lnTo>
                    <a:pt x="5747727" y="702308"/>
                  </a:lnTo>
                  <a:lnTo>
                    <a:pt x="5747884" y="702308"/>
                  </a:lnTo>
                  <a:lnTo>
                    <a:pt x="5748042" y="702308"/>
                  </a:lnTo>
                  <a:lnTo>
                    <a:pt x="5748200" y="702308"/>
                  </a:lnTo>
                  <a:lnTo>
                    <a:pt x="5748358" y="702308"/>
                  </a:lnTo>
                  <a:lnTo>
                    <a:pt x="5748515" y="702308"/>
                  </a:lnTo>
                  <a:lnTo>
                    <a:pt x="5748673" y="702308"/>
                  </a:lnTo>
                  <a:lnTo>
                    <a:pt x="5748831" y="702308"/>
                  </a:lnTo>
                  <a:lnTo>
                    <a:pt x="5748988" y="702308"/>
                  </a:lnTo>
                  <a:lnTo>
                    <a:pt x="5749146" y="702308"/>
                  </a:lnTo>
                  <a:lnTo>
                    <a:pt x="5749304" y="702308"/>
                  </a:lnTo>
                  <a:lnTo>
                    <a:pt x="5749304" y="701878"/>
                  </a:lnTo>
                  <a:lnTo>
                    <a:pt x="5749462" y="701878"/>
                  </a:lnTo>
                  <a:lnTo>
                    <a:pt x="5749619" y="701878"/>
                  </a:lnTo>
                  <a:lnTo>
                    <a:pt x="5749777" y="701878"/>
                  </a:lnTo>
                  <a:lnTo>
                    <a:pt x="5749935" y="701878"/>
                  </a:lnTo>
                  <a:lnTo>
                    <a:pt x="5749935" y="701447"/>
                  </a:lnTo>
                  <a:lnTo>
                    <a:pt x="5750092" y="701447"/>
                  </a:lnTo>
                  <a:lnTo>
                    <a:pt x="5750250" y="701447"/>
                  </a:lnTo>
                  <a:lnTo>
                    <a:pt x="5750408" y="701447"/>
                  </a:lnTo>
                  <a:lnTo>
                    <a:pt x="5750566" y="701447"/>
                  </a:lnTo>
                  <a:lnTo>
                    <a:pt x="5750566" y="701016"/>
                  </a:lnTo>
                  <a:lnTo>
                    <a:pt x="5750723" y="701016"/>
                  </a:lnTo>
                  <a:lnTo>
                    <a:pt x="5750881" y="701016"/>
                  </a:lnTo>
                  <a:lnTo>
                    <a:pt x="5751039" y="701016"/>
                  </a:lnTo>
                  <a:lnTo>
                    <a:pt x="5751197" y="701016"/>
                  </a:lnTo>
                  <a:lnTo>
                    <a:pt x="5751354" y="701016"/>
                  </a:lnTo>
                  <a:lnTo>
                    <a:pt x="5751512" y="701016"/>
                  </a:lnTo>
                  <a:lnTo>
                    <a:pt x="5751670" y="701016"/>
                  </a:lnTo>
                  <a:lnTo>
                    <a:pt x="5751670" y="700586"/>
                  </a:lnTo>
                  <a:lnTo>
                    <a:pt x="5751827" y="700586"/>
                  </a:lnTo>
                  <a:lnTo>
                    <a:pt x="5751985" y="700586"/>
                  </a:lnTo>
                  <a:lnTo>
                    <a:pt x="5752143" y="700586"/>
                  </a:lnTo>
                  <a:lnTo>
                    <a:pt x="5752301" y="700586"/>
                  </a:lnTo>
                  <a:lnTo>
                    <a:pt x="5752458" y="700586"/>
                  </a:lnTo>
                  <a:lnTo>
                    <a:pt x="5752616" y="700586"/>
                  </a:lnTo>
                  <a:lnTo>
                    <a:pt x="5752774" y="700586"/>
                  </a:lnTo>
                  <a:lnTo>
                    <a:pt x="5752931" y="700586"/>
                  </a:lnTo>
                  <a:lnTo>
                    <a:pt x="5753089" y="700586"/>
                  </a:lnTo>
                  <a:lnTo>
                    <a:pt x="5753247" y="700586"/>
                  </a:lnTo>
                  <a:lnTo>
                    <a:pt x="5753405" y="700586"/>
                  </a:lnTo>
                  <a:lnTo>
                    <a:pt x="5753562" y="700586"/>
                  </a:lnTo>
                  <a:lnTo>
                    <a:pt x="5753720" y="700586"/>
                  </a:lnTo>
                  <a:lnTo>
                    <a:pt x="5753720" y="700155"/>
                  </a:lnTo>
                  <a:lnTo>
                    <a:pt x="5753878" y="700155"/>
                  </a:lnTo>
                  <a:lnTo>
                    <a:pt x="5754035" y="700155"/>
                  </a:lnTo>
                  <a:lnTo>
                    <a:pt x="5754193" y="700155"/>
                  </a:lnTo>
                  <a:lnTo>
                    <a:pt x="5754351" y="700155"/>
                  </a:lnTo>
                  <a:lnTo>
                    <a:pt x="5754509" y="700155"/>
                  </a:lnTo>
                  <a:lnTo>
                    <a:pt x="5754666" y="700155"/>
                  </a:lnTo>
                  <a:lnTo>
                    <a:pt x="5754824" y="700155"/>
                  </a:lnTo>
                  <a:lnTo>
                    <a:pt x="5754982" y="700155"/>
                  </a:lnTo>
                  <a:lnTo>
                    <a:pt x="5755139" y="700155"/>
                  </a:lnTo>
                  <a:lnTo>
                    <a:pt x="5755297" y="700155"/>
                  </a:lnTo>
                  <a:lnTo>
                    <a:pt x="5755455" y="700155"/>
                  </a:lnTo>
                  <a:lnTo>
                    <a:pt x="5755613" y="700155"/>
                  </a:lnTo>
                  <a:lnTo>
                    <a:pt x="5755770" y="700155"/>
                  </a:lnTo>
                  <a:lnTo>
                    <a:pt x="5755928" y="700155"/>
                  </a:lnTo>
                  <a:lnTo>
                    <a:pt x="5756086" y="700155"/>
                  </a:lnTo>
                  <a:lnTo>
                    <a:pt x="5756244" y="700155"/>
                  </a:lnTo>
                  <a:lnTo>
                    <a:pt x="5756401" y="700155"/>
                  </a:lnTo>
                  <a:lnTo>
                    <a:pt x="5756559" y="700155"/>
                  </a:lnTo>
                  <a:lnTo>
                    <a:pt x="5756717" y="700155"/>
                  </a:lnTo>
                  <a:lnTo>
                    <a:pt x="5756874" y="700155"/>
                  </a:lnTo>
                  <a:lnTo>
                    <a:pt x="5757032" y="700155"/>
                  </a:lnTo>
                  <a:lnTo>
                    <a:pt x="5757190" y="700155"/>
                  </a:lnTo>
                  <a:lnTo>
                    <a:pt x="5757348" y="700155"/>
                  </a:lnTo>
                  <a:lnTo>
                    <a:pt x="5757348" y="699725"/>
                  </a:lnTo>
                  <a:lnTo>
                    <a:pt x="5757505" y="699725"/>
                  </a:lnTo>
                  <a:lnTo>
                    <a:pt x="5757663" y="699725"/>
                  </a:lnTo>
                  <a:lnTo>
                    <a:pt x="5757663" y="699294"/>
                  </a:lnTo>
                  <a:lnTo>
                    <a:pt x="5757821" y="699294"/>
                  </a:lnTo>
                  <a:lnTo>
                    <a:pt x="5757978" y="699294"/>
                  </a:lnTo>
                  <a:lnTo>
                    <a:pt x="5758136" y="699294"/>
                  </a:lnTo>
                  <a:lnTo>
                    <a:pt x="5758294" y="699294"/>
                  </a:lnTo>
                  <a:lnTo>
                    <a:pt x="5758452" y="699294"/>
                  </a:lnTo>
                  <a:lnTo>
                    <a:pt x="5758609" y="699294"/>
                  </a:lnTo>
                  <a:lnTo>
                    <a:pt x="5758767" y="699294"/>
                  </a:lnTo>
                  <a:lnTo>
                    <a:pt x="5758925" y="699294"/>
                  </a:lnTo>
                  <a:lnTo>
                    <a:pt x="5759082" y="699294"/>
                  </a:lnTo>
                  <a:lnTo>
                    <a:pt x="5759240" y="699294"/>
                  </a:lnTo>
                  <a:lnTo>
                    <a:pt x="5759398" y="699294"/>
                  </a:lnTo>
                  <a:lnTo>
                    <a:pt x="5759556" y="699294"/>
                  </a:lnTo>
                  <a:lnTo>
                    <a:pt x="5759556" y="698863"/>
                  </a:lnTo>
                  <a:lnTo>
                    <a:pt x="5759713" y="698863"/>
                  </a:lnTo>
                  <a:lnTo>
                    <a:pt x="5759871" y="698863"/>
                  </a:lnTo>
                  <a:lnTo>
                    <a:pt x="5760029" y="698863"/>
                  </a:lnTo>
                  <a:lnTo>
                    <a:pt x="5760186" y="698863"/>
                  </a:lnTo>
                  <a:lnTo>
                    <a:pt x="5760344" y="698863"/>
                  </a:lnTo>
                  <a:lnTo>
                    <a:pt x="5760502" y="698863"/>
                  </a:lnTo>
                  <a:lnTo>
                    <a:pt x="5760660" y="698863"/>
                  </a:lnTo>
                  <a:lnTo>
                    <a:pt x="5760817" y="698863"/>
                  </a:lnTo>
                  <a:lnTo>
                    <a:pt x="5760975" y="698863"/>
                  </a:lnTo>
                  <a:lnTo>
                    <a:pt x="5761133" y="698863"/>
                  </a:lnTo>
                  <a:lnTo>
                    <a:pt x="5761133" y="698433"/>
                  </a:lnTo>
                  <a:lnTo>
                    <a:pt x="5761290" y="698433"/>
                  </a:lnTo>
                  <a:lnTo>
                    <a:pt x="5761448" y="698433"/>
                  </a:lnTo>
                  <a:lnTo>
                    <a:pt x="5761606" y="698433"/>
                  </a:lnTo>
                  <a:lnTo>
                    <a:pt x="5761606" y="698002"/>
                  </a:lnTo>
                  <a:lnTo>
                    <a:pt x="5761764" y="698002"/>
                  </a:lnTo>
                  <a:lnTo>
                    <a:pt x="5761921" y="698002"/>
                  </a:lnTo>
                  <a:lnTo>
                    <a:pt x="5762079" y="698002"/>
                  </a:lnTo>
                  <a:lnTo>
                    <a:pt x="5762237" y="698002"/>
                  </a:lnTo>
                  <a:lnTo>
                    <a:pt x="5762395" y="698002"/>
                  </a:lnTo>
                  <a:lnTo>
                    <a:pt x="5762552" y="698002"/>
                  </a:lnTo>
                  <a:lnTo>
                    <a:pt x="5762710" y="698002"/>
                  </a:lnTo>
                  <a:lnTo>
                    <a:pt x="5762868" y="698002"/>
                  </a:lnTo>
                  <a:lnTo>
                    <a:pt x="5763025" y="698002"/>
                  </a:lnTo>
                  <a:lnTo>
                    <a:pt x="5763183" y="698002"/>
                  </a:lnTo>
                  <a:lnTo>
                    <a:pt x="5763341" y="698002"/>
                  </a:lnTo>
                  <a:lnTo>
                    <a:pt x="5763499" y="698002"/>
                  </a:lnTo>
                  <a:lnTo>
                    <a:pt x="5763499" y="697572"/>
                  </a:lnTo>
                  <a:lnTo>
                    <a:pt x="5763656" y="697572"/>
                  </a:lnTo>
                  <a:lnTo>
                    <a:pt x="5763814" y="697572"/>
                  </a:lnTo>
                  <a:lnTo>
                    <a:pt x="5763972" y="697572"/>
                  </a:lnTo>
                  <a:lnTo>
                    <a:pt x="5763972" y="697141"/>
                  </a:lnTo>
                  <a:lnTo>
                    <a:pt x="5764129" y="697141"/>
                  </a:lnTo>
                  <a:lnTo>
                    <a:pt x="5764287" y="697141"/>
                  </a:lnTo>
                  <a:lnTo>
                    <a:pt x="5764287" y="696710"/>
                  </a:lnTo>
                  <a:lnTo>
                    <a:pt x="5764445" y="696710"/>
                  </a:lnTo>
                  <a:lnTo>
                    <a:pt x="5764603" y="696710"/>
                  </a:lnTo>
                  <a:lnTo>
                    <a:pt x="5764760" y="696710"/>
                  </a:lnTo>
                  <a:lnTo>
                    <a:pt x="5764760" y="696280"/>
                  </a:lnTo>
                  <a:lnTo>
                    <a:pt x="5764918" y="696280"/>
                  </a:lnTo>
                  <a:lnTo>
                    <a:pt x="5764918" y="695849"/>
                  </a:lnTo>
                  <a:lnTo>
                    <a:pt x="5765076" y="695849"/>
                  </a:lnTo>
                  <a:lnTo>
                    <a:pt x="5765233" y="695849"/>
                  </a:lnTo>
                  <a:lnTo>
                    <a:pt x="5765391" y="695849"/>
                  </a:lnTo>
                  <a:lnTo>
                    <a:pt x="5765549" y="695849"/>
                  </a:lnTo>
                  <a:lnTo>
                    <a:pt x="5765707" y="695849"/>
                  </a:lnTo>
                  <a:lnTo>
                    <a:pt x="5765864" y="695849"/>
                  </a:lnTo>
                  <a:lnTo>
                    <a:pt x="5766022" y="695849"/>
                  </a:lnTo>
                  <a:lnTo>
                    <a:pt x="5766180" y="695849"/>
                  </a:lnTo>
                  <a:lnTo>
                    <a:pt x="5766337" y="695849"/>
                  </a:lnTo>
                  <a:lnTo>
                    <a:pt x="5766337" y="695419"/>
                  </a:lnTo>
                  <a:lnTo>
                    <a:pt x="5766495" y="695419"/>
                  </a:lnTo>
                  <a:lnTo>
                    <a:pt x="5766653" y="695419"/>
                  </a:lnTo>
                  <a:lnTo>
                    <a:pt x="5766811" y="695419"/>
                  </a:lnTo>
                  <a:lnTo>
                    <a:pt x="5766968" y="695419"/>
                  </a:lnTo>
                  <a:lnTo>
                    <a:pt x="5767126" y="695419"/>
                  </a:lnTo>
                  <a:lnTo>
                    <a:pt x="5767284" y="695419"/>
                  </a:lnTo>
                  <a:lnTo>
                    <a:pt x="5767441" y="695419"/>
                  </a:lnTo>
                  <a:lnTo>
                    <a:pt x="5767599" y="695419"/>
                  </a:lnTo>
                  <a:lnTo>
                    <a:pt x="5767757" y="695419"/>
                  </a:lnTo>
                  <a:lnTo>
                    <a:pt x="5767915" y="695419"/>
                  </a:lnTo>
                  <a:lnTo>
                    <a:pt x="5768072" y="695419"/>
                  </a:lnTo>
                  <a:lnTo>
                    <a:pt x="5768230" y="695419"/>
                  </a:lnTo>
                  <a:lnTo>
                    <a:pt x="5768388" y="695419"/>
                  </a:lnTo>
                  <a:lnTo>
                    <a:pt x="5768546" y="695419"/>
                  </a:lnTo>
                  <a:lnTo>
                    <a:pt x="5768703" y="695419"/>
                  </a:lnTo>
                  <a:lnTo>
                    <a:pt x="5768703" y="694988"/>
                  </a:lnTo>
                  <a:lnTo>
                    <a:pt x="5768861" y="694988"/>
                  </a:lnTo>
                  <a:lnTo>
                    <a:pt x="5769019" y="694988"/>
                  </a:lnTo>
                  <a:lnTo>
                    <a:pt x="5769176" y="694988"/>
                  </a:lnTo>
                  <a:lnTo>
                    <a:pt x="5769334" y="694988"/>
                  </a:lnTo>
                  <a:lnTo>
                    <a:pt x="5769492" y="694988"/>
                  </a:lnTo>
                  <a:lnTo>
                    <a:pt x="5769650" y="694988"/>
                  </a:lnTo>
                  <a:lnTo>
                    <a:pt x="5769650" y="694557"/>
                  </a:lnTo>
                  <a:lnTo>
                    <a:pt x="5769807" y="694557"/>
                  </a:lnTo>
                  <a:lnTo>
                    <a:pt x="5769807" y="694127"/>
                  </a:lnTo>
                  <a:lnTo>
                    <a:pt x="5769807" y="693696"/>
                  </a:lnTo>
                  <a:lnTo>
                    <a:pt x="5769965" y="693696"/>
                  </a:lnTo>
                  <a:lnTo>
                    <a:pt x="5770123" y="693696"/>
                  </a:lnTo>
                  <a:lnTo>
                    <a:pt x="5770280" y="693696"/>
                  </a:lnTo>
                  <a:lnTo>
                    <a:pt x="5770438" y="693696"/>
                  </a:lnTo>
                  <a:lnTo>
                    <a:pt x="5770596" y="693696"/>
                  </a:lnTo>
                  <a:lnTo>
                    <a:pt x="5770754" y="693696"/>
                  </a:lnTo>
                  <a:lnTo>
                    <a:pt x="5770911" y="693696"/>
                  </a:lnTo>
                  <a:lnTo>
                    <a:pt x="5770911" y="693266"/>
                  </a:lnTo>
                  <a:lnTo>
                    <a:pt x="5771069" y="693266"/>
                  </a:lnTo>
                  <a:lnTo>
                    <a:pt x="5771227" y="693266"/>
                  </a:lnTo>
                  <a:lnTo>
                    <a:pt x="5771384" y="693266"/>
                  </a:lnTo>
                  <a:lnTo>
                    <a:pt x="5771542" y="693266"/>
                  </a:lnTo>
                  <a:lnTo>
                    <a:pt x="5771700" y="693266"/>
                  </a:lnTo>
                  <a:lnTo>
                    <a:pt x="5771858" y="693266"/>
                  </a:lnTo>
                  <a:lnTo>
                    <a:pt x="5772015" y="693266"/>
                  </a:lnTo>
                  <a:lnTo>
                    <a:pt x="5772173" y="693266"/>
                  </a:lnTo>
                  <a:lnTo>
                    <a:pt x="5772331" y="693266"/>
                  </a:lnTo>
                  <a:lnTo>
                    <a:pt x="5772488" y="693266"/>
                  </a:lnTo>
                  <a:lnTo>
                    <a:pt x="5772488" y="692835"/>
                  </a:lnTo>
                  <a:lnTo>
                    <a:pt x="5772646" y="692835"/>
                  </a:lnTo>
                  <a:lnTo>
                    <a:pt x="5772804" y="692835"/>
                  </a:lnTo>
                  <a:lnTo>
                    <a:pt x="5772962" y="692835"/>
                  </a:lnTo>
                  <a:lnTo>
                    <a:pt x="5773119" y="692835"/>
                  </a:lnTo>
                  <a:lnTo>
                    <a:pt x="5773277" y="692835"/>
                  </a:lnTo>
                  <a:lnTo>
                    <a:pt x="5773435" y="692835"/>
                  </a:lnTo>
                  <a:lnTo>
                    <a:pt x="5773593" y="692835"/>
                  </a:lnTo>
                  <a:lnTo>
                    <a:pt x="5773750" y="692835"/>
                  </a:lnTo>
                  <a:lnTo>
                    <a:pt x="5773908" y="692835"/>
                  </a:lnTo>
                  <a:lnTo>
                    <a:pt x="5774066" y="692835"/>
                  </a:lnTo>
                  <a:lnTo>
                    <a:pt x="5774066" y="692404"/>
                  </a:lnTo>
                  <a:lnTo>
                    <a:pt x="5774223" y="692404"/>
                  </a:lnTo>
                  <a:lnTo>
                    <a:pt x="5774381" y="692404"/>
                  </a:lnTo>
                  <a:lnTo>
                    <a:pt x="5774539" y="692404"/>
                  </a:lnTo>
                  <a:lnTo>
                    <a:pt x="5774697" y="692404"/>
                  </a:lnTo>
                  <a:lnTo>
                    <a:pt x="5774697" y="691974"/>
                  </a:lnTo>
                  <a:lnTo>
                    <a:pt x="5774854" y="691974"/>
                  </a:lnTo>
                  <a:lnTo>
                    <a:pt x="5775012" y="691974"/>
                  </a:lnTo>
                  <a:lnTo>
                    <a:pt x="5775170" y="691974"/>
                  </a:lnTo>
                  <a:lnTo>
                    <a:pt x="5775327" y="691974"/>
                  </a:lnTo>
                  <a:lnTo>
                    <a:pt x="5775485" y="691974"/>
                  </a:lnTo>
                  <a:lnTo>
                    <a:pt x="5775643" y="691974"/>
                  </a:lnTo>
                  <a:lnTo>
                    <a:pt x="5775801" y="691974"/>
                  </a:lnTo>
                  <a:lnTo>
                    <a:pt x="5775958" y="691974"/>
                  </a:lnTo>
                  <a:lnTo>
                    <a:pt x="5776116" y="691974"/>
                  </a:lnTo>
                  <a:lnTo>
                    <a:pt x="5776274" y="691974"/>
                  </a:lnTo>
                  <a:lnTo>
                    <a:pt x="5776431" y="691974"/>
                  </a:lnTo>
                  <a:lnTo>
                    <a:pt x="5776589" y="691974"/>
                  </a:lnTo>
                  <a:lnTo>
                    <a:pt x="5776747" y="691974"/>
                  </a:lnTo>
                  <a:lnTo>
                    <a:pt x="5776747" y="691543"/>
                  </a:lnTo>
                  <a:lnTo>
                    <a:pt x="5776905" y="691543"/>
                  </a:lnTo>
                  <a:lnTo>
                    <a:pt x="5777062" y="691543"/>
                  </a:lnTo>
                  <a:lnTo>
                    <a:pt x="5777220" y="691543"/>
                  </a:lnTo>
                  <a:lnTo>
                    <a:pt x="5777220" y="691113"/>
                  </a:lnTo>
                  <a:lnTo>
                    <a:pt x="5777378" y="691113"/>
                  </a:lnTo>
                  <a:lnTo>
                    <a:pt x="5777535" y="691113"/>
                  </a:lnTo>
                  <a:lnTo>
                    <a:pt x="5777693" y="691113"/>
                  </a:lnTo>
                  <a:lnTo>
                    <a:pt x="5777851" y="691113"/>
                  </a:lnTo>
                  <a:lnTo>
                    <a:pt x="5778009" y="691113"/>
                  </a:lnTo>
                  <a:lnTo>
                    <a:pt x="5778166" y="691113"/>
                  </a:lnTo>
                  <a:lnTo>
                    <a:pt x="5778324" y="691113"/>
                  </a:lnTo>
                  <a:lnTo>
                    <a:pt x="5778482" y="691113"/>
                  </a:lnTo>
                  <a:lnTo>
                    <a:pt x="5778639" y="691113"/>
                  </a:lnTo>
                  <a:lnTo>
                    <a:pt x="5778797" y="691113"/>
                  </a:lnTo>
                  <a:lnTo>
                    <a:pt x="5778955" y="691113"/>
                  </a:lnTo>
                  <a:lnTo>
                    <a:pt x="5778955" y="690682"/>
                  </a:lnTo>
                  <a:lnTo>
                    <a:pt x="5779113" y="690682"/>
                  </a:lnTo>
                  <a:lnTo>
                    <a:pt x="5779270" y="690682"/>
                  </a:lnTo>
                  <a:lnTo>
                    <a:pt x="5779428" y="690682"/>
                  </a:lnTo>
                  <a:lnTo>
                    <a:pt x="5779586" y="690682"/>
                  </a:lnTo>
                  <a:lnTo>
                    <a:pt x="5779744" y="690682"/>
                  </a:lnTo>
                  <a:lnTo>
                    <a:pt x="5779901" y="690682"/>
                  </a:lnTo>
                  <a:lnTo>
                    <a:pt x="5780059" y="690682"/>
                  </a:lnTo>
                  <a:lnTo>
                    <a:pt x="5780217" y="690682"/>
                  </a:lnTo>
                  <a:lnTo>
                    <a:pt x="5780374" y="690682"/>
                  </a:lnTo>
                  <a:lnTo>
                    <a:pt x="5780532" y="690682"/>
                  </a:lnTo>
                  <a:lnTo>
                    <a:pt x="5780690" y="690682"/>
                  </a:lnTo>
                  <a:lnTo>
                    <a:pt x="5780848" y="690682"/>
                  </a:lnTo>
                  <a:lnTo>
                    <a:pt x="5781005" y="690682"/>
                  </a:lnTo>
                  <a:lnTo>
                    <a:pt x="5781163" y="690682"/>
                  </a:lnTo>
                  <a:lnTo>
                    <a:pt x="5781321" y="690682"/>
                  </a:lnTo>
                  <a:lnTo>
                    <a:pt x="5781478" y="690682"/>
                  </a:lnTo>
                  <a:lnTo>
                    <a:pt x="5781636" y="690682"/>
                  </a:lnTo>
                  <a:lnTo>
                    <a:pt x="5781794" y="690682"/>
                  </a:lnTo>
                  <a:lnTo>
                    <a:pt x="5781952" y="690682"/>
                  </a:lnTo>
                  <a:lnTo>
                    <a:pt x="5782109" y="690682"/>
                  </a:lnTo>
                  <a:lnTo>
                    <a:pt x="5782267" y="690682"/>
                  </a:lnTo>
                  <a:lnTo>
                    <a:pt x="5782425" y="690682"/>
                  </a:lnTo>
                  <a:lnTo>
                    <a:pt x="5782582" y="690682"/>
                  </a:lnTo>
                  <a:lnTo>
                    <a:pt x="5782740" y="690682"/>
                  </a:lnTo>
                  <a:lnTo>
                    <a:pt x="5782898" y="690682"/>
                  </a:lnTo>
                  <a:lnTo>
                    <a:pt x="5783056" y="690682"/>
                  </a:lnTo>
                  <a:lnTo>
                    <a:pt x="5783213" y="690682"/>
                  </a:lnTo>
                  <a:lnTo>
                    <a:pt x="5783213" y="690251"/>
                  </a:lnTo>
                  <a:lnTo>
                    <a:pt x="5783371" y="690251"/>
                  </a:lnTo>
                  <a:lnTo>
                    <a:pt x="5783529" y="690251"/>
                  </a:lnTo>
                  <a:lnTo>
                    <a:pt x="5783686" y="690251"/>
                  </a:lnTo>
                  <a:lnTo>
                    <a:pt x="5783844" y="690251"/>
                  </a:lnTo>
                  <a:lnTo>
                    <a:pt x="5784002" y="690251"/>
                  </a:lnTo>
                  <a:lnTo>
                    <a:pt x="5784002" y="689821"/>
                  </a:lnTo>
                  <a:lnTo>
                    <a:pt x="5784160" y="689821"/>
                  </a:lnTo>
                  <a:lnTo>
                    <a:pt x="5784317" y="689821"/>
                  </a:lnTo>
                  <a:lnTo>
                    <a:pt x="5784475" y="689821"/>
                  </a:lnTo>
                  <a:lnTo>
                    <a:pt x="5784475" y="689390"/>
                  </a:lnTo>
                  <a:lnTo>
                    <a:pt x="5784633" y="689390"/>
                  </a:lnTo>
                  <a:lnTo>
                    <a:pt x="5784791" y="689390"/>
                  </a:lnTo>
                  <a:lnTo>
                    <a:pt x="5784948" y="689390"/>
                  </a:lnTo>
                  <a:lnTo>
                    <a:pt x="5785106" y="689390"/>
                  </a:lnTo>
                  <a:lnTo>
                    <a:pt x="5785264" y="689390"/>
                  </a:lnTo>
                  <a:lnTo>
                    <a:pt x="5785421" y="689390"/>
                  </a:lnTo>
                  <a:lnTo>
                    <a:pt x="5785579" y="689390"/>
                  </a:lnTo>
                  <a:lnTo>
                    <a:pt x="5785737" y="689390"/>
                  </a:lnTo>
                  <a:lnTo>
                    <a:pt x="5785895" y="689390"/>
                  </a:lnTo>
                  <a:lnTo>
                    <a:pt x="5786052" y="689390"/>
                  </a:lnTo>
                  <a:lnTo>
                    <a:pt x="5786210" y="689390"/>
                  </a:lnTo>
                  <a:lnTo>
                    <a:pt x="5786368" y="689390"/>
                  </a:lnTo>
                  <a:lnTo>
                    <a:pt x="5786368" y="688960"/>
                  </a:lnTo>
                  <a:lnTo>
                    <a:pt x="5786525" y="688960"/>
                  </a:lnTo>
                  <a:lnTo>
                    <a:pt x="5786683" y="688960"/>
                  </a:lnTo>
                  <a:lnTo>
                    <a:pt x="5786841" y="688960"/>
                  </a:lnTo>
                  <a:lnTo>
                    <a:pt x="5786999" y="688960"/>
                  </a:lnTo>
                  <a:lnTo>
                    <a:pt x="5787156" y="688960"/>
                  </a:lnTo>
                  <a:lnTo>
                    <a:pt x="5787314" y="688960"/>
                  </a:lnTo>
                  <a:lnTo>
                    <a:pt x="5787472" y="688960"/>
                  </a:lnTo>
                  <a:lnTo>
                    <a:pt x="5787629" y="688960"/>
                  </a:lnTo>
                  <a:lnTo>
                    <a:pt x="5787787" y="688960"/>
                  </a:lnTo>
                  <a:lnTo>
                    <a:pt x="5787945" y="688960"/>
                  </a:lnTo>
                  <a:lnTo>
                    <a:pt x="5787945" y="688529"/>
                  </a:lnTo>
                  <a:lnTo>
                    <a:pt x="5787945" y="688098"/>
                  </a:lnTo>
                  <a:lnTo>
                    <a:pt x="5788103" y="688098"/>
                  </a:lnTo>
                  <a:lnTo>
                    <a:pt x="5788260" y="688098"/>
                  </a:lnTo>
                  <a:lnTo>
                    <a:pt x="5788260" y="687668"/>
                  </a:lnTo>
                  <a:lnTo>
                    <a:pt x="5788418" y="687668"/>
                  </a:lnTo>
                  <a:lnTo>
                    <a:pt x="5788576" y="687668"/>
                  </a:lnTo>
                  <a:lnTo>
                    <a:pt x="5788733" y="687668"/>
                  </a:lnTo>
                  <a:lnTo>
                    <a:pt x="5788891" y="687668"/>
                  </a:lnTo>
                  <a:lnTo>
                    <a:pt x="5789049" y="687668"/>
                  </a:lnTo>
                  <a:lnTo>
                    <a:pt x="5789207" y="687668"/>
                  </a:lnTo>
                  <a:lnTo>
                    <a:pt x="5789364" y="687668"/>
                  </a:lnTo>
                  <a:lnTo>
                    <a:pt x="5789522" y="687668"/>
                  </a:lnTo>
                  <a:lnTo>
                    <a:pt x="5789680" y="687668"/>
                  </a:lnTo>
                  <a:lnTo>
                    <a:pt x="5789837" y="687668"/>
                  </a:lnTo>
                  <a:lnTo>
                    <a:pt x="5789995" y="687668"/>
                  </a:lnTo>
                  <a:lnTo>
                    <a:pt x="5790153" y="687668"/>
                  </a:lnTo>
                  <a:lnTo>
                    <a:pt x="5790311" y="687668"/>
                  </a:lnTo>
                  <a:lnTo>
                    <a:pt x="5790468" y="687668"/>
                  </a:lnTo>
                  <a:lnTo>
                    <a:pt x="5790468" y="687237"/>
                  </a:lnTo>
                  <a:lnTo>
                    <a:pt x="5790626" y="687237"/>
                  </a:lnTo>
                  <a:lnTo>
                    <a:pt x="5790784" y="687237"/>
                  </a:lnTo>
                  <a:lnTo>
                    <a:pt x="5790942" y="687237"/>
                  </a:lnTo>
                  <a:lnTo>
                    <a:pt x="5791099" y="687237"/>
                  </a:lnTo>
                  <a:lnTo>
                    <a:pt x="5791257" y="687237"/>
                  </a:lnTo>
                  <a:lnTo>
                    <a:pt x="5791415" y="687237"/>
                  </a:lnTo>
                  <a:lnTo>
                    <a:pt x="5791572" y="687237"/>
                  </a:lnTo>
                  <a:lnTo>
                    <a:pt x="5791730" y="687237"/>
                  </a:lnTo>
                  <a:lnTo>
                    <a:pt x="5791730" y="686807"/>
                  </a:lnTo>
                  <a:lnTo>
                    <a:pt x="5791888" y="686807"/>
                  </a:lnTo>
                  <a:lnTo>
                    <a:pt x="5792046" y="686807"/>
                  </a:lnTo>
                  <a:lnTo>
                    <a:pt x="5792203" y="686807"/>
                  </a:lnTo>
                  <a:lnTo>
                    <a:pt x="5792361" y="686807"/>
                  </a:lnTo>
                  <a:lnTo>
                    <a:pt x="5792519" y="686807"/>
                  </a:lnTo>
                  <a:lnTo>
                    <a:pt x="5792676" y="686807"/>
                  </a:lnTo>
                  <a:lnTo>
                    <a:pt x="5792834" y="686807"/>
                  </a:lnTo>
                  <a:lnTo>
                    <a:pt x="5792992" y="686807"/>
                  </a:lnTo>
                  <a:lnTo>
                    <a:pt x="5793150" y="686807"/>
                  </a:lnTo>
                  <a:lnTo>
                    <a:pt x="5793307" y="686807"/>
                  </a:lnTo>
                  <a:lnTo>
                    <a:pt x="5793465" y="686807"/>
                  </a:lnTo>
                  <a:lnTo>
                    <a:pt x="5793623" y="686807"/>
                  </a:lnTo>
                  <a:lnTo>
                    <a:pt x="5793780" y="686807"/>
                  </a:lnTo>
                  <a:lnTo>
                    <a:pt x="5793938" y="686807"/>
                  </a:lnTo>
                  <a:lnTo>
                    <a:pt x="5794096" y="686807"/>
                  </a:lnTo>
                  <a:lnTo>
                    <a:pt x="5794254" y="686807"/>
                  </a:lnTo>
                  <a:lnTo>
                    <a:pt x="5794411" y="686807"/>
                  </a:lnTo>
                  <a:lnTo>
                    <a:pt x="5794569" y="686807"/>
                  </a:lnTo>
                  <a:lnTo>
                    <a:pt x="5794727" y="686807"/>
                  </a:lnTo>
                  <a:lnTo>
                    <a:pt x="5794884" y="686807"/>
                  </a:lnTo>
                  <a:lnTo>
                    <a:pt x="5794884" y="686376"/>
                  </a:lnTo>
                  <a:lnTo>
                    <a:pt x="5795042" y="686376"/>
                  </a:lnTo>
                  <a:lnTo>
                    <a:pt x="5795200" y="686376"/>
                  </a:lnTo>
                  <a:lnTo>
                    <a:pt x="5795358" y="686376"/>
                  </a:lnTo>
                  <a:lnTo>
                    <a:pt x="5795515" y="686376"/>
                  </a:lnTo>
                  <a:lnTo>
                    <a:pt x="5795673" y="686376"/>
                  </a:lnTo>
                  <a:lnTo>
                    <a:pt x="5795831" y="686376"/>
                  </a:lnTo>
                  <a:lnTo>
                    <a:pt x="5795989" y="686376"/>
                  </a:lnTo>
                  <a:lnTo>
                    <a:pt x="5796146" y="686376"/>
                  </a:lnTo>
                  <a:lnTo>
                    <a:pt x="5796304" y="686376"/>
                  </a:lnTo>
                  <a:lnTo>
                    <a:pt x="5796462" y="686376"/>
                  </a:lnTo>
                  <a:lnTo>
                    <a:pt x="5796619" y="686376"/>
                  </a:lnTo>
                  <a:lnTo>
                    <a:pt x="5796777" y="686376"/>
                  </a:lnTo>
                  <a:lnTo>
                    <a:pt x="5796935" y="686376"/>
                  </a:lnTo>
                  <a:lnTo>
                    <a:pt x="5797093" y="686376"/>
                  </a:lnTo>
                  <a:lnTo>
                    <a:pt x="5797250" y="686376"/>
                  </a:lnTo>
                  <a:lnTo>
                    <a:pt x="5797408" y="686376"/>
                  </a:lnTo>
                  <a:lnTo>
                    <a:pt x="5797408" y="685945"/>
                  </a:lnTo>
                  <a:lnTo>
                    <a:pt x="5797566" y="685945"/>
                  </a:lnTo>
                  <a:lnTo>
                    <a:pt x="5797723" y="685945"/>
                  </a:lnTo>
                  <a:lnTo>
                    <a:pt x="5797881" y="685945"/>
                  </a:lnTo>
                  <a:lnTo>
                    <a:pt x="5798039" y="685945"/>
                  </a:lnTo>
                  <a:lnTo>
                    <a:pt x="5798039" y="685515"/>
                  </a:lnTo>
                  <a:lnTo>
                    <a:pt x="5798197" y="685515"/>
                  </a:lnTo>
                  <a:lnTo>
                    <a:pt x="5798197" y="685084"/>
                  </a:lnTo>
                  <a:lnTo>
                    <a:pt x="5798354" y="685084"/>
                  </a:lnTo>
                  <a:lnTo>
                    <a:pt x="5798512" y="685084"/>
                  </a:lnTo>
                  <a:lnTo>
                    <a:pt x="5798670" y="685084"/>
                  </a:lnTo>
                  <a:lnTo>
                    <a:pt x="5798827" y="685084"/>
                  </a:lnTo>
                  <a:lnTo>
                    <a:pt x="5798985" y="685084"/>
                  </a:lnTo>
                  <a:lnTo>
                    <a:pt x="5799143" y="685084"/>
                  </a:lnTo>
                  <a:lnTo>
                    <a:pt x="5799301" y="685084"/>
                  </a:lnTo>
                  <a:lnTo>
                    <a:pt x="5799458" y="685084"/>
                  </a:lnTo>
                  <a:lnTo>
                    <a:pt x="5799616" y="685084"/>
                  </a:lnTo>
                  <a:lnTo>
                    <a:pt x="5799774" y="685084"/>
                  </a:lnTo>
                  <a:lnTo>
                    <a:pt x="5799931" y="685084"/>
                  </a:lnTo>
                  <a:lnTo>
                    <a:pt x="5800089" y="685084"/>
                  </a:lnTo>
                  <a:lnTo>
                    <a:pt x="5800247" y="685084"/>
                  </a:lnTo>
                  <a:lnTo>
                    <a:pt x="5800405" y="685084"/>
                  </a:lnTo>
                  <a:lnTo>
                    <a:pt x="5800562" y="685084"/>
                  </a:lnTo>
                  <a:lnTo>
                    <a:pt x="5800720" y="685084"/>
                  </a:lnTo>
                  <a:lnTo>
                    <a:pt x="5800720" y="684654"/>
                  </a:lnTo>
                  <a:lnTo>
                    <a:pt x="5800878" y="684654"/>
                  </a:lnTo>
                  <a:lnTo>
                    <a:pt x="5801035" y="684654"/>
                  </a:lnTo>
                  <a:lnTo>
                    <a:pt x="5801193" y="684654"/>
                  </a:lnTo>
                  <a:lnTo>
                    <a:pt x="5801351" y="684654"/>
                  </a:lnTo>
                  <a:lnTo>
                    <a:pt x="5801509" y="684654"/>
                  </a:lnTo>
                  <a:lnTo>
                    <a:pt x="5801666" y="684654"/>
                  </a:lnTo>
                  <a:lnTo>
                    <a:pt x="5801824" y="684654"/>
                  </a:lnTo>
                  <a:lnTo>
                    <a:pt x="5801824" y="684223"/>
                  </a:lnTo>
                  <a:lnTo>
                    <a:pt x="5801982" y="684223"/>
                  </a:lnTo>
                  <a:lnTo>
                    <a:pt x="5802140" y="684223"/>
                  </a:lnTo>
                  <a:lnTo>
                    <a:pt x="5802297" y="684223"/>
                  </a:lnTo>
                  <a:lnTo>
                    <a:pt x="5802455" y="684223"/>
                  </a:lnTo>
                  <a:lnTo>
                    <a:pt x="5802613" y="684223"/>
                  </a:lnTo>
                  <a:lnTo>
                    <a:pt x="5802770" y="684223"/>
                  </a:lnTo>
                  <a:lnTo>
                    <a:pt x="5802928" y="684223"/>
                  </a:lnTo>
                  <a:lnTo>
                    <a:pt x="5803086" y="684223"/>
                  </a:lnTo>
                  <a:lnTo>
                    <a:pt x="5803244" y="684223"/>
                  </a:lnTo>
                  <a:lnTo>
                    <a:pt x="5803401" y="684223"/>
                  </a:lnTo>
                  <a:lnTo>
                    <a:pt x="5803401" y="683792"/>
                  </a:lnTo>
                  <a:lnTo>
                    <a:pt x="5803559" y="683792"/>
                  </a:lnTo>
                  <a:lnTo>
                    <a:pt x="5803717" y="683792"/>
                  </a:lnTo>
                  <a:lnTo>
                    <a:pt x="5803874" y="683792"/>
                  </a:lnTo>
                  <a:lnTo>
                    <a:pt x="5803874" y="683362"/>
                  </a:lnTo>
                  <a:lnTo>
                    <a:pt x="5804032" y="683362"/>
                  </a:lnTo>
                  <a:lnTo>
                    <a:pt x="5804190" y="683362"/>
                  </a:lnTo>
                  <a:lnTo>
                    <a:pt x="5804348" y="683362"/>
                  </a:lnTo>
                  <a:lnTo>
                    <a:pt x="5804505" y="683362"/>
                  </a:lnTo>
                  <a:lnTo>
                    <a:pt x="5804663" y="683362"/>
                  </a:lnTo>
                  <a:lnTo>
                    <a:pt x="5804663" y="682931"/>
                  </a:lnTo>
                  <a:lnTo>
                    <a:pt x="5804821" y="682931"/>
                  </a:lnTo>
                  <a:lnTo>
                    <a:pt x="5804821" y="682501"/>
                  </a:lnTo>
                  <a:lnTo>
                    <a:pt x="5804978" y="682501"/>
                  </a:lnTo>
                  <a:lnTo>
                    <a:pt x="5805136" y="682501"/>
                  </a:lnTo>
                  <a:lnTo>
                    <a:pt x="5805294" y="682501"/>
                  </a:lnTo>
                  <a:lnTo>
                    <a:pt x="5805452" y="682501"/>
                  </a:lnTo>
                  <a:lnTo>
                    <a:pt x="5805609" y="682501"/>
                  </a:lnTo>
                  <a:lnTo>
                    <a:pt x="5805767" y="682501"/>
                  </a:lnTo>
                  <a:lnTo>
                    <a:pt x="5805925" y="682501"/>
                  </a:lnTo>
                  <a:lnTo>
                    <a:pt x="5806082" y="682501"/>
                  </a:lnTo>
                  <a:lnTo>
                    <a:pt x="5806240" y="682501"/>
                  </a:lnTo>
                  <a:lnTo>
                    <a:pt x="5806398" y="682501"/>
                  </a:lnTo>
                  <a:lnTo>
                    <a:pt x="5806556" y="682501"/>
                  </a:lnTo>
                  <a:lnTo>
                    <a:pt x="5806713" y="682501"/>
                  </a:lnTo>
                  <a:lnTo>
                    <a:pt x="5806871" y="682501"/>
                  </a:lnTo>
                  <a:lnTo>
                    <a:pt x="5806871" y="682070"/>
                  </a:lnTo>
                  <a:lnTo>
                    <a:pt x="5807029" y="682070"/>
                  </a:lnTo>
                  <a:lnTo>
                    <a:pt x="5807187" y="682070"/>
                  </a:lnTo>
                  <a:lnTo>
                    <a:pt x="5807344" y="682070"/>
                  </a:lnTo>
                  <a:lnTo>
                    <a:pt x="5807502" y="682070"/>
                  </a:lnTo>
                  <a:lnTo>
                    <a:pt x="5807660" y="682070"/>
                  </a:lnTo>
                  <a:lnTo>
                    <a:pt x="5807817" y="682070"/>
                  </a:lnTo>
                  <a:lnTo>
                    <a:pt x="5807975" y="682070"/>
                  </a:lnTo>
                  <a:lnTo>
                    <a:pt x="5808133" y="682070"/>
                  </a:lnTo>
                  <a:lnTo>
                    <a:pt x="5808291" y="682070"/>
                  </a:lnTo>
                  <a:lnTo>
                    <a:pt x="5808448" y="682070"/>
                  </a:lnTo>
                  <a:lnTo>
                    <a:pt x="5808606" y="682070"/>
                  </a:lnTo>
                  <a:lnTo>
                    <a:pt x="5808764" y="682070"/>
                  </a:lnTo>
                  <a:lnTo>
                    <a:pt x="5808921" y="682070"/>
                  </a:lnTo>
                  <a:lnTo>
                    <a:pt x="5809079" y="682070"/>
                  </a:lnTo>
                  <a:lnTo>
                    <a:pt x="5809237" y="682070"/>
                  </a:lnTo>
                  <a:lnTo>
                    <a:pt x="5809395" y="682070"/>
                  </a:lnTo>
                  <a:lnTo>
                    <a:pt x="5809552" y="682070"/>
                  </a:lnTo>
                  <a:lnTo>
                    <a:pt x="5809552" y="681639"/>
                  </a:lnTo>
                  <a:lnTo>
                    <a:pt x="5809710" y="681639"/>
                  </a:lnTo>
                  <a:lnTo>
                    <a:pt x="5809868" y="681639"/>
                  </a:lnTo>
                  <a:lnTo>
                    <a:pt x="5810025" y="681639"/>
                  </a:lnTo>
                  <a:lnTo>
                    <a:pt x="5810183" y="681639"/>
                  </a:lnTo>
                  <a:lnTo>
                    <a:pt x="5810341" y="681639"/>
                  </a:lnTo>
                  <a:lnTo>
                    <a:pt x="5810341" y="681209"/>
                  </a:lnTo>
                  <a:lnTo>
                    <a:pt x="5810499" y="681209"/>
                  </a:lnTo>
                  <a:lnTo>
                    <a:pt x="5810499" y="680778"/>
                  </a:lnTo>
                  <a:lnTo>
                    <a:pt x="5810656" y="680778"/>
                  </a:lnTo>
                  <a:lnTo>
                    <a:pt x="5810814" y="680778"/>
                  </a:lnTo>
                  <a:lnTo>
                    <a:pt x="5810972" y="680778"/>
                  </a:lnTo>
                  <a:lnTo>
                    <a:pt x="5811129" y="680778"/>
                  </a:lnTo>
                  <a:lnTo>
                    <a:pt x="5811287" y="680778"/>
                  </a:lnTo>
                  <a:lnTo>
                    <a:pt x="5811445" y="680778"/>
                  </a:lnTo>
                  <a:lnTo>
                    <a:pt x="5811603" y="680778"/>
                  </a:lnTo>
                  <a:lnTo>
                    <a:pt x="5811760" y="680778"/>
                  </a:lnTo>
                  <a:lnTo>
                    <a:pt x="5811918" y="680778"/>
                  </a:lnTo>
                  <a:lnTo>
                    <a:pt x="5812076" y="680778"/>
                  </a:lnTo>
                  <a:lnTo>
                    <a:pt x="5812233" y="680778"/>
                  </a:lnTo>
                  <a:lnTo>
                    <a:pt x="5812233" y="680348"/>
                  </a:lnTo>
                  <a:lnTo>
                    <a:pt x="5812391" y="680348"/>
                  </a:lnTo>
                  <a:lnTo>
                    <a:pt x="5812549" y="680348"/>
                  </a:lnTo>
                  <a:lnTo>
                    <a:pt x="5812707" y="680348"/>
                  </a:lnTo>
                  <a:lnTo>
                    <a:pt x="5812864" y="680348"/>
                  </a:lnTo>
                  <a:lnTo>
                    <a:pt x="5813022" y="680348"/>
                  </a:lnTo>
                  <a:lnTo>
                    <a:pt x="5813180" y="680348"/>
                  </a:lnTo>
                  <a:lnTo>
                    <a:pt x="5813338" y="680348"/>
                  </a:lnTo>
                  <a:lnTo>
                    <a:pt x="5813495" y="680348"/>
                  </a:lnTo>
                  <a:lnTo>
                    <a:pt x="5813653" y="680348"/>
                  </a:lnTo>
                  <a:lnTo>
                    <a:pt x="5813653" y="679917"/>
                  </a:lnTo>
                  <a:lnTo>
                    <a:pt x="5813811" y="679917"/>
                  </a:lnTo>
                  <a:lnTo>
                    <a:pt x="5813968" y="679917"/>
                  </a:lnTo>
                  <a:lnTo>
                    <a:pt x="5814126" y="679917"/>
                  </a:lnTo>
                  <a:lnTo>
                    <a:pt x="5814284" y="679917"/>
                  </a:lnTo>
                  <a:lnTo>
                    <a:pt x="5814442" y="679917"/>
                  </a:lnTo>
                  <a:lnTo>
                    <a:pt x="5814599" y="679917"/>
                  </a:lnTo>
                  <a:lnTo>
                    <a:pt x="5814757" y="679917"/>
                  </a:lnTo>
                  <a:lnTo>
                    <a:pt x="5814757" y="679486"/>
                  </a:lnTo>
                  <a:lnTo>
                    <a:pt x="5814915" y="679486"/>
                  </a:lnTo>
                  <a:lnTo>
                    <a:pt x="5815072" y="679486"/>
                  </a:lnTo>
                  <a:lnTo>
                    <a:pt x="5815072" y="679056"/>
                  </a:lnTo>
                  <a:lnTo>
                    <a:pt x="5815230" y="679056"/>
                  </a:lnTo>
                  <a:lnTo>
                    <a:pt x="5815388" y="679056"/>
                  </a:lnTo>
                  <a:lnTo>
                    <a:pt x="5815546" y="679056"/>
                  </a:lnTo>
                  <a:lnTo>
                    <a:pt x="5815703" y="679056"/>
                  </a:lnTo>
                  <a:lnTo>
                    <a:pt x="5815861" y="679056"/>
                  </a:lnTo>
                  <a:lnTo>
                    <a:pt x="5816019" y="679056"/>
                  </a:lnTo>
                  <a:lnTo>
                    <a:pt x="5816176" y="679056"/>
                  </a:lnTo>
                  <a:lnTo>
                    <a:pt x="5816176" y="678625"/>
                  </a:lnTo>
                  <a:lnTo>
                    <a:pt x="5816334" y="678625"/>
                  </a:lnTo>
                  <a:lnTo>
                    <a:pt x="5816334" y="678195"/>
                  </a:lnTo>
                  <a:lnTo>
                    <a:pt x="5816492" y="678195"/>
                  </a:lnTo>
                  <a:lnTo>
                    <a:pt x="5816650" y="678195"/>
                  </a:lnTo>
                  <a:lnTo>
                    <a:pt x="5816807" y="678195"/>
                  </a:lnTo>
                  <a:lnTo>
                    <a:pt x="5816965" y="678195"/>
                  </a:lnTo>
                  <a:lnTo>
                    <a:pt x="5817123" y="678195"/>
                  </a:lnTo>
                  <a:lnTo>
                    <a:pt x="5817280" y="678195"/>
                  </a:lnTo>
                  <a:lnTo>
                    <a:pt x="5817438" y="678195"/>
                  </a:lnTo>
                  <a:lnTo>
                    <a:pt x="5817596" y="678195"/>
                  </a:lnTo>
                  <a:lnTo>
                    <a:pt x="5817754" y="678195"/>
                  </a:lnTo>
                  <a:lnTo>
                    <a:pt x="5817911" y="678195"/>
                  </a:lnTo>
                  <a:lnTo>
                    <a:pt x="5818069" y="678195"/>
                  </a:lnTo>
                  <a:lnTo>
                    <a:pt x="5818227" y="678195"/>
                  </a:lnTo>
                  <a:lnTo>
                    <a:pt x="5818385" y="678195"/>
                  </a:lnTo>
                  <a:lnTo>
                    <a:pt x="5818542" y="678195"/>
                  </a:lnTo>
                  <a:lnTo>
                    <a:pt x="5818542" y="677764"/>
                  </a:lnTo>
                  <a:lnTo>
                    <a:pt x="5818700" y="677764"/>
                  </a:lnTo>
                  <a:lnTo>
                    <a:pt x="5818858" y="677764"/>
                  </a:lnTo>
                  <a:lnTo>
                    <a:pt x="5819015" y="677764"/>
                  </a:lnTo>
                  <a:lnTo>
                    <a:pt x="5819173" y="677764"/>
                  </a:lnTo>
                  <a:lnTo>
                    <a:pt x="5819331" y="677764"/>
                  </a:lnTo>
                  <a:lnTo>
                    <a:pt x="5819489" y="677764"/>
                  </a:lnTo>
                  <a:lnTo>
                    <a:pt x="5819646" y="677764"/>
                  </a:lnTo>
                  <a:lnTo>
                    <a:pt x="5819804" y="677764"/>
                  </a:lnTo>
                  <a:lnTo>
                    <a:pt x="5819962" y="677764"/>
                  </a:lnTo>
                  <a:lnTo>
                    <a:pt x="5820119" y="677764"/>
                  </a:lnTo>
                  <a:lnTo>
                    <a:pt x="5820277" y="677764"/>
                  </a:lnTo>
                  <a:lnTo>
                    <a:pt x="5820435" y="677764"/>
                  </a:lnTo>
                  <a:lnTo>
                    <a:pt x="5820593" y="677764"/>
                  </a:lnTo>
                  <a:lnTo>
                    <a:pt x="5820750" y="677764"/>
                  </a:lnTo>
                  <a:lnTo>
                    <a:pt x="5820908" y="677764"/>
                  </a:lnTo>
                  <a:lnTo>
                    <a:pt x="5820908" y="677333"/>
                  </a:lnTo>
                  <a:lnTo>
                    <a:pt x="5821066" y="677333"/>
                  </a:lnTo>
                  <a:lnTo>
                    <a:pt x="5821223" y="677333"/>
                  </a:lnTo>
                  <a:lnTo>
                    <a:pt x="5821381" y="677333"/>
                  </a:lnTo>
                  <a:lnTo>
                    <a:pt x="5821539" y="677333"/>
                  </a:lnTo>
                  <a:lnTo>
                    <a:pt x="5821697" y="677333"/>
                  </a:lnTo>
                  <a:lnTo>
                    <a:pt x="5821854" y="677333"/>
                  </a:lnTo>
                  <a:lnTo>
                    <a:pt x="5822012" y="677333"/>
                  </a:lnTo>
                  <a:lnTo>
                    <a:pt x="5822170" y="677333"/>
                  </a:lnTo>
                  <a:lnTo>
                    <a:pt x="5822327" y="677333"/>
                  </a:lnTo>
                  <a:lnTo>
                    <a:pt x="5822327" y="676903"/>
                  </a:lnTo>
                  <a:lnTo>
                    <a:pt x="5822485" y="676903"/>
                  </a:lnTo>
                  <a:lnTo>
                    <a:pt x="5822643" y="676903"/>
                  </a:lnTo>
                  <a:lnTo>
                    <a:pt x="5822643" y="676472"/>
                  </a:lnTo>
                  <a:lnTo>
                    <a:pt x="5822801" y="676472"/>
                  </a:lnTo>
                  <a:lnTo>
                    <a:pt x="5822958" y="676472"/>
                  </a:lnTo>
                  <a:lnTo>
                    <a:pt x="5822958" y="676042"/>
                  </a:lnTo>
                  <a:lnTo>
                    <a:pt x="5823116" y="676042"/>
                  </a:lnTo>
                  <a:lnTo>
                    <a:pt x="5823274" y="676042"/>
                  </a:lnTo>
                  <a:lnTo>
                    <a:pt x="5823274" y="675611"/>
                  </a:lnTo>
                  <a:lnTo>
                    <a:pt x="5823274" y="675180"/>
                  </a:lnTo>
                  <a:lnTo>
                    <a:pt x="5823431" y="675180"/>
                  </a:lnTo>
                  <a:lnTo>
                    <a:pt x="5823589" y="675180"/>
                  </a:lnTo>
                  <a:lnTo>
                    <a:pt x="5823747" y="675180"/>
                  </a:lnTo>
                  <a:lnTo>
                    <a:pt x="5823905" y="675180"/>
                  </a:lnTo>
                  <a:lnTo>
                    <a:pt x="5824062" y="675180"/>
                  </a:lnTo>
                  <a:lnTo>
                    <a:pt x="5824220" y="675180"/>
                  </a:lnTo>
                  <a:lnTo>
                    <a:pt x="5824378" y="675180"/>
                  </a:lnTo>
                  <a:lnTo>
                    <a:pt x="5824536" y="675180"/>
                  </a:lnTo>
                  <a:lnTo>
                    <a:pt x="5824693" y="675180"/>
                  </a:lnTo>
                  <a:lnTo>
                    <a:pt x="5824851" y="675180"/>
                  </a:lnTo>
                  <a:lnTo>
                    <a:pt x="5825009" y="675180"/>
                  </a:lnTo>
                  <a:lnTo>
                    <a:pt x="5825166" y="675180"/>
                  </a:lnTo>
                  <a:lnTo>
                    <a:pt x="5825166" y="674750"/>
                  </a:lnTo>
                  <a:lnTo>
                    <a:pt x="5825324" y="674750"/>
                  </a:lnTo>
                  <a:lnTo>
                    <a:pt x="5825482" y="674750"/>
                  </a:lnTo>
                  <a:lnTo>
                    <a:pt x="5825640" y="674750"/>
                  </a:lnTo>
                  <a:lnTo>
                    <a:pt x="5825797" y="674750"/>
                  </a:lnTo>
                  <a:lnTo>
                    <a:pt x="5825955" y="674750"/>
                  </a:lnTo>
                  <a:lnTo>
                    <a:pt x="5826113" y="674750"/>
                  </a:lnTo>
                  <a:lnTo>
                    <a:pt x="5826270" y="674750"/>
                  </a:lnTo>
                  <a:lnTo>
                    <a:pt x="5826428" y="674750"/>
                  </a:lnTo>
                  <a:lnTo>
                    <a:pt x="5826586" y="674750"/>
                  </a:lnTo>
                  <a:lnTo>
                    <a:pt x="5826586" y="674319"/>
                  </a:lnTo>
                  <a:lnTo>
                    <a:pt x="5826744" y="674319"/>
                  </a:lnTo>
                  <a:lnTo>
                    <a:pt x="5826901" y="674319"/>
                  </a:lnTo>
                  <a:lnTo>
                    <a:pt x="5827059" y="674319"/>
                  </a:lnTo>
                  <a:lnTo>
                    <a:pt x="5827217" y="674319"/>
                  </a:lnTo>
                  <a:lnTo>
                    <a:pt x="5827374" y="674319"/>
                  </a:lnTo>
                  <a:lnTo>
                    <a:pt x="5827532" y="674319"/>
                  </a:lnTo>
                  <a:lnTo>
                    <a:pt x="5827690" y="674319"/>
                  </a:lnTo>
                  <a:lnTo>
                    <a:pt x="5827848" y="674319"/>
                  </a:lnTo>
                  <a:lnTo>
                    <a:pt x="5828005" y="674319"/>
                  </a:lnTo>
                  <a:lnTo>
                    <a:pt x="5828005" y="673889"/>
                  </a:lnTo>
                  <a:lnTo>
                    <a:pt x="5828163" y="673889"/>
                  </a:lnTo>
                  <a:lnTo>
                    <a:pt x="5828321" y="673889"/>
                  </a:lnTo>
                  <a:lnTo>
                    <a:pt x="5828478" y="673889"/>
                  </a:lnTo>
                  <a:lnTo>
                    <a:pt x="5828478" y="673458"/>
                  </a:lnTo>
                  <a:lnTo>
                    <a:pt x="5828636" y="673458"/>
                  </a:lnTo>
                  <a:lnTo>
                    <a:pt x="5828794" y="673458"/>
                  </a:lnTo>
                  <a:lnTo>
                    <a:pt x="5828952" y="673458"/>
                  </a:lnTo>
                  <a:lnTo>
                    <a:pt x="5829109" y="673458"/>
                  </a:lnTo>
                  <a:lnTo>
                    <a:pt x="5829267" y="673458"/>
                  </a:lnTo>
                  <a:lnTo>
                    <a:pt x="5829425" y="673458"/>
                  </a:lnTo>
                  <a:lnTo>
                    <a:pt x="5829425" y="673027"/>
                  </a:lnTo>
                  <a:lnTo>
                    <a:pt x="5829583" y="673027"/>
                  </a:lnTo>
                  <a:lnTo>
                    <a:pt x="5829740" y="673027"/>
                  </a:lnTo>
                  <a:lnTo>
                    <a:pt x="5829898" y="673027"/>
                  </a:lnTo>
                  <a:lnTo>
                    <a:pt x="5830056" y="673027"/>
                  </a:lnTo>
                  <a:lnTo>
                    <a:pt x="5830213" y="673027"/>
                  </a:lnTo>
                  <a:lnTo>
                    <a:pt x="5830371" y="673027"/>
                  </a:lnTo>
                  <a:lnTo>
                    <a:pt x="5830529" y="673027"/>
                  </a:lnTo>
                  <a:lnTo>
                    <a:pt x="5830687" y="673027"/>
                  </a:lnTo>
                  <a:lnTo>
                    <a:pt x="5830844" y="673027"/>
                  </a:lnTo>
                  <a:lnTo>
                    <a:pt x="5831002" y="673027"/>
                  </a:lnTo>
                  <a:lnTo>
                    <a:pt x="5831002" y="672597"/>
                  </a:lnTo>
                  <a:lnTo>
                    <a:pt x="5831160" y="672597"/>
                  </a:lnTo>
                  <a:lnTo>
                    <a:pt x="5831160" y="672166"/>
                  </a:lnTo>
                  <a:lnTo>
                    <a:pt x="5831317" y="672166"/>
                  </a:lnTo>
                  <a:lnTo>
                    <a:pt x="5831475" y="672166"/>
                  </a:lnTo>
                  <a:lnTo>
                    <a:pt x="5831633" y="672166"/>
                  </a:lnTo>
                  <a:lnTo>
                    <a:pt x="5831791" y="672166"/>
                  </a:lnTo>
                  <a:lnTo>
                    <a:pt x="5831948" y="672166"/>
                  </a:lnTo>
                  <a:lnTo>
                    <a:pt x="5832106" y="672166"/>
                  </a:lnTo>
                  <a:lnTo>
                    <a:pt x="5832264" y="672166"/>
                  </a:lnTo>
                  <a:lnTo>
                    <a:pt x="5832421" y="672166"/>
                  </a:lnTo>
                  <a:lnTo>
                    <a:pt x="5832579" y="672166"/>
                  </a:lnTo>
                  <a:lnTo>
                    <a:pt x="5832579" y="671736"/>
                  </a:lnTo>
                  <a:lnTo>
                    <a:pt x="5832737" y="671736"/>
                  </a:lnTo>
                  <a:lnTo>
                    <a:pt x="5832895" y="671736"/>
                  </a:lnTo>
                  <a:lnTo>
                    <a:pt x="5832895" y="671305"/>
                  </a:lnTo>
                  <a:lnTo>
                    <a:pt x="5833052" y="671305"/>
                  </a:lnTo>
                  <a:lnTo>
                    <a:pt x="5833210" y="671305"/>
                  </a:lnTo>
                  <a:lnTo>
                    <a:pt x="5833210" y="670874"/>
                  </a:lnTo>
                  <a:lnTo>
                    <a:pt x="5833210" y="670444"/>
                  </a:lnTo>
                  <a:lnTo>
                    <a:pt x="5833368" y="670444"/>
                  </a:lnTo>
                  <a:lnTo>
                    <a:pt x="5833525" y="670444"/>
                  </a:lnTo>
                  <a:lnTo>
                    <a:pt x="5833683" y="670444"/>
                  </a:lnTo>
                  <a:lnTo>
                    <a:pt x="5833683" y="670013"/>
                  </a:lnTo>
                  <a:lnTo>
                    <a:pt x="5833841" y="670013"/>
                  </a:lnTo>
                  <a:lnTo>
                    <a:pt x="5833999" y="670013"/>
                  </a:lnTo>
                  <a:lnTo>
                    <a:pt x="5834156" y="670013"/>
                  </a:lnTo>
                  <a:lnTo>
                    <a:pt x="5834314" y="670013"/>
                  </a:lnTo>
                  <a:lnTo>
                    <a:pt x="5834472" y="670013"/>
                  </a:lnTo>
                  <a:lnTo>
                    <a:pt x="5834629" y="670013"/>
                  </a:lnTo>
                  <a:lnTo>
                    <a:pt x="5834787" y="670013"/>
                  </a:lnTo>
                  <a:lnTo>
                    <a:pt x="5834945" y="670013"/>
                  </a:lnTo>
                  <a:lnTo>
                    <a:pt x="5835103" y="670013"/>
                  </a:lnTo>
                  <a:lnTo>
                    <a:pt x="5835260" y="670013"/>
                  </a:lnTo>
                  <a:lnTo>
                    <a:pt x="5835418" y="670013"/>
                  </a:lnTo>
                  <a:lnTo>
                    <a:pt x="5835576" y="670013"/>
                  </a:lnTo>
                  <a:lnTo>
                    <a:pt x="5835576" y="669583"/>
                  </a:lnTo>
                  <a:lnTo>
                    <a:pt x="5835734" y="669583"/>
                  </a:lnTo>
                  <a:lnTo>
                    <a:pt x="5835891" y="669583"/>
                  </a:lnTo>
                  <a:lnTo>
                    <a:pt x="5835891" y="669152"/>
                  </a:lnTo>
                  <a:lnTo>
                    <a:pt x="5836049" y="669152"/>
                  </a:lnTo>
                  <a:lnTo>
                    <a:pt x="5836049" y="668721"/>
                  </a:lnTo>
                  <a:lnTo>
                    <a:pt x="5836049" y="668291"/>
                  </a:lnTo>
                  <a:lnTo>
                    <a:pt x="5836207" y="668291"/>
                  </a:lnTo>
                  <a:lnTo>
                    <a:pt x="5836364" y="668291"/>
                  </a:lnTo>
                  <a:lnTo>
                    <a:pt x="5836522" y="668291"/>
                  </a:lnTo>
                  <a:lnTo>
                    <a:pt x="5836680" y="668291"/>
                  </a:lnTo>
                  <a:lnTo>
                    <a:pt x="5836838" y="668291"/>
                  </a:lnTo>
                  <a:lnTo>
                    <a:pt x="5836995" y="668291"/>
                  </a:lnTo>
                  <a:lnTo>
                    <a:pt x="5837153" y="668291"/>
                  </a:lnTo>
                  <a:lnTo>
                    <a:pt x="5837311" y="668291"/>
                  </a:lnTo>
                  <a:lnTo>
                    <a:pt x="5837468" y="668291"/>
                  </a:lnTo>
                  <a:lnTo>
                    <a:pt x="5837626" y="668291"/>
                  </a:lnTo>
                  <a:lnTo>
                    <a:pt x="5837784" y="668291"/>
                  </a:lnTo>
                  <a:lnTo>
                    <a:pt x="5837784" y="667860"/>
                  </a:lnTo>
                  <a:lnTo>
                    <a:pt x="5837942" y="667860"/>
                  </a:lnTo>
                  <a:lnTo>
                    <a:pt x="5838099" y="667860"/>
                  </a:lnTo>
                  <a:lnTo>
                    <a:pt x="5838257" y="667860"/>
                  </a:lnTo>
                  <a:lnTo>
                    <a:pt x="5838257" y="667430"/>
                  </a:lnTo>
                  <a:lnTo>
                    <a:pt x="5838415" y="667430"/>
                  </a:lnTo>
                  <a:lnTo>
                    <a:pt x="5838572" y="667430"/>
                  </a:lnTo>
                  <a:lnTo>
                    <a:pt x="5838572" y="666999"/>
                  </a:lnTo>
                  <a:lnTo>
                    <a:pt x="5838730" y="666999"/>
                  </a:lnTo>
                  <a:lnTo>
                    <a:pt x="5838730" y="666568"/>
                  </a:lnTo>
                  <a:lnTo>
                    <a:pt x="5838730" y="666138"/>
                  </a:lnTo>
                  <a:lnTo>
                    <a:pt x="5838888" y="666138"/>
                  </a:lnTo>
                  <a:lnTo>
                    <a:pt x="5839046" y="666138"/>
                  </a:lnTo>
                  <a:lnTo>
                    <a:pt x="5839046" y="665707"/>
                  </a:lnTo>
                  <a:lnTo>
                    <a:pt x="5839203" y="665707"/>
                  </a:lnTo>
                  <a:lnTo>
                    <a:pt x="5839361" y="665707"/>
                  </a:lnTo>
                  <a:lnTo>
                    <a:pt x="5839519" y="665707"/>
                  </a:lnTo>
                  <a:lnTo>
                    <a:pt x="5839676" y="665707"/>
                  </a:lnTo>
                  <a:lnTo>
                    <a:pt x="5839834" y="665707"/>
                  </a:lnTo>
                  <a:lnTo>
                    <a:pt x="5839992" y="665707"/>
                  </a:lnTo>
                  <a:lnTo>
                    <a:pt x="5840150" y="665707"/>
                  </a:lnTo>
                  <a:lnTo>
                    <a:pt x="5840307" y="665707"/>
                  </a:lnTo>
                  <a:lnTo>
                    <a:pt x="5840307" y="665277"/>
                  </a:lnTo>
                  <a:lnTo>
                    <a:pt x="5840465" y="665277"/>
                  </a:lnTo>
                  <a:lnTo>
                    <a:pt x="5840623" y="665277"/>
                  </a:lnTo>
                  <a:lnTo>
                    <a:pt x="5840780" y="665277"/>
                  </a:lnTo>
                  <a:lnTo>
                    <a:pt x="5840938" y="665277"/>
                  </a:lnTo>
                  <a:lnTo>
                    <a:pt x="5841096" y="665277"/>
                  </a:lnTo>
                  <a:lnTo>
                    <a:pt x="5841254" y="665277"/>
                  </a:lnTo>
                  <a:lnTo>
                    <a:pt x="5841411" y="665277"/>
                  </a:lnTo>
                  <a:lnTo>
                    <a:pt x="5841569" y="665277"/>
                  </a:lnTo>
                  <a:lnTo>
                    <a:pt x="5841727" y="665277"/>
                  </a:lnTo>
                  <a:lnTo>
                    <a:pt x="5841885" y="665277"/>
                  </a:lnTo>
                  <a:lnTo>
                    <a:pt x="5842042" y="665277"/>
                  </a:lnTo>
                  <a:lnTo>
                    <a:pt x="5842200" y="665277"/>
                  </a:lnTo>
                  <a:lnTo>
                    <a:pt x="5842358" y="665277"/>
                  </a:lnTo>
                  <a:lnTo>
                    <a:pt x="5842358" y="664846"/>
                  </a:lnTo>
                  <a:lnTo>
                    <a:pt x="5842515" y="664846"/>
                  </a:lnTo>
                  <a:lnTo>
                    <a:pt x="5842673" y="664846"/>
                  </a:lnTo>
                  <a:lnTo>
                    <a:pt x="5842831" y="664846"/>
                  </a:lnTo>
                  <a:lnTo>
                    <a:pt x="5842989" y="664846"/>
                  </a:lnTo>
                  <a:lnTo>
                    <a:pt x="5842989" y="664415"/>
                  </a:lnTo>
                  <a:lnTo>
                    <a:pt x="5843146" y="664415"/>
                  </a:lnTo>
                  <a:lnTo>
                    <a:pt x="5843304" y="664415"/>
                  </a:lnTo>
                  <a:lnTo>
                    <a:pt x="5843462" y="664415"/>
                  </a:lnTo>
                  <a:lnTo>
                    <a:pt x="5843619" y="664415"/>
                  </a:lnTo>
                  <a:lnTo>
                    <a:pt x="5843619" y="663985"/>
                  </a:lnTo>
                  <a:lnTo>
                    <a:pt x="5843777" y="663985"/>
                  </a:lnTo>
                  <a:lnTo>
                    <a:pt x="5843935" y="663985"/>
                  </a:lnTo>
                  <a:lnTo>
                    <a:pt x="5844093" y="663985"/>
                  </a:lnTo>
                  <a:lnTo>
                    <a:pt x="5844250" y="663985"/>
                  </a:lnTo>
                  <a:lnTo>
                    <a:pt x="5844408" y="663985"/>
                  </a:lnTo>
                  <a:lnTo>
                    <a:pt x="5844566" y="663985"/>
                  </a:lnTo>
                  <a:lnTo>
                    <a:pt x="5844723" y="663985"/>
                  </a:lnTo>
                  <a:lnTo>
                    <a:pt x="5844881" y="663985"/>
                  </a:lnTo>
                  <a:lnTo>
                    <a:pt x="5845039" y="663985"/>
                  </a:lnTo>
                  <a:lnTo>
                    <a:pt x="5845197" y="663985"/>
                  </a:lnTo>
                  <a:lnTo>
                    <a:pt x="5845354" y="663985"/>
                  </a:lnTo>
                  <a:lnTo>
                    <a:pt x="5845512" y="663985"/>
                  </a:lnTo>
                  <a:lnTo>
                    <a:pt x="5845670" y="663985"/>
                  </a:lnTo>
                  <a:lnTo>
                    <a:pt x="5845827" y="663985"/>
                  </a:lnTo>
                  <a:lnTo>
                    <a:pt x="5845985" y="663985"/>
                  </a:lnTo>
                  <a:lnTo>
                    <a:pt x="5846143" y="663985"/>
                  </a:lnTo>
                  <a:lnTo>
                    <a:pt x="5846301" y="663985"/>
                  </a:lnTo>
                  <a:lnTo>
                    <a:pt x="5846458" y="663985"/>
                  </a:lnTo>
                  <a:lnTo>
                    <a:pt x="5846616" y="663985"/>
                  </a:lnTo>
                  <a:lnTo>
                    <a:pt x="5846774" y="663985"/>
                  </a:lnTo>
                  <a:lnTo>
                    <a:pt x="5846774" y="663554"/>
                  </a:lnTo>
                  <a:lnTo>
                    <a:pt x="5846932" y="663554"/>
                  </a:lnTo>
                  <a:lnTo>
                    <a:pt x="5847089" y="663554"/>
                  </a:lnTo>
                  <a:lnTo>
                    <a:pt x="5847247" y="663554"/>
                  </a:lnTo>
                  <a:lnTo>
                    <a:pt x="5847405" y="663554"/>
                  </a:lnTo>
                  <a:lnTo>
                    <a:pt x="5847562" y="663554"/>
                  </a:lnTo>
                  <a:lnTo>
                    <a:pt x="5847720" y="663554"/>
                  </a:lnTo>
                  <a:lnTo>
                    <a:pt x="5847878" y="663554"/>
                  </a:lnTo>
                  <a:lnTo>
                    <a:pt x="5847878" y="663124"/>
                  </a:lnTo>
                  <a:lnTo>
                    <a:pt x="5848036" y="663124"/>
                  </a:lnTo>
                  <a:lnTo>
                    <a:pt x="5848193" y="663124"/>
                  </a:lnTo>
                  <a:lnTo>
                    <a:pt x="5848351" y="663124"/>
                  </a:lnTo>
                  <a:lnTo>
                    <a:pt x="5848509" y="663124"/>
                  </a:lnTo>
                  <a:lnTo>
                    <a:pt x="5848666" y="663124"/>
                  </a:lnTo>
                  <a:lnTo>
                    <a:pt x="5848824" y="663124"/>
                  </a:lnTo>
                  <a:lnTo>
                    <a:pt x="5848982" y="663124"/>
                  </a:lnTo>
                  <a:lnTo>
                    <a:pt x="5849140" y="663124"/>
                  </a:lnTo>
                  <a:lnTo>
                    <a:pt x="5849297" y="663124"/>
                  </a:lnTo>
                  <a:lnTo>
                    <a:pt x="5849297" y="662693"/>
                  </a:lnTo>
                  <a:lnTo>
                    <a:pt x="5849297" y="662262"/>
                  </a:lnTo>
                  <a:lnTo>
                    <a:pt x="5849455" y="662262"/>
                  </a:lnTo>
                  <a:lnTo>
                    <a:pt x="5849455" y="661832"/>
                  </a:lnTo>
                  <a:lnTo>
                    <a:pt x="5849613" y="661832"/>
                  </a:lnTo>
                  <a:lnTo>
                    <a:pt x="5849770" y="661832"/>
                  </a:lnTo>
                  <a:lnTo>
                    <a:pt x="5849928" y="661832"/>
                  </a:lnTo>
                  <a:lnTo>
                    <a:pt x="5849928" y="661401"/>
                  </a:lnTo>
                  <a:lnTo>
                    <a:pt x="5849928" y="660971"/>
                  </a:lnTo>
                  <a:lnTo>
                    <a:pt x="5849928" y="660540"/>
                  </a:lnTo>
                  <a:lnTo>
                    <a:pt x="5850086" y="660540"/>
                  </a:lnTo>
                  <a:lnTo>
                    <a:pt x="5850244" y="660540"/>
                  </a:lnTo>
                  <a:lnTo>
                    <a:pt x="5850401" y="660540"/>
                  </a:lnTo>
                  <a:lnTo>
                    <a:pt x="5850559" y="660540"/>
                  </a:lnTo>
                  <a:lnTo>
                    <a:pt x="5850717" y="660540"/>
                  </a:lnTo>
                  <a:lnTo>
                    <a:pt x="5850874" y="660540"/>
                  </a:lnTo>
                  <a:lnTo>
                    <a:pt x="5851032" y="660540"/>
                  </a:lnTo>
                  <a:lnTo>
                    <a:pt x="5851190" y="660540"/>
                  </a:lnTo>
                  <a:lnTo>
                    <a:pt x="5851348" y="660540"/>
                  </a:lnTo>
                  <a:lnTo>
                    <a:pt x="5851505" y="660540"/>
                  </a:lnTo>
                  <a:lnTo>
                    <a:pt x="5851663" y="660540"/>
                  </a:lnTo>
                  <a:lnTo>
                    <a:pt x="5851821" y="660540"/>
                  </a:lnTo>
                  <a:lnTo>
                    <a:pt x="5851978" y="660540"/>
                  </a:lnTo>
                  <a:lnTo>
                    <a:pt x="5852136" y="660540"/>
                  </a:lnTo>
                  <a:lnTo>
                    <a:pt x="5852294" y="660540"/>
                  </a:lnTo>
                  <a:lnTo>
                    <a:pt x="5852294" y="660109"/>
                  </a:lnTo>
                  <a:lnTo>
                    <a:pt x="5852452" y="660109"/>
                  </a:lnTo>
                  <a:lnTo>
                    <a:pt x="5852452" y="659679"/>
                  </a:lnTo>
                  <a:lnTo>
                    <a:pt x="5852609" y="659679"/>
                  </a:lnTo>
                  <a:lnTo>
                    <a:pt x="5852767" y="659679"/>
                  </a:lnTo>
                  <a:lnTo>
                    <a:pt x="5852925" y="659679"/>
                  </a:lnTo>
                  <a:lnTo>
                    <a:pt x="5853083" y="659679"/>
                  </a:lnTo>
                  <a:lnTo>
                    <a:pt x="5853240" y="659679"/>
                  </a:lnTo>
                  <a:lnTo>
                    <a:pt x="5853398" y="659679"/>
                  </a:lnTo>
                  <a:lnTo>
                    <a:pt x="5853556" y="659679"/>
                  </a:lnTo>
                  <a:lnTo>
                    <a:pt x="5853713" y="659679"/>
                  </a:lnTo>
                  <a:lnTo>
                    <a:pt x="5853871" y="659679"/>
                  </a:lnTo>
                  <a:lnTo>
                    <a:pt x="5854029" y="659679"/>
                  </a:lnTo>
                  <a:lnTo>
                    <a:pt x="5854187" y="659679"/>
                  </a:lnTo>
                  <a:lnTo>
                    <a:pt x="5854344" y="659679"/>
                  </a:lnTo>
                  <a:lnTo>
                    <a:pt x="5854502" y="659679"/>
                  </a:lnTo>
                  <a:lnTo>
                    <a:pt x="5854660" y="659679"/>
                  </a:lnTo>
                  <a:lnTo>
                    <a:pt x="5854817" y="659679"/>
                  </a:lnTo>
                  <a:lnTo>
                    <a:pt x="5854817" y="659248"/>
                  </a:lnTo>
                  <a:lnTo>
                    <a:pt x="5854975" y="659248"/>
                  </a:lnTo>
                  <a:lnTo>
                    <a:pt x="5855133" y="659248"/>
                  </a:lnTo>
                  <a:lnTo>
                    <a:pt x="5855291" y="659248"/>
                  </a:lnTo>
                  <a:lnTo>
                    <a:pt x="5855448" y="659248"/>
                  </a:lnTo>
                  <a:lnTo>
                    <a:pt x="5855606" y="659248"/>
                  </a:lnTo>
                  <a:lnTo>
                    <a:pt x="5855606" y="658818"/>
                  </a:lnTo>
                  <a:lnTo>
                    <a:pt x="5855764" y="658818"/>
                  </a:lnTo>
                  <a:lnTo>
                    <a:pt x="5855921" y="658818"/>
                  </a:lnTo>
                  <a:lnTo>
                    <a:pt x="5856079" y="658818"/>
                  </a:lnTo>
                  <a:lnTo>
                    <a:pt x="5856079" y="658387"/>
                  </a:lnTo>
                  <a:lnTo>
                    <a:pt x="5856237" y="658387"/>
                  </a:lnTo>
                  <a:lnTo>
                    <a:pt x="5856395" y="658387"/>
                  </a:lnTo>
                  <a:lnTo>
                    <a:pt x="5856395" y="657956"/>
                  </a:lnTo>
                  <a:lnTo>
                    <a:pt x="5856552" y="657956"/>
                  </a:lnTo>
                  <a:lnTo>
                    <a:pt x="5856710" y="657956"/>
                  </a:lnTo>
                  <a:lnTo>
                    <a:pt x="5856868" y="657956"/>
                  </a:lnTo>
                  <a:lnTo>
                    <a:pt x="5856868" y="657526"/>
                  </a:lnTo>
                  <a:lnTo>
                    <a:pt x="5857025" y="657526"/>
                  </a:lnTo>
                  <a:lnTo>
                    <a:pt x="5857183" y="657526"/>
                  </a:lnTo>
                  <a:lnTo>
                    <a:pt x="5857341" y="657526"/>
                  </a:lnTo>
                  <a:lnTo>
                    <a:pt x="5857499" y="657526"/>
                  </a:lnTo>
                  <a:lnTo>
                    <a:pt x="5857499" y="657095"/>
                  </a:lnTo>
                  <a:lnTo>
                    <a:pt x="5857656" y="657095"/>
                  </a:lnTo>
                  <a:lnTo>
                    <a:pt x="5857814" y="657095"/>
                  </a:lnTo>
                  <a:lnTo>
                    <a:pt x="5857972" y="657095"/>
                  </a:lnTo>
                  <a:lnTo>
                    <a:pt x="5858130" y="657095"/>
                  </a:lnTo>
                  <a:lnTo>
                    <a:pt x="5858287" y="657095"/>
                  </a:lnTo>
                  <a:lnTo>
                    <a:pt x="5858445" y="657095"/>
                  </a:lnTo>
                  <a:lnTo>
                    <a:pt x="5858603" y="657095"/>
                  </a:lnTo>
                  <a:lnTo>
                    <a:pt x="5858760" y="657095"/>
                  </a:lnTo>
                  <a:lnTo>
                    <a:pt x="5858918" y="657095"/>
                  </a:lnTo>
                  <a:lnTo>
                    <a:pt x="5859076" y="657095"/>
                  </a:lnTo>
                  <a:lnTo>
                    <a:pt x="5859234" y="657095"/>
                  </a:lnTo>
                  <a:lnTo>
                    <a:pt x="5859234" y="656665"/>
                  </a:lnTo>
                  <a:lnTo>
                    <a:pt x="5859391" y="656665"/>
                  </a:lnTo>
                  <a:lnTo>
                    <a:pt x="5859549" y="656665"/>
                  </a:lnTo>
                  <a:lnTo>
                    <a:pt x="5859707" y="656665"/>
                  </a:lnTo>
                  <a:lnTo>
                    <a:pt x="5859864" y="656665"/>
                  </a:lnTo>
                  <a:lnTo>
                    <a:pt x="5860022" y="656665"/>
                  </a:lnTo>
                  <a:lnTo>
                    <a:pt x="5860180" y="656665"/>
                  </a:lnTo>
                  <a:lnTo>
                    <a:pt x="5860338" y="656665"/>
                  </a:lnTo>
                  <a:lnTo>
                    <a:pt x="5860495" y="656665"/>
                  </a:lnTo>
                  <a:lnTo>
                    <a:pt x="5860653" y="656665"/>
                  </a:lnTo>
                  <a:lnTo>
                    <a:pt x="5860811" y="656665"/>
                  </a:lnTo>
                  <a:lnTo>
                    <a:pt x="5860811" y="656234"/>
                  </a:lnTo>
                  <a:lnTo>
                    <a:pt x="5860968" y="656234"/>
                  </a:lnTo>
                  <a:lnTo>
                    <a:pt x="5861126" y="656234"/>
                  </a:lnTo>
                  <a:lnTo>
                    <a:pt x="5861126" y="655803"/>
                  </a:lnTo>
                  <a:lnTo>
                    <a:pt x="5861284" y="655803"/>
                  </a:lnTo>
                  <a:lnTo>
                    <a:pt x="5861442" y="655803"/>
                  </a:lnTo>
                  <a:lnTo>
                    <a:pt x="5861599" y="655803"/>
                  </a:lnTo>
                  <a:lnTo>
                    <a:pt x="5861757" y="655803"/>
                  </a:lnTo>
                  <a:lnTo>
                    <a:pt x="5861915" y="655803"/>
                  </a:lnTo>
                  <a:lnTo>
                    <a:pt x="5862072" y="655803"/>
                  </a:lnTo>
                  <a:lnTo>
                    <a:pt x="5862230" y="655803"/>
                  </a:lnTo>
                  <a:lnTo>
                    <a:pt x="5862388" y="655803"/>
                  </a:lnTo>
                  <a:lnTo>
                    <a:pt x="5862546" y="655803"/>
                  </a:lnTo>
                  <a:lnTo>
                    <a:pt x="5862546" y="655373"/>
                  </a:lnTo>
                  <a:lnTo>
                    <a:pt x="5862546" y="654942"/>
                  </a:lnTo>
                  <a:lnTo>
                    <a:pt x="5862703" y="654942"/>
                  </a:lnTo>
                  <a:lnTo>
                    <a:pt x="5862861" y="654942"/>
                  </a:lnTo>
                  <a:lnTo>
                    <a:pt x="5863019" y="654942"/>
                  </a:lnTo>
                  <a:lnTo>
                    <a:pt x="5863176" y="654942"/>
                  </a:lnTo>
                  <a:lnTo>
                    <a:pt x="5863334" y="654942"/>
                  </a:lnTo>
                  <a:lnTo>
                    <a:pt x="5863492" y="654942"/>
                  </a:lnTo>
                  <a:lnTo>
                    <a:pt x="5863492" y="654512"/>
                  </a:lnTo>
                  <a:lnTo>
                    <a:pt x="5863650" y="654512"/>
                  </a:lnTo>
                  <a:lnTo>
                    <a:pt x="5863807" y="654512"/>
                  </a:lnTo>
                  <a:lnTo>
                    <a:pt x="5863965" y="654512"/>
                  </a:lnTo>
                  <a:lnTo>
                    <a:pt x="5863965" y="654081"/>
                  </a:lnTo>
                  <a:lnTo>
                    <a:pt x="5864123" y="654081"/>
                  </a:lnTo>
                  <a:lnTo>
                    <a:pt x="5864281" y="654081"/>
                  </a:lnTo>
                  <a:lnTo>
                    <a:pt x="5864281" y="653650"/>
                  </a:lnTo>
                  <a:lnTo>
                    <a:pt x="5864438" y="653650"/>
                  </a:lnTo>
                  <a:lnTo>
                    <a:pt x="5864596" y="653650"/>
                  </a:lnTo>
                  <a:lnTo>
                    <a:pt x="5864754" y="653650"/>
                  </a:lnTo>
                  <a:lnTo>
                    <a:pt x="5864911" y="653650"/>
                  </a:lnTo>
                  <a:lnTo>
                    <a:pt x="5865069" y="653650"/>
                  </a:lnTo>
                  <a:lnTo>
                    <a:pt x="5865069" y="653220"/>
                  </a:lnTo>
                  <a:lnTo>
                    <a:pt x="5865227" y="653220"/>
                  </a:lnTo>
                  <a:lnTo>
                    <a:pt x="5865385" y="653220"/>
                  </a:lnTo>
                  <a:lnTo>
                    <a:pt x="5865542" y="653220"/>
                  </a:lnTo>
                  <a:lnTo>
                    <a:pt x="5865700" y="653220"/>
                  </a:lnTo>
                  <a:lnTo>
                    <a:pt x="5865858" y="653220"/>
                  </a:lnTo>
                  <a:lnTo>
                    <a:pt x="5865858" y="652789"/>
                  </a:lnTo>
                  <a:lnTo>
                    <a:pt x="5866015" y="652789"/>
                  </a:lnTo>
                  <a:lnTo>
                    <a:pt x="5866173" y="652789"/>
                  </a:lnTo>
                  <a:lnTo>
                    <a:pt x="5866331" y="652789"/>
                  </a:lnTo>
                  <a:lnTo>
                    <a:pt x="5866489" y="652789"/>
                  </a:lnTo>
                  <a:lnTo>
                    <a:pt x="5866646" y="652789"/>
                  </a:lnTo>
                  <a:lnTo>
                    <a:pt x="5866804" y="652789"/>
                  </a:lnTo>
                  <a:lnTo>
                    <a:pt x="5866962" y="652789"/>
                  </a:lnTo>
                  <a:lnTo>
                    <a:pt x="5867119" y="652789"/>
                  </a:lnTo>
                  <a:lnTo>
                    <a:pt x="5867277" y="652789"/>
                  </a:lnTo>
                  <a:lnTo>
                    <a:pt x="5867435" y="652789"/>
                  </a:lnTo>
                  <a:lnTo>
                    <a:pt x="5867593" y="652789"/>
                  </a:lnTo>
                  <a:lnTo>
                    <a:pt x="5867593" y="652359"/>
                  </a:lnTo>
                  <a:lnTo>
                    <a:pt x="5867750" y="652359"/>
                  </a:lnTo>
                  <a:lnTo>
                    <a:pt x="5867908" y="652359"/>
                  </a:lnTo>
                  <a:lnTo>
                    <a:pt x="5868066" y="652359"/>
                  </a:lnTo>
                  <a:lnTo>
                    <a:pt x="5868223" y="652359"/>
                  </a:lnTo>
                  <a:lnTo>
                    <a:pt x="5868381" y="652359"/>
                  </a:lnTo>
                  <a:lnTo>
                    <a:pt x="5868539" y="652359"/>
                  </a:lnTo>
                  <a:lnTo>
                    <a:pt x="5868697" y="652359"/>
                  </a:lnTo>
                  <a:lnTo>
                    <a:pt x="5868854" y="652359"/>
                  </a:lnTo>
                  <a:lnTo>
                    <a:pt x="5869012" y="652359"/>
                  </a:lnTo>
                  <a:lnTo>
                    <a:pt x="5869170" y="652359"/>
                  </a:lnTo>
                  <a:lnTo>
                    <a:pt x="5869328" y="652359"/>
                  </a:lnTo>
                  <a:lnTo>
                    <a:pt x="5869485" y="652359"/>
                  </a:lnTo>
                  <a:lnTo>
                    <a:pt x="5869643" y="652359"/>
                  </a:lnTo>
                  <a:lnTo>
                    <a:pt x="5869801" y="652359"/>
                  </a:lnTo>
                  <a:lnTo>
                    <a:pt x="5869958" y="652359"/>
                  </a:lnTo>
                  <a:lnTo>
                    <a:pt x="5870116" y="652359"/>
                  </a:lnTo>
                  <a:lnTo>
                    <a:pt x="5870274" y="652359"/>
                  </a:lnTo>
                  <a:lnTo>
                    <a:pt x="5870432" y="652359"/>
                  </a:lnTo>
                  <a:lnTo>
                    <a:pt x="5870589" y="652359"/>
                  </a:lnTo>
                  <a:lnTo>
                    <a:pt x="5870747" y="652359"/>
                  </a:lnTo>
                  <a:lnTo>
                    <a:pt x="5870747" y="651928"/>
                  </a:lnTo>
                  <a:lnTo>
                    <a:pt x="5870905" y="651928"/>
                  </a:lnTo>
                  <a:lnTo>
                    <a:pt x="5871062" y="651928"/>
                  </a:lnTo>
                  <a:lnTo>
                    <a:pt x="5871062" y="651497"/>
                  </a:lnTo>
                  <a:lnTo>
                    <a:pt x="5871220" y="651497"/>
                  </a:lnTo>
                  <a:lnTo>
                    <a:pt x="5871378" y="651497"/>
                  </a:lnTo>
                  <a:lnTo>
                    <a:pt x="5871536" y="651497"/>
                  </a:lnTo>
                  <a:lnTo>
                    <a:pt x="5871693" y="651497"/>
                  </a:lnTo>
                  <a:lnTo>
                    <a:pt x="5871851" y="651497"/>
                  </a:lnTo>
                  <a:lnTo>
                    <a:pt x="5872009" y="651497"/>
                  </a:lnTo>
                  <a:lnTo>
                    <a:pt x="5872009" y="651067"/>
                  </a:lnTo>
                  <a:lnTo>
                    <a:pt x="5872166" y="651067"/>
                  </a:lnTo>
                  <a:lnTo>
                    <a:pt x="5872324" y="651067"/>
                  </a:lnTo>
                  <a:lnTo>
                    <a:pt x="5872324" y="650636"/>
                  </a:lnTo>
                  <a:lnTo>
                    <a:pt x="5872324" y="650206"/>
                  </a:lnTo>
                  <a:lnTo>
                    <a:pt x="5872482" y="650206"/>
                  </a:lnTo>
                  <a:lnTo>
                    <a:pt x="5872640" y="650206"/>
                  </a:lnTo>
                  <a:lnTo>
                    <a:pt x="5872797" y="650206"/>
                  </a:lnTo>
                  <a:lnTo>
                    <a:pt x="5872955" y="650206"/>
                  </a:lnTo>
                  <a:lnTo>
                    <a:pt x="5873113" y="650206"/>
                  </a:lnTo>
                  <a:lnTo>
                    <a:pt x="5873270" y="650206"/>
                  </a:lnTo>
                  <a:lnTo>
                    <a:pt x="5873428" y="650206"/>
                  </a:lnTo>
                  <a:lnTo>
                    <a:pt x="5873428" y="649775"/>
                  </a:lnTo>
                  <a:lnTo>
                    <a:pt x="5873586" y="649775"/>
                  </a:lnTo>
                  <a:lnTo>
                    <a:pt x="5873744" y="649775"/>
                  </a:lnTo>
                  <a:lnTo>
                    <a:pt x="5873901" y="649775"/>
                  </a:lnTo>
                  <a:lnTo>
                    <a:pt x="5874059" y="649775"/>
                  </a:lnTo>
                  <a:lnTo>
                    <a:pt x="5874059" y="649344"/>
                  </a:lnTo>
                  <a:lnTo>
                    <a:pt x="5874217" y="649344"/>
                  </a:lnTo>
                  <a:lnTo>
                    <a:pt x="5874374" y="649344"/>
                  </a:lnTo>
                  <a:lnTo>
                    <a:pt x="5874532" y="649344"/>
                  </a:lnTo>
                  <a:lnTo>
                    <a:pt x="5874690" y="649344"/>
                  </a:lnTo>
                  <a:lnTo>
                    <a:pt x="5874848" y="649344"/>
                  </a:lnTo>
                  <a:lnTo>
                    <a:pt x="5875005" y="649344"/>
                  </a:lnTo>
                  <a:lnTo>
                    <a:pt x="5875163" y="649344"/>
                  </a:lnTo>
                  <a:lnTo>
                    <a:pt x="5875321" y="649344"/>
                  </a:lnTo>
                  <a:lnTo>
                    <a:pt x="5875479" y="649344"/>
                  </a:lnTo>
                  <a:lnTo>
                    <a:pt x="5875636" y="649344"/>
                  </a:lnTo>
                  <a:lnTo>
                    <a:pt x="5875636" y="648914"/>
                  </a:lnTo>
                  <a:lnTo>
                    <a:pt x="5875794" y="648914"/>
                  </a:lnTo>
                  <a:lnTo>
                    <a:pt x="5875952" y="648914"/>
                  </a:lnTo>
                  <a:lnTo>
                    <a:pt x="5876109" y="648914"/>
                  </a:lnTo>
                  <a:lnTo>
                    <a:pt x="5876267" y="648914"/>
                  </a:lnTo>
                  <a:lnTo>
                    <a:pt x="5876425" y="648914"/>
                  </a:lnTo>
                  <a:lnTo>
                    <a:pt x="5876583" y="648914"/>
                  </a:lnTo>
                  <a:lnTo>
                    <a:pt x="5876740" y="648914"/>
                  </a:lnTo>
                  <a:lnTo>
                    <a:pt x="5876898" y="648914"/>
                  </a:lnTo>
                  <a:lnTo>
                    <a:pt x="5877056" y="648914"/>
                  </a:lnTo>
                  <a:lnTo>
                    <a:pt x="5877056" y="648483"/>
                  </a:lnTo>
                  <a:lnTo>
                    <a:pt x="5877213" y="648483"/>
                  </a:lnTo>
                  <a:lnTo>
                    <a:pt x="5877371" y="648483"/>
                  </a:lnTo>
                  <a:lnTo>
                    <a:pt x="5877529" y="648483"/>
                  </a:lnTo>
                  <a:lnTo>
                    <a:pt x="5877687" y="648483"/>
                  </a:lnTo>
                  <a:lnTo>
                    <a:pt x="5877844" y="648483"/>
                  </a:lnTo>
                  <a:lnTo>
                    <a:pt x="5877844" y="648053"/>
                  </a:lnTo>
                  <a:lnTo>
                    <a:pt x="5877844" y="647622"/>
                  </a:lnTo>
                  <a:lnTo>
                    <a:pt x="5878002" y="647622"/>
                  </a:lnTo>
                  <a:lnTo>
                    <a:pt x="5878160" y="647622"/>
                  </a:lnTo>
                  <a:lnTo>
                    <a:pt x="5878317" y="647622"/>
                  </a:lnTo>
                  <a:lnTo>
                    <a:pt x="5878475" y="647622"/>
                  </a:lnTo>
                  <a:lnTo>
                    <a:pt x="5878633" y="647622"/>
                  </a:lnTo>
                  <a:lnTo>
                    <a:pt x="5878791" y="647622"/>
                  </a:lnTo>
                  <a:lnTo>
                    <a:pt x="5878948" y="647622"/>
                  </a:lnTo>
                  <a:lnTo>
                    <a:pt x="5879106" y="647622"/>
                  </a:lnTo>
                  <a:lnTo>
                    <a:pt x="5879264" y="647622"/>
                  </a:lnTo>
                  <a:lnTo>
                    <a:pt x="5879421" y="647622"/>
                  </a:lnTo>
                  <a:lnTo>
                    <a:pt x="5879579" y="647622"/>
                  </a:lnTo>
                  <a:lnTo>
                    <a:pt x="5879737" y="647622"/>
                  </a:lnTo>
                  <a:lnTo>
                    <a:pt x="5879895" y="647622"/>
                  </a:lnTo>
                  <a:lnTo>
                    <a:pt x="5880052" y="647622"/>
                  </a:lnTo>
                  <a:lnTo>
                    <a:pt x="5880210" y="647622"/>
                  </a:lnTo>
                  <a:lnTo>
                    <a:pt x="5880368" y="647622"/>
                  </a:lnTo>
                  <a:lnTo>
                    <a:pt x="5880526" y="647622"/>
                  </a:lnTo>
                  <a:lnTo>
                    <a:pt x="5880683" y="647622"/>
                  </a:lnTo>
                  <a:lnTo>
                    <a:pt x="5880841" y="647622"/>
                  </a:lnTo>
                  <a:lnTo>
                    <a:pt x="5880999" y="647622"/>
                  </a:lnTo>
                  <a:lnTo>
                    <a:pt x="5881156" y="647622"/>
                  </a:lnTo>
                  <a:lnTo>
                    <a:pt x="5881314" y="647622"/>
                  </a:lnTo>
                  <a:lnTo>
                    <a:pt x="5881472" y="647622"/>
                  </a:lnTo>
                  <a:lnTo>
                    <a:pt x="5881630" y="647622"/>
                  </a:lnTo>
                  <a:lnTo>
                    <a:pt x="5881787" y="647622"/>
                  </a:lnTo>
                  <a:lnTo>
                    <a:pt x="5881945" y="647622"/>
                  </a:lnTo>
                  <a:lnTo>
                    <a:pt x="5882103" y="647622"/>
                  </a:lnTo>
                  <a:lnTo>
                    <a:pt x="5882260" y="647622"/>
                  </a:lnTo>
                  <a:lnTo>
                    <a:pt x="5882418" y="647622"/>
                  </a:lnTo>
                  <a:lnTo>
                    <a:pt x="5882576" y="647622"/>
                  </a:lnTo>
                  <a:lnTo>
                    <a:pt x="5882734" y="647622"/>
                  </a:lnTo>
                  <a:lnTo>
                    <a:pt x="5882891" y="647622"/>
                  </a:lnTo>
                  <a:lnTo>
                    <a:pt x="5883049" y="647622"/>
                  </a:lnTo>
                  <a:lnTo>
                    <a:pt x="5883207" y="647622"/>
                  </a:lnTo>
                  <a:lnTo>
                    <a:pt x="5883364" y="647622"/>
                  </a:lnTo>
                  <a:lnTo>
                    <a:pt x="5883522" y="647622"/>
                  </a:lnTo>
                  <a:lnTo>
                    <a:pt x="5883522" y="647191"/>
                  </a:lnTo>
                  <a:lnTo>
                    <a:pt x="5883680" y="647191"/>
                  </a:lnTo>
                  <a:lnTo>
                    <a:pt x="5883838" y="647191"/>
                  </a:lnTo>
                  <a:lnTo>
                    <a:pt x="5883995" y="647191"/>
                  </a:lnTo>
                  <a:lnTo>
                    <a:pt x="5884153" y="647191"/>
                  </a:lnTo>
                  <a:lnTo>
                    <a:pt x="5884311" y="647191"/>
                  </a:lnTo>
                  <a:lnTo>
                    <a:pt x="5884468" y="647191"/>
                  </a:lnTo>
                  <a:lnTo>
                    <a:pt x="5884626" y="647191"/>
                  </a:lnTo>
                  <a:lnTo>
                    <a:pt x="5884784" y="647191"/>
                  </a:lnTo>
                  <a:lnTo>
                    <a:pt x="5884942" y="647191"/>
                  </a:lnTo>
                  <a:lnTo>
                    <a:pt x="5885099" y="647191"/>
                  </a:lnTo>
                  <a:lnTo>
                    <a:pt x="5885257" y="647191"/>
                  </a:lnTo>
                  <a:lnTo>
                    <a:pt x="5885257" y="646761"/>
                  </a:lnTo>
                  <a:lnTo>
                    <a:pt x="5885257" y="646330"/>
                  </a:lnTo>
                  <a:lnTo>
                    <a:pt x="5885257" y="645900"/>
                  </a:lnTo>
                  <a:lnTo>
                    <a:pt x="5885257" y="645469"/>
                  </a:lnTo>
                  <a:lnTo>
                    <a:pt x="5885415" y="645469"/>
                  </a:lnTo>
                  <a:lnTo>
                    <a:pt x="5885572" y="645469"/>
                  </a:lnTo>
                  <a:lnTo>
                    <a:pt x="5885730" y="645469"/>
                  </a:lnTo>
                  <a:lnTo>
                    <a:pt x="5885888" y="645469"/>
                  </a:lnTo>
                  <a:lnTo>
                    <a:pt x="5886046" y="645469"/>
                  </a:lnTo>
                  <a:lnTo>
                    <a:pt x="5886203" y="645469"/>
                  </a:lnTo>
                  <a:lnTo>
                    <a:pt x="5886361" y="645469"/>
                  </a:lnTo>
                  <a:lnTo>
                    <a:pt x="5886519" y="645469"/>
                  </a:lnTo>
                  <a:lnTo>
                    <a:pt x="5886519" y="645038"/>
                  </a:lnTo>
                  <a:lnTo>
                    <a:pt x="5886677" y="645038"/>
                  </a:lnTo>
                  <a:lnTo>
                    <a:pt x="5886834" y="645038"/>
                  </a:lnTo>
                  <a:lnTo>
                    <a:pt x="5886992" y="645038"/>
                  </a:lnTo>
                  <a:lnTo>
                    <a:pt x="5887150" y="645038"/>
                  </a:lnTo>
                  <a:lnTo>
                    <a:pt x="5887307" y="645038"/>
                  </a:lnTo>
                  <a:lnTo>
                    <a:pt x="5887465" y="645038"/>
                  </a:lnTo>
                  <a:lnTo>
                    <a:pt x="5887623" y="645038"/>
                  </a:lnTo>
                  <a:lnTo>
                    <a:pt x="5887781" y="645038"/>
                  </a:lnTo>
                  <a:lnTo>
                    <a:pt x="5887938" y="645038"/>
                  </a:lnTo>
                  <a:lnTo>
                    <a:pt x="5888096" y="645038"/>
                  </a:lnTo>
                  <a:lnTo>
                    <a:pt x="5888254" y="645038"/>
                  </a:lnTo>
                  <a:lnTo>
                    <a:pt x="5888254" y="644608"/>
                  </a:lnTo>
                  <a:lnTo>
                    <a:pt x="5888254" y="644177"/>
                  </a:lnTo>
                  <a:lnTo>
                    <a:pt x="5888411" y="644177"/>
                  </a:lnTo>
                  <a:lnTo>
                    <a:pt x="5888569" y="644177"/>
                  </a:lnTo>
                  <a:lnTo>
                    <a:pt x="5888727" y="644177"/>
                  </a:lnTo>
                  <a:lnTo>
                    <a:pt x="5888885" y="644177"/>
                  </a:lnTo>
                  <a:lnTo>
                    <a:pt x="5889042" y="644177"/>
                  </a:lnTo>
                  <a:lnTo>
                    <a:pt x="5889200" y="644177"/>
                  </a:lnTo>
                  <a:lnTo>
                    <a:pt x="5889358" y="644177"/>
                  </a:lnTo>
                  <a:lnTo>
                    <a:pt x="5889515" y="644177"/>
                  </a:lnTo>
                  <a:lnTo>
                    <a:pt x="5889673" y="644177"/>
                  </a:lnTo>
                  <a:lnTo>
                    <a:pt x="5889831" y="644177"/>
                  </a:lnTo>
                  <a:lnTo>
                    <a:pt x="5889989" y="644177"/>
                  </a:lnTo>
                  <a:lnTo>
                    <a:pt x="5890146" y="644177"/>
                  </a:lnTo>
                  <a:lnTo>
                    <a:pt x="5890304" y="644177"/>
                  </a:lnTo>
                  <a:lnTo>
                    <a:pt x="5890462" y="644177"/>
                  </a:lnTo>
                  <a:lnTo>
                    <a:pt x="5890619" y="644177"/>
                  </a:lnTo>
                  <a:lnTo>
                    <a:pt x="5890777" y="644177"/>
                  </a:lnTo>
                  <a:lnTo>
                    <a:pt x="5890935" y="644177"/>
                  </a:lnTo>
                  <a:lnTo>
                    <a:pt x="5891093" y="644177"/>
                  </a:lnTo>
                  <a:lnTo>
                    <a:pt x="5891250" y="644177"/>
                  </a:lnTo>
                  <a:lnTo>
                    <a:pt x="5891250" y="643747"/>
                  </a:lnTo>
                  <a:lnTo>
                    <a:pt x="5891408" y="643747"/>
                  </a:lnTo>
                  <a:lnTo>
                    <a:pt x="5891566" y="643747"/>
                  </a:lnTo>
                  <a:lnTo>
                    <a:pt x="5891724" y="643747"/>
                  </a:lnTo>
                  <a:lnTo>
                    <a:pt x="5891881" y="643747"/>
                  </a:lnTo>
                  <a:lnTo>
                    <a:pt x="5892039" y="643747"/>
                  </a:lnTo>
                  <a:lnTo>
                    <a:pt x="5892197" y="643747"/>
                  </a:lnTo>
                  <a:lnTo>
                    <a:pt x="5892354" y="643747"/>
                  </a:lnTo>
                  <a:lnTo>
                    <a:pt x="5892512" y="643747"/>
                  </a:lnTo>
                  <a:lnTo>
                    <a:pt x="5892670" y="643747"/>
                  </a:lnTo>
                  <a:lnTo>
                    <a:pt x="5892828" y="643747"/>
                  </a:lnTo>
                  <a:lnTo>
                    <a:pt x="5892985" y="643747"/>
                  </a:lnTo>
                  <a:lnTo>
                    <a:pt x="5893143" y="643747"/>
                  </a:lnTo>
                  <a:lnTo>
                    <a:pt x="5893301" y="643747"/>
                  </a:lnTo>
                  <a:lnTo>
                    <a:pt x="5893458" y="643747"/>
                  </a:lnTo>
                  <a:lnTo>
                    <a:pt x="5893616" y="643747"/>
                  </a:lnTo>
                  <a:lnTo>
                    <a:pt x="5893774" y="643747"/>
                  </a:lnTo>
                  <a:lnTo>
                    <a:pt x="5893932" y="643747"/>
                  </a:lnTo>
                  <a:lnTo>
                    <a:pt x="5894089" y="643747"/>
                  </a:lnTo>
                  <a:lnTo>
                    <a:pt x="5894247" y="643747"/>
                  </a:lnTo>
                  <a:lnTo>
                    <a:pt x="5894405" y="643747"/>
                  </a:lnTo>
                  <a:lnTo>
                    <a:pt x="5894405" y="643316"/>
                  </a:lnTo>
                  <a:lnTo>
                    <a:pt x="5894562" y="643316"/>
                  </a:lnTo>
                  <a:lnTo>
                    <a:pt x="5894720" y="643316"/>
                  </a:lnTo>
                  <a:lnTo>
                    <a:pt x="5894878" y="643316"/>
                  </a:lnTo>
                  <a:lnTo>
                    <a:pt x="5895036" y="643316"/>
                  </a:lnTo>
                  <a:lnTo>
                    <a:pt x="5895036" y="642885"/>
                  </a:lnTo>
                  <a:lnTo>
                    <a:pt x="5895193" y="642885"/>
                  </a:lnTo>
                  <a:lnTo>
                    <a:pt x="5895351" y="642885"/>
                  </a:lnTo>
                  <a:lnTo>
                    <a:pt x="5895351" y="642455"/>
                  </a:lnTo>
                  <a:lnTo>
                    <a:pt x="5895509" y="642455"/>
                  </a:lnTo>
                  <a:lnTo>
                    <a:pt x="5895509" y="642024"/>
                  </a:lnTo>
                  <a:lnTo>
                    <a:pt x="5895666" y="642024"/>
                  </a:lnTo>
                  <a:lnTo>
                    <a:pt x="5895666" y="641594"/>
                  </a:lnTo>
                  <a:lnTo>
                    <a:pt x="5895824" y="641594"/>
                  </a:lnTo>
                  <a:lnTo>
                    <a:pt x="5895982" y="641594"/>
                  </a:lnTo>
                  <a:lnTo>
                    <a:pt x="5896140" y="641594"/>
                  </a:lnTo>
                  <a:lnTo>
                    <a:pt x="5896140" y="641163"/>
                  </a:lnTo>
                  <a:lnTo>
                    <a:pt x="5896297" y="641163"/>
                  </a:lnTo>
                  <a:lnTo>
                    <a:pt x="5896455" y="641163"/>
                  </a:lnTo>
                  <a:lnTo>
                    <a:pt x="5896613" y="641163"/>
                  </a:lnTo>
                  <a:lnTo>
                    <a:pt x="5896770" y="641163"/>
                  </a:lnTo>
                  <a:lnTo>
                    <a:pt x="5896928" y="641163"/>
                  </a:lnTo>
                  <a:lnTo>
                    <a:pt x="5897086" y="641163"/>
                  </a:lnTo>
                  <a:lnTo>
                    <a:pt x="5897244" y="641163"/>
                  </a:lnTo>
                  <a:lnTo>
                    <a:pt x="5897401" y="641163"/>
                  </a:lnTo>
                  <a:lnTo>
                    <a:pt x="5897559" y="641163"/>
                  </a:lnTo>
                  <a:lnTo>
                    <a:pt x="5897717" y="641163"/>
                  </a:lnTo>
                  <a:lnTo>
                    <a:pt x="5897875" y="641163"/>
                  </a:lnTo>
                  <a:lnTo>
                    <a:pt x="5898032" y="641163"/>
                  </a:lnTo>
                  <a:lnTo>
                    <a:pt x="5898190" y="641163"/>
                  </a:lnTo>
                  <a:lnTo>
                    <a:pt x="5898348" y="641163"/>
                  </a:lnTo>
                  <a:lnTo>
                    <a:pt x="5898505" y="641163"/>
                  </a:lnTo>
                  <a:lnTo>
                    <a:pt x="5898663" y="641163"/>
                  </a:lnTo>
                  <a:lnTo>
                    <a:pt x="5898821" y="641163"/>
                  </a:lnTo>
                  <a:lnTo>
                    <a:pt x="5898821" y="640732"/>
                  </a:lnTo>
                  <a:lnTo>
                    <a:pt x="5898979" y="640732"/>
                  </a:lnTo>
                  <a:lnTo>
                    <a:pt x="5899136" y="640732"/>
                  </a:lnTo>
                  <a:lnTo>
                    <a:pt x="5899294" y="640732"/>
                  </a:lnTo>
                  <a:lnTo>
                    <a:pt x="5899452" y="640732"/>
                  </a:lnTo>
                  <a:lnTo>
                    <a:pt x="5899609" y="640732"/>
                  </a:lnTo>
                  <a:lnTo>
                    <a:pt x="5899767" y="640732"/>
                  </a:lnTo>
                  <a:lnTo>
                    <a:pt x="5899767" y="640302"/>
                  </a:lnTo>
                  <a:lnTo>
                    <a:pt x="5899925" y="640302"/>
                  </a:lnTo>
                  <a:lnTo>
                    <a:pt x="5900083" y="640302"/>
                  </a:lnTo>
                  <a:lnTo>
                    <a:pt x="5900240" y="640302"/>
                  </a:lnTo>
                  <a:lnTo>
                    <a:pt x="5900398" y="640302"/>
                  </a:lnTo>
                  <a:lnTo>
                    <a:pt x="5900556" y="640302"/>
                  </a:lnTo>
                  <a:lnTo>
                    <a:pt x="5900713" y="640302"/>
                  </a:lnTo>
                  <a:lnTo>
                    <a:pt x="5900871" y="640302"/>
                  </a:lnTo>
                  <a:lnTo>
                    <a:pt x="5901029" y="640302"/>
                  </a:lnTo>
                  <a:lnTo>
                    <a:pt x="5901029" y="639871"/>
                  </a:lnTo>
                  <a:lnTo>
                    <a:pt x="5901187" y="639871"/>
                  </a:lnTo>
                  <a:lnTo>
                    <a:pt x="5901344" y="639871"/>
                  </a:lnTo>
                  <a:lnTo>
                    <a:pt x="5901502" y="639871"/>
                  </a:lnTo>
                  <a:lnTo>
                    <a:pt x="5901502" y="639441"/>
                  </a:lnTo>
                  <a:lnTo>
                    <a:pt x="5901660" y="639441"/>
                  </a:lnTo>
                  <a:lnTo>
                    <a:pt x="5901817" y="639441"/>
                  </a:lnTo>
                  <a:lnTo>
                    <a:pt x="5901975" y="639441"/>
                  </a:lnTo>
                  <a:lnTo>
                    <a:pt x="5902133" y="639441"/>
                  </a:lnTo>
                  <a:lnTo>
                    <a:pt x="5902133" y="639010"/>
                  </a:lnTo>
                  <a:lnTo>
                    <a:pt x="5902291" y="639010"/>
                  </a:lnTo>
                  <a:lnTo>
                    <a:pt x="5902291" y="638579"/>
                  </a:lnTo>
                  <a:lnTo>
                    <a:pt x="5902448" y="638579"/>
                  </a:lnTo>
                  <a:lnTo>
                    <a:pt x="5902606" y="638579"/>
                  </a:lnTo>
                  <a:lnTo>
                    <a:pt x="5902764" y="638579"/>
                  </a:lnTo>
                  <a:lnTo>
                    <a:pt x="5902921" y="638579"/>
                  </a:lnTo>
                  <a:lnTo>
                    <a:pt x="5903079" y="638579"/>
                  </a:lnTo>
                  <a:lnTo>
                    <a:pt x="5903237" y="638579"/>
                  </a:lnTo>
                  <a:lnTo>
                    <a:pt x="5903395" y="638579"/>
                  </a:lnTo>
                  <a:lnTo>
                    <a:pt x="5903552" y="638579"/>
                  </a:lnTo>
                  <a:lnTo>
                    <a:pt x="5903710" y="638579"/>
                  </a:lnTo>
                  <a:lnTo>
                    <a:pt x="5903710" y="638149"/>
                  </a:lnTo>
                  <a:lnTo>
                    <a:pt x="5903868" y="638149"/>
                  </a:lnTo>
                  <a:lnTo>
                    <a:pt x="5903868" y="637718"/>
                  </a:lnTo>
                  <a:lnTo>
                    <a:pt x="5904026" y="637718"/>
                  </a:lnTo>
                  <a:lnTo>
                    <a:pt x="5904183" y="637718"/>
                  </a:lnTo>
                  <a:lnTo>
                    <a:pt x="5904183" y="637288"/>
                  </a:lnTo>
                  <a:lnTo>
                    <a:pt x="5904341" y="637288"/>
                  </a:lnTo>
                  <a:lnTo>
                    <a:pt x="5904341" y="636857"/>
                  </a:lnTo>
                  <a:lnTo>
                    <a:pt x="5904499" y="636857"/>
                  </a:lnTo>
                  <a:lnTo>
                    <a:pt x="5904656" y="636857"/>
                  </a:lnTo>
                  <a:lnTo>
                    <a:pt x="5904814" y="636857"/>
                  </a:lnTo>
                  <a:lnTo>
                    <a:pt x="5904972" y="636857"/>
                  </a:lnTo>
                  <a:lnTo>
                    <a:pt x="5905130" y="636857"/>
                  </a:lnTo>
                  <a:lnTo>
                    <a:pt x="5905130" y="636426"/>
                  </a:lnTo>
                  <a:lnTo>
                    <a:pt x="5905287" y="636426"/>
                  </a:lnTo>
                  <a:lnTo>
                    <a:pt x="5905445" y="636426"/>
                  </a:lnTo>
                  <a:lnTo>
                    <a:pt x="5905603" y="636426"/>
                  </a:lnTo>
                  <a:lnTo>
                    <a:pt x="5905603" y="635996"/>
                  </a:lnTo>
                  <a:lnTo>
                    <a:pt x="5905603" y="635565"/>
                  </a:lnTo>
                  <a:lnTo>
                    <a:pt x="5905760" y="635565"/>
                  </a:lnTo>
                  <a:lnTo>
                    <a:pt x="5905918" y="635565"/>
                  </a:lnTo>
                  <a:lnTo>
                    <a:pt x="5906076" y="635565"/>
                  </a:lnTo>
                  <a:lnTo>
                    <a:pt x="5906234" y="635565"/>
                  </a:lnTo>
                  <a:lnTo>
                    <a:pt x="5906391" y="635565"/>
                  </a:lnTo>
                  <a:lnTo>
                    <a:pt x="5906549" y="635565"/>
                  </a:lnTo>
                  <a:lnTo>
                    <a:pt x="5906707" y="635565"/>
                  </a:lnTo>
                  <a:lnTo>
                    <a:pt x="5906707" y="635135"/>
                  </a:lnTo>
                  <a:lnTo>
                    <a:pt x="5906707" y="634704"/>
                  </a:lnTo>
                  <a:lnTo>
                    <a:pt x="5906864" y="634704"/>
                  </a:lnTo>
                  <a:lnTo>
                    <a:pt x="5907022" y="634704"/>
                  </a:lnTo>
                  <a:lnTo>
                    <a:pt x="5907180" y="634704"/>
                  </a:lnTo>
                  <a:lnTo>
                    <a:pt x="5907338" y="634704"/>
                  </a:lnTo>
                  <a:lnTo>
                    <a:pt x="5907495" y="634704"/>
                  </a:lnTo>
                  <a:lnTo>
                    <a:pt x="5907495" y="634273"/>
                  </a:lnTo>
                  <a:lnTo>
                    <a:pt x="5907653" y="634273"/>
                  </a:lnTo>
                  <a:lnTo>
                    <a:pt x="5907811" y="634273"/>
                  </a:lnTo>
                  <a:lnTo>
                    <a:pt x="5907968" y="634273"/>
                  </a:lnTo>
                  <a:lnTo>
                    <a:pt x="5908126" y="634273"/>
                  </a:lnTo>
                  <a:lnTo>
                    <a:pt x="5908126" y="633843"/>
                  </a:lnTo>
                  <a:lnTo>
                    <a:pt x="5908284" y="633843"/>
                  </a:lnTo>
                  <a:lnTo>
                    <a:pt x="5908442" y="633843"/>
                  </a:lnTo>
                  <a:lnTo>
                    <a:pt x="5908599" y="633843"/>
                  </a:lnTo>
                  <a:lnTo>
                    <a:pt x="5908599" y="633412"/>
                  </a:lnTo>
                  <a:lnTo>
                    <a:pt x="5908757" y="633412"/>
                  </a:lnTo>
                  <a:lnTo>
                    <a:pt x="5908757" y="632982"/>
                  </a:lnTo>
                  <a:lnTo>
                    <a:pt x="5908915" y="632982"/>
                  </a:lnTo>
                  <a:lnTo>
                    <a:pt x="5909073" y="632982"/>
                  </a:lnTo>
                  <a:lnTo>
                    <a:pt x="5909230" y="632982"/>
                  </a:lnTo>
                  <a:lnTo>
                    <a:pt x="5909388" y="632982"/>
                  </a:lnTo>
                  <a:lnTo>
                    <a:pt x="5909546" y="632982"/>
                  </a:lnTo>
                  <a:lnTo>
                    <a:pt x="5909703" y="632982"/>
                  </a:lnTo>
                  <a:lnTo>
                    <a:pt x="5909861" y="632982"/>
                  </a:lnTo>
                  <a:lnTo>
                    <a:pt x="5910019" y="632982"/>
                  </a:lnTo>
                  <a:lnTo>
                    <a:pt x="5910177" y="632982"/>
                  </a:lnTo>
                  <a:lnTo>
                    <a:pt x="5910334" y="632982"/>
                  </a:lnTo>
                  <a:lnTo>
                    <a:pt x="5910334" y="632551"/>
                  </a:lnTo>
                  <a:lnTo>
                    <a:pt x="5910492" y="632551"/>
                  </a:lnTo>
                  <a:lnTo>
                    <a:pt x="5910650" y="632551"/>
                  </a:lnTo>
                  <a:lnTo>
                    <a:pt x="5910807" y="632551"/>
                  </a:lnTo>
                  <a:lnTo>
                    <a:pt x="5910965" y="632551"/>
                  </a:lnTo>
                  <a:lnTo>
                    <a:pt x="5911123" y="632551"/>
                  </a:lnTo>
                  <a:lnTo>
                    <a:pt x="5911281" y="632551"/>
                  </a:lnTo>
                  <a:lnTo>
                    <a:pt x="5911438" y="632551"/>
                  </a:lnTo>
                  <a:lnTo>
                    <a:pt x="5911596" y="632551"/>
                  </a:lnTo>
                  <a:lnTo>
                    <a:pt x="5911754" y="632551"/>
                  </a:lnTo>
                  <a:lnTo>
                    <a:pt x="5911754" y="632120"/>
                  </a:lnTo>
                  <a:lnTo>
                    <a:pt x="5911911" y="632120"/>
                  </a:lnTo>
                  <a:lnTo>
                    <a:pt x="5911911" y="631690"/>
                  </a:lnTo>
                  <a:lnTo>
                    <a:pt x="5912069" y="631690"/>
                  </a:lnTo>
                  <a:lnTo>
                    <a:pt x="5912227" y="631690"/>
                  </a:lnTo>
                  <a:lnTo>
                    <a:pt x="5912385" y="631690"/>
                  </a:lnTo>
                  <a:lnTo>
                    <a:pt x="5912542" y="631690"/>
                  </a:lnTo>
                  <a:lnTo>
                    <a:pt x="5912700" y="631690"/>
                  </a:lnTo>
                  <a:lnTo>
                    <a:pt x="5912700" y="631259"/>
                  </a:lnTo>
                  <a:lnTo>
                    <a:pt x="5912858" y="631259"/>
                  </a:lnTo>
                  <a:lnTo>
                    <a:pt x="5913015" y="631259"/>
                  </a:lnTo>
                  <a:lnTo>
                    <a:pt x="5913015" y="630829"/>
                  </a:lnTo>
                  <a:lnTo>
                    <a:pt x="5913173" y="630829"/>
                  </a:lnTo>
                  <a:lnTo>
                    <a:pt x="5913331" y="630829"/>
                  </a:lnTo>
                  <a:lnTo>
                    <a:pt x="5913489" y="630829"/>
                  </a:lnTo>
                  <a:lnTo>
                    <a:pt x="5913646" y="630829"/>
                  </a:lnTo>
                  <a:lnTo>
                    <a:pt x="5913804" y="630829"/>
                  </a:lnTo>
                  <a:lnTo>
                    <a:pt x="5913962" y="630829"/>
                  </a:lnTo>
                  <a:lnTo>
                    <a:pt x="5914119" y="630829"/>
                  </a:lnTo>
                  <a:lnTo>
                    <a:pt x="5914277" y="630829"/>
                  </a:lnTo>
                  <a:lnTo>
                    <a:pt x="5914435" y="630829"/>
                  </a:lnTo>
                  <a:lnTo>
                    <a:pt x="5914593" y="630829"/>
                  </a:lnTo>
                  <a:lnTo>
                    <a:pt x="5914750" y="630829"/>
                  </a:lnTo>
                  <a:lnTo>
                    <a:pt x="5914908" y="630829"/>
                  </a:lnTo>
                  <a:lnTo>
                    <a:pt x="5915066" y="630829"/>
                  </a:lnTo>
                  <a:lnTo>
                    <a:pt x="5915066" y="630398"/>
                  </a:lnTo>
                  <a:lnTo>
                    <a:pt x="5915224" y="630398"/>
                  </a:lnTo>
                  <a:lnTo>
                    <a:pt x="5915381" y="630398"/>
                  </a:lnTo>
                  <a:lnTo>
                    <a:pt x="5915539" y="630398"/>
                  </a:lnTo>
                  <a:lnTo>
                    <a:pt x="5915697" y="630398"/>
                  </a:lnTo>
                  <a:lnTo>
                    <a:pt x="5915854" y="630398"/>
                  </a:lnTo>
                  <a:lnTo>
                    <a:pt x="5916012" y="630398"/>
                  </a:lnTo>
                  <a:lnTo>
                    <a:pt x="5916170" y="630398"/>
                  </a:lnTo>
                  <a:lnTo>
                    <a:pt x="5916170" y="629967"/>
                  </a:lnTo>
                  <a:lnTo>
                    <a:pt x="5916328" y="629967"/>
                  </a:lnTo>
                  <a:lnTo>
                    <a:pt x="5916485" y="629967"/>
                  </a:lnTo>
                  <a:lnTo>
                    <a:pt x="5916643" y="629967"/>
                  </a:lnTo>
                  <a:lnTo>
                    <a:pt x="5916643" y="629537"/>
                  </a:lnTo>
                  <a:lnTo>
                    <a:pt x="5916801" y="629537"/>
                  </a:lnTo>
                  <a:lnTo>
                    <a:pt x="5916958" y="629537"/>
                  </a:lnTo>
                  <a:lnTo>
                    <a:pt x="5917116" y="629537"/>
                  </a:lnTo>
                  <a:lnTo>
                    <a:pt x="5917274" y="629537"/>
                  </a:lnTo>
                  <a:lnTo>
                    <a:pt x="5917432" y="629537"/>
                  </a:lnTo>
                  <a:lnTo>
                    <a:pt x="5917589" y="629537"/>
                  </a:lnTo>
                  <a:lnTo>
                    <a:pt x="5917747" y="629537"/>
                  </a:lnTo>
                  <a:lnTo>
                    <a:pt x="5917905" y="629537"/>
                  </a:lnTo>
                  <a:lnTo>
                    <a:pt x="5918062" y="629537"/>
                  </a:lnTo>
                  <a:lnTo>
                    <a:pt x="5918220" y="629537"/>
                  </a:lnTo>
                  <a:lnTo>
                    <a:pt x="5918378" y="629537"/>
                  </a:lnTo>
                  <a:lnTo>
                    <a:pt x="5918536" y="629537"/>
                  </a:lnTo>
                  <a:lnTo>
                    <a:pt x="5918693" y="629537"/>
                  </a:lnTo>
                  <a:lnTo>
                    <a:pt x="5918851" y="629537"/>
                  </a:lnTo>
                  <a:lnTo>
                    <a:pt x="5919009" y="629537"/>
                  </a:lnTo>
                  <a:lnTo>
                    <a:pt x="5919166" y="629537"/>
                  </a:lnTo>
                  <a:lnTo>
                    <a:pt x="5919324" y="629537"/>
                  </a:lnTo>
                  <a:lnTo>
                    <a:pt x="5919482" y="629537"/>
                  </a:lnTo>
                  <a:lnTo>
                    <a:pt x="5919640" y="629537"/>
                  </a:lnTo>
                  <a:lnTo>
                    <a:pt x="5919797" y="629537"/>
                  </a:lnTo>
                  <a:lnTo>
                    <a:pt x="5919955" y="629537"/>
                  </a:lnTo>
                  <a:lnTo>
                    <a:pt x="5920113" y="629537"/>
                  </a:lnTo>
                  <a:lnTo>
                    <a:pt x="5920271" y="629537"/>
                  </a:lnTo>
                  <a:lnTo>
                    <a:pt x="5920428" y="629537"/>
                  </a:lnTo>
                  <a:lnTo>
                    <a:pt x="5920586" y="629537"/>
                  </a:lnTo>
                  <a:lnTo>
                    <a:pt x="5920744" y="629537"/>
                  </a:lnTo>
                  <a:lnTo>
                    <a:pt x="5920901" y="629537"/>
                  </a:lnTo>
                  <a:lnTo>
                    <a:pt x="5921059" y="629537"/>
                  </a:lnTo>
                  <a:lnTo>
                    <a:pt x="5921217" y="629537"/>
                  </a:lnTo>
                  <a:lnTo>
                    <a:pt x="5921375" y="629537"/>
                  </a:lnTo>
                  <a:lnTo>
                    <a:pt x="5921532" y="629537"/>
                  </a:lnTo>
                  <a:lnTo>
                    <a:pt x="5921532" y="629106"/>
                  </a:lnTo>
                  <a:lnTo>
                    <a:pt x="5921690" y="629106"/>
                  </a:lnTo>
                  <a:lnTo>
                    <a:pt x="5921848" y="629106"/>
                  </a:lnTo>
                  <a:lnTo>
                    <a:pt x="5922005" y="629106"/>
                  </a:lnTo>
                  <a:lnTo>
                    <a:pt x="5922163" y="629106"/>
                  </a:lnTo>
                  <a:lnTo>
                    <a:pt x="5922321" y="629106"/>
                  </a:lnTo>
                  <a:lnTo>
                    <a:pt x="5922479" y="629106"/>
                  </a:lnTo>
                  <a:lnTo>
                    <a:pt x="5922479" y="628676"/>
                  </a:lnTo>
                  <a:lnTo>
                    <a:pt x="5922636" y="628676"/>
                  </a:lnTo>
                  <a:lnTo>
                    <a:pt x="5922794" y="628676"/>
                  </a:lnTo>
                  <a:lnTo>
                    <a:pt x="5922952" y="628676"/>
                  </a:lnTo>
                  <a:lnTo>
                    <a:pt x="5923109" y="628676"/>
                  </a:lnTo>
                  <a:lnTo>
                    <a:pt x="5923267" y="628676"/>
                  </a:lnTo>
                  <a:lnTo>
                    <a:pt x="5923425" y="628676"/>
                  </a:lnTo>
                  <a:lnTo>
                    <a:pt x="5923425" y="628245"/>
                  </a:lnTo>
                  <a:lnTo>
                    <a:pt x="5923583" y="628245"/>
                  </a:lnTo>
                  <a:lnTo>
                    <a:pt x="5923740" y="628245"/>
                  </a:lnTo>
                  <a:lnTo>
                    <a:pt x="5923898" y="628245"/>
                  </a:lnTo>
                  <a:lnTo>
                    <a:pt x="5924056" y="628245"/>
                  </a:lnTo>
                  <a:lnTo>
                    <a:pt x="5924213" y="628245"/>
                  </a:lnTo>
                  <a:lnTo>
                    <a:pt x="5924371" y="628245"/>
                  </a:lnTo>
                  <a:lnTo>
                    <a:pt x="5924529" y="628245"/>
                  </a:lnTo>
                  <a:lnTo>
                    <a:pt x="5924687" y="628245"/>
                  </a:lnTo>
                  <a:lnTo>
                    <a:pt x="5924687" y="627814"/>
                  </a:lnTo>
                  <a:lnTo>
                    <a:pt x="5924844" y="627814"/>
                  </a:lnTo>
                  <a:lnTo>
                    <a:pt x="5925002" y="627814"/>
                  </a:lnTo>
                  <a:lnTo>
                    <a:pt x="5925160" y="627814"/>
                  </a:lnTo>
                  <a:lnTo>
                    <a:pt x="5925317" y="627814"/>
                  </a:lnTo>
                  <a:lnTo>
                    <a:pt x="5925475" y="627814"/>
                  </a:lnTo>
                  <a:lnTo>
                    <a:pt x="5925633" y="627814"/>
                  </a:lnTo>
                  <a:lnTo>
                    <a:pt x="5925791" y="627814"/>
                  </a:lnTo>
                  <a:lnTo>
                    <a:pt x="5925948" y="627814"/>
                  </a:lnTo>
                  <a:lnTo>
                    <a:pt x="5926106" y="627814"/>
                  </a:lnTo>
                  <a:lnTo>
                    <a:pt x="5926264" y="627814"/>
                  </a:lnTo>
                  <a:lnTo>
                    <a:pt x="5926264" y="627384"/>
                  </a:lnTo>
                  <a:lnTo>
                    <a:pt x="5926422" y="627384"/>
                  </a:lnTo>
                  <a:lnTo>
                    <a:pt x="5926579" y="627384"/>
                  </a:lnTo>
                  <a:lnTo>
                    <a:pt x="5926737" y="627384"/>
                  </a:lnTo>
                  <a:lnTo>
                    <a:pt x="5926895" y="627384"/>
                  </a:lnTo>
                  <a:lnTo>
                    <a:pt x="5927052" y="627384"/>
                  </a:lnTo>
                  <a:lnTo>
                    <a:pt x="5927210" y="627384"/>
                  </a:lnTo>
                  <a:lnTo>
                    <a:pt x="5927368" y="627384"/>
                  </a:lnTo>
                  <a:lnTo>
                    <a:pt x="5927368" y="626953"/>
                  </a:lnTo>
                  <a:lnTo>
                    <a:pt x="5927526" y="626953"/>
                  </a:lnTo>
                  <a:lnTo>
                    <a:pt x="5927683" y="626953"/>
                  </a:lnTo>
                  <a:lnTo>
                    <a:pt x="5927841" y="626953"/>
                  </a:lnTo>
                  <a:lnTo>
                    <a:pt x="5927999" y="626953"/>
                  </a:lnTo>
                  <a:lnTo>
                    <a:pt x="5928156" y="626953"/>
                  </a:lnTo>
                  <a:lnTo>
                    <a:pt x="5928314" y="626953"/>
                  </a:lnTo>
                  <a:lnTo>
                    <a:pt x="5928472" y="626953"/>
                  </a:lnTo>
                  <a:lnTo>
                    <a:pt x="5928630" y="626953"/>
                  </a:lnTo>
                  <a:lnTo>
                    <a:pt x="5928787" y="626953"/>
                  </a:lnTo>
                  <a:lnTo>
                    <a:pt x="5928945" y="626953"/>
                  </a:lnTo>
                  <a:lnTo>
                    <a:pt x="5928945" y="626523"/>
                  </a:lnTo>
                  <a:lnTo>
                    <a:pt x="5929103" y="626523"/>
                  </a:lnTo>
                  <a:lnTo>
                    <a:pt x="5929260" y="626523"/>
                  </a:lnTo>
                  <a:lnTo>
                    <a:pt x="5929418" y="626523"/>
                  </a:lnTo>
                  <a:lnTo>
                    <a:pt x="5929576" y="626523"/>
                  </a:lnTo>
                  <a:lnTo>
                    <a:pt x="5929576" y="626092"/>
                  </a:lnTo>
                  <a:lnTo>
                    <a:pt x="5929734" y="626092"/>
                  </a:lnTo>
                  <a:lnTo>
                    <a:pt x="5929891" y="626092"/>
                  </a:lnTo>
                  <a:lnTo>
                    <a:pt x="5930049" y="626092"/>
                  </a:lnTo>
                  <a:lnTo>
                    <a:pt x="5930049" y="625661"/>
                  </a:lnTo>
                  <a:lnTo>
                    <a:pt x="5930207" y="625661"/>
                  </a:lnTo>
                  <a:lnTo>
                    <a:pt x="5930207" y="625231"/>
                  </a:lnTo>
                  <a:lnTo>
                    <a:pt x="5930207" y="624800"/>
                  </a:lnTo>
                  <a:lnTo>
                    <a:pt x="5930364" y="624800"/>
                  </a:lnTo>
                  <a:lnTo>
                    <a:pt x="5930364" y="624370"/>
                  </a:lnTo>
                  <a:lnTo>
                    <a:pt x="5930522" y="624370"/>
                  </a:lnTo>
                  <a:lnTo>
                    <a:pt x="5930680" y="624370"/>
                  </a:lnTo>
                  <a:lnTo>
                    <a:pt x="5930838" y="624370"/>
                  </a:lnTo>
                  <a:lnTo>
                    <a:pt x="5930838" y="623939"/>
                  </a:lnTo>
                  <a:lnTo>
                    <a:pt x="5930995" y="623939"/>
                  </a:lnTo>
                  <a:lnTo>
                    <a:pt x="5931153" y="623939"/>
                  </a:lnTo>
                  <a:lnTo>
                    <a:pt x="5931311" y="623939"/>
                  </a:lnTo>
                  <a:lnTo>
                    <a:pt x="5931469" y="623939"/>
                  </a:lnTo>
                  <a:lnTo>
                    <a:pt x="5931626" y="623939"/>
                  </a:lnTo>
                  <a:lnTo>
                    <a:pt x="5931784" y="623939"/>
                  </a:lnTo>
                  <a:lnTo>
                    <a:pt x="5931942" y="623939"/>
                  </a:lnTo>
                  <a:lnTo>
                    <a:pt x="5932099" y="623939"/>
                  </a:lnTo>
                  <a:lnTo>
                    <a:pt x="5932257" y="623939"/>
                  </a:lnTo>
                  <a:lnTo>
                    <a:pt x="5932415" y="623939"/>
                  </a:lnTo>
                  <a:lnTo>
                    <a:pt x="5932415" y="623508"/>
                  </a:lnTo>
                  <a:lnTo>
                    <a:pt x="5932573" y="623508"/>
                  </a:lnTo>
                  <a:lnTo>
                    <a:pt x="5932730" y="623508"/>
                  </a:lnTo>
                  <a:lnTo>
                    <a:pt x="5932888" y="623508"/>
                  </a:lnTo>
                  <a:lnTo>
                    <a:pt x="5932888" y="623078"/>
                  </a:lnTo>
                  <a:lnTo>
                    <a:pt x="5933046" y="623078"/>
                  </a:lnTo>
                  <a:lnTo>
                    <a:pt x="5933203" y="623078"/>
                  </a:lnTo>
                  <a:lnTo>
                    <a:pt x="5933361" y="623078"/>
                  </a:lnTo>
                  <a:lnTo>
                    <a:pt x="5933519" y="623078"/>
                  </a:lnTo>
                  <a:lnTo>
                    <a:pt x="5933677" y="623078"/>
                  </a:lnTo>
                  <a:lnTo>
                    <a:pt x="5933834" y="623078"/>
                  </a:lnTo>
                  <a:lnTo>
                    <a:pt x="5933992" y="623078"/>
                  </a:lnTo>
                  <a:lnTo>
                    <a:pt x="5934150" y="623078"/>
                  </a:lnTo>
                  <a:lnTo>
                    <a:pt x="5934307" y="623078"/>
                  </a:lnTo>
                  <a:lnTo>
                    <a:pt x="5934465" y="623078"/>
                  </a:lnTo>
                  <a:lnTo>
                    <a:pt x="5934623" y="623078"/>
                  </a:lnTo>
                  <a:lnTo>
                    <a:pt x="5934781" y="623078"/>
                  </a:lnTo>
                  <a:lnTo>
                    <a:pt x="5934781" y="622647"/>
                  </a:lnTo>
                  <a:lnTo>
                    <a:pt x="5934938" y="622647"/>
                  </a:lnTo>
                  <a:lnTo>
                    <a:pt x="5935096" y="622647"/>
                  </a:lnTo>
                  <a:lnTo>
                    <a:pt x="5935096" y="622217"/>
                  </a:lnTo>
                  <a:lnTo>
                    <a:pt x="5935254" y="622217"/>
                  </a:lnTo>
                  <a:lnTo>
                    <a:pt x="5935411" y="622217"/>
                  </a:lnTo>
                  <a:lnTo>
                    <a:pt x="5935569" y="622217"/>
                  </a:lnTo>
                  <a:lnTo>
                    <a:pt x="5935727" y="622217"/>
                  </a:lnTo>
                  <a:lnTo>
                    <a:pt x="5935885" y="622217"/>
                  </a:lnTo>
                  <a:lnTo>
                    <a:pt x="5936042" y="622217"/>
                  </a:lnTo>
                  <a:lnTo>
                    <a:pt x="5936200" y="622217"/>
                  </a:lnTo>
                  <a:lnTo>
                    <a:pt x="5936358" y="622217"/>
                  </a:lnTo>
                  <a:lnTo>
                    <a:pt x="5936515" y="622217"/>
                  </a:lnTo>
                  <a:lnTo>
                    <a:pt x="5936673" y="622217"/>
                  </a:lnTo>
                  <a:lnTo>
                    <a:pt x="5936831" y="622217"/>
                  </a:lnTo>
                  <a:lnTo>
                    <a:pt x="5936989" y="622217"/>
                  </a:lnTo>
                  <a:lnTo>
                    <a:pt x="5937146" y="622217"/>
                  </a:lnTo>
                  <a:lnTo>
                    <a:pt x="5937304" y="622217"/>
                  </a:lnTo>
                  <a:lnTo>
                    <a:pt x="5937304" y="621786"/>
                  </a:lnTo>
                  <a:lnTo>
                    <a:pt x="5937462" y="621786"/>
                  </a:lnTo>
                  <a:lnTo>
                    <a:pt x="5937620" y="621786"/>
                  </a:lnTo>
                  <a:lnTo>
                    <a:pt x="5937777" y="621786"/>
                  </a:lnTo>
                  <a:lnTo>
                    <a:pt x="5937935" y="621786"/>
                  </a:lnTo>
                  <a:lnTo>
                    <a:pt x="5938093" y="621786"/>
                  </a:lnTo>
                  <a:lnTo>
                    <a:pt x="5938250" y="621786"/>
                  </a:lnTo>
                  <a:lnTo>
                    <a:pt x="5938408" y="621786"/>
                  </a:lnTo>
                  <a:lnTo>
                    <a:pt x="5938566" y="621786"/>
                  </a:lnTo>
                  <a:lnTo>
                    <a:pt x="5938724" y="621786"/>
                  </a:lnTo>
                  <a:lnTo>
                    <a:pt x="5938881" y="621786"/>
                  </a:lnTo>
                  <a:lnTo>
                    <a:pt x="5939039" y="621786"/>
                  </a:lnTo>
                  <a:lnTo>
                    <a:pt x="5939197" y="621786"/>
                  </a:lnTo>
                  <a:lnTo>
                    <a:pt x="5939354" y="621786"/>
                  </a:lnTo>
                  <a:lnTo>
                    <a:pt x="5939512" y="621786"/>
                  </a:lnTo>
                  <a:lnTo>
                    <a:pt x="5939670" y="621786"/>
                  </a:lnTo>
                  <a:lnTo>
                    <a:pt x="5939828" y="621786"/>
                  </a:lnTo>
                  <a:lnTo>
                    <a:pt x="5939985" y="621786"/>
                  </a:lnTo>
                  <a:lnTo>
                    <a:pt x="5939985" y="621355"/>
                  </a:lnTo>
                  <a:lnTo>
                    <a:pt x="5940143" y="621355"/>
                  </a:lnTo>
                  <a:lnTo>
                    <a:pt x="5940143" y="620925"/>
                  </a:lnTo>
                  <a:lnTo>
                    <a:pt x="5940301" y="620925"/>
                  </a:lnTo>
                  <a:lnTo>
                    <a:pt x="5940458" y="620925"/>
                  </a:lnTo>
                  <a:lnTo>
                    <a:pt x="5940458" y="620494"/>
                  </a:lnTo>
                  <a:lnTo>
                    <a:pt x="5940458" y="620064"/>
                  </a:lnTo>
                  <a:lnTo>
                    <a:pt x="5940616" y="620064"/>
                  </a:lnTo>
                  <a:lnTo>
                    <a:pt x="5940774" y="620064"/>
                  </a:lnTo>
                  <a:lnTo>
                    <a:pt x="5940932" y="620064"/>
                  </a:lnTo>
                  <a:lnTo>
                    <a:pt x="5941089" y="620064"/>
                  </a:lnTo>
                  <a:lnTo>
                    <a:pt x="5941247" y="620064"/>
                  </a:lnTo>
                  <a:lnTo>
                    <a:pt x="5941247" y="619633"/>
                  </a:lnTo>
                  <a:lnTo>
                    <a:pt x="5941405" y="619633"/>
                  </a:lnTo>
                  <a:lnTo>
                    <a:pt x="5941562" y="619633"/>
                  </a:lnTo>
                  <a:lnTo>
                    <a:pt x="5941720" y="619633"/>
                  </a:lnTo>
                  <a:lnTo>
                    <a:pt x="5941878" y="619633"/>
                  </a:lnTo>
                  <a:lnTo>
                    <a:pt x="5942036" y="619633"/>
                  </a:lnTo>
                  <a:lnTo>
                    <a:pt x="5942036" y="619202"/>
                  </a:lnTo>
                  <a:lnTo>
                    <a:pt x="5942193" y="619202"/>
                  </a:lnTo>
                  <a:lnTo>
                    <a:pt x="5942351" y="619202"/>
                  </a:lnTo>
                  <a:lnTo>
                    <a:pt x="5942509" y="619202"/>
                  </a:lnTo>
                  <a:lnTo>
                    <a:pt x="5942667" y="619202"/>
                  </a:lnTo>
                  <a:lnTo>
                    <a:pt x="5942824" y="619202"/>
                  </a:lnTo>
                  <a:lnTo>
                    <a:pt x="5942982" y="619202"/>
                  </a:lnTo>
                  <a:lnTo>
                    <a:pt x="5943140" y="619202"/>
                  </a:lnTo>
                  <a:lnTo>
                    <a:pt x="5943297" y="619202"/>
                  </a:lnTo>
                  <a:lnTo>
                    <a:pt x="5943455" y="619202"/>
                  </a:lnTo>
                  <a:lnTo>
                    <a:pt x="5943613" y="619202"/>
                  </a:lnTo>
                  <a:lnTo>
                    <a:pt x="5943771" y="619202"/>
                  </a:lnTo>
                  <a:lnTo>
                    <a:pt x="5943928" y="619202"/>
                  </a:lnTo>
                  <a:lnTo>
                    <a:pt x="5944086" y="619202"/>
                  </a:lnTo>
                  <a:lnTo>
                    <a:pt x="5944244" y="619202"/>
                  </a:lnTo>
                  <a:lnTo>
                    <a:pt x="5944401" y="619202"/>
                  </a:lnTo>
                  <a:lnTo>
                    <a:pt x="5944559" y="619202"/>
                  </a:lnTo>
                  <a:lnTo>
                    <a:pt x="5944717" y="619202"/>
                  </a:lnTo>
                  <a:lnTo>
                    <a:pt x="5944717" y="618772"/>
                  </a:lnTo>
                  <a:lnTo>
                    <a:pt x="5944875" y="618772"/>
                  </a:lnTo>
                  <a:lnTo>
                    <a:pt x="5945032" y="618772"/>
                  </a:lnTo>
                  <a:lnTo>
                    <a:pt x="5945190" y="618772"/>
                  </a:lnTo>
                  <a:lnTo>
                    <a:pt x="5945190" y="618341"/>
                  </a:lnTo>
                  <a:lnTo>
                    <a:pt x="5945348" y="618341"/>
                  </a:lnTo>
                  <a:lnTo>
                    <a:pt x="5945505" y="618341"/>
                  </a:lnTo>
                  <a:lnTo>
                    <a:pt x="5945663" y="618341"/>
                  </a:lnTo>
                  <a:lnTo>
                    <a:pt x="5945821" y="618341"/>
                  </a:lnTo>
                  <a:lnTo>
                    <a:pt x="5945979" y="618341"/>
                  </a:lnTo>
                  <a:lnTo>
                    <a:pt x="5946136" y="618341"/>
                  </a:lnTo>
                  <a:lnTo>
                    <a:pt x="5946294" y="618341"/>
                  </a:lnTo>
                  <a:lnTo>
                    <a:pt x="5946452" y="618341"/>
                  </a:lnTo>
                  <a:lnTo>
                    <a:pt x="5946609" y="618341"/>
                  </a:lnTo>
                  <a:lnTo>
                    <a:pt x="5946767" y="618341"/>
                  </a:lnTo>
                  <a:lnTo>
                    <a:pt x="5946925" y="618341"/>
                  </a:lnTo>
                  <a:lnTo>
                    <a:pt x="5946925" y="617911"/>
                  </a:lnTo>
                  <a:lnTo>
                    <a:pt x="5947083" y="617911"/>
                  </a:lnTo>
                  <a:lnTo>
                    <a:pt x="5947240" y="617911"/>
                  </a:lnTo>
                  <a:lnTo>
                    <a:pt x="5947398" y="617911"/>
                  </a:lnTo>
                  <a:lnTo>
                    <a:pt x="5947398" y="617480"/>
                  </a:lnTo>
                  <a:lnTo>
                    <a:pt x="5947398" y="617049"/>
                  </a:lnTo>
                  <a:lnTo>
                    <a:pt x="5947556" y="617049"/>
                  </a:lnTo>
                  <a:lnTo>
                    <a:pt x="5947713" y="617049"/>
                  </a:lnTo>
                  <a:lnTo>
                    <a:pt x="5947871" y="617049"/>
                  </a:lnTo>
                  <a:lnTo>
                    <a:pt x="5948029" y="617049"/>
                  </a:lnTo>
                  <a:lnTo>
                    <a:pt x="5948187" y="617049"/>
                  </a:lnTo>
                  <a:lnTo>
                    <a:pt x="5948344" y="617049"/>
                  </a:lnTo>
                  <a:lnTo>
                    <a:pt x="5948502" y="617049"/>
                  </a:lnTo>
                  <a:lnTo>
                    <a:pt x="5948660" y="617049"/>
                  </a:lnTo>
                  <a:lnTo>
                    <a:pt x="5948818" y="617049"/>
                  </a:lnTo>
                  <a:lnTo>
                    <a:pt x="5948975" y="617049"/>
                  </a:lnTo>
                  <a:lnTo>
                    <a:pt x="5949133" y="617049"/>
                  </a:lnTo>
                  <a:lnTo>
                    <a:pt x="5949133" y="616619"/>
                  </a:lnTo>
                  <a:lnTo>
                    <a:pt x="5949291" y="616619"/>
                  </a:lnTo>
                  <a:lnTo>
                    <a:pt x="5949448" y="616619"/>
                  </a:lnTo>
                  <a:lnTo>
                    <a:pt x="5949606" y="616619"/>
                  </a:lnTo>
                  <a:lnTo>
                    <a:pt x="5949764" y="616619"/>
                  </a:lnTo>
                  <a:lnTo>
                    <a:pt x="5949764" y="616188"/>
                  </a:lnTo>
                  <a:lnTo>
                    <a:pt x="5949922" y="616188"/>
                  </a:lnTo>
                  <a:lnTo>
                    <a:pt x="5950079" y="616188"/>
                  </a:lnTo>
                  <a:lnTo>
                    <a:pt x="5950237" y="616188"/>
                  </a:lnTo>
                  <a:lnTo>
                    <a:pt x="5950395" y="616188"/>
                  </a:lnTo>
                  <a:lnTo>
                    <a:pt x="5950552" y="616188"/>
                  </a:lnTo>
                  <a:lnTo>
                    <a:pt x="5950710" y="616188"/>
                  </a:lnTo>
                  <a:lnTo>
                    <a:pt x="5950868" y="616188"/>
                  </a:lnTo>
                  <a:lnTo>
                    <a:pt x="5951026" y="616188"/>
                  </a:lnTo>
                  <a:lnTo>
                    <a:pt x="5951183" y="616188"/>
                  </a:lnTo>
                  <a:lnTo>
                    <a:pt x="5951341" y="616188"/>
                  </a:lnTo>
                  <a:lnTo>
                    <a:pt x="5951499" y="616188"/>
                  </a:lnTo>
                  <a:lnTo>
                    <a:pt x="5951656" y="616188"/>
                  </a:lnTo>
                  <a:lnTo>
                    <a:pt x="5951814" y="616188"/>
                  </a:lnTo>
                  <a:lnTo>
                    <a:pt x="5951972" y="616188"/>
                  </a:lnTo>
                  <a:lnTo>
                    <a:pt x="5952130" y="616188"/>
                  </a:lnTo>
                  <a:lnTo>
                    <a:pt x="5952287" y="616188"/>
                  </a:lnTo>
                  <a:lnTo>
                    <a:pt x="5952445" y="616188"/>
                  </a:lnTo>
                  <a:lnTo>
                    <a:pt x="5952603" y="616188"/>
                  </a:lnTo>
                  <a:lnTo>
                    <a:pt x="5952760" y="616188"/>
                  </a:lnTo>
                  <a:lnTo>
                    <a:pt x="5952918" y="616188"/>
                  </a:lnTo>
                  <a:lnTo>
                    <a:pt x="5952918" y="615758"/>
                  </a:lnTo>
                  <a:lnTo>
                    <a:pt x="5953076" y="615758"/>
                  </a:lnTo>
                  <a:lnTo>
                    <a:pt x="5953234" y="615758"/>
                  </a:lnTo>
                  <a:lnTo>
                    <a:pt x="5953391" y="615758"/>
                  </a:lnTo>
                  <a:lnTo>
                    <a:pt x="5953549" y="615758"/>
                  </a:lnTo>
                  <a:lnTo>
                    <a:pt x="5953707" y="615758"/>
                  </a:lnTo>
                  <a:lnTo>
                    <a:pt x="5953865" y="615758"/>
                  </a:lnTo>
                  <a:lnTo>
                    <a:pt x="5954022" y="615758"/>
                  </a:lnTo>
                  <a:lnTo>
                    <a:pt x="5954180" y="615758"/>
                  </a:lnTo>
                  <a:lnTo>
                    <a:pt x="5954180" y="615327"/>
                  </a:lnTo>
                  <a:lnTo>
                    <a:pt x="5954180" y="614896"/>
                  </a:lnTo>
                  <a:lnTo>
                    <a:pt x="5954338" y="614896"/>
                  </a:lnTo>
                  <a:lnTo>
                    <a:pt x="5954495" y="614896"/>
                  </a:lnTo>
                  <a:lnTo>
                    <a:pt x="5954653" y="614896"/>
                  </a:lnTo>
                  <a:lnTo>
                    <a:pt x="5954811" y="614896"/>
                  </a:lnTo>
                  <a:lnTo>
                    <a:pt x="5954969" y="614896"/>
                  </a:lnTo>
                  <a:lnTo>
                    <a:pt x="5954969" y="614466"/>
                  </a:lnTo>
                  <a:lnTo>
                    <a:pt x="5955126" y="614466"/>
                  </a:lnTo>
                  <a:lnTo>
                    <a:pt x="5955284" y="614466"/>
                  </a:lnTo>
                  <a:lnTo>
                    <a:pt x="5955442" y="614466"/>
                  </a:lnTo>
                  <a:lnTo>
                    <a:pt x="5955599" y="614466"/>
                  </a:lnTo>
                  <a:lnTo>
                    <a:pt x="5955757" y="614466"/>
                  </a:lnTo>
                  <a:lnTo>
                    <a:pt x="5955915" y="614466"/>
                  </a:lnTo>
                  <a:lnTo>
                    <a:pt x="5956073" y="614466"/>
                  </a:lnTo>
                  <a:lnTo>
                    <a:pt x="5956230" y="614466"/>
                  </a:lnTo>
                  <a:lnTo>
                    <a:pt x="5956388" y="614466"/>
                  </a:lnTo>
                  <a:lnTo>
                    <a:pt x="5956546" y="614466"/>
                  </a:lnTo>
                  <a:lnTo>
                    <a:pt x="5956546" y="614035"/>
                  </a:lnTo>
                  <a:lnTo>
                    <a:pt x="5956546" y="613605"/>
                  </a:lnTo>
                  <a:lnTo>
                    <a:pt x="5956546" y="613174"/>
                  </a:lnTo>
                  <a:lnTo>
                    <a:pt x="5956546" y="612743"/>
                  </a:lnTo>
                  <a:lnTo>
                    <a:pt x="5956703" y="612743"/>
                  </a:lnTo>
                  <a:lnTo>
                    <a:pt x="5956861" y="612743"/>
                  </a:lnTo>
                  <a:lnTo>
                    <a:pt x="5957019" y="612743"/>
                  </a:lnTo>
                  <a:lnTo>
                    <a:pt x="5957177" y="612743"/>
                  </a:lnTo>
                  <a:lnTo>
                    <a:pt x="5957334" y="612743"/>
                  </a:lnTo>
                  <a:lnTo>
                    <a:pt x="5957334" y="612313"/>
                  </a:lnTo>
                  <a:lnTo>
                    <a:pt x="5957492" y="612313"/>
                  </a:lnTo>
                  <a:lnTo>
                    <a:pt x="5957492" y="611882"/>
                  </a:lnTo>
                  <a:lnTo>
                    <a:pt x="5957650" y="611882"/>
                  </a:lnTo>
                  <a:lnTo>
                    <a:pt x="5957807" y="611882"/>
                  </a:lnTo>
                  <a:lnTo>
                    <a:pt x="5957807" y="611452"/>
                  </a:lnTo>
                  <a:lnTo>
                    <a:pt x="5957965" y="611452"/>
                  </a:lnTo>
                  <a:lnTo>
                    <a:pt x="5958123" y="611452"/>
                  </a:lnTo>
                  <a:lnTo>
                    <a:pt x="5958281" y="611452"/>
                  </a:lnTo>
                  <a:lnTo>
                    <a:pt x="5958438" y="611452"/>
                  </a:lnTo>
                  <a:lnTo>
                    <a:pt x="5958596" y="611452"/>
                  </a:lnTo>
                  <a:lnTo>
                    <a:pt x="5958754" y="611452"/>
                  </a:lnTo>
                  <a:lnTo>
                    <a:pt x="5958911" y="611452"/>
                  </a:lnTo>
                  <a:lnTo>
                    <a:pt x="5959069" y="611452"/>
                  </a:lnTo>
                  <a:lnTo>
                    <a:pt x="5959227" y="611452"/>
                  </a:lnTo>
                  <a:lnTo>
                    <a:pt x="5959385" y="611452"/>
                  </a:lnTo>
                  <a:lnTo>
                    <a:pt x="5959542" y="611452"/>
                  </a:lnTo>
                  <a:lnTo>
                    <a:pt x="5959700" y="611452"/>
                  </a:lnTo>
                  <a:lnTo>
                    <a:pt x="5959858" y="611452"/>
                  </a:lnTo>
                  <a:lnTo>
                    <a:pt x="5960016" y="611452"/>
                  </a:lnTo>
                  <a:lnTo>
                    <a:pt x="5960173" y="611452"/>
                  </a:lnTo>
                  <a:lnTo>
                    <a:pt x="5960331" y="611452"/>
                  </a:lnTo>
                  <a:lnTo>
                    <a:pt x="5960489" y="611452"/>
                  </a:lnTo>
                  <a:lnTo>
                    <a:pt x="5960646" y="611452"/>
                  </a:lnTo>
                  <a:lnTo>
                    <a:pt x="5960804" y="611452"/>
                  </a:lnTo>
                  <a:lnTo>
                    <a:pt x="5960962" y="611452"/>
                  </a:lnTo>
                  <a:lnTo>
                    <a:pt x="5961120" y="611452"/>
                  </a:lnTo>
                  <a:lnTo>
                    <a:pt x="5961277" y="611452"/>
                  </a:lnTo>
                  <a:lnTo>
                    <a:pt x="5961435" y="611452"/>
                  </a:lnTo>
                  <a:lnTo>
                    <a:pt x="5961593" y="611452"/>
                  </a:lnTo>
                  <a:lnTo>
                    <a:pt x="5961750" y="611452"/>
                  </a:lnTo>
                  <a:lnTo>
                    <a:pt x="5961908" y="611452"/>
                  </a:lnTo>
                  <a:lnTo>
                    <a:pt x="5962066" y="611452"/>
                  </a:lnTo>
                  <a:lnTo>
                    <a:pt x="5962224" y="611452"/>
                  </a:lnTo>
                  <a:lnTo>
                    <a:pt x="5962381" y="611452"/>
                  </a:lnTo>
                  <a:lnTo>
                    <a:pt x="5962539" y="611452"/>
                  </a:lnTo>
                  <a:lnTo>
                    <a:pt x="5962697" y="611452"/>
                  </a:lnTo>
                  <a:lnTo>
                    <a:pt x="5962854" y="611452"/>
                  </a:lnTo>
                  <a:lnTo>
                    <a:pt x="5963012" y="611452"/>
                  </a:lnTo>
                  <a:lnTo>
                    <a:pt x="5963170" y="611452"/>
                  </a:lnTo>
                  <a:lnTo>
                    <a:pt x="5963328" y="611452"/>
                  </a:lnTo>
                  <a:lnTo>
                    <a:pt x="5963485" y="611452"/>
                  </a:lnTo>
                  <a:lnTo>
                    <a:pt x="5963485" y="611021"/>
                  </a:lnTo>
                  <a:lnTo>
                    <a:pt x="5963643" y="611021"/>
                  </a:lnTo>
                  <a:lnTo>
                    <a:pt x="5963801" y="611021"/>
                  </a:lnTo>
                  <a:lnTo>
                    <a:pt x="5963958" y="611021"/>
                  </a:lnTo>
                  <a:lnTo>
                    <a:pt x="5964116" y="611021"/>
                  </a:lnTo>
                  <a:lnTo>
                    <a:pt x="5964274" y="611021"/>
                  </a:lnTo>
                  <a:lnTo>
                    <a:pt x="5964432" y="611021"/>
                  </a:lnTo>
                  <a:lnTo>
                    <a:pt x="5964589" y="611021"/>
                  </a:lnTo>
                  <a:lnTo>
                    <a:pt x="5964747" y="611021"/>
                  </a:lnTo>
                  <a:lnTo>
                    <a:pt x="5964905" y="611021"/>
                  </a:lnTo>
                  <a:lnTo>
                    <a:pt x="5965063" y="611021"/>
                  </a:lnTo>
                  <a:lnTo>
                    <a:pt x="5965220" y="611021"/>
                  </a:lnTo>
                  <a:lnTo>
                    <a:pt x="5965378" y="611021"/>
                  </a:lnTo>
                  <a:lnTo>
                    <a:pt x="5965536" y="611021"/>
                  </a:lnTo>
                  <a:lnTo>
                    <a:pt x="5965693" y="611021"/>
                  </a:lnTo>
                  <a:lnTo>
                    <a:pt x="5965851" y="611021"/>
                  </a:lnTo>
                  <a:lnTo>
                    <a:pt x="5966009" y="611021"/>
                  </a:lnTo>
                  <a:lnTo>
                    <a:pt x="5966167" y="611021"/>
                  </a:lnTo>
                  <a:lnTo>
                    <a:pt x="5966324" y="611021"/>
                  </a:lnTo>
                  <a:lnTo>
                    <a:pt x="5966482" y="611021"/>
                  </a:lnTo>
                  <a:lnTo>
                    <a:pt x="5966640" y="611021"/>
                  </a:lnTo>
                  <a:lnTo>
                    <a:pt x="5966797" y="611021"/>
                  </a:lnTo>
                  <a:lnTo>
                    <a:pt x="5966955" y="611021"/>
                  </a:lnTo>
                  <a:lnTo>
                    <a:pt x="5967113" y="611021"/>
                  </a:lnTo>
                  <a:lnTo>
                    <a:pt x="5967271" y="611021"/>
                  </a:lnTo>
                  <a:lnTo>
                    <a:pt x="5967428" y="611021"/>
                  </a:lnTo>
                  <a:lnTo>
                    <a:pt x="5967586" y="611021"/>
                  </a:lnTo>
                  <a:lnTo>
                    <a:pt x="5967744" y="611021"/>
                  </a:lnTo>
                  <a:lnTo>
                    <a:pt x="5967901" y="611021"/>
                  </a:lnTo>
                  <a:lnTo>
                    <a:pt x="5968059" y="611021"/>
                  </a:lnTo>
                  <a:lnTo>
                    <a:pt x="5968059" y="610590"/>
                  </a:lnTo>
                  <a:lnTo>
                    <a:pt x="5968217" y="610590"/>
                  </a:lnTo>
                  <a:lnTo>
                    <a:pt x="5968375" y="610590"/>
                  </a:lnTo>
                  <a:lnTo>
                    <a:pt x="5968532" y="610590"/>
                  </a:lnTo>
                  <a:lnTo>
                    <a:pt x="5968690" y="610590"/>
                  </a:lnTo>
                  <a:lnTo>
                    <a:pt x="5968848" y="610590"/>
                  </a:lnTo>
                  <a:lnTo>
                    <a:pt x="5968848" y="610160"/>
                  </a:lnTo>
                  <a:lnTo>
                    <a:pt x="5969005" y="610160"/>
                  </a:lnTo>
                  <a:lnTo>
                    <a:pt x="5969163" y="610160"/>
                  </a:lnTo>
                  <a:lnTo>
                    <a:pt x="5969163" y="609729"/>
                  </a:lnTo>
                  <a:lnTo>
                    <a:pt x="5969321" y="609729"/>
                  </a:lnTo>
                  <a:lnTo>
                    <a:pt x="5969479" y="609729"/>
                  </a:lnTo>
                  <a:lnTo>
                    <a:pt x="5969636" y="609729"/>
                  </a:lnTo>
                  <a:lnTo>
                    <a:pt x="5969794" y="609729"/>
                  </a:lnTo>
                  <a:lnTo>
                    <a:pt x="5969794" y="609299"/>
                  </a:lnTo>
                  <a:lnTo>
                    <a:pt x="5969952" y="609299"/>
                  </a:lnTo>
                  <a:lnTo>
                    <a:pt x="5970109" y="609299"/>
                  </a:lnTo>
                  <a:lnTo>
                    <a:pt x="5970267" y="609299"/>
                  </a:lnTo>
                  <a:lnTo>
                    <a:pt x="5970425" y="609299"/>
                  </a:lnTo>
                  <a:lnTo>
                    <a:pt x="5970583" y="609299"/>
                  </a:lnTo>
                  <a:lnTo>
                    <a:pt x="5970583" y="608868"/>
                  </a:lnTo>
                  <a:lnTo>
                    <a:pt x="5970740" y="608868"/>
                  </a:lnTo>
                  <a:lnTo>
                    <a:pt x="5970898" y="608868"/>
                  </a:lnTo>
                  <a:lnTo>
                    <a:pt x="5970898" y="608437"/>
                  </a:lnTo>
                  <a:lnTo>
                    <a:pt x="5970898" y="608007"/>
                  </a:lnTo>
                  <a:lnTo>
                    <a:pt x="5971056" y="608007"/>
                  </a:lnTo>
                  <a:lnTo>
                    <a:pt x="5971214" y="608007"/>
                  </a:lnTo>
                  <a:lnTo>
                    <a:pt x="5971371" y="608007"/>
                  </a:lnTo>
                  <a:lnTo>
                    <a:pt x="5971529" y="608007"/>
                  </a:lnTo>
                  <a:lnTo>
                    <a:pt x="5971687" y="608007"/>
                  </a:lnTo>
                  <a:lnTo>
                    <a:pt x="5971844" y="608007"/>
                  </a:lnTo>
                  <a:lnTo>
                    <a:pt x="5972002" y="608007"/>
                  </a:lnTo>
                  <a:lnTo>
                    <a:pt x="5972160" y="608007"/>
                  </a:lnTo>
                  <a:lnTo>
                    <a:pt x="5972318" y="608007"/>
                  </a:lnTo>
                  <a:lnTo>
                    <a:pt x="5972475" y="608007"/>
                  </a:lnTo>
                  <a:lnTo>
                    <a:pt x="5972633" y="608007"/>
                  </a:lnTo>
                  <a:lnTo>
                    <a:pt x="5972791" y="608007"/>
                  </a:lnTo>
                  <a:lnTo>
                    <a:pt x="5972948" y="608007"/>
                  </a:lnTo>
                  <a:lnTo>
                    <a:pt x="5972948" y="607576"/>
                  </a:lnTo>
                  <a:lnTo>
                    <a:pt x="5973106" y="607576"/>
                  </a:lnTo>
                  <a:lnTo>
                    <a:pt x="5973264" y="607576"/>
                  </a:lnTo>
                  <a:lnTo>
                    <a:pt x="5973422" y="607576"/>
                  </a:lnTo>
                  <a:lnTo>
                    <a:pt x="5973579" y="607576"/>
                  </a:lnTo>
                  <a:lnTo>
                    <a:pt x="5973737" y="607576"/>
                  </a:lnTo>
                  <a:lnTo>
                    <a:pt x="5973895" y="607576"/>
                  </a:lnTo>
                  <a:lnTo>
                    <a:pt x="5974052" y="607576"/>
                  </a:lnTo>
                  <a:lnTo>
                    <a:pt x="5974210" y="607576"/>
                  </a:lnTo>
                  <a:lnTo>
                    <a:pt x="5974368" y="607576"/>
                  </a:lnTo>
                  <a:lnTo>
                    <a:pt x="5974368" y="607146"/>
                  </a:lnTo>
                  <a:lnTo>
                    <a:pt x="5974368" y="606715"/>
                  </a:lnTo>
                  <a:lnTo>
                    <a:pt x="5974368" y="606284"/>
                  </a:lnTo>
                  <a:lnTo>
                    <a:pt x="5974368" y="605854"/>
                  </a:lnTo>
                  <a:lnTo>
                    <a:pt x="5974368" y="605423"/>
                  </a:lnTo>
                  <a:lnTo>
                    <a:pt x="5974526" y="605423"/>
                  </a:lnTo>
                  <a:lnTo>
                    <a:pt x="5974683" y="605423"/>
                  </a:lnTo>
                  <a:lnTo>
                    <a:pt x="5974841" y="605423"/>
                  </a:lnTo>
                  <a:lnTo>
                    <a:pt x="5974999" y="605423"/>
                  </a:lnTo>
                  <a:lnTo>
                    <a:pt x="5975156" y="605423"/>
                  </a:lnTo>
                  <a:lnTo>
                    <a:pt x="5975314" y="605423"/>
                  </a:lnTo>
                  <a:lnTo>
                    <a:pt x="5975472" y="605423"/>
                  </a:lnTo>
                  <a:lnTo>
                    <a:pt x="5975630" y="605423"/>
                  </a:lnTo>
                  <a:lnTo>
                    <a:pt x="5975787" y="605423"/>
                  </a:lnTo>
                  <a:lnTo>
                    <a:pt x="5975945" y="605423"/>
                  </a:lnTo>
                  <a:lnTo>
                    <a:pt x="5976103" y="605423"/>
                  </a:lnTo>
                  <a:lnTo>
                    <a:pt x="5976103" y="604993"/>
                  </a:lnTo>
                  <a:lnTo>
                    <a:pt x="5976260" y="604993"/>
                  </a:lnTo>
                  <a:lnTo>
                    <a:pt x="5976418" y="604993"/>
                  </a:lnTo>
                  <a:lnTo>
                    <a:pt x="5976576" y="604993"/>
                  </a:lnTo>
                  <a:lnTo>
                    <a:pt x="5976734" y="604993"/>
                  </a:lnTo>
                  <a:lnTo>
                    <a:pt x="5976891" y="604993"/>
                  </a:lnTo>
                  <a:lnTo>
                    <a:pt x="5977049" y="604993"/>
                  </a:lnTo>
                  <a:lnTo>
                    <a:pt x="5977207" y="604993"/>
                  </a:lnTo>
                  <a:lnTo>
                    <a:pt x="5977365" y="604993"/>
                  </a:lnTo>
                  <a:lnTo>
                    <a:pt x="5977522" y="604993"/>
                  </a:lnTo>
                  <a:lnTo>
                    <a:pt x="5977680" y="604993"/>
                  </a:lnTo>
                  <a:lnTo>
                    <a:pt x="5977680" y="604562"/>
                  </a:lnTo>
                  <a:lnTo>
                    <a:pt x="5977838" y="604562"/>
                  </a:lnTo>
                  <a:lnTo>
                    <a:pt x="5977995" y="604562"/>
                  </a:lnTo>
                  <a:lnTo>
                    <a:pt x="5978153" y="604562"/>
                  </a:lnTo>
                  <a:lnTo>
                    <a:pt x="5978311" y="604562"/>
                  </a:lnTo>
                  <a:lnTo>
                    <a:pt x="5978469" y="604562"/>
                  </a:lnTo>
                  <a:lnTo>
                    <a:pt x="5978626" y="604562"/>
                  </a:lnTo>
                  <a:lnTo>
                    <a:pt x="5978784" y="604562"/>
                  </a:lnTo>
                  <a:lnTo>
                    <a:pt x="5978942" y="604562"/>
                  </a:lnTo>
                  <a:lnTo>
                    <a:pt x="5979099" y="604562"/>
                  </a:lnTo>
                  <a:lnTo>
                    <a:pt x="5979257" y="604562"/>
                  </a:lnTo>
                  <a:lnTo>
                    <a:pt x="5979415" y="604562"/>
                  </a:lnTo>
                  <a:lnTo>
                    <a:pt x="5979573" y="604562"/>
                  </a:lnTo>
                  <a:lnTo>
                    <a:pt x="5979730" y="604562"/>
                  </a:lnTo>
                  <a:lnTo>
                    <a:pt x="5979888" y="604562"/>
                  </a:lnTo>
                  <a:lnTo>
                    <a:pt x="5980046" y="604562"/>
                  </a:lnTo>
                  <a:lnTo>
                    <a:pt x="5980203" y="604562"/>
                  </a:lnTo>
                  <a:lnTo>
                    <a:pt x="5980361" y="604562"/>
                  </a:lnTo>
                  <a:lnTo>
                    <a:pt x="5980519" y="604562"/>
                  </a:lnTo>
                  <a:lnTo>
                    <a:pt x="5980677" y="604562"/>
                  </a:lnTo>
                  <a:lnTo>
                    <a:pt x="5980677" y="604131"/>
                  </a:lnTo>
                  <a:lnTo>
                    <a:pt x="5980834" y="604131"/>
                  </a:lnTo>
                  <a:lnTo>
                    <a:pt x="5980834" y="603701"/>
                  </a:lnTo>
                  <a:lnTo>
                    <a:pt x="5980992" y="603701"/>
                  </a:lnTo>
                  <a:lnTo>
                    <a:pt x="5981150" y="603701"/>
                  </a:lnTo>
                  <a:lnTo>
                    <a:pt x="5981150" y="603270"/>
                  </a:lnTo>
                  <a:lnTo>
                    <a:pt x="5981307" y="603270"/>
                  </a:lnTo>
                  <a:lnTo>
                    <a:pt x="5981465" y="603270"/>
                  </a:lnTo>
                  <a:lnTo>
                    <a:pt x="5981623" y="603270"/>
                  </a:lnTo>
                  <a:lnTo>
                    <a:pt x="5981781" y="603270"/>
                  </a:lnTo>
                  <a:lnTo>
                    <a:pt x="5981938" y="603270"/>
                  </a:lnTo>
                  <a:lnTo>
                    <a:pt x="5982096" y="603270"/>
                  </a:lnTo>
                  <a:lnTo>
                    <a:pt x="5982254" y="603270"/>
                  </a:lnTo>
                  <a:lnTo>
                    <a:pt x="5982412" y="603270"/>
                  </a:lnTo>
                  <a:lnTo>
                    <a:pt x="5982569" y="603270"/>
                  </a:lnTo>
                  <a:lnTo>
                    <a:pt x="5982727" y="603270"/>
                  </a:lnTo>
                  <a:lnTo>
                    <a:pt x="5982885" y="603270"/>
                  </a:lnTo>
                  <a:lnTo>
                    <a:pt x="5983042" y="603270"/>
                  </a:lnTo>
                  <a:lnTo>
                    <a:pt x="5983200" y="603270"/>
                  </a:lnTo>
                  <a:lnTo>
                    <a:pt x="5983358" y="603270"/>
                  </a:lnTo>
                  <a:lnTo>
                    <a:pt x="5983516" y="603270"/>
                  </a:lnTo>
                  <a:lnTo>
                    <a:pt x="5983673" y="603270"/>
                  </a:lnTo>
                  <a:lnTo>
                    <a:pt x="5983831" y="603270"/>
                  </a:lnTo>
                  <a:lnTo>
                    <a:pt x="5983989" y="603270"/>
                  </a:lnTo>
                  <a:lnTo>
                    <a:pt x="5983989" y="602840"/>
                  </a:lnTo>
                  <a:lnTo>
                    <a:pt x="5984146" y="602840"/>
                  </a:lnTo>
                  <a:lnTo>
                    <a:pt x="5984304" y="602840"/>
                  </a:lnTo>
                  <a:lnTo>
                    <a:pt x="5984462" y="602840"/>
                  </a:lnTo>
                  <a:lnTo>
                    <a:pt x="5984620" y="602840"/>
                  </a:lnTo>
                  <a:lnTo>
                    <a:pt x="5984777" y="602840"/>
                  </a:lnTo>
                  <a:lnTo>
                    <a:pt x="5984935" y="602840"/>
                  </a:lnTo>
                  <a:lnTo>
                    <a:pt x="5985093" y="602840"/>
                  </a:lnTo>
                  <a:lnTo>
                    <a:pt x="5985250" y="602840"/>
                  </a:lnTo>
                  <a:lnTo>
                    <a:pt x="5985250" y="602409"/>
                  </a:lnTo>
                  <a:lnTo>
                    <a:pt x="5985408" y="602409"/>
                  </a:lnTo>
                  <a:lnTo>
                    <a:pt x="5985566" y="602409"/>
                  </a:lnTo>
                  <a:lnTo>
                    <a:pt x="5985724" y="602409"/>
                  </a:lnTo>
                  <a:lnTo>
                    <a:pt x="5985724" y="601978"/>
                  </a:lnTo>
                  <a:lnTo>
                    <a:pt x="5985881" y="601978"/>
                  </a:lnTo>
                  <a:lnTo>
                    <a:pt x="5986039" y="601978"/>
                  </a:lnTo>
                  <a:lnTo>
                    <a:pt x="5986197" y="601978"/>
                  </a:lnTo>
                  <a:lnTo>
                    <a:pt x="5986354" y="601978"/>
                  </a:lnTo>
                  <a:lnTo>
                    <a:pt x="5986512" y="601978"/>
                  </a:lnTo>
                  <a:lnTo>
                    <a:pt x="5986670" y="601978"/>
                  </a:lnTo>
                  <a:lnTo>
                    <a:pt x="5986828" y="601978"/>
                  </a:lnTo>
                  <a:lnTo>
                    <a:pt x="5986985" y="601978"/>
                  </a:lnTo>
                  <a:lnTo>
                    <a:pt x="5987143" y="601978"/>
                  </a:lnTo>
                  <a:lnTo>
                    <a:pt x="5987301" y="601978"/>
                  </a:lnTo>
                  <a:lnTo>
                    <a:pt x="5987301" y="601548"/>
                  </a:lnTo>
                  <a:lnTo>
                    <a:pt x="5987458" y="601548"/>
                  </a:lnTo>
                  <a:lnTo>
                    <a:pt x="5987616" y="601548"/>
                  </a:lnTo>
                  <a:lnTo>
                    <a:pt x="5987774" y="601548"/>
                  </a:lnTo>
                  <a:lnTo>
                    <a:pt x="5987932" y="601548"/>
                  </a:lnTo>
                  <a:lnTo>
                    <a:pt x="5988089" y="601548"/>
                  </a:lnTo>
                  <a:lnTo>
                    <a:pt x="5988247" y="601548"/>
                  </a:lnTo>
                  <a:lnTo>
                    <a:pt x="5988405" y="601548"/>
                  </a:lnTo>
                  <a:lnTo>
                    <a:pt x="5988563" y="601548"/>
                  </a:lnTo>
                  <a:lnTo>
                    <a:pt x="5988720" y="601548"/>
                  </a:lnTo>
                  <a:lnTo>
                    <a:pt x="5988878" y="601548"/>
                  </a:lnTo>
                  <a:lnTo>
                    <a:pt x="5989036" y="601548"/>
                  </a:lnTo>
                  <a:lnTo>
                    <a:pt x="5989193" y="601548"/>
                  </a:lnTo>
                  <a:lnTo>
                    <a:pt x="5989351" y="601548"/>
                  </a:lnTo>
                  <a:lnTo>
                    <a:pt x="5989509" y="601548"/>
                  </a:lnTo>
                  <a:lnTo>
                    <a:pt x="5989667" y="601548"/>
                  </a:lnTo>
                  <a:lnTo>
                    <a:pt x="5989824" y="601548"/>
                  </a:lnTo>
                  <a:lnTo>
                    <a:pt x="5989982" y="601548"/>
                  </a:lnTo>
                  <a:lnTo>
                    <a:pt x="5990140" y="601548"/>
                  </a:lnTo>
                  <a:lnTo>
                    <a:pt x="5990297" y="601548"/>
                  </a:lnTo>
                  <a:lnTo>
                    <a:pt x="5990455" y="601548"/>
                  </a:lnTo>
                  <a:lnTo>
                    <a:pt x="5990613" y="601548"/>
                  </a:lnTo>
                  <a:lnTo>
                    <a:pt x="5990771" y="601548"/>
                  </a:lnTo>
                  <a:lnTo>
                    <a:pt x="5990928" y="601548"/>
                  </a:lnTo>
                  <a:lnTo>
                    <a:pt x="5991086" y="601548"/>
                  </a:lnTo>
                  <a:lnTo>
                    <a:pt x="5991244" y="601548"/>
                  </a:lnTo>
                  <a:lnTo>
                    <a:pt x="5991401" y="601548"/>
                  </a:lnTo>
                  <a:lnTo>
                    <a:pt x="5991559" y="601548"/>
                  </a:lnTo>
                  <a:lnTo>
                    <a:pt x="5991717" y="601548"/>
                  </a:lnTo>
                  <a:lnTo>
                    <a:pt x="5991875" y="601548"/>
                  </a:lnTo>
                  <a:lnTo>
                    <a:pt x="5992032" y="601548"/>
                  </a:lnTo>
                  <a:lnTo>
                    <a:pt x="5992190" y="601548"/>
                  </a:lnTo>
                  <a:lnTo>
                    <a:pt x="5992348" y="601548"/>
                  </a:lnTo>
                  <a:lnTo>
                    <a:pt x="5992505" y="601548"/>
                  </a:lnTo>
                  <a:lnTo>
                    <a:pt x="5992663" y="601548"/>
                  </a:lnTo>
                  <a:lnTo>
                    <a:pt x="5992821" y="601548"/>
                  </a:lnTo>
                  <a:lnTo>
                    <a:pt x="5992979" y="601548"/>
                  </a:lnTo>
                  <a:lnTo>
                    <a:pt x="5993136" y="601548"/>
                  </a:lnTo>
                  <a:lnTo>
                    <a:pt x="5993294" y="601548"/>
                  </a:lnTo>
                  <a:lnTo>
                    <a:pt x="5993452" y="601548"/>
                  </a:lnTo>
                  <a:lnTo>
                    <a:pt x="5993610" y="601548"/>
                  </a:lnTo>
                  <a:lnTo>
                    <a:pt x="5993767" y="601548"/>
                  </a:lnTo>
                  <a:lnTo>
                    <a:pt x="5993925" y="601548"/>
                  </a:lnTo>
                  <a:lnTo>
                    <a:pt x="5993925" y="601117"/>
                  </a:lnTo>
                  <a:lnTo>
                    <a:pt x="5994083" y="601117"/>
                  </a:lnTo>
                  <a:lnTo>
                    <a:pt x="5994240" y="601117"/>
                  </a:lnTo>
                  <a:lnTo>
                    <a:pt x="5994398" y="601117"/>
                  </a:lnTo>
                  <a:lnTo>
                    <a:pt x="5994556" y="601117"/>
                  </a:lnTo>
                  <a:lnTo>
                    <a:pt x="5994714" y="601117"/>
                  </a:lnTo>
                  <a:lnTo>
                    <a:pt x="5994871" y="601117"/>
                  </a:lnTo>
                  <a:lnTo>
                    <a:pt x="5995029" y="601117"/>
                  </a:lnTo>
                  <a:lnTo>
                    <a:pt x="5995187" y="601117"/>
                  </a:lnTo>
                  <a:lnTo>
                    <a:pt x="5995344" y="601117"/>
                  </a:lnTo>
                  <a:lnTo>
                    <a:pt x="5995502" y="601117"/>
                  </a:lnTo>
                  <a:lnTo>
                    <a:pt x="5995660" y="601117"/>
                  </a:lnTo>
                  <a:lnTo>
                    <a:pt x="5995818" y="601117"/>
                  </a:lnTo>
                  <a:lnTo>
                    <a:pt x="5995975" y="601117"/>
                  </a:lnTo>
                  <a:lnTo>
                    <a:pt x="5995975" y="600687"/>
                  </a:lnTo>
                  <a:lnTo>
                    <a:pt x="5995975" y="600256"/>
                  </a:lnTo>
                  <a:lnTo>
                    <a:pt x="5996133" y="600256"/>
                  </a:lnTo>
                  <a:lnTo>
                    <a:pt x="5996291" y="600256"/>
                  </a:lnTo>
                  <a:lnTo>
                    <a:pt x="5996448" y="600256"/>
                  </a:lnTo>
                  <a:lnTo>
                    <a:pt x="5996606" y="600256"/>
                  </a:lnTo>
                  <a:lnTo>
                    <a:pt x="5996764" y="600256"/>
                  </a:lnTo>
                  <a:lnTo>
                    <a:pt x="5996922" y="600256"/>
                  </a:lnTo>
                  <a:lnTo>
                    <a:pt x="5997079" y="600256"/>
                  </a:lnTo>
                  <a:lnTo>
                    <a:pt x="5997237" y="600256"/>
                  </a:lnTo>
                  <a:lnTo>
                    <a:pt x="5997395" y="600256"/>
                  </a:lnTo>
                  <a:lnTo>
                    <a:pt x="5997552" y="600256"/>
                  </a:lnTo>
                  <a:lnTo>
                    <a:pt x="5997710" y="600256"/>
                  </a:lnTo>
                  <a:lnTo>
                    <a:pt x="5997868" y="600256"/>
                  </a:lnTo>
                  <a:lnTo>
                    <a:pt x="5998026" y="600256"/>
                  </a:lnTo>
                  <a:lnTo>
                    <a:pt x="5998183" y="600256"/>
                  </a:lnTo>
                  <a:lnTo>
                    <a:pt x="5998341" y="600256"/>
                  </a:lnTo>
                  <a:lnTo>
                    <a:pt x="5998499" y="600256"/>
                  </a:lnTo>
                  <a:lnTo>
                    <a:pt x="5998656" y="600256"/>
                  </a:lnTo>
                  <a:lnTo>
                    <a:pt x="5998814" y="600256"/>
                  </a:lnTo>
                  <a:lnTo>
                    <a:pt x="5998972" y="600256"/>
                  </a:lnTo>
                  <a:lnTo>
                    <a:pt x="5999130" y="600256"/>
                  </a:lnTo>
                  <a:lnTo>
                    <a:pt x="5999287" y="600256"/>
                  </a:lnTo>
                  <a:lnTo>
                    <a:pt x="5999445" y="600256"/>
                  </a:lnTo>
                  <a:lnTo>
                    <a:pt x="5999603" y="600256"/>
                  </a:lnTo>
                  <a:lnTo>
                    <a:pt x="5999761" y="600256"/>
                  </a:lnTo>
                  <a:lnTo>
                    <a:pt x="5999918" y="600256"/>
                  </a:lnTo>
                  <a:lnTo>
                    <a:pt x="6000076" y="600256"/>
                  </a:lnTo>
                  <a:lnTo>
                    <a:pt x="6000234" y="600256"/>
                  </a:lnTo>
                  <a:lnTo>
                    <a:pt x="6000391" y="600256"/>
                  </a:lnTo>
                  <a:lnTo>
                    <a:pt x="6000391" y="599825"/>
                  </a:lnTo>
                  <a:lnTo>
                    <a:pt x="6000549" y="599825"/>
                  </a:lnTo>
                  <a:lnTo>
                    <a:pt x="6000707" y="599825"/>
                  </a:lnTo>
                  <a:lnTo>
                    <a:pt x="6000865" y="599825"/>
                  </a:lnTo>
                  <a:lnTo>
                    <a:pt x="6001022" y="599825"/>
                  </a:lnTo>
                  <a:lnTo>
                    <a:pt x="6001180" y="599825"/>
                  </a:lnTo>
                  <a:lnTo>
                    <a:pt x="6001338" y="599825"/>
                  </a:lnTo>
                  <a:lnTo>
                    <a:pt x="6001495" y="599825"/>
                  </a:lnTo>
                  <a:lnTo>
                    <a:pt x="6001653" y="599825"/>
                  </a:lnTo>
                  <a:lnTo>
                    <a:pt x="6001811" y="599825"/>
                  </a:lnTo>
                  <a:lnTo>
                    <a:pt x="6001969" y="599825"/>
                  </a:lnTo>
                  <a:lnTo>
                    <a:pt x="6002126" y="599825"/>
                  </a:lnTo>
                  <a:lnTo>
                    <a:pt x="6002284" y="599825"/>
                  </a:lnTo>
                  <a:lnTo>
                    <a:pt x="6002442" y="599825"/>
                  </a:lnTo>
                  <a:lnTo>
                    <a:pt x="6002599" y="599825"/>
                  </a:lnTo>
                  <a:lnTo>
                    <a:pt x="6002757" y="599825"/>
                  </a:lnTo>
                  <a:lnTo>
                    <a:pt x="6002915" y="599825"/>
                  </a:lnTo>
                  <a:lnTo>
                    <a:pt x="6003073" y="599825"/>
                  </a:lnTo>
                  <a:lnTo>
                    <a:pt x="6003230" y="599825"/>
                  </a:lnTo>
                  <a:lnTo>
                    <a:pt x="6003388" y="599825"/>
                  </a:lnTo>
                  <a:lnTo>
                    <a:pt x="6003546" y="599825"/>
                  </a:lnTo>
                  <a:lnTo>
                    <a:pt x="6003703" y="599825"/>
                  </a:lnTo>
                  <a:lnTo>
                    <a:pt x="6003861" y="599825"/>
                  </a:lnTo>
                  <a:lnTo>
                    <a:pt x="6004019" y="599825"/>
                  </a:lnTo>
                  <a:lnTo>
                    <a:pt x="6004177" y="599825"/>
                  </a:lnTo>
                  <a:lnTo>
                    <a:pt x="6004334" y="599825"/>
                  </a:lnTo>
                  <a:lnTo>
                    <a:pt x="6004492" y="599825"/>
                  </a:lnTo>
                  <a:lnTo>
                    <a:pt x="6004650" y="599825"/>
                  </a:lnTo>
                  <a:lnTo>
                    <a:pt x="6004808" y="599825"/>
                  </a:lnTo>
                  <a:lnTo>
                    <a:pt x="6004965" y="599825"/>
                  </a:lnTo>
                  <a:lnTo>
                    <a:pt x="6005123" y="599825"/>
                  </a:lnTo>
                  <a:lnTo>
                    <a:pt x="6005281" y="599825"/>
                  </a:lnTo>
                  <a:lnTo>
                    <a:pt x="6005438" y="599825"/>
                  </a:lnTo>
                  <a:lnTo>
                    <a:pt x="6005596" y="599825"/>
                  </a:lnTo>
                  <a:lnTo>
                    <a:pt x="6005754" y="599825"/>
                  </a:lnTo>
                  <a:lnTo>
                    <a:pt x="6005912" y="599825"/>
                  </a:lnTo>
                  <a:lnTo>
                    <a:pt x="6006069" y="599825"/>
                  </a:lnTo>
                  <a:lnTo>
                    <a:pt x="6006227" y="599825"/>
                  </a:lnTo>
                  <a:lnTo>
                    <a:pt x="6006385" y="599825"/>
                  </a:lnTo>
                  <a:lnTo>
                    <a:pt x="6006542" y="599825"/>
                  </a:lnTo>
                  <a:lnTo>
                    <a:pt x="6006700" y="599825"/>
                  </a:lnTo>
                  <a:lnTo>
                    <a:pt x="6006858" y="599825"/>
                  </a:lnTo>
                  <a:lnTo>
                    <a:pt x="6007016" y="599825"/>
                  </a:lnTo>
                  <a:lnTo>
                    <a:pt x="6007173" y="599825"/>
                  </a:lnTo>
                  <a:lnTo>
                    <a:pt x="6007331" y="599825"/>
                  </a:lnTo>
                  <a:lnTo>
                    <a:pt x="6007489" y="599825"/>
                  </a:lnTo>
                  <a:lnTo>
                    <a:pt x="6007646" y="599825"/>
                  </a:lnTo>
                  <a:lnTo>
                    <a:pt x="6007804" y="599825"/>
                  </a:lnTo>
                  <a:lnTo>
                    <a:pt x="6007962" y="599825"/>
                  </a:lnTo>
                  <a:lnTo>
                    <a:pt x="6008120" y="599825"/>
                  </a:lnTo>
                  <a:lnTo>
                    <a:pt x="6008120" y="599395"/>
                  </a:lnTo>
                  <a:lnTo>
                    <a:pt x="6008277" y="599395"/>
                  </a:lnTo>
                  <a:lnTo>
                    <a:pt x="6008435" y="599395"/>
                  </a:lnTo>
                  <a:lnTo>
                    <a:pt x="6008593" y="599395"/>
                  </a:lnTo>
                  <a:lnTo>
                    <a:pt x="6008750" y="599395"/>
                  </a:lnTo>
                  <a:lnTo>
                    <a:pt x="6008908" y="599395"/>
                  </a:lnTo>
                  <a:lnTo>
                    <a:pt x="6009066" y="599395"/>
                  </a:lnTo>
                  <a:lnTo>
                    <a:pt x="6009224" y="599395"/>
                  </a:lnTo>
                  <a:lnTo>
                    <a:pt x="6009381" y="599395"/>
                  </a:lnTo>
                  <a:lnTo>
                    <a:pt x="6009539" y="599395"/>
                  </a:lnTo>
                  <a:lnTo>
                    <a:pt x="6009697" y="599395"/>
                  </a:lnTo>
                  <a:lnTo>
                    <a:pt x="6009854" y="599395"/>
                  </a:lnTo>
                  <a:lnTo>
                    <a:pt x="6009854" y="598964"/>
                  </a:lnTo>
                  <a:lnTo>
                    <a:pt x="6010012" y="598964"/>
                  </a:lnTo>
                  <a:lnTo>
                    <a:pt x="6010170" y="598964"/>
                  </a:lnTo>
                  <a:lnTo>
                    <a:pt x="6010170" y="598534"/>
                  </a:lnTo>
                  <a:lnTo>
                    <a:pt x="6010328" y="598534"/>
                  </a:lnTo>
                  <a:lnTo>
                    <a:pt x="6010485" y="598534"/>
                  </a:lnTo>
                  <a:lnTo>
                    <a:pt x="6010643" y="598534"/>
                  </a:lnTo>
                  <a:lnTo>
                    <a:pt x="6010643" y="598103"/>
                  </a:lnTo>
                  <a:lnTo>
                    <a:pt x="6010801" y="598103"/>
                  </a:lnTo>
                  <a:lnTo>
                    <a:pt x="6010959" y="598103"/>
                  </a:lnTo>
                  <a:lnTo>
                    <a:pt x="6011116" y="598103"/>
                  </a:lnTo>
                  <a:lnTo>
                    <a:pt x="6011274" y="598103"/>
                  </a:lnTo>
                  <a:lnTo>
                    <a:pt x="6011432" y="598103"/>
                  </a:lnTo>
                  <a:lnTo>
                    <a:pt x="6011589" y="598103"/>
                  </a:lnTo>
                  <a:lnTo>
                    <a:pt x="6011747" y="598103"/>
                  </a:lnTo>
                  <a:lnTo>
                    <a:pt x="6011905" y="598103"/>
                  </a:lnTo>
                  <a:lnTo>
                    <a:pt x="6012063" y="598103"/>
                  </a:lnTo>
                  <a:lnTo>
                    <a:pt x="6012063" y="597672"/>
                  </a:lnTo>
                  <a:lnTo>
                    <a:pt x="6012220" y="597672"/>
                  </a:lnTo>
                  <a:lnTo>
                    <a:pt x="6012378" y="597672"/>
                  </a:lnTo>
                  <a:lnTo>
                    <a:pt x="6012536" y="597672"/>
                  </a:lnTo>
                  <a:lnTo>
                    <a:pt x="6012693" y="597672"/>
                  </a:lnTo>
                  <a:lnTo>
                    <a:pt x="6012851" y="597672"/>
                  </a:lnTo>
                  <a:lnTo>
                    <a:pt x="6013009" y="597672"/>
                  </a:lnTo>
                  <a:lnTo>
                    <a:pt x="6013167" y="597672"/>
                  </a:lnTo>
                  <a:lnTo>
                    <a:pt x="6013324" y="597672"/>
                  </a:lnTo>
                  <a:lnTo>
                    <a:pt x="6013482" y="597672"/>
                  </a:lnTo>
                  <a:lnTo>
                    <a:pt x="6013640" y="597672"/>
                  </a:lnTo>
                  <a:lnTo>
                    <a:pt x="6013797" y="597672"/>
                  </a:lnTo>
                  <a:lnTo>
                    <a:pt x="6013955" y="597672"/>
                  </a:lnTo>
                  <a:lnTo>
                    <a:pt x="6013955" y="597242"/>
                  </a:lnTo>
                  <a:lnTo>
                    <a:pt x="6014113" y="597242"/>
                  </a:lnTo>
                  <a:lnTo>
                    <a:pt x="6014271" y="597242"/>
                  </a:lnTo>
                  <a:lnTo>
                    <a:pt x="6014428" y="597242"/>
                  </a:lnTo>
                  <a:lnTo>
                    <a:pt x="6014586" y="597242"/>
                  </a:lnTo>
                  <a:lnTo>
                    <a:pt x="6014744" y="597242"/>
                  </a:lnTo>
                  <a:lnTo>
                    <a:pt x="6014901" y="597242"/>
                  </a:lnTo>
                  <a:lnTo>
                    <a:pt x="6015059" y="597242"/>
                  </a:lnTo>
                  <a:lnTo>
                    <a:pt x="6015217" y="597242"/>
                  </a:lnTo>
                  <a:lnTo>
                    <a:pt x="6015375" y="597242"/>
                  </a:lnTo>
                  <a:lnTo>
                    <a:pt x="6015375" y="596811"/>
                  </a:lnTo>
                  <a:lnTo>
                    <a:pt x="6015532" y="596811"/>
                  </a:lnTo>
                  <a:lnTo>
                    <a:pt x="6015532" y="596381"/>
                  </a:lnTo>
                  <a:lnTo>
                    <a:pt x="6015690" y="596381"/>
                  </a:lnTo>
                  <a:lnTo>
                    <a:pt x="6015848" y="596381"/>
                  </a:lnTo>
                  <a:lnTo>
                    <a:pt x="6016006" y="596381"/>
                  </a:lnTo>
                  <a:lnTo>
                    <a:pt x="6016163" y="596381"/>
                  </a:lnTo>
                  <a:lnTo>
                    <a:pt x="6016321" y="596381"/>
                  </a:lnTo>
                  <a:lnTo>
                    <a:pt x="6016479" y="596381"/>
                  </a:lnTo>
                  <a:lnTo>
                    <a:pt x="6016636" y="596381"/>
                  </a:lnTo>
                  <a:lnTo>
                    <a:pt x="6016636" y="595950"/>
                  </a:lnTo>
                  <a:lnTo>
                    <a:pt x="6016794" y="595950"/>
                  </a:lnTo>
                  <a:lnTo>
                    <a:pt x="6016952" y="595950"/>
                  </a:lnTo>
                  <a:lnTo>
                    <a:pt x="6016952" y="595519"/>
                  </a:lnTo>
                  <a:lnTo>
                    <a:pt x="6017110" y="595519"/>
                  </a:lnTo>
                  <a:lnTo>
                    <a:pt x="6017267" y="595519"/>
                  </a:lnTo>
                  <a:lnTo>
                    <a:pt x="6017425" y="595519"/>
                  </a:lnTo>
                  <a:lnTo>
                    <a:pt x="6017583" y="595519"/>
                  </a:lnTo>
                  <a:lnTo>
                    <a:pt x="6017740" y="595519"/>
                  </a:lnTo>
                  <a:lnTo>
                    <a:pt x="6017898" y="595519"/>
                  </a:lnTo>
                  <a:lnTo>
                    <a:pt x="6017898" y="595089"/>
                  </a:lnTo>
                  <a:lnTo>
                    <a:pt x="6018056" y="595089"/>
                  </a:lnTo>
                  <a:lnTo>
                    <a:pt x="6018214" y="595089"/>
                  </a:lnTo>
                  <a:lnTo>
                    <a:pt x="6018371" y="595089"/>
                  </a:lnTo>
                  <a:lnTo>
                    <a:pt x="6018529" y="595089"/>
                  </a:lnTo>
                  <a:lnTo>
                    <a:pt x="6018529" y="594658"/>
                  </a:lnTo>
                  <a:lnTo>
                    <a:pt x="6018687" y="594658"/>
                  </a:lnTo>
                  <a:lnTo>
                    <a:pt x="6018844" y="594658"/>
                  </a:lnTo>
                  <a:lnTo>
                    <a:pt x="6019002" y="594658"/>
                  </a:lnTo>
                  <a:lnTo>
                    <a:pt x="6019160" y="594658"/>
                  </a:lnTo>
                  <a:lnTo>
                    <a:pt x="6019318" y="594658"/>
                  </a:lnTo>
                  <a:lnTo>
                    <a:pt x="6019475" y="594658"/>
                  </a:lnTo>
                  <a:lnTo>
                    <a:pt x="6019633" y="594658"/>
                  </a:lnTo>
                  <a:lnTo>
                    <a:pt x="6019791" y="594658"/>
                  </a:lnTo>
                  <a:lnTo>
                    <a:pt x="6019948" y="594658"/>
                  </a:lnTo>
                  <a:lnTo>
                    <a:pt x="6020106" y="594658"/>
                  </a:lnTo>
                  <a:lnTo>
                    <a:pt x="6020264" y="594658"/>
                  </a:lnTo>
                  <a:lnTo>
                    <a:pt x="6020422" y="594658"/>
                  </a:lnTo>
                  <a:lnTo>
                    <a:pt x="6020422" y="594228"/>
                  </a:lnTo>
                  <a:lnTo>
                    <a:pt x="6020579" y="594228"/>
                  </a:lnTo>
                  <a:lnTo>
                    <a:pt x="6020737" y="594228"/>
                  </a:lnTo>
                  <a:lnTo>
                    <a:pt x="6020895" y="594228"/>
                  </a:lnTo>
                  <a:lnTo>
                    <a:pt x="6021052" y="594228"/>
                  </a:lnTo>
                  <a:lnTo>
                    <a:pt x="6021210" y="594228"/>
                  </a:lnTo>
                  <a:lnTo>
                    <a:pt x="6021368" y="594228"/>
                  </a:lnTo>
                  <a:lnTo>
                    <a:pt x="6021368" y="593797"/>
                  </a:lnTo>
                  <a:lnTo>
                    <a:pt x="6021526" y="593797"/>
                  </a:lnTo>
                  <a:lnTo>
                    <a:pt x="6021683" y="593797"/>
                  </a:lnTo>
                  <a:lnTo>
                    <a:pt x="6021841" y="593797"/>
                  </a:lnTo>
                  <a:lnTo>
                    <a:pt x="6021999" y="593797"/>
                  </a:lnTo>
                  <a:lnTo>
                    <a:pt x="6022157" y="593797"/>
                  </a:lnTo>
                  <a:lnTo>
                    <a:pt x="6022314" y="593797"/>
                  </a:lnTo>
                  <a:lnTo>
                    <a:pt x="6022472" y="593797"/>
                  </a:lnTo>
                  <a:lnTo>
                    <a:pt x="6022630" y="593797"/>
                  </a:lnTo>
                  <a:lnTo>
                    <a:pt x="6022787" y="593797"/>
                  </a:lnTo>
                  <a:lnTo>
                    <a:pt x="6022945" y="593797"/>
                  </a:lnTo>
                  <a:lnTo>
                    <a:pt x="6023103" y="593797"/>
                  </a:lnTo>
                  <a:lnTo>
                    <a:pt x="6023261" y="593797"/>
                  </a:lnTo>
                  <a:lnTo>
                    <a:pt x="6023418" y="593797"/>
                  </a:lnTo>
                  <a:lnTo>
                    <a:pt x="6023576" y="593797"/>
                  </a:lnTo>
                  <a:lnTo>
                    <a:pt x="6023734" y="593797"/>
                  </a:lnTo>
                  <a:lnTo>
                    <a:pt x="6023891" y="593797"/>
                  </a:lnTo>
                  <a:lnTo>
                    <a:pt x="6023891" y="593366"/>
                  </a:lnTo>
                  <a:lnTo>
                    <a:pt x="6024049" y="593366"/>
                  </a:lnTo>
                  <a:lnTo>
                    <a:pt x="6024207" y="593366"/>
                  </a:lnTo>
                  <a:lnTo>
                    <a:pt x="6024365" y="593366"/>
                  </a:lnTo>
                  <a:lnTo>
                    <a:pt x="6024522" y="593366"/>
                  </a:lnTo>
                  <a:lnTo>
                    <a:pt x="6024680" y="593366"/>
                  </a:lnTo>
                  <a:lnTo>
                    <a:pt x="6024838" y="593366"/>
                  </a:lnTo>
                  <a:lnTo>
                    <a:pt x="6024995" y="593366"/>
                  </a:lnTo>
                  <a:lnTo>
                    <a:pt x="6025153" y="593366"/>
                  </a:lnTo>
                  <a:lnTo>
                    <a:pt x="6025311" y="593366"/>
                  </a:lnTo>
                  <a:lnTo>
                    <a:pt x="6025469" y="593366"/>
                  </a:lnTo>
                  <a:lnTo>
                    <a:pt x="6025626" y="593366"/>
                  </a:lnTo>
                  <a:lnTo>
                    <a:pt x="6025784" y="593366"/>
                  </a:lnTo>
                  <a:lnTo>
                    <a:pt x="6025942" y="593366"/>
                  </a:lnTo>
                  <a:lnTo>
                    <a:pt x="6026099" y="593366"/>
                  </a:lnTo>
                  <a:lnTo>
                    <a:pt x="6026257" y="593366"/>
                  </a:lnTo>
                  <a:lnTo>
                    <a:pt x="6026415" y="593366"/>
                  </a:lnTo>
                  <a:lnTo>
                    <a:pt x="6026415" y="592936"/>
                  </a:lnTo>
                  <a:lnTo>
                    <a:pt x="6026573" y="592936"/>
                  </a:lnTo>
                  <a:lnTo>
                    <a:pt x="6026730" y="592936"/>
                  </a:lnTo>
                  <a:lnTo>
                    <a:pt x="6026888" y="592936"/>
                  </a:lnTo>
                  <a:lnTo>
                    <a:pt x="6027046" y="592936"/>
                  </a:lnTo>
                  <a:lnTo>
                    <a:pt x="6027204" y="592936"/>
                  </a:lnTo>
                  <a:lnTo>
                    <a:pt x="6027361" y="592936"/>
                  </a:lnTo>
                  <a:lnTo>
                    <a:pt x="6027361" y="592505"/>
                  </a:lnTo>
                  <a:lnTo>
                    <a:pt x="6027519" y="592505"/>
                  </a:lnTo>
                  <a:lnTo>
                    <a:pt x="6027677" y="592505"/>
                  </a:lnTo>
                  <a:lnTo>
                    <a:pt x="6027834" y="592505"/>
                  </a:lnTo>
                  <a:lnTo>
                    <a:pt x="6027992" y="592505"/>
                  </a:lnTo>
                  <a:lnTo>
                    <a:pt x="6028150" y="592505"/>
                  </a:lnTo>
                  <a:lnTo>
                    <a:pt x="6028150" y="592075"/>
                  </a:lnTo>
                  <a:lnTo>
                    <a:pt x="6028308" y="592075"/>
                  </a:lnTo>
                  <a:lnTo>
                    <a:pt x="6028465" y="592075"/>
                  </a:lnTo>
                  <a:lnTo>
                    <a:pt x="6028623" y="592075"/>
                  </a:lnTo>
                  <a:lnTo>
                    <a:pt x="6028781" y="592075"/>
                  </a:lnTo>
                  <a:lnTo>
                    <a:pt x="6028938" y="592075"/>
                  </a:lnTo>
                  <a:lnTo>
                    <a:pt x="6029096" y="592075"/>
                  </a:lnTo>
                  <a:lnTo>
                    <a:pt x="6029254" y="592075"/>
                  </a:lnTo>
                  <a:lnTo>
                    <a:pt x="6029412" y="592075"/>
                  </a:lnTo>
                  <a:lnTo>
                    <a:pt x="6029569" y="592075"/>
                  </a:lnTo>
                  <a:lnTo>
                    <a:pt x="6029727" y="592075"/>
                  </a:lnTo>
                  <a:lnTo>
                    <a:pt x="6029885" y="592075"/>
                  </a:lnTo>
                  <a:lnTo>
                    <a:pt x="6030042" y="592075"/>
                  </a:lnTo>
                  <a:lnTo>
                    <a:pt x="6030200" y="592075"/>
                  </a:lnTo>
                  <a:lnTo>
                    <a:pt x="6030200" y="591644"/>
                  </a:lnTo>
                  <a:lnTo>
                    <a:pt x="6030200" y="591213"/>
                  </a:lnTo>
                  <a:lnTo>
                    <a:pt x="6030358" y="591213"/>
                  </a:lnTo>
                  <a:lnTo>
                    <a:pt x="6030516" y="591213"/>
                  </a:lnTo>
                  <a:lnTo>
                    <a:pt x="6030673" y="591213"/>
                  </a:lnTo>
                  <a:lnTo>
                    <a:pt x="6030831" y="591213"/>
                  </a:lnTo>
                  <a:lnTo>
                    <a:pt x="6030831" y="590783"/>
                  </a:lnTo>
                  <a:lnTo>
                    <a:pt x="6030989" y="590783"/>
                  </a:lnTo>
                  <a:lnTo>
                    <a:pt x="6031146" y="590783"/>
                  </a:lnTo>
                  <a:lnTo>
                    <a:pt x="6031304" y="590783"/>
                  </a:lnTo>
                  <a:lnTo>
                    <a:pt x="6031462" y="590783"/>
                  </a:lnTo>
                  <a:lnTo>
                    <a:pt x="6031620" y="590783"/>
                  </a:lnTo>
                  <a:lnTo>
                    <a:pt x="6031777" y="590783"/>
                  </a:lnTo>
                  <a:lnTo>
                    <a:pt x="6031935" y="590783"/>
                  </a:lnTo>
                  <a:lnTo>
                    <a:pt x="6032093" y="590783"/>
                  </a:lnTo>
                  <a:lnTo>
                    <a:pt x="6032250" y="590783"/>
                  </a:lnTo>
                  <a:lnTo>
                    <a:pt x="6032408" y="590783"/>
                  </a:lnTo>
                  <a:lnTo>
                    <a:pt x="6032566" y="590783"/>
                  </a:lnTo>
                  <a:lnTo>
                    <a:pt x="6032566" y="590352"/>
                  </a:lnTo>
                  <a:lnTo>
                    <a:pt x="6032566" y="589922"/>
                  </a:lnTo>
                  <a:lnTo>
                    <a:pt x="6032724" y="589922"/>
                  </a:lnTo>
                  <a:lnTo>
                    <a:pt x="6032724" y="589491"/>
                  </a:lnTo>
                  <a:lnTo>
                    <a:pt x="6032881" y="589491"/>
                  </a:lnTo>
                  <a:lnTo>
                    <a:pt x="6032881" y="589060"/>
                  </a:lnTo>
                  <a:lnTo>
                    <a:pt x="6032881" y="588630"/>
                  </a:lnTo>
                  <a:lnTo>
                    <a:pt x="6033039" y="588630"/>
                  </a:lnTo>
                  <a:lnTo>
                    <a:pt x="6033197" y="588630"/>
                  </a:lnTo>
                  <a:lnTo>
                    <a:pt x="6033355" y="588630"/>
                  </a:lnTo>
                  <a:lnTo>
                    <a:pt x="6033512" y="588630"/>
                  </a:lnTo>
                  <a:lnTo>
                    <a:pt x="6033670" y="588630"/>
                  </a:lnTo>
                  <a:lnTo>
                    <a:pt x="6033828" y="588630"/>
                  </a:lnTo>
                  <a:lnTo>
                    <a:pt x="6033985" y="588630"/>
                  </a:lnTo>
                  <a:lnTo>
                    <a:pt x="6034143" y="588630"/>
                  </a:lnTo>
                  <a:lnTo>
                    <a:pt x="6034301" y="588630"/>
                  </a:lnTo>
                  <a:lnTo>
                    <a:pt x="6034459" y="588630"/>
                  </a:lnTo>
                  <a:lnTo>
                    <a:pt x="6034616" y="588630"/>
                  </a:lnTo>
                  <a:lnTo>
                    <a:pt x="6034774" y="588630"/>
                  </a:lnTo>
                  <a:lnTo>
                    <a:pt x="6034932" y="588630"/>
                  </a:lnTo>
                  <a:lnTo>
                    <a:pt x="6035089" y="588630"/>
                  </a:lnTo>
                  <a:lnTo>
                    <a:pt x="6035247" y="588630"/>
                  </a:lnTo>
                  <a:lnTo>
                    <a:pt x="6035405" y="588630"/>
                  </a:lnTo>
                  <a:lnTo>
                    <a:pt x="6035563" y="588630"/>
                  </a:lnTo>
                  <a:lnTo>
                    <a:pt x="6035720" y="588630"/>
                  </a:lnTo>
                  <a:lnTo>
                    <a:pt x="6035878" y="588630"/>
                  </a:lnTo>
                  <a:lnTo>
                    <a:pt x="6036036" y="588630"/>
                  </a:lnTo>
                  <a:lnTo>
                    <a:pt x="6036193" y="588630"/>
                  </a:lnTo>
                  <a:lnTo>
                    <a:pt x="6036351" y="588630"/>
                  </a:lnTo>
                  <a:lnTo>
                    <a:pt x="6036509" y="588630"/>
                  </a:lnTo>
                  <a:lnTo>
                    <a:pt x="6036667" y="588630"/>
                  </a:lnTo>
                  <a:lnTo>
                    <a:pt x="6036824" y="588630"/>
                  </a:lnTo>
                  <a:lnTo>
                    <a:pt x="6036982" y="588630"/>
                  </a:lnTo>
                  <a:lnTo>
                    <a:pt x="6037140" y="588630"/>
                  </a:lnTo>
                  <a:lnTo>
                    <a:pt x="6037297" y="588630"/>
                  </a:lnTo>
                  <a:lnTo>
                    <a:pt x="6037455" y="588630"/>
                  </a:lnTo>
                  <a:lnTo>
                    <a:pt x="6037613" y="588630"/>
                  </a:lnTo>
                  <a:lnTo>
                    <a:pt x="6037771" y="588630"/>
                  </a:lnTo>
                  <a:lnTo>
                    <a:pt x="6037928" y="588630"/>
                  </a:lnTo>
                  <a:lnTo>
                    <a:pt x="6037928" y="588199"/>
                  </a:lnTo>
                  <a:lnTo>
                    <a:pt x="6038086" y="588199"/>
                  </a:lnTo>
                  <a:lnTo>
                    <a:pt x="6038244" y="588199"/>
                  </a:lnTo>
                  <a:lnTo>
                    <a:pt x="6038402" y="588199"/>
                  </a:lnTo>
                  <a:lnTo>
                    <a:pt x="6038559" y="588199"/>
                  </a:lnTo>
                  <a:lnTo>
                    <a:pt x="6038717" y="588199"/>
                  </a:lnTo>
                  <a:lnTo>
                    <a:pt x="6038875" y="588199"/>
                  </a:lnTo>
                  <a:lnTo>
                    <a:pt x="6039032" y="588199"/>
                  </a:lnTo>
                  <a:lnTo>
                    <a:pt x="6039190" y="588199"/>
                  </a:lnTo>
                  <a:lnTo>
                    <a:pt x="6039348" y="588199"/>
                  </a:lnTo>
                  <a:lnTo>
                    <a:pt x="6039506" y="588199"/>
                  </a:lnTo>
                  <a:lnTo>
                    <a:pt x="6039663" y="588199"/>
                  </a:lnTo>
                  <a:lnTo>
                    <a:pt x="6039821" y="588199"/>
                  </a:lnTo>
                  <a:lnTo>
                    <a:pt x="6039979" y="588199"/>
                  </a:lnTo>
                  <a:lnTo>
                    <a:pt x="6040136" y="588199"/>
                  </a:lnTo>
                  <a:lnTo>
                    <a:pt x="6040294" y="588199"/>
                  </a:lnTo>
                  <a:lnTo>
                    <a:pt x="6040294" y="587769"/>
                  </a:lnTo>
                  <a:lnTo>
                    <a:pt x="6040452" y="587769"/>
                  </a:lnTo>
                  <a:lnTo>
                    <a:pt x="6040610" y="587769"/>
                  </a:lnTo>
                  <a:lnTo>
                    <a:pt x="6040610" y="587338"/>
                  </a:lnTo>
                  <a:lnTo>
                    <a:pt x="6040767" y="587338"/>
                  </a:lnTo>
                  <a:lnTo>
                    <a:pt x="6040925" y="587338"/>
                  </a:lnTo>
                  <a:lnTo>
                    <a:pt x="6041083" y="587338"/>
                  </a:lnTo>
                  <a:lnTo>
                    <a:pt x="6041240" y="587338"/>
                  </a:lnTo>
                  <a:lnTo>
                    <a:pt x="6041398" y="587338"/>
                  </a:lnTo>
                  <a:lnTo>
                    <a:pt x="6041556" y="587338"/>
                  </a:lnTo>
                  <a:lnTo>
                    <a:pt x="6041714" y="587338"/>
                  </a:lnTo>
                  <a:lnTo>
                    <a:pt x="6041871" y="587338"/>
                  </a:lnTo>
                  <a:lnTo>
                    <a:pt x="6042029" y="587338"/>
                  </a:lnTo>
                  <a:lnTo>
                    <a:pt x="6042187" y="587338"/>
                  </a:lnTo>
                  <a:lnTo>
                    <a:pt x="6042344" y="587338"/>
                  </a:lnTo>
                  <a:lnTo>
                    <a:pt x="6042502" y="587338"/>
                  </a:lnTo>
                  <a:lnTo>
                    <a:pt x="6042660" y="587338"/>
                  </a:lnTo>
                  <a:lnTo>
                    <a:pt x="6042818" y="587338"/>
                  </a:lnTo>
                  <a:lnTo>
                    <a:pt x="6042975" y="587338"/>
                  </a:lnTo>
                  <a:lnTo>
                    <a:pt x="6043133" y="587338"/>
                  </a:lnTo>
                  <a:lnTo>
                    <a:pt x="6043291" y="587338"/>
                  </a:lnTo>
                  <a:lnTo>
                    <a:pt x="6043448" y="587338"/>
                  </a:lnTo>
                  <a:lnTo>
                    <a:pt x="6043606" y="587338"/>
                  </a:lnTo>
                  <a:lnTo>
                    <a:pt x="6043764" y="587338"/>
                  </a:lnTo>
                  <a:lnTo>
                    <a:pt x="6043922" y="587338"/>
                  </a:lnTo>
                  <a:lnTo>
                    <a:pt x="6044079" y="587338"/>
                  </a:lnTo>
                  <a:lnTo>
                    <a:pt x="6044079" y="586907"/>
                  </a:lnTo>
                  <a:lnTo>
                    <a:pt x="6044237" y="586907"/>
                  </a:lnTo>
                  <a:lnTo>
                    <a:pt x="6044395" y="586907"/>
                  </a:lnTo>
                  <a:lnTo>
                    <a:pt x="6044395" y="586477"/>
                  </a:lnTo>
                  <a:lnTo>
                    <a:pt x="6044395" y="586046"/>
                  </a:lnTo>
                  <a:lnTo>
                    <a:pt x="6044553" y="586046"/>
                  </a:lnTo>
                  <a:lnTo>
                    <a:pt x="6044710" y="586046"/>
                  </a:lnTo>
                  <a:lnTo>
                    <a:pt x="6044868" y="586046"/>
                  </a:lnTo>
                  <a:lnTo>
                    <a:pt x="6045026" y="586046"/>
                  </a:lnTo>
                  <a:lnTo>
                    <a:pt x="6045183" y="586046"/>
                  </a:lnTo>
                  <a:lnTo>
                    <a:pt x="6045341" y="586046"/>
                  </a:lnTo>
                  <a:lnTo>
                    <a:pt x="6045499" y="586046"/>
                  </a:lnTo>
                  <a:lnTo>
                    <a:pt x="6045657" y="586046"/>
                  </a:lnTo>
                  <a:lnTo>
                    <a:pt x="6045814" y="586046"/>
                  </a:lnTo>
                  <a:lnTo>
                    <a:pt x="6045972" y="586046"/>
                  </a:lnTo>
                  <a:lnTo>
                    <a:pt x="6046130" y="586046"/>
                  </a:lnTo>
                  <a:lnTo>
                    <a:pt x="6046287" y="586046"/>
                  </a:lnTo>
                  <a:lnTo>
                    <a:pt x="6046445" y="586046"/>
                  </a:lnTo>
                  <a:lnTo>
                    <a:pt x="6046445" y="585616"/>
                  </a:lnTo>
                  <a:lnTo>
                    <a:pt x="6046603" y="585616"/>
                  </a:lnTo>
                  <a:lnTo>
                    <a:pt x="6046761" y="585616"/>
                  </a:lnTo>
                  <a:lnTo>
                    <a:pt x="6046918" y="585616"/>
                  </a:lnTo>
                  <a:lnTo>
                    <a:pt x="6047076" y="585616"/>
                  </a:lnTo>
                  <a:lnTo>
                    <a:pt x="6047234" y="585616"/>
                  </a:lnTo>
                  <a:lnTo>
                    <a:pt x="6047391" y="585616"/>
                  </a:lnTo>
                  <a:lnTo>
                    <a:pt x="6047549" y="585616"/>
                  </a:lnTo>
                  <a:lnTo>
                    <a:pt x="6047707" y="585616"/>
                  </a:lnTo>
                  <a:lnTo>
                    <a:pt x="6047707" y="585185"/>
                  </a:lnTo>
                  <a:lnTo>
                    <a:pt x="6047865" y="585185"/>
                  </a:lnTo>
                  <a:lnTo>
                    <a:pt x="6048022" y="585185"/>
                  </a:lnTo>
                  <a:lnTo>
                    <a:pt x="6048180" y="585185"/>
                  </a:lnTo>
                  <a:lnTo>
                    <a:pt x="6048338" y="585185"/>
                  </a:lnTo>
                  <a:lnTo>
                    <a:pt x="6048495" y="585185"/>
                  </a:lnTo>
                  <a:lnTo>
                    <a:pt x="6048653" y="585185"/>
                  </a:lnTo>
                  <a:lnTo>
                    <a:pt x="6048811" y="585185"/>
                  </a:lnTo>
                  <a:lnTo>
                    <a:pt x="6048969" y="585185"/>
                  </a:lnTo>
                  <a:lnTo>
                    <a:pt x="6048969" y="584754"/>
                  </a:lnTo>
                  <a:lnTo>
                    <a:pt x="6049126" y="584754"/>
                  </a:lnTo>
                  <a:lnTo>
                    <a:pt x="6049284" y="584754"/>
                  </a:lnTo>
                  <a:lnTo>
                    <a:pt x="6049442" y="584754"/>
                  </a:lnTo>
                  <a:lnTo>
                    <a:pt x="6049599" y="584754"/>
                  </a:lnTo>
                  <a:lnTo>
                    <a:pt x="6049757" y="584754"/>
                  </a:lnTo>
                  <a:lnTo>
                    <a:pt x="6049757" y="584324"/>
                  </a:lnTo>
                  <a:lnTo>
                    <a:pt x="6049915" y="584324"/>
                  </a:lnTo>
                  <a:lnTo>
                    <a:pt x="6050073" y="584324"/>
                  </a:lnTo>
                  <a:lnTo>
                    <a:pt x="6050230" y="584324"/>
                  </a:lnTo>
                  <a:lnTo>
                    <a:pt x="6050388" y="584324"/>
                  </a:lnTo>
                  <a:lnTo>
                    <a:pt x="6050388" y="583893"/>
                  </a:lnTo>
                  <a:lnTo>
                    <a:pt x="6050546" y="583893"/>
                  </a:lnTo>
                  <a:lnTo>
                    <a:pt x="6050704" y="583893"/>
                  </a:lnTo>
                  <a:lnTo>
                    <a:pt x="6050861" y="583893"/>
                  </a:lnTo>
                  <a:lnTo>
                    <a:pt x="6050861" y="583463"/>
                  </a:lnTo>
                  <a:lnTo>
                    <a:pt x="6051019" y="583463"/>
                  </a:lnTo>
                  <a:lnTo>
                    <a:pt x="6051177" y="583463"/>
                  </a:lnTo>
                  <a:lnTo>
                    <a:pt x="6051334" y="583463"/>
                  </a:lnTo>
                  <a:lnTo>
                    <a:pt x="6051492" y="583463"/>
                  </a:lnTo>
                  <a:lnTo>
                    <a:pt x="6051650" y="583463"/>
                  </a:lnTo>
                  <a:lnTo>
                    <a:pt x="6051808" y="583463"/>
                  </a:lnTo>
                  <a:lnTo>
                    <a:pt x="6051808" y="583032"/>
                  </a:lnTo>
                  <a:lnTo>
                    <a:pt x="6051965" y="583032"/>
                  </a:lnTo>
                  <a:lnTo>
                    <a:pt x="6052123" y="583032"/>
                  </a:lnTo>
                  <a:lnTo>
                    <a:pt x="6052281" y="583032"/>
                  </a:lnTo>
                  <a:lnTo>
                    <a:pt x="6052438" y="583032"/>
                  </a:lnTo>
                  <a:lnTo>
                    <a:pt x="6052596" y="583032"/>
                  </a:lnTo>
                  <a:lnTo>
                    <a:pt x="6052754" y="583032"/>
                  </a:lnTo>
                  <a:lnTo>
                    <a:pt x="6052912" y="583032"/>
                  </a:lnTo>
                  <a:lnTo>
                    <a:pt x="6053069" y="583032"/>
                  </a:lnTo>
                  <a:lnTo>
                    <a:pt x="6053227" y="583032"/>
                  </a:lnTo>
                  <a:lnTo>
                    <a:pt x="6053385" y="583032"/>
                  </a:lnTo>
                  <a:lnTo>
                    <a:pt x="6053542" y="583032"/>
                  </a:lnTo>
                  <a:lnTo>
                    <a:pt x="6053542" y="582601"/>
                  </a:lnTo>
                  <a:lnTo>
                    <a:pt x="6053700" y="582601"/>
                  </a:lnTo>
                  <a:lnTo>
                    <a:pt x="6053858" y="582601"/>
                  </a:lnTo>
                  <a:lnTo>
                    <a:pt x="6054016" y="582601"/>
                  </a:lnTo>
                  <a:lnTo>
                    <a:pt x="6054173" y="582601"/>
                  </a:lnTo>
                  <a:lnTo>
                    <a:pt x="6054331" y="582601"/>
                  </a:lnTo>
                  <a:lnTo>
                    <a:pt x="6054489" y="582601"/>
                  </a:lnTo>
                  <a:lnTo>
                    <a:pt x="6054646" y="582601"/>
                  </a:lnTo>
                  <a:lnTo>
                    <a:pt x="6054804" y="582601"/>
                  </a:lnTo>
                  <a:lnTo>
                    <a:pt x="6054962" y="582601"/>
                  </a:lnTo>
                  <a:lnTo>
                    <a:pt x="6055120" y="582601"/>
                  </a:lnTo>
                  <a:lnTo>
                    <a:pt x="6055277" y="582601"/>
                  </a:lnTo>
                  <a:lnTo>
                    <a:pt x="6055435" y="582601"/>
                  </a:lnTo>
                  <a:lnTo>
                    <a:pt x="6055593" y="582601"/>
                  </a:lnTo>
                  <a:lnTo>
                    <a:pt x="6055751" y="582601"/>
                  </a:lnTo>
                  <a:lnTo>
                    <a:pt x="6055751" y="582171"/>
                  </a:lnTo>
                  <a:lnTo>
                    <a:pt x="6055751" y="581740"/>
                  </a:lnTo>
                  <a:lnTo>
                    <a:pt x="6055908" y="581740"/>
                  </a:lnTo>
                  <a:lnTo>
                    <a:pt x="6055908" y="581310"/>
                  </a:lnTo>
                  <a:lnTo>
                    <a:pt x="6056066" y="581310"/>
                  </a:lnTo>
                  <a:lnTo>
                    <a:pt x="6056066" y="580879"/>
                  </a:lnTo>
                  <a:lnTo>
                    <a:pt x="6056224" y="580879"/>
                  </a:lnTo>
                  <a:lnTo>
                    <a:pt x="6056381" y="580879"/>
                  </a:lnTo>
                  <a:lnTo>
                    <a:pt x="6056539" y="580879"/>
                  </a:lnTo>
                  <a:lnTo>
                    <a:pt x="6056697" y="580879"/>
                  </a:lnTo>
                  <a:lnTo>
                    <a:pt x="6056855" y="580879"/>
                  </a:lnTo>
                  <a:lnTo>
                    <a:pt x="6057012" y="580879"/>
                  </a:lnTo>
                  <a:lnTo>
                    <a:pt x="6057170" y="580879"/>
                  </a:lnTo>
                  <a:lnTo>
                    <a:pt x="6057328" y="580879"/>
                  </a:lnTo>
                  <a:lnTo>
                    <a:pt x="6057485" y="580879"/>
                  </a:lnTo>
                  <a:lnTo>
                    <a:pt x="6057643" y="580879"/>
                  </a:lnTo>
                  <a:lnTo>
                    <a:pt x="6057801" y="580879"/>
                  </a:lnTo>
                  <a:lnTo>
                    <a:pt x="6057959" y="580879"/>
                  </a:lnTo>
                  <a:lnTo>
                    <a:pt x="6057959" y="580448"/>
                  </a:lnTo>
                  <a:lnTo>
                    <a:pt x="6058116" y="580448"/>
                  </a:lnTo>
                  <a:lnTo>
                    <a:pt x="6058274" y="580448"/>
                  </a:lnTo>
                  <a:lnTo>
                    <a:pt x="6058432" y="580448"/>
                  </a:lnTo>
                  <a:lnTo>
                    <a:pt x="6058589" y="580448"/>
                  </a:lnTo>
                  <a:lnTo>
                    <a:pt x="6058747" y="580448"/>
                  </a:lnTo>
                  <a:lnTo>
                    <a:pt x="6058905" y="580448"/>
                  </a:lnTo>
                  <a:lnTo>
                    <a:pt x="6059063" y="580448"/>
                  </a:lnTo>
                  <a:lnTo>
                    <a:pt x="6059220" y="580448"/>
                  </a:lnTo>
                  <a:lnTo>
                    <a:pt x="6059378" y="580448"/>
                  </a:lnTo>
                  <a:lnTo>
                    <a:pt x="6059536" y="580448"/>
                  </a:lnTo>
                  <a:lnTo>
                    <a:pt x="6059693" y="580448"/>
                  </a:lnTo>
                  <a:lnTo>
                    <a:pt x="6059851" y="580448"/>
                  </a:lnTo>
                  <a:lnTo>
                    <a:pt x="6060009" y="580448"/>
                  </a:lnTo>
                  <a:lnTo>
                    <a:pt x="6060167" y="580448"/>
                  </a:lnTo>
                  <a:lnTo>
                    <a:pt x="6060324" y="580448"/>
                  </a:lnTo>
                  <a:lnTo>
                    <a:pt x="6060482" y="580448"/>
                  </a:lnTo>
                  <a:lnTo>
                    <a:pt x="6060640" y="580448"/>
                  </a:lnTo>
                  <a:lnTo>
                    <a:pt x="6060797" y="580448"/>
                  </a:lnTo>
                  <a:lnTo>
                    <a:pt x="6060797" y="580018"/>
                  </a:lnTo>
                  <a:lnTo>
                    <a:pt x="6060955" y="580018"/>
                  </a:lnTo>
                  <a:lnTo>
                    <a:pt x="6061113" y="580018"/>
                  </a:lnTo>
                  <a:lnTo>
                    <a:pt x="6061113" y="579587"/>
                  </a:lnTo>
                  <a:lnTo>
                    <a:pt x="6061271" y="579587"/>
                  </a:lnTo>
                  <a:lnTo>
                    <a:pt x="6061271" y="579157"/>
                  </a:lnTo>
                  <a:lnTo>
                    <a:pt x="6061428" y="579157"/>
                  </a:lnTo>
                  <a:lnTo>
                    <a:pt x="6061586" y="579157"/>
                  </a:lnTo>
                  <a:lnTo>
                    <a:pt x="6061744" y="579157"/>
                  </a:lnTo>
                  <a:lnTo>
                    <a:pt x="6061744" y="578726"/>
                  </a:lnTo>
                  <a:lnTo>
                    <a:pt x="6061902" y="578726"/>
                  </a:lnTo>
                  <a:lnTo>
                    <a:pt x="6062059" y="578726"/>
                  </a:lnTo>
                  <a:lnTo>
                    <a:pt x="6062217" y="578726"/>
                  </a:lnTo>
                  <a:lnTo>
                    <a:pt x="6062217" y="578295"/>
                  </a:lnTo>
                  <a:lnTo>
                    <a:pt x="6062375" y="578295"/>
                  </a:lnTo>
                  <a:lnTo>
                    <a:pt x="6062532" y="578295"/>
                  </a:lnTo>
                  <a:lnTo>
                    <a:pt x="6062690" y="578295"/>
                  </a:lnTo>
                  <a:lnTo>
                    <a:pt x="6062848" y="578295"/>
                  </a:lnTo>
                  <a:lnTo>
                    <a:pt x="6063006" y="578295"/>
                  </a:lnTo>
                  <a:lnTo>
                    <a:pt x="6063163" y="578295"/>
                  </a:lnTo>
                  <a:lnTo>
                    <a:pt x="6063321" y="578295"/>
                  </a:lnTo>
                  <a:lnTo>
                    <a:pt x="6063479" y="578295"/>
                  </a:lnTo>
                  <a:lnTo>
                    <a:pt x="6063636" y="578295"/>
                  </a:lnTo>
                  <a:lnTo>
                    <a:pt x="6063794" y="578295"/>
                  </a:lnTo>
                  <a:lnTo>
                    <a:pt x="6063952" y="578295"/>
                  </a:lnTo>
                  <a:lnTo>
                    <a:pt x="6064110" y="578295"/>
                  </a:lnTo>
                  <a:lnTo>
                    <a:pt x="6064110" y="577865"/>
                  </a:lnTo>
                  <a:lnTo>
                    <a:pt x="6064267" y="577865"/>
                  </a:lnTo>
                  <a:lnTo>
                    <a:pt x="6064425" y="577865"/>
                  </a:lnTo>
                  <a:lnTo>
                    <a:pt x="6064583" y="577865"/>
                  </a:lnTo>
                  <a:lnTo>
                    <a:pt x="6064583" y="577434"/>
                  </a:lnTo>
                  <a:lnTo>
                    <a:pt x="6064740" y="577434"/>
                  </a:lnTo>
                  <a:lnTo>
                    <a:pt x="6064898" y="577434"/>
                  </a:lnTo>
                  <a:lnTo>
                    <a:pt x="6065056" y="577434"/>
                  </a:lnTo>
                  <a:lnTo>
                    <a:pt x="6065214" y="577434"/>
                  </a:lnTo>
                  <a:lnTo>
                    <a:pt x="6065371" y="577434"/>
                  </a:lnTo>
                  <a:lnTo>
                    <a:pt x="6065529" y="577434"/>
                  </a:lnTo>
                  <a:lnTo>
                    <a:pt x="6065687" y="577434"/>
                  </a:lnTo>
                  <a:lnTo>
                    <a:pt x="6065844" y="577434"/>
                  </a:lnTo>
                  <a:lnTo>
                    <a:pt x="6066002" y="577434"/>
                  </a:lnTo>
                  <a:lnTo>
                    <a:pt x="6066160" y="577434"/>
                  </a:lnTo>
                  <a:lnTo>
                    <a:pt x="6066318" y="577434"/>
                  </a:lnTo>
                  <a:lnTo>
                    <a:pt x="6066475" y="577434"/>
                  </a:lnTo>
                  <a:lnTo>
                    <a:pt x="6066633" y="577434"/>
                  </a:lnTo>
                  <a:lnTo>
                    <a:pt x="6066791" y="577434"/>
                  </a:lnTo>
                  <a:lnTo>
                    <a:pt x="6066949" y="577434"/>
                  </a:lnTo>
                  <a:lnTo>
                    <a:pt x="6067106" y="577434"/>
                  </a:lnTo>
                  <a:lnTo>
                    <a:pt x="6067264" y="577434"/>
                  </a:lnTo>
                  <a:lnTo>
                    <a:pt x="6067422" y="577434"/>
                  </a:lnTo>
                  <a:lnTo>
                    <a:pt x="6067579" y="577434"/>
                  </a:lnTo>
                  <a:lnTo>
                    <a:pt x="6067737" y="577434"/>
                  </a:lnTo>
                  <a:lnTo>
                    <a:pt x="6067895" y="577434"/>
                  </a:lnTo>
                  <a:lnTo>
                    <a:pt x="6068053" y="577434"/>
                  </a:lnTo>
                  <a:lnTo>
                    <a:pt x="6068210" y="577434"/>
                  </a:lnTo>
                  <a:lnTo>
                    <a:pt x="6068368" y="577434"/>
                  </a:lnTo>
                  <a:lnTo>
                    <a:pt x="6068368" y="577004"/>
                  </a:lnTo>
                  <a:lnTo>
                    <a:pt x="6068526" y="577004"/>
                  </a:lnTo>
                  <a:lnTo>
                    <a:pt x="6068683" y="577004"/>
                  </a:lnTo>
                  <a:lnTo>
                    <a:pt x="6068841" y="577004"/>
                  </a:lnTo>
                  <a:lnTo>
                    <a:pt x="6068999" y="577004"/>
                  </a:lnTo>
                  <a:lnTo>
                    <a:pt x="6069157" y="577004"/>
                  </a:lnTo>
                  <a:lnTo>
                    <a:pt x="6069314" y="577004"/>
                  </a:lnTo>
                  <a:lnTo>
                    <a:pt x="6069472" y="577004"/>
                  </a:lnTo>
                  <a:lnTo>
                    <a:pt x="6069472" y="576573"/>
                  </a:lnTo>
                  <a:lnTo>
                    <a:pt x="6069630" y="576573"/>
                  </a:lnTo>
                  <a:lnTo>
                    <a:pt x="6069787" y="576573"/>
                  </a:lnTo>
                  <a:lnTo>
                    <a:pt x="6069945" y="576573"/>
                  </a:lnTo>
                  <a:lnTo>
                    <a:pt x="6070103" y="576573"/>
                  </a:lnTo>
                  <a:lnTo>
                    <a:pt x="6070261" y="576573"/>
                  </a:lnTo>
                  <a:lnTo>
                    <a:pt x="6070261" y="576142"/>
                  </a:lnTo>
                  <a:lnTo>
                    <a:pt x="6070418" y="576142"/>
                  </a:lnTo>
                  <a:lnTo>
                    <a:pt x="6070576" y="576142"/>
                  </a:lnTo>
                  <a:lnTo>
                    <a:pt x="6070734" y="576142"/>
                  </a:lnTo>
                  <a:lnTo>
                    <a:pt x="6070891" y="576142"/>
                  </a:lnTo>
                  <a:lnTo>
                    <a:pt x="6071049" y="576142"/>
                  </a:lnTo>
                  <a:lnTo>
                    <a:pt x="6071207" y="576142"/>
                  </a:lnTo>
                  <a:lnTo>
                    <a:pt x="6071365" y="576142"/>
                  </a:lnTo>
                  <a:lnTo>
                    <a:pt x="6071522" y="576142"/>
                  </a:lnTo>
                  <a:lnTo>
                    <a:pt x="6071680" y="576142"/>
                  </a:lnTo>
                  <a:lnTo>
                    <a:pt x="6071838" y="576142"/>
                  </a:lnTo>
                  <a:lnTo>
                    <a:pt x="6071838" y="575712"/>
                  </a:lnTo>
                  <a:lnTo>
                    <a:pt x="6071995" y="575712"/>
                  </a:lnTo>
                  <a:lnTo>
                    <a:pt x="6072153" y="575712"/>
                  </a:lnTo>
                  <a:lnTo>
                    <a:pt x="6072311" y="575712"/>
                  </a:lnTo>
                  <a:lnTo>
                    <a:pt x="6072469" y="575712"/>
                  </a:lnTo>
                  <a:lnTo>
                    <a:pt x="6072626" y="575712"/>
                  </a:lnTo>
                  <a:lnTo>
                    <a:pt x="6072784" y="575712"/>
                  </a:lnTo>
                  <a:lnTo>
                    <a:pt x="6072942" y="575712"/>
                  </a:lnTo>
                  <a:lnTo>
                    <a:pt x="6073100" y="575712"/>
                  </a:lnTo>
                  <a:lnTo>
                    <a:pt x="6073100" y="575281"/>
                  </a:lnTo>
                  <a:lnTo>
                    <a:pt x="6073257" y="575281"/>
                  </a:lnTo>
                  <a:lnTo>
                    <a:pt x="6073415" y="575281"/>
                  </a:lnTo>
                  <a:lnTo>
                    <a:pt x="6073573" y="575281"/>
                  </a:lnTo>
                  <a:lnTo>
                    <a:pt x="6073730" y="575281"/>
                  </a:lnTo>
                  <a:lnTo>
                    <a:pt x="6073888" y="575281"/>
                  </a:lnTo>
                  <a:lnTo>
                    <a:pt x="6074046" y="575281"/>
                  </a:lnTo>
                  <a:lnTo>
                    <a:pt x="6074204" y="575281"/>
                  </a:lnTo>
                  <a:lnTo>
                    <a:pt x="6074361" y="575281"/>
                  </a:lnTo>
                  <a:lnTo>
                    <a:pt x="6074519" y="575281"/>
                  </a:lnTo>
                  <a:lnTo>
                    <a:pt x="6074677" y="575281"/>
                  </a:lnTo>
                  <a:lnTo>
                    <a:pt x="6074834" y="575281"/>
                  </a:lnTo>
                  <a:lnTo>
                    <a:pt x="6074992" y="575281"/>
                  </a:lnTo>
                  <a:lnTo>
                    <a:pt x="6075150" y="575281"/>
                  </a:lnTo>
                  <a:lnTo>
                    <a:pt x="6075150" y="574851"/>
                  </a:lnTo>
                  <a:lnTo>
                    <a:pt x="6075308" y="574851"/>
                  </a:lnTo>
                  <a:lnTo>
                    <a:pt x="6075308" y="574420"/>
                  </a:lnTo>
                  <a:lnTo>
                    <a:pt x="6075465" y="574420"/>
                  </a:lnTo>
                  <a:lnTo>
                    <a:pt x="6075623" y="574420"/>
                  </a:lnTo>
                  <a:lnTo>
                    <a:pt x="6075781" y="574420"/>
                  </a:lnTo>
                  <a:lnTo>
                    <a:pt x="6075938" y="574420"/>
                  </a:lnTo>
                  <a:lnTo>
                    <a:pt x="6076096" y="574420"/>
                  </a:lnTo>
                  <a:lnTo>
                    <a:pt x="6076254" y="574420"/>
                  </a:lnTo>
                  <a:lnTo>
                    <a:pt x="6076412" y="574420"/>
                  </a:lnTo>
                  <a:lnTo>
                    <a:pt x="6076569" y="574420"/>
                  </a:lnTo>
                  <a:lnTo>
                    <a:pt x="6076727" y="574420"/>
                  </a:lnTo>
                  <a:lnTo>
                    <a:pt x="6076885" y="574420"/>
                  </a:lnTo>
                  <a:lnTo>
                    <a:pt x="6077042" y="574420"/>
                  </a:lnTo>
                  <a:lnTo>
                    <a:pt x="6077042" y="573989"/>
                  </a:lnTo>
                  <a:lnTo>
                    <a:pt x="6077200" y="573989"/>
                  </a:lnTo>
                  <a:lnTo>
                    <a:pt x="6077358" y="573989"/>
                  </a:lnTo>
                  <a:lnTo>
                    <a:pt x="6077358" y="573559"/>
                  </a:lnTo>
                  <a:lnTo>
                    <a:pt x="6077516" y="573559"/>
                  </a:lnTo>
                  <a:lnTo>
                    <a:pt x="6077673" y="573559"/>
                  </a:lnTo>
                  <a:lnTo>
                    <a:pt x="6077831" y="573559"/>
                  </a:lnTo>
                  <a:lnTo>
                    <a:pt x="6077989" y="573559"/>
                  </a:lnTo>
                  <a:lnTo>
                    <a:pt x="6078147" y="573559"/>
                  </a:lnTo>
                  <a:lnTo>
                    <a:pt x="6078304" y="573559"/>
                  </a:lnTo>
                  <a:lnTo>
                    <a:pt x="6078462" y="573559"/>
                  </a:lnTo>
                  <a:lnTo>
                    <a:pt x="6078620" y="573559"/>
                  </a:lnTo>
                  <a:lnTo>
                    <a:pt x="6078777" y="573559"/>
                  </a:lnTo>
                  <a:lnTo>
                    <a:pt x="6078935" y="573559"/>
                  </a:lnTo>
                  <a:lnTo>
                    <a:pt x="6079093" y="573559"/>
                  </a:lnTo>
                  <a:lnTo>
                    <a:pt x="6079251" y="573559"/>
                  </a:lnTo>
                  <a:lnTo>
                    <a:pt x="6079408" y="573559"/>
                  </a:lnTo>
                  <a:lnTo>
                    <a:pt x="6079566" y="573559"/>
                  </a:lnTo>
                  <a:lnTo>
                    <a:pt x="6079724" y="573559"/>
                  </a:lnTo>
                  <a:lnTo>
                    <a:pt x="6079881" y="573559"/>
                  </a:lnTo>
                  <a:lnTo>
                    <a:pt x="6080039" y="573559"/>
                  </a:lnTo>
                  <a:lnTo>
                    <a:pt x="6080197" y="573559"/>
                  </a:lnTo>
                  <a:lnTo>
                    <a:pt x="6080355" y="573559"/>
                  </a:lnTo>
                  <a:lnTo>
                    <a:pt x="6080512" y="573559"/>
                  </a:lnTo>
                  <a:lnTo>
                    <a:pt x="6080670" y="573559"/>
                  </a:lnTo>
                  <a:lnTo>
                    <a:pt x="6080670" y="573128"/>
                  </a:lnTo>
                  <a:lnTo>
                    <a:pt x="6080828" y="573128"/>
                  </a:lnTo>
                  <a:lnTo>
                    <a:pt x="6080985" y="573128"/>
                  </a:lnTo>
                  <a:lnTo>
                    <a:pt x="6081143" y="573128"/>
                  </a:lnTo>
                  <a:lnTo>
                    <a:pt x="6081143" y="572698"/>
                  </a:lnTo>
                  <a:lnTo>
                    <a:pt x="6081301" y="572698"/>
                  </a:lnTo>
                  <a:lnTo>
                    <a:pt x="6081459" y="572698"/>
                  </a:lnTo>
                  <a:lnTo>
                    <a:pt x="6081616" y="572698"/>
                  </a:lnTo>
                  <a:lnTo>
                    <a:pt x="6081616" y="572267"/>
                  </a:lnTo>
                  <a:lnTo>
                    <a:pt x="6081774" y="572267"/>
                  </a:lnTo>
                  <a:lnTo>
                    <a:pt x="6081932" y="572267"/>
                  </a:lnTo>
                  <a:lnTo>
                    <a:pt x="6082089" y="572267"/>
                  </a:lnTo>
                  <a:lnTo>
                    <a:pt x="6082247" y="572267"/>
                  </a:lnTo>
                  <a:lnTo>
                    <a:pt x="6082405" y="572267"/>
                  </a:lnTo>
                  <a:lnTo>
                    <a:pt x="6082563" y="572267"/>
                  </a:lnTo>
                  <a:lnTo>
                    <a:pt x="6082720" y="572267"/>
                  </a:lnTo>
                  <a:lnTo>
                    <a:pt x="6082878" y="572267"/>
                  </a:lnTo>
                  <a:lnTo>
                    <a:pt x="6083036" y="572267"/>
                  </a:lnTo>
                  <a:lnTo>
                    <a:pt x="6083193" y="572267"/>
                  </a:lnTo>
                  <a:lnTo>
                    <a:pt x="6083193" y="571836"/>
                  </a:lnTo>
                  <a:lnTo>
                    <a:pt x="6083351" y="571836"/>
                  </a:lnTo>
                  <a:lnTo>
                    <a:pt x="6083509" y="571836"/>
                  </a:lnTo>
                  <a:lnTo>
                    <a:pt x="6083667" y="571836"/>
                  </a:lnTo>
                  <a:lnTo>
                    <a:pt x="6083824" y="571836"/>
                  </a:lnTo>
                  <a:lnTo>
                    <a:pt x="6083982" y="571836"/>
                  </a:lnTo>
                  <a:lnTo>
                    <a:pt x="6084140" y="571836"/>
                  </a:lnTo>
                  <a:lnTo>
                    <a:pt x="6084140" y="571406"/>
                  </a:lnTo>
                  <a:lnTo>
                    <a:pt x="6084298" y="571406"/>
                  </a:lnTo>
                  <a:lnTo>
                    <a:pt x="6084455" y="571406"/>
                  </a:lnTo>
                  <a:lnTo>
                    <a:pt x="6084613" y="571406"/>
                  </a:lnTo>
                  <a:lnTo>
                    <a:pt x="6084771" y="571406"/>
                  </a:lnTo>
                  <a:lnTo>
                    <a:pt x="6084928" y="571406"/>
                  </a:lnTo>
                  <a:lnTo>
                    <a:pt x="6085086" y="571406"/>
                  </a:lnTo>
                  <a:lnTo>
                    <a:pt x="6085244" y="571406"/>
                  </a:lnTo>
                  <a:lnTo>
                    <a:pt x="6085402" y="571406"/>
                  </a:lnTo>
                  <a:lnTo>
                    <a:pt x="6085559" y="571406"/>
                  </a:lnTo>
                  <a:lnTo>
                    <a:pt x="6085717" y="571406"/>
                  </a:lnTo>
                  <a:lnTo>
                    <a:pt x="6085875" y="571406"/>
                  </a:lnTo>
                  <a:lnTo>
                    <a:pt x="6086032" y="571406"/>
                  </a:lnTo>
                  <a:lnTo>
                    <a:pt x="6086190" y="571406"/>
                  </a:lnTo>
                  <a:lnTo>
                    <a:pt x="6086348" y="571406"/>
                  </a:lnTo>
                  <a:lnTo>
                    <a:pt x="6086506" y="571406"/>
                  </a:lnTo>
                  <a:lnTo>
                    <a:pt x="6086663" y="571406"/>
                  </a:lnTo>
                  <a:lnTo>
                    <a:pt x="6086821" y="571406"/>
                  </a:lnTo>
                  <a:lnTo>
                    <a:pt x="6086979" y="571406"/>
                  </a:lnTo>
                  <a:lnTo>
                    <a:pt x="6087136" y="571406"/>
                  </a:lnTo>
                  <a:lnTo>
                    <a:pt x="6087294" y="571406"/>
                  </a:lnTo>
                  <a:lnTo>
                    <a:pt x="6087452" y="571406"/>
                  </a:lnTo>
                  <a:lnTo>
                    <a:pt x="6087610" y="571406"/>
                  </a:lnTo>
                  <a:lnTo>
                    <a:pt x="6087610" y="570975"/>
                  </a:lnTo>
                  <a:lnTo>
                    <a:pt x="6087767" y="570975"/>
                  </a:lnTo>
                  <a:lnTo>
                    <a:pt x="6087925" y="570975"/>
                  </a:lnTo>
                  <a:lnTo>
                    <a:pt x="6088083" y="570975"/>
                  </a:lnTo>
                  <a:lnTo>
                    <a:pt x="6088240" y="570975"/>
                  </a:lnTo>
                  <a:lnTo>
                    <a:pt x="6088398" y="570975"/>
                  </a:lnTo>
                  <a:lnTo>
                    <a:pt x="6088556" y="570975"/>
                  </a:lnTo>
                  <a:lnTo>
                    <a:pt x="6088714" y="570975"/>
                  </a:lnTo>
                  <a:lnTo>
                    <a:pt x="6088871" y="570975"/>
                  </a:lnTo>
                  <a:lnTo>
                    <a:pt x="6089029" y="570975"/>
                  </a:lnTo>
                  <a:lnTo>
                    <a:pt x="6089187" y="570975"/>
                  </a:lnTo>
                  <a:lnTo>
                    <a:pt x="6089345" y="570975"/>
                  </a:lnTo>
                  <a:lnTo>
                    <a:pt x="6089502" y="570975"/>
                  </a:lnTo>
                  <a:lnTo>
                    <a:pt x="6089502" y="570545"/>
                  </a:lnTo>
                  <a:lnTo>
                    <a:pt x="6089660" y="570545"/>
                  </a:lnTo>
                  <a:lnTo>
                    <a:pt x="6089818" y="570545"/>
                  </a:lnTo>
                  <a:lnTo>
                    <a:pt x="6089975" y="570545"/>
                  </a:lnTo>
                  <a:lnTo>
                    <a:pt x="6090133" y="570545"/>
                  </a:lnTo>
                  <a:lnTo>
                    <a:pt x="6090291" y="570545"/>
                  </a:lnTo>
                  <a:lnTo>
                    <a:pt x="6090449" y="570545"/>
                  </a:lnTo>
                  <a:lnTo>
                    <a:pt x="6090606" y="570545"/>
                  </a:lnTo>
                  <a:lnTo>
                    <a:pt x="6090764" y="570545"/>
                  </a:lnTo>
                  <a:lnTo>
                    <a:pt x="6090922" y="570545"/>
                  </a:lnTo>
                  <a:lnTo>
                    <a:pt x="6091079" y="570545"/>
                  </a:lnTo>
                  <a:lnTo>
                    <a:pt x="6091237" y="570545"/>
                  </a:lnTo>
                  <a:lnTo>
                    <a:pt x="6091395" y="570545"/>
                  </a:lnTo>
                  <a:lnTo>
                    <a:pt x="6091553" y="570545"/>
                  </a:lnTo>
                  <a:lnTo>
                    <a:pt x="6091710" y="570545"/>
                  </a:lnTo>
                  <a:lnTo>
                    <a:pt x="6091868" y="570545"/>
                  </a:lnTo>
                  <a:lnTo>
                    <a:pt x="6092026" y="570545"/>
                  </a:lnTo>
                  <a:lnTo>
                    <a:pt x="6092183" y="570545"/>
                  </a:lnTo>
                  <a:lnTo>
                    <a:pt x="6092341" y="570545"/>
                  </a:lnTo>
                  <a:lnTo>
                    <a:pt x="6092341" y="570114"/>
                  </a:lnTo>
                  <a:lnTo>
                    <a:pt x="6092499" y="570114"/>
                  </a:lnTo>
                  <a:lnTo>
                    <a:pt x="6092657" y="570114"/>
                  </a:lnTo>
                  <a:lnTo>
                    <a:pt x="6092814" y="570114"/>
                  </a:lnTo>
                  <a:lnTo>
                    <a:pt x="6092814" y="569683"/>
                  </a:lnTo>
                  <a:lnTo>
                    <a:pt x="6092972" y="569683"/>
                  </a:lnTo>
                  <a:lnTo>
                    <a:pt x="6093130" y="569683"/>
                  </a:lnTo>
                  <a:lnTo>
                    <a:pt x="6093287" y="569683"/>
                  </a:lnTo>
                  <a:lnTo>
                    <a:pt x="6093445" y="569683"/>
                  </a:lnTo>
                  <a:lnTo>
                    <a:pt x="6093603" y="569683"/>
                  </a:lnTo>
                  <a:lnTo>
                    <a:pt x="6093603" y="569253"/>
                  </a:lnTo>
                  <a:lnTo>
                    <a:pt x="6093761" y="569253"/>
                  </a:lnTo>
                  <a:lnTo>
                    <a:pt x="6093918" y="569253"/>
                  </a:lnTo>
                  <a:lnTo>
                    <a:pt x="6094076" y="569253"/>
                  </a:lnTo>
                  <a:lnTo>
                    <a:pt x="6094076" y="568822"/>
                  </a:lnTo>
                  <a:lnTo>
                    <a:pt x="6094234" y="568822"/>
                  </a:lnTo>
                  <a:lnTo>
                    <a:pt x="6094391" y="568822"/>
                  </a:lnTo>
                  <a:lnTo>
                    <a:pt x="6094549" y="568822"/>
                  </a:lnTo>
                  <a:lnTo>
                    <a:pt x="6094707" y="568822"/>
                  </a:lnTo>
                  <a:lnTo>
                    <a:pt x="6094865" y="568822"/>
                  </a:lnTo>
                  <a:lnTo>
                    <a:pt x="6095022" y="568822"/>
                  </a:lnTo>
                  <a:lnTo>
                    <a:pt x="6095180" y="568822"/>
                  </a:lnTo>
                  <a:lnTo>
                    <a:pt x="6095180" y="568392"/>
                  </a:lnTo>
                  <a:lnTo>
                    <a:pt x="6095338" y="568392"/>
                  </a:lnTo>
                  <a:lnTo>
                    <a:pt x="6095496" y="568392"/>
                  </a:lnTo>
                  <a:lnTo>
                    <a:pt x="6095653" y="568392"/>
                  </a:lnTo>
                  <a:lnTo>
                    <a:pt x="6095811" y="568392"/>
                  </a:lnTo>
                  <a:lnTo>
                    <a:pt x="6095969" y="568392"/>
                  </a:lnTo>
                  <a:lnTo>
                    <a:pt x="6095969" y="567961"/>
                  </a:lnTo>
                  <a:lnTo>
                    <a:pt x="6096126" y="567961"/>
                  </a:lnTo>
                  <a:lnTo>
                    <a:pt x="6096284" y="567961"/>
                  </a:lnTo>
                  <a:lnTo>
                    <a:pt x="6096442" y="567961"/>
                  </a:lnTo>
                  <a:lnTo>
                    <a:pt x="6096600" y="567961"/>
                  </a:lnTo>
                  <a:lnTo>
                    <a:pt x="6096757" y="567961"/>
                  </a:lnTo>
                  <a:lnTo>
                    <a:pt x="6096915" y="567961"/>
                  </a:lnTo>
                  <a:lnTo>
                    <a:pt x="6097073" y="567961"/>
                  </a:lnTo>
                  <a:lnTo>
                    <a:pt x="6097230" y="567961"/>
                  </a:lnTo>
                  <a:lnTo>
                    <a:pt x="6097388" y="567961"/>
                  </a:lnTo>
                  <a:lnTo>
                    <a:pt x="6097546" y="567961"/>
                  </a:lnTo>
                  <a:lnTo>
                    <a:pt x="6097704" y="567961"/>
                  </a:lnTo>
                  <a:lnTo>
                    <a:pt x="6097861" y="567961"/>
                  </a:lnTo>
                  <a:lnTo>
                    <a:pt x="6098019" y="567961"/>
                  </a:lnTo>
                  <a:lnTo>
                    <a:pt x="6098177" y="567961"/>
                  </a:lnTo>
                  <a:lnTo>
                    <a:pt x="6098334" y="567961"/>
                  </a:lnTo>
                  <a:lnTo>
                    <a:pt x="6098492" y="567961"/>
                  </a:lnTo>
                  <a:lnTo>
                    <a:pt x="6098650" y="567961"/>
                  </a:lnTo>
                  <a:lnTo>
                    <a:pt x="6098650" y="567530"/>
                  </a:lnTo>
                  <a:lnTo>
                    <a:pt x="6098808" y="567530"/>
                  </a:lnTo>
                  <a:lnTo>
                    <a:pt x="6098965" y="567530"/>
                  </a:lnTo>
                  <a:lnTo>
                    <a:pt x="6099123" y="567530"/>
                  </a:lnTo>
                  <a:lnTo>
                    <a:pt x="6099281" y="567530"/>
                  </a:lnTo>
                  <a:lnTo>
                    <a:pt x="6099438" y="567530"/>
                  </a:lnTo>
                  <a:lnTo>
                    <a:pt x="6099596" y="567530"/>
                  </a:lnTo>
                  <a:lnTo>
                    <a:pt x="6099754" y="567530"/>
                  </a:lnTo>
                  <a:lnTo>
                    <a:pt x="6099912" y="567530"/>
                  </a:lnTo>
                  <a:lnTo>
                    <a:pt x="6100069" y="567530"/>
                  </a:lnTo>
                  <a:lnTo>
                    <a:pt x="6100227" y="567530"/>
                  </a:lnTo>
                  <a:lnTo>
                    <a:pt x="6100385" y="567530"/>
                  </a:lnTo>
                  <a:lnTo>
                    <a:pt x="6100543" y="567530"/>
                  </a:lnTo>
                  <a:lnTo>
                    <a:pt x="6100700" y="567530"/>
                  </a:lnTo>
                  <a:lnTo>
                    <a:pt x="6100858" y="567530"/>
                  </a:lnTo>
                  <a:lnTo>
                    <a:pt x="6101016" y="567530"/>
                  </a:lnTo>
                  <a:lnTo>
                    <a:pt x="6101173" y="567530"/>
                  </a:lnTo>
                  <a:lnTo>
                    <a:pt x="6101173" y="567100"/>
                  </a:lnTo>
                  <a:lnTo>
                    <a:pt x="6101331" y="567100"/>
                  </a:lnTo>
                  <a:lnTo>
                    <a:pt x="6101489" y="567100"/>
                  </a:lnTo>
                  <a:lnTo>
                    <a:pt x="6101647" y="567100"/>
                  </a:lnTo>
                  <a:lnTo>
                    <a:pt x="6101804" y="567100"/>
                  </a:lnTo>
                  <a:lnTo>
                    <a:pt x="6101804" y="566669"/>
                  </a:lnTo>
                  <a:lnTo>
                    <a:pt x="6101962" y="566669"/>
                  </a:lnTo>
                  <a:lnTo>
                    <a:pt x="6102120" y="566669"/>
                  </a:lnTo>
                  <a:lnTo>
                    <a:pt x="6102120" y="566239"/>
                  </a:lnTo>
                  <a:lnTo>
                    <a:pt x="6102120" y="565808"/>
                  </a:lnTo>
                  <a:lnTo>
                    <a:pt x="6102277" y="565808"/>
                  </a:lnTo>
                  <a:lnTo>
                    <a:pt x="6102277" y="565377"/>
                  </a:lnTo>
                  <a:lnTo>
                    <a:pt x="6102435" y="565377"/>
                  </a:lnTo>
                  <a:lnTo>
                    <a:pt x="6102593" y="565377"/>
                  </a:lnTo>
                  <a:lnTo>
                    <a:pt x="6102751" y="565377"/>
                  </a:lnTo>
                  <a:lnTo>
                    <a:pt x="6102751" y="564947"/>
                  </a:lnTo>
                  <a:lnTo>
                    <a:pt x="6102908" y="564947"/>
                  </a:lnTo>
                  <a:lnTo>
                    <a:pt x="6103066" y="564947"/>
                  </a:lnTo>
                  <a:lnTo>
                    <a:pt x="6103224" y="564947"/>
                  </a:lnTo>
                  <a:lnTo>
                    <a:pt x="6103381" y="564947"/>
                  </a:lnTo>
                  <a:lnTo>
                    <a:pt x="6103539" y="564947"/>
                  </a:lnTo>
                  <a:lnTo>
                    <a:pt x="6103697" y="564947"/>
                  </a:lnTo>
                  <a:lnTo>
                    <a:pt x="6103697" y="564516"/>
                  </a:lnTo>
                  <a:lnTo>
                    <a:pt x="6103855" y="564516"/>
                  </a:lnTo>
                  <a:lnTo>
                    <a:pt x="6104012" y="564516"/>
                  </a:lnTo>
                  <a:lnTo>
                    <a:pt x="6104170" y="564516"/>
                  </a:lnTo>
                  <a:lnTo>
                    <a:pt x="6104328" y="564516"/>
                  </a:lnTo>
                  <a:lnTo>
                    <a:pt x="6104485" y="564516"/>
                  </a:lnTo>
                  <a:lnTo>
                    <a:pt x="6104643" y="564516"/>
                  </a:lnTo>
                  <a:lnTo>
                    <a:pt x="6104801" y="564516"/>
                  </a:lnTo>
                  <a:lnTo>
                    <a:pt x="6104959" y="564516"/>
                  </a:lnTo>
                  <a:lnTo>
                    <a:pt x="6105116" y="564516"/>
                  </a:lnTo>
                  <a:lnTo>
                    <a:pt x="6105274" y="564516"/>
                  </a:lnTo>
                  <a:lnTo>
                    <a:pt x="6105274" y="564086"/>
                  </a:lnTo>
                  <a:lnTo>
                    <a:pt x="6105432" y="564086"/>
                  </a:lnTo>
                  <a:lnTo>
                    <a:pt x="6105589" y="564086"/>
                  </a:lnTo>
                  <a:lnTo>
                    <a:pt x="6105747" y="564086"/>
                  </a:lnTo>
                  <a:lnTo>
                    <a:pt x="6105905" y="564086"/>
                  </a:lnTo>
                  <a:lnTo>
                    <a:pt x="6106063" y="564086"/>
                  </a:lnTo>
                  <a:lnTo>
                    <a:pt x="6106220" y="564086"/>
                  </a:lnTo>
                  <a:lnTo>
                    <a:pt x="6106378" y="564086"/>
                  </a:lnTo>
                  <a:lnTo>
                    <a:pt x="6106378" y="563655"/>
                  </a:lnTo>
                  <a:lnTo>
                    <a:pt x="6106536" y="563655"/>
                  </a:lnTo>
                  <a:lnTo>
                    <a:pt x="6106694" y="563655"/>
                  </a:lnTo>
                  <a:lnTo>
                    <a:pt x="6106851" y="563655"/>
                  </a:lnTo>
                  <a:lnTo>
                    <a:pt x="6107009" y="563655"/>
                  </a:lnTo>
                  <a:lnTo>
                    <a:pt x="6107167" y="563655"/>
                  </a:lnTo>
                  <a:lnTo>
                    <a:pt x="6107324" y="563655"/>
                  </a:lnTo>
                  <a:lnTo>
                    <a:pt x="6107482" y="563655"/>
                  </a:lnTo>
                  <a:lnTo>
                    <a:pt x="6107640" y="563655"/>
                  </a:lnTo>
                  <a:lnTo>
                    <a:pt x="6107798" y="563655"/>
                  </a:lnTo>
                  <a:lnTo>
                    <a:pt x="6107955" y="563655"/>
                  </a:lnTo>
                  <a:lnTo>
                    <a:pt x="6107955" y="563224"/>
                  </a:lnTo>
                  <a:lnTo>
                    <a:pt x="6108113" y="563224"/>
                  </a:lnTo>
                  <a:lnTo>
                    <a:pt x="6108271" y="563224"/>
                  </a:lnTo>
                  <a:lnTo>
                    <a:pt x="6108428" y="563224"/>
                  </a:lnTo>
                  <a:lnTo>
                    <a:pt x="6108428" y="562794"/>
                  </a:lnTo>
                  <a:lnTo>
                    <a:pt x="6108586" y="562794"/>
                  </a:lnTo>
                  <a:lnTo>
                    <a:pt x="6108744" y="562794"/>
                  </a:lnTo>
                  <a:lnTo>
                    <a:pt x="6108902" y="562794"/>
                  </a:lnTo>
                  <a:lnTo>
                    <a:pt x="6109059" y="562794"/>
                  </a:lnTo>
                  <a:lnTo>
                    <a:pt x="6109217" y="562794"/>
                  </a:lnTo>
                  <a:lnTo>
                    <a:pt x="6109217" y="562363"/>
                  </a:lnTo>
                  <a:lnTo>
                    <a:pt x="6109217" y="561933"/>
                  </a:lnTo>
                  <a:lnTo>
                    <a:pt x="6109375" y="561933"/>
                  </a:lnTo>
                  <a:lnTo>
                    <a:pt x="6109532" y="561933"/>
                  </a:lnTo>
                  <a:lnTo>
                    <a:pt x="6109690" y="561933"/>
                  </a:lnTo>
                  <a:lnTo>
                    <a:pt x="6109848" y="561933"/>
                  </a:lnTo>
                  <a:lnTo>
                    <a:pt x="6110006" y="561933"/>
                  </a:lnTo>
                  <a:lnTo>
                    <a:pt x="6110163" y="561933"/>
                  </a:lnTo>
                  <a:lnTo>
                    <a:pt x="6110321" y="561933"/>
                  </a:lnTo>
                  <a:lnTo>
                    <a:pt x="6110479" y="561933"/>
                  </a:lnTo>
                  <a:lnTo>
                    <a:pt x="6110636" y="561933"/>
                  </a:lnTo>
                  <a:lnTo>
                    <a:pt x="6110636" y="561502"/>
                  </a:lnTo>
                  <a:lnTo>
                    <a:pt x="6110794" y="561502"/>
                  </a:lnTo>
                  <a:lnTo>
                    <a:pt x="6110952" y="561502"/>
                  </a:lnTo>
                  <a:lnTo>
                    <a:pt x="6111110" y="561502"/>
                  </a:lnTo>
                  <a:lnTo>
                    <a:pt x="6111110" y="561071"/>
                  </a:lnTo>
                  <a:lnTo>
                    <a:pt x="6111267" y="561071"/>
                  </a:lnTo>
                  <a:lnTo>
                    <a:pt x="6111425" y="561071"/>
                  </a:lnTo>
                  <a:lnTo>
                    <a:pt x="6111583" y="561071"/>
                  </a:lnTo>
                  <a:lnTo>
                    <a:pt x="6111741" y="561071"/>
                  </a:lnTo>
                  <a:lnTo>
                    <a:pt x="6111898" y="561071"/>
                  </a:lnTo>
                  <a:lnTo>
                    <a:pt x="6112056" y="561071"/>
                  </a:lnTo>
                  <a:lnTo>
                    <a:pt x="6112214" y="561071"/>
                  </a:lnTo>
                  <a:lnTo>
                    <a:pt x="6112371" y="561071"/>
                  </a:lnTo>
                  <a:lnTo>
                    <a:pt x="6112529" y="561071"/>
                  </a:lnTo>
                  <a:lnTo>
                    <a:pt x="6112687" y="561071"/>
                  </a:lnTo>
                  <a:lnTo>
                    <a:pt x="6112845" y="561071"/>
                  </a:lnTo>
                  <a:lnTo>
                    <a:pt x="6113002" y="561071"/>
                  </a:lnTo>
                  <a:lnTo>
                    <a:pt x="6113160" y="561071"/>
                  </a:lnTo>
                  <a:lnTo>
                    <a:pt x="6113318" y="561071"/>
                  </a:lnTo>
                  <a:lnTo>
                    <a:pt x="6113318" y="560641"/>
                  </a:lnTo>
                  <a:lnTo>
                    <a:pt x="6113475" y="560641"/>
                  </a:lnTo>
                  <a:lnTo>
                    <a:pt x="6113633" y="560641"/>
                  </a:lnTo>
                  <a:lnTo>
                    <a:pt x="6113791" y="560641"/>
                  </a:lnTo>
                  <a:lnTo>
                    <a:pt x="6113949" y="560641"/>
                  </a:lnTo>
                  <a:lnTo>
                    <a:pt x="6114106" y="560641"/>
                  </a:lnTo>
                  <a:lnTo>
                    <a:pt x="6114264" y="560641"/>
                  </a:lnTo>
                  <a:lnTo>
                    <a:pt x="6114422" y="560641"/>
                  </a:lnTo>
                  <a:lnTo>
                    <a:pt x="6114579" y="560641"/>
                  </a:lnTo>
                  <a:lnTo>
                    <a:pt x="6114737" y="560641"/>
                  </a:lnTo>
                  <a:lnTo>
                    <a:pt x="6114895" y="560641"/>
                  </a:lnTo>
                  <a:lnTo>
                    <a:pt x="6115053" y="560641"/>
                  </a:lnTo>
                  <a:lnTo>
                    <a:pt x="6115210" y="560641"/>
                  </a:lnTo>
                  <a:lnTo>
                    <a:pt x="6115368" y="560641"/>
                  </a:lnTo>
                  <a:lnTo>
                    <a:pt x="6115526" y="560641"/>
                  </a:lnTo>
                  <a:lnTo>
                    <a:pt x="6115683" y="560641"/>
                  </a:lnTo>
                  <a:lnTo>
                    <a:pt x="6115841" y="560641"/>
                  </a:lnTo>
                  <a:lnTo>
                    <a:pt x="6115999" y="560641"/>
                  </a:lnTo>
                  <a:lnTo>
                    <a:pt x="6116157" y="560641"/>
                  </a:lnTo>
                  <a:lnTo>
                    <a:pt x="6116157" y="560210"/>
                  </a:lnTo>
                  <a:lnTo>
                    <a:pt x="6116314" y="560210"/>
                  </a:lnTo>
                  <a:lnTo>
                    <a:pt x="6116472" y="560210"/>
                  </a:lnTo>
                  <a:lnTo>
                    <a:pt x="6116630" y="560210"/>
                  </a:lnTo>
                  <a:lnTo>
                    <a:pt x="6116787" y="560210"/>
                  </a:lnTo>
                  <a:lnTo>
                    <a:pt x="6116787" y="559780"/>
                  </a:lnTo>
                  <a:lnTo>
                    <a:pt x="6116945" y="559780"/>
                  </a:lnTo>
                  <a:lnTo>
                    <a:pt x="6117103" y="559780"/>
                  </a:lnTo>
                  <a:lnTo>
                    <a:pt x="6117261" y="559780"/>
                  </a:lnTo>
                  <a:lnTo>
                    <a:pt x="6117418" y="559780"/>
                  </a:lnTo>
                  <a:lnTo>
                    <a:pt x="6117576" y="559780"/>
                  </a:lnTo>
                  <a:lnTo>
                    <a:pt x="6117734" y="559780"/>
                  </a:lnTo>
                  <a:lnTo>
                    <a:pt x="6117892" y="559780"/>
                  </a:lnTo>
                  <a:lnTo>
                    <a:pt x="6118049" y="559780"/>
                  </a:lnTo>
                  <a:lnTo>
                    <a:pt x="6118207" y="559780"/>
                  </a:lnTo>
                  <a:lnTo>
                    <a:pt x="6118365" y="559780"/>
                  </a:lnTo>
                  <a:lnTo>
                    <a:pt x="6118522" y="559780"/>
                  </a:lnTo>
                  <a:lnTo>
                    <a:pt x="6118680" y="559780"/>
                  </a:lnTo>
                  <a:lnTo>
                    <a:pt x="6118838" y="559780"/>
                  </a:lnTo>
                  <a:lnTo>
                    <a:pt x="6118996" y="559780"/>
                  </a:lnTo>
                  <a:lnTo>
                    <a:pt x="6119153" y="559780"/>
                  </a:lnTo>
                  <a:lnTo>
                    <a:pt x="6119311" y="559780"/>
                  </a:lnTo>
                  <a:lnTo>
                    <a:pt x="6119469" y="559780"/>
                  </a:lnTo>
                  <a:lnTo>
                    <a:pt x="6119626" y="559780"/>
                  </a:lnTo>
                  <a:lnTo>
                    <a:pt x="6119626" y="559349"/>
                  </a:lnTo>
                  <a:lnTo>
                    <a:pt x="6119784" y="559349"/>
                  </a:lnTo>
                  <a:lnTo>
                    <a:pt x="6119942" y="559349"/>
                  </a:lnTo>
                  <a:lnTo>
                    <a:pt x="6120100" y="559349"/>
                  </a:lnTo>
                  <a:lnTo>
                    <a:pt x="6120100" y="558918"/>
                  </a:lnTo>
                  <a:lnTo>
                    <a:pt x="6120257" y="558918"/>
                  </a:lnTo>
                  <a:lnTo>
                    <a:pt x="6120415" y="558918"/>
                  </a:lnTo>
                  <a:lnTo>
                    <a:pt x="6120573" y="558918"/>
                  </a:lnTo>
                  <a:lnTo>
                    <a:pt x="6120730" y="558918"/>
                  </a:lnTo>
                  <a:lnTo>
                    <a:pt x="6120888" y="558918"/>
                  </a:lnTo>
                  <a:lnTo>
                    <a:pt x="6121046" y="558918"/>
                  </a:lnTo>
                  <a:lnTo>
                    <a:pt x="6121204" y="558918"/>
                  </a:lnTo>
                  <a:lnTo>
                    <a:pt x="6121361" y="558918"/>
                  </a:lnTo>
                  <a:lnTo>
                    <a:pt x="6121519" y="558918"/>
                  </a:lnTo>
                  <a:lnTo>
                    <a:pt x="6121677" y="558918"/>
                  </a:lnTo>
                  <a:lnTo>
                    <a:pt x="6121834" y="558918"/>
                  </a:lnTo>
                  <a:lnTo>
                    <a:pt x="6121992" y="558918"/>
                  </a:lnTo>
                  <a:lnTo>
                    <a:pt x="6121992" y="558488"/>
                  </a:lnTo>
                  <a:lnTo>
                    <a:pt x="6122150" y="558488"/>
                  </a:lnTo>
                  <a:lnTo>
                    <a:pt x="6122308" y="558488"/>
                  </a:lnTo>
                  <a:lnTo>
                    <a:pt x="6122465" y="558488"/>
                  </a:lnTo>
                  <a:lnTo>
                    <a:pt x="6122623" y="558488"/>
                  </a:lnTo>
                  <a:lnTo>
                    <a:pt x="6122781" y="558488"/>
                  </a:lnTo>
                  <a:lnTo>
                    <a:pt x="6122938" y="558488"/>
                  </a:lnTo>
                  <a:lnTo>
                    <a:pt x="6123096" y="558488"/>
                  </a:lnTo>
                  <a:lnTo>
                    <a:pt x="6123254" y="558488"/>
                  </a:lnTo>
                  <a:lnTo>
                    <a:pt x="6123412" y="558488"/>
                  </a:lnTo>
                  <a:lnTo>
                    <a:pt x="6123569" y="558488"/>
                  </a:lnTo>
                  <a:lnTo>
                    <a:pt x="6123727" y="558488"/>
                  </a:lnTo>
                  <a:lnTo>
                    <a:pt x="6123727" y="558057"/>
                  </a:lnTo>
                  <a:lnTo>
                    <a:pt x="6123885" y="558057"/>
                  </a:lnTo>
                  <a:lnTo>
                    <a:pt x="6124043" y="558057"/>
                  </a:lnTo>
                  <a:lnTo>
                    <a:pt x="6124200" y="558057"/>
                  </a:lnTo>
                  <a:lnTo>
                    <a:pt x="6124358" y="558057"/>
                  </a:lnTo>
                  <a:lnTo>
                    <a:pt x="6124516" y="558057"/>
                  </a:lnTo>
                  <a:lnTo>
                    <a:pt x="6124516" y="557627"/>
                  </a:lnTo>
                  <a:lnTo>
                    <a:pt x="6124673" y="557627"/>
                  </a:lnTo>
                  <a:lnTo>
                    <a:pt x="6124831" y="557627"/>
                  </a:lnTo>
                  <a:lnTo>
                    <a:pt x="6124989" y="557627"/>
                  </a:lnTo>
                  <a:lnTo>
                    <a:pt x="6125147" y="557627"/>
                  </a:lnTo>
                  <a:lnTo>
                    <a:pt x="6125147" y="557196"/>
                  </a:lnTo>
                  <a:lnTo>
                    <a:pt x="6125304" y="557196"/>
                  </a:lnTo>
                  <a:lnTo>
                    <a:pt x="6125462" y="557196"/>
                  </a:lnTo>
                  <a:lnTo>
                    <a:pt x="6125620" y="557196"/>
                  </a:lnTo>
                  <a:lnTo>
                    <a:pt x="6125777" y="557196"/>
                  </a:lnTo>
                  <a:lnTo>
                    <a:pt x="6125935" y="557196"/>
                  </a:lnTo>
                  <a:lnTo>
                    <a:pt x="6126093" y="557196"/>
                  </a:lnTo>
                  <a:lnTo>
                    <a:pt x="6126251" y="557196"/>
                  </a:lnTo>
                  <a:lnTo>
                    <a:pt x="6126408" y="557196"/>
                  </a:lnTo>
                  <a:lnTo>
                    <a:pt x="6126408" y="556765"/>
                  </a:lnTo>
                  <a:lnTo>
                    <a:pt x="6126566" y="556765"/>
                  </a:lnTo>
                  <a:lnTo>
                    <a:pt x="6126724" y="556765"/>
                  </a:lnTo>
                  <a:lnTo>
                    <a:pt x="6126881" y="556765"/>
                  </a:lnTo>
                  <a:lnTo>
                    <a:pt x="6127039" y="556765"/>
                  </a:lnTo>
                  <a:lnTo>
                    <a:pt x="6127197" y="556765"/>
                  </a:lnTo>
                  <a:lnTo>
                    <a:pt x="6127355" y="556765"/>
                  </a:lnTo>
                  <a:lnTo>
                    <a:pt x="6127512" y="556765"/>
                  </a:lnTo>
                  <a:lnTo>
                    <a:pt x="6127670" y="556765"/>
                  </a:lnTo>
                  <a:lnTo>
                    <a:pt x="6127828" y="556765"/>
                  </a:lnTo>
                  <a:lnTo>
                    <a:pt x="6127985" y="556765"/>
                  </a:lnTo>
                  <a:lnTo>
                    <a:pt x="6128143" y="556765"/>
                  </a:lnTo>
                  <a:lnTo>
                    <a:pt x="6128301" y="556765"/>
                  </a:lnTo>
                  <a:lnTo>
                    <a:pt x="6128459" y="556765"/>
                  </a:lnTo>
                  <a:lnTo>
                    <a:pt x="6128616" y="556765"/>
                  </a:lnTo>
                  <a:lnTo>
                    <a:pt x="6128774" y="556765"/>
                  </a:lnTo>
                  <a:lnTo>
                    <a:pt x="6128932" y="556765"/>
                  </a:lnTo>
                  <a:lnTo>
                    <a:pt x="6129090" y="556765"/>
                  </a:lnTo>
                  <a:lnTo>
                    <a:pt x="6129090" y="556335"/>
                  </a:lnTo>
                  <a:lnTo>
                    <a:pt x="6129247" y="556335"/>
                  </a:lnTo>
                  <a:lnTo>
                    <a:pt x="6129405" y="556335"/>
                  </a:lnTo>
                  <a:lnTo>
                    <a:pt x="6129563" y="556335"/>
                  </a:lnTo>
                  <a:lnTo>
                    <a:pt x="6129720" y="556335"/>
                  </a:lnTo>
                  <a:lnTo>
                    <a:pt x="6129878" y="556335"/>
                  </a:lnTo>
                  <a:lnTo>
                    <a:pt x="6130036" y="556335"/>
                  </a:lnTo>
                  <a:lnTo>
                    <a:pt x="6130194" y="556335"/>
                  </a:lnTo>
                  <a:lnTo>
                    <a:pt x="6130351" y="556335"/>
                  </a:lnTo>
                  <a:lnTo>
                    <a:pt x="6130351" y="555904"/>
                  </a:lnTo>
                  <a:lnTo>
                    <a:pt x="6130509" y="555904"/>
                  </a:lnTo>
                  <a:lnTo>
                    <a:pt x="6130667" y="555904"/>
                  </a:lnTo>
                  <a:lnTo>
                    <a:pt x="6130824" y="555904"/>
                  </a:lnTo>
                  <a:lnTo>
                    <a:pt x="6130982" y="555904"/>
                  </a:lnTo>
                  <a:lnTo>
                    <a:pt x="6131140" y="555904"/>
                  </a:lnTo>
                  <a:lnTo>
                    <a:pt x="6131298" y="555904"/>
                  </a:lnTo>
                  <a:lnTo>
                    <a:pt x="6131455" y="555904"/>
                  </a:lnTo>
                  <a:lnTo>
                    <a:pt x="6131613" y="555904"/>
                  </a:lnTo>
                  <a:lnTo>
                    <a:pt x="6131771" y="555904"/>
                  </a:lnTo>
                  <a:lnTo>
                    <a:pt x="6131928" y="555904"/>
                  </a:lnTo>
                  <a:lnTo>
                    <a:pt x="6132086" y="555904"/>
                  </a:lnTo>
                  <a:lnTo>
                    <a:pt x="6132244" y="555904"/>
                  </a:lnTo>
                  <a:lnTo>
                    <a:pt x="6132402" y="555904"/>
                  </a:lnTo>
                  <a:lnTo>
                    <a:pt x="6132559" y="555904"/>
                  </a:lnTo>
                  <a:lnTo>
                    <a:pt x="6132717" y="555904"/>
                  </a:lnTo>
                  <a:lnTo>
                    <a:pt x="6132875" y="555904"/>
                  </a:lnTo>
                  <a:lnTo>
                    <a:pt x="6133032" y="555904"/>
                  </a:lnTo>
                  <a:lnTo>
                    <a:pt x="6133032" y="555474"/>
                  </a:lnTo>
                  <a:lnTo>
                    <a:pt x="6133190" y="555474"/>
                  </a:lnTo>
                  <a:lnTo>
                    <a:pt x="6133348" y="555474"/>
                  </a:lnTo>
                  <a:lnTo>
                    <a:pt x="6133506" y="555474"/>
                  </a:lnTo>
                  <a:lnTo>
                    <a:pt x="6133663" y="555474"/>
                  </a:lnTo>
                  <a:lnTo>
                    <a:pt x="6133821" y="555474"/>
                  </a:lnTo>
                  <a:lnTo>
                    <a:pt x="6133979" y="555474"/>
                  </a:lnTo>
                  <a:lnTo>
                    <a:pt x="6134136" y="555474"/>
                  </a:lnTo>
                  <a:lnTo>
                    <a:pt x="6134294" y="555474"/>
                  </a:lnTo>
                  <a:lnTo>
                    <a:pt x="6134294" y="555043"/>
                  </a:lnTo>
                  <a:lnTo>
                    <a:pt x="6134452" y="555043"/>
                  </a:lnTo>
                  <a:lnTo>
                    <a:pt x="6134610" y="555043"/>
                  </a:lnTo>
                  <a:lnTo>
                    <a:pt x="6134610" y="554612"/>
                  </a:lnTo>
                  <a:lnTo>
                    <a:pt x="6134767" y="554612"/>
                  </a:lnTo>
                  <a:lnTo>
                    <a:pt x="6134925" y="554612"/>
                  </a:lnTo>
                  <a:lnTo>
                    <a:pt x="6135083" y="554612"/>
                  </a:lnTo>
                  <a:lnTo>
                    <a:pt x="6135083" y="554182"/>
                  </a:lnTo>
                  <a:lnTo>
                    <a:pt x="6135241" y="554182"/>
                  </a:lnTo>
                  <a:lnTo>
                    <a:pt x="6135398" y="554182"/>
                  </a:lnTo>
                  <a:lnTo>
                    <a:pt x="6135556" y="554182"/>
                  </a:lnTo>
                  <a:lnTo>
                    <a:pt x="6135714" y="554182"/>
                  </a:lnTo>
                  <a:lnTo>
                    <a:pt x="6135871" y="554182"/>
                  </a:lnTo>
                  <a:lnTo>
                    <a:pt x="6136029" y="554182"/>
                  </a:lnTo>
                  <a:lnTo>
                    <a:pt x="6136187" y="554182"/>
                  </a:lnTo>
                  <a:lnTo>
                    <a:pt x="6136187" y="553751"/>
                  </a:lnTo>
                  <a:lnTo>
                    <a:pt x="6136345" y="553751"/>
                  </a:lnTo>
                  <a:lnTo>
                    <a:pt x="6136502" y="553751"/>
                  </a:lnTo>
                  <a:lnTo>
                    <a:pt x="6136660" y="553751"/>
                  </a:lnTo>
                  <a:lnTo>
                    <a:pt x="6136818" y="553751"/>
                  </a:lnTo>
                  <a:lnTo>
                    <a:pt x="6136975" y="553751"/>
                  </a:lnTo>
                  <a:lnTo>
                    <a:pt x="6136975" y="553321"/>
                  </a:lnTo>
                  <a:lnTo>
                    <a:pt x="6137133" y="553321"/>
                  </a:lnTo>
                  <a:lnTo>
                    <a:pt x="6137133" y="552890"/>
                  </a:lnTo>
                  <a:lnTo>
                    <a:pt x="6137291" y="552890"/>
                  </a:lnTo>
                  <a:lnTo>
                    <a:pt x="6137449" y="552890"/>
                  </a:lnTo>
                  <a:lnTo>
                    <a:pt x="6137606" y="552890"/>
                  </a:lnTo>
                  <a:lnTo>
                    <a:pt x="6137606" y="552459"/>
                  </a:lnTo>
                  <a:lnTo>
                    <a:pt x="6137764" y="552459"/>
                  </a:lnTo>
                  <a:lnTo>
                    <a:pt x="6137922" y="552459"/>
                  </a:lnTo>
                  <a:lnTo>
                    <a:pt x="6138079" y="552459"/>
                  </a:lnTo>
                  <a:lnTo>
                    <a:pt x="6138237" y="552459"/>
                  </a:lnTo>
                  <a:lnTo>
                    <a:pt x="6138395" y="552459"/>
                  </a:lnTo>
                  <a:lnTo>
                    <a:pt x="6138553" y="552459"/>
                  </a:lnTo>
                  <a:lnTo>
                    <a:pt x="6138710" y="552459"/>
                  </a:lnTo>
                  <a:lnTo>
                    <a:pt x="6138868" y="552459"/>
                  </a:lnTo>
                  <a:lnTo>
                    <a:pt x="6139026" y="552459"/>
                  </a:lnTo>
                  <a:lnTo>
                    <a:pt x="6139183" y="552459"/>
                  </a:lnTo>
                  <a:lnTo>
                    <a:pt x="6139341" y="552459"/>
                  </a:lnTo>
                  <a:lnTo>
                    <a:pt x="6139499" y="552459"/>
                  </a:lnTo>
                  <a:lnTo>
                    <a:pt x="6139657" y="552459"/>
                  </a:lnTo>
                  <a:lnTo>
                    <a:pt x="6139814" y="552459"/>
                  </a:lnTo>
                  <a:lnTo>
                    <a:pt x="6139972" y="552459"/>
                  </a:lnTo>
                  <a:lnTo>
                    <a:pt x="6140130" y="552459"/>
                  </a:lnTo>
                  <a:lnTo>
                    <a:pt x="6140288" y="552459"/>
                  </a:lnTo>
                  <a:lnTo>
                    <a:pt x="6140445" y="552459"/>
                  </a:lnTo>
                  <a:lnTo>
                    <a:pt x="6140603" y="552459"/>
                  </a:lnTo>
                  <a:lnTo>
                    <a:pt x="6140603" y="552029"/>
                  </a:lnTo>
                  <a:lnTo>
                    <a:pt x="6140603" y="551598"/>
                  </a:lnTo>
                  <a:lnTo>
                    <a:pt x="6140761" y="551598"/>
                  </a:lnTo>
                  <a:lnTo>
                    <a:pt x="6140918" y="551598"/>
                  </a:lnTo>
                  <a:lnTo>
                    <a:pt x="6141076" y="551598"/>
                  </a:lnTo>
                  <a:lnTo>
                    <a:pt x="6141234" y="551598"/>
                  </a:lnTo>
                  <a:lnTo>
                    <a:pt x="6141392" y="551598"/>
                  </a:lnTo>
                  <a:lnTo>
                    <a:pt x="6141549" y="551598"/>
                  </a:lnTo>
                  <a:lnTo>
                    <a:pt x="6141707" y="551598"/>
                  </a:lnTo>
                  <a:lnTo>
                    <a:pt x="6141865" y="551598"/>
                  </a:lnTo>
                  <a:lnTo>
                    <a:pt x="6142022" y="551598"/>
                  </a:lnTo>
                  <a:lnTo>
                    <a:pt x="6142180" y="551598"/>
                  </a:lnTo>
                  <a:lnTo>
                    <a:pt x="6142338" y="551598"/>
                  </a:lnTo>
                  <a:lnTo>
                    <a:pt x="6142496" y="551598"/>
                  </a:lnTo>
                  <a:lnTo>
                    <a:pt x="6142496" y="551168"/>
                  </a:lnTo>
                  <a:lnTo>
                    <a:pt x="6142653" y="551168"/>
                  </a:lnTo>
                  <a:lnTo>
                    <a:pt x="6142811" y="551168"/>
                  </a:lnTo>
                  <a:lnTo>
                    <a:pt x="6142969" y="551168"/>
                  </a:lnTo>
                  <a:lnTo>
                    <a:pt x="6143126" y="551168"/>
                  </a:lnTo>
                  <a:lnTo>
                    <a:pt x="6143284" y="551168"/>
                  </a:lnTo>
                  <a:lnTo>
                    <a:pt x="6143442" y="551168"/>
                  </a:lnTo>
                  <a:lnTo>
                    <a:pt x="6143442" y="550737"/>
                  </a:lnTo>
                  <a:lnTo>
                    <a:pt x="6143600" y="550737"/>
                  </a:lnTo>
                  <a:lnTo>
                    <a:pt x="6143757" y="550737"/>
                  </a:lnTo>
                  <a:lnTo>
                    <a:pt x="6143915" y="550737"/>
                  </a:lnTo>
                  <a:lnTo>
                    <a:pt x="6144073" y="550737"/>
                  </a:lnTo>
                  <a:lnTo>
                    <a:pt x="6144230" y="550737"/>
                  </a:lnTo>
                  <a:lnTo>
                    <a:pt x="6144388" y="550737"/>
                  </a:lnTo>
                  <a:lnTo>
                    <a:pt x="6144546" y="550737"/>
                  </a:lnTo>
                  <a:lnTo>
                    <a:pt x="6144704" y="550737"/>
                  </a:lnTo>
                  <a:lnTo>
                    <a:pt x="6144861" y="550737"/>
                  </a:lnTo>
                  <a:lnTo>
                    <a:pt x="6145019" y="550737"/>
                  </a:lnTo>
                  <a:lnTo>
                    <a:pt x="6145019" y="550306"/>
                  </a:lnTo>
                  <a:lnTo>
                    <a:pt x="6145177" y="550306"/>
                  </a:lnTo>
                  <a:lnTo>
                    <a:pt x="6145334" y="550306"/>
                  </a:lnTo>
                  <a:lnTo>
                    <a:pt x="6145492" y="550306"/>
                  </a:lnTo>
                  <a:lnTo>
                    <a:pt x="6145650" y="550306"/>
                  </a:lnTo>
                  <a:lnTo>
                    <a:pt x="6145808" y="550306"/>
                  </a:lnTo>
                  <a:lnTo>
                    <a:pt x="6145965" y="550306"/>
                  </a:lnTo>
                  <a:lnTo>
                    <a:pt x="6146123" y="550306"/>
                  </a:lnTo>
                  <a:lnTo>
                    <a:pt x="6146281" y="550306"/>
                  </a:lnTo>
                  <a:lnTo>
                    <a:pt x="6146439" y="550306"/>
                  </a:lnTo>
                  <a:lnTo>
                    <a:pt x="6146596" y="550306"/>
                  </a:lnTo>
                  <a:lnTo>
                    <a:pt x="6146754" y="550306"/>
                  </a:lnTo>
                  <a:lnTo>
                    <a:pt x="6146912" y="550306"/>
                  </a:lnTo>
                  <a:lnTo>
                    <a:pt x="6146912" y="549876"/>
                  </a:lnTo>
                  <a:lnTo>
                    <a:pt x="6147069" y="549876"/>
                  </a:lnTo>
                  <a:lnTo>
                    <a:pt x="6147227" y="549876"/>
                  </a:lnTo>
                  <a:lnTo>
                    <a:pt x="6147385" y="549876"/>
                  </a:lnTo>
                  <a:lnTo>
                    <a:pt x="6147543" y="549876"/>
                  </a:lnTo>
                  <a:lnTo>
                    <a:pt x="6147543" y="549445"/>
                  </a:lnTo>
                  <a:lnTo>
                    <a:pt x="6147700" y="549445"/>
                  </a:lnTo>
                  <a:lnTo>
                    <a:pt x="6147858" y="549445"/>
                  </a:lnTo>
                  <a:lnTo>
                    <a:pt x="6148016" y="549445"/>
                  </a:lnTo>
                  <a:lnTo>
                    <a:pt x="6148173" y="549445"/>
                  </a:lnTo>
                  <a:lnTo>
                    <a:pt x="6148331" y="549445"/>
                  </a:lnTo>
                  <a:lnTo>
                    <a:pt x="6148489" y="549445"/>
                  </a:lnTo>
                  <a:lnTo>
                    <a:pt x="6148647" y="549445"/>
                  </a:lnTo>
                  <a:lnTo>
                    <a:pt x="6148804" y="549445"/>
                  </a:lnTo>
                  <a:lnTo>
                    <a:pt x="6148962" y="549445"/>
                  </a:lnTo>
                  <a:lnTo>
                    <a:pt x="6149120" y="549445"/>
                  </a:lnTo>
                  <a:lnTo>
                    <a:pt x="6149120" y="549015"/>
                  </a:lnTo>
                  <a:lnTo>
                    <a:pt x="6149277" y="549015"/>
                  </a:lnTo>
                  <a:lnTo>
                    <a:pt x="6149435" y="549015"/>
                  </a:lnTo>
                  <a:lnTo>
                    <a:pt x="6149593" y="549015"/>
                  </a:lnTo>
                  <a:lnTo>
                    <a:pt x="6149751" y="549015"/>
                  </a:lnTo>
                  <a:lnTo>
                    <a:pt x="6149908" y="549015"/>
                  </a:lnTo>
                  <a:lnTo>
                    <a:pt x="6150066" y="549015"/>
                  </a:lnTo>
                  <a:lnTo>
                    <a:pt x="6150224" y="549015"/>
                  </a:lnTo>
                  <a:lnTo>
                    <a:pt x="6150381" y="549015"/>
                  </a:lnTo>
                  <a:lnTo>
                    <a:pt x="6150539" y="549015"/>
                  </a:lnTo>
                  <a:lnTo>
                    <a:pt x="6150697" y="549015"/>
                  </a:lnTo>
                  <a:lnTo>
                    <a:pt x="6150855" y="549015"/>
                  </a:lnTo>
                  <a:lnTo>
                    <a:pt x="6151012" y="549015"/>
                  </a:lnTo>
                  <a:lnTo>
                    <a:pt x="6151170" y="549015"/>
                  </a:lnTo>
                  <a:lnTo>
                    <a:pt x="6151328" y="549015"/>
                  </a:lnTo>
                  <a:lnTo>
                    <a:pt x="6151486" y="549015"/>
                  </a:lnTo>
                  <a:lnTo>
                    <a:pt x="6151486" y="548584"/>
                  </a:lnTo>
                  <a:lnTo>
                    <a:pt x="6151643" y="548584"/>
                  </a:lnTo>
                  <a:lnTo>
                    <a:pt x="6151801" y="548584"/>
                  </a:lnTo>
                  <a:lnTo>
                    <a:pt x="6151959" y="548584"/>
                  </a:lnTo>
                  <a:lnTo>
                    <a:pt x="6152116" y="548584"/>
                  </a:lnTo>
                  <a:lnTo>
                    <a:pt x="6152274" y="548584"/>
                  </a:lnTo>
                  <a:lnTo>
                    <a:pt x="6152274" y="548153"/>
                  </a:lnTo>
                  <a:lnTo>
                    <a:pt x="6152432" y="548153"/>
                  </a:lnTo>
                  <a:lnTo>
                    <a:pt x="6152432" y="547723"/>
                  </a:lnTo>
                  <a:lnTo>
                    <a:pt x="6152590" y="547723"/>
                  </a:lnTo>
                  <a:lnTo>
                    <a:pt x="6152747" y="547723"/>
                  </a:lnTo>
                  <a:lnTo>
                    <a:pt x="6152905" y="547723"/>
                  </a:lnTo>
                  <a:lnTo>
                    <a:pt x="6152905" y="547292"/>
                  </a:lnTo>
                  <a:lnTo>
                    <a:pt x="6153063" y="547292"/>
                  </a:lnTo>
                  <a:lnTo>
                    <a:pt x="6153063" y="546862"/>
                  </a:lnTo>
                  <a:lnTo>
                    <a:pt x="6153220" y="546862"/>
                  </a:lnTo>
                  <a:lnTo>
                    <a:pt x="6153378" y="546862"/>
                  </a:lnTo>
                  <a:lnTo>
                    <a:pt x="6153536" y="546862"/>
                  </a:lnTo>
                  <a:lnTo>
                    <a:pt x="6153694" y="546862"/>
                  </a:lnTo>
                  <a:lnTo>
                    <a:pt x="6153851" y="546862"/>
                  </a:lnTo>
                  <a:lnTo>
                    <a:pt x="6153851" y="546431"/>
                  </a:lnTo>
                  <a:lnTo>
                    <a:pt x="6154009" y="546431"/>
                  </a:lnTo>
                  <a:lnTo>
                    <a:pt x="6154167" y="546431"/>
                  </a:lnTo>
                  <a:lnTo>
                    <a:pt x="6154324" y="546431"/>
                  </a:lnTo>
                  <a:lnTo>
                    <a:pt x="6154482" y="546431"/>
                  </a:lnTo>
                  <a:lnTo>
                    <a:pt x="6154640" y="546431"/>
                  </a:lnTo>
                  <a:lnTo>
                    <a:pt x="6154798" y="546431"/>
                  </a:lnTo>
                  <a:lnTo>
                    <a:pt x="6154798" y="546000"/>
                  </a:lnTo>
                  <a:lnTo>
                    <a:pt x="6154955" y="546000"/>
                  </a:lnTo>
                  <a:lnTo>
                    <a:pt x="6155113" y="546000"/>
                  </a:lnTo>
                  <a:lnTo>
                    <a:pt x="6155113" y="545570"/>
                  </a:lnTo>
                  <a:lnTo>
                    <a:pt x="6155271" y="545570"/>
                  </a:lnTo>
                  <a:lnTo>
                    <a:pt x="6155271" y="545139"/>
                  </a:lnTo>
                  <a:lnTo>
                    <a:pt x="6155428" y="545139"/>
                  </a:lnTo>
                  <a:lnTo>
                    <a:pt x="6155586" y="545139"/>
                  </a:lnTo>
                  <a:lnTo>
                    <a:pt x="6155744" y="545139"/>
                  </a:lnTo>
                  <a:lnTo>
                    <a:pt x="6155902" y="545139"/>
                  </a:lnTo>
                  <a:lnTo>
                    <a:pt x="6156059" y="545139"/>
                  </a:lnTo>
                  <a:lnTo>
                    <a:pt x="6156217" y="545139"/>
                  </a:lnTo>
                  <a:lnTo>
                    <a:pt x="6156375" y="545139"/>
                  </a:lnTo>
                  <a:lnTo>
                    <a:pt x="6156532" y="545139"/>
                  </a:lnTo>
                  <a:lnTo>
                    <a:pt x="6156690" y="545139"/>
                  </a:lnTo>
                  <a:lnTo>
                    <a:pt x="6156848" y="545139"/>
                  </a:lnTo>
                  <a:lnTo>
                    <a:pt x="6157006" y="545139"/>
                  </a:lnTo>
                  <a:lnTo>
                    <a:pt x="6157163" y="545139"/>
                  </a:lnTo>
                  <a:lnTo>
                    <a:pt x="6157321" y="545139"/>
                  </a:lnTo>
                  <a:lnTo>
                    <a:pt x="6157321" y="544709"/>
                  </a:lnTo>
                  <a:lnTo>
                    <a:pt x="6157479" y="544709"/>
                  </a:lnTo>
                  <a:lnTo>
                    <a:pt x="6157637" y="544709"/>
                  </a:lnTo>
                  <a:lnTo>
                    <a:pt x="6157794" y="544709"/>
                  </a:lnTo>
                  <a:lnTo>
                    <a:pt x="6157952" y="544709"/>
                  </a:lnTo>
                  <a:lnTo>
                    <a:pt x="6158110" y="544709"/>
                  </a:lnTo>
                  <a:lnTo>
                    <a:pt x="6158267" y="544709"/>
                  </a:lnTo>
                  <a:lnTo>
                    <a:pt x="6158425" y="544709"/>
                  </a:lnTo>
                  <a:lnTo>
                    <a:pt x="6158583" y="544709"/>
                  </a:lnTo>
                  <a:lnTo>
                    <a:pt x="6158741" y="544709"/>
                  </a:lnTo>
                  <a:lnTo>
                    <a:pt x="6158898" y="544709"/>
                  </a:lnTo>
                  <a:lnTo>
                    <a:pt x="6159056" y="544709"/>
                  </a:lnTo>
                  <a:lnTo>
                    <a:pt x="6159214" y="544709"/>
                  </a:lnTo>
                  <a:lnTo>
                    <a:pt x="6159214" y="544278"/>
                  </a:lnTo>
                  <a:lnTo>
                    <a:pt x="6159371" y="544278"/>
                  </a:lnTo>
                  <a:lnTo>
                    <a:pt x="6159529" y="544278"/>
                  </a:lnTo>
                  <a:lnTo>
                    <a:pt x="6159687" y="544278"/>
                  </a:lnTo>
                  <a:lnTo>
                    <a:pt x="6159845" y="544278"/>
                  </a:lnTo>
                  <a:lnTo>
                    <a:pt x="6159845" y="543847"/>
                  </a:lnTo>
                  <a:lnTo>
                    <a:pt x="6160002" y="543847"/>
                  </a:lnTo>
                  <a:lnTo>
                    <a:pt x="6160160" y="543847"/>
                  </a:lnTo>
                  <a:lnTo>
                    <a:pt x="6160318" y="543847"/>
                  </a:lnTo>
                  <a:lnTo>
                    <a:pt x="6160318" y="543417"/>
                  </a:lnTo>
                  <a:lnTo>
                    <a:pt x="6160475" y="543417"/>
                  </a:lnTo>
                  <a:lnTo>
                    <a:pt x="6160633" y="543417"/>
                  </a:lnTo>
                  <a:lnTo>
                    <a:pt x="6160791" y="543417"/>
                  </a:lnTo>
                  <a:lnTo>
                    <a:pt x="6160949" y="543417"/>
                  </a:lnTo>
                  <a:lnTo>
                    <a:pt x="6161106" y="543417"/>
                  </a:lnTo>
                  <a:lnTo>
                    <a:pt x="6161264" y="543417"/>
                  </a:lnTo>
                  <a:lnTo>
                    <a:pt x="6161264" y="542986"/>
                  </a:lnTo>
                  <a:lnTo>
                    <a:pt x="6161422" y="542986"/>
                  </a:lnTo>
                  <a:lnTo>
                    <a:pt x="6161579" y="542986"/>
                  </a:lnTo>
                  <a:lnTo>
                    <a:pt x="6161737" y="542986"/>
                  </a:lnTo>
                  <a:lnTo>
                    <a:pt x="6161737" y="542556"/>
                  </a:lnTo>
                  <a:lnTo>
                    <a:pt x="6161895" y="542556"/>
                  </a:lnTo>
                  <a:lnTo>
                    <a:pt x="6162053" y="542556"/>
                  </a:lnTo>
                  <a:lnTo>
                    <a:pt x="6162210" y="542556"/>
                  </a:lnTo>
                  <a:lnTo>
                    <a:pt x="6162210" y="542125"/>
                  </a:lnTo>
                  <a:lnTo>
                    <a:pt x="6162368" y="542125"/>
                  </a:lnTo>
                  <a:lnTo>
                    <a:pt x="6162526" y="542125"/>
                  </a:lnTo>
                  <a:lnTo>
                    <a:pt x="6162684" y="542125"/>
                  </a:lnTo>
                  <a:lnTo>
                    <a:pt x="6162684" y="541694"/>
                  </a:lnTo>
                  <a:lnTo>
                    <a:pt x="6162841" y="541694"/>
                  </a:lnTo>
                  <a:lnTo>
                    <a:pt x="6162999" y="541694"/>
                  </a:lnTo>
                  <a:lnTo>
                    <a:pt x="6163157" y="541694"/>
                  </a:lnTo>
                  <a:lnTo>
                    <a:pt x="6163314" y="541694"/>
                  </a:lnTo>
                  <a:lnTo>
                    <a:pt x="6163472" y="541694"/>
                  </a:lnTo>
                  <a:lnTo>
                    <a:pt x="6163472" y="541264"/>
                  </a:lnTo>
                  <a:lnTo>
                    <a:pt x="6163630" y="541264"/>
                  </a:lnTo>
                  <a:lnTo>
                    <a:pt x="6163788" y="541264"/>
                  </a:lnTo>
                  <a:lnTo>
                    <a:pt x="6163945" y="541264"/>
                  </a:lnTo>
                  <a:lnTo>
                    <a:pt x="6164103" y="541264"/>
                  </a:lnTo>
                  <a:lnTo>
                    <a:pt x="6164261" y="541264"/>
                  </a:lnTo>
                  <a:lnTo>
                    <a:pt x="6164418" y="541264"/>
                  </a:lnTo>
                  <a:lnTo>
                    <a:pt x="6164576" y="541264"/>
                  </a:lnTo>
                  <a:lnTo>
                    <a:pt x="6164734" y="541264"/>
                  </a:lnTo>
                  <a:lnTo>
                    <a:pt x="6164892" y="541264"/>
                  </a:lnTo>
                  <a:lnTo>
                    <a:pt x="6165049" y="541264"/>
                  </a:lnTo>
                  <a:lnTo>
                    <a:pt x="6165049" y="540833"/>
                  </a:lnTo>
                  <a:lnTo>
                    <a:pt x="6165207" y="540833"/>
                  </a:lnTo>
                  <a:lnTo>
                    <a:pt x="6165207" y="540403"/>
                  </a:lnTo>
                  <a:lnTo>
                    <a:pt x="6165365" y="540403"/>
                  </a:lnTo>
                  <a:lnTo>
                    <a:pt x="6165522" y="540403"/>
                  </a:lnTo>
                  <a:lnTo>
                    <a:pt x="6165680" y="540403"/>
                  </a:lnTo>
                  <a:lnTo>
                    <a:pt x="6165838" y="540403"/>
                  </a:lnTo>
                  <a:lnTo>
                    <a:pt x="6165996" y="540403"/>
                  </a:lnTo>
                  <a:lnTo>
                    <a:pt x="6166153" y="540403"/>
                  </a:lnTo>
                  <a:lnTo>
                    <a:pt x="6166311" y="540403"/>
                  </a:lnTo>
                  <a:lnTo>
                    <a:pt x="6166469" y="540403"/>
                  </a:lnTo>
                  <a:lnTo>
                    <a:pt x="6166626" y="540403"/>
                  </a:lnTo>
                  <a:lnTo>
                    <a:pt x="6166784" y="540403"/>
                  </a:lnTo>
                  <a:lnTo>
                    <a:pt x="6166784" y="539972"/>
                  </a:lnTo>
                  <a:lnTo>
                    <a:pt x="6166942" y="539972"/>
                  </a:lnTo>
                  <a:lnTo>
                    <a:pt x="6167100" y="539972"/>
                  </a:lnTo>
                  <a:lnTo>
                    <a:pt x="6167100" y="539541"/>
                  </a:lnTo>
                  <a:lnTo>
                    <a:pt x="6167257" y="539541"/>
                  </a:lnTo>
                  <a:lnTo>
                    <a:pt x="6167415" y="539541"/>
                  </a:lnTo>
                  <a:lnTo>
                    <a:pt x="6167573" y="539541"/>
                  </a:lnTo>
                  <a:lnTo>
                    <a:pt x="6167730" y="539541"/>
                  </a:lnTo>
                  <a:lnTo>
                    <a:pt x="6167888" y="539541"/>
                  </a:lnTo>
                  <a:lnTo>
                    <a:pt x="6168046" y="539541"/>
                  </a:lnTo>
                  <a:lnTo>
                    <a:pt x="6168204" y="539541"/>
                  </a:lnTo>
                  <a:lnTo>
                    <a:pt x="6168361" y="539541"/>
                  </a:lnTo>
                  <a:lnTo>
                    <a:pt x="6168519" y="539541"/>
                  </a:lnTo>
                  <a:lnTo>
                    <a:pt x="6168677" y="539541"/>
                  </a:lnTo>
                  <a:lnTo>
                    <a:pt x="6168835" y="539541"/>
                  </a:lnTo>
                  <a:lnTo>
                    <a:pt x="6168992" y="539541"/>
                  </a:lnTo>
                  <a:lnTo>
                    <a:pt x="6169150" y="539541"/>
                  </a:lnTo>
                  <a:lnTo>
                    <a:pt x="6169308" y="539541"/>
                  </a:lnTo>
                  <a:lnTo>
                    <a:pt x="6169465" y="539541"/>
                  </a:lnTo>
                  <a:lnTo>
                    <a:pt x="6169623" y="539541"/>
                  </a:lnTo>
                  <a:lnTo>
                    <a:pt x="6169781" y="539541"/>
                  </a:lnTo>
                  <a:lnTo>
                    <a:pt x="6169939" y="539541"/>
                  </a:lnTo>
                  <a:lnTo>
                    <a:pt x="6170096" y="539541"/>
                  </a:lnTo>
                  <a:lnTo>
                    <a:pt x="6170254" y="539541"/>
                  </a:lnTo>
                  <a:lnTo>
                    <a:pt x="6170412" y="539541"/>
                  </a:lnTo>
                  <a:lnTo>
                    <a:pt x="6170569" y="539541"/>
                  </a:lnTo>
                  <a:lnTo>
                    <a:pt x="6170727" y="539541"/>
                  </a:lnTo>
                  <a:lnTo>
                    <a:pt x="6170885" y="539541"/>
                  </a:lnTo>
                  <a:lnTo>
                    <a:pt x="6171043" y="539541"/>
                  </a:lnTo>
                  <a:lnTo>
                    <a:pt x="6171200" y="539541"/>
                  </a:lnTo>
                  <a:lnTo>
                    <a:pt x="6171358" y="539541"/>
                  </a:lnTo>
                  <a:lnTo>
                    <a:pt x="6171516" y="539541"/>
                  </a:lnTo>
                  <a:lnTo>
                    <a:pt x="6171673" y="539541"/>
                  </a:lnTo>
                  <a:lnTo>
                    <a:pt x="6171831" y="539541"/>
                  </a:lnTo>
                  <a:lnTo>
                    <a:pt x="6171831" y="539111"/>
                  </a:lnTo>
                  <a:lnTo>
                    <a:pt x="6171989" y="539111"/>
                  </a:lnTo>
                  <a:lnTo>
                    <a:pt x="6172147" y="539111"/>
                  </a:lnTo>
                  <a:lnTo>
                    <a:pt x="6172304" y="539111"/>
                  </a:lnTo>
                  <a:lnTo>
                    <a:pt x="6172462" y="539111"/>
                  </a:lnTo>
                  <a:lnTo>
                    <a:pt x="6172620" y="539111"/>
                  </a:lnTo>
                  <a:lnTo>
                    <a:pt x="6172777" y="539111"/>
                  </a:lnTo>
                  <a:lnTo>
                    <a:pt x="6172935" y="539111"/>
                  </a:lnTo>
                  <a:lnTo>
                    <a:pt x="6173093" y="539111"/>
                  </a:lnTo>
                  <a:lnTo>
                    <a:pt x="6173251" y="539111"/>
                  </a:lnTo>
                  <a:lnTo>
                    <a:pt x="6173251" y="538680"/>
                  </a:lnTo>
                  <a:lnTo>
                    <a:pt x="6173408" y="538680"/>
                  </a:lnTo>
                  <a:lnTo>
                    <a:pt x="6173566" y="538680"/>
                  </a:lnTo>
                  <a:lnTo>
                    <a:pt x="6173566" y="538250"/>
                  </a:lnTo>
                  <a:lnTo>
                    <a:pt x="6173724" y="538250"/>
                  </a:lnTo>
                  <a:lnTo>
                    <a:pt x="6173724" y="537819"/>
                  </a:lnTo>
                  <a:lnTo>
                    <a:pt x="6173882" y="537819"/>
                  </a:lnTo>
                  <a:lnTo>
                    <a:pt x="6174039" y="537819"/>
                  </a:lnTo>
                  <a:lnTo>
                    <a:pt x="6174197" y="537819"/>
                  </a:lnTo>
                  <a:lnTo>
                    <a:pt x="6174355" y="537819"/>
                  </a:lnTo>
                  <a:lnTo>
                    <a:pt x="6174512" y="537819"/>
                  </a:lnTo>
                  <a:lnTo>
                    <a:pt x="6174670" y="537819"/>
                  </a:lnTo>
                  <a:lnTo>
                    <a:pt x="6174828" y="537819"/>
                  </a:lnTo>
                  <a:lnTo>
                    <a:pt x="6174986" y="537819"/>
                  </a:lnTo>
                  <a:lnTo>
                    <a:pt x="6175143" y="537819"/>
                  </a:lnTo>
                  <a:lnTo>
                    <a:pt x="6175301" y="537819"/>
                  </a:lnTo>
                  <a:lnTo>
                    <a:pt x="6175459" y="537819"/>
                  </a:lnTo>
                  <a:lnTo>
                    <a:pt x="6175616" y="537819"/>
                  </a:lnTo>
                  <a:lnTo>
                    <a:pt x="6175774" y="537819"/>
                  </a:lnTo>
                  <a:lnTo>
                    <a:pt x="6175932" y="537819"/>
                  </a:lnTo>
                  <a:lnTo>
                    <a:pt x="6176090" y="537819"/>
                  </a:lnTo>
                  <a:lnTo>
                    <a:pt x="6176247" y="537819"/>
                  </a:lnTo>
                  <a:lnTo>
                    <a:pt x="6176405" y="537819"/>
                  </a:lnTo>
                  <a:lnTo>
                    <a:pt x="6176563" y="537819"/>
                  </a:lnTo>
                  <a:lnTo>
                    <a:pt x="6176720" y="537819"/>
                  </a:lnTo>
                  <a:lnTo>
                    <a:pt x="6176878" y="537819"/>
                  </a:lnTo>
                  <a:lnTo>
                    <a:pt x="6177036" y="537819"/>
                  </a:lnTo>
                  <a:lnTo>
                    <a:pt x="6177194" y="537819"/>
                  </a:lnTo>
                  <a:lnTo>
                    <a:pt x="6177351" y="537819"/>
                  </a:lnTo>
                  <a:lnTo>
                    <a:pt x="6177509" y="537819"/>
                  </a:lnTo>
                  <a:lnTo>
                    <a:pt x="6177667" y="537819"/>
                  </a:lnTo>
                  <a:lnTo>
                    <a:pt x="6177824" y="537819"/>
                  </a:lnTo>
                  <a:lnTo>
                    <a:pt x="6177982" y="537819"/>
                  </a:lnTo>
                  <a:lnTo>
                    <a:pt x="6178140" y="537819"/>
                  </a:lnTo>
                  <a:lnTo>
                    <a:pt x="6178298" y="537819"/>
                  </a:lnTo>
                  <a:lnTo>
                    <a:pt x="6178455" y="537819"/>
                  </a:lnTo>
                  <a:lnTo>
                    <a:pt x="6178613" y="537819"/>
                  </a:lnTo>
                  <a:lnTo>
                    <a:pt x="6178771" y="537819"/>
                  </a:lnTo>
                  <a:lnTo>
                    <a:pt x="6178928" y="537819"/>
                  </a:lnTo>
                  <a:lnTo>
                    <a:pt x="6179086" y="537819"/>
                  </a:lnTo>
                  <a:lnTo>
                    <a:pt x="6179244" y="537819"/>
                  </a:lnTo>
                  <a:lnTo>
                    <a:pt x="6179402" y="537819"/>
                  </a:lnTo>
                  <a:lnTo>
                    <a:pt x="6179559" y="537819"/>
                  </a:lnTo>
                  <a:lnTo>
                    <a:pt x="6179717" y="537819"/>
                  </a:lnTo>
                  <a:lnTo>
                    <a:pt x="6179875" y="537819"/>
                  </a:lnTo>
                  <a:lnTo>
                    <a:pt x="6180033" y="537819"/>
                  </a:lnTo>
                  <a:lnTo>
                    <a:pt x="6180033" y="537388"/>
                  </a:lnTo>
                  <a:lnTo>
                    <a:pt x="6180190" y="537388"/>
                  </a:lnTo>
                  <a:lnTo>
                    <a:pt x="6180348" y="537388"/>
                  </a:lnTo>
                  <a:lnTo>
                    <a:pt x="6180348" y="536958"/>
                  </a:lnTo>
                  <a:lnTo>
                    <a:pt x="6180506" y="536958"/>
                  </a:lnTo>
                  <a:lnTo>
                    <a:pt x="6180663" y="536958"/>
                  </a:lnTo>
                  <a:lnTo>
                    <a:pt x="6180821" y="536958"/>
                  </a:lnTo>
                  <a:lnTo>
                    <a:pt x="6180979" y="536958"/>
                  </a:lnTo>
                  <a:lnTo>
                    <a:pt x="6181137" y="536958"/>
                  </a:lnTo>
                  <a:lnTo>
                    <a:pt x="6181294" y="536958"/>
                  </a:lnTo>
                  <a:lnTo>
                    <a:pt x="6181452" y="536958"/>
                  </a:lnTo>
                  <a:lnTo>
                    <a:pt x="6181610" y="536958"/>
                  </a:lnTo>
                  <a:lnTo>
                    <a:pt x="6181767" y="536958"/>
                  </a:lnTo>
                  <a:lnTo>
                    <a:pt x="6181925" y="536958"/>
                  </a:lnTo>
                  <a:lnTo>
                    <a:pt x="6182083" y="536958"/>
                  </a:lnTo>
                  <a:lnTo>
                    <a:pt x="6182241" y="536958"/>
                  </a:lnTo>
                  <a:lnTo>
                    <a:pt x="6182398" y="536958"/>
                  </a:lnTo>
                  <a:lnTo>
                    <a:pt x="6182398" y="536527"/>
                  </a:lnTo>
                  <a:lnTo>
                    <a:pt x="6182556" y="536527"/>
                  </a:lnTo>
                  <a:lnTo>
                    <a:pt x="6182714" y="536527"/>
                  </a:lnTo>
                  <a:lnTo>
                    <a:pt x="6182871" y="536527"/>
                  </a:lnTo>
                  <a:lnTo>
                    <a:pt x="6183029" y="536527"/>
                  </a:lnTo>
                  <a:lnTo>
                    <a:pt x="6183187" y="536527"/>
                  </a:lnTo>
                  <a:lnTo>
                    <a:pt x="6183345" y="536527"/>
                  </a:lnTo>
                  <a:lnTo>
                    <a:pt x="6183502" y="536527"/>
                  </a:lnTo>
                  <a:lnTo>
                    <a:pt x="6183660" y="536527"/>
                  </a:lnTo>
                  <a:lnTo>
                    <a:pt x="6183818" y="536527"/>
                  </a:lnTo>
                  <a:lnTo>
                    <a:pt x="6183975" y="536527"/>
                  </a:lnTo>
                  <a:lnTo>
                    <a:pt x="6183975" y="536097"/>
                  </a:lnTo>
                  <a:lnTo>
                    <a:pt x="6184133" y="536097"/>
                  </a:lnTo>
                  <a:lnTo>
                    <a:pt x="6184291" y="536097"/>
                  </a:lnTo>
                  <a:lnTo>
                    <a:pt x="6184449" y="536097"/>
                  </a:lnTo>
                  <a:lnTo>
                    <a:pt x="6184606" y="536097"/>
                  </a:lnTo>
                  <a:lnTo>
                    <a:pt x="6184764" y="536097"/>
                  </a:lnTo>
                  <a:lnTo>
                    <a:pt x="6184922" y="536097"/>
                  </a:lnTo>
                  <a:lnTo>
                    <a:pt x="6185079" y="536097"/>
                  </a:lnTo>
                  <a:lnTo>
                    <a:pt x="6185237" y="536097"/>
                  </a:lnTo>
                  <a:lnTo>
                    <a:pt x="6185395" y="536097"/>
                  </a:lnTo>
                  <a:lnTo>
                    <a:pt x="6185553" y="536097"/>
                  </a:lnTo>
                  <a:lnTo>
                    <a:pt x="6185710" y="536097"/>
                  </a:lnTo>
                  <a:lnTo>
                    <a:pt x="6185868" y="536097"/>
                  </a:lnTo>
                  <a:lnTo>
                    <a:pt x="6186026" y="536097"/>
                  </a:lnTo>
                  <a:lnTo>
                    <a:pt x="6186184" y="536097"/>
                  </a:lnTo>
                  <a:lnTo>
                    <a:pt x="6186341" y="536097"/>
                  </a:lnTo>
                  <a:lnTo>
                    <a:pt x="6186499" y="536097"/>
                  </a:lnTo>
                  <a:lnTo>
                    <a:pt x="6186657" y="536097"/>
                  </a:lnTo>
                  <a:lnTo>
                    <a:pt x="6186814" y="536097"/>
                  </a:lnTo>
                  <a:lnTo>
                    <a:pt x="6186972" y="536097"/>
                  </a:lnTo>
                  <a:lnTo>
                    <a:pt x="6187130" y="536097"/>
                  </a:lnTo>
                  <a:lnTo>
                    <a:pt x="6187288" y="536097"/>
                  </a:lnTo>
                  <a:lnTo>
                    <a:pt x="6187445" y="536097"/>
                  </a:lnTo>
                  <a:lnTo>
                    <a:pt x="6187603" y="536097"/>
                  </a:lnTo>
                  <a:lnTo>
                    <a:pt x="6187761" y="536097"/>
                  </a:lnTo>
                  <a:lnTo>
                    <a:pt x="6187918" y="536097"/>
                  </a:lnTo>
                  <a:lnTo>
                    <a:pt x="6188076" y="536097"/>
                  </a:lnTo>
                  <a:lnTo>
                    <a:pt x="6188234" y="536097"/>
                  </a:lnTo>
                  <a:lnTo>
                    <a:pt x="6188392" y="536097"/>
                  </a:lnTo>
                  <a:lnTo>
                    <a:pt x="6188549" y="536097"/>
                  </a:lnTo>
                  <a:lnTo>
                    <a:pt x="6188707" y="536097"/>
                  </a:lnTo>
                  <a:lnTo>
                    <a:pt x="6188707" y="535666"/>
                  </a:lnTo>
                  <a:lnTo>
                    <a:pt x="6188707" y="535235"/>
                  </a:lnTo>
                  <a:lnTo>
                    <a:pt x="6188865" y="535235"/>
                  </a:lnTo>
                  <a:lnTo>
                    <a:pt x="6188865" y="534805"/>
                  </a:lnTo>
                  <a:lnTo>
                    <a:pt x="6188865" y="534374"/>
                  </a:lnTo>
                  <a:lnTo>
                    <a:pt x="6189022" y="534374"/>
                  </a:lnTo>
                  <a:lnTo>
                    <a:pt x="6189180" y="534374"/>
                  </a:lnTo>
                  <a:lnTo>
                    <a:pt x="6189180" y="533944"/>
                  </a:lnTo>
                  <a:lnTo>
                    <a:pt x="6189338" y="533944"/>
                  </a:lnTo>
                  <a:lnTo>
                    <a:pt x="6189338" y="533513"/>
                  </a:lnTo>
                  <a:lnTo>
                    <a:pt x="6189496" y="533513"/>
                  </a:lnTo>
                  <a:lnTo>
                    <a:pt x="6189653" y="533513"/>
                  </a:lnTo>
                  <a:lnTo>
                    <a:pt x="6189811" y="533513"/>
                  </a:lnTo>
                  <a:lnTo>
                    <a:pt x="6189969" y="533513"/>
                  </a:lnTo>
                  <a:lnTo>
                    <a:pt x="6190126" y="533513"/>
                  </a:lnTo>
                  <a:lnTo>
                    <a:pt x="6190284" y="533513"/>
                  </a:lnTo>
                  <a:lnTo>
                    <a:pt x="6190442" y="533513"/>
                  </a:lnTo>
                  <a:lnTo>
                    <a:pt x="6190600" y="533513"/>
                  </a:lnTo>
                  <a:lnTo>
                    <a:pt x="6190757" y="533513"/>
                  </a:lnTo>
                  <a:lnTo>
                    <a:pt x="6190757" y="533082"/>
                  </a:lnTo>
                  <a:lnTo>
                    <a:pt x="6190915" y="533082"/>
                  </a:lnTo>
                  <a:lnTo>
                    <a:pt x="6191073" y="533082"/>
                  </a:lnTo>
                  <a:lnTo>
                    <a:pt x="6191231" y="533082"/>
                  </a:lnTo>
                  <a:lnTo>
                    <a:pt x="6191388" y="533082"/>
                  </a:lnTo>
                  <a:lnTo>
                    <a:pt x="6191546" y="533082"/>
                  </a:lnTo>
                  <a:lnTo>
                    <a:pt x="6191546" y="532652"/>
                  </a:lnTo>
                  <a:lnTo>
                    <a:pt x="6191704" y="532652"/>
                  </a:lnTo>
                  <a:lnTo>
                    <a:pt x="6191861" y="532652"/>
                  </a:lnTo>
                  <a:lnTo>
                    <a:pt x="6192019" y="532652"/>
                  </a:lnTo>
                  <a:lnTo>
                    <a:pt x="6192177" y="532652"/>
                  </a:lnTo>
                  <a:lnTo>
                    <a:pt x="6192335" y="532652"/>
                  </a:lnTo>
                  <a:lnTo>
                    <a:pt x="6192492" y="532652"/>
                  </a:lnTo>
                  <a:lnTo>
                    <a:pt x="6192650" y="532652"/>
                  </a:lnTo>
                  <a:lnTo>
                    <a:pt x="6192808" y="532652"/>
                  </a:lnTo>
                  <a:lnTo>
                    <a:pt x="6192965" y="532652"/>
                  </a:lnTo>
                  <a:lnTo>
                    <a:pt x="6193123" y="532652"/>
                  </a:lnTo>
                  <a:lnTo>
                    <a:pt x="6193281" y="532652"/>
                  </a:lnTo>
                  <a:lnTo>
                    <a:pt x="6193439" y="532652"/>
                  </a:lnTo>
                  <a:lnTo>
                    <a:pt x="6193596" y="532652"/>
                  </a:lnTo>
                  <a:lnTo>
                    <a:pt x="6193754" y="532652"/>
                  </a:lnTo>
                  <a:lnTo>
                    <a:pt x="6193912" y="532652"/>
                  </a:lnTo>
                  <a:lnTo>
                    <a:pt x="6194069" y="532652"/>
                  </a:lnTo>
                  <a:lnTo>
                    <a:pt x="6194069" y="532221"/>
                  </a:lnTo>
                  <a:lnTo>
                    <a:pt x="6194227" y="532221"/>
                  </a:lnTo>
                  <a:lnTo>
                    <a:pt x="6194385" y="532221"/>
                  </a:lnTo>
                  <a:lnTo>
                    <a:pt x="6194543" y="532221"/>
                  </a:lnTo>
                  <a:lnTo>
                    <a:pt x="6194700" y="532221"/>
                  </a:lnTo>
                  <a:lnTo>
                    <a:pt x="6194858" y="532221"/>
                  </a:lnTo>
                  <a:lnTo>
                    <a:pt x="6195016" y="532221"/>
                  </a:lnTo>
                  <a:lnTo>
                    <a:pt x="6195173" y="532221"/>
                  </a:lnTo>
                  <a:lnTo>
                    <a:pt x="6195331" y="532221"/>
                  </a:lnTo>
                  <a:lnTo>
                    <a:pt x="6195489" y="532221"/>
                  </a:lnTo>
                  <a:lnTo>
                    <a:pt x="6195647" y="532221"/>
                  </a:lnTo>
                  <a:lnTo>
                    <a:pt x="6195804" y="532221"/>
                  </a:lnTo>
                  <a:lnTo>
                    <a:pt x="6195962" y="532221"/>
                  </a:lnTo>
                  <a:lnTo>
                    <a:pt x="6196120" y="532221"/>
                  </a:lnTo>
                  <a:lnTo>
                    <a:pt x="6196277" y="532221"/>
                  </a:lnTo>
                  <a:lnTo>
                    <a:pt x="6196435" y="532221"/>
                  </a:lnTo>
                  <a:lnTo>
                    <a:pt x="6196593" y="532221"/>
                  </a:lnTo>
                  <a:lnTo>
                    <a:pt x="6196751" y="532221"/>
                  </a:lnTo>
                  <a:lnTo>
                    <a:pt x="6196908" y="532221"/>
                  </a:lnTo>
                  <a:lnTo>
                    <a:pt x="6197066" y="532221"/>
                  </a:lnTo>
                  <a:lnTo>
                    <a:pt x="6197224" y="532221"/>
                  </a:lnTo>
                  <a:lnTo>
                    <a:pt x="6197382" y="532221"/>
                  </a:lnTo>
                  <a:lnTo>
                    <a:pt x="6197539" y="532221"/>
                  </a:lnTo>
                  <a:lnTo>
                    <a:pt x="6197697" y="532221"/>
                  </a:lnTo>
                  <a:lnTo>
                    <a:pt x="6197855" y="532221"/>
                  </a:lnTo>
                  <a:lnTo>
                    <a:pt x="6198012" y="532221"/>
                  </a:lnTo>
                  <a:lnTo>
                    <a:pt x="6198170" y="532221"/>
                  </a:lnTo>
                  <a:lnTo>
                    <a:pt x="6198328" y="532221"/>
                  </a:lnTo>
                  <a:lnTo>
                    <a:pt x="6198486" y="532221"/>
                  </a:lnTo>
                  <a:lnTo>
                    <a:pt x="6198643" y="532221"/>
                  </a:lnTo>
                  <a:lnTo>
                    <a:pt x="6198643" y="531791"/>
                  </a:lnTo>
                  <a:lnTo>
                    <a:pt x="6198801" y="531791"/>
                  </a:lnTo>
                  <a:lnTo>
                    <a:pt x="6198959" y="531791"/>
                  </a:lnTo>
                  <a:lnTo>
                    <a:pt x="6198959" y="531360"/>
                  </a:lnTo>
                  <a:lnTo>
                    <a:pt x="6199116" y="531360"/>
                  </a:lnTo>
                  <a:lnTo>
                    <a:pt x="6199274" y="531360"/>
                  </a:lnTo>
                  <a:lnTo>
                    <a:pt x="6199274" y="530929"/>
                  </a:lnTo>
                  <a:lnTo>
                    <a:pt x="6199432" y="530929"/>
                  </a:lnTo>
                  <a:lnTo>
                    <a:pt x="6199590" y="530929"/>
                  </a:lnTo>
                  <a:lnTo>
                    <a:pt x="6199747" y="530929"/>
                  </a:lnTo>
                  <a:lnTo>
                    <a:pt x="6199905" y="530929"/>
                  </a:lnTo>
                  <a:lnTo>
                    <a:pt x="6200063" y="530929"/>
                  </a:lnTo>
                  <a:lnTo>
                    <a:pt x="6200063" y="530499"/>
                  </a:lnTo>
                  <a:lnTo>
                    <a:pt x="6200220" y="530499"/>
                  </a:lnTo>
                  <a:lnTo>
                    <a:pt x="6200378" y="530499"/>
                  </a:lnTo>
                  <a:lnTo>
                    <a:pt x="6200536" y="530499"/>
                  </a:lnTo>
                  <a:lnTo>
                    <a:pt x="6200694" y="530499"/>
                  </a:lnTo>
                  <a:lnTo>
                    <a:pt x="6200851" y="530499"/>
                  </a:lnTo>
                  <a:lnTo>
                    <a:pt x="6201009" y="530499"/>
                  </a:lnTo>
                  <a:lnTo>
                    <a:pt x="6201167" y="530499"/>
                  </a:lnTo>
                  <a:lnTo>
                    <a:pt x="6201324" y="530499"/>
                  </a:lnTo>
                  <a:lnTo>
                    <a:pt x="6201482" y="530499"/>
                  </a:lnTo>
                  <a:lnTo>
                    <a:pt x="6201640" y="530499"/>
                  </a:lnTo>
                  <a:lnTo>
                    <a:pt x="6201798" y="530499"/>
                  </a:lnTo>
                  <a:lnTo>
                    <a:pt x="6201955" y="530499"/>
                  </a:lnTo>
                  <a:lnTo>
                    <a:pt x="6202113" y="530499"/>
                  </a:lnTo>
                  <a:lnTo>
                    <a:pt x="6202271" y="530499"/>
                  </a:lnTo>
                  <a:lnTo>
                    <a:pt x="6202429" y="530499"/>
                  </a:lnTo>
                  <a:lnTo>
                    <a:pt x="6202586" y="530499"/>
                  </a:lnTo>
                  <a:lnTo>
                    <a:pt x="6202744" y="530499"/>
                  </a:lnTo>
                  <a:lnTo>
                    <a:pt x="6202902" y="530499"/>
                  </a:lnTo>
                  <a:lnTo>
                    <a:pt x="6203059" y="530499"/>
                  </a:lnTo>
                  <a:lnTo>
                    <a:pt x="6203217" y="530499"/>
                  </a:lnTo>
                  <a:lnTo>
                    <a:pt x="6203375" y="530499"/>
                  </a:lnTo>
                  <a:lnTo>
                    <a:pt x="6203533" y="530499"/>
                  </a:lnTo>
                  <a:lnTo>
                    <a:pt x="6203690" y="530499"/>
                  </a:lnTo>
                  <a:lnTo>
                    <a:pt x="6203848" y="530499"/>
                  </a:lnTo>
                  <a:lnTo>
                    <a:pt x="6204006" y="530499"/>
                  </a:lnTo>
                  <a:lnTo>
                    <a:pt x="6204163" y="530499"/>
                  </a:lnTo>
                  <a:lnTo>
                    <a:pt x="6204321" y="530499"/>
                  </a:lnTo>
                  <a:lnTo>
                    <a:pt x="6204321" y="530068"/>
                  </a:lnTo>
                  <a:lnTo>
                    <a:pt x="6204479" y="530068"/>
                  </a:lnTo>
                  <a:lnTo>
                    <a:pt x="6204637" y="530068"/>
                  </a:lnTo>
                  <a:lnTo>
                    <a:pt x="6204794" y="530068"/>
                  </a:lnTo>
                  <a:lnTo>
                    <a:pt x="6204952" y="530068"/>
                  </a:lnTo>
                  <a:lnTo>
                    <a:pt x="6205110" y="530068"/>
                  </a:lnTo>
                  <a:lnTo>
                    <a:pt x="6205267" y="530068"/>
                  </a:lnTo>
                  <a:lnTo>
                    <a:pt x="6205425" y="530068"/>
                  </a:lnTo>
                  <a:lnTo>
                    <a:pt x="6205583" y="530068"/>
                  </a:lnTo>
                  <a:lnTo>
                    <a:pt x="6205583" y="529638"/>
                  </a:lnTo>
                  <a:lnTo>
                    <a:pt x="6205583" y="529207"/>
                  </a:lnTo>
                  <a:lnTo>
                    <a:pt x="6205741" y="529207"/>
                  </a:lnTo>
                  <a:lnTo>
                    <a:pt x="6205898" y="529207"/>
                  </a:lnTo>
                  <a:lnTo>
                    <a:pt x="6206056" y="529207"/>
                  </a:lnTo>
                  <a:lnTo>
                    <a:pt x="6206214" y="529207"/>
                  </a:lnTo>
                  <a:lnTo>
                    <a:pt x="6206371" y="529207"/>
                  </a:lnTo>
                  <a:lnTo>
                    <a:pt x="6206529" y="529207"/>
                  </a:lnTo>
                  <a:lnTo>
                    <a:pt x="6206687" y="529207"/>
                  </a:lnTo>
                  <a:lnTo>
                    <a:pt x="6206845" y="529207"/>
                  </a:lnTo>
                  <a:lnTo>
                    <a:pt x="6207002" y="529207"/>
                  </a:lnTo>
                  <a:lnTo>
                    <a:pt x="6207160" y="529207"/>
                  </a:lnTo>
                  <a:lnTo>
                    <a:pt x="6207318" y="529207"/>
                  </a:lnTo>
                  <a:lnTo>
                    <a:pt x="6207475" y="529207"/>
                  </a:lnTo>
                  <a:lnTo>
                    <a:pt x="6207633" y="529207"/>
                  </a:lnTo>
                  <a:lnTo>
                    <a:pt x="6207791" y="529207"/>
                  </a:lnTo>
                  <a:lnTo>
                    <a:pt x="6207949" y="529207"/>
                  </a:lnTo>
                  <a:lnTo>
                    <a:pt x="6208106" y="529207"/>
                  </a:lnTo>
                  <a:lnTo>
                    <a:pt x="6208264" y="529207"/>
                  </a:lnTo>
                  <a:lnTo>
                    <a:pt x="6208264" y="528776"/>
                  </a:lnTo>
                  <a:lnTo>
                    <a:pt x="6208422" y="528776"/>
                  </a:lnTo>
                  <a:lnTo>
                    <a:pt x="6208422" y="528346"/>
                  </a:lnTo>
                  <a:lnTo>
                    <a:pt x="6208580" y="528346"/>
                  </a:lnTo>
                  <a:lnTo>
                    <a:pt x="6208737" y="528346"/>
                  </a:lnTo>
                  <a:lnTo>
                    <a:pt x="6208895" y="528346"/>
                  </a:lnTo>
                  <a:lnTo>
                    <a:pt x="6209053" y="528346"/>
                  </a:lnTo>
                  <a:lnTo>
                    <a:pt x="6209210" y="528346"/>
                  </a:lnTo>
                  <a:lnTo>
                    <a:pt x="6209210" y="527915"/>
                  </a:lnTo>
                  <a:lnTo>
                    <a:pt x="6209368" y="527915"/>
                  </a:lnTo>
                  <a:lnTo>
                    <a:pt x="6209526" y="527915"/>
                  </a:lnTo>
                  <a:lnTo>
                    <a:pt x="6209684" y="527915"/>
                  </a:lnTo>
                  <a:lnTo>
                    <a:pt x="6209841" y="527915"/>
                  </a:lnTo>
                  <a:lnTo>
                    <a:pt x="6209999" y="527915"/>
                  </a:lnTo>
                  <a:lnTo>
                    <a:pt x="6210157" y="527915"/>
                  </a:lnTo>
                  <a:lnTo>
                    <a:pt x="6210314" y="527915"/>
                  </a:lnTo>
                  <a:lnTo>
                    <a:pt x="6210472" y="527915"/>
                  </a:lnTo>
                  <a:lnTo>
                    <a:pt x="6210630" y="527915"/>
                  </a:lnTo>
                  <a:lnTo>
                    <a:pt x="6210788" y="527915"/>
                  </a:lnTo>
                  <a:lnTo>
                    <a:pt x="6210945" y="527915"/>
                  </a:lnTo>
                  <a:lnTo>
                    <a:pt x="6211103" y="527915"/>
                  </a:lnTo>
                  <a:lnTo>
                    <a:pt x="6211261" y="527915"/>
                  </a:lnTo>
                  <a:lnTo>
                    <a:pt x="6211418" y="527915"/>
                  </a:lnTo>
                  <a:lnTo>
                    <a:pt x="6211576" y="527915"/>
                  </a:lnTo>
                  <a:lnTo>
                    <a:pt x="6211734" y="527915"/>
                  </a:lnTo>
                  <a:lnTo>
                    <a:pt x="6211892" y="527915"/>
                  </a:lnTo>
                  <a:lnTo>
                    <a:pt x="6212049" y="527915"/>
                  </a:lnTo>
                  <a:lnTo>
                    <a:pt x="6212049" y="527485"/>
                  </a:lnTo>
                  <a:lnTo>
                    <a:pt x="6212207" y="527485"/>
                  </a:lnTo>
                  <a:lnTo>
                    <a:pt x="6212207" y="527054"/>
                  </a:lnTo>
                  <a:lnTo>
                    <a:pt x="6212365" y="527054"/>
                  </a:lnTo>
                  <a:lnTo>
                    <a:pt x="6212522" y="527054"/>
                  </a:lnTo>
                  <a:lnTo>
                    <a:pt x="6212680" y="527054"/>
                  </a:lnTo>
                  <a:lnTo>
                    <a:pt x="6212838" y="527054"/>
                  </a:lnTo>
                  <a:lnTo>
                    <a:pt x="6212996" y="527054"/>
                  </a:lnTo>
                  <a:lnTo>
                    <a:pt x="6213153" y="527054"/>
                  </a:lnTo>
                  <a:lnTo>
                    <a:pt x="6213153" y="526623"/>
                  </a:lnTo>
                  <a:lnTo>
                    <a:pt x="6213311" y="526623"/>
                  </a:lnTo>
                  <a:lnTo>
                    <a:pt x="6213469" y="526623"/>
                  </a:lnTo>
                  <a:lnTo>
                    <a:pt x="6213627" y="526623"/>
                  </a:lnTo>
                  <a:lnTo>
                    <a:pt x="6213784" y="526623"/>
                  </a:lnTo>
                  <a:lnTo>
                    <a:pt x="6213942" y="526623"/>
                  </a:lnTo>
                  <a:lnTo>
                    <a:pt x="6214100" y="526623"/>
                  </a:lnTo>
                  <a:lnTo>
                    <a:pt x="6214257" y="526623"/>
                  </a:lnTo>
                  <a:lnTo>
                    <a:pt x="6214415" y="526623"/>
                  </a:lnTo>
                  <a:lnTo>
                    <a:pt x="6214415" y="526193"/>
                  </a:lnTo>
                  <a:lnTo>
                    <a:pt x="6214573" y="526193"/>
                  </a:lnTo>
                  <a:lnTo>
                    <a:pt x="6214573" y="525762"/>
                  </a:lnTo>
                  <a:lnTo>
                    <a:pt x="6214573" y="525332"/>
                  </a:lnTo>
                  <a:lnTo>
                    <a:pt x="6214731" y="525332"/>
                  </a:lnTo>
                  <a:lnTo>
                    <a:pt x="6214888" y="525332"/>
                  </a:lnTo>
                  <a:lnTo>
                    <a:pt x="6215046" y="525332"/>
                  </a:lnTo>
                  <a:lnTo>
                    <a:pt x="6215204" y="525332"/>
                  </a:lnTo>
                  <a:lnTo>
                    <a:pt x="6215204" y="524901"/>
                  </a:lnTo>
                  <a:lnTo>
                    <a:pt x="6215361" y="524901"/>
                  </a:lnTo>
                  <a:lnTo>
                    <a:pt x="6215519" y="524901"/>
                  </a:lnTo>
                  <a:lnTo>
                    <a:pt x="6215677" y="524901"/>
                  </a:lnTo>
                  <a:lnTo>
                    <a:pt x="6215677" y="524470"/>
                  </a:lnTo>
                  <a:lnTo>
                    <a:pt x="6215835" y="524470"/>
                  </a:lnTo>
                  <a:lnTo>
                    <a:pt x="6215992" y="524470"/>
                  </a:lnTo>
                  <a:lnTo>
                    <a:pt x="6216150" y="524470"/>
                  </a:lnTo>
                  <a:lnTo>
                    <a:pt x="6216308" y="524470"/>
                  </a:lnTo>
                  <a:lnTo>
                    <a:pt x="6216308" y="524040"/>
                  </a:lnTo>
                  <a:lnTo>
                    <a:pt x="6216465" y="524040"/>
                  </a:lnTo>
                  <a:lnTo>
                    <a:pt x="6216623" y="524040"/>
                  </a:lnTo>
                  <a:lnTo>
                    <a:pt x="6216781" y="524040"/>
                  </a:lnTo>
                  <a:lnTo>
                    <a:pt x="6216939" y="524040"/>
                  </a:lnTo>
                  <a:lnTo>
                    <a:pt x="6217096" y="524040"/>
                  </a:lnTo>
                  <a:lnTo>
                    <a:pt x="6217254" y="524040"/>
                  </a:lnTo>
                  <a:lnTo>
                    <a:pt x="6217254" y="523609"/>
                  </a:lnTo>
                  <a:lnTo>
                    <a:pt x="6217254" y="523179"/>
                  </a:lnTo>
                  <a:lnTo>
                    <a:pt x="6217412" y="523179"/>
                  </a:lnTo>
                  <a:lnTo>
                    <a:pt x="6217569" y="523179"/>
                  </a:lnTo>
                  <a:lnTo>
                    <a:pt x="6217727" y="523179"/>
                  </a:lnTo>
                  <a:lnTo>
                    <a:pt x="6217885" y="523179"/>
                  </a:lnTo>
                  <a:lnTo>
                    <a:pt x="6218043" y="523179"/>
                  </a:lnTo>
                  <a:lnTo>
                    <a:pt x="6218200" y="523179"/>
                  </a:lnTo>
                  <a:lnTo>
                    <a:pt x="6218358" y="523179"/>
                  </a:lnTo>
                  <a:lnTo>
                    <a:pt x="6218516" y="523179"/>
                  </a:lnTo>
                  <a:lnTo>
                    <a:pt x="6218673" y="523179"/>
                  </a:lnTo>
                  <a:lnTo>
                    <a:pt x="6218831" y="523179"/>
                  </a:lnTo>
                  <a:lnTo>
                    <a:pt x="6218989" y="523179"/>
                  </a:lnTo>
                  <a:lnTo>
                    <a:pt x="6219147" y="523179"/>
                  </a:lnTo>
                  <a:lnTo>
                    <a:pt x="6219147" y="522748"/>
                  </a:lnTo>
                  <a:lnTo>
                    <a:pt x="6219304" y="522748"/>
                  </a:lnTo>
                  <a:lnTo>
                    <a:pt x="6219462" y="522748"/>
                  </a:lnTo>
                  <a:lnTo>
                    <a:pt x="6219620" y="522748"/>
                  </a:lnTo>
                  <a:lnTo>
                    <a:pt x="6219778" y="522748"/>
                  </a:lnTo>
                  <a:lnTo>
                    <a:pt x="6219935" y="522748"/>
                  </a:lnTo>
                  <a:lnTo>
                    <a:pt x="6219935" y="522317"/>
                  </a:lnTo>
                  <a:lnTo>
                    <a:pt x="6220093" y="522317"/>
                  </a:lnTo>
                  <a:lnTo>
                    <a:pt x="6220093" y="521887"/>
                  </a:lnTo>
                  <a:lnTo>
                    <a:pt x="6220251" y="521887"/>
                  </a:lnTo>
                  <a:lnTo>
                    <a:pt x="6220408" y="521887"/>
                  </a:lnTo>
                  <a:lnTo>
                    <a:pt x="6220566" y="521887"/>
                  </a:lnTo>
                  <a:lnTo>
                    <a:pt x="6220724" y="521887"/>
                  </a:lnTo>
                  <a:lnTo>
                    <a:pt x="6220882" y="521887"/>
                  </a:lnTo>
                  <a:lnTo>
                    <a:pt x="6221039" y="521887"/>
                  </a:lnTo>
                  <a:lnTo>
                    <a:pt x="6221197" y="521887"/>
                  </a:lnTo>
                  <a:lnTo>
                    <a:pt x="6221355" y="521887"/>
                  </a:lnTo>
                  <a:lnTo>
                    <a:pt x="6221512" y="521887"/>
                  </a:lnTo>
                  <a:lnTo>
                    <a:pt x="6221670" y="521887"/>
                  </a:lnTo>
                  <a:lnTo>
                    <a:pt x="6221828" y="521887"/>
                  </a:lnTo>
                  <a:lnTo>
                    <a:pt x="6221986" y="521887"/>
                  </a:lnTo>
                  <a:lnTo>
                    <a:pt x="6222143" y="521887"/>
                  </a:lnTo>
                  <a:lnTo>
                    <a:pt x="6222301" y="521887"/>
                  </a:lnTo>
                  <a:lnTo>
                    <a:pt x="6222459" y="521887"/>
                  </a:lnTo>
                  <a:lnTo>
                    <a:pt x="6222616" y="521887"/>
                  </a:lnTo>
                  <a:lnTo>
                    <a:pt x="6222774" y="521887"/>
                  </a:lnTo>
                  <a:lnTo>
                    <a:pt x="6222932" y="521887"/>
                  </a:lnTo>
                  <a:lnTo>
                    <a:pt x="6223090" y="521887"/>
                  </a:lnTo>
                  <a:lnTo>
                    <a:pt x="6223247" y="521887"/>
                  </a:lnTo>
                  <a:lnTo>
                    <a:pt x="6223405" y="521887"/>
                  </a:lnTo>
                  <a:lnTo>
                    <a:pt x="6223563" y="521887"/>
                  </a:lnTo>
                  <a:lnTo>
                    <a:pt x="6223720" y="521887"/>
                  </a:lnTo>
                  <a:lnTo>
                    <a:pt x="6223878" y="521887"/>
                  </a:lnTo>
                  <a:lnTo>
                    <a:pt x="6224036" y="521887"/>
                  </a:lnTo>
                  <a:lnTo>
                    <a:pt x="6224194" y="521887"/>
                  </a:lnTo>
                  <a:lnTo>
                    <a:pt x="6224194" y="521456"/>
                  </a:lnTo>
                  <a:lnTo>
                    <a:pt x="6224351" y="521456"/>
                  </a:lnTo>
                  <a:lnTo>
                    <a:pt x="6224351" y="521026"/>
                  </a:lnTo>
                  <a:lnTo>
                    <a:pt x="6224509" y="521026"/>
                  </a:lnTo>
                  <a:lnTo>
                    <a:pt x="6224667" y="521026"/>
                  </a:lnTo>
                  <a:lnTo>
                    <a:pt x="6224825" y="521026"/>
                  </a:lnTo>
                  <a:lnTo>
                    <a:pt x="6224982" y="521026"/>
                  </a:lnTo>
                  <a:lnTo>
                    <a:pt x="6225140" y="521026"/>
                  </a:lnTo>
                  <a:lnTo>
                    <a:pt x="6225298" y="521026"/>
                  </a:lnTo>
                  <a:lnTo>
                    <a:pt x="6225298" y="520595"/>
                  </a:lnTo>
                  <a:lnTo>
                    <a:pt x="6225455" y="520595"/>
                  </a:lnTo>
                  <a:lnTo>
                    <a:pt x="6225455" y="520164"/>
                  </a:lnTo>
                  <a:lnTo>
                    <a:pt x="6225613" y="520164"/>
                  </a:lnTo>
                  <a:lnTo>
                    <a:pt x="6225771" y="520164"/>
                  </a:lnTo>
                  <a:lnTo>
                    <a:pt x="6225929" y="520164"/>
                  </a:lnTo>
                  <a:lnTo>
                    <a:pt x="6226086" y="520164"/>
                  </a:lnTo>
                  <a:lnTo>
                    <a:pt x="6226244" y="520164"/>
                  </a:lnTo>
                  <a:lnTo>
                    <a:pt x="6226402" y="520164"/>
                  </a:lnTo>
                  <a:lnTo>
                    <a:pt x="6226559" y="520164"/>
                  </a:lnTo>
                  <a:lnTo>
                    <a:pt x="6226717" y="520164"/>
                  </a:lnTo>
                  <a:lnTo>
                    <a:pt x="6226875" y="520164"/>
                  </a:lnTo>
                  <a:lnTo>
                    <a:pt x="6227033" y="520164"/>
                  </a:lnTo>
                  <a:lnTo>
                    <a:pt x="6227190" y="520164"/>
                  </a:lnTo>
                  <a:lnTo>
                    <a:pt x="6227348" y="520164"/>
                  </a:lnTo>
                  <a:lnTo>
                    <a:pt x="6227506" y="520164"/>
                  </a:lnTo>
                  <a:lnTo>
                    <a:pt x="6227663" y="520164"/>
                  </a:lnTo>
                  <a:lnTo>
                    <a:pt x="6227821" y="520164"/>
                  </a:lnTo>
                  <a:lnTo>
                    <a:pt x="6227979" y="520164"/>
                  </a:lnTo>
                  <a:lnTo>
                    <a:pt x="6228137" y="520164"/>
                  </a:lnTo>
                  <a:lnTo>
                    <a:pt x="6228294" y="520164"/>
                  </a:lnTo>
                  <a:lnTo>
                    <a:pt x="6228452" y="520164"/>
                  </a:lnTo>
                  <a:lnTo>
                    <a:pt x="6228610" y="520164"/>
                  </a:lnTo>
                  <a:lnTo>
                    <a:pt x="6228610" y="519734"/>
                  </a:lnTo>
                  <a:lnTo>
                    <a:pt x="6228767" y="519734"/>
                  </a:lnTo>
                  <a:lnTo>
                    <a:pt x="6228767" y="519303"/>
                  </a:lnTo>
                  <a:lnTo>
                    <a:pt x="6228925" y="519303"/>
                  </a:lnTo>
                  <a:lnTo>
                    <a:pt x="6229083" y="519303"/>
                  </a:lnTo>
                  <a:lnTo>
                    <a:pt x="6229241" y="519303"/>
                  </a:lnTo>
                  <a:lnTo>
                    <a:pt x="6229398" y="519303"/>
                  </a:lnTo>
                  <a:lnTo>
                    <a:pt x="6229556" y="519303"/>
                  </a:lnTo>
                  <a:lnTo>
                    <a:pt x="6229714" y="519303"/>
                  </a:lnTo>
                  <a:lnTo>
                    <a:pt x="6229871" y="519303"/>
                  </a:lnTo>
                  <a:lnTo>
                    <a:pt x="6230029" y="519303"/>
                  </a:lnTo>
                  <a:lnTo>
                    <a:pt x="6230187" y="519303"/>
                  </a:lnTo>
                  <a:lnTo>
                    <a:pt x="6230345" y="519303"/>
                  </a:lnTo>
                  <a:lnTo>
                    <a:pt x="6230502" y="519303"/>
                  </a:lnTo>
                  <a:lnTo>
                    <a:pt x="6230660" y="519303"/>
                  </a:lnTo>
                  <a:lnTo>
                    <a:pt x="6230818" y="519303"/>
                  </a:lnTo>
                  <a:lnTo>
                    <a:pt x="6230976" y="519303"/>
                  </a:lnTo>
                  <a:lnTo>
                    <a:pt x="6231133" y="519303"/>
                  </a:lnTo>
                  <a:lnTo>
                    <a:pt x="6231291" y="519303"/>
                  </a:lnTo>
                  <a:lnTo>
                    <a:pt x="6231449" y="519303"/>
                  </a:lnTo>
                  <a:lnTo>
                    <a:pt x="6231606" y="519303"/>
                  </a:lnTo>
                  <a:lnTo>
                    <a:pt x="6231764" y="519303"/>
                  </a:lnTo>
                  <a:lnTo>
                    <a:pt x="6231922" y="519303"/>
                  </a:lnTo>
                  <a:lnTo>
                    <a:pt x="6232080" y="519303"/>
                  </a:lnTo>
                  <a:lnTo>
                    <a:pt x="6232237" y="519303"/>
                  </a:lnTo>
                  <a:lnTo>
                    <a:pt x="6232395" y="519303"/>
                  </a:lnTo>
                  <a:lnTo>
                    <a:pt x="6232553" y="519303"/>
                  </a:lnTo>
                  <a:lnTo>
                    <a:pt x="6232553" y="518873"/>
                  </a:lnTo>
                  <a:lnTo>
                    <a:pt x="6232710" y="518873"/>
                  </a:lnTo>
                  <a:lnTo>
                    <a:pt x="6232868" y="518873"/>
                  </a:lnTo>
                  <a:lnTo>
                    <a:pt x="6233026" y="518873"/>
                  </a:lnTo>
                  <a:lnTo>
                    <a:pt x="6233026" y="518442"/>
                  </a:lnTo>
                  <a:lnTo>
                    <a:pt x="6233026" y="518011"/>
                  </a:lnTo>
                  <a:lnTo>
                    <a:pt x="6233184" y="518011"/>
                  </a:lnTo>
                  <a:lnTo>
                    <a:pt x="6233341" y="518011"/>
                  </a:lnTo>
                  <a:lnTo>
                    <a:pt x="6233499" y="518011"/>
                  </a:lnTo>
                  <a:lnTo>
                    <a:pt x="6233657" y="518011"/>
                  </a:lnTo>
                  <a:lnTo>
                    <a:pt x="6233814" y="518011"/>
                  </a:lnTo>
                  <a:lnTo>
                    <a:pt x="6233972" y="518011"/>
                  </a:lnTo>
                  <a:lnTo>
                    <a:pt x="6234130" y="518011"/>
                  </a:lnTo>
                  <a:lnTo>
                    <a:pt x="6234288" y="518011"/>
                  </a:lnTo>
                  <a:lnTo>
                    <a:pt x="6234445" y="518011"/>
                  </a:lnTo>
                  <a:lnTo>
                    <a:pt x="6234603" y="518011"/>
                  </a:lnTo>
                  <a:lnTo>
                    <a:pt x="6234761" y="518011"/>
                  </a:lnTo>
                  <a:lnTo>
                    <a:pt x="6234918" y="518011"/>
                  </a:lnTo>
                  <a:lnTo>
                    <a:pt x="6235076" y="518011"/>
                  </a:lnTo>
                  <a:lnTo>
                    <a:pt x="6235234" y="518011"/>
                  </a:lnTo>
                  <a:lnTo>
                    <a:pt x="6235392" y="518011"/>
                  </a:lnTo>
                  <a:lnTo>
                    <a:pt x="6235549" y="518011"/>
                  </a:lnTo>
                  <a:lnTo>
                    <a:pt x="6235707" y="518011"/>
                  </a:lnTo>
                  <a:lnTo>
                    <a:pt x="6235865" y="518011"/>
                  </a:lnTo>
                  <a:lnTo>
                    <a:pt x="6235865" y="517581"/>
                  </a:lnTo>
                  <a:lnTo>
                    <a:pt x="6236023" y="517581"/>
                  </a:lnTo>
                  <a:lnTo>
                    <a:pt x="6236180" y="517581"/>
                  </a:lnTo>
                  <a:lnTo>
                    <a:pt x="6236338" y="517581"/>
                  </a:lnTo>
                  <a:lnTo>
                    <a:pt x="6236496" y="517581"/>
                  </a:lnTo>
                  <a:lnTo>
                    <a:pt x="6236653" y="517581"/>
                  </a:lnTo>
                  <a:lnTo>
                    <a:pt x="6236811" y="517581"/>
                  </a:lnTo>
                  <a:lnTo>
                    <a:pt x="6236969" y="517581"/>
                  </a:lnTo>
                  <a:lnTo>
                    <a:pt x="6237127" y="517581"/>
                  </a:lnTo>
                  <a:lnTo>
                    <a:pt x="6237284" y="517581"/>
                  </a:lnTo>
                  <a:lnTo>
                    <a:pt x="6237442" y="517581"/>
                  </a:lnTo>
                  <a:lnTo>
                    <a:pt x="6237600" y="517581"/>
                  </a:lnTo>
                  <a:lnTo>
                    <a:pt x="6237600" y="517150"/>
                  </a:lnTo>
                  <a:lnTo>
                    <a:pt x="6237600" y="516720"/>
                  </a:lnTo>
                  <a:lnTo>
                    <a:pt x="6237757" y="516720"/>
                  </a:lnTo>
                  <a:lnTo>
                    <a:pt x="6237915" y="516720"/>
                  </a:lnTo>
                  <a:lnTo>
                    <a:pt x="6238073" y="516720"/>
                  </a:lnTo>
                  <a:lnTo>
                    <a:pt x="6238231" y="516720"/>
                  </a:lnTo>
                  <a:lnTo>
                    <a:pt x="6238388" y="516720"/>
                  </a:lnTo>
                  <a:lnTo>
                    <a:pt x="6238546" y="516720"/>
                  </a:lnTo>
                  <a:lnTo>
                    <a:pt x="6238704" y="516720"/>
                  </a:lnTo>
                  <a:lnTo>
                    <a:pt x="6238861" y="516720"/>
                  </a:lnTo>
                  <a:lnTo>
                    <a:pt x="6238861" y="516289"/>
                  </a:lnTo>
                  <a:lnTo>
                    <a:pt x="6239019" y="516289"/>
                  </a:lnTo>
                  <a:lnTo>
                    <a:pt x="6239177" y="516289"/>
                  </a:lnTo>
                  <a:lnTo>
                    <a:pt x="6239335" y="516289"/>
                  </a:lnTo>
                  <a:lnTo>
                    <a:pt x="6239492" y="516289"/>
                  </a:lnTo>
                  <a:lnTo>
                    <a:pt x="6239650" y="516289"/>
                  </a:lnTo>
                  <a:lnTo>
                    <a:pt x="6239808" y="516289"/>
                  </a:lnTo>
                  <a:lnTo>
                    <a:pt x="6239808" y="515858"/>
                  </a:lnTo>
                  <a:lnTo>
                    <a:pt x="6239808" y="515428"/>
                  </a:lnTo>
                  <a:lnTo>
                    <a:pt x="6239965" y="515428"/>
                  </a:lnTo>
                  <a:lnTo>
                    <a:pt x="6240123" y="515428"/>
                  </a:lnTo>
                  <a:lnTo>
                    <a:pt x="6240281" y="515428"/>
                  </a:lnTo>
                  <a:lnTo>
                    <a:pt x="6240439" y="515428"/>
                  </a:lnTo>
                  <a:lnTo>
                    <a:pt x="6240596" y="515428"/>
                  </a:lnTo>
                  <a:lnTo>
                    <a:pt x="6240754" y="515428"/>
                  </a:lnTo>
                  <a:lnTo>
                    <a:pt x="6240912" y="515428"/>
                  </a:lnTo>
                  <a:lnTo>
                    <a:pt x="6241069" y="515428"/>
                  </a:lnTo>
                  <a:lnTo>
                    <a:pt x="6241227" y="515428"/>
                  </a:lnTo>
                  <a:lnTo>
                    <a:pt x="6241385" y="515428"/>
                  </a:lnTo>
                  <a:lnTo>
                    <a:pt x="6241385" y="514997"/>
                  </a:lnTo>
                  <a:lnTo>
                    <a:pt x="6241385" y="514567"/>
                  </a:lnTo>
                  <a:lnTo>
                    <a:pt x="6241543" y="514567"/>
                  </a:lnTo>
                  <a:lnTo>
                    <a:pt x="6241700" y="514567"/>
                  </a:lnTo>
                  <a:lnTo>
                    <a:pt x="6241858" y="514567"/>
                  </a:lnTo>
                  <a:lnTo>
                    <a:pt x="6242016" y="514567"/>
                  </a:lnTo>
                  <a:lnTo>
                    <a:pt x="6242174" y="514567"/>
                  </a:lnTo>
                  <a:lnTo>
                    <a:pt x="6242331" y="514567"/>
                  </a:lnTo>
                  <a:lnTo>
                    <a:pt x="6242489" y="514567"/>
                  </a:lnTo>
                  <a:lnTo>
                    <a:pt x="6242647" y="514567"/>
                  </a:lnTo>
                  <a:lnTo>
                    <a:pt x="6242804" y="514567"/>
                  </a:lnTo>
                  <a:lnTo>
                    <a:pt x="6242962" y="514567"/>
                  </a:lnTo>
                  <a:lnTo>
                    <a:pt x="6243120" y="514567"/>
                  </a:lnTo>
                  <a:lnTo>
                    <a:pt x="6243278" y="514567"/>
                  </a:lnTo>
                  <a:lnTo>
                    <a:pt x="6243435" y="514567"/>
                  </a:lnTo>
                  <a:lnTo>
                    <a:pt x="6243593" y="514567"/>
                  </a:lnTo>
                  <a:lnTo>
                    <a:pt x="6243751" y="514567"/>
                  </a:lnTo>
                  <a:lnTo>
                    <a:pt x="6243908" y="514567"/>
                  </a:lnTo>
                  <a:lnTo>
                    <a:pt x="6244066" y="514567"/>
                  </a:lnTo>
                  <a:lnTo>
                    <a:pt x="6244224" y="514567"/>
                  </a:lnTo>
                  <a:lnTo>
                    <a:pt x="6244382" y="514567"/>
                  </a:lnTo>
                  <a:lnTo>
                    <a:pt x="6244539" y="514567"/>
                  </a:lnTo>
                  <a:lnTo>
                    <a:pt x="6244697" y="514567"/>
                  </a:lnTo>
                  <a:lnTo>
                    <a:pt x="6244855" y="514567"/>
                  </a:lnTo>
                  <a:lnTo>
                    <a:pt x="6244855" y="514136"/>
                  </a:lnTo>
                  <a:lnTo>
                    <a:pt x="6245012" y="514136"/>
                  </a:lnTo>
                  <a:lnTo>
                    <a:pt x="6245170" y="514136"/>
                  </a:lnTo>
                  <a:lnTo>
                    <a:pt x="6245328" y="514136"/>
                  </a:lnTo>
                  <a:lnTo>
                    <a:pt x="6245486" y="514136"/>
                  </a:lnTo>
                  <a:lnTo>
                    <a:pt x="6245643" y="514136"/>
                  </a:lnTo>
                  <a:lnTo>
                    <a:pt x="6245643" y="513705"/>
                  </a:lnTo>
                  <a:lnTo>
                    <a:pt x="6245801" y="513705"/>
                  </a:lnTo>
                  <a:lnTo>
                    <a:pt x="6245959" y="513705"/>
                  </a:lnTo>
                  <a:lnTo>
                    <a:pt x="6246116" y="513705"/>
                  </a:lnTo>
                  <a:lnTo>
                    <a:pt x="6246274" y="513705"/>
                  </a:lnTo>
                  <a:lnTo>
                    <a:pt x="6246432" y="513705"/>
                  </a:lnTo>
                  <a:lnTo>
                    <a:pt x="6246590" y="513705"/>
                  </a:lnTo>
                  <a:lnTo>
                    <a:pt x="6246747" y="513705"/>
                  </a:lnTo>
                  <a:lnTo>
                    <a:pt x="6246905" y="513705"/>
                  </a:lnTo>
                  <a:lnTo>
                    <a:pt x="6247063" y="513705"/>
                  </a:lnTo>
                  <a:lnTo>
                    <a:pt x="6247221" y="513705"/>
                  </a:lnTo>
                  <a:lnTo>
                    <a:pt x="6247378" y="513705"/>
                  </a:lnTo>
                  <a:lnTo>
                    <a:pt x="6247536" y="513705"/>
                  </a:lnTo>
                  <a:lnTo>
                    <a:pt x="6247694" y="513705"/>
                  </a:lnTo>
                  <a:lnTo>
                    <a:pt x="6247851" y="513705"/>
                  </a:lnTo>
                  <a:lnTo>
                    <a:pt x="6248009" y="513705"/>
                  </a:lnTo>
                  <a:lnTo>
                    <a:pt x="6248167" y="513705"/>
                  </a:lnTo>
                  <a:lnTo>
                    <a:pt x="6248325" y="513705"/>
                  </a:lnTo>
                  <a:lnTo>
                    <a:pt x="6248482" y="513705"/>
                  </a:lnTo>
                  <a:lnTo>
                    <a:pt x="6248640" y="513705"/>
                  </a:lnTo>
                  <a:lnTo>
                    <a:pt x="6248798" y="513705"/>
                  </a:lnTo>
                  <a:lnTo>
                    <a:pt x="6248955" y="513705"/>
                  </a:lnTo>
                  <a:lnTo>
                    <a:pt x="6249113" y="513705"/>
                  </a:lnTo>
                  <a:lnTo>
                    <a:pt x="6249271" y="513705"/>
                  </a:lnTo>
                  <a:lnTo>
                    <a:pt x="6249429" y="513705"/>
                  </a:lnTo>
                  <a:lnTo>
                    <a:pt x="6249429" y="513275"/>
                  </a:lnTo>
                  <a:lnTo>
                    <a:pt x="6249429" y="512844"/>
                  </a:lnTo>
                  <a:lnTo>
                    <a:pt x="6249586" y="512844"/>
                  </a:lnTo>
                  <a:lnTo>
                    <a:pt x="6249744" y="512844"/>
                  </a:lnTo>
                  <a:lnTo>
                    <a:pt x="6249902" y="512844"/>
                  </a:lnTo>
                  <a:lnTo>
                    <a:pt x="6249902" y="512414"/>
                  </a:lnTo>
                  <a:lnTo>
                    <a:pt x="6250059" y="512414"/>
                  </a:lnTo>
                  <a:lnTo>
                    <a:pt x="6250217" y="512414"/>
                  </a:lnTo>
                  <a:lnTo>
                    <a:pt x="6250217" y="511983"/>
                  </a:lnTo>
                  <a:lnTo>
                    <a:pt x="6250217" y="511552"/>
                  </a:lnTo>
                  <a:lnTo>
                    <a:pt x="6250375" y="511552"/>
                  </a:lnTo>
                  <a:lnTo>
                    <a:pt x="6250533" y="511552"/>
                  </a:lnTo>
                  <a:lnTo>
                    <a:pt x="6250690" y="511552"/>
                  </a:lnTo>
                  <a:lnTo>
                    <a:pt x="6250848" y="511552"/>
                  </a:lnTo>
                  <a:lnTo>
                    <a:pt x="6251006" y="511552"/>
                  </a:lnTo>
                  <a:lnTo>
                    <a:pt x="6251163" y="511552"/>
                  </a:lnTo>
                  <a:lnTo>
                    <a:pt x="6251321" y="511552"/>
                  </a:lnTo>
                  <a:lnTo>
                    <a:pt x="6251479" y="511552"/>
                  </a:lnTo>
                  <a:lnTo>
                    <a:pt x="6251637" y="511552"/>
                  </a:lnTo>
                  <a:lnTo>
                    <a:pt x="6251794" y="511552"/>
                  </a:lnTo>
                  <a:lnTo>
                    <a:pt x="6251794" y="511122"/>
                  </a:lnTo>
                  <a:lnTo>
                    <a:pt x="6251952" y="511122"/>
                  </a:lnTo>
                  <a:lnTo>
                    <a:pt x="6252110" y="511122"/>
                  </a:lnTo>
                  <a:lnTo>
                    <a:pt x="6252267" y="511122"/>
                  </a:lnTo>
                  <a:lnTo>
                    <a:pt x="6252425" y="511122"/>
                  </a:lnTo>
                  <a:lnTo>
                    <a:pt x="6252583" y="511122"/>
                  </a:lnTo>
                  <a:lnTo>
                    <a:pt x="6252583" y="510691"/>
                  </a:lnTo>
                  <a:lnTo>
                    <a:pt x="6252741" y="510691"/>
                  </a:lnTo>
                  <a:lnTo>
                    <a:pt x="6252898" y="510691"/>
                  </a:lnTo>
                  <a:lnTo>
                    <a:pt x="6253056" y="510691"/>
                  </a:lnTo>
                  <a:lnTo>
                    <a:pt x="6253214" y="510691"/>
                  </a:lnTo>
                  <a:lnTo>
                    <a:pt x="6253372" y="510691"/>
                  </a:lnTo>
                  <a:lnTo>
                    <a:pt x="6253529" y="510691"/>
                  </a:lnTo>
                  <a:lnTo>
                    <a:pt x="6253687" y="510691"/>
                  </a:lnTo>
                  <a:lnTo>
                    <a:pt x="6253845" y="510691"/>
                  </a:lnTo>
                  <a:lnTo>
                    <a:pt x="6254002" y="510691"/>
                  </a:lnTo>
                  <a:lnTo>
                    <a:pt x="6254160" y="510691"/>
                  </a:lnTo>
                  <a:lnTo>
                    <a:pt x="6254318" y="510691"/>
                  </a:lnTo>
                  <a:lnTo>
                    <a:pt x="6254476" y="510691"/>
                  </a:lnTo>
                  <a:lnTo>
                    <a:pt x="6254633" y="510691"/>
                  </a:lnTo>
                  <a:lnTo>
                    <a:pt x="6254633" y="510261"/>
                  </a:lnTo>
                  <a:lnTo>
                    <a:pt x="6254791" y="510261"/>
                  </a:lnTo>
                  <a:lnTo>
                    <a:pt x="6254949" y="510261"/>
                  </a:lnTo>
                  <a:lnTo>
                    <a:pt x="6254949" y="509830"/>
                  </a:lnTo>
                  <a:lnTo>
                    <a:pt x="6255106" y="509830"/>
                  </a:lnTo>
                  <a:lnTo>
                    <a:pt x="6255264" y="509830"/>
                  </a:lnTo>
                  <a:lnTo>
                    <a:pt x="6255422" y="509830"/>
                  </a:lnTo>
                  <a:lnTo>
                    <a:pt x="6255580" y="509830"/>
                  </a:lnTo>
                  <a:lnTo>
                    <a:pt x="6255737" y="509830"/>
                  </a:lnTo>
                  <a:lnTo>
                    <a:pt x="6255895" y="509830"/>
                  </a:lnTo>
                  <a:lnTo>
                    <a:pt x="6256053" y="509830"/>
                  </a:lnTo>
                  <a:lnTo>
                    <a:pt x="6256210" y="509830"/>
                  </a:lnTo>
                  <a:lnTo>
                    <a:pt x="6256368" y="509830"/>
                  </a:lnTo>
                  <a:lnTo>
                    <a:pt x="6256526" y="509830"/>
                  </a:lnTo>
                  <a:lnTo>
                    <a:pt x="6256684" y="509830"/>
                  </a:lnTo>
                  <a:lnTo>
                    <a:pt x="6256841" y="509830"/>
                  </a:lnTo>
                  <a:lnTo>
                    <a:pt x="6256999" y="509830"/>
                  </a:lnTo>
                  <a:lnTo>
                    <a:pt x="6257157" y="509830"/>
                  </a:lnTo>
                  <a:lnTo>
                    <a:pt x="6257157" y="509399"/>
                  </a:lnTo>
                  <a:lnTo>
                    <a:pt x="6257314" y="509399"/>
                  </a:lnTo>
                  <a:lnTo>
                    <a:pt x="6257472" y="509399"/>
                  </a:lnTo>
                  <a:lnTo>
                    <a:pt x="6257630" y="509399"/>
                  </a:lnTo>
                  <a:lnTo>
                    <a:pt x="6257788" y="509399"/>
                  </a:lnTo>
                  <a:lnTo>
                    <a:pt x="6257945" y="509399"/>
                  </a:lnTo>
                  <a:lnTo>
                    <a:pt x="6258103" y="509399"/>
                  </a:lnTo>
                  <a:lnTo>
                    <a:pt x="6258103" y="508969"/>
                  </a:lnTo>
                  <a:lnTo>
                    <a:pt x="6258261" y="508969"/>
                  </a:lnTo>
                  <a:lnTo>
                    <a:pt x="6258418" y="508969"/>
                  </a:lnTo>
                  <a:lnTo>
                    <a:pt x="6258576" y="508969"/>
                  </a:lnTo>
                  <a:lnTo>
                    <a:pt x="6258734" y="508969"/>
                  </a:lnTo>
                  <a:lnTo>
                    <a:pt x="6258892" y="508969"/>
                  </a:lnTo>
                  <a:lnTo>
                    <a:pt x="6259049" y="508969"/>
                  </a:lnTo>
                  <a:lnTo>
                    <a:pt x="6259207" y="508969"/>
                  </a:lnTo>
                  <a:lnTo>
                    <a:pt x="6259365" y="508969"/>
                  </a:lnTo>
                  <a:lnTo>
                    <a:pt x="6259523" y="508969"/>
                  </a:lnTo>
                  <a:lnTo>
                    <a:pt x="6259680" y="508969"/>
                  </a:lnTo>
                  <a:lnTo>
                    <a:pt x="6259680" y="508538"/>
                  </a:lnTo>
                  <a:lnTo>
                    <a:pt x="6259838" y="508538"/>
                  </a:lnTo>
                  <a:lnTo>
                    <a:pt x="6259996" y="508538"/>
                  </a:lnTo>
                  <a:lnTo>
                    <a:pt x="6260153" y="508538"/>
                  </a:lnTo>
                  <a:lnTo>
                    <a:pt x="6260311" y="508538"/>
                  </a:lnTo>
                  <a:lnTo>
                    <a:pt x="6260469" y="508538"/>
                  </a:lnTo>
                  <a:lnTo>
                    <a:pt x="6260627" y="508538"/>
                  </a:lnTo>
                  <a:lnTo>
                    <a:pt x="6260784" y="508538"/>
                  </a:lnTo>
                  <a:lnTo>
                    <a:pt x="6260942" y="508538"/>
                  </a:lnTo>
                  <a:lnTo>
                    <a:pt x="6261100" y="508538"/>
                  </a:lnTo>
                  <a:lnTo>
                    <a:pt x="6261257" y="508538"/>
                  </a:lnTo>
                  <a:lnTo>
                    <a:pt x="6261415" y="508538"/>
                  </a:lnTo>
                  <a:lnTo>
                    <a:pt x="6261573" y="508538"/>
                  </a:lnTo>
                  <a:lnTo>
                    <a:pt x="6261731" y="508538"/>
                  </a:lnTo>
                  <a:lnTo>
                    <a:pt x="6261888" y="508538"/>
                  </a:lnTo>
                  <a:lnTo>
                    <a:pt x="6261888" y="508108"/>
                  </a:lnTo>
                  <a:lnTo>
                    <a:pt x="6261888" y="507677"/>
                  </a:lnTo>
                  <a:lnTo>
                    <a:pt x="6262046" y="507677"/>
                  </a:lnTo>
                  <a:lnTo>
                    <a:pt x="6262204" y="507677"/>
                  </a:lnTo>
                  <a:lnTo>
                    <a:pt x="6262361" y="507677"/>
                  </a:lnTo>
                  <a:lnTo>
                    <a:pt x="6262519" y="507677"/>
                  </a:lnTo>
                  <a:lnTo>
                    <a:pt x="6262519" y="507246"/>
                  </a:lnTo>
                  <a:lnTo>
                    <a:pt x="6262519" y="506816"/>
                  </a:lnTo>
                  <a:lnTo>
                    <a:pt x="6262677" y="506816"/>
                  </a:lnTo>
                  <a:lnTo>
                    <a:pt x="6262835" y="506816"/>
                  </a:lnTo>
                  <a:lnTo>
                    <a:pt x="6262992" y="506816"/>
                  </a:lnTo>
                  <a:lnTo>
                    <a:pt x="6263150" y="506816"/>
                  </a:lnTo>
                  <a:lnTo>
                    <a:pt x="6263308" y="506816"/>
                  </a:lnTo>
                  <a:lnTo>
                    <a:pt x="6263465" y="506816"/>
                  </a:lnTo>
                  <a:lnTo>
                    <a:pt x="6263623" y="506816"/>
                  </a:lnTo>
                  <a:lnTo>
                    <a:pt x="6263781" y="506816"/>
                  </a:lnTo>
                  <a:lnTo>
                    <a:pt x="6263939" y="506816"/>
                  </a:lnTo>
                  <a:lnTo>
                    <a:pt x="6264096" y="506816"/>
                  </a:lnTo>
                  <a:lnTo>
                    <a:pt x="6264254" y="506816"/>
                  </a:lnTo>
                  <a:lnTo>
                    <a:pt x="6264412" y="506816"/>
                  </a:lnTo>
                  <a:lnTo>
                    <a:pt x="6264570" y="506816"/>
                  </a:lnTo>
                  <a:lnTo>
                    <a:pt x="6264727" y="506816"/>
                  </a:lnTo>
                  <a:lnTo>
                    <a:pt x="6264885" y="506816"/>
                  </a:lnTo>
                  <a:lnTo>
                    <a:pt x="6265043" y="506816"/>
                  </a:lnTo>
                  <a:lnTo>
                    <a:pt x="6265043" y="506385"/>
                  </a:lnTo>
                  <a:lnTo>
                    <a:pt x="6265043" y="505955"/>
                  </a:lnTo>
                  <a:lnTo>
                    <a:pt x="6265200" y="505955"/>
                  </a:lnTo>
                  <a:lnTo>
                    <a:pt x="6265358" y="505955"/>
                  </a:lnTo>
                  <a:lnTo>
                    <a:pt x="6265516" y="505955"/>
                  </a:lnTo>
                  <a:lnTo>
                    <a:pt x="6265674" y="505955"/>
                  </a:lnTo>
                  <a:lnTo>
                    <a:pt x="6265674" y="505524"/>
                  </a:lnTo>
                  <a:lnTo>
                    <a:pt x="6265831" y="505524"/>
                  </a:lnTo>
                  <a:lnTo>
                    <a:pt x="6265989" y="505524"/>
                  </a:lnTo>
                  <a:lnTo>
                    <a:pt x="6266147" y="505524"/>
                  </a:lnTo>
                  <a:lnTo>
                    <a:pt x="6266304" y="505524"/>
                  </a:lnTo>
                  <a:lnTo>
                    <a:pt x="6266462" y="505524"/>
                  </a:lnTo>
                  <a:lnTo>
                    <a:pt x="6266620" y="505524"/>
                  </a:lnTo>
                  <a:lnTo>
                    <a:pt x="6266778" y="505524"/>
                  </a:lnTo>
                  <a:lnTo>
                    <a:pt x="6266935" y="505524"/>
                  </a:lnTo>
                  <a:lnTo>
                    <a:pt x="6266935" y="505093"/>
                  </a:lnTo>
                  <a:lnTo>
                    <a:pt x="6267093" y="505093"/>
                  </a:lnTo>
                  <a:lnTo>
                    <a:pt x="6267251" y="505093"/>
                  </a:lnTo>
                  <a:lnTo>
                    <a:pt x="6267408" y="505093"/>
                  </a:lnTo>
                  <a:lnTo>
                    <a:pt x="6267566" y="505093"/>
                  </a:lnTo>
                  <a:lnTo>
                    <a:pt x="6267566" y="504663"/>
                  </a:lnTo>
                  <a:lnTo>
                    <a:pt x="6267724" y="504663"/>
                  </a:lnTo>
                  <a:lnTo>
                    <a:pt x="6267882" y="504663"/>
                  </a:lnTo>
                  <a:lnTo>
                    <a:pt x="6268039" y="504663"/>
                  </a:lnTo>
                  <a:lnTo>
                    <a:pt x="6268197" y="504663"/>
                  </a:lnTo>
                  <a:lnTo>
                    <a:pt x="6268355" y="504663"/>
                  </a:lnTo>
                  <a:lnTo>
                    <a:pt x="6268512" y="504663"/>
                  </a:lnTo>
                  <a:lnTo>
                    <a:pt x="6268670" y="504663"/>
                  </a:lnTo>
                  <a:lnTo>
                    <a:pt x="6268828" y="504663"/>
                  </a:lnTo>
                  <a:lnTo>
                    <a:pt x="6268986" y="504663"/>
                  </a:lnTo>
                  <a:lnTo>
                    <a:pt x="6269143" y="504663"/>
                  </a:lnTo>
                  <a:lnTo>
                    <a:pt x="6269301" y="504663"/>
                  </a:lnTo>
                  <a:lnTo>
                    <a:pt x="6269459" y="504663"/>
                  </a:lnTo>
                  <a:lnTo>
                    <a:pt x="6269459" y="504232"/>
                  </a:lnTo>
                  <a:lnTo>
                    <a:pt x="6269616" y="504232"/>
                  </a:lnTo>
                  <a:lnTo>
                    <a:pt x="6269774" y="504232"/>
                  </a:lnTo>
                  <a:lnTo>
                    <a:pt x="6269932" y="504232"/>
                  </a:lnTo>
                  <a:lnTo>
                    <a:pt x="6270090" y="504232"/>
                  </a:lnTo>
                  <a:lnTo>
                    <a:pt x="6270247" y="504232"/>
                  </a:lnTo>
                  <a:lnTo>
                    <a:pt x="6270405" y="504232"/>
                  </a:lnTo>
                  <a:lnTo>
                    <a:pt x="6270563" y="504232"/>
                  </a:lnTo>
                  <a:lnTo>
                    <a:pt x="6270563" y="503802"/>
                  </a:lnTo>
                  <a:lnTo>
                    <a:pt x="6270563" y="503371"/>
                  </a:lnTo>
                  <a:lnTo>
                    <a:pt x="6270721" y="503371"/>
                  </a:lnTo>
                  <a:lnTo>
                    <a:pt x="6270878" y="503371"/>
                  </a:lnTo>
                  <a:lnTo>
                    <a:pt x="6271036" y="503371"/>
                  </a:lnTo>
                  <a:lnTo>
                    <a:pt x="6271194" y="503371"/>
                  </a:lnTo>
                  <a:lnTo>
                    <a:pt x="6271351" y="503371"/>
                  </a:lnTo>
                  <a:lnTo>
                    <a:pt x="6271509" y="503371"/>
                  </a:lnTo>
                  <a:lnTo>
                    <a:pt x="6271667" y="503371"/>
                  </a:lnTo>
                  <a:lnTo>
                    <a:pt x="6271825" y="503371"/>
                  </a:lnTo>
                  <a:lnTo>
                    <a:pt x="6271982" y="503371"/>
                  </a:lnTo>
                  <a:lnTo>
                    <a:pt x="6271982" y="502940"/>
                  </a:lnTo>
                  <a:lnTo>
                    <a:pt x="6272140" y="502940"/>
                  </a:lnTo>
                  <a:lnTo>
                    <a:pt x="6272298" y="502940"/>
                  </a:lnTo>
                  <a:lnTo>
                    <a:pt x="6272455" y="502940"/>
                  </a:lnTo>
                  <a:lnTo>
                    <a:pt x="6272613" y="502940"/>
                  </a:lnTo>
                  <a:lnTo>
                    <a:pt x="6272771" y="502940"/>
                  </a:lnTo>
                  <a:lnTo>
                    <a:pt x="6272929" y="502940"/>
                  </a:lnTo>
                  <a:lnTo>
                    <a:pt x="6273086" y="502940"/>
                  </a:lnTo>
                  <a:lnTo>
                    <a:pt x="6273244" y="502940"/>
                  </a:lnTo>
                  <a:lnTo>
                    <a:pt x="6273244" y="502510"/>
                  </a:lnTo>
                  <a:lnTo>
                    <a:pt x="6273244" y="502079"/>
                  </a:lnTo>
                  <a:lnTo>
                    <a:pt x="6273244" y="501649"/>
                  </a:lnTo>
                  <a:lnTo>
                    <a:pt x="6273402" y="501649"/>
                  </a:lnTo>
                  <a:lnTo>
                    <a:pt x="6273559" y="501649"/>
                  </a:lnTo>
                  <a:lnTo>
                    <a:pt x="6273717" y="501649"/>
                  </a:lnTo>
                  <a:lnTo>
                    <a:pt x="6273875" y="501649"/>
                  </a:lnTo>
                  <a:lnTo>
                    <a:pt x="6274033" y="501649"/>
                  </a:lnTo>
                  <a:lnTo>
                    <a:pt x="6274190" y="501649"/>
                  </a:lnTo>
                  <a:lnTo>
                    <a:pt x="6274348" y="501649"/>
                  </a:lnTo>
                  <a:lnTo>
                    <a:pt x="6274506" y="501649"/>
                  </a:lnTo>
                  <a:lnTo>
                    <a:pt x="6274663" y="501649"/>
                  </a:lnTo>
                  <a:lnTo>
                    <a:pt x="6274821" y="501649"/>
                  </a:lnTo>
                  <a:lnTo>
                    <a:pt x="6274979" y="501649"/>
                  </a:lnTo>
                  <a:lnTo>
                    <a:pt x="6275137" y="501649"/>
                  </a:lnTo>
                  <a:lnTo>
                    <a:pt x="6275137" y="501218"/>
                  </a:lnTo>
                  <a:lnTo>
                    <a:pt x="6275294" y="501218"/>
                  </a:lnTo>
                  <a:lnTo>
                    <a:pt x="6275452" y="501218"/>
                  </a:lnTo>
                  <a:lnTo>
                    <a:pt x="6275610" y="501218"/>
                  </a:lnTo>
                  <a:lnTo>
                    <a:pt x="6275768" y="501218"/>
                  </a:lnTo>
                  <a:lnTo>
                    <a:pt x="6275925" y="501218"/>
                  </a:lnTo>
                  <a:lnTo>
                    <a:pt x="6275925" y="500787"/>
                  </a:lnTo>
                  <a:lnTo>
                    <a:pt x="6276083" y="500787"/>
                  </a:lnTo>
                  <a:lnTo>
                    <a:pt x="6276241" y="500787"/>
                  </a:lnTo>
                  <a:lnTo>
                    <a:pt x="6276398" y="500787"/>
                  </a:lnTo>
                  <a:lnTo>
                    <a:pt x="6276556" y="500787"/>
                  </a:lnTo>
                  <a:lnTo>
                    <a:pt x="6276556" y="500357"/>
                  </a:lnTo>
                  <a:lnTo>
                    <a:pt x="6276714" y="500357"/>
                  </a:lnTo>
                  <a:lnTo>
                    <a:pt x="6276714" y="499926"/>
                  </a:lnTo>
                  <a:lnTo>
                    <a:pt x="6276872" y="499926"/>
                  </a:lnTo>
                  <a:lnTo>
                    <a:pt x="6277029" y="499926"/>
                  </a:lnTo>
                  <a:lnTo>
                    <a:pt x="6277187" y="499926"/>
                  </a:lnTo>
                  <a:lnTo>
                    <a:pt x="6277345" y="499926"/>
                  </a:lnTo>
                  <a:lnTo>
                    <a:pt x="6277345" y="499496"/>
                  </a:lnTo>
                  <a:lnTo>
                    <a:pt x="6277502" y="499496"/>
                  </a:lnTo>
                  <a:lnTo>
                    <a:pt x="6277660" y="499496"/>
                  </a:lnTo>
                  <a:lnTo>
                    <a:pt x="6277818" y="499496"/>
                  </a:lnTo>
                  <a:lnTo>
                    <a:pt x="6277818" y="499065"/>
                  </a:lnTo>
                  <a:lnTo>
                    <a:pt x="6277976" y="499065"/>
                  </a:lnTo>
                  <a:lnTo>
                    <a:pt x="6278133" y="499065"/>
                  </a:lnTo>
                  <a:lnTo>
                    <a:pt x="6278291" y="499065"/>
                  </a:lnTo>
                  <a:lnTo>
                    <a:pt x="6278449" y="499065"/>
                  </a:lnTo>
                  <a:lnTo>
                    <a:pt x="6278606" y="499065"/>
                  </a:lnTo>
                  <a:lnTo>
                    <a:pt x="6278764" y="499065"/>
                  </a:lnTo>
                  <a:lnTo>
                    <a:pt x="6278922" y="499065"/>
                  </a:lnTo>
                  <a:lnTo>
                    <a:pt x="6279080" y="499065"/>
                  </a:lnTo>
                  <a:lnTo>
                    <a:pt x="6279237" y="499065"/>
                  </a:lnTo>
                  <a:lnTo>
                    <a:pt x="6279237" y="498634"/>
                  </a:lnTo>
                  <a:lnTo>
                    <a:pt x="6279237" y="498204"/>
                  </a:lnTo>
                  <a:lnTo>
                    <a:pt x="6279395" y="498204"/>
                  </a:lnTo>
                  <a:lnTo>
                    <a:pt x="6279395" y="497773"/>
                  </a:lnTo>
                  <a:lnTo>
                    <a:pt x="6279395" y="497343"/>
                  </a:lnTo>
                  <a:lnTo>
                    <a:pt x="6279553" y="497343"/>
                  </a:lnTo>
                  <a:lnTo>
                    <a:pt x="6279710" y="497343"/>
                  </a:lnTo>
                  <a:lnTo>
                    <a:pt x="6279868" y="497343"/>
                  </a:lnTo>
                  <a:lnTo>
                    <a:pt x="6280026" y="497343"/>
                  </a:lnTo>
                  <a:lnTo>
                    <a:pt x="6280184" y="497343"/>
                  </a:lnTo>
                  <a:lnTo>
                    <a:pt x="6280341" y="497343"/>
                  </a:lnTo>
                  <a:lnTo>
                    <a:pt x="6280499" y="497343"/>
                  </a:lnTo>
                  <a:lnTo>
                    <a:pt x="6280499" y="496912"/>
                  </a:lnTo>
                  <a:lnTo>
                    <a:pt x="6280657" y="496912"/>
                  </a:lnTo>
                  <a:lnTo>
                    <a:pt x="6280814" y="496912"/>
                  </a:lnTo>
                  <a:lnTo>
                    <a:pt x="6280972" y="496912"/>
                  </a:lnTo>
                  <a:lnTo>
                    <a:pt x="6281130" y="496912"/>
                  </a:lnTo>
                  <a:lnTo>
                    <a:pt x="6281130" y="496481"/>
                  </a:lnTo>
                  <a:lnTo>
                    <a:pt x="6281288" y="496481"/>
                  </a:lnTo>
                  <a:lnTo>
                    <a:pt x="6281445" y="496481"/>
                  </a:lnTo>
                  <a:lnTo>
                    <a:pt x="6281603" y="496481"/>
                  </a:lnTo>
                  <a:lnTo>
                    <a:pt x="6281761" y="496481"/>
                  </a:lnTo>
                  <a:lnTo>
                    <a:pt x="6281919" y="496481"/>
                  </a:lnTo>
                  <a:lnTo>
                    <a:pt x="6282076" y="496481"/>
                  </a:lnTo>
                  <a:lnTo>
                    <a:pt x="6282234" y="496481"/>
                  </a:lnTo>
                  <a:lnTo>
                    <a:pt x="6282234" y="496051"/>
                  </a:lnTo>
                  <a:lnTo>
                    <a:pt x="6282392" y="496051"/>
                  </a:lnTo>
                  <a:lnTo>
                    <a:pt x="6282549" y="496051"/>
                  </a:lnTo>
                  <a:lnTo>
                    <a:pt x="6282707" y="496051"/>
                  </a:lnTo>
                  <a:lnTo>
                    <a:pt x="6282707" y="495620"/>
                  </a:lnTo>
                  <a:lnTo>
                    <a:pt x="6282865" y="495620"/>
                  </a:lnTo>
                  <a:lnTo>
                    <a:pt x="6283023" y="495620"/>
                  </a:lnTo>
                  <a:lnTo>
                    <a:pt x="6283180" y="495620"/>
                  </a:lnTo>
                  <a:lnTo>
                    <a:pt x="6283338" y="495620"/>
                  </a:lnTo>
                  <a:lnTo>
                    <a:pt x="6283496" y="495620"/>
                  </a:lnTo>
                  <a:lnTo>
                    <a:pt x="6283496" y="495190"/>
                  </a:lnTo>
                  <a:lnTo>
                    <a:pt x="6283653" y="495190"/>
                  </a:lnTo>
                  <a:lnTo>
                    <a:pt x="6283811" y="495190"/>
                  </a:lnTo>
                  <a:lnTo>
                    <a:pt x="6283969" y="495190"/>
                  </a:lnTo>
                  <a:lnTo>
                    <a:pt x="6284127" y="495190"/>
                  </a:lnTo>
                  <a:lnTo>
                    <a:pt x="6284284" y="495190"/>
                  </a:lnTo>
                  <a:lnTo>
                    <a:pt x="6284442" y="495190"/>
                  </a:lnTo>
                  <a:lnTo>
                    <a:pt x="6284600" y="495190"/>
                  </a:lnTo>
                  <a:lnTo>
                    <a:pt x="6284757" y="495190"/>
                  </a:lnTo>
                  <a:lnTo>
                    <a:pt x="6284915" y="495190"/>
                  </a:lnTo>
                  <a:lnTo>
                    <a:pt x="6285073" y="495190"/>
                  </a:lnTo>
                  <a:lnTo>
                    <a:pt x="6285231" y="495190"/>
                  </a:lnTo>
                  <a:lnTo>
                    <a:pt x="6285388" y="495190"/>
                  </a:lnTo>
                  <a:lnTo>
                    <a:pt x="6285546" y="495190"/>
                  </a:lnTo>
                  <a:lnTo>
                    <a:pt x="6285704" y="495190"/>
                  </a:lnTo>
                  <a:lnTo>
                    <a:pt x="6285861" y="495190"/>
                  </a:lnTo>
                  <a:lnTo>
                    <a:pt x="6285861" y="494759"/>
                  </a:lnTo>
                  <a:lnTo>
                    <a:pt x="6285861" y="494328"/>
                  </a:lnTo>
                  <a:lnTo>
                    <a:pt x="6286019" y="494328"/>
                  </a:lnTo>
                  <a:lnTo>
                    <a:pt x="6286177" y="494328"/>
                  </a:lnTo>
                  <a:lnTo>
                    <a:pt x="6286335" y="494328"/>
                  </a:lnTo>
                  <a:lnTo>
                    <a:pt x="6286492" y="494328"/>
                  </a:lnTo>
                  <a:lnTo>
                    <a:pt x="6286650" y="494328"/>
                  </a:lnTo>
                  <a:lnTo>
                    <a:pt x="6286650" y="493898"/>
                  </a:lnTo>
                  <a:lnTo>
                    <a:pt x="6286808" y="493898"/>
                  </a:lnTo>
                  <a:lnTo>
                    <a:pt x="6286966" y="493898"/>
                  </a:lnTo>
                  <a:lnTo>
                    <a:pt x="6287123" y="493898"/>
                  </a:lnTo>
                  <a:lnTo>
                    <a:pt x="6287281" y="493898"/>
                  </a:lnTo>
                  <a:lnTo>
                    <a:pt x="6287439" y="493898"/>
                  </a:lnTo>
                  <a:lnTo>
                    <a:pt x="6287596" y="493898"/>
                  </a:lnTo>
                  <a:lnTo>
                    <a:pt x="6287754" y="493898"/>
                  </a:lnTo>
                  <a:lnTo>
                    <a:pt x="6287754" y="493467"/>
                  </a:lnTo>
                  <a:lnTo>
                    <a:pt x="6287912" y="493467"/>
                  </a:lnTo>
                  <a:lnTo>
                    <a:pt x="6288070" y="493467"/>
                  </a:lnTo>
                  <a:lnTo>
                    <a:pt x="6288227" y="493467"/>
                  </a:lnTo>
                  <a:lnTo>
                    <a:pt x="6288227" y="493037"/>
                  </a:lnTo>
                  <a:lnTo>
                    <a:pt x="6288385" y="493037"/>
                  </a:lnTo>
                  <a:lnTo>
                    <a:pt x="6288543" y="493037"/>
                  </a:lnTo>
                  <a:lnTo>
                    <a:pt x="6288700" y="493037"/>
                  </a:lnTo>
                  <a:lnTo>
                    <a:pt x="6288858" y="493037"/>
                  </a:lnTo>
                  <a:lnTo>
                    <a:pt x="6289016" y="493037"/>
                  </a:lnTo>
                  <a:lnTo>
                    <a:pt x="6289174" y="493037"/>
                  </a:lnTo>
                  <a:lnTo>
                    <a:pt x="6289331" y="493037"/>
                  </a:lnTo>
                  <a:lnTo>
                    <a:pt x="6289489" y="493037"/>
                  </a:lnTo>
                  <a:lnTo>
                    <a:pt x="6289489" y="492606"/>
                  </a:lnTo>
                  <a:lnTo>
                    <a:pt x="6289489" y="492175"/>
                  </a:lnTo>
                  <a:lnTo>
                    <a:pt x="6289647" y="492175"/>
                  </a:lnTo>
                  <a:lnTo>
                    <a:pt x="6289804" y="492175"/>
                  </a:lnTo>
                  <a:lnTo>
                    <a:pt x="6289962" y="492175"/>
                  </a:lnTo>
                  <a:lnTo>
                    <a:pt x="6290120" y="492175"/>
                  </a:lnTo>
                  <a:lnTo>
                    <a:pt x="6290278" y="492175"/>
                  </a:lnTo>
                  <a:lnTo>
                    <a:pt x="6290435" y="492175"/>
                  </a:lnTo>
                  <a:lnTo>
                    <a:pt x="6290593" y="492175"/>
                  </a:lnTo>
                  <a:lnTo>
                    <a:pt x="6290593" y="491745"/>
                  </a:lnTo>
                  <a:lnTo>
                    <a:pt x="6290751" y="491745"/>
                  </a:lnTo>
                  <a:lnTo>
                    <a:pt x="6290908" y="491745"/>
                  </a:lnTo>
                  <a:lnTo>
                    <a:pt x="6291066" y="491745"/>
                  </a:lnTo>
                  <a:lnTo>
                    <a:pt x="6291224" y="491745"/>
                  </a:lnTo>
                  <a:lnTo>
                    <a:pt x="6291382" y="491745"/>
                  </a:lnTo>
                  <a:lnTo>
                    <a:pt x="6291539" y="491745"/>
                  </a:lnTo>
                  <a:lnTo>
                    <a:pt x="6291697" y="491745"/>
                  </a:lnTo>
                  <a:lnTo>
                    <a:pt x="6291855" y="491745"/>
                  </a:lnTo>
                  <a:lnTo>
                    <a:pt x="6292012" y="491745"/>
                  </a:lnTo>
                  <a:lnTo>
                    <a:pt x="6292170" y="491745"/>
                  </a:lnTo>
                  <a:lnTo>
                    <a:pt x="6292328" y="491745"/>
                  </a:lnTo>
                  <a:lnTo>
                    <a:pt x="6292486" y="491745"/>
                  </a:lnTo>
                  <a:lnTo>
                    <a:pt x="6292643" y="491745"/>
                  </a:lnTo>
                  <a:lnTo>
                    <a:pt x="6292801" y="491745"/>
                  </a:lnTo>
                  <a:lnTo>
                    <a:pt x="6292959" y="491745"/>
                  </a:lnTo>
                  <a:lnTo>
                    <a:pt x="6293117" y="491745"/>
                  </a:lnTo>
                  <a:lnTo>
                    <a:pt x="6293117" y="491314"/>
                  </a:lnTo>
                  <a:lnTo>
                    <a:pt x="6293274" y="491314"/>
                  </a:lnTo>
                  <a:lnTo>
                    <a:pt x="6293274" y="490884"/>
                  </a:lnTo>
                  <a:lnTo>
                    <a:pt x="6293432" y="490884"/>
                  </a:lnTo>
                  <a:lnTo>
                    <a:pt x="6293432" y="490453"/>
                  </a:lnTo>
                  <a:lnTo>
                    <a:pt x="6293590" y="490453"/>
                  </a:lnTo>
                  <a:lnTo>
                    <a:pt x="6293747" y="490453"/>
                  </a:lnTo>
                  <a:lnTo>
                    <a:pt x="6293905" y="490453"/>
                  </a:lnTo>
                  <a:lnTo>
                    <a:pt x="6294063" y="490453"/>
                  </a:lnTo>
                  <a:lnTo>
                    <a:pt x="6294221" y="490453"/>
                  </a:lnTo>
                  <a:lnTo>
                    <a:pt x="6294378" y="490453"/>
                  </a:lnTo>
                  <a:lnTo>
                    <a:pt x="6294536" y="490453"/>
                  </a:lnTo>
                  <a:lnTo>
                    <a:pt x="6294536" y="490022"/>
                  </a:lnTo>
                  <a:lnTo>
                    <a:pt x="6294694" y="490022"/>
                  </a:lnTo>
                  <a:lnTo>
                    <a:pt x="6294851" y="490022"/>
                  </a:lnTo>
                  <a:lnTo>
                    <a:pt x="6295009" y="490022"/>
                  </a:lnTo>
                  <a:lnTo>
                    <a:pt x="6295167" y="490022"/>
                  </a:lnTo>
                  <a:lnTo>
                    <a:pt x="6295325" y="490022"/>
                  </a:lnTo>
                  <a:lnTo>
                    <a:pt x="6295482" y="490022"/>
                  </a:lnTo>
                  <a:lnTo>
                    <a:pt x="6295640" y="490022"/>
                  </a:lnTo>
                  <a:lnTo>
                    <a:pt x="6295798" y="490022"/>
                  </a:lnTo>
                  <a:lnTo>
                    <a:pt x="6295955" y="490022"/>
                  </a:lnTo>
                  <a:lnTo>
                    <a:pt x="6296113" y="490022"/>
                  </a:lnTo>
                  <a:lnTo>
                    <a:pt x="6296271" y="490022"/>
                  </a:lnTo>
                  <a:lnTo>
                    <a:pt x="6296271" y="489592"/>
                  </a:lnTo>
                  <a:lnTo>
                    <a:pt x="6296429" y="489592"/>
                  </a:lnTo>
                  <a:lnTo>
                    <a:pt x="6296586" y="489592"/>
                  </a:lnTo>
                  <a:lnTo>
                    <a:pt x="6296744" y="489592"/>
                  </a:lnTo>
                  <a:lnTo>
                    <a:pt x="6296902" y="489592"/>
                  </a:lnTo>
                  <a:lnTo>
                    <a:pt x="6297059" y="489592"/>
                  </a:lnTo>
                  <a:lnTo>
                    <a:pt x="6297059" y="489161"/>
                  </a:lnTo>
                  <a:lnTo>
                    <a:pt x="6297217" y="489161"/>
                  </a:lnTo>
                  <a:lnTo>
                    <a:pt x="6297375" y="489161"/>
                  </a:lnTo>
                  <a:lnTo>
                    <a:pt x="6297533" y="489161"/>
                  </a:lnTo>
                  <a:lnTo>
                    <a:pt x="6297690" y="489161"/>
                  </a:lnTo>
                  <a:lnTo>
                    <a:pt x="6297848" y="489161"/>
                  </a:lnTo>
                  <a:lnTo>
                    <a:pt x="6297848" y="488731"/>
                  </a:lnTo>
                  <a:lnTo>
                    <a:pt x="6298006" y="488731"/>
                  </a:lnTo>
                  <a:lnTo>
                    <a:pt x="6298164" y="488731"/>
                  </a:lnTo>
                  <a:lnTo>
                    <a:pt x="6298321" y="488731"/>
                  </a:lnTo>
                  <a:lnTo>
                    <a:pt x="6298479" y="488731"/>
                  </a:lnTo>
                  <a:lnTo>
                    <a:pt x="6298637" y="488731"/>
                  </a:lnTo>
                  <a:lnTo>
                    <a:pt x="6298794" y="488731"/>
                  </a:lnTo>
                  <a:lnTo>
                    <a:pt x="6298952" y="488731"/>
                  </a:lnTo>
                  <a:lnTo>
                    <a:pt x="6298952" y="488300"/>
                  </a:lnTo>
                  <a:lnTo>
                    <a:pt x="6299110" y="488300"/>
                  </a:lnTo>
                  <a:lnTo>
                    <a:pt x="6299110" y="487869"/>
                  </a:lnTo>
                  <a:lnTo>
                    <a:pt x="6299268" y="487869"/>
                  </a:lnTo>
                  <a:lnTo>
                    <a:pt x="6299425" y="487869"/>
                  </a:lnTo>
                  <a:lnTo>
                    <a:pt x="6299583" y="487869"/>
                  </a:lnTo>
                  <a:lnTo>
                    <a:pt x="6299741" y="487869"/>
                  </a:lnTo>
                  <a:lnTo>
                    <a:pt x="6299898" y="487869"/>
                  </a:lnTo>
                  <a:lnTo>
                    <a:pt x="6300056" y="487869"/>
                  </a:lnTo>
                  <a:lnTo>
                    <a:pt x="6300214" y="487869"/>
                  </a:lnTo>
                  <a:lnTo>
                    <a:pt x="6300214" y="487439"/>
                  </a:lnTo>
                  <a:lnTo>
                    <a:pt x="6300372" y="487439"/>
                  </a:lnTo>
                  <a:lnTo>
                    <a:pt x="6300529" y="487439"/>
                  </a:lnTo>
                  <a:lnTo>
                    <a:pt x="6300687" y="487439"/>
                  </a:lnTo>
                  <a:lnTo>
                    <a:pt x="6300845" y="487439"/>
                  </a:lnTo>
                  <a:lnTo>
                    <a:pt x="6301002" y="487439"/>
                  </a:lnTo>
                  <a:lnTo>
                    <a:pt x="6301160" y="487439"/>
                  </a:lnTo>
                  <a:lnTo>
                    <a:pt x="6301318" y="487439"/>
                  </a:lnTo>
                  <a:lnTo>
                    <a:pt x="6301476" y="487439"/>
                  </a:lnTo>
                  <a:lnTo>
                    <a:pt x="6301633" y="487439"/>
                  </a:lnTo>
                  <a:lnTo>
                    <a:pt x="6301791" y="487439"/>
                  </a:lnTo>
                  <a:lnTo>
                    <a:pt x="6301949" y="487439"/>
                  </a:lnTo>
                  <a:lnTo>
                    <a:pt x="6302106" y="487439"/>
                  </a:lnTo>
                  <a:lnTo>
                    <a:pt x="6302264" y="487439"/>
                  </a:lnTo>
                  <a:lnTo>
                    <a:pt x="6302422" y="487439"/>
                  </a:lnTo>
                  <a:lnTo>
                    <a:pt x="6302580" y="487439"/>
                  </a:lnTo>
                  <a:lnTo>
                    <a:pt x="6302737" y="487439"/>
                  </a:lnTo>
                  <a:lnTo>
                    <a:pt x="6302895" y="487439"/>
                  </a:lnTo>
                  <a:lnTo>
                    <a:pt x="6303053" y="487439"/>
                  </a:lnTo>
                  <a:lnTo>
                    <a:pt x="6303053" y="487008"/>
                  </a:lnTo>
                  <a:lnTo>
                    <a:pt x="6303053" y="486578"/>
                  </a:lnTo>
                  <a:lnTo>
                    <a:pt x="6303210" y="486578"/>
                  </a:lnTo>
                  <a:lnTo>
                    <a:pt x="6303368" y="486578"/>
                  </a:lnTo>
                  <a:lnTo>
                    <a:pt x="6303526" y="486578"/>
                  </a:lnTo>
                  <a:lnTo>
                    <a:pt x="6303684" y="486578"/>
                  </a:lnTo>
                  <a:lnTo>
                    <a:pt x="6303841" y="486578"/>
                  </a:lnTo>
                  <a:lnTo>
                    <a:pt x="6303999" y="486578"/>
                  </a:lnTo>
                  <a:lnTo>
                    <a:pt x="6304157" y="486578"/>
                  </a:lnTo>
                  <a:lnTo>
                    <a:pt x="6304315" y="486578"/>
                  </a:lnTo>
                  <a:lnTo>
                    <a:pt x="6304472" y="486578"/>
                  </a:lnTo>
                  <a:lnTo>
                    <a:pt x="6304630" y="486578"/>
                  </a:lnTo>
                  <a:lnTo>
                    <a:pt x="6304630" y="486147"/>
                  </a:lnTo>
                  <a:lnTo>
                    <a:pt x="6304788" y="486147"/>
                  </a:lnTo>
                  <a:lnTo>
                    <a:pt x="6304945" y="486147"/>
                  </a:lnTo>
                  <a:lnTo>
                    <a:pt x="6305103" y="486147"/>
                  </a:lnTo>
                  <a:lnTo>
                    <a:pt x="6305261" y="486147"/>
                  </a:lnTo>
                  <a:lnTo>
                    <a:pt x="6305419" y="486147"/>
                  </a:lnTo>
                  <a:lnTo>
                    <a:pt x="6305576" y="486147"/>
                  </a:lnTo>
                  <a:lnTo>
                    <a:pt x="6305734" y="486147"/>
                  </a:lnTo>
                  <a:lnTo>
                    <a:pt x="6305892" y="486147"/>
                  </a:lnTo>
                  <a:lnTo>
                    <a:pt x="6306049" y="486147"/>
                  </a:lnTo>
                  <a:lnTo>
                    <a:pt x="6306207" y="486147"/>
                  </a:lnTo>
                  <a:lnTo>
                    <a:pt x="6306365" y="486147"/>
                  </a:lnTo>
                  <a:lnTo>
                    <a:pt x="6306523" y="486147"/>
                  </a:lnTo>
                  <a:lnTo>
                    <a:pt x="6306680" y="486147"/>
                  </a:lnTo>
                  <a:lnTo>
                    <a:pt x="6306838" y="486147"/>
                  </a:lnTo>
                  <a:lnTo>
                    <a:pt x="6306996" y="486147"/>
                  </a:lnTo>
                  <a:lnTo>
                    <a:pt x="6307153" y="486147"/>
                  </a:lnTo>
                  <a:lnTo>
                    <a:pt x="6307311" y="486147"/>
                  </a:lnTo>
                  <a:lnTo>
                    <a:pt x="6307469" y="486147"/>
                  </a:lnTo>
                  <a:lnTo>
                    <a:pt x="6307627" y="486147"/>
                  </a:lnTo>
                  <a:lnTo>
                    <a:pt x="6307784" y="486147"/>
                  </a:lnTo>
                  <a:lnTo>
                    <a:pt x="6307942" y="486147"/>
                  </a:lnTo>
                  <a:lnTo>
                    <a:pt x="6308100" y="486147"/>
                  </a:lnTo>
                  <a:lnTo>
                    <a:pt x="6308257" y="486147"/>
                  </a:lnTo>
                  <a:lnTo>
                    <a:pt x="6308415" y="486147"/>
                  </a:lnTo>
                  <a:lnTo>
                    <a:pt x="6308573" y="486147"/>
                  </a:lnTo>
                  <a:lnTo>
                    <a:pt x="6308731" y="486147"/>
                  </a:lnTo>
                  <a:lnTo>
                    <a:pt x="6308888" y="486147"/>
                  </a:lnTo>
                  <a:lnTo>
                    <a:pt x="6309046" y="486147"/>
                  </a:lnTo>
                  <a:lnTo>
                    <a:pt x="6309204" y="486147"/>
                  </a:lnTo>
                  <a:lnTo>
                    <a:pt x="6309204" y="485716"/>
                  </a:lnTo>
                  <a:lnTo>
                    <a:pt x="6309204" y="485286"/>
                  </a:lnTo>
                  <a:lnTo>
                    <a:pt x="6309362" y="485286"/>
                  </a:lnTo>
                  <a:lnTo>
                    <a:pt x="6309519" y="485286"/>
                  </a:lnTo>
                  <a:lnTo>
                    <a:pt x="6309677" y="485286"/>
                  </a:lnTo>
                  <a:lnTo>
                    <a:pt x="6309835" y="485286"/>
                  </a:lnTo>
                  <a:lnTo>
                    <a:pt x="6309992" y="485286"/>
                  </a:lnTo>
                  <a:lnTo>
                    <a:pt x="6310150" y="485286"/>
                  </a:lnTo>
                  <a:lnTo>
                    <a:pt x="6310150" y="484855"/>
                  </a:lnTo>
                  <a:lnTo>
                    <a:pt x="6310308" y="484855"/>
                  </a:lnTo>
                  <a:lnTo>
                    <a:pt x="6310466" y="484855"/>
                  </a:lnTo>
                  <a:lnTo>
                    <a:pt x="6310466" y="484425"/>
                  </a:lnTo>
                  <a:lnTo>
                    <a:pt x="6310623" y="484425"/>
                  </a:lnTo>
                  <a:lnTo>
                    <a:pt x="6310781" y="484425"/>
                  </a:lnTo>
                  <a:lnTo>
                    <a:pt x="6310939" y="484425"/>
                  </a:lnTo>
                  <a:lnTo>
                    <a:pt x="6310939" y="483994"/>
                  </a:lnTo>
                  <a:lnTo>
                    <a:pt x="6311096" y="483994"/>
                  </a:lnTo>
                  <a:lnTo>
                    <a:pt x="6311096" y="483563"/>
                  </a:lnTo>
                  <a:lnTo>
                    <a:pt x="6311254" y="483563"/>
                  </a:lnTo>
                  <a:lnTo>
                    <a:pt x="6311412" y="483563"/>
                  </a:lnTo>
                  <a:lnTo>
                    <a:pt x="6311570" y="483563"/>
                  </a:lnTo>
                  <a:lnTo>
                    <a:pt x="6311727" y="483563"/>
                  </a:lnTo>
                  <a:lnTo>
                    <a:pt x="6311885" y="483563"/>
                  </a:lnTo>
                  <a:lnTo>
                    <a:pt x="6312043" y="483563"/>
                  </a:lnTo>
                  <a:lnTo>
                    <a:pt x="6312200" y="483563"/>
                  </a:lnTo>
                  <a:lnTo>
                    <a:pt x="6312200" y="483133"/>
                  </a:lnTo>
                  <a:lnTo>
                    <a:pt x="6312358" y="483133"/>
                  </a:lnTo>
                  <a:lnTo>
                    <a:pt x="6312516" y="483133"/>
                  </a:lnTo>
                  <a:lnTo>
                    <a:pt x="6312674" y="483133"/>
                  </a:lnTo>
                  <a:lnTo>
                    <a:pt x="6312674" y="482702"/>
                  </a:lnTo>
                  <a:lnTo>
                    <a:pt x="6312831" y="482702"/>
                  </a:lnTo>
                  <a:lnTo>
                    <a:pt x="6312989" y="482702"/>
                  </a:lnTo>
                  <a:lnTo>
                    <a:pt x="6313147" y="482702"/>
                  </a:lnTo>
                  <a:lnTo>
                    <a:pt x="6313304" y="482702"/>
                  </a:lnTo>
                  <a:lnTo>
                    <a:pt x="6313462" y="482702"/>
                  </a:lnTo>
                  <a:lnTo>
                    <a:pt x="6313620" y="482702"/>
                  </a:lnTo>
                  <a:lnTo>
                    <a:pt x="6313778" y="482702"/>
                  </a:lnTo>
                  <a:lnTo>
                    <a:pt x="6313935" y="482702"/>
                  </a:lnTo>
                  <a:lnTo>
                    <a:pt x="6314093" y="482702"/>
                  </a:lnTo>
                  <a:lnTo>
                    <a:pt x="6314251" y="482702"/>
                  </a:lnTo>
                  <a:lnTo>
                    <a:pt x="6314408" y="482702"/>
                  </a:lnTo>
                  <a:lnTo>
                    <a:pt x="6314566" y="482702"/>
                  </a:lnTo>
                  <a:lnTo>
                    <a:pt x="6314724" y="482702"/>
                  </a:lnTo>
                  <a:lnTo>
                    <a:pt x="6314882" y="482702"/>
                  </a:lnTo>
                  <a:lnTo>
                    <a:pt x="6315039" y="482702"/>
                  </a:lnTo>
                  <a:lnTo>
                    <a:pt x="6315197" y="482702"/>
                  </a:lnTo>
                  <a:lnTo>
                    <a:pt x="6315355" y="482702"/>
                  </a:lnTo>
                  <a:lnTo>
                    <a:pt x="6315513" y="482702"/>
                  </a:lnTo>
                  <a:lnTo>
                    <a:pt x="6315670" y="482702"/>
                  </a:lnTo>
                  <a:lnTo>
                    <a:pt x="6315828" y="482702"/>
                  </a:lnTo>
                  <a:lnTo>
                    <a:pt x="6315986" y="482702"/>
                  </a:lnTo>
                  <a:lnTo>
                    <a:pt x="6316143" y="482702"/>
                  </a:lnTo>
                  <a:lnTo>
                    <a:pt x="6316143" y="482272"/>
                  </a:lnTo>
                  <a:lnTo>
                    <a:pt x="6316301" y="482272"/>
                  </a:lnTo>
                  <a:lnTo>
                    <a:pt x="6316459" y="482272"/>
                  </a:lnTo>
                  <a:lnTo>
                    <a:pt x="6316459" y="481841"/>
                  </a:lnTo>
                  <a:lnTo>
                    <a:pt x="6316617" y="481841"/>
                  </a:lnTo>
                  <a:lnTo>
                    <a:pt x="6316617" y="481410"/>
                  </a:lnTo>
                  <a:lnTo>
                    <a:pt x="6316774" y="481410"/>
                  </a:lnTo>
                  <a:lnTo>
                    <a:pt x="6316774" y="480980"/>
                  </a:lnTo>
                  <a:lnTo>
                    <a:pt x="6316932" y="480980"/>
                  </a:lnTo>
                  <a:lnTo>
                    <a:pt x="6317090" y="480980"/>
                  </a:lnTo>
                  <a:lnTo>
                    <a:pt x="6317247" y="480980"/>
                  </a:lnTo>
                  <a:lnTo>
                    <a:pt x="6317405" y="480980"/>
                  </a:lnTo>
                  <a:lnTo>
                    <a:pt x="6317563" y="480980"/>
                  </a:lnTo>
                  <a:lnTo>
                    <a:pt x="6317721" y="480980"/>
                  </a:lnTo>
                  <a:lnTo>
                    <a:pt x="6317878" y="480980"/>
                  </a:lnTo>
                  <a:lnTo>
                    <a:pt x="6318036" y="480980"/>
                  </a:lnTo>
                  <a:lnTo>
                    <a:pt x="6318194" y="480980"/>
                  </a:lnTo>
                  <a:lnTo>
                    <a:pt x="6318351" y="480980"/>
                  </a:lnTo>
                  <a:lnTo>
                    <a:pt x="6318509" y="480980"/>
                  </a:lnTo>
                  <a:lnTo>
                    <a:pt x="6318667" y="480980"/>
                  </a:lnTo>
                  <a:lnTo>
                    <a:pt x="6318825" y="480980"/>
                  </a:lnTo>
                  <a:lnTo>
                    <a:pt x="6318982" y="480980"/>
                  </a:lnTo>
                  <a:lnTo>
                    <a:pt x="6319140" y="480980"/>
                  </a:lnTo>
                  <a:lnTo>
                    <a:pt x="6319298" y="480980"/>
                  </a:lnTo>
                  <a:lnTo>
                    <a:pt x="6319455" y="480980"/>
                  </a:lnTo>
                  <a:lnTo>
                    <a:pt x="6319613" y="480980"/>
                  </a:lnTo>
                  <a:lnTo>
                    <a:pt x="6319771" y="480980"/>
                  </a:lnTo>
                  <a:lnTo>
                    <a:pt x="6319929" y="480980"/>
                  </a:lnTo>
                  <a:lnTo>
                    <a:pt x="6320086" y="480980"/>
                  </a:lnTo>
                  <a:lnTo>
                    <a:pt x="6320244" y="480980"/>
                  </a:lnTo>
                  <a:lnTo>
                    <a:pt x="6320402" y="480980"/>
                  </a:lnTo>
                  <a:lnTo>
                    <a:pt x="6320560" y="480980"/>
                  </a:lnTo>
                  <a:lnTo>
                    <a:pt x="6320717" y="480980"/>
                  </a:lnTo>
                  <a:lnTo>
                    <a:pt x="6320717" y="480549"/>
                  </a:lnTo>
                  <a:lnTo>
                    <a:pt x="6320875" y="480549"/>
                  </a:lnTo>
                  <a:lnTo>
                    <a:pt x="6321033" y="480549"/>
                  </a:lnTo>
                  <a:lnTo>
                    <a:pt x="6321190" y="480549"/>
                  </a:lnTo>
                  <a:lnTo>
                    <a:pt x="6321348" y="480549"/>
                  </a:lnTo>
                  <a:lnTo>
                    <a:pt x="6321506" y="480549"/>
                  </a:lnTo>
                  <a:lnTo>
                    <a:pt x="6321664" y="480549"/>
                  </a:lnTo>
                  <a:lnTo>
                    <a:pt x="6321821" y="480549"/>
                  </a:lnTo>
                  <a:lnTo>
                    <a:pt x="6321979" y="480549"/>
                  </a:lnTo>
                  <a:lnTo>
                    <a:pt x="6321979" y="480119"/>
                  </a:lnTo>
                  <a:lnTo>
                    <a:pt x="6322137" y="480119"/>
                  </a:lnTo>
                  <a:lnTo>
                    <a:pt x="6322137" y="479688"/>
                  </a:lnTo>
                  <a:lnTo>
                    <a:pt x="6322294" y="479688"/>
                  </a:lnTo>
                  <a:lnTo>
                    <a:pt x="6322452" y="479688"/>
                  </a:lnTo>
                  <a:lnTo>
                    <a:pt x="6322452" y="479257"/>
                  </a:lnTo>
                  <a:lnTo>
                    <a:pt x="6322610" y="479257"/>
                  </a:lnTo>
                  <a:lnTo>
                    <a:pt x="6322768" y="479257"/>
                  </a:lnTo>
                  <a:lnTo>
                    <a:pt x="6322925" y="479257"/>
                  </a:lnTo>
                  <a:lnTo>
                    <a:pt x="6323083" y="479257"/>
                  </a:lnTo>
                  <a:lnTo>
                    <a:pt x="6323241" y="479257"/>
                  </a:lnTo>
                  <a:lnTo>
                    <a:pt x="6323398" y="479257"/>
                  </a:lnTo>
                  <a:lnTo>
                    <a:pt x="6323556" y="479257"/>
                  </a:lnTo>
                  <a:lnTo>
                    <a:pt x="6323714" y="479257"/>
                  </a:lnTo>
                  <a:lnTo>
                    <a:pt x="6323872" y="479257"/>
                  </a:lnTo>
                  <a:lnTo>
                    <a:pt x="6324029" y="479257"/>
                  </a:lnTo>
                  <a:lnTo>
                    <a:pt x="6324187" y="479257"/>
                  </a:lnTo>
                  <a:lnTo>
                    <a:pt x="6324345" y="479257"/>
                  </a:lnTo>
                  <a:lnTo>
                    <a:pt x="6324502" y="479257"/>
                  </a:lnTo>
                  <a:lnTo>
                    <a:pt x="6324660" y="479257"/>
                  </a:lnTo>
                  <a:lnTo>
                    <a:pt x="6324818" y="479257"/>
                  </a:lnTo>
                  <a:lnTo>
                    <a:pt x="6324976" y="479257"/>
                  </a:lnTo>
                  <a:lnTo>
                    <a:pt x="6325133" y="479257"/>
                  </a:lnTo>
                  <a:lnTo>
                    <a:pt x="6325291" y="479257"/>
                  </a:lnTo>
                  <a:lnTo>
                    <a:pt x="6325449" y="479257"/>
                  </a:lnTo>
                  <a:lnTo>
                    <a:pt x="6325606" y="479257"/>
                  </a:lnTo>
                  <a:lnTo>
                    <a:pt x="6325764" y="479257"/>
                  </a:lnTo>
                  <a:lnTo>
                    <a:pt x="6325922" y="479257"/>
                  </a:lnTo>
                  <a:lnTo>
                    <a:pt x="6326080" y="479257"/>
                  </a:lnTo>
                  <a:lnTo>
                    <a:pt x="6326080" y="478827"/>
                  </a:lnTo>
                  <a:lnTo>
                    <a:pt x="6326237" y="478827"/>
                  </a:lnTo>
                  <a:lnTo>
                    <a:pt x="6326395" y="478827"/>
                  </a:lnTo>
                  <a:lnTo>
                    <a:pt x="6326395" y="478396"/>
                  </a:lnTo>
                  <a:lnTo>
                    <a:pt x="6326553" y="478396"/>
                  </a:lnTo>
                  <a:lnTo>
                    <a:pt x="6326711" y="478396"/>
                  </a:lnTo>
                  <a:lnTo>
                    <a:pt x="6326868" y="478396"/>
                  </a:lnTo>
                  <a:lnTo>
                    <a:pt x="6327026" y="478396"/>
                  </a:lnTo>
                  <a:lnTo>
                    <a:pt x="6327184" y="478396"/>
                  </a:lnTo>
                  <a:lnTo>
                    <a:pt x="6327341" y="478396"/>
                  </a:lnTo>
                  <a:lnTo>
                    <a:pt x="6327499" y="478396"/>
                  </a:lnTo>
                  <a:lnTo>
                    <a:pt x="6327657" y="478396"/>
                  </a:lnTo>
                  <a:lnTo>
                    <a:pt x="6327815" y="478396"/>
                  </a:lnTo>
                  <a:lnTo>
                    <a:pt x="6327972" y="478396"/>
                  </a:lnTo>
                  <a:lnTo>
                    <a:pt x="6328130" y="478396"/>
                  </a:lnTo>
                  <a:lnTo>
                    <a:pt x="6328288" y="478396"/>
                  </a:lnTo>
                  <a:lnTo>
                    <a:pt x="6328445" y="478396"/>
                  </a:lnTo>
                  <a:lnTo>
                    <a:pt x="6328603" y="478396"/>
                  </a:lnTo>
                  <a:lnTo>
                    <a:pt x="6328761" y="478396"/>
                  </a:lnTo>
                  <a:lnTo>
                    <a:pt x="6328919" y="478396"/>
                  </a:lnTo>
                  <a:lnTo>
                    <a:pt x="6329076" y="478396"/>
                  </a:lnTo>
                  <a:lnTo>
                    <a:pt x="6329234" y="478396"/>
                  </a:lnTo>
                  <a:lnTo>
                    <a:pt x="6329392" y="478396"/>
                  </a:lnTo>
                  <a:lnTo>
                    <a:pt x="6329549" y="478396"/>
                  </a:lnTo>
                  <a:lnTo>
                    <a:pt x="6329707" y="478396"/>
                  </a:lnTo>
                  <a:lnTo>
                    <a:pt x="6329865" y="478396"/>
                  </a:lnTo>
                  <a:lnTo>
                    <a:pt x="6330023" y="478396"/>
                  </a:lnTo>
                  <a:lnTo>
                    <a:pt x="6330180" y="478396"/>
                  </a:lnTo>
                  <a:lnTo>
                    <a:pt x="6330338" y="478396"/>
                  </a:lnTo>
                  <a:lnTo>
                    <a:pt x="6330496" y="478396"/>
                  </a:lnTo>
                  <a:lnTo>
                    <a:pt x="6330653" y="478396"/>
                  </a:lnTo>
                  <a:lnTo>
                    <a:pt x="6330811" y="478396"/>
                  </a:lnTo>
                  <a:lnTo>
                    <a:pt x="6330811" y="477966"/>
                  </a:lnTo>
                  <a:lnTo>
                    <a:pt x="6330969" y="477966"/>
                  </a:lnTo>
                  <a:lnTo>
                    <a:pt x="6331127" y="477966"/>
                  </a:lnTo>
                  <a:lnTo>
                    <a:pt x="6331127" y="477535"/>
                  </a:lnTo>
                  <a:lnTo>
                    <a:pt x="6331127" y="477104"/>
                  </a:lnTo>
                  <a:lnTo>
                    <a:pt x="6331284" y="477104"/>
                  </a:lnTo>
                  <a:lnTo>
                    <a:pt x="6331442" y="477104"/>
                  </a:lnTo>
                  <a:lnTo>
                    <a:pt x="6331600" y="477104"/>
                  </a:lnTo>
                  <a:lnTo>
                    <a:pt x="6331757" y="477104"/>
                  </a:lnTo>
                  <a:lnTo>
                    <a:pt x="6331915" y="477104"/>
                  </a:lnTo>
                  <a:lnTo>
                    <a:pt x="6332073" y="477104"/>
                  </a:lnTo>
                  <a:lnTo>
                    <a:pt x="6332231" y="477104"/>
                  </a:lnTo>
                  <a:lnTo>
                    <a:pt x="6332388" y="477104"/>
                  </a:lnTo>
                  <a:lnTo>
                    <a:pt x="6332388" y="476674"/>
                  </a:lnTo>
                  <a:lnTo>
                    <a:pt x="6332546" y="476674"/>
                  </a:lnTo>
                  <a:lnTo>
                    <a:pt x="6332704" y="476674"/>
                  </a:lnTo>
                  <a:lnTo>
                    <a:pt x="6332862" y="476674"/>
                  </a:lnTo>
                  <a:lnTo>
                    <a:pt x="6333019" y="476674"/>
                  </a:lnTo>
                  <a:lnTo>
                    <a:pt x="6333177" y="476674"/>
                  </a:lnTo>
                  <a:lnTo>
                    <a:pt x="6333335" y="476674"/>
                  </a:lnTo>
                  <a:lnTo>
                    <a:pt x="6333492" y="476674"/>
                  </a:lnTo>
                  <a:lnTo>
                    <a:pt x="6333650" y="476674"/>
                  </a:lnTo>
                  <a:lnTo>
                    <a:pt x="6333808" y="476674"/>
                  </a:lnTo>
                  <a:lnTo>
                    <a:pt x="6333808" y="476243"/>
                  </a:lnTo>
                  <a:lnTo>
                    <a:pt x="6333966" y="476243"/>
                  </a:lnTo>
                  <a:lnTo>
                    <a:pt x="6334123" y="476243"/>
                  </a:lnTo>
                  <a:lnTo>
                    <a:pt x="6334281" y="476243"/>
                  </a:lnTo>
                  <a:lnTo>
                    <a:pt x="6334439" y="476243"/>
                  </a:lnTo>
                  <a:lnTo>
                    <a:pt x="6334596" y="476243"/>
                  </a:lnTo>
                  <a:lnTo>
                    <a:pt x="6334754" y="476243"/>
                  </a:lnTo>
                  <a:lnTo>
                    <a:pt x="6334912" y="476243"/>
                  </a:lnTo>
                  <a:lnTo>
                    <a:pt x="6335070" y="476243"/>
                  </a:lnTo>
                  <a:lnTo>
                    <a:pt x="6335070" y="475813"/>
                  </a:lnTo>
                  <a:lnTo>
                    <a:pt x="6335227" y="475813"/>
                  </a:lnTo>
                  <a:lnTo>
                    <a:pt x="6335385" y="475813"/>
                  </a:lnTo>
                  <a:lnTo>
                    <a:pt x="6335543" y="475813"/>
                  </a:lnTo>
                  <a:lnTo>
                    <a:pt x="6335543" y="475382"/>
                  </a:lnTo>
                  <a:lnTo>
                    <a:pt x="6335700" y="475382"/>
                  </a:lnTo>
                  <a:lnTo>
                    <a:pt x="6335858" y="475382"/>
                  </a:lnTo>
                  <a:lnTo>
                    <a:pt x="6336016" y="475382"/>
                  </a:lnTo>
                  <a:lnTo>
                    <a:pt x="6336174" y="475382"/>
                  </a:lnTo>
                  <a:lnTo>
                    <a:pt x="6336331" y="475382"/>
                  </a:lnTo>
                  <a:lnTo>
                    <a:pt x="6336489" y="475382"/>
                  </a:lnTo>
                  <a:lnTo>
                    <a:pt x="6336489" y="474951"/>
                  </a:lnTo>
                  <a:lnTo>
                    <a:pt x="6336647" y="474951"/>
                  </a:lnTo>
                  <a:lnTo>
                    <a:pt x="6336804" y="474951"/>
                  </a:lnTo>
                  <a:lnTo>
                    <a:pt x="6336962" y="474951"/>
                  </a:lnTo>
                  <a:lnTo>
                    <a:pt x="6337120" y="474951"/>
                  </a:lnTo>
                  <a:lnTo>
                    <a:pt x="6337278" y="474951"/>
                  </a:lnTo>
                  <a:lnTo>
                    <a:pt x="6337435" y="474951"/>
                  </a:lnTo>
                  <a:lnTo>
                    <a:pt x="6337593" y="474951"/>
                  </a:lnTo>
                  <a:lnTo>
                    <a:pt x="6337751" y="474951"/>
                  </a:lnTo>
                  <a:lnTo>
                    <a:pt x="6337909" y="474951"/>
                  </a:lnTo>
                  <a:lnTo>
                    <a:pt x="6338066" y="474951"/>
                  </a:lnTo>
                  <a:lnTo>
                    <a:pt x="6338224" y="474951"/>
                  </a:lnTo>
                  <a:lnTo>
                    <a:pt x="6338382" y="474951"/>
                  </a:lnTo>
                  <a:lnTo>
                    <a:pt x="6338539" y="474951"/>
                  </a:lnTo>
                  <a:lnTo>
                    <a:pt x="6338697" y="474951"/>
                  </a:lnTo>
                  <a:lnTo>
                    <a:pt x="6338855" y="474951"/>
                  </a:lnTo>
                  <a:lnTo>
                    <a:pt x="6339013" y="474951"/>
                  </a:lnTo>
                  <a:lnTo>
                    <a:pt x="6339170" y="474951"/>
                  </a:lnTo>
                  <a:lnTo>
                    <a:pt x="6339328" y="474951"/>
                  </a:lnTo>
                  <a:lnTo>
                    <a:pt x="6339486" y="474951"/>
                  </a:lnTo>
                  <a:lnTo>
                    <a:pt x="6339643" y="474951"/>
                  </a:lnTo>
                  <a:lnTo>
                    <a:pt x="6339801" y="474951"/>
                  </a:lnTo>
                  <a:lnTo>
                    <a:pt x="6339959" y="474951"/>
                  </a:lnTo>
                  <a:lnTo>
                    <a:pt x="6340117" y="474951"/>
                  </a:lnTo>
                  <a:lnTo>
                    <a:pt x="6340274" y="474951"/>
                  </a:lnTo>
                  <a:lnTo>
                    <a:pt x="6340432" y="474951"/>
                  </a:lnTo>
                  <a:lnTo>
                    <a:pt x="6340590" y="474951"/>
                  </a:lnTo>
                  <a:lnTo>
                    <a:pt x="6340747" y="474951"/>
                  </a:lnTo>
                  <a:lnTo>
                    <a:pt x="6340905" y="474951"/>
                  </a:lnTo>
                  <a:lnTo>
                    <a:pt x="6341063" y="474951"/>
                  </a:lnTo>
                  <a:lnTo>
                    <a:pt x="6341221" y="474951"/>
                  </a:lnTo>
                  <a:lnTo>
                    <a:pt x="6341378" y="474951"/>
                  </a:lnTo>
                  <a:lnTo>
                    <a:pt x="6341536" y="474951"/>
                  </a:lnTo>
                  <a:lnTo>
                    <a:pt x="6341694" y="474951"/>
                  </a:lnTo>
                  <a:lnTo>
                    <a:pt x="6341851" y="474951"/>
                  </a:lnTo>
                  <a:lnTo>
                    <a:pt x="6342009" y="474951"/>
                  </a:lnTo>
                  <a:lnTo>
                    <a:pt x="6342167" y="474951"/>
                  </a:lnTo>
                  <a:lnTo>
                    <a:pt x="6342325" y="474951"/>
                  </a:lnTo>
                  <a:lnTo>
                    <a:pt x="6342482" y="474951"/>
                  </a:lnTo>
                  <a:lnTo>
                    <a:pt x="6342640" y="474951"/>
                  </a:lnTo>
                  <a:lnTo>
                    <a:pt x="6342798" y="474951"/>
                  </a:lnTo>
                  <a:lnTo>
                    <a:pt x="6342955" y="474951"/>
                  </a:lnTo>
                  <a:lnTo>
                    <a:pt x="6343113" y="474951"/>
                  </a:lnTo>
                  <a:lnTo>
                    <a:pt x="6343113" y="474521"/>
                  </a:lnTo>
                  <a:lnTo>
                    <a:pt x="6343271" y="474521"/>
                  </a:lnTo>
                  <a:lnTo>
                    <a:pt x="6343429" y="474521"/>
                  </a:lnTo>
                  <a:lnTo>
                    <a:pt x="6343586" y="474521"/>
                  </a:lnTo>
                  <a:lnTo>
                    <a:pt x="6343744" y="474521"/>
                  </a:lnTo>
                  <a:lnTo>
                    <a:pt x="6343902" y="474521"/>
                  </a:lnTo>
                  <a:lnTo>
                    <a:pt x="6344060" y="474521"/>
                  </a:lnTo>
                  <a:lnTo>
                    <a:pt x="6344217" y="474521"/>
                  </a:lnTo>
                  <a:lnTo>
                    <a:pt x="6344375" y="474521"/>
                  </a:lnTo>
                  <a:lnTo>
                    <a:pt x="6344533" y="474521"/>
                  </a:lnTo>
                  <a:lnTo>
                    <a:pt x="6344690" y="474521"/>
                  </a:lnTo>
                  <a:lnTo>
                    <a:pt x="6344690" y="474090"/>
                  </a:lnTo>
                  <a:lnTo>
                    <a:pt x="6344848" y="474090"/>
                  </a:lnTo>
                  <a:lnTo>
                    <a:pt x="6345006" y="474090"/>
                  </a:lnTo>
                  <a:lnTo>
                    <a:pt x="6345164" y="474090"/>
                  </a:lnTo>
                  <a:lnTo>
                    <a:pt x="6345321" y="474090"/>
                  </a:lnTo>
                  <a:lnTo>
                    <a:pt x="6345321" y="473660"/>
                  </a:lnTo>
                  <a:lnTo>
                    <a:pt x="6345321" y="473229"/>
                  </a:lnTo>
                  <a:lnTo>
                    <a:pt x="6345479" y="473229"/>
                  </a:lnTo>
                  <a:lnTo>
                    <a:pt x="6345637" y="473229"/>
                  </a:lnTo>
                  <a:lnTo>
                    <a:pt x="6345794" y="473229"/>
                  </a:lnTo>
                  <a:lnTo>
                    <a:pt x="6345952" y="473229"/>
                  </a:lnTo>
                  <a:lnTo>
                    <a:pt x="6346110" y="473229"/>
                  </a:lnTo>
                  <a:lnTo>
                    <a:pt x="6346110" y="472798"/>
                  </a:lnTo>
                  <a:lnTo>
                    <a:pt x="6346268" y="472798"/>
                  </a:lnTo>
                  <a:lnTo>
                    <a:pt x="6346425" y="472798"/>
                  </a:lnTo>
                  <a:lnTo>
                    <a:pt x="6346583" y="472798"/>
                  </a:lnTo>
                  <a:lnTo>
                    <a:pt x="6346741" y="472798"/>
                  </a:lnTo>
                  <a:lnTo>
                    <a:pt x="6346898" y="472798"/>
                  </a:lnTo>
                  <a:lnTo>
                    <a:pt x="6347056" y="472798"/>
                  </a:lnTo>
                  <a:lnTo>
                    <a:pt x="6347214" y="472798"/>
                  </a:lnTo>
                  <a:lnTo>
                    <a:pt x="6347214" y="472368"/>
                  </a:lnTo>
                  <a:lnTo>
                    <a:pt x="6347372" y="472368"/>
                  </a:lnTo>
                  <a:lnTo>
                    <a:pt x="6347529" y="472368"/>
                  </a:lnTo>
                  <a:lnTo>
                    <a:pt x="6347687" y="472368"/>
                  </a:lnTo>
                  <a:lnTo>
                    <a:pt x="6347687" y="471937"/>
                  </a:lnTo>
                  <a:lnTo>
                    <a:pt x="6347845" y="471937"/>
                  </a:lnTo>
                  <a:lnTo>
                    <a:pt x="6348002" y="471937"/>
                  </a:lnTo>
                  <a:lnTo>
                    <a:pt x="6348160" y="471937"/>
                  </a:lnTo>
                  <a:lnTo>
                    <a:pt x="6348318" y="471937"/>
                  </a:lnTo>
                  <a:lnTo>
                    <a:pt x="6348476" y="471937"/>
                  </a:lnTo>
                  <a:lnTo>
                    <a:pt x="6348476" y="471507"/>
                  </a:lnTo>
                  <a:lnTo>
                    <a:pt x="6348633" y="471507"/>
                  </a:lnTo>
                  <a:lnTo>
                    <a:pt x="6348791" y="471507"/>
                  </a:lnTo>
                  <a:lnTo>
                    <a:pt x="6348791" y="471076"/>
                  </a:lnTo>
                  <a:lnTo>
                    <a:pt x="6348949" y="471076"/>
                  </a:lnTo>
                  <a:lnTo>
                    <a:pt x="6349107" y="471076"/>
                  </a:lnTo>
                  <a:lnTo>
                    <a:pt x="6349107" y="470645"/>
                  </a:lnTo>
                  <a:lnTo>
                    <a:pt x="6349264" y="470645"/>
                  </a:lnTo>
                  <a:lnTo>
                    <a:pt x="6349422" y="470645"/>
                  </a:lnTo>
                  <a:lnTo>
                    <a:pt x="6349580" y="470645"/>
                  </a:lnTo>
                  <a:lnTo>
                    <a:pt x="6349737" y="470645"/>
                  </a:lnTo>
                  <a:lnTo>
                    <a:pt x="6349895" y="470645"/>
                  </a:lnTo>
                  <a:lnTo>
                    <a:pt x="6350053" y="470645"/>
                  </a:lnTo>
                  <a:lnTo>
                    <a:pt x="6350211" y="470645"/>
                  </a:lnTo>
                  <a:lnTo>
                    <a:pt x="6350211" y="470215"/>
                  </a:lnTo>
                  <a:lnTo>
                    <a:pt x="6350368" y="470215"/>
                  </a:lnTo>
                  <a:lnTo>
                    <a:pt x="6350526" y="470215"/>
                  </a:lnTo>
                  <a:lnTo>
                    <a:pt x="6350684" y="470215"/>
                  </a:lnTo>
                  <a:lnTo>
                    <a:pt x="6350841" y="470215"/>
                  </a:lnTo>
                  <a:lnTo>
                    <a:pt x="6350841" y="469784"/>
                  </a:lnTo>
                  <a:lnTo>
                    <a:pt x="6350999" y="469784"/>
                  </a:lnTo>
                  <a:lnTo>
                    <a:pt x="6351157" y="469784"/>
                  </a:lnTo>
                  <a:lnTo>
                    <a:pt x="6351315" y="469784"/>
                  </a:lnTo>
                  <a:lnTo>
                    <a:pt x="6351472" y="469784"/>
                  </a:lnTo>
                  <a:lnTo>
                    <a:pt x="6351630" y="469784"/>
                  </a:lnTo>
                  <a:lnTo>
                    <a:pt x="6351788" y="469784"/>
                  </a:lnTo>
                  <a:lnTo>
                    <a:pt x="6351945" y="469784"/>
                  </a:lnTo>
                  <a:lnTo>
                    <a:pt x="6352103" y="469784"/>
                  </a:lnTo>
                  <a:lnTo>
                    <a:pt x="6352103" y="469354"/>
                  </a:lnTo>
                  <a:lnTo>
                    <a:pt x="6352261" y="469354"/>
                  </a:lnTo>
                  <a:lnTo>
                    <a:pt x="6352419" y="469354"/>
                  </a:lnTo>
                  <a:lnTo>
                    <a:pt x="6352576" y="469354"/>
                  </a:lnTo>
                  <a:lnTo>
                    <a:pt x="6352734" y="469354"/>
                  </a:lnTo>
                  <a:lnTo>
                    <a:pt x="6352892" y="469354"/>
                  </a:lnTo>
                  <a:lnTo>
                    <a:pt x="6353049" y="469354"/>
                  </a:lnTo>
                  <a:lnTo>
                    <a:pt x="6353207" y="469354"/>
                  </a:lnTo>
                  <a:lnTo>
                    <a:pt x="6353365" y="469354"/>
                  </a:lnTo>
                  <a:lnTo>
                    <a:pt x="6353523" y="469354"/>
                  </a:lnTo>
                  <a:lnTo>
                    <a:pt x="6353523" y="468923"/>
                  </a:lnTo>
                  <a:lnTo>
                    <a:pt x="6353680" y="468923"/>
                  </a:lnTo>
                  <a:lnTo>
                    <a:pt x="6353838" y="468923"/>
                  </a:lnTo>
                  <a:lnTo>
                    <a:pt x="6353996" y="468923"/>
                  </a:lnTo>
                  <a:lnTo>
                    <a:pt x="6354153" y="468923"/>
                  </a:lnTo>
                  <a:lnTo>
                    <a:pt x="6354311" y="468923"/>
                  </a:lnTo>
                  <a:lnTo>
                    <a:pt x="6354311" y="468492"/>
                  </a:lnTo>
                  <a:lnTo>
                    <a:pt x="6354469" y="468492"/>
                  </a:lnTo>
                  <a:lnTo>
                    <a:pt x="6354627" y="468492"/>
                  </a:lnTo>
                  <a:lnTo>
                    <a:pt x="6354784" y="468492"/>
                  </a:lnTo>
                  <a:lnTo>
                    <a:pt x="6354942" y="468492"/>
                  </a:lnTo>
                  <a:lnTo>
                    <a:pt x="6355100" y="468492"/>
                  </a:lnTo>
                  <a:lnTo>
                    <a:pt x="6355258" y="468492"/>
                  </a:lnTo>
                  <a:lnTo>
                    <a:pt x="6355415" y="468492"/>
                  </a:lnTo>
                  <a:lnTo>
                    <a:pt x="6355573" y="468492"/>
                  </a:lnTo>
                  <a:lnTo>
                    <a:pt x="6355731" y="468492"/>
                  </a:lnTo>
                  <a:lnTo>
                    <a:pt x="6355888" y="468492"/>
                  </a:lnTo>
                  <a:lnTo>
                    <a:pt x="6356046" y="468492"/>
                  </a:lnTo>
                  <a:lnTo>
                    <a:pt x="6356204" y="468492"/>
                  </a:lnTo>
                  <a:lnTo>
                    <a:pt x="6356362" y="468492"/>
                  </a:lnTo>
                  <a:lnTo>
                    <a:pt x="6356519" y="468492"/>
                  </a:lnTo>
                  <a:lnTo>
                    <a:pt x="6356677" y="468492"/>
                  </a:lnTo>
                  <a:lnTo>
                    <a:pt x="6356835" y="468492"/>
                  </a:lnTo>
                  <a:lnTo>
                    <a:pt x="6356992" y="468492"/>
                  </a:lnTo>
                  <a:lnTo>
                    <a:pt x="6357150" y="468492"/>
                  </a:lnTo>
                  <a:lnTo>
                    <a:pt x="6357308" y="468492"/>
                  </a:lnTo>
                  <a:lnTo>
                    <a:pt x="6357466" y="468492"/>
                  </a:lnTo>
                  <a:lnTo>
                    <a:pt x="6357623" y="468492"/>
                  </a:lnTo>
                  <a:lnTo>
                    <a:pt x="6357781" y="468492"/>
                  </a:lnTo>
                  <a:lnTo>
                    <a:pt x="6357939" y="468492"/>
                  </a:lnTo>
                  <a:lnTo>
                    <a:pt x="6358096" y="468492"/>
                  </a:lnTo>
                  <a:lnTo>
                    <a:pt x="6358254" y="468492"/>
                  </a:lnTo>
                  <a:lnTo>
                    <a:pt x="6358412" y="468492"/>
                  </a:lnTo>
                  <a:lnTo>
                    <a:pt x="6358570" y="468492"/>
                  </a:lnTo>
                  <a:lnTo>
                    <a:pt x="6358727" y="468492"/>
                  </a:lnTo>
                  <a:lnTo>
                    <a:pt x="6358885" y="468492"/>
                  </a:lnTo>
                  <a:lnTo>
                    <a:pt x="6359043" y="468492"/>
                  </a:lnTo>
                  <a:lnTo>
                    <a:pt x="6359200" y="468492"/>
                  </a:lnTo>
                  <a:lnTo>
                    <a:pt x="6359358" y="468492"/>
                  </a:lnTo>
                  <a:lnTo>
                    <a:pt x="6359516" y="468492"/>
                  </a:lnTo>
                  <a:lnTo>
                    <a:pt x="6359674" y="468492"/>
                  </a:lnTo>
                  <a:lnTo>
                    <a:pt x="6359831" y="468492"/>
                  </a:lnTo>
                  <a:lnTo>
                    <a:pt x="6359989" y="468492"/>
                  </a:lnTo>
                  <a:lnTo>
                    <a:pt x="6360147" y="468492"/>
                  </a:lnTo>
                  <a:lnTo>
                    <a:pt x="6360305" y="468492"/>
                  </a:lnTo>
                  <a:lnTo>
                    <a:pt x="6360462" y="468492"/>
                  </a:lnTo>
                  <a:lnTo>
                    <a:pt x="6360462" y="468062"/>
                  </a:lnTo>
                  <a:lnTo>
                    <a:pt x="6360620" y="468062"/>
                  </a:lnTo>
                  <a:lnTo>
                    <a:pt x="6360778" y="468062"/>
                  </a:lnTo>
                  <a:lnTo>
                    <a:pt x="6360935" y="468062"/>
                  </a:lnTo>
                  <a:lnTo>
                    <a:pt x="6361093" y="468062"/>
                  </a:lnTo>
                  <a:lnTo>
                    <a:pt x="6361093" y="467631"/>
                  </a:lnTo>
                  <a:lnTo>
                    <a:pt x="6361251" y="467631"/>
                  </a:lnTo>
                  <a:lnTo>
                    <a:pt x="6361251" y="467201"/>
                  </a:lnTo>
                  <a:lnTo>
                    <a:pt x="6361409" y="467201"/>
                  </a:lnTo>
                  <a:lnTo>
                    <a:pt x="6361566" y="467201"/>
                  </a:lnTo>
                  <a:lnTo>
                    <a:pt x="6361724" y="467201"/>
                  </a:lnTo>
                  <a:lnTo>
                    <a:pt x="6361882" y="467201"/>
                  </a:lnTo>
                  <a:lnTo>
                    <a:pt x="6362039" y="467201"/>
                  </a:lnTo>
                  <a:lnTo>
                    <a:pt x="6362039" y="466770"/>
                  </a:lnTo>
                  <a:lnTo>
                    <a:pt x="6362197" y="466770"/>
                  </a:lnTo>
                  <a:lnTo>
                    <a:pt x="6362355" y="466770"/>
                  </a:lnTo>
                  <a:lnTo>
                    <a:pt x="6362355" y="466339"/>
                  </a:lnTo>
                  <a:lnTo>
                    <a:pt x="6362513" y="466339"/>
                  </a:lnTo>
                  <a:lnTo>
                    <a:pt x="6362670" y="466339"/>
                  </a:lnTo>
                  <a:lnTo>
                    <a:pt x="6362828" y="466339"/>
                  </a:lnTo>
                  <a:lnTo>
                    <a:pt x="6362986" y="466339"/>
                  </a:lnTo>
                  <a:lnTo>
                    <a:pt x="6363143" y="466339"/>
                  </a:lnTo>
                  <a:lnTo>
                    <a:pt x="6363143" y="465909"/>
                  </a:lnTo>
                  <a:lnTo>
                    <a:pt x="6363301" y="465909"/>
                  </a:lnTo>
                  <a:lnTo>
                    <a:pt x="6363459" y="465909"/>
                  </a:lnTo>
                  <a:lnTo>
                    <a:pt x="6363617" y="465909"/>
                  </a:lnTo>
                  <a:lnTo>
                    <a:pt x="6363774" y="465909"/>
                  </a:lnTo>
                  <a:lnTo>
                    <a:pt x="6363932" y="465909"/>
                  </a:lnTo>
                  <a:lnTo>
                    <a:pt x="6364090" y="465909"/>
                  </a:lnTo>
                  <a:lnTo>
                    <a:pt x="6364247" y="465909"/>
                  </a:lnTo>
                  <a:lnTo>
                    <a:pt x="6364405" y="465909"/>
                  </a:lnTo>
                  <a:lnTo>
                    <a:pt x="6364405" y="465478"/>
                  </a:lnTo>
                  <a:lnTo>
                    <a:pt x="6364563" y="465478"/>
                  </a:lnTo>
                  <a:lnTo>
                    <a:pt x="6364721" y="465478"/>
                  </a:lnTo>
                  <a:lnTo>
                    <a:pt x="6364878" y="465478"/>
                  </a:lnTo>
                  <a:lnTo>
                    <a:pt x="6364878" y="465048"/>
                  </a:lnTo>
                  <a:lnTo>
                    <a:pt x="6365036" y="465048"/>
                  </a:lnTo>
                  <a:lnTo>
                    <a:pt x="6365194" y="465048"/>
                  </a:lnTo>
                  <a:lnTo>
                    <a:pt x="6365351" y="465048"/>
                  </a:lnTo>
                  <a:lnTo>
                    <a:pt x="6365509" y="465048"/>
                  </a:lnTo>
                  <a:lnTo>
                    <a:pt x="6365667" y="465048"/>
                  </a:lnTo>
                  <a:lnTo>
                    <a:pt x="6365825" y="465048"/>
                  </a:lnTo>
                  <a:lnTo>
                    <a:pt x="6365982" y="465048"/>
                  </a:lnTo>
                  <a:lnTo>
                    <a:pt x="6365982" y="464617"/>
                  </a:lnTo>
                  <a:lnTo>
                    <a:pt x="6366140" y="464617"/>
                  </a:lnTo>
                  <a:lnTo>
                    <a:pt x="6366298" y="464617"/>
                  </a:lnTo>
                  <a:lnTo>
                    <a:pt x="6366456" y="464617"/>
                  </a:lnTo>
                  <a:lnTo>
                    <a:pt x="6366456" y="464186"/>
                  </a:lnTo>
                  <a:lnTo>
                    <a:pt x="6366613" y="464186"/>
                  </a:lnTo>
                  <a:lnTo>
                    <a:pt x="6366771" y="464186"/>
                  </a:lnTo>
                  <a:lnTo>
                    <a:pt x="6366929" y="464186"/>
                  </a:lnTo>
                  <a:lnTo>
                    <a:pt x="6367086" y="464186"/>
                  </a:lnTo>
                  <a:lnTo>
                    <a:pt x="6367086" y="463756"/>
                  </a:lnTo>
                  <a:lnTo>
                    <a:pt x="6367086" y="463325"/>
                  </a:lnTo>
                  <a:lnTo>
                    <a:pt x="6367244" y="463325"/>
                  </a:lnTo>
                  <a:lnTo>
                    <a:pt x="6367402" y="463325"/>
                  </a:lnTo>
                  <a:lnTo>
                    <a:pt x="6367560" y="463325"/>
                  </a:lnTo>
                  <a:lnTo>
                    <a:pt x="6367717" y="463325"/>
                  </a:lnTo>
                  <a:lnTo>
                    <a:pt x="6367875" y="463325"/>
                  </a:lnTo>
                  <a:lnTo>
                    <a:pt x="6368033" y="463325"/>
                  </a:lnTo>
                  <a:lnTo>
                    <a:pt x="6368190" y="463325"/>
                  </a:lnTo>
                  <a:lnTo>
                    <a:pt x="6368190" y="462895"/>
                  </a:lnTo>
                  <a:lnTo>
                    <a:pt x="6368348" y="462895"/>
                  </a:lnTo>
                  <a:lnTo>
                    <a:pt x="6368506" y="462895"/>
                  </a:lnTo>
                  <a:lnTo>
                    <a:pt x="6368664" y="462895"/>
                  </a:lnTo>
                  <a:lnTo>
                    <a:pt x="6368821" y="462895"/>
                  </a:lnTo>
                  <a:lnTo>
                    <a:pt x="6368979" y="462895"/>
                  </a:lnTo>
                  <a:lnTo>
                    <a:pt x="6369137" y="462895"/>
                  </a:lnTo>
                  <a:lnTo>
                    <a:pt x="6369294" y="462895"/>
                  </a:lnTo>
                  <a:lnTo>
                    <a:pt x="6369452" y="462895"/>
                  </a:lnTo>
                  <a:lnTo>
                    <a:pt x="6369610" y="462895"/>
                  </a:lnTo>
                  <a:lnTo>
                    <a:pt x="6369768" y="462895"/>
                  </a:lnTo>
                  <a:lnTo>
                    <a:pt x="6369925" y="462895"/>
                  </a:lnTo>
                  <a:lnTo>
                    <a:pt x="6370083" y="462895"/>
                  </a:lnTo>
                  <a:lnTo>
                    <a:pt x="6370241" y="462895"/>
                  </a:lnTo>
                  <a:lnTo>
                    <a:pt x="6370398" y="462895"/>
                  </a:lnTo>
                  <a:lnTo>
                    <a:pt x="6370556" y="462895"/>
                  </a:lnTo>
                  <a:lnTo>
                    <a:pt x="6370714" y="462895"/>
                  </a:lnTo>
                  <a:lnTo>
                    <a:pt x="6370872" y="462895"/>
                  </a:lnTo>
                  <a:lnTo>
                    <a:pt x="6371029" y="462895"/>
                  </a:lnTo>
                  <a:lnTo>
                    <a:pt x="6371187" y="462895"/>
                  </a:lnTo>
                  <a:lnTo>
                    <a:pt x="6371345" y="462895"/>
                  </a:lnTo>
                  <a:lnTo>
                    <a:pt x="6371503" y="462895"/>
                  </a:lnTo>
                  <a:lnTo>
                    <a:pt x="6371660" y="462895"/>
                  </a:lnTo>
                  <a:lnTo>
                    <a:pt x="6371818" y="462895"/>
                  </a:lnTo>
                  <a:lnTo>
                    <a:pt x="6371976" y="462895"/>
                  </a:lnTo>
                  <a:lnTo>
                    <a:pt x="6372133" y="462895"/>
                  </a:lnTo>
                  <a:lnTo>
                    <a:pt x="6372291" y="462895"/>
                  </a:lnTo>
                  <a:lnTo>
                    <a:pt x="6372291" y="462464"/>
                  </a:lnTo>
                  <a:lnTo>
                    <a:pt x="6372449" y="462464"/>
                  </a:lnTo>
                  <a:lnTo>
                    <a:pt x="6372607" y="462464"/>
                  </a:lnTo>
                  <a:lnTo>
                    <a:pt x="6372607" y="462033"/>
                  </a:lnTo>
                  <a:lnTo>
                    <a:pt x="6372764" y="462033"/>
                  </a:lnTo>
                  <a:lnTo>
                    <a:pt x="6372922" y="462033"/>
                  </a:lnTo>
                  <a:lnTo>
                    <a:pt x="6373080" y="462033"/>
                  </a:lnTo>
                  <a:lnTo>
                    <a:pt x="6373237" y="462033"/>
                  </a:lnTo>
                  <a:lnTo>
                    <a:pt x="6373395" y="462033"/>
                  </a:lnTo>
                  <a:lnTo>
                    <a:pt x="6373553" y="462033"/>
                  </a:lnTo>
                  <a:lnTo>
                    <a:pt x="6373711" y="462033"/>
                  </a:lnTo>
                  <a:lnTo>
                    <a:pt x="6373868" y="462033"/>
                  </a:lnTo>
                  <a:lnTo>
                    <a:pt x="6374026" y="462033"/>
                  </a:lnTo>
                  <a:lnTo>
                    <a:pt x="6374184" y="462033"/>
                  </a:lnTo>
                  <a:lnTo>
                    <a:pt x="6374341" y="462033"/>
                  </a:lnTo>
                  <a:lnTo>
                    <a:pt x="6374499" y="462033"/>
                  </a:lnTo>
                  <a:lnTo>
                    <a:pt x="6374657" y="462033"/>
                  </a:lnTo>
                  <a:lnTo>
                    <a:pt x="6374815" y="462033"/>
                  </a:lnTo>
                  <a:lnTo>
                    <a:pt x="6374972" y="462033"/>
                  </a:lnTo>
                  <a:lnTo>
                    <a:pt x="6375130" y="462033"/>
                  </a:lnTo>
                  <a:lnTo>
                    <a:pt x="6375288" y="462033"/>
                  </a:lnTo>
                  <a:lnTo>
                    <a:pt x="6375445" y="462033"/>
                  </a:lnTo>
                  <a:lnTo>
                    <a:pt x="6375603" y="462033"/>
                  </a:lnTo>
                  <a:lnTo>
                    <a:pt x="6375761" y="462033"/>
                  </a:lnTo>
                  <a:lnTo>
                    <a:pt x="6375919" y="462033"/>
                  </a:lnTo>
                  <a:lnTo>
                    <a:pt x="6376076" y="462033"/>
                  </a:lnTo>
                  <a:lnTo>
                    <a:pt x="6376234" y="462033"/>
                  </a:lnTo>
                  <a:lnTo>
                    <a:pt x="6376392" y="462033"/>
                  </a:lnTo>
                  <a:lnTo>
                    <a:pt x="6376549" y="462033"/>
                  </a:lnTo>
                  <a:lnTo>
                    <a:pt x="6376707" y="462033"/>
                  </a:lnTo>
                  <a:lnTo>
                    <a:pt x="6376865" y="462033"/>
                  </a:lnTo>
                  <a:lnTo>
                    <a:pt x="6377023" y="462033"/>
                  </a:lnTo>
                  <a:lnTo>
                    <a:pt x="6377180" y="462033"/>
                  </a:lnTo>
                  <a:lnTo>
                    <a:pt x="6377338" y="462033"/>
                  </a:lnTo>
                  <a:lnTo>
                    <a:pt x="6377496" y="462033"/>
                  </a:lnTo>
                  <a:lnTo>
                    <a:pt x="6377496" y="461603"/>
                  </a:lnTo>
                  <a:lnTo>
                    <a:pt x="6377654" y="461603"/>
                  </a:lnTo>
                  <a:lnTo>
                    <a:pt x="6377811" y="461603"/>
                  </a:lnTo>
                  <a:lnTo>
                    <a:pt x="6377969" y="461603"/>
                  </a:lnTo>
                  <a:lnTo>
                    <a:pt x="6377969" y="461172"/>
                  </a:lnTo>
                  <a:lnTo>
                    <a:pt x="6378127" y="461172"/>
                  </a:lnTo>
                  <a:lnTo>
                    <a:pt x="6378284" y="461172"/>
                  </a:lnTo>
                  <a:lnTo>
                    <a:pt x="6378442" y="461172"/>
                  </a:lnTo>
                  <a:lnTo>
                    <a:pt x="6378600" y="461172"/>
                  </a:lnTo>
                  <a:lnTo>
                    <a:pt x="6378758" y="461172"/>
                  </a:lnTo>
                  <a:lnTo>
                    <a:pt x="6378915" y="461172"/>
                  </a:lnTo>
                  <a:lnTo>
                    <a:pt x="6379073" y="461172"/>
                  </a:lnTo>
                  <a:lnTo>
                    <a:pt x="6379231" y="461172"/>
                  </a:lnTo>
                  <a:lnTo>
                    <a:pt x="6379388" y="461172"/>
                  </a:lnTo>
                  <a:lnTo>
                    <a:pt x="6379546" y="461172"/>
                  </a:lnTo>
                  <a:lnTo>
                    <a:pt x="6379704" y="461172"/>
                  </a:lnTo>
                  <a:lnTo>
                    <a:pt x="6379862" y="461172"/>
                  </a:lnTo>
                  <a:lnTo>
                    <a:pt x="6380019" y="461172"/>
                  </a:lnTo>
                  <a:lnTo>
                    <a:pt x="6380177" y="461172"/>
                  </a:lnTo>
                  <a:lnTo>
                    <a:pt x="6380335" y="461172"/>
                  </a:lnTo>
                  <a:lnTo>
                    <a:pt x="6380492" y="461172"/>
                  </a:lnTo>
                  <a:lnTo>
                    <a:pt x="6380650" y="461172"/>
                  </a:lnTo>
                  <a:lnTo>
                    <a:pt x="6380808" y="461172"/>
                  </a:lnTo>
                  <a:lnTo>
                    <a:pt x="6380808" y="460742"/>
                  </a:lnTo>
                  <a:lnTo>
                    <a:pt x="6380966" y="460742"/>
                  </a:lnTo>
                  <a:lnTo>
                    <a:pt x="6381123" y="460742"/>
                  </a:lnTo>
                  <a:lnTo>
                    <a:pt x="6381281" y="460742"/>
                  </a:lnTo>
                  <a:lnTo>
                    <a:pt x="6381281" y="460311"/>
                  </a:lnTo>
                  <a:lnTo>
                    <a:pt x="6381439" y="460311"/>
                  </a:lnTo>
                  <a:lnTo>
                    <a:pt x="6381596" y="460311"/>
                  </a:lnTo>
                  <a:lnTo>
                    <a:pt x="6381596" y="459880"/>
                  </a:lnTo>
                  <a:lnTo>
                    <a:pt x="6381754" y="459880"/>
                  </a:lnTo>
                  <a:lnTo>
                    <a:pt x="6381912" y="459880"/>
                  </a:lnTo>
                  <a:lnTo>
                    <a:pt x="6382070" y="459880"/>
                  </a:lnTo>
                  <a:lnTo>
                    <a:pt x="6382227" y="459880"/>
                  </a:lnTo>
                  <a:lnTo>
                    <a:pt x="6382385" y="459880"/>
                  </a:lnTo>
                  <a:lnTo>
                    <a:pt x="6382385" y="459450"/>
                  </a:lnTo>
                  <a:lnTo>
                    <a:pt x="6382543" y="459450"/>
                  </a:lnTo>
                  <a:lnTo>
                    <a:pt x="6382701" y="459450"/>
                  </a:lnTo>
                  <a:lnTo>
                    <a:pt x="6382858" y="459450"/>
                  </a:lnTo>
                  <a:lnTo>
                    <a:pt x="6383016" y="459450"/>
                  </a:lnTo>
                  <a:lnTo>
                    <a:pt x="6383174" y="459450"/>
                  </a:lnTo>
                  <a:lnTo>
                    <a:pt x="6383331" y="459450"/>
                  </a:lnTo>
                  <a:lnTo>
                    <a:pt x="6383489" y="459450"/>
                  </a:lnTo>
                  <a:lnTo>
                    <a:pt x="6383647" y="459450"/>
                  </a:lnTo>
                  <a:lnTo>
                    <a:pt x="6383805" y="459450"/>
                  </a:lnTo>
                  <a:lnTo>
                    <a:pt x="6383962" y="459450"/>
                  </a:lnTo>
                  <a:lnTo>
                    <a:pt x="6384120" y="459450"/>
                  </a:lnTo>
                  <a:lnTo>
                    <a:pt x="6384278" y="459450"/>
                  </a:lnTo>
                  <a:lnTo>
                    <a:pt x="6384278" y="459019"/>
                  </a:lnTo>
                  <a:lnTo>
                    <a:pt x="6384435" y="459019"/>
                  </a:lnTo>
                  <a:lnTo>
                    <a:pt x="6384593" y="459019"/>
                  </a:lnTo>
                  <a:lnTo>
                    <a:pt x="6384751" y="459019"/>
                  </a:lnTo>
                  <a:lnTo>
                    <a:pt x="6384909" y="459019"/>
                  </a:lnTo>
                  <a:lnTo>
                    <a:pt x="6385066" y="459019"/>
                  </a:lnTo>
                  <a:lnTo>
                    <a:pt x="6385224" y="459019"/>
                  </a:lnTo>
                  <a:lnTo>
                    <a:pt x="6385382" y="459019"/>
                  </a:lnTo>
                  <a:lnTo>
                    <a:pt x="6385539" y="459019"/>
                  </a:lnTo>
                  <a:lnTo>
                    <a:pt x="6385697" y="459019"/>
                  </a:lnTo>
                  <a:lnTo>
                    <a:pt x="6385855" y="459019"/>
                  </a:lnTo>
                  <a:lnTo>
                    <a:pt x="6386013" y="459019"/>
                  </a:lnTo>
                  <a:lnTo>
                    <a:pt x="6386170" y="459019"/>
                  </a:lnTo>
                  <a:lnTo>
                    <a:pt x="6386328" y="459019"/>
                  </a:lnTo>
                  <a:lnTo>
                    <a:pt x="6386486" y="459019"/>
                  </a:lnTo>
                  <a:lnTo>
                    <a:pt x="6386643" y="459019"/>
                  </a:lnTo>
                  <a:lnTo>
                    <a:pt x="6386801" y="459019"/>
                  </a:lnTo>
                  <a:lnTo>
                    <a:pt x="6386801" y="458589"/>
                  </a:lnTo>
                  <a:lnTo>
                    <a:pt x="6386959" y="458589"/>
                  </a:lnTo>
                  <a:lnTo>
                    <a:pt x="6387117" y="458589"/>
                  </a:lnTo>
                  <a:lnTo>
                    <a:pt x="6387274" y="458589"/>
                  </a:lnTo>
                  <a:lnTo>
                    <a:pt x="6387432" y="458589"/>
                  </a:lnTo>
                  <a:lnTo>
                    <a:pt x="6387432" y="458158"/>
                  </a:lnTo>
                  <a:lnTo>
                    <a:pt x="6387432" y="457727"/>
                  </a:lnTo>
                  <a:lnTo>
                    <a:pt x="6387590" y="457727"/>
                  </a:lnTo>
                  <a:lnTo>
                    <a:pt x="6387747" y="457727"/>
                  </a:lnTo>
                  <a:lnTo>
                    <a:pt x="6387747" y="457297"/>
                  </a:lnTo>
                  <a:lnTo>
                    <a:pt x="6387905" y="457297"/>
                  </a:lnTo>
                  <a:lnTo>
                    <a:pt x="6388063" y="457297"/>
                  </a:lnTo>
                  <a:lnTo>
                    <a:pt x="6388221" y="457297"/>
                  </a:lnTo>
                  <a:lnTo>
                    <a:pt x="6388378" y="457297"/>
                  </a:lnTo>
                  <a:lnTo>
                    <a:pt x="6388536" y="457297"/>
                  </a:lnTo>
                  <a:lnTo>
                    <a:pt x="6388694" y="457297"/>
                  </a:lnTo>
                  <a:lnTo>
                    <a:pt x="6388852" y="457297"/>
                  </a:lnTo>
                  <a:lnTo>
                    <a:pt x="6389009" y="457297"/>
                  </a:lnTo>
                  <a:lnTo>
                    <a:pt x="6389167" y="457297"/>
                  </a:lnTo>
                  <a:lnTo>
                    <a:pt x="6389325" y="457297"/>
                  </a:lnTo>
                  <a:lnTo>
                    <a:pt x="6389482" y="457297"/>
                  </a:lnTo>
                  <a:lnTo>
                    <a:pt x="6389640" y="457297"/>
                  </a:lnTo>
                  <a:lnTo>
                    <a:pt x="6389798" y="457297"/>
                  </a:lnTo>
                  <a:lnTo>
                    <a:pt x="6389956" y="457297"/>
                  </a:lnTo>
                  <a:lnTo>
                    <a:pt x="6390113" y="457297"/>
                  </a:lnTo>
                  <a:lnTo>
                    <a:pt x="6390271" y="457297"/>
                  </a:lnTo>
                  <a:lnTo>
                    <a:pt x="6390429" y="457297"/>
                  </a:lnTo>
                  <a:lnTo>
                    <a:pt x="6390586" y="457297"/>
                  </a:lnTo>
                  <a:lnTo>
                    <a:pt x="6390744" y="457297"/>
                  </a:lnTo>
                  <a:lnTo>
                    <a:pt x="6390744" y="456866"/>
                  </a:lnTo>
                  <a:lnTo>
                    <a:pt x="6390902" y="456866"/>
                  </a:lnTo>
                  <a:lnTo>
                    <a:pt x="6391060" y="456866"/>
                  </a:lnTo>
                  <a:lnTo>
                    <a:pt x="6391217" y="456866"/>
                  </a:lnTo>
                  <a:lnTo>
                    <a:pt x="6391375" y="456866"/>
                  </a:lnTo>
                  <a:lnTo>
                    <a:pt x="6391533" y="456866"/>
                  </a:lnTo>
                  <a:lnTo>
                    <a:pt x="6391533" y="456436"/>
                  </a:lnTo>
                  <a:lnTo>
                    <a:pt x="6391690" y="456436"/>
                  </a:lnTo>
                  <a:lnTo>
                    <a:pt x="6391848" y="456436"/>
                  </a:lnTo>
                  <a:lnTo>
                    <a:pt x="6392006" y="456436"/>
                  </a:lnTo>
                  <a:lnTo>
                    <a:pt x="6392164" y="456436"/>
                  </a:lnTo>
                  <a:lnTo>
                    <a:pt x="6392164" y="456005"/>
                  </a:lnTo>
                  <a:lnTo>
                    <a:pt x="6392321" y="456005"/>
                  </a:lnTo>
                  <a:lnTo>
                    <a:pt x="6392479" y="456005"/>
                  </a:lnTo>
                  <a:lnTo>
                    <a:pt x="6392479" y="455574"/>
                  </a:lnTo>
                  <a:lnTo>
                    <a:pt x="6392637" y="455574"/>
                  </a:lnTo>
                  <a:lnTo>
                    <a:pt x="6392794" y="455574"/>
                  </a:lnTo>
                  <a:lnTo>
                    <a:pt x="6392952" y="455574"/>
                  </a:lnTo>
                  <a:lnTo>
                    <a:pt x="6393110" y="455574"/>
                  </a:lnTo>
                  <a:lnTo>
                    <a:pt x="6393268" y="455574"/>
                  </a:lnTo>
                  <a:lnTo>
                    <a:pt x="6393425" y="455574"/>
                  </a:lnTo>
                  <a:lnTo>
                    <a:pt x="6393583" y="455574"/>
                  </a:lnTo>
                  <a:lnTo>
                    <a:pt x="6393741" y="455574"/>
                  </a:lnTo>
                  <a:lnTo>
                    <a:pt x="6393899" y="455574"/>
                  </a:lnTo>
                  <a:lnTo>
                    <a:pt x="6394056" y="455574"/>
                  </a:lnTo>
                  <a:lnTo>
                    <a:pt x="6394214" y="455574"/>
                  </a:lnTo>
                  <a:lnTo>
                    <a:pt x="6394372" y="455574"/>
                  </a:lnTo>
                  <a:lnTo>
                    <a:pt x="6394529" y="455574"/>
                  </a:lnTo>
                  <a:lnTo>
                    <a:pt x="6394687" y="455574"/>
                  </a:lnTo>
                  <a:lnTo>
                    <a:pt x="6394845" y="455574"/>
                  </a:lnTo>
                  <a:lnTo>
                    <a:pt x="6395003" y="455574"/>
                  </a:lnTo>
                  <a:lnTo>
                    <a:pt x="6395160" y="455574"/>
                  </a:lnTo>
                  <a:lnTo>
                    <a:pt x="6395318" y="455574"/>
                  </a:lnTo>
                  <a:lnTo>
                    <a:pt x="6395476" y="455574"/>
                  </a:lnTo>
                  <a:lnTo>
                    <a:pt x="6395476" y="455144"/>
                  </a:lnTo>
                  <a:lnTo>
                    <a:pt x="6395633" y="455144"/>
                  </a:lnTo>
                  <a:lnTo>
                    <a:pt x="6395791" y="455144"/>
                  </a:lnTo>
                  <a:lnTo>
                    <a:pt x="6395949" y="455144"/>
                  </a:lnTo>
                  <a:lnTo>
                    <a:pt x="6396107" y="455144"/>
                  </a:lnTo>
                  <a:lnTo>
                    <a:pt x="6396264" y="455144"/>
                  </a:lnTo>
                  <a:lnTo>
                    <a:pt x="6396422" y="455144"/>
                  </a:lnTo>
                  <a:lnTo>
                    <a:pt x="6396580" y="455144"/>
                  </a:lnTo>
                  <a:lnTo>
                    <a:pt x="6396737" y="455144"/>
                  </a:lnTo>
                  <a:lnTo>
                    <a:pt x="6396895" y="455144"/>
                  </a:lnTo>
                  <a:lnTo>
                    <a:pt x="6396895" y="454713"/>
                  </a:lnTo>
                  <a:lnTo>
                    <a:pt x="6397053" y="454713"/>
                  </a:lnTo>
                  <a:lnTo>
                    <a:pt x="6397211" y="454713"/>
                  </a:lnTo>
                  <a:lnTo>
                    <a:pt x="6397368" y="454713"/>
                  </a:lnTo>
                  <a:lnTo>
                    <a:pt x="6397526" y="454713"/>
                  </a:lnTo>
                  <a:lnTo>
                    <a:pt x="6397684" y="454713"/>
                  </a:lnTo>
                  <a:lnTo>
                    <a:pt x="6397841" y="454713"/>
                  </a:lnTo>
                  <a:lnTo>
                    <a:pt x="6397999" y="454713"/>
                  </a:lnTo>
                  <a:lnTo>
                    <a:pt x="6398157" y="454713"/>
                  </a:lnTo>
                  <a:lnTo>
                    <a:pt x="6398315" y="454713"/>
                  </a:lnTo>
                  <a:lnTo>
                    <a:pt x="6398315" y="454283"/>
                  </a:lnTo>
                  <a:lnTo>
                    <a:pt x="6398472" y="454283"/>
                  </a:lnTo>
                  <a:lnTo>
                    <a:pt x="6398472" y="453852"/>
                  </a:lnTo>
                  <a:lnTo>
                    <a:pt x="6398630" y="453852"/>
                  </a:lnTo>
                  <a:lnTo>
                    <a:pt x="6398788" y="453852"/>
                  </a:lnTo>
                  <a:lnTo>
                    <a:pt x="6398945" y="453852"/>
                  </a:lnTo>
                  <a:lnTo>
                    <a:pt x="6399103" y="453852"/>
                  </a:lnTo>
                  <a:lnTo>
                    <a:pt x="6399261" y="453852"/>
                  </a:lnTo>
                  <a:lnTo>
                    <a:pt x="6399419" y="453852"/>
                  </a:lnTo>
                  <a:lnTo>
                    <a:pt x="6399576" y="453852"/>
                  </a:lnTo>
                  <a:lnTo>
                    <a:pt x="6399734" y="453852"/>
                  </a:lnTo>
                  <a:lnTo>
                    <a:pt x="6399892" y="453852"/>
                  </a:lnTo>
                  <a:lnTo>
                    <a:pt x="6400050" y="453852"/>
                  </a:lnTo>
                  <a:lnTo>
                    <a:pt x="6400207" y="453852"/>
                  </a:lnTo>
                  <a:lnTo>
                    <a:pt x="6400365" y="453852"/>
                  </a:lnTo>
                  <a:lnTo>
                    <a:pt x="6400523" y="453852"/>
                  </a:lnTo>
                  <a:lnTo>
                    <a:pt x="6400680" y="453852"/>
                  </a:lnTo>
                  <a:lnTo>
                    <a:pt x="6400838" y="453852"/>
                  </a:lnTo>
                  <a:lnTo>
                    <a:pt x="6400996" y="453852"/>
                  </a:lnTo>
                  <a:lnTo>
                    <a:pt x="6401154" y="453852"/>
                  </a:lnTo>
                  <a:lnTo>
                    <a:pt x="6401311" y="453852"/>
                  </a:lnTo>
                  <a:lnTo>
                    <a:pt x="6401469" y="453852"/>
                  </a:lnTo>
                  <a:lnTo>
                    <a:pt x="6401627" y="453852"/>
                  </a:lnTo>
                  <a:lnTo>
                    <a:pt x="6401627" y="453421"/>
                  </a:lnTo>
                  <a:lnTo>
                    <a:pt x="6401784" y="453421"/>
                  </a:lnTo>
                  <a:lnTo>
                    <a:pt x="6401942" y="453421"/>
                  </a:lnTo>
                  <a:lnTo>
                    <a:pt x="6402100" y="453421"/>
                  </a:lnTo>
                  <a:lnTo>
                    <a:pt x="6402258" y="453421"/>
                  </a:lnTo>
                  <a:lnTo>
                    <a:pt x="6402415" y="453421"/>
                  </a:lnTo>
                  <a:lnTo>
                    <a:pt x="6402573" y="453421"/>
                  </a:lnTo>
                  <a:lnTo>
                    <a:pt x="6402731" y="453421"/>
                  </a:lnTo>
                  <a:lnTo>
                    <a:pt x="6402888" y="453421"/>
                  </a:lnTo>
                  <a:lnTo>
                    <a:pt x="6403046" y="453421"/>
                  </a:lnTo>
                  <a:lnTo>
                    <a:pt x="6403204" y="453421"/>
                  </a:lnTo>
                  <a:lnTo>
                    <a:pt x="6403362" y="453421"/>
                  </a:lnTo>
                  <a:lnTo>
                    <a:pt x="6403519" y="453421"/>
                  </a:lnTo>
                  <a:lnTo>
                    <a:pt x="6403677" y="453421"/>
                  </a:lnTo>
                  <a:lnTo>
                    <a:pt x="6403677" y="452991"/>
                  </a:lnTo>
                  <a:lnTo>
                    <a:pt x="6403835" y="452991"/>
                  </a:lnTo>
                  <a:lnTo>
                    <a:pt x="6403992" y="452991"/>
                  </a:lnTo>
                  <a:lnTo>
                    <a:pt x="6403992" y="452560"/>
                  </a:lnTo>
                  <a:lnTo>
                    <a:pt x="6404150" y="452560"/>
                  </a:lnTo>
                  <a:lnTo>
                    <a:pt x="6404308" y="452560"/>
                  </a:lnTo>
                  <a:lnTo>
                    <a:pt x="6404466" y="452560"/>
                  </a:lnTo>
                  <a:lnTo>
                    <a:pt x="6404623" y="452560"/>
                  </a:lnTo>
                  <a:lnTo>
                    <a:pt x="6404781" y="452560"/>
                  </a:lnTo>
                  <a:lnTo>
                    <a:pt x="6404939" y="452560"/>
                  </a:lnTo>
                  <a:lnTo>
                    <a:pt x="6405096" y="452560"/>
                  </a:lnTo>
                  <a:lnTo>
                    <a:pt x="6405254" y="452560"/>
                  </a:lnTo>
                  <a:lnTo>
                    <a:pt x="6405412" y="452560"/>
                  </a:lnTo>
                  <a:lnTo>
                    <a:pt x="6405570" y="452560"/>
                  </a:lnTo>
                  <a:lnTo>
                    <a:pt x="6405727" y="452560"/>
                  </a:lnTo>
                  <a:lnTo>
                    <a:pt x="6405885" y="452560"/>
                  </a:lnTo>
                  <a:lnTo>
                    <a:pt x="6405885" y="452130"/>
                  </a:lnTo>
                  <a:lnTo>
                    <a:pt x="6406043" y="452130"/>
                  </a:lnTo>
                  <a:lnTo>
                    <a:pt x="6406201" y="452130"/>
                  </a:lnTo>
                  <a:lnTo>
                    <a:pt x="6406201" y="451699"/>
                  </a:lnTo>
                  <a:lnTo>
                    <a:pt x="6406358" y="451699"/>
                  </a:lnTo>
                  <a:lnTo>
                    <a:pt x="6406516" y="451699"/>
                  </a:lnTo>
                  <a:lnTo>
                    <a:pt x="6406516" y="451268"/>
                  </a:lnTo>
                  <a:lnTo>
                    <a:pt x="6406674" y="451268"/>
                  </a:lnTo>
                  <a:lnTo>
                    <a:pt x="6406831" y="451268"/>
                  </a:lnTo>
                  <a:lnTo>
                    <a:pt x="6406989" y="451268"/>
                  </a:lnTo>
                  <a:lnTo>
                    <a:pt x="6407147" y="451268"/>
                  </a:lnTo>
                  <a:lnTo>
                    <a:pt x="6407147" y="450838"/>
                  </a:lnTo>
                  <a:lnTo>
                    <a:pt x="6407305" y="450838"/>
                  </a:lnTo>
                  <a:lnTo>
                    <a:pt x="6407462" y="450838"/>
                  </a:lnTo>
                  <a:lnTo>
                    <a:pt x="6407620" y="450838"/>
                  </a:lnTo>
                  <a:lnTo>
                    <a:pt x="6407778" y="450838"/>
                  </a:lnTo>
                  <a:lnTo>
                    <a:pt x="6407935" y="450838"/>
                  </a:lnTo>
                  <a:lnTo>
                    <a:pt x="6408093" y="450838"/>
                  </a:lnTo>
                  <a:lnTo>
                    <a:pt x="6408093" y="450407"/>
                  </a:lnTo>
                  <a:lnTo>
                    <a:pt x="6408251" y="450407"/>
                  </a:lnTo>
                  <a:lnTo>
                    <a:pt x="6408409" y="450407"/>
                  </a:lnTo>
                  <a:lnTo>
                    <a:pt x="6408566" y="450407"/>
                  </a:lnTo>
                  <a:lnTo>
                    <a:pt x="6408724" y="450407"/>
                  </a:lnTo>
                  <a:lnTo>
                    <a:pt x="6408882" y="450407"/>
                  </a:lnTo>
                  <a:lnTo>
                    <a:pt x="6409039" y="450407"/>
                  </a:lnTo>
                  <a:lnTo>
                    <a:pt x="6409197" y="450407"/>
                  </a:lnTo>
                  <a:lnTo>
                    <a:pt x="6409355" y="450407"/>
                  </a:lnTo>
                  <a:lnTo>
                    <a:pt x="6409513" y="450407"/>
                  </a:lnTo>
                  <a:lnTo>
                    <a:pt x="6409670" y="450407"/>
                  </a:lnTo>
                  <a:lnTo>
                    <a:pt x="6409670" y="449977"/>
                  </a:lnTo>
                  <a:lnTo>
                    <a:pt x="6409670" y="449546"/>
                  </a:lnTo>
                  <a:lnTo>
                    <a:pt x="6409828" y="449546"/>
                  </a:lnTo>
                  <a:lnTo>
                    <a:pt x="6409986" y="449546"/>
                  </a:lnTo>
                  <a:lnTo>
                    <a:pt x="6410143" y="449546"/>
                  </a:lnTo>
                  <a:lnTo>
                    <a:pt x="6410301" y="449546"/>
                  </a:lnTo>
                  <a:lnTo>
                    <a:pt x="6410459" y="449546"/>
                  </a:lnTo>
                  <a:lnTo>
                    <a:pt x="6410459" y="449115"/>
                  </a:lnTo>
                  <a:lnTo>
                    <a:pt x="6410617" y="449115"/>
                  </a:lnTo>
                  <a:lnTo>
                    <a:pt x="6410774" y="449115"/>
                  </a:lnTo>
                  <a:lnTo>
                    <a:pt x="6410932" y="449115"/>
                  </a:lnTo>
                  <a:lnTo>
                    <a:pt x="6411090" y="449115"/>
                  </a:lnTo>
                  <a:lnTo>
                    <a:pt x="6411248" y="449115"/>
                  </a:lnTo>
                  <a:lnTo>
                    <a:pt x="6411405" y="449115"/>
                  </a:lnTo>
                  <a:lnTo>
                    <a:pt x="6411405" y="448685"/>
                  </a:lnTo>
                  <a:lnTo>
                    <a:pt x="6411563" y="448685"/>
                  </a:lnTo>
                  <a:lnTo>
                    <a:pt x="6411721" y="448685"/>
                  </a:lnTo>
                  <a:lnTo>
                    <a:pt x="6411878" y="448685"/>
                  </a:lnTo>
                  <a:lnTo>
                    <a:pt x="6412036" y="448685"/>
                  </a:lnTo>
                  <a:lnTo>
                    <a:pt x="6412194" y="448685"/>
                  </a:lnTo>
                  <a:lnTo>
                    <a:pt x="6412352" y="448685"/>
                  </a:lnTo>
                  <a:lnTo>
                    <a:pt x="6412509" y="448685"/>
                  </a:lnTo>
                  <a:lnTo>
                    <a:pt x="6412667" y="448685"/>
                  </a:lnTo>
                  <a:lnTo>
                    <a:pt x="6412825" y="448685"/>
                  </a:lnTo>
                  <a:lnTo>
                    <a:pt x="6412982" y="448685"/>
                  </a:lnTo>
                  <a:lnTo>
                    <a:pt x="6413140" y="448685"/>
                  </a:lnTo>
                  <a:lnTo>
                    <a:pt x="6413298" y="448685"/>
                  </a:lnTo>
                  <a:lnTo>
                    <a:pt x="6413456" y="448685"/>
                  </a:lnTo>
                  <a:lnTo>
                    <a:pt x="6413613" y="448685"/>
                  </a:lnTo>
                  <a:lnTo>
                    <a:pt x="6413771" y="448685"/>
                  </a:lnTo>
                  <a:lnTo>
                    <a:pt x="6413929" y="448685"/>
                  </a:lnTo>
                  <a:lnTo>
                    <a:pt x="6414086" y="448685"/>
                  </a:lnTo>
                  <a:lnTo>
                    <a:pt x="6414244" y="448685"/>
                  </a:lnTo>
                  <a:lnTo>
                    <a:pt x="6414244" y="448254"/>
                  </a:lnTo>
                  <a:lnTo>
                    <a:pt x="6414402" y="448254"/>
                  </a:lnTo>
                  <a:lnTo>
                    <a:pt x="6414560" y="448254"/>
                  </a:lnTo>
                  <a:lnTo>
                    <a:pt x="6414560" y="447824"/>
                  </a:lnTo>
                  <a:lnTo>
                    <a:pt x="6414717" y="447824"/>
                  </a:lnTo>
                  <a:lnTo>
                    <a:pt x="6414875" y="447824"/>
                  </a:lnTo>
                  <a:lnTo>
                    <a:pt x="6415033" y="447824"/>
                  </a:lnTo>
                  <a:lnTo>
                    <a:pt x="6415190" y="447824"/>
                  </a:lnTo>
                  <a:lnTo>
                    <a:pt x="6415348" y="447824"/>
                  </a:lnTo>
                  <a:lnTo>
                    <a:pt x="6415506" y="447824"/>
                  </a:lnTo>
                  <a:lnTo>
                    <a:pt x="6415664" y="447824"/>
                  </a:lnTo>
                  <a:lnTo>
                    <a:pt x="6415821" y="447824"/>
                  </a:lnTo>
                  <a:lnTo>
                    <a:pt x="6415979" y="447824"/>
                  </a:lnTo>
                  <a:lnTo>
                    <a:pt x="6416137" y="447824"/>
                  </a:lnTo>
                  <a:lnTo>
                    <a:pt x="6416137" y="447393"/>
                  </a:lnTo>
                  <a:lnTo>
                    <a:pt x="6416137" y="446962"/>
                  </a:lnTo>
                  <a:lnTo>
                    <a:pt x="6416294" y="446962"/>
                  </a:lnTo>
                  <a:lnTo>
                    <a:pt x="6416452" y="446962"/>
                  </a:lnTo>
                  <a:lnTo>
                    <a:pt x="6416610" y="446962"/>
                  </a:lnTo>
                  <a:lnTo>
                    <a:pt x="6416768" y="446962"/>
                  </a:lnTo>
                  <a:lnTo>
                    <a:pt x="6416925" y="446962"/>
                  </a:lnTo>
                  <a:lnTo>
                    <a:pt x="6417083" y="446962"/>
                  </a:lnTo>
                  <a:lnTo>
                    <a:pt x="6417241" y="446962"/>
                  </a:lnTo>
                  <a:lnTo>
                    <a:pt x="6417399" y="446962"/>
                  </a:lnTo>
                  <a:lnTo>
                    <a:pt x="6417556" y="446962"/>
                  </a:lnTo>
                  <a:lnTo>
                    <a:pt x="6417714" y="446962"/>
                  </a:lnTo>
                  <a:lnTo>
                    <a:pt x="6417872" y="446962"/>
                  </a:lnTo>
                  <a:lnTo>
                    <a:pt x="6418029" y="446962"/>
                  </a:lnTo>
                  <a:lnTo>
                    <a:pt x="6418187" y="446962"/>
                  </a:lnTo>
                  <a:lnTo>
                    <a:pt x="6418345" y="446962"/>
                  </a:lnTo>
                  <a:lnTo>
                    <a:pt x="6418503" y="446962"/>
                  </a:lnTo>
                  <a:lnTo>
                    <a:pt x="6418503" y="446532"/>
                  </a:lnTo>
                  <a:lnTo>
                    <a:pt x="6418660" y="446532"/>
                  </a:lnTo>
                  <a:lnTo>
                    <a:pt x="6418818" y="446532"/>
                  </a:lnTo>
                  <a:lnTo>
                    <a:pt x="6418818" y="446101"/>
                  </a:lnTo>
                  <a:lnTo>
                    <a:pt x="6418976" y="446101"/>
                  </a:lnTo>
                  <a:lnTo>
                    <a:pt x="6419133" y="446101"/>
                  </a:lnTo>
                  <a:lnTo>
                    <a:pt x="6419291" y="446101"/>
                  </a:lnTo>
                  <a:lnTo>
                    <a:pt x="6419449" y="446101"/>
                  </a:lnTo>
                  <a:lnTo>
                    <a:pt x="6419607" y="446101"/>
                  </a:lnTo>
                  <a:lnTo>
                    <a:pt x="6419764" y="446101"/>
                  </a:lnTo>
                  <a:lnTo>
                    <a:pt x="6419764" y="445671"/>
                  </a:lnTo>
                  <a:lnTo>
                    <a:pt x="6419764" y="445240"/>
                  </a:lnTo>
                  <a:lnTo>
                    <a:pt x="6419922" y="445240"/>
                  </a:lnTo>
                  <a:lnTo>
                    <a:pt x="6420080" y="445240"/>
                  </a:lnTo>
                  <a:lnTo>
                    <a:pt x="6420237" y="445240"/>
                  </a:lnTo>
                  <a:lnTo>
                    <a:pt x="6420395" y="445240"/>
                  </a:lnTo>
                  <a:lnTo>
                    <a:pt x="6420553" y="445240"/>
                  </a:lnTo>
                  <a:lnTo>
                    <a:pt x="6420711" y="445240"/>
                  </a:lnTo>
                  <a:lnTo>
                    <a:pt x="6420868" y="445240"/>
                  </a:lnTo>
                  <a:lnTo>
                    <a:pt x="6421026" y="445240"/>
                  </a:lnTo>
                  <a:lnTo>
                    <a:pt x="6421026" y="444809"/>
                  </a:lnTo>
                  <a:lnTo>
                    <a:pt x="6421184" y="444809"/>
                  </a:lnTo>
                  <a:lnTo>
                    <a:pt x="6421341" y="444809"/>
                  </a:lnTo>
                  <a:lnTo>
                    <a:pt x="6421499" y="444809"/>
                  </a:lnTo>
                  <a:lnTo>
                    <a:pt x="6421657" y="444809"/>
                  </a:lnTo>
                  <a:lnTo>
                    <a:pt x="6421815" y="444809"/>
                  </a:lnTo>
                  <a:lnTo>
                    <a:pt x="6421972" y="444809"/>
                  </a:lnTo>
                  <a:lnTo>
                    <a:pt x="6422130" y="444809"/>
                  </a:lnTo>
                  <a:lnTo>
                    <a:pt x="6422288" y="444809"/>
                  </a:lnTo>
                  <a:lnTo>
                    <a:pt x="6422446" y="444809"/>
                  </a:lnTo>
                  <a:lnTo>
                    <a:pt x="6422446" y="444379"/>
                  </a:lnTo>
                  <a:lnTo>
                    <a:pt x="6422603" y="444379"/>
                  </a:lnTo>
                  <a:lnTo>
                    <a:pt x="6422761" y="444379"/>
                  </a:lnTo>
                  <a:lnTo>
                    <a:pt x="6422919" y="444379"/>
                  </a:lnTo>
                  <a:lnTo>
                    <a:pt x="6422919" y="443948"/>
                  </a:lnTo>
                  <a:lnTo>
                    <a:pt x="6423076" y="443948"/>
                  </a:lnTo>
                  <a:lnTo>
                    <a:pt x="6423234" y="443948"/>
                  </a:lnTo>
                  <a:lnTo>
                    <a:pt x="6423392" y="443948"/>
                  </a:lnTo>
                  <a:lnTo>
                    <a:pt x="6423550" y="443948"/>
                  </a:lnTo>
                  <a:lnTo>
                    <a:pt x="6423707" y="443948"/>
                  </a:lnTo>
                  <a:lnTo>
                    <a:pt x="6423865" y="443948"/>
                  </a:lnTo>
                  <a:lnTo>
                    <a:pt x="6424023" y="443948"/>
                  </a:lnTo>
                  <a:lnTo>
                    <a:pt x="6424180" y="443948"/>
                  </a:lnTo>
                  <a:lnTo>
                    <a:pt x="6424180" y="443518"/>
                  </a:lnTo>
                  <a:lnTo>
                    <a:pt x="6424338" y="443518"/>
                  </a:lnTo>
                  <a:lnTo>
                    <a:pt x="6424496" y="443518"/>
                  </a:lnTo>
                  <a:lnTo>
                    <a:pt x="6424496" y="443087"/>
                  </a:lnTo>
                  <a:lnTo>
                    <a:pt x="6424654" y="443087"/>
                  </a:lnTo>
                  <a:lnTo>
                    <a:pt x="6424811" y="443087"/>
                  </a:lnTo>
                  <a:lnTo>
                    <a:pt x="6424969" y="443087"/>
                  </a:lnTo>
                  <a:lnTo>
                    <a:pt x="6425127" y="443087"/>
                  </a:lnTo>
                  <a:lnTo>
                    <a:pt x="6425127" y="442656"/>
                  </a:lnTo>
                  <a:lnTo>
                    <a:pt x="6425284" y="442656"/>
                  </a:lnTo>
                  <a:lnTo>
                    <a:pt x="6425442" y="442656"/>
                  </a:lnTo>
                  <a:lnTo>
                    <a:pt x="6425600" y="442656"/>
                  </a:lnTo>
                  <a:lnTo>
                    <a:pt x="6425758" y="442656"/>
                  </a:lnTo>
                  <a:lnTo>
                    <a:pt x="6425758" y="442226"/>
                  </a:lnTo>
                  <a:lnTo>
                    <a:pt x="6425915" y="442226"/>
                  </a:lnTo>
                  <a:lnTo>
                    <a:pt x="6426073" y="442226"/>
                  </a:lnTo>
                  <a:lnTo>
                    <a:pt x="6426231" y="442226"/>
                  </a:lnTo>
                  <a:lnTo>
                    <a:pt x="6426388" y="442226"/>
                  </a:lnTo>
                  <a:lnTo>
                    <a:pt x="6426546" y="442226"/>
                  </a:lnTo>
                  <a:lnTo>
                    <a:pt x="6426704" y="442226"/>
                  </a:lnTo>
                  <a:lnTo>
                    <a:pt x="6426862" y="442226"/>
                  </a:lnTo>
                  <a:lnTo>
                    <a:pt x="6427019" y="442226"/>
                  </a:lnTo>
                  <a:lnTo>
                    <a:pt x="6427177" y="442226"/>
                  </a:lnTo>
                  <a:lnTo>
                    <a:pt x="6427335" y="442226"/>
                  </a:lnTo>
                  <a:lnTo>
                    <a:pt x="6427492" y="442226"/>
                  </a:lnTo>
                  <a:lnTo>
                    <a:pt x="6427650" y="442226"/>
                  </a:lnTo>
                  <a:lnTo>
                    <a:pt x="6427808" y="442226"/>
                  </a:lnTo>
                  <a:lnTo>
                    <a:pt x="6427966" y="442226"/>
                  </a:lnTo>
                  <a:lnTo>
                    <a:pt x="6428123" y="442226"/>
                  </a:lnTo>
                  <a:lnTo>
                    <a:pt x="6428281" y="442226"/>
                  </a:lnTo>
                  <a:lnTo>
                    <a:pt x="6428439" y="442226"/>
                  </a:lnTo>
                  <a:lnTo>
                    <a:pt x="6428597" y="442226"/>
                  </a:lnTo>
                  <a:lnTo>
                    <a:pt x="6428754" y="442226"/>
                  </a:lnTo>
                  <a:lnTo>
                    <a:pt x="6428912" y="442226"/>
                  </a:lnTo>
                  <a:lnTo>
                    <a:pt x="6429070" y="442226"/>
                  </a:lnTo>
                  <a:lnTo>
                    <a:pt x="6429227" y="442226"/>
                  </a:lnTo>
                  <a:lnTo>
                    <a:pt x="6429385" y="442226"/>
                  </a:lnTo>
                  <a:lnTo>
                    <a:pt x="6429543" y="442226"/>
                  </a:lnTo>
                  <a:lnTo>
                    <a:pt x="6429543" y="441795"/>
                  </a:lnTo>
                  <a:lnTo>
                    <a:pt x="6429701" y="441795"/>
                  </a:lnTo>
                  <a:lnTo>
                    <a:pt x="6429858" y="441795"/>
                  </a:lnTo>
                  <a:lnTo>
                    <a:pt x="6430016" y="441795"/>
                  </a:lnTo>
                  <a:lnTo>
                    <a:pt x="6430016" y="441365"/>
                  </a:lnTo>
                  <a:lnTo>
                    <a:pt x="6430174" y="441365"/>
                  </a:lnTo>
                  <a:lnTo>
                    <a:pt x="6430174" y="440934"/>
                  </a:lnTo>
                  <a:lnTo>
                    <a:pt x="6430331" y="440934"/>
                  </a:lnTo>
                  <a:lnTo>
                    <a:pt x="6430489" y="440934"/>
                  </a:lnTo>
                  <a:lnTo>
                    <a:pt x="6430647" y="440934"/>
                  </a:lnTo>
                  <a:lnTo>
                    <a:pt x="6430805" y="440934"/>
                  </a:lnTo>
                  <a:lnTo>
                    <a:pt x="6430962" y="440934"/>
                  </a:lnTo>
                  <a:lnTo>
                    <a:pt x="6430962" y="440503"/>
                  </a:lnTo>
                  <a:lnTo>
                    <a:pt x="6431120" y="440503"/>
                  </a:lnTo>
                  <a:lnTo>
                    <a:pt x="6431120" y="440073"/>
                  </a:lnTo>
                  <a:lnTo>
                    <a:pt x="6431120" y="439642"/>
                  </a:lnTo>
                  <a:lnTo>
                    <a:pt x="6431278" y="439642"/>
                  </a:lnTo>
                  <a:lnTo>
                    <a:pt x="6431435" y="439642"/>
                  </a:lnTo>
                  <a:lnTo>
                    <a:pt x="6431593" y="439642"/>
                  </a:lnTo>
                  <a:lnTo>
                    <a:pt x="6431751" y="439642"/>
                  </a:lnTo>
                  <a:lnTo>
                    <a:pt x="6431909" y="439642"/>
                  </a:lnTo>
                  <a:lnTo>
                    <a:pt x="6432066" y="439642"/>
                  </a:lnTo>
                  <a:lnTo>
                    <a:pt x="6432224" y="439642"/>
                  </a:lnTo>
                  <a:lnTo>
                    <a:pt x="6432382" y="439642"/>
                  </a:lnTo>
                  <a:lnTo>
                    <a:pt x="6432539" y="439642"/>
                  </a:lnTo>
                  <a:lnTo>
                    <a:pt x="6432697" y="439642"/>
                  </a:lnTo>
                  <a:lnTo>
                    <a:pt x="6432855" y="439642"/>
                  </a:lnTo>
                  <a:lnTo>
                    <a:pt x="6433013" y="439642"/>
                  </a:lnTo>
                  <a:lnTo>
                    <a:pt x="6433170" y="439642"/>
                  </a:lnTo>
                  <a:lnTo>
                    <a:pt x="6433328" y="439642"/>
                  </a:lnTo>
                  <a:lnTo>
                    <a:pt x="6433486" y="439642"/>
                  </a:lnTo>
                  <a:lnTo>
                    <a:pt x="6433644" y="439642"/>
                  </a:lnTo>
                  <a:lnTo>
                    <a:pt x="6433801" y="439642"/>
                  </a:lnTo>
                  <a:lnTo>
                    <a:pt x="6433959" y="439642"/>
                  </a:lnTo>
                  <a:lnTo>
                    <a:pt x="6434117" y="439642"/>
                  </a:lnTo>
                  <a:lnTo>
                    <a:pt x="6434274" y="439642"/>
                  </a:lnTo>
                  <a:lnTo>
                    <a:pt x="6434432" y="439642"/>
                  </a:lnTo>
                  <a:lnTo>
                    <a:pt x="6434590" y="439642"/>
                  </a:lnTo>
                  <a:lnTo>
                    <a:pt x="6434590" y="439212"/>
                  </a:lnTo>
                  <a:lnTo>
                    <a:pt x="6434748" y="439212"/>
                  </a:lnTo>
                  <a:lnTo>
                    <a:pt x="6434905" y="439212"/>
                  </a:lnTo>
                  <a:lnTo>
                    <a:pt x="6435063" y="439212"/>
                  </a:lnTo>
                  <a:lnTo>
                    <a:pt x="6435221" y="439212"/>
                  </a:lnTo>
                  <a:lnTo>
                    <a:pt x="6435378" y="439212"/>
                  </a:lnTo>
                  <a:lnTo>
                    <a:pt x="6435536" y="439212"/>
                  </a:lnTo>
                  <a:lnTo>
                    <a:pt x="6435536" y="438781"/>
                  </a:lnTo>
                  <a:lnTo>
                    <a:pt x="6435694" y="438781"/>
                  </a:lnTo>
                  <a:lnTo>
                    <a:pt x="6435852" y="438781"/>
                  </a:lnTo>
                  <a:lnTo>
                    <a:pt x="6436009" y="438781"/>
                  </a:lnTo>
                  <a:lnTo>
                    <a:pt x="6436167" y="438781"/>
                  </a:lnTo>
                  <a:lnTo>
                    <a:pt x="6436325" y="438781"/>
                  </a:lnTo>
                  <a:lnTo>
                    <a:pt x="6436482" y="438781"/>
                  </a:lnTo>
                  <a:lnTo>
                    <a:pt x="6436640" y="438781"/>
                  </a:lnTo>
                  <a:lnTo>
                    <a:pt x="6436798" y="438781"/>
                  </a:lnTo>
                  <a:lnTo>
                    <a:pt x="6436956" y="438781"/>
                  </a:lnTo>
                  <a:lnTo>
                    <a:pt x="6436956" y="438350"/>
                  </a:lnTo>
                  <a:lnTo>
                    <a:pt x="6437113" y="438350"/>
                  </a:lnTo>
                  <a:lnTo>
                    <a:pt x="6437271" y="438350"/>
                  </a:lnTo>
                  <a:lnTo>
                    <a:pt x="6437429" y="438350"/>
                  </a:lnTo>
                  <a:lnTo>
                    <a:pt x="6437586" y="438350"/>
                  </a:lnTo>
                  <a:lnTo>
                    <a:pt x="6437744" y="438350"/>
                  </a:lnTo>
                  <a:lnTo>
                    <a:pt x="6437902" y="438350"/>
                  </a:lnTo>
                  <a:lnTo>
                    <a:pt x="6438060" y="438350"/>
                  </a:lnTo>
                  <a:lnTo>
                    <a:pt x="6438217" y="438350"/>
                  </a:lnTo>
                  <a:lnTo>
                    <a:pt x="6438375" y="438350"/>
                  </a:lnTo>
                  <a:lnTo>
                    <a:pt x="6438533" y="438350"/>
                  </a:lnTo>
                  <a:lnTo>
                    <a:pt x="6438690" y="438350"/>
                  </a:lnTo>
                  <a:lnTo>
                    <a:pt x="6438848" y="438350"/>
                  </a:lnTo>
                  <a:lnTo>
                    <a:pt x="6439006" y="438350"/>
                  </a:lnTo>
                  <a:lnTo>
                    <a:pt x="6439006" y="437920"/>
                  </a:lnTo>
                  <a:lnTo>
                    <a:pt x="6439164" y="437920"/>
                  </a:lnTo>
                  <a:lnTo>
                    <a:pt x="6439321" y="437920"/>
                  </a:lnTo>
                  <a:lnTo>
                    <a:pt x="6439479" y="437920"/>
                  </a:lnTo>
                  <a:lnTo>
                    <a:pt x="6439479" y="437489"/>
                  </a:lnTo>
                  <a:lnTo>
                    <a:pt x="6439637" y="437489"/>
                  </a:lnTo>
                  <a:lnTo>
                    <a:pt x="6439795" y="437489"/>
                  </a:lnTo>
                  <a:lnTo>
                    <a:pt x="6439952" y="437489"/>
                  </a:lnTo>
                  <a:lnTo>
                    <a:pt x="6440110" y="437489"/>
                  </a:lnTo>
                  <a:lnTo>
                    <a:pt x="6440268" y="437489"/>
                  </a:lnTo>
                  <a:lnTo>
                    <a:pt x="6440425" y="437489"/>
                  </a:lnTo>
                  <a:lnTo>
                    <a:pt x="6440583" y="437489"/>
                  </a:lnTo>
                  <a:lnTo>
                    <a:pt x="6440741" y="437489"/>
                  </a:lnTo>
                  <a:lnTo>
                    <a:pt x="6440899" y="437489"/>
                  </a:lnTo>
                  <a:lnTo>
                    <a:pt x="6441056" y="437489"/>
                  </a:lnTo>
                  <a:lnTo>
                    <a:pt x="6441214" y="437489"/>
                  </a:lnTo>
                  <a:lnTo>
                    <a:pt x="6441372" y="437489"/>
                  </a:lnTo>
                  <a:lnTo>
                    <a:pt x="6441372" y="437059"/>
                  </a:lnTo>
                  <a:lnTo>
                    <a:pt x="6441529" y="437059"/>
                  </a:lnTo>
                  <a:lnTo>
                    <a:pt x="6441687" y="437059"/>
                  </a:lnTo>
                  <a:lnTo>
                    <a:pt x="6441845" y="437059"/>
                  </a:lnTo>
                  <a:lnTo>
                    <a:pt x="6442003" y="437059"/>
                  </a:lnTo>
                  <a:lnTo>
                    <a:pt x="6442160" y="437059"/>
                  </a:lnTo>
                  <a:lnTo>
                    <a:pt x="6442318" y="437059"/>
                  </a:lnTo>
                  <a:lnTo>
                    <a:pt x="6442476" y="437059"/>
                  </a:lnTo>
                  <a:lnTo>
                    <a:pt x="6442633" y="437059"/>
                  </a:lnTo>
                  <a:lnTo>
                    <a:pt x="6442791" y="437059"/>
                  </a:lnTo>
                  <a:lnTo>
                    <a:pt x="6442949" y="437059"/>
                  </a:lnTo>
                  <a:lnTo>
                    <a:pt x="6443107" y="437059"/>
                  </a:lnTo>
                  <a:lnTo>
                    <a:pt x="6443264" y="437059"/>
                  </a:lnTo>
                  <a:lnTo>
                    <a:pt x="6443422" y="437059"/>
                  </a:lnTo>
                  <a:lnTo>
                    <a:pt x="6443580" y="437059"/>
                  </a:lnTo>
                  <a:lnTo>
                    <a:pt x="6443737" y="437059"/>
                  </a:lnTo>
                  <a:lnTo>
                    <a:pt x="6443895" y="437059"/>
                  </a:lnTo>
                  <a:lnTo>
                    <a:pt x="6444053" y="437059"/>
                  </a:lnTo>
                  <a:lnTo>
                    <a:pt x="6444053" y="436628"/>
                  </a:lnTo>
                  <a:lnTo>
                    <a:pt x="6444211" y="436628"/>
                  </a:lnTo>
                  <a:lnTo>
                    <a:pt x="6444211" y="436197"/>
                  </a:lnTo>
                  <a:lnTo>
                    <a:pt x="6444211" y="435767"/>
                  </a:lnTo>
                  <a:lnTo>
                    <a:pt x="6444211" y="435336"/>
                  </a:lnTo>
                  <a:lnTo>
                    <a:pt x="6444368" y="435336"/>
                  </a:lnTo>
                  <a:lnTo>
                    <a:pt x="6444526" y="435336"/>
                  </a:lnTo>
                  <a:lnTo>
                    <a:pt x="6444684" y="435336"/>
                  </a:lnTo>
                  <a:lnTo>
                    <a:pt x="6444842" y="435336"/>
                  </a:lnTo>
                  <a:lnTo>
                    <a:pt x="6444999" y="435336"/>
                  </a:lnTo>
                  <a:lnTo>
                    <a:pt x="6445157" y="435336"/>
                  </a:lnTo>
                  <a:lnTo>
                    <a:pt x="6445315" y="435336"/>
                  </a:lnTo>
                  <a:lnTo>
                    <a:pt x="6445472" y="435336"/>
                  </a:lnTo>
                  <a:lnTo>
                    <a:pt x="6445630" y="435336"/>
                  </a:lnTo>
                  <a:lnTo>
                    <a:pt x="6445788" y="435336"/>
                  </a:lnTo>
                  <a:lnTo>
                    <a:pt x="6445946" y="435336"/>
                  </a:lnTo>
                  <a:lnTo>
                    <a:pt x="6446103" y="435336"/>
                  </a:lnTo>
                  <a:lnTo>
                    <a:pt x="6446261" y="435336"/>
                  </a:lnTo>
                  <a:lnTo>
                    <a:pt x="6446419" y="435336"/>
                  </a:lnTo>
                  <a:lnTo>
                    <a:pt x="6446576" y="435336"/>
                  </a:lnTo>
                  <a:lnTo>
                    <a:pt x="6446734" y="435336"/>
                  </a:lnTo>
                  <a:lnTo>
                    <a:pt x="6446892" y="435336"/>
                  </a:lnTo>
                  <a:lnTo>
                    <a:pt x="6447050" y="435336"/>
                  </a:lnTo>
                  <a:lnTo>
                    <a:pt x="6447207" y="435336"/>
                  </a:lnTo>
                  <a:lnTo>
                    <a:pt x="6447365" y="435336"/>
                  </a:lnTo>
                  <a:lnTo>
                    <a:pt x="6447523" y="435336"/>
                  </a:lnTo>
                  <a:lnTo>
                    <a:pt x="6447680" y="435336"/>
                  </a:lnTo>
                  <a:lnTo>
                    <a:pt x="6447838" y="435336"/>
                  </a:lnTo>
                  <a:lnTo>
                    <a:pt x="6447996" y="435336"/>
                  </a:lnTo>
                  <a:lnTo>
                    <a:pt x="6447996" y="434906"/>
                  </a:lnTo>
                  <a:lnTo>
                    <a:pt x="6448154" y="434906"/>
                  </a:lnTo>
                  <a:lnTo>
                    <a:pt x="6448311" y="434906"/>
                  </a:lnTo>
                  <a:lnTo>
                    <a:pt x="6448469" y="434906"/>
                  </a:lnTo>
                  <a:lnTo>
                    <a:pt x="6448627" y="434906"/>
                  </a:lnTo>
                  <a:lnTo>
                    <a:pt x="6448784" y="434906"/>
                  </a:lnTo>
                  <a:lnTo>
                    <a:pt x="6448942" y="434906"/>
                  </a:lnTo>
                  <a:lnTo>
                    <a:pt x="6449100" y="434906"/>
                  </a:lnTo>
                  <a:lnTo>
                    <a:pt x="6449258" y="434906"/>
                  </a:lnTo>
                  <a:lnTo>
                    <a:pt x="6449415" y="434906"/>
                  </a:lnTo>
                  <a:lnTo>
                    <a:pt x="6449573" y="434906"/>
                  </a:lnTo>
                  <a:lnTo>
                    <a:pt x="6449731" y="434906"/>
                  </a:lnTo>
                  <a:lnTo>
                    <a:pt x="6449888" y="434906"/>
                  </a:lnTo>
                  <a:lnTo>
                    <a:pt x="6450046" y="434906"/>
                  </a:lnTo>
                  <a:lnTo>
                    <a:pt x="6450204" y="434906"/>
                  </a:lnTo>
                  <a:lnTo>
                    <a:pt x="6450362" y="434906"/>
                  </a:lnTo>
                  <a:lnTo>
                    <a:pt x="6450519" y="434906"/>
                  </a:lnTo>
                  <a:lnTo>
                    <a:pt x="6450677" y="434906"/>
                  </a:lnTo>
                  <a:lnTo>
                    <a:pt x="6450835" y="434906"/>
                  </a:lnTo>
                  <a:lnTo>
                    <a:pt x="6450993" y="434906"/>
                  </a:lnTo>
                  <a:lnTo>
                    <a:pt x="6451150" y="434906"/>
                  </a:lnTo>
                  <a:lnTo>
                    <a:pt x="6451308" y="434906"/>
                  </a:lnTo>
                  <a:lnTo>
                    <a:pt x="6451466" y="434906"/>
                  </a:lnTo>
                  <a:lnTo>
                    <a:pt x="6451623" y="434906"/>
                  </a:lnTo>
                  <a:lnTo>
                    <a:pt x="6451781" y="434906"/>
                  </a:lnTo>
                  <a:lnTo>
                    <a:pt x="6451939" y="434906"/>
                  </a:lnTo>
                  <a:lnTo>
                    <a:pt x="6452097" y="434906"/>
                  </a:lnTo>
                  <a:lnTo>
                    <a:pt x="6452254" y="434906"/>
                  </a:lnTo>
                  <a:lnTo>
                    <a:pt x="6452412" y="434906"/>
                  </a:lnTo>
                  <a:lnTo>
                    <a:pt x="6452570" y="434906"/>
                  </a:lnTo>
                  <a:lnTo>
                    <a:pt x="6452570" y="434475"/>
                  </a:lnTo>
                  <a:lnTo>
                    <a:pt x="6452727" y="434475"/>
                  </a:lnTo>
                  <a:lnTo>
                    <a:pt x="6452885" y="434475"/>
                  </a:lnTo>
                  <a:lnTo>
                    <a:pt x="6453043" y="434475"/>
                  </a:lnTo>
                  <a:lnTo>
                    <a:pt x="6453201" y="434475"/>
                  </a:lnTo>
                  <a:lnTo>
                    <a:pt x="6453358" y="434475"/>
                  </a:lnTo>
                  <a:lnTo>
                    <a:pt x="6453516" y="434475"/>
                  </a:lnTo>
                  <a:lnTo>
                    <a:pt x="6453674" y="434475"/>
                  </a:lnTo>
                  <a:lnTo>
                    <a:pt x="6453831" y="434475"/>
                  </a:lnTo>
                  <a:lnTo>
                    <a:pt x="6453831" y="434044"/>
                  </a:lnTo>
                  <a:lnTo>
                    <a:pt x="6453989" y="434044"/>
                  </a:lnTo>
                  <a:lnTo>
                    <a:pt x="6454147" y="434044"/>
                  </a:lnTo>
                  <a:lnTo>
                    <a:pt x="6454305" y="434044"/>
                  </a:lnTo>
                  <a:lnTo>
                    <a:pt x="6454462" y="434044"/>
                  </a:lnTo>
                  <a:lnTo>
                    <a:pt x="6454620" y="434044"/>
                  </a:lnTo>
                  <a:lnTo>
                    <a:pt x="6454778" y="434044"/>
                  </a:lnTo>
                  <a:lnTo>
                    <a:pt x="6454935" y="434044"/>
                  </a:lnTo>
                  <a:lnTo>
                    <a:pt x="6455093" y="434044"/>
                  </a:lnTo>
                  <a:lnTo>
                    <a:pt x="6455251" y="434044"/>
                  </a:lnTo>
                  <a:lnTo>
                    <a:pt x="6455409" y="434044"/>
                  </a:lnTo>
                  <a:lnTo>
                    <a:pt x="6455566" y="434044"/>
                  </a:lnTo>
                  <a:lnTo>
                    <a:pt x="6455724" y="434044"/>
                  </a:lnTo>
                  <a:lnTo>
                    <a:pt x="6455882" y="434044"/>
                  </a:lnTo>
                  <a:lnTo>
                    <a:pt x="6456040" y="434044"/>
                  </a:lnTo>
                  <a:lnTo>
                    <a:pt x="6456197" y="434044"/>
                  </a:lnTo>
                  <a:lnTo>
                    <a:pt x="6456355" y="434044"/>
                  </a:lnTo>
                  <a:lnTo>
                    <a:pt x="6456513" y="434044"/>
                  </a:lnTo>
                  <a:lnTo>
                    <a:pt x="6456513" y="433614"/>
                  </a:lnTo>
                  <a:lnTo>
                    <a:pt x="6456513" y="433183"/>
                  </a:lnTo>
                  <a:lnTo>
                    <a:pt x="6456670" y="433183"/>
                  </a:lnTo>
                  <a:lnTo>
                    <a:pt x="6456828" y="433183"/>
                  </a:lnTo>
                  <a:lnTo>
                    <a:pt x="6456986" y="433183"/>
                  </a:lnTo>
                  <a:lnTo>
                    <a:pt x="6457144" y="433183"/>
                  </a:lnTo>
                  <a:lnTo>
                    <a:pt x="6457301" y="433183"/>
                  </a:lnTo>
                  <a:lnTo>
                    <a:pt x="6457459" y="433183"/>
                  </a:lnTo>
                  <a:lnTo>
                    <a:pt x="6457617" y="433183"/>
                  </a:lnTo>
                  <a:lnTo>
                    <a:pt x="6457774" y="433183"/>
                  </a:lnTo>
                  <a:lnTo>
                    <a:pt x="6457932" y="433183"/>
                  </a:lnTo>
                  <a:lnTo>
                    <a:pt x="6458090" y="433183"/>
                  </a:lnTo>
                  <a:lnTo>
                    <a:pt x="6458248" y="433183"/>
                  </a:lnTo>
                  <a:lnTo>
                    <a:pt x="6458405" y="433183"/>
                  </a:lnTo>
                  <a:lnTo>
                    <a:pt x="6458563" y="433183"/>
                  </a:lnTo>
                  <a:lnTo>
                    <a:pt x="6458721" y="433183"/>
                  </a:lnTo>
                  <a:lnTo>
                    <a:pt x="6458878" y="433183"/>
                  </a:lnTo>
                  <a:lnTo>
                    <a:pt x="6459036" y="433183"/>
                  </a:lnTo>
                  <a:lnTo>
                    <a:pt x="6459194" y="433183"/>
                  </a:lnTo>
                  <a:lnTo>
                    <a:pt x="6459352" y="433183"/>
                  </a:lnTo>
                  <a:lnTo>
                    <a:pt x="6459509" y="433183"/>
                  </a:lnTo>
                  <a:lnTo>
                    <a:pt x="6459667" y="433183"/>
                  </a:lnTo>
                  <a:lnTo>
                    <a:pt x="6459825" y="433183"/>
                  </a:lnTo>
                  <a:lnTo>
                    <a:pt x="6459982" y="433183"/>
                  </a:lnTo>
                  <a:lnTo>
                    <a:pt x="6459982" y="432753"/>
                  </a:lnTo>
                  <a:lnTo>
                    <a:pt x="6460140" y="432753"/>
                  </a:lnTo>
                  <a:lnTo>
                    <a:pt x="6460298" y="432753"/>
                  </a:lnTo>
                  <a:lnTo>
                    <a:pt x="6460456" y="432753"/>
                  </a:lnTo>
                  <a:lnTo>
                    <a:pt x="6460613" y="432753"/>
                  </a:lnTo>
                  <a:lnTo>
                    <a:pt x="6460771" y="432753"/>
                  </a:lnTo>
                  <a:lnTo>
                    <a:pt x="6460771" y="432322"/>
                  </a:lnTo>
                  <a:lnTo>
                    <a:pt x="6460929" y="432322"/>
                  </a:lnTo>
                  <a:lnTo>
                    <a:pt x="6461086" y="432322"/>
                  </a:lnTo>
                  <a:lnTo>
                    <a:pt x="6461244" y="432322"/>
                  </a:lnTo>
                  <a:lnTo>
                    <a:pt x="6461402" y="432322"/>
                  </a:lnTo>
                  <a:lnTo>
                    <a:pt x="6461560" y="432322"/>
                  </a:lnTo>
                  <a:lnTo>
                    <a:pt x="6461717" y="432322"/>
                  </a:lnTo>
                  <a:lnTo>
                    <a:pt x="6461875" y="432322"/>
                  </a:lnTo>
                  <a:lnTo>
                    <a:pt x="6462033" y="432322"/>
                  </a:lnTo>
                  <a:lnTo>
                    <a:pt x="6462191" y="432322"/>
                  </a:lnTo>
                  <a:lnTo>
                    <a:pt x="6462348" y="432322"/>
                  </a:lnTo>
                  <a:lnTo>
                    <a:pt x="6462506" y="432322"/>
                  </a:lnTo>
                  <a:lnTo>
                    <a:pt x="6462664" y="432322"/>
                  </a:lnTo>
                  <a:lnTo>
                    <a:pt x="6462821" y="432322"/>
                  </a:lnTo>
                  <a:lnTo>
                    <a:pt x="6462979" y="432322"/>
                  </a:lnTo>
                  <a:lnTo>
                    <a:pt x="6463137" y="432322"/>
                  </a:lnTo>
                  <a:lnTo>
                    <a:pt x="6463137" y="431891"/>
                  </a:lnTo>
                  <a:lnTo>
                    <a:pt x="6463137" y="431461"/>
                  </a:lnTo>
                  <a:lnTo>
                    <a:pt x="6463137" y="431030"/>
                  </a:lnTo>
                  <a:lnTo>
                    <a:pt x="6463295" y="431030"/>
                  </a:lnTo>
                  <a:lnTo>
                    <a:pt x="6463452" y="431030"/>
                  </a:lnTo>
                  <a:lnTo>
                    <a:pt x="6463610" y="431030"/>
                  </a:lnTo>
                  <a:lnTo>
                    <a:pt x="6463610" y="430600"/>
                  </a:lnTo>
                  <a:lnTo>
                    <a:pt x="6463768" y="430600"/>
                  </a:lnTo>
                  <a:lnTo>
                    <a:pt x="6463925" y="430600"/>
                  </a:lnTo>
                  <a:lnTo>
                    <a:pt x="6463925" y="430169"/>
                  </a:lnTo>
                  <a:lnTo>
                    <a:pt x="6464083" y="430169"/>
                  </a:lnTo>
                  <a:lnTo>
                    <a:pt x="6464083" y="429738"/>
                  </a:lnTo>
                  <a:lnTo>
                    <a:pt x="6464241" y="429738"/>
                  </a:lnTo>
                  <a:lnTo>
                    <a:pt x="6464399" y="429738"/>
                  </a:lnTo>
                  <a:lnTo>
                    <a:pt x="6464556" y="429738"/>
                  </a:lnTo>
                  <a:lnTo>
                    <a:pt x="6464714" y="429738"/>
                  </a:lnTo>
                  <a:lnTo>
                    <a:pt x="6464872" y="429738"/>
                  </a:lnTo>
                  <a:lnTo>
                    <a:pt x="6465029" y="429738"/>
                  </a:lnTo>
                  <a:lnTo>
                    <a:pt x="6465187" y="429738"/>
                  </a:lnTo>
                  <a:lnTo>
                    <a:pt x="6465187" y="429308"/>
                  </a:lnTo>
                  <a:lnTo>
                    <a:pt x="6465345" y="429308"/>
                  </a:lnTo>
                  <a:lnTo>
                    <a:pt x="6465503" y="429308"/>
                  </a:lnTo>
                  <a:lnTo>
                    <a:pt x="6465660" y="429308"/>
                  </a:lnTo>
                  <a:lnTo>
                    <a:pt x="6465818" y="429308"/>
                  </a:lnTo>
                  <a:lnTo>
                    <a:pt x="6465976" y="429308"/>
                  </a:lnTo>
                  <a:lnTo>
                    <a:pt x="6466133" y="429308"/>
                  </a:lnTo>
                  <a:lnTo>
                    <a:pt x="6466291" y="429308"/>
                  </a:lnTo>
                  <a:lnTo>
                    <a:pt x="6466449" y="429308"/>
                  </a:lnTo>
                  <a:lnTo>
                    <a:pt x="6466607" y="429308"/>
                  </a:lnTo>
                  <a:lnTo>
                    <a:pt x="6466764" y="429308"/>
                  </a:lnTo>
                  <a:lnTo>
                    <a:pt x="6466764" y="428877"/>
                  </a:lnTo>
                  <a:lnTo>
                    <a:pt x="6466764" y="428447"/>
                  </a:lnTo>
                  <a:lnTo>
                    <a:pt x="6466922" y="428447"/>
                  </a:lnTo>
                  <a:lnTo>
                    <a:pt x="6467080" y="428447"/>
                  </a:lnTo>
                  <a:lnTo>
                    <a:pt x="6467237" y="428447"/>
                  </a:lnTo>
                  <a:lnTo>
                    <a:pt x="6467395" y="428447"/>
                  </a:lnTo>
                  <a:lnTo>
                    <a:pt x="6467553" y="428447"/>
                  </a:lnTo>
                  <a:lnTo>
                    <a:pt x="6467711" y="428447"/>
                  </a:lnTo>
                  <a:lnTo>
                    <a:pt x="6467868" y="428447"/>
                  </a:lnTo>
                  <a:lnTo>
                    <a:pt x="6468026" y="428447"/>
                  </a:lnTo>
                  <a:lnTo>
                    <a:pt x="6468184" y="428447"/>
                  </a:lnTo>
                  <a:lnTo>
                    <a:pt x="6468342" y="428447"/>
                  </a:lnTo>
                  <a:lnTo>
                    <a:pt x="6468499" y="428447"/>
                  </a:lnTo>
                  <a:lnTo>
                    <a:pt x="6468657" y="428447"/>
                  </a:lnTo>
                  <a:lnTo>
                    <a:pt x="6468815" y="428447"/>
                  </a:lnTo>
                  <a:lnTo>
                    <a:pt x="6468972" y="428447"/>
                  </a:lnTo>
                  <a:lnTo>
                    <a:pt x="6469130" y="428447"/>
                  </a:lnTo>
                  <a:lnTo>
                    <a:pt x="6469288" y="428447"/>
                  </a:lnTo>
                  <a:lnTo>
                    <a:pt x="6469446" y="428447"/>
                  </a:lnTo>
                  <a:lnTo>
                    <a:pt x="6469603" y="428447"/>
                  </a:lnTo>
                  <a:lnTo>
                    <a:pt x="6469761" y="428447"/>
                  </a:lnTo>
                  <a:lnTo>
                    <a:pt x="6469919" y="428447"/>
                  </a:lnTo>
                  <a:lnTo>
                    <a:pt x="6470076" y="428447"/>
                  </a:lnTo>
                  <a:lnTo>
                    <a:pt x="6470234" y="428447"/>
                  </a:lnTo>
                  <a:lnTo>
                    <a:pt x="6470392" y="428447"/>
                  </a:lnTo>
                  <a:lnTo>
                    <a:pt x="6470550" y="428447"/>
                  </a:lnTo>
                  <a:lnTo>
                    <a:pt x="6470707" y="428447"/>
                  </a:lnTo>
                  <a:lnTo>
                    <a:pt x="6470865" y="428447"/>
                  </a:lnTo>
                  <a:lnTo>
                    <a:pt x="6471023" y="428447"/>
                  </a:lnTo>
                  <a:lnTo>
                    <a:pt x="6471180" y="428447"/>
                  </a:lnTo>
                  <a:lnTo>
                    <a:pt x="6471338" y="428447"/>
                  </a:lnTo>
                  <a:lnTo>
                    <a:pt x="6471496" y="428447"/>
                  </a:lnTo>
                  <a:lnTo>
                    <a:pt x="6471654" y="428447"/>
                  </a:lnTo>
                  <a:lnTo>
                    <a:pt x="6471811" y="428447"/>
                  </a:lnTo>
                  <a:lnTo>
                    <a:pt x="6471969" y="428447"/>
                  </a:lnTo>
                  <a:lnTo>
                    <a:pt x="6472127" y="428447"/>
                  </a:lnTo>
                  <a:lnTo>
                    <a:pt x="6472284" y="428447"/>
                  </a:lnTo>
                  <a:lnTo>
                    <a:pt x="6472442" y="428447"/>
                  </a:lnTo>
                  <a:lnTo>
                    <a:pt x="6472600" y="428447"/>
                  </a:lnTo>
                  <a:lnTo>
                    <a:pt x="6472758" y="428447"/>
                  </a:lnTo>
                  <a:lnTo>
                    <a:pt x="6472915" y="428447"/>
                  </a:lnTo>
                  <a:lnTo>
                    <a:pt x="6473073" y="428447"/>
                  </a:lnTo>
                  <a:lnTo>
                    <a:pt x="6473231" y="428447"/>
                  </a:lnTo>
                  <a:lnTo>
                    <a:pt x="6473389" y="428447"/>
                  </a:lnTo>
                  <a:lnTo>
                    <a:pt x="6473546" y="428447"/>
                  </a:lnTo>
                  <a:lnTo>
                    <a:pt x="6473704" y="428447"/>
                  </a:lnTo>
                  <a:lnTo>
                    <a:pt x="6473862" y="428447"/>
                  </a:lnTo>
                  <a:lnTo>
                    <a:pt x="6474019" y="428447"/>
                  </a:lnTo>
                  <a:lnTo>
                    <a:pt x="6474177" y="428447"/>
                  </a:lnTo>
                  <a:lnTo>
                    <a:pt x="6474335" y="428447"/>
                  </a:lnTo>
                  <a:lnTo>
                    <a:pt x="6474493" y="428447"/>
                  </a:lnTo>
                  <a:lnTo>
                    <a:pt x="6474650" y="428447"/>
                  </a:lnTo>
                  <a:lnTo>
                    <a:pt x="6474808" y="428447"/>
                  </a:lnTo>
                  <a:lnTo>
                    <a:pt x="6474808" y="428016"/>
                  </a:lnTo>
                  <a:lnTo>
                    <a:pt x="6474966" y="428016"/>
                  </a:lnTo>
                  <a:lnTo>
                    <a:pt x="6475123" y="428016"/>
                  </a:lnTo>
                  <a:lnTo>
                    <a:pt x="6475281" y="428016"/>
                  </a:lnTo>
                  <a:lnTo>
                    <a:pt x="6475439" y="428016"/>
                  </a:lnTo>
                  <a:lnTo>
                    <a:pt x="6475597" y="428016"/>
                  </a:lnTo>
                  <a:lnTo>
                    <a:pt x="6475754" y="428016"/>
                  </a:lnTo>
                  <a:lnTo>
                    <a:pt x="6475912" y="428016"/>
                  </a:lnTo>
                  <a:lnTo>
                    <a:pt x="6476070" y="428016"/>
                  </a:lnTo>
                  <a:lnTo>
                    <a:pt x="6476227" y="428016"/>
                  </a:lnTo>
                  <a:lnTo>
                    <a:pt x="6476385" y="428016"/>
                  </a:lnTo>
                  <a:lnTo>
                    <a:pt x="6476543" y="428016"/>
                  </a:lnTo>
                  <a:lnTo>
                    <a:pt x="6476701" y="428016"/>
                  </a:lnTo>
                  <a:lnTo>
                    <a:pt x="6476858" y="428016"/>
                  </a:lnTo>
                  <a:lnTo>
                    <a:pt x="6477016" y="428016"/>
                  </a:lnTo>
                  <a:lnTo>
                    <a:pt x="6477174" y="428016"/>
                  </a:lnTo>
                  <a:lnTo>
                    <a:pt x="6477331" y="428016"/>
                  </a:lnTo>
                  <a:lnTo>
                    <a:pt x="6477489" y="428016"/>
                  </a:lnTo>
                  <a:lnTo>
                    <a:pt x="6477647" y="428016"/>
                  </a:lnTo>
                  <a:lnTo>
                    <a:pt x="6477805" y="428016"/>
                  </a:lnTo>
                  <a:lnTo>
                    <a:pt x="6477962" y="428016"/>
                  </a:lnTo>
                  <a:lnTo>
                    <a:pt x="6478120" y="428016"/>
                  </a:lnTo>
                  <a:lnTo>
                    <a:pt x="6478120" y="427585"/>
                  </a:lnTo>
                  <a:lnTo>
                    <a:pt x="6478278" y="427585"/>
                  </a:lnTo>
                  <a:lnTo>
                    <a:pt x="6478435" y="427585"/>
                  </a:lnTo>
                  <a:lnTo>
                    <a:pt x="6478593" y="427585"/>
                  </a:lnTo>
                  <a:lnTo>
                    <a:pt x="6478751" y="427585"/>
                  </a:lnTo>
                  <a:lnTo>
                    <a:pt x="6478909" y="427585"/>
                  </a:lnTo>
                  <a:lnTo>
                    <a:pt x="6479066" y="427585"/>
                  </a:lnTo>
                  <a:lnTo>
                    <a:pt x="6479224" y="427585"/>
                  </a:lnTo>
                  <a:lnTo>
                    <a:pt x="6479382" y="427585"/>
                  </a:lnTo>
                  <a:lnTo>
                    <a:pt x="6479540" y="427585"/>
                  </a:lnTo>
                  <a:lnTo>
                    <a:pt x="6479697" y="427585"/>
                  </a:lnTo>
                  <a:lnTo>
                    <a:pt x="6479697" y="427155"/>
                  </a:lnTo>
                  <a:lnTo>
                    <a:pt x="6479697" y="426724"/>
                  </a:lnTo>
                  <a:lnTo>
                    <a:pt x="6479855" y="426724"/>
                  </a:lnTo>
                  <a:lnTo>
                    <a:pt x="6479855" y="426294"/>
                  </a:lnTo>
                  <a:lnTo>
                    <a:pt x="6480013" y="426294"/>
                  </a:lnTo>
                  <a:lnTo>
                    <a:pt x="6480170" y="426294"/>
                  </a:lnTo>
                  <a:lnTo>
                    <a:pt x="6480170" y="425863"/>
                  </a:lnTo>
                  <a:lnTo>
                    <a:pt x="6480328" y="425863"/>
                  </a:lnTo>
                  <a:lnTo>
                    <a:pt x="6480486" y="425863"/>
                  </a:lnTo>
                  <a:lnTo>
                    <a:pt x="6480644" y="425863"/>
                  </a:lnTo>
                  <a:lnTo>
                    <a:pt x="6480801" y="425863"/>
                  </a:lnTo>
                  <a:lnTo>
                    <a:pt x="6480959" y="425863"/>
                  </a:lnTo>
                  <a:lnTo>
                    <a:pt x="6481117" y="425863"/>
                  </a:lnTo>
                  <a:lnTo>
                    <a:pt x="6481117" y="425432"/>
                  </a:lnTo>
                  <a:lnTo>
                    <a:pt x="6481274" y="425432"/>
                  </a:lnTo>
                  <a:lnTo>
                    <a:pt x="6481432" y="425432"/>
                  </a:lnTo>
                  <a:lnTo>
                    <a:pt x="6481590" y="425432"/>
                  </a:lnTo>
                  <a:lnTo>
                    <a:pt x="6481748" y="425432"/>
                  </a:lnTo>
                  <a:lnTo>
                    <a:pt x="6481905" y="425432"/>
                  </a:lnTo>
                  <a:lnTo>
                    <a:pt x="6482063" y="425432"/>
                  </a:lnTo>
                  <a:lnTo>
                    <a:pt x="6482221" y="425432"/>
                  </a:lnTo>
                  <a:lnTo>
                    <a:pt x="6482378" y="425432"/>
                  </a:lnTo>
                  <a:lnTo>
                    <a:pt x="6482536" y="425432"/>
                  </a:lnTo>
                  <a:lnTo>
                    <a:pt x="6482536" y="425002"/>
                  </a:lnTo>
                  <a:lnTo>
                    <a:pt x="6482536" y="424571"/>
                  </a:lnTo>
                  <a:lnTo>
                    <a:pt x="6482694" y="424571"/>
                  </a:lnTo>
                  <a:lnTo>
                    <a:pt x="6482694" y="424141"/>
                  </a:lnTo>
                  <a:lnTo>
                    <a:pt x="6482852" y="424141"/>
                  </a:lnTo>
                  <a:lnTo>
                    <a:pt x="6483009" y="424141"/>
                  </a:lnTo>
                  <a:lnTo>
                    <a:pt x="6483009" y="423710"/>
                  </a:lnTo>
                  <a:lnTo>
                    <a:pt x="6483167" y="423710"/>
                  </a:lnTo>
                  <a:lnTo>
                    <a:pt x="6483325" y="423710"/>
                  </a:lnTo>
                  <a:lnTo>
                    <a:pt x="6483482" y="423710"/>
                  </a:lnTo>
                  <a:lnTo>
                    <a:pt x="6483640" y="423710"/>
                  </a:lnTo>
                  <a:lnTo>
                    <a:pt x="6483798" y="423710"/>
                  </a:lnTo>
                  <a:lnTo>
                    <a:pt x="6483956" y="423710"/>
                  </a:lnTo>
                  <a:lnTo>
                    <a:pt x="6484113" y="423710"/>
                  </a:lnTo>
                  <a:lnTo>
                    <a:pt x="6484271" y="423710"/>
                  </a:lnTo>
                  <a:lnTo>
                    <a:pt x="6484429" y="423710"/>
                  </a:lnTo>
                  <a:lnTo>
                    <a:pt x="6484429" y="423279"/>
                  </a:lnTo>
                  <a:lnTo>
                    <a:pt x="6484587" y="423279"/>
                  </a:lnTo>
                  <a:lnTo>
                    <a:pt x="6484744" y="423279"/>
                  </a:lnTo>
                  <a:lnTo>
                    <a:pt x="6484902" y="423279"/>
                  </a:lnTo>
                  <a:lnTo>
                    <a:pt x="6485060" y="423279"/>
                  </a:lnTo>
                  <a:lnTo>
                    <a:pt x="6485217" y="423279"/>
                  </a:lnTo>
                  <a:lnTo>
                    <a:pt x="6485375" y="423279"/>
                  </a:lnTo>
                  <a:lnTo>
                    <a:pt x="6485533" y="423279"/>
                  </a:lnTo>
                  <a:lnTo>
                    <a:pt x="6485691" y="423279"/>
                  </a:lnTo>
                  <a:lnTo>
                    <a:pt x="6485848" y="423279"/>
                  </a:lnTo>
                  <a:lnTo>
                    <a:pt x="6486006" y="423279"/>
                  </a:lnTo>
                  <a:lnTo>
                    <a:pt x="6486164" y="423279"/>
                  </a:lnTo>
                  <a:lnTo>
                    <a:pt x="6486321" y="423279"/>
                  </a:lnTo>
                  <a:lnTo>
                    <a:pt x="6486479" y="423279"/>
                  </a:lnTo>
                  <a:lnTo>
                    <a:pt x="6486637" y="423279"/>
                  </a:lnTo>
                  <a:lnTo>
                    <a:pt x="6486795" y="423279"/>
                  </a:lnTo>
                  <a:lnTo>
                    <a:pt x="6486952" y="423279"/>
                  </a:lnTo>
                  <a:lnTo>
                    <a:pt x="6487110" y="423279"/>
                  </a:lnTo>
                  <a:lnTo>
                    <a:pt x="6487268" y="423279"/>
                  </a:lnTo>
                  <a:lnTo>
                    <a:pt x="6487425" y="423279"/>
                  </a:lnTo>
                  <a:lnTo>
                    <a:pt x="6487583" y="423279"/>
                  </a:lnTo>
                  <a:lnTo>
                    <a:pt x="6487741" y="423279"/>
                  </a:lnTo>
                  <a:lnTo>
                    <a:pt x="6487899" y="423279"/>
                  </a:lnTo>
                  <a:lnTo>
                    <a:pt x="6488056" y="423279"/>
                  </a:lnTo>
                  <a:lnTo>
                    <a:pt x="6488214" y="423279"/>
                  </a:lnTo>
                  <a:lnTo>
                    <a:pt x="6488372" y="423279"/>
                  </a:lnTo>
                  <a:lnTo>
                    <a:pt x="6488529" y="423279"/>
                  </a:lnTo>
                  <a:lnTo>
                    <a:pt x="6488687" y="423279"/>
                  </a:lnTo>
                  <a:lnTo>
                    <a:pt x="6488845" y="423279"/>
                  </a:lnTo>
                  <a:lnTo>
                    <a:pt x="6489003" y="423279"/>
                  </a:lnTo>
                  <a:lnTo>
                    <a:pt x="6489160" y="423279"/>
                  </a:lnTo>
                  <a:lnTo>
                    <a:pt x="6489318" y="423279"/>
                  </a:lnTo>
                  <a:lnTo>
                    <a:pt x="6489476" y="423279"/>
                  </a:lnTo>
                  <a:lnTo>
                    <a:pt x="6489633" y="423279"/>
                  </a:lnTo>
                  <a:lnTo>
                    <a:pt x="6489791" y="423279"/>
                  </a:lnTo>
                  <a:lnTo>
                    <a:pt x="6489949" y="423279"/>
                  </a:lnTo>
                  <a:lnTo>
                    <a:pt x="6490107" y="423279"/>
                  </a:lnTo>
                  <a:lnTo>
                    <a:pt x="6490264" y="423279"/>
                  </a:lnTo>
                  <a:lnTo>
                    <a:pt x="6490422" y="423279"/>
                  </a:lnTo>
                  <a:lnTo>
                    <a:pt x="6490580" y="423279"/>
                  </a:lnTo>
                  <a:lnTo>
                    <a:pt x="6490580" y="422849"/>
                  </a:lnTo>
                  <a:lnTo>
                    <a:pt x="6490738" y="422849"/>
                  </a:lnTo>
                  <a:lnTo>
                    <a:pt x="6490895" y="422849"/>
                  </a:lnTo>
                  <a:lnTo>
                    <a:pt x="6490895" y="422418"/>
                  </a:lnTo>
                  <a:lnTo>
                    <a:pt x="6491053" y="422418"/>
                  </a:lnTo>
                  <a:lnTo>
                    <a:pt x="6491211" y="422418"/>
                  </a:lnTo>
                  <a:lnTo>
                    <a:pt x="6491368" y="422418"/>
                  </a:lnTo>
                  <a:lnTo>
                    <a:pt x="6491526" y="422418"/>
                  </a:lnTo>
                  <a:lnTo>
                    <a:pt x="6491526" y="421988"/>
                  </a:lnTo>
                  <a:lnTo>
                    <a:pt x="6491684" y="421988"/>
                  </a:lnTo>
                  <a:lnTo>
                    <a:pt x="6491842" y="421988"/>
                  </a:lnTo>
                  <a:lnTo>
                    <a:pt x="6491999" y="421988"/>
                  </a:lnTo>
                  <a:lnTo>
                    <a:pt x="6492157" y="421988"/>
                  </a:lnTo>
                  <a:lnTo>
                    <a:pt x="6492315" y="421988"/>
                  </a:lnTo>
                  <a:lnTo>
                    <a:pt x="6492315" y="421557"/>
                  </a:lnTo>
                  <a:lnTo>
                    <a:pt x="6492472" y="421557"/>
                  </a:lnTo>
                  <a:lnTo>
                    <a:pt x="6492630" y="421557"/>
                  </a:lnTo>
                  <a:lnTo>
                    <a:pt x="6492788" y="421557"/>
                  </a:lnTo>
                  <a:lnTo>
                    <a:pt x="6492946" y="421557"/>
                  </a:lnTo>
                  <a:lnTo>
                    <a:pt x="6493103" y="421557"/>
                  </a:lnTo>
                  <a:lnTo>
                    <a:pt x="6493261" y="421557"/>
                  </a:lnTo>
                  <a:lnTo>
                    <a:pt x="6493419" y="421557"/>
                  </a:lnTo>
                  <a:lnTo>
                    <a:pt x="6493576" y="421557"/>
                  </a:lnTo>
                  <a:lnTo>
                    <a:pt x="6493576" y="421126"/>
                  </a:lnTo>
                  <a:lnTo>
                    <a:pt x="6493734" y="421126"/>
                  </a:lnTo>
                  <a:lnTo>
                    <a:pt x="6493892" y="421126"/>
                  </a:lnTo>
                  <a:lnTo>
                    <a:pt x="6494050" y="421126"/>
                  </a:lnTo>
                  <a:lnTo>
                    <a:pt x="6494050" y="420696"/>
                  </a:lnTo>
                  <a:lnTo>
                    <a:pt x="6494207" y="420696"/>
                  </a:lnTo>
                  <a:lnTo>
                    <a:pt x="6494365" y="420696"/>
                  </a:lnTo>
                  <a:lnTo>
                    <a:pt x="6494523" y="420696"/>
                  </a:lnTo>
                  <a:lnTo>
                    <a:pt x="6494680" y="420696"/>
                  </a:lnTo>
                  <a:lnTo>
                    <a:pt x="6494838" y="420696"/>
                  </a:lnTo>
                  <a:lnTo>
                    <a:pt x="6494996" y="420696"/>
                  </a:lnTo>
                  <a:lnTo>
                    <a:pt x="6495154" y="420696"/>
                  </a:lnTo>
                  <a:lnTo>
                    <a:pt x="6495154" y="420265"/>
                  </a:lnTo>
                  <a:lnTo>
                    <a:pt x="6495154" y="419835"/>
                  </a:lnTo>
                  <a:lnTo>
                    <a:pt x="6495311" y="419835"/>
                  </a:lnTo>
                  <a:lnTo>
                    <a:pt x="6495311" y="419404"/>
                  </a:lnTo>
                  <a:lnTo>
                    <a:pt x="6495469" y="419404"/>
                  </a:lnTo>
                  <a:lnTo>
                    <a:pt x="6495627" y="419404"/>
                  </a:lnTo>
                  <a:lnTo>
                    <a:pt x="6495785" y="419404"/>
                  </a:lnTo>
                  <a:lnTo>
                    <a:pt x="6495942" y="419404"/>
                  </a:lnTo>
                  <a:lnTo>
                    <a:pt x="6495942" y="418973"/>
                  </a:lnTo>
                  <a:lnTo>
                    <a:pt x="6495942" y="418543"/>
                  </a:lnTo>
                  <a:lnTo>
                    <a:pt x="6496100" y="418543"/>
                  </a:lnTo>
                  <a:lnTo>
                    <a:pt x="6496258" y="418543"/>
                  </a:lnTo>
                  <a:lnTo>
                    <a:pt x="6496258" y="418112"/>
                  </a:lnTo>
                  <a:lnTo>
                    <a:pt x="6496415" y="418112"/>
                  </a:lnTo>
                  <a:lnTo>
                    <a:pt x="6496573" y="418112"/>
                  </a:lnTo>
                  <a:lnTo>
                    <a:pt x="6496731" y="418112"/>
                  </a:lnTo>
                  <a:lnTo>
                    <a:pt x="6496889" y="418112"/>
                  </a:lnTo>
                  <a:lnTo>
                    <a:pt x="6497046" y="418112"/>
                  </a:lnTo>
                  <a:lnTo>
                    <a:pt x="6497204" y="418112"/>
                  </a:lnTo>
                  <a:lnTo>
                    <a:pt x="6497362" y="418112"/>
                  </a:lnTo>
                  <a:lnTo>
                    <a:pt x="6497519" y="418112"/>
                  </a:lnTo>
                  <a:lnTo>
                    <a:pt x="6497519" y="417682"/>
                  </a:lnTo>
                  <a:lnTo>
                    <a:pt x="6497677" y="417682"/>
                  </a:lnTo>
                  <a:lnTo>
                    <a:pt x="6497835" y="417682"/>
                  </a:lnTo>
                  <a:lnTo>
                    <a:pt x="6497835" y="417251"/>
                  </a:lnTo>
                  <a:lnTo>
                    <a:pt x="6497835" y="416820"/>
                  </a:lnTo>
                  <a:lnTo>
                    <a:pt x="6497993" y="416820"/>
                  </a:lnTo>
                  <a:lnTo>
                    <a:pt x="6498150" y="416820"/>
                  </a:lnTo>
                  <a:lnTo>
                    <a:pt x="6498308" y="416820"/>
                  </a:lnTo>
                  <a:lnTo>
                    <a:pt x="6498466" y="416820"/>
                  </a:lnTo>
                  <a:lnTo>
                    <a:pt x="6498623" y="416820"/>
                  </a:lnTo>
                  <a:lnTo>
                    <a:pt x="6498781" y="416820"/>
                  </a:lnTo>
                  <a:lnTo>
                    <a:pt x="6498939" y="416820"/>
                  </a:lnTo>
                  <a:lnTo>
                    <a:pt x="6498939" y="416390"/>
                  </a:lnTo>
                  <a:lnTo>
                    <a:pt x="6499097" y="416390"/>
                  </a:lnTo>
                  <a:lnTo>
                    <a:pt x="6499254" y="416390"/>
                  </a:lnTo>
                  <a:lnTo>
                    <a:pt x="6499412" y="416390"/>
                  </a:lnTo>
                  <a:lnTo>
                    <a:pt x="6499570" y="416390"/>
                  </a:lnTo>
                  <a:lnTo>
                    <a:pt x="6499727" y="416390"/>
                  </a:lnTo>
                  <a:lnTo>
                    <a:pt x="6499885" y="416390"/>
                  </a:lnTo>
                  <a:lnTo>
                    <a:pt x="6500043" y="416390"/>
                  </a:lnTo>
                  <a:lnTo>
                    <a:pt x="6500201" y="416390"/>
                  </a:lnTo>
                  <a:lnTo>
                    <a:pt x="6500358" y="416390"/>
                  </a:lnTo>
                  <a:lnTo>
                    <a:pt x="6500516" y="416390"/>
                  </a:lnTo>
                  <a:lnTo>
                    <a:pt x="6500674" y="416390"/>
                  </a:lnTo>
                  <a:lnTo>
                    <a:pt x="6500831" y="416390"/>
                  </a:lnTo>
                  <a:lnTo>
                    <a:pt x="6500989" y="416390"/>
                  </a:lnTo>
                  <a:lnTo>
                    <a:pt x="6501147" y="416390"/>
                  </a:lnTo>
                  <a:lnTo>
                    <a:pt x="6501305" y="416390"/>
                  </a:lnTo>
                  <a:lnTo>
                    <a:pt x="6501462" y="416390"/>
                  </a:lnTo>
                  <a:lnTo>
                    <a:pt x="6501620" y="416390"/>
                  </a:lnTo>
                  <a:lnTo>
                    <a:pt x="6501778" y="416390"/>
                  </a:lnTo>
                  <a:lnTo>
                    <a:pt x="6501936" y="416390"/>
                  </a:lnTo>
                  <a:lnTo>
                    <a:pt x="6502093" y="416390"/>
                  </a:lnTo>
                  <a:lnTo>
                    <a:pt x="6502251" y="416390"/>
                  </a:lnTo>
                  <a:lnTo>
                    <a:pt x="6502409" y="416390"/>
                  </a:lnTo>
                  <a:lnTo>
                    <a:pt x="6502566" y="416390"/>
                  </a:lnTo>
                  <a:lnTo>
                    <a:pt x="6502724" y="416390"/>
                  </a:lnTo>
                  <a:lnTo>
                    <a:pt x="6502882" y="416390"/>
                  </a:lnTo>
                  <a:lnTo>
                    <a:pt x="6503040" y="416390"/>
                  </a:lnTo>
                  <a:lnTo>
                    <a:pt x="6503197" y="416390"/>
                  </a:lnTo>
                  <a:lnTo>
                    <a:pt x="6503355" y="416390"/>
                  </a:lnTo>
                  <a:lnTo>
                    <a:pt x="6503513" y="416390"/>
                  </a:lnTo>
                  <a:lnTo>
                    <a:pt x="6503670" y="416390"/>
                  </a:lnTo>
                  <a:lnTo>
                    <a:pt x="6503828" y="416390"/>
                  </a:lnTo>
                  <a:lnTo>
                    <a:pt x="6503986" y="416390"/>
                  </a:lnTo>
                  <a:lnTo>
                    <a:pt x="6504144" y="416390"/>
                  </a:lnTo>
                  <a:lnTo>
                    <a:pt x="6504301" y="416390"/>
                  </a:lnTo>
                  <a:lnTo>
                    <a:pt x="6504459" y="416390"/>
                  </a:lnTo>
                  <a:lnTo>
                    <a:pt x="6504617" y="416390"/>
                  </a:lnTo>
                  <a:lnTo>
                    <a:pt x="6504774" y="416390"/>
                  </a:lnTo>
                  <a:lnTo>
                    <a:pt x="6504932" y="416390"/>
                  </a:lnTo>
                  <a:lnTo>
                    <a:pt x="6505090" y="416390"/>
                  </a:lnTo>
                  <a:lnTo>
                    <a:pt x="6505248" y="416390"/>
                  </a:lnTo>
                  <a:lnTo>
                    <a:pt x="6505405" y="416390"/>
                  </a:lnTo>
                  <a:lnTo>
                    <a:pt x="6505563" y="416390"/>
                  </a:lnTo>
                  <a:lnTo>
                    <a:pt x="6505563" y="415959"/>
                  </a:lnTo>
                  <a:lnTo>
                    <a:pt x="6505721" y="415959"/>
                  </a:lnTo>
                  <a:lnTo>
                    <a:pt x="6505721" y="415529"/>
                  </a:lnTo>
                  <a:lnTo>
                    <a:pt x="6505721" y="415098"/>
                  </a:lnTo>
                  <a:lnTo>
                    <a:pt x="6505878" y="415098"/>
                  </a:lnTo>
                  <a:lnTo>
                    <a:pt x="6506036" y="415098"/>
                  </a:lnTo>
                  <a:lnTo>
                    <a:pt x="6506194" y="415098"/>
                  </a:lnTo>
                  <a:lnTo>
                    <a:pt x="6506352" y="415098"/>
                  </a:lnTo>
                  <a:lnTo>
                    <a:pt x="6506509" y="415098"/>
                  </a:lnTo>
                  <a:lnTo>
                    <a:pt x="6506667" y="415098"/>
                  </a:lnTo>
                  <a:lnTo>
                    <a:pt x="6506825" y="415098"/>
                  </a:lnTo>
                  <a:lnTo>
                    <a:pt x="6506983" y="415098"/>
                  </a:lnTo>
                  <a:lnTo>
                    <a:pt x="6507140" y="415098"/>
                  </a:lnTo>
                  <a:lnTo>
                    <a:pt x="6507140" y="414667"/>
                  </a:lnTo>
                  <a:lnTo>
                    <a:pt x="6507298" y="414667"/>
                  </a:lnTo>
                  <a:lnTo>
                    <a:pt x="6507456" y="414667"/>
                  </a:lnTo>
                  <a:lnTo>
                    <a:pt x="6507613" y="414667"/>
                  </a:lnTo>
                  <a:lnTo>
                    <a:pt x="6507771" y="414667"/>
                  </a:lnTo>
                  <a:lnTo>
                    <a:pt x="6507929" y="414667"/>
                  </a:lnTo>
                  <a:lnTo>
                    <a:pt x="6508087" y="414667"/>
                  </a:lnTo>
                  <a:lnTo>
                    <a:pt x="6508244" y="414667"/>
                  </a:lnTo>
                  <a:lnTo>
                    <a:pt x="6508402" y="414667"/>
                  </a:lnTo>
                  <a:lnTo>
                    <a:pt x="6508560" y="414667"/>
                  </a:lnTo>
                  <a:lnTo>
                    <a:pt x="6508717" y="414667"/>
                  </a:lnTo>
                  <a:lnTo>
                    <a:pt x="6508875" y="414667"/>
                  </a:lnTo>
                  <a:lnTo>
                    <a:pt x="6509033" y="414667"/>
                  </a:lnTo>
                  <a:lnTo>
                    <a:pt x="6509191" y="414667"/>
                  </a:lnTo>
                  <a:lnTo>
                    <a:pt x="6509348" y="414667"/>
                  </a:lnTo>
                  <a:lnTo>
                    <a:pt x="6509506" y="414667"/>
                  </a:lnTo>
                  <a:lnTo>
                    <a:pt x="6509664" y="414667"/>
                  </a:lnTo>
                  <a:lnTo>
                    <a:pt x="6509821" y="414667"/>
                  </a:lnTo>
                  <a:lnTo>
                    <a:pt x="6509979" y="414667"/>
                  </a:lnTo>
                  <a:lnTo>
                    <a:pt x="6510137" y="414667"/>
                  </a:lnTo>
                  <a:lnTo>
                    <a:pt x="6510295" y="414667"/>
                  </a:lnTo>
                  <a:lnTo>
                    <a:pt x="6510452" y="414667"/>
                  </a:lnTo>
                  <a:lnTo>
                    <a:pt x="6510610" y="414667"/>
                  </a:lnTo>
                  <a:lnTo>
                    <a:pt x="6510768" y="414667"/>
                  </a:lnTo>
                  <a:lnTo>
                    <a:pt x="6510925" y="414667"/>
                  </a:lnTo>
                  <a:lnTo>
                    <a:pt x="6511083" y="414667"/>
                  </a:lnTo>
                  <a:lnTo>
                    <a:pt x="6511241" y="414667"/>
                  </a:lnTo>
                  <a:lnTo>
                    <a:pt x="6511399" y="414667"/>
                  </a:lnTo>
                  <a:lnTo>
                    <a:pt x="6511556" y="414667"/>
                  </a:lnTo>
                  <a:lnTo>
                    <a:pt x="6511714" y="414667"/>
                  </a:lnTo>
                  <a:lnTo>
                    <a:pt x="6511872" y="414667"/>
                  </a:lnTo>
                  <a:lnTo>
                    <a:pt x="6512029" y="414667"/>
                  </a:lnTo>
                  <a:lnTo>
                    <a:pt x="6512187" y="414667"/>
                  </a:lnTo>
                  <a:lnTo>
                    <a:pt x="6512345" y="414667"/>
                  </a:lnTo>
                  <a:lnTo>
                    <a:pt x="6512503" y="414667"/>
                  </a:lnTo>
                  <a:lnTo>
                    <a:pt x="6512660" y="414667"/>
                  </a:lnTo>
                  <a:lnTo>
                    <a:pt x="6512660" y="414237"/>
                  </a:lnTo>
                  <a:lnTo>
                    <a:pt x="6512818" y="414237"/>
                  </a:lnTo>
                  <a:lnTo>
                    <a:pt x="6512976" y="414237"/>
                  </a:lnTo>
                  <a:lnTo>
                    <a:pt x="6512976" y="413806"/>
                  </a:lnTo>
                  <a:lnTo>
                    <a:pt x="6512976" y="413376"/>
                  </a:lnTo>
                  <a:lnTo>
                    <a:pt x="6513134" y="413376"/>
                  </a:lnTo>
                  <a:lnTo>
                    <a:pt x="6513291" y="413376"/>
                  </a:lnTo>
                  <a:lnTo>
                    <a:pt x="6513449" y="413376"/>
                  </a:lnTo>
                  <a:lnTo>
                    <a:pt x="6513607" y="413376"/>
                  </a:lnTo>
                  <a:lnTo>
                    <a:pt x="6513764" y="413376"/>
                  </a:lnTo>
                  <a:lnTo>
                    <a:pt x="6513764" y="412945"/>
                  </a:lnTo>
                  <a:lnTo>
                    <a:pt x="6513922" y="412945"/>
                  </a:lnTo>
                  <a:lnTo>
                    <a:pt x="6513922" y="412514"/>
                  </a:lnTo>
                  <a:lnTo>
                    <a:pt x="6514080" y="412514"/>
                  </a:lnTo>
                  <a:lnTo>
                    <a:pt x="6514238" y="412514"/>
                  </a:lnTo>
                  <a:lnTo>
                    <a:pt x="6514395" y="412514"/>
                  </a:lnTo>
                  <a:lnTo>
                    <a:pt x="6514553" y="412514"/>
                  </a:lnTo>
                  <a:lnTo>
                    <a:pt x="6514711" y="412514"/>
                  </a:lnTo>
                  <a:lnTo>
                    <a:pt x="6514868" y="412514"/>
                  </a:lnTo>
                  <a:lnTo>
                    <a:pt x="6515026" y="412514"/>
                  </a:lnTo>
                  <a:lnTo>
                    <a:pt x="6515026" y="412084"/>
                  </a:lnTo>
                  <a:lnTo>
                    <a:pt x="6515184" y="412084"/>
                  </a:lnTo>
                  <a:lnTo>
                    <a:pt x="6515342" y="412084"/>
                  </a:lnTo>
                  <a:lnTo>
                    <a:pt x="6515342" y="411653"/>
                  </a:lnTo>
                  <a:lnTo>
                    <a:pt x="6515499" y="411653"/>
                  </a:lnTo>
                  <a:lnTo>
                    <a:pt x="6515657" y="411653"/>
                  </a:lnTo>
                  <a:lnTo>
                    <a:pt x="6515815" y="411653"/>
                  </a:lnTo>
                  <a:lnTo>
                    <a:pt x="6515972" y="411653"/>
                  </a:lnTo>
                  <a:lnTo>
                    <a:pt x="6515972" y="411223"/>
                  </a:lnTo>
                  <a:lnTo>
                    <a:pt x="6516130" y="411223"/>
                  </a:lnTo>
                  <a:lnTo>
                    <a:pt x="6516288" y="411223"/>
                  </a:lnTo>
                  <a:lnTo>
                    <a:pt x="6516446" y="411223"/>
                  </a:lnTo>
                  <a:lnTo>
                    <a:pt x="6516603" y="411223"/>
                  </a:lnTo>
                  <a:lnTo>
                    <a:pt x="6516761" y="411223"/>
                  </a:lnTo>
                  <a:lnTo>
                    <a:pt x="6516919" y="411223"/>
                  </a:lnTo>
                  <a:lnTo>
                    <a:pt x="6517076" y="411223"/>
                  </a:lnTo>
                  <a:lnTo>
                    <a:pt x="6517234" y="411223"/>
                  </a:lnTo>
                  <a:lnTo>
                    <a:pt x="6517392" y="411223"/>
                  </a:lnTo>
                  <a:lnTo>
                    <a:pt x="6517550" y="411223"/>
                  </a:lnTo>
                  <a:lnTo>
                    <a:pt x="6517707" y="411223"/>
                  </a:lnTo>
                  <a:lnTo>
                    <a:pt x="6517865" y="411223"/>
                  </a:lnTo>
                  <a:lnTo>
                    <a:pt x="6518023" y="411223"/>
                  </a:lnTo>
                  <a:lnTo>
                    <a:pt x="6518181" y="411223"/>
                  </a:lnTo>
                  <a:lnTo>
                    <a:pt x="6518338" y="411223"/>
                  </a:lnTo>
                  <a:lnTo>
                    <a:pt x="6518496" y="411223"/>
                  </a:lnTo>
                  <a:lnTo>
                    <a:pt x="6518654" y="411223"/>
                  </a:lnTo>
                  <a:lnTo>
                    <a:pt x="6518811" y="411223"/>
                  </a:lnTo>
                  <a:lnTo>
                    <a:pt x="6518969" y="411223"/>
                  </a:lnTo>
                  <a:lnTo>
                    <a:pt x="6518969" y="410792"/>
                  </a:lnTo>
                  <a:lnTo>
                    <a:pt x="6519127" y="410792"/>
                  </a:lnTo>
                  <a:lnTo>
                    <a:pt x="6519285" y="410792"/>
                  </a:lnTo>
                  <a:lnTo>
                    <a:pt x="6519442" y="410792"/>
                  </a:lnTo>
                  <a:lnTo>
                    <a:pt x="6519600" y="410792"/>
                  </a:lnTo>
                  <a:lnTo>
                    <a:pt x="6519758" y="410792"/>
                  </a:lnTo>
                  <a:lnTo>
                    <a:pt x="6519915" y="410792"/>
                  </a:lnTo>
                  <a:lnTo>
                    <a:pt x="6520073" y="410792"/>
                  </a:lnTo>
                  <a:lnTo>
                    <a:pt x="6520231" y="410792"/>
                  </a:lnTo>
                  <a:lnTo>
                    <a:pt x="6520389" y="410792"/>
                  </a:lnTo>
                  <a:lnTo>
                    <a:pt x="6520546" y="410792"/>
                  </a:lnTo>
                  <a:lnTo>
                    <a:pt x="6520704" y="410792"/>
                  </a:lnTo>
                  <a:lnTo>
                    <a:pt x="6520862" y="410792"/>
                  </a:lnTo>
                  <a:lnTo>
                    <a:pt x="6521019" y="410792"/>
                  </a:lnTo>
                  <a:lnTo>
                    <a:pt x="6521177" y="410792"/>
                  </a:lnTo>
                  <a:lnTo>
                    <a:pt x="6521335" y="410792"/>
                  </a:lnTo>
                  <a:lnTo>
                    <a:pt x="6521335" y="410361"/>
                  </a:lnTo>
                  <a:lnTo>
                    <a:pt x="6521493" y="410361"/>
                  </a:lnTo>
                  <a:lnTo>
                    <a:pt x="6521650" y="410361"/>
                  </a:lnTo>
                  <a:lnTo>
                    <a:pt x="6521808" y="410361"/>
                  </a:lnTo>
                  <a:lnTo>
                    <a:pt x="6521966" y="410361"/>
                  </a:lnTo>
                  <a:lnTo>
                    <a:pt x="6522123" y="410361"/>
                  </a:lnTo>
                  <a:lnTo>
                    <a:pt x="6522281" y="410361"/>
                  </a:lnTo>
                  <a:lnTo>
                    <a:pt x="6522439" y="410361"/>
                  </a:lnTo>
                  <a:lnTo>
                    <a:pt x="6522597" y="410361"/>
                  </a:lnTo>
                  <a:lnTo>
                    <a:pt x="6522754" y="410361"/>
                  </a:lnTo>
                  <a:lnTo>
                    <a:pt x="6522912" y="410361"/>
                  </a:lnTo>
                  <a:lnTo>
                    <a:pt x="6523070" y="410361"/>
                  </a:lnTo>
                  <a:lnTo>
                    <a:pt x="6523227" y="410361"/>
                  </a:lnTo>
                  <a:lnTo>
                    <a:pt x="6523385" y="410361"/>
                  </a:lnTo>
                  <a:lnTo>
                    <a:pt x="6523543" y="410361"/>
                  </a:lnTo>
                  <a:lnTo>
                    <a:pt x="6523701" y="410361"/>
                  </a:lnTo>
                  <a:lnTo>
                    <a:pt x="6523858" y="410361"/>
                  </a:lnTo>
                  <a:lnTo>
                    <a:pt x="6524016" y="410361"/>
                  </a:lnTo>
                  <a:lnTo>
                    <a:pt x="6524174" y="410361"/>
                  </a:lnTo>
                  <a:lnTo>
                    <a:pt x="6524332" y="410361"/>
                  </a:lnTo>
                  <a:lnTo>
                    <a:pt x="6524489" y="410361"/>
                  </a:lnTo>
                  <a:lnTo>
                    <a:pt x="6524647" y="410361"/>
                  </a:lnTo>
                  <a:lnTo>
                    <a:pt x="6524805" y="410361"/>
                  </a:lnTo>
                  <a:lnTo>
                    <a:pt x="6524805" y="409931"/>
                  </a:lnTo>
                  <a:lnTo>
                    <a:pt x="6524962" y="409931"/>
                  </a:lnTo>
                  <a:lnTo>
                    <a:pt x="6525120" y="409931"/>
                  </a:lnTo>
                  <a:lnTo>
                    <a:pt x="6525278" y="409931"/>
                  </a:lnTo>
                  <a:lnTo>
                    <a:pt x="6525436" y="409931"/>
                  </a:lnTo>
                  <a:lnTo>
                    <a:pt x="6525593" y="409931"/>
                  </a:lnTo>
                  <a:lnTo>
                    <a:pt x="6525751" y="409931"/>
                  </a:lnTo>
                  <a:lnTo>
                    <a:pt x="6525909" y="409931"/>
                  </a:lnTo>
                  <a:lnTo>
                    <a:pt x="6526066" y="409931"/>
                  </a:lnTo>
                  <a:lnTo>
                    <a:pt x="6526224" y="409931"/>
                  </a:lnTo>
                  <a:lnTo>
                    <a:pt x="6526382" y="409931"/>
                  </a:lnTo>
                  <a:lnTo>
                    <a:pt x="6526540" y="409931"/>
                  </a:lnTo>
                  <a:lnTo>
                    <a:pt x="6526697" y="409931"/>
                  </a:lnTo>
                  <a:lnTo>
                    <a:pt x="6526697" y="409500"/>
                  </a:lnTo>
                  <a:lnTo>
                    <a:pt x="6526855" y="409500"/>
                  </a:lnTo>
                  <a:lnTo>
                    <a:pt x="6527013" y="409500"/>
                  </a:lnTo>
                  <a:lnTo>
                    <a:pt x="6527170" y="409500"/>
                  </a:lnTo>
                  <a:lnTo>
                    <a:pt x="6527328" y="409500"/>
                  </a:lnTo>
                  <a:lnTo>
                    <a:pt x="6527328" y="409070"/>
                  </a:lnTo>
                  <a:lnTo>
                    <a:pt x="6527486" y="409070"/>
                  </a:lnTo>
                  <a:lnTo>
                    <a:pt x="6527644" y="409070"/>
                  </a:lnTo>
                  <a:lnTo>
                    <a:pt x="6527801" y="409070"/>
                  </a:lnTo>
                  <a:lnTo>
                    <a:pt x="6527801" y="408639"/>
                  </a:lnTo>
                  <a:lnTo>
                    <a:pt x="6527959" y="408639"/>
                  </a:lnTo>
                  <a:lnTo>
                    <a:pt x="6527959" y="408208"/>
                  </a:lnTo>
                  <a:lnTo>
                    <a:pt x="6528117" y="408208"/>
                  </a:lnTo>
                  <a:lnTo>
                    <a:pt x="6528274" y="408208"/>
                  </a:lnTo>
                  <a:lnTo>
                    <a:pt x="6528432" y="408208"/>
                  </a:lnTo>
                  <a:lnTo>
                    <a:pt x="6528590" y="408208"/>
                  </a:lnTo>
                  <a:lnTo>
                    <a:pt x="6528748" y="408208"/>
                  </a:lnTo>
                  <a:lnTo>
                    <a:pt x="6528905" y="408208"/>
                  </a:lnTo>
                  <a:lnTo>
                    <a:pt x="6529063" y="408208"/>
                  </a:lnTo>
                  <a:lnTo>
                    <a:pt x="6529221" y="408208"/>
                  </a:lnTo>
                  <a:lnTo>
                    <a:pt x="6529379" y="408208"/>
                  </a:lnTo>
                  <a:lnTo>
                    <a:pt x="6529536" y="408208"/>
                  </a:lnTo>
                  <a:lnTo>
                    <a:pt x="6529694" y="408208"/>
                  </a:lnTo>
                  <a:lnTo>
                    <a:pt x="6529852" y="408208"/>
                  </a:lnTo>
                  <a:lnTo>
                    <a:pt x="6530009" y="408208"/>
                  </a:lnTo>
                  <a:lnTo>
                    <a:pt x="6530167" y="408208"/>
                  </a:lnTo>
                  <a:lnTo>
                    <a:pt x="6530325" y="408208"/>
                  </a:lnTo>
                  <a:lnTo>
                    <a:pt x="6530483" y="408208"/>
                  </a:lnTo>
                  <a:lnTo>
                    <a:pt x="6530640" y="408208"/>
                  </a:lnTo>
                  <a:lnTo>
                    <a:pt x="6530640" y="407778"/>
                  </a:lnTo>
                  <a:lnTo>
                    <a:pt x="6530798" y="407778"/>
                  </a:lnTo>
                  <a:lnTo>
                    <a:pt x="6530956" y="407778"/>
                  </a:lnTo>
                  <a:lnTo>
                    <a:pt x="6531113" y="407778"/>
                  </a:lnTo>
                  <a:lnTo>
                    <a:pt x="6531271" y="407778"/>
                  </a:lnTo>
                  <a:lnTo>
                    <a:pt x="6531429" y="407778"/>
                  </a:lnTo>
                  <a:lnTo>
                    <a:pt x="6531587" y="407778"/>
                  </a:lnTo>
                  <a:lnTo>
                    <a:pt x="6531587" y="407347"/>
                  </a:lnTo>
                  <a:lnTo>
                    <a:pt x="6531744" y="407347"/>
                  </a:lnTo>
                  <a:lnTo>
                    <a:pt x="6531902" y="407347"/>
                  </a:lnTo>
                  <a:lnTo>
                    <a:pt x="6532060" y="407347"/>
                  </a:lnTo>
                  <a:lnTo>
                    <a:pt x="6532060" y="406917"/>
                  </a:lnTo>
                  <a:lnTo>
                    <a:pt x="6532217" y="406917"/>
                  </a:lnTo>
                  <a:lnTo>
                    <a:pt x="6532375" y="406917"/>
                  </a:lnTo>
                  <a:lnTo>
                    <a:pt x="6532533" y="406917"/>
                  </a:lnTo>
                  <a:lnTo>
                    <a:pt x="6532691" y="406917"/>
                  </a:lnTo>
                  <a:lnTo>
                    <a:pt x="6532848" y="406917"/>
                  </a:lnTo>
                  <a:lnTo>
                    <a:pt x="6533006" y="406917"/>
                  </a:lnTo>
                  <a:lnTo>
                    <a:pt x="6533164" y="406917"/>
                  </a:lnTo>
                  <a:lnTo>
                    <a:pt x="6533321" y="406917"/>
                  </a:lnTo>
                  <a:lnTo>
                    <a:pt x="6533479" y="406917"/>
                  </a:lnTo>
                  <a:lnTo>
                    <a:pt x="6533637" y="406917"/>
                  </a:lnTo>
                  <a:lnTo>
                    <a:pt x="6533795" y="406917"/>
                  </a:lnTo>
                  <a:lnTo>
                    <a:pt x="6533952" y="406917"/>
                  </a:lnTo>
                  <a:lnTo>
                    <a:pt x="6534110" y="406917"/>
                  </a:lnTo>
                  <a:lnTo>
                    <a:pt x="6534268" y="406917"/>
                  </a:lnTo>
                  <a:lnTo>
                    <a:pt x="6534425" y="406917"/>
                  </a:lnTo>
                  <a:lnTo>
                    <a:pt x="6534583" y="406917"/>
                  </a:lnTo>
                  <a:lnTo>
                    <a:pt x="6534741" y="406917"/>
                  </a:lnTo>
                  <a:lnTo>
                    <a:pt x="6534899" y="406917"/>
                  </a:lnTo>
                  <a:lnTo>
                    <a:pt x="6535056" y="406917"/>
                  </a:lnTo>
                  <a:lnTo>
                    <a:pt x="6535214" y="406917"/>
                  </a:lnTo>
                  <a:lnTo>
                    <a:pt x="6535372" y="406917"/>
                  </a:lnTo>
                  <a:lnTo>
                    <a:pt x="6535372" y="406486"/>
                  </a:lnTo>
                  <a:lnTo>
                    <a:pt x="6535372" y="406055"/>
                  </a:lnTo>
                  <a:lnTo>
                    <a:pt x="6535530" y="406055"/>
                  </a:lnTo>
                  <a:lnTo>
                    <a:pt x="6535687" y="406055"/>
                  </a:lnTo>
                  <a:lnTo>
                    <a:pt x="6535845" y="406055"/>
                  </a:lnTo>
                  <a:lnTo>
                    <a:pt x="6536003" y="406055"/>
                  </a:lnTo>
                  <a:lnTo>
                    <a:pt x="6536160" y="406055"/>
                  </a:lnTo>
                  <a:lnTo>
                    <a:pt x="6536318" y="406055"/>
                  </a:lnTo>
                  <a:lnTo>
                    <a:pt x="6536476" y="406055"/>
                  </a:lnTo>
                  <a:lnTo>
                    <a:pt x="6536476" y="405625"/>
                  </a:lnTo>
                  <a:lnTo>
                    <a:pt x="6536634" y="405625"/>
                  </a:lnTo>
                  <a:lnTo>
                    <a:pt x="6536791" y="405625"/>
                  </a:lnTo>
                  <a:lnTo>
                    <a:pt x="6536949" y="405625"/>
                  </a:lnTo>
                  <a:lnTo>
                    <a:pt x="6537107" y="405625"/>
                  </a:lnTo>
                  <a:lnTo>
                    <a:pt x="6537264" y="405625"/>
                  </a:lnTo>
                  <a:lnTo>
                    <a:pt x="6537422" y="405625"/>
                  </a:lnTo>
                  <a:lnTo>
                    <a:pt x="6537580" y="405625"/>
                  </a:lnTo>
                  <a:lnTo>
                    <a:pt x="6537738" y="405625"/>
                  </a:lnTo>
                  <a:lnTo>
                    <a:pt x="6537895" y="405625"/>
                  </a:lnTo>
                  <a:lnTo>
                    <a:pt x="6538053" y="405625"/>
                  </a:lnTo>
                  <a:lnTo>
                    <a:pt x="6538211" y="405625"/>
                  </a:lnTo>
                  <a:lnTo>
                    <a:pt x="6538211" y="405194"/>
                  </a:lnTo>
                  <a:lnTo>
                    <a:pt x="6538368" y="405194"/>
                  </a:lnTo>
                  <a:lnTo>
                    <a:pt x="6538526" y="405194"/>
                  </a:lnTo>
                  <a:lnTo>
                    <a:pt x="6538684" y="405194"/>
                  </a:lnTo>
                  <a:lnTo>
                    <a:pt x="6538842" y="405194"/>
                  </a:lnTo>
                  <a:lnTo>
                    <a:pt x="6538999" y="405194"/>
                  </a:lnTo>
                  <a:lnTo>
                    <a:pt x="6539157" y="405194"/>
                  </a:lnTo>
                  <a:lnTo>
                    <a:pt x="6539157" y="404764"/>
                  </a:lnTo>
                  <a:lnTo>
                    <a:pt x="6539315" y="404764"/>
                  </a:lnTo>
                  <a:lnTo>
                    <a:pt x="6539472" y="404764"/>
                  </a:lnTo>
                  <a:lnTo>
                    <a:pt x="6539630" y="404764"/>
                  </a:lnTo>
                  <a:lnTo>
                    <a:pt x="6539788" y="404764"/>
                  </a:lnTo>
                  <a:lnTo>
                    <a:pt x="6539946" y="404764"/>
                  </a:lnTo>
                  <a:lnTo>
                    <a:pt x="6540103" y="404764"/>
                  </a:lnTo>
                  <a:lnTo>
                    <a:pt x="6540261" y="404764"/>
                  </a:lnTo>
                  <a:lnTo>
                    <a:pt x="6540419" y="404764"/>
                  </a:lnTo>
                  <a:lnTo>
                    <a:pt x="6540576" y="404764"/>
                  </a:lnTo>
                  <a:lnTo>
                    <a:pt x="6540734" y="404764"/>
                  </a:lnTo>
                  <a:lnTo>
                    <a:pt x="6540892" y="404764"/>
                  </a:lnTo>
                  <a:lnTo>
                    <a:pt x="6541050" y="404764"/>
                  </a:lnTo>
                  <a:lnTo>
                    <a:pt x="6541207" y="404764"/>
                  </a:lnTo>
                  <a:lnTo>
                    <a:pt x="6541365" y="404764"/>
                  </a:lnTo>
                  <a:lnTo>
                    <a:pt x="6541523" y="404764"/>
                  </a:lnTo>
                  <a:lnTo>
                    <a:pt x="6541681" y="404764"/>
                  </a:lnTo>
                  <a:lnTo>
                    <a:pt x="6541838" y="404764"/>
                  </a:lnTo>
                  <a:lnTo>
                    <a:pt x="6541838" y="404333"/>
                  </a:lnTo>
                  <a:lnTo>
                    <a:pt x="6541996" y="404333"/>
                  </a:lnTo>
                  <a:lnTo>
                    <a:pt x="6542154" y="404333"/>
                  </a:lnTo>
                  <a:lnTo>
                    <a:pt x="6542311" y="404333"/>
                  </a:lnTo>
                  <a:lnTo>
                    <a:pt x="6542469" y="404333"/>
                  </a:lnTo>
                  <a:lnTo>
                    <a:pt x="6542627" y="404333"/>
                  </a:lnTo>
                  <a:lnTo>
                    <a:pt x="6542785" y="404333"/>
                  </a:lnTo>
                  <a:lnTo>
                    <a:pt x="6542942" y="404333"/>
                  </a:lnTo>
                  <a:lnTo>
                    <a:pt x="6543100" y="404333"/>
                  </a:lnTo>
                  <a:lnTo>
                    <a:pt x="6543258" y="404333"/>
                  </a:lnTo>
                  <a:lnTo>
                    <a:pt x="6543415" y="404333"/>
                  </a:lnTo>
                  <a:lnTo>
                    <a:pt x="6543415" y="403902"/>
                  </a:lnTo>
                  <a:lnTo>
                    <a:pt x="6543573" y="403902"/>
                  </a:lnTo>
                  <a:lnTo>
                    <a:pt x="6543731" y="403902"/>
                  </a:lnTo>
                  <a:lnTo>
                    <a:pt x="6543889" y="403902"/>
                  </a:lnTo>
                  <a:lnTo>
                    <a:pt x="6544046" y="403902"/>
                  </a:lnTo>
                  <a:lnTo>
                    <a:pt x="6544204" y="403902"/>
                  </a:lnTo>
                  <a:lnTo>
                    <a:pt x="6544362" y="403902"/>
                  </a:lnTo>
                  <a:lnTo>
                    <a:pt x="6544519" y="403902"/>
                  </a:lnTo>
                  <a:lnTo>
                    <a:pt x="6544677" y="403902"/>
                  </a:lnTo>
                  <a:lnTo>
                    <a:pt x="6544835" y="403902"/>
                  </a:lnTo>
                  <a:lnTo>
                    <a:pt x="6544993" y="403902"/>
                  </a:lnTo>
                  <a:lnTo>
                    <a:pt x="6545150" y="403902"/>
                  </a:lnTo>
                  <a:lnTo>
                    <a:pt x="6545150" y="403472"/>
                  </a:lnTo>
                  <a:lnTo>
                    <a:pt x="6545308" y="403472"/>
                  </a:lnTo>
                  <a:lnTo>
                    <a:pt x="6545466" y="403472"/>
                  </a:lnTo>
                  <a:lnTo>
                    <a:pt x="6545623" y="403472"/>
                  </a:lnTo>
                  <a:lnTo>
                    <a:pt x="6545623" y="403041"/>
                  </a:lnTo>
                  <a:lnTo>
                    <a:pt x="6545781" y="403041"/>
                  </a:lnTo>
                  <a:lnTo>
                    <a:pt x="6545781" y="402611"/>
                  </a:lnTo>
                  <a:lnTo>
                    <a:pt x="6545939" y="402611"/>
                  </a:lnTo>
                  <a:lnTo>
                    <a:pt x="6546097" y="402611"/>
                  </a:lnTo>
                  <a:lnTo>
                    <a:pt x="6546254" y="402611"/>
                  </a:lnTo>
                  <a:lnTo>
                    <a:pt x="6546412" y="402611"/>
                  </a:lnTo>
                  <a:lnTo>
                    <a:pt x="6546412" y="402180"/>
                  </a:lnTo>
                  <a:lnTo>
                    <a:pt x="6546570" y="402180"/>
                  </a:lnTo>
                  <a:lnTo>
                    <a:pt x="6546728" y="402180"/>
                  </a:lnTo>
                  <a:lnTo>
                    <a:pt x="6546885" y="402180"/>
                  </a:lnTo>
                  <a:lnTo>
                    <a:pt x="6547043" y="402180"/>
                  </a:lnTo>
                  <a:lnTo>
                    <a:pt x="6547201" y="402180"/>
                  </a:lnTo>
                  <a:lnTo>
                    <a:pt x="6547358" y="402180"/>
                  </a:lnTo>
                  <a:lnTo>
                    <a:pt x="6547516" y="402180"/>
                  </a:lnTo>
                  <a:lnTo>
                    <a:pt x="6547674" y="402180"/>
                  </a:lnTo>
                  <a:lnTo>
                    <a:pt x="6547832" y="402180"/>
                  </a:lnTo>
                  <a:lnTo>
                    <a:pt x="6547832" y="401749"/>
                  </a:lnTo>
                  <a:lnTo>
                    <a:pt x="6547989" y="401749"/>
                  </a:lnTo>
                  <a:lnTo>
                    <a:pt x="6548147" y="401749"/>
                  </a:lnTo>
                  <a:lnTo>
                    <a:pt x="6548305" y="401749"/>
                  </a:lnTo>
                  <a:lnTo>
                    <a:pt x="6548462" y="401749"/>
                  </a:lnTo>
                  <a:lnTo>
                    <a:pt x="6548620" y="401749"/>
                  </a:lnTo>
                  <a:lnTo>
                    <a:pt x="6548778" y="401749"/>
                  </a:lnTo>
                  <a:lnTo>
                    <a:pt x="6548936" y="401749"/>
                  </a:lnTo>
                  <a:lnTo>
                    <a:pt x="6549093" y="401749"/>
                  </a:lnTo>
                  <a:lnTo>
                    <a:pt x="6549251" y="401749"/>
                  </a:lnTo>
                  <a:lnTo>
                    <a:pt x="6549409" y="401749"/>
                  </a:lnTo>
                  <a:lnTo>
                    <a:pt x="6549566" y="401749"/>
                  </a:lnTo>
                  <a:lnTo>
                    <a:pt x="6549724" y="401749"/>
                  </a:lnTo>
                  <a:lnTo>
                    <a:pt x="6549882" y="401749"/>
                  </a:lnTo>
                  <a:lnTo>
                    <a:pt x="6550040" y="401749"/>
                  </a:lnTo>
                  <a:lnTo>
                    <a:pt x="6550197" y="401749"/>
                  </a:lnTo>
                  <a:lnTo>
                    <a:pt x="6550355" y="401749"/>
                  </a:lnTo>
                  <a:lnTo>
                    <a:pt x="6550513" y="401749"/>
                  </a:lnTo>
                  <a:lnTo>
                    <a:pt x="6550670" y="401749"/>
                  </a:lnTo>
                  <a:lnTo>
                    <a:pt x="6550828" y="401749"/>
                  </a:lnTo>
                  <a:lnTo>
                    <a:pt x="6550828" y="401319"/>
                  </a:lnTo>
                  <a:lnTo>
                    <a:pt x="6550828" y="400888"/>
                  </a:lnTo>
                  <a:lnTo>
                    <a:pt x="6550986" y="400888"/>
                  </a:lnTo>
                  <a:lnTo>
                    <a:pt x="6551144" y="400888"/>
                  </a:lnTo>
                  <a:lnTo>
                    <a:pt x="6551301" y="400888"/>
                  </a:lnTo>
                  <a:lnTo>
                    <a:pt x="6551459" y="400888"/>
                  </a:lnTo>
                  <a:lnTo>
                    <a:pt x="6551617" y="400888"/>
                  </a:lnTo>
                  <a:lnTo>
                    <a:pt x="6551774" y="400888"/>
                  </a:lnTo>
                  <a:lnTo>
                    <a:pt x="6551774" y="400458"/>
                  </a:lnTo>
                  <a:lnTo>
                    <a:pt x="6551932" y="400458"/>
                  </a:lnTo>
                  <a:lnTo>
                    <a:pt x="6552090" y="400458"/>
                  </a:lnTo>
                  <a:lnTo>
                    <a:pt x="6552248" y="400458"/>
                  </a:lnTo>
                  <a:lnTo>
                    <a:pt x="6552405" y="400458"/>
                  </a:lnTo>
                  <a:lnTo>
                    <a:pt x="6552563" y="400458"/>
                  </a:lnTo>
                  <a:lnTo>
                    <a:pt x="6552721" y="400458"/>
                  </a:lnTo>
                  <a:lnTo>
                    <a:pt x="6552879" y="400458"/>
                  </a:lnTo>
                  <a:lnTo>
                    <a:pt x="6553036" y="400458"/>
                  </a:lnTo>
                  <a:lnTo>
                    <a:pt x="6553194" y="400458"/>
                  </a:lnTo>
                  <a:lnTo>
                    <a:pt x="6553352" y="400458"/>
                  </a:lnTo>
                  <a:lnTo>
                    <a:pt x="6553509" y="400458"/>
                  </a:lnTo>
                  <a:lnTo>
                    <a:pt x="6553667" y="400458"/>
                  </a:lnTo>
                  <a:lnTo>
                    <a:pt x="6553825" y="400458"/>
                  </a:lnTo>
                  <a:lnTo>
                    <a:pt x="6553983" y="400458"/>
                  </a:lnTo>
                  <a:lnTo>
                    <a:pt x="6554140" y="400458"/>
                  </a:lnTo>
                  <a:lnTo>
                    <a:pt x="6554298" y="400458"/>
                  </a:lnTo>
                  <a:lnTo>
                    <a:pt x="6554456" y="400458"/>
                  </a:lnTo>
                  <a:lnTo>
                    <a:pt x="6554456" y="400027"/>
                  </a:lnTo>
                  <a:lnTo>
                    <a:pt x="6554613" y="400027"/>
                  </a:lnTo>
                  <a:lnTo>
                    <a:pt x="6554771" y="400027"/>
                  </a:lnTo>
                  <a:lnTo>
                    <a:pt x="6554929" y="400027"/>
                  </a:lnTo>
                  <a:lnTo>
                    <a:pt x="6555087" y="400027"/>
                  </a:lnTo>
                  <a:lnTo>
                    <a:pt x="6555244" y="400027"/>
                  </a:lnTo>
                  <a:lnTo>
                    <a:pt x="6555402" y="400027"/>
                  </a:lnTo>
                  <a:lnTo>
                    <a:pt x="6555560" y="400027"/>
                  </a:lnTo>
                  <a:lnTo>
                    <a:pt x="6555560" y="399596"/>
                  </a:lnTo>
                  <a:lnTo>
                    <a:pt x="6555717" y="399596"/>
                  </a:lnTo>
                  <a:lnTo>
                    <a:pt x="6555875" y="399596"/>
                  </a:lnTo>
                  <a:lnTo>
                    <a:pt x="6556033" y="399596"/>
                  </a:lnTo>
                  <a:lnTo>
                    <a:pt x="6556191" y="399596"/>
                  </a:lnTo>
                  <a:lnTo>
                    <a:pt x="6556348" y="399596"/>
                  </a:lnTo>
                  <a:lnTo>
                    <a:pt x="6556348" y="399166"/>
                  </a:lnTo>
                  <a:lnTo>
                    <a:pt x="6556506" y="399166"/>
                  </a:lnTo>
                  <a:lnTo>
                    <a:pt x="6556664" y="399166"/>
                  </a:lnTo>
                  <a:lnTo>
                    <a:pt x="6556821" y="399166"/>
                  </a:lnTo>
                  <a:lnTo>
                    <a:pt x="6556979" y="399166"/>
                  </a:lnTo>
                  <a:lnTo>
                    <a:pt x="6557137" y="399166"/>
                  </a:lnTo>
                  <a:lnTo>
                    <a:pt x="6557295" y="399166"/>
                  </a:lnTo>
                  <a:lnTo>
                    <a:pt x="6557452" y="399166"/>
                  </a:lnTo>
                  <a:lnTo>
                    <a:pt x="6557610" y="399166"/>
                  </a:lnTo>
                  <a:lnTo>
                    <a:pt x="6557768" y="399166"/>
                  </a:lnTo>
                  <a:lnTo>
                    <a:pt x="6557926" y="399166"/>
                  </a:lnTo>
                  <a:lnTo>
                    <a:pt x="6558083" y="399166"/>
                  </a:lnTo>
                  <a:lnTo>
                    <a:pt x="6558241" y="399166"/>
                  </a:lnTo>
                  <a:lnTo>
                    <a:pt x="6558399" y="399166"/>
                  </a:lnTo>
                  <a:lnTo>
                    <a:pt x="6558399" y="398735"/>
                  </a:lnTo>
                  <a:lnTo>
                    <a:pt x="6558556" y="398735"/>
                  </a:lnTo>
                  <a:lnTo>
                    <a:pt x="6558714" y="398735"/>
                  </a:lnTo>
                  <a:lnTo>
                    <a:pt x="6558714" y="398305"/>
                  </a:lnTo>
                  <a:lnTo>
                    <a:pt x="6558872" y="398305"/>
                  </a:lnTo>
                  <a:lnTo>
                    <a:pt x="6559030" y="398305"/>
                  </a:lnTo>
                  <a:lnTo>
                    <a:pt x="6559187" y="398305"/>
                  </a:lnTo>
                  <a:lnTo>
                    <a:pt x="6559345" y="398305"/>
                  </a:lnTo>
                  <a:lnTo>
                    <a:pt x="6559503" y="398305"/>
                  </a:lnTo>
                  <a:lnTo>
                    <a:pt x="6559660" y="398305"/>
                  </a:lnTo>
                  <a:lnTo>
                    <a:pt x="6559818" y="398305"/>
                  </a:lnTo>
                  <a:lnTo>
                    <a:pt x="6559976" y="398305"/>
                  </a:lnTo>
                  <a:lnTo>
                    <a:pt x="6560134" y="398305"/>
                  </a:lnTo>
                  <a:lnTo>
                    <a:pt x="6560291" y="398305"/>
                  </a:lnTo>
                  <a:lnTo>
                    <a:pt x="6560449" y="398305"/>
                  </a:lnTo>
                  <a:lnTo>
                    <a:pt x="6560607" y="398305"/>
                  </a:lnTo>
                  <a:lnTo>
                    <a:pt x="6560764" y="398305"/>
                  </a:lnTo>
                  <a:lnTo>
                    <a:pt x="6560922" y="398305"/>
                  </a:lnTo>
                  <a:lnTo>
                    <a:pt x="6561080" y="398305"/>
                  </a:lnTo>
                  <a:lnTo>
                    <a:pt x="6561238" y="398305"/>
                  </a:lnTo>
                  <a:lnTo>
                    <a:pt x="6561395" y="398305"/>
                  </a:lnTo>
                  <a:lnTo>
                    <a:pt x="6561553" y="398305"/>
                  </a:lnTo>
                  <a:lnTo>
                    <a:pt x="6561553" y="397874"/>
                  </a:lnTo>
                  <a:lnTo>
                    <a:pt x="6561711" y="397874"/>
                  </a:lnTo>
                  <a:lnTo>
                    <a:pt x="6561868" y="397874"/>
                  </a:lnTo>
                  <a:lnTo>
                    <a:pt x="6562026" y="397874"/>
                  </a:lnTo>
                  <a:lnTo>
                    <a:pt x="6562184" y="397874"/>
                  </a:lnTo>
                  <a:lnTo>
                    <a:pt x="6562342" y="397874"/>
                  </a:lnTo>
                  <a:lnTo>
                    <a:pt x="6562499" y="397874"/>
                  </a:lnTo>
                  <a:lnTo>
                    <a:pt x="6562657" y="397874"/>
                  </a:lnTo>
                  <a:lnTo>
                    <a:pt x="6562815" y="397874"/>
                  </a:lnTo>
                  <a:lnTo>
                    <a:pt x="6562972" y="397874"/>
                  </a:lnTo>
                  <a:lnTo>
                    <a:pt x="6563130" y="397874"/>
                  </a:lnTo>
                  <a:lnTo>
                    <a:pt x="6563130" y="397443"/>
                  </a:lnTo>
                  <a:lnTo>
                    <a:pt x="6563288" y="397443"/>
                  </a:lnTo>
                  <a:lnTo>
                    <a:pt x="6563446" y="397443"/>
                  </a:lnTo>
                  <a:lnTo>
                    <a:pt x="6563603" y="397443"/>
                  </a:lnTo>
                  <a:lnTo>
                    <a:pt x="6563761" y="397443"/>
                  </a:lnTo>
                  <a:lnTo>
                    <a:pt x="6563919" y="397443"/>
                  </a:lnTo>
                  <a:lnTo>
                    <a:pt x="6564077" y="397443"/>
                  </a:lnTo>
                  <a:lnTo>
                    <a:pt x="6564234" y="397443"/>
                  </a:lnTo>
                  <a:lnTo>
                    <a:pt x="6564392" y="397443"/>
                  </a:lnTo>
                  <a:lnTo>
                    <a:pt x="6564550" y="397443"/>
                  </a:lnTo>
                  <a:lnTo>
                    <a:pt x="6564707" y="397443"/>
                  </a:lnTo>
                  <a:lnTo>
                    <a:pt x="6564865" y="397443"/>
                  </a:lnTo>
                  <a:lnTo>
                    <a:pt x="6564865" y="397013"/>
                  </a:lnTo>
                  <a:lnTo>
                    <a:pt x="6564865" y="396582"/>
                  </a:lnTo>
                  <a:lnTo>
                    <a:pt x="6564865" y="396152"/>
                  </a:lnTo>
                  <a:lnTo>
                    <a:pt x="6565023" y="396152"/>
                  </a:lnTo>
                  <a:lnTo>
                    <a:pt x="6565181" y="396152"/>
                  </a:lnTo>
                  <a:lnTo>
                    <a:pt x="6565338" y="396152"/>
                  </a:lnTo>
                  <a:lnTo>
                    <a:pt x="6565496" y="396152"/>
                  </a:lnTo>
                  <a:lnTo>
                    <a:pt x="6565654" y="396152"/>
                  </a:lnTo>
                  <a:lnTo>
                    <a:pt x="6565811" y="396152"/>
                  </a:lnTo>
                  <a:lnTo>
                    <a:pt x="6565969" y="396152"/>
                  </a:lnTo>
                  <a:lnTo>
                    <a:pt x="6566127" y="396152"/>
                  </a:lnTo>
                  <a:lnTo>
                    <a:pt x="6566285" y="396152"/>
                  </a:lnTo>
                  <a:lnTo>
                    <a:pt x="6566442" y="396152"/>
                  </a:lnTo>
                  <a:lnTo>
                    <a:pt x="6566600" y="396152"/>
                  </a:lnTo>
                  <a:lnTo>
                    <a:pt x="6566758" y="396152"/>
                  </a:lnTo>
                  <a:lnTo>
                    <a:pt x="6566915" y="396152"/>
                  </a:lnTo>
                  <a:lnTo>
                    <a:pt x="6567073" y="396152"/>
                  </a:lnTo>
                  <a:lnTo>
                    <a:pt x="6567231" y="396152"/>
                  </a:lnTo>
                  <a:lnTo>
                    <a:pt x="6567389" y="396152"/>
                  </a:lnTo>
                  <a:lnTo>
                    <a:pt x="6567546" y="396152"/>
                  </a:lnTo>
                  <a:lnTo>
                    <a:pt x="6567704" y="396152"/>
                  </a:lnTo>
                  <a:lnTo>
                    <a:pt x="6567862" y="396152"/>
                  </a:lnTo>
                  <a:lnTo>
                    <a:pt x="6568019" y="396152"/>
                  </a:lnTo>
                  <a:lnTo>
                    <a:pt x="6568177" y="396152"/>
                  </a:lnTo>
                  <a:lnTo>
                    <a:pt x="6568335" y="396152"/>
                  </a:lnTo>
                  <a:lnTo>
                    <a:pt x="6568493" y="396152"/>
                  </a:lnTo>
                  <a:lnTo>
                    <a:pt x="6568493" y="395721"/>
                  </a:lnTo>
                  <a:lnTo>
                    <a:pt x="6568493" y="395290"/>
                  </a:lnTo>
                  <a:lnTo>
                    <a:pt x="6568493" y="394860"/>
                  </a:lnTo>
                  <a:lnTo>
                    <a:pt x="6568650" y="394860"/>
                  </a:lnTo>
                  <a:lnTo>
                    <a:pt x="6568808" y="394860"/>
                  </a:lnTo>
                  <a:lnTo>
                    <a:pt x="6568966" y="394860"/>
                  </a:lnTo>
                  <a:lnTo>
                    <a:pt x="6568966" y="394429"/>
                  </a:lnTo>
                  <a:lnTo>
                    <a:pt x="6569124" y="394429"/>
                  </a:lnTo>
                  <a:lnTo>
                    <a:pt x="6569124" y="393999"/>
                  </a:lnTo>
                  <a:lnTo>
                    <a:pt x="6569124" y="393568"/>
                  </a:lnTo>
                  <a:lnTo>
                    <a:pt x="6569281" y="393568"/>
                  </a:lnTo>
                  <a:lnTo>
                    <a:pt x="6569439" y="393568"/>
                  </a:lnTo>
                  <a:lnTo>
                    <a:pt x="6569597" y="393568"/>
                  </a:lnTo>
                  <a:lnTo>
                    <a:pt x="6569754" y="393568"/>
                  </a:lnTo>
                  <a:lnTo>
                    <a:pt x="6569912" y="393568"/>
                  </a:lnTo>
                  <a:lnTo>
                    <a:pt x="6570070" y="393568"/>
                  </a:lnTo>
                  <a:lnTo>
                    <a:pt x="6570228" y="393568"/>
                  </a:lnTo>
                  <a:lnTo>
                    <a:pt x="6570228" y="393137"/>
                  </a:lnTo>
                  <a:lnTo>
                    <a:pt x="6570385" y="393137"/>
                  </a:lnTo>
                  <a:lnTo>
                    <a:pt x="6570543" y="393137"/>
                  </a:lnTo>
                  <a:lnTo>
                    <a:pt x="6570701" y="393137"/>
                  </a:lnTo>
                  <a:lnTo>
                    <a:pt x="6570858" y="393137"/>
                  </a:lnTo>
                  <a:lnTo>
                    <a:pt x="6571016" y="393137"/>
                  </a:lnTo>
                  <a:lnTo>
                    <a:pt x="6571174" y="393137"/>
                  </a:lnTo>
                  <a:lnTo>
                    <a:pt x="6571332" y="393137"/>
                  </a:lnTo>
                  <a:lnTo>
                    <a:pt x="6571332" y="392707"/>
                  </a:lnTo>
                  <a:lnTo>
                    <a:pt x="6571489" y="392707"/>
                  </a:lnTo>
                  <a:lnTo>
                    <a:pt x="6571647" y="392707"/>
                  </a:lnTo>
                  <a:lnTo>
                    <a:pt x="6571805" y="392707"/>
                  </a:lnTo>
                  <a:lnTo>
                    <a:pt x="6571962" y="392707"/>
                  </a:lnTo>
                  <a:lnTo>
                    <a:pt x="6572120" y="392707"/>
                  </a:lnTo>
                  <a:lnTo>
                    <a:pt x="6572278" y="392707"/>
                  </a:lnTo>
                  <a:lnTo>
                    <a:pt x="6572436" y="392707"/>
                  </a:lnTo>
                  <a:lnTo>
                    <a:pt x="6572593" y="392707"/>
                  </a:lnTo>
                  <a:lnTo>
                    <a:pt x="6572751" y="392707"/>
                  </a:lnTo>
                  <a:lnTo>
                    <a:pt x="6572909" y="392707"/>
                  </a:lnTo>
                  <a:lnTo>
                    <a:pt x="6573066" y="392707"/>
                  </a:lnTo>
                  <a:lnTo>
                    <a:pt x="6573224" y="392707"/>
                  </a:lnTo>
                  <a:lnTo>
                    <a:pt x="6573382" y="392707"/>
                  </a:lnTo>
                  <a:lnTo>
                    <a:pt x="6573540" y="392707"/>
                  </a:lnTo>
                  <a:lnTo>
                    <a:pt x="6573697" y="392707"/>
                  </a:lnTo>
                  <a:lnTo>
                    <a:pt x="6573855" y="392707"/>
                  </a:lnTo>
                  <a:lnTo>
                    <a:pt x="6574013" y="392707"/>
                  </a:lnTo>
                  <a:lnTo>
                    <a:pt x="6574170" y="392707"/>
                  </a:lnTo>
                  <a:lnTo>
                    <a:pt x="6574328" y="392707"/>
                  </a:lnTo>
                  <a:lnTo>
                    <a:pt x="6574486" y="392707"/>
                  </a:lnTo>
                  <a:lnTo>
                    <a:pt x="6574644" y="392707"/>
                  </a:lnTo>
                  <a:lnTo>
                    <a:pt x="6574801" y="392707"/>
                  </a:lnTo>
                  <a:lnTo>
                    <a:pt x="6574959" y="392707"/>
                  </a:lnTo>
                  <a:lnTo>
                    <a:pt x="6575117" y="392707"/>
                  </a:lnTo>
                  <a:lnTo>
                    <a:pt x="6575275" y="392707"/>
                  </a:lnTo>
                  <a:lnTo>
                    <a:pt x="6575275" y="392276"/>
                  </a:lnTo>
                  <a:lnTo>
                    <a:pt x="6575432" y="392276"/>
                  </a:lnTo>
                  <a:lnTo>
                    <a:pt x="6575590" y="392276"/>
                  </a:lnTo>
                  <a:lnTo>
                    <a:pt x="6575748" y="392276"/>
                  </a:lnTo>
                  <a:lnTo>
                    <a:pt x="6575905" y="392276"/>
                  </a:lnTo>
                  <a:lnTo>
                    <a:pt x="6576063" y="392276"/>
                  </a:lnTo>
                  <a:lnTo>
                    <a:pt x="6576221" y="392276"/>
                  </a:lnTo>
                  <a:lnTo>
                    <a:pt x="6576379" y="392276"/>
                  </a:lnTo>
                  <a:lnTo>
                    <a:pt x="6576536" y="392276"/>
                  </a:lnTo>
                  <a:lnTo>
                    <a:pt x="6576694" y="392276"/>
                  </a:lnTo>
                  <a:lnTo>
                    <a:pt x="6576852" y="392276"/>
                  </a:lnTo>
                  <a:lnTo>
                    <a:pt x="6577009" y="392276"/>
                  </a:lnTo>
                  <a:lnTo>
                    <a:pt x="6577167" y="392276"/>
                  </a:lnTo>
                  <a:lnTo>
                    <a:pt x="6577325" y="392276"/>
                  </a:lnTo>
                  <a:lnTo>
                    <a:pt x="6577483" y="392276"/>
                  </a:lnTo>
                  <a:lnTo>
                    <a:pt x="6577640" y="392276"/>
                  </a:lnTo>
                  <a:lnTo>
                    <a:pt x="6577798" y="392276"/>
                  </a:lnTo>
                  <a:lnTo>
                    <a:pt x="6577956" y="392276"/>
                  </a:lnTo>
                  <a:lnTo>
                    <a:pt x="6577956" y="391846"/>
                  </a:lnTo>
                  <a:lnTo>
                    <a:pt x="6578113" y="391846"/>
                  </a:lnTo>
                  <a:lnTo>
                    <a:pt x="6578271" y="391846"/>
                  </a:lnTo>
                  <a:lnTo>
                    <a:pt x="6578429" y="391846"/>
                  </a:lnTo>
                  <a:lnTo>
                    <a:pt x="6578587" y="391846"/>
                  </a:lnTo>
                  <a:lnTo>
                    <a:pt x="6578744" y="391846"/>
                  </a:lnTo>
                  <a:lnTo>
                    <a:pt x="6578902" y="391846"/>
                  </a:lnTo>
                  <a:lnTo>
                    <a:pt x="6579060" y="391846"/>
                  </a:lnTo>
                  <a:lnTo>
                    <a:pt x="6579060" y="391415"/>
                  </a:lnTo>
                  <a:lnTo>
                    <a:pt x="6579217" y="391415"/>
                  </a:lnTo>
                  <a:lnTo>
                    <a:pt x="6579375" y="391415"/>
                  </a:lnTo>
                  <a:lnTo>
                    <a:pt x="6579533" y="391415"/>
                  </a:lnTo>
                  <a:lnTo>
                    <a:pt x="6579691" y="391415"/>
                  </a:lnTo>
                  <a:lnTo>
                    <a:pt x="6579848" y="391415"/>
                  </a:lnTo>
                  <a:lnTo>
                    <a:pt x="6580006" y="391415"/>
                  </a:lnTo>
                  <a:lnTo>
                    <a:pt x="6580164" y="391415"/>
                  </a:lnTo>
                  <a:lnTo>
                    <a:pt x="6580322" y="391415"/>
                  </a:lnTo>
                  <a:lnTo>
                    <a:pt x="6580322" y="390984"/>
                  </a:lnTo>
                  <a:lnTo>
                    <a:pt x="6580479" y="390984"/>
                  </a:lnTo>
                  <a:lnTo>
                    <a:pt x="6580479" y="390554"/>
                  </a:lnTo>
                  <a:lnTo>
                    <a:pt x="6580637" y="390554"/>
                  </a:lnTo>
                  <a:lnTo>
                    <a:pt x="6580637" y="390123"/>
                  </a:lnTo>
                  <a:lnTo>
                    <a:pt x="6580795" y="390123"/>
                  </a:lnTo>
                  <a:lnTo>
                    <a:pt x="6580952" y="390123"/>
                  </a:lnTo>
                  <a:lnTo>
                    <a:pt x="6581110" y="390123"/>
                  </a:lnTo>
                  <a:lnTo>
                    <a:pt x="6581268" y="390123"/>
                  </a:lnTo>
                  <a:lnTo>
                    <a:pt x="6581268" y="389693"/>
                  </a:lnTo>
                  <a:lnTo>
                    <a:pt x="6581426" y="389693"/>
                  </a:lnTo>
                  <a:lnTo>
                    <a:pt x="6581583" y="389693"/>
                  </a:lnTo>
                  <a:lnTo>
                    <a:pt x="6581741" y="389693"/>
                  </a:lnTo>
                  <a:lnTo>
                    <a:pt x="6581899" y="389693"/>
                  </a:lnTo>
                  <a:lnTo>
                    <a:pt x="6582056" y="389693"/>
                  </a:lnTo>
                  <a:lnTo>
                    <a:pt x="6582056" y="389262"/>
                  </a:lnTo>
                  <a:lnTo>
                    <a:pt x="6582214" y="389262"/>
                  </a:lnTo>
                  <a:lnTo>
                    <a:pt x="6582372" y="389262"/>
                  </a:lnTo>
                  <a:lnTo>
                    <a:pt x="6582530" y="389262"/>
                  </a:lnTo>
                  <a:lnTo>
                    <a:pt x="6582687" y="389262"/>
                  </a:lnTo>
                  <a:lnTo>
                    <a:pt x="6582845" y="389262"/>
                  </a:lnTo>
                  <a:lnTo>
                    <a:pt x="6583003" y="389262"/>
                  </a:lnTo>
                  <a:lnTo>
                    <a:pt x="6583160" y="389262"/>
                  </a:lnTo>
                  <a:lnTo>
                    <a:pt x="6583318" y="389262"/>
                  </a:lnTo>
                  <a:lnTo>
                    <a:pt x="6583476" y="389262"/>
                  </a:lnTo>
                  <a:lnTo>
                    <a:pt x="6583634" y="389262"/>
                  </a:lnTo>
                  <a:lnTo>
                    <a:pt x="6583791" y="389262"/>
                  </a:lnTo>
                  <a:lnTo>
                    <a:pt x="6583949" y="389262"/>
                  </a:lnTo>
                  <a:lnTo>
                    <a:pt x="6584107" y="389262"/>
                  </a:lnTo>
                  <a:lnTo>
                    <a:pt x="6584264" y="389262"/>
                  </a:lnTo>
                  <a:lnTo>
                    <a:pt x="6584264" y="388831"/>
                  </a:lnTo>
                  <a:lnTo>
                    <a:pt x="6584422" y="388831"/>
                  </a:lnTo>
                  <a:lnTo>
                    <a:pt x="6584580" y="388831"/>
                  </a:lnTo>
                  <a:lnTo>
                    <a:pt x="6584738" y="388831"/>
                  </a:lnTo>
                  <a:lnTo>
                    <a:pt x="6584895" y="388831"/>
                  </a:lnTo>
                  <a:lnTo>
                    <a:pt x="6584895" y="388401"/>
                  </a:lnTo>
                  <a:lnTo>
                    <a:pt x="6584895" y="387970"/>
                  </a:lnTo>
                  <a:lnTo>
                    <a:pt x="6585053" y="387970"/>
                  </a:lnTo>
                  <a:lnTo>
                    <a:pt x="6585211" y="387970"/>
                  </a:lnTo>
                  <a:lnTo>
                    <a:pt x="6585368" y="387970"/>
                  </a:lnTo>
                  <a:lnTo>
                    <a:pt x="6585526" y="387970"/>
                  </a:lnTo>
                  <a:lnTo>
                    <a:pt x="6585684" y="387970"/>
                  </a:lnTo>
                  <a:lnTo>
                    <a:pt x="6585842" y="387970"/>
                  </a:lnTo>
                  <a:lnTo>
                    <a:pt x="6585999" y="387970"/>
                  </a:lnTo>
                  <a:lnTo>
                    <a:pt x="6586157" y="387970"/>
                  </a:lnTo>
                  <a:lnTo>
                    <a:pt x="6586315" y="387970"/>
                  </a:lnTo>
                  <a:lnTo>
                    <a:pt x="6586473" y="387970"/>
                  </a:lnTo>
                  <a:lnTo>
                    <a:pt x="6586630" y="387970"/>
                  </a:lnTo>
                  <a:lnTo>
                    <a:pt x="6586788" y="387970"/>
                  </a:lnTo>
                  <a:lnTo>
                    <a:pt x="6586946" y="387970"/>
                  </a:lnTo>
                  <a:lnTo>
                    <a:pt x="6587103" y="387970"/>
                  </a:lnTo>
                  <a:lnTo>
                    <a:pt x="6587261" y="387970"/>
                  </a:lnTo>
                  <a:lnTo>
                    <a:pt x="6587419" y="387970"/>
                  </a:lnTo>
                  <a:lnTo>
                    <a:pt x="6587577" y="387970"/>
                  </a:lnTo>
                  <a:lnTo>
                    <a:pt x="6587734" y="387970"/>
                  </a:lnTo>
                  <a:lnTo>
                    <a:pt x="6587892" y="387970"/>
                  </a:lnTo>
                  <a:lnTo>
                    <a:pt x="6588050" y="387970"/>
                  </a:lnTo>
                  <a:lnTo>
                    <a:pt x="6588207" y="387970"/>
                  </a:lnTo>
                  <a:lnTo>
                    <a:pt x="6588365" y="387970"/>
                  </a:lnTo>
                  <a:lnTo>
                    <a:pt x="6588523" y="387970"/>
                  </a:lnTo>
                  <a:lnTo>
                    <a:pt x="6588681" y="387970"/>
                  </a:lnTo>
                  <a:lnTo>
                    <a:pt x="6588838" y="387970"/>
                  </a:lnTo>
                  <a:lnTo>
                    <a:pt x="6588996" y="387970"/>
                  </a:lnTo>
                  <a:lnTo>
                    <a:pt x="6589154" y="387970"/>
                  </a:lnTo>
                  <a:lnTo>
                    <a:pt x="6589311" y="387970"/>
                  </a:lnTo>
                  <a:lnTo>
                    <a:pt x="6589469" y="387970"/>
                  </a:lnTo>
                  <a:lnTo>
                    <a:pt x="6589627" y="387970"/>
                  </a:lnTo>
                  <a:lnTo>
                    <a:pt x="6589785" y="387970"/>
                  </a:lnTo>
                  <a:lnTo>
                    <a:pt x="6589942" y="387970"/>
                  </a:lnTo>
                  <a:lnTo>
                    <a:pt x="6589942" y="387540"/>
                  </a:lnTo>
                  <a:lnTo>
                    <a:pt x="6590100" y="387540"/>
                  </a:lnTo>
                  <a:lnTo>
                    <a:pt x="6590258" y="387540"/>
                  </a:lnTo>
                  <a:lnTo>
                    <a:pt x="6590415" y="387540"/>
                  </a:lnTo>
                  <a:lnTo>
                    <a:pt x="6590415" y="387109"/>
                  </a:lnTo>
                  <a:lnTo>
                    <a:pt x="6590573" y="387109"/>
                  </a:lnTo>
                  <a:lnTo>
                    <a:pt x="6590731" y="387109"/>
                  </a:lnTo>
                  <a:lnTo>
                    <a:pt x="6590889" y="387109"/>
                  </a:lnTo>
                  <a:lnTo>
                    <a:pt x="6591046" y="387109"/>
                  </a:lnTo>
                  <a:lnTo>
                    <a:pt x="6591204" y="387109"/>
                  </a:lnTo>
                  <a:lnTo>
                    <a:pt x="6591362" y="387109"/>
                  </a:lnTo>
                  <a:lnTo>
                    <a:pt x="6591520" y="387109"/>
                  </a:lnTo>
                  <a:lnTo>
                    <a:pt x="6591677" y="387109"/>
                  </a:lnTo>
                  <a:lnTo>
                    <a:pt x="6591835" y="387109"/>
                  </a:lnTo>
                  <a:lnTo>
                    <a:pt x="6591993" y="387109"/>
                  </a:lnTo>
                  <a:lnTo>
                    <a:pt x="6592150" y="387109"/>
                  </a:lnTo>
                  <a:lnTo>
                    <a:pt x="6592150" y="386678"/>
                  </a:lnTo>
                  <a:lnTo>
                    <a:pt x="6592308" y="386678"/>
                  </a:lnTo>
                  <a:lnTo>
                    <a:pt x="6592466" y="386678"/>
                  </a:lnTo>
                  <a:lnTo>
                    <a:pt x="6592624" y="386678"/>
                  </a:lnTo>
                  <a:lnTo>
                    <a:pt x="6592781" y="386678"/>
                  </a:lnTo>
                  <a:lnTo>
                    <a:pt x="6592939" y="386678"/>
                  </a:lnTo>
                  <a:lnTo>
                    <a:pt x="6593097" y="386678"/>
                  </a:lnTo>
                  <a:lnTo>
                    <a:pt x="6593254" y="386678"/>
                  </a:lnTo>
                  <a:lnTo>
                    <a:pt x="6593412" y="386678"/>
                  </a:lnTo>
                  <a:lnTo>
                    <a:pt x="6593412" y="386248"/>
                  </a:lnTo>
                  <a:lnTo>
                    <a:pt x="6593570" y="386248"/>
                  </a:lnTo>
                  <a:lnTo>
                    <a:pt x="6593728" y="386248"/>
                  </a:lnTo>
                  <a:lnTo>
                    <a:pt x="6593885" y="386248"/>
                  </a:lnTo>
                  <a:lnTo>
                    <a:pt x="6593885" y="385817"/>
                  </a:lnTo>
                  <a:lnTo>
                    <a:pt x="6594043" y="385817"/>
                  </a:lnTo>
                  <a:lnTo>
                    <a:pt x="6594201" y="385817"/>
                  </a:lnTo>
                  <a:lnTo>
                    <a:pt x="6594358" y="385817"/>
                  </a:lnTo>
                  <a:lnTo>
                    <a:pt x="6594516" y="385817"/>
                  </a:lnTo>
                  <a:lnTo>
                    <a:pt x="6594674" y="385817"/>
                  </a:lnTo>
                  <a:lnTo>
                    <a:pt x="6594832" y="385817"/>
                  </a:lnTo>
                  <a:lnTo>
                    <a:pt x="6594989" y="385817"/>
                  </a:lnTo>
                  <a:lnTo>
                    <a:pt x="6595147" y="385817"/>
                  </a:lnTo>
                  <a:lnTo>
                    <a:pt x="6595147" y="385387"/>
                  </a:lnTo>
                  <a:lnTo>
                    <a:pt x="6595305" y="385387"/>
                  </a:lnTo>
                  <a:lnTo>
                    <a:pt x="6595462" y="385387"/>
                  </a:lnTo>
                  <a:lnTo>
                    <a:pt x="6595620" y="385387"/>
                  </a:lnTo>
                  <a:lnTo>
                    <a:pt x="6595778" y="385387"/>
                  </a:lnTo>
                  <a:lnTo>
                    <a:pt x="6595936" y="385387"/>
                  </a:lnTo>
                  <a:lnTo>
                    <a:pt x="6596093" y="385387"/>
                  </a:lnTo>
                  <a:lnTo>
                    <a:pt x="6596251" y="385387"/>
                  </a:lnTo>
                  <a:lnTo>
                    <a:pt x="6596409" y="385387"/>
                  </a:lnTo>
                  <a:lnTo>
                    <a:pt x="6596566" y="385387"/>
                  </a:lnTo>
                  <a:lnTo>
                    <a:pt x="6596724" y="385387"/>
                  </a:lnTo>
                  <a:lnTo>
                    <a:pt x="6596882" y="385387"/>
                  </a:lnTo>
                  <a:lnTo>
                    <a:pt x="6597040" y="385387"/>
                  </a:lnTo>
                  <a:lnTo>
                    <a:pt x="6597197" y="385387"/>
                  </a:lnTo>
                  <a:lnTo>
                    <a:pt x="6597355" y="385387"/>
                  </a:lnTo>
                  <a:lnTo>
                    <a:pt x="6597513" y="385387"/>
                  </a:lnTo>
                  <a:lnTo>
                    <a:pt x="6597671" y="385387"/>
                  </a:lnTo>
                  <a:lnTo>
                    <a:pt x="6597828" y="385387"/>
                  </a:lnTo>
                  <a:lnTo>
                    <a:pt x="6597986" y="385387"/>
                  </a:lnTo>
                  <a:lnTo>
                    <a:pt x="6598144" y="385387"/>
                  </a:lnTo>
                  <a:lnTo>
                    <a:pt x="6598301" y="385387"/>
                  </a:lnTo>
                  <a:lnTo>
                    <a:pt x="6598459" y="385387"/>
                  </a:lnTo>
                  <a:lnTo>
                    <a:pt x="6598617" y="385387"/>
                  </a:lnTo>
                  <a:lnTo>
                    <a:pt x="6598775" y="385387"/>
                  </a:lnTo>
                  <a:lnTo>
                    <a:pt x="6598932" y="385387"/>
                  </a:lnTo>
                  <a:lnTo>
                    <a:pt x="6599090" y="385387"/>
                  </a:lnTo>
                  <a:lnTo>
                    <a:pt x="6599248" y="385387"/>
                  </a:lnTo>
                  <a:lnTo>
                    <a:pt x="6599405" y="385387"/>
                  </a:lnTo>
                  <a:lnTo>
                    <a:pt x="6599563" y="385387"/>
                  </a:lnTo>
                  <a:lnTo>
                    <a:pt x="6599721" y="385387"/>
                  </a:lnTo>
                  <a:lnTo>
                    <a:pt x="6599879" y="385387"/>
                  </a:lnTo>
                  <a:lnTo>
                    <a:pt x="6599879" y="384956"/>
                  </a:lnTo>
                  <a:lnTo>
                    <a:pt x="6599879" y="384525"/>
                  </a:lnTo>
                  <a:lnTo>
                    <a:pt x="6600036" y="384525"/>
                  </a:lnTo>
                  <a:lnTo>
                    <a:pt x="6600036" y="384095"/>
                  </a:lnTo>
                  <a:lnTo>
                    <a:pt x="6600194" y="384095"/>
                  </a:lnTo>
                  <a:lnTo>
                    <a:pt x="6600194" y="383664"/>
                  </a:lnTo>
                  <a:lnTo>
                    <a:pt x="6600352" y="383664"/>
                  </a:lnTo>
                  <a:lnTo>
                    <a:pt x="6600509" y="383664"/>
                  </a:lnTo>
                  <a:lnTo>
                    <a:pt x="6600667" y="383664"/>
                  </a:lnTo>
                  <a:lnTo>
                    <a:pt x="6600825" y="383664"/>
                  </a:lnTo>
                  <a:lnTo>
                    <a:pt x="6600983" y="383664"/>
                  </a:lnTo>
                  <a:lnTo>
                    <a:pt x="6601140" y="383664"/>
                  </a:lnTo>
                  <a:lnTo>
                    <a:pt x="6601298" y="383664"/>
                  </a:lnTo>
                  <a:lnTo>
                    <a:pt x="6601298" y="383234"/>
                  </a:lnTo>
                  <a:lnTo>
                    <a:pt x="6601456" y="383234"/>
                  </a:lnTo>
                  <a:lnTo>
                    <a:pt x="6601613" y="383234"/>
                  </a:lnTo>
                  <a:lnTo>
                    <a:pt x="6601771" y="383234"/>
                  </a:lnTo>
                  <a:lnTo>
                    <a:pt x="6601771" y="382803"/>
                  </a:lnTo>
                  <a:lnTo>
                    <a:pt x="6601771" y="382372"/>
                  </a:lnTo>
                  <a:lnTo>
                    <a:pt x="6601929" y="382372"/>
                  </a:lnTo>
                  <a:lnTo>
                    <a:pt x="6602087" y="382372"/>
                  </a:lnTo>
                  <a:lnTo>
                    <a:pt x="6602244" y="382372"/>
                  </a:lnTo>
                  <a:lnTo>
                    <a:pt x="6602402" y="382372"/>
                  </a:lnTo>
                  <a:lnTo>
                    <a:pt x="6602560" y="382372"/>
                  </a:lnTo>
                  <a:lnTo>
                    <a:pt x="6602560" y="381942"/>
                  </a:lnTo>
                  <a:lnTo>
                    <a:pt x="6602718" y="381942"/>
                  </a:lnTo>
                  <a:lnTo>
                    <a:pt x="6602875" y="381942"/>
                  </a:lnTo>
                  <a:lnTo>
                    <a:pt x="6603033" y="381942"/>
                  </a:lnTo>
                  <a:lnTo>
                    <a:pt x="6603191" y="381942"/>
                  </a:lnTo>
                  <a:lnTo>
                    <a:pt x="6603348" y="381942"/>
                  </a:lnTo>
                  <a:lnTo>
                    <a:pt x="6603506" y="381942"/>
                  </a:lnTo>
                  <a:lnTo>
                    <a:pt x="6603664" y="381942"/>
                  </a:lnTo>
                  <a:lnTo>
                    <a:pt x="6603822" y="381942"/>
                  </a:lnTo>
                  <a:lnTo>
                    <a:pt x="6603822" y="381511"/>
                  </a:lnTo>
                  <a:lnTo>
                    <a:pt x="6603979" y="381511"/>
                  </a:lnTo>
                  <a:lnTo>
                    <a:pt x="6604137" y="381511"/>
                  </a:lnTo>
                  <a:lnTo>
                    <a:pt x="6604137" y="381081"/>
                  </a:lnTo>
                  <a:lnTo>
                    <a:pt x="6604295" y="381081"/>
                  </a:lnTo>
                  <a:lnTo>
                    <a:pt x="6604295" y="380650"/>
                  </a:lnTo>
                  <a:lnTo>
                    <a:pt x="6604452" y="380650"/>
                  </a:lnTo>
                  <a:lnTo>
                    <a:pt x="6604610" y="380650"/>
                  </a:lnTo>
                  <a:lnTo>
                    <a:pt x="6604768" y="380650"/>
                  </a:lnTo>
                  <a:lnTo>
                    <a:pt x="6604926" y="380650"/>
                  </a:lnTo>
                  <a:lnTo>
                    <a:pt x="6605083" y="380650"/>
                  </a:lnTo>
                  <a:lnTo>
                    <a:pt x="6605241" y="380650"/>
                  </a:lnTo>
                  <a:lnTo>
                    <a:pt x="6605399" y="380650"/>
                  </a:lnTo>
                  <a:lnTo>
                    <a:pt x="6605556" y="380650"/>
                  </a:lnTo>
                  <a:lnTo>
                    <a:pt x="6605714" y="380650"/>
                  </a:lnTo>
                  <a:lnTo>
                    <a:pt x="6605872" y="380650"/>
                  </a:lnTo>
                  <a:lnTo>
                    <a:pt x="6606030" y="380650"/>
                  </a:lnTo>
                  <a:lnTo>
                    <a:pt x="6606187" y="380650"/>
                  </a:lnTo>
                  <a:lnTo>
                    <a:pt x="6606345" y="380650"/>
                  </a:lnTo>
                  <a:lnTo>
                    <a:pt x="6606503" y="380650"/>
                  </a:lnTo>
                  <a:lnTo>
                    <a:pt x="6606503" y="380219"/>
                  </a:lnTo>
                  <a:lnTo>
                    <a:pt x="6606660" y="380219"/>
                  </a:lnTo>
                  <a:lnTo>
                    <a:pt x="6606818" y="380219"/>
                  </a:lnTo>
                  <a:lnTo>
                    <a:pt x="6606976" y="380219"/>
                  </a:lnTo>
                  <a:lnTo>
                    <a:pt x="6607134" y="380219"/>
                  </a:lnTo>
                  <a:lnTo>
                    <a:pt x="6607134" y="379789"/>
                  </a:lnTo>
                  <a:lnTo>
                    <a:pt x="6607291" y="379789"/>
                  </a:lnTo>
                  <a:lnTo>
                    <a:pt x="6607449" y="379789"/>
                  </a:lnTo>
                  <a:lnTo>
                    <a:pt x="6607607" y="379789"/>
                  </a:lnTo>
                  <a:lnTo>
                    <a:pt x="6607764" y="379789"/>
                  </a:lnTo>
                  <a:lnTo>
                    <a:pt x="6607922" y="379789"/>
                  </a:lnTo>
                  <a:lnTo>
                    <a:pt x="6608080" y="379789"/>
                  </a:lnTo>
                  <a:lnTo>
                    <a:pt x="6608238" y="379789"/>
                  </a:lnTo>
                  <a:lnTo>
                    <a:pt x="6608395" y="379789"/>
                  </a:lnTo>
                  <a:lnTo>
                    <a:pt x="6608553" y="379789"/>
                  </a:lnTo>
                  <a:lnTo>
                    <a:pt x="6608711" y="379789"/>
                  </a:lnTo>
                  <a:lnTo>
                    <a:pt x="6608869" y="379789"/>
                  </a:lnTo>
                  <a:lnTo>
                    <a:pt x="6608869" y="379358"/>
                  </a:lnTo>
                  <a:lnTo>
                    <a:pt x="6609026" y="379358"/>
                  </a:lnTo>
                  <a:lnTo>
                    <a:pt x="6609184" y="379358"/>
                  </a:lnTo>
                  <a:lnTo>
                    <a:pt x="6609342" y="379358"/>
                  </a:lnTo>
                  <a:lnTo>
                    <a:pt x="6609499" y="379358"/>
                  </a:lnTo>
                  <a:lnTo>
                    <a:pt x="6609657" y="379358"/>
                  </a:lnTo>
                  <a:lnTo>
                    <a:pt x="6609815" y="379358"/>
                  </a:lnTo>
                  <a:lnTo>
                    <a:pt x="6609973" y="379358"/>
                  </a:lnTo>
                  <a:lnTo>
                    <a:pt x="6610130" y="379358"/>
                  </a:lnTo>
                  <a:lnTo>
                    <a:pt x="6610288" y="379358"/>
                  </a:lnTo>
                  <a:lnTo>
                    <a:pt x="6610446" y="379358"/>
                  </a:lnTo>
                  <a:lnTo>
                    <a:pt x="6610603" y="379358"/>
                  </a:lnTo>
                  <a:lnTo>
                    <a:pt x="6610761" y="379358"/>
                  </a:lnTo>
                  <a:lnTo>
                    <a:pt x="6610919" y="379358"/>
                  </a:lnTo>
                  <a:lnTo>
                    <a:pt x="6611077" y="379358"/>
                  </a:lnTo>
                  <a:lnTo>
                    <a:pt x="6611234" y="379358"/>
                  </a:lnTo>
                  <a:lnTo>
                    <a:pt x="6611234" y="378928"/>
                  </a:lnTo>
                  <a:lnTo>
                    <a:pt x="6611392" y="378928"/>
                  </a:lnTo>
                  <a:lnTo>
                    <a:pt x="6611550" y="378928"/>
                  </a:lnTo>
                  <a:lnTo>
                    <a:pt x="6611707" y="378928"/>
                  </a:lnTo>
                  <a:lnTo>
                    <a:pt x="6611865" y="378928"/>
                  </a:lnTo>
                  <a:lnTo>
                    <a:pt x="6611865" y="378497"/>
                  </a:lnTo>
                  <a:lnTo>
                    <a:pt x="6612023" y="378497"/>
                  </a:lnTo>
                  <a:lnTo>
                    <a:pt x="6612023" y="378066"/>
                  </a:lnTo>
                  <a:lnTo>
                    <a:pt x="6612181" y="378066"/>
                  </a:lnTo>
                  <a:lnTo>
                    <a:pt x="6612338" y="378066"/>
                  </a:lnTo>
                  <a:lnTo>
                    <a:pt x="6612496" y="378066"/>
                  </a:lnTo>
                  <a:lnTo>
                    <a:pt x="6612654" y="378066"/>
                  </a:lnTo>
                  <a:lnTo>
                    <a:pt x="6612811" y="378066"/>
                  </a:lnTo>
                  <a:lnTo>
                    <a:pt x="6612811" y="377636"/>
                  </a:lnTo>
                  <a:lnTo>
                    <a:pt x="6612969" y="377636"/>
                  </a:lnTo>
                  <a:lnTo>
                    <a:pt x="6612969" y="377205"/>
                  </a:lnTo>
                  <a:lnTo>
                    <a:pt x="6613127" y="377205"/>
                  </a:lnTo>
                  <a:lnTo>
                    <a:pt x="6613285" y="377205"/>
                  </a:lnTo>
                  <a:lnTo>
                    <a:pt x="6613442" y="377205"/>
                  </a:lnTo>
                  <a:lnTo>
                    <a:pt x="6613600" y="377205"/>
                  </a:lnTo>
                  <a:lnTo>
                    <a:pt x="6613758" y="377205"/>
                  </a:lnTo>
                  <a:lnTo>
                    <a:pt x="6613915" y="377205"/>
                  </a:lnTo>
                  <a:lnTo>
                    <a:pt x="6614073" y="377205"/>
                  </a:lnTo>
                  <a:lnTo>
                    <a:pt x="6614231" y="377205"/>
                  </a:lnTo>
                  <a:lnTo>
                    <a:pt x="6614389" y="377205"/>
                  </a:lnTo>
                  <a:lnTo>
                    <a:pt x="6614546" y="377205"/>
                  </a:lnTo>
                  <a:lnTo>
                    <a:pt x="6614704" y="377205"/>
                  </a:lnTo>
                  <a:lnTo>
                    <a:pt x="6614862" y="377205"/>
                  </a:lnTo>
                  <a:lnTo>
                    <a:pt x="6614862" y="376775"/>
                  </a:lnTo>
                  <a:lnTo>
                    <a:pt x="6615020" y="376775"/>
                  </a:lnTo>
                  <a:lnTo>
                    <a:pt x="6615177" y="376775"/>
                  </a:lnTo>
                  <a:lnTo>
                    <a:pt x="6615335" y="376775"/>
                  </a:lnTo>
                  <a:lnTo>
                    <a:pt x="6615493" y="376775"/>
                  </a:lnTo>
                  <a:lnTo>
                    <a:pt x="6615650" y="376775"/>
                  </a:lnTo>
                  <a:lnTo>
                    <a:pt x="6615808" y="376775"/>
                  </a:lnTo>
                  <a:lnTo>
                    <a:pt x="6615966" y="376775"/>
                  </a:lnTo>
                  <a:lnTo>
                    <a:pt x="6616124" y="376775"/>
                  </a:lnTo>
                  <a:lnTo>
                    <a:pt x="6616281" y="376775"/>
                  </a:lnTo>
                  <a:lnTo>
                    <a:pt x="6616439" y="376775"/>
                  </a:lnTo>
                  <a:lnTo>
                    <a:pt x="6616597" y="376775"/>
                  </a:lnTo>
                  <a:lnTo>
                    <a:pt x="6616754" y="376775"/>
                  </a:lnTo>
                  <a:lnTo>
                    <a:pt x="6616912" y="376775"/>
                  </a:lnTo>
                  <a:lnTo>
                    <a:pt x="6617070" y="376775"/>
                  </a:lnTo>
                  <a:lnTo>
                    <a:pt x="6617070" y="376344"/>
                  </a:lnTo>
                  <a:lnTo>
                    <a:pt x="6617228" y="376344"/>
                  </a:lnTo>
                  <a:lnTo>
                    <a:pt x="6617228" y="375913"/>
                  </a:lnTo>
                  <a:lnTo>
                    <a:pt x="6617385" y="375913"/>
                  </a:lnTo>
                  <a:lnTo>
                    <a:pt x="6617543" y="375913"/>
                  </a:lnTo>
                  <a:lnTo>
                    <a:pt x="6617701" y="375913"/>
                  </a:lnTo>
                  <a:lnTo>
                    <a:pt x="6617858" y="375913"/>
                  </a:lnTo>
                  <a:lnTo>
                    <a:pt x="6618016" y="375913"/>
                  </a:lnTo>
                  <a:lnTo>
                    <a:pt x="6618174" y="375913"/>
                  </a:lnTo>
                  <a:lnTo>
                    <a:pt x="6618332" y="375913"/>
                  </a:lnTo>
                  <a:lnTo>
                    <a:pt x="6618489" y="375913"/>
                  </a:lnTo>
                  <a:lnTo>
                    <a:pt x="6618647" y="375913"/>
                  </a:lnTo>
                  <a:lnTo>
                    <a:pt x="6618805" y="375913"/>
                  </a:lnTo>
                  <a:lnTo>
                    <a:pt x="6618962" y="375913"/>
                  </a:lnTo>
                  <a:lnTo>
                    <a:pt x="6619120" y="375913"/>
                  </a:lnTo>
                  <a:lnTo>
                    <a:pt x="6619278" y="375913"/>
                  </a:lnTo>
                  <a:lnTo>
                    <a:pt x="6619436" y="375913"/>
                  </a:lnTo>
                  <a:lnTo>
                    <a:pt x="6619593" y="375913"/>
                  </a:lnTo>
                  <a:lnTo>
                    <a:pt x="6619751" y="375913"/>
                  </a:lnTo>
                  <a:lnTo>
                    <a:pt x="6619909" y="375913"/>
                  </a:lnTo>
                  <a:lnTo>
                    <a:pt x="6620067" y="375913"/>
                  </a:lnTo>
                  <a:lnTo>
                    <a:pt x="6620224" y="375913"/>
                  </a:lnTo>
                  <a:lnTo>
                    <a:pt x="6620382" y="375913"/>
                  </a:lnTo>
                  <a:lnTo>
                    <a:pt x="6620540" y="375913"/>
                  </a:lnTo>
                  <a:lnTo>
                    <a:pt x="6620697" y="375913"/>
                  </a:lnTo>
                  <a:lnTo>
                    <a:pt x="6620855" y="375913"/>
                  </a:lnTo>
                  <a:lnTo>
                    <a:pt x="6621013" y="375913"/>
                  </a:lnTo>
                  <a:lnTo>
                    <a:pt x="6621171" y="375913"/>
                  </a:lnTo>
                  <a:lnTo>
                    <a:pt x="6621328" y="375913"/>
                  </a:lnTo>
                  <a:lnTo>
                    <a:pt x="6621486" y="375913"/>
                  </a:lnTo>
                  <a:lnTo>
                    <a:pt x="6621644" y="375913"/>
                  </a:lnTo>
                  <a:lnTo>
                    <a:pt x="6621644" y="375483"/>
                  </a:lnTo>
                  <a:lnTo>
                    <a:pt x="6621801" y="375483"/>
                  </a:lnTo>
                  <a:lnTo>
                    <a:pt x="6621959" y="375483"/>
                  </a:lnTo>
                  <a:lnTo>
                    <a:pt x="6621959" y="375052"/>
                  </a:lnTo>
                  <a:lnTo>
                    <a:pt x="6621959" y="374622"/>
                  </a:lnTo>
                  <a:lnTo>
                    <a:pt x="6622117" y="374622"/>
                  </a:lnTo>
                  <a:lnTo>
                    <a:pt x="6622117" y="374191"/>
                  </a:lnTo>
                  <a:lnTo>
                    <a:pt x="6622275" y="374191"/>
                  </a:lnTo>
                  <a:lnTo>
                    <a:pt x="6622275" y="373760"/>
                  </a:lnTo>
                  <a:lnTo>
                    <a:pt x="6622432" y="373760"/>
                  </a:lnTo>
                  <a:lnTo>
                    <a:pt x="6622590" y="373760"/>
                  </a:lnTo>
                  <a:lnTo>
                    <a:pt x="6622748" y="373760"/>
                  </a:lnTo>
                  <a:lnTo>
                    <a:pt x="6622905" y="373760"/>
                  </a:lnTo>
                  <a:lnTo>
                    <a:pt x="6623063" y="373760"/>
                  </a:lnTo>
                  <a:lnTo>
                    <a:pt x="6623221" y="373760"/>
                  </a:lnTo>
                  <a:lnTo>
                    <a:pt x="6623379" y="373760"/>
                  </a:lnTo>
                  <a:lnTo>
                    <a:pt x="6623536" y="373760"/>
                  </a:lnTo>
                  <a:lnTo>
                    <a:pt x="6623694" y="373760"/>
                  </a:lnTo>
                  <a:lnTo>
                    <a:pt x="6623852" y="373760"/>
                  </a:lnTo>
                  <a:lnTo>
                    <a:pt x="6624009" y="373760"/>
                  </a:lnTo>
                  <a:lnTo>
                    <a:pt x="6624167" y="373760"/>
                  </a:lnTo>
                  <a:lnTo>
                    <a:pt x="6624325" y="373760"/>
                  </a:lnTo>
                  <a:lnTo>
                    <a:pt x="6624483" y="373760"/>
                  </a:lnTo>
                  <a:lnTo>
                    <a:pt x="6624640" y="373760"/>
                  </a:lnTo>
                  <a:lnTo>
                    <a:pt x="6624798" y="373760"/>
                  </a:lnTo>
                  <a:lnTo>
                    <a:pt x="6624956" y="373760"/>
                  </a:lnTo>
                  <a:lnTo>
                    <a:pt x="6625113" y="373760"/>
                  </a:lnTo>
                  <a:lnTo>
                    <a:pt x="6625271" y="373760"/>
                  </a:lnTo>
                  <a:lnTo>
                    <a:pt x="6625429" y="373760"/>
                  </a:lnTo>
                  <a:lnTo>
                    <a:pt x="6625587" y="373760"/>
                  </a:lnTo>
                  <a:lnTo>
                    <a:pt x="6625744" y="373760"/>
                  </a:lnTo>
                  <a:lnTo>
                    <a:pt x="6625902" y="373760"/>
                  </a:lnTo>
                  <a:lnTo>
                    <a:pt x="6626060" y="373760"/>
                  </a:lnTo>
                  <a:lnTo>
                    <a:pt x="6626218" y="373760"/>
                  </a:lnTo>
                  <a:lnTo>
                    <a:pt x="6626375" y="373760"/>
                  </a:lnTo>
                  <a:lnTo>
                    <a:pt x="6626533" y="373760"/>
                  </a:lnTo>
                  <a:lnTo>
                    <a:pt x="6626691" y="373760"/>
                  </a:lnTo>
                  <a:lnTo>
                    <a:pt x="6626848" y="373760"/>
                  </a:lnTo>
                  <a:lnTo>
                    <a:pt x="6627006" y="373760"/>
                  </a:lnTo>
                  <a:lnTo>
                    <a:pt x="6627164" y="373760"/>
                  </a:lnTo>
                  <a:lnTo>
                    <a:pt x="6627322" y="373760"/>
                  </a:lnTo>
                  <a:lnTo>
                    <a:pt x="6627479" y="373760"/>
                  </a:lnTo>
                  <a:lnTo>
                    <a:pt x="6627479" y="373330"/>
                  </a:lnTo>
                  <a:lnTo>
                    <a:pt x="6627637" y="373330"/>
                  </a:lnTo>
                  <a:lnTo>
                    <a:pt x="6627795" y="373330"/>
                  </a:lnTo>
                  <a:lnTo>
                    <a:pt x="6627952" y="373330"/>
                  </a:lnTo>
                  <a:lnTo>
                    <a:pt x="6627952" y="372899"/>
                  </a:lnTo>
                  <a:lnTo>
                    <a:pt x="6628110" y="372899"/>
                  </a:lnTo>
                  <a:lnTo>
                    <a:pt x="6628268" y="372899"/>
                  </a:lnTo>
                  <a:lnTo>
                    <a:pt x="6628426" y="372899"/>
                  </a:lnTo>
                  <a:lnTo>
                    <a:pt x="6628583" y="372899"/>
                  </a:lnTo>
                  <a:lnTo>
                    <a:pt x="6628741" y="372899"/>
                  </a:lnTo>
                  <a:lnTo>
                    <a:pt x="6628899" y="372899"/>
                  </a:lnTo>
                  <a:lnTo>
                    <a:pt x="6629056" y="372899"/>
                  </a:lnTo>
                  <a:lnTo>
                    <a:pt x="6629056" y="372469"/>
                  </a:lnTo>
                  <a:lnTo>
                    <a:pt x="6629214" y="372469"/>
                  </a:lnTo>
                  <a:lnTo>
                    <a:pt x="6629214" y="372038"/>
                  </a:lnTo>
                  <a:lnTo>
                    <a:pt x="6629372" y="372038"/>
                  </a:lnTo>
                  <a:lnTo>
                    <a:pt x="6629530" y="372038"/>
                  </a:lnTo>
                  <a:lnTo>
                    <a:pt x="6629687" y="372038"/>
                  </a:lnTo>
                  <a:lnTo>
                    <a:pt x="6629845" y="372038"/>
                  </a:lnTo>
                  <a:lnTo>
                    <a:pt x="6630003" y="372038"/>
                  </a:lnTo>
                  <a:lnTo>
                    <a:pt x="6630160" y="372038"/>
                  </a:lnTo>
                  <a:lnTo>
                    <a:pt x="6630318" y="372038"/>
                  </a:lnTo>
                  <a:lnTo>
                    <a:pt x="6630476" y="372038"/>
                  </a:lnTo>
                  <a:lnTo>
                    <a:pt x="6630634" y="372038"/>
                  </a:lnTo>
                  <a:lnTo>
                    <a:pt x="6630791" y="372038"/>
                  </a:lnTo>
                  <a:lnTo>
                    <a:pt x="6630949" y="372038"/>
                  </a:lnTo>
                  <a:lnTo>
                    <a:pt x="6631107" y="372038"/>
                  </a:lnTo>
                  <a:lnTo>
                    <a:pt x="6631265" y="372038"/>
                  </a:lnTo>
                  <a:lnTo>
                    <a:pt x="6631265" y="371607"/>
                  </a:lnTo>
                  <a:lnTo>
                    <a:pt x="6631422" y="371607"/>
                  </a:lnTo>
                  <a:lnTo>
                    <a:pt x="6631422" y="371177"/>
                  </a:lnTo>
                  <a:lnTo>
                    <a:pt x="6631580" y="371177"/>
                  </a:lnTo>
                  <a:lnTo>
                    <a:pt x="6631580" y="370746"/>
                  </a:lnTo>
                  <a:lnTo>
                    <a:pt x="6631580" y="370316"/>
                  </a:lnTo>
                  <a:lnTo>
                    <a:pt x="6631738" y="370316"/>
                  </a:lnTo>
                  <a:lnTo>
                    <a:pt x="6631895" y="370316"/>
                  </a:lnTo>
                  <a:lnTo>
                    <a:pt x="6632053" y="370316"/>
                  </a:lnTo>
                  <a:lnTo>
                    <a:pt x="6632211" y="370316"/>
                  </a:lnTo>
                  <a:lnTo>
                    <a:pt x="6632369" y="370316"/>
                  </a:lnTo>
                  <a:lnTo>
                    <a:pt x="6632369" y="369885"/>
                  </a:lnTo>
                  <a:lnTo>
                    <a:pt x="6632526" y="369885"/>
                  </a:lnTo>
                  <a:lnTo>
                    <a:pt x="6632684" y="369885"/>
                  </a:lnTo>
                  <a:lnTo>
                    <a:pt x="6632842" y="369885"/>
                  </a:lnTo>
                  <a:lnTo>
                    <a:pt x="6632999" y="369885"/>
                  </a:lnTo>
                  <a:lnTo>
                    <a:pt x="6633157" y="369885"/>
                  </a:lnTo>
                  <a:lnTo>
                    <a:pt x="6633315" y="369885"/>
                  </a:lnTo>
                  <a:lnTo>
                    <a:pt x="6633315" y="369454"/>
                  </a:lnTo>
                  <a:lnTo>
                    <a:pt x="6633473" y="369454"/>
                  </a:lnTo>
                  <a:lnTo>
                    <a:pt x="6633630" y="369454"/>
                  </a:lnTo>
                  <a:lnTo>
                    <a:pt x="6633788" y="369454"/>
                  </a:lnTo>
                  <a:lnTo>
                    <a:pt x="6633946" y="369454"/>
                  </a:lnTo>
                  <a:lnTo>
                    <a:pt x="6634103" y="369454"/>
                  </a:lnTo>
                  <a:lnTo>
                    <a:pt x="6634261" y="369454"/>
                  </a:lnTo>
                  <a:lnTo>
                    <a:pt x="6634419" y="369454"/>
                  </a:lnTo>
                  <a:lnTo>
                    <a:pt x="6634577" y="369454"/>
                  </a:lnTo>
                  <a:lnTo>
                    <a:pt x="6634734" y="369454"/>
                  </a:lnTo>
                  <a:lnTo>
                    <a:pt x="6634892" y="369454"/>
                  </a:lnTo>
                  <a:lnTo>
                    <a:pt x="6635050" y="369454"/>
                  </a:lnTo>
                  <a:lnTo>
                    <a:pt x="6635207" y="369454"/>
                  </a:lnTo>
                  <a:lnTo>
                    <a:pt x="6635365" y="369454"/>
                  </a:lnTo>
                  <a:lnTo>
                    <a:pt x="6635523" y="369454"/>
                  </a:lnTo>
                  <a:lnTo>
                    <a:pt x="6635681" y="369454"/>
                  </a:lnTo>
                  <a:lnTo>
                    <a:pt x="6635838" y="369454"/>
                  </a:lnTo>
                  <a:lnTo>
                    <a:pt x="6635996" y="369454"/>
                  </a:lnTo>
                  <a:lnTo>
                    <a:pt x="6635996" y="369024"/>
                  </a:lnTo>
                  <a:lnTo>
                    <a:pt x="6636154" y="369024"/>
                  </a:lnTo>
                  <a:lnTo>
                    <a:pt x="6636311" y="369024"/>
                  </a:lnTo>
                  <a:lnTo>
                    <a:pt x="6636469" y="369024"/>
                  </a:lnTo>
                  <a:lnTo>
                    <a:pt x="6636627" y="369024"/>
                  </a:lnTo>
                  <a:lnTo>
                    <a:pt x="6636785" y="369024"/>
                  </a:lnTo>
                  <a:lnTo>
                    <a:pt x="6636785" y="368593"/>
                  </a:lnTo>
                  <a:lnTo>
                    <a:pt x="6636942" y="368593"/>
                  </a:lnTo>
                  <a:lnTo>
                    <a:pt x="6637100" y="368593"/>
                  </a:lnTo>
                  <a:lnTo>
                    <a:pt x="6637258" y="368593"/>
                  </a:lnTo>
                  <a:lnTo>
                    <a:pt x="6637416" y="368593"/>
                  </a:lnTo>
                  <a:lnTo>
                    <a:pt x="6637573" y="368593"/>
                  </a:lnTo>
                  <a:lnTo>
                    <a:pt x="6637731" y="368593"/>
                  </a:lnTo>
                  <a:lnTo>
                    <a:pt x="6637889" y="368593"/>
                  </a:lnTo>
                  <a:lnTo>
                    <a:pt x="6638046" y="368593"/>
                  </a:lnTo>
                  <a:lnTo>
                    <a:pt x="6638204" y="368593"/>
                  </a:lnTo>
                  <a:lnTo>
                    <a:pt x="6638362" y="368593"/>
                  </a:lnTo>
                  <a:lnTo>
                    <a:pt x="6638520" y="368593"/>
                  </a:lnTo>
                  <a:lnTo>
                    <a:pt x="6638520" y="368163"/>
                  </a:lnTo>
                  <a:lnTo>
                    <a:pt x="6638677" y="368163"/>
                  </a:lnTo>
                  <a:lnTo>
                    <a:pt x="6638835" y="368163"/>
                  </a:lnTo>
                  <a:lnTo>
                    <a:pt x="6638993" y="368163"/>
                  </a:lnTo>
                  <a:lnTo>
                    <a:pt x="6639150" y="368163"/>
                  </a:lnTo>
                  <a:lnTo>
                    <a:pt x="6639308" y="368163"/>
                  </a:lnTo>
                  <a:lnTo>
                    <a:pt x="6639466" y="368163"/>
                  </a:lnTo>
                  <a:lnTo>
                    <a:pt x="6639624" y="368163"/>
                  </a:lnTo>
                  <a:lnTo>
                    <a:pt x="6639624" y="367732"/>
                  </a:lnTo>
                  <a:lnTo>
                    <a:pt x="6639781" y="367732"/>
                  </a:lnTo>
                  <a:lnTo>
                    <a:pt x="6639939" y="367732"/>
                  </a:lnTo>
                  <a:lnTo>
                    <a:pt x="6640097" y="367732"/>
                  </a:lnTo>
                  <a:lnTo>
                    <a:pt x="6640254" y="367732"/>
                  </a:lnTo>
                  <a:lnTo>
                    <a:pt x="6640412" y="367732"/>
                  </a:lnTo>
                  <a:lnTo>
                    <a:pt x="6640570" y="367732"/>
                  </a:lnTo>
                  <a:lnTo>
                    <a:pt x="6640728" y="367732"/>
                  </a:lnTo>
                  <a:lnTo>
                    <a:pt x="6640885" y="367732"/>
                  </a:lnTo>
                  <a:lnTo>
                    <a:pt x="6641043" y="367732"/>
                  </a:lnTo>
                  <a:lnTo>
                    <a:pt x="6641043" y="367301"/>
                  </a:lnTo>
                  <a:lnTo>
                    <a:pt x="6641201" y="367301"/>
                  </a:lnTo>
                  <a:lnTo>
                    <a:pt x="6641358" y="367301"/>
                  </a:lnTo>
                  <a:lnTo>
                    <a:pt x="6641516" y="367301"/>
                  </a:lnTo>
                  <a:lnTo>
                    <a:pt x="6641674" y="367301"/>
                  </a:lnTo>
                  <a:lnTo>
                    <a:pt x="6641832" y="367301"/>
                  </a:lnTo>
                  <a:lnTo>
                    <a:pt x="6641989" y="367301"/>
                  </a:lnTo>
                  <a:lnTo>
                    <a:pt x="6642147" y="367301"/>
                  </a:lnTo>
                  <a:lnTo>
                    <a:pt x="6642305" y="367301"/>
                  </a:lnTo>
                  <a:lnTo>
                    <a:pt x="6642463" y="367301"/>
                  </a:lnTo>
                  <a:lnTo>
                    <a:pt x="6642620" y="367301"/>
                  </a:lnTo>
                  <a:lnTo>
                    <a:pt x="6642778" y="367301"/>
                  </a:lnTo>
                  <a:lnTo>
                    <a:pt x="6642936" y="367301"/>
                  </a:lnTo>
                  <a:lnTo>
                    <a:pt x="6643093" y="367301"/>
                  </a:lnTo>
                  <a:lnTo>
                    <a:pt x="6643251" y="367301"/>
                  </a:lnTo>
                  <a:lnTo>
                    <a:pt x="6643409" y="367301"/>
                  </a:lnTo>
                  <a:lnTo>
                    <a:pt x="6643567" y="367301"/>
                  </a:lnTo>
                  <a:lnTo>
                    <a:pt x="6643724" y="367301"/>
                  </a:lnTo>
                  <a:lnTo>
                    <a:pt x="6643882" y="367301"/>
                  </a:lnTo>
                  <a:lnTo>
                    <a:pt x="6644040" y="367301"/>
                  </a:lnTo>
                  <a:lnTo>
                    <a:pt x="6644197" y="367301"/>
                  </a:lnTo>
                  <a:lnTo>
                    <a:pt x="6644355" y="367301"/>
                  </a:lnTo>
                  <a:lnTo>
                    <a:pt x="6644513" y="367301"/>
                  </a:lnTo>
                  <a:lnTo>
                    <a:pt x="6644671" y="367301"/>
                  </a:lnTo>
                  <a:lnTo>
                    <a:pt x="6644828" y="367301"/>
                  </a:lnTo>
                  <a:lnTo>
                    <a:pt x="6644986" y="367301"/>
                  </a:lnTo>
                  <a:lnTo>
                    <a:pt x="6645144" y="367301"/>
                  </a:lnTo>
                  <a:lnTo>
                    <a:pt x="6645301" y="367301"/>
                  </a:lnTo>
                  <a:lnTo>
                    <a:pt x="6645459" y="367301"/>
                  </a:lnTo>
                  <a:lnTo>
                    <a:pt x="6645617" y="367301"/>
                  </a:lnTo>
                  <a:lnTo>
                    <a:pt x="6645775" y="367301"/>
                  </a:lnTo>
                  <a:lnTo>
                    <a:pt x="6645775" y="366871"/>
                  </a:lnTo>
                  <a:lnTo>
                    <a:pt x="6645932" y="366871"/>
                  </a:lnTo>
                  <a:lnTo>
                    <a:pt x="6646090" y="366871"/>
                  </a:lnTo>
                  <a:lnTo>
                    <a:pt x="6646248" y="366871"/>
                  </a:lnTo>
                  <a:lnTo>
                    <a:pt x="6646405" y="366871"/>
                  </a:lnTo>
                  <a:lnTo>
                    <a:pt x="6646405" y="366440"/>
                  </a:lnTo>
                  <a:lnTo>
                    <a:pt x="6646563" y="366440"/>
                  </a:lnTo>
                  <a:lnTo>
                    <a:pt x="6646721" y="366440"/>
                  </a:lnTo>
                  <a:lnTo>
                    <a:pt x="6646879" y="366440"/>
                  </a:lnTo>
                  <a:lnTo>
                    <a:pt x="6647036" y="366440"/>
                  </a:lnTo>
                  <a:lnTo>
                    <a:pt x="6647194" y="366440"/>
                  </a:lnTo>
                  <a:lnTo>
                    <a:pt x="6647352" y="366440"/>
                  </a:lnTo>
                  <a:lnTo>
                    <a:pt x="6647509" y="366440"/>
                  </a:lnTo>
                  <a:lnTo>
                    <a:pt x="6647667" y="366440"/>
                  </a:lnTo>
                  <a:lnTo>
                    <a:pt x="6647667" y="366010"/>
                  </a:lnTo>
                  <a:lnTo>
                    <a:pt x="6647825" y="366010"/>
                  </a:lnTo>
                  <a:lnTo>
                    <a:pt x="6647983" y="366010"/>
                  </a:lnTo>
                  <a:lnTo>
                    <a:pt x="6648140" y="366010"/>
                  </a:lnTo>
                  <a:lnTo>
                    <a:pt x="6648298" y="366010"/>
                  </a:lnTo>
                  <a:lnTo>
                    <a:pt x="6648456" y="366010"/>
                  </a:lnTo>
                  <a:lnTo>
                    <a:pt x="6648614" y="366010"/>
                  </a:lnTo>
                  <a:lnTo>
                    <a:pt x="6648771" y="366010"/>
                  </a:lnTo>
                  <a:lnTo>
                    <a:pt x="6648929" y="366010"/>
                  </a:lnTo>
                  <a:lnTo>
                    <a:pt x="6649087" y="366010"/>
                  </a:lnTo>
                  <a:lnTo>
                    <a:pt x="6649244" y="366010"/>
                  </a:lnTo>
                  <a:lnTo>
                    <a:pt x="6649402" y="366010"/>
                  </a:lnTo>
                  <a:lnTo>
                    <a:pt x="6649560" y="366010"/>
                  </a:lnTo>
                  <a:lnTo>
                    <a:pt x="6649718" y="366010"/>
                  </a:lnTo>
                  <a:lnTo>
                    <a:pt x="6649875" y="366010"/>
                  </a:lnTo>
                  <a:lnTo>
                    <a:pt x="6650033" y="366010"/>
                  </a:lnTo>
                  <a:lnTo>
                    <a:pt x="6650191" y="366010"/>
                  </a:lnTo>
                  <a:lnTo>
                    <a:pt x="6650348" y="366010"/>
                  </a:lnTo>
                  <a:lnTo>
                    <a:pt x="6650506" y="366010"/>
                  </a:lnTo>
                  <a:lnTo>
                    <a:pt x="6650664" y="366010"/>
                  </a:lnTo>
                  <a:lnTo>
                    <a:pt x="6650822" y="366010"/>
                  </a:lnTo>
                  <a:lnTo>
                    <a:pt x="6650979" y="366010"/>
                  </a:lnTo>
                  <a:lnTo>
                    <a:pt x="6651137" y="366010"/>
                  </a:lnTo>
                  <a:lnTo>
                    <a:pt x="6651295" y="366010"/>
                  </a:lnTo>
                  <a:lnTo>
                    <a:pt x="6651452" y="366010"/>
                  </a:lnTo>
                  <a:lnTo>
                    <a:pt x="6651610" y="366010"/>
                  </a:lnTo>
                  <a:lnTo>
                    <a:pt x="6651768" y="366010"/>
                  </a:lnTo>
                  <a:lnTo>
                    <a:pt x="6651926" y="366010"/>
                  </a:lnTo>
                  <a:lnTo>
                    <a:pt x="6651926" y="365579"/>
                  </a:lnTo>
                  <a:lnTo>
                    <a:pt x="6652083" y="365579"/>
                  </a:lnTo>
                  <a:lnTo>
                    <a:pt x="6652083" y="365148"/>
                  </a:lnTo>
                  <a:lnTo>
                    <a:pt x="6652241" y="365148"/>
                  </a:lnTo>
                  <a:lnTo>
                    <a:pt x="6652399" y="365148"/>
                  </a:lnTo>
                  <a:lnTo>
                    <a:pt x="6652556" y="365148"/>
                  </a:lnTo>
                  <a:lnTo>
                    <a:pt x="6652714" y="365148"/>
                  </a:lnTo>
                  <a:lnTo>
                    <a:pt x="6652872" y="365148"/>
                  </a:lnTo>
                  <a:lnTo>
                    <a:pt x="6653030" y="365148"/>
                  </a:lnTo>
                  <a:lnTo>
                    <a:pt x="6653187" y="365148"/>
                  </a:lnTo>
                  <a:lnTo>
                    <a:pt x="6653345" y="365148"/>
                  </a:lnTo>
                  <a:lnTo>
                    <a:pt x="6653503" y="365148"/>
                  </a:lnTo>
                  <a:lnTo>
                    <a:pt x="6653661" y="365148"/>
                  </a:lnTo>
                  <a:lnTo>
                    <a:pt x="6653818" y="365148"/>
                  </a:lnTo>
                  <a:lnTo>
                    <a:pt x="6653818" y="364718"/>
                  </a:lnTo>
                  <a:lnTo>
                    <a:pt x="6653976" y="364718"/>
                  </a:lnTo>
                  <a:lnTo>
                    <a:pt x="6654134" y="364718"/>
                  </a:lnTo>
                  <a:lnTo>
                    <a:pt x="6654291" y="364718"/>
                  </a:lnTo>
                  <a:lnTo>
                    <a:pt x="6654449" y="364718"/>
                  </a:lnTo>
                  <a:lnTo>
                    <a:pt x="6654449" y="364287"/>
                  </a:lnTo>
                  <a:lnTo>
                    <a:pt x="6654607" y="364287"/>
                  </a:lnTo>
                  <a:lnTo>
                    <a:pt x="6654765" y="364287"/>
                  </a:lnTo>
                  <a:lnTo>
                    <a:pt x="6654922" y="364287"/>
                  </a:lnTo>
                  <a:lnTo>
                    <a:pt x="6655080" y="364287"/>
                  </a:lnTo>
                  <a:lnTo>
                    <a:pt x="6655238" y="364287"/>
                  </a:lnTo>
                  <a:lnTo>
                    <a:pt x="6655395" y="364287"/>
                  </a:lnTo>
                  <a:lnTo>
                    <a:pt x="6655553" y="364287"/>
                  </a:lnTo>
                  <a:lnTo>
                    <a:pt x="6655553" y="363857"/>
                  </a:lnTo>
                  <a:lnTo>
                    <a:pt x="6655711" y="363857"/>
                  </a:lnTo>
                  <a:lnTo>
                    <a:pt x="6655869" y="363857"/>
                  </a:lnTo>
                  <a:lnTo>
                    <a:pt x="6656026" y="363857"/>
                  </a:lnTo>
                  <a:lnTo>
                    <a:pt x="6656184" y="363857"/>
                  </a:lnTo>
                  <a:lnTo>
                    <a:pt x="6656342" y="363857"/>
                  </a:lnTo>
                  <a:lnTo>
                    <a:pt x="6656499" y="363857"/>
                  </a:lnTo>
                  <a:lnTo>
                    <a:pt x="6656657" y="363857"/>
                  </a:lnTo>
                  <a:lnTo>
                    <a:pt x="6656815" y="363857"/>
                  </a:lnTo>
                  <a:lnTo>
                    <a:pt x="6656973" y="363857"/>
                  </a:lnTo>
                  <a:lnTo>
                    <a:pt x="6657130" y="363857"/>
                  </a:lnTo>
                  <a:lnTo>
                    <a:pt x="6657288" y="363857"/>
                  </a:lnTo>
                  <a:lnTo>
                    <a:pt x="6657446" y="363857"/>
                  </a:lnTo>
                  <a:lnTo>
                    <a:pt x="6657603" y="363857"/>
                  </a:lnTo>
                  <a:lnTo>
                    <a:pt x="6657761" y="363857"/>
                  </a:lnTo>
                  <a:lnTo>
                    <a:pt x="6657919" y="363857"/>
                  </a:lnTo>
                  <a:lnTo>
                    <a:pt x="6658077" y="363857"/>
                  </a:lnTo>
                  <a:lnTo>
                    <a:pt x="6658234" y="363857"/>
                  </a:lnTo>
                  <a:lnTo>
                    <a:pt x="6658392" y="363857"/>
                  </a:lnTo>
                  <a:lnTo>
                    <a:pt x="6658550" y="363857"/>
                  </a:lnTo>
                  <a:lnTo>
                    <a:pt x="6658707" y="363857"/>
                  </a:lnTo>
                  <a:lnTo>
                    <a:pt x="6658865" y="363857"/>
                  </a:lnTo>
                  <a:lnTo>
                    <a:pt x="6659023" y="363857"/>
                  </a:lnTo>
                  <a:lnTo>
                    <a:pt x="6659181" y="363857"/>
                  </a:lnTo>
                  <a:lnTo>
                    <a:pt x="6659338" y="363857"/>
                  </a:lnTo>
                  <a:lnTo>
                    <a:pt x="6659496" y="363857"/>
                  </a:lnTo>
                  <a:lnTo>
                    <a:pt x="6659654" y="363857"/>
                  </a:lnTo>
                  <a:lnTo>
                    <a:pt x="6659812" y="363857"/>
                  </a:lnTo>
                  <a:lnTo>
                    <a:pt x="6659969" y="363857"/>
                  </a:lnTo>
                  <a:lnTo>
                    <a:pt x="6659969" y="363426"/>
                  </a:lnTo>
                  <a:lnTo>
                    <a:pt x="6660127" y="363426"/>
                  </a:lnTo>
                  <a:lnTo>
                    <a:pt x="6660285" y="363426"/>
                  </a:lnTo>
                  <a:lnTo>
                    <a:pt x="6660442" y="363426"/>
                  </a:lnTo>
                  <a:lnTo>
                    <a:pt x="6660600" y="363426"/>
                  </a:lnTo>
                  <a:lnTo>
                    <a:pt x="6660758" y="363426"/>
                  </a:lnTo>
                  <a:lnTo>
                    <a:pt x="6660758" y="362995"/>
                  </a:lnTo>
                  <a:lnTo>
                    <a:pt x="6660758" y="362565"/>
                  </a:lnTo>
                  <a:lnTo>
                    <a:pt x="6660916" y="362565"/>
                  </a:lnTo>
                  <a:lnTo>
                    <a:pt x="6661073" y="362565"/>
                  </a:lnTo>
                  <a:lnTo>
                    <a:pt x="6661231" y="362565"/>
                  </a:lnTo>
                  <a:lnTo>
                    <a:pt x="6661389" y="362565"/>
                  </a:lnTo>
                  <a:lnTo>
                    <a:pt x="6661546" y="362565"/>
                  </a:lnTo>
                  <a:lnTo>
                    <a:pt x="6661704" y="362565"/>
                  </a:lnTo>
                  <a:lnTo>
                    <a:pt x="6661862" y="362565"/>
                  </a:lnTo>
                  <a:lnTo>
                    <a:pt x="6661862" y="362134"/>
                  </a:lnTo>
                  <a:lnTo>
                    <a:pt x="6662020" y="362134"/>
                  </a:lnTo>
                  <a:lnTo>
                    <a:pt x="6662177" y="362134"/>
                  </a:lnTo>
                  <a:lnTo>
                    <a:pt x="6662335" y="362134"/>
                  </a:lnTo>
                  <a:lnTo>
                    <a:pt x="6662493" y="362134"/>
                  </a:lnTo>
                  <a:lnTo>
                    <a:pt x="6662650" y="362134"/>
                  </a:lnTo>
                  <a:lnTo>
                    <a:pt x="6662808" y="362134"/>
                  </a:lnTo>
                  <a:lnTo>
                    <a:pt x="6662966" y="362134"/>
                  </a:lnTo>
                  <a:lnTo>
                    <a:pt x="6663124" y="362134"/>
                  </a:lnTo>
                  <a:lnTo>
                    <a:pt x="6663281" y="362134"/>
                  </a:lnTo>
                  <a:lnTo>
                    <a:pt x="6663439" y="362134"/>
                  </a:lnTo>
                  <a:lnTo>
                    <a:pt x="6663597" y="362134"/>
                  </a:lnTo>
                  <a:lnTo>
                    <a:pt x="6663754" y="362134"/>
                  </a:lnTo>
                  <a:lnTo>
                    <a:pt x="6663912" y="362134"/>
                  </a:lnTo>
                  <a:lnTo>
                    <a:pt x="6663912" y="361704"/>
                  </a:lnTo>
                  <a:lnTo>
                    <a:pt x="6664070" y="361704"/>
                  </a:lnTo>
                  <a:lnTo>
                    <a:pt x="6664228" y="361704"/>
                  </a:lnTo>
                  <a:lnTo>
                    <a:pt x="6664385" y="361704"/>
                  </a:lnTo>
                  <a:lnTo>
                    <a:pt x="6664543" y="361704"/>
                  </a:lnTo>
                  <a:lnTo>
                    <a:pt x="6664701" y="361704"/>
                  </a:lnTo>
                  <a:lnTo>
                    <a:pt x="6664701" y="361273"/>
                  </a:lnTo>
                  <a:lnTo>
                    <a:pt x="6664859" y="361273"/>
                  </a:lnTo>
                  <a:lnTo>
                    <a:pt x="6665016" y="361273"/>
                  </a:lnTo>
                  <a:lnTo>
                    <a:pt x="6665174" y="361273"/>
                  </a:lnTo>
                  <a:lnTo>
                    <a:pt x="6665332" y="361273"/>
                  </a:lnTo>
                  <a:lnTo>
                    <a:pt x="6665489" y="361273"/>
                  </a:lnTo>
                  <a:lnTo>
                    <a:pt x="6665647" y="361273"/>
                  </a:lnTo>
                  <a:lnTo>
                    <a:pt x="6665805" y="361273"/>
                  </a:lnTo>
                  <a:lnTo>
                    <a:pt x="6665963" y="361273"/>
                  </a:lnTo>
                  <a:lnTo>
                    <a:pt x="6666120" y="361273"/>
                  </a:lnTo>
                  <a:lnTo>
                    <a:pt x="6666278" y="361273"/>
                  </a:lnTo>
                  <a:lnTo>
                    <a:pt x="6666436" y="361273"/>
                  </a:lnTo>
                  <a:lnTo>
                    <a:pt x="6666593" y="361273"/>
                  </a:lnTo>
                  <a:lnTo>
                    <a:pt x="6666751" y="361273"/>
                  </a:lnTo>
                  <a:lnTo>
                    <a:pt x="6666909" y="361273"/>
                  </a:lnTo>
                  <a:lnTo>
                    <a:pt x="6666909" y="360842"/>
                  </a:lnTo>
                  <a:lnTo>
                    <a:pt x="6667067" y="360842"/>
                  </a:lnTo>
                  <a:lnTo>
                    <a:pt x="6667224" y="360842"/>
                  </a:lnTo>
                  <a:lnTo>
                    <a:pt x="6667382" y="360842"/>
                  </a:lnTo>
                  <a:lnTo>
                    <a:pt x="6667540" y="360842"/>
                  </a:lnTo>
                  <a:lnTo>
                    <a:pt x="6667697" y="360842"/>
                  </a:lnTo>
                  <a:lnTo>
                    <a:pt x="6667855" y="360842"/>
                  </a:lnTo>
                  <a:lnTo>
                    <a:pt x="6668013" y="360842"/>
                  </a:lnTo>
                  <a:lnTo>
                    <a:pt x="6668171" y="360842"/>
                  </a:lnTo>
                  <a:lnTo>
                    <a:pt x="6668328" y="360842"/>
                  </a:lnTo>
                  <a:lnTo>
                    <a:pt x="6668486" y="360842"/>
                  </a:lnTo>
                  <a:lnTo>
                    <a:pt x="6668644" y="360842"/>
                  </a:lnTo>
                  <a:lnTo>
                    <a:pt x="6668801" y="360842"/>
                  </a:lnTo>
                  <a:lnTo>
                    <a:pt x="6668959" y="360842"/>
                  </a:lnTo>
                  <a:lnTo>
                    <a:pt x="6669117" y="360842"/>
                  </a:lnTo>
                  <a:lnTo>
                    <a:pt x="6669275" y="360842"/>
                  </a:lnTo>
                  <a:lnTo>
                    <a:pt x="6669432" y="360842"/>
                  </a:lnTo>
                  <a:lnTo>
                    <a:pt x="6669590" y="360842"/>
                  </a:lnTo>
                  <a:lnTo>
                    <a:pt x="6669748" y="360842"/>
                  </a:lnTo>
                  <a:lnTo>
                    <a:pt x="6669905" y="360842"/>
                  </a:lnTo>
                  <a:lnTo>
                    <a:pt x="6670063" y="360842"/>
                  </a:lnTo>
                  <a:lnTo>
                    <a:pt x="6670221" y="360842"/>
                  </a:lnTo>
                  <a:lnTo>
                    <a:pt x="6670379" y="360842"/>
                  </a:lnTo>
                  <a:lnTo>
                    <a:pt x="6670379" y="360412"/>
                  </a:lnTo>
                  <a:lnTo>
                    <a:pt x="6670536" y="360412"/>
                  </a:lnTo>
                  <a:lnTo>
                    <a:pt x="6670694" y="360412"/>
                  </a:lnTo>
                  <a:lnTo>
                    <a:pt x="6670852" y="360412"/>
                  </a:lnTo>
                  <a:lnTo>
                    <a:pt x="6671010" y="360412"/>
                  </a:lnTo>
                  <a:lnTo>
                    <a:pt x="6671167" y="360412"/>
                  </a:lnTo>
                  <a:lnTo>
                    <a:pt x="6671325" y="360412"/>
                  </a:lnTo>
                  <a:lnTo>
                    <a:pt x="6671483" y="360412"/>
                  </a:lnTo>
                  <a:lnTo>
                    <a:pt x="6671640" y="360412"/>
                  </a:lnTo>
                  <a:lnTo>
                    <a:pt x="6671640" y="359981"/>
                  </a:lnTo>
                  <a:lnTo>
                    <a:pt x="6671798" y="359981"/>
                  </a:lnTo>
                  <a:lnTo>
                    <a:pt x="6671956" y="359981"/>
                  </a:lnTo>
                  <a:lnTo>
                    <a:pt x="6672114" y="359981"/>
                  </a:lnTo>
                  <a:lnTo>
                    <a:pt x="6672271" y="359981"/>
                  </a:lnTo>
                  <a:lnTo>
                    <a:pt x="6672429" y="359981"/>
                  </a:lnTo>
                  <a:lnTo>
                    <a:pt x="6672587" y="359981"/>
                  </a:lnTo>
                  <a:lnTo>
                    <a:pt x="6672744" y="359981"/>
                  </a:lnTo>
                  <a:lnTo>
                    <a:pt x="6672902" y="359981"/>
                  </a:lnTo>
                  <a:lnTo>
                    <a:pt x="6673060" y="359981"/>
                  </a:lnTo>
                  <a:lnTo>
                    <a:pt x="6673218" y="359981"/>
                  </a:lnTo>
                  <a:lnTo>
                    <a:pt x="6673375" y="359981"/>
                  </a:lnTo>
                  <a:lnTo>
                    <a:pt x="6673533" y="359981"/>
                  </a:lnTo>
                  <a:lnTo>
                    <a:pt x="6673691" y="359981"/>
                  </a:lnTo>
                  <a:lnTo>
                    <a:pt x="6673848" y="359981"/>
                  </a:lnTo>
                  <a:lnTo>
                    <a:pt x="6674006" y="359981"/>
                  </a:lnTo>
                  <a:lnTo>
                    <a:pt x="6674164" y="359981"/>
                  </a:lnTo>
                  <a:lnTo>
                    <a:pt x="6674322" y="359981"/>
                  </a:lnTo>
                  <a:lnTo>
                    <a:pt x="6674479" y="359981"/>
                  </a:lnTo>
                  <a:lnTo>
                    <a:pt x="6674637" y="359981"/>
                  </a:lnTo>
                  <a:lnTo>
                    <a:pt x="6674795" y="359981"/>
                  </a:lnTo>
                  <a:lnTo>
                    <a:pt x="6674952" y="359981"/>
                  </a:lnTo>
                  <a:lnTo>
                    <a:pt x="6675110" y="359981"/>
                  </a:lnTo>
                  <a:lnTo>
                    <a:pt x="6675110" y="359551"/>
                  </a:lnTo>
                  <a:lnTo>
                    <a:pt x="6675268" y="359551"/>
                  </a:lnTo>
                  <a:lnTo>
                    <a:pt x="6675426" y="359551"/>
                  </a:lnTo>
                  <a:lnTo>
                    <a:pt x="6675426" y="359120"/>
                  </a:lnTo>
                  <a:lnTo>
                    <a:pt x="6675426" y="358689"/>
                  </a:lnTo>
                  <a:lnTo>
                    <a:pt x="6675583" y="358689"/>
                  </a:lnTo>
                  <a:lnTo>
                    <a:pt x="6675741" y="358689"/>
                  </a:lnTo>
                  <a:lnTo>
                    <a:pt x="6675899" y="358689"/>
                  </a:lnTo>
                  <a:lnTo>
                    <a:pt x="6675899" y="358259"/>
                  </a:lnTo>
                  <a:lnTo>
                    <a:pt x="6676056" y="358259"/>
                  </a:lnTo>
                  <a:lnTo>
                    <a:pt x="6676214" y="358259"/>
                  </a:lnTo>
                  <a:lnTo>
                    <a:pt x="6676372" y="358259"/>
                  </a:lnTo>
                  <a:lnTo>
                    <a:pt x="6676530" y="358259"/>
                  </a:lnTo>
                  <a:lnTo>
                    <a:pt x="6676687" y="358259"/>
                  </a:lnTo>
                  <a:lnTo>
                    <a:pt x="6676845" y="358259"/>
                  </a:lnTo>
                  <a:lnTo>
                    <a:pt x="6677003" y="358259"/>
                  </a:lnTo>
                  <a:lnTo>
                    <a:pt x="6677161" y="358259"/>
                  </a:lnTo>
                  <a:lnTo>
                    <a:pt x="6677161" y="357828"/>
                  </a:lnTo>
                  <a:lnTo>
                    <a:pt x="6677318" y="357828"/>
                  </a:lnTo>
                  <a:lnTo>
                    <a:pt x="6677476" y="357828"/>
                  </a:lnTo>
                  <a:lnTo>
                    <a:pt x="6677634" y="357828"/>
                  </a:lnTo>
                  <a:lnTo>
                    <a:pt x="6677791" y="357828"/>
                  </a:lnTo>
                  <a:lnTo>
                    <a:pt x="6677949" y="357828"/>
                  </a:lnTo>
                  <a:lnTo>
                    <a:pt x="6678107" y="357828"/>
                  </a:lnTo>
                  <a:lnTo>
                    <a:pt x="6678265" y="357828"/>
                  </a:lnTo>
                  <a:lnTo>
                    <a:pt x="6678422" y="357828"/>
                  </a:lnTo>
                  <a:lnTo>
                    <a:pt x="6678580" y="357828"/>
                  </a:lnTo>
                  <a:lnTo>
                    <a:pt x="6678738" y="357828"/>
                  </a:lnTo>
                  <a:lnTo>
                    <a:pt x="6678895" y="357828"/>
                  </a:lnTo>
                  <a:lnTo>
                    <a:pt x="6679053" y="357828"/>
                  </a:lnTo>
                  <a:lnTo>
                    <a:pt x="6679211" y="357828"/>
                  </a:lnTo>
                  <a:lnTo>
                    <a:pt x="6679369" y="357828"/>
                  </a:lnTo>
                  <a:lnTo>
                    <a:pt x="6679526" y="357828"/>
                  </a:lnTo>
                  <a:lnTo>
                    <a:pt x="6679684" y="357828"/>
                  </a:lnTo>
                  <a:lnTo>
                    <a:pt x="6679842" y="357828"/>
                  </a:lnTo>
                  <a:lnTo>
                    <a:pt x="6679999" y="357828"/>
                  </a:lnTo>
                  <a:lnTo>
                    <a:pt x="6680157" y="357828"/>
                  </a:lnTo>
                  <a:lnTo>
                    <a:pt x="6680315" y="357828"/>
                  </a:lnTo>
                  <a:lnTo>
                    <a:pt x="6680473" y="357828"/>
                  </a:lnTo>
                  <a:lnTo>
                    <a:pt x="6680630" y="357828"/>
                  </a:lnTo>
                  <a:lnTo>
                    <a:pt x="6680788" y="357828"/>
                  </a:lnTo>
                  <a:lnTo>
                    <a:pt x="6680946" y="357828"/>
                  </a:lnTo>
                  <a:lnTo>
                    <a:pt x="6681103" y="357828"/>
                  </a:lnTo>
                  <a:lnTo>
                    <a:pt x="6681261" y="357828"/>
                  </a:lnTo>
                  <a:lnTo>
                    <a:pt x="6681419" y="357828"/>
                  </a:lnTo>
                  <a:lnTo>
                    <a:pt x="6681577" y="357828"/>
                  </a:lnTo>
                  <a:lnTo>
                    <a:pt x="6681734" y="357828"/>
                  </a:lnTo>
                  <a:lnTo>
                    <a:pt x="6681892" y="357828"/>
                  </a:lnTo>
                  <a:lnTo>
                    <a:pt x="6682050" y="357828"/>
                  </a:lnTo>
                  <a:lnTo>
                    <a:pt x="6682208" y="357828"/>
                  </a:lnTo>
                  <a:lnTo>
                    <a:pt x="6682365" y="357828"/>
                  </a:lnTo>
                  <a:lnTo>
                    <a:pt x="6682523" y="357828"/>
                  </a:lnTo>
                  <a:lnTo>
                    <a:pt x="6682681" y="357828"/>
                  </a:lnTo>
                  <a:lnTo>
                    <a:pt x="6682838" y="357828"/>
                  </a:lnTo>
                  <a:lnTo>
                    <a:pt x="6682996" y="357828"/>
                  </a:lnTo>
                  <a:lnTo>
                    <a:pt x="6683154" y="357828"/>
                  </a:lnTo>
                  <a:lnTo>
                    <a:pt x="6683312" y="357828"/>
                  </a:lnTo>
                  <a:lnTo>
                    <a:pt x="6683469" y="357828"/>
                  </a:lnTo>
                  <a:lnTo>
                    <a:pt x="6683627" y="357828"/>
                  </a:lnTo>
                  <a:lnTo>
                    <a:pt x="6683785" y="357828"/>
                  </a:lnTo>
                  <a:lnTo>
                    <a:pt x="6683785" y="357398"/>
                  </a:lnTo>
                  <a:lnTo>
                    <a:pt x="6683942" y="357398"/>
                  </a:lnTo>
                  <a:lnTo>
                    <a:pt x="6684100" y="357398"/>
                  </a:lnTo>
                  <a:lnTo>
                    <a:pt x="6684258" y="357398"/>
                  </a:lnTo>
                  <a:lnTo>
                    <a:pt x="6684416" y="357398"/>
                  </a:lnTo>
                  <a:lnTo>
                    <a:pt x="6684573" y="357398"/>
                  </a:lnTo>
                  <a:lnTo>
                    <a:pt x="6684731" y="357398"/>
                  </a:lnTo>
                  <a:lnTo>
                    <a:pt x="6684889" y="357398"/>
                  </a:lnTo>
                  <a:lnTo>
                    <a:pt x="6685046" y="357398"/>
                  </a:lnTo>
                  <a:lnTo>
                    <a:pt x="6685204" y="357398"/>
                  </a:lnTo>
                  <a:lnTo>
                    <a:pt x="6685362" y="357398"/>
                  </a:lnTo>
                  <a:lnTo>
                    <a:pt x="6685520" y="357398"/>
                  </a:lnTo>
                  <a:lnTo>
                    <a:pt x="6685677" y="357398"/>
                  </a:lnTo>
                  <a:lnTo>
                    <a:pt x="6685677" y="356967"/>
                  </a:lnTo>
                  <a:lnTo>
                    <a:pt x="6685835" y="356967"/>
                  </a:lnTo>
                  <a:lnTo>
                    <a:pt x="6685993" y="356967"/>
                  </a:lnTo>
                  <a:lnTo>
                    <a:pt x="6686150" y="356967"/>
                  </a:lnTo>
                  <a:lnTo>
                    <a:pt x="6686308" y="356967"/>
                  </a:lnTo>
                  <a:lnTo>
                    <a:pt x="6686466" y="356967"/>
                  </a:lnTo>
                  <a:lnTo>
                    <a:pt x="6686624" y="356967"/>
                  </a:lnTo>
                  <a:lnTo>
                    <a:pt x="6686781" y="356967"/>
                  </a:lnTo>
                  <a:lnTo>
                    <a:pt x="6686939" y="356967"/>
                  </a:lnTo>
                  <a:lnTo>
                    <a:pt x="6687097" y="356967"/>
                  </a:lnTo>
                  <a:lnTo>
                    <a:pt x="6687254" y="356967"/>
                  </a:lnTo>
                  <a:lnTo>
                    <a:pt x="6687412" y="356967"/>
                  </a:lnTo>
                  <a:lnTo>
                    <a:pt x="6687570" y="356967"/>
                  </a:lnTo>
                  <a:lnTo>
                    <a:pt x="6687728" y="356967"/>
                  </a:lnTo>
                  <a:lnTo>
                    <a:pt x="6687885" y="356967"/>
                  </a:lnTo>
                  <a:lnTo>
                    <a:pt x="6688043" y="356967"/>
                  </a:lnTo>
                  <a:lnTo>
                    <a:pt x="6688201" y="356967"/>
                  </a:lnTo>
                  <a:lnTo>
                    <a:pt x="6688359" y="356967"/>
                  </a:lnTo>
                  <a:lnTo>
                    <a:pt x="6688516" y="356967"/>
                  </a:lnTo>
                  <a:lnTo>
                    <a:pt x="6688674" y="356967"/>
                  </a:lnTo>
                  <a:lnTo>
                    <a:pt x="6688832" y="356967"/>
                  </a:lnTo>
                  <a:lnTo>
                    <a:pt x="6688989" y="356967"/>
                  </a:lnTo>
                  <a:lnTo>
                    <a:pt x="6689147" y="356967"/>
                  </a:lnTo>
                  <a:lnTo>
                    <a:pt x="6689305" y="356967"/>
                  </a:lnTo>
                  <a:lnTo>
                    <a:pt x="6689463" y="356967"/>
                  </a:lnTo>
                  <a:lnTo>
                    <a:pt x="6689620" y="356967"/>
                  </a:lnTo>
                  <a:lnTo>
                    <a:pt x="6689778" y="356967"/>
                  </a:lnTo>
                  <a:lnTo>
                    <a:pt x="6689936" y="356967"/>
                  </a:lnTo>
                  <a:lnTo>
                    <a:pt x="6689936" y="356536"/>
                  </a:lnTo>
                  <a:lnTo>
                    <a:pt x="6690093" y="356536"/>
                  </a:lnTo>
                  <a:lnTo>
                    <a:pt x="6690251" y="356536"/>
                  </a:lnTo>
                  <a:lnTo>
                    <a:pt x="6690409" y="356536"/>
                  </a:lnTo>
                  <a:lnTo>
                    <a:pt x="6690567" y="356536"/>
                  </a:lnTo>
                  <a:lnTo>
                    <a:pt x="6690724" y="356536"/>
                  </a:lnTo>
                  <a:lnTo>
                    <a:pt x="6690882" y="356536"/>
                  </a:lnTo>
                  <a:lnTo>
                    <a:pt x="6691040" y="356536"/>
                  </a:lnTo>
                  <a:lnTo>
                    <a:pt x="6691197" y="356536"/>
                  </a:lnTo>
                  <a:lnTo>
                    <a:pt x="6691355" y="356536"/>
                  </a:lnTo>
                  <a:lnTo>
                    <a:pt x="6691513" y="356536"/>
                  </a:lnTo>
                  <a:lnTo>
                    <a:pt x="6691671" y="356536"/>
                  </a:lnTo>
                  <a:lnTo>
                    <a:pt x="6691828" y="356536"/>
                  </a:lnTo>
                  <a:lnTo>
                    <a:pt x="6691828" y="356106"/>
                  </a:lnTo>
                  <a:lnTo>
                    <a:pt x="6691986" y="356106"/>
                  </a:lnTo>
                  <a:lnTo>
                    <a:pt x="6692144" y="356106"/>
                  </a:lnTo>
                  <a:lnTo>
                    <a:pt x="6692144" y="355675"/>
                  </a:lnTo>
                  <a:lnTo>
                    <a:pt x="6692301" y="355675"/>
                  </a:lnTo>
                  <a:lnTo>
                    <a:pt x="6692459" y="355675"/>
                  </a:lnTo>
                  <a:lnTo>
                    <a:pt x="6692617" y="355675"/>
                  </a:lnTo>
                  <a:lnTo>
                    <a:pt x="6692775" y="355675"/>
                  </a:lnTo>
                  <a:lnTo>
                    <a:pt x="6692932" y="355675"/>
                  </a:lnTo>
                  <a:lnTo>
                    <a:pt x="6693090" y="355675"/>
                  </a:lnTo>
                  <a:lnTo>
                    <a:pt x="6693248" y="355675"/>
                  </a:lnTo>
                  <a:lnTo>
                    <a:pt x="6693406" y="355675"/>
                  </a:lnTo>
                  <a:lnTo>
                    <a:pt x="6693563" y="355675"/>
                  </a:lnTo>
                  <a:lnTo>
                    <a:pt x="6693721" y="355675"/>
                  </a:lnTo>
                  <a:lnTo>
                    <a:pt x="6693879" y="355675"/>
                  </a:lnTo>
                  <a:lnTo>
                    <a:pt x="6694036" y="355675"/>
                  </a:lnTo>
                  <a:lnTo>
                    <a:pt x="6694194" y="355675"/>
                  </a:lnTo>
                  <a:lnTo>
                    <a:pt x="6694194" y="355245"/>
                  </a:lnTo>
                  <a:lnTo>
                    <a:pt x="6694352" y="355245"/>
                  </a:lnTo>
                  <a:lnTo>
                    <a:pt x="6694510" y="355245"/>
                  </a:lnTo>
                  <a:lnTo>
                    <a:pt x="6694510" y="354814"/>
                  </a:lnTo>
                  <a:lnTo>
                    <a:pt x="6694667" y="354814"/>
                  </a:lnTo>
                  <a:lnTo>
                    <a:pt x="6694825" y="354814"/>
                  </a:lnTo>
                  <a:lnTo>
                    <a:pt x="6694983" y="354814"/>
                  </a:lnTo>
                  <a:lnTo>
                    <a:pt x="6695140" y="354814"/>
                  </a:lnTo>
                  <a:lnTo>
                    <a:pt x="6695298" y="354814"/>
                  </a:lnTo>
                  <a:lnTo>
                    <a:pt x="6695456" y="354814"/>
                  </a:lnTo>
                  <a:lnTo>
                    <a:pt x="6695614" y="354814"/>
                  </a:lnTo>
                  <a:lnTo>
                    <a:pt x="6695771" y="354814"/>
                  </a:lnTo>
                  <a:lnTo>
                    <a:pt x="6695929" y="354814"/>
                  </a:lnTo>
                  <a:lnTo>
                    <a:pt x="6696087" y="354814"/>
                  </a:lnTo>
                  <a:lnTo>
                    <a:pt x="6696087" y="354383"/>
                  </a:lnTo>
                  <a:lnTo>
                    <a:pt x="6696244" y="354383"/>
                  </a:lnTo>
                  <a:lnTo>
                    <a:pt x="6696402" y="354383"/>
                  </a:lnTo>
                  <a:lnTo>
                    <a:pt x="6696560" y="354383"/>
                  </a:lnTo>
                  <a:lnTo>
                    <a:pt x="6696718" y="354383"/>
                  </a:lnTo>
                  <a:lnTo>
                    <a:pt x="6696875" y="354383"/>
                  </a:lnTo>
                  <a:lnTo>
                    <a:pt x="6697033" y="354383"/>
                  </a:lnTo>
                  <a:lnTo>
                    <a:pt x="6697033" y="353953"/>
                  </a:lnTo>
                  <a:lnTo>
                    <a:pt x="6697191" y="353953"/>
                  </a:lnTo>
                  <a:lnTo>
                    <a:pt x="6697348" y="353953"/>
                  </a:lnTo>
                  <a:lnTo>
                    <a:pt x="6697348" y="353522"/>
                  </a:lnTo>
                  <a:lnTo>
                    <a:pt x="6697506" y="353522"/>
                  </a:lnTo>
                  <a:lnTo>
                    <a:pt x="6697664" y="353522"/>
                  </a:lnTo>
                  <a:lnTo>
                    <a:pt x="6697822" y="353522"/>
                  </a:lnTo>
                  <a:lnTo>
                    <a:pt x="6697979" y="353522"/>
                  </a:lnTo>
                  <a:lnTo>
                    <a:pt x="6697979" y="353092"/>
                  </a:lnTo>
                  <a:lnTo>
                    <a:pt x="6698137" y="353092"/>
                  </a:lnTo>
                  <a:lnTo>
                    <a:pt x="6698295" y="353092"/>
                  </a:lnTo>
                  <a:lnTo>
                    <a:pt x="6698452" y="353092"/>
                  </a:lnTo>
                  <a:lnTo>
                    <a:pt x="6698610" y="353092"/>
                  </a:lnTo>
                  <a:lnTo>
                    <a:pt x="6698768" y="353092"/>
                  </a:lnTo>
                  <a:lnTo>
                    <a:pt x="6698926" y="353092"/>
                  </a:lnTo>
                  <a:lnTo>
                    <a:pt x="6699083" y="353092"/>
                  </a:lnTo>
                  <a:lnTo>
                    <a:pt x="6699241" y="353092"/>
                  </a:lnTo>
                  <a:lnTo>
                    <a:pt x="6699399" y="353092"/>
                  </a:lnTo>
                  <a:lnTo>
                    <a:pt x="6699557" y="353092"/>
                  </a:lnTo>
                  <a:lnTo>
                    <a:pt x="6699714" y="353092"/>
                  </a:lnTo>
                  <a:lnTo>
                    <a:pt x="6699872" y="353092"/>
                  </a:lnTo>
                  <a:lnTo>
                    <a:pt x="6699872" y="352661"/>
                  </a:lnTo>
                  <a:lnTo>
                    <a:pt x="6700030" y="352661"/>
                  </a:lnTo>
                  <a:lnTo>
                    <a:pt x="6700187" y="352661"/>
                  </a:lnTo>
                  <a:lnTo>
                    <a:pt x="6700345" y="352661"/>
                  </a:lnTo>
                  <a:lnTo>
                    <a:pt x="6700503" y="352661"/>
                  </a:lnTo>
                  <a:lnTo>
                    <a:pt x="6700503" y="352230"/>
                  </a:lnTo>
                  <a:lnTo>
                    <a:pt x="6700661" y="352230"/>
                  </a:lnTo>
                  <a:lnTo>
                    <a:pt x="6700661" y="351800"/>
                  </a:lnTo>
                  <a:lnTo>
                    <a:pt x="6700818" y="351800"/>
                  </a:lnTo>
                  <a:lnTo>
                    <a:pt x="6700976" y="351800"/>
                  </a:lnTo>
                  <a:lnTo>
                    <a:pt x="6700976" y="351369"/>
                  </a:lnTo>
                  <a:lnTo>
                    <a:pt x="6701134" y="351369"/>
                  </a:lnTo>
                  <a:lnTo>
                    <a:pt x="6701134" y="350939"/>
                  </a:lnTo>
                  <a:lnTo>
                    <a:pt x="6701291" y="350939"/>
                  </a:lnTo>
                  <a:lnTo>
                    <a:pt x="6701449" y="350939"/>
                  </a:lnTo>
                  <a:lnTo>
                    <a:pt x="6701607" y="350939"/>
                  </a:lnTo>
                  <a:lnTo>
                    <a:pt x="6701765" y="350939"/>
                  </a:lnTo>
                  <a:lnTo>
                    <a:pt x="6701922" y="350939"/>
                  </a:lnTo>
                  <a:lnTo>
                    <a:pt x="6702080" y="350939"/>
                  </a:lnTo>
                  <a:lnTo>
                    <a:pt x="6702238" y="350939"/>
                  </a:lnTo>
                  <a:lnTo>
                    <a:pt x="6702395" y="350939"/>
                  </a:lnTo>
                  <a:lnTo>
                    <a:pt x="6702553" y="350939"/>
                  </a:lnTo>
                  <a:lnTo>
                    <a:pt x="6702711" y="350939"/>
                  </a:lnTo>
                  <a:lnTo>
                    <a:pt x="6702869" y="350939"/>
                  </a:lnTo>
                  <a:lnTo>
                    <a:pt x="6703026" y="350939"/>
                  </a:lnTo>
                  <a:lnTo>
                    <a:pt x="6703184" y="350939"/>
                  </a:lnTo>
                  <a:lnTo>
                    <a:pt x="6703342" y="350939"/>
                  </a:lnTo>
                  <a:lnTo>
                    <a:pt x="6703499" y="350939"/>
                  </a:lnTo>
                  <a:lnTo>
                    <a:pt x="6703657" y="350939"/>
                  </a:lnTo>
                  <a:lnTo>
                    <a:pt x="6703815" y="350939"/>
                  </a:lnTo>
                  <a:lnTo>
                    <a:pt x="6703973" y="350939"/>
                  </a:lnTo>
                  <a:lnTo>
                    <a:pt x="6703973" y="350508"/>
                  </a:lnTo>
                  <a:lnTo>
                    <a:pt x="6704130" y="350508"/>
                  </a:lnTo>
                  <a:lnTo>
                    <a:pt x="6704288" y="350508"/>
                  </a:lnTo>
                  <a:lnTo>
                    <a:pt x="6704446" y="350508"/>
                  </a:lnTo>
                  <a:lnTo>
                    <a:pt x="6704604" y="350508"/>
                  </a:lnTo>
                  <a:lnTo>
                    <a:pt x="6704761" y="350508"/>
                  </a:lnTo>
                  <a:lnTo>
                    <a:pt x="6704919" y="350508"/>
                  </a:lnTo>
                  <a:lnTo>
                    <a:pt x="6704919" y="350077"/>
                  </a:lnTo>
                  <a:lnTo>
                    <a:pt x="6705077" y="350077"/>
                  </a:lnTo>
                  <a:lnTo>
                    <a:pt x="6705234" y="350077"/>
                  </a:lnTo>
                  <a:lnTo>
                    <a:pt x="6705392" y="350077"/>
                  </a:lnTo>
                  <a:lnTo>
                    <a:pt x="6705550" y="350077"/>
                  </a:lnTo>
                  <a:lnTo>
                    <a:pt x="6705708" y="350077"/>
                  </a:lnTo>
                  <a:lnTo>
                    <a:pt x="6705865" y="350077"/>
                  </a:lnTo>
                  <a:lnTo>
                    <a:pt x="6706023" y="350077"/>
                  </a:lnTo>
                  <a:lnTo>
                    <a:pt x="6706181" y="350077"/>
                  </a:lnTo>
                  <a:lnTo>
                    <a:pt x="6706338" y="350077"/>
                  </a:lnTo>
                  <a:lnTo>
                    <a:pt x="6706496" y="350077"/>
                  </a:lnTo>
                  <a:lnTo>
                    <a:pt x="6706654" y="350077"/>
                  </a:lnTo>
                  <a:lnTo>
                    <a:pt x="6706812" y="350077"/>
                  </a:lnTo>
                  <a:lnTo>
                    <a:pt x="6706969" y="350077"/>
                  </a:lnTo>
                  <a:lnTo>
                    <a:pt x="6707127" y="350077"/>
                  </a:lnTo>
                  <a:lnTo>
                    <a:pt x="6707285" y="350077"/>
                  </a:lnTo>
                  <a:lnTo>
                    <a:pt x="6707442" y="350077"/>
                  </a:lnTo>
                  <a:lnTo>
                    <a:pt x="6707600" y="350077"/>
                  </a:lnTo>
                  <a:lnTo>
                    <a:pt x="6707758" y="350077"/>
                  </a:lnTo>
                  <a:lnTo>
                    <a:pt x="6707916" y="350077"/>
                  </a:lnTo>
                  <a:lnTo>
                    <a:pt x="6708073" y="350077"/>
                  </a:lnTo>
                  <a:lnTo>
                    <a:pt x="6708231" y="350077"/>
                  </a:lnTo>
                  <a:lnTo>
                    <a:pt x="6708389" y="350077"/>
                  </a:lnTo>
                  <a:lnTo>
                    <a:pt x="6708546" y="350077"/>
                  </a:lnTo>
                  <a:lnTo>
                    <a:pt x="6708704" y="350077"/>
                  </a:lnTo>
                  <a:lnTo>
                    <a:pt x="6708862" y="350077"/>
                  </a:lnTo>
                  <a:lnTo>
                    <a:pt x="6709020" y="350077"/>
                  </a:lnTo>
                  <a:lnTo>
                    <a:pt x="6709177" y="350077"/>
                  </a:lnTo>
                  <a:lnTo>
                    <a:pt x="6709335" y="350077"/>
                  </a:lnTo>
                  <a:lnTo>
                    <a:pt x="6709493" y="350077"/>
                  </a:lnTo>
                  <a:lnTo>
                    <a:pt x="6709650" y="350077"/>
                  </a:lnTo>
                  <a:lnTo>
                    <a:pt x="6709808" y="350077"/>
                  </a:lnTo>
                  <a:lnTo>
                    <a:pt x="6709966" y="350077"/>
                  </a:lnTo>
                  <a:lnTo>
                    <a:pt x="6710124" y="350077"/>
                  </a:lnTo>
                  <a:lnTo>
                    <a:pt x="6710281" y="350077"/>
                  </a:lnTo>
                  <a:lnTo>
                    <a:pt x="6710439" y="350077"/>
                  </a:lnTo>
                  <a:lnTo>
                    <a:pt x="6710597" y="350077"/>
                  </a:lnTo>
                  <a:lnTo>
                    <a:pt x="6710755" y="350077"/>
                  </a:lnTo>
                  <a:lnTo>
                    <a:pt x="6710912" y="350077"/>
                  </a:lnTo>
                  <a:lnTo>
                    <a:pt x="6710912" y="349647"/>
                  </a:lnTo>
                  <a:lnTo>
                    <a:pt x="6711070" y="349647"/>
                  </a:lnTo>
                  <a:lnTo>
                    <a:pt x="6711070" y="349216"/>
                  </a:lnTo>
                  <a:lnTo>
                    <a:pt x="6711228" y="349216"/>
                  </a:lnTo>
                  <a:lnTo>
                    <a:pt x="6711385" y="349216"/>
                  </a:lnTo>
                  <a:lnTo>
                    <a:pt x="6711543" y="349216"/>
                  </a:lnTo>
                  <a:lnTo>
                    <a:pt x="6711543" y="348786"/>
                  </a:lnTo>
                  <a:lnTo>
                    <a:pt x="6711701" y="348786"/>
                  </a:lnTo>
                  <a:lnTo>
                    <a:pt x="6711859" y="348786"/>
                  </a:lnTo>
                  <a:lnTo>
                    <a:pt x="6712016" y="348786"/>
                  </a:lnTo>
                  <a:lnTo>
                    <a:pt x="6712174" y="348786"/>
                  </a:lnTo>
                  <a:lnTo>
                    <a:pt x="6712332" y="348786"/>
                  </a:lnTo>
                  <a:lnTo>
                    <a:pt x="6712489" y="348786"/>
                  </a:lnTo>
                  <a:lnTo>
                    <a:pt x="6712489" y="348355"/>
                  </a:lnTo>
                  <a:lnTo>
                    <a:pt x="6712647" y="348355"/>
                  </a:lnTo>
                  <a:lnTo>
                    <a:pt x="6712805" y="348355"/>
                  </a:lnTo>
                  <a:lnTo>
                    <a:pt x="6712963" y="348355"/>
                  </a:lnTo>
                  <a:lnTo>
                    <a:pt x="6712963" y="347924"/>
                  </a:lnTo>
                  <a:lnTo>
                    <a:pt x="6713120" y="347924"/>
                  </a:lnTo>
                  <a:lnTo>
                    <a:pt x="6713278" y="347924"/>
                  </a:lnTo>
                  <a:lnTo>
                    <a:pt x="6713436" y="347924"/>
                  </a:lnTo>
                  <a:lnTo>
                    <a:pt x="6713593" y="347924"/>
                  </a:lnTo>
                  <a:lnTo>
                    <a:pt x="6713751" y="347924"/>
                  </a:lnTo>
                  <a:lnTo>
                    <a:pt x="6713909" y="347924"/>
                  </a:lnTo>
                  <a:lnTo>
                    <a:pt x="6714067" y="347924"/>
                  </a:lnTo>
                  <a:lnTo>
                    <a:pt x="6714224" y="347924"/>
                  </a:lnTo>
                  <a:lnTo>
                    <a:pt x="6714382" y="347924"/>
                  </a:lnTo>
                  <a:lnTo>
                    <a:pt x="6714540" y="347924"/>
                  </a:lnTo>
                  <a:lnTo>
                    <a:pt x="6714697" y="347924"/>
                  </a:lnTo>
                  <a:lnTo>
                    <a:pt x="6714855" y="347924"/>
                  </a:lnTo>
                  <a:lnTo>
                    <a:pt x="6715013" y="347924"/>
                  </a:lnTo>
                  <a:lnTo>
                    <a:pt x="6715013" y="347494"/>
                  </a:lnTo>
                  <a:lnTo>
                    <a:pt x="6715171" y="347494"/>
                  </a:lnTo>
                  <a:lnTo>
                    <a:pt x="6715328" y="347494"/>
                  </a:lnTo>
                  <a:lnTo>
                    <a:pt x="6715486" y="347494"/>
                  </a:lnTo>
                  <a:lnTo>
                    <a:pt x="6715644" y="347494"/>
                  </a:lnTo>
                  <a:lnTo>
                    <a:pt x="6715802" y="347494"/>
                  </a:lnTo>
                  <a:lnTo>
                    <a:pt x="6715959" y="347494"/>
                  </a:lnTo>
                  <a:lnTo>
                    <a:pt x="6716117" y="347494"/>
                  </a:lnTo>
                  <a:lnTo>
                    <a:pt x="6716275" y="347494"/>
                  </a:lnTo>
                  <a:lnTo>
                    <a:pt x="6716432" y="347494"/>
                  </a:lnTo>
                  <a:lnTo>
                    <a:pt x="6716590" y="347494"/>
                  </a:lnTo>
                  <a:lnTo>
                    <a:pt x="6716748" y="347494"/>
                  </a:lnTo>
                  <a:lnTo>
                    <a:pt x="6716906" y="347494"/>
                  </a:lnTo>
                  <a:lnTo>
                    <a:pt x="6717063" y="347494"/>
                  </a:lnTo>
                  <a:lnTo>
                    <a:pt x="6717221" y="347494"/>
                  </a:lnTo>
                  <a:lnTo>
                    <a:pt x="6717379" y="347494"/>
                  </a:lnTo>
                  <a:lnTo>
                    <a:pt x="6717536" y="347494"/>
                  </a:lnTo>
                  <a:lnTo>
                    <a:pt x="6717694" y="347494"/>
                  </a:lnTo>
                  <a:lnTo>
                    <a:pt x="6717852" y="347494"/>
                  </a:lnTo>
                  <a:lnTo>
                    <a:pt x="6718010" y="347494"/>
                  </a:lnTo>
                  <a:lnTo>
                    <a:pt x="6718167" y="347494"/>
                  </a:lnTo>
                  <a:lnTo>
                    <a:pt x="6718325" y="347494"/>
                  </a:lnTo>
                  <a:lnTo>
                    <a:pt x="6718483" y="347494"/>
                  </a:lnTo>
                  <a:lnTo>
                    <a:pt x="6718640" y="347494"/>
                  </a:lnTo>
                  <a:lnTo>
                    <a:pt x="6718798" y="347494"/>
                  </a:lnTo>
                  <a:lnTo>
                    <a:pt x="6718956" y="347494"/>
                  </a:lnTo>
                  <a:lnTo>
                    <a:pt x="6719114" y="347494"/>
                  </a:lnTo>
                  <a:lnTo>
                    <a:pt x="6719271" y="347494"/>
                  </a:lnTo>
                  <a:lnTo>
                    <a:pt x="6719429" y="347494"/>
                  </a:lnTo>
                  <a:lnTo>
                    <a:pt x="6719587" y="347494"/>
                  </a:lnTo>
                  <a:lnTo>
                    <a:pt x="6719744" y="347494"/>
                  </a:lnTo>
                  <a:lnTo>
                    <a:pt x="6719902" y="347494"/>
                  </a:lnTo>
                  <a:lnTo>
                    <a:pt x="6719902" y="347063"/>
                  </a:lnTo>
                  <a:lnTo>
                    <a:pt x="6720060" y="347063"/>
                  </a:lnTo>
                  <a:lnTo>
                    <a:pt x="6720218" y="347063"/>
                  </a:lnTo>
                  <a:lnTo>
                    <a:pt x="6720375" y="347063"/>
                  </a:lnTo>
                  <a:lnTo>
                    <a:pt x="6720533" y="347063"/>
                  </a:lnTo>
                  <a:lnTo>
                    <a:pt x="6720691" y="347063"/>
                  </a:lnTo>
                  <a:lnTo>
                    <a:pt x="6720848" y="347063"/>
                  </a:lnTo>
                  <a:lnTo>
                    <a:pt x="6721006" y="347063"/>
                  </a:lnTo>
                  <a:lnTo>
                    <a:pt x="6721164" y="347063"/>
                  </a:lnTo>
                  <a:lnTo>
                    <a:pt x="6721322" y="347063"/>
                  </a:lnTo>
                  <a:lnTo>
                    <a:pt x="6721479" y="347063"/>
                  </a:lnTo>
                  <a:lnTo>
                    <a:pt x="6721637" y="347063"/>
                  </a:lnTo>
                  <a:lnTo>
                    <a:pt x="6721795" y="347063"/>
                  </a:lnTo>
                  <a:lnTo>
                    <a:pt x="6721953" y="347063"/>
                  </a:lnTo>
                  <a:lnTo>
                    <a:pt x="6722110" y="347063"/>
                  </a:lnTo>
                  <a:lnTo>
                    <a:pt x="6722268" y="347063"/>
                  </a:lnTo>
                  <a:lnTo>
                    <a:pt x="6722268" y="346633"/>
                  </a:lnTo>
                  <a:lnTo>
                    <a:pt x="6722426" y="346633"/>
                  </a:lnTo>
                  <a:lnTo>
                    <a:pt x="6722583" y="346633"/>
                  </a:lnTo>
                  <a:lnTo>
                    <a:pt x="6722741" y="346633"/>
                  </a:lnTo>
                  <a:lnTo>
                    <a:pt x="6722899" y="346633"/>
                  </a:lnTo>
                  <a:lnTo>
                    <a:pt x="6723057" y="346633"/>
                  </a:lnTo>
                  <a:lnTo>
                    <a:pt x="6723214" y="346633"/>
                  </a:lnTo>
                  <a:lnTo>
                    <a:pt x="6723372" y="346633"/>
                  </a:lnTo>
                  <a:lnTo>
                    <a:pt x="6723530" y="346633"/>
                  </a:lnTo>
                  <a:lnTo>
                    <a:pt x="6723687" y="346633"/>
                  </a:lnTo>
                  <a:lnTo>
                    <a:pt x="6723845" y="346633"/>
                  </a:lnTo>
                  <a:lnTo>
                    <a:pt x="6724003" y="346633"/>
                  </a:lnTo>
                  <a:lnTo>
                    <a:pt x="6724003" y="346202"/>
                  </a:lnTo>
                  <a:lnTo>
                    <a:pt x="6724161" y="346202"/>
                  </a:lnTo>
                  <a:lnTo>
                    <a:pt x="6724318" y="346202"/>
                  </a:lnTo>
                  <a:lnTo>
                    <a:pt x="6724476" y="346202"/>
                  </a:lnTo>
                  <a:lnTo>
                    <a:pt x="6724634" y="346202"/>
                  </a:lnTo>
                  <a:lnTo>
                    <a:pt x="6724791" y="346202"/>
                  </a:lnTo>
                  <a:lnTo>
                    <a:pt x="6724949" y="346202"/>
                  </a:lnTo>
                  <a:lnTo>
                    <a:pt x="6725107" y="346202"/>
                  </a:lnTo>
                  <a:lnTo>
                    <a:pt x="6725265" y="346202"/>
                  </a:lnTo>
                  <a:lnTo>
                    <a:pt x="6725422" y="346202"/>
                  </a:lnTo>
                  <a:lnTo>
                    <a:pt x="6725580" y="346202"/>
                  </a:lnTo>
                  <a:lnTo>
                    <a:pt x="6725738" y="346202"/>
                  </a:lnTo>
                  <a:lnTo>
                    <a:pt x="6725738" y="345771"/>
                  </a:lnTo>
                  <a:lnTo>
                    <a:pt x="6725895" y="345771"/>
                  </a:lnTo>
                  <a:lnTo>
                    <a:pt x="6726053" y="345771"/>
                  </a:lnTo>
                  <a:lnTo>
                    <a:pt x="6726211" y="345771"/>
                  </a:lnTo>
                  <a:lnTo>
                    <a:pt x="6726211" y="345341"/>
                  </a:lnTo>
                  <a:lnTo>
                    <a:pt x="6726369" y="345341"/>
                  </a:lnTo>
                  <a:lnTo>
                    <a:pt x="6726526" y="345341"/>
                  </a:lnTo>
                  <a:lnTo>
                    <a:pt x="6726684" y="345341"/>
                  </a:lnTo>
                  <a:lnTo>
                    <a:pt x="6726842" y="345341"/>
                  </a:lnTo>
                  <a:lnTo>
                    <a:pt x="6727000" y="345341"/>
                  </a:lnTo>
                  <a:lnTo>
                    <a:pt x="6727157" y="345341"/>
                  </a:lnTo>
                  <a:lnTo>
                    <a:pt x="6727315" y="345341"/>
                  </a:lnTo>
                  <a:lnTo>
                    <a:pt x="6727473" y="345341"/>
                  </a:lnTo>
                  <a:lnTo>
                    <a:pt x="6727630" y="345341"/>
                  </a:lnTo>
                  <a:lnTo>
                    <a:pt x="6727788" y="345341"/>
                  </a:lnTo>
                  <a:lnTo>
                    <a:pt x="6727946" y="345341"/>
                  </a:lnTo>
                  <a:lnTo>
                    <a:pt x="6728104" y="345341"/>
                  </a:lnTo>
                  <a:lnTo>
                    <a:pt x="6728261" y="345341"/>
                  </a:lnTo>
                  <a:lnTo>
                    <a:pt x="6728419" y="345341"/>
                  </a:lnTo>
                  <a:lnTo>
                    <a:pt x="6728577" y="345341"/>
                  </a:lnTo>
                  <a:lnTo>
                    <a:pt x="6728734" y="345341"/>
                  </a:lnTo>
                  <a:lnTo>
                    <a:pt x="6728892" y="345341"/>
                  </a:lnTo>
                  <a:lnTo>
                    <a:pt x="6729050" y="345341"/>
                  </a:lnTo>
                  <a:lnTo>
                    <a:pt x="6729208" y="345341"/>
                  </a:lnTo>
                  <a:lnTo>
                    <a:pt x="6729365" y="345341"/>
                  </a:lnTo>
                  <a:lnTo>
                    <a:pt x="6729523" y="345341"/>
                  </a:lnTo>
                  <a:lnTo>
                    <a:pt x="6729681" y="345341"/>
                  </a:lnTo>
                  <a:lnTo>
                    <a:pt x="6729838" y="345341"/>
                  </a:lnTo>
                  <a:lnTo>
                    <a:pt x="6729996" y="345341"/>
                  </a:lnTo>
                  <a:lnTo>
                    <a:pt x="6730154" y="345341"/>
                  </a:lnTo>
                  <a:lnTo>
                    <a:pt x="6730312" y="345341"/>
                  </a:lnTo>
                  <a:lnTo>
                    <a:pt x="6730469" y="345341"/>
                  </a:lnTo>
                  <a:lnTo>
                    <a:pt x="6730627" y="345341"/>
                  </a:lnTo>
                  <a:lnTo>
                    <a:pt x="6730627" y="344910"/>
                  </a:lnTo>
                  <a:lnTo>
                    <a:pt x="6730785" y="344910"/>
                  </a:lnTo>
                  <a:lnTo>
                    <a:pt x="6730942" y="344910"/>
                  </a:lnTo>
                  <a:lnTo>
                    <a:pt x="6731100" y="344910"/>
                  </a:lnTo>
                  <a:lnTo>
                    <a:pt x="6731258" y="344910"/>
                  </a:lnTo>
                  <a:lnTo>
                    <a:pt x="6731416" y="344910"/>
                  </a:lnTo>
                  <a:lnTo>
                    <a:pt x="6731573" y="344910"/>
                  </a:lnTo>
                  <a:lnTo>
                    <a:pt x="6731731" y="344910"/>
                  </a:lnTo>
                  <a:lnTo>
                    <a:pt x="6731889" y="344910"/>
                  </a:lnTo>
                  <a:lnTo>
                    <a:pt x="6731889" y="344480"/>
                  </a:lnTo>
                  <a:lnTo>
                    <a:pt x="6731889" y="344049"/>
                  </a:lnTo>
                  <a:lnTo>
                    <a:pt x="6732046" y="344049"/>
                  </a:lnTo>
                  <a:lnTo>
                    <a:pt x="6732204" y="344049"/>
                  </a:lnTo>
                  <a:lnTo>
                    <a:pt x="6732362" y="344049"/>
                  </a:lnTo>
                  <a:lnTo>
                    <a:pt x="6732520" y="344049"/>
                  </a:lnTo>
                  <a:lnTo>
                    <a:pt x="6732677" y="344049"/>
                  </a:lnTo>
                  <a:lnTo>
                    <a:pt x="6732835" y="344049"/>
                  </a:lnTo>
                  <a:lnTo>
                    <a:pt x="6732993" y="344049"/>
                  </a:lnTo>
                  <a:lnTo>
                    <a:pt x="6733151" y="344049"/>
                  </a:lnTo>
                  <a:lnTo>
                    <a:pt x="6733151" y="343618"/>
                  </a:lnTo>
                  <a:lnTo>
                    <a:pt x="6733308" y="343618"/>
                  </a:lnTo>
                  <a:lnTo>
                    <a:pt x="6733466" y="343618"/>
                  </a:lnTo>
                  <a:lnTo>
                    <a:pt x="6733624" y="343618"/>
                  </a:lnTo>
                  <a:lnTo>
                    <a:pt x="6733781" y="343618"/>
                  </a:lnTo>
                  <a:lnTo>
                    <a:pt x="6733939" y="343618"/>
                  </a:lnTo>
                  <a:lnTo>
                    <a:pt x="6734097" y="343618"/>
                  </a:lnTo>
                  <a:lnTo>
                    <a:pt x="6734255" y="343618"/>
                  </a:lnTo>
                  <a:lnTo>
                    <a:pt x="6734412" y="343618"/>
                  </a:lnTo>
                  <a:lnTo>
                    <a:pt x="6734570" y="343618"/>
                  </a:lnTo>
                  <a:lnTo>
                    <a:pt x="6734728" y="343618"/>
                  </a:lnTo>
                  <a:lnTo>
                    <a:pt x="6734728" y="343188"/>
                  </a:lnTo>
                  <a:lnTo>
                    <a:pt x="6734885" y="343188"/>
                  </a:lnTo>
                  <a:lnTo>
                    <a:pt x="6735043" y="343188"/>
                  </a:lnTo>
                  <a:lnTo>
                    <a:pt x="6735201" y="343188"/>
                  </a:lnTo>
                  <a:lnTo>
                    <a:pt x="6735359" y="343188"/>
                  </a:lnTo>
                  <a:lnTo>
                    <a:pt x="6735359" y="342757"/>
                  </a:lnTo>
                  <a:lnTo>
                    <a:pt x="6735516" y="342757"/>
                  </a:lnTo>
                  <a:lnTo>
                    <a:pt x="6735674" y="342757"/>
                  </a:lnTo>
                  <a:lnTo>
                    <a:pt x="6735832" y="342757"/>
                  </a:lnTo>
                  <a:lnTo>
                    <a:pt x="6735989" y="342757"/>
                  </a:lnTo>
                  <a:lnTo>
                    <a:pt x="6736147" y="342757"/>
                  </a:lnTo>
                  <a:lnTo>
                    <a:pt x="6736147" y="342327"/>
                  </a:lnTo>
                  <a:lnTo>
                    <a:pt x="6736305" y="342327"/>
                  </a:lnTo>
                  <a:lnTo>
                    <a:pt x="6736463" y="342327"/>
                  </a:lnTo>
                  <a:lnTo>
                    <a:pt x="6736620" y="342327"/>
                  </a:lnTo>
                  <a:lnTo>
                    <a:pt x="6736778" y="342327"/>
                  </a:lnTo>
                  <a:lnTo>
                    <a:pt x="6736936" y="342327"/>
                  </a:lnTo>
                  <a:lnTo>
                    <a:pt x="6737093" y="342327"/>
                  </a:lnTo>
                  <a:lnTo>
                    <a:pt x="6737251" y="342327"/>
                  </a:lnTo>
                  <a:lnTo>
                    <a:pt x="6737409" y="342327"/>
                  </a:lnTo>
                  <a:lnTo>
                    <a:pt x="6737567" y="342327"/>
                  </a:lnTo>
                  <a:lnTo>
                    <a:pt x="6737724" y="342327"/>
                  </a:lnTo>
                  <a:lnTo>
                    <a:pt x="6737882" y="342327"/>
                  </a:lnTo>
                  <a:lnTo>
                    <a:pt x="6737882" y="341896"/>
                  </a:lnTo>
                  <a:lnTo>
                    <a:pt x="6738040" y="341896"/>
                  </a:lnTo>
                  <a:lnTo>
                    <a:pt x="6738198" y="341896"/>
                  </a:lnTo>
                  <a:lnTo>
                    <a:pt x="6738355" y="341896"/>
                  </a:lnTo>
                  <a:lnTo>
                    <a:pt x="6738355" y="341465"/>
                  </a:lnTo>
                  <a:lnTo>
                    <a:pt x="6738513" y="341465"/>
                  </a:lnTo>
                  <a:lnTo>
                    <a:pt x="6738513" y="341035"/>
                  </a:lnTo>
                  <a:lnTo>
                    <a:pt x="6738671" y="341035"/>
                  </a:lnTo>
                  <a:lnTo>
                    <a:pt x="6738828" y="341035"/>
                  </a:lnTo>
                  <a:lnTo>
                    <a:pt x="6738986" y="341035"/>
                  </a:lnTo>
                  <a:lnTo>
                    <a:pt x="6739144" y="341035"/>
                  </a:lnTo>
                  <a:lnTo>
                    <a:pt x="6739144" y="340604"/>
                  </a:lnTo>
                  <a:lnTo>
                    <a:pt x="6739302" y="340604"/>
                  </a:lnTo>
                  <a:lnTo>
                    <a:pt x="6739459" y="340604"/>
                  </a:lnTo>
                  <a:lnTo>
                    <a:pt x="6739617" y="340604"/>
                  </a:lnTo>
                  <a:lnTo>
                    <a:pt x="6739775" y="340604"/>
                  </a:lnTo>
                  <a:lnTo>
                    <a:pt x="6739932" y="340604"/>
                  </a:lnTo>
                  <a:lnTo>
                    <a:pt x="6740090" y="340604"/>
                  </a:lnTo>
                  <a:lnTo>
                    <a:pt x="6740248" y="340604"/>
                  </a:lnTo>
                  <a:lnTo>
                    <a:pt x="6740406" y="340604"/>
                  </a:lnTo>
                  <a:lnTo>
                    <a:pt x="6740563" y="340604"/>
                  </a:lnTo>
                  <a:lnTo>
                    <a:pt x="6740721" y="340604"/>
                  </a:lnTo>
                  <a:lnTo>
                    <a:pt x="6740879" y="340604"/>
                  </a:lnTo>
                  <a:lnTo>
                    <a:pt x="6741036" y="340604"/>
                  </a:lnTo>
                  <a:lnTo>
                    <a:pt x="6741194" y="340604"/>
                  </a:lnTo>
                  <a:lnTo>
                    <a:pt x="6741352" y="340604"/>
                  </a:lnTo>
                  <a:lnTo>
                    <a:pt x="6741510" y="340604"/>
                  </a:lnTo>
                  <a:lnTo>
                    <a:pt x="6741667" y="340604"/>
                  </a:lnTo>
                  <a:lnTo>
                    <a:pt x="6741825" y="340604"/>
                  </a:lnTo>
                  <a:lnTo>
                    <a:pt x="6741983" y="340604"/>
                  </a:lnTo>
                  <a:lnTo>
                    <a:pt x="6742140" y="340604"/>
                  </a:lnTo>
                  <a:lnTo>
                    <a:pt x="6742298" y="340604"/>
                  </a:lnTo>
                  <a:lnTo>
                    <a:pt x="6742456" y="340604"/>
                  </a:lnTo>
                  <a:lnTo>
                    <a:pt x="6742614" y="340604"/>
                  </a:lnTo>
                  <a:lnTo>
                    <a:pt x="6742771" y="340604"/>
                  </a:lnTo>
                  <a:lnTo>
                    <a:pt x="6742929" y="340604"/>
                  </a:lnTo>
                  <a:lnTo>
                    <a:pt x="6743087" y="340604"/>
                  </a:lnTo>
                  <a:lnTo>
                    <a:pt x="6743244" y="340604"/>
                  </a:lnTo>
                  <a:lnTo>
                    <a:pt x="6743244" y="340174"/>
                  </a:lnTo>
                  <a:lnTo>
                    <a:pt x="6743402" y="340174"/>
                  </a:lnTo>
                  <a:lnTo>
                    <a:pt x="6743560" y="340174"/>
                  </a:lnTo>
                  <a:lnTo>
                    <a:pt x="6743718" y="340174"/>
                  </a:lnTo>
                  <a:lnTo>
                    <a:pt x="6743875" y="340174"/>
                  </a:lnTo>
                  <a:lnTo>
                    <a:pt x="6744033" y="340174"/>
                  </a:lnTo>
                  <a:lnTo>
                    <a:pt x="6744033" y="339743"/>
                  </a:lnTo>
                  <a:lnTo>
                    <a:pt x="6744191" y="339743"/>
                  </a:lnTo>
                  <a:lnTo>
                    <a:pt x="6744349" y="339743"/>
                  </a:lnTo>
                  <a:lnTo>
                    <a:pt x="6744349" y="339312"/>
                  </a:lnTo>
                  <a:lnTo>
                    <a:pt x="6744349" y="338882"/>
                  </a:lnTo>
                  <a:lnTo>
                    <a:pt x="6744506" y="338882"/>
                  </a:lnTo>
                  <a:lnTo>
                    <a:pt x="6744664" y="338882"/>
                  </a:lnTo>
                  <a:lnTo>
                    <a:pt x="6744822" y="338882"/>
                  </a:lnTo>
                  <a:lnTo>
                    <a:pt x="6744979" y="338882"/>
                  </a:lnTo>
                  <a:lnTo>
                    <a:pt x="6745137" y="338882"/>
                  </a:lnTo>
                  <a:lnTo>
                    <a:pt x="6745295" y="338882"/>
                  </a:lnTo>
                  <a:lnTo>
                    <a:pt x="6745453" y="338882"/>
                  </a:lnTo>
                  <a:lnTo>
                    <a:pt x="6745610" y="338882"/>
                  </a:lnTo>
                  <a:lnTo>
                    <a:pt x="6745768" y="338882"/>
                  </a:lnTo>
                  <a:lnTo>
                    <a:pt x="6745926" y="338882"/>
                  </a:lnTo>
                  <a:lnTo>
                    <a:pt x="6746083" y="338882"/>
                  </a:lnTo>
                  <a:lnTo>
                    <a:pt x="6746241" y="338882"/>
                  </a:lnTo>
                  <a:lnTo>
                    <a:pt x="6746399" y="338882"/>
                  </a:lnTo>
                  <a:lnTo>
                    <a:pt x="6746557" y="338882"/>
                  </a:lnTo>
                  <a:lnTo>
                    <a:pt x="6746714" y="338882"/>
                  </a:lnTo>
                  <a:lnTo>
                    <a:pt x="6746872" y="338882"/>
                  </a:lnTo>
                  <a:lnTo>
                    <a:pt x="6747030" y="338882"/>
                  </a:lnTo>
                  <a:lnTo>
                    <a:pt x="6747030" y="338451"/>
                  </a:lnTo>
                  <a:lnTo>
                    <a:pt x="6747187" y="338451"/>
                  </a:lnTo>
                  <a:lnTo>
                    <a:pt x="6747345" y="338451"/>
                  </a:lnTo>
                  <a:lnTo>
                    <a:pt x="6747503" y="338451"/>
                  </a:lnTo>
                  <a:lnTo>
                    <a:pt x="6747661" y="338451"/>
                  </a:lnTo>
                  <a:lnTo>
                    <a:pt x="6747661" y="338021"/>
                  </a:lnTo>
                  <a:lnTo>
                    <a:pt x="6747818" y="338021"/>
                  </a:lnTo>
                  <a:lnTo>
                    <a:pt x="6747976" y="338021"/>
                  </a:lnTo>
                  <a:lnTo>
                    <a:pt x="6748134" y="338021"/>
                  </a:lnTo>
                  <a:lnTo>
                    <a:pt x="6748291" y="338021"/>
                  </a:lnTo>
                  <a:lnTo>
                    <a:pt x="6748449" y="338021"/>
                  </a:lnTo>
                  <a:lnTo>
                    <a:pt x="6748607" y="338021"/>
                  </a:lnTo>
                  <a:lnTo>
                    <a:pt x="6748765" y="338021"/>
                  </a:lnTo>
                  <a:lnTo>
                    <a:pt x="6748922" y="338021"/>
                  </a:lnTo>
                  <a:lnTo>
                    <a:pt x="6749080" y="338021"/>
                  </a:lnTo>
                  <a:lnTo>
                    <a:pt x="6749080" y="337590"/>
                  </a:lnTo>
                  <a:lnTo>
                    <a:pt x="6749238" y="337590"/>
                  </a:lnTo>
                  <a:lnTo>
                    <a:pt x="6749395" y="337590"/>
                  </a:lnTo>
                  <a:lnTo>
                    <a:pt x="6749553" y="337590"/>
                  </a:lnTo>
                  <a:lnTo>
                    <a:pt x="6749711" y="337590"/>
                  </a:lnTo>
                  <a:lnTo>
                    <a:pt x="6749869" y="337590"/>
                  </a:lnTo>
                  <a:lnTo>
                    <a:pt x="6750026" y="337590"/>
                  </a:lnTo>
                  <a:lnTo>
                    <a:pt x="6750184" y="337590"/>
                  </a:lnTo>
                  <a:lnTo>
                    <a:pt x="6750342" y="337590"/>
                  </a:lnTo>
                  <a:lnTo>
                    <a:pt x="6750500" y="337590"/>
                  </a:lnTo>
                  <a:lnTo>
                    <a:pt x="6750657" y="337590"/>
                  </a:lnTo>
                  <a:lnTo>
                    <a:pt x="6750657" y="337159"/>
                  </a:lnTo>
                  <a:lnTo>
                    <a:pt x="6750815" y="337159"/>
                  </a:lnTo>
                  <a:lnTo>
                    <a:pt x="6750973" y="337159"/>
                  </a:lnTo>
                  <a:lnTo>
                    <a:pt x="6751130" y="337159"/>
                  </a:lnTo>
                  <a:lnTo>
                    <a:pt x="6751288" y="337159"/>
                  </a:lnTo>
                  <a:lnTo>
                    <a:pt x="6751446" y="337159"/>
                  </a:lnTo>
                  <a:lnTo>
                    <a:pt x="6751604" y="337159"/>
                  </a:lnTo>
                  <a:lnTo>
                    <a:pt x="6751604" y="336729"/>
                  </a:lnTo>
                  <a:lnTo>
                    <a:pt x="6751761" y="336729"/>
                  </a:lnTo>
                  <a:lnTo>
                    <a:pt x="6751919" y="336729"/>
                  </a:lnTo>
                  <a:lnTo>
                    <a:pt x="6752077" y="336729"/>
                  </a:lnTo>
                  <a:lnTo>
                    <a:pt x="6752234" y="336729"/>
                  </a:lnTo>
                  <a:lnTo>
                    <a:pt x="6752392" y="336729"/>
                  </a:lnTo>
                  <a:lnTo>
                    <a:pt x="6752550" y="336729"/>
                  </a:lnTo>
                  <a:lnTo>
                    <a:pt x="6752708" y="336729"/>
                  </a:lnTo>
                  <a:lnTo>
                    <a:pt x="6752708" y="336298"/>
                  </a:lnTo>
                  <a:lnTo>
                    <a:pt x="6752865" y="336298"/>
                  </a:lnTo>
                  <a:lnTo>
                    <a:pt x="6753023" y="336298"/>
                  </a:lnTo>
                  <a:lnTo>
                    <a:pt x="6753181" y="336298"/>
                  </a:lnTo>
                  <a:lnTo>
                    <a:pt x="6753338" y="336298"/>
                  </a:lnTo>
                  <a:lnTo>
                    <a:pt x="6753496" y="336298"/>
                  </a:lnTo>
                  <a:lnTo>
                    <a:pt x="6753496" y="335868"/>
                  </a:lnTo>
                  <a:lnTo>
                    <a:pt x="6753496" y="335437"/>
                  </a:lnTo>
                  <a:lnTo>
                    <a:pt x="6753654" y="335437"/>
                  </a:lnTo>
                  <a:lnTo>
                    <a:pt x="6753812" y="335437"/>
                  </a:lnTo>
                  <a:lnTo>
                    <a:pt x="6753969" y="335437"/>
                  </a:lnTo>
                  <a:lnTo>
                    <a:pt x="6754127" y="335437"/>
                  </a:lnTo>
                  <a:lnTo>
                    <a:pt x="6754285" y="335437"/>
                  </a:lnTo>
                  <a:lnTo>
                    <a:pt x="6754442" y="335437"/>
                  </a:lnTo>
                  <a:lnTo>
                    <a:pt x="6754600" y="335437"/>
                  </a:lnTo>
                  <a:lnTo>
                    <a:pt x="6754758" y="335437"/>
                  </a:lnTo>
                  <a:lnTo>
                    <a:pt x="6754916" y="335437"/>
                  </a:lnTo>
                  <a:lnTo>
                    <a:pt x="6755073" y="335437"/>
                  </a:lnTo>
                  <a:lnTo>
                    <a:pt x="6755231" y="335437"/>
                  </a:lnTo>
                  <a:lnTo>
                    <a:pt x="6755389" y="335437"/>
                  </a:lnTo>
                  <a:lnTo>
                    <a:pt x="6755547" y="335437"/>
                  </a:lnTo>
                  <a:lnTo>
                    <a:pt x="6755704" y="335437"/>
                  </a:lnTo>
                  <a:lnTo>
                    <a:pt x="6755862" y="335437"/>
                  </a:lnTo>
                  <a:lnTo>
                    <a:pt x="6756020" y="335437"/>
                  </a:lnTo>
                  <a:lnTo>
                    <a:pt x="6756177" y="335437"/>
                  </a:lnTo>
                  <a:lnTo>
                    <a:pt x="6756335" y="335437"/>
                  </a:lnTo>
                  <a:lnTo>
                    <a:pt x="6756493" y="335437"/>
                  </a:lnTo>
                  <a:lnTo>
                    <a:pt x="6756651" y="335437"/>
                  </a:lnTo>
                  <a:lnTo>
                    <a:pt x="6756808" y="335437"/>
                  </a:lnTo>
                  <a:lnTo>
                    <a:pt x="6756966" y="335437"/>
                  </a:lnTo>
                  <a:lnTo>
                    <a:pt x="6757124" y="335437"/>
                  </a:lnTo>
                  <a:lnTo>
                    <a:pt x="6757281" y="335437"/>
                  </a:lnTo>
                  <a:lnTo>
                    <a:pt x="6757281" y="335006"/>
                  </a:lnTo>
                  <a:lnTo>
                    <a:pt x="6757439" y="335006"/>
                  </a:lnTo>
                  <a:lnTo>
                    <a:pt x="6757597" y="335006"/>
                  </a:lnTo>
                  <a:lnTo>
                    <a:pt x="6757755" y="335006"/>
                  </a:lnTo>
                  <a:lnTo>
                    <a:pt x="6757912" y="335006"/>
                  </a:lnTo>
                  <a:lnTo>
                    <a:pt x="6757912" y="334576"/>
                  </a:lnTo>
                  <a:lnTo>
                    <a:pt x="6758070" y="334576"/>
                  </a:lnTo>
                  <a:lnTo>
                    <a:pt x="6758228" y="334576"/>
                  </a:lnTo>
                  <a:lnTo>
                    <a:pt x="6758385" y="334576"/>
                  </a:lnTo>
                  <a:lnTo>
                    <a:pt x="6758543" y="334576"/>
                  </a:lnTo>
                  <a:lnTo>
                    <a:pt x="6758543" y="334145"/>
                  </a:lnTo>
                  <a:lnTo>
                    <a:pt x="6758701" y="334145"/>
                  </a:lnTo>
                  <a:lnTo>
                    <a:pt x="6758859" y="334145"/>
                  </a:lnTo>
                  <a:lnTo>
                    <a:pt x="6759016" y="334145"/>
                  </a:lnTo>
                  <a:lnTo>
                    <a:pt x="6759016" y="333715"/>
                  </a:lnTo>
                  <a:lnTo>
                    <a:pt x="6759016" y="333284"/>
                  </a:lnTo>
                  <a:lnTo>
                    <a:pt x="6759174" y="333284"/>
                  </a:lnTo>
                  <a:lnTo>
                    <a:pt x="6759174" y="332853"/>
                  </a:lnTo>
                  <a:lnTo>
                    <a:pt x="6759332" y="332853"/>
                  </a:lnTo>
                  <a:lnTo>
                    <a:pt x="6759489" y="332853"/>
                  </a:lnTo>
                  <a:lnTo>
                    <a:pt x="6759647" y="332853"/>
                  </a:lnTo>
                  <a:lnTo>
                    <a:pt x="6759805" y="332853"/>
                  </a:lnTo>
                  <a:lnTo>
                    <a:pt x="6759963" y="332853"/>
                  </a:lnTo>
                  <a:lnTo>
                    <a:pt x="6759963" y="332423"/>
                  </a:lnTo>
                  <a:lnTo>
                    <a:pt x="6760120" y="332423"/>
                  </a:lnTo>
                  <a:lnTo>
                    <a:pt x="6760278" y="332423"/>
                  </a:lnTo>
                  <a:lnTo>
                    <a:pt x="6760436" y="332423"/>
                  </a:lnTo>
                  <a:lnTo>
                    <a:pt x="6760593" y="332423"/>
                  </a:lnTo>
                  <a:lnTo>
                    <a:pt x="6760593" y="331992"/>
                  </a:lnTo>
                  <a:lnTo>
                    <a:pt x="6760751" y="331992"/>
                  </a:lnTo>
                  <a:lnTo>
                    <a:pt x="6760909" y="331992"/>
                  </a:lnTo>
                  <a:lnTo>
                    <a:pt x="6761067" y="331992"/>
                  </a:lnTo>
                  <a:lnTo>
                    <a:pt x="6761224" y="331992"/>
                  </a:lnTo>
                  <a:lnTo>
                    <a:pt x="6761382" y="331992"/>
                  </a:lnTo>
                  <a:lnTo>
                    <a:pt x="6761540" y="331992"/>
                  </a:lnTo>
                  <a:lnTo>
                    <a:pt x="6761698" y="331992"/>
                  </a:lnTo>
                  <a:lnTo>
                    <a:pt x="6761855" y="331992"/>
                  </a:lnTo>
                  <a:lnTo>
                    <a:pt x="6762013" y="331992"/>
                  </a:lnTo>
                  <a:lnTo>
                    <a:pt x="6762171" y="331992"/>
                  </a:lnTo>
                  <a:lnTo>
                    <a:pt x="6762328" y="331992"/>
                  </a:lnTo>
                  <a:lnTo>
                    <a:pt x="6762486" y="331992"/>
                  </a:lnTo>
                  <a:lnTo>
                    <a:pt x="6762644" y="331992"/>
                  </a:lnTo>
                  <a:lnTo>
                    <a:pt x="6762802" y="331992"/>
                  </a:lnTo>
                  <a:lnTo>
                    <a:pt x="6762959" y="331992"/>
                  </a:lnTo>
                  <a:lnTo>
                    <a:pt x="6763117" y="331992"/>
                  </a:lnTo>
                  <a:lnTo>
                    <a:pt x="6763117" y="331562"/>
                  </a:lnTo>
                  <a:lnTo>
                    <a:pt x="6763275" y="331562"/>
                  </a:lnTo>
                  <a:lnTo>
                    <a:pt x="6763432" y="331562"/>
                  </a:lnTo>
                  <a:lnTo>
                    <a:pt x="6763432" y="331131"/>
                  </a:lnTo>
                  <a:lnTo>
                    <a:pt x="6763590" y="331131"/>
                  </a:lnTo>
                  <a:lnTo>
                    <a:pt x="6763748" y="331131"/>
                  </a:lnTo>
                  <a:lnTo>
                    <a:pt x="6763906" y="331131"/>
                  </a:lnTo>
                  <a:lnTo>
                    <a:pt x="6764063" y="331131"/>
                  </a:lnTo>
                  <a:lnTo>
                    <a:pt x="6764063" y="330700"/>
                  </a:lnTo>
                  <a:lnTo>
                    <a:pt x="6764221" y="330700"/>
                  </a:lnTo>
                  <a:lnTo>
                    <a:pt x="6764379" y="330700"/>
                  </a:lnTo>
                  <a:lnTo>
                    <a:pt x="6764536" y="330700"/>
                  </a:lnTo>
                  <a:lnTo>
                    <a:pt x="6764694" y="330700"/>
                  </a:lnTo>
                  <a:lnTo>
                    <a:pt x="6764852" y="330700"/>
                  </a:lnTo>
                  <a:lnTo>
                    <a:pt x="6765010" y="330700"/>
                  </a:lnTo>
                  <a:lnTo>
                    <a:pt x="6765167" y="330700"/>
                  </a:lnTo>
                  <a:lnTo>
                    <a:pt x="6765325" y="330700"/>
                  </a:lnTo>
                  <a:lnTo>
                    <a:pt x="6765483" y="330700"/>
                  </a:lnTo>
                  <a:lnTo>
                    <a:pt x="6765483" y="330270"/>
                  </a:lnTo>
                  <a:lnTo>
                    <a:pt x="6765640" y="330270"/>
                  </a:lnTo>
                  <a:lnTo>
                    <a:pt x="6765798" y="330270"/>
                  </a:lnTo>
                  <a:lnTo>
                    <a:pt x="6765956" y="330270"/>
                  </a:lnTo>
                  <a:lnTo>
                    <a:pt x="6765956" y="329839"/>
                  </a:lnTo>
                  <a:lnTo>
                    <a:pt x="6766114" y="329839"/>
                  </a:lnTo>
                  <a:lnTo>
                    <a:pt x="6766271" y="329839"/>
                  </a:lnTo>
                  <a:lnTo>
                    <a:pt x="6766271" y="329409"/>
                  </a:lnTo>
                  <a:lnTo>
                    <a:pt x="6766429" y="329409"/>
                  </a:lnTo>
                  <a:lnTo>
                    <a:pt x="6766587" y="329409"/>
                  </a:lnTo>
                  <a:lnTo>
                    <a:pt x="6766587" y="328978"/>
                  </a:lnTo>
                  <a:lnTo>
                    <a:pt x="6766745" y="328978"/>
                  </a:lnTo>
                  <a:lnTo>
                    <a:pt x="6766902" y="328978"/>
                  </a:lnTo>
                  <a:lnTo>
                    <a:pt x="6767060" y="328978"/>
                  </a:lnTo>
                  <a:lnTo>
                    <a:pt x="6767218" y="328978"/>
                  </a:lnTo>
                  <a:lnTo>
                    <a:pt x="6767375" y="328978"/>
                  </a:lnTo>
                  <a:lnTo>
                    <a:pt x="6767533" y="328978"/>
                  </a:lnTo>
                  <a:lnTo>
                    <a:pt x="6767691" y="328978"/>
                  </a:lnTo>
                  <a:lnTo>
                    <a:pt x="6767849" y="328978"/>
                  </a:lnTo>
                  <a:lnTo>
                    <a:pt x="6768006" y="328978"/>
                  </a:lnTo>
                  <a:lnTo>
                    <a:pt x="6768164" y="328978"/>
                  </a:lnTo>
                  <a:lnTo>
                    <a:pt x="6768164" y="328547"/>
                  </a:lnTo>
                  <a:lnTo>
                    <a:pt x="6768322" y="328547"/>
                  </a:lnTo>
                  <a:lnTo>
                    <a:pt x="6768479" y="328547"/>
                  </a:lnTo>
                  <a:lnTo>
                    <a:pt x="6768637" y="328547"/>
                  </a:lnTo>
                  <a:lnTo>
                    <a:pt x="6768795" y="328547"/>
                  </a:lnTo>
                  <a:lnTo>
                    <a:pt x="6768953" y="328547"/>
                  </a:lnTo>
                  <a:lnTo>
                    <a:pt x="6769110" y="328547"/>
                  </a:lnTo>
                  <a:lnTo>
                    <a:pt x="6769268" y="328547"/>
                  </a:lnTo>
                  <a:lnTo>
                    <a:pt x="6769426" y="328547"/>
                  </a:lnTo>
                  <a:lnTo>
                    <a:pt x="6769583" y="328547"/>
                  </a:lnTo>
                  <a:lnTo>
                    <a:pt x="6769741" y="328547"/>
                  </a:lnTo>
                  <a:lnTo>
                    <a:pt x="6769899" y="328547"/>
                  </a:lnTo>
                  <a:lnTo>
                    <a:pt x="6770057" y="328547"/>
                  </a:lnTo>
                  <a:lnTo>
                    <a:pt x="6770214" y="328547"/>
                  </a:lnTo>
                  <a:lnTo>
                    <a:pt x="6770372" y="328547"/>
                  </a:lnTo>
                  <a:lnTo>
                    <a:pt x="6770530" y="328547"/>
                  </a:lnTo>
                  <a:lnTo>
                    <a:pt x="6770687" y="328547"/>
                  </a:lnTo>
                  <a:lnTo>
                    <a:pt x="6770845" y="328547"/>
                  </a:lnTo>
                  <a:lnTo>
                    <a:pt x="6771003" y="328547"/>
                  </a:lnTo>
                  <a:lnTo>
                    <a:pt x="6771161" y="328547"/>
                  </a:lnTo>
                  <a:lnTo>
                    <a:pt x="6771318" y="328547"/>
                  </a:lnTo>
                  <a:lnTo>
                    <a:pt x="6771476" y="328547"/>
                  </a:lnTo>
                  <a:lnTo>
                    <a:pt x="6771634" y="328547"/>
                  </a:lnTo>
                  <a:lnTo>
                    <a:pt x="6771791" y="328547"/>
                  </a:lnTo>
                  <a:lnTo>
                    <a:pt x="6771949" y="328547"/>
                  </a:lnTo>
                  <a:lnTo>
                    <a:pt x="6771949" y="328117"/>
                  </a:lnTo>
                  <a:lnTo>
                    <a:pt x="6772107" y="328117"/>
                  </a:lnTo>
                  <a:lnTo>
                    <a:pt x="6772265" y="328117"/>
                  </a:lnTo>
                  <a:lnTo>
                    <a:pt x="6772265" y="327686"/>
                  </a:lnTo>
                  <a:lnTo>
                    <a:pt x="6772265" y="327256"/>
                  </a:lnTo>
                  <a:lnTo>
                    <a:pt x="6772422" y="327256"/>
                  </a:lnTo>
                  <a:lnTo>
                    <a:pt x="6772580" y="327256"/>
                  </a:lnTo>
                  <a:lnTo>
                    <a:pt x="6772738" y="327256"/>
                  </a:lnTo>
                  <a:lnTo>
                    <a:pt x="6772896" y="327256"/>
                  </a:lnTo>
                  <a:lnTo>
                    <a:pt x="6773053" y="327256"/>
                  </a:lnTo>
                  <a:lnTo>
                    <a:pt x="6773211" y="327256"/>
                  </a:lnTo>
                  <a:lnTo>
                    <a:pt x="6773369" y="327256"/>
                  </a:lnTo>
                  <a:lnTo>
                    <a:pt x="6773526" y="327256"/>
                  </a:lnTo>
                  <a:lnTo>
                    <a:pt x="6773684" y="327256"/>
                  </a:lnTo>
                  <a:lnTo>
                    <a:pt x="6773842" y="327256"/>
                  </a:lnTo>
                  <a:lnTo>
                    <a:pt x="6774000" y="327256"/>
                  </a:lnTo>
                  <a:lnTo>
                    <a:pt x="6774157" y="327256"/>
                  </a:lnTo>
                  <a:lnTo>
                    <a:pt x="6774315" y="327256"/>
                  </a:lnTo>
                  <a:lnTo>
                    <a:pt x="6774473" y="327256"/>
                  </a:lnTo>
                  <a:lnTo>
                    <a:pt x="6774630" y="327256"/>
                  </a:lnTo>
                  <a:lnTo>
                    <a:pt x="6774788" y="327256"/>
                  </a:lnTo>
                  <a:lnTo>
                    <a:pt x="6774946" y="327256"/>
                  </a:lnTo>
                  <a:lnTo>
                    <a:pt x="6775104" y="327256"/>
                  </a:lnTo>
                  <a:lnTo>
                    <a:pt x="6775261" y="327256"/>
                  </a:lnTo>
                  <a:lnTo>
                    <a:pt x="6775419" y="327256"/>
                  </a:lnTo>
                  <a:lnTo>
                    <a:pt x="6775577" y="327256"/>
                  </a:lnTo>
                  <a:lnTo>
                    <a:pt x="6775734" y="327256"/>
                  </a:lnTo>
                  <a:lnTo>
                    <a:pt x="6775892" y="327256"/>
                  </a:lnTo>
                  <a:lnTo>
                    <a:pt x="6776050" y="327256"/>
                  </a:lnTo>
                  <a:lnTo>
                    <a:pt x="6776208" y="327256"/>
                  </a:lnTo>
                  <a:lnTo>
                    <a:pt x="6776365" y="327256"/>
                  </a:lnTo>
                  <a:lnTo>
                    <a:pt x="6776523" y="327256"/>
                  </a:lnTo>
                  <a:lnTo>
                    <a:pt x="6776681" y="327256"/>
                  </a:lnTo>
                  <a:lnTo>
                    <a:pt x="6776681" y="326825"/>
                  </a:lnTo>
                  <a:lnTo>
                    <a:pt x="6776838" y="326825"/>
                  </a:lnTo>
                  <a:lnTo>
                    <a:pt x="6776996" y="326825"/>
                  </a:lnTo>
                  <a:lnTo>
                    <a:pt x="6777154" y="326825"/>
                  </a:lnTo>
                  <a:lnTo>
                    <a:pt x="6777312" y="326825"/>
                  </a:lnTo>
                  <a:lnTo>
                    <a:pt x="6777469" y="326825"/>
                  </a:lnTo>
                  <a:lnTo>
                    <a:pt x="6777627" y="326825"/>
                  </a:lnTo>
                  <a:lnTo>
                    <a:pt x="6777785" y="326825"/>
                  </a:lnTo>
                  <a:lnTo>
                    <a:pt x="6777943" y="326825"/>
                  </a:lnTo>
                  <a:lnTo>
                    <a:pt x="6778100" y="326825"/>
                  </a:lnTo>
                  <a:lnTo>
                    <a:pt x="6778258" y="326825"/>
                  </a:lnTo>
                  <a:lnTo>
                    <a:pt x="6778416" y="326825"/>
                  </a:lnTo>
                  <a:lnTo>
                    <a:pt x="6778573" y="326825"/>
                  </a:lnTo>
                  <a:lnTo>
                    <a:pt x="6778731" y="326825"/>
                  </a:lnTo>
                  <a:lnTo>
                    <a:pt x="6778889" y="326825"/>
                  </a:lnTo>
                  <a:lnTo>
                    <a:pt x="6778889" y="326394"/>
                  </a:lnTo>
                  <a:lnTo>
                    <a:pt x="6779047" y="326394"/>
                  </a:lnTo>
                  <a:lnTo>
                    <a:pt x="6779204" y="326394"/>
                  </a:lnTo>
                  <a:lnTo>
                    <a:pt x="6779362" y="326394"/>
                  </a:lnTo>
                  <a:lnTo>
                    <a:pt x="6779520" y="326394"/>
                  </a:lnTo>
                  <a:lnTo>
                    <a:pt x="6779677" y="326394"/>
                  </a:lnTo>
                  <a:lnTo>
                    <a:pt x="6779835" y="326394"/>
                  </a:lnTo>
                  <a:lnTo>
                    <a:pt x="6779993" y="326394"/>
                  </a:lnTo>
                  <a:lnTo>
                    <a:pt x="6780151" y="326394"/>
                  </a:lnTo>
                  <a:lnTo>
                    <a:pt x="6780308" y="326394"/>
                  </a:lnTo>
                  <a:lnTo>
                    <a:pt x="6780466" y="326394"/>
                  </a:lnTo>
                  <a:lnTo>
                    <a:pt x="6780624" y="326394"/>
                  </a:lnTo>
                  <a:lnTo>
                    <a:pt x="6780781" y="326394"/>
                  </a:lnTo>
                  <a:lnTo>
                    <a:pt x="6780939" y="326394"/>
                  </a:lnTo>
                  <a:lnTo>
                    <a:pt x="6781097" y="326394"/>
                  </a:lnTo>
                  <a:lnTo>
                    <a:pt x="6781255" y="326394"/>
                  </a:lnTo>
                  <a:lnTo>
                    <a:pt x="6781412" y="326394"/>
                  </a:lnTo>
                  <a:lnTo>
                    <a:pt x="6781412" y="325964"/>
                  </a:lnTo>
                  <a:lnTo>
                    <a:pt x="6781570" y="325964"/>
                  </a:lnTo>
                  <a:lnTo>
                    <a:pt x="6781728" y="325964"/>
                  </a:lnTo>
                  <a:lnTo>
                    <a:pt x="6781885" y="325964"/>
                  </a:lnTo>
                  <a:lnTo>
                    <a:pt x="6782043" y="325964"/>
                  </a:lnTo>
                  <a:lnTo>
                    <a:pt x="6782201" y="325964"/>
                  </a:lnTo>
                  <a:lnTo>
                    <a:pt x="6782359" y="325964"/>
                  </a:lnTo>
                  <a:lnTo>
                    <a:pt x="6782516" y="325964"/>
                  </a:lnTo>
                  <a:lnTo>
                    <a:pt x="6782674" y="325964"/>
                  </a:lnTo>
                  <a:lnTo>
                    <a:pt x="6782674" y="325533"/>
                  </a:lnTo>
                  <a:lnTo>
                    <a:pt x="6782832" y="325533"/>
                  </a:lnTo>
                  <a:lnTo>
                    <a:pt x="6782989" y="325533"/>
                  </a:lnTo>
                  <a:lnTo>
                    <a:pt x="6782989" y="325103"/>
                  </a:lnTo>
                  <a:lnTo>
                    <a:pt x="6783147" y="325103"/>
                  </a:lnTo>
                  <a:lnTo>
                    <a:pt x="6783305" y="325103"/>
                  </a:lnTo>
                  <a:lnTo>
                    <a:pt x="6783463" y="325103"/>
                  </a:lnTo>
                  <a:lnTo>
                    <a:pt x="6783463" y="324672"/>
                  </a:lnTo>
                  <a:lnTo>
                    <a:pt x="6783620" y="324672"/>
                  </a:lnTo>
                  <a:lnTo>
                    <a:pt x="6783778" y="324672"/>
                  </a:lnTo>
                  <a:lnTo>
                    <a:pt x="6783936" y="324672"/>
                  </a:lnTo>
                  <a:lnTo>
                    <a:pt x="6784094" y="324672"/>
                  </a:lnTo>
                  <a:lnTo>
                    <a:pt x="6784094" y="324241"/>
                  </a:lnTo>
                  <a:lnTo>
                    <a:pt x="6784251" y="324241"/>
                  </a:lnTo>
                  <a:lnTo>
                    <a:pt x="6784409" y="324241"/>
                  </a:lnTo>
                  <a:lnTo>
                    <a:pt x="6784567" y="324241"/>
                  </a:lnTo>
                  <a:lnTo>
                    <a:pt x="6784724" y="324241"/>
                  </a:lnTo>
                  <a:lnTo>
                    <a:pt x="6784882" y="324241"/>
                  </a:lnTo>
                  <a:lnTo>
                    <a:pt x="6785040" y="324241"/>
                  </a:lnTo>
                  <a:lnTo>
                    <a:pt x="6785198" y="324241"/>
                  </a:lnTo>
                  <a:lnTo>
                    <a:pt x="6785355" y="324241"/>
                  </a:lnTo>
                  <a:lnTo>
                    <a:pt x="6785513" y="324241"/>
                  </a:lnTo>
                  <a:lnTo>
                    <a:pt x="6785671" y="324241"/>
                  </a:lnTo>
                  <a:lnTo>
                    <a:pt x="6785828" y="324241"/>
                  </a:lnTo>
                  <a:lnTo>
                    <a:pt x="6785986" y="324241"/>
                  </a:lnTo>
                  <a:lnTo>
                    <a:pt x="6786144" y="324241"/>
                  </a:lnTo>
                  <a:lnTo>
                    <a:pt x="6786302" y="324241"/>
                  </a:lnTo>
                  <a:lnTo>
                    <a:pt x="6786459" y="324241"/>
                  </a:lnTo>
                  <a:lnTo>
                    <a:pt x="6786617" y="324241"/>
                  </a:lnTo>
                  <a:lnTo>
                    <a:pt x="6786775" y="324241"/>
                  </a:lnTo>
                  <a:lnTo>
                    <a:pt x="6786932" y="324241"/>
                  </a:lnTo>
                  <a:lnTo>
                    <a:pt x="6787090" y="324241"/>
                  </a:lnTo>
                  <a:lnTo>
                    <a:pt x="6787248" y="324241"/>
                  </a:lnTo>
                  <a:lnTo>
                    <a:pt x="6787406" y="324241"/>
                  </a:lnTo>
                  <a:lnTo>
                    <a:pt x="6787563" y="324241"/>
                  </a:lnTo>
                  <a:lnTo>
                    <a:pt x="6787721" y="324241"/>
                  </a:lnTo>
                  <a:lnTo>
                    <a:pt x="6787879" y="324241"/>
                  </a:lnTo>
                  <a:lnTo>
                    <a:pt x="6787879" y="323811"/>
                  </a:lnTo>
                  <a:lnTo>
                    <a:pt x="6788036" y="323811"/>
                  </a:lnTo>
                  <a:lnTo>
                    <a:pt x="6788194" y="323811"/>
                  </a:lnTo>
                  <a:lnTo>
                    <a:pt x="6788194" y="323380"/>
                  </a:lnTo>
                  <a:lnTo>
                    <a:pt x="6788352" y="323380"/>
                  </a:lnTo>
                  <a:lnTo>
                    <a:pt x="6788510" y="323380"/>
                  </a:lnTo>
                  <a:lnTo>
                    <a:pt x="6788667" y="323380"/>
                  </a:lnTo>
                  <a:lnTo>
                    <a:pt x="6788825" y="323380"/>
                  </a:lnTo>
                  <a:lnTo>
                    <a:pt x="6788983" y="323380"/>
                  </a:lnTo>
                  <a:lnTo>
                    <a:pt x="6788983" y="322950"/>
                  </a:lnTo>
                  <a:lnTo>
                    <a:pt x="6788983" y="322519"/>
                  </a:lnTo>
                  <a:lnTo>
                    <a:pt x="6789141" y="322519"/>
                  </a:lnTo>
                  <a:lnTo>
                    <a:pt x="6789298" y="322519"/>
                  </a:lnTo>
                  <a:lnTo>
                    <a:pt x="6789456" y="322519"/>
                  </a:lnTo>
                  <a:lnTo>
                    <a:pt x="6789614" y="322519"/>
                  </a:lnTo>
                  <a:lnTo>
                    <a:pt x="6789771" y="322519"/>
                  </a:lnTo>
                  <a:lnTo>
                    <a:pt x="6789929" y="322519"/>
                  </a:lnTo>
                  <a:lnTo>
                    <a:pt x="6790087" y="322519"/>
                  </a:lnTo>
                  <a:lnTo>
                    <a:pt x="6790245" y="322519"/>
                  </a:lnTo>
                  <a:lnTo>
                    <a:pt x="6790402" y="322519"/>
                  </a:lnTo>
                  <a:lnTo>
                    <a:pt x="6790560" y="322519"/>
                  </a:lnTo>
                  <a:lnTo>
                    <a:pt x="6790718" y="322519"/>
                  </a:lnTo>
                  <a:lnTo>
                    <a:pt x="6790718" y="322088"/>
                  </a:lnTo>
                  <a:lnTo>
                    <a:pt x="6790718" y="321658"/>
                  </a:lnTo>
                  <a:lnTo>
                    <a:pt x="6790875" y="321658"/>
                  </a:lnTo>
                  <a:lnTo>
                    <a:pt x="6791033" y="321658"/>
                  </a:lnTo>
                  <a:lnTo>
                    <a:pt x="6791191" y="321658"/>
                  </a:lnTo>
                  <a:lnTo>
                    <a:pt x="6791349" y="321658"/>
                  </a:lnTo>
                  <a:lnTo>
                    <a:pt x="6791506" y="321658"/>
                  </a:lnTo>
                  <a:lnTo>
                    <a:pt x="6791664" y="321658"/>
                  </a:lnTo>
                  <a:lnTo>
                    <a:pt x="6791822" y="321658"/>
                  </a:lnTo>
                  <a:lnTo>
                    <a:pt x="6791822" y="321227"/>
                  </a:lnTo>
                  <a:lnTo>
                    <a:pt x="6791979" y="321227"/>
                  </a:lnTo>
                  <a:lnTo>
                    <a:pt x="6792137" y="321227"/>
                  </a:lnTo>
                  <a:lnTo>
                    <a:pt x="6792295" y="321227"/>
                  </a:lnTo>
                  <a:lnTo>
                    <a:pt x="6792453" y="321227"/>
                  </a:lnTo>
                  <a:lnTo>
                    <a:pt x="6792610" y="321227"/>
                  </a:lnTo>
                  <a:lnTo>
                    <a:pt x="6792768" y="321227"/>
                  </a:lnTo>
                  <a:lnTo>
                    <a:pt x="6792768" y="320797"/>
                  </a:lnTo>
                  <a:lnTo>
                    <a:pt x="6792926" y="320797"/>
                  </a:lnTo>
                  <a:lnTo>
                    <a:pt x="6793083" y="320797"/>
                  </a:lnTo>
                  <a:lnTo>
                    <a:pt x="6793241" y="320797"/>
                  </a:lnTo>
                  <a:lnTo>
                    <a:pt x="6793399" y="320797"/>
                  </a:lnTo>
                  <a:lnTo>
                    <a:pt x="6793557" y="320797"/>
                  </a:lnTo>
                  <a:lnTo>
                    <a:pt x="6793714" y="320797"/>
                  </a:lnTo>
                  <a:lnTo>
                    <a:pt x="6793872" y="320797"/>
                  </a:lnTo>
                  <a:lnTo>
                    <a:pt x="6794030" y="320797"/>
                  </a:lnTo>
                  <a:lnTo>
                    <a:pt x="6794187" y="320797"/>
                  </a:lnTo>
                  <a:lnTo>
                    <a:pt x="6794345" y="320797"/>
                  </a:lnTo>
                  <a:lnTo>
                    <a:pt x="6794503" y="320797"/>
                  </a:lnTo>
                  <a:lnTo>
                    <a:pt x="6794661" y="320797"/>
                  </a:lnTo>
                  <a:lnTo>
                    <a:pt x="6794818" y="320797"/>
                  </a:lnTo>
                  <a:lnTo>
                    <a:pt x="6794976" y="320797"/>
                  </a:lnTo>
                  <a:lnTo>
                    <a:pt x="6795134" y="320797"/>
                  </a:lnTo>
                  <a:lnTo>
                    <a:pt x="6795292" y="320797"/>
                  </a:lnTo>
                  <a:lnTo>
                    <a:pt x="6795449" y="320797"/>
                  </a:lnTo>
                  <a:lnTo>
                    <a:pt x="6795607" y="320797"/>
                  </a:lnTo>
                  <a:lnTo>
                    <a:pt x="6795765" y="320797"/>
                  </a:lnTo>
                  <a:lnTo>
                    <a:pt x="6795922" y="320797"/>
                  </a:lnTo>
                  <a:lnTo>
                    <a:pt x="6796080" y="320797"/>
                  </a:lnTo>
                  <a:lnTo>
                    <a:pt x="6796238" y="320797"/>
                  </a:lnTo>
                  <a:lnTo>
                    <a:pt x="6796396" y="320797"/>
                  </a:lnTo>
                  <a:lnTo>
                    <a:pt x="6796553" y="320797"/>
                  </a:lnTo>
                  <a:lnTo>
                    <a:pt x="6796711" y="320797"/>
                  </a:lnTo>
                  <a:lnTo>
                    <a:pt x="6796869" y="320797"/>
                  </a:lnTo>
                  <a:lnTo>
                    <a:pt x="6797026" y="320797"/>
                  </a:lnTo>
                  <a:lnTo>
                    <a:pt x="6797184" y="320797"/>
                  </a:lnTo>
                  <a:lnTo>
                    <a:pt x="6797342" y="320797"/>
                  </a:lnTo>
                  <a:lnTo>
                    <a:pt x="6797500" y="320797"/>
                  </a:lnTo>
                  <a:lnTo>
                    <a:pt x="6797657" y="320797"/>
                  </a:lnTo>
                  <a:lnTo>
                    <a:pt x="6797815" y="320797"/>
                  </a:lnTo>
                  <a:lnTo>
                    <a:pt x="6797973" y="320797"/>
                  </a:lnTo>
                  <a:lnTo>
                    <a:pt x="6798130" y="320797"/>
                  </a:lnTo>
                  <a:lnTo>
                    <a:pt x="6798288" y="320797"/>
                  </a:lnTo>
                  <a:lnTo>
                    <a:pt x="6798446" y="320797"/>
                  </a:lnTo>
                  <a:lnTo>
                    <a:pt x="6798604" y="320797"/>
                  </a:lnTo>
                  <a:lnTo>
                    <a:pt x="6798761" y="320797"/>
                  </a:lnTo>
                  <a:lnTo>
                    <a:pt x="6798919" y="320797"/>
                  </a:lnTo>
                  <a:lnTo>
                    <a:pt x="6799077" y="320797"/>
                  </a:lnTo>
                  <a:lnTo>
                    <a:pt x="6799234" y="320797"/>
                  </a:lnTo>
                  <a:lnTo>
                    <a:pt x="6799392" y="320797"/>
                  </a:lnTo>
                  <a:lnTo>
                    <a:pt x="6799550" y="320797"/>
                  </a:lnTo>
                  <a:lnTo>
                    <a:pt x="6799708" y="320797"/>
                  </a:lnTo>
                  <a:lnTo>
                    <a:pt x="6799865" y="320797"/>
                  </a:lnTo>
                  <a:lnTo>
                    <a:pt x="6800023" y="320797"/>
                  </a:lnTo>
                  <a:lnTo>
                    <a:pt x="6800181" y="320797"/>
                  </a:lnTo>
                  <a:lnTo>
                    <a:pt x="6800339" y="320797"/>
                  </a:lnTo>
                  <a:lnTo>
                    <a:pt x="6800496" y="320797"/>
                  </a:lnTo>
                  <a:lnTo>
                    <a:pt x="6800654" y="320797"/>
                  </a:lnTo>
                  <a:lnTo>
                    <a:pt x="6800812" y="320797"/>
                  </a:lnTo>
                  <a:lnTo>
                    <a:pt x="6800969" y="320797"/>
                  </a:lnTo>
                  <a:lnTo>
                    <a:pt x="6801127" y="320797"/>
                  </a:lnTo>
                  <a:lnTo>
                    <a:pt x="6801285" y="320797"/>
                  </a:lnTo>
                  <a:lnTo>
                    <a:pt x="6801443" y="320797"/>
                  </a:lnTo>
                  <a:lnTo>
                    <a:pt x="6801600" y="320797"/>
                  </a:lnTo>
                  <a:lnTo>
                    <a:pt x="6801600" y="320366"/>
                  </a:lnTo>
                  <a:lnTo>
                    <a:pt x="6801758" y="320366"/>
                  </a:lnTo>
                  <a:lnTo>
                    <a:pt x="6801758" y="319935"/>
                  </a:lnTo>
                  <a:lnTo>
                    <a:pt x="6801916" y="319935"/>
                  </a:lnTo>
                  <a:lnTo>
                    <a:pt x="6802073" y="319935"/>
                  </a:lnTo>
                  <a:lnTo>
                    <a:pt x="6802231" y="319935"/>
                  </a:lnTo>
                  <a:lnTo>
                    <a:pt x="6802389" y="319935"/>
                  </a:lnTo>
                  <a:lnTo>
                    <a:pt x="6802547" y="319935"/>
                  </a:lnTo>
                  <a:lnTo>
                    <a:pt x="6802704" y="319935"/>
                  </a:lnTo>
                  <a:lnTo>
                    <a:pt x="6802862" y="319935"/>
                  </a:lnTo>
                  <a:lnTo>
                    <a:pt x="6803020" y="319935"/>
                  </a:lnTo>
                  <a:lnTo>
                    <a:pt x="6803177" y="319935"/>
                  </a:lnTo>
                  <a:lnTo>
                    <a:pt x="6803335" y="319935"/>
                  </a:lnTo>
                  <a:lnTo>
                    <a:pt x="6803493" y="319935"/>
                  </a:lnTo>
                  <a:lnTo>
                    <a:pt x="6803493" y="319505"/>
                  </a:lnTo>
                  <a:lnTo>
                    <a:pt x="6803651" y="319505"/>
                  </a:lnTo>
                  <a:lnTo>
                    <a:pt x="6803808" y="319505"/>
                  </a:lnTo>
                  <a:lnTo>
                    <a:pt x="6803966" y="319505"/>
                  </a:lnTo>
                  <a:lnTo>
                    <a:pt x="6804124" y="319505"/>
                  </a:lnTo>
                  <a:lnTo>
                    <a:pt x="6804281" y="319505"/>
                  </a:lnTo>
                  <a:lnTo>
                    <a:pt x="6804439" y="319505"/>
                  </a:lnTo>
                  <a:lnTo>
                    <a:pt x="6804597" y="319505"/>
                  </a:lnTo>
                  <a:lnTo>
                    <a:pt x="6804755" y="319505"/>
                  </a:lnTo>
                  <a:lnTo>
                    <a:pt x="6804912" y="319505"/>
                  </a:lnTo>
                  <a:lnTo>
                    <a:pt x="6805070" y="319505"/>
                  </a:lnTo>
                  <a:lnTo>
                    <a:pt x="6805228" y="319505"/>
                  </a:lnTo>
                  <a:lnTo>
                    <a:pt x="6805385" y="319505"/>
                  </a:lnTo>
                  <a:lnTo>
                    <a:pt x="6805543" y="319505"/>
                  </a:lnTo>
                  <a:lnTo>
                    <a:pt x="6805701" y="319505"/>
                  </a:lnTo>
                  <a:lnTo>
                    <a:pt x="6805859" y="319505"/>
                  </a:lnTo>
                  <a:lnTo>
                    <a:pt x="6806016" y="319505"/>
                  </a:lnTo>
                  <a:lnTo>
                    <a:pt x="6806174" y="319505"/>
                  </a:lnTo>
                  <a:lnTo>
                    <a:pt x="6806332" y="319505"/>
                  </a:lnTo>
                  <a:lnTo>
                    <a:pt x="6806490" y="319505"/>
                  </a:lnTo>
                  <a:lnTo>
                    <a:pt x="6806647" y="319505"/>
                  </a:lnTo>
                  <a:lnTo>
                    <a:pt x="6806805" y="319505"/>
                  </a:lnTo>
                  <a:lnTo>
                    <a:pt x="6806963" y="319505"/>
                  </a:lnTo>
                  <a:lnTo>
                    <a:pt x="6807120" y="319505"/>
                  </a:lnTo>
                  <a:lnTo>
                    <a:pt x="6807120" y="319074"/>
                  </a:lnTo>
                  <a:lnTo>
                    <a:pt x="6807278" y="319074"/>
                  </a:lnTo>
                  <a:lnTo>
                    <a:pt x="6807436" y="319074"/>
                  </a:lnTo>
                  <a:lnTo>
                    <a:pt x="6807594" y="319074"/>
                  </a:lnTo>
                  <a:lnTo>
                    <a:pt x="6807751" y="319074"/>
                  </a:lnTo>
                  <a:lnTo>
                    <a:pt x="6807909" y="319074"/>
                  </a:lnTo>
                  <a:lnTo>
                    <a:pt x="6808067" y="319074"/>
                  </a:lnTo>
                  <a:lnTo>
                    <a:pt x="6808224" y="319074"/>
                  </a:lnTo>
                  <a:lnTo>
                    <a:pt x="6808382" y="319074"/>
                  </a:lnTo>
                  <a:lnTo>
                    <a:pt x="6808540" y="319074"/>
                  </a:lnTo>
                  <a:lnTo>
                    <a:pt x="6808698" y="319074"/>
                  </a:lnTo>
                  <a:lnTo>
                    <a:pt x="6808855" y="319074"/>
                  </a:lnTo>
                  <a:lnTo>
                    <a:pt x="6809013" y="319074"/>
                  </a:lnTo>
                  <a:lnTo>
                    <a:pt x="6809171" y="319074"/>
                  </a:lnTo>
                  <a:lnTo>
                    <a:pt x="6809328" y="319074"/>
                  </a:lnTo>
                  <a:lnTo>
                    <a:pt x="6809486" y="319074"/>
                  </a:lnTo>
                  <a:lnTo>
                    <a:pt x="6809644" y="319074"/>
                  </a:lnTo>
                  <a:lnTo>
                    <a:pt x="6809802" y="319074"/>
                  </a:lnTo>
                  <a:lnTo>
                    <a:pt x="6809959" y="319074"/>
                  </a:lnTo>
                  <a:lnTo>
                    <a:pt x="6810117" y="319074"/>
                  </a:lnTo>
                  <a:lnTo>
                    <a:pt x="6810275" y="319074"/>
                  </a:lnTo>
                  <a:lnTo>
                    <a:pt x="6810432" y="319074"/>
                  </a:lnTo>
                  <a:lnTo>
                    <a:pt x="6810590" y="319074"/>
                  </a:lnTo>
                  <a:lnTo>
                    <a:pt x="6810748" y="319074"/>
                  </a:lnTo>
                  <a:lnTo>
                    <a:pt x="6810906" y="319074"/>
                  </a:lnTo>
                  <a:lnTo>
                    <a:pt x="6811063" y="319074"/>
                  </a:lnTo>
                  <a:lnTo>
                    <a:pt x="6811063" y="318644"/>
                  </a:lnTo>
                  <a:lnTo>
                    <a:pt x="6811221" y="318644"/>
                  </a:lnTo>
                  <a:lnTo>
                    <a:pt x="6811379" y="318644"/>
                  </a:lnTo>
                  <a:lnTo>
                    <a:pt x="6811537" y="318644"/>
                  </a:lnTo>
                  <a:lnTo>
                    <a:pt x="6811537" y="318213"/>
                  </a:lnTo>
                  <a:lnTo>
                    <a:pt x="6811694" y="318213"/>
                  </a:lnTo>
                  <a:lnTo>
                    <a:pt x="6811852" y="318213"/>
                  </a:lnTo>
                  <a:lnTo>
                    <a:pt x="6812010" y="318213"/>
                  </a:lnTo>
                  <a:lnTo>
                    <a:pt x="6812167" y="318213"/>
                  </a:lnTo>
                  <a:lnTo>
                    <a:pt x="6812167" y="317782"/>
                  </a:lnTo>
                  <a:lnTo>
                    <a:pt x="6812167" y="317352"/>
                  </a:lnTo>
                  <a:lnTo>
                    <a:pt x="6812325" y="317352"/>
                  </a:lnTo>
                  <a:lnTo>
                    <a:pt x="6812483" y="317352"/>
                  </a:lnTo>
                  <a:lnTo>
                    <a:pt x="6812641" y="317352"/>
                  </a:lnTo>
                  <a:lnTo>
                    <a:pt x="6812798" y="317352"/>
                  </a:lnTo>
                  <a:lnTo>
                    <a:pt x="6812956" y="317352"/>
                  </a:lnTo>
                  <a:lnTo>
                    <a:pt x="6813114" y="317352"/>
                  </a:lnTo>
                  <a:lnTo>
                    <a:pt x="6813271" y="317352"/>
                  </a:lnTo>
                  <a:lnTo>
                    <a:pt x="6813429" y="317352"/>
                  </a:lnTo>
                  <a:lnTo>
                    <a:pt x="6813587" y="317352"/>
                  </a:lnTo>
                  <a:lnTo>
                    <a:pt x="6813745" y="317352"/>
                  </a:lnTo>
                  <a:lnTo>
                    <a:pt x="6813902" y="317352"/>
                  </a:lnTo>
                  <a:lnTo>
                    <a:pt x="6813902" y="316921"/>
                  </a:lnTo>
                  <a:lnTo>
                    <a:pt x="6813902" y="316491"/>
                  </a:lnTo>
                  <a:lnTo>
                    <a:pt x="6814060" y="316491"/>
                  </a:lnTo>
                  <a:lnTo>
                    <a:pt x="6814218" y="316491"/>
                  </a:lnTo>
                  <a:lnTo>
                    <a:pt x="6814375" y="316491"/>
                  </a:lnTo>
                  <a:lnTo>
                    <a:pt x="6814533" y="316491"/>
                  </a:lnTo>
                  <a:lnTo>
                    <a:pt x="6814691" y="316491"/>
                  </a:lnTo>
                  <a:lnTo>
                    <a:pt x="6814849" y="316491"/>
                  </a:lnTo>
                  <a:lnTo>
                    <a:pt x="6815006" y="316491"/>
                  </a:lnTo>
                  <a:lnTo>
                    <a:pt x="6815006" y="316060"/>
                  </a:lnTo>
                  <a:lnTo>
                    <a:pt x="6815164" y="316060"/>
                  </a:lnTo>
                  <a:lnTo>
                    <a:pt x="6815322" y="316060"/>
                  </a:lnTo>
                  <a:lnTo>
                    <a:pt x="6815479" y="316060"/>
                  </a:lnTo>
                  <a:lnTo>
                    <a:pt x="6815637" y="316060"/>
                  </a:lnTo>
                  <a:lnTo>
                    <a:pt x="6815795" y="316060"/>
                  </a:lnTo>
                  <a:lnTo>
                    <a:pt x="6815953" y="316060"/>
                  </a:lnTo>
                  <a:lnTo>
                    <a:pt x="6816110" y="316060"/>
                  </a:lnTo>
                  <a:lnTo>
                    <a:pt x="6816268" y="316060"/>
                  </a:lnTo>
                  <a:lnTo>
                    <a:pt x="6816426" y="316060"/>
                  </a:lnTo>
                  <a:lnTo>
                    <a:pt x="6816583" y="316060"/>
                  </a:lnTo>
                  <a:lnTo>
                    <a:pt x="6816741" y="316060"/>
                  </a:lnTo>
                  <a:lnTo>
                    <a:pt x="6816899" y="316060"/>
                  </a:lnTo>
                  <a:lnTo>
                    <a:pt x="6817057" y="316060"/>
                  </a:lnTo>
                  <a:lnTo>
                    <a:pt x="6817214" y="316060"/>
                  </a:lnTo>
                  <a:lnTo>
                    <a:pt x="6817372" y="316060"/>
                  </a:lnTo>
                  <a:lnTo>
                    <a:pt x="6817530" y="316060"/>
                  </a:lnTo>
                  <a:lnTo>
                    <a:pt x="6817688" y="316060"/>
                  </a:lnTo>
                  <a:lnTo>
                    <a:pt x="6817845" y="316060"/>
                  </a:lnTo>
                  <a:lnTo>
                    <a:pt x="6818003" y="316060"/>
                  </a:lnTo>
                  <a:lnTo>
                    <a:pt x="6818161" y="316060"/>
                  </a:lnTo>
                  <a:lnTo>
                    <a:pt x="6818318" y="316060"/>
                  </a:lnTo>
                  <a:lnTo>
                    <a:pt x="6818476" y="316060"/>
                  </a:lnTo>
                  <a:lnTo>
                    <a:pt x="6818634" y="316060"/>
                  </a:lnTo>
                  <a:lnTo>
                    <a:pt x="6818792" y="316060"/>
                  </a:lnTo>
                  <a:lnTo>
                    <a:pt x="6818949" y="316060"/>
                  </a:lnTo>
                  <a:lnTo>
                    <a:pt x="6819107" y="316060"/>
                  </a:lnTo>
                  <a:lnTo>
                    <a:pt x="6819265" y="316060"/>
                  </a:lnTo>
                  <a:lnTo>
                    <a:pt x="6819422" y="316060"/>
                  </a:lnTo>
                  <a:lnTo>
                    <a:pt x="6819422" y="315629"/>
                  </a:lnTo>
                  <a:lnTo>
                    <a:pt x="6819580" y="315629"/>
                  </a:lnTo>
                  <a:lnTo>
                    <a:pt x="6819738" y="315629"/>
                  </a:lnTo>
                  <a:lnTo>
                    <a:pt x="6819896" y="315629"/>
                  </a:lnTo>
                  <a:lnTo>
                    <a:pt x="6820053" y="315629"/>
                  </a:lnTo>
                  <a:lnTo>
                    <a:pt x="6820211" y="315629"/>
                  </a:lnTo>
                  <a:lnTo>
                    <a:pt x="6820369" y="315629"/>
                  </a:lnTo>
                  <a:lnTo>
                    <a:pt x="6820526" y="315629"/>
                  </a:lnTo>
                  <a:lnTo>
                    <a:pt x="6820684" y="315629"/>
                  </a:lnTo>
                  <a:lnTo>
                    <a:pt x="6820842" y="315629"/>
                  </a:lnTo>
                  <a:lnTo>
                    <a:pt x="6821000" y="315629"/>
                  </a:lnTo>
                  <a:lnTo>
                    <a:pt x="6821000" y="315199"/>
                  </a:lnTo>
                  <a:lnTo>
                    <a:pt x="6821157" y="315199"/>
                  </a:lnTo>
                  <a:lnTo>
                    <a:pt x="6821315" y="315199"/>
                  </a:lnTo>
                  <a:lnTo>
                    <a:pt x="6821315" y="314768"/>
                  </a:lnTo>
                  <a:lnTo>
                    <a:pt x="6821473" y="314768"/>
                  </a:lnTo>
                  <a:lnTo>
                    <a:pt x="6821630" y="314768"/>
                  </a:lnTo>
                  <a:lnTo>
                    <a:pt x="6821788" y="314768"/>
                  </a:lnTo>
                  <a:lnTo>
                    <a:pt x="6821946" y="314768"/>
                  </a:lnTo>
                  <a:lnTo>
                    <a:pt x="6822104" y="314768"/>
                  </a:lnTo>
                  <a:lnTo>
                    <a:pt x="6822261" y="314768"/>
                  </a:lnTo>
                  <a:lnTo>
                    <a:pt x="6822419" y="314768"/>
                  </a:lnTo>
                  <a:lnTo>
                    <a:pt x="6822577" y="314768"/>
                  </a:lnTo>
                  <a:lnTo>
                    <a:pt x="6822734" y="314768"/>
                  </a:lnTo>
                  <a:lnTo>
                    <a:pt x="6822892" y="314768"/>
                  </a:lnTo>
                  <a:lnTo>
                    <a:pt x="6823050" y="314768"/>
                  </a:lnTo>
                  <a:lnTo>
                    <a:pt x="6823208" y="314768"/>
                  </a:lnTo>
                  <a:lnTo>
                    <a:pt x="6823365" y="314768"/>
                  </a:lnTo>
                  <a:lnTo>
                    <a:pt x="6823523" y="314768"/>
                  </a:lnTo>
                  <a:lnTo>
                    <a:pt x="6823681" y="314768"/>
                  </a:lnTo>
                  <a:lnTo>
                    <a:pt x="6823839" y="314768"/>
                  </a:lnTo>
                  <a:lnTo>
                    <a:pt x="6823996" y="314768"/>
                  </a:lnTo>
                  <a:lnTo>
                    <a:pt x="6823996" y="314338"/>
                  </a:lnTo>
                  <a:lnTo>
                    <a:pt x="6824154" y="314338"/>
                  </a:lnTo>
                  <a:lnTo>
                    <a:pt x="6824312" y="314338"/>
                  </a:lnTo>
                  <a:lnTo>
                    <a:pt x="6824469" y="314338"/>
                  </a:lnTo>
                  <a:lnTo>
                    <a:pt x="6824627" y="314338"/>
                  </a:lnTo>
                  <a:lnTo>
                    <a:pt x="6824785" y="314338"/>
                  </a:lnTo>
                  <a:lnTo>
                    <a:pt x="6824943" y="314338"/>
                  </a:lnTo>
                  <a:lnTo>
                    <a:pt x="6825100" y="314338"/>
                  </a:lnTo>
                  <a:lnTo>
                    <a:pt x="6825258" y="314338"/>
                  </a:lnTo>
                  <a:lnTo>
                    <a:pt x="6825416" y="314338"/>
                  </a:lnTo>
                  <a:lnTo>
                    <a:pt x="6825573" y="314338"/>
                  </a:lnTo>
                  <a:lnTo>
                    <a:pt x="6825731" y="314338"/>
                  </a:lnTo>
                  <a:lnTo>
                    <a:pt x="6825889" y="314338"/>
                  </a:lnTo>
                  <a:lnTo>
                    <a:pt x="6826047" y="314338"/>
                  </a:lnTo>
                  <a:lnTo>
                    <a:pt x="6826204" y="314338"/>
                  </a:lnTo>
                  <a:lnTo>
                    <a:pt x="6826362" y="314338"/>
                  </a:lnTo>
                  <a:lnTo>
                    <a:pt x="6826520" y="314338"/>
                  </a:lnTo>
                  <a:lnTo>
                    <a:pt x="6826677" y="314338"/>
                  </a:lnTo>
                  <a:lnTo>
                    <a:pt x="6826835" y="314338"/>
                  </a:lnTo>
                  <a:lnTo>
                    <a:pt x="6826993" y="314338"/>
                  </a:lnTo>
                  <a:lnTo>
                    <a:pt x="6827151" y="314338"/>
                  </a:lnTo>
                  <a:lnTo>
                    <a:pt x="6827308" y="314338"/>
                  </a:lnTo>
                  <a:lnTo>
                    <a:pt x="6827466" y="314338"/>
                  </a:lnTo>
                  <a:lnTo>
                    <a:pt x="6827624" y="314338"/>
                  </a:lnTo>
                  <a:lnTo>
                    <a:pt x="6827781" y="314338"/>
                  </a:lnTo>
                  <a:lnTo>
                    <a:pt x="6827939" y="314338"/>
                  </a:lnTo>
                  <a:lnTo>
                    <a:pt x="6828097" y="314338"/>
                  </a:lnTo>
                  <a:lnTo>
                    <a:pt x="6828255" y="314338"/>
                  </a:lnTo>
                  <a:lnTo>
                    <a:pt x="6828412" y="314338"/>
                  </a:lnTo>
                  <a:lnTo>
                    <a:pt x="6828570" y="314338"/>
                  </a:lnTo>
                  <a:lnTo>
                    <a:pt x="6828728" y="314338"/>
                  </a:lnTo>
                  <a:lnTo>
                    <a:pt x="6828886" y="314338"/>
                  </a:lnTo>
                  <a:lnTo>
                    <a:pt x="6829043" y="314338"/>
                  </a:lnTo>
                  <a:lnTo>
                    <a:pt x="6829201" y="314338"/>
                  </a:lnTo>
                  <a:lnTo>
                    <a:pt x="6829359" y="314338"/>
                  </a:lnTo>
                  <a:lnTo>
                    <a:pt x="6829516" y="314338"/>
                  </a:lnTo>
                  <a:lnTo>
                    <a:pt x="6829674" y="314338"/>
                  </a:lnTo>
                  <a:lnTo>
                    <a:pt x="6829832" y="314338"/>
                  </a:lnTo>
                  <a:lnTo>
                    <a:pt x="6829990" y="314338"/>
                  </a:lnTo>
                  <a:lnTo>
                    <a:pt x="6830147" y="314338"/>
                  </a:lnTo>
                  <a:lnTo>
                    <a:pt x="6830305" y="314338"/>
                  </a:lnTo>
                  <a:lnTo>
                    <a:pt x="6830463" y="314338"/>
                  </a:lnTo>
                  <a:lnTo>
                    <a:pt x="6830463" y="313907"/>
                  </a:lnTo>
                  <a:lnTo>
                    <a:pt x="6830620" y="313907"/>
                  </a:lnTo>
                  <a:lnTo>
                    <a:pt x="6830778" y="313907"/>
                  </a:lnTo>
                  <a:lnTo>
                    <a:pt x="6830936" y="313907"/>
                  </a:lnTo>
                  <a:lnTo>
                    <a:pt x="6831094" y="313907"/>
                  </a:lnTo>
                  <a:lnTo>
                    <a:pt x="6831251" y="313907"/>
                  </a:lnTo>
                  <a:lnTo>
                    <a:pt x="6831409" y="313907"/>
                  </a:lnTo>
                  <a:lnTo>
                    <a:pt x="6831567" y="313907"/>
                  </a:lnTo>
                  <a:lnTo>
                    <a:pt x="6831724" y="313907"/>
                  </a:lnTo>
                  <a:lnTo>
                    <a:pt x="6831882" y="313907"/>
                  </a:lnTo>
                  <a:lnTo>
                    <a:pt x="6832040" y="313907"/>
                  </a:lnTo>
                  <a:lnTo>
                    <a:pt x="6832198" y="313907"/>
                  </a:lnTo>
                  <a:lnTo>
                    <a:pt x="6832355" y="313907"/>
                  </a:lnTo>
                  <a:lnTo>
                    <a:pt x="6832513" y="313907"/>
                  </a:lnTo>
                  <a:lnTo>
                    <a:pt x="6832513" y="313476"/>
                  </a:lnTo>
                  <a:lnTo>
                    <a:pt x="6832671" y="313476"/>
                  </a:lnTo>
                  <a:lnTo>
                    <a:pt x="6832828" y="313476"/>
                  </a:lnTo>
                  <a:lnTo>
                    <a:pt x="6832986" y="313476"/>
                  </a:lnTo>
                  <a:lnTo>
                    <a:pt x="6833144" y="313476"/>
                  </a:lnTo>
                  <a:lnTo>
                    <a:pt x="6833302" y="313476"/>
                  </a:lnTo>
                  <a:lnTo>
                    <a:pt x="6833459" y="313476"/>
                  </a:lnTo>
                  <a:lnTo>
                    <a:pt x="6833617" y="313476"/>
                  </a:lnTo>
                  <a:lnTo>
                    <a:pt x="6833775" y="313476"/>
                  </a:lnTo>
                  <a:lnTo>
                    <a:pt x="6833932" y="313476"/>
                  </a:lnTo>
                  <a:lnTo>
                    <a:pt x="6834090" y="313476"/>
                  </a:lnTo>
                  <a:lnTo>
                    <a:pt x="6834248" y="313476"/>
                  </a:lnTo>
                  <a:lnTo>
                    <a:pt x="6834248" y="313046"/>
                  </a:lnTo>
                  <a:lnTo>
                    <a:pt x="6834406" y="313046"/>
                  </a:lnTo>
                  <a:lnTo>
                    <a:pt x="6834563" y="313046"/>
                  </a:lnTo>
                  <a:lnTo>
                    <a:pt x="6834721" y="313046"/>
                  </a:lnTo>
                  <a:lnTo>
                    <a:pt x="6834879" y="313046"/>
                  </a:lnTo>
                  <a:lnTo>
                    <a:pt x="6835037" y="313046"/>
                  </a:lnTo>
                  <a:lnTo>
                    <a:pt x="6835194" y="313046"/>
                  </a:lnTo>
                  <a:lnTo>
                    <a:pt x="6835352" y="313046"/>
                  </a:lnTo>
                  <a:lnTo>
                    <a:pt x="6835510" y="313046"/>
                  </a:lnTo>
                  <a:lnTo>
                    <a:pt x="6835667" y="313046"/>
                  </a:lnTo>
                  <a:lnTo>
                    <a:pt x="6835667" y="312615"/>
                  </a:lnTo>
                  <a:lnTo>
                    <a:pt x="6835667" y="312185"/>
                  </a:lnTo>
                  <a:lnTo>
                    <a:pt x="6835825" y="312185"/>
                  </a:lnTo>
                  <a:lnTo>
                    <a:pt x="6835983" y="312185"/>
                  </a:lnTo>
                  <a:lnTo>
                    <a:pt x="6836141" y="312185"/>
                  </a:lnTo>
                  <a:lnTo>
                    <a:pt x="6836298" y="312185"/>
                  </a:lnTo>
                  <a:lnTo>
                    <a:pt x="6836456" y="312185"/>
                  </a:lnTo>
                  <a:lnTo>
                    <a:pt x="6836614" y="312185"/>
                  </a:lnTo>
                  <a:lnTo>
                    <a:pt x="6836771" y="312185"/>
                  </a:lnTo>
                  <a:lnTo>
                    <a:pt x="6836929" y="312185"/>
                  </a:lnTo>
                  <a:lnTo>
                    <a:pt x="6836929" y="311754"/>
                  </a:lnTo>
                  <a:lnTo>
                    <a:pt x="6837087" y="311754"/>
                  </a:lnTo>
                  <a:lnTo>
                    <a:pt x="6837245" y="311754"/>
                  </a:lnTo>
                  <a:lnTo>
                    <a:pt x="6837402" y="311754"/>
                  </a:lnTo>
                  <a:lnTo>
                    <a:pt x="6837560" y="311754"/>
                  </a:lnTo>
                  <a:lnTo>
                    <a:pt x="6837718" y="311754"/>
                  </a:lnTo>
                  <a:lnTo>
                    <a:pt x="6837875" y="311754"/>
                  </a:lnTo>
                  <a:lnTo>
                    <a:pt x="6838033" y="311754"/>
                  </a:lnTo>
                  <a:lnTo>
                    <a:pt x="6838191" y="311754"/>
                  </a:lnTo>
                  <a:lnTo>
                    <a:pt x="6838349" y="311754"/>
                  </a:lnTo>
                  <a:lnTo>
                    <a:pt x="6838506" y="311754"/>
                  </a:lnTo>
                  <a:lnTo>
                    <a:pt x="6838664" y="311754"/>
                  </a:lnTo>
                  <a:lnTo>
                    <a:pt x="6838822" y="311754"/>
                  </a:lnTo>
                  <a:lnTo>
                    <a:pt x="6838979" y="311754"/>
                  </a:lnTo>
                  <a:lnTo>
                    <a:pt x="6839137" y="311754"/>
                  </a:lnTo>
                  <a:lnTo>
                    <a:pt x="6839295" y="311754"/>
                  </a:lnTo>
                  <a:lnTo>
                    <a:pt x="6839453" y="311754"/>
                  </a:lnTo>
                  <a:lnTo>
                    <a:pt x="6839610" y="311754"/>
                  </a:lnTo>
                  <a:lnTo>
                    <a:pt x="6839610" y="311323"/>
                  </a:lnTo>
                  <a:lnTo>
                    <a:pt x="6839768" y="311323"/>
                  </a:lnTo>
                  <a:lnTo>
                    <a:pt x="6839926" y="311323"/>
                  </a:lnTo>
                  <a:lnTo>
                    <a:pt x="6840084" y="311323"/>
                  </a:lnTo>
                  <a:lnTo>
                    <a:pt x="6840241" y="311323"/>
                  </a:lnTo>
                  <a:lnTo>
                    <a:pt x="6840399" y="311323"/>
                  </a:lnTo>
                  <a:lnTo>
                    <a:pt x="6840399" y="310893"/>
                  </a:lnTo>
                  <a:lnTo>
                    <a:pt x="6840557" y="310893"/>
                  </a:lnTo>
                  <a:lnTo>
                    <a:pt x="6840714" y="310893"/>
                  </a:lnTo>
                  <a:lnTo>
                    <a:pt x="6840714" y="310462"/>
                  </a:lnTo>
                  <a:lnTo>
                    <a:pt x="6840872" y="310462"/>
                  </a:lnTo>
                  <a:lnTo>
                    <a:pt x="6841030" y="310462"/>
                  </a:lnTo>
                  <a:lnTo>
                    <a:pt x="6841188" y="310462"/>
                  </a:lnTo>
                  <a:lnTo>
                    <a:pt x="6841345" y="310462"/>
                  </a:lnTo>
                  <a:lnTo>
                    <a:pt x="6841503" y="310462"/>
                  </a:lnTo>
                  <a:lnTo>
                    <a:pt x="6841661" y="310462"/>
                  </a:lnTo>
                  <a:lnTo>
                    <a:pt x="6841818" y="310462"/>
                  </a:lnTo>
                  <a:lnTo>
                    <a:pt x="6841818" y="310032"/>
                  </a:lnTo>
                  <a:lnTo>
                    <a:pt x="6841976" y="310032"/>
                  </a:lnTo>
                  <a:lnTo>
                    <a:pt x="6842134" y="310032"/>
                  </a:lnTo>
                  <a:lnTo>
                    <a:pt x="6842292" y="310032"/>
                  </a:lnTo>
                  <a:lnTo>
                    <a:pt x="6842449" y="310032"/>
                  </a:lnTo>
                  <a:lnTo>
                    <a:pt x="6842607" y="310032"/>
                  </a:lnTo>
                  <a:lnTo>
                    <a:pt x="6842607" y="309601"/>
                  </a:lnTo>
                  <a:lnTo>
                    <a:pt x="6842765" y="309601"/>
                  </a:lnTo>
                  <a:lnTo>
                    <a:pt x="6842922" y="309601"/>
                  </a:lnTo>
                  <a:lnTo>
                    <a:pt x="6843080" y="309601"/>
                  </a:lnTo>
                  <a:lnTo>
                    <a:pt x="6843238" y="309601"/>
                  </a:lnTo>
                  <a:lnTo>
                    <a:pt x="6843396" y="309601"/>
                  </a:lnTo>
                  <a:lnTo>
                    <a:pt x="6843553" y="309601"/>
                  </a:lnTo>
                  <a:lnTo>
                    <a:pt x="6843553" y="309170"/>
                  </a:lnTo>
                  <a:lnTo>
                    <a:pt x="6843711" y="309170"/>
                  </a:lnTo>
                  <a:lnTo>
                    <a:pt x="6843869" y="309170"/>
                  </a:lnTo>
                  <a:lnTo>
                    <a:pt x="6844026" y="309170"/>
                  </a:lnTo>
                  <a:lnTo>
                    <a:pt x="6844026" y="308740"/>
                  </a:lnTo>
                  <a:lnTo>
                    <a:pt x="6844184" y="308740"/>
                  </a:lnTo>
                  <a:lnTo>
                    <a:pt x="6844342" y="308740"/>
                  </a:lnTo>
                  <a:lnTo>
                    <a:pt x="6844500" y="308740"/>
                  </a:lnTo>
                  <a:lnTo>
                    <a:pt x="6844657" y="308740"/>
                  </a:lnTo>
                  <a:lnTo>
                    <a:pt x="6844815" y="308740"/>
                  </a:lnTo>
                  <a:lnTo>
                    <a:pt x="6844973" y="308740"/>
                  </a:lnTo>
                  <a:lnTo>
                    <a:pt x="6845130" y="308740"/>
                  </a:lnTo>
                  <a:lnTo>
                    <a:pt x="6845288" y="308740"/>
                  </a:lnTo>
                  <a:lnTo>
                    <a:pt x="6845446" y="308740"/>
                  </a:lnTo>
                  <a:lnTo>
                    <a:pt x="6845604" y="308740"/>
                  </a:lnTo>
                  <a:lnTo>
                    <a:pt x="6845761" y="308740"/>
                  </a:lnTo>
                  <a:lnTo>
                    <a:pt x="6845919" y="308740"/>
                  </a:lnTo>
                  <a:lnTo>
                    <a:pt x="6846077" y="308740"/>
                  </a:lnTo>
                  <a:lnTo>
                    <a:pt x="6846235" y="308740"/>
                  </a:lnTo>
                  <a:lnTo>
                    <a:pt x="6846392" y="308740"/>
                  </a:lnTo>
                  <a:lnTo>
                    <a:pt x="6846550" y="308740"/>
                  </a:lnTo>
                  <a:lnTo>
                    <a:pt x="6846708" y="308740"/>
                  </a:lnTo>
                  <a:lnTo>
                    <a:pt x="6846865" y="308740"/>
                  </a:lnTo>
                  <a:lnTo>
                    <a:pt x="6847023" y="308740"/>
                  </a:lnTo>
                  <a:lnTo>
                    <a:pt x="6847181" y="308740"/>
                  </a:lnTo>
                  <a:lnTo>
                    <a:pt x="6847339" y="308740"/>
                  </a:lnTo>
                  <a:lnTo>
                    <a:pt x="6847496" y="308740"/>
                  </a:lnTo>
                  <a:lnTo>
                    <a:pt x="6847654" y="308740"/>
                  </a:lnTo>
                  <a:lnTo>
                    <a:pt x="6847812" y="308740"/>
                  </a:lnTo>
                  <a:lnTo>
                    <a:pt x="6847969" y="308740"/>
                  </a:lnTo>
                  <a:lnTo>
                    <a:pt x="6848127" y="308740"/>
                  </a:lnTo>
                  <a:lnTo>
                    <a:pt x="6848285" y="308740"/>
                  </a:lnTo>
                  <a:lnTo>
                    <a:pt x="6848443" y="308740"/>
                  </a:lnTo>
                  <a:lnTo>
                    <a:pt x="6848600" y="308740"/>
                  </a:lnTo>
                  <a:lnTo>
                    <a:pt x="6848758" y="308740"/>
                  </a:lnTo>
                  <a:lnTo>
                    <a:pt x="6848916" y="308740"/>
                  </a:lnTo>
                  <a:lnTo>
                    <a:pt x="6849073" y="308740"/>
                  </a:lnTo>
                  <a:lnTo>
                    <a:pt x="6849231" y="308740"/>
                  </a:lnTo>
                  <a:lnTo>
                    <a:pt x="6849389" y="308740"/>
                  </a:lnTo>
                  <a:lnTo>
                    <a:pt x="6849547" y="308740"/>
                  </a:lnTo>
                  <a:lnTo>
                    <a:pt x="6849704" y="308740"/>
                  </a:lnTo>
                  <a:lnTo>
                    <a:pt x="6849862" y="308740"/>
                  </a:lnTo>
                  <a:lnTo>
                    <a:pt x="6850020" y="308740"/>
                  </a:lnTo>
                  <a:lnTo>
                    <a:pt x="6850177" y="308740"/>
                  </a:lnTo>
                  <a:lnTo>
                    <a:pt x="6850335" y="308740"/>
                  </a:lnTo>
                  <a:lnTo>
                    <a:pt x="6850493" y="308740"/>
                  </a:lnTo>
                  <a:lnTo>
                    <a:pt x="6850651" y="308740"/>
                  </a:lnTo>
                  <a:lnTo>
                    <a:pt x="6850808" y="308740"/>
                  </a:lnTo>
                  <a:lnTo>
                    <a:pt x="6850966" y="308740"/>
                  </a:lnTo>
                  <a:lnTo>
                    <a:pt x="6850966" y="308309"/>
                  </a:lnTo>
                  <a:lnTo>
                    <a:pt x="6851124" y="308309"/>
                  </a:lnTo>
                  <a:lnTo>
                    <a:pt x="6851282" y="308309"/>
                  </a:lnTo>
                  <a:lnTo>
                    <a:pt x="6851439" y="308309"/>
                  </a:lnTo>
                  <a:lnTo>
                    <a:pt x="6851597" y="308309"/>
                  </a:lnTo>
                  <a:lnTo>
                    <a:pt x="6851597" y="307879"/>
                  </a:lnTo>
                  <a:lnTo>
                    <a:pt x="6851755" y="307879"/>
                  </a:lnTo>
                  <a:lnTo>
                    <a:pt x="6851912" y="307879"/>
                  </a:lnTo>
                  <a:lnTo>
                    <a:pt x="6852070" y="307879"/>
                  </a:lnTo>
                  <a:lnTo>
                    <a:pt x="6852228" y="307879"/>
                  </a:lnTo>
                  <a:lnTo>
                    <a:pt x="6852228" y="307448"/>
                  </a:lnTo>
                  <a:lnTo>
                    <a:pt x="6852228" y="307017"/>
                  </a:lnTo>
                  <a:lnTo>
                    <a:pt x="6852228" y="306587"/>
                  </a:lnTo>
                  <a:lnTo>
                    <a:pt x="6852386" y="306587"/>
                  </a:lnTo>
                  <a:lnTo>
                    <a:pt x="6852386" y="306156"/>
                  </a:lnTo>
                  <a:lnTo>
                    <a:pt x="6852543" y="306156"/>
                  </a:lnTo>
                  <a:lnTo>
                    <a:pt x="6852701" y="306156"/>
                  </a:lnTo>
                  <a:lnTo>
                    <a:pt x="6852859" y="306156"/>
                  </a:lnTo>
                  <a:lnTo>
                    <a:pt x="6852859" y="305726"/>
                  </a:lnTo>
                  <a:lnTo>
                    <a:pt x="6853016" y="305726"/>
                  </a:lnTo>
                  <a:lnTo>
                    <a:pt x="6853174" y="305726"/>
                  </a:lnTo>
                  <a:lnTo>
                    <a:pt x="6853332" y="305726"/>
                  </a:lnTo>
                  <a:lnTo>
                    <a:pt x="6853490" y="305726"/>
                  </a:lnTo>
                  <a:lnTo>
                    <a:pt x="6853647" y="305726"/>
                  </a:lnTo>
                  <a:lnTo>
                    <a:pt x="6853805" y="305726"/>
                  </a:lnTo>
                  <a:lnTo>
                    <a:pt x="6853963" y="305726"/>
                  </a:lnTo>
                  <a:lnTo>
                    <a:pt x="6854120" y="305726"/>
                  </a:lnTo>
                  <a:lnTo>
                    <a:pt x="6854278" y="305726"/>
                  </a:lnTo>
                  <a:lnTo>
                    <a:pt x="6854278" y="305295"/>
                  </a:lnTo>
                  <a:lnTo>
                    <a:pt x="6854436" y="305295"/>
                  </a:lnTo>
                  <a:lnTo>
                    <a:pt x="6854594" y="305295"/>
                  </a:lnTo>
                  <a:lnTo>
                    <a:pt x="6854751" y="305295"/>
                  </a:lnTo>
                  <a:lnTo>
                    <a:pt x="6854751" y="304864"/>
                  </a:lnTo>
                  <a:lnTo>
                    <a:pt x="6854909" y="304864"/>
                  </a:lnTo>
                  <a:lnTo>
                    <a:pt x="6855067" y="304864"/>
                  </a:lnTo>
                  <a:lnTo>
                    <a:pt x="6855067" y="304434"/>
                  </a:lnTo>
                  <a:lnTo>
                    <a:pt x="6855224" y="304434"/>
                  </a:lnTo>
                  <a:lnTo>
                    <a:pt x="6855382" y="304434"/>
                  </a:lnTo>
                  <a:lnTo>
                    <a:pt x="6855540" y="304434"/>
                  </a:lnTo>
                  <a:lnTo>
                    <a:pt x="6855698" y="304434"/>
                  </a:lnTo>
                  <a:lnTo>
                    <a:pt x="6855855" y="304434"/>
                  </a:lnTo>
                  <a:lnTo>
                    <a:pt x="6856013" y="304434"/>
                  </a:lnTo>
                  <a:lnTo>
                    <a:pt x="6856171" y="304434"/>
                  </a:lnTo>
                  <a:lnTo>
                    <a:pt x="6856328" y="304434"/>
                  </a:lnTo>
                  <a:lnTo>
                    <a:pt x="6856486" y="304434"/>
                  </a:lnTo>
                  <a:lnTo>
                    <a:pt x="6856644" y="304434"/>
                  </a:lnTo>
                  <a:lnTo>
                    <a:pt x="6856802" y="304434"/>
                  </a:lnTo>
                  <a:lnTo>
                    <a:pt x="6856959" y="304434"/>
                  </a:lnTo>
                  <a:lnTo>
                    <a:pt x="6857117" y="304434"/>
                  </a:lnTo>
                  <a:lnTo>
                    <a:pt x="6857275" y="304434"/>
                  </a:lnTo>
                  <a:lnTo>
                    <a:pt x="6857433" y="304434"/>
                  </a:lnTo>
                  <a:lnTo>
                    <a:pt x="6857590" y="304434"/>
                  </a:lnTo>
                  <a:lnTo>
                    <a:pt x="6857748" y="304434"/>
                  </a:lnTo>
                  <a:lnTo>
                    <a:pt x="6857906" y="304434"/>
                  </a:lnTo>
                  <a:lnTo>
                    <a:pt x="6858063" y="304434"/>
                  </a:lnTo>
                  <a:lnTo>
                    <a:pt x="6858221" y="304434"/>
                  </a:lnTo>
                  <a:lnTo>
                    <a:pt x="6858379" y="304434"/>
                  </a:lnTo>
                  <a:lnTo>
                    <a:pt x="6858537" y="304434"/>
                  </a:lnTo>
                  <a:lnTo>
                    <a:pt x="6858694" y="304434"/>
                  </a:lnTo>
                  <a:lnTo>
                    <a:pt x="6858852" y="304434"/>
                  </a:lnTo>
                  <a:lnTo>
                    <a:pt x="6859010" y="304434"/>
                  </a:lnTo>
                  <a:lnTo>
                    <a:pt x="6859010" y="304003"/>
                  </a:lnTo>
                  <a:lnTo>
                    <a:pt x="6859167" y="304003"/>
                  </a:lnTo>
                  <a:lnTo>
                    <a:pt x="6859325" y="304003"/>
                  </a:lnTo>
                  <a:lnTo>
                    <a:pt x="6859325" y="303573"/>
                  </a:lnTo>
                  <a:lnTo>
                    <a:pt x="6859483" y="303573"/>
                  </a:lnTo>
                  <a:lnTo>
                    <a:pt x="6859641" y="303573"/>
                  </a:lnTo>
                  <a:lnTo>
                    <a:pt x="6859798" y="303573"/>
                  </a:lnTo>
                  <a:lnTo>
                    <a:pt x="6859956" y="303573"/>
                  </a:lnTo>
                  <a:lnTo>
                    <a:pt x="6860114" y="303573"/>
                  </a:lnTo>
                  <a:lnTo>
                    <a:pt x="6860271" y="303573"/>
                  </a:lnTo>
                  <a:lnTo>
                    <a:pt x="6860429" y="303573"/>
                  </a:lnTo>
                  <a:lnTo>
                    <a:pt x="6860587" y="303573"/>
                  </a:lnTo>
                  <a:lnTo>
                    <a:pt x="6860745" y="303573"/>
                  </a:lnTo>
                  <a:lnTo>
                    <a:pt x="6860902" y="303573"/>
                  </a:lnTo>
                  <a:lnTo>
                    <a:pt x="6861060" y="303573"/>
                  </a:lnTo>
                  <a:lnTo>
                    <a:pt x="6861218" y="303573"/>
                  </a:lnTo>
                  <a:lnTo>
                    <a:pt x="6861375" y="303573"/>
                  </a:lnTo>
                  <a:lnTo>
                    <a:pt x="6861533" y="303573"/>
                  </a:lnTo>
                  <a:lnTo>
                    <a:pt x="6861691" y="303573"/>
                  </a:lnTo>
                  <a:lnTo>
                    <a:pt x="6861849" y="303573"/>
                  </a:lnTo>
                  <a:lnTo>
                    <a:pt x="6861849" y="303142"/>
                  </a:lnTo>
                  <a:lnTo>
                    <a:pt x="6862006" y="303142"/>
                  </a:lnTo>
                  <a:lnTo>
                    <a:pt x="6862164" y="303142"/>
                  </a:lnTo>
                  <a:lnTo>
                    <a:pt x="6862322" y="303142"/>
                  </a:lnTo>
                  <a:lnTo>
                    <a:pt x="6862322" y="302711"/>
                  </a:lnTo>
                  <a:lnTo>
                    <a:pt x="6862480" y="302711"/>
                  </a:lnTo>
                  <a:lnTo>
                    <a:pt x="6862637" y="302711"/>
                  </a:lnTo>
                  <a:lnTo>
                    <a:pt x="6862795" y="302711"/>
                  </a:lnTo>
                  <a:lnTo>
                    <a:pt x="6862953" y="302711"/>
                  </a:lnTo>
                  <a:lnTo>
                    <a:pt x="6863110" y="302711"/>
                  </a:lnTo>
                  <a:lnTo>
                    <a:pt x="6863268" y="302711"/>
                  </a:lnTo>
                  <a:lnTo>
                    <a:pt x="6863426" y="302711"/>
                  </a:lnTo>
                  <a:lnTo>
                    <a:pt x="6863584" y="302711"/>
                  </a:lnTo>
                  <a:lnTo>
                    <a:pt x="6863741" y="302711"/>
                  </a:lnTo>
                  <a:lnTo>
                    <a:pt x="6863899" y="302711"/>
                  </a:lnTo>
                  <a:lnTo>
                    <a:pt x="6864057" y="302711"/>
                  </a:lnTo>
                  <a:lnTo>
                    <a:pt x="6864214" y="302711"/>
                  </a:lnTo>
                  <a:lnTo>
                    <a:pt x="6864372" y="302711"/>
                  </a:lnTo>
                  <a:lnTo>
                    <a:pt x="6864530" y="302711"/>
                  </a:lnTo>
                  <a:lnTo>
                    <a:pt x="6864688" y="302711"/>
                  </a:lnTo>
                  <a:lnTo>
                    <a:pt x="6864845" y="302711"/>
                  </a:lnTo>
                  <a:lnTo>
                    <a:pt x="6864845" y="302281"/>
                  </a:lnTo>
                  <a:lnTo>
                    <a:pt x="6865003" y="302281"/>
                  </a:lnTo>
                  <a:lnTo>
                    <a:pt x="6865161" y="302281"/>
                  </a:lnTo>
                  <a:lnTo>
                    <a:pt x="6865318" y="302281"/>
                  </a:lnTo>
                  <a:lnTo>
                    <a:pt x="6865476" y="302281"/>
                  </a:lnTo>
                  <a:lnTo>
                    <a:pt x="6865634" y="302281"/>
                  </a:lnTo>
                  <a:lnTo>
                    <a:pt x="6865792" y="302281"/>
                  </a:lnTo>
                  <a:lnTo>
                    <a:pt x="6865949" y="302281"/>
                  </a:lnTo>
                  <a:lnTo>
                    <a:pt x="6866107" y="302281"/>
                  </a:lnTo>
                  <a:lnTo>
                    <a:pt x="6866265" y="302281"/>
                  </a:lnTo>
                  <a:lnTo>
                    <a:pt x="6866265" y="301850"/>
                  </a:lnTo>
                  <a:lnTo>
                    <a:pt x="6866422" y="301850"/>
                  </a:lnTo>
                  <a:lnTo>
                    <a:pt x="6866580" y="301850"/>
                  </a:lnTo>
                  <a:lnTo>
                    <a:pt x="6866738" y="301850"/>
                  </a:lnTo>
                  <a:lnTo>
                    <a:pt x="6866896" y="301850"/>
                  </a:lnTo>
                  <a:lnTo>
                    <a:pt x="6867053" y="301850"/>
                  </a:lnTo>
                  <a:lnTo>
                    <a:pt x="6867211" y="301850"/>
                  </a:lnTo>
                  <a:lnTo>
                    <a:pt x="6867369" y="301850"/>
                  </a:lnTo>
                  <a:lnTo>
                    <a:pt x="6867526" y="301850"/>
                  </a:lnTo>
                  <a:lnTo>
                    <a:pt x="6867684" y="301850"/>
                  </a:lnTo>
                  <a:lnTo>
                    <a:pt x="6867842" y="301850"/>
                  </a:lnTo>
                  <a:lnTo>
                    <a:pt x="6868000" y="301850"/>
                  </a:lnTo>
                  <a:lnTo>
                    <a:pt x="6868000" y="301420"/>
                  </a:lnTo>
                  <a:lnTo>
                    <a:pt x="6868157" y="301420"/>
                  </a:lnTo>
                  <a:lnTo>
                    <a:pt x="6868315" y="301420"/>
                  </a:lnTo>
                  <a:lnTo>
                    <a:pt x="6868473" y="301420"/>
                  </a:lnTo>
                  <a:lnTo>
                    <a:pt x="6868631" y="301420"/>
                  </a:lnTo>
                  <a:lnTo>
                    <a:pt x="6868788" y="301420"/>
                  </a:lnTo>
                  <a:lnTo>
                    <a:pt x="6868946" y="301420"/>
                  </a:lnTo>
                  <a:lnTo>
                    <a:pt x="6869104" y="301420"/>
                  </a:lnTo>
                  <a:lnTo>
                    <a:pt x="6869261" y="301420"/>
                  </a:lnTo>
                  <a:lnTo>
                    <a:pt x="6869419" y="301420"/>
                  </a:lnTo>
                  <a:lnTo>
                    <a:pt x="6869577" y="301420"/>
                  </a:lnTo>
                  <a:lnTo>
                    <a:pt x="6869735" y="301420"/>
                  </a:lnTo>
                  <a:lnTo>
                    <a:pt x="6869892" y="301420"/>
                  </a:lnTo>
                  <a:lnTo>
                    <a:pt x="6870050" y="301420"/>
                  </a:lnTo>
                  <a:lnTo>
                    <a:pt x="6870208" y="301420"/>
                  </a:lnTo>
                  <a:lnTo>
                    <a:pt x="6870365" y="301420"/>
                  </a:lnTo>
                  <a:lnTo>
                    <a:pt x="6870523" y="301420"/>
                  </a:lnTo>
                  <a:lnTo>
                    <a:pt x="6870681" y="301420"/>
                  </a:lnTo>
                  <a:lnTo>
                    <a:pt x="6870839" y="301420"/>
                  </a:lnTo>
                  <a:lnTo>
                    <a:pt x="6870996" y="301420"/>
                  </a:lnTo>
                  <a:lnTo>
                    <a:pt x="6871154" y="301420"/>
                  </a:lnTo>
                  <a:lnTo>
                    <a:pt x="6871154" y="300989"/>
                  </a:lnTo>
                  <a:lnTo>
                    <a:pt x="6871312" y="300989"/>
                  </a:lnTo>
                  <a:lnTo>
                    <a:pt x="6871469" y="300989"/>
                  </a:lnTo>
                  <a:lnTo>
                    <a:pt x="6871627" y="300989"/>
                  </a:lnTo>
                  <a:lnTo>
                    <a:pt x="6871785" y="300989"/>
                  </a:lnTo>
                  <a:lnTo>
                    <a:pt x="6871943" y="300989"/>
                  </a:lnTo>
                  <a:lnTo>
                    <a:pt x="6872100" y="300989"/>
                  </a:lnTo>
                  <a:lnTo>
                    <a:pt x="6872258" y="300989"/>
                  </a:lnTo>
                  <a:lnTo>
                    <a:pt x="6872416" y="300989"/>
                  </a:lnTo>
                  <a:lnTo>
                    <a:pt x="6872573" y="300989"/>
                  </a:lnTo>
                  <a:lnTo>
                    <a:pt x="6872731" y="300989"/>
                  </a:lnTo>
                  <a:lnTo>
                    <a:pt x="6872889" y="300989"/>
                  </a:lnTo>
                  <a:lnTo>
                    <a:pt x="6873047" y="300989"/>
                  </a:lnTo>
                  <a:lnTo>
                    <a:pt x="6873204" y="300989"/>
                  </a:lnTo>
                  <a:lnTo>
                    <a:pt x="6873362" y="300989"/>
                  </a:lnTo>
                  <a:lnTo>
                    <a:pt x="6873520" y="300989"/>
                  </a:lnTo>
                  <a:lnTo>
                    <a:pt x="6873520" y="300558"/>
                  </a:lnTo>
                  <a:lnTo>
                    <a:pt x="6873678" y="300558"/>
                  </a:lnTo>
                  <a:lnTo>
                    <a:pt x="6873678" y="300128"/>
                  </a:lnTo>
                  <a:lnTo>
                    <a:pt x="6873835" y="300128"/>
                  </a:lnTo>
                  <a:lnTo>
                    <a:pt x="6873993" y="300128"/>
                  </a:lnTo>
                  <a:lnTo>
                    <a:pt x="6874151" y="300128"/>
                  </a:lnTo>
                  <a:lnTo>
                    <a:pt x="6874308" y="300128"/>
                  </a:lnTo>
                  <a:lnTo>
                    <a:pt x="6874308" y="299697"/>
                  </a:lnTo>
                  <a:lnTo>
                    <a:pt x="6874466" y="299697"/>
                  </a:lnTo>
                  <a:lnTo>
                    <a:pt x="6874624" y="299697"/>
                  </a:lnTo>
                  <a:lnTo>
                    <a:pt x="6874624" y="299267"/>
                  </a:lnTo>
                  <a:lnTo>
                    <a:pt x="6874782" y="299267"/>
                  </a:lnTo>
                  <a:lnTo>
                    <a:pt x="6874939" y="299267"/>
                  </a:lnTo>
                  <a:lnTo>
                    <a:pt x="6875097" y="299267"/>
                  </a:lnTo>
                  <a:lnTo>
                    <a:pt x="6875097" y="298836"/>
                  </a:lnTo>
                  <a:lnTo>
                    <a:pt x="6875255" y="298836"/>
                  </a:lnTo>
                  <a:lnTo>
                    <a:pt x="6875412" y="298836"/>
                  </a:lnTo>
                  <a:lnTo>
                    <a:pt x="6875570" y="298836"/>
                  </a:lnTo>
                  <a:lnTo>
                    <a:pt x="6875570" y="298405"/>
                  </a:lnTo>
                  <a:lnTo>
                    <a:pt x="6875728" y="298405"/>
                  </a:lnTo>
                  <a:lnTo>
                    <a:pt x="6875886" y="298405"/>
                  </a:lnTo>
                  <a:lnTo>
                    <a:pt x="6876043" y="298405"/>
                  </a:lnTo>
                  <a:lnTo>
                    <a:pt x="6876201" y="298405"/>
                  </a:lnTo>
                  <a:lnTo>
                    <a:pt x="6876359" y="298405"/>
                  </a:lnTo>
                  <a:lnTo>
                    <a:pt x="6876516" y="298405"/>
                  </a:lnTo>
                  <a:lnTo>
                    <a:pt x="6876674" y="298405"/>
                  </a:lnTo>
                  <a:lnTo>
                    <a:pt x="6876832" y="298405"/>
                  </a:lnTo>
                  <a:lnTo>
                    <a:pt x="6876990" y="298405"/>
                  </a:lnTo>
                  <a:lnTo>
                    <a:pt x="6877147" y="298405"/>
                  </a:lnTo>
                  <a:lnTo>
                    <a:pt x="6877305" y="298405"/>
                  </a:lnTo>
                  <a:lnTo>
                    <a:pt x="6877463" y="298405"/>
                  </a:lnTo>
                  <a:lnTo>
                    <a:pt x="6877620" y="298405"/>
                  </a:lnTo>
                  <a:lnTo>
                    <a:pt x="6877778" y="298405"/>
                  </a:lnTo>
                  <a:lnTo>
                    <a:pt x="6877936" y="298405"/>
                  </a:lnTo>
                  <a:lnTo>
                    <a:pt x="6878094" y="298405"/>
                  </a:lnTo>
                  <a:lnTo>
                    <a:pt x="6878251" y="298405"/>
                  </a:lnTo>
                  <a:lnTo>
                    <a:pt x="6878409" y="298405"/>
                  </a:lnTo>
                  <a:lnTo>
                    <a:pt x="6878567" y="298405"/>
                  </a:lnTo>
                  <a:lnTo>
                    <a:pt x="6878724" y="298405"/>
                  </a:lnTo>
                  <a:lnTo>
                    <a:pt x="6878882" y="298405"/>
                  </a:lnTo>
                  <a:lnTo>
                    <a:pt x="6879040" y="298405"/>
                  </a:lnTo>
                  <a:lnTo>
                    <a:pt x="6879198" y="298405"/>
                  </a:lnTo>
                  <a:lnTo>
                    <a:pt x="6879355" y="298405"/>
                  </a:lnTo>
                  <a:lnTo>
                    <a:pt x="6879513" y="298405"/>
                  </a:lnTo>
                  <a:lnTo>
                    <a:pt x="6879671" y="298405"/>
                  </a:lnTo>
                  <a:lnTo>
                    <a:pt x="6879829" y="298405"/>
                  </a:lnTo>
                  <a:lnTo>
                    <a:pt x="6879986" y="298405"/>
                  </a:lnTo>
                  <a:lnTo>
                    <a:pt x="6880144" y="298405"/>
                  </a:lnTo>
                  <a:lnTo>
                    <a:pt x="6880302" y="298405"/>
                  </a:lnTo>
                  <a:lnTo>
                    <a:pt x="6880459" y="298405"/>
                  </a:lnTo>
                  <a:lnTo>
                    <a:pt x="6880617" y="298405"/>
                  </a:lnTo>
                  <a:lnTo>
                    <a:pt x="6880617" y="297975"/>
                  </a:lnTo>
                  <a:lnTo>
                    <a:pt x="6880775" y="297975"/>
                  </a:lnTo>
                  <a:lnTo>
                    <a:pt x="6880933" y="297975"/>
                  </a:lnTo>
                  <a:lnTo>
                    <a:pt x="6881090" y="297975"/>
                  </a:lnTo>
                  <a:lnTo>
                    <a:pt x="6881248" y="297975"/>
                  </a:lnTo>
                  <a:lnTo>
                    <a:pt x="6881248" y="297544"/>
                  </a:lnTo>
                  <a:lnTo>
                    <a:pt x="6881406" y="297544"/>
                  </a:lnTo>
                  <a:lnTo>
                    <a:pt x="6881563" y="297544"/>
                  </a:lnTo>
                  <a:lnTo>
                    <a:pt x="6881721" y="297544"/>
                  </a:lnTo>
                  <a:lnTo>
                    <a:pt x="6881879" y="297544"/>
                  </a:lnTo>
                  <a:lnTo>
                    <a:pt x="6882037" y="297544"/>
                  </a:lnTo>
                  <a:lnTo>
                    <a:pt x="6882194" y="297544"/>
                  </a:lnTo>
                  <a:lnTo>
                    <a:pt x="6882352" y="297544"/>
                  </a:lnTo>
                  <a:lnTo>
                    <a:pt x="6882510" y="297544"/>
                  </a:lnTo>
                  <a:lnTo>
                    <a:pt x="6882667" y="297544"/>
                  </a:lnTo>
                  <a:lnTo>
                    <a:pt x="6882825" y="297544"/>
                  </a:lnTo>
                  <a:lnTo>
                    <a:pt x="6882983" y="297544"/>
                  </a:lnTo>
                  <a:lnTo>
                    <a:pt x="6883141" y="297544"/>
                  </a:lnTo>
                  <a:lnTo>
                    <a:pt x="6883298" y="297544"/>
                  </a:lnTo>
                  <a:lnTo>
                    <a:pt x="6883456" y="297544"/>
                  </a:lnTo>
                  <a:lnTo>
                    <a:pt x="6883614" y="297544"/>
                  </a:lnTo>
                  <a:lnTo>
                    <a:pt x="6883771" y="297544"/>
                  </a:lnTo>
                  <a:lnTo>
                    <a:pt x="6883929" y="297544"/>
                  </a:lnTo>
                  <a:lnTo>
                    <a:pt x="6884087" y="297544"/>
                  </a:lnTo>
                  <a:lnTo>
                    <a:pt x="6884245" y="297544"/>
                  </a:lnTo>
                  <a:lnTo>
                    <a:pt x="6884402" y="297544"/>
                  </a:lnTo>
                  <a:lnTo>
                    <a:pt x="6884560" y="297544"/>
                  </a:lnTo>
                  <a:lnTo>
                    <a:pt x="6884718" y="297544"/>
                  </a:lnTo>
                  <a:lnTo>
                    <a:pt x="6884876" y="297544"/>
                  </a:lnTo>
                  <a:lnTo>
                    <a:pt x="6885033" y="297544"/>
                  </a:lnTo>
                  <a:lnTo>
                    <a:pt x="6885191" y="297544"/>
                  </a:lnTo>
                  <a:lnTo>
                    <a:pt x="6885349" y="297544"/>
                  </a:lnTo>
                  <a:lnTo>
                    <a:pt x="6885506" y="297544"/>
                  </a:lnTo>
                  <a:lnTo>
                    <a:pt x="6885664" y="297544"/>
                  </a:lnTo>
                  <a:lnTo>
                    <a:pt x="6885664" y="297114"/>
                  </a:lnTo>
                  <a:lnTo>
                    <a:pt x="6885822" y="297114"/>
                  </a:lnTo>
                  <a:lnTo>
                    <a:pt x="6885980" y="297114"/>
                  </a:lnTo>
                  <a:lnTo>
                    <a:pt x="6886137" y="297114"/>
                  </a:lnTo>
                  <a:lnTo>
                    <a:pt x="6886295" y="297114"/>
                  </a:lnTo>
                  <a:lnTo>
                    <a:pt x="6886453" y="297114"/>
                  </a:lnTo>
                  <a:lnTo>
                    <a:pt x="6886610" y="297114"/>
                  </a:lnTo>
                  <a:lnTo>
                    <a:pt x="6886768" y="297114"/>
                  </a:lnTo>
                  <a:lnTo>
                    <a:pt x="6886926" y="297114"/>
                  </a:lnTo>
                  <a:lnTo>
                    <a:pt x="6887084" y="297114"/>
                  </a:lnTo>
                  <a:lnTo>
                    <a:pt x="6887241" y="297114"/>
                  </a:lnTo>
                  <a:lnTo>
                    <a:pt x="6887241" y="296683"/>
                  </a:lnTo>
                  <a:lnTo>
                    <a:pt x="6887399" y="296683"/>
                  </a:lnTo>
                  <a:lnTo>
                    <a:pt x="6887557" y="296683"/>
                  </a:lnTo>
                  <a:lnTo>
                    <a:pt x="6887714" y="296683"/>
                  </a:lnTo>
                  <a:lnTo>
                    <a:pt x="6887872" y="296683"/>
                  </a:lnTo>
                  <a:lnTo>
                    <a:pt x="6888030" y="296683"/>
                  </a:lnTo>
                  <a:lnTo>
                    <a:pt x="6888188" y="296683"/>
                  </a:lnTo>
                  <a:lnTo>
                    <a:pt x="6888345" y="296683"/>
                  </a:lnTo>
                  <a:lnTo>
                    <a:pt x="6888503" y="296683"/>
                  </a:lnTo>
                  <a:lnTo>
                    <a:pt x="6888661" y="296683"/>
                  </a:lnTo>
                  <a:lnTo>
                    <a:pt x="6888818" y="296683"/>
                  </a:lnTo>
                  <a:lnTo>
                    <a:pt x="6888976" y="296683"/>
                  </a:lnTo>
                  <a:lnTo>
                    <a:pt x="6889134" y="296683"/>
                  </a:lnTo>
                  <a:lnTo>
                    <a:pt x="6889292" y="296683"/>
                  </a:lnTo>
                  <a:lnTo>
                    <a:pt x="6889449" y="296683"/>
                  </a:lnTo>
                  <a:lnTo>
                    <a:pt x="6889607" y="296683"/>
                  </a:lnTo>
                  <a:lnTo>
                    <a:pt x="6889765" y="296683"/>
                  </a:lnTo>
                  <a:lnTo>
                    <a:pt x="6889922" y="296683"/>
                  </a:lnTo>
                  <a:lnTo>
                    <a:pt x="6890080" y="296683"/>
                  </a:lnTo>
                  <a:lnTo>
                    <a:pt x="6890080" y="296252"/>
                  </a:lnTo>
                  <a:lnTo>
                    <a:pt x="6890238" y="296252"/>
                  </a:lnTo>
                  <a:lnTo>
                    <a:pt x="6890396" y="296252"/>
                  </a:lnTo>
                  <a:lnTo>
                    <a:pt x="6890553" y="296252"/>
                  </a:lnTo>
                  <a:lnTo>
                    <a:pt x="6890711" y="296252"/>
                  </a:lnTo>
                  <a:lnTo>
                    <a:pt x="6890869" y="296252"/>
                  </a:lnTo>
                  <a:lnTo>
                    <a:pt x="6890869" y="295822"/>
                  </a:lnTo>
                  <a:lnTo>
                    <a:pt x="6891027" y="295822"/>
                  </a:lnTo>
                  <a:lnTo>
                    <a:pt x="6891027" y="295391"/>
                  </a:lnTo>
                  <a:lnTo>
                    <a:pt x="6891184" y="295391"/>
                  </a:lnTo>
                  <a:lnTo>
                    <a:pt x="6891342" y="295391"/>
                  </a:lnTo>
                  <a:lnTo>
                    <a:pt x="6891500" y="295391"/>
                  </a:lnTo>
                  <a:lnTo>
                    <a:pt x="6891657" y="295391"/>
                  </a:lnTo>
                  <a:lnTo>
                    <a:pt x="6891815" y="295391"/>
                  </a:lnTo>
                  <a:lnTo>
                    <a:pt x="6891973" y="295391"/>
                  </a:lnTo>
                  <a:lnTo>
                    <a:pt x="6892131" y="295391"/>
                  </a:lnTo>
                  <a:lnTo>
                    <a:pt x="6892131" y="294961"/>
                  </a:lnTo>
                  <a:lnTo>
                    <a:pt x="6892288" y="294961"/>
                  </a:lnTo>
                  <a:lnTo>
                    <a:pt x="6892288" y="294530"/>
                  </a:lnTo>
                  <a:lnTo>
                    <a:pt x="6892446" y="294530"/>
                  </a:lnTo>
                  <a:lnTo>
                    <a:pt x="6892604" y="294530"/>
                  </a:lnTo>
                  <a:lnTo>
                    <a:pt x="6892761" y="294530"/>
                  </a:lnTo>
                  <a:lnTo>
                    <a:pt x="6892919" y="294530"/>
                  </a:lnTo>
                  <a:lnTo>
                    <a:pt x="6893077" y="294530"/>
                  </a:lnTo>
                  <a:lnTo>
                    <a:pt x="6893235" y="294530"/>
                  </a:lnTo>
                  <a:lnTo>
                    <a:pt x="6893392" y="294530"/>
                  </a:lnTo>
                  <a:lnTo>
                    <a:pt x="6893550" y="294530"/>
                  </a:lnTo>
                  <a:lnTo>
                    <a:pt x="6893550" y="294099"/>
                  </a:lnTo>
                  <a:lnTo>
                    <a:pt x="6893708" y="294099"/>
                  </a:lnTo>
                  <a:lnTo>
                    <a:pt x="6893865" y="294099"/>
                  </a:lnTo>
                  <a:lnTo>
                    <a:pt x="6894023" y="294099"/>
                  </a:lnTo>
                  <a:lnTo>
                    <a:pt x="6894181" y="294099"/>
                  </a:lnTo>
                  <a:lnTo>
                    <a:pt x="6894339" y="294099"/>
                  </a:lnTo>
                  <a:lnTo>
                    <a:pt x="6894496" y="294099"/>
                  </a:lnTo>
                  <a:lnTo>
                    <a:pt x="6894654" y="294099"/>
                  </a:lnTo>
                  <a:lnTo>
                    <a:pt x="6894812" y="294099"/>
                  </a:lnTo>
                  <a:lnTo>
                    <a:pt x="6894969" y="294099"/>
                  </a:lnTo>
                  <a:lnTo>
                    <a:pt x="6895127" y="294099"/>
                  </a:lnTo>
                  <a:lnTo>
                    <a:pt x="6895285" y="294099"/>
                  </a:lnTo>
                  <a:lnTo>
                    <a:pt x="6895443" y="294099"/>
                  </a:lnTo>
                  <a:lnTo>
                    <a:pt x="6895600" y="294099"/>
                  </a:lnTo>
                  <a:lnTo>
                    <a:pt x="6895758" y="294099"/>
                  </a:lnTo>
                  <a:lnTo>
                    <a:pt x="6895916" y="294099"/>
                  </a:lnTo>
                  <a:lnTo>
                    <a:pt x="6896073" y="294099"/>
                  </a:lnTo>
                  <a:lnTo>
                    <a:pt x="6896231" y="294099"/>
                  </a:lnTo>
                  <a:lnTo>
                    <a:pt x="6896389" y="294099"/>
                  </a:lnTo>
                  <a:lnTo>
                    <a:pt x="6896547" y="294099"/>
                  </a:lnTo>
                  <a:lnTo>
                    <a:pt x="6896704" y="294099"/>
                  </a:lnTo>
                  <a:lnTo>
                    <a:pt x="6896862" y="294099"/>
                  </a:lnTo>
                  <a:lnTo>
                    <a:pt x="6897020" y="294099"/>
                  </a:lnTo>
                  <a:lnTo>
                    <a:pt x="6897178" y="294099"/>
                  </a:lnTo>
                  <a:lnTo>
                    <a:pt x="6897178" y="293669"/>
                  </a:lnTo>
                  <a:lnTo>
                    <a:pt x="6897335" y="293669"/>
                  </a:lnTo>
                  <a:lnTo>
                    <a:pt x="6897493" y="293669"/>
                  </a:lnTo>
                  <a:lnTo>
                    <a:pt x="6897651" y="293669"/>
                  </a:lnTo>
                  <a:lnTo>
                    <a:pt x="6897808" y="293669"/>
                  </a:lnTo>
                  <a:lnTo>
                    <a:pt x="6897966" y="293669"/>
                  </a:lnTo>
                  <a:lnTo>
                    <a:pt x="6898124" y="293669"/>
                  </a:lnTo>
                  <a:lnTo>
                    <a:pt x="6898282" y="293669"/>
                  </a:lnTo>
                  <a:lnTo>
                    <a:pt x="6898282" y="293238"/>
                  </a:lnTo>
                  <a:lnTo>
                    <a:pt x="6898439" y="293238"/>
                  </a:lnTo>
                  <a:lnTo>
                    <a:pt x="6898597" y="293238"/>
                  </a:lnTo>
                  <a:lnTo>
                    <a:pt x="6898755" y="293238"/>
                  </a:lnTo>
                  <a:lnTo>
                    <a:pt x="6898912" y="293238"/>
                  </a:lnTo>
                  <a:lnTo>
                    <a:pt x="6899070" y="293238"/>
                  </a:lnTo>
                  <a:lnTo>
                    <a:pt x="6899228" y="293238"/>
                  </a:lnTo>
                  <a:lnTo>
                    <a:pt x="6899386" y="293238"/>
                  </a:lnTo>
                  <a:lnTo>
                    <a:pt x="6899543" y="293238"/>
                  </a:lnTo>
                  <a:lnTo>
                    <a:pt x="6899701" y="293238"/>
                  </a:lnTo>
                  <a:lnTo>
                    <a:pt x="6899859" y="293238"/>
                  </a:lnTo>
                  <a:lnTo>
                    <a:pt x="6900016" y="293238"/>
                  </a:lnTo>
                  <a:lnTo>
                    <a:pt x="6900174" y="293238"/>
                  </a:lnTo>
                  <a:lnTo>
                    <a:pt x="6900174" y="292808"/>
                  </a:lnTo>
                  <a:lnTo>
                    <a:pt x="6900332" y="292808"/>
                  </a:lnTo>
                  <a:lnTo>
                    <a:pt x="6900490" y="292808"/>
                  </a:lnTo>
                  <a:lnTo>
                    <a:pt x="6900647" y="292808"/>
                  </a:lnTo>
                  <a:lnTo>
                    <a:pt x="6900805" y="292808"/>
                  </a:lnTo>
                  <a:lnTo>
                    <a:pt x="6900963" y="292808"/>
                  </a:lnTo>
                  <a:lnTo>
                    <a:pt x="6901120" y="292808"/>
                  </a:lnTo>
                  <a:lnTo>
                    <a:pt x="6901278" y="292808"/>
                  </a:lnTo>
                  <a:lnTo>
                    <a:pt x="6901436" y="292808"/>
                  </a:lnTo>
                  <a:lnTo>
                    <a:pt x="6901436" y="292377"/>
                  </a:lnTo>
                  <a:lnTo>
                    <a:pt x="6901594" y="292377"/>
                  </a:lnTo>
                  <a:lnTo>
                    <a:pt x="6901751" y="292377"/>
                  </a:lnTo>
                  <a:lnTo>
                    <a:pt x="6901909" y="292377"/>
                  </a:lnTo>
                  <a:lnTo>
                    <a:pt x="6902067" y="292377"/>
                  </a:lnTo>
                  <a:lnTo>
                    <a:pt x="6902225" y="292377"/>
                  </a:lnTo>
                  <a:lnTo>
                    <a:pt x="6902382" y="292377"/>
                  </a:lnTo>
                  <a:lnTo>
                    <a:pt x="6902540" y="292377"/>
                  </a:lnTo>
                  <a:lnTo>
                    <a:pt x="6902698" y="292377"/>
                  </a:lnTo>
                  <a:lnTo>
                    <a:pt x="6902855" y="292377"/>
                  </a:lnTo>
                  <a:lnTo>
                    <a:pt x="6903013" y="292377"/>
                  </a:lnTo>
                  <a:lnTo>
                    <a:pt x="6903171" y="292377"/>
                  </a:lnTo>
                  <a:lnTo>
                    <a:pt x="6903171" y="291946"/>
                  </a:lnTo>
                  <a:lnTo>
                    <a:pt x="6903329" y="291946"/>
                  </a:lnTo>
                  <a:lnTo>
                    <a:pt x="6903486" y="291946"/>
                  </a:lnTo>
                  <a:lnTo>
                    <a:pt x="6903644" y="291946"/>
                  </a:lnTo>
                  <a:lnTo>
                    <a:pt x="6903802" y="291946"/>
                  </a:lnTo>
                  <a:lnTo>
                    <a:pt x="6903959" y="291946"/>
                  </a:lnTo>
                  <a:lnTo>
                    <a:pt x="6904117" y="291946"/>
                  </a:lnTo>
                  <a:lnTo>
                    <a:pt x="6904275" y="291946"/>
                  </a:lnTo>
                  <a:lnTo>
                    <a:pt x="6904433" y="291946"/>
                  </a:lnTo>
                  <a:lnTo>
                    <a:pt x="6904433" y="291516"/>
                  </a:lnTo>
                  <a:lnTo>
                    <a:pt x="6904590" y="291516"/>
                  </a:lnTo>
                  <a:lnTo>
                    <a:pt x="6904748" y="291516"/>
                  </a:lnTo>
                  <a:lnTo>
                    <a:pt x="6904906" y="291516"/>
                  </a:lnTo>
                  <a:lnTo>
                    <a:pt x="6904906" y="291085"/>
                  </a:lnTo>
                  <a:lnTo>
                    <a:pt x="6905063" y="291085"/>
                  </a:lnTo>
                  <a:lnTo>
                    <a:pt x="6905221" y="291085"/>
                  </a:lnTo>
                  <a:lnTo>
                    <a:pt x="6905379" y="291085"/>
                  </a:lnTo>
                  <a:lnTo>
                    <a:pt x="6905537" y="291085"/>
                  </a:lnTo>
                  <a:lnTo>
                    <a:pt x="6905694" y="291085"/>
                  </a:lnTo>
                  <a:lnTo>
                    <a:pt x="6905852" y="291085"/>
                  </a:lnTo>
                  <a:lnTo>
                    <a:pt x="6906010" y="291085"/>
                  </a:lnTo>
                  <a:lnTo>
                    <a:pt x="6906167" y="291085"/>
                  </a:lnTo>
                  <a:lnTo>
                    <a:pt x="6906325" y="291085"/>
                  </a:lnTo>
                  <a:lnTo>
                    <a:pt x="6906483" y="291085"/>
                  </a:lnTo>
                  <a:lnTo>
                    <a:pt x="6906641" y="291085"/>
                  </a:lnTo>
                  <a:lnTo>
                    <a:pt x="6906798" y="291085"/>
                  </a:lnTo>
                  <a:lnTo>
                    <a:pt x="6906956" y="291085"/>
                  </a:lnTo>
                  <a:lnTo>
                    <a:pt x="6907114" y="291085"/>
                  </a:lnTo>
                  <a:lnTo>
                    <a:pt x="6907271" y="291085"/>
                  </a:lnTo>
                  <a:lnTo>
                    <a:pt x="6907429" y="291085"/>
                  </a:lnTo>
                  <a:lnTo>
                    <a:pt x="6907587" y="291085"/>
                  </a:lnTo>
                  <a:lnTo>
                    <a:pt x="6907745" y="291085"/>
                  </a:lnTo>
                  <a:lnTo>
                    <a:pt x="6907902" y="291085"/>
                  </a:lnTo>
                  <a:lnTo>
                    <a:pt x="6908060" y="291085"/>
                  </a:lnTo>
                  <a:lnTo>
                    <a:pt x="6908218" y="291085"/>
                  </a:lnTo>
                  <a:lnTo>
                    <a:pt x="6908376" y="291085"/>
                  </a:lnTo>
                  <a:lnTo>
                    <a:pt x="6908376" y="290655"/>
                  </a:lnTo>
                  <a:lnTo>
                    <a:pt x="6908533" y="290655"/>
                  </a:lnTo>
                  <a:lnTo>
                    <a:pt x="6908533" y="290224"/>
                  </a:lnTo>
                  <a:lnTo>
                    <a:pt x="6908691" y="290224"/>
                  </a:lnTo>
                  <a:lnTo>
                    <a:pt x="6908849" y="290224"/>
                  </a:lnTo>
                  <a:lnTo>
                    <a:pt x="6909006" y="290224"/>
                  </a:lnTo>
                  <a:lnTo>
                    <a:pt x="6909006" y="289793"/>
                  </a:lnTo>
                  <a:lnTo>
                    <a:pt x="6909164" y="289793"/>
                  </a:lnTo>
                  <a:lnTo>
                    <a:pt x="6909322" y="289793"/>
                  </a:lnTo>
                  <a:lnTo>
                    <a:pt x="6909322" y="289363"/>
                  </a:lnTo>
                  <a:lnTo>
                    <a:pt x="6909480" y="289363"/>
                  </a:lnTo>
                  <a:lnTo>
                    <a:pt x="6909637" y="289363"/>
                  </a:lnTo>
                  <a:lnTo>
                    <a:pt x="6909795" y="289363"/>
                  </a:lnTo>
                  <a:lnTo>
                    <a:pt x="6909953" y="289363"/>
                  </a:lnTo>
                  <a:lnTo>
                    <a:pt x="6910110" y="289363"/>
                  </a:lnTo>
                  <a:lnTo>
                    <a:pt x="6910268" y="289363"/>
                  </a:lnTo>
                  <a:lnTo>
                    <a:pt x="6910426" y="289363"/>
                  </a:lnTo>
                  <a:lnTo>
                    <a:pt x="6910584" y="289363"/>
                  </a:lnTo>
                  <a:lnTo>
                    <a:pt x="6910741" y="289363"/>
                  </a:lnTo>
                  <a:lnTo>
                    <a:pt x="6910899" y="289363"/>
                  </a:lnTo>
                  <a:lnTo>
                    <a:pt x="6911057" y="289363"/>
                  </a:lnTo>
                  <a:lnTo>
                    <a:pt x="6911214" y="289363"/>
                  </a:lnTo>
                  <a:lnTo>
                    <a:pt x="6911372" y="289363"/>
                  </a:lnTo>
                  <a:lnTo>
                    <a:pt x="6911530" y="289363"/>
                  </a:lnTo>
                  <a:lnTo>
                    <a:pt x="6911688" y="289363"/>
                  </a:lnTo>
                  <a:lnTo>
                    <a:pt x="6911845" y="289363"/>
                  </a:lnTo>
                  <a:lnTo>
                    <a:pt x="6911845" y="288932"/>
                  </a:lnTo>
                  <a:lnTo>
                    <a:pt x="6912003" y="288932"/>
                  </a:lnTo>
                  <a:lnTo>
                    <a:pt x="6912161" y="288932"/>
                  </a:lnTo>
                  <a:lnTo>
                    <a:pt x="6912318" y="288932"/>
                  </a:lnTo>
                  <a:lnTo>
                    <a:pt x="6912476" y="288932"/>
                  </a:lnTo>
                  <a:lnTo>
                    <a:pt x="6912634" y="288932"/>
                  </a:lnTo>
                  <a:lnTo>
                    <a:pt x="6912792" y="288932"/>
                  </a:lnTo>
                  <a:lnTo>
                    <a:pt x="6912949" y="288932"/>
                  </a:lnTo>
                  <a:lnTo>
                    <a:pt x="6913107" y="288932"/>
                  </a:lnTo>
                  <a:lnTo>
                    <a:pt x="6913265" y="288932"/>
                  </a:lnTo>
                  <a:lnTo>
                    <a:pt x="6913265" y="288502"/>
                  </a:lnTo>
                  <a:lnTo>
                    <a:pt x="6913423" y="288502"/>
                  </a:lnTo>
                  <a:lnTo>
                    <a:pt x="6913580" y="288502"/>
                  </a:lnTo>
                  <a:lnTo>
                    <a:pt x="6913738" y="288502"/>
                  </a:lnTo>
                  <a:lnTo>
                    <a:pt x="6913896" y="288502"/>
                  </a:lnTo>
                  <a:lnTo>
                    <a:pt x="6914053" y="288502"/>
                  </a:lnTo>
                  <a:lnTo>
                    <a:pt x="6914053" y="288071"/>
                  </a:lnTo>
                  <a:lnTo>
                    <a:pt x="6914211" y="288071"/>
                  </a:lnTo>
                  <a:lnTo>
                    <a:pt x="6914369" y="288071"/>
                  </a:lnTo>
                  <a:lnTo>
                    <a:pt x="6914527" y="288071"/>
                  </a:lnTo>
                  <a:lnTo>
                    <a:pt x="6914684" y="288071"/>
                  </a:lnTo>
                  <a:lnTo>
                    <a:pt x="6914842" y="288071"/>
                  </a:lnTo>
                  <a:lnTo>
                    <a:pt x="6915000" y="288071"/>
                  </a:lnTo>
                  <a:lnTo>
                    <a:pt x="6915157" y="288071"/>
                  </a:lnTo>
                  <a:lnTo>
                    <a:pt x="6915157" y="287640"/>
                  </a:lnTo>
                  <a:lnTo>
                    <a:pt x="6915157" y="287210"/>
                  </a:lnTo>
                  <a:lnTo>
                    <a:pt x="6915315" y="287210"/>
                  </a:lnTo>
                  <a:lnTo>
                    <a:pt x="6915473" y="287210"/>
                  </a:lnTo>
                  <a:lnTo>
                    <a:pt x="6915631" y="287210"/>
                  </a:lnTo>
                  <a:lnTo>
                    <a:pt x="6915788" y="287210"/>
                  </a:lnTo>
                  <a:lnTo>
                    <a:pt x="6915788" y="286779"/>
                  </a:lnTo>
                  <a:lnTo>
                    <a:pt x="6915946" y="286779"/>
                  </a:lnTo>
                  <a:lnTo>
                    <a:pt x="6916104" y="286779"/>
                  </a:lnTo>
                  <a:lnTo>
                    <a:pt x="6916104" y="286349"/>
                  </a:lnTo>
                  <a:lnTo>
                    <a:pt x="6916261" y="286349"/>
                  </a:lnTo>
                  <a:lnTo>
                    <a:pt x="6916419" y="286349"/>
                  </a:lnTo>
                  <a:lnTo>
                    <a:pt x="6916577" y="286349"/>
                  </a:lnTo>
                  <a:lnTo>
                    <a:pt x="6916735" y="286349"/>
                  </a:lnTo>
                  <a:lnTo>
                    <a:pt x="6916892" y="286349"/>
                  </a:lnTo>
                  <a:lnTo>
                    <a:pt x="6917050" y="286349"/>
                  </a:lnTo>
                  <a:lnTo>
                    <a:pt x="6917208" y="286349"/>
                  </a:lnTo>
                  <a:lnTo>
                    <a:pt x="6917365" y="286349"/>
                  </a:lnTo>
                  <a:lnTo>
                    <a:pt x="6917523" y="286349"/>
                  </a:lnTo>
                  <a:lnTo>
                    <a:pt x="6917681" y="286349"/>
                  </a:lnTo>
                  <a:lnTo>
                    <a:pt x="6917839" y="286349"/>
                  </a:lnTo>
                  <a:lnTo>
                    <a:pt x="6917996" y="286349"/>
                  </a:lnTo>
                  <a:lnTo>
                    <a:pt x="6917996" y="285918"/>
                  </a:lnTo>
                  <a:lnTo>
                    <a:pt x="6918154" y="285918"/>
                  </a:lnTo>
                  <a:lnTo>
                    <a:pt x="6918312" y="285918"/>
                  </a:lnTo>
                  <a:lnTo>
                    <a:pt x="6918469" y="285918"/>
                  </a:lnTo>
                  <a:lnTo>
                    <a:pt x="6918627" y="285918"/>
                  </a:lnTo>
                  <a:lnTo>
                    <a:pt x="6918785" y="285918"/>
                  </a:lnTo>
                  <a:lnTo>
                    <a:pt x="6918943" y="285918"/>
                  </a:lnTo>
                  <a:lnTo>
                    <a:pt x="6919100" y="285918"/>
                  </a:lnTo>
                  <a:lnTo>
                    <a:pt x="6919258" y="285918"/>
                  </a:lnTo>
                  <a:lnTo>
                    <a:pt x="6919416" y="285918"/>
                  </a:lnTo>
                  <a:lnTo>
                    <a:pt x="6919574" y="285918"/>
                  </a:lnTo>
                  <a:lnTo>
                    <a:pt x="6919731" y="285918"/>
                  </a:lnTo>
                  <a:lnTo>
                    <a:pt x="6919889" y="285918"/>
                  </a:lnTo>
                  <a:lnTo>
                    <a:pt x="6920047" y="285918"/>
                  </a:lnTo>
                  <a:lnTo>
                    <a:pt x="6920204" y="285918"/>
                  </a:lnTo>
                  <a:lnTo>
                    <a:pt x="6920362" y="285918"/>
                  </a:lnTo>
                  <a:lnTo>
                    <a:pt x="6920520" y="285918"/>
                  </a:lnTo>
                  <a:lnTo>
                    <a:pt x="6920678" y="285918"/>
                  </a:lnTo>
                  <a:lnTo>
                    <a:pt x="6920678" y="285487"/>
                  </a:lnTo>
                  <a:lnTo>
                    <a:pt x="6920835" y="285487"/>
                  </a:lnTo>
                  <a:lnTo>
                    <a:pt x="6920993" y="285487"/>
                  </a:lnTo>
                  <a:lnTo>
                    <a:pt x="6921151" y="285487"/>
                  </a:lnTo>
                  <a:lnTo>
                    <a:pt x="6921308" y="285487"/>
                  </a:lnTo>
                  <a:lnTo>
                    <a:pt x="6921466" y="285487"/>
                  </a:lnTo>
                  <a:lnTo>
                    <a:pt x="6921624" y="285487"/>
                  </a:lnTo>
                  <a:lnTo>
                    <a:pt x="6921782" y="285487"/>
                  </a:lnTo>
                  <a:lnTo>
                    <a:pt x="6921939" y="285487"/>
                  </a:lnTo>
                  <a:lnTo>
                    <a:pt x="6921939" y="285057"/>
                  </a:lnTo>
                  <a:lnTo>
                    <a:pt x="6922097" y="285057"/>
                  </a:lnTo>
                  <a:lnTo>
                    <a:pt x="6922255" y="285057"/>
                  </a:lnTo>
                  <a:lnTo>
                    <a:pt x="6922412" y="285057"/>
                  </a:lnTo>
                  <a:lnTo>
                    <a:pt x="6922570" y="285057"/>
                  </a:lnTo>
                  <a:lnTo>
                    <a:pt x="6922728" y="285057"/>
                  </a:lnTo>
                  <a:lnTo>
                    <a:pt x="6922886" y="285057"/>
                  </a:lnTo>
                  <a:lnTo>
                    <a:pt x="6923043" y="285057"/>
                  </a:lnTo>
                  <a:lnTo>
                    <a:pt x="6923201" y="285057"/>
                  </a:lnTo>
                  <a:lnTo>
                    <a:pt x="6923359" y="285057"/>
                  </a:lnTo>
                  <a:lnTo>
                    <a:pt x="6923516" y="285057"/>
                  </a:lnTo>
                  <a:lnTo>
                    <a:pt x="6923674" y="285057"/>
                  </a:lnTo>
                  <a:lnTo>
                    <a:pt x="6923832" y="285057"/>
                  </a:lnTo>
                  <a:lnTo>
                    <a:pt x="6923990" y="285057"/>
                  </a:lnTo>
                  <a:lnTo>
                    <a:pt x="6924147" y="285057"/>
                  </a:lnTo>
                  <a:lnTo>
                    <a:pt x="6924305" y="285057"/>
                  </a:lnTo>
                  <a:lnTo>
                    <a:pt x="6924463" y="285057"/>
                  </a:lnTo>
                  <a:lnTo>
                    <a:pt x="6924621" y="285057"/>
                  </a:lnTo>
                  <a:lnTo>
                    <a:pt x="6924778" y="285057"/>
                  </a:lnTo>
                  <a:lnTo>
                    <a:pt x="6924936" y="285057"/>
                  </a:lnTo>
                  <a:lnTo>
                    <a:pt x="6925094" y="285057"/>
                  </a:lnTo>
                  <a:lnTo>
                    <a:pt x="6925251" y="285057"/>
                  </a:lnTo>
                  <a:lnTo>
                    <a:pt x="6925251" y="284626"/>
                  </a:lnTo>
                  <a:lnTo>
                    <a:pt x="6925409" y="284626"/>
                  </a:lnTo>
                  <a:lnTo>
                    <a:pt x="6925567" y="284626"/>
                  </a:lnTo>
                  <a:lnTo>
                    <a:pt x="6925725" y="284626"/>
                  </a:lnTo>
                  <a:lnTo>
                    <a:pt x="6925882" y="284626"/>
                  </a:lnTo>
                  <a:lnTo>
                    <a:pt x="6926040" y="284626"/>
                  </a:lnTo>
                  <a:lnTo>
                    <a:pt x="6926198" y="284626"/>
                  </a:lnTo>
                  <a:lnTo>
                    <a:pt x="6926355" y="284626"/>
                  </a:lnTo>
                  <a:lnTo>
                    <a:pt x="6926513" y="284626"/>
                  </a:lnTo>
                  <a:lnTo>
                    <a:pt x="6926671" y="284626"/>
                  </a:lnTo>
                  <a:lnTo>
                    <a:pt x="6926829" y="284626"/>
                  </a:lnTo>
                  <a:lnTo>
                    <a:pt x="6926986" y="284626"/>
                  </a:lnTo>
                  <a:lnTo>
                    <a:pt x="6927144" y="284626"/>
                  </a:lnTo>
                  <a:lnTo>
                    <a:pt x="6927302" y="284626"/>
                  </a:lnTo>
                  <a:lnTo>
                    <a:pt x="6927459" y="284626"/>
                  </a:lnTo>
                  <a:lnTo>
                    <a:pt x="6927617" y="284626"/>
                  </a:lnTo>
                  <a:lnTo>
                    <a:pt x="6927775" y="284626"/>
                  </a:lnTo>
                  <a:lnTo>
                    <a:pt x="6927775" y="284196"/>
                  </a:lnTo>
                  <a:lnTo>
                    <a:pt x="6927933" y="284196"/>
                  </a:lnTo>
                  <a:lnTo>
                    <a:pt x="6928090" y="284196"/>
                  </a:lnTo>
                  <a:lnTo>
                    <a:pt x="6928248" y="284196"/>
                  </a:lnTo>
                  <a:lnTo>
                    <a:pt x="6928406" y="284196"/>
                  </a:lnTo>
                  <a:lnTo>
                    <a:pt x="6928563" y="284196"/>
                  </a:lnTo>
                  <a:lnTo>
                    <a:pt x="6928721" y="284196"/>
                  </a:lnTo>
                  <a:lnTo>
                    <a:pt x="6928879" y="284196"/>
                  </a:lnTo>
                  <a:lnTo>
                    <a:pt x="6929037" y="284196"/>
                  </a:lnTo>
                  <a:lnTo>
                    <a:pt x="6929194" y="284196"/>
                  </a:lnTo>
                  <a:lnTo>
                    <a:pt x="6929352" y="284196"/>
                  </a:lnTo>
                  <a:lnTo>
                    <a:pt x="6929510" y="284196"/>
                  </a:lnTo>
                  <a:lnTo>
                    <a:pt x="6929667" y="284196"/>
                  </a:lnTo>
                  <a:lnTo>
                    <a:pt x="6929825" y="284196"/>
                  </a:lnTo>
                  <a:lnTo>
                    <a:pt x="6929983" y="284196"/>
                  </a:lnTo>
                  <a:lnTo>
                    <a:pt x="6930141" y="284196"/>
                  </a:lnTo>
                  <a:lnTo>
                    <a:pt x="6930298" y="284196"/>
                  </a:lnTo>
                  <a:lnTo>
                    <a:pt x="6930456" y="284196"/>
                  </a:lnTo>
                  <a:lnTo>
                    <a:pt x="6930614" y="284196"/>
                  </a:lnTo>
                  <a:lnTo>
                    <a:pt x="6930772" y="284196"/>
                  </a:lnTo>
                  <a:lnTo>
                    <a:pt x="6930929" y="284196"/>
                  </a:lnTo>
                  <a:lnTo>
                    <a:pt x="6931087" y="284196"/>
                  </a:lnTo>
                  <a:lnTo>
                    <a:pt x="6931245" y="284196"/>
                  </a:lnTo>
                  <a:lnTo>
                    <a:pt x="6931402" y="284196"/>
                  </a:lnTo>
                  <a:lnTo>
                    <a:pt x="6931560" y="284196"/>
                  </a:lnTo>
                  <a:lnTo>
                    <a:pt x="6931718" y="284196"/>
                  </a:lnTo>
                  <a:lnTo>
                    <a:pt x="6931876" y="284196"/>
                  </a:lnTo>
                  <a:lnTo>
                    <a:pt x="6931876" y="283765"/>
                  </a:lnTo>
                  <a:lnTo>
                    <a:pt x="6932033" y="283765"/>
                  </a:lnTo>
                  <a:lnTo>
                    <a:pt x="6932191" y="283765"/>
                  </a:lnTo>
                  <a:lnTo>
                    <a:pt x="6932349" y="283765"/>
                  </a:lnTo>
                  <a:lnTo>
                    <a:pt x="6932506" y="283765"/>
                  </a:lnTo>
                  <a:lnTo>
                    <a:pt x="6932664" y="283765"/>
                  </a:lnTo>
                  <a:lnTo>
                    <a:pt x="6932822" y="283765"/>
                  </a:lnTo>
                  <a:lnTo>
                    <a:pt x="6932980" y="283765"/>
                  </a:lnTo>
                  <a:lnTo>
                    <a:pt x="6933137" y="283765"/>
                  </a:lnTo>
                  <a:lnTo>
                    <a:pt x="6933295" y="283765"/>
                  </a:lnTo>
                  <a:lnTo>
                    <a:pt x="6933453" y="283765"/>
                  </a:lnTo>
                  <a:lnTo>
                    <a:pt x="6933610" y="283765"/>
                  </a:lnTo>
                  <a:lnTo>
                    <a:pt x="6933768" y="283765"/>
                  </a:lnTo>
                  <a:lnTo>
                    <a:pt x="6933926" y="283765"/>
                  </a:lnTo>
                  <a:lnTo>
                    <a:pt x="6934084" y="283765"/>
                  </a:lnTo>
                  <a:lnTo>
                    <a:pt x="6934241" y="283765"/>
                  </a:lnTo>
                  <a:lnTo>
                    <a:pt x="6934399" y="283765"/>
                  </a:lnTo>
                  <a:lnTo>
                    <a:pt x="6934557" y="283765"/>
                  </a:lnTo>
                  <a:lnTo>
                    <a:pt x="6934714" y="283765"/>
                  </a:lnTo>
                  <a:lnTo>
                    <a:pt x="6934872" y="283765"/>
                  </a:lnTo>
                  <a:lnTo>
                    <a:pt x="6935030" y="283765"/>
                  </a:lnTo>
                  <a:lnTo>
                    <a:pt x="6935188" y="283765"/>
                  </a:lnTo>
                  <a:lnTo>
                    <a:pt x="6935345" y="283765"/>
                  </a:lnTo>
                  <a:lnTo>
                    <a:pt x="6935503" y="283765"/>
                  </a:lnTo>
                  <a:lnTo>
                    <a:pt x="6935661" y="283765"/>
                  </a:lnTo>
                  <a:lnTo>
                    <a:pt x="6935819" y="283765"/>
                  </a:lnTo>
                  <a:lnTo>
                    <a:pt x="6935976" y="283765"/>
                  </a:lnTo>
                  <a:lnTo>
                    <a:pt x="6936134" y="283765"/>
                  </a:lnTo>
                  <a:lnTo>
                    <a:pt x="6936292" y="283765"/>
                  </a:lnTo>
                  <a:lnTo>
                    <a:pt x="6936449" y="283765"/>
                  </a:lnTo>
                  <a:lnTo>
                    <a:pt x="6936607" y="283765"/>
                  </a:lnTo>
                  <a:lnTo>
                    <a:pt x="6936765" y="283765"/>
                  </a:lnTo>
                  <a:lnTo>
                    <a:pt x="6936765" y="283334"/>
                  </a:lnTo>
                  <a:lnTo>
                    <a:pt x="6936923" y="283334"/>
                  </a:lnTo>
                  <a:lnTo>
                    <a:pt x="6937080" y="283334"/>
                  </a:lnTo>
                  <a:lnTo>
                    <a:pt x="6937238" y="283334"/>
                  </a:lnTo>
                  <a:lnTo>
                    <a:pt x="6937396" y="283334"/>
                  </a:lnTo>
                  <a:lnTo>
                    <a:pt x="6937553" y="283334"/>
                  </a:lnTo>
                  <a:lnTo>
                    <a:pt x="6937711" y="283334"/>
                  </a:lnTo>
                  <a:lnTo>
                    <a:pt x="6937869" y="283334"/>
                  </a:lnTo>
                  <a:lnTo>
                    <a:pt x="6938027" y="283334"/>
                  </a:lnTo>
                  <a:lnTo>
                    <a:pt x="6938184" y="283334"/>
                  </a:lnTo>
                  <a:lnTo>
                    <a:pt x="6938342" y="283334"/>
                  </a:lnTo>
                  <a:lnTo>
                    <a:pt x="6938500" y="283334"/>
                  </a:lnTo>
                  <a:lnTo>
                    <a:pt x="6938657" y="283334"/>
                  </a:lnTo>
                  <a:lnTo>
                    <a:pt x="6938815" y="283334"/>
                  </a:lnTo>
                  <a:lnTo>
                    <a:pt x="6938973" y="283334"/>
                  </a:lnTo>
                  <a:lnTo>
                    <a:pt x="6939131" y="283334"/>
                  </a:lnTo>
                  <a:lnTo>
                    <a:pt x="6939288" y="283334"/>
                  </a:lnTo>
                  <a:lnTo>
                    <a:pt x="6939446" y="283334"/>
                  </a:lnTo>
                  <a:lnTo>
                    <a:pt x="6939604" y="283334"/>
                  </a:lnTo>
                  <a:lnTo>
                    <a:pt x="6939761" y="283334"/>
                  </a:lnTo>
                  <a:lnTo>
                    <a:pt x="6939761" y="282904"/>
                  </a:lnTo>
                  <a:lnTo>
                    <a:pt x="6939919" y="282904"/>
                  </a:lnTo>
                  <a:lnTo>
                    <a:pt x="6940077" y="282904"/>
                  </a:lnTo>
                  <a:lnTo>
                    <a:pt x="6940235" y="282904"/>
                  </a:lnTo>
                  <a:lnTo>
                    <a:pt x="6940392" y="282904"/>
                  </a:lnTo>
                  <a:lnTo>
                    <a:pt x="6940550" y="282904"/>
                  </a:lnTo>
                  <a:lnTo>
                    <a:pt x="6940708" y="282904"/>
                  </a:lnTo>
                  <a:lnTo>
                    <a:pt x="6940865" y="282904"/>
                  </a:lnTo>
                  <a:lnTo>
                    <a:pt x="6941023" y="282904"/>
                  </a:lnTo>
                  <a:lnTo>
                    <a:pt x="6941181" y="282904"/>
                  </a:lnTo>
                  <a:lnTo>
                    <a:pt x="6941339" y="282904"/>
                  </a:lnTo>
                  <a:lnTo>
                    <a:pt x="6941496" y="282904"/>
                  </a:lnTo>
                  <a:lnTo>
                    <a:pt x="6941654" y="282904"/>
                  </a:lnTo>
                  <a:lnTo>
                    <a:pt x="6941654" y="282473"/>
                  </a:lnTo>
                  <a:lnTo>
                    <a:pt x="6941812" y="282473"/>
                  </a:lnTo>
                  <a:lnTo>
                    <a:pt x="6941812" y="282043"/>
                  </a:lnTo>
                  <a:lnTo>
                    <a:pt x="6941970" y="282043"/>
                  </a:lnTo>
                  <a:lnTo>
                    <a:pt x="6942127" y="282043"/>
                  </a:lnTo>
                  <a:lnTo>
                    <a:pt x="6942285" y="282043"/>
                  </a:lnTo>
                  <a:lnTo>
                    <a:pt x="6942443" y="282043"/>
                  </a:lnTo>
                  <a:lnTo>
                    <a:pt x="6942600" y="282043"/>
                  </a:lnTo>
                  <a:lnTo>
                    <a:pt x="6942758" y="282043"/>
                  </a:lnTo>
                  <a:lnTo>
                    <a:pt x="6942758" y="281612"/>
                  </a:lnTo>
                  <a:lnTo>
                    <a:pt x="6942916" y="281612"/>
                  </a:lnTo>
                  <a:lnTo>
                    <a:pt x="6943074" y="281612"/>
                  </a:lnTo>
                  <a:lnTo>
                    <a:pt x="6943231" y="281612"/>
                  </a:lnTo>
                  <a:lnTo>
                    <a:pt x="6943389" y="281612"/>
                  </a:lnTo>
                  <a:lnTo>
                    <a:pt x="6943547" y="281612"/>
                  </a:lnTo>
                  <a:lnTo>
                    <a:pt x="6943704" y="281612"/>
                  </a:lnTo>
                  <a:lnTo>
                    <a:pt x="6943704" y="281181"/>
                  </a:lnTo>
                  <a:lnTo>
                    <a:pt x="6943862" y="281181"/>
                  </a:lnTo>
                  <a:lnTo>
                    <a:pt x="6944020" y="281181"/>
                  </a:lnTo>
                  <a:lnTo>
                    <a:pt x="6944178" y="281181"/>
                  </a:lnTo>
                  <a:lnTo>
                    <a:pt x="6944335" y="281181"/>
                  </a:lnTo>
                  <a:lnTo>
                    <a:pt x="6944335" y="280751"/>
                  </a:lnTo>
                  <a:lnTo>
                    <a:pt x="6944493" y="280751"/>
                  </a:lnTo>
                  <a:lnTo>
                    <a:pt x="6944493" y="280320"/>
                  </a:lnTo>
                  <a:lnTo>
                    <a:pt x="6944651" y="280320"/>
                  </a:lnTo>
                  <a:lnTo>
                    <a:pt x="6944808" y="280320"/>
                  </a:lnTo>
                  <a:lnTo>
                    <a:pt x="6944966" y="280320"/>
                  </a:lnTo>
                  <a:lnTo>
                    <a:pt x="6945124" y="280320"/>
                  </a:lnTo>
                  <a:lnTo>
                    <a:pt x="6945282" y="280320"/>
                  </a:lnTo>
                  <a:lnTo>
                    <a:pt x="6945439" y="280320"/>
                  </a:lnTo>
                  <a:lnTo>
                    <a:pt x="6945597" y="280320"/>
                  </a:lnTo>
                  <a:lnTo>
                    <a:pt x="6945755" y="280320"/>
                  </a:lnTo>
                  <a:lnTo>
                    <a:pt x="6945912" y="280320"/>
                  </a:lnTo>
                  <a:lnTo>
                    <a:pt x="6946070" y="280320"/>
                  </a:lnTo>
                  <a:lnTo>
                    <a:pt x="6946228" y="280320"/>
                  </a:lnTo>
                  <a:lnTo>
                    <a:pt x="6946386" y="280320"/>
                  </a:lnTo>
                  <a:lnTo>
                    <a:pt x="6946543" y="280320"/>
                  </a:lnTo>
                  <a:lnTo>
                    <a:pt x="6946701" y="280320"/>
                  </a:lnTo>
                  <a:lnTo>
                    <a:pt x="6946859" y="280320"/>
                  </a:lnTo>
                  <a:lnTo>
                    <a:pt x="6947017" y="280320"/>
                  </a:lnTo>
                  <a:lnTo>
                    <a:pt x="6947174" y="280320"/>
                  </a:lnTo>
                  <a:lnTo>
                    <a:pt x="6947332" y="280320"/>
                  </a:lnTo>
                  <a:lnTo>
                    <a:pt x="6947490" y="280320"/>
                  </a:lnTo>
                  <a:lnTo>
                    <a:pt x="6947490" y="279890"/>
                  </a:lnTo>
                  <a:lnTo>
                    <a:pt x="6947647" y="279890"/>
                  </a:lnTo>
                  <a:lnTo>
                    <a:pt x="6947805" y="279890"/>
                  </a:lnTo>
                  <a:lnTo>
                    <a:pt x="6947805" y="279459"/>
                  </a:lnTo>
                  <a:lnTo>
                    <a:pt x="6947963" y="279459"/>
                  </a:lnTo>
                  <a:lnTo>
                    <a:pt x="6948121" y="279459"/>
                  </a:lnTo>
                  <a:lnTo>
                    <a:pt x="6948278" y="279459"/>
                  </a:lnTo>
                  <a:lnTo>
                    <a:pt x="6948436" y="279459"/>
                  </a:lnTo>
                  <a:lnTo>
                    <a:pt x="6948594" y="279459"/>
                  </a:lnTo>
                  <a:lnTo>
                    <a:pt x="6948751" y="279459"/>
                  </a:lnTo>
                  <a:lnTo>
                    <a:pt x="6948909" y="279459"/>
                  </a:lnTo>
                  <a:lnTo>
                    <a:pt x="6949067" y="279459"/>
                  </a:lnTo>
                  <a:lnTo>
                    <a:pt x="6949225" y="279459"/>
                  </a:lnTo>
                  <a:lnTo>
                    <a:pt x="6949382" y="279459"/>
                  </a:lnTo>
                  <a:lnTo>
                    <a:pt x="6949540" y="279459"/>
                  </a:lnTo>
                  <a:lnTo>
                    <a:pt x="6949698" y="279459"/>
                  </a:lnTo>
                  <a:lnTo>
                    <a:pt x="6949855" y="279459"/>
                  </a:lnTo>
                  <a:lnTo>
                    <a:pt x="6950013" y="279459"/>
                  </a:lnTo>
                  <a:lnTo>
                    <a:pt x="6950171" y="279459"/>
                  </a:lnTo>
                  <a:lnTo>
                    <a:pt x="6950329" y="279459"/>
                  </a:lnTo>
                  <a:lnTo>
                    <a:pt x="6950329" y="279028"/>
                  </a:lnTo>
                  <a:lnTo>
                    <a:pt x="6950486" y="279028"/>
                  </a:lnTo>
                  <a:lnTo>
                    <a:pt x="6950644" y="279028"/>
                  </a:lnTo>
                  <a:lnTo>
                    <a:pt x="6950802" y="279028"/>
                  </a:lnTo>
                  <a:lnTo>
                    <a:pt x="6950959" y="279028"/>
                  </a:lnTo>
                  <a:lnTo>
                    <a:pt x="6951117" y="279028"/>
                  </a:lnTo>
                  <a:lnTo>
                    <a:pt x="6951275" y="279028"/>
                  </a:lnTo>
                  <a:lnTo>
                    <a:pt x="6951433" y="279028"/>
                  </a:lnTo>
                  <a:lnTo>
                    <a:pt x="6951590" y="279028"/>
                  </a:lnTo>
                  <a:lnTo>
                    <a:pt x="6951748" y="279028"/>
                  </a:lnTo>
                  <a:lnTo>
                    <a:pt x="6951906" y="279028"/>
                  </a:lnTo>
                  <a:lnTo>
                    <a:pt x="6952063" y="279028"/>
                  </a:lnTo>
                  <a:lnTo>
                    <a:pt x="6952221" y="279028"/>
                  </a:lnTo>
                  <a:lnTo>
                    <a:pt x="6952379" y="279028"/>
                  </a:lnTo>
                  <a:lnTo>
                    <a:pt x="6952537" y="279028"/>
                  </a:lnTo>
                  <a:lnTo>
                    <a:pt x="6952694" y="279028"/>
                  </a:lnTo>
                  <a:lnTo>
                    <a:pt x="6952852" y="279028"/>
                  </a:lnTo>
                  <a:lnTo>
                    <a:pt x="6953010" y="279028"/>
                  </a:lnTo>
                  <a:lnTo>
                    <a:pt x="6953168" y="279028"/>
                  </a:lnTo>
                  <a:lnTo>
                    <a:pt x="6953168" y="278598"/>
                  </a:lnTo>
                  <a:lnTo>
                    <a:pt x="6953325" y="278598"/>
                  </a:lnTo>
                  <a:lnTo>
                    <a:pt x="6953483" y="278598"/>
                  </a:lnTo>
                  <a:lnTo>
                    <a:pt x="6953483" y="278167"/>
                  </a:lnTo>
                  <a:lnTo>
                    <a:pt x="6953641" y="278167"/>
                  </a:lnTo>
                  <a:lnTo>
                    <a:pt x="6953798" y="278167"/>
                  </a:lnTo>
                  <a:lnTo>
                    <a:pt x="6953956" y="278167"/>
                  </a:lnTo>
                  <a:lnTo>
                    <a:pt x="6954114" y="278167"/>
                  </a:lnTo>
                  <a:lnTo>
                    <a:pt x="6954114" y="277737"/>
                  </a:lnTo>
                  <a:lnTo>
                    <a:pt x="6954272" y="277737"/>
                  </a:lnTo>
                  <a:lnTo>
                    <a:pt x="6954429" y="277737"/>
                  </a:lnTo>
                  <a:lnTo>
                    <a:pt x="6954587" y="277737"/>
                  </a:lnTo>
                  <a:lnTo>
                    <a:pt x="6954745" y="277737"/>
                  </a:lnTo>
                  <a:lnTo>
                    <a:pt x="6954902" y="277737"/>
                  </a:lnTo>
                  <a:lnTo>
                    <a:pt x="6955060" y="277737"/>
                  </a:lnTo>
                  <a:lnTo>
                    <a:pt x="6955060" y="277306"/>
                  </a:lnTo>
                  <a:lnTo>
                    <a:pt x="6955218" y="277306"/>
                  </a:lnTo>
                  <a:lnTo>
                    <a:pt x="6955376" y="277306"/>
                  </a:lnTo>
                  <a:lnTo>
                    <a:pt x="6955533" y="277306"/>
                  </a:lnTo>
                  <a:lnTo>
                    <a:pt x="6955691" y="277306"/>
                  </a:lnTo>
                  <a:lnTo>
                    <a:pt x="6955849" y="277306"/>
                  </a:lnTo>
                  <a:lnTo>
                    <a:pt x="6956006" y="277306"/>
                  </a:lnTo>
                  <a:lnTo>
                    <a:pt x="6956164" y="277306"/>
                  </a:lnTo>
                  <a:lnTo>
                    <a:pt x="6956164" y="276875"/>
                  </a:lnTo>
                  <a:lnTo>
                    <a:pt x="6956322" y="276875"/>
                  </a:lnTo>
                  <a:lnTo>
                    <a:pt x="6956322" y="276445"/>
                  </a:lnTo>
                  <a:lnTo>
                    <a:pt x="6956480" y="276445"/>
                  </a:lnTo>
                  <a:lnTo>
                    <a:pt x="6956637" y="276445"/>
                  </a:lnTo>
                  <a:lnTo>
                    <a:pt x="6956795" y="276445"/>
                  </a:lnTo>
                  <a:lnTo>
                    <a:pt x="6956953" y="276445"/>
                  </a:lnTo>
                  <a:lnTo>
                    <a:pt x="6957110" y="276445"/>
                  </a:lnTo>
                  <a:lnTo>
                    <a:pt x="6957268" y="276445"/>
                  </a:lnTo>
                  <a:lnTo>
                    <a:pt x="6957426" y="276445"/>
                  </a:lnTo>
                  <a:lnTo>
                    <a:pt x="6957584" y="276445"/>
                  </a:lnTo>
                  <a:lnTo>
                    <a:pt x="6957741" y="276445"/>
                  </a:lnTo>
                  <a:lnTo>
                    <a:pt x="6957899" y="276445"/>
                  </a:lnTo>
                  <a:lnTo>
                    <a:pt x="6958057" y="276445"/>
                  </a:lnTo>
                  <a:lnTo>
                    <a:pt x="6958057" y="276014"/>
                  </a:lnTo>
                  <a:lnTo>
                    <a:pt x="6958214" y="276014"/>
                  </a:lnTo>
                  <a:lnTo>
                    <a:pt x="6958372" y="276014"/>
                  </a:lnTo>
                  <a:lnTo>
                    <a:pt x="6958530" y="276014"/>
                  </a:lnTo>
                  <a:lnTo>
                    <a:pt x="6958688" y="276014"/>
                  </a:lnTo>
                  <a:lnTo>
                    <a:pt x="6958845" y="276014"/>
                  </a:lnTo>
                  <a:lnTo>
                    <a:pt x="6958845" y="275584"/>
                  </a:lnTo>
                  <a:lnTo>
                    <a:pt x="6959003" y="275584"/>
                  </a:lnTo>
                  <a:lnTo>
                    <a:pt x="6959161" y="275584"/>
                  </a:lnTo>
                  <a:lnTo>
                    <a:pt x="6959319" y="275584"/>
                  </a:lnTo>
                  <a:lnTo>
                    <a:pt x="6959476" y="275584"/>
                  </a:lnTo>
                  <a:lnTo>
                    <a:pt x="6959634" y="275584"/>
                  </a:lnTo>
                  <a:lnTo>
                    <a:pt x="6959792" y="275584"/>
                  </a:lnTo>
                  <a:lnTo>
                    <a:pt x="6959949" y="275584"/>
                  </a:lnTo>
                  <a:lnTo>
                    <a:pt x="6960107" y="275584"/>
                  </a:lnTo>
                  <a:lnTo>
                    <a:pt x="6960107" y="275153"/>
                  </a:lnTo>
                  <a:lnTo>
                    <a:pt x="6960265" y="275153"/>
                  </a:lnTo>
                  <a:lnTo>
                    <a:pt x="6960423" y="275153"/>
                  </a:lnTo>
                  <a:lnTo>
                    <a:pt x="6960580" y="275153"/>
                  </a:lnTo>
                  <a:lnTo>
                    <a:pt x="6960738" y="275153"/>
                  </a:lnTo>
                  <a:lnTo>
                    <a:pt x="6960896" y="275153"/>
                  </a:lnTo>
                  <a:lnTo>
                    <a:pt x="6961053" y="275153"/>
                  </a:lnTo>
                  <a:lnTo>
                    <a:pt x="6961211" y="275153"/>
                  </a:lnTo>
                  <a:lnTo>
                    <a:pt x="6961369" y="275153"/>
                  </a:lnTo>
                  <a:lnTo>
                    <a:pt x="6961527" y="275153"/>
                  </a:lnTo>
                  <a:lnTo>
                    <a:pt x="6961684" y="275153"/>
                  </a:lnTo>
                  <a:lnTo>
                    <a:pt x="6961842" y="275153"/>
                  </a:lnTo>
                  <a:lnTo>
                    <a:pt x="6962000" y="275153"/>
                  </a:lnTo>
                  <a:lnTo>
                    <a:pt x="6962157" y="275153"/>
                  </a:lnTo>
                  <a:lnTo>
                    <a:pt x="6962315" y="275153"/>
                  </a:lnTo>
                  <a:lnTo>
                    <a:pt x="6962473" y="275153"/>
                  </a:lnTo>
                  <a:lnTo>
                    <a:pt x="6962473" y="274722"/>
                  </a:lnTo>
                  <a:lnTo>
                    <a:pt x="6962473" y="274292"/>
                  </a:lnTo>
                  <a:lnTo>
                    <a:pt x="6962631" y="274292"/>
                  </a:lnTo>
                  <a:lnTo>
                    <a:pt x="6962788" y="274292"/>
                  </a:lnTo>
                  <a:lnTo>
                    <a:pt x="6962946" y="274292"/>
                  </a:lnTo>
                  <a:lnTo>
                    <a:pt x="6963104" y="274292"/>
                  </a:lnTo>
                  <a:lnTo>
                    <a:pt x="6963261" y="274292"/>
                  </a:lnTo>
                  <a:lnTo>
                    <a:pt x="6963419" y="274292"/>
                  </a:lnTo>
                  <a:lnTo>
                    <a:pt x="6963577" y="274292"/>
                  </a:lnTo>
                  <a:lnTo>
                    <a:pt x="6963577" y="273861"/>
                  </a:lnTo>
                  <a:lnTo>
                    <a:pt x="6963735" y="273861"/>
                  </a:lnTo>
                  <a:lnTo>
                    <a:pt x="6963892" y="273861"/>
                  </a:lnTo>
                  <a:lnTo>
                    <a:pt x="6964050" y="273861"/>
                  </a:lnTo>
                  <a:lnTo>
                    <a:pt x="6964208" y="273861"/>
                  </a:lnTo>
                  <a:lnTo>
                    <a:pt x="6964366" y="273861"/>
                  </a:lnTo>
                  <a:lnTo>
                    <a:pt x="6964523" y="273861"/>
                  </a:lnTo>
                  <a:lnTo>
                    <a:pt x="6964681" y="273861"/>
                  </a:lnTo>
                  <a:lnTo>
                    <a:pt x="6964839" y="273861"/>
                  </a:lnTo>
                  <a:lnTo>
                    <a:pt x="6964996" y="273861"/>
                  </a:lnTo>
                  <a:lnTo>
                    <a:pt x="6965154" y="273861"/>
                  </a:lnTo>
                  <a:lnTo>
                    <a:pt x="6965154" y="273431"/>
                  </a:lnTo>
                  <a:lnTo>
                    <a:pt x="6965312" y="273431"/>
                  </a:lnTo>
                  <a:lnTo>
                    <a:pt x="6965470" y="273431"/>
                  </a:lnTo>
                  <a:lnTo>
                    <a:pt x="6965627" y="273431"/>
                  </a:lnTo>
                  <a:lnTo>
                    <a:pt x="6965785" y="273431"/>
                  </a:lnTo>
                  <a:lnTo>
                    <a:pt x="6965943" y="273431"/>
                  </a:lnTo>
                  <a:lnTo>
                    <a:pt x="6966100" y="273431"/>
                  </a:lnTo>
                  <a:lnTo>
                    <a:pt x="6966258" y="273431"/>
                  </a:lnTo>
                  <a:lnTo>
                    <a:pt x="6966416" y="273431"/>
                  </a:lnTo>
                  <a:lnTo>
                    <a:pt x="6966574" y="273431"/>
                  </a:lnTo>
                  <a:lnTo>
                    <a:pt x="6966731" y="273431"/>
                  </a:lnTo>
                  <a:lnTo>
                    <a:pt x="6966889" y="273431"/>
                  </a:lnTo>
                  <a:lnTo>
                    <a:pt x="6966889" y="273000"/>
                  </a:lnTo>
                  <a:lnTo>
                    <a:pt x="6967047" y="273000"/>
                  </a:lnTo>
                  <a:lnTo>
                    <a:pt x="6967204" y="273000"/>
                  </a:lnTo>
                  <a:lnTo>
                    <a:pt x="6967362" y="273000"/>
                  </a:lnTo>
                  <a:lnTo>
                    <a:pt x="6967520" y="273000"/>
                  </a:lnTo>
                  <a:lnTo>
                    <a:pt x="6967678" y="273000"/>
                  </a:lnTo>
                  <a:lnTo>
                    <a:pt x="6967835" y="273000"/>
                  </a:lnTo>
                  <a:lnTo>
                    <a:pt x="6967993" y="273000"/>
                  </a:lnTo>
                  <a:lnTo>
                    <a:pt x="6968151" y="273000"/>
                  </a:lnTo>
                  <a:lnTo>
                    <a:pt x="6968151" y="272569"/>
                  </a:lnTo>
                  <a:lnTo>
                    <a:pt x="6968308" y="272569"/>
                  </a:lnTo>
                  <a:lnTo>
                    <a:pt x="6968308" y="272139"/>
                  </a:lnTo>
                  <a:lnTo>
                    <a:pt x="6968466" y="272139"/>
                  </a:lnTo>
                  <a:lnTo>
                    <a:pt x="6968624" y="272139"/>
                  </a:lnTo>
                  <a:lnTo>
                    <a:pt x="6968782" y="272139"/>
                  </a:lnTo>
                  <a:lnTo>
                    <a:pt x="6968939" y="272139"/>
                  </a:lnTo>
                  <a:lnTo>
                    <a:pt x="6968939" y="271708"/>
                  </a:lnTo>
                  <a:lnTo>
                    <a:pt x="6969097" y="271708"/>
                  </a:lnTo>
                  <a:lnTo>
                    <a:pt x="6969255" y="271708"/>
                  </a:lnTo>
                  <a:lnTo>
                    <a:pt x="6969412" y="271708"/>
                  </a:lnTo>
                  <a:lnTo>
                    <a:pt x="6969570" y="271708"/>
                  </a:lnTo>
                  <a:lnTo>
                    <a:pt x="6969728" y="271708"/>
                  </a:lnTo>
                  <a:lnTo>
                    <a:pt x="6969728" y="271278"/>
                  </a:lnTo>
                  <a:lnTo>
                    <a:pt x="6969886" y="271278"/>
                  </a:lnTo>
                  <a:lnTo>
                    <a:pt x="6970043" y="271278"/>
                  </a:lnTo>
                  <a:lnTo>
                    <a:pt x="6970043" y="270847"/>
                  </a:lnTo>
                  <a:lnTo>
                    <a:pt x="6970201" y="270847"/>
                  </a:lnTo>
                  <a:lnTo>
                    <a:pt x="6970359" y="270847"/>
                  </a:lnTo>
                  <a:lnTo>
                    <a:pt x="6970517" y="270847"/>
                  </a:lnTo>
                  <a:lnTo>
                    <a:pt x="6970674" y="270847"/>
                  </a:lnTo>
                  <a:lnTo>
                    <a:pt x="6970832" y="270847"/>
                  </a:lnTo>
                  <a:lnTo>
                    <a:pt x="6970990" y="270847"/>
                  </a:lnTo>
                  <a:lnTo>
                    <a:pt x="6971147" y="270847"/>
                  </a:lnTo>
                  <a:lnTo>
                    <a:pt x="6971305" y="270847"/>
                  </a:lnTo>
                  <a:lnTo>
                    <a:pt x="6971463" y="270847"/>
                  </a:lnTo>
                  <a:lnTo>
                    <a:pt x="6971621" y="270847"/>
                  </a:lnTo>
                  <a:lnTo>
                    <a:pt x="6971778" y="270847"/>
                  </a:lnTo>
                  <a:lnTo>
                    <a:pt x="6971936" y="270847"/>
                  </a:lnTo>
                  <a:lnTo>
                    <a:pt x="6972094" y="270847"/>
                  </a:lnTo>
                  <a:lnTo>
                    <a:pt x="6972251" y="270847"/>
                  </a:lnTo>
                  <a:lnTo>
                    <a:pt x="6972409" y="270847"/>
                  </a:lnTo>
                  <a:lnTo>
                    <a:pt x="6972567" y="270847"/>
                  </a:lnTo>
                  <a:lnTo>
                    <a:pt x="6972567" y="270416"/>
                  </a:lnTo>
                  <a:lnTo>
                    <a:pt x="6972725" y="270416"/>
                  </a:lnTo>
                  <a:lnTo>
                    <a:pt x="6972882" y="270416"/>
                  </a:lnTo>
                  <a:lnTo>
                    <a:pt x="6973040" y="270416"/>
                  </a:lnTo>
                  <a:lnTo>
                    <a:pt x="6973198" y="270416"/>
                  </a:lnTo>
                  <a:lnTo>
                    <a:pt x="6973198" y="269986"/>
                  </a:lnTo>
                  <a:lnTo>
                    <a:pt x="6973355" y="269986"/>
                  </a:lnTo>
                  <a:lnTo>
                    <a:pt x="6973513" y="269986"/>
                  </a:lnTo>
                  <a:lnTo>
                    <a:pt x="6973513" y="269555"/>
                  </a:lnTo>
                  <a:lnTo>
                    <a:pt x="6973671" y="269555"/>
                  </a:lnTo>
                  <a:lnTo>
                    <a:pt x="6973829" y="269555"/>
                  </a:lnTo>
                  <a:lnTo>
                    <a:pt x="6973829" y="269125"/>
                  </a:lnTo>
                  <a:lnTo>
                    <a:pt x="6973986" y="269125"/>
                  </a:lnTo>
                  <a:lnTo>
                    <a:pt x="6974144" y="269125"/>
                  </a:lnTo>
                  <a:lnTo>
                    <a:pt x="6974302" y="269125"/>
                  </a:lnTo>
                  <a:lnTo>
                    <a:pt x="6974459" y="269125"/>
                  </a:lnTo>
                  <a:lnTo>
                    <a:pt x="6974617" y="269125"/>
                  </a:lnTo>
                  <a:lnTo>
                    <a:pt x="6974617" y="268694"/>
                  </a:lnTo>
                  <a:lnTo>
                    <a:pt x="6974775" y="268694"/>
                  </a:lnTo>
                  <a:lnTo>
                    <a:pt x="6974933" y="268694"/>
                  </a:lnTo>
                  <a:lnTo>
                    <a:pt x="6974933" y="268263"/>
                  </a:lnTo>
                  <a:lnTo>
                    <a:pt x="6975090" y="268263"/>
                  </a:lnTo>
                  <a:lnTo>
                    <a:pt x="6975248" y="268263"/>
                  </a:lnTo>
                  <a:lnTo>
                    <a:pt x="6975406" y="268263"/>
                  </a:lnTo>
                  <a:lnTo>
                    <a:pt x="6975564" y="268263"/>
                  </a:lnTo>
                  <a:lnTo>
                    <a:pt x="6975721" y="268263"/>
                  </a:lnTo>
                  <a:lnTo>
                    <a:pt x="6975879" y="268263"/>
                  </a:lnTo>
                  <a:lnTo>
                    <a:pt x="6975879" y="267833"/>
                  </a:lnTo>
                  <a:lnTo>
                    <a:pt x="6976037" y="267833"/>
                  </a:lnTo>
                  <a:lnTo>
                    <a:pt x="6976194" y="267833"/>
                  </a:lnTo>
                  <a:lnTo>
                    <a:pt x="6976352" y="267833"/>
                  </a:lnTo>
                  <a:lnTo>
                    <a:pt x="6976352" y="267402"/>
                  </a:lnTo>
                  <a:lnTo>
                    <a:pt x="6976510" y="267402"/>
                  </a:lnTo>
                  <a:lnTo>
                    <a:pt x="6976668" y="267402"/>
                  </a:lnTo>
                  <a:lnTo>
                    <a:pt x="6976825" y="267402"/>
                  </a:lnTo>
                  <a:lnTo>
                    <a:pt x="6976983" y="267402"/>
                  </a:lnTo>
                  <a:lnTo>
                    <a:pt x="6977141" y="267402"/>
                  </a:lnTo>
                  <a:lnTo>
                    <a:pt x="6977298" y="267402"/>
                  </a:lnTo>
                  <a:lnTo>
                    <a:pt x="6977456" y="267402"/>
                  </a:lnTo>
                  <a:lnTo>
                    <a:pt x="6977614" y="267402"/>
                  </a:lnTo>
                  <a:lnTo>
                    <a:pt x="6977772" y="267402"/>
                  </a:lnTo>
                  <a:lnTo>
                    <a:pt x="6977929" y="267402"/>
                  </a:lnTo>
                  <a:lnTo>
                    <a:pt x="6978087" y="267402"/>
                  </a:lnTo>
                  <a:lnTo>
                    <a:pt x="6978245" y="267402"/>
                  </a:lnTo>
                  <a:lnTo>
                    <a:pt x="6978402" y="267402"/>
                  </a:lnTo>
                  <a:lnTo>
                    <a:pt x="6978560" y="267402"/>
                  </a:lnTo>
                  <a:lnTo>
                    <a:pt x="6978718" y="267402"/>
                  </a:lnTo>
                  <a:lnTo>
                    <a:pt x="6978876" y="267402"/>
                  </a:lnTo>
                  <a:lnTo>
                    <a:pt x="6979033" y="267402"/>
                  </a:lnTo>
                  <a:lnTo>
                    <a:pt x="6979033" y="266972"/>
                  </a:lnTo>
                  <a:lnTo>
                    <a:pt x="6979033" y="266541"/>
                  </a:lnTo>
                  <a:lnTo>
                    <a:pt x="6979191" y="266541"/>
                  </a:lnTo>
                  <a:lnTo>
                    <a:pt x="6979349" y="266541"/>
                  </a:lnTo>
                  <a:lnTo>
                    <a:pt x="6979506" y="266541"/>
                  </a:lnTo>
                  <a:lnTo>
                    <a:pt x="6979664" y="266541"/>
                  </a:lnTo>
                  <a:lnTo>
                    <a:pt x="6979822" y="266541"/>
                  </a:lnTo>
                  <a:lnTo>
                    <a:pt x="6979980" y="266541"/>
                  </a:lnTo>
                  <a:lnTo>
                    <a:pt x="6980137" y="266541"/>
                  </a:lnTo>
                  <a:lnTo>
                    <a:pt x="6980137" y="266110"/>
                  </a:lnTo>
                  <a:lnTo>
                    <a:pt x="6980137" y="265680"/>
                  </a:lnTo>
                  <a:lnTo>
                    <a:pt x="6980295" y="265680"/>
                  </a:lnTo>
                  <a:lnTo>
                    <a:pt x="6980453" y="265680"/>
                  </a:lnTo>
                  <a:lnTo>
                    <a:pt x="6980610" y="265680"/>
                  </a:lnTo>
                  <a:lnTo>
                    <a:pt x="6980768" y="265680"/>
                  </a:lnTo>
                  <a:lnTo>
                    <a:pt x="6980926" y="265680"/>
                  </a:lnTo>
                  <a:lnTo>
                    <a:pt x="6981084" y="265680"/>
                  </a:lnTo>
                  <a:lnTo>
                    <a:pt x="6981241" y="265680"/>
                  </a:lnTo>
                  <a:lnTo>
                    <a:pt x="6981241" y="265249"/>
                  </a:lnTo>
                  <a:lnTo>
                    <a:pt x="6981399" y="265249"/>
                  </a:lnTo>
                  <a:lnTo>
                    <a:pt x="6981557" y="265249"/>
                  </a:lnTo>
                  <a:lnTo>
                    <a:pt x="6981715" y="265249"/>
                  </a:lnTo>
                  <a:lnTo>
                    <a:pt x="6981872" y="265249"/>
                  </a:lnTo>
                  <a:lnTo>
                    <a:pt x="6982030" y="265249"/>
                  </a:lnTo>
                  <a:lnTo>
                    <a:pt x="6982188" y="265249"/>
                  </a:lnTo>
                  <a:lnTo>
                    <a:pt x="6982345" y="265249"/>
                  </a:lnTo>
                  <a:lnTo>
                    <a:pt x="6982503" y="265249"/>
                  </a:lnTo>
                  <a:lnTo>
                    <a:pt x="6982661" y="265249"/>
                  </a:lnTo>
                  <a:lnTo>
                    <a:pt x="6982819" y="265249"/>
                  </a:lnTo>
                  <a:lnTo>
                    <a:pt x="6982976" y="265249"/>
                  </a:lnTo>
                  <a:lnTo>
                    <a:pt x="6983134" y="265249"/>
                  </a:lnTo>
                  <a:lnTo>
                    <a:pt x="6983292" y="265249"/>
                  </a:lnTo>
                  <a:lnTo>
                    <a:pt x="6983449" y="265249"/>
                  </a:lnTo>
                  <a:lnTo>
                    <a:pt x="6983607" y="265249"/>
                  </a:lnTo>
                  <a:lnTo>
                    <a:pt x="6983765" y="265249"/>
                  </a:lnTo>
                  <a:lnTo>
                    <a:pt x="6983923" y="265249"/>
                  </a:lnTo>
                  <a:lnTo>
                    <a:pt x="6984080" y="265249"/>
                  </a:lnTo>
                  <a:lnTo>
                    <a:pt x="6984238" y="265249"/>
                  </a:lnTo>
                  <a:lnTo>
                    <a:pt x="6984396" y="265249"/>
                  </a:lnTo>
                  <a:lnTo>
                    <a:pt x="6984553" y="265249"/>
                  </a:lnTo>
                  <a:lnTo>
                    <a:pt x="6984711" y="265249"/>
                  </a:lnTo>
                  <a:lnTo>
                    <a:pt x="6984869" y="265249"/>
                  </a:lnTo>
                  <a:lnTo>
                    <a:pt x="6985027" y="265249"/>
                  </a:lnTo>
                  <a:lnTo>
                    <a:pt x="6985184" y="265249"/>
                  </a:lnTo>
                  <a:lnTo>
                    <a:pt x="6985342" y="265249"/>
                  </a:lnTo>
                  <a:lnTo>
                    <a:pt x="6985500" y="265249"/>
                  </a:lnTo>
                  <a:lnTo>
                    <a:pt x="6985657" y="265249"/>
                  </a:lnTo>
                  <a:lnTo>
                    <a:pt x="6985815" y="265249"/>
                  </a:lnTo>
                  <a:lnTo>
                    <a:pt x="6985815" y="264819"/>
                  </a:lnTo>
                  <a:lnTo>
                    <a:pt x="6985973" y="264819"/>
                  </a:lnTo>
                  <a:lnTo>
                    <a:pt x="6986131" y="264819"/>
                  </a:lnTo>
                  <a:lnTo>
                    <a:pt x="6986131" y="264388"/>
                  </a:lnTo>
                  <a:lnTo>
                    <a:pt x="6986288" y="264388"/>
                  </a:lnTo>
                  <a:lnTo>
                    <a:pt x="6986446" y="264388"/>
                  </a:lnTo>
                  <a:lnTo>
                    <a:pt x="6986446" y="263957"/>
                  </a:lnTo>
                  <a:lnTo>
                    <a:pt x="6986604" y="263957"/>
                  </a:lnTo>
                  <a:lnTo>
                    <a:pt x="6986762" y="263957"/>
                  </a:lnTo>
                  <a:lnTo>
                    <a:pt x="6986919" y="263957"/>
                  </a:lnTo>
                  <a:lnTo>
                    <a:pt x="6987077" y="263957"/>
                  </a:lnTo>
                  <a:lnTo>
                    <a:pt x="6987235" y="263957"/>
                  </a:lnTo>
                  <a:lnTo>
                    <a:pt x="6987392" y="263957"/>
                  </a:lnTo>
                  <a:lnTo>
                    <a:pt x="6987550" y="263957"/>
                  </a:lnTo>
                  <a:lnTo>
                    <a:pt x="6987708" y="263957"/>
                  </a:lnTo>
                  <a:lnTo>
                    <a:pt x="6987866" y="263957"/>
                  </a:lnTo>
                  <a:lnTo>
                    <a:pt x="6988023" y="263957"/>
                  </a:lnTo>
                  <a:lnTo>
                    <a:pt x="6988181" y="263957"/>
                  </a:lnTo>
                  <a:lnTo>
                    <a:pt x="6988339" y="263957"/>
                  </a:lnTo>
                  <a:lnTo>
                    <a:pt x="6988496" y="263957"/>
                  </a:lnTo>
                  <a:lnTo>
                    <a:pt x="6988654" y="263957"/>
                  </a:lnTo>
                  <a:lnTo>
                    <a:pt x="6988812" y="263957"/>
                  </a:lnTo>
                  <a:lnTo>
                    <a:pt x="6988970" y="263957"/>
                  </a:lnTo>
                  <a:lnTo>
                    <a:pt x="6989127" y="263957"/>
                  </a:lnTo>
                  <a:lnTo>
                    <a:pt x="6989127" y="263527"/>
                  </a:lnTo>
                  <a:lnTo>
                    <a:pt x="6989285" y="263527"/>
                  </a:lnTo>
                  <a:lnTo>
                    <a:pt x="6989443" y="263527"/>
                  </a:lnTo>
                  <a:lnTo>
                    <a:pt x="6989600" y="263527"/>
                  </a:lnTo>
                  <a:lnTo>
                    <a:pt x="6989758" y="263527"/>
                  </a:lnTo>
                  <a:lnTo>
                    <a:pt x="6989916" y="263527"/>
                  </a:lnTo>
                  <a:lnTo>
                    <a:pt x="6990074" y="263527"/>
                  </a:lnTo>
                  <a:lnTo>
                    <a:pt x="6990231" y="263527"/>
                  </a:lnTo>
                  <a:lnTo>
                    <a:pt x="6990389" y="263527"/>
                  </a:lnTo>
                  <a:lnTo>
                    <a:pt x="6990547" y="263527"/>
                  </a:lnTo>
                  <a:lnTo>
                    <a:pt x="6990704" y="263527"/>
                  </a:lnTo>
                  <a:lnTo>
                    <a:pt x="6990862" y="263527"/>
                  </a:lnTo>
                  <a:lnTo>
                    <a:pt x="6991020" y="263527"/>
                  </a:lnTo>
                  <a:lnTo>
                    <a:pt x="6991178" y="263527"/>
                  </a:lnTo>
                  <a:lnTo>
                    <a:pt x="6991335" y="263527"/>
                  </a:lnTo>
                  <a:lnTo>
                    <a:pt x="6991493" y="263527"/>
                  </a:lnTo>
                  <a:lnTo>
                    <a:pt x="6991651" y="263527"/>
                  </a:lnTo>
                  <a:lnTo>
                    <a:pt x="6991808" y="263527"/>
                  </a:lnTo>
                  <a:lnTo>
                    <a:pt x="6991966" y="263527"/>
                  </a:lnTo>
                  <a:lnTo>
                    <a:pt x="6992124" y="263527"/>
                  </a:lnTo>
                  <a:lnTo>
                    <a:pt x="6992282" y="263527"/>
                  </a:lnTo>
                  <a:lnTo>
                    <a:pt x="6992439" y="263527"/>
                  </a:lnTo>
                  <a:lnTo>
                    <a:pt x="6992597" y="263527"/>
                  </a:lnTo>
                  <a:lnTo>
                    <a:pt x="6992755" y="263527"/>
                  </a:lnTo>
                  <a:lnTo>
                    <a:pt x="6992913" y="263527"/>
                  </a:lnTo>
                  <a:lnTo>
                    <a:pt x="6993070" y="263527"/>
                  </a:lnTo>
                  <a:lnTo>
                    <a:pt x="6993228" y="263527"/>
                  </a:lnTo>
                  <a:lnTo>
                    <a:pt x="6993386" y="263527"/>
                  </a:lnTo>
                  <a:lnTo>
                    <a:pt x="6993543" y="263527"/>
                  </a:lnTo>
                  <a:lnTo>
                    <a:pt x="6993701" y="263527"/>
                  </a:lnTo>
                  <a:lnTo>
                    <a:pt x="6993859" y="263527"/>
                  </a:lnTo>
                  <a:lnTo>
                    <a:pt x="6993859" y="263096"/>
                  </a:lnTo>
                  <a:lnTo>
                    <a:pt x="6994017" y="263096"/>
                  </a:lnTo>
                  <a:lnTo>
                    <a:pt x="6994017" y="262666"/>
                  </a:lnTo>
                  <a:lnTo>
                    <a:pt x="6994174" y="262666"/>
                  </a:lnTo>
                  <a:lnTo>
                    <a:pt x="6994332" y="262666"/>
                  </a:lnTo>
                  <a:lnTo>
                    <a:pt x="6994490" y="262666"/>
                  </a:lnTo>
                  <a:lnTo>
                    <a:pt x="6994647" y="262666"/>
                  </a:lnTo>
                  <a:lnTo>
                    <a:pt x="6994805" y="262666"/>
                  </a:lnTo>
                  <a:lnTo>
                    <a:pt x="6994963" y="262666"/>
                  </a:lnTo>
                  <a:lnTo>
                    <a:pt x="6995121" y="262666"/>
                  </a:lnTo>
                  <a:lnTo>
                    <a:pt x="6995278" y="262666"/>
                  </a:lnTo>
                  <a:lnTo>
                    <a:pt x="6995436" y="262666"/>
                  </a:lnTo>
                  <a:lnTo>
                    <a:pt x="6995594" y="262666"/>
                  </a:lnTo>
                  <a:lnTo>
                    <a:pt x="6995594" y="262235"/>
                  </a:lnTo>
                  <a:lnTo>
                    <a:pt x="6995751" y="262235"/>
                  </a:lnTo>
                  <a:lnTo>
                    <a:pt x="6995909" y="262235"/>
                  </a:lnTo>
                  <a:lnTo>
                    <a:pt x="6996067" y="262235"/>
                  </a:lnTo>
                  <a:lnTo>
                    <a:pt x="6996225" y="262235"/>
                  </a:lnTo>
                  <a:lnTo>
                    <a:pt x="6996382" y="262235"/>
                  </a:lnTo>
                  <a:lnTo>
                    <a:pt x="6996540" y="262235"/>
                  </a:lnTo>
                  <a:lnTo>
                    <a:pt x="6996698" y="262235"/>
                  </a:lnTo>
                  <a:lnTo>
                    <a:pt x="6996855" y="262235"/>
                  </a:lnTo>
                  <a:lnTo>
                    <a:pt x="6997013" y="262235"/>
                  </a:lnTo>
                  <a:lnTo>
                    <a:pt x="6997171" y="262235"/>
                  </a:lnTo>
                  <a:lnTo>
                    <a:pt x="6997329" y="262235"/>
                  </a:lnTo>
                  <a:lnTo>
                    <a:pt x="6997486" y="262235"/>
                  </a:lnTo>
                  <a:lnTo>
                    <a:pt x="6997644" y="262235"/>
                  </a:lnTo>
                  <a:lnTo>
                    <a:pt x="6997802" y="262235"/>
                  </a:lnTo>
                  <a:lnTo>
                    <a:pt x="6997960" y="262235"/>
                  </a:lnTo>
                  <a:lnTo>
                    <a:pt x="6998117" y="262235"/>
                  </a:lnTo>
                  <a:lnTo>
                    <a:pt x="6998275" y="262235"/>
                  </a:lnTo>
                  <a:lnTo>
                    <a:pt x="6998433" y="262235"/>
                  </a:lnTo>
                  <a:lnTo>
                    <a:pt x="6998590" y="262235"/>
                  </a:lnTo>
                  <a:lnTo>
                    <a:pt x="6998748" y="262235"/>
                  </a:lnTo>
                  <a:lnTo>
                    <a:pt x="6998906" y="262235"/>
                  </a:lnTo>
                  <a:lnTo>
                    <a:pt x="6999064" y="262235"/>
                  </a:lnTo>
                  <a:lnTo>
                    <a:pt x="6999221" y="262235"/>
                  </a:lnTo>
                  <a:lnTo>
                    <a:pt x="6999379" y="262235"/>
                  </a:lnTo>
                  <a:lnTo>
                    <a:pt x="6999537" y="262235"/>
                  </a:lnTo>
                  <a:lnTo>
                    <a:pt x="6999694" y="262235"/>
                  </a:lnTo>
                  <a:lnTo>
                    <a:pt x="6999852" y="262235"/>
                  </a:lnTo>
                  <a:lnTo>
                    <a:pt x="7000010" y="262235"/>
                  </a:lnTo>
                  <a:lnTo>
                    <a:pt x="7000010" y="261804"/>
                  </a:lnTo>
                  <a:lnTo>
                    <a:pt x="7000168" y="261804"/>
                  </a:lnTo>
                  <a:lnTo>
                    <a:pt x="7000325" y="261804"/>
                  </a:lnTo>
                  <a:lnTo>
                    <a:pt x="7000483" y="261804"/>
                  </a:lnTo>
                  <a:lnTo>
                    <a:pt x="7000641" y="261804"/>
                  </a:lnTo>
                  <a:lnTo>
                    <a:pt x="7000798" y="261804"/>
                  </a:lnTo>
                  <a:lnTo>
                    <a:pt x="7000956" y="261804"/>
                  </a:lnTo>
                  <a:lnTo>
                    <a:pt x="7000956" y="261374"/>
                  </a:lnTo>
                  <a:lnTo>
                    <a:pt x="7001114" y="261374"/>
                  </a:lnTo>
                  <a:lnTo>
                    <a:pt x="7001114" y="260943"/>
                  </a:lnTo>
                  <a:lnTo>
                    <a:pt x="7001272" y="260943"/>
                  </a:lnTo>
                  <a:lnTo>
                    <a:pt x="7001429" y="260943"/>
                  </a:lnTo>
                  <a:lnTo>
                    <a:pt x="7001587" y="260943"/>
                  </a:lnTo>
                  <a:lnTo>
                    <a:pt x="7001745" y="260943"/>
                  </a:lnTo>
                  <a:lnTo>
                    <a:pt x="7001902" y="260943"/>
                  </a:lnTo>
                  <a:lnTo>
                    <a:pt x="7002060" y="260943"/>
                  </a:lnTo>
                  <a:lnTo>
                    <a:pt x="7002060" y="260513"/>
                  </a:lnTo>
                  <a:lnTo>
                    <a:pt x="7002218" y="260513"/>
                  </a:lnTo>
                  <a:lnTo>
                    <a:pt x="7002376" y="260513"/>
                  </a:lnTo>
                  <a:lnTo>
                    <a:pt x="7002533" y="260513"/>
                  </a:lnTo>
                  <a:lnTo>
                    <a:pt x="7002691" y="260513"/>
                  </a:lnTo>
                  <a:lnTo>
                    <a:pt x="7002849" y="260513"/>
                  </a:lnTo>
                  <a:lnTo>
                    <a:pt x="7003006" y="260513"/>
                  </a:lnTo>
                  <a:lnTo>
                    <a:pt x="7003164" y="260513"/>
                  </a:lnTo>
                  <a:lnTo>
                    <a:pt x="7003322" y="260513"/>
                  </a:lnTo>
                  <a:lnTo>
                    <a:pt x="7003480" y="260513"/>
                  </a:lnTo>
                  <a:lnTo>
                    <a:pt x="7003637" y="260513"/>
                  </a:lnTo>
                  <a:lnTo>
                    <a:pt x="7003637" y="260082"/>
                  </a:lnTo>
                  <a:lnTo>
                    <a:pt x="7003795" y="260082"/>
                  </a:lnTo>
                  <a:lnTo>
                    <a:pt x="7003953" y="260082"/>
                  </a:lnTo>
                  <a:lnTo>
                    <a:pt x="7003953" y="259651"/>
                  </a:lnTo>
                  <a:lnTo>
                    <a:pt x="7004111" y="259651"/>
                  </a:lnTo>
                  <a:lnTo>
                    <a:pt x="7004268" y="259651"/>
                  </a:lnTo>
                  <a:lnTo>
                    <a:pt x="7004426" y="259651"/>
                  </a:lnTo>
                  <a:lnTo>
                    <a:pt x="7004584" y="259651"/>
                  </a:lnTo>
                  <a:lnTo>
                    <a:pt x="7004741" y="259651"/>
                  </a:lnTo>
                  <a:lnTo>
                    <a:pt x="7004899" y="259651"/>
                  </a:lnTo>
                  <a:lnTo>
                    <a:pt x="7005057" y="259651"/>
                  </a:lnTo>
                  <a:lnTo>
                    <a:pt x="7005215" y="259651"/>
                  </a:lnTo>
                  <a:lnTo>
                    <a:pt x="7005372" y="259651"/>
                  </a:lnTo>
                  <a:lnTo>
                    <a:pt x="7005530" y="259651"/>
                  </a:lnTo>
                  <a:lnTo>
                    <a:pt x="7005688" y="259651"/>
                  </a:lnTo>
                  <a:lnTo>
                    <a:pt x="7005845" y="259651"/>
                  </a:lnTo>
                  <a:lnTo>
                    <a:pt x="7006003" y="259651"/>
                  </a:lnTo>
                  <a:lnTo>
                    <a:pt x="7006003" y="259221"/>
                  </a:lnTo>
                  <a:lnTo>
                    <a:pt x="7006161" y="259221"/>
                  </a:lnTo>
                  <a:lnTo>
                    <a:pt x="7006319" y="259221"/>
                  </a:lnTo>
                  <a:lnTo>
                    <a:pt x="7006476" y="259221"/>
                  </a:lnTo>
                  <a:lnTo>
                    <a:pt x="7006634" y="259221"/>
                  </a:lnTo>
                  <a:lnTo>
                    <a:pt x="7006792" y="259221"/>
                  </a:lnTo>
                  <a:lnTo>
                    <a:pt x="7006949" y="259221"/>
                  </a:lnTo>
                  <a:lnTo>
                    <a:pt x="7007107" y="259221"/>
                  </a:lnTo>
                  <a:lnTo>
                    <a:pt x="7007265" y="259221"/>
                  </a:lnTo>
                  <a:lnTo>
                    <a:pt x="7007423" y="259221"/>
                  </a:lnTo>
                  <a:lnTo>
                    <a:pt x="7007580" y="259221"/>
                  </a:lnTo>
                  <a:lnTo>
                    <a:pt x="7007738" y="259221"/>
                  </a:lnTo>
                  <a:lnTo>
                    <a:pt x="7007896" y="259221"/>
                  </a:lnTo>
                  <a:lnTo>
                    <a:pt x="7008053" y="259221"/>
                  </a:lnTo>
                  <a:lnTo>
                    <a:pt x="7008211" y="259221"/>
                  </a:lnTo>
                  <a:lnTo>
                    <a:pt x="7008369" y="259221"/>
                  </a:lnTo>
                  <a:lnTo>
                    <a:pt x="7008527" y="259221"/>
                  </a:lnTo>
                  <a:lnTo>
                    <a:pt x="7008684" y="259221"/>
                  </a:lnTo>
                  <a:lnTo>
                    <a:pt x="7008684" y="258790"/>
                  </a:lnTo>
                  <a:lnTo>
                    <a:pt x="7008842" y="258790"/>
                  </a:lnTo>
                  <a:lnTo>
                    <a:pt x="7008842" y="258360"/>
                  </a:lnTo>
                  <a:lnTo>
                    <a:pt x="7009000" y="258360"/>
                  </a:lnTo>
                  <a:lnTo>
                    <a:pt x="7009158" y="258360"/>
                  </a:lnTo>
                  <a:lnTo>
                    <a:pt x="7009315" y="258360"/>
                  </a:lnTo>
                  <a:lnTo>
                    <a:pt x="7009473" y="258360"/>
                  </a:lnTo>
                  <a:lnTo>
                    <a:pt x="7009473" y="257929"/>
                  </a:lnTo>
                  <a:lnTo>
                    <a:pt x="7009473" y="257498"/>
                  </a:lnTo>
                  <a:lnTo>
                    <a:pt x="7009631" y="257498"/>
                  </a:lnTo>
                  <a:lnTo>
                    <a:pt x="7009788" y="257498"/>
                  </a:lnTo>
                  <a:lnTo>
                    <a:pt x="7009946" y="257498"/>
                  </a:lnTo>
                  <a:lnTo>
                    <a:pt x="7010104" y="257498"/>
                  </a:lnTo>
                  <a:lnTo>
                    <a:pt x="7010262" y="257498"/>
                  </a:lnTo>
                  <a:lnTo>
                    <a:pt x="7010419" y="257498"/>
                  </a:lnTo>
                  <a:lnTo>
                    <a:pt x="7010577" y="257498"/>
                  </a:lnTo>
                  <a:lnTo>
                    <a:pt x="7010735" y="257498"/>
                  </a:lnTo>
                  <a:lnTo>
                    <a:pt x="7010892" y="257498"/>
                  </a:lnTo>
                  <a:lnTo>
                    <a:pt x="7011050" y="257498"/>
                  </a:lnTo>
                  <a:lnTo>
                    <a:pt x="7011208" y="257498"/>
                  </a:lnTo>
                  <a:lnTo>
                    <a:pt x="7011366" y="257498"/>
                  </a:lnTo>
                  <a:lnTo>
                    <a:pt x="7011523" y="257498"/>
                  </a:lnTo>
                  <a:lnTo>
                    <a:pt x="7011523" y="257068"/>
                  </a:lnTo>
                  <a:lnTo>
                    <a:pt x="7011681" y="257068"/>
                  </a:lnTo>
                  <a:lnTo>
                    <a:pt x="7011839" y="257068"/>
                  </a:lnTo>
                  <a:lnTo>
                    <a:pt x="7011996" y="257068"/>
                  </a:lnTo>
                  <a:lnTo>
                    <a:pt x="7012154" y="257068"/>
                  </a:lnTo>
                  <a:lnTo>
                    <a:pt x="7012312" y="257068"/>
                  </a:lnTo>
                  <a:lnTo>
                    <a:pt x="7012470" y="257068"/>
                  </a:lnTo>
                  <a:lnTo>
                    <a:pt x="7012627" y="257068"/>
                  </a:lnTo>
                  <a:lnTo>
                    <a:pt x="7012785" y="257068"/>
                  </a:lnTo>
                  <a:lnTo>
                    <a:pt x="7012943" y="257068"/>
                  </a:lnTo>
                  <a:lnTo>
                    <a:pt x="7013100" y="257068"/>
                  </a:lnTo>
                  <a:lnTo>
                    <a:pt x="7013258" y="257068"/>
                  </a:lnTo>
                  <a:lnTo>
                    <a:pt x="7013416" y="257068"/>
                  </a:lnTo>
                  <a:lnTo>
                    <a:pt x="7013574" y="257068"/>
                  </a:lnTo>
                  <a:lnTo>
                    <a:pt x="7013731" y="257068"/>
                  </a:lnTo>
                  <a:lnTo>
                    <a:pt x="7013889" y="257068"/>
                  </a:lnTo>
                  <a:lnTo>
                    <a:pt x="7014047" y="257068"/>
                  </a:lnTo>
                  <a:lnTo>
                    <a:pt x="7014204" y="257068"/>
                  </a:lnTo>
                  <a:lnTo>
                    <a:pt x="7014362" y="257068"/>
                  </a:lnTo>
                  <a:lnTo>
                    <a:pt x="7014520" y="257068"/>
                  </a:lnTo>
                  <a:lnTo>
                    <a:pt x="7014678" y="257068"/>
                  </a:lnTo>
                  <a:lnTo>
                    <a:pt x="7014835" y="257068"/>
                  </a:lnTo>
                  <a:lnTo>
                    <a:pt x="7014993" y="257068"/>
                  </a:lnTo>
                  <a:lnTo>
                    <a:pt x="7015151" y="257068"/>
                  </a:lnTo>
                  <a:lnTo>
                    <a:pt x="7015151" y="256637"/>
                  </a:lnTo>
                  <a:lnTo>
                    <a:pt x="7015309" y="256637"/>
                  </a:lnTo>
                  <a:lnTo>
                    <a:pt x="7015466" y="256637"/>
                  </a:lnTo>
                  <a:lnTo>
                    <a:pt x="7015466" y="256207"/>
                  </a:lnTo>
                  <a:lnTo>
                    <a:pt x="7015624" y="256207"/>
                  </a:lnTo>
                  <a:lnTo>
                    <a:pt x="7015782" y="256207"/>
                  </a:lnTo>
                  <a:lnTo>
                    <a:pt x="7015939" y="256207"/>
                  </a:lnTo>
                  <a:lnTo>
                    <a:pt x="7016097" y="256207"/>
                  </a:lnTo>
                  <a:lnTo>
                    <a:pt x="7016255" y="256207"/>
                  </a:lnTo>
                  <a:lnTo>
                    <a:pt x="7016413" y="256207"/>
                  </a:lnTo>
                  <a:lnTo>
                    <a:pt x="7016570" y="256207"/>
                  </a:lnTo>
                  <a:lnTo>
                    <a:pt x="7016728" y="256207"/>
                  </a:lnTo>
                  <a:lnTo>
                    <a:pt x="7016886" y="256207"/>
                  </a:lnTo>
                  <a:lnTo>
                    <a:pt x="7017043" y="256207"/>
                  </a:lnTo>
                  <a:lnTo>
                    <a:pt x="7017201" y="256207"/>
                  </a:lnTo>
                  <a:lnTo>
                    <a:pt x="7017359" y="256207"/>
                  </a:lnTo>
                  <a:lnTo>
                    <a:pt x="7017359" y="255776"/>
                  </a:lnTo>
                  <a:lnTo>
                    <a:pt x="7017517" y="255776"/>
                  </a:lnTo>
                  <a:lnTo>
                    <a:pt x="7017674" y="255776"/>
                  </a:lnTo>
                  <a:lnTo>
                    <a:pt x="7017832" y="255776"/>
                  </a:lnTo>
                  <a:lnTo>
                    <a:pt x="7017990" y="255776"/>
                  </a:lnTo>
                  <a:lnTo>
                    <a:pt x="7018147" y="255776"/>
                  </a:lnTo>
                  <a:lnTo>
                    <a:pt x="7018305" y="255776"/>
                  </a:lnTo>
                  <a:lnTo>
                    <a:pt x="7018463" y="255776"/>
                  </a:lnTo>
                  <a:lnTo>
                    <a:pt x="7018621" y="255776"/>
                  </a:lnTo>
                  <a:lnTo>
                    <a:pt x="7018778" y="255776"/>
                  </a:lnTo>
                  <a:lnTo>
                    <a:pt x="7018936" y="255776"/>
                  </a:lnTo>
                  <a:lnTo>
                    <a:pt x="7018936" y="255345"/>
                  </a:lnTo>
                  <a:lnTo>
                    <a:pt x="7019094" y="255345"/>
                  </a:lnTo>
                  <a:lnTo>
                    <a:pt x="7019251" y="255345"/>
                  </a:lnTo>
                  <a:lnTo>
                    <a:pt x="7019409" y="255345"/>
                  </a:lnTo>
                  <a:lnTo>
                    <a:pt x="7019567" y="255345"/>
                  </a:lnTo>
                  <a:lnTo>
                    <a:pt x="7019567" y="254915"/>
                  </a:lnTo>
                  <a:lnTo>
                    <a:pt x="7019725" y="254915"/>
                  </a:lnTo>
                  <a:lnTo>
                    <a:pt x="7019882" y="254915"/>
                  </a:lnTo>
                  <a:lnTo>
                    <a:pt x="7020040" y="254915"/>
                  </a:lnTo>
                  <a:lnTo>
                    <a:pt x="7020198" y="254915"/>
                  </a:lnTo>
                  <a:lnTo>
                    <a:pt x="7020198" y="254484"/>
                  </a:lnTo>
                  <a:lnTo>
                    <a:pt x="7020356" y="254484"/>
                  </a:lnTo>
                  <a:lnTo>
                    <a:pt x="7020513" y="254484"/>
                  </a:lnTo>
                  <a:lnTo>
                    <a:pt x="7020671" y="254484"/>
                  </a:lnTo>
                  <a:lnTo>
                    <a:pt x="7020829" y="254484"/>
                  </a:lnTo>
                  <a:lnTo>
                    <a:pt x="7020986" y="254484"/>
                  </a:lnTo>
                  <a:lnTo>
                    <a:pt x="7021144" y="254484"/>
                  </a:lnTo>
                  <a:lnTo>
                    <a:pt x="7021302" y="254484"/>
                  </a:lnTo>
                  <a:lnTo>
                    <a:pt x="7021460" y="254484"/>
                  </a:lnTo>
                  <a:lnTo>
                    <a:pt x="7021617" y="254484"/>
                  </a:lnTo>
                  <a:lnTo>
                    <a:pt x="7021775" y="254484"/>
                  </a:lnTo>
                  <a:lnTo>
                    <a:pt x="7021933" y="254484"/>
                  </a:lnTo>
                  <a:lnTo>
                    <a:pt x="7021933" y="254054"/>
                  </a:lnTo>
                  <a:lnTo>
                    <a:pt x="7021933" y="253623"/>
                  </a:lnTo>
                  <a:lnTo>
                    <a:pt x="7022090" y="253623"/>
                  </a:lnTo>
                  <a:lnTo>
                    <a:pt x="7022248" y="253623"/>
                  </a:lnTo>
                  <a:lnTo>
                    <a:pt x="7022406" y="253623"/>
                  </a:lnTo>
                  <a:lnTo>
                    <a:pt x="7022564" y="253623"/>
                  </a:lnTo>
                  <a:lnTo>
                    <a:pt x="7022721" y="253623"/>
                  </a:lnTo>
                  <a:lnTo>
                    <a:pt x="7022879" y="253623"/>
                  </a:lnTo>
                  <a:lnTo>
                    <a:pt x="7023037" y="253623"/>
                  </a:lnTo>
                  <a:lnTo>
                    <a:pt x="7023194" y="253623"/>
                  </a:lnTo>
                  <a:lnTo>
                    <a:pt x="7023352" y="253623"/>
                  </a:lnTo>
                  <a:lnTo>
                    <a:pt x="7023352" y="253192"/>
                  </a:lnTo>
                  <a:lnTo>
                    <a:pt x="7023510" y="253192"/>
                  </a:lnTo>
                  <a:lnTo>
                    <a:pt x="7023668" y="253192"/>
                  </a:lnTo>
                  <a:lnTo>
                    <a:pt x="7023825" y="253192"/>
                  </a:lnTo>
                  <a:lnTo>
                    <a:pt x="7023983" y="253192"/>
                  </a:lnTo>
                  <a:lnTo>
                    <a:pt x="7024141" y="253192"/>
                  </a:lnTo>
                  <a:lnTo>
                    <a:pt x="7024298" y="253192"/>
                  </a:lnTo>
                  <a:lnTo>
                    <a:pt x="7024456" y="253192"/>
                  </a:lnTo>
                  <a:lnTo>
                    <a:pt x="7024614" y="253192"/>
                  </a:lnTo>
                  <a:lnTo>
                    <a:pt x="7024772" y="253192"/>
                  </a:lnTo>
                  <a:lnTo>
                    <a:pt x="7024772" y="252762"/>
                  </a:lnTo>
                  <a:lnTo>
                    <a:pt x="7024929" y="252762"/>
                  </a:lnTo>
                  <a:lnTo>
                    <a:pt x="7025087" y="252762"/>
                  </a:lnTo>
                  <a:lnTo>
                    <a:pt x="7025245" y="252762"/>
                  </a:lnTo>
                  <a:lnTo>
                    <a:pt x="7025402" y="252762"/>
                  </a:lnTo>
                  <a:lnTo>
                    <a:pt x="7025560" y="252762"/>
                  </a:lnTo>
                  <a:lnTo>
                    <a:pt x="7025718" y="252762"/>
                  </a:lnTo>
                  <a:lnTo>
                    <a:pt x="7025876" y="252762"/>
                  </a:lnTo>
                  <a:lnTo>
                    <a:pt x="7026033" y="252762"/>
                  </a:lnTo>
                  <a:lnTo>
                    <a:pt x="7026191" y="252762"/>
                  </a:lnTo>
                  <a:lnTo>
                    <a:pt x="7026191" y="252331"/>
                  </a:lnTo>
                  <a:lnTo>
                    <a:pt x="7026349" y="252331"/>
                  </a:lnTo>
                  <a:lnTo>
                    <a:pt x="7026507" y="252331"/>
                  </a:lnTo>
                  <a:lnTo>
                    <a:pt x="7026664" y="252331"/>
                  </a:lnTo>
                  <a:lnTo>
                    <a:pt x="7026822" y="252331"/>
                  </a:lnTo>
                  <a:lnTo>
                    <a:pt x="7026980" y="252331"/>
                  </a:lnTo>
                  <a:lnTo>
                    <a:pt x="7027137" y="252331"/>
                  </a:lnTo>
                  <a:lnTo>
                    <a:pt x="7027295" y="252331"/>
                  </a:lnTo>
                  <a:lnTo>
                    <a:pt x="7027453" y="252331"/>
                  </a:lnTo>
                  <a:lnTo>
                    <a:pt x="7027611" y="252331"/>
                  </a:lnTo>
                  <a:lnTo>
                    <a:pt x="7027768" y="252331"/>
                  </a:lnTo>
                  <a:lnTo>
                    <a:pt x="7027768" y="251901"/>
                  </a:lnTo>
                  <a:lnTo>
                    <a:pt x="7027926" y="251901"/>
                  </a:lnTo>
                  <a:lnTo>
                    <a:pt x="7028084" y="251901"/>
                  </a:lnTo>
                  <a:lnTo>
                    <a:pt x="7028241" y="251901"/>
                  </a:lnTo>
                  <a:lnTo>
                    <a:pt x="7028399" y="251901"/>
                  </a:lnTo>
                  <a:lnTo>
                    <a:pt x="7028557" y="251901"/>
                  </a:lnTo>
                  <a:lnTo>
                    <a:pt x="7028557" y="251470"/>
                  </a:lnTo>
                  <a:lnTo>
                    <a:pt x="7028715" y="251470"/>
                  </a:lnTo>
                  <a:lnTo>
                    <a:pt x="7028872" y="251470"/>
                  </a:lnTo>
                  <a:lnTo>
                    <a:pt x="7029030" y="251470"/>
                  </a:lnTo>
                  <a:lnTo>
                    <a:pt x="7029188" y="251470"/>
                  </a:lnTo>
                  <a:lnTo>
                    <a:pt x="7029345" y="251470"/>
                  </a:lnTo>
                  <a:lnTo>
                    <a:pt x="7029345" y="251039"/>
                  </a:lnTo>
                  <a:lnTo>
                    <a:pt x="7029503" y="251039"/>
                  </a:lnTo>
                  <a:lnTo>
                    <a:pt x="7029661" y="251039"/>
                  </a:lnTo>
                  <a:lnTo>
                    <a:pt x="7029819" y="251039"/>
                  </a:lnTo>
                  <a:lnTo>
                    <a:pt x="7029819" y="250609"/>
                  </a:lnTo>
                  <a:lnTo>
                    <a:pt x="7029976" y="250609"/>
                  </a:lnTo>
                  <a:lnTo>
                    <a:pt x="7030134" y="250609"/>
                  </a:lnTo>
                  <a:lnTo>
                    <a:pt x="7030292" y="250609"/>
                  </a:lnTo>
                  <a:lnTo>
                    <a:pt x="7030449" y="250609"/>
                  </a:lnTo>
                  <a:lnTo>
                    <a:pt x="7030607" y="250609"/>
                  </a:lnTo>
                  <a:lnTo>
                    <a:pt x="7030765" y="250609"/>
                  </a:lnTo>
                  <a:lnTo>
                    <a:pt x="7030923" y="250609"/>
                  </a:lnTo>
                  <a:lnTo>
                    <a:pt x="7030923" y="250178"/>
                  </a:lnTo>
                  <a:lnTo>
                    <a:pt x="7031080" y="250178"/>
                  </a:lnTo>
                  <a:lnTo>
                    <a:pt x="7031238" y="250178"/>
                  </a:lnTo>
                  <a:lnTo>
                    <a:pt x="7031396" y="250178"/>
                  </a:lnTo>
                  <a:lnTo>
                    <a:pt x="7031553" y="250178"/>
                  </a:lnTo>
                  <a:lnTo>
                    <a:pt x="7031711" y="250178"/>
                  </a:lnTo>
                  <a:lnTo>
                    <a:pt x="7031869" y="250178"/>
                  </a:lnTo>
                  <a:lnTo>
                    <a:pt x="7032027" y="250178"/>
                  </a:lnTo>
                  <a:lnTo>
                    <a:pt x="7032184" y="250178"/>
                  </a:lnTo>
                  <a:lnTo>
                    <a:pt x="7032342" y="250178"/>
                  </a:lnTo>
                  <a:lnTo>
                    <a:pt x="7032500" y="250178"/>
                  </a:lnTo>
                  <a:lnTo>
                    <a:pt x="7032658" y="250178"/>
                  </a:lnTo>
                  <a:lnTo>
                    <a:pt x="7032815" y="250178"/>
                  </a:lnTo>
                  <a:lnTo>
                    <a:pt x="7032973" y="250178"/>
                  </a:lnTo>
                  <a:lnTo>
                    <a:pt x="7033131" y="250178"/>
                  </a:lnTo>
                  <a:lnTo>
                    <a:pt x="7033288" y="250178"/>
                  </a:lnTo>
                  <a:lnTo>
                    <a:pt x="7033446" y="250178"/>
                  </a:lnTo>
                  <a:lnTo>
                    <a:pt x="7033446" y="249748"/>
                  </a:lnTo>
                  <a:lnTo>
                    <a:pt x="7033604" y="249748"/>
                  </a:lnTo>
                  <a:lnTo>
                    <a:pt x="7033762" y="249748"/>
                  </a:lnTo>
                  <a:lnTo>
                    <a:pt x="7033919" y="249748"/>
                  </a:lnTo>
                  <a:lnTo>
                    <a:pt x="7034077" y="249748"/>
                  </a:lnTo>
                  <a:lnTo>
                    <a:pt x="7034235" y="249748"/>
                  </a:lnTo>
                  <a:lnTo>
                    <a:pt x="7034392" y="249748"/>
                  </a:lnTo>
                  <a:lnTo>
                    <a:pt x="7034392" y="249317"/>
                  </a:lnTo>
                  <a:lnTo>
                    <a:pt x="7034550" y="249317"/>
                  </a:lnTo>
                  <a:lnTo>
                    <a:pt x="7034708" y="249317"/>
                  </a:lnTo>
                  <a:lnTo>
                    <a:pt x="7034866" y="249317"/>
                  </a:lnTo>
                  <a:lnTo>
                    <a:pt x="7035023" y="249317"/>
                  </a:lnTo>
                  <a:lnTo>
                    <a:pt x="7035023" y="248886"/>
                  </a:lnTo>
                  <a:lnTo>
                    <a:pt x="7035181" y="248886"/>
                  </a:lnTo>
                  <a:lnTo>
                    <a:pt x="7035339" y="248886"/>
                  </a:lnTo>
                  <a:lnTo>
                    <a:pt x="7035496" y="248886"/>
                  </a:lnTo>
                  <a:lnTo>
                    <a:pt x="7035654" y="248886"/>
                  </a:lnTo>
                  <a:lnTo>
                    <a:pt x="7035812" y="248886"/>
                  </a:lnTo>
                  <a:lnTo>
                    <a:pt x="7035970" y="248886"/>
                  </a:lnTo>
                  <a:lnTo>
                    <a:pt x="7036127" y="248886"/>
                  </a:lnTo>
                  <a:lnTo>
                    <a:pt x="7036285" y="248886"/>
                  </a:lnTo>
                  <a:lnTo>
                    <a:pt x="7036443" y="248886"/>
                  </a:lnTo>
                  <a:lnTo>
                    <a:pt x="7036600" y="248886"/>
                  </a:lnTo>
                  <a:lnTo>
                    <a:pt x="7036758" y="248886"/>
                  </a:lnTo>
                  <a:lnTo>
                    <a:pt x="7036916" y="248886"/>
                  </a:lnTo>
                  <a:lnTo>
                    <a:pt x="7037074" y="248886"/>
                  </a:lnTo>
                  <a:lnTo>
                    <a:pt x="7037231" y="248886"/>
                  </a:lnTo>
                  <a:lnTo>
                    <a:pt x="7037389" y="248886"/>
                  </a:lnTo>
                  <a:lnTo>
                    <a:pt x="7037547" y="248886"/>
                  </a:lnTo>
                  <a:lnTo>
                    <a:pt x="7037705" y="248886"/>
                  </a:lnTo>
                  <a:lnTo>
                    <a:pt x="7037862" y="248886"/>
                  </a:lnTo>
                  <a:lnTo>
                    <a:pt x="7038020" y="248886"/>
                  </a:lnTo>
                  <a:lnTo>
                    <a:pt x="7038178" y="248886"/>
                  </a:lnTo>
                  <a:lnTo>
                    <a:pt x="7038335" y="248886"/>
                  </a:lnTo>
                  <a:lnTo>
                    <a:pt x="7038493" y="248886"/>
                  </a:lnTo>
                  <a:lnTo>
                    <a:pt x="7038651" y="248886"/>
                  </a:lnTo>
                  <a:lnTo>
                    <a:pt x="7038809" y="248886"/>
                  </a:lnTo>
                  <a:lnTo>
                    <a:pt x="7038966" y="248886"/>
                  </a:lnTo>
                  <a:lnTo>
                    <a:pt x="7039124" y="248886"/>
                  </a:lnTo>
                  <a:lnTo>
                    <a:pt x="7039124" y="248456"/>
                  </a:lnTo>
                  <a:lnTo>
                    <a:pt x="7039282" y="248456"/>
                  </a:lnTo>
                  <a:lnTo>
                    <a:pt x="7039439" y="248456"/>
                  </a:lnTo>
                  <a:lnTo>
                    <a:pt x="7039439" y="248025"/>
                  </a:lnTo>
                  <a:lnTo>
                    <a:pt x="7039597" y="248025"/>
                  </a:lnTo>
                  <a:lnTo>
                    <a:pt x="7039755" y="248025"/>
                  </a:lnTo>
                  <a:lnTo>
                    <a:pt x="7039913" y="248025"/>
                  </a:lnTo>
                  <a:lnTo>
                    <a:pt x="7040070" y="248025"/>
                  </a:lnTo>
                  <a:lnTo>
                    <a:pt x="7040228" y="248025"/>
                  </a:lnTo>
                  <a:lnTo>
                    <a:pt x="7040386" y="248025"/>
                  </a:lnTo>
                  <a:lnTo>
                    <a:pt x="7040543" y="248025"/>
                  </a:lnTo>
                  <a:lnTo>
                    <a:pt x="7040701" y="248025"/>
                  </a:lnTo>
                  <a:lnTo>
                    <a:pt x="7040859" y="248025"/>
                  </a:lnTo>
                  <a:lnTo>
                    <a:pt x="7041017" y="248025"/>
                  </a:lnTo>
                  <a:lnTo>
                    <a:pt x="7041017" y="247595"/>
                  </a:lnTo>
                  <a:lnTo>
                    <a:pt x="7041174" y="247595"/>
                  </a:lnTo>
                  <a:lnTo>
                    <a:pt x="7041332" y="247595"/>
                  </a:lnTo>
                  <a:lnTo>
                    <a:pt x="7041490" y="247595"/>
                  </a:lnTo>
                  <a:lnTo>
                    <a:pt x="7041647" y="247595"/>
                  </a:lnTo>
                  <a:lnTo>
                    <a:pt x="7041805" y="247595"/>
                  </a:lnTo>
                  <a:lnTo>
                    <a:pt x="7041963" y="247595"/>
                  </a:lnTo>
                  <a:lnTo>
                    <a:pt x="7042121" y="247595"/>
                  </a:lnTo>
                  <a:lnTo>
                    <a:pt x="7042278" y="247595"/>
                  </a:lnTo>
                  <a:lnTo>
                    <a:pt x="7042436" y="247595"/>
                  </a:lnTo>
                  <a:lnTo>
                    <a:pt x="7042594" y="247595"/>
                  </a:lnTo>
                  <a:lnTo>
                    <a:pt x="7042751" y="247595"/>
                  </a:lnTo>
                  <a:lnTo>
                    <a:pt x="7042909" y="247595"/>
                  </a:lnTo>
                  <a:lnTo>
                    <a:pt x="7043067" y="247595"/>
                  </a:lnTo>
                  <a:lnTo>
                    <a:pt x="7043225" y="247595"/>
                  </a:lnTo>
                  <a:lnTo>
                    <a:pt x="7043382" y="247595"/>
                  </a:lnTo>
                  <a:lnTo>
                    <a:pt x="7043540" y="247595"/>
                  </a:lnTo>
                  <a:lnTo>
                    <a:pt x="7043698" y="247595"/>
                  </a:lnTo>
                  <a:lnTo>
                    <a:pt x="7043856" y="247595"/>
                  </a:lnTo>
                  <a:lnTo>
                    <a:pt x="7044013" y="247595"/>
                  </a:lnTo>
                  <a:lnTo>
                    <a:pt x="7044171" y="247595"/>
                  </a:lnTo>
                  <a:lnTo>
                    <a:pt x="7044329" y="247595"/>
                  </a:lnTo>
                  <a:lnTo>
                    <a:pt x="7044486" y="247595"/>
                  </a:lnTo>
                  <a:lnTo>
                    <a:pt x="7044644" y="247595"/>
                  </a:lnTo>
                  <a:lnTo>
                    <a:pt x="7044802" y="247595"/>
                  </a:lnTo>
                  <a:lnTo>
                    <a:pt x="7044960" y="247595"/>
                  </a:lnTo>
                  <a:lnTo>
                    <a:pt x="7045117" y="247595"/>
                  </a:lnTo>
                  <a:lnTo>
                    <a:pt x="7045275" y="247595"/>
                  </a:lnTo>
                  <a:lnTo>
                    <a:pt x="7045433" y="247595"/>
                  </a:lnTo>
                  <a:lnTo>
                    <a:pt x="7045590" y="247595"/>
                  </a:lnTo>
                  <a:lnTo>
                    <a:pt x="7045748" y="247595"/>
                  </a:lnTo>
                  <a:lnTo>
                    <a:pt x="7045906" y="247595"/>
                  </a:lnTo>
                  <a:lnTo>
                    <a:pt x="7046064" y="247595"/>
                  </a:lnTo>
                  <a:lnTo>
                    <a:pt x="7046221" y="247595"/>
                  </a:lnTo>
                  <a:lnTo>
                    <a:pt x="7046379" y="247595"/>
                  </a:lnTo>
                  <a:lnTo>
                    <a:pt x="7046537" y="247595"/>
                  </a:lnTo>
                  <a:lnTo>
                    <a:pt x="7046694" y="247595"/>
                  </a:lnTo>
                  <a:lnTo>
                    <a:pt x="7046852" y="247595"/>
                  </a:lnTo>
                  <a:lnTo>
                    <a:pt x="7047010" y="247595"/>
                  </a:lnTo>
                  <a:lnTo>
                    <a:pt x="7047168" y="247595"/>
                  </a:lnTo>
                  <a:lnTo>
                    <a:pt x="7047168" y="247164"/>
                  </a:lnTo>
                  <a:lnTo>
                    <a:pt x="7047325" y="247164"/>
                  </a:lnTo>
                  <a:lnTo>
                    <a:pt x="7047483" y="247164"/>
                  </a:lnTo>
                  <a:lnTo>
                    <a:pt x="7047641" y="247164"/>
                  </a:lnTo>
                  <a:lnTo>
                    <a:pt x="7047798" y="247164"/>
                  </a:lnTo>
                  <a:lnTo>
                    <a:pt x="7047956" y="247164"/>
                  </a:lnTo>
                  <a:lnTo>
                    <a:pt x="7048114" y="247164"/>
                  </a:lnTo>
                  <a:lnTo>
                    <a:pt x="7048272" y="247164"/>
                  </a:lnTo>
                  <a:lnTo>
                    <a:pt x="7048429" y="247164"/>
                  </a:lnTo>
                  <a:lnTo>
                    <a:pt x="7048587" y="247164"/>
                  </a:lnTo>
                  <a:lnTo>
                    <a:pt x="7048745" y="247164"/>
                  </a:lnTo>
                  <a:lnTo>
                    <a:pt x="7048745" y="246733"/>
                  </a:lnTo>
                  <a:lnTo>
                    <a:pt x="7048903" y="246733"/>
                  </a:lnTo>
                  <a:lnTo>
                    <a:pt x="7049060" y="246733"/>
                  </a:lnTo>
                  <a:lnTo>
                    <a:pt x="7049218" y="246733"/>
                  </a:lnTo>
                  <a:lnTo>
                    <a:pt x="7049376" y="246733"/>
                  </a:lnTo>
                  <a:lnTo>
                    <a:pt x="7049533" y="246733"/>
                  </a:lnTo>
                  <a:lnTo>
                    <a:pt x="7049691" y="246733"/>
                  </a:lnTo>
                  <a:lnTo>
                    <a:pt x="7049691" y="246303"/>
                  </a:lnTo>
                  <a:lnTo>
                    <a:pt x="7049849" y="246303"/>
                  </a:lnTo>
                  <a:lnTo>
                    <a:pt x="7050007" y="246303"/>
                  </a:lnTo>
                  <a:lnTo>
                    <a:pt x="7050164" y="246303"/>
                  </a:lnTo>
                  <a:lnTo>
                    <a:pt x="7050322" y="246303"/>
                  </a:lnTo>
                  <a:lnTo>
                    <a:pt x="7050480" y="246303"/>
                  </a:lnTo>
                  <a:lnTo>
                    <a:pt x="7050637" y="246303"/>
                  </a:lnTo>
                  <a:lnTo>
                    <a:pt x="7050795" y="246303"/>
                  </a:lnTo>
                  <a:lnTo>
                    <a:pt x="7050953" y="246303"/>
                  </a:lnTo>
                  <a:lnTo>
                    <a:pt x="7051111" y="246303"/>
                  </a:lnTo>
                  <a:lnTo>
                    <a:pt x="7051268" y="246303"/>
                  </a:lnTo>
                  <a:lnTo>
                    <a:pt x="7051426" y="246303"/>
                  </a:lnTo>
                  <a:lnTo>
                    <a:pt x="7051426" y="245872"/>
                  </a:lnTo>
                  <a:lnTo>
                    <a:pt x="7051584" y="245872"/>
                  </a:lnTo>
                  <a:lnTo>
                    <a:pt x="7051584" y="245442"/>
                  </a:lnTo>
                  <a:lnTo>
                    <a:pt x="7051741" y="245442"/>
                  </a:lnTo>
                  <a:lnTo>
                    <a:pt x="7051899" y="245442"/>
                  </a:lnTo>
                  <a:lnTo>
                    <a:pt x="7052057" y="245442"/>
                  </a:lnTo>
                  <a:lnTo>
                    <a:pt x="7052215" y="245442"/>
                  </a:lnTo>
                  <a:lnTo>
                    <a:pt x="7052372" y="245442"/>
                  </a:lnTo>
                  <a:lnTo>
                    <a:pt x="7052530" y="245442"/>
                  </a:lnTo>
                  <a:lnTo>
                    <a:pt x="7052688" y="245442"/>
                  </a:lnTo>
                  <a:lnTo>
                    <a:pt x="7052845" y="245442"/>
                  </a:lnTo>
                  <a:lnTo>
                    <a:pt x="7053003" y="245442"/>
                  </a:lnTo>
                  <a:lnTo>
                    <a:pt x="7053161" y="245442"/>
                  </a:lnTo>
                  <a:lnTo>
                    <a:pt x="7053161" y="245011"/>
                  </a:lnTo>
                  <a:lnTo>
                    <a:pt x="7053319" y="245011"/>
                  </a:lnTo>
                  <a:lnTo>
                    <a:pt x="7053476" y="245011"/>
                  </a:lnTo>
                  <a:lnTo>
                    <a:pt x="7053634" y="245011"/>
                  </a:lnTo>
                  <a:lnTo>
                    <a:pt x="7053792" y="245011"/>
                  </a:lnTo>
                  <a:lnTo>
                    <a:pt x="7053949" y="245011"/>
                  </a:lnTo>
                  <a:lnTo>
                    <a:pt x="7054107" y="245011"/>
                  </a:lnTo>
                  <a:lnTo>
                    <a:pt x="7054265" y="245011"/>
                  </a:lnTo>
                  <a:lnTo>
                    <a:pt x="7054423" y="245011"/>
                  </a:lnTo>
                  <a:lnTo>
                    <a:pt x="7054580" y="245011"/>
                  </a:lnTo>
                  <a:lnTo>
                    <a:pt x="7054738" y="245011"/>
                  </a:lnTo>
                  <a:lnTo>
                    <a:pt x="7054896" y="245011"/>
                  </a:lnTo>
                  <a:lnTo>
                    <a:pt x="7055054" y="245011"/>
                  </a:lnTo>
                  <a:lnTo>
                    <a:pt x="7055211" y="245011"/>
                  </a:lnTo>
                  <a:lnTo>
                    <a:pt x="7055211" y="244580"/>
                  </a:lnTo>
                  <a:lnTo>
                    <a:pt x="7055369" y="244580"/>
                  </a:lnTo>
                  <a:lnTo>
                    <a:pt x="7055527" y="244580"/>
                  </a:lnTo>
                  <a:lnTo>
                    <a:pt x="7055684" y="244580"/>
                  </a:lnTo>
                  <a:lnTo>
                    <a:pt x="7055842" y="244580"/>
                  </a:lnTo>
                  <a:lnTo>
                    <a:pt x="7056000" y="244580"/>
                  </a:lnTo>
                  <a:lnTo>
                    <a:pt x="7056158" y="244580"/>
                  </a:lnTo>
                  <a:lnTo>
                    <a:pt x="7056315" y="244580"/>
                  </a:lnTo>
                  <a:lnTo>
                    <a:pt x="7056473" y="244580"/>
                  </a:lnTo>
                  <a:lnTo>
                    <a:pt x="7056631" y="244580"/>
                  </a:lnTo>
                  <a:lnTo>
                    <a:pt x="7056788" y="244580"/>
                  </a:lnTo>
                  <a:lnTo>
                    <a:pt x="7056946" y="244580"/>
                  </a:lnTo>
                  <a:lnTo>
                    <a:pt x="7057104" y="244580"/>
                  </a:lnTo>
                  <a:lnTo>
                    <a:pt x="7057262" y="244580"/>
                  </a:lnTo>
                  <a:lnTo>
                    <a:pt x="7057419" y="244580"/>
                  </a:lnTo>
                  <a:lnTo>
                    <a:pt x="7057577" y="244580"/>
                  </a:lnTo>
                  <a:lnTo>
                    <a:pt x="7057735" y="244580"/>
                  </a:lnTo>
                  <a:lnTo>
                    <a:pt x="7057892" y="244580"/>
                  </a:lnTo>
                  <a:lnTo>
                    <a:pt x="7058050" y="244580"/>
                  </a:lnTo>
                  <a:lnTo>
                    <a:pt x="7058208" y="244580"/>
                  </a:lnTo>
                  <a:lnTo>
                    <a:pt x="7058366" y="244580"/>
                  </a:lnTo>
                  <a:lnTo>
                    <a:pt x="7058523" y="244580"/>
                  </a:lnTo>
                  <a:lnTo>
                    <a:pt x="7058681" y="244580"/>
                  </a:lnTo>
                  <a:lnTo>
                    <a:pt x="7058839" y="244580"/>
                  </a:lnTo>
                  <a:lnTo>
                    <a:pt x="7058996" y="244580"/>
                  </a:lnTo>
                  <a:lnTo>
                    <a:pt x="7059154" y="244580"/>
                  </a:lnTo>
                  <a:lnTo>
                    <a:pt x="7059312" y="244580"/>
                  </a:lnTo>
                  <a:lnTo>
                    <a:pt x="7059470" y="244580"/>
                  </a:lnTo>
                  <a:lnTo>
                    <a:pt x="7059627" y="244580"/>
                  </a:lnTo>
                  <a:lnTo>
                    <a:pt x="7059785" y="244580"/>
                  </a:lnTo>
                  <a:lnTo>
                    <a:pt x="7059943" y="244580"/>
                  </a:lnTo>
                  <a:lnTo>
                    <a:pt x="7059943" y="244150"/>
                  </a:lnTo>
                  <a:lnTo>
                    <a:pt x="7060101" y="244150"/>
                  </a:lnTo>
                  <a:lnTo>
                    <a:pt x="7060258" y="244150"/>
                  </a:lnTo>
                  <a:lnTo>
                    <a:pt x="7060416" y="244150"/>
                  </a:lnTo>
                  <a:lnTo>
                    <a:pt x="7060574" y="244150"/>
                  </a:lnTo>
                  <a:lnTo>
                    <a:pt x="7060731" y="244150"/>
                  </a:lnTo>
                  <a:lnTo>
                    <a:pt x="7060889" y="244150"/>
                  </a:lnTo>
                  <a:lnTo>
                    <a:pt x="7060889" y="243719"/>
                  </a:lnTo>
                  <a:lnTo>
                    <a:pt x="7061047" y="243719"/>
                  </a:lnTo>
                  <a:lnTo>
                    <a:pt x="7061205" y="243719"/>
                  </a:lnTo>
                  <a:lnTo>
                    <a:pt x="7061362" y="243719"/>
                  </a:lnTo>
                  <a:lnTo>
                    <a:pt x="7061520" y="243719"/>
                  </a:lnTo>
                  <a:lnTo>
                    <a:pt x="7061678" y="243719"/>
                  </a:lnTo>
                  <a:lnTo>
                    <a:pt x="7061835" y="243719"/>
                  </a:lnTo>
                  <a:lnTo>
                    <a:pt x="7061993" y="243719"/>
                  </a:lnTo>
                  <a:lnTo>
                    <a:pt x="7062151" y="243719"/>
                  </a:lnTo>
                  <a:lnTo>
                    <a:pt x="7062309" y="243719"/>
                  </a:lnTo>
                  <a:lnTo>
                    <a:pt x="7062466" y="243719"/>
                  </a:lnTo>
                  <a:lnTo>
                    <a:pt x="7062624" y="243719"/>
                  </a:lnTo>
                  <a:lnTo>
                    <a:pt x="7062782" y="243719"/>
                  </a:lnTo>
                  <a:lnTo>
                    <a:pt x="7062939" y="243719"/>
                  </a:lnTo>
                  <a:lnTo>
                    <a:pt x="7063097" y="243719"/>
                  </a:lnTo>
                  <a:lnTo>
                    <a:pt x="7063255" y="243719"/>
                  </a:lnTo>
                  <a:lnTo>
                    <a:pt x="7063413" y="243719"/>
                  </a:lnTo>
                  <a:lnTo>
                    <a:pt x="7063570" y="243719"/>
                  </a:lnTo>
                  <a:lnTo>
                    <a:pt x="7063728" y="243719"/>
                  </a:lnTo>
                  <a:lnTo>
                    <a:pt x="7063886" y="243719"/>
                  </a:lnTo>
                  <a:lnTo>
                    <a:pt x="7064043" y="243719"/>
                  </a:lnTo>
                  <a:lnTo>
                    <a:pt x="7064201" y="243719"/>
                  </a:lnTo>
                  <a:lnTo>
                    <a:pt x="7064359" y="243719"/>
                  </a:lnTo>
                  <a:lnTo>
                    <a:pt x="7064517" y="243719"/>
                  </a:lnTo>
                  <a:lnTo>
                    <a:pt x="7064674" y="243719"/>
                  </a:lnTo>
                  <a:lnTo>
                    <a:pt x="7064832" y="243719"/>
                  </a:lnTo>
                  <a:lnTo>
                    <a:pt x="7064990" y="243719"/>
                  </a:lnTo>
                  <a:lnTo>
                    <a:pt x="7065147" y="243719"/>
                  </a:lnTo>
                  <a:lnTo>
                    <a:pt x="7065305" y="243719"/>
                  </a:lnTo>
                  <a:lnTo>
                    <a:pt x="7065305" y="243289"/>
                  </a:lnTo>
                  <a:lnTo>
                    <a:pt x="7065463" y="243289"/>
                  </a:lnTo>
                  <a:lnTo>
                    <a:pt x="7065621" y="243289"/>
                  </a:lnTo>
                  <a:lnTo>
                    <a:pt x="7065778" y="243289"/>
                  </a:lnTo>
                  <a:lnTo>
                    <a:pt x="7065936" y="243289"/>
                  </a:lnTo>
                  <a:lnTo>
                    <a:pt x="7066094" y="243289"/>
                  </a:lnTo>
                  <a:lnTo>
                    <a:pt x="7066252" y="243289"/>
                  </a:lnTo>
                  <a:lnTo>
                    <a:pt x="7066409" y="243289"/>
                  </a:lnTo>
                  <a:lnTo>
                    <a:pt x="7066409" y="242858"/>
                  </a:lnTo>
                  <a:lnTo>
                    <a:pt x="7066567" y="242858"/>
                  </a:lnTo>
                  <a:lnTo>
                    <a:pt x="7066567" y="242427"/>
                  </a:lnTo>
                  <a:lnTo>
                    <a:pt x="7066725" y="242427"/>
                  </a:lnTo>
                  <a:lnTo>
                    <a:pt x="7066882" y="242427"/>
                  </a:lnTo>
                  <a:lnTo>
                    <a:pt x="7067040" y="242427"/>
                  </a:lnTo>
                  <a:lnTo>
                    <a:pt x="7067198" y="242427"/>
                  </a:lnTo>
                  <a:lnTo>
                    <a:pt x="7067356" y="242427"/>
                  </a:lnTo>
                  <a:lnTo>
                    <a:pt x="7067513" y="242427"/>
                  </a:lnTo>
                  <a:lnTo>
                    <a:pt x="7067671" y="242427"/>
                  </a:lnTo>
                  <a:lnTo>
                    <a:pt x="7067829" y="242427"/>
                  </a:lnTo>
                  <a:lnTo>
                    <a:pt x="7067986" y="242427"/>
                  </a:lnTo>
                  <a:lnTo>
                    <a:pt x="7067986" y="241997"/>
                  </a:lnTo>
                  <a:lnTo>
                    <a:pt x="7068144" y="241997"/>
                  </a:lnTo>
                  <a:lnTo>
                    <a:pt x="7068302" y="241997"/>
                  </a:lnTo>
                  <a:lnTo>
                    <a:pt x="7068460" y="241997"/>
                  </a:lnTo>
                  <a:lnTo>
                    <a:pt x="7068617" y="241997"/>
                  </a:lnTo>
                  <a:lnTo>
                    <a:pt x="7068775" y="241997"/>
                  </a:lnTo>
                  <a:lnTo>
                    <a:pt x="7068933" y="241997"/>
                  </a:lnTo>
                  <a:lnTo>
                    <a:pt x="7069090" y="241997"/>
                  </a:lnTo>
                  <a:lnTo>
                    <a:pt x="7069248" y="241997"/>
                  </a:lnTo>
                  <a:lnTo>
                    <a:pt x="7069406" y="241997"/>
                  </a:lnTo>
                  <a:lnTo>
                    <a:pt x="7069564" y="241997"/>
                  </a:lnTo>
                  <a:lnTo>
                    <a:pt x="7069721" y="241997"/>
                  </a:lnTo>
                  <a:lnTo>
                    <a:pt x="7069879" y="241997"/>
                  </a:lnTo>
                  <a:lnTo>
                    <a:pt x="7070037" y="241997"/>
                  </a:lnTo>
                  <a:lnTo>
                    <a:pt x="7070194" y="241997"/>
                  </a:lnTo>
                  <a:lnTo>
                    <a:pt x="7070352" y="241997"/>
                  </a:lnTo>
                  <a:lnTo>
                    <a:pt x="7070510" y="241997"/>
                  </a:lnTo>
                  <a:lnTo>
                    <a:pt x="7070510" y="241566"/>
                  </a:lnTo>
                  <a:lnTo>
                    <a:pt x="7070668" y="241566"/>
                  </a:lnTo>
                  <a:lnTo>
                    <a:pt x="7070825" y="241566"/>
                  </a:lnTo>
                  <a:lnTo>
                    <a:pt x="7070983" y="241566"/>
                  </a:lnTo>
                  <a:lnTo>
                    <a:pt x="7071141" y="241566"/>
                  </a:lnTo>
                  <a:lnTo>
                    <a:pt x="7071299" y="241566"/>
                  </a:lnTo>
                  <a:lnTo>
                    <a:pt x="7071456" y="241566"/>
                  </a:lnTo>
                  <a:lnTo>
                    <a:pt x="7071614" y="241566"/>
                  </a:lnTo>
                  <a:lnTo>
                    <a:pt x="7071772" y="241566"/>
                  </a:lnTo>
                  <a:lnTo>
                    <a:pt x="7071929" y="241566"/>
                  </a:lnTo>
                  <a:lnTo>
                    <a:pt x="7072087" y="241566"/>
                  </a:lnTo>
                  <a:lnTo>
                    <a:pt x="7072245" y="241566"/>
                  </a:lnTo>
                  <a:lnTo>
                    <a:pt x="7072403" y="241566"/>
                  </a:lnTo>
                  <a:lnTo>
                    <a:pt x="7072560" y="241566"/>
                  </a:lnTo>
                  <a:lnTo>
                    <a:pt x="7072718" y="241566"/>
                  </a:lnTo>
                  <a:lnTo>
                    <a:pt x="7072876" y="241566"/>
                  </a:lnTo>
                  <a:lnTo>
                    <a:pt x="7073033" y="241566"/>
                  </a:lnTo>
                  <a:lnTo>
                    <a:pt x="7073191" y="241566"/>
                  </a:lnTo>
                  <a:lnTo>
                    <a:pt x="7073349" y="241566"/>
                  </a:lnTo>
                  <a:lnTo>
                    <a:pt x="7073349" y="241136"/>
                  </a:lnTo>
                  <a:lnTo>
                    <a:pt x="7073507" y="241136"/>
                  </a:lnTo>
                  <a:lnTo>
                    <a:pt x="7073664" y="241136"/>
                  </a:lnTo>
                  <a:lnTo>
                    <a:pt x="7073664" y="240705"/>
                  </a:lnTo>
                  <a:lnTo>
                    <a:pt x="7073664" y="240274"/>
                  </a:lnTo>
                  <a:lnTo>
                    <a:pt x="7073664" y="239844"/>
                  </a:lnTo>
                  <a:lnTo>
                    <a:pt x="7073822" y="239844"/>
                  </a:lnTo>
                  <a:lnTo>
                    <a:pt x="7073980" y="239844"/>
                  </a:lnTo>
                  <a:lnTo>
                    <a:pt x="7073980" y="239413"/>
                  </a:lnTo>
                  <a:lnTo>
                    <a:pt x="7073980" y="238983"/>
                  </a:lnTo>
                  <a:lnTo>
                    <a:pt x="7074137" y="238983"/>
                  </a:lnTo>
                  <a:lnTo>
                    <a:pt x="7074295" y="238983"/>
                  </a:lnTo>
                  <a:lnTo>
                    <a:pt x="7074453" y="238983"/>
                  </a:lnTo>
                  <a:lnTo>
                    <a:pt x="7074611" y="238983"/>
                  </a:lnTo>
                  <a:lnTo>
                    <a:pt x="7074768" y="238983"/>
                  </a:lnTo>
                  <a:lnTo>
                    <a:pt x="7074926" y="238983"/>
                  </a:lnTo>
                  <a:lnTo>
                    <a:pt x="7074926" y="238552"/>
                  </a:lnTo>
                  <a:lnTo>
                    <a:pt x="7075084" y="238552"/>
                  </a:lnTo>
                  <a:lnTo>
                    <a:pt x="7075241" y="238552"/>
                  </a:lnTo>
                  <a:lnTo>
                    <a:pt x="7075399" y="238552"/>
                  </a:lnTo>
                  <a:lnTo>
                    <a:pt x="7075557" y="238552"/>
                  </a:lnTo>
                  <a:lnTo>
                    <a:pt x="7075715" y="238552"/>
                  </a:lnTo>
                  <a:lnTo>
                    <a:pt x="7075872" y="238552"/>
                  </a:lnTo>
                  <a:lnTo>
                    <a:pt x="7076030" y="238552"/>
                  </a:lnTo>
                  <a:lnTo>
                    <a:pt x="7076188" y="238552"/>
                  </a:lnTo>
                  <a:lnTo>
                    <a:pt x="7076345" y="238552"/>
                  </a:lnTo>
                  <a:lnTo>
                    <a:pt x="7076503" y="238552"/>
                  </a:lnTo>
                  <a:lnTo>
                    <a:pt x="7076661" y="238552"/>
                  </a:lnTo>
                  <a:lnTo>
                    <a:pt x="7076819" y="238552"/>
                  </a:lnTo>
                  <a:lnTo>
                    <a:pt x="7076976" y="238552"/>
                  </a:lnTo>
                  <a:lnTo>
                    <a:pt x="7077134" y="238552"/>
                  </a:lnTo>
                  <a:lnTo>
                    <a:pt x="7077292" y="238552"/>
                  </a:lnTo>
                  <a:lnTo>
                    <a:pt x="7077292" y="238121"/>
                  </a:lnTo>
                  <a:lnTo>
                    <a:pt x="7077450" y="238121"/>
                  </a:lnTo>
                  <a:lnTo>
                    <a:pt x="7077607" y="238121"/>
                  </a:lnTo>
                  <a:lnTo>
                    <a:pt x="7077765" y="238121"/>
                  </a:lnTo>
                  <a:lnTo>
                    <a:pt x="7077923" y="238121"/>
                  </a:lnTo>
                  <a:lnTo>
                    <a:pt x="7077923" y="237691"/>
                  </a:lnTo>
                  <a:lnTo>
                    <a:pt x="7078080" y="237691"/>
                  </a:lnTo>
                  <a:lnTo>
                    <a:pt x="7078238" y="237691"/>
                  </a:lnTo>
                  <a:lnTo>
                    <a:pt x="7078396" y="237691"/>
                  </a:lnTo>
                  <a:lnTo>
                    <a:pt x="7078554" y="237691"/>
                  </a:lnTo>
                  <a:lnTo>
                    <a:pt x="7078711" y="237691"/>
                  </a:lnTo>
                  <a:lnTo>
                    <a:pt x="7078869" y="237691"/>
                  </a:lnTo>
                  <a:lnTo>
                    <a:pt x="7079027" y="237691"/>
                  </a:lnTo>
                  <a:lnTo>
                    <a:pt x="7079184" y="237691"/>
                  </a:lnTo>
                  <a:lnTo>
                    <a:pt x="7079342" y="237691"/>
                  </a:lnTo>
                  <a:lnTo>
                    <a:pt x="7079500" y="237691"/>
                  </a:lnTo>
                  <a:lnTo>
                    <a:pt x="7079658" y="237691"/>
                  </a:lnTo>
                  <a:lnTo>
                    <a:pt x="7079815" y="237691"/>
                  </a:lnTo>
                  <a:lnTo>
                    <a:pt x="7079973" y="237691"/>
                  </a:lnTo>
                  <a:lnTo>
                    <a:pt x="7080131" y="237691"/>
                  </a:lnTo>
                  <a:lnTo>
                    <a:pt x="7080288" y="237691"/>
                  </a:lnTo>
                  <a:lnTo>
                    <a:pt x="7080446" y="237691"/>
                  </a:lnTo>
                  <a:lnTo>
                    <a:pt x="7080604" y="237691"/>
                  </a:lnTo>
                  <a:lnTo>
                    <a:pt x="7080762" y="237691"/>
                  </a:lnTo>
                  <a:lnTo>
                    <a:pt x="7080919" y="237691"/>
                  </a:lnTo>
                  <a:lnTo>
                    <a:pt x="7080919" y="237260"/>
                  </a:lnTo>
                  <a:lnTo>
                    <a:pt x="7081077" y="237260"/>
                  </a:lnTo>
                  <a:lnTo>
                    <a:pt x="7081235" y="237260"/>
                  </a:lnTo>
                  <a:lnTo>
                    <a:pt x="7081392" y="237260"/>
                  </a:lnTo>
                  <a:lnTo>
                    <a:pt x="7081550" y="237260"/>
                  </a:lnTo>
                  <a:lnTo>
                    <a:pt x="7081708" y="237260"/>
                  </a:lnTo>
                  <a:lnTo>
                    <a:pt x="7081866" y="237260"/>
                  </a:lnTo>
                  <a:lnTo>
                    <a:pt x="7082023" y="237260"/>
                  </a:lnTo>
                  <a:lnTo>
                    <a:pt x="7082181" y="237260"/>
                  </a:lnTo>
                  <a:lnTo>
                    <a:pt x="7082339" y="237260"/>
                  </a:lnTo>
                  <a:lnTo>
                    <a:pt x="7082497" y="237260"/>
                  </a:lnTo>
                  <a:lnTo>
                    <a:pt x="7082497" y="236830"/>
                  </a:lnTo>
                  <a:lnTo>
                    <a:pt x="7082654" y="236830"/>
                  </a:lnTo>
                  <a:lnTo>
                    <a:pt x="7082654" y="236399"/>
                  </a:lnTo>
                  <a:lnTo>
                    <a:pt x="7082812" y="236399"/>
                  </a:lnTo>
                  <a:lnTo>
                    <a:pt x="7082970" y="236399"/>
                  </a:lnTo>
                  <a:lnTo>
                    <a:pt x="7083127" y="236399"/>
                  </a:lnTo>
                  <a:lnTo>
                    <a:pt x="7083285" y="236399"/>
                  </a:lnTo>
                  <a:lnTo>
                    <a:pt x="7083443" y="236399"/>
                  </a:lnTo>
                  <a:lnTo>
                    <a:pt x="7083601" y="236399"/>
                  </a:lnTo>
                  <a:lnTo>
                    <a:pt x="7083758" y="236399"/>
                  </a:lnTo>
                  <a:lnTo>
                    <a:pt x="7083758" y="235968"/>
                  </a:lnTo>
                  <a:lnTo>
                    <a:pt x="7083916" y="235968"/>
                  </a:lnTo>
                  <a:lnTo>
                    <a:pt x="7084074" y="235968"/>
                  </a:lnTo>
                  <a:lnTo>
                    <a:pt x="7084074" y="235538"/>
                  </a:lnTo>
                  <a:lnTo>
                    <a:pt x="7084231" y="235538"/>
                  </a:lnTo>
                  <a:lnTo>
                    <a:pt x="7084389" y="235538"/>
                  </a:lnTo>
                  <a:lnTo>
                    <a:pt x="7084547" y="235538"/>
                  </a:lnTo>
                  <a:lnTo>
                    <a:pt x="7084705" y="235538"/>
                  </a:lnTo>
                  <a:lnTo>
                    <a:pt x="7084862" y="235538"/>
                  </a:lnTo>
                  <a:lnTo>
                    <a:pt x="7085020" y="235538"/>
                  </a:lnTo>
                  <a:lnTo>
                    <a:pt x="7085178" y="235538"/>
                  </a:lnTo>
                  <a:lnTo>
                    <a:pt x="7085335" y="235538"/>
                  </a:lnTo>
                  <a:lnTo>
                    <a:pt x="7085493" y="235538"/>
                  </a:lnTo>
                  <a:lnTo>
                    <a:pt x="7085493" y="235107"/>
                  </a:lnTo>
                  <a:lnTo>
                    <a:pt x="7085651" y="235107"/>
                  </a:lnTo>
                  <a:lnTo>
                    <a:pt x="7085809" y="235107"/>
                  </a:lnTo>
                  <a:lnTo>
                    <a:pt x="7085966" y="235107"/>
                  </a:lnTo>
                  <a:lnTo>
                    <a:pt x="7086124" y="235107"/>
                  </a:lnTo>
                  <a:lnTo>
                    <a:pt x="7086282" y="235107"/>
                  </a:lnTo>
                  <a:lnTo>
                    <a:pt x="7086439" y="235107"/>
                  </a:lnTo>
                  <a:lnTo>
                    <a:pt x="7086597" y="235107"/>
                  </a:lnTo>
                  <a:lnTo>
                    <a:pt x="7086755" y="235107"/>
                  </a:lnTo>
                  <a:lnTo>
                    <a:pt x="7086913" y="235107"/>
                  </a:lnTo>
                  <a:lnTo>
                    <a:pt x="7087070" y="235107"/>
                  </a:lnTo>
                  <a:lnTo>
                    <a:pt x="7087228" y="235107"/>
                  </a:lnTo>
                  <a:lnTo>
                    <a:pt x="7087386" y="235107"/>
                  </a:lnTo>
                  <a:lnTo>
                    <a:pt x="7087543" y="235107"/>
                  </a:lnTo>
                  <a:lnTo>
                    <a:pt x="7087701" y="235107"/>
                  </a:lnTo>
                  <a:lnTo>
                    <a:pt x="7087859" y="235107"/>
                  </a:lnTo>
                  <a:lnTo>
                    <a:pt x="7088017" y="235107"/>
                  </a:lnTo>
                  <a:lnTo>
                    <a:pt x="7088174" y="235107"/>
                  </a:lnTo>
                  <a:lnTo>
                    <a:pt x="7088332" y="235107"/>
                  </a:lnTo>
                  <a:lnTo>
                    <a:pt x="7088490" y="235107"/>
                  </a:lnTo>
                  <a:lnTo>
                    <a:pt x="7088648" y="235107"/>
                  </a:lnTo>
                  <a:lnTo>
                    <a:pt x="7088805" y="235107"/>
                  </a:lnTo>
                  <a:lnTo>
                    <a:pt x="7088963" y="235107"/>
                  </a:lnTo>
                  <a:lnTo>
                    <a:pt x="7089121" y="235107"/>
                  </a:lnTo>
                  <a:lnTo>
                    <a:pt x="7089278" y="235107"/>
                  </a:lnTo>
                  <a:lnTo>
                    <a:pt x="7089436" y="235107"/>
                  </a:lnTo>
                  <a:lnTo>
                    <a:pt x="7089594" y="235107"/>
                  </a:lnTo>
                  <a:lnTo>
                    <a:pt x="7089752" y="235107"/>
                  </a:lnTo>
                  <a:lnTo>
                    <a:pt x="7089909" y="235107"/>
                  </a:lnTo>
                  <a:lnTo>
                    <a:pt x="7089909" y="234677"/>
                  </a:lnTo>
                  <a:lnTo>
                    <a:pt x="7090067" y="234677"/>
                  </a:lnTo>
                  <a:lnTo>
                    <a:pt x="7090225" y="234677"/>
                  </a:lnTo>
                  <a:lnTo>
                    <a:pt x="7090382" y="234677"/>
                  </a:lnTo>
                  <a:lnTo>
                    <a:pt x="7090540" y="234677"/>
                  </a:lnTo>
                  <a:lnTo>
                    <a:pt x="7090698" y="234677"/>
                  </a:lnTo>
                  <a:lnTo>
                    <a:pt x="7090698" y="234246"/>
                  </a:lnTo>
                  <a:lnTo>
                    <a:pt x="7090856" y="234246"/>
                  </a:lnTo>
                  <a:lnTo>
                    <a:pt x="7091013" y="234246"/>
                  </a:lnTo>
                  <a:lnTo>
                    <a:pt x="7091171" y="234246"/>
                  </a:lnTo>
                  <a:lnTo>
                    <a:pt x="7091329" y="234246"/>
                  </a:lnTo>
                  <a:lnTo>
                    <a:pt x="7091486" y="234246"/>
                  </a:lnTo>
                  <a:lnTo>
                    <a:pt x="7091644" y="234246"/>
                  </a:lnTo>
                  <a:lnTo>
                    <a:pt x="7091802" y="234246"/>
                  </a:lnTo>
                  <a:lnTo>
                    <a:pt x="7091960" y="234246"/>
                  </a:lnTo>
                  <a:lnTo>
                    <a:pt x="7092117" y="234246"/>
                  </a:lnTo>
                  <a:lnTo>
                    <a:pt x="7092275" y="234246"/>
                  </a:lnTo>
                  <a:lnTo>
                    <a:pt x="7092433" y="234246"/>
                  </a:lnTo>
                  <a:lnTo>
                    <a:pt x="7092590" y="234246"/>
                  </a:lnTo>
                  <a:lnTo>
                    <a:pt x="7092748" y="234246"/>
                  </a:lnTo>
                  <a:lnTo>
                    <a:pt x="7092906" y="234246"/>
                  </a:lnTo>
                  <a:lnTo>
                    <a:pt x="7093064" y="234246"/>
                  </a:lnTo>
                  <a:lnTo>
                    <a:pt x="7093064" y="233815"/>
                  </a:lnTo>
                  <a:lnTo>
                    <a:pt x="7093221" y="233815"/>
                  </a:lnTo>
                  <a:lnTo>
                    <a:pt x="7093379" y="233815"/>
                  </a:lnTo>
                  <a:lnTo>
                    <a:pt x="7093379" y="233385"/>
                  </a:lnTo>
                  <a:lnTo>
                    <a:pt x="7093537" y="233385"/>
                  </a:lnTo>
                  <a:lnTo>
                    <a:pt x="7093695" y="233385"/>
                  </a:lnTo>
                  <a:lnTo>
                    <a:pt x="7093852" y="233385"/>
                  </a:lnTo>
                  <a:lnTo>
                    <a:pt x="7094010" y="233385"/>
                  </a:lnTo>
                  <a:lnTo>
                    <a:pt x="7094168" y="233385"/>
                  </a:lnTo>
                  <a:lnTo>
                    <a:pt x="7094325" y="233385"/>
                  </a:lnTo>
                  <a:lnTo>
                    <a:pt x="7094325" y="232954"/>
                  </a:lnTo>
                  <a:lnTo>
                    <a:pt x="7094483" y="232954"/>
                  </a:lnTo>
                  <a:lnTo>
                    <a:pt x="7094641" y="232954"/>
                  </a:lnTo>
                  <a:lnTo>
                    <a:pt x="7094799" y="232954"/>
                  </a:lnTo>
                  <a:lnTo>
                    <a:pt x="7094956" y="232954"/>
                  </a:lnTo>
                  <a:lnTo>
                    <a:pt x="7095114" y="232954"/>
                  </a:lnTo>
                  <a:lnTo>
                    <a:pt x="7095272" y="232954"/>
                  </a:lnTo>
                  <a:lnTo>
                    <a:pt x="7095429" y="232954"/>
                  </a:lnTo>
                  <a:lnTo>
                    <a:pt x="7095587" y="232954"/>
                  </a:lnTo>
                  <a:lnTo>
                    <a:pt x="7095745" y="232954"/>
                  </a:lnTo>
                  <a:lnTo>
                    <a:pt x="7095903" y="232954"/>
                  </a:lnTo>
                  <a:lnTo>
                    <a:pt x="7096060" y="232954"/>
                  </a:lnTo>
                  <a:lnTo>
                    <a:pt x="7096218" y="232954"/>
                  </a:lnTo>
                  <a:lnTo>
                    <a:pt x="7096376" y="232954"/>
                  </a:lnTo>
                  <a:lnTo>
                    <a:pt x="7096533" y="232954"/>
                  </a:lnTo>
                  <a:lnTo>
                    <a:pt x="7096691" y="232954"/>
                  </a:lnTo>
                  <a:lnTo>
                    <a:pt x="7096849" y="232954"/>
                  </a:lnTo>
                  <a:lnTo>
                    <a:pt x="7097007" y="232954"/>
                  </a:lnTo>
                  <a:lnTo>
                    <a:pt x="7097164" y="232954"/>
                  </a:lnTo>
                  <a:lnTo>
                    <a:pt x="7097322" y="232954"/>
                  </a:lnTo>
                  <a:lnTo>
                    <a:pt x="7097480" y="232954"/>
                  </a:lnTo>
                  <a:lnTo>
                    <a:pt x="7097637" y="232954"/>
                  </a:lnTo>
                  <a:lnTo>
                    <a:pt x="7097795" y="232954"/>
                  </a:lnTo>
                  <a:lnTo>
                    <a:pt x="7097953" y="232954"/>
                  </a:lnTo>
                  <a:lnTo>
                    <a:pt x="7098111" y="232954"/>
                  </a:lnTo>
                  <a:lnTo>
                    <a:pt x="7098268" y="232954"/>
                  </a:lnTo>
                  <a:lnTo>
                    <a:pt x="7098426" y="232954"/>
                  </a:lnTo>
                  <a:lnTo>
                    <a:pt x="7098426" y="232524"/>
                  </a:lnTo>
                  <a:lnTo>
                    <a:pt x="7098584" y="232524"/>
                  </a:lnTo>
                  <a:lnTo>
                    <a:pt x="7098741" y="232524"/>
                  </a:lnTo>
                  <a:lnTo>
                    <a:pt x="7098899" y="232524"/>
                  </a:lnTo>
                  <a:lnTo>
                    <a:pt x="7099057" y="232524"/>
                  </a:lnTo>
                  <a:lnTo>
                    <a:pt x="7099215" y="232524"/>
                  </a:lnTo>
                  <a:lnTo>
                    <a:pt x="7099372" y="232524"/>
                  </a:lnTo>
                  <a:lnTo>
                    <a:pt x="7099372" y="232093"/>
                  </a:lnTo>
                  <a:lnTo>
                    <a:pt x="7099530" y="232093"/>
                  </a:lnTo>
                  <a:lnTo>
                    <a:pt x="7099688" y="232093"/>
                  </a:lnTo>
                  <a:lnTo>
                    <a:pt x="7099846" y="232093"/>
                  </a:lnTo>
                  <a:lnTo>
                    <a:pt x="7099846" y="231662"/>
                  </a:lnTo>
                  <a:lnTo>
                    <a:pt x="7100003" y="231662"/>
                  </a:lnTo>
                  <a:lnTo>
                    <a:pt x="7100161" y="231662"/>
                  </a:lnTo>
                  <a:lnTo>
                    <a:pt x="7100319" y="231662"/>
                  </a:lnTo>
                  <a:lnTo>
                    <a:pt x="7100476" y="231662"/>
                  </a:lnTo>
                  <a:lnTo>
                    <a:pt x="7100634" y="231662"/>
                  </a:lnTo>
                  <a:lnTo>
                    <a:pt x="7100792" y="231662"/>
                  </a:lnTo>
                  <a:lnTo>
                    <a:pt x="7100950" y="231662"/>
                  </a:lnTo>
                  <a:lnTo>
                    <a:pt x="7101107" y="231662"/>
                  </a:lnTo>
                  <a:lnTo>
                    <a:pt x="7101265" y="231662"/>
                  </a:lnTo>
                  <a:lnTo>
                    <a:pt x="7101265" y="231232"/>
                  </a:lnTo>
                  <a:lnTo>
                    <a:pt x="7101423" y="231232"/>
                  </a:lnTo>
                  <a:lnTo>
                    <a:pt x="7101580" y="231232"/>
                  </a:lnTo>
                  <a:lnTo>
                    <a:pt x="7101738" y="231232"/>
                  </a:lnTo>
                  <a:lnTo>
                    <a:pt x="7101896" y="231232"/>
                  </a:lnTo>
                  <a:lnTo>
                    <a:pt x="7102054" y="231232"/>
                  </a:lnTo>
                  <a:lnTo>
                    <a:pt x="7102211" y="231232"/>
                  </a:lnTo>
                  <a:lnTo>
                    <a:pt x="7102369" y="231232"/>
                  </a:lnTo>
                  <a:lnTo>
                    <a:pt x="7102527" y="231232"/>
                  </a:lnTo>
                  <a:lnTo>
                    <a:pt x="7102684" y="231232"/>
                  </a:lnTo>
                  <a:lnTo>
                    <a:pt x="7102842" y="231232"/>
                  </a:lnTo>
                  <a:lnTo>
                    <a:pt x="7103000" y="231232"/>
                  </a:lnTo>
                  <a:lnTo>
                    <a:pt x="7103158" y="231232"/>
                  </a:lnTo>
                  <a:lnTo>
                    <a:pt x="7103315" y="231232"/>
                  </a:lnTo>
                  <a:lnTo>
                    <a:pt x="7103473" y="231232"/>
                  </a:lnTo>
                  <a:lnTo>
                    <a:pt x="7103473" y="230801"/>
                  </a:lnTo>
                  <a:lnTo>
                    <a:pt x="7103631" y="230801"/>
                  </a:lnTo>
                  <a:lnTo>
                    <a:pt x="7103788" y="230801"/>
                  </a:lnTo>
                  <a:lnTo>
                    <a:pt x="7103946" y="230801"/>
                  </a:lnTo>
                  <a:lnTo>
                    <a:pt x="7104104" y="230801"/>
                  </a:lnTo>
                  <a:lnTo>
                    <a:pt x="7104262" y="230801"/>
                  </a:lnTo>
                  <a:lnTo>
                    <a:pt x="7104419" y="230801"/>
                  </a:lnTo>
                  <a:lnTo>
                    <a:pt x="7104577" y="230801"/>
                  </a:lnTo>
                  <a:lnTo>
                    <a:pt x="7104735" y="230801"/>
                  </a:lnTo>
                  <a:lnTo>
                    <a:pt x="7104892" y="230801"/>
                  </a:lnTo>
                  <a:lnTo>
                    <a:pt x="7105050" y="230801"/>
                  </a:lnTo>
                  <a:lnTo>
                    <a:pt x="7105208" y="230801"/>
                  </a:lnTo>
                  <a:lnTo>
                    <a:pt x="7105366" y="230801"/>
                  </a:lnTo>
                  <a:lnTo>
                    <a:pt x="7105366" y="230371"/>
                  </a:lnTo>
                  <a:lnTo>
                    <a:pt x="7105523" y="230371"/>
                  </a:lnTo>
                  <a:lnTo>
                    <a:pt x="7105681" y="230371"/>
                  </a:lnTo>
                  <a:lnTo>
                    <a:pt x="7105839" y="230371"/>
                  </a:lnTo>
                  <a:lnTo>
                    <a:pt x="7105997" y="230371"/>
                  </a:lnTo>
                  <a:lnTo>
                    <a:pt x="7106154" y="230371"/>
                  </a:lnTo>
                  <a:lnTo>
                    <a:pt x="7106312" y="230371"/>
                  </a:lnTo>
                  <a:lnTo>
                    <a:pt x="7106470" y="230371"/>
                  </a:lnTo>
                  <a:lnTo>
                    <a:pt x="7106627" y="230371"/>
                  </a:lnTo>
                  <a:lnTo>
                    <a:pt x="7106785" y="230371"/>
                  </a:lnTo>
                  <a:lnTo>
                    <a:pt x="7106943" y="230371"/>
                  </a:lnTo>
                  <a:lnTo>
                    <a:pt x="7107101" y="230371"/>
                  </a:lnTo>
                  <a:lnTo>
                    <a:pt x="7107258" y="230371"/>
                  </a:lnTo>
                  <a:lnTo>
                    <a:pt x="7107258" y="229940"/>
                  </a:lnTo>
                  <a:lnTo>
                    <a:pt x="7107416" y="229940"/>
                  </a:lnTo>
                  <a:lnTo>
                    <a:pt x="7107574" y="229940"/>
                  </a:lnTo>
                  <a:lnTo>
                    <a:pt x="7107731" y="229940"/>
                  </a:lnTo>
                  <a:lnTo>
                    <a:pt x="7107889" y="229940"/>
                  </a:lnTo>
                  <a:lnTo>
                    <a:pt x="7107889" y="229509"/>
                  </a:lnTo>
                  <a:lnTo>
                    <a:pt x="7108047" y="229509"/>
                  </a:lnTo>
                  <a:lnTo>
                    <a:pt x="7108205" y="229509"/>
                  </a:lnTo>
                  <a:lnTo>
                    <a:pt x="7108362" y="229509"/>
                  </a:lnTo>
                  <a:lnTo>
                    <a:pt x="7108520" y="229509"/>
                  </a:lnTo>
                  <a:lnTo>
                    <a:pt x="7108678" y="229509"/>
                  </a:lnTo>
                  <a:lnTo>
                    <a:pt x="7108835" y="229509"/>
                  </a:lnTo>
                  <a:lnTo>
                    <a:pt x="7108993" y="229509"/>
                  </a:lnTo>
                  <a:lnTo>
                    <a:pt x="7109151" y="229509"/>
                  </a:lnTo>
                  <a:lnTo>
                    <a:pt x="7109309" y="229509"/>
                  </a:lnTo>
                  <a:lnTo>
                    <a:pt x="7109466" y="229509"/>
                  </a:lnTo>
                  <a:lnTo>
                    <a:pt x="7109624" y="229509"/>
                  </a:lnTo>
                  <a:lnTo>
                    <a:pt x="7109782" y="229509"/>
                  </a:lnTo>
                  <a:lnTo>
                    <a:pt x="7109939" y="229509"/>
                  </a:lnTo>
                  <a:lnTo>
                    <a:pt x="7110097" y="229509"/>
                  </a:lnTo>
                  <a:lnTo>
                    <a:pt x="7110255" y="229509"/>
                  </a:lnTo>
                  <a:lnTo>
                    <a:pt x="7110413" y="229509"/>
                  </a:lnTo>
                  <a:lnTo>
                    <a:pt x="7110570" y="229509"/>
                  </a:lnTo>
                  <a:lnTo>
                    <a:pt x="7110728" y="229509"/>
                  </a:lnTo>
                  <a:lnTo>
                    <a:pt x="7110886" y="229509"/>
                  </a:lnTo>
                  <a:lnTo>
                    <a:pt x="7111044" y="229509"/>
                  </a:lnTo>
                  <a:lnTo>
                    <a:pt x="7111201" y="229509"/>
                  </a:lnTo>
                  <a:lnTo>
                    <a:pt x="7111359" y="229509"/>
                  </a:lnTo>
                  <a:lnTo>
                    <a:pt x="7111517" y="229509"/>
                  </a:lnTo>
                  <a:lnTo>
                    <a:pt x="7111674" y="229509"/>
                  </a:lnTo>
                  <a:lnTo>
                    <a:pt x="7111832" y="229509"/>
                  </a:lnTo>
                  <a:lnTo>
                    <a:pt x="7111990" y="229509"/>
                  </a:lnTo>
                  <a:lnTo>
                    <a:pt x="7112148" y="229509"/>
                  </a:lnTo>
                  <a:lnTo>
                    <a:pt x="7112148" y="229079"/>
                  </a:lnTo>
                  <a:lnTo>
                    <a:pt x="7112305" y="229079"/>
                  </a:lnTo>
                  <a:lnTo>
                    <a:pt x="7112463" y="229079"/>
                  </a:lnTo>
                  <a:lnTo>
                    <a:pt x="7112621" y="229079"/>
                  </a:lnTo>
                  <a:lnTo>
                    <a:pt x="7112778" y="229079"/>
                  </a:lnTo>
                  <a:lnTo>
                    <a:pt x="7112936" y="229079"/>
                  </a:lnTo>
                  <a:lnTo>
                    <a:pt x="7113094" y="229079"/>
                  </a:lnTo>
                  <a:lnTo>
                    <a:pt x="7113252" y="229079"/>
                  </a:lnTo>
                  <a:lnTo>
                    <a:pt x="7113409" y="229079"/>
                  </a:lnTo>
                  <a:lnTo>
                    <a:pt x="7113567" y="229079"/>
                  </a:lnTo>
                  <a:lnTo>
                    <a:pt x="7113725" y="229079"/>
                  </a:lnTo>
                  <a:lnTo>
                    <a:pt x="7113882" y="229079"/>
                  </a:lnTo>
                  <a:lnTo>
                    <a:pt x="7114040" y="229079"/>
                  </a:lnTo>
                  <a:lnTo>
                    <a:pt x="7114198" y="229079"/>
                  </a:lnTo>
                  <a:lnTo>
                    <a:pt x="7114356" y="229079"/>
                  </a:lnTo>
                  <a:lnTo>
                    <a:pt x="7114513" y="229079"/>
                  </a:lnTo>
                  <a:lnTo>
                    <a:pt x="7114671" y="229079"/>
                  </a:lnTo>
                  <a:lnTo>
                    <a:pt x="7114829" y="229079"/>
                  </a:lnTo>
                  <a:lnTo>
                    <a:pt x="7114986" y="229079"/>
                  </a:lnTo>
                  <a:lnTo>
                    <a:pt x="7115144" y="229079"/>
                  </a:lnTo>
                  <a:lnTo>
                    <a:pt x="7115302" y="229079"/>
                  </a:lnTo>
                  <a:lnTo>
                    <a:pt x="7115460" y="229079"/>
                  </a:lnTo>
                  <a:lnTo>
                    <a:pt x="7115617" y="229079"/>
                  </a:lnTo>
                  <a:lnTo>
                    <a:pt x="7115617" y="228648"/>
                  </a:lnTo>
                  <a:lnTo>
                    <a:pt x="7115775" y="228648"/>
                  </a:lnTo>
                  <a:lnTo>
                    <a:pt x="7115933" y="228648"/>
                  </a:lnTo>
                  <a:lnTo>
                    <a:pt x="7116090" y="228648"/>
                  </a:lnTo>
                  <a:lnTo>
                    <a:pt x="7116248" y="228648"/>
                  </a:lnTo>
                  <a:lnTo>
                    <a:pt x="7116406" y="228648"/>
                  </a:lnTo>
                  <a:lnTo>
                    <a:pt x="7116564" y="228648"/>
                  </a:lnTo>
                  <a:lnTo>
                    <a:pt x="7116721" y="228648"/>
                  </a:lnTo>
                  <a:lnTo>
                    <a:pt x="7116879" y="228648"/>
                  </a:lnTo>
                  <a:lnTo>
                    <a:pt x="7117037" y="228648"/>
                  </a:lnTo>
                  <a:lnTo>
                    <a:pt x="7117195" y="228648"/>
                  </a:lnTo>
                  <a:lnTo>
                    <a:pt x="7117352" y="228648"/>
                  </a:lnTo>
                  <a:lnTo>
                    <a:pt x="7117510" y="228648"/>
                  </a:lnTo>
                  <a:lnTo>
                    <a:pt x="7117668" y="228648"/>
                  </a:lnTo>
                  <a:lnTo>
                    <a:pt x="7117825" y="228648"/>
                  </a:lnTo>
                  <a:lnTo>
                    <a:pt x="7117983" y="228648"/>
                  </a:lnTo>
                  <a:lnTo>
                    <a:pt x="7117983" y="228218"/>
                  </a:lnTo>
                  <a:lnTo>
                    <a:pt x="7118141" y="228218"/>
                  </a:lnTo>
                  <a:lnTo>
                    <a:pt x="7118299" y="228218"/>
                  </a:lnTo>
                  <a:lnTo>
                    <a:pt x="7118299" y="227787"/>
                  </a:lnTo>
                  <a:lnTo>
                    <a:pt x="7118456" y="227787"/>
                  </a:lnTo>
                  <a:lnTo>
                    <a:pt x="7118456" y="227356"/>
                  </a:lnTo>
                  <a:lnTo>
                    <a:pt x="7118614" y="227356"/>
                  </a:lnTo>
                  <a:lnTo>
                    <a:pt x="7118772" y="227356"/>
                  </a:lnTo>
                  <a:lnTo>
                    <a:pt x="7118929" y="227356"/>
                  </a:lnTo>
                  <a:lnTo>
                    <a:pt x="7119087" y="227356"/>
                  </a:lnTo>
                  <a:lnTo>
                    <a:pt x="7119245" y="227356"/>
                  </a:lnTo>
                  <a:lnTo>
                    <a:pt x="7119403" y="227356"/>
                  </a:lnTo>
                  <a:lnTo>
                    <a:pt x="7119560" y="227356"/>
                  </a:lnTo>
                  <a:lnTo>
                    <a:pt x="7119718" y="227356"/>
                  </a:lnTo>
                  <a:lnTo>
                    <a:pt x="7119876" y="227356"/>
                  </a:lnTo>
                  <a:lnTo>
                    <a:pt x="7120033" y="227356"/>
                  </a:lnTo>
                  <a:lnTo>
                    <a:pt x="7120191" y="227356"/>
                  </a:lnTo>
                  <a:lnTo>
                    <a:pt x="7120349" y="227356"/>
                  </a:lnTo>
                  <a:lnTo>
                    <a:pt x="7120507" y="227356"/>
                  </a:lnTo>
                  <a:lnTo>
                    <a:pt x="7120664" y="227356"/>
                  </a:lnTo>
                  <a:lnTo>
                    <a:pt x="7120664" y="226926"/>
                  </a:lnTo>
                  <a:lnTo>
                    <a:pt x="7120822" y="226926"/>
                  </a:lnTo>
                  <a:lnTo>
                    <a:pt x="7120822" y="226495"/>
                  </a:lnTo>
                  <a:lnTo>
                    <a:pt x="7120980" y="226495"/>
                  </a:lnTo>
                  <a:lnTo>
                    <a:pt x="7121137" y="226495"/>
                  </a:lnTo>
                  <a:lnTo>
                    <a:pt x="7121295" y="226495"/>
                  </a:lnTo>
                  <a:lnTo>
                    <a:pt x="7121453" y="226495"/>
                  </a:lnTo>
                  <a:lnTo>
                    <a:pt x="7121611" y="226495"/>
                  </a:lnTo>
                  <a:lnTo>
                    <a:pt x="7121768" y="226495"/>
                  </a:lnTo>
                  <a:lnTo>
                    <a:pt x="7121926" y="226495"/>
                  </a:lnTo>
                  <a:lnTo>
                    <a:pt x="7122084" y="226495"/>
                  </a:lnTo>
                  <a:lnTo>
                    <a:pt x="7122242" y="226495"/>
                  </a:lnTo>
                  <a:lnTo>
                    <a:pt x="7122399" y="226495"/>
                  </a:lnTo>
                  <a:lnTo>
                    <a:pt x="7122557" y="226495"/>
                  </a:lnTo>
                  <a:lnTo>
                    <a:pt x="7122715" y="226495"/>
                  </a:lnTo>
                  <a:lnTo>
                    <a:pt x="7122872" y="226495"/>
                  </a:lnTo>
                  <a:lnTo>
                    <a:pt x="7123030" y="226495"/>
                  </a:lnTo>
                  <a:lnTo>
                    <a:pt x="7123030" y="226065"/>
                  </a:lnTo>
                  <a:lnTo>
                    <a:pt x="7123188" y="226065"/>
                  </a:lnTo>
                  <a:lnTo>
                    <a:pt x="7123346" y="226065"/>
                  </a:lnTo>
                  <a:lnTo>
                    <a:pt x="7123503" y="226065"/>
                  </a:lnTo>
                  <a:lnTo>
                    <a:pt x="7123661" y="226065"/>
                  </a:lnTo>
                  <a:lnTo>
                    <a:pt x="7123819" y="226065"/>
                  </a:lnTo>
                  <a:lnTo>
                    <a:pt x="7123976" y="226065"/>
                  </a:lnTo>
                  <a:lnTo>
                    <a:pt x="7124134" y="226065"/>
                  </a:lnTo>
                  <a:lnTo>
                    <a:pt x="7124292" y="226065"/>
                  </a:lnTo>
                  <a:lnTo>
                    <a:pt x="7124450" y="226065"/>
                  </a:lnTo>
                  <a:lnTo>
                    <a:pt x="7124607" y="226065"/>
                  </a:lnTo>
                  <a:lnTo>
                    <a:pt x="7124765" y="226065"/>
                  </a:lnTo>
                  <a:lnTo>
                    <a:pt x="7124765" y="225634"/>
                  </a:lnTo>
                  <a:lnTo>
                    <a:pt x="7124923" y="225634"/>
                  </a:lnTo>
                  <a:lnTo>
                    <a:pt x="7125080" y="225634"/>
                  </a:lnTo>
                  <a:lnTo>
                    <a:pt x="7125238" y="225634"/>
                  </a:lnTo>
                  <a:lnTo>
                    <a:pt x="7125396" y="225634"/>
                  </a:lnTo>
                  <a:lnTo>
                    <a:pt x="7125554" y="225634"/>
                  </a:lnTo>
                  <a:lnTo>
                    <a:pt x="7125711" y="225634"/>
                  </a:lnTo>
                  <a:lnTo>
                    <a:pt x="7125869" y="225634"/>
                  </a:lnTo>
                  <a:lnTo>
                    <a:pt x="7126027" y="225634"/>
                  </a:lnTo>
                  <a:lnTo>
                    <a:pt x="7126184" y="225634"/>
                  </a:lnTo>
                  <a:lnTo>
                    <a:pt x="7126342" y="225634"/>
                  </a:lnTo>
                  <a:lnTo>
                    <a:pt x="7126342" y="225203"/>
                  </a:lnTo>
                  <a:lnTo>
                    <a:pt x="7126500" y="225203"/>
                  </a:lnTo>
                  <a:lnTo>
                    <a:pt x="7126658" y="225203"/>
                  </a:lnTo>
                  <a:lnTo>
                    <a:pt x="7126815" y="225203"/>
                  </a:lnTo>
                  <a:lnTo>
                    <a:pt x="7126973" y="225203"/>
                  </a:lnTo>
                  <a:lnTo>
                    <a:pt x="7127131" y="225203"/>
                  </a:lnTo>
                  <a:lnTo>
                    <a:pt x="7127288" y="225203"/>
                  </a:lnTo>
                  <a:lnTo>
                    <a:pt x="7127446" y="225203"/>
                  </a:lnTo>
                  <a:lnTo>
                    <a:pt x="7127604" y="225203"/>
                  </a:lnTo>
                  <a:lnTo>
                    <a:pt x="7127762" y="225203"/>
                  </a:lnTo>
                  <a:lnTo>
                    <a:pt x="7127919" y="225203"/>
                  </a:lnTo>
                  <a:lnTo>
                    <a:pt x="7128077" y="225203"/>
                  </a:lnTo>
                  <a:lnTo>
                    <a:pt x="7128077" y="224773"/>
                  </a:lnTo>
                  <a:lnTo>
                    <a:pt x="7128235" y="224773"/>
                  </a:lnTo>
                  <a:lnTo>
                    <a:pt x="7128393" y="224773"/>
                  </a:lnTo>
                  <a:lnTo>
                    <a:pt x="7128550" y="224773"/>
                  </a:lnTo>
                  <a:lnTo>
                    <a:pt x="7128550" y="224342"/>
                  </a:lnTo>
                  <a:lnTo>
                    <a:pt x="7128708" y="224342"/>
                  </a:lnTo>
                  <a:lnTo>
                    <a:pt x="7128866" y="224342"/>
                  </a:lnTo>
                  <a:lnTo>
                    <a:pt x="7129023" y="224342"/>
                  </a:lnTo>
                  <a:lnTo>
                    <a:pt x="7129181" y="224342"/>
                  </a:lnTo>
                  <a:lnTo>
                    <a:pt x="7129339" y="224342"/>
                  </a:lnTo>
                  <a:lnTo>
                    <a:pt x="7129497" y="224342"/>
                  </a:lnTo>
                  <a:lnTo>
                    <a:pt x="7129654" y="224342"/>
                  </a:lnTo>
                  <a:lnTo>
                    <a:pt x="7129812" y="224342"/>
                  </a:lnTo>
                  <a:lnTo>
                    <a:pt x="7129970" y="224342"/>
                  </a:lnTo>
                  <a:lnTo>
                    <a:pt x="7130127" y="224342"/>
                  </a:lnTo>
                  <a:lnTo>
                    <a:pt x="7130285" y="224342"/>
                  </a:lnTo>
                  <a:lnTo>
                    <a:pt x="7130443" y="224342"/>
                  </a:lnTo>
                  <a:lnTo>
                    <a:pt x="7130601" y="224342"/>
                  </a:lnTo>
                  <a:lnTo>
                    <a:pt x="7130758" y="224342"/>
                  </a:lnTo>
                  <a:lnTo>
                    <a:pt x="7130916" y="224342"/>
                  </a:lnTo>
                  <a:lnTo>
                    <a:pt x="7131074" y="224342"/>
                  </a:lnTo>
                  <a:lnTo>
                    <a:pt x="7131231" y="224342"/>
                  </a:lnTo>
                  <a:lnTo>
                    <a:pt x="7131389" y="224342"/>
                  </a:lnTo>
                  <a:lnTo>
                    <a:pt x="7131547" y="224342"/>
                  </a:lnTo>
                  <a:lnTo>
                    <a:pt x="7131705" y="224342"/>
                  </a:lnTo>
                  <a:lnTo>
                    <a:pt x="7131862" y="224342"/>
                  </a:lnTo>
                  <a:lnTo>
                    <a:pt x="7132020" y="224342"/>
                  </a:lnTo>
                  <a:lnTo>
                    <a:pt x="7132178" y="224342"/>
                  </a:lnTo>
                  <a:lnTo>
                    <a:pt x="7132335" y="224342"/>
                  </a:lnTo>
                  <a:lnTo>
                    <a:pt x="7132493" y="224342"/>
                  </a:lnTo>
                  <a:lnTo>
                    <a:pt x="7132651" y="224342"/>
                  </a:lnTo>
                  <a:lnTo>
                    <a:pt x="7132809" y="224342"/>
                  </a:lnTo>
                  <a:lnTo>
                    <a:pt x="7132966" y="224342"/>
                  </a:lnTo>
                  <a:lnTo>
                    <a:pt x="7133124" y="224342"/>
                  </a:lnTo>
                  <a:lnTo>
                    <a:pt x="7133282" y="224342"/>
                  </a:lnTo>
                  <a:lnTo>
                    <a:pt x="7133440" y="224342"/>
                  </a:lnTo>
                  <a:lnTo>
                    <a:pt x="7133440" y="223912"/>
                  </a:lnTo>
                  <a:lnTo>
                    <a:pt x="7133597" y="223912"/>
                  </a:lnTo>
                  <a:lnTo>
                    <a:pt x="7133755" y="223912"/>
                  </a:lnTo>
                  <a:lnTo>
                    <a:pt x="7133913" y="223912"/>
                  </a:lnTo>
                  <a:lnTo>
                    <a:pt x="7134070" y="223912"/>
                  </a:lnTo>
                  <a:lnTo>
                    <a:pt x="7134228" y="223912"/>
                  </a:lnTo>
                  <a:lnTo>
                    <a:pt x="7134386" y="223912"/>
                  </a:lnTo>
                  <a:lnTo>
                    <a:pt x="7134544" y="223912"/>
                  </a:lnTo>
                  <a:lnTo>
                    <a:pt x="7134701" y="223912"/>
                  </a:lnTo>
                  <a:lnTo>
                    <a:pt x="7134859" y="223912"/>
                  </a:lnTo>
                  <a:lnTo>
                    <a:pt x="7135017" y="223912"/>
                  </a:lnTo>
                  <a:lnTo>
                    <a:pt x="7135174" y="223912"/>
                  </a:lnTo>
                  <a:lnTo>
                    <a:pt x="7135332" y="223912"/>
                  </a:lnTo>
                  <a:lnTo>
                    <a:pt x="7135490" y="223912"/>
                  </a:lnTo>
                  <a:lnTo>
                    <a:pt x="7135648" y="223912"/>
                  </a:lnTo>
                  <a:lnTo>
                    <a:pt x="7135805" y="223912"/>
                  </a:lnTo>
                  <a:lnTo>
                    <a:pt x="7135963" y="223912"/>
                  </a:lnTo>
                  <a:lnTo>
                    <a:pt x="7136121" y="223912"/>
                  </a:lnTo>
                  <a:lnTo>
                    <a:pt x="7136278" y="223912"/>
                  </a:lnTo>
                  <a:lnTo>
                    <a:pt x="7136436" y="223912"/>
                  </a:lnTo>
                  <a:lnTo>
                    <a:pt x="7136594" y="223912"/>
                  </a:lnTo>
                  <a:lnTo>
                    <a:pt x="7136752" y="223912"/>
                  </a:lnTo>
                  <a:lnTo>
                    <a:pt x="7136909" y="223912"/>
                  </a:lnTo>
                  <a:lnTo>
                    <a:pt x="7137067" y="223912"/>
                  </a:lnTo>
                  <a:lnTo>
                    <a:pt x="7137225" y="223912"/>
                  </a:lnTo>
                  <a:lnTo>
                    <a:pt x="7137382" y="223912"/>
                  </a:lnTo>
                  <a:lnTo>
                    <a:pt x="7137540" y="223912"/>
                  </a:lnTo>
                  <a:lnTo>
                    <a:pt x="7137698" y="223912"/>
                  </a:lnTo>
                  <a:lnTo>
                    <a:pt x="7137856" y="223912"/>
                  </a:lnTo>
                  <a:lnTo>
                    <a:pt x="7138013" y="223912"/>
                  </a:lnTo>
                  <a:lnTo>
                    <a:pt x="7138171" y="223912"/>
                  </a:lnTo>
                  <a:lnTo>
                    <a:pt x="7138329" y="223912"/>
                  </a:lnTo>
                  <a:lnTo>
                    <a:pt x="7138329" y="223481"/>
                  </a:lnTo>
                  <a:lnTo>
                    <a:pt x="7138486" y="223481"/>
                  </a:lnTo>
                  <a:lnTo>
                    <a:pt x="7138486" y="223050"/>
                  </a:lnTo>
                  <a:lnTo>
                    <a:pt x="7138644" y="223050"/>
                  </a:lnTo>
                  <a:lnTo>
                    <a:pt x="7138802" y="223050"/>
                  </a:lnTo>
                  <a:lnTo>
                    <a:pt x="7138960" y="223050"/>
                  </a:lnTo>
                  <a:lnTo>
                    <a:pt x="7139117" y="223050"/>
                  </a:lnTo>
                  <a:lnTo>
                    <a:pt x="7139275" y="223050"/>
                  </a:lnTo>
                  <a:lnTo>
                    <a:pt x="7139433" y="223050"/>
                  </a:lnTo>
                  <a:lnTo>
                    <a:pt x="7139591" y="223050"/>
                  </a:lnTo>
                  <a:lnTo>
                    <a:pt x="7139748" y="223050"/>
                  </a:lnTo>
                  <a:lnTo>
                    <a:pt x="7139906" y="223050"/>
                  </a:lnTo>
                  <a:lnTo>
                    <a:pt x="7140064" y="223050"/>
                  </a:lnTo>
                  <a:lnTo>
                    <a:pt x="7140221" y="223050"/>
                  </a:lnTo>
                  <a:lnTo>
                    <a:pt x="7140379" y="223050"/>
                  </a:lnTo>
                  <a:lnTo>
                    <a:pt x="7140537" y="223050"/>
                  </a:lnTo>
                  <a:lnTo>
                    <a:pt x="7140695" y="223050"/>
                  </a:lnTo>
                  <a:lnTo>
                    <a:pt x="7140852" y="223050"/>
                  </a:lnTo>
                  <a:lnTo>
                    <a:pt x="7141010" y="223050"/>
                  </a:lnTo>
                  <a:lnTo>
                    <a:pt x="7141168" y="223050"/>
                  </a:lnTo>
                  <a:lnTo>
                    <a:pt x="7141325" y="223050"/>
                  </a:lnTo>
                  <a:lnTo>
                    <a:pt x="7141483" y="223050"/>
                  </a:lnTo>
                  <a:lnTo>
                    <a:pt x="7141641" y="223050"/>
                  </a:lnTo>
                  <a:lnTo>
                    <a:pt x="7141799" y="223050"/>
                  </a:lnTo>
                  <a:lnTo>
                    <a:pt x="7141956" y="223050"/>
                  </a:lnTo>
                  <a:lnTo>
                    <a:pt x="7142114" y="223050"/>
                  </a:lnTo>
                  <a:lnTo>
                    <a:pt x="7142272" y="223050"/>
                  </a:lnTo>
                  <a:lnTo>
                    <a:pt x="7142429" y="223050"/>
                  </a:lnTo>
                  <a:lnTo>
                    <a:pt x="7142429" y="222620"/>
                  </a:lnTo>
                  <a:lnTo>
                    <a:pt x="7142587" y="222620"/>
                  </a:lnTo>
                  <a:lnTo>
                    <a:pt x="7142745" y="222620"/>
                  </a:lnTo>
                  <a:lnTo>
                    <a:pt x="7142903" y="222620"/>
                  </a:lnTo>
                  <a:lnTo>
                    <a:pt x="7143060" y="222620"/>
                  </a:lnTo>
                  <a:lnTo>
                    <a:pt x="7143218" y="222620"/>
                  </a:lnTo>
                  <a:lnTo>
                    <a:pt x="7143376" y="222620"/>
                  </a:lnTo>
                  <a:lnTo>
                    <a:pt x="7143533" y="222620"/>
                  </a:lnTo>
                  <a:lnTo>
                    <a:pt x="7143691" y="222620"/>
                  </a:lnTo>
                  <a:lnTo>
                    <a:pt x="7143849" y="222620"/>
                  </a:lnTo>
                  <a:lnTo>
                    <a:pt x="7144007" y="222620"/>
                  </a:lnTo>
                  <a:lnTo>
                    <a:pt x="7144007" y="222189"/>
                  </a:lnTo>
                  <a:lnTo>
                    <a:pt x="7144164" y="222189"/>
                  </a:lnTo>
                  <a:lnTo>
                    <a:pt x="7144322" y="222189"/>
                  </a:lnTo>
                  <a:lnTo>
                    <a:pt x="7144480" y="222189"/>
                  </a:lnTo>
                  <a:lnTo>
                    <a:pt x="7144638" y="222189"/>
                  </a:lnTo>
                  <a:lnTo>
                    <a:pt x="7144638" y="221759"/>
                  </a:lnTo>
                  <a:lnTo>
                    <a:pt x="7144795" y="221759"/>
                  </a:lnTo>
                  <a:lnTo>
                    <a:pt x="7144953" y="221759"/>
                  </a:lnTo>
                  <a:lnTo>
                    <a:pt x="7145111" y="221759"/>
                  </a:lnTo>
                  <a:lnTo>
                    <a:pt x="7145111" y="221328"/>
                  </a:lnTo>
                  <a:lnTo>
                    <a:pt x="7145268" y="221328"/>
                  </a:lnTo>
                  <a:lnTo>
                    <a:pt x="7145426" y="221328"/>
                  </a:lnTo>
                  <a:lnTo>
                    <a:pt x="7145584" y="221328"/>
                  </a:lnTo>
                  <a:lnTo>
                    <a:pt x="7145742" y="221328"/>
                  </a:lnTo>
                  <a:lnTo>
                    <a:pt x="7145899" y="221328"/>
                  </a:lnTo>
                  <a:lnTo>
                    <a:pt x="7146057" y="221328"/>
                  </a:lnTo>
                  <a:lnTo>
                    <a:pt x="7146215" y="221328"/>
                  </a:lnTo>
                  <a:lnTo>
                    <a:pt x="7146372" y="221328"/>
                  </a:lnTo>
                  <a:lnTo>
                    <a:pt x="7146530" y="221328"/>
                  </a:lnTo>
                  <a:lnTo>
                    <a:pt x="7146688" y="221328"/>
                  </a:lnTo>
                  <a:lnTo>
                    <a:pt x="7146846" y="221328"/>
                  </a:lnTo>
                  <a:lnTo>
                    <a:pt x="7147003" y="221328"/>
                  </a:lnTo>
                  <a:lnTo>
                    <a:pt x="7147161" y="221328"/>
                  </a:lnTo>
                  <a:lnTo>
                    <a:pt x="7147319" y="221328"/>
                  </a:lnTo>
                  <a:lnTo>
                    <a:pt x="7147476" y="221328"/>
                  </a:lnTo>
                  <a:lnTo>
                    <a:pt x="7147634" y="221328"/>
                  </a:lnTo>
                  <a:lnTo>
                    <a:pt x="7147792" y="221328"/>
                  </a:lnTo>
                  <a:lnTo>
                    <a:pt x="7147950" y="221328"/>
                  </a:lnTo>
                  <a:lnTo>
                    <a:pt x="7147950" y="220897"/>
                  </a:lnTo>
                  <a:lnTo>
                    <a:pt x="7148107" y="220897"/>
                  </a:lnTo>
                  <a:lnTo>
                    <a:pt x="7148265" y="220897"/>
                  </a:lnTo>
                  <a:lnTo>
                    <a:pt x="7148423" y="220897"/>
                  </a:lnTo>
                  <a:lnTo>
                    <a:pt x="7148580" y="220897"/>
                  </a:lnTo>
                  <a:lnTo>
                    <a:pt x="7148738" y="220897"/>
                  </a:lnTo>
                  <a:lnTo>
                    <a:pt x="7148896" y="220897"/>
                  </a:lnTo>
                  <a:lnTo>
                    <a:pt x="7149054" y="220897"/>
                  </a:lnTo>
                  <a:lnTo>
                    <a:pt x="7149211" y="220897"/>
                  </a:lnTo>
                  <a:lnTo>
                    <a:pt x="7149369" y="220897"/>
                  </a:lnTo>
                  <a:lnTo>
                    <a:pt x="7149527" y="220897"/>
                  </a:lnTo>
                  <a:lnTo>
                    <a:pt x="7149684" y="220897"/>
                  </a:lnTo>
                  <a:lnTo>
                    <a:pt x="7149842" y="220897"/>
                  </a:lnTo>
                  <a:lnTo>
                    <a:pt x="7150000" y="220897"/>
                  </a:lnTo>
                  <a:lnTo>
                    <a:pt x="7150158" y="220897"/>
                  </a:lnTo>
                  <a:lnTo>
                    <a:pt x="7150315" y="220897"/>
                  </a:lnTo>
                  <a:lnTo>
                    <a:pt x="7150473" y="220897"/>
                  </a:lnTo>
                  <a:lnTo>
                    <a:pt x="7150631" y="220897"/>
                  </a:lnTo>
                  <a:lnTo>
                    <a:pt x="7150789" y="220897"/>
                  </a:lnTo>
                  <a:lnTo>
                    <a:pt x="7150946" y="220897"/>
                  </a:lnTo>
                  <a:lnTo>
                    <a:pt x="7151104" y="220897"/>
                  </a:lnTo>
                  <a:lnTo>
                    <a:pt x="7151262" y="220897"/>
                  </a:lnTo>
                  <a:lnTo>
                    <a:pt x="7151419" y="220897"/>
                  </a:lnTo>
                  <a:lnTo>
                    <a:pt x="7151577" y="220897"/>
                  </a:lnTo>
                  <a:lnTo>
                    <a:pt x="7151735" y="220897"/>
                  </a:lnTo>
                  <a:lnTo>
                    <a:pt x="7151893" y="220897"/>
                  </a:lnTo>
                  <a:lnTo>
                    <a:pt x="7152050" y="220897"/>
                  </a:lnTo>
                  <a:lnTo>
                    <a:pt x="7152208" y="220897"/>
                  </a:lnTo>
                  <a:lnTo>
                    <a:pt x="7152366" y="220897"/>
                  </a:lnTo>
                  <a:lnTo>
                    <a:pt x="7152523" y="220897"/>
                  </a:lnTo>
                  <a:lnTo>
                    <a:pt x="7152681" y="220897"/>
                  </a:lnTo>
                  <a:lnTo>
                    <a:pt x="7152839" y="220897"/>
                  </a:lnTo>
                  <a:lnTo>
                    <a:pt x="7152997" y="220897"/>
                  </a:lnTo>
                  <a:lnTo>
                    <a:pt x="7153154" y="220897"/>
                  </a:lnTo>
                  <a:lnTo>
                    <a:pt x="7153312" y="220897"/>
                  </a:lnTo>
                  <a:lnTo>
                    <a:pt x="7153470" y="220897"/>
                  </a:lnTo>
                  <a:lnTo>
                    <a:pt x="7153627" y="220897"/>
                  </a:lnTo>
                  <a:lnTo>
                    <a:pt x="7153785" y="220897"/>
                  </a:lnTo>
                  <a:lnTo>
                    <a:pt x="7153943" y="220897"/>
                  </a:lnTo>
                  <a:lnTo>
                    <a:pt x="7154101" y="220897"/>
                  </a:lnTo>
                  <a:lnTo>
                    <a:pt x="7154258" y="220897"/>
                  </a:lnTo>
                  <a:lnTo>
                    <a:pt x="7154416" y="220897"/>
                  </a:lnTo>
                  <a:lnTo>
                    <a:pt x="7154574" y="220897"/>
                  </a:lnTo>
                  <a:lnTo>
                    <a:pt x="7154731" y="220897"/>
                  </a:lnTo>
                  <a:lnTo>
                    <a:pt x="7154889" y="220897"/>
                  </a:lnTo>
                  <a:lnTo>
                    <a:pt x="7155047" y="220897"/>
                  </a:lnTo>
                  <a:lnTo>
                    <a:pt x="7155205" y="220897"/>
                  </a:lnTo>
                  <a:lnTo>
                    <a:pt x="7155362" y="220897"/>
                  </a:lnTo>
                  <a:lnTo>
                    <a:pt x="7155520" y="220897"/>
                  </a:lnTo>
                  <a:lnTo>
                    <a:pt x="7155678" y="220897"/>
                  </a:lnTo>
                  <a:lnTo>
                    <a:pt x="7155836" y="220897"/>
                  </a:lnTo>
                  <a:lnTo>
                    <a:pt x="7155993" y="220897"/>
                  </a:lnTo>
                  <a:lnTo>
                    <a:pt x="7155993" y="220467"/>
                  </a:lnTo>
                  <a:lnTo>
                    <a:pt x="7156151" y="220467"/>
                  </a:lnTo>
                  <a:lnTo>
                    <a:pt x="7156309" y="220467"/>
                  </a:lnTo>
                  <a:lnTo>
                    <a:pt x="7156466" y="220467"/>
                  </a:lnTo>
                  <a:lnTo>
                    <a:pt x="7156624" y="220467"/>
                  </a:lnTo>
                  <a:lnTo>
                    <a:pt x="7156782" y="220467"/>
                  </a:lnTo>
                  <a:lnTo>
                    <a:pt x="7156782" y="220036"/>
                  </a:lnTo>
                  <a:lnTo>
                    <a:pt x="7156940" y="220036"/>
                  </a:lnTo>
                  <a:lnTo>
                    <a:pt x="7157097" y="220036"/>
                  </a:lnTo>
                  <a:lnTo>
                    <a:pt x="7157255" y="220036"/>
                  </a:lnTo>
                  <a:lnTo>
                    <a:pt x="7157413" y="220036"/>
                  </a:lnTo>
                  <a:lnTo>
                    <a:pt x="7157570" y="220036"/>
                  </a:lnTo>
                  <a:lnTo>
                    <a:pt x="7157728" y="220036"/>
                  </a:lnTo>
                  <a:lnTo>
                    <a:pt x="7157886" y="220036"/>
                  </a:lnTo>
                  <a:lnTo>
                    <a:pt x="7158044" y="220036"/>
                  </a:lnTo>
                  <a:lnTo>
                    <a:pt x="7158201" y="220036"/>
                  </a:lnTo>
                  <a:lnTo>
                    <a:pt x="7158359" y="220036"/>
                  </a:lnTo>
                  <a:lnTo>
                    <a:pt x="7158517" y="220036"/>
                  </a:lnTo>
                  <a:lnTo>
                    <a:pt x="7158674" y="220036"/>
                  </a:lnTo>
                  <a:lnTo>
                    <a:pt x="7158832" y="220036"/>
                  </a:lnTo>
                  <a:lnTo>
                    <a:pt x="7158990" y="220036"/>
                  </a:lnTo>
                  <a:lnTo>
                    <a:pt x="7159148" y="220036"/>
                  </a:lnTo>
                  <a:lnTo>
                    <a:pt x="7159305" y="220036"/>
                  </a:lnTo>
                  <a:lnTo>
                    <a:pt x="7159463" y="220036"/>
                  </a:lnTo>
                  <a:lnTo>
                    <a:pt x="7159621" y="220036"/>
                  </a:lnTo>
                  <a:lnTo>
                    <a:pt x="7159778" y="220036"/>
                  </a:lnTo>
                  <a:lnTo>
                    <a:pt x="7159936" y="220036"/>
                  </a:lnTo>
                  <a:lnTo>
                    <a:pt x="7160094" y="220036"/>
                  </a:lnTo>
                  <a:lnTo>
                    <a:pt x="7160252" y="220036"/>
                  </a:lnTo>
                  <a:lnTo>
                    <a:pt x="7160409" y="220036"/>
                  </a:lnTo>
                  <a:lnTo>
                    <a:pt x="7160567" y="220036"/>
                  </a:lnTo>
                  <a:lnTo>
                    <a:pt x="7160725" y="220036"/>
                  </a:lnTo>
                  <a:lnTo>
                    <a:pt x="7160882" y="220036"/>
                  </a:lnTo>
                  <a:lnTo>
                    <a:pt x="7161040" y="220036"/>
                  </a:lnTo>
                  <a:lnTo>
                    <a:pt x="7161040" y="219606"/>
                  </a:lnTo>
                  <a:lnTo>
                    <a:pt x="7161198" y="219606"/>
                  </a:lnTo>
                  <a:lnTo>
                    <a:pt x="7161356" y="219606"/>
                  </a:lnTo>
                  <a:lnTo>
                    <a:pt x="7161513" y="219606"/>
                  </a:lnTo>
                  <a:lnTo>
                    <a:pt x="7161671" y="219606"/>
                  </a:lnTo>
                  <a:lnTo>
                    <a:pt x="7161829" y="219606"/>
                  </a:lnTo>
                  <a:lnTo>
                    <a:pt x="7161829" y="219175"/>
                  </a:lnTo>
                  <a:lnTo>
                    <a:pt x="7161987" y="219175"/>
                  </a:lnTo>
                  <a:lnTo>
                    <a:pt x="7162144" y="219175"/>
                  </a:lnTo>
                  <a:lnTo>
                    <a:pt x="7162144" y="218744"/>
                  </a:lnTo>
                  <a:lnTo>
                    <a:pt x="7162302" y="218744"/>
                  </a:lnTo>
                  <a:lnTo>
                    <a:pt x="7162460" y="218744"/>
                  </a:lnTo>
                  <a:lnTo>
                    <a:pt x="7162460" y="218314"/>
                  </a:lnTo>
                  <a:lnTo>
                    <a:pt x="7162617" y="218314"/>
                  </a:lnTo>
                  <a:lnTo>
                    <a:pt x="7162775" y="218314"/>
                  </a:lnTo>
                  <a:lnTo>
                    <a:pt x="7162933" y="218314"/>
                  </a:lnTo>
                  <a:lnTo>
                    <a:pt x="7163091" y="218314"/>
                  </a:lnTo>
                  <a:lnTo>
                    <a:pt x="7163248" y="218314"/>
                  </a:lnTo>
                  <a:lnTo>
                    <a:pt x="7163406" y="218314"/>
                  </a:lnTo>
                  <a:lnTo>
                    <a:pt x="7163564" y="218314"/>
                  </a:lnTo>
                  <a:lnTo>
                    <a:pt x="7163721" y="218314"/>
                  </a:lnTo>
                  <a:lnTo>
                    <a:pt x="7163879" y="218314"/>
                  </a:lnTo>
                  <a:lnTo>
                    <a:pt x="7164037" y="218314"/>
                  </a:lnTo>
                  <a:lnTo>
                    <a:pt x="7164195" y="218314"/>
                  </a:lnTo>
                  <a:lnTo>
                    <a:pt x="7164352" y="218314"/>
                  </a:lnTo>
                  <a:lnTo>
                    <a:pt x="7164510" y="218314"/>
                  </a:lnTo>
                  <a:lnTo>
                    <a:pt x="7164668" y="218314"/>
                  </a:lnTo>
                  <a:lnTo>
                    <a:pt x="7164825" y="218314"/>
                  </a:lnTo>
                  <a:lnTo>
                    <a:pt x="7164983" y="218314"/>
                  </a:lnTo>
                  <a:lnTo>
                    <a:pt x="7165141" y="218314"/>
                  </a:lnTo>
                  <a:lnTo>
                    <a:pt x="7165299" y="218314"/>
                  </a:lnTo>
                  <a:lnTo>
                    <a:pt x="7165456" y="218314"/>
                  </a:lnTo>
                  <a:lnTo>
                    <a:pt x="7165614" y="218314"/>
                  </a:lnTo>
                  <a:lnTo>
                    <a:pt x="7165772" y="218314"/>
                  </a:lnTo>
                  <a:lnTo>
                    <a:pt x="7165929" y="218314"/>
                  </a:lnTo>
                  <a:lnTo>
                    <a:pt x="7166087" y="218314"/>
                  </a:lnTo>
                  <a:lnTo>
                    <a:pt x="7166245" y="218314"/>
                  </a:lnTo>
                  <a:lnTo>
                    <a:pt x="7166403" y="218314"/>
                  </a:lnTo>
                  <a:lnTo>
                    <a:pt x="7166560" y="218314"/>
                  </a:lnTo>
                  <a:lnTo>
                    <a:pt x="7166718" y="218314"/>
                  </a:lnTo>
                  <a:lnTo>
                    <a:pt x="7166876" y="218314"/>
                  </a:lnTo>
                  <a:lnTo>
                    <a:pt x="7167034" y="218314"/>
                  </a:lnTo>
                  <a:lnTo>
                    <a:pt x="7167191" y="218314"/>
                  </a:lnTo>
                  <a:lnTo>
                    <a:pt x="7167349" y="218314"/>
                  </a:lnTo>
                  <a:lnTo>
                    <a:pt x="7167507" y="218314"/>
                  </a:lnTo>
                  <a:lnTo>
                    <a:pt x="7167664" y="218314"/>
                  </a:lnTo>
                  <a:lnTo>
                    <a:pt x="7167822" y="218314"/>
                  </a:lnTo>
                  <a:lnTo>
                    <a:pt x="7167980" y="218314"/>
                  </a:lnTo>
                  <a:lnTo>
                    <a:pt x="7168138" y="218314"/>
                  </a:lnTo>
                  <a:lnTo>
                    <a:pt x="7168295" y="218314"/>
                  </a:lnTo>
                  <a:lnTo>
                    <a:pt x="7168453" y="218314"/>
                  </a:lnTo>
                  <a:lnTo>
                    <a:pt x="7168611" y="218314"/>
                  </a:lnTo>
                  <a:lnTo>
                    <a:pt x="7168768" y="218314"/>
                  </a:lnTo>
                  <a:lnTo>
                    <a:pt x="7168926" y="218314"/>
                  </a:lnTo>
                  <a:lnTo>
                    <a:pt x="7169084" y="218314"/>
                  </a:lnTo>
                  <a:lnTo>
                    <a:pt x="7169084" y="217883"/>
                  </a:lnTo>
                  <a:lnTo>
                    <a:pt x="7169242" y="217883"/>
                  </a:lnTo>
                  <a:lnTo>
                    <a:pt x="7169399" y="217883"/>
                  </a:lnTo>
                  <a:lnTo>
                    <a:pt x="7169557" y="217883"/>
                  </a:lnTo>
                  <a:lnTo>
                    <a:pt x="7169715" y="217883"/>
                  </a:lnTo>
                  <a:lnTo>
                    <a:pt x="7169872" y="217883"/>
                  </a:lnTo>
                  <a:lnTo>
                    <a:pt x="7170030" y="217883"/>
                  </a:lnTo>
                  <a:lnTo>
                    <a:pt x="7170188" y="217883"/>
                  </a:lnTo>
                  <a:lnTo>
                    <a:pt x="7170346" y="217883"/>
                  </a:lnTo>
                  <a:lnTo>
                    <a:pt x="7170503" y="217883"/>
                  </a:lnTo>
                  <a:lnTo>
                    <a:pt x="7170661" y="217883"/>
                  </a:lnTo>
                  <a:lnTo>
                    <a:pt x="7170819" y="217883"/>
                  </a:lnTo>
                  <a:lnTo>
                    <a:pt x="7170976" y="217883"/>
                  </a:lnTo>
                  <a:lnTo>
                    <a:pt x="7171134" y="217883"/>
                  </a:lnTo>
                  <a:lnTo>
                    <a:pt x="7171292" y="217883"/>
                  </a:lnTo>
                  <a:lnTo>
                    <a:pt x="7171450" y="217883"/>
                  </a:lnTo>
                  <a:lnTo>
                    <a:pt x="7171607" y="217883"/>
                  </a:lnTo>
                  <a:lnTo>
                    <a:pt x="7171765" y="217883"/>
                  </a:lnTo>
                  <a:lnTo>
                    <a:pt x="7171923" y="217883"/>
                  </a:lnTo>
                  <a:lnTo>
                    <a:pt x="7172080" y="217883"/>
                  </a:lnTo>
                  <a:lnTo>
                    <a:pt x="7172238" y="217883"/>
                  </a:lnTo>
                  <a:lnTo>
                    <a:pt x="7172396" y="217883"/>
                  </a:lnTo>
                  <a:lnTo>
                    <a:pt x="7172554" y="217883"/>
                  </a:lnTo>
                  <a:lnTo>
                    <a:pt x="7172711" y="217883"/>
                  </a:lnTo>
                  <a:lnTo>
                    <a:pt x="7172869" y="217883"/>
                  </a:lnTo>
                  <a:lnTo>
                    <a:pt x="7173027" y="217883"/>
                  </a:lnTo>
                  <a:lnTo>
                    <a:pt x="7173185" y="217883"/>
                  </a:lnTo>
                  <a:lnTo>
                    <a:pt x="7173342" y="217883"/>
                  </a:lnTo>
                  <a:lnTo>
                    <a:pt x="7173500" y="217883"/>
                  </a:lnTo>
                  <a:lnTo>
                    <a:pt x="7173658" y="217883"/>
                  </a:lnTo>
                  <a:lnTo>
                    <a:pt x="7173815" y="217883"/>
                  </a:lnTo>
                  <a:lnTo>
                    <a:pt x="7173973" y="217883"/>
                  </a:lnTo>
                  <a:lnTo>
                    <a:pt x="7174131" y="217883"/>
                  </a:lnTo>
                  <a:lnTo>
                    <a:pt x="7174289" y="217883"/>
                  </a:lnTo>
                  <a:lnTo>
                    <a:pt x="7174446" y="217883"/>
                  </a:lnTo>
                  <a:lnTo>
                    <a:pt x="7174446" y="217453"/>
                  </a:lnTo>
                  <a:lnTo>
                    <a:pt x="7174604" y="217453"/>
                  </a:lnTo>
                  <a:lnTo>
                    <a:pt x="7174762" y="217453"/>
                  </a:lnTo>
                  <a:lnTo>
                    <a:pt x="7174919" y="217453"/>
                  </a:lnTo>
                  <a:lnTo>
                    <a:pt x="7175077" y="217453"/>
                  </a:lnTo>
                  <a:lnTo>
                    <a:pt x="7175235" y="217453"/>
                  </a:lnTo>
                  <a:lnTo>
                    <a:pt x="7175393" y="217453"/>
                  </a:lnTo>
                  <a:lnTo>
                    <a:pt x="7175550" y="217453"/>
                  </a:lnTo>
                  <a:lnTo>
                    <a:pt x="7175708" y="217453"/>
                  </a:lnTo>
                  <a:lnTo>
                    <a:pt x="7175708" y="217022"/>
                  </a:lnTo>
                  <a:lnTo>
                    <a:pt x="7175866" y="217022"/>
                  </a:lnTo>
                  <a:lnTo>
                    <a:pt x="7176023" y="217022"/>
                  </a:lnTo>
                  <a:lnTo>
                    <a:pt x="7176181" y="217022"/>
                  </a:lnTo>
                  <a:lnTo>
                    <a:pt x="7176339" y="217022"/>
                  </a:lnTo>
                  <a:lnTo>
                    <a:pt x="7176497" y="217022"/>
                  </a:lnTo>
                  <a:lnTo>
                    <a:pt x="7176654" y="217022"/>
                  </a:lnTo>
                  <a:lnTo>
                    <a:pt x="7176812" y="217022"/>
                  </a:lnTo>
                  <a:lnTo>
                    <a:pt x="7176970" y="217022"/>
                  </a:lnTo>
                  <a:lnTo>
                    <a:pt x="7177127" y="217022"/>
                  </a:lnTo>
                  <a:lnTo>
                    <a:pt x="7177285" y="217022"/>
                  </a:lnTo>
                  <a:lnTo>
                    <a:pt x="7177443" y="217022"/>
                  </a:lnTo>
                  <a:lnTo>
                    <a:pt x="7177601" y="217022"/>
                  </a:lnTo>
                  <a:lnTo>
                    <a:pt x="7177758" y="217022"/>
                  </a:lnTo>
                  <a:lnTo>
                    <a:pt x="7177916" y="217022"/>
                  </a:lnTo>
                  <a:lnTo>
                    <a:pt x="7178074" y="217022"/>
                  </a:lnTo>
                  <a:lnTo>
                    <a:pt x="7178231" y="217022"/>
                  </a:lnTo>
                  <a:lnTo>
                    <a:pt x="7178389" y="217022"/>
                  </a:lnTo>
                  <a:lnTo>
                    <a:pt x="7178389" y="216591"/>
                  </a:lnTo>
                  <a:lnTo>
                    <a:pt x="7178547" y="216591"/>
                  </a:lnTo>
                  <a:lnTo>
                    <a:pt x="7178705" y="216591"/>
                  </a:lnTo>
                  <a:lnTo>
                    <a:pt x="7178862" y="216591"/>
                  </a:lnTo>
                  <a:lnTo>
                    <a:pt x="7179020" y="216591"/>
                  </a:lnTo>
                  <a:lnTo>
                    <a:pt x="7179178" y="216591"/>
                  </a:lnTo>
                  <a:lnTo>
                    <a:pt x="7179336" y="216591"/>
                  </a:lnTo>
                  <a:lnTo>
                    <a:pt x="7179493" y="216591"/>
                  </a:lnTo>
                  <a:lnTo>
                    <a:pt x="7179651" y="216591"/>
                  </a:lnTo>
                  <a:lnTo>
                    <a:pt x="7179809" y="216591"/>
                  </a:lnTo>
                  <a:lnTo>
                    <a:pt x="7179809" y="216161"/>
                  </a:lnTo>
                  <a:lnTo>
                    <a:pt x="7179966" y="216161"/>
                  </a:lnTo>
                  <a:lnTo>
                    <a:pt x="7180124" y="216161"/>
                  </a:lnTo>
                  <a:lnTo>
                    <a:pt x="7180282" y="216161"/>
                  </a:lnTo>
                  <a:lnTo>
                    <a:pt x="7180440" y="216161"/>
                  </a:lnTo>
                  <a:lnTo>
                    <a:pt x="7180597" y="216161"/>
                  </a:lnTo>
                  <a:lnTo>
                    <a:pt x="7180755" y="216161"/>
                  </a:lnTo>
                  <a:lnTo>
                    <a:pt x="7180913" y="216161"/>
                  </a:lnTo>
                  <a:lnTo>
                    <a:pt x="7181070" y="216161"/>
                  </a:lnTo>
                  <a:lnTo>
                    <a:pt x="7181228" y="216161"/>
                  </a:lnTo>
                  <a:lnTo>
                    <a:pt x="7181386" y="216161"/>
                  </a:lnTo>
                  <a:lnTo>
                    <a:pt x="7181544" y="216161"/>
                  </a:lnTo>
                  <a:lnTo>
                    <a:pt x="7181701" y="216161"/>
                  </a:lnTo>
                  <a:lnTo>
                    <a:pt x="7181859" y="216161"/>
                  </a:lnTo>
                  <a:lnTo>
                    <a:pt x="7181859" y="215730"/>
                  </a:lnTo>
                  <a:lnTo>
                    <a:pt x="7182017" y="215730"/>
                  </a:lnTo>
                  <a:lnTo>
                    <a:pt x="7182174" y="215730"/>
                  </a:lnTo>
                  <a:lnTo>
                    <a:pt x="7182332" y="215730"/>
                  </a:lnTo>
                  <a:lnTo>
                    <a:pt x="7182490" y="215730"/>
                  </a:lnTo>
                  <a:lnTo>
                    <a:pt x="7182648" y="215730"/>
                  </a:lnTo>
                  <a:lnTo>
                    <a:pt x="7182805" y="215730"/>
                  </a:lnTo>
                  <a:lnTo>
                    <a:pt x="7182963" y="215730"/>
                  </a:lnTo>
                  <a:lnTo>
                    <a:pt x="7183121" y="215730"/>
                  </a:lnTo>
                  <a:lnTo>
                    <a:pt x="7183278" y="215730"/>
                  </a:lnTo>
                  <a:lnTo>
                    <a:pt x="7183436" y="215730"/>
                  </a:lnTo>
                  <a:lnTo>
                    <a:pt x="7183594" y="215730"/>
                  </a:lnTo>
                  <a:lnTo>
                    <a:pt x="7183752" y="215730"/>
                  </a:lnTo>
                  <a:lnTo>
                    <a:pt x="7183909" y="215730"/>
                  </a:lnTo>
                  <a:lnTo>
                    <a:pt x="7184067" y="215730"/>
                  </a:lnTo>
                  <a:lnTo>
                    <a:pt x="7184225" y="215730"/>
                  </a:lnTo>
                  <a:lnTo>
                    <a:pt x="7184225" y="215300"/>
                  </a:lnTo>
                  <a:lnTo>
                    <a:pt x="7184383" y="215300"/>
                  </a:lnTo>
                  <a:lnTo>
                    <a:pt x="7184540" y="215300"/>
                  </a:lnTo>
                  <a:lnTo>
                    <a:pt x="7184698" y="215300"/>
                  </a:lnTo>
                  <a:lnTo>
                    <a:pt x="7184856" y="215300"/>
                  </a:lnTo>
                  <a:lnTo>
                    <a:pt x="7185013" y="215300"/>
                  </a:lnTo>
                  <a:lnTo>
                    <a:pt x="7185171" y="215300"/>
                  </a:lnTo>
                  <a:lnTo>
                    <a:pt x="7185329" y="215300"/>
                  </a:lnTo>
                  <a:lnTo>
                    <a:pt x="7185487" y="215300"/>
                  </a:lnTo>
                  <a:lnTo>
                    <a:pt x="7185644" y="215300"/>
                  </a:lnTo>
                  <a:lnTo>
                    <a:pt x="7185802" y="215300"/>
                  </a:lnTo>
                  <a:lnTo>
                    <a:pt x="7185960" y="215300"/>
                  </a:lnTo>
                  <a:lnTo>
                    <a:pt x="7186117" y="215300"/>
                  </a:lnTo>
                  <a:lnTo>
                    <a:pt x="7186275" y="215300"/>
                  </a:lnTo>
                  <a:lnTo>
                    <a:pt x="7186433" y="215300"/>
                  </a:lnTo>
                  <a:lnTo>
                    <a:pt x="7186591" y="215300"/>
                  </a:lnTo>
                  <a:lnTo>
                    <a:pt x="7186748" y="215300"/>
                  </a:lnTo>
                  <a:lnTo>
                    <a:pt x="7186906" y="215300"/>
                  </a:lnTo>
                  <a:lnTo>
                    <a:pt x="7187064" y="215300"/>
                  </a:lnTo>
                  <a:lnTo>
                    <a:pt x="7187221" y="215300"/>
                  </a:lnTo>
                  <a:lnTo>
                    <a:pt x="7187379" y="215300"/>
                  </a:lnTo>
                  <a:lnTo>
                    <a:pt x="7187379" y="214869"/>
                  </a:lnTo>
                  <a:lnTo>
                    <a:pt x="7187537" y="214869"/>
                  </a:lnTo>
                  <a:lnTo>
                    <a:pt x="7187695" y="214869"/>
                  </a:lnTo>
                  <a:lnTo>
                    <a:pt x="7187852" y="214869"/>
                  </a:lnTo>
                  <a:lnTo>
                    <a:pt x="7188010" y="214869"/>
                  </a:lnTo>
                  <a:lnTo>
                    <a:pt x="7188168" y="214869"/>
                  </a:lnTo>
                  <a:lnTo>
                    <a:pt x="7188325" y="214869"/>
                  </a:lnTo>
                  <a:lnTo>
                    <a:pt x="7188325" y="214438"/>
                  </a:lnTo>
                  <a:lnTo>
                    <a:pt x="7188483" y="214438"/>
                  </a:lnTo>
                  <a:lnTo>
                    <a:pt x="7188641" y="214438"/>
                  </a:lnTo>
                  <a:lnTo>
                    <a:pt x="7188799" y="214438"/>
                  </a:lnTo>
                  <a:lnTo>
                    <a:pt x="7188956" y="214438"/>
                  </a:lnTo>
                  <a:lnTo>
                    <a:pt x="7189114" y="214438"/>
                  </a:lnTo>
                  <a:lnTo>
                    <a:pt x="7189114" y="214008"/>
                  </a:lnTo>
                  <a:lnTo>
                    <a:pt x="7189272" y="214008"/>
                  </a:lnTo>
                  <a:lnTo>
                    <a:pt x="7189429" y="214008"/>
                  </a:lnTo>
                  <a:lnTo>
                    <a:pt x="7189587" y="214008"/>
                  </a:lnTo>
                  <a:lnTo>
                    <a:pt x="7189745" y="214008"/>
                  </a:lnTo>
                  <a:lnTo>
                    <a:pt x="7189903" y="214008"/>
                  </a:lnTo>
                  <a:lnTo>
                    <a:pt x="7189903" y="213577"/>
                  </a:lnTo>
                  <a:lnTo>
                    <a:pt x="7190060" y="213577"/>
                  </a:lnTo>
                  <a:lnTo>
                    <a:pt x="7190218" y="213577"/>
                  </a:lnTo>
                  <a:lnTo>
                    <a:pt x="7190376" y="213577"/>
                  </a:lnTo>
                  <a:lnTo>
                    <a:pt x="7190534" y="213577"/>
                  </a:lnTo>
                  <a:lnTo>
                    <a:pt x="7190691" y="213577"/>
                  </a:lnTo>
                  <a:lnTo>
                    <a:pt x="7190691" y="213147"/>
                  </a:lnTo>
                  <a:lnTo>
                    <a:pt x="7190849" y="213147"/>
                  </a:lnTo>
                  <a:lnTo>
                    <a:pt x="7191007" y="213147"/>
                  </a:lnTo>
                  <a:lnTo>
                    <a:pt x="7191164" y="213147"/>
                  </a:lnTo>
                  <a:lnTo>
                    <a:pt x="7191322" y="213147"/>
                  </a:lnTo>
                  <a:lnTo>
                    <a:pt x="7191480" y="213147"/>
                  </a:lnTo>
                  <a:lnTo>
                    <a:pt x="7191638" y="213147"/>
                  </a:lnTo>
                  <a:lnTo>
                    <a:pt x="7191795" y="213147"/>
                  </a:lnTo>
                  <a:lnTo>
                    <a:pt x="7191953" y="213147"/>
                  </a:lnTo>
                  <a:lnTo>
                    <a:pt x="7192111" y="213147"/>
                  </a:lnTo>
                  <a:lnTo>
                    <a:pt x="7192268" y="213147"/>
                  </a:lnTo>
                  <a:lnTo>
                    <a:pt x="7192426" y="213147"/>
                  </a:lnTo>
                  <a:lnTo>
                    <a:pt x="7192584" y="213147"/>
                  </a:lnTo>
                  <a:lnTo>
                    <a:pt x="7192742" y="213147"/>
                  </a:lnTo>
                  <a:lnTo>
                    <a:pt x="7192899" y="213147"/>
                  </a:lnTo>
                  <a:lnTo>
                    <a:pt x="7193057" y="213147"/>
                  </a:lnTo>
                  <a:lnTo>
                    <a:pt x="7193215" y="213147"/>
                  </a:lnTo>
                  <a:lnTo>
                    <a:pt x="7193372" y="213147"/>
                  </a:lnTo>
                  <a:lnTo>
                    <a:pt x="7193530" y="213147"/>
                  </a:lnTo>
                  <a:lnTo>
                    <a:pt x="7193688" y="213147"/>
                  </a:lnTo>
                  <a:lnTo>
                    <a:pt x="7193846" y="213147"/>
                  </a:lnTo>
                  <a:lnTo>
                    <a:pt x="7194003" y="213147"/>
                  </a:lnTo>
                  <a:lnTo>
                    <a:pt x="7194161" y="213147"/>
                  </a:lnTo>
                  <a:lnTo>
                    <a:pt x="7194161" y="212716"/>
                  </a:lnTo>
                  <a:lnTo>
                    <a:pt x="7194319" y="212716"/>
                  </a:lnTo>
                  <a:lnTo>
                    <a:pt x="7194476" y="212716"/>
                  </a:lnTo>
                  <a:lnTo>
                    <a:pt x="7194634" y="212716"/>
                  </a:lnTo>
                  <a:lnTo>
                    <a:pt x="7194792" y="212716"/>
                  </a:lnTo>
                  <a:lnTo>
                    <a:pt x="7194950" y="212716"/>
                  </a:lnTo>
                  <a:lnTo>
                    <a:pt x="7195107" y="212716"/>
                  </a:lnTo>
                  <a:lnTo>
                    <a:pt x="7195265" y="212716"/>
                  </a:lnTo>
                  <a:lnTo>
                    <a:pt x="7195423" y="212716"/>
                  </a:lnTo>
                  <a:lnTo>
                    <a:pt x="7195581" y="212716"/>
                  </a:lnTo>
                  <a:lnTo>
                    <a:pt x="7195738" y="212716"/>
                  </a:lnTo>
                  <a:lnTo>
                    <a:pt x="7195896" y="212716"/>
                  </a:lnTo>
                  <a:lnTo>
                    <a:pt x="7196054" y="212716"/>
                  </a:lnTo>
                  <a:lnTo>
                    <a:pt x="7196211" y="212716"/>
                  </a:lnTo>
                  <a:lnTo>
                    <a:pt x="7196369" y="212716"/>
                  </a:lnTo>
                  <a:lnTo>
                    <a:pt x="7196527" y="212716"/>
                  </a:lnTo>
                  <a:lnTo>
                    <a:pt x="7196685" y="212716"/>
                  </a:lnTo>
                  <a:lnTo>
                    <a:pt x="7196842" y="212716"/>
                  </a:lnTo>
                  <a:lnTo>
                    <a:pt x="7197000" y="212716"/>
                  </a:lnTo>
                  <a:lnTo>
                    <a:pt x="7197158" y="212716"/>
                  </a:lnTo>
                  <a:lnTo>
                    <a:pt x="7197315" y="212716"/>
                  </a:lnTo>
                  <a:lnTo>
                    <a:pt x="7197315" y="212285"/>
                  </a:lnTo>
                  <a:lnTo>
                    <a:pt x="7197473" y="212285"/>
                  </a:lnTo>
                  <a:lnTo>
                    <a:pt x="7197631" y="212285"/>
                  </a:lnTo>
                  <a:lnTo>
                    <a:pt x="7197631" y="211855"/>
                  </a:lnTo>
                  <a:lnTo>
                    <a:pt x="7197789" y="211855"/>
                  </a:lnTo>
                  <a:lnTo>
                    <a:pt x="7197946" y="211855"/>
                  </a:lnTo>
                  <a:lnTo>
                    <a:pt x="7198104" y="211855"/>
                  </a:lnTo>
                  <a:lnTo>
                    <a:pt x="7198262" y="211855"/>
                  </a:lnTo>
                  <a:lnTo>
                    <a:pt x="7198419" y="211855"/>
                  </a:lnTo>
                  <a:lnTo>
                    <a:pt x="7198577" y="211855"/>
                  </a:lnTo>
                  <a:lnTo>
                    <a:pt x="7198577" y="211424"/>
                  </a:lnTo>
                  <a:lnTo>
                    <a:pt x="7198735" y="211424"/>
                  </a:lnTo>
                  <a:lnTo>
                    <a:pt x="7198893" y="211424"/>
                  </a:lnTo>
                  <a:lnTo>
                    <a:pt x="7199050" y="211424"/>
                  </a:lnTo>
                  <a:lnTo>
                    <a:pt x="7199208" y="211424"/>
                  </a:lnTo>
                  <a:lnTo>
                    <a:pt x="7199366" y="211424"/>
                  </a:lnTo>
                  <a:lnTo>
                    <a:pt x="7199523" y="211424"/>
                  </a:lnTo>
                  <a:lnTo>
                    <a:pt x="7199523" y="210994"/>
                  </a:lnTo>
                  <a:lnTo>
                    <a:pt x="7199681" y="210994"/>
                  </a:lnTo>
                  <a:lnTo>
                    <a:pt x="7199839" y="210994"/>
                  </a:lnTo>
                  <a:lnTo>
                    <a:pt x="7199997" y="210994"/>
                  </a:lnTo>
                  <a:lnTo>
                    <a:pt x="7200154" y="210994"/>
                  </a:lnTo>
                  <a:lnTo>
                    <a:pt x="7200312" y="210994"/>
                  </a:lnTo>
                  <a:lnTo>
                    <a:pt x="7200470" y="210994"/>
                  </a:lnTo>
                  <a:lnTo>
                    <a:pt x="7200627" y="210994"/>
                  </a:lnTo>
                  <a:lnTo>
                    <a:pt x="7200785" y="210994"/>
                  </a:lnTo>
                  <a:lnTo>
                    <a:pt x="7200943" y="210994"/>
                  </a:lnTo>
                  <a:lnTo>
                    <a:pt x="7201101" y="210994"/>
                  </a:lnTo>
                  <a:lnTo>
                    <a:pt x="7201258" y="210994"/>
                  </a:lnTo>
                  <a:lnTo>
                    <a:pt x="7201416" y="210994"/>
                  </a:lnTo>
                  <a:lnTo>
                    <a:pt x="7201574" y="210994"/>
                  </a:lnTo>
                  <a:lnTo>
                    <a:pt x="7201732" y="210994"/>
                  </a:lnTo>
                  <a:lnTo>
                    <a:pt x="7201889" y="210994"/>
                  </a:lnTo>
                  <a:lnTo>
                    <a:pt x="7202047" y="210994"/>
                  </a:lnTo>
                  <a:lnTo>
                    <a:pt x="7202047" y="210563"/>
                  </a:lnTo>
                  <a:lnTo>
                    <a:pt x="7202205" y="210563"/>
                  </a:lnTo>
                  <a:lnTo>
                    <a:pt x="7202362" y="210563"/>
                  </a:lnTo>
                  <a:lnTo>
                    <a:pt x="7202520" y="210563"/>
                  </a:lnTo>
                  <a:lnTo>
                    <a:pt x="7202678" y="210563"/>
                  </a:lnTo>
                  <a:lnTo>
                    <a:pt x="7202836" y="210563"/>
                  </a:lnTo>
                  <a:lnTo>
                    <a:pt x="7202993" y="210563"/>
                  </a:lnTo>
                  <a:lnTo>
                    <a:pt x="7203151" y="210563"/>
                  </a:lnTo>
                  <a:lnTo>
                    <a:pt x="7203309" y="210563"/>
                  </a:lnTo>
                  <a:lnTo>
                    <a:pt x="7203466" y="210563"/>
                  </a:lnTo>
                  <a:lnTo>
                    <a:pt x="7203466" y="210132"/>
                  </a:lnTo>
                  <a:lnTo>
                    <a:pt x="7203624" y="210132"/>
                  </a:lnTo>
                  <a:lnTo>
                    <a:pt x="7203782" y="210132"/>
                  </a:lnTo>
                  <a:lnTo>
                    <a:pt x="7203940" y="210132"/>
                  </a:lnTo>
                  <a:lnTo>
                    <a:pt x="7204097" y="210132"/>
                  </a:lnTo>
                  <a:lnTo>
                    <a:pt x="7204255" y="210132"/>
                  </a:lnTo>
                  <a:lnTo>
                    <a:pt x="7204413" y="210132"/>
                  </a:lnTo>
                  <a:lnTo>
                    <a:pt x="7204570" y="210132"/>
                  </a:lnTo>
                  <a:lnTo>
                    <a:pt x="7204728" y="210132"/>
                  </a:lnTo>
                  <a:lnTo>
                    <a:pt x="7204886" y="210132"/>
                  </a:lnTo>
                  <a:lnTo>
                    <a:pt x="7205044" y="210132"/>
                  </a:lnTo>
                  <a:lnTo>
                    <a:pt x="7205201" y="210132"/>
                  </a:lnTo>
                  <a:lnTo>
                    <a:pt x="7205359" y="210132"/>
                  </a:lnTo>
                  <a:lnTo>
                    <a:pt x="7205517" y="210132"/>
                  </a:lnTo>
                  <a:lnTo>
                    <a:pt x="7205674" y="210132"/>
                  </a:lnTo>
                  <a:lnTo>
                    <a:pt x="7205832" y="210132"/>
                  </a:lnTo>
                  <a:lnTo>
                    <a:pt x="7205990" y="210132"/>
                  </a:lnTo>
                  <a:lnTo>
                    <a:pt x="7205990" y="209702"/>
                  </a:lnTo>
                  <a:lnTo>
                    <a:pt x="7206148" y="209702"/>
                  </a:lnTo>
                  <a:lnTo>
                    <a:pt x="7206148" y="209271"/>
                  </a:lnTo>
                  <a:lnTo>
                    <a:pt x="7206305" y="209271"/>
                  </a:lnTo>
                  <a:lnTo>
                    <a:pt x="7206463" y="209271"/>
                  </a:lnTo>
                  <a:lnTo>
                    <a:pt x="7206621" y="209271"/>
                  </a:lnTo>
                  <a:lnTo>
                    <a:pt x="7206779" y="209271"/>
                  </a:lnTo>
                  <a:lnTo>
                    <a:pt x="7206936" y="209271"/>
                  </a:lnTo>
                  <a:lnTo>
                    <a:pt x="7207094" y="209271"/>
                  </a:lnTo>
                  <a:lnTo>
                    <a:pt x="7207252" y="209271"/>
                  </a:lnTo>
                  <a:lnTo>
                    <a:pt x="7207409" y="209271"/>
                  </a:lnTo>
                  <a:lnTo>
                    <a:pt x="7207567" y="209271"/>
                  </a:lnTo>
                  <a:lnTo>
                    <a:pt x="7207725" y="209271"/>
                  </a:lnTo>
                  <a:lnTo>
                    <a:pt x="7207883" y="209271"/>
                  </a:lnTo>
                  <a:lnTo>
                    <a:pt x="7207883" y="208841"/>
                  </a:lnTo>
                  <a:lnTo>
                    <a:pt x="7208040" y="208841"/>
                  </a:lnTo>
                  <a:lnTo>
                    <a:pt x="7208198" y="208841"/>
                  </a:lnTo>
                  <a:lnTo>
                    <a:pt x="7208356" y="208841"/>
                  </a:lnTo>
                  <a:lnTo>
                    <a:pt x="7208513" y="208841"/>
                  </a:lnTo>
                  <a:lnTo>
                    <a:pt x="7208671" y="208841"/>
                  </a:lnTo>
                  <a:lnTo>
                    <a:pt x="7208829" y="208841"/>
                  </a:lnTo>
                  <a:lnTo>
                    <a:pt x="7208987" y="208841"/>
                  </a:lnTo>
                  <a:lnTo>
                    <a:pt x="7209144" y="208841"/>
                  </a:lnTo>
                  <a:lnTo>
                    <a:pt x="7209302" y="208841"/>
                  </a:lnTo>
                  <a:lnTo>
                    <a:pt x="7209460" y="208841"/>
                  </a:lnTo>
                  <a:lnTo>
                    <a:pt x="7209617" y="208841"/>
                  </a:lnTo>
                  <a:lnTo>
                    <a:pt x="7209617" y="208410"/>
                  </a:lnTo>
                  <a:lnTo>
                    <a:pt x="7209775" y="208410"/>
                  </a:lnTo>
                  <a:lnTo>
                    <a:pt x="7209775" y="207979"/>
                  </a:lnTo>
                  <a:lnTo>
                    <a:pt x="7209933" y="207979"/>
                  </a:lnTo>
                  <a:lnTo>
                    <a:pt x="7209933" y="207549"/>
                  </a:lnTo>
                  <a:lnTo>
                    <a:pt x="7210091" y="207549"/>
                  </a:lnTo>
                  <a:lnTo>
                    <a:pt x="7210248" y="207549"/>
                  </a:lnTo>
                  <a:lnTo>
                    <a:pt x="7210406" y="207549"/>
                  </a:lnTo>
                  <a:lnTo>
                    <a:pt x="7210564" y="207549"/>
                  </a:lnTo>
                  <a:lnTo>
                    <a:pt x="7210721" y="207549"/>
                  </a:lnTo>
                  <a:lnTo>
                    <a:pt x="7210879" y="207549"/>
                  </a:lnTo>
                  <a:lnTo>
                    <a:pt x="7211037" y="207549"/>
                  </a:lnTo>
                  <a:lnTo>
                    <a:pt x="7211195" y="207549"/>
                  </a:lnTo>
                  <a:lnTo>
                    <a:pt x="7211352" y="207549"/>
                  </a:lnTo>
                  <a:lnTo>
                    <a:pt x="7211510" y="207549"/>
                  </a:lnTo>
                  <a:lnTo>
                    <a:pt x="7211668" y="207549"/>
                  </a:lnTo>
                  <a:lnTo>
                    <a:pt x="7211825" y="207549"/>
                  </a:lnTo>
                  <a:lnTo>
                    <a:pt x="7211983" y="207549"/>
                  </a:lnTo>
                  <a:lnTo>
                    <a:pt x="7212141" y="207549"/>
                  </a:lnTo>
                  <a:lnTo>
                    <a:pt x="7212299" y="207549"/>
                  </a:lnTo>
                  <a:lnTo>
                    <a:pt x="7212456" y="207549"/>
                  </a:lnTo>
                  <a:lnTo>
                    <a:pt x="7212614" y="207549"/>
                  </a:lnTo>
                  <a:lnTo>
                    <a:pt x="7212772" y="207549"/>
                  </a:lnTo>
                  <a:lnTo>
                    <a:pt x="7212930" y="207549"/>
                  </a:lnTo>
                  <a:lnTo>
                    <a:pt x="7213087" y="207549"/>
                  </a:lnTo>
                  <a:lnTo>
                    <a:pt x="7213245" y="207549"/>
                  </a:lnTo>
                  <a:lnTo>
                    <a:pt x="7213403" y="207549"/>
                  </a:lnTo>
                  <a:lnTo>
                    <a:pt x="7213560" y="207549"/>
                  </a:lnTo>
                  <a:lnTo>
                    <a:pt x="7213718" y="207549"/>
                  </a:lnTo>
                  <a:lnTo>
                    <a:pt x="7213876" y="207549"/>
                  </a:lnTo>
                  <a:lnTo>
                    <a:pt x="7214034" y="207549"/>
                  </a:lnTo>
                  <a:lnTo>
                    <a:pt x="7214191" y="207549"/>
                  </a:lnTo>
                  <a:lnTo>
                    <a:pt x="7214349" y="207549"/>
                  </a:lnTo>
                  <a:lnTo>
                    <a:pt x="7214507" y="207549"/>
                  </a:lnTo>
                  <a:lnTo>
                    <a:pt x="7214507" y="207118"/>
                  </a:lnTo>
                  <a:lnTo>
                    <a:pt x="7214664" y="207118"/>
                  </a:lnTo>
                  <a:lnTo>
                    <a:pt x="7214822" y="207118"/>
                  </a:lnTo>
                  <a:lnTo>
                    <a:pt x="7214980" y="207118"/>
                  </a:lnTo>
                  <a:lnTo>
                    <a:pt x="7215138" y="207118"/>
                  </a:lnTo>
                  <a:lnTo>
                    <a:pt x="7215295" y="207118"/>
                  </a:lnTo>
                  <a:lnTo>
                    <a:pt x="7215453" y="207118"/>
                  </a:lnTo>
                  <a:lnTo>
                    <a:pt x="7215611" y="207118"/>
                  </a:lnTo>
                  <a:lnTo>
                    <a:pt x="7215768" y="207118"/>
                  </a:lnTo>
                  <a:lnTo>
                    <a:pt x="7215926" y="207118"/>
                  </a:lnTo>
                  <a:lnTo>
                    <a:pt x="7216084" y="207118"/>
                  </a:lnTo>
                  <a:lnTo>
                    <a:pt x="7216242" y="207118"/>
                  </a:lnTo>
                  <a:lnTo>
                    <a:pt x="7216399" y="207118"/>
                  </a:lnTo>
                  <a:lnTo>
                    <a:pt x="7216399" y="206688"/>
                  </a:lnTo>
                  <a:lnTo>
                    <a:pt x="7216557" y="206688"/>
                  </a:lnTo>
                  <a:lnTo>
                    <a:pt x="7216557" y="206257"/>
                  </a:lnTo>
                  <a:lnTo>
                    <a:pt x="7216715" y="206257"/>
                  </a:lnTo>
                  <a:lnTo>
                    <a:pt x="7216872" y="206257"/>
                  </a:lnTo>
                  <a:lnTo>
                    <a:pt x="7217030" y="206257"/>
                  </a:lnTo>
                  <a:lnTo>
                    <a:pt x="7217188" y="206257"/>
                  </a:lnTo>
                  <a:lnTo>
                    <a:pt x="7217346" y="206257"/>
                  </a:lnTo>
                  <a:lnTo>
                    <a:pt x="7217503" y="206257"/>
                  </a:lnTo>
                  <a:lnTo>
                    <a:pt x="7217661" y="206257"/>
                  </a:lnTo>
                  <a:lnTo>
                    <a:pt x="7217819" y="206257"/>
                  </a:lnTo>
                  <a:lnTo>
                    <a:pt x="7217977" y="206257"/>
                  </a:lnTo>
                  <a:lnTo>
                    <a:pt x="7218134" y="206257"/>
                  </a:lnTo>
                  <a:lnTo>
                    <a:pt x="7218292" y="206257"/>
                  </a:lnTo>
                  <a:lnTo>
                    <a:pt x="7218450" y="206257"/>
                  </a:lnTo>
                  <a:lnTo>
                    <a:pt x="7218607" y="206257"/>
                  </a:lnTo>
                  <a:lnTo>
                    <a:pt x="7218765" y="206257"/>
                  </a:lnTo>
                  <a:lnTo>
                    <a:pt x="7218765" y="205826"/>
                  </a:lnTo>
                  <a:lnTo>
                    <a:pt x="7218923" y="205826"/>
                  </a:lnTo>
                  <a:lnTo>
                    <a:pt x="7219081" y="205826"/>
                  </a:lnTo>
                  <a:lnTo>
                    <a:pt x="7219238" y="205826"/>
                  </a:lnTo>
                  <a:lnTo>
                    <a:pt x="7219396" y="205826"/>
                  </a:lnTo>
                  <a:lnTo>
                    <a:pt x="7219554" y="205826"/>
                  </a:lnTo>
                  <a:lnTo>
                    <a:pt x="7219711" y="205826"/>
                  </a:lnTo>
                  <a:lnTo>
                    <a:pt x="7219869" y="205826"/>
                  </a:lnTo>
                  <a:lnTo>
                    <a:pt x="7220027" y="205826"/>
                  </a:lnTo>
                  <a:lnTo>
                    <a:pt x="7220185" y="205826"/>
                  </a:lnTo>
                  <a:lnTo>
                    <a:pt x="7220342" y="205826"/>
                  </a:lnTo>
                  <a:lnTo>
                    <a:pt x="7220500" y="205826"/>
                  </a:lnTo>
                  <a:lnTo>
                    <a:pt x="7220658" y="205826"/>
                  </a:lnTo>
                  <a:lnTo>
                    <a:pt x="7220815" y="205826"/>
                  </a:lnTo>
                  <a:lnTo>
                    <a:pt x="7220973" y="205826"/>
                  </a:lnTo>
                  <a:lnTo>
                    <a:pt x="7220973" y="205396"/>
                  </a:lnTo>
                  <a:lnTo>
                    <a:pt x="7221131" y="205396"/>
                  </a:lnTo>
                  <a:lnTo>
                    <a:pt x="7221289" y="205396"/>
                  </a:lnTo>
                  <a:lnTo>
                    <a:pt x="7221446" y="205396"/>
                  </a:lnTo>
                  <a:lnTo>
                    <a:pt x="7221604" y="205396"/>
                  </a:lnTo>
                  <a:lnTo>
                    <a:pt x="7221762" y="205396"/>
                  </a:lnTo>
                  <a:lnTo>
                    <a:pt x="7221919" y="205396"/>
                  </a:lnTo>
                  <a:lnTo>
                    <a:pt x="7222077" y="205396"/>
                  </a:lnTo>
                  <a:lnTo>
                    <a:pt x="7222235" y="205396"/>
                  </a:lnTo>
                  <a:lnTo>
                    <a:pt x="7222393" y="205396"/>
                  </a:lnTo>
                  <a:lnTo>
                    <a:pt x="7222550" y="205396"/>
                  </a:lnTo>
                  <a:lnTo>
                    <a:pt x="7222708" y="205396"/>
                  </a:lnTo>
                  <a:lnTo>
                    <a:pt x="7222708" y="204965"/>
                  </a:lnTo>
                  <a:lnTo>
                    <a:pt x="7222866" y="204965"/>
                  </a:lnTo>
                  <a:lnTo>
                    <a:pt x="7223023" y="204965"/>
                  </a:lnTo>
                  <a:lnTo>
                    <a:pt x="7223181" y="204965"/>
                  </a:lnTo>
                  <a:lnTo>
                    <a:pt x="7223339" y="204965"/>
                  </a:lnTo>
                  <a:lnTo>
                    <a:pt x="7223497" y="204965"/>
                  </a:lnTo>
                  <a:lnTo>
                    <a:pt x="7223654" y="204965"/>
                  </a:lnTo>
                  <a:lnTo>
                    <a:pt x="7223812" y="204965"/>
                  </a:lnTo>
                  <a:lnTo>
                    <a:pt x="7223970" y="204965"/>
                  </a:lnTo>
                  <a:lnTo>
                    <a:pt x="7224128" y="204965"/>
                  </a:lnTo>
                  <a:lnTo>
                    <a:pt x="7224285" y="204965"/>
                  </a:lnTo>
                  <a:lnTo>
                    <a:pt x="7224443" y="204965"/>
                  </a:lnTo>
                  <a:lnTo>
                    <a:pt x="7224601" y="204965"/>
                  </a:lnTo>
                  <a:lnTo>
                    <a:pt x="7224758" y="204965"/>
                  </a:lnTo>
                  <a:lnTo>
                    <a:pt x="7224916" y="204965"/>
                  </a:lnTo>
                  <a:lnTo>
                    <a:pt x="7225074" y="204965"/>
                  </a:lnTo>
                  <a:lnTo>
                    <a:pt x="7225232" y="204965"/>
                  </a:lnTo>
                  <a:lnTo>
                    <a:pt x="7225389" y="204965"/>
                  </a:lnTo>
                  <a:lnTo>
                    <a:pt x="7225547" y="204965"/>
                  </a:lnTo>
                  <a:lnTo>
                    <a:pt x="7225705" y="204965"/>
                  </a:lnTo>
                  <a:lnTo>
                    <a:pt x="7225862" y="204965"/>
                  </a:lnTo>
                  <a:lnTo>
                    <a:pt x="7226020" y="204965"/>
                  </a:lnTo>
                  <a:lnTo>
                    <a:pt x="7226178" y="204965"/>
                  </a:lnTo>
                  <a:lnTo>
                    <a:pt x="7226336" y="204965"/>
                  </a:lnTo>
                  <a:lnTo>
                    <a:pt x="7226493" y="204965"/>
                  </a:lnTo>
                  <a:lnTo>
                    <a:pt x="7226651" y="204965"/>
                  </a:lnTo>
                  <a:lnTo>
                    <a:pt x="7226809" y="204965"/>
                  </a:lnTo>
                  <a:lnTo>
                    <a:pt x="7226966" y="204965"/>
                  </a:lnTo>
                  <a:lnTo>
                    <a:pt x="7227124" y="204965"/>
                  </a:lnTo>
                  <a:lnTo>
                    <a:pt x="7227282" y="204965"/>
                  </a:lnTo>
                  <a:lnTo>
                    <a:pt x="7227440" y="204965"/>
                  </a:lnTo>
                  <a:lnTo>
                    <a:pt x="7227597" y="204965"/>
                  </a:lnTo>
                  <a:lnTo>
                    <a:pt x="7227755" y="204965"/>
                  </a:lnTo>
                  <a:lnTo>
                    <a:pt x="7227913" y="204965"/>
                  </a:lnTo>
                  <a:lnTo>
                    <a:pt x="7228070" y="204965"/>
                  </a:lnTo>
                  <a:lnTo>
                    <a:pt x="7228228" y="204965"/>
                  </a:lnTo>
                  <a:lnTo>
                    <a:pt x="7228386" y="204965"/>
                  </a:lnTo>
                  <a:lnTo>
                    <a:pt x="7228544" y="204965"/>
                  </a:lnTo>
                  <a:lnTo>
                    <a:pt x="7228701" y="204965"/>
                  </a:lnTo>
                  <a:lnTo>
                    <a:pt x="7228859" y="204965"/>
                  </a:lnTo>
                  <a:lnTo>
                    <a:pt x="7229017" y="204965"/>
                  </a:lnTo>
                  <a:lnTo>
                    <a:pt x="7229175" y="204965"/>
                  </a:lnTo>
                  <a:lnTo>
                    <a:pt x="7229332" y="204965"/>
                  </a:lnTo>
                  <a:lnTo>
                    <a:pt x="7229490" y="204965"/>
                  </a:lnTo>
                  <a:lnTo>
                    <a:pt x="7229648" y="204965"/>
                  </a:lnTo>
                  <a:lnTo>
                    <a:pt x="7229805" y="204965"/>
                  </a:lnTo>
                  <a:lnTo>
                    <a:pt x="7229805" y="204535"/>
                  </a:lnTo>
                  <a:lnTo>
                    <a:pt x="7229963" y="204535"/>
                  </a:lnTo>
                  <a:lnTo>
                    <a:pt x="7230121" y="204535"/>
                  </a:lnTo>
                  <a:lnTo>
                    <a:pt x="7230279" y="204535"/>
                  </a:lnTo>
                  <a:lnTo>
                    <a:pt x="7230436" y="204535"/>
                  </a:lnTo>
                  <a:lnTo>
                    <a:pt x="7230594" y="204535"/>
                  </a:lnTo>
                  <a:lnTo>
                    <a:pt x="7230752" y="204535"/>
                  </a:lnTo>
                  <a:lnTo>
                    <a:pt x="7230909" y="204535"/>
                  </a:lnTo>
                  <a:lnTo>
                    <a:pt x="7231067" y="204535"/>
                  </a:lnTo>
                  <a:lnTo>
                    <a:pt x="7231225" y="204535"/>
                  </a:lnTo>
                  <a:lnTo>
                    <a:pt x="7231383" y="204535"/>
                  </a:lnTo>
                  <a:lnTo>
                    <a:pt x="7231540" y="204535"/>
                  </a:lnTo>
                  <a:lnTo>
                    <a:pt x="7231698" y="204535"/>
                  </a:lnTo>
                  <a:lnTo>
                    <a:pt x="7231856" y="204535"/>
                  </a:lnTo>
                  <a:lnTo>
                    <a:pt x="7232013" y="204535"/>
                  </a:lnTo>
                  <a:lnTo>
                    <a:pt x="7232013" y="204104"/>
                  </a:lnTo>
                  <a:lnTo>
                    <a:pt x="7232171" y="204104"/>
                  </a:lnTo>
                  <a:lnTo>
                    <a:pt x="7232329" y="204104"/>
                  </a:lnTo>
                  <a:lnTo>
                    <a:pt x="7232487" y="204104"/>
                  </a:lnTo>
                  <a:lnTo>
                    <a:pt x="7232644" y="204104"/>
                  </a:lnTo>
                  <a:lnTo>
                    <a:pt x="7232802" y="204104"/>
                  </a:lnTo>
                  <a:lnTo>
                    <a:pt x="7232960" y="204104"/>
                  </a:lnTo>
                  <a:lnTo>
                    <a:pt x="7233117" y="204104"/>
                  </a:lnTo>
                  <a:lnTo>
                    <a:pt x="7233275" y="204104"/>
                  </a:lnTo>
                  <a:lnTo>
                    <a:pt x="7233433" y="204104"/>
                  </a:lnTo>
                  <a:lnTo>
                    <a:pt x="7233591" y="204104"/>
                  </a:lnTo>
                  <a:lnTo>
                    <a:pt x="7233591" y="203673"/>
                  </a:lnTo>
                  <a:lnTo>
                    <a:pt x="7233591" y="203243"/>
                  </a:lnTo>
                  <a:lnTo>
                    <a:pt x="7233748" y="203243"/>
                  </a:lnTo>
                  <a:lnTo>
                    <a:pt x="7233906" y="203243"/>
                  </a:lnTo>
                  <a:lnTo>
                    <a:pt x="7233906" y="202812"/>
                  </a:lnTo>
                  <a:lnTo>
                    <a:pt x="7234064" y="202812"/>
                  </a:lnTo>
                  <a:lnTo>
                    <a:pt x="7234221" y="202812"/>
                  </a:lnTo>
                  <a:lnTo>
                    <a:pt x="7234379" y="202812"/>
                  </a:lnTo>
                  <a:lnTo>
                    <a:pt x="7234537" y="202812"/>
                  </a:lnTo>
                  <a:lnTo>
                    <a:pt x="7234695" y="202812"/>
                  </a:lnTo>
                  <a:lnTo>
                    <a:pt x="7234852" y="202812"/>
                  </a:lnTo>
                  <a:lnTo>
                    <a:pt x="7235010" y="202812"/>
                  </a:lnTo>
                  <a:lnTo>
                    <a:pt x="7235168" y="202812"/>
                  </a:lnTo>
                  <a:lnTo>
                    <a:pt x="7235168" y="202382"/>
                  </a:lnTo>
                  <a:lnTo>
                    <a:pt x="7235326" y="202382"/>
                  </a:lnTo>
                  <a:lnTo>
                    <a:pt x="7235483" y="202382"/>
                  </a:lnTo>
                  <a:lnTo>
                    <a:pt x="7235641" y="202382"/>
                  </a:lnTo>
                  <a:lnTo>
                    <a:pt x="7235799" y="202382"/>
                  </a:lnTo>
                  <a:lnTo>
                    <a:pt x="7235956" y="202382"/>
                  </a:lnTo>
                  <a:lnTo>
                    <a:pt x="7236114" y="202382"/>
                  </a:lnTo>
                  <a:lnTo>
                    <a:pt x="7236272" y="202382"/>
                  </a:lnTo>
                  <a:lnTo>
                    <a:pt x="7236430" y="202382"/>
                  </a:lnTo>
                  <a:lnTo>
                    <a:pt x="7236587" y="202382"/>
                  </a:lnTo>
                  <a:lnTo>
                    <a:pt x="7236745" y="202382"/>
                  </a:lnTo>
                  <a:lnTo>
                    <a:pt x="7236903" y="202382"/>
                  </a:lnTo>
                  <a:lnTo>
                    <a:pt x="7237060" y="202382"/>
                  </a:lnTo>
                  <a:lnTo>
                    <a:pt x="7237218" y="202382"/>
                  </a:lnTo>
                  <a:lnTo>
                    <a:pt x="7237218" y="201951"/>
                  </a:lnTo>
                  <a:lnTo>
                    <a:pt x="7237376" y="201951"/>
                  </a:lnTo>
                  <a:lnTo>
                    <a:pt x="7237534" y="201951"/>
                  </a:lnTo>
                  <a:lnTo>
                    <a:pt x="7237691" y="201951"/>
                  </a:lnTo>
                  <a:lnTo>
                    <a:pt x="7237849" y="201951"/>
                  </a:lnTo>
                  <a:lnTo>
                    <a:pt x="7237849" y="201520"/>
                  </a:lnTo>
                  <a:lnTo>
                    <a:pt x="7238007" y="201520"/>
                  </a:lnTo>
                  <a:lnTo>
                    <a:pt x="7238164" y="201520"/>
                  </a:lnTo>
                  <a:lnTo>
                    <a:pt x="7238322" y="201520"/>
                  </a:lnTo>
                  <a:lnTo>
                    <a:pt x="7238480" y="201520"/>
                  </a:lnTo>
                  <a:lnTo>
                    <a:pt x="7238638" y="201520"/>
                  </a:lnTo>
                  <a:lnTo>
                    <a:pt x="7238795" y="201520"/>
                  </a:lnTo>
                  <a:lnTo>
                    <a:pt x="7238953" y="201520"/>
                  </a:lnTo>
                  <a:lnTo>
                    <a:pt x="7239111" y="201520"/>
                  </a:lnTo>
                  <a:lnTo>
                    <a:pt x="7239268" y="201520"/>
                  </a:lnTo>
                  <a:lnTo>
                    <a:pt x="7239426" y="201520"/>
                  </a:lnTo>
                  <a:lnTo>
                    <a:pt x="7239584" y="201520"/>
                  </a:lnTo>
                  <a:lnTo>
                    <a:pt x="7239742" y="201520"/>
                  </a:lnTo>
                  <a:lnTo>
                    <a:pt x="7239899" y="201520"/>
                  </a:lnTo>
                  <a:lnTo>
                    <a:pt x="7240057" y="201520"/>
                  </a:lnTo>
                  <a:lnTo>
                    <a:pt x="7240215" y="201520"/>
                  </a:lnTo>
                  <a:lnTo>
                    <a:pt x="7240372" y="201520"/>
                  </a:lnTo>
                  <a:lnTo>
                    <a:pt x="7240530" y="201520"/>
                  </a:lnTo>
                  <a:lnTo>
                    <a:pt x="7240688" y="201520"/>
                  </a:lnTo>
                  <a:lnTo>
                    <a:pt x="7240846" y="201520"/>
                  </a:lnTo>
                  <a:lnTo>
                    <a:pt x="7241003" y="201520"/>
                  </a:lnTo>
                  <a:lnTo>
                    <a:pt x="7241161" y="201520"/>
                  </a:lnTo>
                  <a:lnTo>
                    <a:pt x="7241319" y="201520"/>
                  </a:lnTo>
                  <a:lnTo>
                    <a:pt x="7241477" y="201520"/>
                  </a:lnTo>
                  <a:lnTo>
                    <a:pt x="7241477" y="201090"/>
                  </a:lnTo>
                  <a:lnTo>
                    <a:pt x="7241634" y="201090"/>
                  </a:lnTo>
                  <a:lnTo>
                    <a:pt x="7241792" y="201090"/>
                  </a:lnTo>
                  <a:lnTo>
                    <a:pt x="7241950" y="201090"/>
                  </a:lnTo>
                  <a:lnTo>
                    <a:pt x="7242107" y="201090"/>
                  </a:lnTo>
                  <a:lnTo>
                    <a:pt x="7242265" y="201090"/>
                  </a:lnTo>
                  <a:lnTo>
                    <a:pt x="7242423" y="201090"/>
                  </a:lnTo>
                  <a:lnTo>
                    <a:pt x="7242581" y="201090"/>
                  </a:lnTo>
                  <a:lnTo>
                    <a:pt x="7242738" y="201090"/>
                  </a:lnTo>
                  <a:lnTo>
                    <a:pt x="7242738" y="200659"/>
                  </a:lnTo>
                  <a:lnTo>
                    <a:pt x="7242896" y="200659"/>
                  </a:lnTo>
                  <a:lnTo>
                    <a:pt x="7243054" y="200659"/>
                  </a:lnTo>
                  <a:lnTo>
                    <a:pt x="7243211" y="200659"/>
                  </a:lnTo>
                  <a:lnTo>
                    <a:pt x="7243369" y="200659"/>
                  </a:lnTo>
                  <a:lnTo>
                    <a:pt x="7243369" y="200229"/>
                  </a:lnTo>
                  <a:lnTo>
                    <a:pt x="7243527" y="200229"/>
                  </a:lnTo>
                  <a:lnTo>
                    <a:pt x="7243685" y="200229"/>
                  </a:lnTo>
                  <a:lnTo>
                    <a:pt x="7243842" y="200229"/>
                  </a:lnTo>
                  <a:lnTo>
                    <a:pt x="7244000" y="200229"/>
                  </a:lnTo>
                  <a:lnTo>
                    <a:pt x="7244158" y="200229"/>
                  </a:lnTo>
                  <a:lnTo>
                    <a:pt x="7244315" y="200229"/>
                  </a:lnTo>
                  <a:lnTo>
                    <a:pt x="7244473" y="200229"/>
                  </a:lnTo>
                  <a:lnTo>
                    <a:pt x="7244631" y="200229"/>
                  </a:lnTo>
                  <a:lnTo>
                    <a:pt x="7244789" y="200229"/>
                  </a:lnTo>
                  <a:lnTo>
                    <a:pt x="7244946" y="200229"/>
                  </a:lnTo>
                  <a:lnTo>
                    <a:pt x="7245104" y="200229"/>
                  </a:lnTo>
                  <a:lnTo>
                    <a:pt x="7245262" y="200229"/>
                  </a:lnTo>
                  <a:lnTo>
                    <a:pt x="7245419" y="200229"/>
                  </a:lnTo>
                  <a:lnTo>
                    <a:pt x="7245577" y="200229"/>
                  </a:lnTo>
                  <a:lnTo>
                    <a:pt x="7245735" y="200229"/>
                  </a:lnTo>
                  <a:lnTo>
                    <a:pt x="7245893" y="200229"/>
                  </a:lnTo>
                  <a:lnTo>
                    <a:pt x="7246050" y="200229"/>
                  </a:lnTo>
                  <a:lnTo>
                    <a:pt x="7246208" y="200229"/>
                  </a:lnTo>
                  <a:lnTo>
                    <a:pt x="7246366" y="200229"/>
                  </a:lnTo>
                  <a:lnTo>
                    <a:pt x="7246366" y="199798"/>
                  </a:lnTo>
                  <a:lnTo>
                    <a:pt x="7246524" y="199798"/>
                  </a:lnTo>
                  <a:lnTo>
                    <a:pt x="7246524" y="199367"/>
                  </a:lnTo>
                  <a:lnTo>
                    <a:pt x="7246681" y="199367"/>
                  </a:lnTo>
                  <a:lnTo>
                    <a:pt x="7246839" y="199367"/>
                  </a:lnTo>
                  <a:lnTo>
                    <a:pt x="7246997" y="199367"/>
                  </a:lnTo>
                  <a:lnTo>
                    <a:pt x="7247154" y="199367"/>
                  </a:lnTo>
                  <a:lnTo>
                    <a:pt x="7247312" y="199367"/>
                  </a:lnTo>
                  <a:lnTo>
                    <a:pt x="7247470" y="199367"/>
                  </a:lnTo>
                  <a:lnTo>
                    <a:pt x="7247628" y="199367"/>
                  </a:lnTo>
                  <a:lnTo>
                    <a:pt x="7247785" y="199367"/>
                  </a:lnTo>
                  <a:lnTo>
                    <a:pt x="7247943" y="199367"/>
                  </a:lnTo>
                  <a:lnTo>
                    <a:pt x="7248101" y="199367"/>
                  </a:lnTo>
                  <a:lnTo>
                    <a:pt x="7248258" y="199367"/>
                  </a:lnTo>
                  <a:lnTo>
                    <a:pt x="7248416" y="199367"/>
                  </a:lnTo>
                  <a:lnTo>
                    <a:pt x="7248574" y="199367"/>
                  </a:lnTo>
                  <a:lnTo>
                    <a:pt x="7248732" y="199367"/>
                  </a:lnTo>
                  <a:lnTo>
                    <a:pt x="7248889" y="199367"/>
                  </a:lnTo>
                  <a:lnTo>
                    <a:pt x="7249047" y="199367"/>
                  </a:lnTo>
                  <a:lnTo>
                    <a:pt x="7249205" y="199367"/>
                  </a:lnTo>
                  <a:lnTo>
                    <a:pt x="7249362" y="199367"/>
                  </a:lnTo>
                  <a:lnTo>
                    <a:pt x="7249362" y="198937"/>
                  </a:lnTo>
                  <a:lnTo>
                    <a:pt x="7249520" y="198937"/>
                  </a:lnTo>
                  <a:lnTo>
                    <a:pt x="7249678" y="198937"/>
                  </a:lnTo>
                  <a:lnTo>
                    <a:pt x="7249836" y="198937"/>
                  </a:lnTo>
                  <a:lnTo>
                    <a:pt x="7249993" y="198937"/>
                  </a:lnTo>
                  <a:lnTo>
                    <a:pt x="7250151" y="198937"/>
                  </a:lnTo>
                  <a:lnTo>
                    <a:pt x="7250309" y="198937"/>
                  </a:lnTo>
                  <a:lnTo>
                    <a:pt x="7250466" y="198937"/>
                  </a:lnTo>
                  <a:lnTo>
                    <a:pt x="7250624" y="198937"/>
                  </a:lnTo>
                  <a:lnTo>
                    <a:pt x="7250782" y="198937"/>
                  </a:lnTo>
                  <a:lnTo>
                    <a:pt x="7250782" y="198506"/>
                  </a:lnTo>
                  <a:lnTo>
                    <a:pt x="7250940" y="198506"/>
                  </a:lnTo>
                  <a:lnTo>
                    <a:pt x="7251097" y="198506"/>
                  </a:lnTo>
                  <a:lnTo>
                    <a:pt x="7251255" y="198506"/>
                  </a:lnTo>
                  <a:lnTo>
                    <a:pt x="7251413" y="198506"/>
                  </a:lnTo>
                  <a:lnTo>
                    <a:pt x="7251570" y="198506"/>
                  </a:lnTo>
                  <a:lnTo>
                    <a:pt x="7251728" y="198506"/>
                  </a:lnTo>
                  <a:lnTo>
                    <a:pt x="7251886" y="198506"/>
                  </a:lnTo>
                  <a:lnTo>
                    <a:pt x="7252044" y="198506"/>
                  </a:lnTo>
                  <a:lnTo>
                    <a:pt x="7252201" y="198506"/>
                  </a:lnTo>
                  <a:lnTo>
                    <a:pt x="7252359" y="198506"/>
                  </a:lnTo>
                  <a:lnTo>
                    <a:pt x="7252517" y="198506"/>
                  </a:lnTo>
                  <a:lnTo>
                    <a:pt x="7252675" y="198506"/>
                  </a:lnTo>
                  <a:lnTo>
                    <a:pt x="7252832" y="198506"/>
                  </a:lnTo>
                  <a:lnTo>
                    <a:pt x="7252990" y="198506"/>
                  </a:lnTo>
                  <a:lnTo>
                    <a:pt x="7253148" y="198506"/>
                  </a:lnTo>
                  <a:lnTo>
                    <a:pt x="7253148" y="198076"/>
                  </a:lnTo>
                  <a:lnTo>
                    <a:pt x="7253305" y="198076"/>
                  </a:lnTo>
                  <a:lnTo>
                    <a:pt x="7253463" y="198076"/>
                  </a:lnTo>
                  <a:lnTo>
                    <a:pt x="7253463" y="197645"/>
                  </a:lnTo>
                  <a:lnTo>
                    <a:pt x="7253621" y="197645"/>
                  </a:lnTo>
                  <a:lnTo>
                    <a:pt x="7253621" y="197214"/>
                  </a:lnTo>
                  <a:lnTo>
                    <a:pt x="7253621" y="196784"/>
                  </a:lnTo>
                  <a:lnTo>
                    <a:pt x="7253779" y="196784"/>
                  </a:lnTo>
                  <a:lnTo>
                    <a:pt x="7253936" y="196784"/>
                  </a:lnTo>
                  <a:lnTo>
                    <a:pt x="7254094" y="196784"/>
                  </a:lnTo>
                  <a:lnTo>
                    <a:pt x="7254252" y="196784"/>
                  </a:lnTo>
                  <a:lnTo>
                    <a:pt x="7254409" y="196784"/>
                  </a:lnTo>
                  <a:lnTo>
                    <a:pt x="7254567" y="196784"/>
                  </a:lnTo>
                  <a:lnTo>
                    <a:pt x="7254725" y="196784"/>
                  </a:lnTo>
                  <a:lnTo>
                    <a:pt x="7254883" y="196784"/>
                  </a:lnTo>
                  <a:lnTo>
                    <a:pt x="7255040" y="196784"/>
                  </a:lnTo>
                  <a:lnTo>
                    <a:pt x="7255198" y="196784"/>
                  </a:lnTo>
                  <a:lnTo>
                    <a:pt x="7255356" y="196784"/>
                  </a:lnTo>
                  <a:lnTo>
                    <a:pt x="7255513" y="196784"/>
                  </a:lnTo>
                  <a:lnTo>
                    <a:pt x="7255671" y="196784"/>
                  </a:lnTo>
                  <a:lnTo>
                    <a:pt x="7255829" y="196784"/>
                  </a:lnTo>
                  <a:lnTo>
                    <a:pt x="7255987" y="196784"/>
                  </a:lnTo>
                  <a:lnTo>
                    <a:pt x="7256144" y="196784"/>
                  </a:lnTo>
                  <a:lnTo>
                    <a:pt x="7256302" y="196784"/>
                  </a:lnTo>
                  <a:lnTo>
                    <a:pt x="7256460" y="196784"/>
                  </a:lnTo>
                  <a:lnTo>
                    <a:pt x="7256617" y="196784"/>
                  </a:lnTo>
                  <a:lnTo>
                    <a:pt x="7256617" y="196353"/>
                  </a:lnTo>
                  <a:lnTo>
                    <a:pt x="7256617" y="195923"/>
                  </a:lnTo>
                  <a:lnTo>
                    <a:pt x="7256775" y="195923"/>
                  </a:lnTo>
                  <a:lnTo>
                    <a:pt x="7256933" y="195923"/>
                  </a:lnTo>
                  <a:lnTo>
                    <a:pt x="7257091" y="195923"/>
                  </a:lnTo>
                  <a:lnTo>
                    <a:pt x="7257248" y="195923"/>
                  </a:lnTo>
                  <a:lnTo>
                    <a:pt x="7257406" y="195923"/>
                  </a:lnTo>
                  <a:lnTo>
                    <a:pt x="7257564" y="195923"/>
                  </a:lnTo>
                  <a:lnTo>
                    <a:pt x="7257722" y="195923"/>
                  </a:lnTo>
                  <a:lnTo>
                    <a:pt x="7257879" y="195923"/>
                  </a:lnTo>
                  <a:lnTo>
                    <a:pt x="7258037" y="195923"/>
                  </a:lnTo>
                  <a:lnTo>
                    <a:pt x="7258195" y="195923"/>
                  </a:lnTo>
                  <a:lnTo>
                    <a:pt x="7258352" y="195923"/>
                  </a:lnTo>
                  <a:lnTo>
                    <a:pt x="7258510" y="195923"/>
                  </a:lnTo>
                  <a:lnTo>
                    <a:pt x="7258668" y="195923"/>
                  </a:lnTo>
                  <a:lnTo>
                    <a:pt x="7258826" y="195923"/>
                  </a:lnTo>
                  <a:lnTo>
                    <a:pt x="7258983" y="195923"/>
                  </a:lnTo>
                  <a:lnTo>
                    <a:pt x="7259141" y="195923"/>
                  </a:lnTo>
                  <a:lnTo>
                    <a:pt x="7259299" y="195923"/>
                  </a:lnTo>
                  <a:lnTo>
                    <a:pt x="7259456" y="195923"/>
                  </a:lnTo>
                  <a:lnTo>
                    <a:pt x="7259614" y="195923"/>
                  </a:lnTo>
                  <a:lnTo>
                    <a:pt x="7259772" y="195923"/>
                  </a:lnTo>
                  <a:lnTo>
                    <a:pt x="7259930" y="195923"/>
                  </a:lnTo>
                  <a:lnTo>
                    <a:pt x="7260087" y="195923"/>
                  </a:lnTo>
                  <a:lnTo>
                    <a:pt x="7260245" y="195923"/>
                  </a:lnTo>
                  <a:lnTo>
                    <a:pt x="7260403" y="195923"/>
                  </a:lnTo>
                  <a:lnTo>
                    <a:pt x="7260560" y="195923"/>
                  </a:lnTo>
                  <a:lnTo>
                    <a:pt x="7260718" y="195923"/>
                  </a:lnTo>
                  <a:lnTo>
                    <a:pt x="7260876" y="195923"/>
                  </a:lnTo>
                  <a:lnTo>
                    <a:pt x="7261034" y="195923"/>
                  </a:lnTo>
                  <a:lnTo>
                    <a:pt x="7261191" y="195923"/>
                  </a:lnTo>
                  <a:lnTo>
                    <a:pt x="7261349" y="195923"/>
                  </a:lnTo>
                  <a:lnTo>
                    <a:pt x="7261507" y="195923"/>
                  </a:lnTo>
                  <a:lnTo>
                    <a:pt x="7261664" y="195923"/>
                  </a:lnTo>
                  <a:lnTo>
                    <a:pt x="7261664" y="195492"/>
                  </a:lnTo>
                  <a:lnTo>
                    <a:pt x="7261822" y="195492"/>
                  </a:lnTo>
                  <a:lnTo>
                    <a:pt x="7261980" y="195492"/>
                  </a:lnTo>
                  <a:lnTo>
                    <a:pt x="7261980" y="195061"/>
                  </a:lnTo>
                  <a:lnTo>
                    <a:pt x="7262138" y="195061"/>
                  </a:lnTo>
                  <a:lnTo>
                    <a:pt x="7262295" y="195061"/>
                  </a:lnTo>
                  <a:lnTo>
                    <a:pt x="7262453" y="195061"/>
                  </a:lnTo>
                  <a:lnTo>
                    <a:pt x="7262611" y="195061"/>
                  </a:lnTo>
                  <a:lnTo>
                    <a:pt x="7262768" y="195061"/>
                  </a:lnTo>
                  <a:lnTo>
                    <a:pt x="7262926" y="195061"/>
                  </a:lnTo>
                  <a:lnTo>
                    <a:pt x="7263084" y="195061"/>
                  </a:lnTo>
                  <a:lnTo>
                    <a:pt x="7263242" y="195061"/>
                  </a:lnTo>
                  <a:lnTo>
                    <a:pt x="7263399" y="195061"/>
                  </a:lnTo>
                  <a:lnTo>
                    <a:pt x="7263557" y="195061"/>
                  </a:lnTo>
                  <a:lnTo>
                    <a:pt x="7263715" y="195061"/>
                  </a:lnTo>
                  <a:lnTo>
                    <a:pt x="7263873" y="195061"/>
                  </a:lnTo>
                  <a:lnTo>
                    <a:pt x="7264030" y="195061"/>
                  </a:lnTo>
                  <a:lnTo>
                    <a:pt x="7264188" y="195061"/>
                  </a:lnTo>
                  <a:lnTo>
                    <a:pt x="7264346" y="195061"/>
                  </a:lnTo>
                  <a:lnTo>
                    <a:pt x="7264503" y="195061"/>
                  </a:lnTo>
                  <a:lnTo>
                    <a:pt x="7264661" y="195061"/>
                  </a:lnTo>
                  <a:lnTo>
                    <a:pt x="7264819" y="195061"/>
                  </a:lnTo>
                  <a:lnTo>
                    <a:pt x="7264977" y="195061"/>
                  </a:lnTo>
                  <a:lnTo>
                    <a:pt x="7265134" y="195061"/>
                  </a:lnTo>
                  <a:lnTo>
                    <a:pt x="7265292" y="195061"/>
                  </a:lnTo>
                  <a:lnTo>
                    <a:pt x="7265450" y="195061"/>
                  </a:lnTo>
                  <a:lnTo>
                    <a:pt x="7265607" y="195061"/>
                  </a:lnTo>
                  <a:lnTo>
                    <a:pt x="7265765" y="195061"/>
                  </a:lnTo>
                  <a:lnTo>
                    <a:pt x="7265923" y="195061"/>
                  </a:lnTo>
                  <a:lnTo>
                    <a:pt x="7266081" y="195061"/>
                  </a:lnTo>
                  <a:lnTo>
                    <a:pt x="7266238" y="195061"/>
                  </a:lnTo>
                  <a:lnTo>
                    <a:pt x="7266396" y="195061"/>
                  </a:lnTo>
                  <a:lnTo>
                    <a:pt x="7266554" y="195061"/>
                  </a:lnTo>
                  <a:lnTo>
                    <a:pt x="7266711" y="195061"/>
                  </a:lnTo>
                  <a:lnTo>
                    <a:pt x="7266869" y="195061"/>
                  </a:lnTo>
                  <a:lnTo>
                    <a:pt x="7267027" y="195061"/>
                  </a:lnTo>
                  <a:lnTo>
                    <a:pt x="7267185" y="195061"/>
                  </a:lnTo>
                  <a:lnTo>
                    <a:pt x="7267342" y="195061"/>
                  </a:lnTo>
                  <a:lnTo>
                    <a:pt x="7267500" y="195061"/>
                  </a:lnTo>
                  <a:lnTo>
                    <a:pt x="7267658" y="195061"/>
                  </a:lnTo>
                  <a:lnTo>
                    <a:pt x="7267815" y="195061"/>
                  </a:lnTo>
                  <a:lnTo>
                    <a:pt x="7267973" y="195061"/>
                  </a:lnTo>
                  <a:lnTo>
                    <a:pt x="7268131" y="195061"/>
                  </a:lnTo>
                  <a:lnTo>
                    <a:pt x="7268289" y="195061"/>
                  </a:lnTo>
                  <a:lnTo>
                    <a:pt x="7268446" y="195061"/>
                  </a:lnTo>
                  <a:lnTo>
                    <a:pt x="7268604" y="195061"/>
                  </a:lnTo>
                  <a:lnTo>
                    <a:pt x="7268762" y="195061"/>
                  </a:lnTo>
                  <a:lnTo>
                    <a:pt x="7268920" y="195061"/>
                  </a:lnTo>
                  <a:lnTo>
                    <a:pt x="7269077" y="195061"/>
                  </a:lnTo>
                  <a:lnTo>
                    <a:pt x="7269235" y="195061"/>
                  </a:lnTo>
                  <a:lnTo>
                    <a:pt x="7269235" y="194631"/>
                  </a:lnTo>
                  <a:lnTo>
                    <a:pt x="7269393" y="194631"/>
                  </a:lnTo>
                  <a:lnTo>
                    <a:pt x="7269550" y="194631"/>
                  </a:lnTo>
                  <a:lnTo>
                    <a:pt x="7269708" y="194631"/>
                  </a:lnTo>
                  <a:lnTo>
                    <a:pt x="7269866" y="194631"/>
                  </a:lnTo>
                  <a:lnTo>
                    <a:pt x="7270024" y="194631"/>
                  </a:lnTo>
                  <a:lnTo>
                    <a:pt x="7270181" y="194631"/>
                  </a:lnTo>
                  <a:lnTo>
                    <a:pt x="7270339" y="194631"/>
                  </a:lnTo>
                  <a:lnTo>
                    <a:pt x="7270497" y="194631"/>
                  </a:lnTo>
                  <a:lnTo>
                    <a:pt x="7270654" y="194631"/>
                  </a:lnTo>
                  <a:lnTo>
                    <a:pt x="7270812" y="194631"/>
                  </a:lnTo>
                  <a:lnTo>
                    <a:pt x="7270812" y="194200"/>
                  </a:lnTo>
                  <a:lnTo>
                    <a:pt x="7270812" y="193770"/>
                  </a:lnTo>
                  <a:lnTo>
                    <a:pt x="7270970" y="193770"/>
                  </a:lnTo>
                  <a:lnTo>
                    <a:pt x="7271128" y="193770"/>
                  </a:lnTo>
                  <a:lnTo>
                    <a:pt x="7271285" y="193770"/>
                  </a:lnTo>
                  <a:lnTo>
                    <a:pt x="7271443" y="193770"/>
                  </a:lnTo>
                  <a:lnTo>
                    <a:pt x="7271601" y="193770"/>
                  </a:lnTo>
                  <a:lnTo>
                    <a:pt x="7271758" y="193770"/>
                  </a:lnTo>
                  <a:lnTo>
                    <a:pt x="7271916" y="193770"/>
                  </a:lnTo>
                  <a:lnTo>
                    <a:pt x="7272074" y="193770"/>
                  </a:lnTo>
                  <a:lnTo>
                    <a:pt x="7272232" y="193770"/>
                  </a:lnTo>
                  <a:lnTo>
                    <a:pt x="7272389" y="193770"/>
                  </a:lnTo>
                  <a:lnTo>
                    <a:pt x="7272389" y="193339"/>
                  </a:lnTo>
                  <a:lnTo>
                    <a:pt x="7272547" y="193339"/>
                  </a:lnTo>
                  <a:lnTo>
                    <a:pt x="7272705" y="193339"/>
                  </a:lnTo>
                  <a:lnTo>
                    <a:pt x="7272862" y="193339"/>
                  </a:lnTo>
                  <a:lnTo>
                    <a:pt x="7273020" y="193339"/>
                  </a:lnTo>
                  <a:lnTo>
                    <a:pt x="7273178" y="193339"/>
                  </a:lnTo>
                  <a:lnTo>
                    <a:pt x="7273336" y="193339"/>
                  </a:lnTo>
                  <a:lnTo>
                    <a:pt x="7273493" y="193339"/>
                  </a:lnTo>
                  <a:lnTo>
                    <a:pt x="7273651" y="193339"/>
                  </a:lnTo>
                  <a:lnTo>
                    <a:pt x="7273809" y="193339"/>
                  </a:lnTo>
                  <a:lnTo>
                    <a:pt x="7273966" y="193339"/>
                  </a:lnTo>
                  <a:lnTo>
                    <a:pt x="7274124" y="193339"/>
                  </a:lnTo>
                  <a:lnTo>
                    <a:pt x="7274282" y="193339"/>
                  </a:lnTo>
                  <a:lnTo>
                    <a:pt x="7274282" y="192908"/>
                  </a:lnTo>
                  <a:lnTo>
                    <a:pt x="7274440" y="192908"/>
                  </a:lnTo>
                  <a:lnTo>
                    <a:pt x="7274597" y="192908"/>
                  </a:lnTo>
                  <a:lnTo>
                    <a:pt x="7274755" y="192908"/>
                  </a:lnTo>
                  <a:lnTo>
                    <a:pt x="7274913" y="192908"/>
                  </a:lnTo>
                  <a:lnTo>
                    <a:pt x="7275071" y="192908"/>
                  </a:lnTo>
                  <a:lnTo>
                    <a:pt x="7275228" y="192908"/>
                  </a:lnTo>
                  <a:lnTo>
                    <a:pt x="7275386" y="192908"/>
                  </a:lnTo>
                  <a:lnTo>
                    <a:pt x="7275544" y="192908"/>
                  </a:lnTo>
                  <a:lnTo>
                    <a:pt x="7275701" y="192908"/>
                  </a:lnTo>
                  <a:lnTo>
                    <a:pt x="7275859" y="192908"/>
                  </a:lnTo>
                  <a:lnTo>
                    <a:pt x="7276017" y="192908"/>
                  </a:lnTo>
                  <a:lnTo>
                    <a:pt x="7276175" y="192908"/>
                  </a:lnTo>
                  <a:lnTo>
                    <a:pt x="7276332" y="192908"/>
                  </a:lnTo>
                  <a:lnTo>
                    <a:pt x="7276490" y="192908"/>
                  </a:lnTo>
                  <a:lnTo>
                    <a:pt x="7276648" y="192908"/>
                  </a:lnTo>
                  <a:lnTo>
                    <a:pt x="7276805" y="192908"/>
                  </a:lnTo>
                  <a:lnTo>
                    <a:pt x="7276963" y="192908"/>
                  </a:lnTo>
                  <a:lnTo>
                    <a:pt x="7277121" y="192908"/>
                  </a:lnTo>
                  <a:lnTo>
                    <a:pt x="7277279" y="192908"/>
                  </a:lnTo>
                  <a:lnTo>
                    <a:pt x="7277436" y="192908"/>
                  </a:lnTo>
                  <a:lnTo>
                    <a:pt x="7277594" y="192908"/>
                  </a:lnTo>
                  <a:lnTo>
                    <a:pt x="7277594" y="192478"/>
                  </a:lnTo>
                  <a:lnTo>
                    <a:pt x="7277752" y="192478"/>
                  </a:lnTo>
                  <a:lnTo>
                    <a:pt x="7277909" y="192478"/>
                  </a:lnTo>
                  <a:lnTo>
                    <a:pt x="7278067" y="192478"/>
                  </a:lnTo>
                  <a:lnTo>
                    <a:pt x="7278225" y="192478"/>
                  </a:lnTo>
                  <a:lnTo>
                    <a:pt x="7278383" y="192478"/>
                  </a:lnTo>
                  <a:lnTo>
                    <a:pt x="7278540" y="192478"/>
                  </a:lnTo>
                  <a:lnTo>
                    <a:pt x="7278698" y="192478"/>
                  </a:lnTo>
                  <a:lnTo>
                    <a:pt x="7278856" y="192478"/>
                  </a:lnTo>
                  <a:lnTo>
                    <a:pt x="7279013" y="192478"/>
                  </a:lnTo>
                  <a:lnTo>
                    <a:pt x="7279171" y="192478"/>
                  </a:lnTo>
                  <a:lnTo>
                    <a:pt x="7279329" y="192478"/>
                  </a:lnTo>
                  <a:lnTo>
                    <a:pt x="7279487" y="192478"/>
                  </a:lnTo>
                  <a:lnTo>
                    <a:pt x="7279644" y="192478"/>
                  </a:lnTo>
                  <a:lnTo>
                    <a:pt x="7279644" y="192047"/>
                  </a:lnTo>
                  <a:lnTo>
                    <a:pt x="7279802" y="192047"/>
                  </a:lnTo>
                  <a:lnTo>
                    <a:pt x="7279960" y="192047"/>
                  </a:lnTo>
                  <a:lnTo>
                    <a:pt x="7279960" y="191617"/>
                  </a:lnTo>
                  <a:lnTo>
                    <a:pt x="7280118" y="191617"/>
                  </a:lnTo>
                  <a:lnTo>
                    <a:pt x="7280275" y="191617"/>
                  </a:lnTo>
                  <a:lnTo>
                    <a:pt x="7280433" y="191617"/>
                  </a:lnTo>
                  <a:lnTo>
                    <a:pt x="7280591" y="191617"/>
                  </a:lnTo>
                  <a:lnTo>
                    <a:pt x="7280748" y="191617"/>
                  </a:lnTo>
                  <a:lnTo>
                    <a:pt x="7280906" y="191617"/>
                  </a:lnTo>
                  <a:lnTo>
                    <a:pt x="7281064" y="191617"/>
                  </a:lnTo>
                  <a:lnTo>
                    <a:pt x="7281222" y="191617"/>
                  </a:lnTo>
                  <a:lnTo>
                    <a:pt x="7281222" y="191186"/>
                  </a:lnTo>
                  <a:lnTo>
                    <a:pt x="7281379" y="191186"/>
                  </a:lnTo>
                  <a:lnTo>
                    <a:pt x="7281537" y="191186"/>
                  </a:lnTo>
                  <a:lnTo>
                    <a:pt x="7281695" y="191186"/>
                  </a:lnTo>
                  <a:lnTo>
                    <a:pt x="7281852" y="191186"/>
                  </a:lnTo>
                  <a:lnTo>
                    <a:pt x="7282010" y="191186"/>
                  </a:lnTo>
                  <a:lnTo>
                    <a:pt x="7282168" y="191186"/>
                  </a:lnTo>
                  <a:lnTo>
                    <a:pt x="7282326" y="191186"/>
                  </a:lnTo>
                  <a:lnTo>
                    <a:pt x="7282483" y="191186"/>
                  </a:lnTo>
                  <a:lnTo>
                    <a:pt x="7282641" y="191186"/>
                  </a:lnTo>
                  <a:lnTo>
                    <a:pt x="7282799" y="191186"/>
                  </a:lnTo>
                  <a:lnTo>
                    <a:pt x="7282956" y="191186"/>
                  </a:lnTo>
                  <a:lnTo>
                    <a:pt x="7283114" y="191186"/>
                  </a:lnTo>
                  <a:lnTo>
                    <a:pt x="7283272" y="191186"/>
                  </a:lnTo>
                  <a:lnTo>
                    <a:pt x="7283430" y="191186"/>
                  </a:lnTo>
                  <a:lnTo>
                    <a:pt x="7283587" y="191186"/>
                  </a:lnTo>
                  <a:lnTo>
                    <a:pt x="7283745" y="191186"/>
                  </a:lnTo>
                  <a:lnTo>
                    <a:pt x="7283903" y="191186"/>
                  </a:lnTo>
                  <a:lnTo>
                    <a:pt x="7284060" y="191186"/>
                  </a:lnTo>
                  <a:lnTo>
                    <a:pt x="7284218" y="191186"/>
                  </a:lnTo>
                  <a:lnTo>
                    <a:pt x="7284376" y="191186"/>
                  </a:lnTo>
                  <a:lnTo>
                    <a:pt x="7284534" y="191186"/>
                  </a:lnTo>
                  <a:lnTo>
                    <a:pt x="7284691" y="191186"/>
                  </a:lnTo>
                  <a:lnTo>
                    <a:pt x="7284849" y="191186"/>
                  </a:lnTo>
                  <a:lnTo>
                    <a:pt x="7285007" y="191186"/>
                  </a:lnTo>
                  <a:lnTo>
                    <a:pt x="7285164" y="191186"/>
                  </a:lnTo>
                  <a:lnTo>
                    <a:pt x="7285322" y="191186"/>
                  </a:lnTo>
                  <a:lnTo>
                    <a:pt x="7285480" y="191186"/>
                  </a:lnTo>
                  <a:lnTo>
                    <a:pt x="7285638" y="191186"/>
                  </a:lnTo>
                  <a:lnTo>
                    <a:pt x="7285795" y="191186"/>
                  </a:lnTo>
                  <a:lnTo>
                    <a:pt x="7285953" y="191186"/>
                  </a:lnTo>
                  <a:lnTo>
                    <a:pt x="7286111" y="191186"/>
                  </a:lnTo>
                  <a:lnTo>
                    <a:pt x="7286269" y="191186"/>
                  </a:lnTo>
                  <a:lnTo>
                    <a:pt x="7286426" y="191186"/>
                  </a:lnTo>
                  <a:lnTo>
                    <a:pt x="7286584" y="191186"/>
                  </a:lnTo>
                  <a:lnTo>
                    <a:pt x="7286742" y="191186"/>
                  </a:lnTo>
                  <a:lnTo>
                    <a:pt x="7286899" y="191186"/>
                  </a:lnTo>
                  <a:lnTo>
                    <a:pt x="7286899" y="190755"/>
                  </a:lnTo>
                  <a:lnTo>
                    <a:pt x="7287057" y="190755"/>
                  </a:lnTo>
                  <a:lnTo>
                    <a:pt x="7287215" y="190755"/>
                  </a:lnTo>
                  <a:lnTo>
                    <a:pt x="7287373" y="190755"/>
                  </a:lnTo>
                  <a:lnTo>
                    <a:pt x="7287530" y="190755"/>
                  </a:lnTo>
                  <a:lnTo>
                    <a:pt x="7287688" y="190755"/>
                  </a:lnTo>
                  <a:lnTo>
                    <a:pt x="7287846" y="190755"/>
                  </a:lnTo>
                  <a:lnTo>
                    <a:pt x="7287846" y="190325"/>
                  </a:lnTo>
                  <a:lnTo>
                    <a:pt x="7288003" y="190325"/>
                  </a:lnTo>
                  <a:lnTo>
                    <a:pt x="7288161" y="190325"/>
                  </a:lnTo>
                  <a:lnTo>
                    <a:pt x="7288319" y="190325"/>
                  </a:lnTo>
                  <a:lnTo>
                    <a:pt x="7288477" y="190325"/>
                  </a:lnTo>
                  <a:lnTo>
                    <a:pt x="7288634" y="190325"/>
                  </a:lnTo>
                  <a:lnTo>
                    <a:pt x="7288792" y="190325"/>
                  </a:lnTo>
                  <a:lnTo>
                    <a:pt x="7288950" y="190325"/>
                  </a:lnTo>
                  <a:lnTo>
                    <a:pt x="7289107" y="190325"/>
                  </a:lnTo>
                  <a:lnTo>
                    <a:pt x="7289265" y="190325"/>
                  </a:lnTo>
                  <a:lnTo>
                    <a:pt x="7289423" y="190325"/>
                  </a:lnTo>
                  <a:lnTo>
                    <a:pt x="7289423" y="189894"/>
                  </a:lnTo>
                  <a:lnTo>
                    <a:pt x="7289423" y="189464"/>
                  </a:lnTo>
                  <a:lnTo>
                    <a:pt x="7289581" y="189464"/>
                  </a:lnTo>
                  <a:lnTo>
                    <a:pt x="7289738" y="189464"/>
                  </a:lnTo>
                  <a:lnTo>
                    <a:pt x="7289896" y="189464"/>
                  </a:lnTo>
                  <a:lnTo>
                    <a:pt x="7290054" y="189464"/>
                  </a:lnTo>
                  <a:lnTo>
                    <a:pt x="7290211" y="189464"/>
                  </a:lnTo>
                  <a:lnTo>
                    <a:pt x="7290369" y="189464"/>
                  </a:lnTo>
                  <a:lnTo>
                    <a:pt x="7290527" y="189464"/>
                  </a:lnTo>
                  <a:lnTo>
                    <a:pt x="7290527" y="189033"/>
                  </a:lnTo>
                  <a:lnTo>
                    <a:pt x="7290685" y="189033"/>
                  </a:lnTo>
                  <a:lnTo>
                    <a:pt x="7290842" y="189033"/>
                  </a:lnTo>
                  <a:lnTo>
                    <a:pt x="7291000" y="189033"/>
                  </a:lnTo>
                  <a:lnTo>
                    <a:pt x="7291158" y="189033"/>
                  </a:lnTo>
                  <a:lnTo>
                    <a:pt x="7291316" y="189033"/>
                  </a:lnTo>
                  <a:lnTo>
                    <a:pt x="7291473" y="189033"/>
                  </a:lnTo>
                  <a:lnTo>
                    <a:pt x="7291631" y="189033"/>
                  </a:lnTo>
                  <a:lnTo>
                    <a:pt x="7291789" y="189033"/>
                  </a:lnTo>
                  <a:lnTo>
                    <a:pt x="7291946" y="189033"/>
                  </a:lnTo>
                  <a:lnTo>
                    <a:pt x="7292104" y="189033"/>
                  </a:lnTo>
                  <a:lnTo>
                    <a:pt x="7292262" y="189033"/>
                  </a:lnTo>
                  <a:lnTo>
                    <a:pt x="7292420" y="189033"/>
                  </a:lnTo>
                  <a:lnTo>
                    <a:pt x="7292577" y="189033"/>
                  </a:lnTo>
                  <a:lnTo>
                    <a:pt x="7292735" y="189033"/>
                  </a:lnTo>
                  <a:lnTo>
                    <a:pt x="7292893" y="189033"/>
                  </a:lnTo>
                  <a:lnTo>
                    <a:pt x="7293050" y="189033"/>
                  </a:lnTo>
                  <a:lnTo>
                    <a:pt x="7293208" y="189033"/>
                  </a:lnTo>
                  <a:lnTo>
                    <a:pt x="7293366" y="189033"/>
                  </a:lnTo>
                  <a:lnTo>
                    <a:pt x="7293524" y="189033"/>
                  </a:lnTo>
                  <a:lnTo>
                    <a:pt x="7293681" y="189033"/>
                  </a:lnTo>
                  <a:lnTo>
                    <a:pt x="7293681" y="188602"/>
                  </a:lnTo>
                  <a:lnTo>
                    <a:pt x="7293839" y="188602"/>
                  </a:lnTo>
                  <a:lnTo>
                    <a:pt x="7293997" y="188602"/>
                  </a:lnTo>
                  <a:lnTo>
                    <a:pt x="7294154" y="188602"/>
                  </a:lnTo>
                  <a:lnTo>
                    <a:pt x="7294154" y="188172"/>
                  </a:lnTo>
                  <a:lnTo>
                    <a:pt x="7294312" y="188172"/>
                  </a:lnTo>
                  <a:lnTo>
                    <a:pt x="7294470" y="188172"/>
                  </a:lnTo>
                  <a:lnTo>
                    <a:pt x="7294628" y="188172"/>
                  </a:lnTo>
                  <a:lnTo>
                    <a:pt x="7294628" y="187741"/>
                  </a:lnTo>
                  <a:lnTo>
                    <a:pt x="7294785" y="187741"/>
                  </a:lnTo>
                  <a:lnTo>
                    <a:pt x="7294785" y="187311"/>
                  </a:lnTo>
                  <a:lnTo>
                    <a:pt x="7294943" y="187311"/>
                  </a:lnTo>
                  <a:lnTo>
                    <a:pt x="7295101" y="187311"/>
                  </a:lnTo>
                  <a:lnTo>
                    <a:pt x="7295258" y="187311"/>
                  </a:lnTo>
                  <a:lnTo>
                    <a:pt x="7295416" y="187311"/>
                  </a:lnTo>
                  <a:lnTo>
                    <a:pt x="7295574" y="187311"/>
                  </a:lnTo>
                  <a:lnTo>
                    <a:pt x="7295732" y="187311"/>
                  </a:lnTo>
                  <a:lnTo>
                    <a:pt x="7295889" y="187311"/>
                  </a:lnTo>
                  <a:lnTo>
                    <a:pt x="7295889" y="186880"/>
                  </a:lnTo>
                  <a:lnTo>
                    <a:pt x="7296047" y="186880"/>
                  </a:lnTo>
                  <a:lnTo>
                    <a:pt x="7296047" y="186449"/>
                  </a:lnTo>
                  <a:lnTo>
                    <a:pt x="7296205" y="186449"/>
                  </a:lnTo>
                  <a:lnTo>
                    <a:pt x="7296362" y="186449"/>
                  </a:lnTo>
                  <a:lnTo>
                    <a:pt x="7296520" y="186449"/>
                  </a:lnTo>
                  <a:lnTo>
                    <a:pt x="7296678" y="186449"/>
                  </a:lnTo>
                  <a:lnTo>
                    <a:pt x="7296836" y="186449"/>
                  </a:lnTo>
                  <a:lnTo>
                    <a:pt x="7296993" y="186449"/>
                  </a:lnTo>
                  <a:lnTo>
                    <a:pt x="7297151" y="186449"/>
                  </a:lnTo>
                  <a:lnTo>
                    <a:pt x="7297151" y="186019"/>
                  </a:lnTo>
                  <a:lnTo>
                    <a:pt x="7297309" y="186019"/>
                  </a:lnTo>
                  <a:lnTo>
                    <a:pt x="7297467" y="186019"/>
                  </a:lnTo>
                  <a:lnTo>
                    <a:pt x="7297624" y="186019"/>
                  </a:lnTo>
                  <a:lnTo>
                    <a:pt x="7297782" y="186019"/>
                  </a:lnTo>
                  <a:lnTo>
                    <a:pt x="7297940" y="186019"/>
                  </a:lnTo>
                  <a:lnTo>
                    <a:pt x="7298097" y="186019"/>
                  </a:lnTo>
                  <a:lnTo>
                    <a:pt x="7298255" y="186019"/>
                  </a:lnTo>
                  <a:lnTo>
                    <a:pt x="7298413" y="186019"/>
                  </a:lnTo>
                  <a:lnTo>
                    <a:pt x="7298571" y="186019"/>
                  </a:lnTo>
                  <a:lnTo>
                    <a:pt x="7298728" y="186019"/>
                  </a:lnTo>
                  <a:lnTo>
                    <a:pt x="7298886" y="186019"/>
                  </a:lnTo>
                  <a:lnTo>
                    <a:pt x="7299044" y="186019"/>
                  </a:lnTo>
                  <a:lnTo>
                    <a:pt x="7299201" y="186019"/>
                  </a:lnTo>
                  <a:lnTo>
                    <a:pt x="7299359" y="186019"/>
                  </a:lnTo>
                  <a:lnTo>
                    <a:pt x="7299517" y="186019"/>
                  </a:lnTo>
                  <a:lnTo>
                    <a:pt x="7299675" y="186019"/>
                  </a:lnTo>
                  <a:lnTo>
                    <a:pt x="7299832" y="186019"/>
                  </a:lnTo>
                  <a:lnTo>
                    <a:pt x="7299990" y="186019"/>
                  </a:lnTo>
                  <a:lnTo>
                    <a:pt x="7300148" y="186019"/>
                  </a:lnTo>
                  <a:lnTo>
                    <a:pt x="7300305" y="186019"/>
                  </a:lnTo>
                  <a:lnTo>
                    <a:pt x="7300463" y="186019"/>
                  </a:lnTo>
                  <a:lnTo>
                    <a:pt x="7300621" y="186019"/>
                  </a:lnTo>
                  <a:lnTo>
                    <a:pt x="7300779" y="186019"/>
                  </a:lnTo>
                  <a:lnTo>
                    <a:pt x="7300936" y="186019"/>
                  </a:lnTo>
                  <a:lnTo>
                    <a:pt x="7301094" y="186019"/>
                  </a:lnTo>
                  <a:lnTo>
                    <a:pt x="7301252" y="186019"/>
                  </a:lnTo>
                  <a:lnTo>
                    <a:pt x="7301409" y="186019"/>
                  </a:lnTo>
                  <a:lnTo>
                    <a:pt x="7301567" y="186019"/>
                  </a:lnTo>
                  <a:lnTo>
                    <a:pt x="7301725" y="186019"/>
                  </a:lnTo>
                  <a:lnTo>
                    <a:pt x="7301883" y="186019"/>
                  </a:lnTo>
                  <a:lnTo>
                    <a:pt x="7302040" y="186019"/>
                  </a:lnTo>
                  <a:lnTo>
                    <a:pt x="7302198" y="186019"/>
                  </a:lnTo>
                  <a:lnTo>
                    <a:pt x="7302356" y="186019"/>
                  </a:lnTo>
                  <a:lnTo>
                    <a:pt x="7302514" y="186019"/>
                  </a:lnTo>
                  <a:lnTo>
                    <a:pt x="7302671" y="186019"/>
                  </a:lnTo>
                  <a:lnTo>
                    <a:pt x="7302829" y="186019"/>
                  </a:lnTo>
                  <a:lnTo>
                    <a:pt x="7302987" y="186019"/>
                  </a:lnTo>
                  <a:lnTo>
                    <a:pt x="7302987" y="185588"/>
                  </a:lnTo>
                  <a:lnTo>
                    <a:pt x="7303144" y="185588"/>
                  </a:lnTo>
                  <a:lnTo>
                    <a:pt x="7303302" y="185588"/>
                  </a:lnTo>
                  <a:lnTo>
                    <a:pt x="7303460" y="185588"/>
                  </a:lnTo>
                  <a:lnTo>
                    <a:pt x="7303618" y="185588"/>
                  </a:lnTo>
                  <a:lnTo>
                    <a:pt x="7303775" y="185588"/>
                  </a:lnTo>
                  <a:lnTo>
                    <a:pt x="7303933" y="185588"/>
                  </a:lnTo>
                  <a:lnTo>
                    <a:pt x="7304091" y="185588"/>
                  </a:lnTo>
                  <a:lnTo>
                    <a:pt x="7304248" y="185588"/>
                  </a:lnTo>
                  <a:lnTo>
                    <a:pt x="7304406" y="185588"/>
                  </a:lnTo>
                  <a:lnTo>
                    <a:pt x="7304564" y="185588"/>
                  </a:lnTo>
                  <a:lnTo>
                    <a:pt x="7304722" y="185588"/>
                  </a:lnTo>
                  <a:lnTo>
                    <a:pt x="7304879" y="185588"/>
                  </a:lnTo>
                  <a:lnTo>
                    <a:pt x="7305037" y="185588"/>
                  </a:lnTo>
                  <a:lnTo>
                    <a:pt x="7305195" y="185588"/>
                  </a:lnTo>
                  <a:lnTo>
                    <a:pt x="7305352" y="185588"/>
                  </a:lnTo>
                  <a:lnTo>
                    <a:pt x="7305510" y="185588"/>
                  </a:lnTo>
                  <a:lnTo>
                    <a:pt x="7305668" y="185588"/>
                  </a:lnTo>
                  <a:lnTo>
                    <a:pt x="7305826" y="185588"/>
                  </a:lnTo>
                  <a:lnTo>
                    <a:pt x="7305983" y="185588"/>
                  </a:lnTo>
                  <a:lnTo>
                    <a:pt x="7306141" y="185588"/>
                  </a:lnTo>
                  <a:lnTo>
                    <a:pt x="7306299" y="185588"/>
                  </a:lnTo>
                  <a:lnTo>
                    <a:pt x="7306299" y="185158"/>
                  </a:lnTo>
                  <a:lnTo>
                    <a:pt x="7306456" y="185158"/>
                  </a:lnTo>
                  <a:lnTo>
                    <a:pt x="7306614" y="185158"/>
                  </a:lnTo>
                  <a:lnTo>
                    <a:pt x="7306772" y="185158"/>
                  </a:lnTo>
                  <a:lnTo>
                    <a:pt x="7306930" y="185158"/>
                  </a:lnTo>
                  <a:lnTo>
                    <a:pt x="7307087" y="185158"/>
                  </a:lnTo>
                  <a:lnTo>
                    <a:pt x="7307087" y="184727"/>
                  </a:lnTo>
                  <a:lnTo>
                    <a:pt x="7307245" y="184727"/>
                  </a:lnTo>
                  <a:lnTo>
                    <a:pt x="7307403" y="184727"/>
                  </a:lnTo>
                  <a:lnTo>
                    <a:pt x="7307403" y="184296"/>
                  </a:lnTo>
                  <a:lnTo>
                    <a:pt x="7307560" y="184296"/>
                  </a:lnTo>
                  <a:lnTo>
                    <a:pt x="7307718" y="184296"/>
                  </a:lnTo>
                  <a:lnTo>
                    <a:pt x="7307876" y="184296"/>
                  </a:lnTo>
                  <a:lnTo>
                    <a:pt x="7308034" y="184296"/>
                  </a:lnTo>
                  <a:lnTo>
                    <a:pt x="7308191" y="184296"/>
                  </a:lnTo>
                  <a:lnTo>
                    <a:pt x="7308349" y="184296"/>
                  </a:lnTo>
                  <a:lnTo>
                    <a:pt x="7308507" y="184296"/>
                  </a:lnTo>
                  <a:lnTo>
                    <a:pt x="7308665" y="184296"/>
                  </a:lnTo>
                  <a:lnTo>
                    <a:pt x="7308822" y="184296"/>
                  </a:lnTo>
                  <a:lnTo>
                    <a:pt x="7308980" y="184296"/>
                  </a:lnTo>
                  <a:lnTo>
                    <a:pt x="7309138" y="184296"/>
                  </a:lnTo>
                  <a:lnTo>
                    <a:pt x="7309295" y="184296"/>
                  </a:lnTo>
                  <a:lnTo>
                    <a:pt x="7309453" y="184296"/>
                  </a:lnTo>
                  <a:lnTo>
                    <a:pt x="7309611" y="184296"/>
                  </a:lnTo>
                  <a:lnTo>
                    <a:pt x="7309769" y="184296"/>
                  </a:lnTo>
                  <a:lnTo>
                    <a:pt x="7309769" y="183866"/>
                  </a:lnTo>
                  <a:lnTo>
                    <a:pt x="7309926" y="183866"/>
                  </a:lnTo>
                  <a:lnTo>
                    <a:pt x="7310084" y="183866"/>
                  </a:lnTo>
                  <a:lnTo>
                    <a:pt x="7310242" y="183866"/>
                  </a:lnTo>
                  <a:lnTo>
                    <a:pt x="7310399" y="183866"/>
                  </a:lnTo>
                  <a:lnTo>
                    <a:pt x="7310557" y="183866"/>
                  </a:lnTo>
                  <a:lnTo>
                    <a:pt x="7310715" y="183866"/>
                  </a:lnTo>
                  <a:lnTo>
                    <a:pt x="7310873" y="183866"/>
                  </a:lnTo>
                  <a:lnTo>
                    <a:pt x="7311030" y="183866"/>
                  </a:lnTo>
                  <a:lnTo>
                    <a:pt x="7311188" y="183866"/>
                  </a:lnTo>
                  <a:lnTo>
                    <a:pt x="7311346" y="183866"/>
                  </a:lnTo>
                  <a:lnTo>
                    <a:pt x="7311503" y="183866"/>
                  </a:lnTo>
                  <a:lnTo>
                    <a:pt x="7311661" y="183866"/>
                  </a:lnTo>
                  <a:lnTo>
                    <a:pt x="7311819" y="183866"/>
                  </a:lnTo>
                  <a:lnTo>
                    <a:pt x="7311977" y="183866"/>
                  </a:lnTo>
                  <a:lnTo>
                    <a:pt x="7312134" y="183866"/>
                  </a:lnTo>
                  <a:lnTo>
                    <a:pt x="7312292" y="183866"/>
                  </a:lnTo>
                  <a:lnTo>
                    <a:pt x="7312450" y="183866"/>
                  </a:lnTo>
                  <a:lnTo>
                    <a:pt x="7312607" y="183866"/>
                  </a:lnTo>
                  <a:lnTo>
                    <a:pt x="7312765" y="183866"/>
                  </a:lnTo>
                  <a:lnTo>
                    <a:pt x="7312923" y="183866"/>
                  </a:lnTo>
                  <a:lnTo>
                    <a:pt x="7313081" y="183866"/>
                  </a:lnTo>
                  <a:lnTo>
                    <a:pt x="7313238" y="183866"/>
                  </a:lnTo>
                  <a:lnTo>
                    <a:pt x="7313396" y="183866"/>
                  </a:lnTo>
                  <a:lnTo>
                    <a:pt x="7313554" y="183866"/>
                  </a:lnTo>
                  <a:lnTo>
                    <a:pt x="7313711" y="183866"/>
                  </a:lnTo>
                  <a:lnTo>
                    <a:pt x="7313869" y="183866"/>
                  </a:lnTo>
                  <a:lnTo>
                    <a:pt x="7314027" y="183866"/>
                  </a:lnTo>
                  <a:lnTo>
                    <a:pt x="7314185" y="183866"/>
                  </a:lnTo>
                  <a:lnTo>
                    <a:pt x="7314342" y="183866"/>
                  </a:lnTo>
                  <a:lnTo>
                    <a:pt x="7314500" y="183866"/>
                  </a:lnTo>
                  <a:lnTo>
                    <a:pt x="7314658" y="183866"/>
                  </a:lnTo>
                  <a:lnTo>
                    <a:pt x="7314816" y="183866"/>
                  </a:lnTo>
                  <a:lnTo>
                    <a:pt x="7314973" y="183866"/>
                  </a:lnTo>
                  <a:lnTo>
                    <a:pt x="7315131" y="183866"/>
                  </a:lnTo>
                  <a:lnTo>
                    <a:pt x="7315289" y="183866"/>
                  </a:lnTo>
                  <a:lnTo>
                    <a:pt x="7315446" y="183866"/>
                  </a:lnTo>
                  <a:lnTo>
                    <a:pt x="7315604" y="183866"/>
                  </a:lnTo>
                  <a:lnTo>
                    <a:pt x="7315762" y="183866"/>
                  </a:lnTo>
                  <a:lnTo>
                    <a:pt x="7315920" y="183866"/>
                  </a:lnTo>
                  <a:lnTo>
                    <a:pt x="7316077" y="183866"/>
                  </a:lnTo>
                  <a:lnTo>
                    <a:pt x="7316235" y="183866"/>
                  </a:lnTo>
                  <a:lnTo>
                    <a:pt x="7316235" y="183435"/>
                  </a:lnTo>
                  <a:lnTo>
                    <a:pt x="7316393" y="183435"/>
                  </a:lnTo>
                  <a:lnTo>
                    <a:pt x="7316550" y="183435"/>
                  </a:lnTo>
                  <a:lnTo>
                    <a:pt x="7316708" y="183435"/>
                  </a:lnTo>
                  <a:lnTo>
                    <a:pt x="7316866" y="183435"/>
                  </a:lnTo>
                  <a:lnTo>
                    <a:pt x="7317024" y="183435"/>
                  </a:lnTo>
                  <a:lnTo>
                    <a:pt x="7317181" y="183435"/>
                  </a:lnTo>
                  <a:lnTo>
                    <a:pt x="7317339" y="183435"/>
                  </a:lnTo>
                  <a:lnTo>
                    <a:pt x="7317497" y="183435"/>
                  </a:lnTo>
                  <a:lnTo>
                    <a:pt x="7317654" y="183435"/>
                  </a:lnTo>
                  <a:lnTo>
                    <a:pt x="7317812" y="183435"/>
                  </a:lnTo>
                  <a:lnTo>
                    <a:pt x="7317970" y="183435"/>
                  </a:lnTo>
                  <a:lnTo>
                    <a:pt x="7318128" y="183435"/>
                  </a:lnTo>
                  <a:lnTo>
                    <a:pt x="7318285" y="183435"/>
                  </a:lnTo>
                  <a:lnTo>
                    <a:pt x="7318443" y="183435"/>
                  </a:lnTo>
                  <a:lnTo>
                    <a:pt x="7318601" y="183435"/>
                  </a:lnTo>
                  <a:lnTo>
                    <a:pt x="7318758" y="183435"/>
                  </a:lnTo>
                  <a:lnTo>
                    <a:pt x="7318916" y="183435"/>
                  </a:lnTo>
                  <a:lnTo>
                    <a:pt x="7319074" y="183435"/>
                  </a:lnTo>
                  <a:lnTo>
                    <a:pt x="7319232" y="183435"/>
                  </a:lnTo>
                  <a:lnTo>
                    <a:pt x="7319389" y="183435"/>
                  </a:lnTo>
                  <a:lnTo>
                    <a:pt x="7319547" y="183435"/>
                  </a:lnTo>
                  <a:lnTo>
                    <a:pt x="7319705" y="183435"/>
                  </a:lnTo>
                  <a:lnTo>
                    <a:pt x="7319863" y="183435"/>
                  </a:lnTo>
                  <a:lnTo>
                    <a:pt x="7320020" y="183435"/>
                  </a:lnTo>
                  <a:lnTo>
                    <a:pt x="7320020" y="183005"/>
                  </a:lnTo>
                  <a:lnTo>
                    <a:pt x="7320178" y="183005"/>
                  </a:lnTo>
                  <a:lnTo>
                    <a:pt x="7320336" y="183005"/>
                  </a:lnTo>
                  <a:lnTo>
                    <a:pt x="7320493" y="183005"/>
                  </a:lnTo>
                  <a:lnTo>
                    <a:pt x="7320493" y="182574"/>
                  </a:lnTo>
                  <a:lnTo>
                    <a:pt x="7320651" y="182574"/>
                  </a:lnTo>
                  <a:lnTo>
                    <a:pt x="7320809" y="182574"/>
                  </a:lnTo>
                  <a:lnTo>
                    <a:pt x="7320967" y="182574"/>
                  </a:lnTo>
                  <a:lnTo>
                    <a:pt x="7321124" y="182574"/>
                  </a:lnTo>
                  <a:lnTo>
                    <a:pt x="7321282" y="182574"/>
                  </a:lnTo>
                  <a:lnTo>
                    <a:pt x="7321440" y="182574"/>
                  </a:lnTo>
                  <a:lnTo>
                    <a:pt x="7321597" y="182574"/>
                  </a:lnTo>
                  <a:lnTo>
                    <a:pt x="7321755" y="182574"/>
                  </a:lnTo>
                  <a:lnTo>
                    <a:pt x="7321913" y="182574"/>
                  </a:lnTo>
                  <a:lnTo>
                    <a:pt x="7322071" y="182574"/>
                  </a:lnTo>
                  <a:lnTo>
                    <a:pt x="7322228" y="182574"/>
                  </a:lnTo>
                  <a:lnTo>
                    <a:pt x="7322386" y="182574"/>
                  </a:lnTo>
                  <a:lnTo>
                    <a:pt x="7322544" y="182574"/>
                  </a:lnTo>
                  <a:lnTo>
                    <a:pt x="7322701" y="182574"/>
                  </a:lnTo>
                  <a:lnTo>
                    <a:pt x="7322859" y="182574"/>
                  </a:lnTo>
                  <a:lnTo>
                    <a:pt x="7323017" y="182574"/>
                  </a:lnTo>
                  <a:lnTo>
                    <a:pt x="7323175" y="182574"/>
                  </a:lnTo>
                  <a:lnTo>
                    <a:pt x="7323332" y="182574"/>
                  </a:lnTo>
                  <a:lnTo>
                    <a:pt x="7323332" y="182143"/>
                  </a:lnTo>
                  <a:lnTo>
                    <a:pt x="7323490" y="182143"/>
                  </a:lnTo>
                  <a:lnTo>
                    <a:pt x="7323648" y="182143"/>
                  </a:lnTo>
                  <a:lnTo>
                    <a:pt x="7323805" y="182143"/>
                  </a:lnTo>
                  <a:lnTo>
                    <a:pt x="7323963" y="182143"/>
                  </a:lnTo>
                  <a:lnTo>
                    <a:pt x="7323963" y="181713"/>
                  </a:lnTo>
                  <a:lnTo>
                    <a:pt x="7324121" y="181713"/>
                  </a:lnTo>
                  <a:lnTo>
                    <a:pt x="7324279" y="181713"/>
                  </a:lnTo>
                  <a:lnTo>
                    <a:pt x="7324436" y="181713"/>
                  </a:lnTo>
                  <a:lnTo>
                    <a:pt x="7324594" y="181713"/>
                  </a:lnTo>
                  <a:lnTo>
                    <a:pt x="7324752" y="181713"/>
                  </a:lnTo>
                  <a:lnTo>
                    <a:pt x="7324909" y="181713"/>
                  </a:lnTo>
                  <a:lnTo>
                    <a:pt x="7325067" y="181713"/>
                  </a:lnTo>
                  <a:lnTo>
                    <a:pt x="7325225" y="181713"/>
                  </a:lnTo>
                  <a:lnTo>
                    <a:pt x="7325383" y="181713"/>
                  </a:lnTo>
                  <a:lnTo>
                    <a:pt x="7325540" y="181713"/>
                  </a:lnTo>
                  <a:lnTo>
                    <a:pt x="7325698" y="181713"/>
                  </a:lnTo>
                  <a:lnTo>
                    <a:pt x="7325856" y="181713"/>
                  </a:lnTo>
                  <a:lnTo>
                    <a:pt x="7325856" y="181282"/>
                  </a:lnTo>
                  <a:lnTo>
                    <a:pt x="7326014" y="181282"/>
                  </a:lnTo>
                  <a:lnTo>
                    <a:pt x="7326171" y="181282"/>
                  </a:lnTo>
                  <a:lnTo>
                    <a:pt x="7326329" y="181282"/>
                  </a:lnTo>
                  <a:lnTo>
                    <a:pt x="7326487" y="181282"/>
                  </a:lnTo>
                  <a:lnTo>
                    <a:pt x="7326644" y="181282"/>
                  </a:lnTo>
                  <a:lnTo>
                    <a:pt x="7326802" y="181282"/>
                  </a:lnTo>
                  <a:lnTo>
                    <a:pt x="7326960" y="181282"/>
                  </a:lnTo>
                  <a:lnTo>
                    <a:pt x="7326960" y="180852"/>
                  </a:lnTo>
                  <a:lnTo>
                    <a:pt x="7327118" y="180852"/>
                  </a:lnTo>
                  <a:lnTo>
                    <a:pt x="7327118" y="180421"/>
                  </a:lnTo>
                  <a:lnTo>
                    <a:pt x="7327275" y="180421"/>
                  </a:lnTo>
                  <a:lnTo>
                    <a:pt x="7327433" y="180421"/>
                  </a:lnTo>
                  <a:lnTo>
                    <a:pt x="7327591" y="180421"/>
                  </a:lnTo>
                  <a:lnTo>
                    <a:pt x="7327748" y="180421"/>
                  </a:lnTo>
                  <a:lnTo>
                    <a:pt x="7327906" y="180421"/>
                  </a:lnTo>
                  <a:lnTo>
                    <a:pt x="7328064" y="180421"/>
                  </a:lnTo>
                  <a:lnTo>
                    <a:pt x="7328222" y="180421"/>
                  </a:lnTo>
                  <a:lnTo>
                    <a:pt x="7328379" y="180421"/>
                  </a:lnTo>
                  <a:lnTo>
                    <a:pt x="7328537" y="180421"/>
                  </a:lnTo>
                  <a:lnTo>
                    <a:pt x="7328695" y="180421"/>
                  </a:lnTo>
                  <a:lnTo>
                    <a:pt x="7328852" y="180421"/>
                  </a:lnTo>
                  <a:lnTo>
                    <a:pt x="7329010" y="180421"/>
                  </a:lnTo>
                  <a:lnTo>
                    <a:pt x="7329168" y="180421"/>
                  </a:lnTo>
                  <a:lnTo>
                    <a:pt x="7329326" y="180421"/>
                  </a:lnTo>
                  <a:lnTo>
                    <a:pt x="7329483" y="180421"/>
                  </a:lnTo>
                  <a:lnTo>
                    <a:pt x="7329641" y="180421"/>
                  </a:lnTo>
                  <a:lnTo>
                    <a:pt x="7329799" y="180421"/>
                  </a:lnTo>
                  <a:lnTo>
                    <a:pt x="7329956" y="180421"/>
                  </a:lnTo>
                  <a:lnTo>
                    <a:pt x="7330114" y="180421"/>
                  </a:lnTo>
                  <a:lnTo>
                    <a:pt x="7330272" y="180421"/>
                  </a:lnTo>
                  <a:lnTo>
                    <a:pt x="7330430" y="180421"/>
                  </a:lnTo>
                  <a:lnTo>
                    <a:pt x="7330587" y="180421"/>
                  </a:lnTo>
                  <a:lnTo>
                    <a:pt x="7330745" y="180421"/>
                  </a:lnTo>
                  <a:lnTo>
                    <a:pt x="7330903" y="180421"/>
                  </a:lnTo>
                  <a:lnTo>
                    <a:pt x="7331061" y="180421"/>
                  </a:lnTo>
                  <a:lnTo>
                    <a:pt x="7331218" y="180421"/>
                  </a:lnTo>
                  <a:lnTo>
                    <a:pt x="7331376" y="180421"/>
                  </a:lnTo>
                  <a:lnTo>
                    <a:pt x="7331534" y="180421"/>
                  </a:lnTo>
                  <a:lnTo>
                    <a:pt x="7331691" y="180421"/>
                  </a:lnTo>
                  <a:lnTo>
                    <a:pt x="7331849" y="180421"/>
                  </a:lnTo>
                  <a:lnTo>
                    <a:pt x="7332007" y="180421"/>
                  </a:lnTo>
                  <a:lnTo>
                    <a:pt x="7332165" y="180421"/>
                  </a:lnTo>
                  <a:lnTo>
                    <a:pt x="7332322" y="180421"/>
                  </a:lnTo>
                  <a:lnTo>
                    <a:pt x="7332480" y="180421"/>
                  </a:lnTo>
                  <a:lnTo>
                    <a:pt x="7332638" y="180421"/>
                  </a:lnTo>
                  <a:lnTo>
                    <a:pt x="7332795" y="180421"/>
                  </a:lnTo>
                  <a:lnTo>
                    <a:pt x="7332953" y="180421"/>
                  </a:lnTo>
                  <a:lnTo>
                    <a:pt x="7333111" y="180421"/>
                  </a:lnTo>
                  <a:lnTo>
                    <a:pt x="7333111" y="179990"/>
                  </a:lnTo>
                  <a:lnTo>
                    <a:pt x="7333269" y="179990"/>
                  </a:lnTo>
                  <a:lnTo>
                    <a:pt x="7333426" y="179990"/>
                  </a:lnTo>
                  <a:lnTo>
                    <a:pt x="7333584" y="179990"/>
                  </a:lnTo>
                  <a:lnTo>
                    <a:pt x="7333742" y="179990"/>
                  </a:lnTo>
                  <a:lnTo>
                    <a:pt x="7333899" y="179990"/>
                  </a:lnTo>
                  <a:lnTo>
                    <a:pt x="7334057" y="179990"/>
                  </a:lnTo>
                  <a:lnTo>
                    <a:pt x="7334215" y="179990"/>
                  </a:lnTo>
                  <a:lnTo>
                    <a:pt x="7334373" y="179990"/>
                  </a:lnTo>
                  <a:lnTo>
                    <a:pt x="7334530" y="179990"/>
                  </a:lnTo>
                  <a:lnTo>
                    <a:pt x="7334688" y="179990"/>
                  </a:lnTo>
                  <a:lnTo>
                    <a:pt x="7334846" y="179990"/>
                  </a:lnTo>
                  <a:lnTo>
                    <a:pt x="7334846" y="179560"/>
                  </a:lnTo>
                  <a:lnTo>
                    <a:pt x="7335003" y="179560"/>
                  </a:lnTo>
                  <a:lnTo>
                    <a:pt x="7335161" y="179560"/>
                  </a:lnTo>
                  <a:lnTo>
                    <a:pt x="7335319" y="179560"/>
                  </a:lnTo>
                  <a:lnTo>
                    <a:pt x="7335477" y="179560"/>
                  </a:lnTo>
                  <a:lnTo>
                    <a:pt x="7335477" y="179129"/>
                  </a:lnTo>
                  <a:lnTo>
                    <a:pt x="7335634" y="179129"/>
                  </a:lnTo>
                  <a:lnTo>
                    <a:pt x="7335792" y="179129"/>
                  </a:lnTo>
                  <a:lnTo>
                    <a:pt x="7335950" y="179129"/>
                  </a:lnTo>
                  <a:lnTo>
                    <a:pt x="7336107" y="179129"/>
                  </a:lnTo>
                  <a:lnTo>
                    <a:pt x="7336265" y="179129"/>
                  </a:lnTo>
                  <a:lnTo>
                    <a:pt x="7336423" y="179129"/>
                  </a:lnTo>
                  <a:lnTo>
                    <a:pt x="7336581" y="179129"/>
                  </a:lnTo>
                  <a:lnTo>
                    <a:pt x="7336738" y="179129"/>
                  </a:lnTo>
                  <a:lnTo>
                    <a:pt x="7336896" y="179129"/>
                  </a:lnTo>
                  <a:lnTo>
                    <a:pt x="7337054" y="179129"/>
                  </a:lnTo>
                  <a:lnTo>
                    <a:pt x="7337212" y="179129"/>
                  </a:lnTo>
                  <a:lnTo>
                    <a:pt x="7337369" y="179129"/>
                  </a:lnTo>
                  <a:lnTo>
                    <a:pt x="7337527" y="179129"/>
                  </a:lnTo>
                  <a:lnTo>
                    <a:pt x="7337685" y="179129"/>
                  </a:lnTo>
                  <a:lnTo>
                    <a:pt x="7337842" y="179129"/>
                  </a:lnTo>
                  <a:lnTo>
                    <a:pt x="7338000" y="179129"/>
                  </a:lnTo>
                  <a:lnTo>
                    <a:pt x="7338158" y="179129"/>
                  </a:lnTo>
                  <a:lnTo>
                    <a:pt x="7338316" y="179129"/>
                  </a:lnTo>
                  <a:lnTo>
                    <a:pt x="7338473" y="179129"/>
                  </a:lnTo>
                  <a:lnTo>
                    <a:pt x="7338631" y="179129"/>
                  </a:lnTo>
                  <a:lnTo>
                    <a:pt x="7338789" y="179129"/>
                  </a:lnTo>
                  <a:lnTo>
                    <a:pt x="7338946" y="179129"/>
                  </a:lnTo>
                  <a:lnTo>
                    <a:pt x="7339104" y="179129"/>
                  </a:lnTo>
                  <a:lnTo>
                    <a:pt x="7339262" y="179129"/>
                  </a:lnTo>
                  <a:lnTo>
                    <a:pt x="7339420" y="179129"/>
                  </a:lnTo>
                  <a:lnTo>
                    <a:pt x="7339420" y="178699"/>
                  </a:lnTo>
                  <a:lnTo>
                    <a:pt x="7339577" y="178699"/>
                  </a:lnTo>
                  <a:lnTo>
                    <a:pt x="7339735" y="178699"/>
                  </a:lnTo>
                  <a:lnTo>
                    <a:pt x="7339893" y="178699"/>
                  </a:lnTo>
                  <a:lnTo>
                    <a:pt x="7340050" y="178699"/>
                  </a:lnTo>
                  <a:lnTo>
                    <a:pt x="7340208" y="178699"/>
                  </a:lnTo>
                  <a:lnTo>
                    <a:pt x="7340366" y="178699"/>
                  </a:lnTo>
                  <a:lnTo>
                    <a:pt x="7340524" y="178699"/>
                  </a:lnTo>
                  <a:lnTo>
                    <a:pt x="7340681" y="178699"/>
                  </a:lnTo>
                  <a:lnTo>
                    <a:pt x="7340839" y="178699"/>
                  </a:lnTo>
                  <a:lnTo>
                    <a:pt x="7340997" y="178699"/>
                  </a:lnTo>
                  <a:lnTo>
                    <a:pt x="7341154" y="178699"/>
                  </a:lnTo>
                  <a:lnTo>
                    <a:pt x="7341312" y="178699"/>
                  </a:lnTo>
                  <a:lnTo>
                    <a:pt x="7341470" y="178699"/>
                  </a:lnTo>
                  <a:lnTo>
                    <a:pt x="7341628" y="178699"/>
                  </a:lnTo>
                  <a:lnTo>
                    <a:pt x="7341785" y="178699"/>
                  </a:lnTo>
                  <a:lnTo>
                    <a:pt x="7341785" y="178268"/>
                  </a:lnTo>
                  <a:lnTo>
                    <a:pt x="7341943" y="178268"/>
                  </a:lnTo>
                  <a:lnTo>
                    <a:pt x="7342101" y="178268"/>
                  </a:lnTo>
                  <a:lnTo>
                    <a:pt x="7342259" y="178268"/>
                  </a:lnTo>
                  <a:lnTo>
                    <a:pt x="7342416" y="178268"/>
                  </a:lnTo>
                  <a:lnTo>
                    <a:pt x="7342574" y="178268"/>
                  </a:lnTo>
                  <a:lnTo>
                    <a:pt x="7342732" y="178268"/>
                  </a:lnTo>
                  <a:lnTo>
                    <a:pt x="7342889" y="178268"/>
                  </a:lnTo>
                  <a:lnTo>
                    <a:pt x="7343047" y="178268"/>
                  </a:lnTo>
                  <a:lnTo>
                    <a:pt x="7343205" y="178268"/>
                  </a:lnTo>
                  <a:lnTo>
                    <a:pt x="7343363" y="178268"/>
                  </a:lnTo>
                  <a:lnTo>
                    <a:pt x="7343520" y="178268"/>
                  </a:lnTo>
                  <a:lnTo>
                    <a:pt x="7343520" y="177837"/>
                  </a:lnTo>
                  <a:lnTo>
                    <a:pt x="7343678" y="177837"/>
                  </a:lnTo>
                  <a:lnTo>
                    <a:pt x="7343836" y="177837"/>
                  </a:lnTo>
                  <a:lnTo>
                    <a:pt x="7343993" y="177837"/>
                  </a:lnTo>
                  <a:lnTo>
                    <a:pt x="7344151" y="177837"/>
                  </a:lnTo>
                  <a:lnTo>
                    <a:pt x="7344309" y="177837"/>
                  </a:lnTo>
                  <a:lnTo>
                    <a:pt x="7344467" y="177837"/>
                  </a:lnTo>
                  <a:lnTo>
                    <a:pt x="7344624" y="177837"/>
                  </a:lnTo>
                  <a:lnTo>
                    <a:pt x="7344782" y="177837"/>
                  </a:lnTo>
                  <a:lnTo>
                    <a:pt x="7344940" y="177837"/>
                  </a:lnTo>
                  <a:lnTo>
                    <a:pt x="7345097" y="177837"/>
                  </a:lnTo>
                  <a:lnTo>
                    <a:pt x="7345255" y="177837"/>
                  </a:lnTo>
                  <a:lnTo>
                    <a:pt x="7345413" y="177837"/>
                  </a:lnTo>
                  <a:lnTo>
                    <a:pt x="7345571" y="177837"/>
                  </a:lnTo>
                  <a:lnTo>
                    <a:pt x="7345728" y="177837"/>
                  </a:lnTo>
                  <a:lnTo>
                    <a:pt x="7345886" y="177837"/>
                  </a:lnTo>
                  <a:lnTo>
                    <a:pt x="7345886" y="177407"/>
                  </a:lnTo>
                  <a:lnTo>
                    <a:pt x="7346044" y="177407"/>
                  </a:lnTo>
                  <a:lnTo>
                    <a:pt x="7346201" y="177407"/>
                  </a:lnTo>
                  <a:lnTo>
                    <a:pt x="7346359" y="177407"/>
                  </a:lnTo>
                  <a:lnTo>
                    <a:pt x="7346517" y="177407"/>
                  </a:lnTo>
                  <a:lnTo>
                    <a:pt x="7346675" y="177407"/>
                  </a:lnTo>
                  <a:lnTo>
                    <a:pt x="7346832" y="177407"/>
                  </a:lnTo>
                  <a:lnTo>
                    <a:pt x="7346990" y="177407"/>
                  </a:lnTo>
                  <a:lnTo>
                    <a:pt x="7347148" y="177407"/>
                  </a:lnTo>
                  <a:lnTo>
                    <a:pt x="7347305" y="177407"/>
                  </a:lnTo>
                  <a:lnTo>
                    <a:pt x="7347463" y="177407"/>
                  </a:lnTo>
                  <a:lnTo>
                    <a:pt x="7347621" y="177407"/>
                  </a:lnTo>
                  <a:lnTo>
                    <a:pt x="7347779" y="177407"/>
                  </a:lnTo>
                  <a:lnTo>
                    <a:pt x="7347936" y="177407"/>
                  </a:lnTo>
                  <a:lnTo>
                    <a:pt x="7348094" y="177407"/>
                  </a:lnTo>
                  <a:lnTo>
                    <a:pt x="7348252" y="177407"/>
                  </a:lnTo>
                  <a:lnTo>
                    <a:pt x="7348410" y="177407"/>
                  </a:lnTo>
                  <a:lnTo>
                    <a:pt x="7348567" y="177407"/>
                  </a:lnTo>
                  <a:lnTo>
                    <a:pt x="7348567" y="176976"/>
                  </a:lnTo>
                  <a:lnTo>
                    <a:pt x="7348725" y="176976"/>
                  </a:lnTo>
                  <a:lnTo>
                    <a:pt x="7348883" y="176976"/>
                  </a:lnTo>
                  <a:lnTo>
                    <a:pt x="7349040" y="176976"/>
                  </a:lnTo>
                  <a:lnTo>
                    <a:pt x="7349198" y="176976"/>
                  </a:lnTo>
                  <a:lnTo>
                    <a:pt x="7349356" y="176976"/>
                  </a:lnTo>
                  <a:lnTo>
                    <a:pt x="7349356" y="176546"/>
                  </a:lnTo>
                  <a:lnTo>
                    <a:pt x="7349514" y="176546"/>
                  </a:lnTo>
                  <a:lnTo>
                    <a:pt x="7349671" y="176546"/>
                  </a:lnTo>
                  <a:lnTo>
                    <a:pt x="7349829" y="176546"/>
                  </a:lnTo>
                  <a:lnTo>
                    <a:pt x="7349987" y="176546"/>
                  </a:lnTo>
                  <a:lnTo>
                    <a:pt x="7350144" y="176546"/>
                  </a:lnTo>
                  <a:lnTo>
                    <a:pt x="7350302" y="176546"/>
                  </a:lnTo>
                  <a:lnTo>
                    <a:pt x="7350460" y="176546"/>
                  </a:lnTo>
                  <a:lnTo>
                    <a:pt x="7350618" y="176546"/>
                  </a:lnTo>
                  <a:lnTo>
                    <a:pt x="7350775" y="176546"/>
                  </a:lnTo>
                  <a:lnTo>
                    <a:pt x="7350933" y="176546"/>
                  </a:lnTo>
                  <a:lnTo>
                    <a:pt x="7351091" y="176546"/>
                  </a:lnTo>
                  <a:lnTo>
                    <a:pt x="7351248" y="176546"/>
                  </a:lnTo>
                  <a:lnTo>
                    <a:pt x="7351248" y="176115"/>
                  </a:lnTo>
                  <a:lnTo>
                    <a:pt x="7351406" y="176115"/>
                  </a:lnTo>
                  <a:lnTo>
                    <a:pt x="7351564" y="176115"/>
                  </a:lnTo>
                  <a:lnTo>
                    <a:pt x="7351722" y="176115"/>
                  </a:lnTo>
                  <a:lnTo>
                    <a:pt x="7351879" y="176115"/>
                  </a:lnTo>
                  <a:lnTo>
                    <a:pt x="7352037" y="176115"/>
                  </a:lnTo>
                  <a:lnTo>
                    <a:pt x="7352195" y="176115"/>
                  </a:lnTo>
                  <a:lnTo>
                    <a:pt x="7352352" y="176115"/>
                  </a:lnTo>
                  <a:lnTo>
                    <a:pt x="7352510" y="176115"/>
                  </a:lnTo>
                  <a:lnTo>
                    <a:pt x="7352668" y="176115"/>
                  </a:lnTo>
                  <a:lnTo>
                    <a:pt x="7352826" y="176115"/>
                  </a:lnTo>
                  <a:lnTo>
                    <a:pt x="7352983" y="176115"/>
                  </a:lnTo>
                  <a:lnTo>
                    <a:pt x="7353141" y="176115"/>
                  </a:lnTo>
                  <a:lnTo>
                    <a:pt x="7353299" y="176115"/>
                  </a:lnTo>
                  <a:lnTo>
                    <a:pt x="7353457" y="176115"/>
                  </a:lnTo>
                  <a:lnTo>
                    <a:pt x="7353614" y="176115"/>
                  </a:lnTo>
                  <a:lnTo>
                    <a:pt x="7353772" y="176115"/>
                  </a:lnTo>
                  <a:lnTo>
                    <a:pt x="7353930" y="176115"/>
                  </a:lnTo>
                  <a:lnTo>
                    <a:pt x="7354087" y="176115"/>
                  </a:lnTo>
                  <a:lnTo>
                    <a:pt x="7354087" y="175684"/>
                  </a:lnTo>
                  <a:lnTo>
                    <a:pt x="7354245" y="175684"/>
                  </a:lnTo>
                  <a:lnTo>
                    <a:pt x="7354403" y="175684"/>
                  </a:lnTo>
                  <a:lnTo>
                    <a:pt x="7354561" y="175684"/>
                  </a:lnTo>
                  <a:lnTo>
                    <a:pt x="7354718" y="175684"/>
                  </a:lnTo>
                  <a:lnTo>
                    <a:pt x="7354876" y="175684"/>
                  </a:lnTo>
                  <a:lnTo>
                    <a:pt x="7355034" y="175684"/>
                  </a:lnTo>
                  <a:lnTo>
                    <a:pt x="7355191" y="175684"/>
                  </a:lnTo>
                  <a:lnTo>
                    <a:pt x="7355349" y="175684"/>
                  </a:lnTo>
                  <a:lnTo>
                    <a:pt x="7355507" y="175684"/>
                  </a:lnTo>
                  <a:lnTo>
                    <a:pt x="7355665" y="175684"/>
                  </a:lnTo>
                  <a:lnTo>
                    <a:pt x="7355822" y="175684"/>
                  </a:lnTo>
                  <a:lnTo>
                    <a:pt x="7355980" y="175684"/>
                  </a:lnTo>
                  <a:lnTo>
                    <a:pt x="7356138" y="175684"/>
                  </a:lnTo>
                  <a:lnTo>
                    <a:pt x="7356295" y="175684"/>
                  </a:lnTo>
                  <a:lnTo>
                    <a:pt x="7356453" y="175684"/>
                  </a:lnTo>
                  <a:lnTo>
                    <a:pt x="7356611" y="175684"/>
                  </a:lnTo>
                  <a:lnTo>
                    <a:pt x="7356769" y="175684"/>
                  </a:lnTo>
                  <a:lnTo>
                    <a:pt x="7356926" y="175684"/>
                  </a:lnTo>
                  <a:lnTo>
                    <a:pt x="7357084" y="175684"/>
                  </a:lnTo>
                  <a:lnTo>
                    <a:pt x="7357242" y="175684"/>
                  </a:lnTo>
                  <a:lnTo>
                    <a:pt x="7357399" y="175684"/>
                  </a:lnTo>
                  <a:lnTo>
                    <a:pt x="7357557" y="175684"/>
                  </a:lnTo>
                  <a:lnTo>
                    <a:pt x="7357715" y="175684"/>
                  </a:lnTo>
                  <a:lnTo>
                    <a:pt x="7357715" y="175254"/>
                  </a:lnTo>
                  <a:lnTo>
                    <a:pt x="7357873" y="175254"/>
                  </a:lnTo>
                  <a:lnTo>
                    <a:pt x="7358030" y="175254"/>
                  </a:lnTo>
                  <a:lnTo>
                    <a:pt x="7358030" y="174823"/>
                  </a:lnTo>
                  <a:lnTo>
                    <a:pt x="7358188" y="174823"/>
                  </a:lnTo>
                  <a:lnTo>
                    <a:pt x="7358346" y="174823"/>
                  </a:lnTo>
                  <a:lnTo>
                    <a:pt x="7358503" y="174823"/>
                  </a:lnTo>
                  <a:lnTo>
                    <a:pt x="7358661" y="174823"/>
                  </a:lnTo>
                  <a:lnTo>
                    <a:pt x="7358819" y="174823"/>
                  </a:lnTo>
                  <a:lnTo>
                    <a:pt x="7358977" y="174823"/>
                  </a:lnTo>
                  <a:lnTo>
                    <a:pt x="7359134" y="174823"/>
                  </a:lnTo>
                  <a:lnTo>
                    <a:pt x="7359292" y="174823"/>
                  </a:lnTo>
                  <a:lnTo>
                    <a:pt x="7359450" y="174823"/>
                  </a:lnTo>
                  <a:lnTo>
                    <a:pt x="7359608" y="174823"/>
                  </a:lnTo>
                  <a:lnTo>
                    <a:pt x="7359765" y="174823"/>
                  </a:lnTo>
                  <a:lnTo>
                    <a:pt x="7359923" y="174823"/>
                  </a:lnTo>
                  <a:lnTo>
                    <a:pt x="7360081" y="174823"/>
                  </a:lnTo>
                  <a:lnTo>
                    <a:pt x="7360238" y="174823"/>
                  </a:lnTo>
                  <a:lnTo>
                    <a:pt x="7360396" y="174823"/>
                  </a:lnTo>
                  <a:lnTo>
                    <a:pt x="7360396" y="174393"/>
                  </a:lnTo>
                  <a:lnTo>
                    <a:pt x="7360396" y="173962"/>
                  </a:lnTo>
                  <a:lnTo>
                    <a:pt x="7360554" y="173962"/>
                  </a:lnTo>
                  <a:lnTo>
                    <a:pt x="7360712" y="173962"/>
                  </a:lnTo>
                  <a:lnTo>
                    <a:pt x="7360869" y="173962"/>
                  </a:lnTo>
                  <a:lnTo>
                    <a:pt x="7361027" y="173962"/>
                  </a:lnTo>
                  <a:lnTo>
                    <a:pt x="7361185" y="173962"/>
                  </a:lnTo>
                  <a:lnTo>
                    <a:pt x="7361342" y="173962"/>
                  </a:lnTo>
                  <a:lnTo>
                    <a:pt x="7361500" y="173962"/>
                  </a:lnTo>
                  <a:lnTo>
                    <a:pt x="7361658" y="173962"/>
                  </a:lnTo>
                  <a:lnTo>
                    <a:pt x="7361816" y="173962"/>
                  </a:lnTo>
                  <a:lnTo>
                    <a:pt x="7361816" y="173531"/>
                  </a:lnTo>
                  <a:lnTo>
                    <a:pt x="7361973" y="173531"/>
                  </a:lnTo>
                  <a:lnTo>
                    <a:pt x="7361973" y="173101"/>
                  </a:lnTo>
                  <a:lnTo>
                    <a:pt x="7362131" y="173101"/>
                  </a:lnTo>
                  <a:lnTo>
                    <a:pt x="7362289" y="173101"/>
                  </a:lnTo>
                  <a:lnTo>
                    <a:pt x="7362446" y="173101"/>
                  </a:lnTo>
                  <a:lnTo>
                    <a:pt x="7362604" y="173101"/>
                  </a:lnTo>
                  <a:lnTo>
                    <a:pt x="7362762" y="173101"/>
                  </a:lnTo>
                  <a:lnTo>
                    <a:pt x="7362920" y="173101"/>
                  </a:lnTo>
                  <a:lnTo>
                    <a:pt x="7363077" y="173101"/>
                  </a:lnTo>
                  <a:lnTo>
                    <a:pt x="7363235" y="173101"/>
                  </a:lnTo>
                  <a:lnTo>
                    <a:pt x="7363393" y="173101"/>
                  </a:lnTo>
                  <a:lnTo>
                    <a:pt x="7363550" y="173101"/>
                  </a:lnTo>
                  <a:lnTo>
                    <a:pt x="7363708" y="173101"/>
                  </a:lnTo>
                  <a:lnTo>
                    <a:pt x="7363866" y="173101"/>
                  </a:lnTo>
                  <a:lnTo>
                    <a:pt x="7364024" y="173101"/>
                  </a:lnTo>
                  <a:lnTo>
                    <a:pt x="7364181" y="173101"/>
                  </a:lnTo>
                  <a:lnTo>
                    <a:pt x="7364339" y="173101"/>
                  </a:lnTo>
                  <a:lnTo>
                    <a:pt x="7364497" y="173101"/>
                  </a:lnTo>
                  <a:lnTo>
                    <a:pt x="7364655" y="173101"/>
                  </a:lnTo>
                  <a:lnTo>
                    <a:pt x="7364812" y="173101"/>
                  </a:lnTo>
                  <a:lnTo>
                    <a:pt x="7364970" y="173101"/>
                  </a:lnTo>
                  <a:lnTo>
                    <a:pt x="7365128" y="173101"/>
                  </a:lnTo>
                  <a:lnTo>
                    <a:pt x="7365285" y="173101"/>
                  </a:lnTo>
                  <a:lnTo>
                    <a:pt x="7365443" y="173101"/>
                  </a:lnTo>
                  <a:lnTo>
                    <a:pt x="7365601" y="173101"/>
                  </a:lnTo>
                  <a:lnTo>
                    <a:pt x="7365759" y="173101"/>
                  </a:lnTo>
                  <a:lnTo>
                    <a:pt x="7365916" y="173101"/>
                  </a:lnTo>
                  <a:lnTo>
                    <a:pt x="7366074" y="173101"/>
                  </a:lnTo>
                  <a:lnTo>
                    <a:pt x="7366232" y="173101"/>
                  </a:lnTo>
                  <a:lnTo>
                    <a:pt x="7366389" y="173101"/>
                  </a:lnTo>
                  <a:lnTo>
                    <a:pt x="7366547" y="173101"/>
                  </a:lnTo>
                  <a:lnTo>
                    <a:pt x="7366705" y="173101"/>
                  </a:lnTo>
                  <a:lnTo>
                    <a:pt x="7366863" y="173101"/>
                  </a:lnTo>
                  <a:lnTo>
                    <a:pt x="7367020" y="173101"/>
                  </a:lnTo>
                  <a:lnTo>
                    <a:pt x="7367178" y="173101"/>
                  </a:lnTo>
                  <a:lnTo>
                    <a:pt x="7367336" y="173101"/>
                  </a:lnTo>
                  <a:lnTo>
                    <a:pt x="7367493" y="173101"/>
                  </a:lnTo>
                  <a:lnTo>
                    <a:pt x="7367651" y="173101"/>
                  </a:lnTo>
                  <a:lnTo>
                    <a:pt x="7367809" y="173101"/>
                  </a:lnTo>
                  <a:lnTo>
                    <a:pt x="7367967" y="173101"/>
                  </a:lnTo>
                  <a:lnTo>
                    <a:pt x="7368124" y="173101"/>
                  </a:lnTo>
                  <a:lnTo>
                    <a:pt x="7368282" y="173101"/>
                  </a:lnTo>
                  <a:lnTo>
                    <a:pt x="7368440" y="173101"/>
                  </a:lnTo>
                  <a:lnTo>
                    <a:pt x="7368597" y="173101"/>
                  </a:lnTo>
                  <a:lnTo>
                    <a:pt x="7368755" y="173101"/>
                  </a:lnTo>
                  <a:lnTo>
                    <a:pt x="7368913" y="173101"/>
                  </a:lnTo>
                  <a:lnTo>
                    <a:pt x="7369071" y="173101"/>
                  </a:lnTo>
                  <a:lnTo>
                    <a:pt x="7369228" y="173101"/>
                  </a:lnTo>
                  <a:lnTo>
                    <a:pt x="7369386" y="173101"/>
                  </a:lnTo>
                  <a:lnTo>
                    <a:pt x="7369386" y="172670"/>
                  </a:lnTo>
                  <a:lnTo>
                    <a:pt x="7369544" y="172670"/>
                  </a:lnTo>
                  <a:lnTo>
                    <a:pt x="7369701" y="172670"/>
                  </a:lnTo>
                  <a:lnTo>
                    <a:pt x="7369859" y="172670"/>
                  </a:lnTo>
                  <a:lnTo>
                    <a:pt x="7370017" y="172670"/>
                  </a:lnTo>
                  <a:lnTo>
                    <a:pt x="7370175" y="172670"/>
                  </a:lnTo>
                  <a:lnTo>
                    <a:pt x="7370332" y="172670"/>
                  </a:lnTo>
                  <a:lnTo>
                    <a:pt x="7370490" y="172670"/>
                  </a:lnTo>
                  <a:lnTo>
                    <a:pt x="7370648" y="172670"/>
                  </a:lnTo>
                  <a:lnTo>
                    <a:pt x="7370806" y="172670"/>
                  </a:lnTo>
                  <a:lnTo>
                    <a:pt x="7370963" y="172670"/>
                  </a:lnTo>
                  <a:lnTo>
                    <a:pt x="7370963" y="172240"/>
                  </a:lnTo>
                  <a:lnTo>
                    <a:pt x="7371121" y="172240"/>
                  </a:lnTo>
                  <a:lnTo>
                    <a:pt x="7371121" y="171809"/>
                  </a:lnTo>
                  <a:lnTo>
                    <a:pt x="7371279" y="171809"/>
                  </a:lnTo>
                  <a:lnTo>
                    <a:pt x="7371279" y="171378"/>
                  </a:lnTo>
                  <a:lnTo>
                    <a:pt x="7371436" y="171378"/>
                  </a:lnTo>
                  <a:lnTo>
                    <a:pt x="7371594" y="171378"/>
                  </a:lnTo>
                  <a:lnTo>
                    <a:pt x="7371752" y="171378"/>
                  </a:lnTo>
                  <a:lnTo>
                    <a:pt x="7371910" y="171378"/>
                  </a:lnTo>
                  <a:lnTo>
                    <a:pt x="7372067" y="171378"/>
                  </a:lnTo>
                  <a:lnTo>
                    <a:pt x="7372225" y="171378"/>
                  </a:lnTo>
                  <a:lnTo>
                    <a:pt x="7372383" y="171378"/>
                  </a:lnTo>
                  <a:lnTo>
                    <a:pt x="7372540" y="171378"/>
                  </a:lnTo>
                  <a:lnTo>
                    <a:pt x="7372698" y="171378"/>
                  </a:lnTo>
                  <a:lnTo>
                    <a:pt x="7372856" y="171378"/>
                  </a:lnTo>
                  <a:lnTo>
                    <a:pt x="7373014" y="171378"/>
                  </a:lnTo>
                  <a:lnTo>
                    <a:pt x="7373171" y="171378"/>
                  </a:lnTo>
                  <a:lnTo>
                    <a:pt x="7373329" y="171378"/>
                  </a:lnTo>
                  <a:lnTo>
                    <a:pt x="7373487" y="171378"/>
                  </a:lnTo>
                  <a:lnTo>
                    <a:pt x="7373644" y="171378"/>
                  </a:lnTo>
                  <a:lnTo>
                    <a:pt x="7373802" y="171378"/>
                  </a:lnTo>
                  <a:lnTo>
                    <a:pt x="7373960" y="171378"/>
                  </a:lnTo>
                  <a:lnTo>
                    <a:pt x="7374118" y="171378"/>
                  </a:lnTo>
                  <a:lnTo>
                    <a:pt x="7374275" y="171378"/>
                  </a:lnTo>
                  <a:lnTo>
                    <a:pt x="7374433" y="171378"/>
                  </a:lnTo>
                  <a:lnTo>
                    <a:pt x="7374433" y="170948"/>
                  </a:lnTo>
                  <a:lnTo>
                    <a:pt x="7374591" y="170948"/>
                  </a:lnTo>
                  <a:lnTo>
                    <a:pt x="7374748" y="170948"/>
                  </a:lnTo>
                  <a:lnTo>
                    <a:pt x="7374906" y="170948"/>
                  </a:lnTo>
                  <a:lnTo>
                    <a:pt x="7375064" y="170948"/>
                  </a:lnTo>
                  <a:lnTo>
                    <a:pt x="7375222" y="170948"/>
                  </a:lnTo>
                  <a:lnTo>
                    <a:pt x="7375379" y="170948"/>
                  </a:lnTo>
                  <a:lnTo>
                    <a:pt x="7375537" y="170948"/>
                  </a:lnTo>
                  <a:lnTo>
                    <a:pt x="7375695" y="170948"/>
                  </a:lnTo>
                  <a:lnTo>
                    <a:pt x="7375853" y="170948"/>
                  </a:lnTo>
                  <a:lnTo>
                    <a:pt x="7375853" y="170517"/>
                  </a:lnTo>
                  <a:lnTo>
                    <a:pt x="7376010" y="170517"/>
                  </a:lnTo>
                  <a:lnTo>
                    <a:pt x="7376168" y="170517"/>
                  </a:lnTo>
                  <a:lnTo>
                    <a:pt x="7376326" y="170517"/>
                  </a:lnTo>
                  <a:lnTo>
                    <a:pt x="7376483" y="170517"/>
                  </a:lnTo>
                  <a:lnTo>
                    <a:pt x="7376641" y="170517"/>
                  </a:lnTo>
                  <a:lnTo>
                    <a:pt x="7376799" y="170517"/>
                  </a:lnTo>
                  <a:lnTo>
                    <a:pt x="7376957" y="170517"/>
                  </a:lnTo>
                  <a:lnTo>
                    <a:pt x="7376957" y="170087"/>
                  </a:lnTo>
                  <a:lnTo>
                    <a:pt x="7377114" y="170087"/>
                  </a:lnTo>
                  <a:lnTo>
                    <a:pt x="7377272" y="170087"/>
                  </a:lnTo>
                  <a:lnTo>
                    <a:pt x="7377272" y="169656"/>
                  </a:lnTo>
                  <a:lnTo>
                    <a:pt x="7377430" y="169656"/>
                  </a:lnTo>
                  <a:lnTo>
                    <a:pt x="7377587" y="169656"/>
                  </a:lnTo>
                  <a:lnTo>
                    <a:pt x="7377745" y="169656"/>
                  </a:lnTo>
                  <a:lnTo>
                    <a:pt x="7377903" y="169656"/>
                  </a:lnTo>
                  <a:lnTo>
                    <a:pt x="7378061" y="169656"/>
                  </a:lnTo>
                  <a:lnTo>
                    <a:pt x="7378218" y="169656"/>
                  </a:lnTo>
                  <a:lnTo>
                    <a:pt x="7378376" y="169656"/>
                  </a:lnTo>
                  <a:lnTo>
                    <a:pt x="7378534" y="169656"/>
                  </a:lnTo>
                  <a:lnTo>
                    <a:pt x="7378691" y="169656"/>
                  </a:lnTo>
                  <a:lnTo>
                    <a:pt x="7378849" y="169656"/>
                  </a:lnTo>
                  <a:lnTo>
                    <a:pt x="7379007" y="169656"/>
                  </a:lnTo>
                  <a:lnTo>
                    <a:pt x="7379165" y="169656"/>
                  </a:lnTo>
                  <a:lnTo>
                    <a:pt x="7379322" y="169656"/>
                  </a:lnTo>
                  <a:lnTo>
                    <a:pt x="7379480" y="169656"/>
                  </a:lnTo>
                  <a:lnTo>
                    <a:pt x="7379638" y="169656"/>
                  </a:lnTo>
                  <a:lnTo>
                    <a:pt x="7379795" y="169656"/>
                  </a:lnTo>
                  <a:lnTo>
                    <a:pt x="7379953" y="169656"/>
                  </a:lnTo>
                  <a:lnTo>
                    <a:pt x="7380111" y="169656"/>
                  </a:lnTo>
                  <a:lnTo>
                    <a:pt x="7380269" y="169656"/>
                  </a:lnTo>
                  <a:lnTo>
                    <a:pt x="7380426" y="169656"/>
                  </a:lnTo>
                  <a:lnTo>
                    <a:pt x="7380584" y="169656"/>
                  </a:lnTo>
                  <a:lnTo>
                    <a:pt x="7380742" y="169656"/>
                  </a:lnTo>
                  <a:lnTo>
                    <a:pt x="7380899" y="169656"/>
                  </a:lnTo>
                  <a:lnTo>
                    <a:pt x="7381057" y="169656"/>
                  </a:lnTo>
                  <a:lnTo>
                    <a:pt x="7381215" y="169656"/>
                  </a:lnTo>
                  <a:lnTo>
                    <a:pt x="7381373" y="169656"/>
                  </a:lnTo>
                  <a:lnTo>
                    <a:pt x="7381530" y="169656"/>
                  </a:lnTo>
                  <a:lnTo>
                    <a:pt x="7381688" y="169656"/>
                  </a:lnTo>
                  <a:lnTo>
                    <a:pt x="7381846" y="169656"/>
                  </a:lnTo>
                  <a:lnTo>
                    <a:pt x="7382004" y="169656"/>
                  </a:lnTo>
                  <a:lnTo>
                    <a:pt x="7382161" y="169656"/>
                  </a:lnTo>
                  <a:lnTo>
                    <a:pt x="7382319" y="169656"/>
                  </a:lnTo>
                  <a:lnTo>
                    <a:pt x="7382477" y="169656"/>
                  </a:lnTo>
                  <a:lnTo>
                    <a:pt x="7382634" y="169656"/>
                  </a:lnTo>
                  <a:lnTo>
                    <a:pt x="7382792" y="169656"/>
                  </a:lnTo>
                  <a:lnTo>
                    <a:pt x="7382950" y="169656"/>
                  </a:lnTo>
                  <a:lnTo>
                    <a:pt x="7383108" y="169656"/>
                  </a:lnTo>
                  <a:lnTo>
                    <a:pt x="7383265" y="169656"/>
                  </a:lnTo>
                  <a:lnTo>
                    <a:pt x="7383265" y="169225"/>
                  </a:lnTo>
                  <a:lnTo>
                    <a:pt x="7383423" y="169225"/>
                  </a:lnTo>
                  <a:lnTo>
                    <a:pt x="7383581" y="169225"/>
                  </a:lnTo>
                  <a:lnTo>
                    <a:pt x="7383738" y="169225"/>
                  </a:lnTo>
                  <a:lnTo>
                    <a:pt x="7383896" y="169225"/>
                  </a:lnTo>
                  <a:lnTo>
                    <a:pt x="7384054" y="169225"/>
                  </a:lnTo>
                  <a:lnTo>
                    <a:pt x="7384212" y="169225"/>
                  </a:lnTo>
                  <a:lnTo>
                    <a:pt x="7384212" y="168795"/>
                  </a:lnTo>
                  <a:lnTo>
                    <a:pt x="7384369" y="168795"/>
                  </a:lnTo>
                  <a:lnTo>
                    <a:pt x="7384369" y="168364"/>
                  </a:lnTo>
                  <a:lnTo>
                    <a:pt x="7384369" y="167934"/>
                  </a:lnTo>
                  <a:lnTo>
                    <a:pt x="7384527" y="167934"/>
                  </a:lnTo>
                  <a:lnTo>
                    <a:pt x="7384685" y="167934"/>
                  </a:lnTo>
                  <a:lnTo>
                    <a:pt x="7384842" y="167934"/>
                  </a:lnTo>
                  <a:lnTo>
                    <a:pt x="7385000" y="167934"/>
                  </a:lnTo>
                  <a:lnTo>
                    <a:pt x="7385158" y="167934"/>
                  </a:lnTo>
                  <a:lnTo>
                    <a:pt x="7385316" y="167934"/>
                  </a:lnTo>
                  <a:lnTo>
                    <a:pt x="7385473" y="167934"/>
                  </a:lnTo>
                  <a:lnTo>
                    <a:pt x="7385631" y="167934"/>
                  </a:lnTo>
                  <a:lnTo>
                    <a:pt x="7385789" y="167934"/>
                  </a:lnTo>
                  <a:lnTo>
                    <a:pt x="7385946" y="167934"/>
                  </a:lnTo>
                  <a:lnTo>
                    <a:pt x="7386104" y="167934"/>
                  </a:lnTo>
                  <a:lnTo>
                    <a:pt x="7386262" y="167934"/>
                  </a:lnTo>
                  <a:lnTo>
                    <a:pt x="7386420" y="167934"/>
                  </a:lnTo>
                  <a:lnTo>
                    <a:pt x="7386577" y="167934"/>
                  </a:lnTo>
                  <a:lnTo>
                    <a:pt x="7386577" y="167503"/>
                  </a:lnTo>
                  <a:lnTo>
                    <a:pt x="7386735" y="167503"/>
                  </a:lnTo>
                  <a:lnTo>
                    <a:pt x="7386893" y="167503"/>
                  </a:lnTo>
                  <a:lnTo>
                    <a:pt x="7387050" y="167503"/>
                  </a:lnTo>
                  <a:lnTo>
                    <a:pt x="7387208" y="167503"/>
                  </a:lnTo>
                  <a:lnTo>
                    <a:pt x="7387366" y="167503"/>
                  </a:lnTo>
                  <a:lnTo>
                    <a:pt x="7387524" y="167503"/>
                  </a:lnTo>
                  <a:lnTo>
                    <a:pt x="7387681" y="167503"/>
                  </a:lnTo>
                  <a:lnTo>
                    <a:pt x="7387839" y="167503"/>
                  </a:lnTo>
                  <a:lnTo>
                    <a:pt x="7387997" y="167503"/>
                  </a:lnTo>
                  <a:lnTo>
                    <a:pt x="7388155" y="167503"/>
                  </a:lnTo>
                  <a:lnTo>
                    <a:pt x="7388312" y="167503"/>
                  </a:lnTo>
                  <a:lnTo>
                    <a:pt x="7388470" y="167503"/>
                  </a:lnTo>
                  <a:lnTo>
                    <a:pt x="7388628" y="167503"/>
                  </a:lnTo>
                  <a:lnTo>
                    <a:pt x="7388785" y="167503"/>
                  </a:lnTo>
                  <a:lnTo>
                    <a:pt x="7388943" y="167503"/>
                  </a:lnTo>
                  <a:lnTo>
                    <a:pt x="7389101" y="167503"/>
                  </a:lnTo>
                  <a:lnTo>
                    <a:pt x="7389101" y="167072"/>
                  </a:lnTo>
                  <a:lnTo>
                    <a:pt x="7389259" y="167072"/>
                  </a:lnTo>
                  <a:lnTo>
                    <a:pt x="7389416" y="167072"/>
                  </a:lnTo>
                  <a:lnTo>
                    <a:pt x="7389574" y="167072"/>
                  </a:lnTo>
                  <a:lnTo>
                    <a:pt x="7389732" y="167072"/>
                  </a:lnTo>
                  <a:lnTo>
                    <a:pt x="7389732" y="166642"/>
                  </a:lnTo>
                  <a:lnTo>
                    <a:pt x="7389889" y="166642"/>
                  </a:lnTo>
                  <a:lnTo>
                    <a:pt x="7390047" y="166642"/>
                  </a:lnTo>
                  <a:lnTo>
                    <a:pt x="7390205" y="166642"/>
                  </a:lnTo>
                  <a:lnTo>
                    <a:pt x="7390363" y="166642"/>
                  </a:lnTo>
                  <a:lnTo>
                    <a:pt x="7390520" y="166642"/>
                  </a:lnTo>
                  <a:lnTo>
                    <a:pt x="7390678" y="166642"/>
                  </a:lnTo>
                  <a:lnTo>
                    <a:pt x="7390836" y="166642"/>
                  </a:lnTo>
                  <a:lnTo>
                    <a:pt x="7390993" y="166642"/>
                  </a:lnTo>
                  <a:lnTo>
                    <a:pt x="7391151" y="166642"/>
                  </a:lnTo>
                  <a:lnTo>
                    <a:pt x="7391309" y="166642"/>
                  </a:lnTo>
                  <a:lnTo>
                    <a:pt x="7391467" y="166642"/>
                  </a:lnTo>
                  <a:lnTo>
                    <a:pt x="7391624" y="166642"/>
                  </a:lnTo>
                  <a:lnTo>
                    <a:pt x="7391782" y="166642"/>
                  </a:lnTo>
                  <a:lnTo>
                    <a:pt x="7391940" y="166642"/>
                  </a:lnTo>
                  <a:lnTo>
                    <a:pt x="7391940" y="166211"/>
                  </a:lnTo>
                  <a:lnTo>
                    <a:pt x="7392097" y="166211"/>
                  </a:lnTo>
                  <a:lnTo>
                    <a:pt x="7392255" y="166211"/>
                  </a:lnTo>
                  <a:lnTo>
                    <a:pt x="7392413" y="166211"/>
                  </a:lnTo>
                  <a:lnTo>
                    <a:pt x="7392571" y="166211"/>
                  </a:lnTo>
                  <a:lnTo>
                    <a:pt x="7392571" y="165781"/>
                  </a:lnTo>
                  <a:lnTo>
                    <a:pt x="7392728" y="165781"/>
                  </a:lnTo>
                  <a:lnTo>
                    <a:pt x="7392886" y="165781"/>
                  </a:lnTo>
                  <a:lnTo>
                    <a:pt x="7393044" y="165781"/>
                  </a:lnTo>
                  <a:lnTo>
                    <a:pt x="7393202" y="165781"/>
                  </a:lnTo>
                  <a:lnTo>
                    <a:pt x="7393359" y="165781"/>
                  </a:lnTo>
                  <a:lnTo>
                    <a:pt x="7393517" y="165781"/>
                  </a:lnTo>
                  <a:lnTo>
                    <a:pt x="7393517" y="165350"/>
                  </a:lnTo>
                  <a:lnTo>
                    <a:pt x="7393675" y="165350"/>
                  </a:lnTo>
                  <a:lnTo>
                    <a:pt x="7393832" y="165350"/>
                  </a:lnTo>
                  <a:lnTo>
                    <a:pt x="7393990" y="165350"/>
                  </a:lnTo>
                  <a:lnTo>
                    <a:pt x="7394148" y="165350"/>
                  </a:lnTo>
                  <a:lnTo>
                    <a:pt x="7394306" y="165350"/>
                  </a:lnTo>
                  <a:lnTo>
                    <a:pt x="7394463" y="165350"/>
                  </a:lnTo>
                  <a:lnTo>
                    <a:pt x="7394463" y="164919"/>
                  </a:lnTo>
                  <a:lnTo>
                    <a:pt x="7394621" y="164919"/>
                  </a:lnTo>
                  <a:lnTo>
                    <a:pt x="7394779" y="164919"/>
                  </a:lnTo>
                  <a:lnTo>
                    <a:pt x="7394936" y="164919"/>
                  </a:lnTo>
                  <a:lnTo>
                    <a:pt x="7395094" y="164919"/>
                  </a:lnTo>
                  <a:lnTo>
                    <a:pt x="7395252" y="164919"/>
                  </a:lnTo>
                  <a:lnTo>
                    <a:pt x="7395410" y="164919"/>
                  </a:lnTo>
                  <a:lnTo>
                    <a:pt x="7395567" y="164919"/>
                  </a:lnTo>
                  <a:lnTo>
                    <a:pt x="7395725" y="164919"/>
                  </a:lnTo>
                  <a:lnTo>
                    <a:pt x="7395883" y="164919"/>
                  </a:lnTo>
                  <a:lnTo>
                    <a:pt x="7396040" y="164919"/>
                  </a:lnTo>
                  <a:lnTo>
                    <a:pt x="7396198" y="164919"/>
                  </a:lnTo>
                  <a:lnTo>
                    <a:pt x="7396356" y="164919"/>
                  </a:lnTo>
                  <a:lnTo>
                    <a:pt x="7396514" y="164919"/>
                  </a:lnTo>
                  <a:lnTo>
                    <a:pt x="7396671" y="164919"/>
                  </a:lnTo>
                  <a:lnTo>
                    <a:pt x="7396829" y="164919"/>
                  </a:lnTo>
                  <a:lnTo>
                    <a:pt x="7396987" y="164919"/>
                  </a:lnTo>
                  <a:lnTo>
                    <a:pt x="7396987" y="164489"/>
                  </a:lnTo>
                  <a:lnTo>
                    <a:pt x="7397144" y="164489"/>
                  </a:lnTo>
                  <a:lnTo>
                    <a:pt x="7397302" y="164489"/>
                  </a:lnTo>
                  <a:lnTo>
                    <a:pt x="7397460" y="164489"/>
                  </a:lnTo>
                  <a:lnTo>
                    <a:pt x="7397618" y="164489"/>
                  </a:lnTo>
                  <a:lnTo>
                    <a:pt x="7397775" y="164489"/>
                  </a:lnTo>
                  <a:lnTo>
                    <a:pt x="7397933" y="164489"/>
                  </a:lnTo>
                  <a:lnTo>
                    <a:pt x="7398091" y="164489"/>
                  </a:lnTo>
                  <a:lnTo>
                    <a:pt x="7398248" y="164489"/>
                  </a:lnTo>
                  <a:lnTo>
                    <a:pt x="7398406" y="164489"/>
                  </a:lnTo>
                  <a:lnTo>
                    <a:pt x="7398564" y="164489"/>
                  </a:lnTo>
                  <a:lnTo>
                    <a:pt x="7398722" y="164489"/>
                  </a:lnTo>
                  <a:lnTo>
                    <a:pt x="7398879" y="164489"/>
                  </a:lnTo>
                  <a:lnTo>
                    <a:pt x="7398879" y="164058"/>
                  </a:lnTo>
                  <a:lnTo>
                    <a:pt x="7399037" y="164058"/>
                  </a:lnTo>
                  <a:lnTo>
                    <a:pt x="7399195" y="164058"/>
                  </a:lnTo>
                  <a:lnTo>
                    <a:pt x="7399353" y="164058"/>
                  </a:lnTo>
                  <a:lnTo>
                    <a:pt x="7399510" y="164058"/>
                  </a:lnTo>
                  <a:lnTo>
                    <a:pt x="7399668" y="164058"/>
                  </a:lnTo>
                  <a:lnTo>
                    <a:pt x="7399668" y="163628"/>
                  </a:lnTo>
                  <a:lnTo>
                    <a:pt x="7399826" y="163628"/>
                  </a:lnTo>
                  <a:lnTo>
                    <a:pt x="7399983" y="163628"/>
                  </a:lnTo>
                  <a:lnTo>
                    <a:pt x="7399983" y="163197"/>
                  </a:lnTo>
                  <a:lnTo>
                    <a:pt x="7400141" y="163197"/>
                  </a:lnTo>
                  <a:lnTo>
                    <a:pt x="7400299" y="163197"/>
                  </a:lnTo>
                  <a:lnTo>
                    <a:pt x="7400457" y="163197"/>
                  </a:lnTo>
                  <a:lnTo>
                    <a:pt x="7400614" y="163197"/>
                  </a:lnTo>
                  <a:lnTo>
                    <a:pt x="7400772" y="163197"/>
                  </a:lnTo>
                  <a:lnTo>
                    <a:pt x="7400930" y="163197"/>
                  </a:lnTo>
                  <a:lnTo>
                    <a:pt x="7401087" y="163197"/>
                  </a:lnTo>
                  <a:lnTo>
                    <a:pt x="7401245" y="163197"/>
                  </a:lnTo>
                  <a:lnTo>
                    <a:pt x="7401403" y="163197"/>
                  </a:lnTo>
                  <a:lnTo>
                    <a:pt x="7401403" y="162766"/>
                  </a:lnTo>
                  <a:lnTo>
                    <a:pt x="7401561" y="162766"/>
                  </a:lnTo>
                  <a:lnTo>
                    <a:pt x="7401718" y="162766"/>
                  </a:lnTo>
                  <a:lnTo>
                    <a:pt x="7401876" y="162766"/>
                  </a:lnTo>
                  <a:lnTo>
                    <a:pt x="7402034" y="162766"/>
                  </a:lnTo>
                  <a:lnTo>
                    <a:pt x="7402191" y="162766"/>
                  </a:lnTo>
                  <a:lnTo>
                    <a:pt x="7402349" y="162766"/>
                  </a:lnTo>
                  <a:lnTo>
                    <a:pt x="7402507" y="162766"/>
                  </a:lnTo>
                  <a:lnTo>
                    <a:pt x="7402665" y="162766"/>
                  </a:lnTo>
                  <a:lnTo>
                    <a:pt x="7402822" y="162766"/>
                  </a:lnTo>
                  <a:lnTo>
                    <a:pt x="7402980" y="162766"/>
                  </a:lnTo>
                  <a:lnTo>
                    <a:pt x="7403138" y="162766"/>
                  </a:lnTo>
                  <a:lnTo>
                    <a:pt x="7403295" y="162766"/>
                  </a:lnTo>
                  <a:lnTo>
                    <a:pt x="7403453" y="162766"/>
                  </a:lnTo>
                  <a:lnTo>
                    <a:pt x="7403611" y="162766"/>
                  </a:lnTo>
                  <a:lnTo>
                    <a:pt x="7403769" y="162766"/>
                  </a:lnTo>
                  <a:lnTo>
                    <a:pt x="7403926" y="162766"/>
                  </a:lnTo>
                  <a:lnTo>
                    <a:pt x="7404084" y="162766"/>
                  </a:lnTo>
                  <a:lnTo>
                    <a:pt x="7404242" y="162766"/>
                  </a:lnTo>
                  <a:lnTo>
                    <a:pt x="7404400" y="162766"/>
                  </a:lnTo>
                  <a:lnTo>
                    <a:pt x="7404557" y="162766"/>
                  </a:lnTo>
                  <a:lnTo>
                    <a:pt x="7404557" y="162336"/>
                  </a:lnTo>
                  <a:lnTo>
                    <a:pt x="7404715" y="162336"/>
                  </a:lnTo>
                  <a:lnTo>
                    <a:pt x="7404873" y="162336"/>
                  </a:lnTo>
                  <a:lnTo>
                    <a:pt x="7405030" y="162336"/>
                  </a:lnTo>
                  <a:lnTo>
                    <a:pt x="7405188" y="162336"/>
                  </a:lnTo>
                  <a:lnTo>
                    <a:pt x="7405346" y="162336"/>
                  </a:lnTo>
                  <a:lnTo>
                    <a:pt x="7405504" y="162336"/>
                  </a:lnTo>
                  <a:lnTo>
                    <a:pt x="7405661" y="162336"/>
                  </a:lnTo>
                  <a:lnTo>
                    <a:pt x="7405819" y="162336"/>
                  </a:lnTo>
                  <a:lnTo>
                    <a:pt x="7405977" y="162336"/>
                  </a:lnTo>
                  <a:lnTo>
                    <a:pt x="7406134" y="162336"/>
                  </a:lnTo>
                  <a:lnTo>
                    <a:pt x="7406292" y="162336"/>
                  </a:lnTo>
                  <a:lnTo>
                    <a:pt x="7406450" y="162336"/>
                  </a:lnTo>
                  <a:lnTo>
                    <a:pt x="7406608" y="162336"/>
                  </a:lnTo>
                  <a:lnTo>
                    <a:pt x="7406765" y="162336"/>
                  </a:lnTo>
                  <a:lnTo>
                    <a:pt x="7406923" y="162336"/>
                  </a:lnTo>
                  <a:lnTo>
                    <a:pt x="7407081" y="162336"/>
                  </a:lnTo>
                  <a:lnTo>
                    <a:pt x="7407238" y="162336"/>
                  </a:lnTo>
                  <a:lnTo>
                    <a:pt x="7407396" y="162336"/>
                  </a:lnTo>
                  <a:lnTo>
                    <a:pt x="7407554" y="162336"/>
                  </a:lnTo>
                  <a:lnTo>
                    <a:pt x="7407712" y="162336"/>
                  </a:lnTo>
                  <a:lnTo>
                    <a:pt x="7407869" y="162336"/>
                  </a:lnTo>
                  <a:lnTo>
                    <a:pt x="7408027" y="162336"/>
                  </a:lnTo>
                  <a:lnTo>
                    <a:pt x="7408185" y="162336"/>
                  </a:lnTo>
                  <a:lnTo>
                    <a:pt x="7408342" y="162336"/>
                  </a:lnTo>
                  <a:lnTo>
                    <a:pt x="7408500" y="162336"/>
                  </a:lnTo>
                  <a:lnTo>
                    <a:pt x="7408658" y="162336"/>
                  </a:lnTo>
                  <a:lnTo>
                    <a:pt x="7408816" y="162336"/>
                  </a:lnTo>
                  <a:lnTo>
                    <a:pt x="7408816" y="161905"/>
                  </a:lnTo>
                  <a:lnTo>
                    <a:pt x="7408973" y="161905"/>
                  </a:lnTo>
                  <a:lnTo>
                    <a:pt x="7409131" y="161905"/>
                  </a:lnTo>
                  <a:lnTo>
                    <a:pt x="7409289" y="161905"/>
                  </a:lnTo>
                  <a:lnTo>
                    <a:pt x="7409446" y="161905"/>
                  </a:lnTo>
                  <a:lnTo>
                    <a:pt x="7409604" y="161905"/>
                  </a:lnTo>
                  <a:lnTo>
                    <a:pt x="7409762" y="161905"/>
                  </a:lnTo>
                  <a:lnTo>
                    <a:pt x="7409920" y="161905"/>
                  </a:lnTo>
                  <a:lnTo>
                    <a:pt x="7410077" y="161905"/>
                  </a:lnTo>
                  <a:lnTo>
                    <a:pt x="7410235" y="161905"/>
                  </a:lnTo>
                  <a:lnTo>
                    <a:pt x="7410393" y="161905"/>
                  </a:lnTo>
                  <a:lnTo>
                    <a:pt x="7410551" y="161905"/>
                  </a:lnTo>
                  <a:lnTo>
                    <a:pt x="7410708" y="161905"/>
                  </a:lnTo>
                  <a:lnTo>
                    <a:pt x="7410708" y="161475"/>
                  </a:lnTo>
                  <a:lnTo>
                    <a:pt x="7410866" y="161475"/>
                  </a:lnTo>
                  <a:lnTo>
                    <a:pt x="7411024" y="161475"/>
                  </a:lnTo>
                  <a:lnTo>
                    <a:pt x="7411181" y="161475"/>
                  </a:lnTo>
                  <a:lnTo>
                    <a:pt x="7411339" y="161475"/>
                  </a:lnTo>
                  <a:lnTo>
                    <a:pt x="7411497" y="161475"/>
                  </a:lnTo>
                  <a:lnTo>
                    <a:pt x="7411655" y="161475"/>
                  </a:lnTo>
                  <a:lnTo>
                    <a:pt x="7411812" y="161475"/>
                  </a:lnTo>
                  <a:lnTo>
                    <a:pt x="7411970" y="161475"/>
                  </a:lnTo>
                  <a:lnTo>
                    <a:pt x="7412128" y="161475"/>
                  </a:lnTo>
                  <a:lnTo>
                    <a:pt x="7412285" y="161475"/>
                  </a:lnTo>
                  <a:lnTo>
                    <a:pt x="7412285" y="161044"/>
                  </a:lnTo>
                  <a:lnTo>
                    <a:pt x="7412443" y="161044"/>
                  </a:lnTo>
                  <a:lnTo>
                    <a:pt x="7412601" y="161044"/>
                  </a:lnTo>
                  <a:lnTo>
                    <a:pt x="7412759" y="161044"/>
                  </a:lnTo>
                  <a:lnTo>
                    <a:pt x="7412916" y="161044"/>
                  </a:lnTo>
                  <a:lnTo>
                    <a:pt x="7413074" y="161044"/>
                  </a:lnTo>
                  <a:lnTo>
                    <a:pt x="7413232" y="161044"/>
                  </a:lnTo>
                  <a:lnTo>
                    <a:pt x="7413389" y="161044"/>
                  </a:lnTo>
                  <a:lnTo>
                    <a:pt x="7413547" y="161044"/>
                  </a:lnTo>
                  <a:lnTo>
                    <a:pt x="7413705" y="161044"/>
                  </a:lnTo>
                  <a:lnTo>
                    <a:pt x="7413863" y="161044"/>
                  </a:lnTo>
                  <a:lnTo>
                    <a:pt x="7414020" y="161044"/>
                  </a:lnTo>
                  <a:lnTo>
                    <a:pt x="7414178" y="161044"/>
                  </a:lnTo>
                  <a:lnTo>
                    <a:pt x="7414336" y="161044"/>
                  </a:lnTo>
                  <a:lnTo>
                    <a:pt x="7414493" y="161044"/>
                  </a:lnTo>
                  <a:lnTo>
                    <a:pt x="7414651" y="161044"/>
                  </a:lnTo>
                  <a:lnTo>
                    <a:pt x="7414809" y="161044"/>
                  </a:lnTo>
                  <a:lnTo>
                    <a:pt x="7414967" y="161044"/>
                  </a:lnTo>
                  <a:lnTo>
                    <a:pt x="7415124" y="161044"/>
                  </a:lnTo>
                  <a:lnTo>
                    <a:pt x="7415282" y="161044"/>
                  </a:lnTo>
                  <a:lnTo>
                    <a:pt x="7415440" y="161044"/>
                  </a:lnTo>
                  <a:lnTo>
                    <a:pt x="7415598" y="161044"/>
                  </a:lnTo>
                  <a:lnTo>
                    <a:pt x="7415755" y="161044"/>
                  </a:lnTo>
                  <a:lnTo>
                    <a:pt x="7415913" y="161044"/>
                  </a:lnTo>
                  <a:lnTo>
                    <a:pt x="7416071" y="161044"/>
                  </a:lnTo>
                  <a:lnTo>
                    <a:pt x="7416228" y="161044"/>
                  </a:lnTo>
                  <a:lnTo>
                    <a:pt x="7416386" y="161044"/>
                  </a:lnTo>
                  <a:lnTo>
                    <a:pt x="7416544" y="161044"/>
                  </a:lnTo>
                  <a:lnTo>
                    <a:pt x="7416702" y="161044"/>
                  </a:lnTo>
                  <a:lnTo>
                    <a:pt x="7416859" y="161044"/>
                  </a:lnTo>
                  <a:lnTo>
                    <a:pt x="7416859" y="160613"/>
                  </a:lnTo>
                  <a:lnTo>
                    <a:pt x="7417017" y="160613"/>
                  </a:lnTo>
                  <a:lnTo>
                    <a:pt x="7417175" y="160613"/>
                  </a:lnTo>
                  <a:lnTo>
                    <a:pt x="7417332" y="160613"/>
                  </a:lnTo>
                  <a:lnTo>
                    <a:pt x="7417490" y="160613"/>
                  </a:lnTo>
                  <a:lnTo>
                    <a:pt x="7417648" y="160613"/>
                  </a:lnTo>
                  <a:lnTo>
                    <a:pt x="7417806" y="160613"/>
                  </a:lnTo>
                  <a:lnTo>
                    <a:pt x="7417806" y="160183"/>
                  </a:lnTo>
                  <a:lnTo>
                    <a:pt x="7417963" y="160183"/>
                  </a:lnTo>
                  <a:lnTo>
                    <a:pt x="7418121" y="160183"/>
                  </a:lnTo>
                  <a:lnTo>
                    <a:pt x="7418279" y="160183"/>
                  </a:lnTo>
                  <a:lnTo>
                    <a:pt x="7418436" y="160183"/>
                  </a:lnTo>
                  <a:lnTo>
                    <a:pt x="7418594" y="160183"/>
                  </a:lnTo>
                  <a:lnTo>
                    <a:pt x="7418752" y="160183"/>
                  </a:lnTo>
                  <a:lnTo>
                    <a:pt x="7418910" y="160183"/>
                  </a:lnTo>
                  <a:lnTo>
                    <a:pt x="7419067" y="160183"/>
                  </a:lnTo>
                  <a:lnTo>
                    <a:pt x="7419225" y="160183"/>
                  </a:lnTo>
                  <a:lnTo>
                    <a:pt x="7419383" y="160183"/>
                  </a:lnTo>
                  <a:lnTo>
                    <a:pt x="7419540" y="160183"/>
                  </a:lnTo>
                  <a:lnTo>
                    <a:pt x="7419698" y="160183"/>
                  </a:lnTo>
                  <a:lnTo>
                    <a:pt x="7419856" y="160183"/>
                  </a:lnTo>
                  <a:lnTo>
                    <a:pt x="7420014" y="160183"/>
                  </a:lnTo>
                  <a:lnTo>
                    <a:pt x="7420171" y="160183"/>
                  </a:lnTo>
                  <a:lnTo>
                    <a:pt x="7420329" y="160183"/>
                  </a:lnTo>
                  <a:lnTo>
                    <a:pt x="7420487" y="160183"/>
                  </a:lnTo>
                  <a:lnTo>
                    <a:pt x="7420487" y="159752"/>
                  </a:lnTo>
                  <a:lnTo>
                    <a:pt x="7420644" y="159752"/>
                  </a:lnTo>
                  <a:lnTo>
                    <a:pt x="7420802" y="159752"/>
                  </a:lnTo>
                  <a:lnTo>
                    <a:pt x="7420960" y="159752"/>
                  </a:lnTo>
                  <a:lnTo>
                    <a:pt x="7421118" y="159752"/>
                  </a:lnTo>
                  <a:lnTo>
                    <a:pt x="7421275" y="159752"/>
                  </a:lnTo>
                  <a:lnTo>
                    <a:pt x="7421433" y="159752"/>
                  </a:lnTo>
                  <a:lnTo>
                    <a:pt x="7421591" y="159752"/>
                  </a:lnTo>
                  <a:lnTo>
                    <a:pt x="7421749" y="159752"/>
                  </a:lnTo>
                  <a:lnTo>
                    <a:pt x="7421906" y="159752"/>
                  </a:lnTo>
                  <a:lnTo>
                    <a:pt x="7422064" y="159752"/>
                  </a:lnTo>
                  <a:lnTo>
                    <a:pt x="7422222" y="159752"/>
                  </a:lnTo>
                  <a:lnTo>
                    <a:pt x="7422379" y="159752"/>
                  </a:lnTo>
                  <a:lnTo>
                    <a:pt x="7422537" y="159752"/>
                  </a:lnTo>
                  <a:lnTo>
                    <a:pt x="7422695" y="159752"/>
                  </a:lnTo>
                  <a:lnTo>
                    <a:pt x="7422853" y="159752"/>
                  </a:lnTo>
                  <a:lnTo>
                    <a:pt x="7423010" y="159752"/>
                  </a:lnTo>
                  <a:lnTo>
                    <a:pt x="7423168" y="159752"/>
                  </a:lnTo>
                  <a:lnTo>
                    <a:pt x="7423326" y="159752"/>
                  </a:lnTo>
                  <a:lnTo>
                    <a:pt x="7423483" y="159752"/>
                  </a:lnTo>
                  <a:lnTo>
                    <a:pt x="7423641" y="159752"/>
                  </a:lnTo>
                  <a:lnTo>
                    <a:pt x="7423799" y="159752"/>
                  </a:lnTo>
                  <a:lnTo>
                    <a:pt x="7423957" y="159752"/>
                  </a:lnTo>
                  <a:lnTo>
                    <a:pt x="7424114" y="159752"/>
                  </a:lnTo>
                  <a:lnTo>
                    <a:pt x="7424272" y="159752"/>
                  </a:lnTo>
                  <a:lnTo>
                    <a:pt x="7424430" y="159752"/>
                  </a:lnTo>
                  <a:lnTo>
                    <a:pt x="7424587" y="159752"/>
                  </a:lnTo>
                  <a:lnTo>
                    <a:pt x="7424745" y="159752"/>
                  </a:lnTo>
                  <a:lnTo>
                    <a:pt x="7424903" y="159752"/>
                  </a:lnTo>
                  <a:lnTo>
                    <a:pt x="7425061" y="159752"/>
                  </a:lnTo>
                  <a:lnTo>
                    <a:pt x="7425218" y="159752"/>
                  </a:lnTo>
                  <a:lnTo>
                    <a:pt x="7425376" y="159752"/>
                  </a:lnTo>
                  <a:lnTo>
                    <a:pt x="7425534" y="159752"/>
                  </a:lnTo>
                  <a:lnTo>
                    <a:pt x="7425691" y="159752"/>
                  </a:lnTo>
                  <a:lnTo>
                    <a:pt x="7425849" y="159752"/>
                  </a:lnTo>
                  <a:lnTo>
                    <a:pt x="7425849" y="159322"/>
                  </a:lnTo>
                  <a:lnTo>
                    <a:pt x="7426007" y="159322"/>
                  </a:lnTo>
                  <a:lnTo>
                    <a:pt x="7426165" y="159322"/>
                  </a:lnTo>
                  <a:lnTo>
                    <a:pt x="7426322" y="159322"/>
                  </a:lnTo>
                  <a:lnTo>
                    <a:pt x="7426480" y="159322"/>
                  </a:lnTo>
                  <a:lnTo>
                    <a:pt x="7426638" y="159322"/>
                  </a:lnTo>
                  <a:lnTo>
                    <a:pt x="7426796" y="159322"/>
                  </a:lnTo>
                  <a:lnTo>
                    <a:pt x="7426953" y="159322"/>
                  </a:lnTo>
                  <a:lnTo>
                    <a:pt x="7427111" y="159322"/>
                  </a:lnTo>
                  <a:lnTo>
                    <a:pt x="7427269" y="159322"/>
                  </a:lnTo>
                  <a:lnTo>
                    <a:pt x="7427426" y="159322"/>
                  </a:lnTo>
                  <a:lnTo>
                    <a:pt x="7427584" y="159322"/>
                  </a:lnTo>
                  <a:lnTo>
                    <a:pt x="7427742" y="159322"/>
                  </a:lnTo>
                  <a:lnTo>
                    <a:pt x="7427900" y="159322"/>
                  </a:lnTo>
                  <a:lnTo>
                    <a:pt x="7428057" y="159322"/>
                  </a:lnTo>
                  <a:lnTo>
                    <a:pt x="7428057" y="158891"/>
                  </a:lnTo>
                  <a:lnTo>
                    <a:pt x="7428215" y="158891"/>
                  </a:lnTo>
                  <a:lnTo>
                    <a:pt x="7428373" y="158891"/>
                  </a:lnTo>
                  <a:lnTo>
                    <a:pt x="7428530" y="158891"/>
                  </a:lnTo>
                  <a:lnTo>
                    <a:pt x="7428688" y="158891"/>
                  </a:lnTo>
                  <a:lnTo>
                    <a:pt x="7428846" y="158891"/>
                  </a:lnTo>
                  <a:lnTo>
                    <a:pt x="7429004" y="158891"/>
                  </a:lnTo>
                  <a:lnTo>
                    <a:pt x="7429004" y="158460"/>
                  </a:lnTo>
                  <a:lnTo>
                    <a:pt x="7429161" y="158460"/>
                  </a:lnTo>
                  <a:lnTo>
                    <a:pt x="7429319" y="158460"/>
                  </a:lnTo>
                  <a:lnTo>
                    <a:pt x="7429477" y="158460"/>
                  </a:lnTo>
                  <a:lnTo>
                    <a:pt x="7429634" y="158460"/>
                  </a:lnTo>
                  <a:lnTo>
                    <a:pt x="7429792" y="158460"/>
                  </a:lnTo>
                  <a:lnTo>
                    <a:pt x="7429950" y="158460"/>
                  </a:lnTo>
                  <a:lnTo>
                    <a:pt x="7430108" y="158460"/>
                  </a:lnTo>
                  <a:lnTo>
                    <a:pt x="7430108" y="158030"/>
                  </a:lnTo>
                  <a:lnTo>
                    <a:pt x="7430265" y="158030"/>
                  </a:lnTo>
                  <a:lnTo>
                    <a:pt x="7430423" y="158030"/>
                  </a:lnTo>
                  <a:lnTo>
                    <a:pt x="7430581" y="158030"/>
                  </a:lnTo>
                  <a:lnTo>
                    <a:pt x="7430738" y="158030"/>
                  </a:lnTo>
                  <a:lnTo>
                    <a:pt x="7430738" y="157599"/>
                  </a:lnTo>
                  <a:lnTo>
                    <a:pt x="7430896" y="157599"/>
                  </a:lnTo>
                  <a:lnTo>
                    <a:pt x="7431054" y="157599"/>
                  </a:lnTo>
                  <a:lnTo>
                    <a:pt x="7431212" y="157599"/>
                  </a:lnTo>
                  <a:lnTo>
                    <a:pt x="7431369" y="157599"/>
                  </a:lnTo>
                  <a:lnTo>
                    <a:pt x="7431527" y="157599"/>
                  </a:lnTo>
                  <a:lnTo>
                    <a:pt x="7431685" y="157599"/>
                  </a:lnTo>
                  <a:lnTo>
                    <a:pt x="7431842" y="157599"/>
                  </a:lnTo>
                  <a:lnTo>
                    <a:pt x="7432000" y="157599"/>
                  </a:lnTo>
                  <a:lnTo>
                    <a:pt x="7432158" y="157599"/>
                  </a:lnTo>
                  <a:lnTo>
                    <a:pt x="7432316" y="157599"/>
                  </a:lnTo>
                  <a:lnTo>
                    <a:pt x="7432473" y="157599"/>
                  </a:lnTo>
                  <a:lnTo>
                    <a:pt x="7432631" y="157599"/>
                  </a:lnTo>
                  <a:lnTo>
                    <a:pt x="7432789" y="157599"/>
                  </a:lnTo>
                  <a:lnTo>
                    <a:pt x="7432789" y="157169"/>
                  </a:lnTo>
                  <a:lnTo>
                    <a:pt x="7432947" y="157169"/>
                  </a:lnTo>
                  <a:lnTo>
                    <a:pt x="7433104" y="157169"/>
                  </a:lnTo>
                  <a:lnTo>
                    <a:pt x="7433262" y="157169"/>
                  </a:lnTo>
                  <a:lnTo>
                    <a:pt x="7433420" y="157169"/>
                  </a:lnTo>
                  <a:lnTo>
                    <a:pt x="7433577" y="157169"/>
                  </a:lnTo>
                  <a:lnTo>
                    <a:pt x="7433735" y="157169"/>
                  </a:lnTo>
                  <a:lnTo>
                    <a:pt x="7433893" y="157169"/>
                  </a:lnTo>
                  <a:lnTo>
                    <a:pt x="7434051" y="157169"/>
                  </a:lnTo>
                  <a:lnTo>
                    <a:pt x="7434208" y="157169"/>
                  </a:lnTo>
                  <a:lnTo>
                    <a:pt x="7434366" y="157169"/>
                  </a:lnTo>
                  <a:lnTo>
                    <a:pt x="7434524" y="157169"/>
                  </a:lnTo>
                  <a:lnTo>
                    <a:pt x="7434681" y="157169"/>
                  </a:lnTo>
                  <a:lnTo>
                    <a:pt x="7434839" y="157169"/>
                  </a:lnTo>
                  <a:lnTo>
                    <a:pt x="7434997" y="157169"/>
                  </a:lnTo>
                  <a:lnTo>
                    <a:pt x="7435155" y="157169"/>
                  </a:lnTo>
                  <a:lnTo>
                    <a:pt x="7435312" y="157169"/>
                  </a:lnTo>
                  <a:lnTo>
                    <a:pt x="7435470" y="157169"/>
                  </a:lnTo>
                  <a:lnTo>
                    <a:pt x="7435628" y="157169"/>
                  </a:lnTo>
                  <a:lnTo>
                    <a:pt x="7435785" y="157169"/>
                  </a:lnTo>
                  <a:lnTo>
                    <a:pt x="7435943" y="157169"/>
                  </a:lnTo>
                  <a:lnTo>
                    <a:pt x="7436101" y="157169"/>
                  </a:lnTo>
                  <a:lnTo>
                    <a:pt x="7436259" y="157169"/>
                  </a:lnTo>
                  <a:lnTo>
                    <a:pt x="7436416" y="157169"/>
                  </a:lnTo>
                  <a:lnTo>
                    <a:pt x="7436574" y="157169"/>
                  </a:lnTo>
                  <a:lnTo>
                    <a:pt x="7436732" y="157169"/>
                  </a:lnTo>
                  <a:lnTo>
                    <a:pt x="7436889" y="157169"/>
                  </a:lnTo>
                  <a:lnTo>
                    <a:pt x="7437047" y="157169"/>
                  </a:lnTo>
                  <a:lnTo>
                    <a:pt x="7437205" y="157169"/>
                  </a:lnTo>
                  <a:lnTo>
                    <a:pt x="7437363" y="157169"/>
                  </a:lnTo>
                  <a:lnTo>
                    <a:pt x="7437520" y="157169"/>
                  </a:lnTo>
                  <a:lnTo>
                    <a:pt x="7437520" y="156738"/>
                  </a:lnTo>
                  <a:lnTo>
                    <a:pt x="7437678" y="156738"/>
                  </a:lnTo>
                  <a:lnTo>
                    <a:pt x="7437836" y="156738"/>
                  </a:lnTo>
                  <a:lnTo>
                    <a:pt x="7437994" y="156738"/>
                  </a:lnTo>
                  <a:lnTo>
                    <a:pt x="7438151" y="156738"/>
                  </a:lnTo>
                  <a:lnTo>
                    <a:pt x="7438309" y="156738"/>
                  </a:lnTo>
                  <a:lnTo>
                    <a:pt x="7438467" y="156738"/>
                  </a:lnTo>
                  <a:lnTo>
                    <a:pt x="7438624" y="156738"/>
                  </a:lnTo>
                  <a:lnTo>
                    <a:pt x="7438782" y="156738"/>
                  </a:lnTo>
                  <a:lnTo>
                    <a:pt x="7438940" y="156738"/>
                  </a:lnTo>
                  <a:lnTo>
                    <a:pt x="7439098" y="156738"/>
                  </a:lnTo>
                  <a:lnTo>
                    <a:pt x="7439255" y="156738"/>
                  </a:lnTo>
                  <a:lnTo>
                    <a:pt x="7439413" y="156738"/>
                  </a:lnTo>
                  <a:lnTo>
                    <a:pt x="7439571" y="156738"/>
                  </a:lnTo>
                  <a:lnTo>
                    <a:pt x="7439728" y="156738"/>
                  </a:lnTo>
                  <a:lnTo>
                    <a:pt x="7439886" y="156738"/>
                  </a:lnTo>
                  <a:lnTo>
                    <a:pt x="7440044" y="156738"/>
                  </a:lnTo>
                  <a:lnTo>
                    <a:pt x="7440202" y="156738"/>
                  </a:lnTo>
                  <a:lnTo>
                    <a:pt x="7440359" y="156738"/>
                  </a:lnTo>
                  <a:lnTo>
                    <a:pt x="7440517" y="156738"/>
                  </a:lnTo>
                  <a:lnTo>
                    <a:pt x="7440517" y="156307"/>
                  </a:lnTo>
                  <a:lnTo>
                    <a:pt x="7440675" y="156307"/>
                  </a:lnTo>
                  <a:lnTo>
                    <a:pt x="7440832" y="156307"/>
                  </a:lnTo>
                  <a:lnTo>
                    <a:pt x="7440990" y="156307"/>
                  </a:lnTo>
                  <a:lnTo>
                    <a:pt x="7441148" y="156307"/>
                  </a:lnTo>
                  <a:lnTo>
                    <a:pt x="7441306" y="156307"/>
                  </a:lnTo>
                  <a:lnTo>
                    <a:pt x="7441463" y="156307"/>
                  </a:lnTo>
                  <a:lnTo>
                    <a:pt x="7441621" y="156307"/>
                  </a:lnTo>
                  <a:lnTo>
                    <a:pt x="7441779" y="156307"/>
                  </a:lnTo>
                  <a:lnTo>
                    <a:pt x="7441936" y="156307"/>
                  </a:lnTo>
                  <a:lnTo>
                    <a:pt x="7442094" y="156307"/>
                  </a:lnTo>
                  <a:lnTo>
                    <a:pt x="7442252" y="156307"/>
                  </a:lnTo>
                  <a:lnTo>
                    <a:pt x="7442410" y="156307"/>
                  </a:lnTo>
                  <a:lnTo>
                    <a:pt x="7442567" y="156307"/>
                  </a:lnTo>
                  <a:lnTo>
                    <a:pt x="7442725" y="156307"/>
                  </a:lnTo>
                  <a:lnTo>
                    <a:pt x="7442883" y="156307"/>
                  </a:lnTo>
                  <a:lnTo>
                    <a:pt x="7443040" y="156307"/>
                  </a:lnTo>
                  <a:lnTo>
                    <a:pt x="7443040" y="155877"/>
                  </a:lnTo>
                  <a:lnTo>
                    <a:pt x="7443198" y="155877"/>
                  </a:lnTo>
                  <a:lnTo>
                    <a:pt x="7443356" y="155877"/>
                  </a:lnTo>
                  <a:lnTo>
                    <a:pt x="7443514" y="155877"/>
                  </a:lnTo>
                  <a:lnTo>
                    <a:pt x="7443671" y="155877"/>
                  </a:lnTo>
                  <a:lnTo>
                    <a:pt x="7443829" y="155877"/>
                  </a:lnTo>
                  <a:lnTo>
                    <a:pt x="7443987" y="155877"/>
                  </a:lnTo>
                  <a:lnTo>
                    <a:pt x="7444145" y="155877"/>
                  </a:lnTo>
                  <a:lnTo>
                    <a:pt x="7444302" y="155877"/>
                  </a:lnTo>
                  <a:lnTo>
                    <a:pt x="7444460" y="155877"/>
                  </a:lnTo>
                  <a:lnTo>
                    <a:pt x="7444618" y="155877"/>
                  </a:lnTo>
                  <a:lnTo>
                    <a:pt x="7444775" y="155877"/>
                  </a:lnTo>
                  <a:lnTo>
                    <a:pt x="7444775" y="155446"/>
                  </a:lnTo>
                  <a:lnTo>
                    <a:pt x="7444933" y="155446"/>
                  </a:lnTo>
                  <a:lnTo>
                    <a:pt x="7445091" y="155446"/>
                  </a:lnTo>
                  <a:lnTo>
                    <a:pt x="7445249" y="155446"/>
                  </a:lnTo>
                  <a:lnTo>
                    <a:pt x="7445249" y="155016"/>
                  </a:lnTo>
                  <a:lnTo>
                    <a:pt x="7445406" y="155016"/>
                  </a:lnTo>
                  <a:lnTo>
                    <a:pt x="7445564" y="155016"/>
                  </a:lnTo>
                  <a:lnTo>
                    <a:pt x="7445722" y="155016"/>
                  </a:lnTo>
                  <a:lnTo>
                    <a:pt x="7445879" y="155016"/>
                  </a:lnTo>
                  <a:lnTo>
                    <a:pt x="7446037" y="155016"/>
                  </a:lnTo>
                  <a:lnTo>
                    <a:pt x="7446195" y="155016"/>
                  </a:lnTo>
                  <a:lnTo>
                    <a:pt x="7446195" y="154585"/>
                  </a:lnTo>
                  <a:lnTo>
                    <a:pt x="7446353" y="154585"/>
                  </a:lnTo>
                  <a:lnTo>
                    <a:pt x="7446510" y="154585"/>
                  </a:lnTo>
                  <a:lnTo>
                    <a:pt x="7446668" y="154585"/>
                  </a:lnTo>
                  <a:lnTo>
                    <a:pt x="7446668" y="154154"/>
                  </a:lnTo>
                  <a:lnTo>
                    <a:pt x="7446826" y="154154"/>
                  </a:lnTo>
                  <a:lnTo>
                    <a:pt x="7446983" y="154154"/>
                  </a:lnTo>
                  <a:lnTo>
                    <a:pt x="7447141" y="154154"/>
                  </a:lnTo>
                  <a:lnTo>
                    <a:pt x="7447299" y="154154"/>
                  </a:lnTo>
                  <a:lnTo>
                    <a:pt x="7447457" y="154154"/>
                  </a:lnTo>
                  <a:lnTo>
                    <a:pt x="7447614" y="154154"/>
                  </a:lnTo>
                  <a:lnTo>
                    <a:pt x="7447772" y="154154"/>
                  </a:lnTo>
                  <a:lnTo>
                    <a:pt x="7447930" y="154154"/>
                  </a:lnTo>
                  <a:lnTo>
                    <a:pt x="7448087" y="154154"/>
                  </a:lnTo>
                  <a:lnTo>
                    <a:pt x="7448245" y="154154"/>
                  </a:lnTo>
                  <a:lnTo>
                    <a:pt x="7448403" y="154154"/>
                  </a:lnTo>
                  <a:lnTo>
                    <a:pt x="7448561" y="154154"/>
                  </a:lnTo>
                  <a:lnTo>
                    <a:pt x="7448718" y="154154"/>
                  </a:lnTo>
                  <a:lnTo>
                    <a:pt x="7448876" y="154154"/>
                  </a:lnTo>
                  <a:lnTo>
                    <a:pt x="7449034" y="154154"/>
                  </a:lnTo>
                  <a:lnTo>
                    <a:pt x="7449191" y="154154"/>
                  </a:lnTo>
                  <a:lnTo>
                    <a:pt x="7449191" y="153724"/>
                  </a:lnTo>
                  <a:lnTo>
                    <a:pt x="7449191" y="153293"/>
                  </a:lnTo>
                  <a:lnTo>
                    <a:pt x="7449349" y="153293"/>
                  </a:lnTo>
                  <a:lnTo>
                    <a:pt x="7449507" y="153293"/>
                  </a:lnTo>
                  <a:lnTo>
                    <a:pt x="7449665" y="153293"/>
                  </a:lnTo>
                  <a:lnTo>
                    <a:pt x="7449822" y="153293"/>
                  </a:lnTo>
                  <a:lnTo>
                    <a:pt x="7449980" y="153293"/>
                  </a:lnTo>
                  <a:lnTo>
                    <a:pt x="7450138" y="153293"/>
                  </a:lnTo>
                  <a:lnTo>
                    <a:pt x="7450296" y="153293"/>
                  </a:lnTo>
                  <a:lnTo>
                    <a:pt x="7450453" y="153293"/>
                  </a:lnTo>
                  <a:lnTo>
                    <a:pt x="7450611" y="153293"/>
                  </a:lnTo>
                  <a:lnTo>
                    <a:pt x="7450769" y="153293"/>
                  </a:lnTo>
                  <a:lnTo>
                    <a:pt x="7450926" y="153293"/>
                  </a:lnTo>
                  <a:lnTo>
                    <a:pt x="7451084" y="153293"/>
                  </a:lnTo>
                  <a:lnTo>
                    <a:pt x="7451242" y="153293"/>
                  </a:lnTo>
                  <a:lnTo>
                    <a:pt x="7451400" y="153293"/>
                  </a:lnTo>
                  <a:lnTo>
                    <a:pt x="7451557" y="153293"/>
                  </a:lnTo>
                  <a:lnTo>
                    <a:pt x="7451715" y="153293"/>
                  </a:lnTo>
                  <a:lnTo>
                    <a:pt x="7451873" y="153293"/>
                  </a:lnTo>
                  <a:lnTo>
                    <a:pt x="7452030" y="153293"/>
                  </a:lnTo>
                  <a:lnTo>
                    <a:pt x="7452188" y="153293"/>
                  </a:lnTo>
                  <a:lnTo>
                    <a:pt x="7452346" y="153293"/>
                  </a:lnTo>
                  <a:lnTo>
                    <a:pt x="7452346" y="152863"/>
                  </a:lnTo>
                  <a:lnTo>
                    <a:pt x="7452504" y="152863"/>
                  </a:lnTo>
                  <a:lnTo>
                    <a:pt x="7452661" y="152863"/>
                  </a:lnTo>
                  <a:lnTo>
                    <a:pt x="7452819" y="152863"/>
                  </a:lnTo>
                  <a:lnTo>
                    <a:pt x="7452977" y="152863"/>
                  </a:lnTo>
                  <a:lnTo>
                    <a:pt x="7453134" y="152863"/>
                  </a:lnTo>
                  <a:lnTo>
                    <a:pt x="7453292" y="152863"/>
                  </a:lnTo>
                  <a:lnTo>
                    <a:pt x="7453450" y="152863"/>
                  </a:lnTo>
                  <a:lnTo>
                    <a:pt x="7453608" y="152863"/>
                  </a:lnTo>
                  <a:lnTo>
                    <a:pt x="7453608" y="152432"/>
                  </a:lnTo>
                  <a:lnTo>
                    <a:pt x="7453765" y="152432"/>
                  </a:lnTo>
                  <a:lnTo>
                    <a:pt x="7453923" y="152432"/>
                  </a:lnTo>
                  <a:lnTo>
                    <a:pt x="7454081" y="152432"/>
                  </a:lnTo>
                  <a:lnTo>
                    <a:pt x="7454238" y="152432"/>
                  </a:lnTo>
                  <a:lnTo>
                    <a:pt x="7454396" y="152432"/>
                  </a:lnTo>
                  <a:lnTo>
                    <a:pt x="7454554" y="152432"/>
                  </a:lnTo>
                  <a:lnTo>
                    <a:pt x="7454712" y="152432"/>
                  </a:lnTo>
                  <a:lnTo>
                    <a:pt x="7454869" y="152432"/>
                  </a:lnTo>
                  <a:lnTo>
                    <a:pt x="7455027" y="152432"/>
                  </a:lnTo>
                  <a:lnTo>
                    <a:pt x="7455185" y="152432"/>
                  </a:lnTo>
                  <a:lnTo>
                    <a:pt x="7455185" y="152001"/>
                  </a:lnTo>
                  <a:lnTo>
                    <a:pt x="7455343" y="152001"/>
                  </a:lnTo>
                  <a:lnTo>
                    <a:pt x="7455500" y="152001"/>
                  </a:lnTo>
                  <a:lnTo>
                    <a:pt x="7455658" y="152001"/>
                  </a:lnTo>
                  <a:lnTo>
                    <a:pt x="7455816" y="152001"/>
                  </a:lnTo>
                  <a:lnTo>
                    <a:pt x="7455973" y="152001"/>
                  </a:lnTo>
                  <a:lnTo>
                    <a:pt x="7456131" y="152001"/>
                  </a:lnTo>
                  <a:lnTo>
                    <a:pt x="7456131" y="151571"/>
                  </a:lnTo>
                  <a:lnTo>
                    <a:pt x="7456289" y="151571"/>
                  </a:lnTo>
                  <a:lnTo>
                    <a:pt x="7456447" y="151571"/>
                  </a:lnTo>
                  <a:lnTo>
                    <a:pt x="7456604" y="151571"/>
                  </a:lnTo>
                  <a:lnTo>
                    <a:pt x="7456762" y="151571"/>
                  </a:lnTo>
                  <a:lnTo>
                    <a:pt x="7456920" y="151571"/>
                  </a:lnTo>
                  <a:lnTo>
                    <a:pt x="7457077" y="151571"/>
                  </a:lnTo>
                  <a:lnTo>
                    <a:pt x="7457235" y="151571"/>
                  </a:lnTo>
                  <a:lnTo>
                    <a:pt x="7457393" y="151571"/>
                  </a:lnTo>
                  <a:lnTo>
                    <a:pt x="7457551" y="151571"/>
                  </a:lnTo>
                  <a:lnTo>
                    <a:pt x="7457708" y="151571"/>
                  </a:lnTo>
                  <a:lnTo>
                    <a:pt x="7457866" y="151571"/>
                  </a:lnTo>
                  <a:lnTo>
                    <a:pt x="7458024" y="151571"/>
                  </a:lnTo>
                  <a:lnTo>
                    <a:pt x="7458181" y="151571"/>
                  </a:lnTo>
                  <a:lnTo>
                    <a:pt x="7458339" y="151571"/>
                  </a:lnTo>
                  <a:lnTo>
                    <a:pt x="7458497" y="151571"/>
                  </a:lnTo>
                  <a:lnTo>
                    <a:pt x="7458655" y="151571"/>
                  </a:lnTo>
                  <a:lnTo>
                    <a:pt x="7458812" y="151571"/>
                  </a:lnTo>
                  <a:lnTo>
                    <a:pt x="7458970" y="151571"/>
                  </a:lnTo>
                  <a:lnTo>
                    <a:pt x="7459128" y="151571"/>
                  </a:lnTo>
                  <a:lnTo>
                    <a:pt x="7459285" y="151571"/>
                  </a:lnTo>
                  <a:lnTo>
                    <a:pt x="7459443" y="151571"/>
                  </a:lnTo>
                  <a:lnTo>
                    <a:pt x="7459601" y="151571"/>
                  </a:lnTo>
                  <a:lnTo>
                    <a:pt x="7459759" y="151571"/>
                  </a:lnTo>
                  <a:lnTo>
                    <a:pt x="7459916" y="151571"/>
                  </a:lnTo>
                  <a:lnTo>
                    <a:pt x="7460074" y="151571"/>
                  </a:lnTo>
                  <a:lnTo>
                    <a:pt x="7460232" y="151571"/>
                  </a:lnTo>
                  <a:lnTo>
                    <a:pt x="7460389" y="151571"/>
                  </a:lnTo>
                  <a:lnTo>
                    <a:pt x="7460547" y="151571"/>
                  </a:lnTo>
                  <a:lnTo>
                    <a:pt x="7460705" y="151571"/>
                  </a:lnTo>
                  <a:lnTo>
                    <a:pt x="7460863" y="151571"/>
                  </a:lnTo>
                  <a:lnTo>
                    <a:pt x="7461020" y="151571"/>
                  </a:lnTo>
                  <a:lnTo>
                    <a:pt x="7461178" y="151571"/>
                  </a:lnTo>
                  <a:lnTo>
                    <a:pt x="7461336" y="151571"/>
                  </a:lnTo>
                  <a:lnTo>
                    <a:pt x="7461494" y="151571"/>
                  </a:lnTo>
                  <a:lnTo>
                    <a:pt x="7461494" y="151140"/>
                  </a:lnTo>
                  <a:lnTo>
                    <a:pt x="7461651" y="151140"/>
                  </a:lnTo>
                  <a:lnTo>
                    <a:pt x="7461809" y="151140"/>
                  </a:lnTo>
                  <a:lnTo>
                    <a:pt x="7461967" y="151140"/>
                  </a:lnTo>
                  <a:lnTo>
                    <a:pt x="7462124" y="151140"/>
                  </a:lnTo>
                  <a:lnTo>
                    <a:pt x="7462282" y="151140"/>
                  </a:lnTo>
                  <a:lnTo>
                    <a:pt x="7462440" y="151140"/>
                  </a:lnTo>
                  <a:lnTo>
                    <a:pt x="7462598" y="151140"/>
                  </a:lnTo>
                  <a:lnTo>
                    <a:pt x="7462598" y="150710"/>
                  </a:lnTo>
                  <a:lnTo>
                    <a:pt x="7462755" y="150710"/>
                  </a:lnTo>
                  <a:lnTo>
                    <a:pt x="7462913" y="150710"/>
                  </a:lnTo>
                  <a:lnTo>
                    <a:pt x="7462913" y="150279"/>
                  </a:lnTo>
                  <a:lnTo>
                    <a:pt x="7463071" y="150279"/>
                  </a:lnTo>
                  <a:lnTo>
                    <a:pt x="7463228" y="150279"/>
                  </a:lnTo>
                  <a:lnTo>
                    <a:pt x="7463386" y="150279"/>
                  </a:lnTo>
                  <a:lnTo>
                    <a:pt x="7463544" y="150279"/>
                  </a:lnTo>
                  <a:lnTo>
                    <a:pt x="7463702" y="150279"/>
                  </a:lnTo>
                  <a:lnTo>
                    <a:pt x="7463859" y="150279"/>
                  </a:lnTo>
                  <a:lnTo>
                    <a:pt x="7464017" y="150279"/>
                  </a:lnTo>
                  <a:lnTo>
                    <a:pt x="7464175" y="150279"/>
                  </a:lnTo>
                  <a:lnTo>
                    <a:pt x="7464332" y="150279"/>
                  </a:lnTo>
                  <a:lnTo>
                    <a:pt x="7464490" y="150279"/>
                  </a:lnTo>
                  <a:lnTo>
                    <a:pt x="7464490" y="149848"/>
                  </a:lnTo>
                  <a:lnTo>
                    <a:pt x="7464648" y="149848"/>
                  </a:lnTo>
                  <a:lnTo>
                    <a:pt x="7464648" y="149418"/>
                  </a:lnTo>
                  <a:lnTo>
                    <a:pt x="7464806" y="149418"/>
                  </a:lnTo>
                  <a:lnTo>
                    <a:pt x="7464963" y="149418"/>
                  </a:lnTo>
                  <a:lnTo>
                    <a:pt x="7465121" y="149418"/>
                  </a:lnTo>
                  <a:lnTo>
                    <a:pt x="7465279" y="149418"/>
                  </a:lnTo>
                  <a:lnTo>
                    <a:pt x="7465436" y="149418"/>
                  </a:lnTo>
                  <a:lnTo>
                    <a:pt x="7465594" y="149418"/>
                  </a:lnTo>
                  <a:lnTo>
                    <a:pt x="7465752" y="149418"/>
                  </a:lnTo>
                  <a:lnTo>
                    <a:pt x="7465910" y="149418"/>
                  </a:lnTo>
                  <a:lnTo>
                    <a:pt x="7466067" y="149418"/>
                  </a:lnTo>
                  <a:lnTo>
                    <a:pt x="7466225" y="149418"/>
                  </a:lnTo>
                  <a:lnTo>
                    <a:pt x="7466383" y="149418"/>
                  </a:lnTo>
                  <a:lnTo>
                    <a:pt x="7466541" y="149418"/>
                  </a:lnTo>
                  <a:lnTo>
                    <a:pt x="7466698" y="149418"/>
                  </a:lnTo>
                  <a:lnTo>
                    <a:pt x="7466856" y="149418"/>
                  </a:lnTo>
                  <a:lnTo>
                    <a:pt x="7467014" y="149418"/>
                  </a:lnTo>
                  <a:lnTo>
                    <a:pt x="7467171" y="149418"/>
                  </a:lnTo>
                  <a:lnTo>
                    <a:pt x="7467171" y="148987"/>
                  </a:lnTo>
                  <a:lnTo>
                    <a:pt x="7467329" y="148987"/>
                  </a:lnTo>
                  <a:lnTo>
                    <a:pt x="7467487" y="148987"/>
                  </a:lnTo>
                  <a:lnTo>
                    <a:pt x="7467645" y="148987"/>
                  </a:lnTo>
                  <a:lnTo>
                    <a:pt x="7467802" y="148987"/>
                  </a:lnTo>
                  <a:lnTo>
                    <a:pt x="7467960" y="148987"/>
                  </a:lnTo>
                  <a:lnTo>
                    <a:pt x="7468118" y="148987"/>
                  </a:lnTo>
                  <a:lnTo>
                    <a:pt x="7468275" y="148987"/>
                  </a:lnTo>
                  <a:lnTo>
                    <a:pt x="7468433" y="148987"/>
                  </a:lnTo>
                  <a:lnTo>
                    <a:pt x="7468591" y="148987"/>
                  </a:lnTo>
                  <a:lnTo>
                    <a:pt x="7468749" y="148987"/>
                  </a:lnTo>
                  <a:lnTo>
                    <a:pt x="7468906" y="148987"/>
                  </a:lnTo>
                  <a:lnTo>
                    <a:pt x="7469064" y="148987"/>
                  </a:lnTo>
                  <a:lnTo>
                    <a:pt x="7469222" y="148987"/>
                  </a:lnTo>
                  <a:lnTo>
                    <a:pt x="7469379" y="148987"/>
                  </a:lnTo>
                  <a:lnTo>
                    <a:pt x="7469537" y="148987"/>
                  </a:lnTo>
                  <a:lnTo>
                    <a:pt x="7469695" y="148987"/>
                  </a:lnTo>
                  <a:lnTo>
                    <a:pt x="7469853" y="148987"/>
                  </a:lnTo>
                  <a:lnTo>
                    <a:pt x="7470010" y="148987"/>
                  </a:lnTo>
                  <a:lnTo>
                    <a:pt x="7470168" y="148987"/>
                  </a:lnTo>
                  <a:lnTo>
                    <a:pt x="7470326" y="148987"/>
                  </a:lnTo>
                  <a:lnTo>
                    <a:pt x="7470483" y="148987"/>
                  </a:lnTo>
                  <a:lnTo>
                    <a:pt x="7470641" y="148987"/>
                  </a:lnTo>
                  <a:lnTo>
                    <a:pt x="7470799" y="148987"/>
                  </a:lnTo>
                  <a:lnTo>
                    <a:pt x="7470957" y="148987"/>
                  </a:lnTo>
                  <a:lnTo>
                    <a:pt x="7471114" y="148987"/>
                  </a:lnTo>
                  <a:lnTo>
                    <a:pt x="7471272" y="148987"/>
                  </a:lnTo>
                  <a:lnTo>
                    <a:pt x="7471430" y="148987"/>
                  </a:lnTo>
                  <a:lnTo>
                    <a:pt x="7471587" y="148987"/>
                  </a:lnTo>
                  <a:lnTo>
                    <a:pt x="7471745" y="148987"/>
                  </a:lnTo>
                  <a:lnTo>
                    <a:pt x="7471903" y="148987"/>
                  </a:lnTo>
                  <a:lnTo>
                    <a:pt x="7472061" y="148987"/>
                  </a:lnTo>
                  <a:lnTo>
                    <a:pt x="7472218" y="148987"/>
                  </a:lnTo>
                  <a:lnTo>
                    <a:pt x="7472376" y="148987"/>
                  </a:lnTo>
                  <a:lnTo>
                    <a:pt x="7472534" y="148987"/>
                  </a:lnTo>
                  <a:lnTo>
                    <a:pt x="7472692" y="148987"/>
                  </a:lnTo>
                  <a:lnTo>
                    <a:pt x="7472849" y="148987"/>
                  </a:lnTo>
                  <a:lnTo>
                    <a:pt x="7473007" y="148987"/>
                  </a:lnTo>
                  <a:lnTo>
                    <a:pt x="7473165" y="148987"/>
                  </a:lnTo>
                  <a:lnTo>
                    <a:pt x="7473322" y="148987"/>
                  </a:lnTo>
                  <a:lnTo>
                    <a:pt x="7473480" y="148987"/>
                  </a:lnTo>
                  <a:lnTo>
                    <a:pt x="7473638" y="148987"/>
                  </a:lnTo>
                  <a:lnTo>
                    <a:pt x="7473796" y="148987"/>
                  </a:lnTo>
                  <a:lnTo>
                    <a:pt x="7473953" y="148987"/>
                  </a:lnTo>
                  <a:lnTo>
                    <a:pt x="7474111" y="148987"/>
                  </a:lnTo>
                  <a:lnTo>
                    <a:pt x="7474111" y="148557"/>
                  </a:lnTo>
                  <a:lnTo>
                    <a:pt x="7474269" y="148557"/>
                  </a:lnTo>
                  <a:lnTo>
                    <a:pt x="7474426" y="148557"/>
                  </a:lnTo>
                  <a:lnTo>
                    <a:pt x="7474584" y="148557"/>
                  </a:lnTo>
                  <a:lnTo>
                    <a:pt x="7474742" y="148557"/>
                  </a:lnTo>
                  <a:lnTo>
                    <a:pt x="7474900" y="148557"/>
                  </a:lnTo>
                  <a:lnTo>
                    <a:pt x="7475057" y="148557"/>
                  </a:lnTo>
                  <a:lnTo>
                    <a:pt x="7475215" y="148557"/>
                  </a:lnTo>
                  <a:lnTo>
                    <a:pt x="7475373" y="148557"/>
                  </a:lnTo>
                  <a:lnTo>
                    <a:pt x="7475530" y="148557"/>
                  </a:lnTo>
                  <a:lnTo>
                    <a:pt x="7475688" y="148557"/>
                  </a:lnTo>
                  <a:lnTo>
                    <a:pt x="7475846" y="148557"/>
                  </a:lnTo>
                  <a:lnTo>
                    <a:pt x="7476004" y="148557"/>
                  </a:lnTo>
                  <a:lnTo>
                    <a:pt x="7476161" y="148557"/>
                  </a:lnTo>
                  <a:lnTo>
                    <a:pt x="7476319" y="148557"/>
                  </a:lnTo>
                  <a:lnTo>
                    <a:pt x="7476477" y="148557"/>
                  </a:lnTo>
                  <a:lnTo>
                    <a:pt x="7476634" y="148557"/>
                  </a:lnTo>
                  <a:lnTo>
                    <a:pt x="7476792" y="148557"/>
                  </a:lnTo>
                  <a:lnTo>
                    <a:pt x="7476950" y="148557"/>
                  </a:lnTo>
                  <a:lnTo>
                    <a:pt x="7477108" y="148557"/>
                  </a:lnTo>
                  <a:lnTo>
                    <a:pt x="7477265" y="148557"/>
                  </a:lnTo>
                  <a:lnTo>
                    <a:pt x="7477423" y="148557"/>
                  </a:lnTo>
                  <a:lnTo>
                    <a:pt x="7477581" y="148557"/>
                  </a:lnTo>
                  <a:lnTo>
                    <a:pt x="7477739" y="148557"/>
                  </a:lnTo>
                  <a:lnTo>
                    <a:pt x="7477896" y="148557"/>
                  </a:lnTo>
                  <a:lnTo>
                    <a:pt x="7478054" y="148557"/>
                  </a:lnTo>
                  <a:lnTo>
                    <a:pt x="7478212" y="148557"/>
                  </a:lnTo>
                  <a:lnTo>
                    <a:pt x="7478369" y="148557"/>
                  </a:lnTo>
                  <a:lnTo>
                    <a:pt x="7478527" y="148557"/>
                  </a:lnTo>
                  <a:lnTo>
                    <a:pt x="7478685" y="148557"/>
                  </a:lnTo>
                  <a:lnTo>
                    <a:pt x="7478843" y="148557"/>
                  </a:lnTo>
                  <a:lnTo>
                    <a:pt x="7479000" y="148557"/>
                  </a:lnTo>
                  <a:lnTo>
                    <a:pt x="7479158" y="148557"/>
                  </a:lnTo>
                  <a:lnTo>
                    <a:pt x="7479316" y="148557"/>
                  </a:lnTo>
                  <a:lnTo>
                    <a:pt x="7479473" y="148557"/>
                  </a:lnTo>
                  <a:lnTo>
                    <a:pt x="7479631" y="148557"/>
                  </a:lnTo>
                  <a:lnTo>
                    <a:pt x="7479789" y="148557"/>
                  </a:lnTo>
                  <a:lnTo>
                    <a:pt x="7479947" y="148557"/>
                  </a:lnTo>
                  <a:lnTo>
                    <a:pt x="7480104" y="148557"/>
                  </a:lnTo>
                  <a:lnTo>
                    <a:pt x="7480262" y="148557"/>
                  </a:lnTo>
                  <a:lnTo>
                    <a:pt x="7480420" y="148557"/>
                  </a:lnTo>
                  <a:lnTo>
                    <a:pt x="7480577" y="148557"/>
                  </a:lnTo>
                  <a:lnTo>
                    <a:pt x="7480735" y="148557"/>
                  </a:lnTo>
                  <a:lnTo>
                    <a:pt x="7480893" y="148557"/>
                  </a:lnTo>
                  <a:lnTo>
                    <a:pt x="7481051" y="148557"/>
                  </a:lnTo>
                  <a:lnTo>
                    <a:pt x="7481208" y="148557"/>
                  </a:lnTo>
                  <a:lnTo>
                    <a:pt x="7481366" y="148557"/>
                  </a:lnTo>
                  <a:lnTo>
                    <a:pt x="7481524" y="148557"/>
                  </a:lnTo>
                  <a:lnTo>
                    <a:pt x="7481681" y="148557"/>
                  </a:lnTo>
                  <a:lnTo>
                    <a:pt x="7481839" y="148557"/>
                  </a:lnTo>
                  <a:lnTo>
                    <a:pt x="7481997" y="148557"/>
                  </a:lnTo>
                  <a:lnTo>
                    <a:pt x="7482155" y="148557"/>
                  </a:lnTo>
                  <a:lnTo>
                    <a:pt x="7482312" y="148557"/>
                  </a:lnTo>
                  <a:lnTo>
                    <a:pt x="7482470" y="148557"/>
                  </a:lnTo>
                  <a:lnTo>
                    <a:pt x="7482628" y="148557"/>
                  </a:lnTo>
                  <a:lnTo>
                    <a:pt x="7482785" y="148557"/>
                  </a:lnTo>
                  <a:lnTo>
                    <a:pt x="7482943" y="148557"/>
                  </a:lnTo>
                  <a:lnTo>
                    <a:pt x="7483101" y="148557"/>
                  </a:lnTo>
                  <a:lnTo>
                    <a:pt x="7483259" y="148557"/>
                  </a:lnTo>
                  <a:lnTo>
                    <a:pt x="7483416" y="148557"/>
                  </a:lnTo>
                  <a:lnTo>
                    <a:pt x="7483574" y="148557"/>
                  </a:lnTo>
                  <a:lnTo>
                    <a:pt x="7483732" y="148557"/>
                  </a:lnTo>
                  <a:lnTo>
                    <a:pt x="7483890" y="148557"/>
                  </a:lnTo>
                  <a:lnTo>
                    <a:pt x="7484047" y="148557"/>
                  </a:lnTo>
                  <a:lnTo>
                    <a:pt x="7484205" y="148557"/>
                  </a:lnTo>
                  <a:lnTo>
                    <a:pt x="7484363" y="148557"/>
                  </a:lnTo>
                  <a:lnTo>
                    <a:pt x="7484520" y="148557"/>
                  </a:lnTo>
                  <a:lnTo>
                    <a:pt x="7484678" y="148557"/>
                  </a:lnTo>
                  <a:lnTo>
                    <a:pt x="7484836" y="148557"/>
                  </a:lnTo>
                  <a:lnTo>
                    <a:pt x="7484994" y="148557"/>
                  </a:lnTo>
                  <a:lnTo>
                    <a:pt x="7485151" y="148557"/>
                  </a:lnTo>
                  <a:lnTo>
                    <a:pt x="7485309" y="148557"/>
                  </a:lnTo>
                  <a:lnTo>
                    <a:pt x="7485467" y="148557"/>
                  </a:lnTo>
                  <a:lnTo>
                    <a:pt x="7485624" y="148557"/>
                  </a:lnTo>
                  <a:lnTo>
                    <a:pt x="7485782" y="148557"/>
                  </a:lnTo>
                  <a:lnTo>
                    <a:pt x="7485940" y="148557"/>
                  </a:lnTo>
                  <a:lnTo>
                    <a:pt x="7486098" y="148557"/>
                  </a:lnTo>
                  <a:lnTo>
                    <a:pt x="7486255" y="148557"/>
                  </a:lnTo>
                  <a:lnTo>
                    <a:pt x="7486413" y="148557"/>
                  </a:lnTo>
                  <a:lnTo>
                    <a:pt x="7486571" y="148557"/>
                  </a:lnTo>
                  <a:lnTo>
                    <a:pt x="7486728" y="148557"/>
                  </a:lnTo>
                  <a:lnTo>
                    <a:pt x="7486886" y="148557"/>
                  </a:lnTo>
                  <a:lnTo>
                    <a:pt x="7487044" y="148557"/>
                  </a:lnTo>
                  <a:lnTo>
                    <a:pt x="7487202" y="148557"/>
                  </a:lnTo>
                  <a:lnTo>
                    <a:pt x="7487359" y="148557"/>
                  </a:lnTo>
                  <a:lnTo>
                    <a:pt x="7487517" y="148557"/>
                  </a:lnTo>
                  <a:lnTo>
                    <a:pt x="7487675" y="148557"/>
                  </a:lnTo>
                  <a:lnTo>
                    <a:pt x="7487832" y="148557"/>
                  </a:lnTo>
                  <a:lnTo>
                    <a:pt x="7487990" y="148557"/>
                  </a:lnTo>
                  <a:lnTo>
                    <a:pt x="7488148" y="148557"/>
                  </a:lnTo>
                  <a:lnTo>
                    <a:pt x="7488306" y="148557"/>
                  </a:lnTo>
                  <a:lnTo>
                    <a:pt x="7488463" y="148557"/>
                  </a:lnTo>
                  <a:lnTo>
                    <a:pt x="7488621" y="148557"/>
                  </a:lnTo>
                  <a:lnTo>
                    <a:pt x="7488779" y="148557"/>
                  </a:lnTo>
                  <a:lnTo>
                    <a:pt x="7488937" y="148557"/>
                  </a:lnTo>
                  <a:lnTo>
                    <a:pt x="7489094" y="148557"/>
                  </a:lnTo>
                  <a:lnTo>
                    <a:pt x="7489252" y="148557"/>
                  </a:lnTo>
                  <a:lnTo>
                    <a:pt x="7489410" y="148557"/>
                  </a:lnTo>
                  <a:lnTo>
                    <a:pt x="7489567" y="148557"/>
                  </a:lnTo>
                  <a:lnTo>
                    <a:pt x="7489725" y="148557"/>
                  </a:lnTo>
                  <a:lnTo>
                    <a:pt x="7489883" y="148557"/>
                  </a:lnTo>
                  <a:lnTo>
                    <a:pt x="7490041" y="148557"/>
                  </a:lnTo>
                  <a:lnTo>
                    <a:pt x="7490198" y="148557"/>
                  </a:lnTo>
                  <a:lnTo>
                    <a:pt x="7490356" y="148557"/>
                  </a:lnTo>
                  <a:lnTo>
                    <a:pt x="7490514" y="148557"/>
                  </a:lnTo>
                  <a:lnTo>
                    <a:pt x="7490671" y="148557"/>
                  </a:lnTo>
                  <a:lnTo>
                    <a:pt x="7490829" y="148557"/>
                  </a:lnTo>
                  <a:lnTo>
                    <a:pt x="7490987" y="148557"/>
                  </a:lnTo>
                  <a:lnTo>
                    <a:pt x="7491145" y="148557"/>
                  </a:lnTo>
                  <a:lnTo>
                    <a:pt x="7491145" y="148126"/>
                  </a:lnTo>
                  <a:lnTo>
                    <a:pt x="7491302" y="148126"/>
                  </a:lnTo>
                  <a:lnTo>
                    <a:pt x="7491460" y="148126"/>
                  </a:lnTo>
                  <a:lnTo>
                    <a:pt x="7491618" y="148126"/>
                  </a:lnTo>
                  <a:lnTo>
                    <a:pt x="7491775" y="148126"/>
                  </a:lnTo>
                  <a:lnTo>
                    <a:pt x="7491933" y="148126"/>
                  </a:lnTo>
                  <a:lnTo>
                    <a:pt x="7491933" y="147695"/>
                  </a:lnTo>
                  <a:lnTo>
                    <a:pt x="7492091" y="147695"/>
                  </a:lnTo>
                  <a:lnTo>
                    <a:pt x="7492249" y="147695"/>
                  </a:lnTo>
                  <a:lnTo>
                    <a:pt x="7492406" y="147695"/>
                  </a:lnTo>
                  <a:lnTo>
                    <a:pt x="7492564" y="147695"/>
                  </a:lnTo>
                  <a:lnTo>
                    <a:pt x="7492722" y="147695"/>
                  </a:lnTo>
                  <a:lnTo>
                    <a:pt x="7492879" y="147695"/>
                  </a:lnTo>
                  <a:lnTo>
                    <a:pt x="7493037" y="147695"/>
                  </a:lnTo>
                  <a:lnTo>
                    <a:pt x="7493195" y="147695"/>
                  </a:lnTo>
                  <a:lnTo>
                    <a:pt x="7493353" y="147695"/>
                  </a:lnTo>
                  <a:lnTo>
                    <a:pt x="7493510" y="147695"/>
                  </a:lnTo>
                  <a:lnTo>
                    <a:pt x="7493668" y="147695"/>
                  </a:lnTo>
                  <a:lnTo>
                    <a:pt x="7493826" y="147695"/>
                  </a:lnTo>
                  <a:lnTo>
                    <a:pt x="7493983" y="147695"/>
                  </a:lnTo>
                  <a:lnTo>
                    <a:pt x="7494141" y="147695"/>
                  </a:lnTo>
                  <a:lnTo>
                    <a:pt x="7494299" y="147695"/>
                  </a:lnTo>
                  <a:lnTo>
                    <a:pt x="7494457" y="147695"/>
                  </a:lnTo>
                  <a:lnTo>
                    <a:pt x="7494614" y="147695"/>
                  </a:lnTo>
                  <a:lnTo>
                    <a:pt x="7494772" y="147695"/>
                  </a:lnTo>
                  <a:lnTo>
                    <a:pt x="7494930" y="147695"/>
                  </a:lnTo>
                  <a:lnTo>
                    <a:pt x="7494930" y="147265"/>
                  </a:lnTo>
                  <a:lnTo>
                    <a:pt x="7495088" y="147265"/>
                  </a:lnTo>
                  <a:lnTo>
                    <a:pt x="7495245" y="147265"/>
                  </a:lnTo>
                  <a:lnTo>
                    <a:pt x="7495403" y="147265"/>
                  </a:lnTo>
                  <a:lnTo>
                    <a:pt x="7495561" y="147265"/>
                  </a:lnTo>
                  <a:lnTo>
                    <a:pt x="7495718" y="147265"/>
                  </a:lnTo>
                  <a:lnTo>
                    <a:pt x="7495876" y="147265"/>
                  </a:lnTo>
                  <a:lnTo>
                    <a:pt x="7495876" y="146834"/>
                  </a:lnTo>
                  <a:lnTo>
                    <a:pt x="7496034" y="146834"/>
                  </a:lnTo>
                  <a:lnTo>
                    <a:pt x="7496192" y="146834"/>
                  </a:lnTo>
                  <a:lnTo>
                    <a:pt x="7496349" y="146834"/>
                  </a:lnTo>
                  <a:lnTo>
                    <a:pt x="7496507" y="146834"/>
                  </a:lnTo>
                  <a:lnTo>
                    <a:pt x="7496665" y="146834"/>
                  </a:lnTo>
                  <a:lnTo>
                    <a:pt x="7496822" y="146834"/>
                  </a:lnTo>
                  <a:lnTo>
                    <a:pt x="7496980" y="146834"/>
                  </a:lnTo>
                  <a:lnTo>
                    <a:pt x="7497138" y="146834"/>
                  </a:lnTo>
                  <a:lnTo>
                    <a:pt x="7497296" y="146834"/>
                  </a:lnTo>
                  <a:lnTo>
                    <a:pt x="7497453" y="146834"/>
                  </a:lnTo>
                  <a:lnTo>
                    <a:pt x="7497611" y="146834"/>
                  </a:lnTo>
                  <a:lnTo>
                    <a:pt x="7497769" y="146834"/>
                  </a:lnTo>
                  <a:lnTo>
                    <a:pt x="7497926" y="146834"/>
                  </a:lnTo>
                  <a:lnTo>
                    <a:pt x="7498084" y="146834"/>
                  </a:lnTo>
                  <a:lnTo>
                    <a:pt x="7498242" y="146834"/>
                  </a:lnTo>
                  <a:lnTo>
                    <a:pt x="7498242" y="146404"/>
                  </a:lnTo>
                  <a:lnTo>
                    <a:pt x="7498400" y="146404"/>
                  </a:lnTo>
                  <a:lnTo>
                    <a:pt x="7498557" y="146404"/>
                  </a:lnTo>
                  <a:lnTo>
                    <a:pt x="7498557" y="145973"/>
                  </a:lnTo>
                  <a:lnTo>
                    <a:pt x="7498557" y="145542"/>
                  </a:lnTo>
                  <a:lnTo>
                    <a:pt x="7498715" y="145542"/>
                  </a:lnTo>
                  <a:lnTo>
                    <a:pt x="7498873" y="145542"/>
                  </a:lnTo>
                  <a:lnTo>
                    <a:pt x="7499030" y="145542"/>
                  </a:lnTo>
                  <a:lnTo>
                    <a:pt x="7499188" y="145542"/>
                  </a:lnTo>
                  <a:lnTo>
                    <a:pt x="7499346" y="145542"/>
                  </a:lnTo>
                  <a:lnTo>
                    <a:pt x="7499504" y="145542"/>
                  </a:lnTo>
                  <a:lnTo>
                    <a:pt x="7499661" y="145542"/>
                  </a:lnTo>
                  <a:lnTo>
                    <a:pt x="7499819" y="145542"/>
                  </a:lnTo>
                  <a:lnTo>
                    <a:pt x="7499977" y="145542"/>
                  </a:lnTo>
                  <a:lnTo>
                    <a:pt x="7500135" y="145542"/>
                  </a:lnTo>
                  <a:lnTo>
                    <a:pt x="7500292" y="145542"/>
                  </a:lnTo>
                  <a:lnTo>
                    <a:pt x="7500450" y="145542"/>
                  </a:lnTo>
                  <a:lnTo>
                    <a:pt x="7500450" y="145112"/>
                  </a:lnTo>
                  <a:lnTo>
                    <a:pt x="7500608" y="145112"/>
                  </a:lnTo>
                  <a:lnTo>
                    <a:pt x="7500765" y="145112"/>
                  </a:lnTo>
                  <a:lnTo>
                    <a:pt x="7500923" y="145112"/>
                  </a:lnTo>
                  <a:lnTo>
                    <a:pt x="7501081" y="145112"/>
                  </a:lnTo>
                  <a:lnTo>
                    <a:pt x="7501239" y="145112"/>
                  </a:lnTo>
                  <a:lnTo>
                    <a:pt x="7501396" y="145112"/>
                  </a:lnTo>
                  <a:lnTo>
                    <a:pt x="7501396" y="144681"/>
                  </a:lnTo>
                  <a:lnTo>
                    <a:pt x="7501554" y="144681"/>
                  </a:lnTo>
                  <a:lnTo>
                    <a:pt x="7501554" y="144251"/>
                  </a:lnTo>
                  <a:lnTo>
                    <a:pt x="7501712" y="144251"/>
                  </a:lnTo>
                  <a:lnTo>
                    <a:pt x="7501869" y="144251"/>
                  </a:lnTo>
                  <a:lnTo>
                    <a:pt x="7502027" y="144251"/>
                  </a:lnTo>
                  <a:lnTo>
                    <a:pt x="7502185" y="144251"/>
                  </a:lnTo>
                  <a:lnTo>
                    <a:pt x="7502343" y="144251"/>
                  </a:lnTo>
                  <a:lnTo>
                    <a:pt x="7502500" y="144251"/>
                  </a:lnTo>
                  <a:lnTo>
                    <a:pt x="7502658" y="144251"/>
                  </a:lnTo>
                  <a:lnTo>
                    <a:pt x="7502816" y="144251"/>
                  </a:lnTo>
                  <a:lnTo>
                    <a:pt x="7502973" y="144251"/>
                  </a:lnTo>
                  <a:lnTo>
                    <a:pt x="7503131" y="144251"/>
                  </a:lnTo>
                  <a:lnTo>
                    <a:pt x="7503289" y="144251"/>
                  </a:lnTo>
                  <a:lnTo>
                    <a:pt x="7503447" y="144251"/>
                  </a:lnTo>
                  <a:lnTo>
                    <a:pt x="7503604" y="144251"/>
                  </a:lnTo>
                  <a:lnTo>
                    <a:pt x="7503762" y="144251"/>
                  </a:lnTo>
                  <a:lnTo>
                    <a:pt x="7503920" y="144251"/>
                  </a:lnTo>
                  <a:lnTo>
                    <a:pt x="7504077" y="144251"/>
                  </a:lnTo>
                  <a:lnTo>
                    <a:pt x="7504077" y="143820"/>
                  </a:lnTo>
                  <a:lnTo>
                    <a:pt x="7504077" y="143389"/>
                  </a:lnTo>
                  <a:lnTo>
                    <a:pt x="7504235" y="143389"/>
                  </a:lnTo>
                  <a:lnTo>
                    <a:pt x="7504393" y="143389"/>
                  </a:lnTo>
                  <a:lnTo>
                    <a:pt x="7504393" y="142959"/>
                  </a:lnTo>
                  <a:lnTo>
                    <a:pt x="7504551" y="142959"/>
                  </a:lnTo>
                  <a:lnTo>
                    <a:pt x="7504551" y="142528"/>
                  </a:lnTo>
                  <a:lnTo>
                    <a:pt x="7504708" y="142528"/>
                  </a:lnTo>
                  <a:lnTo>
                    <a:pt x="7504866" y="142528"/>
                  </a:lnTo>
                  <a:lnTo>
                    <a:pt x="7505024" y="142528"/>
                  </a:lnTo>
                  <a:lnTo>
                    <a:pt x="7505181" y="142528"/>
                  </a:lnTo>
                  <a:lnTo>
                    <a:pt x="7505339" y="142528"/>
                  </a:lnTo>
                  <a:lnTo>
                    <a:pt x="7505497" y="142528"/>
                  </a:lnTo>
                  <a:lnTo>
                    <a:pt x="7505655" y="142528"/>
                  </a:lnTo>
                  <a:lnTo>
                    <a:pt x="7505812" y="142528"/>
                  </a:lnTo>
                  <a:lnTo>
                    <a:pt x="7505812" y="142098"/>
                  </a:lnTo>
                  <a:lnTo>
                    <a:pt x="7505970" y="142098"/>
                  </a:lnTo>
                  <a:lnTo>
                    <a:pt x="7506128" y="142098"/>
                  </a:lnTo>
                  <a:lnTo>
                    <a:pt x="7506286" y="142098"/>
                  </a:lnTo>
                  <a:lnTo>
                    <a:pt x="7506443" y="142098"/>
                  </a:lnTo>
                  <a:lnTo>
                    <a:pt x="7506601" y="142098"/>
                  </a:lnTo>
                  <a:lnTo>
                    <a:pt x="7506759" y="142098"/>
                  </a:lnTo>
                  <a:lnTo>
                    <a:pt x="7506916" y="142098"/>
                  </a:lnTo>
                  <a:lnTo>
                    <a:pt x="7507074" y="142098"/>
                  </a:lnTo>
                  <a:lnTo>
                    <a:pt x="7507232" y="142098"/>
                  </a:lnTo>
                  <a:lnTo>
                    <a:pt x="7507390" y="142098"/>
                  </a:lnTo>
                  <a:lnTo>
                    <a:pt x="7507547" y="142098"/>
                  </a:lnTo>
                  <a:lnTo>
                    <a:pt x="7507705" y="142098"/>
                  </a:lnTo>
                  <a:lnTo>
                    <a:pt x="7507863" y="142098"/>
                  </a:lnTo>
                  <a:lnTo>
                    <a:pt x="7508020" y="142098"/>
                  </a:lnTo>
                  <a:lnTo>
                    <a:pt x="7508178" y="142098"/>
                  </a:lnTo>
                  <a:lnTo>
                    <a:pt x="7508336" y="142098"/>
                  </a:lnTo>
                  <a:lnTo>
                    <a:pt x="7508336" y="141667"/>
                  </a:lnTo>
                  <a:lnTo>
                    <a:pt x="7508494" y="141667"/>
                  </a:lnTo>
                  <a:lnTo>
                    <a:pt x="7508651" y="141667"/>
                  </a:lnTo>
                  <a:lnTo>
                    <a:pt x="7508809" y="141667"/>
                  </a:lnTo>
                  <a:lnTo>
                    <a:pt x="7508967" y="141667"/>
                  </a:lnTo>
                  <a:lnTo>
                    <a:pt x="7509124" y="141667"/>
                  </a:lnTo>
                  <a:lnTo>
                    <a:pt x="7509282" y="141667"/>
                  </a:lnTo>
                  <a:lnTo>
                    <a:pt x="7509440" y="141667"/>
                  </a:lnTo>
                  <a:lnTo>
                    <a:pt x="7509598" y="141667"/>
                  </a:lnTo>
                  <a:lnTo>
                    <a:pt x="7509755" y="141667"/>
                  </a:lnTo>
                  <a:lnTo>
                    <a:pt x="7509913" y="141667"/>
                  </a:lnTo>
                  <a:lnTo>
                    <a:pt x="7510071" y="141667"/>
                  </a:lnTo>
                  <a:lnTo>
                    <a:pt x="7510228" y="141667"/>
                  </a:lnTo>
                  <a:lnTo>
                    <a:pt x="7510386" y="141667"/>
                  </a:lnTo>
                  <a:lnTo>
                    <a:pt x="7510544" y="141667"/>
                  </a:lnTo>
                  <a:lnTo>
                    <a:pt x="7510702" y="141667"/>
                  </a:lnTo>
                  <a:lnTo>
                    <a:pt x="7510859" y="141667"/>
                  </a:lnTo>
                  <a:lnTo>
                    <a:pt x="7511017" y="141667"/>
                  </a:lnTo>
                  <a:lnTo>
                    <a:pt x="7511175" y="141667"/>
                  </a:lnTo>
                  <a:lnTo>
                    <a:pt x="7511333" y="141667"/>
                  </a:lnTo>
                  <a:lnTo>
                    <a:pt x="7511490" y="141667"/>
                  </a:lnTo>
                  <a:lnTo>
                    <a:pt x="7511648" y="141667"/>
                  </a:lnTo>
                  <a:lnTo>
                    <a:pt x="7511648" y="141236"/>
                  </a:lnTo>
                  <a:lnTo>
                    <a:pt x="7511806" y="141236"/>
                  </a:lnTo>
                  <a:lnTo>
                    <a:pt x="7511963" y="141236"/>
                  </a:lnTo>
                  <a:lnTo>
                    <a:pt x="7512121" y="141236"/>
                  </a:lnTo>
                  <a:lnTo>
                    <a:pt x="7512279" y="141236"/>
                  </a:lnTo>
                  <a:lnTo>
                    <a:pt x="7512279" y="140806"/>
                  </a:lnTo>
                  <a:lnTo>
                    <a:pt x="7512437" y="140806"/>
                  </a:lnTo>
                  <a:lnTo>
                    <a:pt x="7512594" y="140806"/>
                  </a:lnTo>
                  <a:lnTo>
                    <a:pt x="7512752" y="140806"/>
                  </a:lnTo>
                  <a:lnTo>
                    <a:pt x="7512910" y="140806"/>
                  </a:lnTo>
                  <a:lnTo>
                    <a:pt x="7513067" y="140806"/>
                  </a:lnTo>
                  <a:lnTo>
                    <a:pt x="7513225" y="140806"/>
                  </a:lnTo>
                  <a:lnTo>
                    <a:pt x="7513383" y="140806"/>
                  </a:lnTo>
                  <a:lnTo>
                    <a:pt x="7513541" y="140806"/>
                  </a:lnTo>
                  <a:lnTo>
                    <a:pt x="7513698" y="140806"/>
                  </a:lnTo>
                  <a:lnTo>
                    <a:pt x="7513856" y="140806"/>
                  </a:lnTo>
                  <a:lnTo>
                    <a:pt x="7514014" y="140806"/>
                  </a:lnTo>
                  <a:lnTo>
                    <a:pt x="7514171" y="140806"/>
                  </a:lnTo>
                  <a:lnTo>
                    <a:pt x="7514329" y="140806"/>
                  </a:lnTo>
                  <a:lnTo>
                    <a:pt x="7514487" y="140806"/>
                  </a:lnTo>
                  <a:lnTo>
                    <a:pt x="7514645" y="140806"/>
                  </a:lnTo>
                  <a:lnTo>
                    <a:pt x="7514802" y="140806"/>
                  </a:lnTo>
                  <a:lnTo>
                    <a:pt x="7514960" y="140806"/>
                  </a:lnTo>
                  <a:lnTo>
                    <a:pt x="7515118" y="140806"/>
                  </a:lnTo>
                  <a:lnTo>
                    <a:pt x="7515118" y="140375"/>
                  </a:lnTo>
                  <a:lnTo>
                    <a:pt x="7515275" y="140375"/>
                  </a:lnTo>
                  <a:lnTo>
                    <a:pt x="7515433" y="140375"/>
                  </a:lnTo>
                  <a:lnTo>
                    <a:pt x="7515591" y="140375"/>
                  </a:lnTo>
                  <a:lnTo>
                    <a:pt x="7515749" y="140375"/>
                  </a:lnTo>
                  <a:lnTo>
                    <a:pt x="7515906" y="140375"/>
                  </a:lnTo>
                  <a:lnTo>
                    <a:pt x="7516064" y="140375"/>
                  </a:lnTo>
                  <a:lnTo>
                    <a:pt x="7516222" y="140375"/>
                  </a:lnTo>
                  <a:lnTo>
                    <a:pt x="7516379" y="140375"/>
                  </a:lnTo>
                  <a:lnTo>
                    <a:pt x="7516537" y="140375"/>
                  </a:lnTo>
                  <a:lnTo>
                    <a:pt x="7516695" y="140375"/>
                  </a:lnTo>
                  <a:lnTo>
                    <a:pt x="7516853" y="140375"/>
                  </a:lnTo>
                  <a:lnTo>
                    <a:pt x="7517010" y="140375"/>
                  </a:lnTo>
                  <a:lnTo>
                    <a:pt x="7517168" y="140375"/>
                  </a:lnTo>
                  <a:lnTo>
                    <a:pt x="7517326" y="140375"/>
                  </a:lnTo>
                  <a:lnTo>
                    <a:pt x="7517484" y="140375"/>
                  </a:lnTo>
                  <a:lnTo>
                    <a:pt x="7517641" y="140375"/>
                  </a:lnTo>
                  <a:lnTo>
                    <a:pt x="7517799" y="140375"/>
                  </a:lnTo>
                  <a:lnTo>
                    <a:pt x="7517957" y="140375"/>
                  </a:lnTo>
                  <a:lnTo>
                    <a:pt x="7518114" y="140375"/>
                  </a:lnTo>
                  <a:lnTo>
                    <a:pt x="7518272" y="140375"/>
                  </a:lnTo>
                  <a:lnTo>
                    <a:pt x="7518430" y="140375"/>
                  </a:lnTo>
                  <a:lnTo>
                    <a:pt x="7518588" y="140375"/>
                  </a:lnTo>
                  <a:lnTo>
                    <a:pt x="7518588" y="139945"/>
                  </a:lnTo>
                  <a:lnTo>
                    <a:pt x="7518745" y="139945"/>
                  </a:lnTo>
                  <a:lnTo>
                    <a:pt x="7518903" y="139945"/>
                  </a:lnTo>
                  <a:lnTo>
                    <a:pt x="7519061" y="139945"/>
                  </a:lnTo>
                  <a:lnTo>
                    <a:pt x="7519218" y="139945"/>
                  </a:lnTo>
                  <a:lnTo>
                    <a:pt x="7519218" y="139514"/>
                  </a:lnTo>
                  <a:lnTo>
                    <a:pt x="7519376" y="139514"/>
                  </a:lnTo>
                  <a:lnTo>
                    <a:pt x="7519534" y="139514"/>
                  </a:lnTo>
                  <a:lnTo>
                    <a:pt x="7519692" y="139514"/>
                  </a:lnTo>
                  <a:lnTo>
                    <a:pt x="7519849" y="139514"/>
                  </a:lnTo>
                  <a:lnTo>
                    <a:pt x="7520007" y="139514"/>
                  </a:lnTo>
                  <a:lnTo>
                    <a:pt x="7520165" y="139514"/>
                  </a:lnTo>
                  <a:lnTo>
                    <a:pt x="7520322" y="139514"/>
                  </a:lnTo>
                  <a:lnTo>
                    <a:pt x="7520480" y="139514"/>
                  </a:lnTo>
                  <a:lnTo>
                    <a:pt x="7520638" y="139514"/>
                  </a:lnTo>
                  <a:lnTo>
                    <a:pt x="7520796" y="139514"/>
                  </a:lnTo>
                  <a:lnTo>
                    <a:pt x="7520953" y="139514"/>
                  </a:lnTo>
                  <a:lnTo>
                    <a:pt x="7521111" y="139514"/>
                  </a:lnTo>
                  <a:lnTo>
                    <a:pt x="7521269" y="139514"/>
                  </a:lnTo>
                  <a:lnTo>
                    <a:pt x="7521426" y="139514"/>
                  </a:lnTo>
                  <a:lnTo>
                    <a:pt x="7521584" y="139514"/>
                  </a:lnTo>
                  <a:lnTo>
                    <a:pt x="7521742" y="139514"/>
                  </a:lnTo>
                  <a:lnTo>
                    <a:pt x="7521900" y="139514"/>
                  </a:lnTo>
                  <a:lnTo>
                    <a:pt x="7522057" y="139514"/>
                  </a:lnTo>
                  <a:lnTo>
                    <a:pt x="7522215" y="139514"/>
                  </a:lnTo>
                  <a:lnTo>
                    <a:pt x="7522215" y="139083"/>
                  </a:lnTo>
                  <a:lnTo>
                    <a:pt x="7522373" y="139083"/>
                  </a:lnTo>
                  <a:lnTo>
                    <a:pt x="7522530" y="139083"/>
                  </a:lnTo>
                  <a:lnTo>
                    <a:pt x="7522688" y="139083"/>
                  </a:lnTo>
                  <a:lnTo>
                    <a:pt x="7522688" y="138653"/>
                  </a:lnTo>
                  <a:lnTo>
                    <a:pt x="7522846" y="138653"/>
                  </a:lnTo>
                  <a:lnTo>
                    <a:pt x="7523004" y="138653"/>
                  </a:lnTo>
                  <a:lnTo>
                    <a:pt x="7523161" y="138653"/>
                  </a:lnTo>
                  <a:lnTo>
                    <a:pt x="7523319" y="138653"/>
                  </a:lnTo>
                  <a:lnTo>
                    <a:pt x="7523319" y="138222"/>
                  </a:lnTo>
                  <a:lnTo>
                    <a:pt x="7523477" y="138222"/>
                  </a:lnTo>
                  <a:lnTo>
                    <a:pt x="7523635" y="138222"/>
                  </a:lnTo>
                  <a:lnTo>
                    <a:pt x="7523792" y="138222"/>
                  </a:lnTo>
                  <a:lnTo>
                    <a:pt x="7523950" y="138222"/>
                  </a:lnTo>
                  <a:lnTo>
                    <a:pt x="7524108" y="138222"/>
                  </a:lnTo>
                  <a:lnTo>
                    <a:pt x="7524265" y="138222"/>
                  </a:lnTo>
                  <a:lnTo>
                    <a:pt x="7524423" y="138222"/>
                  </a:lnTo>
                  <a:lnTo>
                    <a:pt x="7524581" y="138222"/>
                  </a:lnTo>
                  <a:lnTo>
                    <a:pt x="7524739" y="138222"/>
                  </a:lnTo>
                  <a:lnTo>
                    <a:pt x="7524896" y="138222"/>
                  </a:lnTo>
                  <a:lnTo>
                    <a:pt x="7525054" y="138222"/>
                  </a:lnTo>
                  <a:lnTo>
                    <a:pt x="7525212" y="138222"/>
                  </a:lnTo>
                  <a:lnTo>
                    <a:pt x="7525369" y="138222"/>
                  </a:lnTo>
                  <a:lnTo>
                    <a:pt x="7525527" y="138222"/>
                  </a:lnTo>
                  <a:lnTo>
                    <a:pt x="7525685" y="138222"/>
                  </a:lnTo>
                  <a:lnTo>
                    <a:pt x="7525843" y="138222"/>
                  </a:lnTo>
                  <a:lnTo>
                    <a:pt x="7526000" y="138222"/>
                  </a:lnTo>
                  <a:lnTo>
                    <a:pt x="7526158" y="138222"/>
                  </a:lnTo>
                  <a:lnTo>
                    <a:pt x="7526316" y="138222"/>
                  </a:lnTo>
                  <a:lnTo>
                    <a:pt x="7526473" y="138222"/>
                  </a:lnTo>
                  <a:lnTo>
                    <a:pt x="7526473" y="137792"/>
                  </a:lnTo>
                  <a:lnTo>
                    <a:pt x="7526631" y="137792"/>
                  </a:lnTo>
                  <a:lnTo>
                    <a:pt x="7526789" y="137792"/>
                  </a:lnTo>
                  <a:lnTo>
                    <a:pt x="7526947" y="137792"/>
                  </a:lnTo>
                  <a:lnTo>
                    <a:pt x="7527104" y="137792"/>
                  </a:lnTo>
                  <a:lnTo>
                    <a:pt x="7527262" y="137792"/>
                  </a:lnTo>
                  <a:lnTo>
                    <a:pt x="7527420" y="137792"/>
                  </a:lnTo>
                  <a:lnTo>
                    <a:pt x="7527577" y="137792"/>
                  </a:lnTo>
                  <a:lnTo>
                    <a:pt x="7527735" y="137792"/>
                  </a:lnTo>
                  <a:lnTo>
                    <a:pt x="7527893" y="137792"/>
                  </a:lnTo>
                  <a:lnTo>
                    <a:pt x="7528051" y="137792"/>
                  </a:lnTo>
                  <a:lnTo>
                    <a:pt x="7528051" y="137361"/>
                  </a:lnTo>
                  <a:lnTo>
                    <a:pt x="7528208" y="137361"/>
                  </a:lnTo>
                  <a:lnTo>
                    <a:pt x="7528366" y="137361"/>
                  </a:lnTo>
                  <a:lnTo>
                    <a:pt x="7528366" y="136930"/>
                  </a:lnTo>
                  <a:lnTo>
                    <a:pt x="7528524" y="136930"/>
                  </a:lnTo>
                  <a:lnTo>
                    <a:pt x="7528682" y="136930"/>
                  </a:lnTo>
                  <a:lnTo>
                    <a:pt x="7528839" y="136930"/>
                  </a:lnTo>
                  <a:lnTo>
                    <a:pt x="7528997" y="136930"/>
                  </a:lnTo>
                  <a:lnTo>
                    <a:pt x="7529155" y="136930"/>
                  </a:lnTo>
                  <a:lnTo>
                    <a:pt x="7529312" y="136930"/>
                  </a:lnTo>
                  <a:lnTo>
                    <a:pt x="7529470" y="136930"/>
                  </a:lnTo>
                  <a:lnTo>
                    <a:pt x="7529628" y="136930"/>
                  </a:lnTo>
                  <a:lnTo>
                    <a:pt x="7529786" y="136930"/>
                  </a:lnTo>
                  <a:lnTo>
                    <a:pt x="7529943" y="136930"/>
                  </a:lnTo>
                  <a:lnTo>
                    <a:pt x="7530101" y="136930"/>
                  </a:lnTo>
                  <a:lnTo>
                    <a:pt x="7530259" y="136930"/>
                  </a:lnTo>
                  <a:lnTo>
                    <a:pt x="7530416" y="136930"/>
                  </a:lnTo>
                  <a:lnTo>
                    <a:pt x="7530574" y="136930"/>
                  </a:lnTo>
                  <a:lnTo>
                    <a:pt x="7530732" y="136930"/>
                  </a:lnTo>
                  <a:lnTo>
                    <a:pt x="7530890" y="136930"/>
                  </a:lnTo>
                  <a:lnTo>
                    <a:pt x="7530890" y="136500"/>
                  </a:lnTo>
                  <a:lnTo>
                    <a:pt x="7531047" y="136500"/>
                  </a:lnTo>
                  <a:lnTo>
                    <a:pt x="7531205" y="136500"/>
                  </a:lnTo>
                  <a:lnTo>
                    <a:pt x="7531363" y="136500"/>
                  </a:lnTo>
                  <a:lnTo>
                    <a:pt x="7531520" y="136500"/>
                  </a:lnTo>
                  <a:lnTo>
                    <a:pt x="7531678" y="136500"/>
                  </a:lnTo>
                  <a:lnTo>
                    <a:pt x="7531836" y="136500"/>
                  </a:lnTo>
                  <a:lnTo>
                    <a:pt x="7531994" y="136500"/>
                  </a:lnTo>
                  <a:lnTo>
                    <a:pt x="7532151" y="136500"/>
                  </a:lnTo>
                  <a:lnTo>
                    <a:pt x="7532309" y="136500"/>
                  </a:lnTo>
                  <a:lnTo>
                    <a:pt x="7532467" y="136500"/>
                  </a:lnTo>
                  <a:lnTo>
                    <a:pt x="7532624" y="136500"/>
                  </a:lnTo>
                  <a:lnTo>
                    <a:pt x="7532782" y="136500"/>
                  </a:lnTo>
                  <a:lnTo>
                    <a:pt x="7532940" y="136500"/>
                  </a:lnTo>
                  <a:lnTo>
                    <a:pt x="7533098" y="136500"/>
                  </a:lnTo>
                  <a:lnTo>
                    <a:pt x="7533255" y="136500"/>
                  </a:lnTo>
                  <a:lnTo>
                    <a:pt x="7533413" y="136500"/>
                  </a:lnTo>
                  <a:lnTo>
                    <a:pt x="7533571" y="136500"/>
                  </a:lnTo>
                  <a:lnTo>
                    <a:pt x="7533728" y="136500"/>
                  </a:lnTo>
                  <a:lnTo>
                    <a:pt x="7533886" y="136500"/>
                  </a:lnTo>
                  <a:lnTo>
                    <a:pt x="7534044" y="136500"/>
                  </a:lnTo>
                  <a:lnTo>
                    <a:pt x="7534202" y="136500"/>
                  </a:lnTo>
                  <a:lnTo>
                    <a:pt x="7534359" y="136500"/>
                  </a:lnTo>
                  <a:lnTo>
                    <a:pt x="7534359" y="136069"/>
                  </a:lnTo>
                  <a:lnTo>
                    <a:pt x="7534517" y="136069"/>
                  </a:lnTo>
                  <a:lnTo>
                    <a:pt x="7534675" y="136069"/>
                  </a:lnTo>
                  <a:lnTo>
                    <a:pt x="7534833" y="136069"/>
                  </a:lnTo>
                  <a:lnTo>
                    <a:pt x="7534990" y="136069"/>
                  </a:lnTo>
                  <a:lnTo>
                    <a:pt x="7535148" y="136069"/>
                  </a:lnTo>
                  <a:lnTo>
                    <a:pt x="7535306" y="136069"/>
                  </a:lnTo>
                  <a:lnTo>
                    <a:pt x="7535463" y="136069"/>
                  </a:lnTo>
                  <a:lnTo>
                    <a:pt x="7535621" y="136069"/>
                  </a:lnTo>
                  <a:lnTo>
                    <a:pt x="7535779" y="136069"/>
                  </a:lnTo>
                  <a:lnTo>
                    <a:pt x="7535937" y="136069"/>
                  </a:lnTo>
                  <a:lnTo>
                    <a:pt x="7536094" y="136069"/>
                  </a:lnTo>
                  <a:lnTo>
                    <a:pt x="7536252" y="136069"/>
                  </a:lnTo>
                  <a:lnTo>
                    <a:pt x="7536410" y="136069"/>
                  </a:lnTo>
                  <a:lnTo>
                    <a:pt x="7536567" y="136069"/>
                  </a:lnTo>
                  <a:lnTo>
                    <a:pt x="7536725" y="136069"/>
                  </a:lnTo>
                  <a:lnTo>
                    <a:pt x="7536883" y="136069"/>
                  </a:lnTo>
                  <a:lnTo>
                    <a:pt x="7536883" y="135639"/>
                  </a:lnTo>
                  <a:lnTo>
                    <a:pt x="7537041" y="135639"/>
                  </a:lnTo>
                  <a:lnTo>
                    <a:pt x="7537198" y="135639"/>
                  </a:lnTo>
                  <a:lnTo>
                    <a:pt x="7537356" y="135639"/>
                  </a:lnTo>
                  <a:lnTo>
                    <a:pt x="7537514" y="135639"/>
                  </a:lnTo>
                  <a:lnTo>
                    <a:pt x="7537671" y="135639"/>
                  </a:lnTo>
                  <a:lnTo>
                    <a:pt x="7537829" y="135639"/>
                  </a:lnTo>
                  <a:lnTo>
                    <a:pt x="7537987" y="135639"/>
                  </a:lnTo>
                  <a:lnTo>
                    <a:pt x="7538145" y="135639"/>
                  </a:lnTo>
                  <a:lnTo>
                    <a:pt x="7538302" y="135639"/>
                  </a:lnTo>
                  <a:lnTo>
                    <a:pt x="7538460" y="135639"/>
                  </a:lnTo>
                  <a:lnTo>
                    <a:pt x="7538618" y="135639"/>
                  </a:lnTo>
                  <a:lnTo>
                    <a:pt x="7538775" y="135639"/>
                  </a:lnTo>
                  <a:lnTo>
                    <a:pt x="7538933" y="135639"/>
                  </a:lnTo>
                  <a:lnTo>
                    <a:pt x="7539091" y="135639"/>
                  </a:lnTo>
                  <a:lnTo>
                    <a:pt x="7539249" y="135639"/>
                  </a:lnTo>
                  <a:lnTo>
                    <a:pt x="7539406" y="135639"/>
                  </a:lnTo>
                  <a:lnTo>
                    <a:pt x="7539564" y="135639"/>
                  </a:lnTo>
                  <a:lnTo>
                    <a:pt x="7539722" y="135639"/>
                  </a:lnTo>
                  <a:lnTo>
                    <a:pt x="7539880" y="135639"/>
                  </a:lnTo>
                  <a:lnTo>
                    <a:pt x="7540037" y="135639"/>
                  </a:lnTo>
                  <a:lnTo>
                    <a:pt x="7540195" y="135639"/>
                  </a:lnTo>
                  <a:lnTo>
                    <a:pt x="7540353" y="135639"/>
                  </a:lnTo>
                  <a:lnTo>
                    <a:pt x="7540510" y="135639"/>
                  </a:lnTo>
                  <a:lnTo>
                    <a:pt x="7540668" y="135639"/>
                  </a:lnTo>
                  <a:lnTo>
                    <a:pt x="7540826" y="135639"/>
                  </a:lnTo>
                  <a:lnTo>
                    <a:pt x="7540984" y="135639"/>
                  </a:lnTo>
                  <a:lnTo>
                    <a:pt x="7541141" y="135639"/>
                  </a:lnTo>
                  <a:lnTo>
                    <a:pt x="7541299" y="135639"/>
                  </a:lnTo>
                  <a:lnTo>
                    <a:pt x="7541457" y="135639"/>
                  </a:lnTo>
                  <a:lnTo>
                    <a:pt x="7541614" y="135639"/>
                  </a:lnTo>
                  <a:lnTo>
                    <a:pt x="7541772" y="135639"/>
                  </a:lnTo>
                  <a:lnTo>
                    <a:pt x="7541930" y="135639"/>
                  </a:lnTo>
                  <a:lnTo>
                    <a:pt x="7542088" y="135639"/>
                  </a:lnTo>
                  <a:lnTo>
                    <a:pt x="7542245" y="135639"/>
                  </a:lnTo>
                  <a:lnTo>
                    <a:pt x="7542403" y="135639"/>
                  </a:lnTo>
                  <a:lnTo>
                    <a:pt x="7542561" y="135639"/>
                  </a:lnTo>
                  <a:lnTo>
                    <a:pt x="7542561" y="135208"/>
                  </a:lnTo>
                  <a:lnTo>
                    <a:pt x="7542718" y="135208"/>
                  </a:lnTo>
                  <a:lnTo>
                    <a:pt x="7542718" y="134777"/>
                  </a:lnTo>
                  <a:lnTo>
                    <a:pt x="7542876" y="134777"/>
                  </a:lnTo>
                  <a:lnTo>
                    <a:pt x="7543034" y="134777"/>
                  </a:lnTo>
                  <a:lnTo>
                    <a:pt x="7543192" y="134777"/>
                  </a:lnTo>
                  <a:lnTo>
                    <a:pt x="7543349" y="134777"/>
                  </a:lnTo>
                  <a:lnTo>
                    <a:pt x="7543507" y="134777"/>
                  </a:lnTo>
                  <a:lnTo>
                    <a:pt x="7543665" y="134777"/>
                  </a:lnTo>
                  <a:lnTo>
                    <a:pt x="7543822" y="134777"/>
                  </a:lnTo>
                  <a:lnTo>
                    <a:pt x="7543980" y="134777"/>
                  </a:lnTo>
                  <a:lnTo>
                    <a:pt x="7544138" y="134777"/>
                  </a:lnTo>
                  <a:lnTo>
                    <a:pt x="7544296" y="134777"/>
                  </a:lnTo>
                  <a:lnTo>
                    <a:pt x="7544296" y="134347"/>
                  </a:lnTo>
                  <a:lnTo>
                    <a:pt x="7544453" y="134347"/>
                  </a:lnTo>
                  <a:lnTo>
                    <a:pt x="7544611" y="134347"/>
                  </a:lnTo>
                  <a:lnTo>
                    <a:pt x="7544769" y="134347"/>
                  </a:lnTo>
                  <a:lnTo>
                    <a:pt x="7544926" y="134347"/>
                  </a:lnTo>
                  <a:lnTo>
                    <a:pt x="7545084" y="134347"/>
                  </a:lnTo>
                  <a:lnTo>
                    <a:pt x="7545084" y="133916"/>
                  </a:lnTo>
                  <a:lnTo>
                    <a:pt x="7545242" y="133916"/>
                  </a:lnTo>
                  <a:lnTo>
                    <a:pt x="7545400" y="133916"/>
                  </a:lnTo>
                  <a:lnTo>
                    <a:pt x="7545557" y="133916"/>
                  </a:lnTo>
                  <a:lnTo>
                    <a:pt x="7545715" y="133916"/>
                  </a:lnTo>
                  <a:lnTo>
                    <a:pt x="7545873" y="133916"/>
                  </a:lnTo>
                  <a:lnTo>
                    <a:pt x="7546031" y="133916"/>
                  </a:lnTo>
                  <a:lnTo>
                    <a:pt x="7546188" y="133916"/>
                  </a:lnTo>
                  <a:lnTo>
                    <a:pt x="7546346" y="133916"/>
                  </a:lnTo>
                  <a:lnTo>
                    <a:pt x="7546346" y="133486"/>
                  </a:lnTo>
                  <a:lnTo>
                    <a:pt x="7546504" y="133486"/>
                  </a:lnTo>
                  <a:lnTo>
                    <a:pt x="7546661" y="133486"/>
                  </a:lnTo>
                  <a:lnTo>
                    <a:pt x="7546819" y="133486"/>
                  </a:lnTo>
                  <a:lnTo>
                    <a:pt x="7546977" y="133486"/>
                  </a:lnTo>
                  <a:lnTo>
                    <a:pt x="7547135" y="133486"/>
                  </a:lnTo>
                  <a:lnTo>
                    <a:pt x="7547292" y="133486"/>
                  </a:lnTo>
                  <a:lnTo>
                    <a:pt x="7547450" y="133486"/>
                  </a:lnTo>
                  <a:lnTo>
                    <a:pt x="7547608" y="133486"/>
                  </a:lnTo>
                  <a:lnTo>
                    <a:pt x="7547765" y="133486"/>
                  </a:lnTo>
                  <a:lnTo>
                    <a:pt x="7547923" y="133486"/>
                  </a:lnTo>
                  <a:lnTo>
                    <a:pt x="7548081" y="133486"/>
                  </a:lnTo>
                  <a:lnTo>
                    <a:pt x="7548239" y="133486"/>
                  </a:lnTo>
                  <a:lnTo>
                    <a:pt x="7548396" y="133486"/>
                  </a:lnTo>
                  <a:lnTo>
                    <a:pt x="7548554" y="133486"/>
                  </a:lnTo>
                  <a:lnTo>
                    <a:pt x="7548712" y="133486"/>
                  </a:lnTo>
                  <a:lnTo>
                    <a:pt x="7548869" y="133486"/>
                  </a:lnTo>
                  <a:lnTo>
                    <a:pt x="7549027" y="133486"/>
                  </a:lnTo>
                  <a:lnTo>
                    <a:pt x="7549185" y="133486"/>
                  </a:lnTo>
                  <a:lnTo>
                    <a:pt x="7549343" y="133486"/>
                  </a:lnTo>
                  <a:lnTo>
                    <a:pt x="7549500" y="133486"/>
                  </a:lnTo>
                  <a:lnTo>
                    <a:pt x="7549658" y="133486"/>
                  </a:lnTo>
                  <a:lnTo>
                    <a:pt x="7549816" y="133486"/>
                  </a:lnTo>
                  <a:lnTo>
                    <a:pt x="7549973" y="133486"/>
                  </a:lnTo>
                  <a:lnTo>
                    <a:pt x="7550131" y="133486"/>
                  </a:lnTo>
                  <a:lnTo>
                    <a:pt x="7550289" y="133486"/>
                  </a:lnTo>
                  <a:lnTo>
                    <a:pt x="7550447" y="133486"/>
                  </a:lnTo>
                  <a:lnTo>
                    <a:pt x="7550604" y="133486"/>
                  </a:lnTo>
                  <a:lnTo>
                    <a:pt x="7550762" y="133486"/>
                  </a:lnTo>
                  <a:lnTo>
                    <a:pt x="7550920" y="133486"/>
                  </a:lnTo>
                  <a:lnTo>
                    <a:pt x="7551078" y="133486"/>
                  </a:lnTo>
                  <a:lnTo>
                    <a:pt x="7551078" y="133055"/>
                  </a:lnTo>
                  <a:lnTo>
                    <a:pt x="7551235" y="133055"/>
                  </a:lnTo>
                  <a:lnTo>
                    <a:pt x="7551393" y="133055"/>
                  </a:lnTo>
                  <a:lnTo>
                    <a:pt x="7551551" y="133055"/>
                  </a:lnTo>
                  <a:lnTo>
                    <a:pt x="7551708" y="133055"/>
                  </a:lnTo>
                  <a:lnTo>
                    <a:pt x="7551866" y="133055"/>
                  </a:lnTo>
                  <a:lnTo>
                    <a:pt x="7552024" y="133055"/>
                  </a:lnTo>
                  <a:lnTo>
                    <a:pt x="7552182" y="133055"/>
                  </a:lnTo>
                  <a:lnTo>
                    <a:pt x="7552339" y="133055"/>
                  </a:lnTo>
                  <a:lnTo>
                    <a:pt x="7552497" y="133055"/>
                  </a:lnTo>
                  <a:lnTo>
                    <a:pt x="7552655" y="133055"/>
                  </a:lnTo>
                  <a:lnTo>
                    <a:pt x="7552812" y="133055"/>
                  </a:lnTo>
                  <a:lnTo>
                    <a:pt x="7552970" y="133055"/>
                  </a:lnTo>
                  <a:lnTo>
                    <a:pt x="7553128" y="133055"/>
                  </a:lnTo>
                  <a:lnTo>
                    <a:pt x="7553286" y="133055"/>
                  </a:lnTo>
                  <a:lnTo>
                    <a:pt x="7553443" y="133055"/>
                  </a:lnTo>
                  <a:lnTo>
                    <a:pt x="7553601" y="133055"/>
                  </a:lnTo>
                  <a:lnTo>
                    <a:pt x="7553759" y="133055"/>
                  </a:lnTo>
                  <a:lnTo>
                    <a:pt x="7553916" y="133055"/>
                  </a:lnTo>
                  <a:lnTo>
                    <a:pt x="7554074" y="133055"/>
                  </a:lnTo>
                  <a:lnTo>
                    <a:pt x="7554232" y="133055"/>
                  </a:lnTo>
                  <a:lnTo>
                    <a:pt x="7554390" y="133055"/>
                  </a:lnTo>
                  <a:lnTo>
                    <a:pt x="7554547" y="133055"/>
                  </a:lnTo>
                  <a:lnTo>
                    <a:pt x="7554705" y="133055"/>
                  </a:lnTo>
                  <a:lnTo>
                    <a:pt x="7554863" y="133055"/>
                  </a:lnTo>
                  <a:lnTo>
                    <a:pt x="7555020" y="133055"/>
                  </a:lnTo>
                  <a:lnTo>
                    <a:pt x="7555178" y="133055"/>
                  </a:lnTo>
                  <a:lnTo>
                    <a:pt x="7555336" y="133055"/>
                  </a:lnTo>
                  <a:lnTo>
                    <a:pt x="7555494" y="133055"/>
                  </a:lnTo>
                  <a:lnTo>
                    <a:pt x="7555651" y="133055"/>
                  </a:lnTo>
                  <a:lnTo>
                    <a:pt x="7555809" y="133055"/>
                  </a:lnTo>
                  <a:lnTo>
                    <a:pt x="7555967" y="133055"/>
                  </a:lnTo>
                  <a:lnTo>
                    <a:pt x="7556124" y="133055"/>
                  </a:lnTo>
                  <a:lnTo>
                    <a:pt x="7556282" y="133055"/>
                  </a:lnTo>
                  <a:lnTo>
                    <a:pt x="7556440" y="133055"/>
                  </a:lnTo>
                  <a:lnTo>
                    <a:pt x="7556598" y="133055"/>
                  </a:lnTo>
                  <a:lnTo>
                    <a:pt x="7556755" y="133055"/>
                  </a:lnTo>
                  <a:lnTo>
                    <a:pt x="7556913" y="133055"/>
                  </a:lnTo>
                  <a:lnTo>
                    <a:pt x="7557071" y="133055"/>
                  </a:lnTo>
                  <a:lnTo>
                    <a:pt x="7557229" y="133055"/>
                  </a:lnTo>
                  <a:lnTo>
                    <a:pt x="7557386" y="133055"/>
                  </a:lnTo>
                  <a:lnTo>
                    <a:pt x="7557544" y="133055"/>
                  </a:lnTo>
                  <a:lnTo>
                    <a:pt x="7557702" y="133055"/>
                  </a:lnTo>
                  <a:lnTo>
                    <a:pt x="7557859" y="133055"/>
                  </a:lnTo>
                  <a:lnTo>
                    <a:pt x="7558017" y="133055"/>
                  </a:lnTo>
                  <a:lnTo>
                    <a:pt x="7558017" y="132624"/>
                  </a:lnTo>
                  <a:lnTo>
                    <a:pt x="7558175" y="132624"/>
                  </a:lnTo>
                  <a:lnTo>
                    <a:pt x="7558333" y="132624"/>
                  </a:lnTo>
                  <a:lnTo>
                    <a:pt x="7558490" y="132624"/>
                  </a:lnTo>
                  <a:lnTo>
                    <a:pt x="7558648" y="132624"/>
                  </a:lnTo>
                  <a:lnTo>
                    <a:pt x="7558648" y="132194"/>
                  </a:lnTo>
                  <a:lnTo>
                    <a:pt x="7558806" y="132194"/>
                  </a:lnTo>
                  <a:lnTo>
                    <a:pt x="7558963" y="132194"/>
                  </a:lnTo>
                  <a:lnTo>
                    <a:pt x="7559121" y="132194"/>
                  </a:lnTo>
                  <a:lnTo>
                    <a:pt x="7559279" y="132194"/>
                  </a:lnTo>
                  <a:lnTo>
                    <a:pt x="7559437" y="132194"/>
                  </a:lnTo>
                  <a:lnTo>
                    <a:pt x="7559594" y="132194"/>
                  </a:lnTo>
                  <a:lnTo>
                    <a:pt x="7559752" y="132194"/>
                  </a:lnTo>
                  <a:lnTo>
                    <a:pt x="7559910" y="132194"/>
                  </a:lnTo>
                  <a:lnTo>
                    <a:pt x="7559910" y="131763"/>
                  </a:lnTo>
                  <a:lnTo>
                    <a:pt x="7560067" y="131763"/>
                  </a:lnTo>
                  <a:lnTo>
                    <a:pt x="7560225" y="131763"/>
                  </a:lnTo>
                  <a:lnTo>
                    <a:pt x="7560383" y="131763"/>
                  </a:lnTo>
                  <a:lnTo>
                    <a:pt x="7560383" y="131333"/>
                  </a:lnTo>
                  <a:lnTo>
                    <a:pt x="7560541" y="131333"/>
                  </a:lnTo>
                  <a:lnTo>
                    <a:pt x="7560698" y="131333"/>
                  </a:lnTo>
                  <a:lnTo>
                    <a:pt x="7560856" y="131333"/>
                  </a:lnTo>
                  <a:lnTo>
                    <a:pt x="7561014" y="131333"/>
                  </a:lnTo>
                  <a:lnTo>
                    <a:pt x="7561171" y="131333"/>
                  </a:lnTo>
                  <a:lnTo>
                    <a:pt x="7561329" y="131333"/>
                  </a:lnTo>
                  <a:lnTo>
                    <a:pt x="7561487" y="131333"/>
                  </a:lnTo>
                  <a:lnTo>
                    <a:pt x="7561645" y="131333"/>
                  </a:lnTo>
                  <a:lnTo>
                    <a:pt x="7561645" y="130902"/>
                  </a:lnTo>
                  <a:lnTo>
                    <a:pt x="7561802" y="130902"/>
                  </a:lnTo>
                  <a:lnTo>
                    <a:pt x="7561960" y="130902"/>
                  </a:lnTo>
                  <a:lnTo>
                    <a:pt x="7561960" y="130471"/>
                  </a:lnTo>
                  <a:lnTo>
                    <a:pt x="7562118" y="130471"/>
                  </a:lnTo>
                  <a:lnTo>
                    <a:pt x="7562276" y="130471"/>
                  </a:lnTo>
                  <a:lnTo>
                    <a:pt x="7562433" y="130471"/>
                  </a:lnTo>
                  <a:lnTo>
                    <a:pt x="7562591" y="130471"/>
                  </a:lnTo>
                  <a:lnTo>
                    <a:pt x="7562749" y="130471"/>
                  </a:lnTo>
                  <a:lnTo>
                    <a:pt x="7562906" y="130471"/>
                  </a:lnTo>
                  <a:lnTo>
                    <a:pt x="7563064" y="130471"/>
                  </a:lnTo>
                  <a:lnTo>
                    <a:pt x="7563222" y="130471"/>
                  </a:lnTo>
                  <a:lnTo>
                    <a:pt x="7563380" y="130471"/>
                  </a:lnTo>
                  <a:lnTo>
                    <a:pt x="7563537" y="130471"/>
                  </a:lnTo>
                  <a:lnTo>
                    <a:pt x="7563537" y="130041"/>
                  </a:lnTo>
                  <a:lnTo>
                    <a:pt x="7563695" y="130041"/>
                  </a:lnTo>
                  <a:lnTo>
                    <a:pt x="7563853" y="130041"/>
                  </a:lnTo>
                  <a:lnTo>
                    <a:pt x="7564010" y="130041"/>
                  </a:lnTo>
                  <a:lnTo>
                    <a:pt x="7564168" y="130041"/>
                  </a:lnTo>
                  <a:lnTo>
                    <a:pt x="7564326" y="130041"/>
                  </a:lnTo>
                  <a:lnTo>
                    <a:pt x="7564484" y="130041"/>
                  </a:lnTo>
                  <a:lnTo>
                    <a:pt x="7564641" y="130041"/>
                  </a:lnTo>
                  <a:lnTo>
                    <a:pt x="7564641" y="129610"/>
                  </a:lnTo>
                  <a:lnTo>
                    <a:pt x="7564799" y="129610"/>
                  </a:lnTo>
                  <a:lnTo>
                    <a:pt x="7564957" y="129610"/>
                  </a:lnTo>
                  <a:lnTo>
                    <a:pt x="7565114" y="129610"/>
                  </a:lnTo>
                  <a:lnTo>
                    <a:pt x="7565272" y="129610"/>
                  </a:lnTo>
                  <a:lnTo>
                    <a:pt x="7565430" y="129610"/>
                  </a:lnTo>
                  <a:lnTo>
                    <a:pt x="7565588" y="129610"/>
                  </a:lnTo>
                  <a:lnTo>
                    <a:pt x="7565745" y="129610"/>
                  </a:lnTo>
                  <a:lnTo>
                    <a:pt x="7565903" y="129610"/>
                  </a:lnTo>
                  <a:lnTo>
                    <a:pt x="7566061" y="129610"/>
                  </a:lnTo>
                  <a:lnTo>
                    <a:pt x="7566218" y="129610"/>
                  </a:lnTo>
                  <a:lnTo>
                    <a:pt x="7566376" y="129610"/>
                  </a:lnTo>
                  <a:lnTo>
                    <a:pt x="7566534" y="129610"/>
                  </a:lnTo>
                  <a:lnTo>
                    <a:pt x="7566692" y="129610"/>
                  </a:lnTo>
                  <a:lnTo>
                    <a:pt x="7566849" y="129610"/>
                  </a:lnTo>
                  <a:lnTo>
                    <a:pt x="7567007" y="129610"/>
                  </a:lnTo>
                  <a:lnTo>
                    <a:pt x="7567165" y="129610"/>
                  </a:lnTo>
                  <a:lnTo>
                    <a:pt x="7567322" y="129610"/>
                  </a:lnTo>
                  <a:lnTo>
                    <a:pt x="7567480" y="129610"/>
                  </a:lnTo>
                  <a:lnTo>
                    <a:pt x="7567638" y="129610"/>
                  </a:lnTo>
                  <a:lnTo>
                    <a:pt x="7567796" y="129610"/>
                  </a:lnTo>
                  <a:lnTo>
                    <a:pt x="7567953" y="129610"/>
                  </a:lnTo>
                  <a:lnTo>
                    <a:pt x="7568111" y="129610"/>
                  </a:lnTo>
                  <a:lnTo>
                    <a:pt x="7568269" y="129610"/>
                  </a:lnTo>
                  <a:lnTo>
                    <a:pt x="7568427" y="129610"/>
                  </a:lnTo>
                  <a:lnTo>
                    <a:pt x="7568584" y="129610"/>
                  </a:lnTo>
                  <a:lnTo>
                    <a:pt x="7568584" y="129180"/>
                  </a:lnTo>
                  <a:lnTo>
                    <a:pt x="7568742" y="129180"/>
                  </a:lnTo>
                  <a:lnTo>
                    <a:pt x="7568900" y="129180"/>
                  </a:lnTo>
                  <a:lnTo>
                    <a:pt x="7569057" y="129180"/>
                  </a:lnTo>
                  <a:lnTo>
                    <a:pt x="7569215" y="129180"/>
                  </a:lnTo>
                  <a:lnTo>
                    <a:pt x="7569373" y="129180"/>
                  </a:lnTo>
                  <a:lnTo>
                    <a:pt x="7569531" y="129180"/>
                  </a:lnTo>
                  <a:lnTo>
                    <a:pt x="7569688" y="129180"/>
                  </a:lnTo>
                  <a:lnTo>
                    <a:pt x="7569846" y="129180"/>
                  </a:lnTo>
                  <a:lnTo>
                    <a:pt x="7570004" y="129180"/>
                  </a:lnTo>
                  <a:lnTo>
                    <a:pt x="7570161" y="129180"/>
                  </a:lnTo>
                  <a:lnTo>
                    <a:pt x="7570319" y="129180"/>
                  </a:lnTo>
                  <a:lnTo>
                    <a:pt x="7570477" y="129180"/>
                  </a:lnTo>
                  <a:lnTo>
                    <a:pt x="7570477" y="128749"/>
                  </a:lnTo>
                  <a:lnTo>
                    <a:pt x="7570635" y="128749"/>
                  </a:lnTo>
                  <a:lnTo>
                    <a:pt x="7570792" y="128749"/>
                  </a:lnTo>
                  <a:lnTo>
                    <a:pt x="7570950" y="128749"/>
                  </a:lnTo>
                  <a:lnTo>
                    <a:pt x="7571108" y="128749"/>
                  </a:lnTo>
                  <a:lnTo>
                    <a:pt x="7571265" y="128749"/>
                  </a:lnTo>
                  <a:lnTo>
                    <a:pt x="7571423" y="128749"/>
                  </a:lnTo>
                  <a:lnTo>
                    <a:pt x="7571581" y="128749"/>
                  </a:lnTo>
                  <a:lnTo>
                    <a:pt x="7571739" y="128749"/>
                  </a:lnTo>
                  <a:lnTo>
                    <a:pt x="7571896" y="128749"/>
                  </a:lnTo>
                  <a:lnTo>
                    <a:pt x="7572054" y="128749"/>
                  </a:lnTo>
                  <a:lnTo>
                    <a:pt x="7572212" y="128749"/>
                  </a:lnTo>
                  <a:lnTo>
                    <a:pt x="7572369" y="128749"/>
                  </a:lnTo>
                  <a:lnTo>
                    <a:pt x="7572527" y="128749"/>
                  </a:lnTo>
                  <a:lnTo>
                    <a:pt x="7572685" y="128749"/>
                  </a:lnTo>
                  <a:lnTo>
                    <a:pt x="7572843" y="128749"/>
                  </a:lnTo>
                  <a:lnTo>
                    <a:pt x="7573000" y="128749"/>
                  </a:lnTo>
                  <a:lnTo>
                    <a:pt x="7573158" y="128749"/>
                  </a:lnTo>
                  <a:lnTo>
                    <a:pt x="7573316" y="128749"/>
                  </a:lnTo>
                  <a:lnTo>
                    <a:pt x="7573474" y="128749"/>
                  </a:lnTo>
                  <a:lnTo>
                    <a:pt x="7573631" y="128749"/>
                  </a:lnTo>
                  <a:lnTo>
                    <a:pt x="7573789" y="128749"/>
                  </a:lnTo>
                  <a:lnTo>
                    <a:pt x="7573947" y="128749"/>
                  </a:lnTo>
                  <a:lnTo>
                    <a:pt x="7574104" y="128749"/>
                  </a:lnTo>
                  <a:lnTo>
                    <a:pt x="7574262" y="128749"/>
                  </a:lnTo>
                  <a:lnTo>
                    <a:pt x="7574420" y="128749"/>
                  </a:lnTo>
                  <a:lnTo>
                    <a:pt x="7574578" y="128749"/>
                  </a:lnTo>
                  <a:lnTo>
                    <a:pt x="7574735" y="128749"/>
                  </a:lnTo>
                  <a:lnTo>
                    <a:pt x="7574893" y="128749"/>
                  </a:lnTo>
                  <a:lnTo>
                    <a:pt x="7575051" y="128749"/>
                  </a:lnTo>
                  <a:lnTo>
                    <a:pt x="7575208" y="128749"/>
                  </a:lnTo>
                  <a:lnTo>
                    <a:pt x="7575366" y="128749"/>
                  </a:lnTo>
                  <a:lnTo>
                    <a:pt x="7575524" y="128749"/>
                  </a:lnTo>
                  <a:lnTo>
                    <a:pt x="7575682" y="128749"/>
                  </a:lnTo>
                  <a:lnTo>
                    <a:pt x="7575839" y="128749"/>
                  </a:lnTo>
                  <a:lnTo>
                    <a:pt x="7575997" y="128749"/>
                  </a:lnTo>
                  <a:lnTo>
                    <a:pt x="7576155" y="128749"/>
                  </a:lnTo>
                  <a:lnTo>
                    <a:pt x="7576312" y="128749"/>
                  </a:lnTo>
                  <a:lnTo>
                    <a:pt x="7576470" y="128749"/>
                  </a:lnTo>
                  <a:lnTo>
                    <a:pt x="7576628" y="128749"/>
                  </a:lnTo>
                  <a:lnTo>
                    <a:pt x="7576786" y="128749"/>
                  </a:lnTo>
                  <a:lnTo>
                    <a:pt x="7576943" y="128749"/>
                  </a:lnTo>
                  <a:lnTo>
                    <a:pt x="7577101" y="128749"/>
                  </a:lnTo>
                  <a:lnTo>
                    <a:pt x="7577101" y="128318"/>
                  </a:lnTo>
                  <a:lnTo>
                    <a:pt x="7577259" y="128318"/>
                  </a:lnTo>
                  <a:lnTo>
                    <a:pt x="7577416" y="128318"/>
                  </a:lnTo>
                  <a:lnTo>
                    <a:pt x="7577574" y="128318"/>
                  </a:lnTo>
                  <a:lnTo>
                    <a:pt x="7577574" y="127888"/>
                  </a:lnTo>
                  <a:lnTo>
                    <a:pt x="7577732" y="127888"/>
                  </a:lnTo>
                  <a:lnTo>
                    <a:pt x="7577890" y="127888"/>
                  </a:lnTo>
                  <a:lnTo>
                    <a:pt x="7578047" y="127888"/>
                  </a:lnTo>
                  <a:lnTo>
                    <a:pt x="7578205" y="127888"/>
                  </a:lnTo>
                  <a:lnTo>
                    <a:pt x="7578363" y="127888"/>
                  </a:lnTo>
                  <a:lnTo>
                    <a:pt x="7578520" y="127888"/>
                  </a:lnTo>
                  <a:lnTo>
                    <a:pt x="7578678" y="127888"/>
                  </a:lnTo>
                  <a:lnTo>
                    <a:pt x="7578836" y="127888"/>
                  </a:lnTo>
                  <a:lnTo>
                    <a:pt x="7578836" y="127457"/>
                  </a:lnTo>
                  <a:lnTo>
                    <a:pt x="7578994" y="127457"/>
                  </a:lnTo>
                  <a:lnTo>
                    <a:pt x="7579151" y="127457"/>
                  </a:lnTo>
                  <a:lnTo>
                    <a:pt x="7579309" y="127457"/>
                  </a:lnTo>
                  <a:lnTo>
                    <a:pt x="7579467" y="127457"/>
                  </a:lnTo>
                  <a:lnTo>
                    <a:pt x="7579625" y="127457"/>
                  </a:lnTo>
                  <a:lnTo>
                    <a:pt x="7579782" y="127457"/>
                  </a:lnTo>
                  <a:lnTo>
                    <a:pt x="7579940" y="127457"/>
                  </a:lnTo>
                  <a:lnTo>
                    <a:pt x="7580098" y="127457"/>
                  </a:lnTo>
                  <a:lnTo>
                    <a:pt x="7580255" y="127457"/>
                  </a:lnTo>
                  <a:lnTo>
                    <a:pt x="7580413" y="127457"/>
                  </a:lnTo>
                  <a:lnTo>
                    <a:pt x="7580571" y="127457"/>
                  </a:lnTo>
                  <a:lnTo>
                    <a:pt x="7580729" y="127457"/>
                  </a:lnTo>
                  <a:lnTo>
                    <a:pt x="7580886" y="127457"/>
                  </a:lnTo>
                  <a:lnTo>
                    <a:pt x="7581044" y="127457"/>
                  </a:lnTo>
                  <a:lnTo>
                    <a:pt x="7581202" y="127457"/>
                  </a:lnTo>
                  <a:lnTo>
                    <a:pt x="7581202" y="127027"/>
                  </a:lnTo>
                  <a:lnTo>
                    <a:pt x="7581359" y="127027"/>
                  </a:lnTo>
                  <a:lnTo>
                    <a:pt x="7581517" y="127027"/>
                  </a:lnTo>
                  <a:lnTo>
                    <a:pt x="7581675" y="127027"/>
                  </a:lnTo>
                  <a:lnTo>
                    <a:pt x="7581833" y="127027"/>
                  </a:lnTo>
                  <a:lnTo>
                    <a:pt x="7581990" y="127027"/>
                  </a:lnTo>
                  <a:lnTo>
                    <a:pt x="7582148" y="127027"/>
                  </a:lnTo>
                  <a:lnTo>
                    <a:pt x="7582306" y="127027"/>
                  </a:lnTo>
                  <a:lnTo>
                    <a:pt x="7582463" y="127027"/>
                  </a:lnTo>
                  <a:lnTo>
                    <a:pt x="7582621" y="127027"/>
                  </a:lnTo>
                  <a:lnTo>
                    <a:pt x="7582779" y="127027"/>
                  </a:lnTo>
                  <a:lnTo>
                    <a:pt x="7582937" y="127027"/>
                  </a:lnTo>
                  <a:lnTo>
                    <a:pt x="7583094" y="127027"/>
                  </a:lnTo>
                  <a:lnTo>
                    <a:pt x="7583252" y="127027"/>
                  </a:lnTo>
                  <a:lnTo>
                    <a:pt x="7583410" y="127027"/>
                  </a:lnTo>
                  <a:lnTo>
                    <a:pt x="7583567" y="127027"/>
                  </a:lnTo>
                  <a:lnTo>
                    <a:pt x="7583725" y="127027"/>
                  </a:lnTo>
                  <a:lnTo>
                    <a:pt x="7583883" y="127027"/>
                  </a:lnTo>
                  <a:lnTo>
                    <a:pt x="7583883" y="126596"/>
                  </a:lnTo>
                  <a:lnTo>
                    <a:pt x="7584041" y="126596"/>
                  </a:lnTo>
                  <a:lnTo>
                    <a:pt x="7584198" y="126596"/>
                  </a:lnTo>
                  <a:lnTo>
                    <a:pt x="7584356" y="126596"/>
                  </a:lnTo>
                  <a:lnTo>
                    <a:pt x="7584514" y="126596"/>
                  </a:lnTo>
                  <a:lnTo>
                    <a:pt x="7584672" y="126596"/>
                  </a:lnTo>
                  <a:lnTo>
                    <a:pt x="7584829" y="126596"/>
                  </a:lnTo>
                  <a:lnTo>
                    <a:pt x="7584987" y="126596"/>
                  </a:lnTo>
                  <a:lnTo>
                    <a:pt x="7585145" y="126596"/>
                  </a:lnTo>
                  <a:lnTo>
                    <a:pt x="7585302" y="126596"/>
                  </a:lnTo>
                  <a:lnTo>
                    <a:pt x="7585460" y="126596"/>
                  </a:lnTo>
                  <a:lnTo>
                    <a:pt x="7585618" y="126596"/>
                  </a:lnTo>
                  <a:lnTo>
                    <a:pt x="7585776" y="126596"/>
                  </a:lnTo>
                  <a:lnTo>
                    <a:pt x="7585933" y="126596"/>
                  </a:lnTo>
                  <a:lnTo>
                    <a:pt x="7586091" y="126596"/>
                  </a:lnTo>
                  <a:lnTo>
                    <a:pt x="7586249" y="126596"/>
                  </a:lnTo>
                  <a:lnTo>
                    <a:pt x="7586406" y="126596"/>
                  </a:lnTo>
                  <a:lnTo>
                    <a:pt x="7586564" y="126596"/>
                  </a:lnTo>
                  <a:lnTo>
                    <a:pt x="7586722" y="126596"/>
                  </a:lnTo>
                  <a:lnTo>
                    <a:pt x="7586880" y="126596"/>
                  </a:lnTo>
                  <a:lnTo>
                    <a:pt x="7587037" y="126596"/>
                  </a:lnTo>
                  <a:lnTo>
                    <a:pt x="7587195" y="126596"/>
                  </a:lnTo>
                  <a:lnTo>
                    <a:pt x="7587353" y="126596"/>
                  </a:lnTo>
                  <a:lnTo>
                    <a:pt x="7587510" y="126596"/>
                  </a:lnTo>
                  <a:lnTo>
                    <a:pt x="7587668" y="126596"/>
                  </a:lnTo>
                  <a:lnTo>
                    <a:pt x="7587826" y="126596"/>
                  </a:lnTo>
                  <a:lnTo>
                    <a:pt x="7587826" y="126165"/>
                  </a:lnTo>
                  <a:lnTo>
                    <a:pt x="7587984" y="126165"/>
                  </a:lnTo>
                  <a:lnTo>
                    <a:pt x="7588141" y="126165"/>
                  </a:lnTo>
                  <a:lnTo>
                    <a:pt x="7588299" y="126165"/>
                  </a:lnTo>
                  <a:lnTo>
                    <a:pt x="7588457" y="126165"/>
                  </a:lnTo>
                  <a:lnTo>
                    <a:pt x="7588614" y="126165"/>
                  </a:lnTo>
                  <a:lnTo>
                    <a:pt x="7588772" y="126165"/>
                  </a:lnTo>
                  <a:lnTo>
                    <a:pt x="7588930" y="126165"/>
                  </a:lnTo>
                  <a:lnTo>
                    <a:pt x="7589088" y="126165"/>
                  </a:lnTo>
                  <a:lnTo>
                    <a:pt x="7589245" y="126165"/>
                  </a:lnTo>
                  <a:lnTo>
                    <a:pt x="7589403" y="126165"/>
                  </a:lnTo>
                  <a:lnTo>
                    <a:pt x="7589561" y="126165"/>
                  </a:lnTo>
                  <a:lnTo>
                    <a:pt x="7589718" y="126165"/>
                  </a:lnTo>
                  <a:lnTo>
                    <a:pt x="7589876" y="126165"/>
                  </a:lnTo>
                  <a:lnTo>
                    <a:pt x="7590034" y="126165"/>
                  </a:lnTo>
                  <a:lnTo>
                    <a:pt x="7590192" y="126165"/>
                  </a:lnTo>
                  <a:lnTo>
                    <a:pt x="7590349" y="126165"/>
                  </a:lnTo>
                  <a:lnTo>
                    <a:pt x="7590507" y="126165"/>
                  </a:lnTo>
                  <a:lnTo>
                    <a:pt x="7590507" y="125735"/>
                  </a:lnTo>
                  <a:lnTo>
                    <a:pt x="7590665" y="125735"/>
                  </a:lnTo>
                  <a:lnTo>
                    <a:pt x="7590665" y="125304"/>
                  </a:lnTo>
                  <a:lnTo>
                    <a:pt x="7590823" y="125304"/>
                  </a:lnTo>
                  <a:lnTo>
                    <a:pt x="7590980" y="125304"/>
                  </a:lnTo>
                  <a:lnTo>
                    <a:pt x="7591138" y="125304"/>
                  </a:lnTo>
                  <a:lnTo>
                    <a:pt x="7591138" y="124874"/>
                  </a:lnTo>
                  <a:lnTo>
                    <a:pt x="7591296" y="124874"/>
                  </a:lnTo>
                  <a:lnTo>
                    <a:pt x="7591453" y="124874"/>
                  </a:lnTo>
                  <a:lnTo>
                    <a:pt x="7591611" y="124874"/>
                  </a:lnTo>
                  <a:lnTo>
                    <a:pt x="7591769" y="124874"/>
                  </a:lnTo>
                  <a:lnTo>
                    <a:pt x="7591927" y="124874"/>
                  </a:lnTo>
                  <a:lnTo>
                    <a:pt x="7592084" y="124874"/>
                  </a:lnTo>
                  <a:lnTo>
                    <a:pt x="7592242" y="124874"/>
                  </a:lnTo>
                  <a:lnTo>
                    <a:pt x="7592400" y="124874"/>
                  </a:lnTo>
                  <a:lnTo>
                    <a:pt x="7592557" y="124874"/>
                  </a:lnTo>
                  <a:lnTo>
                    <a:pt x="7592715" y="124874"/>
                  </a:lnTo>
                  <a:lnTo>
                    <a:pt x="7592873" y="124874"/>
                  </a:lnTo>
                  <a:lnTo>
                    <a:pt x="7593031" y="124874"/>
                  </a:lnTo>
                  <a:lnTo>
                    <a:pt x="7593188" y="124874"/>
                  </a:lnTo>
                  <a:lnTo>
                    <a:pt x="7593346" y="124874"/>
                  </a:lnTo>
                  <a:lnTo>
                    <a:pt x="7593504" y="124874"/>
                  </a:lnTo>
                  <a:lnTo>
                    <a:pt x="7593661" y="124874"/>
                  </a:lnTo>
                  <a:lnTo>
                    <a:pt x="7593819" y="124874"/>
                  </a:lnTo>
                  <a:lnTo>
                    <a:pt x="7593977" y="124874"/>
                  </a:lnTo>
                  <a:lnTo>
                    <a:pt x="7594135" y="124874"/>
                  </a:lnTo>
                  <a:lnTo>
                    <a:pt x="7594292" y="124874"/>
                  </a:lnTo>
                  <a:lnTo>
                    <a:pt x="7594450" y="124874"/>
                  </a:lnTo>
                  <a:lnTo>
                    <a:pt x="7594608" y="124874"/>
                  </a:lnTo>
                  <a:lnTo>
                    <a:pt x="7594765" y="124874"/>
                  </a:lnTo>
                  <a:lnTo>
                    <a:pt x="7594923" y="124874"/>
                  </a:lnTo>
                  <a:lnTo>
                    <a:pt x="7595081" y="124874"/>
                  </a:lnTo>
                  <a:lnTo>
                    <a:pt x="7595239" y="124874"/>
                  </a:lnTo>
                  <a:lnTo>
                    <a:pt x="7595396" y="124874"/>
                  </a:lnTo>
                  <a:lnTo>
                    <a:pt x="7595554" y="124874"/>
                  </a:lnTo>
                  <a:lnTo>
                    <a:pt x="7595712" y="124874"/>
                  </a:lnTo>
                  <a:lnTo>
                    <a:pt x="7595712" y="124443"/>
                  </a:lnTo>
                  <a:lnTo>
                    <a:pt x="7595869" y="124443"/>
                  </a:lnTo>
                  <a:lnTo>
                    <a:pt x="7596027" y="124443"/>
                  </a:lnTo>
                  <a:lnTo>
                    <a:pt x="7596185" y="124443"/>
                  </a:lnTo>
                  <a:lnTo>
                    <a:pt x="7596343" y="124443"/>
                  </a:lnTo>
                  <a:lnTo>
                    <a:pt x="7596500" y="124443"/>
                  </a:lnTo>
                  <a:lnTo>
                    <a:pt x="7596658" y="124443"/>
                  </a:lnTo>
                  <a:lnTo>
                    <a:pt x="7596816" y="124443"/>
                  </a:lnTo>
                  <a:lnTo>
                    <a:pt x="7596974" y="124443"/>
                  </a:lnTo>
                  <a:lnTo>
                    <a:pt x="7597131" y="124443"/>
                  </a:lnTo>
                  <a:lnTo>
                    <a:pt x="7597289" y="124443"/>
                  </a:lnTo>
                  <a:lnTo>
                    <a:pt x="7597447" y="124443"/>
                  </a:lnTo>
                  <a:lnTo>
                    <a:pt x="7597604" y="124443"/>
                  </a:lnTo>
                  <a:lnTo>
                    <a:pt x="7597762" y="124443"/>
                  </a:lnTo>
                  <a:lnTo>
                    <a:pt x="7597920" y="124443"/>
                  </a:lnTo>
                  <a:lnTo>
                    <a:pt x="7598078" y="124443"/>
                  </a:lnTo>
                  <a:lnTo>
                    <a:pt x="7598235" y="124443"/>
                  </a:lnTo>
                  <a:lnTo>
                    <a:pt x="7598235" y="124012"/>
                  </a:lnTo>
                  <a:lnTo>
                    <a:pt x="7598393" y="124012"/>
                  </a:lnTo>
                  <a:lnTo>
                    <a:pt x="7598551" y="124012"/>
                  </a:lnTo>
                  <a:lnTo>
                    <a:pt x="7598708" y="124012"/>
                  </a:lnTo>
                  <a:lnTo>
                    <a:pt x="7598866" y="124012"/>
                  </a:lnTo>
                  <a:lnTo>
                    <a:pt x="7599024" y="124012"/>
                  </a:lnTo>
                  <a:lnTo>
                    <a:pt x="7599182" y="124012"/>
                  </a:lnTo>
                  <a:lnTo>
                    <a:pt x="7599339" y="124012"/>
                  </a:lnTo>
                  <a:lnTo>
                    <a:pt x="7599497" y="124012"/>
                  </a:lnTo>
                  <a:lnTo>
                    <a:pt x="7599655" y="124012"/>
                  </a:lnTo>
                  <a:lnTo>
                    <a:pt x="7599812" y="124012"/>
                  </a:lnTo>
                  <a:lnTo>
                    <a:pt x="7599970" y="124012"/>
                  </a:lnTo>
                  <a:lnTo>
                    <a:pt x="7600128" y="124012"/>
                  </a:lnTo>
                  <a:lnTo>
                    <a:pt x="7600286" y="124012"/>
                  </a:lnTo>
                  <a:lnTo>
                    <a:pt x="7600286" y="123582"/>
                  </a:lnTo>
                  <a:lnTo>
                    <a:pt x="7600443" y="123582"/>
                  </a:lnTo>
                  <a:lnTo>
                    <a:pt x="7600601" y="123582"/>
                  </a:lnTo>
                  <a:lnTo>
                    <a:pt x="7600759" y="123582"/>
                  </a:lnTo>
                  <a:lnTo>
                    <a:pt x="7600759" y="123151"/>
                  </a:lnTo>
                  <a:lnTo>
                    <a:pt x="7600916" y="123151"/>
                  </a:lnTo>
                  <a:lnTo>
                    <a:pt x="7601074" y="123151"/>
                  </a:lnTo>
                  <a:lnTo>
                    <a:pt x="7601232" y="123151"/>
                  </a:lnTo>
                  <a:lnTo>
                    <a:pt x="7601390" y="123151"/>
                  </a:lnTo>
                  <a:lnTo>
                    <a:pt x="7601547" y="123151"/>
                  </a:lnTo>
                  <a:lnTo>
                    <a:pt x="7601705" y="123151"/>
                  </a:lnTo>
                  <a:lnTo>
                    <a:pt x="7601863" y="123151"/>
                  </a:lnTo>
                  <a:lnTo>
                    <a:pt x="7602021" y="123151"/>
                  </a:lnTo>
                  <a:lnTo>
                    <a:pt x="7602178" y="123151"/>
                  </a:lnTo>
                  <a:lnTo>
                    <a:pt x="7602336" y="123151"/>
                  </a:lnTo>
                  <a:lnTo>
                    <a:pt x="7602494" y="123151"/>
                  </a:lnTo>
                  <a:lnTo>
                    <a:pt x="7602651" y="123151"/>
                  </a:lnTo>
                  <a:lnTo>
                    <a:pt x="7602809" y="123151"/>
                  </a:lnTo>
                  <a:lnTo>
                    <a:pt x="7602967" y="123151"/>
                  </a:lnTo>
                  <a:lnTo>
                    <a:pt x="7603125" y="123151"/>
                  </a:lnTo>
                  <a:lnTo>
                    <a:pt x="7603282" y="123151"/>
                  </a:lnTo>
                  <a:lnTo>
                    <a:pt x="7603440" y="123151"/>
                  </a:lnTo>
                  <a:lnTo>
                    <a:pt x="7603598" y="123151"/>
                  </a:lnTo>
                  <a:lnTo>
                    <a:pt x="7603755" y="123151"/>
                  </a:lnTo>
                  <a:lnTo>
                    <a:pt x="7603913" y="123151"/>
                  </a:lnTo>
                  <a:lnTo>
                    <a:pt x="7604071" y="123151"/>
                  </a:lnTo>
                  <a:lnTo>
                    <a:pt x="7604229" y="123151"/>
                  </a:lnTo>
                  <a:lnTo>
                    <a:pt x="7604386" y="123151"/>
                  </a:lnTo>
                  <a:lnTo>
                    <a:pt x="7604544" y="123151"/>
                  </a:lnTo>
                  <a:lnTo>
                    <a:pt x="7604702" y="123151"/>
                  </a:lnTo>
                  <a:lnTo>
                    <a:pt x="7604859" y="123151"/>
                  </a:lnTo>
                  <a:lnTo>
                    <a:pt x="7605017" y="123151"/>
                  </a:lnTo>
                  <a:lnTo>
                    <a:pt x="7605175" y="123151"/>
                  </a:lnTo>
                  <a:lnTo>
                    <a:pt x="7605333" y="123151"/>
                  </a:lnTo>
                  <a:lnTo>
                    <a:pt x="7605333" y="122721"/>
                  </a:lnTo>
                  <a:lnTo>
                    <a:pt x="7605490" y="122721"/>
                  </a:lnTo>
                  <a:lnTo>
                    <a:pt x="7605648" y="122721"/>
                  </a:lnTo>
                  <a:lnTo>
                    <a:pt x="7605806" y="122721"/>
                  </a:lnTo>
                  <a:lnTo>
                    <a:pt x="7605963" y="122721"/>
                  </a:lnTo>
                  <a:lnTo>
                    <a:pt x="7606121" y="122721"/>
                  </a:lnTo>
                  <a:lnTo>
                    <a:pt x="7606279" y="122721"/>
                  </a:lnTo>
                  <a:lnTo>
                    <a:pt x="7606437" y="122721"/>
                  </a:lnTo>
                  <a:lnTo>
                    <a:pt x="7606594" y="122721"/>
                  </a:lnTo>
                  <a:lnTo>
                    <a:pt x="7606752" y="122721"/>
                  </a:lnTo>
                  <a:lnTo>
                    <a:pt x="7606910" y="122721"/>
                  </a:lnTo>
                  <a:lnTo>
                    <a:pt x="7607067" y="122721"/>
                  </a:lnTo>
                  <a:lnTo>
                    <a:pt x="7607225" y="122721"/>
                  </a:lnTo>
                  <a:lnTo>
                    <a:pt x="7607383" y="122721"/>
                  </a:lnTo>
                  <a:lnTo>
                    <a:pt x="7607541" y="122721"/>
                  </a:lnTo>
                  <a:lnTo>
                    <a:pt x="7607698" y="122721"/>
                  </a:lnTo>
                  <a:lnTo>
                    <a:pt x="7607856" y="122721"/>
                  </a:lnTo>
                  <a:lnTo>
                    <a:pt x="7608014" y="122721"/>
                  </a:lnTo>
                  <a:lnTo>
                    <a:pt x="7608172" y="122721"/>
                  </a:lnTo>
                  <a:lnTo>
                    <a:pt x="7608329" y="122721"/>
                  </a:lnTo>
                  <a:lnTo>
                    <a:pt x="7608487" y="122721"/>
                  </a:lnTo>
                  <a:lnTo>
                    <a:pt x="7608645" y="122721"/>
                  </a:lnTo>
                  <a:lnTo>
                    <a:pt x="7608802" y="122721"/>
                  </a:lnTo>
                  <a:lnTo>
                    <a:pt x="7608960" y="122721"/>
                  </a:lnTo>
                  <a:lnTo>
                    <a:pt x="7609118" y="122721"/>
                  </a:lnTo>
                  <a:lnTo>
                    <a:pt x="7609276" y="122721"/>
                  </a:lnTo>
                  <a:lnTo>
                    <a:pt x="7609433" y="122721"/>
                  </a:lnTo>
                  <a:lnTo>
                    <a:pt x="7609433" y="122290"/>
                  </a:lnTo>
                  <a:lnTo>
                    <a:pt x="7609591" y="122290"/>
                  </a:lnTo>
                  <a:lnTo>
                    <a:pt x="7609749" y="122290"/>
                  </a:lnTo>
                  <a:lnTo>
                    <a:pt x="7609906" y="122290"/>
                  </a:lnTo>
                  <a:lnTo>
                    <a:pt x="7610064" y="122290"/>
                  </a:lnTo>
                  <a:lnTo>
                    <a:pt x="7610222" y="122290"/>
                  </a:lnTo>
                  <a:lnTo>
                    <a:pt x="7610380" y="122290"/>
                  </a:lnTo>
                  <a:lnTo>
                    <a:pt x="7610537" y="122290"/>
                  </a:lnTo>
                  <a:lnTo>
                    <a:pt x="7610695" y="122290"/>
                  </a:lnTo>
                  <a:lnTo>
                    <a:pt x="7610853" y="122290"/>
                  </a:lnTo>
                  <a:lnTo>
                    <a:pt x="7611010" y="122290"/>
                  </a:lnTo>
                  <a:lnTo>
                    <a:pt x="7611168" y="122290"/>
                  </a:lnTo>
                  <a:lnTo>
                    <a:pt x="7611326" y="122290"/>
                  </a:lnTo>
                  <a:lnTo>
                    <a:pt x="7611484" y="122290"/>
                  </a:lnTo>
                  <a:lnTo>
                    <a:pt x="7611641" y="122290"/>
                  </a:lnTo>
                  <a:lnTo>
                    <a:pt x="7611799" y="122290"/>
                  </a:lnTo>
                  <a:lnTo>
                    <a:pt x="7611957" y="122290"/>
                  </a:lnTo>
                  <a:lnTo>
                    <a:pt x="7612114" y="122290"/>
                  </a:lnTo>
                  <a:lnTo>
                    <a:pt x="7612272" y="122290"/>
                  </a:lnTo>
                  <a:lnTo>
                    <a:pt x="7612430" y="122290"/>
                  </a:lnTo>
                  <a:lnTo>
                    <a:pt x="7612588" y="122290"/>
                  </a:lnTo>
                  <a:lnTo>
                    <a:pt x="7612745" y="122290"/>
                  </a:lnTo>
                  <a:lnTo>
                    <a:pt x="7612903" y="122290"/>
                  </a:lnTo>
                  <a:lnTo>
                    <a:pt x="7613061" y="122290"/>
                  </a:lnTo>
                  <a:lnTo>
                    <a:pt x="7613219" y="122290"/>
                  </a:lnTo>
                  <a:lnTo>
                    <a:pt x="7613376" y="122290"/>
                  </a:lnTo>
                  <a:lnTo>
                    <a:pt x="7613534" y="122290"/>
                  </a:lnTo>
                  <a:lnTo>
                    <a:pt x="7613692" y="122290"/>
                  </a:lnTo>
                  <a:lnTo>
                    <a:pt x="7613849" y="122290"/>
                  </a:lnTo>
                  <a:lnTo>
                    <a:pt x="7614007" y="122290"/>
                  </a:lnTo>
                  <a:lnTo>
                    <a:pt x="7614165" y="122290"/>
                  </a:lnTo>
                  <a:lnTo>
                    <a:pt x="7614323" y="122290"/>
                  </a:lnTo>
                  <a:lnTo>
                    <a:pt x="7614480" y="122290"/>
                  </a:lnTo>
                  <a:lnTo>
                    <a:pt x="7614638" y="122290"/>
                  </a:lnTo>
                  <a:lnTo>
                    <a:pt x="7614796" y="122290"/>
                  </a:lnTo>
                  <a:lnTo>
                    <a:pt x="7614953" y="122290"/>
                  </a:lnTo>
                  <a:lnTo>
                    <a:pt x="7615111" y="122290"/>
                  </a:lnTo>
                  <a:lnTo>
                    <a:pt x="7615269" y="122290"/>
                  </a:lnTo>
                  <a:lnTo>
                    <a:pt x="7615427" y="122290"/>
                  </a:lnTo>
                  <a:lnTo>
                    <a:pt x="7615584" y="122290"/>
                  </a:lnTo>
                  <a:lnTo>
                    <a:pt x="7615742" y="122290"/>
                  </a:lnTo>
                  <a:lnTo>
                    <a:pt x="7615900" y="122290"/>
                  </a:lnTo>
                  <a:lnTo>
                    <a:pt x="7616057" y="122290"/>
                  </a:lnTo>
                  <a:lnTo>
                    <a:pt x="7616215" y="122290"/>
                  </a:lnTo>
                  <a:lnTo>
                    <a:pt x="7616373" y="122290"/>
                  </a:lnTo>
                  <a:lnTo>
                    <a:pt x="7616531" y="122290"/>
                  </a:lnTo>
                  <a:lnTo>
                    <a:pt x="7616688" y="122290"/>
                  </a:lnTo>
                  <a:lnTo>
                    <a:pt x="7616846" y="122290"/>
                  </a:lnTo>
                  <a:lnTo>
                    <a:pt x="7617004" y="122290"/>
                  </a:lnTo>
                  <a:lnTo>
                    <a:pt x="7617161" y="122290"/>
                  </a:lnTo>
                  <a:lnTo>
                    <a:pt x="7617161" y="121859"/>
                  </a:lnTo>
                  <a:lnTo>
                    <a:pt x="7617319" y="121859"/>
                  </a:lnTo>
                  <a:lnTo>
                    <a:pt x="7617477" y="121859"/>
                  </a:lnTo>
                  <a:lnTo>
                    <a:pt x="7617635" y="121859"/>
                  </a:lnTo>
                  <a:lnTo>
                    <a:pt x="7617792" y="121859"/>
                  </a:lnTo>
                  <a:lnTo>
                    <a:pt x="7617950" y="121859"/>
                  </a:lnTo>
                  <a:lnTo>
                    <a:pt x="7618108" y="121859"/>
                  </a:lnTo>
                  <a:lnTo>
                    <a:pt x="7618265" y="121859"/>
                  </a:lnTo>
                  <a:lnTo>
                    <a:pt x="7618423" y="121859"/>
                  </a:lnTo>
                  <a:lnTo>
                    <a:pt x="7618581" y="121859"/>
                  </a:lnTo>
                  <a:lnTo>
                    <a:pt x="7618739" y="121859"/>
                  </a:lnTo>
                  <a:lnTo>
                    <a:pt x="7618896" y="121859"/>
                  </a:lnTo>
                  <a:lnTo>
                    <a:pt x="7619054" y="121859"/>
                  </a:lnTo>
                  <a:lnTo>
                    <a:pt x="7619212" y="121859"/>
                  </a:lnTo>
                  <a:lnTo>
                    <a:pt x="7619370" y="121859"/>
                  </a:lnTo>
                  <a:lnTo>
                    <a:pt x="7619370" y="121429"/>
                  </a:lnTo>
                  <a:lnTo>
                    <a:pt x="7619527" y="121429"/>
                  </a:lnTo>
                  <a:lnTo>
                    <a:pt x="7619685" y="121429"/>
                  </a:lnTo>
                  <a:lnTo>
                    <a:pt x="7619843" y="121429"/>
                  </a:lnTo>
                  <a:lnTo>
                    <a:pt x="7620000" y="121429"/>
                  </a:lnTo>
                  <a:lnTo>
                    <a:pt x="7620158" y="121429"/>
                  </a:lnTo>
                  <a:lnTo>
                    <a:pt x="7620316" y="121429"/>
                  </a:lnTo>
                  <a:lnTo>
                    <a:pt x="7620474" y="121429"/>
                  </a:lnTo>
                  <a:lnTo>
                    <a:pt x="7620631" y="121429"/>
                  </a:lnTo>
                  <a:lnTo>
                    <a:pt x="7620789" y="121429"/>
                  </a:lnTo>
                  <a:lnTo>
                    <a:pt x="7620947" y="121429"/>
                  </a:lnTo>
                  <a:lnTo>
                    <a:pt x="7621104" y="121429"/>
                  </a:lnTo>
                  <a:lnTo>
                    <a:pt x="7621262" y="121429"/>
                  </a:lnTo>
                  <a:lnTo>
                    <a:pt x="7621420" y="121429"/>
                  </a:lnTo>
                  <a:lnTo>
                    <a:pt x="7621578" y="121429"/>
                  </a:lnTo>
                  <a:lnTo>
                    <a:pt x="7621735" y="121429"/>
                  </a:lnTo>
                  <a:lnTo>
                    <a:pt x="7621735" y="120998"/>
                  </a:lnTo>
                  <a:lnTo>
                    <a:pt x="7621893" y="120998"/>
                  </a:lnTo>
                  <a:lnTo>
                    <a:pt x="7622051" y="120998"/>
                  </a:lnTo>
                  <a:lnTo>
                    <a:pt x="7622208" y="120998"/>
                  </a:lnTo>
                  <a:lnTo>
                    <a:pt x="7622366" y="120998"/>
                  </a:lnTo>
                  <a:lnTo>
                    <a:pt x="7622524" y="120998"/>
                  </a:lnTo>
                  <a:lnTo>
                    <a:pt x="7622682" y="120998"/>
                  </a:lnTo>
                  <a:lnTo>
                    <a:pt x="7622839" y="120998"/>
                  </a:lnTo>
                  <a:lnTo>
                    <a:pt x="7622997" y="120998"/>
                  </a:lnTo>
                  <a:lnTo>
                    <a:pt x="7623155" y="120998"/>
                  </a:lnTo>
                  <a:lnTo>
                    <a:pt x="7623312" y="120998"/>
                  </a:lnTo>
                  <a:lnTo>
                    <a:pt x="7623470" y="120998"/>
                  </a:lnTo>
                  <a:lnTo>
                    <a:pt x="7623628" y="120998"/>
                  </a:lnTo>
                  <a:lnTo>
                    <a:pt x="7623786" y="120998"/>
                  </a:lnTo>
                  <a:lnTo>
                    <a:pt x="7623943" y="120998"/>
                  </a:lnTo>
                  <a:lnTo>
                    <a:pt x="7624101" y="120998"/>
                  </a:lnTo>
                  <a:lnTo>
                    <a:pt x="7624259" y="120998"/>
                  </a:lnTo>
                  <a:lnTo>
                    <a:pt x="7624417" y="120998"/>
                  </a:lnTo>
                  <a:lnTo>
                    <a:pt x="7624574" y="120998"/>
                  </a:lnTo>
                  <a:lnTo>
                    <a:pt x="7624732" y="120998"/>
                  </a:lnTo>
                  <a:lnTo>
                    <a:pt x="7624890" y="120998"/>
                  </a:lnTo>
                  <a:lnTo>
                    <a:pt x="7625047" y="120998"/>
                  </a:lnTo>
                  <a:lnTo>
                    <a:pt x="7625205" y="120998"/>
                  </a:lnTo>
                  <a:lnTo>
                    <a:pt x="7625363" y="120998"/>
                  </a:lnTo>
                  <a:lnTo>
                    <a:pt x="7625521" y="120998"/>
                  </a:lnTo>
                  <a:lnTo>
                    <a:pt x="7625678" y="120998"/>
                  </a:lnTo>
                  <a:lnTo>
                    <a:pt x="7625836" y="120998"/>
                  </a:lnTo>
                  <a:lnTo>
                    <a:pt x="7625836" y="120568"/>
                  </a:lnTo>
                  <a:lnTo>
                    <a:pt x="7625994" y="120568"/>
                  </a:lnTo>
                  <a:lnTo>
                    <a:pt x="7626151" y="120568"/>
                  </a:lnTo>
                  <a:lnTo>
                    <a:pt x="7626309" y="120568"/>
                  </a:lnTo>
                  <a:lnTo>
                    <a:pt x="7626467" y="120568"/>
                  </a:lnTo>
                  <a:lnTo>
                    <a:pt x="7626467" y="120137"/>
                  </a:lnTo>
                  <a:lnTo>
                    <a:pt x="7626625" y="120137"/>
                  </a:lnTo>
                  <a:lnTo>
                    <a:pt x="7626625" y="119706"/>
                  </a:lnTo>
                  <a:lnTo>
                    <a:pt x="7626782" y="119706"/>
                  </a:lnTo>
                  <a:lnTo>
                    <a:pt x="7626940" y="119706"/>
                  </a:lnTo>
                  <a:lnTo>
                    <a:pt x="7627098" y="119706"/>
                  </a:lnTo>
                  <a:lnTo>
                    <a:pt x="7627255" y="119706"/>
                  </a:lnTo>
                  <a:lnTo>
                    <a:pt x="7627413" y="119706"/>
                  </a:lnTo>
                  <a:lnTo>
                    <a:pt x="7627571" y="119706"/>
                  </a:lnTo>
                  <a:lnTo>
                    <a:pt x="7627729" y="119706"/>
                  </a:lnTo>
                  <a:lnTo>
                    <a:pt x="7627886" y="119706"/>
                  </a:lnTo>
                  <a:lnTo>
                    <a:pt x="7628044" y="119706"/>
                  </a:lnTo>
                  <a:lnTo>
                    <a:pt x="7628202" y="119706"/>
                  </a:lnTo>
                  <a:lnTo>
                    <a:pt x="7628202" y="119276"/>
                  </a:lnTo>
                  <a:lnTo>
                    <a:pt x="7628359" y="119276"/>
                  </a:lnTo>
                  <a:lnTo>
                    <a:pt x="7628517" y="119276"/>
                  </a:lnTo>
                  <a:lnTo>
                    <a:pt x="7628675" y="119276"/>
                  </a:lnTo>
                  <a:lnTo>
                    <a:pt x="7628833" y="119276"/>
                  </a:lnTo>
                  <a:lnTo>
                    <a:pt x="7628990" y="119276"/>
                  </a:lnTo>
                  <a:lnTo>
                    <a:pt x="7629148" y="119276"/>
                  </a:lnTo>
                  <a:lnTo>
                    <a:pt x="7629306" y="119276"/>
                  </a:lnTo>
                  <a:lnTo>
                    <a:pt x="7629463" y="119276"/>
                  </a:lnTo>
                  <a:lnTo>
                    <a:pt x="7629621" y="119276"/>
                  </a:lnTo>
                  <a:lnTo>
                    <a:pt x="7629779" y="119276"/>
                  </a:lnTo>
                  <a:lnTo>
                    <a:pt x="7629779" y="118845"/>
                  </a:lnTo>
                  <a:lnTo>
                    <a:pt x="7629937" y="118845"/>
                  </a:lnTo>
                  <a:lnTo>
                    <a:pt x="7630094" y="118845"/>
                  </a:lnTo>
                  <a:lnTo>
                    <a:pt x="7630252" y="118845"/>
                  </a:lnTo>
                  <a:lnTo>
                    <a:pt x="7630410" y="118845"/>
                  </a:lnTo>
                  <a:lnTo>
                    <a:pt x="7630568" y="118845"/>
                  </a:lnTo>
                  <a:lnTo>
                    <a:pt x="7630725" y="118845"/>
                  </a:lnTo>
                  <a:lnTo>
                    <a:pt x="7630883" y="118845"/>
                  </a:lnTo>
                  <a:lnTo>
                    <a:pt x="7631041" y="118845"/>
                  </a:lnTo>
                  <a:lnTo>
                    <a:pt x="7631198" y="118845"/>
                  </a:lnTo>
                  <a:lnTo>
                    <a:pt x="7631356" y="118845"/>
                  </a:lnTo>
                  <a:lnTo>
                    <a:pt x="7631514" y="118845"/>
                  </a:lnTo>
                  <a:lnTo>
                    <a:pt x="7631672" y="118845"/>
                  </a:lnTo>
                  <a:lnTo>
                    <a:pt x="7631672" y="118415"/>
                  </a:lnTo>
                  <a:lnTo>
                    <a:pt x="7631829" y="118415"/>
                  </a:lnTo>
                  <a:lnTo>
                    <a:pt x="7631987" y="118415"/>
                  </a:lnTo>
                  <a:lnTo>
                    <a:pt x="7632145" y="118415"/>
                  </a:lnTo>
                  <a:lnTo>
                    <a:pt x="7632302" y="118415"/>
                  </a:lnTo>
                  <a:lnTo>
                    <a:pt x="7632460" y="118415"/>
                  </a:lnTo>
                  <a:lnTo>
                    <a:pt x="7632618" y="118415"/>
                  </a:lnTo>
                  <a:lnTo>
                    <a:pt x="7632776" y="118415"/>
                  </a:lnTo>
                  <a:lnTo>
                    <a:pt x="7632776" y="117984"/>
                  </a:lnTo>
                  <a:lnTo>
                    <a:pt x="7632933" y="117984"/>
                  </a:lnTo>
                  <a:lnTo>
                    <a:pt x="7633091" y="117984"/>
                  </a:lnTo>
                  <a:lnTo>
                    <a:pt x="7633249" y="117984"/>
                  </a:lnTo>
                  <a:lnTo>
                    <a:pt x="7633406" y="117984"/>
                  </a:lnTo>
                  <a:lnTo>
                    <a:pt x="7633564" y="117984"/>
                  </a:lnTo>
                  <a:lnTo>
                    <a:pt x="7633722" y="117984"/>
                  </a:lnTo>
                  <a:lnTo>
                    <a:pt x="7633880" y="117984"/>
                  </a:lnTo>
                  <a:lnTo>
                    <a:pt x="7634037" y="117984"/>
                  </a:lnTo>
                  <a:lnTo>
                    <a:pt x="7634195" y="117984"/>
                  </a:lnTo>
                  <a:lnTo>
                    <a:pt x="7634353" y="117984"/>
                  </a:lnTo>
                  <a:lnTo>
                    <a:pt x="7634510" y="117984"/>
                  </a:lnTo>
                  <a:lnTo>
                    <a:pt x="7634668" y="117984"/>
                  </a:lnTo>
                  <a:lnTo>
                    <a:pt x="7634826" y="117984"/>
                  </a:lnTo>
                  <a:lnTo>
                    <a:pt x="7634984" y="117984"/>
                  </a:lnTo>
                  <a:lnTo>
                    <a:pt x="7635141" y="117984"/>
                  </a:lnTo>
                  <a:lnTo>
                    <a:pt x="7635299" y="117984"/>
                  </a:lnTo>
                  <a:lnTo>
                    <a:pt x="7635457" y="117984"/>
                  </a:lnTo>
                  <a:lnTo>
                    <a:pt x="7635615" y="117984"/>
                  </a:lnTo>
                  <a:lnTo>
                    <a:pt x="7635772" y="117984"/>
                  </a:lnTo>
                  <a:lnTo>
                    <a:pt x="7635930" y="117984"/>
                  </a:lnTo>
                  <a:lnTo>
                    <a:pt x="7636088" y="117984"/>
                  </a:lnTo>
                  <a:lnTo>
                    <a:pt x="7636245" y="117984"/>
                  </a:lnTo>
                  <a:lnTo>
                    <a:pt x="7636403" y="117984"/>
                  </a:lnTo>
                  <a:lnTo>
                    <a:pt x="7636561" y="117984"/>
                  </a:lnTo>
                  <a:lnTo>
                    <a:pt x="7636561" y="117553"/>
                  </a:lnTo>
                  <a:lnTo>
                    <a:pt x="7636719" y="117553"/>
                  </a:lnTo>
                  <a:lnTo>
                    <a:pt x="7636876" y="117553"/>
                  </a:lnTo>
                  <a:lnTo>
                    <a:pt x="7637034" y="117553"/>
                  </a:lnTo>
                  <a:lnTo>
                    <a:pt x="7637192" y="117553"/>
                  </a:lnTo>
                  <a:lnTo>
                    <a:pt x="7637349" y="117553"/>
                  </a:lnTo>
                  <a:lnTo>
                    <a:pt x="7637507" y="117553"/>
                  </a:lnTo>
                  <a:lnTo>
                    <a:pt x="7637665" y="117553"/>
                  </a:lnTo>
                  <a:lnTo>
                    <a:pt x="7637823" y="117553"/>
                  </a:lnTo>
                  <a:lnTo>
                    <a:pt x="7637823" y="117123"/>
                  </a:lnTo>
                  <a:lnTo>
                    <a:pt x="7637980" y="117123"/>
                  </a:lnTo>
                  <a:lnTo>
                    <a:pt x="7638138" y="117123"/>
                  </a:lnTo>
                  <a:lnTo>
                    <a:pt x="7638296" y="117123"/>
                  </a:lnTo>
                  <a:lnTo>
                    <a:pt x="7638453" y="117123"/>
                  </a:lnTo>
                  <a:lnTo>
                    <a:pt x="7638611" y="117123"/>
                  </a:lnTo>
                  <a:lnTo>
                    <a:pt x="7638769" y="117123"/>
                  </a:lnTo>
                  <a:lnTo>
                    <a:pt x="7638927" y="117123"/>
                  </a:lnTo>
                  <a:lnTo>
                    <a:pt x="7639084" y="117123"/>
                  </a:lnTo>
                  <a:lnTo>
                    <a:pt x="7639242" y="117123"/>
                  </a:lnTo>
                  <a:lnTo>
                    <a:pt x="7639400" y="117123"/>
                  </a:lnTo>
                  <a:lnTo>
                    <a:pt x="7639400" y="116692"/>
                  </a:lnTo>
                  <a:lnTo>
                    <a:pt x="7639557" y="116692"/>
                  </a:lnTo>
                  <a:lnTo>
                    <a:pt x="7639715" y="116692"/>
                  </a:lnTo>
                  <a:lnTo>
                    <a:pt x="7639873" y="116692"/>
                  </a:lnTo>
                  <a:lnTo>
                    <a:pt x="7640031" y="116692"/>
                  </a:lnTo>
                  <a:lnTo>
                    <a:pt x="7640188" y="116692"/>
                  </a:lnTo>
                  <a:lnTo>
                    <a:pt x="7640346" y="116692"/>
                  </a:lnTo>
                  <a:lnTo>
                    <a:pt x="7640504" y="116692"/>
                  </a:lnTo>
                  <a:lnTo>
                    <a:pt x="7640661" y="116692"/>
                  </a:lnTo>
                  <a:lnTo>
                    <a:pt x="7640819" y="116692"/>
                  </a:lnTo>
                  <a:lnTo>
                    <a:pt x="7640977" y="116692"/>
                  </a:lnTo>
                  <a:lnTo>
                    <a:pt x="7641135" y="116692"/>
                  </a:lnTo>
                  <a:lnTo>
                    <a:pt x="7641292" y="116692"/>
                  </a:lnTo>
                  <a:lnTo>
                    <a:pt x="7641450" y="116692"/>
                  </a:lnTo>
                  <a:lnTo>
                    <a:pt x="7641608" y="116692"/>
                  </a:lnTo>
                  <a:lnTo>
                    <a:pt x="7641766" y="116692"/>
                  </a:lnTo>
                  <a:lnTo>
                    <a:pt x="7641766" y="116262"/>
                  </a:lnTo>
                  <a:lnTo>
                    <a:pt x="7641923" y="116262"/>
                  </a:lnTo>
                  <a:lnTo>
                    <a:pt x="7642081" y="116262"/>
                  </a:lnTo>
                  <a:lnTo>
                    <a:pt x="7642239" y="116262"/>
                  </a:lnTo>
                  <a:lnTo>
                    <a:pt x="7642396" y="116262"/>
                  </a:lnTo>
                  <a:lnTo>
                    <a:pt x="7642554" y="116262"/>
                  </a:lnTo>
                  <a:lnTo>
                    <a:pt x="7642712" y="116262"/>
                  </a:lnTo>
                  <a:lnTo>
                    <a:pt x="7642870" y="116262"/>
                  </a:lnTo>
                  <a:lnTo>
                    <a:pt x="7643027" y="116262"/>
                  </a:lnTo>
                  <a:lnTo>
                    <a:pt x="7643185" y="116262"/>
                  </a:lnTo>
                  <a:lnTo>
                    <a:pt x="7643343" y="116262"/>
                  </a:lnTo>
                  <a:lnTo>
                    <a:pt x="7643500" y="116262"/>
                  </a:lnTo>
                  <a:lnTo>
                    <a:pt x="7643658" y="116262"/>
                  </a:lnTo>
                  <a:lnTo>
                    <a:pt x="7643816" y="116262"/>
                  </a:lnTo>
                  <a:lnTo>
                    <a:pt x="7643974" y="116262"/>
                  </a:lnTo>
                  <a:lnTo>
                    <a:pt x="7644131" y="116262"/>
                  </a:lnTo>
                  <a:lnTo>
                    <a:pt x="7644289" y="116262"/>
                  </a:lnTo>
                  <a:lnTo>
                    <a:pt x="7644447" y="116262"/>
                  </a:lnTo>
                  <a:lnTo>
                    <a:pt x="7644604" y="116262"/>
                  </a:lnTo>
                  <a:lnTo>
                    <a:pt x="7644762" y="116262"/>
                  </a:lnTo>
                  <a:lnTo>
                    <a:pt x="7644920" y="116262"/>
                  </a:lnTo>
                  <a:lnTo>
                    <a:pt x="7645078" y="116262"/>
                  </a:lnTo>
                  <a:lnTo>
                    <a:pt x="7645235" y="116262"/>
                  </a:lnTo>
                  <a:lnTo>
                    <a:pt x="7645393" y="116262"/>
                  </a:lnTo>
                  <a:lnTo>
                    <a:pt x="7645551" y="116262"/>
                  </a:lnTo>
                  <a:lnTo>
                    <a:pt x="7645708" y="116262"/>
                  </a:lnTo>
                  <a:lnTo>
                    <a:pt x="7645866" y="116262"/>
                  </a:lnTo>
                  <a:lnTo>
                    <a:pt x="7646024" y="116262"/>
                  </a:lnTo>
                  <a:lnTo>
                    <a:pt x="7646182" y="116262"/>
                  </a:lnTo>
                  <a:lnTo>
                    <a:pt x="7646339" y="116262"/>
                  </a:lnTo>
                  <a:lnTo>
                    <a:pt x="7646497" y="116262"/>
                  </a:lnTo>
                  <a:lnTo>
                    <a:pt x="7646655" y="116262"/>
                  </a:lnTo>
                  <a:lnTo>
                    <a:pt x="7646813" y="116262"/>
                  </a:lnTo>
                  <a:lnTo>
                    <a:pt x="7646970" y="116262"/>
                  </a:lnTo>
                  <a:lnTo>
                    <a:pt x="7647128" y="116262"/>
                  </a:lnTo>
                  <a:lnTo>
                    <a:pt x="7647286" y="116262"/>
                  </a:lnTo>
                  <a:lnTo>
                    <a:pt x="7647443" y="116262"/>
                  </a:lnTo>
                  <a:lnTo>
                    <a:pt x="7647601" y="116262"/>
                  </a:lnTo>
                  <a:lnTo>
                    <a:pt x="7647759" y="116262"/>
                  </a:lnTo>
                  <a:lnTo>
                    <a:pt x="7647917" y="116262"/>
                  </a:lnTo>
                  <a:lnTo>
                    <a:pt x="7648074" y="116262"/>
                  </a:lnTo>
                  <a:lnTo>
                    <a:pt x="7648074" y="115831"/>
                  </a:lnTo>
                  <a:lnTo>
                    <a:pt x="7648232" y="115831"/>
                  </a:lnTo>
                  <a:lnTo>
                    <a:pt x="7648390" y="115831"/>
                  </a:lnTo>
                  <a:lnTo>
                    <a:pt x="7648547" y="115831"/>
                  </a:lnTo>
                  <a:lnTo>
                    <a:pt x="7648705" y="115831"/>
                  </a:lnTo>
                  <a:lnTo>
                    <a:pt x="7648863" y="115831"/>
                  </a:lnTo>
                  <a:lnTo>
                    <a:pt x="7649021" y="115831"/>
                  </a:lnTo>
                  <a:lnTo>
                    <a:pt x="7649178" y="115831"/>
                  </a:lnTo>
                  <a:lnTo>
                    <a:pt x="7649178" y="115400"/>
                  </a:lnTo>
                  <a:lnTo>
                    <a:pt x="7649336" y="115400"/>
                  </a:lnTo>
                  <a:lnTo>
                    <a:pt x="7649336" y="114970"/>
                  </a:lnTo>
                  <a:lnTo>
                    <a:pt x="7649494" y="114970"/>
                  </a:lnTo>
                  <a:lnTo>
                    <a:pt x="7649651" y="114970"/>
                  </a:lnTo>
                  <a:lnTo>
                    <a:pt x="7649809" y="114970"/>
                  </a:lnTo>
                  <a:lnTo>
                    <a:pt x="7649967" y="114970"/>
                  </a:lnTo>
                  <a:lnTo>
                    <a:pt x="7650125" y="114970"/>
                  </a:lnTo>
                  <a:lnTo>
                    <a:pt x="7650282" y="114970"/>
                  </a:lnTo>
                  <a:lnTo>
                    <a:pt x="7650440" y="114970"/>
                  </a:lnTo>
                  <a:lnTo>
                    <a:pt x="7650598" y="114970"/>
                  </a:lnTo>
                  <a:lnTo>
                    <a:pt x="7650598" y="114539"/>
                  </a:lnTo>
                  <a:lnTo>
                    <a:pt x="7650755" y="114539"/>
                  </a:lnTo>
                  <a:lnTo>
                    <a:pt x="7650913" y="114539"/>
                  </a:lnTo>
                  <a:lnTo>
                    <a:pt x="7651071" y="114539"/>
                  </a:lnTo>
                  <a:lnTo>
                    <a:pt x="7651229" y="114539"/>
                  </a:lnTo>
                  <a:lnTo>
                    <a:pt x="7651386" y="114539"/>
                  </a:lnTo>
                  <a:lnTo>
                    <a:pt x="7651544" y="114539"/>
                  </a:lnTo>
                  <a:lnTo>
                    <a:pt x="7651702" y="114539"/>
                  </a:lnTo>
                  <a:lnTo>
                    <a:pt x="7651859" y="114539"/>
                  </a:lnTo>
                  <a:lnTo>
                    <a:pt x="7652017" y="114539"/>
                  </a:lnTo>
                  <a:lnTo>
                    <a:pt x="7652175" y="114539"/>
                  </a:lnTo>
                  <a:lnTo>
                    <a:pt x="7652333" y="114539"/>
                  </a:lnTo>
                  <a:lnTo>
                    <a:pt x="7652490" y="114539"/>
                  </a:lnTo>
                  <a:lnTo>
                    <a:pt x="7652648" y="114539"/>
                  </a:lnTo>
                  <a:lnTo>
                    <a:pt x="7652806" y="114539"/>
                  </a:lnTo>
                  <a:lnTo>
                    <a:pt x="7652964" y="114539"/>
                  </a:lnTo>
                  <a:lnTo>
                    <a:pt x="7653121" y="114539"/>
                  </a:lnTo>
                  <a:lnTo>
                    <a:pt x="7653279" y="114539"/>
                  </a:lnTo>
                  <a:lnTo>
                    <a:pt x="7653437" y="114539"/>
                  </a:lnTo>
                  <a:lnTo>
                    <a:pt x="7653437" y="114109"/>
                  </a:lnTo>
                  <a:lnTo>
                    <a:pt x="7653594" y="114109"/>
                  </a:lnTo>
                  <a:lnTo>
                    <a:pt x="7653752" y="114109"/>
                  </a:lnTo>
                  <a:lnTo>
                    <a:pt x="7653910" y="114109"/>
                  </a:lnTo>
                  <a:lnTo>
                    <a:pt x="7654068" y="114109"/>
                  </a:lnTo>
                  <a:lnTo>
                    <a:pt x="7654225" y="114109"/>
                  </a:lnTo>
                  <a:lnTo>
                    <a:pt x="7654383" y="114109"/>
                  </a:lnTo>
                  <a:lnTo>
                    <a:pt x="7654541" y="114109"/>
                  </a:lnTo>
                  <a:lnTo>
                    <a:pt x="7654698" y="114109"/>
                  </a:lnTo>
                  <a:lnTo>
                    <a:pt x="7654856" y="114109"/>
                  </a:lnTo>
                  <a:lnTo>
                    <a:pt x="7655014" y="114109"/>
                  </a:lnTo>
                  <a:lnTo>
                    <a:pt x="7655172" y="114109"/>
                  </a:lnTo>
                  <a:lnTo>
                    <a:pt x="7655329" y="114109"/>
                  </a:lnTo>
                  <a:lnTo>
                    <a:pt x="7655487" y="114109"/>
                  </a:lnTo>
                  <a:lnTo>
                    <a:pt x="7655487" y="113678"/>
                  </a:lnTo>
                  <a:lnTo>
                    <a:pt x="7655645" y="113678"/>
                  </a:lnTo>
                  <a:lnTo>
                    <a:pt x="7655802" y="113678"/>
                  </a:lnTo>
                  <a:lnTo>
                    <a:pt x="7655960" y="113678"/>
                  </a:lnTo>
                  <a:lnTo>
                    <a:pt x="7656118" y="113678"/>
                  </a:lnTo>
                  <a:lnTo>
                    <a:pt x="7656276" y="113678"/>
                  </a:lnTo>
                  <a:lnTo>
                    <a:pt x="7656433" y="113678"/>
                  </a:lnTo>
                  <a:lnTo>
                    <a:pt x="7656591" y="113678"/>
                  </a:lnTo>
                  <a:lnTo>
                    <a:pt x="7656749" y="113678"/>
                  </a:lnTo>
                  <a:lnTo>
                    <a:pt x="7656906" y="113678"/>
                  </a:lnTo>
                  <a:lnTo>
                    <a:pt x="7657064" y="113678"/>
                  </a:lnTo>
                  <a:lnTo>
                    <a:pt x="7657222" y="113678"/>
                  </a:lnTo>
                  <a:lnTo>
                    <a:pt x="7657380" y="113678"/>
                  </a:lnTo>
                  <a:lnTo>
                    <a:pt x="7657537" y="113678"/>
                  </a:lnTo>
                  <a:lnTo>
                    <a:pt x="7657695" y="113678"/>
                  </a:lnTo>
                  <a:lnTo>
                    <a:pt x="7657853" y="113678"/>
                  </a:lnTo>
                  <a:lnTo>
                    <a:pt x="7658011" y="113678"/>
                  </a:lnTo>
                  <a:lnTo>
                    <a:pt x="7658168" y="113678"/>
                  </a:lnTo>
                  <a:lnTo>
                    <a:pt x="7658326" y="113678"/>
                  </a:lnTo>
                  <a:lnTo>
                    <a:pt x="7658484" y="113678"/>
                  </a:lnTo>
                  <a:lnTo>
                    <a:pt x="7658641" y="113678"/>
                  </a:lnTo>
                  <a:lnTo>
                    <a:pt x="7658641" y="113247"/>
                  </a:lnTo>
                  <a:lnTo>
                    <a:pt x="7658799" y="113247"/>
                  </a:lnTo>
                  <a:lnTo>
                    <a:pt x="7658957" y="113247"/>
                  </a:lnTo>
                  <a:lnTo>
                    <a:pt x="7659115" y="113247"/>
                  </a:lnTo>
                  <a:lnTo>
                    <a:pt x="7659272" y="113247"/>
                  </a:lnTo>
                  <a:lnTo>
                    <a:pt x="7659430" y="113247"/>
                  </a:lnTo>
                  <a:lnTo>
                    <a:pt x="7659588" y="113247"/>
                  </a:lnTo>
                  <a:lnTo>
                    <a:pt x="7659745" y="113247"/>
                  </a:lnTo>
                  <a:lnTo>
                    <a:pt x="7659903" y="113247"/>
                  </a:lnTo>
                  <a:lnTo>
                    <a:pt x="7660061" y="113247"/>
                  </a:lnTo>
                  <a:lnTo>
                    <a:pt x="7660219" y="113247"/>
                  </a:lnTo>
                  <a:lnTo>
                    <a:pt x="7660376" y="113247"/>
                  </a:lnTo>
                  <a:lnTo>
                    <a:pt x="7660534" y="113247"/>
                  </a:lnTo>
                  <a:lnTo>
                    <a:pt x="7660692" y="113247"/>
                  </a:lnTo>
                  <a:lnTo>
                    <a:pt x="7660849" y="113247"/>
                  </a:lnTo>
                  <a:lnTo>
                    <a:pt x="7661007" y="113247"/>
                  </a:lnTo>
                  <a:lnTo>
                    <a:pt x="7661165" y="113247"/>
                  </a:lnTo>
                  <a:lnTo>
                    <a:pt x="7661323" y="113247"/>
                  </a:lnTo>
                  <a:lnTo>
                    <a:pt x="7661480" y="113247"/>
                  </a:lnTo>
                  <a:lnTo>
                    <a:pt x="7661638" y="113247"/>
                  </a:lnTo>
                  <a:lnTo>
                    <a:pt x="7661796" y="113247"/>
                  </a:lnTo>
                  <a:lnTo>
                    <a:pt x="7661953" y="113247"/>
                  </a:lnTo>
                  <a:lnTo>
                    <a:pt x="7662111" y="113247"/>
                  </a:lnTo>
                  <a:lnTo>
                    <a:pt x="7662269" y="113247"/>
                  </a:lnTo>
                  <a:lnTo>
                    <a:pt x="7662427" y="113247"/>
                  </a:lnTo>
                  <a:lnTo>
                    <a:pt x="7662584" y="113247"/>
                  </a:lnTo>
                  <a:lnTo>
                    <a:pt x="7662742" y="113247"/>
                  </a:lnTo>
                  <a:lnTo>
                    <a:pt x="7662900" y="113247"/>
                  </a:lnTo>
                  <a:lnTo>
                    <a:pt x="7662900" y="112817"/>
                  </a:lnTo>
                  <a:lnTo>
                    <a:pt x="7663057" y="112817"/>
                  </a:lnTo>
                  <a:lnTo>
                    <a:pt x="7663215" y="112817"/>
                  </a:lnTo>
                  <a:lnTo>
                    <a:pt x="7663373" y="112817"/>
                  </a:lnTo>
                  <a:lnTo>
                    <a:pt x="7663531" y="112817"/>
                  </a:lnTo>
                  <a:lnTo>
                    <a:pt x="7663688" y="112817"/>
                  </a:lnTo>
                  <a:lnTo>
                    <a:pt x="7663846" y="112817"/>
                  </a:lnTo>
                  <a:lnTo>
                    <a:pt x="7664004" y="112817"/>
                  </a:lnTo>
                  <a:lnTo>
                    <a:pt x="7664162" y="112817"/>
                  </a:lnTo>
                  <a:lnTo>
                    <a:pt x="7664319" y="112817"/>
                  </a:lnTo>
                  <a:lnTo>
                    <a:pt x="7664477" y="112817"/>
                  </a:lnTo>
                  <a:lnTo>
                    <a:pt x="7664635" y="112817"/>
                  </a:lnTo>
                  <a:lnTo>
                    <a:pt x="7664635" y="112386"/>
                  </a:lnTo>
                  <a:lnTo>
                    <a:pt x="7664792" y="112386"/>
                  </a:lnTo>
                  <a:lnTo>
                    <a:pt x="7664950" y="112386"/>
                  </a:lnTo>
                  <a:lnTo>
                    <a:pt x="7665108" y="112386"/>
                  </a:lnTo>
                  <a:lnTo>
                    <a:pt x="7665266" y="112386"/>
                  </a:lnTo>
                  <a:lnTo>
                    <a:pt x="7665423" y="112386"/>
                  </a:lnTo>
                  <a:lnTo>
                    <a:pt x="7665581" y="112386"/>
                  </a:lnTo>
                  <a:lnTo>
                    <a:pt x="7665581" y="111956"/>
                  </a:lnTo>
                  <a:lnTo>
                    <a:pt x="7665739" y="111956"/>
                  </a:lnTo>
                  <a:lnTo>
                    <a:pt x="7665896" y="111956"/>
                  </a:lnTo>
                  <a:lnTo>
                    <a:pt x="7666054" y="111956"/>
                  </a:lnTo>
                  <a:lnTo>
                    <a:pt x="7666212" y="111956"/>
                  </a:lnTo>
                  <a:lnTo>
                    <a:pt x="7666370" y="111956"/>
                  </a:lnTo>
                  <a:lnTo>
                    <a:pt x="7666527" y="111956"/>
                  </a:lnTo>
                  <a:lnTo>
                    <a:pt x="7666685" y="111956"/>
                  </a:lnTo>
                  <a:lnTo>
                    <a:pt x="7666843" y="111956"/>
                  </a:lnTo>
                  <a:lnTo>
                    <a:pt x="7667000" y="111956"/>
                  </a:lnTo>
                  <a:lnTo>
                    <a:pt x="7667158" y="111956"/>
                  </a:lnTo>
                  <a:lnTo>
                    <a:pt x="7667316" y="111956"/>
                  </a:lnTo>
                  <a:lnTo>
                    <a:pt x="7667474" y="111956"/>
                  </a:lnTo>
                  <a:lnTo>
                    <a:pt x="7667631" y="111956"/>
                  </a:lnTo>
                  <a:lnTo>
                    <a:pt x="7667789" y="111956"/>
                  </a:lnTo>
                  <a:lnTo>
                    <a:pt x="7667947" y="111956"/>
                  </a:lnTo>
                  <a:lnTo>
                    <a:pt x="7668104" y="111956"/>
                  </a:lnTo>
                  <a:lnTo>
                    <a:pt x="7668262" y="111956"/>
                  </a:lnTo>
                  <a:lnTo>
                    <a:pt x="7668262" y="111525"/>
                  </a:lnTo>
                  <a:lnTo>
                    <a:pt x="7668420" y="111525"/>
                  </a:lnTo>
                  <a:lnTo>
                    <a:pt x="7668578" y="111525"/>
                  </a:lnTo>
                  <a:lnTo>
                    <a:pt x="7668735" y="111525"/>
                  </a:lnTo>
                  <a:lnTo>
                    <a:pt x="7668893" y="111525"/>
                  </a:lnTo>
                  <a:lnTo>
                    <a:pt x="7669051" y="111525"/>
                  </a:lnTo>
                  <a:lnTo>
                    <a:pt x="7669208" y="111525"/>
                  </a:lnTo>
                  <a:lnTo>
                    <a:pt x="7669366" y="111525"/>
                  </a:lnTo>
                  <a:lnTo>
                    <a:pt x="7669524" y="111525"/>
                  </a:lnTo>
                  <a:lnTo>
                    <a:pt x="7669682" y="111525"/>
                  </a:lnTo>
                  <a:lnTo>
                    <a:pt x="7669839" y="111525"/>
                  </a:lnTo>
                  <a:lnTo>
                    <a:pt x="7669997" y="111525"/>
                  </a:lnTo>
                  <a:lnTo>
                    <a:pt x="7670155" y="111525"/>
                  </a:lnTo>
                  <a:lnTo>
                    <a:pt x="7670313" y="111525"/>
                  </a:lnTo>
                  <a:lnTo>
                    <a:pt x="7670313" y="111094"/>
                  </a:lnTo>
                  <a:lnTo>
                    <a:pt x="7670470" y="111094"/>
                  </a:lnTo>
                  <a:lnTo>
                    <a:pt x="7670628" y="111094"/>
                  </a:lnTo>
                  <a:lnTo>
                    <a:pt x="7670786" y="111094"/>
                  </a:lnTo>
                  <a:lnTo>
                    <a:pt x="7670943" y="111094"/>
                  </a:lnTo>
                  <a:lnTo>
                    <a:pt x="7671101" y="111094"/>
                  </a:lnTo>
                  <a:lnTo>
                    <a:pt x="7671259" y="111094"/>
                  </a:lnTo>
                  <a:lnTo>
                    <a:pt x="7671417" y="111094"/>
                  </a:lnTo>
                  <a:lnTo>
                    <a:pt x="7671574" y="111094"/>
                  </a:lnTo>
                  <a:lnTo>
                    <a:pt x="7671732" y="111094"/>
                  </a:lnTo>
                  <a:lnTo>
                    <a:pt x="7671890" y="111094"/>
                  </a:lnTo>
                  <a:lnTo>
                    <a:pt x="7672047" y="111094"/>
                  </a:lnTo>
                  <a:lnTo>
                    <a:pt x="7672205" y="111094"/>
                  </a:lnTo>
                  <a:lnTo>
                    <a:pt x="7672363" y="111094"/>
                  </a:lnTo>
                  <a:lnTo>
                    <a:pt x="7672521" y="111094"/>
                  </a:lnTo>
                  <a:lnTo>
                    <a:pt x="7672678" y="111094"/>
                  </a:lnTo>
                  <a:lnTo>
                    <a:pt x="7672836" y="111094"/>
                  </a:lnTo>
                  <a:lnTo>
                    <a:pt x="7672994" y="111094"/>
                  </a:lnTo>
                  <a:lnTo>
                    <a:pt x="7673151" y="111094"/>
                  </a:lnTo>
                  <a:lnTo>
                    <a:pt x="7673309" y="111094"/>
                  </a:lnTo>
                  <a:lnTo>
                    <a:pt x="7673467" y="111094"/>
                  </a:lnTo>
                  <a:lnTo>
                    <a:pt x="7673625" y="111094"/>
                  </a:lnTo>
                  <a:lnTo>
                    <a:pt x="7673782" y="111094"/>
                  </a:lnTo>
                  <a:lnTo>
                    <a:pt x="7673940" y="111094"/>
                  </a:lnTo>
                  <a:lnTo>
                    <a:pt x="7673940" y="110664"/>
                  </a:lnTo>
                  <a:lnTo>
                    <a:pt x="7674098" y="110664"/>
                  </a:lnTo>
                  <a:lnTo>
                    <a:pt x="7674255" y="110664"/>
                  </a:lnTo>
                  <a:lnTo>
                    <a:pt x="7674413" y="110664"/>
                  </a:lnTo>
                  <a:lnTo>
                    <a:pt x="7674571" y="110664"/>
                  </a:lnTo>
                  <a:lnTo>
                    <a:pt x="7674729" y="110664"/>
                  </a:lnTo>
                  <a:lnTo>
                    <a:pt x="7674886" y="110664"/>
                  </a:lnTo>
                  <a:lnTo>
                    <a:pt x="7675044" y="110664"/>
                  </a:lnTo>
                  <a:lnTo>
                    <a:pt x="7675202" y="110664"/>
                  </a:lnTo>
                  <a:lnTo>
                    <a:pt x="7675360" y="110664"/>
                  </a:lnTo>
                  <a:lnTo>
                    <a:pt x="7675517" y="110664"/>
                  </a:lnTo>
                  <a:lnTo>
                    <a:pt x="7675675" y="110664"/>
                  </a:lnTo>
                  <a:lnTo>
                    <a:pt x="7675833" y="110664"/>
                  </a:lnTo>
                  <a:lnTo>
                    <a:pt x="7675990" y="110664"/>
                  </a:lnTo>
                  <a:lnTo>
                    <a:pt x="7676148" y="110664"/>
                  </a:lnTo>
                  <a:lnTo>
                    <a:pt x="7676306" y="110664"/>
                  </a:lnTo>
                  <a:lnTo>
                    <a:pt x="7676464" y="110664"/>
                  </a:lnTo>
                  <a:lnTo>
                    <a:pt x="7676621" y="110664"/>
                  </a:lnTo>
                  <a:lnTo>
                    <a:pt x="7676779" y="110664"/>
                  </a:lnTo>
                  <a:lnTo>
                    <a:pt x="7676937" y="110664"/>
                  </a:lnTo>
                  <a:lnTo>
                    <a:pt x="7677094" y="110664"/>
                  </a:lnTo>
                  <a:lnTo>
                    <a:pt x="7677252" y="110664"/>
                  </a:lnTo>
                  <a:lnTo>
                    <a:pt x="7677410" y="110664"/>
                  </a:lnTo>
                  <a:lnTo>
                    <a:pt x="7677568" y="110664"/>
                  </a:lnTo>
                  <a:lnTo>
                    <a:pt x="7677725" y="110664"/>
                  </a:lnTo>
                  <a:lnTo>
                    <a:pt x="7677883" y="110664"/>
                  </a:lnTo>
                  <a:lnTo>
                    <a:pt x="7678041" y="110664"/>
                  </a:lnTo>
                  <a:lnTo>
                    <a:pt x="7678198" y="110664"/>
                  </a:lnTo>
                  <a:lnTo>
                    <a:pt x="7678356" y="110664"/>
                  </a:lnTo>
                  <a:lnTo>
                    <a:pt x="7678356" y="110233"/>
                  </a:lnTo>
                  <a:lnTo>
                    <a:pt x="7678514" y="110233"/>
                  </a:lnTo>
                  <a:lnTo>
                    <a:pt x="7678672" y="110233"/>
                  </a:lnTo>
                  <a:lnTo>
                    <a:pt x="7678829" y="110233"/>
                  </a:lnTo>
                  <a:lnTo>
                    <a:pt x="7678987" y="110233"/>
                  </a:lnTo>
                  <a:lnTo>
                    <a:pt x="7679145" y="110233"/>
                  </a:lnTo>
                  <a:lnTo>
                    <a:pt x="7679302" y="110233"/>
                  </a:lnTo>
                  <a:lnTo>
                    <a:pt x="7679460" y="110233"/>
                  </a:lnTo>
                  <a:lnTo>
                    <a:pt x="7679618" y="110233"/>
                  </a:lnTo>
                  <a:lnTo>
                    <a:pt x="7679776" y="110233"/>
                  </a:lnTo>
                  <a:lnTo>
                    <a:pt x="7679933" y="110233"/>
                  </a:lnTo>
                  <a:lnTo>
                    <a:pt x="7680091" y="110233"/>
                  </a:lnTo>
                  <a:lnTo>
                    <a:pt x="7680249" y="110233"/>
                  </a:lnTo>
                  <a:lnTo>
                    <a:pt x="7680406" y="110233"/>
                  </a:lnTo>
                  <a:lnTo>
                    <a:pt x="7680564" y="110233"/>
                  </a:lnTo>
                  <a:lnTo>
                    <a:pt x="7680722" y="110233"/>
                  </a:lnTo>
                  <a:lnTo>
                    <a:pt x="7680880" y="110233"/>
                  </a:lnTo>
                  <a:lnTo>
                    <a:pt x="7681037" y="110233"/>
                  </a:lnTo>
                  <a:lnTo>
                    <a:pt x="7681195" y="110233"/>
                  </a:lnTo>
                  <a:lnTo>
                    <a:pt x="7681353" y="110233"/>
                  </a:lnTo>
                  <a:lnTo>
                    <a:pt x="7681511" y="110233"/>
                  </a:lnTo>
                  <a:lnTo>
                    <a:pt x="7681668" y="110233"/>
                  </a:lnTo>
                  <a:lnTo>
                    <a:pt x="7681826" y="110233"/>
                  </a:lnTo>
                  <a:lnTo>
                    <a:pt x="7681984" y="110233"/>
                  </a:lnTo>
                  <a:lnTo>
                    <a:pt x="7682141" y="110233"/>
                  </a:lnTo>
                  <a:lnTo>
                    <a:pt x="7682299" y="110233"/>
                  </a:lnTo>
                  <a:lnTo>
                    <a:pt x="7682457" y="110233"/>
                  </a:lnTo>
                  <a:lnTo>
                    <a:pt x="7682615" y="110233"/>
                  </a:lnTo>
                  <a:lnTo>
                    <a:pt x="7682772" y="110233"/>
                  </a:lnTo>
                  <a:lnTo>
                    <a:pt x="7682930" y="110233"/>
                  </a:lnTo>
                  <a:lnTo>
                    <a:pt x="7683088" y="110233"/>
                  </a:lnTo>
                  <a:lnTo>
                    <a:pt x="7683245" y="110233"/>
                  </a:lnTo>
                  <a:lnTo>
                    <a:pt x="7683403" y="110233"/>
                  </a:lnTo>
                  <a:lnTo>
                    <a:pt x="7683561" y="110233"/>
                  </a:lnTo>
                  <a:lnTo>
                    <a:pt x="7683719" y="110233"/>
                  </a:lnTo>
                  <a:lnTo>
                    <a:pt x="7683876" y="110233"/>
                  </a:lnTo>
                  <a:lnTo>
                    <a:pt x="7683876" y="109803"/>
                  </a:lnTo>
                  <a:lnTo>
                    <a:pt x="7683876" y="109372"/>
                  </a:lnTo>
                  <a:lnTo>
                    <a:pt x="7683876" y="108941"/>
                  </a:lnTo>
                  <a:lnTo>
                    <a:pt x="7684034" y="108941"/>
                  </a:lnTo>
                  <a:lnTo>
                    <a:pt x="7684192" y="108941"/>
                  </a:lnTo>
                  <a:lnTo>
                    <a:pt x="7684349" y="108941"/>
                  </a:lnTo>
                  <a:lnTo>
                    <a:pt x="7684507" y="108941"/>
                  </a:lnTo>
                  <a:lnTo>
                    <a:pt x="7684665" y="108941"/>
                  </a:lnTo>
                  <a:lnTo>
                    <a:pt x="7684823" y="108941"/>
                  </a:lnTo>
                  <a:lnTo>
                    <a:pt x="7684980" y="108941"/>
                  </a:lnTo>
                  <a:lnTo>
                    <a:pt x="7685138" y="108941"/>
                  </a:lnTo>
                  <a:lnTo>
                    <a:pt x="7685138" y="108511"/>
                  </a:lnTo>
                  <a:lnTo>
                    <a:pt x="7685296" y="108511"/>
                  </a:lnTo>
                  <a:lnTo>
                    <a:pt x="7685453" y="108511"/>
                  </a:lnTo>
                  <a:lnTo>
                    <a:pt x="7685611" y="108511"/>
                  </a:lnTo>
                  <a:lnTo>
                    <a:pt x="7685769" y="108511"/>
                  </a:lnTo>
                  <a:lnTo>
                    <a:pt x="7685927" y="108511"/>
                  </a:lnTo>
                  <a:lnTo>
                    <a:pt x="7686084" y="108511"/>
                  </a:lnTo>
                  <a:lnTo>
                    <a:pt x="7686242" y="108511"/>
                  </a:lnTo>
                  <a:lnTo>
                    <a:pt x="7686400" y="108511"/>
                  </a:lnTo>
                  <a:lnTo>
                    <a:pt x="7686558" y="108511"/>
                  </a:lnTo>
                  <a:lnTo>
                    <a:pt x="7686715" y="108511"/>
                  </a:lnTo>
                  <a:lnTo>
                    <a:pt x="7686873" y="108511"/>
                  </a:lnTo>
                  <a:lnTo>
                    <a:pt x="7687031" y="108511"/>
                  </a:lnTo>
                  <a:lnTo>
                    <a:pt x="7687188" y="108511"/>
                  </a:lnTo>
                  <a:lnTo>
                    <a:pt x="7687346" y="108511"/>
                  </a:lnTo>
                  <a:lnTo>
                    <a:pt x="7687504" y="108511"/>
                  </a:lnTo>
                  <a:lnTo>
                    <a:pt x="7687662" y="108511"/>
                  </a:lnTo>
                  <a:lnTo>
                    <a:pt x="7687819" y="108511"/>
                  </a:lnTo>
                  <a:lnTo>
                    <a:pt x="7687977" y="108511"/>
                  </a:lnTo>
                  <a:lnTo>
                    <a:pt x="7688135" y="108511"/>
                  </a:lnTo>
                  <a:lnTo>
                    <a:pt x="7688292" y="108511"/>
                  </a:lnTo>
                  <a:lnTo>
                    <a:pt x="7688450" y="108511"/>
                  </a:lnTo>
                  <a:lnTo>
                    <a:pt x="7688608" y="108511"/>
                  </a:lnTo>
                  <a:lnTo>
                    <a:pt x="7688766" y="108511"/>
                  </a:lnTo>
                  <a:lnTo>
                    <a:pt x="7688923" y="108511"/>
                  </a:lnTo>
                  <a:lnTo>
                    <a:pt x="7689081" y="108511"/>
                  </a:lnTo>
                  <a:lnTo>
                    <a:pt x="7689239" y="108511"/>
                  </a:lnTo>
                  <a:lnTo>
                    <a:pt x="7689396" y="108511"/>
                  </a:lnTo>
                  <a:lnTo>
                    <a:pt x="7689554" y="108511"/>
                  </a:lnTo>
                  <a:lnTo>
                    <a:pt x="7689712" y="108511"/>
                  </a:lnTo>
                  <a:lnTo>
                    <a:pt x="7689870" y="108511"/>
                  </a:lnTo>
                  <a:lnTo>
                    <a:pt x="7690027" y="108511"/>
                  </a:lnTo>
                  <a:lnTo>
                    <a:pt x="7690185" y="108511"/>
                  </a:lnTo>
                  <a:lnTo>
                    <a:pt x="7690343" y="108511"/>
                  </a:lnTo>
                  <a:lnTo>
                    <a:pt x="7690500" y="108511"/>
                  </a:lnTo>
                  <a:lnTo>
                    <a:pt x="7690658" y="108511"/>
                  </a:lnTo>
                  <a:lnTo>
                    <a:pt x="7690816" y="108511"/>
                  </a:lnTo>
                  <a:lnTo>
                    <a:pt x="7690974" y="108511"/>
                  </a:lnTo>
                  <a:lnTo>
                    <a:pt x="7691131" y="108511"/>
                  </a:lnTo>
                  <a:lnTo>
                    <a:pt x="7691289" y="108511"/>
                  </a:lnTo>
                  <a:lnTo>
                    <a:pt x="7691447" y="108511"/>
                  </a:lnTo>
                  <a:lnTo>
                    <a:pt x="7691604" y="108511"/>
                  </a:lnTo>
                  <a:lnTo>
                    <a:pt x="7691762" y="108511"/>
                  </a:lnTo>
                  <a:lnTo>
                    <a:pt x="7691920" y="108511"/>
                  </a:lnTo>
                  <a:lnTo>
                    <a:pt x="7692078" y="108511"/>
                  </a:lnTo>
                  <a:lnTo>
                    <a:pt x="7692235" y="108511"/>
                  </a:lnTo>
                  <a:lnTo>
                    <a:pt x="7692393" y="108511"/>
                  </a:lnTo>
                  <a:lnTo>
                    <a:pt x="7692393" y="108080"/>
                  </a:lnTo>
                  <a:lnTo>
                    <a:pt x="7692551" y="108080"/>
                  </a:lnTo>
                  <a:lnTo>
                    <a:pt x="7692709" y="108080"/>
                  </a:lnTo>
                  <a:lnTo>
                    <a:pt x="7692866" y="108080"/>
                  </a:lnTo>
                  <a:lnTo>
                    <a:pt x="7693024" y="108080"/>
                  </a:lnTo>
                  <a:lnTo>
                    <a:pt x="7693182" y="108080"/>
                  </a:lnTo>
                  <a:lnTo>
                    <a:pt x="7693339" y="108080"/>
                  </a:lnTo>
                  <a:lnTo>
                    <a:pt x="7693497" y="108080"/>
                  </a:lnTo>
                  <a:lnTo>
                    <a:pt x="7693655" y="108080"/>
                  </a:lnTo>
                  <a:lnTo>
                    <a:pt x="7693813" y="108080"/>
                  </a:lnTo>
                  <a:lnTo>
                    <a:pt x="7693970" y="108080"/>
                  </a:lnTo>
                  <a:lnTo>
                    <a:pt x="7694128" y="108080"/>
                  </a:lnTo>
                  <a:lnTo>
                    <a:pt x="7694286" y="108080"/>
                  </a:lnTo>
                  <a:lnTo>
                    <a:pt x="7694443" y="108080"/>
                  </a:lnTo>
                  <a:lnTo>
                    <a:pt x="7694601" y="108080"/>
                  </a:lnTo>
                  <a:lnTo>
                    <a:pt x="7694759" y="108080"/>
                  </a:lnTo>
                  <a:lnTo>
                    <a:pt x="7694917" y="108080"/>
                  </a:lnTo>
                  <a:lnTo>
                    <a:pt x="7695074" y="108080"/>
                  </a:lnTo>
                  <a:lnTo>
                    <a:pt x="7695232" y="108080"/>
                  </a:lnTo>
                  <a:lnTo>
                    <a:pt x="7695390" y="108080"/>
                  </a:lnTo>
                  <a:lnTo>
                    <a:pt x="7695547" y="108080"/>
                  </a:lnTo>
                  <a:lnTo>
                    <a:pt x="7695705" y="108080"/>
                  </a:lnTo>
                  <a:lnTo>
                    <a:pt x="7695863" y="108080"/>
                  </a:lnTo>
                  <a:lnTo>
                    <a:pt x="7696021" y="108080"/>
                  </a:lnTo>
                  <a:lnTo>
                    <a:pt x="7696178" y="108080"/>
                  </a:lnTo>
                  <a:lnTo>
                    <a:pt x="7696336" y="108080"/>
                  </a:lnTo>
                  <a:lnTo>
                    <a:pt x="7696494" y="108080"/>
                  </a:lnTo>
                  <a:lnTo>
                    <a:pt x="7696651" y="108080"/>
                  </a:lnTo>
                  <a:lnTo>
                    <a:pt x="7696809" y="108080"/>
                  </a:lnTo>
                  <a:lnTo>
                    <a:pt x="7696967" y="108080"/>
                  </a:lnTo>
                  <a:lnTo>
                    <a:pt x="7697125" y="108080"/>
                  </a:lnTo>
                  <a:lnTo>
                    <a:pt x="7697282" y="108080"/>
                  </a:lnTo>
                  <a:lnTo>
                    <a:pt x="7697440" y="108080"/>
                  </a:lnTo>
                  <a:lnTo>
                    <a:pt x="7697598" y="108080"/>
                  </a:lnTo>
                  <a:lnTo>
                    <a:pt x="7697756" y="108080"/>
                  </a:lnTo>
                  <a:lnTo>
                    <a:pt x="7697913" y="108080"/>
                  </a:lnTo>
                  <a:lnTo>
                    <a:pt x="7698071" y="108080"/>
                  </a:lnTo>
                  <a:lnTo>
                    <a:pt x="7698071" y="107650"/>
                  </a:lnTo>
                  <a:lnTo>
                    <a:pt x="7698229" y="107650"/>
                  </a:lnTo>
                  <a:lnTo>
                    <a:pt x="7698386" y="107650"/>
                  </a:lnTo>
                  <a:lnTo>
                    <a:pt x="7698544" y="107650"/>
                  </a:lnTo>
                  <a:lnTo>
                    <a:pt x="7698702" y="107650"/>
                  </a:lnTo>
                  <a:lnTo>
                    <a:pt x="7698860" y="107650"/>
                  </a:lnTo>
                  <a:lnTo>
                    <a:pt x="7699017" y="107650"/>
                  </a:lnTo>
                  <a:lnTo>
                    <a:pt x="7699175" y="107650"/>
                  </a:lnTo>
                  <a:lnTo>
                    <a:pt x="7699333" y="107650"/>
                  </a:lnTo>
                  <a:lnTo>
                    <a:pt x="7699490" y="107650"/>
                  </a:lnTo>
                  <a:lnTo>
                    <a:pt x="7699648" y="107650"/>
                  </a:lnTo>
                  <a:lnTo>
                    <a:pt x="7699648" y="107219"/>
                  </a:lnTo>
                  <a:lnTo>
                    <a:pt x="7699648" y="106788"/>
                  </a:lnTo>
                  <a:lnTo>
                    <a:pt x="7699806" y="106788"/>
                  </a:lnTo>
                  <a:lnTo>
                    <a:pt x="7699964" y="106788"/>
                  </a:lnTo>
                  <a:lnTo>
                    <a:pt x="7700121" y="106788"/>
                  </a:lnTo>
                  <a:lnTo>
                    <a:pt x="7700279" y="106788"/>
                  </a:lnTo>
                  <a:lnTo>
                    <a:pt x="7700437" y="106788"/>
                  </a:lnTo>
                  <a:lnTo>
                    <a:pt x="7700594" y="106788"/>
                  </a:lnTo>
                  <a:lnTo>
                    <a:pt x="7700752" y="106788"/>
                  </a:lnTo>
                  <a:lnTo>
                    <a:pt x="7700910" y="106788"/>
                  </a:lnTo>
                  <a:lnTo>
                    <a:pt x="7701068" y="106788"/>
                  </a:lnTo>
                  <a:lnTo>
                    <a:pt x="7701225" y="106788"/>
                  </a:lnTo>
                  <a:lnTo>
                    <a:pt x="7701383" y="106788"/>
                  </a:lnTo>
                  <a:lnTo>
                    <a:pt x="7701541" y="106788"/>
                  </a:lnTo>
                  <a:lnTo>
                    <a:pt x="7701698" y="106788"/>
                  </a:lnTo>
                  <a:lnTo>
                    <a:pt x="7701856" y="106788"/>
                  </a:lnTo>
                  <a:lnTo>
                    <a:pt x="7702014" y="106788"/>
                  </a:lnTo>
                  <a:lnTo>
                    <a:pt x="7702172" y="106788"/>
                  </a:lnTo>
                  <a:lnTo>
                    <a:pt x="7702329" y="106788"/>
                  </a:lnTo>
                  <a:lnTo>
                    <a:pt x="7702487" y="106788"/>
                  </a:lnTo>
                  <a:lnTo>
                    <a:pt x="7702645" y="106788"/>
                  </a:lnTo>
                  <a:lnTo>
                    <a:pt x="7702802" y="106788"/>
                  </a:lnTo>
                  <a:lnTo>
                    <a:pt x="7702960" y="106788"/>
                  </a:lnTo>
                  <a:lnTo>
                    <a:pt x="7703118" y="106788"/>
                  </a:lnTo>
                  <a:lnTo>
                    <a:pt x="7703276" y="106788"/>
                  </a:lnTo>
                  <a:lnTo>
                    <a:pt x="7703433" y="106788"/>
                  </a:lnTo>
                  <a:lnTo>
                    <a:pt x="7703591" y="106788"/>
                  </a:lnTo>
                  <a:lnTo>
                    <a:pt x="7703749" y="106788"/>
                  </a:lnTo>
                  <a:lnTo>
                    <a:pt x="7703907" y="106788"/>
                  </a:lnTo>
                  <a:lnTo>
                    <a:pt x="7704064" y="106788"/>
                  </a:lnTo>
                  <a:lnTo>
                    <a:pt x="7704222" y="106788"/>
                  </a:lnTo>
                  <a:lnTo>
                    <a:pt x="7704380" y="106788"/>
                  </a:lnTo>
                  <a:lnTo>
                    <a:pt x="7704537" y="106788"/>
                  </a:lnTo>
                  <a:lnTo>
                    <a:pt x="7704695" y="106788"/>
                  </a:lnTo>
                  <a:lnTo>
                    <a:pt x="7704853" y="106788"/>
                  </a:lnTo>
                  <a:lnTo>
                    <a:pt x="7705011" y="106788"/>
                  </a:lnTo>
                  <a:lnTo>
                    <a:pt x="7705168" y="106788"/>
                  </a:lnTo>
                  <a:lnTo>
                    <a:pt x="7705326" y="106788"/>
                  </a:lnTo>
                  <a:lnTo>
                    <a:pt x="7705484" y="106788"/>
                  </a:lnTo>
                  <a:lnTo>
                    <a:pt x="7705641" y="106788"/>
                  </a:lnTo>
                  <a:lnTo>
                    <a:pt x="7705799" y="106788"/>
                  </a:lnTo>
                  <a:lnTo>
                    <a:pt x="7705957" y="106788"/>
                  </a:lnTo>
                  <a:lnTo>
                    <a:pt x="7706115" y="106788"/>
                  </a:lnTo>
                  <a:lnTo>
                    <a:pt x="7706272" y="106788"/>
                  </a:lnTo>
                  <a:lnTo>
                    <a:pt x="7706430" y="106788"/>
                  </a:lnTo>
                  <a:lnTo>
                    <a:pt x="7706588" y="106788"/>
                  </a:lnTo>
                  <a:lnTo>
                    <a:pt x="7706745" y="106788"/>
                  </a:lnTo>
                  <a:lnTo>
                    <a:pt x="7706903" y="106788"/>
                  </a:lnTo>
                  <a:lnTo>
                    <a:pt x="7707061" y="106788"/>
                  </a:lnTo>
                  <a:lnTo>
                    <a:pt x="7707219" y="106788"/>
                  </a:lnTo>
                  <a:lnTo>
                    <a:pt x="7707376" y="106788"/>
                  </a:lnTo>
                  <a:lnTo>
                    <a:pt x="7707534" y="106788"/>
                  </a:lnTo>
                  <a:lnTo>
                    <a:pt x="7707692" y="106788"/>
                  </a:lnTo>
                  <a:lnTo>
                    <a:pt x="7707849" y="106788"/>
                  </a:lnTo>
                  <a:lnTo>
                    <a:pt x="7708007" y="106788"/>
                  </a:lnTo>
                  <a:lnTo>
                    <a:pt x="7708165" y="106788"/>
                  </a:lnTo>
                  <a:lnTo>
                    <a:pt x="7708323" y="106788"/>
                  </a:lnTo>
                  <a:lnTo>
                    <a:pt x="7708480" y="106788"/>
                  </a:lnTo>
                  <a:lnTo>
                    <a:pt x="7708638" y="106788"/>
                  </a:lnTo>
                  <a:lnTo>
                    <a:pt x="7708796" y="106788"/>
                  </a:lnTo>
                  <a:lnTo>
                    <a:pt x="7708954" y="106788"/>
                  </a:lnTo>
                  <a:lnTo>
                    <a:pt x="7709111" y="106788"/>
                  </a:lnTo>
                  <a:lnTo>
                    <a:pt x="7709269" y="106788"/>
                  </a:lnTo>
                  <a:lnTo>
                    <a:pt x="7709427" y="106788"/>
                  </a:lnTo>
                  <a:lnTo>
                    <a:pt x="7709584" y="106788"/>
                  </a:lnTo>
                  <a:lnTo>
                    <a:pt x="7709742" y="106788"/>
                  </a:lnTo>
                  <a:lnTo>
                    <a:pt x="7709900" y="106788"/>
                  </a:lnTo>
                  <a:lnTo>
                    <a:pt x="7710058" y="106788"/>
                  </a:lnTo>
                  <a:lnTo>
                    <a:pt x="7710215" y="106788"/>
                  </a:lnTo>
                  <a:lnTo>
                    <a:pt x="7710373" y="106788"/>
                  </a:lnTo>
                  <a:lnTo>
                    <a:pt x="7710531" y="106788"/>
                  </a:lnTo>
                  <a:lnTo>
                    <a:pt x="7710531" y="106358"/>
                  </a:lnTo>
                  <a:lnTo>
                    <a:pt x="7710688" y="106358"/>
                  </a:lnTo>
                  <a:lnTo>
                    <a:pt x="7710688" y="105927"/>
                  </a:lnTo>
                  <a:lnTo>
                    <a:pt x="7710846" y="105927"/>
                  </a:lnTo>
                  <a:lnTo>
                    <a:pt x="7711004" y="105927"/>
                  </a:lnTo>
                  <a:lnTo>
                    <a:pt x="7711162" y="105927"/>
                  </a:lnTo>
                  <a:lnTo>
                    <a:pt x="7711162" y="105497"/>
                  </a:lnTo>
                  <a:lnTo>
                    <a:pt x="7711319" y="105497"/>
                  </a:lnTo>
                  <a:lnTo>
                    <a:pt x="7711477" y="105497"/>
                  </a:lnTo>
                  <a:lnTo>
                    <a:pt x="7711635" y="105497"/>
                  </a:lnTo>
                  <a:lnTo>
                    <a:pt x="7711792" y="105497"/>
                  </a:lnTo>
                  <a:lnTo>
                    <a:pt x="7711950" y="105497"/>
                  </a:lnTo>
                  <a:lnTo>
                    <a:pt x="7712108" y="105497"/>
                  </a:lnTo>
                  <a:lnTo>
                    <a:pt x="7712266" y="105497"/>
                  </a:lnTo>
                  <a:lnTo>
                    <a:pt x="7712423" y="105497"/>
                  </a:lnTo>
                  <a:lnTo>
                    <a:pt x="7712581" y="105497"/>
                  </a:lnTo>
                  <a:lnTo>
                    <a:pt x="7712739" y="105497"/>
                  </a:lnTo>
                  <a:lnTo>
                    <a:pt x="7712896" y="105497"/>
                  </a:lnTo>
                  <a:lnTo>
                    <a:pt x="7713054" y="105497"/>
                  </a:lnTo>
                  <a:lnTo>
                    <a:pt x="7713212" y="105497"/>
                  </a:lnTo>
                  <a:lnTo>
                    <a:pt x="7713370" y="105497"/>
                  </a:lnTo>
                  <a:lnTo>
                    <a:pt x="7713527" y="105497"/>
                  </a:lnTo>
                  <a:lnTo>
                    <a:pt x="7713685" y="105497"/>
                  </a:lnTo>
                  <a:lnTo>
                    <a:pt x="7713843" y="105497"/>
                  </a:lnTo>
                  <a:lnTo>
                    <a:pt x="7714000" y="105497"/>
                  </a:lnTo>
                  <a:lnTo>
                    <a:pt x="7714000" y="105066"/>
                  </a:lnTo>
                  <a:lnTo>
                    <a:pt x="7714158" y="105066"/>
                  </a:lnTo>
                  <a:lnTo>
                    <a:pt x="7714316" y="105066"/>
                  </a:lnTo>
                  <a:lnTo>
                    <a:pt x="7714474" y="105066"/>
                  </a:lnTo>
                  <a:lnTo>
                    <a:pt x="7714631" y="105066"/>
                  </a:lnTo>
                  <a:lnTo>
                    <a:pt x="7714789" y="105066"/>
                  </a:lnTo>
                  <a:lnTo>
                    <a:pt x="7714947" y="105066"/>
                  </a:lnTo>
                  <a:lnTo>
                    <a:pt x="7715105" y="105066"/>
                  </a:lnTo>
                  <a:lnTo>
                    <a:pt x="7715262" y="105066"/>
                  </a:lnTo>
                  <a:lnTo>
                    <a:pt x="7715262" y="104635"/>
                  </a:lnTo>
                  <a:lnTo>
                    <a:pt x="7715420" y="104635"/>
                  </a:lnTo>
                  <a:lnTo>
                    <a:pt x="7715578" y="104635"/>
                  </a:lnTo>
                  <a:lnTo>
                    <a:pt x="7715735" y="104635"/>
                  </a:lnTo>
                  <a:lnTo>
                    <a:pt x="7715893" y="104635"/>
                  </a:lnTo>
                  <a:lnTo>
                    <a:pt x="7715893" y="104205"/>
                  </a:lnTo>
                  <a:lnTo>
                    <a:pt x="7716051" y="104205"/>
                  </a:lnTo>
                  <a:lnTo>
                    <a:pt x="7716051" y="103774"/>
                  </a:lnTo>
                  <a:lnTo>
                    <a:pt x="7716209" y="103774"/>
                  </a:lnTo>
                  <a:lnTo>
                    <a:pt x="7716366" y="103774"/>
                  </a:lnTo>
                  <a:lnTo>
                    <a:pt x="7716524" y="103774"/>
                  </a:lnTo>
                  <a:lnTo>
                    <a:pt x="7716682" y="103774"/>
                  </a:lnTo>
                  <a:lnTo>
                    <a:pt x="7716839" y="103774"/>
                  </a:lnTo>
                  <a:lnTo>
                    <a:pt x="7716997" y="103774"/>
                  </a:lnTo>
                  <a:lnTo>
                    <a:pt x="7717155" y="103774"/>
                  </a:lnTo>
                  <a:lnTo>
                    <a:pt x="7717313" y="103774"/>
                  </a:lnTo>
                  <a:lnTo>
                    <a:pt x="7717470" y="103774"/>
                  </a:lnTo>
                  <a:lnTo>
                    <a:pt x="7717628" y="103774"/>
                  </a:lnTo>
                  <a:lnTo>
                    <a:pt x="7717786" y="103774"/>
                  </a:lnTo>
                  <a:lnTo>
                    <a:pt x="7717786" y="103344"/>
                  </a:lnTo>
                  <a:lnTo>
                    <a:pt x="7717943" y="103344"/>
                  </a:lnTo>
                  <a:lnTo>
                    <a:pt x="7718101" y="103344"/>
                  </a:lnTo>
                  <a:lnTo>
                    <a:pt x="7718259" y="103344"/>
                  </a:lnTo>
                  <a:lnTo>
                    <a:pt x="7718417" y="103344"/>
                  </a:lnTo>
                  <a:lnTo>
                    <a:pt x="7718574" y="103344"/>
                  </a:lnTo>
                  <a:lnTo>
                    <a:pt x="7718732" y="103344"/>
                  </a:lnTo>
                  <a:lnTo>
                    <a:pt x="7718732" y="102913"/>
                  </a:lnTo>
                  <a:lnTo>
                    <a:pt x="7718890" y="102913"/>
                  </a:lnTo>
                  <a:lnTo>
                    <a:pt x="7719047" y="102913"/>
                  </a:lnTo>
                  <a:lnTo>
                    <a:pt x="7719205" y="102913"/>
                  </a:lnTo>
                  <a:lnTo>
                    <a:pt x="7719363" y="102913"/>
                  </a:lnTo>
                  <a:lnTo>
                    <a:pt x="7719521" y="102913"/>
                  </a:lnTo>
                  <a:lnTo>
                    <a:pt x="7719678" y="102913"/>
                  </a:lnTo>
                  <a:lnTo>
                    <a:pt x="7719836" y="102913"/>
                  </a:lnTo>
                  <a:lnTo>
                    <a:pt x="7719994" y="102913"/>
                  </a:lnTo>
                  <a:lnTo>
                    <a:pt x="7720152" y="102913"/>
                  </a:lnTo>
                  <a:lnTo>
                    <a:pt x="7720309" y="102913"/>
                  </a:lnTo>
                  <a:lnTo>
                    <a:pt x="7720467" y="102913"/>
                  </a:lnTo>
                  <a:lnTo>
                    <a:pt x="7720625" y="102913"/>
                  </a:lnTo>
                  <a:lnTo>
                    <a:pt x="7720782" y="102913"/>
                  </a:lnTo>
                  <a:lnTo>
                    <a:pt x="7720940" y="102913"/>
                  </a:lnTo>
                  <a:lnTo>
                    <a:pt x="7721098" y="102913"/>
                  </a:lnTo>
                  <a:lnTo>
                    <a:pt x="7721256" y="102913"/>
                  </a:lnTo>
                  <a:lnTo>
                    <a:pt x="7721413" y="102913"/>
                  </a:lnTo>
                  <a:lnTo>
                    <a:pt x="7721571" y="102913"/>
                  </a:lnTo>
                  <a:lnTo>
                    <a:pt x="7721729" y="102913"/>
                  </a:lnTo>
                  <a:lnTo>
                    <a:pt x="7721886" y="102913"/>
                  </a:lnTo>
                  <a:lnTo>
                    <a:pt x="7722044" y="102913"/>
                  </a:lnTo>
                  <a:lnTo>
                    <a:pt x="7722202" y="102913"/>
                  </a:lnTo>
                  <a:lnTo>
                    <a:pt x="7722202" y="102482"/>
                  </a:lnTo>
                  <a:lnTo>
                    <a:pt x="7722360" y="102482"/>
                  </a:lnTo>
                  <a:lnTo>
                    <a:pt x="7722517" y="102482"/>
                  </a:lnTo>
                  <a:lnTo>
                    <a:pt x="7722675" y="102482"/>
                  </a:lnTo>
                  <a:lnTo>
                    <a:pt x="7722833" y="102482"/>
                  </a:lnTo>
                  <a:lnTo>
                    <a:pt x="7722990" y="102482"/>
                  </a:lnTo>
                  <a:lnTo>
                    <a:pt x="7723148" y="102482"/>
                  </a:lnTo>
                  <a:lnTo>
                    <a:pt x="7723306" y="102482"/>
                  </a:lnTo>
                  <a:lnTo>
                    <a:pt x="7723464" y="102482"/>
                  </a:lnTo>
                  <a:lnTo>
                    <a:pt x="7723621" y="102482"/>
                  </a:lnTo>
                  <a:lnTo>
                    <a:pt x="7723779" y="102482"/>
                  </a:lnTo>
                  <a:lnTo>
                    <a:pt x="7723937" y="102482"/>
                  </a:lnTo>
                  <a:lnTo>
                    <a:pt x="7724094" y="102482"/>
                  </a:lnTo>
                  <a:lnTo>
                    <a:pt x="7724252" y="102482"/>
                  </a:lnTo>
                  <a:lnTo>
                    <a:pt x="7724410" y="102482"/>
                  </a:lnTo>
                  <a:lnTo>
                    <a:pt x="7724568" y="102482"/>
                  </a:lnTo>
                  <a:lnTo>
                    <a:pt x="7724725" y="102482"/>
                  </a:lnTo>
                  <a:lnTo>
                    <a:pt x="7724883" y="102482"/>
                  </a:lnTo>
                  <a:lnTo>
                    <a:pt x="7725041" y="102482"/>
                  </a:lnTo>
                  <a:lnTo>
                    <a:pt x="7725198" y="102482"/>
                  </a:lnTo>
                  <a:lnTo>
                    <a:pt x="7725356" y="102482"/>
                  </a:lnTo>
                  <a:lnTo>
                    <a:pt x="7725514" y="102482"/>
                  </a:lnTo>
                  <a:lnTo>
                    <a:pt x="7725672" y="102482"/>
                  </a:lnTo>
                  <a:lnTo>
                    <a:pt x="7725829" y="102482"/>
                  </a:lnTo>
                  <a:lnTo>
                    <a:pt x="7725987" y="102482"/>
                  </a:lnTo>
                  <a:lnTo>
                    <a:pt x="7726145" y="102482"/>
                  </a:lnTo>
                  <a:lnTo>
                    <a:pt x="7726303" y="102482"/>
                  </a:lnTo>
                  <a:lnTo>
                    <a:pt x="7726303" y="102052"/>
                  </a:lnTo>
                  <a:lnTo>
                    <a:pt x="7726460" y="102052"/>
                  </a:lnTo>
                  <a:lnTo>
                    <a:pt x="7726618" y="102052"/>
                  </a:lnTo>
                  <a:lnTo>
                    <a:pt x="7726776" y="102052"/>
                  </a:lnTo>
                  <a:lnTo>
                    <a:pt x="7726776" y="101621"/>
                  </a:lnTo>
                  <a:lnTo>
                    <a:pt x="7726933" y="101621"/>
                  </a:lnTo>
                  <a:lnTo>
                    <a:pt x="7727091" y="101621"/>
                  </a:lnTo>
                  <a:lnTo>
                    <a:pt x="7727249" y="101621"/>
                  </a:lnTo>
                  <a:lnTo>
                    <a:pt x="7727407" y="101621"/>
                  </a:lnTo>
                  <a:lnTo>
                    <a:pt x="7727564" y="101621"/>
                  </a:lnTo>
                  <a:lnTo>
                    <a:pt x="7727722" y="101621"/>
                  </a:lnTo>
                  <a:lnTo>
                    <a:pt x="7727880" y="101621"/>
                  </a:lnTo>
                  <a:lnTo>
                    <a:pt x="7728037" y="101621"/>
                  </a:lnTo>
                  <a:lnTo>
                    <a:pt x="7728195" y="101621"/>
                  </a:lnTo>
                  <a:lnTo>
                    <a:pt x="7728353" y="101621"/>
                  </a:lnTo>
                  <a:lnTo>
                    <a:pt x="7728511" y="101621"/>
                  </a:lnTo>
                  <a:lnTo>
                    <a:pt x="7728668" y="101621"/>
                  </a:lnTo>
                  <a:lnTo>
                    <a:pt x="7728826" y="101621"/>
                  </a:lnTo>
                  <a:lnTo>
                    <a:pt x="7728984" y="101621"/>
                  </a:lnTo>
                  <a:lnTo>
                    <a:pt x="7729141" y="101621"/>
                  </a:lnTo>
                  <a:lnTo>
                    <a:pt x="7729299" y="101621"/>
                  </a:lnTo>
                  <a:lnTo>
                    <a:pt x="7729457" y="101621"/>
                  </a:lnTo>
                  <a:lnTo>
                    <a:pt x="7729615" y="101621"/>
                  </a:lnTo>
                  <a:lnTo>
                    <a:pt x="7729772" y="101621"/>
                  </a:lnTo>
                  <a:lnTo>
                    <a:pt x="7729930" y="101621"/>
                  </a:lnTo>
                  <a:lnTo>
                    <a:pt x="7730088" y="101621"/>
                  </a:lnTo>
                  <a:lnTo>
                    <a:pt x="7730245" y="101621"/>
                  </a:lnTo>
                  <a:lnTo>
                    <a:pt x="7730403" y="101621"/>
                  </a:lnTo>
                  <a:lnTo>
                    <a:pt x="7730561" y="101621"/>
                  </a:lnTo>
                  <a:lnTo>
                    <a:pt x="7730719" y="101621"/>
                  </a:lnTo>
                  <a:lnTo>
                    <a:pt x="7730876" y="101621"/>
                  </a:lnTo>
                  <a:lnTo>
                    <a:pt x="7731034" y="101621"/>
                  </a:lnTo>
                  <a:lnTo>
                    <a:pt x="7731192" y="101621"/>
                  </a:lnTo>
                  <a:lnTo>
                    <a:pt x="7731349" y="101621"/>
                  </a:lnTo>
                  <a:lnTo>
                    <a:pt x="7731507" y="101621"/>
                  </a:lnTo>
                  <a:lnTo>
                    <a:pt x="7731665" y="101621"/>
                  </a:lnTo>
                  <a:lnTo>
                    <a:pt x="7731823" y="101621"/>
                  </a:lnTo>
                  <a:lnTo>
                    <a:pt x="7731980" y="101621"/>
                  </a:lnTo>
                  <a:lnTo>
                    <a:pt x="7731980" y="101191"/>
                  </a:lnTo>
                  <a:lnTo>
                    <a:pt x="7732138" y="101191"/>
                  </a:lnTo>
                  <a:lnTo>
                    <a:pt x="7732296" y="101191"/>
                  </a:lnTo>
                  <a:lnTo>
                    <a:pt x="7732454" y="101191"/>
                  </a:lnTo>
                  <a:lnTo>
                    <a:pt x="7732611" y="101191"/>
                  </a:lnTo>
                  <a:lnTo>
                    <a:pt x="7732769" y="101191"/>
                  </a:lnTo>
                  <a:lnTo>
                    <a:pt x="7732927" y="101191"/>
                  </a:lnTo>
                  <a:lnTo>
                    <a:pt x="7733084" y="101191"/>
                  </a:lnTo>
                  <a:lnTo>
                    <a:pt x="7733242" y="101191"/>
                  </a:lnTo>
                  <a:lnTo>
                    <a:pt x="7733400" y="101191"/>
                  </a:lnTo>
                  <a:lnTo>
                    <a:pt x="7733558" y="101191"/>
                  </a:lnTo>
                  <a:lnTo>
                    <a:pt x="7733715" y="101191"/>
                  </a:lnTo>
                  <a:lnTo>
                    <a:pt x="7733873" y="101191"/>
                  </a:lnTo>
                  <a:lnTo>
                    <a:pt x="7734031" y="101191"/>
                  </a:lnTo>
                  <a:lnTo>
                    <a:pt x="7734188" y="101191"/>
                  </a:lnTo>
                  <a:lnTo>
                    <a:pt x="7734346" y="101191"/>
                  </a:lnTo>
                  <a:lnTo>
                    <a:pt x="7734504" y="101191"/>
                  </a:lnTo>
                  <a:lnTo>
                    <a:pt x="7734662" y="101191"/>
                  </a:lnTo>
                  <a:lnTo>
                    <a:pt x="7734819" y="101191"/>
                  </a:lnTo>
                  <a:lnTo>
                    <a:pt x="7734977" y="101191"/>
                  </a:lnTo>
                  <a:lnTo>
                    <a:pt x="7735135" y="101191"/>
                  </a:lnTo>
                  <a:lnTo>
                    <a:pt x="7735292" y="101191"/>
                  </a:lnTo>
                  <a:lnTo>
                    <a:pt x="7735450" y="101191"/>
                  </a:lnTo>
                  <a:lnTo>
                    <a:pt x="7735608" y="101191"/>
                  </a:lnTo>
                  <a:lnTo>
                    <a:pt x="7735766" y="101191"/>
                  </a:lnTo>
                  <a:lnTo>
                    <a:pt x="7735923" y="101191"/>
                  </a:lnTo>
                  <a:lnTo>
                    <a:pt x="7736081" y="101191"/>
                  </a:lnTo>
                  <a:lnTo>
                    <a:pt x="7736239" y="101191"/>
                  </a:lnTo>
                  <a:lnTo>
                    <a:pt x="7736396" y="101191"/>
                  </a:lnTo>
                  <a:lnTo>
                    <a:pt x="7736554" y="101191"/>
                  </a:lnTo>
                  <a:lnTo>
                    <a:pt x="7736712" y="101191"/>
                  </a:lnTo>
                  <a:lnTo>
                    <a:pt x="7736870" y="101191"/>
                  </a:lnTo>
                  <a:lnTo>
                    <a:pt x="7737027" y="101191"/>
                  </a:lnTo>
                  <a:lnTo>
                    <a:pt x="7737185" y="101191"/>
                  </a:lnTo>
                  <a:lnTo>
                    <a:pt x="7737343" y="101191"/>
                  </a:lnTo>
                  <a:lnTo>
                    <a:pt x="7737501" y="101191"/>
                  </a:lnTo>
                  <a:lnTo>
                    <a:pt x="7737658" y="101191"/>
                  </a:lnTo>
                  <a:lnTo>
                    <a:pt x="7737816" y="101191"/>
                  </a:lnTo>
                  <a:lnTo>
                    <a:pt x="7737974" y="101191"/>
                  </a:lnTo>
                  <a:lnTo>
                    <a:pt x="7738131" y="101191"/>
                  </a:lnTo>
                  <a:lnTo>
                    <a:pt x="7738289" y="101191"/>
                  </a:lnTo>
                  <a:lnTo>
                    <a:pt x="7738447" y="101191"/>
                  </a:lnTo>
                  <a:lnTo>
                    <a:pt x="7738605" y="101191"/>
                  </a:lnTo>
                  <a:lnTo>
                    <a:pt x="7738762" y="101191"/>
                  </a:lnTo>
                  <a:lnTo>
                    <a:pt x="7738920" y="101191"/>
                  </a:lnTo>
                  <a:lnTo>
                    <a:pt x="7739078" y="101191"/>
                  </a:lnTo>
                  <a:lnTo>
                    <a:pt x="7739235" y="101191"/>
                  </a:lnTo>
                  <a:lnTo>
                    <a:pt x="7739393" y="101191"/>
                  </a:lnTo>
                  <a:lnTo>
                    <a:pt x="7739551" y="101191"/>
                  </a:lnTo>
                  <a:lnTo>
                    <a:pt x="7739709" y="101191"/>
                  </a:lnTo>
                  <a:lnTo>
                    <a:pt x="7739866" y="101191"/>
                  </a:lnTo>
                  <a:lnTo>
                    <a:pt x="7740024" y="101191"/>
                  </a:lnTo>
                  <a:lnTo>
                    <a:pt x="7740182" y="101191"/>
                  </a:lnTo>
                  <a:lnTo>
                    <a:pt x="7740339" y="101191"/>
                  </a:lnTo>
                  <a:lnTo>
                    <a:pt x="7740497" y="101191"/>
                  </a:lnTo>
                  <a:lnTo>
                    <a:pt x="7740655" y="101191"/>
                  </a:lnTo>
                  <a:lnTo>
                    <a:pt x="7740813" y="101191"/>
                  </a:lnTo>
                  <a:lnTo>
                    <a:pt x="7740970" y="101191"/>
                  </a:lnTo>
                  <a:lnTo>
                    <a:pt x="7741128" y="101191"/>
                  </a:lnTo>
                  <a:lnTo>
                    <a:pt x="7741286" y="101191"/>
                  </a:lnTo>
                  <a:lnTo>
                    <a:pt x="7741443" y="101191"/>
                  </a:lnTo>
                  <a:lnTo>
                    <a:pt x="7741601" y="101191"/>
                  </a:lnTo>
                  <a:lnTo>
                    <a:pt x="7741759" y="101191"/>
                  </a:lnTo>
                  <a:lnTo>
                    <a:pt x="7741917" y="101191"/>
                  </a:lnTo>
                  <a:lnTo>
                    <a:pt x="7742074" y="101191"/>
                  </a:lnTo>
                  <a:lnTo>
                    <a:pt x="7742232" y="101191"/>
                  </a:lnTo>
                  <a:lnTo>
                    <a:pt x="7742390" y="101191"/>
                  </a:lnTo>
                  <a:lnTo>
                    <a:pt x="7742547" y="101191"/>
                  </a:lnTo>
                  <a:lnTo>
                    <a:pt x="7742705" y="101191"/>
                  </a:lnTo>
                  <a:lnTo>
                    <a:pt x="7742863" y="101191"/>
                  </a:lnTo>
                  <a:lnTo>
                    <a:pt x="7742863" y="100760"/>
                  </a:lnTo>
                  <a:lnTo>
                    <a:pt x="7743021" y="100760"/>
                  </a:lnTo>
                  <a:lnTo>
                    <a:pt x="7743178" y="100760"/>
                  </a:lnTo>
                  <a:lnTo>
                    <a:pt x="7743336" y="100760"/>
                  </a:lnTo>
                  <a:lnTo>
                    <a:pt x="7743494" y="100760"/>
                  </a:lnTo>
                  <a:lnTo>
                    <a:pt x="7743652" y="100760"/>
                  </a:lnTo>
                  <a:lnTo>
                    <a:pt x="7743809" y="100760"/>
                  </a:lnTo>
                  <a:lnTo>
                    <a:pt x="7743967" y="100760"/>
                  </a:lnTo>
                  <a:lnTo>
                    <a:pt x="7744125" y="100760"/>
                  </a:lnTo>
                  <a:lnTo>
                    <a:pt x="7744282" y="100760"/>
                  </a:lnTo>
                  <a:lnTo>
                    <a:pt x="7744440" y="100760"/>
                  </a:lnTo>
                  <a:lnTo>
                    <a:pt x="7744598" y="100760"/>
                  </a:lnTo>
                  <a:lnTo>
                    <a:pt x="7744756" y="100760"/>
                  </a:lnTo>
                  <a:lnTo>
                    <a:pt x="7744913" y="100760"/>
                  </a:lnTo>
                  <a:lnTo>
                    <a:pt x="7745071" y="100760"/>
                  </a:lnTo>
                  <a:lnTo>
                    <a:pt x="7745229" y="100760"/>
                  </a:lnTo>
                  <a:lnTo>
                    <a:pt x="7745386" y="100760"/>
                  </a:lnTo>
                  <a:lnTo>
                    <a:pt x="7745544" y="100760"/>
                  </a:lnTo>
                  <a:lnTo>
                    <a:pt x="7745702" y="100760"/>
                  </a:lnTo>
                  <a:lnTo>
                    <a:pt x="7745860" y="100760"/>
                  </a:lnTo>
                  <a:lnTo>
                    <a:pt x="7746017" y="100760"/>
                  </a:lnTo>
                  <a:lnTo>
                    <a:pt x="7746175" y="100760"/>
                  </a:lnTo>
                  <a:lnTo>
                    <a:pt x="7746333" y="100760"/>
                  </a:lnTo>
                  <a:lnTo>
                    <a:pt x="7746490" y="100760"/>
                  </a:lnTo>
                  <a:lnTo>
                    <a:pt x="7746648" y="100760"/>
                  </a:lnTo>
                  <a:lnTo>
                    <a:pt x="7746806" y="100760"/>
                  </a:lnTo>
                  <a:lnTo>
                    <a:pt x="7746964" y="100760"/>
                  </a:lnTo>
                  <a:lnTo>
                    <a:pt x="7747121" y="100760"/>
                  </a:lnTo>
                  <a:lnTo>
                    <a:pt x="7747279" y="100760"/>
                  </a:lnTo>
                  <a:lnTo>
                    <a:pt x="7747437" y="100760"/>
                  </a:lnTo>
                  <a:lnTo>
                    <a:pt x="7747594" y="100760"/>
                  </a:lnTo>
                  <a:lnTo>
                    <a:pt x="7747752" y="100760"/>
                  </a:lnTo>
                  <a:lnTo>
                    <a:pt x="7747910" y="100760"/>
                  </a:lnTo>
                  <a:lnTo>
                    <a:pt x="7747910" y="100329"/>
                  </a:lnTo>
                  <a:lnTo>
                    <a:pt x="7748068" y="100329"/>
                  </a:lnTo>
                  <a:lnTo>
                    <a:pt x="7748068" y="99899"/>
                  </a:lnTo>
                  <a:lnTo>
                    <a:pt x="7748225" y="99899"/>
                  </a:lnTo>
                  <a:lnTo>
                    <a:pt x="7748383" y="99899"/>
                  </a:lnTo>
                  <a:lnTo>
                    <a:pt x="7748541" y="99899"/>
                  </a:lnTo>
                  <a:lnTo>
                    <a:pt x="7748699" y="99899"/>
                  </a:lnTo>
                  <a:lnTo>
                    <a:pt x="7748856" y="99899"/>
                  </a:lnTo>
                  <a:lnTo>
                    <a:pt x="7749014" y="99899"/>
                  </a:lnTo>
                  <a:lnTo>
                    <a:pt x="7749172" y="99899"/>
                  </a:lnTo>
                  <a:lnTo>
                    <a:pt x="7749329" y="99899"/>
                  </a:lnTo>
                  <a:lnTo>
                    <a:pt x="7749329" y="99468"/>
                  </a:lnTo>
                  <a:lnTo>
                    <a:pt x="7749487" y="99468"/>
                  </a:lnTo>
                  <a:lnTo>
                    <a:pt x="7749645" y="99468"/>
                  </a:lnTo>
                  <a:lnTo>
                    <a:pt x="7749803" y="99468"/>
                  </a:lnTo>
                  <a:lnTo>
                    <a:pt x="7749960" y="99468"/>
                  </a:lnTo>
                  <a:lnTo>
                    <a:pt x="7750118" y="99468"/>
                  </a:lnTo>
                  <a:lnTo>
                    <a:pt x="7750276" y="99468"/>
                  </a:lnTo>
                  <a:lnTo>
                    <a:pt x="7750433" y="99468"/>
                  </a:lnTo>
                  <a:lnTo>
                    <a:pt x="7750591" y="99468"/>
                  </a:lnTo>
                  <a:lnTo>
                    <a:pt x="7750749" y="99468"/>
                  </a:lnTo>
                  <a:lnTo>
                    <a:pt x="7750907" y="99468"/>
                  </a:lnTo>
                  <a:lnTo>
                    <a:pt x="7750907" y="99038"/>
                  </a:lnTo>
                  <a:lnTo>
                    <a:pt x="7751064" y="99038"/>
                  </a:lnTo>
                  <a:lnTo>
                    <a:pt x="7751222" y="99038"/>
                  </a:lnTo>
                  <a:lnTo>
                    <a:pt x="7751380" y="99038"/>
                  </a:lnTo>
                  <a:lnTo>
                    <a:pt x="7751537" y="99038"/>
                  </a:lnTo>
                  <a:lnTo>
                    <a:pt x="7751695" y="99038"/>
                  </a:lnTo>
                  <a:lnTo>
                    <a:pt x="7751853" y="99038"/>
                  </a:lnTo>
                  <a:lnTo>
                    <a:pt x="7752011" y="99038"/>
                  </a:lnTo>
                  <a:lnTo>
                    <a:pt x="7752168" y="99038"/>
                  </a:lnTo>
                  <a:lnTo>
                    <a:pt x="7752326" y="99038"/>
                  </a:lnTo>
                  <a:lnTo>
                    <a:pt x="7752326" y="98607"/>
                  </a:lnTo>
                  <a:lnTo>
                    <a:pt x="7752484" y="98607"/>
                  </a:lnTo>
                  <a:lnTo>
                    <a:pt x="7752641" y="98607"/>
                  </a:lnTo>
                  <a:lnTo>
                    <a:pt x="7752799" y="98607"/>
                  </a:lnTo>
                  <a:lnTo>
                    <a:pt x="7752957" y="98607"/>
                  </a:lnTo>
                  <a:lnTo>
                    <a:pt x="7753115" y="98607"/>
                  </a:lnTo>
                  <a:lnTo>
                    <a:pt x="7753272" y="98607"/>
                  </a:lnTo>
                  <a:lnTo>
                    <a:pt x="7753430" y="98607"/>
                  </a:lnTo>
                  <a:lnTo>
                    <a:pt x="7753588" y="98607"/>
                  </a:lnTo>
                  <a:lnTo>
                    <a:pt x="7753745" y="98607"/>
                  </a:lnTo>
                  <a:lnTo>
                    <a:pt x="7753745" y="98176"/>
                  </a:lnTo>
                  <a:lnTo>
                    <a:pt x="7753903" y="98176"/>
                  </a:lnTo>
                  <a:lnTo>
                    <a:pt x="7754061" y="98176"/>
                  </a:lnTo>
                  <a:lnTo>
                    <a:pt x="7754219" y="98176"/>
                  </a:lnTo>
                  <a:lnTo>
                    <a:pt x="7754376" y="98176"/>
                  </a:lnTo>
                  <a:lnTo>
                    <a:pt x="7754534" y="98176"/>
                  </a:lnTo>
                  <a:lnTo>
                    <a:pt x="7754692" y="98176"/>
                  </a:lnTo>
                  <a:lnTo>
                    <a:pt x="7754850" y="98176"/>
                  </a:lnTo>
                  <a:lnTo>
                    <a:pt x="7755007" y="98176"/>
                  </a:lnTo>
                  <a:lnTo>
                    <a:pt x="7755007" y="97746"/>
                  </a:lnTo>
                  <a:lnTo>
                    <a:pt x="7755165" y="97746"/>
                  </a:lnTo>
                  <a:lnTo>
                    <a:pt x="7755323" y="97746"/>
                  </a:lnTo>
                  <a:lnTo>
                    <a:pt x="7755480" y="97746"/>
                  </a:lnTo>
                  <a:lnTo>
                    <a:pt x="7755638" y="97746"/>
                  </a:lnTo>
                  <a:lnTo>
                    <a:pt x="7755796" y="97746"/>
                  </a:lnTo>
                  <a:lnTo>
                    <a:pt x="7755954" y="97746"/>
                  </a:lnTo>
                  <a:lnTo>
                    <a:pt x="7756111" y="97746"/>
                  </a:lnTo>
                  <a:lnTo>
                    <a:pt x="7756111" y="97315"/>
                  </a:lnTo>
                  <a:lnTo>
                    <a:pt x="7756269" y="97315"/>
                  </a:lnTo>
                  <a:lnTo>
                    <a:pt x="7756427" y="97315"/>
                  </a:lnTo>
                  <a:lnTo>
                    <a:pt x="7756584" y="97315"/>
                  </a:lnTo>
                  <a:lnTo>
                    <a:pt x="7756742" y="97315"/>
                  </a:lnTo>
                  <a:lnTo>
                    <a:pt x="7756900" y="97315"/>
                  </a:lnTo>
                  <a:lnTo>
                    <a:pt x="7756900" y="96885"/>
                  </a:lnTo>
                  <a:lnTo>
                    <a:pt x="7757058" y="96885"/>
                  </a:lnTo>
                  <a:lnTo>
                    <a:pt x="7757215" y="96885"/>
                  </a:lnTo>
                  <a:lnTo>
                    <a:pt x="7757373" y="96885"/>
                  </a:lnTo>
                  <a:lnTo>
                    <a:pt x="7757531" y="96885"/>
                  </a:lnTo>
                  <a:lnTo>
                    <a:pt x="7757688" y="96885"/>
                  </a:lnTo>
                  <a:lnTo>
                    <a:pt x="7757846" y="96885"/>
                  </a:lnTo>
                  <a:lnTo>
                    <a:pt x="7758004" y="96885"/>
                  </a:lnTo>
                  <a:lnTo>
                    <a:pt x="7758162" y="96885"/>
                  </a:lnTo>
                  <a:lnTo>
                    <a:pt x="7758319" y="96885"/>
                  </a:lnTo>
                  <a:lnTo>
                    <a:pt x="7758477" y="96885"/>
                  </a:lnTo>
                  <a:lnTo>
                    <a:pt x="7758635" y="96885"/>
                  </a:lnTo>
                  <a:lnTo>
                    <a:pt x="7758792" y="96885"/>
                  </a:lnTo>
                  <a:lnTo>
                    <a:pt x="7758792" y="96454"/>
                  </a:lnTo>
                  <a:lnTo>
                    <a:pt x="7758950" y="96454"/>
                  </a:lnTo>
                  <a:lnTo>
                    <a:pt x="7759108" y="96454"/>
                  </a:lnTo>
                  <a:lnTo>
                    <a:pt x="7759266" y="96454"/>
                  </a:lnTo>
                  <a:lnTo>
                    <a:pt x="7759423" y="96454"/>
                  </a:lnTo>
                  <a:lnTo>
                    <a:pt x="7759581" y="96454"/>
                  </a:lnTo>
                  <a:lnTo>
                    <a:pt x="7759739" y="96454"/>
                  </a:lnTo>
                  <a:lnTo>
                    <a:pt x="7759897" y="96454"/>
                  </a:lnTo>
                  <a:lnTo>
                    <a:pt x="7760054" y="96454"/>
                  </a:lnTo>
                  <a:lnTo>
                    <a:pt x="7760212" y="96454"/>
                  </a:lnTo>
                  <a:lnTo>
                    <a:pt x="7760370" y="96454"/>
                  </a:lnTo>
                  <a:lnTo>
                    <a:pt x="7760370" y="96023"/>
                  </a:lnTo>
                  <a:lnTo>
                    <a:pt x="7760527" y="96023"/>
                  </a:lnTo>
                  <a:lnTo>
                    <a:pt x="7760685" y="96023"/>
                  </a:lnTo>
                  <a:lnTo>
                    <a:pt x="7760843" y="96023"/>
                  </a:lnTo>
                  <a:lnTo>
                    <a:pt x="7761001" y="96023"/>
                  </a:lnTo>
                  <a:lnTo>
                    <a:pt x="7761158" y="96023"/>
                  </a:lnTo>
                  <a:lnTo>
                    <a:pt x="7761316" y="96023"/>
                  </a:lnTo>
                  <a:lnTo>
                    <a:pt x="7761474" y="96023"/>
                  </a:lnTo>
                  <a:lnTo>
                    <a:pt x="7761631" y="96023"/>
                  </a:lnTo>
                  <a:lnTo>
                    <a:pt x="7761789" y="96023"/>
                  </a:lnTo>
                  <a:lnTo>
                    <a:pt x="7761947" y="96023"/>
                  </a:lnTo>
                  <a:lnTo>
                    <a:pt x="7761947" y="95593"/>
                  </a:lnTo>
                  <a:lnTo>
                    <a:pt x="7762105" y="95593"/>
                  </a:lnTo>
                  <a:lnTo>
                    <a:pt x="7762262" y="95593"/>
                  </a:lnTo>
                  <a:lnTo>
                    <a:pt x="7762420" y="95593"/>
                  </a:lnTo>
                  <a:lnTo>
                    <a:pt x="7762578" y="95593"/>
                  </a:lnTo>
                  <a:lnTo>
                    <a:pt x="7762735" y="95593"/>
                  </a:lnTo>
                  <a:lnTo>
                    <a:pt x="7762893" y="95593"/>
                  </a:lnTo>
                  <a:lnTo>
                    <a:pt x="7763051" y="95593"/>
                  </a:lnTo>
                  <a:lnTo>
                    <a:pt x="7763209" y="95593"/>
                  </a:lnTo>
                  <a:lnTo>
                    <a:pt x="7763366" y="95593"/>
                  </a:lnTo>
                  <a:lnTo>
                    <a:pt x="7763524" y="95593"/>
                  </a:lnTo>
                  <a:lnTo>
                    <a:pt x="7763682" y="95593"/>
                  </a:lnTo>
                  <a:lnTo>
                    <a:pt x="7763839" y="95593"/>
                  </a:lnTo>
                  <a:lnTo>
                    <a:pt x="7763997" y="95593"/>
                  </a:lnTo>
                  <a:lnTo>
                    <a:pt x="7764155" y="95593"/>
                  </a:lnTo>
                  <a:lnTo>
                    <a:pt x="7764313" y="95593"/>
                  </a:lnTo>
                  <a:lnTo>
                    <a:pt x="7764313" y="95162"/>
                  </a:lnTo>
                  <a:lnTo>
                    <a:pt x="7764470" y="95162"/>
                  </a:lnTo>
                  <a:lnTo>
                    <a:pt x="7764628" y="95162"/>
                  </a:lnTo>
                  <a:lnTo>
                    <a:pt x="7764786" y="95162"/>
                  </a:lnTo>
                  <a:lnTo>
                    <a:pt x="7764943" y="95162"/>
                  </a:lnTo>
                  <a:lnTo>
                    <a:pt x="7765101" y="95162"/>
                  </a:lnTo>
                  <a:lnTo>
                    <a:pt x="7765259" y="95162"/>
                  </a:lnTo>
                  <a:lnTo>
                    <a:pt x="7765417" y="95162"/>
                  </a:lnTo>
                  <a:lnTo>
                    <a:pt x="7765574" y="95162"/>
                  </a:lnTo>
                  <a:lnTo>
                    <a:pt x="7765732" y="95162"/>
                  </a:lnTo>
                  <a:lnTo>
                    <a:pt x="7765890" y="95162"/>
                  </a:lnTo>
                  <a:lnTo>
                    <a:pt x="7766048" y="95162"/>
                  </a:lnTo>
                  <a:lnTo>
                    <a:pt x="7766205" y="95162"/>
                  </a:lnTo>
                  <a:lnTo>
                    <a:pt x="7766363" y="95162"/>
                  </a:lnTo>
                  <a:lnTo>
                    <a:pt x="7766521" y="95162"/>
                  </a:lnTo>
                  <a:lnTo>
                    <a:pt x="7766678" y="95162"/>
                  </a:lnTo>
                  <a:lnTo>
                    <a:pt x="7766836" y="95162"/>
                  </a:lnTo>
                  <a:lnTo>
                    <a:pt x="7766994" y="95162"/>
                  </a:lnTo>
                  <a:lnTo>
                    <a:pt x="7767152" y="95162"/>
                  </a:lnTo>
                  <a:lnTo>
                    <a:pt x="7767309" y="95162"/>
                  </a:lnTo>
                  <a:lnTo>
                    <a:pt x="7767467" y="95162"/>
                  </a:lnTo>
                  <a:lnTo>
                    <a:pt x="7767625" y="95162"/>
                  </a:lnTo>
                  <a:lnTo>
                    <a:pt x="7767782" y="95162"/>
                  </a:lnTo>
                  <a:lnTo>
                    <a:pt x="7767940" y="95162"/>
                  </a:lnTo>
                  <a:lnTo>
                    <a:pt x="7768098" y="95162"/>
                  </a:lnTo>
                  <a:lnTo>
                    <a:pt x="7768256" y="95162"/>
                  </a:lnTo>
                  <a:lnTo>
                    <a:pt x="7768413" y="95162"/>
                  </a:lnTo>
                  <a:lnTo>
                    <a:pt x="7768571" y="95162"/>
                  </a:lnTo>
                  <a:lnTo>
                    <a:pt x="7768729" y="95162"/>
                  </a:lnTo>
                  <a:lnTo>
                    <a:pt x="7768886" y="95162"/>
                  </a:lnTo>
                  <a:lnTo>
                    <a:pt x="7769044" y="95162"/>
                  </a:lnTo>
                  <a:lnTo>
                    <a:pt x="7769202" y="95162"/>
                  </a:lnTo>
                  <a:lnTo>
                    <a:pt x="7769360" y="95162"/>
                  </a:lnTo>
                  <a:lnTo>
                    <a:pt x="7769517" y="95162"/>
                  </a:lnTo>
                  <a:lnTo>
                    <a:pt x="7769675" y="95162"/>
                  </a:lnTo>
                  <a:lnTo>
                    <a:pt x="7769833" y="95162"/>
                  </a:lnTo>
                  <a:lnTo>
                    <a:pt x="7769990" y="95162"/>
                  </a:lnTo>
                  <a:lnTo>
                    <a:pt x="7770148" y="95162"/>
                  </a:lnTo>
                  <a:lnTo>
                    <a:pt x="7770306" y="95162"/>
                  </a:lnTo>
                  <a:lnTo>
                    <a:pt x="7770464" y="95162"/>
                  </a:lnTo>
                  <a:lnTo>
                    <a:pt x="7770621" y="95162"/>
                  </a:lnTo>
                  <a:lnTo>
                    <a:pt x="7770779" y="95162"/>
                  </a:lnTo>
                  <a:lnTo>
                    <a:pt x="7770937" y="95162"/>
                  </a:lnTo>
                  <a:lnTo>
                    <a:pt x="7771095" y="95162"/>
                  </a:lnTo>
                  <a:lnTo>
                    <a:pt x="7771252" y="95162"/>
                  </a:lnTo>
                  <a:lnTo>
                    <a:pt x="7771410" y="95162"/>
                  </a:lnTo>
                  <a:lnTo>
                    <a:pt x="7771410" y="94732"/>
                  </a:lnTo>
                  <a:lnTo>
                    <a:pt x="7771568" y="94732"/>
                  </a:lnTo>
                  <a:lnTo>
                    <a:pt x="7771725" y="94732"/>
                  </a:lnTo>
                  <a:lnTo>
                    <a:pt x="7771883" y="94732"/>
                  </a:lnTo>
                  <a:lnTo>
                    <a:pt x="7772041" y="94732"/>
                  </a:lnTo>
                  <a:lnTo>
                    <a:pt x="7772199" y="94732"/>
                  </a:lnTo>
                  <a:lnTo>
                    <a:pt x="7772356" y="94732"/>
                  </a:lnTo>
                  <a:lnTo>
                    <a:pt x="7772514" y="94732"/>
                  </a:lnTo>
                  <a:lnTo>
                    <a:pt x="7772672" y="94732"/>
                  </a:lnTo>
                  <a:lnTo>
                    <a:pt x="7772829" y="94732"/>
                  </a:lnTo>
                  <a:lnTo>
                    <a:pt x="7772987" y="94732"/>
                  </a:lnTo>
                  <a:lnTo>
                    <a:pt x="7773145" y="94732"/>
                  </a:lnTo>
                  <a:lnTo>
                    <a:pt x="7773145" y="94301"/>
                  </a:lnTo>
                  <a:lnTo>
                    <a:pt x="7773303" y="94301"/>
                  </a:lnTo>
                  <a:lnTo>
                    <a:pt x="7773460" y="94301"/>
                  </a:lnTo>
                  <a:lnTo>
                    <a:pt x="7773618" y="94301"/>
                  </a:lnTo>
                  <a:lnTo>
                    <a:pt x="7773776" y="94301"/>
                  </a:lnTo>
                  <a:lnTo>
                    <a:pt x="7773933" y="94301"/>
                  </a:lnTo>
                  <a:lnTo>
                    <a:pt x="7774091" y="94301"/>
                  </a:lnTo>
                  <a:lnTo>
                    <a:pt x="7774249" y="94301"/>
                  </a:lnTo>
                  <a:lnTo>
                    <a:pt x="7774407" y="94301"/>
                  </a:lnTo>
                  <a:lnTo>
                    <a:pt x="7774564" y="94301"/>
                  </a:lnTo>
                  <a:lnTo>
                    <a:pt x="7774722" y="94301"/>
                  </a:lnTo>
                  <a:lnTo>
                    <a:pt x="7774880" y="94301"/>
                  </a:lnTo>
                  <a:lnTo>
                    <a:pt x="7775037" y="94301"/>
                  </a:lnTo>
                  <a:lnTo>
                    <a:pt x="7775195" y="94301"/>
                  </a:lnTo>
                  <a:lnTo>
                    <a:pt x="7775353" y="94301"/>
                  </a:lnTo>
                  <a:lnTo>
                    <a:pt x="7775353" y="93870"/>
                  </a:lnTo>
                  <a:lnTo>
                    <a:pt x="7775511" y="93870"/>
                  </a:lnTo>
                  <a:lnTo>
                    <a:pt x="7775668" y="93870"/>
                  </a:lnTo>
                  <a:lnTo>
                    <a:pt x="7775826" y="93870"/>
                  </a:lnTo>
                  <a:lnTo>
                    <a:pt x="7775984" y="93870"/>
                  </a:lnTo>
                  <a:lnTo>
                    <a:pt x="7776141" y="93870"/>
                  </a:lnTo>
                  <a:lnTo>
                    <a:pt x="7776299" y="93870"/>
                  </a:lnTo>
                  <a:lnTo>
                    <a:pt x="7776457" y="93870"/>
                  </a:lnTo>
                  <a:lnTo>
                    <a:pt x="7776615" y="93870"/>
                  </a:lnTo>
                  <a:lnTo>
                    <a:pt x="7776772" y="93870"/>
                  </a:lnTo>
                  <a:lnTo>
                    <a:pt x="7776930" y="93870"/>
                  </a:lnTo>
                  <a:lnTo>
                    <a:pt x="7777088" y="93870"/>
                  </a:lnTo>
                  <a:lnTo>
                    <a:pt x="7777246" y="93870"/>
                  </a:lnTo>
                  <a:lnTo>
                    <a:pt x="7777403" y="93870"/>
                  </a:lnTo>
                  <a:lnTo>
                    <a:pt x="7777561" y="93870"/>
                  </a:lnTo>
                  <a:lnTo>
                    <a:pt x="7777719" y="93870"/>
                  </a:lnTo>
                  <a:lnTo>
                    <a:pt x="7777719" y="93440"/>
                  </a:lnTo>
                  <a:lnTo>
                    <a:pt x="7777876" y="93440"/>
                  </a:lnTo>
                  <a:lnTo>
                    <a:pt x="7777876" y="93009"/>
                  </a:lnTo>
                  <a:lnTo>
                    <a:pt x="7778034" y="93009"/>
                  </a:lnTo>
                  <a:lnTo>
                    <a:pt x="7778192" y="93009"/>
                  </a:lnTo>
                  <a:lnTo>
                    <a:pt x="7778350" y="93009"/>
                  </a:lnTo>
                  <a:lnTo>
                    <a:pt x="7778507" y="93009"/>
                  </a:lnTo>
                  <a:lnTo>
                    <a:pt x="7778665" y="93009"/>
                  </a:lnTo>
                  <a:lnTo>
                    <a:pt x="7778823" y="93009"/>
                  </a:lnTo>
                  <a:lnTo>
                    <a:pt x="7778980" y="93009"/>
                  </a:lnTo>
                  <a:lnTo>
                    <a:pt x="7779138" y="93009"/>
                  </a:lnTo>
                  <a:lnTo>
                    <a:pt x="7779296" y="93009"/>
                  </a:lnTo>
                  <a:lnTo>
                    <a:pt x="7779454" y="93009"/>
                  </a:lnTo>
                  <a:lnTo>
                    <a:pt x="7779611" y="93009"/>
                  </a:lnTo>
                  <a:lnTo>
                    <a:pt x="7779769" y="93009"/>
                  </a:lnTo>
                  <a:lnTo>
                    <a:pt x="7779927" y="93009"/>
                  </a:lnTo>
                  <a:lnTo>
                    <a:pt x="7780084" y="93009"/>
                  </a:lnTo>
                  <a:lnTo>
                    <a:pt x="7780242" y="93009"/>
                  </a:lnTo>
                  <a:lnTo>
                    <a:pt x="7780400" y="93009"/>
                  </a:lnTo>
                  <a:lnTo>
                    <a:pt x="7780558" y="93009"/>
                  </a:lnTo>
                  <a:lnTo>
                    <a:pt x="7780715" y="93009"/>
                  </a:lnTo>
                  <a:lnTo>
                    <a:pt x="7780873" y="93009"/>
                  </a:lnTo>
                  <a:lnTo>
                    <a:pt x="7781031" y="93009"/>
                  </a:lnTo>
                  <a:lnTo>
                    <a:pt x="7781188" y="93009"/>
                  </a:lnTo>
                  <a:lnTo>
                    <a:pt x="7781346" y="93009"/>
                  </a:lnTo>
                  <a:lnTo>
                    <a:pt x="7781504" y="93009"/>
                  </a:lnTo>
                  <a:lnTo>
                    <a:pt x="7781662" y="93009"/>
                  </a:lnTo>
                  <a:lnTo>
                    <a:pt x="7781819" y="93009"/>
                  </a:lnTo>
                  <a:lnTo>
                    <a:pt x="7781977" y="93009"/>
                  </a:lnTo>
                  <a:lnTo>
                    <a:pt x="7782135" y="93009"/>
                  </a:lnTo>
                  <a:lnTo>
                    <a:pt x="7782293" y="93009"/>
                  </a:lnTo>
                  <a:lnTo>
                    <a:pt x="7782450" y="93009"/>
                  </a:lnTo>
                  <a:lnTo>
                    <a:pt x="7782608" y="93009"/>
                  </a:lnTo>
                  <a:lnTo>
                    <a:pt x="7782766" y="93009"/>
                  </a:lnTo>
                  <a:lnTo>
                    <a:pt x="7782923" y="93009"/>
                  </a:lnTo>
                  <a:lnTo>
                    <a:pt x="7783081" y="93009"/>
                  </a:lnTo>
                  <a:lnTo>
                    <a:pt x="7783239" y="93009"/>
                  </a:lnTo>
                  <a:lnTo>
                    <a:pt x="7783397" y="93009"/>
                  </a:lnTo>
                  <a:lnTo>
                    <a:pt x="7783554" y="93009"/>
                  </a:lnTo>
                  <a:lnTo>
                    <a:pt x="7783554" y="92579"/>
                  </a:lnTo>
                  <a:lnTo>
                    <a:pt x="7783712" y="92579"/>
                  </a:lnTo>
                  <a:lnTo>
                    <a:pt x="7783712" y="92148"/>
                  </a:lnTo>
                  <a:lnTo>
                    <a:pt x="7783870" y="92148"/>
                  </a:lnTo>
                  <a:lnTo>
                    <a:pt x="7784027" y="92148"/>
                  </a:lnTo>
                  <a:lnTo>
                    <a:pt x="7784185" y="92148"/>
                  </a:lnTo>
                  <a:lnTo>
                    <a:pt x="7784343" y="92148"/>
                  </a:lnTo>
                  <a:lnTo>
                    <a:pt x="7784501" y="92148"/>
                  </a:lnTo>
                  <a:lnTo>
                    <a:pt x="7784501" y="91717"/>
                  </a:lnTo>
                  <a:lnTo>
                    <a:pt x="7784658" y="91717"/>
                  </a:lnTo>
                  <a:lnTo>
                    <a:pt x="7784816" y="91717"/>
                  </a:lnTo>
                  <a:lnTo>
                    <a:pt x="7784816" y="91287"/>
                  </a:lnTo>
                  <a:lnTo>
                    <a:pt x="7784974" y="91287"/>
                  </a:lnTo>
                  <a:lnTo>
                    <a:pt x="7785131" y="91287"/>
                  </a:lnTo>
                  <a:lnTo>
                    <a:pt x="7785289" y="91287"/>
                  </a:lnTo>
                  <a:lnTo>
                    <a:pt x="7785447" y="91287"/>
                  </a:lnTo>
                  <a:lnTo>
                    <a:pt x="7785605" y="91287"/>
                  </a:lnTo>
                  <a:lnTo>
                    <a:pt x="7785762" y="91287"/>
                  </a:lnTo>
                  <a:lnTo>
                    <a:pt x="7785920" y="91287"/>
                  </a:lnTo>
                  <a:lnTo>
                    <a:pt x="7786078" y="91287"/>
                  </a:lnTo>
                  <a:lnTo>
                    <a:pt x="7786235" y="91287"/>
                  </a:lnTo>
                  <a:lnTo>
                    <a:pt x="7786393" y="91287"/>
                  </a:lnTo>
                  <a:lnTo>
                    <a:pt x="7786551" y="91287"/>
                  </a:lnTo>
                  <a:lnTo>
                    <a:pt x="7786709" y="91287"/>
                  </a:lnTo>
                  <a:lnTo>
                    <a:pt x="7786866" y="91287"/>
                  </a:lnTo>
                  <a:lnTo>
                    <a:pt x="7786866" y="90856"/>
                  </a:lnTo>
                  <a:lnTo>
                    <a:pt x="7787024" y="90856"/>
                  </a:lnTo>
                  <a:lnTo>
                    <a:pt x="7787182" y="90856"/>
                  </a:lnTo>
                  <a:lnTo>
                    <a:pt x="7787339" y="90856"/>
                  </a:lnTo>
                  <a:lnTo>
                    <a:pt x="7787497" y="90856"/>
                  </a:lnTo>
                  <a:lnTo>
                    <a:pt x="7787655" y="90856"/>
                  </a:lnTo>
                  <a:lnTo>
                    <a:pt x="7787813" y="90856"/>
                  </a:lnTo>
                  <a:lnTo>
                    <a:pt x="7787970" y="90856"/>
                  </a:lnTo>
                  <a:lnTo>
                    <a:pt x="7788128" y="90856"/>
                  </a:lnTo>
                  <a:lnTo>
                    <a:pt x="7788286" y="90856"/>
                  </a:lnTo>
                  <a:lnTo>
                    <a:pt x="7788444" y="90856"/>
                  </a:lnTo>
                  <a:lnTo>
                    <a:pt x="7788601" y="90856"/>
                  </a:lnTo>
                  <a:lnTo>
                    <a:pt x="7788759" y="90856"/>
                  </a:lnTo>
                  <a:lnTo>
                    <a:pt x="7788917" y="90856"/>
                  </a:lnTo>
                  <a:lnTo>
                    <a:pt x="7789074" y="90856"/>
                  </a:lnTo>
                  <a:lnTo>
                    <a:pt x="7789232" y="90856"/>
                  </a:lnTo>
                  <a:lnTo>
                    <a:pt x="7789390" y="90856"/>
                  </a:lnTo>
                  <a:lnTo>
                    <a:pt x="7789548" y="90856"/>
                  </a:lnTo>
                  <a:lnTo>
                    <a:pt x="7789705" y="90856"/>
                  </a:lnTo>
                  <a:lnTo>
                    <a:pt x="7789863" y="90856"/>
                  </a:lnTo>
                  <a:lnTo>
                    <a:pt x="7790021" y="90856"/>
                  </a:lnTo>
                  <a:lnTo>
                    <a:pt x="7790178" y="90856"/>
                  </a:lnTo>
                  <a:lnTo>
                    <a:pt x="7790336" y="90856"/>
                  </a:lnTo>
                  <a:lnTo>
                    <a:pt x="7790494" y="90856"/>
                  </a:lnTo>
                  <a:lnTo>
                    <a:pt x="7790652" y="90856"/>
                  </a:lnTo>
                  <a:lnTo>
                    <a:pt x="7790809" y="90856"/>
                  </a:lnTo>
                  <a:lnTo>
                    <a:pt x="7790967" y="90856"/>
                  </a:lnTo>
                  <a:lnTo>
                    <a:pt x="7791125" y="90856"/>
                  </a:lnTo>
                  <a:lnTo>
                    <a:pt x="7791282" y="90856"/>
                  </a:lnTo>
                  <a:lnTo>
                    <a:pt x="7791440" y="90856"/>
                  </a:lnTo>
                  <a:lnTo>
                    <a:pt x="7791598" y="90856"/>
                  </a:lnTo>
                  <a:lnTo>
                    <a:pt x="7791756" y="90856"/>
                  </a:lnTo>
                  <a:lnTo>
                    <a:pt x="7791913" y="90856"/>
                  </a:lnTo>
                  <a:lnTo>
                    <a:pt x="7792071" y="90856"/>
                  </a:lnTo>
                  <a:lnTo>
                    <a:pt x="7792229" y="90856"/>
                  </a:lnTo>
                  <a:lnTo>
                    <a:pt x="7792386" y="90856"/>
                  </a:lnTo>
                  <a:lnTo>
                    <a:pt x="7792544" y="90856"/>
                  </a:lnTo>
                  <a:lnTo>
                    <a:pt x="7792702" y="90856"/>
                  </a:lnTo>
                  <a:lnTo>
                    <a:pt x="7792860" y="90856"/>
                  </a:lnTo>
                  <a:lnTo>
                    <a:pt x="7793017" y="90856"/>
                  </a:lnTo>
                  <a:lnTo>
                    <a:pt x="7793175" y="90856"/>
                  </a:lnTo>
                  <a:lnTo>
                    <a:pt x="7793333" y="90856"/>
                  </a:lnTo>
                  <a:lnTo>
                    <a:pt x="7793491" y="90856"/>
                  </a:lnTo>
                  <a:lnTo>
                    <a:pt x="7793648" y="90856"/>
                  </a:lnTo>
                  <a:lnTo>
                    <a:pt x="7793806" y="90856"/>
                  </a:lnTo>
                  <a:lnTo>
                    <a:pt x="7793964" y="90856"/>
                  </a:lnTo>
                  <a:lnTo>
                    <a:pt x="7794121" y="90856"/>
                  </a:lnTo>
                  <a:lnTo>
                    <a:pt x="7794279" y="90856"/>
                  </a:lnTo>
                  <a:lnTo>
                    <a:pt x="7794437" y="90856"/>
                  </a:lnTo>
                  <a:lnTo>
                    <a:pt x="7794595" y="90856"/>
                  </a:lnTo>
                  <a:lnTo>
                    <a:pt x="7794752" y="90856"/>
                  </a:lnTo>
                  <a:lnTo>
                    <a:pt x="7794910" y="90856"/>
                  </a:lnTo>
                  <a:lnTo>
                    <a:pt x="7795068" y="90856"/>
                  </a:lnTo>
                  <a:lnTo>
                    <a:pt x="7795225" y="90856"/>
                  </a:lnTo>
                  <a:lnTo>
                    <a:pt x="7795383" y="90856"/>
                  </a:lnTo>
                  <a:lnTo>
                    <a:pt x="7795541" y="90856"/>
                  </a:lnTo>
                  <a:lnTo>
                    <a:pt x="7795541" y="90426"/>
                  </a:lnTo>
                  <a:lnTo>
                    <a:pt x="7795699" y="90426"/>
                  </a:lnTo>
                  <a:lnTo>
                    <a:pt x="7795856" y="90426"/>
                  </a:lnTo>
                  <a:lnTo>
                    <a:pt x="7796014" y="90426"/>
                  </a:lnTo>
                  <a:lnTo>
                    <a:pt x="7796172" y="90426"/>
                  </a:lnTo>
                  <a:lnTo>
                    <a:pt x="7796329" y="90426"/>
                  </a:lnTo>
                  <a:lnTo>
                    <a:pt x="7796487" y="90426"/>
                  </a:lnTo>
                  <a:lnTo>
                    <a:pt x="7796645" y="90426"/>
                  </a:lnTo>
                  <a:lnTo>
                    <a:pt x="7796803" y="90426"/>
                  </a:lnTo>
                  <a:lnTo>
                    <a:pt x="7796960" y="90426"/>
                  </a:lnTo>
                  <a:lnTo>
                    <a:pt x="7797118" y="90426"/>
                  </a:lnTo>
                  <a:lnTo>
                    <a:pt x="7797276" y="90426"/>
                  </a:lnTo>
                  <a:lnTo>
                    <a:pt x="7797433" y="90426"/>
                  </a:lnTo>
                  <a:lnTo>
                    <a:pt x="7797591" y="90426"/>
                  </a:lnTo>
                  <a:lnTo>
                    <a:pt x="7797749" y="90426"/>
                  </a:lnTo>
                  <a:lnTo>
                    <a:pt x="7797907" y="90426"/>
                  </a:lnTo>
                  <a:lnTo>
                    <a:pt x="7798064" y="90426"/>
                  </a:lnTo>
                  <a:lnTo>
                    <a:pt x="7798064" y="89995"/>
                  </a:lnTo>
                  <a:lnTo>
                    <a:pt x="7798222" y="89995"/>
                  </a:lnTo>
                  <a:lnTo>
                    <a:pt x="7798380" y="89995"/>
                  </a:lnTo>
                  <a:lnTo>
                    <a:pt x="7798537" y="89995"/>
                  </a:lnTo>
                  <a:lnTo>
                    <a:pt x="7798695" y="89995"/>
                  </a:lnTo>
                  <a:lnTo>
                    <a:pt x="7798853" y="89995"/>
                  </a:lnTo>
                  <a:lnTo>
                    <a:pt x="7799011" y="89995"/>
                  </a:lnTo>
                  <a:lnTo>
                    <a:pt x="7799168" y="89995"/>
                  </a:lnTo>
                  <a:lnTo>
                    <a:pt x="7799326" y="89995"/>
                  </a:lnTo>
                  <a:lnTo>
                    <a:pt x="7799484" y="89995"/>
                  </a:lnTo>
                  <a:lnTo>
                    <a:pt x="7799642" y="89995"/>
                  </a:lnTo>
                  <a:lnTo>
                    <a:pt x="7799799" y="89995"/>
                  </a:lnTo>
                  <a:lnTo>
                    <a:pt x="7799957" y="89995"/>
                  </a:lnTo>
                  <a:lnTo>
                    <a:pt x="7799957" y="89564"/>
                  </a:lnTo>
                  <a:lnTo>
                    <a:pt x="7800115" y="89564"/>
                  </a:lnTo>
                  <a:lnTo>
                    <a:pt x="7800272" y="89564"/>
                  </a:lnTo>
                  <a:lnTo>
                    <a:pt x="7800430" y="89564"/>
                  </a:lnTo>
                  <a:lnTo>
                    <a:pt x="7800588" y="89564"/>
                  </a:lnTo>
                  <a:lnTo>
                    <a:pt x="7800746" y="89564"/>
                  </a:lnTo>
                  <a:lnTo>
                    <a:pt x="7800903" y="89564"/>
                  </a:lnTo>
                  <a:lnTo>
                    <a:pt x="7801061" y="89564"/>
                  </a:lnTo>
                  <a:lnTo>
                    <a:pt x="7801219" y="89564"/>
                  </a:lnTo>
                  <a:lnTo>
                    <a:pt x="7801376" y="89564"/>
                  </a:lnTo>
                  <a:lnTo>
                    <a:pt x="7801534" y="89564"/>
                  </a:lnTo>
                  <a:lnTo>
                    <a:pt x="7801692" y="89564"/>
                  </a:lnTo>
                  <a:lnTo>
                    <a:pt x="7801850" y="89564"/>
                  </a:lnTo>
                  <a:lnTo>
                    <a:pt x="7802007" y="89564"/>
                  </a:lnTo>
                  <a:lnTo>
                    <a:pt x="7802165" y="89564"/>
                  </a:lnTo>
                  <a:lnTo>
                    <a:pt x="7802323" y="89564"/>
                  </a:lnTo>
                  <a:lnTo>
                    <a:pt x="7802480" y="89564"/>
                  </a:lnTo>
                  <a:lnTo>
                    <a:pt x="7802638" y="89564"/>
                  </a:lnTo>
                  <a:lnTo>
                    <a:pt x="7802796" y="89564"/>
                  </a:lnTo>
                  <a:lnTo>
                    <a:pt x="7802954" y="89564"/>
                  </a:lnTo>
                  <a:lnTo>
                    <a:pt x="7803111" y="89564"/>
                  </a:lnTo>
                  <a:lnTo>
                    <a:pt x="7803111" y="89134"/>
                  </a:lnTo>
                  <a:lnTo>
                    <a:pt x="7803269" y="89134"/>
                  </a:lnTo>
                  <a:lnTo>
                    <a:pt x="7803427" y="89134"/>
                  </a:lnTo>
                  <a:lnTo>
                    <a:pt x="7803584" y="89134"/>
                  </a:lnTo>
                  <a:lnTo>
                    <a:pt x="7803742" y="89134"/>
                  </a:lnTo>
                  <a:lnTo>
                    <a:pt x="7803900" y="89134"/>
                  </a:lnTo>
                  <a:lnTo>
                    <a:pt x="7804058" y="89134"/>
                  </a:lnTo>
                  <a:lnTo>
                    <a:pt x="7804215" y="89134"/>
                  </a:lnTo>
                  <a:lnTo>
                    <a:pt x="7804373" y="89134"/>
                  </a:lnTo>
                  <a:lnTo>
                    <a:pt x="7804531" y="89134"/>
                  </a:lnTo>
                  <a:lnTo>
                    <a:pt x="7804688" y="89134"/>
                  </a:lnTo>
                  <a:lnTo>
                    <a:pt x="7804846" y="89134"/>
                  </a:lnTo>
                  <a:lnTo>
                    <a:pt x="7805004" y="89134"/>
                  </a:lnTo>
                  <a:lnTo>
                    <a:pt x="7805162" y="89134"/>
                  </a:lnTo>
                  <a:lnTo>
                    <a:pt x="7805319" y="89134"/>
                  </a:lnTo>
                  <a:lnTo>
                    <a:pt x="7805477" y="89134"/>
                  </a:lnTo>
                  <a:lnTo>
                    <a:pt x="7805635" y="89134"/>
                  </a:lnTo>
                  <a:lnTo>
                    <a:pt x="7805793" y="89134"/>
                  </a:lnTo>
                  <a:lnTo>
                    <a:pt x="7805950" y="89134"/>
                  </a:lnTo>
                  <a:lnTo>
                    <a:pt x="7806108" y="89134"/>
                  </a:lnTo>
                  <a:lnTo>
                    <a:pt x="7806266" y="89134"/>
                  </a:lnTo>
                  <a:lnTo>
                    <a:pt x="7806423" y="89134"/>
                  </a:lnTo>
                  <a:lnTo>
                    <a:pt x="7806581" y="89134"/>
                  </a:lnTo>
                  <a:lnTo>
                    <a:pt x="7806739" y="89134"/>
                  </a:lnTo>
                  <a:lnTo>
                    <a:pt x="7806897" y="89134"/>
                  </a:lnTo>
                  <a:lnTo>
                    <a:pt x="7806897" y="88703"/>
                  </a:lnTo>
                  <a:lnTo>
                    <a:pt x="7807054" y="88703"/>
                  </a:lnTo>
                  <a:lnTo>
                    <a:pt x="7807212" y="88703"/>
                  </a:lnTo>
                  <a:lnTo>
                    <a:pt x="7807370" y="88703"/>
                  </a:lnTo>
                  <a:lnTo>
                    <a:pt x="7807527" y="88703"/>
                  </a:lnTo>
                  <a:lnTo>
                    <a:pt x="7807685" y="88703"/>
                  </a:lnTo>
                  <a:lnTo>
                    <a:pt x="7807843" y="88703"/>
                  </a:lnTo>
                  <a:lnTo>
                    <a:pt x="7808001" y="88703"/>
                  </a:lnTo>
                  <a:lnTo>
                    <a:pt x="7808158" y="88703"/>
                  </a:lnTo>
                  <a:lnTo>
                    <a:pt x="7808316" y="88703"/>
                  </a:lnTo>
                  <a:lnTo>
                    <a:pt x="7808316" y="88273"/>
                  </a:lnTo>
                  <a:lnTo>
                    <a:pt x="7808474" y="88273"/>
                  </a:lnTo>
                  <a:lnTo>
                    <a:pt x="7808631" y="88273"/>
                  </a:lnTo>
                  <a:lnTo>
                    <a:pt x="7808789" y="88273"/>
                  </a:lnTo>
                  <a:lnTo>
                    <a:pt x="7808947" y="88273"/>
                  </a:lnTo>
                  <a:lnTo>
                    <a:pt x="7809105" y="88273"/>
                  </a:lnTo>
                  <a:lnTo>
                    <a:pt x="7809262" y="88273"/>
                  </a:lnTo>
                  <a:lnTo>
                    <a:pt x="7809420" y="88273"/>
                  </a:lnTo>
                  <a:lnTo>
                    <a:pt x="7809578" y="88273"/>
                  </a:lnTo>
                  <a:lnTo>
                    <a:pt x="7809735" y="88273"/>
                  </a:lnTo>
                  <a:lnTo>
                    <a:pt x="7809893" y="88273"/>
                  </a:lnTo>
                  <a:lnTo>
                    <a:pt x="7810051" y="88273"/>
                  </a:lnTo>
                  <a:lnTo>
                    <a:pt x="7810209" y="88273"/>
                  </a:lnTo>
                  <a:lnTo>
                    <a:pt x="7810366" y="88273"/>
                  </a:lnTo>
                  <a:lnTo>
                    <a:pt x="7810524" y="88273"/>
                  </a:lnTo>
                  <a:lnTo>
                    <a:pt x="7810682" y="88273"/>
                  </a:lnTo>
                  <a:lnTo>
                    <a:pt x="7810840" y="88273"/>
                  </a:lnTo>
                  <a:lnTo>
                    <a:pt x="7810997" y="88273"/>
                  </a:lnTo>
                  <a:lnTo>
                    <a:pt x="7810997" y="87842"/>
                  </a:lnTo>
                  <a:lnTo>
                    <a:pt x="7811155" y="87842"/>
                  </a:lnTo>
                  <a:lnTo>
                    <a:pt x="7811313" y="87842"/>
                  </a:lnTo>
                  <a:lnTo>
                    <a:pt x="7811470" y="87842"/>
                  </a:lnTo>
                  <a:lnTo>
                    <a:pt x="7811628" y="87842"/>
                  </a:lnTo>
                  <a:lnTo>
                    <a:pt x="7811786" y="87842"/>
                  </a:lnTo>
                  <a:lnTo>
                    <a:pt x="7811944" y="87842"/>
                  </a:lnTo>
                  <a:lnTo>
                    <a:pt x="7812101" y="87842"/>
                  </a:lnTo>
                  <a:lnTo>
                    <a:pt x="7812259" y="87842"/>
                  </a:lnTo>
                  <a:lnTo>
                    <a:pt x="7812417" y="87842"/>
                  </a:lnTo>
                  <a:lnTo>
                    <a:pt x="7812574" y="87842"/>
                  </a:lnTo>
                  <a:lnTo>
                    <a:pt x="7812732" y="87842"/>
                  </a:lnTo>
                  <a:lnTo>
                    <a:pt x="7812890" y="87842"/>
                  </a:lnTo>
                  <a:lnTo>
                    <a:pt x="7813048" y="87842"/>
                  </a:lnTo>
                  <a:lnTo>
                    <a:pt x="7813048" y="87411"/>
                  </a:lnTo>
                  <a:lnTo>
                    <a:pt x="7813205" y="87411"/>
                  </a:lnTo>
                  <a:lnTo>
                    <a:pt x="7813363" y="87411"/>
                  </a:lnTo>
                  <a:lnTo>
                    <a:pt x="7813521" y="87411"/>
                  </a:lnTo>
                  <a:lnTo>
                    <a:pt x="7813521" y="86981"/>
                  </a:lnTo>
                  <a:lnTo>
                    <a:pt x="7813678" y="86981"/>
                  </a:lnTo>
                  <a:lnTo>
                    <a:pt x="7813836" y="86981"/>
                  </a:lnTo>
                  <a:lnTo>
                    <a:pt x="7813994" y="86981"/>
                  </a:lnTo>
                  <a:lnTo>
                    <a:pt x="7814152" y="86981"/>
                  </a:lnTo>
                  <a:lnTo>
                    <a:pt x="7814309" y="86981"/>
                  </a:lnTo>
                  <a:lnTo>
                    <a:pt x="7814467" y="86981"/>
                  </a:lnTo>
                  <a:lnTo>
                    <a:pt x="7814625" y="86981"/>
                  </a:lnTo>
                  <a:lnTo>
                    <a:pt x="7814782" y="86981"/>
                  </a:lnTo>
                  <a:lnTo>
                    <a:pt x="7814940" y="86981"/>
                  </a:lnTo>
                  <a:lnTo>
                    <a:pt x="7815098" y="86981"/>
                  </a:lnTo>
                  <a:lnTo>
                    <a:pt x="7815256" y="86981"/>
                  </a:lnTo>
                  <a:lnTo>
                    <a:pt x="7815413" y="86981"/>
                  </a:lnTo>
                  <a:lnTo>
                    <a:pt x="7815571" y="86981"/>
                  </a:lnTo>
                  <a:lnTo>
                    <a:pt x="7815729" y="86981"/>
                  </a:lnTo>
                  <a:lnTo>
                    <a:pt x="7815886" y="86981"/>
                  </a:lnTo>
                  <a:lnTo>
                    <a:pt x="7816044" y="86981"/>
                  </a:lnTo>
                  <a:lnTo>
                    <a:pt x="7816044" y="86550"/>
                  </a:lnTo>
                  <a:lnTo>
                    <a:pt x="7816202" y="86550"/>
                  </a:lnTo>
                  <a:lnTo>
                    <a:pt x="7816360" y="86550"/>
                  </a:lnTo>
                  <a:lnTo>
                    <a:pt x="7816517" y="86550"/>
                  </a:lnTo>
                  <a:lnTo>
                    <a:pt x="7816675" y="86550"/>
                  </a:lnTo>
                  <a:lnTo>
                    <a:pt x="7816833" y="86550"/>
                  </a:lnTo>
                  <a:lnTo>
                    <a:pt x="7816991" y="86550"/>
                  </a:lnTo>
                  <a:lnTo>
                    <a:pt x="7817148" y="86550"/>
                  </a:lnTo>
                  <a:lnTo>
                    <a:pt x="7817306" y="86550"/>
                  </a:lnTo>
                  <a:lnTo>
                    <a:pt x="7817464" y="86550"/>
                  </a:lnTo>
                  <a:lnTo>
                    <a:pt x="7817621" y="86550"/>
                  </a:lnTo>
                  <a:lnTo>
                    <a:pt x="7817779" y="86550"/>
                  </a:lnTo>
                  <a:lnTo>
                    <a:pt x="7817937" y="86550"/>
                  </a:lnTo>
                  <a:lnTo>
                    <a:pt x="7818095" y="86550"/>
                  </a:lnTo>
                  <a:lnTo>
                    <a:pt x="7818252" y="86550"/>
                  </a:lnTo>
                  <a:lnTo>
                    <a:pt x="7818410" y="86550"/>
                  </a:lnTo>
                  <a:lnTo>
                    <a:pt x="7818568" y="86550"/>
                  </a:lnTo>
                  <a:lnTo>
                    <a:pt x="7818725" y="86550"/>
                  </a:lnTo>
                  <a:lnTo>
                    <a:pt x="7818883" y="86550"/>
                  </a:lnTo>
                  <a:lnTo>
                    <a:pt x="7819041" y="86550"/>
                  </a:lnTo>
                  <a:lnTo>
                    <a:pt x="7819199" y="86550"/>
                  </a:lnTo>
                  <a:lnTo>
                    <a:pt x="7819356" y="86550"/>
                  </a:lnTo>
                  <a:lnTo>
                    <a:pt x="7819514" y="86550"/>
                  </a:lnTo>
                  <a:lnTo>
                    <a:pt x="7819672" y="86550"/>
                  </a:lnTo>
                  <a:lnTo>
                    <a:pt x="7819829" y="86550"/>
                  </a:lnTo>
                  <a:lnTo>
                    <a:pt x="7819829" y="86120"/>
                  </a:lnTo>
                  <a:lnTo>
                    <a:pt x="7819987" y="86120"/>
                  </a:lnTo>
                  <a:lnTo>
                    <a:pt x="7820145" y="86120"/>
                  </a:lnTo>
                  <a:lnTo>
                    <a:pt x="7820303" y="86120"/>
                  </a:lnTo>
                  <a:lnTo>
                    <a:pt x="7820460" y="86120"/>
                  </a:lnTo>
                  <a:lnTo>
                    <a:pt x="7820618" y="86120"/>
                  </a:lnTo>
                  <a:lnTo>
                    <a:pt x="7820776" y="86120"/>
                  </a:lnTo>
                  <a:lnTo>
                    <a:pt x="7820933" y="86120"/>
                  </a:lnTo>
                  <a:lnTo>
                    <a:pt x="7821091" y="86120"/>
                  </a:lnTo>
                  <a:lnTo>
                    <a:pt x="7821249" y="86120"/>
                  </a:lnTo>
                  <a:lnTo>
                    <a:pt x="7821407" y="86120"/>
                  </a:lnTo>
                  <a:lnTo>
                    <a:pt x="7821564" y="86120"/>
                  </a:lnTo>
                  <a:lnTo>
                    <a:pt x="7821722" y="86120"/>
                  </a:lnTo>
                  <a:lnTo>
                    <a:pt x="7821722" y="85689"/>
                  </a:lnTo>
                  <a:lnTo>
                    <a:pt x="7821880" y="85689"/>
                  </a:lnTo>
                  <a:lnTo>
                    <a:pt x="7822038" y="85689"/>
                  </a:lnTo>
                  <a:lnTo>
                    <a:pt x="7822195" y="85689"/>
                  </a:lnTo>
                  <a:lnTo>
                    <a:pt x="7822195" y="85258"/>
                  </a:lnTo>
                  <a:lnTo>
                    <a:pt x="7822353" y="85258"/>
                  </a:lnTo>
                  <a:lnTo>
                    <a:pt x="7822511" y="85258"/>
                  </a:lnTo>
                  <a:lnTo>
                    <a:pt x="7822668" y="85258"/>
                  </a:lnTo>
                  <a:lnTo>
                    <a:pt x="7822826" y="85258"/>
                  </a:lnTo>
                  <a:lnTo>
                    <a:pt x="7822984" y="85258"/>
                  </a:lnTo>
                  <a:lnTo>
                    <a:pt x="7823142" y="85258"/>
                  </a:lnTo>
                  <a:lnTo>
                    <a:pt x="7823299" y="85258"/>
                  </a:lnTo>
                  <a:lnTo>
                    <a:pt x="7823457" y="85258"/>
                  </a:lnTo>
                  <a:lnTo>
                    <a:pt x="7823615" y="85258"/>
                  </a:lnTo>
                  <a:lnTo>
                    <a:pt x="7823772" y="85258"/>
                  </a:lnTo>
                  <a:lnTo>
                    <a:pt x="7823930" y="85258"/>
                  </a:lnTo>
                  <a:lnTo>
                    <a:pt x="7824088" y="85258"/>
                  </a:lnTo>
                  <a:lnTo>
                    <a:pt x="7824246" y="85258"/>
                  </a:lnTo>
                  <a:lnTo>
                    <a:pt x="7824403" y="85258"/>
                  </a:lnTo>
                  <a:lnTo>
                    <a:pt x="7824561" y="85258"/>
                  </a:lnTo>
                  <a:lnTo>
                    <a:pt x="7824719" y="85258"/>
                  </a:lnTo>
                  <a:lnTo>
                    <a:pt x="7824876" y="85258"/>
                  </a:lnTo>
                  <a:lnTo>
                    <a:pt x="7825034" y="85258"/>
                  </a:lnTo>
                  <a:lnTo>
                    <a:pt x="7825192" y="85258"/>
                  </a:lnTo>
                  <a:lnTo>
                    <a:pt x="7825350" y="85258"/>
                  </a:lnTo>
                  <a:lnTo>
                    <a:pt x="7825507" y="85258"/>
                  </a:lnTo>
                  <a:lnTo>
                    <a:pt x="7825665" y="85258"/>
                  </a:lnTo>
                  <a:lnTo>
                    <a:pt x="7825823" y="85258"/>
                  </a:lnTo>
                  <a:lnTo>
                    <a:pt x="7825980" y="85258"/>
                  </a:lnTo>
                  <a:lnTo>
                    <a:pt x="7826138" y="85258"/>
                  </a:lnTo>
                  <a:lnTo>
                    <a:pt x="7826296" y="85258"/>
                  </a:lnTo>
                  <a:lnTo>
                    <a:pt x="7826454" y="85258"/>
                  </a:lnTo>
                  <a:lnTo>
                    <a:pt x="7826611" y="85258"/>
                  </a:lnTo>
                  <a:lnTo>
                    <a:pt x="7826769" y="85258"/>
                  </a:lnTo>
                  <a:lnTo>
                    <a:pt x="7826927" y="85258"/>
                  </a:lnTo>
                  <a:lnTo>
                    <a:pt x="7827084" y="85258"/>
                  </a:lnTo>
                  <a:lnTo>
                    <a:pt x="7827242" y="85258"/>
                  </a:lnTo>
                  <a:lnTo>
                    <a:pt x="7827400" y="85258"/>
                  </a:lnTo>
                  <a:lnTo>
                    <a:pt x="7827558" y="85258"/>
                  </a:lnTo>
                  <a:lnTo>
                    <a:pt x="7827715" y="85258"/>
                  </a:lnTo>
                  <a:lnTo>
                    <a:pt x="7827873" y="85258"/>
                  </a:lnTo>
                  <a:lnTo>
                    <a:pt x="7828031" y="85258"/>
                  </a:lnTo>
                  <a:lnTo>
                    <a:pt x="7828189" y="85258"/>
                  </a:lnTo>
                  <a:lnTo>
                    <a:pt x="7828346" y="85258"/>
                  </a:lnTo>
                  <a:lnTo>
                    <a:pt x="7828504" y="85258"/>
                  </a:lnTo>
                  <a:lnTo>
                    <a:pt x="7828662" y="85258"/>
                  </a:lnTo>
                  <a:lnTo>
                    <a:pt x="7828819" y="85258"/>
                  </a:lnTo>
                  <a:lnTo>
                    <a:pt x="7828977" y="85258"/>
                  </a:lnTo>
                  <a:lnTo>
                    <a:pt x="7829135" y="85258"/>
                  </a:lnTo>
                  <a:lnTo>
                    <a:pt x="7829293" y="85258"/>
                  </a:lnTo>
                  <a:lnTo>
                    <a:pt x="7829450" y="85258"/>
                  </a:lnTo>
                  <a:lnTo>
                    <a:pt x="7829608" y="85258"/>
                  </a:lnTo>
                  <a:lnTo>
                    <a:pt x="7829766" y="85258"/>
                  </a:lnTo>
                  <a:lnTo>
                    <a:pt x="7829923" y="85258"/>
                  </a:lnTo>
                  <a:lnTo>
                    <a:pt x="7830081" y="85258"/>
                  </a:lnTo>
                  <a:lnTo>
                    <a:pt x="7830239" y="85258"/>
                  </a:lnTo>
                  <a:lnTo>
                    <a:pt x="7830239" y="84828"/>
                  </a:lnTo>
                  <a:lnTo>
                    <a:pt x="7830397" y="84828"/>
                  </a:lnTo>
                  <a:lnTo>
                    <a:pt x="7830554" y="84828"/>
                  </a:lnTo>
                  <a:lnTo>
                    <a:pt x="7830712" y="84828"/>
                  </a:lnTo>
                  <a:lnTo>
                    <a:pt x="7830870" y="84828"/>
                  </a:lnTo>
                  <a:lnTo>
                    <a:pt x="7831027" y="84828"/>
                  </a:lnTo>
                  <a:lnTo>
                    <a:pt x="7831185" y="84828"/>
                  </a:lnTo>
                  <a:lnTo>
                    <a:pt x="7831343" y="84828"/>
                  </a:lnTo>
                  <a:lnTo>
                    <a:pt x="7831501" y="84828"/>
                  </a:lnTo>
                  <a:lnTo>
                    <a:pt x="7831658" y="84828"/>
                  </a:lnTo>
                  <a:lnTo>
                    <a:pt x="7831816" y="84828"/>
                  </a:lnTo>
                  <a:lnTo>
                    <a:pt x="7831974" y="84828"/>
                  </a:lnTo>
                  <a:lnTo>
                    <a:pt x="7832131" y="84828"/>
                  </a:lnTo>
                  <a:lnTo>
                    <a:pt x="7832289" y="84828"/>
                  </a:lnTo>
                  <a:lnTo>
                    <a:pt x="7832447" y="84828"/>
                  </a:lnTo>
                  <a:lnTo>
                    <a:pt x="7832605" y="84828"/>
                  </a:lnTo>
                  <a:lnTo>
                    <a:pt x="7832762" y="84828"/>
                  </a:lnTo>
                  <a:lnTo>
                    <a:pt x="7832920" y="84828"/>
                  </a:lnTo>
                  <a:lnTo>
                    <a:pt x="7833078" y="84828"/>
                  </a:lnTo>
                  <a:lnTo>
                    <a:pt x="7833236" y="84828"/>
                  </a:lnTo>
                  <a:lnTo>
                    <a:pt x="7833393" y="84828"/>
                  </a:lnTo>
                  <a:lnTo>
                    <a:pt x="7833551" y="84828"/>
                  </a:lnTo>
                  <a:lnTo>
                    <a:pt x="7833709" y="84828"/>
                  </a:lnTo>
                  <a:lnTo>
                    <a:pt x="7833866" y="84828"/>
                  </a:lnTo>
                  <a:lnTo>
                    <a:pt x="7834024" y="84828"/>
                  </a:lnTo>
                  <a:lnTo>
                    <a:pt x="7834182" y="84828"/>
                  </a:lnTo>
                  <a:lnTo>
                    <a:pt x="7834340" y="84828"/>
                  </a:lnTo>
                  <a:lnTo>
                    <a:pt x="7834497" y="84828"/>
                  </a:lnTo>
                  <a:lnTo>
                    <a:pt x="7834655" y="84828"/>
                  </a:lnTo>
                  <a:lnTo>
                    <a:pt x="7834813" y="84828"/>
                  </a:lnTo>
                  <a:lnTo>
                    <a:pt x="7834970" y="84828"/>
                  </a:lnTo>
                  <a:lnTo>
                    <a:pt x="7835128" y="84828"/>
                  </a:lnTo>
                  <a:lnTo>
                    <a:pt x="7835286" y="84828"/>
                  </a:lnTo>
                  <a:lnTo>
                    <a:pt x="7835444" y="84828"/>
                  </a:lnTo>
                  <a:lnTo>
                    <a:pt x="7835601" y="84828"/>
                  </a:lnTo>
                  <a:lnTo>
                    <a:pt x="7835759" y="84828"/>
                  </a:lnTo>
                  <a:lnTo>
                    <a:pt x="7835917" y="84828"/>
                  </a:lnTo>
                  <a:lnTo>
                    <a:pt x="7836074" y="84828"/>
                  </a:lnTo>
                  <a:lnTo>
                    <a:pt x="7836232" y="84828"/>
                  </a:lnTo>
                  <a:lnTo>
                    <a:pt x="7836390" y="84828"/>
                  </a:lnTo>
                  <a:lnTo>
                    <a:pt x="7836548" y="84828"/>
                  </a:lnTo>
                  <a:lnTo>
                    <a:pt x="7836705" y="84828"/>
                  </a:lnTo>
                  <a:lnTo>
                    <a:pt x="7836863" y="84828"/>
                  </a:lnTo>
                  <a:lnTo>
                    <a:pt x="7837021" y="84828"/>
                  </a:lnTo>
                  <a:lnTo>
                    <a:pt x="7837178" y="84828"/>
                  </a:lnTo>
                  <a:lnTo>
                    <a:pt x="7837336" y="84828"/>
                  </a:lnTo>
                  <a:lnTo>
                    <a:pt x="7837494" y="84828"/>
                  </a:lnTo>
                  <a:lnTo>
                    <a:pt x="7837652" y="84828"/>
                  </a:lnTo>
                  <a:lnTo>
                    <a:pt x="7837652" y="84397"/>
                  </a:lnTo>
                  <a:lnTo>
                    <a:pt x="7837809" y="84397"/>
                  </a:lnTo>
                  <a:lnTo>
                    <a:pt x="7837967" y="84397"/>
                  </a:lnTo>
                  <a:lnTo>
                    <a:pt x="7838125" y="84397"/>
                  </a:lnTo>
                  <a:lnTo>
                    <a:pt x="7838282" y="84397"/>
                  </a:lnTo>
                  <a:lnTo>
                    <a:pt x="7838440" y="84397"/>
                  </a:lnTo>
                  <a:lnTo>
                    <a:pt x="7838598" y="84397"/>
                  </a:lnTo>
                  <a:lnTo>
                    <a:pt x="7838756" y="84397"/>
                  </a:lnTo>
                  <a:lnTo>
                    <a:pt x="7838913" y="84397"/>
                  </a:lnTo>
                  <a:lnTo>
                    <a:pt x="7839071" y="84397"/>
                  </a:lnTo>
                  <a:lnTo>
                    <a:pt x="7839229" y="84397"/>
                  </a:lnTo>
                  <a:lnTo>
                    <a:pt x="7839387" y="84397"/>
                  </a:lnTo>
                  <a:lnTo>
                    <a:pt x="7839544" y="84397"/>
                  </a:lnTo>
                  <a:lnTo>
                    <a:pt x="7839702" y="84397"/>
                  </a:lnTo>
                  <a:lnTo>
                    <a:pt x="7839860" y="84397"/>
                  </a:lnTo>
                  <a:lnTo>
                    <a:pt x="7840017" y="84397"/>
                  </a:lnTo>
                  <a:lnTo>
                    <a:pt x="7840175" y="84397"/>
                  </a:lnTo>
                  <a:lnTo>
                    <a:pt x="7840333" y="84397"/>
                  </a:lnTo>
                  <a:lnTo>
                    <a:pt x="7840491" y="84397"/>
                  </a:lnTo>
                  <a:lnTo>
                    <a:pt x="7840648" y="84397"/>
                  </a:lnTo>
                  <a:lnTo>
                    <a:pt x="7840806" y="84397"/>
                  </a:lnTo>
                  <a:lnTo>
                    <a:pt x="7840964" y="84397"/>
                  </a:lnTo>
                  <a:lnTo>
                    <a:pt x="7841121" y="84397"/>
                  </a:lnTo>
                  <a:lnTo>
                    <a:pt x="7841279" y="84397"/>
                  </a:lnTo>
                  <a:lnTo>
                    <a:pt x="7841437" y="84397"/>
                  </a:lnTo>
                  <a:lnTo>
                    <a:pt x="7841595" y="84397"/>
                  </a:lnTo>
                  <a:lnTo>
                    <a:pt x="7841752" y="84397"/>
                  </a:lnTo>
                  <a:lnTo>
                    <a:pt x="7841910" y="84397"/>
                  </a:lnTo>
                  <a:lnTo>
                    <a:pt x="7842068" y="84397"/>
                  </a:lnTo>
                  <a:lnTo>
                    <a:pt x="7842225" y="84397"/>
                  </a:lnTo>
                  <a:lnTo>
                    <a:pt x="7842383" y="84397"/>
                  </a:lnTo>
                  <a:lnTo>
                    <a:pt x="7842541" y="84397"/>
                  </a:lnTo>
                  <a:lnTo>
                    <a:pt x="7842699" y="84397"/>
                  </a:lnTo>
                  <a:lnTo>
                    <a:pt x="7842856" y="84397"/>
                  </a:lnTo>
                  <a:lnTo>
                    <a:pt x="7843014" y="84397"/>
                  </a:lnTo>
                  <a:lnTo>
                    <a:pt x="7843172" y="84397"/>
                  </a:lnTo>
                  <a:lnTo>
                    <a:pt x="7843329" y="84397"/>
                  </a:lnTo>
                  <a:lnTo>
                    <a:pt x="7843487" y="84397"/>
                  </a:lnTo>
                  <a:lnTo>
                    <a:pt x="7843645" y="84397"/>
                  </a:lnTo>
                  <a:lnTo>
                    <a:pt x="7843803" y="84397"/>
                  </a:lnTo>
                  <a:lnTo>
                    <a:pt x="7843960" y="84397"/>
                  </a:lnTo>
                  <a:lnTo>
                    <a:pt x="7844118" y="84397"/>
                  </a:lnTo>
                  <a:lnTo>
                    <a:pt x="7844276" y="84397"/>
                  </a:lnTo>
                  <a:lnTo>
                    <a:pt x="7844434" y="84397"/>
                  </a:lnTo>
                  <a:lnTo>
                    <a:pt x="7844591" y="84397"/>
                  </a:lnTo>
                  <a:lnTo>
                    <a:pt x="7844749" y="84397"/>
                  </a:lnTo>
                  <a:lnTo>
                    <a:pt x="7844907" y="84397"/>
                  </a:lnTo>
                  <a:lnTo>
                    <a:pt x="7845064" y="84397"/>
                  </a:lnTo>
                  <a:lnTo>
                    <a:pt x="7845222" y="84397"/>
                  </a:lnTo>
                  <a:lnTo>
                    <a:pt x="7845380" y="84397"/>
                  </a:lnTo>
                  <a:lnTo>
                    <a:pt x="7845538" y="84397"/>
                  </a:lnTo>
                  <a:lnTo>
                    <a:pt x="7845695" y="84397"/>
                  </a:lnTo>
                  <a:lnTo>
                    <a:pt x="7845853" y="84397"/>
                  </a:lnTo>
                  <a:lnTo>
                    <a:pt x="7846011" y="84397"/>
                  </a:lnTo>
                  <a:lnTo>
                    <a:pt x="7846168" y="84397"/>
                  </a:lnTo>
                  <a:lnTo>
                    <a:pt x="7846326" y="84397"/>
                  </a:lnTo>
                  <a:lnTo>
                    <a:pt x="7846484" y="84397"/>
                  </a:lnTo>
                  <a:lnTo>
                    <a:pt x="7846642" y="84397"/>
                  </a:lnTo>
                  <a:lnTo>
                    <a:pt x="7846799" y="84397"/>
                  </a:lnTo>
                  <a:lnTo>
                    <a:pt x="7846957" y="84397"/>
                  </a:lnTo>
                  <a:lnTo>
                    <a:pt x="7847115" y="84397"/>
                  </a:lnTo>
                  <a:lnTo>
                    <a:pt x="7847272" y="84397"/>
                  </a:lnTo>
                  <a:lnTo>
                    <a:pt x="7847430" y="84397"/>
                  </a:lnTo>
                  <a:lnTo>
                    <a:pt x="7847588" y="84397"/>
                  </a:lnTo>
                  <a:lnTo>
                    <a:pt x="7847746" y="84397"/>
                  </a:lnTo>
                  <a:lnTo>
                    <a:pt x="7847903" y="84397"/>
                  </a:lnTo>
                  <a:lnTo>
                    <a:pt x="7848061" y="84397"/>
                  </a:lnTo>
                  <a:lnTo>
                    <a:pt x="7848219" y="84397"/>
                  </a:lnTo>
                  <a:lnTo>
                    <a:pt x="7848376" y="84397"/>
                  </a:lnTo>
                  <a:lnTo>
                    <a:pt x="7848534" y="84397"/>
                  </a:lnTo>
                  <a:lnTo>
                    <a:pt x="7848692" y="84397"/>
                  </a:lnTo>
                  <a:lnTo>
                    <a:pt x="7848692" y="83967"/>
                  </a:lnTo>
                  <a:lnTo>
                    <a:pt x="7848850" y="83967"/>
                  </a:lnTo>
                  <a:lnTo>
                    <a:pt x="7849007" y="83967"/>
                  </a:lnTo>
                  <a:lnTo>
                    <a:pt x="7849165" y="83967"/>
                  </a:lnTo>
                  <a:lnTo>
                    <a:pt x="7849323" y="83967"/>
                  </a:lnTo>
                  <a:lnTo>
                    <a:pt x="7849480" y="83967"/>
                  </a:lnTo>
                  <a:lnTo>
                    <a:pt x="7849638" y="83967"/>
                  </a:lnTo>
                  <a:lnTo>
                    <a:pt x="7849796" y="83967"/>
                  </a:lnTo>
                  <a:lnTo>
                    <a:pt x="7849954" y="83967"/>
                  </a:lnTo>
                  <a:lnTo>
                    <a:pt x="7850111" y="83967"/>
                  </a:lnTo>
                  <a:lnTo>
                    <a:pt x="7850269" y="83967"/>
                  </a:lnTo>
                  <a:lnTo>
                    <a:pt x="7850427" y="83967"/>
                  </a:lnTo>
                  <a:lnTo>
                    <a:pt x="7850585" y="83967"/>
                  </a:lnTo>
                  <a:lnTo>
                    <a:pt x="7850742" y="83967"/>
                  </a:lnTo>
                  <a:lnTo>
                    <a:pt x="7850900" y="83967"/>
                  </a:lnTo>
                  <a:lnTo>
                    <a:pt x="7851058" y="83967"/>
                  </a:lnTo>
                  <a:lnTo>
                    <a:pt x="7851215" y="83967"/>
                  </a:lnTo>
                  <a:lnTo>
                    <a:pt x="7851373" y="83967"/>
                  </a:lnTo>
                  <a:lnTo>
                    <a:pt x="7851373" y="83536"/>
                  </a:lnTo>
                  <a:lnTo>
                    <a:pt x="7851531" y="83536"/>
                  </a:lnTo>
                  <a:lnTo>
                    <a:pt x="7851689" y="83536"/>
                  </a:lnTo>
                  <a:lnTo>
                    <a:pt x="7851846" y="83536"/>
                  </a:lnTo>
                  <a:lnTo>
                    <a:pt x="7852004" y="83536"/>
                  </a:lnTo>
                  <a:lnTo>
                    <a:pt x="7852162" y="83536"/>
                  </a:lnTo>
                  <a:lnTo>
                    <a:pt x="7852319" y="83536"/>
                  </a:lnTo>
                  <a:lnTo>
                    <a:pt x="7852477" y="83536"/>
                  </a:lnTo>
                  <a:lnTo>
                    <a:pt x="7852635" y="83536"/>
                  </a:lnTo>
                  <a:lnTo>
                    <a:pt x="7852793" y="83536"/>
                  </a:lnTo>
                  <a:lnTo>
                    <a:pt x="7852793" y="83105"/>
                  </a:lnTo>
                  <a:lnTo>
                    <a:pt x="7852950" y="83105"/>
                  </a:lnTo>
                  <a:lnTo>
                    <a:pt x="7853108" y="83105"/>
                  </a:lnTo>
                  <a:lnTo>
                    <a:pt x="7853266" y="83105"/>
                  </a:lnTo>
                  <a:lnTo>
                    <a:pt x="7853423" y="83105"/>
                  </a:lnTo>
                  <a:lnTo>
                    <a:pt x="7853581" y="83105"/>
                  </a:lnTo>
                  <a:lnTo>
                    <a:pt x="7853739" y="83105"/>
                  </a:lnTo>
                  <a:lnTo>
                    <a:pt x="7853897" y="83105"/>
                  </a:lnTo>
                  <a:lnTo>
                    <a:pt x="7854054" y="83105"/>
                  </a:lnTo>
                  <a:lnTo>
                    <a:pt x="7854212" y="83105"/>
                  </a:lnTo>
                  <a:lnTo>
                    <a:pt x="7854370" y="83105"/>
                  </a:lnTo>
                  <a:lnTo>
                    <a:pt x="7854527" y="83105"/>
                  </a:lnTo>
                  <a:lnTo>
                    <a:pt x="7854685" y="83105"/>
                  </a:lnTo>
                  <a:lnTo>
                    <a:pt x="7854843" y="83105"/>
                  </a:lnTo>
                  <a:lnTo>
                    <a:pt x="7855001" y="83105"/>
                  </a:lnTo>
                  <a:lnTo>
                    <a:pt x="7855158" y="83105"/>
                  </a:lnTo>
                  <a:lnTo>
                    <a:pt x="7855316" y="83105"/>
                  </a:lnTo>
                  <a:lnTo>
                    <a:pt x="7855474" y="83105"/>
                  </a:lnTo>
                  <a:lnTo>
                    <a:pt x="7855632" y="83105"/>
                  </a:lnTo>
                  <a:lnTo>
                    <a:pt x="7855789" y="83105"/>
                  </a:lnTo>
                  <a:lnTo>
                    <a:pt x="7855947" y="83105"/>
                  </a:lnTo>
                  <a:lnTo>
                    <a:pt x="7856105" y="83105"/>
                  </a:lnTo>
                  <a:lnTo>
                    <a:pt x="7856262" y="83105"/>
                  </a:lnTo>
                  <a:lnTo>
                    <a:pt x="7856420" y="83105"/>
                  </a:lnTo>
                  <a:lnTo>
                    <a:pt x="7856578" y="83105"/>
                  </a:lnTo>
                  <a:lnTo>
                    <a:pt x="7856736" y="83105"/>
                  </a:lnTo>
                  <a:lnTo>
                    <a:pt x="7856893" y="83105"/>
                  </a:lnTo>
                  <a:lnTo>
                    <a:pt x="7857051" y="83105"/>
                  </a:lnTo>
                  <a:lnTo>
                    <a:pt x="7857209" y="83105"/>
                  </a:lnTo>
                  <a:lnTo>
                    <a:pt x="7857366" y="83105"/>
                  </a:lnTo>
                  <a:lnTo>
                    <a:pt x="7857524" y="83105"/>
                  </a:lnTo>
                  <a:lnTo>
                    <a:pt x="7857682" y="83105"/>
                  </a:lnTo>
                  <a:lnTo>
                    <a:pt x="7857840" y="83105"/>
                  </a:lnTo>
                  <a:lnTo>
                    <a:pt x="7857997" y="83105"/>
                  </a:lnTo>
                  <a:lnTo>
                    <a:pt x="7858155" y="83105"/>
                  </a:lnTo>
                  <a:lnTo>
                    <a:pt x="7858313" y="83105"/>
                  </a:lnTo>
                  <a:lnTo>
                    <a:pt x="7858470" y="83105"/>
                  </a:lnTo>
                  <a:lnTo>
                    <a:pt x="7858628" y="83105"/>
                  </a:lnTo>
                  <a:lnTo>
                    <a:pt x="7858786" y="83105"/>
                  </a:lnTo>
                  <a:lnTo>
                    <a:pt x="7858944" y="83105"/>
                  </a:lnTo>
                  <a:lnTo>
                    <a:pt x="7858944" y="82675"/>
                  </a:lnTo>
                  <a:lnTo>
                    <a:pt x="7859101" y="82675"/>
                  </a:lnTo>
                  <a:lnTo>
                    <a:pt x="7859259" y="82675"/>
                  </a:lnTo>
                  <a:lnTo>
                    <a:pt x="7859417" y="82675"/>
                  </a:lnTo>
                  <a:lnTo>
                    <a:pt x="7859574" y="82675"/>
                  </a:lnTo>
                  <a:lnTo>
                    <a:pt x="7859732" y="82675"/>
                  </a:lnTo>
                  <a:lnTo>
                    <a:pt x="7859890" y="82675"/>
                  </a:lnTo>
                  <a:lnTo>
                    <a:pt x="7860048" y="82675"/>
                  </a:lnTo>
                  <a:lnTo>
                    <a:pt x="7860048" y="82244"/>
                  </a:lnTo>
                  <a:lnTo>
                    <a:pt x="7860205" y="82244"/>
                  </a:lnTo>
                  <a:lnTo>
                    <a:pt x="7860363" y="82244"/>
                  </a:lnTo>
                  <a:lnTo>
                    <a:pt x="7860521" y="82244"/>
                  </a:lnTo>
                  <a:lnTo>
                    <a:pt x="7860678" y="82244"/>
                  </a:lnTo>
                  <a:lnTo>
                    <a:pt x="7860836" y="82244"/>
                  </a:lnTo>
                  <a:lnTo>
                    <a:pt x="7860994" y="82244"/>
                  </a:lnTo>
                  <a:lnTo>
                    <a:pt x="7861152" y="82244"/>
                  </a:lnTo>
                  <a:lnTo>
                    <a:pt x="7861309" y="82244"/>
                  </a:lnTo>
                  <a:lnTo>
                    <a:pt x="7861467" y="82244"/>
                  </a:lnTo>
                  <a:lnTo>
                    <a:pt x="7861625" y="82244"/>
                  </a:lnTo>
                  <a:lnTo>
                    <a:pt x="7861783" y="82244"/>
                  </a:lnTo>
                  <a:lnTo>
                    <a:pt x="7861940" y="82244"/>
                  </a:lnTo>
                  <a:lnTo>
                    <a:pt x="7862098" y="82244"/>
                  </a:lnTo>
                  <a:lnTo>
                    <a:pt x="7862256" y="82244"/>
                  </a:lnTo>
                  <a:lnTo>
                    <a:pt x="7862413" y="82244"/>
                  </a:lnTo>
                  <a:lnTo>
                    <a:pt x="7862571" y="82244"/>
                  </a:lnTo>
                  <a:lnTo>
                    <a:pt x="7862729" y="82244"/>
                  </a:lnTo>
                  <a:lnTo>
                    <a:pt x="7862887" y="82244"/>
                  </a:lnTo>
                  <a:lnTo>
                    <a:pt x="7863044" y="82244"/>
                  </a:lnTo>
                  <a:lnTo>
                    <a:pt x="7863202" y="82244"/>
                  </a:lnTo>
                  <a:lnTo>
                    <a:pt x="7863360" y="82244"/>
                  </a:lnTo>
                  <a:lnTo>
                    <a:pt x="7863517" y="82244"/>
                  </a:lnTo>
                  <a:lnTo>
                    <a:pt x="7863675" y="82244"/>
                  </a:lnTo>
                  <a:lnTo>
                    <a:pt x="7863675" y="81814"/>
                  </a:lnTo>
                  <a:lnTo>
                    <a:pt x="7863833" y="81814"/>
                  </a:lnTo>
                  <a:lnTo>
                    <a:pt x="7863991" y="81814"/>
                  </a:lnTo>
                  <a:lnTo>
                    <a:pt x="7864148" y="81814"/>
                  </a:lnTo>
                  <a:lnTo>
                    <a:pt x="7864306" y="81814"/>
                  </a:lnTo>
                  <a:lnTo>
                    <a:pt x="7864464" y="81814"/>
                  </a:lnTo>
                  <a:lnTo>
                    <a:pt x="7864621" y="81814"/>
                  </a:lnTo>
                  <a:lnTo>
                    <a:pt x="7864779" y="81814"/>
                  </a:lnTo>
                  <a:lnTo>
                    <a:pt x="7864937" y="81814"/>
                  </a:lnTo>
                  <a:lnTo>
                    <a:pt x="7865095" y="81814"/>
                  </a:lnTo>
                  <a:lnTo>
                    <a:pt x="7865252" y="81814"/>
                  </a:lnTo>
                  <a:lnTo>
                    <a:pt x="7865410" y="81814"/>
                  </a:lnTo>
                  <a:lnTo>
                    <a:pt x="7865568" y="81814"/>
                  </a:lnTo>
                  <a:lnTo>
                    <a:pt x="7865725" y="81814"/>
                  </a:lnTo>
                  <a:lnTo>
                    <a:pt x="7865883" y="81814"/>
                  </a:lnTo>
                  <a:lnTo>
                    <a:pt x="7866041" y="81814"/>
                  </a:lnTo>
                  <a:lnTo>
                    <a:pt x="7866199" y="81814"/>
                  </a:lnTo>
                  <a:lnTo>
                    <a:pt x="7866356" y="81814"/>
                  </a:lnTo>
                  <a:lnTo>
                    <a:pt x="7866514" y="81814"/>
                  </a:lnTo>
                  <a:lnTo>
                    <a:pt x="7866672" y="81814"/>
                  </a:lnTo>
                  <a:lnTo>
                    <a:pt x="7866830" y="81814"/>
                  </a:lnTo>
                  <a:lnTo>
                    <a:pt x="7866987" y="81814"/>
                  </a:lnTo>
                  <a:lnTo>
                    <a:pt x="7866987" y="81383"/>
                  </a:lnTo>
                  <a:lnTo>
                    <a:pt x="7867145" y="81383"/>
                  </a:lnTo>
                  <a:lnTo>
                    <a:pt x="7867303" y="81383"/>
                  </a:lnTo>
                  <a:lnTo>
                    <a:pt x="7867460" y="81383"/>
                  </a:lnTo>
                  <a:lnTo>
                    <a:pt x="7867618" y="81383"/>
                  </a:lnTo>
                  <a:lnTo>
                    <a:pt x="7867776" y="81383"/>
                  </a:lnTo>
                  <a:lnTo>
                    <a:pt x="7867934" y="81383"/>
                  </a:lnTo>
                  <a:lnTo>
                    <a:pt x="7868091" y="81383"/>
                  </a:lnTo>
                  <a:lnTo>
                    <a:pt x="7868249" y="81383"/>
                  </a:lnTo>
                  <a:lnTo>
                    <a:pt x="7868407" y="81383"/>
                  </a:lnTo>
                  <a:lnTo>
                    <a:pt x="7868564" y="81383"/>
                  </a:lnTo>
                  <a:lnTo>
                    <a:pt x="7868722" y="81383"/>
                  </a:lnTo>
                  <a:lnTo>
                    <a:pt x="7868880" y="81383"/>
                  </a:lnTo>
                  <a:lnTo>
                    <a:pt x="7869038" y="81383"/>
                  </a:lnTo>
                  <a:lnTo>
                    <a:pt x="7869195" y="81383"/>
                  </a:lnTo>
                  <a:lnTo>
                    <a:pt x="7869353" y="81383"/>
                  </a:lnTo>
                  <a:lnTo>
                    <a:pt x="7869353" y="80952"/>
                  </a:lnTo>
                  <a:lnTo>
                    <a:pt x="7869353" y="80522"/>
                  </a:lnTo>
                  <a:lnTo>
                    <a:pt x="7869511" y="80522"/>
                  </a:lnTo>
                  <a:lnTo>
                    <a:pt x="7869668" y="80522"/>
                  </a:lnTo>
                  <a:lnTo>
                    <a:pt x="7869826" y="80522"/>
                  </a:lnTo>
                  <a:lnTo>
                    <a:pt x="7869984" y="80522"/>
                  </a:lnTo>
                  <a:lnTo>
                    <a:pt x="7870142" y="80522"/>
                  </a:lnTo>
                  <a:lnTo>
                    <a:pt x="7870299" y="80522"/>
                  </a:lnTo>
                  <a:lnTo>
                    <a:pt x="7870457" y="80522"/>
                  </a:lnTo>
                  <a:lnTo>
                    <a:pt x="7870615" y="80522"/>
                  </a:lnTo>
                  <a:lnTo>
                    <a:pt x="7870772" y="80522"/>
                  </a:lnTo>
                  <a:lnTo>
                    <a:pt x="7870772" y="80091"/>
                  </a:lnTo>
                  <a:lnTo>
                    <a:pt x="7870930" y="80091"/>
                  </a:lnTo>
                  <a:lnTo>
                    <a:pt x="7871088" y="80091"/>
                  </a:lnTo>
                  <a:lnTo>
                    <a:pt x="7871246" y="80091"/>
                  </a:lnTo>
                  <a:lnTo>
                    <a:pt x="7871403" y="80091"/>
                  </a:lnTo>
                  <a:lnTo>
                    <a:pt x="7871561" y="80091"/>
                  </a:lnTo>
                  <a:lnTo>
                    <a:pt x="7871719" y="80091"/>
                  </a:lnTo>
                  <a:lnTo>
                    <a:pt x="7871876" y="80091"/>
                  </a:lnTo>
                  <a:lnTo>
                    <a:pt x="7872034" y="80091"/>
                  </a:lnTo>
                  <a:lnTo>
                    <a:pt x="7872192" y="80091"/>
                  </a:lnTo>
                  <a:lnTo>
                    <a:pt x="7872350" y="80091"/>
                  </a:lnTo>
                  <a:lnTo>
                    <a:pt x="7872507" y="80091"/>
                  </a:lnTo>
                  <a:lnTo>
                    <a:pt x="7872665" y="80091"/>
                  </a:lnTo>
                  <a:lnTo>
                    <a:pt x="7872823" y="80091"/>
                  </a:lnTo>
                  <a:lnTo>
                    <a:pt x="7872981" y="80091"/>
                  </a:lnTo>
                  <a:lnTo>
                    <a:pt x="7873138" y="80091"/>
                  </a:lnTo>
                  <a:lnTo>
                    <a:pt x="7873296" y="80091"/>
                  </a:lnTo>
                  <a:lnTo>
                    <a:pt x="7873454" y="80091"/>
                  </a:lnTo>
                  <a:lnTo>
                    <a:pt x="7873611" y="80091"/>
                  </a:lnTo>
                  <a:lnTo>
                    <a:pt x="7873769" y="80091"/>
                  </a:lnTo>
                  <a:lnTo>
                    <a:pt x="7873927" y="80091"/>
                  </a:lnTo>
                  <a:lnTo>
                    <a:pt x="7874085" y="80091"/>
                  </a:lnTo>
                  <a:lnTo>
                    <a:pt x="7874242" y="80091"/>
                  </a:lnTo>
                  <a:lnTo>
                    <a:pt x="7874400" y="80091"/>
                  </a:lnTo>
                  <a:lnTo>
                    <a:pt x="7874558" y="80091"/>
                  </a:lnTo>
                  <a:lnTo>
                    <a:pt x="7874715" y="80091"/>
                  </a:lnTo>
                  <a:lnTo>
                    <a:pt x="7874873" y="80091"/>
                  </a:lnTo>
                  <a:lnTo>
                    <a:pt x="7875031" y="80091"/>
                  </a:lnTo>
                  <a:lnTo>
                    <a:pt x="7875189" y="80091"/>
                  </a:lnTo>
                  <a:lnTo>
                    <a:pt x="7875346" y="80091"/>
                  </a:lnTo>
                  <a:lnTo>
                    <a:pt x="7875504" y="80091"/>
                  </a:lnTo>
                  <a:lnTo>
                    <a:pt x="7875662" y="80091"/>
                  </a:lnTo>
                  <a:lnTo>
                    <a:pt x="7875819" y="80091"/>
                  </a:lnTo>
                  <a:lnTo>
                    <a:pt x="7875977" y="80091"/>
                  </a:lnTo>
                  <a:lnTo>
                    <a:pt x="7876135" y="80091"/>
                  </a:lnTo>
                  <a:lnTo>
                    <a:pt x="7876293" y="80091"/>
                  </a:lnTo>
                  <a:lnTo>
                    <a:pt x="7876450" y="80091"/>
                  </a:lnTo>
                  <a:lnTo>
                    <a:pt x="7876608" y="80091"/>
                  </a:lnTo>
                  <a:lnTo>
                    <a:pt x="7876766" y="80091"/>
                  </a:lnTo>
                  <a:lnTo>
                    <a:pt x="7876923" y="80091"/>
                  </a:lnTo>
                  <a:lnTo>
                    <a:pt x="7877081" y="80091"/>
                  </a:lnTo>
                  <a:lnTo>
                    <a:pt x="7877239" y="80091"/>
                  </a:lnTo>
                  <a:lnTo>
                    <a:pt x="7877397" y="80091"/>
                  </a:lnTo>
                  <a:lnTo>
                    <a:pt x="7877554" y="80091"/>
                  </a:lnTo>
                  <a:lnTo>
                    <a:pt x="7877712" y="80091"/>
                  </a:lnTo>
                  <a:lnTo>
                    <a:pt x="7877870" y="80091"/>
                  </a:lnTo>
                  <a:lnTo>
                    <a:pt x="7878027" y="80091"/>
                  </a:lnTo>
                  <a:lnTo>
                    <a:pt x="7878185" y="80091"/>
                  </a:lnTo>
                  <a:lnTo>
                    <a:pt x="7878343" y="80091"/>
                  </a:lnTo>
                  <a:lnTo>
                    <a:pt x="7878501" y="80091"/>
                  </a:lnTo>
                  <a:lnTo>
                    <a:pt x="7878658" y="80091"/>
                  </a:lnTo>
                  <a:lnTo>
                    <a:pt x="7878816" y="80091"/>
                  </a:lnTo>
                  <a:lnTo>
                    <a:pt x="7878974" y="80091"/>
                  </a:lnTo>
                  <a:lnTo>
                    <a:pt x="7879132" y="80091"/>
                  </a:lnTo>
                  <a:lnTo>
                    <a:pt x="7879289" y="80091"/>
                  </a:lnTo>
                  <a:lnTo>
                    <a:pt x="7879447" y="80091"/>
                  </a:lnTo>
                  <a:lnTo>
                    <a:pt x="7879605" y="80091"/>
                  </a:lnTo>
                  <a:lnTo>
                    <a:pt x="7879762" y="80091"/>
                  </a:lnTo>
                  <a:lnTo>
                    <a:pt x="7879920" y="80091"/>
                  </a:lnTo>
                  <a:lnTo>
                    <a:pt x="7880078" y="80091"/>
                  </a:lnTo>
                  <a:lnTo>
                    <a:pt x="7880236" y="80091"/>
                  </a:lnTo>
                  <a:lnTo>
                    <a:pt x="7880393" y="80091"/>
                  </a:lnTo>
                  <a:lnTo>
                    <a:pt x="7880551" y="80091"/>
                  </a:lnTo>
                  <a:lnTo>
                    <a:pt x="7880709" y="80091"/>
                  </a:lnTo>
                  <a:lnTo>
                    <a:pt x="7880866" y="80091"/>
                  </a:lnTo>
                  <a:lnTo>
                    <a:pt x="7880866" y="79661"/>
                  </a:lnTo>
                  <a:lnTo>
                    <a:pt x="7881024" y="79661"/>
                  </a:lnTo>
                  <a:lnTo>
                    <a:pt x="7881182" y="79661"/>
                  </a:lnTo>
                  <a:lnTo>
                    <a:pt x="7881340" y="79661"/>
                  </a:lnTo>
                  <a:lnTo>
                    <a:pt x="7881340" y="79230"/>
                  </a:lnTo>
                  <a:lnTo>
                    <a:pt x="7881497" y="79230"/>
                  </a:lnTo>
                  <a:lnTo>
                    <a:pt x="7881655" y="79230"/>
                  </a:lnTo>
                  <a:lnTo>
                    <a:pt x="7881813" y="79230"/>
                  </a:lnTo>
                  <a:lnTo>
                    <a:pt x="7881970" y="79230"/>
                  </a:lnTo>
                  <a:lnTo>
                    <a:pt x="7882128" y="79230"/>
                  </a:lnTo>
                  <a:lnTo>
                    <a:pt x="7882286" y="79230"/>
                  </a:lnTo>
                  <a:lnTo>
                    <a:pt x="7882444" y="79230"/>
                  </a:lnTo>
                  <a:lnTo>
                    <a:pt x="7882601" y="79230"/>
                  </a:lnTo>
                  <a:lnTo>
                    <a:pt x="7882759" y="79230"/>
                  </a:lnTo>
                  <a:lnTo>
                    <a:pt x="7882917" y="79230"/>
                  </a:lnTo>
                  <a:lnTo>
                    <a:pt x="7883074" y="79230"/>
                  </a:lnTo>
                  <a:lnTo>
                    <a:pt x="7883232" y="79230"/>
                  </a:lnTo>
                  <a:lnTo>
                    <a:pt x="7883390" y="79230"/>
                  </a:lnTo>
                  <a:lnTo>
                    <a:pt x="7883390" y="78799"/>
                  </a:lnTo>
                  <a:lnTo>
                    <a:pt x="7883548" y="78799"/>
                  </a:lnTo>
                  <a:lnTo>
                    <a:pt x="7883705" y="78799"/>
                  </a:lnTo>
                  <a:lnTo>
                    <a:pt x="7883863" y="78799"/>
                  </a:lnTo>
                  <a:lnTo>
                    <a:pt x="7884021" y="78799"/>
                  </a:lnTo>
                  <a:lnTo>
                    <a:pt x="7884179" y="78799"/>
                  </a:lnTo>
                  <a:lnTo>
                    <a:pt x="7884336" y="78799"/>
                  </a:lnTo>
                  <a:lnTo>
                    <a:pt x="7884494" y="78799"/>
                  </a:lnTo>
                  <a:lnTo>
                    <a:pt x="7884652" y="78799"/>
                  </a:lnTo>
                  <a:lnTo>
                    <a:pt x="7884809" y="78799"/>
                  </a:lnTo>
                  <a:lnTo>
                    <a:pt x="7884967" y="78799"/>
                  </a:lnTo>
                  <a:lnTo>
                    <a:pt x="7885125" y="78799"/>
                  </a:lnTo>
                  <a:lnTo>
                    <a:pt x="7885283" y="78799"/>
                  </a:lnTo>
                  <a:lnTo>
                    <a:pt x="7885440" y="78799"/>
                  </a:lnTo>
                  <a:lnTo>
                    <a:pt x="7885598" y="78799"/>
                  </a:lnTo>
                  <a:lnTo>
                    <a:pt x="7885756" y="78799"/>
                  </a:lnTo>
                  <a:lnTo>
                    <a:pt x="7885913" y="78799"/>
                  </a:lnTo>
                  <a:lnTo>
                    <a:pt x="7886071" y="78799"/>
                  </a:lnTo>
                  <a:lnTo>
                    <a:pt x="7886229" y="78799"/>
                  </a:lnTo>
                  <a:lnTo>
                    <a:pt x="7886387" y="78799"/>
                  </a:lnTo>
                  <a:lnTo>
                    <a:pt x="7886544" y="78799"/>
                  </a:lnTo>
                  <a:lnTo>
                    <a:pt x="7886702" y="78799"/>
                  </a:lnTo>
                  <a:lnTo>
                    <a:pt x="7886860" y="78799"/>
                  </a:lnTo>
                  <a:lnTo>
                    <a:pt x="7887017" y="78799"/>
                  </a:lnTo>
                  <a:lnTo>
                    <a:pt x="7887175" y="78799"/>
                  </a:lnTo>
                  <a:lnTo>
                    <a:pt x="7887333" y="78799"/>
                  </a:lnTo>
                  <a:lnTo>
                    <a:pt x="7887491" y="78799"/>
                  </a:lnTo>
                  <a:lnTo>
                    <a:pt x="7887648" y="78799"/>
                  </a:lnTo>
                  <a:lnTo>
                    <a:pt x="7887806" y="78799"/>
                  </a:lnTo>
                  <a:lnTo>
                    <a:pt x="7887964" y="78799"/>
                  </a:lnTo>
                  <a:lnTo>
                    <a:pt x="7888121" y="78799"/>
                  </a:lnTo>
                  <a:lnTo>
                    <a:pt x="7888279" y="78799"/>
                  </a:lnTo>
                  <a:lnTo>
                    <a:pt x="7888437" y="78799"/>
                  </a:lnTo>
                  <a:lnTo>
                    <a:pt x="7888595" y="78799"/>
                  </a:lnTo>
                  <a:lnTo>
                    <a:pt x="7888752" y="78799"/>
                  </a:lnTo>
                  <a:lnTo>
                    <a:pt x="7888910" y="78799"/>
                  </a:lnTo>
                  <a:lnTo>
                    <a:pt x="7889068" y="78799"/>
                  </a:lnTo>
                  <a:lnTo>
                    <a:pt x="7889225" y="78799"/>
                  </a:lnTo>
                  <a:lnTo>
                    <a:pt x="7889383" y="78799"/>
                  </a:lnTo>
                  <a:lnTo>
                    <a:pt x="7889541" y="78799"/>
                  </a:lnTo>
                  <a:lnTo>
                    <a:pt x="7889699" y="78799"/>
                  </a:lnTo>
                  <a:lnTo>
                    <a:pt x="7889856" y="78799"/>
                  </a:lnTo>
                  <a:lnTo>
                    <a:pt x="7890014" y="78799"/>
                  </a:lnTo>
                  <a:lnTo>
                    <a:pt x="7890172" y="78799"/>
                  </a:lnTo>
                  <a:lnTo>
                    <a:pt x="7890330" y="78799"/>
                  </a:lnTo>
                  <a:lnTo>
                    <a:pt x="7890487" y="78799"/>
                  </a:lnTo>
                  <a:lnTo>
                    <a:pt x="7890645" y="78799"/>
                  </a:lnTo>
                  <a:lnTo>
                    <a:pt x="7890645" y="78369"/>
                  </a:lnTo>
                  <a:lnTo>
                    <a:pt x="7890803" y="78369"/>
                  </a:lnTo>
                  <a:lnTo>
                    <a:pt x="7890960" y="78369"/>
                  </a:lnTo>
                  <a:lnTo>
                    <a:pt x="7891118" y="78369"/>
                  </a:lnTo>
                  <a:lnTo>
                    <a:pt x="7891118" y="77938"/>
                  </a:lnTo>
                  <a:lnTo>
                    <a:pt x="7891276" y="77938"/>
                  </a:lnTo>
                  <a:lnTo>
                    <a:pt x="7891434" y="77938"/>
                  </a:lnTo>
                  <a:lnTo>
                    <a:pt x="7891591" y="77938"/>
                  </a:lnTo>
                  <a:lnTo>
                    <a:pt x="7891749" y="77938"/>
                  </a:lnTo>
                  <a:lnTo>
                    <a:pt x="7891907" y="77938"/>
                  </a:lnTo>
                  <a:lnTo>
                    <a:pt x="7892064" y="77938"/>
                  </a:lnTo>
                  <a:lnTo>
                    <a:pt x="7892222" y="77938"/>
                  </a:lnTo>
                  <a:lnTo>
                    <a:pt x="7892380" y="77938"/>
                  </a:lnTo>
                  <a:lnTo>
                    <a:pt x="7892538" y="77938"/>
                  </a:lnTo>
                  <a:lnTo>
                    <a:pt x="7892695" y="77938"/>
                  </a:lnTo>
                  <a:lnTo>
                    <a:pt x="7892853" y="77938"/>
                  </a:lnTo>
                  <a:lnTo>
                    <a:pt x="7893011" y="77938"/>
                  </a:lnTo>
                  <a:lnTo>
                    <a:pt x="7893168" y="77938"/>
                  </a:lnTo>
                  <a:lnTo>
                    <a:pt x="7893326" y="77938"/>
                  </a:lnTo>
                  <a:lnTo>
                    <a:pt x="7893484" y="77938"/>
                  </a:lnTo>
                  <a:lnTo>
                    <a:pt x="7893642" y="77938"/>
                  </a:lnTo>
                  <a:lnTo>
                    <a:pt x="7893799" y="77938"/>
                  </a:lnTo>
                  <a:lnTo>
                    <a:pt x="7893957" y="77938"/>
                  </a:lnTo>
                  <a:lnTo>
                    <a:pt x="7894115" y="77938"/>
                  </a:lnTo>
                  <a:lnTo>
                    <a:pt x="7894272" y="77938"/>
                  </a:lnTo>
                  <a:lnTo>
                    <a:pt x="7894430" y="77938"/>
                  </a:lnTo>
                  <a:lnTo>
                    <a:pt x="7894588" y="77938"/>
                  </a:lnTo>
                  <a:lnTo>
                    <a:pt x="7894746" y="77938"/>
                  </a:lnTo>
                  <a:lnTo>
                    <a:pt x="7894903" y="77938"/>
                  </a:lnTo>
                  <a:lnTo>
                    <a:pt x="7895061" y="77938"/>
                  </a:lnTo>
                  <a:lnTo>
                    <a:pt x="7895219" y="77938"/>
                  </a:lnTo>
                  <a:lnTo>
                    <a:pt x="7895377" y="77938"/>
                  </a:lnTo>
                  <a:lnTo>
                    <a:pt x="7895534" y="77938"/>
                  </a:lnTo>
                  <a:lnTo>
                    <a:pt x="7895692" y="77938"/>
                  </a:lnTo>
                  <a:lnTo>
                    <a:pt x="7895850" y="77938"/>
                  </a:lnTo>
                  <a:lnTo>
                    <a:pt x="7896007" y="77938"/>
                  </a:lnTo>
                  <a:lnTo>
                    <a:pt x="7896165" y="77938"/>
                  </a:lnTo>
                  <a:lnTo>
                    <a:pt x="7896323" y="77938"/>
                  </a:lnTo>
                  <a:lnTo>
                    <a:pt x="7896481" y="77938"/>
                  </a:lnTo>
                  <a:lnTo>
                    <a:pt x="7896638" y="77938"/>
                  </a:lnTo>
                  <a:lnTo>
                    <a:pt x="7896796" y="77938"/>
                  </a:lnTo>
                  <a:lnTo>
                    <a:pt x="7896954" y="77938"/>
                  </a:lnTo>
                  <a:lnTo>
                    <a:pt x="7897111" y="77938"/>
                  </a:lnTo>
                  <a:lnTo>
                    <a:pt x="7897269" y="77938"/>
                  </a:lnTo>
                  <a:lnTo>
                    <a:pt x="7897427" y="77938"/>
                  </a:lnTo>
                  <a:lnTo>
                    <a:pt x="7897585" y="77938"/>
                  </a:lnTo>
                  <a:lnTo>
                    <a:pt x="7897742" y="77938"/>
                  </a:lnTo>
                  <a:lnTo>
                    <a:pt x="7897900" y="77938"/>
                  </a:lnTo>
                  <a:lnTo>
                    <a:pt x="7898058" y="77938"/>
                  </a:lnTo>
                  <a:lnTo>
                    <a:pt x="7898215" y="77938"/>
                  </a:lnTo>
                  <a:lnTo>
                    <a:pt x="7898373" y="77938"/>
                  </a:lnTo>
                  <a:lnTo>
                    <a:pt x="7898531" y="77938"/>
                  </a:lnTo>
                  <a:lnTo>
                    <a:pt x="7898689" y="77938"/>
                  </a:lnTo>
                  <a:lnTo>
                    <a:pt x="7898846" y="77938"/>
                  </a:lnTo>
                  <a:lnTo>
                    <a:pt x="7899004" y="77938"/>
                  </a:lnTo>
                  <a:lnTo>
                    <a:pt x="7899162" y="77938"/>
                  </a:lnTo>
                  <a:lnTo>
                    <a:pt x="7899319" y="77938"/>
                  </a:lnTo>
                  <a:lnTo>
                    <a:pt x="7899477" y="77938"/>
                  </a:lnTo>
                  <a:lnTo>
                    <a:pt x="7899635" y="77938"/>
                  </a:lnTo>
                  <a:lnTo>
                    <a:pt x="7899793" y="77938"/>
                  </a:lnTo>
                  <a:lnTo>
                    <a:pt x="7899950" y="77938"/>
                  </a:lnTo>
                  <a:lnTo>
                    <a:pt x="7900108" y="77938"/>
                  </a:lnTo>
                  <a:lnTo>
                    <a:pt x="7900266" y="77938"/>
                  </a:lnTo>
                  <a:lnTo>
                    <a:pt x="7900423" y="77938"/>
                  </a:lnTo>
                  <a:lnTo>
                    <a:pt x="7900581" y="77938"/>
                  </a:lnTo>
                  <a:lnTo>
                    <a:pt x="7900739" y="77938"/>
                  </a:lnTo>
                  <a:lnTo>
                    <a:pt x="7900897" y="77938"/>
                  </a:lnTo>
                  <a:lnTo>
                    <a:pt x="7901054" y="77938"/>
                  </a:lnTo>
                  <a:lnTo>
                    <a:pt x="7901212" y="77938"/>
                  </a:lnTo>
                  <a:lnTo>
                    <a:pt x="7901370" y="77938"/>
                  </a:lnTo>
                  <a:lnTo>
                    <a:pt x="7901528" y="77938"/>
                  </a:lnTo>
                  <a:lnTo>
                    <a:pt x="7901685" y="77938"/>
                  </a:lnTo>
                  <a:lnTo>
                    <a:pt x="7901843" y="77938"/>
                  </a:lnTo>
                  <a:lnTo>
                    <a:pt x="7902001" y="77938"/>
                  </a:lnTo>
                  <a:lnTo>
                    <a:pt x="7902158" y="77938"/>
                  </a:lnTo>
                  <a:lnTo>
                    <a:pt x="7902316" y="77938"/>
                  </a:lnTo>
                  <a:lnTo>
                    <a:pt x="7902474" y="77938"/>
                  </a:lnTo>
                  <a:lnTo>
                    <a:pt x="7902632" y="77938"/>
                  </a:lnTo>
                  <a:lnTo>
                    <a:pt x="7902789" y="77938"/>
                  </a:lnTo>
                  <a:lnTo>
                    <a:pt x="7902947" y="77938"/>
                  </a:lnTo>
                  <a:lnTo>
                    <a:pt x="7903105" y="77938"/>
                  </a:lnTo>
                  <a:lnTo>
                    <a:pt x="7903262" y="77938"/>
                  </a:lnTo>
                  <a:lnTo>
                    <a:pt x="7903420" y="77938"/>
                  </a:lnTo>
                  <a:lnTo>
                    <a:pt x="7903578" y="77938"/>
                  </a:lnTo>
                  <a:lnTo>
                    <a:pt x="7903736" y="77938"/>
                  </a:lnTo>
                  <a:lnTo>
                    <a:pt x="7903893" y="77938"/>
                  </a:lnTo>
                  <a:lnTo>
                    <a:pt x="7904051" y="77938"/>
                  </a:lnTo>
                  <a:lnTo>
                    <a:pt x="7904209" y="77938"/>
                  </a:lnTo>
                  <a:lnTo>
                    <a:pt x="7904366" y="77938"/>
                  </a:lnTo>
                  <a:lnTo>
                    <a:pt x="7904524" y="77938"/>
                  </a:lnTo>
                  <a:lnTo>
                    <a:pt x="7904682" y="77938"/>
                  </a:lnTo>
                  <a:lnTo>
                    <a:pt x="7904682" y="77508"/>
                  </a:lnTo>
                  <a:lnTo>
                    <a:pt x="7904840" y="77508"/>
                  </a:lnTo>
                  <a:lnTo>
                    <a:pt x="7904840" y="77077"/>
                  </a:lnTo>
                  <a:lnTo>
                    <a:pt x="7904997" y="77077"/>
                  </a:lnTo>
                  <a:lnTo>
                    <a:pt x="7905155" y="77077"/>
                  </a:lnTo>
                  <a:lnTo>
                    <a:pt x="7905313" y="77077"/>
                  </a:lnTo>
                  <a:lnTo>
                    <a:pt x="7905470" y="77077"/>
                  </a:lnTo>
                  <a:lnTo>
                    <a:pt x="7905628" y="77077"/>
                  </a:lnTo>
                  <a:lnTo>
                    <a:pt x="7905786" y="77077"/>
                  </a:lnTo>
                  <a:lnTo>
                    <a:pt x="7905944" y="77077"/>
                  </a:lnTo>
                  <a:lnTo>
                    <a:pt x="7906101" y="77077"/>
                  </a:lnTo>
                  <a:lnTo>
                    <a:pt x="7906259" y="77077"/>
                  </a:lnTo>
                  <a:lnTo>
                    <a:pt x="7906417" y="77077"/>
                  </a:lnTo>
                  <a:lnTo>
                    <a:pt x="7906575" y="77077"/>
                  </a:lnTo>
                  <a:lnTo>
                    <a:pt x="7906732" y="77077"/>
                  </a:lnTo>
                  <a:lnTo>
                    <a:pt x="7906890" y="77077"/>
                  </a:lnTo>
                  <a:lnTo>
                    <a:pt x="7907048" y="77077"/>
                  </a:lnTo>
                  <a:lnTo>
                    <a:pt x="7907205" y="77077"/>
                  </a:lnTo>
                  <a:lnTo>
                    <a:pt x="7907363" y="77077"/>
                  </a:lnTo>
                  <a:lnTo>
                    <a:pt x="7907521" y="77077"/>
                  </a:lnTo>
                  <a:lnTo>
                    <a:pt x="7907679" y="77077"/>
                  </a:lnTo>
                  <a:lnTo>
                    <a:pt x="7907836" y="77077"/>
                  </a:lnTo>
                  <a:lnTo>
                    <a:pt x="7907994" y="77077"/>
                  </a:lnTo>
                  <a:lnTo>
                    <a:pt x="7908152" y="77077"/>
                  </a:lnTo>
                  <a:lnTo>
                    <a:pt x="7908309" y="77077"/>
                  </a:lnTo>
                  <a:lnTo>
                    <a:pt x="7908467" y="77077"/>
                  </a:lnTo>
                  <a:lnTo>
                    <a:pt x="7908625" y="77077"/>
                  </a:lnTo>
                  <a:lnTo>
                    <a:pt x="7908783" y="77077"/>
                  </a:lnTo>
                  <a:lnTo>
                    <a:pt x="7908940" y="77077"/>
                  </a:lnTo>
                  <a:lnTo>
                    <a:pt x="7909098" y="77077"/>
                  </a:lnTo>
                  <a:lnTo>
                    <a:pt x="7909256" y="77077"/>
                  </a:lnTo>
                  <a:lnTo>
                    <a:pt x="7909413" y="77077"/>
                  </a:lnTo>
                  <a:lnTo>
                    <a:pt x="7909571" y="77077"/>
                  </a:lnTo>
                  <a:lnTo>
                    <a:pt x="7909729" y="77077"/>
                  </a:lnTo>
                  <a:lnTo>
                    <a:pt x="7909887" y="77077"/>
                  </a:lnTo>
                  <a:lnTo>
                    <a:pt x="7910044" y="77077"/>
                  </a:lnTo>
                  <a:lnTo>
                    <a:pt x="7910044" y="76646"/>
                  </a:lnTo>
                  <a:lnTo>
                    <a:pt x="7910202" y="76646"/>
                  </a:lnTo>
                  <a:lnTo>
                    <a:pt x="7910360" y="76646"/>
                  </a:lnTo>
                  <a:lnTo>
                    <a:pt x="7910360" y="76216"/>
                  </a:lnTo>
                  <a:lnTo>
                    <a:pt x="7910517" y="76216"/>
                  </a:lnTo>
                  <a:lnTo>
                    <a:pt x="7910675" y="76216"/>
                  </a:lnTo>
                  <a:lnTo>
                    <a:pt x="7910675" y="75785"/>
                  </a:lnTo>
                  <a:lnTo>
                    <a:pt x="7910833" y="75785"/>
                  </a:lnTo>
                  <a:lnTo>
                    <a:pt x="7910991" y="75785"/>
                  </a:lnTo>
                  <a:lnTo>
                    <a:pt x="7911148" y="75785"/>
                  </a:lnTo>
                  <a:lnTo>
                    <a:pt x="7911306" y="75785"/>
                  </a:lnTo>
                  <a:lnTo>
                    <a:pt x="7911464" y="75785"/>
                  </a:lnTo>
                  <a:lnTo>
                    <a:pt x="7911621" y="75785"/>
                  </a:lnTo>
                  <a:lnTo>
                    <a:pt x="7911621" y="75355"/>
                  </a:lnTo>
                  <a:lnTo>
                    <a:pt x="7911779" y="75355"/>
                  </a:lnTo>
                  <a:lnTo>
                    <a:pt x="7911937" y="75355"/>
                  </a:lnTo>
                  <a:lnTo>
                    <a:pt x="7912095" y="75355"/>
                  </a:lnTo>
                  <a:lnTo>
                    <a:pt x="7912252" y="75355"/>
                  </a:lnTo>
                  <a:lnTo>
                    <a:pt x="7912252" y="74924"/>
                  </a:lnTo>
                  <a:lnTo>
                    <a:pt x="7912410" y="74924"/>
                  </a:lnTo>
                  <a:lnTo>
                    <a:pt x="7912410" y="74493"/>
                  </a:lnTo>
                  <a:lnTo>
                    <a:pt x="7912568" y="74493"/>
                  </a:lnTo>
                  <a:lnTo>
                    <a:pt x="7912726" y="74493"/>
                  </a:lnTo>
                  <a:lnTo>
                    <a:pt x="7912883" y="74493"/>
                  </a:lnTo>
                  <a:lnTo>
                    <a:pt x="7913041" y="74493"/>
                  </a:lnTo>
                  <a:lnTo>
                    <a:pt x="7913199" y="74493"/>
                  </a:lnTo>
                  <a:lnTo>
                    <a:pt x="7913356" y="74493"/>
                  </a:lnTo>
                  <a:lnTo>
                    <a:pt x="7913514" y="74493"/>
                  </a:lnTo>
                  <a:lnTo>
                    <a:pt x="7913672" y="74493"/>
                  </a:lnTo>
                  <a:lnTo>
                    <a:pt x="7913830" y="74493"/>
                  </a:lnTo>
                  <a:lnTo>
                    <a:pt x="7913987" y="74493"/>
                  </a:lnTo>
                  <a:lnTo>
                    <a:pt x="7914145" y="74493"/>
                  </a:lnTo>
                  <a:lnTo>
                    <a:pt x="7914145" y="74063"/>
                  </a:lnTo>
                  <a:lnTo>
                    <a:pt x="7914303" y="74063"/>
                  </a:lnTo>
                  <a:lnTo>
                    <a:pt x="7914460" y="74063"/>
                  </a:lnTo>
                  <a:lnTo>
                    <a:pt x="7914618" y="74063"/>
                  </a:lnTo>
                  <a:lnTo>
                    <a:pt x="7914776" y="74063"/>
                  </a:lnTo>
                  <a:lnTo>
                    <a:pt x="7914934" y="74063"/>
                  </a:lnTo>
                  <a:lnTo>
                    <a:pt x="7915091" y="74063"/>
                  </a:lnTo>
                  <a:lnTo>
                    <a:pt x="7915249" y="74063"/>
                  </a:lnTo>
                  <a:lnTo>
                    <a:pt x="7915407" y="74063"/>
                  </a:lnTo>
                  <a:lnTo>
                    <a:pt x="7915564" y="74063"/>
                  </a:lnTo>
                  <a:lnTo>
                    <a:pt x="7915722" y="74063"/>
                  </a:lnTo>
                  <a:lnTo>
                    <a:pt x="7915880" y="74063"/>
                  </a:lnTo>
                  <a:lnTo>
                    <a:pt x="7916038" y="74063"/>
                  </a:lnTo>
                  <a:lnTo>
                    <a:pt x="7916195" y="74063"/>
                  </a:lnTo>
                  <a:lnTo>
                    <a:pt x="7916353" y="74063"/>
                  </a:lnTo>
                  <a:lnTo>
                    <a:pt x="7916511" y="74063"/>
                  </a:lnTo>
                  <a:lnTo>
                    <a:pt x="7916668" y="74063"/>
                  </a:lnTo>
                  <a:lnTo>
                    <a:pt x="7916826" y="74063"/>
                  </a:lnTo>
                  <a:lnTo>
                    <a:pt x="7916984" y="74063"/>
                  </a:lnTo>
                  <a:lnTo>
                    <a:pt x="7917142" y="74063"/>
                  </a:lnTo>
                  <a:lnTo>
                    <a:pt x="7917299" y="74063"/>
                  </a:lnTo>
                  <a:lnTo>
                    <a:pt x="7917457" y="74063"/>
                  </a:lnTo>
                  <a:lnTo>
                    <a:pt x="7917615" y="74063"/>
                  </a:lnTo>
                  <a:lnTo>
                    <a:pt x="7917773" y="74063"/>
                  </a:lnTo>
                  <a:lnTo>
                    <a:pt x="7917930" y="74063"/>
                  </a:lnTo>
                  <a:lnTo>
                    <a:pt x="7918088" y="74063"/>
                  </a:lnTo>
                  <a:lnTo>
                    <a:pt x="7918246" y="74063"/>
                  </a:lnTo>
                  <a:lnTo>
                    <a:pt x="7918403" y="74063"/>
                  </a:lnTo>
                  <a:lnTo>
                    <a:pt x="7918561" y="74063"/>
                  </a:lnTo>
                  <a:lnTo>
                    <a:pt x="7918719" y="74063"/>
                  </a:lnTo>
                  <a:lnTo>
                    <a:pt x="7918877" y="74063"/>
                  </a:lnTo>
                  <a:lnTo>
                    <a:pt x="7919034" y="74063"/>
                  </a:lnTo>
                  <a:lnTo>
                    <a:pt x="7919192" y="74063"/>
                  </a:lnTo>
                  <a:lnTo>
                    <a:pt x="7919350" y="74063"/>
                  </a:lnTo>
                  <a:lnTo>
                    <a:pt x="7919507" y="74063"/>
                  </a:lnTo>
                  <a:lnTo>
                    <a:pt x="7919665" y="74063"/>
                  </a:lnTo>
                  <a:lnTo>
                    <a:pt x="7919823" y="74063"/>
                  </a:lnTo>
                  <a:lnTo>
                    <a:pt x="7919981" y="74063"/>
                  </a:lnTo>
                  <a:lnTo>
                    <a:pt x="7920138" y="74063"/>
                  </a:lnTo>
                  <a:lnTo>
                    <a:pt x="7920296" y="74063"/>
                  </a:lnTo>
                  <a:lnTo>
                    <a:pt x="7920454" y="74063"/>
                  </a:lnTo>
                  <a:lnTo>
                    <a:pt x="7920611" y="74063"/>
                  </a:lnTo>
                  <a:lnTo>
                    <a:pt x="7920769" y="74063"/>
                  </a:lnTo>
                  <a:lnTo>
                    <a:pt x="7920927" y="74063"/>
                  </a:lnTo>
                  <a:lnTo>
                    <a:pt x="7921085" y="74063"/>
                  </a:lnTo>
                  <a:lnTo>
                    <a:pt x="7921242" y="74063"/>
                  </a:lnTo>
                  <a:lnTo>
                    <a:pt x="7921400" y="74063"/>
                  </a:lnTo>
                  <a:lnTo>
                    <a:pt x="7921558" y="74063"/>
                  </a:lnTo>
                  <a:lnTo>
                    <a:pt x="7921715" y="74063"/>
                  </a:lnTo>
                  <a:lnTo>
                    <a:pt x="7921873" y="74063"/>
                  </a:lnTo>
                  <a:lnTo>
                    <a:pt x="7921873" y="73632"/>
                  </a:lnTo>
                  <a:lnTo>
                    <a:pt x="7922031" y="73632"/>
                  </a:lnTo>
                  <a:lnTo>
                    <a:pt x="7922189" y="73632"/>
                  </a:lnTo>
                  <a:lnTo>
                    <a:pt x="7922346" y="73632"/>
                  </a:lnTo>
                  <a:lnTo>
                    <a:pt x="7922504" y="73632"/>
                  </a:lnTo>
                  <a:lnTo>
                    <a:pt x="7922662" y="73632"/>
                  </a:lnTo>
                  <a:lnTo>
                    <a:pt x="7922819" y="73632"/>
                  </a:lnTo>
                  <a:lnTo>
                    <a:pt x="7922977" y="73632"/>
                  </a:lnTo>
                  <a:lnTo>
                    <a:pt x="7923135" y="73632"/>
                  </a:lnTo>
                  <a:lnTo>
                    <a:pt x="7923293" y="73632"/>
                  </a:lnTo>
                  <a:lnTo>
                    <a:pt x="7923450" y="73632"/>
                  </a:lnTo>
                  <a:lnTo>
                    <a:pt x="7923450" y="73202"/>
                  </a:lnTo>
                  <a:lnTo>
                    <a:pt x="7923608" y="73202"/>
                  </a:lnTo>
                  <a:lnTo>
                    <a:pt x="7923766" y="73202"/>
                  </a:lnTo>
                  <a:lnTo>
                    <a:pt x="7923924" y="73202"/>
                  </a:lnTo>
                  <a:lnTo>
                    <a:pt x="7924081" y="73202"/>
                  </a:lnTo>
                  <a:lnTo>
                    <a:pt x="7924239" y="73202"/>
                  </a:lnTo>
                  <a:lnTo>
                    <a:pt x="7924397" y="73202"/>
                  </a:lnTo>
                  <a:lnTo>
                    <a:pt x="7924554" y="73202"/>
                  </a:lnTo>
                  <a:lnTo>
                    <a:pt x="7924554" y="72771"/>
                  </a:lnTo>
                  <a:lnTo>
                    <a:pt x="7924712" y="72771"/>
                  </a:lnTo>
                  <a:lnTo>
                    <a:pt x="7924870" y="72771"/>
                  </a:lnTo>
                  <a:lnTo>
                    <a:pt x="7924870" y="72340"/>
                  </a:lnTo>
                  <a:lnTo>
                    <a:pt x="7925028" y="72340"/>
                  </a:lnTo>
                  <a:lnTo>
                    <a:pt x="7925185" y="72340"/>
                  </a:lnTo>
                  <a:lnTo>
                    <a:pt x="7925343" y="72340"/>
                  </a:lnTo>
                  <a:lnTo>
                    <a:pt x="7925501" y="72340"/>
                  </a:lnTo>
                  <a:lnTo>
                    <a:pt x="7925658" y="72340"/>
                  </a:lnTo>
                  <a:lnTo>
                    <a:pt x="7925816" y="72340"/>
                  </a:lnTo>
                  <a:lnTo>
                    <a:pt x="7925974" y="72340"/>
                  </a:lnTo>
                  <a:lnTo>
                    <a:pt x="7926132" y="72340"/>
                  </a:lnTo>
                  <a:lnTo>
                    <a:pt x="7926289" y="72340"/>
                  </a:lnTo>
                  <a:lnTo>
                    <a:pt x="7926447" y="72340"/>
                  </a:lnTo>
                  <a:lnTo>
                    <a:pt x="7926605" y="72340"/>
                  </a:lnTo>
                  <a:lnTo>
                    <a:pt x="7926762" y="72340"/>
                  </a:lnTo>
                  <a:lnTo>
                    <a:pt x="7926920" y="72340"/>
                  </a:lnTo>
                  <a:lnTo>
                    <a:pt x="7927078" y="72340"/>
                  </a:lnTo>
                  <a:lnTo>
                    <a:pt x="7927236" y="72340"/>
                  </a:lnTo>
                  <a:lnTo>
                    <a:pt x="7927393" y="72340"/>
                  </a:lnTo>
                  <a:lnTo>
                    <a:pt x="7927551" y="72340"/>
                  </a:lnTo>
                  <a:lnTo>
                    <a:pt x="7927709" y="72340"/>
                  </a:lnTo>
                  <a:lnTo>
                    <a:pt x="7927866" y="72340"/>
                  </a:lnTo>
                  <a:lnTo>
                    <a:pt x="7928024" y="72340"/>
                  </a:lnTo>
                  <a:lnTo>
                    <a:pt x="7928182" y="72340"/>
                  </a:lnTo>
                  <a:lnTo>
                    <a:pt x="7928340" y="72340"/>
                  </a:lnTo>
                  <a:lnTo>
                    <a:pt x="7928497" y="72340"/>
                  </a:lnTo>
                  <a:lnTo>
                    <a:pt x="7928655" y="72340"/>
                  </a:lnTo>
                  <a:lnTo>
                    <a:pt x="7928813" y="72340"/>
                  </a:lnTo>
                  <a:lnTo>
                    <a:pt x="7928971" y="72340"/>
                  </a:lnTo>
                  <a:lnTo>
                    <a:pt x="7929128" y="72340"/>
                  </a:lnTo>
                  <a:lnTo>
                    <a:pt x="7929286" y="72340"/>
                  </a:lnTo>
                  <a:lnTo>
                    <a:pt x="7929444" y="72340"/>
                  </a:lnTo>
                  <a:lnTo>
                    <a:pt x="7929601" y="72340"/>
                  </a:lnTo>
                  <a:lnTo>
                    <a:pt x="7929759" y="72340"/>
                  </a:lnTo>
                  <a:lnTo>
                    <a:pt x="7929917" y="72340"/>
                  </a:lnTo>
                  <a:lnTo>
                    <a:pt x="7930075" y="72340"/>
                  </a:lnTo>
                  <a:lnTo>
                    <a:pt x="7930232" y="72340"/>
                  </a:lnTo>
                  <a:lnTo>
                    <a:pt x="7930390" y="72340"/>
                  </a:lnTo>
                  <a:lnTo>
                    <a:pt x="7930548" y="72340"/>
                  </a:lnTo>
                  <a:lnTo>
                    <a:pt x="7930705" y="72340"/>
                  </a:lnTo>
                  <a:lnTo>
                    <a:pt x="7930863" y="72340"/>
                  </a:lnTo>
                  <a:lnTo>
                    <a:pt x="7931021" y="72340"/>
                  </a:lnTo>
                  <a:lnTo>
                    <a:pt x="7931179" y="72340"/>
                  </a:lnTo>
                  <a:lnTo>
                    <a:pt x="7931336" y="72340"/>
                  </a:lnTo>
                  <a:lnTo>
                    <a:pt x="7931494" y="72340"/>
                  </a:lnTo>
                  <a:lnTo>
                    <a:pt x="7931652" y="72340"/>
                  </a:lnTo>
                  <a:lnTo>
                    <a:pt x="7931809" y="72340"/>
                  </a:lnTo>
                  <a:lnTo>
                    <a:pt x="7931967" y="72340"/>
                  </a:lnTo>
                  <a:lnTo>
                    <a:pt x="7932125" y="72340"/>
                  </a:lnTo>
                  <a:lnTo>
                    <a:pt x="7932283" y="72340"/>
                  </a:lnTo>
                  <a:lnTo>
                    <a:pt x="7932440" y="72340"/>
                  </a:lnTo>
                  <a:lnTo>
                    <a:pt x="7932598" y="72340"/>
                  </a:lnTo>
                  <a:lnTo>
                    <a:pt x="7932756" y="72340"/>
                  </a:lnTo>
                  <a:lnTo>
                    <a:pt x="7932913" y="72340"/>
                  </a:lnTo>
                  <a:lnTo>
                    <a:pt x="7933071" y="72340"/>
                  </a:lnTo>
                  <a:lnTo>
                    <a:pt x="7933229" y="72340"/>
                  </a:lnTo>
                  <a:lnTo>
                    <a:pt x="7933387" y="72340"/>
                  </a:lnTo>
                  <a:lnTo>
                    <a:pt x="7933544" y="72340"/>
                  </a:lnTo>
                  <a:lnTo>
                    <a:pt x="7933702" y="72340"/>
                  </a:lnTo>
                  <a:lnTo>
                    <a:pt x="7933702" y="71910"/>
                  </a:lnTo>
                  <a:lnTo>
                    <a:pt x="7933860" y="71910"/>
                  </a:lnTo>
                  <a:lnTo>
                    <a:pt x="7934017" y="71910"/>
                  </a:lnTo>
                  <a:lnTo>
                    <a:pt x="7934175" y="71910"/>
                  </a:lnTo>
                  <a:lnTo>
                    <a:pt x="7934333" y="71910"/>
                  </a:lnTo>
                  <a:lnTo>
                    <a:pt x="7934333" y="71479"/>
                  </a:lnTo>
                  <a:lnTo>
                    <a:pt x="7934491" y="71479"/>
                  </a:lnTo>
                  <a:lnTo>
                    <a:pt x="7934648" y="71479"/>
                  </a:lnTo>
                  <a:lnTo>
                    <a:pt x="7934648" y="71049"/>
                  </a:lnTo>
                  <a:lnTo>
                    <a:pt x="7934806" y="71049"/>
                  </a:lnTo>
                  <a:lnTo>
                    <a:pt x="7934964" y="71049"/>
                  </a:lnTo>
                  <a:lnTo>
                    <a:pt x="7935122" y="71049"/>
                  </a:lnTo>
                  <a:lnTo>
                    <a:pt x="7935279" y="71049"/>
                  </a:lnTo>
                  <a:lnTo>
                    <a:pt x="7935437" y="71049"/>
                  </a:lnTo>
                  <a:lnTo>
                    <a:pt x="7935595" y="71049"/>
                  </a:lnTo>
                  <a:lnTo>
                    <a:pt x="7935752" y="71049"/>
                  </a:lnTo>
                  <a:lnTo>
                    <a:pt x="7935910" y="71049"/>
                  </a:lnTo>
                  <a:lnTo>
                    <a:pt x="7936068" y="71049"/>
                  </a:lnTo>
                  <a:lnTo>
                    <a:pt x="7936226" y="71049"/>
                  </a:lnTo>
                  <a:lnTo>
                    <a:pt x="7936383" y="71049"/>
                  </a:lnTo>
                  <a:lnTo>
                    <a:pt x="7936541" y="71049"/>
                  </a:lnTo>
                  <a:lnTo>
                    <a:pt x="7936699" y="71049"/>
                  </a:lnTo>
                  <a:lnTo>
                    <a:pt x="7936856" y="71049"/>
                  </a:lnTo>
                  <a:lnTo>
                    <a:pt x="7936856" y="70618"/>
                  </a:lnTo>
                  <a:lnTo>
                    <a:pt x="7937014" y="70618"/>
                  </a:lnTo>
                  <a:lnTo>
                    <a:pt x="7937172" y="70618"/>
                  </a:lnTo>
                  <a:lnTo>
                    <a:pt x="7937330" y="70618"/>
                  </a:lnTo>
                  <a:lnTo>
                    <a:pt x="7937487" y="70618"/>
                  </a:lnTo>
                  <a:lnTo>
                    <a:pt x="7937645" y="70618"/>
                  </a:lnTo>
                  <a:lnTo>
                    <a:pt x="7937645" y="70187"/>
                  </a:lnTo>
                  <a:lnTo>
                    <a:pt x="7937803" y="70187"/>
                  </a:lnTo>
                  <a:lnTo>
                    <a:pt x="7937960" y="70187"/>
                  </a:lnTo>
                  <a:lnTo>
                    <a:pt x="7938118" y="70187"/>
                  </a:lnTo>
                  <a:lnTo>
                    <a:pt x="7938276" y="70187"/>
                  </a:lnTo>
                  <a:lnTo>
                    <a:pt x="7938434" y="70187"/>
                  </a:lnTo>
                  <a:lnTo>
                    <a:pt x="7938591" y="70187"/>
                  </a:lnTo>
                  <a:lnTo>
                    <a:pt x="7938749" y="70187"/>
                  </a:lnTo>
                  <a:lnTo>
                    <a:pt x="7938907" y="70187"/>
                  </a:lnTo>
                  <a:lnTo>
                    <a:pt x="7939064" y="70187"/>
                  </a:lnTo>
                  <a:lnTo>
                    <a:pt x="7939222" y="70187"/>
                  </a:lnTo>
                  <a:lnTo>
                    <a:pt x="7939380" y="70187"/>
                  </a:lnTo>
                  <a:lnTo>
                    <a:pt x="7939538" y="70187"/>
                  </a:lnTo>
                  <a:lnTo>
                    <a:pt x="7939695" y="70187"/>
                  </a:lnTo>
                  <a:lnTo>
                    <a:pt x="7939853" y="70187"/>
                  </a:lnTo>
                  <a:lnTo>
                    <a:pt x="7940011" y="70187"/>
                  </a:lnTo>
                  <a:lnTo>
                    <a:pt x="7940169" y="70187"/>
                  </a:lnTo>
                  <a:lnTo>
                    <a:pt x="7940326" y="70187"/>
                  </a:lnTo>
                  <a:lnTo>
                    <a:pt x="7940484" y="70187"/>
                  </a:lnTo>
                  <a:lnTo>
                    <a:pt x="7940642" y="70187"/>
                  </a:lnTo>
                  <a:lnTo>
                    <a:pt x="7940799" y="70187"/>
                  </a:lnTo>
                  <a:lnTo>
                    <a:pt x="7940957" y="70187"/>
                  </a:lnTo>
                  <a:lnTo>
                    <a:pt x="7941115" y="70187"/>
                  </a:lnTo>
                  <a:lnTo>
                    <a:pt x="7941273" y="70187"/>
                  </a:lnTo>
                  <a:lnTo>
                    <a:pt x="7941430" y="70187"/>
                  </a:lnTo>
                  <a:lnTo>
                    <a:pt x="7941588" y="70187"/>
                  </a:lnTo>
                  <a:lnTo>
                    <a:pt x="7941746" y="70187"/>
                  </a:lnTo>
                  <a:lnTo>
                    <a:pt x="7941903" y="70187"/>
                  </a:lnTo>
                  <a:lnTo>
                    <a:pt x="7942061" y="70187"/>
                  </a:lnTo>
                  <a:lnTo>
                    <a:pt x="7942219" y="70187"/>
                  </a:lnTo>
                  <a:lnTo>
                    <a:pt x="7942377" y="70187"/>
                  </a:lnTo>
                  <a:lnTo>
                    <a:pt x="7942534" y="70187"/>
                  </a:lnTo>
                  <a:lnTo>
                    <a:pt x="7942692" y="70187"/>
                  </a:lnTo>
                  <a:lnTo>
                    <a:pt x="7942692" y="69757"/>
                  </a:lnTo>
                  <a:lnTo>
                    <a:pt x="7942850" y="69757"/>
                  </a:lnTo>
                  <a:lnTo>
                    <a:pt x="7943007" y="69757"/>
                  </a:lnTo>
                  <a:lnTo>
                    <a:pt x="7943165" y="69757"/>
                  </a:lnTo>
                  <a:lnTo>
                    <a:pt x="7943323" y="69757"/>
                  </a:lnTo>
                  <a:lnTo>
                    <a:pt x="7943481" y="69757"/>
                  </a:lnTo>
                  <a:lnTo>
                    <a:pt x="7943638" y="69757"/>
                  </a:lnTo>
                  <a:lnTo>
                    <a:pt x="7943796" y="69757"/>
                  </a:lnTo>
                  <a:lnTo>
                    <a:pt x="7943954" y="69757"/>
                  </a:lnTo>
                  <a:lnTo>
                    <a:pt x="7944111" y="69757"/>
                  </a:lnTo>
                  <a:lnTo>
                    <a:pt x="7944269" y="69757"/>
                  </a:lnTo>
                  <a:lnTo>
                    <a:pt x="7944427" y="69757"/>
                  </a:lnTo>
                  <a:lnTo>
                    <a:pt x="7944585" y="69757"/>
                  </a:lnTo>
                  <a:lnTo>
                    <a:pt x="7944742" y="69757"/>
                  </a:lnTo>
                  <a:lnTo>
                    <a:pt x="7944900" y="69757"/>
                  </a:lnTo>
                  <a:lnTo>
                    <a:pt x="7945058" y="69757"/>
                  </a:lnTo>
                  <a:lnTo>
                    <a:pt x="7945215" y="69757"/>
                  </a:lnTo>
                  <a:lnTo>
                    <a:pt x="7945373" y="69757"/>
                  </a:lnTo>
                  <a:lnTo>
                    <a:pt x="7945373" y="69326"/>
                  </a:lnTo>
                  <a:lnTo>
                    <a:pt x="7945531" y="69326"/>
                  </a:lnTo>
                  <a:lnTo>
                    <a:pt x="7945689" y="69326"/>
                  </a:lnTo>
                  <a:lnTo>
                    <a:pt x="7945846" y="69326"/>
                  </a:lnTo>
                  <a:lnTo>
                    <a:pt x="7945846" y="68896"/>
                  </a:lnTo>
                  <a:lnTo>
                    <a:pt x="7946004" y="68896"/>
                  </a:lnTo>
                  <a:lnTo>
                    <a:pt x="7946162" y="68896"/>
                  </a:lnTo>
                  <a:lnTo>
                    <a:pt x="7946320" y="68896"/>
                  </a:lnTo>
                  <a:lnTo>
                    <a:pt x="7946477" y="68896"/>
                  </a:lnTo>
                  <a:lnTo>
                    <a:pt x="7946635" y="68896"/>
                  </a:lnTo>
                  <a:lnTo>
                    <a:pt x="7946793" y="68896"/>
                  </a:lnTo>
                  <a:lnTo>
                    <a:pt x="7946950" y="68896"/>
                  </a:lnTo>
                  <a:lnTo>
                    <a:pt x="7946950" y="68465"/>
                  </a:lnTo>
                  <a:lnTo>
                    <a:pt x="7947108" y="68465"/>
                  </a:lnTo>
                  <a:lnTo>
                    <a:pt x="7947266" y="68465"/>
                  </a:lnTo>
                  <a:lnTo>
                    <a:pt x="7947424" y="68465"/>
                  </a:lnTo>
                  <a:lnTo>
                    <a:pt x="7947581" y="68465"/>
                  </a:lnTo>
                  <a:lnTo>
                    <a:pt x="7947739" y="68465"/>
                  </a:lnTo>
                  <a:lnTo>
                    <a:pt x="7947897" y="68465"/>
                  </a:lnTo>
                  <a:lnTo>
                    <a:pt x="7948054" y="68465"/>
                  </a:lnTo>
                  <a:lnTo>
                    <a:pt x="7948212" y="68465"/>
                  </a:lnTo>
                  <a:lnTo>
                    <a:pt x="7948370" y="68465"/>
                  </a:lnTo>
                  <a:lnTo>
                    <a:pt x="7948528" y="68465"/>
                  </a:lnTo>
                  <a:lnTo>
                    <a:pt x="7948685" y="68465"/>
                  </a:lnTo>
                  <a:lnTo>
                    <a:pt x="7948843" y="68465"/>
                  </a:lnTo>
                  <a:lnTo>
                    <a:pt x="7949001" y="68465"/>
                  </a:lnTo>
                  <a:lnTo>
                    <a:pt x="7949158" y="68465"/>
                  </a:lnTo>
                  <a:lnTo>
                    <a:pt x="7949316" y="68465"/>
                  </a:lnTo>
                  <a:lnTo>
                    <a:pt x="7949474" y="68465"/>
                  </a:lnTo>
                  <a:lnTo>
                    <a:pt x="7949632" y="68465"/>
                  </a:lnTo>
                  <a:lnTo>
                    <a:pt x="7949789" y="68465"/>
                  </a:lnTo>
                  <a:lnTo>
                    <a:pt x="7949947" y="68465"/>
                  </a:lnTo>
                  <a:lnTo>
                    <a:pt x="7950105" y="68465"/>
                  </a:lnTo>
                  <a:lnTo>
                    <a:pt x="7950105" y="68034"/>
                  </a:lnTo>
                  <a:lnTo>
                    <a:pt x="7950262" y="68034"/>
                  </a:lnTo>
                  <a:lnTo>
                    <a:pt x="7950420" y="68034"/>
                  </a:lnTo>
                  <a:lnTo>
                    <a:pt x="7950578" y="68034"/>
                  </a:lnTo>
                  <a:lnTo>
                    <a:pt x="7950736" y="68034"/>
                  </a:lnTo>
                  <a:lnTo>
                    <a:pt x="7950893" y="68034"/>
                  </a:lnTo>
                  <a:lnTo>
                    <a:pt x="7951051" y="68034"/>
                  </a:lnTo>
                  <a:lnTo>
                    <a:pt x="7951209" y="68034"/>
                  </a:lnTo>
                  <a:lnTo>
                    <a:pt x="7951366" y="68034"/>
                  </a:lnTo>
                  <a:lnTo>
                    <a:pt x="7951524" y="68034"/>
                  </a:lnTo>
                  <a:lnTo>
                    <a:pt x="7951682" y="68034"/>
                  </a:lnTo>
                  <a:lnTo>
                    <a:pt x="7951840" y="68034"/>
                  </a:lnTo>
                  <a:lnTo>
                    <a:pt x="7951997" y="68034"/>
                  </a:lnTo>
                  <a:lnTo>
                    <a:pt x="7952155" y="68034"/>
                  </a:lnTo>
                  <a:lnTo>
                    <a:pt x="7952313" y="68034"/>
                  </a:lnTo>
                  <a:lnTo>
                    <a:pt x="7952471" y="68034"/>
                  </a:lnTo>
                  <a:lnTo>
                    <a:pt x="7952628" y="68034"/>
                  </a:lnTo>
                  <a:lnTo>
                    <a:pt x="7952628" y="67604"/>
                  </a:lnTo>
                  <a:lnTo>
                    <a:pt x="7952786" y="67604"/>
                  </a:lnTo>
                  <a:lnTo>
                    <a:pt x="7952944" y="67604"/>
                  </a:lnTo>
                  <a:lnTo>
                    <a:pt x="7953101" y="67604"/>
                  </a:lnTo>
                  <a:lnTo>
                    <a:pt x="7953259" y="67604"/>
                  </a:lnTo>
                  <a:lnTo>
                    <a:pt x="7953417" y="67604"/>
                  </a:lnTo>
                  <a:lnTo>
                    <a:pt x="7953575" y="67604"/>
                  </a:lnTo>
                  <a:lnTo>
                    <a:pt x="7953732" y="67604"/>
                  </a:lnTo>
                  <a:lnTo>
                    <a:pt x="7953890" y="67604"/>
                  </a:lnTo>
                  <a:lnTo>
                    <a:pt x="7954048" y="67604"/>
                  </a:lnTo>
                  <a:lnTo>
                    <a:pt x="7954205" y="67604"/>
                  </a:lnTo>
                  <a:lnTo>
                    <a:pt x="7954363" y="67604"/>
                  </a:lnTo>
                  <a:lnTo>
                    <a:pt x="7954521" y="67604"/>
                  </a:lnTo>
                  <a:lnTo>
                    <a:pt x="7954679" y="67604"/>
                  </a:lnTo>
                  <a:lnTo>
                    <a:pt x="7954836" y="67604"/>
                  </a:lnTo>
                  <a:lnTo>
                    <a:pt x="7954994" y="67604"/>
                  </a:lnTo>
                  <a:lnTo>
                    <a:pt x="7955152" y="67604"/>
                  </a:lnTo>
                  <a:lnTo>
                    <a:pt x="7955309" y="67604"/>
                  </a:lnTo>
                  <a:lnTo>
                    <a:pt x="7955467" y="67604"/>
                  </a:lnTo>
                  <a:lnTo>
                    <a:pt x="7955625" y="67604"/>
                  </a:lnTo>
                  <a:lnTo>
                    <a:pt x="7955783" y="67604"/>
                  </a:lnTo>
                  <a:lnTo>
                    <a:pt x="7955940" y="67604"/>
                  </a:lnTo>
                  <a:lnTo>
                    <a:pt x="7956098" y="67604"/>
                  </a:lnTo>
                  <a:lnTo>
                    <a:pt x="7956256" y="67604"/>
                  </a:lnTo>
                  <a:lnTo>
                    <a:pt x="7956413" y="67604"/>
                  </a:lnTo>
                  <a:lnTo>
                    <a:pt x="7956571" y="67604"/>
                  </a:lnTo>
                  <a:lnTo>
                    <a:pt x="7956729" y="67604"/>
                  </a:lnTo>
                  <a:lnTo>
                    <a:pt x="7956887" y="67604"/>
                  </a:lnTo>
                  <a:lnTo>
                    <a:pt x="7957044" y="67604"/>
                  </a:lnTo>
                  <a:lnTo>
                    <a:pt x="7957202" y="67604"/>
                  </a:lnTo>
                  <a:lnTo>
                    <a:pt x="7957360" y="67604"/>
                  </a:lnTo>
                  <a:lnTo>
                    <a:pt x="7957518" y="67604"/>
                  </a:lnTo>
                  <a:lnTo>
                    <a:pt x="7957675" y="67604"/>
                  </a:lnTo>
                  <a:lnTo>
                    <a:pt x="7957833" y="67604"/>
                  </a:lnTo>
                  <a:lnTo>
                    <a:pt x="7957991" y="67604"/>
                  </a:lnTo>
                  <a:lnTo>
                    <a:pt x="7958148" y="67604"/>
                  </a:lnTo>
                  <a:lnTo>
                    <a:pt x="7958306" y="67604"/>
                  </a:lnTo>
                  <a:lnTo>
                    <a:pt x="7958464" y="67604"/>
                  </a:lnTo>
                  <a:lnTo>
                    <a:pt x="7958622" y="67604"/>
                  </a:lnTo>
                  <a:lnTo>
                    <a:pt x="7958622" y="67173"/>
                  </a:lnTo>
                  <a:lnTo>
                    <a:pt x="7958779" y="67173"/>
                  </a:lnTo>
                  <a:lnTo>
                    <a:pt x="7958937" y="67173"/>
                  </a:lnTo>
                  <a:lnTo>
                    <a:pt x="7959095" y="67173"/>
                  </a:lnTo>
                  <a:lnTo>
                    <a:pt x="7959252" y="67173"/>
                  </a:lnTo>
                  <a:lnTo>
                    <a:pt x="7959410" y="67173"/>
                  </a:lnTo>
                  <a:lnTo>
                    <a:pt x="7959568" y="67173"/>
                  </a:lnTo>
                  <a:lnTo>
                    <a:pt x="7959726" y="67173"/>
                  </a:lnTo>
                  <a:lnTo>
                    <a:pt x="7959883" y="67173"/>
                  </a:lnTo>
                  <a:lnTo>
                    <a:pt x="7959883" y="66743"/>
                  </a:lnTo>
                  <a:lnTo>
                    <a:pt x="7960041" y="66743"/>
                  </a:lnTo>
                  <a:lnTo>
                    <a:pt x="7960199" y="66743"/>
                  </a:lnTo>
                  <a:lnTo>
                    <a:pt x="7960356" y="66743"/>
                  </a:lnTo>
                  <a:lnTo>
                    <a:pt x="7960514" y="66743"/>
                  </a:lnTo>
                  <a:lnTo>
                    <a:pt x="7960672" y="66743"/>
                  </a:lnTo>
                  <a:lnTo>
                    <a:pt x="7960830" y="66743"/>
                  </a:lnTo>
                  <a:lnTo>
                    <a:pt x="7960987" y="66743"/>
                  </a:lnTo>
                  <a:lnTo>
                    <a:pt x="7961145" y="66743"/>
                  </a:lnTo>
                  <a:lnTo>
                    <a:pt x="7961303" y="66743"/>
                  </a:lnTo>
                  <a:lnTo>
                    <a:pt x="7961460" y="66743"/>
                  </a:lnTo>
                  <a:lnTo>
                    <a:pt x="7961618" y="66743"/>
                  </a:lnTo>
                  <a:lnTo>
                    <a:pt x="7961776" y="66743"/>
                  </a:lnTo>
                  <a:lnTo>
                    <a:pt x="7961934" y="66743"/>
                  </a:lnTo>
                  <a:lnTo>
                    <a:pt x="7962091" y="66743"/>
                  </a:lnTo>
                  <a:lnTo>
                    <a:pt x="7962249" y="66743"/>
                  </a:lnTo>
                  <a:lnTo>
                    <a:pt x="7962407" y="66743"/>
                  </a:lnTo>
                  <a:lnTo>
                    <a:pt x="7962564" y="66743"/>
                  </a:lnTo>
                  <a:lnTo>
                    <a:pt x="7962722" y="66743"/>
                  </a:lnTo>
                  <a:lnTo>
                    <a:pt x="7962880" y="66743"/>
                  </a:lnTo>
                  <a:lnTo>
                    <a:pt x="7963038" y="66743"/>
                  </a:lnTo>
                  <a:lnTo>
                    <a:pt x="7963195" y="66743"/>
                  </a:lnTo>
                  <a:lnTo>
                    <a:pt x="7963353" y="66743"/>
                  </a:lnTo>
                  <a:lnTo>
                    <a:pt x="7963511" y="66743"/>
                  </a:lnTo>
                  <a:lnTo>
                    <a:pt x="7963511" y="66312"/>
                  </a:lnTo>
                  <a:lnTo>
                    <a:pt x="7963669" y="66312"/>
                  </a:lnTo>
                  <a:lnTo>
                    <a:pt x="7963826" y="66312"/>
                  </a:lnTo>
                  <a:lnTo>
                    <a:pt x="7963984" y="66312"/>
                  </a:lnTo>
                  <a:lnTo>
                    <a:pt x="7964142" y="66312"/>
                  </a:lnTo>
                  <a:lnTo>
                    <a:pt x="7964299" y="66312"/>
                  </a:lnTo>
                  <a:lnTo>
                    <a:pt x="7964457" y="66312"/>
                  </a:lnTo>
                  <a:lnTo>
                    <a:pt x="7964457" y="65881"/>
                  </a:lnTo>
                  <a:lnTo>
                    <a:pt x="7964615" y="65881"/>
                  </a:lnTo>
                  <a:lnTo>
                    <a:pt x="7964615" y="65451"/>
                  </a:lnTo>
                  <a:lnTo>
                    <a:pt x="7964773" y="65451"/>
                  </a:lnTo>
                  <a:lnTo>
                    <a:pt x="7964930" y="65451"/>
                  </a:lnTo>
                  <a:lnTo>
                    <a:pt x="7964930" y="65020"/>
                  </a:lnTo>
                  <a:lnTo>
                    <a:pt x="7965088" y="65020"/>
                  </a:lnTo>
                  <a:lnTo>
                    <a:pt x="7965246" y="65020"/>
                  </a:lnTo>
                  <a:lnTo>
                    <a:pt x="7965403" y="65020"/>
                  </a:lnTo>
                  <a:lnTo>
                    <a:pt x="7965561" y="65020"/>
                  </a:lnTo>
                  <a:lnTo>
                    <a:pt x="7965719" y="65020"/>
                  </a:lnTo>
                  <a:lnTo>
                    <a:pt x="7965877" y="65020"/>
                  </a:lnTo>
                  <a:lnTo>
                    <a:pt x="7966034" y="65020"/>
                  </a:lnTo>
                  <a:lnTo>
                    <a:pt x="7966192" y="65020"/>
                  </a:lnTo>
                  <a:lnTo>
                    <a:pt x="7966350" y="65020"/>
                  </a:lnTo>
                  <a:lnTo>
                    <a:pt x="7966507" y="65020"/>
                  </a:lnTo>
                  <a:lnTo>
                    <a:pt x="7966665" y="65020"/>
                  </a:lnTo>
                  <a:lnTo>
                    <a:pt x="7966823" y="65020"/>
                  </a:lnTo>
                  <a:lnTo>
                    <a:pt x="7966981" y="65020"/>
                  </a:lnTo>
                  <a:lnTo>
                    <a:pt x="7967138" y="65020"/>
                  </a:lnTo>
                  <a:lnTo>
                    <a:pt x="7967296" y="65020"/>
                  </a:lnTo>
                  <a:lnTo>
                    <a:pt x="7967454" y="65020"/>
                  </a:lnTo>
                  <a:lnTo>
                    <a:pt x="7967611" y="65020"/>
                  </a:lnTo>
                  <a:lnTo>
                    <a:pt x="7967611" y="64590"/>
                  </a:lnTo>
                  <a:lnTo>
                    <a:pt x="7967769" y="64590"/>
                  </a:lnTo>
                  <a:lnTo>
                    <a:pt x="7967927" y="64590"/>
                  </a:lnTo>
                  <a:lnTo>
                    <a:pt x="7968085" y="64590"/>
                  </a:lnTo>
                  <a:lnTo>
                    <a:pt x="7968242" y="64590"/>
                  </a:lnTo>
                  <a:lnTo>
                    <a:pt x="7968400" y="64590"/>
                  </a:lnTo>
                  <a:lnTo>
                    <a:pt x="7968558" y="64590"/>
                  </a:lnTo>
                  <a:lnTo>
                    <a:pt x="7968716" y="64590"/>
                  </a:lnTo>
                  <a:lnTo>
                    <a:pt x="7968873" y="64590"/>
                  </a:lnTo>
                  <a:lnTo>
                    <a:pt x="7969031" y="64590"/>
                  </a:lnTo>
                  <a:lnTo>
                    <a:pt x="7969189" y="64590"/>
                  </a:lnTo>
                  <a:lnTo>
                    <a:pt x="7969346" y="64590"/>
                  </a:lnTo>
                  <a:lnTo>
                    <a:pt x="7969504" y="64590"/>
                  </a:lnTo>
                  <a:lnTo>
                    <a:pt x="7969662" y="64590"/>
                  </a:lnTo>
                  <a:lnTo>
                    <a:pt x="7969820" y="64590"/>
                  </a:lnTo>
                  <a:lnTo>
                    <a:pt x="7969977" y="64590"/>
                  </a:lnTo>
                  <a:lnTo>
                    <a:pt x="7970135" y="64590"/>
                  </a:lnTo>
                  <a:lnTo>
                    <a:pt x="7970293" y="64590"/>
                  </a:lnTo>
                  <a:lnTo>
                    <a:pt x="7970450" y="64590"/>
                  </a:lnTo>
                  <a:lnTo>
                    <a:pt x="7970608" y="64590"/>
                  </a:lnTo>
                  <a:lnTo>
                    <a:pt x="7970766" y="64590"/>
                  </a:lnTo>
                  <a:lnTo>
                    <a:pt x="7970924" y="64590"/>
                  </a:lnTo>
                  <a:lnTo>
                    <a:pt x="7970924" y="64159"/>
                  </a:lnTo>
                  <a:lnTo>
                    <a:pt x="7971081" y="64159"/>
                  </a:lnTo>
                  <a:lnTo>
                    <a:pt x="7971239" y="64159"/>
                  </a:lnTo>
                  <a:lnTo>
                    <a:pt x="7971397" y="64159"/>
                  </a:lnTo>
                  <a:lnTo>
                    <a:pt x="7971554" y="64159"/>
                  </a:lnTo>
                  <a:lnTo>
                    <a:pt x="7971712" y="64159"/>
                  </a:lnTo>
                  <a:lnTo>
                    <a:pt x="7971870" y="64159"/>
                  </a:lnTo>
                  <a:lnTo>
                    <a:pt x="7972028" y="64159"/>
                  </a:lnTo>
                  <a:lnTo>
                    <a:pt x="7972185" y="64159"/>
                  </a:lnTo>
                  <a:lnTo>
                    <a:pt x="7972343" y="64159"/>
                  </a:lnTo>
                  <a:lnTo>
                    <a:pt x="7972501" y="64159"/>
                  </a:lnTo>
                  <a:lnTo>
                    <a:pt x="7972658" y="64159"/>
                  </a:lnTo>
                  <a:lnTo>
                    <a:pt x="7972816" y="64159"/>
                  </a:lnTo>
                  <a:lnTo>
                    <a:pt x="7972974" y="64159"/>
                  </a:lnTo>
                  <a:lnTo>
                    <a:pt x="7973132" y="64159"/>
                  </a:lnTo>
                  <a:lnTo>
                    <a:pt x="7973289" y="64159"/>
                  </a:lnTo>
                  <a:lnTo>
                    <a:pt x="7973447" y="64159"/>
                  </a:lnTo>
                  <a:lnTo>
                    <a:pt x="7973605" y="64159"/>
                  </a:lnTo>
                  <a:lnTo>
                    <a:pt x="7973762" y="64159"/>
                  </a:lnTo>
                  <a:lnTo>
                    <a:pt x="7973920" y="64159"/>
                  </a:lnTo>
                  <a:lnTo>
                    <a:pt x="7974078" y="64159"/>
                  </a:lnTo>
                  <a:lnTo>
                    <a:pt x="7974236" y="64159"/>
                  </a:lnTo>
                  <a:lnTo>
                    <a:pt x="7974393" y="64159"/>
                  </a:lnTo>
                  <a:lnTo>
                    <a:pt x="7974551" y="64159"/>
                  </a:lnTo>
                  <a:lnTo>
                    <a:pt x="7974709" y="64159"/>
                  </a:lnTo>
                  <a:lnTo>
                    <a:pt x="7974867" y="64159"/>
                  </a:lnTo>
                  <a:lnTo>
                    <a:pt x="7974867" y="63728"/>
                  </a:lnTo>
                  <a:lnTo>
                    <a:pt x="7975024" y="63728"/>
                  </a:lnTo>
                  <a:lnTo>
                    <a:pt x="7975182" y="63728"/>
                  </a:lnTo>
                  <a:lnTo>
                    <a:pt x="7975340" y="63728"/>
                  </a:lnTo>
                  <a:lnTo>
                    <a:pt x="7975497" y="63728"/>
                  </a:lnTo>
                  <a:lnTo>
                    <a:pt x="7975655" y="63728"/>
                  </a:lnTo>
                  <a:lnTo>
                    <a:pt x="7975813" y="63728"/>
                  </a:lnTo>
                  <a:lnTo>
                    <a:pt x="7975971" y="63728"/>
                  </a:lnTo>
                  <a:lnTo>
                    <a:pt x="7976128" y="63728"/>
                  </a:lnTo>
                  <a:lnTo>
                    <a:pt x="7976286" y="63728"/>
                  </a:lnTo>
                  <a:lnTo>
                    <a:pt x="7976444" y="63728"/>
                  </a:lnTo>
                  <a:lnTo>
                    <a:pt x="7976601" y="63728"/>
                  </a:lnTo>
                  <a:lnTo>
                    <a:pt x="7976759" y="63728"/>
                  </a:lnTo>
                  <a:lnTo>
                    <a:pt x="7976917" y="63728"/>
                  </a:lnTo>
                  <a:lnTo>
                    <a:pt x="7977075" y="63728"/>
                  </a:lnTo>
                  <a:lnTo>
                    <a:pt x="7977232" y="63728"/>
                  </a:lnTo>
                  <a:lnTo>
                    <a:pt x="7977390" y="63728"/>
                  </a:lnTo>
                  <a:lnTo>
                    <a:pt x="7977548" y="63728"/>
                  </a:lnTo>
                  <a:lnTo>
                    <a:pt x="7977705" y="63728"/>
                  </a:lnTo>
                  <a:lnTo>
                    <a:pt x="7977863" y="63728"/>
                  </a:lnTo>
                  <a:lnTo>
                    <a:pt x="7978021" y="63728"/>
                  </a:lnTo>
                  <a:lnTo>
                    <a:pt x="7978179" y="63728"/>
                  </a:lnTo>
                  <a:lnTo>
                    <a:pt x="7978336" y="63728"/>
                  </a:lnTo>
                  <a:lnTo>
                    <a:pt x="7978494" y="63728"/>
                  </a:lnTo>
                  <a:lnTo>
                    <a:pt x="7978652" y="63728"/>
                  </a:lnTo>
                  <a:lnTo>
                    <a:pt x="7978809" y="63728"/>
                  </a:lnTo>
                  <a:lnTo>
                    <a:pt x="7978967" y="63728"/>
                  </a:lnTo>
                  <a:lnTo>
                    <a:pt x="7979125" y="63728"/>
                  </a:lnTo>
                  <a:lnTo>
                    <a:pt x="7979125" y="63298"/>
                  </a:lnTo>
                  <a:lnTo>
                    <a:pt x="7979125" y="62867"/>
                  </a:lnTo>
                  <a:lnTo>
                    <a:pt x="7979283" y="62867"/>
                  </a:lnTo>
                  <a:lnTo>
                    <a:pt x="7979440" y="62867"/>
                  </a:lnTo>
                  <a:lnTo>
                    <a:pt x="7979598" y="62867"/>
                  </a:lnTo>
                  <a:lnTo>
                    <a:pt x="7979756" y="62867"/>
                  </a:lnTo>
                  <a:lnTo>
                    <a:pt x="7979914" y="62867"/>
                  </a:lnTo>
                  <a:lnTo>
                    <a:pt x="7980071" y="62867"/>
                  </a:lnTo>
                  <a:lnTo>
                    <a:pt x="7980071" y="62437"/>
                  </a:lnTo>
                  <a:lnTo>
                    <a:pt x="7980229" y="62437"/>
                  </a:lnTo>
                  <a:lnTo>
                    <a:pt x="7980387" y="62437"/>
                  </a:lnTo>
                  <a:lnTo>
                    <a:pt x="7980544" y="62437"/>
                  </a:lnTo>
                  <a:lnTo>
                    <a:pt x="7980702" y="62437"/>
                  </a:lnTo>
                  <a:lnTo>
                    <a:pt x="7980860" y="62437"/>
                  </a:lnTo>
                  <a:lnTo>
                    <a:pt x="7981018" y="62437"/>
                  </a:lnTo>
                  <a:lnTo>
                    <a:pt x="7981175" y="62437"/>
                  </a:lnTo>
                  <a:lnTo>
                    <a:pt x="7981333" y="62437"/>
                  </a:lnTo>
                  <a:lnTo>
                    <a:pt x="7981491" y="62437"/>
                  </a:lnTo>
                  <a:lnTo>
                    <a:pt x="7981648" y="62437"/>
                  </a:lnTo>
                  <a:lnTo>
                    <a:pt x="7981806" y="62437"/>
                  </a:lnTo>
                  <a:lnTo>
                    <a:pt x="7981964" y="62437"/>
                  </a:lnTo>
                  <a:lnTo>
                    <a:pt x="7982122" y="62437"/>
                  </a:lnTo>
                  <a:lnTo>
                    <a:pt x="7982279" y="62437"/>
                  </a:lnTo>
                  <a:lnTo>
                    <a:pt x="7982437" y="62437"/>
                  </a:lnTo>
                  <a:lnTo>
                    <a:pt x="7982437" y="62006"/>
                  </a:lnTo>
                  <a:lnTo>
                    <a:pt x="7982595" y="62006"/>
                  </a:lnTo>
                  <a:lnTo>
                    <a:pt x="7982752" y="62006"/>
                  </a:lnTo>
                  <a:lnTo>
                    <a:pt x="7982910" y="62006"/>
                  </a:lnTo>
                  <a:lnTo>
                    <a:pt x="7983068" y="62006"/>
                  </a:lnTo>
                  <a:lnTo>
                    <a:pt x="7983226" y="62006"/>
                  </a:lnTo>
                  <a:lnTo>
                    <a:pt x="7983383" y="62006"/>
                  </a:lnTo>
                  <a:lnTo>
                    <a:pt x="7983541" y="62006"/>
                  </a:lnTo>
                  <a:lnTo>
                    <a:pt x="7983699" y="62006"/>
                  </a:lnTo>
                  <a:lnTo>
                    <a:pt x="7983856" y="62006"/>
                  </a:lnTo>
                  <a:lnTo>
                    <a:pt x="7984014" y="62006"/>
                  </a:lnTo>
                  <a:lnTo>
                    <a:pt x="7984172" y="62006"/>
                  </a:lnTo>
                  <a:lnTo>
                    <a:pt x="7984330" y="62006"/>
                  </a:lnTo>
                  <a:lnTo>
                    <a:pt x="7984487" y="62006"/>
                  </a:lnTo>
                  <a:lnTo>
                    <a:pt x="7984645" y="62006"/>
                  </a:lnTo>
                  <a:lnTo>
                    <a:pt x="7984803" y="62006"/>
                  </a:lnTo>
                  <a:lnTo>
                    <a:pt x="7984960" y="62006"/>
                  </a:lnTo>
                  <a:lnTo>
                    <a:pt x="7985118" y="62006"/>
                  </a:lnTo>
                  <a:lnTo>
                    <a:pt x="7985276" y="62006"/>
                  </a:lnTo>
                  <a:lnTo>
                    <a:pt x="7985434" y="62006"/>
                  </a:lnTo>
                  <a:lnTo>
                    <a:pt x="7985591" y="62006"/>
                  </a:lnTo>
                  <a:lnTo>
                    <a:pt x="7985749" y="62006"/>
                  </a:lnTo>
                  <a:lnTo>
                    <a:pt x="7985907" y="62006"/>
                  </a:lnTo>
                  <a:lnTo>
                    <a:pt x="7986065" y="62006"/>
                  </a:lnTo>
                  <a:lnTo>
                    <a:pt x="7986222" y="62006"/>
                  </a:lnTo>
                  <a:lnTo>
                    <a:pt x="7986380" y="62006"/>
                  </a:lnTo>
                  <a:lnTo>
                    <a:pt x="7986538" y="62006"/>
                  </a:lnTo>
                  <a:lnTo>
                    <a:pt x="7986695" y="62006"/>
                  </a:lnTo>
                  <a:lnTo>
                    <a:pt x="7986853" y="62006"/>
                  </a:lnTo>
                  <a:lnTo>
                    <a:pt x="7987011" y="62006"/>
                  </a:lnTo>
                  <a:lnTo>
                    <a:pt x="7987169" y="62006"/>
                  </a:lnTo>
                  <a:lnTo>
                    <a:pt x="7987326" y="62006"/>
                  </a:lnTo>
                  <a:lnTo>
                    <a:pt x="7987484" y="62006"/>
                  </a:lnTo>
                  <a:lnTo>
                    <a:pt x="7987642" y="62006"/>
                  </a:lnTo>
                  <a:lnTo>
                    <a:pt x="7987799" y="62006"/>
                  </a:lnTo>
                  <a:lnTo>
                    <a:pt x="7987799" y="61575"/>
                  </a:lnTo>
                  <a:lnTo>
                    <a:pt x="7987957" y="61575"/>
                  </a:lnTo>
                  <a:lnTo>
                    <a:pt x="7988115" y="61575"/>
                  </a:lnTo>
                  <a:lnTo>
                    <a:pt x="7988273" y="61575"/>
                  </a:lnTo>
                  <a:lnTo>
                    <a:pt x="7988273" y="61145"/>
                  </a:lnTo>
                  <a:lnTo>
                    <a:pt x="7988430" y="61145"/>
                  </a:lnTo>
                  <a:lnTo>
                    <a:pt x="7988588" y="61145"/>
                  </a:lnTo>
                  <a:lnTo>
                    <a:pt x="7988746" y="61145"/>
                  </a:lnTo>
                  <a:lnTo>
                    <a:pt x="7988903" y="61145"/>
                  </a:lnTo>
                  <a:lnTo>
                    <a:pt x="7989061" y="61145"/>
                  </a:lnTo>
                  <a:lnTo>
                    <a:pt x="7989219" y="61145"/>
                  </a:lnTo>
                  <a:lnTo>
                    <a:pt x="7989377" y="61145"/>
                  </a:lnTo>
                  <a:lnTo>
                    <a:pt x="7989534" y="61145"/>
                  </a:lnTo>
                  <a:lnTo>
                    <a:pt x="7989692" y="61145"/>
                  </a:lnTo>
                  <a:lnTo>
                    <a:pt x="7989850" y="61145"/>
                  </a:lnTo>
                  <a:lnTo>
                    <a:pt x="7990007" y="61145"/>
                  </a:lnTo>
                  <a:lnTo>
                    <a:pt x="7990165" y="61145"/>
                  </a:lnTo>
                  <a:lnTo>
                    <a:pt x="7990323" y="61145"/>
                  </a:lnTo>
                  <a:lnTo>
                    <a:pt x="7990481" y="61145"/>
                  </a:lnTo>
                  <a:lnTo>
                    <a:pt x="7990638" y="61145"/>
                  </a:lnTo>
                  <a:lnTo>
                    <a:pt x="7990796" y="61145"/>
                  </a:lnTo>
                  <a:lnTo>
                    <a:pt x="7990954" y="61145"/>
                  </a:lnTo>
                  <a:lnTo>
                    <a:pt x="7991112" y="61145"/>
                  </a:lnTo>
                  <a:lnTo>
                    <a:pt x="7991269" y="61145"/>
                  </a:lnTo>
                  <a:lnTo>
                    <a:pt x="7991427" y="61145"/>
                  </a:lnTo>
                  <a:lnTo>
                    <a:pt x="7991585" y="61145"/>
                  </a:lnTo>
                  <a:lnTo>
                    <a:pt x="7991742" y="61145"/>
                  </a:lnTo>
                  <a:lnTo>
                    <a:pt x="7991900" y="61145"/>
                  </a:lnTo>
                  <a:lnTo>
                    <a:pt x="7992058" y="61145"/>
                  </a:lnTo>
                  <a:lnTo>
                    <a:pt x="7992216" y="61145"/>
                  </a:lnTo>
                  <a:lnTo>
                    <a:pt x="7992373" y="61145"/>
                  </a:lnTo>
                  <a:lnTo>
                    <a:pt x="7992531" y="61145"/>
                  </a:lnTo>
                  <a:lnTo>
                    <a:pt x="7992689" y="61145"/>
                  </a:lnTo>
                  <a:lnTo>
                    <a:pt x="7992846" y="61145"/>
                  </a:lnTo>
                  <a:lnTo>
                    <a:pt x="7993004" y="61145"/>
                  </a:lnTo>
                  <a:lnTo>
                    <a:pt x="7993004" y="60714"/>
                  </a:lnTo>
                  <a:lnTo>
                    <a:pt x="7993162" y="60714"/>
                  </a:lnTo>
                  <a:lnTo>
                    <a:pt x="7993320" y="60714"/>
                  </a:lnTo>
                  <a:lnTo>
                    <a:pt x="7993477" y="60714"/>
                  </a:lnTo>
                  <a:lnTo>
                    <a:pt x="7993635" y="60714"/>
                  </a:lnTo>
                  <a:lnTo>
                    <a:pt x="7993793" y="60714"/>
                  </a:lnTo>
                  <a:lnTo>
                    <a:pt x="7993950" y="60714"/>
                  </a:lnTo>
                  <a:lnTo>
                    <a:pt x="7994108" y="60714"/>
                  </a:lnTo>
                  <a:lnTo>
                    <a:pt x="7994266" y="60714"/>
                  </a:lnTo>
                  <a:lnTo>
                    <a:pt x="7994424" y="60714"/>
                  </a:lnTo>
                  <a:lnTo>
                    <a:pt x="7994581" y="60714"/>
                  </a:lnTo>
                  <a:lnTo>
                    <a:pt x="7994739" y="60714"/>
                  </a:lnTo>
                  <a:lnTo>
                    <a:pt x="7994897" y="60714"/>
                  </a:lnTo>
                  <a:lnTo>
                    <a:pt x="7995054" y="60714"/>
                  </a:lnTo>
                  <a:lnTo>
                    <a:pt x="7995054" y="60284"/>
                  </a:lnTo>
                  <a:lnTo>
                    <a:pt x="7995212" y="60284"/>
                  </a:lnTo>
                  <a:lnTo>
                    <a:pt x="7995370" y="60284"/>
                  </a:lnTo>
                  <a:lnTo>
                    <a:pt x="7995528" y="60284"/>
                  </a:lnTo>
                  <a:lnTo>
                    <a:pt x="7995685" y="60284"/>
                  </a:lnTo>
                  <a:lnTo>
                    <a:pt x="7995843" y="60284"/>
                  </a:lnTo>
                  <a:lnTo>
                    <a:pt x="7996001" y="60284"/>
                  </a:lnTo>
                  <a:lnTo>
                    <a:pt x="7996158" y="60284"/>
                  </a:lnTo>
                  <a:lnTo>
                    <a:pt x="7996316" y="60284"/>
                  </a:lnTo>
                  <a:lnTo>
                    <a:pt x="7996474" y="60284"/>
                  </a:lnTo>
                  <a:lnTo>
                    <a:pt x="7996632" y="60284"/>
                  </a:lnTo>
                  <a:lnTo>
                    <a:pt x="7996789" y="60284"/>
                  </a:lnTo>
                  <a:lnTo>
                    <a:pt x="7996947" y="60284"/>
                  </a:lnTo>
                  <a:lnTo>
                    <a:pt x="7997105" y="60284"/>
                  </a:lnTo>
                  <a:lnTo>
                    <a:pt x="7997263" y="60284"/>
                  </a:lnTo>
                  <a:lnTo>
                    <a:pt x="7997420" y="60284"/>
                  </a:lnTo>
                  <a:lnTo>
                    <a:pt x="7997578" y="60284"/>
                  </a:lnTo>
                  <a:lnTo>
                    <a:pt x="7997736" y="60284"/>
                  </a:lnTo>
                  <a:lnTo>
                    <a:pt x="7997893" y="60284"/>
                  </a:lnTo>
                  <a:lnTo>
                    <a:pt x="7998051" y="60284"/>
                  </a:lnTo>
                  <a:lnTo>
                    <a:pt x="7998051" y="59853"/>
                  </a:lnTo>
                  <a:lnTo>
                    <a:pt x="7998209" y="59853"/>
                  </a:lnTo>
                  <a:lnTo>
                    <a:pt x="7998367" y="59853"/>
                  </a:lnTo>
                  <a:lnTo>
                    <a:pt x="7998524" y="59853"/>
                  </a:lnTo>
                  <a:lnTo>
                    <a:pt x="7998682" y="59853"/>
                  </a:lnTo>
                  <a:lnTo>
                    <a:pt x="7998840" y="59853"/>
                  </a:lnTo>
                  <a:lnTo>
                    <a:pt x="7998997" y="59853"/>
                  </a:lnTo>
                  <a:lnTo>
                    <a:pt x="7999155" y="59853"/>
                  </a:lnTo>
                  <a:lnTo>
                    <a:pt x="7999313" y="59853"/>
                  </a:lnTo>
                  <a:lnTo>
                    <a:pt x="7999471" y="59853"/>
                  </a:lnTo>
                  <a:lnTo>
                    <a:pt x="7999628" y="59853"/>
                  </a:lnTo>
                  <a:lnTo>
                    <a:pt x="7999786" y="59853"/>
                  </a:lnTo>
                  <a:lnTo>
                    <a:pt x="7999944" y="59853"/>
                  </a:lnTo>
                  <a:lnTo>
                    <a:pt x="8000101" y="59853"/>
                  </a:lnTo>
                  <a:lnTo>
                    <a:pt x="8000259" y="59853"/>
                  </a:lnTo>
                  <a:lnTo>
                    <a:pt x="8000417" y="59853"/>
                  </a:lnTo>
                  <a:lnTo>
                    <a:pt x="8000575" y="59853"/>
                  </a:lnTo>
                  <a:lnTo>
                    <a:pt x="8000732" y="59853"/>
                  </a:lnTo>
                  <a:lnTo>
                    <a:pt x="8000732" y="59422"/>
                  </a:lnTo>
                  <a:lnTo>
                    <a:pt x="8000890" y="59422"/>
                  </a:lnTo>
                  <a:lnTo>
                    <a:pt x="8001048" y="59422"/>
                  </a:lnTo>
                  <a:lnTo>
                    <a:pt x="8001048" y="58992"/>
                  </a:lnTo>
                  <a:lnTo>
                    <a:pt x="8001205" y="58992"/>
                  </a:lnTo>
                  <a:lnTo>
                    <a:pt x="8001363" y="58992"/>
                  </a:lnTo>
                  <a:lnTo>
                    <a:pt x="8001521" y="58992"/>
                  </a:lnTo>
                  <a:lnTo>
                    <a:pt x="8001679" y="58992"/>
                  </a:lnTo>
                  <a:lnTo>
                    <a:pt x="8001679" y="58561"/>
                  </a:lnTo>
                  <a:lnTo>
                    <a:pt x="8001836" y="58561"/>
                  </a:lnTo>
                  <a:lnTo>
                    <a:pt x="8001994" y="58561"/>
                  </a:lnTo>
                  <a:lnTo>
                    <a:pt x="8002152" y="58561"/>
                  </a:lnTo>
                  <a:lnTo>
                    <a:pt x="8002310" y="58561"/>
                  </a:lnTo>
                  <a:lnTo>
                    <a:pt x="8002467" y="58561"/>
                  </a:lnTo>
                  <a:lnTo>
                    <a:pt x="8002625" y="58561"/>
                  </a:lnTo>
                  <a:lnTo>
                    <a:pt x="8002783" y="58561"/>
                  </a:lnTo>
                  <a:lnTo>
                    <a:pt x="8002940" y="58561"/>
                  </a:lnTo>
                  <a:lnTo>
                    <a:pt x="8003098" y="58561"/>
                  </a:lnTo>
                  <a:lnTo>
                    <a:pt x="8003256" y="58561"/>
                  </a:lnTo>
                  <a:lnTo>
                    <a:pt x="8003414" y="58561"/>
                  </a:lnTo>
                  <a:lnTo>
                    <a:pt x="8003571" y="58561"/>
                  </a:lnTo>
                  <a:lnTo>
                    <a:pt x="8003729" y="58561"/>
                  </a:lnTo>
                  <a:lnTo>
                    <a:pt x="8003887" y="58561"/>
                  </a:lnTo>
                  <a:lnTo>
                    <a:pt x="8004044" y="58561"/>
                  </a:lnTo>
                  <a:lnTo>
                    <a:pt x="8004202" y="58561"/>
                  </a:lnTo>
                  <a:lnTo>
                    <a:pt x="8004360" y="58561"/>
                  </a:lnTo>
                  <a:lnTo>
                    <a:pt x="8004518" y="58561"/>
                  </a:lnTo>
                  <a:lnTo>
                    <a:pt x="8004675" y="58561"/>
                  </a:lnTo>
                  <a:lnTo>
                    <a:pt x="8004833" y="58561"/>
                  </a:lnTo>
                  <a:lnTo>
                    <a:pt x="8004991" y="58561"/>
                  </a:lnTo>
                  <a:lnTo>
                    <a:pt x="8005148" y="58561"/>
                  </a:lnTo>
                  <a:lnTo>
                    <a:pt x="8005306" y="58561"/>
                  </a:lnTo>
                  <a:lnTo>
                    <a:pt x="8005464" y="58561"/>
                  </a:lnTo>
                  <a:lnTo>
                    <a:pt x="8005622" y="58561"/>
                  </a:lnTo>
                  <a:lnTo>
                    <a:pt x="8005779" y="58561"/>
                  </a:lnTo>
                  <a:lnTo>
                    <a:pt x="8005937" y="58561"/>
                  </a:lnTo>
                  <a:lnTo>
                    <a:pt x="8006095" y="58561"/>
                  </a:lnTo>
                  <a:lnTo>
                    <a:pt x="8006252" y="58561"/>
                  </a:lnTo>
                  <a:lnTo>
                    <a:pt x="8006410" y="58561"/>
                  </a:lnTo>
                  <a:lnTo>
                    <a:pt x="8006410" y="58131"/>
                  </a:lnTo>
                  <a:lnTo>
                    <a:pt x="8006568" y="58131"/>
                  </a:lnTo>
                  <a:lnTo>
                    <a:pt x="8006726" y="58131"/>
                  </a:lnTo>
                  <a:lnTo>
                    <a:pt x="8006726" y="57700"/>
                  </a:lnTo>
                  <a:lnTo>
                    <a:pt x="8006726" y="57269"/>
                  </a:lnTo>
                  <a:lnTo>
                    <a:pt x="8006883" y="57269"/>
                  </a:lnTo>
                  <a:lnTo>
                    <a:pt x="8007041" y="57269"/>
                  </a:lnTo>
                  <a:lnTo>
                    <a:pt x="8007199" y="57269"/>
                  </a:lnTo>
                  <a:lnTo>
                    <a:pt x="8007356" y="57269"/>
                  </a:lnTo>
                  <a:lnTo>
                    <a:pt x="8007514" y="57269"/>
                  </a:lnTo>
                  <a:lnTo>
                    <a:pt x="8007672" y="57269"/>
                  </a:lnTo>
                  <a:lnTo>
                    <a:pt x="8007830" y="57269"/>
                  </a:lnTo>
                  <a:lnTo>
                    <a:pt x="8007987" y="57269"/>
                  </a:lnTo>
                  <a:lnTo>
                    <a:pt x="8008145" y="57269"/>
                  </a:lnTo>
                  <a:lnTo>
                    <a:pt x="8008303" y="57269"/>
                  </a:lnTo>
                  <a:lnTo>
                    <a:pt x="8008461" y="57269"/>
                  </a:lnTo>
                  <a:lnTo>
                    <a:pt x="8008618" y="57269"/>
                  </a:lnTo>
                  <a:lnTo>
                    <a:pt x="8008776" y="57269"/>
                  </a:lnTo>
                  <a:lnTo>
                    <a:pt x="8008934" y="57269"/>
                  </a:lnTo>
                  <a:lnTo>
                    <a:pt x="8009091" y="57269"/>
                  </a:lnTo>
                  <a:lnTo>
                    <a:pt x="8009249" y="57269"/>
                  </a:lnTo>
                  <a:lnTo>
                    <a:pt x="8009407" y="57269"/>
                  </a:lnTo>
                  <a:lnTo>
                    <a:pt x="8009565" y="57269"/>
                  </a:lnTo>
                  <a:lnTo>
                    <a:pt x="8009722" y="57269"/>
                  </a:lnTo>
                  <a:lnTo>
                    <a:pt x="8009880" y="57269"/>
                  </a:lnTo>
                  <a:lnTo>
                    <a:pt x="8010038" y="57269"/>
                  </a:lnTo>
                  <a:lnTo>
                    <a:pt x="8010195" y="57269"/>
                  </a:lnTo>
                  <a:lnTo>
                    <a:pt x="8010353" y="57269"/>
                  </a:lnTo>
                  <a:lnTo>
                    <a:pt x="8010511" y="57269"/>
                  </a:lnTo>
                  <a:lnTo>
                    <a:pt x="8010669" y="57269"/>
                  </a:lnTo>
                  <a:lnTo>
                    <a:pt x="8010826" y="57269"/>
                  </a:lnTo>
                  <a:lnTo>
                    <a:pt x="8010984" y="57269"/>
                  </a:lnTo>
                  <a:lnTo>
                    <a:pt x="8011142" y="57269"/>
                  </a:lnTo>
                  <a:lnTo>
                    <a:pt x="8011299" y="57269"/>
                  </a:lnTo>
                  <a:lnTo>
                    <a:pt x="8011457" y="57269"/>
                  </a:lnTo>
                  <a:lnTo>
                    <a:pt x="8011615" y="57269"/>
                  </a:lnTo>
                  <a:lnTo>
                    <a:pt x="8011773" y="57269"/>
                  </a:lnTo>
                  <a:lnTo>
                    <a:pt x="8011930" y="57269"/>
                  </a:lnTo>
                  <a:lnTo>
                    <a:pt x="8012088" y="57269"/>
                  </a:lnTo>
                  <a:lnTo>
                    <a:pt x="8012246" y="57269"/>
                  </a:lnTo>
                  <a:lnTo>
                    <a:pt x="8012403" y="57269"/>
                  </a:lnTo>
                  <a:lnTo>
                    <a:pt x="8012561" y="57269"/>
                  </a:lnTo>
                  <a:lnTo>
                    <a:pt x="8012719" y="57269"/>
                  </a:lnTo>
                  <a:lnTo>
                    <a:pt x="8012877" y="57269"/>
                  </a:lnTo>
                  <a:lnTo>
                    <a:pt x="8013034" y="57269"/>
                  </a:lnTo>
                  <a:lnTo>
                    <a:pt x="8013192" y="57269"/>
                  </a:lnTo>
                  <a:lnTo>
                    <a:pt x="8013350" y="57269"/>
                  </a:lnTo>
                  <a:lnTo>
                    <a:pt x="8013507" y="57269"/>
                  </a:lnTo>
                  <a:lnTo>
                    <a:pt x="8013665" y="57269"/>
                  </a:lnTo>
                  <a:lnTo>
                    <a:pt x="8013823" y="57269"/>
                  </a:lnTo>
                  <a:lnTo>
                    <a:pt x="8013981" y="57269"/>
                  </a:lnTo>
                  <a:lnTo>
                    <a:pt x="8014138" y="57269"/>
                  </a:lnTo>
                  <a:lnTo>
                    <a:pt x="8014296" y="57269"/>
                  </a:lnTo>
                  <a:lnTo>
                    <a:pt x="8014454" y="57269"/>
                  </a:lnTo>
                  <a:lnTo>
                    <a:pt x="8014612" y="57269"/>
                  </a:lnTo>
                  <a:lnTo>
                    <a:pt x="8014769" y="57269"/>
                  </a:lnTo>
                  <a:lnTo>
                    <a:pt x="8014927" y="57269"/>
                  </a:lnTo>
                  <a:lnTo>
                    <a:pt x="8015085" y="57269"/>
                  </a:lnTo>
                  <a:lnTo>
                    <a:pt x="8015242" y="57269"/>
                  </a:lnTo>
                  <a:lnTo>
                    <a:pt x="8015400" y="57269"/>
                  </a:lnTo>
                  <a:lnTo>
                    <a:pt x="8015558" y="57269"/>
                  </a:lnTo>
                  <a:lnTo>
                    <a:pt x="8015558" y="56839"/>
                  </a:lnTo>
                  <a:lnTo>
                    <a:pt x="8015716" y="56839"/>
                  </a:lnTo>
                  <a:lnTo>
                    <a:pt x="8015873" y="56839"/>
                  </a:lnTo>
                  <a:lnTo>
                    <a:pt x="8016031" y="56839"/>
                  </a:lnTo>
                  <a:lnTo>
                    <a:pt x="8016189" y="56839"/>
                  </a:lnTo>
                  <a:lnTo>
                    <a:pt x="8016346" y="56839"/>
                  </a:lnTo>
                  <a:lnTo>
                    <a:pt x="8016504" y="56839"/>
                  </a:lnTo>
                  <a:lnTo>
                    <a:pt x="8016662" y="56839"/>
                  </a:lnTo>
                  <a:lnTo>
                    <a:pt x="8016820" y="56839"/>
                  </a:lnTo>
                  <a:lnTo>
                    <a:pt x="8016977" y="56839"/>
                  </a:lnTo>
                  <a:lnTo>
                    <a:pt x="8017135" y="56839"/>
                  </a:lnTo>
                  <a:lnTo>
                    <a:pt x="8017293" y="56839"/>
                  </a:lnTo>
                  <a:lnTo>
                    <a:pt x="8017450" y="56839"/>
                  </a:lnTo>
                  <a:lnTo>
                    <a:pt x="8017608" y="56839"/>
                  </a:lnTo>
                  <a:lnTo>
                    <a:pt x="8017766" y="56839"/>
                  </a:lnTo>
                  <a:lnTo>
                    <a:pt x="8017766" y="56408"/>
                  </a:lnTo>
                  <a:lnTo>
                    <a:pt x="8017924" y="56408"/>
                  </a:lnTo>
                  <a:lnTo>
                    <a:pt x="8018081" y="56408"/>
                  </a:lnTo>
                  <a:lnTo>
                    <a:pt x="8018239" y="56408"/>
                  </a:lnTo>
                  <a:lnTo>
                    <a:pt x="8018397" y="56408"/>
                  </a:lnTo>
                  <a:lnTo>
                    <a:pt x="8018554" y="56408"/>
                  </a:lnTo>
                  <a:lnTo>
                    <a:pt x="8018712" y="56408"/>
                  </a:lnTo>
                  <a:lnTo>
                    <a:pt x="8018870" y="56408"/>
                  </a:lnTo>
                  <a:lnTo>
                    <a:pt x="8019028" y="56408"/>
                  </a:lnTo>
                  <a:lnTo>
                    <a:pt x="8019185" y="56408"/>
                  </a:lnTo>
                  <a:lnTo>
                    <a:pt x="8019343" y="56408"/>
                  </a:lnTo>
                  <a:lnTo>
                    <a:pt x="8019501" y="56408"/>
                  </a:lnTo>
                  <a:lnTo>
                    <a:pt x="8019501" y="55978"/>
                  </a:lnTo>
                  <a:lnTo>
                    <a:pt x="8019659" y="55978"/>
                  </a:lnTo>
                  <a:lnTo>
                    <a:pt x="8019816" y="55978"/>
                  </a:lnTo>
                  <a:lnTo>
                    <a:pt x="8019974" y="55978"/>
                  </a:lnTo>
                  <a:lnTo>
                    <a:pt x="8020132" y="55978"/>
                  </a:lnTo>
                  <a:lnTo>
                    <a:pt x="8020289" y="55978"/>
                  </a:lnTo>
                  <a:lnTo>
                    <a:pt x="8020447" y="55978"/>
                  </a:lnTo>
                  <a:lnTo>
                    <a:pt x="8020605" y="55978"/>
                  </a:lnTo>
                  <a:lnTo>
                    <a:pt x="8020763" y="55978"/>
                  </a:lnTo>
                  <a:lnTo>
                    <a:pt x="8020920" y="55978"/>
                  </a:lnTo>
                  <a:lnTo>
                    <a:pt x="8021078" y="55978"/>
                  </a:lnTo>
                  <a:lnTo>
                    <a:pt x="8021236" y="55978"/>
                  </a:lnTo>
                  <a:lnTo>
                    <a:pt x="8021393" y="55978"/>
                  </a:lnTo>
                  <a:lnTo>
                    <a:pt x="8021551" y="55978"/>
                  </a:lnTo>
                  <a:lnTo>
                    <a:pt x="8021709" y="55978"/>
                  </a:lnTo>
                  <a:lnTo>
                    <a:pt x="8021867" y="55978"/>
                  </a:lnTo>
                  <a:lnTo>
                    <a:pt x="8021867" y="55547"/>
                  </a:lnTo>
                  <a:lnTo>
                    <a:pt x="8022024" y="55547"/>
                  </a:lnTo>
                  <a:lnTo>
                    <a:pt x="8022182" y="55547"/>
                  </a:lnTo>
                  <a:lnTo>
                    <a:pt x="8022340" y="55547"/>
                  </a:lnTo>
                  <a:lnTo>
                    <a:pt x="8022497" y="55547"/>
                  </a:lnTo>
                  <a:lnTo>
                    <a:pt x="8022655" y="55547"/>
                  </a:lnTo>
                  <a:lnTo>
                    <a:pt x="8022813" y="55547"/>
                  </a:lnTo>
                  <a:lnTo>
                    <a:pt x="8022971" y="55547"/>
                  </a:lnTo>
                  <a:lnTo>
                    <a:pt x="8023128" y="55547"/>
                  </a:lnTo>
                  <a:lnTo>
                    <a:pt x="8023286" y="55547"/>
                  </a:lnTo>
                  <a:lnTo>
                    <a:pt x="8023444" y="55547"/>
                  </a:lnTo>
                  <a:lnTo>
                    <a:pt x="8023601" y="55547"/>
                  </a:lnTo>
                  <a:lnTo>
                    <a:pt x="8023759" y="55547"/>
                  </a:lnTo>
                  <a:lnTo>
                    <a:pt x="8023917" y="55547"/>
                  </a:lnTo>
                  <a:lnTo>
                    <a:pt x="8024075" y="55547"/>
                  </a:lnTo>
                  <a:lnTo>
                    <a:pt x="8024232" y="55547"/>
                  </a:lnTo>
                  <a:lnTo>
                    <a:pt x="8024390" y="55547"/>
                  </a:lnTo>
                  <a:lnTo>
                    <a:pt x="8024548" y="55547"/>
                  </a:lnTo>
                  <a:lnTo>
                    <a:pt x="8024705" y="55547"/>
                  </a:lnTo>
                  <a:lnTo>
                    <a:pt x="8024863" y="55547"/>
                  </a:lnTo>
                  <a:lnTo>
                    <a:pt x="8025021" y="55547"/>
                  </a:lnTo>
                  <a:lnTo>
                    <a:pt x="8025179" y="55547"/>
                  </a:lnTo>
                  <a:lnTo>
                    <a:pt x="8025336" y="55547"/>
                  </a:lnTo>
                  <a:lnTo>
                    <a:pt x="8025494" y="55547"/>
                  </a:lnTo>
                  <a:lnTo>
                    <a:pt x="8025652" y="55547"/>
                  </a:lnTo>
                  <a:lnTo>
                    <a:pt x="8025810" y="55547"/>
                  </a:lnTo>
                  <a:lnTo>
                    <a:pt x="8025967" y="55547"/>
                  </a:lnTo>
                  <a:lnTo>
                    <a:pt x="8026125" y="55547"/>
                  </a:lnTo>
                  <a:lnTo>
                    <a:pt x="8026283" y="55547"/>
                  </a:lnTo>
                  <a:lnTo>
                    <a:pt x="8026440" y="55547"/>
                  </a:lnTo>
                  <a:lnTo>
                    <a:pt x="8026598" y="55547"/>
                  </a:lnTo>
                  <a:lnTo>
                    <a:pt x="8026756" y="55547"/>
                  </a:lnTo>
                  <a:lnTo>
                    <a:pt x="8026914" y="55547"/>
                  </a:lnTo>
                  <a:lnTo>
                    <a:pt x="8027071" y="55547"/>
                  </a:lnTo>
                  <a:lnTo>
                    <a:pt x="8027229" y="55547"/>
                  </a:lnTo>
                  <a:lnTo>
                    <a:pt x="8027387" y="55547"/>
                  </a:lnTo>
                  <a:lnTo>
                    <a:pt x="8027387" y="55116"/>
                  </a:lnTo>
                  <a:lnTo>
                    <a:pt x="8027544" y="55116"/>
                  </a:lnTo>
                  <a:lnTo>
                    <a:pt x="8027702" y="55116"/>
                  </a:lnTo>
                  <a:lnTo>
                    <a:pt x="8027860" y="55116"/>
                  </a:lnTo>
                  <a:lnTo>
                    <a:pt x="8028018" y="55116"/>
                  </a:lnTo>
                  <a:lnTo>
                    <a:pt x="8028175" y="55116"/>
                  </a:lnTo>
                  <a:lnTo>
                    <a:pt x="8028333" y="55116"/>
                  </a:lnTo>
                  <a:lnTo>
                    <a:pt x="8028491" y="55116"/>
                  </a:lnTo>
                  <a:lnTo>
                    <a:pt x="8028648" y="55116"/>
                  </a:lnTo>
                  <a:lnTo>
                    <a:pt x="8028806" y="55116"/>
                  </a:lnTo>
                  <a:lnTo>
                    <a:pt x="8028964" y="55116"/>
                  </a:lnTo>
                  <a:lnTo>
                    <a:pt x="8029122" y="55116"/>
                  </a:lnTo>
                  <a:lnTo>
                    <a:pt x="8029279" y="55116"/>
                  </a:lnTo>
                  <a:lnTo>
                    <a:pt x="8029437" y="55116"/>
                  </a:lnTo>
                  <a:lnTo>
                    <a:pt x="8029437" y="54686"/>
                  </a:lnTo>
                  <a:lnTo>
                    <a:pt x="8029595" y="54686"/>
                  </a:lnTo>
                  <a:lnTo>
                    <a:pt x="8029752" y="54686"/>
                  </a:lnTo>
                  <a:lnTo>
                    <a:pt x="8029910" y="54686"/>
                  </a:lnTo>
                  <a:lnTo>
                    <a:pt x="8030068" y="54686"/>
                  </a:lnTo>
                  <a:lnTo>
                    <a:pt x="8030226" y="54686"/>
                  </a:lnTo>
                  <a:lnTo>
                    <a:pt x="8030383" y="54686"/>
                  </a:lnTo>
                  <a:lnTo>
                    <a:pt x="8030541" y="54686"/>
                  </a:lnTo>
                  <a:lnTo>
                    <a:pt x="8030699" y="54686"/>
                  </a:lnTo>
                  <a:lnTo>
                    <a:pt x="8030857" y="54686"/>
                  </a:lnTo>
                  <a:lnTo>
                    <a:pt x="8031014" y="54686"/>
                  </a:lnTo>
                  <a:lnTo>
                    <a:pt x="8031172" y="54686"/>
                  </a:lnTo>
                  <a:lnTo>
                    <a:pt x="8031330" y="54686"/>
                  </a:lnTo>
                  <a:lnTo>
                    <a:pt x="8031487" y="54686"/>
                  </a:lnTo>
                  <a:lnTo>
                    <a:pt x="8031645" y="54686"/>
                  </a:lnTo>
                  <a:lnTo>
                    <a:pt x="8031803" y="54686"/>
                  </a:lnTo>
                  <a:lnTo>
                    <a:pt x="8031961" y="54686"/>
                  </a:lnTo>
                  <a:lnTo>
                    <a:pt x="8032118" y="54686"/>
                  </a:lnTo>
                  <a:lnTo>
                    <a:pt x="8032276" y="54686"/>
                  </a:lnTo>
                  <a:lnTo>
                    <a:pt x="8032276" y="54255"/>
                  </a:lnTo>
                  <a:lnTo>
                    <a:pt x="8032434" y="54255"/>
                  </a:lnTo>
                  <a:lnTo>
                    <a:pt x="8032591" y="54255"/>
                  </a:lnTo>
                  <a:lnTo>
                    <a:pt x="8032749" y="54255"/>
                  </a:lnTo>
                  <a:lnTo>
                    <a:pt x="8032907" y="54255"/>
                  </a:lnTo>
                  <a:lnTo>
                    <a:pt x="8033065" y="54255"/>
                  </a:lnTo>
                  <a:lnTo>
                    <a:pt x="8033222" y="54255"/>
                  </a:lnTo>
                  <a:lnTo>
                    <a:pt x="8033380" y="54255"/>
                  </a:lnTo>
                  <a:lnTo>
                    <a:pt x="8033538" y="54255"/>
                  </a:lnTo>
                  <a:lnTo>
                    <a:pt x="8033695" y="54255"/>
                  </a:lnTo>
                  <a:lnTo>
                    <a:pt x="8033853" y="54255"/>
                  </a:lnTo>
                  <a:lnTo>
                    <a:pt x="8033853" y="53825"/>
                  </a:lnTo>
                  <a:lnTo>
                    <a:pt x="8034011" y="53825"/>
                  </a:lnTo>
                  <a:lnTo>
                    <a:pt x="8034011" y="53394"/>
                  </a:lnTo>
                  <a:lnTo>
                    <a:pt x="8034169" y="53394"/>
                  </a:lnTo>
                  <a:lnTo>
                    <a:pt x="8034326" y="53394"/>
                  </a:lnTo>
                  <a:lnTo>
                    <a:pt x="8034484" y="53394"/>
                  </a:lnTo>
                  <a:lnTo>
                    <a:pt x="8034642" y="53394"/>
                  </a:lnTo>
                  <a:lnTo>
                    <a:pt x="8034799" y="53394"/>
                  </a:lnTo>
                  <a:lnTo>
                    <a:pt x="8034957" y="53394"/>
                  </a:lnTo>
                  <a:lnTo>
                    <a:pt x="8035115" y="53394"/>
                  </a:lnTo>
                  <a:lnTo>
                    <a:pt x="8035273" y="53394"/>
                  </a:lnTo>
                  <a:lnTo>
                    <a:pt x="8035430" y="53394"/>
                  </a:lnTo>
                  <a:lnTo>
                    <a:pt x="8035588" y="53394"/>
                  </a:lnTo>
                  <a:lnTo>
                    <a:pt x="8035746" y="53394"/>
                  </a:lnTo>
                  <a:lnTo>
                    <a:pt x="8035903" y="53394"/>
                  </a:lnTo>
                  <a:lnTo>
                    <a:pt x="8036061" y="53394"/>
                  </a:lnTo>
                  <a:lnTo>
                    <a:pt x="8036219" y="53394"/>
                  </a:lnTo>
                  <a:lnTo>
                    <a:pt x="8036377" y="53394"/>
                  </a:lnTo>
                  <a:lnTo>
                    <a:pt x="8036534" y="53394"/>
                  </a:lnTo>
                  <a:lnTo>
                    <a:pt x="8036692" y="53394"/>
                  </a:lnTo>
                  <a:lnTo>
                    <a:pt x="8036850" y="53394"/>
                  </a:lnTo>
                  <a:lnTo>
                    <a:pt x="8037008" y="53394"/>
                  </a:lnTo>
                  <a:lnTo>
                    <a:pt x="8037165" y="53394"/>
                  </a:lnTo>
                  <a:lnTo>
                    <a:pt x="8037323" y="53394"/>
                  </a:lnTo>
                  <a:lnTo>
                    <a:pt x="8037481" y="53394"/>
                  </a:lnTo>
                  <a:lnTo>
                    <a:pt x="8037638" y="53394"/>
                  </a:lnTo>
                  <a:lnTo>
                    <a:pt x="8037796" y="53394"/>
                  </a:lnTo>
                  <a:lnTo>
                    <a:pt x="8037954" y="53394"/>
                  </a:lnTo>
                  <a:lnTo>
                    <a:pt x="8038112" y="53394"/>
                  </a:lnTo>
                  <a:lnTo>
                    <a:pt x="8038269" y="53394"/>
                  </a:lnTo>
                  <a:lnTo>
                    <a:pt x="8038427" y="53394"/>
                  </a:lnTo>
                  <a:lnTo>
                    <a:pt x="8038585" y="53394"/>
                  </a:lnTo>
                  <a:lnTo>
                    <a:pt x="8038742" y="53394"/>
                  </a:lnTo>
                  <a:lnTo>
                    <a:pt x="8038900" y="53394"/>
                  </a:lnTo>
                  <a:lnTo>
                    <a:pt x="8039058" y="53394"/>
                  </a:lnTo>
                  <a:lnTo>
                    <a:pt x="8039216" y="53394"/>
                  </a:lnTo>
                  <a:lnTo>
                    <a:pt x="8039216" y="52963"/>
                  </a:lnTo>
                  <a:lnTo>
                    <a:pt x="8039216" y="52533"/>
                  </a:lnTo>
                  <a:lnTo>
                    <a:pt x="8039373" y="52533"/>
                  </a:lnTo>
                  <a:lnTo>
                    <a:pt x="8039531" y="52533"/>
                  </a:lnTo>
                  <a:lnTo>
                    <a:pt x="8039689" y="52533"/>
                  </a:lnTo>
                  <a:lnTo>
                    <a:pt x="8039846" y="52533"/>
                  </a:lnTo>
                  <a:lnTo>
                    <a:pt x="8040004" y="52533"/>
                  </a:lnTo>
                  <a:lnTo>
                    <a:pt x="8040162" y="52533"/>
                  </a:lnTo>
                  <a:lnTo>
                    <a:pt x="8040320" y="52533"/>
                  </a:lnTo>
                  <a:lnTo>
                    <a:pt x="8040477" y="52533"/>
                  </a:lnTo>
                  <a:lnTo>
                    <a:pt x="8040635" y="52533"/>
                  </a:lnTo>
                  <a:lnTo>
                    <a:pt x="8040793" y="52533"/>
                  </a:lnTo>
                  <a:lnTo>
                    <a:pt x="8040950" y="52533"/>
                  </a:lnTo>
                  <a:lnTo>
                    <a:pt x="8041108" y="52533"/>
                  </a:lnTo>
                  <a:lnTo>
                    <a:pt x="8041266" y="52533"/>
                  </a:lnTo>
                  <a:lnTo>
                    <a:pt x="8041424" y="52533"/>
                  </a:lnTo>
                  <a:lnTo>
                    <a:pt x="8041581" y="52533"/>
                  </a:lnTo>
                  <a:lnTo>
                    <a:pt x="8041739" y="52533"/>
                  </a:lnTo>
                  <a:lnTo>
                    <a:pt x="8041739" y="52102"/>
                  </a:lnTo>
                  <a:lnTo>
                    <a:pt x="8041897" y="52102"/>
                  </a:lnTo>
                  <a:lnTo>
                    <a:pt x="8042055" y="52102"/>
                  </a:lnTo>
                  <a:lnTo>
                    <a:pt x="8042212" y="52102"/>
                  </a:lnTo>
                  <a:lnTo>
                    <a:pt x="8042370" y="52102"/>
                  </a:lnTo>
                  <a:lnTo>
                    <a:pt x="8042528" y="52102"/>
                  </a:lnTo>
                  <a:lnTo>
                    <a:pt x="8042685" y="52102"/>
                  </a:lnTo>
                  <a:lnTo>
                    <a:pt x="8042685" y="51672"/>
                  </a:lnTo>
                  <a:lnTo>
                    <a:pt x="8042843" y="51672"/>
                  </a:lnTo>
                  <a:lnTo>
                    <a:pt x="8043001" y="51672"/>
                  </a:lnTo>
                  <a:lnTo>
                    <a:pt x="8043159" y="51672"/>
                  </a:lnTo>
                  <a:lnTo>
                    <a:pt x="8043316" y="51672"/>
                  </a:lnTo>
                  <a:lnTo>
                    <a:pt x="8043474" y="51672"/>
                  </a:lnTo>
                  <a:lnTo>
                    <a:pt x="8043632" y="51672"/>
                  </a:lnTo>
                  <a:lnTo>
                    <a:pt x="8043789" y="51672"/>
                  </a:lnTo>
                  <a:lnTo>
                    <a:pt x="8043947" y="51672"/>
                  </a:lnTo>
                  <a:lnTo>
                    <a:pt x="8044105" y="51672"/>
                  </a:lnTo>
                  <a:lnTo>
                    <a:pt x="8044263" y="51672"/>
                  </a:lnTo>
                  <a:lnTo>
                    <a:pt x="8044420" y="51672"/>
                  </a:lnTo>
                  <a:lnTo>
                    <a:pt x="8044578" y="51672"/>
                  </a:lnTo>
                  <a:lnTo>
                    <a:pt x="8044736" y="51672"/>
                  </a:lnTo>
                  <a:lnTo>
                    <a:pt x="8044893" y="51672"/>
                  </a:lnTo>
                  <a:lnTo>
                    <a:pt x="8044893" y="51241"/>
                  </a:lnTo>
                  <a:lnTo>
                    <a:pt x="8045051" y="51241"/>
                  </a:lnTo>
                  <a:lnTo>
                    <a:pt x="8045051" y="50810"/>
                  </a:lnTo>
                  <a:lnTo>
                    <a:pt x="8045209" y="50810"/>
                  </a:lnTo>
                  <a:lnTo>
                    <a:pt x="8045367" y="50810"/>
                  </a:lnTo>
                  <a:lnTo>
                    <a:pt x="8045524" y="50810"/>
                  </a:lnTo>
                  <a:lnTo>
                    <a:pt x="8045682" y="50810"/>
                  </a:lnTo>
                  <a:lnTo>
                    <a:pt x="8045840" y="50810"/>
                  </a:lnTo>
                  <a:lnTo>
                    <a:pt x="8045997" y="50810"/>
                  </a:lnTo>
                  <a:lnTo>
                    <a:pt x="8046155" y="50810"/>
                  </a:lnTo>
                  <a:lnTo>
                    <a:pt x="8046313" y="50810"/>
                  </a:lnTo>
                  <a:lnTo>
                    <a:pt x="8046471" y="50810"/>
                  </a:lnTo>
                  <a:lnTo>
                    <a:pt x="8046628" y="50810"/>
                  </a:lnTo>
                  <a:lnTo>
                    <a:pt x="8046786" y="50810"/>
                  </a:lnTo>
                  <a:lnTo>
                    <a:pt x="8046944" y="50810"/>
                  </a:lnTo>
                  <a:lnTo>
                    <a:pt x="8047101" y="50810"/>
                  </a:lnTo>
                  <a:lnTo>
                    <a:pt x="8047259" y="50810"/>
                  </a:lnTo>
                  <a:lnTo>
                    <a:pt x="8047417" y="50810"/>
                  </a:lnTo>
                  <a:lnTo>
                    <a:pt x="8047575" y="50810"/>
                  </a:lnTo>
                  <a:lnTo>
                    <a:pt x="8047732" y="50810"/>
                  </a:lnTo>
                  <a:lnTo>
                    <a:pt x="8047890" y="50810"/>
                  </a:lnTo>
                  <a:lnTo>
                    <a:pt x="8048048" y="50810"/>
                  </a:lnTo>
                  <a:lnTo>
                    <a:pt x="8048206" y="50810"/>
                  </a:lnTo>
                  <a:lnTo>
                    <a:pt x="8048363" y="50810"/>
                  </a:lnTo>
                  <a:lnTo>
                    <a:pt x="8048521" y="50810"/>
                  </a:lnTo>
                  <a:lnTo>
                    <a:pt x="8048679" y="50810"/>
                  </a:lnTo>
                  <a:lnTo>
                    <a:pt x="8048836" y="50810"/>
                  </a:lnTo>
                  <a:lnTo>
                    <a:pt x="8048994" y="50810"/>
                  </a:lnTo>
                  <a:lnTo>
                    <a:pt x="8049152" y="50810"/>
                  </a:lnTo>
                  <a:lnTo>
                    <a:pt x="8049310" y="50810"/>
                  </a:lnTo>
                  <a:lnTo>
                    <a:pt x="8049467" y="50810"/>
                  </a:lnTo>
                  <a:lnTo>
                    <a:pt x="8049625" y="50810"/>
                  </a:lnTo>
                  <a:lnTo>
                    <a:pt x="8049783" y="50810"/>
                  </a:lnTo>
                  <a:lnTo>
                    <a:pt x="8049783" y="50380"/>
                  </a:lnTo>
                  <a:lnTo>
                    <a:pt x="8049940" y="50380"/>
                  </a:lnTo>
                  <a:lnTo>
                    <a:pt x="8050098" y="50380"/>
                  </a:lnTo>
                  <a:lnTo>
                    <a:pt x="8050256" y="50380"/>
                  </a:lnTo>
                  <a:lnTo>
                    <a:pt x="8050414" y="50380"/>
                  </a:lnTo>
                  <a:lnTo>
                    <a:pt x="8050571" y="50380"/>
                  </a:lnTo>
                  <a:lnTo>
                    <a:pt x="8050729" y="50380"/>
                  </a:lnTo>
                  <a:lnTo>
                    <a:pt x="8050887" y="50380"/>
                  </a:lnTo>
                  <a:lnTo>
                    <a:pt x="8051044" y="50380"/>
                  </a:lnTo>
                  <a:lnTo>
                    <a:pt x="8051202" y="50380"/>
                  </a:lnTo>
                  <a:lnTo>
                    <a:pt x="8051360" y="50380"/>
                  </a:lnTo>
                  <a:lnTo>
                    <a:pt x="8051518" y="50380"/>
                  </a:lnTo>
                  <a:lnTo>
                    <a:pt x="8051675" y="50380"/>
                  </a:lnTo>
                  <a:lnTo>
                    <a:pt x="8051833" y="50380"/>
                  </a:lnTo>
                  <a:lnTo>
                    <a:pt x="8051991" y="50380"/>
                  </a:lnTo>
                  <a:lnTo>
                    <a:pt x="8052148" y="50380"/>
                  </a:lnTo>
                  <a:lnTo>
                    <a:pt x="8052306" y="50380"/>
                  </a:lnTo>
                  <a:lnTo>
                    <a:pt x="8052464" y="50380"/>
                  </a:lnTo>
                  <a:lnTo>
                    <a:pt x="8052622" y="50380"/>
                  </a:lnTo>
                  <a:lnTo>
                    <a:pt x="8052779" y="50380"/>
                  </a:lnTo>
                  <a:lnTo>
                    <a:pt x="8052937" y="50380"/>
                  </a:lnTo>
                  <a:lnTo>
                    <a:pt x="8053095" y="50380"/>
                  </a:lnTo>
                  <a:lnTo>
                    <a:pt x="8053253" y="50380"/>
                  </a:lnTo>
                  <a:lnTo>
                    <a:pt x="8053410" y="50380"/>
                  </a:lnTo>
                  <a:lnTo>
                    <a:pt x="8053568" y="50380"/>
                  </a:lnTo>
                  <a:lnTo>
                    <a:pt x="8053726" y="50380"/>
                  </a:lnTo>
                  <a:lnTo>
                    <a:pt x="8053883" y="50380"/>
                  </a:lnTo>
                  <a:lnTo>
                    <a:pt x="8054041" y="50380"/>
                  </a:lnTo>
                  <a:lnTo>
                    <a:pt x="8054199" y="50380"/>
                  </a:lnTo>
                  <a:lnTo>
                    <a:pt x="8054357" y="50380"/>
                  </a:lnTo>
                  <a:lnTo>
                    <a:pt x="8054514" y="50380"/>
                  </a:lnTo>
                  <a:lnTo>
                    <a:pt x="8054672" y="50380"/>
                  </a:lnTo>
                  <a:lnTo>
                    <a:pt x="8054830" y="50380"/>
                  </a:lnTo>
                  <a:lnTo>
                    <a:pt x="8054987" y="50380"/>
                  </a:lnTo>
                  <a:lnTo>
                    <a:pt x="8055145" y="50380"/>
                  </a:lnTo>
                  <a:lnTo>
                    <a:pt x="8055303" y="50380"/>
                  </a:lnTo>
                  <a:lnTo>
                    <a:pt x="8055461" y="50380"/>
                  </a:lnTo>
                  <a:lnTo>
                    <a:pt x="8055618" y="50380"/>
                  </a:lnTo>
                  <a:lnTo>
                    <a:pt x="8055776" y="50380"/>
                  </a:lnTo>
                  <a:lnTo>
                    <a:pt x="8055934" y="50380"/>
                  </a:lnTo>
                  <a:lnTo>
                    <a:pt x="8056091" y="50380"/>
                  </a:lnTo>
                  <a:lnTo>
                    <a:pt x="8056249" y="50380"/>
                  </a:lnTo>
                  <a:lnTo>
                    <a:pt x="8056407" y="50380"/>
                  </a:lnTo>
                  <a:lnTo>
                    <a:pt x="8056565" y="50380"/>
                  </a:lnTo>
                  <a:lnTo>
                    <a:pt x="8056722" y="50380"/>
                  </a:lnTo>
                  <a:lnTo>
                    <a:pt x="8056880" y="50380"/>
                  </a:lnTo>
                  <a:lnTo>
                    <a:pt x="8057038" y="50380"/>
                  </a:lnTo>
                  <a:lnTo>
                    <a:pt x="8057195" y="50380"/>
                  </a:lnTo>
                  <a:lnTo>
                    <a:pt x="8057353" y="50380"/>
                  </a:lnTo>
                  <a:lnTo>
                    <a:pt x="8057511" y="50380"/>
                  </a:lnTo>
                  <a:lnTo>
                    <a:pt x="8057669" y="50380"/>
                  </a:lnTo>
                  <a:lnTo>
                    <a:pt x="8057826" y="50380"/>
                  </a:lnTo>
                  <a:lnTo>
                    <a:pt x="8057984" y="50380"/>
                  </a:lnTo>
                  <a:lnTo>
                    <a:pt x="8058142" y="50380"/>
                  </a:lnTo>
                  <a:lnTo>
                    <a:pt x="8058299" y="50380"/>
                  </a:lnTo>
                  <a:lnTo>
                    <a:pt x="8058457" y="50380"/>
                  </a:lnTo>
                  <a:lnTo>
                    <a:pt x="8058615" y="50380"/>
                  </a:lnTo>
                  <a:lnTo>
                    <a:pt x="8058773" y="50380"/>
                  </a:lnTo>
                  <a:lnTo>
                    <a:pt x="8058930" y="50380"/>
                  </a:lnTo>
                  <a:lnTo>
                    <a:pt x="8059088" y="50380"/>
                  </a:lnTo>
                  <a:lnTo>
                    <a:pt x="8059246" y="50380"/>
                  </a:lnTo>
                  <a:lnTo>
                    <a:pt x="8059404" y="50380"/>
                  </a:lnTo>
                  <a:lnTo>
                    <a:pt x="8059404" y="49949"/>
                  </a:lnTo>
                  <a:lnTo>
                    <a:pt x="8059561" y="49949"/>
                  </a:lnTo>
                  <a:lnTo>
                    <a:pt x="8059719" y="49949"/>
                  </a:lnTo>
                  <a:lnTo>
                    <a:pt x="8059877" y="49949"/>
                  </a:lnTo>
                  <a:lnTo>
                    <a:pt x="8060034" y="49949"/>
                  </a:lnTo>
                  <a:lnTo>
                    <a:pt x="8060192" y="49949"/>
                  </a:lnTo>
                  <a:lnTo>
                    <a:pt x="8060350" y="49949"/>
                  </a:lnTo>
                  <a:lnTo>
                    <a:pt x="8060508" y="49949"/>
                  </a:lnTo>
                  <a:lnTo>
                    <a:pt x="8060665" y="49949"/>
                  </a:lnTo>
                  <a:lnTo>
                    <a:pt x="8060823" y="49949"/>
                  </a:lnTo>
                  <a:lnTo>
                    <a:pt x="8060981" y="49949"/>
                  </a:lnTo>
                  <a:lnTo>
                    <a:pt x="8061138" y="49949"/>
                  </a:lnTo>
                  <a:lnTo>
                    <a:pt x="8061296" y="49949"/>
                  </a:lnTo>
                  <a:lnTo>
                    <a:pt x="8061454" y="49949"/>
                  </a:lnTo>
                  <a:lnTo>
                    <a:pt x="8061612" y="49949"/>
                  </a:lnTo>
                  <a:lnTo>
                    <a:pt x="8061769" y="49949"/>
                  </a:lnTo>
                  <a:lnTo>
                    <a:pt x="8061769" y="49519"/>
                  </a:lnTo>
                  <a:lnTo>
                    <a:pt x="8061927" y="49519"/>
                  </a:lnTo>
                  <a:lnTo>
                    <a:pt x="8062085" y="49519"/>
                  </a:lnTo>
                  <a:lnTo>
                    <a:pt x="8062242" y="49519"/>
                  </a:lnTo>
                  <a:lnTo>
                    <a:pt x="8062400" y="49519"/>
                  </a:lnTo>
                  <a:lnTo>
                    <a:pt x="8062558" y="49519"/>
                  </a:lnTo>
                  <a:lnTo>
                    <a:pt x="8062716" y="49519"/>
                  </a:lnTo>
                  <a:lnTo>
                    <a:pt x="8062873" y="49519"/>
                  </a:lnTo>
                  <a:lnTo>
                    <a:pt x="8063031" y="49519"/>
                  </a:lnTo>
                  <a:lnTo>
                    <a:pt x="8063189" y="49519"/>
                  </a:lnTo>
                  <a:lnTo>
                    <a:pt x="8063346" y="49519"/>
                  </a:lnTo>
                  <a:lnTo>
                    <a:pt x="8063504" y="49519"/>
                  </a:lnTo>
                  <a:lnTo>
                    <a:pt x="8063662" y="49519"/>
                  </a:lnTo>
                  <a:lnTo>
                    <a:pt x="8063820" y="49519"/>
                  </a:lnTo>
                  <a:lnTo>
                    <a:pt x="8063977" y="49519"/>
                  </a:lnTo>
                  <a:lnTo>
                    <a:pt x="8064135" y="49519"/>
                  </a:lnTo>
                  <a:lnTo>
                    <a:pt x="8064293" y="49519"/>
                  </a:lnTo>
                  <a:lnTo>
                    <a:pt x="8064451" y="49519"/>
                  </a:lnTo>
                  <a:lnTo>
                    <a:pt x="8064608" y="49519"/>
                  </a:lnTo>
                  <a:lnTo>
                    <a:pt x="8064766" y="49519"/>
                  </a:lnTo>
                  <a:lnTo>
                    <a:pt x="8064766" y="49088"/>
                  </a:lnTo>
                  <a:lnTo>
                    <a:pt x="8064924" y="49088"/>
                  </a:lnTo>
                  <a:lnTo>
                    <a:pt x="8065081" y="49088"/>
                  </a:lnTo>
                  <a:lnTo>
                    <a:pt x="8065239" y="49088"/>
                  </a:lnTo>
                  <a:lnTo>
                    <a:pt x="8065397" y="49088"/>
                  </a:lnTo>
                  <a:lnTo>
                    <a:pt x="8065555" y="49088"/>
                  </a:lnTo>
                  <a:lnTo>
                    <a:pt x="8065712" y="49088"/>
                  </a:lnTo>
                  <a:lnTo>
                    <a:pt x="8065870" y="49088"/>
                  </a:lnTo>
                  <a:lnTo>
                    <a:pt x="8066028" y="49088"/>
                  </a:lnTo>
                  <a:lnTo>
                    <a:pt x="8066185" y="49088"/>
                  </a:lnTo>
                  <a:lnTo>
                    <a:pt x="8066343" y="49088"/>
                  </a:lnTo>
                  <a:lnTo>
                    <a:pt x="8066501" y="49088"/>
                  </a:lnTo>
                  <a:lnTo>
                    <a:pt x="8066659" y="49088"/>
                  </a:lnTo>
                  <a:lnTo>
                    <a:pt x="8066816" y="49088"/>
                  </a:lnTo>
                  <a:lnTo>
                    <a:pt x="8066974" y="49088"/>
                  </a:lnTo>
                  <a:lnTo>
                    <a:pt x="8067132" y="49088"/>
                  </a:lnTo>
                  <a:lnTo>
                    <a:pt x="8067289" y="49088"/>
                  </a:lnTo>
                  <a:lnTo>
                    <a:pt x="8067447" y="49088"/>
                  </a:lnTo>
                  <a:lnTo>
                    <a:pt x="8067605" y="49088"/>
                  </a:lnTo>
                  <a:lnTo>
                    <a:pt x="8067763" y="49088"/>
                  </a:lnTo>
                  <a:lnTo>
                    <a:pt x="8067920" y="49088"/>
                  </a:lnTo>
                  <a:lnTo>
                    <a:pt x="8068078" y="49088"/>
                  </a:lnTo>
                  <a:lnTo>
                    <a:pt x="8068236" y="49088"/>
                  </a:lnTo>
                  <a:lnTo>
                    <a:pt x="8068393" y="49088"/>
                  </a:lnTo>
                  <a:lnTo>
                    <a:pt x="8068551" y="49088"/>
                  </a:lnTo>
                  <a:lnTo>
                    <a:pt x="8068709" y="49088"/>
                  </a:lnTo>
                  <a:lnTo>
                    <a:pt x="8068867" y="49088"/>
                  </a:lnTo>
                  <a:lnTo>
                    <a:pt x="8069024" y="49088"/>
                  </a:lnTo>
                  <a:lnTo>
                    <a:pt x="8069182" y="49088"/>
                  </a:lnTo>
                  <a:lnTo>
                    <a:pt x="8069340" y="49088"/>
                  </a:lnTo>
                  <a:lnTo>
                    <a:pt x="8069497" y="49088"/>
                  </a:lnTo>
                  <a:lnTo>
                    <a:pt x="8069655" y="49088"/>
                  </a:lnTo>
                  <a:lnTo>
                    <a:pt x="8069813" y="49088"/>
                  </a:lnTo>
                  <a:lnTo>
                    <a:pt x="8069971" y="49088"/>
                  </a:lnTo>
                  <a:lnTo>
                    <a:pt x="8070128" y="49088"/>
                  </a:lnTo>
                  <a:lnTo>
                    <a:pt x="8070286" y="49088"/>
                  </a:lnTo>
                  <a:lnTo>
                    <a:pt x="8070444" y="49088"/>
                  </a:lnTo>
                  <a:lnTo>
                    <a:pt x="8070602" y="49088"/>
                  </a:lnTo>
                  <a:lnTo>
                    <a:pt x="8070759" y="49088"/>
                  </a:lnTo>
                  <a:lnTo>
                    <a:pt x="8070917" y="49088"/>
                  </a:lnTo>
                  <a:lnTo>
                    <a:pt x="8071075" y="49088"/>
                  </a:lnTo>
                  <a:lnTo>
                    <a:pt x="8071232" y="49088"/>
                  </a:lnTo>
                  <a:lnTo>
                    <a:pt x="8071390" y="49088"/>
                  </a:lnTo>
                  <a:lnTo>
                    <a:pt x="8071548" y="49088"/>
                  </a:lnTo>
                  <a:lnTo>
                    <a:pt x="8071706" y="49088"/>
                  </a:lnTo>
                  <a:lnTo>
                    <a:pt x="8071863" y="49088"/>
                  </a:lnTo>
                  <a:lnTo>
                    <a:pt x="8072021" y="49088"/>
                  </a:lnTo>
                  <a:lnTo>
                    <a:pt x="8072179" y="49088"/>
                  </a:lnTo>
                  <a:lnTo>
                    <a:pt x="8072336" y="49088"/>
                  </a:lnTo>
                  <a:lnTo>
                    <a:pt x="8072494" y="49088"/>
                  </a:lnTo>
                  <a:lnTo>
                    <a:pt x="8072652" y="49088"/>
                  </a:lnTo>
                  <a:lnTo>
                    <a:pt x="8072810" y="49088"/>
                  </a:lnTo>
                  <a:lnTo>
                    <a:pt x="8072967" y="49088"/>
                  </a:lnTo>
                  <a:lnTo>
                    <a:pt x="8073125" y="49088"/>
                  </a:lnTo>
                  <a:lnTo>
                    <a:pt x="8073283" y="49088"/>
                  </a:lnTo>
                  <a:lnTo>
                    <a:pt x="8073440" y="49088"/>
                  </a:lnTo>
                  <a:lnTo>
                    <a:pt x="8073440" y="48657"/>
                  </a:lnTo>
                  <a:lnTo>
                    <a:pt x="8073440" y="48227"/>
                  </a:lnTo>
                  <a:lnTo>
                    <a:pt x="8073598" y="48227"/>
                  </a:lnTo>
                  <a:lnTo>
                    <a:pt x="8073756" y="48227"/>
                  </a:lnTo>
                  <a:lnTo>
                    <a:pt x="8073756" y="47796"/>
                  </a:lnTo>
                  <a:lnTo>
                    <a:pt x="8073914" y="47796"/>
                  </a:lnTo>
                  <a:lnTo>
                    <a:pt x="8074071" y="47796"/>
                  </a:lnTo>
                  <a:lnTo>
                    <a:pt x="8074229" y="47796"/>
                  </a:lnTo>
                  <a:lnTo>
                    <a:pt x="8074387" y="47796"/>
                  </a:lnTo>
                  <a:lnTo>
                    <a:pt x="8074544" y="47796"/>
                  </a:lnTo>
                  <a:lnTo>
                    <a:pt x="8074702" y="47796"/>
                  </a:lnTo>
                  <a:lnTo>
                    <a:pt x="8074860" y="47796"/>
                  </a:lnTo>
                  <a:lnTo>
                    <a:pt x="8075018" y="47796"/>
                  </a:lnTo>
                  <a:lnTo>
                    <a:pt x="8075175" y="47796"/>
                  </a:lnTo>
                  <a:lnTo>
                    <a:pt x="8075333" y="47796"/>
                  </a:lnTo>
                  <a:lnTo>
                    <a:pt x="8075491" y="47796"/>
                  </a:lnTo>
                  <a:lnTo>
                    <a:pt x="8075649" y="47796"/>
                  </a:lnTo>
                  <a:lnTo>
                    <a:pt x="8075806" y="47796"/>
                  </a:lnTo>
                  <a:lnTo>
                    <a:pt x="8075964" y="47796"/>
                  </a:lnTo>
                  <a:lnTo>
                    <a:pt x="8076122" y="47796"/>
                  </a:lnTo>
                  <a:lnTo>
                    <a:pt x="8076279" y="47796"/>
                  </a:lnTo>
                  <a:lnTo>
                    <a:pt x="8076437" y="47796"/>
                  </a:lnTo>
                  <a:lnTo>
                    <a:pt x="8076595" y="47796"/>
                  </a:lnTo>
                  <a:lnTo>
                    <a:pt x="8076753" y="47796"/>
                  </a:lnTo>
                  <a:lnTo>
                    <a:pt x="8076910" y="47796"/>
                  </a:lnTo>
                  <a:lnTo>
                    <a:pt x="8077068" y="47796"/>
                  </a:lnTo>
                  <a:lnTo>
                    <a:pt x="8077226" y="47796"/>
                  </a:lnTo>
                  <a:lnTo>
                    <a:pt x="8077383" y="47796"/>
                  </a:lnTo>
                  <a:lnTo>
                    <a:pt x="8077541" y="47796"/>
                  </a:lnTo>
                  <a:lnTo>
                    <a:pt x="8077699" y="47796"/>
                  </a:lnTo>
                  <a:lnTo>
                    <a:pt x="8077857" y="47796"/>
                  </a:lnTo>
                  <a:lnTo>
                    <a:pt x="8078014" y="47796"/>
                  </a:lnTo>
                  <a:lnTo>
                    <a:pt x="8078172" y="47796"/>
                  </a:lnTo>
                  <a:lnTo>
                    <a:pt x="8078330" y="47796"/>
                  </a:lnTo>
                  <a:lnTo>
                    <a:pt x="8078487" y="47796"/>
                  </a:lnTo>
                  <a:lnTo>
                    <a:pt x="8078645" y="47796"/>
                  </a:lnTo>
                  <a:lnTo>
                    <a:pt x="8078803" y="47796"/>
                  </a:lnTo>
                  <a:lnTo>
                    <a:pt x="8078961" y="47796"/>
                  </a:lnTo>
                  <a:lnTo>
                    <a:pt x="8079118" y="47796"/>
                  </a:lnTo>
                  <a:lnTo>
                    <a:pt x="8079276" y="47796"/>
                  </a:lnTo>
                  <a:lnTo>
                    <a:pt x="8079434" y="47796"/>
                  </a:lnTo>
                  <a:lnTo>
                    <a:pt x="8079591" y="47796"/>
                  </a:lnTo>
                  <a:lnTo>
                    <a:pt x="8079749" y="47796"/>
                  </a:lnTo>
                  <a:lnTo>
                    <a:pt x="8079907" y="47796"/>
                  </a:lnTo>
                  <a:lnTo>
                    <a:pt x="8079907" y="47366"/>
                  </a:lnTo>
                  <a:lnTo>
                    <a:pt x="8080065" y="47366"/>
                  </a:lnTo>
                  <a:lnTo>
                    <a:pt x="8080222" y="47366"/>
                  </a:lnTo>
                  <a:lnTo>
                    <a:pt x="8080380" y="47366"/>
                  </a:lnTo>
                  <a:lnTo>
                    <a:pt x="8080380" y="46935"/>
                  </a:lnTo>
                  <a:lnTo>
                    <a:pt x="8080538" y="46935"/>
                  </a:lnTo>
                  <a:lnTo>
                    <a:pt x="8080695" y="46935"/>
                  </a:lnTo>
                  <a:lnTo>
                    <a:pt x="8080853" y="46935"/>
                  </a:lnTo>
                  <a:lnTo>
                    <a:pt x="8081011" y="46935"/>
                  </a:lnTo>
                  <a:lnTo>
                    <a:pt x="8081011" y="46504"/>
                  </a:lnTo>
                  <a:lnTo>
                    <a:pt x="8081169" y="46504"/>
                  </a:lnTo>
                  <a:lnTo>
                    <a:pt x="8081326" y="46504"/>
                  </a:lnTo>
                  <a:lnTo>
                    <a:pt x="8081484" y="46504"/>
                  </a:lnTo>
                  <a:lnTo>
                    <a:pt x="8081642" y="46504"/>
                  </a:lnTo>
                  <a:lnTo>
                    <a:pt x="8081800" y="46504"/>
                  </a:lnTo>
                  <a:lnTo>
                    <a:pt x="8081957" y="46504"/>
                  </a:lnTo>
                  <a:lnTo>
                    <a:pt x="8082115" y="46504"/>
                  </a:lnTo>
                  <a:lnTo>
                    <a:pt x="8082273" y="46504"/>
                  </a:lnTo>
                  <a:lnTo>
                    <a:pt x="8082430" y="46504"/>
                  </a:lnTo>
                  <a:lnTo>
                    <a:pt x="8082588" y="46504"/>
                  </a:lnTo>
                  <a:lnTo>
                    <a:pt x="8082746" y="46504"/>
                  </a:lnTo>
                  <a:lnTo>
                    <a:pt x="8082904" y="46504"/>
                  </a:lnTo>
                  <a:lnTo>
                    <a:pt x="8083061" y="46504"/>
                  </a:lnTo>
                  <a:lnTo>
                    <a:pt x="8083219" y="46504"/>
                  </a:lnTo>
                  <a:lnTo>
                    <a:pt x="8083219" y="46074"/>
                  </a:lnTo>
                  <a:lnTo>
                    <a:pt x="8083377" y="46074"/>
                  </a:lnTo>
                  <a:lnTo>
                    <a:pt x="8083377" y="45643"/>
                  </a:lnTo>
                  <a:lnTo>
                    <a:pt x="8083534" y="45643"/>
                  </a:lnTo>
                  <a:lnTo>
                    <a:pt x="8083692" y="45643"/>
                  </a:lnTo>
                  <a:lnTo>
                    <a:pt x="8083850" y="45643"/>
                  </a:lnTo>
                  <a:lnTo>
                    <a:pt x="8084008" y="45643"/>
                  </a:lnTo>
                  <a:lnTo>
                    <a:pt x="8084165" y="45643"/>
                  </a:lnTo>
                  <a:lnTo>
                    <a:pt x="8084323" y="45643"/>
                  </a:lnTo>
                  <a:lnTo>
                    <a:pt x="8084481" y="45643"/>
                  </a:lnTo>
                  <a:lnTo>
                    <a:pt x="8084638" y="45643"/>
                  </a:lnTo>
                  <a:lnTo>
                    <a:pt x="8084796" y="45643"/>
                  </a:lnTo>
                  <a:lnTo>
                    <a:pt x="8084954" y="45643"/>
                  </a:lnTo>
                  <a:lnTo>
                    <a:pt x="8085112" y="45643"/>
                  </a:lnTo>
                  <a:lnTo>
                    <a:pt x="8085269" y="45643"/>
                  </a:lnTo>
                  <a:lnTo>
                    <a:pt x="8085427" y="45643"/>
                  </a:lnTo>
                  <a:lnTo>
                    <a:pt x="8085585" y="45643"/>
                  </a:lnTo>
                  <a:lnTo>
                    <a:pt x="8085742" y="45643"/>
                  </a:lnTo>
                  <a:lnTo>
                    <a:pt x="8085900" y="45643"/>
                  </a:lnTo>
                  <a:lnTo>
                    <a:pt x="8086058" y="45643"/>
                  </a:lnTo>
                  <a:lnTo>
                    <a:pt x="8086216" y="45643"/>
                  </a:lnTo>
                  <a:lnTo>
                    <a:pt x="8086373" y="45643"/>
                  </a:lnTo>
                  <a:lnTo>
                    <a:pt x="8086531" y="45643"/>
                  </a:lnTo>
                  <a:lnTo>
                    <a:pt x="8086689" y="45643"/>
                  </a:lnTo>
                  <a:lnTo>
                    <a:pt x="8086846" y="45643"/>
                  </a:lnTo>
                  <a:lnTo>
                    <a:pt x="8087004" y="45643"/>
                  </a:lnTo>
                  <a:lnTo>
                    <a:pt x="8087162" y="45643"/>
                  </a:lnTo>
                  <a:lnTo>
                    <a:pt x="8087320" y="45643"/>
                  </a:lnTo>
                  <a:lnTo>
                    <a:pt x="8087477" y="45643"/>
                  </a:lnTo>
                  <a:lnTo>
                    <a:pt x="8087635" y="45643"/>
                  </a:lnTo>
                  <a:lnTo>
                    <a:pt x="8087793" y="45643"/>
                  </a:lnTo>
                  <a:lnTo>
                    <a:pt x="8087951" y="45643"/>
                  </a:lnTo>
                  <a:lnTo>
                    <a:pt x="8088108" y="45643"/>
                  </a:lnTo>
                  <a:lnTo>
                    <a:pt x="8088266" y="45643"/>
                  </a:lnTo>
                  <a:lnTo>
                    <a:pt x="8088424" y="45643"/>
                  </a:lnTo>
                  <a:lnTo>
                    <a:pt x="8088581" y="45643"/>
                  </a:lnTo>
                  <a:lnTo>
                    <a:pt x="8088739" y="45643"/>
                  </a:lnTo>
                  <a:lnTo>
                    <a:pt x="8088897" y="45643"/>
                  </a:lnTo>
                  <a:lnTo>
                    <a:pt x="8089055" y="45643"/>
                  </a:lnTo>
                  <a:lnTo>
                    <a:pt x="8089212" y="45643"/>
                  </a:lnTo>
                  <a:lnTo>
                    <a:pt x="8089212" y="45213"/>
                  </a:lnTo>
                  <a:lnTo>
                    <a:pt x="8089370" y="45213"/>
                  </a:lnTo>
                  <a:lnTo>
                    <a:pt x="8089528" y="45213"/>
                  </a:lnTo>
                  <a:lnTo>
                    <a:pt x="8089685" y="45213"/>
                  </a:lnTo>
                  <a:lnTo>
                    <a:pt x="8089843" y="45213"/>
                  </a:lnTo>
                  <a:lnTo>
                    <a:pt x="8090001" y="45213"/>
                  </a:lnTo>
                  <a:lnTo>
                    <a:pt x="8090159" y="45213"/>
                  </a:lnTo>
                  <a:lnTo>
                    <a:pt x="8090316" y="45213"/>
                  </a:lnTo>
                  <a:lnTo>
                    <a:pt x="8090474" y="45213"/>
                  </a:lnTo>
                  <a:lnTo>
                    <a:pt x="8090632" y="45213"/>
                  </a:lnTo>
                  <a:lnTo>
                    <a:pt x="8090789" y="45213"/>
                  </a:lnTo>
                  <a:lnTo>
                    <a:pt x="8090947" y="45213"/>
                  </a:lnTo>
                  <a:lnTo>
                    <a:pt x="8091105" y="45213"/>
                  </a:lnTo>
                  <a:lnTo>
                    <a:pt x="8091263" y="45213"/>
                  </a:lnTo>
                  <a:lnTo>
                    <a:pt x="8091420" y="45213"/>
                  </a:lnTo>
                  <a:lnTo>
                    <a:pt x="8091578" y="45213"/>
                  </a:lnTo>
                  <a:lnTo>
                    <a:pt x="8091736" y="45213"/>
                  </a:lnTo>
                  <a:lnTo>
                    <a:pt x="8091893" y="45213"/>
                  </a:lnTo>
                  <a:lnTo>
                    <a:pt x="8092051" y="45213"/>
                  </a:lnTo>
                  <a:lnTo>
                    <a:pt x="8092209" y="45213"/>
                  </a:lnTo>
                  <a:lnTo>
                    <a:pt x="8092367" y="45213"/>
                  </a:lnTo>
                  <a:lnTo>
                    <a:pt x="8092524" y="45213"/>
                  </a:lnTo>
                  <a:lnTo>
                    <a:pt x="8092682" y="45213"/>
                  </a:lnTo>
                  <a:lnTo>
                    <a:pt x="8092840" y="45213"/>
                  </a:lnTo>
                  <a:lnTo>
                    <a:pt x="8092998" y="45213"/>
                  </a:lnTo>
                  <a:lnTo>
                    <a:pt x="8093155" y="45213"/>
                  </a:lnTo>
                  <a:lnTo>
                    <a:pt x="8093313" y="45213"/>
                  </a:lnTo>
                  <a:lnTo>
                    <a:pt x="8093471" y="45213"/>
                  </a:lnTo>
                  <a:lnTo>
                    <a:pt x="8093628" y="45213"/>
                  </a:lnTo>
                  <a:lnTo>
                    <a:pt x="8093786" y="45213"/>
                  </a:lnTo>
                  <a:lnTo>
                    <a:pt x="8093944" y="45213"/>
                  </a:lnTo>
                  <a:lnTo>
                    <a:pt x="8094102" y="45213"/>
                  </a:lnTo>
                  <a:lnTo>
                    <a:pt x="8094259" y="45213"/>
                  </a:lnTo>
                  <a:lnTo>
                    <a:pt x="8094417" y="45213"/>
                  </a:lnTo>
                  <a:lnTo>
                    <a:pt x="8094575" y="45213"/>
                  </a:lnTo>
                  <a:lnTo>
                    <a:pt x="8094732" y="45213"/>
                  </a:lnTo>
                  <a:lnTo>
                    <a:pt x="8094890" y="45213"/>
                  </a:lnTo>
                  <a:lnTo>
                    <a:pt x="8095048" y="45213"/>
                  </a:lnTo>
                  <a:lnTo>
                    <a:pt x="8095206" y="45213"/>
                  </a:lnTo>
                  <a:lnTo>
                    <a:pt x="8095363" y="45213"/>
                  </a:lnTo>
                  <a:lnTo>
                    <a:pt x="8095521" y="45213"/>
                  </a:lnTo>
                  <a:lnTo>
                    <a:pt x="8095679" y="45213"/>
                  </a:lnTo>
                  <a:lnTo>
                    <a:pt x="8095836" y="45213"/>
                  </a:lnTo>
                  <a:lnTo>
                    <a:pt x="8095994" y="45213"/>
                  </a:lnTo>
                  <a:lnTo>
                    <a:pt x="8096152" y="45213"/>
                  </a:lnTo>
                  <a:lnTo>
                    <a:pt x="8096310" y="45213"/>
                  </a:lnTo>
                  <a:lnTo>
                    <a:pt x="8096467" y="45213"/>
                  </a:lnTo>
                  <a:lnTo>
                    <a:pt x="8096625" y="45213"/>
                  </a:lnTo>
                  <a:lnTo>
                    <a:pt x="8096783" y="45213"/>
                  </a:lnTo>
                  <a:lnTo>
                    <a:pt x="8096783" y="44782"/>
                  </a:lnTo>
                  <a:lnTo>
                    <a:pt x="8096940" y="44782"/>
                  </a:lnTo>
                  <a:lnTo>
                    <a:pt x="8097098" y="44782"/>
                  </a:lnTo>
                  <a:lnTo>
                    <a:pt x="8097256" y="44782"/>
                  </a:lnTo>
                  <a:lnTo>
                    <a:pt x="8097414" y="44782"/>
                  </a:lnTo>
                  <a:lnTo>
                    <a:pt x="8097571" y="44782"/>
                  </a:lnTo>
                  <a:lnTo>
                    <a:pt x="8097729" y="44782"/>
                  </a:lnTo>
                  <a:lnTo>
                    <a:pt x="8097887" y="44782"/>
                  </a:lnTo>
                  <a:lnTo>
                    <a:pt x="8098044" y="44782"/>
                  </a:lnTo>
                  <a:lnTo>
                    <a:pt x="8098202" y="44782"/>
                  </a:lnTo>
                  <a:lnTo>
                    <a:pt x="8098360" y="44782"/>
                  </a:lnTo>
                  <a:lnTo>
                    <a:pt x="8098518" y="44782"/>
                  </a:lnTo>
                  <a:lnTo>
                    <a:pt x="8098675" y="44782"/>
                  </a:lnTo>
                  <a:lnTo>
                    <a:pt x="8098833" y="44782"/>
                  </a:lnTo>
                  <a:lnTo>
                    <a:pt x="8098991" y="44782"/>
                  </a:lnTo>
                  <a:lnTo>
                    <a:pt x="8099149" y="44782"/>
                  </a:lnTo>
                  <a:lnTo>
                    <a:pt x="8099306" y="44782"/>
                  </a:lnTo>
                  <a:lnTo>
                    <a:pt x="8099464" y="44782"/>
                  </a:lnTo>
                  <a:lnTo>
                    <a:pt x="8099622" y="44782"/>
                  </a:lnTo>
                  <a:lnTo>
                    <a:pt x="8099779" y="44782"/>
                  </a:lnTo>
                  <a:lnTo>
                    <a:pt x="8099937" y="44782"/>
                  </a:lnTo>
                  <a:lnTo>
                    <a:pt x="8100095" y="44782"/>
                  </a:lnTo>
                  <a:lnTo>
                    <a:pt x="8100253" y="44782"/>
                  </a:lnTo>
                  <a:lnTo>
                    <a:pt x="8100410" y="44782"/>
                  </a:lnTo>
                  <a:lnTo>
                    <a:pt x="8100568" y="44782"/>
                  </a:lnTo>
                  <a:lnTo>
                    <a:pt x="8100726" y="44782"/>
                  </a:lnTo>
                  <a:lnTo>
                    <a:pt x="8100883" y="44782"/>
                  </a:lnTo>
                  <a:lnTo>
                    <a:pt x="8101041" y="44782"/>
                  </a:lnTo>
                  <a:lnTo>
                    <a:pt x="8101199" y="44782"/>
                  </a:lnTo>
                  <a:lnTo>
                    <a:pt x="8101357" y="44782"/>
                  </a:lnTo>
                  <a:lnTo>
                    <a:pt x="8101514" y="44782"/>
                  </a:lnTo>
                  <a:lnTo>
                    <a:pt x="8101672" y="44782"/>
                  </a:lnTo>
                  <a:lnTo>
                    <a:pt x="8101830" y="44782"/>
                  </a:lnTo>
                  <a:lnTo>
                    <a:pt x="8101987" y="44782"/>
                  </a:lnTo>
                  <a:lnTo>
                    <a:pt x="8102145" y="44782"/>
                  </a:lnTo>
                  <a:lnTo>
                    <a:pt x="8102303" y="44782"/>
                  </a:lnTo>
                  <a:lnTo>
                    <a:pt x="8102461" y="44782"/>
                  </a:lnTo>
                  <a:lnTo>
                    <a:pt x="8102618" y="44782"/>
                  </a:lnTo>
                  <a:lnTo>
                    <a:pt x="8102776" y="44782"/>
                  </a:lnTo>
                  <a:lnTo>
                    <a:pt x="8102934" y="44782"/>
                  </a:lnTo>
                  <a:lnTo>
                    <a:pt x="8103091" y="44782"/>
                  </a:lnTo>
                  <a:lnTo>
                    <a:pt x="8103249" y="44782"/>
                  </a:lnTo>
                  <a:lnTo>
                    <a:pt x="8103407" y="44782"/>
                  </a:lnTo>
                  <a:lnTo>
                    <a:pt x="8103407" y="44351"/>
                  </a:lnTo>
                  <a:lnTo>
                    <a:pt x="8103565" y="44351"/>
                  </a:lnTo>
                  <a:lnTo>
                    <a:pt x="8103722" y="44351"/>
                  </a:lnTo>
                  <a:lnTo>
                    <a:pt x="8103880" y="44351"/>
                  </a:lnTo>
                  <a:lnTo>
                    <a:pt x="8104038" y="44351"/>
                  </a:lnTo>
                  <a:lnTo>
                    <a:pt x="8104196" y="44351"/>
                  </a:lnTo>
                  <a:lnTo>
                    <a:pt x="8104353" y="44351"/>
                  </a:lnTo>
                  <a:lnTo>
                    <a:pt x="8104511" y="44351"/>
                  </a:lnTo>
                  <a:lnTo>
                    <a:pt x="8104669" y="44351"/>
                  </a:lnTo>
                  <a:lnTo>
                    <a:pt x="8104826" y="44351"/>
                  </a:lnTo>
                  <a:lnTo>
                    <a:pt x="8104984" y="44351"/>
                  </a:lnTo>
                  <a:lnTo>
                    <a:pt x="8105142" y="44351"/>
                  </a:lnTo>
                  <a:lnTo>
                    <a:pt x="8105300" y="44351"/>
                  </a:lnTo>
                  <a:lnTo>
                    <a:pt x="8105457" y="44351"/>
                  </a:lnTo>
                  <a:lnTo>
                    <a:pt x="8105615" y="44351"/>
                  </a:lnTo>
                  <a:lnTo>
                    <a:pt x="8105773" y="44351"/>
                  </a:lnTo>
                  <a:lnTo>
                    <a:pt x="8105930" y="44351"/>
                  </a:lnTo>
                  <a:lnTo>
                    <a:pt x="8105930" y="43921"/>
                  </a:lnTo>
                  <a:lnTo>
                    <a:pt x="8106088" y="43921"/>
                  </a:lnTo>
                  <a:lnTo>
                    <a:pt x="8106246" y="43921"/>
                  </a:lnTo>
                  <a:lnTo>
                    <a:pt x="8106404" y="43921"/>
                  </a:lnTo>
                  <a:lnTo>
                    <a:pt x="8106561" y="43921"/>
                  </a:lnTo>
                  <a:lnTo>
                    <a:pt x="8106719" y="43921"/>
                  </a:lnTo>
                  <a:lnTo>
                    <a:pt x="8106877" y="43921"/>
                  </a:lnTo>
                  <a:lnTo>
                    <a:pt x="8107034" y="43921"/>
                  </a:lnTo>
                  <a:lnTo>
                    <a:pt x="8107192" y="43921"/>
                  </a:lnTo>
                  <a:lnTo>
                    <a:pt x="8107350" y="43921"/>
                  </a:lnTo>
                  <a:lnTo>
                    <a:pt x="8107350" y="43490"/>
                  </a:lnTo>
                  <a:lnTo>
                    <a:pt x="8107508" y="43490"/>
                  </a:lnTo>
                  <a:lnTo>
                    <a:pt x="8107665" y="43490"/>
                  </a:lnTo>
                  <a:lnTo>
                    <a:pt x="8107823" y="43490"/>
                  </a:lnTo>
                  <a:lnTo>
                    <a:pt x="8107981" y="43490"/>
                  </a:lnTo>
                  <a:lnTo>
                    <a:pt x="8108138" y="43490"/>
                  </a:lnTo>
                  <a:lnTo>
                    <a:pt x="8108296" y="43490"/>
                  </a:lnTo>
                  <a:lnTo>
                    <a:pt x="8108454" y="43490"/>
                  </a:lnTo>
                  <a:lnTo>
                    <a:pt x="8108612" y="43490"/>
                  </a:lnTo>
                  <a:lnTo>
                    <a:pt x="8108769" y="43490"/>
                  </a:lnTo>
                  <a:lnTo>
                    <a:pt x="8108927" y="43490"/>
                  </a:lnTo>
                  <a:lnTo>
                    <a:pt x="8109085" y="43490"/>
                  </a:lnTo>
                  <a:lnTo>
                    <a:pt x="8109242" y="43490"/>
                  </a:lnTo>
                  <a:lnTo>
                    <a:pt x="8109400" y="43490"/>
                  </a:lnTo>
                  <a:lnTo>
                    <a:pt x="8109558" y="43490"/>
                  </a:lnTo>
                  <a:lnTo>
                    <a:pt x="8109716" y="43490"/>
                  </a:lnTo>
                  <a:lnTo>
                    <a:pt x="8109873" y="43490"/>
                  </a:lnTo>
                  <a:lnTo>
                    <a:pt x="8110031" y="43490"/>
                  </a:lnTo>
                  <a:lnTo>
                    <a:pt x="8110189" y="43490"/>
                  </a:lnTo>
                  <a:lnTo>
                    <a:pt x="8110347" y="43490"/>
                  </a:lnTo>
                  <a:lnTo>
                    <a:pt x="8110504" y="43490"/>
                  </a:lnTo>
                  <a:lnTo>
                    <a:pt x="8110662" y="43490"/>
                  </a:lnTo>
                  <a:lnTo>
                    <a:pt x="8110820" y="43490"/>
                  </a:lnTo>
                  <a:lnTo>
                    <a:pt x="8110820" y="43060"/>
                  </a:lnTo>
                  <a:lnTo>
                    <a:pt x="8110977" y="43060"/>
                  </a:lnTo>
                  <a:lnTo>
                    <a:pt x="8111135" y="43060"/>
                  </a:lnTo>
                  <a:lnTo>
                    <a:pt x="8111293" y="43060"/>
                  </a:lnTo>
                  <a:lnTo>
                    <a:pt x="8111451" y="43060"/>
                  </a:lnTo>
                  <a:lnTo>
                    <a:pt x="8111608" y="43060"/>
                  </a:lnTo>
                  <a:lnTo>
                    <a:pt x="8111766" y="43060"/>
                  </a:lnTo>
                  <a:lnTo>
                    <a:pt x="8111924" y="43060"/>
                  </a:lnTo>
                  <a:lnTo>
                    <a:pt x="8112081" y="43060"/>
                  </a:lnTo>
                  <a:lnTo>
                    <a:pt x="8112239" y="43060"/>
                  </a:lnTo>
                  <a:lnTo>
                    <a:pt x="8112397" y="43060"/>
                  </a:lnTo>
                  <a:lnTo>
                    <a:pt x="8112555" y="43060"/>
                  </a:lnTo>
                  <a:lnTo>
                    <a:pt x="8112712" y="43060"/>
                  </a:lnTo>
                  <a:lnTo>
                    <a:pt x="8112870" y="43060"/>
                  </a:lnTo>
                  <a:lnTo>
                    <a:pt x="8113028" y="43060"/>
                  </a:lnTo>
                  <a:lnTo>
                    <a:pt x="8113185" y="43060"/>
                  </a:lnTo>
                  <a:lnTo>
                    <a:pt x="8113185" y="42629"/>
                  </a:lnTo>
                  <a:lnTo>
                    <a:pt x="8113343" y="42629"/>
                  </a:lnTo>
                  <a:lnTo>
                    <a:pt x="8113501" y="42629"/>
                  </a:lnTo>
                  <a:lnTo>
                    <a:pt x="8113501" y="42198"/>
                  </a:lnTo>
                  <a:lnTo>
                    <a:pt x="8113659" y="42198"/>
                  </a:lnTo>
                  <a:lnTo>
                    <a:pt x="8113816" y="42198"/>
                  </a:lnTo>
                  <a:lnTo>
                    <a:pt x="8113974" y="42198"/>
                  </a:lnTo>
                  <a:lnTo>
                    <a:pt x="8114132" y="42198"/>
                  </a:lnTo>
                  <a:lnTo>
                    <a:pt x="8114289" y="42198"/>
                  </a:lnTo>
                  <a:lnTo>
                    <a:pt x="8114447" y="42198"/>
                  </a:lnTo>
                  <a:lnTo>
                    <a:pt x="8114605" y="42198"/>
                  </a:lnTo>
                  <a:lnTo>
                    <a:pt x="8114605" y="41768"/>
                  </a:lnTo>
                  <a:lnTo>
                    <a:pt x="8114763" y="41768"/>
                  </a:lnTo>
                  <a:lnTo>
                    <a:pt x="8114920" y="41768"/>
                  </a:lnTo>
                  <a:lnTo>
                    <a:pt x="8115078" y="41768"/>
                  </a:lnTo>
                  <a:lnTo>
                    <a:pt x="8115236" y="41768"/>
                  </a:lnTo>
                  <a:lnTo>
                    <a:pt x="8115394" y="41768"/>
                  </a:lnTo>
                  <a:lnTo>
                    <a:pt x="8115551" y="41768"/>
                  </a:lnTo>
                  <a:lnTo>
                    <a:pt x="8115709" y="41768"/>
                  </a:lnTo>
                  <a:lnTo>
                    <a:pt x="8115867" y="41768"/>
                  </a:lnTo>
                  <a:lnTo>
                    <a:pt x="8116024" y="41768"/>
                  </a:lnTo>
                  <a:lnTo>
                    <a:pt x="8116182" y="41768"/>
                  </a:lnTo>
                  <a:lnTo>
                    <a:pt x="8116340" y="41768"/>
                  </a:lnTo>
                  <a:lnTo>
                    <a:pt x="8116498" y="41768"/>
                  </a:lnTo>
                  <a:lnTo>
                    <a:pt x="8116655" y="41768"/>
                  </a:lnTo>
                  <a:lnTo>
                    <a:pt x="8116813" y="41768"/>
                  </a:lnTo>
                  <a:lnTo>
                    <a:pt x="8116971" y="41768"/>
                  </a:lnTo>
                  <a:lnTo>
                    <a:pt x="8117128" y="41768"/>
                  </a:lnTo>
                  <a:lnTo>
                    <a:pt x="8117286" y="41768"/>
                  </a:lnTo>
                  <a:lnTo>
                    <a:pt x="8117444" y="41768"/>
                  </a:lnTo>
                  <a:lnTo>
                    <a:pt x="8117602" y="41768"/>
                  </a:lnTo>
                  <a:lnTo>
                    <a:pt x="8117759" y="41768"/>
                  </a:lnTo>
                  <a:lnTo>
                    <a:pt x="8117917" y="41768"/>
                  </a:lnTo>
                  <a:lnTo>
                    <a:pt x="8118075" y="41768"/>
                  </a:lnTo>
                  <a:lnTo>
                    <a:pt x="8118232" y="41768"/>
                  </a:lnTo>
                  <a:lnTo>
                    <a:pt x="8118390" y="41768"/>
                  </a:lnTo>
                  <a:lnTo>
                    <a:pt x="8118548" y="41768"/>
                  </a:lnTo>
                  <a:lnTo>
                    <a:pt x="8118706" y="41768"/>
                  </a:lnTo>
                  <a:lnTo>
                    <a:pt x="8118863" y="41768"/>
                  </a:lnTo>
                  <a:lnTo>
                    <a:pt x="8119021" y="41768"/>
                  </a:lnTo>
                  <a:lnTo>
                    <a:pt x="8119179" y="41768"/>
                  </a:lnTo>
                  <a:lnTo>
                    <a:pt x="8119336" y="41768"/>
                  </a:lnTo>
                  <a:lnTo>
                    <a:pt x="8119494" y="41768"/>
                  </a:lnTo>
                  <a:lnTo>
                    <a:pt x="8119652" y="41768"/>
                  </a:lnTo>
                  <a:lnTo>
                    <a:pt x="8119810" y="41768"/>
                  </a:lnTo>
                  <a:lnTo>
                    <a:pt x="8119967" y="41768"/>
                  </a:lnTo>
                  <a:lnTo>
                    <a:pt x="8120125" y="41768"/>
                  </a:lnTo>
                  <a:lnTo>
                    <a:pt x="8120283" y="41768"/>
                  </a:lnTo>
                  <a:lnTo>
                    <a:pt x="8120440" y="41768"/>
                  </a:lnTo>
                  <a:lnTo>
                    <a:pt x="8120598" y="41768"/>
                  </a:lnTo>
                  <a:lnTo>
                    <a:pt x="8120756" y="41768"/>
                  </a:lnTo>
                  <a:lnTo>
                    <a:pt x="8120914" y="41768"/>
                  </a:lnTo>
                  <a:lnTo>
                    <a:pt x="8120914" y="41337"/>
                  </a:lnTo>
                  <a:lnTo>
                    <a:pt x="8121071" y="41337"/>
                  </a:lnTo>
                  <a:lnTo>
                    <a:pt x="8121229" y="41337"/>
                  </a:lnTo>
                  <a:lnTo>
                    <a:pt x="8121387" y="41337"/>
                  </a:lnTo>
                  <a:lnTo>
                    <a:pt x="8121545" y="41337"/>
                  </a:lnTo>
                  <a:lnTo>
                    <a:pt x="8121702" y="41337"/>
                  </a:lnTo>
                  <a:lnTo>
                    <a:pt x="8121860" y="41337"/>
                  </a:lnTo>
                  <a:lnTo>
                    <a:pt x="8122018" y="41337"/>
                  </a:lnTo>
                  <a:lnTo>
                    <a:pt x="8122175" y="41337"/>
                  </a:lnTo>
                  <a:lnTo>
                    <a:pt x="8122333" y="41337"/>
                  </a:lnTo>
                  <a:lnTo>
                    <a:pt x="8122491" y="41337"/>
                  </a:lnTo>
                  <a:lnTo>
                    <a:pt x="8122649" y="41337"/>
                  </a:lnTo>
                  <a:lnTo>
                    <a:pt x="8122806" y="41337"/>
                  </a:lnTo>
                  <a:lnTo>
                    <a:pt x="8122964" y="41337"/>
                  </a:lnTo>
                  <a:lnTo>
                    <a:pt x="8123122" y="41337"/>
                  </a:lnTo>
                  <a:lnTo>
                    <a:pt x="8123279" y="41337"/>
                  </a:lnTo>
                  <a:lnTo>
                    <a:pt x="8123437" y="41337"/>
                  </a:lnTo>
                  <a:lnTo>
                    <a:pt x="8123595" y="41337"/>
                  </a:lnTo>
                  <a:lnTo>
                    <a:pt x="8123753" y="41337"/>
                  </a:lnTo>
                  <a:lnTo>
                    <a:pt x="8123910" y="41337"/>
                  </a:lnTo>
                  <a:lnTo>
                    <a:pt x="8124068" y="41337"/>
                  </a:lnTo>
                  <a:lnTo>
                    <a:pt x="8124226" y="41337"/>
                  </a:lnTo>
                  <a:lnTo>
                    <a:pt x="8124383" y="41337"/>
                  </a:lnTo>
                  <a:lnTo>
                    <a:pt x="8124541" y="41337"/>
                  </a:lnTo>
                  <a:lnTo>
                    <a:pt x="8124699" y="41337"/>
                  </a:lnTo>
                  <a:lnTo>
                    <a:pt x="8124857" y="41337"/>
                  </a:lnTo>
                  <a:lnTo>
                    <a:pt x="8125014" y="41337"/>
                  </a:lnTo>
                  <a:lnTo>
                    <a:pt x="8125172" y="41337"/>
                  </a:lnTo>
                  <a:lnTo>
                    <a:pt x="8125330" y="41337"/>
                  </a:lnTo>
                  <a:lnTo>
                    <a:pt x="8125487" y="41337"/>
                  </a:lnTo>
                  <a:lnTo>
                    <a:pt x="8125645" y="41337"/>
                  </a:lnTo>
                  <a:lnTo>
                    <a:pt x="8125803" y="41337"/>
                  </a:lnTo>
                  <a:lnTo>
                    <a:pt x="8125961" y="41337"/>
                  </a:lnTo>
                  <a:lnTo>
                    <a:pt x="8126118" y="41337"/>
                  </a:lnTo>
                  <a:lnTo>
                    <a:pt x="8126276" y="41337"/>
                  </a:lnTo>
                  <a:lnTo>
                    <a:pt x="8126276" y="40907"/>
                  </a:lnTo>
                  <a:lnTo>
                    <a:pt x="8126276" y="40476"/>
                  </a:lnTo>
                  <a:lnTo>
                    <a:pt x="8126434" y="40476"/>
                  </a:lnTo>
                  <a:lnTo>
                    <a:pt x="8126592" y="40476"/>
                  </a:lnTo>
                  <a:lnTo>
                    <a:pt x="8126749" y="40476"/>
                  </a:lnTo>
                  <a:lnTo>
                    <a:pt x="8126907" y="40476"/>
                  </a:lnTo>
                  <a:lnTo>
                    <a:pt x="8127065" y="40476"/>
                  </a:lnTo>
                  <a:lnTo>
                    <a:pt x="8127222" y="40476"/>
                  </a:lnTo>
                  <a:lnTo>
                    <a:pt x="8127380" y="40476"/>
                  </a:lnTo>
                  <a:lnTo>
                    <a:pt x="8127538" y="40476"/>
                  </a:lnTo>
                  <a:lnTo>
                    <a:pt x="8127696" y="40476"/>
                  </a:lnTo>
                  <a:lnTo>
                    <a:pt x="8127853" y="40476"/>
                  </a:lnTo>
                  <a:lnTo>
                    <a:pt x="8127853" y="40045"/>
                  </a:lnTo>
                  <a:lnTo>
                    <a:pt x="8128011" y="40045"/>
                  </a:lnTo>
                  <a:lnTo>
                    <a:pt x="8128169" y="40045"/>
                  </a:lnTo>
                  <a:lnTo>
                    <a:pt x="8128326" y="40045"/>
                  </a:lnTo>
                  <a:lnTo>
                    <a:pt x="8128484" y="40045"/>
                  </a:lnTo>
                  <a:lnTo>
                    <a:pt x="8128642" y="40045"/>
                  </a:lnTo>
                  <a:lnTo>
                    <a:pt x="8128800" y="40045"/>
                  </a:lnTo>
                  <a:lnTo>
                    <a:pt x="8128957" y="40045"/>
                  </a:lnTo>
                  <a:lnTo>
                    <a:pt x="8129115" y="40045"/>
                  </a:lnTo>
                  <a:lnTo>
                    <a:pt x="8129273" y="40045"/>
                  </a:lnTo>
                  <a:lnTo>
                    <a:pt x="8129430" y="40045"/>
                  </a:lnTo>
                  <a:lnTo>
                    <a:pt x="8129588" y="40045"/>
                  </a:lnTo>
                  <a:lnTo>
                    <a:pt x="8129746" y="40045"/>
                  </a:lnTo>
                  <a:lnTo>
                    <a:pt x="8129904" y="40045"/>
                  </a:lnTo>
                  <a:lnTo>
                    <a:pt x="8130061" y="40045"/>
                  </a:lnTo>
                  <a:lnTo>
                    <a:pt x="8130219" y="40045"/>
                  </a:lnTo>
                  <a:lnTo>
                    <a:pt x="8130377" y="40045"/>
                  </a:lnTo>
                  <a:lnTo>
                    <a:pt x="8130377" y="39615"/>
                  </a:lnTo>
                  <a:lnTo>
                    <a:pt x="8130534" y="39615"/>
                  </a:lnTo>
                  <a:lnTo>
                    <a:pt x="8130692" y="39615"/>
                  </a:lnTo>
                  <a:lnTo>
                    <a:pt x="8130850" y="39615"/>
                  </a:lnTo>
                  <a:lnTo>
                    <a:pt x="8131008" y="39615"/>
                  </a:lnTo>
                  <a:lnTo>
                    <a:pt x="8131165" y="39615"/>
                  </a:lnTo>
                  <a:lnTo>
                    <a:pt x="8131323" y="39615"/>
                  </a:lnTo>
                  <a:lnTo>
                    <a:pt x="8131481" y="39615"/>
                  </a:lnTo>
                  <a:lnTo>
                    <a:pt x="8131638" y="39615"/>
                  </a:lnTo>
                  <a:lnTo>
                    <a:pt x="8131796" y="39615"/>
                  </a:lnTo>
                  <a:lnTo>
                    <a:pt x="8131954" y="39615"/>
                  </a:lnTo>
                  <a:lnTo>
                    <a:pt x="8132112" y="39615"/>
                  </a:lnTo>
                  <a:lnTo>
                    <a:pt x="8132269" y="39615"/>
                  </a:lnTo>
                  <a:lnTo>
                    <a:pt x="8132427" y="39615"/>
                  </a:lnTo>
                  <a:lnTo>
                    <a:pt x="8132585" y="39615"/>
                  </a:lnTo>
                  <a:lnTo>
                    <a:pt x="8132743" y="39615"/>
                  </a:lnTo>
                  <a:lnTo>
                    <a:pt x="8132900" y="39615"/>
                  </a:lnTo>
                  <a:lnTo>
                    <a:pt x="8133058" y="39615"/>
                  </a:lnTo>
                  <a:lnTo>
                    <a:pt x="8133216" y="39615"/>
                  </a:lnTo>
                  <a:lnTo>
                    <a:pt x="8133373" y="39615"/>
                  </a:lnTo>
                  <a:lnTo>
                    <a:pt x="8133531" y="39615"/>
                  </a:lnTo>
                  <a:lnTo>
                    <a:pt x="8133689" y="39615"/>
                  </a:lnTo>
                  <a:lnTo>
                    <a:pt x="8133847" y="39615"/>
                  </a:lnTo>
                  <a:lnTo>
                    <a:pt x="8134004" y="39615"/>
                  </a:lnTo>
                  <a:lnTo>
                    <a:pt x="8134162" y="39615"/>
                  </a:lnTo>
                  <a:lnTo>
                    <a:pt x="8134320" y="39615"/>
                  </a:lnTo>
                  <a:lnTo>
                    <a:pt x="8134477" y="39615"/>
                  </a:lnTo>
                  <a:lnTo>
                    <a:pt x="8134635" y="39615"/>
                  </a:lnTo>
                  <a:lnTo>
                    <a:pt x="8134793" y="39615"/>
                  </a:lnTo>
                  <a:lnTo>
                    <a:pt x="8134951" y="39615"/>
                  </a:lnTo>
                  <a:lnTo>
                    <a:pt x="8135108" y="39615"/>
                  </a:lnTo>
                  <a:lnTo>
                    <a:pt x="8135266" y="39615"/>
                  </a:lnTo>
                  <a:lnTo>
                    <a:pt x="8135424" y="39615"/>
                  </a:lnTo>
                  <a:lnTo>
                    <a:pt x="8135581" y="39615"/>
                  </a:lnTo>
                  <a:lnTo>
                    <a:pt x="8135739" y="39615"/>
                  </a:lnTo>
                  <a:lnTo>
                    <a:pt x="8135897" y="39615"/>
                  </a:lnTo>
                  <a:lnTo>
                    <a:pt x="8136055" y="39615"/>
                  </a:lnTo>
                  <a:lnTo>
                    <a:pt x="8136055" y="39184"/>
                  </a:lnTo>
                  <a:lnTo>
                    <a:pt x="8136212" y="39184"/>
                  </a:lnTo>
                  <a:lnTo>
                    <a:pt x="8136370" y="39184"/>
                  </a:lnTo>
                  <a:lnTo>
                    <a:pt x="8136528" y="39184"/>
                  </a:lnTo>
                  <a:lnTo>
                    <a:pt x="8136685" y="39184"/>
                  </a:lnTo>
                  <a:lnTo>
                    <a:pt x="8136843" y="39184"/>
                  </a:lnTo>
                  <a:lnTo>
                    <a:pt x="8137001" y="39184"/>
                  </a:lnTo>
                  <a:lnTo>
                    <a:pt x="8137159" y="39184"/>
                  </a:lnTo>
                  <a:lnTo>
                    <a:pt x="8137316" y="39184"/>
                  </a:lnTo>
                  <a:lnTo>
                    <a:pt x="8137474" y="39184"/>
                  </a:lnTo>
                  <a:lnTo>
                    <a:pt x="8137632" y="39184"/>
                  </a:lnTo>
                  <a:lnTo>
                    <a:pt x="8137790" y="39184"/>
                  </a:lnTo>
                  <a:lnTo>
                    <a:pt x="8137947" y="39184"/>
                  </a:lnTo>
                  <a:lnTo>
                    <a:pt x="8138105" y="39184"/>
                  </a:lnTo>
                  <a:lnTo>
                    <a:pt x="8138263" y="39184"/>
                  </a:lnTo>
                  <a:lnTo>
                    <a:pt x="8138420" y="39184"/>
                  </a:lnTo>
                  <a:lnTo>
                    <a:pt x="8138578" y="39184"/>
                  </a:lnTo>
                  <a:lnTo>
                    <a:pt x="8138736" y="39184"/>
                  </a:lnTo>
                  <a:lnTo>
                    <a:pt x="8138894" y="39184"/>
                  </a:lnTo>
                  <a:lnTo>
                    <a:pt x="8139051" y="39184"/>
                  </a:lnTo>
                  <a:lnTo>
                    <a:pt x="8139209" y="39184"/>
                  </a:lnTo>
                  <a:lnTo>
                    <a:pt x="8139367" y="39184"/>
                  </a:lnTo>
                  <a:lnTo>
                    <a:pt x="8139524" y="39184"/>
                  </a:lnTo>
                  <a:lnTo>
                    <a:pt x="8139682" y="39184"/>
                  </a:lnTo>
                  <a:lnTo>
                    <a:pt x="8139840" y="39184"/>
                  </a:lnTo>
                  <a:lnTo>
                    <a:pt x="8139998" y="39184"/>
                  </a:lnTo>
                  <a:lnTo>
                    <a:pt x="8140155" y="39184"/>
                  </a:lnTo>
                  <a:lnTo>
                    <a:pt x="8140313" y="39184"/>
                  </a:lnTo>
                  <a:lnTo>
                    <a:pt x="8140471" y="39184"/>
                  </a:lnTo>
                  <a:lnTo>
                    <a:pt x="8140471" y="38754"/>
                  </a:lnTo>
                  <a:lnTo>
                    <a:pt x="8140628" y="38754"/>
                  </a:lnTo>
                  <a:lnTo>
                    <a:pt x="8140786" y="38754"/>
                  </a:lnTo>
                  <a:lnTo>
                    <a:pt x="8140944" y="38754"/>
                  </a:lnTo>
                  <a:lnTo>
                    <a:pt x="8140944" y="38323"/>
                  </a:lnTo>
                  <a:lnTo>
                    <a:pt x="8141102" y="38323"/>
                  </a:lnTo>
                  <a:lnTo>
                    <a:pt x="8141259" y="38323"/>
                  </a:lnTo>
                  <a:lnTo>
                    <a:pt x="8141417" y="38323"/>
                  </a:lnTo>
                  <a:lnTo>
                    <a:pt x="8141575" y="38323"/>
                  </a:lnTo>
                  <a:lnTo>
                    <a:pt x="8141732" y="38323"/>
                  </a:lnTo>
                  <a:lnTo>
                    <a:pt x="8141890" y="38323"/>
                  </a:lnTo>
                  <a:lnTo>
                    <a:pt x="8142048" y="38323"/>
                  </a:lnTo>
                  <a:lnTo>
                    <a:pt x="8142206" y="38323"/>
                  </a:lnTo>
                  <a:lnTo>
                    <a:pt x="8142363" y="38323"/>
                  </a:lnTo>
                  <a:lnTo>
                    <a:pt x="8142521" y="38323"/>
                  </a:lnTo>
                  <a:lnTo>
                    <a:pt x="8142679" y="38323"/>
                  </a:lnTo>
                  <a:lnTo>
                    <a:pt x="8142679" y="37892"/>
                  </a:lnTo>
                  <a:lnTo>
                    <a:pt x="8142836" y="37892"/>
                  </a:lnTo>
                  <a:lnTo>
                    <a:pt x="8142994" y="37892"/>
                  </a:lnTo>
                  <a:lnTo>
                    <a:pt x="8143152" y="37892"/>
                  </a:lnTo>
                  <a:lnTo>
                    <a:pt x="8143310" y="37892"/>
                  </a:lnTo>
                  <a:lnTo>
                    <a:pt x="8143467" y="37892"/>
                  </a:lnTo>
                  <a:lnTo>
                    <a:pt x="8143625" y="37892"/>
                  </a:lnTo>
                  <a:lnTo>
                    <a:pt x="8143783" y="37892"/>
                  </a:lnTo>
                  <a:lnTo>
                    <a:pt x="8143941" y="37892"/>
                  </a:lnTo>
                  <a:lnTo>
                    <a:pt x="8144098" y="37892"/>
                  </a:lnTo>
                  <a:lnTo>
                    <a:pt x="8144256" y="37892"/>
                  </a:lnTo>
                  <a:lnTo>
                    <a:pt x="8144414" y="37892"/>
                  </a:lnTo>
                  <a:lnTo>
                    <a:pt x="8144571" y="37892"/>
                  </a:lnTo>
                  <a:lnTo>
                    <a:pt x="8144729" y="37892"/>
                  </a:lnTo>
                  <a:lnTo>
                    <a:pt x="8144887" y="37892"/>
                  </a:lnTo>
                  <a:lnTo>
                    <a:pt x="8145045" y="37892"/>
                  </a:lnTo>
                  <a:lnTo>
                    <a:pt x="8145202" y="37892"/>
                  </a:lnTo>
                  <a:lnTo>
                    <a:pt x="8145360" y="37892"/>
                  </a:lnTo>
                  <a:lnTo>
                    <a:pt x="8145518" y="37892"/>
                  </a:lnTo>
                  <a:lnTo>
                    <a:pt x="8145675" y="37892"/>
                  </a:lnTo>
                  <a:lnTo>
                    <a:pt x="8145833" y="37892"/>
                  </a:lnTo>
                  <a:lnTo>
                    <a:pt x="8145991" y="37892"/>
                  </a:lnTo>
                  <a:lnTo>
                    <a:pt x="8146149" y="37892"/>
                  </a:lnTo>
                  <a:lnTo>
                    <a:pt x="8146306" y="37892"/>
                  </a:lnTo>
                  <a:lnTo>
                    <a:pt x="8146464" y="37892"/>
                  </a:lnTo>
                  <a:lnTo>
                    <a:pt x="8146622" y="37892"/>
                  </a:lnTo>
                  <a:lnTo>
                    <a:pt x="8146779" y="37892"/>
                  </a:lnTo>
                  <a:lnTo>
                    <a:pt x="8146937" y="37892"/>
                  </a:lnTo>
                  <a:lnTo>
                    <a:pt x="8147095" y="37892"/>
                  </a:lnTo>
                  <a:lnTo>
                    <a:pt x="8147253" y="37892"/>
                  </a:lnTo>
                  <a:lnTo>
                    <a:pt x="8147410" y="37892"/>
                  </a:lnTo>
                  <a:lnTo>
                    <a:pt x="8147568" y="37892"/>
                  </a:lnTo>
                  <a:lnTo>
                    <a:pt x="8147726" y="37892"/>
                  </a:lnTo>
                  <a:lnTo>
                    <a:pt x="8147883" y="37892"/>
                  </a:lnTo>
                  <a:lnTo>
                    <a:pt x="8148041" y="37892"/>
                  </a:lnTo>
                  <a:lnTo>
                    <a:pt x="8148199" y="37892"/>
                  </a:lnTo>
                  <a:lnTo>
                    <a:pt x="8148357" y="37892"/>
                  </a:lnTo>
                  <a:lnTo>
                    <a:pt x="8148514" y="37892"/>
                  </a:lnTo>
                  <a:lnTo>
                    <a:pt x="8148672" y="37892"/>
                  </a:lnTo>
                  <a:lnTo>
                    <a:pt x="8148830" y="37892"/>
                  </a:lnTo>
                  <a:lnTo>
                    <a:pt x="8148988" y="37892"/>
                  </a:lnTo>
                  <a:lnTo>
                    <a:pt x="8149145" y="37892"/>
                  </a:lnTo>
                  <a:lnTo>
                    <a:pt x="8149303" y="37892"/>
                  </a:lnTo>
                  <a:lnTo>
                    <a:pt x="8149461" y="37892"/>
                  </a:lnTo>
                  <a:lnTo>
                    <a:pt x="8149618" y="37892"/>
                  </a:lnTo>
                  <a:lnTo>
                    <a:pt x="8149776" y="37892"/>
                  </a:lnTo>
                  <a:lnTo>
                    <a:pt x="8149934" y="37892"/>
                  </a:lnTo>
                  <a:lnTo>
                    <a:pt x="8150092" y="37892"/>
                  </a:lnTo>
                  <a:lnTo>
                    <a:pt x="8150249" y="37892"/>
                  </a:lnTo>
                  <a:lnTo>
                    <a:pt x="8150407" y="37892"/>
                  </a:lnTo>
                  <a:lnTo>
                    <a:pt x="8150565" y="37892"/>
                  </a:lnTo>
                  <a:lnTo>
                    <a:pt x="8150722" y="37892"/>
                  </a:lnTo>
                  <a:lnTo>
                    <a:pt x="8150880" y="37892"/>
                  </a:lnTo>
                  <a:lnTo>
                    <a:pt x="8151038" y="37892"/>
                  </a:lnTo>
                  <a:lnTo>
                    <a:pt x="8151196" y="37892"/>
                  </a:lnTo>
                  <a:lnTo>
                    <a:pt x="8151353" y="37892"/>
                  </a:lnTo>
                  <a:lnTo>
                    <a:pt x="8151511" y="37892"/>
                  </a:lnTo>
                  <a:lnTo>
                    <a:pt x="8151669" y="37892"/>
                  </a:lnTo>
                  <a:lnTo>
                    <a:pt x="8151826" y="37892"/>
                  </a:lnTo>
                  <a:lnTo>
                    <a:pt x="8151984" y="37892"/>
                  </a:lnTo>
                  <a:lnTo>
                    <a:pt x="8152142" y="37892"/>
                  </a:lnTo>
                  <a:lnTo>
                    <a:pt x="8152300" y="37892"/>
                  </a:lnTo>
                  <a:lnTo>
                    <a:pt x="8152457" y="37892"/>
                  </a:lnTo>
                  <a:lnTo>
                    <a:pt x="8152615" y="37892"/>
                  </a:lnTo>
                  <a:lnTo>
                    <a:pt x="8152773" y="37892"/>
                  </a:lnTo>
                  <a:lnTo>
                    <a:pt x="8152930" y="37892"/>
                  </a:lnTo>
                  <a:lnTo>
                    <a:pt x="8153088" y="37892"/>
                  </a:lnTo>
                  <a:lnTo>
                    <a:pt x="8153246" y="37892"/>
                  </a:lnTo>
                  <a:lnTo>
                    <a:pt x="8153404" y="37892"/>
                  </a:lnTo>
                  <a:lnTo>
                    <a:pt x="8153561" y="37892"/>
                  </a:lnTo>
                  <a:lnTo>
                    <a:pt x="8153719" y="37892"/>
                  </a:lnTo>
                  <a:lnTo>
                    <a:pt x="8153877" y="37892"/>
                  </a:lnTo>
                  <a:lnTo>
                    <a:pt x="8154034" y="37892"/>
                  </a:lnTo>
                  <a:lnTo>
                    <a:pt x="8154192" y="37892"/>
                  </a:lnTo>
                  <a:lnTo>
                    <a:pt x="8154350" y="37892"/>
                  </a:lnTo>
                  <a:lnTo>
                    <a:pt x="8154508" y="37892"/>
                  </a:lnTo>
                  <a:lnTo>
                    <a:pt x="8154665" y="37892"/>
                  </a:lnTo>
                  <a:lnTo>
                    <a:pt x="8154823" y="37892"/>
                  </a:lnTo>
                  <a:lnTo>
                    <a:pt x="8154981" y="37892"/>
                  </a:lnTo>
                  <a:lnTo>
                    <a:pt x="8154981" y="37462"/>
                  </a:lnTo>
                  <a:lnTo>
                    <a:pt x="8155139" y="37462"/>
                  </a:lnTo>
                  <a:lnTo>
                    <a:pt x="8155296" y="37462"/>
                  </a:lnTo>
                  <a:lnTo>
                    <a:pt x="8155454" y="37462"/>
                  </a:lnTo>
                  <a:lnTo>
                    <a:pt x="8155612" y="37462"/>
                  </a:lnTo>
                  <a:lnTo>
                    <a:pt x="8155612" y="37031"/>
                  </a:lnTo>
                  <a:lnTo>
                    <a:pt x="8155769" y="37031"/>
                  </a:lnTo>
                  <a:lnTo>
                    <a:pt x="8155927" y="37031"/>
                  </a:lnTo>
                  <a:lnTo>
                    <a:pt x="8156085" y="37031"/>
                  </a:lnTo>
                  <a:lnTo>
                    <a:pt x="8156243" y="37031"/>
                  </a:lnTo>
                  <a:lnTo>
                    <a:pt x="8156400" y="37031"/>
                  </a:lnTo>
                  <a:lnTo>
                    <a:pt x="8156558" y="37031"/>
                  </a:lnTo>
                  <a:lnTo>
                    <a:pt x="8156716" y="37031"/>
                  </a:lnTo>
                  <a:lnTo>
                    <a:pt x="8156873" y="37031"/>
                  </a:lnTo>
                  <a:lnTo>
                    <a:pt x="8157031" y="37031"/>
                  </a:lnTo>
                  <a:lnTo>
                    <a:pt x="8157189" y="37031"/>
                  </a:lnTo>
                  <a:lnTo>
                    <a:pt x="8157347" y="37031"/>
                  </a:lnTo>
                  <a:lnTo>
                    <a:pt x="8157504" y="37031"/>
                  </a:lnTo>
                  <a:lnTo>
                    <a:pt x="8157662" y="37031"/>
                  </a:lnTo>
                  <a:lnTo>
                    <a:pt x="8157820" y="37031"/>
                  </a:lnTo>
                  <a:lnTo>
                    <a:pt x="8157820" y="36601"/>
                  </a:lnTo>
                  <a:lnTo>
                    <a:pt x="8157977" y="36601"/>
                  </a:lnTo>
                  <a:lnTo>
                    <a:pt x="8158135" y="36601"/>
                  </a:lnTo>
                  <a:lnTo>
                    <a:pt x="8158293" y="36601"/>
                  </a:lnTo>
                  <a:lnTo>
                    <a:pt x="8158451" y="36601"/>
                  </a:lnTo>
                  <a:lnTo>
                    <a:pt x="8158608" y="36601"/>
                  </a:lnTo>
                  <a:lnTo>
                    <a:pt x="8158766" y="36601"/>
                  </a:lnTo>
                  <a:lnTo>
                    <a:pt x="8158924" y="36601"/>
                  </a:lnTo>
                  <a:lnTo>
                    <a:pt x="8159081" y="36601"/>
                  </a:lnTo>
                  <a:lnTo>
                    <a:pt x="8159239" y="36601"/>
                  </a:lnTo>
                  <a:lnTo>
                    <a:pt x="8159397" y="36601"/>
                  </a:lnTo>
                  <a:lnTo>
                    <a:pt x="8159555" y="36601"/>
                  </a:lnTo>
                  <a:lnTo>
                    <a:pt x="8159712" y="36601"/>
                  </a:lnTo>
                  <a:lnTo>
                    <a:pt x="8159870" y="36601"/>
                  </a:lnTo>
                  <a:lnTo>
                    <a:pt x="8160028" y="36601"/>
                  </a:lnTo>
                  <a:lnTo>
                    <a:pt x="8160185" y="36601"/>
                  </a:lnTo>
                  <a:lnTo>
                    <a:pt x="8160343" y="36601"/>
                  </a:lnTo>
                  <a:lnTo>
                    <a:pt x="8160501" y="36601"/>
                  </a:lnTo>
                  <a:lnTo>
                    <a:pt x="8160659" y="36601"/>
                  </a:lnTo>
                  <a:lnTo>
                    <a:pt x="8160816" y="36601"/>
                  </a:lnTo>
                  <a:lnTo>
                    <a:pt x="8160974" y="36601"/>
                  </a:lnTo>
                  <a:lnTo>
                    <a:pt x="8161132" y="36601"/>
                  </a:lnTo>
                  <a:lnTo>
                    <a:pt x="8161290" y="36601"/>
                  </a:lnTo>
                  <a:lnTo>
                    <a:pt x="8161447" y="36601"/>
                  </a:lnTo>
                  <a:lnTo>
                    <a:pt x="8161605" y="36601"/>
                  </a:lnTo>
                  <a:lnTo>
                    <a:pt x="8161763" y="36601"/>
                  </a:lnTo>
                  <a:lnTo>
                    <a:pt x="8161763" y="36170"/>
                  </a:lnTo>
                  <a:lnTo>
                    <a:pt x="8161920" y="36170"/>
                  </a:lnTo>
                  <a:lnTo>
                    <a:pt x="8162078" y="36170"/>
                  </a:lnTo>
                  <a:lnTo>
                    <a:pt x="8162236" y="36170"/>
                  </a:lnTo>
                  <a:lnTo>
                    <a:pt x="8162394" y="36170"/>
                  </a:lnTo>
                  <a:lnTo>
                    <a:pt x="8162394" y="35739"/>
                  </a:lnTo>
                  <a:lnTo>
                    <a:pt x="8162551" y="35739"/>
                  </a:lnTo>
                  <a:lnTo>
                    <a:pt x="8162709" y="35739"/>
                  </a:lnTo>
                  <a:lnTo>
                    <a:pt x="8162867" y="35739"/>
                  </a:lnTo>
                  <a:lnTo>
                    <a:pt x="8163024" y="35739"/>
                  </a:lnTo>
                  <a:lnTo>
                    <a:pt x="8163182" y="35739"/>
                  </a:lnTo>
                  <a:lnTo>
                    <a:pt x="8163340" y="35739"/>
                  </a:lnTo>
                  <a:lnTo>
                    <a:pt x="8163498" y="35739"/>
                  </a:lnTo>
                  <a:lnTo>
                    <a:pt x="8163655" y="35739"/>
                  </a:lnTo>
                  <a:lnTo>
                    <a:pt x="8163813" y="35739"/>
                  </a:lnTo>
                  <a:lnTo>
                    <a:pt x="8163971" y="35739"/>
                  </a:lnTo>
                  <a:lnTo>
                    <a:pt x="8164128" y="35739"/>
                  </a:lnTo>
                  <a:lnTo>
                    <a:pt x="8164286" y="35739"/>
                  </a:lnTo>
                  <a:lnTo>
                    <a:pt x="8164444" y="35739"/>
                  </a:lnTo>
                  <a:lnTo>
                    <a:pt x="8164602" y="35739"/>
                  </a:lnTo>
                  <a:lnTo>
                    <a:pt x="8164759" y="35739"/>
                  </a:lnTo>
                  <a:lnTo>
                    <a:pt x="8164917" y="35739"/>
                  </a:lnTo>
                  <a:lnTo>
                    <a:pt x="8165075" y="35739"/>
                  </a:lnTo>
                  <a:lnTo>
                    <a:pt x="8165232" y="35739"/>
                  </a:lnTo>
                  <a:lnTo>
                    <a:pt x="8165390" y="35739"/>
                  </a:lnTo>
                  <a:lnTo>
                    <a:pt x="8165548" y="35739"/>
                  </a:lnTo>
                  <a:lnTo>
                    <a:pt x="8165706" y="35739"/>
                  </a:lnTo>
                  <a:lnTo>
                    <a:pt x="8165863" y="35739"/>
                  </a:lnTo>
                  <a:lnTo>
                    <a:pt x="8165863" y="35309"/>
                  </a:lnTo>
                  <a:lnTo>
                    <a:pt x="8166021" y="35309"/>
                  </a:lnTo>
                  <a:lnTo>
                    <a:pt x="8166179" y="35309"/>
                  </a:lnTo>
                  <a:lnTo>
                    <a:pt x="8166337" y="35309"/>
                  </a:lnTo>
                  <a:lnTo>
                    <a:pt x="8166494" y="35309"/>
                  </a:lnTo>
                  <a:lnTo>
                    <a:pt x="8166652" y="35309"/>
                  </a:lnTo>
                  <a:lnTo>
                    <a:pt x="8166810" y="35309"/>
                  </a:lnTo>
                  <a:lnTo>
                    <a:pt x="8166967" y="35309"/>
                  </a:lnTo>
                  <a:lnTo>
                    <a:pt x="8167125" y="35309"/>
                  </a:lnTo>
                  <a:lnTo>
                    <a:pt x="8167283" y="35309"/>
                  </a:lnTo>
                  <a:lnTo>
                    <a:pt x="8167441" y="35309"/>
                  </a:lnTo>
                  <a:lnTo>
                    <a:pt x="8167598" y="35309"/>
                  </a:lnTo>
                  <a:lnTo>
                    <a:pt x="8167756" y="35309"/>
                  </a:lnTo>
                  <a:lnTo>
                    <a:pt x="8167914" y="35309"/>
                  </a:lnTo>
                  <a:lnTo>
                    <a:pt x="8167914" y="34878"/>
                  </a:lnTo>
                  <a:lnTo>
                    <a:pt x="8168071" y="34878"/>
                  </a:lnTo>
                  <a:lnTo>
                    <a:pt x="8168229" y="34878"/>
                  </a:lnTo>
                  <a:lnTo>
                    <a:pt x="8168387" y="34878"/>
                  </a:lnTo>
                  <a:lnTo>
                    <a:pt x="8168545" y="34878"/>
                  </a:lnTo>
                  <a:lnTo>
                    <a:pt x="8168702" y="34878"/>
                  </a:lnTo>
                  <a:lnTo>
                    <a:pt x="8168860" y="34878"/>
                  </a:lnTo>
                  <a:lnTo>
                    <a:pt x="8169018" y="34878"/>
                  </a:lnTo>
                  <a:lnTo>
                    <a:pt x="8169175" y="34878"/>
                  </a:lnTo>
                  <a:lnTo>
                    <a:pt x="8169333" y="34878"/>
                  </a:lnTo>
                  <a:lnTo>
                    <a:pt x="8169491" y="34878"/>
                  </a:lnTo>
                  <a:lnTo>
                    <a:pt x="8169649" y="34878"/>
                  </a:lnTo>
                  <a:lnTo>
                    <a:pt x="8169806" y="34878"/>
                  </a:lnTo>
                  <a:lnTo>
                    <a:pt x="8169964" y="34878"/>
                  </a:lnTo>
                  <a:lnTo>
                    <a:pt x="8170122" y="34878"/>
                  </a:lnTo>
                  <a:lnTo>
                    <a:pt x="8170122" y="34448"/>
                  </a:lnTo>
                  <a:lnTo>
                    <a:pt x="8170279" y="34448"/>
                  </a:lnTo>
                  <a:lnTo>
                    <a:pt x="8170437" y="34448"/>
                  </a:lnTo>
                  <a:lnTo>
                    <a:pt x="8170595" y="34448"/>
                  </a:lnTo>
                  <a:lnTo>
                    <a:pt x="8170753" y="34448"/>
                  </a:lnTo>
                  <a:lnTo>
                    <a:pt x="8170910" y="34448"/>
                  </a:lnTo>
                  <a:lnTo>
                    <a:pt x="8171068" y="34448"/>
                  </a:lnTo>
                  <a:lnTo>
                    <a:pt x="8171226" y="34448"/>
                  </a:lnTo>
                  <a:lnTo>
                    <a:pt x="8171383" y="34448"/>
                  </a:lnTo>
                  <a:lnTo>
                    <a:pt x="8171541" y="34448"/>
                  </a:lnTo>
                  <a:lnTo>
                    <a:pt x="8171541" y="34017"/>
                  </a:lnTo>
                  <a:lnTo>
                    <a:pt x="8171699" y="34017"/>
                  </a:lnTo>
                  <a:lnTo>
                    <a:pt x="8171857" y="34017"/>
                  </a:lnTo>
                  <a:lnTo>
                    <a:pt x="8172014" y="34017"/>
                  </a:lnTo>
                  <a:lnTo>
                    <a:pt x="8172172" y="34017"/>
                  </a:lnTo>
                  <a:lnTo>
                    <a:pt x="8172172" y="33586"/>
                  </a:lnTo>
                  <a:lnTo>
                    <a:pt x="8172330" y="33586"/>
                  </a:lnTo>
                  <a:lnTo>
                    <a:pt x="8172488" y="33586"/>
                  </a:lnTo>
                  <a:lnTo>
                    <a:pt x="8172645" y="33586"/>
                  </a:lnTo>
                  <a:lnTo>
                    <a:pt x="8172803" y="33586"/>
                  </a:lnTo>
                  <a:lnTo>
                    <a:pt x="8172961" y="33586"/>
                  </a:lnTo>
                  <a:lnTo>
                    <a:pt x="8173118" y="33586"/>
                  </a:lnTo>
                  <a:lnTo>
                    <a:pt x="8173276" y="33586"/>
                  </a:lnTo>
                  <a:lnTo>
                    <a:pt x="8173434" y="33586"/>
                  </a:lnTo>
                  <a:lnTo>
                    <a:pt x="8173592" y="33586"/>
                  </a:lnTo>
                  <a:lnTo>
                    <a:pt x="8173749" y="33586"/>
                  </a:lnTo>
                  <a:lnTo>
                    <a:pt x="8173907" y="33586"/>
                  </a:lnTo>
                  <a:lnTo>
                    <a:pt x="8174065" y="33586"/>
                  </a:lnTo>
                  <a:lnTo>
                    <a:pt x="8174222" y="33586"/>
                  </a:lnTo>
                  <a:lnTo>
                    <a:pt x="8174380" y="33586"/>
                  </a:lnTo>
                  <a:lnTo>
                    <a:pt x="8174538" y="33586"/>
                  </a:lnTo>
                  <a:lnTo>
                    <a:pt x="8174696" y="33586"/>
                  </a:lnTo>
                  <a:lnTo>
                    <a:pt x="8174853" y="33586"/>
                  </a:lnTo>
                  <a:lnTo>
                    <a:pt x="8175011" y="33586"/>
                  </a:lnTo>
                  <a:lnTo>
                    <a:pt x="8175169" y="33586"/>
                  </a:lnTo>
                  <a:lnTo>
                    <a:pt x="8175326" y="33586"/>
                  </a:lnTo>
                  <a:lnTo>
                    <a:pt x="8175484" y="33586"/>
                  </a:lnTo>
                  <a:lnTo>
                    <a:pt x="8175642" y="33586"/>
                  </a:lnTo>
                  <a:lnTo>
                    <a:pt x="8175800" y="33586"/>
                  </a:lnTo>
                  <a:lnTo>
                    <a:pt x="8175957" y="33586"/>
                  </a:lnTo>
                  <a:lnTo>
                    <a:pt x="8176115" y="33586"/>
                  </a:lnTo>
                  <a:lnTo>
                    <a:pt x="8176273" y="33586"/>
                  </a:lnTo>
                  <a:lnTo>
                    <a:pt x="8176430" y="33586"/>
                  </a:lnTo>
                  <a:lnTo>
                    <a:pt x="8176588" y="33586"/>
                  </a:lnTo>
                  <a:lnTo>
                    <a:pt x="8176746" y="33586"/>
                  </a:lnTo>
                  <a:lnTo>
                    <a:pt x="8176904" y="33586"/>
                  </a:lnTo>
                  <a:lnTo>
                    <a:pt x="8177061" y="33586"/>
                  </a:lnTo>
                  <a:lnTo>
                    <a:pt x="8177219" y="33586"/>
                  </a:lnTo>
                  <a:lnTo>
                    <a:pt x="8177377" y="33586"/>
                  </a:lnTo>
                  <a:lnTo>
                    <a:pt x="8177535" y="33586"/>
                  </a:lnTo>
                  <a:lnTo>
                    <a:pt x="8177692" y="33586"/>
                  </a:lnTo>
                  <a:lnTo>
                    <a:pt x="8177850" y="33586"/>
                  </a:lnTo>
                  <a:lnTo>
                    <a:pt x="8178008" y="33586"/>
                  </a:lnTo>
                  <a:lnTo>
                    <a:pt x="8178165" y="33586"/>
                  </a:lnTo>
                  <a:lnTo>
                    <a:pt x="8178323" y="33586"/>
                  </a:lnTo>
                  <a:lnTo>
                    <a:pt x="8178481" y="33586"/>
                  </a:lnTo>
                  <a:lnTo>
                    <a:pt x="8178639" y="33586"/>
                  </a:lnTo>
                  <a:lnTo>
                    <a:pt x="8178796" y="33586"/>
                  </a:lnTo>
                  <a:lnTo>
                    <a:pt x="8178954" y="33586"/>
                  </a:lnTo>
                  <a:lnTo>
                    <a:pt x="8179112" y="33586"/>
                  </a:lnTo>
                  <a:lnTo>
                    <a:pt x="8179269" y="33586"/>
                  </a:lnTo>
                  <a:lnTo>
                    <a:pt x="8179427" y="33586"/>
                  </a:lnTo>
                  <a:lnTo>
                    <a:pt x="8179585" y="33586"/>
                  </a:lnTo>
                  <a:lnTo>
                    <a:pt x="8179743" y="33586"/>
                  </a:lnTo>
                  <a:lnTo>
                    <a:pt x="8179900" y="33586"/>
                  </a:lnTo>
                  <a:lnTo>
                    <a:pt x="8180058" y="33586"/>
                  </a:lnTo>
                  <a:lnTo>
                    <a:pt x="8180216" y="33586"/>
                  </a:lnTo>
                  <a:lnTo>
                    <a:pt x="8180373" y="33586"/>
                  </a:lnTo>
                  <a:lnTo>
                    <a:pt x="8180531" y="33586"/>
                  </a:lnTo>
                  <a:lnTo>
                    <a:pt x="8180689" y="33586"/>
                  </a:lnTo>
                  <a:lnTo>
                    <a:pt x="8180847" y="33586"/>
                  </a:lnTo>
                  <a:lnTo>
                    <a:pt x="8181004" y="33586"/>
                  </a:lnTo>
                  <a:lnTo>
                    <a:pt x="8181162" y="33586"/>
                  </a:lnTo>
                  <a:lnTo>
                    <a:pt x="8181320" y="33586"/>
                  </a:lnTo>
                  <a:lnTo>
                    <a:pt x="8181477" y="33586"/>
                  </a:lnTo>
                  <a:lnTo>
                    <a:pt x="8181635" y="33586"/>
                  </a:lnTo>
                  <a:lnTo>
                    <a:pt x="8181793" y="33586"/>
                  </a:lnTo>
                  <a:lnTo>
                    <a:pt x="8181951" y="33586"/>
                  </a:lnTo>
                  <a:lnTo>
                    <a:pt x="8182108" y="33586"/>
                  </a:lnTo>
                  <a:lnTo>
                    <a:pt x="8182266" y="33586"/>
                  </a:lnTo>
                  <a:lnTo>
                    <a:pt x="8182424" y="33586"/>
                  </a:lnTo>
                  <a:lnTo>
                    <a:pt x="8182581" y="33586"/>
                  </a:lnTo>
                  <a:lnTo>
                    <a:pt x="8182739" y="33586"/>
                  </a:lnTo>
                  <a:lnTo>
                    <a:pt x="8182897" y="33586"/>
                  </a:lnTo>
                  <a:lnTo>
                    <a:pt x="8183055" y="33586"/>
                  </a:lnTo>
                  <a:lnTo>
                    <a:pt x="8183212" y="33586"/>
                  </a:lnTo>
                  <a:lnTo>
                    <a:pt x="8183370" y="33586"/>
                  </a:lnTo>
                  <a:lnTo>
                    <a:pt x="8183528" y="33586"/>
                  </a:lnTo>
                  <a:lnTo>
                    <a:pt x="8183686" y="33586"/>
                  </a:lnTo>
                  <a:lnTo>
                    <a:pt x="8183843" y="33586"/>
                  </a:lnTo>
                  <a:lnTo>
                    <a:pt x="8184001" y="33586"/>
                  </a:lnTo>
                  <a:lnTo>
                    <a:pt x="8184159" y="33586"/>
                  </a:lnTo>
                  <a:lnTo>
                    <a:pt x="8184316" y="33586"/>
                  </a:lnTo>
                  <a:lnTo>
                    <a:pt x="8184474" y="33586"/>
                  </a:lnTo>
                  <a:lnTo>
                    <a:pt x="8184632" y="33586"/>
                  </a:lnTo>
                  <a:lnTo>
                    <a:pt x="8184790" y="33586"/>
                  </a:lnTo>
                  <a:lnTo>
                    <a:pt x="8184947" y="33586"/>
                  </a:lnTo>
                  <a:lnTo>
                    <a:pt x="8185105" y="33586"/>
                  </a:lnTo>
                  <a:lnTo>
                    <a:pt x="8185263" y="33586"/>
                  </a:lnTo>
                  <a:lnTo>
                    <a:pt x="8185420" y="33586"/>
                  </a:lnTo>
                  <a:lnTo>
                    <a:pt x="8185578" y="33586"/>
                  </a:lnTo>
                  <a:lnTo>
                    <a:pt x="8185736" y="33586"/>
                  </a:lnTo>
                  <a:lnTo>
                    <a:pt x="8185894" y="33586"/>
                  </a:lnTo>
                  <a:lnTo>
                    <a:pt x="8186051" y="33586"/>
                  </a:lnTo>
                  <a:lnTo>
                    <a:pt x="8186209" y="33586"/>
                  </a:lnTo>
                  <a:lnTo>
                    <a:pt x="8186367" y="33586"/>
                  </a:lnTo>
                  <a:lnTo>
                    <a:pt x="8186524" y="33586"/>
                  </a:lnTo>
                  <a:lnTo>
                    <a:pt x="8186682" y="33586"/>
                  </a:lnTo>
                  <a:lnTo>
                    <a:pt x="8186840" y="33586"/>
                  </a:lnTo>
                  <a:lnTo>
                    <a:pt x="8186998" y="33586"/>
                  </a:lnTo>
                  <a:lnTo>
                    <a:pt x="8187155" y="33586"/>
                  </a:lnTo>
                  <a:lnTo>
                    <a:pt x="8187313" y="33586"/>
                  </a:lnTo>
                  <a:lnTo>
                    <a:pt x="8187471" y="33586"/>
                  </a:lnTo>
                  <a:lnTo>
                    <a:pt x="8187628" y="33586"/>
                  </a:lnTo>
                  <a:lnTo>
                    <a:pt x="8187786" y="33586"/>
                  </a:lnTo>
                  <a:lnTo>
                    <a:pt x="8187944" y="33586"/>
                  </a:lnTo>
                  <a:lnTo>
                    <a:pt x="8188102" y="33586"/>
                  </a:lnTo>
                  <a:lnTo>
                    <a:pt x="8188259" y="33586"/>
                  </a:lnTo>
                  <a:lnTo>
                    <a:pt x="8188417" y="33586"/>
                  </a:lnTo>
                  <a:lnTo>
                    <a:pt x="8188575" y="33586"/>
                  </a:lnTo>
                  <a:lnTo>
                    <a:pt x="8188733" y="33586"/>
                  </a:lnTo>
                  <a:lnTo>
                    <a:pt x="8188890" y="33586"/>
                  </a:lnTo>
                  <a:lnTo>
                    <a:pt x="8189048" y="33586"/>
                  </a:lnTo>
                  <a:lnTo>
                    <a:pt x="8189206" y="33586"/>
                  </a:lnTo>
                  <a:lnTo>
                    <a:pt x="8189363" y="33586"/>
                  </a:lnTo>
                  <a:lnTo>
                    <a:pt x="8189363" y="33156"/>
                  </a:lnTo>
                  <a:lnTo>
                    <a:pt x="8189521" y="33156"/>
                  </a:lnTo>
                  <a:lnTo>
                    <a:pt x="8189679" y="33156"/>
                  </a:lnTo>
                  <a:lnTo>
                    <a:pt x="8189837" y="33156"/>
                  </a:lnTo>
                  <a:lnTo>
                    <a:pt x="8189994" y="33156"/>
                  </a:lnTo>
                  <a:lnTo>
                    <a:pt x="8190152" y="33156"/>
                  </a:lnTo>
                  <a:lnTo>
                    <a:pt x="8190310" y="33156"/>
                  </a:lnTo>
                  <a:lnTo>
                    <a:pt x="8190467" y="33156"/>
                  </a:lnTo>
                  <a:lnTo>
                    <a:pt x="8190625" y="33156"/>
                  </a:lnTo>
                  <a:lnTo>
                    <a:pt x="8190783" y="33156"/>
                  </a:lnTo>
                  <a:lnTo>
                    <a:pt x="8190941" y="33156"/>
                  </a:lnTo>
                  <a:lnTo>
                    <a:pt x="8191098" y="33156"/>
                  </a:lnTo>
                  <a:lnTo>
                    <a:pt x="8191256" y="33156"/>
                  </a:lnTo>
                  <a:lnTo>
                    <a:pt x="8191414" y="33156"/>
                  </a:lnTo>
                  <a:lnTo>
                    <a:pt x="8191571" y="33156"/>
                  </a:lnTo>
                  <a:lnTo>
                    <a:pt x="8191729" y="33156"/>
                  </a:lnTo>
                  <a:lnTo>
                    <a:pt x="8191887" y="33156"/>
                  </a:lnTo>
                  <a:lnTo>
                    <a:pt x="8192045" y="33156"/>
                  </a:lnTo>
                  <a:lnTo>
                    <a:pt x="8192202" y="33156"/>
                  </a:lnTo>
                  <a:lnTo>
                    <a:pt x="8192360" y="33156"/>
                  </a:lnTo>
                  <a:lnTo>
                    <a:pt x="8192518" y="33156"/>
                  </a:lnTo>
                  <a:lnTo>
                    <a:pt x="8192675" y="33156"/>
                  </a:lnTo>
                  <a:lnTo>
                    <a:pt x="8192833" y="33156"/>
                  </a:lnTo>
                  <a:lnTo>
                    <a:pt x="8192991" y="33156"/>
                  </a:lnTo>
                  <a:lnTo>
                    <a:pt x="8193149" y="33156"/>
                  </a:lnTo>
                  <a:lnTo>
                    <a:pt x="8193149" y="32725"/>
                  </a:lnTo>
                  <a:lnTo>
                    <a:pt x="8193306" y="32725"/>
                  </a:lnTo>
                  <a:lnTo>
                    <a:pt x="8193464" y="32725"/>
                  </a:lnTo>
                  <a:lnTo>
                    <a:pt x="8193622" y="32725"/>
                  </a:lnTo>
                  <a:lnTo>
                    <a:pt x="8193779" y="32725"/>
                  </a:lnTo>
                  <a:lnTo>
                    <a:pt x="8193779" y="32295"/>
                  </a:lnTo>
                  <a:lnTo>
                    <a:pt x="8193937" y="32295"/>
                  </a:lnTo>
                  <a:lnTo>
                    <a:pt x="8194095" y="32295"/>
                  </a:lnTo>
                  <a:lnTo>
                    <a:pt x="8194253" y="32295"/>
                  </a:lnTo>
                  <a:lnTo>
                    <a:pt x="8194410" y="32295"/>
                  </a:lnTo>
                  <a:lnTo>
                    <a:pt x="8194568" y="32295"/>
                  </a:lnTo>
                  <a:lnTo>
                    <a:pt x="8194726" y="32295"/>
                  </a:lnTo>
                  <a:lnTo>
                    <a:pt x="8194884" y="32295"/>
                  </a:lnTo>
                  <a:lnTo>
                    <a:pt x="8195041" y="32295"/>
                  </a:lnTo>
                  <a:lnTo>
                    <a:pt x="8195199" y="32295"/>
                  </a:lnTo>
                  <a:lnTo>
                    <a:pt x="8195357" y="32295"/>
                  </a:lnTo>
                  <a:lnTo>
                    <a:pt x="8195514" y="32295"/>
                  </a:lnTo>
                  <a:lnTo>
                    <a:pt x="8195672" y="32295"/>
                  </a:lnTo>
                  <a:lnTo>
                    <a:pt x="8195830" y="32295"/>
                  </a:lnTo>
                  <a:lnTo>
                    <a:pt x="8195988" y="32295"/>
                  </a:lnTo>
                  <a:lnTo>
                    <a:pt x="8196145" y="32295"/>
                  </a:lnTo>
                  <a:lnTo>
                    <a:pt x="8196303" y="32295"/>
                  </a:lnTo>
                  <a:lnTo>
                    <a:pt x="8196461" y="32295"/>
                  </a:lnTo>
                  <a:lnTo>
                    <a:pt x="8196618" y="32295"/>
                  </a:lnTo>
                  <a:lnTo>
                    <a:pt x="8196776" y="32295"/>
                  </a:lnTo>
                  <a:lnTo>
                    <a:pt x="8196934" y="32295"/>
                  </a:lnTo>
                  <a:lnTo>
                    <a:pt x="8197092" y="32295"/>
                  </a:lnTo>
                  <a:lnTo>
                    <a:pt x="8197249" y="32295"/>
                  </a:lnTo>
                  <a:lnTo>
                    <a:pt x="8197407" y="32295"/>
                  </a:lnTo>
                  <a:lnTo>
                    <a:pt x="8197565" y="32295"/>
                  </a:lnTo>
                  <a:lnTo>
                    <a:pt x="8197722" y="32295"/>
                  </a:lnTo>
                  <a:lnTo>
                    <a:pt x="8197880" y="32295"/>
                  </a:lnTo>
                  <a:lnTo>
                    <a:pt x="8198038" y="32295"/>
                  </a:lnTo>
                  <a:lnTo>
                    <a:pt x="8198196" y="32295"/>
                  </a:lnTo>
                  <a:lnTo>
                    <a:pt x="8198353" y="32295"/>
                  </a:lnTo>
                  <a:lnTo>
                    <a:pt x="8198511" y="32295"/>
                  </a:lnTo>
                  <a:lnTo>
                    <a:pt x="8198669" y="32295"/>
                  </a:lnTo>
                  <a:lnTo>
                    <a:pt x="8198826" y="32295"/>
                  </a:lnTo>
                  <a:lnTo>
                    <a:pt x="8198984" y="32295"/>
                  </a:lnTo>
                  <a:lnTo>
                    <a:pt x="8199142" y="32295"/>
                  </a:lnTo>
                  <a:lnTo>
                    <a:pt x="8199300" y="32295"/>
                  </a:lnTo>
                  <a:lnTo>
                    <a:pt x="8199457" y="32295"/>
                  </a:lnTo>
                  <a:lnTo>
                    <a:pt x="8199615" y="32295"/>
                  </a:lnTo>
                  <a:lnTo>
                    <a:pt x="8199773" y="32295"/>
                  </a:lnTo>
                  <a:lnTo>
                    <a:pt x="8199931" y="32295"/>
                  </a:lnTo>
                  <a:lnTo>
                    <a:pt x="8200088" y="32295"/>
                  </a:lnTo>
                  <a:lnTo>
                    <a:pt x="8200246" y="32295"/>
                  </a:lnTo>
                  <a:lnTo>
                    <a:pt x="8200404" y="32295"/>
                  </a:lnTo>
                  <a:lnTo>
                    <a:pt x="8200561" y="32295"/>
                  </a:lnTo>
                  <a:lnTo>
                    <a:pt x="8200719" y="32295"/>
                  </a:lnTo>
                  <a:lnTo>
                    <a:pt x="8200877" y="32295"/>
                  </a:lnTo>
                  <a:lnTo>
                    <a:pt x="8201035" y="32295"/>
                  </a:lnTo>
                  <a:lnTo>
                    <a:pt x="8201192" y="32295"/>
                  </a:lnTo>
                  <a:lnTo>
                    <a:pt x="8201350" y="32295"/>
                  </a:lnTo>
                  <a:lnTo>
                    <a:pt x="8201508" y="32295"/>
                  </a:lnTo>
                  <a:lnTo>
                    <a:pt x="8201665" y="32295"/>
                  </a:lnTo>
                  <a:lnTo>
                    <a:pt x="8201823" y="32295"/>
                  </a:lnTo>
                  <a:lnTo>
                    <a:pt x="8201981" y="32295"/>
                  </a:lnTo>
                  <a:lnTo>
                    <a:pt x="8202139" y="32295"/>
                  </a:lnTo>
                  <a:lnTo>
                    <a:pt x="8202296" y="32295"/>
                  </a:lnTo>
                  <a:lnTo>
                    <a:pt x="8202454" y="32295"/>
                  </a:lnTo>
                  <a:lnTo>
                    <a:pt x="8202612" y="32295"/>
                  </a:lnTo>
                  <a:lnTo>
                    <a:pt x="8202769" y="32295"/>
                  </a:lnTo>
                  <a:lnTo>
                    <a:pt x="8202927" y="32295"/>
                  </a:lnTo>
                  <a:lnTo>
                    <a:pt x="8203085" y="32295"/>
                  </a:lnTo>
                  <a:lnTo>
                    <a:pt x="8203243" y="32295"/>
                  </a:lnTo>
                  <a:lnTo>
                    <a:pt x="8203400" y="32295"/>
                  </a:lnTo>
                  <a:lnTo>
                    <a:pt x="8203558" y="32295"/>
                  </a:lnTo>
                  <a:lnTo>
                    <a:pt x="8203716" y="32295"/>
                  </a:lnTo>
                  <a:lnTo>
                    <a:pt x="8203873" y="32295"/>
                  </a:lnTo>
                  <a:lnTo>
                    <a:pt x="8204031" y="32295"/>
                  </a:lnTo>
                  <a:lnTo>
                    <a:pt x="8204189" y="32295"/>
                  </a:lnTo>
                  <a:lnTo>
                    <a:pt x="8204347" y="32295"/>
                  </a:lnTo>
                  <a:lnTo>
                    <a:pt x="8204504" y="32295"/>
                  </a:lnTo>
                  <a:lnTo>
                    <a:pt x="8204662" y="32295"/>
                  </a:lnTo>
                  <a:lnTo>
                    <a:pt x="8204820" y="32295"/>
                  </a:lnTo>
                  <a:lnTo>
                    <a:pt x="8204977" y="32295"/>
                  </a:lnTo>
                  <a:lnTo>
                    <a:pt x="8205135" y="32295"/>
                  </a:lnTo>
                  <a:lnTo>
                    <a:pt x="8205293" y="32295"/>
                  </a:lnTo>
                  <a:lnTo>
                    <a:pt x="8205451" y="32295"/>
                  </a:lnTo>
                  <a:lnTo>
                    <a:pt x="8205608" y="32295"/>
                  </a:lnTo>
                  <a:lnTo>
                    <a:pt x="8205766" y="32295"/>
                  </a:lnTo>
                  <a:lnTo>
                    <a:pt x="8205924" y="32295"/>
                  </a:lnTo>
                  <a:lnTo>
                    <a:pt x="8206082" y="32295"/>
                  </a:lnTo>
                  <a:lnTo>
                    <a:pt x="8206239" y="32295"/>
                  </a:lnTo>
                  <a:lnTo>
                    <a:pt x="8206397" y="32295"/>
                  </a:lnTo>
                  <a:lnTo>
                    <a:pt x="8206555" y="32295"/>
                  </a:lnTo>
                  <a:lnTo>
                    <a:pt x="8206712" y="32295"/>
                  </a:lnTo>
                  <a:lnTo>
                    <a:pt x="8206870" y="32295"/>
                  </a:lnTo>
                  <a:lnTo>
                    <a:pt x="8207028" y="32295"/>
                  </a:lnTo>
                  <a:lnTo>
                    <a:pt x="8207186" y="32295"/>
                  </a:lnTo>
                  <a:lnTo>
                    <a:pt x="8207343" y="32295"/>
                  </a:lnTo>
                  <a:lnTo>
                    <a:pt x="8207501" y="32295"/>
                  </a:lnTo>
                  <a:lnTo>
                    <a:pt x="8207659" y="32295"/>
                  </a:lnTo>
                  <a:lnTo>
                    <a:pt x="8207816" y="32295"/>
                  </a:lnTo>
                  <a:lnTo>
                    <a:pt x="8207974" y="32295"/>
                  </a:lnTo>
                  <a:lnTo>
                    <a:pt x="8208132" y="32295"/>
                  </a:lnTo>
                  <a:lnTo>
                    <a:pt x="8208132" y="31864"/>
                  </a:lnTo>
                  <a:lnTo>
                    <a:pt x="8208290" y="31864"/>
                  </a:lnTo>
                  <a:lnTo>
                    <a:pt x="8208447" y="31864"/>
                  </a:lnTo>
                  <a:lnTo>
                    <a:pt x="8208605" y="31864"/>
                  </a:lnTo>
                  <a:lnTo>
                    <a:pt x="8208763" y="31864"/>
                  </a:lnTo>
                  <a:lnTo>
                    <a:pt x="8208920" y="31864"/>
                  </a:lnTo>
                  <a:lnTo>
                    <a:pt x="8209078" y="31864"/>
                  </a:lnTo>
                  <a:lnTo>
                    <a:pt x="8209236" y="31864"/>
                  </a:lnTo>
                  <a:lnTo>
                    <a:pt x="8209394" y="31864"/>
                  </a:lnTo>
                  <a:lnTo>
                    <a:pt x="8209551" y="31864"/>
                  </a:lnTo>
                  <a:lnTo>
                    <a:pt x="8209709" y="31864"/>
                  </a:lnTo>
                  <a:lnTo>
                    <a:pt x="8209867" y="31864"/>
                  </a:lnTo>
                  <a:lnTo>
                    <a:pt x="8210024" y="31864"/>
                  </a:lnTo>
                  <a:lnTo>
                    <a:pt x="8210182" y="31864"/>
                  </a:lnTo>
                  <a:lnTo>
                    <a:pt x="8210340" y="31864"/>
                  </a:lnTo>
                  <a:lnTo>
                    <a:pt x="8210498" y="31864"/>
                  </a:lnTo>
                  <a:lnTo>
                    <a:pt x="8210655" y="31864"/>
                  </a:lnTo>
                  <a:lnTo>
                    <a:pt x="8210813" y="31864"/>
                  </a:lnTo>
                  <a:lnTo>
                    <a:pt x="8210971" y="31864"/>
                  </a:lnTo>
                  <a:lnTo>
                    <a:pt x="8211129" y="31864"/>
                  </a:lnTo>
                  <a:lnTo>
                    <a:pt x="8211286" y="31864"/>
                  </a:lnTo>
                  <a:lnTo>
                    <a:pt x="8211444" y="31864"/>
                  </a:lnTo>
                  <a:lnTo>
                    <a:pt x="8211602" y="31864"/>
                  </a:lnTo>
                  <a:lnTo>
                    <a:pt x="8211759" y="31864"/>
                  </a:lnTo>
                  <a:lnTo>
                    <a:pt x="8211917" y="31864"/>
                  </a:lnTo>
                  <a:lnTo>
                    <a:pt x="8212075" y="31864"/>
                  </a:lnTo>
                  <a:lnTo>
                    <a:pt x="8212233" y="31864"/>
                  </a:lnTo>
                  <a:lnTo>
                    <a:pt x="8212390" y="31864"/>
                  </a:lnTo>
                  <a:lnTo>
                    <a:pt x="8212548" y="31864"/>
                  </a:lnTo>
                  <a:lnTo>
                    <a:pt x="8212706" y="31864"/>
                  </a:lnTo>
                  <a:lnTo>
                    <a:pt x="8212863" y="31864"/>
                  </a:lnTo>
                  <a:lnTo>
                    <a:pt x="8213021" y="31864"/>
                  </a:lnTo>
                  <a:lnTo>
                    <a:pt x="8213179" y="31864"/>
                  </a:lnTo>
                  <a:lnTo>
                    <a:pt x="8213337" y="31864"/>
                  </a:lnTo>
                  <a:lnTo>
                    <a:pt x="8213494" y="31864"/>
                  </a:lnTo>
                  <a:lnTo>
                    <a:pt x="8213652" y="31864"/>
                  </a:lnTo>
                  <a:lnTo>
                    <a:pt x="8213810" y="31864"/>
                  </a:lnTo>
                  <a:lnTo>
                    <a:pt x="8213967" y="31864"/>
                  </a:lnTo>
                  <a:lnTo>
                    <a:pt x="8214125" y="31864"/>
                  </a:lnTo>
                  <a:lnTo>
                    <a:pt x="8214283" y="31864"/>
                  </a:lnTo>
                  <a:lnTo>
                    <a:pt x="8214441" y="31864"/>
                  </a:lnTo>
                  <a:lnTo>
                    <a:pt x="8214598" y="31864"/>
                  </a:lnTo>
                  <a:lnTo>
                    <a:pt x="8214756" y="31864"/>
                  </a:lnTo>
                  <a:lnTo>
                    <a:pt x="8214914" y="31864"/>
                  </a:lnTo>
                  <a:lnTo>
                    <a:pt x="8215071" y="31864"/>
                  </a:lnTo>
                  <a:lnTo>
                    <a:pt x="8215229" y="31864"/>
                  </a:lnTo>
                  <a:lnTo>
                    <a:pt x="8215387" y="31864"/>
                  </a:lnTo>
                  <a:lnTo>
                    <a:pt x="8215545" y="31864"/>
                  </a:lnTo>
                  <a:lnTo>
                    <a:pt x="8215702" y="31864"/>
                  </a:lnTo>
                  <a:lnTo>
                    <a:pt x="8215860" y="31864"/>
                  </a:lnTo>
                  <a:lnTo>
                    <a:pt x="8216018" y="31864"/>
                  </a:lnTo>
                  <a:lnTo>
                    <a:pt x="8216175" y="31864"/>
                  </a:lnTo>
                  <a:lnTo>
                    <a:pt x="8216333" y="31864"/>
                  </a:lnTo>
                  <a:lnTo>
                    <a:pt x="8216491" y="31864"/>
                  </a:lnTo>
                  <a:lnTo>
                    <a:pt x="8216649" y="31864"/>
                  </a:lnTo>
                  <a:lnTo>
                    <a:pt x="8216806" y="31864"/>
                  </a:lnTo>
                  <a:lnTo>
                    <a:pt x="8216964" y="31864"/>
                  </a:lnTo>
                  <a:lnTo>
                    <a:pt x="8217122" y="31864"/>
                  </a:lnTo>
                  <a:lnTo>
                    <a:pt x="8217280" y="31864"/>
                  </a:lnTo>
                  <a:lnTo>
                    <a:pt x="8217437" y="31864"/>
                  </a:lnTo>
                  <a:lnTo>
                    <a:pt x="8217595" y="31864"/>
                  </a:lnTo>
                  <a:lnTo>
                    <a:pt x="8217753" y="31864"/>
                  </a:lnTo>
                  <a:lnTo>
                    <a:pt x="8217910" y="31864"/>
                  </a:lnTo>
                  <a:lnTo>
                    <a:pt x="8218068" y="31864"/>
                  </a:lnTo>
                  <a:lnTo>
                    <a:pt x="8218226" y="31864"/>
                  </a:lnTo>
                  <a:lnTo>
                    <a:pt x="8218384" y="31864"/>
                  </a:lnTo>
                  <a:lnTo>
                    <a:pt x="8218541" y="31864"/>
                  </a:lnTo>
                  <a:lnTo>
                    <a:pt x="8218699" y="31864"/>
                  </a:lnTo>
                  <a:lnTo>
                    <a:pt x="8218699" y="31433"/>
                  </a:lnTo>
                  <a:lnTo>
                    <a:pt x="8218857" y="31433"/>
                  </a:lnTo>
                  <a:lnTo>
                    <a:pt x="8219014" y="31433"/>
                  </a:lnTo>
                  <a:lnTo>
                    <a:pt x="8219172" y="31433"/>
                  </a:lnTo>
                  <a:lnTo>
                    <a:pt x="8219330" y="31433"/>
                  </a:lnTo>
                  <a:lnTo>
                    <a:pt x="8219488" y="31433"/>
                  </a:lnTo>
                  <a:lnTo>
                    <a:pt x="8219645" y="31433"/>
                  </a:lnTo>
                  <a:lnTo>
                    <a:pt x="8219803" y="31433"/>
                  </a:lnTo>
                  <a:lnTo>
                    <a:pt x="8219961" y="31433"/>
                  </a:lnTo>
                  <a:lnTo>
                    <a:pt x="8220118" y="31433"/>
                  </a:lnTo>
                  <a:lnTo>
                    <a:pt x="8220276" y="31433"/>
                  </a:lnTo>
                  <a:lnTo>
                    <a:pt x="8220434" y="31433"/>
                  </a:lnTo>
                  <a:lnTo>
                    <a:pt x="8220592" y="31433"/>
                  </a:lnTo>
                  <a:lnTo>
                    <a:pt x="8220749" y="31433"/>
                  </a:lnTo>
                  <a:lnTo>
                    <a:pt x="8220907" y="31433"/>
                  </a:lnTo>
                  <a:lnTo>
                    <a:pt x="8221065" y="31433"/>
                  </a:lnTo>
                  <a:lnTo>
                    <a:pt x="8221222" y="31433"/>
                  </a:lnTo>
                  <a:lnTo>
                    <a:pt x="8221380" y="31433"/>
                  </a:lnTo>
                  <a:lnTo>
                    <a:pt x="8221538" y="31433"/>
                  </a:lnTo>
                  <a:lnTo>
                    <a:pt x="8221538" y="31003"/>
                  </a:lnTo>
                  <a:lnTo>
                    <a:pt x="8221696" y="31003"/>
                  </a:lnTo>
                  <a:lnTo>
                    <a:pt x="8221853" y="31003"/>
                  </a:lnTo>
                  <a:lnTo>
                    <a:pt x="8222011" y="31003"/>
                  </a:lnTo>
                  <a:lnTo>
                    <a:pt x="8222169" y="31003"/>
                  </a:lnTo>
                  <a:lnTo>
                    <a:pt x="8222326" y="31003"/>
                  </a:lnTo>
                  <a:lnTo>
                    <a:pt x="8222484" y="31003"/>
                  </a:lnTo>
                  <a:lnTo>
                    <a:pt x="8222642" y="31003"/>
                  </a:lnTo>
                  <a:lnTo>
                    <a:pt x="8222800" y="31003"/>
                  </a:lnTo>
                  <a:lnTo>
                    <a:pt x="8222957" y="31003"/>
                  </a:lnTo>
                  <a:lnTo>
                    <a:pt x="8223115" y="31003"/>
                  </a:lnTo>
                  <a:lnTo>
                    <a:pt x="8223115" y="30572"/>
                  </a:lnTo>
                  <a:lnTo>
                    <a:pt x="8223273" y="30572"/>
                  </a:lnTo>
                  <a:lnTo>
                    <a:pt x="8223431" y="30572"/>
                  </a:lnTo>
                  <a:lnTo>
                    <a:pt x="8223588" y="30572"/>
                  </a:lnTo>
                  <a:lnTo>
                    <a:pt x="8223746" y="30572"/>
                  </a:lnTo>
                  <a:lnTo>
                    <a:pt x="8223746" y="30142"/>
                  </a:lnTo>
                  <a:lnTo>
                    <a:pt x="8223904" y="30142"/>
                  </a:lnTo>
                  <a:lnTo>
                    <a:pt x="8224061" y="30142"/>
                  </a:lnTo>
                  <a:lnTo>
                    <a:pt x="8224219" y="30142"/>
                  </a:lnTo>
                  <a:lnTo>
                    <a:pt x="8224377" y="30142"/>
                  </a:lnTo>
                  <a:lnTo>
                    <a:pt x="8224535" y="30142"/>
                  </a:lnTo>
                  <a:lnTo>
                    <a:pt x="8224692" y="30142"/>
                  </a:lnTo>
                  <a:lnTo>
                    <a:pt x="8224850" y="30142"/>
                  </a:lnTo>
                  <a:lnTo>
                    <a:pt x="8225008" y="30142"/>
                  </a:lnTo>
                  <a:lnTo>
                    <a:pt x="8225008" y="29711"/>
                  </a:lnTo>
                  <a:lnTo>
                    <a:pt x="8225165" y="29711"/>
                  </a:lnTo>
                  <a:lnTo>
                    <a:pt x="8225323" y="29711"/>
                  </a:lnTo>
                  <a:lnTo>
                    <a:pt x="8225481" y="29711"/>
                  </a:lnTo>
                  <a:lnTo>
                    <a:pt x="8225639" y="29711"/>
                  </a:lnTo>
                  <a:lnTo>
                    <a:pt x="8225796" y="29711"/>
                  </a:lnTo>
                  <a:lnTo>
                    <a:pt x="8225954" y="29711"/>
                  </a:lnTo>
                  <a:lnTo>
                    <a:pt x="8226112" y="29711"/>
                  </a:lnTo>
                  <a:lnTo>
                    <a:pt x="8226269" y="29711"/>
                  </a:lnTo>
                  <a:lnTo>
                    <a:pt x="8226427" y="29711"/>
                  </a:lnTo>
                  <a:lnTo>
                    <a:pt x="8226585" y="29711"/>
                  </a:lnTo>
                  <a:lnTo>
                    <a:pt x="8226743" y="29711"/>
                  </a:lnTo>
                  <a:lnTo>
                    <a:pt x="8226900" y="29711"/>
                  </a:lnTo>
                  <a:lnTo>
                    <a:pt x="8227058" y="29711"/>
                  </a:lnTo>
                  <a:lnTo>
                    <a:pt x="8227216" y="29711"/>
                  </a:lnTo>
                  <a:lnTo>
                    <a:pt x="8227373" y="29711"/>
                  </a:lnTo>
                  <a:lnTo>
                    <a:pt x="8227531" y="29711"/>
                  </a:lnTo>
                  <a:lnTo>
                    <a:pt x="8227689" y="29711"/>
                  </a:lnTo>
                  <a:lnTo>
                    <a:pt x="8227847" y="29711"/>
                  </a:lnTo>
                  <a:lnTo>
                    <a:pt x="8228004" y="29711"/>
                  </a:lnTo>
                  <a:lnTo>
                    <a:pt x="8228162" y="29711"/>
                  </a:lnTo>
                  <a:lnTo>
                    <a:pt x="8228320" y="29711"/>
                  </a:lnTo>
                  <a:lnTo>
                    <a:pt x="8228478" y="29711"/>
                  </a:lnTo>
                  <a:lnTo>
                    <a:pt x="8228635" y="29711"/>
                  </a:lnTo>
                  <a:lnTo>
                    <a:pt x="8228793" y="29711"/>
                  </a:lnTo>
                  <a:lnTo>
                    <a:pt x="8228951" y="29711"/>
                  </a:lnTo>
                  <a:lnTo>
                    <a:pt x="8229108" y="29711"/>
                  </a:lnTo>
                  <a:lnTo>
                    <a:pt x="8229266" y="29711"/>
                  </a:lnTo>
                  <a:lnTo>
                    <a:pt x="8229424" y="29711"/>
                  </a:lnTo>
                  <a:lnTo>
                    <a:pt x="8229582" y="29711"/>
                  </a:lnTo>
                  <a:lnTo>
                    <a:pt x="8229739" y="29711"/>
                  </a:lnTo>
                  <a:lnTo>
                    <a:pt x="8229897" y="29711"/>
                  </a:lnTo>
                  <a:lnTo>
                    <a:pt x="8230055" y="29711"/>
                  </a:lnTo>
                  <a:lnTo>
                    <a:pt x="8230212" y="29711"/>
                  </a:lnTo>
                  <a:lnTo>
                    <a:pt x="8230370" y="29711"/>
                  </a:lnTo>
                  <a:lnTo>
                    <a:pt x="8230528" y="29711"/>
                  </a:lnTo>
                  <a:lnTo>
                    <a:pt x="8230686" y="29711"/>
                  </a:lnTo>
                  <a:lnTo>
                    <a:pt x="8230843" y="29711"/>
                  </a:lnTo>
                  <a:lnTo>
                    <a:pt x="8231001" y="29711"/>
                  </a:lnTo>
                  <a:lnTo>
                    <a:pt x="8231159" y="29711"/>
                  </a:lnTo>
                  <a:lnTo>
                    <a:pt x="8231316" y="29711"/>
                  </a:lnTo>
                  <a:lnTo>
                    <a:pt x="8231474" y="29711"/>
                  </a:lnTo>
                  <a:lnTo>
                    <a:pt x="8231632" y="29711"/>
                  </a:lnTo>
                  <a:lnTo>
                    <a:pt x="8231790" y="29711"/>
                  </a:lnTo>
                  <a:lnTo>
                    <a:pt x="8231947" y="29711"/>
                  </a:lnTo>
                  <a:lnTo>
                    <a:pt x="8232105" y="29711"/>
                  </a:lnTo>
                  <a:lnTo>
                    <a:pt x="8232263" y="29711"/>
                  </a:lnTo>
                  <a:lnTo>
                    <a:pt x="8232420" y="29711"/>
                  </a:lnTo>
                  <a:lnTo>
                    <a:pt x="8232578" y="29711"/>
                  </a:lnTo>
                  <a:lnTo>
                    <a:pt x="8232736" y="29711"/>
                  </a:lnTo>
                  <a:lnTo>
                    <a:pt x="8232736" y="29280"/>
                  </a:lnTo>
                  <a:lnTo>
                    <a:pt x="8232894" y="29280"/>
                  </a:lnTo>
                  <a:lnTo>
                    <a:pt x="8233051" y="29280"/>
                  </a:lnTo>
                  <a:lnTo>
                    <a:pt x="8233209" y="29280"/>
                  </a:lnTo>
                  <a:lnTo>
                    <a:pt x="8233367" y="29280"/>
                  </a:lnTo>
                  <a:lnTo>
                    <a:pt x="8233524" y="29280"/>
                  </a:lnTo>
                  <a:lnTo>
                    <a:pt x="8233682" y="29280"/>
                  </a:lnTo>
                  <a:lnTo>
                    <a:pt x="8233840" y="29280"/>
                  </a:lnTo>
                  <a:lnTo>
                    <a:pt x="8233998" y="29280"/>
                  </a:lnTo>
                  <a:lnTo>
                    <a:pt x="8234155" y="29280"/>
                  </a:lnTo>
                  <a:lnTo>
                    <a:pt x="8234313" y="29280"/>
                  </a:lnTo>
                  <a:lnTo>
                    <a:pt x="8234471" y="29280"/>
                  </a:lnTo>
                  <a:lnTo>
                    <a:pt x="8234471" y="28850"/>
                  </a:lnTo>
                  <a:lnTo>
                    <a:pt x="8234629" y="28850"/>
                  </a:lnTo>
                  <a:lnTo>
                    <a:pt x="8234786" y="28850"/>
                  </a:lnTo>
                  <a:lnTo>
                    <a:pt x="8234944" y="28850"/>
                  </a:lnTo>
                  <a:lnTo>
                    <a:pt x="8235102" y="28850"/>
                  </a:lnTo>
                  <a:lnTo>
                    <a:pt x="8235259" y="28850"/>
                  </a:lnTo>
                  <a:lnTo>
                    <a:pt x="8235417" y="28850"/>
                  </a:lnTo>
                  <a:lnTo>
                    <a:pt x="8235575" y="28850"/>
                  </a:lnTo>
                  <a:lnTo>
                    <a:pt x="8235733" y="28850"/>
                  </a:lnTo>
                  <a:lnTo>
                    <a:pt x="8235890" y="28850"/>
                  </a:lnTo>
                  <a:lnTo>
                    <a:pt x="8236048" y="28850"/>
                  </a:lnTo>
                  <a:lnTo>
                    <a:pt x="8236206" y="28850"/>
                  </a:lnTo>
                  <a:lnTo>
                    <a:pt x="8236363" y="28850"/>
                  </a:lnTo>
                  <a:lnTo>
                    <a:pt x="8236521" y="28850"/>
                  </a:lnTo>
                  <a:lnTo>
                    <a:pt x="8236679" y="28850"/>
                  </a:lnTo>
                  <a:lnTo>
                    <a:pt x="8236837" y="28850"/>
                  </a:lnTo>
                  <a:lnTo>
                    <a:pt x="8236994" y="28850"/>
                  </a:lnTo>
                  <a:lnTo>
                    <a:pt x="8237152" y="28850"/>
                  </a:lnTo>
                  <a:lnTo>
                    <a:pt x="8237310" y="28850"/>
                  </a:lnTo>
                  <a:lnTo>
                    <a:pt x="8237467" y="28850"/>
                  </a:lnTo>
                  <a:lnTo>
                    <a:pt x="8237625" y="28850"/>
                  </a:lnTo>
                  <a:lnTo>
                    <a:pt x="8237783" y="28850"/>
                  </a:lnTo>
                  <a:lnTo>
                    <a:pt x="8237941" y="28850"/>
                  </a:lnTo>
                  <a:lnTo>
                    <a:pt x="8238098" y="28850"/>
                  </a:lnTo>
                  <a:lnTo>
                    <a:pt x="8238256" y="28850"/>
                  </a:lnTo>
                  <a:lnTo>
                    <a:pt x="8238414" y="28850"/>
                  </a:lnTo>
                  <a:lnTo>
                    <a:pt x="8238571" y="28850"/>
                  </a:lnTo>
                  <a:lnTo>
                    <a:pt x="8238729" y="28850"/>
                  </a:lnTo>
                  <a:lnTo>
                    <a:pt x="8238887" y="28850"/>
                  </a:lnTo>
                  <a:lnTo>
                    <a:pt x="8239045" y="28850"/>
                  </a:lnTo>
                  <a:lnTo>
                    <a:pt x="8239202" y="28850"/>
                  </a:lnTo>
                  <a:lnTo>
                    <a:pt x="8239360" y="28850"/>
                  </a:lnTo>
                  <a:lnTo>
                    <a:pt x="8239518" y="28850"/>
                  </a:lnTo>
                  <a:lnTo>
                    <a:pt x="8239676" y="28850"/>
                  </a:lnTo>
                  <a:lnTo>
                    <a:pt x="8239833" y="28850"/>
                  </a:lnTo>
                  <a:lnTo>
                    <a:pt x="8239991" y="28850"/>
                  </a:lnTo>
                  <a:lnTo>
                    <a:pt x="8240149" y="28850"/>
                  </a:lnTo>
                  <a:lnTo>
                    <a:pt x="8240306" y="28850"/>
                  </a:lnTo>
                  <a:lnTo>
                    <a:pt x="8240464" y="28850"/>
                  </a:lnTo>
                  <a:lnTo>
                    <a:pt x="8240622" y="28850"/>
                  </a:lnTo>
                  <a:lnTo>
                    <a:pt x="8240780" y="28850"/>
                  </a:lnTo>
                  <a:lnTo>
                    <a:pt x="8240937" y="28850"/>
                  </a:lnTo>
                  <a:lnTo>
                    <a:pt x="8241095" y="28850"/>
                  </a:lnTo>
                  <a:lnTo>
                    <a:pt x="8241253" y="28850"/>
                  </a:lnTo>
                  <a:lnTo>
                    <a:pt x="8241410" y="28850"/>
                  </a:lnTo>
                  <a:lnTo>
                    <a:pt x="8241568" y="28850"/>
                  </a:lnTo>
                  <a:lnTo>
                    <a:pt x="8241726" y="28850"/>
                  </a:lnTo>
                  <a:lnTo>
                    <a:pt x="8241884" y="28850"/>
                  </a:lnTo>
                  <a:lnTo>
                    <a:pt x="8242041" y="28850"/>
                  </a:lnTo>
                  <a:lnTo>
                    <a:pt x="8242199" y="28850"/>
                  </a:lnTo>
                  <a:lnTo>
                    <a:pt x="8242357" y="28850"/>
                  </a:lnTo>
                  <a:lnTo>
                    <a:pt x="8242514" y="28850"/>
                  </a:lnTo>
                  <a:lnTo>
                    <a:pt x="8242672" y="28850"/>
                  </a:lnTo>
                  <a:lnTo>
                    <a:pt x="8242830" y="28850"/>
                  </a:lnTo>
                  <a:lnTo>
                    <a:pt x="8242988" y="28850"/>
                  </a:lnTo>
                  <a:lnTo>
                    <a:pt x="8243145" y="28850"/>
                  </a:lnTo>
                  <a:lnTo>
                    <a:pt x="8243303" y="28850"/>
                  </a:lnTo>
                  <a:lnTo>
                    <a:pt x="8243461" y="28850"/>
                  </a:lnTo>
                  <a:lnTo>
                    <a:pt x="8243618" y="28850"/>
                  </a:lnTo>
                  <a:lnTo>
                    <a:pt x="8243776" y="28850"/>
                  </a:lnTo>
                  <a:lnTo>
                    <a:pt x="8243934" y="28850"/>
                  </a:lnTo>
                  <a:lnTo>
                    <a:pt x="8244092" y="28850"/>
                  </a:lnTo>
                  <a:lnTo>
                    <a:pt x="8244249" y="28850"/>
                  </a:lnTo>
                  <a:lnTo>
                    <a:pt x="8244407" y="28850"/>
                  </a:lnTo>
                  <a:lnTo>
                    <a:pt x="8244565" y="28850"/>
                  </a:lnTo>
                  <a:lnTo>
                    <a:pt x="8244722" y="28850"/>
                  </a:lnTo>
                  <a:lnTo>
                    <a:pt x="8244880" y="28850"/>
                  </a:lnTo>
                  <a:lnTo>
                    <a:pt x="8245038" y="28850"/>
                  </a:lnTo>
                  <a:lnTo>
                    <a:pt x="8245196" y="28850"/>
                  </a:lnTo>
                  <a:lnTo>
                    <a:pt x="8245353" y="28850"/>
                  </a:lnTo>
                  <a:lnTo>
                    <a:pt x="8245511" y="28850"/>
                  </a:lnTo>
                  <a:lnTo>
                    <a:pt x="8245669" y="28850"/>
                  </a:lnTo>
                  <a:lnTo>
                    <a:pt x="8245827" y="28850"/>
                  </a:lnTo>
                  <a:lnTo>
                    <a:pt x="8245984" y="28850"/>
                  </a:lnTo>
                  <a:lnTo>
                    <a:pt x="8245984" y="28419"/>
                  </a:lnTo>
                  <a:lnTo>
                    <a:pt x="8246142" y="28419"/>
                  </a:lnTo>
                  <a:lnTo>
                    <a:pt x="8246300" y="28419"/>
                  </a:lnTo>
                  <a:lnTo>
                    <a:pt x="8246457" y="28419"/>
                  </a:lnTo>
                  <a:lnTo>
                    <a:pt x="8246615" y="28419"/>
                  </a:lnTo>
                  <a:lnTo>
                    <a:pt x="8246773" y="28419"/>
                  </a:lnTo>
                  <a:lnTo>
                    <a:pt x="8246931" y="28419"/>
                  </a:lnTo>
                  <a:lnTo>
                    <a:pt x="8247088" y="28419"/>
                  </a:lnTo>
                  <a:lnTo>
                    <a:pt x="8247246" y="28419"/>
                  </a:lnTo>
                  <a:lnTo>
                    <a:pt x="8247404" y="28419"/>
                  </a:lnTo>
                  <a:lnTo>
                    <a:pt x="8247561" y="28419"/>
                  </a:lnTo>
                  <a:lnTo>
                    <a:pt x="8247719" y="28419"/>
                  </a:lnTo>
                  <a:lnTo>
                    <a:pt x="8247877" y="28419"/>
                  </a:lnTo>
                  <a:lnTo>
                    <a:pt x="8248035" y="28419"/>
                  </a:lnTo>
                  <a:lnTo>
                    <a:pt x="8248192" y="28419"/>
                  </a:lnTo>
                  <a:lnTo>
                    <a:pt x="8248350" y="28419"/>
                  </a:lnTo>
                  <a:lnTo>
                    <a:pt x="8248508" y="28419"/>
                  </a:lnTo>
                  <a:lnTo>
                    <a:pt x="8248508" y="27989"/>
                  </a:lnTo>
                  <a:lnTo>
                    <a:pt x="8248665" y="27989"/>
                  </a:lnTo>
                  <a:lnTo>
                    <a:pt x="8248823" y="27989"/>
                  </a:lnTo>
                  <a:lnTo>
                    <a:pt x="8248981" y="27989"/>
                  </a:lnTo>
                  <a:lnTo>
                    <a:pt x="8249139" y="27989"/>
                  </a:lnTo>
                  <a:lnTo>
                    <a:pt x="8249139" y="27558"/>
                  </a:lnTo>
                  <a:lnTo>
                    <a:pt x="8249139" y="27127"/>
                  </a:lnTo>
                  <a:lnTo>
                    <a:pt x="8249296" y="27127"/>
                  </a:lnTo>
                  <a:lnTo>
                    <a:pt x="8249454" y="27127"/>
                  </a:lnTo>
                  <a:lnTo>
                    <a:pt x="8249612" y="27127"/>
                  </a:lnTo>
                  <a:lnTo>
                    <a:pt x="8249769" y="27127"/>
                  </a:lnTo>
                  <a:lnTo>
                    <a:pt x="8249927" y="27127"/>
                  </a:lnTo>
                  <a:lnTo>
                    <a:pt x="8250085" y="27127"/>
                  </a:lnTo>
                  <a:lnTo>
                    <a:pt x="8250243" y="27127"/>
                  </a:lnTo>
                  <a:lnTo>
                    <a:pt x="8250400" y="27127"/>
                  </a:lnTo>
                  <a:lnTo>
                    <a:pt x="8250558" y="27127"/>
                  </a:lnTo>
                  <a:lnTo>
                    <a:pt x="8250716" y="27127"/>
                  </a:lnTo>
                  <a:lnTo>
                    <a:pt x="8250874" y="27127"/>
                  </a:lnTo>
                  <a:lnTo>
                    <a:pt x="8251031" y="27127"/>
                  </a:lnTo>
                  <a:lnTo>
                    <a:pt x="8251189" y="27127"/>
                  </a:lnTo>
                  <a:lnTo>
                    <a:pt x="8251347" y="27127"/>
                  </a:lnTo>
                  <a:lnTo>
                    <a:pt x="8251504" y="27127"/>
                  </a:lnTo>
                  <a:lnTo>
                    <a:pt x="8251662" y="27127"/>
                  </a:lnTo>
                  <a:lnTo>
                    <a:pt x="8251820" y="27127"/>
                  </a:lnTo>
                  <a:lnTo>
                    <a:pt x="8251978" y="27127"/>
                  </a:lnTo>
                  <a:lnTo>
                    <a:pt x="8252135" y="27127"/>
                  </a:lnTo>
                  <a:lnTo>
                    <a:pt x="8252293" y="27127"/>
                  </a:lnTo>
                  <a:lnTo>
                    <a:pt x="8252451" y="27127"/>
                  </a:lnTo>
                  <a:lnTo>
                    <a:pt x="8252608" y="27127"/>
                  </a:lnTo>
                  <a:lnTo>
                    <a:pt x="8252766" y="27127"/>
                  </a:lnTo>
                  <a:lnTo>
                    <a:pt x="8252924" y="27127"/>
                  </a:lnTo>
                  <a:lnTo>
                    <a:pt x="8253082" y="27127"/>
                  </a:lnTo>
                  <a:lnTo>
                    <a:pt x="8253239" y="27127"/>
                  </a:lnTo>
                  <a:lnTo>
                    <a:pt x="8253397" y="27127"/>
                  </a:lnTo>
                  <a:lnTo>
                    <a:pt x="8253555" y="27127"/>
                  </a:lnTo>
                  <a:lnTo>
                    <a:pt x="8253712" y="27127"/>
                  </a:lnTo>
                  <a:lnTo>
                    <a:pt x="8253870" y="27127"/>
                  </a:lnTo>
                  <a:lnTo>
                    <a:pt x="8254028" y="27127"/>
                  </a:lnTo>
                  <a:lnTo>
                    <a:pt x="8254186" y="27127"/>
                  </a:lnTo>
                  <a:lnTo>
                    <a:pt x="8254343" y="27127"/>
                  </a:lnTo>
                  <a:lnTo>
                    <a:pt x="8254501" y="27127"/>
                  </a:lnTo>
                  <a:lnTo>
                    <a:pt x="8254659" y="27127"/>
                  </a:lnTo>
                  <a:lnTo>
                    <a:pt x="8254816" y="27127"/>
                  </a:lnTo>
                  <a:lnTo>
                    <a:pt x="8254974" y="27127"/>
                  </a:lnTo>
                  <a:lnTo>
                    <a:pt x="8254974" y="26697"/>
                  </a:lnTo>
                  <a:lnTo>
                    <a:pt x="8255132" y="26697"/>
                  </a:lnTo>
                  <a:lnTo>
                    <a:pt x="8255290" y="26697"/>
                  </a:lnTo>
                  <a:lnTo>
                    <a:pt x="8255447" y="26697"/>
                  </a:lnTo>
                  <a:lnTo>
                    <a:pt x="8255605" y="26697"/>
                  </a:lnTo>
                  <a:lnTo>
                    <a:pt x="8255763" y="26697"/>
                  </a:lnTo>
                  <a:lnTo>
                    <a:pt x="8255920" y="26697"/>
                  </a:lnTo>
                  <a:lnTo>
                    <a:pt x="8256078" y="26697"/>
                  </a:lnTo>
                  <a:lnTo>
                    <a:pt x="8256236" y="26697"/>
                  </a:lnTo>
                  <a:lnTo>
                    <a:pt x="8256394" y="26697"/>
                  </a:lnTo>
                  <a:lnTo>
                    <a:pt x="8256551" y="26697"/>
                  </a:lnTo>
                  <a:lnTo>
                    <a:pt x="8256709" y="26697"/>
                  </a:lnTo>
                  <a:lnTo>
                    <a:pt x="8256867" y="26697"/>
                  </a:lnTo>
                  <a:lnTo>
                    <a:pt x="8257025" y="26697"/>
                  </a:lnTo>
                  <a:lnTo>
                    <a:pt x="8257182" y="26697"/>
                  </a:lnTo>
                  <a:lnTo>
                    <a:pt x="8257340" y="26697"/>
                  </a:lnTo>
                  <a:lnTo>
                    <a:pt x="8257498" y="26697"/>
                  </a:lnTo>
                  <a:lnTo>
                    <a:pt x="8257655" y="26697"/>
                  </a:lnTo>
                  <a:lnTo>
                    <a:pt x="8257813" y="26697"/>
                  </a:lnTo>
                  <a:lnTo>
                    <a:pt x="8257971" y="26697"/>
                  </a:lnTo>
                  <a:lnTo>
                    <a:pt x="8258129" y="26697"/>
                  </a:lnTo>
                  <a:lnTo>
                    <a:pt x="8258286" y="26697"/>
                  </a:lnTo>
                  <a:lnTo>
                    <a:pt x="8258444" y="26697"/>
                  </a:lnTo>
                  <a:lnTo>
                    <a:pt x="8258602" y="26697"/>
                  </a:lnTo>
                  <a:lnTo>
                    <a:pt x="8258759" y="26697"/>
                  </a:lnTo>
                  <a:lnTo>
                    <a:pt x="8258917" y="26697"/>
                  </a:lnTo>
                  <a:lnTo>
                    <a:pt x="8259075" y="26697"/>
                  </a:lnTo>
                  <a:lnTo>
                    <a:pt x="8259233" y="26697"/>
                  </a:lnTo>
                  <a:lnTo>
                    <a:pt x="8259390" y="26697"/>
                  </a:lnTo>
                  <a:lnTo>
                    <a:pt x="8259548" y="26697"/>
                  </a:lnTo>
                  <a:lnTo>
                    <a:pt x="8259706" y="26697"/>
                  </a:lnTo>
                  <a:lnTo>
                    <a:pt x="8259863" y="26697"/>
                  </a:lnTo>
                  <a:lnTo>
                    <a:pt x="8260021" y="26697"/>
                  </a:lnTo>
                  <a:lnTo>
                    <a:pt x="8260179" y="26697"/>
                  </a:lnTo>
                  <a:lnTo>
                    <a:pt x="8260337" y="26697"/>
                  </a:lnTo>
                  <a:lnTo>
                    <a:pt x="8260494" y="26697"/>
                  </a:lnTo>
                  <a:lnTo>
                    <a:pt x="8260652" y="26697"/>
                  </a:lnTo>
                  <a:lnTo>
                    <a:pt x="8260810" y="26697"/>
                  </a:lnTo>
                  <a:lnTo>
                    <a:pt x="8260967" y="26697"/>
                  </a:lnTo>
                  <a:lnTo>
                    <a:pt x="8261125" y="26697"/>
                  </a:lnTo>
                  <a:lnTo>
                    <a:pt x="8261283" y="26697"/>
                  </a:lnTo>
                  <a:lnTo>
                    <a:pt x="8261441" y="26697"/>
                  </a:lnTo>
                  <a:lnTo>
                    <a:pt x="8261598" y="26697"/>
                  </a:lnTo>
                  <a:lnTo>
                    <a:pt x="8261756" y="26697"/>
                  </a:lnTo>
                  <a:lnTo>
                    <a:pt x="8261914" y="26697"/>
                  </a:lnTo>
                  <a:lnTo>
                    <a:pt x="8261914" y="26266"/>
                  </a:lnTo>
                  <a:lnTo>
                    <a:pt x="8262072" y="26266"/>
                  </a:lnTo>
                  <a:lnTo>
                    <a:pt x="8262229" y="26266"/>
                  </a:lnTo>
                  <a:lnTo>
                    <a:pt x="8262387" y="26266"/>
                  </a:lnTo>
                  <a:lnTo>
                    <a:pt x="8262545" y="26266"/>
                  </a:lnTo>
                  <a:lnTo>
                    <a:pt x="8262702" y="26266"/>
                  </a:lnTo>
                  <a:lnTo>
                    <a:pt x="8262860" y="26266"/>
                  </a:lnTo>
                  <a:lnTo>
                    <a:pt x="8263018" y="26266"/>
                  </a:lnTo>
                  <a:lnTo>
                    <a:pt x="8263176" y="26266"/>
                  </a:lnTo>
                  <a:lnTo>
                    <a:pt x="8263333" y="26266"/>
                  </a:lnTo>
                  <a:lnTo>
                    <a:pt x="8263491" y="26266"/>
                  </a:lnTo>
                  <a:lnTo>
                    <a:pt x="8263649" y="26266"/>
                  </a:lnTo>
                  <a:lnTo>
                    <a:pt x="8263806" y="26266"/>
                  </a:lnTo>
                  <a:lnTo>
                    <a:pt x="8263964" y="26266"/>
                  </a:lnTo>
                  <a:lnTo>
                    <a:pt x="8264122" y="26266"/>
                  </a:lnTo>
                  <a:lnTo>
                    <a:pt x="8264280" y="26266"/>
                  </a:lnTo>
                  <a:lnTo>
                    <a:pt x="8264437" y="26266"/>
                  </a:lnTo>
                  <a:lnTo>
                    <a:pt x="8264595" y="26266"/>
                  </a:lnTo>
                  <a:lnTo>
                    <a:pt x="8264753" y="26266"/>
                  </a:lnTo>
                  <a:lnTo>
                    <a:pt x="8264910" y="26266"/>
                  </a:lnTo>
                  <a:lnTo>
                    <a:pt x="8265068" y="26266"/>
                  </a:lnTo>
                  <a:lnTo>
                    <a:pt x="8265226" y="26266"/>
                  </a:lnTo>
                  <a:lnTo>
                    <a:pt x="8265384" y="26266"/>
                  </a:lnTo>
                  <a:lnTo>
                    <a:pt x="8265541" y="26266"/>
                  </a:lnTo>
                  <a:lnTo>
                    <a:pt x="8265699" y="26266"/>
                  </a:lnTo>
                  <a:lnTo>
                    <a:pt x="8265857" y="26266"/>
                  </a:lnTo>
                  <a:lnTo>
                    <a:pt x="8265857" y="25836"/>
                  </a:lnTo>
                  <a:lnTo>
                    <a:pt x="8266014" y="25836"/>
                  </a:lnTo>
                  <a:lnTo>
                    <a:pt x="8266172" y="25836"/>
                  </a:lnTo>
                  <a:lnTo>
                    <a:pt x="8266330" y="25836"/>
                  </a:lnTo>
                  <a:lnTo>
                    <a:pt x="8266488" y="25836"/>
                  </a:lnTo>
                  <a:lnTo>
                    <a:pt x="8266645" y="25836"/>
                  </a:lnTo>
                  <a:lnTo>
                    <a:pt x="8266803" y="25836"/>
                  </a:lnTo>
                  <a:lnTo>
                    <a:pt x="8266961" y="25836"/>
                  </a:lnTo>
                  <a:lnTo>
                    <a:pt x="8267118" y="25836"/>
                  </a:lnTo>
                  <a:lnTo>
                    <a:pt x="8267276" y="25836"/>
                  </a:lnTo>
                  <a:lnTo>
                    <a:pt x="8267434" y="25836"/>
                  </a:lnTo>
                  <a:lnTo>
                    <a:pt x="8267592" y="25836"/>
                  </a:lnTo>
                  <a:lnTo>
                    <a:pt x="8267749" y="25836"/>
                  </a:lnTo>
                  <a:lnTo>
                    <a:pt x="8267907" y="25836"/>
                  </a:lnTo>
                  <a:lnTo>
                    <a:pt x="8268065" y="25836"/>
                  </a:lnTo>
                  <a:lnTo>
                    <a:pt x="8268223" y="25836"/>
                  </a:lnTo>
                  <a:lnTo>
                    <a:pt x="8268380" y="25836"/>
                  </a:lnTo>
                  <a:lnTo>
                    <a:pt x="8268538" y="25836"/>
                  </a:lnTo>
                  <a:lnTo>
                    <a:pt x="8268696" y="25836"/>
                  </a:lnTo>
                  <a:lnTo>
                    <a:pt x="8268853" y="25836"/>
                  </a:lnTo>
                  <a:lnTo>
                    <a:pt x="8269011" y="25836"/>
                  </a:lnTo>
                  <a:lnTo>
                    <a:pt x="8269169" y="25836"/>
                  </a:lnTo>
                  <a:lnTo>
                    <a:pt x="8269327" y="25836"/>
                  </a:lnTo>
                  <a:lnTo>
                    <a:pt x="8269327" y="25405"/>
                  </a:lnTo>
                  <a:lnTo>
                    <a:pt x="8269484" y="25405"/>
                  </a:lnTo>
                  <a:lnTo>
                    <a:pt x="8269642" y="25405"/>
                  </a:lnTo>
                  <a:lnTo>
                    <a:pt x="8269800" y="25405"/>
                  </a:lnTo>
                  <a:lnTo>
                    <a:pt x="8269957" y="25405"/>
                  </a:lnTo>
                  <a:lnTo>
                    <a:pt x="8270115" y="25405"/>
                  </a:lnTo>
                  <a:lnTo>
                    <a:pt x="8270273" y="25405"/>
                  </a:lnTo>
                  <a:lnTo>
                    <a:pt x="8270431" y="25405"/>
                  </a:lnTo>
                  <a:lnTo>
                    <a:pt x="8270588" y="25405"/>
                  </a:lnTo>
                  <a:lnTo>
                    <a:pt x="8270746" y="25405"/>
                  </a:lnTo>
                  <a:lnTo>
                    <a:pt x="8270904" y="25405"/>
                  </a:lnTo>
                  <a:lnTo>
                    <a:pt x="8271061" y="25405"/>
                  </a:lnTo>
                  <a:lnTo>
                    <a:pt x="8271219" y="25405"/>
                  </a:lnTo>
                  <a:lnTo>
                    <a:pt x="8271377" y="25405"/>
                  </a:lnTo>
                  <a:lnTo>
                    <a:pt x="8271535" y="25405"/>
                  </a:lnTo>
                  <a:lnTo>
                    <a:pt x="8271692" y="25405"/>
                  </a:lnTo>
                  <a:lnTo>
                    <a:pt x="8271850" y="25405"/>
                  </a:lnTo>
                  <a:lnTo>
                    <a:pt x="8272008" y="25405"/>
                  </a:lnTo>
                  <a:lnTo>
                    <a:pt x="8272165" y="25405"/>
                  </a:lnTo>
                  <a:lnTo>
                    <a:pt x="8272323" y="25405"/>
                  </a:lnTo>
                  <a:lnTo>
                    <a:pt x="8272323" y="24974"/>
                  </a:lnTo>
                  <a:lnTo>
                    <a:pt x="8272481" y="24974"/>
                  </a:lnTo>
                  <a:lnTo>
                    <a:pt x="8272639" y="24974"/>
                  </a:lnTo>
                  <a:lnTo>
                    <a:pt x="8272796" y="24974"/>
                  </a:lnTo>
                  <a:lnTo>
                    <a:pt x="8272954" y="24974"/>
                  </a:lnTo>
                  <a:lnTo>
                    <a:pt x="8273112" y="24974"/>
                  </a:lnTo>
                  <a:lnTo>
                    <a:pt x="8273270" y="24974"/>
                  </a:lnTo>
                  <a:lnTo>
                    <a:pt x="8273427" y="24974"/>
                  </a:lnTo>
                  <a:lnTo>
                    <a:pt x="8273585" y="24974"/>
                  </a:lnTo>
                  <a:lnTo>
                    <a:pt x="8273743" y="24974"/>
                  </a:lnTo>
                  <a:lnTo>
                    <a:pt x="8273900" y="24974"/>
                  </a:lnTo>
                  <a:lnTo>
                    <a:pt x="8274058" y="24974"/>
                  </a:lnTo>
                  <a:lnTo>
                    <a:pt x="8274216" y="24974"/>
                  </a:lnTo>
                  <a:lnTo>
                    <a:pt x="8274374" y="24974"/>
                  </a:lnTo>
                  <a:lnTo>
                    <a:pt x="8274531" y="24974"/>
                  </a:lnTo>
                  <a:lnTo>
                    <a:pt x="8274689" y="24974"/>
                  </a:lnTo>
                  <a:lnTo>
                    <a:pt x="8274847" y="24974"/>
                  </a:lnTo>
                  <a:lnTo>
                    <a:pt x="8275004" y="24974"/>
                  </a:lnTo>
                  <a:lnTo>
                    <a:pt x="8275162" y="24974"/>
                  </a:lnTo>
                  <a:lnTo>
                    <a:pt x="8275320" y="24974"/>
                  </a:lnTo>
                  <a:lnTo>
                    <a:pt x="8275478" y="24974"/>
                  </a:lnTo>
                  <a:lnTo>
                    <a:pt x="8275635" y="24974"/>
                  </a:lnTo>
                  <a:lnTo>
                    <a:pt x="8275793" y="24974"/>
                  </a:lnTo>
                  <a:lnTo>
                    <a:pt x="8275951" y="24974"/>
                  </a:lnTo>
                  <a:lnTo>
                    <a:pt x="8276108" y="24974"/>
                  </a:lnTo>
                  <a:lnTo>
                    <a:pt x="8276266" y="24974"/>
                  </a:lnTo>
                  <a:lnTo>
                    <a:pt x="8276424" y="24974"/>
                  </a:lnTo>
                  <a:lnTo>
                    <a:pt x="8276582" y="24974"/>
                  </a:lnTo>
                  <a:lnTo>
                    <a:pt x="8276739" y="24974"/>
                  </a:lnTo>
                  <a:lnTo>
                    <a:pt x="8276897" y="24974"/>
                  </a:lnTo>
                  <a:lnTo>
                    <a:pt x="8277055" y="24974"/>
                  </a:lnTo>
                  <a:lnTo>
                    <a:pt x="8277212" y="24974"/>
                  </a:lnTo>
                  <a:lnTo>
                    <a:pt x="8277370" y="24974"/>
                  </a:lnTo>
                  <a:lnTo>
                    <a:pt x="8277528" y="24974"/>
                  </a:lnTo>
                  <a:lnTo>
                    <a:pt x="8277686" y="24974"/>
                  </a:lnTo>
                  <a:lnTo>
                    <a:pt x="8277843" y="24974"/>
                  </a:lnTo>
                  <a:lnTo>
                    <a:pt x="8278001" y="24974"/>
                  </a:lnTo>
                  <a:lnTo>
                    <a:pt x="8278001" y="24544"/>
                  </a:lnTo>
                  <a:lnTo>
                    <a:pt x="8278159" y="24544"/>
                  </a:lnTo>
                  <a:lnTo>
                    <a:pt x="8278316" y="24544"/>
                  </a:lnTo>
                  <a:lnTo>
                    <a:pt x="8278316" y="24113"/>
                  </a:lnTo>
                  <a:lnTo>
                    <a:pt x="8278474" y="24113"/>
                  </a:lnTo>
                  <a:lnTo>
                    <a:pt x="8278632" y="24113"/>
                  </a:lnTo>
                  <a:lnTo>
                    <a:pt x="8278790" y="24113"/>
                  </a:lnTo>
                  <a:lnTo>
                    <a:pt x="8278947" y="24113"/>
                  </a:lnTo>
                  <a:lnTo>
                    <a:pt x="8279105" y="24113"/>
                  </a:lnTo>
                  <a:lnTo>
                    <a:pt x="8279263" y="24113"/>
                  </a:lnTo>
                  <a:lnTo>
                    <a:pt x="8279421" y="24113"/>
                  </a:lnTo>
                  <a:lnTo>
                    <a:pt x="8279578" y="24113"/>
                  </a:lnTo>
                  <a:lnTo>
                    <a:pt x="8279736" y="24113"/>
                  </a:lnTo>
                  <a:lnTo>
                    <a:pt x="8279894" y="24113"/>
                  </a:lnTo>
                  <a:lnTo>
                    <a:pt x="8280051" y="24113"/>
                  </a:lnTo>
                  <a:lnTo>
                    <a:pt x="8280209" y="24113"/>
                  </a:lnTo>
                  <a:lnTo>
                    <a:pt x="8280367" y="24113"/>
                  </a:lnTo>
                  <a:lnTo>
                    <a:pt x="8280525" y="24113"/>
                  </a:lnTo>
                  <a:lnTo>
                    <a:pt x="8280682" y="24113"/>
                  </a:lnTo>
                  <a:lnTo>
                    <a:pt x="8280840" y="24113"/>
                  </a:lnTo>
                  <a:lnTo>
                    <a:pt x="8280998" y="24113"/>
                  </a:lnTo>
                  <a:lnTo>
                    <a:pt x="8281155" y="24113"/>
                  </a:lnTo>
                  <a:lnTo>
                    <a:pt x="8281313" y="24113"/>
                  </a:lnTo>
                  <a:lnTo>
                    <a:pt x="8281471" y="24113"/>
                  </a:lnTo>
                  <a:lnTo>
                    <a:pt x="8281629" y="24113"/>
                  </a:lnTo>
                  <a:lnTo>
                    <a:pt x="8281786" y="24113"/>
                  </a:lnTo>
                  <a:lnTo>
                    <a:pt x="8281944" y="24113"/>
                  </a:lnTo>
                  <a:lnTo>
                    <a:pt x="8282102" y="24113"/>
                  </a:lnTo>
                  <a:lnTo>
                    <a:pt x="8282102" y="23683"/>
                  </a:lnTo>
                  <a:lnTo>
                    <a:pt x="8282259" y="23683"/>
                  </a:lnTo>
                  <a:lnTo>
                    <a:pt x="8282417" y="23683"/>
                  </a:lnTo>
                  <a:lnTo>
                    <a:pt x="8282575" y="23683"/>
                  </a:lnTo>
                  <a:lnTo>
                    <a:pt x="8282733" y="23683"/>
                  </a:lnTo>
                  <a:lnTo>
                    <a:pt x="8282890" y="23683"/>
                  </a:lnTo>
                  <a:lnTo>
                    <a:pt x="8283048" y="23683"/>
                  </a:lnTo>
                  <a:lnTo>
                    <a:pt x="8283206" y="23683"/>
                  </a:lnTo>
                  <a:lnTo>
                    <a:pt x="8283363" y="23683"/>
                  </a:lnTo>
                  <a:lnTo>
                    <a:pt x="8283521" y="23683"/>
                  </a:lnTo>
                  <a:lnTo>
                    <a:pt x="8283679" y="23683"/>
                  </a:lnTo>
                  <a:lnTo>
                    <a:pt x="8283837" y="23683"/>
                  </a:lnTo>
                  <a:lnTo>
                    <a:pt x="8283994" y="23683"/>
                  </a:lnTo>
                  <a:lnTo>
                    <a:pt x="8284152" y="23683"/>
                  </a:lnTo>
                  <a:lnTo>
                    <a:pt x="8284310" y="23683"/>
                  </a:lnTo>
                  <a:lnTo>
                    <a:pt x="8284468" y="23683"/>
                  </a:lnTo>
                  <a:lnTo>
                    <a:pt x="8284625" y="23683"/>
                  </a:lnTo>
                  <a:lnTo>
                    <a:pt x="8284783" y="23683"/>
                  </a:lnTo>
                  <a:lnTo>
                    <a:pt x="8284941" y="23683"/>
                  </a:lnTo>
                  <a:lnTo>
                    <a:pt x="8285098" y="23683"/>
                  </a:lnTo>
                  <a:lnTo>
                    <a:pt x="8285256" y="23683"/>
                  </a:lnTo>
                  <a:lnTo>
                    <a:pt x="8285414" y="23683"/>
                  </a:lnTo>
                  <a:lnTo>
                    <a:pt x="8285572" y="23683"/>
                  </a:lnTo>
                  <a:lnTo>
                    <a:pt x="8285729" y="23683"/>
                  </a:lnTo>
                  <a:lnTo>
                    <a:pt x="8285887" y="23683"/>
                  </a:lnTo>
                  <a:lnTo>
                    <a:pt x="8286045" y="23683"/>
                  </a:lnTo>
                  <a:lnTo>
                    <a:pt x="8286202" y="23683"/>
                  </a:lnTo>
                  <a:lnTo>
                    <a:pt x="8286360" y="23683"/>
                  </a:lnTo>
                  <a:lnTo>
                    <a:pt x="8286518" y="23683"/>
                  </a:lnTo>
                  <a:lnTo>
                    <a:pt x="8286676" y="23683"/>
                  </a:lnTo>
                  <a:lnTo>
                    <a:pt x="8286833" y="23683"/>
                  </a:lnTo>
                  <a:lnTo>
                    <a:pt x="8286991" y="23683"/>
                  </a:lnTo>
                  <a:lnTo>
                    <a:pt x="8287149" y="23683"/>
                  </a:lnTo>
                  <a:lnTo>
                    <a:pt x="8287306" y="23683"/>
                  </a:lnTo>
                  <a:lnTo>
                    <a:pt x="8287306" y="23252"/>
                  </a:lnTo>
                  <a:lnTo>
                    <a:pt x="8287464" y="23252"/>
                  </a:lnTo>
                  <a:lnTo>
                    <a:pt x="8287622" y="23252"/>
                  </a:lnTo>
                  <a:lnTo>
                    <a:pt x="8287780" y="23252"/>
                  </a:lnTo>
                  <a:lnTo>
                    <a:pt x="8287937" y="23252"/>
                  </a:lnTo>
                  <a:lnTo>
                    <a:pt x="8288095" y="23252"/>
                  </a:lnTo>
                  <a:lnTo>
                    <a:pt x="8288253" y="23252"/>
                  </a:lnTo>
                  <a:lnTo>
                    <a:pt x="8288410" y="23252"/>
                  </a:lnTo>
                  <a:lnTo>
                    <a:pt x="8288568" y="23252"/>
                  </a:lnTo>
                  <a:lnTo>
                    <a:pt x="8288726" y="23252"/>
                  </a:lnTo>
                  <a:lnTo>
                    <a:pt x="8288884" y="23252"/>
                  </a:lnTo>
                  <a:lnTo>
                    <a:pt x="8289041" y="23252"/>
                  </a:lnTo>
                  <a:lnTo>
                    <a:pt x="8289199" y="23252"/>
                  </a:lnTo>
                  <a:lnTo>
                    <a:pt x="8289357" y="23252"/>
                  </a:lnTo>
                  <a:lnTo>
                    <a:pt x="8289514" y="23252"/>
                  </a:lnTo>
                  <a:lnTo>
                    <a:pt x="8289672" y="23252"/>
                  </a:lnTo>
                  <a:lnTo>
                    <a:pt x="8289830" y="23252"/>
                  </a:lnTo>
                  <a:lnTo>
                    <a:pt x="8289988" y="23252"/>
                  </a:lnTo>
                  <a:lnTo>
                    <a:pt x="8290145" y="23252"/>
                  </a:lnTo>
                  <a:lnTo>
                    <a:pt x="8290303" y="23252"/>
                  </a:lnTo>
                  <a:lnTo>
                    <a:pt x="8290461" y="23252"/>
                  </a:lnTo>
                  <a:lnTo>
                    <a:pt x="8290619" y="23252"/>
                  </a:lnTo>
                  <a:lnTo>
                    <a:pt x="8290776" y="23252"/>
                  </a:lnTo>
                  <a:lnTo>
                    <a:pt x="8290934" y="23252"/>
                  </a:lnTo>
                  <a:lnTo>
                    <a:pt x="8291092" y="23252"/>
                  </a:lnTo>
                  <a:lnTo>
                    <a:pt x="8291249" y="23252"/>
                  </a:lnTo>
                  <a:lnTo>
                    <a:pt x="8291407" y="23252"/>
                  </a:lnTo>
                  <a:lnTo>
                    <a:pt x="8291565" y="23252"/>
                  </a:lnTo>
                  <a:lnTo>
                    <a:pt x="8291723" y="23252"/>
                  </a:lnTo>
                  <a:lnTo>
                    <a:pt x="8291880" y="23252"/>
                  </a:lnTo>
                  <a:lnTo>
                    <a:pt x="8292038" y="23252"/>
                  </a:lnTo>
                  <a:lnTo>
                    <a:pt x="8292196" y="23252"/>
                  </a:lnTo>
                  <a:lnTo>
                    <a:pt x="8292353" y="23252"/>
                  </a:lnTo>
                  <a:lnTo>
                    <a:pt x="8292511" y="23252"/>
                  </a:lnTo>
                  <a:lnTo>
                    <a:pt x="8292669" y="23252"/>
                  </a:lnTo>
                  <a:lnTo>
                    <a:pt x="8292827" y="23252"/>
                  </a:lnTo>
                  <a:lnTo>
                    <a:pt x="8292984" y="23252"/>
                  </a:lnTo>
                  <a:lnTo>
                    <a:pt x="8293142" y="23252"/>
                  </a:lnTo>
                  <a:lnTo>
                    <a:pt x="8293300" y="23252"/>
                  </a:lnTo>
                  <a:lnTo>
                    <a:pt x="8293457" y="23252"/>
                  </a:lnTo>
                  <a:lnTo>
                    <a:pt x="8293615" y="23252"/>
                  </a:lnTo>
                  <a:lnTo>
                    <a:pt x="8293773" y="23252"/>
                  </a:lnTo>
                  <a:lnTo>
                    <a:pt x="8293931" y="23252"/>
                  </a:lnTo>
                  <a:lnTo>
                    <a:pt x="8294088" y="23252"/>
                  </a:lnTo>
                  <a:lnTo>
                    <a:pt x="8294246" y="23252"/>
                  </a:lnTo>
                  <a:lnTo>
                    <a:pt x="8294404" y="23252"/>
                  </a:lnTo>
                  <a:lnTo>
                    <a:pt x="8294561" y="23252"/>
                  </a:lnTo>
                  <a:lnTo>
                    <a:pt x="8294561" y="22821"/>
                  </a:lnTo>
                  <a:lnTo>
                    <a:pt x="8294719" y="22821"/>
                  </a:lnTo>
                  <a:lnTo>
                    <a:pt x="8294877" y="22821"/>
                  </a:lnTo>
                  <a:lnTo>
                    <a:pt x="8294877" y="22391"/>
                  </a:lnTo>
                  <a:lnTo>
                    <a:pt x="8295035" y="22391"/>
                  </a:lnTo>
                  <a:lnTo>
                    <a:pt x="8295192" y="22391"/>
                  </a:lnTo>
                  <a:lnTo>
                    <a:pt x="8295350" y="22391"/>
                  </a:lnTo>
                  <a:lnTo>
                    <a:pt x="8295508" y="22391"/>
                  </a:lnTo>
                  <a:lnTo>
                    <a:pt x="8295665" y="22391"/>
                  </a:lnTo>
                  <a:lnTo>
                    <a:pt x="8295823" y="22391"/>
                  </a:lnTo>
                  <a:lnTo>
                    <a:pt x="8295981" y="22391"/>
                  </a:lnTo>
                  <a:lnTo>
                    <a:pt x="8296139" y="22391"/>
                  </a:lnTo>
                  <a:lnTo>
                    <a:pt x="8296296" y="22391"/>
                  </a:lnTo>
                  <a:lnTo>
                    <a:pt x="8296296" y="21960"/>
                  </a:lnTo>
                  <a:lnTo>
                    <a:pt x="8296454" y="21960"/>
                  </a:lnTo>
                  <a:lnTo>
                    <a:pt x="8296612" y="21960"/>
                  </a:lnTo>
                  <a:lnTo>
                    <a:pt x="8296770" y="21960"/>
                  </a:lnTo>
                  <a:lnTo>
                    <a:pt x="8296927" y="21960"/>
                  </a:lnTo>
                  <a:lnTo>
                    <a:pt x="8297085" y="21960"/>
                  </a:lnTo>
                  <a:lnTo>
                    <a:pt x="8297243" y="21960"/>
                  </a:lnTo>
                  <a:lnTo>
                    <a:pt x="8297400" y="21960"/>
                  </a:lnTo>
                  <a:lnTo>
                    <a:pt x="8297558" y="21960"/>
                  </a:lnTo>
                  <a:lnTo>
                    <a:pt x="8297716" y="21960"/>
                  </a:lnTo>
                  <a:lnTo>
                    <a:pt x="8297874" y="21960"/>
                  </a:lnTo>
                  <a:lnTo>
                    <a:pt x="8298031" y="21960"/>
                  </a:lnTo>
                  <a:lnTo>
                    <a:pt x="8298189" y="21960"/>
                  </a:lnTo>
                  <a:lnTo>
                    <a:pt x="8298347" y="21960"/>
                  </a:lnTo>
                  <a:lnTo>
                    <a:pt x="8298504" y="21960"/>
                  </a:lnTo>
                  <a:lnTo>
                    <a:pt x="8298662" y="21960"/>
                  </a:lnTo>
                  <a:lnTo>
                    <a:pt x="8298820" y="21960"/>
                  </a:lnTo>
                  <a:lnTo>
                    <a:pt x="8298978" y="21960"/>
                  </a:lnTo>
                  <a:lnTo>
                    <a:pt x="8299135" y="21960"/>
                  </a:lnTo>
                  <a:lnTo>
                    <a:pt x="8299293" y="21960"/>
                  </a:lnTo>
                  <a:lnTo>
                    <a:pt x="8299451" y="21960"/>
                  </a:lnTo>
                  <a:lnTo>
                    <a:pt x="8299608" y="21960"/>
                  </a:lnTo>
                  <a:lnTo>
                    <a:pt x="8299766" y="21960"/>
                  </a:lnTo>
                  <a:lnTo>
                    <a:pt x="8299924" y="21960"/>
                  </a:lnTo>
                  <a:lnTo>
                    <a:pt x="8300082" y="21960"/>
                  </a:lnTo>
                  <a:lnTo>
                    <a:pt x="8300239" y="21960"/>
                  </a:lnTo>
                  <a:lnTo>
                    <a:pt x="8300397" y="21960"/>
                  </a:lnTo>
                  <a:lnTo>
                    <a:pt x="8300555" y="21960"/>
                  </a:lnTo>
                  <a:lnTo>
                    <a:pt x="8300712" y="21960"/>
                  </a:lnTo>
                  <a:lnTo>
                    <a:pt x="8300870" y="21960"/>
                  </a:lnTo>
                  <a:lnTo>
                    <a:pt x="8301028" y="21960"/>
                  </a:lnTo>
                  <a:lnTo>
                    <a:pt x="8301186" y="21960"/>
                  </a:lnTo>
                  <a:lnTo>
                    <a:pt x="8301343" y="21960"/>
                  </a:lnTo>
                  <a:lnTo>
                    <a:pt x="8301501" y="21960"/>
                  </a:lnTo>
                  <a:lnTo>
                    <a:pt x="8301659" y="21960"/>
                  </a:lnTo>
                  <a:lnTo>
                    <a:pt x="8301817" y="21960"/>
                  </a:lnTo>
                  <a:lnTo>
                    <a:pt x="8301974" y="21960"/>
                  </a:lnTo>
                  <a:lnTo>
                    <a:pt x="8302132" y="21960"/>
                  </a:lnTo>
                  <a:lnTo>
                    <a:pt x="8302290" y="21960"/>
                  </a:lnTo>
                  <a:lnTo>
                    <a:pt x="8302447" y="21960"/>
                  </a:lnTo>
                  <a:lnTo>
                    <a:pt x="8302605" y="21960"/>
                  </a:lnTo>
                  <a:lnTo>
                    <a:pt x="8302763" y="21960"/>
                  </a:lnTo>
                  <a:lnTo>
                    <a:pt x="8302921" y="21960"/>
                  </a:lnTo>
                  <a:lnTo>
                    <a:pt x="8303078" y="21960"/>
                  </a:lnTo>
                  <a:lnTo>
                    <a:pt x="8303236" y="21960"/>
                  </a:lnTo>
                  <a:lnTo>
                    <a:pt x="8303394" y="21960"/>
                  </a:lnTo>
                  <a:lnTo>
                    <a:pt x="8303551" y="21960"/>
                  </a:lnTo>
                  <a:lnTo>
                    <a:pt x="8303709" y="21960"/>
                  </a:lnTo>
                  <a:lnTo>
                    <a:pt x="8303867" y="21960"/>
                  </a:lnTo>
                  <a:lnTo>
                    <a:pt x="8304025" y="21960"/>
                  </a:lnTo>
                  <a:lnTo>
                    <a:pt x="8304182" y="21960"/>
                  </a:lnTo>
                  <a:lnTo>
                    <a:pt x="8304340" y="21960"/>
                  </a:lnTo>
                  <a:lnTo>
                    <a:pt x="8304498" y="21960"/>
                  </a:lnTo>
                  <a:lnTo>
                    <a:pt x="8304498" y="21530"/>
                  </a:lnTo>
                  <a:lnTo>
                    <a:pt x="8304655" y="21530"/>
                  </a:lnTo>
                  <a:lnTo>
                    <a:pt x="8304813" y="21530"/>
                  </a:lnTo>
                  <a:lnTo>
                    <a:pt x="8304971" y="21530"/>
                  </a:lnTo>
                  <a:lnTo>
                    <a:pt x="8305129" y="21530"/>
                  </a:lnTo>
                  <a:lnTo>
                    <a:pt x="8305286" y="21530"/>
                  </a:lnTo>
                  <a:lnTo>
                    <a:pt x="8305444" y="21530"/>
                  </a:lnTo>
                  <a:lnTo>
                    <a:pt x="8305602" y="21530"/>
                  </a:lnTo>
                  <a:lnTo>
                    <a:pt x="8305759" y="21530"/>
                  </a:lnTo>
                  <a:lnTo>
                    <a:pt x="8305917" y="21530"/>
                  </a:lnTo>
                  <a:lnTo>
                    <a:pt x="8306075" y="21530"/>
                  </a:lnTo>
                  <a:lnTo>
                    <a:pt x="8306233" y="21530"/>
                  </a:lnTo>
                  <a:lnTo>
                    <a:pt x="8306390" y="21530"/>
                  </a:lnTo>
                  <a:lnTo>
                    <a:pt x="8306548" y="21530"/>
                  </a:lnTo>
                  <a:lnTo>
                    <a:pt x="8306706" y="21530"/>
                  </a:lnTo>
                  <a:lnTo>
                    <a:pt x="8306863" y="21530"/>
                  </a:lnTo>
                  <a:lnTo>
                    <a:pt x="8307021" y="21530"/>
                  </a:lnTo>
                  <a:lnTo>
                    <a:pt x="8307179" y="21530"/>
                  </a:lnTo>
                  <a:lnTo>
                    <a:pt x="8307337" y="21530"/>
                  </a:lnTo>
                  <a:lnTo>
                    <a:pt x="8307494" y="21530"/>
                  </a:lnTo>
                  <a:lnTo>
                    <a:pt x="8307652" y="21530"/>
                  </a:lnTo>
                  <a:lnTo>
                    <a:pt x="8307810" y="21530"/>
                  </a:lnTo>
                  <a:lnTo>
                    <a:pt x="8307968" y="21530"/>
                  </a:lnTo>
                  <a:lnTo>
                    <a:pt x="8308125" y="21530"/>
                  </a:lnTo>
                  <a:lnTo>
                    <a:pt x="8308283" y="21530"/>
                  </a:lnTo>
                  <a:lnTo>
                    <a:pt x="8308441" y="21530"/>
                  </a:lnTo>
                  <a:lnTo>
                    <a:pt x="8308598" y="21530"/>
                  </a:lnTo>
                  <a:lnTo>
                    <a:pt x="8308756" y="21530"/>
                  </a:lnTo>
                  <a:lnTo>
                    <a:pt x="8308914" y="21530"/>
                  </a:lnTo>
                  <a:lnTo>
                    <a:pt x="8309072" y="21530"/>
                  </a:lnTo>
                  <a:lnTo>
                    <a:pt x="8309229" y="21530"/>
                  </a:lnTo>
                  <a:lnTo>
                    <a:pt x="8309387" y="21530"/>
                  </a:lnTo>
                  <a:lnTo>
                    <a:pt x="8309545" y="21530"/>
                  </a:lnTo>
                  <a:lnTo>
                    <a:pt x="8309702" y="21530"/>
                  </a:lnTo>
                  <a:lnTo>
                    <a:pt x="8309860" y="21530"/>
                  </a:lnTo>
                  <a:lnTo>
                    <a:pt x="8310018" y="21530"/>
                  </a:lnTo>
                  <a:lnTo>
                    <a:pt x="8310176" y="21530"/>
                  </a:lnTo>
                  <a:lnTo>
                    <a:pt x="8310333" y="21530"/>
                  </a:lnTo>
                  <a:lnTo>
                    <a:pt x="8310491" y="21530"/>
                  </a:lnTo>
                  <a:lnTo>
                    <a:pt x="8310649" y="21530"/>
                  </a:lnTo>
                  <a:lnTo>
                    <a:pt x="8310806" y="21530"/>
                  </a:lnTo>
                  <a:lnTo>
                    <a:pt x="8310964" y="21530"/>
                  </a:lnTo>
                  <a:lnTo>
                    <a:pt x="8311122" y="21530"/>
                  </a:lnTo>
                  <a:lnTo>
                    <a:pt x="8311280" y="21530"/>
                  </a:lnTo>
                  <a:lnTo>
                    <a:pt x="8311437" y="21530"/>
                  </a:lnTo>
                  <a:lnTo>
                    <a:pt x="8311595" y="21530"/>
                  </a:lnTo>
                  <a:lnTo>
                    <a:pt x="8311753" y="21530"/>
                  </a:lnTo>
                  <a:lnTo>
                    <a:pt x="8311910" y="21530"/>
                  </a:lnTo>
                  <a:lnTo>
                    <a:pt x="8312068" y="21530"/>
                  </a:lnTo>
                  <a:lnTo>
                    <a:pt x="8312226" y="21530"/>
                  </a:lnTo>
                  <a:lnTo>
                    <a:pt x="8312384" y="21530"/>
                  </a:lnTo>
                  <a:lnTo>
                    <a:pt x="8312541" y="21530"/>
                  </a:lnTo>
                  <a:lnTo>
                    <a:pt x="8312699" y="21530"/>
                  </a:lnTo>
                  <a:lnTo>
                    <a:pt x="8312857" y="21530"/>
                  </a:lnTo>
                  <a:lnTo>
                    <a:pt x="8313015" y="21530"/>
                  </a:lnTo>
                  <a:lnTo>
                    <a:pt x="8313172" y="21530"/>
                  </a:lnTo>
                  <a:lnTo>
                    <a:pt x="8313330" y="21530"/>
                  </a:lnTo>
                  <a:lnTo>
                    <a:pt x="8313488" y="21530"/>
                  </a:lnTo>
                  <a:lnTo>
                    <a:pt x="8313645" y="21530"/>
                  </a:lnTo>
                  <a:lnTo>
                    <a:pt x="8313803" y="21530"/>
                  </a:lnTo>
                  <a:lnTo>
                    <a:pt x="8313961" y="21530"/>
                  </a:lnTo>
                  <a:lnTo>
                    <a:pt x="8314119" y="21530"/>
                  </a:lnTo>
                  <a:lnTo>
                    <a:pt x="8314276" y="21530"/>
                  </a:lnTo>
                  <a:lnTo>
                    <a:pt x="8314434" y="21530"/>
                  </a:lnTo>
                  <a:lnTo>
                    <a:pt x="8314592" y="21530"/>
                  </a:lnTo>
                  <a:lnTo>
                    <a:pt x="8314749" y="21530"/>
                  </a:lnTo>
                  <a:lnTo>
                    <a:pt x="8314907" y="21530"/>
                  </a:lnTo>
                  <a:lnTo>
                    <a:pt x="8314907" y="21099"/>
                  </a:lnTo>
                  <a:lnTo>
                    <a:pt x="8315065" y="21099"/>
                  </a:lnTo>
                  <a:lnTo>
                    <a:pt x="8315223" y="21099"/>
                  </a:lnTo>
                  <a:lnTo>
                    <a:pt x="8315380" y="21099"/>
                  </a:lnTo>
                  <a:lnTo>
                    <a:pt x="8315538" y="21099"/>
                  </a:lnTo>
                  <a:lnTo>
                    <a:pt x="8315696" y="21099"/>
                  </a:lnTo>
                  <a:lnTo>
                    <a:pt x="8315853" y="21099"/>
                  </a:lnTo>
                  <a:lnTo>
                    <a:pt x="8316011" y="21099"/>
                  </a:lnTo>
                  <a:lnTo>
                    <a:pt x="8316169" y="21099"/>
                  </a:lnTo>
                  <a:lnTo>
                    <a:pt x="8316327" y="21099"/>
                  </a:lnTo>
                  <a:lnTo>
                    <a:pt x="8316484" y="21099"/>
                  </a:lnTo>
                  <a:lnTo>
                    <a:pt x="8316642" y="21099"/>
                  </a:lnTo>
                  <a:lnTo>
                    <a:pt x="8316800" y="21099"/>
                  </a:lnTo>
                  <a:lnTo>
                    <a:pt x="8316800" y="20668"/>
                  </a:lnTo>
                  <a:lnTo>
                    <a:pt x="8316800" y="20238"/>
                  </a:lnTo>
                  <a:lnTo>
                    <a:pt x="8316957" y="20238"/>
                  </a:lnTo>
                  <a:lnTo>
                    <a:pt x="8317115" y="20238"/>
                  </a:lnTo>
                  <a:lnTo>
                    <a:pt x="8317273" y="20238"/>
                  </a:lnTo>
                  <a:lnTo>
                    <a:pt x="8317431" y="20238"/>
                  </a:lnTo>
                  <a:lnTo>
                    <a:pt x="8317588" y="20238"/>
                  </a:lnTo>
                  <a:lnTo>
                    <a:pt x="8317746" y="20238"/>
                  </a:lnTo>
                  <a:lnTo>
                    <a:pt x="8317904" y="20238"/>
                  </a:lnTo>
                  <a:lnTo>
                    <a:pt x="8318061" y="20238"/>
                  </a:lnTo>
                  <a:lnTo>
                    <a:pt x="8318219" y="20238"/>
                  </a:lnTo>
                  <a:lnTo>
                    <a:pt x="8318377" y="20238"/>
                  </a:lnTo>
                  <a:lnTo>
                    <a:pt x="8318535" y="20238"/>
                  </a:lnTo>
                  <a:lnTo>
                    <a:pt x="8318692" y="20238"/>
                  </a:lnTo>
                  <a:lnTo>
                    <a:pt x="8318850" y="20238"/>
                  </a:lnTo>
                  <a:lnTo>
                    <a:pt x="8319008" y="20238"/>
                  </a:lnTo>
                  <a:lnTo>
                    <a:pt x="8319166" y="20238"/>
                  </a:lnTo>
                  <a:lnTo>
                    <a:pt x="8319323" y="20238"/>
                  </a:lnTo>
                  <a:lnTo>
                    <a:pt x="8319481" y="20238"/>
                  </a:lnTo>
                  <a:lnTo>
                    <a:pt x="8319639" y="20238"/>
                  </a:lnTo>
                  <a:lnTo>
                    <a:pt x="8319796" y="20238"/>
                  </a:lnTo>
                  <a:lnTo>
                    <a:pt x="8319954" y="20238"/>
                  </a:lnTo>
                  <a:lnTo>
                    <a:pt x="8320112" y="20238"/>
                  </a:lnTo>
                  <a:lnTo>
                    <a:pt x="8320270" y="20238"/>
                  </a:lnTo>
                  <a:lnTo>
                    <a:pt x="8320427" y="20238"/>
                  </a:lnTo>
                  <a:lnTo>
                    <a:pt x="8320585" y="20238"/>
                  </a:lnTo>
                  <a:lnTo>
                    <a:pt x="8320743" y="20238"/>
                  </a:lnTo>
                  <a:lnTo>
                    <a:pt x="8320900" y="20238"/>
                  </a:lnTo>
                  <a:lnTo>
                    <a:pt x="8321058" y="20238"/>
                  </a:lnTo>
                  <a:lnTo>
                    <a:pt x="8321216" y="20238"/>
                  </a:lnTo>
                  <a:lnTo>
                    <a:pt x="8321374" y="20238"/>
                  </a:lnTo>
                  <a:lnTo>
                    <a:pt x="8321531" y="20238"/>
                  </a:lnTo>
                  <a:lnTo>
                    <a:pt x="8321689" y="20238"/>
                  </a:lnTo>
                  <a:lnTo>
                    <a:pt x="8321847" y="20238"/>
                  </a:lnTo>
                  <a:lnTo>
                    <a:pt x="8322004" y="20238"/>
                  </a:lnTo>
                  <a:lnTo>
                    <a:pt x="8322162" y="20238"/>
                  </a:lnTo>
                  <a:lnTo>
                    <a:pt x="8322320" y="20238"/>
                  </a:lnTo>
                  <a:lnTo>
                    <a:pt x="8322478" y="20238"/>
                  </a:lnTo>
                  <a:lnTo>
                    <a:pt x="8322635" y="20238"/>
                  </a:lnTo>
                  <a:lnTo>
                    <a:pt x="8322793" y="20238"/>
                  </a:lnTo>
                  <a:lnTo>
                    <a:pt x="8322951" y="20238"/>
                  </a:lnTo>
                  <a:lnTo>
                    <a:pt x="8323108" y="20238"/>
                  </a:lnTo>
                  <a:lnTo>
                    <a:pt x="8323266" y="20238"/>
                  </a:lnTo>
                  <a:lnTo>
                    <a:pt x="8323424" y="20238"/>
                  </a:lnTo>
                  <a:lnTo>
                    <a:pt x="8323582" y="20238"/>
                  </a:lnTo>
                  <a:lnTo>
                    <a:pt x="8323739" y="20238"/>
                  </a:lnTo>
                  <a:lnTo>
                    <a:pt x="8323897" y="20238"/>
                  </a:lnTo>
                  <a:lnTo>
                    <a:pt x="8324055" y="20238"/>
                  </a:lnTo>
                  <a:lnTo>
                    <a:pt x="8324213" y="20238"/>
                  </a:lnTo>
                  <a:lnTo>
                    <a:pt x="8324370" y="20238"/>
                  </a:lnTo>
                  <a:lnTo>
                    <a:pt x="8324528" y="20238"/>
                  </a:lnTo>
                  <a:lnTo>
                    <a:pt x="8324686" y="20238"/>
                  </a:lnTo>
                  <a:lnTo>
                    <a:pt x="8324843" y="20238"/>
                  </a:lnTo>
                  <a:lnTo>
                    <a:pt x="8325001" y="20238"/>
                  </a:lnTo>
                  <a:lnTo>
                    <a:pt x="8325159" y="20238"/>
                  </a:lnTo>
                  <a:lnTo>
                    <a:pt x="8325159" y="19807"/>
                  </a:lnTo>
                  <a:lnTo>
                    <a:pt x="8325317" y="19807"/>
                  </a:lnTo>
                  <a:lnTo>
                    <a:pt x="8325317" y="19377"/>
                  </a:lnTo>
                  <a:lnTo>
                    <a:pt x="8325474" y="19377"/>
                  </a:lnTo>
                  <a:lnTo>
                    <a:pt x="8325632" y="19377"/>
                  </a:lnTo>
                  <a:lnTo>
                    <a:pt x="8325790" y="19377"/>
                  </a:lnTo>
                  <a:lnTo>
                    <a:pt x="8325947" y="19377"/>
                  </a:lnTo>
                  <a:lnTo>
                    <a:pt x="8326105" y="19377"/>
                  </a:lnTo>
                  <a:lnTo>
                    <a:pt x="8326263" y="19377"/>
                  </a:lnTo>
                  <a:lnTo>
                    <a:pt x="8326421" y="19377"/>
                  </a:lnTo>
                  <a:lnTo>
                    <a:pt x="8326578" y="19377"/>
                  </a:lnTo>
                  <a:lnTo>
                    <a:pt x="8326736" y="19377"/>
                  </a:lnTo>
                  <a:lnTo>
                    <a:pt x="8326894" y="19377"/>
                  </a:lnTo>
                  <a:lnTo>
                    <a:pt x="8327051" y="19377"/>
                  </a:lnTo>
                  <a:lnTo>
                    <a:pt x="8327209" y="19377"/>
                  </a:lnTo>
                  <a:lnTo>
                    <a:pt x="8327367" y="19377"/>
                  </a:lnTo>
                  <a:lnTo>
                    <a:pt x="8327525" y="19377"/>
                  </a:lnTo>
                  <a:lnTo>
                    <a:pt x="8327682" y="19377"/>
                  </a:lnTo>
                  <a:lnTo>
                    <a:pt x="8327840" y="19377"/>
                  </a:lnTo>
                  <a:lnTo>
                    <a:pt x="8327998" y="19377"/>
                  </a:lnTo>
                  <a:lnTo>
                    <a:pt x="8328155" y="19377"/>
                  </a:lnTo>
                  <a:lnTo>
                    <a:pt x="8328313" y="19377"/>
                  </a:lnTo>
                  <a:lnTo>
                    <a:pt x="8328471" y="19377"/>
                  </a:lnTo>
                  <a:lnTo>
                    <a:pt x="8328629" y="19377"/>
                  </a:lnTo>
                  <a:lnTo>
                    <a:pt x="8328786" y="19377"/>
                  </a:lnTo>
                  <a:lnTo>
                    <a:pt x="8328944" y="19377"/>
                  </a:lnTo>
                  <a:lnTo>
                    <a:pt x="8329102" y="19377"/>
                  </a:lnTo>
                  <a:lnTo>
                    <a:pt x="8329259" y="19377"/>
                  </a:lnTo>
                  <a:lnTo>
                    <a:pt x="8329417" y="19377"/>
                  </a:lnTo>
                  <a:lnTo>
                    <a:pt x="8329575" y="19377"/>
                  </a:lnTo>
                  <a:lnTo>
                    <a:pt x="8329733" y="19377"/>
                  </a:lnTo>
                  <a:lnTo>
                    <a:pt x="8329890" y="19377"/>
                  </a:lnTo>
                  <a:lnTo>
                    <a:pt x="8330048" y="19377"/>
                  </a:lnTo>
                  <a:lnTo>
                    <a:pt x="8330206" y="19377"/>
                  </a:lnTo>
                  <a:lnTo>
                    <a:pt x="8330364" y="19377"/>
                  </a:lnTo>
                  <a:lnTo>
                    <a:pt x="8330521" y="19377"/>
                  </a:lnTo>
                  <a:lnTo>
                    <a:pt x="8330679" y="19377"/>
                  </a:lnTo>
                  <a:lnTo>
                    <a:pt x="8330837" y="19377"/>
                  </a:lnTo>
                  <a:lnTo>
                    <a:pt x="8330837" y="18946"/>
                  </a:lnTo>
                  <a:lnTo>
                    <a:pt x="8330837" y="18515"/>
                  </a:lnTo>
                  <a:lnTo>
                    <a:pt x="8330994" y="18515"/>
                  </a:lnTo>
                  <a:lnTo>
                    <a:pt x="8331152" y="18515"/>
                  </a:lnTo>
                  <a:lnTo>
                    <a:pt x="8331310" y="18515"/>
                  </a:lnTo>
                  <a:lnTo>
                    <a:pt x="8331468" y="18515"/>
                  </a:lnTo>
                  <a:lnTo>
                    <a:pt x="8331625" y="18515"/>
                  </a:lnTo>
                  <a:lnTo>
                    <a:pt x="8331783" y="18515"/>
                  </a:lnTo>
                  <a:lnTo>
                    <a:pt x="8331941" y="18515"/>
                  </a:lnTo>
                  <a:lnTo>
                    <a:pt x="8332098" y="18515"/>
                  </a:lnTo>
                  <a:lnTo>
                    <a:pt x="8332256" y="18515"/>
                  </a:lnTo>
                  <a:lnTo>
                    <a:pt x="8332414" y="18515"/>
                  </a:lnTo>
                  <a:lnTo>
                    <a:pt x="8332572" y="18515"/>
                  </a:lnTo>
                  <a:lnTo>
                    <a:pt x="8332729" y="18515"/>
                  </a:lnTo>
                  <a:lnTo>
                    <a:pt x="8332887" y="18515"/>
                  </a:lnTo>
                  <a:lnTo>
                    <a:pt x="8333045" y="18515"/>
                  </a:lnTo>
                  <a:lnTo>
                    <a:pt x="8333202" y="18515"/>
                  </a:lnTo>
                  <a:lnTo>
                    <a:pt x="8333360" y="18515"/>
                  </a:lnTo>
                  <a:lnTo>
                    <a:pt x="8333518" y="18515"/>
                  </a:lnTo>
                  <a:lnTo>
                    <a:pt x="8333676" y="18515"/>
                  </a:lnTo>
                  <a:lnTo>
                    <a:pt x="8333833" y="18515"/>
                  </a:lnTo>
                  <a:lnTo>
                    <a:pt x="8333833" y="18085"/>
                  </a:lnTo>
                  <a:lnTo>
                    <a:pt x="8333991" y="18085"/>
                  </a:lnTo>
                  <a:lnTo>
                    <a:pt x="8334149" y="18085"/>
                  </a:lnTo>
                  <a:lnTo>
                    <a:pt x="8334306" y="18085"/>
                  </a:lnTo>
                  <a:lnTo>
                    <a:pt x="8334464" y="18085"/>
                  </a:lnTo>
                  <a:lnTo>
                    <a:pt x="8334622" y="18085"/>
                  </a:lnTo>
                  <a:lnTo>
                    <a:pt x="8334780" y="18085"/>
                  </a:lnTo>
                  <a:lnTo>
                    <a:pt x="8334937" y="18085"/>
                  </a:lnTo>
                  <a:lnTo>
                    <a:pt x="8335095" y="18085"/>
                  </a:lnTo>
                  <a:lnTo>
                    <a:pt x="8335253" y="18085"/>
                  </a:lnTo>
                  <a:lnTo>
                    <a:pt x="8335411" y="18085"/>
                  </a:lnTo>
                  <a:lnTo>
                    <a:pt x="8335411" y="17654"/>
                  </a:lnTo>
                  <a:lnTo>
                    <a:pt x="8335568" y="17654"/>
                  </a:lnTo>
                  <a:lnTo>
                    <a:pt x="8335726" y="17654"/>
                  </a:lnTo>
                  <a:lnTo>
                    <a:pt x="8335884" y="17654"/>
                  </a:lnTo>
                  <a:lnTo>
                    <a:pt x="8336041" y="17654"/>
                  </a:lnTo>
                  <a:lnTo>
                    <a:pt x="8336199" y="17654"/>
                  </a:lnTo>
                  <a:lnTo>
                    <a:pt x="8336357" y="17654"/>
                  </a:lnTo>
                  <a:lnTo>
                    <a:pt x="8336515" y="17654"/>
                  </a:lnTo>
                  <a:lnTo>
                    <a:pt x="8336672" y="17654"/>
                  </a:lnTo>
                  <a:lnTo>
                    <a:pt x="8336830" y="17654"/>
                  </a:lnTo>
                  <a:lnTo>
                    <a:pt x="8336988" y="17654"/>
                  </a:lnTo>
                  <a:lnTo>
                    <a:pt x="8337145" y="17654"/>
                  </a:lnTo>
                  <a:lnTo>
                    <a:pt x="8337303" y="17654"/>
                  </a:lnTo>
                  <a:lnTo>
                    <a:pt x="8337461" y="17654"/>
                  </a:lnTo>
                  <a:lnTo>
                    <a:pt x="8337619" y="17654"/>
                  </a:lnTo>
                  <a:lnTo>
                    <a:pt x="8337776" y="17654"/>
                  </a:lnTo>
                  <a:lnTo>
                    <a:pt x="8337934" y="17654"/>
                  </a:lnTo>
                  <a:lnTo>
                    <a:pt x="8338092" y="17654"/>
                  </a:lnTo>
                  <a:lnTo>
                    <a:pt x="8338249" y="17654"/>
                  </a:lnTo>
                  <a:lnTo>
                    <a:pt x="8338407" y="17654"/>
                  </a:lnTo>
                  <a:lnTo>
                    <a:pt x="8338565" y="17654"/>
                  </a:lnTo>
                  <a:lnTo>
                    <a:pt x="8338723" y="17654"/>
                  </a:lnTo>
                  <a:lnTo>
                    <a:pt x="8338880" y="17654"/>
                  </a:lnTo>
                  <a:lnTo>
                    <a:pt x="8339038" y="17654"/>
                  </a:lnTo>
                  <a:lnTo>
                    <a:pt x="8339196" y="17654"/>
                  </a:lnTo>
                  <a:lnTo>
                    <a:pt x="8339353" y="17654"/>
                  </a:lnTo>
                  <a:lnTo>
                    <a:pt x="8339511" y="17654"/>
                  </a:lnTo>
                  <a:lnTo>
                    <a:pt x="8339669" y="17654"/>
                  </a:lnTo>
                  <a:lnTo>
                    <a:pt x="8339827" y="17654"/>
                  </a:lnTo>
                  <a:lnTo>
                    <a:pt x="8339984" y="17654"/>
                  </a:lnTo>
                  <a:lnTo>
                    <a:pt x="8340142" y="17654"/>
                  </a:lnTo>
                  <a:lnTo>
                    <a:pt x="8340300" y="17654"/>
                  </a:lnTo>
                  <a:lnTo>
                    <a:pt x="8340457" y="17654"/>
                  </a:lnTo>
                  <a:lnTo>
                    <a:pt x="8340615" y="17654"/>
                  </a:lnTo>
                  <a:lnTo>
                    <a:pt x="8340773" y="17654"/>
                  </a:lnTo>
                  <a:lnTo>
                    <a:pt x="8340931" y="17654"/>
                  </a:lnTo>
                  <a:lnTo>
                    <a:pt x="8341088" y="17654"/>
                  </a:lnTo>
                  <a:lnTo>
                    <a:pt x="8341246" y="17654"/>
                  </a:lnTo>
                  <a:lnTo>
                    <a:pt x="8341404" y="17654"/>
                  </a:lnTo>
                  <a:lnTo>
                    <a:pt x="8341562" y="17654"/>
                  </a:lnTo>
                  <a:lnTo>
                    <a:pt x="8341719" y="17654"/>
                  </a:lnTo>
                  <a:lnTo>
                    <a:pt x="8341877" y="17654"/>
                  </a:lnTo>
                  <a:lnTo>
                    <a:pt x="8342035" y="17654"/>
                  </a:lnTo>
                  <a:lnTo>
                    <a:pt x="8342192" y="17654"/>
                  </a:lnTo>
                  <a:lnTo>
                    <a:pt x="8342350" y="17654"/>
                  </a:lnTo>
                  <a:lnTo>
                    <a:pt x="8342508" y="17654"/>
                  </a:lnTo>
                  <a:lnTo>
                    <a:pt x="8342666" y="17654"/>
                  </a:lnTo>
                  <a:lnTo>
                    <a:pt x="8342823" y="17654"/>
                  </a:lnTo>
                  <a:lnTo>
                    <a:pt x="8342981" y="17654"/>
                  </a:lnTo>
                  <a:lnTo>
                    <a:pt x="8343139" y="17654"/>
                  </a:lnTo>
                  <a:lnTo>
                    <a:pt x="8343296" y="17654"/>
                  </a:lnTo>
                  <a:lnTo>
                    <a:pt x="8343454" y="17654"/>
                  </a:lnTo>
                  <a:lnTo>
                    <a:pt x="8343612" y="17654"/>
                  </a:lnTo>
                  <a:lnTo>
                    <a:pt x="8343770" y="17654"/>
                  </a:lnTo>
                  <a:lnTo>
                    <a:pt x="8343927" y="17654"/>
                  </a:lnTo>
                  <a:lnTo>
                    <a:pt x="8344085" y="17654"/>
                  </a:lnTo>
                  <a:lnTo>
                    <a:pt x="8344243" y="17654"/>
                  </a:lnTo>
                  <a:lnTo>
                    <a:pt x="8344400" y="17654"/>
                  </a:lnTo>
                  <a:lnTo>
                    <a:pt x="8344558" y="17654"/>
                  </a:lnTo>
                  <a:lnTo>
                    <a:pt x="8344716" y="17654"/>
                  </a:lnTo>
                  <a:lnTo>
                    <a:pt x="8344874" y="17654"/>
                  </a:lnTo>
                  <a:lnTo>
                    <a:pt x="8345031" y="17654"/>
                  </a:lnTo>
                  <a:lnTo>
                    <a:pt x="8345189" y="17654"/>
                  </a:lnTo>
                  <a:lnTo>
                    <a:pt x="8345347" y="17654"/>
                  </a:lnTo>
                  <a:lnTo>
                    <a:pt x="8345504" y="17654"/>
                  </a:lnTo>
                  <a:lnTo>
                    <a:pt x="8345662" y="17654"/>
                  </a:lnTo>
                  <a:lnTo>
                    <a:pt x="8345820" y="17654"/>
                  </a:lnTo>
                  <a:lnTo>
                    <a:pt x="8345978" y="17654"/>
                  </a:lnTo>
                  <a:lnTo>
                    <a:pt x="8346135" y="17654"/>
                  </a:lnTo>
                  <a:lnTo>
                    <a:pt x="8346293" y="17654"/>
                  </a:lnTo>
                  <a:lnTo>
                    <a:pt x="8346451" y="17654"/>
                  </a:lnTo>
                  <a:lnTo>
                    <a:pt x="8346609" y="17654"/>
                  </a:lnTo>
                  <a:lnTo>
                    <a:pt x="8346766" y="17654"/>
                  </a:lnTo>
                  <a:lnTo>
                    <a:pt x="8346766" y="17224"/>
                  </a:lnTo>
                  <a:lnTo>
                    <a:pt x="8346924" y="17224"/>
                  </a:lnTo>
                  <a:lnTo>
                    <a:pt x="8347082" y="17224"/>
                  </a:lnTo>
                  <a:lnTo>
                    <a:pt x="8347239" y="17224"/>
                  </a:lnTo>
                  <a:lnTo>
                    <a:pt x="8347397" y="17224"/>
                  </a:lnTo>
                  <a:lnTo>
                    <a:pt x="8347555" y="17224"/>
                  </a:lnTo>
                  <a:lnTo>
                    <a:pt x="8347713" y="17224"/>
                  </a:lnTo>
                  <a:lnTo>
                    <a:pt x="8347870" y="17224"/>
                  </a:lnTo>
                  <a:lnTo>
                    <a:pt x="8348028" y="17224"/>
                  </a:lnTo>
                  <a:lnTo>
                    <a:pt x="8348186" y="17224"/>
                  </a:lnTo>
                  <a:lnTo>
                    <a:pt x="8348343" y="17224"/>
                  </a:lnTo>
                  <a:lnTo>
                    <a:pt x="8348501" y="17224"/>
                  </a:lnTo>
                  <a:lnTo>
                    <a:pt x="8348659" y="17224"/>
                  </a:lnTo>
                  <a:lnTo>
                    <a:pt x="8348817" y="17224"/>
                  </a:lnTo>
                  <a:lnTo>
                    <a:pt x="8348974" y="17224"/>
                  </a:lnTo>
                  <a:lnTo>
                    <a:pt x="8349132" y="17224"/>
                  </a:lnTo>
                  <a:lnTo>
                    <a:pt x="8349290" y="17224"/>
                  </a:lnTo>
                  <a:lnTo>
                    <a:pt x="8349447" y="17224"/>
                  </a:lnTo>
                  <a:lnTo>
                    <a:pt x="8349605" y="17224"/>
                  </a:lnTo>
                  <a:lnTo>
                    <a:pt x="8349763" y="17224"/>
                  </a:lnTo>
                  <a:lnTo>
                    <a:pt x="8349921" y="17224"/>
                  </a:lnTo>
                  <a:lnTo>
                    <a:pt x="8350078" y="17224"/>
                  </a:lnTo>
                  <a:lnTo>
                    <a:pt x="8350236" y="17224"/>
                  </a:lnTo>
                  <a:lnTo>
                    <a:pt x="8350394" y="17224"/>
                  </a:lnTo>
                  <a:lnTo>
                    <a:pt x="8350551" y="17224"/>
                  </a:lnTo>
                  <a:lnTo>
                    <a:pt x="8350709" y="17224"/>
                  </a:lnTo>
                  <a:lnTo>
                    <a:pt x="8350867" y="17224"/>
                  </a:lnTo>
                  <a:lnTo>
                    <a:pt x="8351025" y="17224"/>
                  </a:lnTo>
                  <a:lnTo>
                    <a:pt x="8351025" y="16793"/>
                  </a:lnTo>
                  <a:lnTo>
                    <a:pt x="8351182" y="16793"/>
                  </a:lnTo>
                  <a:lnTo>
                    <a:pt x="8351340" y="16793"/>
                  </a:lnTo>
                  <a:lnTo>
                    <a:pt x="8351498" y="16793"/>
                  </a:lnTo>
                  <a:lnTo>
                    <a:pt x="8351655" y="16793"/>
                  </a:lnTo>
                  <a:lnTo>
                    <a:pt x="8351813" y="16793"/>
                  </a:lnTo>
                  <a:lnTo>
                    <a:pt x="8351971" y="16793"/>
                  </a:lnTo>
                  <a:lnTo>
                    <a:pt x="8352129" y="16793"/>
                  </a:lnTo>
                  <a:lnTo>
                    <a:pt x="8352286" y="16793"/>
                  </a:lnTo>
                  <a:lnTo>
                    <a:pt x="8352444" y="16793"/>
                  </a:lnTo>
                  <a:lnTo>
                    <a:pt x="8352602" y="16793"/>
                  </a:lnTo>
                  <a:lnTo>
                    <a:pt x="8352760" y="16793"/>
                  </a:lnTo>
                  <a:lnTo>
                    <a:pt x="8352917" y="16793"/>
                  </a:lnTo>
                  <a:lnTo>
                    <a:pt x="8353075" y="16793"/>
                  </a:lnTo>
                  <a:lnTo>
                    <a:pt x="8353233" y="16793"/>
                  </a:lnTo>
                  <a:lnTo>
                    <a:pt x="8353390" y="16793"/>
                  </a:lnTo>
                  <a:lnTo>
                    <a:pt x="8353548" y="16793"/>
                  </a:lnTo>
                  <a:lnTo>
                    <a:pt x="8353706" y="16793"/>
                  </a:lnTo>
                  <a:lnTo>
                    <a:pt x="8353864" y="16793"/>
                  </a:lnTo>
                  <a:lnTo>
                    <a:pt x="8353864" y="16362"/>
                  </a:lnTo>
                  <a:lnTo>
                    <a:pt x="8354021" y="16362"/>
                  </a:lnTo>
                  <a:lnTo>
                    <a:pt x="8354179" y="16362"/>
                  </a:lnTo>
                  <a:lnTo>
                    <a:pt x="8354337" y="16362"/>
                  </a:lnTo>
                  <a:lnTo>
                    <a:pt x="8354494" y="16362"/>
                  </a:lnTo>
                  <a:lnTo>
                    <a:pt x="8354652" y="16362"/>
                  </a:lnTo>
                  <a:lnTo>
                    <a:pt x="8354810" y="16362"/>
                  </a:lnTo>
                  <a:lnTo>
                    <a:pt x="8354968" y="16362"/>
                  </a:lnTo>
                  <a:lnTo>
                    <a:pt x="8355125" y="16362"/>
                  </a:lnTo>
                  <a:lnTo>
                    <a:pt x="8355283" y="16362"/>
                  </a:lnTo>
                  <a:lnTo>
                    <a:pt x="8355441" y="16362"/>
                  </a:lnTo>
                  <a:lnTo>
                    <a:pt x="8355598" y="16362"/>
                  </a:lnTo>
                  <a:lnTo>
                    <a:pt x="8355756" y="16362"/>
                  </a:lnTo>
                  <a:lnTo>
                    <a:pt x="8355914" y="16362"/>
                  </a:lnTo>
                  <a:lnTo>
                    <a:pt x="8356072" y="16362"/>
                  </a:lnTo>
                  <a:lnTo>
                    <a:pt x="8356229" y="16362"/>
                  </a:lnTo>
                  <a:lnTo>
                    <a:pt x="8356387" y="16362"/>
                  </a:lnTo>
                  <a:lnTo>
                    <a:pt x="8356545" y="16362"/>
                  </a:lnTo>
                  <a:lnTo>
                    <a:pt x="8356702" y="16362"/>
                  </a:lnTo>
                  <a:lnTo>
                    <a:pt x="8356860" y="16362"/>
                  </a:lnTo>
                  <a:lnTo>
                    <a:pt x="8357018" y="16362"/>
                  </a:lnTo>
                  <a:lnTo>
                    <a:pt x="8357176" y="16362"/>
                  </a:lnTo>
                  <a:lnTo>
                    <a:pt x="8357333" y="16362"/>
                  </a:lnTo>
                  <a:lnTo>
                    <a:pt x="8357491" y="16362"/>
                  </a:lnTo>
                  <a:lnTo>
                    <a:pt x="8357649" y="16362"/>
                  </a:lnTo>
                  <a:lnTo>
                    <a:pt x="8357807" y="16362"/>
                  </a:lnTo>
                  <a:lnTo>
                    <a:pt x="8357964" y="16362"/>
                  </a:lnTo>
                  <a:lnTo>
                    <a:pt x="8358122" y="16362"/>
                  </a:lnTo>
                  <a:lnTo>
                    <a:pt x="8358280" y="16362"/>
                  </a:lnTo>
                  <a:lnTo>
                    <a:pt x="8358437" y="16362"/>
                  </a:lnTo>
                  <a:lnTo>
                    <a:pt x="8358595" y="16362"/>
                  </a:lnTo>
                  <a:lnTo>
                    <a:pt x="8358753" y="16362"/>
                  </a:lnTo>
                  <a:lnTo>
                    <a:pt x="8358911" y="16362"/>
                  </a:lnTo>
                  <a:lnTo>
                    <a:pt x="8359068" y="16362"/>
                  </a:lnTo>
                  <a:lnTo>
                    <a:pt x="8359226" y="16362"/>
                  </a:lnTo>
                  <a:lnTo>
                    <a:pt x="8359384" y="16362"/>
                  </a:lnTo>
                  <a:lnTo>
                    <a:pt x="8359541" y="16362"/>
                  </a:lnTo>
                  <a:lnTo>
                    <a:pt x="8359699" y="16362"/>
                  </a:lnTo>
                  <a:lnTo>
                    <a:pt x="8359857" y="16362"/>
                  </a:lnTo>
                  <a:lnTo>
                    <a:pt x="8360015" y="16362"/>
                  </a:lnTo>
                  <a:lnTo>
                    <a:pt x="8360172" y="16362"/>
                  </a:lnTo>
                  <a:lnTo>
                    <a:pt x="8360330" y="16362"/>
                  </a:lnTo>
                  <a:lnTo>
                    <a:pt x="8360488" y="16362"/>
                  </a:lnTo>
                  <a:lnTo>
                    <a:pt x="8360645" y="16362"/>
                  </a:lnTo>
                  <a:lnTo>
                    <a:pt x="8360803" y="16362"/>
                  </a:lnTo>
                  <a:lnTo>
                    <a:pt x="8360961" y="16362"/>
                  </a:lnTo>
                  <a:lnTo>
                    <a:pt x="8361119" y="16362"/>
                  </a:lnTo>
                  <a:lnTo>
                    <a:pt x="8361276" y="16362"/>
                  </a:lnTo>
                  <a:lnTo>
                    <a:pt x="8361434" y="16362"/>
                  </a:lnTo>
                  <a:lnTo>
                    <a:pt x="8361592" y="16362"/>
                  </a:lnTo>
                  <a:lnTo>
                    <a:pt x="8361749" y="16362"/>
                  </a:lnTo>
                  <a:lnTo>
                    <a:pt x="8361907" y="16362"/>
                  </a:lnTo>
                  <a:lnTo>
                    <a:pt x="8362065" y="16362"/>
                  </a:lnTo>
                  <a:lnTo>
                    <a:pt x="8362223" y="16362"/>
                  </a:lnTo>
                  <a:lnTo>
                    <a:pt x="8362380" y="16362"/>
                  </a:lnTo>
                  <a:lnTo>
                    <a:pt x="8362538" y="16362"/>
                  </a:lnTo>
                  <a:lnTo>
                    <a:pt x="8362696" y="16362"/>
                  </a:lnTo>
                  <a:lnTo>
                    <a:pt x="8362853" y="16362"/>
                  </a:lnTo>
                  <a:lnTo>
                    <a:pt x="8363011" y="16362"/>
                  </a:lnTo>
                  <a:lnTo>
                    <a:pt x="8363169" y="16362"/>
                  </a:lnTo>
                  <a:lnTo>
                    <a:pt x="8363327" y="16362"/>
                  </a:lnTo>
                  <a:lnTo>
                    <a:pt x="8363484" y="16362"/>
                  </a:lnTo>
                  <a:lnTo>
                    <a:pt x="8363642" y="16362"/>
                  </a:lnTo>
                  <a:lnTo>
                    <a:pt x="8363800" y="16362"/>
                  </a:lnTo>
                  <a:lnTo>
                    <a:pt x="8363958" y="16362"/>
                  </a:lnTo>
                  <a:lnTo>
                    <a:pt x="8364115" y="16362"/>
                  </a:lnTo>
                  <a:lnTo>
                    <a:pt x="8364273" y="16362"/>
                  </a:lnTo>
                  <a:lnTo>
                    <a:pt x="8364431" y="16362"/>
                  </a:lnTo>
                  <a:lnTo>
                    <a:pt x="8364588" y="16362"/>
                  </a:lnTo>
                  <a:lnTo>
                    <a:pt x="8364746" y="16362"/>
                  </a:lnTo>
                  <a:lnTo>
                    <a:pt x="8364746" y="15932"/>
                  </a:lnTo>
                  <a:lnTo>
                    <a:pt x="8364904" y="15932"/>
                  </a:lnTo>
                  <a:lnTo>
                    <a:pt x="8365062" y="15932"/>
                  </a:lnTo>
                  <a:lnTo>
                    <a:pt x="8365219" y="15932"/>
                  </a:lnTo>
                  <a:lnTo>
                    <a:pt x="8365377" y="15932"/>
                  </a:lnTo>
                  <a:lnTo>
                    <a:pt x="8365377" y="15501"/>
                  </a:lnTo>
                  <a:lnTo>
                    <a:pt x="8365535" y="15501"/>
                  </a:lnTo>
                  <a:lnTo>
                    <a:pt x="8365692" y="15501"/>
                  </a:lnTo>
                  <a:lnTo>
                    <a:pt x="8365850" y="15501"/>
                  </a:lnTo>
                  <a:lnTo>
                    <a:pt x="8366008" y="15501"/>
                  </a:lnTo>
                  <a:lnTo>
                    <a:pt x="8366166" y="15501"/>
                  </a:lnTo>
                  <a:lnTo>
                    <a:pt x="8366323" y="15501"/>
                  </a:lnTo>
                  <a:lnTo>
                    <a:pt x="8366481" y="15501"/>
                  </a:lnTo>
                  <a:lnTo>
                    <a:pt x="8366639" y="15501"/>
                  </a:lnTo>
                  <a:lnTo>
                    <a:pt x="8366796" y="15501"/>
                  </a:lnTo>
                  <a:lnTo>
                    <a:pt x="8366954" y="15501"/>
                  </a:lnTo>
                  <a:lnTo>
                    <a:pt x="8367112" y="15501"/>
                  </a:lnTo>
                  <a:lnTo>
                    <a:pt x="8367270" y="15501"/>
                  </a:lnTo>
                  <a:lnTo>
                    <a:pt x="8367427" y="15501"/>
                  </a:lnTo>
                  <a:lnTo>
                    <a:pt x="8367585" y="15501"/>
                  </a:lnTo>
                  <a:lnTo>
                    <a:pt x="8367743" y="15501"/>
                  </a:lnTo>
                  <a:lnTo>
                    <a:pt x="8367900" y="15501"/>
                  </a:lnTo>
                  <a:lnTo>
                    <a:pt x="8368058" y="15501"/>
                  </a:lnTo>
                  <a:lnTo>
                    <a:pt x="8368058" y="15071"/>
                  </a:lnTo>
                  <a:lnTo>
                    <a:pt x="8368216" y="15071"/>
                  </a:lnTo>
                  <a:lnTo>
                    <a:pt x="8368374" y="15071"/>
                  </a:lnTo>
                  <a:lnTo>
                    <a:pt x="8368374" y="14640"/>
                  </a:lnTo>
                  <a:lnTo>
                    <a:pt x="8368531" y="14640"/>
                  </a:lnTo>
                  <a:lnTo>
                    <a:pt x="8368689" y="14640"/>
                  </a:lnTo>
                  <a:lnTo>
                    <a:pt x="8368847" y="14640"/>
                  </a:lnTo>
                  <a:lnTo>
                    <a:pt x="8369004" y="14640"/>
                  </a:lnTo>
                  <a:lnTo>
                    <a:pt x="8369162" y="14640"/>
                  </a:lnTo>
                  <a:lnTo>
                    <a:pt x="8369320" y="14640"/>
                  </a:lnTo>
                  <a:lnTo>
                    <a:pt x="8369478" y="14640"/>
                  </a:lnTo>
                  <a:lnTo>
                    <a:pt x="8369635" y="14640"/>
                  </a:lnTo>
                  <a:lnTo>
                    <a:pt x="8369793" y="14640"/>
                  </a:lnTo>
                  <a:lnTo>
                    <a:pt x="8369951" y="14640"/>
                  </a:lnTo>
                  <a:lnTo>
                    <a:pt x="8370109" y="14640"/>
                  </a:lnTo>
                  <a:lnTo>
                    <a:pt x="8370266" y="14640"/>
                  </a:lnTo>
                  <a:lnTo>
                    <a:pt x="8370424" y="14640"/>
                  </a:lnTo>
                  <a:lnTo>
                    <a:pt x="8370582" y="14640"/>
                  </a:lnTo>
                  <a:lnTo>
                    <a:pt x="8370739" y="14640"/>
                  </a:lnTo>
                  <a:lnTo>
                    <a:pt x="8370897" y="14640"/>
                  </a:lnTo>
                  <a:lnTo>
                    <a:pt x="8371055" y="14640"/>
                  </a:lnTo>
                  <a:lnTo>
                    <a:pt x="8371213" y="14640"/>
                  </a:lnTo>
                  <a:lnTo>
                    <a:pt x="8371370" y="14640"/>
                  </a:lnTo>
                  <a:lnTo>
                    <a:pt x="8371528" y="14640"/>
                  </a:lnTo>
                  <a:lnTo>
                    <a:pt x="8371686" y="14640"/>
                  </a:lnTo>
                  <a:lnTo>
                    <a:pt x="8371843" y="14640"/>
                  </a:lnTo>
                  <a:lnTo>
                    <a:pt x="8372001" y="14640"/>
                  </a:lnTo>
                  <a:lnTo>
                    <a:pt x="8372159" y="14640"/>
                  </a:lnTo>
                  <a:lnTo>
                    <a:pt x="8372317" y="14640"/>
                  </a:lnTo>
                  <a:lnTo>
                    <a:pt x="8372474" y="14640"/>
                  </a:lnTo>
                  <a:lnTo>
                    <a:pt x="8372632" y="14640"/>
                  </a:lnTo>
                  <a:lnTo>
                    <a:pt x="8372790" y="14640"/>
                  </a:lnTo>
                  <a:lnTo>
                    <a:pt x="8372947" y="14640"/>
                  </a:lnTo>
                  <a:lnTo>
                    <a:pt x="8373105" y="14640"/>
                  </a:lnTo>
                  <a:lnTo>
                    <a:pt x="8373263" y="14640"/>
                  </a:lnTo>
                  <a:lnTo>
                    <a:pt x="8373421" y="14640"/>
                  </a:lnTo>
                  <a:lnTo>
                    <a:pt x="8373578" y="14640"/>
                  </a:lnTo>
                  <a:lnTo>
                    <a:pt x="8373736" y="14640"/>
                  </a:lnTo>
                  <a:lnTo>
                    <a:pt x="8373894" y="14640"/>
                  </a:lnTo>
                  <a:lnTo>
                    <a:pt x="8374051" y="14640"/>
                  </a:lnTo>
                  <a:lnTo>
                    <a:pt x="8374209" y="14640"/>
                  </a:lnTo>
                  <a:lnTo>
                    <a:pt x="8374209" y="14209"/>
                  </a:lnTo>
                  <a:lnTo>
                    <a:pt x="8374367" y="14209"/>
                  </a:lnTo>
                  <a:lnTo>
                    <a:pt x="8374525" y="14209"/>
                  </a:lnTo>
                  <a:lnTo>
                    <a:pt x="8374682" y="14209"/>
                  </a:lnTo>
                  <a:lnTo>
                    <a:pt x="8374682" y="13779"/>
                  </a:lnTo>
                  <a:lnTo>
                    <a:pt x="8374840" y="13779"/>
                  </a:lnTo>
                  <a:lnTo>
                    <a:pt x="8374998" y="13779"/>
                  </a:lnTo>
                  <a:lnTo>
                    <a:pt x="8375156" y="13779"/>
                  </a:lnTo>
                  <a:lnTo>
                    <a:pt x="8375313" y="13779"/>
                  </a:lnTo>
                  <a:lnTo>
                    <a:pt x="8375471" y="13779"/>
                  </a:lnTo>
                  <a:lnTo>
                    <a:pt x="8375629" y="13779"/>
                  </a:lnTo>
                  <a:lnTo>
                    <a:pt x="8375786" y="13779"/>
                  </a:lnTo>
                  <a:lnTo>
                    <a:pt x="8375944" y="13779"/>
                  </a:lnTo>
                  <a:lnTo>
                    <a:pt x="8376102" y="13779"/>
                  </a:lnTo>
                  <a:lnTo>
                    <a:pt x="8376260" y="13779"/>
                  </a:lnTo>
                  <a:lnTo>
                    <a:pt x="8376417" y="13779"/>
                  </a:lnTo>
                  <a:lnTo>
                    <a:pt x="8376575" y="13779"/>
                  </a:lnTo>
                  <a:lnTo>
                    <a:pt x="8376733" y="13779"/>
                  </a:lnTo>
                  <a:lnTo>
                    <a:pt x="8376890" y="13779"/>
                  </a:lnTo>
                  <a:lnTo>
                    <a:pt x="8377048" y="13779"/>
                  </a:lnTo>
                  <a:lnTo>
                    <a:pt x="8377206" y="13779"/>
                  </a:lnTo>
                  <a:lnTo>
                    <a:pt x="8377364" y="13779"/>
                  </a:lnTo>
                  <a:lnTo>
                    <a:pt x="8377521" y="13779"/>
                  </a:lnTo>
                  <a:lnTo>
                    <a:pt x="8377679" y="13779"/>
                  </a:lnTo>
                  <a:lnTo>
                    <a:pt x="8377837" y="13779"/>
                  </a:lnTo>
                  <a:lnTo>
                    <a:pt x="8377994" y="13779"/>
                  </a:lnTo>
                  <a:lnTo>
                    <a:pt x="8378152" y="13779"/>
                  </a:lnTo>
                  <a:lnTo>
                    <a:pt x="8378310" y="13779"/>
                  </a:lnTo>
                  <a:lnTo>
                    <a:pt x="8378468" y="13779"/>
                  </a:lnTo>
                  <a:lnTo>
                    <a:pt x="8378625" y="13779"/>
                  </a:lnTo>
                  <a:lnTo>
                    <a:pt x="8378783" y="13779"/>
                  </a:lnTo>
                  <a:lnTo>
                    <a:pt x="8378941" y="13779"/>
                  </a:lnTo>
                  <a:lnTo>
                    <a:pt x="8379098" y="13779"/>
                  </a:lnTo>
                  <a:lnTo>
                    <a:pt x="8379256" y="13779"/>
                  </a:lnTo>
                  <a:lnTo>
                    <a:pt x="8379414" y="13779"/>
                  </a:lnTo>
                  <a:lnTo>
                    <a:pt x="8379572" y="13779"/>
                  </a:lnTo>
                  <a:lnTo>
                    <a:pt x="8379729" y="13779"/>
                  </a:lnTo>
                  <a:lnTo>
                    <a:pt x="8379887" y="13779"/>
                  </a:lnTo>
                  <a:lnTo>
                    <a:pt x="8380045" y="13779"/>
                  </a:lnTo>
                  <a:lnTo>
                    <a:pt x="8380202" y="13779"/>
                  </a:lnTo>
                  <a:lnTo>
                    <a:pt x="8380360" y="13779"/>
                  </a:lnTo>
                  <a:lnTo>
                    <a:pt x="8380518" y="13779"/>
                  </a:lnTo>
                  <a:lnTo>
                    <a:pt x="8380676" y="13779"/>
                  </a:lnTo>
                  <a:lnTo>
                    <a:pt x="8380833" y="13779"/>
                  </a:lnTo>
                  <a:lnTo>
                    <a:pt x="8380991" y="13779"/>
                  </a:lnTo>
                  <a:lnTo>
                    <a:pt x="8381149" y="13779"/>
                  </a:lnTo>
                  <a:lnTo>
                    <a:pt x="8381307" y="13779"/>
                  </a:lnTo>
                  <a:lnTo>
                    <a:pt x="8381464" y="13779"/>
                  </a:lnTo>
                  <a:lnTo>
                    <a:pt x="8381464" y="13348"/>
                  </a:lnTo>
                  <a:lnTo>
                    <a:pt x="8381622" y="13348"/>
                  </a:lnTo>
                  <a:lnTo>
                    <a:pt x="8381780" y="13348"/>
                  </a:lnTo>
                  <a:lnTo>
                    <a:pt x="8381937" y="13348"/>
                  </a:lnTo>
                  <a:lnTo>
                    <a:pt x="8382095" y="13348"/>
                  </a:lnTo>
                  <a:lnTo>
                    <a:pt x="8382253" y="13348"/>
                  </a:lnTo>
                  <a:lnTo>
                    <a:pt x="8382411" y="13348"/>
                  </a:lnTo>
                  <a:lnTo>
                    <a:pt x="8382568" y="13348"/>
                  </a:lnTo>
                  <a:lnTo>
                    <a:pt x="8382726" y="13348"/>
                  </a:lnTo>
                  <a:lnTo>
                    <a:pt x="8382884" y="13348"/>
                  </a:lnTo>
                  <a:lnTo>
                    <a:pt x="8383041" y="13348"/>
                  </a:lnTo>
                  <a:lnTo>
                    <a:pt x="8383199" y="13348"/>
                  </a:lnTo>
                  <a:lnTo>
                    <a:pt x="8383357" y="13348"/>
                  </a:lnTo>
                  <a:lnTo>
                    <a:pt x="8383515" y="13348"/>
                  </a:lnTo>
                  <a:lnTo>
                    <a:pt x="8383672" y="13348"/>
                  </a:lnTo>
                  <a:lnTo>
                    <a:pt x="8383830" y="13348"/>
                  </a:lnTo>
                  <a:lnTo>
                    <a:pt x="8383988" y="13348"/>
                  </a:lnTo>
                  <a:lnTo>
                    <a:pt x="8384145" y="13348"/>
                  </a:lnTo>
                  <a:lnTo>
                    <a:pt x="8384303" y="13348"/>
                  </a:lnTo>
                  <a:lnTo>
                    <a:pt x="8384461" y="13348"/>
                  </a:lnTo>
                  <a:lnTo>
                    <a:pt x="8384619" y="13348"/>
                  </a:lnTo>
                  <a:lnTo>
                    <a:pt x="8384776" y="13348"/>
                  </a:lnTo>
                  <a:lnTo>
                    <a:pt x="8384934" y="13348"/>
                  </a:lnTo>
                  <a:lnTo>
                    <a:pt x="8385092" y="13348"/>
                  </a:lnTo>
                  <a:lnTo>
                    <a:pt x="8385092" y="12918"/>
                  </a:lnTo>
                  <a:lnTo>
                    <a:pt x="8385249" y="12918"/>
                  </a:lnTo>
                  <a:lnTo>
                    <a:pt x="8385407" y="12918"/>
                  </a:lnTo>
                  <a:lnTo>
                    <a:pt x="8385565" y="12918"/>
                  </a:lnTo>
                  <a:lnTo>
                    <a:pt x="8385723" y="12918"/>
                  </a:lnTo>
                  <a:lnTo>
                    <a:pt x="8385880" y="12918"/>
                  </a:lnTo>
                  <a:lnTo>
                    <a:pt x="8386038" y="12918"/>
                  </a:lnTo>
                  <a:lnTo>
                    <a:pt x="8386196" y="12918"/>
                  </a:lnTo>
                  <a:lnTo>
                    <a:pt x="8386354" y="12918"/>
                  </a:lnTo>
                  <a:lnTo>
                    <a:pt x="8386511" y="12918"/>
                  </a:lnTo>
                  <a:lnTo>
                    <a:pt x="8386669" y="12918"/>
                  </a:lnTo>
                  <a:lnTo>
                    <a:pt x="8386827" y="12918"/>
                  </a:lnTo>
                  <a:lnTo>
                    <a:pt x="8386984" y="12918"/>
                  </a:lnTo>
                  <a:lnTo>
                    <a:pt x="8387142" y="12918"/>
                  </a:lnTo>
                  <a:lnTo>
                    <a:pt x="8387300" y="12918"/>
                  </a:lnTo>
                  <a:lnTo>
                    <a:pt x="8387458" y="12918"/>
                  </a:lnTo>
                  <a:lnTo>
                    <a:pt x="8387615" y="12918"/>
                  </a:lnTo>
                  <a:lnTo>
                    <a:pt x="8387773" y="12918"/>
                  </a:lnTo>
                  <a:lnTo>
                    <a:pt x="8387931" y="12918"/>
                  </a:lnTo>
                  <a:lnTo>
                    <a:pt x="8388088" y="12918"/>
                  </a:lnTo>
                  <a:lnTo>
                    <a:pt x="8388246" y="12918"/>
                  </a:lnTo>
                  <a:lnTo>
                    <a:pt x="8388404" y="12918"/>
                  </a:lnTo>
                  <a:lnTo>
                    <a:pt x="8388562" y="12918"/>
                  </a:lnTo>
                  <a:lnTo>
                    <a:pt x="8388719" y="12918"/>
                  </a:lnTo>
                  <a:lnTo>
                    <a:pt x="8388877" y="12918"/>
                  </a:lnTo>
                  <a:lnTo>
                    <a:pt x="8389035" y="12918"/>
                  </a:lnTo>
                  <a:lnTo>
                    <a:pt x="8389192" y="12918"/>
                  </a:lnTo>
                  <a:lnTo>
                    <a:pt x="8389350" y="12918"/>
                  </a:lnTo>
                  <a:lnTo>
                    <a:pt x="8389508" y="12918"/>
                  </a:lnTo>
                  <a:lnTo>
                    <a:pt x="8389666" y="12918"/>
                  </a:lnTo>
                  <a:lnTo>
                    <a:pt x="8389823" y="12918"/>
                  </a:lnTo>
                  <a:lnTo>
                    <a:pt x="8389981" y="12918"/>
                  </a:lnTo>
                  <a:lnTo>
                    <a:pt x="8390139" y="12918"/>
                  </a:lnTo>
                  <a:lnTo>
                    <a:pt x="8390296" y="12918"/>
                  </a:lnTo>
                  <a:lnTo>
                    <a:pt x="8390454" y="12918"/>
                  </a:lnTo>
                  <a:lnTo>
                    <a:pt x="8390612" y="12918"/>
                  </a:lnTo>
                  <a:lnTo>
                    <a:pt x="8390770" y="12918"/>
                  </a:lnTo>
                  <a:lnTo>
                    <a:pt x="8390927" y="12918"/>
                  </a:lnTo>
                  <a:lnTo>
                    <a:pt x="8391085" y="12918"/>
                  </a:lnTo>
                  <a:lnTo>
                    <a:pt x="8391085" y="12487"/>
                  </a:lnTo>
                  <a:lnTo>
                    <a:pt x="8391243" y="12487"/>
                  </a:lnTo>
                  <a:lnTo>
                    <a:pt x="8391400" y="12487"/>
                  </a:lnTo>
                  <a:lnTo>
                    <a:pt x="8391558" y="12487"/>
                  </a:lnTo>
                  <a:lnTo>
                    <a:pt x="8391716" y="12487"/>
                  </a:lnTo>
                  <a:lnTo>
                    <a:pt x="8391874" y="12487"/>
                  </a:lnTo>
                  <a:lnTo>
                    <a:pt x="8392031" y="12487"/>
                  </a:lnTo>
                  <a:lnTo>
                    <a:pt x="8392189" y="12487"/>
                  </a:lnTo>
                  <a:lnTo>
                    <a:pt x="8392347" y="12487"/>
                  </a:lnTo>
                  <a:lnTo>
                    <a:pt x="8392505" y="12487"/>
                  </a:lnTo>
                  <a:lnTo>
                    <a:pt x="8392662" y="12487"/>
                  </a:lnTo>
                  <a:lnTo>
                    <a:pt x="8392820" y="12487"/>
                  </a:lnTo>
                  <a:lnTo>
                    <a:pt x="8392978" y="12487"/>
                  </a:lnTo>
                  <a:lnTo>
                    <a:pt x="8393135" y="12487"/>
                  </a:lnTo>
                  <a:lnTo>
                    <a:pt x="8393293" y="12487"/>
                  </a:lnTo>
                  <a:lnTo>
                    <a:pt x="8393451" y="12487"/>
                  </a:lnTo>
                  <a:lnTo>
                    <a:pt x="8393451" y="12056"/>
                  </a:lnTo>
                  <a:lnTo>
                    <a:pt x="8393609" y="12056"/>
                  </a:lnTo>
                  <a:lnTo>
                    <a:pt x="8393766" y="12056"/>
                  </a:lnTo>
                  <a:lnTo>
                    <a:pt x="8393924" y="12056"/>
                  </a:lnTo>
                  <a:lnTo>
                    <a:pt x="8394082" y="12056"/>
                  </a:lnTo>
                  <a:lnTo>
                    <a:pt x="8394239" y="12056"/>
                  </a:lnTo>
                  <a:lnTo>
                    <a:pt x="8394397" y="12056"/>
                  </a:lnTo>
                  <a:lnTo>
                    <a:pt x="8394555" y="12056"/>
                  </a:lnTo>
                  <a:lnTo>
                    <a:pt x="8394713" y="12056"/>
                  </a:lnTo>
                  <a:lnTo>
                    <a:pt x="8394870" y="12056"/>
                  </a:lnTo>
                  <a:lnTo>
                    <a:pt x="8395028" y="12056"/>
                  </a:lnTo>
                  <a:lnTo>
                    <a:pt x="8395186" y="12056"/>
                  </a:lnTo>
                  <a:lnTo>
                    <a:pt x="8395343" y="12056"/>
                  </a:lnTo>
                  <a:lnTo>
                    <a:pt x="8395501" y="12056"/>
                  </a:lnTo>
                  <a:lnTo>
                    <a:pt x="8395659" y="12056"/>
                  </a:lnTo>
                  <a:lnTo>
                    <a:pt x="8395817" y="12056"/>
                  </a:lnTo>
                  <a:lnTo>
                    <a:pt x="8395974" y="12056"/>
                  </a:lnTo>
                  <a:lnTo>
                    <a:pt x="8396132" y="12056"/>
                  </a:lnTo>
                  <a:lnTo>
                    <a:pt x="8396290" y="12056"/>
                  </a:lnTo>
                  <a:lnTo>
                    <a:pt x="8396447" y="12056"/>
                  </a:lnTo>
                  <a:lnTo>
                    <a:pt x="8396605" y="12056"/>
                  </a:lnTo>
                  <a:lnTo>
                    <a:pt x="8396763" y="12056"/>
                  </a:lnTo>
                  <a:lnTo>
                    <a:pt x="8396921" y="12056"/>
                  </a:lnTo>
                  <a:lnTo>
                    <a:pt x="8397078" y="12056"/>
                  </a:lnTo>
                  <a:lnTo>
                    <a:pt x="8397236" y="12056"/>
                  </a:lnTo>
                  <a:lnTo>
                    <a:pt x="8397394" y="12056"/>
                  </a:lnTo>
                  <a:lnTo>
                    <a:pt x="8397552" y="12056"/>
                  </a:lnTo>
                  <a:lnTo>
                    <a:pt x="8397709" y="12056"/>
                  </a:lnTo>
                  <a:lnTo>
                    <a:pt x="8397867" y="12056"/>
                  </a:lnTo>
                  <a:lnTo>
                    <a:pt x="8398025" y="12056"/>
                  </a:lnTo>
                  <a:lnTo>
                    <a:pt x="8398182" y="12056"/>
                  </a:lnTo>
                  <a:lnTo>
                    <a:pt x="8398340" y="12056"/>
                  </a:lnTo>
                  <a:lnTo>
                    <a:pt x="8398498" y="12056"/>
                  </a:lnTo>
                  <a:lnTo>
                    <a:pt x="8398656" y="12056"/>
                  </a:lnTo>
                  <a:lnTo>
                    <a:pt x="8398813" y="12056"/>
                  </a:lnTo>
                  <a:lnTo>
                    <a:pt x="8398971" y="12056"/>
                  </a:lnTo>
                  <a:lnTo>
                    <a:pt x="8399129" y="12056"/>
                  </a:lnTo>
                  <a:lnTo>
                    <a:pt x="8399286" y="12056"/>
                  </a:lnTo>
                  <a:lnTo>
                    <a:pt x="8399444" y="12056"/>
                  </a:lnTo>
                  <a:lnTo>
                    <a:pt x="8399602" y="12056"/>
                  </a:lnTo>
                  <a:lnTo>
                    <a:pt x="8399760" y="12056"/>
                  </a:lnTo>
                  <a:lnTo>
                    <a:pt x="8399917" y="12056"/>
                  </a:lnTo>
                  <a:lnTo>
                    <a:pt x="8400075" y="12056"/>
                  </a:lnTo>
                  <a:lnTo>
                    <a:pt x="8400233" y="12056"/>
                  </a:lnTo>
                  <a:lnTo>
                    <a:pt x="8400390" y="12056"/>
                  </a:lnTo>
                  <a:lnTo>
                    <a:pt x="8400548" y="12056"/>
                  </a:lnTo>
                  <a:lnTo>
                    <a:pt x="8400706" y="12056"/>
                  </a:lnTo>
                  <a:lnTo>
                    <a:pt x="8400864" y="12056"/>
                  </a:lnTo>
                  <a:lnTo>
                    <a:pt x="8401021" y="12056"/>
                  </a:lnTo>
                  <a:lnTo>
                    <a:pt x="8401021" y="11626"/>
                  </a:lnTo>
                  <a:lnTo>
                    <a:pt x="8401021" y="11195"/>
                  </a:lnTo>
                  <a:lnTo>
                    <a:pt x="8401179" y="11195"/>
                  </a:lnTo>
                  <a:lnTo>
                    <a:pt x="8401337" y="11195"/>
                  </a:lnTo>
                  <a:lnTo>
                    <a:pt x="8401494" y="11195"/>
                  </a:lnTo>
                  <a:lnTo>
                    <a:pt x="8401652" y="11195"/>
                  </a:lnTo>
                  <a:lnTo>
                    <a:pt x="8401810" y="11195"/>
                  </a:lnTo>
                  <a:lnTo>
                    <a:pt x="8401968" y="11195"/>
                  </a:lnTo>
                  <a:lnTo>
                    <a:pt x="8402125" y="11195"/>
                  </a:lnTo>
                  <a:lnTo>
                    <a:pt x="8402283" y="11195"/>
                  </a:lnTo>
                  <a:lnTo>
                    <a:pt x="8402441" y="11195"/>
                  </a:lnTo>
                  <a:lnTo>
                    <a:pt x="8402598" y="11195"/>
                  </a:lnTo>
                  <a:lnTo>
                    <a:pt x="8402756" y="11195"/>
                  </a:lnTo>
                  <a:lnTo>
                    <a:pt x="8402914" y="11195"/>
                  </a:lnTo>
                  <a:lnTo>
                    <a:pt x="8403072" y="11195"/>
                  </a:lnTo>
                  <a:lnTo>
                    <a:pt x="8403229" y="11195"/>
                  </a:lnTo>
                  <a:lnTo>
                    <a:pt x="8403387" y="11195"/>
                  </a:lnTo>
                  <a:lnTo>
                    <a:pt x="8403545" y="11195"/>
                  </a:lnTo>
                  <a:lnTo>
                    <a:pt x="8403703" y="11195"/>
                  </a:lnTo>
                  <a:lnTo>
                    <a:pt x="8403860" y="11195"/>
                  </a:lnTo>
                  <a:lnTo>
                    <a:pt x="8404018" y="11195"/>
                  </a:lnTo>
                  <a:lnTo>
                    <a:pt x="8404176" y="11195"/>
                  </a:lnTo>
                  <a:lnTo>
                    <a:pt x="8404333" y="11195"/>
                  </a:lnTo>
                  <a:lnTo>
                    <a:pt x="8404491" y="11195"/>
                  </a:lnTo>
                  <a:lnTo>
                    <a:pt x="8404649" y="11195"/>
                  </a:lnTo>
                  <a:lnTo>
                    <a:pt x="8404807" y="11195"/>
                  </a:lnTo>
                  <a:lnTo>
                    <a:pt x="8404964" y="11195"/>
                  </a:lnTo>
                  <a:lnTo>
                    <a:pt x="8405122" y="11195"/>
                  </a:lnTo>
                  <a:lnTo>
                    <a:pt x="8405280" y="11195"/>
                  </a:lnTo>
                  <a:lnTo>
                    <a:pt x="8405437" y="11195"/>
                  </a:lnTo>
                  <a:lnTo>
                    <a:pt x="8405595" y="11195"/>
                  </a:lnTo>
                  <a:lnTo>
                    <a:pt x="8405753" y="11195"/>
                  </a:lnTo>
                  <a:lnTo>
                    <a:pt x="8405911" y="11195"/>
                  </a:lnTo>
                  <a:lnTo>
                    <a:pt x="8406068" y="11195"/>
                  </a:lnTo>
                  <a:lnTo>
                    <a:pt x="8406068" y="10765"/>
                  </a:lnTo>
                  <a:lnTo>
                    <a:pt x="8406226" y="10765"/>
                  </a:lnTo>
                  <a:lnTo>
                    <a:pt x="8406226" y="10334"/>
                  </a:lnTo>
                  <a:lnTo>
                    <a:pt x="8406384" y="10334"/>
                  </a:lnTo>
                  <a:lnTo>
                    <a:pt x="8406541" y="10334"/>
                  </a:lnTo>
                  <a:lnTo>
                    <a:pt x="8406699" y="10334"/>
                  </a:lnTo>
                  <a:lnTo>
                    <a:pt x="8406857" y="10334"/>
                  </a:lnTo>
                  <a:lnTo>
                    <a:pt x="8407015" y="10334"/>
                  </a:lnTo>
                  <a:lnTo>
                    <a:pt x="8407172" y="10334"/>
                  </a:lnTo>
                  <a:lnTo>
                    <a:pt x="8407330" y="10334"/>
                  </a:lnTo>
                  <a:lnTo>
                    <a:pt x="8407488" y="10334"/>
                  </a:lnTo>
                  <a:lnTo>
                    <a:pt x="8407645" y="10334"/>
                  </a:lnTo>
                  <a:lnTo>
                    <a:pt x="8407803" y="10334"/>
                  </a:lnTo>
                  <a:lnTo>
                    <a:pt x="8407961" y="10334"/>
                  </a:lnTo>
                  <a:lnTo>
                    <a:pt x="8408119" y="10334"/>
                  </a:lnTo>
                  <a:lnTo>
                    <a:pt x="8408276" y="10334"/>
                  </a:lnTo>
                  <a:lnTo>
                    <a:pt x="8408434" y="10334"/>
                  </a:lnTo>
                  <a:lnTo>
                    <a:pt x="8408592" y="10334"/>
                  </a:lnTo>
                  <a:lnTo>
                    <a:pt x="8408750" y="10334"/>
                  </a:lnTo>
                  <a:lnTo>
                    <a:pt x="8408907" y="10334"/>
                  </a:lnTo>
                  <a:lnTo>
                    <a:pt x="8408907" y="9903"/>
                  </a:lnTo>
                  <a:lnTo>
                    <a:pt x="8408907" y="9473"/>
                  </a:lnTo>
                  <a:lnTo>
                    <a:pt x="8409065" y="9473"/>
                  </a:lnTo>
                  <a:lnTo>
                    <a:pt x="8409223" y="9473"/>
                  </a:lnTo>
                  <a:lnTo>
                    <a:pt x="8409380" y="9473"/>
                  </a:lnTo>
                  <a:lnTo>
                    <a:pt x="8409538" y="9473"/>
                  </a:lnTo>
                  <a:lnTo>
                    <a:pt x="8409538" y="9042"/>
                  </a:lnTo>
                  <a:lnTo>
                    <a:pt x="8409696" y="9042"/>
                  </a:lnTo>
                  <a:lnTo>
                    <a:pt x="8409854" y="9042"/>
                  </a:lnTo>
                  <a:lnTo>
                    <a:pt x="8410011" y="9042"/>
                  </a:lnTo>
                  <a:lnTo>
                    <a:pt x="8410169" y="9042"/>
                  </a:lnTo>
                  <a:lnTo>
                    <a:pt x="8410327" y="9042"/>
                  </a:lnTo>
                  <a:lnTo>
                    <a:pt x="8410327" y="8612"/>
                  </a:lnTo>
                  <a:lnTo>
                    <a:pt x="8410484" y="8612"/>
                  </a:lnTo>
                  <a:lnTo>
                    <a:pt x="8410642" y="8612"/>
                  </a:lnTo>
                  <a:lnTo>
                    <a:pt x="8410800" y="8612"/>
                  </a:lnTo>
                  <a:lnTo>
                    <a:pt x="8410958" y="8612"/>
                  </a:lnTo>
                  <a:lnTo>
                    <a:pt x="8411115" y="8612"/>
                  </a:lnTo>
                  <a:lnTo>
                    <a:pt x="8411273" y="8612"/>
                  </a:lnTo>
                  <a:lnTo>
                    <a:pt x="8411431" y="8612"/>
                  </a:lnTo>
                  <a:lnTo>
                    <a:pt x="8411588" y="8612"/>
                  </a:lnTo>
                  <a:lnTo>
                    <a:pt x="8411746" y="8612"/>
                  </a:lnTo>
                  <a:lnTo>
                    <a:pt x="8411904" y="8612"/>
                  </a:lnTo>
                  <a:lnTo>
                    <a:pt x="8412062" y="8612"/>
                  </a:lnTo>
                  <a:lnTo>
                    <a:pt x="8412219" y="8612"/>
                  </a:lnTo>
                  <a:lnTo>
                    <a:pt x="8412377" y="8612"/>
                  </a:lnTo>
                  <a:lnTo>
                    <a:pt x="8412535" y="8612"/>
                  </a:lnTo>
                  <a:lnTo>
                    <a:pt x="8412692" y="8612"/>
                  </a:lnTo>
                  <a:lnTo>
                    <a:pt x="8412850" y="8612"/>
                  </a:lnTo>
                  <a:lnTo>
                    <a:pt x="8413008" y="8612"/>
                  </a:lnTo>
                  <a:lnTo>
                    <a:pt x="8413166" y="8612"/>
                  </a:lnTo>
                  <a:lnTo>
                    <a:pt x="8413323" y="8612"/>
                  </a:lnTo>
                  <a:lnTo>
                    <a:pt x="8413481" y="8612"/>
                  </a:lnTo>
                  <a:lnTo>
                    <a:pt x="8413639" y="8612"/>
                  </a:lnTo>
                  <a:lnTo>
                    <a:pt x="8413796" y="8612"/>
                  </a:lnTo>
                  <a:lnTo>
                    <a:pt x="8413954" y="8612"/>
                  </a:lnTo>
                  <a:lnTo>
                    <a:pt x="8414112" y="8612"/>
                  </a:lnTo>
                  <a:lnTo>
                    <a:pt x="8414270" y="8612"/>
                  </a:lnTo>
                  <a:lnTo>
                    <a:pt x="8414427" y="8612"/>
                  </a:lnTo>
                  <a:lnTo>
                    <a:pt x="8414585" y="8612"/>
                  </a:lnTo>
                  <a:lnTo>
                    <a:pt x="8414743" y="8612"/>
                  </a:lnTo>
                  <a:lnTo>
                    <a:pt x="8414901" y="8612"/>
                  </a:lnTo>
                  <a:lnTo>
                    <a:pt x="8415058" y="8612"/>
                  </a:lnTo>
                  <a:lnTo>
                    <a:pt x="8415216" y="8612"/>
                  </a:lnTo>
                  <a:lnTo>
                    <a:pt x="8415374" y="8612"/>
                  </a:lnTo>
                  <a:lnTo>
                    <a:pt x="8415531" y="8612"/>
                  </a:lnTo>
                  <a:lnTo>
                    <a:pt x="8415689" y="8612"/>
                  </a:lnTo>
                  <a:lnTo>
                    <a:pt x="8415847" y="8612"/>
                  </a:lnTo>
                  <a:lnTo>
                    <a:pt x="8416005" y="8612"/>
                  </a:lnTo>
                  <a:lnTo>
                    <a:pt x="8416162" y="8612"/>
                  </a:lnTo>
                  <a:lnTo>
                    <a:pt x="8416320" y="8612"/>
                  </a:lnTo>
                  <a:lnTo>
                    <a:pt x="8416320" y="8181"/>
                  </a:lnTo>
                  <a:lnTo>
                    <a:pt x="8416478" y="8181"/>
                  </a:lnTo>
                  <a:lnTo>
                    <a:pt x="8416635" y="8181"/>
                  </a:lnTo>
                  <a:lnTo>
                    <a:pt x="8416793" y="8181"/>
                  </a:lnTo>
                  <a:lnTo>
                    <a:pt x="8416951" y="8181"/>
                  </a:lnTo>
                  <a:lnTo>
                    <a:pt x="8417109" y="8181"/>
                  </a:lnTo>
                  <a:lnTo>
                    <a:pt x="8417266" y="8181"/>
                  </a:lnTo>
                  <a:lnTo>
                    <a:pt x="8417424" y="8181"/>
                  </a:lnTo>
                  <a:lnTo>
                    <a:pt x="8417582" y="8181"/>
                  </a:lnTo>
                  <a:lnTo>
                    <a:pt x="8417739" y="8181"/>
                  </a:lnTo>
                  <a:lnTo>
                    <a:pt x="8417897" y="8181"/>
                  </a:lnTo>
                  <a:lnTo>
                    <a:pt x="8418055" y="8181"/>
                  </a:lnTo>
                  <a:lnTo>
                    <a:pt x="8418213" y="8181"/>
                  </a:lnTo>
                  <a:lnTo>
                    <a:pt x="8418213" y="7750"/>
                  </a:lnTo>
                  <a:lnTo>
                    <a:pt x="8418370" y="7750"/>
                  </a:lnTo>
                  <a:lnTo>
                    <a:pt x="8418528" y="7750"/>
                  </a:lnTo>
                  <a:lnTo>
                    <a:pt x="8418686" y="7750"/>
                  </a:lnTo>
                  <a:lnTo>
                    <a:pt x="8418843" y="7750"/>
                  </a:lnTo>
                  <a:lnTo>
                    <a:pt x="8419001" y="7750"/>
                  </a:lnTo>
                  <a:lnTo>
                    <a:pt x="8419159" y="7750"/>
                  </a:lnTo>
                  <a:lnTo>
                    <a:pt x="8419317" y="7750"/>
                  </a:lnTo>
                  <a:lnTo>
                    <a:pt x="8419474" y="7750"/>
                  </a:lnTo>
                  <a:lnTo>
                    <a:pt x="8419632" y="7750"/>
                  </a:lnTo>
                  <a:lnTo>
                    <a:pt x="8419790" y="7750"/>
                  </a:lnTo>
                  <a:lnTo>
                    <a:pt x="8419948" y="7750"/>
                  </a:lnTo>
                  <a:lnTo>
                    <a:pt x="8420105" y="7750"/>
                  </a:lnTo>
                  <a:lnTo>
                    <a:pt x="8420263" y="7750"/>
                  </a:lnTo>
                  <a:lnTo>
                    <a:pt x="8420421" y="7750"/>
                  </a:lnTo>
                  <a:lnTo>
                    <a:pt x="8420578" y="7750"/>
                  </a:lnTo>
                  <a:lnTo>
                    <a:pt x="8420736" y="7750"/>
                  </a:lnTo>
                  <a:lnTo>
                    <a:pt x="8420894" y="7750"/>
                  </a:lnTo>
                  <a:lnTo>
                    <a:pt x="8421052" y="7750"/>
                  </a:lnTo>
                  <a:lnTo>
                    <a:pt x="8421209" y="7750"/>
                  </a:lnTo>
                  <a:lnTo>
                    <a:pt x="8421367" y="7750"/>
                  </a:lnTo>
                  <a:lnTo>
                    <a:pt x="8421525" y="7750"/>
                  </a:lnTo>
                  <a:lnTo>
                    <a:pt x="8421682" y="7750"/>
                  </a:lnTo>
                  <a:lnTo>
                    <a:pt x="8421840" y="7750"/>
                  </a:lnTo>
                  <a:lnTo>
                    <a:pt x="8421998" y="7750"/>
                  </a:lnTo>
                  <a:lnTo>
                    <a:pt x="8422156" y="7750"/>
                  </a:lnTo>
                  <a:lnTo>
                    <a:pt x="8422313" y="7750"/>
                  </a:lnTo>
                  <a:lnTo>
                    <a:pt x="8422471" y="7750"/>
                  </a:lnTo>
                  <a:lnTo>
                    <a:pt x="8422629" y="7750"/>
                  </a:lnTo>
                  <a:lnTo>
                    <a:pt x="8422786" y="7750"/>
                  </a:lnTo>
                  <a:lnTo>
                    <a:pt x="8422944" y="7750"/>
                  </a:lnTo>
                  <a:lnTo>
                    <a:pt x="8423102" y="7750"/>
                  </a:lnTo>
                  <a:lnTo>
                    <a:pt x="8423260" y="7750"/>
                  </a:lnTo>
                  <a:lnTo>
                    <a:pt x="8423417" y="7750"/>
                  </a:lnTo>
                  <a:lnTo>
                    <a:pt x="8423575" y="7750"/>
                  </a:lnTo>
                  <a:lnTo>
                    <a:pt x="8423733" y="7750"/>
                  </a:lnTo>
                  <a:lnTo>
                    <a:pt x="8423890" y="7750"/>
                  </a:lnTo>
                  <a:lnTo>
                    <a:pt x="8424048" y="7750"/>
                  </a:lnTo>
                  <a:lnTo>
                    <a:pt x="8424206" y="7750"/>
                  </a:lnTo>
                  <a:lnTo>
                    <a:pt x="8424364" y="7750"/>
                  </a:lnTo>
                  <a:lnTo>
                    <a:pt x="8424521" y="7750"/>
                  </a:lnTo>
                  <a:lnTo>
                    <a:pt x="8424679" y="7750"/>
                  </a:lnTo>
                  <a:lnTo>
                    <a:pt x="8424837" y="7750"/>
                  </a:lnTo>
                  <a:lnTo>
                    <a:pt x="8424994" y="7750"/>
                  </a:lnTo>
                  <a:lnTo>
                    <a:pt x="8425152" y="7750"/>
                  </a:lnTo>
                  <a:lnTo>
                    <a:pt x="8425310" y="7750"/>
                  </a:lnTo>
                  <a:lnTo>
                    <a:pt x="8425468" y="7750"/>
                  </a:lnTo>
                  <a:lnTo>
                    <a:pt x="8425625" y="7750"/>
                  </a:lnTo>
                  <a:lnTo>
                    <a:pt x="8425783" y="7750"/>
                  </a:lnTo>
                  <a:lnTo>
                    <a:pt x="8425941" y="7750"/>
                  </a:lnTo>
                  <a:lnTo>
                    <a:pt x="8426099" y="7750"/>
                  </a:lnTo>
                  <a:lnTo>
                    <a:pt x="8426256" y="7750"/>
                  </a:lnTo>
                  <a:lnTo>
                    <a:pt x="8426414" y="7750"/>
                  </a:lnTo>
                  <a:lnTo>
                    <a:pt x="8426572" y="7750"/>
                  </a:lnTo>
                  <a:lnTo>
                    <a:pt x="8426729" y="7750"/>
                  </a:lnTo>
                  <a:lnTo>
                    <a:pt x="8426887" y="7750"/>
                  </a:lnTo>
                  <a:lnTo>
                    <a:pt x="8427045" y="7750"/>
                  </a:lnTo>
                  <a:lnTo>
                    <a:pt x="8427203" y="7750"/>
                  </a:lnTo>
                  <a:lnTo>
                    <a:pt x="8427360" y="7750"/>
                  </a:lnTo>
                  <a:lnTo>
                    <a:pt x="8427518" y="7750"/>
                  </a:lnTo>
                  <a:lnTo>
                    <a:pt x="8427518" y="7320"/>
                  </a:lnTo>
                  <a:lnTo>
                    <a:pt x="8427676" y="7320"/>
                  </a:lnTo>
                  <a:lnTo>
                    <a:pt x="8427833" y="7320"/>
                  </a:lnTo>
                  <a:lnTo>
                    <a:pt x="8427991" y="7320"/>
                  </a:lnTo>
                  <a:lnTo>
                    <a:pt x="8428149" y="7320"/>
                  </a:lnTo>
                  <a:lnTo>
                    <a:pt x="8428149" y="6889"/>
                  </a:lnTo>
                  <a:lnTo>
                    <a:pt x="8428149" y="6459"/>
                  </a:lnTo>
                  <a:lnTo>
                    <a:pt x="8428307" y="6459"/>
                  </a:lnTo>
                  <a:lnTo>
                    <a:pt x="8428464" y="6459"/>
                  </a:lnTo>
                  <a:lnTo>
                    <a:pt x="8428622" y="6459"/>
                  </a:lnTo>
                  <a:lnTo>
                    <a:pt x="8428780" y="6459"/>
                  </a:lnTo>
                  <a:lnTo>
                    <a:pt x="8428937" y="6459"/>
                  </a:lnTo>
                  <a:lnTo>
                    <a:pt x="8429095" y="6459"/>
                  </a:lnTo>
                  <a:lnTo>
                    <a:pt x="8429253" y="6459"/>
                  </a:lnTo>
                  <a:lnTo>
                    <a:pt x="8429411" y="6459"/>
                  </a:lnTo>
                  <a:lnTo>
                    <a:pt x="8429568" y="6459"/>
                  </a:lnTo>
                  <a:lnTo>
                    <a:pt x="8429726" y="6459"/>
                  </a:lnTo>
                  <a:lnTo>
                    <a:pt x="8429884" y="6459"/>
                  </a:lnTo>
                  <a:lnTo>
                    <a:pt x="8430041" y="6459"/>
                  </a:lnTo>
                  <a:lnTo>
                    <a:pt x="8430199" y="6459"/>
                  </a:lnTo>
                  <a:lnTo>
                    <a:pt x="8430357" y="6459"/>
                  </a:lnTo>
                  <a:lnTo>
                    <a:pt x="8430515" y="6459"/>
                  </a:lnTo>
                  <a:lnTo>
                    <a:pt x="8430672" y="6459"/>
                  </a:lnTo>
                  <a:lnTo>
                    <a:pt x="8430830" y="6459"/>
                  </a:lnTo>
                  <a:lnTo>
                    <a:pt x="8430988" y="6459"/>
                  </a:lnTo>
                  <a:lnTo>
                    <a:pt x="8431146" y="6459"/>
                  </a:lnTo>
                  <a:lnTo>
                    <a:pt x="8431303" y="6459"/>
                  </a:lnTo>
                  <a:lnTo>
                    <a:pt x="8431461" y="6459"/>
                  </a:lnTo>
                  <a:lnTo>
                    <a:pt x="8431619" y="6459"/>
                  </a:lnTo>
                  <a:lnTo>
                    <a:pt x="8431776" y="6459"/>
                  </a:lnTo>
                  <a:lnTo>
                    <a:pt x="8431934" y="6459"/>
                  </a:lnTo>
                  <a:lnTo>
                    <a:pt x="8432092" y="6459"/>
                  </a:lnTo>
                  <a:lnTo>
                    <a:pt x="8432250" y="6459"/>
                  </a:lnTo>
                  <a:lnTo>
                    <a:pt x="8432407" y="6459"/>
                  </a:lnTo>
                  <a:lnTo>
                    <a:pt x="8432565" y="6459"/>
                  </a:lnTo>
                  <a:lnTo>
                    <a:pt x="8432723" y="6459"/>
                  </a:lnTo>
                  <a:lnTo>
                    <a:pt x="8432880" y="6459"/>
                  </a:lnTo>
                  <a:lnTo>
                    <a:pt x="8433038" y="6459"/>
                  </a:lnTo>
                  <a:lnTo>
                    <a:pt x="8433196" y="6459"/>
                  </a:lnTo>
                  <a:lnTo>
                    <a:pt x="8433354" y="6459"/>
                  </a:lnTo>
                  <a:lnTo>
                    <a:pt x="8433511" y="6459"/>
                  </a:lnTo>
                  <a:lnTo>
                    <a:pt x="8433669" y="6459"/>
                  </a:lnTo>
                  <a:lnTo>
                    <a:pt x="8433827" y="6459"/>
                  </a:lnTo>
                  <a:lnTo>
                    <a:pt x="8433984" y="6459"/>
                  </a:lnTo>
                  <a:lnTo>
                    <a:pt x="8434142" y="6459"/>
                  </a:lnTo>
                  <a:lnTo>
                    <a:pt x="8434300" y="6459"/>
                  </a:lnTo>
                  <a:lnTo>
                    <a:pt x="8434458" y="6459"/>
                  </a:lnTo>
                  <a:lnTo>
                    <a:pt x="8434615" y="6459"/>
                  </a:lnTo>
                  <a:lnTo>
                    <a:pt x="8434773" y="6459"/>
                  </a:lnTo>
                  <a:lnTo>
                    <a:pt x="8434931" y="6459"/>
                  </a:lnTo>
                  <a:lnTo>
                    <a:pt x="8435088" y="6459"/>
                  </a:lnTo>
                  <a:lnTo>
                    <a:pt x="8435246" y="6459"/>
                  </a:lnTo>
                  <a:lnTo>
                    <a:pt x="8435404" y="6459"/>
                  </a:lnTo>
                  <a:lnTo>
                    <a:pt x="8435562" y="6459"/>
                  </a:lnTo>
                  <a:lnTo>
                    <a:pt x="8435719" y="6459"/>
                  </a:lnTo>
                  <a:lnTo>
                    <a:pt x="8435877" y="6459"/>
                  </a:lnTo>
                  <a:lnTo>
                    <a:pt x="8436035" y="6459"/>
                  </a:lnTo>
                  <a:lnTo>
                    <a:pt x="8436192" y="6459"/>
                  </a:lnTo>
                  <a:lnTo>
                    <a:pt x="8436350" y="6459"/>
                  </a:lnTo>
                  <a:lnTo>
                    <a:pt x="8436508" y="6459"/>
                  </a:lnTo>
                  <a:lnTo>
                    <a:pt x="8436666" y="6459"/>
                  </a:lnTo>
                  <a:lnTo>
                    <a:pt x="8436823" y="6459"/>
                  </a:lnTo>
                  <a:lnTo>
                    <a:pt x="8436981" y="6459"/>
                  </a:lnTo>
                  <a:lnTo>
                    <a:pt x="8437139" y="6459"/>
                  </a:lnTo>
                  <a:lnTo>
                    <a:pt x="8437297" y="6459"/>
                  </a:lnTo>
                  <a:lnTo>
                    <a:pt x="8437454" y="6459"/>
                  </a:lnTo>
                  <a:lnTo>
                    <a:pt x="8437612" y="6459"/>
                  </a:lnTo>
                  <a:lnTo>
                    <a:pt x="8437770" y="6459"/>
                  </a:lnTo>
                  <a:lnTo>
                    <a:pt x="8437927" y="6459"/>
                  </a:lnTo>
                  <a:lnTo>
                    <a:pt x="8438085" y="6459"/>
                  </a:lnTo>
                  <a:lnTo>
                    <a:pt x="8438243" y="6459"/>
                  </a:lnTo>
                  <a:lnTo>
                    <a:pt x="8438401" y="6459"/>
                  </a:lnTo>
                  <a:lnTo>
                    <a:pt x="8438558" y="6459"/>
                  </a:lnTo>
                  <a:lnTo>
                    <a:pt x="8438716" y="6459"/>
                  </a:lnTo>
                  <a:lnTo>
                    <a:pt x="8438874" y="6459"/>
                  </a:lnTo>
                  <a:lnTo>
                    <a:pt x="8439031" y="6459"/>
                  </a:lnTo>
                  <a:lnTo>
                    <a:pt x="8439189" y="6459"/>
                  </a:lnTo>
                  <a:lnTo>
                    <a:pt x="8439347" y="6459"/>
                  </a:lnTo>
                  <a:lnTo>
                    <a:pt x="8439505" y="6459"/>
                  </a:lnTo>
                  <a:lnTo>
                    <a:pt x="8439662" y="6459"/>
                  </a:lnTo>
                  <a:lnTo>
                    <a:pt x="8439820" y="6459"/>
                  </a:lnTo>
                  <a:lnTo>
                    <a:pt x="8439978" y="6459"/>
                  </a:lnTo>
                  <a:lnTo>
                    <a:pt x="8440135" y="6459"/>
                  </a:lnTo>
                  <a:lnTo>
                    <a:pt x="8440293" y="6459"/>
                  </a:lnTo>
                  <a:lnTo>
                    <a:pt x="8440451" y="6459"/>
                  </a:lnTo>
                  <a:lnTo>
                    <a:pt x="8440609" y="6459"/>
                  </a:lnTo>
                  <a:lnTo>
                    <a:pt x="8440766" y="6459"/>
                  </a:lnTo>
                  <a:lnTo>
                    <a:pt x="8440924" y="6459"/>
                  </a:lnTo>
                  <a:lnTo>
                    <a:pt x="8441082" y="6459"/>
                  </a:lnTo>
                  <a:lnTo>
                    <a:pt x="8441239" y="6459"/>
                  </a:lnTo>
                  <a:lnTo>
                    <a:pt x="8441397" y="6459"/>
                  </a:lnTo>
                  <a:lnTo>
                    <a:pt x="8441555" y="6459"/>
                  </a:lnTo>
                  <a:lnTo>
                    <a:pt x="8441713" y="6459"/>
                  </a:lnTo>
                  <a:lnTo>
                    <a:pt x="8441870" y="6459"/>
                  </a:lnTo>
                  <a:lnTo>
                    <a:pt x="8442028" y="6459"/>
                  </a:lnTo>
                  <a:lnTo>
                    <a:pt x="8442186" y="6459"/>
                  </a:lnTo>
                  <a:lnTo>
                    <a:pt x="8442343" y="6459"/>
                  </a:lnTo>
                  <a:lnTo>
                    <a:pt x="8442501" y="6459"/>
                  </a:lnTo>
                  <a:lnTo>
                    <a:pt x="8442659" y="6459"/>
                  </a:lnTo>
                  <a:lnTo>
                    <a:pt x="8442817" y="6459"/>
                  </a:lnTo>
                  <a:lnTo>
                    <a:pt x="8442974" y="6459"/>
                  </a:lnTo>
                  <a:lnTo>
                    <a:pt x="8443132" y="6459"/>
                  </a:lnTo>
                  <a:lnTo>
                    <a:pt x="8443290" y="6459"/>
                  </a:lnTo>
                  <a:lnTo>
                    <a:pt x="8443448" y="6459"/>
                  </a:lnTo>
                  <a:lnTo>
                    <a:pt x="8443605" y="6459"/>
                  </a:lnTo>
                  <a:lnTo>
                    <a:pt x="8443763" y="6459"/>
                  </a:lnTo>
                  <a:lnTo>
                    <a:pt x="8443921" y="6459"/>
                  </a:lnTo>
                  <a:lnTo>
                    <a:pt x="8444078" y="6459"/>
                  </a:lnTo>
                  <a:lnTo>
                    <a:pt x="8444236" y="6459"/>
                  </a:lnTo>
                  <a:lnTo>
                    <a:pt x="8444394" y="6459"/>
                  </a:lnTo>
                  <a:lnTo>
                    <a:pt x="8444552" y="6459"/>
                  </a:lnTo>
                  <a:lnTo>
                    <a:pt x="8444709" y="6459"/>
                  </a:lnTo>
                  <a:lnTo>
                    <a:pt x="8444867" y="6459"/>
                  </a:lnTo>
                  <a:lnTo>
                    <a:pt x="8445025" y="6459"/>
                  </a:lnTo>
                  <a:lnTo>
                    <a:pt x="8445182" y="6459"/>
                  </a:lnTo>
                  <a:lnTo>
                    <a:pt x="8445340" y="6459"/>
                  </a:lnTo>
                  <a:lnTo>
                    <a:pt x="8445498" y="6459"/>
                  </a:lnTo>
                  <a:lnTo>
                    <a:pt x="8445656" y="6459"/>
                  </a:lnTo>
                  <a:lnTo>
                    <a:pt x="8445813" y="6459"/>
                  </a:lnTo>
                  <a:lnTo>
                    <a:pt x="8445971" y="6459"/>
                  </a:lnTo>
                  <a:lnTo>
                    <a:pt x="8446129" y="6459"/>
                  </a:lnTo>
                  <a:lnTo>
                    <a:pt x="8446286" y="6459"/>
                  </a:lnTo>
                  <a:lnTo>
                    <a:pt x="8446444" y="6459"/>
                  </a:lnTo>
                  <a:lnTo>
                    <a:pt x="8446602" y="6459"/>
                  </a:lnTo>
                  <a:lnTo>
                    <a:pt x="8446760" y="6459"/>
                  </a:lnTo>
                  <a:lnTo>
                    <a:pt x="8446917" y="6459"/>
                  </a:lnTo>
                  <a:lnTo>
                    <a:pt x="8447075" y="6459"/>
                  </a:lnTo>
                  <a:lnTo>
                    <a:pt x="8447233" y="6459"/>
                  </a:lnTo>
                  <a:lnTo>
                    <a:pt x="8447390" y="6459"/>
                  </a:lnTo>
                  <a:lnTo>
                    <a:pt x="8447548" y="6459"/>
                  </a:lnTo>
                  <a:lnTo>
                    <a:pt x="8447706" y="6459"/>
                  </a:lnTo>
                  <a:lnTo>
                    <a:pt x="8447864" y="6459"/>
                  </a:lnTo>
                  <a:lnTo>
                    <a:pt x="8448021" y="6459"/>
                  </a:lnTo>
                  <a:lnTo>
                    <a:pt x="8448179" y="6459"/>
                  </a:lnTo>
                  <a:lnTo>
                    <a:pt x="8448337" y="6459"/>
                  </a:lnTo>
                  <a:lnTo>
                    <a:pt x="8448495" y="6459"/>
                  </a:lnTo>
                  <a:lnTo>
                    <a:pt x="8448495" y="6028"/>
                  </a:lnTo>
                  <a:lnTo>
                    <a:pt x="8448652" y="6028"/>
                  </a:lnTo>
                  <a:lnTo>
                    <a:pt x="8448810" y="6028"/>
                  </a:lnTo>
                  <a:lnTo>
                    <a:pt x="8448968" y="6028"/>
                  </a:lnTo>
                  <a:lnTo>
                    <a:pt x="8449125" y="6028"/>
                  </a:lnTo>
                  <a:lnTo>
                    <a:pt x="8449283" y="6028"/>
                  </a:lnTo>
                  <a:lnTo>
                    <a:pt x="8449441" y="6028"/>
                  </a:lnTo>
                  <a:lnTo>
                    <a:pt x="8449599" y="6028"/>
                  </a:lnTo>
                  <a:lnTo>
                    <a:pt x="8449756" y="6028"/>
                  </a:lnTo>
                  <a:lnTo>
                    <a:pt x="8449914" y="6028"/>
                  </a:lnTo>
                  <a:lnTo>
                    <a:pt x="8450072" y="6028"/>
                  </a:lnTo>
                  <a:lnTo>
                    <a:pt x="8450229" y="6028"/>
                  </a:lnTo>
                  <a:lnTo>
                    <a:pt x="8450387" y="6028"/>
                  </a:lnTo>
                  <a:lnTo>
                    <a:pt x="8450545" y="6028"/>
                  </a:lnTo>
                  <a:lnTo>
                    <a:pt x="8450703" y="6028"/>
                  </a:lnTo>
                  <a:lnTo>
                    <a:pt x="8450860" y="6028"/>
                  </a:lnTo>
                  <a:lnTo>
                    <a:pt x="8451018" y="6028"/>
                  </a:lnTo>
                  <a:lnTo>
                    <a:pt x="8451176" y="6028"/>
                  </a:lnTo>
                  <a:lnTo>
                    <a:pt x="8451333" y="6028"/>
                  </a:lnTo>
                  <a:lnTo>
                    <a:pt x="8451491" y="6028"/>
                  </a:lnTo>
                  <a:lnTo>
                    <a:pt x="8451649" y="6028"/>
                  </a:lnTo>
                  <a:lnTo>
                    <a:pt x="8451807" y="6028"/>
                  </a:lnTo>
                  <a:lnTo>
                    <a:pt x="8451964" y="6028"/>
                  </a:lnTo>
                  <a:lnTo>
                    <a:pt x="8452122" y="6028"/>
                  </a:lnTo>
                  <a:lnTo>
                    <a:pt x="8452280" y="6028"/>
                  </a:lnTo>
                  <a:lnTo>
                    <a:pt x="8452437" y="6028"/>
                  </a:lnTo>
                  <a:lnTo>
                    <a:pt x="8452595" y="6028"/>
                  </a:lnTo>
                  <a:lnTo>
                    <a:pt x="8452753" y="6028"/>
                  </a:lnTo>
                  <a:lnTo>
                    <a:pt x="8452911" y="6028"/>
                  </a:lnTo>
                  <a:lnTo>
                    <a:pt x="8453068" y="6028"/>
                  </a:lnTo>
                  <a:lnTo>
                    <a:pt x="8453226" y="6028"/>
                  </a:lnTo>
                  <a:lnTo>
                    <a:pt x="8453384" y="6028"/>
                  </a:lnTo>
                  <a:lnTo>
                    <a:pt x="8453541" y="6028"/>
                  </a:lnTo>
                  <a:lnTo>
                    <a:pt x="8453699" y="6028"/>
                  </a:lnTo>
                  <a:lnTo>
                    <a:pt x="8453857" y="6028"/>
                  </a:lnTo>
                  <a:lnTo>
                    <a:pt x="8454015" y="6028"/>
                  </a:lnTo>
                  <a:lnTo>
                    <a:pt x="8454172" y="6028"/>
                  </a:lnTo>
                  <a:lnTo>
                    <a:pt x="8454330" y="6028"/>
                  </a:lnTo>
                  <a:lnTo>
                    <a:pt x="8454488" y="6028"/>
                  </a:lnTo>
                  <a:lnTo>
                    <a:pt x="8454646" y="6028"/>
                  </a:lnTo>
                  <a:lnTo>
                    <a:pt x="8454803" y="6028"/>
                  </a:lnTo>
                  <a:lnTo>
                    <a:pt x="8454961" y="6028"/>
                  </a:lnTo>
                  <a:lnTo>
                    <a:pt x="8455119" y="6028"/>
                  </a:lnTo>
                  <a:lnTo>
                    <a:pt x="8455276" y="6028"/>
                  </a:lnTo>
                  <a:lnTo>
                    <a:pt x="8455434" y="6028"/>
                  </a:lnTo>
                  <a:lnTo>
                    <a:pt x="8455592" y="6028"/>
                  </a:lnTo>
                  <a:lnTo>
                    <a:pt x="8455750" y="6028"/>
                  </a:lnTo>
                  <a:lnTo>
                    <a:pt x="8455907" y="6028"/>
                  </a:lnTo>
                  <a:lnTo>
                    <a:pt x="8456065" y="6028"/>
                  </a:lnTo>
                  <a:lnTo>
                    <a:pt x="8456223" y="6028"/>
                  </a:lnTo>
                  <a:lnTo>
                    <a:pt x="8456380" y="6028"/>
                  </a:lnTo>
                  <a:lnTo>
                    <a:pt x="8456538" y="6028"/>
                  </a:lnTo>
                  <a:lnTo>
                    <a:pt x="8456696" y="6028"/>
                  </a:lnTo>
                  <a:lnTo>
                    <a:pt x="8456854" y="6028"/>
                  </a:lnTo>
                  <a:lnTo>
                    <a:pt x="8457011" y="6028"/>
                  </a:lnTo>
                  <a:lnTo>
                    <a:pt x="8457169" y="6028"/>
                  </a:lnTo>
                  <a:lnTo>
                    <a:pt x="8457327" y="6028"/>
                  </a:lnTo>
                  <a:lnTo>
                    <a:pt x="8457484" y="6028"/>
                  </a:lnTo>
                  <a:lnTo>
                    <a:pt x="8457642" y="6028"/>
                  </a:lnTo>
                  <a:lnTo>
                    <a:pt x="8457800" y="6028"/>
                  </a:lnTo>
                  <a:lnTo>
                    <a:pt x="8457958" y="6028"/>
                  </a:lnTo>
                  <a:lnTo>
                    <a:pt x="8458115" y="6028"/>
                  </a:lnTo>
                  <a:lnTo>
                    <a:pt x="8458273" y="6028"/>
                  </a:lnTo>
                  <a:lnTo>
                    <a:pt x="8458431" y="6028"/>
                  </a:lnTo>
                  <a:lnTo>
                    <a:pt x="8458588" y="6028"/>
                  </a:lnTo>
                  <a:lnTo>
                    <a:pt x="8458746" y="6028"/>
                  </a:lnTo>
                  <a:lnTo>
                    <a:pt x="8458904" y="6028"/>
                  </a:lnTo>
                  <a:lnTo>
                    <a:pt x="8459062" y="6028"/>
                  </a:lnTo>
                  <a:lnTo>
                    <a:pt x="8459219" y="6028"/>
                  </a:lnTo>
                  <a:lnTo>
                    <a:pt x="8459377" y="6028"/>
                  </a:lnTo>
                  <a:lnTo>
                    <a:pt x="8459535" y="6028"/>
                  </a:lnTo>
                  <a:lnTo>
                    <a:pt x="8459693" y="6028"/>
                  </a:lnTo>
                  <a:lnTo>
                    <a:pt x="8459850" y="6028"/>
                  </a:lnTo>
                  <a:lnTo>
                    <a:pt x="8460008" y="6028"/>
                  </a:lnTo>
                  <a:lnTo>
                    <a:pt x="8460166" y="6028"/>
                  </a:lnTo>
                  <a:lnTo>
                    <a:pt x="8460323" y="6028"/>
                  </a:lnTo>
                  <a:lnTo>
                    <a:pt x="8460481" y="6028"/>
                  </a:lnTo>
                  <a:lnTo>
                    <a:pt x="8460639" y="6028"/>
                  </a:lnTo>
                  <a:lnTo>
                    <a:pt x="8460797" y="6028"/>
                  </a:lnTo>
                  <a:lnTo>
                    <a:pt x="8460954" y="6028"/>
                  </a:lnTo>
                  <a:lnTo>
                    <a:pt x="8461112" y="6028"/>
                  </a:lnTo>
                  <a:lnTo>
                    <a:pt x="8461270" y="6028"/>
                  </a:lnTo>
                  <a:lnTo>
                    <a:pt x="8461427" y="6028"/>
                  </a:lnTo>
                  <a:lnTo>
                    <a:pt x="8461585" y="6028"/>
                  </a:lnTo>
                  <a:lnTo>
                    <a:pt x="8461743" y="6028"/>
                  </a:lnTo>
                  <a:lnTo>
                    <a:pt x="8461901" y="6028"/>
                  </a:lnTo>
                  <a:lnTo>
                    <a:pt x="8462058" y="6028"/>
                  </a:lnTo>
                  <a:lnTo>
                    <a:pt x="8462216" y="6028"/>
                  </a:lnTo>
                  <a:lnTo>
                    <a:pt x="8462374" y="6028"/>
                  </a:lnTo>
                  <a:lnTo>
                    <a:pt x="8462531" y="6028"/>
                  </a:lnTo>
                  <a:lnTo>
                    <a:pt x="8462689" y="6028"/>
                  </a:lnTo>
                  <a:lnTo>
                    <a:pt x="8462847" y="6028"/>
                  </a:lnTo>
                  <a:lnTo>
                    <a:pt x="8463005" y="6028"/>
                  </a:lnTo>
                  <a:lnTo>
                    <a:pt x="8463162" y="6028"/>
                  </a:lnTo>
                  <a:lnTo>
                    <a:pt x="8463320" y="6028"/>
                  </a:lnTo>
                  <a:lnTo>
                    <a:pt x="8463478" y="6028"/>
                  </a:lnTo>
                  <a:lnTo>
                    <a:pt x="8463635" y="6028"/>
                  </a:lnTo>
                  <a:lnTo>
                    <a:pt x="8463793" y="6028"/>
                  </a:lnTo>
                  <a:lnTo>
                    <a:pt x="8463951" y="6028"/>
                  </a:lnTo>
                  <a:lnTo>
                    <a:pt x="8464109" y="6028"/>
                  </a:lnTo>
                  <a:lnTo>
                    <a:pt x="8464266" y="6028"/>
                  </a:lnTo>
                  <a:lnTo>
                    <a:pt x="8464424" y="6028"/>
                  </a:lnTo>
                  <a:lnTo>
                    <a:pt x="8464582" y="6028"/>
                  </a:lnTo>
                  <a:lnTo>
                    <a:pt x="8464739" y="6028"/>
                  </a:lnTo>
                  <a:lnTo>
                    <a:pt x="8464739" y="5597"/>
                  </a:lnTo>
                  <a:lnTo>
                    <a:pt x="8464897" y="5597"/>
                  </a:lnTo>
                  <a:lnTo>
                    <a:pt x="8465055" y="5597"/>
                  </a:lnTo>
                  <a:lnTo>
                    <a:pt x="8465055" y="5167"/>
                  </a:lnTo>
                  <a:lnTo>
                    <a:pt x="8465213" y="5167"/>
                  </a:lnTo>
                  <a:lnTo>
                    <a:pt x="8465370" y="5167"/>
                  </a:lnTo>
                  <a:lnTo>
                    <a:pt x="8465528" y="5167"/>
                  </a:lnTo>
                  <a:lnTo>
                    <a:pt x="8465686" y="5167"/>
                  </a:lnTo>
                  <a:lnTo>
                    <a:pt x="8465844" y="5167"/>
                  </a:lnTo>
                  <a:lnTo>
                    <a:pt x="8466001" y="5167"/>
                  </a:lnTo>
                  <a:lnTo>
                    <a:pt x="8466159" y="5167"/>
                  </a:lnTo>
                  <a:lnTo>
                    <a:pt x="8466317" y="5167"/>
                  </a:lnTo>
                  <a:lnTo>
                    <a:pt x="8466474" y="5167"/>
                  </a:lnTo>
                  <a:lnTo>
                    <a:pt x="8466632" y="5167"/>
                  </a:lnTo>
                  <a:lnTo>
                    <a:pt x="8466632" y="4736"/>
                  </a:lnTo>
                  <a:lnTo>
                    <a:pt x="8466632" y="4306"/>
                  </a:lnTo>
                  <a:lnTo>
                    <a:pt x="8466790" y="4306"/>
                  </a:lnTo>
                  <a:lnTo>
                    <a:pt x="8466790" y="3875"/>
                  </a:lnTo>
                  <a:lnTo>
                    <a:pt x="8466948" y="3875"/>
                  </a:lnTo>
                  <a:lnTo>
                    <a:pt x="8467105" y="3875"/>
                  </a:lnTo>
                  <a:lnTo>
                    <a:pt x="8467263" y="3875"/>
                  </a:lnTo>
                  <a:lnTo>
                    <a:pt x="8467421" y="3875"/>
                  </a:lnTo>
                  <a:lnTo>
                    <a:pt x="8467578" y="3875"/>
                  </a:lnTo>
                  <a:lnTo>
                    <a:pt x="8467736" y="3875"/>
                  </a:lnTo>
                  <a:lnTo>
                    <a:pt x="8467894" y="3875"/>
                  </a:lnTo>
                  <a:lnTo>
                    <a:pt x="8468052" y="3875"/>
                  </a:lnTo>
                  <a:lnTo>
                    <a:pt x="8468209" y="3875"/>
                  </a:lnTo>
                  <a:lnTo>
                    <a:pt x="8468367" y="3875"/>
                  </a:lnTo>
                  <a:lnTo>
                    <a:pt x="8468525" y="3875"/>
                  </a:lnTo>
                  <a:lnTo>
                    <a:pt x="8468682" y="3875"/>
                  </a:lnTo>
                  <a:lnTo>
                    <a:pt x="8468840" y="3875"/>
                  </a:lnTo>
                  <a:lnTo>
                    <a:pt x="8468998" y="3875"/>
                  </a:lnTo>
                  <a:lnTo>
                    <a:pt x="8469156" y="3875"/>
                  </a:lnTo>
                  <a:lnTo>
                    <a:pt x="8469313" y="3875"/>
                  </a:lnTo>
                  <a:lnTo>
                    <a:pt x="8469471" y="3875"/>
                  </a:lnTo>
                  <a:lnTo>
                    <a:pt x="8469629" y="3875"/>
                  </a:lnTo>
                  <a:lnTo>
                    <a:pt x="8469786" y="3875"/>
                  </a:lnTo>
                  <a:lnTo>
                    <a:pt x="8469944" y="3875"/>
                  </a:lnTo>
                  <a:lnTo>
                    <a:pt x="8470102" y="3875"/>
                  </a:lnTo>
                  <a:lnTo>
                    <a:pt x="8470260" y="3875"/>
                  </a:lnTo>
                  <a:lnTo>
                    <a:pt x="8470417" y="3875"/>
                  </a:lnTo>
                  <a:lnTo>
                    <a:pt x="8470575" y="3875"/>
                  </a:lnTo>
                  <a:lnTo>
                    <a:pt x="8470733" y="3875"/>
                  </a:lnTo>
                  <a:lnTo>
                    <a:pt x="8470891" y="3875"/>
                  </a:lnTo>
                  <a:lnTo>
                    <a:pt x="8471048" y="3875"/>
                  </a:lnTo>
                  <a:lnTo>
                    <a:pt x="8471206" y="3875"/>
                  </a:lnTo>
                  <a:lnTo>
                    <a:pt x="8471364" y="3875"/>
                  </a:lnTo>
                  <a:lnTo>
                    <a:pt x="8471521" y="3875"/>
                  </a:lnTo>
                  <a:lnTo>
                    <a:pt x="8471679" y="3875"/>
                  </a:lnTo>
                  <a:lnTo>
                    <a:pt x="8471837" y="3875"/>
                  </a:lnTo>
                  <a:lnTo>
                    <a:pt x="8471995" y="3875"/>
                  </a:lnTo>
                  <a:lnTo>
                    <a:pt x="8472152" y="3875"/>
                  </a:lnTo>
                  <a:lnTo>
                    <a:pt x="8472310" y="3875"/>
                  </a:lnTo>
                  <a:lnTo>
                    <a:pt x="8472468" y="3875"/>
                  </a:lnTo>
                  <a:lnTo>
                    <a:pt x="8472625" y="3875"/>
                  </a:lnTo>
                  <a:lnTo>
                    <a:pt x="8472783" y="3875"/>
                  </a:lnTo>
                  <a:lnTo>
                    <a:pt x="8472941" y="3875"/>
                  </a:lnTo>
                  <a:lnTo>
                    <a:pt x="8473099" y="3875"/>
                  </a:lnTo>
                  <a:lnTo>
                    <a:pt x="8473256" y="3875"/>
                  </a:lnTo>
                  <a:lnTo>
                    <a:pt x="8473414" y="3875"/>
                  </a:lnTo>
                  <a:lnTo>
                    <a:pt x="8473572" y="3875"/>
                  </a:lnTo>
                  <a:lnTo>
                    <a:pt x="8473729" y="3875"/>
                  </a:lnTo>
                  <a:lnTo>
                    <a:pt x="8473887" y="3875"/>
                  </a:lnTo>
                  <a:lnTo>
                    <a:pt x="8474045" y="3875"/>
                  </a:lnTo>
                  <a:lnTo>
                    <a:pt x="8474203" y="3875"/>
                  </a:lnTo>
                  <a:lnTo>
                    <a:pt x="8474360" y="3875"/>
                  </a:lnTo>
                  <a:lnTo>
                    <a:pt x="8474518" y="3875"/>
                  </a:lnTo>
                  <a:lnTo>
                    <a:pt x="8474676" y="3875"/>
                  </a:lnTo>
                  <a:lnTo>
                    <a:pt x="8474833" y="3875"/>
                  </a:lnTo>
                  <a:lnTo>
                    <a:pt x="8474991" y="3875"/>
                  </a:lnTo>
                  <a:lnTo>
                    <a:pt x="8475149" y="3875"/>
                  </a:lnTo>
                  <a:lnTo>
                    <a:pt x="8475307" y="3875"/>
                  </a:lnTo>
                  <a:lnTo>
                    <a:pt x="8475464" y="3875"/>
                  </a:lnTo>
                  <a:lnTo>
                    <a:pt x="8475622" y="3875"/>
                  </a:lnTo>
                  <a:lnTo>
                    <a:pt x="8475780" y="3875"/>
                  </a:lnTo>
                  <a:lnTo>
                    <a:pt x="8475937" y="3875"/>
                  </a:lnTo>
                  <a:lnTo>
                    <a:pt x="8476095" y="3875"/>
                  </a:lnTo>
                  <a:lnTo>
                    <a:pt x="8476253" y="3875"/>
                  </a:lnTo>
                  <a:lnTo>
                    <a:pt x="8476253" y="3444"/>
                  </a:lnTo>
                  <a:lnTo>
                    <a:pt x="8476411" y="3444"/>
                  </a:lnTo>
                  <a:lnTo>
                    <a:pt x="8476568" y="3444"/>
                  </a:lnTo>
                  <a:lnTo>
                    <a:pt x="8476568" y="3014"/>
                  </a:lnTo>
                  <a:lnTo>
                    <a:pt x="8476726" y="3014"/>
                  </a:lnTo>
                  <a:lnTo>
                    <a:pt x="8476884" y="3014"/>
                  </a:lnTo>
                  <a:lnTo>
                    <a:pt x="8477042" y="3014"/>
                  </a:lnTo>
                  <a:lnTo>
                    <a:pt x="8477199" y="3014"/>
                  </a:lnTo>
                  <a:lnTo>
                    <a:pt x="8477357" y="3014"/>
                  </a:lnTo>
                  <a:lnTo>
                    <a:pt x="8477515" y="3014"/>
                  </a:lnTo>
                  <a:lnTo>
                    <a:pt x="8477672" y="3014"/>
                  </a:lnTo>
                  <a:lnTo>
                    <a:pt x="8477830" y="3014"/>
                  </a:lnTo>
                  <a:lnTo>
                    <a:pt x="8477988" y="3014"/>
                  </a:lnTo>
                  <a:lnTo>
                    <a:pt x="8478146" y="3014"/>
                  </a:lnTo>
                  <a:lnTo>
                    <a:pt x="8478303" y="3014"/>
                  </a:lnTo>
                  <a:lnTo>
                    <a:pt x="8478461" y="3014"/>
                  </a:lnTo>
                  <a:lnTo>
                    <a:pt x="8478619" y="3014"/>
                  </a:lnTo>
                  <a:lnTo>
                    <a:pt x="8478776" y="3014"/>
                  </a:lnTo>
                  <a:lnTo>
                    <a:pt x="8478934" y="3014"/>
                  </a:lnTo>
                  <a:lnTo>
                    <a:pt x="8479092" y="3014"/>
                  </a:lnTo>
                  <a:lnTo>
                    <a:pt x="8479250" y="3014"/>
                  </a:lnTo>
                  <a:lnTo>
                    <a:pt x="8479407" y="3014"/>
                  </a:lnTo>
                  <a:lnTo>
                    <a:pt x="8479565" y="3014"/>
                  </a:lnTo>
                  <a:lnTo>
                    <a:pt x="8479723" y="3014"/>
                  </a:lnTo>
                  <a:lnTo>
                    <a:pt x="8479880" y="3014"/>
                  </a:lnTo>
                  <a:lnTo>
                    <a:pt x="8480038" y="3014"/>
                  </a:lnTo>
                  <a:lnTo>
                    <a:pt x="8480196" y="3014"/>
                  </a:lnTo>
                  <a:lnTo>
                    <a:pt x="8480354" y="3014"/>
                  </a:lnTo>
                  <a:lnTo>
                    <a:pt x="8480511" y="3014"/>
                  </a:lnTo>
                  <a:lnTo>
                    <a:pt x="8480669" y="3014"/>
                  </a:lnTo>
                  <a:lnTo>
                    <a:pt x="8480827" y="3014"/>
                  </a:lnTo>
                  <a:lnTo>
                    <a:pt x="8480984" y="3014"/>
                  </a:lnTo>
                  <a:lnTo>
                    <a:pt x="8481142" y="3014"/>
                  </a:lnTo>
                  <a:lnTo>
                    <a:pt x="8481300" y="3014"/>
                  </a:lnTo>
                  <a:lnTo>
                    <a:pt x="8481458" y="3014"/>
                  </a:lnTo>
                  <a:lnTo>
                    <a:pt x="8481615" y="3014"/>
                  </a:lnTo>
                  <a:lnTo>
                    <a:pt x="8481773" y="3014"/>
                  </a:lnTo>
                  <a:lnTo>
                    <a:pt x="8481931" y="3014"/>
                  </a:lnTo>
                  <a:lnTo>
                    <a:pt x="8482089" y="3014"/>
                  </a:lnTo>
                  <a:lnTo>
                    <a:pt x="8482246" y="3014"/>
                  </a:lnTo>
                  <a:lnTo>
                    <a:pt x="8482404" y="3014"/>
                  </a:lnTo>
                  <a:lnTo>
                    <a:pt x="8482562" y="3014"/>
                  </a:lnTo>
                  <a:lnTo>
                    <a:pt x="8482719" y="3014"/>
                  </a:lnTo>
                  <a:lnTo>
                    <a:pt x="8482877" y="3014"/>
                  </a:lnTo>
                  <a:lnTo>
                    <a:pt x="8483035" y="3014"/>
                  </a:lnTo>
                  <a:lnTo>
                    <a:pt x="8483035" y="2583"/>
                  </a:lnTo>
                  <a:lnTo>
                    <a:pt x="8483193" y="2583"/>
                  </a:lnTo>
                  <a:lnTo>
                    <a:pt x="8483350" y="2583"/>
                  </a:lnTo>
                  <a:lnTo>
                    <a:pt x="8483508" y="2583"/>
                  </a:lnTo>
                  <a:lnTo>
                    <a:pt x="8483666" y="2583"/>
                  </a:lnTo>
                  <a:lnTo>
                    <a:pt x="8483823" y="2583"/>
                  </a:lnTo>
                  <a:lnTo>
                    <a:pt x="8483981" y="2583"/>
                  </a:lnTo>
                  <a:lnTo>
                    <a:pt x="8484139" y="2583"/>
                  </a:lnTo>
                  <a:lnTo>
                    <a:pt x="8484297" y="2583"/>
                  </a:lnTo>
                  <a:lnTo>
                    <a:pt x="8484454" y="2583"/>
                  </a:lnTo>
                  <a:lnTo>
                    <a:pt x="8484612" y="2583"/>
                  </a:lnTo>
                  <a:lnTo>
                    <a:pt x="8484770" y="2583"/>
                  </a:lnTo>
                  <a:lnTo>
                    <a:pt x="8484927" y="2583"/>
                  </a:lnTo>
                  <a:lnTo>
                    <a:pt x="8485085" y="2583"/>
                  </a:lnTo>
                  <a:lnTo>
                    <a:pt x="8485243" y="2583"/>
                  </a:lnTo>
                  <a:lnTo>
                    <a:pt x="8485401" y="2583"/>
                  </a:lnTo>
                  <a:lnTo>
                    <a:pt x="8485558" y="2583"/>
                  </a:lnTo>
                  <a:lnTo>
                    <a:pt x="8485716" y="2583"/>
                  </a:lnTo>
                  <a:lnTo>
                    <a:pt x="8485874" y="2583"/>
                  </a:lnTo>
                  <a:lnTo>
                    <a:pt x="8486031" y="2583"/>
                  </a:lnTo>
                  <a:lnTo>
                    <a:pt x="8486189" y="2583"/>
                  </a:lnTo>
                  <a:lnTo>
                    <a:pt x="8486347" y="2583"/>
                  </a:lnTo>
                  <a:lnTo>
                    <a:pt x="8486505" y="2583"/>
                  </a:lnTo>
                  <a:lnTo>
                    <a:pt x="8486662" y="2583"/>
                  </a:lnTo>
                  <a:lnTo>
                    <a:pt x="8486820" y="2583"/>
                  </a:lnTo>
                  <a:lnTo>
                    <a:pt x="8486978" y="2583"/>
                  </a:lnTo>
                  <a:lnTo>
                    <a:pt x="8487135" y="2583"/>
                  </a:lnTo>
                  <a:lnTo>
                    <a:pt x="8487293" y="2583"/>
                  </a:lnTo>
                  <a:lnTo>
                    <a:pt x="8487451" y="2583"/>
                  </a:lnTo>
                  <a:lnTo>
                    <a:pt x="8487609" y="2583"/>
                  </a:lnTo>
                  <a:lnTo>
                    <a:pt x="8487766" y="2583"/>
                  </a:lnTo>
                  <a:lnTo>
                    <a:pt x="8487924" y="2583"/>
                  </a:lnTo>
                  <a:lnTo>
                    <a:pt x="8488082" y="2583"/>
                  </a:lnTo>
                  <a:lnTo>
                    <a:pt x="8488240" y="2583"/>
                  </a:lnTo>
                  <a:lnTo>
                    <a:pt x="8488397" y="2583"/>
                  </a:lnTo>
                  <a:lnTo>
                    <a:pt x="8488555" y="2583"/>
                  </a:lnTo>
                  <a:lnTo>
                    <a:pt x="8488713" y="2583"/>
                  </a:lnTo>
                  <a:lnTo>
                    <a:pt x="8488870" y="2583"/>
                  </a:lnTo>
                  <a:lnTo>
                    <a:pt x="8489028" y="2583"/>
                  </a:lnTo>
                  <a:lnTo>
                    <a:pt x="8489186" y="2583"/>
                  </a:lnTo>
                  <a:lnTo>
                    <a:pt x="8489344" y="2583"/>
                  </a:lnTo>
                  <a:lnTo>
                    <a:pt x="8489501" y="2583"/>
                  </a:lnTo>
                  <a:lnTo>
                    <a:pt x="8489659" y="2583"/>
                  </a:lnTo>
                  <a:lnTo>
                    <a:pt x="8489817" y="2583"/>
                  </a:lnTo>
                  <a:lnTo>
                    <a:pt x="8489974" y="2583"/>
                  </a:lnTo>
                  <a:lnTo>
                    <a:pt x="8490132" y="2583"/>
                  </a:lnTo>
                  <a:lnTo>
                    <a:pt x="8490290" y="2583"/>
                  </a:lnTo>
                  <a:lnTo>
                    <a:pt x="8490448" y="2583"/>
                  </a:lnTo>
                  <a:lnTo>
                    <a:pt x="8490605" y="2583"/>
                  </a:lnTo>
                  <a:lnTo>
                    <a:pt x="8490763" y="2583"/>
                  </a:lnTo>
                  <a:lnTo>
                    <a:pt x="8490921" y="2583"/>
                  </a:lnTo>
                  <a:lnTo>
                    <a:pt x="8491078" y="2583"/>
                  </a:lnTo>
                  <a:lnTo>
                    <a:pt x="8491236" y="2583"/>
                  </a:lnTo>
                  <a:lnTo>
                    <a:pt x="8491394" y="2583"/>
                  </a:lnTo>
                  <a:lnTo>
                    <a:pt x="8491552" y="2583"/>
                  </a:lnTo>
                  <a:lnTo>
                    <a:pt x="8491709" y="2583"/>
                  </a:lnTo>
                  <a:lnTo>
                    <a:pt x="8491867" y="2583"/>
                  </a:lnTo>
                  <a:lnTo>
                    <a:pt x="8492025" y="2583"/>
                  </a:lnTo>
                  <a:lnTo>
                    <a:pt x="8492182" y="2583"/>
                  </a:lnTo>
                  <a:lnTo>
                    <a:pt x="8492340" y="2583"/>
                  </a:lnTo>
                  <a:lnTo>
                    <a:pt x="8492498" y="2583"/>
                  </a:lnTo>
                  <a:lnTo>
                    <a:pt x="8492656" y="2583"/>
                  </a:lnTo>
                  <a:lnTo>
                    <a:pt x="8492813" y="2583"/>
                  </a:lnTo>
                  <a:lnTo>
                    <a:pt x="8492971" y="2583"/>
                  </a:lnTo>
                  <a:lnTo>
                    <a:pt x="8493129" y="2583"/>
                  </a:lnTo>
                  <a:lnTo>
                    <a:pt x="8493287" y="2583"/>
                  </a:lnTo>
                  <a:lnTo>
                    <a:pt x="8493444" y="2583"/>
                  </a:lnTo>
                  <a:lnTo>
                    <a:pt x="8493602" y="2583"/>
                  </a:lnTo>
                  <a:lnTo>
                    <a:pt x="8493760" y="2583"/>
                  </a:lnTo>
                  <a:lnTo>
                    <a:pt x="8493917" y="2583"/>
                  </a:lnTo>
                  <a:lnTo>
                    <a:pt x="8494075" y="2583"/>
                  </a:lnTo>
                  <a:lnTo>
                    <a:pt x="8494233" y="2583"/>
                  </a:lnTo>
                  <a:lnTo>
                    <a:pt x="8494391" y="2583"/>
                  </a:lnTo>
                  <a:lnTo>
                    <a:pt x="8494548" y="2583"/>
                  </a:lnTo>
                  <a:lnTo>
                    <a:pt x="8494706" y="2583"/>
                  </a:lnTo>
                  <a:lnTo>
                    <a:pt x="8494864" y="2583"/>
                  </a:lnTo>
                  <a:lnTo>
                    <a:pt x="8495021" y="2583"/>
                  </a:lnTo>
                  <a:lnTo>
                    <a:pt x="8495179" y="2583"/>
                  </a:lnTo>
                  <a:lnTo>
                    <a:pt x="8495337" y="2583"/>
                  </a:lnTo>
                  <a:lnTo>
                    <a:pt x="8495495" y="2583"/>
                  </a:lnTo>
                  <a:lnTo>
                    <a:pt x="8495652" y="2583"/>
                  </a:lnTo>
                  <a:lnTo>
                    <a:pt x="8495810" y="2583"/>
                  </a:lnTo>
                  <a:lnTo>
                    <a:pt x="8495968" y="2583"/>
                  </a:lnTo>
                  <a:lnTo>
                    <a:pt x="8496125" y="2583"/>
                  </a:lnTo>
                  <a:lnTo>
                    <a:pt x="8496283" y="2583"/>
                  </a:lnTo>
                  <a:lnTo>
                    <a:pt x="8496283" y="2153"/>
                  </a:lnTo>
                  <a:lnTo>
                    <a:pt x="8496441" y="2153"/>
                  </a:lnTo>
                  <a:lnTo>
                    <a:pt x="8496441" y="1722"/>
                  </a:lnTo>
                  <a:lnTo>
                    <a:pt x="8496599" y="1722"/>
                  </a:lnTo>
                  <a:lnTo>
                    <a:pt x="8496756" y="1722"/>
                  </a:lnTo>
                  <a:lnTo>
                    <a:pt x="8496914" y="1722"/>
                  </a:lnTo>
                  <a:lnTo>
                    <a:pt x="8497072" y="1722"/>
                  </a:lnTo>
                  <a:lnTo>
                    <a:pt x="8497229" y="1722"/>
                  </a:lnTo>
                  <a:lnTo>
                    <a:pt x="8497387" y="1722"/>
                  </a:lnTo>
                  <a:lnTo>
                    <a:pt x="8497545" y="1722"/>
                  </a:lnTo>
                  <a:lnTo>
                    <a:pt x="8497703" y="1722"/>
                  </a:lnTo>
                  <a:lnTo>
                    <a:pt x="8497860" y="1722"/>
                  </a:lnTo>
                  <a:lnTo>
                    <a:pt x="8498018" y="1722"/>
                  </a:lnTo>
                  <a:lnTo>
                    <a:pt x="8498176" y="1722"/>
                  </a:lnTo>
                  <a:lnTo>
                    <a:pt x="8498333" y="1722"/>
                  </a:lnTo>
                  <a:lnTo>
                    <a:pt x="8498491" y="1722"/>
                  </a:lnTo>
                  <a:lnTo>
                    <a:pt x="8498649" y="1722"/>
                  </a:lnTo>
                  <a:lnTo>
                    <a:pt x="8498807" y="1722"/>
                  </a:lnTo>
                  <a:lnTo>
                    <a:pt x="8498964" y="1722"/>
                  </a:lnTo>
                  <a:lnTo>
                    <a:pt x="8499122" y="1722"/>
                  </a:lnTo>
                  <a:lnTo>
                    <a:pt x="8499280" y="1722"/>
                  </a:lnTo>
                  <a:lnTo>
                    <a:pt x="8499438" y="1722"/>
                  </a:lnTo>
                  <a:lnTo>
                    <a:pt x="8499595" y="1722"/>
                  </a:lnTo>
                  <a:lnTo>
                    <a:pt x="8499753" y="1722"/>
                  </a:lnTo>
                  <a:lnTo>
                    <a:pt x="8499911" y="1722"/>
                  </a:lnTo>
                  <a:lnTo>
                    <a:pt x="8500068" y="1722"/>
                  </a:lnTo>
                  <a:lnTo>
                    <a:pt x="8500068" y="1291"/>
                  </a:lnTo>
                  <a:lnTo>
                    <a:pt x="8500226" y="1291"/>
                  </a:lnTo>
                  <a:lnTo>
                    <a:pt x="8500384" y="1291"/>
                  </a:lnTo>
                  <a:lnTo>
                    <a:pt x="8500542" y="1291"/>
                  </a:lnTo>
                  <a:lnTo>
                    <a:pt x="8500699" y="1291"/>
                  </a:lnTo>
                  <a:lnTo>
                    <a:pt x="8500857" y="1291"/>
                  </a:lnTo>
                  <a:lnTo>
                    <a:pt x="8501015" y="1291"/>
                  </a:lnTo>
                  <a:lnTo>
                    <a:pt x="8501172" y="1291"/>
                  </a:lnTo>
                  <a:lnTo>
                    <a:pt x="8501330" y="1291"/>
                  </a:lnTo>
                  <a:lnTo>
                    <a:pt x="8501488" y="1291"/>
                  </a:lnTo>
                  <a:lnTo>
                    <a:pt x="8501488" y="861"/>
                  </a:lnTo>
                  <a:lnTo>
                    <a:pt x="8501646" y="861"/>
                  </a:lnTo>
                  <a:lnTo>
                    <a:pt x="8501803" y="861"/>
                  </a:lnTo>
                  <a:lnTo>
                    <a:pt x="8501803" y="430"/>
                  </a:lnTo>
                  <a:lnTo>
                    <a:pt x="8501961" y="430"/>
                  </a:lnTo>
                  <a:lnTo>
                    <a:pt x="8502119" y="430"/>
                  </a:lnTo>
                  <a:lnTo>
                    <a:pt x="8502276" y="430"/>
                  </a:lnTo>
                  <a:lnTo>
                    <a:pt x="8502276" y="0"/>
                  </a:lnTo>
                  <a:lnTo>
                    <a:pt x="8502276" y="0"/>
                  </a:lnTo>
                  <a:lnTo>
                    <a:pt x="8502434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17504" y="4633556"/>
              <a:ext cx="1163034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87093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09039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87093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09039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87093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09039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87093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09039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76138" y="4765827"/>
              <a:ext cx="36365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76138" y="4985283"/>
              <a:ext cx="734811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TyG-ABSI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76138" y="5204739"/>
              <a:ext cx="336773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AIP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76138" y="5424195"/>
              <a:ext cx="684154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METS-IR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45" y="6340585"/>
                  </a:lnTo>
                  <a:lnTo>
                    <a:pt x="290" y="6340585"/>
                  </a:lnTo>
                  <a:lnTo>
                    <a:pt x="436" y="6340585"/>
                  </a:lnTo>
                  <a:lnTo>
                    <a:pt x="436" y="6339961"/>
                  </a:lnTo>
                  <a:lnTo>
                    <a:pt x="581" y="6339961"/>
                  </a:lnTo>
                  <a:lnTo>
                    <a:pt x="727" y="6339961"/>
                  </a:lnTo>
                  <a:lnTo>
                    <a:pt x="872" y="6339961"/>
                  </a:lnTo>
                  <a:lnTo>
                    <a:pt x="1017" y="6339961"/>
                  </a:lnTo>
                  <a:lnTo>
                    <a:pt x="1017" y="6339337"/>
                  </a:lnTo>
                  <a:lnTo>
                    <a:pt x="1163" y="6339337"/>
                  </a:lnTo>
                  <a:lnTo>
                    <a:pt x="1308" y="6339337"/>
                  </a:lnTo>
                  <a:lnTo>
                    <a:pt x="1454" y="6339337"/>
                  </a:lnTo>
                  <a:lnTo>
                    <a:pt x="1454" y="6338714"/>
                  </a:lnTo>
                  <a:lnTo>
                    <a:pt x="1599" y="6338714"/>
                  </a:lnTo>
                  <a:lnTo>
                    <a:pt x="1745" y="6338714"/>
                  </a:lnTo>
                  <a:lnTo>
                    <a:pt x="1890" y="6338714"/>
                  </a:lnTo>
                  <a:lnTo>
                    <a:pt x="1890" y="6338090"/>
                  </a:lnTo>
                  <a:lnTo>
                    <a:pt x="2035" y="6338090"/>
                  </a:lnTo>
                  <a:lnTo>
                    <a:pt x="2181" y="6338090"/>
                  </a:lnTo>
                  <a:lnTo>
                    <a:pt x="2326" y="6338090"/>
                  </a:lnTo>
                  <a:lnTo>
                    <a:pt x="2472" y="6338090"/>
                  </a:lnTo>
                  <a:lnTo>
                    <a:pt x="2617" y="6338090"/>
                  </a:lnTo>
                  <a:lnTo>
                    <a:pt x="2763" y="6338090"/>
                  </a:lnTo>
                  <a:lnTo>
                    <a:pt x="2908" y="6338090"/>
                  </a:lnTo>
                  <a:lnTo>
                    <a:pt x="2908" y="6337467"/>
                  </a:lnTo>
                  <a:lnTo>
                    <a:pt x="2908" y="6336843"/>
                  </a:lnTo>
                  <a:lnTo>
                    <a:pt x="3053" y="6336843"/>
                  </a:lnTo>
                  <a:lnTo>
                    <a:pt x="3053" y="6336219"/>
                  </a:lnTo>
                  <a:lnTo>
                    <a:pt x="3199" y="6336219"/>
                  </a:lnTo>
                  <a:lnTo>
                    <a:pt x="3344" y="6336219"/>
                  </a:lnTo>
                  <a:lnTo>
                    <a:pt x="3344" y="6335596"/>
                  </a:lnTo>
                  <a:lnTo>
                    <a:pt x="3490" y="6335596"/>
                  </a:lnTo>
                  <a:lnTo>
                    <a:pt x="3635" y="6335596"/>
                  </a:lnTo>
                  <a:lnTo>
                    <a:pt x="3781" y="6335596"/>
                  </a:lnTo>
                  <a:lnTo>
                    <a:pt x="3926" y="6335596"/>
                  </a:lnTo>
                  <a:lnTo>
                    <a:pt x="3926" y="6334972"/>
                  </a:lnTo>
                  <a:lnTo>
                    <a:pt x="4071" y="6334972"/>
                  </a:lnTo>
                  <a:lnTo>
                    <a:pt x="4217" y="6334972"/>
                  </a:lnTo>
                  <a:lnTo>
                    <a:pt x="4362" y="6334972"/>
                  </a:lnTo>
                  <a:lnTo>
                    <a:pt x="4508" y="6334972"/>
                  </a:lnTo>
                  <a:lnTo>
                    <a:pt x="4653" y="6334972"/>
                  </a:lnTo>
                  <a:lnTo>
                    <a:pt x="4799" y="6334972"/>
                  </a:lnTo>
                  <a:lnTo>
                    <a:pt x="4944" y="6334972"/>
                  </a:lnTo>
                  <a:lnTo>
                    <a:pt x="4944" y="6334349"/>
                  </a:lnTo>
                  <a:lnTo>
                    <a:pt x="5089" y="6334349"/>
                  </a:lnTo>
                  <a:lnTo>
                    <a:pt x="5235" y="6334349"/>
                  </a:lnTo>
                  <a:lnTo>
                    <a:pt x="5380" y="6334349"/>
                  </a:lnTo>
                  <a:lnTo>
                    <a:pt x="5526" y="6334349"/>
                  </a:lnTo>
                  <a:lnTo>
                    <a:pt x="5671" y="6334349"/>
                  </a:lnTo>
                  <a:lnTo>
                    <a:pt x="5817" y="6334349"/>
                  </a:lnTo>
                  <a:lnTo>
                    <a:pt x="5962" y="6334349"/>
                  </a:lnTo>
                  <a:lnTo>
                    <a:pt x="6107" y="6334349"/>
                  </a:lnTo>
                  <a:lnTo>
                    <a:pt x="6253" y="6334349"/>
                  </a:lnTo>
                  <a:lnTo>
                    <a:pt x="6398" y="6334349"/>
                  </a:lnTo>
                  <a:lnTo>
                    <a:pt x="6544" y="6334349"/>
                  </a:lnTo>
                  <a:lnTo>
                    <a:pt x="6689" y="6334349"/>
                  </a:lnTo>
                  <a:lnTo>
                    <a:pt x="6834" y="6334349"/>
                  </a:lnTo>
                  <a:lnTo>
                    <a:pt x="6980" y="6334349"/>
                  </a:lnTo>
                  <a:lnTo>
                    <a:pt x="6980" y="6333725"/>
                  </a:lnTo>
                  <a:lnTo>
                    <a:pt x="7125" y="6333725"/>
                  </a:lnTo>
                  <a:lnTo>
                    <a:pt x="7271" y="6333725"/>
                  </a:lnTo>
                  <a:lnTo>
                    <a:pt x="7271" y="6333102"/>
                  </a:lnTo>
                  <a:lnTo>
                    <a:pt x="7271" y="6332478"/>
                  </a:lnTo>
                  <a:lnTo>
                    <a:pt x="7416" y="6332478"/>
                  </a:lnTo>
                  <a:lnTo>
                    <a:pt x="7416" y="6331854"/>
                  </a:lnTo>
                  <a:lnTo>
                    <a:pt x="7562" y="6331854"/>
                  </a:lnTo>
                  <a:lnTo>
                    <a:pt x="7562" y="6331231"/>
                  </a:lnTo>
                  <a:lnTo>
                    <a:pt x="7562" y="6330607"/>
                  </a:lnTo>
                  <a:lnTo>
                    <a:pt x="7707" y="6330607"/>
                  </a:lnTo>
                  <a:lnTo>
                    <a:pt x="7852" y="6330607"/>
                  </a:lnTo>
                  <a:lnTo>
                    <a:pt x="7852" y="6329984"/>
                  </a:lnTo>
                  <a:lnTo>
                    <a:pt x="7998" y="6329984"/>
                  </a:lnTo>
                  <a:lnTo>
                    <a:pt x="8143" y="6329984"/>
                  </a:lnTo>
                  <a:lnTo>
                    <a:pt x="8289" y="6329984"/>
                  </a:lnTo>
                  <a:lnTo>
                    <a:pt x="8434" y="6329984"/>
                  </a:lnTo>
                  <a:lnTo>
                    <a:pt x="8434" y="6329360"/>
                  </a:lnTo>
                  <a:lnTo>
                    <a:pt x="8580" y="6329360"/>
                  </a:lnTo>
                  <a:lnTo>
                    <a:pt x="8725" y="6329360"/>
                  </a:lnTo>
                  <a:lnTo>
                    <a:pt x="8725" y="6328736"/>
                  </a:lnTo>
                  <a:lnTo>
                    <a:pt x="8870" y="6328736"/>
                  </a:lnTo>
                  <a:lnTo>
                    <a:pt x="9016" y="6328736"/>
                  </a:lnTo>
                  <a:lnTo>
                    <a:pt x="9161" y="6328736"/>
                  </a:lnTo>
                  <a:lnTo>
                    <a:pt x="9307" y="6328736"/>
                  </a:lnTo>
                  <a:lnTo>
                    <a:pt x="9452" y="6328736"/>
                  </a:lnTo>
                  <a:lnTo>
                    <a:pt x="9598" y="6328736"/>
                  </a:lnTo>
                  <a:lnTo>
                    <a:pt x="9598" y="6328113"/>
                  </a:lnTo>
                  <a:lnTo>
                    <a:pt x="9598" y="6327489"/>
                  </a:lnTo>
                  <a:lnTo>
                    <a:pt x="9743" y="6327489"/>
                  </a:lnTo>
                  <a:lnTo>
                    <a:pt x="9888" y="6327489"/>
                  </a:lnTo>
                  <a:lnTo>
                    <a:pt x="10034" y="6327489"/>
                  </a:lnTo>
                  <a:lnTo>
                    <a:pt x="10034" y="6326866"/>
                  </a:lnTo>
                  <a:lnTo>
                    <a:pt x="10034" y="6326242"/>
                  </a:lnTo>
                  <a:lnTo>
                    <a:pt x="10034" y="6325619"/>
                  </a:lnTo>
                  <a:lnTo>
                    <a:pt x="10179" y="6325619"/>
                  </a:lnTo>
                  <a:lnTo>
                    <a:pt x="10179" y="6324995"/>
                  </a:lnTo>
                  <a:lnTo>
                    <a:pt x="10325" y="6324995"/>
                  </a:lnTo>
                  <a:lnTo>
                    <a:pt x="10470" y="6324995"/>
                  </a:lnTo>
                  <a:lnTo>
                    <a:pt x="10616" y="6324995"/>
                  </a:lnTo>
                  <a:lnTo>
                    <a:pt x="10761" y="6324995"/>
                  </a:lnTo>
                  <a:lnTo>
                    <a:pt x="10906" y="6324995"/>
                  </a:lnTo>
                  <a:lnTo>
                    <a:pt x="11052" y="6324995"/>
                  </a:lnTo>
                  <a:lnTo>
                    <a:pt x="11197" y="6324995"/>
                  </a:lnTo>
                  <a:lnTo>
                    <a:pt x="11343" y="6324995"/>
                  </a:lnTo>
                  <a:lnTo>
                    <a:pt x="11488" y="6324995"/>
                  </a:lnTo>
                  <a:lnTo>
                    <a:pt x="11634" y="6324995"/>
                  </a:lnTo>
                  <a:lnTo>
                    <a:pt x="11779" y="6324995"/>
                  </a:lnTo>
                  <a:lnTo>
                    <a:pt x="11779" y="6324371"/>
                  </a:lnTo>
                  <a:lnTo>
                    <a:pt x="11924" y="6324371"/>
                  </a:lnTo>
                  <a:lnTo>
                    <a:pt x="11924" y="6323748"/>
                  </a:lnTo>
                  <a:lnTo>
                    <a:pt x="12070" y="6323748"/>
                  </a:lnTo>
                  <a:lnTo>
                    <a:pt x="12215" y="6323748"/>
                  </a:lnTo>
                  <a:lnTo>
                    <a:pt x="12361" y="6323748"/>
                  </a:lnTo>
                  <a:lnTo>
                    <a:pt x="12506" y="6323748"/>
                  </a:lnTo>
                  <a:lnTo>
                    <a:pt x="12652" y="6323748"/>
                  </a:lnTo>
                  <a:lnTo>
                    <a:pt x="12797" y="6323748"/>
                  </a:lnTo>
                  <a:lnTo>
                    <a:pt x="12797" y="6323124"/>
                  </a:lnTo>
                  <a:lnTo>
                    <a:pt x="12797" y="6322501"/>
                  </a:lnTo>
                  <a:lnTo>
                    <a:pt x="12942" y="6322501"/>
                  </a:lnTo>
                  <a:lnTo>
                    <a:pt x="13088" y="6322501"/>
                  </a:lnTo>
                  <a:lnTo>
                    <a:pt x="13233" y="6322501"/>
                  </a:lnTo>
                  <a:lnTo>
                    <a:pt x="13379" y="6322501"/>
                  </a:lnTo>
                  <a:lnTo>
                    <a:pt x="13379" y="6321877"/>
                  </a:lnTo>
                  <a:lnTo>
                    <a:pt x="13524" y="6321877"/>
                  </a:lnTo>
                  <a:lnTo>
                    <a:pt x="13669" y="6321877"/>
                  </a:lnTo>
                  <a:lnTo>
                    <a:pt x="13815" y="6321877"/>
                  </a:lnTo>
                  <a:lnTo>
                    <a:pt x="13960" y="6321877"/>
                  </a:lnTo>
                  <a:lnTo>
                    <a:pt x="13960" y="6321253"/>
                  </a:lnTo>
                  <a:lnTo>
                    <a:pt x="14106" y="6321253"/>
                  </a:lnTo>
                  <a:lnTo>
                    <a:pt x="14106" y="6320630"/>
                  </a:lnTo>
                  <a:lnTo>
                    <a:pt x="14251" y="6320630"/>
                  </a:lnTo>
                  <a:lnTo>
                    <a:pt x="14397" y="6320630"/>
                  </a:lnTo>
                  <a:lnTo>
                    <a:pt x="14542" y="6320630"/>
                  </a:lnTo>
                  <a:lnTo>
                    <a:pt x="14687" y="6320630"/>
                  </a:lnTo>
                  <a:lnTo>
                    <a:pt x="14833" y="6320630"/>
                  </a:lnTo>
                  <a:lnTo>
                    <a:pt x="14978" y="6320630"/>
                  </a:lnTo>
                  <a:lnTo>
                    <a:pt x="15124" y="6320630"/>
                  </a:lnTo>
                  <a:lnTo>
                    <a:pt x="15269" y="6320630"/>
                  </a:lnTo>
                  <a:lnTo>
                    <a:pt x="15415" y="6320630"/>
                  </a:lnTo>
                  <a:lnTo>
                    <a:pt x="15560" y="6320630"/>
                  </a:lnTo>
                  <a:lnTo>
                    <a:pt x="15560" y="6320006"/>
                  </a:lnTo>
                  <a:lnTo>
                    <a:pt x="15705" y="6320006"/>
                  </a:lnTo>
                  <a:lnTo>
                    <a:pt x="15851" y="6320006"/>
                  </a:lnTo>
                  <a:lnTo>
                    <a:pt x="15996" y="6320006"/>
                  </a:lnTo>
                  <a:lnTo>
                    <a:pt x="15996" y="6319383"/>
                  </a:lnTo>
                  <a:lnTo>
                    <a:pt x="15996" y="6318759"/>
                  </a:lnTo>
                  <a:lnTo>
                    <a:pt x="16142" y="6318759"/>
                  </a:lnTo>
                  <a:lnTo>
                    <a:pt x="16142" y="6318136"/>
                  </a:lnTo>
                  <a:lnTo>
                    <a:pt x="16287" y="6318136"/>
                  </a:lnTo>
                  <a:lnTo>
                    <a:pt x="16433" y="6318136"/>
                  </a:lnTo>
                  <a:lnTo>
                    <a:pt x="16578" y="6318136"/>
                  </a:lnTo>
                  <a:lnTo>
                    <a:pt x="16723" y="6318136"/>
                  </a:lnTo>
                  <a:lnTo>
                    <a:pt x="16869" y="6318136"/>
                  </a:lnTo>
                  <a:lnTo>
                    <a:pt x="17014" y="6318136"/>
                  </a:lnTo>
                  <a:lnTo>
                    <a:pt x="17160" y="6318136"/>
                  </a:lnTo>
                  <a:lnTo>
                    <a:pt x="17160" y="6317512"/>
                  </a:lnTo>
                  <a:lnTo>
                    <a:pt x="17305" y="6317512"/>
                  </a:lnTo>
                  <a:lnTo>
                    <a:pt x="17451" y="6317512"/>
                  </a:lnTo>
                  <a:lnTo>
                    <a:pt x="17596" y="6317512"/>
                  </a:lnTo>
                  <a:lnTo>
                    <a:pt x="17741" y="6317512"/>
                  </a:lnTo>
                  <a:lnTo>
                    <a:pt x="17887" y="6317512"/>
                  </a:lnTo>
                  <a:lnTo>
                    <a:pt x="18032" y="6317512"/>
                  </a:lnTo>
                  <a:lnTo>
                    <a:pt x="18178" y="6317512"/>
                  </a:lnTo>
                  <a:lnTo>
                    <a:pt x="18178" y="6316888"/>
                  </a:lnTo>
                  <a:lnTo>
                    <a:pt x="18178" y="6316265"/>
                  </a:lnTo>
                  <a:lnTo>
                    <a:pt x="18323" y="6316265"/>
                  </a:lnTo>
                  <a:lnTo>
                    <a:pt x="18323" y="6315641"/>
                  </a:lnTo>
                  <a:lnTo>
                    <a:pt x="18469" y="6315641"/>
                  </a:lnTo>
                  <a:lnTo>
                    <a:pt x="18614" y="6315641"/>
                  </a:lnTo>
                  <a:lnTo>
                    <a:pt x="18759" y="6315641"/>
                  </a:lnTo>
                  <a:lnTo>
                    <a:pt x="18905" y="6315641"/>
                  </a:lnTo>
                  <a:lnTo>
                    <a:pt x="19050" y="6315641"/>
                  </a:lnTo>
                  <a:lnTo>
                    <a:pt x="19196" y="6315641"/>
                  </a:lnTo>
                  <a:lnTo>
                    <a:pt x="19341" y="6315641"/>
                  </a:lnTo>
                  <a:lnTo>
                    <a:pt x="19487" y="6315641"/>
                  </a:lnTo>
                  <a:lnTo>
                    <a:pt x="19632" y="6315641"/>
                  </a:lnTo>
                  <a:lnTo>
                    <a:pt x="19777" y="6315641"/>
                  </a:lnTo>
                  <a:lnTo>
                    <a:pt x="19777" y="6315018"/>
                  </a:lnTo>
                  <a:lnTo>
                    <a:pt x="19923" y="6315018"/>
                  </a:lnTo>
                  <a:lnTo>
                    <a:pt x="20068" y="6315018"/>
                  </a:lnTo>
                  <a:lnTo>
                    <a:pt x="20214" y="6315018"/>
                  </a:lnTo>
                  <a:lnTo>
                    <a:pt x="20359" y="6315018"/>
                  </a:lnTo>
                  <a:lnTo>
                    <a:pt x="20504" y="6315018"/>
                  </a:lnTo>
                  <a:lnTo>
                    <a:pt x="20650" y="6315018"/>
                  </a:lnTo>
                  <a:lnTo>
                    <a:pt x="20795" y="6315018"/>
                  </a:lnTo>
                  <a:lnTo>
                    <a:pt x="20941" y="6315018"/>
                  </a:lnTo>
                  <a:lnTo>
                    <a:pt x="21086" y="6315018"/>
                  </a:lnTo>
                  <a:lnTo>
                    <a:pt x="21232" y="6315018"/>
                  </a:lnTo>
                  <a:lnTo>
                    <a:pt x="21377" y="6315018"/>
                  </a:lnTo>
                  <a:lnTo>
                    <a:pt x="21377" y="6314394"/>
                  </a:lnTo>
                  <a:lnTo>
                    <a:pt x="21522" y="6314394"/>
                  </a:lnTo>
                  <a:lnTo>
                    <a:pt x="21522" y="6313770"/>
                  </a:lnTo>
                  <a:lnTo>
                    <a:pt x="21522" y="6313147"/>
                  </a:lnTo>
                  <a:lnTo>
                    <a:pt x="21668" y="6313147"/>
                  </a:lnTo>
                  <a:lnTo>
                    <a:pt x="21813" y="6313147"/>
                  </a:lnTo>
                  <a:lnTo>
                    <a:pt x="21813" y="6312523"/>
                  </a:lnTo>
                  <a:lnTo>
                    <a:pt x="21959" y="6312523"/>
                  </a:lnTo>
                  <a:lnTo>
                    <a:pt x="22104" y="6312523"/>
                  </a:lnTo>
                  <a:lnTo>
                    <a:pt x="22250" y="6312523"/>
                  </a:lnTo>
                  <a:lnTo>
                    <a:pt x="22250" y="6311900"/>
                  </a:lnTo>
                  <a:lnTo>
                    <a:pt x="22250" y="6311276"/>
                  </a:lnTo>
                  <a:lnTo>
                    <a:pt x="22250" y="6310653"/>
                  </a:lnTo>
                  <a:lnTo>
                    <a:pt x="22395" y="6310653"/>
                  </a:lnTo>
                  <a:lnTo>
                    <a:pt x="22540" y="6310653"/>
                  </a:lnTo>
                  <a:lnTo>
                    <a:pt x="22686" y="6310653"/>
                  </a:lnTo>
                  <a:lnTo>
                    <a:pt x="22686" y="6310029"/>
                  </a:lnTo>
                  <a:lnTo>
                    <a:pt x="22831" y="6310029"/>
                  </a:lnTo>
                  <a:lnTo>
                    <a:pt x="22977" y="6309405"/>
                  </a:lnTo>
                  <a:lnTo>
                    <a:pt x="23122" y="6309405"/>
                  </a:lnTo>
                  <a:lnTo>
                    <a:pt x="23268" y="6309405"/>
                  </a:lnTo>
                  <a:lnTo>
                    <a:pt x="23413" y="6309405"/>
                  </a:lnTo>
                  <a:lnTo>
                    <a:pt x="23558" y="6309405"/>
                  </a:lnTo>
                  <a:lnTo>
                    <a:pt x="23558" y="6308782"/>
                  </a:lnTo>
                  <a:lnTo>
                    <a:pt x="23704" y="6308782"/>
                  </a:lnTo>
                  <a:lnTo>
                    <a:pt x="23849" y="6308782"/>
                  </a:lnTo>
                  <a:lnTo>
                    <a:pt x="23849" y="6308158"/>
                  </a:lnTo>
                  <a:lnTo>
                    <a:pt x="23995" y="6308158"/>
                  </a:lnTo>
                  <a:lnTo>
                    <a:pt x="24140" y="6308158"/>
                  </a:lnTo>
                  <a:lnTo>
                    <a:pt x="24286" y="6308158"/>
                  </a:lnTo>
                  <a:lnTo>
                    <a:pt x="24431" y="6308158"/>
                  </a:lnTo>
                  <a:lnTo>
                    <a:pt x="24576" y="6307535"/>
                  </a:lnTo>
                  <a:lnTo>
                    <a:pt x="24722" y="6307535"/>
                  </a:lnTo>
                  <a:lnTo>
                    <a:pt x="24867" y="6307535"/>
                  </a:lnTo>
                  <a:lnTo>
                    <a:pt x="25013" y="6307535"/>
                  </a:lnTo>
                  <a:lnTo>
                    <a:pt x="25013" y="6306287"/>
                  </a:lnTo>
                  <a:lnTo>
                    <a:pt x="25013" y="6305664"/>
                  </a:lnTo>
                  <a:lnTo>
                    <a:pt x="25158" y="6305664"/>
                  </a:lnTo>
                  <a:lnTo>
                    <a:pt x="25304" y="6305664"/>
                  </a:lnTo>
                  <a:lnTo>
                    <a:pt x="25449" y="6305664"/>
                  </a:lnTo>
                  <a:lnTo>
                    <a:pt x="25594" y="6305664"/>
                  </a:lnTo>
                  <a:lnTo>
                    <a:pt x="25594" y="6305040"/>
                  </a:lnTo>
                  <a:lnTo>
                    <a:pt x="25594" y="6304417"/>
                  </a:lnTo>
                  <a:lnTo>
                    <a:pt x="25594" y="6303793"/>
                  </a:lnTo>
                  <a:lnTo>
                    <a:pt x="25740" y="6303793"/>
                  </a:lnTo>
                  <a:lnTo>
                    <a:pt x="25740" y="6303170"/>
                  </a:lnTo>
                  <a:lnTo>
                    <a:pt x="25885" y="6303170"/>
                  </a:lnTo>
                  <a:lnTo>
                    <a:pt x="26031" y="6303170"/>
                  </a:lnTo>
                  <a:lnTo>
                    <a:pt x="26176" y="6303170"/>
                  </a:lnTo>
                  <a:lnTo>
                    <a:pt x="26322" y="6303170"/>
                  </a:lnTo>
                  <a:lnTo>
                    <a:pt x="26322" y="6302546"/>
                  </a:lnTo>
                  <a:lnTo>
                    <a:pt x="26467" y="6302546"/>
                  </a:lnTo>
                  <a:lnTo>
                    <a:pt x="26612" y="6302546"/>
                  </a:lnTo>
                  <a:lnTo>
                    <a:pt x="26758" y="6302546"/>
                  </a:lnTo>
                  <a:lnTo>
                    <a:pt x="26903" y="6302546"/>
                  </a:lnTo>
                  <a:lnTo>
                    <a:pt x="27049" y="6302546"/>
                  </a:lnTo>
                  <a:lnTo>
                    <a:pt x="27194" y="6302546"/>
                  </a:lnTo>
                  <a:lnTo>
                    <a:pt x="27194" y="6301922"/>
                  </a:lnTo>
                  <a:lnTo>
                    <a:pt x="27339" y="6301922"/>
                  </a:lnTo>
                  <a:lnTo>
                    <a:pt x="27339" y="6301299"/>
                  </a:lnTo>
                  <a:lnTo>
                    <a:pt x="27339" y="6300675"/>
                  </a:lnTo>
                  <a:lnTo>
                    <a:pt x="27339" y="6300052"/>
                  </a:lnTo>
                  <a:lnTo>
                    <a:pt x="27485" y="6300052"/>
                  </a:lnTo>
                  <a:lnTo>
                    <a:pt x="27630" y="6300052"/>
                  </a:lnTo>
                  <a:lnTo>
                    <a:pt x="27776" y="6300052"/>
                  </a:lnTo>
                  <a:lnTo>
                    <a:pt x="27921" y="6300052"/>
                  </a:lnTo>
                  <a:lnTo>
                    <a:pt x="28067" y="6300052"/>
                  </a:lnTo>
                  <a:lnTo>
                    <a:pt x="28212" y="6299428"/>
                  </a:lnTo>
                  <a:lnTo>
                    <a:pt x="28357" y="6299428"/>
                  </a:lnTo>
                  <a:lnTo>
                    <a:pt x="28357" y="6298805"/>
                  </a:lnTo>
                  <a:lnTo>
                    <a:pt x="28503" y="6298805"/>
                  </a:lnTo>
                  <a:lnTo>
                    <a:pt x="28503" y="6298181"/>
                  </a:lnTo>
                  <a:lnTo>
                    <a:pt x="28648" y="6298181"/>
                  </a:lnTo>
                  <a:lnTo>
                    <a:pt x="28648" y="6297557"/>
                  </a:lnTo>
                  <a:lnTo>
                    <a:pt x="28648" y="6296934"/>
                  </a:lnTo>
                  <a:lnTo>
                    <a:pt x="28794" y="6296934"/>
                  </a:lnTo>
                  <a:lnTo>
                    <a:pt x="28939" y="6296934"/>
                  </a:lnTo>
                  <a:lnTo>
                    <a:pt x="28939" y="6296310"/>
                  </a:lnTo>
                  <a:lnTo>
                    <a:pt x="29085" y="6296310"/>
                  </a:lnTo>
                  <a:lnTo>
                    <a:pt x="29230" y="6296310"/>
                  </a:lnTo>
                  <a:lnTo>
                    <a:pt x="29375" y="6296310"/>
                  </a:lnTo>
                  <a:lnTo>
                    <a:pt x="29521" y="6296310"/>
                  </a:lnTo>
                  <a:lnTo>
                    <a:pt x="29666" y="6296310"/>
                  </a:lnTo>
                  <a:lnTo>
                    <a:pt x="29666" y="6295687"/>
                  </a:lnTo>
                  <a:lnTo>
                    <a:pt x="29812" y="6295687"/>
                  </a:lnTo>
                  <a:lnTo>
                    <a:pt x="29957" y="6295687"/>
                  </a:lnTo>
                  <a:lnTo>
                    <a:pt x="30103" y="6295687"/>
                  </a:lnTo>
                  <a:lnTo>
                    <a:pt x="30248" y="6295687"/>
                  </a:lnTo>
                  <a:lnTo>
                    <a:pt x="30393" y="6295687"/>
                  </a:lnTo>
                  <a:lnTo>
                    <a:pt x="30539" y="6295687"/>
                  </a:lnTo>
                  <a:lnTo>
                    <a:pt x="30684" y="6295687"/>
                  </a:lnTo>
                  <a:lnTo>
                    <a:pt x="30830" y="6295687"/>
                  </a:lnTo>
                  <a:lnTo>
                    <a:pt x="30975" y="6295687"/>
                  </a:lnTo>
                  <a:lnTo>
                    <a:pt x="31121" y="6295687"/>
                  </a:lnTo>
                  <a:lnTo>
                    <a:pt x="31266" y="6295687"/>
                  </a:lnTo>
                  <a:lnTo>
                    <a:pt x="31411" y="6295687"/>
                  </a:lnTo>
                  <a:lnTo>
                    <a:pt x="31411" y="6295063"/>
                  </a:lnTo>
                  <a:lnTo>
                    <a:pt x="31557" y="6295063"/>
                  </a:lnTo>
                  <a:lnTo>
                    <a:pt x="31702" y="6295063"/>
                  </a:lnTo>
                  <a:lnTo>
                    <a:pt x="31848" y="6295063"/>
                  </a:lnTo>
                  <a:lnTo>
                    <a:pt x="31848" y="6294439"/>
                  </a:lnTo>
                  <a:lnTo>
                    <a:pt x="31848" y="6293816"/>
                  </a:lnTo>
                  <a:lnTo>
                    <a:pt x="31848" y="6293192"/>
                  </a:lnTo>
                  <a:lnTo>
                    <a:pt x="31848" y="6292569"/>
                  </a:lnTo>
                  <a:lnTo>
                    <a:pt x="31848" y="6291945"/>
                  </a:lnTo>
                  <a:lnTo>
                    <a:pt x="31848" y="6291322"/>
                  </a:lnTo>
                  <a:lnTo>
                    <a:pt x="31993" y="6291322"/>
                  </a:lnTo>
                  <a:lnTo>
                    <a:pt x="32139" y="6291322"/>
                  </a:lnTo>
                  <a:lnTo>
                    <a:pt x="32284" y="6291322"/>
                  </a:lnTo>
                  <a:lnTo>
                    <a:pt x="32429" y="6290698"/>
                  </a:lnTo>
                  <a:lnTo>
                    <a:pt x="32720" y="6290698"/>
                  </a:lnTo>
                  <a:lnTo>
                    <a:pt x="32720" y="6290074"/>
                  </a:lnTo>
                  <a:lnTo>
                    <a:pt x="32866" y="6290074"/>
                  </a:lnTo>
                  <a:lnTo>
                    <a:pt x="33011" y="6290074"/>
                  </a:lnTo>
                  <a:lnTo>
                    <a:pt x="33157" y="6290074"/>
                  </a:lnTo>
                  <a:lnTo>
                    <a:pt x="33302" y="6290074"/>
                  </a:lnTo>
                  <a:lnTo>
                    <a:pt x="33447" y="6290074"/>
                  </a:lnTo>
                  <a:lnTo>
                    <a:pt x="33593" y="6290074"/>
                  </a:lnTo>
                  <a:lnTo>
                    <a:pt x="33738" y="6290074"/>
                  </a:lnTo>
                  <a:lnTo>
                    <a:pt x="33884" y="6290074"/>
                  </a:lnTo>
                  <a:lnTo>
                    <a:pt x="33884" y="6289451"/>
                  </a:lnTo>
                  <a:lnTo>
                    <a:pt x="34029" y="6289451"/>
                  </a:lnTo>
                  <a:lnTo>
                    <a:pt x="34174" y="6289451"/>
                  </a:lnTo>
                  <a:lnTo>
                    <a:pt x="34320" y="6289451"/>
                  </a:lnTo>
                  <a:lnTo>
                    <a:pt x="34320" y="6288827"/>
                  </a:lnTo>
                  <a:lnTo>
                    <a:pt x="34320" y="6288204"/>
                  </a:lnTo>
                  <a:lnTo>
                    <a:pt x="34320" y="6287580"/>
                  </a:lnTo>
                  <a:lnTo>
                    <a:pt x="34465" y="6287580"/>
                  </a:lnTo>
                  <a:lnTo>
                    <a:pt x="34611" y="6287580"/>
                  </a:lnTo>
                  <a:lnTo>
                    <a:pt x="34611" y="6286956"/>
                  </a:lnTo>
                  <a:lnTo>
                    <a:pt x="34756" y="6286956"/>
                  </a:lnTo>
                  <a:lnTo>
                    <a:pt x="34902" y="6286956"/>
                  </a:lnTo>
                  <a:lnTo>
                    <a:pt x="35047" y="6286956"/>
                  </a:lnTo>
                  <a:lnTo>
                    <a:pt x="35047" y="6286333"/>
                  </a:lnTo>
                  <a:lnTo>
                    <a:pt x="35192" y="6286333"/>
                  </a:lnTo>
                  <a:lnTo>
                    <a:pt x="35338" y="6286333"/>
                  </a:lnTo>
                  <a:lnTo>
                    <a:pt x="35338" y="6285709"/>
                  </a:lnTo>
                  <a:lnTo>
                    <a:pt x="35483" y="6285709"/>
                  </a:lnTo>
                  <a:lnTo>
                    <a:pt x="35629" y="6285709"/>
                  </a:lnTo>
                  <a:lnTo>
                    <a:pt x="35774" y="6285709"/>
                  </a:lnTo>
                  <a:lnTo>
                    <a:pt x="35920" y="6285709"/>
                  </a:lnTo>
                  <a:lnTo>
                    <a:pt x="36065" y="6285709"/>
                  </a:lnTo>
                  <a:lnTo>
                    <a:pt x="36210" y="6285709"/>
                  </a:lnTo>
                  <a:lnTo>
                    <a:pt x="36210" y="6285086"/>
                  </a:lnTo>
                  <a:lnTo>
                    <a:pt x="36356" y="6285086"/>
                  </a:lnTo>
                  <a:lnTo>
                    <a:pt x="36501" y="6285086"/>
                  </a:lnTo>
                  <a:lnTo>
                    <a:pt x="36647" y="6285086"/>
                  </a:lnTo>
                  <a:lnTo>
                    <a:pt x="36647" y="6284462"/>
                  </a:lnTo>
                  <a:lnTo>
                    <a:pt x="36792" y="6284462"/>
                  </a:lnTo>
                  <a:lnTo>
                    <a:pt x="36792" y="6283839"/>
                  </a:lnTo>
                  <a:lnTo>
                    <a:pt x="36938" y="6283839"/>
                  </a:lnTo>
                  <a:lnTo>
                    <a:pt x="37083" y="6283839"/>
                  </a:lnTo>
                  <a:lnTo>
                    <a:pt x="37228" y="6283839"/>
                  </a:lnTo>
                  <a:lnTo>
                    <a:pt x="37374" y="6283839"/>
                  </a:lnTo>
                  <a:lnTo>
                    <a:pt x="37519" y="6283839"/>
                  </a:lnTo>
                  <a:lnTo>
                    <a:pt x="37519" y="6283215"/>
                  </a:lnTo>
                  <a:lnTo>
                    <a:pt x="37519" y="6282591"/>
                  </a:lnTo>
                  <a:lnTo>
                    <a:pt x="37519" y="6281968"/>
                  </a:lnTo>
                  <a:lnTo>
                    <a:pt x="37519" y="6281344"/>
                  </a:lnTo>
                  <a:lnTo>
                    <a:pt x="37665" y="6281344"/>
                  </a:lnTo>
                  <a:lnTo>
                    <a:pt x="37810" y="6281344"/>
                  </a:lnTo>
                  <a:lnTo>
                    <a:pt x="37956" y="6281344"/>
                  </a:lnTo>
                  <a:lnTo>
                    <a:pt x="37956" y="6280721"/>
                  </a:lnTo>
                  <a:lnTo>
                    <a:pt x="38101" y="6280721"/>
                  </a:lnTo>
                  <a:lnTo>
                    <a:pt x="38246" y="6280721"/>
                  </a:lnTo>
                  <a:lnTo>
                    <a:pt x="38392" y="6280721"/>
                  </a:lnTo>
                  <a:lnTo>
                    <a:pt x="38537" y="6280721"/>
                  </a:lnTo>
                  <a:lnTo>
                    <a:pt x="38683" y="6280721"/>
                  </a:lnTo>
                  <a:lnTo>
                    <a:pt x="38828" y="6280721"/>
                  </a:lnTo>
                  <a:lnTo>
                    <a:pt x="38974" y="6280721"/>
                  </a:lnTo>
                  <a:lnTo>
                    <a:pt x="39119" y="6280721"/>
                  </a:lnTo>
                  <a:lnTo>
                    <a:pt x="39264" y="6280721"/>
                  </a:lnTo>
                  <a:lnTo>
                    <a:pt x="39264" y="6280097"/>
                  </a:lnTo>
                  <a:lnTo>
                    <a:pt x="39410" y="6280097"/>
                  </a:lnTo>
                  <a:lnTo>
                    <a:pt x="39555" y="6280097"/>
                  </a:lnTo>
                  <a:lnTo>
                    <a:pt x="39701" y="6280097"/>
                  </a:lnTo>
                  <a:lnTo>
                    <a:pt x="39701" y="6279473"/>
                  </a:lnTo>
                  <a:lnTo>
                    <a:pt x="39846" y="6279473"/>
                  </a:lnTo>
                  <a:lnTo>
                    <a:pt x="39992" y="6279473"/>
                  </a:lnTo>
                  <a:lnTo>
                    <a:pt x="40137" y="6279473"/>
                  </a:lnTo>
                  <a:lnTo>
                    <a:pt x="40282" y="6279473"/>
                  </a:lnTo>
                  <a:lnTo>
                    <a:pt x="40282" y="6278850"/>
                  </a:lnTo>
                  <a:lnTo>
                    <a:pt x="40428" y="6278850"/>
                  </a:lnTo>
                  <a:lnTo>
                    <a:pt x="40573" y="6278850"/>
                  </a:lnTo>
                  <a:lnTo>
                    <a:pt x="40719" y="6278850"/>
                  </a:lnTo>
                  <a:lnTo>
                    <a:pt x="40864" y="6278850"/>
                  </a:lnTo>
                  <a:lnTo>
                    <a:pt x="41009" y="6278850"/>
                  </a:lnTo>
                  <a:lnTo>
                    <a:pt x="41155" y="6278850"/>
                  </a:lnTo>
                  <a:lnTo>
                    <a:pt x="41300" y="6278850"/>
                  </a:lnTo>
                  <a:lnTo>
                    <a:pt x="41446" y="6278850"/>
                  </a:lnTo>
                  <a:lnTo>
                    <a:pt x="41446" y="6278226"/>
                  </a:lnTo>
                  <a:lnTo>
                    <a:pt x="41446" y="6277603"/>
                  </a:lnTo>
                  <a:lnTo>
                    <a:pt x="41591" y="6277603"/>
                  </a:lnTo>
                  <a:lnTo>
                    <a:pt x="41737" y="6277603"/>
                  </a:lnTo>
                  <a:lnTo>
                    <a:pt x="41882" y="6277603"/>
                  </a:lnTo>
                  <a:lnTo>
                    <a:pt x="41882" y="6276979"/>
                  </a:lnTo>
                  <a:lnTo>
                    <a:pt x="41882" y="6276356"/>
                  </a:lnTo>
                  <a:lnTo>
                    <a:pt x="41882" y="6275732"/>
                  </a:lnTo>
                  <a:lnTo>
                    <a:pt x="41882" y="6275108"/>
                  </a:lnTo>
                  <a:lnTo>
                    <a:pt x="42027" y="6275108"/>
                  </a:lnTo>
                  <a:lnTo>
                    <a:pt x="42173" y="6275108"/>
                  </a:lnTo>
                  <a:lnTo>
                    <a:pt x="42173" y="6274485"/>
                  </a:lnTo>
                  <a:lnTo>
                    <a:pt x="42318" y="6274485"/>
                  </a:lnTo>
                  <a:lnTo>
                    <a:pt x="42464" y="6274485"/>
                  </a:lnTo>
                  <a:lnTo>
                    <a:pt x="42464" y="6273861"/>
                  </a:lnTo>
                  <a:lnTo>
                    <a:pt x="42464" y="6273238"/>
                  </a:lnTo>
                  <a:lnTo>
                    <a:pt x="42609" y="6273238"/>
                  </a:lnTo>
                  <a:lnTo>
                    <a:pt x="42755" y="6273238"/>
                  </a:lnTo>
                  <a:lnTo>
                    <a:pt x="42755" y="6272614"/>
                  </a:lnTo>
                  <a:lnTo>
                    <a:pt x="42900" y="6272614"/>
                  </a:lnTo>
                  <a:lnTo>
                    <a:pt x="43045" y="6272614"/>
                  </a:lnTo>
                  <a:lnTo>
                    <a:pt x="43191" y="6272614"/>
                  </a:lnTo>
                  <a:lnTo>
                    <a:pt x="43336" y="6272614"/>
                  </a:lnTo>
                  <a:lnTo>
                    <a:pt x="43482" y="6272614"/>
                  </a:lnTo>
                  <a:lnTo>
                    <a:pt x="43482" y="6271990"/>
                  </a:lnTo>
                  <a:lnTo>
                    <a:pt x="43627" y="6271990"/>
                  </a:lnTo>
                  <a:lnTo>
                    <a:pt x="43773" y="6271990"/>
                  </a:lnTo>
                  <a:lnTo>
                    <a:pt x="43918" y="6271990"/>
                  </a:lnTo>
                  <a:lnTo>
                    <a:pt x="44063" y="6271990"/>
                  </a:lnTo>
                  <a:lnTo>
                    <a:pt x="44063" y="6271367"/>
                  </a:lnTo>
                  <a:lnTo>
                    <a:pt x="44209" y="6271367"/>
                  </a:lnTo>
                  <a:lnTo>
                    <a:pt x="44354" y="6271367"/>
                  </a:lnTo>
                  <a:lnTo>
                    <a:pt x="44500" y="6271367"/>
                  </a:lnTo>
                  <a:lnTo>
                    <a:pt x="44500" y="6270743"/>
                  </a:lnTo>
                  <a:lnTo>
                    <a:pt x="44500" y="6270120"/>
                  </a:lnTo>
                  <a:lnTo>
                    <a:pt x="44645" y="6270120"/>
                  </a:lnTo>
                  <a:lnTo>
                    <a:pt x="44936" y="6270120"/>
                  </a:lnTo>
                  <a:lnTo>
                    <a:pt x="45081" y="6270120"/>
                  </a:lnTo>
                  <a:lnTo>
                    <a:pt x="45081" y="6269496"/>
                  </a:lnTo>
                  <a:lnTo>
                    <a:pt x="45372" y="6269496"/>
                  </a:lnTo>
                  <a:lnTo>
                    <a:pt x="45518" y="6269496"/>
                  </a:lnTo>
                  <a:lnTo>
                    <a:pt x="45663" y="6269496"/>
                  </a:lnTo>
                  <a:lnTo>
                    <a:pt x="45663" y="6268873"/>
                  </a:lnTo>
                  <a:lnTo>
                    <a:pt x="45809" y="6268873"/>
                  </a:lnTo>
                  <a:lnTo>
                    <a:pt x="45954" y="6268873"/>
                  </a:lnTo>
                  <a:lnTo>
                    <a:pt x="46099" y="6268873"/>
                  </a:lnTo>
                  <a:lnTo>
                    <a:pt x="46245" y="6268873"/>
                  </a:lnTo>
                  <a:lnTo>
                    <a:pt x="46245" y="6268249"/>
                  </a:lnTo>
                  <a:lnTo>
                    <a:pt x="46390" y="6268249"/>
                  </a:lnTo>
                  <a:lnTo>
                    <a:pt x="46536" y="6268249"/>
                  </a:lnTo>
                  <a:lnTo>
                    <a:pt x="46536" y="6267625"/>
                  </a:lnTo>
                  <a:lnTo>
                    <a:pt x="46681" y="6267625"/>
                  </a:lnTo>
                  <a:lnTo>
                    <a:pt x="46827" y="6267625"/>
                  </a:lnTo>
                  <a:lnTo>
                    <a:pt x="46972" y="6267625"/>
                  </a:lnTo>
                  <a:lnTo>
                    <a:pt x="47117" y="6267625"/>
                  </a:lnTo>
                  <a:lnTo>
                    <a:pt x="47263" y="6267002"/>
                  </a:lnTo>
                  <a:lnTo>
                    <a:pt x="47263" y="6266378"/>
                  </a:lnTo>
                  <a:lnTo>
                    <a:pt x="47408" y="6266378"/>
                  </a:lnTo>
                  <a:lnTo>
                    <a:pt x="47554" y="6266378"/>
                  </a:lnTo>
                  <a:lnTo>
                    <a:pt x="47554" y="6265755"/>
                  </a:lnTo>
                  <a:lnTo>
                    <a:pt x="47699" y="6265755"/>
                  </a:lnTo>
                  <a:lnTo>
                    <a:pt x="47844" y="6265755"/>
                  </a:lnTo>
                  <a:lnTo>
                    <a:pt x="47990" y="6265755"/>
                  </a:lnTo>
                  <a:lnTo>
                    <a:pt x="48135" y="6265755"/>
                  </a:lnTo>
                  <a:lnTo>
                    <a:pt x="48281" y="6265755"/>
                  </a:lnTo>
                  <a:lnTo>
                    <a:pt x="48426" y="6265755"/>
                  </a:lnTo>
                  <a:lnTo>
                    <a:pt x="48572" y="6265755"/>
                  </a:lnTo>
                  <a:lnTo>
                    <a:pt x="48717" y="6265755"/>
                  </a:lnTo>
                  <a:lnTo>
                    <a:pt x="48862" y="6265755"/>
                  </a:lnTo>
                  <a:lnTo>
                    <a:pt x="49008" y="6265755"/>
                  </a:lnTo>
                  <a:lnTo>
                    <a:pt x="49153" y="6265755"/>
                  </a:lnTo>
                  <a:lnTo>
                    <a:pt x="49153" y="6265131"/>
                  </a:lnTo>
                  <a:lnTo>
                    <a:pt x="49299" y="6265131"/>
                  </a:lnTo>
                  <a:lnTo>
                    <a:pt x="49444" y="6265131"/>
                  </a:lnTo>
                  <a:lnTo>
                    <a:pt x="49590" y="6265131"/>
                  </a:lnTo>
                  <a:lnTo>
                    <a:pt x="49590" y="6264507"/>
                  </a:lnTo>
                  <a:lnTo>
                    <a:pt x="49735" y="6264507"/>
                  </a:lnTo>
                  <a:lnTo>
                    <a:pt x="49880" y="6264507"/>
                  </a:lnTo>
                  <a:lnTo>
                    <a:pt x="50026" y="6264507"/>
                  </a:lnTo>
                  <a:lnTo>
                    <a:pt x="50171" y="6264507"/>
                  </a:lnTo>
                  <a:lnTo>
                    <a:pt x="50317" y="6264507"/>
                  </a:lnTo>
                  <a:lnTo>
                    <a:pt x="50462" y="6264507"/>
                  </a:lnTo>
                  <a:lnTo>
                    <a:pt x="50608" y="6264507"/>
                  </a:lnTo>
                  <a:lnTo>
                    <a:pt x="50753" y="6264507"/>
                  </a:lnTo>
                  <a:lnTo>
                    <a:pt x="50898" y="6264507"/>
                  </a:lnTo>
                  <a:lnTo>
                    <a:pt x="51044" y="6264507"/>
                  </a:lnTo>
                  <a:lnTo>
                    <a:pt x="51189" y="6264507"/>
                  </a:lnTo>
                  <a:lnTo>
                    <a:pt x="51189" y="6263884"/>
                  </a:lnTo>
                  <a:lnTo>
                    <a:pt x="51335" y="6263884"/>
                  </a:lnTo>
                  <a:lnTo>
                    <a:pt x="51480" y="6263884"/>
                  </a:lnTo>
                  <a:lnTo>
                    <a:pt x="51626" y="6263884"/>
                  </a:lnTo>
                  <a:lnTo>
                    <a:pt x="51771" y="6263884"/>
                  </a:lnTo>
                  <a:lnTo>
                    <a:pt x="51916" y="6263884"/>
                  </a:lnTo>
                  <a:lnTo>
                    <a:pt x="52062" y="6263884"/>
                  </a:lnTo>
                  <a:lnTo>
                    <a:pt x="52062" y="6263260"/>
                  </a:lnTo>
                  <a:lnTo>
                    <a:pt x="52062" y="6262013"/>
                  </a:lnTo>
                  <a:lnTo>
                    <a:pt x="52062" y="6261390"/>
                  </a:lnTo>
                  <a:lnTo>
                    <a:pt x="52207" y="6261390"/>
                  </a:lnTo>
                  <a:lnTo>
                    <a:pt x="52207" y="6260766"/>
                  </a:lnTo>
                  <a:lnTo>
                    <a:pt x="52207" y="6260142"/>
                  </a:lnTo>
                  <a:lnTo>
                    <a:pt x="52353" y="6260142"/>
                  </a:lnTo>
                  <a:lnTo>
                    <a:pt x="52498" y="6260142"/>
                  </a:lnTo>
                  <a:lnTo>
                    <a:pt x="52644" y="6260142"/>
                  </a:lnTo>
                  <a:lnTo>
                    <a:pt x="52789" y="6260142"/>
                  </a:lnTo>
                  <a:lnTo>
                    <a:pt x="52934" y="6260142"/>
                  </a:lnTo>
                  <a:lnTo>
                    <a:pt x="52934" y="6259519"/>
                  </a:lnTo>
                  <a:lnTo>
                    <a:pt x="53080" y="6259519"/>
                  </a:lnTo>
                  <a:lnTo>
                    <a:pt x="53080" y="6258895"/>
                  </a:lnTo>
                  <a:lnTo>
                    <a:pt x="53225" y="6258895"/>
                  </a:lnTo>
                  <a:lnTo>
                    <a:pt x="53371" y="6258895"/>
                  </a:lnTo>
                  <a:lnTo>
                    <a:pt x="53516" y="6258895"/>
                  </a:lnTo>
                  <a:lnTo>
                    <a:pt x="53662" y="6258895"/>
                  </a:lnTo>
                  <a:lnTo>
                    <a:pt x="53807" y="6258895"/>
                  </a:lnTo>
                  <a:lnTo>
                    <a:pt x="53807" y="6258272"/>
                  </a:lnTo>
                  <a:lnTo>
                    <a:pt x="53952" y="6258272"/>
                  </a:lnTo>
                  <a:lnTo>
                    <a:pt x="54098" y="6258272"/>
                  </a:lnTo>
                  <a:lnTo>
                    <a:pt x="54243" y="6257648"/>
                  </a:lnTo>
                  <a:lnTo>
                    <a:pt x="54534" y="6257648"/>
                  </a:lnTo>
                  <a:lnTo>
                    <a:pt x="54679" y="6257648"/>
                  </a:lnTo>
                  <a:lnTo>
                    <a:pt x="54825" y="6257648"/>
                  </a:lnTo>
                  <a:lnTo>
                    <a:pt x="54825" y="6257024"/>
                  </a:lnTo>
                  <a:lnTo>
                    <a:pt x="54825" y="6256401"/>
                  </a:lnTo>
                  <a:lnTo>
                    <a:pt x="54825" y="6255777"/>
                  </a:lnTo>
                  <a:lnTo>
                    <a:pt x="54970" y="6255777"/>
                  </a:lnTo>
                  <a:lnTo>
                    <a:pt x="55261" y="6255777"/>
                  </a:lnTo>
                  <a:lnTo>
                    <a:pt x="55407" y="6255777"/>
                  </a:lnTo>
                  <a:lnTo>
                    <a:pt x="55552" y="6255777"/>
                  </a:lnTo>
                  <a:lnTo>
                    <a:pt x="55697" y="6255777"/>
                  </a:lnTo>
                  <a:lnTo>
                    <a:pt x="55843" y="6255777"/>
                  </a:lnTo>
                  <a:lnTo>
                    <a:pt x="55843" y="6255154"/>
                  </a:lnTo>
                  <a:lnTo>
                    <a:pt x="55988" y="6255154"/>
                  </a:lnTo>
                  <a:lnTo>
                    <a:pt x="56134" y="6255154"/>
                  </a:lnTo>
                  <a:lnTo>
                    <a:pt x="56279" y="6255154"/>
                  </a:lnTo>
                  <a:lnTo>
                    <a:pt x="56279" y="6254530"/>
                  </a:lnTo>
                  <a:lnTo>
                    <a:pt x="56425" y="6254530"/>
                  </a:lnTo>
                  <a:lnTo>
                    <a:pt x="56425" y="6253907"/>
                  </a:lnTo>
                  <a:lnTo>
                    <a:pt x="56570" y="6253907"/>
                  </a:lnTo>
                  <a:lnTo>
                    <a:pt x="56715" y="6253907"/>
                  </a:lnTo>
                  <a:lnTo>
                    <a:pt x="56861" y="6253907"/>
                  </a:lnTo>
                  <a:lnTo>
                    <a:pt x="57006" y="6253907"/>
                  </a:lnTo>
                  <a:lnTo>
                    <a:pt x="57006" y="6253283"/>
                  </a:lnTo>
                  <a:lnTo>
                    <a:pt x="57152" y="6253283"/>
                  </a:lnTo>
                  <a:lnTo>
                    <a:pt x="57297" y="6253283"/>
                  </a:lnTo>
                  <a:lnTo>
                    <a:pt x="57588" y="6253283"/>
                  </a:lnTo>
                  <a:lnTo>
                    <a:pt x="57879" y="6253283"/>
                  </a:lnTo>
                  <a:lnTo>
                    <a:pt x="58024" y="6253283"/>
                  </a:lnTo>
                  <a:lnTo>
                    <a:pt x="58170" y="6253283"/>
                  </a:lnTo>
                  <a:lnTo>
                    <a:pt x="58315" y="6253283"/>
                  </a:lnTo>
                  <a:lnTo>
                    <a:pt x="58315" y="6252659"/>
                  </a:lnTo>
                  <a:lnTo>
                    <a:pt x="58315" y="6252036"/>
                  </a:lnTo>
                  <a:lnTo>
                    <a:pt x="58461" y="6252036"/>
                  </a:lnTo>
                  <a:lnTo>
                    <a:pt x="58606" y="6252036"/>
                  </a:lnTo>
                  <a:lnTo>
                    <a:pt x="58751" y="6252036"/>
                  </a:lnTo>
                  <a:lnTo>
                    <a:pt x="58897" y="6252036"/>
                  </a:lnTo>
                  <a:lnTo>
                    <a:pt x="58897" y="6251412"/>
                  </a:lnTo>
                  <a:lnTo>
                    <a:pt x="58897" y="6250789"/>
                  </a:lnTo>
                  <a:lnTo>
                    <a:pt x="59042" y="6250789"/>
                  </a:lnTo>
                  <a:lnTo>
                    <a:pt x="59042" y="6250165"/>
                  </a:lnTo>
                  <a:lnTo>
                    <a:pt x="59188" y="6250165"/>
                  </a:lnTo>
                  <a:lnTo>
                    <a:pt x="59333" y="6250165"/>
                  </a:lnTo>
                  <a:lnTo>
                    <a:pt x="59479" y="6250165"/>
                  </a:lnTo>
                  <a:lnTo>
                    <a:pt x="59624" y="6250165"/>
                  </a:lnTo>
                  <a:lnTo>
                    <a:pt x="59624" y="6249542"/>
                  </a:lnTo>
                  <a:lnTo>
                    <a:pt x="59769" y="6249542"/>
                  </a:lnTo>
                  <a:lnTo>
                    <a:pt x="59915" y="6249542"/>
                  </a:lnTo>
                  <a:lnTo>
                    <a:pt x="60060" y="6249542"/>
                  </a:lnTo>
                  <a:lnTo>
                    <a:pt x="60206" y="6249542"/>
                  </a:lnTo>
                  <a:lnTo>
                    <a:pt x="60497" y="6249542"/>
                  </a:lnTo>
                  <a:lnTo>
                    <a:pt x="60642" y="6249542"/>
                  </a:lnTo>
                  <a:lnTo>
                    <a:pt x="60787" y="6249542"/>
                  </a:lnTo>
                  <a:lnTo>
                    <a:pt x="60933" y="6249542"/>
                  </a:lnTo>
                  <a:lnTo>
                    <a:pt x="60933" y="6248918"/>
                  </a:lnTo>
                  <a:lnTo>
                    <a:pt x="61078" y="6248918"/>
                  </a:lnTo>
                  <a:lnTo>
                    <a:pt x="61369" y="6248918"/>
                  </a:lnTo>
                  <a:lnTo>
                    <a:pt x="61514" y="6248294"/>
                  </a:lnTo>
                  <a:lnTo>
                    <a:pt x="61514" y="6247671"/>
                  </a:lnTo>
                  <a:lnTo>
                    <a:pt x="61660" y="6247671"/>
                  </a:lnTo>
                  <a:lnTo>
                    <a:pt x="61805" y="6247671"/>
                  </a:lnTo>
                  <a:lnTo>
                    <a:pt x="61951" y="6247671"/>
                  </a:lnTo>
                  <a:lnTo>
                    <a:pt x="62096" y="6247671"/>
                  </a:lnTo>
                  <a:lnTo>
                    <a:pt x="62242" y="6247671"/>
                  </a:lnTo>
                  <a:lnTo>
                    <a:pt x="62387" y="6247671"/>
                  </a:lnTo>
                  <a:lnTo>
                    <a:pt x="62387" y="6247047"/>
                  </a:lnTo>
                  <a:lnTo>
                    <a:pt x="62532" y="6247047"/>
                  </a:lnTo>
                  <a:lnTo>
                    <a:pt x="62532" y="6246424"/>
                  </a:lnTo>
                  <a:lnTo>
                    <a:pt x="62678" y="6246424"/>
                  </a:lnTo>
                  <a:lnTo>
                    <a:pt x="62823" y="6246424"/>
                  </a:lnTo>
                  <a:lnTo>
                    <a:pt x="62969" y="6246424"/>
                  </a:lnTo>
                  <a:lnTo>
                    <a:pt x="63114" y="6246424"/>
                  </a:lnTo>
                  <a:lnTo>
                    <a:pt x="63260" y="6246424"/>
                  </a:lnTo>
                  <a:lnTo>
                    <a:pt x="63405" y="6246424"/>
                  </a:lnTo>
                  <a:lnTo>
                    <a:pt x="63550" y="6246424"/>
                  </a:lnTo>
                  <a:lnTo>
                    <a:pt x="63550" y="6245800"/>
                  </a:lnTo>
                  <a:lnTo>
                    <a:pt x="63696" y="6245800"/>
                  </a:lnTo>
                  <a:lnTo>
                    <a:pt x="63841" y="6245800"/>
                  </a:lnTo>
                  <a:lnTo>
                    <a:pt x="63987" y="6245800"/>
                  </a:lnTo>
                  <a:lnTo>
                    <a:pt x="63987" y="6245176"/>
                  </a:lnTo>
                  <a:lnTo>
                    <a:pt x="64132" y="6245176"/>
                  </a:lnTo>
                  <a:lnTo>
                    <a:pt x="64132" y="6244553"/>
                  </a:lnTo>
                  <a:lnTo>
                    <a:pt x="64278" y="6244553"/>
                  </a:lnTo>
                  <a:lnTo>
                    <a:pt x="64423" y="6244553"/>
                  </a:lnTo>
                  <a:lnTo>
                    <a:pt x="64423" y="6243929"/>
                  </a:lnTo>
                  <a:lnTo>
                    <a:pt x="64423" y="6243306"/>
                  </a:lnTo>
                  <a:lnTo>
                    <a:pt x="64568" y="6243306"/>
                  </a:lnTo>
                  <a:lnTo>
                    <a:pt x="64714" y="6243306"/>
                  </a:lnTo>
                  <a:lnTo>
                    <a:pt x="64859" y="6243306"/>
                  </a:lnTo>
                  <a:lnTo>
                    <a:pt x="65005" y="6243306"/>
                  </a:lnTo>
                  <a:lnTo>
                    <a:pt x="65296" y="6243306"/>
                  </a:lnTo>
                  <a:lnTo>
                    <a:pt x="65296" y="6242682"/>
                  </a:lnTo>
                  <a:lnTo>
                    <a:pt x="65296" y="6242059"/>
                  </a:lnTo>
                  <a:lnTo>
                    <a:pt x="65441" y="6242059"/>
                  </a:lnTo>
                  <a:lnTo>
                    <a:pt x="65586" y="6242059"/>
                  </a:lnTo>
                  <a:lnTo>
                    <a:pt x="65586" y="6241435"/>
                  </a:lnTo>
                  <a:lnTo>
                    <a:pt x="65732" y="6241435"/>
                  </a:lnTo>
                  <a:lnTo>
                    <a:pt x="65877" y="6241435"/>
                  </a:lnTo>
                  <a:lnTo>
                    <a:pt x="65877" y="6240811"/>
                  </a:lnTo>
                  <a:lnTo>
                    <a:pt x="66023" y="6240811"/>
                  </a:lnTo>
                  <a:lnTo>
                    <a:pt x="66168" y="6240811"/>
                  </a:lnTo>
                  <a:lnTo>
                    <a:pt x="66314" y="6240811"/>
                  </a:lnTo>
                  <a:lnTo>
                    <a:pt x="66459" y="6240811"/>
                  </a:lnTo>
                  <a:lnTo>
                    <a:pt x="66604" y="6240811"/>
                  </a:lnTo>
                  <a:lnTo>
                    <a:pt x="66750" y="6240811"/>
                  </a:lnTo>
                  <a:lnTo>
                    <a:pt x="66895" y="6240811"/>
                  </a:lnTo>
                  <a:lnTo>
                    <a:pt x="66895" y="6240188"/>
                  </a:lnTo>
                  <a:lnTo>
                    <a:pt x="67041" y="6240188"/>
                  </a:lnTo>
                  <a:lnTo>
                    <a:pt x="67186" y="6240188"/>
                  </a:lnTo>
                  <a:lnTo>
                    <a:pt x="67332" y="6240188"/>
                  </a:lnTo>
                  <a:lnTo>
                    <a:pt x="67477" y="6240188"/>
                  </a:lnTo>
                  <a:lnTo>
                    <a:pt x="67622" y="6240188"/>
                  </a:lnTo>
                  <a:lnTo>
                    <a:pt x="67768" y="6240188"/>
                  </a:lnTo>
                  <a:lnTo>
                    <a:pt x="67913" y="6240188"/>
                  </a:lnTo>
                  <a:lnTo>
                    <a:pt x="68059" y="6240188"/>
                  </a:lnTo>
                  <a:lnTo>
                    <a:pt x="68204" y="6240188"/>
                  </a:lnTo>
                  <a:lnTo>
                    <a:pt x="68349" y="6240188"/>
                  </a:lnTo>
                  <a:lnTo>
                    <a:pt x="68349" y="6239564"/>
                  </a:lnTo>
                  <a:lnTo>
                    <a:pt x="68495" y="6239564"/>
                  </a:lnTo>
                  <a:lnTo>
                    <a:pt x="68495" y="6238941"/>
                  </a:lnTo>
                  <a:lnTo>
                    <a:pt x="68640" y="6238941"/>
                  </a:lnTo>
                  <a:lnTo>
                    <a:pt x="68640" y="6238317"/>
                  </a:lnTo>
                  <a:lnTo>
                    <a:pt x="68786" y="6238317"/>
                  </a:lnTo>
                  <a:lnTo>
                    <a:pt x="68786" y="6237693"/>
                  </a:lnTo>
                  <a:lnTo>
                    <a:pt x="68931" y="6237693"/>
                  </a:lnTo>
                  <a:lnTo>
                    <a:pt x="69077" y="6237693"/>
                  </a:lnTo>
                  <a:lnTo>
                    <a:pt x="69222" y="6237693"/>
                  </a:lnTo>
                  <a:lnTo>
                    <a:pt x="69367" y="6237693"/>
                  </a:lnTo>
                  <a:lnTo>
                    <a:pt x="69513" y="6237693"/>
                  </a:lnTo>
                  <a:lnTo>
                    <a:pt x="69658" y="6237693"/>
                  </a:lnTo>
                  <a:lnTo>
                    <a:pt x="69804" y="6237693"/>
                  </a:lnTo>
                  <a:lnTo>
                    <a:pt x="69804" y="6237070"/>
                  </a:lnTo>
                  <a:lnTo>
                    <a:pt x="69949" y="6237070"/>
                  </a:lnTo>
                  <a:lnTo>
                    <a:pt x="70095" y="6237070"/>
                  </a:lnTo>
                  <a:lnTo>
                    <a:pt x="70240" y="6237070"/>
                  </a:lnTo>
                  <a:lnTo>
                    <a:pt x="70385" y="6237070"/>
                  </a:lnTo>
                  <a:lnTo>
                    <a:pt x="70385" y="6236446"/>
                  </a:lnTo>
                  <a:lnTo>
                    <a:pt x="70385" y="6235823"/>
                  </a:lnTo>
                  <a:lnTo>
                    <a:pt x="70531" y="6235823"/>
                  </a:lnTo>
                  <a:lnTo>
                    <a:pt x="70676" y="6235823"/>
                  </a:lnTo>
                  <a:lnTo>
                    <a:pt x="70676" y="6235199"/>
                  </a:lnTo>
                  <a:lnTo>
                    <a:pt x="70676" y="6234576"/>
                  </a:lnTo>
                  <a:lnTo>
                    <a:pt x="70676" y="6233952"/>
                  </a:lnTo>
                  <a:lnTo>
                    <a:pt x="70822" y="6233952"/>
                  </a:lnTo>
                  <a:lnTo>
                    <a:pt x="70967" y="6233952"/>
                  </a:lnTo>
                  <a:lnTo>
                    <a:pt x="71113" y="6233952"/>
                  </a:lnTo>
                  <a:lnTo>
                    <a:pt x="71258" y="6233952"/>
                  </a:lnTo>
                  <a:lnTo>
                    <a:pt x="71403" y="6233952"/>
                  </a:lnTo>
                  <a:lnTo>
                    <a:pt x="71549" y="6233952"/>
                  </a:lnTo>
                  <a:lnTo>
                    <a:pt x="71549" y="6233328"/>
                  </a:lnTo>
                  <a:lnTo>
                    <a:pt x="71694" y="6233328"/>
                  </a:lnTo>
                  <a:lnTo>
                    <a:pt x="71840" y="6233328"/>
                  </a:lnTo>
                  <a:lnTo>
                    <a:pt x="71985" y="6233328"/>
                  </a:lnTo>
                  <a:lnTo>
                    <a:pt x="72131" y="6233328"/>
                  </a:lnTo>
                  <a:lnTo>
                    <a:pt x="72276" y="6233328"/>
                  </a:lnTo>
                  <a:lnTo>
                    <a:pt x="72421" y="6233328"/>
                  </a:lnTo>
                  <a:lnTo>
                    <a:pt x="72421" y="6232705"/>
                  </a:lnTo>
                  <a:lnTo>
                    <a:pt x="72567" y="6232705"/>
                  </a:lnTo>
                  <a:lnTo>
                    <a:pt x="72712" y="6232705"/>
                  </a:lnTo>
                  <a:lnTo>
                    <a:pt x="72858" y="6232705"/>
                  </a:lnTo>
                  <a:lnTo>
                    <a:pt x="73003" y="6232705"/>
                  </a:lnTo>
                  <a:lnTo>
                    <a:pt x="73003" y="6232081"/>
                  </a:lnTo>
                  <a:lnTo>
                    <a:pt x="73149" y="6232081"/>
                  </a:lnTo>
                  <a:lnTo>
                    <a:pt x="73294" y="6232081"/>
                  </a:lnTo>
                  <a:lnTo>
                    <a:pt x="73439" y="6232081"/>
                  </a:lnTo>
                  <a:lnTo>
                    <a:pt x="73585" y="6232081"/>
                  </a:lnTo>
                  <a:lnTo>
                    <a:pt x="73730" y="6232081"/>
                  </a:lnTo>
                  <a:lnTo>
                    <a:pt x="73876" y="6232081"/>
                  </a:lnTo>
                  <a:lnTo>
                    <a:pt x="73876" y="6231458"/>
                  </a:lnTo>
                  <a:lnTo>
                    <a:pt x="74021" y="6231458"/>
                  </a:lnTo>
                  <a:lnTo>
                    <a:pt x="74021" y="6230834"/>
                  </a:lnTo>
                  <a:lnTo>
                    <a:pt x="74312" y="6230834"/>
                  </a:lnTo>
                  <a:lnTo>
                    <a:pt x="74457" y="6230834"/>
                  </a:lnTo>
                  <a:lnTo>
                    <a:pt x="74603" y="6230834"/>
                  </a:lnTo>
                  <a:lnTo>
                    <a:pt x="74748" y="6230834"/>
                  </a:lnTo>
                  <a:lnTo>
                    <a:pt x="74894" y="6230834"/>
                  </a:lnTo>
                  <a:lnTo>
                    <a:pt x="75039" y="6230834"/>
                  </a:lnTo>
                  <a:lnTo>
                    <a:pt x="75184" y="6230834"/>
                  </a:lnTo>
                  <a:lnTo>
                    <a:pt x="75330" y="6230834"/>
                  </a:lnTo>
                  <a:lnTo>
                    <a:pt x="75475" y="6230210"/>
                  </a:lnTo>
                  <a:lnTo>
                    <a:pt x="75621" y="6230210"/>
                  </a:lnTo>
                  <a:lnTo>
                    <a:pt x="75766" y="6229587"/>
                  </a:lnTo>
                  <a:lnTo>
                    <a:pt x="75912" y="6229587"/>
                  </a:lnTo>
                  <a:lnTo>
                    <a:pt x="76057" y="6229587"/>
                  </a:lnTo>
                  <a:lnTo>
                    <a:pt x="76202" y="6229587"/>
                  </a:lnTo>
                  <a:lnTo>
                    <a:pt x="76348" y="6229587"/>
                  </a:lnTo>
                  <a:lnTo>
                    <a:pt x="76493" y="6229587"/>
                  </a:lnTo>
                  <a:lnTo>
                    <a:pt x="76493" y="6228963"/>
                  </a:lnTo>
                  <a:lnTo>
                    <a:pt x="76639" y="6228963"/>
                  </a:lnTo>
                  <a:lnTo>
                    <a:pt x="76784" y="6228963"/>
                  </a:lnTo>
                  <a:lnTo>
                    <a:pt x="76784" y="6228340"/>
                  </a:lnTo>
                  <a:lnTo>
                    <a:pt x="76930" y="6228340"/>
                  </a:lnTo>
                  <a:lnTo>
                    <a:pt x="77075" y="6228340"/>
                  </a:lnTo>
                  <a:lnTo>
                    <a:pt x="77220" y="6228340"/>
                  </a:lnTo>
                  <a:lnTo>
                    <a:pt x="77220" y="6227716"/>
                  </a:lnTo>
                  <a:lnTo>
                    <a:pt x="77366" y="6227716"/>
                  </a:lnTo>
                  <a:lnTo>
                    <a:pt x="77511" y="6227716"/>
                  </a:lnTo>
                  <a:lnTo>
                    <a:pt x="77657" y="6227716"/>
                  </a:lnTo>
                  <a:lnTo>
                    <a:pt x="77802" y="6227093"/>
                  </a:lnTo>
                  <a:lnTo>
                    <a:pt x="77948" y="6227093"/>
                  </a:lnTo>
                  <a:lnTo>
                    <a:pt x="78093" y="6227093"/>
                  </a:lnTo>
                  <a:lnTo>
                    <a:pt x="78238" y="6227093"/>
                  </a:lnTo>
                  <a:lnTo>
                    <a:pt x="78384" y="6226469"/>
                  </a:lnTo>
                  <a:lnTo>
                    <a:pt x="78529" y="6226469"/>
                  </a:lnTo>
                  <a:lnTo>
                    <a:pt x="78675" y="6226469"/>
                  </a:lnTo>
                  <a:lnTo>
                    <a:pt x="78820" y="6226469"/>
                  </a:lnTo>
                  <a:lnTo>
                    <a:pt x="78966" y="6226469"/>
                  </a:lnTo>
                  <a:lnTo>
                    <a:pt x="78966" y="6225845"/>
                  </a:lnTo>
                  <a:lnTo>
                    <a:pt x="78966" y="6225222"/>
                  </a:lnTo>
                  <a:lnTo>
                    <a:pt x="79111" y="6225222"/>
                  </a:lnTo>
                  <a:lnTo>
                    <a:pt x="79111" y="6224598"/>
                  </a:lnTo>
                  <a:lnTo>
                    <a:pt x="79111" y="6223975"/>
                  </a:lnTo>
                  <a:lnTo>
                    <a:pt x="79256" y="6223975"/>
                  </a:lnTo>
                  <a:lnTo>
                    <a:pt x="79402" y="6223975"/>
                  </a:lnTo>
                  <a:lnTo>
                    <a:pt x="79547" y="6223975"/>
                  </a:lnTo>
                  <a:lnTo>
                    <a:pt x="79693" y="6223975"/>
                  </a:lnTo>
                  <a:lnTo>
                    <a:pt x="79838" y="6223975"/>
                  </a:lnTo>
                  <a:lnTo>
                    <a:pt x="79984" y="6223975"/>
                  </a:lnTo>
                  <a:lnTo>
                    <a:pt x="79984" y="6223351"/>
                  </a:lnTo>
                  <a:lnTo>
                    <a:pt x="79984" y="6222727"/>
                  </a:lnTo>
                  <a:lnTo>
                    <a:pt x="80129" y="6222727"/>
                  </a:lnTo>
                  <a:lnTo>
                    <a:pt x="80129" y="6222104"/>
                  </a:lnTo>
                  <a:lnTo>
                    <a:pt x="80129" y="6221480"/>
                  </a:lnTo>
                  <a:lnTo>
                    <a:pt x="80274" y="6221480"/>
                  </a:lnTo>
                  <a:lnTo>
                    <a:pt x="80565" y="6221480"/>
                  </a:lnTo>
                  <a:lnTo>
                    <a:pt x="80711" y="6221480"/>
                  </a:lnTo>
                  <a:lnTo>
                    <a:pt x="80856" y="6221480"/>
                  </a:lnTo>
                  <a:lnTo>
                    <a:pt x="81002" y="6221480"/>
                  </a:lnTo>
                  <a:lnTo>
                    <a:pt x="81147" y="6221480"/>
                  </a:lnTo>
                  <a:lnTo>
                    <a:pt x="81292" y="6221480"/>
                  </a:lnTo>
                  <a:lnTo>
                    <a:pt x="81438" y="6221480"/>
                  </a:lnTo>
                  <a:lnTo>
                    <a:pt x="81583" y="6221480"/>
                  </a:lnTo>
                  <a:lnTo>
                    <a:pt x="81729" y="6221480"/>
                  </a:lnTo>
                  <a:lnTo>
                    <a:pt x="81874" y="6221480"/>
                  </a:lnTo>
                  <a:lnTo>
                    <a:pt x="82019" y="6221480"/>
                  </a:lnTo>
                  <a:lnTo>
                    <a:pt x="82019" y="6220857"/>
                  </a:lnTo>
                  <a:lnTo>
                    <a:pt x="82310" y="6220857"/>
                  </a:lnTo>
                  <a:lnTo>
                    <a:pt x="82456" y="6220857"/>
                  </a:lnTo>
                  <a:lnTo>
                    <a:pt x="82601" y="6220857"/>
                  </a:lnTo>
                  <a:lnTo>
                    <a:pt x="82747" y="6220857"/>
                  </a:lnTo>
                  <a:lnTo>
                    <a:pt x="82892" y="6220857"/>
                  </a:lnTo>
                  <a:lnTo>
                    <a:pt x="83037" y="6220857"/>
                  </a:lnTo>
                  <a:lnTo>
                    <a:pt x="83037" y="6220233"/>
                  </a:lnTo>
                  <a:lnTo>
                    <a:pt x="83037" y="6219610"/>
                  </a:lnTo>
                  <a:lnTo>
                    <a:pt x="83328" y="6219610"/>
                  </a:lnTo>
                  <a:lnTo>
                    <a:pt x="83328" y="6218986"/>
                  </a:lnTo>
                  <a:lnTo>
                    <a:pt x="83474" y="6218986"/>
                  </a:lnTo>
                  <a:lnTo>
                    <a:pt x="83619" y="6218986"/>
                  </a:lnTo>
                  <a:lnTo>
                    <a:pt x="83765" y="6218986"/>
                  </a:lnTo>
                  <a:lnTo>
                    <a:pt x="83910" y="6218986"/>
                  </a:lnTo>
                  <a:lnTo>
                    <a:pt x="84055" y="6218986"/>
                  </a:lnTo>
                  <a:lnTo>
                    <a:pt x="84055" y="6218362"/>
                  </a:lnTo>
                  <a:lnTo>
                    <a:pt x="84201" y="6218362"/>
                  </a:lnTo>
                  <a:lnTo>
                    <a:pt x="84201" y="6217739"/>
                  </a:lnTo>
                  <a:lnTo>
                    <a:pt x="84346" y="6217739"/>
                  </a:lnTo>
                  <a:lnTo>
                    <a:pt x="84492" y="6217115"/>
                  </a:lnTo>
                  <a:lnTo>
                    <a:pt x="84637" y="6217115"/>
                  </a:lnTo>
                  <a:lnTo>
                    <a:pt x="84928" y="6217115"/>
                  </a:lnTo>
                  <a:lnTo>
                    <a:pt x="85073" y="6217115"/>
                  </a:lnTo>
                  <a:lnTo>
                    <a:pt x="85219" y="6217115"/>
                  </a:lnTo>
                  <a:lnTo>
                    <a:pt x="85364" y="6217115"/>
                  </a:lnTo>
                  <a:lnTo>
                    <a:pt x="85655" y="6217115"/>
                  </a:lnTo>
                  <a:lnTo>
                    <a:pt x="85801" y="6217115"/>
                  </a:lnTo>
                  <a:lnTo>
                    <a:pt x="85946" y="6217115"/>
                  </a:lnTo>
                  <a:lnTo>
                    <a:pt x="86091" y="6217115"/>
                  </a:lnTo>
                  <a:lnTo>
                    <a:pt x="86237" y="6217115"/>
                  </a:lnTo>
                  <a:lnTo>
                    <a:pt x="86382" y="6217115"/>
                  </a:lnTo>
                  <a:lnTo>
                    <a:pt x="86382" y="6216492"/>
                  </a:lnTo>
                  <a:lnTo>
                    <a:pt x="86528" y="6216492"/>
                  </a:lnTo>
                  <a:lnTo>
                    <a:pt x="86673" y="6215868"/>
                  </a:lnTo>
                  <a:lnTo>
                    <a:pt x="86819" y="6215868"/>
                  </a:lnTo>
                  <a:lnTo>
                    <a:pt x="87109" y="6215868"/>
                  </a:lnTo>
                  <a:lnTo>
                    <a:pt x="87109" y="6215244"/>
                  </a:lnTo>
                  <a:lnTo>
                    <a:pt x="87255" y="6215244"/>
                  </a:lnTo>
                  <a:lnTo>
                    <a:pt x="87400" y="6215244"/>
                  </a:lnTo>
                  <a:lnTo>
                    <a:pt x="87400" y="6214621"/>
                  </a:lnTo>
                  <a:lnTo>
                    <a:pt x="87546" y="6214621"/>
                  </a:lnTo>
                  <a:lnTo>
                    <a:pt x="87546" y="6213997"/>
                  </a:lnTo>
                  <a:lnTo>
                    <a:pt x="87546" y="6213374"/>
                  </a:lnTo>
                  <a:lnTo>
                    <a:pt x="87691" y="6213374"/>
                  </a:lnTo>
                  <a:lnTo>
                    <a:pt x="87691" y="6212750"/>
                  </a:lnTo>
                  <a:lnTo>
                    <a:pt x="87836" y="6212750"/>
                  </a:lnTo>
                  <a:lnTo>
                    <a:pt x="87836" y="6212127"/>
                  </a:lnTo>
                  <a:lnTo>
                    <a:pt x="87982" y="6212127"/>
                  </a:lnTo>
                  <a:lnTo>
                    <a:pt x="88127" y="6212127"/>
                  </a:lnTo>
                  <a:lnTo>
                    <a:pt x="88273" y="6212127"/>
                  </a:lnTo>
                  <a:lnTo>
                    <a:pt x="88418" y="6212127"/>
                  </a:lnTo>
                  <a:lnTo>
                    <a:pt x="88564" y="6212127"/>
                  </a:lnTo>
                  <a:lnTo>
                    <a:pt x="88709" y="6212127"/>
                  </a:lnTo>
                  <a:lnTo>
                    <a:pt x="88709" y="6211503"/>
                  </a:lnTo>
                  <a:lnTo>
                    <a:pt x="88854" y="6211503"/>
                  </a:lnTo>
                  <a:lnTo>
                    <a:pt x="89000" y="6211503"/>
                  </a:lnTo>
                  <a:lnTo>
                    <a:pt x="89145" y="6211503"/>
                  </a:lnTo>
                  <a:lnTo>
                    <a:pt x="89291" y="6211503"/>
                  </a:lnTo>
                  <a:lnTo>
                    <a:pt x="89291" y="6210256"/>
                  </a:lnTo>
                  <a:lnTo>
                    <a:pt x="89436" y="6210256"/>
                  </a:lnTo>
                  <a:lnTo>
                    <a:pt x="89582" y="6210256"/>
                  </a:lnTo>
                  <a:lnTo>
                    <a:pt x="89727" y="6210256"/>
                  </a:lnTo>
                  <a:lnTo>
                    <a:pt x="89872" y="6210256"/>
                  </a:lnTo>
                  <a:lnTo>
                    <a:pt x="89872" y="6209632"/>
                  </a:lnTo>
                  <a:lnTo>
                    <a:pt x="89872" y="6209009"/>
                  </a:lnTo>
                  <a:lnTo>
                    <a:pt x="90018" y="6209009"/>
                  </a:lnTo>
                  <a:lnTo>
                    <a:pt x="90163" y="6209009"/>
                  </a:lnTo>
                  <a:lnTo>
                    <a:pt x="90309" y="6209009"/>
                  </a:lnTo>
                  <a:lnTo>
                    <a:pt x="90454" y="6209009"/>
                  </a:lnTo>
                  <a:lnTo>
                    <a:pt x="90454" y="6208385"/>
                  </a:lnTo>
                  <a:lnTo>
                    <a:pt x="90454" y="6207761"/>
                  </a:lnTo>
                  <a:lnTo>
                    <a:pt x="90600" y="6207761"/>
                  </a:lnTo>
                  <a:lnTo>
                    <a:pt x="90745" y="6207761"/>
                  </a:lnTo>
                  <a:lnTo>
                    <a:pt x="90745" y="6207138"/>
                  </a:lnTo>
                  <a:lnTo>
                    <a:pt x="90745" y="6206514"/>
                  </a:lnTo>
                  <a:lnTo>
                    <a:pt x="90890" y="6206514"/>
                  </a:lnTo>
                  <a:lnTo>
                    <a:pt x="91036" y="6206514"/>
                  </a:lnTo>
                  <a:lnTo>
                    <a:pt x="91036" y="6205891"/>
                  </a:lnTo>
                  <a:lnTo>
                    <a:pt x="91181" y="6205891"/>
                  </a:lnTo>
                  <a:lnTo>
                    <a:pt x="91327" y="6205891"/>
                  </a:lnTo>
                  <a:lnTo>
                    <a:pt x="91327" y="6205267"/>
                  </a:lnTo>
                  <a:lnTo>
                    <a:pt x="91472" y="6205267"/>
                  </a:lnTo>
                  <a:lnTo>
                    <a:pt x="91618" y="6205267"/>
                  </a:lnTo>
                  <a:lnTo>
                    <a:pt x="91618" y="6204644"/>
                  </a:lnTo>
                  <a:lnTo>
                    <a:pt x="91763" y="6204644"/>
                  </a:lnTo>
                  <a:lnTo>
                    <a:pt x="91908" y="6204644"/>
                  </a:lnTo>
                  <a:lnTo>
                    <a:pt x="91908" y="6204020"/>
                  </a:lnTo>
                  <a:lnTo>
                    <a:pt x="92054" y="6204020"/>
                  </a:lnTo>
                  <a:lnTo>
                    <a:pt x="92054" y="6203396"/>
                  </a:lnTo>
                  <a:lnTo>
                    <a:pt x="92199" y="6203396"/>
                  </a:lnTo>
                  <a:lnTo>
                    <a:pt x="92345" y="6203396"/>
                  </a:lnTo>
                  <a:lnTo>
                    <a:pt x="92490" y="6203396"/>
                  </a:lnTo>
                  <a:lnTo>
                    <a:pt x="92490" y="6202773"/>
                  </a:lnTo>
                  <a:lnTo>
                    <a:pt x="92490" y="6202149"/>
                  </a:lnTo>
                  <a:lnTo>
                    <a:pt x="92636" y="6202149"/>
                  </a:lnTo>
                  <a:lnTo>
                    <a:pt x="92781" y="6202149"/>
                  </a:lnTo>
                  <a:lnTo>
                    <a:pt x="92926" y="6202149"/>
                  </a:lnTo>
                  <a:lnTo>
                    <a:pt x="92926" y="6201526"/>
                  </a:lnTo>
                  <a:lnTo>
                    <a:pt x="93072" y="6201526"/>
                  </a:lnTo>
                  <a:lnTo>
                    <a:pt x="93363" y="6201526"/>
                  </a:lnTo>
                  <a:lnTo>
                    <a:pt x="93508" y="6201526"/>
                  </a:lnTo>
                  <a:lnTo>
                    <a:pt x="93654" y="6201526"/>
                  </a:lnTo>
                  <a:lnTo>
                    <a:pt x="93654" y="6200902"/>
                  </a:lnTo>
                  <a:lnTo>
                    <a:pt x="93654" y="6200278"/>
                  </a:lnTo>
                  <a:lnTo>
                    <a:pt x="93799" y="6199655"/>
                  </a:lnTo>
                  <a:lnTo>
                    <a:pt x="93944" y="6199655"/>
                  </a:lnTo>
                  <a:lnTo>
                    <a:pt x="94235" y="6199655"/>
                  </a:lnTo>
                  <a:lnTo>
                    <a:pt x="94381" y="6199655"/>
                  </a:lnTo>
                  <a:lnTo>
                    <a:pt x="94381" y="6199031"/>
                  </a:lnTo>
                  <a:lnTo>
                    <a:pt x="94381" y="6198408"/>
                  </a:lnTo>
                  <a:lnTo>
                    <a:pt x="94526" y="6198408"/>
                  </a:lnTo>
                  <a:lnTo>
                    <a:pt x="94671" y="6198408"/>
                  </a:lnTo>
                  <a:lnTo>
                    <a:pt x="94817" y="6198408"/>
                  </a:lnTo>
                  <a:lnTo>
                    <a:pt x="94962" y="6198408"/>
                  </a:lnTo>
                  <a:lnTo>
                    <a:pt x="95108" y="6198408"/>
                  </a:lnTo>
                  <a:lnTo>
                    <a:pt x="95108" y="6197784"/>
                  </a:lnTo>
                  <a:lnTo>
                    <a:pt x="95253" y="6197784"/>
                  </a:lnTo>
                  <a:lnTo>
                    <a:pt x="95399" y="6197784"/>
                  </a:lnTo>
                  <a:lnTo>
                    <a:pt x="95399" y="6197161"/>
                  </a:lnTo>
                  <a:lnTo>
                    <a:pt x="95544" y="6197161"/>
                  </a:lnTo>
                  <a:lnTo>
                    <a:pt x="95689" y="6197161"/>
                  </a:lnTo>
                  <a:lnTo>
                    <a:pt x="95835" y="6197161"/>
                  </a:lnTo>
                  <a:lnTo>
                    <a:pt x="95835" y="6196537"/>
                  </a:lnTo>
                  <a:lnTo>
                    <a:pt x="95980" y="6196537"/>
                  </a:lnTo>
                  <a:lnTo>
                    <a:pt x="96126" y="6196537"/>
                  </a:lnTo>
                  <a:lnTo>
                    <a:pt x="96126" y="6195913"/>
                  </a:lnTo>
                  <a:lnTo>
                    <a:pt x="96126" y="6195290"/>
                  </a:lnTo>
                  <a:lnTo>
                    <a:pt x="96271" y="6195290"/>
                  </a:lnTo>
                  <a:lnTo>
                    <a:pt x="96271" y="6194666"/>
                  </a:lnTo>
                  <a:lnTo>
                    <a:pt x="96271" y="6194043"/>
                  </a:lnTo>
                  <a:lnTo>
                    <a:pt x="96417" y="6194043"/>
                  </a:lnTo>
                  <a:lnTo>
                    <a:pt x="96562" y="6194043"/>
                  </a:lnTo>
                  <a:lnTo>
                    <a:pt x="96853" y="6194043"/>
                  </a:lnTo>
                  <a:lnTo>
                    <a:pt x="97144" y="6194043"/>
                  </a:lnTo>
                  <a:lnTo>
                    <a:pt x="97289" y="6194043"/>
                  </a:lnTo>
                  <a:lnTo>
                    <a:pt x="97435" y="6194043"/>
                  </a:lnTo>
                  <a:lnTo>
                    <a:pt x="97435" y="6193419"/>
                  </a:lnTo>
                  <a:lnTo>
                    <a:pt x="97435" y="6192796"/>
                  </a:lnTo>
                  <a:lnTo>
                    <a:pt x="97580" y="6192796"/>
                  </a:lnTo>
                  <a:lnTo>
                    <a:pt x="97725" y="6192796"/>
                  </a:lnTo>
                  <a:lnTo>
                    <a:pt x="98016" y="6192796"/>
                  </a:lnTo>
                  <a:lnTo>
                    <a:pt x="98016" y="6192172"/>
                  </a:lnTo>
                  <a:lnTo>
                    <a:pt x="98162" y="6192172"/>
                  </a:lnTo>
                  <a:lnTo>
                    <a:pt x="98307" y="6192172"/>
                  </a:lnTo>
                  <a:lnTo>
                    <a:pt x="98453" y="6192172"/>
                  </a:lnTo>
                  <a:lnTo>
                    <a:pt x="98453" y="6191548"/>
                  </a:lnTo>
                  <a:lnTo>
                    <a:pt x="98453" y="6190925"/>
                  </a:lnTo>
                  <a:lnTo>
                    <a:pt x="98598" y="6190925"/>
                  </a:lnTo>
                  <a:lnTo>
                    <a:pt x="98743" y="6190925"/>
                  </a:lnTo>
                  <a:lnTo>
                    <a:pt x="98889" y="6190925"/>
                  </a:lnTo>
                  <a:lnTo>
                    <a:pt x="99034" y="6190925"/>
                  </a:lnTo>
                  <a:lnTo>
                    <a:pt x="99180" y="6190925"/>
                  </a:lnTo>
                  <a:lnTo>
                    <a:pt x="99325" y="6190925"/>
                  </a:lnTo>
                  <a:lnTo>
                    <a:pt x="99325" y="6190301"/>
                  </a:lnTo>
                  <a:lnTo>
                    <a:pt x="99471" y="6190301"/>
                  </a:lnTo>
                  <a:lnTo>
                    <a:pt x="99616" y="6190301"/>
                  </a:lnTo>
                  <a:lnTo>
                    <a:pt x="99761" y="6190301"/>
                  </a:lnTo>
                  <a:lnTo>
                    <a:pt x="99761" y="6189678"/>
                  </a:lnTo>
                  <a:lnTo>
                    <a:pt x="99907" y="6189678"/>
                  </a:lnTo>
                  <a:lnTo>
                    <a:pt x="100052" y="6189678"/>
                  </a:lnTo>
                  <a:lnTo>
                    <a:pt x="100198" y="6189678"/>
                  </a:lnTo>
                  <a:lnTo>
                    <a:pt x="100198" y="6189054"/>
                  </a:lnTo>
                  <a:lnTo>
                    <a:pt x="100198" y="6188430"/>
                  </a:lnTo>
                  <a:lnTo>
                    <a:pt x="100489" y="6188430"/>
                  </a:lnTo>
                  <a:lnTo>
                    <a:pt x="100634" y="6188430"/>
                  </a:lnTo>
                  <a:lnTo>
                    <a:pt x="100779" y="6188430"/>
                  </a:lnTo>
                  <a:lnTo>
                    <a:pt x="100925" y="6188430"/>
                  </a:lnTo>
                  <a:lnTo>
                    <a:pt x="101070" y="6187807"/>
                  </a:lnTo>
                  <a:lnTo>
                    <a:pt x="101216" y="6187807"/>
                  </a:lnTo>
                  <a:lnTo>
                    <a:pt x="101361" y="6187807"/>
                  </a:lnTo>
                  <a:lnTo>
                    <a:pt x="101361" y="6187183"/>
                  </a:lnTo>
                  <a:lnTo>
                    <a:pt x="101506" y="6187183"/>
                  </a:lnTo>
                  <a:lnTo>
                    <a:pt x="101652" y="6187183"/>
                  </a:lnTo>
                  <a:lnTo>
                    <a:pt x="101797" y="6187183"/>
                  </a:lnTo>
                  <a:lnTo>
                    <a:pt x="101943" y="6187183"/>
                  </a:lnTo>
                  <a:lnTo>
                    <a:pt x="102088" y="6187183"/>
                  </a:lnTo>
                  <a:lnTo>
                    <a:pt x="102234" y="6187183"/>
                  </a:lnTo>
                  <a:lnTo>
                    <a:pt x="102379" y="6186560"/>
                  </a:lnTo>
                  <a:lnTo>
                    <a:pt x="102524" y="6186560"/>
                  </a:lnTo>
                  <a:lnTo>
                    <a:pt x="102670" y="6186560"/>
                  </a:lnTo>
                  <a:lnTo>
                    <a:pt x="102815" y="6186560"/>
                  </a:lnTo>
                  <a:lnTo>
                    <a:pt x="102961" y="6186560"/>
                  </a:lnTo>
                  <a:lnTo>
                    <a:pt x="103106" y="6186560"/>
                  </a:lnTo>
                  <a:lnTo>
                    <a:pt x="103252" y="6186560"/>
                  </a:lnTo>
                  <a:lnTo>
                    <a:pt x="103688" y="6186560"/>
                  </a:lnTo>
                  <a:lnTo>
                    <a:pt x="103688" y="6185936"/>
                  </a:lnTo>
                  <a:lnTo>
                    <a:pt x="103833" y="6185313"/>
                  </a:lnTo>
                  <a:lnTo>
                    <a:pt x="103979" y="6185313"/>
                  </a:lnTo>
                  <a:lnTo>
                    <a:pt x="103979" y="6184689"/>
                  </a:lnTo>
                  <a:lnTo>
                    <a:pt x="103979" y="6184065"/>
                  </a:lnTo>
                  <a:lnTo>
                    <a:pt x="104124" y="6184065"/>
                  </a:lnTo>
                  <a:lnTo>
                    <a:pt x="104270" y="6184065"/>
                  </a:lnTo>
                  <a:lnTo>
                    <a:pt x="104415" y="6184065"/>
                  </a:lnTo>
                  <a:lnTo>
                    <a:pt x="104706" y="6184065"/>
                  </a:lnTo>
                  <a:lnTo>
                    <a:pt x="104851" y="6184065"/>
                  </a:lnTo>
                  <a:lnTo>
                    <a:pt x="104851" y="6183442"/>
                  </a:lnTo>
                  <a:lnTo>
                    <a:pt x="104997" y="6183442"/>
                  </a:lnTo>
                  <a:lnTo>
                    <a:pt x="104997" y="6182818"/>
                  </a:lnTo>
                  <a:lnTo>
                    <a:pt x="105142" y="6182818"/>
                  </a:lnTo>
                  <a:lnTo>
                    <a:pt x="105288" y="6182818"/>
                  </a:lnTo>
                  <a:lnTo>
                    <a:pt x="105433" y="6182818"/>
                  </a:lnTo>
                  <a:lnTo>
                    <a:pt x="105433" y="6182195"/>
                  </a:lnTo>
                  <a:lnTo>
                    <a:pt x="105578" y="6182195"/>
                  </a:lnTo>
                  <a:lnTo>
                    <a:pt x="105724" y="6182195"/>
                  </a:lnTo>
                  <a:lnTo>
                    <a:pt x="105869" y="6182195"/>
                  </a:lnTo>
                  <a:lnTo>
                    <a:pt x="105869" y="6181571"/>
                  </a:lnTo>
                  <a:lnTo>
                    <a:pt x="106015" y="6181571"/>
                  </a:lnTo>
                  <a:lnTo>
                    <a:pt x="106160" y="6181571"/>
                  </a:lnTo>
                  <a:lnTo>
                    <a:pt x="106160" y="6180947"/>
                  </a:lnTo>
                  <a:lnTo>
                    <a:pt x="106160" y="6180324"/>
                  </a:lnTo>
                  <a:lnTo>
                    <a:pt x="106306" y="6180324"/>
                  </a:lnTo>
                  <a:lnTo>
                    <a:pt x="106451" y="6180324"/>
                  </a:lnTo>
                  <a:lnTo>
                    <a:pt x="106596" y="6180324"/>
                  </a:lnTo>
                  <a:lnTo>
                    <a:pt x="106742" y="6180324"/>
                  </a:lnTo>
                  <a:lnTo>
                    <a:pt x="106742" y="6179700"/>
                  </a:lnTo>
                  <a:lnTo>
                    <a:pt x="106887" y="6179700"/>
                  </a:lnTo>
                  <a:lnTo>
                    <a:pt x="107033" y="6179700"/>
                  </a:lnTo>
                  <a:lnTo>
                    <a:pt x="107178" y="6179700"/>
                  </a:lnTo>
                  <a:lnTo>
                    <a:pt x="107324" y="6179077"/>
                  </a:lnTo>
                  <a:lnTo>
                    <a:pt x="107469" y="6179077"/>
                  </a:lnTo>
                  <a:lnTo>
                    <a:pt x="107614" y="6179077"/>
                  </a:lnTo>
                  <a:lnTo>
                    <a:pt x="107614" y="6178453"/>
                  </a:lnTo>
                  <a:lnTo>
                    <a:pt x="107760" y="6178453"/>
                  </a:lnTo>
                  <a:lnTo>
                    <a:pt x="107905" y="6178453"/>
                  </a:lnTo>
                  <a:lnTo>
                    <a:pt x="108051" y="6178453"/>
                  </a:lnTo>
                  <a:lnTo>
                    <a:pt x="108196" y="6178453"/>
                  </a:lnTo>
                  <a:lnTo>
                    <a:pt x="108341" y="6178453"/>
                  </a:lnTo>
                  <a:lnTo>
                    <a:pt x="108341" y="6177830"/>
                  </a:lnTo>
                  <a:lnTo>
                    <a:pt x="108341" y="6177206"/>
                  </a:lnTo>
                  <a:lnTo>
                    <a:pt x="108632" y="6177206"/>
                  </a:lnTo>
                  <a:lnTo>
                    <a:pt x="108923" y="6177206"/>
                  </a:lnTo>
                  <a:lnTo>
                    <a:pt x="109069" y="6177206"/>
                  </a:lnTo>
                  <a:lnTo>
                    <a:pt x="109214" y="6177206"/>
                  </a:lnTo>
                  <a:lnTo>
                    <a:pt x="109359" y="6177206"/>
                  </a:lnTo>
                  <a:lnTo>
                    <a:pt x="109650" y="6177206"/>
                  </a:lnTo>
                  <a:lnTo>
                    <a:pt x="109796" y="6177206"/>
                  </a:lnTo>
                  <a:lnTo>
                    <a:pt x="109941" y="6177206"/>
                  </a:lnTo>
                  <a:lnTo>
                    <a:pt x="109941" y="6176582"/>
                  </a:lnTo>
                  <a:lnTo>
                    <a:pt x="110087" y="6176582"/>
                  </a:lnTo>
                  <a:lnTo>
                    <a:pt x="110087" y="6175959"/>
                  </a:lnTo>
                  <a:lnTo>
                    <a:pt x="110232" y="6175959"/>
                  </a:lnTo>
                  <a:lnTo>
                    <a:pt x="110377" y="6175959"/>
                  </a:lnTo>
                  <a:lnTo>
                    <a:pt x="110523" y="6175959"/>
                  </a:lnTo>
                  <a:lnTo>
                    <a:pt x="110668" y="6175959"/>
                  </a:lnTo>
                  <a:lnTo>
                    <a:pt x="110668" y="6175335"/>
                  </a:lnTo>
                  <a:lnTo>
                    <a:pt x="110814" y="6175335"/>
                  </a:lnTo>
                  <a:lnTo>
                    <a:pt x="110814" y="6174712"/>
                  </a:lnTo>
                  <a:lnTo>
                    <a:pt x="110959" y="6174712"/>
                  </a:lnTo>
                  <a:lnTo>
                    <a:pt x="111105" y="6174712"/>
                  </a:lnTo>
                  <a:lnTo>
                    <a:pt x="111250" y="6174712"/>
                  </a:lnTo>
                  <a:lnTo>
                    <a:pt x="111250" y="6174088"/>
                  </a:lnTo>
                  <a:lnTo>
                    <a:pt x="111395" y="6174088"/>
                  </a:lnTo>
                  <a:lnTo>
                    <a:pt x="111541" y="6174088"/>
                  </a:lnTo>
                  <a:lnTo>
                    <a:pt x="111686" y="6174088"/>
                  </a:lnTo>
                  <a:lnTo>
                    <a:pt x="111832" y="6174088"/>
                  </a:lnTo>
                  <a:lnTo>
                    <a:pt x="111977" y="6174088"/>
                  </a:lnTo>
                  <a:lnTo>
                    <a:pt x="112123" y="6174088"/>
                  </a:lnTo>
                  <a:lnTo>
                    <a:pt x="112268" y="6174088"/>
                  </a:lnTo>
                  <a:lnTo>
                    <a:pt x="112413" y="6174088"/>
                  </a:lnTo>
                  <a:lnTo>
                    <a:pt x="112559" y="6174088"/>
                  </a:lnTo>
                  <a:lnTo>
                    <a:pt x="112559" y="6173464"/>
                  </a:lnTo>
                  <a:lnTo>
                    <a:pt x="112850" y="6173464"/>
                  </a:lnTo>
                  <a:lnTo>
                    <a:pt x="112995" y="6173464"/>
                  </a:lnTo>
                  <a:lnTo>
                    <a:pt x="113141" y="6173464"/>
                  </a:lnTo>
                  <a:lnTo>
                    <a:pt x="113286" y="6173464"/>
                  </a:lnTo>
                  <a:lnTo>
                    <a:pt x="113431" y="6173464"/>
                  </a:lnTo>
                  <a:lnTo>
                    <a:pt x="113431" y="6172841"/>
                  </a:lnTo>
                  <a:lnTo>
                    <a:pt x="113431" y="6172217"/>
                  </a:lnTo>
                  <a:lnTo>
                    <a:pt x="113577" y="6172217"/>
                  </a:lnTo>
                  <a:lnTo>
                    <a:pt x="113577" y="6171594"/>
                  </a:lnTo>
                  <a:lnTo>
                    <a:pt x="113722" y="6171594"/>
                  </a:lnTo>
                  <a:lnTo>
                    <a:pt x="113722" y="6170970"/>
                  </a:lnTo>
                  <a:lnTo>
                    <a:pt x="113868" y="6170970"/>
                  </a:lnTo>
                  <a:lnTo>
                    <a:pt x="114013" y="6170970"/>
                  </a:lnTo>
                  <a:lnTo>
                    <a:pt x="114159" y="6170970"/>
                  </a:lnTo>
                  <a:lnTo>
                    <a:pt x="114159" y="6170347"/>
                  </a:lnTo>
                  <a:lnTo>
                    <a:pt x="114304" y="6170347"/>
                  </a:lnTo>
                  <a:lnTo>
                    <a:pt x="114449" y="6170347"/>
                  </a:lnTo>
                  <a:lnTo>
                    <a:pt x="114595" y="6170347"/>
                  </a:lnTo>
                  <a:lnTo>
                    <a:pt x="114740" y="6170347"/>
                  </a:lnTo>
                  <a:lnTo>
                    <a:pt x="114740" y="6169723"/>
                  </a:lnTo>
                  <a:lnTo>
                    <a:pt x="114740" y="6169099"/>
                  </a:lnTo>
                  <a:lnTo>
                    <a:pt x="114886" y="6169099"/>
                  </a:lnTo>
                  <a:lnTo>
                    <a:pt x="115031" y="6168476"/>
                  </a:lnTo>
                  <a:lnTo>
                    <a:pt x="115031" y="6167852"/>
                  </a:lnTo>
                  <a:lnTo>
                    <a:pt x="115322" y="6167852"/>
                  </a:lnTo>
                  <a:lnTo>
                    <a:pt x="115613" y="6167852"/>
                  </a:lnTo>
                  <a:lnTo>
                    <a:pt x="115613" y="6167229"/>
                  </a:lnTo>
                  <a:lnTo>
                    <a:pt x="115758" y="6167229"/>
                  </a:lnTo>
                  <a:lnTo>
                    <a:pt x="115904" y="6167229"/>
                  </a:lnTo>
                  <a:lnTo>
                    <a:pt x="115904" y="6166605"/>
                  </a:lnTo>
                  <a:lnTo>
                    <a:pt x="116049" y="6166605"/>
                  </a:lnTo>
                  <a:lnTo>
                    <a:pt x="116049" y="6165358"/>
                  </a:lnTo>
                  <a:lnTo>
                    <a:pt x="116194" y="6165358"/>
                  </a:lnTo>
                  <a:lnTo>
                    <a:pt x="116340" y="6164734"/>
                  </a:lnTo>
                  <a:lnTo>
                    <a:pt x="116485" y="6164734"/>
                  </a:lnTo>
                  <a:lnTo>
                    <a:pt x="116631" y="6164734"/>
                  </a:lnTo>
                  <a:lnTo>
                    <a:pt x="116776" y="6164734"/>
                  </a:lnTo>
                  <a:lnTo>
                    <a:pt x="116922" y="6164734"/>
                  </a:lnTo>
                  <a:lnTo>
                    <a:pt x="117067" y="6164734"/>
                  </a:lnTo>
                  <a:lnTo>
                    <a:pt x="117212" y="6164734"/>
                  </a:lnTo>
                  <a:lnTo>
                    <a:pt x="117358" y="6164734"/>
                  </a:lnTo>
                  <a:lnTo>
                    <a:pt x="117649" y="6164734"/>
                  </a:lnTo>
                  <a:lnTo>
                    <a:pt x="117794" y="6164734"/>
                  </a:lnTo>
                  <a:lnTo>
                    <a:pt x="117940" y="6164734"/>
                  </a:lnTo>
                  <a:lnTo>
                    <a:pt x="118085" y="6164734"/>
                  </a:lnTo>
                  <a:lnTo>
                    <a:pt x="118230" y="6164734"/>
                  </a:lnTo>
                  <a:lnTo>
                    <a:pt x="118230" y="6164111"/>
                  </a:lnTo>
                  <a:lnTo>
                    <a:pt x="118376" y="6164111"/>
                  </a:lnTo>
                  <a:lnTo>
                    <a:pt x="118521" y="6164111"/>
                  </a:lnTo>
                  <a:lnTo>
                    <a:pt x="118521" y="6163487"/>
                  </a:lnTo>
                  <a:lnTo>
                    <a:pt x="118521" y="6162864"/>
                  </a:lnTo>
                  <a:lnTo>
                    <a:pt x="118667" y="6162864"/>
                  </a:lnTo>
                  <a:lnTo>
                    <a:pt x="118667" y="6162240"/>
                  </a:lnTo>
                  <a:lnTo>
                    <a:pt x="118667" y="6161616"/>
                  </a:lnTo>
                  <a:lnTo>
                    <a:pt x="118812" y="6161616"/>
                  </a:lnTo>
                  <a:lnTo>
                    <a:pt x="118958" y="6161616"/>
                  </a:lnTo>
                  <a:lnTo>
                    <a:pt x="119394" y="6161616"/>
                  </a:lnTo>
                  <a:lnTo>
                    <a:pt x="119685" y="6161616"/>
                  </a:lnTo>
                  <a:lnTo>
                    <a:pt x="119830" y="6161616"/>
                  </a:lnTo>
                  <a:lnTo>
                    <a:pt x="119976" y="6161616"/>
                  </a:lnTo>
                  <a:lnTo>
                    <a:pt x="120121" y="6160993"/>
                  </a:lnTo>
                  <a:lnTo>
                    <a:pt x="120266" y="6160993"/>
                  </a:lnTo>
                  <a:lnTo>
                    <a:pt x="120412" y="6160993"/>
                  </a:lnTo>
                  <a:lnTo>
                    <a:pt x="120557" y="6160993"/>
                  </a:lnTo>
                  <a:lnTo>
                    <a:pt x="120703" y="6160993"/>
                  </a:lnTo>
                  <a:lnTo>
                    <a:pt x="120703" y="6160369"/>
                  </a:lnTo>
                  <a:lnTo>
                    <a:pt x="120848" y="6160369"/>
                  </a:lnTo>
                  <a:lnTo>
                    <a:pt x="120994" y="6160369"/>
                  </a:lnTo>
                  <a:lnTo>
                    <a:pt x="121139" y="6159746"/>
                  </a:lnTo>
                  <a:lnTo>
                    <a:pt x="121139" y="6159122"/>
                  </a:lnTo>
                  <a:lnTo>
                    <a:pt x="121284" y="6159122"/>
                  </a:lnTo>
                  <a:lnTo>
                    <a:pt x="121430" y="6159122"/>
                  </a:lnTo>
                  <a:lnTo>
                    <a:pt x="121430" y="6157875"/>
                  </a:lnTo>
                  <a:lnTo>
                    <a:pt x="121575" y="6157875"/>
                  </a:lnTo>
                  <a:lnTo>
                    <a:pt x="121721" y="6157875"/>
                  </a:lnTo>
                  <a:lnTo>
                    <a:pt x="121866" y="6157875"/>
                  </a:lnTo>
                  <a:lnTo>
                    <a:pt x="122011" y="6157875"/>
                  </a:lnTo>
                  <a:lnTo>
                    <a:pt x="122302" y="6157875"/>
                  </a:lnTo>
                  <a:lnTo>
                    <a:pt x="122448" y="6157875"/>
                  </a:lnTo>
                  <a:lnTo>
                    <a:pt x="122593" y="6157875"/>
                  </a:lnTo>
                  <a:lnTo>
                    <a:pt x="122739" y="6157875"/>
                  </a:lnTo>
                  <a:lnTo>
                    <a:pt x="122884" y="6157875"/>
                  </a:lnTo>
                  <a:lnTo>
                    <a:pt x="123029" y="6157875"/>
                  </a:lnTo>
                  <a:lnTo>
                    <a:pt x="123175" y="6157875"/>
                  </a:lnTo>
                  <a:lnTo>
                    <a:pt x="123320" y="6157875"/>
                  </a:lnTo>
                  <a:lnTo>
                    <a:pt x="123466" y="6157875"/>
                  </a:lnTo>
                  <a:lnTo>
                    <a:pt x="123611" y="6157875"/>
                  </a:lnTo>
                  <a:lnTo>
                    <a:pt x="123757" y="6156628"/>
                  </a:lnTo>
                  <a:lnTo>
                    <a:pt x="123902" y="6156628"/>
                  </a:lnTo>
                  <a:lnTo>
                    <a:pt x="123902" y="6156004"/>
                  </a:lnTo>
                  <a:lnTo>
                    <a:pt x="124047" y="6156004"/>
                  </a:lnTo>
                  <a:lnTo>
                    <a:pt x="124193" y="6155381"/>
                  </a:lnTo>
                  <a:lnTo>
                    <a:pt x="124193" y="6154757"/>
                  </a:lnTo>
                  <a:lnTo>
                    <a:pt x="124338" y="6154757"/>
                  </a:lnTo>
                  <a:lnTo>
                    <a:pt x="124484" y="6154757"/>
                  </a:lnTo>
                  <a:lnTo>
                    <a:pt x="124629" y="6154757"/>
                  </a:lnTo>
                  <a:lnTo>
                    <a:pt x="124629" y="6154133"/>
                  </a:lnTo>
                  <a:lnTo>
                    <a:pt x="124629" y="6153510"/>
                  </a:lnTo>
                  <a:lnTo>
                    <a:pt x="124629" y="6152886"/>
                  </a:lnTo>
                  <a:lnTo>
                    <a:pt x="124775" y="6152886"/>
                  </a:lnTo>
                  <a:lnTo>
                    <a:pt x="124920" y="6152886"/>
                  </a:lnTo>
                  <a:lnTo>
                    <a:pt x="124920" y="6152263"/>
                  </a:lnTo>
                  <a:lnTo>
                    <a:pt x="125065" y="6152263"/>
                  </a:lnTo>
                  <a:lnTo>
                    <a:pt x="125211" y="6152263"/>
                  </a:lnTo>
                  <a:lnTo>
                    <a:pt x="125356" y="6152263"/>
                  </a:lnTo>
                  <a:lnTo>
                    <a:pt x="125502" y="6152263"/>
                  </a:lnTo>
                  <a:lnTo>
                    <a:pt x="125647" y="6152263"/>
                  </a:lnTo>
                  <a:lnTo>
                    <a:pt x="125938" y="6151015"/>
                  </a:lnTo>
                  <a:lnTo>
                    <a:pt x="125938" y="6150392"/>
                  </a:lnTo>
                  <a:lnTo>
                    <a:pt x="126083" y="6150392"/>
                  </a:lnTo>
                  <a:lnTo>
                    <a:pt x="126229" y="6150392"/>
                  </a:lnTo>
                  <a:lnTo>
                    <a:pt x="126229" y="6149768"/>
                  </a:lnTo>
                  <a:lnTo>
                    <a:pt x="126229" y="6149145"/>
                  </a:lnTo>
                  <a:lnTo>
                    <a:pt x="126374" y="6149145"/>
                  </a:lnTo>
                  <a:lnTo>
                    <a:pt x="126520" y="6149145"/>
                  </a:lnTo>
                  <a:lnTo>
                    <a:pt x="126520" y="6148521"/>
                  </a:lnTo>
                  <a:lnTo>
                    <a:pt x="126665" y="6148521"/>
                  </a:lnTo>
                  <a:lnTo>
                    <a:pt x="126811" y="6148521"/>
                  </a:lnTo>
                  <a:lnTo>
                    <a:pt x="126956" y="6148521"/>
                  </a:lnTo>
                  <a:lnTo>
                    <a:pt x="127101" y="6148521"/>
                  </a:lnTo>
                  <a:lnTo>
                    <a:pt x="127101" y="6147898"/>
                  </a:lnTo>
                  <a:lnTo>
                    <a:pt x="127101" y="6147274"/>
                  </a:lnTo>
                  <a:lnTo>
                    <a:pt x="127247" y="6147274"/>
                  </a:lnTo>
                  <a:lnTo>
                    <a:pt x="127392" y="6147274"/>
                  </a:lnTo>
                  <a:lnTo>
                    <a:pt x="127392" y="6146650"/>
                  </a:lnTo>
                  <a:lnTo>
                    <a:pt x="127538" y="6146650"/>
                  </a:lnTo>
                  <a:lnTo>
                    <a:pt x="127538" y="6146027"/>
                  </a:lnTo>
                  <a:lnTo>
                    <a:pt x="127683" y="6146027"/>
                  </a:lnTo>
                  <a:lnTo>
                    <a:pt x="127829" y="6146027"/>
                  </a:lnTo>
                  <a:lnTo>
                    <a:pt x="127974" y="6146027"/>
                  </a:lnTo>
                  <a:lnTo>
                    <a:pt x="128119" y="6145403"/>
                  </a:lnTo>
                  <a:lnTo>
                    <a:pt x="128410" y="6145403"/>
                  </a:lnTo>
                  <a:lnTo>
                    <a:pt x="128556" y="6145403"/>
                  </a:lnTo>
                  <a:lnTo>
                    <a:pt x="128701" y="6145403"/>
                  </a:lnTo>
                  <a:lnTo>
                    <a:pt x="128846" y="6145403"/>
                  </a:lnTo>
                  <a:lnTo>
                    <a:pt x="128992" y="6145403"/>
                  </a:lnTo>
                  <a:lnTo>
                    <a:pt x="129137" y="6145403"/>
                  </a:lnTo>
                  <a:lnTo>
                    <a:pt x="129137" y="6144780"/>
                  </a:lnTo>
                  <a:lnTo>
                    <a:pt x="129283" y="6144780"/>
                  </a:lnTo>
                  <a:lnTo>
                    <a:pt x="129428" y="6144780"/>
                  </a:lnTo>
                  <a:lnTo>
                    <a:pt x="129574" y="6144780"/>
                  </a:lnTo>
                  <a:lnTo>
                    <a:pt x="129719" y="6144780"/>
                  </a:lnTo>
                  <a:lnTo>
                    <a:pt x="129719" y="6144156"/>
                  </a:lnTo>
                  <a:lnTo>
                    <a:pt x="129864" y="6144156"/>
                  </a:lnTo>
                  <a:lnTo>
                    <a:pt x="129864" y="6142909"/>
                  </a:lnTo>
                  <a:lnTo>
                    <a:pt x="130010" y="6142909"/>
                  </a:lnTo>
                  <a:lnTo>
                    <a:pt x="130155" y="6142909"/>
                  </a:lnTo>
                  <a:lnTo>
                    <a:pt x="130301" y="6142909"/>
                  </a:lnTo>
                  <a:lnTo>
                    <a:pt x="130446" y="6142909"/>
                  </a:lnTo>
                  <a:lnTo>
                    <a:pt x="130592" y="6142909"/>
                  </a:lnTo>
                  <a:lnTo>
                    <a:pt x="130737" y="6142909"/>
                  </a:lnTo>
                  <a:lnTo>
                    <a:pt x="130737" y="6142285"/>
                  </a:lnTo>
                  <a:lnTo>
                    <a:pt x="130882" y="6142285"/>
                  </a:lnTo>
                  <a:lnTo>
                    <a:pt x="131028" y="6142285"/>
                  </a:lnTo>
                  <a:lnTo>
                    <a:pt x="131173" y="6142285"/>
                  </a:lnTo>
                  <a:lnTo>
                    <a:pt x="131319" y="6142285"/>
                  </a:lnTo>
                  <a:lnTo>
                    <a:pt x="131319" y="6141662"/>
                  </a:lnTo>
                  <a:lnTo>
                    <a:pt x="131464" y="6141662"/>
                  </a:lnTo>
                  <a:lnTo>
                    <a:pt x="131464" y="6141038"/>
                  </a:lnTo>
                  <a:lnTo>
                    <a:pt x="131610" y="6141038"/>
                  </a:lnTo>
                  <a:lnTo>
                    <a:pt x="131755" y="6141038"/>
                  </a:lnTo>
                  <a:lnTo>
                    <a:pt x="131900" y="6141038"/>
                  </a:lnTo>
                  <a:lnTo>
                    <a:pt x="131900" y="6140415"/>
                  </a:lnTo>
                  <a:lnTo>
                    <a:pt x="132191" y="6140415"/>
                  </a:lnTo>
                  <a:lnTo>
                    <a:pt x="132337" y="6140415"/>
                  </a:lnTo>
                  <a:lnTo>
                    <a:pt x="132482" y="6140415"/>
                  </a:lnTo>
                  <a:lnTo>
                    <a:pt x="132628" y="6140415"/>
                  </a:lnTo>
                  <a:lnTo>
                    <a:pt x="132628" y="6139791"/>
                  </a:lnTo>
                  <a:lnTo>
                    <a:pt x="132773" y="6139791"/>
                  </a:lnTo>
                  <a:lnTo>
                    <a:pt x="132773" y="6139167"/>
                  </a:lnTo>
                  <a:lnTo>
                    <a:pt x="132918" y="6139167"/>
                  </a:lnTo>
                  <a:lnTo>
                    <a:pt x="133209" y="6139167"/>
                  </a:lnTo>
                  <a:lnTo>
                    <a:pt x="133355" y="6139167"/>
                  </a:lnTo>
                  <a:lnTo>
                    <a:pt x="133500" y="6139167"/>
                  </a:lnTo>
                  <a:lnTo>
                    <a:pt x="133646" y="6139167"/>
                  </a:lnTo>
                  <a:lnTo>
                    <a:pt x="133791" y="6139167"/>
                  </a:lnTo>
                  <a:lnTo>
                    <a:pt x="133936" y="6139167"/>
                  </a:lnTo>
                  <a:lnTo>
                    <a:pt x="134082" y="6139167"/>
                  </a:lnTo>
                  <a:lnTo>
                    <a:pt x="134227" y="6139167"/>
                  </a:lnTo>
                  <a:lnTo>
                    <a:pt x="134227" y="6138544"/>
                  </a:lnTo>
                  <a:lnTo>
                    <a:pt x="134373" y="6138544"/>
                  </a:lnTo>
                  <a:lnTo>
                    <a:pt x="134518" y="6138544"/>
                  </a:lnTo>
                  <a:lnTo>
                    <a:pt x="134664" y="6138544"/>
                  </a:lnTo>
                  <a:lnTo>
                    <a:pt x="134954" y="6138544"/>
                  </a:lnTo>
                  <a:lnTo>
                    <a:pt x="135100" y="6138544"/>
                  </a:lnTo>
                  <a:lnTo>
                    <a:pt x="135245" y="6137920"/>
                  </a:lnTo>
                  <a:lnTo>
                    <a:pt x="135391" y="6137920"/>
                  </a:lnTo>
                  <a:lnTo>
                    <a:pt x="135391" y="6137297"/>
                  </a:lnTo>
                  <a:lnTo>
                    <a:pt x="135536" y="6137297"/>
                  </a:lnTo>
                  <a:lnTo>
                    <a:pt x="135681" y="6137297"/>
                  </a:lnTo>
                  <a:lnTo>
                    <a:pt x="135827" y="6137297"/>
                  </a:lnTo>
                  <a:lnTo>
                    <a:pt x="135972" y="6137297"/>
                  </a:lnTo>
                  <a:lnTo>
                    <a:pt x="136118" y="6137297"/>
                  </a:lnTo>
                  <a:lnTo>
                    <a:pt x="136263" y="6137297"/>
                  </a:lnTo>
                  <a:lnTo>
                    <a:pt x="136263" y="6136673"/>
                  </a:lnTo>
                  <a:lnTo>
                    <a:pt x="136409" y="6136673"/>
                  </a:lnTo>
                  <a:lnTo>
                    <a:pt x="136554" y="6136673"/>
                  </a:lnTo>
                  <a:lnTo>
                    <a:pt x="136699" y="6136673"/>
                  </a:lnTo>
                  <a:lnTo>
                    <a:pt x="136699" y="6136050"/>
                  </a:lnTo>
                  <a:lnTo>
                    <a:pt x="136699" y="6135426"/>
                  </a:lnTo>
                  <a:lnTo>
                    <a:pt x="136845" y="6135426"/>
                  </a:lnTo>
                  <a:lnTo>
                    <a:pt x="136990" y="6135426"/>
                  </a:lnTo>
                  <a:lnTo>
                    <a:pt x="137136" y="6135426"/>
                  </a:lnTo>
                  <a:lnTo>
                    <a:pt x="137281" y="6135426"/>
                  </a:lnTo>
                  <a:lnTo>
                    <a:pt x="137572" y="6135426"/>
                  </a:lnTo>
                  <a:lnTo>
                    <a:pt x="137863" y="6135426"/>
                  </a:lnTo>
                  <a:lnTo>
                    <a:pt x="138008" y="6135426"/>
                  </a:lnTo>
                  <a:lnTo>
                    <a:pt x="138154" y="6135426"/>
                  </a:lnTo>
                  <a:lnTo>
                    <a:pt x="138154" y="6134802"/>
                  </a:lnTo>
                  <a:lnTo>
                    <a:pt x="138299" y="6134802"/>
                  </a:lnTo>
                  <a:lnTo>
                    <a:pt x="138445" y="6134802"/>
                  </a:lnTo>
                  <a:lnTo>
                    <a:pt x="138445" y="6134179"/>
                  </a:lnTo>
                  <a:lnTo>
                    <a:pt x="138590" y="6134179"/>
                  </a:lnTo>
                  <a:lnTo>
                    <a:pt x="138881" y="6134179"/>
                  </a:lnTo>
                  <a:lnTo>
                    <a:pt x="138881" y="6133555"/>
                  </a:lnTo>
                  <a:lnTo>
                    <a:pt x="139026" y="6133555"/>
                  </a:lnTo>
                  <a:lnTo>
                    <a:pt x="139172" y="6133555"/>
                  </a:lnTo>
                  <a:lnTo>
                    <a:pt x="139172" y="6132932"/>
                  </a:lnTo>
                  <a:lnTo>
                    <a:pt x="139172" y="6132308"/>
                  </a:lnTo>
                  <a:lnTo>
                    <a:pt x="139463" y="6132308"/>
                  </a:lnTo>
                  <a:lnTo>
                    <a:pt x="139608" y="6132308"/>
                  </a:lnTo>
                  <a:lnTo>
                    <a:pt x="139753" y="6132308"/>
                  </a:lnTo>
                  <a:lnTo>
                    <a:pt x="139899" y="6132308"/>
                  </a:lnTo>
                  <a:lnTo>
                    <a:pt x="140044" y="6132308"/>
                  </a:lnTo>
                  <a:lnTo>
                    <a:pt x="140190" y="6132308"/>
                  </a:lnTo>
                  <a:lnTo>
                    <a:pt x="140335" y="6132308"/>
                  </a:lnTo>
                  <a:lnTo>
                    <a:pt x="140481" y="6132308"/>
                  </a:lnTo>
                  <a:lnTo>
                    <a:pt x="140626" y="6132308"/>
                  </a:lnTo>
                  <a:lnTo>
                    <a:pt x="140917" y="6132308"/>
                  </a:lnTo>
                  <a:lnTo>
                    <a:pt x="141062" y="6132308"/>
                  </a:lnTo>
                  <a:lnTo>
                    <a:pt x="141208" y="6132308"/>
                  </a:lnTo>
                  <a:lnTo>
                    <a:pt x="141353" y="6132308"/>
                  </a:lnTo>
                  <a:lnTo>
                    <a:pt x="141499" y="6132308"/>
                  </a:lnTo>
                  <a:lnTo>
                    <a:pt x="141644" y="6132308"/>
                  </a:lnTo>
                  <a:lnTo>
                    <a:pt x="141789" y="6132308"/>
                  </a:lnTo>
                  <a:lnTo>
                    <a:pt x="141789" y="6131684"/>
                  </a:lnTo>
                  <a:lnTo>
                    <a:pt x="141935" y="6131684"/>
                  </a:lnTo>
                  <a:lnTo>
                    <a:pt x="142080" y="6130437"/>
                  </a:lnTo>
                  <a:lnTo>
                    <a:pt x="142080" y="6129814"/>
                  </a:lnTo>
                  <a:lnTo>
                    <a:pt x="142226" y="6129814"/>
                  </a:lnTo>
                  <a:lnTo>
                    <a:pt x="142371" y="6129814"/>
                  </a:lnTo>
                  <a:lnTo>
                    <a:pt x="142516" y="6129814"/>
                  </a:lnTo>
                  <a:lnTo>
                    <a:pt x="142662" y="6129814"/>
                  </a:lnTo>
                  <a:lnTo>
                    <a:pt x="142807" y="6129814"/>
                  </a:lnTo>
                  <a:lnTo>
                    <a:pt x="142953" y="6129814"/>
                  </a:lnTo>
                  <a:lnTo>
                    <a:pt x="143098" y="6129814"/>
                  </a:lnTo>
                  <a:lnTo>
                    <a:pt x="143244" y="6129814"/>
                  </a:lnTo>
                  <a:lnTo>
                    <a:pt x="143389" y="6129814"/>
                  </a:lnTo>
                  <a:lnTo>
                    <a:pt x="143534" y="6129814"/>
                  </a:lnTo>
                  <a:lnTo>
                    <a:pt x="143680" y="6129814"/>
                  </a:lnTo>
                  <a:lnTo>
                    <a:pt x="143825" y="6129814"/>
                  </a:lnTo>
                  <a:lnTo>
                    <a:pt x="143971" y="6129814"/>
                  </a:lnTo>
                  <a:lnTo>
                    <a:pt x="144116" y="6129190"/>
                  </a:lnTo>
                  <a:lnTo>
                    <a:pt x="144262" y="6129190"/>
                  </a:lnTo>
                  <a:lnTo>
                    <a:pt x="144262" y="6128567"/>
                  </a:lnTo>
                  <a:lnTo>
                    <a:pt x="144407" y="6128567"/>
                  </a:lnTo>
                  <a:lnTo>
                    <a:pt x="144552" y="6128567"/>
                  </a:lnTo>
                  <a:lnTo>
                    <a:pt x="144552" y="6127943"/>
                  </a:lnTo>
                  <a:lnTo>
                    <a:pt x="144552" y="6127319"/>
                  </a:lnTo>
                  <a:lnTo>
                    <a:pt x="144552" y="6126696"/>
                  </a:lnTo>
                  <a:lnTo>
                    <a:pt x="144552" y="6126072"/>
                  </a:lnTo>
                  <a:lnTo>
                    <a:pt x="144698" y="6126072"/>
                  </a:lnTo>
                  <a:lnTo>
                    <a:pt x="144843" y="6126072"/>
                  </a:lnTo>
                  <a:lnTo>
                    <a:pt x="144989" y="6126072"/>
                  </a:lnTo>
                  <a:lnTo>
                    <a:pt x="144989" y="6124825"/>
                  </a:lnTo>
                  <a:lnTo>
                    <a:pt x="144989" y="6124201"/>
                  </a:lnTo>
                  <a:lnTo>
                    <a:pt x="144989" y="6123578"/>
                  </a:lnTo>
                  <a:lnTo>
                    <a:pt x="144989" y="6122954"/>
                  </a:lnTo>
                  <a:lnTo>
                    <a:pt x="145134" y="6122954"/>
                  </a:lnTo>
                  <a:lnTo>
                    <a:pt x="145280" y="6122954"/>
                  </a:lnTo>
                  <a:lnTo>
                    <a:pt x="145425" y="6122954"/>
                  </a:lnTo>
                  <a:lnTo>
                    <a:pt x="145716" y="6122954"/>
                  </a:lnTo>
                  <a:lnTo>
                    <a:pt x="145861" y="6122954"/>
                  </a:lnTo>
                  <a:lnTo>
                    <a:pt x="145861" y="6122331"/>
                  </a:lnTo>
                  <a:lnTo>
                    <a:pt x="146007" y="6122331"/>
                  </a:lnTo>
                  <a:lnTo>
                    <a:pt x="146152" y="6122331"/>
                  </a:lnTo>
                  <a:lnTo>
                    <a:pt x="146298" y="6122331"/>
                  </a:lnTo>
                  <a:lnTo>
                    <a:pt x="146443" y="6122331"/>
                  </a:lnTo>
                  <a:lnTo>
                    <a:pt x="146588" y="6122331"/>
                  </a:lnTo>
                  <a:lnTo>
                    <a:pt x="146734" y="6122331"/>
                  </a:lnTo>
                  <a:lnTo>
                    <a:pt x="146879" y="6122331"/>
                  </a:lnTo>
                  <a:lnTo>
                    <a:pt x="146879" y="6121707"/>
                  </a:lnTo>
                  <a:lnTo>
                    <a:pt x="147025" y="6121707"/>
                  </a:lnTo>
                  <a:lnTo>
                    <a:pt x="147170" y="6121707"/>
                  </a:lnTo>
                  <a:lnTo>
                    <a:pt x="147316" y="6121707"/>
                  </a:lnTo>
                  <a:lnTo>
                    <a:pt x="147316" y="6121084"/>
                  </a:lnTo>
                  <a:lnTo>
                    <a:pt x="147316" y="6120460"/>
                  </a:lnTo>
                  <a:lnTo>
                    <a:pt x="147461" y="6120460"/>
                  </a:lnTo>
                  <a:lnTo>
                    <a:pt x="147606" y="6120460"/>
                  </a:lnTo>
                  <a:lnTo>
                    <a:pt x="147752" y="6120460"/>
                  </a:lnTo>
                  <a:lnTo>
                    <a:pt x="147752" y="6119836"/>
                  </a:lnTo>
                  <a:lnTo>
                    <a:pt x="147897" y="6119836"/>
                  </a:lnTo>
                  <a:lnTo>
                    <a:pt x="148043" y="6119213"/>
                  </a:lnTo>
                  <a:lnTo>
                    <a:pt x="148043" y="6118589"/>
                  </a:lnTo>
                  <a:lnTo>
                    <a:pt x="148188" y="6118589"/>
                  </a:lnTo>
                  <a:lnTo>
                    <a:pt x="148334" y="6118589"/>
                  </a:lnTo>
                  <a:lnTo>
                    <a:pt x="148479" y="6118589"/>
                  </a:lnTo>
                  <a:lnTo>
                    <a:pt x="148624" y="6118589"/>
                  </a:lnTo>
                  <a:lnTo>
                    <a:pt x="148770" y="6118589"/>
                  </a:lnTo>
                  <a:lnTo>
                    <a:pt x="148915" y="6118589"/>
                  </a:lnTo>
                  <a:lnTo>
                    <a:pt x="148915" y="6117966"/>
                  </a:lnTo>
                  <a:lnTo>
                    <a:pt x="149061" y="6117966"/>
                  </a:lnTo>
                  <a:lnTo>
                    <a:pt x="149206" y="6117342"/>
                  </a:lnTo>
                  <a:lnTo>
                    <a:pt x="149351" y="6117342"/>
                  </a:lnTo>
                  <a:lnTo>
                    <a:pt x="149351" y="6116718"/>
                  </a:lnTo>
                  <a:lnTo>
                    <a:pt x="149497" y="6116718"/>
                  </a:lnTo>
                  <a:lnTo>
                    <a:pt x="149642" y="6116718"/>
                  </a:lnTo>
                  <a:lnTo>
                    <a:pt x="149933" y="6116718"/>
                  </a:lnTo>
                  <a:lnTo>
                    <a:pt x="149933" y="6116095"/>
                  </a:lnTo>
                  <a:lnTo>
                    <a:pt x="149933" y="6115471"/>
                  </a:lnTo>
                  <a:lnTo>
                    <a:pt x="150079" y="6115471"/>
                  </a:lnTo>
                  <a:lnTo>
                    <a:pt x="150224" y="6115471"/>
                  </a:lnTo>
                  <a:lnTo>
                    <a:pt x="150369" y="6115471"/>
                  </a:lnTo>
                  <a:lnTo>
                    <a:pt x="150515" y="6115471"/>
                  </a:lnTo>
                  <a:lnTo>
                    <a:pt x="150515" y="6114848"/>
                  </a:lnTo>
                  <a:lnTo>
                    <a:pt x="150515" y="6114224"/>
                  </a:lnTo>
                  <a:lnTo>
                    <a:pt x="150660" y="6114224"/>
                  </a:lnTo>
                  <a:lnTo>
                    <a:pt x="150806" y="6114224"/>
                  </a:lnTo>
                  <a:lnTo>
                    <a:pt x="151242" y="6114224"/>
                  </a:lnTo>
                  <a:lnTo>
                    <a:pt x="151387" y="6114224"/>
                  </a:lnTo>
                  <a:lnTo>
                    <a:pt x="151533" y="6114224"/>
                  </a:lnTo>
                  <a:lnTo>
                    <a:pt x="151824" y="6114224"/>
                  </a:lnTo>
                  <a:lnTo>
                    <a:pt x="151824" y="6113601"/>
                  </a:lnTo>
                  <a:lnTo>
                    <a:pt x="151969" y="6113601"/>
                  </a:lnTo>
                  <a:lnTo>
                    <a:pt x="152260" y="6113601"/>
                  </a:lnTo>
                  <a:lnTo>
                    <a:pt x="152405" y="6113601"/>
                  </a:lnTo>
                  <a:lnTo>
                    <a:pt x="152551" y="6113601"/>
                  </a:lnTo>
                  <a:lnTo>
                    <a:pt x="152842" y="6113601"/>
                  </a:lnTo>
                  <a:lnTo>
                    <a:pt x="152987" y="6113601"/>
                  </a:lnTo>
                  <a:lnTo>
                    <a:pt x="153133" y="6113601"/>
                  </a:lnTo>
                  <a:lnTo>
                    <a:pt x="153133" y="6112977"/>
                  </a:lnTo>
                  <a:lnTo>
                    <a:pt x="153278" y="6112977"/>
                  </a:lnTo>
                  <a:lnTo>
                    <a:pt x="153423" y="6112977"/>
                  </a:lnTo>
                  <a:lnTo>
                    <a:pt x="153569" y="6112977"/>
                  </a:lnTo>
                  <a:lnTo>
                    <a:pt x="153714" y="6112977"/>
                  </a:lnTo>
                  <a:lnTo>
                    <a:pt x="153860" y="6112977"/>
                  </a:lnTo>
                  <a:lnTo>
                    <a:pt x="154005" y="6112977"/>
                  </a:lnTo>
                  <a:lnTo>
                    <a:pt x="154151" y="6112977"/>
                  </a:lnTo>
                  <a:lnTo>
                    <a:pt x="154296" y="6112977"/>
                  </a:lnTo>
                  <a:lnTo>
                    <a:pt x="154296" y="6112353"/>
                  </a:lnTo>
                  <a:lnTo>
                    <a:pt x="154441" y="6112353"/>
                  </a:lnTo>
                  <a:lnTo>
                    <a:pt x="154441" y="6111730"/>
                  </a:lnTo>
                  <a:lnTo>
                    <a:pt x="154587" y="6111730"/>
                  </a:lnTo>
                  <a:lnTo>
                    <a:pt x="154878" y="6111730"/>
                  </a:lnTo>
                  <a:lnTo>
                    <a:pt x="155023" y="6111730"/>
                  </a:lnTo>
                  <a:lnTo>
                    <a:pt x="155169" y="6111730"/>
                  </a:lnTo>
                  <a:lnTo>
                    <a:pt x="155314" y="6111730"/>
                  </a:lnTo>
                  <a:lnTo>
                    <a:pt x="155459" y="6111730"/>
                  </a:lnTo>
                  <a:lnTo>
                    <a:pt x="155605" y="6111106"/>
                  </a:lnTo>
                  <a:lnTo>
                    <a:pt x="155750" y="6111106"/>
                  </a:lnTo>
                  <a:lnTo>
                    <a:pt x="155896" y="6111106"/>
                  </a:lnTo>
                  <a:lnTo>
                    <a:pt x="156041" y="6111106"/>
                  </a:lnTo>
                  <a:lnTo>
                    <a:pt x="156186" y="6111106"/>
                  </a:lnTo>
                  <a:lnTo>
                    <a:pt x="156332" y="6111106"/>
                  </a:lnTo>
                  <a:lnTo>
                    <a:pt x="156477" y="6111106"/>
                  </a:lnTo>
                  <a:lnTo>
                    <a:pt x="156623" y="6111106"/>
                  </a:lnTo>
                  <a:lnTo>
                    <a:pt x="156914" y="6111106"/>
                  </a:lnTo>
                  <a:lnTo>
                    <a:pt x="156914" y="6110483"/>
                  </a:lnTo>
                  <a:lnTo>
                    <a:pt x="157059" y="6110483"/>
                  </a:lnTo>
                  <a:lnTo>
                    <a:pt x="157204" y="6110483"/>
                  </a:lnTo>
                  <a:lnTo>
                    <a:pt x="157495" y="6110483"/>
                  </a:lnTo>
                  <a:lnTo>
                    <a:pt x="157786" y="6110483"/>
                  </a:lnTo>
                  <a:lnTo>
                    <a:pt x="157932" y="6109859"/>
                  </a:lnTo>
                  <a:lnTo>
                    <a:pt x="158077" y="6109859"/>
                  </a:lnTo>
                  <a:lnTo>
                    <a:pt x="158222" y="6109859"/>
                  </a:lnTo>
                  <a:lnTo>
                    <a:pt x="158368" y="6109859"/>
                  </a:lnTo>
                  <a:lnTo>
                    <a:pt x="158513" y="6109859"/>
                  </a:lnTo>
                  <a:lnTo>
                    <a:pt x="158513" y="6109235"/>
                  </a:lnTo>
                  <a:lnTo>
                    <a:pt x="158659" y="6109235"/>
                  </a:lnTo>
                  <a:lnTo>
                    <a:pt x="158804" y="6109235"/>
                  </a:lnTo>
                  <a:lnTo>
                    <a:pt x="158950" y="6109235"/>
                  </a:lnTo>
                  <a:lnTo>
                    <a:pt x="158950" y="6108612"/>
                  </a:lnTo>
                  <a:lnTo>
                    <a:pt x="158950" y="6107988"/>
                  </a:lnTo>
                  <a:lnTo>
                    <a:pt x="159095" y="6107988"/>
                  </a:lnTo>
                  <a:lnTo>
                    <a:pt x="159095" y="6107365"/>
                  </a:lnTo>
                  <a:lnTo>
                    <a:pt x="159240" y="6107365"/>
                  </a:lnTo>
                  <a:lnTo>
                    <a:pt x="159386" y="6107365"/>
                  </a:lnTo>
                  <a:lnTo>
                    <a:pt x="159386" y="6106741"/>
                  </a:lnTo>
                  <a:lnTo>
                    <a:pt x="159677" y="6106741"/>
                  </a:lnTo>
                  <a:lnTo>
                    <a:pt x="159822" y="6106741"/>
                  </a:lnTo>
                  <a:lnTo>
                    <a:pt x="159968" y="6106741"/>
                  </a:lnTo>
                  <a:lnTo>
                    <a:pt x="160258" y="6106741"/>
                  </a:lnTo>
                  <a:lnTo>
                    <a:pt x="160404" y="6106741"/>
                  </a:lnTo>
                  <a:lnTo>
                    <a:pt x="160549" y="6106741"/>
                  </a:lnTo>
                  <a:lnTo>
                    <a:pt x="160549" y="6106118"/>
                  </a:lnTo>
                  <a:lnTo>
                    <a:pt x="160695" y="6106118"/>
                  </a:lnTo>
                  <a:lnTo>
                    <a:pt x="160840" y="6106118"/>
                  </a:lnTo>
                  <a:lnTo>
                    <a:pt x="160840" y="6105494"/>
                  </a:lnTo>
                  <a:lnTo>
                    <a:pt x="160986" y="6104870"/>
                  </a:lnTo>
                  <a:lnTo>
                    <a:pt x="161131" y="6104870"/>
                  </a:lnTo>
                  <a:lnTo>
                    <a:pt x="161276" y="6104870"/>
                  </a:lnTo>
                  <a:lnTo>
                    <a:pt x="161276" y="6104247"/>
                  </a:lnTo>
                  <a:lnTo>
                    <a:pt x="161422" y="6104247"/>
                  </a:lnTo>
                  <a:lnTo>
                    <a:pt x="161422" y="6103623"/>
                  </a:lnTo>
                  <a:lnTo>
                    <a:pt x="161567" y="6103623"/>
                  </a:lnTo>
                  <a:lnTo>
                    <a:pt x="161567" y="6103000"/>
                  </a:lnTo>
                  <a:lnTo>
                    <a:pt x="161567" y="6102376"/>
                  </a:lnTo>
                  <a:lnTo>
                    <a:pt x="161713" y="6102376"/>
                  </a:lnTo>
                  <a:lnTo>
                    <a:pt x="161858" y="6102376"/>
                  </a:lnTo>
                  <a:lnTo>
                    <a:pt x="162004" y="6102376"/>
                  </a:lnTo>
                  <a:lnTo>
                    <a:pt x="162149" y="6102376"/>
                  </a:lnTo>
                  <a:lnTo>
                    <a:pt x="162440" y="6102376"/>
                  </a:lnTo>
                  <a:lnTo>
                    <a:pt x="162731" y="6102376"/>
                  </a:lnTo>
                  <a:lnTo>
                    <a:pt x="162876" y="6102376"/>
                  </a:lnTo>
                  <a:lnTo>
                    <a:pt x="163021" y="6102376"/>
                  </a:lnTo>
                  <a:lnTo>
                    <a:pt x="163167" y="6101752"/>
                  </a:lnTo>
                  <a:lnTo>
                    <a:pt x="163167" y="6101129"/>
                  </a:lnTo>
                  <a:lnTo>
                    <a:pt x="163167" y="6100505"/>
                  </a:lnTo>
                  <a:lnTo>
                    <a:pt x="163312" y="6100505"/>
                  </a:lnTo>
                  <a:lnTo>
                    <a:pt x="163458" y="6100505"/>
                  </a:lnTo>
                  <a:lnTo>
                    <a:pt x="163603" y="6100505"/>
                  </a:lnTo>
                  <a:lnTo>
                    <a:pt x="163749" y="6100505"/>
                  </a:lnTo>
                  <a:lnTo>
                    <a:pt x="163894" y="6099882"/>
                  </a:lnTo>
                  <a:lnTo>
                    <a:pt x="164039" y="6099882"/>
                  </a:lnTo>
                  <a:lnTo>
                    <a:pt x="164185" y="6099882"/>
                  </a:lnTo>
                  <a:lnTo>
                    <a:pt x="164330" y="6099882"/>
                  </a:lnTo>
                  <a:lnTo>
                    <a:pt x="164330" y="6099258"/>
                  </a:lnTo>
                  <a:lnTo>
                    <a:pt x="164476" y="6099258"/>
                  </a:lnTo>
                  <a:lnTo>
                    <a:pt x="164476" y="6098635"/>
                  </a:lnTo>
                  <a:lnTo>
                    <a:pt x="164621" y="6098635"/>
                  </a:lnTo>
                  <a:lnTo>
                    <a:pt x="164767" y="6098635"/>
                  </a:lnTo>
                  <a:lnTo>
                    <a:pt x="164912" y="6098635"/>
                  </a:lnTo>
                  <a:lnTo>
                    <a:pt x="164912" y="6097387"/>
                  </a:lnTo>
                  <a:lnTo>
                    <a:pt x="165203" y="6097387"/>
                  </a:lnTo>
                  <a:lnTo>
                    <a:pt x="165348" y="6097387"/>
                  </a:lnTo>
                  <a:lnTo>
                    <a:pt x="165494" y="6097387"/>
                  </a:lnTo>
                  <a:lnTo>
                    <a:pt x="165639" y="6097387"/>
                  </a:lnTo>
                  <a:lnTo>
                    <a:pt x="165785" y="6097387"/>
                  </a:lnTo>
                  <a:lnTo>
                    <a:pt x="165930" y="6097387"/>
                  </a:lnTo>
                  <a:lnTo>
                    <a:pt x="166075" y="6097387"/>
                  </a:lnTo>
                  <a:lnTo>
                    <a:pt x="166221" y="6097387"/>
                  </a:lnTo>
                  <a:lnTo>
                    <a:pt x="166366" y="6097387"/>
                  </a:lnTo>
                  <a:lnTo>
                    <a:pt x="166512" y="6097387"/>
                  </a:lnTo>
                  <a:lnTo>
                    <a:pt x="166512" y="6096764"/>
                  </a:lnTo>
                  <a:lnTo>
                    <a:pt x="166512" y="6096140"/>
                  </a:lnTo>
                  <a:lnTo>
                    <a:pt x="166657" y="6096140"/>
                  </a:lnTo>
                  <a:lnTo>
                    <a:pt x="166803" y="6096140"/>
                  </a:lnTo>
                  <a:lnTo>
                    <a:pt x="166948" y="6096140"/>
                  </a:lnTo>
                  <a:lnTo>
                    <a:pt x="167093" y="6096140"/>
                  </a:lnTo>
                  <a:lnTo>
                    <a:pt x="167239" y="6096140"/>
                  </a:lnTo>
                  <a:lnTo>
                    <a:pt x="167384" y="6096140"/>
                  </a:lnTo>
                  <a:lnTo>
                    <a:pt x="167384" y="6095517"/>
                  </a:lnTo>
                  <a:lnTo>
                    <a:pt x="167530" y="6095517"/>
                  </a:lnTo>
                  <a:lnTo>
                    <a:pt x="167675" y="6095517"/>
                  </a:lnTo>
                  <a:lnTo>
                    <a:pt x="167821" y="6095517"/>
                  </a:lnTo>
                  <a:lnTo>
                    <a:pt x="167966" y="6095517"/>
                  </a:lnTo>
                  <a:lnTo>
                    <a:pt x="168111" y="6095517"/>
                  </a:lnTo>
                  <a:lnTo>
                    <a:pt x="168257" y="6095517"/>
                  </a:lnTo>
                  <a:lnTo>
                    <a:pt x="168402" y="6095517"/>
                  </a:lnTo>
                  <a:lnTo>
                    <a:pt x="168693" y="6095517"/>
                  </a:lnTo>
                  <a:lnTo>
                    <a:pt x="168838" y="6095517"/>
                  </a:lnTo>
                  <a:lnTo>
                    <a:pt x="168838" y="6094893"/>
                  </a:lnTo>
                  <a:lnTo>
                    <a:pt x="168984" y="6094893"/>
                  </a:lnTo>
                  <a:lnTo>
                    <a:pt x="169129" y="6093646"/>
                  </a:lnTo>
                  <a:lnTo>
                    <a:pt x="169275" y="6093646"/>
                  </a:lnTo>
                  <a:lnTo>
                    <a:pt x="169566" y="6093646"/>
                  </a:lnTo>
                  <a:lnTo>
                    <a:pt x="169711" y="6093646"/>
                  </a:lnTo>
                  <a:lnTo>
                    <a:pt x="169856" y="6093646"/>
                  </a:lnTo>
                  <a:lnTo>
                    <a:pt x="170002" y="6093646"/>
                  </a:lnTo>
                  <a:lnTo>
                    <a:pt x="170147" y="6093646"/>
                  </a:lnTo>
                  <a:lnTo>
                    <a:pt x="170293" y="6093646"/>
                  </a:lnTo>
                  <a:lnTo>
                    <a:pt x="170438" y="6093646"/>
                  </a:lnTo>
                  <a:lnTo>
                    <a:pt x="170438" y="6093022"/>
                  </a:lnTo>
                  <a:lnTo>
                    <a:pt x="170438" y="6092399"/>
                  </a:lnTo>
                  <a:lnTo>
                    <a:pt x="170438" y="6091775"/>
                  </a:lnTo>
                  <a:lnTo>
                    <a:pt x="170584" y="6091775"/>
                  </a:lnTo>
                  <a:lnTo>
                    <a:pt x="170874" y="6091775"/>
                  </a:lnTo>
                  <a:lnTo>
                    <a:pt x="171020" y="6091775"/>
                  </a:lnTo>
                  <a:lnTo>
                    <a:pt x="171165" y="6091775"/>
                  </a:lnTo>
                  <a:lnTo>
                    <a:pt x="171311" y="6091775"/>
                  </a:lnTo>
                  <a:lnTo>
                    <a:pt x="171456" y="6091775"/>
                  </a:lnTo>
                  <a:lnTo>
                    <a:pt x="171747" y="6091775"/>
                  </a:lnTo>
                  <a:lnTo>
                    <a:pt x="171747" y="6091152"/>
                  </a:lnTo>
                  <a:lnTo>
                    <a:pt x="171892" y="6091152"/>
                  </a:lnTo>
                  <a:lnTo>
                    <a:pt x="172183" y="6091152"/>
                  </a:lnTo>
                  <a:lnTo>
                    <a:pt x="172329" y="6091152"/>
                  </a:lnTo>
                  <a:lnTo>
                    <a:pt x="172474" y="6091152"/>
                  </a:lnTo>
                  <a:lnTo>
                    <a:pt x="172474" y="6090528"/>
                  </a:lnTo>
                  <a:lnTo>
                    <a:pt x="172474" y="6089904"/>
                  </a:lnTo>
                  <a:lnTo>
                    <a:pt x="172620" y="6089904"/>
                  </a:lnTo>
                  <a:lnTo>
                    <a:pt x="172910" y="6089904"/>
                  </a:lnTo>
                  <a:lnTo>
                    <a:pt x="173056" y="6089904"/>
                  </a:lnTo>
                  <a:lnTo>
                    <a:pt x="173201" y="6089904"/>
                  </a:lnTo>
                  <a:lnTo>
                    <a:pt x="173347" y="6089904"/>
                  </a:lnTo>
                  <a:lnTo>
                    <a:pt x="173347" y="6089281"/>
                  </a:lnTo>
                  <a:lnTo>
                    <a:pt x="173492" y="6089281"/>
                  </a:lnTo>
                  <a:lnTo>
                    <a:pt x="173492" y="6088657"/>
                  </a:lnTo>
                  <a:lnTo>
                    <a:pt x="173638" y="6088657"/>
                  </a:lnTo>
                  <a:lnTo>
                    <a:pt x="173783" y="6088657"/>
                  </a:lnTo>
                  <a:lnTo>
                    <a:pt x="173928" y="6088657"/>
                  </a:lnTo>
                  <a:lnTo>
                    <a:pt x="174074" y="6088657"/>
                  </a:lnTo>
                  <a:lnTo>
                    <a:pt x="174074" y="6088034"/>
                  </a:lnTo>
                  <a:lnTo>
                    <a:pt x="174074" y="6087410"/>
                  </a:lnTo>
                  <a:lnTo>
                    <a:pt x="174219" y="6087410"/>
                  </a:lnTo>
                  <a:lnTo>
                    <a:pt x="174219" y="6086787"/>
                  </a:lnTo>
                  <a:lnTo>
                    <a:pt x="174365" y="6086787"/>
                  </a:lnTo>
                  <a:lnTo>
                    <a:pt x="174510" y="6086787"/>
                  </a:lnTo>
                  <a:lnTo>
                    <a:pt x="174656" y="6086787"/>
                  </a:lnTo>
                  <a:lnTo>
                    <a:pt x="174801" y="6086787"/>
                  </a:lnTo>
                  <a:lnTo>
                    <a:pt x="174946" y="6086787"/>
                  </a:lnTo>
                  <a:lnTo>
                    <a:pt x="175092" y="6086787"/>
                  </a:lnTo>
                  <a:lnTo>
                    <a:pt x="175383" y="6086787"/>
                  </a:lnTo>
                  <a:lnTo>
                    <a:pt x="175528" y="6086787"/>
                  </a:lnTo>
                  <a:lnTo>
                    <a:pt x="175673" y="6086787"/>
                  </a:lnTo>
                  <a:lnTo>
                    <a:pt x="175964" y="6086787"/>
                  </a:lnTo>
                  <a:lnTo>
                    <a:pt x="175964" y="6086163"/>
                  </a:lnTo>
                  <a:lnTo>
                    <a:pt x="176110" y="6085539"/>
                  </a:lnTo>
                  <a:lnTo>
                    <a:pt x="176255" y="6085539"/>
                  </a:lnTo>
                  <a:lnTo>
                    <a:pt x="176401" y="6085539"/>
                  </a:lnTo>
                  <a:lnTo>
                    <a:pt x="176546" y="6085539"/>
                  </a:lnTo>
                  <a:lnTo>
                    <a:pt x="176546" y="6084916"/>
                  </a:lnTo>
                  <a:lnTo>
                    <a:pt x="176691" y="6084916"/>
                  </a:lnTo>
                  <a:lnTo>
                    <a:pt x="176837" y="6084916"/>
                  </a:lnTo>
                  <a:lnTo>
                    <a:pt x="176982" y="6084916"/>
                  </a:lnTo>
                  <a:lnTo>
                    <a:pt x="177128" y="6084916"/>
                  </a:lnTo>
                  <a:lnTo>
                    <a:pt x="177273" y="6084916"/>
                  </a:lnTo>
                  <a:lnTo>
                    <a:pt x="177564" y="6084916"/>
                  </a:lnTo>
                  <a:lnTo>
                    <a:pt x="177564" y="6084292"/>
                  </a:lnTo>
                  <a:lnTo>
                    <a:pt x="177709" y="6084292"/>
                  </a:lnTo>
                  <a:lnTo>
                    <a:pt x="177855" y="6084292"/>
                  </a:lnTo>
                  <a:lnTo>
                    <a:pt x="178000" y="6084292"/>
                  </a:lnTo>
                  <a:lnTo>
                    <a:pt x="178146" y="6084292"/>
                  </a:lnTo>
                  <a:lnTo>
                    <a:pt x="178146" y="6083669"/>
                  </a:lnTo>
                  <a:lnTo>
                    <a:pt x="178291" y="6083669"/>
                  </a:lnTo>
                  <a:lnTo>
                    <a:pt x="178291" y="6083045"/>
                  </a:lnTo>
                  <a:lnTo>
                    <a:pt x="178437" y="6083045"/>
                  </a:lnTo>
                  <a:lnTo>
                    <a:pt x="178582" y="6083045"/>
                  </a:lnTo>
                  <a:lnTo>
                    <a:pt x="178727" y="6083045"/>
                  </a:lnTo>
                  <a:lnTo>
                    <a:pt x="178873" y="6083045"/>
                  </a:lnTo>
                  <a:lnTo>
                    <a:pt x="179018" y="6083045"/>
                  </a:lnTo>
                  <a:lnTo>
                    <a:pt x="179018" y="6082421"/>
                  </a:lnTo>
                  <a:lnTo>
                    <a:pt x="179164" y="6081798"/>
                  </a:lnTo>
                  <a:lnTo>
                    <a:pt x="179309" y="6081798"/>
                  </a:lnTo>
                  <a:lnTo>
                    <a:pt x="179455" y="6081798"/>
                  </a:lnTo>
                  <a:lnTo>
                    <a:pt x="179745" y="6081798"/>
                  </a:lnTo>
                  <a:lnTo>
                    <a:pt x="179745" y="6081174"/>
                  </a:lnTo>
                  <a:lnTo>
                    <a:pt x="180036" y="6081174"/>
                  </a:lnTo>
                  <a:lnTo>
                    <a:pt x="180182" y="6081174"/>
                  </a:lnTo>
                  <a:lnTo>
                    <a:pt x="180327" y="6081174"/>
                  </a:lnTo>
                  <a:lnTo>
                    <a:pt x="180618" y="6081174"/>
                  </a:lnTo>
                  <a:lnTo>
                    <a:pt x="180618" y="6080551"/>
                  </a:lnTo>
                  <a:lnTo>
                    <a:pt x="180763" y="6080551"/>
                  </a:lnTo>
                  <a:lnTo>
                    <a:pt x="180909" y="6080551"/>
                  </a:lnTo>
                  <a:lnTo>
                    <a:pt x="181054" y="6080551"/>
                  </a:lnTo>
                  <a:lnTo>
                    <a:pt x="181200" y="6080551"/>
                  </a:lnTo>
                  <a:lnTo>
                    <a:pt x="181345" y="6080551"/>
                  </a:lnTo>
                  <a:lnTo>
                    <a:pt x="181345" y="6079927"/>
                  </a:lnTo>
                  <a:lnTo>
                    <a:pt x="181491" y="6079927"/>
                  </a:lnTo>
                  <a:lnTo>
                    <a:pt x="181491" y="6079304"/>
                  </a:lnTo>
                  <a:lnTo>
                    <a:pt x="181636" y="6078680"/>
                  </a:lnTo>
                  <a:lnTo>
                    <a:pt x="181781" y="6078680"/>
                  </a:lnTo>
                  <a:lnTo>
                    <a:pt x="182072" y="6078680"/>
                  </a:lnTo>
                  <a:lnTo>
                    <a:pt x="182218" y="6078680"/>
                  </a:lnTo>
                  <a:lnTo>
                    <a:pt x="182218" y="6078056"/>
                  </a:lnTo>
                  <a:lnTo>
                    <a:pt x="182363" y="6078056"/>
                  </a:lnTo>
                  <a:lnTo>
                    <a:pt x="182508" y="6078056"/>
                  </a:lnTo>
                  <a:lnTo>
                    <a:pt x="182654" y="6078056"/>
                  </a:lnTo>
                  <a:lnTo>
                    <a:pt x="182799" y="6078056"/>
                  </a:lnTo>
                  <a:lnTo>
                    <a:pt x="182945" y="6078056"/>
                  </a:lnTo>
                  <a:lnTo>
                    <a:pt x="183090" y="6078056"/>
                  </a:lnTo>
                  <a:lnTo>
                    <a:pt x="183236" y="6078056"/>
                  </a:lnTo>
                  <a:lnTo>
                    <a:pt x="183236" y="6077433"/>
                  </a:lnTo>
                  <a:lnTo>
                    <a:pt x="183526" y="6077433"/>
                  </a:lnTo>
                  <a:lnTo>
                    <a:pt x="183672" y="6077433"/>
                  </a:lnTo>
                  <a:lnTo>
                    <a:pt x="183817" y="6077433"/>
                  </a:lnTo>
                  <a:lnTo>
                    <a:pt x="183963" y="6077433"/>
                  </a:lnTo>
                  <a:lnTo>
                    <a:pt x="184108" y="6077433"/>
                  </a:lnTo>
                  <a:lnTo>
                    <a:pt x="184108" y="6076809"/>
                  </a:lnTo>
                  <a:lnTo>
                    <a:pt x="184254" y="6076809"/>
                  </a:lnTo>
                  <a:lnTo>
                    <a:pt x="184399" y="6076809"/>
                  </a:lnTo>
                  <a:lnTo>
                    <a:pt x="184544" y="6076809"/>
                  </a:lnTo>
                  <a:lnTo>
                    <a:pt x="184544" y="6076186"/>
                  </a:lnTo>
                  <a:lnTo>
                    <a:pt x="184690" y="6076186"/>
                  </a:lnTo>
                  <a:lnTo>
                    <a:pt x="184835" y="6076186"/>
                  </a:lnTo>
                  <a:lnTo>
                    <a:pt x="184835" y="6075562"/>
                  </a:lnTo>
                  <a:lnTo>
                    <a:pt x="185126" y="6075562"/>
                  </a:lnTo>
                  <a:lnTo>
                    <a:pt x="185272" y="6074938"/>
                  </a:lnTo>
                  <a:lnTo>
                    <a:pt x="185417" y="6074938"/>
                  </a:lnTo>
                  <a:lnTo>
                    <a:pt x="185417" y="6074315"/>
                  </a:lnTo>
                  <a:lnTo>
                    <a:pt x="185417" y="6073691"/>
                  </a:lnTo>
                  <a:lnTo>
                    <a:pt x="185562" y="6073691"/>
                  </a:lnTo>
                  <a:lnTo>
                    <a:pt x="185708" y="6073691"/>
                  </a:lnTo>
                  <a:lnTo>
                    <a:pt x="185853" y="6073691"/>
                  </a:lnTo>
                  <a:lnTo>
                    <a:pt x="185853" y="6073068"/>
                  </a:lnTo>
                  <a:lnTo>
                    <a:pt x="185999" y="6073068"/>
                  </a:lnTo>
                  <a:lnTo>
                    <a:pt x="186290" y="6073068"/>
                  </a:lnTo>
                  <a:lnTo>
                    <a:pt x="186580" y="6073068"/>
                  </a:lnTo>
                  <a:lnTo>
                    <a:pt x="186726" y="6073068"/>
                  </a:lnTo>
                  <a:lnTo>
                    <a:pt x="186726" y="6072444"/>
                  </a:lnTo>
                  <a:lnTo>
                    <a:pt x="186871" y="6072444"/>
                  </a:lnTo>
                  <a:lnTo>
                    <a:pt x="187017" y="6072444"/>
                  </a:lnTo>
                  <a:lnTo>
                    <a:pt x="187162" y="6072444"/>
                  </a:lnTo>
                  <a:lnTo>
                    <a:pt x="187308" y="6072444"/>
                  </a:lnTo>
                  <a:lnTo>
                    <a:pt x="187453" y="6072444"/>
                  </a:lnTo>
                  <a:lnTo>
                    <a:pt x="187598" y="6072444"/>
                  </a:lnTo>
                  <a:lnTo>
                    <a:pt x="187598" y="6071821"/>
                  </a:lnTo>
                  <a:lnTo>
                    <a:pt x="187744" y="6071197"/>
                  </a:lnTo>
                  <a:lnTo>
                    <a:pt x="187889" y="6071197"/>
                  </a:lnTo>
                  <a:lnTo>
                    <a:pt x="188035" y="6071197"/>
                  </a:lnTo>
                  <a:lnTo>
                    <a:pt x="188180" y="6071197"/>
                  </a:lnTo>
                  <a:lnTo>
                    <a:pt x="188616" y="6070573"/>
                  </a:lnTo>
                  <a:lnTo>
                    <a:pt x="188616" y="6069950"/>
                  </a:lnTo>
                  <a:lnTo>
                    <a:pt x="188762" y="6069950"/>
                  </a:lnTo>
                  <a:lnTo>
                    <a:pt x="188762" y="6069326"/>
                  </a:lnTo>
                  <a:lnTo>
                    <a:pt x="189053" y="6069326"/>
                  </a:lnTo>
                  <a:lnTo>
                    <a:pt x="189198" y="6069326"/>
                  </a:lnTo>
                  <a:lnTo>
                    <a:pt x="189343" y="6069326"/>
                  </a:lnTo>
                  <a:lnTo>
                    <a:pt x="189343" y="6068703"/>
                  </a:lnTo>
                  <a:lnTo>
                    <a:pt x="189489" y="6068703"/>
                  </a:lnTo>
                  <a:lnTo>
                    <a:pt x="189780" y="6068703"/>
                  </a:lnTo>
                  <a:lnTo>
                    <a:pt x="189925" y="6068703"/>
                  </a:lnTo>
                  <a:lnTo>
                    <a:pt x="190071" y="6068703"/>
                  </a:lnTo>
                  <a:lnTo>
                    <a:pt x="190071" y="6068079"/>
                  </a:lnTo>
                  <a:lnTo>
                    <a:pt x="190216" y="6068079"/>
                  </a:lnTo>
                  <a:lnTo>
                    <a:pt x="190361" y="6068079"/>
                  </a:lnTo>
                  <a:lnTo>
                    <a:pt x="190507" y="6068079"/>
                  </a:lnTo>
                  <a:lnTo>
                    <a:pt x="190798" y="6068079"/>
                  </a:lnTo>
                  <a:lnTo>
                    <a:pt x="190943" y="6068079"/>
                  </a:lnTo>
                  <a:lnTo>
                    <a:pt x="191089" y="6068079"/>
                  </a:lnTo>
                  <a:lnTo>
                    <a:pt x="191234" y="6068079"/>
                  </a:lnTo>
                  <a:lnTo>
                    <a:pt x="191379" y="6068079"/>
                  </a:lnTo>
                  <a:lnTo>
                    <a:pt x="191525" y="6068079"/>
                  </a:lnTo>
                  <a:lnTo>
                    <a:pt x="191670" y="6068079"/>
                  </a:lnTo>
                  <a:lnTo>
                    <a:pt x="191816" y="6068079"/>
                  </a:lnTo>
                  <a:lnTo>
                    <a:pt x="192107" y="6068079"/>
                  </a:lnTo>
                  <a:lnTo>
                    <a:pt x="192252" y="6068079"/>
                  </a:lnTo>
                  <a:lnTo>
                    <a:pt x="192397" y="6068079"/>
                  </a:lnTo>
                  <a:lnTo>
                    <a:pt x="192543" y="6068079"/>
                  </a:lnTo>
                  <a:lnTo>
                    <a:pt x="192688" y="6068079"/>
                  </a:lnTo>
                  <a:lnTo>
                    <a:pt x="192688" y="6067455"/>
                  </a:lnTo>
                  <a:lnTo>
                    <a:pt x="192688" y="6066832"/>
                  </a:lnTo>
                  <a:lnTo>
                    <a:pt x="192834" y="6066832"/>
                  </a:lnTo>
                  <a:lnTo>
                    <a:pt x="192979" y="6066832"/>
                  </a:lnTo>
                  <a:lnTo>
                    <a:pt x="192979" y="6066208"/>
                  </a:lnTo>
                  <a:lnTo>
                    <a:pt x="193125" y="6066208"/>
                  </a:lnTo>
                  <a:lnTo>
                    <a:pt x="193561" y="6066208"/>
                  </a:lnTo>
                  <a:lnTo>
                    <a:pt x="193852" y="6066208"/>
                  </a:lnTo>
                  <a:lnTo>
                    <a:pt x="193852" y="6065585"/>
                  </a:lnTo>
                  <a:lnTo>
                    <a:pt x="193997" y="6064961"/>
                  </a:lnTo>
                  <a:lnTo>
                    <a:pt x="193997" y="6064338"/>
                  </a:lnTo>
                  <a:lnTo>
                    <a:pt x="194143" y="6064338"/>
                  </a:lnTo>
                  <a:lnTo>
                    <a:pt x="194433" y="6064338"/>
                  </a:lnTo>
                  <a:lnTo>
                    <a:pt x="194433" y="6063714"/>
                  </a:lnTo>
                  <a:lnTo>
                    <a:pt x="194579" y="6063714"/>
                  </a:lnTo>
                  <a:lnTo>
                    <a:pt x="194724" y="6063714"/>
                  </a:lnTo>
                  <a:lnTo>
                    <a:pt x="194870" y="6063714"/>
                  </a:lnTo>
                  <a:lnTo>
                    <a:pt x="195015" y="6063714"/>
                  </a:lnTo>
                  <a:lnTo>
                    <a:pt x="195306" y="6063714"/>
                  </a:lnTo>
                  <a:lnTo>
                    <a:pt x="195451" y="6063090"/>
                  </a:lnTo>
                  <a:lnTo>
                    <a:pt x="195597" y="6063090"/>
                  </a:lnTo>
                  <a:lnTo>
                    <a:pt x="195742" y="6063090"/>
                  </a:lnTo>
                  <a:lnTo>
                    <a:pt x="195742" y="6062467"/>
                  </a:lnTo>
                  <a:lnTo>
                    <a:pt x="196033" y="6062467"/>
                  </a:lnTo>
                  <a:lnTo>
                    <a:pt x="196178" y="6062467"/>
                  </a:lnTo>
                  <a:lnTo>
                    <a:pt x="196324" y="6062467"/>
                  </a:lnTo>
                  <a:lnTo>
                    <a:pt x="196615" y="6062467"/>
                  </a:lnTo>
                  <a:lnTo>
                    <a:pt x="196615" y="6061843"/>
                  </a:lnTo>
                  <a:lnTo>
                    <a:pt x="196615" y="6061220"/>
                  </a:lnTo>
                  <a:lnTo>
                    <a:pt x="196760" y="6061220"/>
                  </a:lnTo>
                  <a:lnTo>
                    <a:pt x="197051" y="6061220"/>
                  </a:lnTo>
                  <a:lnTo>
                    <a:pt x="197196" y="6061220"/>
                  </a:lnTo>
                  <a:lnTo>
                    <a:pt x="197196" y="6059972"/>
                  </a:lnTo>
                  <a:lnTo>
                    <a:pt x="197196" y="6059349"/>
                  </a:lnTo>
                  <a:lnTo>
                    <a:pt x="197196" y="6058725"/>
                  </a:lnTo>
                  <a:lnTo>
                    <a:pt x="197342" y="6058725"/>
                  </a:lnTo>
                  <a:lnTo>
                    <a:pt x="197487" y="6058725"/>
                  </a:lnTo>
                  <a:lnTo>
                    <a:pt x="197924" y="6058725"/>
                  </a:lnTo>
                  <a:lnTo>
                    <a:pt x="198069" y="6058102"/>
                  </a:lnTo>
                  <a:lnTo>
                    <a:pt x="198214" y="6058102"/>
                  </a:lnTo>
                  <a:lnTo>
                    <a:pt x="198214" y="6057478"/>
                  </a:lnTo>
                  <a:lnTo>
                    <a:pt x="198360" y="6057478"/>
                  </a:lnTo>
                  <a:lnTo>
                    <a:pt x="198505" y="6057478"/>
                  </a:lnTo>
                  <a:lnTo>
                    <a:pt x="198505" y="6056855"/>
                  </a:lnTo>
                  <a:lnTo>
                    <a:pt x="198651" y="6056855"/>
                  </a:lnTo>
                  <a:lnTo>
                    <a:pt x="198796" y="6056855"/>
                  </a:lnTo>
                  <a:lnTo>
                    <a:pt x="198942" y="6056855"/>
                  </a:lnTo>
                  <a:lnTo>
                    <a:pt x="199087" y="6056855"/>
                  </a:lnTo>
                  <a:lnTo>
                    <a:pt x="199232" y="6056855"/>
                  </a:lnTo>
                  <a:lnTo>
                    <a:pt x="199232" y="6056231"/>
                  </a:lnTo>
                  <a:lnTo>
                    <a:pt x="199378" y="6056231"/>
                  </a:lnTo>
                  <a:lnTo>
                    <a:pt x="199523" y="6056231"/>
                  </a:lnTo>
                  <a:lnTo>
                    <a:pt x="199669" y="6056231"/>
                  </a:lnTo>
                  <a:lnTo>
                    <a:pt x="199814" y="6056231"/>
                  </a:lnTo>
                  <a:lnTo>
                    <a:pt x="199814" y="6055607"/>
                  </a:lnTo>
                  <a:lnTo>
                    <a:pt x="199814" y="6054984"/>
                  </a:lnTo>
                  <a:lnTo>
                    <a:pt x="199960" y="6054984"/>
                  </a:lnTo>
                  <a:lnTo>
                    <a:pt x="200105" y="6054984"/>
                  </a:lnTo>
                  <a:lnTo>
                    <a:pt x="200250" y="6054984"/>
                  </a:lnTo>
                  <a:lnTo>
                    <a:pt x="200396" y="6054984"/>
                  </a:lnTo>
                  <a:lnTo>
                    <a:pt x="200541" y="6054984"/>
                  </a:lnTo>
                  <a:lnTo>
                    <a:pt x="200687" y="6054984"/>
                  </a:lnTo>
                  <a:lnTo>
                    <a:pt x="200687" y="6054360"/>
                  </a:lnTo>
                  <a:lnTo>
                    <a:pt x="200832" y="6054360"/>
                  </a:lnTo>
                  <a:lnTo>
                    <a:pt x="200978" y="6054360"/>
                  </a:lnTo>
                  <a:lnTo>
                    <a:pt x="201123" y="6054360"/>
                  </a:lnTo>
                  <a:lnTo>
                    <a:pt x="201268" y="6054360"/>
                  </a:lnTo>
                  <a:lnTo>
                    <a:pt x="201414" y="6054360"/>
                  </a:lnTo>
                  <a:lnTo>
                    <a:pt x="201559" y="6054360"/>
                  </a:lnTo>
                  <a:lnTo>
                    <a:pt x="201705" y="6054360"/>
                  </a:lnTo>
                  <a:lnTo>
                    <a:pt x="201850" y="6054360"/>
                  </a:lnTo>
                  <a:lnTo>
                    <a:pt x="201996" y="6054360"/>
                  </a:lnTo>
                  <a:lnTo>
                    <a:pt x="202141" y="6054360"/>
                  </a:lnTo>
                  <a:lnTo>
                    <a:pt x="202141" y="6053737"/>
                  </a:lnTo>
                  <a:lnTo>
                    <a:pt x="202286" y="6053737"/>
                  </a:lnTo>
                  <a:lnTo>
                    <a:pt x="202432" y="6053737"/>
                  </a:lnTo>
                  <a:lnTo>
                    <a:pt x="202577" y="6053737"/>
                  </a:lnTo>
                  <a:lnTo>
                    <a:pt x="202577" y="6053113"/>
                  </a:lnTo>
                  <a:lnTo>
                    <a:pt x="202868" y="6053113"/>
                  </a:lnTo>
                  <a:lnTo>
                    <a:pt x="202868" y="6052489"/>
                  </a:lnTo>
                  <a:lnTo>
                    <a:pt x="203159" y="6052489"/>
                  </a:lnTo>
                  <a:lnTo>
                    <a:pt x="203595" y="6052489"/>
                  </a:lnTo>
                  <a:lnTo>
                    <a:pt x="203886" y="6051866"/>
                  </a:lnTo>
                  <a:lnTo>
                    <a:pt x="204031" y="6051866"/>
                  </a:lnTo>
                  <a:lnTo>
                    <a:pt x="204177" y="6051866"/>
                  </a:lnTo>
                  <a:lnTo>
                    <a:pt x="204468" y="6051866"/>
                  </a:lnTo>
                  <a:lnTo>
                    <a:pt x="204468" y="6051242"/>
                  </a:lnTo>
                  <a:lnTo>
                    <a:pt x="204759" y="6050619"/>
                  </a:lnTo>
                  <a:lnTo>
                    <a:pt x="204904" y="6050619"/>
                  </a:lnTo>
                  <a:lnTo>
                    <a:pt x="205049" y="6050619"/>
                  </a:lnTo>
                  <a:lnTo>
                    <a:pt x="205195" y="6049995"/>
                  </a:lnTo>
                  <a:lnTo>
                    <a:pt x="205340" y="6049372"/>
                  </a:lnTo>
                  <a:lnTo>
                    <a:pt x="205340" y="6048748"/>
                  </a:lnTo>
                  <a:lnTo>
                    <a:pt x="205486" y="6048748"/>
                  </a:lnTo>
                  <a:lnTo>
                    <a:pt x="205631" y="6048748"/>
                  </a:lnTo>
                  <a:lnTo>
                    <a:pt x="205922" y="6048748"/>
                  </a:lnTo>
                  <a:lnTo>
                    <a:pt x="206067" y="6048748"/>
                  </a:lnTo>
                  <a:lnTo>
                    <a:pt x="206213" y="6048748"/>
                  </a:lnTo>
                  <a:lnTo>
                    <a:pt x="206649" y="6048748"/>
                  </a:lnTo>
                  <a:lnTo>
                    <a:pt x="206795" y="6048748"/>
                  </a:lnTo>
                  <a:lnTo>
                    <a:pt x="206940" y="6048748"/>
                  </a:lnTo>
                  <a:lnTo>
                    <a:pt x="206940" y="6048124"/>
                  </a:lnTo>
                  <a:lnTo>
                    <a:pt x="206940" y="6047501"/>
                  </a:lnTo>
                  <a:lnTo>
                    <a:pt x="207085" y="6047501"/>
                  </a:lnTo>
                  <a:lnTo>
                    <a:pt x="207231" y="6046877"/>
                  </a:lnTo>
                  <a:lnTo>
                    <a:pt x="207667" y="6046877"/>
                  </a:lnTo>
                  <a:lnTo>
                    <a:pt x="207667" y="6046254"/>
                  </a:lnTo>
                  <a:lnTo>
                    <a:pt x="207667" y="6045630"/>
                  </a:lnTo>
                  <a:lnTo>
                    <a:pt x="207813" y="6045630"/>
                  </a:lnTo>
                  <a:lnTo>
                    <a:pt x="207958" y="6045630"/>
                  </a:lnTo>
                  <a:lnTo>
                    <a:pt x="208103" y="6045630"/>
                  </a:lnTo>
                  <a:lnTo>
                    <a:pt x="208249" y="6045630"/>
                  </a:lnTo>
                  <a:lnTo>
                    <a:pt x="208394" y="6045630"/>
                  </a:lnTo>
                  <a:lnTo>
                    <a:pt x="208540" y="6045630"/>
                  </a:lnTo>
                  <a:lnTo>
                    <a:pt x="208685" y="6045630"/>
                  </a:lnTo>
                  <a:lnTo>
                    <a:pt x="208976" y="6045630"/>
                  </a:lnTo>
                  <a:lnTo>
                    <a:pt x="209267" y="6045630"/>
                  </a:lnTo>
                  <a:lnTo>
                    <a:pt x="209267" y="6045007"/>
                  </a:lnTo>
                  <a:lnTo>
                    <a:pt x="209267" y="6044383"/>
                  </a:lnTo>
                  <a:lnTo>
                    <a:pt x="209412" y="6044383"/>
                  </a:lnTo>
                  <a:lnTo>
                    <a:pt x="209558" y="6044383"/>
                  </a:lnTo>
                  <a:lnTo>
                    <a:pt x="209558" y="6043759"/>
                  </a:lnTo>
                  <a:lnTo>
                    <a:pt x="209703" y="6043759"/>
                  </a:lnTo>
                  <a:lnTo>
                    <a:pt x="209703" y="6043136"/>
                  </a:lnTo>
                  <a:lnTo>
                    <a:pt x="209848" y="6043136"/>
                  </a:lnTo>
                  <a:lnTo>
                    <a:pt x="210139" y="6043136"/>
                  </a:lnTo>
                  <a:lnTo>
                    <a:pt x="210285" y="6043136"/>
                  </a:lnTo>
                  <a:lnTo>
                    <a:pt x="210285" y="6042512"/>
                  </a:lnTo>
                  <a:lnTo>
                    <a:pt x="210430" y="6042512"/>
                  </a:lnTo>
                  <a:lnTo>
                    <a:pt x="210430" y="6041889"/>
                  </a:lnTo>
                  <a:lnTo>
                    <a:pt x="210430" y="6041265"/>
                  </a:lnTo>
                  <a:lnTo>
                    <a:pt x="210430" y="6040641"/>
                  </a:lnTo>
                  <a:lnTo>
                    <a:pt x="210576" y="6040641"/>
                  </a:lnTo>
                  <a:lnTo>
                    <a:pt x="210576" y="6040018"/>
                  </a:lnTo>
                  <a:lnTo>
                    <a:pt x="210721" y="6040018"/>
                  </a:lnTo>
                  <a:lnTo>
                    <a:pt x="210866" y="6040018"/>
                  </a:lnTo>
                  <a:lnTo>
                    <a:pt x="210866" y="6039394"/>
                  </a:lnTo>
                  <a:lnTo>
                    <a:pt x="211012" y="6039394"/>
                  </a:lnTo>
                  <a:lnTo>
                    <a:pt x="211157" y="6039394"/>
                  </a:lnTo>
                  <a:lnTo>
                    <a:pt x="211303" y="6039394"/>
                  </a:lnTo>
                  <a:lnTo>
                    <a:pt x="211448" y="6039394"/>
                  </a:lnTo>
                  <a:lnTo>
                    <a:pt x="211448" y="6038771"/>
                  </a:lnTo>
                  <a:lnTo>
                    <a:pt x="211448" y="6038147"/>
                  </a:lnTo>
                  <a:lnTo>
                    <a:pt x="211594" y="6038147"/>
                  </a:lnTo>
                  <a:lnTo>
                    <a:pt x="211739" y="6038147"/>
                  </a:lnTo>
                  <a:lnTo>
                    <a:pt x="211884" y="6038147"/>
                  </a:lnTo>
                  <a:lnTo>
                    <a:pt x="212030" y="6037524"/>
                  </a:lnTo>
                  <a:lnTo>
                    <a:pt x="212175" y="6036900"/>
                  </a:lnTo>
                  <a:lnTo>
                    <a:pt x="212321" y="6036276"/>
                  </a:lnTo>
                  <a:lnTo>
                    <a:pt x="212321" y="6035653"/>
                  </a:lnTo>
                  <a:lnTo>
                    <a:pt x="212466" y="6035653"/>
                  </a:lnTo>
                  <a:lnTo>
                    <a:pt x="212757" y="6035653"/>
                  </a:lnTo>
                  <a:lnTo>
                    <a:pt x="212902" y="6035653"/>
                  </a:lnTo>
                  <a:lnTo>
                    <a:pt x="213048" y="6035653"/>
                  </a:lnTo>
                  <a:lnTo>
                    <a:pt x="213193" y="6035029"/>
                  </a:lnTo>
                  <a:lnTo>
                    <a:pt x="213193" y="6034406"/>
                  </a:lnTo>
                  <a:lnTo>
                    <a:pt x="213339" y="6034406"/>
                  </a:lnTo>
                  <a:lnTo>
                    <a:pt x="213339" y="6033782"/>
                  </a:lnTo>
                  <a:lnTo>
                    <a:pt x="213484" y="6033782"/>
                  </a:lnTo>
                  <a:lnTo>
                    <a:pt x="213630" y="6033782"/>
                  </a:lnTo>
                  <a:lnTo>
                    <a:pt x="213630" y="6033158"/>
                  </a:lnTo>
                  <a:lnTo>
                    <a:pt x="213775" y="6033158"/>
                  </a:lnTo>
                  <a:lnTo>
                    <a:pt x="213920" y="6033158"/>
                  </a:lnTo>
                  <a:lnTo>
                    <a:pt x="214066" y="6033158"/>
                  </a:lnTo>
                  <a:lnTo>
                    <a:pt x="214211" y="6033158"/>
                  </a:lnTo>
                  <a:lnTo>
                    <a:pt x="214357" y="6031911"/>
                  </a:lnTo>
                  <a:lnTo>
                    <a:pt x="214502" y="6031911"/>
                  </a:lnTo>
                  <a:lnTo>
                    <a:pt x="214648" y="6031911"/>
                  </a:lnTo>
                  <a:lnTo>
                    <a:pt x="214793" y="6031911"/>
                  </a:lnTo>
                  <a:lnTo>
                    <a:pt x="214793" y="6031288"/>
                  </a:lnTo>
                  <a:lnTo>
                    <a:pt x="215084" y="6031288"/>
                  </a:lnTo>
                  <a:lnTo>
                    <a:pt x="215084" y="6030664"/>
                  </a:lnTo>
                  <a:lnTo>
                    <a:pt x="215229" y="6030664"/>
                  </a:lnTo>
                  <a:lnTo>
                    <a:pt x="215375" y="6030664"/>
                  </a:lnTo>
                  <a:lnTo>
                    <a:pt x="215520" y="6030664"/>
                  </a:lnTo>
                  <a:lnTo>
                    <a:pt x="215666" y="6030664"/>
                  </a:lnTo>
                  <a:lnTo>
                    <a:pt x="215811" y="6030664"/>
                  </a:lnTo>
                  <a:lnTo>
                    <a:pt x="215956" y="6030664"/>
                  </a:lnTo>
                  <a:lnTo>
                    <a:pt x="215956" y="6030041"/>
                  </a:lnTo>
                  <a:lnTo>
                    <a:pt x="216102" y="6030041"/>
                  </a:lnTo>
                  <a:lnTo>
                    <a:pt x="216102" y="6029417"/>
                  </a:lnTo>
                  <a:lnTo>
                    <a:pt x="216247" y="6029417"/>
                  </a:lnTo>
                  <a:lnTo>
                    <a:pt x="216393" y="6029417"/>
                  </a:lnTo>
                  <a:lnTo>
                    <a:pt x="216538" y="6029417"/>
                  </a:lnTo>
                  <a:lnTo>
                    <a:pt x="216538" y="6028793"/>
                  </a:lnTo>
                  <a:lnTo>
                    <a:pt x="216974" y="6028793"/>
                  </a:lnTo>
                  <a:lnTo>
                    <a:pt x="217265" y="6028793"/>
                  </a:lnTo>
                  <a:lnTo>
                    <a:pt x="217411" y="6028793"/>
                  </a:lnTo>
                  <a:lnTo>
                    <a:pt x="217556" y="6028793"/>
                  </a:lnTo>
                  <a:lnTo>
                    <a:pt x="217701" y="6028793"/>
                  </a:lnTo>
                  <a:lnTo>
                    <a:pt x="217701" y="6028170"/>
                  </a:lnTo>
                  <a:lnTo>
                    <a:pt x="217701" y="6027546"/>
                  </a:lnTo>
                  <a:lnTo>
                    <a:pt x="217847" y="6027546"/>
                  </a:lnTo>
                  <a:lnTo>
                    <a:pt x="217992" y="6027546"/>
                  </a:lnTo>
                  <a:lnTo>
                    <a:pt x="218138" y="6027546"/>
                  </a:lnTo>
                  <a:lnTo>
                    <a:pt x="218283" y="6027546"/>
                  </a:lnTo>
                  <a:lnTo>
                    <a:pt x="218429" y="6027546"/>
                  </a:lnTo>
                  <a:lnTo>
                    <a:pt x="218429" y="6026923"/>
                  </a:lnTo>
                  <a:lnTo>
                    <a:pt x="218429" y="6026299"/>
                  </a:lnTo>
                  <a:lnTo>
                    <a:pt x="218574" y="6026299"/>
                  </a:lnTo>
                  <a:lnTo>
                    <a:pt x="218719" y="6026299"/>
                  </a:lnTo>
                  <a:lnTo>
                    <a:pt x="218865" y="6026299"/>
                  </a:lnTo>
                  <a:lnTo>
                    <a:pt x="219010" y="6026299"/>
                  </a:lnTo>
                  <a:lnTo>
                    <a:pt x="219301" y="6026299"/>
                  </a:lnTo>
                  <a:lnTo>
                    <a:pt x="219301" y="6025675"/>
                  </a:lnTo>
                  <a:lnTo>
                    <a:pt x="219447" y="6025675"/>
                  </a:lnTo>
                  <a:lnTo>
                    <a:pt x="219592" y="6025675"/>
                  </a:lnTo>
                  <a:lnTo>
                    <a:pt x="219737" y="6025675"/>
                  </a:lnTo>
                  <a:lnTo>
                    <a:pt x="219883" y="6025675"/>
                  </a:lnTo>
                  <a:lnTo>
                    <a:pt x="220028" y="6025675"/>
                  </a:lnTo>
                  <a:lnTo>
                    <a:pt x="220174" y="6025675"/>
                  </a:lnTo>
                  <a:lnTo>
                    <a:pt x="220319" y="6025675"/>
                  </a:lnTo>
                  <a:lnTo>
                    <a:pt x="220610" y="6025675"/>
                  </a:lnTo>
                  <a:lnTo>
                    <a:pt x="220901" y="6024428"/>
                  </a:lnTo>
                  <a:lnTo>
                    <a:pt x="221046" y="6024428"/>
                  </a:lnTo>
                  <a:lnTo>
                    <a:pt x="221192" y="6024428"/>
                  </a:lnTo>
                  <a:lnTo>
                    <a:pt x="221337" y="6024428"/>
                  </a:lnTo>
                  <a:lnTo>
                    <a:pt x="221483" y="6023805"/>
                  </a:lnTo>
                  <a:lnTo>
                    <a:pt x="221628" y="6023805"/>
                  </a:lnTo>
                  <a:lnTo>
                    <a:pt x="222064" y="6023805"/>
                  </a:lnTo>
                  <a:lnTo>
                    <a:pt x="222210" y="6023805"/>
                  </a:lnTo>
                  <a:lnTo>
                    <a:pt x="222210" y="6023181"/>
                  </a:lnTo>
                  <a:lnTo>
                    <a:pt x="222210" y="6022558"/>
                  </a:lnTo>
                  <a:lnTo>
                    <a:pt x="222355" y="6022558"/>
                  </a:lnTo>
                  <a:lnTo>
                    <a:pt x="222355" y="6021934"/>
                  </a:lnTo>
                  <a:lnTo>
                    <a:pt x="222355" y="6021310"/>
                  </a:lnTo>
                  <a:lnTo>
                    <a:pt x="222501" y="6021310"/>
                  </a:lnTo>
                  <a:lnTo>
                    <a:pt x="222646" y="6021310"/>
                  </a:lnTo>
                  <a:lnTo>
                    <a:pt x="222937" y="6021310"/>
                  </a:lnTo>
                  <a:lnTo>
                    <a:pt x="222937" y="6020687"/>
                  </a:lnTo>
                  <a:lnTo>
                    <a:pt x="223082" y="6020687"/>
                  </a:lnTo>
                  <a:lnTo>
                    <a:pt x="223228" y="6020687"/>
                  </a:lnTo>
                  <a:lnTo>
                    <a:pt x="223373" y="6020687"/>
                  </a:lnTo>
                  <a:lnTo>
                    <a:pt x="223518" y="6020687"/>
                  </a:lnTo>
                  <a:lnTo>
                    <a:pt x="223809" y="6020687"/>
                  </a:lnTo>
                  <a:lnTo>
                    <a:pt x="223809" y="6020063"/>
                  </a:lnTo>
                  <a:lnTo>
                    <a:pt x="223809" y="6019440"/>
                  </a:lnTo>
                  <a:lnTo>
                    <a:pt x="223955" y="6019440"/>
                  </a:lnTo>
                  <a:lnTo>
                    <a:pt x="224246" y="6018816"/>
                  </a:lnTo>
                  <a:lnTo>
                    <a:pt x="224391" y="6018816"/>
                  </a:lnTo>
                  <a:lnTo>
                    <a:pt x="224682" y="6018816"/>
                  </a:lnTo>
                  <a:lnTo>
                    <a:pt x="224973" y="6018192"/>
                  </a:lnTo>
                  <a:lnTo>
                    <a:pt x="225118" y="6018192"/>
                  </a:lnTo>
                  <a:lnTo>
                    <a:pt x="225264" y="6018192"/>
                  </a:lnTo>
                  <a:lnTo>
                    <a:pt x="225409" y="6018192"/>
                  </a:lnTo>
                  <a:lnTo>
                    <a:pt x="225554" y="6018192"/>
                  </a:lnTo>
                  <a:lnTo>
                    <a:pt x="225700" y="6018192"/>
                  </a:lnTo>
                  <a:lnTo>
                    <a:pt x="225845" y="6018192"/>
                  </a:lnTo>
                  <a:lnTo>
                    <a:pt x="225991" y="6018192"/>
                  </a:lnTo>
                  <a:lnTo>
                    <a:pt x="226136" y="6018192"/>
                  </a:lnTo>
                  <a:lnTo>
                    <a:pt x="226282" y="6018192"/>
                  </a:lnTo>
                  <a:lnTo>
                    <a:pt x="226427" y="6018192"/>
                  </a:lnTo>
                  <a:lnTo>
                    <a:pt x="226572" y="6017569"/>
                  </a:lnTo>
                  <a:lnTo>
                    <a:pt x="226718" y="6017569"/>
                  </a:lnTo>
                  <a:lnTo>
                    <a:pt x="226863" y="6017569"/>
                  </a:lnTo>
                  <a:lnTo>
                    <a:pt x="227009" y="6017569"/>
                  </a:lnTo>
                  <a:lnTo>
                    <a:pt x="227300" y="6017569"/>
                  </a:lnTo>
                  <a:lnTo>
                    <a:pt x="227300" y="6016945"/>
                  </a:lnTo>
                  <a:lnTo>
                    <a:pt x="227736" y="6016945"/>
                  </a:lnTo>
                  <a:lnTo>
                    <a:pt x="227881" y="6016945"/>
                  </a:lnTo>
                  <a:lnTo>
                    <a:pt x="228027" y="6015698"/>
                  </a:lnTo>
                  <a:lnTo>
                    <a:pt x="228318" y="6014451"/>
                  </a:lnTo>
                  <a:lnTo>
                    <a:pt x="228463" y="6014451"/>
                  </a:lnTo>
                  <a:lnTo>
                    <a:pt x="228608" y="6014451"/>
                  </a:lnTo>
                  <a:lnTo>
                    <a:pt x="228754" y="6014451"/>
                  </a:lnTo>
                  <a:lnTo>
                    <a:pt x="228899" y="6014451"/>
                  </a:lnTo>
                  <a:lnTo>
                    <a:pt x="229045" y="6014451"/>
                  </a:lnTo>
                  <a:lnTo>
                    <a:pt x="229190" y="6014451"/>
                  </a:lnTo>
                  <a:lnTo>
                    <a:pt x="229336" y="6014451"/>
                  </a:lnTo>
                  <a:lnTo>
                    <a:pt x="229336" y="6013827"/>
                  </a:lnTo>
                  <a:lnTo>
                    <a:pt x="229481" y="6013827"/>
                  </a:lnTo>
                  <a:lnTo>
                    <a:pt x="229626" y="6013827"/>
                  </a:lnTo>
                  <a:lnTo>
                    <a:pt x="229772" y="6013827"/>
                  </a:lnTo>
                  <a:lnTo>
                    <a:pt x="229917" y="6013827"/>
                  </a:lnTo>
                  <a:lnTo>
                    <a:pt x="230063" y="6013827"/>
                  </a:lnTo>
                  <a:lnTo>
                    <a:pt x="230353" y="6013827"/>
                  </a:lnTo>
                  <a:lnTo>
                    <a:pt x="230499" y="6013827"/>
                  </a:lnTo>
                  <a:lnTo>
                    <a:pt x="230499" y="6013204"/>
                  </a:lnTo>
                  <a:lnTo>
                    <a:pt x="230644" y="6013204"/>
                  </a:lnTo>
                  <a:lnTo>
                    <a:pt x="230790" y="6013204"/>
                  </a:lnTo>
                  <a:lnTo>
                    <a:pt x="230935" y="6013204"/>
                  </a:lnTo>
                  <a:lnTo>
                    <a:pt x="230935" y="6011957"/>
                  </a:lnTo>
                  <a:lnTo>
                    <a:pt x="230935" y="6011333"/>
                  </a:lnTo>
                  <a:lnTo>
                    <a:pt x="230935" y="6010709"/>
                  </a:lnTo>
                  <a:lnTo>
                    <a:pt x="230935" y="6010086"/>
                  </a:lnTo>
                  <a:lnTo>
                    <a:pt x="231081" y="6010086"/>
                  </a:lnTo>
                  <a:lnTo>
                    <a:pt x="231226" y="6010086"/>
                  </a:lnTo>
                  <a:lnTo>
                    <a:pt x="231226" y="6009462"/>
                  </a:lnTo>
                  <a:lnTo>
                    <a:pt x="231371" y="6009462"/>
                  </a:lnTo>
                  <a:lnTo>
                    <a:pt x="231371" y="6008839"/>
                  </a:lnTo>
                  <a:lnTo>
                    <a:pt x="231517" y="6008839"/>
                  </a:lnTo>
                  <a:lnTo>
                    <a:pt x="231662" y="6008839"/>
                  </a:lnTo>
                  <a:lnTo>
                    <a:pt x="231953" y="6008839"/>
                  </a:lnTo>
                  <a:lnTo>
                    <a:pt x="231953" y="6008215"/>
                  </a:lnTo>
                  <a:lnTo>
                    <a:pt x="232099" y="6008215"/>
                  </a:lnTo>
                  <a:lnTo>
                    <a:pt x="232244" y="6008215"/>
                  </a:lnTo>
                  <a:lnTo>
                    <a:pt x="232389" y="6008215"/>
                  </a:lnTo>
                  <a:lnTo>
                    <a:pt x="232535" y="6008215"/>
                  </a:lnTo>
                  <a:lnTo>
                    <a:pt x="232680" y="6008215"/>
                  </a:lnTo>
                  <a:lnTo>
                    <a:pt x="232826" y="6008215"/>
                  </a:lnTo>
                  <a:lnTo>
                    <a:pt x="232971" y="6008215"/>
                  </a:lnTo>
                  <a:lnTo>
                    <a:pt x="233117" y="6008215"/>
                  </a:lnTo>
                  <a:lnTo>
                    <a:pt x="233262" y="6008215"/>
                  </a:lnTo>
                  <a:lnTo>
                    <a:pt x="233407" y="6008215"/>
                  </a:lnTo>
                  <a:lnTo>
                    <a:pt x="233407" y="6007592"/>
                  </a:lnTo>
                  <a:lnTo>
                    <a:pt x="233407" y="6006344"/>
                  </a:lnTo>
                  <a:lnTo>
                    <a:pt x="233553" y="6006344"/>
                  </a:lnTo>
                  <a:lnTo>
                    <a:pt x="233698" y="6006344"/>
                  </a:lnTo>
                  <a:lnTo>
                    <a:pt x="234135" y="6006344"/>
                  </a:lnTo>
                  <a:lnTo>
                    <a:pt x="234280" y="6005721"/>
                  </a:lnTo>
                  <a:lnTo>
                    <a:pt x="234425" y="6005721"/>
                  </a:lnTo>
                  <a:lnTo>
                    <a:pt x="234571" y="6005721"/>
                  </a:lnTo>
                  <a:lnTo>
                    <a:pt x="234571" y="6005097"/>
                  </a:lnTo>
                  <a:lnTo>
                    <a:pt x="234862" y="6005097"/>
                  </a:lnTo>
                  <a:lnTo>
                    <a:pt x="235153" y="6005097"/>
                  </a:lnTo>
                  <a:lnTo>
                    <a:pt x="235298" y="6005097"/>
                  </a:lnTo>
                  <a:lnTo>
                    <a:pt x="235443" y="6004474"/>
                  </a:lnTo>
                  <a:lnTo>
                    <a:pt x="235589" y="6004474"/>
                  </a:lnTo>
                  <a:lnTo>
                    <a:pt x="235589" y="6003850"/>
                  </a:lnTo>
                  <a:lnTo>
                    <a:pt x="235589" y="6003226"/>
                  </a:lnTo>
                  <a:lnTo>
                    <a:pt x="235734" y="6003226"/>
                  </a:lnTo>
                  <a:lnTo>
                    <a:pt x="236171" y="6003226"/>
                  </a:lnTo>
                  <a:lnTo>
                    <a:pt x="236316" y="6003226"/>
                  </a:lnTo>
                  <a:lnTo>
                    <a:pt x="236316" y="6002603"/>
                  </a:lnTo>
                  <a:lnTo>
                    <a:pt x="236316" y="6001979"/>
                  </a:lnTo>
                  <a:lnTo>
                    <a:pt x="236461" y="6001979"/>
                  </a:lnTo>
                  <a:lnTo>
                    <a:pt x="236607" y="6001979"/>
                  </a:lnTo>
                  <a:lnTo>
                    <a:pt x="236898" y="6001979"/>
                  </a:lnTo>
                  <a:lnTo>
                    <a:pt x="237043" y="6001979"/>
                  </a:lnTo>
                  <a:lnTo>
                    <a:pt x="237188" y="6001979"/>
                  </a:lnTo>
                  <a:lnTo>
                    <a:pt x="237334" y="6001979"/>
                  </a:lnTo>
                  <a:lnTo>
                    <a:pt x="237334" y="6001356"/>
                  </a:lnTo>
                  <a:lnTo>
                    <a:pt x="237334" y="6000732"/>
                  </a:lnTo>
                  <a:lnTo>
                    <a:pt x="237479" y="6000732"/>
                  </a:lnTo>
                  <a:lnTo>
                    <a:pt x="237625" y="6000732"/>
                  </a:lnTo>
                  <a:lnTo>
                    <a:pt x="237916" y="6000732"/>
                  </a:lnTo>
                  <a:lnTo>
                    <a:pt x="238061" y="6000109"/>
                  </a:lnTo>
                  <a:lnTo>
                    <a:pt x="238206" y="6000109"/>
                  </a:lnTo>
                  <a:lnTo>
                    <a:pt x="238352" y="6000109"/>
                  </a:lnTo>
                  <a:lnTo>
                    <a:pt x="238497" y="6000109"/>
                  </a:lnTo>
                  <a:lnTo>
                    <a:pt x="238643" y="6000109"/>
                  </a:lnTo>
                  <a:lnTo>
                    <a:pt x="238788" y="6000109"/>
                  </a:lnTo>
                  <a:lnTo>
                    <a:pt x="238934" y="6000109"/>
                  </a:lnTo>
                  <a:lnTo>
                    <a:pt x="239079" y="6000109"/>
                  </a:lnTo>
                  <a:lnTo>
                    <a:pt x="239224" y="6000109"/>
                  </a:lnTo>
                  <a:lnTo>
                    <a:pt x="239370" y="6000109"/>
                  </a:lnTo>
                  <a:lnTo>
                    <a:pt x="239806" y="6000109"/>
                  </a:lnTo>
                  <a:lnTo>
                    <a:pt x="239806" y="5999485"/>
                  </a:lnTo>
                  <a:lnTo>
                    <a:pt x="239806" y="5998861"/>
                  </a:lnTo>
                  <a:lnTo>
                    <a:pt x="239952" y="5998861"/>
                  </a:lnTo>
                  <a:lnTo>
                    <a:pt x="239952" y="5998238"/>
                  </a:lnTo>
                  <a:lnTo>
                    <a:pt x="239952" y="5997614"/>
                  </a:lnTo>
                  <a:lnTo>
                    <a:pt x="240097" y="5997614"/>
                  </a:lnTo>
                  <a:lnTo>
                    <a:pt x="240388" y="5997614"/>
                  </a:lnTo>
                  <a:lnTo>
                    <a:pt x="240533" y="5997614"/>
                  </a:lnTo>
                  <a:lnTo>
                    <a:pt x="240679" y="5997614"/>
                  </a:lnTo>
                  <a:lnTo>
                    <a:pt x="240824" y="5997614"/>
                  </a:lnTo>
                  <a:lnTo>
                    <a:pt x="240970" y="5997614"/>
                  </a:lnTo>
                  <a:lnTo>
                    <a:pt x="241115" y="5997614"/>
                  </a:lnTo>
                  <a:lnTo>
                    <a:pt x="241260" y="5996991"/>
                  </a:lnTo>
                  <a:lnTo>
                    <a:pt x="241406" y="5996991"/>
                  </a:lnTo>
                  <a:lnTo>
                    <a:pt x="241406" y="5996367"/>
                  </a:lnTo>
                  <a:lnTo>
                    <a:pt x="241842" y="5996367"/>
                  </a:lnTo>
                  <a:lnTo>
                    <a:pt x="241988" y="5996367"/>
                  </a:lnTo>
                  <a:lnTo>
                    <a:pt x="242133" y="5996367"/>
                  </a:lnTo>
                  <a:lnTo>
                    <a:pt x="242278" y="5996367"/>
                  </a:lnTo>
                  <a:lnTo>
                    <a:pt x="242569" y="5996367"/>
                  </a:lnTo>
                  <a:lnTo>
                    <a:pt x="242715" y="5996367"/>
                  </a:lnTo>
                  <a:lnTo>
                    <a:pt x="242715" y="5995743"/>
                  </a:lnTo>
                  <a:lnTo>
                    <a:pt x="242860" y="5995743"/>
                  </a:lnTo>
                  <a:lnTo>
                    <a:pt x="243006" y="5995743"/>
                  </a:lnTo>
                  <a:lnTo>
                    <a:pt x="243151" y="5993873"/>
                  </a:lnTo>
                  <a:lnTo>
                    <a:pt x="243296" y="5993873"/>
                  </a:lnTo>
                  <a:lnTo>
                    <a:pt x="243442" y="5993873"/>
                  </a:lnTo>
                  <a:lnTo>
                    <a:pt x="243587" y="5993873"/>
                  </a:lnTo>
                  <a:lnTo>
                    <a:pt x="243878" y="5993873"/>
                  </a:lnTo>
                  <a:lnTo>
                    <a:pt x="243878" y="5993249"/>
                  </a:lnTo>
                  <a:lnTo>
                    <a:pt x="244023" y="5993249"/>
                  </a:lnTo>
                  <a:lnTo>
                    <a:pt x="244169" y="5993249"/>
                  </a:lnTo>
                  <a:lnTo>
                    <a:pt x="244169" y="5992626"/>
                  </a:lnTo>
                  <a:lnTo>
                    <a:pt x="244314" y="5992002"/>
                  </a:lnTo>
                  <a:lnTo>
                    <a:pt x="244314" y="5991378"/>
                  </a:lnTo>
                  <a:lnTo>
                    <a:pt x="244314" y="5990755"/>
                  </a:lnTo>
                  <a:lnTo>
                    <a:pt x="244460" y="5990755"/>
                  </a:lnTo>
                  <a:lnTo>
                    <a:pt x="244605" y="5990131"/>
                  </a:lnTo>
                  <a:lnTo>
                    <a:pt x="244751" y="5989508"/>
                  </a:lnTo>
                  <a:lnTo>
                    <a:pt x="244896" y="5989508"/>
                  </a:lnTo>
                  <a:lnTo>
                    <a:pt x="245041" y="5989508"/>
                  </a:lnTo>
                  <a:lnTo>
                    <a:pt x="245187" y="5989508"/>
                  </a:lnTo>
                  <a:lnTo>
                    <a:pt x="245332" y="5989508"/>
                  </a:lnTo>
                  <a:lnTo>
                    <a:pt x="245478" y="5989508"/>
                  </a:lnTo>
                  <a:lnTo>
                    <a:pt x="245623" y="5989508"/>
                  </a:lnTo>
                  <a:lnTo>
                    <a:pt x="245914" y="5988884"/>
                  </a:lnTo>
                  <a:lnTo>
                    <a:pt x="246059" y="5988884"/>
                  </a:lnTo>
                  <a:lnTo>
                    <a:pt x="246205" y="5988884"/>
                  </a:lnTo>
                  <a:lnTo>
                    <a:pt x="246496" y="5988884"/>
                  </a:lnTo>
                  <a:lnTo>
                    <a:pt x="246641" y="5988884"/>
                  </a:lnTo>
                  <a:lnTo>
                    <a:pt x="246641" y="5988261"/>
                  </a:lnTo>
                  <a:lnTo>
                    <a:pt x="246641" y="5987637"/>
                  </a:lnTo>
                  <a:lnTo>
                    <a:pt x="246787" y="5987637"/>
                  </a:lnTo>
                  <a:lnTo>
                    <a:pt x="246932" y="5987637"/>
                  </a:lnTo>
                  <a:lnTo>
                    <a:pt x="246932" y="5987013"/>
                  </a:lnTo>
                  <a:lnTo>
                    <a:pt x="247077" y="5987013"/>
                  </a:lnTo>
                  <a:lnTo>
                    <a:pt x="247077" y="5986390"/>
                  </a:lnTo>
                  <a:lnTo>
                    <a:pt x="247223" y="5986390"/>
                  </a:lnTo>
                  <a:lnTo>
                    <a:pt x="247368" y="5986390"/>
                  </a:lnTo>
                  <a:lnTo>
                    <a:pt x="247514" y="5986390"/>
                  </a:lnTo>
                  <a:lnTo>
                    <a:pt x="247659" y="5986390"/>
                  </a:lnTo>
                  <a:lnTo>
                    <a:pt x="247805" y="5986390"/>
                  </a:lnTo>
                  <a:lnTo>
                    <a:pt x="247950" y="5986390"/>
                  </a:lnTo>
                  <a:lnTo>
                    <a:pt x="247950" y="5985766"/>
                  </a:lnTo>
                  <a:lnTo>
                    <a:pt x="247950" y="5985143"/>
                  </a:lnTo>
                  <a:lnTo>
                    <a:pt x="248095" y="5985143"/>
                  </a:lnTo>
                  <a:lnTo>
                    <a:pt x="248241" y="5985143"/>
                  </a:lnTo>
                  <a:lnTo>
                    <a:pt x="248532" y="5985143"/>
                  </a:lnTo>
                  <a:lnTo>
                    <a:pt x="248677" y="5985143"/>
                  </a:lnTo>
                  <a:lnTo>
                    <a:pt x="248968" y="5985143"/>
                  </a:lnTo>
                  <a:lnTo>
                    <a:pt x="249113" y="5985143"/>
                  </a:lnTo>
                  <a:lnTo>
                    <a:pt x="249259" y="5985143"/>
                  </a:lnTo>
                  <a:lnTo>
                    <a:pt x="249259" y="5984519"/>
                  </a:lnTo>
                  <a:lnTo>
                    <a:pt x="249550" y="5984519"/>
                  </a:lnTo>
                  <a:lnTo>
                    <a:pt x="249695" y="5984519"/>
                  </a:lnTo>
                  <a:lnTo>
                    <a:pt x="249840" y="5984519"/>
                  </a:lnTo>
                  <a:lnTo>
                    <a:pt x="249986" y="5983895"/>
                  </a:lnTo>
                  <a:lnTo>
                    <a:pt x="250131" y="5983895"/>
                  </a:lnTo>
                  <a:lnTo>
                    <a:pt x="250131" y="5983272"/>
                  </a:lnTo>
                  <a:lnTo>
                    <a:pt x="250277" y="5982648"/>
                  </a:lnTo>
                  <a:lnTo>
                    <a:pt x="250422" y="5982648"/>
                  </a:lnTo>
                  <a:lnTo>
                    <a:pt x="250422" y="5982025"/>
                  </a:lnTo>
                  <a:lnTo>
                    <a:pt x="250568" y="5982025"/>
                  </a:lnTo>
                  <a:lnTo>
                    <a:pt x="250713" y="5982025"/>
                  </a:lnTo>
                  <a:lnTo>
                    <a:pt x="250858" y="5982025"/>
                  </a:lnTo>
                  <a:lnTo>
                    <a:pt x="251004" y="5982025"/>
                  </a:lnTo>
                  <a:lnTo>
                    <a:pt x="251149" y="5981401"/>
                  </a:lnTo>
                  <a:lnTo>
                    <a:pt x="251295" y="5981401"/>
                  </a:lnTo>
                  <a:lnTo>
                    <a:pt x="251440" y="5981401"/>
                  </a:lnTo>
                  <a:lnTo>
                    <a:pt x="251586" y="5981401"/>
                  </a:lnTo>
                  <a:lnTo>
                    <a:pt x="251586" y="5980778"/>
                  </a:lnTo>
                  <a:lnTo>
                    <a:pt x="251731" y="5980778"/>
                  </a:lnTo>
                  <a:lnTo>
                    <a:pt x="251876" y="5980778"/>
                  </a:lnTo>
                  <a:lnTo>
                    <a:pt x="252022" y="5980778"/>
                  </a:lnTo>
                  <a:lnTo>
                    <a:pt x="252313" y="5980154"/>
                  </a:lnTo>
                  <a:lnTo>
                    <a:pt x="252458" y="5980154"/>
                  </a:lnTo>
                  <a:lnTo>
                    <a:pt x="252604" y="5980154"/>
                  </a:lnTo>
                  <a:lnTo>
                    <a:pt x="252604" y="5979530"/>
                  </a:lnTo>
                  <a:lnTo>
                    <a:pt x="252749" y="5979530"/>
                  </a:lnTo>
                  <a:lnTo>
                    <a:pt x="252894" y="5979530"/>
                  </a:lnTo>
                  <a:lnTo>
                    <a:pt x="253040" y="5979530"/>
                  </a:lnTo>
                  <a:lnTo>
                    <a:pt x="253040" y="5978907"/>
                  </a:lnTo>
                  <a:lnTo>
                    <a:pt x="253185" y="5978907"/>
                  </a:lnTo>
                  <a:lnTo>
                    <a:pt x="253331" y="5978907"/>
                  </a:lnTo>
                  <a:lnTo>
                    <a:pt x="253476" y="5978283"/>
                  </a:lnTo>
                  <a:lnTo>
                    <a:pt x="253622" y="5978283"/>
                  </a:lnTo>
                  <a:lnTo>
                    <a:pt x="253622" y="5977660"/>
                  </a:lnTo>
                  <a:lnTo>
                    <a:pt x="253767" y="5977660"/>
                  </a:lnTo>
                  <a:lnTo>
                    <a:pt x="253767" y="5977036"/>
                  </a:lnTo>
                  <a:lnTo>
                    <a:pt x="253912" y="5977036"/>
                  </a:lnTo>
                  <a:lnTo>
                    <a:pt x="253912" y="5976412"/>
                  </a:lnTo>
                  <a:lnTo>
                    <a:pt x="254058" y="5976412"/>
                  </a:lnTo>
                  <a:lnTo>
                    <a:pt x="254203" y="5976412"/>
                  </a:lnTo>
                  <a:lnTo>
                    <a:pt x="254349" y="5976412"/>
                  </a:lnTo>
                  <a:lnTo>
                    <a:pt x="254494" y="5976412"/>
                  </a:lnTo>
                  <a:lnTo>
                    <a:pt x="254640" y="5976412"/>
                  </a:lnTo>
                  <a:lnTo>
                    <a:pt x="254640" y="5975789"/>
                  </a:lnTo>
                  <a:lnTo>
                    <a:pt x="254785" y="5975789"/>
                  </a:lnTo>
                  <a:lnTo>
                    <a:pt x="254930" y="5975789"/>
                  </a:lnTo>
                  <a:lnTo>
                    <a:pt x="255076" y="5975789"/>
                  </a:lnTo>
                  <a:lnTo>
                    <a:pt x="255367" y="5975789"/>
                  </a:lnTo>
                  <a:lnTo>
                    <a:pt x="255658" y="5975789"/>
                  </a:lnTo>
                  <a:lnTo>
                    <a:pt x="255803" y="5975789"/>
                  </a:lnTo>
                  <a:lnTo>
                    <a:pt x="255948" y="5975789"/>
                  </a:lnTo>
                  <a:lnTo>
                    <a:pt x="256094" y="5975789"/>
                  </a:lnTo>
                  <a:lnTo>
                    <a:pt x="256239" y="5975165"/>
                  </a:lnTo>
                  <a:lnTo>
                    <a:pt x="256385" y="5975165"/>
                  </a:lnTo>
                  <a:lnTo>
                    <a:pt x="256530" y="5975165"/>
                  </a:lnTo>
                  <a:lnTo>
                    <a:pt x="256675" y="5975165"/>
                  </a:lnTo>
                  <a:lnTo>
                    <a:pt x="256821" y="5975165"/>
                  </a:lnTo>
                  <a:lnTo>
                    <a:pt x="256966" y="5975165"/>
                  </a:lnTo>
                  <a:lnTo>
                    <a:pt x="256966" y="5973918"/>
                  </a:lnTo>
                  <a:lnTo>
                    <a:pt x="256966" y="5973295"/>
                  </a:lnTo>
                  <a:lnTo>
                    <a:pt x="257112" y="5973295"/>
                  </a:lnTo>
                  <a:lnTo>
                    <a:pt x="257257" y="5973295"/>
                  </a:lnTo>
                  <a:lnTo>
                    <a:pt x="257403" y="5972671"/>
                  </a:lnTo>
                  <a:lnTo>
                    <a:pt x="257548" y="5972671"/>
                  </a:lnTo>
                  <a:lnTo>
                    <a:pt x="257693" y="5972671"/>
                  </a:lnTo>
                  <a:lnTo>
                    <a:pt x="257839" y="5972671"/>
                  </a:lnTo>
                  <a:lnTo>
                    <a:pt x="257839" y="5972047"/>
                  </a:lnTo>
                  <a:lnTo>
                    <a:pt x="258275" y="5972047"/>
                  </a:lnTo>
                  <a:lnTo>
                    <a:pt x="258421" y="5972047"/>
                  </a:lnTo>
                  <a:lnTo>
                    <a:pt x="258566" y="5971424"/>
                  </a:lnTo>
                  <a:lnTo>
                    <a:pt x="258711" y="5971424"/>
                  </a:lnTo>
                  <a:lnTo>
                    <a:pt x="258857" y="5971424"/>
                  </a:lnTo>
                  <a:lnTo>
                    <a:pt x="259002" y="5971424"/>
                  </a:lnTo>
                  <a:lnTo>
                    <a:pt x="259148" y="5971424"/>
                  </a:lnTo>
                  <a:lnTo>
                    <a:pt x="259293" y="5971424"/>
                  </a:lnTo>
                  <a:lnTo>
                    <a:pt x="259293" y="5970800"/>
                  </a:lnTo>
                  <a:lnTo>
                    <a:pt x="259439" y="5970800"/>
                  </a:lnTo>
                  <a:lnTo>
                    <a:pt x="259439" y="5970177"/>
                  </a:lnTo>
                  <a:lnTo>
                    <a:pt x="259729" y="5970177"/>
                  </a:lnTo>
                  <a:lnTo>
                    <a:pt x="259875" y="5969553"/>
                  </a:lnTo>
                  <a:lnTo>
                    <a:pt x="260020" y="5969553"/>
                  </a:lnTo>
                  <a:lnTo>
                    <a:pt x="260166" y="5969553"/>
                  </a:lnTo>
                  <a:lnTo>
                    <a:pt x="260166" y="5968929"/>
                  </a:lnTo>
                  <a:lnTo>
                    <a:pt x="260311" y="5968929"/>
                  </a:lnTo>
                  <a:lnTo>
                    <a:pt x="260457" y="5968306"/>
                  </a:lnTo>
                  <a:lnTo>
                    <a:pt x="260747" y="5968306"/>
                  </a:lnTo>
                  <a:lnTo>
                    <a:pt x="260747" y="5967682"/>
                  </a:lnTo>
                  <a:lnTo>
                    <a:pt x="260893" y="5967682"/>
                  </a:lnTo>
                  <a:lnTo>
                    <a:pt x="261038" y="5967682"/>
                  </a:lnTo>
                  <a:lnTo>
                    <a:pt x="261038" y="5967059"/>
                  </a:lnTo>
                  <a:lnTo>
                    <a:pt x="261038" y="5966435"/>
                  </a:lnTo>
                  <a:lnTo>
                    <a:pt x="261184" y="5966435"/>
                  </a:lnTo>
                  <a:lnTo>
                    <a:pt x="261620" y="5965812"/>
                  </a:lnTo>
                  <a:lnTo>
                    <a:pt x="261765" y="5965812"/>
                  </a:lnTo>
                  <a:lnTo>
                    <a:pt x="261911" y="5965812"/>
                  </a:lnTo>
                  <a:lnTo>
                    <a:pt x="262056" y="5965812"/>
                  </a:lnTo>
                  <a:lnTo>
                    <a:pt x="262056" y="5965188"/>
                  </a:lnTo>
                  <a:lnTo>
                    <a:pt x="262202" y="5964564"/>
                  </a:lnTo>
                  <a:lnTo>
                    <a:pt x="262638" y="5964564"/>
                  </a:lnTo>
                  <a:lnTo>
                    <a:pt x="262783" y="5964564"/>
                  </a:lnTo>
                  <a:lnTo>
                    <a:pt x="262929" y="5964564"/>
                  </a:lnTo>
                  <a:lnTo>
                    <a:pt x="262929" y="5963941"/>
                  </a:lnTo>
                  <a:lnTo>
                    <a:pt x="262929" y="5963317"/>
                  </a:lnTo>
                  <a:lnTo>
                    <a:pt x="263074" y="5963317"/>
                  </a:lnTo>
                  <a:lnTo>
                    <a:pt x="263220" y="5962694"/>
                  </a:lnTo>
                  <a:lnTo>
                    <a:pt x="263220" y="5962070"/>
                  </a:lnTo>
                  <a:lnTo>
                    <a:pt x="263220" y="5961446"/>
                  </a:lnTo>
                  <a:lnTo>
                    <a:pt x="263365" y="5961446"/>
                  </a:lnTo>
                  <a:lnTo>
                    <a:pt x="263656" y="5961446"/>
                  </a:lnTo>
                  <a:lnTo>
                    <a:pt x="263801" y="5961446"/>
                  </a:lnTo>
                  <a:lnTo>
                    <a:pt x="263801" y="5960823"/>
                  </a:lnTo>
                  <a:lnTo>
                    <a:pt x="263947" y="5960823"/>
                  </a:lnTo>
                  <a:lnTo>
                    <a:pt x="264092" y="5960823"/>
                  </a:lnTo>
                  <a:lnTo>
                    <a:pt x="264383" y="5960823"/>
                  </a:lnTo>
                  <a:lnTo>
                    <a:pt x="264383" y="5960199"/>
                  </a:lnTo>
                  <a:lnTo>
                    <a:pt x="264528" y="5959576"/>
                  </a:lnTo>
                  <a:lnTo>
                    <a:pt x="264674" y="5959576"/>
                  </a:lnTo>
                  <a:lnTo>
                    <a:pt x="264965" y="5959576"/>
                  </a:lnTo>
                  <a:lnTo>
                    <a:pt x="265110" y="5959576"/>
                  </a:lnTo>
                  <a:lnTo>
                    <a:pt x="265256" y="5959576"/>
                  </a:lnTo>
                  <a:lnTo>
                    <a:pt x="265401" y="5959576"/>
                  </a:lnTo>
                  <a:lnTo>
                    <a:pt x="265546" y="5959576"/>
                  </a:lnTo>
                  <a:lnTo>
                    <a:pt x="265692" y="5959576"/>
                  </a:lnTo>
                  <a:lnTo>
                    <a:pt x="265837" y="5959576"/>
                  </a:lnTo>
                  <a:lnTo>
                    <a:pt x="265983" y="5959576"/>
                  </a:lnTo>
                  <a:lnTo>
                    <a:pt x="266128" y="5959576"/>
                  </a:lnTo>
                  <a:lnTo>
                    <a:pt x="266274" y="5959576"/>
                  </a:lnTo>
                  <a:lnTo>
                    <a:pt x="266419" y="5959576"/>
                  </a:lnTo>
                  <a:lnTo>
                    <a:pt x="266564" y="5959576"/>
                  </a:lnTo>
                  <a:lnTo>
                    <a:pt x="266710" y="5959576"/>
                  </a:lnTo>
                  <a:lnTo>
                    <a:pt x="266710" y="5958952"/>
                  </a:lnTo>
                  <a:lnTo>
                    <a:pt x="266710" y="5958329"/>
                  </a:lnTo>
                  <a:lnTo>
                    <a:pt x="267001" y="5958329"/>
                  </a:lnTo>
                  <a:lnTo>
                    <a:pt x="267146" y="5958329"/>
                  </a:lnTo>
                  <a:lnTo>
                    <a:pt x="267437" y="5958329"/>
                  </a:lnTo>
                  <a:lnTo>
                    <a:pt x="267582" y="5958329"/>
                  </a:lnTo>
                  <a:lnTo>
                    <a:pt x="267728" y="5958329"/>
                  </a:lnTo>
                  <a:lnTo>
                    <a:pt x="267873" y="5958329"/>
                  </a:lnTo>
                  <a:lnTo>
                    <a:pt x="267873" y="5957705"/>
                  </a:lnTo>
                  <a:lnTo>
                    <a:pt x="268019" y="5957705"/>
                  </a:lnTo>
                  <a:lnTo>
                    <a:pt x="268310" y="5957705"/>
                  </a:lnTo>
                  <a:lnTo>
                    <a:pt x="268455" y="5957705"/>
                  </a:lnTo>
                  <a:lnTo>
                    <a:pt x="268600" y="5957081"/>
                  </a:lnTo>
                  <a:lnTo>
                    <a:pt x="268600" y="5956458"/>
                  </a:lnTo>
                  <a:lnTo>
                    <a:pt x="268600" y="5955834"/>
                  </a:lnTo>
                  <a:lnTo>
                    <a:pt x="268746" y="5955834"/>
                  </a:lnTo>
                  <a:lnTo>
                    <a:pt x="269037" y="5955834"/>
                  </a:lnTo>
                  <a:lnTo>
                    <a:pt x="269037" y="5955211"/>
                  </a:lnTo>
                  <a:lnTo>
                    <a:pt x="269182" y="5954587"/>
                  </a:lnTo>
                  <a:lnTo>
                    <a:pt x="269473" y="5954587"/>
                  </a:lnTo>
                  <a:lnTo>
                    <a:pt x="269618" y="5954587"/>
                  </a:lnTo>
                  <a:lnTo>
                    <a:pt x="269764" y="5954587"/>
                  </a:lnTo>
                  <a:lnTo>
                    <a:pt x="270055" y="5954587"/>
                  </a:lnTo>
                  <a:lnTo>
                    <a:pt x="270200" y="5954587"/>
                  </a:lnTo>
                  <a:lnTo>
                    <a:pt x="270636" y="5953963"/>
                  </a:lnTo>
                  <a:lnTo>
                    <a:pt x="270782" y="5953963"/>
                  </a:lnTo>
                  <a:lnTo>
                    <a:pt x="271218" y="5953340"/>
                  </a:lnTo>
                  <a:lnTo>
                    <a:pt x="271218" y="5952716"/>
                  </a:lnTo>
                  <a:lnTo>
                    <a:pt x="271363" y="5952716"/>
                  </a:lnTo>
                  <a:lnTo>
                    <a:pt x="271509" y="5952716"/>
                  </a:lnTo>
                  <a:lnTo>
                    <a:pt x="271654" y="5952716"/>
                  </a:lnTo>
                  <a:lnTo>
                    <a:pt x="272091" y="5952716"/>
                  </a:lnTo>
                  <a:lnTo>
                    <a:pt x="272091" y="5952093"/>
                  </a:lnTo>
                  <a:lnTo>
                    <a:pt x="272381" y="5952093"/>
                  </a:lnTo>
                  <a:lnTo>
                    <a:pt x="272527" y="5952093"/>
                  </a:lnTo>
                  <a:lnTo>
                    <a:pt x="272818" y="5952093"/>
                  </a:lnTo>
                  <a:lnTo>
                    <a:pt x="272963" y="5952093"/>
                  </a:lnTo>
                  <a:lnTo>
                    <a:pt x="273109" y="5952093"/>
                  </a:lnTo>
                  <a:lnTo>
                    <a:pt x="273254" y="5952093"/>
                  </a:lnTo>
                  <a:lnTo>
                    <a:pt x="273399" y="5952093"/>
                  </a:lnTo>
                  <a:lnTo>
                    <a:pt x="273545" y="5952093"/>
                  </a:lnTo>
                  <a:lnTo>
                    <a:pt x="273545" y="5951469"/>
                  </a:lnTo>
                  <a:lnTo>
                    <a:pt x="273690" y="5950846"/>
                  </a:lnTo>
                  <a:lnTo>
                    <a:pt x="273836" y="5950846"/>
                  </a:lnTo>
                  <a:lnTo>
                    <a:pt x="273836" y="5950222"/>
                  </a:lnTo>
                  <a:lnTo>
                    <a:pt x="273981" y="5950222"/>
                  </a:lnTo>
                  <a:lnTo>
                    <a:pt x="274272" y="5950222"/>
                  </a:lnTo>
                  <a:lnTo>
                    <a:pt x="274417" y="5950222"/>
                  </a:lnTo>
                  <a:lnTo>
                    <a:pt x="274563" y="5950222"/>
                  </a:lnTo>
                  <a:lnTo>
                    <a:pt x="274708" y="5950222"/>
                  </a:lnTo>
                  <a:lnTo>
                    <a:pt x="274854" y="5950222"/>
                  </a:lnTo>
                  <a:lnTo>
                    <a:pt x="274999" y="5950222"/>
                  </a:lnTo>
                  <a:lnTo>
                    <a:pt x="275145" y="5950222"/>
                  </a:lnTo>
                  <a:lnTo>
                    <a:pt x="275290" y="5950222"/>
                  </a:lnTo>
                  <a:lnTo>
                    <a:pt x="275435" y="5950222"/>
                  </a:lnTo>
                  <a:lnTo>
                    <a:pt x="275581" y="5950222"/>
                  </a:lnTo>
                  <a:lnTo>
                    <a:pt x="275726" y="5950222"/>
                  </a:lnTo>
                  <a:lnTo>
                    <a:pt x="275872" y="5950222"/>
                  </a:lnTo>
                  <a:lnTo>
                    <a:pt x="276017" y="5950222"/>
                  </a:lnTo>
                  <a:lnTo>
                    <a:pt x="276163" y="5950222"/>
                  </a:lnTo>
                  <a:lnTo>
                    <a:pt x="276163" y="5949598"/>
                  </a:lnTo>
                  <a:lnTo>
                    <a:pt x="276308" y="5949598"/>
                  </a:lnTo>
                  <a:lnTo>
                    <a:pt x="276308" y="5948975"/>
                  </a:lnTo>
                  <a:lnTo>
                    <a:pt x="276453" y="5948975"/>
                  </a:lnTo>
                  <a:lnTo>
                    <a:pt x="276599" y="5948975"/>
                  </a:lnTo>
                  <a:lnTo>
                    <a:pt x="276744" y="5948975"/>
                  </a:lnTo>
                  <a:lnTo>
                    <a:pt x="276890" y="5948975"/>
                  </a:lnTo>
                  <a:lnTo>
                    <a:pt x="277035" y="5948975"/>
                  </a:lnTo>
                  <a:lnTo>
                    <a:pt x="277180" y="5948975"/>
                  </a:lnTo>
                  <a:lnTo>
                    <a:pt x="277617" y="5948351"/>
                  </a:lnTo>
                  <a:lnTo>
                    <a:pt x="277617" y="5947728"/>
                  </a:lnTo>
                  <a:lnTo>
                    <a:pt x="277617" y="5947104"/>
                  </a:lnTo>
                  <a:lnTo>
                    <a:pt x="277762" y="5947104"/>
                  </a:lnTo>
                  <a:lnTo>
                    <a:pt x="277908" y="5947104"/>
                  </a:lnTo>
                  <a:lnTo>
                    <a:pt x="277908" y="5946480"/>
                  </a:lnTo>
                  <a:lnTo>
                    <a:pt x="278053" y="5946480"/>
                  </a:lnTo>
                  <a:lnTo>
                    <a:pt x="278198" y="5946480"/>
                  </a:lnTo>
                  <a:lnTo>
                    <a:pt x="278344" y="5946480"/>
                  </a:lnTo>
                  <a:lnTo>
                    <a:pt x="278489" y="5945857"/>
                  </a:lnTo>
                  <a:lnTo>
                    <a:pt x="278635" y="5945857"/>
                  </a:lnTo>
                  <a:lnTo>
                    <a:pt x="278780" y="5944610"/>
                  </a:lnTo>
                  <a:lnTo>
                    <a:pt x="278926" y="5944610"/>
                  </a:lnTo>
                  <a:lnTo>
                    <a:pt x="279071" y="5944610"/>
                  </a:lnTo>
                  <a:lnTo>
                    <a:pt x="279216" y="5944610"/>
                  </a:lnTo>
                  <a:lnTo>
                    <a:pt x="279507" y="5944610"/>
                  </a:lnTo>
                  <a:lnTo>
                    <a:pt x="279507" y="5943986"/>
                  </a:lnTo>
                  <a:lnTo>
                    <a:pt x="279653" y="5943986"/>
                  </a:lnTo>
                  <a:lnTo>
                    <a:pt x="279798" y="5943986"/>
                  </a:lnTo>
                  <a:lnTo>
                    <a:pt x="279798" y="5943363"/>
                  </a:lnTo>
                  <a:lnTo>
                    <a:pt x="280089" y="5943363"/>
                  </a:lnTo>
                  <a:lnTo>
                    <a:pt x="280234" y="5943363"/>
                  </a:lnTo>
                  <a:lnTo>
                    <a:pt x="280234" y="5942739"/>
                  </a:lnTo>
                  <a:lnTo>
                    <a:pt x="280380" y="5942739"/>
                  </a:lnTo>
                  <a:lnTo>
                    <a:pt x="280525" y="5942739"/>
                  </a:lnTo>
                  <a:lnTo>
                    <a:pt x="280671" y="5942115"/>
                  </a:lnTo>
                  <a:lnTo>
                    <a:pt x="280816" y="5942115"/>
                  </a:lnTo>
                  <a:lnTo>
                    <a:pt x="280962" y="5942115"/>
                  </a:lnTo>
                  <a:lnTo>
                    <a:pt x="281252" y="5942115"/>
                  </a:lnTo>
                  <a:lnTo>
                    <a:pt x="281543" y="5942115"/>
                  </a:lnTo>
                  <a:lnTo>
                    <a:pt x="281689" y="5942115"/>
                  </a:lnTo>
                  <a:lnTo>
                    <a:pt x="281834" y="5942115"/>
                  </a:lnTo>
                  <a:lnTo>
                    <a:pt x="281980" y="5942115"/>
                  </a:lnTo>
                  <a:lnTo>
                    <a:pt x="281980" y="5941492"/>
                  </a:lnTo>
                  <a:lnTo>
                    <a:pt x="281980" y="5940868"/>
                  </a:lnTo>
                  <a:lnTo>
                    <a:pt x="281980" y="5940245"/>
                  </a:lnTo>
                  <a:lnTo>
                    <a:pt x="282125" y="5940245"/>
                  </a:lnTo>
                  <a:lnTo>
                    <a:pt x="282561" y="5939621"/>
                  </a:lnTo>
                  <a:lnTo>
                    <a:pt x="282707" y="5939621"/>
                  </a:lnTo>
                  <a:lnTo>
                    <a:pt x="282998" y="5939621"/>
                  </a:lnTo>
                  <a:lnTo>
                    <a:pt x="283143" y="5939621"/>
                  </a:lnTo>
                  <a:lnTo>
                    <a:pt x="283288" y="5939621"/>
                  </a:lnTo>
                  <a:lnTo>
                    <a:pt x="283434" y="5939621"/>
                  </a:lnTo>
                  <a:lnTo>
                    <a:pt x="283725" y="5939621"/>
                  </a:lnTo>
                  <a:lnTo>
                    <a:pt x="283870" y="5939621"/>
                  </a:lnTo>
                  <a:lnTo>
                    <a:pt x="284015" y="5939621"/>
                  </a:lnTo>
                  <a:lnTo>
                    <a:pt x="284161" y="5939621"/>
                  </a:lnTo>
                  <a:lnTo>
                    <a:pt x="284452" y="5939621"/>
                  </a:lnTo>
                  <a:lnTo>
                    <a:pt x="284597" y="5939621"/>
                  </a:lnTo>
                  <a:lnTo>
                    <a:pt x="284743" y="5939621"/>
                  </a:lnTo>
                  <a:lnTo>
                    <a:pt x="285033" y="5939621"/>
                  </a:lnTo>
                  <a:lnTo>
                    <a:pt x="285324" y="5939621"/>
                  </a:lnTo>
                  <a:lnTo>
                    <a:pt x="285470" y="5939621"/>
                  </a:lnTo>
                  <a:lnTo>
                    <a:pt x="285761" y="5939621"/>
                  </a:lnTo>
                  <a:lnTo>
                    <a:pt x="285906" y="5939621"/>
                  </a:lnTo>
                  <a:lnTo>
                    <a:pt x="286051" y="5939621"/>
                  </a:lnTo>
                  <a:lnTo>
                    <a:pt x="286197" y="5939621"/>
                  </a:lnTo>
                  <a:lnTo>
                    <a:pt x="286342" y="5939621"/>
                  </a:lnTo>
                  <a:lnTo>
                    <a:pt x="286488" y="5939621"/>
                  </a:lnTo>
                  <a:lnTo>
                    <a:pt x="286779" y="5939621"/>
                  </a:lnTo>
                  <a:lnTo>
                    <a:pt x="287069" y="5939621"/>
                  </a:lnTo>
                  <a:lnTo>
                    <a:pt x="287215" y="5939621"/>
                  </a:lnTo>
                  <a:lnTo>
                    <a:pt x="287360" y="5939621"/>
                  </a:lnTo>
                  <a:lnTo>
                    <a:pt x="287651" y="5938998"/>
                  </a:lnTo>
                  <a:lnTo>
                    <a:pt x="287797" y="5938998"/>
                  </a:lnTo>
                  <a:lnTo>
                    <a:pt x="287942" y="5938998"/>
                  </a:lnTo>
                  <a:lnTo>
                    <a:pt x="288233" y="5938998"/>
                  </a:lnTo>
                  <a:lnTo>
                    <a:pt x="288378" y="5938998"/>
                  </a:lnTo>
                  <a:lnTo>
                    <a:pt x="288378" y="5938374"/>
                  </a:lnTo>
                  <a:lnTo>
                    <a:pt x="288378" y="5937750"/>
                  </a:lnTo>
                  <a:lnTo>
                    <a:pt x="288669" y="5937750"/>
                  </a:lnTo>
                  <a:lnTo>
                    <a:pt x="288960" y="5937750"/>
                  </a:lnTo>
                  <a:lnTo>
                    <a:pt x="288960" y="5937127"/>
                  </a:lnTo>
                  <a:lnTo>
                    <a:pt x="289251" y="5936503"/>
                  </a:lnTo>
                  <a:lnTo>
                    <a:pt x="289396" y="5936503"/>
                  </a:lnTo>
                  <a:lnTo>
                    <a:pt x="289396" y="5935880"/>
                  </a:lnTo>
                  <a:lnTo>
                    <a:pt x="289396" y="5935256"/>
                  </a:lnTo>
                  <a:lnTo>
                    <a:pt x="289542" y="5934632"/>
                  </a:lnTo>
                  <a:lnTo>
                    <a:pt x="289687" y="5934632"/>
                  </a:lnTo>
                  <a:lnTo>
                    <a:pt x="289833" y="5934632"/>
                  </a:lnTo>
                  <a:lnTo>
                    <a:pt x="289978" y="5934632"/>
                  </a:lnTo>
                  <a:lnTo>
                    <a:pt x="290123" y="5934632"/>
                  </a:lnTo>
                  <a:lnTo>
                    <a:pt x="290269" y="5934632"/>
                  </a:lnTo>
                  <a:lnTo>
                    <a:pt x="290414" y="5934632"/>
                  </a:lnTo>
                  <a:lnTo>
                    <a:pt x="290560" y="5934632"/>
                  </a:lnTo>
                  <a:lnTo>
                    <a:pt x="290705" y="5933385"/>
                  </a:lnTo>
                  <a:lnTo>
                    <a:pt x="290705" y="5932762"/>
                  </a:lnTo>
                  <a:lnTo>
                    <a:pt x="290850" y="5932762"/>
                  </a:lnTo>
                  <a:lnTo>
                    <a:pt x="290996" y="5932762"/>
                  </a:lnTo>
                  <a:lnTo>
                    <a:pt x="291287" y="5932138"/>
                  </a:lnTo>
                  <a:lnTo>
                    <a:pt x="291287" y="5931515"/>
                  </a:lnTo>
                  <a:lnTo>
                    <a:pt x="291287" y="5930891"/>
                  </a:lnTo>
                  <a:lnTo>
                    <a:pt x="291432" y="5930891"/>
                  </a:lnTo>
                  <a:lnTo>
                    <a:pt x="291578" y="5930267"/>
                  </a:lnTo>
                  <a:lnTo>
                    <a:pt x="291723" y="5930267"/>
                  </a:lnTo>
                  <a:lnTo>
                    <a:pt x="291868" y="5930267"/>
                  </a:lnTo>
                  <a:lnTo>
                    <a:pt x="292014" y="5930267"/>
                  </a:lnTo>
                  <a:lnTo>
                    <a:pt x="292159" y="5930267"/>
                  </a:lnTo>
                  <a:lnTo>
                    <a:pt x="292305" y="5930267"/>
                  </a:lnTo>
                  <a:lnTo>
                    <a:pt x="292596" y="5930267"/>
                  </a:lnTo>
                  <a:lnTo>
                    <a:pt x="292596" y="5929644"/>
                  </a:lnTo>
                  <a:lnTo>
                    <a:pt x="292741" y="5929644"/>
                  </a:lnTo>
                  <a:lnTo>
                    <a:pt x="292741" y="5929020"/>
                  </a:lnTo>
                  <a:lnTo>
                    <a:pt x="292886" y="5927773"/>
                  </a:lnTo>
                  <a:lnTo>
                    <a:pt x="292886" y="5927149"/>
                  </a:lnTo>
                  <a:lnTo>
                    <a:pt x="293032" y="5927149"/>
                  </a:lnTo>
                  <a:lnTo>
                    <a:pt x="293177" y="5927149"/>
                  </a:lnTo>
                  <a:lnTo>
                    <a:pt x="293323" y="5927149"/>
                  </a:lnTo>
                  <a:lnTo>
                    <a:pt x="293468" y="5927149"/>
                  </a:lnTo>
                  <a:lnTo>
                    <a:pt x="293614" y="5927149"/>
                  </a:lnTo>
                  <a:lnTo>
                    <a:pt x="294195" y="5926526"/>
                  </a:lnTo>
                  <a:lnTo>
                    <a:pt x="294341" y="5926526"/>
                  </a:lnTo>
                  <a:lnTo>
                    <a:pt x="294341" y="5925902"/>
                  </a:lnTo>
                  <a:lnTo>
                    <a:pt x="294486" y="5925902"/>
                  </a:lnTo>
                  <a:lnTo>
                    <a:pt x="294632" y="5925279"/>
                  </a:lnTo>
                  <a:lnTo>
                    <a:pt x="294777" y="5925279"/>
                  </a:lnTo>
                  <a:lnTo>
                    <a:pt x="294922" y="5925279"/>
                  </a:lnTo>
                  <a:lnTo>
                    <a:pt x="295068" y="5925279"/>
                  </a:lnTo>
                  <a:lnTo>
                    <a:pt x="295359" y="5925279"/>
                  </a:lnTo>
                  <a:lnTo>
                    <a:pt x="295504" y="5925279"/>
                  </a:lnTo>
                  <a:lnTo>
                    <a:pt x="295504" y="5924655"/>
                  </a:lnTo>
                  <a:lnTo>
                    <a:pt x="295504" y="5924032"/>
                  </a:lnTo>
                  <a:lnTo>
                    <a:pt x="295650" y="5924032"/>
                  </a:lnTo>
                  <a:lnTo>
                    <a:pt x="295795" y="5923408"/>
                  </a:lnTo>
                  <a:lnTo>
                    <a:pt x="295940" y="5923408"/>
                  </a:lnTo>
                  <a:lnTo>
                    <a:pt x="296086" y="5923408"/>
                  </a:lnTo>
                  <a:lnTo>
                    <a:pt x="296231" y="5923408"/>
                  </a:lnTo>
                  <a:lnTo>
                    <a:pt x="296377" y="5923408"/>
                  </a:lnTo>
                  <a:lnTo>
                    <a:pt x="296377" y="5922784"/>
                  </a:lnTo>
                  <a:lnTo>
                    <a:pt x="296522" y="5922784"/>
                  </a:lnTo>
                  <a:lnTo>
                    <a:pt x="296813" y="5922784"/>
                  </a:lnTo>
                  <a:lnTo>
                    <a:pt x="296813" y="5922161"/>
                  </a:lnTo>
                  <a:lnTo>
                    <a:pt x="297395" y="5922161"/>
                  </a:lnTo>
                  <a:lnTo>
                    <a:pt x="297540" y="5922161"/>
                  </a:lnTo>
                  <a:lnTo>
                    <a:pt x="297685" y="5921537"/>
                  </a:lnTo>
                  <a:lnTo>
                    <a:pt x="297831" y="5921537"/>
                  </a:lnTo>
                  <a:lnTo>
                    <a:pt x="298267" y="5921537"/>
                  </a:lnTo>
                  <a:lnTo>
                    <a:pt x="298413" y="5921537"/>
                  </a:lnTo>
                  <a:lnTo>
                    <a:pt x="298413" y="5920914"/>
                  </a:lnTo>
                  <a:lnTo>
                    <a:pt x="298558" y="5920914"/>
                  </a:lnTo>
                  <a:lnTo>
                    <a:pt x="298558" y="5920290"/>
                  </a:lnTo>
                  <a:lnTo>
                    <a:pt x="298994" y="5919043"/>
                  </a:lnTo>
                  <a:lnTo>
                    <a:pt x="298994" y="5918419"/>
                  </a:lnTo>
                  <a:lnTo>
                    <a:pt x="299140" y="5918419"/>
                  </a:lnTo>
                  <a:lnTo>
                    <a:pt x="299285" y="5918419"/>
                  </a:lnTo>
                  <a:lnTo>
                    <a:pt x="299721" y="5918419"/>
                  </a:lnTo>
                  <a:lnTo>
                    <a:pt x="300012" y="5918419"/>
                  </a:lnTo>
                  <a:lnTo>
                    <a:pt x="300012" y="5917796"/>
                  </a:lnTo>
                  <a:lnTo>
                    <a:pt x="300158" y="5917796"/>
                  </a:lnTo>
                  <a:lnTo>
                    <a:pt x="300303" y="5917796"/>
                  </a:lnTo>
                  <a:lnTo>
                    <a:pt x="300594" y="5917796"/>
                  </a:lnTo>
                  <a:lnTo>
                    <a:pt x="300739" y="5917796"/>
                  </a:lnTo>
                  <a:lnTo>
                    <a:pt x="300885" y="5917796"/>
                  </a:lnTo>
                  <a:lnTo>
                    <a:pt x="301030" y="5917172"/>
                  </a:lnTo>
                  <a:lnTo>
                    <a:pt x="301176" y="5916549"/>
                  </a:lnTo>
                  <a:lnTo>
                    <a:pt x="301321" y="5916549"/>
                  </a:lnTo>
                  <a:lnTo>
                    <a:pt x="301467" y="5916549"/>
                  </a:lnTo>
                  <a:lnTo>
                    <a:pt x="301467" y="5915925"/>
                  </a:lnTo>
                  <a:lnTo>
                    <a:pt x="301612" y="5915925"/>
                  </a:lnTo>
                  <a:lnTo>
                    <a:pt x="301757" y="5915925"/>
                  </a:lnTo>
                  <a:lnTo>
                    <a:pt x="302048" y="5915925"/>
                  </a:lnTo>
                  <a:lnTo>
                    <a:pt x="302339" y="5915925"/>
                  </a:lnTo>
                  <a:lnTo>
                    <a:pt x="302485" y="5915301"/>
                  </a:lnTo>
                  <a:lnTo>
                    <a:pt x="302775" y="5915301"/>
                  </a:lnTo>
                  <a:lnTo>
                    <a:pt x="302921" y="5915301"/>
                  </a:lnTo>
                  <a:lnTo>
                    <a:pt x="303066" y="5914678"/>
                  </a:lnTo>
                  <a:lnTo>
                    <a:pt x="303212" y="5914678"/>
                  </a:lnTo>
                  <a:lnTo>
                    <a:pt x="303212" y="5914054"/>
                  </a:lnTo>
                  <a:lnTo>
                    <a:pt x="303212" y="5913431"/>
                  </a:lnTo>
                  <a:lnTo>
                    <a:pt x="303503" y="5913431"/>
                  </a:lnTo>
                  <a:lnTo>
                    <a:pt x="303793" y="5913431"/>
                  </a:lnTo>
                  <a:lnTo>
                    <a:pt x="303793" y="5912807"/>
                  </a:lnTo>
                  <a:lnTo>
                    <a:pt x="303939" y="5912807"/>
                  </a:lnTo>
                  <a:lnTo>
                    <a:pt x="303939" y="5912183"/>
                  </a:lnTo>
                  <a:lnTo>
                    <a:pt x="304230" y="5911560"/>
                  </a:lnTo>
                  <a:lnTo>
                    <a:pt x="304375" y="5911560"/>
                  </a:lnTo>
                  <a:lnTo>
                    <a:pt x="304666" y="5910936"/>
                  </a:lnTo>
                  <a:lnTo>
                    <a:pt x="304811" y="5910936"/>
                  </a:lnTo>
                  <a:lnTo>
                    <a:pt x="304957" y="5910936"/>
                  </a:lnTo>
                  <a:lnTo>
                    <a:pt x="304957" y="5910313"/>
                  </a:lnTo>
                  <a:lnTo>
                    <a:pt x="304957" y="5909689"/>
                  </a:lnTo>
                  <a:lnTo>
                    <a:pt x="305102" y="5909689"/>
                  </a:lnTo>
                  <a:lnTo>
                    <a:pt x="305248" y="5909689"/>
                  </a:lnTo>
                  <a:lnTo>
                    <a:pt x="305829" y="5909689"/>
                  </a:lnTo>
                  <a:lnTo>
                    <a:pt x="305975" y="5909689"/>
                  </a:lnTo>
                  <a:lnTo>
                    <a:pt x="306120" y="5909689"/>
                  </a:lnTo>
                  <a:lnTo>
                    <a:pt x="306120" y="5909066"/>
                  </a:lnTo>
                  <a:lnTo>
                    <a:pt x="306266" y="5909066"/>
                  </a:lnTo>
                  <a:lnTo>
                    <a:pt x="306556" y="5909066"/>
                  </a:lnTo>
                  <a:lnTo>
                    <a:pt x="306702" y="5909066"/>
                  </a:lnTo>
                  <a:lnTo>
                    <a:pt x="306702" y="5907818"/>
                  </a:lnTo>
                  <a:lnTo>
                    <a:pt x="306702" y="5907195"/>
                  </a:lnTo>
                  <a:lnTo>
                    <a:pt x="306847" y="5907195"/>
                  </a:lnTo>
                  <a:lnTo>
                    <a:pt x="306847" y="5905324"/>
                  </a:lnTo>
                  <a:lnTo>
                    <a:pt x="306993" y="5905324"/>
                  </a:lnTo>
                  <a:lnTo>
                    <a:pt x="307429" y="5904700"/>
                  </a:lnTo>
                  <a:lnTo>
                    <a:pt x="307574" y="5904700"/>
                  </a:lnTo>
                  <a:lnTo>
                    <a:pt x="307720" y="5904700"/>
                  </a:lnTo>
                  <a:lnTo>
                    <a:pt x="308011" y="5903453"/>
                  </a:lnTo>
                  <a:lnTo>
                    <a:pt x="308156" y="5903453"/>
                  </a:lnTo>
                  <a:lnTo>
                    <a:pt x="308156" y="5902830"/>
                  </a:lnTo>
                  <a:lnTo>
                    <a:pt x="308447" y="5902830"/>
                  </a:lnTo>
                  <a:lnTo>
                    <a:pt x="308592" y="5902830"/>
                  </a:lnTo>
                  <a:lnTo>
                    <a:pt x="309029" y="5902830"/>
                  </a:lnTo>
                  <a:lnTo>
                    <a:pt x="309174" y="5902830"/>
                  </a:lnTo>
                  <a:lnTo>
                    <a:pt x="309320" y="5902830"/>
                  </a:lnTo>
                  <a:lnTo>
                    <a:pt x="309465" y="5902830"/>
                  </a:lnTo>
                  <a:lnTo>
                    <a:pt x="309610" y="5902830"/>
                  </a:lnTo>
                  <a:lnTo>
                    <a:pt x="309610" y="5902206"/>
                  </a:lnTo>
                  <a:lnTo>
                    <a:pt x="309901" y="5902206"/>
                  </a:lnTo>
                  <a:lnTo>
                    <a:pt x="310047" y="5902206"/>
                  </a:lnTo>
                  <a:lnTo>
                    <a:pt x="310192" y="5902206"/>
                  </a:lnTo>
                  <a:lnTo>
                    <a:pt x="310192" y="5901583"/>
                  </a:lnTo>
                  <a:lnTo>
                    <a:pt x="310192" y="5900959"/>
                  </a:lnTo>
                  <a:lnTo>
                    <a:pt x="310338" y="5900959"/>
                  </a:lnTo>
                  <a:lnTo>
                    <a:pt x="310483" y="5900959"/>
                  </a:lnTo>
                  <a:lnTo>
                    <a:pt x="310483" y="5900335"/>
                  </a:lnTo>
                  <a:lnTo>
                    <a:pt x="310628" y="5900335"/>
                  </a:lnTo>
                  <a:lnTo>
                    <a:pt x="310774" y="5900335"/>
                  </a:lnTo>
                  <a:lnTo>
                    <a:pt x="311065" y="5900335"/>
                  </a:lnTo>
                  <a:lnTo>
                    <a:pt x="311210" y="5900335"/>
                  </a:lnTo>
                  <a:lnTo>
                    <a:pt x="311355" y="5900335"/>
                  </a:lnTo>
                  <a:lnTo>
                    <a:pt x="311646" y="5900335"/>
                  </a:lnTo>
                  <a:lnTo>
                    <a:pt x="311792" y="5899712"/>
                  </a:lnTo>
                  <a:lnTo>
                    <a:pt x="311937" y="5899712"/>
                  </a:lnTo>
                  <a:lnTo>
                    <a:pt x="312228" y="5899712"/>
                  </a:lnTo>
                  <a:lnTo>
                    <a:pt x="312664" y="5899712"/>
                  </a:lnTo>
                  <a:lnTo>
                    <a:pt x="312810" y="5899712"/>
                  </a:lnTo>
                  <a:lnTo>
                    <a:pt x="312955" y="5899712"/>
                  </a:lnTo>
                  <a:lnTo>
                    <a:pt x="312955" y="5899088"/>
                  </a:lnTo>
                  <a:lnTo>
                    <a:pt x="313101" y="5899088"/>
                  </a:lnTo>
                  <a:lnTo>
                    <a:pt x="313246" y="5899088"/>
                  </a:lnTo>
                  <a:lnTo>
                    <a:pt x="313391" y="5899088"/>
                  </a:lnTo>
                  <a:lnTo>
                    <a:pt x="313537" y="5899088"/>
                  </a:lnTo>
                  <a:lnTo>
                    <a:pt x="313682" y="5899088"/>
                  </a:lnTo>
                  <a:lnTo>
                    <a:pt x="313828" y="5899088"/>
                  </a:lnTo>
                  <a:lnTo>
                    <a:pt x="313973" y="5899088"/>
                  </a:lnTo>
                  <a:lnTo>
                    <a:pt x="314264" y="5899088"/>
                  </a:lnTo>
                  <a:lnTo>
                    <a:pt x="314409" y="5899088"/>
                  </a:lnTo>
                  <a:lnTo>
                    <a:pt x="314555" y="5899088"/>
                  </a:lnTo>
                  <a:lnTo>
                    <a:pt x="314700" y="5899088"/>
                  </a:lnTo>
                  <a:lnTo>
                    <a:pt x="314700" y="5898465"/>
                  </a:lnTo>
                  <a:lnTo>
                    <a:pt x="314991" y="5898465"/>
                  </a:lnTo>
                  <a:lnTo>
                    <a:pt x="315137" y="5898465"/>
                  </a:lnTo>
                  <a:lnTo>
                    <a:pt x="315573" y="5898465"/>
                  </a:lnTo>
                  <a:lnTo>
                    <a:pt x="315718" y="5897841"/>
                  </a:lnTo>
                  <a:lnTo>
                    <a:pt x="316009" y="5897841"/>
                  </a:lnTo>
                  <a:lnTo>
                    <a:pt x="316155" y="5897841"/>
                  </a:lnTo>
                  <a:lnTo>
                    <a:pt x="316300" y="5897841"/>
                  </a:lnTo>
                  <a:lnTo>
                    <a:pt x="316591" y="5897841"/>
                  </a:lnTo>
                  <a:lnTo>
                    <a:pt x="316736" y="5897217"/>
                  </a:lnTo>
                  <a:lnTo>
                    <a:pt x="317027" y="5896594"/>
                  </a:lnTo>
                  <a:lnTo>
                    <a:pt x="317173" y="5896594"/>
                  </a:lnTo>
                  <a:lnTo>
                    <a:pt x="317318" y="5896594"/>
                  </a:lnTo>
                  <a:lnTo>
                    <a:pt x="317463" y="5896594"/>
                  </a:lnTo>
                  <a:lnTo>
                    <a:pt x="318045" y="5896594"/>
                  </a:lnTo>
                  <a:lnTo>
                    <a:pt x="318190" y="5896594"/>
                  </a:lnTo>
                  <a:lnTo>
                    <a:pt x="318336" y="5896594"/>
                  </a:lnTo>
                  <a:lnTo>
                    <a:pt x="318481" y="5896594"/>
                  </a:lnTo>
                  <a:lnTo>
                    <a:pt x="318627" y="5896594"/>
                  </a:lnTo>
                  <a:lnTo>
                    <a:pt x="318772" y="5896594"/>
                  </a:lnTo>
                  <a:lnTo>
                    <a:pt x="319063" y="5896594"/>
                  </a:lnTo>
                  <a:lnTo>
                    <a:pt x="319063" y="5895970"/>
                  </a:lnTo>
                  <a:lnTo>
                    <a:pt x="319354" y="5895970"/>
                  </a:lnTo>
                  <a:lnTo>
                    <a:pt x="319354" y="5895347"/>
                  </a:lnTo>
                  <a:lnTo>
                    <a:pt x="319499" y="5895347"/>
                  </a:lnTo>
                  <a:lnTo>
                    <a:pt x="319645" y="5895347"/>
                  </a:lnTo>
                  <a:lnTo>
                    <a:pt x="319790" y="5895347"/>
                  </a:lnTo>
                  <a:lnTo>
                    <a:pt x="319936" y="5895347"/>
                  </a:lnTo>
                  <a:lnTo>
                    <a:pt x="320226" y="5895347"/>
                  </a:lnTo>
                  <a:lnTo>
                    <a:pt x="320372" y="5894723"/>
                  </a:lnTo>
                  <a:lnTo>
                    <a:pt x="320517" y="5894723"/>
                  </a:lnTo>
                  <a:lnTo>
                    <a:pt x="320808" y="5894723"/>
                  </a:lnTo>
                  <a:lnTo>
                    <a:pt x="320954" y="5894723"/>
                  </a:lnTo>
                  <a:lnTo>
                    <a:pt x="320954" y="5894100"/>
                  </a:lnTo>
                  <a:lnTo>
                    <a:pt x="321535" y="5894100"/>
                  </a:lnTo>
                  <a:lnTo>
                    <a:pt x="321826" y="5894100"/>
                  </a:lnTo>
                  <a:lnTo>
                    <a:pt x="321972" y="5894100"/>
                  </a:lnTo>
                  <a:lnTo>
                    <a:pt x="322117" y="5893476"/>
                  </a:lnTo>
                  <a:lnTo>
                    <a:pt x="322262" y="5893476"/>
                  </a:lnTo>
                  <a:lnTo>
                    <a:pt x="322408" y="5893476"/>
                  </a:lnTo>
                  <a:lnTo>
                    <a:pt x="322408" y="5892852"/>
                  </a:lnTo>
                  <a:lnTo>
                    <a:pt x="322553" y="5892852"/>
                  </a:lnTo>
                  <a:lnTo>
                    <a:pt x="322699" y="5892852"/>
                  </a:lnTo>
                  <a:lnTo>
                    <a:pt x="323135" y="5892852"/>
                  </a:lnTo>
                  <a:lnTo>
                    <a:pt x="323280" y="5892852"/>
                  </a:lnTo>
                  <a:lnTo>
                    <a:pt x="323280" y="5892229"/>
                  </a:lnTo>
                  <a:lnTo>
                    <a:pt x="323426" y="5892229"/>
                  </a:lnTo>
                  <a:lnTo>
                    <a:pt x="323717" y="5892229"/>
                  </a:lnTo>
                  <a:lnTo>
                    <a:pt x="323862" y="5892229"/>
                  </a:lnTo>
                  <a:lnTo>
                    <a:pt x="323862" y="5891605"/>
                  </a:lnTo>
                  <a:lnTo>
                    <a:pt x="324008" y="5891605"/>
                  </a:lnTo>
                  <a:lnTo>
                    <a:pt x="324153" y="5891605"/>
                  </a:lnTo>
                  <a:lnTo>
                    <a:pt x="324444" y="5891605"/>
                  </a:lnTo>
                  <a:lnTo>
                    <a:pt x="324589" y="5891605"/>
                  </a:lnTo>
                  <a:lnTo>
                    <a:pt x="324880" y="5891605"/>
                  </a:lnTo>
                  <a:lnTo>
                    <a:pt x="325025" y="5891605"/>
                  </a:lnTo>
                  <a:lnTo>
                    <a:pt x="325316" y="5890982"/>
                  </a:lnTo>
                  <a:lnTo>
                    <a:pt x="325316" y="5890358"/>
                  </a:lnTo>
                  <a:lnTo>
                    <a:pt x="325462" y="5890358"/>
                  </a:lnTo>
                  <a:lnTo>
                    <a:pt x="325607" y="5889735"/>
                  </a:lnTo>
                  <a:lnTo>
                    <a:pt x="325607" y="5889111"/>
                  </a:lnTo>
                  <a:lnTo>
                    <a:pt x="325753" y="5889111"/>
                  </a:lnTo>
                  <a:lnTo>
                    <a:pt x="326043" y="5888487"/>
                  </a:lnTo>
                  <a:lnTo>
                    <a:pt x="326189" y="5888487"/>
                  </a:lnTo>
                  <a:lnTo>
                    <a:pt x="326625" y="5887864"/>
                  </a:lnTo>
                  <a:lnTo>
                    <a:pt x="326771" y="5887864"/>
                  </a:lnTo>
                  <a:lnTo>
                    <a:pt x="326916" y="5887864"/>
                  </a:lnTo>
                  <a:lnTo>
                    <a:pt x="327207" y="5887240"/>
                  </a:lnTo>
                  <a:lnTo>
                    <a:pt x="327498" y="5886617"/>
                  </a:lnTo>
                  <a:lnTo>
                    <a:pt x="327643" y="5886617"/>
                  </a:lnTo>
                  <a:lnTo>
                    <a:pt x="327934" y="5885993"/>
                  </a:lnTo>
                  <a:lnTo>
                    <a:pt x="328079" y="5885993"/>
                  </a:lnTo>
                  <a:lnTo>
                    <a:pt x="328370" y="5885993"/>
                  </a:lnTo>
                  <a:lnTo>
                    <a:pt x="328661" y="5885993"/>
                  </a:lnTo>
                  <a:lnTo>
                    <a:pt x="328807" y="5885993"/>
                  </a:lnTo>
                  <a:lnTo>
                    <a:pt x="328807" y="5885369"/>
                  </a:lnTo>
                  <a:lnTo>
                    <a:pt x="329097" y="5885369"/>
                  </a:lnTo>
                  <a:lnTo>
                    <a:pt x="329243" y="5885369"/>
                  </a:lnTo>
                  <a:lnTo>
                    <a:pt x="329388" y="5885369"/>
                  </a:lnTo>
                  <a:lnTo>
                    <a:pt x="329679" y="5885369"/>
                  </a:lnTo>
                  <a:lnTo>
                    <a:pt x="329825" y="5884746"/>
                  </a:lnTo>
                  <a:lnTo>
                    <a:pt x="329970" y="5884746"/>
                  </a:lnTo>
                  <a:lnTo>
                    <a:pt x="330261" y="5884122"/>
                  </a:lnTo>
                  <a:lnTo>
                    <a:pt x="330406" y="5884122"/>
                  </a:lnTo>
                  <a:lnTo>
                    <a:pt x="330697" y="5884122"/>
                  </a:lnTo>
                  <a:lnTo>
                    <a:pt x="330842" y="5884122"/>
                  </a:lnTo>
                  <a:lnTo>
                    <a:pt x="331279" y="5884122"/>
                  </a:lnTo>
                  <a:lnTo>
                    <a:pt x="331424" y="5884122"/>
                  </a:lnTo>
                  <a:lnTo>
                    <a:pt x="331570" y="5884122"/>
                  </a:lnTo>
                  <a:lnTo>
                    <a:pt x="331570" y="5883499"/>
                  </a:lnTo>
                  <a:lnTo>
                    <a:pt x="331715" y="5883499"/>
                  </a:lnTo>
                  <a:lnTo>
                    <a:pt x="332151" y="5883499"/>
                  </a:lnTo>
                  <a:lnTo>
                    <a:pt x="332442" y="5883499"/>
                  </a:lnTo>
                  <a:lnTo>
                    <a:pt x="332442" y="5882252"/>
                  </a:lnTo>
                  <a:lnTo>
                    <a:pt x="332588" y="5882252"/>
                  </a:lnTo>
                  <a:lnTo>
                    <a:pt x="332588" y="5881628"/>
                  </a:lnTo>
                  <a:lnTo>
                    <a:pt x="332588" y="5881004"/>
                  </a:lnTo>
                  <a:lnTo>
                    <a:pt x="332733" y="5881004"/>
                  </a:lnTo>
                  <a:lnTo>
                    <a:pt x="333024" y="5880381"/>
                  </a:lnTo>
                  <a:lnTo>
                    <a:pt x="333169" y="5880381"/>
                  </a:lnTo>
                  <a:lnTo>
                    <a:pt x="333460" y="5879757"/>
                  </a:lnTo>
                  <a:lnTo>
                    <a:pt x="333751" y="5879757"/>
                  </a:lnTo>
                  <a:lnTo>
                    <a:pt x="333896" y="5879757"/>
                  </a:lnTo>
                  <a:lnTo>
                    <a:pt x="334042" y="5879757"/>
                  </a:lnTo>
                  <a:lnTo>
                    <a:pt x="334187" y="5879757"/>
                  </a:lnTo>
                  <a:lnTo>
                    <a:pt x="334333" y="5879757"/>
                  </a:lnTo>
                  <a:lnTo>
                    <a:pt x="334624" y="5879757"/>
                  </a:lnTo>
                  <a:lnTo>
                    <a:pt x="334624" y="5879134"/>
                  </a:lnTo>
                  <a:lnTo>
                    <a:pt x="334769" y="5879134"/>
                  </a:lnTo>
                  <a:lnTo>
                    <a:pt x="334769" y="5878510"/>
                  </a:lnTo>
                  <a:lnTo>
                    <a:pt x="334769" y="5877886"/>
                  </a:lnTo>
                  <a:lnTo>
                    <a:pt x="334914" y="5877886"/>
                  </a:lnTo>
                  <a:lnTo>
                    <a:pt x="335060" y="5877886"/>
                  </a:lnTo>
                  <a:lnTo>
                    <a:pt x="335351" y="5877886"/>
                  </a:lnTo>
                  <a:lnTo>
                    <a:pt x="335642" y="5877263"/>
                  </a:lnTo>
                  <a:lnTo>
                    <a:pt x="335787" y="5876639"/>
                  </a:lnTo>
                  <a:lnTo>
                    <a:pt x="335932" y="5876639"/>
                  </a:lnTo>
                  <a:lnTo>
                    <a:pt x="336078" y="5876639"/>
                  </a:lnTo>
                  <a:lnTo>
                    <a:pt x="336223" y="5876639"/>
                  </a:lnTo>
                  <a:lnTo>
                    <a:pt x="336369" y="5876639"/>
                  </a:lnTo>
                  <a:lnTo>
                    <a:pt x="336514" y="5876639"/>
                  </a:lnTo>
                  <a:lnTo>
                    <a:pt x="336660" y="5876639"/>
                  </a:lnTo>
                  <a:lnTo>
                    <a:pt x="336950" y="5876639"/>
                  </a:lnTo>
                  <a:lnTo>
                    <a:pt x="337241" y="5876016"/>
                  </a:lnTo>
                  <a:lnTo>
                    <a:pt x="337387" y="5876016"/>
                  </a:lnTo>
                  <a:lnTo>
                    <a:pt x="337968" y="5876016"/>
                  </a:lnTo>
                  <a:lnTo>
                    <a:pt x="338259" y="5874769"/>
                  </a:lnTo>
                  <a:lnTo>
                    <a:pt x="338259" y="5874145"/>
                  </a:lnTo>
                  <a:lnTo>
                    <a:pt x="338405" y="5874145"/>
                  </a:lnTo>
                  <a:lnTo>
                    <a:pt x="338405" y="5873521"/>
                  </a:lnTo>
                  <a:lnTo>
                    <a:pt x="338550" y="5873521"/>
                  </a:lnTo>
                  <a:lnTo>
                    <a:pt x="338695" y="5873521"/>
                  </a:lnTo>
                  <a:lnTo>
                    <a:pt x="338986" y="5873521"/>
                  </a:lnTo>
                  <a:lnTo>
                    <a:pt x="338986" y="5872898"/>
                  </a:lnTo>
                  <a:lnTo>
                    <a:pt x="339132" y="5872898"/>
                  </a:lnTo>
                  <a:lnTo>
                    <a:pt x="339423" y="5872898"/>
                  </a:lnTo>
                  <a:lnTo>
                    <a:pt x="339423" y="5872274"/>
                  </a:lnTo>
                  <a:lnTo>
                    <a:pt x="339568" y="5872274"/>
                  </a:lnTo>
                  <a:lnTo>
                    <a:pt x="339713" y="5872274"/>
                  </a:lnTo>
                  <a:lnTo>
                    <a:pt x="339859" y="5872274"/>
                  </a:lnTo>
                  <a:lnTo>
                    <a:pt x="339859" y="5871651"/>
                  </a:lnTo>
                  <a:lnTo>
                    <a:pt x="340004" y="5871651"/>
                  </a:lnTo>
                  <a:lnTo>
                    <a:pt x="340295" y="5871651"/>
                  </a:lnTo>
                  <a:lnTo>
                    <a:pt x="340441" y="5871651"/>
                  </a:lnTo>
                  <a:lnTo>
                    <a:pt x="340586" y="5871651"/>
                  </a:lnTo>
                  <a:lnTo>
                    <a:pt x="340731" y="5871651"/>
                  </a:lnTo>
                  <a:lnTo>
                    <a:pt x="340877" y="5871651"/>
                  </a:lnTo>
                  <a:lnTo>
                    <a:pt x="340877" y="5871027"/>
                  </a:lnTo>
                  <a:lnTo>
                    <a:pt x="341022" y="5871027"/>
                  </a:lnTo>
                  <a:lnTo>
                    <a:pt x="341168" y="5871027"/>
                  </a:lnTo>
                  <a:lnTo>
                    <a:pt x="341313" y="5871027"/>
                  </a:lnTo>
                  <a:lnTo>
                    <a:pt x="341313" y="5870403"/>
                  </a:lnTo>
                  <a:lnTo>
                    <a:pt x="341459" y="5870403"/>
                  </a:lnTo>
                  <a:lnTo>
                    <a:pt x="341604" y="5870403"/>
                  </a:lnTo>
                  <a:lnTo>
                    <a:pt x="341749" y="5870403"/>
                  </a:lnTo>
                  <a:lnTo>
                    <a:pt x="341895" y="5870403"/>
                  </a:lnTo>
                  <a:lnTo>
                    <a:pt x="341895" y="5869780"/>
                  </a:lnTo>
                  <a:lnTo>
                    <a:pt x="342186" y="5869780"/>
                  </a:lnTo>
                  <a:lnTo>
                    <a:pt x="342186" y="5869156"/>
                  </a:lnTo>
                  <a:lnTo>
                    <a:pt x="342331" y="5869156"/>
                  </a:lnTo>
                  <a:lnTo>
                    <a:pt x="342331" y="5868533"/>
                  </a:lnTo>
                  <a:lnTo>
                    <a:pt x="342477" y="5868533"/>
                  </a:lnTo>
                  <a:lnTo>
                    <a:pt x="342622" y="5868533"/>
                  </a:lnTo>
                  <a:lnTo>
                    <a:pt x="342622" y="5867909"/>
                  </a:lnTo>
                  <a:lnTo>
                    <a:pt x="342622" y="5867286"/>
                  </a:lnTo>
                  <a:lnTo>
                    <a:pt x="342767" y="5867286"/>
                  </a:lnTo>
                  <a:lnTo>
                    <a:pt x="342913" y="5867286"/>
                  </a:lnTo>
                  <a:lnTo>
                    <a:pt x="343058" y="5866038"/>
                  </a:lnTo>
                  <a:lnTo>
                    <a:pt x="343204" y="5866038"/>
                  </a:lnTo>
                  <a:lnTo>
                    <a:pt x="343349" y="5866038"/>
                  </a:lnTo>
                  <a:lnTo>
                    <a:pt x="343495" y="5866038"/>
                  </a:lnTo>
                  <a:lnTo>
                    <a:pt x="343640" y="5866038"/>
                  </a:lnTo>
                  <a:lnTo>
                    <a:pt x="343785" y="5866038"/>
                  </a:lnTo>
                  <a:lnTo>
                    <a:pt x="343931" y="5866038"/>
                  </a:lnTo>
                  <a:lnTo>
                    <a:pt x="344076" y="5866038"/>
                  </a:lnTo>
                  <a:lnTo>
                    <a:pt x="344222" y="5866038"/>
                  </a:lnTo>
                  <a:lnTo>
                    <a:pt x="344658" y="5866038"/>
                  </a:lnTo>
                  <a:lnTo>
                    <a:pt x="344658" y="5865415"/>
                  </a:lnTo>
                  <a:lnTo>
                    <a:pt x="344949" y="5864791"/>
                  </a:lnTo>
                  <a:lnTo>
                    <a:pt x="345240" y="5864168"/>
                  </a:lnTo>
                  <a:lnTo>
                    <a:pt x="345385" y="5863544"/>
                  </a:lnTo>
                  <a:lnTo>
                    <a:pt x="345530" y="5863544"/>
                  </a:lnTo>
                  <a:lnTo>
                    <a:pt x="345676" y="5863544"/>
                  </a:lnTo>
                  <a:lnTo>
                    <a:pt x="345821" y="5863544"/>
                  </a:lnTo>
                  <a:lnTo>
                    <a:pt x="345967" y="5863544"/>
                  </a:lnTo>
                  <a:lnTo>
                    <a:pt x="346112" y="5863544"/>
                  </a:lnTo>
                  <a:lnTo>
                    <a:pt x="346258" y="5863544"/>
                  </a:lnTo>
                  <a:lnTo>
                    <a:pt x="346403" y="5863544"/>
                  </a:lnTo>
                  <a:lnTo>
                    <a:pt x="346694" y="5863544"/>
                  </a:lnTo>
                  <a:lnTo>
                    <a:pt x="346839" y="5863544"/>
                  </a:lnTo>
                  <a:lnTo>
                    <a:pt x="346985" y="5863544"/>
                  </a:lnTo>
                  <a:lnTo>
                    <a:pt x="346985" y="5862920"/>
                  </a:lnTo>
                  <a:lnTo>
                    <a:pt x="347130" y="5862920"/>
                  </a:lnTo>
                  <a:lnTo>
                    <a:pt x="347276" y="5862920"/>
                  </a:lnTo>
                  <a:lnTo>
                    <a:pt x="347566" y="5862297"/>
                  </a:lnTo>
                  <a:lnTo>
                    <a:pt x="347857" y="5862297"/>
                  </a:lnTo>
                  <a:lnTo>
                    <a:pt x="348003" y="5861673"/>
                  </a:lnTo>
                  <a:lnTo>
                    <a:pt x="348003" y="5861050"/>
                  </a:lnTo>
                  <a:lnTo>
                    <a:pt x="348148" y="5861050"/>
                  </a:lnTo>
                  <a:lnTo>
                    <a:pt x="348148" y="5860426"/>
                  </a:lnTo>
                  <a:lnTo>
                    <a:pt x="348294" y="5860426"/>
                  </a:lnTo>
                  <a:lnTo>
                    <a:pt x="348439" y="5860426"/>
                  </a:lnTo>
                  <a:lnTo>
                    <a:pt x="348439" y="5859803"/>
                  </a:lnTo>
                  <a:lnTo>
                    <a:pt x="348584" y="5859803"/>
                  </a:lnTo>
                  <a:lnTo>
                    <a:pt x="348730" y="5859803"/>
                  </a:lnTo>
                  <a:lnTo>
                    <a:pt x="348875" y="5859179"/>
                  </a:lnTo>
                  <a:lnTo>
                    <a:pt x="349021" y="5859179"/>
                  </a:lnTo>
                  <a:lnTo>
                    <a:pt x="349166" y="5859179"/>
                  </a:lnTo>
                  <a:lnTo>
                    <a:pt x="349312" y="5858555"/>
                  </a:lnTo>
                  <a:lnTo>
                    <a:pt x="349457" y="5858555"/>
                  </a:lnTo>
                  <a:lnTo>
                    <a:pt x="349893" y="5858555"/>
                  </a:lnTo>
                  <a:lnTo>
                    <a:pt x="350039" y="5857932"/>
                  </a:lnTo>
                  <a:lnTo>
                    <a:pt x="350039" y="5857308"/>
                  </a:lnTo>
                  <a:lnTo>
                    <a:pt x="350330" y="5857308"/>
                  </a:lnTo>
                  <a:lnTo>
                    <a:pt x="350475" y="5857308"/>
                  </a:lnTo>
                  <a:lnTo>
                    <a:pt x="350620" y="5857308"/>
                  </a:lnTo>
                  <a:lnTo>
                    <a:pt x="350766" y="5857308"/>
                  </a:lnTo>
                  <a:lnTo>
                    <a:pt x="350911" y="5857308"/>
                  </a:lnTo>
                  <a:lnTo>
                    <a:pt x="350911" y="5856685"/>
                  </a:lnTo>
                  <a:lnTo>
                    <a:pt x="351057" y="5856685"/>
                  </a:lnTo>
                  <a:lnTo>
                    <a:pt x="351202" y="5856685"/>
                  </a:lnTo>
                  <a:lnTo>
                    <a:pt x="351202" y="5856061"/>
                  </a:lnTo>
                  <a:lnTo>
                    <a:pt x="351347" y="5855437"/>
                  </a:lnTo>
                  <a:lnTo>
                    <a:pt x="351638" y="5855437"/>
                  </a:lnTo>
                  <a:lnTo>
                    <a:pt x="351929" y="5855437"/>
                  </a:lnTo>
                  <a:lnTo>
                    <a:pt x="351929" y="5854814"/>
                  </a:lnTo>
                  <a:lnTo>
                    <a:pt x="352365" y="5854814"/>
                  </a:lnTo>
                  <a:lnTo>
                    <a:pt x="352511" y="5854814"/>
                  </a:lnTo>
                  <a:lnTo>
                    <a:pt x="352511" y="5854190"/>
                  </a:lnTo>
                  <a:lnTo>
                    <a:pt x="352802" y="5854190"/>
                  </a:lnTo>
                  <a:lnTo>
                    <a:pt x="352947" y="5854190"/>
                  </a:lnTo>
                  <a:lnTo>
                    <a:pt x="353383" y="5854190"/>
                  </a:lnTo>
                  <a:lnTo>
                    <a:pt x="353529" y="5854190"/>
                  </a:lnTo>
                  <a:lnTo>
                    <a:pt x="353674" y="5853567"/>
                  </a:lnTo>
                  <a:lnTo>
                    <a:pt x="353965" y="5853567"/>
                  </a:lnTo>
                  <a:lnTo>
                    <a:pt x="353965" y="5852943"/>
                  </a:lnTo>
                  <a:lnTo>
                    <a:pt x="354111" y="5852943"/>
                  </a:lnTo>
                  <a:lnTo>
                    <a:pt x="354256" y="5851696"/>
                  </a:lnTo>
                  <a:lnTo>
                    <a:pt x="354692" y="5851696"/>
                  </a:lnTo>
                  <a:lnTo>
                    <a:pt x="354983" y="5851696"/>
                  </a:lnTo>
                  <a:lnTo>
                    <a:pt x="355129" y="5851696"/>
                  </a:lnTo>
                  <a:lnTo>
                    <a:pt x="355274" y="5851696"/>
                  </a:lnTo>
                  <a:lnTo>
                    <a:pt x="355419" y="5851072"/>
                  </a:lnTo>
                  <a:lnTo>
                    <a:pt x="355419" y="5850449"/>
                  </a:lnTo>
                  <a:lnTo>
                    <a:pt x="355856" y="5850449"/>
                  </a:lnTo>
                  <a:lnTo>
                    <a:pt x="356001" y="5850449"/>
                  </a:lnTo>
                  <a:lnTo>
                    <a:pt x="356292" y="5849825"/>
                  </a:lnTo>
                  <a:lnTo>
                    <a:pt x="356437" y="5849825"/>
                  </a:lnTo>
                  <a:lnTo>
                    <a:pt x="356583" y="5849825"/>
                  </a:lnTo>
                  <a:lnTo>
                    <a:pt x="356874" y="5849825"/>
                  </a:lnTo>
                  <a:lnTo>
                    <a:pt x="357019" y="5849202"/>
                  </a:lnTo>
                  <a:lnTo>
                    <a:pt x="357019" y="5848578"/>
                  </a:lnTo>
                  <a:lnTo>
                    <a:pt x="357019" y="5847954"/>
                  </a:lnTo>
                  <a:lnTo>
                    <a:pt x="357310" y="5847954"/>
                  </a:lnTo>
                  <a:lnTo>
                    <a:pt x="357455" y="5847954"/>
                  </a:lnTo>
                  <a:lnTo>
                    <a:pt x="357601" y="5847331"/>
                  </a:lnTo>
                  <a:lnTo>
                    <a:pt x="357746" y="5847331"/>
                  </a:lnTo>
                  <a:lnTo>
                    <a:pt x="358037" y="5846084"/>
                  </a:lnTo>
                  <a:lnTo>
                    <a:pt x="358037" y="5845460"/>
                  </a:lnTo>
                  <a:lnTo>
                    <a:pt x="358328" y="5845460"/>
                  </a:lnTo>
                  <a:lnTo>
                    <a:pt x="358473" y="5844837"/>
                  </a:lnTo>
                  <a:lnTo>
                    <a:pt x="358764" y="5844837"/>
                  </a:lnTo>
                  <a:lnTo>
                    <a:pt x="358910" y="5844213"/>
                  </a:lnTo>
                  <a:lnTo>
                    <a:pt x="358910" y="5843589"/>
                  </a:lnTo>
                  <a:lnTo>
                    <a:pt x="359055" y="5843589"/>
                  </a:lnTo>
                  <a:lnTo>
                    <a:pt x="359200" y="5843589"/>
                  </a:lnTo>
                  <a:lnTo>
                    <a:pt x="359782" y="5843589"/>
                  </a:lnTo>
                  <a:lnTo>
                    <a:pt x="359782" y="5842966"/>
                  </a:lnTo>
                  <a:lnTo>
                    <a:pt x="359928" y="5842966"/>
                  </a:lnTo>
                  <a:lnTo>
                    <a:pt x="360218" y="5842966"/>
                  </a:lnTo>
                  <a:lnTo>
                    <a:pt x="360364" y="5842966"/>
                  </a:lnTo>
                  <a:lnTo>
                    <a:pt x="360509" y="5842966"/>
                  </a:lnTo>
                  <a:lnTo>
                    <a:pt x="360800" y="5842966"/>
                  </a:lnTo>
                  <a:lnTo>
                    <a:pt x="360800" y="5842342"/>
                  </a:lnTo>
                  <a:lnTo>
                    <a:pt x="360946" y="5841095"/>
                  </a:lnTo>
                  <a:lnTo>
                    <a:pt x="360946" y="5840472"/>
                  </a:lnTo>
                  <a:lnTo>
                    <a:pt x="360946" y="5839848"/>
                  </a:lnTo>
                  <a:lnTo>
                    <a:pt x="361091" y="5839848"/>
                  </a:lnTo>
                  <a:lnTo>
                    <a:pt x="361236" y="5839848"/>
                  </a:lnTo>
                  <a:lnTo>
                    <a:pt x="361527" y="5839848"/>
                  </a:lnTo>
                  <a:lnTo>
                    <a:pt x="361673" y="5839848"/>
                  </a:lnTo>
                  <a:lnTo>
                    <a:pt x="361818" y="5838601"/>
                  </a:lnTo>
                  <a:lnTo>
                    <a:pt x="361964" y="5838601"/>
                  </a:lnTo>
                  <a:lnTo>
                    <a:pt x="362109" y="5837977"/>
                  </a:lnTo>
                  <a:lnTo>
                    <a:pt x="362109" y="5837354"/>
                  </a:lnTo>
                  <a:lnTo>
                    <a:pt x="362400" y="5837354"/>
                  </a:lnTo>
                  <a:lnTo>
                    <a:pt x="362400" y="5836730"/>
                  </a:lnTo>
                  <a:lnTo>
                    <a:pt x="362400" y="5835483"/>
                  </a:lnTo>
                  <a:lnTo>
                    <a:pt x="362691" y="5834859"/>
                  </a:lnTo>
                  <a:lnTo>
                    <a:pt x="362691" y="5833612"/>
                  </a:lnTo>
                  <a:lnTo>
                    <a:pt x="362691" y="5832989"/>
                  </a:lnTo>
                  <a:lnTo>
                    <a:pt x="362836" y="5832989"/>
                  </a:lnTo>
                  <a:lnTo>
                    <a:pt x="362982" y="5832989"/>
                  </a:lnTo>
                  <a:lnTo>
                    <a:pt x="363127" y="5832989"/>
                  </a:lnTo>
                  <a:lnTo>
                    <a:pt x="363272" y="5832989"/>
                  </a:lnTo>
                  <a:lnTo>
                    <a:pt x="363272" y="5832365"/>
                  </a:lnTo>
                  <a:lnTo>
                    <a:pt x="363418" y="5832365"/>
                  </a:lnTo>
                  <a:lnTo>
                    <a:pt x="363563" y="5832365"/>
                  </a:lnTo>
                  <a:lnTo>
                    <a:pt x="363709" y="5832365"/>
                  </a:lnTo>
                  <a:lnTo>
                    <a:pt x="364145" y="5831118"/>
                  </a:lnTo>
                  <a:lnTo>
                    <a:pt x="364436" y="5831118"/>
                  </a:lnTo>
                  <a:lnTo>
                    <a:pt x="364581" y="5831118"/>
                  </a:lnTo>
                  <a:lnTo>
                    <a:pt x="364581" y="5830494"/>
                  </a:lnTo>
                  <a:lnTo>
                    <a:pt x="364581" y="5829871"/>
                  </a:lnTo>
                  <a:lnTo>
                    <a:pt x="364727" y="5829871"/>
                  </a:lnTo>
                  <a:lnTo>
                    <a:pt x="364872" y="5829871"/>
                  </a:lnTo>
                  <a:lnTo>
                    <a:pt x="365163" y="5829871"/>
                  </a:lnTo>
                  <a:lnTo>
                    <a:pt x="365308" y="5829871"/>
                  </a:lnTo>
                  <a:lnTo>
                    <a:pt x="365890" y="5829871"/>
                  </a:lnTo>
                  <a:lnTo>
                    <a:pt x="366035" y="5829871"/>
                  </a:lnTo>
                  <a:lnTo>
                    <a:pt x="366326" y="5829247"/>
                  </a:lnTo>
                  <a:lnTo>
                    <a:pt x="366617" y="5829247"/>
                  </a:lnTo>
                  <a:lnTo>
                    <a:pt x="366763" y="5829247"/>
                  </a:lnTo>
                  <a:lnTo>
                    <a:pt x="367053" y="5829247"/>
                  </a:lnTo>
                  <a:lnTo>
                    <a:pt x="367053" y="5828623"/>
                  </a:lnTo>
                  <a:lnTo>
                    <a:pt x="367053" y="5828000"/>
                  </a:lnTo>
                  <a:lnTo>
                    <a:pt x="367199" y="5827376"/>
                  </a:lnTo>
                  <a:lnTo>
                    <a:pt x="367199" y="5826753"/>
                  </a:lnTo>
                  <a:lnTo>
                    <a:pt x="367490" y="5826129"/>
                  </a:lnTo>
                  <a:lnTo>
                    <a:pt x="367635" y="5826129"/>
                  </a:lnTo>
                  <a:lnTo>
                    <a:pt x="367781" y="5826129"/>
                  </a:lnTo>
                  <a:lnTo>
                    <a:pt x="367926" y="5826129"/>
                  </a:lnTo>
                  <a:lnTo>
                    <a:pt x="368071" y="5826129"/>
                  </a:lnTo>
                  <a:lnTo>
                    <a:pt x="368217" y="5825506"/>
                  </a:lnTo>
                  <a:lnTo>
                    <a:pt x="368217" y="5824882"/>
                  </a:lnTo>
                  <a:lnTo>
                    <a:pt x="368508" y="5824882"/>
                  </a:lnTo>
                  <a:lnTo>
                    <a:pt x="368653" y="5824882"/>
                  </a:lnTo>
                  <a:lnTo>
                    <a:pt x="368799" y="5824882"/>
                  </a:lnTo>
                  <a:lnTo>
                    <a:pt x="368944" y="5824882"/>
                  </a:lnTo>
                  <a:lnTo>
                    <a:pt x="369089" y="5824258"/>
                  </a:lnTo>
                  <a:lnTo>
                    <a:pt x="369380" y="5823635"/>
                  </a:lnTo>
                  <a:lnTo>
                    <a:pt x="369526" y="5823011"/>
                  </a:lnTo>
                  <a:lnTo>
                    <a:pt x="369962" y="5823011"/>
                  </a:lnTo>
                  <a:lnTo>
                    <a:pt x="370107" y="5822388"/>
                  </a:lnTo>
                  <a:lnTo>
                    <a:pt x="370253" y="5821764"/>
                  </a:lnTo>
                  <a:lnTo>
                    <a:pt x="370544" y="5821140"/>
                  </a:lnTo>
                  <a:lnTo>
                    <a:pt x="370689" y="5820517"/>
                  </a:lnTo>
                  <a:lnTo>
                    <a:pt x="370980" y="5820517"/>
                  </a:lnTo>
                  <a:lnTo>
                    <a:pt x="370980" y="5819893"/>
                  </a:lnTo>
                  <a:lnTo>
                    <a:pt x="371271" y="5819893"/>
                  </a:lnTo>
                  <a:lnTo>
                    <a:pt x="371707" y="5819893"/>
                  </a:lnTo>
                  <a:lnTo>
                    <a:pt x="372143" y="5819893"/>
                  </a:lnTo>
                  <a:lnTo>
                    <a:pt x="372289" y="5819893"/>
                  </a:lnTo>
                  <a:lnTo>
                    <a:pt x="372434" y="5819893"/>
                  </a:lnTo>
                  <a:lnTo>
                    <a:pt x="372580" y="5819893"/>
                  </a:lnTo>
                  <a:lnTo>
                    <a:pt x="372725" y="5819893"/>
                  </a:lnTo>
                  <a:lnTo>
                    <a:pt x="372725" y="5819270"/>
                  </a:lnTo>
                  <a:lnTo>
                    <a:pt x="372870" y="5819270"/>
                  </a:lnTo>
                  <a:lnTo>
                    <a:pt x="373161" y="5819270"/>
                  </a:lnTo>
                  <a:lnTo>
                    <a:pt x="373307" y="5819270"/>
                  </a:lnTo>
                  <a:lnTo>
                    <a:pt x="373307" y="5818646"/>
                  </a:lnTo>
                  <a:lnTo>
                    <a:pt x="373598" y="5818646"/>
                  </a:lnTo>
                  <a:lnTo>
                    <a:pt x="373743" y="5818646"/>
                  </a:lnTo>
                  <a:lnTo>
                    <a:pt x="374470" y="5818646"/>
                  </a:lnTo>
                  <a:lnTo>
                    <a:pt x="374470" y="5818023"/>
                  </a:lnTo>
                  <a:lnTo>
                    <a:pt x="374616" y="5818023"/>
                  </a:lnTo>
                  <a:lnTo>
                    <a:pt x="374616" y="5817399"/>
                  </a:lnTo>
                  <a:lnTo>
                    <a:pt x="374761" y="5816775"/>
                  </a:lnTo>
                  <a:lnTo>
                    <a:pt x="374906" y="5816152"/>
                  </a:lnTo>
                  <a:lnTo>
                    <a:pt x="375052" y="5816152"/>
                  </a:lnTo>
                  <a:lnTo>
                    <a:pt x="375197" y="5816152"/>
                  </a:lnTo>
                  <a:lnTo>
                    <a:pt x="375343" y="5816152"/>
                  </a:lnTo>
                  <a:lnTo>
                    <a:pt x="375343" y="5815528"/>
                  </a:lnTo>
                  <a:lnTo>
                    <a:pt x="375779" y="5815528"/>
                  </a:lnTo>
                  <a:lnTo>
                    <a:pt x="375924" y="5815528"/>
                  </a:lnTo>
                  <a:lnTo>
                    <a:pt x="376070" y="5815528"/>
                  </a:lnTo>
                  <a:lnTo>
                    <a:pt x="376215" y="5815528"/>
                  </a:lnTo>
                  <a:lnTo>
                    <a:pt x="376361" y="5815528"/>
                  </a:lnTo>
                  <a:lnTo>
                    <a:pt x="376506" y="5815528"/>
                  </a:lnTo>
                  <a:lnTo>
                    <a:pt x="376797" y="5815528"/>
                  </a:lnTo>
                  <a:lnTo>
                    <a:pt x="377088" y="5815528"/>
                  </a:lnTo>
                  <a:lnTo>
                    <a:pt x="377088" y="5814905"/>
                  </a:lnTo>
                  <a:lnTo>
                    <a:pt x="377233" y="5814905"/>
                  </a:lnTo>
                  <a:lnTo>
                    <a:pt x="377670" y="5814905"/>
                  </a:lnTo>
                  <a:lnTo>
                    <a:pt x="377670" y="5814281"/>
                  </a:lnTo>
                  <a:lnTo>
                    <a:pt x="377670" y="5813657"/>
                  </a:lnTo>
                  <a:lnTo>
                    <a:pt x="377815" y="5813657"/>
                  </a:lnTo>
                  <a:lnTo>
                    <a:pt x="377815" y="5813034"/>
                  </a:lnTo>
                  <a:lnTo>
                    <a:pt x="377960" y="5813034"/>
                  </a:lnTo>
                  <a:lnTo>
                    <a:pt x="378397" y="5813034"/>
                  </a:lnTo>
                  <a:lnTo>
                    <a:pt x="378687" y="5813034"/>
                  </a:lnTo>
                  <a:lnTo>
                    <a:pt x="378978" y="5813034"/>
                  </a:lnTo>
                  <a:lnTo>
                    <a:pt x="379124" y="5812410"/>
                  </a:lnTo>
                  <a:lnTo>
                    <a:pt x="379124" y="5810540"/>
                  </a:lnTo>
                  <a:lnTo>
                    <a:pt x="379269" y="5809916"/>
                  </a:lnTo>
                  <a:lnTo>
                    <a:pt x="379415" y="5809916"/>
                  </a:lnTo>
                  <a:lnTo>
                    <a:pt x="379560" y="5809916"/>
                  </a:lnTo>
                  <a:lnTo>
                    <a:pt x="380433" y="5809916"/>
                  </a:lnTo>
                  <a:lnTo>
                    <a:pt x="380723" y="5809916"/>
                  </a:lnTo>
                  <a:lnTo>
                    <a:pt x="380723" y="5809292"/>
                  </a:lnTo>
                  <a:lnTo>
                    <a:pt x="380869" y="5809292"/>
                  </a:lnTo>
                  <a:lnTo>
                    <a:pt x="381014" y="5809292"/>
                  </a:lnTo>
                  <a:lnTo>
                    <a:pt x="381160" y="5809292"/>
                  </a:lnTo>
                  <a:lnTo>
                    <a:pt x="381305" y="5809292"/>
                  </a:lnTo>
                  <a:lnTo>
                    <a:pt x="381451" y="5809292"/>
                  </a:lnTo>
                  <a:lnTo>
                    <a:pt x="381741" y="5809292"/>
                  </a:lnTo>
                  <a:lnTo>
                    <a:pt x="381887" y="5809292"/>
                  </a:lnTo>
                  <a:lnTo>
                    <a:pt x="381887" y="5808669"/>
                  </a:lnTo>
                  <a:lnTo>
                    <a:pt x="382032" y="5808669"/>
                  </a:lnTo>
                  <a:lnTo>
                    <a:pt x="382178" y="5808669"/>
                  </a:lnTo>
                  <a:lnTo>
                    <a:pt x="382614" y="5808669"/>
                  </a:lnTo>
                  <a:lnTo>
                    <a:pt x="382759" y="5808669"/>
                  </a:lnTo>
                  <a:lnTo>
                    <a:pt x="382759" y="5808045"/>
                  </a:lnTo>
                  <a:lnTo>
                    <a:pt x="382905" y="5807422"/>
                  </a:lnTo>
                  <a:lnTo>
                    <a:pt x="382905" y="5806798"/>
                  </a:lnTo>
                  <a:lnTo>
                    <a:pt x="382905" y="5806174"/>
                  </a:lnTo>
                  <a:lnTo>
                    <a:pt x="383050" y="5806174"/>
                  </a:lnTo>
                  <a:lnTo>
                    <a:pt x="383341" y="5806174"/>
                  </a:lnTo>
                  <a:lnTo>
                    <a:pt x="383487" y="5805551"/>
                  </a:lnTo>
                  <a:lnTo>
                    <a:pt x="383632" y="5805551"/>
                  </a:lnTo>
                  <a:lnTo>
                    <a:pt x="383777" y="5805551"/>
                  </a:lnTo>
                  <a:lnTo>
                    <a:pt x="383923" y="5805551"/>
                  </a:lnTo>
                  <a:lnTo>
                    <a:pt x="384214" y="5804927"/>
                  </a:lnTo>
                  <a:lnTo>
                    <a:pt x="384214" y="5804304"/>
                  </a:lnTo>
                  <a:lnTo>
                    <a:pt x="384359" y="5804304"/>
                  </a:lnTo>
                  <a:lnTo>
                    <a:pt x="384505" y="5804304"/>
                  </a:lnTo>
                  <a:lnTo>
                    <a:pt x="384650" y="5804304"/>
                  </a:lnTo>
                  <a:lnTo>
                    <a:pt x="384650" y="5803680"/>
                  </a:lnTo>
                  <a:lnTo>
                    <a:pt x="384795" y="5803680"/>
                  </a:lnTo>
                  <a:lnTo>
                    <a:pt x="384941" y="5803680"/>
                  </a:lnTo>
                  <a:lnTo>
                    <a:pt x="385232" y="5803680"/>
                  </a:lnTo>
                  <a:lnTo>
                    <a:pt x="385232" y="5803057"/>
                  </a:lnTo>
                  <a:lnTo>
                    <a:pt x="385377" y="5803057"/>
                  </a:lnTo>
                  <a:lnTo>
                    <a:pt x="385959" y="5803057"/>
                  </a:lnTo>
                  <a:lnTo>
                    <a:pt x="386104" y="5803057"/>
                  </a:lnTo>
                  <a:lnTo>
                    <a:pt x="386250" y="5803057"/>
                  </a:lnTo>
                  <a:lnTo>
                    <a:pt x="386395" y="5803057"/>
                  </a:lnTo>
                  <a:lnTo>
                    <a:pt x="386686" y="5803057"/>
                  </a:lnTo>
                  <a:lnTo>
                    <a:pt x="386831" y="5803057"/>
                  </a:lnTo>
                  <a:lnTo>
                    <a:pt x="386977" y="5803057"/>
                  </a:lnTo>
                  <a:lnTo>
                    <a:pt x="387268" y="5803057"/>
                  </a:lnTo>
                  <a:lnTo>
                    <a:pt x="387413" y="5803057"/>
                  </a:lnTo>
                  <a:lnTo>
                    <a:pt x="387413" y="5802433"/>
                  </a:lnTo>
                  <a:lnTo>
                    <a:pt x="387558" y="5802433"/>
                  </a:lnTo>
                  <a:lnTo>
                    <a:pt x="387704" y="5802433"/>
                  </a:lnTo>
                  <a:lnTo>
                    <a:pt x="387849" y="5802433"/>
                  </a:lnTo>
                  <a:lnTo>
                    <a:pt x="387849" y="5801809"/>
                  </a:lnTo>
                  <a:lnTo>
                    <a:pt x="388140" y="5801809"/>
                  </a:lnTo>
                  <a:lnTo>
                    <a:pt x="388286" y="5801809"/>
                  </a:lnTo>
                  <a:lnTo>
                    <a:pt x="388286" y="5801186"/>
                  </a:lnTo>
                  <a:lnTo>
                    <a:pt x="388431" y="5799315"/>
                  </a:lnTo>
                  <a:lnTo>
                    <a:pt x="388722" y="5799315"/>
                  </a:lnTo>
                  <a:lnTo>
                    <a:pt x="388867" y="5799315"/>
                  </a:lnTo>
                  <a:lnTo>
                    <a:pt x="389013" y="5799315"/>
                  </a:lnTo>
                  <a:lnTo>
                    <a:pt x="389158" y="5799315"/>
                  </a:lnTo>
                  <a:lnTo>
                    <a:pt x="389304" y="5799315"/>
                  </a:lnTo>
                  <a:lnTo>
                    <a:pt x="389449" y="5799315"/>
                  </a:lnTo>
                  <a:lnTo>
                    <a:pt x="389594" y="5799315"/>
                  </a:lnTo>
                  <a:lnTo>
                    <a:pt x="389740" y="5799315"/>
                  </a:lnTo>
                  <a:lnTo>
                    <a:pt x="390031" y="5799315"/>
                  </a:lnTo>
                  <a:lnTo>
                    <a:pt x="390031" y="5798691"/>
                  </a:lnTo>
                  <a:lnTo>
                    <a:pt x="390176" y="5797444"/>
                  </a:lnTo>
                  <a:lnTo>
                    <a:pt x="390176" y="5796821"/>
                  </a:lnTo>
                  <a:lnTo>
                    <a:pt x="390322" y="5796821"/>
                  </a:lnTo>
                  <a:lnTo>
                    <a:pt x="390467" y="5796821"/>
                  </a:lnTo>
                  <a:lnTo>
                    <a:pt x="390612" y="5796821"/>
                  </a:lnTo>
                  <a:lnTo>
                    <a:pt x="390758" y="5796821"/>
                  </a:lnTo>
                  <a:lnTo>
                    <a:pt x="391049" y="5796821"/>
                  </a:lnTo>
                  <a:lnTo>
                    <a:pt x="391194" y="5796821"/>
                  </a:lnTo>
                  <a:lnTo>
                    <a:pt x="391776" y="5796821"/>
                  </a:lnTo>
                  <a:lnTo>
                    <a:pt x="391921" y="5796197"/>
                  </a:lnTo>
                  <a:lnTo>
                    <a:pt x="392067" y="5796197"/>
                  </a:lnTo>
                  <a:lnTo>
                    <a:pt x="392212" y="5796197"/>
                  </a:lnTo>
                  <a:lnTo>
                    <a:pt x="392648" y="5796197"/>
                  </a:lnTo>
                  <a:lnTo>
                    <a:pt x="392939" y="5796197"/>
                  </a:lnTo>
                  <a:lnTo>
                    <a:pt x="393085" y="5796197"/>
                  </a:lnTo>
                  <a:lnTo>
                    <a:pt x="393230" y="5794950"/>
                  </a:lnTo>
                  <a:lnTo>
                    <a:pt x="393375" y="5794326"/>
                  </a:lnTo>
                  <a:lnTo>
                    <a:pt x="393521" y="5794326"/>
                  </a:lnTo>
                  <a:lnTo>
                    <a:pt x="393666" y="5794326"/>
                  </a:lnTo>
                  <a:lnTo>
                    <a:pt x="393957" y="5794326"/>
                  </a:lnTo>
                  <a:lnTo>
                    <a:pt x="394103" y="5794326"/>
                  </a:lnTo>
                  <a:lnTo>
                    <a:pt x="394393" y="5794326"/>
                  </a:lnTo>
                  <a:lnTo>
                    <a:pt x="394539" y="5793079"/>
                  </a:lnTo>
                  <a:lnTo>
                    <a:pt x="394975" y="5793079"/>
                  </a:lnTo>
                  <a:lnTo>
                    <a:pt x="395266" y="5793079"/>
                  </a:lnTo>
                  <a:lnTo>
                    <a:pt x="395557" y="5793079"/>
                  </a:lnTo>
                  <a:lnTo>
                    <a:pt x="395993" y="5792456"/>
                  </a:lnTo>
                  <a:lnTo>
                    <a:pt x="396139" y="5792456"/>
                  </a:lnTo>
                  <a:lnTo>
                    <a:pt x="396284" y="5792456"/>
                  </a:lnTo>
                  <a:lnTo>
                    <a:pt x="396429" y="5792456"/>
                  </a:lnTo>
                  <a:lnTo>
                    <a:pt x="396575" y="5792456"/>
                  </a:lnTo>
                  <a:lnTo>
                    <a:pt x="396575" y="5791208"/>
                  </a:lnTo>
                  <a:lnTo>
                    <a:pt x="396575" y="5790585"/>
                  </a:lnTo>
                  <a:lnTo>
                    <a:pt x="396720" y="5790585"/>
                  </a:lnTo>
                  <a:lnTo>
                    <a:pt x="396866" y="5790585"/>
                  </a:lnTo>
                  <a:lnTo>
                    <a:pt x="397011" y="5790585"/>
                  </a:lnTo>
                  <a:lnTo>
                    <a:pt x="397011" y="5789961"/>
                  </a:lnTo>
                  <a:lnTo>
                    <a:pt x="397302" y="5789961"/>
                  </a:lnTo>
                  <a:lnTo>
                    <a:pt x="397302" y="5789338"/>
                  </a:lnTo>
                  <a:lnTo>
                    <a:pt x="397447" y="5789338"/>
                  </a:lnTo>
                  <a:lnTo>
                    <a:pt x="397884" y="5789338"/>
                  </a:lnTo>
                  <a:lnTo>
                    <a:pt x="398029" y="5789338"/>
                  </a:lnTo>
                  <a:lnTo>
                    <a:pt x="398175" y="5788714"/>
                  </a:lnTo>
                  <a:lnTo>
                    <a:pt x="398320" y="5788091"/>
                  </a:lnTo>
                  <a:lnTo>
                    <a:pt x="398320" y="5787467"/>
                  </a:lnTo>
                  <a:lnTo>
                    <a:pt x="398465" y="5787467"/>
                  </a:lnTo>
                  <a:lnTo>
                    <a:pt x="398611" y="5787467"/>
                  </a:lnTo>
                  <a:lnTo>
                    <a:pt x="398756" y="5787467"/>
                  </a:lnTo>
                  <a:lnTo>
                    <a:pt x="398756" y="5786843"/>
                  </a:lnTo>
                  <a:lnTo>
                    <a:pt x="398902" y="5786843"/>
                  </a:lnTo>
                  <a:lnTo>
                    <a:pt x="398902" y="5785596"/>
                  </a:lnTo>
                  <a:lnTo>
                    <a:pt x="399192" y="5785596"/>
                  </a:lnTo>
                  <a:lnTo>
                    <a:pt x="399192" y="5784973"/>
                  </a:lnTo>
                  <a:lnTo>
                    <a:pt x="399483" y="5784973"/>
                  </a:lnTo>
                  <a:lnTo>
                    <a:pt x="399629" y="5784349"/>
                  </a:lnTo>
                  <a:lnTo>
                    <a:pt x="400210" y="5783726"/>
                  </a:lnTo>
                  <a:lnTo>
                    <a:pt x="400356" y="5783102"/>
                  </a:lnTo>
                  <a:lnTo>
                    <a:pt x="400647" y="5783102"/>
                  </a:lnTo>
                  <a:lnTo>
                    <a:pt x="400792" y="5783102"/>
                  </a:lnTo>
                  <a:lnTo>
                    <a:pt x="401374" y="5783102"/>
                  </a:lnTo>
                  <a:lnTo>
                    <a:pt x="401374" y="5782478"/>
                  </a:lnTo>
                  <a:lnTo>
                    <a:pt x="401810" y="5782478"/>
                  </a:lnTo>
                  <a:lnTo>
                    <a:pt x="401810" y="5781855"/>
                  </a:lnTo>
                  <a:lnTo>
                    <a:pt x="402246" y="5781855"/>
                  </a:lnTo>
                  <a:lnTo>
                    <a:pt x="402392" y="5781855"/>
                  </a:lnTo>
                  <a:lnTo>
                    <a:pt x="402537" y="5781855"/>
                  </a:lnTo>
                  <a:lnTo>
                    <a:pt x="402683" y="5781855"/>
                  </a:lnTo>
                  <a:lnTo>
                    <a:pt x="402828" y="5781855"/>
                  </a:lnTo>
                  <a:lnTo>
                    <a:pt x="403119" y="5781855"/>
                  </a:lnTo>
                  <a:lnTo>
                    <a:pt x="403264" y="5781855"/>
                  </a:lnTo>
                  <a:lnTo>
                    <a:pt x="403410" y="5781855"/>
                  </a:lnTo>
                  <a:lnTo>
                    <a:pt x="403555" y="5781855"/>
                  </a:lnTo>
                  <a:lnTo>
                    <a:pt x="403701" y="5781855"/>
                  </a:lnTo>
                  <a:lnTo>
                    <a:pt x="403846" y="5781231"/>
                  </a:lnTo>
                  <a:lnTo>
                    <a:pt x="403992" y="5780608"/>
                  </a:lnTo>
                  <a:lnTo>
                    <a:pt x="404137" y="5780608"/>
                  </a:lnTo>
                  <a:lnTo>
                    <a:pt x="404428" y="5780608"/>
                  </a:lnTo>
                  <a:lnTo>
                    <a:pt x="404573" y="5780608"/>
                  </a:lnTo>
                  <a:lnTo>
                    <a:pt x="404719" y="5780608"/>
                  </a:lnTo>
                  <a:lnTo>
                    <a:pt x="404864" y="5779360"/>
                  </a:lnTo>
                  <a:lnTo>
                    <a:pt x="404864" y="5778737"/>
                  </a:lnTo>
                  <a:lnTo>
                    <a:pt x="404864" y="5778113"/>
                  </a:lnTo>
                  <a:lnTo>
                    <a:pt x="404864" y="5777490"/>
                  </a:lnTo>
                  <a:lnTo>
                    <a:pt x="405155" y="5777490"/>
                  </a:lnTo>
                  <a:lnTo>
                    <a:pt x="405446" y="5777490"/>
                  </a:lnTo>
                  <a:lnTo>
                    <a:pt x="405446" y="5776866"/>
                  </a:lnTo>
                  <a:lnTo>
                    <a:pt x="405591" y="5776866"/>
                  </a:lnTo>
                  <a:lnTo>
                    <a:pt x="405737" y="5776243"/>
                  </a:lnTo>
                  <a:lnTo>
                    <a:pt x="405882" y="5776243"/>
                  </a:lnTo>
                  <a:lnTo>
                    <a:pt x="406027" y="5776243"/>
                  </a:lnTo>
                  <a:lnTo>
                    <a:pt x="406318" y="5776243"/>
                  </a:lnTo>
                  <a:lnTo>
                    <a:pt x="406464" y="5775619"/>
                  </a:lnTo>
                  <a:lnTo>
                    <a:pt x="406609" y="5775619"/>
                  </a:lnTo>
                  <a:lnTo>
                    <a:pt x="406900" y="5774995"/>
                  </a:lnTo>
                  <a:lnTo>
                    <a:pt x="407045" y="5774995"/>
                  </a:lnTo>
                  <a:lnTo>
                    <a:pt x="407045" y="5773748"/>
                  </a:lnTo>
                  <a:lnTo>
                    <a:pt x="407191" y="5773748"/>
                  </a:lnTo>
                  <a:lnTo>
                    <a:pt x="407336" y="5773748"/>
                  </a:lnTo>
                  <a:lnTo>
                    <a:pt x="407482" y="5773748"/>
                  </a:lnTo>
                  <a:lnTo>
                    <a:pt x="407627" y="5773748"/>
                  </a:lnTo>
                  <a:lnTo>
                    <a:pt x="407918" y="5773748"/>
                  </a:lnTo>
                  <a:lnTo>
                    <a:pt x="408063" y="5773125"/>
                  </a:lnTo>
                  <a:lnTo>
                    <a:pt x="408209" y="5773125"/>
                  </a:lnTo>
                  <a:lnTo>
                    <a:pt x="408209" y="5772501"/>
                  </a:lnTo>
                  <a:lnTo>
                    <a:pt x="408209" y="5771877"/>
                  </a:lnTo>
                  <a:lnTo>
                    <a:pt x="408645" y="5771254"/>
                  </a:lnTo>
                  <a:lnTo>
                    <a:pt x="408936" y="5771254"/>
                  </a:lnTo>
                  <a:lnTo>
                    <a:pt x="409081" y="5771254"/>
                  </a:lnTo>
                  <a:lnTo>
                    <a:pt x="409227" y="5771254"/>
                  </a:lnTo>
                  <a:lnTo>
                    <a:pt x="409518" y="5771254"/>
                  </a:lnTo>
                  <a:lnTo>
                    <a:pt x="409518" y="5770630"/>
                  </a:lnTo>
                  <a:lnTo>
                    <a:pt x="409663" y="5770630"/>
                  </a:lnTo>
                  <a:lnTo>
                    <a:pt x="409809" y="5770630"/>
                  </a:lnTo>
                  <a:lnTo>
                    <a:pt x="409954" y="5770630"/>
                  </a:lnTo>
                  <a:lnTo>
                    <a:pt x="410099" y="5770007"/>
                  </a:lnTo>
                  <a:lnTo>
                    <a:pt x="410536" y="5770007"/>
                  </a:lnTo>
                  <a:lnTo>
                    <a:pt x="410681" y="5770007"/>
                  </a:lnTo>
                  <a:lnTo>
                    <a:pt x="410827" y="5769383"/>
                  </a:lnTo>
                  <a:lnTo>
                    <a:pt x="410972" y="5768760"/>
                  </a:lnTo>
                  <a:lnTo>
                    <a:pt x="411263" y="5768136"/>
                  </a:lnTo>
                  <a:lnTo>
                    <a:pt x="411554" y="5768136"/>
                  </a:lnTo>
                  <a:lnTo>
                    <a:pt x="411699" y="5768136"/>
                  </a:lnTo>
                  <a:lnTo>
                    <a:pt x="411845" y="5767512"/>
                  </a:lnTo>
                  <a:lnTo>
                    <a:pt x="411990" y="5767512"/>
                  </a:lnTo>
                  <a:lnTo>
                    <a:pt x="412281" y="5766265"/>
                  </a:lnTo>
                  <a:lnTo>
                    <a:pt x="412426" y="5766265"/>
                  </a:lnTo>
                  <a:lnTo>
                    <a:pt x="412717" y="5765642"/>
                  </a:lnTo>
                  <a:lnTo>
                    <a:pt x="413008" y="5765642"/>
                  </a:lnTo>
                  <a:lnTo>
                    <a:pt x="413299" y="5765642"/>
                  </a:lnTo>
                  <a:lnTo>
                    <a:pt x="413444" y="5765642"/>
                  </a:lnTo>
                  <a:lnTo>
                    <a:pt x="413735" y="5765018"/>
                  </a:lnTo>
                  <a:lnTo>
                    <a:pt x="414026" y="5765018"/>
                  </a:lnTo>
                  <a:lnTo>
                    <a:pt x="414026" y="5764394"/>
                  </a:lnTo>
                  <a:lnTo>
                    <a:pt x="414026" y="5763771"/>
                  </a:lnTo>
                  <a:lnTo>
                    <a:pt x="414317" y="5763771"/>
                  </a:lnTo>
                  <a:lnTo>
                    <a:pt x="414462" y="5763147"/>
                  </a:lnTo>
                  <a:lnTo>
                    <a:pt x="414608" y="5762524"/>
                  </a:lnTo>
                  <a:lnTo>
                    <a:pt x="414753" y="5762524"/>
                  </a:lnTo>
                  <a:lnTo>
                    <a:pt x="415044" y="5762524"/>
                  </a:lnTo>
                  <a:lnTo>
                    <a:pt x="415044" y="5761900"/>
                  </a:lnTo>
                  <a:lnTo>
                    <a:pt x="415189" y="5761900"/>
                  </a:lnTo>
                  <a:lnTo>
                    <a:pt x="415335" y="5761900"/>
                  </a:lnTo>
                  <a:lnTo>
                    <a:pt x="415480" y="5761900"/>
                  </a:lnTo>
                  <a:lnTo>
                    <a:pt x="415626" y="5761900"/>
                  </a:lnTo>
                  <a:lnTo>
                    <a:pt x="415771" y="5761900"/>
                  </a:lnTo>
                  <a:lnTo>
                    <a:pt x="415916" y="5761900"/>
                  </a:lnTo>
                  <a:lnTo>
                    <a:pt x="416062" y="5761900"/>
                  </a:lnTo>
                  <a:lnTo>
                    <a:pt x="416062" y="5761277"/>
                  </a:lnTo>
                  <a:lnTo>
                    <a:pt x="416207" y="5761277"/>
                  </a:lnTo>
                  <a:lnTo>
                    <a:pt x="416353" y="5760653"/>
                  </a:lnTo>
                  <a:lnTo>
                    <a:pt x="416353" y="5760029"/>
                  </a:lnTo>
                  <a:lnTo>
                    <a:pt x="416644" y="5759406"/>
                  </a:lnTo>
                  <a:lnTo>
                    <a:pt x="416789" y="5759406"/>
                  </a:lnTo>
                  <a:lnTo>
                    <a:pt x="416789" y="5758782"/>
                  </a:lnTo>
                  <a:lnTo>
                    <a:pt x="416934" y="5758782"/>
                  </a:lnTo>
                  <a:lnTo>
                    <a:pt x="417080" y="5758159"/>
                  </a:lnTo>
                  <a:lnTo>
                    <a:pt x="417225" y="5757535"/>
                  </a:lnTo>
                  <a:lnTo>
                    <a:pt x="417225" y="5756911"/>
                  </a:lnTo>
                  <a:lnTo>
                    <a:pt x="417662" y="5756911"/>
                  </a:lnTo>
                  <a:lnTo>
                    <a:pt x="417807" y="5756911"/>
                  </a:lnTo>
                  <a:lnTo>
                    <a:pt x="418243" y="5756288"/>
                  </a:lnTo>
                  <a:lnTo>
                    <a:pt x="418243" y="5755664"/>
                  </a:lnTo>
                  <a:lnTo>
                    <a:pt x="418389" y="5753794"/>
                  </a:lnTo>
                  <a:lnTo>
                    <a:pt x="418389" y="5753170"/>
                  </a:lnTo>
                  <a:lnTo>
                    <a:pt x="418534" y="5753170"/>
                  </a:lnTo>
                  <a:lnTo>
                    <a:pt x="418679" y="5753170"/>
                  </a:lnTo>
                  <a:lnTo>
                    <a:pt x="418825" y="5752546"/>
                  </a:lnTo>
                  <a:lnTo>
                    <a:pt x="418970" y="5752546"/>
                  </a:lnTo>
                  <a:lnTo>
                    <a:pt x="419116" y="5752546"/>
                  </a:lnTo>
                  <a:lnTo>
                    <a:pt x="419261" y="5752546"/>
                  </a:lnTo>
                  <a:lnTo>
                    <a:pt x="419407" y="5752546"/>
                  </a:lnTo>
                  <a:lnTo>
                    <a:pt x="419697" y="5751923"/>
                  </a:lnTo>
                  <a:lnTo>
                    <a:pt x="419697" y="5751299"/>
                  </a:lnTo>
                  <a:lnTo>
                    <a:pt x="420134" y="5750052"/>
                  </a:lnTo>
                  <a:lnTo>
                    <a:pt x="420570" y="5750052"/>
                  </a:lnTo>
                  <a:lnTo>
                    <a:pt x="420570" y="5749428"/>
                  </a:lnTo>
                  <a:lnTo>
                    <a:pt x="420715" y="5748805"/>
                  </a:lnTo>
                  <a:lnTo>
                    <a:pt x="420861" y="5748181"/>
                  </a:lnTo>
                  <a:lnTo>
                    <a:pt x="421006" y="5748181"/>
                  </a:lnTo>
                  <a:lnTo>
                    <a:pt x="421297" y="5747558"/>
                  </a:lnTo>
                  <a:lnTo>
                    <a:pt x="421443" y="5747558"/>
                  </a:lnTo>
                  <a:lnTo>
                    <a:pt x="421733" y="5747558"/>
                  </a:lnTo>
                  <a:lnTo>
                    <a:pt x="421879" y="5747558"/>
                  </a:lnTo>
                  <a:lnTo>
                    <a:pt x="422024" y="5747558"/>
                  </a:lnTo>
                  <a:lnTo>
                    <a:pt x="422170" y="5747558"/>
                  </a:lnTo>
                  <a:lnTo>
                    <a:pt x="422315" y="5746311"/>
                  </a:lnTo>
                  <a:lnTo>
                    <a:pt x="422606" y="5746311"/>
                  </a:lnTo>
                  <a:lnTo>
                    <a:pt x="422606" y="5745687"/>
                  </a:lnTo>
                  <a:lnTo>
                    <a:pt x="422751" y="5745687"/>
                  </a:lnTo>
                  <a:lnTo>
                    <a:pt x="423042" y="5745063"/>
                  </a:lnTo>
                  <a:lnTo>
                    <a:pt x="423042" y="5744440"/>
                  </a:lnTo>
                  <a:lnTo>
                    <a:pt x="423333" y="5744440"/>
                  </a:lnTo>
                  <a:lnTo>
                    <a:pt x="423479" y="5744440"/>
                  </a:lnTo>
                  <a:lnTo>
                    <a:pt x="423624" y="5744440"/>
                  </a:lnTo>
                  <a:lnTo>
                    <a:pt x="423769" y="5744440"/>
                  </a:lnTo>
                  <a:lnTo>
                    <a:pt x="423769" y="5743816"/>
                  </a:lnTo>
                  <a:lnTo>
                    <a:pt x="423915" y="5743816"/>
                  </a:lnTo>
                  <a:lnTo>
                    <a:pt x="424060" y="5743816"/>
                  </a:lnTo>
                  <a:lnTo>
                    <a:pt x="424206" y="5743816"/>
                  </a:lnTo>
                  <a:lnTo>
                    <a:pt x="424497" y="5743816"/>
                  </a:lnTo>
                  <a:lnTo>
                    <a:pt x="424787" y="5743193"/>
                  </a:lnTo>
                  <a:lnTo>
                    <a:pt x="425514" y="5742569"/>
                  </a:lnTo>
                  <a:lnTo>
                    <a:pt x="425805" y="5741945"/>
                  </a:lnTo>
                  <a:lnTo>
                    <a:pt x="425951" y="5741322"/>
                  </a:lnTo>
                  <a:lnTo>
                    <a:pt x="425951" y="5740698"/>
                  </a:lnTo>
                  <a:lnTo>
                    <a:pt x="426096" y="5740698"/>
                  </a:lnTo>
                  <a:lnTo>
                    <a:pt x="426387" y="5740075"/>
                  </a:lnTo>
                  <a:lnTo>
                    <a:pt x="426678" y="5740075"/>
                  </a:lnTo>
                  <a:lnTo>
                    <a:pt x="426823" y="5740075"/>
                  </a:lnTo>
                  <a:lnTo>
                    <a:pt x="427114" y="5739451"/>
                  </a:lnTo>
                  <a:lnTo>
                    <a:pt x="427260" y="5739451"/>
                  </a:lnTo>
                  <a:lnTo>
                    <a:pt x="427841" y="5738828"/>
                  </a:lnTo>
                  <a:lnTo>
                    <a:pt x="427987" y="5738828"/>
                  </a:lnTo>
                  <a:lnTo>
                    <a:pt x="428568" y="5738828"/>
                  </a:lnTo>
                  <a:lnTo>
                    <a:pt x="428714" y="5738828"/>
                  </a:lnTo>
                  <a:lnTo>
                    <a:pt x="428859" y="5738828"/>
                  </a:lnTo>
                  <a:lnTo>
                    <a:pt x="428859" y="5737580"/>
                  </a:lnTo>
                  <a:lnTo>
                    <a:pt x="428859" y="5736957"/>
                  </a:lnTo>
                  <a:lnTo>
                    <a:pt x="429005" y="5736333"/>
                  </a:lnTo>
                  <a:lnTo>
                    <a:pt x="429150" y="5736333"/>
                  </a:lnTo>
                  <a:lnTo>
                    <a:pt x="429296" y="5736333"/>
                  </a:lnTo>
                  <a:lnTo>
                    <a:pt x="429441" y="5735710"/>
                  </a:lnTo>
                  <a:lnTo>
                    <a:pt x="429586" y="5735710"/>
                  </a:lnTo>
                  <a:lnTo>
                    <a:pt x="429732" y="5734463"/>
                  </a:lnTo>
                  <a:lnTo>
                    <a:pt x="429877" y="5734463"/>
                  </a:lnTo>
                  <a:lnTo>
                    <a:pt x="430023" y="5733839"/>
                  </a:lnTo>
                  <a:lnTo>
                    <a:pt x="430314" y="5733839"/>
                  </a:lnTo>
                  <a:lnTo>
                    <a:pt x="430604" y="5733839"/>
                  </a:lnTo>
                  <a:lnTo>
                    <a:pt x="431332" y="5733839"/>
                  </a:lnTo>
                  <a:lnTo>
                    <a:pt x="431477" y="5733839"/>
                  </a:lnTo>
                  <a:lnTo>
                    <a:pt x="431768" y="5733839"/>
                  </a:lnTo>
                  <a:lnTo>
                    <a:pt x="431768" y="5732592"/>
                  </a:lnTo>
                  <a:lnTo>
                    <a:pt x="432349" y="5732592"/>
                  </a:lnTo>
                  <a:lnTo>
                    <a:pt x="432640" y="5732592"/>
                  </a:lnTo>
                  <a:lnTo>
                    <a:pt x="432931" y="5731345"/>
                  </a:lnTo>
                  <a:lnTo>
                    <a:pt x="433077" y="5731345"/>
                  </a:lnTo>
                  <a:lnTo>
                    <a:pt x="433077" y="5730721"/>
                  </a:lnTo>
                  <a:lnTo>
                    <a:pt x="433658" y="5730097"/>
                  </a:lnTo>
                  <a:lnTo>
                    <a:pt x="433804" y="5730097"/>
                  </a:lnTo>
                  <a:lnTo>
                    <a:pt x="433949" y="5729474"/>
                  </a:lnTo>
                  <a:lnTo>
                    <a:pt x="433949" y="5728850"/>
                  </a:lnTo>
                  <a:lnTo>
                    <a:pt x="434095" y="5728850"/>
                  </a:lnTo>
                  <a:lnTo>
                    <a:pt x="434240" y="5728850"/>
                  </a:lnTo>
                  <a:lnTo>
                    <a:pt x="434385" y="5728850"/>
                  </a:lnTo>
                  <a:lnTo>
                    <a:pt x="435113" y="5728850"/>
                  </a:lnTo>
                  <a:lnTo>
                    <a:pt x="435258" y="5728850"/>
                  </a:lnTo>
                  <a:lnTo>
                    <a:pt x="435258" y="5728227"/>
                  </a:lnTo>
                  <a:lnTo>
                    <a:pt x="435549" y="5727603"/>
                  </a:lnTo>
                  <a:lnTo>
                    <a:pt x="435694" y="5727603"/>
                  </a:lnTo>
                  <a:lnTo>
                    <a:pt x="435840" y="5727603"/>
                  </a:lnTo>
                  <a:lnTo>
                    <a:pt x="435985" y="5727603"/>
                  </a:lnTo>
                  <a:lnTo>
                    <a:pt x="436131" y="5726980"/>
                  </a:lnTo>
                  <a:lnTo>
                    <a:pt x="436276" y="5726980"/>
                  </a:lnTo>
                  <a:lnTo>
                    <a:pt x="436567" y="5726356"/>
                  </a:lnTo>
                  <a:lnTo>
                    <a:pt x="436567" y="5725732"/>
                  </a:lnTo>
                  <a:lnTo>
                    <a:pt x="436858" y="5725732"/>
                  </a:lnTo>
                  <a:lnTo>
                    <a:pt x="437149" y="5725732"/>
                  </a:lnTo>
                  <a:lnTo>
                    <a:pt x="437294" y="5725732"/>
                  </a:lnTo>
                  <a:lnTo>
                    <a:pt x="437294" y="5725109"/>
                  </a:lnTo>
                  <a:lnTo>
                    <a:pt x="437585" y="5725109"/>
                  </a:lnTo>
                  <a:lnTo>
                    <a:pt x="437730" y="5725109"/>
                  </a:lnTo>
                  <a:lnTo>
                    <a:pt x="437876" y="5725109"/>
                  </a:lnTo>
                  <a:lnTo>
                    <a:pt x="438021" y="5725109"/>
                  </a:lnTo>
                  <a:lnTo>
                    <a:pt x="438021" y="5724485"/>
                  </a:lnTo>
                  <a:lnTo>
                    <a:pt x="438167" y="5724485"/>
                  </a:lnTo>
                  <a:lnTo>
                    <a:pt x="438312" y="5723862"/>
                  </a:lnTo>
                  <a:lnTo>
                    <a:pt x="438457" y="5723862"/>
                  </a:lnTo>
                  <a:lnTo>
                    <a:pt x="438748" y="5723862"/>
                  </a:lnTo>
                  <a:lnTo>
                    <a:pt x="438748" y="5723238"/>
                  </a:lnTo>
                  <a:lnTo>
                    <a:pt x="438894" y="5722614"/>
                  </a:lnTo>
                  <a:lnTo>
                    <a:pt x="439184" y="5721991"/>
                  </a:lnTo>
                  <a:lnTo>
                    <a:pt x="439330" y="5721991"/>
                  </a:lnTo>
                  <a:lnTo>
                    <a:pt x="439330" y="5721367"/>
                  </a:lnTo>
                  <a:lnTo>
                    <a:pt x="439475" y="5720744"/>
                  </a:lnTo>
                  <a:lnTo>
                    <a:pt x="439475" y="5719497"/>
                  </a:lnTo>
                  <a:lnTo>
                    <a:pt x="439621" y="5719497"/>
                  </a:lnTo>
                  <a:lnTo>
                    <a:pt x="439766" y="5719497"/>
                  </a:lnTo>
                  <a:lnTo>
                    <a:pt x="439766" y="5718873"/>
                  </a:lnTo>
                  <a:lnTo>
                    <a:pt x="439912" y="5718873"/>
                  </a:lnTo>
                  <a:lnTo>
                    <a:pt x="440202" y="5718873"/>
                  </a:lnTo>
                  <a:lnTo>
                    <a:pt x="440493" y="5718873"/>
                  </a:lnTo>
                  <a:lnTo>
                    <a:pt x="440639" y="5718873"/>
                  </a:lnTo>
                  <a:lnTo>
                    <a:pt x="440930" y="5718249"/>
                  </a:lnTo>
                  <a:lnTo>
                    <a:pt x="441366" y="5717626"/>
                  </a:lnTo>
                  <a:lnTo>
                    <a:pt x="441511" y="5717002"/>
                  </a:lnTo>
                  <a:lnTo>
                    <a:pt x="441657" y="5717002"/>
                  </a:lnTo>
                  <a:lnTo>
                    <a:pt x="441802" y="5717002"/>
                  </a:lnTo>
                  <a:lnTo>
                    <a:pt x="441948" y="5717002"/>
                  </a:lnTo>
                  <a:lnTo>
                    <a:pt x="442238" y="5716379"/>
                  </a:lnTo>
                  <a:lnTo>
                    <a:pt x="442384" y="5716379"/>
                  </a:lnTo>
                  <a:lnTo>
                    <a:pt x="442529" y="5716379"/>
                  </a:lnTo>
                  <a:lnTo>
                    <a:pt x="442675" y="5716379"/>
                  </a:lnTo>
                  <a:lnTo>
                    <a:pt x="442966" y="5716379"/>
                  </a:lnTo>
                  <a:lnTo>
                    <a:pt x="443111" y="5716379"/>
                  </a:lnTo>
                  <a:lnTo>
                    <a:pt x="443256" y="5716379"/>
                  </a:lnTo>
                  <a:lnTo>
                    <a:pt x="443402" y="5716379"/>
                  </a:lnTo>
                  <a:lnTo>
                    <a:pt x="443984" y="5715755"/>
                  </a:lnTo>
                  <a:lnTo>
                    <a:pt x="444129" y="5715755"/>
                  </a:lnTo>
                  <a:lnTo>
                    <a:pt x="444274" y="5715755"/>
                  </a:lnTo>
                  <a:lnTo>
                    <a:pt x="444420" y="5715755"/>
                  </a:lnTo>
                  <a:lnTo>
                    <a:pt x="444565" y="5715755"/>
                  </a:lnTo>
                  <a:lnTo>
                    <a:pt x="444565" y="5715131"/>
                  </a:lnTo>
                  <a:lnTo>
                    <a:pt x="444711" y="5715131"/>
                  </a:lnTo>
                  <a:lnTo>
                    <a:pt x="445147" y="5715131"/>
                  </a:lnTo>
                  <a:lnTo>
                    <a:pt x="445583" y="5715131"/>
                  </a:lnTo>
                  <a:lnTo>
                    <a:pt x="445729" y="5715131"/>
                  </a:lnTo>
                  <a:lnTo>
                    <a:pt x="445729" y="5714508"/>
                  </a:lnTo>
                  <a:lnTo>
                    <a:pt x="445874" y="5714508"/>
                  </a:lnTo>
                  <a:lnTo>
                    <a:pt x="446019" y="5714508"/>
                  </a:lnTo>
                  <a:lnTo>
                    <a:pt x="446165" y="5713261"/>
                  </a:lnTo>
                  <a:lnTo>
                    <a:pt x="446310" y="5713261"/>
                  </a:lnTo>
                  <a:lnTo>
                    <a:pt x="446310" y="5712637"/>
                  </a:lnTo>
                  <a:lnTo>
                    <a:pt x="446747" y="5712014"/>
                  </a:lnTo>
                  <a:lnTo>
                    <a:pt x="446892" y="5712014"/>
                  </a:lnTo>
                  <a:lnTo>
                    <a:pt x="447037" y="5712014"/>
                  </a:lnTo>
                  <a:lnTo>
                    <a:pt x="447037" y="5711390"/>
                  </a:lnTo>
                  <a:lnTo>
                    <a:pt x="447183" y="5711390"/>
                  </a:lnTo>
                  <a:lnTo>
                    <a:pt x="447328" y="5711390"/>
                  </a:lnTo>
                  <a:lnTo>
                    <a:pt x="447328" y="5710766"/>
                  </a:lnTo>
                  <a:lnTo>
                    <a:pt x="447619" y="5710766"/>
                  </a:lnTo>
                  <a:lnTo>
                    <a:pt x="447765" y="5710766"/>
                  </a:lnTo>
                  <a:lnTo>
                    <a:pt x="447910" y="5710143"/>
                  </a:lnTo>
                  <a:lnTo>
                    <a:pt x="448201" y="5710143"/>
                  </a:lnTo>
                  <a:lnTo>
                    <a:pt x="448201" y="5709519"/>
                  </a:lnTo>
                  <a:lnTo>
                    <a:pt x="448346" y="5709519"/>
                  </a:lnTo>
                  <a:lnTo>
                    <a:pt x="448783" y="5709519"/>
                  </a:lnTo>
                  <a:lnTo>
                    <a:pt x="448928" y="5709519"/>
                  </a:lnTo>
                  <a:lnTo>
                    <a:pt x="449219" y="5708896"/>
                  </a:lnTo>
                  <a:lnTo>
                    <a:pt x="449364" y="5708896"/>
                  </a:lnTo>
                  <a:lnTo>
                    <a:pt x="449655" y="5708896"/>
                  </a:lnTo>
                  <a:lnTo>
                    <a:pt x="449801" y="5708272"/>
                  </a:lnTo>
                  <a:lnTo>
                    <a:pt x="450237" y="5708272"/>
                  </a:lnTo>
                  <a:lnTo>
                    <a:pt x="450382" y="5708272"/>
                  </a:lnTo>
                  <a:lnTo>
                    <a:pt x="450673" y="5708272"/>
                  </a:lnTo>
                  <a:lnTo>
                    <a:pt x="450819" y="5707025"/>
                  </a:lnTo>
                  <a:lnTo>
                    <a:pt x="450964" y="5706401"/>
                  </a:lnTo>
                  <a:lnTo>
                    <a:pt x="451109" y="5706401"/>
                  </a:lnTo>
                  <a:lnTo>
                    <a:pt x="451255" y="5706401"/>
                  </a:lnTo>
                  <a:lnTo>
                    <a:pt x="451400" y="5706401"/>
                  </a:lnTo>
                  <a:lnTo>
                    <a:pt x="451546" y="5706401"/>
                  </a:lnTo>
                  <a:lnTo>
                    <a:pt x="451691" y="5706401"/>
                  </a:lnTo>
                  <a:lnTo>
                    <a:pt x="451837" y="5706401"/>
                  </a:lnTo>
                  <a:lnTo>
                    <a:pt x="452564" y="5706401"/>
                  </a:lnTo>
                  <a:lnTo>
                    <a:pt x="452709" y="5706401"/>
                  </a:lnTo>
                  <a:lnTo>
                    <a:pt x="452709" y="5705778"/>
                  </a:lnTo>
                  <a:lnTo>
                    <a:pt x="452854" y="5705778"/>
                  </a:lnTo>
                  <a:lnTo>
                    <a:pt x="453000" y="5705778"/>
                  </a:lnTo>
                  <a:lnTo>
                    <a:pt x="453000" y="5705154"/>
                  </a:lnTo>
                  <a:lnTo>
                    <a:pt x="453145" y="5705154"/>
                  </a:lnTo>
                  <a:lnTo>
                    <a:pt x="453291" y="5704531"/>
                  </a:lnTo>
                  <a:lnTo>
                    <a:pt x="453436" y="5704531"/>
                  </a:lnTo>
                  <a:lnTo>
                    <a:pt x="453582" y="5704531"/>
                  </a:lnTo>
                  <a:lnTo>
                    <a:pt x="453727" y="5704531"/>
                  </a:lnTo>
                  <a:lnTo>
                    <a:pt x="453872" y="5704531"/>
                  </a:lnTo>
                  <a:lnTo>
                    <a:pt x="454018" y="5704531"/>
                  </a:lnTo>
                  <a:lnTo>
                    <a:pt x="454163" y="5704531"/>
                  </a:lnTo>
                  <a:lnTo>
                    <a:pt x="454454" y="5703907"/>
                  </a:lnTo>
                  <a:lnTo>
                    <a:pt x="454600" y="5703907"/>
                  </a:lnTo>
                  <a:lnTo>
                    <a:pt x="454890" y="5703907"/>
                  </a:lnTo>
                  <a:lnTo>
                    <a:pt x="455036" y="5703907"/>
                  </a:lnTo>
                  <a:lnTo>
                    <a:pt x="455472" y="5703907"/>
                  </a:lnTo>
                  <a:lnTo>
                    <a:pt x="455763" y="5703907"/>
                  </a:lnTo>
                  <a:lnTo>
                    <a:pt x="455908" y="5703907"/>
                  </a:lnTo>
                  <a:lnTo>
                    <a:pt x="456199" y="5703907"/>
                  </a:lnTo>
                  <a:lnTo>
                    <a:pt x="456345" y="5703907"/>
                  </a:lnTo>
                  <a:lnTo>
                    <a:pt x="456781" y="5703907"/>
                  </a:lnTo>
                  <a:lnTo>
                    <a:pt x="457072" y="5703907"/>
                  </a:lnTo>
                  <a:lnTo>
                    <a:pt x="457072" y="5703283"/>
                  </a:lnTo>
                  <a:lnTo>
                    <a:pt x="457072" y="5702660"/>
                  </a:lnTo>
                  <a:lnTo>
                    <a:pt x="457508" y="5702036"/>
                  </a:lnTo>
                  <a:lnTo>
                    <a:pt x="457654" y="5702036"/>
                  </a:lnTo>
                  <a:lnTo>
                    <a:pt x="457799" y="5702036"/>
                  </a:lnTo>
                  <a:lnTo>
                    <a:pt x="457799" y="5701413"/>
                  </a:lnTo>
                  <a:lnTo>
                    <a:pt x="457944" y="5701413"/>
                  </a:lnTo>
                  <a:lnTo>
                    <a:pt x="458090" y="5700789"/>
                  </a:lnTo>
                  <a:lnTo>
                    <a:pt x="458235" y="5700789"/>
                  </a:lnTo>
                  <a:lnTo>
                    <a:pt x="458817" y="5700789"/>
                  </a:lnTo>
                  <a:lnTo>
                    <a:pt x="458962" y="5700789"/>
                  </a:lnTo>
                  <a:lnTo>
                    <a:pt x="458962" y="5700165"/>
                  </a:lnTo>
                  <a:lnTo>
                    <a:pt x="459253" y="5699542"/>
                  </a:lnTo>
                  <a:lnTo>
                    <a:pt x="459544" y="5699542"/>
                  </a:lnTo>
                  <a:lnTo>
                    <a:pt x="459835" y="5699542"/>
                  </a:lnTo>
                  <a:lnTo>
                    <a:pt x="460126" y="5699542"/>
                  </a:lnTo>
                  <a:lnTo>
                    <a:pt x="460707" y="5698918"/>
                  </a:lnTo>
                  <a:lnTo>
                    <a:pt x="460707" y="5698295"/>
                  </a:lnTo>
                  <a:lnTo>
                    <a:pt x="461144" y="5698295"/>
                  </a:lnTo>
                  <a:lnTo>
                    <a:pt x="461435" y="5698295"/>
                  </a:lnTo>
                  <a:lnTo>
                    <a:pt x="461725" y="5698295"/>
                  </a:lnTo>
                  <a:lnTo>
                    <a:pt x="461871" y="5697671"/>
                  </a:lnTo>
                  <a:lnTo>
                    <a:pt x="461871" y="5696424"/>
                  </a:lnTo>
                  <a:lnTo>
                    <a:pt x="462162" y="5695800"/>
                  </a:lnTo>
                  <a:lnTo>
                    <a:pt x="462307" y="5695800"/>
                  </a:lnTo>
                  <a:lnTo>
                    <a:pt x="462307" y="5695177"/>
                  </a:lnTo>
                  <a:lnTo>
                    <a:pt x="462598" y="5695177"/>
                  </a:lnTo>
                  <a:lnTo>
                    <a:pt x="462743" y="5695177"/>
                  </a:lnTo>
                  <a:lnTo>
                    <a:pt x="462889" y="5695177"/>
                  </a:lnTo>
                  <a:lnTo>
                    <a:pt x="463034" y="5694553"/>
                  </a:lnTo>
                  <a:lnTo>
                    <a:pt x="463034" y="5693930"/>
                  </a:lnTo>
                  <a:lnTo>
                    <a:pt x="463325" y="5692682"/>
                  </a:lnTo>
                  <a:lnTo>
                    <a:pt x="463471" y="5692059"/>
                  </a:lnTo>
                  <a:lnTo>
                    <a:pt x="463761" y="5690188"/>
                  </a:lnTo>
                  <a:lnTo>
                    <a:pt x="463907" y="5690188"/>
                  </a:lnTo>
                  <a:lnTo>
                    <a:pt x="464198" y="5690188"/>
                  </a:lnTo>
                  <a:lnTo>
                    <a:pt x="464489" y="5690188"/>
                  </a:lnTo>
                  <a:lnTo>
                    <a:pt x="464779" y="5689565"/>
                  </a:lnTo>
                  <a:lnTo>
                    <a:pt x="464925" y="5689565"/>
                  </a:lnTo>
                  <a:lnTo>
                    <a:pt x="465216" y="5689565"/>
                  </a:lnTo>
                  <a:lnTo>
                    <a:pt x="465361" y="5689565"/>
                  </a:lnTo>
                  <a:lnTo>
                    <a:pt x="465361" y="5688941"/>
                  </a:lnTo>
                  <a:lnTo>
                    <a:pt x="465652" y="5688941"/>
                  </a:lnTo>
                  <a:lnTo>
                    <a:pt x="465797" y="5688941"/>
                  </a:lnTo>
                  <a:lnTo>
                    <a:pt x="465943" y="5688941"/>
                  </a:lnTo>
                  <a:lnTo>
                    <a:pt x="466088" y="5688941"/>
                  </a:lnTo>
                  <a:lnTo>
                    <a:pt x="466524" y="5688941"/>
                  </a:lnTo>
                  <a:lnTo>
                    <a:pt x="466815" y="5688317"/>
                  </a:lnTo>
                  <a:lnTo>
                    <a:pt x="466961" y="5688317"/>
                  </a:lnTo>
                  <a:lnTo>
                    <a:pt x="467106" y="5688317"/>
                  </a:lnTo>
                  <a:lnTo>
                    <a:pt x="467397" y="5688317"/>
                  </a:lnTo>
                  <a:lnTo>
                    <a:pt x="467542" y="5687070"/>
                  </a:lnTo>
                  <a:lnTo>
                    <a:pt x="467979" y="5687070"/>
                  </a:lnTo>
                  <a:lnTo>
                    <a:pt x="468270" y="5686447"/>
                  </a:lnTo>
                  <a:lnTo>
                    <a:pt x="468560" y="5686447"/>
                  </a:lnTo>
                  <a:lnTo>
                    <a:pt x="468706" y="5686447"/>
                  </a:lnTo>
                  <a:lnTo>
                    <a:pt x="468851" y="5686447"/>
                  </a:lnTo>
                  <a:lnTo>
                    <a:pt x="469142" y="5686447"/>
                  </a:lnTo>
                  <a:lnTo>
                    <a:pt x="469288" y="5686447"/>
                  </a:lnTo>
                  <a:lnTo>
                    <a:pt x="469433" y="5686447"/>
                  </a:lnTo>
                  <a:lnTo>
                    <a:pt x="469724" y="5686447"/>
                  </a:lnTo>
                  <a:lnTo>
                    <a:pt x="470015" y="5686447"/>
                  </a:lnTo>
                  <a:lnTo>
                    <a:pt x="470451" y="5685200"/>
                  </a:lnTo>
                  <a:lnTo>
                    <a:pt x="470596" y="5685200"/>
                  </a:lnTo>
                  <a:lnTo>
                    <a:pt x="470596" y="5684576"/>
                  </a:lnTo>
                  <a:lnTo>
                    <a:pt x="470742" y="5684576"/>
                  </a:lnTo>
                  <a:lnTo>
                    <a:pt x="470887" y="5684576"/>
                  </a:lnTo>
                  <a:lnTo>
                    <a:pt x="471178" y="5684576"/>
                  </a:lnTo>
                  <a:lnTo>
                    <a:pt x="471324" y="5684576"/>
                  </a:lnTo>
                  <a:lnTo>
                    <a:pt x="471469" y="5683952"/>
                  </a:lnTo>
                  <a:lnTo>
                    <a:pt x="471760" y="5683952"/>
                  </a:lnTo>
                  <a:lnTo>
                    <a:pt x="471905" y="5683952"/>
                  </a:lnTo>
                  <a:lnTo>
                    <a:pt x="471905" y="5683329"/>
                  </a:lnTo>
                  <a:lnTo>
                    <a:pt x="472051" y="5682705"/>
                  </a:lnTo>
                  <a:lnTo>
                    <a:pt x="472196" y="5682705"/>
                  </a:lnTo>
                  <a:lnTo>
                    <a:pt x="472487" y="5682705"/>
                  </a:lnTo>
                  <a:lnTo>
                    <a:pt x="472487" y="5682082"/>
                  </a:lnTo>
                  <a:lnTo>
                    <a:pt x="472632" y="5682082"/>
                  </a:lnTo>
                  <a:lnTo>
                    <a:pt x="472778" y="5682082"/>
                  </a:lnTo>
                  <a:lnTo>
                    <a:pt x="472778" y="5681458"/>
                  </a:lnTo>
                  <a:lnTo>
                    <a:pt x="472923" y="5681458"/>
                  </a:lnTo>
                  <a:lnTo>
                    <a:pt x="473069" y="5681458"/>
                  </a:lnTo>
                  <a:lnTo>
                    <a:pt x="473214" y="5681458"/>
                  </a:lnTo>
                  <a:lnTo>
                    <a:pt x="473359" y="5681458"/>
                  </a:lnTo>
                  <a:lnTo>
                    <a:pt x="473650" y="5681458"/>
                  </a:lnTo>
                  <a:lnTo>
                    <a:pt x="473650" y="5680834"/>
                  </a:lnTo>
                  <a:lnTo>
                    <a:pt x="473796" y="5680834"/>
                  </a:lnTo>
                  <a:lnTo>
                    <a:pt x="473941" y="5680834"/>
                  </a:lnTo>
                  <a:lnTo>
                    <a:pt x="474087" y="5680211"/>
                  </a:lnTo>
                  <a:lnTo>
                    <a:pt x="474232" y="5680211"/>
                  </a:lnTo>
                  <a:lnTo>
                    <a:pt x="474523" y="5679587"/>
                  </a:lnTo>
                  <a:lnTo>
                    <a:pt x="474523" y="5678964"/>
                  </a:lnTo>
                  <a:lnTo>
                    <a:pt x="474668" y="5678964"/>
                  </a:lnTo>
                  <a:lnTo>
                    <a:pt x="475395" y="5678964"/>
                  </a:lnTo>
                  <a:lnTo>
                    <a:pt x="475541" y="5678964"/>
                  </a:lnTo>
                  <a:lnTo>
                    <a:pt x="475832" y="5678964"/>
                  </a:lnTo>
                  <a:lnTo>
                    <a:pt x="476123" y="5678964"/>
                  </a:lnTo>
                  <a:lnTo>
                    <a:pt x="476268" y="5678964"/>
                  </a:lnTo>
                  <a:lnTo>
                    <a:pt x="476268" y="5678340"/>
                  </a:lnTo>
                  <a:lnTo>
                    <a:pt x="476413" y="5678340"/>
                  </a:lnTo>
                  <a:lnTo>
                    <a:pt x="476704" y="5678340"/>
                  </a:lnTo>
                  <a:lnTo>
                    <a:pt x="476850" y="5678340"/>
                  </a:lnTo>
                  <a:lnTo>
                    <a:pt x="476995" y="5678340"/>
                  </a:lnTo>
                  <a:lnTo>
                    <a:pt x="477141" y="5678340"/>
                  </a:lnTo>
                  <a:lnTo>
                    <a:pt x="477286" y="5678340"/>
                  </a:lnTo>
                  <a:lnTo>
                    <a:pt x="477431" y="5678340"/>
                  </a:lnTo>
                  <a:lnTo>
                    <a:pt x="477722" y="5678340"/>
                  </a:lnTo>
                  <a:lnTo>
                    <a:pt x="477868" y="5678340"/>
                  </a:lnTo>
                  <a:lnTo>
                    <a:pt x="478013" y="5678340"/>
                  </a:lnTo>
                  <a:lnTo>
                    <a:pt x="478304" y="5678340"/>
                  </a:lnTo>
                  <a:lnTo>
                    <a:pt x="478304" y="5677717"/>
                  </a:lnTo>
                  <a:lnTo>
                    <a:pt x="478449" y="5677717"/>
                  </a:lnTo>
                  <a:lnTo>
                    <a:pt x="478449" y="5677093"/>
                  </a:lnTo>
                  <a:lnTo>
                    <a:pt x="478886" y="5677093"/>
                  </a:lnTo>
                  <a:lnTo>
                    <a:pt x="479031" y="5677093"/>
                  </a:lnTo>
                  <a:lnTo>
                    <a:pt x="479031" y="5676469"/>
                  </a:lnTo>
                  <a:lnTo>
                    <a:pt x="479322" y="5675846"/>
                  </a:lnTo>
                  <a:lnTo>
                    <a:pt x="479467" y="5674599"/>
                  </a:lnTo>
                  <a:lnTo>
                    <a:pt x="479613" y="5674599"/>
                  </a:lnTo>
                  <a:lnTo>
                    <a:pt x="479904" y="5673975"/>
                  </a:lnTo>
                  <a:lnTo>
                    <a:pt x="480049" y="5673975"/>
                  </a:lnTo>
                  <a:lnTo>
                    <a:pt x="480485" y="5672728"/>
                  </a:lnTo>
                  <a:lnTo>
                    <a:pt x="480631" y="5672728"/>
                  </a:lnTo>
                  <a:lnTo>
                    <a:pt x="480922" y="5672728"/>
                  </a:lnTo>
                  <a:lnTo>
                    <a:pt x="481067" y="5672728"/>
                  </a:lnTo>
                  <a:lnTo>
                    <a:pt x="481212" y="5672728"/>
                  </a:lnTo>
                  <a:lnTo>
                    <a:pt x="481358" y="5672728"/>
                  </a:lnTo>
                  <a:lnTo>
                    <a:pt x="481503" y="5672728"/>
                  </a:lnTo>
                  <a:lnTo>
                    <a:pt x="481649" y="5672728"/>
                  </a:lnTo>
                  <a:lnTo>
                    <a:pt x="481794" y="5672728"/>
                  </a:lnTo>
                  <a:lnTo>
                    <a:pt x="482085" y="5672728"/>
                  </a:lnTo>
                  <a:lnTo>
                    <a:pt x="482230" y="5672728"/>
                  </a:lnTo>
                  <a:lnTo>
                    <a:pt x="482230" y="5672104"/>
                  </a:lnTo>
                  <a:lnTo>
                    <a:pt x="482230" y="5671481"/>
                  </a:lnTo>
                  <a:lnTo>
                    <a:pt x="482376" y="5671481"/>
                  </a:lnTo>
                  <a:lnTo>
                    <a:pt x="482521" y="5671481"/>
                  </a:lnTo>
                  <a:lnTo>
                    <a:pt x="482667" y="5671481"/>
                  </a:lnTo>
                  <a:lnTo>
                    <a:pt x="482812" y="5671481"/>
                  </a:lnTo>
                  <a:lnTo>
                    <a:pt x="483103" y="5671481"/>
                  </a:lnTo>
                  <a:lnTo>
                    <a:pt x="483539" y="5671481"/>
                  </a:lnTo>
                  <a:lnTo>
                    <a:pt x="483976" y="5670857"/>
                  </a:lnTo>
                  <a:lnTo>
                    <a:pt x="484266" y="5670857"/>
                  </a:lnTo>
                  <a:lnTo>
                    <a:pt x="484557" y="5669610"/>
                  </a:lnTo>
                  <a:lnTo>
                    <a:pt x="484557" y="5668986"/>
                  </a:lnTo>
                  <a:lnTo>
                    <a:pt x="484703" y="5667739"/>
                  </a:lnTo>
                  <a:lnTo>
                    <a:pt x="485139" y="5667739"/>
                  </a:lnTo>
                  <a:lnTo>
                    <a:pt x="485284" y="5667739"/>
                  </a:lnTo>
                  <a:lnTo>
                    <a:pt x="485575" y="5667116"/>
                  </a:lnTo>
                  <a:lnTo>
                    <a:pt x="485721" y="5667116"/>
                  </a:lnTo>
                  <a:lnTo>
                    <a:pt x="485866" y="5667116"/>
                  </a:lnTo>
                  <a:lnTo>
                    <a:pt x="486012" y="5667116"/>
                  </a:lnTo>
                  <a:lnTo>
                    <a:pt x="486012" y="5666492"/>
                  </a:lnTo>
                  <a:lnTo>
                    <a:pt x="486157" y="5666492"/>
                  </a:lnTo>
                  <a:lnTo>
                    <a:pt x="487175" y="5666492"/>
                  </a:lnTo>
                  <a:lnTo>
                    <a:pt x="487611" y="5666492"/>
                  </a:lnTo>
                  <a:lnTo>
                    <a:pt x="487902" y="5666492"/>
                  </a:lnTo>
                  <a:lnTo>
                    <a:pt x="488193" y="5666492"/>
                  </a:lnTo>
                  <a:lnTo>
                    <a:pt x="488484" y="5666492"/>
                  </a:lnTo>
                  <a:lnTo>
                    <a:pt x="488484" y="5665868"/>
                  </a:lnTo>
                  <a:lnTo>
                    <a:pt x="488775" y="5665868"/>
                  </a:lnTo>
                  <a:lnTo>
                    <a:pt x="488920" y="5665868"/>
                  </a:lnTo>
                  <a:lnTo>
                    <a:pt x="489065" y="5665868"/>
                  </a:lnTo>
                  <a:lnTo>
                    <a:pt x="489211" y="5665868"/>
                  </a:lnTo>
                  <a:lnTo>
                    <a:pt x="489647" y="5665868"/>
                  </a:lnTo>
                  <a:lnTo>
                    <a:pt x="489938" y="5664621"/>
                  </a:lnTo>
                  <a:lnTo>
                    <a:pt x="490083" y="5664621"/>
                  </a:lnTo>
                  <a:lnTo>
                    <a:pt x="490229" y="5664621"/>
                  </a:lnTo>
                  <a:lnTo>
                    <a:pt x="490374" y="5664621"/>
                  </a:lnTo>
                  <a:lnTo>
                    <a:pt x="490665" y="5663998"/>
                  </a:lnTo>
                  <a:lnTo>
                    <a:pt x="490956" y="5663998"/>
                  </a:lnTo>
                  <a:lnTo>
                    <a:pt x="490956" y="5663374"/>
                  </a:lnTo>
                  <a:lnTo>
                    <a:pt x="491247" y="5663374"/>
                  </a:lnTo>
                  <a:lnTo>
                    <a:pt x="491392" y="5663374"/>
                  </a:lnTo>
                  <a:lnTo>
                    <a:pt x="491538" y="5663374"/>
                  </a:lnTo>
                  <a:lnTo>
                    <a:pt x="491683" y="5663374"/>
                  </a:lnTo>
                  <a:lnTo>
                    <a:pt x="491683" y="5662751"/>
                  </a:lnTo>
                  <a:lnTo>
                    <a:pt x="491829" y="5662127"/>
                  </a:lnTo>
                  <a:lnTo>
                    <a:pt x="491829" y="5660880"/>
                  </a:lnTo>
                  <a:lnTo>
                    <a:pt x="491974" y="5660880"/>
                  </a:lnTo>
                  <a:lnTo>
                    <a:pt x="492265" y="5660880"/>
                  </a:lnTo>
                  <a:lnTo>
                    <a:pt x="492410" y="5660880"/>
                  </a:lnTo>
                  <a:lnTo>
                    <a:pt x="492556" y="5660880"/>
                  </a:lnTo>
                  <a:lnTo>
                    <a:pt x="492992" y="5660880"/>
                  </a:lnTo>
                  <a:lnTo>
                    <a:pt x="493428" y="5660256"/>
                  </a:lnTo>
                  <a:lnTo>
                    <a:pt x="493719" y="5660256"/>
                  </a:lnTo>
                  <a:lnTo>
                    <a:pt x="494010" y="5660256"/>
                  </a:lnTo>
                  <a:lnTo>
                    <a:pt x="494446" y="5660256"/>
                  </a:lnTo>
                  <a:lnTo>
                    <a:pt x="494592" y="5660256"/>
                  </a:lnTo>
                  <a:lnTo>
                    <a:pt x="494737" y="5660256"/>
                  </a:lnTo>
                  <a:lnTo>
                    <a:pt x="494882" y="5660256"/>
                  </a:lnTo>
                  <a:lnTo>
                    <a:pt x="495173" y="5660256"/>
                  </a:lnTo>
                  <a:lnTo>
                    <a:pt x="495319" y="5660256"/>
                  </a:lnTo>
                  <a:lnTo>
                    <a:pt x="495610" y="5660256"/>
                  </a:lnTo>
                  <a:lnTo>
                    <a:pt x="495755" y="5659633"/>
                  </a:lnTo>
                  <a:lnTo>
                    <a:pt x="496191" y="5659009"/>
                  </a:lnTo>
                  <a:lnTo>
                    <a:pt x="496337" y="5659009"/>
                  </a:lnTo>
                  <a:lnTo>
                    <a:pt x="496628" y="5658385"/>
                  </a:lnTo>
                  <a:lnTo>
                    <a:pt x="496773" y="5658385"/>
                  </a:lnTo>
                  <a:lnTo>
                    <a:pt x="497064" y="5658385"/>
                  </a:lnTo>
                  <a:lnTo>
                    <a:pt x="497355" y="5658385"/>
                  </a:lnTo>
                  <a:lnTo>
                    <a:pt x="497646" y="5657138"/>
                  </a:lnTo>
                  <a:lnTo>
                    <a:pt x="498082" y="5656515"/>
                  </a:lnTo>
                  <a:lnTo>
                    <a:pt x="498227" y="5655891"/>
                  </a:lnTo>
                  <a:lnTo>
                    <a:pt x="498227" y="5655268"/>
                  </a:lnTo>
                  <a:lnTo>
                    <a:pt x="498664" y="5655268"/>
                  </a:lnTo>
                  <a:lnTo>
                    <a:pt x="499100" y="5655268"/>
                  </a:lnTo>
                  <a:lnTo>
                    <a:pt x="499536" y="5655268"/>
                  </a:lnTo>
                  <a:lnTo>
                    <a:pt x="499681" y="5654644"/>
                  </a:lnTo>
                  <a:lnTo>
                    <a:pt x="499827" y="5653397"/>
                  </a:lnTo>
                  <a:lnTo>
                    <a:pt x="499972" y="5653397"/>
                  </a:lnTo>
                  <a:lnTo>
                    <a:pt x="499972" y="5652773"/>
                  </a:lnTo>
                  <a:lnTo>
                    <a:pt x="500263" y="5652150"/>
                  </a:lnTo>
                  <a:lnTo>
                    <a:pt x="500554" y="5652150"/>
                  </a:lnTo>
                  <a:lnTo>
                    <a:pt x="500554" y="5651526"/>
                  </a:lnTo>
                  <a:lnTo>
                    <a:pt x="501136" y="5651526"/>
                  </a:lnTo>
                  <a:lnTo>
                    <a:pt x="501427" y="5651526"/>
                  </a:lnTo>
                  <a:lnTo>
                    <a:pt x="501717" y="5651526"/>
                  </a:lnTo>
                  <a:lnTo>
                    <a:pt x="501863" y="5650902"/>
                  </a:lnTo>
                  <a:lnTo>
                    <a:pt x="502154" y="5650902"/>
                  </a:lnTo>
                  <a:lnTo>
                    <a:pt x="502154" y="5650279"/>
                  </a:lnTo>
                  <a:lnTo>
                    <a:pt x="502299" y="5650279"/>
                  </a:lnTo>
                  <a:lnTo>
                    <a:pt x="502590" y="5649655"/>
                  </a:lnTo>
                  <a:lnTo>
                    <a:pt x="503172" y="5649655"/>
                  </a:lnTo>
                  <a:lnTo>
                    <a:pt x="503317" y="5649655"/>
                  </a:lnTo>
                  <a:lnTo>
                    <a:pt x="503899" y="5649655"/>
                  </a:lnTo>
                  <a:lnTo>
                    <a:pt x="504044" y="5649655"/>
                  </a:lnTo>
                  <a:lnTo>
                    <a:pt x="504190" y="5649655"/>
                  </a:lnTo>
                  <a:lnTo>
                    <a:pt x="504481" y="5649032"/>
                  </a:lnTo>
                  <a:lnTo>
                    <a:pt x="504626" y="5649032"/>
                  </a:lnTo>
                  <a:lnTo>
                    <a:pt x="504917" y="5649032"/>
                  </a:lnTo>
                  <a:lnTo>
                    <a:pt x="505208" y="5649032"/>
                  </a:lnTo>
                  <a:lnTo>
                    <a:pt x="506371" y="5649032"/>
                  </a:lnTo>
                  <a:lnTo>
                    <a:pt x="506516" y="5649032"/>
                  </a:lnTo>
                  <a:lnTo>
                    <a:pt x="506516" y="5647161"/>
                  </a:lnTo>
                  <a:lnTo>
                    <a:pt x="506516" y="5646537"/>
                  </a:lnTo>
                  <a:lnTo>
                    <a:pt x="506662" y="5646537"/>
                  </a:lnTo>
                  <a:lnTo>
                    <a:pt x="506807" y="5646537"/>
                  </a:lnTo>
                  <a:lnTo>
                    <a:pt x="506807" y="5645914"/>
                  </a:lnTo>
                  <a:lnTo>
                    <a:pt x="506953" y="5645914"/>
                  </a:lnTo>
                  <a:lnTo>
                    <a:pt x="507244" y="5645914"/>
                  </a:lnTo>
                  <a:lnTo>
                    <a:pt x="507534" y="5645914"/>
                  </a:lnTo>
                  <a:lnTo>
                    <a:pt x="507971" y="5645914"/>
                  </a:lnTo>
                  <a:lnTo>
                    <a:pt x="508116" y="5645914"/>
                  </a:lnTo>
                  <a:lnTo>
                    <a:pt x="508407" y="5645290"/>
                  </a:lnTo>
                  <a:lnTo>
                    <a:pt x="508843" y="5645290"/>
                  </a:lnTo>
                  <a:lnTo>
                    <a:pt x="508989" y="5644667"/>
                  </a:lnTo>
                  <a:lnTo>
                    <a:pt x="509425" y="5644043"/>
                  </a:lnTo>
                  <a:lnTo>
                    <a:pt x="509716" y="5643419"/>
                  </a:lnTo>
                  <a:lnTo>
                    <a:pt x="509861" y="5643419"/>
                  </a:lnTo>
                  <a:lnTo>
                    <a:pt x="509861" y="5642796"/>
                  </a:lnTo>
                  <a:lnTo>
                    <a:pt x="510007" y="5642796"/>
                  </a:lnTo>
                  <a:lnTo>
                    <a:pt x="510443" y="5642796"/>
                  </a:lnTo>
                  <a:lnTo>
                    <a:pt x="510588" y="5642796"/>
                  </a:lnTo>
                  <a:lnTo>
                    <a:pt x="510734" y="5642796"/>
                  </a:lnTo>
                  <a:lnTo>
                    <a:pt x="510879" y="5642796"/>
                  </a:lnTo>
                  <a:lnTo>
                    <a:pt x="511025" y="5642796"/>
                  </a:lnTo>
                  <a:lnTo>
                    <a:pt x="511606" y="5642796"/>
                  </a:lnTo>
                  <a:lnTo>
                    <a:pt x="511752" y="5642796"/>
                  </a:lnTo>
                  <a:lnTo>
                    <a:pt x="512043" y="5642796"/>
                  </a:lnTo>
                  <a:lnTo>
                    <a:pt x="512188" y="5642796"/>
                  </a:lnTo>
                  <a:lnTo>
                    <a:pt x="512334" y="5642172"/>
                  </a:lnTo>
                  <a:lnTo>
                    <a:pt x="512479" y="5642172"/>
                  </a:lnTo>
                  <a:lnTo>
                    <a:pt x="513206" y="5641549"/>
                  </a:lnTo>
                  <a:lnTo>
                    <a:pt x="513933" y="5641549"/>
                  </a:lnTo>
                  <a:lnTo>
                    <a:pt x="514079" y="5641549"/>
                  </a:lnTo>
                  <a:lnTo>
                    <a:pt x="514224" y="5641549"/>
                  </a:lnTo>
                  <a:lnTo>
                    <a:pt x="514369" y="5640925"/>
                  </a:lnTo>
                  <a:lnTo>
                    <a:pt x="515097" y="5640925"/>
                  </a:lnTo>
                  <a:lnTo>
                    <a:pt x="515387" y="5640925"/>
                  </a:lnTo>
                  <a:lnTo>
                    <a:pt x="515387" y="5640302"/>
                  </a:lnTo>
                  <a:lnTo>
                    <a:pt x="515533" y="5639678"/>
                  </a:lnTo>
                  <a:lnTo>
                    <a:pt x="515533" y="5639054"/>
                  </a:lnTo>
                  <a:lnTo>
                    <a:pt x="515678" y="5638431"/>
                  </a:lnTo>
                  <a:lnTo>
                    <a:pt x="515824" y="5638431"/>
                  </a:lnTo>
                  <a:lnTo>
                    <a:pt x="515969" y="5637807"/>
                  </a:lnTo>
                  <a:lnTo>
                    <a:pt x="516115" y="5637184"/>
                  </a:lnTo>
                  <a:lnTo>
                    <a:pt x="516405" y="5636560"/>
                  </a:lnTo>
                  <a:lnTo>
                    <a:pt x="516405" y="5635936"/>
                  </a:lnTo>
                  <a:lnTo>
                    <a:pt x="516696" y="5635936"/>
                  </a:lnTo>
                  <a:lnTo>
                    <a:pt x="516842" y="5635936"/>
                  </a:lnTo>
                  <a:lnTo>
                    <a:pt x="517569" y="5635313"/>
                  </a:lnTo>
                  <a:lnTo>
                    <a:pt x="517714" y="5635313"/>
                  </a:lnTo>
                  <a:lnTo>
                    <a:pt x="518151" y="5635313"/>
                  </a:lnTo>
                  <a:lnTo>
                    <a:pt x="518151" y="5634689"/>
                  </a:lnTo>
                  <a:lnTo>
                    <a:pt x="518151" y="5634066"/>
                  </a:lnTo>
                  <a:lnTo>
                    <a:pt x="518151" y="5633442"/>
                  </a:lnTo>
                  <a:lnTo>
                    <a:pt x="518296" y="5633442"/>
                  </a:lnTo>
                  <a:lnTo>
                    <a:pt x="518441" y="5633442"/>
                  </a:lnTo>
                  <a:lnTo>
                    <a:pt x="518587" y="5633442"/>
                  </a:lnTo>
                  <a:lnTo>
                    <a:pt x="518732" y="5632819"/>
                  </a:lnTo>
                  <a:lnTo>
                    <a:pt x="518732" y="5632195"/>
                  </a:lnTo>
                  <a:lnTo>
                    <a:pt x="519314" y="5632195"/>
                  </a:lnTo>
                  <a:lnTo>
                    <a:pt x="519314" y="5631571"/>
                  </a:lnTo>
                  <a:lnTo>
                    <a:pt x="519750" y="5631571"/>
                  </a:lnTo>
                  <a:lnTo>
                    <a:pt x="519896" y="5631571"/>
                  </a:lnTo>
                  <a:lnTo>
                    <a:pt x="520041" y="5631571"/>
                  </a:lnTo>
                  <a:lnTo>
                    <a:pt x="520186" y="5631571"/>
                  </a:lnTo>
                  <a:lnTo>
                    <a:pt x="520332" y="5631571"/>
                  </a:lnTo>
                  <a:lnTo>
                    <a:pt x="520477" y="5630948"/>
                  </a:lnTo>
                  <a:lnTo>
                    <a:pt x="520477" y="5630324"/>
                  </a:lnTo>
                  <a:lnTo>
                    <a:pt x="521059" y="5630324"/>
                  </a:lnTo>
                  <a:lnTo>
                    <a:pt x="521059" y="5629701"/>
                  </a:lnTo>
                  <a:lnTo>
                    <a:pt x="521204" y="5629701"/>
                  </a:lnTo>
                  <a:lnTo>
                    <a:pt x="521350" y="5629701"/>
                  </a:lnTo>
                  <a:lnTo>
                    <a:pt x="521495" y="5629701"/>
                  </a:lnTo>
                  <a:lnTo>
                    <a:pt x="521641" y="5629701"/>
                  </a:lnTo>
                  <a:lnTo>
                    <a:pt x="521786" y="5629701"/>
                  </a:lnTo>
                  <a:lnTo>
                    <a:pt x="522077" y="5629701"/>
                  </a:lnTo>
                  <a:lnTo>
                    <a:pt x="522222" y="5627830"/>
                  </a:lnTo>
                  <a:lnTo>
                    <a:pt x="522804" y="5627830"/>
                  </a:lnTo>
                  <a:lnTo>
                    <a:pt x="523095" y="5627830"/>
                  </a:lnTo>
                  <a:lnTo>
                    <a:pt x="523240" y="5627830"/>
                  </a:lnTo>
                  <a:lnTo>
                    <a:pt x="523386" y="5627830"/>
                  </a:lnTo>
                  <a:lnTo>
                    <a:pt x="523386" y="5627206"/>
                  </a:lnTo>
                  <a:lnTo>
                    <a:pt x="523531" y="5627206"/>
                  </a:lnTo>
                  <a:lnTo>
                    <a:pt x="523531" y="5626583"/>
                  </a:lnTo>
                  <a:lnTo>
                    <a:pt x="523822" y="5626583"/>
                  </a:lnTo>
                  <a:lnTo>
                    <a:pt x="524113" y="5626583"/>
                  </a:lnTo>
                  <a:lnTo>
                    <a:pt x="524840" y="5625336"/>
                  </a:lnTo>
                  <a:lnTo>
                    <a:pt x="524840" y="5624712"/>
                  </a:lnTo>
                  <a:lnTo>
                    <a:pt x="524986" y="5624712"/>
                  </a:lnTo>
                  <a:lnTo>
                    <a:pt x="525276" y="5624712"/>
                  </a:lnTo>
                  <a:lnTo>
                    <a:pt x="525567" y="5624712"/>
                  </a:lnTo>
                  <a:lnTo>
                    <a:pt x="525713" y="5624712"/>
                  </a:lnTo>
                  <a:lnTo>
                    <a:pt x="526149" y="5624712"/>
                  </a:lnTo>
                  <a:lnTo>
                    <a:pt x="526731" y="5624712"/>
                  </a:lnTo>
                  <a:lnTo>
                    <a:pt x="526876" y="5624712"/>
                  </a:lnTo>
                  <a:lnTo>
                    <a:pt x="527167" y="5624712"/>
                  </a:lnTo>
                  <a:lnTo>
                    <a:pt x="527312" y="5624088"/>
                  </a:lnTo>
                  <a:lnTo>
                    <a:pt x="527603" y="5624088"/>
                  </a:lnTo>
                  <a:lnTo>
                    <a:pt x="527603" y="5623465"/>
                  </a:lnTo>
                  <a:lnTo>
                    <a:pt x="527603" y="5622841"/>
                  </a:lnTo>
                  <a:lnTo>
                    <a:pt x="527749" y="5622841"/>
                  </a:lnTo>
                  <a:lnTo>
                    <a:pt x="527894" y="5622841"/>
                  </a:lnTo>
                  <a:lnTo>
                    <a:pt x="528039" y="5622218"/>
                  </a:lnTo>
                  <a:lnTo>
                    <a:pt x="528476" y="5622218"/>
                  </a:lnTo>
                  <a:lnTo>
                    <a:pt x="528767" y="5621594"/>
                  </a:lnTo>
                  <a:lnTo>
                    <a:pt x="528912" y="5621594"/>
                  </a:lnTo>
                  <a:lnTo>
                    <a:pt x="529057" y="5620971"/>
                  </a:lnTo>
                  <a:lnTo>
                    <a:pt x="529203" y="5620971"/>
                  </a:lnTo>
                  <a:lnTo>
                    <a:pt x="529203" y="5620347"/>
                  </a:lnTo>
                  <a:lnTo>
                    <a:pt x="529494" y="5620347"/>
                  </a:lnTo>
                  <a:lnTo>
                    <a:pt x="529639" y="5620347"/>
                  </a:lnTo>
                  <a:lnTo>
                    <a:pt x="529930" y="5620347"/>
                  </a:lnTo>
                  <a:lnTo>
                    <a:pt x="530075" y="5620347"/>
                  </a:lnTo>
                  <a:lnTo>
                    <a:pt x="530221" y="5619723"/>
                  </a:lnTo>
                  <a:lnTo>
                    <a:pt x="530366" y="5619100"/>
                  </a:lnTo>
                  <a:lnTo>
                    <a:pt x="530512" y="5618476"/>
                  </a:lnTo>
                  <a:lnTo>
                    <a:pt x="530657" y="5618476"/>
                  </a:lnTo>
                  <a:lnTo>
                    <a:pt x="530803" y="5618476"/>
                  </a:lnTo>
                  <a:lnTo>
                    <a:pt x="530948" y="5617229"/>
                  </a:lnTo>
                  <a:lnTo>
                    <a:pt x="531093" y="5617229"/>
                  </a:lnTo>
                  <a:lnTo>
                    <a:pt x="531384" y="5617229"/>
                  </a:lnTo>
                  <a:lnTo>
                    <a:pt x="531530" y="5617229"/>
                  </a:lnTo>
                  <a:lnTo>
                    <a:pt x="531966" y="5616605"/>
                  </a:lnTo>
                  <a:lnTo>
                    <a:pt x="532111" y="5615982"/>
                  </a:lnTo>
                  <a:lnTo>
                    <a:pt x="532402" y="5615982"/>
                  </a:lnTo>
                  <a:lnTo>
                    <a:pt x="532548" y="5615982"/>
                  </a:lnTo>
                  <a:lnTo>
                    <a:pt x="532839" y="5615358"/>
                  </a:lnTo>
                  <a:lnTo>
                    <a:pt x="532839" y="5614111"/>
                  </a:lnTo>
                  <a:lnTo>
                    <a:pt x="532984" y="5614111"/>
                  </a:lnTo>
                  <a:lnTo>
                    <a:pt x="533129" y="5614111"/>
                  </a:lnTo>
                  <a:lnTo>
                    <a:pt x="533129" y="5613488"/>
                  </a:lnTo>
                  <a:lnTo>
                    <a:pt x="533420" y="5613488"/>
                  </a:lnTo>
                  <a:lnTo>
                    <a:pt x="533566" y="5613488"/>
                  </a:lnTo>
                  <a:lnTo>
                    <a:pt x="533711" y="5613488"/>
                  </a:lnTo>
                  <a:lnTo>
                    <a:pt x="534002" y="5613488"/>
                  </a:lnTo>
                  <a:lnTo>
                    <a:pt x="534147" y="5612864"/>
                  </a:lnTo>
                  <a:lnTo>
                    <a:pt x="534293" y="5612864"/>
                  </a:lnTo>
                  <a:lnTo>
                    <a:pt x="534438" y="5612864"/>
                  </a:lnTo>
                  <a:lnTo>
                    <a:pt x="534874" y="5612240"/>
                  </a:lnTo>
                  <a:lnTo>
                    <a:pt x="535456" y="5612240"/>
                  </a:lnTo>
                  <a:lnTo>
                    <a:pt x="535602" y="5612240"/>
                  </a:lnTo>
                  <a:lnTo>
                    <a:pt x="535747" y="5612240"/>
                  </a:lnTo>
                  <a:lnTo>
                    <a:pt x="536329" y="5610993"/>
                  </a:lnTo>
                  <a:lnTo>
                    <a:pt x="536329" y="5610370"/>
                  </a:lnTo>
                  <a:lnTo>
                    <a:pt x="536474" y="5609746"/>
                  </a:lnTo>
                  <a:lnTo>
                    <a:pt x="537201" y="5608499"/>
                  </a:lnTo>
                  <a:lnTo>
                    <a:pt x="537347" y="5608499"/>
                  </a:lnTo>
                  <a:lnTo>
                    <a:pt x="537492" y="5608499"/>
                  </a:lnTo>
                  <a:lnTo>
                    <a:pt x="537638" y="5607875"/>
                  </a:lnTo>
                  <a:lnTo>
                    <a:pt x="537638" y="5607252"/>
                  </a:lnTo>
                  <a:lnTo>
                    <a:pt x="537783" y="5607252"/>
                  </a:lnTo>
                  <a:lnTo>
                    <a:pt x="538656" y="5606628"/>
                  </a:lnTo>
                  <a:lnTo>
                    <a:pt x="538656" y="5606005"/>
                  </a:lnTo>
                  <a:lnTo>
                    <a:pt x="538801" y="5606005"/>
                  </a:lnTo>
                  <a:lnTo>
                    <a:pt x="538801" y="5605381"/>
                  </a:lnTo>
                  <a:lnTo>
                    <a:pt x="538946" y="5605381"/>
                  </a:lnTo>
                  <a:lnTo>
                    <a:pt x="539092" y="5605381"/>
                  </a:lnTo>
                  <a:lnTo>
                    <a:pt x="539964" y="5604134"/>
                  </a:lnTo>
                  <a:lnTo>
                    <a:pt x="540255" y="5604134"/>
                  </a:lnTo>
                  <a:lnTo>
                    <a:pt x="540546" y="5603510"/>
                  </a:lnTo>
                  <a:lnTo>
                    <a:pt x="540546" y="5602887"/>
                  </a:lnTo>
                  <a:lnTo>
                    <a:pt x="541128" y="5602887"/>
                  </a:lnTo>
                  <a:lnTo>
                    <a:pt x="541419" y="5602887"/>
                  </a:lnTo>
                  <a:lnTo>
                    <a:pt x="541564" y="5602887"/>
                  </a:lnTo>
                  <a:lnTo>
                    <a:pt x="541709" y="5602263"/>
                  </a:lnTo>
                  <a:lnTo>
                    <a:pt x="542000" y="5602263"/>
                  </a:lnTo>
                  <a:lnTo>
                    <a:pt x="542146" y="5602263"/>
                  </a:lnTo>
                  <a:lnTo>
                    <a:pt x="542291" y="5602263"/>
                  </a:lnTo>
                  <a:lnTo>
                    <a:pt x="542727" y="5601639"/>
                  </a:lnTo>
                  <a:lnTo>
                    <a:pt x="542873" y="5601639"/>
                  </a:lnTo>
                  <a:lnTo>
                    <a:pt x="543018" y="5601639"/>
                  </a:lnTo>
                  <a:lnTo>
                    <a:pt x="543164" y="5601016"/>
                  </a:lnTo>
                  <a:lnTo>
                    <a:pt x="543455" y="5601016"/>
                  </a:lnTo>
                  <a:lnTo>
                    <a:pt x="543600" y="5601016"/>
                  </a:lnTo>
                  <a:lnTo>
                    <a:pt x="543745" y="5601016"/>
                  </a:lnTo>
                  <a:lnTo>
                    <a:pt x="544182" y="5601016"/>
                  </a:lnTo>
                  <a:lnTo>
                    <a:pt x="544327" y="5601016"/>
                  </a:lnTo>
                  <a:lnTo>
                    <a:pt x="544473" y="5601016"/>
                  </a:lnTo>
                  <a:lnTo>
                    <a:pt x="544618" y="5601016"/>
                  </a:lnTo>
                  <a:lnTo>
                    <a:pt x="544763" y="5601016"/>
                  </a:lnTo>
                  <a:lnTo>
                    <a:pt x="545054" y="5601016"/>
                  </a:lnTo>
                  <a:lnTo>
                    <a:pt x="545200" y="5601016"/>
                  </a:lnTo>
                  <a:lnTo>
                    <a:pt x="545781" y="5601016"/>
                  </a:lnTo>
                  <a:lnTo>
                    <a:pt x="546072" y="5600392"/>
                  </a:lnTo>
                  <a:lnTo>
                    <a:pt x="546072" y="5599769"/>
                  </a:lnTo>
                  <a:lnTo>
                    <a:pt x="546072" y="5599145"/>
                  </a:lnTo>
                  <a:lnTo>
                    <a:pt x="546218" y="5598522"/>
                  </a:lnTo>
                  <a:lnTo>
                    <a:pt x="546363" y="5598522"/>
                  </a:lnTo>
                  <a:lnTo>
                    <a:pt x="546509" y="5597898"/>
                  </a:lnTo>
                  <a:lnTo>
                    <a:pt x="546654" y="5597898"/>
                  </a:lnTo>
                  <a:lnTo>
                    <a:pt x="547236" y="5597898"/>
                  </a:lnTo>
                  <a:lnTo>
                    <a:pt x="547381" y="5597274"/>
                  </a:lnTo>
                  <a:lnTo>
                    <a:pt x="547817" y="5597274"/>
                  </a:lnTo>
                  <a:lnTo>
                    <a:pt x="547963" y="5597274"/>
                  </a:lnTo>
                  <a:lnTo>
                    <a:pt x="548399" y="5597274"/>
                  </a:lnTo>
                  <a:lnTo>
                    <a:pt x="548544" y="5597274"/>
                  </a:lnTo>
                  <a:lnTo>
                    <a:pt x="548690" y="5597274"/>
                  </a:lnTo>
                  <a:lnTo>
                    <a:pt x="548835" y="5597274"/>
                  </a:lnTo>
                  <a:lnTo>
                    <a:pt x="548835" y="5596651"/>
                  </a:lnTo>
                  <a:lnTo>
                    <a:pt x="548981" y="5596027"/>
                  </a:lnTo>
                  <a:lnTo>
                    <a:pt x="548981" y="5595404"/>
                  </a:lnTo>
                  <a:lnTo>
                    <a:pt x="548981" y="5594780"/>
                  </a:lnTo>
                  <a:lnTo>
                    <a:pt x="549126" y="5594780"/>
                  </a:lnTo>
                  <a:lnTo>
                    <a:pt x="549272" y="5594156"/>
                  </a:lnTo>
                  <a:lnTo>
                    <a:pt x="549562" y="5594156"/>
                  </a:lnTo>
                  <a:lnTo>
                    <a:pt x="549708" y="5593533"/>
                  </a:lnTo>
                  <a:lnTo>
                    <a:pt x="549999" y="5592909"/>
                  </a:lnTo>
                  <a:lnTo>
                    <a:pt x="550580" y="5592286"/>
                  </a:lnTo>
                  <a:lnTo>
                    <a:pt x="550871" y="5591662"/>
                  </a:lnTo>
                  <a:lnTo>
                    <a:pt x="551308" y="5591662"/>
                  </a:lnTo>
                  <a:lnTo>
                    <a:pt x="551598" y="5591662"/>
                  </a:lnTo>
                  <a:lnTo>
                    <a:pt x="552035" y="5591662"/>
                  </a:lnTo>
                  <a:lnTo>
                    <a:pt x="552326" y="5591662"/>
                  </a:lnTo>
                  <a:lnTo>
                    <a:pt x="552471" y="5591662"/>
                  </a:lnTo>
                  <a:lnTo>
                    <a:pt x="552471" y="5591039"/>
                  </a:lnTo>
                  <a:lnTo>
                    <a:pt x="552471" y="5590415"/>
                  </a:lnTo>
                  <a:lnTo>
                    <a:pt x="552907" y="5590415"/>
                  </a:lnTo>
                  <a:lnTo>
                    <a:pt x="553053" y="5590415"/>
                  </a:lnTo>
                  <a:lnTo>
                    <a:pt x="553198" y="5590415"/>
                  </a:lnTo>
                  <a:lnTo>
                    <a:pt x="553780" y="5590415"/>
                  </a:lnTo>
                  <a:lnTo>
                    <a:pt x="553925" y="5590415"/>
                  </a:lnTo>
                  <a:lnTo>
                    <a:pt x="553925" y="5589791"/>
                  </a:lnTo>
                  <a:lnTo>
                    <a:pt x="553925" y="5589168"/>
                  </a:lnTo>
                  <a:lnTo>
                    <a:pt x="554361" y="5588544"/>
                  </a:lnTo>
                  <a:lnTo>
                    <a:pt x="555089" y="5588544"/>
                  </a:lnTo>
                  <a:lnTo>
                    <a:pt x="555234" y="5588544"/>
                  </a:lnTo>
                  <a:lnTo>
                    <a:pt x="555234" y="5587921"/>
                  </a:lnTo>
                  <a:lnTo>
                    <a:pt x="555816" y="5587921"/>
                  </a:lnTo>
                  <a:lnTo>
                    <a:pt x="556252" y="5587921"/>
                  </a:lnTo>
                  <a:lnTo>
                    <a:pt x="556397" y="5587921"/>
                  </a:lnTo>
                  <a:lnTo>
                    <a:pt x="556688" y="5587921"/>
                  </a:lnTo>
                  <a:lnTo>
                    <a:pt x="556834" y="5587921"/>
                  </a:lnTo>
                  <a:lnTo>
                    <a:pt x="557125" y="5587297"/>
                  </a:lnTo>
                  <a:lnTo>
                    <a:pt x="557270" y="5587297"/>
                  </a:lnTo>
                  <a:lnTo>
                    <a:pt x="557561" y="5586673"/>
                  </a:lnTo>
                  <a:lnTo>
                    <a:pt x="557852" y="5586673"/>
                  </a:lnTo>
                  <a:lnTo>
                    <a:pt x="557997" y="5586673"/>
                  </a:lnTo>
                  <a:lnTo>
                    <a:pt x="558143" y="5586673"/>
                  </a:lnTo>
                  <a:lnTo>
                    <a:pt x="559161" y="5586673"/>
                  </a:lnTo>
                  <a:lnTo>
                    <a:pt x="559161" y="5586050"/>
                  </a:lnTo>
                  <a:lnTo>
                    <a:pt x="559306" y="5586050"/>
                  </a:lnTo>
                  <a:lnTo>
                    <a:pt x="559451" y="5585426"/>
                  </a:lnTo>
                  <a:lnTo>
                    <a:pt x="559742" y="5585426"/>
                  </a:lnTo>
                  <a:lnTo>
                    <a:pt x="560033" y="5584803"/>
                  </a:lnTo>
                  <a:lnTo>
                    <a:pt x="560179" y="5584803"/>
                  </a:lnTo>
                  <a:lnTo>
                    <a:pt x="560324" y="5584803"/>
                  </a:lnTo>
                  <a:lnTo>
                    <a:pt x="560469" y="5584803"/>
                  </a:lnTo>
                  <a:lnTo>
                    <a:pt x="561051" y="5584803"/>
                  </a:lnTo>
                  <a:lnTo>
                    <a:pt x="561051" y="5584179"/>
                  </a:lnTo>
                  <a:lnTo>
                    <a:pt x="561196" y="5583556"/>
                  </a:lnTo>
                  <a:lnTo>
                    <a:pt x="561487" y="5583556"/>
                  </a:lnTo>
                  <a:lnTo>
                    <a:pt x="561633" y="5583556"/>
                  </a:lnTo>
                  <a:lnTo>
                    <a:pt x="562360" y="5582932"/>
                  </a:lnTo>
                  <a:lnTo>
                    <a:pt x="562651" y="5582932"/>
                  </a:lnTo>
                  <a:lnTo>
                    <a:pt x="563232" y="5582932"/>
                  </a:lnTo>
                  <a:lnTo>
                    <a:pt x="563378" y="5582932"/>
                  </a:lnTo>
                  <a:lnTo>
                    <a:pt x="563669" y="5582308"/>
                  </a:lnTo>
                  <a:lnTo>
                    <a:pt x="564250" y="5582308"/>
                  </a:lnTo>
                  <a:lnTo>
                    <a:pt x="564250" y="5581685"/>
                  </a:lnTo>
                  <a:lnTo>
                    <a:pt x="564396" y="5581685"/>
                  </a:lnTo>
                  <a:lnTo>
                    <a:pt x="564687" y="5581685"/>
                  </a:lnTo>
                  <a:lnTo>
                    <a:pt x="565123" y="5581061"/>
                  </a:lnTo>
                  <a:lnTo>
                    <a:pt x="565268" y="5581061"/>
                  </a:lnTo>
                  <a:lnTo>
                    <a:pt x="565414" y="5581061"/>
                  </a:lnTo>
                  <a:lnTo>
                    <a:pt x="565559" y="5581061"/>
                  </a:lnTo>
                  <a:lnTo>
                    <a:pt x="565559" y="5580438"/>
                  </a:lnTo>
                  <a:lnTo>
                    <a:pt x="566141" y="5580438"/>
                  </a:lnTo>
                  <a:lnTo>
                    <a:pt x="566286" y="5580438"/>
                  </a:lnTo>
                  <a:lnTo>
                    <a:pt x="566432" y="5580438"/>
                  </a:lnTo>
                  <a:lnTo>
                    <a:pt x="566577" y="5580438"/>
                  </a:lnTo>
                  <a:lnTo>
                    <a:pt x="566577" y="5579814"/>
                  </a:lnTo>
                  <a:lnTo>
                    <a:pt x="567014" y="5579814"/>
                  </a:lnTo>
                  <a:lnTo>
                    <a:pt x="567159" y="5579814"/>
                  </a:lnTo>
                  <a:lnTo>
                    <a:pt x="567450" y="5579191"/>
                  </a:lnTo>
                  <a:lnTo>
                    <a:pt x="567595" y="5578567"/>
                  </a:lnTo>
                  <a:lnTo>
                    <a:pt x="567595" y="5577943"/>
                  </a:lnTo>
                  <a:lnTo>
                    <a:pt x="568031" y="5577943"/>
                  </a:lnTo>
                  <a:lnTo>
                    <a:pt x="568177" y="5577943"/>
                  </a:lnTo>
                  <a:lnTo>
                    <a:pt x="568322" y="5577943"/>
                  </a:lnTo>
                  <a:lnTo>
                    <a:pt x="568322" y="5577320"/>
                  </a:lnTo>
                  <a:lnTo>
                    <a:pt x="568468" y="5577320"/>
                  </a:lnTo>
                  <a:lnTo>
                    <a:pt x="568613" y="5577320"/>
                  </a:lnTo>
                  <a:lnTo>
                    <a:pt x="568904" y="5577320"/>
                  </a:lnTo>
                  <a:lnTo>
                    <a:pt x="569340" y="5577320"/>
                  </a:lnTo>
                  <a:lnTo>
                    <a:pt x="569340" y="5576696"/>
                  </a:lnTo>
                  <a:lnTo>
                    <a:pt x="569631" y="5576696"/>
                  </a:lnTo>
                  <a:lnTo>
                    <a:pt x="569777" y="5576696"/>
                  </a:lnTo>
                  <a:lnTo>
                    <a:pt x="570067" y="5576073"/>
                  </a:lnTo>
                  <a:lnTo>
                    <a:pt x="570358" y="5576073"/>
                  </a:lnTo>
                  <a:lnTo>
                    <a:pt x="570649" y="5576073"/>
                  </a:lnTo>
                  <a:lnTo>
                    <a:pt x="570940" y="5576073"/>
                  </a:lnTo>
                  <a:lnTo>
                    <a:pt x="571376" y="5576073"/>
                  </a:lnTo>
                  <a:lnTo>
                    <a:pt x="571813" y="5576073"/>
                  </a:lnTo>
                  <a:lnTo>
                    <a:pt x="571958" y="5576073"/>
                  </a:lnTo>
                  <a:lnTo>
                    <a:pt x="572394" y="5576073"/>
                  </a:lnTo>
                  <a:lnTo>
                    <a:pt x="572540" y="5576073"/>
                  </a:lnTo>
                  <a:lnTo>
                    <a:pt x="572685" y="5576073"/>
                  </a:lnTo>
                  <a:lnTo>
                    <a:pt x="572831" y="5576073"/>
                  </a:lnTo>
                  <a:lnTo>
                    <a:pt x="572976" y="5576073"/>
                  </a:lnTo>
                  <a:lnTo>
                    <a:pt x="573121" y="5576073"/>
                  </a:lnTo>
                  <a:lnTo>
                    <a:pt x="573121" y="5575449"/>
                  </a:lnTo>
                  <a:lnTo>
                    <a:pt x="573412" y="5575449"/>
                  </a:lnTo>
                  <a:lnTo>
                    <a:pt x="573558" y="5575449"/>
                  </a:lnTo>
                  <a:lnTo>
                    <a:pt x="573558" y="5574825"/>
                  </a:lnTo>
                  <a:lnTo>
                    <a:pt x="573703" y="5574825"/>
                  </a:lnTo>
                  <a:lnTo>
                    <a:pt x="573994" y="5574825"/>
                  </a:lnTo>
                  <a:lnTo>
                    <a:pt x="574139" y="5574825"/>
                  </a:lnTo>
                  <a:lnTo>
                    <a:pt x="574576" y="5574202"/>
                  </a:lnTo>
                  <a:lnTo>
                    <a:pt x="574866" y="5573578"/>
                  </a:lnTo>
                  <a:lnTo>
                    <a:pt x="575157" y="5572331"/>
                  </a:lnTo>
                  <a:lnTo>
                    <a:pt x="575157" y="5571708"/>
                  </a:lnTo>
                  <a:lnTo>
                    <a:pt x="575303" y="5571708"/>
                  </a:lnTo>
                  <a:lnTo>
                    <a:pt x="575448" y="5571084"/>
                  </a:lnTo>
                  <a:lnTo>
                    <a:pt x="575594" y="5570460"/>
                  </a:lnTo>
                  <a:lnTo>
                    <a:pt x="575739" y="5569837"/>
                  </a:lnTo>
                  <a:lnTo>
                    <a:pt x="575884" y="5569837"/>
                  </a:lnTo>
                  <a:lnTo>
                    <a:pt x="576175" y="5568590"/>
                  </a:lnTo>
                  <a:lnTo>
                    <a:pt x="576612" y="5568590"/>
                  </a:lnTo>
                  <a:lnTo>
                    <a:pt x="576902" y="5568590"/>
                  </a:lnTo>
                  <a:lnTo>
                    <a:pt x="577048" y="5568590"/>
                  </a:lnTo>
                  <a:lnTo>
                    <a:pt x="577339" y="5567966"/>
                  </a:lnTo>
                  <a:lnTo>
                    <a:pt x="577920" y="5567342"/>
                  </a:lnTo>
                  <a:lnTo>
                    <a:pt x="578211" y="5566719"/>
                  </a:lnTo>
                  <a:lnTo>
                    <a:pt x="578357" y="5566719"/>
                  </a:lnTo>
                  <a:lnTo>
                    <a:pt x="578502" y="5566719"/>
                  </a:lnTo>
                  <a:lnTo>
                    <a:pt x="579084" y="5566095"/>
                  </a:lnTo>
                  <a:lnTo>
                    <a:pt x="579375" y="5565472"/>
                  </a:lnTo>
                  <a:lnTo>
                    <a:pt x="579666" y="5565472"/>
                  </a:lnTo>
                  <a:lnTo>
                    <a:pt x="580538" y="5564225"/>
                  </a:lnTo>
                  <a:lnTo>
                    <a:pt x="580683" y="5564225"/>
                  </a:lnTo>
                  <a:lnTo>
                    <a:pt x="580829" y="5562977"/>
                  </a:lnTo>
                  <a:lnTo>
                    <a:pt x="580974" y="5562354"/>
                  </a:lnTo>
                  <a:lnTo>
                    <a:pt x="581120" y="5562354"/>
                  </a:lnTo>
                  <a:lnTo>
                    <a:pt x="581411" y="5562354"/>
                  </a:lnTo>
                  <a:lnTo>
                    <a:pt x="581992" y="5561730"/>
                  </a:lnTo>
                  <a:lnTo>
                    <a:pt x="582138" y="5561107"/>
                  </a:lnTo>
                  <a:lnTo>
                    <a:pt x="582429" y="5561107"/>
                  </a:lnTo>
                  <a:lnTo>
                    <a:pt x="582574" y="5559859"/>
                  </a:lnTo>
                  <a:lnTo>
                    <a:pt x="582865" y="5559859"/>
                  </a:lnTo>
                  <a:lnTo>
                    <a:pt x="583156" y="5559859"/>
                  </a:lnTo>
                  <a:lnTo>
                    <a:pt x="583592" y="5559859"/>
                  </a:lnTo>
                  <a:lnTo>
                    <a:pt x="583737" y="5559859"/>
                  </a:lnTo>
                  <a:lnTo>
                    <a:pt x="583883" y="5559859"/>
                  </a:lnTo>
                  <a:lnTo>
                    <a:pt x="583883" y="5559236"/>
                  </a:lnTo>
                  <a:lnTo>
                    <a:pt x="584174" y="5559236"/>
                  </a:lnTo>
                  <a:lnTo>
                    <a:pt x="584465" y="5559236"/>
                  </a:lnTo>
                  <a:lnTo>
                    <a:pt x="585046" y="5559236"/>
                  </a:lnTo>
                  <a:lnTo>
                    <a:pt x="585337" y="5558612"/>
                  </a:lnTo>
                  <a:lnTo>
                    <a:pt x="585337" y="5557989"/>
                  </a:lnTo>
                  <a:lnTo>
                    <a:pt x="585919" y="5557365"/>
                  </a:lnTo>
                  <a:lnTo>
                    <a:pt x="585919" y="5556742"/>
                  </a:lnTo>
                  <a:lnTo>
                    <a:pt x="586064" y="5556118"/>
                  </a:lnTo>
                  <a:lnTo>
                    <a:pt x="586210" y="5555494"/>
                  </a:lnTo>
                  <a:lnTo>
                    <a:pt x="586355" y="5555494"/>
                  </a:lnTo>
                  <a:lnTo>
                    <a:pt x="586646" y="5554871"/>
                  </a:lnTo>
                  <a:lnTo>
                    <a:pt x="587082" y="5554871"/>
                  </a:lnTo>
                  <a:lnTo>
                    <a:pt x="587228" y="5554247"/>
                  </a:lnTo>
                  <a:lnTo>
                    <a:pt x="587373" y="5553624"/>
                  </a:lnTo>
                  <a:lnTo>
                    <a:pt x="587664" y="5553624"/>
                  </a:lnTo>
                  <a:lnTo>
                    <a:pt x="587809" y="5553624"/>
                  </a:lnTo>
                  <a:lnTo>
                    <a:pt x="587955" y="5553624"/>
                  </a:lnTo>
                  <a:lnTo>
                    <a:pt x="588100" y="5553624"/>
                  </a:lnTo>
                  <a:lnTo>
                    <a:pt x="588536" y="5553000"/>
                  </a:lnTo>
                  <a:lnTo>
                    <a:pt x="588682" y="5553000"/>
                  </a:lnTo>
                  <a:lnTo>
                    <a:pt x="589264" y="5551753"/>
                  </a:lnTo>
                  <a:lnTo>
                    <a:pt x="589845" y="5551129"/>
                  </a:lnTo>
                  <a:lnTo>
                    <a:pt x="589991" y="5551129"/>
                  </a:lnTo>
                  <a:lnTo>
                    <a:pt x="590136" y="5550506"/>
                  </a:lnTo>
                  <a:lnTo>
                    <a:pt x="590718" y="5549882"/>
                  </a:lnTo>
                  <a:lnTo>
                    <a:pt x="590718" y="5549259"/>
                  </a:lnTo>
                  <a:lnTo>
                    <a:pt x="591009" y="5549259"/>
                  </a:lnTo>
                  <a:lnTo>
                    <a:pt x="591300" y="5549259"/>
                  </a:lnTo>
                  <a:lnTo>
                    <a:pt x="591445" y="5549259"/>
                  </a:lnTo>
                  <a:lnTo>
                    <a:pt x="591445" y="5548635"/>
                  </a:lnTo>
                  <a:lnTo>
                    <a:pt x="591590" y="5548635"/>
                  </a:lnTo>
                  <a:lnTo>
                    <a:pt x="591736" y="5548635"/>
                  </a:lnTo>
                  <a:lnTo>
                    <a:pt x="591881" y="5548635"/>
                  </a:lnTo>
                  <a:lnTo>
                    <a:pt x="591881" y="5548011"/>
                  </a:lnTo>
                  <a:lnTo>
                    <a:pt x="592172" y="5548011"/>
                  </a:lnTo>
                  <a:lnTo>
                    <a:pt x="592318" y="5548011"/>
                  </a:lnTo>
                  <a:lnTo>
                    <a:pt x="592463" y="5548011"/>
                  </a:lnTo>
                  <a:lnTo>
                    <a:pt x="592463" y="5547388"/>
                  </a:lnTo>
                  <a:lnTo>
                    <a:pt x="592754" y="5547388"/>
                  </a:lnTo>
                  <a:lnTo>
                    <a:pt x="592899" y="5547388"/>
                  </a:lnTo>
                  <a:lnTo>
                    <a:pt x="593045" y="5547388"/>
                  </a:lnTo>
                  <a:lnTo>
                    <a:pt x="593190" y="5547388"/>
                  </a:lnTo>
                  <a:lnTo>
                    <a:pt x="593336" y="5547388"/>
                  </a:lnTo>
                  <a:lnTo>
                    <a:pt x="593626" y="5547388"/>
                  </a:lnTo>
                  <a:lnTo>
                    <a:pt x="594063" y="5547388"/>
                  </a:lnTo>
                  <a:lnTo>
                    <a:pt x="594208" y="5547388"/>
                  </a:lnTo>
                  <a:lnTo>
                    <a:pt x="594353" y="5547388"/>
                  </a:lnTo>
                  <a:lnTo>
                    <a:pt x="594499" y="5547388"/>
                  </a:lnTo>
                  <a:lnTo>
                    <a:pt x="594499" y="5546764"/>
                  </a:lnTo>
                  <a:lnTo>
                    <a:pt x="594935" y="5546764"/>
                  </a:lnTo>
                  <a:lnTo>
                    <a:pt x="595081" y="5546141"/>
                  </a:lnTo>
                  <a:lnTo>
                    <a:pt x="595226" y="5546141"/>
                  </a:lnTo>
                  <a:lnTo>
                    <a:pt x="595662" y="5544893"/>
                  </a:lnTo>
                  <a:lnTo>
                    <a:pt x="596535" y="5544270"/>
                  </a:lnTo>
                  <a:lnTo>
                    <a:pt x="596680" y="5544270"/>
                  </a:lnTo>
                  <a:lnTo>
                    <a:pt x="596971" y="5544270"/>
                  </a:lnTo>
                  <a:lnTo>
                    <a:pt x="597407" y="5544270"/>
                  </a:lnTo>
                  <a:lnTo>
                    <a:pt x="597553" y="5543646"/>
                  </a:lnTo>
                  <a:lnTo>
                    <a:pt x="597698" y="5543646"/>
                  </a:lnTo>
                  <a:lnTo>
                    <a:pt x="597698" y="5543023"/>
                  </a:lnTo>
                  <a:lnTo>
                    <a:pt x="598280" y="5543023"/>
                  </a:lnTo>
                  <a:lnTo>
                    <a:pt x="599298" y="5542399"/>
                  </a:lnTo>
                  <a:lnTo>
                    <a:pt x="599443" y="5541776"/>
                  </a:lnTo>
                  <a:lnTo>
                    <a:pt x="599734" y="5541776"/>
                  </a:lnTo>
                  <a:lnTo>
                    <a:pt x="600025" y="5541776"/>
                  </a:lnTo>
                  <a:lnTo>
                    <a:pt x="600171" y="5540528"/>
                  </a:lnTo>
                  <a:lnTo>
                    <a:pt x="600316" y="5539905"/>
                  </a:lnTo>
                  <a:lnTo>
                    <a:pt x="600607" y="5539281"/>
                  </a:lnTo>
                  <a:lnTo>
                    <a:pt x="600752" y="5539281"/>
                  </a:lnTo>
                  <a:lnTo>
                    <a:pt x="600898" y="5539281"/>
                  </a:lnTo>
                  <a:lnTo>
                    <a:pt x="600898" y="5538658"/>
                  </a:lnTo>
                  <a:lnTo>
                    <a:pt x="601334" y="5537410"/>
                  </a:lnTo>
                  <a:lnTo>
                    <a:pt x="601770" y="5536787"/>
                  </a:lnTo>
                  <a:lnTo>
                    <a:pt x="601916" y="5536787"/>
                  </a:lnTo>
                  <a:lnTo>
                    <a:pt x="602206" y="5536787"/>
                  </a:lnTo>
                  <a:lnTo>
                    <a:pt x="602643" y="5536163"/>
                  </a:lnTo>
                  <a:lnTo>
                    <a:pt x="602643" y="5534293"/>
                  </a:lnTo>
                  <a:lnTo>
                    <a:pt x="602788" y="5533669"/>
                  </a:lnTo>
                  <a:lnTo>
                    <a:pt x="603079" y="5533669"/>
                  </a:lnTo>
                  <a:lnTo>
                    <a:pt x="603079" y="5533045"/>
                  </a:lnTo>
                  <a:lnTo>
                    <a:pt x="603224" y="5533045"/>
                  </a:lnTo>
                  <a:lnTo>
                    <a:pt x="603515" y="5533045"/>
                  </a:lnTo>
                  <a:lnTo>
                    <a:pt x="603661" y="5533045"/>
                  </a:lnTo>
                  <a:lnTo>
                    <a:pt x="603806" y="5533045"/>
                  </a:lnTo>
                  <a:lnTo>
                    <a:pt x="603952" y="5532422"/>
                  </a:lnTo>
                  <a:lnTo>
                    <a:pt x="604097" y="5532422"/>
                  </a:lnTo>
                  <a:lnTo>
                    <a:pt x="604242" y="5532422"/>
                  </a:lnTo>
                  <a:lnTo>
                    <a:pt x="604388" y="5531798"/>
                  </a:lnTo>
                  <a:lnTo>
                    <a:pt x="604388" y="5530551"/>
                  </a:lnTo>
                  <a:lnTo>
                    <a:pt x="604533" y="5530551"/>
                  </a:lnTo>
                  <a:lnTo>
                    <a:pt x="604824" y="5530551"/>
                  </a:lnTo>
                  <a:lnTo>
                    <a:pt x="604970" y="5530551"/>
                  </a:lnTo>
                  <a:lnTo>
                    <a:pt x="605115" y="5530551"/>
                  </a:lnTo>
                  <a:lnTo>
                    <a:pt x="605406" y="5530551"/>
                  </a:lnTo>
                  <a:lnTo>
                    <a:pt x="605551" y="5530551"/>
                  </a:lnTo>
                  <a:lnTo>
                    <a:pt x="605988" y="5529928"/>
                  </a:lnTo>
                  <a:lnTo>
                    <a:pt x="606278" y="5529928"/>
                  </a:lnTo>
                  <a:lnTo>
                    <a:pt x="606278" y="5529304"/>
                  </a:lnTo>
                  <a:lnTo>
                    <a:pt x="606569" y="5529304"/>
                  </a:lnTo>
                  <a:lnTo>
                    <a:pt x="606715" y="5529304"/>
                  </a:lnTo>
                  <a:lnTo>
                    <a:pt x="606860" y="5529304"/>
                  </a:lnTo>
                  <a:lnTo>
                    <a:pt x="607006" y="5529304"/>
                  </a:lnTo>
                  <a:lnTo>
                    <a:pt x="607296" y="5529304"/>
                  </a:lnTo>
                  <a:lnTo>
                    <a:pt x="608605" y="5528057"/>
                  </a:lnTo>
                  <a:lnTo>
                    <a:pt x="608751" y="5528057"/>
                  </a:lnTo>
                  <a:lnTo>
                    <a:pt x="608896" y="5527433"/>
                  </a:lnTo>
                  <a:lnTo>
                    <a:pt x="609041" y="5527433"/>
                  </a:lnTo>
                  <a:lnTo>
                    <a:pt x="609332" y="5526810"/>
                  </a:lnTo>
                  <a:lnTo>
                    <a:pt x="609623" y="5526810"/>
                  </a:lnTo>
                  <a:lnTo>
                    <a:pt x="609769" y="5526810"/>
                  </a:lnTo>
                  <a:lnTo>
                    <a:pt x="609914" y="5526186"/>
                  </a:lnTo>
                  <a:lnTo>
                    <a:pt x="610059" y="5526186"/>
                  </a:lnTo>
                  <a:lnTo>
                    <a:pt x="610205" y="5526186"/>
                  </a:lnTo>
                  <a:lnTo>
                    <a:pt x="610205" y="5525562"/>
                  </a:lnTo>
                  <a:lnTo>
                    <a:pt x="610641" y="5525562"/>
                  </a:lnTo>
                  <a:lnTo>
                    <a:pt x="610932" y="5525562"/>
                  </a:lnTo>
                  <a:lnTo>
                    <a:pt x="611368" y="5524315"/>
                  </a:lnTo>
                  <a:lnTo>
                    <a:pt x="611514" y="5524315"/>
                  </a:lnTo>
                  <a:lnTo>
                    <a:pt x="611950" y="5523692"/>
                  </a:lnTo>
                  <a:lnTo>
                    <a:pt x="612677" y="5523692"/>
                  </a:lnTo>
                  <a:lnTo>
                    <a:pt x="612968" y="5523692"/>
                  </a:lnTo>
                  <a:lnTo>
                    <a:pt x="613113" y="5523692"/>
                  </a:lnTo>
                  <a:lnTo>
                    <a:pt x="613550" y="5523068"/>
                  </a:lnTo>
                  <a:lnTo>
                    <a:pt x="613695" y="5523068"/>
                  </a:lnTo>
                  <a:lnTo>
                    <a:pt x="613986" y="5522445"/>
                  </a:lnTo>
                  <a:lnTo>
                    <a:pt x="614131" y="5522445"/>
                  </a:lnTo>
                  <a:lnTo>
                    <a:pt x="614422" y="5522445"/>
                  </a:lnTo>
                  <a:lnTo>
                    <a:pt x="614568" y="5522445"/>
                  </a:lnTo>
                  <a:lnTo>
                    <a:pt x="614713" y="5522445"/>
                  </a:lnTo>
                  <a:lnTo>
                    <a:pt x="615440" y="5522445"/>
                  </a:lnTo>
                  <a:lnTo>
                    <a:pt x="615586" y="5522445"/>
                  </a:lnTo>
                  <a:lnTo>
                    <a:pt x="615731" y="5521821"/>
                  </a:lnTo>
                  <a:lnTo>
                    <a:pt x="615876" y="5521197"/>
                  </a:lnTo>
                  <a:lnTo>
                    <a:pt x="616167" y="5521197"/>
                  </a:lnTo>
                  <a:lnTo>
                    <a:pt x="616167" y="5520574"/>
                  </a:lnTo>
                  <a:lnTo>
                    <a:pt x="616313" y="5520574"/>
                  </a:lnTo>
                  <a:lnTo>
                    <a:pt x="616458" y="5520574"/>
                  </a:lnTo>
                  <a:lnTo>
                    <a:pt x="616604" y="5520574"/>
                  </a:lnTo>
                  <a:lnTo>
                    <a:pt x="616894" y="5520574"/>
                  </a:lnTo>
                  <a:lnTo>
                    <a:pt x="617331" y="5520574"/>
                  </a:lnTo>
                  <a:lnTo>
                    <a:pt x="617476" y="5519327"/>
                  </a:lnTo>
                  <a:lnTo>
                    <a:pt x="617622" y="5519327"/>
                  </a:lnTo>
                  <a:lnTo>
                    <a:pt x="617767" y="5519327"/>
                  </a:lnTo>
                  <a:lnTo>
                    <a:pt x="618930" y="5519327"/>
                  </a:lnTo>
                  <a:lnTo>
                    <a:pt x="619221" y="5519327"/>
                  </a:lnTo>
                  <a:lnTo>
                    <a:pt x="619367" y="5518703"/>
                  </a:lnTo>
                  <a:lnTo>
                    <a:pt x="619803" y="5517456"/>
                  </a:lnTo>
                  <a:lnTo>
                    <a:pt x="619948" y="5517456"/>
                  </a:lnTo>
                  <a:lnTo>
                    <a:pt x="620094" y="5517456"/>
                  </a:lnTo>
                  <a:lnTo>
                    <a:pt x="620385" y="5517456"/>
                  </a:lnTo>
                  <a:lnTo>
                    <a:pt x="620676" y="5517456"/>
                  </a:lnTo>
                  <a:lnTo>
                    <a:pt x="621257" y="5516209"/>
                  </a:lnTo>
                  <a:lnTo>
                    <a:pt x="621403" y="5516209"/>
                  </a:lnTo>
                  <a:lnTo>
                    <a:pt x="621548" y="5516209"/>
                  </a:lnTo>
                  <a:lnTo>
                    <a:pt x="621693" y="5516209"/>
                  </a:lnTo>
                  <a:lnTo>
                    <a:pt x="621839" y="5516209"/>
                  </a:lnTo>
                  <a:lnTo>
                    <a:pt x="622130" y="5515585"/>
                  </a:lnTo>
                  <a:lnTo>
                    <a:pt x="622275" y="5515585"/>
                  </a:lnTo>
                  <a:lnTo>
                    <a:pt x="622566" y="5515585"/>
                  </a:lnTo>
                  <a:lnTo>
                    <a:pt x="622566" y="5514962"/>
                  </a:lnTo>
                  <a:lnTo>
                    <a:pt x="622711" y="5514962"/>
                  </a:lnTo>
                  <a:lnTo>
                    <a:pt x="622857" y="5514962"/>
                  </a:lnTo>
                  <a:lnTo>
                    <a:pt x="622857" y="5514338"/>
                  </a:lnTo>
                  <a:lnTo>
                    <a:pt x="622857" y="5513714"/>
                  </a:lnTo>
                  <a:lnTo>
                    <a:pt x="623293" y="5513091"/>
                  </a:lnTo>
                  <a:lnTo>
                    <a:pt x="623439" y="5513091"/>
                  </a:lnTo>
                  <a:lnTo>
                    <a:pt x="623729" y="5513091"/>
                  </a:lnTo>
                  <a:lnTo>
                    <a:pt x="623875" y="5513091"/>
                  </a:lnTo>
                  <a:lnTo>
                    <a:pt x="623875" y="5511220"/>
                  </a:lnTo>
                  <a:lnTo>
                    <a:pt x="624166" y="5511220"/>
                  </a:lnTo>
                  <a:lnTo>
                    <a:pt x="624311" y="5510596"/>
                  </a:lnTo>
                  <a:lnTo>
                    <a:pt x="624311" y="5509973"/>
                  </a:lnTo>
                  <a:lnTo>
                    <a:pt x="624457" y="5509973"/>
                  </a:lnTo>
                  <a:lnTo>
                    <a:pt x="624602" y="5509973"/>
                  </a:lnTo>
                  <a:lnTo>
                    <a:pt x="624747" y="5509973"/>
                  </a:lnTo>
                  <a:lnTo>
                    <a:pt x="624893" y="5509973"/>
                  </a:lnTo>
                  <a:lnTo>
                    <a:pt x="625184" y="5509349"/>
                  </a:lnTo>
                  <a:lnTo>
                    <a:pt x="625184" y="5508102"/>
                  </a:lnTo>
                  <a:lnTo>
                    <a:pt x="625765" y="5508102"/>
                  </a:lnTo>
                  <a:lnTo>
                    <a:pt x="626202" y="5508102"/>
                  </a:lnTo>
                  <a:lnTo>
                    <a:pt x="626202" y="5507479"/>
                  </a:lnTo>
                  <a:lnTo>
                    <a:pt x="626347" y="5506231"/>
                  </a:lnTo>
                  <a:lnTo>
                    <a:pt x="626493" y="5506231"/>
                  </a:lnTo>
                  <a:lnTo>
                    <a:pt x="626493" y="5505608"/>
                  </a:lnTo>
                  <a:lnTo>
                    <a:pt x="626783" y="5505608"/>
                  </a:lnTo>
                  <a:lnTo>
                    <a:pt x="626929" y="5505608"/>
                  </a:lnTo>
                  <a:lnTo>
                    <a:pt x="627074" y="5505608"/>
                  </a:lnTo>
                  <a:lnTo>
                    <a:pt x="627220" y="5505608"/>
                  </a:lnTo>
                  <a:lnTo>
                    <a:pt x="627220" y="5504984"/>
                  </a:lnTo>
                  <a:lnTo>
                    <a:pt x="627801" y="5504361"/>
                  </a:lnTo>
                  <a:lnTo>
                    <a:pt x="627947" y="5504361"/>
                  </a:lnTo>
                  <a:lnTo>
                    <a:pt x="628383" y="5503737"/>
                  </a:lnTo>
                  <a:lnTo>
                    <a:pt x="628528" y="5503737"/>
                  </a:lnTo>
                  <a:lnTo>
                    <a:pt x="628965" y="5502490"/>
                  </a:lnTo>
                  <a:lnTo>
                    <a:pt x="628965" y="5501866"/>
                  </a:lnTo>
                  <a:lnTo>
                    <a:pt x="629110" y="5501866"/>
                  </a:lnTo>
                  <a:lnTo>
                    <a:pt x="629256" y="5501243"/>
                  </a:lnTo>
                  <a:lnTo>
                    <a:pt x="629256" y="5500619"/>
                  </a:lnTo>
                  <a:lnTo>
                    <a:pt x="629401" y="5499372"/>
                  </a:lnTo>
                  <a:lnTo>
                    <a:pt x="629837" y="5498125"/>
                  </a:lnTo>
                  <a:lnTo>
                    <a:pt x="630128" y="5498125"/>
                  </a:lnTo>
                  <a:lnTo>
                    <a:pt x="630274" y="5496878"/>
                  </a:lnTo>
                  <a:lnTo>
                    <a:pt x="630419" y="5496878"/>
                  </a:lnTo>
                  <a:lnTo>
                    <a:pt x="631001" y="5495007"/>
                  </a:lnTo>
                  <a:lnTo>
                    <a:pt x="631146" y="5495007"/>
                  </a:lnTo>
                  <a:lnTo>
                    <a:pt x="631437" y="5495007"/>
                  </a:lnTo>
                  <a:lnTo>
                    <a:pt x="632164" y="5494383"/>
                  </a:lnTo>
                  <a:lnTo>
                    <a:pt x="632455" y="5494383"/>
                  </a:lnTo>
                  <a:lnTo>
                    <a:pt x="632600" y="5494383"/>
                  </a:lnTo>
                  <a:lnTo>
                    <a:pt x="632746" y="5493760"/>
                  </a:lnTo>
                  <a:lnTo>
                    <a:pt x="632891" y="5493136"/>
                  </a:lnTo>
                  <a:lnTo>
                    <a:pt x="632891" y="5492513"/>
                  </a:lnTo>
                  <a:lnTo>
                    <a:pt x="633037" y="5492513"/>
                  </a:lnTo>
                  <a:lnTo>
                    <a:pt x="633182" y="5492513"/>
                  </a:lnTo>
                  <a:lnTo>
                    <a:pt x="633328" y="5492513"/>
                  </a:lnTo>
                  <a:lnTo>
                    <a:pt x="633473" y="5492513"/>
                  </a:lnTo>
                  <a:lnTo>
                    <a:pt x="633764" y="5492513"/>
                  </a:lnTo>
                  <a:lnTo>
                    <a:pt x="634055" y="5492513"/>
                  </a:lnTo>
                  <a:lnTo>
                    <a:pt x="634200" y="5491265"/>
                  </a:lnTo>
                  <a:lnTo>
                    <a:pt x="634346" y="5491265"/>
                  </a:lnTo>
                  <a:lnTo>
                    <a:pt x="634636" y="5490642"/>
                  </a:lnTo>
                  <a:lnTo>
                    <a:pt x="634782" y="5490642"/>
                  </a:lnTo>
                  <a:lnTo>
                    <a:pt x="634927" y="5490642"/>
                  </a:lnTo>
                  <a:lnTo>
                    <a:pt x="635218" y="5490018"/>
                  </a:lnTo>
                  <a:lnTo>
                    <a:pt x="635945" y="5489395"/>
                  </a:lnTo>
                  <a:lnTo>
                    <a:pt x="635945" y="5488771"/>
                  </a:lnTo>
                  <a:lnTo>
                    <a:pt x="636091" y="5488771"/>
                  </a:lnTo>
                  <a:lnTo>
                    <a:pt x="636527" y="5488771"/>
                  </a:lnTo>
                  <a:lnTo>
                    <a:pt x="637254" y="5488771"/>
                  </a:lnTo>
                  <a:lnTo>
                    <a:pt x="637545" y="5488771"/>
                  </a:lnTo>
                  <a:lnTo>
                    <a:pt x="637836" y="5488771"/>
                  </a:lnTo>
                  <a:lnTo>
                    <a:pt x="638127" y="5488771"/>
                  </a:lnTo>
                  <a:lnTo>
                    <a:pt x="638272" y="5488147"/>
                  </a:lnTo>
                  <a:lnTo>
                    <a:pt x="638708" y="5487524"/>
                  </a:lnTo>
                  <a:lnTo>
                    <a:pt x="638854" y="5487524"/>
                  </a:lnTo>
                  <a:lnTo>
                    <a:pt x="639290" y="5486900"/>
                  </a:lnTo>
                  <a:lnTo>
                    <a:pt x="639726" y="5486277"/>
                  </a:lnTo>
                  <a:lnTo>
                    <a:pt x="640017" y="5485653"/>
                  </a:lnTo>
                  <a:lnTo>
                    <a:pt x="640163" y="5485653"/>
                  </a:lnTo>
                  <a:lnTo>
                    <a:pt x="640453" y="5485653"/>
                  </a:lnTo>
                  <a:lnTo>
                    <a:pt x="640599" y="5485030"/>
                  </a:lnTo>
                  <a:lnTo>
                    <a:pt x="640890" y="5485030"/>
                  </a:lnTo>
                  <a:lnTo>
                    <a:pt x="641035" y="5485030"/>
                  </a:lnTo>
                  <a:lnTo>
                    <a:pt x="641326" y="5484406"/>
                  </a:lnTo>
                  <a:lnTo>
                    <a:pt x="641471" y="5483782"/>
                  </a:lnTo>
                  <a:lnTo>
                    <a:pt x="641617" y="5483782"/>
                  </a:lnTo>
                  <a:lnTo>
                    <a:pt x="641762" y="5483782"/>
                  </a:lnTo>
                  <a:lnTo>
                    <a:pt x="641908" y="5483782"/>
                  </a:lnTo>
                  <a:lnTo>
                    <a:pt x="641908" y="5483159"/>
                  </a:lnTo>
                  <a:lnTo>
                    <a:pt x="642344" y="5483159"/>
                  </a:lnTo>
                  <a:lnTo>
                    <a:pt x="642635" y="5481912"/>
                  </a:lnTo>
                  <a:lnTo>
                    <a:pt x="642635" y="5481288"/>
                  </a:lnTo>
                  <a:lnTo>
                    <a:pt x="642780" y="5479417"/>
                  </a:lnTo>
                  <a:lnTo>
                    <a:pt x="642926" y="5478794"/>
                  </a:lnTo>
                  <a:lnTo>
                    <a:pt x="643507" y="5477547"/>
                  </a:lnTo>
                  <a:lnTo>
                    <a:pt x="643507" y="5476923"/>
                  </a:lnTo>
                  <a:lnTo>
                    <a:pt x="643653" y="5476923"/>
                  </a:lnTo>
                  <a:lnTo>
                    <a:pt x="644089" y="5476923"/>
                  </a:lnTo>
                  <a:lnTo>
                    <a:pt x="644234" y="5476923"/>
                  </a:lnTo>
                  <a:lnTo>
                    <a:pt x="644525" y="5476299"/>
                  </a:lnTo>
                  <a:lnTo>
                    <a:pt x="644816" y="5476299"/>
                  </a:lnTo>
                  <a:lnTo>
                    <a:pt x="645252" y="5476299"/>
                  </a:lnTo>
                  <a:lnTo>
                    <a:pt x="645689" y="5476299"/>
                  </a:lnTo>
                  <a:lnTo>
                    <a:pt x="646270" y="5476299"/>
                  </a:lnTo>
                  <a:lnTo>
                    <a:pt x="646270" y="5475676"/>
                  </a:lnTo>
                  <a:lnTo>
                    <a:pt x="646416" y="5475676"/>
                  </a:lnTo>
                  <a:lnTo>
                    <a:pt x="646852" y="5475676"/>
                  </a:lnTo>
                  <a:lnTo>
                    <a:pt x="646998" y="5475676"/>
                  </a:lnTo>
                  <a:lnTo>
                    <a:pt x="647288" y="5475052"/>
                  </a:lnTo>
                  <a:lnTo>
                    <a:pt x="647434" y="5475052"/>
                  </a:lnTo>
                  <a:lnTo>
                    <a:pt x="647579" y="5475052"/>
                  </a:lnTo>
                  <a:lnTo>
                    <a:pt x="648016" y="5474429"/>
                  </a:lnTo>
                  <a:lnTo>
                    <a:pt x="648161" y="5474429"/>
                  </a:lnTo>
                  <a:lnTo>
                    <a:pt x="648161" y="5473805"/>
                  </a:lnTo>
                  <a:lnTo>
                    <a:pt x="648306" y="5473805"/>
                  </a:lnTo>
                  <a:lnTo>
                    <a:pt x="648452" y="5473805"/>
                  </a:lnTo>
                  <a:lnTo>
                    <a:pt x="648743" y="5473805"/>
                  </a:lnTo>
                  <a:lnTo>
                    <a:pt x="648888" y="5473805"/>
                  </a:lnTo>
                  <a:lnTo>
                    <a:pt x="649324" y="5473805"/>
                  </a:lnTo>
                  <a:lnTo>
                    <a:pt x="649470" y="5473182"/>
                  </a:lnTo>
                  <a:lnTo>
                    <a:pt x="649906" y="5473182"/>
                  </a:lnTo>
                  <a:lnTo>
                    <a:pt x="650342" y="5473182"/>
                  </a:lnTo>
                  <a:lnTo>
                    <a:pt x="650633" y="5473182"/>
                  </a:lnTo>
                  <a:lnTo>
                    <a:pt x="650779" y="5473182"/>
                  </a:lnTo>
                  <a:lnTo>
                    <a:pt x="650924" y="5473182"/>
                  </a:lnTo>
                  <a:lnTo>
                    <a:pt x="651069" y="5473182"/>
                  </a:lnTo>
                  <a:lnTo>
                    <a:pt x="651215" y="5473182"/>
                  </a:lnTo>
                  <a:lnTo>
                    <a:pt x="651797" y="5472558"/>
                  </a:lnTo>
                  <a:lnTo>
                    <a:pt x="652087" y="5471934"/>
                  </a:lnTo>
                  <a:lnTo>
                    <a:pt x="652378" y="5471934"/>
                  </a:lnTo>
                  <a:lnTo>
                    <a:pt x="652669" y="5471934"/>
                  </a:lnTo>
                  <a:lnTo>
                    <a:pt x="652960" y="5471934"/>
                  </a:lnTo>
                  <a:lnTo>
                    <a:pt x="652960" y="5470687"/>
                  </a:lnTo>
                  <a:lnTo>
                    <a:pt x="652960" y="5470064"/>
                  </a:lnTo>
                  <a:lnTo>
                    <a:pt x="653105" y="5470064"/>
                  </a:lnTo>
                  <a:lnTo>
                    <a:pt x="653105" y="5469440"/>
                  </a:lnTo>
                  <a:lnTo>
                    <a:pt x="653251" y="5469440"/>
                  </a:lnTo>
                  <a:lnTo>
                    <a:pt x="653542" y="5469440"/>
                  </a:lnTo>
                  <a:lnTo>
                    <a:pt x="653687" y="5469440"/>
                  </a:lnTo>
                  <a:lnTo>
                    <a:pt x="653687" y="5468193"/>
                  </a:lnTo>
                  <a:lnTo>
                    <a:pt x="653978" y="5467569"/>
                  </a:lnTo>
                  <a:lnTo>
                    <a:pt x="653978" y="5466946"/>
                  </a:lnTo>
                  <a:lnTo>
                    <a:pt x="654851" y="5465699"/>
                  </a:lnTo>
                  <a:lnTo>
                    <a:pt x="655287" y="5465075"/>
                  </a:lnTo>
                  <a:lnTo>
                    <a:pt x="655723" y="5465075"/>
                  </a:lnTo>
                  <a:lnTo>
                    <a:pt x="655868" y="5464451"/>
                  </a:lnTo>
                  <a:lnTo>
                    <a:pt x="656014" y="5463828"/>
                  </a:lnTo>
                  <a:lnTo>
                    <a:pt x="656305" y="5463204"/>
                  </a:lnTo>
                  <a:lnTo>
                    <a:pt x="656305" y="5462581"/>
                  </a:lnTo>
                  <a:lnTo>
                    <a:pt x="656450" y="5462581"/>
                  </a:lnTo>
                  <a:lnTo>
                    <a:pt x="656450" y="5461957"/>
                  </a:lnTo>
                  <a:lnTo>
                    <a:pt x="656596" y="5461333"/>
                  </a:lnTo>
                  <a:lnTo>
                    <a:pt x="656741" y="5461333"/>
                  </a:lnTo>
                  <a:lnTo>
                    <a:pt x="657032" y="5460710"/>
                  </a:lnTo>
                  <a:lnTo>
                    <a:pt x="657323" y="5460710"/>
                  </a:lnTo>
                  <a:lnTo>
                    <a:pt x="657468" y="5460086"/>
                  </a:lnTo>
                  <a:lnTo>
                    <a:pt x="657614" y="5459463"/>
                  </a:lnTo>
                  <a:lnTo>
                    <a:pt x="657759" y="5458839"/>
                  </a:lnTo>
                  <a:lnTo>
                    <a:pt x="657904" y="5458839"/>
                  </a:lnTo>
                  <a:lnTo>
                    <a:pt x="658050" y="5458839"/>
                  </a:lnTo>
                  <a:lnTo>
                    <a:pt x="658341" y="5457592"/>
                  </a:lnTo>
                  <a:lnTo>
                    <a:pt x="658486" y="5457592"/>
                  </a:lnTo>
                  <a:lnTo>
                    <a:pt x="658777" y="5457592"/>
                  </a:lnTo>
                  <a:lnTo>
                    <a:pt x="658922" y="5457592"/>
                  </a:lnTo>
                  <a:lnTo>
                    <a:pt x="659068" y="5456968"/>
                  </a:lnTo>
                  <a:lnTo>
                    <a:pt x="659213" y="5456968"/>
                  </a:lnTo>
                  <a:lnTo>
                    <a:pt x="659213" y="5456345"/>
                  </a:lnTo>
                  <a:lnTo>
                    <a:pt x="659359" y="5456345"/>
                  </a:lnTo>
                  <a:lnTo>
                    <a:pt x="659650" y="5455721"/>
                  </a:lnTo>
                  <a:lnTo>
                    <a:pt x="659795" y="5455098"/>
                  </a:lnTo>
                  <a:lnTo>
                    <a:pt x="659940" y="5455098"/>
                  </a:lnTo>
                  <a:lnTo>
                    <a:pt x="660086" y="5455098"/>
                  </a:lnTo>
                  <a:lnTo>
                    <a:pt x="660231" y="5455098"/>
                  </a:lnTo>
                  <a:lnTo>
                    <a:pt x="660231" y="5454474"/>
                  </a:lnTo>
                  <a:lnTo>
                    <a:pt x="660231" y="5453850"/>
                  </a:lnTo>
                  <a:lnTo>
                    <a:pt x="660668" y="5453227"/>
                  </a:lnTo>
                  <a:lnTo>
                    <a:pt x="660813" y="5452603"/>
                  </a:lnTo>
                  <a:lnTo>
                    <a:pt x="660958" y="5452603"/>
                  </a:lnTo>
                  <a:lnTo>
                    <a:pt x="660958" y="5451356"/>
                  </a:lnTo>
                  <a:lnTo>
                    <a:pt x="661104" y="5451356"/>
                  </a:lnTo>
                  <a:lnTo>
                    <a:pt x="661104" y="5450733"/>
                  </a:lnTo>
                  <a:lnTo>
                    <a:pt x="661395" y="5450733"/>
                  </a:lnTo>
                  <a:lnTo>
                    <a:pt x="661540" y="5449485"/>
                  </a:lnTo>
                  <a:lnTo>
                    <a:pt x="661831" y="5448862"/>
                  </a:lnTo>
                  <a:lnTo>
                    <a:pt x="661976" y="5448238"/>
                  </a:lnTo>
                  <a:lnTo>
                    <a:pt x="662703" y="5448238"/>
                  </a:lnTo>
                  <a:lnTo>
                    <a:pt x="662849" y="5447615"/>
                  </a:lnTo>
                  <a:lnTo>
                    <a:pt x="663140" y="5447615"/>
                  </a:lnTo>
                  <a:lnTo>
                    <a:pt x="663431" y="5446991"/>
                  </a:lnTo>
                  <a:lnTo>
                    <a:pt x="664012" y="5446991"/>
                  </a:lnTo>
                  <a:lnTo>
                    <a:pt x="664449" y="5446367"/>
                  </a:lnTo>
                  <a:lnTo>
                    <a:pt x="664594" y="5445744"/>
                  </a:lnTo>
                  <a:lnTo>
                    <a:pt x="664594" y="5444497"/>
                  </a:lnTo>
                  <a:lnTo>
                    <a:pt x="664885" y="5444497"/>
                  </a:lnTo>
                  <a:lnTo>
                    <a:pt x="665030" y="5444497"/>
                  </a:lnTo>
                  <a:lnTo>
                    <a:pt x="665467" y="5444497"/>
                  </a:lnTo>
                  <a:lnTo>
                    <a:pt x="666048" y="5444497"/>
                  </a:lnTo>
                  <a:lnTo>
                    <a:pt x="666194" y="5444497"/>
                  </a:lnTo>
                  <a:lnTo>
                    <a:pt x="666194" y="5443873"/>
                  </a:lnTo>
                  <a:lnTo>
                    <a:pt x="666339" y="5443873"/>
                  </a:lnTo>
                  <a:lnTo>
                    <a:pt x="666485" y="5443873"/>
                  </a:lnTo>
                  <a:lnTo>
                    <a:pt x="666630" y="5443250"/>
                  </a:lnTo>
                  <a:lnTo>
                    <a:pt x="666921" y="5443250"/>
                  </a:lnTo>
                  <a:lnTo>
                    <a:pt x="667357" y="5442626"/>
                  </a:lnTo>
                  <a:lnTo>
                    <a:pt x="667648" y="5442626"/>
                  </a:lnTo>
                  <a:lnTo>
                    <a:pt x="667939" y="5441379"/>
                  </a:lnTo>
                  <a:lnTo>
                    <a:pt x="668084" y="5441379"/>
                  </a:lnTo>
                  <a:lnTo>
                    <a:pt x="668375" y="5441379"/>
                  </a:lnTo>
                  <a:lnTo>
                    <a:pt x="668520" y="5441379"/>
                  </a:lnTo>
                  <a:lnTo>
                    <a:pt x="668666" y="5440755"/>
                  </a:lnTo>
                  <a:lnTo>
                    <a:pt x="668957" y="5440755"/>
                  </a:lnTo>
                  <a:lnTo>
                    <a:pt x="669248" y="5440132"/>
                  </a:lnTo>
                  <a:lnTo>
                    <a:pt x="669393" y="5439508"/>
                  </a:lnTo>
                  <a:lnTo>
                    <a:pt x="669684" y="5438884"/>
                  </a:lnTo>
                  <a:lnTo>
                    <a:pt x="669829" y="5438884"/>
                  </a:lnTo>
                  <a:lnTo>
                    <a:pt x="669975" y="5438884"/>
                  </a:lnTo>
                  <a:lnTo>
                    <a:pt x="670266" y="5438261"/>
                  </a:lnTo>
                  <a:lnTo>
                    <a:pt x="670411" y="5438261"/>
                  </a:lnTo>
                  <a:lnTo>
                    <a:pt x="670702" y="5437637"/>
                  </a:lnTo>
                  <a:lnTo>
                    <a:pt x="670702" y="5437014"/>
                  </a:lnTo>
                  <a:lnTo>
                    <a:pt x="670847" y="5437014"/>
                  </a:lnTo>
                  <a:lnTo>
                    <a:pt x="670993" y="5437014"/>
                  </a:lnTo>
                  <a:lnTo>
                    <a:pt x="670993" y="5435767"/>
                  </a:lnTo>
                  <a:lnTo>
                    <a:pt x="671284" y="5435767"/>
                  </a:lnTo>
                  <a:lnTo>
                    <a:pt x="671429" y="5435143"/>
                  </a:lnTo>
                  <a:lnTo>
                    <a:pt x="671720" y="5435143"/>
                  </a:lnTo>
                  <a:lnTo>
                    <a:pt x="671865" y="5435143"/>
                  </a:lnTo>
                  <a:lnTo>
                    <a:pt x="672011" y="5434519"/>
                  </a:lnTo>
                  <a:lnTo>
                    <a:pt x="672156" y="5433896"/>
                  </a:lnTo>
                  <a:lnTo>
                    <a:pt x="672447" y="5433272"/>
                  </a:lnTo>
                  <a:lnTo>
                    <a:pt x="672738" y="5432649"/>
                  </a:lnTo>
                  <a:lnTo>
                    <a:pt x="672883" y="5432649"/>
                  </a:lnTo>
                  <a:lnTo>
                    <a:pt x="673756" y="5432649"/>
                  </a:lnTo>
                  <a:lnTo>
                    <a:pt x="674192" y="5432649"/>
                  </a:lnTo>
                  <a:lnTo>
                    <a:pt x="674919" y="5432025"/>
                  </a:lnTo>
                  <a:lnTo>
                    <a:pt x="675210" y="5432025"/>
                  </a:lnTo>
                  <a:lnTo>
                    <a:pt x="675355" y="5430778"/>
                  </a:lnTo>
                  <a:lnTo>
                    <a:pt x="675355" y="5430154"/>
                  </a:lnTo>
                  <a:lnTo>
                    <a:pt x="675501" y="5430154"/>
                  </a:lnTo>
                  <a:lnTo>
                    <a:pt x="675792" y="5429531"/>
                  </a:lnTo>
                  <a:lnTo>
                    <a:pt x="676664" y="5428907"/>
                  </a:lnTo>
                  <a:lnTo>
                    <a:pt x="676664" y="5428284"/>
                  </a:lnTo>
                  <a:lnTo>
                    <a:pt x="676810" y="5427036"/>
                  </a:lnTo>
                  <a:lnTo>
                    <a:pt x="677101" y="5425789"/>
                  </a:lnTo>
                  <a:lnTo>
                    <a:pt x="677682" y="5425789"/>
                  </a:lnTo>
                  <a:lnTo>
                    <a:pt x="677828" y="5425789"/>
                  </a:lnTo>
                  <a:lnTo>
                    <a:pt x="677973" y="5425166"/>
                  </a:lnTo>
                  <a:lnTo>
                    <a:pt x="678119" y="5425166"/>
                  </a:lnTo>
                  <a:lnTo>
                    <a:pt x="678264" y="5424542"/>
                  </a:lnTo>
                  <a:lnTo>
                    <a:pt x="678700" y="5423295"/>
                  </a:lnTo>
                  <a:lnTo>
                    <a:pt x="678846" y="5423295"/>
                  </a:lnTo>
                  <a:lnTo>
                    <a:pt x="678846" y="5422671"/>
                  </a:lnTo>
                  <a:lnTo>
                    <a:pt x="678991" y="5422671"/>
                  </a:lnTo>
                  <a:lnTo>
                    <a:pt x="679427" y="5422671"/>
                  </a:lnTo>
                  <a:lnTo>
                    <a:pt x="679573" y="5422671"/>
                  </a:lnTo>
                  <a:lnTo>
                    <a:pt x="681027" y="5421424"/>
                  </a:lnTo>
                  <a:lnTo>
                    <a:pt x="681173" y="5421424"/>
                  </a:lnTo>
                  <a:lnTo>
                    <a:pt x="681318" y="5421424"/>
                  </a:lnTo>
                  <a:lnTo>
                    <a:pt x="681609" y="5421424"/>
                  </a:lnTo>
                  <a:lnTo>
                    <a:pt x="681754" y="5421424"/>
                  </a:lnTo>
                  <a:lnTo>
                    <a:pt x="681900" y="5421424"/>
                  </a:lnTo>
                  <a:lnTo>
                    <a:pt x="682045" y="5421424"/>
                  </a:lnTo>
                  <a:lnTo>
                    <a:pt x="682190" y="5421424"/>
                  </a:lnTo>
                  <a:lnTo>
                    <a:pt x="682336" y="5421424"/>
                  </a:lnTo>
                  <a:lnTo>
                    <a:pt x="682481" y="5421424"/>
                  </a:lnTo>
                  <a:lnTo>
                    <a:pt x="682627" y="5421424"/>
                  </a:lnTo>
                  <a:lnTo>
                    <a:pt x="682918" y="5420801"/>
                  </a:lnTo>
                  <a:lnTo>
                    <a:pt x="683063" y="5420801"/>
                  </a:lnTo>
                  <a:lnTo>
                    <a:pt x="683208" y="5420801"/>
                  </a:lnTo>
                  <a:lnTo>
                    <a:pt x="683645" y="5420177"/>
                  </a:lnTo>
                  <a:lnTo>
                    <a:pt x="683936" y="5420177"/>
                  </a:lnTo>
                  <a:lnTo>
                    <a:pt x="683936" y="5419553"/>
                  </a:lnTo>
                  <a:lnTo>
                    <a:pt x="684226" y="5419553"/>
                  </a:lnTo>
                  <a:lnTo>
                    <a:pt x="684663" y="5419553"/>
                  </a:lnTo>
                  <a:lnTo>
                    <a:pt x="684808" y="5419553"/>
                  </a:lnTo>
                  <a:lnTo>
                    <a:pt x="685535" y="5419553"/>
                  </a:lnTo>
                  <a:lnTo>
                    <a:pt x="685826" y="5419553"/>
                  </a:lnTo>
                  <a:lnTo>
                    <a:pt x="685826" y="5418930"/>
                  </a:lnTo>
                  <a:lnTo>
                    <a:pt x="686553" y="5418306"/>
                  </a:lnTo>
                  <a:lnTo>
                    <a:pt x="686844" y="5418306"/>
                  </a:lnTo>
                  <a:lnTo>
                    <a:pt x="686990" y="5418306"/>
                  </a:lnTo>
                  <a:lnTo>
                    <a:pt x="686990" y="5417059"/>
                  </a:lnTo>
                  <a:lnTo>
                    <a:pt x="687135" y="5416436"/>
                  </a:lnTo>
                  <a:lnTo>
                    <a:pt x="687135" y="5415188"/>
                  </a:lnTo>
                  <a:lnTo>
                    <a:pt x="687280" y="5415188"/>
                  </a:lnTo>
                  <a:lnTo>
                    <a:pt x="687571" y="5415188"/>
                  </a:lnTo>
                  <a:lnTo>
                    <a:pt x="687717" y="5414565"/>
                  </a:lnTo>
                  <a:lnTo>
                    <a:pt x="688153" y="5414565"/>
                  </a:lnTo>
                  <a:lnTo>
                    <a:pt x="688298" y="5414565"/>
                  </a:lnTo>
                  <a:lnTo>
                    <a:pt x="688298" y="5413941"/>
                  </a:lnTo>
                  <a:lnTo>
                    <a:pt x="688444" y="5413941"/>
                  </a:lnTo>
                  <a:lnTo>
                    <a:pt x="688589" y="5413941"/>
                  </a:lnTo>
                  <a:lnTo>
                    <a:pt x="688735" y="5412694"/>
                  </a:lnTo>
                  <a:lnTo>
                    <a:pt x="689025" y="5412694"/>
                  </a:lnTo>
                  <a:lnTo>
                    <a:pt x="689171" y="5412694"/>
                  </a:lnTo>
                  <a:lnTo>
                    <a:pt x="689316" y="5412694"/>
                  </a:lnTo>
                  <a:lnTo>
                    <a:pt x="689753" y="5412694"/>
                  </a:lnTo>
                  <a:lnTo>
                    <a:pt x="689898" y="5412694"/>
                  </a:lnTo>
                  <a:lnTo>
                    <a:pt x="690480" y="5412070"/>
                  </a:lnTo>
                  <a:lnTo>
                    <a:pt x="690625" y="5412070"/>
                  </a:lnTo>
                  <a:lnTo>
                    <a:pt x="690916" y="5412070"/>
                  </a:lnTo>
                  <a:lnTo>
                    <a:pt x="691207" y="5412070"/>
                  </a:lnTo>
                  <a:lnTo>
                    <a:pt x="691498" y="5412070"/>
                  </a:lnTo>
                  <a:lnTo>
                    <a:pt x="692079" y="5412070"/>
                  </a:lnTo>
                  <a:lnTo>
                    <a:pt x="692079" y="5411447"/>
                  </a:lnTo>
                  <a:lnTo>
                    <a:pt x="692079" y="5410823"/>
                  </a:lnTo>
                  <a:lnTo>
                    <a:pt x="692225" y="5410200"/>
                  </a:lnTo>
                  <a:lnTo>
                    <a:pt x="692516" y="5408953"/>
                  </a:lnTo>
                  <a:lnTo>
                    <a:pt x="692952" y="5408953"/>
                  </a:lnTo>
                  <a:lnTo>
                    <a:pt x="693534" y="5408953"/>
                  </a:lnTo>
                  <a:lnTo>
                    <a:pt x="693534" y="5408329"/>
                  </a:lnTo>
                  <a:lnTo>
                    <a:pt x="693825" y="5407082"/>
                  </a:lnTo>
                  <a:lnTo>
                    <a:pt x="693970" y="5407082"/>
                  </a:lnTo>
                  <a:lnTo>
                    <a:pt x="694406" y="5406458"/>
                  </a:lnTo>
                  <a:lnTo>
                    <a:pt x="694552" y="5406458"/>
                  </a:lnTo>
                  <a:lnTo>
                    <a:pt x="694697" y="5406458"/>
                  </a:lnTo>
                  <a:lnTo>
                    <a:pt x="694697" y="5405835"/>
                  </a:lnTo>
                  <a:lnTo>
                    <a:pt x="694843" y="5405211"/>
                  </a:lnTo>
                  <a:lnTo>
                    <a:pt x="694988" y="5404587"/>
                  </a:lnTo>
                  <a:lnTo>
                    <a:pt x="694988" y="5403964"/>
                  </a:lnTo>
                  <a:lnTo>
                    <a:pt x="695279" y="5403964"/>
                  </a:lnTo>
                  <a:lnTo>
                    <a:pt x="695424" y="5403964"/>
                  </a:lnTo>
                  <a:lnTo>
                    <a:pt x="695424" y="5403340"/>
                  </a:lnTo>
                  <a:lnTo>
                    <a:pt x="696151" y="5402717"/>
                  </a:lnTo>
                  <a:lnTo>
                    <a:pt x="696297" y="5402717"/>
                  </a:lnTo>
                  <a:lnTo>
                    <a:pt x="697024" y="5402093"/>
                  </a:lnTo>
                  <a:lnTo>
                    <a:pt x="697606" y="5400846"/>
                  </a:lnTo>
                  <a:lnTo>
                    <a:pt x="697606" y="5400222"/>
                  </a:lnTo>
                  <a:lnTo>
                    <a:pt x="697751" y="5400222"/>
                  </a:lnTo>
                  <a:lnTo>
                    <a:pt x="698042" y="5400222"/>
                  </a:lnTo>
                  <a:lnTo>
                    <a:pt x="698624" y="5400222"/>
                  </a:lnTo>
                  <a:lnTo>
                    <a:pt x="698914" y="5400222"/>
                  </a:lnTo>
                  <a:lnTo>
                    <a:pt x="699351" y="5399599"/>
                  </a:lnTo>
                  <a:lnTo>
                    <a:pt x="699351" y="5398975"/>
                  </a:lnTo>
                  <a:lnTo>
                    <a:pt x="699351" y="5398352"/>
                  </a:lnTo>
                  <a:lnTo>
                    <a:pt x="699496" y="5398352"/>
                  </a:lnTo>
                  <a:lnTo>
                    <a:pt x="699496" y="5397728"/>
                  </a:lnTo>
                  <a:lnTo>
                    <a:pt x="699642" y="5397728"/>
                  </a:lnTo>
                  <a:lnTo>
                    <a:pt x="699787" y="5397728"/>
                  </a:lnTo>
                  <a:lnTo>
                    <a:pt x="699932" y="5397728"/>
                  </a:lnTo>
                  <a:lnTo>
                    <a:pt x="700223" y="5397728"/>
                  </a:lnTo>
                  <a:lnTo>
                    <a:pt x="700514" y="5396481"/>
                  </a:lnTo>
                  <a:lnTo>
                    <a:pt x="700660" y="5395234"/>
                  </a:lnTo>
                  <a:lnTo>
                    <a:pt x="700950" y="5393987"/>
                  </a:lnTo>
                  <a:lnTo>
                    <a:pt x="700950" y="5392739"/>
                  </a:lnTo>
                  <a:lnTo>
                    <a:pt x="701241" y="5392116"/>
                  </a:lnTo>
                  <a:lnTo>
                    <a:pt x="701387" y="5392116"/>
                  </a:lnTo>
                  <a:lnTo>
                    <a:pt x="701387" y="5391492"/>
                  </a:lnTo>
                  <a:lnTo>
                    <a:pt x="701532" y="5390869"/>
                  </a:lnTo>
                  <a:lnTo>
                    <a:pt x="701678" y="5390869"/>
                  </a:lnTo>
                  <a:lnTo>
                    <a:pt x="701823" y="5390869"/>
                  </a:lnTo>
                  <a:lnTo>
                    <a:pt x="701968" y="5390869"/>
                  </a:lnTo>
                  <a:lnTo>
                    <a:pt x="702259" y="5390869"/>
                  </a:lnTo>
                  <a:lnTo>
                    <a:pt x="702259" y="5390245"/>
                  </a:lnTo>
                  <a:lnTo>
                    <a:pt x="702841" y="5388998"/>
                  </a:lnTo>
                  <a:lnTo>
                    <a:pt x="703423" y="5388374"/>
                  </a:lnTo>
                  <a:lnTo>
                    <a:pt x="703423" y="5387751"/>
                  </a:lnTo>
                  <a:lnTo>
                    <a:pt x="703568" y="5387751"/>
                  </a:lnTo>
                  <a:lnTo>
                    <a:pt x="703713" y="5387751"/>
                  </a:lnTo>
                  <a:lnTo>
                    <a:pt x="704004" y="5387751"/>
                  </a:lnTo>
                  <a:lnTo>
                    <a:pt x="704004" y="5387127"/>
                  </a:lnTo>
                  <a:lnTo>
                    <a:pt x="704441" y="5387127"/>
                  </a:lnTo>
                  <a:lnTo>
                    <a:pt x="704877" y="5386504"/>
                  </a:lnTo>
                  <a:lnTo>
                    <a:pt x="705022" y="5384633"/>
                  </a:lnTo>
                  <a:lnTo>
                    <a:pt x="705168" y="5384009"/>
                  </a:lnTo>
                  <a:lnTo>
                    <a:pt x="705313" y="5383386"/>
                  </a:lnTo>
                  <a:lnTo>
                    <a:pt x="705604" y="5383386"/>
                  </a:lnTo>
                  <a:lnTo>
                    <a:pt x="705895" y="5383386"/>
                  </a:lnTo>
                  <a:lnTo>
                    <a:pt x="706040" y="5383386"/>
                  </a:lnTo>
                  <a:lnTo>
                    <a:pt x="706186" y="5383386"/>
                  </a:lnTo>
                  <a:lnTo>
                    <a:pt x="706331" y="5383386"/>
                  </a:lnTo>
                  <a:lnTo>
                    <a:pt x="706913" y="5382138"/>
                  </a:lnTo>
                  <a:lnTo>
                    <a:pt x="707058" y="5381515"/>
                  </a:lnTo>
                  <a:lnTo>
                    <a:pt x="707349" y="5380268"/>
                  </a:lnTo>
                  <a:lnTo>
                    <a:pt x="707495" y="5379644"/>
                  </a:lnTo>
                  <a:lnTo>
                    <a:pt x="707785" y="5379644"/>
                  </a:lnTo>
                  <a:lnTo>
                    <a:pt x="708076" y="5379644"/>
                  </a:lnTo>
                  <a:lnTo>
                    <a:pt x="708367" y="5378397"/>
                  </a:lnTo>
                  <a:lnTo>
                    <a:pt x="708658" y="5378397"/>
                  </a:lnTo>
                  <a:lnTo>
                    <a:pt x="708803" y="5378397"/>
                  </a:lnTo>
                  <a:lnTo>
                    <a:pt x="708949" y="5378397"/>
                  </a:lnTo>
                  <a:lnTo>
                    <a:pt x="709094" y="5378397"/>
                  </a:lnTo>
                  <a:lnTo>
                    <a:pt x="709094" y="5377773"/>
                  </a:lnTo>
                  <a:lnTo>
                    <a:pt x="709967" y="5377773"/>
                  </a:lnTo>
                  <a:lnTo>
                    <a:pt x="710258" y="5377150"/>
                  </a:lnTo>
                  <a:lnTo>
                    <a:pt x="710548" y="5376526"/>
                  </a:lnTo>
                  <a:lnTo>
                    <a:pt x="710985" y="5375903"/>
                  </a:lnTo>
                  <a:lnTo>
                    <a:pt x="711130" y="5375903"/>
                  </a:lnTo>
                  <a:lnTo>
                    <a:pt x="711421" y="5375903"/>
                  </a:lnTo>
                  <a:lnTo>
                    <a:pt x="711421" y="5374656"/>
                  </a:lnTo>
                  <a:lnTo>
                    <a:pt x="712003" y="5374032"/>
                  </a:lnTo>
                  <a:lnTo>
                    <a:pt x="712439" y="5374032"/>
                  </a:lnTo>
                  <a:lnTo>
                    <a:pt x="712730" y="5374032"/>
                  </a:lnTo>
                  <a:lnTo>
                    <a:pt x="713457" y="5374032"/>
                  </a:lnTo>
                  <a:lnTo>
                    <a:pt x="713457" y="5373408"/>
                  </a:lnTo>
                  <a:lnTo>
                    <a:pt x="713457" y="5372785"/>
                  </a:lnTo>
                  <a:lnTo>
                    <a:pt x="713457" y="5372161"/>
                  </a:lnTo>
                  <a:lnTo>
                    <a:pt x="713602" y="5372161"/>
                  </a:lnTo>
                  <a:lnTo>
                    <a:pt x="713602" y="5371538"/>
                  </a:lnTo>
                  <a:lnTo>
                    <a:pt x="714184" y="5371538"/>
                  </a:lnTo>
                  <a:lnTo>
                    <a:pt x="714330" y="5371538"/>
                  </a:lnTo>
                  <a:lnTo>
                    <a:pt x="714475" y="5371538"/>
                  </a:lnTo>
                  <a:lnTo>
                    <a:pt x="715202" y="5370914"/>
                  </a:lnTo>
                  <a:lnTo>
                    <a:pt x="715638" y="5370290"/>
                  </a:lnTo>
                  <a:lnTo>
                    <a:pt x="715784" y="5370290"/>
                  </a:lnTo>
                  <a:lnTo>
                    <a:pt x="715929" y="5369667"/>
                  </a:lnTo>
                  <a:lnTo>
                    <a:pt x="716075" y="5369667"/>
                  </a:lnTo>
                  <a:lnTo>
                    <a:pt x="716220" y="5369667"/>
                  </a:lnTo>
                  <a:lnTo>
                    <a:pt x="716365" y="5369667"/>
                  </a:lnTo>
                  <a:lnTo>
                    <a:pt x="716511" y="5369667"/>
                  </a:lnTo>
                  <a:lnTo>
                    <a:pt x="716656" y="5369667"/>
                  </a:lnTo>
                  <a:lnTo>
                    <a:pt x="716947" y="5369667"/>
                  </a:lnTo>
                  <a:lnTo>
                    <a:pt x="717093" y="5369043"/>
                  </a:lnTo>
                  <a:lnTo>
                    <a:pt x="717238" y="5369043"/>
                  </a:lnTo>
                  <a:lnTo>
                    <a:pt x="717383" y="5369043"/>
                  </a:lnTo>
                  <a:lnTo>
                    <a:pt x="717383" y="5368420"/>
                  </a:lnTo>
                  <a:lnTo>
                    <a:pt x="717529" y="5368420"/>
                  </a:lnTo>
                  <a:lnTo>
                    <a:pt x="717674" y="5368420"/>
                  </a:lnTo>
                  <a:lnTo>
                    <a:pt x="717820" y="5367796"/>
                  </a:lnTo>
                  <a:lnTo>
                    <a:pt x="717820" y="5367173"/>
                  </a:lnTo>
                  <a:lnTo>
                    <a:pt x="718256" y="5366549"/>
                  </a:lnTo>
                  <a:lnTo>
                    <a:pt x="718692" y="5366549"/>
                  </a:lnTo>
                  <a:lnTo>
                    <a:pt x="718983" y="5366549"/>
                  </a:lnTo>
                  <a:lnTo>
                    <a:pt x="718983" y="5365925"/>
                  </a:lnTo>
                  <a:lnTo>
                    <a:pt x="719129" y="5365302"/>
                  </a:lnTo>
                  <a:lnTo>
                    <a:pt x="719129" y="5364678"/>
                  </a:lnTo>
                  <a:lnTo>
                    <a:pt x="719274" y="5364678"/>
                  </a:lnTo>
                  <a:lnTo>
                    <a:pt x="719419" y="5364678"/>
                  </a:lnTo>
                  <a:lnTo>
                    <a:pt x="719710" y="5364678"/>
                  </a:lnTo>
                  <a:lnTo>
                    <a:pt x="719856" y="5364678"/>
                  </a:lnTo>
                  <a:lnTo>
                    <a:pt x="720292" y="5364678"/>
                  </a:lnTo>
                  <a:lnTo>
                    <a:pt x="720437" y="5364678"/>
                  </a:lnTo>
                  <a:lnTo>
                    <a:pt x="720583" y="5364678"/>
                  </a:lnTo>
                  <a:lnTo>
                    <a:pt x="720728" y="5364678"/>
                  </a:lnTo>
                  <a:lnTo>
                    <a:pt x="720874" y="5364678"/>
                  </a:lnTo>
                  <a:lnTo>
                    <a:pt x="721455" y="5364678"/>
                  </a:lnTo>
                  <a:lnTo>
                    <a:pt x="721601" y="5364678"/>
                  </a:lnTo>
                  <a:lnTo>
                    <a:pt x="721892" y="5363431"/>
                  </a:lnTo>
                  <a:lnTo>
                    <a:pt x="722037" y="5363431"/>
                  </a:lnTo>
                  <a:lnTo>
                    <a:pt x="722183" y="5363431"/>
                  </a:lnTo>
                  <a:lnTo>
                    <a:pt x="722328" y="5363431"/>
                  </a:lnTo>
                  <a:lnTo>
                    <a:pt x="723055" y="5363431"/>
                  </a:lnTo>
                  <a:lnTo>
                    <a:pt x="723346" y="5362807"/>
                  </a:lnTo>
                  <a:lnTo>
                    <a:pt x="723491" y="5362184"/>
                  </a:lnTo>
                  <a:lnTo>
                    <a:pt x="723637" y="5361560"/>
                  </a:lnTo>
                  <a:lnTo>
                    <a:pt x="723637" y="5360937"/>
                  </a:lnTo>
                  <a:lnTo>
                    <a:pt x="723928" y="5360937"/>
                  </a:lnTo>
                  <a:lnTo>
                    <a:pt x="724509" y="5360937"/>
                  </a:lnTo>
                  <a:lnTo>
                    <a:pt x="725673" y="5359066"/>
                  </a:lnTo>
                  <a:lnTo>
                    <a:pt x="725818" y="5359066"/>
                  </a:lnTo>
                  <a:lnTo>
                    <a:pt x="725964" y="5359066"/>
                  </a:lnTo>
                  <a:lnTo>
                    <a:pt x="726254" y="5357819"/>
                  </a:lnTo>
                  <a:lnTo>
                    <a:pt x="726254" y="5357195"/>
                  </a:lnTo>
                  <a:lnTo>
                    <a:pt x="726400" y="5356572"/>
                  </a:lnTo>
                  <a:lnTo>
                    <a:pt x="726400" y="5355948"/>
                  </a:lnTo>
                  <a:lnTo>
                    <a:pt x="726545" y="5355948"/>
                  </a:lnTo>
                  <a:lnTo>
                    <a:pt x="726836" y="5355324"/>
                  </a:lnTo>
                  <a:lnTo>
                    <a:pt x="727854" y="5354701"/>
                  </a:lnTo>
                  <a:lnTo>
                    <a:pt x="728145" y="5354701"/>
                  </a:lnTo>
                  <a:lnTo>
                    <a:pt x="728436" y="5354077"/>
                  </a:lnTo>
                  <a:lnTo>
                    <a:pt x="728581" y="5354077"/>
                  </a:lnTo>
                  <a:lnTo>
                    <a:pt x="728872" y="5354077"/>
                  </a:lnTo>
                  <a:lnTo>
                    <a:pt x="729163" y="5352830"/>
                  </a:lnTo>
                  <a:lnTo>
                    <a:pt x="729745" y="5352207"/>
                  </a:lnTo>
                  <a:lnTo>
                    <a:pt x="730181" y="5352207"/>
                  </a:lnTo>
                  <a:lnTo>
                    <a:pt x="730326" y="5350959"/>
                  </a:lnTo>
                  <a:lnTo>
                    <a:pt x="730472" y="5350959"/>
                  </a:lnTo>
                  <a:lnTo>
                    <a:pt x="730617" y="5350959"/>
                  </a:lnTo>
                  <a:lnTo>
                    <a:pt x="730763" y="5350959"/>
                  </a:lnTo>
                  <a:lnTo>
                    <a:pt x="731053" y="5350959"/>
                  </a:lnTo>
                  <a:lnTo>
                    <a:pt x="731199" y="5349712"/>
                  </a:lnTo>
                  <a:lnTo>
                    <a:pt x="731781" y="5349712"/>
                  </a:lnTo>
                  <a:lnTo>
                    <a:pt x="731781" y="5349089"/>
                  </a:lnTo>
                  <a:lnTo>
                    <a:pt x="732217" y="5349089"/>
                  </a:lnTo>
                  <a:lnTo>
                    <a:pt x="732362" y="5349089"/>
                  </a:lnTo>
                  <a:lnTo>
                    <a:pt x="732653" y="5349089"/>
                  </a:lnTo>
                  <a:lnTo>
                    <a:pt x="732799" y="5349089"/>
                  </a:lnTo>
                  <a:lnTo>
                    <a:pt x="733089" y="5349089"/>
                  </a:lnTo>
                  <a:lnTo>
                    <a:pt x="733671" y="5349089"/>
                  </a:lnTo>
                  <a:lnTo>
                    <a:pt x="733962" y="5348465"/>
                  </a:lnTo>
                  <a:lnTo>
                    <a:pt x="734398" y="5348465"/>
                  </a:lnTo>
                  <a:lnTo>
                    <a:pt x="734689" y="5347218"/>
                  </a:lnTo>
                  <a:lnTo>
                    <a:pt x="734980" y="5346594"/>
                  </a:lnTo>
                  <a:lnTo>
                    <a:pt x="735416" y="5345971"/>
                  </a:lnTo>
                  <a:lnTo>
                    <a:pt x="735707" y="5345347"/>
                  </a:lnTo>
                  <a:lnTo>
                    <a:pt x="735853" y="5345347"/>
                  </a:lnTo>
                  <a:lnTo>
                    <a:pt x="736434" y="5345347"/>
                  </a:lnTo>
                  <a:lnTo>
                    <a:pt x="736580" y="5345347"/>
                  </a:lnTo>
                  <a:lnTo>
                    <a:pt x="736725" y="5345347"/>
                  </a:lnTo>
                  <a:lnTo>
                    <a:pt x="736870" y="5345347"/>
                  </a:lnTo>
                  <a:lnTo>
                    <a:pt x="737016" y="5345347"/>
                  </a:lnTo>
                  <a:lnTo>
                    <a:pt x="737307" y="5345347"/>
                  </a:lnTo>
                  <a:lnTo>
                    <a:pt x="737452" y="5345347"/>
                  </a:lnTo>
                  <a:lnTo>
                    <a:pt x="737743" y="5345347"/>
                  </a:lnTo>
                  <a:lnTo>
                    <a:pt x="737888" y="5344724"/>
                  </a:lnTo>
                  <a:lnTo>
                    <a:pt x="738470" y="5344100"/>
                  </a:lnTo>
                  <a:lnTo>
                    <a:pt x="738616" y="5344100"/>
                  </a:lnTo>
                  <a:lnTo>
                    <a:pt x="738906" y="5344100"/>
                  </a:lnTo>
                  <a:lnTo>
                    <a:pt x="739052" y="5344100"/>
                  </a:lnTo>
                  <a:lnTo>
                    <a:pt x="739197" y="5344100"/>
                  </a:lnTo>
                  <a:lnTo>
                    <a:pt x="739488" y="5343476"/>
                  </a:lnTo>
                  <a:lnTo>
                    <a:pt x="739634" y="5343476"/>
                  </a:lnTo>
                  <a:lnTo>
                    <a:pt x="740215" y="5343476"/>
                  </a:lnTo>
                  <a:lnTo>
                    <a:pt x="740361" y="5343476"/>
                  </a:lnTo>
                  <a:lnTo>
                    <a:pt x="740652" y="5343476"/>
                  </a:lnTo>
                  <a:lnTo>
                    <a:pt x="741088" y="5342853"/>
                  </a:lnTo>
                  <a:lnTo>
                    <a:pt x="741233" y="5342853"/>
                  </a:lnTo>
                  <a:lnTo>
                    <a:pt x="741524" y="5342229"/>
                  </a:lnTo>
                  <a:lnTo>
                    <a:pt x="741670" y="5342229"/>
                  </a:lnTo>
                  <a:lnTo>
                    <a:pt x="741960" y="5342229"/>
                  </a:lnTo>
                  <a:lnTo>
                    <a:pt x="742251" y="5340982"/>
                  </a:lnTo>
                  <a:lnTo>
                    <a:pt x="742542" y="5340982"/>
                  </a:lnTo>
                  <a:lnTo>
                    <a:pt x="743269" y="5340358"/>
                  </a:lnTo>
                  <a:lnTo>
                    <a:pt x="743415" y="5340358"/>
                  </a:lnTo>
                  <a:lnTo>
                    <a:pt x="743560" y="5339735"/>
                  </a:lnTo>
                  <a:lnTo>
                    <a:pt x="744578" y="5338488"/>
                  </a:lnTo>
                  <a:lnTo>
                    <a:pt x="744723" y="5338488"/>
                  </a:lnTo>
                  <a:lnTo>
                    <a:pt x="745014" y="5337864"/>
                  </a:lnTo>
                  <a:lnTo>
                    <a:pt x="745160" y="5337864"/>
                  </a:lnTo>
                  <a:lnTo>
                    <a:pt x="745305" y="5337864"/>
                  </a:lnTo>
                  <a:lnTo>
                    <a:pt x="745741" y="5337241"/>
                  </a:lnTo>
                  <a:lnTo>
                    <a:pt x="746323" y="5337241"/>
                  </a:lnTo>
                  <a:lnTo>
                    <a:pt x="746759" y="5337241"/>
                  </a:lnTo>
                  <a:lnTo>
                    <a:pt x="746905" y="5337241"/>
                  </a:lnTo>
                  <a:lnTo>
                    <a:pt x="748359" y="5336617"/>
                  </a:lnTo>
                  <a:lnTo>
                    <a:pt x="748505" y="5336617"/>
                  </a:lnTo>
                  <a:lnTo>
                    <a:pt x="748941" y="5335370"/>
                  </a:lnTo>
                  <a:lnTo>
                    <a:pt x="749377" y="5335370"/>
                  </a:lnTo>
                  <a:lnTo>
                    <a:pt x="749522" y="5335370"/>
                  </a:lnTo>
                  <a:lnTo>
                    <a:pt x="749668" y="5335370"/>
                  </a:lnTo>
                  <a:lnTo>
                    <a:pt x="749813" y="5335370"/>
                  </a:lnTo>
                  <a:lnTo>
                    <a:pt x="750104" y="5334123"/>
                  </a:lnTo>
                  <a:lnTo>
                    <a:pt x="750250" y="5333499"/>
                  </a:lnTo>
                  <a:lnTo>
                    <a:pt x="750395" y="5332875"/>
                  </a:lnTo>
                  <a:lnTo>
                    <a:pt x="750977" y="5331005"/>
                  </a:lnTo>
                  <a:lnTo>
                    <a:pt x="751122" y="5331005"/>
                  </a:lnTo>
                  <a:lnTo>
                    <a:pt x="752140" y="5330381"/>
                  </a:lnTo>
                  <a:lnTo>
                    <a:pt x="752576" y="5330381"/>
                  </a:lnTo>
                  <a:lnTo>
                    <a:pt x="752722" y="5330381"/>
                  </a:lnTo>
                  <a:lnTo>
                    <a:pt x="753304" y="5330381"/>
                  </a:lnTo>
                  <a:lnTo>
                    <a:pt x="753740" y="5329758"/>
                  </a:lnTo>
                  <a:lnTo>
                    <a:pt x="753885" y="5329758"/>
                  </a:lnTo>
                  <a:lnTo>
                    <a:pt x="753885" y="5329134"/>
                  </a:lnTo>
                  <a:lnTo>
                    <a:pt x="754031" y="5329134"/>
                  </a:lnTo>
                  <a:lnTo>
                    <a:pt x="754612" y="5327263"/>
                  </a:lnTo>
                  <a:lnTo>
                    <a:pt x="754758" y="5327263"/>
                  </a:lnTo>
                  <a:lnTo>
                    <a:pt x="754903" y="5327263"/>
                  </a:lnTo>
                  <a:lnTo>
                    <a:pt x="755194" y="5326640"/>
                  </a:lnTo>
                  <a:lnTo>
                    <a:pt x="755340" y="5326640"/>
                  </a:lnTo>
                  <a:lnTo>
                    <a:pt x="755776" y="5326640"/>
                  </a:lnTo>
                  <a:lnTo>
                    <a:pt x="755921" y="5326640"/>
                  </a:lnTo>
                  <a:lnTo>
                    <a:pt x="756067" y="5326016"/>
                  </a:lnTo>
                  <a:lnTo>
                    <a:pt x="756503" y="5326016"/>
                  </a:lnTo>
                  <a:lnTo>
                    <a:pt x="756648" y="5324769"/>
                  </a:lnTo>
                  <a:lnTo>
                    <a:pt x="756794" y="5324769"/>
                  </a:lnTo>
                  <a:lnTo>
                    <a:pt x="757085" y="5324769"/>
                  </a:lnTo>
                  <a:lnTo>
                    <a:pt x="757957" y="5322275"/>
                  </a:lnTo>
                  <a:lnTo>
                    <a:pt x="758103" y="5322275"/>
                  </a:lnTo>
                  <a:lnTo>
                    <a:pt x="758393" y="5321651"/>
                  </a:lnTo>
                  <a:lnTo>
                    <a:pt x="758539" y="5321651"/>
                  </a:lnTo>
                  <a:lnTo>
                    <a:pt x="758975" y="5321027"/>
                  </a:lnTo>
                  <a:lnTo>
                    <a:pt x="759121" y="5319157"/>
                  </a:lnTo>
                  <a:lnTo>
                    <a:pt x="759266" y="5319157"/>
                  </a:lnTo>
                  <a:lnTo>
                    <a:pt x="759411" y="5319157"/>
                  </a:lnTo>
                  <a:lnTo>
                    <a:pt x="759702" y="5319157"/>
                  </a:lnTo>
                  <a:lnTo>
                    <a:pt x="759993" y="5318533"/>
                  </a:lnTo>
                  <a:lnTo>
                    <a:pt x="760284" y="5318533"/>
                  </a:lnTo>
                  <a:lnTo>
                    <a:pt x="760575" y="5318533"/>
                  </a:lnTo>
                  <a:lnTo>
                    <a:pt x="760720" y="5317286"/>
                  </a:lnTo>
                  <a:lnTo>
                    <a:pt x="760866" y="5317286"/>
                  </a:lnTo>
                  <a:lnTo>
                    <a:pt x="761157" y="5317286"/>
                  </a:lnTo>
                  <a:lnTo>
                    <a:pt x="761302" y="5317286"/>
                  </a:lnTo>
                  <a:lnTo>
                    <a:pt x="761884" y="5317286"/>
                  </a:lnTo>
                  <a:lnTo>
                    <a:pt x="762175" y="5317286"/>
                  </a:lnTo>
                  <a:lnTo>
                    <a:pt x="762465" y="5316039"/>
                  </a:lnTo>
                  <a:lnTo>
                    <a:pt x="762611" y="5316039"/>
                  </a:lnTo>
                  <a:lnTo>
                    <a:pt x="763338" y="5316039"/>
                  </a:lnTo>
                  <a:lnTo>
                    <a:pt x="763774" y="5316039"/>
                  </a:lnTo>
                  <a:lnTo>
                    <a:pt x="764501" y="5314168"/>
                  </a:lnTo>
                  <a:lnTo>
                    <a:pt x="765083" y="5314168"/>
                  </a:lnTo>
                  <a:lnTo>
                    <a:pt x="765228" y="5314168"/>
                  </a:lnTo>
                  <a:lnTo>
                    <a:pt x="765374" y="5313544"/>
                  </a:lnTo>
                  <a:lnTo>
                    <a:pt x="765665" y="5312297"/>
                  </a:lnTo>
                  <a:lnTo>
                    <a:pt x="766101" y="5312297"/>
                  </a:lnTo>
                  <a:lnTo>
                    <a:pt x="766683" y="5312297"/>
                  </a:lnTo>
                  <a:lnTo>
                    <a:pt x="767119" y="5311674"/>
                  </a:lnTo>
                  <a:lnTo>
                    <a:pt x="767410" y="5311050"/>
                  </a:lnTo>
                  <a:lnTo>
                    <a:pt x="767992" y="5309803"/>
                  </a:lnTo>
                  <a:lnTo>
                    <a:pt x="768137" y="5309803"/>
                  </a:lnTo>
                  <a:lnTo>
                    <a:pt x="768282" y="5309803"/>
                  </a:lnTo>
                  <a:lnTo>
                    <a:pt x="768573" y="5309803"/>
                  </a:lnTo>
                  <a:lnTo>
                    <a:pt x="768719" y="5309803"/>
                  </a:lnTo>
                  <a:lnTo>
                    <a:pt x="768864" y="5309179"/>
                  </a:lnTo>
                  <a:lnTo>
                    <a:pt x="769010" y="5309179"/>
                  </a:lnTo>
                  <a:lnTo>
                    <a:pt x="769155" y="5309179"/>
                  </a:lnTo>
                  <a:lnTo>
                    <a:pt x="770173" y="5309179"/>
                  </a:lnTo>
                  <a:lnTo>
                    <a:pt x="770173" y="5308556"/>
                  </a:lnTo>
                  <a:lnTo>
                    <a:pt x="770609" y="5308556"/>
                  </a:lnTo>
                  <a:lnTo>
                    <a:pt x="770900" y="5307309"/>
                  </a:lnTo>
                  <a:lnTo>
                    <a:pt x="771336" y="5307309"/>
                  </a:lnTo>
                  <a:lnTo>
                    <a:pt x="771773" y="5307309"/>
                  </a:lnTo>
                  <a:lnTo>
                    <a:pt x="772209" y="5307309"/>
                  </a:lnTo>
                  <a:lnTo>
                    <a:pt x="772354" y="5307309"/>
                  </a:lnTo>
                  <a:lnTo>
                    <a:pt x="772645" y="5306685"/>
                  </a:lnTo>
                  <a:lnTo>
                    <a:pt x="773081" y="5306061"/>
                  </a:lnTo>
                  <a:lnTo>
                    <a:pt x="773227" y="5306061"/>
                  </a:lnTo>
                  <a:lnTo>
                    <a:pt x="773372" y="5306061"/>
                  </a:lnTo>
                  <a:lnTo>
                    <a:pt x="773809" y="5306061"/>
                  </a:lnTo>
                  <a:lnTo>
                    <a:pt x="774099" y="5304191"/>
                  </a:lnTo>
                  <a:lnTo>
                    <a:pt x="774245" y="5303567"/>
                  </a:lnTo>
                  <a:lnTo>
                    <a:pt x="775117" y="5303567"/>
                  </a:lnTo>
                  <a:lnTo>
                    <a:pt x="775263" y="5303567"/>
                  </a:lnTo>
                  <a:lnTo>
                    <a:pt x="775554" y="5303567"/>
                  </a:lnTo>
                  <a:lnTo>
                    <a:pt x="775845" y="5303567"/>
                  </a:lnTo>
                  <a:lnTo>
                    <a:pt x="776135" y="5302944"/>
                  </a:lnTo>
                  <a:lnTo>
                    <a:pt x="776281" y="5302320"/>
                  </a:lnTo>
                  <a:lnTo>
                    <a:pt x="776717" y="5302320"/>
                  </a:lnTo>
                  <a:lnTo>
                    <a:pt x="776862" y="5302320"/>
                  </a:lnTo>
                  <a:lnTo>
                    <a:pt x="777299" y="5302320"/>
                  </a:lnTo>
                  <a:lnTo>
                    <a:pt x="777735" y="5302320"/>
                  </a:lnTo>
                  <a:lnTo>
                    <a:pt x="777735" y="5301696"/>
                  </a:lnTo>
                  <a:lnTo>
                    <a:pt x="778026" y="5301073"/>
                  </a:lnTo>
                  <a:lnTo>
                    <a:pt x="778317" y="5301073"/>
                  </a:lnTo>
                  <a:lnTo>
                    <a:pt x="778462" y="5301073"/>
                  </a:lnTo>
                  <a:lnTo>
                    <a:pt x="779189" y="5301073"/>
                  </a:lnTo>
                  <a:lnTo>
                    <a:pt x="779335" y="5301073"/>
                  </a:lnTo>
                  <a:lnTo>
                    <a:pt x="779626" y="5301073"/>
                  </a:lnTo>
                  <a:lnTo>
                    <a:pt x="780062" y="5301073"/>
                  </a:lnTo>
                  <a:lnTo>
                    <a:pt x="780207" y="5301073"/>
                  </a:lnTo>
                  <a:lnTo>
                    <a:pt x="780644" y="5301073"/>
                  </a:lnTo>
                  <a:lnTo>
                    <a:pt x="780934" y="5300449"/>
                  </a:lnTo>
                  <a:lnTo>
                    <a:pt x="781080" y="5300449"/>
                  </a:lnTo>
                  <a:lnTo>
                    <a:pt x="781225" y="5300449"/>
                  </a:lnTo>
                  <a:lnTo>
                    <a:pt x="781662" y="5299826"/>
                  </a:lnTo>
                  <a:lnTo>
                    <a:pt x="781952" y="5299826"/>
                  </a:lnTo>
                  <a:lnTo>
                    <a:pt x="782243" y="5299826"/>
                  </a:lnTo>
                  <a:lnTo>
                    <a:pt x="782680" y="5298578"/>
                  </a:lnTo>
                  <a:lnTo>
                    <a:pt x="782970" y="5298578"/>
                  </a:lnTo>
                  <a:lnTo>
                    <a:pt x="783116" y="5298578"/>
                  </a:lnTo>
                  <a:lnTo>
                    <a:pt x="783261" y="5297955"/>
                  </a:lnTo>
                  <a:lnTo>
                    <a:pt x="783407" y="5297331"/>
                  </a:lnTo>
                  <a:lnTo>
                    <a:pt x="783843" y="5297331"/>
                  </a:lnTo>
                  <a:lnTo>
                    <a:pt x="784715" y="5297331"/>
                  </a:lnTo>
                  <a:lnTo>
                    <a:pt x="784861" y="5297331"/>
                  </a:lnTo>
                  <a:lnTo>
                    <a:pt x="785006" y="5297331"/>
                  </a:lnTo>
                  <a:lnTo>
                    <a:pt x="785152" y="5296708"/>
                  </a:lnTo>
                  <a:lnTo>
                    <a:pt x="785297" y="5296708"/>
                  </a:lnTo>
                  <a:lnTo>
                    <a:pt x="786170" y="5296084"/>
                  </a:lnTo>
                  <a:lnTo>
                    <a:pt x="786461" y="5295461"/>
                  </a:lnTo>
                  <a:lnTo>
                    <a:pt x="787188" y="5294837"/>
                  </a:lnTo>
                  <a:lnTo>
                    <a:pt x="787479" y="5294213"/>
                  </a:lnTo>
                  <a:lnTo>
                    <a:pt x="787769" y="5294213"/>
                  </a:lnTo>
                  <a:lnTo>
                    <a:pt x="787915" y="5294213"/>
                  </a:lnTo>
                  <a:lnTo>
                    <a:pt x="788060" y="5293590"/>
                  </a:lnTo>
                  <a:lnTo>
                    <a:pt x="788351" y="5291719"/>
                  </a:lnTo>
                  <a:lnTo>
                    <a:pt x="788351" y="5291095"/>
                  </a:lnTo>
                  <a:lnTo>
                    <a:pt x="788497" y="5291095"/>
                  </a:lnTo>
                  <a:lnTo>
                    <a:pt x="789078" y="5289848"/>
                  </a:lnTo>
                  <a:lnTo>
                    <a:pt x="789805" y="5288601"/>
                  </a:lnTo>
                  <a:lnTo>
                    <a:pt x="789805" y="5287978"/>
                  </a:lnTo>
                  <a:lnTo>
                    <a:pt x="790387" y="5287978"/>
                  </a:lnTo>
                  <a:lnTo>
                    <a:pt x="790823" y="5286730"/>
                  </a:lnTo>
                  <a:lnTo>
                    <a:pt x="790969" y="5286730"/>
                  </a:lnTo>
                  <a:lnTo>
                    <a:pt x="791405" y="5285483"/>
                  </a:lnTo>
                  <a:lnTo>
                    <a:pt x="792132" y="5285483"/>
                  </a:lnTo>
                  <a:lnTo>
                    <a:pt x="792278" y="5284860"/>
                  </a:lnTo>
                  <a:lnTo>
                    <a:pt x="792423" y="5284860"/>
                  </a:lnTo>
                  <a:lnTo>
                    <a:pt x="792568" y="5284860"/>
                  </a:lnTo>
                  <a:lnTo>
                    <a:pt x="792714" y="5284860"/>
                  </a:lnTo>
                  <a:lnTo>
                    <a:pt x="793150" y="5284236"/>
                  </a:lnTo>
                  <a:lnTo>
                    <a:pt x="793296" y="5282365"/>
                  </a:lnTo>
                  <a:lnTo>
                    <a:pt x="793441" y="5282365"/>
                  </a:lnTo>
                  <a:lnTo>
                    <a:pt x="793732" y="5282365"/>
                  </a:lnTo>
                  <a:lnTo>
                    <a:pt x="794023" y="5282365"/>
                  </a:lnTo>
                  <a:lnTo>
                    <a:pt x="794168" y="5282365"/>
                  </a:lnTo>
                  <a:lnTo>
                    <a:pt x="794314" y="5282365"/>
                  </a:lnTo>
                  <a:lnTo>
                    <a:pt x="794459" y="5281118"/>
                  </a:lnTo>
                  <a:lnTo>
                    <a:pt x="794750" y="5279871"/>
                  </a:lnTo>
                  <a:lnTo>
                    <a:pt x="794750" y="5279247"/>
                  </a:lnTo>
                  <a:lnTo>
                    <a:pt x="795186" y="5279247"/>
                  </a:lnTo>
                  <a:lnTo>
                    <a:pt x="795332" y="5279247"/>
                  </a:lnTo>
                  <a:lnTo>
                    <a:pt x="795477" y="5279247"/>
                  </a:lnTo>
                  <a:lnTo>
                    <a:pt x="795768" y="5279247"/>
                  </a:lnTo>
                  <a:lnTo>
                    <a:pt x="795768" y="5278624"/>
                  </a:lnTo>
                  <a:lnTo>
                    <a:pt x="795913" y="5278624"/>
                  </a:lnTo>
                  <a:lnTo>
                    <a:pt x="795913" y="5278000"/>
                  </a:lnTo>
                  <a:lnTo>
                    <a:pt x="796059" y="5278000"/>
                  </a:lnTo>
                  <a:lnTo>
                    <a:pt x="796204" y="5278000"/>
                  </a:lnTo>
                  <a:lnTo>
                    <a:pt x="796204" y="5276753"/>
                  </a:lnTo>
                  <a:lnTo>
                    <a:pt x="796204" y="5276130"/>
                  </a:lnTo>
                  <a:lnTo>
                    <a:pt x="796640" y="5275506"/>
                  </a:lnTo>
                  <a:lnTo>
                    <a:pt x="796786" y="5274882"/>
                  </a:lnTo>
                  <a:lnTo>
                    <a:pt x="796786" y="5274259"/>
                  </a:lnTo>
                  <a:lnTo>
                    <a:pt x="796931" y="5274259"/>
                  </a:lnTo>
                  <a:lnTo>
                    <a:pt x="797077" y="5274259"/>
                  </a:lnTo>
                  <a:lnTo>
                    <a:pt x="797367" y="5273635"/>
                  </a:lnTo>
                  <a:lnTo>
                    <a:pt x="797513" y="5273635"/>
                  </a:lnTo>
                  <a:lnTo>
                    <a:pt x="797658" y="5273635"/>
                  </a:lnTo>
                  <a:lnTo>
                    <a:pt x="797804" y="5273012"/>
                  </a:lnTo>
                  <a:lnTo>
                    <a:pt x="798095" y="5273012"/>
                  </a:lnTo>
                  <a:lnTo>
                    <a:pt x="798240" y="5273012"/>
                  </a:lnTo>
                  <a:lnTo>
                    <a:pt x="798385" y="5273012"/>
                  </a:lnTo>
                  <a:lnTo>
                    <a:pt x="798531" y="5273012"/>
                  </a:lnTo>
                  <a:lnTo>
                    <a:pt x="798676" y="5273012"/>
                  </a:lnTo>
                  <a:lnTo>
                    <a:pt x="798822" y="5272388"/>
                  </a:lnTo>
                  <a:lnTo>
                    <a:pt x="799113" y="5272388"/>
                  </a:lnTo>
                  <a:lnTo>
                    <a:pt x="799549" y="5272388"/>
                  </a:lnTo>
                  <a:lnTo>
                    <a:pt x="799840" y="5272388"/>
                  </a:lnTo>
                  <a:lnTo>
                    <a:pt x="800131" y="5272388"/>
                  </a:lnTo>
                  <a:lnTo>
                    <a:pt x="800131" y="5271141"/>
                  </a:lnTo>
                  <a:lnTo>
                    <a:pt x="800276" y="5271141"/>
                  </a:lnTo>
                  <a:lnTo>
                    <a:pt x="800276" y="5269894"/>
                  </a:lnTo>
                  <a:lnTo>
                    <a:pt x="800421" y="5269894"/>
                  </a:lnTo>
                  <a:lnTo>
                    <a:pt x="800421" y="5269270"/>
                  </a:lnTo>
                  <a:lnTo>
                    <a:pt x="800712" y="5268647"/>
                  </a:lnTo>
                  <a:lnTo>
                    <a:pt x="801003" y="5268647"/>
                  </a:lnTo>
                  <a:lnTo>
                    <a:pt x="801149" y="5268647"/>
                  </a:lnTo>
                  <a:lnTo>
                    <a:pt x="801294" y="5268647"/>
                  </a:lnTo>
                  <a:lnTo>
                    <a:pt x="801876" y="5267399"/>
                  </a:lnTo>
                  <a:lnTo>
                    <a:pt x="802894" y="5266152"/>
                  </a:lnTo>
                  <a:lnTo>
                    <a:pt x="803039" y="5266152"/>
                  </a:lnTo>
                  <a:lnTo>
                    <a:pt x="803039" y="5265529"/>
                  </a:lnTo>
                  <a:lnTo>
                    <a:pt x="803185" y="5264905"/>
                  </a:lnTo>
                  <a:lnTo>
                    <a:pt x="803621" y="5263658"/>
                  </a:lnTo>
                  <a:lnTo>
                    <a:pt x="803766" y="5263658"/>
                  </a:lnTo>
                  <a:lnTo>
                    <a:pt x="804202" y="5263658"/>
                  </a:lnTo>
                  <a:lnTo>
                    <a:pt x="804348" y="5262411"/>
                  </a:lnTo>
                  <a:lnTo>
                    <a:pt x="804784" y="5262411"/>
                  </a:lnTo>
                  <a:lnTo>
                    <a:pt x="804930" y="5262411"/>
                  </a:lnTo>
                  <a:lnTo>
                    <a:pt x="805075" y="5261787"/>
                  </a:lnTo>
                  <a:lnTo>
                    <a:pt x="805366" y="5261787"/>
                  </a:lnTo>
                  <a:lnTo>
                    <a:pt x="805511" y="5261164"/>
                  </a:lnTo>
                  <a:lnTo>
                    <a:pt x="805511" y="5260540"/>
                  </a:lnTo>
                  <a:lnTo>
                    <a:pt x="805657" y="5260540"/>
                  </a:lnTo>
                  <a:lnTo>
                    <a:pt x="805948" y="5259916"/>
                  </a:lnTo>
                  <a:lnTo>
                    <a:pt x="805948" y="5259293"/>
                  </a:lnTo>
                  <a:lnTo>
                    <a:pt x="806384" y="5258669"/>
                  </a:lnTo>
                  <a:lnTo>
                    <a:pt x="806384" y="5257422"/>
                  </a:lnTo>
                  <a:lnTo>
                    <a:pt x="807256" y="5256798"/>
                  </a:lnTo>
                  <a:lnTo>
                    <a:pt x="807402" y="5256798"/>
                  </a:lnTo>
                  <a:lnTo>
                    <a:pt x="807547" y="5256798"/>
                  </a:lnTo>
                  <a:lnTo>
                    <a:pt x="808129" y="5254928"/>
                  </a:lnTo>
                  <a:lnTo>
                    <a:pt x="808274" y="5254928"/>
                  </a:lnTo>
                  <a:lnTo>
                    <a:pt x="808565" y="5254928"/>
                  </a:lnTo>
                  <a:lnTo>
                    <a:pt x="808565" y="5254304"/>
                  </a:lnTo>
                  <a:lnTo>
                    <a:pt x="808856" y="5253681"/>
                  </a:lnTo>
                  <a:lnTo>
                    <a:pt x="809147" y="5253057"/>
                  </a:lnTo>
                  <a:lnTo>
                    <a:pt x="809292" y="5252433"/>
                  </a:lnTo>
                  <a:lnTo>
                    <a:pt x="809583" y="5252433"/>
                  </a:lnTo>
                  <a:lnTo>
                    <a:pt x="809729" y="5251810"/>
                  </a:lnTo>
                  <a:lnTo>
                    <a:pt x="809874" y="5251186"/>
                  </a:lnTo>
                  <a:lnTo>
                    <a:pt x="810165" y="5251186"/>
                  </a:lnTo>
                  <a:lnTo>
                    <a:pt x="810892" y="5251186"/>
                  </a:lnTo>
                  <a:lnTo>
                    <a:pt x="811183" y="5249315"/>
                  </a:lnTo>
                  <a:lnTo>
                    <a:pt x="811328" y="5249315"/>
                  </a:lnTo>
                  <a:lnTo>
                    <a:pt x="811765" y="5249315"/>
                  </a:lnTo>
                  <a:lnTo>
                    <a:pt x="812201" y="5249315"/>
                  </a:lnTo>
                  <a:lnTo>
                    <a:pt x="812637" y="5248692"/>
                  </a:lnTo>
                  <a:lnTo>
                    <a:pt x="812783" y="5248692"/>
                  </a:lnTo>
                  <a:lnTo>
                    <a:pt x="812928" y="5248692"/>
                  </a:lnTo>
                  <a:lnTo>
                    <a:pt x="812928" y="5248068"/>
                  </a:lnTo>
                  <a:lnTo>
                    <a:pt x="813073" y="5248068"/>
                  </a:lnTo>
                  <a:lnTo>
                    <a:pt x="813510" y="5248068"/>
                  </a:lnTo>
                  <a:lnTo>
                    <a:pt x="813655" y="5248068"/>
                  </a:lnTo>
                  <a:lnTo>
                    <a:pt x="814091" y="5248068"/>
                  </a:lnTo>
                  <a:lnTo>
                    <a:pt x="814237" y="5248068"/>
                  </a:lnTo>
                  <a:lnTo>
                    <a:pt x="814382" y="5248068"/>
                  </a:lnTo>
                  <a:lnTo>
                    <a:pt x="814673" y="5248068"/>
                  </a:lnTo>
                  <a:lnTo>
                    <a:pt x="814964" y="5246821"/>
                  </a:lnTo>
                  <a:lnTo>
                    <a:pt x="814964" y="5246198"/>
                  </a:lnTo>
                  <a:lnTo>
                    <a:pt x="815109" y="5246198"/>
                  </a:lnTo>
                  <a:lnTo>
                    <a:pt x="815546" y="5246198"/>
                  </a:lnTo>
                  <a:lnTo>
                    <a:pt x="815691" y="5245574"/>
                  </a:lnTo>
                  <a:lnTo>
                    <a:pt x="815837" y="5244950"/>
                  </a:lnTo>
                  <a:lnTo>
                    <a:pt x="816127" y="5244327"/>
                  </a:lnTo>
                  <a:lnTo>
                    <a:pt x="816418" y="5244327"/>
                  </a:lnTo>
                  <a:lnTo>
                    <a:pt x="816564" y="5244327"/>
                  </a:lnTo>
                  <a:lnTo>
                    <a:pt x="816709" y="5244327"/>
                  </a:lnTo>
                  <a:lnTo>
                    <a:pt x="817145" y="5244327"/>
                  </a:lnTo>
                  <a:lnTo>
                    <a:pt x="817727" y="5244327"/>
                  </a:lnTo>
                  <a:lnTo>
                    <a:pt x="817872" y="5243703"/>
                  </a:lnTo>
                  <a:lnTo>
                    <a:pt x="818018" y="5243703"/>
                  </a:lnTo>
                  <a:lnTo>
                    <a:pt x="818018" y="5242456"/>
                  </a:lnTo>
                  <a:lnTo>
                    <a:pt x="818309" y="5242456"/>
                  </a:lnTo>
                  <a:lnTo>
                    <a:pt x="818600" y="5242456"/>
                  </a:lnTo>
                  <a:lnTo>
                    <a:pt x="818745" y="5242456"/>
                  </a:lnTo>
                  <a:lnTo>
                    <a:pt x="818890" y="5242456"/>
                  </a:lnTo>
                  <a:lnTo>
                    <a:pt x="819036" y="5242456"/>
                  </a:lnTo>
                  <a:lnTo>
                    <a:pt x="819181" y="5242456"/>
                  </a:lnTo>
                  <a:lnTo>
                    <a:pt x="819181" y="5241832"/>
                  </a:lnTo>
                  <a:lnTo>
                    <a:pt x="819327" y="5241832"/>
                  </a:lnTo>
                  <a:lnTo>
                    <a:pt x="819908" y="5241832"/>
                  </a:lnTo>
                  <a:lnTo>
                    <a:pt x="820054" y="5241832"/>
                  </a:lnTo>
                  <a:lnTo>
                    <a:pt x="820199" y="5241832"/>
                  </a:lnTo>
                  <a:lnTo>
                    <a:pt x="820636" y="5241832"/>
                  </a:lnTo>
                  <a:lnTo>
                    <a:pt x="820781" y="5241832"/>
                  </a:lnTo>
                  <a:lnTo>
                    <a:pt x="820926" y="5241832"/>
                  </a:lnTo>
                  <a:lnTo>
                    <a:pt x="821508" y="5241832"/>
                  </a:lnTo>
                  <a:lnTo>
                    <a:pt x="822672" y="5240585"/>
                  </a:lnTo>
                  <a:lnTo>
                    <a:pt x="822672" y="5239962"/>
                  </a:lnTo>
                  <a:lnTo>
                    <a:pt x="823253" y="5239338"/>
                  </a:lnTo>
                  <a:lnTo>
                    <a:pt x="823544" y="5239338"/>
                  </a:lnTo>
                  <a:lnTo>
                    <a:pt x="823544" y="5238715"/>
                  </a:lnTo>
                  <a:lnTo>
                    <a:pt x="824271" y="5238091"/>
                  </a:lnTo>
                  <a:lnTo>
                    <a:pt x="824562" y="5238091"/>
                  </a:lnTo>
                  <a:lnTo>
                    <a:pt x="824998" y="5238091"/>
                  </a:lnTo>
                  <a:lnTo>
                    <a:pt x="824998" y="5236844"/>
                  </a:lnTo>
                  <a:lnTo>
                    <a:pt x="825144" y="5236844"/>
                  </a:lnTo>
                  <a:lnTo>
                    <a:pt x="825435" y="5236844"/>
                  </a:lnTo>
                  <a:lnTo>
                    <a:pt x="826016" y="5234973"/>
                  </a:lnTo>
                  <a:lnTo>
                    <a:pt x="826598" y="5234973"/>
                  </a:lnTo>
                  <a:lnTo>
                    <a:pt x="827034" y="5234973"/>
                  </a:lnTo>
                  <a:lnTo>
                    <a:pt x="827180" y="5234349"/>
                  </a:lnTo>
                  <a:lnTo>
                    <a:pt x="827761" y="5233726"/>
                  </a:lnTo>
                  <a:lnTo>
                    <a:pt x="828198" y="5233726"/>
                  </a:lnTo>
                  <a:lnTo>
                    <a:pt x="828198" y="5233102"/>
                  </a:lnTo>
                  <a:lnTo>
                    <a:pt x="828489" y="5233102"/>
                  </a:lnTo>
                  <a:lnTo>
                    <a:pt x="828925" y="5233102"/>
                  </a:lnTo>
                  <a:lnTo>
                    <a:pt x="829652" y="5233102"/>
                  </a:lnTo>
                  <a:lnTo>
                    <a:pt x="829943" y="5231855"/>
                  </a:lnTo>
                  <a:lnTo>
                    <a:pt x="830815" y="5231855"/>
                  </a:lnTo>
                  <a:lnTo>
                    <a:pt x="830961" y="5231855"/>
                  </a:lnTo>
                  <a:lnTo>
                    <a:pt x="831106" y="5231855"/>
                  </a:lnTo>
                  <a:lnTo>
                    <a:pt x="832124" y="5229361"/>
                  </a:lnTo>
                  <a:lnTo>
                    <a:pt x="832270" y="5228737"/>
                  </a:lnTo>
                  <a:lnTo>
                    <a:pt x="832560" y="5228737"/>
                  </a:lnTo>
                  <a:lnTo>
                    <a:pt x="832706" y="5228737"/>
                  </a:lnTo>
                  <a:lnTo>
                    <a:pt x="833142" y="5228737"/>
                  </a:lnTo>
                  <a:lnTo>
                    <a:pt x="833433" y="5228737"/>
                  </a:lnTo>
                  <a:lnTo>
                    <a:pt x="833724" y="5226866"/>
                  </a:lnTo>
                  <a:lnTo>
                    <a:pt x="834015" y="5226866"/>
                  </a:lnTo>
                  <a:lnTo>
                    <a:pt x="834160" y="5226866"/>
                  </a:lnTo>
                  <a:lnTo>
                    <a:pt x="834451" y="5226866"/>
                  </a:lnTo>
                  <a:lnTo>
                    <a:pt x="835178" y="5225619"/>
                  </a:lnTo>
                  <a:lnTo>
                    <a:pt x="835614" y="5224996"/>
                  </a:lnTo>
                  <a:lnTo>
                    <a:pt x="835760" y="5224996"/>
                  </a:lnTo>
                  <a:lnTo>
                    <a:pt x="835905" y="5224372"/>
                  </a:lnTo>
                  <a:lnTo>
                    <a:pt x="836487" y="5223749"/>
                  </a:lnTo>
                  <a:lnTo>
                    <a:pt x="836778" y="5222501"/>
                  </a:lnTo>
                  <a:lnTo>
                    <a:pt x="836923" y="5222501"/>
                  </a:lnTo>
                  <a:lnTo>
                    <a:pt x="836923" y="5221878"/>
                  </a:lnTo>
                  <a:lnTo>
                    <a:pt x="837214" y="5221878"/>
                  </a:lnTo>
                  <a:lnTo>
                    <a:pt x="837359" y="5221878"/>
                  </a:lnTo>
                  <a:lnTo>
                    <a:pt x="837650" y="5221878"/>
                  </a:lnTo>
                  <a:lnTo>
                    <a:pt x="837796" y="5221878"/>
                  </a:lnTo>
                  <a:lnTo>
                    <a:pt x="837941" y="5221254"/>
                  </a:lnTo>
                  <a:lnTo>
                    <a:pt x="838814" y="5220631"/>
                  </a:lnTo>
                  <a:lnTo>
                    <a:pt x="838959" y="5220631"/>
                  </a:lnTo>
                  <a:lnTo>
                    <a:pt x="839105" y="5220631"/>
                  </a:lnTo>
                  <a:lnTo>
                    <a:pt x="839832" y="5220631"/>
                  </a:lnTo>
                  <a:lnTo>
                    <a:pt x="840268" y="5220007"/>
                  </a:lnTo>
                  <a:lnTo>
                    <a:pt x="840413" y="5220007"/>
                  </a:lnTo>
                  <a:lnTo>
                    <a:pt x="840559" y="5220007"/>
                  </a:lnTo>
                  <a:lnTo>
                    <a:pt x="841577" y="5220007"/>
                  </a:lnTo>
                  <a:lnTo>
                    <a:pt x="841868" y="5218760"/>
                  </a:lnTo>
                  <a:lnTo>
                    <a:pt x="842159" y="5218136"/>
                  </a:lnTo>
                  <a:lnTo>
                    <a:pt x="842304" y="5217513"/>
                  </a:lnTo>
                  <a:lnTo>
                    <a:pt x="842595" y="5216266"/>
                  </a:lnTo>
                  <a:lnTo>
                    <a:pt x="842740" y="5216266"/>
                  </a:lnTo>
                  <a:lnTo>
                    <a:pt x="842886" y="5215018"/>
                  </a:lnTo>
                  <a:lnTo>
                    <a:pt x="843322" y="5215018"/>
                  </a:lnTo>
                  <a:lnTo>
                    <a:pt x="843467" y="5215018"/>
                  </a:lnTo>
                  <a:lnTo>
                    <a:pt x="843758" y="5215018"/>
                  </a:lnTo>
                  <a:lnTo>
                    <a:pt x="843904" y="5215018"/>
                  </a:lnTo>
                  <a:lnTo>
                    <a:pt x="844049" y="5215018"/>
                  </a:lnTo>
                  <a:lnTo>
                    <a:pt x="844194" y="5215018"/>
                  </a:lnTo>
                  <a:lnTo>
                    <a:pt x="844631" y="5215018"/>
                  </a:lnTo>
                  <a:lnTo>
                    <a:pt x="845067" y="5214395"/>
                  </a:lnTo>
                  <a:lnTo>
                    <a:pt x="846085" y="5214395"/>
                  </a:lnTo>
                  <a:lnTo>
                    <a:pt x="846667" y="5213771"/>
                  </a:lnTo>
                  <a:lnTo>
                    <a:pt x="846958" y="5213148"/>
                  </a:lnTo>
                  <a:lnTo>
                    <a:pt x="847103" y="5213148"/>
                  </a:lnTo>
                  <a:lnTo>
                    <a:pt x="847248" y="5213148"/>
                  </a:lnTo>
                  <a:lnTo>
                    <a:pt x="847976" y="5211901"/>
                  </a:lnTo>
                  <a:lnTo>
                    <a:pt x="848121" y="5210653"/>
                  </a:lnTo>
                  <a:lnTo>
                    <a:pt x="848266" y="5210030"/>
                  </a:lnTo>
                  <a:lnTo>
                    <a:pt x="848703" y="5210030"/>
                  </a:lnTo>
                  <a:lnTo>
                    <a:pt x="848994" y="5208159"/>
                  </a:lnTo>
                  <a:lnTo>
                    <a:pt x="849139" y="5208159"/>
                  </a:lnTo>
                  <a:lnTo>
                    <a:pt x="849866" y="5207535"/>
                  </a:lnTo>
                  <a:lnTo>
                    <a:pt x="850302" y="5207535"/>
                  </a:lnTo>
                  <a:lnTo>
                    <a:pt x="850739" y="5207535"/>
                  </a:lnTo>
                  <a:lnTo>
                    <a:pt x="850884" y="5207535"/>
                  </a:lnTo>
                  <a:lnTo>
                    <a:pt x="851320" y="5207535"/>
                  </a:lnTo>
                  <a:lnTo>
                    <a:pt x="851611" y="5206288"/>
                  </a:lnTo>
                  <a:lnTo>
                    <a:pt x="852484" y="5205665"/>
                  </a:lnTo>
                  <a:lnTo>
                    <a:pt x="853065" y="5205041"/>
                  </a:lnTo>
                  <a:lnTo>
                    <a:pt x="853502" y="5204418"/>
                  </a:lnTo>
                  <a:lnTo>
                    <a:pt x="853647" y="5204418"/>
                  </a:lnTo>
                  <a:lnTo>
                    <a:pt x="854083" y="5204418"/>
                  </a:lnTo>
                  <a:lnTo>
                    <a:pt x="855392" y="5202547"/>
                  </a:lnTo>
                  <a:lnTo>
                    <a:pt x="855974" y="5201923"/>
                  </a:lnTo>
                  <a:lnTo>
                    <a:pt x="856265" y="5201923"/>
                  </a:lnTo>
                  <a:lnTo>
                    <a:pt x="856847" y="5201923"/>
                  </a:lnTo>
                  <a:lnTo>
                    <a:pt x="856992" y="5201300"/>
                  </a:lnTo>
                  <a:lnTo>
                    <a:pt x="857137" y="5201300"/>
                  </a:lnTo>
                  <a:lnTo>
                    <a:pt x="857719" y="5200676"/>
                  </a:lnTo>
                  <a:lnTo>
                    <a:pt x="857864" y="5200052"/>
                  </a:lnTo>
                  <a:lnTo>
                    <a:pt x="858010" y="5200052"/>
                  </a:lnTo>
                  <a:lnTo>
                    <a:pt x="858155" y="5200052"/>
                  </a:lnTo>
                  <a:lnTo>
                    <a:pt x="858446" y="5200052"/>
                  </a:lnTo>
                  <a:lnTo>
                    <a:pt x="858592" y="5200052"/>
                  </a:lnTo>
                  <a:lnTo>
                    <a:pt x="859028" y="5200052"/>
                  </a:lnTo>
                  <a:lnTo>
                    <a:pt x="859464" y="5200052"/>
                  </a:lnTo>
                  <a:lnTo>
                    <a:pt x="859610" y="5200052"/>
                  </a:lnTo>
                  <a:lnTo>
                    <a:pt x="859900" y="5200052"/>
                  </a:lnTo>
                  <a:lnTo>
                    <a:pt x="860337" y="5199429"/>
                  </a:lnTo>
                  <a:lnTo>
                    <a:pt x="860773" y="5199429"/>
                  </a:lnTo>
                  <a:lnTo>
                    <a:pt x="861064" y="5199429"/>
                  </a:lnTo>
                  <a:lnTo>
                    <a:pt x="861209" y="5199429"/>
                  </a:lnTo>
                  <a:lnTo>
                    <a:pt x="861355" y="5199429"/>
                  </a:lnTo>
                  <a:lnTo>
                    <a:pt x="861791" y="5199429"/>
                  </a:lnTo>
                  <a:lnTo>
                    <a:pt x="861936" y="5198805"/>
                  </a:lnTo>
                  <a:lnTo>
                    <a:pt x="862082" y="5198805"/>
                  </a:lnTo>
                  <a:lnTo>
                    <a:pt x="862227" y="5198805"/>
                  </a:lnTo>
                  <a:lnTo>
                    <a:pt x="862373" y="5198805"/>
                  </a:lnTo>
                  <a:lnTo>
                    <a:pt x="862664" y="5198182"/>
                  </a:lnTo>
                  <a:lnTo>
                    <a:pt x="862809" y="5198182"/>
                  </a:lnTo>
                  <a:lnTo>
                    <a:pt x="862954" y="5198182"/>
                  </a:lnTo>
                  <a:lnTo>
                    <a:pt x="863391" y="5198182"/>
                  </a:lnTo>
                  <a:lnTo>
                    <a:pt x="863536" y="5197558"/>
                  </a:lnTo>
                  <a:lnTo>
                    <a:pt x="863682" y="5196935"/>
                  </a:lnTo>
                  <a:lnTo>
                    <a:pt x="863827" y="5196935"/>
                  </a:lnTo>
                  <a:lnTo>
                    <a:pt x="863972" y="5196311"/>
                  </a:lnTo>
                  <a:lnTo>
                    <a:pt x="864554" y="5195687"/>
                  </a:lnTo>
                  <a:lnTo>
                    <a:pt x="864990" y="5195687"/>
                  </a:lnTo>
                  <a:lnTo>
                    <a:pt x="864990" y="5195064"/>
                  </a:lnTo>
                  <a:lnTo>
                    <a:pt x="865136" y="5194440"/>
                  </a:lnTo>
                  <a:lnTo>
                    <a:pt x="865572" y="5193817"/>
                  </a:lnTo>
                  <a:lnTo>
                    <a:pt x="865717" y="5193817"/>
                  </a:lnTo>
                  <a:lnTo>
                    <a:pt x="865717" y="5193193"/>
                  </a:lnTo>
                  <a:lnTo>
                    <a:pt x="865863" y="5193193"/>
                  </a:lnTo>
                  <a:lnTo>
                    <a:pt x="866154" y="5193193"/>
                  </a:lnTo>
                  <a:lnTo>
                    <a:pt x="866590" y="5191946"/>
                  </a:lnTo>
                  <a:lnTo>
                    <a:pt x="866735" y="5191946"/>
                  </a:lnTo>
                  <a:lnTo>
                    <a:pt x="867753" y="5190699"/>
                  </a:lnTo>
                  <a:lnTo>
                    <a:pt x="868190" y="5190699"/>
                  </a:lnTo>
                  <a:lnTo>
                    <a:pt x="868481" y="5190699"/>
                  </a:lnTo>
                  <a:lnTo>
                    <a:pt x="869208" y="5190699"/>
                  </a:lnTo>
                  <a:lnTo>
                    <a:pt x="869353" y="5190699"/>
                  </a:lnTo>
                  <a:lnTo>
                    <a:pt x="870080" y="5190699"/>
                  </a:lnTo>
                  <a:lnTo>
                    <a:pt x="870517" y="5190699"/>
                  </a:lnTo>
                  <a:lnTo>
                    <a:pt x="871244" y="5190699"/>
                  </a:lnTo>
                  <a:lnTo>
                    <a:pt x="871389" y="5190699"/>
                  </a:lnTo>
                  <a:lnTo>
                    <a:pt x="871389" y="5189452"/>
                  </a:lnTo>
                  <a:lnTo>
                    <a:pt x="871534" y="5189452"/>
                  </a:lnTo>
                  <a:lnTo>
                    <a:pt x="871680" y="5189452"/>
                  </a:lnTo>
                  <a:lnTo>
                    <a:pt x="872262" y="5189452"/>
                  </a:lnTo>
                  <a:lnTo>
                    <a:pt x="872552" y="5189452"/>
                  </a:lnTo>
                  <a:lnTo>
                    <a:pt x="873716" y="5189452"/>
                  </a:lnTo>
                  <a:lnTo>
                    <a:pt x="873861" y="5189452"/>
                  </a:lnTo>
                  <a:lnTo>
                    <a:pt x="874152" y="5189452"/>
                  </a:lnTo>
                  <a:lnTo>
                    <a:pt x="874298" y="5189452"/>
                  </a:lnTo>
                  <a:lnTo>
                    <a:pt x="875025" y="5188828"/>
                  </a:lnTo>
                  <a:lnTo>
                    <a:pt x="875316" y="5188828"/>
                  </a:lnTo>
                  <a:lnTo>
                    <a:pt x="875897" y="5188828"/>
                  </a:lnTo>
                  <a:lnTo>
                    <a:pt x="876188" y="5188828"/>
                  </a:lnTo>
                  <a:lnTo>
                    <a:pt x="876624" y="5188204"/>
                  </a:lnTo>
                  <a:lnTo>
                    <a:pt x="876915" y="5187581"/>
                  </a:lnTo>
                  <a:lnTo>
                    <a:pt x="877352" y="5186957"/>
                  </a:lnTo>
                  <a:lnTo>
                    <a:pt x="877352" y="5186334"/>
                  </a:lnTo>
                  <a:lnTo>
                    <a:pt x="877497" y="5186334"/>
                  </a:lnTo>
                  <a:lnTo>
                    <a:pt x="877788" y="5186334"/>
                  </a:lnTo>
                  <a:lnTo>
                    <a:pt x="877788" y="5185710"/>
                  </a:lnTo>
                  <a:lnTo>
                    <a:pt x="878369" y="5185710"/>
                  </a:lnTo>
                  <a:lnTo>
                    <a:pt x="878806" y="5185710"/>
                  </a:lnTo>
                  <a:lnTo>
                    <a:pt x="879242" y="5185086"/>
                  </a:lnTo>
                  <a:lnTo>
                    <a:pt x="879678" y="5184463"/>
                  </a:lnTo>
                  <a:lnTo>
                    <a:pt x="879824" y="5184463"/>
                  </a:lnTo>
                  <a:lnTo>
                    <a:pt x="879969" y="5184463"/>
                  </a:lnTo>
                  <a:lnTo>
                    <a:pt x="879969" y="5183839"/>
                  </a:lnTo>
                  <a:lnTo>
                    <a:pt x="879969" y="5183216"/>
                  </a:lnTo>
                  <a:lnTo>
                    <a:pt x="880551" y="5183216"/>
                  </a:lnTo>
                  <a:lnTo>
                    <a:pt x="880551" y="5182592"/>
                  </a:lnTo>
                  <a:lnTo>
                    <a:pt x="880842" y="5180098"/>
                  </a:lnTo>
                  <a:lnTo>
                    <a:pt x="881423" y="5178851"/>
                  </a:lnTo>
                  <a:lnTo>
                    <a:pt x="881860" y="5178851"/>
                  </a:lnTo>
                  <a:lnTo>
                    <a:pt x="881860" y="5178227"/>
                  </a:lnTo>
                  <a:lnTo>
                    <a:pt x="882296" y="5178227"/>
                  </a:lnTo>
                  <a:lnTo>
                    <a:pt x="882587" y="5178227"/>
                  </a:lnTo>
                  <a:lnTo>
                    <a:pt x="882732" y="5178227"/>
                  </a:lnTo>
                  <a:lnTo>
                    <a:pt x="882732" y="5177603"/>
                  </a:lnTo>
                  <a:lnTo>
                    <a:pt x="883023" y="5177603"/>
                  </a:lnTo>
                  <a:lnTo>
                    <a:pt x="883169" y="5176980"/>
                  </a:lnTo>
                  <a:lnTo>
                    <a:pt x="883314" y="5176356"/>
                  </a:lnTo>
                  <a:lnTo>
                    <a:pt x="883459" y="5176356"/>
                  </a:lnTo>
                  <a:lnTo>
                    <a:pt x="883896" y="5176356"/>
                  </a:lnTo>
                  <a:lnTo>
                    <a:pt x="884623" y="5176356"/>
                  </a:lnTo>
                  <a:lnTo>
                    <a:pt x="884768" y="5176356"/>
                  </a:lnTo>
                  <a:lnTo>
                    <a:pt x="884914" y="5176356"/>
                  </a:lnTo>
                  <a:lnTo>
                    <a:pt x="885204" y="5176356"/>
                  </a:lnTo>
                  <a:lnTo>
                    <a:pt x="885204" y="5175733"/>
                  </a:lnTo>
                  <a:lnTo>
                    <a:pt x="885350" y="5175733"/>
                  </a:lnTo>
                  <a:lnTo>
                    <a:pt x="885495" y="5175733"/>
                  </a:lnTo>
                  <a:lnTo>
                    <a:pt x="886513" y="5173862"/>
                  </a:lnTo>
                  <a:lnTo>
                    <a:pt x="886513" y="5173238"/>
                  </a:lnTo>
                  <a:lnTo>
                    <a:pt x="886659" y="5173238"/>
                  </a:lnTo>
                  <a:lnTo>
                    <a:pt x="887386" y="5172615"/>
                  </a:lnTo>
                  <a:lnTo>
                    <a:pt x="887822" y="5171368"/>
                  </a:lnTo>
                  <a:lnTo>
                    <a:pt x="887968" y="5170744"/>
                  </a:lnTo>
                  <a:lnTo>
                    <a:pt x="889567" y="5170121"/>
                  </a:lnTo>
                  <a:lnTo>
                    <a:pt x="889567" y="5169497"/>
                  </a:lnTo>
                  <a:lnTo>
                    <a:pt x="889858" y="5168250"/>
                  </a:lnTo>
                  <a:lnTo>
                    <a:pt x="890294" y="5167003"/>
                  </a:lnTo>
                  <a:lnTo>
                    <a:pt x="890440" y="5167003"/>
                  </a:lnTo>
                  <a:lnTo>
                    <a:pt x="890585" y="5167003"/>
                  </a:lnTo>
                  <a:lnTo>
                    <a:pt x="890731" y="5167003"/>
                  </a:lnTo>
                  <a:lnTo>
                    <a:pt x="890876" y="5167003"/>
                  </a:lnTo>
                  <a:lnTo>
                    <a:pt x="891167" y="5165755"/>
                  </a:lnTo>
                  <a:lnTo>
                    <a:pt x="891312" y="5165755"/>
                  </a:lnTo>
                  <a:lnTo>
                    <a:pt x="891603" y="5165755"/>
                  </a:lnTo>
                  <a:lnTo>
                    <a:pt x="891749" y="5164508"/>
                  </a:lnTo>
                  <a:lnTo>
                    <a:pt x="892039" y="5164508"/>
                  </a:lnTo>
                  <a:lnTo>
                    <a:pt x="892330" y="5164508"/>
                  </a:lnTo>
                  <a:lnTo>
                    <a:pt x="892476" y="5164508"/>
                  </a:lnTo>
                  <a:lnTo>
                    <a:pt x="892621" y="5163885"/>
                  </a:lnTo>
                  <a:lnTo>
                    <a:pt x="893057" y="5163261"/>
                  </a:lnTo>
                  <a:lnTo>
                    <a:pt x="893057" y="5162638"/>
                  </a:lnTo>
                  <a:lnTo>
                    <a:pt x="893203" y="5162014"/>
                  </a:lnTo>
                  <a:lnTo>
                    <a:pt x="893639" y="5162014"/>
                  </a:lnTo>
                  <a:lnTo>
                    <a:pt x="894075" y="5162014"/>
                  </a:lnTo>
                  <a:lnTo>
                    <a:pt x="894075" y="5161390"/>
                  </a:lnTo>
                  <a:lnTo>
                    <a:pt x="894221" y="5160767"/>
                  </a:lnTo>
                  <a:lnTo>
                    <a:pt x="894512" y="5160143"/>
                  </a:lnTo>
                  <a:lnTo>
                    <a:pt x="894657" y="5159520"/>
                  </a:lnTo>
                  <a:lnTo>
                    <a:pt x="894948" y="5158896"/>
                  </a:lnTo>
                  <a:lnTo>
                    <a:pt x="895384" y="5158272"/>
                  </a:lnTo>
                  <a:lnTo>
                    <a:pt x="895530" y="5158272"/>
                  </a:lnTo>
                  <a:lnTo>
                    <a:pt x="895821" y="5157649"/>
                  </a:lnTo>
                  <a:lnTo>
                    <a:pt x="896257" y="5156402"/>
                  </a:lnTo>
                  <a:lnTo>
                    <a:pt x="896402" y="5156402"/>
                  </a:lnTo>
                  <a:lnTo>
                    <a:pt x="896693" y="5155778"/>
                  </a:lnTo>
                  <a:lnTo>
                    <a:pt x="896839" y="5155778"/>
                  </a:lnTo>
                  <a:lnTo>
                    <a:pt x="897275" y="5153907"/>
                  </a:lnTo>
                  <a:lnTo>
                    <a:pt x="897420" y="5153284"/>
                  </a:lnTo>
                  <a:lnTo>
                    <a:pt x="898002" y="5150166"/>
                  </a:lnTo>
                  <a:lnTo>
                    <a:pt x="898293" y="5150166"/>
                  </a:lnTo>
                  <a:lnTo>
                    <a:pt x="898438" y="5148919"/>
                  </a:lnTo>
                  <a:lnTo>
                    <a:pt x="898584" y="5148295"/>
                  </a:lnTo>
                  <a:lnTo>
                    <a:pt x="898729" y="5148295"/>
                  </a:lnTo>
                  <a:lnTo>
                    <a:pt x="899020" y="5147048"/>
                  </a:lnTo>
                  <a:lnTo>
                    <a:pt x="899311" y="5147048"/>
                  </a:lnTo>
                  <a:lnTo>
                    <a:pt x="900183" y="5146424"/>
                  </a:lnTo>
                  <a:lnTo>
                    <a:pt x="900329" y="5145177"/>
                  </a:lnTo>
                  <a:lnTo>
                    <a:pt x="900765" y="5145177"/>
                  </a:lnTo>
                  <a:lnTo>
                    <a:pt x="900910" y="5144554"/>
                  </a:lnTo>
                  <a:lnTo>
                    <a:pt x="902074" y="5144554"/>
                  </a:lnTo>
                  <a:lnTo>
                    <a:pt x="902219" y="5144554"/>
                  </a:lnTo>
                  <a:lnTo>
                    <a:pt x="902365" y="5144554"/>
                  </a:lnTo>
                  <a:lnTo>
                    <a:pt x="902801" y="5143930"/>
                  </a:lnTo>
                  <a:lnTo>
                    <a:pt x="903092" y="5143930"/>
                  </a:lnTo>
                  <a:lnTo>
                    <a:pt x="903237" y="5143930"/>
                  </a:lnTo>
                  <a:lnTo>
                    <a:pt x="903383" y="5143306"/>
                  </a:lnTo>
                  <a:lnTo>
                    <a:pt x="903964" y="5142059"/>
                  </a:lnTo>
                  <a:lnTo>
                    <a:pt x="904255" y="5142059"/>
                  </a:lnTo>
                  <a:lnTo>
                    <a:pt x="904401" y="5142059"/>
                  </a:lnTo>
                  <a:lnTo>
                    <a:pt x="904982" y="5140812"/>
                  </a:lnTo>
                  <a:lnTo>
                    <a:pt x="905564" y="5139565"/>
                  </a:lnTo>
                  <a:lnTo>
                    <a:pt x="906146" y="5139565"/>
                  </a:lnTo>
                  <a:lnTo>
                    <a:pt x="906291" y="5138941"/>
                  </a:lnTo>
                  <a:lnTo>
                    <a:pt x="906437" y="5138941"/>
                  </a:lnTo>
                  <a:lnTo>
                    <a:pt x="907164" y="5137071"/>
                  </a:lnTo>
                  <a:lnTo>
                    <a:pt x="907600" y="5135823"/>
                  </a:lnTo>
                  <a:lnTo>
                    <a:pt x="907745" y="5135823"/>
                  </a:lnTo>
                  <a:lnTo>
                    <a:pt x="908182" y="5135823"/>
                  </a:lnTo>
                  <a:lnTo>
                    <a:pt x="908327" y="5135823"/>
                  </a:lnTo>
                  <a:lnTo>
                    <a:pt x="909054" y="5134576"/>
                  </a:lnTo>
                  <a:lnTo>
                    <a:pt x="909491" y="5133329"/>
                  </a:lnTo>
                  <a:lnTo>
                    <a:pt x="909636" y="5133329"/>
                  </a:lnTo>
                  <a:lnTo>
                    <a:pt x="909927" y="5132706"/>
                  </a:lnTo>
                  <a:lnTo>
                    <a:pt x="910072" y="5132082"/>
                  </a:lnTo>
                  <a:lnTo>
                    <a:pt x="910509" y="5132082"/>
                  </a:lnTo>
                  <a:lnTo>
                    <a:pt x="911236" y="5132082"/>
                  </a:lnTo>
                  <a:lnTo>
                    <a:pt x="911526" y="5131458"/>
                  </a:lnTo>
                  <a:lnTo>
                    <a:pt x="911963" y="5131458"/>
                  </a:lnTo>
                  <a:lnTo>
                    <a:pt x="912254" y="5131458"/>
                  </a:lnTo>
                  <a:lnTo>
                    <a:pt x="913126" y="5130835"/>
                  </a:lnTo>
                  <a:lnTo>
                    <a:pt x="913562" y="5129588"/>
                  </a:lnTo>
                  <a:lnTo>
                    <a:pt x="913708" y="5129588"/>
                  </a:lnTo>
                  <a:lnTo>
                    <a:pt x="913999" y="5129588"/>
                  </a:lnTo>
                  <a:lnTo>
                    <a:pt x="914580" y="5128964"/>
                  </a:lnTo>
                  <a:lnTo>
                    <a:pt x="915162" y="5128964"/>
                  </a:lnTo>
                  <a:lnTo>
                    <a:pt x="915598" y="5127717"/>
                  </a:lnTo>
                  <a:lnTo>
                    <a:pt x="915889" y="5127717"/>
                  </a:lnTo>
                  <a:lnTo>
                    <a:pt x="916471" y="5126470"/>
                  </a:lnTo>
                  <a:lnTo>
                    <a:pt x="916616" y="5126470"/>
                  </a:lnTo>
                  <a:lnTo>
                    <a:pt x="916907" y="5125223"/>
                  </a:lnTo>
                  <a:lnTo>
                    <a:pt x="917053" y="5124599"/>
                  </a:lnTo>
                  <a:lnTo>
                    <a:pt x="917489" y="5123352"/>
                  </a:lnTo>
                  <a:lnTo>
                    <a:pt x="917634" y="5122728"/>
                  </a:lnTo>
                  <a:lnTo>
                    <a:pt x="917780" y="5122728"/>
                  </a:lnTo>
                  <a:lnTo>
                    <a:pt x="917780" y="5121481"/>
                  </a:lnTo>
                  <a:lnTo>
                    <a:pt x="918361" y="5120858"/>
                  </a:lnTo>
                  <a:lnTo>
                    <a:pt x="918507" y="5120858"/>
                  </a:lnTo>
                  <a:lnTo>
                    <a:pt x="918652" y="5119610"/>
                  </a:lnTo>
                  <a:lnTo>
                    <a:pt x="919089" y="5119610"/>
                  </a:lnTo>
                  <a:lnTo>
                    <a:pt x="919234" y="5118363"/>
                  </a:lnTo>
                  <a:lnTo>
                    <a:pt x="919234" y="5117740"/>
                  </a:lnTo>
                  <a:lnTo>
                    <a:pt x="919525" y="5116492"/>
                  </a:lnTo>
                  <a:lnTo>
                    <a:pt x="919670" y="5116492"/>
                  </a:lnTo>
                  <a:lnTo>
                    <a:pt x="919961" y="5115869"/>
                  </a:lnTo>
                  <a:lnTo>
                    <a:pt x="920543" y="5115869"/>
                  </a:lnTo>
                  <a:lnTo>
                    <a:pt x="920979" y="5114622"/>
                  </a:lnTo>
                  <a:lnTo>
                    <a:pt x="921852" y="5113998"/>
                  </a:lnTo>
                  <a:lnTo>
                    <a:pt x="921997" y="5113998"/>
                  </a:lnTo>
                  <a:lnTo>
                    <a:pt x="922143" y="5113998"/>
                  </a:lnTo>
                  <a:lnTo>
                    <a:pt x="922433" y="5113375"/>
                  </a:lnTo>
                  <a:lnTo>
                    <a:pt x="923015" y="5112751"/>
                  </a:lnTo>
                  <a:lnTo>
                    <a:pt x="923306" y="5112751"/>
                  </a:lnTo>
                  <a:lnTo>
                    <a:pt x="923451" y="5112751"/>
                  </a:lnTo>
                  <a:lnTo>
                    <a:pt x="923742" y="5112751"/>
                  </a:lnTo>
                  <a:lnTo>
                    <a:pt x="923888" y="5112751"/>
                  </a:lnTo>
                  <a:lnTo>
                    <a:pt x="924324" y="5112751"/>
                  </a:lnTo>
                  <a:lnTo>
                    <a:pt x="924469" y="5112127"/>
                  </a:lnTo>
                  <a:lnTo>
                    <a:pt x="924615" y="5112127"/>
                  </a:lnTo>
                  <a:lnTo>
                    <a:pt x="924760" y="5112127"/>
                  </a:lnTo>
                  <a:lnTo>
                    <a:pt x="925051" y="5112127"/>
                  </a:lnTo>
                  <a:lnTo>
                    <a:pt x="925778" y="5111504"/>
                  </a:lnTo>
                  <a:lnTo>
                    <a:pt x="926360" y="5111504"/>
                  </a:lnTo>
                  <a:lnTo>
                    <a:pt x="926505" y="5111504"/>
                  </a:lnTo>
                  <a:lnTo>
                    <a:pt x="926796" y="5110880"/>
                  </a:lnTo>
                  <a:lnTo>
                    <a:pt x="926796" y="5110257"/>
                  </a:lnTo>
                  <a:lnTo>
                    <a:pt x="927378" y="5109633"/>
                  </a:lnTo>
                  <a:lnTo>
                    <a:pt x="928396" y="5109009"/>
                  </a:lnTo>
                  <a:lnTo>
                    <a:pt x="928687" y="5108386"/>
                  </a:lnTo>
                  <a:lnTo>
                    <a:pt x="929123" y="5108386"/>
                  </a:lnTo>
                  <a:lnTo>
                    <a:pt x="929268" y="5108386"/>
                  </a:lnTo>
                  <a:lnTo>
                    <a:pt x="929414" y="5107762"/>
                  </a:lnTo>
                  <a:lnTo>
                    <a:pt x="929559" y="5107762"/>
                  </a:lnTo>
                  <a:lnTo>
                    <a:pt x="929996" y="5107139"/>
                  </a:lnTo>
                  <a:lnTo>
                    <a:pt x="930577" y="5107139"/>
                  </a:lnTo>
                  <a:lnTo>
                    <a:pt x="930723" y="5107139"/>
                  </a:lnTo>
                  <a:lnTo>
                    <a:pt x="931886" y="5105268"/>
                  </a:lnTo>
                  <a:lnTo>
                    <a:pt x="932031" y="5104644"/>
                  </a:lnTo>
                  <a:lnTo>
                    <a:pt x="932759" y="5104021"/>
                  </a:lnTo>
                  <a:lnTo>
                    <a:pt x="933195" y="5104021"/>
                  </a:lnTo>
                  <a:lnTo>
                    <a:pt x="933777" y="5103397"/>
                  </a:lnTo>
                  <a:lnTo>
                    <a:pt x="934067" y="5103397"/>
                  </a:lnTo>
                  <a:lnTo>
                    <a:pt x="934649" y="5103397"/>
                  </a:lnTo>
                  <a:lnTo>
                    <a:pt x="934795" y="5103397"/>
                  </a:lnTo>
                  <a:lnTo>
                    <a:pt x="935376" y="5103397"/>
                  </a:lnTo>
                  <a:lnTo>
                    <a:pt x="935522" y="5103397"/>
                  </a:lnTo>
                  <a:lnTo>
                    <a:pt x="935813" y="5102774"/>
                  </a:lnTo>
                  <a:lnTo>
                    <a:pt x="936394" y="5102774"/>
                  </a:lnTo>
                  <a:lnTo>
                    <a:pt x="936685" y="5102774"/>
                  </a:lnTo>
                  <a:lnTo>
                    <a:pt x="936831" y="5101526"/>
                  </a:lnTo>
                  <a:lnTo>
                    <a:pt x="937558" y="5100903"/>
                  </a:lnTo>
                  <a:lnTo>
                    <a:pt x="937703" y="5100903"/>
                  </a:lnTo>
                  <a:lnTo>
                    <a:pt x="937849" y="5100903"/>
                  </a:lnTo>
                  <a:lnTo>
                    <a:pt x="938285" y="5100279"/>
                  </a:lnTo>
                  <a:lnTo>
                    <a:pt x="938430" y="5100279"/>
                  </a:lnTo>
                  <a:lnTo>
                    <a:pt x="939012" y="5099032"/>
                  </a:lnTo>
                  <a:lnTo>
                    <a:pt x="939303" y="5099032"/>
                  </a:lnTo>
                  <a:lnTo>
                    <a:pt x="939448" y="5098409"/>
                  </a:lnTo>
                  <a:lnTo>
                    <a:pt x="939594" y="5098409"/>
                  </a:lnTo>
                  <a:lnTo>
                    <a:pt x="939594" y="5097785"/>
                  </a:lnTo>
                  <a:lnTo>
                    <a:pt x="940030" y="5097785"/>
                  </a:lnTo>
                  <a:lnTo>
                    <a:pt x="940321" y="5097785"/>
                  </a:lnTo>
                  <a:lnTo>
                    <a:pt x="941048" y="5097785"/>
                  </a:lnTo>
                  <a:lnTo>
                    <a:pt x="941339" y="5097161"/>
                  </a:lnTo>
                  <a:lnTo>
                    <a:pt x="941630" y="5097161"/>
                  </a:lnTo>
                  <a:lnTo>
                    <a:pt x="941920" y="5096538"/>
                  </a:lnTo>
                  <a:lnTo>
                    <a:pt x="941920" y="5095914"/>
                  </a:lnTo>
                  <a:lnTo>
                    <a:pt x="942066" y="5095914"/>
                  </a:lnTo>
                  <a:lnTo>
                    <a:pt x="942502" y="5095914"/>
                  </a:lnTo>
                  <a:lnTo>
                    <a:pt x="942793" y="5095914"/>
                  </a:lnTo>
                  <a:lnTo>
                    <a:pt x="943666" y="5095914"/>
                  </a:lnTo>
                  <a:lnTo>
                    <a:pt x="943956" y="5095291"/>
                  </a:lnTo>
                  <a:lnTo>
                    <a:pt x="944102" y="5095291"/>
                  </a:lnTo>
                  <a:lnTo>
                    <a:pt x="944538" y="5094043"/>
                  </a:lnTo>
                  <a:lnTo>
                    <a:pt x="945265" y="5093420"/>
                  </a:lnTo>
                  <a:lnTo>
                    <a:pt x="945411" y="5093420"/>
                  </a:lnTo>
                  <a:lnTo>
                    <a:pt x="945992" y="5093420"/>
                  </a:lnTo>
                  <a:lnTo>
                    <a:pt x="946719" y="5091549"/>
                  </a:lnTo>
                  <a:lnTo>
                    <a:pt x="947010" y="5090302"/>
                  </a:lnTo>
                  <a:lnTo>
                    <a:pt x="947301" y="5090302"/>
                  </a:lnTo>
                  <a:lnTo>
                    <a:pt x="947447" y="5089678"/>
                  </a:lnTo>
                  <a:lnTo>
                    <a:pt x="947592" y="5089678"/>
                  </a:lnTo>
                  <a:lnTo>
                    <a:pt x="947883" y="5089678"/>
                  </a:lnTo>
                  <a:lnTo>
                    <a:pt x="948028" y="5089678"/>
                  </a:lnTo>
                  <a:lnTo>
                    <a:pt x="948610" y="5089055"/>
                  </a:lnTo>
                  <a:lnTo>
                    <a:pt x="949046" y="5089055"/>
                  </a:lnTo>
                  <a:lnTo>
                    <a:pt x="949192" y="5088431"/>
                  </a:lnTo>
                  <a:lnTo>
                    <a:pt x="949337" y="5088431"/>
                  </a:lnTo>
                  <a:lnTo>
                    <a:pt x="949628" y="5087184"/>
                  </a:lnTo>
                  <a:lnTo>
                    <a:pt x="950064" y="5086560"/>
                  </a:lnTo>
                  <a:lnTo>
                    <a:pt x="950355" y="5085313"/>
                  </a:lnTo>
                  <a:lnTo>
                    <a:pt x="950791" y="5085313"/>
                  </a:lnTo>
                  <a:lnTo>
                    <a:pt x="951664" y="5085313"/>
                  </a:lnTo>
                  <a:lnTo>
                    <a:pt x="951809" y="5085313"/>
                  </a:lnTo>
                  <a:lnTo>
                    <a:pt x="952246" y="5085313"/>
                  </a:lnTo>
                  <a:lnTo>
                    <a:pt x="952391" y="5084690"/>
                  </a:lnTo>
                  <a:lnTo>
                    <a:pt x="952827" y="5084690"/>
                  </a:lnTo>
                  <a:lnTo>
                    <a:pt x="954136" y="5083443"/>
                  </a:lnTo>
                  <a:lnTo>
                    <a:pt x="954282" y="5083443"/>
                  </a:lnTo>
                  <a:lnTo>
                    <a:pt x="954572" y="5082819"/>
                  </a:lnTo>
                  <a:lnTo>
                    <a:pt x="954718" y="5081572"/>
                  </a:lnTo>
                  <a:lnTo>
                    <a:pt x="954863" y="5081572"/>
                  </a:lnTo>
                  <a:lnTo>
                    <a:pt x="955009" y="5081572"/>
                  </a:lnTo>
                  <a:lnTo>
                    <a:pt x="955445" y="5081572"/>
                  </a:lnTo>
                  <a:lnTo>
                    <a:pt x="955881" y="5081572"/>
                  </a:lnTo>
                  <a:lnTo>
                    <a:pt x="956027" y="5081572"/>
                  </a:lnTo>
                  <a:lnTo>
                    <a:pt x="956318" y="5080325"/>
                  </a:lnTo>
                  <a:lnTo>
                    <a:pt x="956318" y="5079701"/>
                  </a:lnTo>
                  <a:lnTo>
                    <a:pt x="956899" y="5079701"/>
                  </a:lnTo>
                  <a:lnTo>
                    <a:pt x="957336" y="5079701"/>
                  </a:lnTo>
                  <a:lnTo>
                    <a:pt x="957917" y="5079701"/>
                  </a:lnTo>
                  <a:lnTo>
                    <a:pt x="958208" y="5079701"/>
                  </a:lnTo>
                  <a:lnTo>
                    <a:pt x="958644" y="5079701"/>
                  </a:lnTo>
                  <a:lnTo>
                    <a:pt x="958790" y="5079077"/>
                  </a:lnTo>
                  <a:lnTo>
                    <a:pt x="958935" y="5079077"/>
                  </a:lnTo>
                  <a:lnTo>
                    <a:pt x="959081" y="5077830"/>
                  </a:lnTo>
                  <a:lnTo>
                    <a:pt x="959226" y="5077207"/>
                  </a:lnTo>
                  <a:lnTo>
                    <a:pt x="959371" y="5076583"/>
                  </a:lnTo>
                  <a:lnTo>
                    <a:pt x="959953" y="5076583"/>
                  </a:lnTo>
                  <a:lnTo>
                    <a:pt x="960680" y="5075336"/>
                  </a:lnTo>
                  <a:lnTo>
                    <a:pt x="960826" y="5075336"/>
                  </a:lnTo>
                  <a:lnTo>
                    <a:pt x="961117" y="5075336"/>
                  </a:lnTo>
                  <a:lnTo>
                    <a:pt x="961989" y="5074712"/>
                  </a:lnTo>
                  <a:lnTo>
                    <a:pt x="962716" y="5074712"/>
                  </a:lnTo>
                  <a:lnTo>
                    <a:pt x="963007" y="5074712"/>
                  </a:lnTo>
                  <a:lnTo>
                    <a:pt x="963153" y="5074712"/>
                  </a:lnTo>
                  <a:lnTo>
                    <a:pt x="963589" y="5074712"/>
                  </a:lnTo>
                  <a:lnTo>
                    <a:pt x="963880" y="5074712"/>
                  </a:lnTo>
                  <a:lnTo>
                    <a:pt x="964025" y="5074712"/>
                  </a:lnTo>
                  <a:lnTo>
                    <a:pt x="964025" y="5074089"/>
                  </a:lnTo>
                  <a:lnTo>
                    <a:pt x="964752" y="5072842"/>
                  </a:lnTo>
                  <a:lnTo>
                    <a:pt x="965479" y="5072842"/>
                  </a:lnTo>
                  <a:lnTo>
                    <a:pt x="965770" y="5072218"/>
                  </a:lnTo>
                  <a:lnTo>
                    <a:pt x="965916" y="5072218"/>
                  </a:lnTo>
                  <a:lnTo>
                    <a:pt x="966206" y="5071595"/>
                  </a:lnTo>
                  <a:lnTo>
                    <a:pt x="966934" y="5070971"/>
                  </a:lnTo>
                  <a:lnTo>
                    <a:pt x="967079" y="5070971"/>
                  </a:lnTo>
                  <a:lnTo>
                    <a:pt x="967952" y="5070971"/>
                  </a:lnTo>
                  <a:lnTo>
                    <a:pt x="968097" y="5070971"/>
                  </a:lnTo>
                  <a:lnTo>
                    <a:pt x="968242" y="5070971"/>
                  </a:lnTo>
                  <a:lnTo>
                    <a:pt x="968679" y="5070971"/>
                  </a:lnTo>
                  <a:lnTo>
                    <a:pt x="968970" y="5070347"/>
                  </a:lnTo>
                  <a:lnTo>
                    <a:pt x="968970" y="5069724"/>
                  </a:lnTo>
                  <a:lnTo>
                    <a:pt x="969406" y="5069724"/>
                  </a:lnTo>
                  <a:lnTo>
                    <a:pt x="969842" y="5069100"/>
                  </a:lnTo>
                  <a:lnTo>
                    <a:pt x="969988" y="5069100"/>
                  </a:lnTo>
                  <a:lnTo>
                    <a:pt x="970278" y="5069100"/>
                  </a:lnTo>
                  <a:lnTo>
                    <a:pt x="970715" y="5069100"/>
                  </a:lnTo>
                  <a:lnTo>
                    <a:pt x="971296" y="5069100"/>
                  </a:lnTo>
                  <a:lnTo>
                    <a:pt x="971296" y="5068477"/>
                  </a:lnTo>
                  <a:lnTo>
                    <a:pt x="972024" y="5068477"/>
                  </a:lnTo>
                  <a:lnTo>
                    <a:pt x="972314" y="5067853"/>
                  </a:lnTo>
                  <a:lnTo>
                    <a:pt x="973041" y="5067229"/>
                  </a:lnTo>
                  <a:lnTo>
                    <a:pt x="973187" y="5067229"/>
                  </a:lnTo>
                  <a:lnTo>
                    <a:pt x="973332" y="5067229"/>
                  </a:lnTo>
                  <a:lnTo>
                    <a:pt x="973623" y="5067229"/>
                  </a:lnTo>
                  <a:lnTo>
                    <a:pt x="974205" y="5067229"/>
                  </a:lnTo>
                  <a:lnTo>
                    <a:pt x="974205" y="5066606"/>
                  </a:lnTo>
                  <a:lnTo>
                    <a:pt x="974641" y="5066606"/>
                  </a:lnTo>
                  <a:lnTo>
                    <a:pt x="974787" y="5065982"/>
                  </a:lnTo>
                  <a:lnTo>
                    <a:pt x="975077" y="5065982"/>
                  </a:lnTo>
                  <a:lnTo>
                    <a:pt x="975368" y="5065982"/>
                  </a:lnTo>
                  <a:lnTo>
                    <a:pt x="975950" y="5065982"/>
                  </a:lnTo>
                  <a:lnTo>
                    <a:pt x="976095" y="5065982"/>
                  </a:lnTo>
                  <a:lnTo>
                    <a:pt x="976677" y="5065982"/>
                  </a:lnTo>
                  <a:lnTo>
                    <a:pt x="976968" y="5065982"/>
                  </a:lnTo>
                  <a:lnTo>
                    <a:pt x="977695" y="5065982"/>
                  </a:lnTo>
                  <a:lnTo>
                    <a:pt x="977695" y="5065359"/>
                  </a:lnTo>
                  <a:lnTo>
                    <a:pt x="977841" y="5065359"/>
                  </a:lnTo>
                  <a:lnTo>
                    <a:pt x="977986" y="5065359"/>
                  </a:lnTo>
                  <a:lnTo>
                    <a:pt x="978277" y="5064735"/>
                  </a:lnTo>
                  <a:lnTo>
                    <a:pt x="978422" y="5064735"/>
                  </a:lnTo>
                  <a:lnTo>
                    <a:pt x="978859" y="5063488"/>
                  </a:lnTo>
                  <a:lnTo>
                    <a:pt x="979295" y="5063488"/>
                  </a:lnTo>
                  <a:lnTo>
                    <a:pt x="979586" y="5062864"/>
                  </a:lnTo>
                  <a:lnTo>
                    <a:pt x="979731" y="5062864"/>
                  </a:lnTo>
                  <a:lnTo>
                    <a:pt x="980167" y="5062864"/>
                  </a:lnTo>
                  <a:lnTo>
                    <a:pt x="980167" y="5061617"/>
                  </a:lnTo>
                  <a:lnTo>
                    <a:pt x="980604" y="5061617"/>
                  </a:lnTo>
                  <a:lnTo>
                    <a:pt x="981767" y="5061617"/>
                  </a:lnTo>
                  <a:lnTo>
                    <a:pt x="981912" y="5060994"/>
                  </a:lnTo>
                  <a:lnTo>
                    <a:pt x="982203" y="5060370"/>
                  </a:lnTo>
                  <a:lnTo>
                    <a:pt x="982349" y="5060370"/>
                  </a:lnTo>
                  <a:lnTo>
                    <a:pt x="982785" y="5057876"/>
                  </a:lnTo>
                  <a:lnTo>
                    <a:pt x="983076" y="5057876"/>
                  </a:lnTo>
                  <a:lnTo>
                    <a:pt x="983221" y="5057876"/>
                  </a:lnTo>
                  <a:lnTo>
                    <a:pt x="983803" y="5057876"/>
                  </a:lnTo>
                  <a:lnTo>
                    <a:pt x="984530" y="5057252"/>
                  </a:lnTo>
                  <a:lnTo>
                    <a:pt x="984676" y="5057252"/>
                  </a:lnTo>
                  <a:lnTo>
                    <a:pt x="984821" y="5057252"/>
                  </a:lnTo>
                  <a:lnTo>
                    <a:pt x="985403" y="5057252"/>
                  </a:lnTo>
                  <a:lnTo>
                    <a:pt x="985548" y="5057252"/>
                  </a:lnTo>
                  <a:lnTo>
                    <a:pt x="985839" y="5057252"/>
                  </a:lnTo>
                  <a:lnTo>
                    <a:pt x="986421" y="5057252"/>
                  </a:lnTo>
                  <a:lnTo>
                    <a:pt x="986566" y="5057252"/>
                  </a:lnTo>
                  <a:lnTo>
                    <a:pt x="987148" y="5057252"/>
                  </a:lnTo>
                  <a:lnTo>
                    <a:pt x="987584" y="5057252"/>
                  </a:lnTo>
                  <a:lnTo>
                    <a:pt x="987584" y="5056629"/>
                  </a:lnTo>
                  <a:lnTo>
                    <a:pt x="987729" y="5056629"/>
                  </a:lnTo>
                  <a:lnTo>
                    <a:pt x="988020" y="5056629"/>
                  </a:lnTo>
                  <a:lnTo>
                    <a:pt x="988602" y="5056005"/>
                  </a:lnTo>
                  <a:lnTo>
                    <a:pt x="988747" y="5056005"/>
                  </a:lnTo>
                  <a:lnTo>
                    <a:pt x="989038" y="5056005"/>
                  </a:lnTo>
                  <a:lnTo>
                    <a:pt x="989620" y="5055381"/>
                  </a:lnTo>
                  <a:lnTo>
                    <a:pt x="990347" y="5055381"/>
                  </a:lnTo>
                  <a:lnTo>
                    <a:pt x="991074" y="5053511"/>
                  </a:lnTo>
                  <a:lnTo>
                    <a:pt x="991220" y="5052263"/>
                  </a:lnTo>
                  <a:lnTo>
                    <a:pt x="991511" y="5051640"/>
                  </a:lnTo>
                  <a:lnTo>
                    <a:pt x="991656" y="5051016"/>
                  </a:lnTo>
                  <a:lnTo>
                    <a:pt x="991801" y="5051016"/>
                  </a:lnTo>
                  <a:lnTo>
                    <a:pt x="991947" y="5051016"/>
                  </a:lnTo>
                  <a:lnTo>
                    <a:pt x="992238" y="5051016"/>
                  </a:lnTo>
                  <a:lnTo>
                    <a:pt x="992383" y="5051016"/>
                  </a:lnTo>
                  <a:lnTo>
                    <a:pt x="992965" y="5051016"/>
                  </a:lnTo>
                  <a:lnTo>
                    <a:pt x="992965" y="5050393"/>
                  </a:lnTo>
                  <a:lnTo>
                    <a:pt x="993110" y="5050393"/>
                  </a:lnTo>
                  <a:lnTo>
                    <a:pt x="993837" y="5049769"/>
                  </a:lnTo>
                  <a:lnTo>
                    <a:pt x="994274" y="5049769"/>
                  </a:lnTo>
                  <a:lnTo>
                    <a:pt x="994710" y="5049769"/>
                  </a:lnTo>
                  <a:lnTo>
                    <a:pt x="995001" y="5049146"/>
                  </a:lnTo>
                  <a:lnTo>
                    <a:pt x="995146" y="5049146"/>
                  </a:lnTo>
                  <a:lnTo>
                    <a:pt x="995292" y="5048522"/>
                  </a:lnTo>
                  <a:lnTo>
                    <a:pt x="995873" y="5047275"/>
                  </a:lnTo>
                  <a:lnTo>
                    <a:pt x="996019" y="5046028"/>
                  </a:lnTo>
                  <a:lnTo>
                    <a:pt x="996019" y="5044780"/>
                  </a:lnTo>
                  <a:lnTo>
                    <a:pt x="996310" y="5044780"/>
                  </a:lnTo>
                  <a:lnTo>
                    <a:pt x="996455" y="5044157"/>
                  </a:lnTo>
                  <a:lnTo>
                    <a:pt x="996746" y="5043533"/>
                  </a:lnTo>
                  <a:lnTo>
                    <a:pt x="997037" y="5042910"/>
                  </a:lnTo>
                  <a:lnTo>
                    <a:pt x="997182" y="5042286"/>
                  </a:lnTo>
                  <a:lnTo>
                    <a:pt x="997473" y="5042286"/>
                  </a:lnTo>
                  <a:lnTo>
                    <a:pt x="998055" y="5042286"/>
                  </a:lnTo>
                  <a:lnTo>
                    <a:pt x="999073" y="5041663"/>
                  </a:lnTo>
                  <a:lnTo>
                    <a:pt x="999218" y="5041663"/>
                  </a:lnTo>
                  <a:lnTo>
                    <a:pt x="999509" y="5039792"/>
                  </a:lnTo>
                  <a:lnTo>
                    <a:pt x="999509" y="5038545"/>
                  </a:lnTo>
                  <a:lnTo>
                    <a:pt x="999945" y="5038545"/>
                  </a:lnTo>
                  <a:lnTo>
                    <a:pt x="1000091" y="5037921"/>
                  </a:lnTo>
                  <a:lnTo>
                    <a:pt x="1000963" y="5037921"/>
                  </a:lnTo>
                  <a:lnTo>
                    <a:pt x="1001109" y="5036674"/>
                  </a:lnTo>
                  <a:lnTo>
                    <a:pt x="1001254" y="5036050"/>
                  </a:lnTo>
                  <a:lnTo>
                    <a:pt x="1001690" y="5036050"/>
                  </a:lnTo>
                  <a:lnTo>
                    <a:pt x="1002417" y="5034803"/>
                  </a:lnTo>
                  <a:lnTo>
                    <a:pt x="1002563" y="5034803"/>
                  </a:lnTo>
                  <a:lnTo>
                    <a:pt x="1002854" y="5034803"/>
                  </a:lnTo>
                  <a:lnTo>
                    <a:pt x="1003435" y="5034803"/>
                  </a:lnTo>
                  <a:lnTo>
                    <a:pt x="1004599" y="5033556"/>
                  </a:lnTo>
                  <a:lnTo>
                    <a:pt x="1004890" y="5033556"/>
                  </a:lnTo>
                  <a:lnTo>
                    <a:pt x="1005617" y="5033556"/>
                  </a:lnTo>
                  <a:lnTo>
                    <a:pt x="1006053" y="5031685"/>
                  </a:lnTo>
                  <a:lnTo>
                    <a:pt x="1006198" y="5031685"/>
                  </a:lnTo>
                  <a:lnTo>
                    <a:pt x="1007071" y="5030438"/>
                  </a:lnTo>
                  <a:lnTo>
                    <a:pt x="1007216" y="5030438"/>
                  </a:lnTo>
                  <a:lnTo>
                    <a:pt x="1007507" y="5030438"/>
                  </a:lnTo>
                  <a:lnTo>
                    <a:pt x="1007944" y="5030438"/>
                  </a:lnTo>
                  <a:lnTo>
                    <a:pt x="1008525" y="5030438"/>
                  </a:lnTo>
                  <a:lnTo>
                    <a:pt x="1010561" y="5029191"/>
                  </a:lnTo>
                  <a:lnTo>
                    <a:pt x="1010561" y="5028567"/>
                  </a:lnTo>
                  <a:lnTo>
                    <a:pt x="1010707" y="5028567"/>
                  </a:lnTo>
                  <a:lnTo>
                    <a:pt x="1010852" y="5028567"/>
                  </a:lnTo>
                  <a:lnTo>
                    <a:pt x="1011143" y="5028567"/>
                  </a:lnTo>
                  <a:lnTo>
                    <a:pt x="1011725" y="5028567"/>
                  </a:lnTo>
                  <a:lnTo>
                    <a:pt x="1011870" y="5028567"/>
                  </a:lnTo>
                  <a:lnTo>
                    <a:pt x="1012452" y="5028567"/>
                  </a:lnTo>
                  <a:lnTo>
                    <a:pt x="1012452" y="5027944"/>
                  </a:lnTo>
                  <a:lnTo>
                    <a:pt x="1012452" y="5027320"/>
                  </a:lnTo>
                  <a:lnTo>
                    <a:pt x="1012452" y="5026697"/>
                  </a:lnTo>
                  <a:lnTo>
                    <a:pt x="1013324" y="5025449"/>
                  </a:lnTo>
                  <a:lnTo>
                    <a:pt x="1013761" y="5025449"/>
                  </a:lnTo>
                  <a:lnTo>
                    <a:pt x="1014779" y="5025449"/>
                  </a:lnTo>
                  <a:lnTo>
                    <a:pt x="1014924" y="5025449"/>
                  </a:lnTo>
                  <a:lnTo>
                    <a:pt x="1015069" y="5024826"/>
                  </a:lnTo>
                  <a:lnTo>
                    <a:pt x="1015360" y="5024826"/>
                  </a:lnTo>
                  <a:lnTo>
                    <a:pt x="1015797" y="5024202"/>
                  </a:lnTo>
                  <a:lnTo>
                    <a:pt x="1015797" y="5022955"/>
                  </a:lnTo>
                  <a:lnTo>
                    <a:pt x="1016087" y="5022331"/>
                  </a:lnTo>
                  <a:lnTo>
                    <a:pt x="1016233" y="5022331"/>
                  </a:lnTo>
                  <a:lnTo>
                    <a:pt x="1016960" y="5022331"/>
                  </a:lnTo>
                  <a:lnTo>
                    <a:pt x="1016960" y="5021708"/>
                  </a:lnTo>
                  <a:lnTo>
                    <a:pt x="1017105" y="5021708"/>
                  </a:lnTo>
                  <a:lnTo>
                    <a:pt x="1018123" y="5021084"/>
                  </a:lnTo>
                  <a:lnTo>
                    <a:pt x="1018269" y="5021084"/>
                  </a:lnTo>
                  <a:lnTo>
                    <a:pt x="1018269" y="5020461"/>
                  </a:lnTo>
                  <a:lnTo>
                    <a:pt x="1018414" y="5020461"/>
                  </a:lnTo>
                  <a:lnTo>
                    <a:pt x="1019723" y="5019837"/>
                  </a:lnTo>
                  <a:lnTo>
                    <a:pt x="1020014" y="5019214"/>
                  </a:lnTo>
                  <a:lnTo>
                    <a:pt x="1020305" y="5019214"/>
                  </a:lnTo>
                  <a:lnTo>
                    <a:pt x="1020450" y="5019214"/>
                  </a:lnTo>
                  <a:lnTo>
                    <a:pt x="1020596" y="5019214"/>
                  </a:lnTo>
                  <a:lnTo>
                    <a:pt x="1020741" y="5018590"/>
                  </a:lnTo>
                  <a:lnTo>
                    <a:pt x="1020886" y="5017966"/>
                  </a:lnTo>
                  <a:lnTo>
                    <a:pt x="1021904" y="5017343"/>
                  </a:lnTo>
                  <a:lnTo>
                    <a:pt x="1022922" y="5016719"/>
                  </a:lnTo>
                  <a:lnTo>
                    <a:pt x="1022922" y="5016096"/>
                  </a:lnTo>
                  <a:lnTo>
                    <a:pt x="1023213" y="5016096"/>
                  </a:lnTo>
                  <a:lnTo>
                    <a:pt x="1023795" y="5016096"/>
                  </a:lnTo>
                  <a:lnTo>
                    <a:pt x="1024086" y="5015472"/>
                  </a:lnTo>
                  <a:lnTo>
                    <a:pt x="1024231" y="5015472"/>
                  </a:lnTo>
                  <a:lnTo>
                    <a:pt x="1025395" y="5015472"/>
                  </a:lnTo>
                  <a:lnTo>
                    <a:pt x="1025976" y="5015472"/>
                  </a:lnTo>
                  <a:lnTo>
                    <a:pt x="1026849" y="5015472"/>
                  </a:lnTo>
                  <a:lnTo>
                    <a:pt x="1026994" y="5015472"/>
                  </a:lnTo>
                  <a:lnTo>
                    <a:pt x="1027140" y="5015472"/>
                  </a:lnTo>
                  <a:lnTo>
                    <a:pt x="1027285" y="5014225"/>
                  </a:lnTo>
                  <a:lnTo>
                    <a:pt x="1027721" y="5014225"/>
                  </a:lnTo>
                  <a:lnTo>
                    <a:pt x="1028012" y="5014225"/>
                  </a:lnTo>
                  <a:lnTo>
                    <a:pt x="1028158" y="5014225"/>
                  </a:lnTo>
                  <a:lnTo>
                    <a:pt x="1028303" y="5014225"/>
                  </a:lnTo>
                  <a:lnTo>
                    <a:pt x="1028739" y="5013601"/>
                  </a:lnTo>
                  <a:lnTo>
                    <a:pt x="1028885" y="5013601"/>
                  </a:lnTo>
                  <a:lnTo>
                    <a:pt x="1029030" y="5013601"/>
                  </a:lnTo>
                  <a:lnTo>
                    <a:pt x="1029321" y="5013601"/>
                  </a:lnTo>
                  <a:lnTo>
                    <a:pt x="1029467" y="5013601"/>
                  </a:lnTo>
                  <a:lnTo>
                    <a:pt x="1029757" y="5013601"/>
                  </a:lnTo>
                  <a:lnTo>
                    <a:pt x="1029903" y="5012354"/>
                  </a:lnTo>
                  <a:lnTo>
                    <a:pt x="1030048" y="5012354"/>
                  </a:lnTo>
                  <a:lnTo>
                    <a:pt x="1030048" y="5011731"/>
                  </a:lnTo>
                  <a:lnTo>
                    <a:pt x="1030630" y="5010483"/>
                  </a:lnTo>
                  <a:lnTo>
                    <a:pt x="1031212" y="5009860"/>
                  </a:lnTo>
                  <a:lnTo>
                    <a:pt x="1032084" y="5009236"/>
                  </a:lnTo>
                  <a:lnTo>
                    <a:pt x="1032666" y="5007989"/>
                  </a:lnTo>
                  <a:lnTo>
                    <a:pt x="1033102" y="5007989"/>
                  </a:lnTo>
                  <a:lnTo>
                    <a:pt x="1033829" y="5007366"/>
                  </a:lnTo>
                  <a:lnTo>
                    <a:pt x="1034266" y="5007366"/>
                  </a:lnTo>
                  <a:lnTo>
                    <a:pt x="1034411" y="5007366"/>
                  </a:lnTo>
                  <a:lnTo>
                    <a:pt x="1034411" y="5006742"/>
                  </a:lnTo>
                  <a:lnTo>
                    <a:pt x="1034993" y="5006118"/>
                  </a:lnTo>
                  <a:lnTo>
                    <a:pt x="1035574" y="5005495"/>
                  </a:lnTo>
                  <a:lnTo>
                    <a:pt x="1036011" y="5004248"/>
                  </a:lnTo>
                  <a:lnTo>
                    <a:pt x="1036156" y="5004248"/>
                  </a:lnTo>
                  <a:lnTo>
                    <a:pt x="1036592" y="5004248"/>
                  </a:lnTo>
                  <a:lnTo>
                    <a:pt x="1036883" y="5003000"/>
                  </a:lnTo>
                  <a:lnTo>
                    <a:pt x="1037174" y="5003000"/>
                  </a:lnTo>
                  <a:lnTo>
                    <a:pt x="1037320" y="5003000"/>
                  </a:lnTo>
                  <a:lnTo>
                    <a:pt x="1037901" y="5003000"/>
                  </a:lnTo>
                  <a:lnTo>
                    <a:pt x="1037901" y="5001753"/>
                  </a:lnTo>
                  <a:lnTo>
                    <a:pt x="1038192" y="5001130"/>
                  </a:lnTo>
                  <a:lnTo>
                    <a:pt x="1038628" y="5001130"/>
                  </a:lnTo>
                  <a:lnTo>
                    <a:pt x="1039065" y="5001130"/>
                  </a:lnTo>
                  <a:lnTo>
                    <a:pt x="1040228" y="5001130"/>
                  </a:lnTo>
                  <a:lnTo>
                    <a:pt x="1040810" y="5001130"/>
                  </a:lnTo>
                  <a:lnTo>
                    <a:pt x="1040955" y="5001130"/>
                  </a:lnTo>
                  <a:lnTo>
                    <a:pt x="1041101" y="5001130"/>
                  </a:lnTo>
                  <a:lnTo>
                    <a:pt x="1041828" y="5001130"/>
                  </a:lnTo>
                  <a:lnTo>
                    <a:pt x="1042119" y="5001130"/>
                  </a:lnTo>
                  <a:lnTo>
                    <a:pt x="1042264" y="5000506"/>
                  </a:lnTo>
                  <a:lnTo>
                    <a:pt x="1042409" y="4999883"/>
                  </a:lnTo>
                  <a:lnTo>
                    <a:pt x="1042555" y="4999883"/>
                  </a:lnTo>
                  <a:lnTo>
                    <a:pt x="1042991" y="4999883"/>
                  </a:lnTo>
                  <a:lnTo>
                    <a:pt x="1043282" y="4999883"/>
                  </a:lnTo>
                  <a:lnTo>
                    <a:pt x="1044591" y="4995517"/>
                  </a:lnTo>
                  <a:lnTo>
                    <a:pt x="1045027" y="4995517"/>
                  </a:lnTo>
                  <a:lnTo>
                    <a:pt x="1045463" y="4993647"/>
                  </a:lnTo>
                  <a:lnTo>
                    <a:pt x="1045754" y="4993647"/>
                  </a:lnTo>
                  <a:lnTo>
                    <a:pt x="1046336" y="4993647"/>
                  </a:lnTo>
                  <a:lnTo>
                    <a:pt x="1046627" y="4993647"/>
                  </a:lnTo>
                  <a:lnTo>
                    <a:pt x="1046918" y="4993647"/>
                  </a:lnTo>
                  <a:lnTo>
                    <a:pt x="1047208" y="4993647"/>
                  </a:lnTo>
                  <a:lnTo>
                    <a:pt x="1048226" y="4992400"/>
                  </a:lnTo>
                  <a:lnTo>
                    <a:pt x="1048517" y="4992400"/>
                  </a:lnTo>
                  <a:lnTo>
                    <a:pt x="1048517" y="4991776"/>
                  </a:lnTo>
                  <a:lnTo>
                    <a:pt x="1049099" y="4991152"/>
                  </a:lnTo>
                  <a:lnTo>
                    <a:pt x="1049681" y="4989905"/>
                  </a:lnTo>
                  <a:lnTo>
                    <a:pt x="1049681" y="4989282"/>
                  </a:lnTo>
                  <a:lnTo>
                    <a:pt x="1049972" y="4989282"/>
                  </a:lnTo>
                  <a:lnTo>
                    <a:pt x="1050844" y="4989282"/>
                  </a:lnTo>
                  <a:lnTo>
                    <a:pt x="1050990" y="4989282"/>
                  </a:lnTo>
                  <a:lnTo>
                    <a:pt x="1051135" y="4989282"/>
                  </a:lnTo>
                  <a:lnTo>
                    <a:pt x="1052298" y="4988034"/>
                  </a:lnTo>
                  <a:lnTo>
                    <a:pt x="1052589" y="4987411"/>
                  </a:lnTo>
                  <a:lnTo>
                    <a:pt x="1052735" y="4987411"/>
                  </a:lnTo>
                  <a:lnTo>
                    <a:pt x="1053026" y="4985540"/>
                  </a:lnTo>
                  <a:lnTo>
                    <a:pt x="1053171" y="4984293"/>
                  </a:lnTo>
                  <a:lnTo>
                    <a:pt x="1054334" y="4983046"/>
                  </a:lnTo>
                  <a:lnTo>
                    <a:pt x="1055207" y="4982422"/>
                  </a:lnTo>
                  <a:lnTo>
                    <a:pt x="1055643" y="4982422"/>
                  </a:lnTo>
                  <a:lnTo>
                    <a:pt x="1055643" y="4981799"/>
                  </a:lnTo>
                  <a:lnTo>
                    <a:pt x="1055789" y="4981175"/>
                  </a:lnTo>
                  <a:lnTo>
                    <a:pt x="1056225" y="4980551"/>
                  </a:lnTo>
                  <a:lnTo>
                    <a:pt x="1056370" y="4980551"/>
                  </a:lnTo>
                  <a:lnTo>
                    <a:pt x="1056516" y="4980551"/>
                  </a:lnTo>
                  <a:lnTo>
                    <a:pt x="1057243" y="4980551"/>
                  </a:lnTo>
                  <a:lnTo>
                    <a:pt x="1058261" y="4980551"/>
                  </a:lnTo>
                  <a:lnTo>
                    <a:pt x="1058552" y="4979928"/>
                  </a:lnTo>
                  <a:lnTo>
                    <a:pt x="1058843" y="4979304"/>
                  </a:lnTo>
                  <a:lnTo>
                    <a:pt x="1058843" y="4978681"/>
                  </a:lnTo>
                  <a:lnTo>
                    <a:pt x="1058988" y="4978057"/>
                  </a:lnTo>
                  <a:lnTo>
                    <a:pt x="1059133" y="4977434"/>
                  </a:lnTo>
                  <a:lnTo>
                    <a:pt x="1059715" y="4977434"/>
                  </a:lnTo>
                  <a:lnTo>
                    <a:pt x="1059861" y="4976810"/>
                  </a:lnTo>
                  <a:lnTo>
                    <a:pt x="1060006" y="4976810"/>
                  </a:lnTo>
                  <a:lnTo>
                    <a:pt x="1060151" y="4976810"/>
                  </a:lnTo>
                  <a:lnTo>
                    <a:pt x="1060878" y="4976186"/>
                  </a:lnTo>
                  <a:lnTo>
                    <a:pt x="1061169" y="4975563"/>
                  </a:lnTo>
                  <a:lnTo>
                    <a:pt x="1061896" y="4974316"/>
                  </a:lnTo>
                  <a:lnTo>
                    <a:pt x="1062333" y="4974316"/>
                  </a:lnTo>
                  <a:lnTo>
                    <a:pt x="1062624" y="4974316"/>
                  </a:lnTo>
                  <a:lnTo>
                    <a:pt x="1062914" y="4973068"/>
                  </a:lnTo>
                  <a:lnTo>
                    <a:pt x="1063351" y="4973068"/>
                  </a:lnTo>
                  <a:lnTo>
                    <a:pt x="1063351" y="4972445"/>
                  </a:lnTo>
                  <a:lnTo>
                    <a:pt x="1063642" y="4972445"/>
                  </a:lnTo>
                  <a:lnTo>
                    <a:pt x="1064514" y="4971821"/>
                  </a:lnTo>
                  <a:lnTo>
                    <a:pt x="1064660" y="4971821"/>
                  </a:lnTo>
                  <a:lnTo>
                    <a:pt x="1066114" y="4971198"/>
                  </a:lnTo>
                  <a:lnTo>
                    <a:pt x="1066550" y="4971198"/>
                  </a:lnTo>
                  <a:lnTo>
                    <a:pt x="1066986" y="4971198"/>
                  </a:lnTo>
                  <a:lnTo>
                    <a:pt x="1066986" y="4970574"/>
                  </a:lnTo>
                  <a:lnTo>
                    <a:pt x="1066986" y="4969951"/>
                  </a:lnTo>
                  <a:lnTo>
                    <a:pt x="1067859" y="4968703"/>
                  </a:lnTo>
                  <a:lnTo>
                    <a:pt x="1068150" y="4968080"/>
                  </a:lnTo>
                  <a:lnTo>
                    <a:pt x="1068441" y="4966209"/>
                  </a:lnTo>
                  <a:lnTo>
                    <a:pt x="1068731" y="4966209"/>
                  </a:lnTo>
                  <a:lnTo>
                    <a:pt x="1069604" y="4966209"/>
                  </a:lnTo>
                  <a:lnTo>
                    <a:pt x="1070767" y="4964962"/>
                  </a:lnTo>
                  <a:lnTo>
                    <a:pt x="1070913" y="4964338"/>
                  </a:lnTo>
                  <a:lnTo>
                    <a:pt x="1071349" y="4963715"/>
                  </a:lnTo>
                  <a:lnTo>
                    <a:pt x="1071495" y="4963091"/>
                  </a:lnTo>
                  <a:lnTo>
                    <a:pt x="1073094" y="4961844"/>
                  </a:lnTo>
                  <a:lnTo>
                    <a:pt x="1073240" y="4961844"/>
                  </a:lnTo>
                  <a:lnTo>
                    <a:pt x="1073530" y="4961220"/>
                  </a:lnTo>
                  <a:lnTo>
                    <a:pt x="1073821" y="4961220"/>
                  </a:lnTo>
                  <a:lnTo>
                    <a:pt x="1073967" y="4961220"/>
                  </a:lnTo>
                  <a:lnTo>
                    <a:pt x="1074112" y="4961220"/>
                  </a:lnTo>
                  <a:lnTo>
                    <a:pt x="1075276" y="4959973"/>
                  </a:lnTo>
                  <a:lnTo>
                    <a:pt x="1075566" y="4959350"/>
                  </a:lnTo>
                  <a:lnTo>
                    <a:pt x="1076584" y="4959350"/>
                  </a:lnTo>
                  <a:lnTo>
                    <a:pt x="1076730" y="4959350"/>
                  </a:lnTo>
                  <a:lnTo>
                    <a:pt x="1076875" y="4959350"/>
                  </a:lnTo>
                  <a:lnTo>
                    <a:pt x="1077893" y="4958726"/>
                  </a:lnTo>
                  <a:lnTo>
                    <a:pt x="1078766" y="4956232"/>
                  </a:lnTo>
                  <a:lnTo>
                    <a:pt x="1079202" y="4955608"/>
                  </a:lnTo>
                  <a:lnTo>
                    <a:pt x="1079348" y="4955608"/>
                  </a:lnTo>
                  <a:lnTo>
                    <a:pt x="1079784" y="4954985"/>
                  </a:lnTo>
                  <a:lnTo>
                    <a:pt x="1080220" y="4954985"/>
                  </a:lnTo>
                  <a:lnTo>
                    <a:pt x="1080802" y="4953737"/>
                  </a:lnTo>
                  <a:lnTo>
                    <a:pt x="1081383" y="4953114"/>
                  </a:lnTo>
                  <a:lnTo>
                    <a:pt x="1081529" y="4953114"/>
                  </a:lnTo>
                  <a:lnTo>
                    <a:pt x="1082111" y="4953114"/>
                  </a:lnTo>
                  <a:lnTo>
                    <a:pt x="1082692" y="4952490"/>
                  </a:lnTo>
                  <a:lnTo>
                    <a:pt x="1082692" y="4951867"/>
                  </a:lnTo>
                  <a:lnTo>
                    <a:pt x="1083129" y="4951867"/>
                  </a:lnTo>
                  <a:lnTo>
                    <a:pt x="1083274" y="4951243"/>
                  </a:lnTo>
                  <a:lnTo>
                    <a:pt x="1083710" y="4951243"/>
                  </a:lnTo>
                  <a:lnTo>
                    <a:pt x="1084001" y="4951243"/>
                  </a:lnTo>
                  <a:lnTo>
                    <a:pt x="1084147" y="4951243"/>
                  </a:lnTo>
                  <a:lnTo>
                    <a:pt x="1084292" y="4951243"/>
                  </a:lnTo>
                  <a:lnTo>
                    <a:pt x="1084437" y="4950620"/>
                  </a:lnTo>
                  <a:lnTo>
                    <a:pt x="1085310" y="4948749"/>
                  </a:lnTo>
                  <a:lnTo>
                    <a:pt x="1086037" y="4947502"/>
                  </a:lnTo>
                  <a:lnTo>
                    <a:pt x="1086328" y="4947502"/>
                  </a:lnTo>
                  <a:lnTo>
                    <a:pt x="1086473" y="4946878"/>
                  </a:lnTo>
                  <a:lnTo>
                    <a:pt x="1086764" y="4946254"/>
                  </a:lnTo>
                  <a:lnTo>
                    <a:pt x="1087055" y="4946254"/>
                  </a:lnTo>
                  <a:lnTo>
                    <a:pt x="1087200" y="4946254"/>
                  </a:lnTo>
                  <a:lnTo>
                    <a:pt x="1087637" y="4945631"/>
                  </a:lnTo>
                  <a:lnTo>
                    <a:pt x="1087928" y="4945631"/>
                  </a:lnTo>
                  <a:lnTo>
                    <a:pt x="1088218" y="4945631"/>
                  </a:lnTo>
                  <a:lnTo>
                    <a:pt x="1088364" y="4945007"/>
                  </a:lnTo>
                  <a:lnTo>
                    <a:pt x="1088509" y="4944384"/>
                  </a:lnTo>
                  <a:lnTo>
                    <a:pt x="1088800" y="4943760"/>
                  </a:lnTo>
                  <a:lnTo>
                    <a:pt x="1089382" y="4943137"/>
                  </a:lnTo>
                  <a:lnTo>
                    <a:pt x="1089673" y="4943137"/>
                  </a:lnTo>
                  <a:lnTo>
                    <a:pt x="1089673" y="4942513"/>
                  </a:lnTo>
                  <a:lnTo>
                    <a:pt x="1090254" y="4941889"/>
                  </a:lnTo>
                  <a:lnTo>
                    <a:pt x="1090400" y="4941889"/>
                  </a:lnTo>
                  <a:lnTo>
                    <a:pt x="1090545" y="4941889"/>
                  </a:lnTo>
                  <a:lnTo>
                    <a:pt x="1090836" y="4941889"/>
                  </a:lnTo>
                  <a:lnTo>
                    <a:pt x="1091854" y="4941266"/>
                  </a:lnTo>
                  <a:lnTo>
                    <a:pt x="1092727" y="4939395"/>
                  </a:lnTo>
                  <a:lnTo>
                    <a:pt x="1092872" y="4938771"/>
                  </a:lnTo>
                  <a:lnTo>
                    <a:pt x="1094617" y="4937524"/>
                  </a:lnTo>
                  <a:lnTo>
                    <a:pt x="1094763" y="4937524"/>
                  </a:lnTo>
                  <a:lnTo>
                    <a:pt x="1095053" y="4936901"/>
                  </a:lnTo>
                  <a:lnTo>
                    <a:pt x="1095344" y="4935654"/>
                  </a:lnTo>
                  <a:lnTo>
                    <a:pt x="1095635" y="4935030"/>
                  </a:lnTo>
                  <a:lnTo>
                    <a:pt x="1095926" y="4935030"/>
                  </a:lnTo>
                  <a:lnTo>
                    <a:pt x="1096362" y="4935030"/>
                  </a:lnTo>
                  <a:lnTo>
                    <a:pt x="1097089" y="4934406"/>
                  </a:lnTo>
                  <a:lnTo>
                    <a:pt x="1097526" y="4933159"/>
                  </a:lnTo>
                  <a:lnTo>
                    <a:pt x="1098107" y="4932536"/>
                  </a:lnTo>
                  <a:lnTo>
                    <a:pt x="1098253" y="4932536"/>
                  </a:lnTo>
                  <a:lnTo>
                    <a:pt x="1099125" y="4931288"/>
                  </a:lnTo>
                  <a:lnTo>
                    <a:pt x="1099271" y="4931288"/>
                  </a:lnTo>
                  <a:lnTo>
                    <a:pt x="1100143" y="4930665"/>
                  </a:lnTo>
                  <a:lnTo>
                    <a:pt x="1100870" y="4930041"/>
                  </a:lnTo>
                  <a:lnTo>
                    <a:pt x="1101307" y="4928794"/>
                  </a:lnTo>
                  <a:lnTo>
                    <a:pt x="1101452" y="4928794"/>
                  </a:lnTo>
                  <a:lnTo>
                    <a:pt x="1101598" y="4928794"/>
                  </a:lnTo>
                  <a:lnTo>
                    <a:pt x="1101743" y="4928794"/>
                  </a:lnTo>
                  <a:lnTo>
                    <a:pt x="1102179" y="4928794"/>
                  </a:lnTo>
                  <a:lnTo>
                    <a:pt x="1103197" y="4928171"/>
                  </a:lnTo>
                  <a:lnTo>
                    <a:pt x="1103343" y="4928171"/>
                  </a:lnTo>
                  <a:lnTo>
                    <a:pt x="1103779" y="4927547"/>
                  </a:lnTo>
                  <a:lnTo>
                    <a:pt x="1103779" y="4926923"/>
                  </a:lnTo>
                  <a:lnTo>
                    <a:pt x="1104361" y="4926923"/>
                  </a:lnTo>
                  <a:lnTo>
                    <a:pt x="1104506" y="4926923"/>
                  </a:lnTo>
                  <a:lnTo>
                    <a:pt x="1104506" y="4926300"/>
                  </a:lnTo>
                  <a:lnTo>
                    <a:pt x="1104942" y="4926300"/>
                  </a:lnTo>
                  <a:lnTo>
                    <a:pt x="1105379" y="4926300"/>
                  </a:lnTo>
                  <a:lnTo>
                    <a:pt x="1105960" y="4925053"/>
                  </a:lnTo>
                  <a:lnTo>
                    <a:pt x="1106688" y="4925053"/>
                  </a:lnTo>
                  <a:lnTo>
                    <a:pt x="1106688" y="4924429"/>
                  </a:lnTo>
                  <a:lnTo>
                    <a:pt x="1106833" y="4924429"/>
                  </a:lnTo>
                  <a:lnTo>
                    <a:pt x="1106978" y="4924429"/>
                  </a:lnTo>
                  <a:lnTo>
                    <a:pt x="1106978" y="4923182"/>
                  </a:lnTo>
                  <a:lnTo>
                    <a:pt x="1107851" y="4923182"/>
                  </a:lnTo>
                  <a:lnTo>
                    <a:pt x="1108433" y="4923182"/>
                  </a:lnTo>
                  <a:lnTo>
                    <a:pt x="1109014" y="4922558"/>
                  </a:lnTo>
                  <a:lnTo>
                    <a:pt x="1110032" y="4921935"/>
                  </a:lnTo>
                  <a:lnTo>
                    <a:pt x="1110178" y="4921935"/>
                  </a:lnTo>
                  <a:lnTo>
                    <a:pt x="1110759" y="4921935"/>
                  </a:lnTo>
                  <a:lnTo>
                    <a:pt x="1111487" y="4921311"/>
                  </a:lnTo>
                  <a:lnTo>
                    <a:pt x="1111632" y="4921311"/>
                  </a:lnTo>
                  <a:lnTo>
                    <a:pt x="1111923" y="4919440"/>
                  </a:lnTo>
                  <a:lnTo>
                    <a:pt x="1112068" y="4919440"/>
                  </a:lnTo>
                  <a:lnTo>
                    <a:pt x="1112505" y="4919440"/>
                  </a:lnTo>
                  <a:lnTo>
                    <a:pt x="1112650" y="4919440"/>
                  </a:lnTo>
                  <a:lnTo>
                    <a:pt x="1113377" y="4918193"/>
                  </a:lnTo>
                  <a:lnTo>
                    <a:pt x="1113668" y="4917570"/>
                  </a:lnTo>
                  <a:lnTo>
                    <a:pt x="1113959" y="4916946"/>
                  </a:lnTo>
                  <a:lnTo>
                    <a:pt x="1114250" y="4916946"/>
                  </a:lnTo>
                  <a:lnTo>
                    <a:pt x="1114540" y="4916946"/>
                  </a:lnTo>
                  <a:lnTo>
                    <a:pt x="1115413" y="4916946"/>
                  </a:lnTo>
                  <a:lnTo>
                    <a:pt x="1115995" y="4916946"/>
                  </a:lnTo>
                  <a:lnTo>
                    <a:pt x="1116722" y="4916946"/>
                  </a:lnTo>
                  <a:lnTo>
                    <a:pt x="1117013" y="4916323"/>
                  </a:lnTo>
                  <a:lnTo>
                    <a:pt x="1117740" y="4916323"/>
                  </a:lnTo>
                  <a:lnTo>
                    <a:pt x="1118176" y="4916323"/>
                  </a:lnTo>
                  <a:lnTo>
                    <a:pt x="1119340" y="4915699"/>
                  </a:lnTo>
                  <a:lnTo>
                    <a:pt x="1119485" y="4915699"/>
                  </a:lnTo>
                  <a:lnTo>
                    <a:pt x="1119630" y="4915699"/>
                  </a:lnTo>
                  <a:lnTo>
                    <a:pt x="1120358" y="4914452"/>
                  </a:lnTo>
                  <a:lnTo>
                    <a:pt x="1120358" y="4913828"/>
                  </a:lnTo>
                  <a:lnTo>
                    <a:pt x="1120794" y="4913828"/>
                  </a:lnTo>
                  <a:lnTo>
                    <a:pt x="1120939" y="4913205"/>
                  </a:lnTo>
                  <a:lnTo>
                    <a:pt x="1121957" y="4913205"/>
                  </a:lnTo>
                  <a:lnTo>
                    <a:pt x="1122393" y="4912581"/>
                  </a:lnTo>
                  <a:lnTo>
                    <a:pt x="1123266" y="4912581"/>
                  </a:lnTo>
                  <a:lnTo>
                    <a:pt x="1123557" y="4912581"/>
                  </a:lnTo>
                  <a:lnTo>
                    <a:pt x="1123557" y="4911957"/>
                  </a:lnTo>
                  <a:lnTo>
                    <a:pt x="1123702" y="4911334"/>
                  </a:lnTo>
                  <a:lnTo>
                    <a:pt x="1124720" y="4908840"/>
                  </a:lnTo>
                  <a:lnTo>
                    <a:pt x="1124866" y="4908840"/>
                  </a:lnTo>
                  <a:lnTo>
                    <a:pt x="1125593" y="4908840"/>
                  </a:lnTo>
                  <a:lnTo>
                    <a:pt x="1125738" y="4908840"/>
                  </a:lnTo>
                  <a:lnTo>
                    <a:pt x="1125884" y="4908216"/>
                  </a:lnTo>
                  <a:lnTo>
                    <a:pt x="1126029" y="4908216"/>
                  </a:lnTo>
                  <a:lnTo>
                    <a:pt x="1126465" y="4907592"/>
                  </a:lnTo>
                  <a:lnTo>
                    <a:pt x="1126465" y="4906969"/>
                  </a:lnTo>
                  <a:lnTo>
                    <a:pt x="1126611" y="4906969"/>
                  </a:lnTo>
                  <a:lnTo>
                    <a:pt x="1126902" y="4906345"/>
                  </a:lnTo>
                  <a:lnTo>
                    <a:pt x="1127047" y="4906345"/>
                  </a:lnTo>
                  <a:lnTo>
                    <a:pt x="1127193" y="4906345"/>
                  </a:lnTo>
                  <a:lnTo>
                    <a:pt x="1127483" y="4906345"/>
                  </a:lnTo>
                  <a:lnTo>
                    <a:pt x="1128501" y="4905098"/>
                  </a:lnTo>
                  <a:lnTo>
                    <a:pt x="1128501" y="4904474"/>
                  </a:lnTo>
                  <a:lnTo>
                    <a:pt x="1129083" y="4904474"/>
                  </a:lnTo>
                  <a:lnTo>
                    <a:pt x="1129810" y="4903851"/>
                  </a:lnTo>
                  <a:lnTo>
                    <a:pt x="1130246" y="4903227"/>
                  </a:lnTo>
                  <a:lnTo>
                    <a:pt x="1130683" y="4902604"/>
                  </a:lnTo>
                  <a:lnTo>
                    <a:pt x="1130828" y="4902604"/>
                  </a:lnTo>
                  <a:lnTo>
                    <a:pt x="1131264" y="4902604"/>
                  </a:lnTo>
                  <a:lnTo>
                    <a:pt x="1131555" y="4902604"/>
                  </a:lnTo>
                  <a:lnTo>
                    <a:pt x="1132282" y="4902604"/>
                  </a:lnTo>
                  <a:lnTo>
                    <a:pt x="1132719" y="4902604"/>
                  </a:lnTo>
                  <a:lnTo>
                    <a:pt x="1132864" y="4902604"/>
                  </a:lnTo>
                  <a:lnTo>
                    <a:pt x="1133010" y="4901980"/>
                  </a:lnTo>
                  <a:lnTo>
                    <a:pt x="1134028" y="4901980"/>
                  </a:lnTo>
                  <a:lnTo>
                    <a:pt x="1134318" y="4901980"/>
                  </a:lnTo>
                  <a:lnTo>
                    <a:pt x="1134609" y="4901980"/>
                  </a:lnTo>
                  <a:lnTo>
                    <a:pt x="1135045" y="4898862"/>
                  </a:lnTo>
                  <a:lnTo>
                    <a:pt x="1135627" y="4898862"/>
                  </a:lnTo>
                  <a:lnTo>
                    <a:pt x="1135918" y="4897615"/>
                  </a:lnTo>
                  <a:lnTo>
                    <a:pt x="1136063" y="4897615"/>
                  </a:lnTo>
                  <a:lnTo>
                    <a:pt x="1136209" y="4896991"/>
                  </a:lnTo>
                  <a:lnTo>
                    <a:pt x="1136791" y="4896991"/>
                  </a:lnTo>
                  <a:lnTo>
                    <a:pt x="1136936" y="4896991"/>
                  </a:lnTo>
                  <a:lnTo>
                    <a:pt x="1137081" y="4896991"/>
                  </a:lnTo>
                  <a:lnTo>
                    <a:pt x="1137227" y="4896991"/>
                  </a:lnTo>
                  <a:lnTo>
                    <a:pt x="1137663" y="4896368"/>
                  </a:lnTo>
                  <a:lnTo>
                    <a:pt x="1138390" y="4894497"/>
                  </a:lnTo>
                  <a:lnTo>
                    <a:pt x="1138390" y="4893874"/>
                  </a:lnTo>
                  <a:lnTo>
                    <a:pt x="1138390" y="4893250"/>
                  </a:lnTo>
                  <a:lnTo>
                    <a:pt x="1139263" y="4892626"/>
                  </a:lnTo>
                  <a:lnTo>
                    <a:pt x="1139408" y="4892003"/>
                  </a:lnTo>
                  <a:lnTo>
                    <a:pt x="1139699" y="4892003"/>
                  </a:lnTo>
                  <a:lnTo>
                    <a:pt x="1140426" y="4890132"/>
                  </a:lnTo>
                  <a:lnTo>
                    <a:pt x="1140572" y="4890132"/>
                  </a:lnTo>
                  <a:lnTo>
                    <a:pt x="1141880" y="4888261"/>
                  </a:lnTo>
                  <a:lnTo>
                    <a:pt x="1142026" y="4888261"/>
                  </a:lnTo>
                  <a:lnTo>
                    <a:pt x="1142171" y="4888261"/>
                  </a:lnTo>
                  <a:lnTo>
                    <a:pt x="1142753" y="4887638"/>
                  </a:lnTo>
                  <a:lnTo>
                    <a:pt x="1142898" y="4887638"/>
                  </a:lnTo>
                  <a:lnTo>
                    <a:pt x="1143189" y="4885767"/>
                  </a:lnTo>
                  <a:lnTo>
                    <a:pt x="1143335" y="4885143"/>
                  </a:lnTo>
                  <a:lnTo>
                    <a:pt x="1143916" y="4884520"/>
                  </a:lnTo>
                  <a:lnTo>
                    <a:pt x="1144498" y="4882025"/>
                  </a:lnTo>
                  <a:lnTo>
                    <a:pt x="1145516" y="4882025"/>
                  </a:lnTo>
                  <a:lnTo>
                    <a:pt x="1145662" y="4882025"/>
                  </a:lnTo>
                  <a:lnTo>
                    <a:pt x="1145952" y="4882025"/>
                  </a:lnTo>
                  <a:lnTo>
                    <a:pt x="1146243" y="4882025"/>
                  </a:lnTo>
                  <a:lnTo>
                    <a:pt x="1146389" y="4881402"/>
                  </a:lnTo>
                  <a:lnTo>
                    <a:pt x="1146534" y="4880778"/>
                  </a:lnTo>
                  <a:lnTo>
                    <a:pt x="1146825" y="4880155"/>
                  </a:lnTo>
                  <a:lnTo>
                    <a:pt x="1146825" y="4879531"/>
                  </a:lnTo>
                  <a:lnTo>
                    <a:pt x="1147261" y="4878284"/>
                  </a:lnTo>
                  <a:lnTo>
                    <a:pt x="1147552" y="4877037"/>
                  </a:lnTo>
                  <a:lnTo>
                    <a:pt x="1147552" y="4875790"/>
                  </a:lnTo>
                  <a:lnTo>
                    <a:pt x="1147988" y="4875790"/>
                  </a:lnTo>
                  <a:lnTo>
                    <a:pt x="1147988" y="4874542"/>
                  </a:lnTo>
                  <a:lnTo>
                    <a:pt x="1148570" y="4874542"/>
                  </a:lnTo>
                  <a:lnTo>
                    <a:pt x="1148715" y="4874542"/>
                  </a:lnTo>
                  <a:lnTo>
                    <a:pt x="1148861" y="4874542"/>
                  </a:lnTo>
                  <a:lnTo>
                    <a:pt x="1149733" y="4873919"/>
                  </a:lnTo>
                  <a:lnTo>
                    <a:pt x="1150024" y="4872672"/>
                  </a:lnTo>
                  <a:lnTo>
                    <a:pt x="1150606" y="4872048"/>
                  </a:lnTo>
                  <a:lnTo>
                    <a:pt x="1150751" y="4872048"/>
                  </a:lnTo>
                  <a:lnTo>
                    <a:pt x="1151042" y="4872048"/>
                  </a:lnTo>
                  <a:lnTo>
                    <a:pt x="1152060" y="4871425"/>
                  </a:lnTo>
                  <a:lnTo>
                    <a:pt x="1152351" y="4870801"/>
                  </a:lnTo>
                  <a:lnTo>
                    <a:pt x="1152787" y="4870801"/>
                  </a:lnTo>
                  <a:lnTo>
                    <a:pt x="1153078" y="4870801"/>
                  </a:lnTo>
                  <a:lnTo>
                    <a:pt x="1153078" y="4869554"/>
                  </a:lnTo>
                  <a:lnTo>
                    <a:pt x="1153515" y="4868930"/>
                  </a:lnTo>
                  <a:lnTo>
                    <a:pt x="1153805" y="4868930"/>
                  </a:lnTo>
                  <a:lnTo>
                    <a:pt x="1154096" y="4868307"/>
                  </a:lnTo>
                  <a:lnTo>
                    <a:pt x="1154969" y="4867683"/>
                  </a:lnTo>
                  <a:lnTo>
                    <a:pt x="1155696" y="4867060"/>
                  </a:lnTo>
                  <a:lnTo>
                    <a:pt x="1156132" y="4867060"/>
                  </a:lnTo>
                  <a:lnTo>
                    <a:pt x="1156278" y="4867060"/>
                  </a:lnTo>
                  <a:lnTo>
                    <a:pt x="1156714" y="4867060"/>
                  </a:lnTo>
                  <a:lnTo>
                    <a:pt x="1156714" y="4866436"/>
                  </a:lnTo>
                  <a:lnTo>
                    <a:pt x="1157296" y="4865812"/>
                  </a:lnTo>
                  <a:lnTo>
                    <a:pt x="1157732" y="4865812"/>
                  </a:lnTo>
                  <a:lnTo>
                    <a:pt x="1158023" y="4865189"/>
                  </a:lnTo>
                  <a:lnTo>
                    <a:pt x="1158168" y="4865189"/>
                  </a:lnTo>
                  <a:lnTo>
                    <a:pt x="1158314" y="4865189"/>
                  </a:lnTo>
                  <a:lnTo>
                    <a:pt x="1158750" y="4864565"/>
                  </a:lnTo>
                  <a:lnTo>
                    <a:pt x="1160059" y="4863942"/>
                  </a:lnTo>
                  <a:lnTo>
                    <a:pt x="1160059" y="4863318"/>
                  </a:lnTo>
                  <a:lnTo>
                    <a:pt x="1160350" y="4862071"/>
                  </a:lnTo>
                  <a:lnTo>
                    <a:pt x="1160640" y="4861447"/>
                  </a:lnTo>
                  <a:lnTo>
                    <a:pt x="1161222" y="4861447"/>
                  </a:lnTo>
                  <a:lnTo>
                    <a:pt x="1161513" y="4861447"/>
                  </a:lnTo>
                  <a:lnTo>
                    <a:pt x="1162095" y="4860824"/>
                  </a:lnTo>
                  <a:lnTo>
                    <a:pt x="1162676" y="4860200"/>
                  </a:lnTo>
                  <a:lnTo>
                    <a:pt x="1163403" y="4860200"/>
                  </a:lnTo>
                  <a:lnTo>
                    <a:pt x="1164131" y="4860200"/>
                  </a:lnTo>
                  <a:lnTo>
                    <a:pt x="1165149" y="4858953"/>
                  </a:lnTo>
                  <a:lnTo>
                    <a:pt x="1165149" y="4858329"/>
                  </a:lnTo>
                  <a:lnTo>
                    <a:pt x="1165294" y="4858329"/>
                  </a:lnTo>
                  <a:lnTo>
                    <a:pt x="1165876" y="4858329"/>
                  </a:lnTo>
                  <a:lnTo>
                    <a:pt x="1166894" y="4857082"/>
                  </a:lnTo>
                  <a:lnTo>
                    <a:pt x="1167185" y="4856459"/>
                  </a:lnTo>
                  <a:lnTo>
                    <a:pt x="1167766" y="4855211"/>
                  </a:lnTo>
                  <a:lnTo>
                    <a:pt x="1169075" y="4855211"/>
                  </a:lnTo>
                  <a:lnTo>
                    <a:pt x="1169075" y="4854588"/>
                  </a:lnTo>
                  <a:lnTo>
                    <a:pt x="1169220" y="4853964"/>
                  </a:lnTo>
                  <a:lnTo>
                    <a:pt x="1169366" y="4853341"/>
                  </a:lnTo>
                  <a:lnTo>
                    <a:pt x="1169511" y="4853341"/>
                  </a:lnTo>
                  <a:lnTo>
                    <a:pt x="1170093" y="4853341"/>
                  </a:lnTo>
                  <a:lnTo>
                    <a:pt x="1170529" y="4853341"/>
                  </a:lnTo>
                  <a:lnTo>
                    <a:pt x="1170820" y="4852094"/>
                  </a:lnTo>
                  <a:lnTo>
                    <a:pt x="1171256" y="4852094"/>
                  </a:lnTo>
                  <a:lnTo>
                    <a:pt x="1171693" y="4852094"/>
                  </a:lnTo>
                  <a:lnTo>
                    <a:pt x="1171984" y="4852094"/>
                  </a:lnTo>
                  <a:lnTo>
                    <a:pt x="1172129" y="4851470"/>
                  </a:lnTo>
                  <a:lnTo>
                    <a:pt x="1173002" y="4850846"/>
                  </a:lnTo>
                  <a:lnTo>
                    <a:pt x="1173147" y="4850846"/>
                  </a:lnTo>
                  <a:lnTo>
                    <a:pt x="1173438" y="4850846"/>
                  </a:lnTo>
                  <a:lnTo>
                    <a:pt x="1173583" y="4850846"/>
                  </a:lnTo>
                  <a:lnTo>
                    <a:pt x="1174020" y="4850846"/>
                  </a:lnTo>
                  <a:lnTo>
                    <a:pt x="1174310" y="4850846"/>
                  </a:lnTo>
                  <a:lnTo>
                    <a:pt x="1174892" y="4850223"/>
                  </a:lnTo>
                  <a:lnTo>
                    <a:pt x="1175037" y="4850223"/>
                  </a:lnTo>
                  <a:lnTo>
                    <a:pt x="1175328" y="4847728"/>
                  </a:lnTo>
                  <a:lnTo>
                    <a:pt x="1175910" y="4847728"/>
                  </a:lnTo>
                  <a:lnTo>
                    <a:pt x="1176346" y="4847728"/>
                  </a:lnTo>
                  <a:lnTo>
                    <a:pt x="1177510" y="4846481"/>
                  </a:lnTo>
                  <a:lnTo>
                    <a:pt x="1177655" y="4845858"/>
                  </a:lnTo>
                  <a:lnTo>
                    <a:pt x="1177946" y="4845234"/>
                  </a:lnTo>
                  <a:lnTo>
                    <a:pt x="1178819" y="4845234"/>
                  </a:lnTo>
                  <a:lnTo>
                    <a:pt x="1178819" y="4844611"/>
                  </a:lnTo>
                  <a:lnTo>
                    <a:pt x="1179255" y="4844611"/>
                  </a:lnTo>
                  <a:lnTo>
                    <a:pt x="1180273" y="4842116"/>
                  </a:lnTo>
                  <a:lnTo>
                    <a:pt x="1180418" y="4841493"/>
                  </a:lnTo>
                  <a:lnTo>
                    <a:pt x="1180564" y="4841493"/>
                  </a:lnTo>
                  <a:lnTo>
                    <a:pt x="1180709" y="4841493"/>
                  </a:lnTo>
                  <a:lnTo>
                    <a:pt x="1181727" y="4839622"/>
                  </a:lnTo>
                  <a:lnTo>
                    <a:pt x="1181872" y="4839622"/>
                  </a:lnTo>
                  <a:lnTo>
                    <a:pt x="1182018" y="4837128"/>
                  </a:lnTo>
                  <a:lnTo>
                    <a:pt x="1182600" y="4836504"/>
                  </a:lnTo>
                  <a:lnTo>
                    <a:pt x="1183036" y="4835880"/>
                  </a:lnTo>
                  <a:lnTo>
                    <a:pt x="1183327" y="4834633"/>
                  </a:lnTo>
                  <a:lnTo>
                    <a:pt x="1183472" y="4834010"/>
                  </a:lnTo>
                  <a:lnTo>
                    <a:pt x="1183618" y="4834010"/>
                  </a:lnTo>
                  <a:lnTo>
                    <a:pt x="1183763" y="4834010"/>
                  </a:lnTo>
                  <a:lnTo>
                    <a:pt x="1184199" y="4833386"/>
                  </a:lnTo>
                  <a:lnTo>
                    <a:pt x="1184636" y="4830892"/>
                  </a:lnTo>
                  <a:lnTo>
                    <a:pt x="1184781" y="4830892"/>
                  </a:lnTo>
                  <a:lnTo>
                    <a:pt x="1184926" y="4830268"/>
                  </a:lnTo>
                  <a:lnTo>
                    <a:pt x="1185363" y="4830268"/>
                  </a:lnTo>
                  <a:lnTo>
                    <a:pt x="1185508" y="4830268"/>
                  </a:lnTo>
                  <a:lnTo>
                    <a:pt x="1185654" y="4830268"/>
                  </a:lnTo>
                  <a:lnTo>
                    <a:pt x="1185944" y="4829645"/>
                  </a:lnTo>
                  <a:lnTo>
                    <a:pt x="1186381" y="4829645"/>
                  </a:lnTo>
                  <a:lnTo>
                    <a:pt x="1186526" y="4829645"/>
                  </a:lnTo>
                  <a:lnTo>
                    <a:pt x="1186962" y="4828397"/>
                  </a:lnTo>
                  <a:lnTo>
                    <a:pt x="1188271" y="4828397"/>
                  </a:lnTo>
                  <a:lnTo>
                    <a:pt x="1188562" y="4827150"/>
                  </a:lnTo>
                  <a:lnTo>
                    <a:pt x="1190162" y="4826527"/>
                  </a:lnTo>
                  <a:lnTo>
                    <a:pt x="1191907" y="4825903"/>
                  </a:lnTo>
                  <a:lnTo>
                    <a:pt x="1192198" y="4825903"/>
                  </a:lnTo>
                  <a:lnTo>
                    <a:pt x="1192343" y="4824656"/>
                  </a:lnTo>
                  <a:lnTo>
                    <a:pt x="1192925" y="4824032"/>
                  </a:lnTo>
                  <a:lnTo>
                    <a:pt x="1193070" y="4823409"/>
                  </a:lnTo>
                  <a:lnTo>
                    <a:pt x="1193216" y="4823409"/>
                  </a:lnTo>
                  <a:lnTo>
                    <a:pt x="1194088" y="4820914"/>
                  </a:lnTo>
                  <a:lnTo>
                    <a:pt x="1194234" y="4820914"/>
                  </a:lnTo>
                  <a:lnTo>
                    <a:pt x="1194234" y="4820291"/>
                  </a:lnTo>
                  <a:lnTo>
                    <a:pt x="1194815" y="4819667"/>
                  </a:lnTo>
                  <a:lnTo>
                    <a:pt x="1195106" y="4818420"/>
                  </a:lnTo>
                  <a:lnTo>
                    <a:pt x="1196124" y="4816549"/>
                  </a:lnTo>
                  <a:lnTo>
                    <a:pt x="1196415" y="4815302"/>
                  </a:lnTo>
                  <a:lnTo>
                    <a:pt x="1196997" y="4814679"/>
                  </a:lnTo>
                  <a:lnTo>
                    <a:pt x="1197433" y="4814679"/>
                  </a:lnTo>
                  <a:lnTo>
                    <a:pt x="1197724" y="4813431"/>
                  </a:lnTo>
                  <a:lnTo>
                    <a:pt x="1198015" y="4813431"/>
                  </a:lnTo>
                  <a:lnTo>
                    <a:pt x="1199033" y="4812184"/>
                  </a:lnTo>
                  <a:lnTo>
                    <a:pt x="1199178" y="4812184"/>
                  </a:lnTo>
                  <a:lnTo>
                    <a:pt x="1199469" y="4811561"/>
                  </a:lnTo>
                  <a:lnTo>
                    <a:pt x="1199760" y="4810937"/>
                  </a:lnTo>
                  <a:lnTo>
                    <a:pt x="1201069" y="4810937"/>
                  </a:lnTo>
                  <a:lnTo>
                    <a:pt x="1201360" y="4810937"/>
                  </a:lnTo>
                  <a:lnTo>
                    <a:pt x="1201796" y="4810937"/>
                  </a:lnTo>
                  <a:lnTo>
                    <a:pt x="1202232" y="4810314"/>
                  </a:lnTo>
                  <a:lnTo>
                    <a:pt x="1202814" y="4808443"/>
                  </a:lnTo>
                  <a:lnTo>
                    <a:pt x="1203395" y="4808443"/>
                  </a:lnTo>
                  <a:lnTo>
                    <a:pt x="1203686" y="4807819"/>
                  </a:lnTo>
                  <a:lnTo>
                    <a:pt x="1203977" y="4806572"/>
                  </a:lnTo>
                  <a:lnTo>
                    <a:pt x="1204704" y="4806572"/>
                  </a:lnTo>
                  <a:lnTo>
                    <a:pt x="1205286" y="4806572"/>
                  </a:lnTo>
                  <a:lnTo>
                    <a:pt x="1205868" y="4806572"/>
                  </a:lnTo>
                  <a:lnTo>
                    <a:pt x="1206304" y="4806572"/>
                  </a:lnTo>
                  <a:lnTo>
                    <a:pt x="1207322" y="4806572"/>
                  </a:lnTo>
                  <a:lnTo>
                    <a:pt x="1207322" y="4805325"/>
                  </a:lnTo>
                  <a:lnTo>
                    <a:pt x="1208631" y="4804701"/>
                  </a:lnTo>
                  <a:lnTo>
                    <a:pt x="1209067" y="4804701"/>
                  </a:lnTo>
                  <a:lnTo>
                    <a:pt x="1209358" y="4804701"/>
                  </a:lnTo>
                  <a:lnTo>
                    <a:pt x="1209940" y="4804701"/>
                  </a:lnTo>
                  <a:lnTo>
                    <a:pt x="1210376" y="4802831"/>
                  </a:lnTo>
                  <a:lnTo>
                    <a:pt x="1210667" y="4802831"/>
                  </a:lnTo>
                  <a:lnTo>
                    <a:pt x="1210812" y="4802207"/>
                  </a:lnTo>
                  <a:lnTo>
                    <a:pt x="1212412" y="4801583"/>
                  </a:lnTo>
                  <a:lnTo>
                    <a:pt x="1212412" y="4800960"/>
                  </a:lnTo>
                  <a:lnTo>
                    <a:pt x="1212848" y="4800336"/>
                  </a:lnTo>
                  <a:lnTo>
                    <a:pt x="1212994" y="4799713"/>
                  </a:lnTo>
                  <a:lnTo>
                    <a:pt x="1213430" y="4799713"/>
                  </a:lnTo>
                  <a:lnTo>
                    <a:pt x="1213575" y="4799089"/>
                  </a:lnTo>
                  <a:lnTo>
                    <a:pt x="1213721" y="4798465"/>
                  </a:lnTo>
                  <a:lnTo>
                    <a:pt x="1213866" y="4798465"/>
                  </a:lnTo>
                  <a:lnTo>
                    <a:pt x="1214157" y="4798465"/>
                  </a:lnTo>
                  <a:lnTo>
                    <a:pt x="1214302" y="4797842"/>
                  </a:lnTo>
                  <a:lnTo>
                    <a:pt x="1214448" y="4797842"/>
                  </a:lnTo>
                  <a:lnTo>
                    <a:pt x="1214593" y="4797218"/>
                  </a:lnTo>
                  <a:lnTo>
                    <a:pt x="1214593" y="4796595"/>
                  </a:lnTo>
                  <a:lnTo>
                    <a:pt x="1214739" y="4796595"/>
                  </a:lnTo>
                  <a:lnTo>
                    <a:pt x="1215466" y="4796595"/>
                  </a:lnTo>
                  <a:lnTo>
                    <a:pt x="1215757" y="4796595"/>
                  </a:lnTo>
                  <a:lnTo>
                    <a:pt x="1216047" y="4796595"/>
                  </a:lnTo>
                  <a:lnTo>
                    <a:pt x="1217065" y="4795348"/>
                  </a:lnTo>
                  <a:lnTo>
                    <a:pt x="1217647" y="4795348"/>
                  </a:lnTo>
                  <a:lnTo>
                    <a:pt x="1218956" y="4794724"/>
                  </a:lnTo>
                  <a:lnTo>
                    <a:pt x="1218956" y="4794100"/>
                  </a:lnTo>
                  <a:lnTo>
                    <a:pt x="1220556" y="4792230"/>
                  </a:lnTo>
                  <a:lnTo>
                    <a:pt x="1220556" y="4790982"/>
                  </a:lnTo>
                  <a:lnTo>
                    <a:pt x="1220701" y="4790982"/>
                  </a:lnTo>
                  <a:lnTo>
                    <a:pt x="1221283" y="4790359"/>
                  </a:lnTo>
                  <a:lnTo>
                    <a:pt x="1221428" y="4789735"/>
                  </a:lnTo>
                  <a:lnTo>
                    <a:pt x="1221719" y="4789735"/>
                  </a:lnTo>
                  <a:lnTo>
                    <a:pt x="1222446" y="4787865"/>
                  </a:lnTo>
                  <a:lnTo>
                    <a:pt x="1222592" y="4787241"/>
                  </a:lnTo>
                  <a:lnTo>
                    <a:pt x="1222737" y="4787241"/>
                  </a:lnTo>
                  <a:lnTo>
                    <a:pt x="1223173" y="4786617"/>
                  </a:lnTo>
                  <a:lnTo>
                    <a:pt x="1223464" y="4785370"/>
                  </a:lnTo>
                  <a:lnTo>
                    <a:pt x="1224046" y="4784123"/>
                  </a:lnTo>
                  <a:lnTo>
                    <a:pt x="1224191" y="4784123"/>
                  </a:lnTo>
                  <a:lnTo>
                    <a:pt x="1224628" y="4784123"/>
                  </a:lnTo>
                  <a:lnTo>
                    <a:pt x="1225064" y="4783499"/>
                  </a:lnTo>
                  <a:lnTo>
                    <a:pt x="1225355" y="4782252"/>
                  </a:lnTo>
                  <a:lnTo>
                    <a:pt x="1225500" y="4782252"/>
                  </a:lnTo>
                  <a:lnTo>
                    <a:pt x="1225646" y="4782252"/>
                  </a:lnTo>
                  <a:lnTo>
                    <a:pt x="1226809" y="4781629"/>
                  </a:lnTo>
                  <a:lnTo>
                    <a:pt x="1227682" y="4781629"/>
                  </a:lnTo>
                  <a:lnTo>
                    <a:pt x="1227682" y="4781005"/>
                  </a:lnTo>
                  <a:lnTo>
                    <a:pt x="1228263" y="4779758"/>
                  </a:lnTo>
                  <a:lnTo>
                    <a:pt x="1228409" y="4779758"/>
                  </a:lnTo>
                  <a:lnTo>
                    <a:pt x="1229136" y="4777887"/>
                  </a:lnTo>
                  <a:lnTo>
                    <a:pt x="1229281" y="4777887"/>
                  </a:lnTo>
                  <a:lnTo>
                    <a:pt x="1229572" y="4777887"/>
                  </a:lnTo>
                  <a:lnTo>
                    <a:pt x="1229863" y="4776016"/>
                  </a:lnTo>
                  <a:lnTo>
                    <a:pt x="1230154" y="4776016"/>
                  </a:lnTo>
                  <a:lnTo>
                    <a:pt x="1230445" y="4774146"/>
                  </a:lnTo>
                  <a:lnTo>
                    <a:pt x="1230881" y="4773522"/>
                  </a:lnTo>
                  <a:lnTo>
                    <a:pt x="1231026" y="4773522"/>
                  </a:lnTo>
                  <a:lnTo>
                    <a:pt x="1231463" y="4773522"/>
                  </a:lnTo>
                  <a:lnTo>
                    <a:pt x="1232044" y="4773522"/>
                  </a:lnTo>
                  <a:lnTo>
                    <a:pt x="1232481" y="4772899"/>
                  </a:lnTo>
                  <a:lnTo>
                    <a:pt x="1233208" y="4769781"/>
                  </a:lnTo>
                  <a:lnTo>
                    <a:pt x="1234226" y="4769781"/>
                  </a:lnTo>
                  <a:lnTo>
                    <a:pt x="1234371" y="4769781"/>
                  </a:lnTo>
                  <a:lnTo>
                    <a:pt x="1234953" y="4769781"/>
                  </a:lnTo>
                  <a:lnTo>
                    <a:pt x="1235535" y="4769781"/>
                  </a:lnTo>
                  <a:lnTo>
                    <a:pt x="1235825" y="4769781"/>
                  </a:lnTo>
                  <a:lnTo>
                    <a:pt x="1236262" y="4769781"/>
                  </a:lnTo>
                  <a:lnTo>
                    <a:pt x="1236698" y="4769781"/>
                  </a:lnTo>
                  <a:lnTo>
                    <a:pt x="1237425" y="4769781"/>
                  </a:lnTo>
                  <a:lnTo>
                    <a:pt x="1237570" y="4769781"/>
                  </a:lnTo>
                  <a:lnTo>
                    <a:pt x="1238152" y="4769781"/>
                  </a:lnTo>
                  <a:lnTo>
                    <a:pt x="1238443" y="4769781"/>
                  </a:lnTo>
                  <a:lnTo>
                    <a:pt x="1238879" y="4768533"/>
                  </a:lnTo>
                  <a:lnTo>
                    <a:pt x="1239025" y="4768533"/>
                  </a:lnTo>
                  <a:lnTo>
                    <a:pt x="1239316" y="4767910"/>
                  </a:lnTo>
                  <a:lnTo>
                    <a:pt x="1239606" y="4766663"/>
                  </a:lnTo>
                  <a:lnTo>
                    <a:pt x="1240188" y="4766039"/>
                  </a:lnTo>
                  <a:lnTo>
                    <a:pt x="1240624" y="4766039"/>
                  </a:lnTo>
                  <a:lnTo>
                    <a:pt x="1240770" y="4766039"/>
                  </a:lnTo>
                  <a:lnTo>
                    <a:pt x="1241061" y="4766039"/>
                  </a:lnTo>
                  <a:lnTo>
                    <a:pt x="1241206" y="4766039"/>
                  </a:lnTo>
                  <a:lnTo>
                    <a:pt x="1241497" y="4765416"/>
                  </a:lnTo>
                  <a:lnTo>
                    <a:pt x="1242079" y="4764792"/>
                  </a:lnTo>
                  <a:lnTo>
                    <a:pt x="1242224" y="4764168"/>
                  </a:lnTo>
                  <a:lnTo>
                    <a:pt x="1242806" y="4763545"/>
                  </a:lnTo>
                  <a:lnTo>
                    <a:pt x="1243533" y="4763545"/>
                  </a:lnTo>
                  <a:lnTo>
                    <a:pt x="1244696" y="4762921"/>
                  </a:lnTo>
                  <a:lnTo>
                    <a:pt x="1245714" y="4761051"/>
                  </a:lnTo>
                  <a:lnTo>
                    <a:pt x="1245714" y="4760427"/>
                  </a:lnTo>
                  <a:lnTo>
                    <a:pt x="1247169" y="4760427"/>
                  </a:lnTo>
                  <a:lnTo>
                    <a:pt x="1247750" y="4759803"/>
                  </a:lnTo>
                  <a:lnTo>
                    <a:pt x="1247896" y="4759180"/>
                  </a:lnTo>
                  <a:lnTo>
                    <a:pt x="1248041" y="4757933"/>
                  </a:lnTo>
                  <a:lnTo>
                    <a:pt x="1249204" y="4756062"/>
                  </a:lnTo>
                  <a:lnTo>
                    <a:pt x="1249350" y="4756062"/>
                  </a:lnTo>
                  <a:lnTo>
                    <a:pt x="1249495" y="4756062"/>
                  </a:lnTo>
                  <a:lnTo>
                    <a:pt x="1249932" y="4756062"/>
                  </a:lnTo>
                  <a:lnTo>
                    <a:pt x="1252549" y="4752944"/>
                  </a:lnTo>
                  <a:lnTo>
                    <a:pt x="1252695" y="4752944"/>
                  </a:lnTo>
                  <a:lnTo>
                    <a:pt x="1252840" y="4752944"/>
                  </a:lnTo>
                  <a:lnTo>
                    <a:pt x="1252840" y="4752320"/>
                  </a:lnTo>
                  <a:lnTo>
                    <a:pt x="1253131" y="4751697"/>
                  </a:lnTo>
                  <a:lnTo>
                    <a:pt x="1253276" y="4751697"/>
                  </a:lnTo>
                  <a:lnTo>
                    <a:pt x="1254440" y="4751073"/>
                  </a:lnTo>
                  <a:lnTo>
                    <a:pt x="1254440" y="4750450"/>
                  </a:lnTo>
                  <a:lnTo>
                    <a:pt x="1254585" y="4750450"/>
                  </a:lnTo>
                  <a:lnTo>
                    <a:pt x="1254585" y="4749826"/>
                  </a:lnTo>
                  <a:lnTo>
                    <a:pt x="1255022" y="4748579"/>
                  </a:lnTo>
                  <a:lnTo>
                    <a:pt x="1256039" y="4748579"/>
                  </a:lnTo>
                  <a:lnTo>
                    <a:pt x="1256330" y="4746708"/>
                  </a:lnTo>
                  <a:lnTo>
                    <a:pt x="1256330" y="4746085"/>
                  </a:lnTo>
                  <a:lnTo>
                    <a:pt x="1257203" y="4746085"/>
                  </a:lnTo>
                  <a:lnTo>
                    <a:pt x="1257494" y="4745461"/>
                  </a:lnTo>
                  <a:lnTo>
                    <a:pt x="1257930" y="4744837"/>
                  </a:lnTo>
                  <a:lnTo>
                    <a:pt x="1258366" y="4744214"/>
                  </a:lnTo>
                  <a:lnTo>
                    <a:pt x="1258948" y="4743590"/>
                  </a:lnTo>
                  <a:lnTo>
                    <a:pt x="1259093" y="4743590"/>
                  </a:lnTo>
                  <a:lnTo>
                    <a:pt x="1259384" y="4742967"/>
                  </a:lnTo>
                  <a:lnTo>
                    <a:pt x="1259821" y="4742967"/>
                  </a:lnTo>
                  <a:lnTo>
                    <a:pt x="1260693" y="4742967"/>
                  </a:lnTo>
                  <a:lnTo>
                    <a:pt x="1261711" y="4739849"/>
                  </a:lnTo>
                  <a:lnTo>
                    <a:pt x="1262002" y="4739849"/>
                  </a:lnTo>
                  <a:lnTo>
                    <a:pt x="1262147" y="4739225"/>
                  </a:lnTo>
                  <a:lnTo>
                    <a:pt x="1262438" y="4739225"/>
                  </a:lnTo>
                  <a:lnTo>
                    <a:pt x="1262874" y="4739225"/>
                  </a:lnTo>
                  <a:lnTo>
                    <a:pt x="1263165" y="4739225"/>
                  </a:lnTo>
                  <a:lnTo>
                    <a:pt x="1263311" y="4739225"/>
                  </a:lnTo>
                  <a:lnTo>
                    <a:pt x="1263311" y="4738602"/>
                  </a:lnTo>
                  <a:lnTo>
                    <a:pt x="1263311" y="4737354"/>
                  </a:lnTo>
                  <a:lnTo>
                    <a:pt x="1263602" y="4737354"/>
                  </a:lnTo>
                  <a:lnTo>
                    <a:pt x="1264329" y="4736107"/>
                  </a:lnTo>
                  <a:lnTo>
                    <a:pt x="1264620" y="4736107"/>
                  </a:lnTo>
                  <a:lnTo>
                    <a:pt x="1265056" y="4734860"/>
                  </a:lnTo>
                  <a:lnTo>
                    <a:pt x="1265492" y="4734236"/>
                  </a:lnTo>
                  <a:lnTo>
                    <a:pt x="1265638" y="4734236"/>
                  </a:lnTo>
                  <a:lnTo>
                    <a:pt x="1265928" y="4733613"/>
                  </a:lnTo>
                  <a:lnTo>
                    <a:pt x="1266365" y="4733613"/>
                  </a:lnTo>
                  <a:lnTo>
                    <a:pt x="1266656" y="4732989"/>
                  </a:lnTo>
                  <a:lnTo>
                    <a:pt x="1267092" y="4732366"/>
                  </a:lnTo>
                  <a:lnTo>
                    <a:pt x="1267964" y="4732366"/>
                  </a:lnTo>
                  <a:lnTo>
                    <a:pt x="1268546" y="4732366"/>
                  </a:lnTo>
                  <a:lnTo>
                    <a:pt x="1269709" y="4731742"/>
                  </a:lnTo>
                  <a:lnTo>
                    <a:pt x="1269855" y="4731119"/>
                  </a:lnTo>
                  <a:lnTo>
                    <a:pt x="1270582" y="4729871"/>
                  </a:lnTo>
                  <a:lnTo>
                    <a:pt x="1271018" y="4728001"/>
                  </a:lnTo>
                  <a:lnTo>
                    <a:pt x="1271309" y="4727377"/>
                  </a:lnTo>
                  <a:lnTo>
                    <a:pt x="1271600" y="4727377"/>
                  </a:lnTo>
                  <a:lnTo>
                    <a:pt x="1271891" y="4727377"/>
                  </a:lnTo>
                  <a:lnTo>
                    <a:pt x="1272036" y="4726753"/>
                  </a:lnTo>
                  <a:lnTo>
                    <a:pt x="1273200" y="4725506"/>
                  </a:lnTo>
                  <a:lnTo>
                    <a:pt x="1273781" y="4724883"/>
                  </a:lnTo>
                  <a:lnTo>
                    <a:pt x="1275090" y="4722388"/>
                  </a:lnTo>
                  <a:lnTo>
                    <a:pt x="1275817" y="4722388"/>
                  </a:lnTo>
                  <a:lnTo>
                    <a:pt x="1276835" y="4722388"/>
                  </a:lnTo>
                  <a:lnTo>
                    <a:pt x="1277126" y="4722388"/>
                  </a:lnTo>
                  <a:lnTo>
                    <a:pt x="1277272" y="4722388"/>
                  </a:lnTo>
                  <a:lnTo>
                    <a:pt x="1279308" y="4721765"/>
                  </a:lnTo>
                  <a:lnTo>
                    <a:pt x="1279308" y="4721141"/>
                  </a:lnTo>
                  <a:lnTo>
                    <a:pt x="1279889" y="4721141"/>
                  </a:lnTo>
                  <a:lnTo>
                    <a:pt x="1280326" y="4721141"/>
                  </a:lnTo>
                  <a:lnTo>
                    <a:pt x="1281925" y="4720518"/>
                  </a:lnTo>
                  <a:lnTo>
                    <a:pt x="1282216" y="4719270"/>
                  </a:lnTo>
                  <a:lnTo>
                    <a:pt x="1282362" y="4718647"/>
                  </a:lnTo>
                  <a:lnTo>
                    <a:pt x="1282798" y="4717400"/>
                  </a:lnTo>
                  <a:lnTo>
                    <a:pt x="1282943" y="4717400"/>
                  </a:lnTo>
                  <a:lnTo>
                    <a:pt x="1283234" y="4717400"/>
                  </a:lnTo>
                  <a:lnTo>
                    <a:pt x="1283816" y="4715529"/>
                  </a:lnTo>
                  <a:lnTo>
                    <a:pt x="1283961" y="4715529"/>
                  </a:lnTo>
                  <a:lnTo>
                    <a:pt x="1284252" y="4715529"/>
                  </a:lnTo>
                  <a:lnTo>
                    <a:pt x="1284688" y="4714905"/>
                  </a:lnTo>
                  <a:lnTo>
                    <a:pt x="1284834" y="4714905"/>
                  </a:lnTo>
                  <a:lnTo>
                    <a:pt x="1285270" y="4714282"/>
                  </a:lnTo>
                  <a:lnTo>
                    <a:pt x="1285706" y="4713658"/>
                  </a:lnTo>
                  <a:lnTo>
                    <a:pt x="1286288" y="4713658"/>
                  </a:lnTo>
                  <a:lnTo>
                    <a:pt x="1287015" y="4713658"/>
                  </a:lnTo>
                  <a:lnTo>
                    <a:pt x="1287597" y="4713658"/>
                  </a:lnTo>
                  <a:lnTo>
                    <a:pt x="1287742" y="4713658"/>
                  </a:lnTo>
                  <a:lnTo>
                    <a:pt x="1287888" y="4713658"/>
                  </a:lnTo>
                  <a:lnTo>
                    <a:pt x="1288324" y="4713658"/>
                  </a:lnTo>
                  <a:lnTo>
                    <a:pt x="1289924" y="4711788"/>
                  </a:lnTo>
                  <a:lnTo>
                    <a:pt x="1290651" y="4711788"/>
                  </a:lnTo>
                  <a:lnTo>
                    <a:pt x="1290796" y="4711788"/>
                  </a:lnTo>
                  <a:lnTo>
                    <a:pt x="1291523" y="4711164"/>
                  </a:lnTo>
                  <a:lnTo>
                    <a:pt x="1292250" y="4711164"/>
                  </a:lnTo>
                  <a:lnTo>
                    <a:pt x="1292396" y="4711164"/>
                  </a:lnTo>
                  <a:lnTo>
                    <a:pt x="1292541" y="4711164"/>
                  </a:lnTo>
                  <a:lnTo>
                    <a:pt x="1293414" y="4708670"/>
                  </a:lnTo>
                  <a:lnTo>
                    <a:pt x="1294141" y="4708670"/>
                  </a:lnTo>
                  <a:lnTo>
                    <a:pt x="1294577" y="4707422"/>
                  </a:lnTo>
                  <a:lnTo>
                    <a:pt x="1294723" y="4707422"/>
                  </a:lnTo>
                  <a:lnTo>
                    <a:pt x="1295450" y="4707422"/>
                  </a:lnTo>
                  <a:lnTo>
                    <a:pt x="1295741" y="4707422"/>
                  </a:lnTo>
                  <a:lnTo>
                    <a:pt x="1296177" y="4706799"/>
                  </a:lnTo>
                  <a:lnTo>
                    <a:pt x="1296759" y="4706799"/>
                  </a:lnTo>
                  <a:lnTo>
                    <a:pt x="1297195" y="4705552"/>
                  </a:lnTo>
                  <a:lnTo>
                    <a:pt x="1297631" y="4704928"/>
                  </a:lnTo>
                  <a:lnTo>
                    <a:pt x="1297922" y="4704305"/>
                  </a:lnTo>
                  <a:lnTo>
                    <a:pt x="1298795" y="4704305"/>
                  </a:lnTo>
                  <a:lnTo>
                    <a:pt x="1299231" y="4704305"/>
                  </a:lnTo>
                  <a:lnTo>
                    <a:pt x="1300249" y="4704305"/>
                  </a:lnTo>
                  <a:lnTo>
                    <a:pt x="1300394" y="4703681"/>
                  </a:lnTo>
                  <a:lnTo>
                    <a:pt x="1300685" y="4703057"/>
                  </a:lnTo>
                  <a:lnTo>
                    <a:pt x="1300685" y="4702434"/>
                  </a:lnTo>
                  <a:lnTo>
                    <a:pt x="1300831" y="4702434"/>
                  </a:lnTo>
                  <a:lnTo>
                    <a:pt x="1301267" y="4701810"/>
                  </a:lnTo>
                  <a:lnTo>
                    <a:pt x="1301267" y="4701187"/>
                  </a:lnTo>
                  <a:lnTo>
                    <a:pt x="1303884" y="4698692"/>
                  </a:lnTo>
                  <a:lnTo>
                    <a:pt x="1304612" y="4698069"/>
                  </a:lnTo>
                  <a:lnTo>
                    <a:pt x="1304612" y="4696822"/>
                  </a:lnTo>
                  <a:lnTo>
                    <a:pt x="1305630" y="4695574"/>
                  </a:lnTo>
                  <a:lnTo>
                    <a:pt x="1305920" y="4695574"/>
                  </a:lnTo>
                  <a:lnTo>
                    <a:pt x="1306066" y="4695574"/>
                  </a:lnTo>
                  <a:lnTo>
                    <a:pt x="1307229" y="4695574"/>
                  </a:lnTo>
                  <a:lnTo>
                    <a:pt x="1308102" y="4694327"/>
                  </a:lnTo>
                  <a:lnTo>
                    <a:pt x="1308247" y="4693080"/>
                  </a:lnTo>
                  <a:lnTo>
                    <a:pt x="1308393" y="4693080"/>
                  </a:lnTo>
                  <a:lnTo>
                    <a:pt x="1308538" y="4693080"/>
                  </a:lnTo>
                  <a:lnTo>
                    <a:pt x="1308974" y="4691209"/>
                  </a:lnTo>
                  <a:lnTo>
                    <a:pt x="1309411" y="4691209"/>
                  </a:lnTo>
                  <a:lnTo>
                    <a:pt x="1309556" y="4690586"/>
                  </a:lnTo>
                  <a:lnTo>
                    <a:pt x="1309702" y="4690586"/>
                  </a:lnTo>
                  <a:lnTo>
                    <a:pt x="1309702" y="4689962"/>
                  </a:lnTo>
                  <a:lnTo>
                    <a:pt x="1311010" y="4688715"/>
                  </a:lnTo>
                  <a:lnTo>
                    <a:pt x="1311301" y="4688715"/>
                  </a:lnTo>
                  <a:lnTo>
                    <a:pt x="1311447" y="4688715"/>
                  </a:lnTo>
                  <a:lnTo>
                    <a:pt x="1311592" y="4688715"/>
                  </a:lnTo>
                  <a:lnTo>
                    <a:pt x="1311737" y="4688715"/>
                  </a:lnTo>
                  <a:lnTo>
                    <a:pt x="1311883" y="4688715"/>
                  </a:lnTo>
                  <a:lnTo>
                    <a:pt x="1312174" y="4688091"/>
                  </a:lnTo>
                  <a:lnTo>
                    <a:pt x="1313046" y="4688091"/>
                  </a:lnTo>
                  <a:lnTo>
                    <a:pt x="1313773" y="4688091"/>
                  </a:lnTo>
                  <a:lnTo>
                    <a:pt x="1314064" y="4687468"/>
                  </a:lnTo>
                  <a:lnTo>
                    <a:pt x="1314210" y="4687468"/>
                  </a:lnTo>
                  <a:lnTo>
                    <a:pt x="1314355" y="4687468"/>
                  </a:lnTo>
                  <a:lnTo>
                    <a:pt x="1314791" y="4685597"/>
                  </a:lnTo>
                  <a:lnTo>
                    <a:pt x="1315228" y="4684973"/>
                  </a:lnTo>
                  <a:lnTo>
                    <a:pt x="1315519" y="4684350"/>
                  </a:lnTo>
                  <a:lnTo>
                    <a:pt x="1316391" y="4684350"/>
                  </a:lnTo>
                  <a:lnTo>
                    <a:pt x="1316682" y="4684350"/>
                  </a:lnTo>
                  <a:lnTo>
                    <a:pt x="1317118" y="4684350"/>
                  </a:lnTo>
                  <a:lnTo>
                    <a:pt x="1317554" y="4683726"/>
                  </a:lnTo>
                  <a:lnTo>
                    <a:pt x="1317700" y="4683103"/>
                  </a:lnTo>
                  <a:lnTo>
                    <a:pt x="1317845" y="4683103"/>
                  </a:lnTo>
                  <a:lnTo>
                    <a:pt x="1318136" y="4683103"/>
                  </a:lnTo>
                  <a:lnTo>
                    <a:pt x="1318718" y="4682479"/>
                  </a:lnTo>
                  <a:lnTo>
                    <a:pt x="1319590" y="4682479"/>
                  </a:lnTo>
                  <a:lnTo>
                    <a:pt x="1319736" y="4682479"/>
                  </a:lnTo>
                  <a:lnTo>
                    <a:pt x="1319881" y="4682479"/>
                  </a:lnTo>
                  <a:lnTo>
                    <a:pt x="1320172" y="4682479"/>
                  </a:lnTo>
                  <a:lnTo>
                    <a:pt x="1320754" y="4681856"/>
                  </a:lnTo>
                  <a:lnTo>
                    <a:pt x="1320899" y="4680608"/>
                  </a:lnTo>
                  <a:lnTo>
                    <a:pt x="1322208" y="4679985"/>
                  </a:lnTo>
                  <a:lnTo>
                    <a:pt x="1322354" y="4679985"/>
                  </a:lnTo>
                  <a:lnTo>
                    <a:pt x="1322499" y="4679985"/>
                  </a:lnTo>
                  <a:lnTo>
                    <a:pt x="1322935" y="4679985"/>
                  </a:lnTo>
                  <a:lnTo>
                    <a:pt x="1323226" y="4679985"/>
                  </a:lnTo>
                  <a:lnTo>
                    <a:pt x="1323808" y="4678738"/>
                  </a:lnTo>
                  <a:lnTo>
                    <a:pt x="1324244" y="4678114"/>
                  </a:lnTo>
                  <a:lnTo>
                    <a:pt x="1324535" y="4677490"/>
                  </a:lnTo>
                  <a:lnTo>
                    <a:pt x="1326280" y="4676243"/>
                  </a:lnTo>
                  <a:lnTo>
                    <a:pt x="1326716" y="4676243"/>
                  </a:lnTo>
                  <a:lnTo>
                    <a:pt x="1327153" y="4675620"/>
                  </a:lnTo>
                  <a:lnTo>
                    <a:pt x="1327298" y="4675620"/>
                  </a:lnTo>
                  <a:lnTo>
                    <a:pt x="1328025" y="4674996"/>
                  </a:lnTo>
                  <a:lnTo>
                    <a:pt x="1329479" y="4673749"/>
                  </a:lnTo>
                  <a:lnTo>
                    <a:pt x="1329625" y="4673125"/>
                  </a:lnTo>
                  <a:lnTo>
                    <a:pt x="1330061" y="4673125"/>
                  </a:lnTo>
                  <a:lnTo>
                    <a:pt x="1331515" y="4671878"/>
                  </a:lnTo>
                  <a:lnTo>
                    <a:pt x="1331515" y="4671255"/>
                  </a:lnTo>
                  <a:lnTo>
                    <a:pt x="1332097" y="4671255"/>
                  </a:lnTo>
                  <a:lnTo>
                    <a:pt x="1333551" y="4670007"/>
                  </a:lnTo>
                  <a:lnTo>
                    <a:pt x="1333697" y="4669384"/>
                  </a:lnTo>
                  <a:lnTo>
                    <a:pt x="1334424" y="4668760"/>
                  </a:lnTo>
                  <a:lnTo>
                    <a:pt x="1334860" y="4668137"/>
                  </a:lnTo>
                  <a:lnTo>
                    <a:pt x="1336169" y="4667513"/>
                  </a:lnTo>
                  <a:lnTo>
                    <a:pt x="1337041" y="4667513"/>
                  </a:lnTo>
                  <a:lnTo>
                    <a:pt x="1337187" y="4667513"/>
                  </a:lnTo>
                  <a:lnTo>
                    <a:pt x="1337769" y="4667513"/>
                  </a:lnTo>
                  <a:lnTo>
                    <a:pt x="1337769" y="4666266"/>
                  </a:lnTo>
                  <a:lnTo>
                    <a:pt x="1338641" y="4666266"/>
                  </a:lnTo>
                  <a:lnTo>
                    <a:pt x="1338787" y="4665642"/>
                  </a:lnTo>
                  <a:lnTo>
                    <a:pt x="1339077" y="4664395"/>
                  </a:lnTo>
                  <a:lnTo>
                    <a:pt x="1339514" y="4664395"/>
                  </a:lnTo>
                  <a:lnTo>
                    <a:pt x="1339659" y="4663148"/>
                  </a:lnTo>
                  <a:lnTo>
                    <a:pt x="1340241" y="4660654"/>
                  </a:lnTo>
                  <a:lnTo>
                    <a:pt x="1341113" y="4658159"/>
                  </a:lnTo>
                  <a:lnTo>
                    <a:pt x="1341259" y="4657536"/>
                  </a:lnTo>
                  <a:lnTo>
                    <a:pt x="1341404" y="4657536"/>
                  </a:lnTo>
                  <a:lnTo>
                    <a:pt x="1341550" y="4656289"/>
                  </a:lnTo>
                  <a:lnTo>
                    <a:pt x="1341695" y="4654418"/>
                  </a:lnTo>
                  <a:lnTo>
                    <a:pt x="1341841" y="4654418"/>
                  </a:lnTo>
                  <a:lnTo>
                    <a:pt x="1342131" y="4654418"/>
                  </a:lnTo>
                  <a:lnTo>
                    <a:pt x="1342277" y="4654418"/>
                  </a:lnTo>
                  <a:lnTo>
                    <a:pt x="1343295" y="4653794"/>
                  </a:lnTo>
                  <a:lnTo>
                    <a:pt x="1343586" y="4653794"/>
                  </a:lnTo>
                  <a:lnTo>
                    <a:pt x="1344167" y="4652547"/>
                  </a:lnTo>
                  <a:lnTo>
                    <a:pt x="1345185" y="4652547"/>
                  </a:lnTo>
                  <a:lnTo>
                    <a:pt x="1345622" y="4652547"/>
                  </a:lnTo>
                  <a:lnTo>
                    <a:pt x="1346349" y="4652547"/>
                  </a:lnTo>
                  <a:lnTo>
                    <a:pt x="1346930" y="4651300"/>
                  </a:lnTo>
                  <a:lnTo>
                    <a:pt x="1347221" y="4651300"/>
                  </a:lnTo>
                  <a:lnTo>
                    <a:pt x="1348239" y="4650676"/>
                  </a:lnTo>
                  <a:lnTo>
                    <a:pt x="1348966" y="4650676"/>
                  </a:lnTo>
                  <a:lnTo>
                    <a:pt x="1349403" y="4650676"/>
                  </a:lnTo>
                  <a:lnTo>
                    <a:pt x="1349403" y="4649429"/>
                  </a:lnTo>
                  <a:lnTo>
                    <a:pt x="1349403" y="4648806"/>
                  </a:lnTo>
                  <a:lnTo>
                    <a:pt x="1350421" y="4648806"/>
                  </a:lnTo>
                  <a:lnTo>
                    <a:pt x="1350711" y="4648806"/>
                  </a:lnTo>
                  <a:lnTo>
                    <a:pt x="1350711" y="4647559"/>
                  </a:lnTo>
                  <a:lnTo>
                    <a:pt x="1351293" y="4646311"/>
                  </a:lnTo>
                  <a:lnTo>
                    <a:pt x="1351439" y="4646311"/>
                  </a:lnTo>
                  <a:lnTo>
                    <a:pt x="1352020" y="4645064"/>
                  </a:lnTo>
                  <a:lnTo>
                    <a:pt x="1352602" y="4645064"/>
                  </a:lnTo>
                  <a:lnTo>
                    <a:pt x="1352893" y="4645064"/>
                  </a:lnTo>
                  <a:lnTo>
                    <a:pt x="1353329" y="4645064"/>
                  </a:lnTo>
                  <a:lnTo>
                    <a:pt x="1353620" y="4645064"/>
                  </a:lnTo>
                  <a:lnTo>
                    <a:pt x="1354056" y="4645064"/>
                  </a:lnTo>
                  <a:lnTo>
                    <a:pt x="1354202" y="4645064"/>
                  </a:lnTo>
                  <a:lnTo>
                    <a:pt x="1354347" y="4644441"/>
                  </a:lnTo>
                  <a:lnTo>
                    <a:pt x="1354493" y="4643193"/>
                  </a:lnTo>
                  <a:lnTo>
                    <a:pt x="1354783" y="4640699"/>
                  </a:lnTo>
                  <a:lnTo>
                    <a:pt x="1354929" y="4640076"/>
                  </a:lnTo>
                  <a:lnTo>
                    <a:pt x="1355220" y="4640076"/>
                  </a:lnTo>
                  <a:lnTo>
                    <a:pt x="1356383" y="4638828"/>
                  </a:lnTo>
                  <a:lnTo>
                    <a:pt x="1357546" y="4637581"/>
                  </a:lnTo>
                  <a:lnTo>
                    <a:pt x="1357983" y="4636958"/>
                  </a:lnTo>
                  <a:lnTo>
                    <a:pt x="1359582" y="4635710"/>
                  </a:lnTo>
                  <a:lnTo>
                    <a:pt x="1360164" y="4634463"/>
                  </a:lnTo>
                  <a:lnTo>
                    <a:pt x="1362055" y="4633216"/>
                  </a:lnTo>
                  <a:lnTo>
                    <a:pt x="1362200" y="4633216"/>
                  </a:lnTo>
                  <a:lnTo>
                    <a:pt x="1363073" y="4632593"/>
                  </a:lnTo>
                  <a:lnTo>
                    <a:pt x="1363945" y="4631969"/>
                  </a:lnTo>
                  <a:lnTo>
                    <a:pt x="1364236" y="4631969"/>
                  </a:lnTo>
                  <a:lnTo>
                    <a:pt x="1364381" y="4631969"/>
                  </a:lnTo>
                  <a:lnTo>
                    <a:pt x="1364672" y="4631969"/>
                  </a:lnTo>
                  <a:lnTo>
                    <a:pt x="1364672" y="4631345"/>
                  </a:lnTo>
                  <a:lnTo>
                    <a:pt x="1365836" y="4628851"/>
                  </a:lnTo>
                  <a:lnTo>
                    <a:pt x="1367872" y="4627604"/>
                  </a:lnTo>
                  <a:lnTo>
                    <a:pt x="1368017" y="4627604"/>
                  </a:lnTo>
                  <a:lnTo>
                    <a:pt x="1368599" y="4627604"/>
                  </a:lnTo>
                  <a:lnTo>
                    <a:pt x="1369617" y="4626980"/>
                  </a:lnTo>
                  <a:lnTo>
                    <a:pt x="1370053" y="4626980"/>
                  </a:lnTo>
                  <a:lnTo>
                    <a:pt x="1370344" y="4626980"/>
                  </a:lnTo>
                  <a:lnTo>
                    <a:pt x="1370344" y="4626357"/>
                  </a:lnTo>
                  <a:lnTo>
                    <a:pt x="1370489" y="4626357"/>
                  </a:lnTo>
                  <a:lnTo>
                    <a:pt x="1371798" y="4625733"/>
                  </a:lnTo>
                  <a:lnTo>
                    <a:pt x="1372380" y="4625733"/>
                  </a:lnTo>
                  <a:lnTo>
                    <a:pt x="1372525" y="4624486"/>
                  </a:lnTo>
                  <a:lnTo>
                    <a:pt x="1372671" y="4623239"/>
                  </a:lnTo>
                  <a:lnTo>
                    <a:pt x="1373107" y="4621992"/>
                  </a:lnTo>
                  <a:lnTo>
                    <a:pt x="1373543" y="4618874"/>
                  </a:lnTo>
                  <a:lnTo>
                    <a:pt x="1374270" y="4617627"/>
                  </a:lnTo>
                  <a:lnTo>
                    <a:pt x="1374416" y="4616379"/>
                  </a:lnTo>
                  <a:lnTo>
                    <a:pt x="1374998" y="4616379"/>
                  </a:lnTo>
                  <a:lnTo>
                    <a:pt x="1375434" y="4616379"/>
                  </a:lnTo>
                  <a:lnTo>
                    <a:pt x="1375870" y="4616379"/>
                  </a:lnTo>
                  <a:lnTo>
                    <a:pt x="1376743" y="4615132"/>
                  </a:lnTo>
                  <a:lnTo>
                    <a:pt x="1377034" y="4614509"/>
                  </a:lnTo>
                  <a:lnTo>
                    <a:pt x="1377615" y="4613885"/>
                  </a:lnTo>
                  <a:lnTo>
                    <a:pt x="1377615" y="4613261"/>
                  </a:lnTo>
                  <a:lnTo>
                    <a:pt x="1378051" y="4612638"/>
                  </a:lnTo>
                  <a:lnTo>
                    <a:pt x="1378633" y="4612014"/>
                  </a:lnTo>
                  <a:lnTo>
                    <a:pt x="1378924" y="4611391"/>
                  </a:lnTo>
                  <a:lnTo>
                    <a:pt x="1379069" y="4611391"/>
                  </a:lnTo>
                  <a:lnTo>
                    <a:pt x="1379506" y="4611391"/>
                  </a:lnTo>
                  <a:lnTo>
                    <a:pt x="1379651" y="4610767"/>
                  </a:lnTo>
                  <a:lnTo>
                    <a:pt x="1380524" y="4610144"/>
                  </a:lnTo>
                  <a:lnTo>
                    <a:pt x="1381396" y="4609520"/>
                  </a:lnTo>
                  <a:lnTo>
                    <a:pt x="1381833" y="4609520"/>
                  </a:lnTo>
                  <a:lnTo>
                    <a:pt x="1382414" y="4609520"/>
                  </a:lnTo>
                  <a:lnTo>
                    <a:pt x="1382996" y="4608273"/>
                  </a:lnTo>
                  <a:lnTo>
                    <a:pt x="1382996" y="4607649"/>
                  </a:lnTo>
                  <a:lnTo>
                    <a:pt x="1383141" y="4607649"/>
                  </a:lnTo>
                  <a:lnTo>
                    <a:pt x="1383723" y="4607026"/>
                  </a:lnTo>
                  <a:lnTo>
                    <a:pt x="1383869" y="4606402"/>
                  </a:lnTo>
                  <a:lnTo>
                    <a:pt x="1386050" y="4605779"/>
                  </a:lnTo>
                  <a:lnTo>
                    <a:pt x="1386195" y="4605155"/>
                  </a:lnTo>
                  <a:lnTo>
                    <a:pt x="1386341" y="4605155"/>
                  </a:lnTo>
                  <a:lnTo>
                    <a:pt x="1386486" y="4605155"/>
                  </a:lnTo>
                  <a:lnTo>
                    <a:pt x="1386922" y="4603908"/>
                  </a:lnTo>
                  <a:lnTo>
                    <a:pt x="1388086" y="4603908"/>
                  </a:lnTo>
                  <a:lnTo>
                    <a:pt x="1388086" y="4603284"/>
                  </a:lnTo>
                  <a:lnTo>
                    <a:pt x="1389831" y="4601413"/>
                  </a:lnTo>
                  <a:lnTo>
                    <a:pt x="1389976" y="4601413"/>
                  </a:lnTo>
                  <a:lnTo>
                    <a:pt x="1390558" y="4601413"/>
                  </a:lnTo>
                  <a:lnTo>
                    <a:pt x="1390704" y="4601413"/>
                  </a:lnTo>
                  <a:lnTo>
                    <a:pt x="1390994" y="4600790"/>
                  </a:lnTo>
                  <a:lnTo>
                    <a:pt x="1391140" y="4599543"/>
                  </a:lnTo>
                  <a:lnTo>
                    <a:pt x="1391285" y="4598919"/>
                  </a:lnTo>
                  <a:lnTo>
                    <a:pt x="1391576" y="4598919"/>
                  </a:lnTo>
                  <a:lnTo>
                    <a:pt x="1392158" y="4598919"/>
                  </a:lnTo>
                  <a:lnTo>
                    <a:pt x="1392303" y="4598919"/>
                  </a:lnTo>
                  <a:lnTo>
                    <a:pt x="1392594" y="4598296"/>
                  </a:lnTo>
                  <a:lnTo>
                    <a:pt x="1393176" y="4598296"/>
                  </a:lnTo>
                  <a:lnTo>
                    <a:pt x="1393321" y="4597672"/>
                  </a:lnTo>
                  <a:lnTo>
                    <a:pt x="1393757" y="4597672"/>
                  </a:lnTo>
                  <a:lnTo>
                    <a:pt x="1395212" y="4597672"/>
                  </a:lnTo>
                  <a:lnTo>
                    <a:pt x="1395503" y="4597672"/>
                  </a:lnTo>
                  <a:lnTo>
                    <a:pt x="1395939" y="4597048"/>
                  </a:lnTo>
                  <a:lnTo>
                    <a:pt x="1396521" y="4595178"/>
                  </a:lnTo>
                  <a:lnTo>
                    <a:pt x="1396666" y="4593930"/>
                  </a:lnTo>
                  <a:lnTo>
                    <a:pt x="1396957" y="4593307"/>
                  </a:lnTo>
                  <a:lnTo>
                    <a:pt x="1397539" y="4593307"/>
                  </a:lnTo>
                  <a:lnTo>
                    <a:pt x="1397684" y="4592683"/>
                  </a:lnTo>
                  <a:lnTo>
                    <a:pt x="1397829" y="4592683"/>
                  </a:lnTo>
                  <a:lnTo>
                    <a:pt x="1398120" y="4592060"/>
                  </a:lnTo>
                  <a:lnTo>
                    <a:pt x="1398702" y="4592060"/>
                  </a:lnTo>
                  <a:lnTo>
                    <a:pt x="1400302" y="4591436"/>
                  </a:lnTo>
                  <a:lnTo>
                    <a:pt x="1401174" y="4591436"/>
                  </a:lnTo>
                  <a:lnTo>
                    <a:pt x="1401610" y="4590189"/>
                  </a:lnTo>
                  <a:lnTo>
                    <a:pt x="1401756" y="4590189"/>
                  </a:lnTo>
                  <a:lnTo>
                    <a:pt x="1402047" y="4588942"/>
                  </a:lnTo>
                  <a:lnTo>
                    <a:pt x="1402774" y="4588942"/>
                  </a:lnTo>
                  <a:lnTo>
                    <a:pt x="1403065" y="4588318"/>
                  </a:lnTo>
                  <a:lnTo>
                    <a:pt x="1403646" y="4588318"/>
                  </a:lnTo>
                  <a:lnTo>
                    <a:pt x="1404228" y="4587071"/>
                  </a:lnTo>
                  <a:lnTo>
                    <a:pt x="1404664" y="4586447"/>
                  </a:lnTo>
                  <a:lnTo>
                    <a:pt x="1404810" y="4585824"/>
                  </a:lnTo>
                  <a:lnTo>
                    <a:pt x="1405391" y="4585200"/>
                  </a:lnTo>
                  <a:lnTo>
                    <a:pt x="1405973" y="4585200"/>
                  </a:lnTo>
                  <a:lnTo>
                    <a:pt x="1407282" y="4585200"/>
                  </a:lnTo>
                  <a:lnTo>
                    <a:pt x="1407718" y="4583953"/>
                  </a:lnTo>
                  <a:lnTo>
                    <a:pt x="1408155" y="4583953"/>
                  </a:lnTo>
                  <a:lnTo>
                    <a:pt x="1408300" y="4583953"/>
                  </a:lnTo>
                  <a:lnTo>
                    <a:pt x="1408591" y="4583330"/>
                  </a:lnTo>
                  <a:lnTo>
                    <a:pt x="1408736" y="4583330"/>
                  </a:lnTo>
                  <a:lnTo>
                    <a:pt x="1408882" y="4582706"/>
                  </a:lnTo>
                  <a:lnTo>
                    <a:pt x="1408882" y="4581459"/>
                  </a:lnTo>
                  <a:lnTo>
                    <a:pt x="1409173" y="4581459"/>
                  </a:lnTo>
                  <a:lnTo>
                    <a:pt x="1409173" y="4580835"/>
                  </a:lnTo>
                  <a:lnTo>
                    <a:pt x="1410336" y="4580835"/>
                  </a:lnTo>
                  <a:lnTo>
                    <a:pt x="1410918" y="4580212"/>
                  </a:lnTo>
                  <a:lnTo>
                    <a:pt x="1411208" y="4580212"/>
                  </a:lnTo>
                  <a:lnTo>
                    <a:pt x="1411936" y="4579588"/>
                  </a:lnTo>
                  <a:lnTo>
                    <a:pt x="1412081" y="4579588"/>
                  </a:lnTo>
                  <a:lnTo>
                    <a:pt x="1412226" y="4579588"/>
                  </a:lnTo>
                  <a:lnTo>
                    <a:pt x="1412517" y="4579588"/>
                  </a:lnTo>
                  <a:lnTo>
                    <a:pt x="1413244" y="4578341"/>
                  </a:lnTo>
                  <a:lnTo>
                    <a:pt x="1413390" y="4577094"/>
                  </a:lnTo>
                  <a:lnTo>
                    <a:pt x="1413390" y="4576470"/>
                  </a:lnTo>
                  <a:lnTo>
                    <a:pt x="1413390" y="4574599"/>
                  </a:lnTo>
                  <a:lnTo>
                    <a:pt x="1413972" y="4574599"/>
                  </a:lnTo>
                  <a:lnTo>
                    <a:pt x="1414117" y="4573976"/>
                  </a:lnTo>
                  <a:lnTo>
                    <a:pt x="1415280" y="4572729"/>
                  </a:lnTo>
                  <a:lnTo>
                    <a:pt x="1417753" y="4570858"/>
                  </a:lnTo>
                  <a:lnTo>
                    <a:pt x="1418043" y="4570858"/>
                  </a:lnTo>
                  <a:lnTo>
                    <a:pt x="1418189" y="4570234"/>
                  </a:lnTo>
                  <a:lnTo>
                    <a:pt x="1418625" y="4570234"/>
                  </a:lnTo>
                  <a:lnTo>
                    <a:pt x="1419498" y="4569611"/>
                  </a:lnTo>
                  <a:lnTo>
                    <a:pt x="1419789" y="4569611"/>
                  </a:lnTo>
                  <a:lnTo>
                    <a:pt x="1420079" y="4569611"/>
                  </a:lnTo>
                  <a:lnTo>
                    <a:pt x="1420516" y="4569611"/>
                  </a:lnTo>
                  <a:lnTo>
                    <a:pt x="1420661" y="4569611"/>
                  </a:lnTo>
                  <a:lnTo>
                    <a:pt x="1421534" y="4568987"/>
                  </a:lnTo>
                  <a:lnTo>
                    <a:pt x="1421825" y="4568987"/>
                  </a:lnTo>
                  <a:lnTo>
                    <a:pt x="1422261" y="4568987"/>
                  </a:lnTo>
                  <a:lnTo>
                    <a:pt x="1422697" y="4568987"/>
                  </a:lnTo>
                  <a:lnTo>
                    <a:pt x="1423861" y="4568364"/>
                  </a:lnTo>
                  <a:lnTo>
                    <a:pt x="1424297" y="4567116"/>
                  </a:lnTo>
                  <a:lnTo>
                    <a:pt x="1424297" y="4566493"/>
                  </a:lnTo>
                  <a:lnTo>
                    <a:pt x="1424442" y="4566493"/>
                  </a:lnTo>
                  <a:lnTo>
                    <a:pt x="1424733" y="4565869"/>
                  </a:lnTo>
                  <a:lnTo>
                    <a:pt x="1425169" y="4565869"/>
                  </a:lnTo>
                  <a:lnTo>
                    <a:pt x="1425460" y="4565246"/>
                  </a:lnTo>
                  <a:lnTo>
                    <a:pt x="1426478" y="4564622"/>
                  </a:lnTo>
                  <a:lnTo>
                    <a:pt x="1426624" y="4564622"/>
                  </a:lnTo>
                  <a:lnTo>
                    <a:pt x="1426769" y="4564622"/>
                  </a:lnTo>
                  <a:lnTo>
                    <a:pt x="1427060" y="4564622"/>
                  </a:lnTo>
                  <a:lnTo>
                    <a:pt x="1427787" y="4563998"/>
                  </a:lnTo>
                  <a:lnTo>
                    <a:pt x="1428223" y="4563375"/>
                  </a:lnTo>
                  <a:lnTo>
                    <a:pt x="1428369" y="4562751"/>
                  </a:lnTo>
                  <a:lnTo>
                    <a:pt x="1429678" y="4561504"/>
                  </a:lnTo>
                  <a:lnTo>
                    <a:pt x="1430550" y="4560881"/>
                  </a:lnTo>
                  <a:lnTo>
                    <a:pt x="1431277" y="4560257"/>
                  </a:lnTo>
                  <a:lnTo>
                    <a:pt x="1431859" y="4559010"/>
                  </a:lnTo>
                  <a:lnTo>
                    <a:pt x="1432150" y="4559010"/>
                  </a:lnTo>
                  <a:lnTo>
                    <a:pt x="1433022" y="4558386"/>
                  </a:lnTo>
                  <a:lnTo>
                    <a:pt x="1433313" y="4558386"/>
                  </a:lnTo>
                  <a:lnTo>
                    <a:pt x="1433313" y="4557763"/>
                  </a:lnTo>
                  <a:lnTo>
                    <a:pt x="1433895" y="4556516"/>
                  </a:lnTo>
                  <a:lnTo>
                    <a:pt x="1434040" y="4556516"/>
                  </a:lnTo>
                  <a:lnTo>
                    <a:pt x="1435495" y="4555268"/>
                  </a:lnTo>
                  <a:lnTo>
                    <a:pt x="1436658" y="4555268"/>
                  </a:lnTo>
                  <a:lnTo>
                    <a:pt x="1437385" y="4555268"/>
                  </a:lnTo>
                  <a:lnTo>
                    <a:pt x="1437531" y="4554645"/>
                  </a:lnTo>
                  <a:lnTo>
                    <a:pt x="1437676" y="4554645"/>
                  </a:lnTo>
                  <a:lnTo>
                    <a:pt x="1437821" y="4554645"/>
                  </a:lnTo>
                  <a:lnTo>
                    <a:pt x="1438985" y="4553398"/>
                  </a:lnTo>
                  <a:lnTo>
                    <a:pt x="1439276" y="4552150"/>
                  </a:lnTo>
                  <a:lnTo>
                    <a:pt x="1439276" y="4551527"/>
                  </a:lnTo>
                  <a:lnTo>
                    <a:pt x="1439276" y="4550903"/>
                  </a:lnTo>
                  <a:lnTo>
                    <a:pt x="1439421" y="4550280"/>
                  </a:lnTo>
                  <a:lnTo>
                    <a:pt x="1440584" y="4549656"/>
                  </a:lnTo>
                  <a:lnTo>
                    <a:pt x="1441166" y="4548409"/>
                  </a:lnTo>
                  <a:lnTo>
                    <a:pt x="1441166" y="4547785"/>
                  </a:lnTo>
                  <a:lnTo>
                    <a:pt x="1441602" y="4547785"/>
                  </a:lnTo>
                  <a:lnTo>
                    <a:pt x="1441893" y="4546538"/>
                  </a:lnTo>
                  <a:lnTo>
                    <a:pt x="1442620" y="4545915"/>
                  </a:lnTo>
                  <a:lnTo>
                    <a:pt x="1442911" y="4545915"/>
                  </a:lnTo>
                  <a:lnTo>
                    <a:pt x="1443202" y="4545915"/>
                  </a:lnTo>
                  <a:lnTo>
                    <a:pt x="1443348" y="4545915"/>
                  </a:lnTo>
                  <a:lnTo>
                    <a:pt x="1443638" y="4545915"/>
                  </a:lnTo>
                  <a:lnTo>
                    <a:pt x="1443929" y="4545915"/>
                  </a:lnTo>
                  <a:lnTo>
                    <a:pt x="1444802" y="4544667"/>
                  </a:lnTo>
                  <a:lnTo>
                    <a:pt x="1445238" y="4544044"/>
                  </a:lnTo>
                  <a:lnTo>
                    <a:pt x="1445383" y="4544044"/>
                  </a:lnTo>
                  <a:lnTo>
                    <a:pt x="1446256" y="4544044"/>
                  </a:lnTo>
                  <a:lnTo>
                    <a:pt x="1447419" y="4543420"/>
                  </a:lnTo>
                  <a:lnTo>
                    <a:pt x="1450037" y="4540926"/>
                  </a:lnTo>
                  <a:lnTo>
                    <a:pt x="1450183" y="4540926"/>
                  </a:lnTo>
                  <a:lnTo>
                    <a:pt x="1451201" y="4539679"/>
                  </a:lnTo>
                  <a:lnTo>
                    <a:pt x="1451346" y="4539679"/>
                  </a:lnTo>
                  <a:lnTo>
                    <a:pt x="1451637" y="4539679"/>
                  </a:lnTo>
                  <a:lnTo>
                    <a:pt x="1452073" y="4537808"/>
                  </a:lnTo>
                  <a:lnTo>
                    <a:pt x="1452218" y="4537808"/>
                  </a:lnTo>
                  <a:lnTo>
                    <a:pt x="1453236" y="4535314"/>
                  </a:lnTo>
                  <a:lnTo>
                    <a:pt x="1453673" y="4535314"/>
                  </a:lnTo>
                  <a:lnTo>
                    <a:pt x="1453964" y="4535314"/>
                  </a:lnTo>
                  <a:lnTo>
                    <a:pt x="1453964" y="4534690"/>
                  </a:lnTo>
                  <a:lnTo>
                    <a:pt x="1455127" y="4532819"/>
                  </a:lnTo>
                  <a:lnTo>
                    <a:pt x="1455709" y="4532196"/>
                  </a:lnTo>
                  <a:lnTo>
                    <a:pt x="1456145" y="4532196"/>
                  </a:lnTo>
                  <a:lnTo>
                    <a:pt x="1456290" y="4532196"/>
                  </a:lnTo>
                  <a:lnTo>
                    <a:pt x="1456581" y="4532196"/>
                  </a:lnTo>
                  <a:lnTo>
                    <a:pt x="1456727" y="4532196"/>
                  </a:lnTo>
                  <a:lnTo>
                    <a:pt x="1456727" y="4531572"/>
                  </a:lnTo>
                  <a:lnTo>
                    <a:pt x="1457454" y="4531572"/>
                  </a:lnTo>
                  <a:lnTo>
                    <a:pt x="1458036" y="4531572"/>
                  </a:lnTo>
                  <a:lnTo>
                    <a:pt x="1458617" y="4531572"/>
                  </a:lnTo>
                  <a:lnTo>
                    <a:pt x="1458763" y="4531572"/>
                  </a:lnTo>
                  <a:lnTo>
                    <a:pt x="1458908" y="4530949"/>
                  </a:lnTo>
                  <a:lnTo>
                    <a:pt x="1459199" y="4530949"/>
                  </a:lnTo>
                  <a:lnTo>
                    <a:pt x="1459635" y="4530325"/>
                  </a:lnTo>
                  <a:lnTo>
                    <a:pt x="1459781" y="4530325"/>
                  </a:lnTo>
                  <a:lnTo>
                    <a:pt x="1460071" y="4530325"/>
                  </a:lnTo>
                  <a:lnTo>
                    <a:pt x="1463271" y="4528454"/>
                  </a:lnTo>
                  <a:lnTo>
                    <a:pt x="1464143" y="4527207"/>
                  </a:lnTo>
                  <a:lnTo>
                    <a:pt x="1464580" y="4527207"/>
                  </a:lnTo>
                  <a:lnTo>
                    <a:pt x="1465161" y="4527207"/>
                  </a:lnTo>
                  <a:lnTo>
                    <a:pt x="1465743" y="4526584"/>
                  </a:lnTo>
                  <a:lnTo>
                    <a:pt x="1466034" y="4524713"/>
                  </a:lnTo>
                  <a:lnTo>
                    <a:pt x="1466179" y="4524713"/>
                  </a:lnTo>
                  <a:lnTo>
                    <a:pt x="1467343" y="4523466"/>
                  </a:lnTo>
                  <a:lnTo>
                    <a:pt x="1467779" y="4522218"/>
                  </a:lnTo>
                  <a:lnTo>
                    <a:pt x="1467779" y="4521595"/>
                  </a:lnTo>
                  <a:lnTo>
                    <a:pt x="1469088" y="4520348"/>
                  </a:lnTo>
                  <a:lnTo>
                    <a:pt x="1469815" y="4520348"/>
                  </a:lnTo>
                  <a:lnTo>
                    <a:pt x="1470251" y="4518477"/>
                  </a:lnTo>
                  <a:lnTo>
                    <a:pt x="1470397" y="4518477"/>
                  </a:lnTo>
                  <a:lnTo>
                    <a:pt x="1471269" y="4517853"/>
                  </a:lnTo>
                  <a:lnTo>
                    <a:pt x="1471560" y="4517230"/>
                  </a:lnTo>
                  <a:lnTo>
                    <a:pt x="1471560" y="4516606"/>
                  </a:lnTo>
                  <a:lnTo>
                    <a:pt x="1472578" y="4514112"/>
                  </a:lnTo>
                  <a:lnTo>
                    <a:pt x="1472869" y="4512865"/>
                  </a:lnTo>
                  <a:lnTo>
                    <a:pt x="1473451" y="4512865"/>
                  </a:lnTo>
                  <a:lnTo>
                    <a:pt x="1473887" y="4511618"/>
                  </a:lnTo>
                  <a:lnTo>
                    <a:pt x="1474178" y="4511618"/>
                  </a:lnTo>
                  <a:lnTo>
                    <a:pt x="1474323" y="4511618"/>
                  </a:lnTo>
                  <a:lnTo>
                    <a:pt x="1475050" y="4510994"/>
                  </a:lnTo>
                  <a:lnTo>
                    <a:pt x="1475196" y="4510994"/>
                  </a:lnTo>
                  <a:lnTo>
                    <a:pt x="1475487" y="4510370"/>
                  </a:lnTo>
                  <a:lnTo>
                    <a:pt x="1475487" y="4509747"/>
                  </a:lnTo>
                  <a:lnTo>
                    <a:pt x="1475632" y="4509747"/>
                  </a:lnTo>
                  <a:lnTo>
                    <a:pt x="1476214" y="4509747"/>
                  </a:lnTo>
                  <a:lnTo>
                    <a:pt x="1476359" y="4509747"/>
                  </a:lnTo>
                  <a:lnTo>
                    <a:pt x="1477813" y="4509747"/>
                  </a:lnTo>
                  <a:lnTo>
                    <a:pt x="1479849" y="4508500"/>
                  </a:lnTo>
                  <a:lnTo>
                    <a:pt x="1480431" y="4507253"/>
                  </a:lnTo>
                  <a:lnTo>
                    <a:pt x="1480722" y="4506629"/>
                  </a:lnTo>
                  <a:lnTo>
                    <a:pt x="1480867" y="4506005"/>
                  </a:lnTo>
                  <a:lnTo>
                    <a:pt x="1481013" y="4505382"/>
                  </a:lnTo>
                  <a:lnTo>
                    <a:pt x="1482176" y="4502887"/>
                  </a:lnTo>
                  <a:lnTo>
                    <a:pt x="1482758" y="4502264"/>
                  </a:lnTo>
                  <a:lnTo>
                    <a:pt x="1482758" y="4501640"/>
                  </a:lnTo>
                  <a:lnTo>
                    <a:pt x="1483194" y="4501640"/>
                  </a:lnTo>
                  <a:lnTo>
                    <a:pt x="1484794" y="4499146"/>
                  </a:lnTo>
                  <a:lnTo>
                    <a:pt x="1485375" y="4497275"/>
                  </a:lnTo>
                  <a:lnTo>
                    <a:pt x="1485957" y="4497275"/>
                  </a:lnTo>
                  <a:lnTo>
                    <a:pt x="1486393" y="4496652"/>
                  </a:lnTo>
                  <a:lnTo>
                    <a:pt x="1488284" y="4494157"/>
                  </a:lnTo>
                  <a:lnTo>
                    <a:pt x="1489593" y="4492287"/>
                  </a:lnTo>
                  <a:lnTo>
                    <a:pt x="1489738" y="4491039"/>
                  </a:lnTo>
                  <a:lnTo>
                    <a:pt x="1490029" y="4489792"/>
                  </a:lnTo>
                  <a:lnTo>
                    <a:pt x="1491629" y="4487921"/>
                  </a:lnTo>
                  <a:lnTo>
                    <a:pt x="1491920" y="4486674"/>
                  </a:lnTo>
                  <a:lnTo>
                    <a:pt x="1492210" y="4486051"/>
                  </a:lnTo>
                  <a:lnTo>
                    <a:pt x="1492501" y="4486051"/>
                  </a:lnTo>
                  <a:lnTo>
                    <a:pt x="1492792" y="4486051"/>
                  </a:lnTo>
                  <a:lnTo>
                    <a:pt x="1492792" y="4485427"/>
                  </a:lnTo>
                  <a:lnTo>
                    <a:pt x="1493519" y="4483556"/>
                  </a:lnTo>
                  <a:lnTo>
                    <a:pt x="1494101" y="4483556"/>
                  </a:lnTo>
                  <a:lnTo>
                    <a:pt x="1494683" y="4482309"/>
                  </a:lnTo>
                  <a:lnTo>
                    <a:pt x="1494974" y="4481686"/>
                  </a:lnTo>
                  <a:lnTo>
                    <a:pt x="1495119" y="4480438"/>
                  </a:lnTo>
                  <a:lnTo>
                    <a:pt x="1495846" y="4480438"/>
                  </a:lnTo>
                  <a:lnTo>
                    <a:pt x="1496282" y="4479815"/>
                  </a:lnTo>
                  <a:lnTo>
                    <a:pt x="1496573" y="4479815"/>
                  </a:lnTo>
                  <a:lnTo>
                    <a:pt x="1497446" y="4479815"/>
                  </a:lnTo>
                  <a:lnTo>
                    <a:pt x="1498318" y="4479191"/>
                  </a:lnTo>
                  <a:lnTo>
                    <a:pt x="1498755" y="4478568"/>
                  </a:lnTo>
                  <a:lnTo>
                    <a:pt x="1499336" y="4478568"/>
                  </a:lnTo>
                  <a:lnTo>
                    <a:pt x="1500645" y="4477944"/>
                  </a:lnTo>
                  <a:lnTo>
                    <a:pt x="1502099" y="4476697"/>
                  </a:lnTo>
                  <a:lnTo>
                    <a:pt x="1502827" y="4476697"/>
                  </a:lnTo>
                  <a:lnTo>
                    <a:pt x="1503408" y="4476073"/>
                  </a:lnTo>
                  <a:lnTo>
                    <a:pt x="1503990" y="4474826"/>
                  </a:lnTo>
                  <a:lnTo>
                    <a:pt x="1504135" y="4474826"/>
                  </a:lnTo>
                  <a:lnTo>
                    <a:pt x="1504281" y="4474826"/>
                  </a:lnTo>
                  <a:lnTo>
                    <a:pt x="1505735" y="4474203"/>
                  </a:lnTo>
                  <a:lnTo>
                    <a:pt x="1505880" y="4474203"/>
                  </a:lnTo>
                  <a:lnTo>
                    <a:pt x="1506171" y="4474203"/>
                  </a:lnTo>
                  <a:lnTo>
                    <a:pt x="1506753" y="4472955"/>
                  </a:lnTo>
                  <a:lnTo>
                    <a:pt x="1508498" y="4467967"/>
                  </a:lnTo>
                  <a:lnTo>
                    <a:pt x="1508644" y="4467343"/>
                  </a:lnTo>
                  <a:lnTo>
                    <a:pt x="1509080" y="4467343"/>
                  </a:lnTo>
                  <a:lnTo>
                    <a:pt x="1509225" y="4466720"/>
                  </a:lnTo>
                  <a:lnTo>
                    <a:pt x="1509952" y="4466096"/>
                  </a:lnTo>
                  <a:lnTo>
                    <a:pt x="1510098" y="4465472"/>
                  </a:lnTo>
                  <a:lnTo>
                    <a:pt x="1511843" y="4465472"/>
                  </a:lnTo>
                  <a:lnTo>
                    <a:pt x="1511988" y="4464849"/>
                  </a:lnTo>
                  <a:lnTo>
                    <a:pt x="1512570" y="4464225"/>
                  </a:lnTo>
                  <a:lnTo>
                    <a:pt x="1513443" y="4464225"/>
                  </a:lnTo>
                  <a:lnTo>
                    <a:pt x="1514315" y="4463602"/>
                  </a:lnTo>
                  <a:lnTo>
                    <a:pt x="1515188" y="4463602"/>
                  </a:lnTo>
                  <a:lnTo>
                    <a:pt x="1516206" y="4461731"/>
                  </a:lnTo>
                  <a:lnTo>
                    <a:pt x="1516642" y="4461107"/>
                  </a:lnTo>
                  <a:lnTo>
                    <a:pt x="1518533" y="4461107"/>
                  </a:lnTo>
                  <a:lnTo>
                    <a:pt x="1519405" y="4460484"/>
                  </a:lnTo>
                  <a:lnTo>
                    <a:pt x="1519550" y="4460484"/>
                  </a:lnTo>
                  <a:lnTo>
                    <a:pt x="1519696" y="4459860"/>
                  </a:lnTo>
                  <a:lnTo>
                    <a:pt x="1519841" y="4459860"/>
                  </a:lnTo>
                  <a:lnTo>
                    <a:pt x="1520132" y="4459860"/>
                  </a:lnTo>
                  <a:lnTo>
                    <a:pt x="1521732" y="4457366"/>
                  </a:lnTo>
                  <a:lnTo>
                    <a:pt x="1522750" y="4456742"/>
                  </a:lnTo>
                  <a:lnTo>
                    <a:pt x="1523622" y="4454872"/>
                  </a:lnTo>
                  <a:lnTo>
                    <a:pt x="1524640" y="4453624"/>
                  </a:lnTo>
                  <a:lnTo>
                    <a:pt x="1525222" y="4453001"/>
                  </a:lnTo>
                  <a:lnTo>
                    <a:pt x="1525804" y="4452377"/>
                  </a:lnTo>
                  <a:lnTo>
                    <a:pt x="1527113" y="4451130"/>
                  </a:lnTo>
                  <a:lnTo>
                    <a:pt x="1528567" y="4451130"/>
                  </a:lnTo>
                  <a:lnTo>
                    <a:pt x="1528712" y="4449883"/>
                  </a:lnTo>
                  <a:lnTo>
                    <a:pt x="1528858" y="4449259"/>
                  </a:lnTo>
                  <a:lnTo>
                    <a:pt x="1530312" y="4448012"/>
                  </a:lnTo>
                  <a:lnTo>
                    <a:pt x="1530312" y="4447389"/>
                  </a:lnTo>
                  <a:lnTo>
                    <a:pt x="1530603" y="4447389"/>
                  </a:lnTo>
                  <a:lnTo>
                    <a:pt x="1530894" y="4446765"/>
                  </a:lnTo>
                  <a:lnTo>
                    <a:pt x="1531039" y="4446765"/>
                  </a:lnTo>
                  <a:lnTo>
                    <a:pt x="1531185" y="4446765"/>
                  </a:lnTo>
                  <a:lnTo>
                    <a:pt x="1531330" y="4446765"/>
                  </a:lnTo>
                  <a:lnTo>
                    <a:pt x="1532203" y="4446141"/>
                  </a:lnTo>
                  <a:lnTo>
                    <a:pt x="1533075" y="4445518"/>
                  </a:lnTo>
                  <a:lnTo>
                    <a:pt x="1533802" y="4444894"/>
                  </a:lnTo>
                  <a:lnTo>
                    <a:pt x="1534529" y="4443647"/>
                  </a:lnTo>
                  <a:lnTo>
                    <a:pt x="1536274" y="4443024"/>
                  </a:lnTo>
                  <a:lnTo>
                    <a:pt x="1536420" y="4443024"/>
                  </a:lnTo>
                  <a:lnTo>
                    <a:pt x="1537583" y="4443024"/>
                  </a:lnTo>
                  <a:lnTo>
                    <a:pt x="1538456" y="4443024"/>
                  </a:lnTo>
                  <a:lnTo>
                    <a:pt x="1538892" y="4442400"/>
                  </a:lnTo>
                  <a:lnTo>
                    <a:pt x="1540201" y="4441776"/>
                  </a:lnTo>
                  <a:lnTo>
                    <a:pt x="1540492" y="4441776"/>
                  </a:lnTo>
                  <a:lnTo>
                    <a:pt x="1540928" y="4441776"/>
                  </a:lnTo>
                  <a:lnTo>
                    <a:pt x="1540928" y="4440529"/>
                  </a:lnTo>
                  <a:lnTo>
                    <a:pt x="1542382" y="4439282"/>
                  </a:lnTo>
                  <a:lnTo>
                    <a:pt x="1542964" y="4438658"/>
                  </a:lnTo>
                  <a:lnTo>
                    <a:pt x="1543255" y="4438035"/>
                  </a:lnTo>
                  <a:lnTo>
                    <a:pt x="1543400" y="4438035"/>
                  </a:lnTo>
                  <a:lnTo>
                    <a:pt x="1543691" y="4437411"/>
                  </a:lnTo>
                  <a:lnTo>
                    <a:pt x="1543982" y="4437411"/>
                  </a:lnTo>
                  <a:lnTo>
                    <a:pt x="1544127" y="4437411"/>
                  </a:lnTo>
                  <a:lnTo>
                    <a:pt x="1544564" y="4437411"/>
                  </a:lnTo>
                  <a:lnTo>
                    <a:pt x="1545000" y="4437411"/>
                  </a:lnTo>
                  <a:lnTo>
                    <a:pt x="1545145" y="4437411"/>
                  </a:lnTo>
                  <a:lnTo>
                    <a:pt x="1545291" y="4437411"/>
                  </a:lnTo>
                  <a:lnTo>
                    <a:pt x="1547036" y="4435541"/>
                  </a:lnTo>
                  <a:lnTo>
                    <a:pt x="1547181" y="4435541"/>
                  </a:lnTo>
                  <a:lnTo>
                    <a:pt x="1547763" y="4435541"/>
                  </a:lnTo>
                  <a:lnTo>
                    <a:pt x="1548054" y="4435541"/>
                  </a:lnTo>
                  <a:lnTo>
                    <a:pt x="1548345" y="4432423"/>
                  </a:lnTo>
                  <a:lnTo>
                    <a:pt x="1548490" y="4431799"/>
                  </a:lnTo>
                  <a:lnTo>
                    <a:pt x="1548926" y="4431799"/>
                  </a:lnTo>
                  <a:lnTo>
                    <a:pt x="1550235" y="4431175"/>
                  </a:lnTo>
                  <a:lnTo>
                    <a:pt x="1550817" y="4429305"/>
                  </a:lnTo>
                  <a:lnTo>
                    <a:pt x="1551544" y="4429305"/>
                  </a:lnTo>
                  <a:lnTo>
                    <a:pt x="1551835" y="4428681"/>
                  </a:lnTo>
                  <a:lnTo>
                    <a:pt x="1552853" y="4424940"/>
                  </a:lnTo>
                  <a:lnTo>
                    <a:pt x="1552998" y="4424940"/>
                  </a:lnTo>
                  <a:lnTo>
                    <a:pt x="1553289" y="4424316"/>
                  </a:lnTo>
                  <a:lnTo>
                    <a:pt x="1553435" y="4423692"/>
                  </a:lnTo>
                  <a:lnTo>
                    <a:pt x="1555325" y="4423069"/>
                  </a:lnTo>
                  <a:lnTo>
                    <a:pt x="1555471" y="4422445"/>
                  </a:lnTo>
                  <a:lnTo>
                    <a:pt x="1555616" y="4421822"/>
                  </a:lnTo>
                  <a:lnTo>
                    <a:pt x="1555761" y="4420575"/>
                  </a:lnTo>
                  <a:lnTo>
                    <a:pt x="1556198" y="4419951"/>
                  </a:lnTo>
                  <a:lnTo>
                    <a:pt x="1557507" y="4418704"/>
                  </a:lnTo>
                  <a:lnTo>
                    <a:pt x="1558379" y="4418704"/>
                  </a:lnTo>
                  <a:lnTo>
                    <a:pt x="1558525" y="4418080"/>
                  </a:lnTo>
                  <a:lnTo>
                    <a:pt x="1558961" y="4417457"/>
                  </a:lnTo>
                  <a:lnTo>
                    <a:pt x="1559833" y="4416209"/>
                  </a:lnTo>
                  <a:lnTo>
                    <a:pt x="1559979" y="4415586"/>
                  </a:lnTo>
                  <a:lnTo>
                    <a:pt x="1560124" y="4415586"/>
                  </a:lnTo>
                  <a:lnTo>
                    <a:pt x="1560415" y="4414339"/>
                  </a:lnTo>
                  <a:lnTo>
                    <a:pt x="1560851" y="4414339"/>
                  </a:lnTo>
                  <a:lnTo>
                    <a:pt x="1561142" y="4413715"/>
                  </a:lnTo>
                  <a:lnTo>
                    <a:pt x="1561142" y="4413092"/>
                  </a:lnTo>
                  <a:lnTo>
                    <a:pt x="1562306" y="4411844"/>
                  </a:lnTo>
                  <a:lnTo>
                    <a:pt x="1562596" y="4410597"/>
                  </a:lnTo>
                  <a:lnTo>
                    <a:pt x="1563033" y="4410597"/>
                  </a:lnTo>
                  <a:lnTo>
                    <a:pt x="1563469" y="4409974"/>
                  </a:lnTo>
                  <a:lnTo>
                    <a:pt x="1564632" y="4408726"/>
                  </a:lnTo>
                  <a:lnTo>
                    <a:pt x="1565360" y="4408726"/>
                  </a:lnTo>
                  <a:lnTo>
                    <a:pt x="1565941" y="4408726"/>
                  </a:lnTo>
                  <a:lnTo>
                    <a:pt x="1566668" y="4408103"/>
                  </a:lnTo>
                  <a:lnTo>
                    <a:pt x="1567250" y="4407479"/>
                  </a:lnTo>
                  <a:lnTo>
                    <a:pt x="1568413" y="4406856"/>
                  </a:lnTo>
                  <a:lnTo>
                    <a:pt x="1568995" y="4406232"/>
                  </a:lnTo>
                  <a:lnTo>
                    <a:pt x="1569431" y="4405609"/>
                  </a:lnTo>
                  <a:lnTo>
                    <a:pt x="1569722" y="4404361"/>
                  </a:lnTo>
                  <a:lnTo>
                    <a:pt x="1569868" y="4404361"/>
                  </a:lnTo>
                  <a:lnTo>
                    <a:pt x="1570304" y="4403738"/>
                  </a:lnTo>
                  <a:lnTo>
                    <a:pt x="1570886" y="4401867"/>
                  </a:lnTo>
                  <a:lnTo>
                    <a:pt x="1571467" y="4401867"/>
                  </a:lnTo>
                  <a:lnTo>
                    <a:pt x="1571613" y="4401244"/>
                  </a:lnTo>
                  <a:lnTo>
                    <a:pt x="1572049" y="4398749"/>
                  </a:lnTo>
                  <a:lnTo>
                    <a:pt x="1573649" y="4397502"/>
                  </a:lnTo>
                  <a:lnTo>
                    <a:pt x="1574376" y="4397502"/>
                  </a:lnTo>
                  <a:lnTo>
                    <a:pt x="1574667" y="4397502"/>
                  </a:lnTo>
                  <a:lnTo>
                    <a:pt x="1575976" y="4397502"/>
                  </a:lnTo>
                  <a:lnTo>
                    <a:pt x="1576121" y="4396878"/>
                  </a:lnTo>
                  <a:lnTo>
                    <a:pt x="1576266" y="4396878"/>
                  </a:lnTo>
                  <a:lnTo>
                    <a:pt x="1577139" y="4396878"/>
                  </a:lnTo>
                  <a:lnTo>
                    <a:pt x="1577430" y="4396878"/>
                  </a:lnTo>
                  <a:lnTo>
                    <a:pt x="1577866" y="4395631"/>
                  </a:lnTo>
                  <a:lnTo>
                    <a:pt x="1578012" y="4395631"/>
                  </a:lnTo>
                  <a:lnTo>
                    <a:pt x="1578157" y="4395631"/>
                  </a:lnTo>
                  <a:lnTo>
                    <a:pt x="1578593" y="4393761"/>
                  </a:lnTo>
                  <a:lnTo>
                    <a:pt x="1578884" y="4392513"/>
                  </a:lnTo>
                  <a:lnTo>
                    <a:pt x="1579757" y="4392513"/>
                  </a:lnTo>
                  <a:lnTo>
                    <a:pt x="1580484" y="4392513"/>
                  </a:lnTo>
                  <a:lnTo>
                    <a:pt x="1582083" y="4391266"/>
                  </a:lnTo>
                  <a:lnTo>
                    <a:pt x="1583683" y="4391266"/>
                  </a:lnTo>
                  <a:lnTo>
                    <a:pt x="1584119" y="4391266"/>
                  </a:lnTo>
                  <a:lnTo>
                    <a:pt x="1584701" y="4389395"/>
                  </a:lnTo>
                  <a:lnTo>
                    <a:pt x="1584847" y="4389395"/>
                  </a:lnTo>
                  <a:lnTo>
                    <a:pt x="1586010" y="4387525"/>
                  </a:lnTo>
                  <a:lnTo>
                    <a:pt x="1586155" y="4386278"/>
                  </a:lnTo>
                  <a:lnTo>
                    <a:pt x="1586737" y="4385030"/>
                  </a:lnTo>
                  <a:lnTo>
                    <a:pt x="1587173" y="4385030"/>
                  </a:lnTo>
                  <a:lnTo>
                    <a:pt x="1588918" y="4381912"/>
                  </a:lnTo>
                  <a:lnTo>
                    <a:pt x="1589209" y="4381912"/>
                  </a:lnTo>
                  <a:lnTo>
                    <a:pt x="1589209" y="4381289"/>
                  </a:lnTo>
                  <a:lnTo>
                    <a:pt x="1589791" y="4381289"/>
                  </a:lnTo>
                  <a:lnTo>
                    <a:pt x="1591827" y="4379418"/>
                  </a:lnTo>
                  <a:lnTo>
                    <a:pt x="1591972" y="4377547"/>
                  </a:lnTo>
                  <a:lnTo>
                    <a:pt x="1592263" y="4377547"/>
                  </a:lnTo>
                  <a:lnTo>
                    <a:pt x="1592554" y="4377547"/>
                  </a:lnTo>
                  <a:lnTo>
                    <a:pt x="1592554" y="4375677"/>
                  </a:lnTo>
                  <a:lnTo>
                    <a:pt x="1593281" y="4375677"/>
                  </a:lnTo>
                  <a:lnTo>
                    <a:pt x="1594154" y="4375677"/>
                  </a:lnTo>
                  <a:lnTo>
                    <a:pt x="1594881" y="4375053"/>
                  </a:lnTo>
                  <a:lnTo>
                    <a:pt x="1594881" y="4374429"/>
                  </a:lnTo>
                  <a:lnTo>
                    <a:pt x="1595026" y="4373806"/>
                  </a:lnTo>
                  <a:lnTo>
                    <a:pt x="1595463" y="4373182"/>
                  </a:lnTo>
                  <a:lnTo>
                    <a:pt x="1595463" y="4371935"/>
                  </a:lnTo>
                  <a:lnTo>
                    <a:pt x="1596190" y="4369441"/>
                  </a:lnTo>
                  <a:lnTo>
                    <a:pt x="1596917" y="4368817"/>
                  </a:lnTo>
                  <a:lnTo>
                    <a:pt x="1597935" y="4365699"/>
                  </a:lnTo>
                  <a:lnTo>
                    <a:pt x="1598517" y="4365076"/>
                  </a:lnTo>
                  <a:lnTo>
                    <a:pt x="1598662" y="4365076"/>
                  </a:lnTo>
                  <a:lnTo>
                    <a:pt x="1599389" y="4363205"/>
                  </a:lnTo>
                  <a:lnTo>
                    <a:pt x="1600262" y="4361958"/>
                  </a:lnTo>
                  <a:lnTo>
                    <a:pt x="1600552" y="4361958"/>
                  </a:lnTo>
                  <a:lnTo>
                    <a:pt x="1600989" y="4361334"/>
                  </a:lnTo>
                  <a:lnTo>
                    <a:pt x="1601134" y="4361334"/>
                  </a:lnTo>
                  <a:lnTo>
                    <a:pt x="1601280" y="4360711"/>
                  </a:lnTo>
                  <a:lnTo>
                    <a:pt x="1602007" y="4360711"/>
                  </a:lnTo>
                  <a:lnTo>
                    <a:pt x="1602879" y="4359463"/>
                  </a:lnTo>
                  <a:lnTo>
                    <a:pt x="1603606" y="4358840"/>
                  </a:lnTo>
                  <a:lnTo>
                    <a:pt x="1603752" y="4358840"/>
                  </a:lnTo>
                  <a:lnTo>
                    <a:pt x="1603897" y="4357593"/>
                  </a:lnTo>
                  <a:lnTo>
                    <a:pt x="1604188" y="4356969"/>
                  </a:lnTo>
                  <a:lnTo>
                    <a:pt x="1605061" y="4356969"/>
                  </a:lnTo>
                  <a:lnTo>
                    <a:pt x="1605352" y="4356969"/>
                  </a:lnTo>
                  <a:lnTo>
                    <a:pt x="1605642" y="4356346"/>
                  </a:lnTo>
                  <a:lnTo>
                    <a:pt x="1605642" y="4355722"/>
                  </a:lnTo>
                  <a:lnTo>
                    <a:pt x="1606079" y="4355722"/>
                  </a:lnTo>
                  <a:lnTo>
                    <a:pt x="1606515" y="4355722"/>
                  </a:lnTo>
                  <a:lnTo>
                    <a:pt x="1607097" y="4355098"/>
                  </a:lnTo>
                  <a:lnTo>
                    <a:pt x="1607242" y="4354475"/>
                  </a:lnTo>
                  <a:lnTo>
                    <a:pt x="1607969" y="4351981"/>
                  </a:lnTo>
                  <a:lnTo>
                    <a:pt x="1608405" y="4350733"/>
                  </a:lnTo>
                  <a:lnTo>
                    <a:pt x="1608696" y="4350110"/>
                  </a:lnTo>
                  <a:lnTo>
                    <a:pt x="1609133" y="4349486"/>
                  </a:lnTo>
                  <a:lnTo>
                    <a:pt x="1610005" y="4348863"/>
                  </a:lnTo>
                  <a:lnTo>
                    <a:pt x="1611314" y="4346992"/>
                  </a:lnTo>
                  <a:lnTo>
                    <a:pt x="1613205" y="4346368"/>
                  </a:lnTo>
                  <a:lnTo>
                    <a:pt x="1613495" y="4345121"/>
                  </a:lnTo>
                  <a:lnTo>
                    <a:pt x="1615240" y="4343874"/>
                  </a:lnTo>
                  <a:lnTo>
                    <a:pt x="1615968" y="4343874"/>
                  </a:lnTo>
                  <a:lnTo>
                    <a:pt x="1616113" y="4343250"/>
                  </a:lnTo>
                  <a:lnTo>
                    <a:pt x="1616258" y="4343250"/>
                  </a:lnTo>
                  <a:lnTo>
                    <a:pt x="1617131" y="4342003"/>
                  </a:lnTo>
                  <a:lnTo>
                    <a:pt x="1617567" y="4341380"/>
                  </a:lnTo>
                  <a:lnTo>
                    <a:pt x="1617713" y="4340132"/>
                  </a:lnTo>
                  <a:lnTo>
                    <a:pt x="1618004" y="4339509"/>
                  </a:lnTo>
                  <a:lnTo>
                    <a:pt x="1620040" y="4335767"/>
                  </a:lnTo>
                  <a:lnTo>
                    <a:pt x="1620185" y="4335767"/>
                  </a:lnTo>
                  <a:lnTo>
                    <a:pt x="1620330" y="4335144"/>
                  </a:lnTo>
                  <a:lnTo>
                    <a:pt x="1620621" y="4335144"/>
                  </a:lnTo>
                  <a:lnTo>
                    <a:pt x="1621057" y="4335144"/>
                  </a:lnTo>
                  <a:lnTo>
                    <a:pt x="1621494" y="4334520"/>
                  </a:lnTo>
                  <a:lnTo>
                    <a:pt x="1621785" y="4333897"/>
                  </a:lnTo>
                  <a:lnTo>
                    <a:pt x="1622366" y="4332649"/>
                  </a:lnTo>
                  <a:lnTo>
                    <a:pt x="1622512" y="4332649"/>
                  </a:lnTo>
                  <a:lnTo>
                    <a:pt x="1622803" y="4331402"/>
                  </a:lnTo>
                  <a:lnTo>
                    <a:pt x="1623093" y="4331402"/>
                  </a:lnTo>
                  <a:lnTo>
                    <a:pt x="1624402" y="4329532"/>
                  </a:lnTo>
                  <a:lnTo>
                    <a:pt x="1624548" y="4329532"/>
                  </a:lnTo>
                  <a:lnTo>
                    <a:pt x="1625420" y="4328284"/>
                  </a:lnTo>
                  <a:lnTo>
                    <a:pt x="1625566" y="4328284"/>
                  </a:lnTo>
                  <a:lnTo>
                    <a:pt x="1626147" y="4328284"/>
                  </a:lnTo>
                  <a:lnTo>
                    <a:pt x="1627165" y="4328284"/>
                  </a:lnTo>
                  <a:lnTo>
                    <a:pt x="1628474" y="4326414"/>
                  </a:lnTo>
                  <a:lnTo>
                    <a:pt x="1628910" y="4325166"/>
                  </a:lnTo>
                  <a:lnTo>
                    <a:pt x="1629928" y="4325166"/>
                  </a:lnTo>
                  <a:lnTo>
                    <a:pt x="1630510" y="4322672"/>
                  </a:lnTo>
                  <a:lnTo>
                    <a:pt x="1631092" y="4322672"/>
                  </a:lnTo>
                  <a:lnTo>
                    <a:pt x="1631819" y="4322672"/>
                  </a:lnTo>
                  <a:lnTo>
                    <a:pt x="1631964" y="4322672"/>
                  </a:lnTo>
                  <a:lnTo>
                    <a:pt x="1632692" y="4320801"/>
                  </a:lnTo>
                  <a:lnTo>
                    <a:pt x="1634146" y="4319554"/>
                  </a:lnTo>
                  <a:lnTo>
                    <a:pt x="1634437" y="4319554"/>
                  </a:lnTo>
                  <a:lnTo>
                    <a:pt x="1634437" y="4318931"/>
                  </a:lnTo>
                  <a:lnTo>
                    <a:pt x="1634582" y="4318307"/>
                  </a:lnTo>
                  <a:lnTo>
                    <a:pt x="1634582" y="4317683"/>
                  </a:lnTo>
                  <a:lnTo>
                    <a:pt x="1635164" y="4317683"/>
                  </a:lnTo>
                  <a:lnTo>
                    <a:pt x="1635309" y="4317683"/>
                  </a:lnTo>
                  <a:lnTo>
                    <a:pt x="1636182" y="4316436"/>
                  </a:lnTo>
                  <a:lnTo>
                    <a:pt x="1636909" y="4314566"/>
                  </a:lnTo>
                  <a:lnTo>
                    <a:pt x="1637200" y="4313942"/>
                  </a:lnTo>
                  <a:lnTo>
                    <a:pt x="1637345" y="4312695"/>
                  </a:lnTo>
                  <a:lnTo>
                    <a:pt x="1638072" y="4311448"/>
                  </a:lnTo>
                  <a:lnTo>
                    <a:pt x="1638945" y="4311448"/>
                  </a:lnTo>
                  <a:lnTo>
                    <a:pt x="1640690" y="4310824"/>
                  </a:lnTo>
                  <a:lnTo>
                    <a:pt x="1640981" y="4310200"/>
                  </a:lnTo>
                  <a:lnTo>
                    <a:pt x="1640981" y="4309577"/>
                  </a:lnTo>
                  <a:lnTo>
                    <a:pt x="1640981" y="4308953"/>
                  </a:lnTo>
                  <a:lnTo>
                    <a:pt x="1641126" y="4308953"/>
                  </a:lnTo>
                  <a:lnTo>
                    <a:pt x="1642726" y="4308953"/>
                  </a:lnTo>
                  <a:lnTo>
                    <a:pt x="1643308" y="4308953"/>
                  </a:lnTo>
                  <a:lnTo>
                    <a:pt x="1643744" y="4308953"/>
                  </a:lnTo>
                  <a:lnTo>
                    <a:pt x="1643889" y="4308330"/>
                  </a:lnTo>
                  <a:lnTo>
                    <a:pt x="1644762" y="4308330"/>
                  </a:lnTo>
                  <a:lnTo>
                    <a:pt x="1646798" y="4305835"/>
                  </a:lnTo>
                  <a:lnTo>
                    <a:pt x="1646943" y="4305835"/>
                  </a:lnTo>
                  <a:lnTo>
                    <a:pt x="1648543" y="4304588"/>
                  </a:lnTo>
                  <a:lnTo>
                    <a:pt x="1648979" y="4304588"/>
                  </a:lnTo>
                  <a:lnTo>
                    <a:pt x="1649706" y="4303965"/>
                  </a:lnTo>
                  <a:lnTo>
                    <a:pt x="1649852" y="4303341"/>
                  </a:lnTo>
                  <a:lnTo>
                    <a:pt x="1651161" y="4300847"/>
                  </a:lnTo>
                  <a:lnTo>
                    <a:pt x="1651451" y="4300847"/>
                  </a:lnTo>
                  <a:lnTo>
                    <a:pt x="1651888" y="4300847"/>
                  </a:lnTo>
                  <a:lnTo>
                    <a:pt x="1652324" y="4300847"/>
                  </a:lnTo>
                  <a:lnTo>
                    <a:pt x="1654796" y="4295858"/>
                  </a:lnTo>
                  <a:lnTo>
                    <a:pt x="1655232" y="4293364"/>
                  </a:lnTo>
                  <a:lnTo>
                    <a:pt x="1655814" y="4293364"/>
                  </a:lnTo>
                  <a:lnTo>
                    <a:pt x="1655814" y="4292740"/>
                  </a:lnTo>
                  <a:lnTo>
                    <a:pt x="1657123" y="4292117"/>
                  </a:lnTo>
                  <a:lnTo>
                    <a:pt x="1658141" y="4291493"/>
                  </a:lnTo>
                  <a:lnTo>
                    <a:pt x="1658577" y="4291493"/>
                  </a:lnTo>
                  <a:lnTo>
                    <a:pt x="1659159" y="4290869"/>
                  </a:lnTo>
                  <a:lnTo>
                    <a:pt x="1659595" y="4290246"/>
                  </a:lnTo>
                  <a:lnTo>
                    <a:pt x="1661049" y="4288375"/>
                  </a:lnTo>
                  <a:lnTo>
                    <a:pt x="1661631" y="4286504"/>
                  </a:lnTo>
                  <a:lnTo>
                    <a:pt x="1661777" y="4285881"/>
                  </a:lnTo>
                  <a:lnTo>
                    <a:pt x="1661922" y="4283386"/>
                  </a:lnTo>
                  <a:lnTo>
                    <a:pt x="1662213" y="4283386"/>
                  </a:lnTo>
                  <a:lnTo>
                    <a:pt x="1662358" y="4283386"/>
                  </a:lnTo>
                  <a:lnTo>
                    <a:pt x="1663667" y="4282139"/>
                  </a:lnTo>
                  <a:lnTo>
                    <a:pt x="1664540" y="4279645"/>
                  </a:lnTo>
                  <a:lnTo>
                    <a:pt x="1664540" y="4279021"/>
                  </a:lnTo>
                  <a:lnTo>
                    <a:pt x="1665121" y="4278398"/>
                  </a:lnTo>
                  <a:lnTo>
                    <a:pt x="1666139" y="4277774"/>
                  </a:lnTo>
                  <a:lnTo>
                    <a:pt x="1666721" y="4277774"/>
                  </a:lnTo>
                  <a:lnTo>
                    <a:pt x="1667303" y="4277151"/>
                  </a:lnTo>
                  <a:lnTo>
                    <a:pt x="1667739" y="4277151"/>
                  </a:lnTo>
                  <a:lnTo>
                    <a:pt x="1669193" y="4277151"/>
                  </a:lnTo>
                  <a:lnTo>
                    <a:pt x="1669630" y="4275903"/>
                  </a:lnTo>
                  <a:lnTo>
                    <a:pt x="1669775" y="4275280"/>
                  </a:lnTo>
                  <a:lnTo>
                    <a:pt x="1670357" y="4274033"/>
                  </a:lnTo>
                  <a:lnTo>
                    <a:pt x="1671229" y="4271538"/>
                  </a:lnTo>
                  <a:lnTo>
                    <a:pt x="1671375" y="4271538"/>
                  </a:lnTo>
                  <a:lnTo>
                    <a:pt x="1671956" y="4269044"/>
                  </a:lnTo>
                  <a:lnTo>
                    <a:pt x="1672247" y="4268420"/>
                  </a:lnTo>
                  <a:lnTo>
                    <a:pt x="1672684" y="4267797"/>
                  </a:lnTo>
                  <a:lnTo>
                    <a:pt x="1672684" y="4267173"/>
                  </a:lnTo>
                  <a:lnTo>
                    <a:pt x="1673120" y="4267173"/>
                  </a:lnTo>
                  <a:lnTo>
                    <a:pt x="1673992" y="4267173"/>
                  </a:lnTo>
                  <a:lnTo>
                    <a:pt x="1674138" y="4265926"/>
                  </a:lnTo>
                  <a:lnTo>
                    <a:pt x="1674719" y="4265303"/>
                  </a:lnTo>
                  <a:lnTo>
                    <a:pt x="1675010" y="4264055"/>
                  </a:lnTo>
                  <a:lnTo>
                    <a:pt x="1675301" y="4264055"/>
                  </a:lnTo>
                  <a:lnTo>
                    <a:pt x="1675447" y="4263432"/>
                  </a:lnTo>
                  <a:lnTo>
                    <a:pt x="1675592" y="4263432"/>
                  </a:lnTo>
                  <a:lnTo>
                    <a:pt x="1676028" y="4263432"/>
                  </a:lnTo>
                  <a:lnTo>
                    <a:pt x="1677337" y="4263432"/>
                  </a:lnTo>
                  <a:lnTo>
                    <a:pt x="1677628" y="4262185"/>
                  </a:lnTo>
                  <a:lnTo>
                    <a:pt x="1678210" y="4260937"/>
                  </a:lnTo>
                  <a:lnTo>
                    <a:pt x="1678646" y="4259690"/>
                  </a:lnTo>
                  <a:lnTo>
                    <a:pt x="1679373" y="4257196"/>
                  </a:lnTo>
                  <a:lnTo>
                    <a:pt x="1679664" y="4257196"/>
                  </a:lnTo>
                  <a:lnTo>
                    <a:pt x="1681264" y="4255949"/>
                  </a:lnTo>
                  <a:lnTo>
                    <a:pt x="1683300" y="4254702"/>
                  </a:lnTo>
                  <a:lnTo>
                    <a:pt x="1684463" y="4254078"/>
                  </a:lnTo>
                  <a:lnTo>
                    <a:pt x="1686499" y="4251584"/>
                  </a:lnTo>
                  <a:lnTo>
                    <a:pt x="1686935" y="4250960"/>
                  </a:lnTo>
                  <a:lnTo>
                    <a:pt x="1687226" y="4249713"/>
                  </a:lnTo>
                  <a:lnTo>
                    <a:pt x="1688099" y="4248466"/>
                  </a:lnTo>
                  <a:lnTo>
                    <a:pt x="1688099" y="4247219"/>
                  </a:lnTo>
                  <a:lnTo>
                    <a:pt x="1689698" y="4245348"/>
                  </a:lnTo>
                  <a:lnTo>
                    <a:pt x="1690280" y="4243477"/>
                  </a:lnTo>
                  <a:lnTo>
                    <a:pt x="1690862" y="4243477"/>
                  </a:lnTo>
                  <a:lnTo>
                    <a:pt x="1691298" y="4243477"/>
                  </a:lnTo>
                  <a:lnTo>
                    <a:pt x="1691443" y="4242854"/>
                  </a:lnTo>
                  <a:lnTo>
                    <a:pt x="1691880" y="4240359"/>
                  </a:lnTo>
                  <a:lnTo>
                    <a:pt x="1691880" y="4239736"/>
                  </a:lnTo>
                  <a:lnTo>
                    <a:pt x="1692025" y="4239736"/>
                  </a:lnTo>
                  <a:lnTo>
                    <a:pt x="1693043" y="4235994"/>
                  </a:lnTo>
                  <a:lnTo>
                    <a:pt x="1693189" y="4235371"/>
                  </a:lnTo>
                  <a:lnTo>
                    <a:pt x="1693479" y="4235371"/>
                  </a:lnTo>
                  <a:lnTo>
                    <a:pt x="1693770" y="4234747"/>
                  </a:lnTo>
                  <a:lnTo>
                    <a:pt x="1694207" y="4234123"/>
                  </a:lnTo>
                  <a:lnTo>
                    <a:pt x="1694352" y="4233500"/>
                  </a:lnTo>
                  <a:lnTo>
                    <a:pt x="1696824" y="4232253"/>
                  </a:lnTo>
                  <a:lnTo>
                    <a:pt x="1696824" y="4231006"/>
                  </a:lnTo>
                  <a:lnTo>
                    <a:pt x="1696970" y="4231006"/>
                  </a:lnTo>
                  <a:lnTo>
                    <a:pt x="1697551" y="4231006"/>
                  </a:lnTo>
                  <a:lnTo>
                    <a:pt x="1698569" y="4231006"/>
                  </a:lnTo>
                  <a:lnTo>
                    <a:pt x="1699587" y="4229758"/>
                  </a:lnTo>
                  <a:lnTo>
                    <a:pt x="1700751" y="4227888"/>
                  </a:lnTo>
                  <a:lnTo>
                    <a:pt x="1701332" y="4227888"/>
                  </a:lnTo>
                  <a:lnTo>
                    <a:pt x="1702059" y="4227264"/>
                  </a:lnTo>
                  <a:lnTo>
                    <a:pt x="1702205" y="4226640"/>
                  </a:lnTo>
                  <a:lnTo>
                    <a:pt x="1702787" y="4226640"/>
                  </a:lnTo>
                  <a:lnTo>
                    <a:pt x="1702932" y="4226640"/>
                  </a:lnTo>
                  <a:lnTo>
                    <a:pt x="1703077" y="4226640"/>
                  </a:lnTo>
                  <a:lnTo>
                    <a:pt x="1703950" y="4226017"/>
                  </a:lnTo>
                  <a:lnTo>
                    <a:pt x="1704532" y="4226017"/>
                  </a:lnTo>
                  <a:lnTo>
                    <a:pt x="1705113" y="4224770"/>
                  </a:lnTo>
                  <a:lnTo>
                    <a:pt x="1705259" y="4224770"/>
                  </a:lnTo>
                  <a:lnTo>
                    <a:pt x="1706131" y="4224770"/>
                  </a:lnTo>
                  <a:lnTo>
                    <a:pt x="1706422" y="4224146"/>
                  </a:lnTo>
                  <a:lnTo>
                    <a:pt x="1706859" y="4224146"/>
                  </a:lnTo>
                  <a:lnTo>
                    <a:pt x="1707440" y="4223523"/>
                  </a:lnTo>
                  <a:lnTo>
                    <a:pt x="1707731" y="4222899"/>
                  </a:lnTo>
                  <a:lnTo>
                    <a:pt x="1708749" y="4222275"/>
                  </a:lnTo>
                  <a:lnTo>
                    <a:pt x="1709040" y="4222275"/>
                  </a:lnTo>
                  <a:lnTo>
                    <a:pt x="1709040" y="4221652"/>
                  </a:lnTo>
                  <a:lnTo>
                    <a:pt x="1709622" y="4221652"/>
                  </a:lnTo>
                  <a:lnTo>
                    <a:pt x="1710930" y="4220405"/>
                  </a:lnTo>
                  <a:lnTo>
                    <a:pt x="1711221" y="4219781"/>
                  </a:lnTo>
                  <a:lnTo>
                    <a:pt x="1711367" y="4219781"/>
                  </a:lnTo>
                  <a:lnTo>
                    <a:pt x="1711803" y="4219157"/>
                  </a:lnTo>
                  <a:lnTo>
                    <a:pt x="1711948" y="4218534"/>
                  </a:lnTo>
                  <a:lnTo>
                    <a:pt x="1712094" y="4218534"/>
                  </a:lnTo>
                  <a:lnTo>
                    <a:pt x="1712385" y="4216663"/>
                  </a:lnTo>
                  <a:lnTo>
                    <a:pt x="1712966" y="4216663"/>
                  </a:lnTo>
                  <a:lnTo>
                    <a:pt x="1713984" y="4216040"/>
                  </a:lnTo>
                  <a:lnTo>
                    <a:pt x="1713984" y="4215416"/>
                  </a:lnTo>
                  <a:lnTo>
                    <a:pt x="1715729" y="4215416"/>
                  </a:lnTo>
                  <a:lnTo>
                    <a:pt x="1716311" y="4215416"/>
                  </a:lnTo>
                  <a:lnTo>
                    <a:pt x="1717184" y="4214792"/>
                  </a:lnTo>
                  <a:lnTo>
                    <a:pt x="1717329" y="4214792"/>
                  </a:lnTo>
                  <a:lnTo>
                    <a:pt x="1719074" y="4211051"/>
                  </a:lnTo>
                  <a:lnTo>
                    <a:pt x="1720092" y="4209180"/>
                  </a:lnTo>
                  <a:lnTo>
                    <a:pt x="1720383" y="4209180"/>
                  </a:lnTo>
                  <a:lnTo>
                    <a:pt x="1721110" y="4209180"/>
                  </a:lnTo>
                  <a:lnTo>
                    <a:pt x="1721692" y="4209180"/>
                  </a:lnTo>
                  <a:lnTo>
                    <a:pt x="1723437" y="4207933"/>
                  </a:lnTo>
                  <a:lnTo>
                    <a:pt x="1724164" y="4207309"/>
                  </a:lnTo>
                  <a:lnTo>
                    <a:pt x="1724310" y="4207309"/>
                  </a:lnTo>
                  <a:lnTo>
                    <a:pt x="1725182" y="4206686"/>
                  </a:lnTo>
                  <a:lnTo>
                    <a:pt x="1725473" y="4205439"/>
                  </a:lnTo>
                  <a:lnTo>
                    <a:pt x="1728091" y="4204191"/>
                  </a:lnTo>
                  <a:lnTo>
                    <a:pt x="1728527" y="4203568"/>
                  </a:lnTo>
                  <a:lnTo>
                    <a:pt x="1728672" y="4203568"/>
                  </a:lnTo>
                  <a:lnTo>
                    <a:pt x="1728672" y="4202944"/>
                  </a:lnTo>
                  <a:lnTo>
                    <a:pt x="1729109" y="4202944"/>
                  </a:lnTo>
                  <a:lnTo>
                    <a:pt x="1730272" y="4200450"/>
                  </a:lnTo>
                  <a:lnTo>
                    <a:pt x="1730563" y="4199826"/>
                  </a:lnTo>
                  <a:lnTo>
                    <a:pt x="1731581" y="4199203"/>
                  </a:lnTo>
                  <a:lnTo>
                    <a:pt x="1732163" y="4199203"/>
                  </a:lnTo>
                  <a:lnTo>
                    <a:pt x="1732890" y="4197332"/>
                  </a:lnTo>
                  <a:lnTo>
                    <a:pt x="1733471" y="4197332"/>
                  </a:lnTo>
                  <a:lnTo>
                    <a:pt x="1733908" y="4196709"/>
                  </a:lnTo>
                  <a:lnTo>
                    <a:pt x="1734344" y="4195461"/>
                  </a:lnTo>
                  <a:lnTo>
                    <a:pt x="1735507" y="4195461"/>
                  </a:lnTo>
                  <a:lnTo>
                    <a:pt x="1737252" y="4194838"/>
                  </a:lnTo>
                  <a:lnTo>
                    <a:pt x="1738270" y="4194214"/>
                  </a:lnTo>
                  <a:lnTo>
                    <a:pt x="1738561" y="4194214"/>
                  </a:lnTo>
                  <a:lnTo>
                    <a:pt x="1739143" y="4192967"/>
                  </a:lnTo>
                  <a:lnTo>
                    <a:pt x="1739288" y="4192343"/>
                  </a:lnTo>
                  <a:lnTo>
                    <a:pt x="1739725" y="4192343"/>
                  </a:lnTo>
                  <a:lnTo>
                    <a:pt x="1740306" y="4192343"/>
                  </a:lnTo>
                  <a:lnTo>
                    <a:pt x="1741470" y="4191096"/>
                  </a:lnTo>
                  <a:lnTo>
                    <a:pt x="1742342" y="4189849"/>
                  </a:lnTo>
                  <a:lnTo>
                    <a:pt x="1743215" y="4189226"/>
                  </a:lnTo>
                  <a:lnTo>
                    <a:pt x="1743506" y="4189226"/>
                  </a:lnTo>
                  <a:lnTo>
                    <a:pt x="1743651" y="4189226"/>
                  </a:lnTo>
                  <a:lnTo>
                    <a:pt x="1744669" y="4186731"/>
                  </a:lnTo>
                  <a:lnTo>
                    <a:pt x="1744815" y="4185484"/>
                  </a:lnTo>
                  <a:lnTo>
                    <a:pt x="1744960" y="4185484"/>
                  </a:lnTo>
                  <a:lnTo>
                    <a:pt x="1745687" y="4184860"/>
                  </a:lnTo>
                  <a:lnTo>
                    <a:pt x="1745978" y="4184237"/>
                  </a:lnTo>
                  <a:lnTo>
                    <a:pt x="1745978" y="4183613"/>
                  </a:lnTo>
                  <a:lnTo>
                    <a:pt x="1746123" y="4183613"/>
                  </a:lnTo>
                  <a:lnTo>
                    <a:pt x="1746414" y="4183613"/>
                  </a:lnTo>
                  <a:lnTo>
                    <a:pt x="1747723" y="4180495"/>
                  </a:lnTo>
                  <a:lnTo>
                    <a:pt x="1748014" y="4180495"/>
                  </a:lnTo>
                  <a:lnTo>
                    <a:pt x="1748596" y="4179248"/>
                  </a:lnTo>
                  <a:lnTo>
                    <a:pt x="1748741" y="4178625"/>
                  </a:lnTo>
                  <a:lnTo>
                    <a:pt x="1749323" y="4178625"/>
                  </a:lnTo>
                  <a:lnTo>
                    <a:pt x="1750632" y="4178001"/>
                  </a:lnTo>
                  <a:lnTo>
                    <a:pt x="1750922" y="4177377"/>
                  </a:lnTo>
                  <a:lnTo>
                    <a:pt x="1752522" y="4176130"/>
                  </a:lnTo>
                  <a:lnTo>
                    <a:pt x="1752668" y="4174260"/>
                  </a:lnTo>
                  <a:lnTo>
                    <a:pt x="1755140" y="4173636"/>
                  </a:lnTo>
                  <a:lnTo>
                    <a:pt x="1756885" y="4170518"/>
                  </a:lnTo>
                  <a:lnTo>
                    <a:pt x="1757612" y="4169271"/>
                  </a:lnTo>
                  <a:lnTo>
                    <a:pt x="1757903" y="4168647"/>
                  </a:lnTo>
                  <a:lnTo>
                    <a:pt x="1758048" y="4168647"/>
                  </a:lnTo>
                  <a:lnTo>
                    <a:pt x="1759939" y="4168024"/>
                  </a:lnTo>
                  <a:lnTo>
                    <a:pt x="1760084" y="4166777"/>
                  </a:lnTo>
                  <a:lnTo>
                    <a:pt x="1760521" y="4166777"/>
                  </a:lnTo>
                  <a:lnTo>
                    <a:pt x="1761829" y="4166153"/>
                  </a:lnTo>
                  <a:lnTo>
                    <a:pt x="1762993" y="4164906"/>
                  </a:lnTo>
                  <a:lnTo>
                    <a:pt x="1763865" y="4164906"/>
                  </a:lnTo>
                  <a:lnTo>
                    <a:pt x="1764011" y="4164906"/>
                  </a:lnTo>
                  <a:lnTo>
                    <a:pt x="1764156" y="4164906"/>
                  </a:lnTo>
                  <a:lnTo>
                    <a:pt x="1764302" y="4164906"/>
                  </a:lnTo>
                  <a:lnTo>
                    <a:pt x="1765029" y="4164906"/>
                  </a:lnTo>
                  <a:lnTo>
                    <a:pt x="1766628" y="4164282"/>
                  </a:lnTo>
                  <a:lnTo>
                    <a:pt x="1766919" y="4163659"/>
                  </a:lnTo>
                  <a:lnTo>
                    <a:pt x="1767065" y="4163035"/>
                  </a:lnTo>
                  <a:lnTo>
                    <a:pt x="1767646" y="4162411"/>
                  </a:lnTo>
                  <a:lnTo>
                    <a:pt x="1767792" y="4162411"/>
                  </a:lnTo>
                  <a:lnTo>
                    <a:pt x="1769246" y="4159917"/>
                  </a:lnTo>
                  <a:lnTo>
                    <a:pt x="1769391" y="4158046"/>
                  </a:lnTo>
                  <a:lnTo>
                    <a:pt x="1770409" y="4157423"/>
                  </a:lnTo>
                  <a:lnTo>
                    <a:pt x="1770700" y="4157423"/>
                  </a:lnTo>
                  <a:lnTo>
                    <a:pt x="1770846" y="4157423"/>
                  </a:lnTo>
                  <a:lnTo>
                    <a:pt x="1772155" y="4157423"/>
                  </a:lnTo>
                  <a:lnTo>
                    <a:pt x="1772300" y="4156799"/>
                  </a:lnTo>
                  <a:lnTo>
                    <a:pt x="1773173" y="4156176"/>
                  </a:lnTo>
                  <a:lnTo>
                    <a:pt x="1773463" y="4154928"/>
                  </a:lnTo>
                  <a:lnTo>
                    <a:pt x="1774918" y="4153681"/>
                  </a:lnTo>
                  <a:lnTo>
                    <a:pt x="1775645" y="4153058"/>
                  </a:lnTo>
                  <a:lnTo>
                    <a:pt x="1776226" y="4153058"/>
                  </a:lnTo>
                  <a:lnTo>
                    <a:pt x="1777681" y="4152434"/>
                  </a:lnTo>
                  <a:lnTo>
                    <a:pt x="1778117" y="4152434"/>
                  </a:lnTo>
                  <a:lnTo>
                    <a:pt x="1779135" y="4151187"/>
                  </a:lnTo>
                  <a:lnTo>
                    <a:pt x="1780008" y="4149940"/>
                  </a:lnTo>
                  <a:lnTo>
                    <a:pt x="1780298" y="4149316"/>
                  </a:lnTo>
                  <a:lnTo>
                    <a:pt x="1780589" y="4148069"/>
                  </a:lnTo>
                  <a:lnTo>
                    <a:pt x="1781462" y="4148069"/>
                  </a:lnTo>
                  <a:lnTo>
                    <a:pt x="1781607" y="4147446"/>
                  </a:lnTo>
                  <a:lnTo>
                    <a:pt x="1782189" y="4146198"/>
                  </a:lnTo>
                  <a:lnTo>
                    <a:pt x="1782334" y="4145575"/>
                  </a:lnTo>
                  <a:lnTo>
                    <a:pt x="1784225" y="4144328"/>
                  </a:lnTo>
                  <a:lnTo>
                    <a:pt x="1784661" y="4144328"/>
                  </a:lnTo>
                  <a:lnTo>
                    <a:pt x="1785243" y="4143704"/>
                  </a:lnTo>
                  <a:lnTo>
                    <a:pt x="1785679" y="4143704"/>
                  </a:lnTo>
                  <a:lnTo>
                    <a:pt x="1786406" y="4143704"/>
                  </a:lnTo>
                  <a:lnTo>
                    <a:pt x="1787424" y="4143080"/>
                  </a:lnTo>
                  <a:lnTo>
                    <a:pt x="1788297" y="4143080"/>
                  </a:lnTo>
                  <a:lnTo>
                    <a:pt x="1788297" y="4141833"/>
                  </a:lnTo>
                  <a:lnTo>
                    <a:pt x="1788733" y="4141833"/>
                  </a:lnTo>
                  <a:lnTo>
                    <a:pt x="1789606" y="4140586"/>
                  </a:lnTo>
                  <a:lnTo>
                    <a:pt x="1790042" y="4139963"/>
                  </a:lnTo>
                  <a:lnTo>
                    <a:pt x="1791351" y="4139339"/>
                  </a:lnTo>
                  <a:lnTo>
                    <a:pt x="1792805" y="4137468"/>
                  </a:lnTo>
                  <a:lnTo>
                    <a:pt x="1794114" y="4137468"/>
                  </a:lnTo>
                  <a:lnTo>
                    <a:pt x="1796295" y="4136845"/>
                  </a:lnTo>
                  <a:lnTo>
                    <a:pt x="1797895" y="4136845"/>
                  </a:lnTo>
                  <a:lnTo>
                    <a:pt x="1798040" y="4136845"/>
                  </a:lnTo>
                  <a:lnTo>
                    <a:pt x="1798331" y="4135597"/>
                  </a:lnTo>
                  <a:lnTo>
                    <a:pt x="1799204" y="4135597"/>
                  </a:lnTo>
                  <a:lnTo>
                    <a:pt x="1800076" y="4134974"/>
                  </a:lnTo>
                  <a:lnTo>
                    <a:pt x="1801967" y="4133103"/>
                  </a:lnTo>
                  <a:lnTo>
                    <a:pt x="1802985" y="4132480"/>
                  </a:lnTo>
                  <a:lnTo>
                    <a:pt x="1802985" y="4131856"/>
                  </a:lnTo>
                  <a:lnTo>
                    <a:pt x="1803130" y="4131232"/>
                  </a:lnTo>
                  <a:lnTo>
                    <a:pt x="1804730" y="4129362"/>
                  </a:lnTo>
                  <a:lnTo>
                    <a:pt x="1805312" y="4128738"/>
                  </a:lnTo>
                  <a:lnTo>
                    <a:pt x="1805748" y="4128738"/>
                  </a:lnTo>
                  <a:lnTo>
                    <a:pt x="1805748" y="4128114"/>
                  </a:lnTo>
                  <a:lnTo>
                    <a:pt x="1806475" y="4127491"/>
                  </a:lnTo>
                  <a:lnTo>
                    <a:pt x="1806475" y="4126867"/>
                  </a:lnTo>
                  <a:lnTo>
                    <a:pt x="1807929" y="4124373"/>
                  </a:lnTo>
                  <a:lnTo>
                    <a:pt x="1808366" y="4124373"/>
                  </a:lnTo>
                  <a:lnTo>
                    <a:pt x="1808511" y="4124373"/>
                  </a:lnTo>
                  <a:lnTo>
                    <a:pt x="1809093" y="4124373"/>
                  </a:lnTo>
                  <a:lnTo>
                    <a:pt x="1809965" y="4124373"/>
                  </a:lnTo>
                  <a:lnTo>
                    <a:pt x="1810256" y="4123749"/>
                  </a:lnTo>
                  <a:lnTo>
                    <a:pt x="1811274" y="4123126"/>
                  </a:lnTo>
                  <a:lnTo>
                    <a:pt x="1811565" y="4121879"/>
                  </a:lnTo>
                  <a:lnTo>
                    <a:pt x="1812147" y="4121255"/>
                  </a:lnTo>
                  <a:lnTo>
                    <a:pt x="1812292" y="4121255"/>
                  </a:lnTo>
                  <a:lnTo>
                    <a:pt x="1813310" y="4119384"/>
                  </a:lnTo>
                  <a:lnTo>
                    <a:pt x="1813310" y="4118761"/>
                  </a:lnTo>
                  <a:lnTo>
                    <a:pt x="1814473" y="4117514"/>
                  </a:lnTo>
                  <a:lnTo>
                    <a:pt x="1815491" y="4116890"/>
                  </a:lnTo>
                  <a:lnTo>
                    <a:pt x="1815928" y="4116266"/>
                  </a:lnTo>
                  <a:lnTo>
                    <a:pt x="1818109" y="4114396"/>
                  </a:lnTo>
                  <a:lnTo>
                    <a:pt x="1818254" y="4114396"/>
                  </a:lnTo>
                  <a:lnTo>
                    <a:pt x="1818982" y="4113148"/>
                  </a:lnTo>
                  <a:lnTo>
                    <a:pt x="1819709" y="4112525"/>
                  </a:lnTo>
                  <a:lnTo>
                    <a:pt x="1819709" y="4111278"/>
                  </a:lnTo>
                  <a:lnTo>
                    <a:pt x="1820145" y="4111278"/>
                  </a:lnTo>
                  <a:lnTo>
                    <a:pt x="1821308" y="4111278"/>
                  </a:lnTo>
                  <a:lnTo>
                    <a:pt x="1821599" y="4111278"/>
                  </a:lnTo>
                  <a:lnTo>
                    <a:pt x="1822181" y="4110654"/>
                  </a:lnTo>
                  <a:lnTo>
                    <a:pt x="1823926" y="4106913"/>
                  </a:lnTo>
                  <a:lnTo>
                    <a:pt x="1824362" y="4106913"/>
                  </a:lnTo>
                  <a:lnTo>
                    <a:pt x="1824944" y="4106913"/>
                  </a:lnTo>
                  <a:lnTo>
                    <a:pt x="1825526" y="4106913"/>
                  </a:lnTo>
                  <a:lnTo>
                    <a:pt x="1825962" y="4106913"/>
                  </a:lnTo>
                  <a:lnTo>
                    <a:pt x="1827271" y="4106289"/>
                  </a:lnTo>
                  <a:lnTo>
                    <a:pt x="1827416" y="4105665"/>
                  </a:lnTo>
                  <a:lnTo>
                    <a:pt x="1828143" y="4104418"/>
                  </a:lnTo>
                  <a:lnTo>
                    <a:pt x="1828289" y="4104418"/>
                  </a:lnTo>
                  <a:lnTo>
                    <a:pt x="1829307" y="4103795"/>
                  </a:lnTo>
                  <a:lnTo>
                    <a:pt x="1829452" y="4103795"/>
                  </a:lnTo>
                  <a:lnTo>
                    <a:pt x="1829888" y="4103171"/>
                  </a:lnTo>
                  <a:lnTo>
                    <a:pt x="1830616" y="4101924"/>
                  </a:lnTo>
                  <a:lnTo>
                    <a:pt x="1830906" y="4101300"/>
                  </a:lnTo>
                  <a:lnTo>
                    <a:pt x="1831197" y="4100677"/>
                  </a:lnTo>
                  <a:lnTo>
                    <a:pt x="1831634" y="4100053"/>
                  </a:lnTo>
                  <a:lnTo>
                    <a:pt x="1831924" y="4100053"/>
                  </a:lnTo>
                  <a:lnTo>
                    <a:pt x="1834542" y="4098806"/>
                  </a:lnTo>
                  <a:lnTo>
                    <a:pt x="1837451" y="4096312"/>
                  </a:lnTo>
                  <a:lnTo>
                    <a:pt x="1838905" y="4094441"/>
                  </a:lnTo>
                  <a:lnTo>
                    <a:pt x="1840068" y="4094441"/>
                  </a:lnTo>
                  <a:lnTo>
                    <a:pt x="1840505" y="4093194"/>
                  </a:lnTo>
                  <a:lnTo>
                    <a:pt x="1841086" y="4092570"/>
                  </a:lnTo>
                  <a:lnTo>
                    <a:pt x="1842395" y="4091323"/>
                  </a:lnTo>
                  <a:lnTo>
                    <a:pt x="1842541" y="4091323"/>
                  </a:lnTo>
                  <a:lnTo>
                    <a:pt x="1842686" y="4091323"/>
                  </a:lnTo>
                  <a:lnTo>
                    <a:pt x="1842831" y="4091323"/>
                  </a:lnTo>
                  <a:lnTo>
                    <a:pt x="1844140" y="4090076"/>
                  </a:lnTo>
                  <a:lnTo>
                    <a:pt x="1844722" y="4088205"/>
                  </a:lnTo>
                  <a:lnTo>
                    <a:pt x="1845158" y="4086958"/>
                  </a:lnTo>
                  <a:lnTo>
                    <a:pt x="1845740" y="4085711"/>
                  </a:lnTo>
                  <a:lnTo>
                    <a:pt x="1846322" y="4085711"/>
                  </a:lnTo>
                  <a:lnTo>
                    <a:pt x="1846322" y="4085087"/>
                  </a:lnTo>
                  <a:lnTo>
                    <a:pt x="1847049" y="4083840"/>
                  </a:lnTo>
                  <a:lnTo>
                    <a:pt x="1848648" y="4083217"/>
                  </a:lnTo>
                  <a:lnTo>
                    <a:pt x="1848794" y="4081969"/>
                  </a:lnTo>
                  <a:lnTo>
                    <a:pt x="1849085" y="4081346"/>
                  </a:lnTo>
                  <a:lnTo>
                    <a:pt x="1849376" y="4081346"/>
                  </a:lnTo>
                  <a:lnTo>
                    <a:pt x="1850248" y="4080722"/>
                  </a:lnTo>
                  <a:lnTo>
                    <a:pt x="1851557" y="4080722"/>
                  </a:lnTo>
                  <a:lnTo>
                    <a:pt x="1852720" y="4080099"/>
                  </a:lnTo>
                  <a:lnTo>
                    <a:pt x="1853302" y="4080099"/>
                  </a:lnTo>
                  <a:lnTo>
                    <a:pt x="1853884" y="4080099"/>
                  </a:lnTo>
                  <a:lnTo>
                    <a:pt x="1854902" y="4079475"/>
                  </a:lnTo>
                  <a:lnTo>
                    <a:pt x="1855338" y="4078851"/>
                  </a:lnTo>
                  <a:lnTo>
                    <a:pt x="1855774" y="4076981"/>
                  </a:lnTo>
                  <a:lnTo>
                    <a:pt x="1856211" y="4076357"/>
                  </a:lnTo>
                  <a:lnTo>
                    <a:pt x="1856211" y="4075734"/>
                  </a:lnTo>
                  <a:lnTo>
                    <a:pt x="1857228" y="4073863"/>
                  </a:lnTo>
                  <a:lnTo>
                    <a:pt x="1858537" y="4072616"/>
                  </a:lnTo>
                  <a:lnTo>
                    <a:pt x="1858683" y="4072616"/>
                  </a:lnTo>
                  <a:lnTo>
                    <a:pt x="1860282" y="4067627"/>
                  </a:lnTo>
                  <a:lnTo>
                    <a:pt x="1860428" y="4067003"/>
                  </a:lnTo>
                  <a:lnTo>
                    <a:pt x="1861882" y="4064509"/>
                  </a:lnTo>
                  <a:lnTo>
                    <a:pt x="1862173" y="4064509"/>
                  </a:lnTo>
                  <a:lnTo>
                    <a:pt x="1862318" y="4063885"/>
                  </a:lnTo>
                  <a:lnTo>
                    <a:pt x="1862755" y="4063885"/>
                  </a:lnTo>
                  <a:lnTo>
                    <a:pt x="1863046" y="4063885"/>
                  </a:lnTo>
                  <a:lnTo>
                    <a:pt x="1864209" y="4062638"/>
                  </a:lnTo>
                  <a:lnTo>
                    <a:pt x="1864354" y="4061391"/>
                  </a:lnTo>
                  <a:lnTo>
                    <a:pt x="1864936" y="4061391"/>
                  </a:lnTo>
                  <a:lnTo>
                    <a:pt x="1865227" y="4061391"/>
                  </a:lnTo>
                  <a:lnTo>
                    <a:pt x="1866099" y="4060768"/>
                  </a:lnTo>
                  <a:lnTo>
                    <a:pt x="1866099" y="4059520"/>
                  </a:lnTo>
                  <a:lnTo>
                    <a:pt x="1866536" y="4058273"/>
                  </a:lnTo>
                  <a:lnTo>
                    <a:pt x="1867117" y="4058273"/>
                  </a:lnTo>
                  <a:lnTo>
                    <a:pt x="1867408" y="4057650"/>
                  </a:lnTo>
                  <a:lnTo>
                    <a:pt x="1867554" y="4056402"/>
                  </a:lnTo>
                  <a:lnTo>
                    <a:pt x="1867990" y="4055779"/>
                  </a:lnTo>
                  <a:lnTo>
                    <a:pt x="1868135" y="4055779"/>
                  </a:lnTo>
                  <a:lnTo>
                    <a:pt x="1868572" y="4055155"/>
                  </a:lnTo>
                  <a:lnTo>
                    <a:pt x="1869444" y="4055155"/>
                  </a:lnTo>
                  <a:lnTo>
                    <a:pt x="1870462" y="4054532"/>
                  </a:lnTo>
                  <a:lnTo>
                    <a:pt x="1871626" y="4050790"/>
                  </a:lnTo>
                  <a:lnTo>
                    <a:pt x="1873807" y="4048919"/>
                  </a:lnTo>
                  <a:lnTo>
                    <a:pt x="1873952" y="4048919"/>
                  </a:lnTo>
                  <a:lnTo>
                    <a:pt x="1874825" y="4047672"/>
                  </a:lnTo>
                  <a:lnTo>
                    <a:pt x="1874970" y="4047049"/>
                  </a:lnTo>
                  <a:lnTo>
                    <a:pt x="1875407" y="4047049"/>
                  </a:lnTo>
                  <a:lnTo>
                    <a:pt x="1876425" y="4045802"/>
                  </a:lnTo>
                  <a:lnTo>
                    <a:pt x="1876861" y="4045178"/>
                  </a:lnTo>
                  <a:lnTo>
                    <a:pt x="1877879" y="4043931"/>
                  </a:lnTo>
                  <a:lnTo>
                    <a:pt x="1879479" y="4042060"/>
                  </a:lnTo>
                  <a:lnTo>
                    <a:pt x="1879915" y="4042060"/>
                  </a:lnTo>
                  <a:lnTo>
                    <a:pt x="1880206" y="4041437"/>
                  </a:lnTo>
                  <a:lnTo>
                    <a:pt x="1881224" y="4040813"/>
                  </a:lnTo>
                  <a:lnTo>
                    <a:pt x="1881515" y="4040189"/>
                  </a:lnTo>
                  <a:lnTo>
                    <a:pt x="1881805" y="4039566"/>
                  </a:lnTo>
                  <a:lnTo>
                    <a:pt x="1883114" y="4038319"/>
                  </a:lnTo>
                  <a:lnTo>
                    <a:pt x="1883405" y="4038319"/>
                  </a:lnTo>
                  <a:lnTo>
                    <a:pt x="1883696" y="4037695"/>
                  </a:lnTo>
                  <a:lnTo>
                    <a:pt x="1883987" y="4036448"/>
                  </a:lnTo>
                  <a:lnTo>
                    <a:pt x="1884714" y="4036448"/>
                  </a:lnTo>
                  <a:lnTo>
                    <a:pt x="1885150" y="4036448"/>
                  </a:lnTo>
                  <a:lnTo>
                    <a:pt x="1885441" y="4036448"/>
                  </a:lnTo>
                  <a:lnTo>
                    <a:pt x="1886023" y="4035824"/>
                  </a:lnTo>
                  <a:lnTo>
                    <a:pt x="1886459" y="4035824"/>
                  </a:lnTo>
                  <a:lnTo>
                    <a:pt x="1886895" y="4035824"/>
                  </a:lnTo>
                  <a:lnTo>
                    <a:pt x="1887332" y="4035201"/>
                  </a:lnTo>
                  <a:lnTo>
                    <a:pt x="1887913" y="4035201"/>
                  </a:lnTo>
                  <a:lnTo>
                    <a:pt x="1888931" y="4034577"/>
                  </a:lnTo>
                  <a:lnTo>
                    <a:pt x="1889368" y="4034577"/>
                  </a:lnTo>
                  <a:lnTo>
                    <a:pt x="1890822" y="4033330"/>
                  </a:lnTo>
                  <a:lnTo>
                    <a:pt x="1891840" y="4031459"/>
                  </a:lnTo>
                  <a:lnTo>
                    <a:pt x="1893003" y="4030212"/>
                  </a:lnTo>
                  <a:lnTo>
                    <a:pt x="1893730" y="4028965"/>
                  </a:lnTo>
                  <a:lnTo>
                    <a:pt x="1894021" y="4028341"/>
                  </a:lnTo>
                  <a:lnTo>
                    <a:pt x="1895766" y="4027094"/>
                  </a:lnTo>
                  <a:lnTo>
                    <a:pt x="1896057" y="4027094"/>
                  </a:lnTo>
                  <a:lnTo>
                    <a:pt x="1896930" y="4026471"/>
                  </a:lnTo>
                  <a:lnTo>
                    <a:pt x="1897075" y="4026471"/>
                  </a:lnTo>
                  <a:lnTo>
                    <a:pt x="1897366" y="4026471"/>
                  </a:lnTo>
                  <a:lnTo>
                    <a:pt x="1898675" y="4024600"/>
                  </a:lnTo>
                  <a:lnTo>
                    <a:pt x="1899256" y="4024600"/>
                  </a:lnTo>
                  <a:lnTo>
                    <a:pt x="1899984" y="4024600"/>
                  </a:lnTo>
                  <a:lnTo>
                    <a:pt x="1900565" y="4024600"/>
                  </a:lnTo>
                  <a:lnTo>
                    <a:pt x="1901583" y="4022729"/>
                  </a:lnTo>
                  <a:lnTo>
                    <a:pt x="1903328" y="4019611"/>
                  </a:lnTo>
                  <a:lnTo>
                    <a:pt x="1903619" y="4019611"/>
                  </a:lnTo>
                  <a:lnTo>
                    <a:pt x="1903910" y="4018988"/>
                  </a:lnTo>
                  <a:lnTo>
                    <a:pt x="1904928" y="4018364"/>
                  </a:lnTo>
                  <a:lnTo>
                    <a:pt x="1905510" y="4017740"/>
                  </a:lnTo>
                  <a:lnTo>
                    <a:pt x="1905946" y="4016493"/>
                  </a:lnTo>
                  <a:lnTo>
                    <a:pt x="1906091" y="4016493"/>
                  </a:lnTo>
                  <a:lnTo>
                    <a:pt x="1908855" y="4015870"/>
                  </a:lnTo>
                  <a:lnTo>
                    <a:pt x="1909291" y="4015246"/>
                  </a:lnTo>
                  <a:lnTo>
                    <a:pt x="1911327" y="4013375"/>
                  </a:lnTo>
                  <a:lnTo>
                    <a:pt x="1912199" y="4013375"/>
                  </a:lnTo>
                  <a:lnTo>
                    <a:pt x="1912636" y="4012752"/>
                  </a:lnTo>
                  <a:lnTo>
                    <a:pt x="1914672" y="4010881"/>
                  </a:lnTo>
                  <a:lnTo>
                    <a:pt x="1916126" y="4010257"/>
                  </a:lnTo>
                  <a:lnTo>
                    <a:pt x="1916998" y="4009634"/>
                  </a:lnTo>
                  <a:lnTo>
                    <a:pt x="1917289" y="4009010"/>
                  </a:lnTo>
                  <a:lnTo>
                    <a:pt x="1919761" y="4009010"/>
                  </a:lnTo>
                  <a:lnTo>
                    <a:pt x="1920343" y="4009010"/>
                  </a:lnTo>
                  <a:lnTo>
                    <a:pt x="1920779" y="4009010"/>
                  </a:lnTo>
                  <a:lnTo>
                    <a:pt x="1920925" y="4008387"/>
                  </a:lnTo>
                  <a:lnTo>
                    <a:pt x="1921652" y="4008387"/>
                  </a:lnTo>
                  <a:lnTo>
                    <a:pt x="1922234" y="4007139"/>
                  </a:lnTo>
                  <a:lnTo>
                    <a:pt x="1922379" y="4007139"/>
                  </a:lnTo>
                  <a:lnTo>
                    <a:pt x="1923106" y="4007139"/>
                  </a:lnTo>
                  <a:lnTo>
                    <a:pt x="1923688" y="4007139"/>
                  </a:lnTo>
                  <a:lnTo>
                    <a:pt x="1925142" y="4005269"/>
                  </a:lnTo>
                  <a:lnTo>
                    <a:pt x="1925142" y="4004645"/>
                  </a:lnTo>
                  <a:lnTo>
                    <a:pt x="1925433" y="4004022"/>
                  </a:lnTo>
                  <a:lnTo>
                    <a:pt x="1925869" y="4004022"/>
                  </a:lnTo>
                  <a:lnTo>
                    <a:pt x="1926306" y="4003398"/>
                  </a:lnTo>
                  <a:lnTo>
                    <a:pt x="1926306" y="4001527"/>
                  </a:lnTo>
                  <a:lnTo>
                    <a:pt x="1927324" y="4000280"/>
                  </a:lnTo>
                  <a:lnTo>
                    <a:pt x="1928342" y="3999033"/>
                  </a:lnTo>
                  <a:lnTo>
                    <a:pt x="1928923" y="3997786"/>
                  </a:lnTo>
                  <a:lnTo>
                    <a:pt x="1929360" y="3996539"/>
                  </a:lnTo>
                  <a:lnTo>
                    <a:pt x="1930087" y="3995915"/>
                  </a:lnTo>
                  <a:lnTo>
                    <a:pt x="1931250" y="3994668"/>
                  </a:lnTo>
                  <a:lnTo>
                    <a:pt x="1932413" y="3994668"/>
                  </a:lnTo>
                  <a:lnTo>
                    <a:pt x="1932704" y="3994668"/>
                  </a:lnTo>
                  <a:lnTo>
                    <a:pt x="1934595" y="3994044"/>
                  </a:lnTo>
                  <a:lnTo>
                    <a:pt x="1936195" y="3992797"/>
                  </a:lnTo>
                  <a:lnTo>
                    <a:pt x="1936195" y="3992174"/>
                  </a:lnTo>
                  <a:lnTo>
                    <a:pt x="1937067" y="3991550"/>
                  </a:lnTo>
                  <a:lnTo>
                    <a:pt x="1937940" y="3991550"/>
                  </a:lnTo>
                  <a:lnTo>
                    <a:pt x="1938521" y="3991550"/>
                  </a:lnTo>
                  <a:lnTo>
                    <a:pt x="1940121" y="3989679"/>
                  </a:lnTo>
                  <a:lnTo>
                    <a:pt x="1940848" y="3989679"/>
                  </a:lnTo>
                  <a:lnTo>
                    <a:pt x="1941139" y="3989679"/>
                  </a:lnTo>
                  <a:lnTo>
                    <a:pt x="1941284" y="3989679"/>
                  </a:lnTo>
                  <a:lnTo>
                    <a:pt x="1942302" y="3989056"/>
                  </a:lnTo>
                  <a:lnTo>
                    <a:pt x="1942739" y="3989056"/>
                  </a:lnTo>
                  <a:lnTo>
                    <a:pt x="1942739" y="3988432"/>
                  </a:lnTo>
                  <a:lnTo>
                    <a:pt x="1943175" y="3987185"/>
                  </a:lnTo>
                  <a:lnTo>
                    <a:pt x="1944338" y="3984691"/>
                  </a:lnTo>
                  <a:lnTo>
                    <a:pt x="1944484" y="3984691"/>
                  </a:lnTo>
                  <a:lnTo>
                    <a:pt x="1945938" y="3980325"/>
                  </a:lnTo>
                  <a:lnTo>
                    <a:pt x="1946520" y="3980325"/>
                  </a:lnTo>
                  <a:lnTo>
                    <a:pt x="1946665" y="3979078"/>
                  </a:lnTo>
                  <a:lnTo>
                    <a:pt x="1947101" y="3978455"/>
                  </a:lnTo>
                  <a:lnTo>
                    <a:pt x="1947247" y="3978455"/>
                  </a:lnTo>
                  <a:lnTo>
                    <a:pt x="1947392" y="3978455"/>
                  </a:lnTo>
                  <a:lnTo>
                    <a:pt x="1949865" y="3975337"/>
                  </a:lnTo>
                  <a:lnTo>
                    <a:pt x="1951173" y="3974090"/>
                  </a:lnTo>
                  <a:lnTo>
                    <a:pt x="1952046" y="3973466"/>
                  </a:lnTo>
                  <a:lnTo>
                    <a:pt x="1952191" y="3972842"/>
                  </a:lnTo>
                  <a:lnTo>
                    <a:pt x="1953500" y="3972842"/>
                  </a:lnTo>
                  <a:lnTo>
                    <a:pt x="1953936" y="3972219"/>
                  </a:lnTo>
                  <a:lnTo>
                    <a:pt x="1954082" y="3972219"/>
                  </a:lnTo>
                  <a:lnTo>
                    <a:pt x="1954373" y="3972219"/>
                  </a:lnTo>
                  <a:lnTo>
                    <a:pt x="1955972" y="3971595"/>
                  </a:lnTo>
                  <a:lnTo>
                    <a:pt x="1955972" y="3969725"/>
                  </a:lnTo>
                  <a:lnTo>
                    <a:pt x="1957281" y="3967854"/>
                  </a:lnTo>
                  <a:lnTo>
                    <a:pt x="1958299" y="3967230"/>
                  </a:lnTo>
                  <a:lnTo>
                    <a:pt x="1958590" y="3967230"/>
                  </a:lnTo>
                  <a:lnTo>
                    <a:pt x="1959608" y="3966607"/>
                  </a:lnTo>
                  <a:lnTo>
                    <a:pt x="1959753" y="3965359"/>
                  </a:lnTo>
                  <a:lnTo>
                    <a:pt x="1960335" y="3964736"/>
                  </a:lnTo>
                  <a:lnTo>
                    <a:pt x="1960481" y="3964736"/>
                  </a:lnTo>
                  <a:lnTo>
                    <a:pt x="1961353" y="3964112"/>
                  </a:lnTo>
                  <a:lnTo>
                    <a:pt x="1961644" y="3963489"/>
                  </a:lnTo>
                  <a:lnTo>
                    <a:pt x="1962662" y="3963489"/>
                  </a:lnTo>
                  <a:lnTo>
                    <a:pt x="1963098" y="3962865"/>
                  </a:lnTo>
                  <a:lnTo>
                    <a:pt x="1965425" y="3960994"/>
                  </a:lnTo>
                  <a:lnTo>
                    <a:pt x="1965570" y="3960994"/>
                  </a:lnTo>
                  <a:lnTo>
                    <a:pt x="1965861" y="3959747"/>
                  </a:lnTo>
                  <a:lnTo>
                    <a:pt x="1966298" y="3959124"/>
                  </a:lnTo>
                  <a:lnTo>
                    <a:pt x="1966588" y="3959124"/>
                  </a:lnTo>
                  <a:lnTo>
                    <a:pt x="1967606" y="3957876"/>
                  </a:lnTo>
                  <a:lnTo>
                    <a:pt x="1967897" y="3957253"/>
                  </a:lnTo>
                  <a:lnTo>
                    <a:pt x="1968479" y="3956006"/>
                  </a:lnTo>
                  <a:lnTo>
                    <a:pt x="1969497" y="3956006"/>
                  </a:lnTo>
                  <a:lnTo>
                    <a:pt x="1970515" y="3955382"/>
                  </a:lnTo>
                  <a:lnTo>
                    <a:pt x="1971533" y="3954759"/>
                  </a:lnTo>
                  <a:lnTo>
                    <a:pt x="1972551" y="3954135"/>
                  </a:lnTo>
                  <a:lnTo>
                    <a:pt x="1973860" y="3954135"/>
                  </a:lnTo>
                  <a:lnTo>
                    <a:pt x="1976187" y="3952888"/>
                  </a:lnTo>
                  <a:lnTo>
                    <a:pt x="1977059" y="3952888"/>
                  </a:lnTo>
                  <a:lnTo>
                    <a:pt x="1977350" y="3952888"/>
                  </a:lnTo>
                  <a:lnTo>
                    <a:pt x="1977932" y="3952888"/>
                  </a:lnTo>
                  <a:lnTo>
                    <a:pt x="1978077" y="3952264"/>
                  </a:lnTo>
                  <a:lnTo>
                    <a:pt x="1978659" y="3952264"/>
                  </a:lnTo>
                  <a:lnTo>
                    <a:pt x="1979531" y="3952264"/>
                  </a:lnTo>
                  <a:lnTo>
                    <a:pt x="1981567" y="3949770"/>
                  </a:lnTo>
                  <a:lnTo>
                    <a:pt x="1982585" y="3948523"/>
                  </a:lnTo>
                  <a:lnTo>
                    <a:pt x="1983749" y="3947899"/>
                  </a:lnTo>
                  <a:lnTo>
                    <a:pt x="1984330" y="3947276"/>
                  </a:lnTo>
                  <a:lnTo>
                    <a:pt x="1985057" y="3946028"/>
                  </a:lnTo>
                  <a:lnTo>
                    <a:pt x="1985203" y="3946028"/>
                  </a:lnTo>
                  <a:lnTo>
                    <a:pt x="1985639" y="3945405"/>
                  </a:lnTo>
                  <a:lnTo>
                    <a:pt x="1986221" y="3944158"/>
                  </a:lnTo>
                  <a:lnTo>
                    <a:pt x="1986366" y="3942911"/>
                  </a:lnTo>
                  <a:lnTo>
                    <a:pt x="1986948" y="3942911"/>
                  </a:lnTo>
                  <a:lnTo>
                    <a:pt x="1987530" y="3942911"/>
                  </a:lnTo>
                  <a:lnTo>
                    <a:pt x="1988111" y="3942911"/>
                  </a:lnTo>
                  <a:lnTo>
                    <a:pt x="1988984" y="3942911"/>
                  </a:lnTo>
                  <a:lnTo>
                    <a:pt x="1989275" y="3941663"/>
                  </a:lnTo>
                  <a:lnTo>
                    <a:pt x="1989857" y="3941663"/>
                  </a:lnTo>
                  <a:lnTo>
                    <a:pt x="1991020" y="3941040"/>
                  </a:lnTo>
                  <a:lnTo>
                    <a:pt x="1991747" y="3941040"/>
                  </a:lnTo>
                  <a:lnTo>
                    <a:pt x="1994656" y="3936051"/>
                  </a:lnTo>
                  <a:lnTo>
                    <a:pt x="1995819" y="3935428"/>
                  </a:lnTo>
                  <a:lnTo>
                    <a:pt x="1997419" y="3932310"/>
                  </a:lnTo>
                  <a:lnTo>
                    <a:pt x="1997564" y="3931686"/>
                  </a:lnTo>
                  <a:lnTo>
                    <a:pt x="1998582" y="3931686"/>
                  </a:lnTo>
                  <a:lnTo>
                    <a:pt x="1998727" y="3931062"/>
                  </a:lnTo>
                  <a:lnTo>
                    <a:pt x="2000182" y="3928568"/>
                  </a:lnTo>
                  <a:lnTo>
                    <a:pt x="2001927" y="3927321"/>
                  </a:lnTo>
                  <a:lnTo>
                    <a:pt x="2002363" y="3926074"/>
                  </a:lnTo>
                  <a:lnTo>
                    <a:pt x="2002799" y="3924827"/>
                  </a:lnTo>
                  <a:lnTo>
                    <a:pt x="2003236" y="3924827"/>
                  </a:lnTo>
                  <a:lnTo>
                    <a:pt x="2003963" y="3924827"/>
                  </a:lnTo>
                  <a:lnTo>
                    <a:pt x="2005272" y="3924827"/>
                  </a:lnTo>
                  <a:lnTo>
                    <a:pt x="2005417" y="3924203"/>
                  </a:lnTo>
                  <a:lnTo>
                    <a:pt x="2005999" y="3924203"/>
                  </a:lnTo>
                  <a:lnTo>
                    <a:pt x="2008180" y="3921085"/>
                  </a:lnTo>
                  <a:lnTo>
                    <a:pt x="2008762" y="3920462"/>
                  </a:lnTo>
                  <a:lnTo>
                    <a:pt x="2009198" y="3919214"/>
                  </a:lnTo>
                  <a:lnTo>
                    <a:pt x="2009344" y="3918591"/>
                  </a:lnTo>
                  <a:lnTo>
                    <a:pt x="2009344" y="3917967"/>
                  </a:lnTo>
                  <a:lnTo>
                    <a:pt x="2009925" y="3916720"/>
                  </a:lnTo>
                  <a:lnTo>
                    <a:pt x="2010652" y="3914849"/>
                  </a:lnTo>
                  <a:lnTo>
                    <a:pt x="2011234" y="3914849"/>
                  </a:lnTo>
                  <a:lnTo>
                    <a:pt x="2011816" y="3914226"/>
                  </a:lnTo>
                  <a:lnTo>
                    <a:pt x="2012834" y="3911731"/>
                  </a:lnTo>
                  <a:lnTo>
                    <a:pt x="2013561" y="3911731"/>
                  </a:lnTo>
                  <a:lnTo>
                    <a:pt x="2014870" y="3911731"/>
                  </a:lnTo>
                  <a:lnTo>
                    <a:pt x="2015306" y="3911731"/>
                  </a:lnTo>
                  <a:lnTo>
                    <a:pt x="2015888" y="3911108"/>
                  </a:lnTo>
                  <a:lnTo>
                    <a:pt x="2016179" y="3911108"/>
                  </a:lnTo>
                  <a:lnTo>
                    <a:pt x="2018505" y="3911108"/>
                  </a:lnTo>
                  <a:lnTo>
                    <a:pt x="2019087" y="3910484"/>
                  </a:lnTo>
                  <a:lnTo>
                    <a:pt x="2020105" y="3909861"/>
                  </a:lnTo>
                  <a:lnTo>
                    <a:pt x="2020541" y="3908613"/>
                  </a:lnTo>
                  <a:lnTo>
                    <a:pt x="2021559" y="3906743"/>
                  </a:lnTo>
                  <a:lnTo>
                    <a:pt x="2022723" y="3905496"/>
                  </a:lnTo>
                  <a:lnTo>
                    <a:pt x="2022868" y="3905496"/>
                  </a:lnTo>
                  <a:lnTo>
                    <a:pt x="2023304" y="3905496"/>
                  </a:lnTo>
                  <a:lnTo>
                    <a:pt x="2024613" y="3904872"/>
                  </a:lnTo>
                  <a:lnTo>
                    <a:pt x="2026795" y="3901754"/>
                  </a:lnTo>
                  <a:lnTo>
                    <a:pt x="2026940" y="3901130"/>
                  </a:lnTo>
                  <a:lnTo>
                    <a:pt x="2027231" y="3900507"/>
                  </a:lnTo>
                  <a:lnTo>
                    <a:pt x="2027376" y="3899883"/>
                  </a:lnTo>
                  <a:lnTo>
                    <a:pt x="2027667" y="3899883"/>
                  </a:lnTo>
                  <a:lnTo>
                    <a:pt x="2029558" y="3899260"/>
                  </a:lnTo>
                  <a:lnTo>
                    <a:pt x="2031157" y="3898636"/>
                  </a:lnTo>
                  <a:lnTo>
                    <a:pt x="2031303" y="3898636"/>
                  </a:lnTo>
                  <a:lnTo>
                    <a:pt x="2032030" y="3896765"/>
                  </a:lnTo>
                  <a:lnTo>
                    <a:pt x="2032466" y="3896765"/>
                  </a:lnTo>
                  <a:lnTo>
                    <a:pt x="2032612" y="3896765"/>
                  </a:lnTo>
                  <a:lnTo>
                    <a:pt x="2033193" y="3896142"/>
                  </a:lnTo>
                  <a:lnTo>
                    <a:pt x="2033775" y="3894895"/>
                  </a:lnTo>
                  <a:lnTo>
                    <a:pt x="2034066" y="3894895"/>
                  </a:lnTo>
                  <a:lnTo>
                    <a:pt x="2039737" y="3890530"/>
                  </a:lnTo>
                  <a:lnTo>
                    <a:pt x="2040319" y="3889906"/>
                  </a:lnTo>
                  <a:lnTo>
                    <a:pt x="2041919" y="3889906"/>
                  </a:lnTo>
                  <a:lnTo>
                    <a:pt x="2042210" y="3888035"/>
                  </a:lnTo>
                  <a:lnTo>
                    <a:pt x="2042355" y="3888035"/>
                  </a:lnTo>
                  <a:lnTo>
                    <a:pt x="2042501" y="3888035"/>
                  </a:lnTo>
                  <a:lnTo>
                    <a:pt x="2044100" y="3888035"/>
                  </a:lnTo>
                  <a:lnTo>
                    <a:pt x="2044391" y="3888035"/>
                  </a:lnTo>
                  <a:lnTo>
                    <a:pt x="2044682" y="3888035"/>
                  </a:lnTo>
                  <a:lnTo>
                    <a:pt x="2045409" y="3884294"/>
                  </a:lnTo>
                  <a:lnTo>
                    <a:pt x="2048318" y="3881176"/>
                  </a:lnTo>
                  <a:lnTo>
                    <a:pt x="2048899" y="3879929"/>
                  </a:lnTo>
                  <a:lnTo>
                    <a:pt x="2049336" y="3878682"/>
                  </a:lnTo>
                  <a:lnTo>
                    <a:pt x="2050644" y="3877434"/>
                  </a:lnTo>
                  <a:lnTo>
                    <a:pt x="2051226" y="3876811"/>
                  </a:lnTo>
                  <a:lnTo>
                    <a:pt x="2052244" y="3876811"/>
                  </a:lnTo>
                  <a:lnTo>
                    <a:pt x="2054280" y="3874316"/>
                  </a:lnTo>
                  <a:lnTo>
                    <a:pt x="2055007" y="3873069"/>
                  </a:lnTo>
                  <a:lnTo>
                    <a:pt x="2055589" y="3871822"/>
                  </a:lnTo>
                  <a:lnTo>
                    <a:pt x="2056607" y="3871822"/>
                  </a:lnTo>
                  <a:lnTo>
                    <a:pt x="2056752" y="3870575"/>
                  </a:lnTo>
                  <a:lnTo>
                    <a:pt x="2057334" y="3869328"/>
                  </a:lnTo>
                  <a:lnTo>
                    <a:pt x="2057916" y="3868704"/>
                  </a:lnTo>
                  <a:lnTo>
                    <a:pt x="2058352" y="3868081"/>
                  </a:lnTo>
                  <a:lnTo>
                    <a:pt x="2058788" y="3868081"/>
                  </a:lnTo>
                  <a:lnTo>
                    <a:pt x="2059079" y="3867457"/>
                  </a:lnTo>
                  <a:lnTo>
                    <a:pt x="2060242" y="3866210"/>
                  </a:lnTo>
                  <a:lnTo>
                    <a:pt x="2060533" y="3864963"/>
                  </a:lnTo>
                  <a:lnTo>
                    <a:pt x="2061260" y="3864339"/>
                  </a:lnTo>
                  <a:lnTo>
                    <a:pt x="2062569" y="3863092"/>
                  </a:lnTo>
                  <a:lnTo>
                    <a:pt x="2063006" y="3862468"/>
                  </a:lnTo>
                  <a:lnTo>
                    <a:pt x="2063733" y="3861845"/>
                  </a:lnTo>
                  <a:lnTo>
                    <a:pt x="2065042" y="3861221"/>
                  </a:lnTo>
                  <a:lnTo>
                    <a:pt x="2066059" y="3859350"/>
                  </a:lnTo>
                  <a:lnTo>
                    <a:pt x="2066350" y="3857480"/>
                  </a:lnTo>
                  <a:lnTo>
                    <a:pt x="2066787" y="3856856"/>
                  </a:lnTo>
                  <a:lnTo>
                    <a:pt x="2066932" y="3856856"/>
                  </a:lnTo>
                  <a:lnTo>
                    <a:pt x="2067514" y="3856856"/>
                  </a:lnTo>
                  <a:lnTo>
                    <a:pt x="2068677" y="3856233"/>
                  </a:lnTo>
                  <a:lnTo>
                    <a:pt x="2069113" y="3856233"/>
                  </a:lnTo>
                  <a:lnTo>
                    <a:pt x="2070277" y="3853738"/>
                  </a:lnTo>
                  <a:lnTo>
                    <a:pt x="2070568" y="3852491"/>
                  </a:lnTo>
                  <a:lnTo>
                    <a:pt x="2071004" y="3851867"/>
                  </a:lnTo>
                  <a:lnTo>
                    <a:pt x="2071731" y="3849997"/>
                  </a:lnTo>
                  <a:lnTo>
                    <a:pt x="2072313" y="3848750"/>
                  </a:lnTo>
                  <a:lnTo>
                    <a:pt x="2073040" y="3848126"/>
                  </a:lnTo>
                  <a:lnTo>
                    <a:pt x="2073331" y="3847502"/>
                  </a:lnTo>
                  <a:lnTo>
                    <a:pt x="2073476" y="3847502"/>
                  </a:lnTo>
                  <a:lnTo>
                    <a:pt x="2073767" y="3847502"/>
                  </a:lnTo>
                  <a:lnTo>
                    <a:pt x="2075221" y="3846255"/>
                  </a:lnTo>
                  <a:lnTo>
                    <a:pt x="2075658" y="3846255"/>
                  </a:lnTo>
                  <a:lnTo>
                    <a:pt x="2077112" y="3845632"/>
                  </a:lnTo>
                  <a:lnTo>
                    <a:pt x="2078566" y="3845008"/>
                  </a:lnTo>
                  <a:lnTo>
                    <a:pt x="2078857" y="3845008"/>
                  </a:lnTo>
                  <a:lnTo>
                    <a:pt x="2080166" y="3843761"/>
                  </a:lnTo>
                  <a:lnTo>
                    <a:pt x="2080457" y="3843761"/>
                  </a:lnTo>
                  <a:lnTo>
                    <a:pt x="2081620" y="3843761"/>
                  </a:lnTo>
                  <a:lnTo>
                    <a:pt x="2083656" y="3842514"/>
                  </a:lnTo>
                  <a:lnTo>
                    <a:pt x="2084092" y="3840643"/>
                  </a:lnTo>
                  <a:lnTo>
                    <a:pt x="2085110" y="3840643"/>
                  </a:lnTo>
                  <a:lnTo>
                    <a:pt x="2085983" y="3840643"/>
                  </a:lnTo>
                  <a:lnTo>
                    <a:pt x="2086710" y="3840019"/>
                  </a:lnTo>
                  <a:lnTo>
                    <a:pt x="2088164" y="3838149"/>
                  </a:lnTo>
                  <a:lnTo>
                    <a:pt x="2089764" y="3836278"/>
                  </a:lnTo>
                  <a:lnTo>
                    <a:pt x="2089909" y="3835654"/>
                  </a:lnTo>
                  <a:lnTo>
                    <a:pt x="2090200" y="3835031"/>
                  </a:lnTo>
                  <a:lnTo>
                    <a:pt x="2090491" y="3835031"/>
                  </a:lnTo>
                  <a:lnTo>
                    <a:pt x="2091509" y="3835031"/>
                  </a:lnTo>
                  <a:lnTo>
                    <a:pt x="2091654" y="3834407"/>
                  </a:lnTo>
                  <a:lnTo>
                    <a:pt x="2091800" y="3833784"/>
                  </a:lnTo>
                  <a:lnTo>
                    <a:pt x="2092236" y="3833784"/>
                  </a:lnTo>
                  <a:lnTo>
                    <a:pt x="2094127" y="3833784"/>
                  </a:lnTo>
                  <a:lnTo>
                    <a:pt x="2095872" y="3830042"/>
                  </a:lnTo>
                  <a:lnTo>
                    <a:pt x="2096308" y="3826924"/>
                  </a:lnTo>
                  <a:lnTo>
                    <a:pt x="2097035" y="3826924"/>
                  </a:lnTo>
                  <a:lnTo>
                    <a:pt x="2097471" y="3826301"/>
                  </a:lnTo>
                  <a:lnTo>
                    <a:pt x="2099362" y="3825677"/>
                  </a:lnTo>
                  <a:lnTo>
                    <a:pt x="2100234" y="3823806"/>
                  </a:lnTo>
                  <a:lnTo>
                    <a:pt x="2100816" y="3823806"/>
                  </a:lnTo>
                  <a:lnTo>
                    <a:pt x="2101543" y="3822559"/>
                  </a:lnTo>
                  <a:lnTo>
                    <a:pt x="2102270" y="3821936"/>
                  </a:lnTo>
                  <a:lnTo>
                    <a:pt x="2102707" y="3820688"/>
                  </a:lnTo>
                  <a:lnTo>
                    <a:pt x="2102998" y="3820065"/>
                  </a:lnTo>
                  <a:lnTo>
                    <a:pt x="2103288" y="3819441"/>
                  </a:lnTo>
                  <a:lnTo>
                    <a:pt x="2103434" y="3819441"/>
                  </a:lnTo>
                  <a:lnTo>
                    <a:pt x="2105470" y="3819441"/>
                  </a:lnTo>
                  <a:lnTo>
                    <a:pt x="2105615" y="3818818"/>
                  </a:lnTo>
                  <a:lnTo>
                    <a:pt x="2106633" y="3817570"/>
                  </a:lnTo>
                  <a:lnTo>
                    <a:pt x="2106924" y="3817570"/>
                  </a:lnTo>
                  <a:lnTo>
                    <a:pt x="2108524" y="3815700"/>
                  </a:lnTo>
                  <a:lnTo>
                    <a:pt x="2109251" y="3815700"/>
                  </a:lnTo>
                  <a:lnTo>
                    <a:pt x="2110123" y="3815700"/>
                  </a:lnTo>
                  <a:lnTo>
                    <a:pt x="2110560" y="3815700"/>
                  </a:lnTo>
                  <a:lnTo>
                    <a:pt x="2111723" y="3813829"/>
                  </a:lnTo>
                  <a:lnTo>
                    <a:pt x="2112741" y="3813829"/>
                  </a:lnTo>
                  <a:lnTo>
                    <a:pt x="2113177" y="3813829"/>
                  </a:lnTo>
                  <a:lnTo>
                    <a:pt x="2113323" y="3813829"/>
                  </a:lnTo>
                  <a:lnTo>
                    <a:pt x="2113468" y="3813829"/>
                  </a:lnTo>
                  <a:lnTo>
                    <a:pt x="2114632" y="3813205"/>
                  </a:lnTo>
                  <a:lnTo>
                    <a:pt x="2114632" y="3811335"/>
                  </a:lnTo>
                  <a:lnTo>
                    <a:pt x="2115795" y="3808840"/>
                  </a:lnTo>
                  <a:lnTo>
                    <a:pt x="2116668" y="3807593"/>
                  </a:lnTo>
                  <a:lnTo>
                    <a:pt x="2117831" y="3804475"/>
                  </a:lnTo>
                  <a:lnTo>
                    <a:pt x="2118267" y="3804475"/>
                  </a:lnTo>
                  <a:lnTo>
                    <a:pt x="2118849" y="3804475"/>
                  </a:lnTo>
                  <a:lnTo>
                    <a:pt x="2118994" y="3803852"/>
                  </a:lnTo>
                  <a:lnTo>
                    <a:pt x="2119431" y="3802604"/>
                  </a:lnTo>
                  <a:lnTo>
                    <a:pt x="2120158" y="3800734"/>
                  </a:lnTo>
                  <a:lnTo>
                    <a:pt x="2121467" y="3798863"/>
                  </a:lnTo>
                  <a:lnTo>
                    <a:pt x="2122630" y="3796992"/>
                  </a:lnTo>
                  <a:lnTo>
                    <a:pt x="2122921" y="3796369"/>
                  </a:lnTo>
                  <a:lnTo>
                    <a:pt x="2124666" y="3795121"/>
                  </a:lnTo>
                  <a:lnTo>
                    <a:pt x="2125248" y="3793251"/>
                  </a:lnTo>
                  <a:lnTo>
                    <a:pt x="2126120" y="3792627"/>
                  </a:lnTo>
                  <a:lnTo>
                    <a:pt x="2126411" y="3792627"/>
                  </a:lnTo>
                  <a:lnTo>
                    <a:pt x="2128011" y="3791380"/>
                  </a:lnTo>
                  <a:lnTo>
                    <a:pt x="2128592" y="3790756"/>
                  </a:lnTo>
                  <a:lnTo>
                    <a:pt x="2130338" y="3790133"/>
                  </a:lnTo>
                  <a:lnTo>
                    <a:pt x="2130628" y="3786391"/>
                  </a:lnTo>
                  <a:lnTo>
                    <a:pt x="2131356" y="3786391"/>
                  </a:lnTo>
                  <a:lnTo>
                    <a:pt x="2133392" y="3784521"/>
                  </a:lnTo>
                  <a:lnTo>
                    <a:pt x="2133682" y="3784521"/>
                  </a:lnTo>
                  <a:lnTo>
                    <a:pt x="2135282" y="3782026"/>
                  </a:lnTo>
                  <a:lnTo>
                    <a:pt x="2136009" y="3780779"/>
                  </a:lnTo>
                  <a:lnTo>
                    <a:pt x="2136445" y="3780779"/>
                  </a:lnTo>
                  <a:lnTo>
                    <a:pt x="2137027" y="3780156"/>
                  </a:lnTo>
                  <a:lnTo>
                    <a:pt x="2138627" y="3780156"/>
                  </a:lnTo>
                  <a:lnTo>
                    <a:pt x="2139645" y="3780156"/>
                  </a:lnTo>
                  <a:lnTo>
                    <a:pt x="2139936" y="3779532"/>
                  </a:lnTo>
                  <a:lnTo>
                    <a:pt x="2140808" y="3779532"/>
                  </a:lnTo>
                  <a:lnTo>
                    <a:pt x="2141099" y="3779532"/>
                  </a:lnTo>
                  <a:lnTo>
                    <a:pt x="2143280" y="3778285"/>
                  </a:lnTo>
                  <a:lnTo>
                    <a:pt x="2143571" y="3777661"/>
                  </a:lnTo>
                  <a:lnTo>
                    <a:pt x="2144735" y="3776414"/>
                  </a:lnTo>
                  <a:lnTo>
                    <a:pt x="2145316" y="3776414"/>
                  </a:lnTo>
                  <a:lnTo>
                    <a:pt x="2145753" y="3776414"/>
                  </a:lnTo>
                  <a:lnTo>
                    <a:pt x="2148079" y="3773296"/>
                  </a:lnTo>
                  <a:lnTo>
                    <a:pt x="2148661" y="3772673"/>
                  </a:lnTo>
                  <a:lnTo>
                    <a:pt x="2148807" y="3772049"/>
                  </a:lnTo>
                  <a:lnTo>
                    <a:pt x="2149679" y="3771425"/>
                  </a:lnTo>
                  <a:lnTo>
                    <a:pt x="2149970" y="3770802"/>
                  </a:lnTo>
                  <a:lnTo>
                    <a:pt x="2150115" y="3770178"/>
                  </a:lnTo>
                  <a:lnTo>
                    <a:pt x="2150843" y="3770178"/>
                  </a:lnTo>
                  <a:lnTo>
                    <a:pt x="2151133" y="3770178"/>
                  </a:lnTo>
                  <a:lnTo>
                    <a:pt x="2151279" y="3769555"/>
                  </a:lnTo>
                  <a:lnTo>
                    <a:pt x="2151424" y="3768931"/>
                  </a:lnTo>
                  <a:lnTo>
                    <a:pt x="2151715" y="3767060"/>
                  </a:lnTo>
                  <a:lnTo>
                    <a:pt x="2152151" y="3767060"/>
                  </a:lnTo>
                  <a:lnTo>
                    <a:pt x="2152442" y="3767060"/>
                  </a:lnTo>
                  <a:lnTo>
                    <a:pt x="2153751" y="3763942"/>
                  </a:lnTo>
                  <a:lnTo>
                    <a:pt x="2154042" y="3762695"/>
                  </a:lnTo>
                  <a:lnTo>
                    <a:pt x="2155060" y="3760824"/>
                  </a:lnTo>
                  <a:lnTo>
                    <a:pt x="2156950" y="3758954"/>
                  </a:lnTo>
                  <a:lnTo>
                    <a:pt x="2157241" y="3758954"/>
                  </a:lnTo>
                  <a:lnTo>
                    <a:pt x="2157241" y="3758330"/>
                  </a:lnTo>
                  <a:lnTo>
                    <a:pt x="2157387" y="3758330"/>
                  </a:lnTo>
                  <a:lnTo>
                    <a:pt x="2157968" y="3757707"/>
                  </a:lnTo>
                  <a:lnTo>
                    <a:pt x="2158259" y="3757707"/>
                  </a:lnTo>
                  <a:lnTo>
                    <a:pt x="2159132" y="3757707"/>
                  </a:lnTo>
                  <a:lnTo>
                    <a:pt x="2160150" y="3756459"/>
                  </a:lnTo>
                  <a:lnTo>
                    <a:pt x="2161313" y="3753965"/>
                  </a:lnTo>
                  <a:lnTo>
                    <a:pt x="2162477" y="3753965"/>
                  </a:lnTo>
                  <a:lnTo>
                    <a:pt x="2162622" y="3752718"/>
                  </a:lnTo>
                  <a:lnTo>
                    <a:pt x="2164513" y="3751471"/>
                  </a:lnTo>
                  <a:lnTo>
                    <a:pt x="2166112" y="3750224"/>
                  </a:lnTo>
                  <a:lnTo>
                    <a:pt x="2166258" y="3750224"/>
                  </a:lnTo>
                  <a:lnTo>
                    <a:pt x="2169893" y="3747106"/>
                  </a:lnTo>
                  <a:lnTo>
                    <a:pt x="2171348" y="3746482"/>
                  </a:lnTo>
                  <a:lnTo>
                    <a:pt x="2171493" y="3745858"/>
                  </a:lnTo>
                  <a:lnTo>
                    <a:pt x="2174256" y="3743988"/>
                  </a:lnTo>
                  <a:lnTo>
                    <a:pt x="2174547" y="3743988"/>
                  </a:lnTo>
                  <a:lnTo>
                    <a:pt x="2174692" y="3743364"/>
                  </a:lnTo>
                  <a:lnTo>
                    <a:pt x="2174838" y="3743364"/>
                  </a:lnTo>
                  <a:lnTo>
                    <a:pt x="2175710" y="3742741"/>
                  </a:lnTo>
                  <a:lnTo>
                    <a:pt x="2177746" y="3740246"/>
                  </a:lnTo>
                  <a:lnTo>
                    <a:pt x="2178183" y="3738999"/>
                  </a:lnTo>
                  <a:lnTo>
                    <a:pt x="2178473" y="3738999"/>
                  </a:lnTo>
                  <a:lnTo>
                    <a:pt x="2180364" y="3738376"/>
                  </a:lnTo>
                  <a:lnTo>
                    <a:pt x="2181382" y="3738376"/>
                  </a:lnTo>
                  <a:lnTo>
                    <a:pt x="2181818" y="3738376"/>
                  </a:lnTo>
                  <a:lnTo>
                    <a:pt x="2182109" y="3738376"/>
                  </a:lnTo>
                  <a:lnTo>
                    <a:pt x="2182691" y="3736505"/>
                  </a:lnTo>
                  <a:lnTo>
                    <a:pt x="2183563" y="3735881"/>
                  </a:lnTo>
                  <a:lnTo>
                    <a:pt x="2183709" y="3735258"/>
                  </a:lnTo>
                  <a:lnTo>
                    <a:pt x="2184000" y="3734634"/>
                  </a:lnTo>
                  <a:lnTo>
                    <a:pt x="2184581" y="3734634"/>
                  </a:lnTo>
                  <a:lnTo>
                    <a:pt x="2186326" y="3730893"/>
                  </a:lnTo>
                  <a:lnTo>
                    <a:pt x="2187635" y="3730893"/>
                  </a:lnTo>
                  <a:lnTo>
                    <a:pt x="2188653" y="3729645"/>
                  </a:lnTo>
                  <a:lnTo>
                    <a:pt x="2189235" y="3729022"/>
                  </a:lnTo>
                  <a:lnTo>
                    <a:pt x="2190544" y="3729022"/>
                  </a:lnTo>
                  <a:lnTo>
                    <a:pt x="2190835" y="3729022"/>
                  </a:lnTo>
                  <a:lnTo>
                    <a:pt x="2192580" y="3727151"/>
                  </a:lnTo>
                  <a:lnTo>
                    <a:pt x="2192871" y="3726527"/>
                  </a:lnTo>
                  <a:lnTo>
                    <a:pt x="2193598" y="3726527"/>
                  </a:lnTo>
                  <a:lnTo>
                    <a:pt x="2195488" y="3724657"/>
                  </a:lnTo>
                  <a:lnTo>
                    <a:pt x="2196652" y="3722786"/>
                  </a:lnTo>
                  <a:lnTo>
                    <a:pt x="2197233" y="3720292"/>
                  </a:lnTo>
                  <a:lnTo>
                    <a:pt x="2197524" y="3720292"/>
                  </a:lnTo>
                  <a:lnTo>
                    <a:pt x="2197670" y="3719044"/>
                  </a:lnTo>
                  <a:lnTo>
                    <a:pt x="2198397" y="3718421"/>
                  </a:lnTo>
                  <a:lnTo>
                    <a:pt x="2198688" y="3717797"/>
                  </a:lnTo>
                  <a:lnTo>
                    <a:pt x="2199269" y="3717797"/>
                  </a:lnTo>
                  <a:lnTo>
                    <a:pt x="2200869" y="3714679"/>
                  </a:lnTo>
                  <a:lnTo>
                    <a:pt x="2201014" y="3714679"/>
                  </a:lnTo>
                  <a:lnTo>
                    <a:pt x="2202032" y="3714056"/>
                  </a:lnTo>
                  <a:lnTo>
                    <a:pt x="2202178" y="3714056"/>
                  </a:lnTo>
                  <a:lnTo>
                    <a:pt x="2202759" y="3712185"/>
                  </a:lnTo>
                  <a:lnTo>
                    <a:pt x="2203196" y="3712185"/>
                  </a:lnTo>
                  <a:lnTo>
                    <a:pt x="2203487" y="3710938"/>
                  </a:lnTo>
                  <a:lnTo>
                    <a:pt x="2204650" y="3710314"/>
                  </a:lnTo>
                  <a:lnTo>
                    <a:pt x="2206104" y="3708444"/>
                  </a:lnTo>
                  <a:lnTo>
                    <a:pt x="2206250" y="3706573"/>
                  </a:lnTo>
                  <a:lnTo>
                    <a:pt x="2207559" y="3705949"/>
                  </a:lnTo>
                  <a:lnTo>
                    <a:pt x="2207849" y="3705949"/>
                  </a:lnTo>
                  <a:lnTo>
                    <a:pt x="2209304" y="3705326"/>
                  </a:lnTo>
                  <a:lnTo>
                    <a:pt x="2209885" y="3704702"/>
                  </a:lnTo>
                  <a:lnTo>
                    <a:pt x="2211049" y="3704078"/>
                  </a:lnTo>
                  <a:lnTo>
                    <a:pt x="2212067" y="3704078"/>
                  </a:lnTo>
                  <a:lnTo>
                    <a:pt x="2212212" y="3704078"/>
                  </a:lnTo>
                  <a:lnTo>
                    <a:pt x="2212358" y="3703455"/>
                  </a:lnTo>
                  <a:lnTo>
                    <a:pt x="2212503" y="3703455"/>
                  </a:lnTo>
                  <a:lnTo>
                    <a:pt x="2216139" y="3700961"/>
                  </a:lnTo>
                  <a:lnTo>
                    <a:pt x="2216429" y="3700961"/>
                  </a:lnTo>
                  <a:lnTo>
                    <a:pt x="2218029" y="3699713"/>
                  </a:lnTo>
                  <a:lnTo>
                    <a:pt x="2219629" y="3699713"/>
                  </a:lnTo>
                  <a:lnTo>
                    <a:pt x="2220065" y="3698466"/>
                  </a:lnTo>
                  <a:lnTo>
                    <a:pt x="2220356" y="3697219"/>
                  </a:lnTo>
                  <a:lnTo>
                    <a:pt x="2221229" y="3694725"/>
                  </a:lnTo>
                  <a:lnTo>
                    <a:pt x="2221374" y="3694101"/>
                  </a:lnTo>
                  <a:lnTo>
                    <a:pt x="2222537" y="3690983"/>
                  </a:lnTo>
                  <a:lnTo>
                    <a:pt x="2223992" y="3690360"/>
                  </a:lnTo>
                  <a:lnTo>
                    <a:pt x="2224573" y="3690360"/>
                  </a:lnTo>
                  <a:lnTo>
                    <a:pt x="2225010" y="3690360"/>
                  </a:lnTo>
                  <a:lnTo>
                    <a:pt x="2226173" y="3687865"/>
                  </a:lnTo>
                  <a:lnTo>
                    <a:pt x="2226464" y="3687242"/>
                  </a:lnTo>
                  <a:lnTo>
                    <a:pt x="2227482" y="3685371"/>
                  </a:lnTo>
                  <a:lnTo>
                    <a:pt x="2227773" y="3684124"/>
                  </a:lnTo>
                  <a:lnTo>
                    <a:pt x="2228354" y="3683500"/>
                  </a:lnTo>
                  <a:lnTo>
                    <a:pt x="2228936" y="3683500"/>
                  </a:lnTo>
                  <a:lnTo>
                    <a:pt x="2229372" y="3683500"/>
                  </a:lnTo>
                  <a:lnTo>
                    <a:pt x="2229954" y="3682877"/>
                  </a:lnTo>
                  <a:lnTo>
                    <a:pt x="2231699" y="3681006"/>
                  </a:lnTo>
                  <a:lnTo>
                    <a:pt x="2231845" y="3679759"/>
                  </a:lnTo>
                  <a:lnTo>
                    <a:pt x="2232717" y="3678512"/>
                  </a:lnTo>
                  <a:lnTo>
                    <a:pt x="2234026" y="3677888"/>
                  </a:lnTo>
                  <a:lnTo>
                    <a:pt x="2234753" y="3677264"/>
                  </a:lnTo>
                  <a:lnTo>
                    <a:pt x="2234898" y="3676641"/>
                  </a:lnTo>
                  <a:lnTo>
                    <a:pt x="2235916" y="3676017"/>
                  </a:lnTo>
                  <a:lnTo>
                    <a:pt x="2237516" y="3676017"/>
                  </a:lnTo>
                  <a:lnTo>
                    <a:pt x="2237807" y="3676017"/>
                  </a:lnTo>
                  <a:lnTo>
                    <a:pt x="2239552" y="3675394"/>
                  </a:lnTo>
                  <a:lnTo>
                    <a:pt x="2240279" y="3674770"/>
                  </a:lnTo>
                  <a:lnTo>
                    <a:pt x="2241297" y="3674147"/>
                  </a:lnTo>
                  <a:lnTo>
                    <a:pt x="2241443" y="3673523"/>
                  </a:lnTo>
                  <a:lnTo>
                    <a:pt x="2241588" y="3672899"/>
                  </a:lnTo>
                  <a:lnTo>
                    <a:pt x="2241879" y="3671029"/>
                  </a:lnTo>
                  <a:lnTo>
                    <a:pt x="2243769" y="3669781"/>
                  </a:lnTo>
                  <a:lnTo>
                    <a:pt x="2244060" y="3669781"/>
                  </a:lnTo>
                  <a:lnTo>
                    <a:pt x="2245951" y="3667287"/>
                  </a:lnTo>
                  <a:lnTo>
                    <a:pt x="2246387" y="3667287"/>
                  </a:lnTo>
                  <a:lnTo>
                    <a:pt x="2246969" y="3664793"/>
                  </a:lnTo>
                  <a:lnTo>
                    <a:pt x="2247114" y="3664793"/>
                  </a:lnTo>
                  <a:lnTo>
                    <a:pt x="2247551" y="3664793"/>
                  </a:lnTo>
                  <a:lnTo>
                    <a:pt x="2250604" y="3662922"/>
                  </a:lnTo>
                  <a:lnTo>
                    <a:pt x="2251477" y="3661675"/>
                  </a:lnTo>
                  <a:lnTo>
                    <a:pt x="2253368" y="3661051"/>
                  </a:lnTo>
                  <a:lnTo>
                    <a:pt x="2254240" y="3659181"/>
                  </a:lnTo>
                  <a:lnTo>
                    <a:pt x="2255113" y="3659181"/>
                  </a:lnTo>
                  <a:lnTo>
                    <a:pt x="2255403" y="3658557"/>
                  </a:lnTo>
                  <a:lnTo>
                    <a:pt x="2256131" y="3657933"/>
                  </a:lnTo>
                  <a:lnTo>
                    <a:pt x="2257149" y="3657310"/>
                  </a:lnTo>
                  <a:lnTo>
                    <a:pt x="2259039" y="3655439"/>
                  </a:lnTo>
                  <a:lnTo>
                    <a:pt x="2260348" y="3654815"/>
                  </a:lnTo>
                  <a:lnTo>
                    <a:pt x="2261221" y="3654815"/>
                  </a:lnTo>
                  <a:lnTo>
                    <a:pt x="2262675" y="3654192"/>
                  </a:lnTo>
                  <a:lnTo>
                    <a:pt x="2263111" y="3654192"/>
                  </a:lnTo>
                  <a:lnTo>
                    <a:pt x="2263547" y="3653568"/>
                  </a:lnTo>
                  <a:lnTo>
                    <a:pt x="2263693" y="3653568"/>
                  </a:lnTo>
                  <a:lnTo>
                    <a:pt x="2263838" y="3653568"/>
                  </a:lnTo>
                  <a:lnTo>
                    <a:pt x="2265292" y="3652321"/>
                  </a:lnTo>
                  <a:lnTo>
                    <a:pt x="2265874" y="3651698"/>
                  </a:lnTo>
                  <a:lnTo>
                    <a:pt x="2267474" y="3649203"/>
                  </a:lnTo>
                  <a:lnTo>
                    <a:pt x="2267910" y="3649203"/>
                  </a:lnTo>
                  <a:lnTo>
                    <a:pt x="2269364" y="3645462"/>
                  </a:lnTo>
                  <a:lnTo>
                    <a:pt x="2269801" y="3645462"/>
                  </a:lnTo>
                  <a:lnTo>
                    <a:pt x="2270673" y="3642967"/>
                  </a:lnTo>
                  <a:lnTo>
                    <a:pt x="2271400" y="3642967"/>
                  </a:lnTo>
                  <a:lnTo>
                    <a:pt x="2271546" y="3642344"/>
                  </a:lnTo>
                  <a:lnTo>
                    <a:pt x="2271691" y="3641720"/>
                  </a:lnTo>
                  <a:lnTo>
                    <a:pt x="2273582" y="3640473"/>
                  </a:lnTo>
                  <a:lnTo>
                    <a:pt x="2274309" y="3640473"/>
                  </a:lnTo>
                  <a:lnTo>
                    <a:pt x="2274600" y="3639849"/>
                  </a:lnTo>
                  <a:lnTo>
                    <a:pt x="2275036" y="3639226"/>
                  </a:lnTo>
                  <a:lnTo>
                    <a:pt x="2275181" y="3637979"/>
                  </a:lnTo>
                  <a:lnTo>
                    <a:pt x="2276199" y="3637979"/>
                  </a:lnTo>
                  <a:lnTo>
                    <a:pt x="2277217" y="3636732"/>
                  </a:lnTo>
                  <a:lnTo>
                    <a:pt x="2277654" y="3636108"/>
                  </a:lnTo>
                  <a:lnTo>
                    <a:pt x="2279108" y="3635484"/>
                  </a:lnTo>
                  <a:lnTo>
                    <a:pt x="2279253" y="3635484"/>
                  </a:lnTo>
                  <a:lnTo>
                    <a:pt x="2279690" y="3634861"/>
                  </a:lnTo>
                  <a:lnTo>
                    <a:pt x="2279835" y="3634861"/>
                  </a:lnTo>
                  <a:lnTo>
                    <a:pt x="2280853" y="3634237"/>
                  </a:lnTo>
                  <a:lnTo>
                    <a:pt x="2282016" y="3632367"/>
                  </a:lnTo>
                  <a:lnTo>
                    <a:pt x="2282162" y="3631743"/>
                  </a:lnTo>
                  <a:lnTo>
                    <a:pt x="2283180" y="3631119"/>
                  </a:lnTo>
                  <a:lnTo>
                    <a:pt x="2283907" y="3631119"/>
                  </a:lnTo>
                  <a:lnTo>
                    <a:pt x="2284198" y="3630496"/>
                  </a:lnTo>
                  <a:lnTo>
                    <a:pt x="2284634" y="3629249"/>
                  </a:lnTo>
                  <a:lnTo>
                    <a:pt x="2284925" y="3628625"/>
                  </a:lnTo>
                  <a:lnTo>
                    <a:pt x="2286379" y="3628625"/>
                  </a:lnTo>
                  <a:lnTo>
                    <a:pt x="2287397" y="3628001"/>
                  </a:lnTo>
                  <a:lnTo>
                    <a:pt x="2287688" y="3628001"/>
                  </a:lnTo>
                  <a:lnTo>
                    <a:pt x="2287979" y="3628001"/>
                  </a:lnTo>
                  <a:lnTo>
                    <a:pt x="2289433" y="3626754"/>
                  </a:lnTo>
                  <a:lnTo>
                    <a:pt x="2291033" y="3626754"/>
                  </a:lnTo>
                  <a:lnTo>
                    <a:pt x="2291760" y="3626754"/>
                  </a:lnTo>
                  <a:lnTo>
                    <a:pt x="2292051" y="3623636"/>
                  </a:lnTo>
                  <a:lnTo>
                    <a:pt x="2293069" y="3623013"/>
                  </a:lnTo>
                  <a:lnTo>
                    <a:pt x="2293941" y="3623013"/>
                  </a:lnTo>
                  <a:lnTo>
                    <a:pt x="2294232" y="3623013"/>
                  </a:lnTo>
                  <a:lnTo>
                    <a:pt x="2294523" y="3623013"/>
                  </a:lnTo>
                  <a:lnTo>
                    <a:pt x="2296704" y="3622389"/>
                  </a:lnTo>
                  <a:lnTo>
                    <a:pt x="2298013" y="3622389"/>
                  </a:lnTo>
                  <a:lnTo>
                    <a:pt x="2299904" y="3618648"/>
                  </a:lnTo>
                  <a:lnTo>
                    <a:pt x="2301503" y="3618648"/>
                  </a:lnTo>
                  <a:lnTo>
                    <a:pt x="2302231" y="3615530"/>
                  </a:lnTo>
                  <a:lnTo>
                    <a:pt x="2302376" y="3614283"/>
                  </a:lnTo>
                  <a:lnTo>
                    <a:pt x="2302958" y="3613035"/>
                  </a:lnTo>
                  <a:lnTo>
                    <a:pt x="2303103" y="3611788"/>
                  </a:lnTo>
                  <a:lnTo>
                    <a:pt x="2305430" y="3609918"/>
                  </a:lnTo>
                  <a:lnTo>
                    <a:pt x="2305721" y="3609294"/>
                  </a:lnTo>
                  <a:lnTo>
                    <a:pt x="2306157" y="3607423"/>
                  </a:lnTo>
                  <a:lnTo>
                    <a:pt x="2307466" y="3607423"/>
                  </a:lnTo>
                  <a:lnTo>
                    <a:pt x="2307757" y="3605552"/>
                  </a:lnTo>
                  <a:lnTo>
                    <a:pt x="2308920" y="3604305"/>
                  </a:lnTo>
                  <a:lnTo>
                    <a:pt x="2309647" y="3601811"/>
                  </a:lnTo>
                  <a:lnTo>
                    <a:pt x="2310665" y="3601187"/>
                  </a:lnTo>
                  <a:lnTo>
                    <a:pt x="2311247" y="3601187"/>
                  </a:lnTo>
                  <a:lnTo>
                    <a:pt x="2311829" y="3600564"/>
                  </a:lnTo>
                  <a:lnTo>
                    <a:pt x="2312119" y="3599317"/>
                  </a:lnTo>
                  <a:lnTo>
                    <a:pt x="2312701" y="3598069"/>
                  </a:lnTo>
                  <a:lnTo>
                    <a:pt x="2313428" y="3597446"/>
                  </a:lnTo>
                  <a:lnTo>
                    <a:pt x="2315173" y="3594952"/>
                  </a:lnTo>
                  <a:lnTo>
                    <a:pt x="2315900" y="3593704"/>
                  </a:lnTo>
                  <a:lnTo>
                    <a:pt x="2316046" y="3593704"/>
                  </a:lnTo>
                  <a:lnTo>
                    <a:pt x="2316628" y="3592457"/>
                  </a:lnTo>
                  <a:lnTo>
                    <a:pt x="2317064" y="3592457"/>
                  </a:lnTo>
                  <a:lnTo>
                    <a:pt x="2317646" y="3592457"/>
                  </a:lnTo>
                  <a:lnTo>
                    <a:pt x="2320409" y="3589339"/>
                  </a:lnTo>
                  <a:lnTo>
                    <a:pt x="2320554" y="3589339"/>
                  </a:lnTo>
                  <a:lnTo>
                    <a:pt x="2321281" y="3588716"/>
                  </a:lnTo>
                  <a:lnTo>
                    <a:pt x="2322445" y="3586845"/>
                  </a:lnTo>
                  <a:lnTo>
                    <a:pt x="2322590" y="3586845"/>
                  </a:lnTo>
                  <a:lnTo>
                    <a:pt x="2322735" y="3586221"/>
                  </a:lnTo>
                  <a:lnTo>
                    <a:pt x="2325062" y="3579362"/>
                  </a:lnTo>
                  <a:lnTo>
                    <a:pt x="2325935" y="3577491"/>
                  </a:lnTo>
                  <a:lnTo>
                    <a:pt x="2326226" y="3577491"/>
                  </a:lnTo>
                  <a:lnTo>
                    <a:pt x="2326517" y="3577491"/>
                  </a:lnTo>
                  <a:lnTo>
                    <a:pt x="2327389" y="3576244"/>
                  </a:lnTo>
                  <a:lnTo>
                    <a:pt x="2327535" y="3576244"/>
                  </a:lnTo>
                  <a:lnTo>
                    <a:pt x="2329280" y="3573750"/>
                  </a:lnTo>
                  <a:lnTo>
                    <a:pt x="2329570" y="3573750"/>
                  </a:lnTo>
                  <a:lnTo>
                    <a:pt x="2330588" y="3571879"/>
                  </a:lnTo>
                  <a:lnTo>
                    <a:pt x="2331752" y="3570632"/>
                  </a:lnTo>
                  <a:lnTo>
                    <a:pt x="2332915" y="3570632"/>
                  </a:lnTo>
                  <a:lnTo>
                    <a:pt x="2333497" y="3570008"/>
                  </a:lnTo>
                  <a:lnTo>
                    <a:pt x="2333497" y="3568138"/>
                  </a:lnTo>
                  <a:lnTo>
                    <a:pt x="2334079" y="3568138"/>
                  </a:lnTo>
                  <a:lnTo>
                    <a:pt x="2334370" y="3568138"/>
                  </a:lnTo>
                  <a:lnTo>
                    <a:pt x="2334370" y="3566890"/>
                  </a:lnTo>
                  <a:lnTo>
                    <a:pt x="2336260" y="3566890"/>
                  </a:lnTo>
                  <a:lnTo>
                    <a:pt x="2337569" y="3564396"/>
                  </a:lnTo>
                  <a:lnTo>
                    <a:pt x="2338296" y="3563149"/>
                  </a:lnTo>
                  <a:lnTo>
                    <a:pt x="2338878" y="3563149"/>
                  </a:lnTo>
                  <a:lnTo>
                    <a:pt x="2340623" y="3563149"/>
                  </a:lnTo>
                  <a:lnTo>
                    <a:pt x="2341495" y="3562525"/>
                  </a:lnTo>
                  <a:lnTo>
                    <a:pt x="2342659" y="3561278"/>
                  </a:lnTo>
                  <a:lnTo>
                    <a:pt x="2343095" y="3559407"/>
                  </a:lnTo>
                  <a:lnTo>
                    <a:pt x="2343386" y="3559407"/>
                  </a:lnTo>
                  <a:lnTo>
                    <a:pt x="2343531" y="3559407"/>
                  </a:lnTo>
                  <a:lnTo>
                    <a:pt x="2344986" y="3557537"/>
                  </a:lnTo>
                  <a:lnTo>
                    <a:pt x="2345713" y="3556289"/>
                  </a:lnTo>
                  <a:lnTo>
                    <a:pt x="2346585" y="3556289"/>
                  </a:lnTo>
                  <a:lnTo>
                    <a:pt x="2346876" y="3555042"/>
                  </a:lnTo>
                  <a:lnTo>
                    <a:pt x="2349494" y="3553795"/>
                  </a:lnTo>
                  <a:lnTo>
                    <a:pt x="2350221" y="3553795"/>
                  </a:lnTo>
                  <a:lnTo>
                    <a:pt x="2351966" y="3550677"/>
                  </a:lnTo>
                  <a:lnTo>
                    <a:pt x="2352402" y="3549430"/>
                  </a:lnTo>
                  <a:lnTo>
                    <a:pt x="2353420" y="3548183"/>
                  </a:lnTo>
                  <a:lnTo>
                    <a:pt x="2356620" y="3543818"/>
                  </a:lnTo>
                  <a:lnTo>
                    <a:pt x="2357492" y="3542571"/>
                  </a:lnTo>
                  <a:lnTo>
                    <a:pt x="2357783" y="3541947"/>
                  </a:lnTo>
                  <a:lnTo>
                    <a:pt x="2359819" y="3541323"/>
                  </a:lnTo>
                  <a:lnTo>
                    <a:pt x="2360255" y="3538829"/>
                  </a:lnTo>
                  <a:lnTo>
                    <a:pt x="2360401" y="3538829"/>
                  </a:lnTo>
                  <a:lnTo>
                    <a:pt x="2361564" y="3538206"/>
                  </a:lnTo>
                  <a:lnTo>
                    <a:pt x="2363309" y="3536958"/>
                  </a:lnTo>
                  <a:lnTo>
                    <a:pt x="2364182" y="3536958"/>
                  </a:lnTo>
                  <a:lnTo>
                    <a:pt x="2364763" y="3536958"/>
                  </a:lnTo>
                  <a:lnTo>
                    <a:pt x="2364763" y="3535711"/>
                  </a:lnTo>
                  <a:lnTo>
                    <a:pt x="2365345" y="3535711"/>
                  </a:lnTo>
                  <a:lnTo>
                    <a:pt x="2366072" y="3535711"/>
                  </a:lnTo>
                  <a:lnTo>
                    <a:pt x="2366654" y="3534464"/>
                  </a:lnTo>
                  <a:lnTo>
                    <a:pt x="2368254" y="3532593"/>
                  </a:lnTo>
                  <a:lnTo>
                    <a:pt x="2368545" y="3532593"/>
                  </a:lnTo>
                  <a:lnTo>
                    <a:pt x="2368981" y="3531346"/>
                  </a:lnTo>
                  <a:lnTo>
                    <a:pt x="2370290" y="3528852"/>
                  </a:lnTo>
                  <a:lnTo>
                    <a:pt x="2371308" y="3528852"/>
                  </a:lnTo>
                  <a:lnTo>
                    <a:pt x="2371889" y="3528852"/>
                  </a:lnTo>
                  <a:lnTo>
                    <a:pt x="2372762" y="3526981"/>
                  </a:lnTo>
                  <a:lnTo>
                    <a:pt x="2372907" y="3526981"/>
                  </a:lnTo>
                  <a:lnTo>
                    <a:pt x="2373344" y="3525110"/>
                  </a:lnTo>
                  <a:lnTo>
                    <a:pt x="2374216" y="3523863"/>
                  </a:lnTo>
                  <a:lnTo>
                    <a:pt x="2377997" y="3521992"/>
                  </a:lnTo>
                  <a:lnTo>
                    <a:pt x="2379015" y="3521369"/>
                  </a:lnTo>
                  <a:lnTo>
                    <a:pt x="2379306" y="3521369"/>
                  </a:lnTo>
                  <a:lnTo>
                    <a:pt x="2379742" y="3521369"/>
                  </a:lnTo>
                  <a:lnTo>
                    <a:pt x="2381342" y="3521369"/>
                  </a:lnTo>
                  <a:lnTo>
                    <a:pt x="2381924" y="3521369"/>
                  </a:lnTo>
                  <a:lnTo>
                    <a:pt x="2382796" y="3520745"/>
                  </a:lnTo>
                  <a:lnTo>
                    <a:pt x="2383669" y="3520745"/>
                  </a:lnTo>
                  <a:lnTo>
                    <a:pt x="2383814" y="3520745"/>
                  </a:lnTo>
                  <a:lnTo>
                    <a:pt x="2384396" y="3520745"/>
                  </a:lnTo>
                  <a:lnTo>
                    <a:pt x="2385559" y="3520122"/>
                  </a:lnTo>
                  <a:lnTo>
                    <a:pt x="2387450" y="3519498"/>
                  </a:lnTo>
                  <a:lnTo>
                    <a:pt x="2387741" y="3517627"/>
                  </a:lnTo>
                  <a:lnTo>
                    <a:pt x="2388904" y="3516380"/>
                  </a:lnTo>
                  <a:lnTo>
                    <a:pt x="2389486" y="3515133"/>
                  </a:lnTo>
                  <a:lnTo>
                    <a:pt x="2390068" y="3513886"/>
                  </a:lnTo>
                  <a:lnTo>
                    <a:pt x="2390504" y="3513262"/>
                  </a:lnTo>
                  <a:lnTo>
                    <a:pt x="2391813" y="3513262"/>
                  </a:lnTo>
                  <a:lnTo>
                    <a:pt x="2392831" y="3512639"/>
                  </a:lnTo>
                  <a:lnTo>
                    <a:pt x="2393849" y="3512639"/>
                  </a:lnTo>
                  <a:lnTo>
                    <a:pt x="2394285" y="3512639"/>
                  </a:lnTo>
                  <a:lnTo>
                    <a:pt x="2394285" y="3512015"/>
                  </a:lnTo>
                  <a:lnTo>
                    <a:pt x="2395012" y="3509521"/>
                  </a:lnTo>
                  <a:lnTo>
                    <a:pt x="2395594" y="3509521"/>
                  </a:lnTo>
                  <a:lnTo>
                    <a:pt x="2396321" y="3509521"/>
                  </a:lnTo>
                  <a:lnTo>
                    <a:pt x="2397193" y="3508274"/>
                  </a:lnTo>
                  <a:lnTo>
                    <a:pt x="2397339" y="3507026"/>
                  </a:lnTo>
                  <a:lnTo>
                    <a:pt x="2398502" y="3505779"/>
                  </a:lnTo>
                  <a:lnTo>
                    <a:pt x="2401702" y="3501414"/>
                  </a:lnTo>
                  <a:lnTo>
                    <a:pt x="2402429" y="3501414"/>
                  </a:lnTo>
                  <a:lnTo>
                    <a:pt x="2402720" y="3500791"/>
                  </a:lnTo>
                  <a:lnTo>
                    <a:pt x="2403010" y="3499543"/>
                  </a:lnTo>
                  <a:lnTo>
                    <a:pt x="2403592" y="3498920"/>
                  </a:lnTo>
                  <a:lnTo>
                    <a:pt x="2403737" y="3498296"/>
                  </a:lnTo>
                  <a:lnTo>
                    <a:pt x="2404174" y="3497673"/>
                  </a:lnTo>
                  <a:lnTo>
                    <a:pt x="2407228" y="3496426"/>
                  </a:lnTo>
                  <a:lnTo>
                    <a:pt x="2408246" y="3496426"/>
                  </a:lnTo>
                  <a:lnTo>
                    <a:pt x="2408973" y="3495178"/>
                  </a:lnTo>
                  <a:lnTo>
                    <a:pt x="2409118" y="3495178"/>
                  </a:lnTo>
                  <a:lnTo>
                    <a:pt x="2410136" y="3495178"/>
                  </a:lnTo>
                  <a:lnTo>
                    <a:pt x="2410863" y="3495178"/>
                  </a:lnTo>
                  <a:lnTo>
                    <a:pt x="2411445" y="3495178"/>
                  </a:lnTo>
                  <a:lnTo>
                    <a:pt x="2412754" y="3492060"/>
                  </a:lnTo>
                  <a:lnTo>
                    <a:pt x="2413917" y="3489566"/>
                  </a:lnTo>
                  <a:lnTo>
                    <a:pt x="2416244" y="3486448"/>
                  </a:lnTo>
                  <a:lnTo>
                    <a:pt x="2416390" y="3485825"/>
                  </a:lnTo>
                  <a:lnTo>
                    <a:pt x="2416535" y="3485825"/>
                  </a:lnTo>
                  <a:lnTo>
                    <a:pt x="2418280" y="3484577"/>
                  </a:lnTo>
                  <a:lnTo>
                    <a:pt x="2419007" y="3482707"/>
                  </a:lnTo>
                  <a:lnTo>
                    <a:pt x="2419589" y="3481460"/>
                  </a:lnTo>
                  <a:lnTo>
                    <a:pt x="2419880" y="3481460"/>
                  </a:lnTo>
                  <a:lnTo>
                    <a:pt x="2420025" y="3481460"/>
                  </a:lnTo>
                  <a:lnTo>
                    <a:pt x="2420316" y="3480836"/>
                  </a:lnTo>
                  <a:lnTo>
                    <a:pt x="2421479" y="3480212"/>
                  </a:lnTo>
                  <a:lnTo>
                    <a:pt x="2421770" y="3480212"/>
                  </a:lnTo>
                  <a:lnTo>
                    <a:pt x="2422497" y="3479589"/>
                  </a:lnTo>
                  <a:lnTo>
                    <a:pt x="2423079" y="3477718"/>
                  </a:lnTo>
                  <a:lnTo>
                    <a:pt x="2423806" y="3476471"/>
                  </a:lnTo>
                  <a:lnTo>
                    <a:pt x="2425697" y="3472106"/>
                  </a:lnTo>
                  <a:lnTo>
                    <a:pt x="2425988" y="3471482"/>
                  </a:lnTo>
                  <a:lnTo>
                    <a:pt x="2426569" y="3470859"/>
                  </a:lnTo>
                  <a:lnTo>
                    <a:pt x="2428314" y="3469612"/>
                  </a:lnTo>
                  <a:lnTo>
                    <a:pt x="2428460" y="3469612"/>
                  </a:lnTo>
                  <a:lnTo>
                    <a:pt x="2429187" y="3467741"/>
                  </a:lnTo>
                  <a:lnTo>
                    <a:pt x="2429478" y="3467741"/>
                  </a:lnTo>
                  <a:lnTo>
                    <a:pt x="2431659" y="3465246"/>
                  </a:lnTo>
                  <a:lnTo>
                    <a:pt x="2431950" y="3464623"/>
                  </a:lnTo>
                  <a:lnTo>
                    <a:pt x="2431950" y="3463376"/>
                  </a:lnTo>
                  <a:lnTo>
                    <a:pt x="2433986" y="3463376"/>
                  </a:lnTo>
                  <a:lnTo>
                    <a:pt x="2434422" y="3463376"/>
                  </a:lnTo>
                  <a:lnTo>
                    <a:pt x="2435586" y="3462752"/>
                  </a:lnTo>
                  <a:lnTo>
                    <a:pt x="2437185" y="3462129"/>
                  </a:lnTo>
                  <a:lnTo>
                    <a:pt x="2438930" y="3461505"/>
                  </a:lnTo>
                  <a:lnTo>
                    <a:pt x="2441694" y="3459634"/>
                  </a:lnTo>
                  <a:lnTo>
                    <a:pt x="2442712" y="3456516"/>
                  </a:lnTo>
                  <a:lnTo>
                    <a:pt x="2443293" y="3455893"/>
                  </a:lnTo>
                  <a:lnTo>
                    <a:pt x="2443439" y="3455893"/>
                  </a:lnTo>
                  <a:lnTo>
                    <a:pt x="2444747" y="3454022"/>
                  </a:lnTo>
                  <a:lnTo>
                    <a:pt x="2445620" y="3454022"/>
                  </a:lnTo>
                  <a:lnTo>
                    <a:pt x="2446202" y="3453398"/>
                  </a:lnTo>
                  <a:lnTo>
                    <a:pt x="2446638" y="3452151"/>
                  </a:lnTo>
                  <a:lnTo>
                    <a:pt x="2447511" y="3451528"/>
                  </a:lnTo>
                  <a:lnTo>
                    <a:pt x="2448092" y="3450280"/>
                  </a:lnTo>
                  <a:lnTo>
                    <a:pt x="2449401" y="3449657"/>
                  </a:lnTo>
                  <a:lnTo>
                    <a:pt x="2450274" y="3449033"/>
                  </a:lnTo>
                  <a:lnTo>
                    <a:pt x="2450710" y="3447786"/>
                  </a:lnTo>
                  <a:lnTo>
                    <a:pt x="2452455" y="3445915"/>
                  </a:lnTo>
                  <a:lnTo>
                    <a:pt x="2453037" y="3445915"/>
                  </a:lnTo>
                  <a:lnTo>
                    <a:pt x="2453618" y="3445915"/>
                  </a:lnTo>
                  <a:lnTo>
                    <a:pt x="2454782" y="3445915"/>
                  </a:lnTo>
                  <a:lnTo>
                    <a:pt x="2455509" y="3445915"/>
                  </a:lnTo>
                  <a:lnTo>
                    <a:pt x="2456672" y="3445915"/>
                  </a:lnTo>
                  <a:lnTo>
                    <a:pt x="2457109" y="3445915"/>
                  </a:lnTo>
                  <a:lnTo>
                    <a:pt x="2458417" y="3445292"/>
                  </a:lnTo>
                  <a:lnTo>
                    <a:pt x="2458708" y="3445292"/>
                  </a:lnTo>
                  <a:lnTo>
                    <a:pt x="2459581" y="3444668"/>
                  </a:lnTo>
                  <a:lnTo>
                    <a:pt x="2460308" y="3444045"/>
                  </a:lnTo>
                  <a:lnTo>
                    <a:pt x="2460599" y="3443421"/>
                  </a:lnTo>
                  <a:lnTo>
                    <a:pt x="2461326" y="3440927"/>
                  </a:lnTo>
                  <a:lnTo>
                    <a:pt x="2463507" y="3440927"/>
                  </a:lnTo>
                  <a:lnTo>
                    <a:pt x="2463798" y="3440303"/>
                  </a:lnTo>
                  <a:lnTo>
                    <a:pt x="2463944" y="3439056"/>
                  </a:lnTo>
                  <a:lnTo>
                    <a:pt x="2464089" y="3437809"/>
                  </a:lnTo>
                  <a:lnTo>
                    <a:pt x="2465689" y="3435938"/>
                  </a:lnTo>
                  <a:lnTo>
                    <a:pt x="2466561" y="3434067"/>
                  </a:lnTo>
                  <a:lnTo>
                    <a:pt x="2466561" y="3433444"/>
                  </a:lnTo>
                  <a:lnTo>
                    <a:pt x="2467870" y="3432820"/>
                  </a:lnTo>
                  <a:lnTo>
                    <a:pt x="2468597" y="3431573"/>
                  </a:lnTo>
                  <a:lnTo>
                    <a:pt x="2469179" y="3430949"/>
                  </a:lnTo>
                  <a:lnTo>
                    <a:pt x="2469324" y="3430949"/>
                  </a:lnTo>
                  <a:lnTo>
                    <a:pt x="2469470" y="3430949"/>
                  </a:lnTo>
                  <a:lnTo>
                    <a:pt x="2470633" y="3428455"/>
                  </a:lnTo>
                  <a:lnTo>
                    <a:pt x="2471942" y="3426584"/>
                  </a:lnTo>
                  <a:lnTo>
                    <a:pt x="2473251" y="3425961"/>
                  </a:lnTo>
                  <a:lnTo>
                    <a:pt x="2473396" y="3425337"/>
                  </a:lnTo>
                  <a:lnTo>
                    <a:pt x="2473687" y="3420972"/>
                  </a:lnTo>
                  <a:lnTo>
                    <a:pt x="2473687" y="3419725"/>
                  </a:lnTo>
                  <a:lnTo>
                    <a:pt x="2477614" y="3415360"/>
                  </a:lnTo>
                  <a:lnTo>
                    <a:pt x="2478195" y="3415360"/>
                  </a:lnTo>
                  <a:lnTo>
                    <a:pt x="2478922" y="3414736"/>
                  </a:lnTo>
                  <a:lnTo>
                    <a:pt x="2479795" y="3414113"/>
                  </a:lnTo>
                  <a:lnTo>
                    <a:pt x="2480813" y="3414113"/>
                  </a:lnTo>
                  <a:lnTo>
                    <a:pt x="2483140" y="3412242"/>
                  </a:lnTo>
                  <a:lnTo>
                    <a:pt x="2483285" y="3409748"/>
                  </a:lnTo>
                  <a:lnTo>
                    <a:pt x="2483576" y="3409748"/>
                  </a:lnTo>
                  <a:lnTo>
                    <a:pt x="2484303" y="3409748"/>
                  </a:lnTo>
                  <a:lnTo>
                    <a:pt x="2484449" y="3409748"/>
                  </a:lnTo>
                  <a:lnTo>
                    <a:pt x="2485903" y="3409748"/>
                  </a:lnTo>
                  <a:lnTo>
                    <a:pt x="2488084" y="3407253"/>
                  </a:lnTo>
                  <a:lnTo>
                    <a:pt x="2489539" y="3406006"/>
                  </a:lnTo>
                  <a:lnTo>
                    <a:pt x="2491574" y="3404759"/>
                  </a:lnTo>
                  <a:lnTo>
                    <a:pt x="2492302" y="3403512"/>
                  </a:lnTo>
                  <a:lnTo>
                    <a:pt x="2492738" y="3401641"/>
                  </a:lnTo>
                  <a:lnTo>
                    <a:pt x="2494047" y="3400394"/>
                  </a:lnTo>
                  <a:lnTo>
                    <a:pt x="2494338" y="3400394"/>
                  </a:lnTo>
                  <a:lnTo>
                    <a:pt x="2495065" y="3398523"/>
                  </a:lnTo>
                  <a:lnTo>
                    <a:pt x="2495210" y="3398523"/>
                  </a:lnTo>
                  <a:lnTo>
                    <a:pt x="2497973" y="3392911"/>
                  </a:lnTo>
                  <a:lnTo>
                    <a:pt x="2498700" y="3392287"/>
                  </a:lnTo>
                  <a:lnTo>
                    <a:pt x="2498991" y="3392287"/>
                  </a:lnTo>
                  <a:lnTo>
                    <a:pt x="2499282" y="3392287"/>
                  </a:lnTo>
                  <a:lnTo>
                    <a:pt x="2499427" y="3391664"/>
                  </a:lnTo>
                  <a:lnTo>
                    <a:pt x="2500155" y="3391664"/>
                  </a:lnTo>
                  <a:lnTo>
                    <a:pt x="2500445" y="3391664"/>
                  </a:lnTo>
                  <a:lnTo>
                    <a:pt x="2500882" y="3391040"/>
                  </a:lnTo>
                  <a:lnTo>
                    <a:pt x="2501463" y="3390417"/>
                  </a:lnTo>
                  <a:lnTo>
                    <a:pt x="2502772" y="3388546"/>
                  </a:lnTo>
                  <a:lnTo>
                    <a:pt x="2504372" y="3386675"/>
                  </a:lnTo>
                  <a:lnTo>
                    <a:pt x="2507280" y="3383557"/>
                  </a:lnTo>
                  <a:lnTo>
                    <a:pt x="2507571" y="3383557"/>
                  </a:lnTo>
                  <a:lnTo>
                    <a:pt x="2508153" y="3382934"/>
                  </a:lnTo>
                  <a:lnTo>
                    <a:pt x="2509026" y="3382310"/>
                  </a:lnTo>
                  <a:lnTo>
                    <a:pt x="2509898" y="3382310"/>
                  </a:lnTo>
                  <a:lnTo>
                    <a:pt x="2510916" y="3382310"/>
                  </a:lnTo>
                  <a:lnTo>
                    <a:pt x="2513388" y="3380439"/>
                  </a:lnTo>
                  <a:lnTo>
                    <a:pt x="2514261" y="3379192"/>
                  </a:lnTo>
                  <a:lnTo>
                    <a:pt x="2514406" y="3377945"/>
                  </a:lnTo>
                  <a:lnTo>
                    <a:pt x="2515133" y="3375451"/>
                  </a:lnTo>
                  <a:lnTo>
                    <a:pt x="2515279" y="3375451"/>
                  </a:lnTo>
                  <a:lnTo>
                    <a:pt x="2516297" y="3374827"/>
                  </a:lnTo>
                  <a:lnTo>
                    <a:pt x="2518187" y="3372956"/>
                  </a:lnTo>
                  <a:lnTo>
                    <a:pt x="2519060" y="3372956"/>
                  </a:lnTo>
                  <a:lnTo>
                    <a:pt x="2520078" y="3372333"/>
                  </a:lnTo>
                  <a:lnTo>
                    <a:pt x="2522841" y="3371709"/>
                  </a:lnTo>
                  <a:lnTo>
                    <a:pt x="2522841" y="3371086"/>
                  </a:lnTo>
                  <a:lnTo>
                    <a:pt x="2524004" y="3369838"/>
                  </a:lnTo>
                  <a:lnTo>
                    <a:pt x="2525168" y="3368591"/>
                  </a:lnTo>
                  <a:lnTo>
                    <a:pt x="2528658" y="3367344"/>
                  </a:lnTo>
                  <a:lnTo>
                    <a:pt x="2529821" y="3366720"/>
                  </a:lnTo>
                  <a:lnTo>
                    <a:pt x="2530985" y="3366097"/>
                  </a:lnTo>
                  <a:lnTo>
                    <a:pt x="2531276" y="3364226"/>
                  </a:lnTo>
                  <a:lnTo>
                    <a:pt x="2532003" y="3364226"/>
                  </a:lnTo>
                  <a:lnTo>
                    <a:pt x="2533457" y="3361108"/>
                  </a:lnTo>
                  <a:lnTo>
                    <a:pt x="2533602" y="3361108"/>
                  </a:lnTo>
                  <a:lnTo>
                    <a:pt x="2535348" y="3358614"/>
                  </a:lnTo>
                  <a:lnTo>
                    <a:pt x="2538983" y="3357367"/>
                  </a:lnTo>
                  <a:lnTo>
                    <a:pt x="2539856" y="3356743"/>
                  </a:lnTo>
                  <a:lnTo>
                    <a:pt x="2540292" y="3356120"/>
                  </a:lnTo>
                  <a:lnTo>
                    <a:pt x="2541455" y="3356120"/>
                  </a:lnTo>
                  <a:lnTo>
                    <a:pt x="2541746" y="3356120"/>
                  </a:lnTo>
                  <a:lnTo>
                    <a:pt x="2542183" y="3354872"/>
                  </a:lnTo>
                  <a:lnTo>
                    <a:pt x="2542764" y="3354872"/>
                  </a:lnTo>
                  <a:lnTo>
                    <a:pt x="2543928" y="3353625"/>
                  </a:lnTo>
                  <a:lnTo>
                    <a:pt x="2544946" y="3353625"/>
                  </a:lnTo>
                  <a:lnTo>
                    <a:pt x="2545091" y="3353002"/>
                  </a:lnTo>
                  <a:lnTo>
                    <a:pt x="2546400" y="3351131"/>
                  </a:lnTo>
                  <a:lnTo>
                    <a:pt x="2547272" y="3350507"/>
                  </a:lnTo>
                  <a:lnTo>
                    <a:pt x="2547709" y="3350507"/>
                  </a:lnTo>
                  <a:lnTo>
                    <a:pt x="2548000" y="3350507"/>
                  </a:lnTo>
                  <a:lnTo>
                    <a:pt x="2548436" y="3349884"/>
                  </a:lnTo>
                  <a:lnTo>
                    <a:pt x="2549163" y="3346766"/>
                  </a:lnTo>
                  <a:lnTo>
                    <a:pt x="2551054" y="3346142"/>
                  </a:lnTo>
                  <a:lnTo>
                    <a:pt x="2552653" y="3346142"/>
                  </a:lnTo>
                  <a:lnTo>
                    <a:pt x="2552799" y="3346142"/>
                  </a:lnTo>
                  <a:lnTo>
                    <a:pt x="2553089" y="3345519"/>
                  </a:lnTo>
                  <a:lnTo>
                    <a:pt x="2558034" y="3339906"/>
                  </a:lnTo>
                  <a:lnTo>
                    <a:pt x="2558906" y="3339906"/>
                  </a:lnTo>
                  <a:lnTo>
                    <a:pt x="2560652" y="3339283"/>
                  </a:lnTo>
                  <a:lnTo>
                    <a:pt x="2561524" y="3338659"/>
                  </a:lnTo>
                  <a:lnTo>
                    <a:pt x="2561815" y="3338036"/>
                  </a:lnTo>
                  <a:lnTo>
                    <a:pt x="2562251" y="3338036"/>
                  </a:lnTo>
                  <a:lnTo>
                    <a:pt x="2562833" y="3338036"/>
                  </a:lnTo>
                  <a:lnTo>
                    <a:pt x="2563269" y="3338036"/>
                  </a:lnTo>
                  <a:lnTo>
                    <a:pt x="2564578" y="3338036"/>
                  </a:lnTo>
                  <a:lnTo>
                    <a:pt x="2565014" y="3338036"/>
                  </a:lnTo>
                  <a:lnTo>
                    <a:pt x="2566614" y="3336165"/>
                  </a:lnTo>
                  <a:lnTo>
                    <a:pt x="2566759" y="3336165"/>
                  </a:lnTo>
                  <a:lnTo>
                    <a:pt x="2566905" y="3336165"/>
                  </a:lnTo>
                  <a:lnTo>
                    <a:pt x="2569086" y="3334918"/>
                  </a:lnTo>
                  <a:lnTo>
                    <a:pt x="2570831" y="3333047"/>
                  </a:lnTo>
                  <a:lnTo>
                    <a:pt x="2571995" y="3331800"/>
                  </a:lnTo>
                  <a:lnTo>
                    <a:pt x="2572867" y="3331800"/>
                  </a:lnTo>
                  <a:lnTo>
                    <a:pt x="2573449" y="3328682"/>
                  </a:lnTo>
                  <a:lnTo>
                    <a:pt x="2573885" y="3328058"/>
                  </a:lnTo>
                  <a:lnTo>
                    <a:pt x="2574467" y="3328058"/>
                  </a:lnTo>
                  <a:lnTo>
                    <a:pt x="2576648" y="3323693"/>
                  </a:lnTo>
                  <a:lnTo>
                    <a:pt x="2577521" y="3323693"/>
                  </a:lnTo>
                  <a:lnTo>
                    <a:pt x="2578103" y="3322446"/>
                  </a:lnTo>
                  <a:lnTo>
                    <a:pt x="2578539" y="3321823"/>
                  </a:lnTo>
                  <a:lnTo>
                    <a:pt x="2579121" y="3321823"/>
                  </a:lnTo>
                  <a:lnTo>
                    <a:pt x="2579411" y="3321823"/>
                  </a:lnTo>
                  <a:lnTo>
                    <a:pt x="2581593" y="3319952"/>
                  </a:lnTo>
                  <a:lnTo>
                    <a:pt x="2583047" y="3318705"/>
                  </a:lnTo>
                  <a:lnTo>
                    <a:pt x="2584211" y="3318081"/>
                  </a:lnTo>
                  <a:lnTo>
                    <a:pt x="2586392" y="3315587"/>
                  </a:lnTo>
                  <a:lnTo>
                    <a:pt x="2587846" y="3313092"/>
                  </a:lnTo>
                  <a:lnTo>
                    <a:pt x="2588282" y="3312469"/>
                  </a:lnTo>
                  <a:lnTo>
                    <a:pt x="2588719" y="3311222"/>
                  </a:lnTo>
                  <a:lnTo>
                    <a:pt x="2589300" y="3309974"/>
                  </a:lnTo>
                  <a:lnTo>
                    <a:pt x="2589591" y="3309974"/>
                  </a:lnTo>
                  <a:lnTo>
                    <a:pt x="2590028" y="3308727"/>
                  </a:lnTo>
                  <a:lnTo>
                    <a:pt x="2591336" y="3307480"/>
                  </a:lnTo>
                  <a:lnTo>
                    <a:pt x="2592645" y="3306857"/>
                  </a:lnTo>
                  <a:lnTo>
                    <a:pt x="2592645" y="3304986"/>
                  </a:lnTo>
                  <a:lnTo>
                    <a:pt x="2595990" y="3301868"/>
                  </a:lnTo>
                  <a:lnTo>
                    <a:pt x="2596135" y="3301868"/>
                  </a:lnTo>
                  <a:lnTo>
                    <a:pt x="2597881" y="3301244"/>
                  </a:lnTo>
                  <a:lnTo>
                    <a:pt x="2598753" y="3300621"/>
                  </a:lnTo>
                  <a:lnTo>
                    <a:pt x="2599626" y="3296879"/>
                  </a:lnTo>
                  <a:lnTo>
                    <a:pt x="2600934" y="3295632"/>
                  </a:lnTo>
                  <a:lnTo>
                    <a:pt x="2602243" y="3293761"/>
                  </a:lnTo>
                  <a:lnTo>
                    <a:pt x="2603407" y="3292514"/>
                  </a:lnTo>
                  <a:lnTo>
                    <a:pt x="2603843" y="3292514"/>
                  </a:lnTo>
                  <a:lnTo>
                    <a:pt x="2604861" y="3292514"/>
                  </a:lnTo>
                  <a:lnTo>
                    <a:pt x="2605006" y="3292514"/>
                  </a:lnTo>
                  <a:lnTo>
                    <a:pt x="2605297" y="3291891"/>
                  </a:lnTo>
                  <a:lnTo>
                    <a:pt x="2606606" y="3291267"/>
                  </a:lnTo>
                  <a:lnTo>
                    <a:pt x="2606751" y="3290643"/>
                  </a:lnTo>
                  <a:lnTo>
                    <a:pt x="2607769" y="3289396"/>
                  </a:lnTo>
                  <a:lnTo>
                    <a:pt x="2608933" y="3289396"/>
                  </a:lnTo>
                  <a:lnTo>
                    <a:pt x="2611405" y="3286902"/>
                  </a:lnTo>
                  <a:lnTo>
                    <a:pt x="2611987" y="3285655"/>
                  </a:lnTo>
                  <a:lnTo>
                    <a:pt x="2613732" y="3284408"/>
                  </a:lnTo>
                  <a:lnTo>
                    <a:pt x="2614314" y="3283160"/>
                  </a:lnTo>
                  <a:lnTo>
                    <a:pt x="2615622" y="3281290"/>
                  </a:lnTo>
                  <a:lnTo>
                    <a:pt x="2616059" y="3280042"/>
                  </a:lnTo>
                  <a:lnTo>
                    <a:pt x="2616640" y="3279419"/>
                  </a:lnTo>
                  <a:lnTo>
                    <a:pt x="2617804" y="3278795"/>
                  </a:lnTo>
                  <a:lnTo>
                    <a:pt x="2618386" y="3278795"/>
                  </a:lnTo>
                  <a:lnTo>
                    <a:pt x="2618531" y="3276925"/>
                  </a:lnTo>
                  <a:lnTo>
                    <a:pt x="2620276" y="3275054"/>
                  </a:lnTo>
                  <a:lnTo>
                    <a:pt x="2622167" y="3272560"/>
                  </a:lnTo>
                  <a:lnTo>
                    <a:pt x="2623330" y="3271312"/>
                  </a:lnTo>
                  <a:lnTo>
                    <a:pt x="2625366" y="3269442"/>
                  </a:lnTo>
                  <a:lnTo>
                    <a:pt x="2626675" y="3269442"/>
                  </a:lnTo>
                  <a:lnTo>
                    <a:pt x="2626966" y="3269442"/>
                  </a:lnTo>
                  <a:lnTo>
                    <a:pt x="2627547" y="3268194"/>
                  </a:lnTo>
                  <a:lnTo>
                    <a:pt x="2628856" y="3266324"/>
                  </a:lnTo>
                  <a:lnTo>
                    <a:pt x="2630165" y="3265700"/>
                  </a:lnTo>
                  <a:lnTo>
                    <a:pt x="2632783" y="3263829"/>
                  </a:lnTo>
                  <a:lnTo>
                    <a:pt x="2633364" y="3263829"/>
                  </a:lnTo>
                  <a:lnTo>
                    <a:pt x="2634819" y="3263829"/>
                  </a:lnTo>
                  <a:lnTo>
                    <a:pt x="2636564" y="3263206"/>
                  </a:lnTo>
                  <a:lnTo>
                    <a:pt x="2637000" y="3263206"/>
                  </a:lnTo>
                  <a:lnTo>
                    <a:pt x="2637582" y="3262582"/>
                  </a:lnTo>
                  <a:lnTo>
                    <a:pt x="2638309" y="3261959"/>
                  </a:lnTo>
                  <a:lnTo>
                    <a:pt x="2639036" y="3261959"/>
                  </a:lnTo>
                  <a:lnTo>
                    <a:pt x="2640345" y="3260711"/>
                  </a:lnTo>
                  <a:lnTo>
                    <a:pt x="2641944" y="3260088"/>
                  </a:lnTo>
                  <a:lnTo>
                    <a:pt x="2643835" y="3258217"/>
                  </a:lnTo>
                  <a:lnTo>
                    <a:pt x="2644853" y="3258217"/>
                  </a:lnTo>
                  <a:lnTo>
                    <a:pt x="2644853" y="3256346"/>
                  </a:lnTo>
                  <a:lnTo>
                    <a:pt x="2645580" y="3254476"/>
                  </a:lnTo>
                  <a:lnTo>
                    <a:pt x="2646598" y="3250734"/>
                  </a:lnTo>
                  <a:lnTo>
                    <a:pt x="2647471" y="3250111"/>
                  </a:lnTo>
                  <a:lnTo>
                    <a:pt x="2647471" y="3249487"/>
                  </a:lnTo>
                  <a:lnTo>
                    <a:pt x="2648634" y="3248240"/>
                  </a:lnTo>
                  <a:lnTo>
                    <a:pt x="2650234" y="3247616"/>
                  </a:lnTo>
                  <a:lnTo>
                    <a:pt x="2650670" y="3246993"/>
                  </a:lnTo>
                  <a:lnTo>
                    <a:pt x="2651688" y="3243875"/>
                  </a:lnTo>
                  <a:lnTo>
                    <a:pt x="2654887" y="3243251"/>
                  </a:lnTo>
                  <a:lnTo>
                    <a:pt x="2655614" y="3242004"/>
                  </a:lnTo>
                  <a:lnTo>
                    <a:pt x="2655760" y="3242004"/>
                  </a:lnTo>
                  <a:lnTo>
                    <a:pt x="2656632" y="3238886"/>
                  </a:lnTo>
                  <a:lnTo>
                    <a:pt x="2656923" y="3237639"/>
                  </a:lnTo>
                  <a:lnTo>
                    <a:pt x="2658378" y="3237639"/>
                  </a:lnTo>
                  <a:lnTo>
                    <a:pt x="2661722" y="3235145"/>
                  </a:lnTo>
                  <a:lnTo>
                    <a:pt x="2662886" y="3235145"/>
                  </a:lnTo>
                  <a:lnTo>
                    <a:pt x="2663467" y="3235145"/>
                  </a:lnTo>
                  <a:lnTo>
                    <a:pt x="2663758" y="3235145"/>
                  </a:lnTo>
                  <a:lnTo>
                    <a:pt x="2663904" y="3235145"/>
                  </a:lnTo>
                  <a:lnTo>
                    <a:pt x="2664049" y="3235145"/>
                  </a:lnTo>
                  <a:lnTo>
                    <a:pt x="2664922" y="3235145"/>
                  </a:lnTo>
                  <a:lnTo>
                    <a:pt x="2667830" y="3228285"/>
                  </a:lnTo>
                  <a:lnTo>
                    <a:pt x="2668121" y="3228285"/>
                  </a:lnTo>
                  <a:lnTo>
                    <a:pt x="2669139" y="3228285"/>
                  </a:lnTo>
                  <a:lnTo>
                    <a:pt x="2671030" y="3225167"/>
                  </a:lnTo>
                  <a:lnTo>
                    <a:pt x="2673211" y="3224544"/>
                  </a:lnTo>
                  <a:lnTo>
                    <a:pt x="2674520" y="3222673"/>
                  </a:lnTo>
                  <a:lnTo>
                    <a:pt x="2674956" y="3219555"/>
                  </a:lnTo>
                  <a:lnTo>
                    <a:pt x="2675101" y="3218931"/>
                  </a:lnTo>
                  <a:lnTo>
                    <a:pt x="2676701" y="3217684"/>
                  </a:lnTo>
                  <a:lnTo>
                    <a:pt x="2681064" y="3215190"/>
                  </a:lnTo>
                  <a:lnTo>
                    <a:pt x="2682227" y="3215190"/>
                  </a:lnTo>
                  <a:lnTo>
                    <a:pt x="2682373" y="3213943"/>
                  </a:lnTo>
                  <a:lnTo>
                    <a:pt x="2682809" y="3212696"/>
                  </a:lnTo>
                  <a:lnTo>
                    <a:pt x="2683100" y="3212072"/>
                  </a:lnTo>
                  <a:lnTo>
                    <a:pt x="2683245" y="3212072"/>
                  </a:lnTo>
                  <a:lnTo>
                    <a:pt x="2683972" y="3212072"/>
                  </a:lnTo>
                  <a:lnTo>
                    <a:pt x="2684700" y="3212072"/>
                  </a:lnTo>
                  <a:lnTo>
                    <a:pt x="2687026" y="3210825"/>
                  </a:lnTo>
                  <a:lnTo>
                    <a:pt x="2689789" y="3208331"/>
                  </a:lnTo>
                  <a:lnTo>
                    <a:pt x="2690517" y="3207083"/>
                  </a:lnTo>
                  <a:lnTo>
                    <a:pt x="2690953" y="3203965"/>
                  </a:lnTo>
                  <a:lnTo>
                    <a:pt x="2692262" y="3203342"/>
                  </a:lnTo>
                  <a:lnTo>
                    <a:pt x="2692553" y="3202718"/>
                  </a:lnTo>
                  <a:lnTo>
                    <a:pt x="2693280" y="3202095"/>
                  </a:lnTo>
                  <a:lnTo>
                    <a:pt x="2693861" y="3201471"/>
                  </a:lnTo>
                  <a:lnTo>
                    <a:pt x="2694588" y="3200848"/>
                  </a:lnTo>
                  <a:lnTo>
                    <a:pt x="2695606" y="3198353"/>
                  </a:lnTo>
                  <a:lnTo>
                    <a:pt x="2697206" y="3197730"/>
                  </a:lnTo>
                  <a:lnTo>
                    <a:pt x="2697642" y="3197106"/>
                  </a:lnTo>
                  <a:lnTo>
                    <a:pt x="2698806" y="3197106"/>
                  </a:lnTo>
                  <a:lnTo>
                    <a:pt x="2700406" y="3197106"/>
                  </a:lnTo>
                  <a:lnTo>
                    <a:pt x="2701423" y="3196482"/>
                  </a:lnTo>
                  <a:lnTo>
                    <a:pt x="2703750" y="3195859"/>
                  </a:lnTo>
                  <a:lnTo>
                    <a:pt x="2704768" y="3194612"/>
                  </a:lnTo>
                  <a:lnTo>
                    <a:pt x="2706950" y="3194612"/>
                  </a:lnTo>
                  <a:lnTo>
                    <a:pt x="2707677" y="3194612"/>
                  </a:lnTo>
                  <a:lnTo>
                    <a:pt x="2708113" y="3193988"/>
                  </a:lnTo>
                  <a:lnTo>
                    <a:pt x="2708549" y="3193988"/>
                  </a:lnTo>
                  <a:lnTo>
                    <a:pt x="2708840" y="3193988"/>
                  </a:lnTo>
                  <a:lnTo>
                    <a:pt x="2710585" y="3191494"/>
                  </a:lnTo>
                  <a:lnTo>
                    <a:pt x="2711167" y="3191494"/>
                  </a:lnTo>
                  <a:lnTo>
                    <a:pt x="2712476" y="3190870"/>
                  </a:lnTo>
                  <a:lnTo>
                    <a:pt x="2713930" y="3188376"/>
                  </a:lnTo>
                  <a:lnTo>
                    <a:pt x="2714221" y="3188376"/>
                  </a:lnTo>
                  <a:lnTo>
                    <a:pt x="2715239" y="3187752"/>
                  </a:lnTo>
                  <a:lnTo>
                    <a:pt x="2717129" y="3187129"/>
                  </a:lnTo>
                  <a:lnTo>
                    <a:pt x="2717275" y="3187129"/>
                  </a:lnTo>
                  <a:lnTo>
                    <a:pt x="2718147" y="3187129"/>
                  </a:lnTo>
                  <a:lnTo>
                    <a:pt x="2719602" y="3186505"/>
                  </a:lnTo>
                  <a:lnTo>
                    <a:pt x="2719747" y="3185258"/>
                  </a:lnTo>
                  <a:lnTo>
                    <a:pt x="2720620" y="3182140"/>
                  </a:lnTo>
                  <a:lnTo>
                    <a:pt x="2721201" y="3182140"/>
                  </a:lnTo>
                  <a:lnTo>
                    <a:pt x="2722074" y="3180893"/>
                  </a:lnTo>
                  <a:lnTo>
                    <a:pt x="2722365" y="3180893"/>
                  </a:lnTo>
                  <a:lnTo>
                    <a:pt x="2723964" y="3179646"/>
                  </a:lnTo>
                  <a:lnTo>
                    <a:pt x="2725564" y="3175904"/>
                  </a:lnTo>
                  <a:lnTo>
                    <a:pt x="2726728" y="3174657"/>
                  </a:lnTo>
                  <a:lnTo>
                    <a:pt x="2727745" y="3174657"/>
                  </a:lnTo>
                  <a:lnTo>
                    <a:pt x="2727891" y="3174034"/>
                  </a:lnTo>
                  <a:lnTo>
                    <a:pt x="2730218" y="3167798"/>
                  </a:lnTo>
                  <a:lnTo>
                    <a:pt x="2731090" y="3164680"/>
                  </a:lnTo>
                  <a:lnTo>
                    <a:pt x="2731817" y="3163433"/>
                  </a:lnTo>
                  <a:lnTo>
                    <a:pt x="2733999" y="3162809"/>
                  </a:lnTo>
                  <a:lnTo>
                    <a:pt x="2734871" y="3161562"/>
                  </a:lnTo>
                  <a:lnTo>
                    <a:pt x="2735598" y="3160938"/>
                  </a:lnTo>
                  <a:lnTo>
                    <a:pt x="2736762" y="3159691"/>
                  </a:lnTo>
                  <a:lnTo>
                    <a:pt x="2738216" y="3158444"/>
                  </a:lnTo>
                  <a:lnTo>
                    <a:pt x="2738362" y="3158444"/>
                  </a:lnTo>
                  <a:lnTo>
                    <a:pt x="2738798" y="3157820"/>
                  </a:lnTo>
                  <a:lnTo>
                    <a:pt x="2740107" y="3156573"/>
                  </a:lnTo>
                  <a:lnTo>
                    <a:pt x="2741270" y="3154079"/>
                  </a:lnTo>
                  <a:lnTo>
                    <a:pt x="2743015" y="3153455"/>
                  </a:lnTo>
                  <a:lnTo>
                    <a:pt x="2745197" y="3152208"/>
                  </a:lnTo>
                  <a:lnTo>
                    <a:pt x="2746215" y="3151585"/>
                  </a:lnTo>
                  <a:lnTo>
                    <a:pt x="2746942" y="3151585"/>
                  </a:lnTo>
                  <a:lnTo>
                    <a:pt x="2751014" y="3149714"/>
                  </a:lnTo>
                  <a:lnTo>
                    <a:pt x="2751595" y="3149090"/>
                  </a:lnTo>
                  <a:lnTo>
                    <a:pt x="2752468" y="3148467"/>
                  </a:lnTo>
                  <a:lnTo>
                    <a:pt x="2756103" y="3146596"/>
                  </a:lnTo>
                  <a:lnTo>
                    <a:pt x="2756394" y="3145349"/>
                  </a:lnTo>
                  <a:lnTo>
                    <a:pt x="2757849" y="3143478"/>
                  </a:lnTo>
                  <a:lnTo>
                    <a:pt x="2758576" y="3142231"/>
                  </a:lnTo>
                  <a:lnTo>
                    <a:pt x="2759303" y="3140984"/>
                  </a:lnTo>
                  <a:lnTo>
                    <a:pt x="2760030" y="3139736"/>
                  </a:lnTo>
                  <a:lnTo>
                    <a:pt x="2760466" y="3139113"/>
                  </a:lnTo>
                  <a:lnTo>
                    <a:pt x="2762648" y="3139113"/>
                  </a:lnTo>
                  <a:lnTo>
                    <a:pt x="2763375" y="3137242"/>
                  </a:lnTo>
                  <a:lnTo>
                    <a:pt x="2763520" y="3137242"/>
                  </a:lnTo>
                  <a:lnTo>
                    <a:pt x="2763666" y="3137242"/>
                  </a:lnTo>
                  <a:lnTo>
                    <a:pt x="2767156" y="3135371"/>
                  </a:lnTo>
                  <a:lnTo>
                    <a:pt x="2767301" y="3135371"/>
                  </a:lnTo>
                  <a:lnTo>
                    <a:pt x="2768610" y="3134124"/>
                  </a:lnTo>
                  <a:lnTo>
                    <a:pt x="2768755" y="3134124"/>
                  </a:lnTo>
                  <a:lnTo>
                    <a:pt x="2769773" y="3132877"/>
                  </a:lnTo>
                  <a:lnTo>
                    <a:pt x="2770355" y="3132253"/>
                  </a:lnTo>
                  <a:lnTo>
                    <a:pt x="2770791" y="3132253"/>
                  </a:lnTo>
                  <a:lnTo>
                    <a:pt x="2771519" y="3131630"/>
                  </a:lnTo>
                  <a:lnTo>
                    <a:pt x="2772537" y="3130383"/>
                  </a:lnTo>
                  <a:lnTo>
                    <a:pt x="2773118" y="3129759"/>
                  </a:lnTo>
                  <a:lnTo>
                    <a:pt x="2774136" y="3129136"/>
                  </a:lnTo>
                  <a:lnTo>
                    <a:pt x="2776027" y="3127888"/>
                  </a:lnTo>
                  <a:lnTo>
                    <a:pt x="2776608" y="3126018"/>
                  </a:lnTo>
                  <a:lnTo>
                    <a:pt x="2778644" y="3126018"/>
                  </a:lnTo>
                  <a:lnTo>
                    <a:pt x="2780680" y="3124771"/>
                  </a:lnTo>
                  <a:lnTo>
                    <a:pt x="2781553" y="3123523"/>
                  </a:lnTo>
                  <a:lnTo>
                    <a:pt x="2782425" y="3122276"/>
                  </a:lnTo>
                  <a:lnTo>
                    <a:pt x="2782716" y="3122276"/>
                  </a:lnTo>
                  <a:lnTo>
                    <a:pt x="2784171" y="3121653"/>
                  </a:lnTo>
                  <a:lnTo>
                    <a:pt x="2785479" y="3121029"/>
                  </a:lnTo>
                  <a:lnTo>
                    <a:pt x="2787079" y="3119158"/>
                  </a:lnTo>
                  <a:lnTo>
                    <a:pt x="2788824" y="3116664"/>
                  </a:lnTo>
                  <a:lnTo>
                    <a:pt x="2789988" y="3116040"/>
                  </a:lnTo>
                  <a:lnTo>
                    <a:pt x="2790133" y="3116040"/>
                  </a:lnTo>
                  <a:lnTo>
                    <a:pt x="2790278" y="3115417"/>
                  </a:lnTo>
                  <a:lnTo>
                    <a:pt x="2790569" y="3114793"/>
                  </a:lnTo>
                  <a:lnTo>
                    <a:pt x="2790569" y="3114170"/>
                  </a:lnTo>
                  <a:lnTo>
                    <a:pt x="2792169" y="3113546"/>
                  </a:lnTo>
                  <a:lnTo>
                    <a:pt x="2793187" y="3111675"/>
                  </a:lnTo>
                  <a:lnTo>
                    <a:pt x="2795659" y="3109805"/>
                  </a:lnTo>
                  <a:lnTo>
                    <a:pt x="2796386" y="3107934"/>
                  </a:lnTo>
                  <a:lnTo>
                    <a:pt x="2798859" y="3104192"/>
                  </a:lnTo>
                  <a:lnTo>
                    <a:pt x="2799731" y="3101698"/>
                  </a:lnTo>
                  <a:lnTo>
                    <a:pt x="2800749" y="3100451"/>
                  </a:lnTo>
                  <a:lnTo>
                    <a:pt x="2802785" y="3099204"/>
                  </a:lnTo>
                  <a:lnTo>
                    <a:pt x="2804239" y="3098580"/>
                  </a:lnTo>
                  <a:lnTo>
                    <a:pt x="2805257" y="3097333"/>
                  </a:lnTo>
                  <a:lnTo>
                    <a:pt x="2806130" y="3096709"/>
                  </a:lnTo>
                  <a:lnTo>
                    <a:pt x="2806421" y="3095462"/>
                  </a:lnTo>
                  <a:lnTo>
                    <a:pt x="2807584" y="3094215"/>
                  </a:lnTo>
                  <a:lnTo>
                    <a:pt x="2808602" y="3090473"/>
                  </a:lnTo>
                  <a:lnTo>
                    <a:pt x="2808747" y="3090473"/>
                  </a:lnTo>
                  <a:lnTo>
                    <a:pt x="2810056" y="3088603"/>
                  </a:lnTo>
                  <a:lnTo>
                    <a:pt x="2811511" y="3087979"/>
                  </a:lnTo>
                  <a:lnTo>
                    <a:pt x="2814710" y="3083614"/>
                  </a:lnTo>
                  <a:lnTo>
                    <a:pt x="2815146" y="3083614"/>
                  </a:lnTo>
                  <a:lnTo>
                    <a:pt x="2817909" y="3082990"/>
                  </a:lnTo>
                  <a:lnTo>
                    <a:pt x="2818200" y="3082990"/>
                  </a:lnTo>
                  <a:lnTo>
                    <a:pt x="2819509" y="3080496"/>
                  </a:lnTo>
                  <a:lnTo>
                    <a:pt x="2819654" y="3080496"/>
                  </a:lnTo>
                  <a:lnTo>
                    <a:pt x="2821400" y="3079873"/>
                  </a:lnTo>
                  <a:lnTo>
                    <a:pt x="2822417" y="3079873"/>
                  </a:lnTo>
                  <a:lnTo>
                    <a:pt x="2822854" y="3078625"/>
                  </a:lnTo>
                  <a:lnTo>
                    <a:pt x="2822999" y="3078625"/>
                  </a:lnTo>
                  <a:lnTo>
                    <a:pt x="2824453" y="3077378"/>
                  </a:lnTo>
                  <a:lnTo>
                    <a:pt x="2827944" y="3073637"/>
                  </a:lnTo>
                  <a:lnTo>
                    <a:pt x="2828380" y="3073013"/>
                  </a:lnTo>
                  <a:lnTo>
                    <a:pt x="2830270" y="3073013"/>
                  </a:lnTo>
                  <a:lnTo>
                    <a:pt x="2831434" y="3072390"/>
                  </a:lnTo>
                  <a:lnTo>
                    <a:pt x="2834342" y="3071766"/>
                  </a:lnTo>
                  <a:lnTo>
                    <a:pt x="2836233" y="3071766"/>
                  </a:lnTo>
                  <a:lnTo>
                    <a:pt x="2836669" y="3071142"/>
                  </a:lnTo>
                  <a:lnTo>
                    <a:pt x="2837542" y="3070519"/>
                  </a:lnTo>
                  <a:lnTo>
                    <a:pt x="2838269" y="3068648"/>
                  </a:lnTo>
                  <a:lnTo>
                    <a:pt x="2838414" y="3068648"/>
                  </a:lnTo>
                  <a:lnTo>
                    <a:pt x="2838705" y="3068025"/>
                  </a:lnTo>
                  <a:lnTo>
                    <a:pt x="2839578" y="3067401"/>
                  </a:lnTo>
                  <a:lnTo>
                    <a:pt x="2839869" y="3066777"/>
                  </a:lnTo>
                  <a:lnTo>
                    <a:pt x="2841468" y="3064907"/>
                  </a:lnTo>
                  <a:lnTo>
                    <a:pt x="2843213" y="3063036"/>
                  </a:lnTo>
                  <a:lnTo>
                    <a:pt x="2843940" y="3061789"/>
                  </a:lnTo>
                  <a:lnTo>
                    <a:pt x="2845249" y="3060542"/>
                  </a:lnTo>
                  <a:lnTo>
                    <a:pt x="2846267" y="3059918"/>
                  </a:lnTo>
                  <a:lnTo>
                    <a:pt x="2851357" y="3053682"/>
                  </a:lnTo>
                  <a:lnTo>
                    <a:pt x="2852230" y="3053682"/>
                  </a:lnTo>
                  <a:lnTo>
                    <a:pt x="2853393" y="3052435"/>
                  </a:lnTo>
                  <a:lnTo>
                    <a:pt x="2853539" y="3052435"/>
                  </a:lnTo>
                  <a:lnTo>
                    <a:pt x="2853829" y="3052435"/>
                  </a:lnTo>
                  <a:lnTo>
                    <a:pt x="2854702" y="3050564"/>
                  </a:lnTo>
                  <a:lnTo>
                    <a:pt x="2857320" y="3045576"/>
                  </a:lnTo>
                  <a:lnTo>
                    <a:pt x="2858774" y="3044952"/>
                  </a:lnTo>
                  <a:lnTo>
                    <a:pt x="2859792" y="3044328"/>
                  </a:lnTo>
                  <a:lnTo>
                    <a:pt x="2861101" y="3043705"/>
                  </a:lnTo>
                  <a:lnTo>
                    <a:pt x="2864155" y="3042458"/>
                  </a:lnTo>
                  <a:lnTo>
                    <a:pt x="2867209" y="3042458"/>
                  </a:lnTo>
                  <a:lnTo>
                    <a:pt x="2868372" y="3042458"/>
                  </a:lnTo>
                  <a:lnTo>
                    <a:pt x="2868663" y="3041834"/>
                  </a:lnTo>
                  <a:lnTo>
                    <a:pt x="2870262" y="3040587"/>
                  </a:lnTo>
                  <a:lnTo>
                    <a:pt x="2872735" y="3036845"/>
                  </a:lnTo>
                  <a:lnTo>
                    <a:pt x="2873026" y="3035598"/>
                  </a:lnTo>
                  <a:lnTo>
                    <a:pt x="2874044" y="3033727"/>
                  </a:lnTo>
                  <a:lnTo>
                    <a:pt x="2876080" y="3031233"/>
                  </a:lnTo>
                  <a:lnTo>
                    <a:pt x="2876225" y="3031233"/>
                  </a:lnTo>
                  <a:lnTo>
                    <a:pt x="2878988" y="3031233"/>
                  </a:lnTo>
                  <a:lnTo>
                    <a:pt x="2880297" y="3031233"/>
                  </a:lnTo>
                  <a:lnTo>
                    <a:pt x="2881897" y="3029362"/>
                  </a:lnTo>
                  <a:lnTo>
                    <a:pt x="2882333" y="3029362"/>
                  </a:lnTo>
                  <a:lnTo>
                    <a:pt x="2885823" y="3025621"/>
                  </a:lnTo>
                  <a:lnTo>
                    <a:pt x="2886405" y="3025621"/>
                  </a:lnTo>
                  <a:lnTo>
                    <a:pt x="2888441" y="3023750"/>
                  </a:lnTo>
                  <a:lnTo>
                    <a:pt x="2889022" y="3020632"/>
                  </a:lnTo>
                  <a:lnTo>
                    <a:pt x="2889168" y="3020632"/>
                  </a:lnTo>
                  <a:lnTo>
                    <a:pt x="2891931" y="3018138"/>
                  </a:lnTo>
                  <a:lnTo>
                    <a:pt x="2893240" y="3017514"/>
                  </a:lnTo>
                  <a:lnTo>
                    <a:pt x="2894258" y="3016267"/>
                  </a:lnTo>
                  <a:lnTo>
                    <a:pt x="2895567" y="3015020"/>
                  </a:lnTo>
                  <a:lnTo>
                    <a:pt x="2896439" y="3013773"/>
                  </a:lnTo>
                  <a:lnTo>
                    <a:pt x="2898330" y="3012526"/>
                  </a:lnTo>
                  <a:lnTo>
                    <a:pt x="2899348" y="3011902"/>
                  </a:lnTo>
                  <a:lnTo>
                    <a:pt x="2900220" y="3010655"/>
                  </a:lnTo>
                  <a:lnTo>
                    <a:pt x="2901384" y="3010031"/>
                  </a:lnTo>
                  <a:lnTo>
                    <a:pt x="2902547" y="3007537"/>
                  </a:lnTo>
                  <a:lnTo>
                    <a:pt x="2903856" y="3005666"/>
                  </a:lnTo>
                  <a:lnTo>
                    <a:pt x="2905165" y="3003796"/>
                  </a:lnTo>
                  <a:lnTo>
                    <a:pt x="2905746" y="3003796"/>
                  </a:lnTo>
                  <a:lnTo>
                    <a:pt x="2906764" y="3000678"/>
                  </a:lnTo>
                  <a:lnTo>
                    <a:pt x="2906764" y="3000054"/>
                  </a:lnTo>
                  <a:lnTo>
                    <a:pt x="2907055" y="3000054"/>
                  </a:lnTo>
                  <a:lnTo>
                    <a:pt x="2907782" y="2999430"/>
                  </a:lnTo>
                  <a:lnTo>
                    <a:pt x="2908073" y="2999430"/>
                  </a:lnTo>
                  <a:lnTo>
                    <a:pt x="2908800" y="2996936"/>
                  </a:lnTo>
                  <a:lnTo>
                    <a:pt x="2909527" y="2995689"/>
                  </a:lnTo>
                  <a:lnTo>
                    <a:pt x="2910836" y="2993818"/>
                  </a:lnTo>
                  <a:lnTo>
                    <a:pt x="2912145" y="2992571"/>
                  </a:lnTo>
                  <a:lnTo>
                    <a:pt x="2912290" y="2992571"/>
                  </a:lnTo>
                  <a:lnTo>
                    <a:pt x="2913018" y="2991947"/>
                  </a:lnTo>
                  <a:lnTo>
                    <a:pt x="2913745" y="2990700"/>
                  </a:lnTo>
                  <a:lnTo>
                    <a:pt x="2914617" y="2990077"/>
                  </a:lnTo>
                  <a:lnTo>
                    <a:pt x="2914763" y="2990077"/>
                  </a:lnTo>
                  <a:lnTo>
                    <a:pt x="2917526" y="2986335"/>
                  </a:lnTo>
                  <a:lnTo>
                    <a:pt x="2918253" y="2985712"/>
                  </a:lnTo>
                  <a:lnTo>
                    <a:pt x="2919562" y="2985088"/>
                  </a:lnTo>
                  <a:lnTo>
                    <a:pt x="2920871" y="2984464"/>
                  </a:lnTo>
                  <a:lnTo>
                    <a:pt x="2922034" y="2983217"/>
                  </a:lnTo>
                  <a:lnTo>
                    <a:pt x="2923197" y="2982594"/>
                  </a:lnTo>
                  <a:lnTo>
                    <a:pt x="2924361" y="2981347"/>
                  </a:lnTo>
                  <a:lnTo>
                    <a:pt x="2926978" y="2980099"/>
                  </a:lnTo>
                  <a:lnTo>
                    <a:pt x="2926978" y="2979476"/>
                  </a:lnTo>
                  <a:lnTo>
                    <a:pt x="2927560" y="2978852"/>
                  </a:lnTo>
                  <a:lnTo>
                    <a:pt x="2929160" y="2976981"/>
                  </a:lnTo>
                  <a:lnTo>
                    <a:pt x="2930178" y="2976358"/>
                  </a:lnTo>
                  <a:lnTo>
                    <a:pt x="2930905" y="2976358"/>
                  </a:lnTo>
                  <a:lnTo>
                    <a:pt x="2931923" y="2976358"/>
                  </a:lnTo>
                  <a:lnTo>
                    <a:pt x="2932941" y="2975111"/>
                  </a:lnTo>
                  <a:lnTo>
                    <a:pt x="2933232" y="2975111"/>
                  </a:lnTo>
                  <a:lnTo>
                    <a:pt x="2933377" y="2975111"/>
                  </a:lnTo>
                  <a:lnTo>
                    <a:pt x="2935268" y="2972616"/>
                  </a:lnTo>
                  <a:lnTo>
                    <a:pt x="2936140" y="2970122"/>
                  </a:lnTo>
                  <a:lnTo>
                    <a:pt x="2936867" y="2969499"/>
                  </a:lnTo>
                  <a:lnTo>
                    <a:pt x="2938467" y="2967628"/>
                  </a:lnTo>
                  <a:lnTo>
                    <a:pt x="2938612" y="2967628"/>
                  </a:lnTo>
                  <a:lnTo>
                    <a:pt x="2940503" y="2967628"/>
                  </a:lnTo>
                  <a:lnTo>
                    <a:pt x="2941521" y="2966381"/>
                  </a:lnTo>
                  <a:lnTo>
                    <a:pt x="2942830" y="2962639"/>
                  </a:lnTo>
                  <a:lnTo>
                    <a:pt x="2943121" y="2962016"/>
                  </a:lnTo>
                  <a:lnTo>
                    <a:pt x="2948501" y="2957650"/>
                  </a:lnTo>
                  <a:lnTo>
                    <a:pt x="2948501" y="2957027"/>
                  </a:lnTo>
                  <a:lnTo>
                    <a:pt x="2949810" y="2955780"/>
                  </a:lnTo>
                  <a:lnTo>
                    <a:pt x="2950247" y="2955156"/>
                  </a:lnTo>
                  <a:lnTo>
                    <a:pt x="2950537" y="2955156"/>
                  </a:lnTo>
                  <a:lnTo>
                    <a:pt x="2951264" y="2954533"/>
                  </a:lnTo>
                  <a:lnTo>
                    <a:pt x="2951701" y="2953285"/>
                  </a:lnTo>
                  <a:lnTo>
                    <a:pt x="2953591" y="2952662"/>
                  </a:lnTo>
                  <a:lnTo>
                    <a:pt x="2956354" y="2948920"/>
                  </a:lnTo>
                  <a:lnTo>
                    <a:pt x="2957227" y="2947673"/>
                  </a:lnTo>
                  <a:lnTo>
                    <a:pt x="2959699" y="2944555"/>
                  </a:lnTo>
                  <a:lnTo>
                    <a:pt x="2960135" y="2944555"/>
                  </a:lnTo>
                  <a:lnTo>
                    <a:pt x="2961299" y="2943932"/>
                  </a:lnTo>
                  <a:lnTo>
                    <a:pt x="2962462" y="2943308"/>
                  </a:lnTo>
                  <a:lnTo>
                    <a:pt x="2963917" y="2943308"/>
                  </a:lnTo>
                  <a:lnTo>
                    <a:pt x="2964207" y="2942684"/>
                  </a:lnTo>
                  <a:lnTo>
                    <a:pt x="2964207" y="2942061"/>
                  </a:lnTo>
                  <a:lnTo>
                    <a:pt x="2965371" y="2939567"/>
                  </a:lnTo>
                  <a:lnTo>
                    <a:pt x="2966098" y="2937696"/>
                  </a:lnTo>
                  <a:lnTo>
                    <a:pt x="2966680" y="2937696"/>
                  </a:lnTo>
                  <a:lnTo>
                    <a:pt x="2967843" y="2936449"/>
                  </a:lnTo>
                  <a:lnTo>
                    <a:pt x="2968425" y="2936449"/>
                  </a:lnTo>
                  <a:lnTo>
                    <a:pt x="2970461" y="2935825"/>
                  </a:lnTo>
                  <a:lnTo>
                    <a:pt x="2972787" y="2934578"/>
                  </a:lnTo>
                  <a:lnTo>
                    <a:pt x="2977296" y="2926471"/>
                  </a:lnTo>
                  <a:lnTo>
                    <a:pt x="2979041" y="2924601"/>
                  </a:lnTo>
                  <a:lnTo>
                    <a:pt x="2981949" y="2923353"/>
                  </a:lnTo>
                  <a:lnTo>
                    <a:pt x="2983258" y="2923353"/>
                  </a:lnTo>
                  <a:lnTo>
                    <a:pt x="2984712" y="2923353"/>
                  </a:lnTo>
                  <a:lnTo>
                    <a:pt x="2985730" y="2921483"/>
                  </a:lnTo>
                  <a:lnTo>
                    <a:pt x="2986312" y="2919612"/>
                  </a:lnTo>
                  <a:lnTo>
                    <a:pt x="2986457" y="2919612"/>
                  </a:lnTo>
                  <a:lnTo>
                    <a:pt x="2986603" y="2919612"/>
                  </a:lnTo>
                  <a:lnTo>
                    <a:pt x="2987912" y="2919612"/>
                  </a:lnTo>
                  <a:lnTo>
                    <a:pt x="2988784" y="2918988"/>
                  </a:lnTo>
                  <a:lnTo>
                    <a:pt x="2990239" y="2917741"/>
                  </a:lnTo>
                  <a:lnTo>
                    <a:pt x="2991838" y="2916494"/>
                  </a:lnTo>
                  <a:lnTo>
                    <a:pt x="2993874" y="2913376"/>
                  </a:lnTo>
                  <a:lnTo>
                    <a:pt x="2995619" y="2912753"/>
                  </a:lnTo>
                  <a:lnTo>
                    <a:pt x="2996056" y="2912129"/>
                  </a:lnTo>
                  <a:lnTo>
                    <a:pt x="2998237" y="2908387"/>
                  </a:lnTo>
                  <a:lnTo>
                    <a:pt x="2999255" y="2908387"/>
                  </a:lnTo>
                  <a:lnTo>
                    <a:pt x="3000127" y="2908387"/>
                  </a:lnTo>
                  <a:lnTo>
                    <a:pt x="3000273" y="2908387"/>
                  </a:lnTo>
                  <a:lnTo>
                    <a:pt x="3000418" y="2908387"/>
                  </a:lnTo>
                  <a:lnTo>
                    <a:pt x="3001582" y="2907140"/>
                  </a:lnTo>
                  <a:lnTo>
                    <a:pt x="3001727" y="2907140"/>
                  </a:lnTo>
                  <a:lnTo>
                    <a:pt x="3003181" y="2906517"/>
                  </a:lnTo>
                  <a:lnTo>
                    <a:pt x="3003909" y="2905893"/>
                  </a:lnTo>
                  <a:lnTo>
                    <a:pt x="3004490" y="2904646"/>
                  </a:lnTo>
                  <a:lnTo>
                    <a:pt x="3007108" y="2904022"/>
                  </a:lnTo>
                  <a:lnTo>
                    <a:pt x="3007980" y="2901528"/>
                  </a:lnTo>
                  <a:lnTo>
                    <a:pt x="3009580" y="2900281"/>
                  </a:lnTo>
                  <a:lnTo>
                    <a:pt x="3010162" y="2899034"/>
                  </a:lnTo>
                  <a:lnTo>
                    <a:pt x="3011907" y="2897163"/>
                  </a:lnTo>
                  <a:lnTo>
                    <a:pt x="3013507" y="2895292"/>
                  </a:lnTo>
                  <a:lnTo>
                    <a:pt x="3014815" y="2894045"/>
                  </a:lnTo>
                  <a:lnTo>
                    <a:pt x="3015833" y="2893421"/>
                  </a:lnTo>
                  <a:lnTo>
                    <a:pt x="3015979" y="2893421"/>
                  </a:lnTo>
                  <a:lnTo>
                    <a:pt x="3016270" y="2893421"/>
                  </a:lnTo>
                  <a:lnTo>
                    <a:pt x="3019469" y="2888433"/>
                  </a:lnTo>
                  <a:lnTo>
                    <a:pt x="3020778" y="2886562"/>
                  </a:lnTo>
                  <a:lnTo>
                    <a:pt x="3021941" y="2886562"/>
                  </a:lnTo>
                  <a:lnTo>
                    <a:pt x="3023832" y="2885938"/>
                  </a:lnTo>
                  <a:lnTo>
                    <a:pt x="3024123" y="2885938"/>
                  </a:lnTo>
                  <a:lnTo>
                    <a:pt x="3025286" y="2883444"/>
                  </a:lnTo>
                  <a:lnTo>
                    <a:pt x="3026595" y="2882197"/>
                  </a:lnTo>
                  <a:lnTo>
                    <a:pt x="3027758" y="2880950"/>
                  </a:lnTo>
                  <a:lnTo>
                    <a:pt x="3027758" y="2880326"/>
                  </a:lnTo>
                  <a:lnTo>
                    <a:pt x="3028485" y="2879703"/>
                  </a:lnTo>
                  <a:lnTo>
                    <a:pt x="3030376" y="2879703"/>
                  </a:lnTo>
                  <a:lnTo>
                    <a:pt x="3032121" y="2879079"/>
                  </a:lnTo>
                  <a:lnTo>
                    <a:pt x="3033284" y="2878455"/>
                  </a:lnTo>
                  <a:lnTo>
                    <a:pt x="3033721" y="2877832"/>
                  </a:lnTo>
                  <a:lnTo>
                    <a:pt x="3035030" y="2876585"/>
                  </a:lnTo>
                  <a:lnTo>
                    <a:pt x="3035902" y="2874090"/>
                  </a:lnTo>
                  <a:lnTo>
                    <a:pt x="3036775" y="2874090"/>
                  </a:lnTo>
                  <a:lnTo>
                    <a:pt x="3037502" y="2871596"/>
                  </a:lnTo>
                  <a:lnTo>
                    <a:pt x="3041428" y="2867231"/>
                  </a:lnTo>
                  <a:lnTo>
                    <a:pt x="3043610" y="2864737"/>
                  </a:lnTo>
                  <a:lnTo>
                    <a:pt x="3044337" y="2864737"/>
                  </a:lnTo>
                  <a:lnTo>
                    <a:pt x="3044773" y="2864737"/>
                  </a:lnTo>
                  <a:lnTo>
                    <a:pt x="3048409" y="2863490"/>
                  </a:lnTo>
                  <a:lnTo>
                    <a:pt x="3048554" y="2863490"/>
                  </a:lnTo>
                  <a:lnTo>
                    <a:pt x="3049572" y="2862866"/>
                  </a:lnTo>
                  <a:lnTo>
                    <a:pt x="3051026" y="2862242"/>
                  </a:lnTo>
                  <a:lnTo>
                    <a:pt x="3051172" y="2862242"/>
                  </a:lnTo>
                  <a:lnTo>
                    <a:pt x="3051317" y="2861619"/>
                  </a:lnTo>
                  <a:lnTo>
                    <a:pt x="3052771" y="2859748"/>
                  </a:lnTo>
                  <a:lnTo>
                    <a:pt x="3052771" y="2859124"/>
                  </a:lnTo>
                  <a:lnTo>
                    <a:pt x="3054807" y="2857254"/>
                  </a:lnTo>
                  <a:lnTo>
                    <a:pt x="3055098" y="2857254"/>
                  </a:lnTo>
                  <a:lnTo>
                    <a:pt x="3058734" y="2855383"/>
                  </a:lnTo>
                  <a:lnTo>
                    <a:pt x="3060043" y="2853512"/>
                  </a:lnTo>
                  <a:lnTo>
                    <a:pt x="3060915" y="2851018"/>
                  </a:lnTo>
                  <a:lnTo>
                    <a:pt x="3062806" y="2849771"/>
                  </a:lnTo>
                  <a:lnTo>
                    <a:pt x="3063242" y="2849771"/>
                  </a:lnTo>
                  <a:lnTo>
                    <a:pt x="3063969" y="2847276"/>
                  </a:lnTo>
                  <a:lnTo>
                    <a:pt x="3064987" y="2844782"/>
                  </a:lnTo>
                  <a:lnTo>
                    <a:pt x="3067459" y="2843535"/>
                  </a:lnTo>
                  <a:lnTo>
                    <a:pt x="3070223" y="2841664"/>
                  </a:lnTo>
                  <a:lnTo>
                    <a:pt x="3071386" y="2841664"/>
                  </a:lnTo>
                  <a:lnTo>
                    <a:pt x="3072549" y="2841664"/>
                  </a:lnTo>
                  <a:lnTo>
                    <a:pt x="3074440" y="2840417"/>
                  </a:lnTo>
                  <a:lnTo>
                    <a:pt x="3075022" y="2840417"/>
                  </a:lnTo>
                  <a:lnTo>
                    <a:pt x="3075458" y="2839793"/>
                  </a:lnTo>
                  <a:lnTo>
                    <a:pt x="3076476" y="2839170"/>
                  </a:lnTo>
                  <a:lnTo>
                    <a:pt x="3077494" y="2837923"/>
                  </a:lnTo>
                  <a:lnTo>
                    <a:pt x="3081129" y="2836675"/>
                  </a:lnTo>
                  <a:lnTo>
                    <a:pt x="3082729" y="2834805"/>
                  </a:lnTo>
                  <a:lnTo>
                    <a:pt x="3082875" y="2834181"/>
                  </a:lnTo>
                  <a:lnTo>
                    <a:pt x="3084620" y="2832310"/>
                  </a:lnTo>
                  <a:lnTo>
                    <a:pt x="3085347" y="2830440"/>
                  </a:lnTo>
                  <a:lnTo>
                    <a:pt x="3085783" y="2829816"/>
                  </a:lnTo>
                  <a:lnTo>
                    <a:pt x="3087528" y="2827322"/>
                  </a:lnTo>
                  <a:lnTo>
                    <a:pt x="3088255" y="2827322"/>
                  </a:lnTo>
                  <a:lnTo>
                    <a:pt x="3089273" y="2826075"/>
                  </a:lnTo>
                  <a:lnTo>
                    <a:pt x="3090000" y="2824204"/>
                  </a:lnTo>
                  <a:lnTo>
                    <a:pt x="3092763" y="2822333"/>
                  </a:lnTo>
                  <a:lnTo>
                    <a:pt x="3093345" y="2822333"/>
                  </a:lnTo>
                  <a:lnTo>
                    <a:pt x="3094945" y="2822333"/>
                  </a:lnTo>
                  <a:lnTo>
                    <a:pt x="3097272" y="2819215"/>
                  </a:lnTo>
                  <a:lnTo>
                    <a:pt x="3099017" y="2819215"/>
                  </a:lnTo>
                  <a:lnTo>
                    <a:pt x="3099598" y="2818592"/>
                  </a:lnTo>
                  <a:lnTo>
                    <a:pt x="3100180" y="2817968"/>
                  </a:lnTo>
                  <a:lnTo>
                    <a:pt x="3102216" y="2817344"/>
                  </a:lnTo>
                  <a:lnTo>
                    <a:pt x="3104688" y="2815474"/>
                  </a:lnTo>
                  <a:lnTo>
                    <a:pt x="3106143" y="2813603"/>
                  </a:lnTo>
                  <a:lnTo>
                    <a:pt x="3106433" y="2813603"/>
                  </a:lnTo>
                  <a:lnTo>
                    <a:pt x="3106579" y="2813603"/>
                  </a:lnTo>
                  <a:lnTo>
                    <a:pt x="3111087" y="2810485"/>
                  </a:lnTo>
                  <a:lnTo>
                    <a:pt x="3114141" y="2809861"/>
                  </a:lnTo>
                  <a:lnTo>
                    <a:pt x="3114868" y="2809861"/>
                  </a:lnTo>
                  <a:lnTo>
                    <a:pt x="3115159" y="2809238"/>
                  </a:lnTo>
                  <a:lnTo>
                    <a:pt x="3117050" y="2809238"/>
                  </a:lnTo>
                  <a:lnTo>
                    <a:pt x="3118213" y="2807991"/>
                  </a:lnTo>
                  <a:lnTo>
                    <a:pt x="3120394" y="2806120"/>
                  </a:lnTo>
                  <a:lnTo>
                    <a:pt x="3120831" y="2806120"/>
                  </a:lnTo>
                  <a:lnTo>
                    <a:pt x="3122139" y="2806120"/>
                  </a:lnTo>
                  <a:lnTo>
                    <a:pt x="3123594" y="2805496"/>
                  </a:lnTo>
                  <a:lnTo>
                    <a:pt x="3124321" y="2804873"/>
                  </a:lnTo>
                  <a:lnTo>
                    <a:pt x="3125193" y="2798637"/>
                  </a:lnTo>
                  <a:lnTo>
                    <a:pt x="3126357" y="2798637"/>
                  </a:lnTo>
                  <a:lnTo>
                    <a:pt x="3128247" y="2796143"/>
                  </a:lnTo>
                  <a:lnTo>
                    <a:pt x="3129265" y="2792401"/>
                  </a:lnTo>
                  <a:lnTo>
                    <a:pt x="3131592" y="2791778"/>
                  </a:lnTo>
                  <a:lnTo>
                    <a:pt x="3132756" y="2790530"/>
                  </a:lnTo>
                  <a:lnTo>
                    <a:pt x="3133046" y="2788036"/>
                  </a:lnTo>
                  <a:lnTo>
                    <a:pt x="3134210" y="2787412"/>
                  </a:lnTo>
                  <a:lnTo>
                    <a:pt x="3136246" y="2785542"/>
                  </a:lnTo>
                  <a:lnTo>
                    <a:pt x="3138863" y="2784295"/>
                  </a:lnTo>
                  <a:lnTo>
                    <a:pt x="3140754" y="2779929"/>
                  </a:lnTo>
                  <a:lnTo>
                    <a:pt x="3142063" y="2779929"/>
                  </a:lnTo>
                  <a:lnTo>
                    <a:pt x="3142208" y="2777435"/>
                  </a:lnTo>
                  <a:lnTo>
                    <a:pt x="3144099" y="2776188"/>
                  </a:lnTo>
                  <a:lnTo>
                    <a:pt x="3144826" y="2775564"/>
                  </a:lnTo>
                  <a:lnTo>
                    <a:pt x="3145844" y="2773694"/>
                  </a:lnTo>
                  <a:lnTo>
                    <a:pt x="3147153" y="2772446"/>
                  </a:lnTo>
                  <a:lnTo>
                    <a:pt x="3148607" y="2769952"/>
                  </a:lnTo>
                  <a:lnTo>
                    <a:pt x="3151370" y="2768705"/>
                  </a:lnTo>
                  <a:lnTo>
                    <a:pt x="3151952" y="2766834"/>
                  </a:lnTo>
                  <a:lnTo>
                    <a:pt x="3152970" y="2766211"/>
                  </a:lnTo>
                  <a:lnTo>
                    <a:pt x="3155296" y="2763093"/>
                  </a:lnTo>
                  <a:lnTo>
                    <a:pt x="3156896" y="2761846"/>
                  </a:lnTo>
                  <a:lnTo>
                    <a:pt x="3158060" y="2759975"/>
                  </a:lnTo>
                  <a:lnTo>
                    <a:pt x="3158350" y="2759351"/>
                  </a:lnTo>
                  <a:lnTo>
                    <a:pt x="3159950" y="2759351"/>
                  </a:lnTo>
                  <a:lnTo>
                    <a:pt x="3160677" y="2758104"/>
                  </a:lnTo>
                  <a:lnTo>
                    <a:pt x="3162713" y="2754363"/>
                  </a:lnTo>
                  <a:lnTo>
                    <a:pt x="3163440" y="2754363"/>
                  </a:lnTo>
                  <a:lnTo>
                    <a:pt x="3166640" y="2751868"/>
                  </a:lnTo>
                  <a:lnTo>
                    <a:pt x="3168530" y="2751245"/>
                  </a:lnTo>
                  <a:lnTo>
                    <a:pt x="3169403" y="2750621"/>
                  </a:lnTo>
                  <a:lnTo>
                    <a:pt x="3171875" y="2748127"/>
                  </a:lnTo>
                  <a:lnTo>
                    <a:pt x="3172020" y="2748127"/>
                  </a:lnTo>
                  <a:lnTo>
                    <a:pt x="3172166" y="2748127"/>
                  </a:lnTo>
                  <a:lnTo>
                    <a:pt x="3173329" y="2746880"/>
                  </a:lnTo>
                  <a:lnTo>
                    <a:pt x="3174783" y="2746880"/>
                  </a:lnTo>
                  <a:lnTo>
                    <a:pt x="3176529" y="2745009"/>
                  </a:lnTo>
                  <a:lnTo>
                    <a:pt x="3177110" y="2745009"/>
                  </a:lnTo>
                  <a:lnTo>
                    <a:pt x="3177256" y="2745009"/>
                  </a:lnTo>
                  <a:lnTo>
                    <a:pt x="3179146" y="2744385"/>
                  </a:lnTo>
                  <a:lnTo>
                    <a:pt x="3180891" y="2741891"/>
                  </a:lnTo>
                  <a:lnTo>
                    <a:pt x="3181764" y="2741891"/>
                  </a:lnTo>
                  <a:lnTo>
                    <a:pt x="3183073" y="2740020"/>
                  </a:lnTo>
                  <a:lnTo>
                    <a:pt x="3185400" y="2738773"/>
                  </a:lnTo>
                  <a:lnTo>
                    <a:pt x="3186999" y="2738773"/>
                  </a:lnTo>
                  <a:lnTo>
                    <a:pt x="3188163" y="2737526"/>
                  </a:lnTo>
                  <a:lnTo>
                    <a:pt x="3188308" y="2737526"/>
                  </a:lnTo>
                  <a:lnTo>
                    <a:pt x="3188890" y="2737526"/>
                  </a:lnTo>
                  <a:lnTo>
                    <a:pt x="3189762" y="2737526"/>
                  </a:lnTo>
                  <a:lnTo>
                    <a:pt x="3190344" y="2736902"/>
                  </a:lnTo>
                  <a:lnTo>
                    <a:pt x="3192235" y="2733784"/>
                  </a:lnTo>
                  <a:lnTo>
                    <a:pt x="3193834" y="2733161"/>
                  </a:lnTo>
                  <a:lnTo>
                    <a:pt x="3194998" y="2731290"/>
                  </a:lnTo>
                  <a:lnTo>
                    <a:pt x="3196597" y="2731290"/>
                  </a:lnTo>
                  <a:lnTo>
                    <a:pt x="3199651" y="2729419"/>
                  </a:lnTo>
                  <a:lnTo>
                    <a:pt x="3200088" y="2729419"/>
                  </a:lnTo>
                  <a:lnTo>
                    <a:pt x="3200960" y="2729419"/>
                  </a:lnTo>
                  <a:lnTo>
                    <a:pt x="3203869" y="2726925"/>
                  </a:lnTo>
                  <a:lnTo>
                    <a:pt x="3205177" y="2725678"/>
                  </a:lnTo>
                  <a:lnTo>
                    <a:pt x="3206923" y="2723183"/>
                  </a:lnTo>
                  <a:lnTo>
                    <a:pt x="3208086" y="2721313"/>
                  </a:lnTo>
                  <a:lnTo>
                    <a:pt x="3208958" y="2720689"/>
                  </a:lnTo>
                  <a:lnTo>
                    <a:pt x="3210267" y="2718818"/>
                  </a:lnTo>
                  <a:lnTo>
                    <a:pt x="3212012" y="2717571"/>
                  </a:lnTo>
                  <a:lnTo>
                    <a:pt x="3212885" y="2715077"/>
                  </a:lnTo>
                  <a:lnTo>
                    <a:pt x="3213612" y="2714453"/>
                  </a:lnTo>
                  <a:lnTo>
                    <a:pt x="3217248" y="2710712"/>
                  </a:lnTo>
                  <a:lnTo>
                    <a:pt x="3218557" y="2710088"/>
                  </a:lnTo>
                  <a:lnTo>
                    <a:pt x="3221901" y="2706970"/>
                  </a:lnTo>
                  <a:lnTo>
                    <a:pt x="3223210" y="2703229"/>
                  </a:lnTo>
                  <a:lnTo>
                    <a:pt x="3223792" y="2701982"/>
                  </a:lnTo>
                  <a:lnTo>
                    <a:pt x="3224228" y="2701982"/>
                  </a:lnTo>
                  <a:lnTo>
                    <a:pt x="3225537" y="2701982"/>
                  </a:lnTo>
                  <a:lnTo>
                    <a:pt x="3227282" y="2700735"/>
                  </a:lnTo>
                  <a:lnTo>
                    <a:pt x="3228591" y="2700111"/>
                  </a:lnTo>
                  <a:lnTo>
                    <a:pt x="3228736" y="2700111"/>
                  </a:lnTo>
                  <a:lnTo>
                    <a:pt x="3230045" y="2697617"/>
                  </a:lnTo>
                  <a:lnTo>
                    <a:pt x="3230191" y="2697617"/>
                  </a:lnTo>
                  <a:lnTo>
                    <a:pt x="3230772" y="2696993"/>
                  </a:lnTo>
                  <a:lnTo>
                    <a:pt x="3231790" y="2695746"/>
                  </a:lnTo>
                  <a:lnTo>
                    <a:pt x="3231790" y="2695122"/>
                  </a:lnTo>
                  <a:lnTo>
                    <a:pt x="3233681" y="2693875"/>
                  </a:lnTo>
                  <a:lnTo>
                    <a:pt x="3235571" y="2692628"/>
                  </a:lnTo>
                  <a:lnTo>
                    <a:pt x="3237462" y="2691381"/>
                  </a:lnTo>
                  <a:lnTo>
                    <a:pt x="3237753" y="2691381"/>
                  </a:lnTo>
                  <a:lnTo>
                    <a:pt x="3240807" y="2690757"/>
                  </a:lnTo>
                  <a:lnTo>
                    <a:pt x="3243715" y="2688263"/>
                  </a:lnTo>
                  <a:lnTo>
                    <a:pt x="3244006" y="2687639"/>
                  </a:lnTo>
                  <a:lnTo>
                    <a:pt x="3244442" y="2687639"/>
                  </a:lnTo>
                  <a:lnTo>
                    <a:pt x="3251132" y="2677038"/>
                  </a:lnTo>
                  <a:lnTo>
                    <a:pt x="3251859" y="2676415"/>
                  </a:lnTo>
                  <a:lnTo>
                    <a:pt x="3254331" y="2675791"/>
                  </a:lnTo>
                  <a:lnTo>
                    <a:pt x="3255349" y="2674544"/>
                  </a:lnTo>
                  <a:lnTo>
                    <a:pt x="3255495" y="2674544"/>
                  </a:lnTo>
                  <a:lnTo>
                    <a:pt x="3258258" y="2673920"/>
                  </a:lnTo>
                  <a:lnTo>
                    <a:pt x="3259857" y="2672050"/>
                  </a:lnTo>
                  <a:lnTo>
                    <a:pt x="3259857" y="2671426"/>
                  </a:lnTo>
                  <a:lnTo>
                    <a:pt x="3261457" y="2669555"/>
                  </a:lnTo>
                  <a:lnTo>
                    <a:pt x="3262620" y="2668308"/>
                  </a:lnTo>
                  <a:lnTo>
                    <a:pt x="3263057" y="2668308"/>
                  </a:lnTo>
                  <a:lnTo>
                    <a:pt x="3264511" y="2667685"/>
                  </a:lnTo>
                  <a:lnTo>
                    <a:pt x="3266111" y="2665190"/>
                  </a:lnTo>
                  <a:lnTo>
                    <a:pt x="3266692" y="2664567"/>
                  </a:lnTo>
                  <a:lnTo>
                    <a:pt x="3268001" y="2663943"/>
                  </a:lnTo>
                  <a:lnTo>
                    <a:pt x="3270037" y="2661449"/>
                  </a:lnTo>
                  <a:lnTo>
                    <a:pt x="3271782" y="2658955"/>
                  </a:lnTo>
                  <a:lnTo>
                    <a:pt x="3273091" y="2655837"/>
                  </a:lnTo>
                  <a:lnTo>
                    <a:pt x="3273382" y="2655213"/>
                  </a:lnTo>
                  <a:lnTo>
                    <a:pt x="3274545" y="2653342"/>
                  </a:lnTo>
                  <a:lnTo>
                    <a:pt x="3275418" y="2652719"/>
                  </a:lnTo>
                  <a:lnTo>
                    <a:pt x="3277163" y="2647730"/>
                  </a:lnTo>
                  <a:lnTo>
                    <a:pt x="3280217" y="2643989"/>
                  </a:lnTo>
                  <a:lnTo>
                    <a:pt x="3282253" y="2639623"/>
                  </a:lnTo>
                  <a:lnTo>
                    <a:pt x="3283271" y="2638376"/>
                  </a:lnTo>
                  <a:lnTo>
                    <a:pt x="3285307" y="2638376"/>
                  </a:lnTo>
                  <a:lnTo>
                    <a:pt x="3285598" y="2637753"/>
                  </a:lnTo>
                  <a:lnTo>
                    <a:pt x="3286907" y="2637129"/>
                  </a:lnTo>
                  <a:lnTo>
                    <a:pt x="3289815" y="2635258"/>
                  </a:lnTo>
                  <a:lnTo>
                    <a:pt x="3291851" y="2634635"/>
                  </a:lnTo>
                  <a:lnTo>
                    <a:pt x="3291996" y="2634635"/>
                  </a:lnTo>
                  <a:lnTo>
                    <a:pt x="3293305" y="2632140"/>
                  </a:lnTo>
                  <a:lnTo>
                    <a:pt x="3294032" y="2630893"/>
                  </a:lnTo>
                  <a:lnTo>
                    <a:pt x="3294469" y="2629646"/>
                  </a:lnTo>
                  <a:lnTo>
                    <a:pt x="3295341" y="2627152"/>
                  </a:lnTo>
                  <a:lnTo>
                    <a:pt x="3296650" y="2627152"/>
                  </a:lnTo>
                  <a:lnTo>
                    <a:pt x="3299704" y="2624657"/>
                  </a:lnTo>
                  <a:lnTo>
                    <a:pt x="3300722" y="2621540"/>
                  </a:lnTo>
                  <a:lnTo>
                    <a:pt x="3302322" y="2620292"/>
                  </a:lnTo>
                  <a:lnTo>
                    <a:pt x="3303921" y="2618422"/>
                  </a:lnTo>
                  <a:lnTo>
                    <a:pt x="3305085" y="2614680"/>
                  </a:lnTo>
                  <a:lnTo>
                    <a:pt x="3306394" y="2613433"/>
                  </a:lnTo>
                  <a:lnTo>
                    <a:pt x="3307121" y="2612809"/>
                  </a:lnTo>
                  <a:lnTo>
                    <a:pt x="3309011" y="2610939"/>
                  </a:lnTo>
                  <a:lnTo>
                    <a:pt x="3309157" y="2610939"/>
                  </a:lnTo>
                  <a:lnTo>
                    <a:pt x="3311629" y="2608444"/>
                  </a:lnTo>
                  <a:lnTo>
                    <a:pt x="3312356" y="2607821"/>
                  </a:lnTo>
                  <a:lnTo>
                    <a:pt x="3314247" y="2606574"/>
                  </a:lnTo>
                  <a:lnTo>
                    <a:pt x="3316282" y="2601585"/>
                  </a:lnTo>
                  <a:lnTo>
                    <a:pt x="3316428" y="2601585"/>
                  </a:lnTo>
                  <a:lnTo>
                    <a:pt x="3318318" y="2600338"/>
                  </a:lnTo>
                  <a:lnTo>
                    <a:pt x="3320064" y="2600338"/>
                  </a:lnTo>
                  <a:lnTo>
                    <a:pt x="3320791" y="2600338"/>
                  </a:lnTo>
                  <a:lnTo>
                    <a:pt x="3324572" y="2597843"/>
                  </a:lnTo>
                  <a:lnTo>
                    <a:pt x="3325735" y="2597220"/>
                  </a:lnTo>
                  <a:lnTo>
                    <a:pt x="3326317" y="2597220"/>
                  </a:lnTo>
                  <a:lnTo>
                    <a:pt x="3327917" y="2597220"/>
                  </a:lnTo>
                  <a:lnTo>
                    <a:pt x="3330389" y="2597220"/>
                  </a:lnTo>
                  <a:lnTo>
                    <a:pt x="3331407" y="2594102"/>
                  </a:lnTo>
                  <a:lnTo>
                    <a:pt x="3331988" y="2593478"/>
                  </a:lnTo>
                  <a:lnTo>
                    <a:pt x="3333152" y="2591608"/>
                  </a:lnTo>
                  <a:lnTo>
                    <a:pt x="3333879" y="2590984"/>
                  </a:lnTo>
                  <a:lnTo>
                    <a:pt x="3335188" y="2588490"/>
                  </a:lnTo>
                  <a:lnTo>
                    <a:pt x="3336787" y="2587866"/>
                  </a:lnTo>
                  <a:lnTo>
                    <a:pt x="3338533" y="2586619"/>
                  </a:lnTo>
                  <a:lnTo>
                    <a:pt x="3340132" y="2586619"/>
                  </a:lnTo>
                  <a:lnTo>
                    <a:pt x="3342023" y="2584125"/>
                  </a:lnTo>
                  <a:lnTo>
                    <a:pt x="3343622" y="2581630"/>
                  </a:lnTo>
                  <a:lnTo>
                    <a:pt x="3346967" y="2579760"/>
                  </a:lnTo>
                  <a:lnTo>
                    <a:pt x="3347694" y="2578512"/>
                  </a:lnTo>
                  <a:lnTo>
                    <a:pt x="3348567" y="2577265"/>
                  </a:lnTo>
                  <a:lnTo>
                    <a:pt x="3349439" y="2575394"/>
                  </a:lnTo>
                  <a:lnTo>
                    <a:pt x="3351039" y="2572277"/>
                  </a:lnTo>
                  <a:lnTo>
                    <a:pt x="3352057" y="2569159"/>
                  </a:lnTo>
                  <a:lnTo>
                    <a:pt x="3353802" y="2567911"/>
                  </a:lnTo>
                  <a:lnTo>
                    <a:pt x="3354529" y="2567288"/>
                  </a:lnTo>
                  <a:lnTo>
                    <a:pt x="3354675" y="2567288"/>
                  </a:lnTo>
                  <a:lnTo>
                    <a:pt x="3358892" y="2564170"/>
                  </a:lnTo>
                  <a:lnTo>
                    <a:pt x="3360492" y="2563546"/>
                  </a:lnTo>
                  <a:lnTo>
                    <a:pt x="3360637" y="2563546"/>
                  </a:lnTo>
                  <a:lnTo>
                    <a:pt x="3364709" y="2562299"/>
                  </a:lnTo>
                  <a:lnTo>
                    <a:pt x="3364855" y="2562299"/>
                  </a:lnTo>
                  <a:lnTo>
                    <a:pt x="3367472" y="2561052"/>
                  </a:lnTo>
                  <a:lnTo>
                    <a:pt x="3370090" y="2559805"/>
                  </a:lnTo>
                  <a:lnTo>
                    <a:pt x="3371544" y="2558558"/>
                  </a:lnTo>
                  <a:lnTo>
                    <a:pt x="3371690" y="2558558"/>
                  </a:lnTo>
                  <a:lnTo>
                    <a:pt x="3374744" y="2557311"/>
                  </a:lnTo>
                  <a:lnTo>
                    <a:pt x="3374889" y="2557311"/>
                  </a:lnTo>
                  <a:lnTo>
                    <a:pt x="3376052" y="2557311"/>
                  </a:lnTo>
                  <a:lnTo>
                    <a:pt x="3378525" y="2557311"/>
                  </a:lnTo>
                  <a:lnTo>
                    <a:pt x="3379833" y="2556687"/>
                  </a:lnTo>
                  <a:lnTo>
                    <a:pt x="3381288" y="2555440"/>
                  </a:lnTo>
                  <a:lnTo>
                    <a:pt x="3382306" y="2554193"/>
                  </a:lnTo>
                  <a:lnTo>
                    <a:pt x="3384342" y="2553569"/>
                  </a:lnTo>
                  <a:lnTo>
                    <a:pt x="3386232" y="2552946"/>
                  </a:lnTo>
                  <a:lnTo>
                    <a:pt x="3387396" y="2549828"/>
                  </a:lnTo>
                  <a:lnTo>
                    <a:pt x="3387686" y="2549828"/>
                  </a:lnTo>
                  <a:lnTo>
                    <a:pt x="3388268" y="2546710"/>
                  </a:lnTo>
                  <a:lnTo>
                    <a:pt x="3389868" y="2545463"/>
                  </a:lnTo>
                  <a:lnTo>
                    <a:pt x="3392049" y="2544215"/>
                  </a:lnTo>
                  <a:lnTo>
                    <a:pt x="3393067" y="2543592"/>
                  </a:lnTo>
                  <a:lnTo>
                    <a:pt x="3394958" y="2542345"/>
                  </a:lnTo>
                  <a:lnTo>
                    <a:pt x="3395394" y="2542345"/>
                  </a:lnTo>
                  <a:lnTo>
                    <a:pt x="3396994" y="2541721"/>
                  </a:lnTo>
                  <a:lnTo>
                    <a:pt x="3400193" y="2541097"/>
                  </a:lnTo>
                  <a:lnTo>
                    <a:pt x="3401502" y="2539850"/>
                  </a:lnTo>
                  <a:lnTo>
                    <a:pt x="3402229" y="2537980"/>
                  </a:lnTo>
                  <a:lnTo>
                    <a:pt x="3405428" y="2536732"/>
                  </a:lnTo>
                  <a:lnTo>
                    <a:pt x="3407755" y="2535485"/>
                  </a:lnTo>
                  <a:lnTo>
                    <a:pt x="3408191" y="2534238"/>
                  </a:lnTo>
                  <a:lnTo>
                    <a:pt x="3408191" y="2533614"/>
                  </a:lnTo>
                  <a:lnTo>
                    <a:pt x="3408773" y="2533614"/>
                  </a:lnTo>
                  <a:lnTo>
                    <a:pt x="3411972" y="2530497"/>
                  </a:lnTo>
                  <a:lnTo>
                    <a:pt x="3415608" y="2529873"/>
                  </a:lnTo>
                  <a:lnTo>
                    <a:pt x="3418662" y="2527379"/>
                  </a:lnTo>
                  <a:lnTo>
                    <a:pt x="3420843" y="2526755"/>
                  </a:lnTo>
                  <a:lnTo>
                    <a:pt x="3421716" y="2526755"/>
                  </a:lnTo>
                  <a:lnTo>
                    <a:pt x="3422443" y="2526755"/>
                  </a:lnTo>
                  <a:lnTo>
                    <a:pt x="3422589" y="2526755"/>
                  </a:lnTo>
                  <a:lnTo>
                    <a:pt x="3425352" y="2526755"/>
                  </a:lnTo>
                  <a:lnTo>
                    <a:pt x="3428987" y="2524261"/>
                  </a:lnTo>
                  <a:lnTo>
                    <a:pt x="3429133" y="2524261"/>
                  </a:lnTo>
                  <a:lnTo>
                    <a:pt x="3429569" y="2523637"/>
                  </a:lnTo>
                  <a:lnTo>
                    <a:pt x="3429714" y="2523014"/>
                  </a:lnTo>
                  <a:lnTo>
                    <a:pt x="3431750" y="2521766"/>
                  </a:lnTo>
                  <a:lnTo>
                    <a:pt x="3432768" y="2521143"/>
                  </a:lnTo>
                  <a:lnTo>
                    <a:pt x="3434077" y="2519896"/>
                  </a:lnTo>
                  <a:lnTo>
                    <a:pt x="3438294" y="2516778"/>
                  </a:lnTo>
                  <a:lnTo>
                    <a:pt x="3441058" y="2515531"/>
                  </a:lnTo>
                  <a:lnTo>
                    <a:pt x="3441785" y="2514283"/>
                  </a:lnTo>
                  <a:lnTo>
                    <a:pt x="3443239" y="2513660"/>
                  </a:lnTo>
                  <a:lnTo>
                    <a:pt x="3446002" y="2510542"/>
                  </a:lnTo>
                  <a:lnTo>
                    <a:pt x="3448765" y="2506177"/>
                  </a:lnTo>
                  <a:lnTo>
                    <a:pt x="3449056" y="2505553"/>
                  </a:lnTo>
                  <a:lnTo>
                    <a:pt x="3449783" y="2505553"/>
                  </a:lnTo>
                  <a:lnTo>
                    <a:pt x="3451528" y="2504306"/>
                  </a:lnTo>
                  <a:lnTo>
                    <a:pt x="3456036" y="2500565"/>
                  </a:lnTo>
                  <a:lnTo>
                    <a:pt x="3456327" y="2500565"/>
                  </a:lnTo>
                  <a:lnTo>
                    <a:pt x="3458072" y="2499941"/>
                  </a:lnTo>
                  <a:lnTo>
                    <a:pt x="3458509" y="2499941"/>
                  </a:lnTo>
                  <a:lnTo>
                    <a:pt x="3459236" y="2498070"/>
                  </a:lnTo>
                  <a:lnTo>
                    <a:pt x="3460545" y="2498070"/>
                  </a:lnTo>
                  <a:lnTo>
                    <a:pt x="3460690" y="2497447"/>
                  </a:lnTo>
                  <a:lnTo>
                    <a:pt x="3462435" y="2496200"/>
                  </a:lnTo>
                  <a:lnTo>
                    <a:pt x="3462581" y="2496200"/>
                  </a:lnTo>
                  <a:lnTo>
                    <a:pt x="3465198" y="2494329"/>
                  </a:lnTo>
                  <a:lnTo>
                    <a:pt x="3466798" y="2493705"/>
                  </a:lnTo>
                  <a:lnTo>
                    <a:pt x="3467380" y="2493082"/>
                  </a:lnTo>
                  <a:lnTo>
                    <a:pt x="3469561" y="2488093"/>
                  </a:lnTo>
                  <a:lnTo>
                    <a:pt x="3470143" y="2487469"/>
                  </a:lnTo>
                  <a:lnTo>
                    <a:pt x="3473197" y="2486222"/>
                  </a:lnTo>
                  <a:lnTo>
                    <a:pt x="3475378" y="2485599"/>
                  </a:lnTo>
                  <a:lnTo>
                    <a:pt x="3477414" y="2482481"/>
                  </a:lnTo>
                  <a:lnTo>
                    <a:pt x="3478577" y="2480610"/>
                  </a:lnTo>
                  <a:lnTo>
                    <a:pt x="3485267" y="2472503"/>
                  </a:lnTo>
                  <a:lnTo>
                    <a:pt x="3486721" y="2470633"/>
                  </a:lnTo>
                  <a:lnTo>
                    <a:pt x="3488175" y="2468762"/>
                  </a:lnTo>
                  <a:lnTo>
                    <a:pt x="3490502" y="2465020"/>
                  </a:lnTo>
                  <a:lnTo>
                    <a:pt x="3490648" y="2465020"/>
                  </a:lnTo>
                  <a:lnTo>
                    <a:pt x="3490938" y="2465020"/>
                  </a:lnTo>
                  <a:lnTo>
                    <a:pt x="3493120" y="2461902"/>
                  </a:lnTo>
                  <a:lnTo>
                    <a:pt x="3493120" y="2461279"/>
                  </a:lnTo>
                  <a:lnTo>
                    <a:pt x="3495301" y="2458785"/>
                  </a:lnTo>
                  <a:lnTo>
                    <a:pt x="3495592" y="2458785"/>
                  </a:lnTo>
                  <a:lnTo>
                    <a:pt x="3497483" y="2456914"/>
                  </a:lnTo>
                  <a:lnTo>
                    <a:pt x="3498937" y="2455667"/>
                  </a:lnTo>
                  <a:lnTo>
                    <a:pt x="3502136" y="2451925"/>
                  </a:lnTo>
                  <a:lnTo>
                    <a:pt x="3503736" y="2451925"/>
                  </a:lnTo>
                  <a:lnTo>
                    <a:pt x="3505336" y="2450678"/>
                  </a:lnTo>
                  <a:lnTo>
                    <a:pt x="3505626" y="2450054"/>
                  </a:lnTo>
                  <a:lnTo>
                    <a:pt x="3506063" y="2448807"/>
                  </a:lnTo>
                  <a:lnTo>
                    <a:pt x="3508680" y="2445066"/>
                  </a:lnTo>
                  <a:lnTo>
                    <a:pt x="3510426" y="2443195"/>
                  </a:lnTo>
                  <a:lnTo>
                    <a:pt x="3513043" y="2441948"/>
                  </a:lnTo>
                  <a:lnTo>
                    <a:pt x="3514497" y="2439454"/>
                  </a:lnTo>
                  <a:lnTo>
                    <a:pt x="3515952" y="2438830"/>
                  </a:lnTo>
                  <a:lnTo>
                    <a:pt x="3517697" y="2436959"/>
                  </a:lnTo>
                  <a:lnTo>
                    <a:pt x="3518133" y="2436336"/>
                  </a:lnTo>
                  <a:lnTo>
                    <a:pt x="3519151" y="2435088"/>
                  </a:lnTo>
                  <a:lnTo>
                    <a:pt x="3521478" y="2433218"/>
                  </a:lnTo>
                  <a:lnTo>
                    <a:pt x="3523659" y="2431347"/>
                  </a:lnTo>
                  <a:lnTo>
                    <a:pt x="3525695" y="2430723"/>
                  </a:lnTo>
                  <a:lnTo>
                    <a:pt x="3525986" y="2430100"/>
                  </a:lnTo>
                  <a:lnTo>
                    <a:pt x="3527440" y="2426358"/>
                  </a:lnTo>
                  <a:lnTo>
                    <a:pt x="3529185" y="2423864"/>
                  </a:lnTo>
                  <a:lnTo>
                    <a:pt x="3529767" y="2423240"/>
                  </a:lnTo>
                  <a:lnTo>
                    <a:pt x="3533694" y="2421370"/>
                  </a:lnTo>
                  <a:lnTo>
                    <a:pt x="3535148" y="2419499"/>
                  </a:lnTo>
                  <a:lnTo>
                    <a:pt x="3537038" y="2418875"/>
                  </a:lnTo>
                  <a:lnTo>
                    <a:pt x="3538202" y="2418252"/>
                  </a:lnTo>
                  <a:lnTo>
                    <a:pt x="3541837" y="2416381"/>
                  </a:lnTo>
                  <a:lnTo>
                    <a:pt x="3542128" y="2416381"/>
                  </a:lnTo>
                  <a:lnTo>
                    <a:pt x="3545909" y="2415757"/>
                  </a:lnTo>
                  <a:lnTo>
                    <a:pt x="3548527" y="2414510"/>
                  </a:lnTo>
                  <a:lnTo>
                    <a:pt x="3550563" y="2412639"/>
                  </a:lnTo>
                  <a:lnTo>
                    <a:pt x="3551145" y="2412016"/>
                  </a:lnTo>
                  <a:lnTo>
                    <a:pt x="3552890" y="2410769"/>
                  </a:lnTo>
                  <a:lnTo>
                    <a:pt x="3554780" y="2410769"/>
                  </a:lnTo>
                  <a:lnTo>
                    <a:pt x="3556525" y="2410769"/>
                  </a:lnTo>
                  <a:lnTo>
                    <a:pt x="3559725" y="2408898"/>
                  </a:lnTo>
                  <a:lnTo>
                    <a:pt x="3561324" y="2408274"/>
                  </a:lnTo>
                  <a:lnTo>
                    <a:pt x="3561615" y="2408274"/>
                  </a:lnTo>
                  <a:lnTo>
                    <a:pt x="3562633" y="2408274"/>
                  </a:lnTo>
                  <a:lnTo>
                    <a:pt x="3564960" y="2405780"/>
                  </a:lnTo>
                  <a:lnTo>
                    <a:pt x="3565105" y="2405780"/>
                  </a:lnTo>
                  <a:lnTo>
                    <a:pt x="3565251" y="2405780"/>
                  </a:lnTo>
                  <a:lnTo>
                    <a:pt x="3568741" y="2402662"/>
                  </a:lnTo>
                  <a:lnTo>
                    <a:pt x="3571068" y="2400791"/>
                  </a:lnTo>
                  <a:lnTo>
                    <a:pt x="3571359" y="2400791"/>
                  </a:lnTo>
                  <a:lnTo>
                    <a:pt x="3571795" y="2400791"/>
                  </a:lnTo>
                  <a:lnTo>
                    <a:pt x="3572086" y="2400791"/>
                  </a:lnTo>
                  <a:lnTo>
                    <a:pt x="3575576" y="2398921"/>
                  </a:lnTo>
                  <a:lnTo>
                    <a:pt x="3576449" y="2398921"/>
                  </a:lnTo>
                  <a:lnTo>
                    <a:pt x="3578339" y="2397674"/>
                  </a:lnTo>
                  <a:lnTo>
                    <a:pt x="3579357" y="2397050"/>
                  </a:lnTo>
                  <a:lnTo>
                    <a:pt x="3581393" y="2395803"/>
                  </a:lnTo>
                  <a:lnTo>
                    <a:pt x="3582702" y="2395803"/>
                  </a:lnTo>
                  <a:lnTo>
                    <a:pt x="3583865" y="2393308"/>
                  </a:lnTo>
                  <a:lnTo>
                    <a:pt x="3584738" y="2393308"/>
                  </a:lnTo>
                  <a:lnTo>
                    <a:pt x="3584883" y="2393308"/>
                  </a:lnTo>
                  <a:lnTo>
                    <a:pt x="3586919" y="2392061"/>
                  </a:lnTo>
                  <a:lnTo>
                    <a:pt x="3589101" y="2391438"/>
                  </a:lnTo>
                  <a:lnTo>
                    <a:pt x="3590991" y="2389567"/>
                  </a:lnTo>
                  <a:lnTo>
                    <a:pt x="3593463" y="2385825"/>
                  </a:lnTo>
                  <a:lnTo>
                    <a:pt x="3595645" y="2383331"/>
                  </a:lnTo>
                  <a:lnTo>
                    <a:pt x="3596227" y="2383331"/>
                  </a:lnTo>
                  <a:lnTo>
                    <a:pt x="3596372" y="2383331"/>
                  </a:lnTo>
                  <a:lnTo>
                    <a:pt x="3597245" y="2383331"/>
                  </a:lnTo>
                  <a:lnTo>
                    <a:pt x="3599426" y="2382084"/>
                  </a:lnTo>
                  <a:lnTo>
                    <a:pt x="3603643" y="2377095"/>
                  </a:lnTo>
                  <a:lnTo>
                    <a:pt x="3604080" y="2377095"/>
                  </a:lnTo>
                  <a:lnTo>
                    <a:pt x="3605679" y="2375225"/>
                  </a:lnTo>
                  <a:lnTo>
                    <a:pt x="3608297" y="2374601"/>
                  </a:lnTo>
                  <a:lnTo>
                    <a:pt x="3609897" y="2371483"/>
                  </a:lnTo>
                  <a:lnTo>
                    <a:pt x="3610333" y="2371483"/>
                  </a:lnTo>
                  <a:lnTo>
                    <a:pt x="3612514" y="2368989"/>
                  </a:lnTo>
                  <a:lnTo>
                    <a:pt x="3613823" y="2368365"/>
                  </a:lnTo>
                  <a:lnTo>
                    <a:pt x="3615859" y="2367742"/>
                  </a:lnTo>
                  <a:lnTo>
                    <a:pt x="3619785" y="2362753"/>
                  </a:lnTo>
                  <a:lnTo>
                    <a:pt x="3619931" y="2362753"/>
                  </a:lnTo>
                  <a:lnTo>
                    <a:pt x="3621240" y="2362753"/>
                  </a:lnTo>
                  <a:lnTo>
                    <a:pt x="3622694" y="2362753"/>
                  </a:lnTo>
                  <a:lnTo>
                    <a:pt x="3624730" y="2362129"/>
                  </a:lnTo>
                  <a:lnTo>
                    <a:pt x="3626039" y="2362129"/>
                  </a:lnTo>
                  <a:lnTo>
                    <a:pt x="3628220" y="2355894"/>
                  </a:lnTo>
                  <a:lnTo>
                    <a:pt x="3631274" y="2355270"/>
                  </a:lnTo>
                  <a:lnTo>
                    <a:pt x="3633601" y="2354023"/>
                  </a:lnTo>
                  <a:lnTo>
                    <a:pt x="3635491" y="2351528"/>
                  </a:lnTo>
                  <a:lnTo>
                    <a:pt x="3636219" y="2350281"/>
                  </a:lnTo>
                  <a:lnTo>
                    <a:pt x="3637237" y="2349034"/>
                  </a:lnTo>
                  <a:lnTo>
                    <a:pt x="3640145" y="2346540"/>
                  </a:lnTo>
                  <a:lnTo>
                    <a:pt x="3642763" y="2345293"/>
                  </a:lnTo>
                  <a:lnTo>
                    <a:pt x="3644799" y="2344669"/>
                  </a:lnTo>
                  <a:lnTo>
                    <a:pt x="3645380" y="2344045"/>
                  </a:lnTo>
                  <a:lnTo>
                    <a:pt x="3645817" y="2344045"/>
                  </a:lnTo>
                  <a:lnTo>
                    <a:pt x="3647853" y="2342798"/>
                  </a:lnTo>
                  <a:lnTo>
                    <a:pt x="3650907" y="2339680"/>
                  </a:lnTo>
                  <a:lnTo>
                    <a:pt x="3652506" y="2338433"/>
                  </a:lnTo>
                  <a:lnTo>
                    <a:pt x="3654106" y="2337810"/>
                  </a:lnTo>
                  <a:lnTo>
                    <a:pt x="3656142" y="2336562"/>
                  </a:lnTo>
                  <a:lnTo>
                    <a:pt x="3658178" y="2334692"/>
                  </a:lnTo>
                  <a:lnTo>
                    <a:pt x="3658469" y="2334692"/>
                  </a:lnTo>
                  <a:lnTo>
                    <a:pt x="3659050" y="2334068"/>
                  </a:lnTo>
                  <a:lnTo>
                    <a:pt x="3659050" y="2333445"/>
                  </a:lnTo>
                  <a:lnTo>
                    <a:pt x="3659050" y="2332821"/>
                  </a:lnTo>
                  <a:lnTo>
                    <a:pt x="3660941" y="2329079"/>
                  </a:lnTo>
                  <a:lnTo>
                    <a:pt x="3662104" y="2327209"/>
                  </a:lnTo>
                  <a:lnTo>
                    <a:pt x="3663995" y="2325962"/>
                  </a:lnTo>
                  <a:lnTo>
                    <a:pt x="3664140" y="2325962"/>
                  </a:lnTo>
                  <a:lnTo>
                    <a:pt x="3666903" y="2324714"/>
                  </a:lnTo>
                  <a:lnTo>
                    <a:pt x="3668067" y="2323467"/>
                  </a:lnTo>
                  <a:lnTo>
                    <a:pt x="3672139" y="2316608"/>
                  </a:lnTo>
                  <a:lnTo>
                    <a:pt x="3673738" y="2315361"/>
                  </a:lnTo>
                  <a:lnTo>
                    <a:pt x="3677083" y="2315361"/>
                  </a:lnTo>
                  <a:lnTo>
                    <a:pt x="3678392" y="2315361"/>
                  </a:lnTo>
                  <a:lnTo>
                    <a:pt x="3680137" y="2314113"/>
                  </a:lnTo>
                  <a:lnTo>
                    <a:pt x="3680573" y="2313490"/>
                  </a:lnTo>
                  <a:lnTo>
                    <a:pt x="3683336" y="2310372"/>
                  </a:lnTo>
                  <a:lnTo>
                    <a:pt x="3683482" y="2310372"/>
                  </a:lnTo>
                  <a:lnTo>
                    <a:pt x="3685082" y="2307254"/>
                  </a:lnTo>
                  <a:lnTo>
                    <a:pt x="3689881" y="2306007"/>
                  </a:lnTo>
                  <a:lnTo>
                    <a:pt x="3692062" y="2304136"/>
                  </a:lnTo>
                  <a:lnTo>
                    <a:pt x="3693807" y="2304136"/>
                  </a:lnTo>
                  <a:lnTo>
                    <a:pt x="3695552" y="2299771"/>
                  </a:lnTo>
                  <a:lnTo>
                    <a:pt x="3697006" y="2297900"/>
                  </a:lnTo>
                  <a:lnTo>
                    <a:pt x="3698024" y="2297900"/>
                  </a:lnTo>
                  <a:lnTo>
                    <a:pt x="3698461" y="2297900"/>
                  </a:lnTo>
                  <a:lnTo>
                    <a:pt x="3701515" y="2296030"/>
                  </a:lnTo>
                  <a:lnTo>
                    <a:pt x="3703841" y="2291041"/>
                  </a:lnTo>
                  <a:lnTo>
                    <a:pt x="3706314" y="2290417"/>
                  </a:lnTo>
                  <a:lnTo>
                    <a:pt x="3706895" y="2290417"/>
                  </a:lnTo>
                  <a:lnTo>
                    <a:pt x="3709077" y="2289170"/>
                  </a:lnTo>
                  <a:lnTo>
                    <a:pt x="3709368" y="2288547"/>
                  </a:lnTo>
                  <a:lnTo>
                    <a:pt x="3711694" y="2286052"/>
                  </a:lnTo>
                  <a:lnTo>
                    <a:pt x="3714021" y="2283558"/>
                  </a:lnTo>
                  <a:lnTo>
                    <a:pt x="3717075" y="2281687"/>
                  </a:lnTo>
                  <a:lnTo>
                    <a:pt x="3719547" y="2279816"/>
                  </a:lnTo>
                  <a:lnTo>
                    <a:pt x="3720856" y="2279193"/>
                  </a:lnTo>
                  <a:lnTo>
                    <a:pt x="3723038" y="2277946"/>
                  </a:lnTo>
                  <a:lnTo>
                    <a:pt x="3725801" y="2276699"/>
                  </a:lnTo>
                  <a:lnTo>
                    <a:pt x="3727982" y="2274204"/>
                  </a:lnTo>
                  <a:lnTo>
                    <a:pt x="3729873" y="2270463"/>
                  </a:lnTo>
                  <a:lnTo>
                    <a:pt x="3730163" y="2270463"/>
                  </a:lnTo>
                  <a:lnTo>
                    <a:pt x="3735980" y="2264227"/>
                  </a:lnTo>
                  <a:lnTo>
                    <a:pt x="3736853" y="2264227"/>
                  </a:lnTo>
                  <a:lnTo>
                    <a:pt x="3737144" y="2264227"/>
                  </a:lnTo>
                  <a:lnTo>
                    <a:pt x="3739180" y="2262356"/>
                  </a:lnTo>
                  <a:lnTo>
                    <a:pt x="3740343" y="2262356"/>
                  </a:lnTo>
                  <a:lnTo>
                    <a:pt x="3743106" y="2258615"/>
                  </a:lnTo>
                  <a:lnTo>
                    <a:pt x="3745433" y="2256120"/>
                  </a:lnTo>
                  <a:lnTo>
                    <a:pt x="3746451" y="2255497"/>
                  </a:lnTo>
                  <a:lnTo>
                    <a:pt x="3748923" y="2254873"/>
                  </a:lnTo>
                  <a:lnTo>
                    <a:pt x="3750959" y="2251755"/>
                  </a:lnTo>
                  <a:lnTo>
                    <a:pt x="3753286" y="2249885"/>
                  </a:lnTo>
                  <a:lnTo>
                    <a:pt x="3756922" y="2248014"/>
                  </a:lnTo>
                  <a:lnTo>
                    <a:pt x="3757503" y="2248014"/>
                  </a:lnTo>
                  <a:lnTo>
                    <a:pt x="3758085" y="2248014"/>
                  </a:lnTo>
                  <a:lnTo>
                    <a:pt x="3758667" y="2248014"/>
                  </a:lnTo>
                  <a:lnTo>
                    <a:pt x="3760121" y="2245519"/>
                  </a:lnTo>
                  <a:lnTo>
                    <a:pt x="3762448" y="2243025"/>
                  </a:lnTo>
                  <a:lnTo>
                    <a:pt x="3764048" y="2241778"/>
                  </a:lnTo>
                  <a:lnTo>
                    <a:pt x="3764193" y="2241778"/>
                  </a:lnTo>
                  <a:lnTo>
                    <a:pt x="3764629" y="2241778"/>
                  </a:lnTo>
                  <a:lnTo>
                    <a:pt x="3766956" y="2239284"/>
                  </a:lnTo>
                  <a:lnTo>
                    <a:pt x="3768992" y="2237413"/>
                  </a:lnTo>
                  <a:lnTo>
                    <a:pt x="3773646" y="2232424"/>
                  </a:lnTo>
                  <a:lnTo>
                    <a:pt x="3774373" y="2232424"/>
                  </a:lnTo>
                  <a:lnTo>
                    <a:pt x="3777136" y="2230553"/>
                  </a:lnTo>
                  <a:lnTo>
                    <a:pt x="3778736" y="2229306"/>
                  </a:lnTo>
                  <a:lnTo>
                    <a:pt x="3780190" y="2228683"/>
                  </a:lnTo>
                  <a:lnTo>
                    <a:pt x="3783825" y="2226188"/>
                  </a:lnTo>
                  <a:lnTo>
                    <a:pt x="3786879" y="2223694"/>
                  </a:lnTo>
                  <a:lnTo>
                    <a:pt x="3787170" y="2223694"/>
                  </a:lnTo>
                  <a:lnTo>
                    <a:pt x="3790079" y="2221200"/>
                  </a:lnTo>
                  <a:lnTo>
                    <a:pt x="3791678" y="2219953"/>
                  </a:lnTo>
                  <a:lnTo>
                    <a:pt x="3794587" y="2218082"/>
                  </a:lnTo>
                  <a:lnTo>
                    <a:pt x="3797205" y="2214340"/>
                  </a:lnTo>
                  <a:lnTo>
                    <a:pt x="3797495" y="2213093"/>
                  </a:lnTo>
                  <a:lnTo>
                    <a:pt x="3797495" y="2211222"/>
                  </a:lnTo>
                  <a:lnTo>
                    <a:pt x="3798659" y="2211222"/>
                  </a:lnTo>
                  <a:lnTo>
                    <a:pt x="3799241" y="2209975"/>
                  </a:lnTo>
                  <a:lnTo>
                    <a:pt x="3799386" y="2209975"/>
                  </a:lnTo>
                  <a:lnTo>
                    <a:pt x="3801422" y="2208728"/>
                  </a:lnTo>
                  <a:lnTo>
                    <a:pt x="3801567" y="2208728"/>
                  </a:lnTo>
                  <a:lnTo>
                    <a:pt x="3803458" y="2207481"/>
                  </a:lnTo>
                  <a:lnTo>
                    <a:pt x="3805494" y="2206857"/>
                  </a:lnTo>
                  <a:lnTo>
                    <a:pt x="3808839" y="2205610"/>
                  </a:lnTo>
                  <a:lnTo>
                    <a:pt x="3808984" y="2205610"/>
                  </a:lnTo>
                  <a:lnTo>
                    <a:pt x="3810293" y="2203739"/>
                  </a:lnTo>
                  <a:lnTo>
                    <a:pt x="3811165" y="2203116"/>
                  </a:lnTo>
                  <a:lnTo>
                    <a:pt x="3813201" y="2202492"/>
                  </a:lnTo>
                  <a:lnTo>
                    <a:pt x="3816401" y="2200622"/>
                  </a:lnTo>
                  <a:lnTo>
                    <a:pt x="3818146" y="2197504"/>
                  </a:lnTo>
                  <a:lnTo>
                    <a:pt x="3818728" y="2197504"/>
                  </a:lnTo>
                  <a:lnTo>
                    <a:pt x="3819891" y="2196880"/>
                  </a:lnTo>
                  <a:lnTo>
                    <a:pt x="3821927" y="2195009"/>
                  </a:lnTo>
                  <a:lnTo>
                    <a:pt x="3824108" y="2193139"/>
                  </a:lnTo>
                  <a:lnTo>
                    <a:pt x="3826435" y="2189397"/>
                  </a:lnTo>
                  <a:lnTo>
                    <a:pt x="3828471" y="2185032"/>
                  </a:lnTo>
                  <a:lnTo>
                    <a:pt x="3831380" y="2185032"/>
                  </a:lnTo>
                  <a:lnTo>
                    <a:pt x="3833997" y="2183161"/>
                  </a:lnTo>
                  <a:lnTo>
                    <a:pt x="3834288" y="2183161"/>
                  </a:lnTo>
                  <a:lnTo>
                    <a:pt x="3834434" y="2183161"/>
                  </a:lnTo>
                  <a:lnTo>
                    <a:pt x="3837197" y="2179420"/>
                  </a:lnTo>
                  <a:lnTo>
                    <a:pt x="3837342" y="2179420"/>
                  </a:lnTo>
                  <a:lnTo>
                    <a:pt x="3838942" y="2178173"/>
                  </a:lnTo>
                  <a:lnTo>
                    <a:pt x="3840978" y="2178173"/>
                  </a:lnTo>
                  <a:lnTo>
                    <a:pt x="3841269" y="2177549"/>
                  </a:lnTo>
                  <a:lnTo>
                    <a:pt x="3843014" y="2174431"/>
                  </a:lnTo>
                  <a:lnTo>
                    <a:pt x="3843304" y="2174431"/>
                  </a:lnTo>
                  <a:lnTo>
                    <a:pt x="3843450" y="2174431"/>
                  </a:lnTo>
                  <a:lnTo>
                    <a:pt x="3848540" y="2169442"/>
                  </a:lnTo>
                  <a:lnTo>
                    <a:pt x="3851303" y="2167572"/>
                  </a:lnTo>
                  <a:lnTo>
                    <a:pt x="3854648" y="2165077"/>
                  </a:lnTo>
                  <a:lnTo>
                    <a:pt x="3855520" y="2164454"/>
                  </a:lnTo>
                  <a:lnTo>
                    <a:pt x="3857556" y="2164454"/>
                  </a:lnTo>
                  <a:lnTo>
                    <a:pt x="3860465" y="2161336"/>
                  </a:lnTo>
                  <a:lnTo>
                    <a:pt x="3863664" y="2158841"/>
                  </a:lnTo>
                  <a:lnTo>
                    <a:pt x="3864682" y="2158218"/>
                  </a:lnTo>
                  <a:lnTo>
                    <a:pt x="3867881" y="2155100"/>
                  </a:lnTo>
                  <a:lnTo>
                    <a:pt x="3868172" y="2154476"/>
                  </a:lnTo>
                  <a:lnTo>
                    <a:pt x="3868609" y="2154476"/>
                  </a:lnTo>
                  <a:lnTo>
                    <a:pt x="3871081" y="2152606"/>
                  </a:lnTo>
                  <a:lnTo>
                    <a:pt x="3873553" y="2150735"/>
                  </a:lnTo>
                  <a:lnTo>
                    <a:pt x="3876316" y="2148864"/>
                  </a:lnTo>
                  <a:lnTo>
                    <a:pt x="3880097" y="2145123"/>
                  </a:lnTo>
                  <a:lnTo>
                    <a:pt x="3880679" y="2144499"/>
                  </a:lnTo>
                  <a:lnTo>
                    <a:pt x="3883733" y="2143252"/>
                  </a:lnTo>
                  <a:lnTo>
                    <a:pt x="3885187" y="2143252"/>
                  </a:lnTo>
                  <a:lnTo>
                    <a:pt x="3887368" y="2140134"/>
                  </a:lnTo>
                  <a:lnTo>
                    <a:pt x="3888968" y="2137640"/>
                  </a:lnTo>
                  <a:lnTo>
                    <a:pt x="3889404" y="2136393"/>
                  </a:lnTo>
                  <a:lnTo>
                    <a:pt x="3892313" y="2135145"/>
                  </a:lnTo>
                  <a:lnTo>
                    <a:pt x="3894058" y="2133898"/>
                  </a:lnTo>
                  <a:lnTo>
                    <a:pt x="3896966" y="2132027"/>
                  </a:lnTo>
                  <a:lnTo>
                    <a:pt x="3898857" y="2130157"/>
                  </a:lnTo>
                  <a:lnTo>
                    <a:pt x="3899293" y="2130157"/>
                  </a:lnTo>
                  <a:lnTo>
                    <a:pt x="3900602" y="2130157"/>
                  </a:lnTo>
                  <a:lnTo>
                    <a:pt x="3900748" y="2130157"/>
                  </a:lnTo>
                  <a:lnTo>
                    <a:pt x="3902638" y="2128910"/>
                  </a:lnTo>
                  <a:lnTo>
                    <a:pt x="3902929" y="2128910"/>
                  </a:lnTo>
                  <a:lnTo>
                    <a:pt x="3907292" y="2124544"/>
                  </a:lnTo>
                  <a:lnTo>
                    <a:pt x="3907292" y="2123921"/>
                  </a:lnTo>
                  <a:lnTo>
                    <a:pt x="3907437" y="2123921"/>
                  </a:lnTo>
                  <a:lnTo>
                    <a:pt x="3910055" y="2121427"/>
                  </a:lnTo>
                  <a:lnTo>
                    <a:pt x="3910200" y="2121427"/>
                  </a:lnTo>
                  <a:lnTo>
                    <a:pt x="3913254" y="2118932"/>
                  </a:lnTo>
                  <a:lnTo>
                    <a:pt x="3914563" y="2118932"/>
                  </a:lnTo>
                  <a:lnTo>
                    <a:pt x="3916744" y="2117685"/>
                  </a:lnTo>
                  <a:lnTo>
                    <a:pt x="3916890" y="2117685"/>
                  </a:lnTo>
                  <a:lnTo>
                    <a:pt x="3918199" y="2117061"/>
                  </a:lnTo>
                  <a:lnTo>
                    <a:pt x="3918926" y="2115191"/>
                  </a:lnTo>
                  <a:lnTo>
                    <a:pt x="3922561" y="2114567"/>
                  </a:lnTo>
                  <a:lnTo>
                    <a:pt x="3925615" y="2110202"/>
                  </a:lnTo>
                  <a:lnTo>
                    <a:pt x="3928233" y="2108955"/>
                  </a:lnTo>
                  <a:lnTo>
                    <a:pt x="3929833" y="2107708"/>
                  </a:lnTo>
                  <a:lnTo>
                    <a:pt x="3932887" y="2104590"/>
                  </a:lnTo>
                  <a:lnTo>
                    <a:pt x="3932887" y="2103966"/>
                  </a:lnTo>
                  <a:lnTo>
                    <a:pt x="3935068" y="2102095"/>
                  </a:lnTo>
                  <a:lnTo>
                    <a:pt x="3937686" y="2100225"/>
                  </a:lnTo>
                  <a:lnTo>
                    <a:pt x="3938558" y="2098978"/>
                  </a:lnTo>
                  <a:lnTo>
                    <a:pt x="3941903" y="2098354"/>
                  </a:lnTo>
                  <a:lnTo>
                    <a:pt x="3943066" y="2097730"/>
                  </a:lnTo>
                  <a:lnTo>
                    <a:pt x="3946557" y="2092118"/>
                  </a:lnTo>
                  <a:lnTo>
                    <a:pt x="3946702" y="2092118"/>
                  </a:lnTo>
                  <a:lnTo>
                    <a:pt x="3946847" y="2091495"/>
                  </a:lnTo>
                  <a:lnTo>
                    <a:pt x="3949029" y="2089624"/>
                  </a:lnTo>
                  <a:lnTo>
                    <a:pt x="3950338" y="2089000"/>
                  </a:lnTo>
                  <a:lnTo>
                    <a:pt x="3952810" y="2087753"/>
                  </a:lnTo>
                  <a:lnTo>
                    <a:pt x="3952810" y="2087130"/>
                  </a:lnTo>
                  <a:lnTo>
                    <a:pt x="3955573" y="2085259"/>
                  </a:lnTo>
                  <a:lnTo>
                    <a:pt x="3955718" y="2084635"/>
                  </a:lnTo>
                  <a:lnTo>
                    <a:pt x="3958191" y="2084012"/>
                  </a:lnTo>
                  <a:lnTo>
                    <a:pt x="3961099" y="2081517"/>
                  </a:lnTo>
                  <a:lnTo>
                    <a:pt x="3962553" y="2080894"/>
                  </a:lnTo>
                  <a:lnTo>
                    <a:pt x="3964735" y="2080270"/>
                  </a:lnTo>
                  <a:lnTo>
                    <a:pt x="3965026" y="2080270"/>
                  </a:lnTo>
                  <a:lnTo>
                    <a:pt x="3965171" y="2080270"/>
                  </a:lnTo>
                  <a:lnTo>
                    <a:pt x="3967643" y="2079647"/>
                  </a:lnTo>
                  <a:lnTo>
                    <a:pt x="3970552" y="2079023"/>
                  </a:lnTo>
                  <a:lnTo>
                    <a:pt x="3973897" y="2077152"/>
                  </a:lnTo>
                  <a:lnTo>
                    <a:pt x="3980877" y="2074658"/>
                  </a:lnTo>
                  <a:lnTo>
                    <a:pt x="3980877" y="2074034"/>
                  </a:lnTo>
                  <a:lnTo>
                    <a:pt x="3982477" y="2073411"/>
                  </a:lnTo>
                  <a:lnTo>
                    <a:pt x="3984222" y="2070916"/>
                  </a:lnTo>
                  <a:lnTo>
                    <a:pt x="3984367" y="2070916"/>
                  </a:lnTo>
                  <a:lnTo>
                    <a:pt x="3984513" y="2070293"/>
                  </a:lnTo>
                  <a:lnTo>
                    <a:pt x="3985821" y="2069669"/>
                  </a:lnTo>
                  <a:lnTo>
                    <a:pt x="3989166" y="2069669"/>
                  </a:lnTo>
                  <a:lnTo>
                    <a:pt x="3993093" y="2069046"/>
                  </a:lnTo>
                  <a:lnTo>
                    <a:pt x="3993238" y="2069046"/>
                  </a:lnTo>
                  <a:lnTo>
                    <a:pt x="3996583" y="2065928"/>
                  </a:lnTo>
                  <a:lnTo>
                    <a:pt x="3997165" y="2065928"/>
                  </a:lnTo>
                  <a:lnTo>
                    <a:pt x="3999201" y="2062186"/>
                  </a:lnTo>
                  <a:lnTo>
                    <a:pt x="4004581" y="2057821"/>
                  </a:lnTo>
                  <a:lnTo>
                    <a:pt x="4005599" y="2057821"/>
                  </a:lnTo>
                  <a:lnTo>
                    <a:pt x="4006472" y="2057821"/>
                  </a:lnTo>
                  <a:lnTo>
                    <a:pt x="4007926" y="2055950"/>
                  </a:lnTo>
                  <a:lnTo>
                    <a:pt x="4008217" y="2055950"/>
                  </a:lnTo>
                  <a:lnTo>
                    <a:pt x="4010689" y="2055327"/>
                  </a:lnTo>
                  <a:lnTo>
                    <a:pt x="4012289" y="2054080"/>
                  </a:lnTo>
                  <a:lnTo>
                    <a:pt x="4014325" y="2050962"/>
                  </a:lnTo>
                  <a:lnTo>
                    <a:pt x="4014325" y="2050338"/>
                  </a:lnTo>
                  <a:lnTo>
                    <a:pt x="4014616" y="2049715"/>
                  </a:lnTo>
                  <a:lnTo>
                    <a:pt x="4017960" y="2047220"/>
                  </a:lnTo>
                  <a:lnTo>
                    <a:pt x="4019124" y="2046597"/>
                  </a:lnTo>
                  <a:lnTo>
                    <a:pt x="4021596" y="2045350"/>
                  </a:lnTo>
                  <a:lnTo>
                    <a:pt x="4021887" y="2044102"/>
                  </a:lnTo>
                  <a:lnTo>
                    <a:pt x="4022469" y="2042232"/>
                  </a:lnTo>
                  <a:lnTo>
                    <a:pt x="4026541" y="2037867"/>
                  </a:lnTo>
                  <a:lnTo>
                    <a:pt x="4028722" y="2034749"/>
                  </a:lnTo>
                  <a:lnTo>
                    <a:pt x="4032794" y="2029136"/>
                  </a:lnTo>
                  <a:lnTo>
                    <a:pt x="4033230" y="2029136"/>
                  </a:lnTo>
                  <a:lnTo>
                    <a:pt x="4036720" y="2027266"/>
                  </a:lnTo>
                  <a:lnTo>
                    <a:pt x="4036866" y="2026642"/>
                  </a:lnTo>
                  <a:lnTo>
                    <a:pt x="4039193" y="2024771"/>
                  </a:lnTo>
                  <a:lnTo>
                    <a:pt x="4041665" y="2021030"/>
                  </a:lnTo>
                  <a:lnTo>
                    <a:pt x="4044282" y="2021030"/>
                  </a:lnTo>
                  <a:lnTo>
                    <a:pt x="4045010" y="2019783"/>
                  </a:lnTo>
                  <a:lnTo>
                    <a:pt x="4047918" y="2016665"/>
                  </a:lnTo>
                  <a:lnTo>
                    <a:pt x="4049372" y="2015418"/>
                  </a:lnTo>
                  <a:lnTo>
                    <a:pt x="4050245" y="2014794"/>
                  </a:lnTo>
                  <a:lnTo>
                    <a:pt x="4050536" y="2014794"/>
                  </a:lnTo>
                  <a:lnTo>
                    <a:pt x="4053008" y="2009805"/>
                  </a:lnTo>
                  <a:lnTo>
                    <a:pt x="4053153" y="2009805"/>
                  </a:lnTo>
                  <a:lnTo>
                    <a:pt x="4055480" y="2009182"/>
                  </a:lnTo>
                  <a:lnTo>
                    <a:pt x="4055480" y="2007935"/>
                  </a:lnTo>
                  <a:lnTo>
                    <a:pt x="4057516" y="2006687"/>
                  </a:lnTo>
                  <a:lnTo>
                    <a:pt x="4057662" y="2006687"/>
                  </a:lnTo>
                  <a:lnTo>
                    <a:pt x="4058098" y="2006064"/>
                  </a:lnTo>
                  <a:lnTo>
                    <a:pt x="4061588" y="2004193"/>
                  </a:lnTo>
                  <a:lnTo>
                    <a:pt x="4061879" y="2003569"/>
                  </a:lnTo>
                  <a:lnTo>
                    <a:pt x="4062461" y="2002322"/>
                  </a:lnTo>
                  <a:lnTo>
                    <a:pt x="4066242" y="2001075"/>
                  </a:lnTo>
                  <a:lnTo>
                    <a:pt x="4067987" y="2001075"/>
                  </a:lnTo>
                  <a:lnTo>
                    <a:pt x="4068278" y="2001075"/>
                  </a:lnTo>
                  <a:lnTo>
                    <a:pt x="4070459" y="1999828"/>
                  </a:lnTo>
                  <a:lnTo>
                    <a:pt x="4072640" y="1998581"/>
                  </a:lnTo>
                  <a:lnTo>
                    <a:pt x="4074967" y="1993592"/>
                  </a:lnTo>
                  <a:lnTo>
                    <a:pt x="4078603" y="1989227"/>
                  </a:lnTo>
                  <a:lnTo>
                    <a:pt x="4081221" y="1989227"/>
                  </a:lnTo>
                  <a:lnTo>
                    <a:pt x="4084129" y="1987980"/>
                  </a:lnTo>
                  <a:lnTo>
                    <a:pt x="4084565" y="1987980"/>
                  </a:lnTo>
                  <a:lnTo>
                    <a:pt x="4085002" y="1987356"/>
                  </a:lnTo>
                  <a:lnTo>
                    <a:pt x="4091110" y="1983615"/>
                  </a:lnTo>
                  <a:lnTo>
                    <a:pt x="4091110" y="1982991"/>
                  </a:lnTo>
                  <a:lnTo>
                    <a:pt x="4095036" y="1980497"/>
                  </a:lnTo>
                  <a:lnTo>
                    <a:pt x="4095472" y="1980497"/>
                  </a:lnTo>
                  <a:lnTo>
                    <a:pt x="4097654" y="1978626"/>
                  </a:lnTo>
                  <a:lnTo>
                    <a:pt x="4100126" y="1976755"/>
                  </a:lnTo>
                  <a:lnTo>
                    <a:pt x="4102598" y="1976755"/>
                  </a:lnTo>
                  <a:lnTo>
                    <a:pt x="4105216" y="1973014"/>
                  </a:lnTo>
                  <a:lnTo>
                    <a:pt x="4106234" y="1972390"/>
                  </a:lnTo>
                  <a:lnTo>
                    <a:pt x="4106670" y="1971767"/>
                  </a:lnTo>
                  <a:lnTo>
                    <a:pt x="4108561" y="1971143"/>
                  </a:lnTo>
                  <a:lnTo>
                    <a:pt x="4110160" y="1969896"/>
                  </a:lnTo>
                  <a:lnTo>
                    <a:pt x="4113650" y="1967402"/>
                  </a:lnTo>
                  <a:lnTo>
                    <a:pt x="4113796" y="1967402"/>
                  </a:lnTo>
                  <a:lnTo>
                    <a:pt x="4116414" y="1963037"/>
                  </a:lnTo>
                  <a:lnTo>
                    <a:pt x="4118450" y="1963037"/>
                  </a:lnTo>
                  <a:lnTo>
                    <a:pt x="4119467" y="1962413"/>
                  </a:lnTo>
                  <a:lnTo>
                    <a:pt x="4119758" y="1962413"/>
                  </a:lnTo>
                  <a:lnTo>
                    <a:pt x="4121358" y="1962413"/>
                  </a:lnTo>
                  <a:lnTo>
                    <a:pt x="4124848" y="1958672"/>
                  </a:lnTo>
                  <a:lnTo>
                    <a:pt x="4129647" y="1955554"/>
                  </a:lnTo>
                  <a:lnTo>
                    <a:pt x="4132410" y="1953683"/>
                  </a:lnTo>
                  <a:lnTo>
                    <a:pt x="4134883" y="1951812"/>
                  </a:lnTo>
                  <a:lnTo>
                    <a:pt x="4138082" y="1946824"/>
                  </a:lnTo>
                  <a:lnTo>
                    <a:pt x="4139827" y="1945576"/>
                  </a:lnTo>
                  <a:lnTo>
                    <a:pt x="4143172" y="1939964"/>
                  </a:lnTo>
                  <a:lnTo>
                    <a:pt x="4145353" y="1939341"/>
                  </a:lnTo>
                  <a:lnTo>
                    <a:pt x="4145499" y="1939341"/>
                  </a:lnTo>
                  <a:lnTo>
                    <a:pt x="4147680" y="1937470"/>
                  </a:lnTo>
                  <a:lnTo>
                    <a:pt x="4148262" y="1937470"/>
                  </a:lnTo>
                  <a:lnTo>
                    <a:pt x="4149425" y="1936846"/>
                  </a:lnTo>
                  <a:lnTo>
                    <a:pt x="4149571" y="1936223"/>
                  </a:lnTo>
                  <a:lnTo>
                    <a:pt x="4150007" y="1936223"/>
                  </a:lnTo>
                  <a:lnTo>
                    <a:pt x="4153497" y="1936223"/>
                  </a:lnTo>
                  <a:lnTo>
                    <a:pt x="4154370" y="1935599"/>
                  </a:lnTo>
                  <a:lnTo>
                    <a:pt x="4156551" y="1934975"/>
                  </a:lnTo>
                  <a:lnTo>
                    <a:pt x="4156696" y="1934352"/>
                  </a:lnTo>
                  <a:lnTo>
                    <a:pt x="4159896" y="1929987"/>
                  </a:lnTo>
                  <a:lnTo>
                    <a:pt x="4160187" y="1929987"/>
                  </a:lnTo>
                  <a:lnTo>
                    <a:pt x="4161059" y="1929987"/>
                  </a:lnTo>
                  <a:lnTo>
                    <a:pt x="4161641" y="1929987"/>
                  </a:lnTo>
                  <a:lnTo>
                    <a:pt x="4164840" y="1928740"/>
                  </a:lnTo>
                  <a:lnTo>
                    <a:pt x="4167603" y="1928116"/>
                  </a:lnTo>
                  <a:lnTo>
                    <a:pt x="4167894" y="1928116"/>
                  </a:lnTo>
                  <a:lnTo>
                    <a:pt x="4168621" y="1927492"/>
                  </a:lnTo>
                  <a:lnTo>
                    <a:pt x="4169203" y="1927492"/>
                  </a:lnTo>
                  <a:lnTo>
                    <a:pt x="4176329" y="1921257"/>
                  </a:lnTo>
                  <a:lnTo>
                    <a:pt x="4180255" y="1920009"/>
                  </a:lnTo>
                  <a:lnTo>
                    <a:pt x="4183891" y="1918139"/>
                  </a:lnTo>
                  <a:lnTo>
                    <a:pt x="4186072" y="1915644"/>
                  </a:lnTo>
                  <a:lnTo>
                    <a:pt x="4189126" y="1913150"/>
                  </a:lnTo>
                  <a:lnTo>
                    <a:pt x="4190144" y="1913150"/>
                  </a:lnTo>
                  <a:lnTo>
                    <a:pt x="4193634" y="1911279"/>
                  </a:lnTo>
                  <a:lnTo>
                    <a:pt x="4196543" y="1910656"/>
                  </a:lnTo>
                  <a:lnTo>
                    <a:pt x="4199015" y="1910656"/>
                  </a:lnTo>
                  <a:lnTo>
                    <a:pt x="4199306" y="1910032"/>
                  </a:lnTo>
                  <a:lnTo>
                    <a:pt x="4202505" y="1906914"/>
                  </a:lnTo>
                  <a:lnTo>
                    <a:pt x="4202796" y="1906914"/>
                  </a:lnTo>
                  <a:lnTo>
                    <a:pt x="4203960" y="1905667"/>
                  </a:lnTo>
                  <a:lnTo>
                    <a:pt x="4206868" y="1902549"/>
                  </a:lnTo>
                  <a:lnTo>
                    <a:pt x="4209777" y="1900678"/>
                  </a:lnTo>
                  <a:lnTo>
                    <a:pt x="4209922" y="1900678"/>
                  </a:lnTo>
                  <a:lnTo>
                    <a:pt x="4210068" y="1900678"/>
                  </a:lnTo>
                  <a:lnTo>
                    <a:pt x="4213558" y="1898808"/>
                  </a:lnTo>
                  <a:lnTo>
                    <a:pt x="4213703" y="1898808"/>
                  </a:lnTo>
                  <a:lnTo>
                    <a:pt x="4214721" y="1897560"/>
                  </a:lnTo>
                  <a:lnTo>
                    <a:pt x="4214721" y="1896937"/>
                  </a:lnTo>
                  <a:lnTo>
                    <a:pt x="4216903" y="1896313"/>
                  </a:lnTo>
                  <a:lnTo>
                    <a:pt x="4220684" y="1893195"/>
                  </a:lnTo>
                  <a:lnTo>
                    <a:pt x="4220829" y="1892572"/>
                  </a:lnTo>
                  <a:lnTo>
                    <a:pt x="4224174" y="1890078"/>
                  </a:lnTo>
                  <a:lnTo>
                    <a:pt x="4225919" y="1887583"/>
                  </a:lnTo>
                  <a:lnTo>
                    <a:pt x="4228682" y="1885089"/>
                  </a:lnTo>
                  <a:lnTo>
                    <a:pt x="4232318" y="1882595"/>
                  </a:lnTo>
                  <a:lnTo>
                    <a:pt x="4235226" y="1880724"/>
                  </a:lnTo>
                  <a:lnTo>
                    <a:pt x="4235662" y="1880100"/>
                  </a:lnTo>
                  <a:lnTo>
                    <a:pt x="4236971" y="1879477"/>
                  </a:lnTo>
                  <a:lnTo>
                    <a:pt x="4240171" y="1876982"/>
                  </a:lnTo>
                  <a:lnTo>
                    <a:pt x="4241916" y="1873864"/>
                  </a:lnTo>
                  <a:lnTo>
                    <a:pt x="4245406" y="1871994"/>
                  </a:lnTo>
                  <a:lnTo>
                    <a:pt x="4245406" y="1871370"/>
                  </a:lnTo>
                  <a:lnTo>
                    <a:pt x="4245551" y="1871370"/>
                  </a:lnTo>
                  <a:lnTo>
                    <a:pt x="4249042" y="1870746"/>
                  </a:lnTo>
                  <a:lnTo>
                    <a:pt x="4249914" y="1870746"/>
                  </a:lnTo>
                  <a:lnTo>
                    <a:pt x="4252241" y="1867629"/>
                  </a:lnTo>
                  <a:lnTo>
                    <a:pt x="4256022" y="1865134"/>
                  </a:lnTo>
                  <a:lnTo>
                    <a:pt x="4256458" y="1864511"/>
                  </a:lnTo>
                  <a:lnTo>
                    <a:pt x="4257331" y="1862640"/>
                  </a:lnTo>
                  <a:lnTo>
                    <a:pt x="4260821" y="1862640"/>
                  </a:lnTo>
                  <a:lnTo>
                    <a:pt x="4260966" y="1861393"/>
                  </a:lnTo>
                  <a:lnTo>
                    <a:pt x="4265038" y="1858275"/>
                  </a:lnTo>
                  <a:lnTo>
                    <a:pt x="4268965" y="1857651"/>
                  </a:lnTo>
                  <a:lnTo>
                    <a:pt x="4269110" y="1857028"/>
                  </a:lnTo>
                  <a:lnTo>
                    <a:pt x="4269110" y="1856404"/>
                  </a:lnTo>
                  <a:lnTo>
                    <a:pt x="4269837" y="1855780"/>
                  </a:lnTo>
                  <a:lnTo>
                    <a:pt x="4269837" y="1855157"/>
                  </a:lnTo>
                  <a:lnTo>
                    <a:pt x="4274200" y="1852663"/>
                  </a:lnTo>
                  <a:lnTo>
                    <a:pt x="4275364" y="1852663"/>
                  </a:lnTo>
                  <a:lnTo>
                    <a:pt x="4275509" y="1850792"/>
                  </a:lnTo>
                  <a:lnTo>
                    <a:pt x="4276672" y="1850168"/>
                  </a:lnTo>
                  <a:lnTo>
                    <a:pt x="4280744" y="1846427"/>
                  </a:lnTo>
                  <a:lnTo>
                    <a:pt x="4282780" y="1845180"/>
                  </a:lnTo>
                  <a:lnTo>
                    <a:pt x="4285980" y="1842062"/>
                  </a:lnTo>
                  <a:lnTo>
                    <a:pt x="4289179" y="1840815"/>
                  </a:lnTo>
                  <a:lnTo>
                    <a:pt x="4289615" y="1840815"/>
                  </a:lnTo>
                  <a:lnTo>
                    <a:pt x="4294414" y="1838320"/>
                  </a:lnTo>
                  <a:lnTo>
                    <a:pt x="4296887" y="1837697"/>
                  </a:lnTo>
                  <a:lnTo>
                    <a:pt x="4299941" y="1835202"/>
                  </a:lnTo>
                  <a:lnTo>
                    <a:pt x="4300813" y="1835202"/>
                  </a:lnTo>
                  <a:lnTo>
                    <a:pt x="4305467" y="1832708"/>
                  </a:lnTo>
                  <a:lnTo>
                    <a:pt x="4310557" y="1828966"/>
                  </a:lnTo>
                  <a:lnTo>
                    <a:pt x="4311865" y="1828343"/>
                  </a:lnTo>
                  <a:lnTo>
                    <a:pt x="4312156" y="1828343"/>
                  </a:lnTo>
                  <a:lnTo>
                    <a:pt x="4312302" y="1828343"/>
                  </a:lnTo>
                  <a:lnTo>
                    <a:pt x="4312302" y="1827096"/>
                  </a:lnTo>
                  <a:lnTo>
                    <a:pt x="4315937" y="1825225"/>
                  </a:lnTo>
                  <a:lnTo>
                    <a:pt x="4316519" y="1825225"/>
                  </a:lnTo>
                  <a:lnTo>
                    <a:pt x="4316810" y="1823978"/>
                  </a:lnTo>
                  <a:lnTo>
                    <a:pt x="4318555" y="1822731"/>
                  </a:lnTo>
                  <a:lnTo>
                    <a:pt x="4322191" y="1820860"/>
                  </a:lnTo>
                  <a:lnTo>
                    <a:pt x="4323209" y="1820860"/>
                  </a:lnTo>
                  <a:lnTo>
                    <a:pt x="4323645" y="1820860"/>
                  </a:lnTo>
                  <a:lnTo>
                    <a:pt x="4323645" y="1818989"/>
                  </a:lnTo>
                  <a:lnTo>
                    <a:pt x="4327426" y="1818366"/>
                  </a:lnTo>
                  <a:lnTo>
                    <a:pt x="4328880" y="1818366"/>
                  </a:lnTo>
                  <a:lnTo>
                    <a:pt x="4330625" y="1815248"/>
                  </a:lnTo>
                  <a:lnTo>
                    <a:pt x="4334116" y="1811506"/>
                  </a:lnTo>
                  <a:lnTo>
                    <a:pt x="4339642" y="1809012"/>
                  </a:lnTo>
                  <a:lnTo>
                    <a:pt x="4343423" y="1805894"/>
                  </a:lnTo>
                  <a:lnTo>
                    <a:pt x="4344441" y="1805270"/>
                  </a:lnTo>
                  <a:lnTo>
                    <a:pt x="4346768" y="1801529"/>
                  </a:lnTo>
                  <a:lnTo>
                    <a:pt x="4346913" y="1801529"/>
                  </a:lnTo>
                  <a:lnTo>
                    <a:pt x="4351421" y="1798411"/>
                  </a:lnTo>
                  <a:lnTo>
                    <a:pt x="4351567" y="1798411"/>
                  </a:lnTo>
                  <a:lnTo>
                    <a:pt x="4355057" y="1797787"/>
                  </a:lnTo>
                  <a:lnTo>
                    <a:pt x="4356947" y="1796540"/>
                  </a:lnTo>
                  <a:lnTo>
                    <a:pt x="4359274" y="1794046"/>
                  </a:lnTo>
                  <a:lnTo>
                    <a:pt x="4361019" y="1790304"/>
                  </a:lnTo>
                  <a:lnTo>
                    <a:pt x="4361601" y="1789681"/>
                  </a:lnTo>
                  <a:lnTo>
                    <a:pt x="4362910" y="1789057"/>
                  </a:lnTo>
                  <a:lnTo>
                    <a:pt x="4365527" y="1787186"/>
                  </a:lnTo>
                  <a:lnTo>
                    <a:pt x="4365527" y="1786563"/>
                  </a:lnTo>
                  <a:lnTo>
                    <a:pt x="4366836" y="1786563"/>
                  </a:lnTo>
                  <a:lnTo>
                    <a:pt x="4368145" y="1786563"/>
                  </a:lnTo>
                  <a:lnTo>
                    <a:pt x="4371199" y="1785939"/>
                  </a:lnTo>
                  <a:lnTo>
                    <a:pt x="4371490" y="1785316"/>
                  </a:lnTo>
                  <a:lnTo>
                    <a:pt x="4373817" y="1781574"/>
                  </a:lnTo>
                  <a:lnTo>
                    <a:pt x="4377598" y="1780327"/>
                  </a:lnTo>
                  <a:lnTo>
                    <a:pt x="4378761" y="1779703"/>
                  </a:lnTo>
                  <a:lnTo>
                    <a:pt x="4379779" y="1779703"/>
                  </a:lnTo>
                  <a:lnTo>
                    <a:pt x="4384869" y="1776586"/>
                  </a:lnTo>
                  <a:lnTo>
                    <a:pt x="4391995" y="1772844"/>
                  </a:lnTo>
                  <a:lnTo>
                    <a:pt x="4396212" y="1769103"/>
                  </a:lnTo>
                  <a:lnTo>
                    <a:pt x="4396358" y="1769103"/>
                  </a:lnTo>
                  <a:lnTo>
                    <a:pt x="4400284" y="1765361"/>
                  </a:lnTo>
                  <a:lnTo>
                    <a:pt x="4402611" y="1764114"/>
                  </a:lnTo>
                  <a:lnTo>
                    <a:pt x="4402756" y="1764114"/>
                  </a:lnTo>
                  <a:lnTo>
                    <a:pt x="4405083" y="1761620"/>
                  </a:lnTo>
                  <a:lnTo>
                    <a:pt x="4406247" y="1761620"/>
                  </a:lnTo>
                  <a:lnTo>
                    <a:pt x="4406828" y="1760996"/>
                  </a:lnTo>
                  <a:lnTo>
                    <a:pt x="4407119" y="1760372"/>
                  </a:lnTo>
                  <a:lnTo>
                    <a:pt x="4410318" y="1757254"/>
                  </a:lnTo>
                  <a:lnTo>
                    <a:pt x="4410464" y="1756631"/>
                  </a:lnTo>
                  <a:lnTo>
                    <a:pt x="4412645" y="1753513"/>
                  </a:lnTo>
                  <a:lnTo>
                    <a:pt x="4413809" y="1752889"/>
                  </a:lnTo>
                  <a:lnTo>
                    <a:pt x="4416281" y="1750395"/>
                  </a:lnTo>
                  <a:lnTo>
                    <a:pt x="4416281" y="1749771"/>
                  </a:lnTo>
                  <a:lnTo>
                    <a:pt x="4418608" y="1748524"/>
                  </a:lnTo>
                  <a:lnTo>
                    <a:pt x="4418753" y="1748524"/>
                  </a:lnTo>
                  <a:lnTo>
                    <a:pt x="4418899" y="1747901"/>
                  </a:lnTo>
                  <a:lnTo>
                    <a:pt x="4419189" y="1747277"/>
                  </a:lnTo>
                  <a:lnTo>
                    <a:pt x="4419626" y="1747277"/>
                  </a:lnTo>
                  <a:lnTo>
                    <a:pt x="4421371" y="1745406"/>
                  </a:lnTo>
                  <a:lnTo>
                    <a:pt x="4425297" y="1742288"/>
                  </a:lnTo>
                  <a:lnTo>
                    <a:pt x="4425443" y="1742288"/>
                  </a:lnTo>
                  <a:lnTo>
                    <a:pt x="4426315" y="1742288"/>
                  </a:lnTo>
                  <a:lnTo>
                    <a:pt x="4426606" y="1742288"/>
                  </a:lnTo>
                  <a:lnTo>
                    <a:pt x="4426752" y="1742288"/>
                  </a:lnTo>
                  <a:lnTo>
                    <a:pt x="4429951" y="1739794"/>
                  </a:lnTo>
                  <a:lnTo>
                    <a:pt x="4431987" y="1737923"/>
                  </a:lnTo>
                  <a:lnTo>
                    <a:pt x="4436059" y="1734182"/>
                  </a:lnTo>
                  <a:lnTo>
                    <a:pt x="4439694" y="1729193"/>
                  </a:lnTo>
                  <a:lnTo>
                    <a:pt x="4440712" y="1729193"/>
                  </a:lnTo>
                  <a:lnTo>
                    <a:pt x="4443621" y="1727323"/>
                  </a:lnTo>
                  <a:lnTo>
                    <a:pt x="4443766" y="1727323"/>
                  </a:lnTo>
                  <a:lnTo>
                    <a:pt x="4446966" y="1724205"/>
                  </a:lnTo>
                  <a:lnTo>
                    <a:pt x="4447257" y="1723581"/>
                  </a:lnTo>
                  <a:lnTo>
                    <a:pt x="4452201" y="1720463"/>
                  </a:lnTo>
                  <a:lnTo>
                    <a:pt x="4455837" y="1716722"/>
                  </a:lnTo>
                  <a:lnTo>
                    <a:pt x="4455837" y="1716098"/>
                  </a:lnTo>
                  <a:lnTo>
                    <a:pt x="4457436" y="1714851"/>
                  </a:lnTo>
                  <a:lnTo>
                    <a:pt x="4459181" y="1713604"/>
                  </a:lnTo>
                  <a:lnTo>
                    <a:pt x="4461945" y="1711109"/>
                  </a:lnTo>
                  <a:lnTo>
                    <a:pt x="4465289" y="1706744"/>
                  </a:lnTo>
                  <a:lnTo>
                    <a:pt x="4467471" y="1705497"/>
                  </a:lnTo>
                  <a:lnTo>
                    <a:pt x="4469216" y="1704874"/>
                  </a:lnTo>
                  <a:lnTo>
                    <a:pt x="4471106" y="1702379"/>
                  </a:lnTo>
                  <a:lnTo>
                    <a:pt x="4471252" y="1702379"/>
                  </a:lnTo>
                  <a:lnTo>
                    <a:pt x="4474597" y="1701132"/>
                  </a:lnTo>
                  <a:lnTo>
                    <a:pt x="4476051" y="1699885"/>
                  </a:lnTo>
                  <a:lnTo>
                    <a:pt x="4477214" y="1699261"/>
                  </a:lnTo>
                  <a:lnTo>
                    <a:pt x="4477505" y="1699261"/>
                  </a:lnTo>
                  <a:lnTo>
                    <a:pt x="4477505" y="1698638"/>
                  </a:lnTo>
                  <a:lnTo>
                    <a:pt x="4478232" y="1698638"/>
                  </a:lnTo>
                  <a:lnTo>
                    <a:pt x="4482304" y="1694896"/>
                  </a:lnTo>
                  <a:lnTo>
                    <a:pt x="4487830" y="1691778"/>
                  </a:lnTo>
                  <a:lnTo>
                    <a:pt x="4489721" y="1691778"/>
                  </a:lnTo>
                  <a:lnTo>
                    <a:pt x="4493502" y="1688037"/>
                  </a:lnTo>
                  <a:lnTo>
                    <a:pt x="4493502" y="1687413"/>
                  </a:lnTo>
                  <a:lnTo>
                    <a:pt x="4497574" y="1684919"/>
                  </a:lnTo>
                  <a:lnTo>
                    <a:pt x="4498155" y="1684295"/>
                  </a:lnTo>
                  <a:lnTo>
                    <a:pt x="4502227" y="1681801"/>
                  </a:lnTo>
                  <a:lnTo>
                    <a:pt x="4504409" y="1681177"/>
                  </a:lnTo>
                  <a:lnTo>
                    <a:pt x="4508190" y="1677436"/>
                  </a:lnTo>
                  <a:lnTo>
                    <a:pt x="4508481" y="1676189"/>
                  </a:lnTo>
                  <a:lnTo>
                    <a:pt x="4508772" y="1674318"/>
                  </a:lnTo>
                  <a:lnTo>
                    <a:pt x="4508917" y="1674318"/>
                  </a:lnTo>
                  <a:lnTo>
                    <a:pt x="4511535" y="1669953"/>
                  </a:lnTo>
                  <a:lnTo>
                    <a:pt x="4512553" y="1669953"/>
                  </a:lnTo>
                  <a:lnTo>
                    <a:pt x="4513716" y="1668706"/>
                  </a:lnTo>
                  <a:lnTo>
                    <a:pt x="4516770" y="1666211"/>
                  </a:lnTo>
                  <a:lnTo>
                    <a:pt x="4516915" y="1666211"/>
                  </a:lnTo>
                  <a:lnTo>
                    <a:pt x="4517061" y="1666211"/>
                  </a:lnTo>
                  <a:lnTo>
                    <a:pt x="4522005" y="1661846"/>
                  </a:lnTo>
                  <a:lnTo>
                    <a:pt x="4523023" y="1661846"/>
                  </a:lnTo>
                  <a:lnTo>
                    <a:pt x="4523314" y="1661223"/>
                  </a:lnTo>
                  <a:lnTo>
                    <a:pt x="4524041" y="1661223"/>
                  </a:lnTo>
                  <a:lnTo>
                    <a:pt x="4527822" y="1659352"/>
                  </a:lnTo>
                  <a:lnTo>
                    <a:pt x="4531167" y="1657481"/>
                  </a:lnTo>
                  <a:lnTo>
                    <a:pt x="4535239" y="1654987"/>
                  </a:lnTo>
                  <a:lnTo>
                    <a:pt x="4536402" y="1654363"/>
                  </a:lnTo>
                  <a:lnTo>
                    <a:pt x="4540329" y="1649375"/>
                  </a:lnTo>
                  <a:lnTo>
                    <a:pt x="4546000" y="1646257"/>
                  </a:lnTo>
                  <a:lnTo>
                    <a:pt x="4546582" y="1645010"/>
                  </a:lnTo>
                  <a:lnTo>
                    <a:pt x="4549345" y="1644386"/>
                  </a:lnTo>
                  <a:lnTo>
                    <a:pt x="4553126" y="1641892"/>
                  </a:lnTo>
                  <a:lnTo>
                    <a:pt x="4553417" y="1641892"/>
                  </a:lnTo>
                  <a:lnTo>
                    <a:pt x="4557780" y="1639397"/>
                  </a:lnTo>
                  <a:lnTo>
                    <a:pt x="4558943" y="1638150"/>
                  </a:lnTo>
                  <a:lnTo>
                    <a:pt x="4565633" y="1632538"/>
                  </a:lnTo>
                  <a:lnTo>
                    <a:pt x="4565778" y="1632538"/>
                  </a:lnTo>
                  <a:lnTo>
                    <a:pt x="4565924" y="1631914"/>
                  </a:lnTo>
                  <a:lnTo>
                    <a:pt x="4566215" y="1631291"/>
                  </a:lnTo>
                  <a:lnTo>
                    <a:pt x="4566505" y="1631291"/>
                  </a:lnTo>
                  <a:lnTo>
                    <a:pt x="4569123" y="1629420"/>
                  </a:lnTo>
                  <a:lnTo>
                    <a:pt x="4569705" y="1629420"/>
                  </a:lnTo>
                  <a:lnTo>
                    <a:pt x="4569996" y="1628797"/>
                  </a:lnTo>
                  <a:lnTo>
                    <a:pt x="4572177" y="1628173"/>
                  </a:lnTo>
                  <a:lnTo>
                    <a:pt x="4573195" y="1627549"/>
                  </a:lnTo>
                  <a:lnTo>
                    <a:pt x="4576104" y="1625055"/>
                  </a:lnTo>
                  <a:lnTo>
                    <a:pt x="4576394" y="1624431"/>
                  </a:lnTo>
                  <a:lnTo>
                    <a:pt x="4578576" y="1623184"/>
                  </a:lnTo>
                  <a:lnTo>
                    <a:pt x="4580321" y="1621937"/>
                  </a:lnTo>
                  <a:lnTo>
                    <a:pt x="4581048" y="1621314"/>
                  </a:lnTo>
                  <a:lnTo>
                    <a:pt x="4588756" y="1618196"/>
                  </a:lnTo>
                  <a:lnTo>
                    <a:pt x="4593845" y="1615701"/>
                  </a:lnTo>
                  <a:lnTo>
                    <a:pt x="4597336" y="1615078"/>
                  </a:lnTo>
                  <a:lnTo>
                    <a:pt x="4602135" y="1611336"/>
                  </a:lnTo>
                  <a:lnTo>
                    <a:pt x="4602280" y="1611336"/>
                  </a:lnTo>
                  <a:lnTo>
                    <a:pt x="4607952" y="1605100"/>
                  </a:lnTo>
                  <a:lnTo>
                    <a:pt x="4609406" y="1604477"/>
                  </a:lnTo>
                  <a:lnTo>
                    <a:pt x="4614350" y="1600735"/>
                  </a:lnTo>
                  <a:lnTo>
                    <a:pt x="4617550" y="1598865"/>
                  </a:lnTo>
                  <a:lnTo>
                    <a:pt x="4623512" y="1596370"/>
                  </a:lnTo>
                  <a:lnTo>
                    <a:pt x="4623658" y="1595747"/>
                  </a:lnTo>
                  <a:lnTo>
                    <a:pt x="4623949" y="1595123"/>
                  </a:lnTo>
                  <a:lnTo>
                    <a:pt x="4624821" y="1594499"/>
                  </a:lnTo>
                  <a:lnTo>
                    <a:pt x="4627875" y="1593876"/>
                  </a:lnTo>
                  <a:lnTo>
                    <a:pt x="4628020" y="1593876"/>
                  </a:lnTo>
                  <a:lnTo>
                    <a:pt x="4630493" y="1592005"/>
                  </a:lnTo>
                  <a:lnTo>
                    <a:pt x="4633983" y="1591382"/>
                  </a:lnTo>
                  <a:lnTo>
                    <a:pt x="4634274" y="1591382"/>
                  </a:lnTo>
                  <a:lnTo>
                    <a:pt x="4638491" y="1590758"/>
                  </a:lnTo>
                  <a:lnTo>
                    <a:pt x="4640091" y="1590134"/>
                  </a:lnTo>
                  <a:lnTo>
                    <a:pt x="4640963" y="1590134"/>
                  </a:lnTo>
                  <a:lnTo>
                    <a:pt x="4644017" y="1587640"/>
                  </a:lnTo>
                  <a:lnTo>
                    <a:pt x="4644163" y="1587640"/>
                  </a:lnTo>
                  <a:lnTo>
                    <a:pt x="4646926" y="1586393"/>
                  </a:lnTo>
                  <a:lnTo>
                    <a:pt x="4652016" y="1580157"/>
                  </a:lnTo>
                  <a:lnTo>
                    <a:pt x="4656378" y="1578910"/>
                  </a:lnTo>
                  <a:lnTo>
                    <a:pt x="4658269" y="1578286"/>
                  </a:lnTo>
                  <a:lnTo>
                    <a:pt x="4661905" y="1575168"/>
                  </a:lnTo>
                  <a:lnTo>
                    <a:pt x="4664231" y="1571427"/>
                  </a:lnTo>
                  <a:lnTo>
                    <a:pt x="4669758" y="1567685"/>
                  </a:lnTo>
                  <a:lnTo>
                    <a:pt x="4670339" y="1567685"/>
                  </a:lnTo>
                  <a:lnTo>
                    <a:pt x="4675284" y="1562697"/>
                  </a:lnTo>
                  <a:lnTo>
                    <a:pt x="4676011" y="1562697"/>
                  </a:lnTo>
                  <a:lnTo>
                    <a:pt x="4676011" y="1562073"/>
                  </a:lnTo>
                  <a:lnTo>
                    <a:pt x="4680519" y="1559579"/>
                  </a:lnTo>
                  <a:lnTo>
                    <a:pt x="4683282" y="1558955"/>
                  </a:lnTo>
                  <a:lnTo>
                    <a:pt x="4683428" y="1558955"/>
                  </a:lnTo>
                  <a:lnTo>
                    <a:pt x="4683428" y="1558332"/>
                  </a:lnTo>
                  <a:lnTo>
                    <a:pt x="4688372" y="1553343"/>
                  </a:lnTo>
                  <a:lnTo>
                    <a:pt x="4688808" y="1552719"/>
                  </a:lnTo>
                  <a:lnTo>
                    <a:pt x="4689245" y="1552719"/>
                  </a:lnTo>
                  <a:lnTo>
                    <a:pt x="4690408" y="1551472"/>
                  </a:lnTo>
                  <a:lnTo>
                    <a:pt x="4694771" y="1546484"/>
                  </a:lnTo>
                  <a:lnTo>
                    <a:pt x="4695789" y="1543989"/>
                  </a:lnTo>
                  <a:lnTo>
                    <a:pt x="4696080" y="1543989"/>
                  </a:lnTo>
                  <a:lnTo>
                    <a:pt x="4696225" y="1543989"/>
                  </a:lnTo>
                  <a:lnTo>
                    <a:pt x="4696370" y="1543989"/>
                  </a:lnTo>
                  <a:lnTo>
                    <a:pt x="4700151" y="1542742"/>
                  </a:lnTo>
                  <a:lnTo>
                    <a:pt x="4701460" y="1542742"/>
                  </a:lnTo>
                  <a:lnTo>
                    <a:pt x="4702042" y="1542119"/>
                  </a:lnTo>
                  <a:lnTo>
                    <a:pt x="4708295" y="1540871"/>
                  </a:lnTo>
                  <a:lnTo>
                    <a:pt x="4716439" y="1536506"/>
                  </a:lnTo>
                  <a:lnTo>
                    <a:pt x="4716730" y="1536506"/>
                  </a:lnTo>
                  <a:lnTo>
                    <a:pt x="4719638" y="1534636"/>
                  </a:lnTo>
                  <a:lnTo>
                    <a:pt x="4723565" y="1532765"/>
                  </a:lnTo>
                  <a:lnTo>
                    <a:pt x="4728073" y="1529023"/>
                  </a:lnTo>
                  <a:lnTo>
                    <a:pt x="4733599" y="1524035"/>
                  </a:lnTo>
                  <a:lnTo>
                    <a:pt x="4733599" y="1523411"/>
                  </a:lnTo>
                  <a:lnTo>
                    <a:pt x="4733745" y="1523411"/>
                  </a:lnTo>
                  <a:lnTo>
                    <a:pt x="4736653" y="1521540"/>
                  </a:lnTo>
                  <a:lnTo>
                    <a:pt x="4740434" y="1517799"/>
                  </a:lnTo>
                  <a:lnTo>
                    <a:pt x="4740725" y="1517175"/>
                  </a:lnTo>
                  <a:lnTo>
                    <a:pt x="4741452" y="1515305"/>
                  </a:lnTo>
                  <a:lnTo>
                    <a:pt x="4744506" y="1513434"/>
                  </a:lnTo>
                  <a:lnTo>
                    <a:pt x="4746106" y="1511563"/>
                  </a:lnTo>
                  <a:lnTo>
                    <a:pt x="4747996" y="1511563"/>
                  </a:lnTo>
                  <a:lnTo>
                    <a:pt x="4748287" y="1511563"/>
                  </a:lnTo>
                  <a:lnTo>
                    <a:pt x="4750469" y="1510316"/>
                  </a:lnTo>
                  <a:lnTo>
                    <a:pt x="4753086" y="1507822"/>
                  </a:lnTo>
                  <a:lnTo>
                    <a:pt x="4755849" y="1506574"/>
                  </a:lnTo>
                  <a:lnTo>
                    <a:pt x="4756577" y="1505327"/>
                  </a:lnTo>
                  <a:lnTo>
                    <a:pt x="4757449" y="1502209"/>
                  </a:lnTo>
                  <a:lnTo>
                    <a:pt x="4758031" y="1500339"/>
                  </a:lnTo>
                  <a:lnTo>
                    <a:pt x="4758176" y="1499715"/>
                  </a:lnTo>
                  <a:lnTo>
                    <a:pt x="4761957" y="1497844"/>
                  </a:lnTo>
                  <a:lnTo>
                    <a:pt x="4764866" y="1497221"/>
                  </a:lnTo>
                  <a:lnTo>
                    <a:pt x="4770537" y="1492856"/>
                  </a:lnTo>
                  <a:lnTo>
                    <a:pt x="4770683" y="1492856"/>
                  </a:lnTo>
                  <a:lnTo>
                    <a:pt x="4777809" y="1489738"/>
                  </a:lnTo>
                  <a:lnTo>
                    <a:pt x="4778681" y="1489114"/>
                  </a:lnTo>
                  <a:lnTo>
                    <a:pt x="4783480" y="1486620"/>
                  </a:lnTo>
                  <a:lnTo>
                    <a:pt x="4789588" y="1481008"/>
                  </a:lnTo>
                  <a:lnTo>
                    <a:pt x="4789879" y="1481008"/>
                  </a:lnTo>
                  <a:lnTo>
                    <a:pt x="4790461" y="1479760"/>
                  </a:lnTo>
                  <a:lnTo>
                    <a:pt x="4795260" y="1477266"/>
                  </a:lnTo>
                  <a:lnTo>
                    <a:pt x="4795405" y="1477266"/>
                  </a:lnTo>
                  <a:lnTo>
                    <a:pt x="4795696" y="1477266"/>
                  </a:lnTo>
                  <a:lnTo>
                    <a:pt x="4801077" y="1474148"/>
                  </a:lnTo>
                  <a:lnTo>
                    <a:pt x="4802095" y="1472901"/>
                  </a:lnTo>
                  <a:lnTo>
                    <a:pt x="4805149" y="1469783"/>
                  </a:lnTo>
                  <a:lnTo>
                    <a:pt x="4805294" y="1469783"/>
                  </a:lnTo>
                  <a:lnTo>
                    <a:pt x="4805585" y="1469159"/>
                  </a:lnTo>
                  <a:lnTo>
                    <a:pt x="4806021" y="1467912"/>
                  </a:lnTo>
                  <a:lnTo>
                    <a:pt x="4806603" y="1467912"/>
                  </a:lnTo>
                  <a:lnTo>
                    <a:pt x="4808493" y="1467289"/>
                  </a:lnTo>
                  <a:lnTo>
                    <a:pt x="4811984" y="1461676"/>
                  </a:lnTo>
                  <a:lnTo>
                    <a:pt x="4812565" y="1461676"/>
                  </a:lnTo>
                  <a:lnTo>
                    <a:pt x="4812711" y="1461676"/>
                  </a:lnTo>
                  <a:lnTo>
                    <a:pt x="4813002" y="1461676"/>
                  </a:lnTo>
                  <a:lnTo>
                    <a:pt x="4815910" y="1460429"/>
                  </a:lnTo>
                  <a:lnTo>
                    <a:pt x="4816056" y="1460429"/>
                  </a:lnTo>
                  <a:lnTo>
                    <a:pt x="4817510" y="1458559"/>
                  </a:lnTo>
                  <a:lnTo>
                    <a:pt x="4823036" y="1455441"/>
                  </a:lnTo>
                  <a:lnTo>
                    <a:pt x="4828417" y="1453570"/>
                  </a:lnTo>
                  <a:lnTo>
                    <a:pt x="4837579" y="1449828"/>
                  </a:lnTo>
                  <a:lnTo>
                    <a:pt x="4837724" y="1449828"/>
                  </a:lnTo>
                  <a:lnTo>
                    <a:pt x="4841941" y="1447334"/>
                  </a:lnTo>
                  <a:lnTo>
                    <a:pt x="4842087" y="1447334"/>
                  </a:lnTo>
                  <a:lnTo>
                    <a:pt x="4846450" y="1444216"/>
                  </a:lnTo>
                  <a:lnTo>
                    <a:pt x="4847031" y="1444216"/>
                  </a:lnTo>
                  <a:lnTo>
                    <a:pt x="4848195" y="1443593"/>
                  </a:lnTo>
                  <a:lnTo>
                    <a:pt x="4852267" y="1440475"/>
                  </a:lnTo>
                  <a:lnTo>
                    <a:pt x="4852703" y="1440475"/>
                  </a:lnTo>
                  <a:lnTo>
                    <a:pt x="4852848" y="1439851"/>
                  </a:lnTo>
                  <a:lnTo>
                    <a:pt x="4853285" y="1439851"/>
                  </a:lnTo>
                  <a:lnTo>
                    <a:pt x="4856775" y="1436733"/>
                  </a:lnTo>
                  <a:lnTo>
                    <a:pt x="4857211" y="1436110"/>
                  </a:lnTo>
                  <a:lnTo>
                    <a:pt x="4858084" y="1434239"/>
                  </a:lnTo>
                  <a:lnTo>
                    <a:pt x="4859247" y="1434239"/>
                  </a:lnTo>
                  <a:lnTo>
                    <a:pt x="4862155" y="1432368"/>
                  </a:lnTo>
                  <a:lnTo>
                    <a:pt x="4862301" y="1431121"/>
                  </a:lnTo>
                  <a:lnTo>
                    <a:pt x="4862301" y="1430497"/>
                  </a:lnTo>
                  <a:lnTo>
                    <a:pt x="4866227" y="1429250"/>
                  </a:lnTo>
                  <a:lnTo>
                    <a:pt x="4867536" y="1428627"/>
                  </a:lnTo>
                  <a:lnTo>
                    <a:pt x="4867972" y="1428627"/>
                  </a:lnTo>
                  <a:lnTo>
                    <a:pt x="4868263" y="1428627"/>
                  </a:lnTo>
                  <a:lnTo>
                    <a:pt x="4869136" y="1428003"/>
                  </a:lnTo>
                  <a:lnTo>
                    <a:pt x="4872335" y="1426756"/>
                  </a:lnTo>
                  <a:lnTo>
                    <a:pt x="4874953" y="1426132"/>
                  </a:lnTo>
                  <a:lnTo>
                    <a:pt x="4881352" y="1423638"/>
                  </a:lnTo>
                  <a:lnTo>
                    <a:pt x="4881352" y="1423014"/>
                  </a:lnTo>
                  <a:lnTo>
                    <a:pt x="4887605" y="1421144"/>
                  </a:lnTo>
                  <a:lnTo>
                    <a:pt x="4894440" y="1416155"/>
                  </a:lnTo>
                  <a:lnTo>
                    <a:pt x="4894585" y="1416155"/>
                  </a:lnTo>
                  <a:lnTo>
                    <a:pt x="4894731" y="1416155"/>
                  </a:lnTo>
                  <a:lnTo>
                    <a:pt x="4897785" y="1413037"/>
                  </a:lnTo>
                  <a:lnTo>
                    <a:pt x="4900548" y="1411790"/>
                  </a:lnTo>
                  <a:lnTo>
                    <a:pt x="4900693" y="1411790"/>
                  </a:lnTo>
                  <a:lnTo>
                    <a:pt x="4901566" y="1411166"/>
                  </a:lnTo>
                  <a:lnTo>
                    <a:pt x="4907092" y="1410543"/>
                  </a:lnTo>
                  <a:lnTo>
                    <a:pt x="4907528" y="1409919"/>
                  </a:lnTo>
                  <a:lnTo>
                    <a:pt x="4911309" y="1406801"/>
                  </a:lnTo>
                  <a:lnTo>
                    <a:pt x="4911891" y="1404930"/>
                  </a:lnTo>
                  <a:lnTo>
                    <a:pt x="4914218" y="1402436"/>
                  </a:lnTo>
                  <a:lnTo>
                    <a:pt x="4914218" y="1401189"/>
                  </a:lnTo>
                  <a:lnTo>
                    <a:pt x="4917853" y="1399942"/>
                  </a:lnTo>
                  <a:lnTo>
                    <a:pt x="4918144" y="1399942"/>
                  </a:lnTo>
                  <a:lnTo>
                    <a:pt x="4918290" y="1399942"/>
                  </a:lnTo>
                  <a:lnTo>
                    <a:pt x="4919599" y="1398695"/>
                  </a:lnTo>
                  <a:lnTo>
                    <a:pt x="4923816" y="1397447"/>
                  </a:lnTo>
                  <a:lnTo>
                    <a:pt x="4923816" y="1396824"/>
                  </a:lnTo>
                  <a:lnTo>
                    <a:pt x="4924979" y="1395577"/>
                  </a:lnTo>
                  <a:lnTo>
                    <a:pt x="4924979" y="1394953"/>
                  </a:lnTo>
                  <a:lnTo>
                    <a:pt x="4926724" y="1391835"/>
                  </a:lnTo>
                  <a:lnTo>
                    <a:pt x="4927597" y="1391212"/>
                  </a:lnTo>
                  <a:lnTo>
                    <a:pt x="4933705" y="1386847"/>
                  </a:lnTo>
                  <a:lnTo>
                    <a:pt x="4933850" y="1386847"/>
                  </a:lnTo>
                  <a:lnTo>
                    <a:pt x="4939376" y="1384352"/>
                  </a:lnTo>
                  <a:lnTo>
                    <a:pt x="4945921" y="1379364"/>
                  </a:lnTo>
                  <a:lnTo>
                    <a:pt x="4949265" y="1377493"/>
                  </a:lnTo>
                  <a:lnTo>
                    <a:pt x="4950138" y="1377493"/>
                  </a:lnTo>
                  <a:lnTo>
                    <a:pt x="4955228" y="1376869"/>
                  </a:lnTo>
                  <a:lnTo>
                    <a:pt x="4956100" y="1376246"/>
                  </a:lnTo>
                  <a:lnTo>
                    <a:pt x="4956100" y="1375622"/>
                  </a:lnTo>
                  <a:lnTo>
                    <a:pt x="4960027" y="1374999"/>
                  </a:lnTo>
                  <a:lnTo>
                    <a:pt x="4961481" y="1374375"/>
                  </a:lnTo>
                  <a:lnTo>
                    <a:pt x="4963808" y="1373751"/>
                  </a:lnTo>
                  <a:lnTo>
                    <a:pt x="4968898" y="1372504"/>
                  </a:lnTo>
                  <a:lnTo>
                    <a:pt x="4969043" y="1372504"/>
                  </a:lnTo>
                  <a:lnTo>
                    <a:pt x="4972824" y="1370633"/>
                  </a:lnTo>
                  <a:lnTo>
                    <a:pt x="4973551" y="1370633"/>
                  </a:lnTo>
                  <a:lnTo>
                    <a:pt x="4973697" y="1370633"/>
                  </a:lnTo>
                  <a:lnTo>
                    <a:pt x="4973697" y="1370010"/>
                  </a:lnTo>
                  <a:lnTo>
                    <a:pt x="4976896" y="1368763"/>
                  </a:lnTo>
                  <a:lnTo>
                    <a:pt x="4977187" y="1367516"/>
                  </a:lnTo>
                  <a:lnTo>
                    <a:pt x="4981259" y="1366268"/>
                  </a:lnTo>
                  <a:lnTo>
                    <a:pt x="4981550" y="1366268"/>
                  </a:lnTo>
                  <a:lnTo>
                    <a:pt x="4981695" y="1365645"/>
                  </a:lnTo>
                  <a:lnTo>
                    <a:pt x="4984895" y="1363774"/>
                  </a:lnTo>
                  <a:lnTo>
                    <a:pt x="4986058" y="1363150"/>
                  </a:lnTo>
                  <a:lnTo>
                    <a:pt x="4986785" y="1363150"/>
                  </a:lnTo>
                  <a:lnTo>
                    <a:pt x="4987949" y="1362527"/>
                  </a:lnTo>
                  <a:lnTo>
                    <a:pt x="4988239" y="1362527"/>
                  </a:lnTo>
                  <a:lnTo>
                    <a:pt x="4990421" y="1361903"/>
                  </a:lnTo>
                  <a:lnTo>
                    <a:pt x="4992748" y="1358785"/>
                  </a:lnTo>
                  <a:lnTo>
                    <a:pt x="4998419" y="1357538"/>
                  </a:lnTo>
                  <a:lnTo>
                    <a:pt x="5003364" y="1353173"/>
                  </a:lnTo>
                  <a:lnTo>
                    <a:pt x="5009762" y="1346937"/>
                  </a:lnTo>
                  <a:lnTo>
                    <a:pt x="5010926" y="1346314"/>
                  </a:lnTo>
                  <a:lnTo>
                    <a:pt x="5011071" y="1346314"/>
                  </a:lnTo>
                  <a:lnTo>
                    <a:pt x="5011362" y="1346314"/>
                  </a:lnTo>
                  <a:lnTo>
                    <a:pt x="5016016" y="1344443"/>
                  </a:lnTo>
                  <a:lnTo>
                    <a:pt x="5018197" y="1342572"/>
                  </a:lnTo>
                  <a:lnTo>
                    <a:pt x="5018342" y="1341325"/>
                  </a:lnTo>
                  <a:lnTo>
                    <a:pt x="5022560" y="1338207"/>
                  </a:lnTo>
                  <a:lnTo>
                    <a:pt x="5022705" y="1338207"/>
                  </a:lnTo>
                  <a:lnTo>
                    <a:pt x="5024305" y="1337584"/>
                  </a:lnTo>
                  <a:lnTo>
                    <a:pt x="5024450" y="1337584"/>
                  </a:lnTo>
                  <a:lnTo>
                    <a:pt x="5027650" y="1335089"/>
                  </a:lnTo>
                  <a:lnTo>
                    <a:pt x="5029831" y="1333218"/>
                  </a:lnTo>
                  <a:lnTo>
                    <a:pt x="5029976" y="1333218"/>
                  </a:lnTo>
                  <a:lnTo>
                    <a:pt x="5034048" y="1330101"/>
                  </a:lnTo>
                  <a:lnTo>
                    <a:pt x="5038993" y="1326983"/>
                  </a:lnTo>
                  <a:lnTo>
                    <a:pt x="5039429" y="1325736"/>
                  </a:lnTo>
                  <a:lnTo>
                    <a:pt x="5040156" y="1325736"/>
                  </a:lnTo>
                  <a:lnTo>
                    <a:pt x="5043646" y="1322618"/>
                  </a:lnTo>
                  <a:lnTo>
                    <a:pt x="5043937" y="1322618"/>
                  </a:lnTo>
                  <a:lnTo>
                    <a:pt x="5043937" y="1321994"/>
                  </a:lnTo>
                  <a:lnTo>
                    <a:pt x="5044519" y="1321994"/>
                  </a:lnTo>
                  <a:lnTo>
                    <a:pt x="5045101" y="1321370"/>
                  </a:lnTo>
                  <a:lnTo>
                    <a:pt x="5051354" y="1320123"/>
                  </a:lnTo>
                  <a:lnTo>
                    <a:pt x="5057316" y="1318253"/>
                  </a:lnTo>
                  <a:lnTo>
                    <a:pt x="5064588" y="1315135"/>
                  </a:lnTo>
                  <a:lnTo>
                    <a:pt x="5067351" y="1313887"/>
                  </a:lnTo>
                  <a:lnTo>
                    <a:pt x="5067787" y="1313264"/>
                  </a:lnTo>
                  <a:lnTo>
                    <a:pt x="5074040" y="1307028"/>
                  </a:lnTo>
                  <a:lnTo>
                    <a:pt x="5078839" y="1303287"/>
                  </a:lnTo>
                  <a:lnTo>
                    <a:pt x="5078985" y="1302663"/>
                  </a:lnTo>
                  <a:lnTo>
                    <a:pt x="5080585" y="1301416"/>
                  </a:lnTo>
                  <a:lnTo>
                    <a:pt x="5082621" y="1300169"/>
                  </a:lnTo>
                  <a:lnTo>
                    <a:pt x="5087129" y="1296427"/>
                  </a:lnTo>
                  <a:lnTo>
                    <a:pt x="5087274" y="1296427"/>
                  </a:lnTo>
                  <a:lnTo>
                    <a:pt x="5091201" y="1295804"/>
                  </a:lnTo>
                  <a:lnTo>
                    <a:pt x="5091637" y="1293933"/>
                  </a:lnTo>
                  <a:lnTo>
                    <a:pt x="5092219" y="1291438"/>
                  </a:lnTo>
                  <a:lnTo>
                    <a:pt x="5094255" y="1289568"/>
                  </a:lnTo>
                  <a:lnTo>
                    <a:pt x="5094400" y="1289568"/>
                  </a:lnTo>
                  <a:lnTo>
                    <a:pt x="5097309" y="1288944"/>
                  </a:lnTo>
                  <a:lnTo>
                    <a:pt x="5097599" y="1288944"/>
                  </a:lnTo>
                  <a:lnTo>
                    <a:pt x="5097745" y="1288944"/>
                  </a:lnTo>
                  <a:lnTo>
                    <a:pt x="5100072" y="1288944"/>
                  </a:lnTo>
                  <a:lnTo>
                    <a:pt x="5100072" y="1288321"/>
                  </a:lnTo>
                  <a:lnTo>
                    <a:pt x="5101235" y="1287697"/>
                  </a:lnTo>
                  <a:lnTo>
                    <a:pt x="5101526" y="1287697"/>
                  </a:lnTo>
                  <a:lnTo>
                    <a:pt x="5101962" y="1287697"/>
                  </a:lnTo>
                  <a:lnTo>
                    <a:pt x="5105016" y="1287073"/>
                  </a:lnTo>
                  <a:lnTo>
                    <a:pt x="5106179" y="1285826"/>
                  </a:lnTo>
                  <a:lnTo>
                    <a:pt x="5113014" y="1281461"/>
                  </a:lnTo>
                  <a:lnTo>
                    <a:pt x="5117377" y="1277720"/>
                  </a:lnTo>
                  <a:lnTo>
                    <a:pt x="5123194" y="1276473"/>
                  </a:lnTo>
                  <a:lnTo>
                    <a:pt x="5123776" y="1276473"/>
                  </a:lnTo>
                  <a:lnTo>
                    <a:pt x="5127702" y="1274602"/>
                  </a:lnTo>
                  <a:lnTo>
                    <a:pt x="5130320" y="1272731"/>
                  </a:lnTo>
                  <a:lnTo>
                    <a:pt x="5130611" y="1272731"/>
                  </a:lnTo>
                  <a:lnTo>
                    <a:pt x="5135555" y="1270237"/>
                  </a:lnTo>
                  <a:lnTo>
                    <a:pt x="5135555" y="1269613"/>
                  </a:lnTo>
                  <a:lnTo>
                    <a:pt x="5136137" y="1268990"/>
                  </a:lnTo>
                  <a:lnTo>
                    <a:pt x="5136573" y="1268990"/>
                  </a:lnTo>
                  <a:lnTo>
                    <a:pt x="5136719" y="1268990"/>
                  </a:lnTo>
                  <a:lnTo>
                    <a:pt x="5140791" y="1267119"/>
                  </a:lnTo>
                  <a:lnTo>
                    <a:pt x="5142681" y="1265248"/>
                  </a:lnTo>
                  <a:lnTo>
                    <a:pt x="5143845" y="1264624"/>
                  </a:lnTo>
                  <a:lnTo>
                    <a:pt x="5143990" y="1264624"/>
                  </a:lnTo>
                  <a:lnTo>
                    <a:pt x="5144136" y="1264624"/>
                  </a:lnTo>
                  <a:lnTo>
                    <a:pt x="5147480" y="1263377"/>
                  </a:lnTo>
                  <a:lnTo>
                    <a:pt x="5147626" y="1263377"/>
                  </a:lnTo>
                  <a:lnTo>
                    <a:pt x="5150534" y="1259012"/>
                  </a:lnTo>
                  <a:lnTo>
                    <a:pt x="5151261" y="1257141"/>
                  </a:lnTo>
                  <a:lnTo>
                    <a:pt x="5151843" y="1256518"/>
                  </a:lnTo>
                  <a:lnTo>
                    <a:pt x="5153006" y="1255271"/>
                  </a:lnTo>
                  <a:lnTo>
                    <a:pt x="5156788" y="1253400"/>
                  </a:lnTo>
                  <a:lnTo>
                    <a:pt x="5164495" y="1248411"/>
                  </a:lnTo>
                  <a:lnTo>
                    <a:pt x="5169876" y="1245293"/>
                  </a:lnTo>
                  <a:lnTo>
                    <a:pt x="5174820" y="1239681"/>
                  </a:lnTo>
                  <a:lnTo>
                    <a:pt x="5176856" y="1239681"/>
                  </a:lnTo>
                  <a:lnTo>
                    <a:pt x="5183691" y="1235940"/>
                  </a:lnTo>
                  <a:lnTo>
                    <a:pt x="5183837" y="1235940"/>
                  </a:lnTo>
                  <a:lnTo>
                    <a:pt x="5184564" y="1235316"/>
                  </a:lnTo>
                  <a:lnTo>
                    <a:pt x="5184709" y="1234069"/>
                  </a:lnTo>
                  <a:lnTo>
                    <a:pt x="5189072" y="1233445"/>
                  </a:lnTo>
                  <a:lnTo>
                    <a:pt x="5189508" y="1232822"/>
                  </a:lnTo>
                  <a:lnTo>
                    <a:pt x="5190381" y="1232198"/>
                  </a:lnTo>
                  <a:lnTo>
                    <a:pt x="5197652" y="1226586"/>
                  </a:lnTo>
                  <a:lnTo>
                    <a:pt x="5197943" y="1226586"/>
                  </a:lnTo>
                  <a:lnTo>
                    <a:pt x="5203033" y="1225962"/>
                  </a:lnTo>
                  <a:lnTo>
                    <a:pt x="5203178" y="1225339"/>
                  </a:lnTo>
                  <a:lnTo>
                    <a:pt x="5203469" y="1224715"/>
                  </a:lnTo>
                  <a:lnTo>
                    <a:pt x="5204487" y="1223468"/>
                  </a:lnTo>
                  <a:lnTo>
                    <a:pt x="5204633" y="1223468"/>
                  </a:lnTo>
                  <a:lnTo>
                    <a:pt x="5207832" y="1220974"/>
                  </a:lnTo>
                  <a:lnTo>
                    <a:pt x="5208995" y="1220974"/>
                  </a:lnTo>
                  <a:lnTo>
                    <a:pt x="5209141" y="1220974"/>
                  </a:lnTo>
                  <a:lnTo>
                    <a:pt x="5209432" y="1220974"/>
                  </a:lnTo>
                  <a:lnTo>
                    <a:pt x="5211322" y="1217232"/>
                  </a:lnTo>
                  <a:lnTo>
                    <a:pt x="5212776" y="1216609"/>
                  </a:lnTo>
                  <a:lnTo>
                    <a:pt x="5213067" y="1216609"/>
                  </a:lnTo>
                  <a:lnTo>
                    <a:pt x="5213649" y="1215985"/>
                  </a:lnTo>
                  <a:lnTo>
                    <a:pt x="5220048" y="1209749"/>
                  </a:lnTo>
                  <a:lnTo>
                    <a:pt x="5225719" y="1207255"/>
                  </a:lnTo>
                  <a:lnTo>
                    <a:pt x="5231536" y="1204137"/>
                  </a:lnTo>
                  <a:lnTo>
                    <a:pt x="5231682" y="1204137"/>
                  </a:lnTo>
                  <a:lnTo>
                    <a:pt x="5231827" y="1203513"/>
                  </a:lnTo>
                  <a:lnTo>
                    <a:pt x="5236917" y="1202266"/>
                  </a:lnTo>
                  <a:lnTo>
                    <a:pt x="5238226" y="1201643"/>
                  </a:lnTo>
                  <a:lnTo>
                    <a:pt x="5243316" y="1201019"/>
                  </a:lnTo>
                  <a:lnTo>
                    <a:pt x="5243607" y="1201019"/>
                  </a:lnTo>
                  <a:lnTo>
                    <a:pt x="5245061" y="1199148"/>
                  </a:lnTo>
                  <a:lnTo>
                    <a:pt x="5248551" y="1196654"/>
                  </a:lnTo>
                  <a:lnTo>
                    <a:pt x="5248987" y="1194783"/>
                  </a:lnTo>
                  <a:lnTo>
                    <a:pt x="5253932" y="1192912"/>
                  </a:lnTo>
                  <a:lnTo>
                    <a:pt x="5253932" y="1191665"/>
                  </a:lnTo>
                  <a:lnTo>
                    <a:pt x="5255386" y="1190418"/>
                  </a:lnTo>
                  <a:lnTo>
                    <a:pt x="5256404" y="1190418"/>
                  </a:lnTo>
                  <a:lnTo>
                    <a:pt x="5256549" y="1190418"/>
                  </a:lnTo>
                  <a:lnTo>
                    <a:pt x="5259313" y="1188547"/>
                  </a:lnTo>
                  <a:lnTo>
                    <a:pt x="5259458" y="1188547"/>
                  </a:lnTo>
                  <a:lnTo>
                    <a:pt x="5259458" y="1187924"/>
                  </a:lnTo>
                  <a:lnTo>
                    <a:pt x="5259603" y="1187924"/>
                  </a:lnTo>
                  <a:lnTo>
                    <a:pt x="5259749" y="1187924"/>
                  </a:lnTo>
                  <a:lnTo>
                    <a:pt x="5264112" y="1187300"/>
                  </a:lnTo>
                  <a:lnTo>
                    <a:pt x="5265857" y="1185429"/>
                  </a:lnTo>
                  <a:lnTo>
                    <a:pt x="5266148" y="1185429"/>
                  </a:lnTo>
                  <a:lnTo>
                    <a:pt x="5267020" y="1185429"/>
                  </a:lnTo>
                  <a:lnTo>
                    <a:pt x="5267165" y="1185429"/>
                  </a:lnTo>
                  <a:lnTo>
                    <a:pt x="5267602" y="1185429"/>
                  </a:lnTo>
                  <a:lnTo>
                    <a:pt x="5271092" y="1181688"/>
                  </a:lnTo>
                  <a:lnTo>
                    <a:pt x="5278072" y="1179194"/>
                  </a:lnTo>
                  <a:lnTo>
                    <a:pt x="5285198" y="1176076"/>
                  </a:lnTo>
                  <a:lnTo>
                    <a:pt x="5291888" y="1172958"/>
                  </a:lnTo>
                  <a:lnTo>
                    <a:pt x="5291888" y="1172334"/>
                  </a:lnTo>
                  <a:lnTo>
                    <a:pt x="5294651" y="1170464"/>
                  </a:lnTo>
                  <a:lnTo>
                    <a:pt x="5299595" y="1165475"/>
                  </a:lnTo>
                  <a:lnTo>
                    <a:pt x="5299741" y="1165475"/>
                  </a:lnTo>
                  <a:lnTo>
                    <a:pt x="5300468" y="1164228"/>
                  </a:lnTo>
                  <a:lnTo>
                    <a:pt x="5300613" y="1164228"/>
                  </a:lnTo>
                  <a:lnTo>
                    <a:pt x="5304976" y="1159239"/>
                  </a:lnTo>
                  <a:lnTo>
                    <a:pt x="5310066" y="1157368"/>
                  </a:lnTo>
                  <a:lnTo>
                    <a:pt x="5311084" y="1156121"/>
                  </a:lnTo>
                  <a:lnTo>
                    <a:pt x="5314865" y="1154250"/>
                  </a:lnTo>
                  <a:lnTo>
                    <a:pt x="5315301" y="1153003"/>
                  </a:lnTo>
                  <a:lnTo>
                    <a:pt x="5318210" y="1150509"/>
                  </a:lnTo>
                  <a:lnTo>
                    <a:pt x="5321118" y="1149885"/>
                  </a:lnTo>
                  <a:lnTo>
                    <a:pt x="5321409" y="1149885"/>
                  </a:lnTo>
                  <a:lnTo>
                    <a:pt x="5321845" y="1149885"/>
                  </a:lnTo>
                  <a:lnTo>
                    <a:pt x="5321991" y="1149885"/>
                  </a:lnTo>
                  <a:lnTo>
                    <a:pt x="5324172" y="1146144"/>
                  </a:lnTo>
                  <a:lnTo>
                    <a:pt x="5324318" y="1145520"/>
                  </a:lnTo>
                  <a:lnTo>
                    <a:pt x="5324899" y="1144273"/>
                  </a:lnTo>
                  <a:lnTo>
                    <a:pt x="5325772" y="1142402"/>
                  </a:lnTo>
                  <a:lnTo>
                    <a:pt x="5325917" y="1141155"/>
                  </a:lnTo>
                  <a:lnTo>
                    <a:pt x="5329553" y="1138661"/>
                  </a:lnTo>
                  <a:lnTo>
                    <a:pt x="5340169" y="1131178"/>
                  </a:lnTo>
                  <a:lnTo>
                    <a:pt x="5341042" y="1130554"/>
                  </a:lnTo>
                  <a:lnTo>
                    <a:pt x="5346132" y="1128683"/>
                  </a:lnTo>
                  <a:lnTo>
                    <a:pt x="5351512" y="1126813"/>
                  </a:lnTo>
                  <a:lnTo>
                    <a:pt x="5351803" y="1126189"/>
                  </a:lnTo>
                  <a:lnTo>
                    <a:pt x="5351803" y="1125566"/>
                  </a:lnTo>
                  <a:lnTo>
                    <a:pt x="5357329" y="1123071"/>
                  </a:lnTo>
                  <a:lnTo>
                    <a:pt x="5358493" y="1123071"/>
                  </a:lnTo>
                  <a:lnTo>
                    <a:pt x="5360238" y="1123071"/>
                  </a:lnTo>
                  <a:lnTo>
                    <a:pt x="5360383" y="1123071"/>
                  </a:lnTo>
                  <a:lnTo>
                    <a:pt x="5365328" y="1118083"/>
                  </a:lnTo>
                  <a:lnTo>
                    <a:pt x="5371290" y="1117459"/>
                  </a:lnTo>
                  <a:lnTo>
                    <a:pt x="5371872" y="1117459"/>
                  </a:lnTo>
                  <a:lnTo>
                    <a:pt x="5372308" y="1116212"/>
                  </a:lnTo>
                  <a:lnTo>
                    <a:pt x="5373908" y="1116212"/>
                  </a:lnTo>
                  <a:lnTo>
                    <a:pt x="5375071" y="1114965"/>
                  </a:lnTo>
                  <a:lnTo>
                    <a:pt x="5377543" y="1112470"/>
                  </a:lnTo>
                  <a:lnTo>
                    <a:pt x="5377980" y="1111847"/>
                  </a:lnTo>
                  <a:lnTo>
                    <a:pt x="5378125" y="1111223"/>
                  </a:lnTo>
                  <a:lnTo>
                    <a:pt x="5382197" y="1110600"/>
                  </a:lnTo>
                  <a:lnTo>
                    <a:pt x="5383506" y="1108729"/>
                  </a:lnTo>
                  <a:lnTo>
                    <a:pt x="5384088" y="1108729"/>
                  </a:lnTo>
                  <a:lnTo>
                    <a:pt x="5384233" y="1108105"/>
                  </a:lnTo>
                  <a:lnTo>
                    <a:pt x="5385396" y="1106858"/>
                  </a:lnTo>
                  <a:lnTo>
                    <a:pt x="5388596" y="1103740"/>
                  </a:lnTo>
                  <a:lnTo>
                    <a:pt x="5388887" y="1103740"/>
                  </a:lnTo>
                  <a:lnTo>
                    <a:pt x="5395285" y="1102493"/>
                  </a:lnTo>
                  <a:lnTo>
                    <a:pt x="5401684" y="1101869"/>
                  </a:lnTo>
                  <a:lnTo>
                    <a:pt x="5402702" y="1101246"/>
                  </a:lnTo>
                  <a:lnTo>
                    <a:pt x="5408374" y="1100622"/>
                  </a:lnTo>
                  <a:lnTo>
                    <a:pt x="5411282" y="1098128"/>
                  </a:lnTo>
                  <a:lnTo>
                    <a:pt x="5416372" y="1096881"/>
                  </a:lnTo>
                  <a:lnTo>
                    <a:pt x="5421753" y="1093139"/>
                  </a:lnTo>
                  <a:lnTo>
                    <a:pt x="5422189" y="1092516"/>
                  </a:lnTo>
                  <a:lnTo>
                    <a:pt x="5422480" y="1091892"/>
                  </a:lnTo>
                  <a:lnTo>
                    <a:pt x="5422480" y="1091269"/>
                  </a:lnTo>
                  <a:lnTo>
                    <a:pt x="5422625" y="1091269"/>
                  </a:lnTo>
                  <a:lnTo>
                    <a:pt x="5426843" y="1090645"/>
                  </a:lnTo>
                  <a:lnTo>
                    <a:pt x="5430478" y="1088151"/>
                  </a:lnTo>
                  <a:lnTo>
                    <a:pt x="5430478" y="1087527"/>
                  </a:lnTo>
                  <a:lnTo>
                    <a:pt x="5430624" y="1086280"/>
                  </a:lnTo>
                  <a:lnTo>
                    <a:pt x="5433387" y="1084409"/>
                  </a:lnTo>
                  <a:lnTo>
                    <a:pt x="5433532" y="1083786"/>
                  </a:lnTo>
                  <a:lnTo>
                    <a:pt x="5435568" y="1081291"/>
                  </a:lnTo>
                  <a:lnTo>
                    <a:pt x="5438622" y="1078173"/>
                  </a:lnTo>
                  <a:lnTo>
                    <a:pt x="5438768" y="1077550"/>
                  </a:lnTo>
                  <a:lnTo>
                    <a:pt x="5439640" y="1075055"/>
                  </a:lnTo>
                  <a:lnTo>
                    <a:pt x="5443421" y="1071938"/>
                  </a:lnTo>
                  <a:lnTo>
                    <a:pt x="5445021" y="1068196"/>
                  </a:lnTo>
                  <a:lnTo>
                    <a:pt x="5445166" y="1068196"/>
                  </a:lnTo>
                  <a:lnTo>
                    <a:pt x="5445312" y="1068196"/>
                  </a:lnTo>
                  <a:lnTo>
                    <a:pt x="5448220" y="1068196"/>
                  </a:lnTo>
                  <a:lnTo>
                    <a:pt x="5454328" y="1066949"/>
                  </a:lnTo>
                  <a:lnTo>
                    <a:pt x="5457382" y="1066325"/>
                  </a:lnTo>
                  <a:lnTo>
                    <a:pt x="5463781" y="1064455"/>
                  </a:lnTo>
                  <a:lnTo>
                    <a:pt x="5464653" y="1064455"/>
                  </a:lnTo>
                  <a:lnTo>
                    <a:pt x="5465380" y="1063831"/>
                  </a:lnTo>
                  <a:lnTo>
                    <a:pt x="5470325" y="1059466"/>
                  </a:lnTo>
                  <a:lnTo>
                    <a:pt x="5470325" y="1058842"/>
                  </a:lnTo>
                  <a:lnTo>
                    <a:pt x="5474251" y="1057595"/>
                  </a:lnTo>
                  <a:lnTo>
                    <a:pt x="5476287" y="1056348"/>
                  </a:lnTo>
                  <a:lnTo>
                    <a:pt x="5478905" y="1054477"/>
                  </a:lnTo>
                  <a:lnTo>
                    <a:pt x="5482104" y="1053230"/>
                  </a:lnTo>
                  <a:lnTo>
                    <a:pt x="5485885" y="1051983"/>
                  </a:lnTo>
                  <a:lnTo>
                    <a:pt x="5486176" y="1051359"/>
                  </a:lnTo>
                  <a:lnTo>
                    <a:pt x="5486613" y="1050736"/>
                  </a:lnTo>
                  <a:lnTo>
                    <a:pt x="5488939" y="1048865"/>
                  </a:lnTo>
                  <a:lnTo>
                    <a:pt x="5489666" y="1046371"/>
                  </a:lnTo>
                  <a:lnTo>
                    <a:pt x="5493884" y="1045747"/>
                  </a:lnTo>
                  <a:lnTo>
                    <a:pt x="5494320" y="1045747"/>
                  </a:lnTo>
                  <a:lnTo>
                    <a:pt x="5494466" y="1045123"/>
                  </a:lnTo>
                  <a:lnTo>
                    <a:pt x="5497229" y="1044500"/>
                  </a:lnTo>
                  <a:lnTo>
                    <a:pt x="5498247" y="1043876"/>
                  </a:lnTo>
                  <a:lnTo>
                    <a:pt x="5498537" y="1043876"/>
                  </a:lnTo>
                  <a:lnTo>
                    <a:pt x="5499410" y="1042006"/>
                  </a:lnTo>
                  <a:lnTo>
                    <a:pt x="5499992" y="1040135"/>
                  </a:lnTo>
                  <a:lnTo>
                    <a:pt x="5502319" y="1038888"/>
                  </a:lnTo>
                  <a:lnTo>
                    <a:pt x="5502900" y="1038264"/>
                  </a:lnTo>
                  <a:lnTo>
                    <a:pt x="5509299" y="1036393"/>
                  </a:lnTo>
                  <a:lnTo>
                    <a:pt x="5515116" y="1035770"/>
                  </a:lnTo>
                  <a:lnTo>
                    <a:pt x="5521515" y="1032652"/>
                  </a:lnTo>
                  <a:lnTo>
                    <a:pt x="5528641" y="1027663"/>
                  </a:lnTo>
                  <a:lnTo>
                    <a:pt x="5529222" y="1027663"/>
                  </a:lnTo>
                  <a:lnTo>
                    <a:pt x="5533294" y="1027040"/>
                  </a:lnTo>
                  <a:lnTo>
                    <a:pt x="5534458" y="1026416"/>
                  </a:lnTo>
                  <a:lnTo>
                    <a:pt x="5534748" y="1026416"/>
                  </a:lnTo>
                  <a:lnTo>
                    <a:pt x="5538966" y="1026416"/>
                  </a:lnTo>
                  <a:lnTo>
                    <a:pt x="5541147" y="1022675"/>
                  </a:lnTo>
                  <a:lnTo>
                    <a:pt x="5542456" y="1022675"/>
                  </a:lnTo>
                  <a:lnTo>
                    <a:pt x="5542601" y="1022675"/>
                  </a:lnTo>
                  <a:lnTo>
                    <a:pt x="5543765" y="1022675"/>
                  </a:lnTo>
                  <a:lnTo>
                    <a:pt x="5547255" y="1020804"/>
                  </a:lnTo>
                  <a:lnTo>
                    <a:pt x="5547255" y="1020180"/>
                  </a:lnTo>
                  <a:lnTo>
                    <a:pt x="5554235" y="1015815"/>
                  </a:lnTo>
                  <a:lnTo>
                    <a:pt x="5554235" y="1015192"/>
                  </a:lnTo>
                  <a:lnTo>
                    <a:pt x="5554526" y="1015192"/>
                  </a:lnTo>
                  <a:lnTo>
                    <a:pt x="5555399" y="1012697"/>
                  </a:lnTo>
                  <a:lnTo>
                    <a:pt x="5556126" y="1012074"/>
                  </a:lnTo>
                  <a:lnTo>
                    <a:pt x="5559907" y="1010826"/>
                  </a:lnTo>
                  <a:lnTo>
                    <a:pt x="5561070" y="1008332"/>
                  </a:lnTo>
                  <a:lnTo>
                    <a:pt x="5561216" y="1008332"/>
                  </a:lnTo>
                  <a:lnTo>
                    <a:pt x="5564415" y="1007709"/>
                  </a:lnTo>
                  <a:lnTo>
                    <a:pt x="5569941" y="1005838"/>
                  </a:lnTo>
                  <a:lnTo>
                    <a:pt x="5572268" y="1003967"/>
                  </a:lnTo>
                  <a:lnTo>
                    <a:pt x="5576340" y="1003343"/>
                  </a:lnTo>
                  <a:lnTo>
                    <a:pt x="5576486" y="1003343"/>
                  </a:lnTo>
                  <a:lnTo>
                    <a:pt x="5582157" y="1003343"/>
                  </a:lnTo>
                  <a:lnTo>
                    <a:pt x="5588120" y="1001473"/>
                  </a:lnTo>
                  <a:lnTo>
                    <a:pt x="5588556" y="1000226"/>
                  </a:lnTo>
                  <a:lnTo>
                    <a:pt x="5588701" y="1000226"/>
                  </a:lnTo>
                  <a:lnTo>
                    <a:pt x="5590883" y="998355"/>
                  </a:lnTo>
                  <a:lnTo>
                    <a:pt x="5593355" y="995237"/>
                  </a:lnTo>
                  <a:lnTo>
                    <a:pt x="5598008" y="992743"/>
                  </a:lnTo>
                  <a:lnTo>
                    <a:pt x="5598299" y="992743"/>
                  </a:lnTo>
                  <a:lnTo>
                    <a:pt x="5602517" y="992119"/>
                  </a:lnTo>
                  <a:lnTo>
                    <a:pt x="5602953" y="992119"/>
                  </a:lnTo>
                  <a:lnTo>
                    <a:pt x="5605280" y="989625"/>
                  </a:lnTo>
                  <a:lnTo>
                    <a:pt x="5605571" y="989625"/>
                  </a:lnTo>
                  <a:lnTo>
                    <a:pt x="5610806" y="989625"/>
                  </a:lnTo>
                  <a:lnTo>
                    <a:pt x="5611533" y="989001"/>
                  </a:lnTo>
                  <a:lnTo>
                    <a:pt x="5611678" y="989001"/>
                  </a:lnTo>
                  <a:lnTo>
                    <a:pt x="5615023" y="987754"/>
                  </a:lnTo>
                  <a:lnTo>
                    <a:pt x="5615605" y="987130"/>
                  </a:lnTo>
                  <a:lnTo>
                    <a:pt x="5616187" y="987130"/>
                  </a:lnTo>
                  <a:lnTo>
                    <a:pt x="5616332" y="987130"/>
                  </a:lnTo>
                  <a:lnTo>
                    <a:pt x="5617641" y="986507"/>
                  </a:lnTo>
                  <a:lnTo>
                    <a:pt x="5617932" y="985260"/>
                  </a:lnTo>
                  <a:lnTo>
                    <a:pt x="5618077" y="984012"/>
                  </a:lnTo>
                  <a:lnTo>
                    <a:pt x="5623022" y="981518"/>
                  </a:lnTo>
                  <a:lnTo>
                    <a:pt x="5626803" y="979024"/>
                  </a:lnTo>
                  <a:lnTo>
                    <a:pt x="5632620" y="977777"/>
                  </a:lnTo>
                  <a:lnTo>
                    <a:pt x="5636837" y="975282"/>
                  </a:lnTo>
                  <a:lnTo>
                    <a:pt x="5636983" y="974659"/>
                  </a:lnTo>
                  <a:lnTo>
                    <a:pt x="5639455" y="974035"/>
                  </a:lnTo>
                  <a:lnTo>
                    <a:pt x="5645272" y="973412"/>
                  </a:lnTo>
                  <a:lnTo>
                    <a:pt x="5649198" y="972164"/>
                  </a:lnTo>
                  <a:lnTo>
                    <a:pt x="5649344" y="972164"/>
                  </a:lnTo>
                  <a:lnTo>
                    <a:pt x="5653997" y="972164"/>
                  </a:lnTo>
                  <a:lnTo>
                    <a:pt x="5654579" y="972164"/>
                  </a:lnTo>
                  <a:lnTo>
                    <a:pt x="5655597" y="970917"/>
                  </a:lnTo>
                  <a:lnTo>
                    <a:pt x="5661414" y="968423"/>
                  </a:lnTo>
                  <a:lnTo>
                    <a:pt x="5664904" y="965929"/>
                  </a:lnTo>
                  <a:lnTo>
                    <a:pt x="5666649" y="965305"/>
                  </a:lnTo>
                  <a:lnTo>
                    <a:pt x="5670140" y="962187"/>
                  </a:lnTo>
                  <a:lnTo>
                    <a:pt x="5670430" y="962187"/>
                  </a:lnTo>
                  <a:lnTo>
                    <a:pt x="5670576" y="962187"/>
                  </a:lnTo>
                  <a:lnTo>
                    <a:pt x="5670721" y="962187"/>
                  </a:lnTo>
                  <a:lnTo>
                    <a:pt x="5673775" y="961563"/>
                  </a:lnTo>
                  <a:lnTo>
                    <a:pt x="5675084" y="959693"/>
                  </a:lnTo>
                  <a:lnTo>
                    <a:pt x="5675957" y="959693"/>
                  </a:lnTo>
                  <a:lnTo>
                    <a:pt x="5676247" y="958446"/>
                  </a:lnTo>
                  <a:lnTo>
                    <a:pt x="5677556" y="956575"/>
                  </a:lnTo>
                  <a:lnTo>
                    <a:pt x="5677993" y="955328"/>
                  </a:lnTo>
                  <a:lnTo>
                    <a:pt x="5683228" y="953457"/>
                  </a:lnTo>
                  <a:lnTo>
                    <a:pt x="5684973" y="952210"/>
                  </a:lnTo>
                  <a:lnTo>
                    <a:pt x="5684973" y="951586"/>
                  </a:lnTo>
                  <a:lnTo>
                    <a:pt x="5687591" y="950339"/>
                  </a:lnTo>
                  <a:lnTo>
                    <a:pt x="5692826" y="950339"/>
                  </a:lnTo>
                  <a:lnTo>
                    <a:pt x="5700533" y="946597"/>
                  </a:lnTo>
                  <a:lnTo>
                    <a:pt x="5705769" y="944727"/>
                  </a:lnTo>
                  <a:lnTo>
                    <a:pt x="5706932" y="943480"/>
                  </a:lnTo>
                  <a:lnTo>
                    <a:pt x="5707223" y="941609"/>
                  </a:lnTo>
                  <a:lnTo>
                    <a:pt x="5710713" y="938491"/>
                  </a:lnTo>
                  <a:lnTo>
                    <a:pt x="5711004" y="938491"/>
                  </a:lnTo>
                  <a:lnTo>
                    <a:pt x="5713185" y="935373"/>
                  </a:lnTo>
                  <a:lnTo>
                    <a:pt x="5715512" y="933502"/>
                  </a:lnTo>
                  <a:lnTo>
                    <a:pt x="5721038" y="931008"/>
                  </a:lnTo>
                  <a:lnTo>
                    <a:pt x="5721620" y="930384"/>
                  </a:lnTo>
                  <a:lnTo>
                    <a:pt x="5721620" y="929761"/>
                  </a:lnTo>
                  <a:lnTo>
                    <a:pt x="5726419" y="927266"/>
                  </a:lnTo>
                  <a:lnTo>
                    <a:pt x="5729182" y="925396"/>
                  </a:lnTo>
                  <a:lnTo>
                    <a:pt x="5732382" y="922901"/>
                  </a:lnTo>
                  <a:lnTo>
                    <a:pt x="5732672" y="922901"/>
                  </a:lnTo>
                  <a:lnTo>
                    <a:pt x="5734563" y="921031"/>
                  </a:lnTo>
                  <a:lnTo>
                    <a:pt x="5734854" y="920407"/>
                  </a:lnTo>
                  <a:lnTo>
                    <a:pt x="5738490" y="919160"/>
                  </a:lnTo>
                  <a:lnTo>
                    <a:pt x="5741253" y="917913"/>
                  </a:lnTo>
                  <a:lnTo>
                    <a:pt x="5741398" y="916666"/>
                  </a:lnTo>
                  <a:lnTo>
                    <a:pt x="5741980" y="916666"/>
                  </a:lnTo>
                  <a:lnTo>
                    <a:pt x="5744888" y="915418"/>
                  </a:lnTo>
                  <a:lnTo>
                    <a:pt x="5745470" y="912924"/>
                  </a:lnTo>
                  <a:lnTo>
                    <a:pt x="5746779" y="912300"/>
                  </a:lnTo>
                  <a:lnTo>
                    <a:pt x="5750414" y="911053"/>
                  </a:lnTo>
                  <a:lnTo>
                    <a:pt x="5754195" y="909183"/>
                  </a:lnTo>
                  <a:lnTo>
                    <a:pt x="5758704" y="909183"/>
                  </a:lnTo>
                  <a:lnTo>
                    <a:pt x="5758995" y="908559"/>
                  </a:lnTo>
                  <a:lnTo>
                    <a:pt x="5760594" y="907312"/>
                  </a:lnTo>
                  <a:lnTo>
                    <a:pt x="5764812" y="906688"/>
                  </a:lnTo>
                  <a:lnTo>
                    <a:pt x="5766993" y="906065"/>
                  </a:lnTo>
                  <a:lnTo>
                    <a:pt x="5772228" y="904817"/>
                  </a:lnTo>
                  <a:lnTo>
                    <a:pt x="5777173" y="902947"/>
                  </a:lnTo>
                  <a:lnTo>
                    <a:pt x="5777464" y="902323"/>
                  </a:lnTo>
                  <a:lnTo>
                    <a:pt x="5780081" y="901076"/>
                  </a:lnTo>
                  <a:lnTo>
                    <a:pt x="5781099" y="899829"/>
                  </a:lnTo>
                  <a:lnTo>
                    <a:pt x="5785462" y="897334"/>
                  </a:lnTo>
                  <a:lnTo>
                    <a:pt x="5785607" y="896087"/>
                  </a:lnTo>
                  <a:lnTo>
                    <a:pt x="5785898" y="896087"/>
                  </a:lnTo>
                  <a:lnTo>
                    <a:pt x="5786044" y="895464"/>
                  </a:lnTo>
                  <a:lnTo>
                    <a:pt x="5788952" y="894840"/>
                  </a:lnTo>
                  <a:lnTo>
                    <a:pt x="5791570" y="894217"/>
                  </a:lnTo>
                  <a:lnTo>
                    <a:pt x="5791715" y="894217"/>
                  </a:lnTo>
                  <a:lnTo>
                    <a:pt x="5792588" y="894217"/>
                  </a:lnTo>
                  <a:lnTo>
                    <a:pt x="5793606" y="893593"/>
                  </a:lnTo>
                  <a:lnTo>
                    <a:pt x="5797823" y="890475"/>
                  </a:lnTo>
                  <a:lnTo>
                    <a:pt x="5798405" y="890475"/>
                  </a:lnTo>
                  <a:lnTo>
                    <a:pt x="5798696" y="890475"/>
                  </a:lnTo>
                  <a:lnTo>
                    <a:pt x="5800295" y="889851"/>
                  </a:lnTo>
                  <a:lnTo>
                    <a:pt x="5803786" y="888604"/>
                  </a:lnTo>
                  <a:lnTo>
                    <a:pt x="5809457" y="886734"/>
                  </a:lnTo>
                  <a:lnTo>
                    <a:pt x="5813093" y="885486"/>
                  </a:lnTo>
                  <a:lnTo>
                    <a:pt x="5817601" y="883616"/>
                  </a:lnTo>
                  <a:lnTo>
                    <a:pt x="5822836" y="883616"/>
                  </a:lnTo>
                  <a:lnTo>
                    <a:pt x="5823273" y="883616"/>
                  </a:lnTo>
                  <a:lnTo>
                    <a:pt x="5824581" y="882992"/>
                  </a:lnTo>
                  <a:lnTo>
                    <a:pt x="5830108" y="882368"/>
                  </a:lnTo>
                  <a:lnTo>
                    <a:pt x="5830689" y="881121"/>
                  </a:lnTo>
                  <a:lnTo>
                    <a:pt x="5838106" y="878003"/>
                  </a:lnTo>
                  <a:lnTo>
                    <a:pt x="5838251" y="877380"/>
                  </a:lnTo>
                  <a:lnTo>
                    <a:pt x="5838688" y="876756"/>
                  </a:lnTo>
                  <a:lnTo>
                    <a:pt x="5838979" y="876756"/>
                  </a:lnTo>
                  <a:lnTo>
                    <a:pt x="5844505" y="875509"/>
                  </a:lnTo>
                  <a:lnTo>
                    <a:pt x="5844650" y="874262"/>
                  </a:lnTo>
                  <a:lnTo>
                    <a:pt x="5847122" y="871768"/>
                  </a:lnTo>
                  <a:lnTo>
                    <a:pt x="5852067" y="869897"/>
                  </a:lnTo>
                  <a:lnTo>
                    <a:pt x="5852794" y="868650"/>
                  </a:lnTo>
                  <a:lnTo>
                    <a:pt x="5853085" y="868650"/>
                  </a:lnTo>
                  <a:lnTo>
                    <a:pt x="5853667" y="868650"/>
                  </a:lnTo>
                  <a:lnTo>
                    <a:pt x="5858611" y="866779"/>
                  </a:lnTo>
                  <a:lnTo>
                    <a:pt x="5860356" y="864908"/>
                  </a:lnTo>
                  <a:lnTo>
                    <a:pt x="5860792" y="863037"/>
                  </a:lnTo>
                  <a:lnTo>
                    <a:pt x="5863992" y="863037"/>
                  </a:lnTo>
                  <a:lnTo>
                    <a:pt x="5870827" y="861167"/>
                  </a:lnTo>
                  <a:lnTo>
                    <a:pt x="5870972" y="861167"/>
                  </a:lnTo>
                  <a:lnTo>
                    <a:pt x="5875480" y="859296"/>
                  </a:lnTo>
                  <a:lnTo>
                    <a:pt x="5875626" y="859296"/>
                  </a:lnTo>
                  <a:lnTo>
                    <a:pt x="5880425" y="856802"/>
                  </a:lnTo>
                  <a:lnTo>
                    <a:pt x="5886824" y="854931"/>
                  </a:lnTo>
                  <a:lnTo>
                    <a:pt x="5890168" y="853684"/>
                  </a:lnTo>
                  <a:lnTo>
                    <a:pt x="5890459" y="853684"/>
                  </a:lnTo>
                  <a:lnTo>
                    <a:pt x="5894822" y="851813"/>
                  </a:lnTo>
                  <a:lnTo>
                    <a:pt x="5898458" y="849319"/>
                  </a:lnTo>
                  <a:lnTo>
                    <a:pt x="5899330" y="848695"/>
                  </a:lnTo>
                  <a:lnTo>
                    <a:pt x="5903257" y="846824"/>
                  </a:lnTo>
                  <a:lnTo>
                    <a:pt x="5903984" y="844954"/>
                  </a:lnTo>
                  <a:lnTo>
                    <a:pt x="5905874" y="843706"/>
                  </a:lnTo>
                  <a:lnTo>
                    <a:pt x="5908928" y="841836"/>
                  </a:lnTo>
                  <a:lnTo>
                    <a:pt x="5909074" y="841836"/>
                  </a:lnTo>
                  <a:lnTo>
                    <a:pt x="5909655" y="841212"/>
                  </a:lnTo>
                  <a:lnTo>
                    <a:pt x="5914454" y="839965"/>
                  </a:lnTo>
                  <a:lnTo>
                    <a:pt x="5917508" y="837471"/>
                  </a:lnTo>
                  <a:lnTo>
                    <a:pt x="5917799" y="836223"/>
                  </a:lnTo>
                  <a:lnTo>
                    <a:pt x="5919108" y="834976"/>
                  </a:lnTo>
                  <a:lnTo>
                    <a:pt x="5920417" y="834353"/>
                  </a:lnTo>
                  <a:lnTo>
                    <a:pt x="5924343" y="830611"/>
                  </a:lnTo>
                  <a:lnTo>
                    <a:pt x="5924780" y="830611"/>
                  </a:lnTo>
                  <a:lnTo>
                    <a:pt x="5929724" y="827493"/>
                  </a:lnTo>
                  <a:lnTo>
                    <a:pt x="5935105" y="824999"/>
                  </a:lnTo>
                  <a:lnTo>
                    <a:pt x="5938886" y="824375"/>
                  </a:lnTo>
                  <a:lnTo>
                    <a:pt x="5941649" y="823128"/>
                  </a:lnTo>
                  <a:lnTo>
                    <a:pt x="5945139" y="821881"/>
                  </a:lnTo>
                  <a:lnTo>
                    <a:pt x="5949502" y="820634"/>
                  </a:lnTo>
                  <a:lnTo>
                    <a:pt x="5950665" y="818763"/>
                  </a:lnTo>
                  <a:lnTo>
                    <a:pt x="5951247" y="818140"/>
                  </a:lnTo>
                  <a:lnTo>
                    <a:pt x="5955319" y="816892"/>
                  </a:lnTo>
                  <a:lnTo>
                    <a:pt x="5958082" y="815645"/>
                  </a:lnTo>
                  <a:lnTo>
                    <a:pt x="5960700" y="815645"/>
                  </a:lnTo>
                  <a:lnTo>
                    <a:pt x="5960845" y="815645"/>
                  </a:lnTo>
                  <a:lnTo>
                    <a:pt x="5966226" y="813774"/>
                  </a:lnTo>
                  <a:lnTo>
                    <a:pt x="5966371" y="813774"/>
                  </a:lnTo>
                  <a:lnTo>
                    <a:pt x="5966517" y="813774"/>
                  </a:lnTo>
                  <a:lnTo>
                    <a:pt x="5968989" y="811280"/>
                  </a:lnTo>
                  <a:lnTo>
                    <a:pt x="5972770" y="810033"/>
                  </a:lnTo>
                  <a:lnTo>
                    <a:pt x="5972770" y="809409"/>
                  </a:lnTo>
                  <a:lnTo>
                    <a:pt x="5973497" y="807539"/>
                  </a:lnTo>
                  <a:lnTo>
                    <a:pt x="5974951" y="802550"/>
                  </a:lnTo>
                  <a:lnTo>
                    <a:pt x="5975824" y="802550"/>
                  </a:lnTo>
                  <a:lnTo>
                    <a:pt x="5976260" y="802550"/>
                  </a:lnTo>
                  <a:lnTo>
                    <a:pt x="5980332" y="801303"/>
                  </a:lnTo>
                  <a:lnTo>
                    <a:pt x="5980478" y="801303"/>
                  </a:lnTo>
                  <a:lnTo>
                    <a:pt x="5983241" y="798808"/>
                  </a:lnTo>
                  <a:lnTo>
                    <a:pt x="5983531" y="798185"/>
                  </a:lnTo>
                  <a:lnTo>
                    <a:pt x="5987167" y="796314"/>
                  </a:lnTo>
                  <a:lnTo>
                    <a:pt x="5991530" y="795067"/>
                  </a:lnTo>
                  <a:lnTo>
                    <a:pt x="5996620" y="792573"/>
                  </a:lnTo>
                  <a:lnTo>
                    <a:pt x="5997347" y="791325"/>
                  </a:lnTo>
                  <a:lnTo>
                    <a:pt x="5998510" y="790702"/>
                  </a:lnTo>
                  <a:lnTo>
                    <a:pt x="6002728" y="789455"/>
                  </a:lnTo>
                  <a:lnTo>
                    <a:pt x="6005782" y="788831"/>
                  </a:lnTo>
                  <a:lnTo>
                    <a:pt x="6007236" y="788831"/>
                  </a:lnTo>
                  <a:lnTo>
                    <a:pt x="6010726" y="787584"/>
                  </a:lnTo>
                  <a:lnTo>
                    <a:pt x="6011453" y="786960"/>
                  </a:lnTo>
                  <a:lnTo>
                    <a:pt x="6011744" y="784466"/>
                  </a:lnTo>
                  <a:lnTo>
                    <a:pt x="6014507" y="783219"/>
                  </a:lnTo>
                  <a:lnTo>
                    <a:pt x="6014653" y="783219"/>
                  </a:lnTo>
                  <a:lnTo>
                    <a:pt x="6014653" y="782595"/>
                  </a:lnTo>
                  <a:lnTo>
                    <a:pt x="6018288" y="780725"/>
                  </a:lnTo>
                  <a:lnTo>
                    <a:pt x="6019306" y="778230"/>
                  </a:lnTo>
                  <a:lnTo>
                    <a:pt x="6021924" y="775736"/>
                  </a:lnTo>
                  <a:lnTo>
                    <a:pt x="6028177" y="771994"/>
                  </a:lnTo>
                  <a:lnTo>
                    <a:pt x="6031813" y="771371"/>
                  </a:lnTo>
                  <a:lnTo>
                    <a:pt x="6035158" y="770124"/>
                  </a:lnTo>
                  <a:lnTo>
                    <a:pt x="6035448" y="770124"/>
                  </a:lnTo>
                  <a:lnTo>
                    <a:pt x="6036175" y="768876"/>
                  </a:lnTo>
                  <a:lnTo>
                    <a:pt x="6041265" y="764511"/>
                  </a:lnTo>
                  <a:lnTo>
                    <a:pt x="6041702" y="763888"/>
                  </a:lnTo>
                  <a:lnTo>
                    <a:pt x="6042429" y="762017"/>
                  </a:lnTo>
                  <a:lnTo>
                    <a:pt x="6043592" y="761394"/>
                  </a:lnTo>
                  <a:lnTo>
                    <a:pt x="6046501" y="761394"/>
                  </a:lnTo>
                  <a:lnTo>
                    <a:pt x="6050427" y="759523"/>
                  </a:lnTo>
                  <a:lnTo>
                    <a:pt x="6054208" y="758899"/>
                  </a:lnTo>
                  <a:lnTo>
                    <a:pt x="6058426" y="758276"/>
                  </a:lnTo>
                  <a:lnTo>
                    <a:pt x="6061043" y="755158"/>
                  </a:lnTo>
                  <a:lnTo>
                    <a:pt x="6061043" y="754534"/>
                  </a:lnTo>
                  <a:lnTo>
                    <a:pt x="6063370" y="752663"/>
                  </a:lnTo>
                  <a:lnTo>
                    <a:pt x="6064097" y="751416"/>
                  </a:lnTo>
                  <a:lnTo>
                    <a:pt x="6064388" y="750793"/>
                  </a:lnTo>
                  <a:lnTo>
                    <a:pt x="6068169" y="748298"/>
                  </a:lnTo>
                  <a:lnTo>
                    <a:pt x="6070350" y="745804"/>
                  </a:lnTo>
                  <a:lnTo>
                    <a:pt x="6072968" y="745180"/>
                  </a:lnTo>
                  <a:lnTo>
                    <a:pt x="6076458" y="743933"/>
                  </a:lnTo>
                  <a:lnTo>
                    <a:pt x="6076604" y="743933"/>
                  </a:lnTo>
                  <a:lnTo>
                    <a:pt x="6077040" y="743310"/>
                  </a:lnTo>
                  <a:lnTo>
                    <a:pt x="6077331" y="743310"/>
                  </a:lnTo>
                  <a:lnTo>
                    <a:pt x="6085038" y="740192"/>
                  </a:lnTo>
                  <a:lnTo>
                    <a:pt x="6086202" y="740192"/>
                  </a:lnTo>
                  <a:lnTo>
                    <a:pt x="6086493" y="740192"/>
                  </a:lnTo>
                  <a:lnTo>
                    <a:pt x="6088092" y="738945"/>
                  </a:lnTo>
                  <a:lnTo>
                    <a:pt x="6093182" y="735203"/>
                  </a:lnTo>
                  <a:lnTo>
                    <a:pt x="6093473" y="733956"/>
                  </a:lnTo>
                  <a:lnTo>
                    <a:pt x="6095509" y="732709"/>
                  </a:lnTo>
                  <a:lnTo>
                    <a:pt x="6099290" y="730214"/>
                  </a:lnTo>
                  <a:lnTo>
                    <a:pt x="6103507" y="728967"/>
                  </a:lnTo>
                  <a:lnTo>
                    <a:pt x="6107579" y="728344"/>
                  </a:lnTo>
                  <a:lnTo>
                    <a:pt x="6112524" y="723979"/>
                  </a:lnTo>
                  <a:lnTo>
                    <a:pt x="6112815" y="723979"/>
                  </a:lnTo>
                  <a:lnTo>
                    <a:pt x="6115723" y="722108"/>
                  </a:lnTo>
                  <a:lnTo>
                    <a:pt x="6118632" y="720861"/>
                  </a:lnTo>
                  <a:lnTo>
                    <a:pt x="6122558" y="718990"/>
                  </a:lnTo>
                  <a:lnTo>
                    <a:pt x="6126194" y="717119"/>
                  </a:lnTo>
                  <a:lnTo>
                    <a:pt x="6126339" y="716496"/>
                  </a:lnTo>
                  <a:lnTo>
                    <a:pt x="6126921" y="715872"/>
                  </a:lnTo>
                  <a:lnTo>
                    <a:pt x="6127066" y="714625"/>
                  </a:lnTo>
                  <a:lnTo>
                    <a:pt x="6127648" y="714625"/>
                  </a:lnTo>
                  <a:lnTo>
                    <a:pt x="6132883" y="712131"/>
                  </a:lnTo>
                  <a:lnTo>
                    <a:pt x="6133320" y="711507"/>
                  </a:lnTo>
                  <a:lnTo>
                    <a:pt x="6135356" y="711507"/>
                  </a:lnTo>
                  <a:lnTo>
                    <a:pt x="6137101" y="709636"/>
                  </a:lnTo>
                  <a:lnTo>
                    <a:pt x="6142482" y="707765"/>
                  </a:lnTo>
                  <a:lnTo>
                    <a:pt x="6144517" y="707142"/>
                  </a:lnTo>
                  <a:lnTo>
                    <a:pt x="6145245" y="705271"/>
                  </a:lnTo>
                  <a:lnTo>
                    <a:pt x="6145826" y="703400"/>
                  </a:lnTo>
                  <a:lnTo>
                    <a:pt x="6149026" y="703400"/>
                  </a:lnTo>
                  <a:lnTo>
                    <a:pt x="6152225" y="702777"/>
                  </a:lnTo>
                  <a:lnTo>
                    <a:pt x="6152370" y="702777"/>
                  </a:lnTo>
                  <a:lnTo>
                    <a:pt x="6156152" y="702153"/>
                  </a:lnTo>
                  <a:lnTo>
                    <a:pt x="6157897" y="699659"/>
                  </a:lnTo>
                  <a:lnTo>
                    <a:pt x="6158042" y="699659"/>
                  </a:lnTo>
                  <a:lnTo>
                    <a:pt x="6158042" y="699035"/>
                  </a:lnTo>
                  <a:lnTo>
                    <a:pt x="6158478" y="699035"/>
                  </a:lnTo>
                  <a:lnTo>
                    <a:pt x="6159787" y="699035"/>
                  </a:lnTo>
                  <a:lnTo>
                    <a:pt x="6164150" y="697788"/>
                  </a:lnTo>
                  <a:lnTo>
                    <a:pt x="6170985" y="694670"/>
                  </a:lnTo>
                  <a:lnTo>
                    <a:pt x="6174911" y="693423"/>
                  </a:lnTo>
                  <a:lnTo>
                    <a:pt x="6178547" y="692799"/>
                  </a:lnTo>
                  <a:lnTo>
                    <a:pt x="6178692" y="692799"/>
                  </a:lnTo>
                  <a:lnTo>
                    <a:pt x="6178838" y="692799"/>
                  </a:lnTo>
                  <a:lnTo>
                    <a:pt x="6182764" y="691552"/>
                  </a:lnTo>
                  <a:lnTo>
                    <a:pt x="6184800" y="690929"/>
                  </a:lnTo>
                  <a:lnTo>
                    <a:pt x="6189745" y="690929"/>
                  </a:lnTo>
                  <a:lnTo>
                    <a:pt x="6193671" y="688434"/>
                  </a:lnTo>
                  <a:lnTo>
                    <a:pt x="6195126" y="687187"/>
                  </a:lnTo>
                  <a:lnTo>
                    <a:pt x="6198616" y="685940"/>
                  </a:lnTo>
                  <a:lnTo>
                    <a:pt x="6201961" y="683446"/>
                  </a:lnTo>
                  <a:lnTo>
                    <a:pt x="6202542" y="682199"/>
                  </a:lnTo>
                  <a:lnTo>
                    <a:pt x="6205160" y="682199"/>
                  </a:lnTo>
                  <a:lnTo>
                    <a:pt x="6207923" y="681575"/>
                  </a:lnTo>
                  <a:lnTo>
                    <a:pt x="6208068" y="681575"/>
                  </a:lnTo>
                  <a:lnTo>
                    <a:pt x="6208359" y="680951"/>
                  </a:lnTo>
                  <a:lnTo>
                    <a:pt x="6208505" y="680951"/>
                  </a:lnTo>
                  <a:lnTo>
                    <a:pt x="6208650" y="680951"/>
                  </a:lnTo>
                  <a:lnTo>
                    <a:pt x="6210250" y="679704"/>
                  </a:lnTo>
                  <a:lnTo>
                    <a:pt x="6211995" y="678457"/>
                  </a:lnTo>
                  <a:lnTo>
                    <a:pt x="6218103" y="677210"/>
                  </a:lnTo>
                  <a:lnTo>
                    <a:pt x="6218539" y="675963"/>
                  </a:lnTo>
                  <a:lnTo>
                    <a:pt x="6222029" y="675339"/>
                  </a:lnTo>
                  <a:lnTo>
                    <a:pt x="6222175" y="675339"/>
                  </a:lnTo>
                  <a:lnTo>
                    <a:pt x="6225374" y="672845"/>
                  </a:lnTo>
                  <a:lnTo>
                    <a:pt x="6227701" y="672845"/>
                  </a:lnTo>
                  <a:lnTo>
                    <a:pt x="6230464" y="670974"/>
                  </a:lnTo>
                  <a:lnTo>
                    <a:pt x="6233227" y="669727"/>
                  </a:lnTo>
                  <a:lnTo>
                    <a:pt x="6233518" y="667233"/>
                  </a:lnTo>
                  <a:lnTo>
                    <a:pt x="6234827" y="666609"/>
                  </a:lnTo>
                  <a:lnTo>
                    <a:pt x="6238172" y="665362"/>
                  </a:lnTo>
                  <a:lnTo>
                    <a:pt x="6238317" y="665362"/>
                  </a:lnTo>
                  <a:lnTo>
                    <a:pt x="6238462" y="665362"/>
                  </a:lnTo>
                  <a:lnTo>
                    <a:pt x="6245007" y="662868"/>
                  </a:lnTo>
                  <a:lnTo>
                    <a:pt x="6247479" y="661620"/>
                  </a:lnTo>
                  <a:lnTo>
                    <a:pt x="6247915" y="661620"/>
                  </a:lnTo>
                  <a:lnTo>
                    <a:pt x="6251987" y="659126"/>
                  </a:lnTo>
                  <a:lnTo>
                    <a:pt x="6252132" y="659126"/>
                  </a:lnTo>
                  <a:lnTo>
                    <a:pt x="6255913" y="657255"/>
                  </a:lnTo>
                  <a:lnTo>
                    <a:pt x="6262312" y="652890"/>
                  </a:lnTo>
                  <a:lnTo>
                    <a:pt x="6264348" y="651643"/>
                  </a:lnTo>
                  <a:lnTo>
                    <a:pt x="6265512" y="649772"/>
                  </a:lnTo>
                  <a:lnTo>
                    <a:pt x="6266239" y="649772"/>
                  </a:lnTo>
                  <a:lnTo>
                    <a:pt x="6269147" y="647902"/>
                  </a:lnTo>
                  <a:lnTo>
                    <a:pt x="6271329" y="647278"/>
                  </a:lnTo>
                  <a:lnTo>
                    <a:pt x="6271474" y="647278"/>
                  </a:lnTo>
                  <a:lnTo>
                    <a:pt x="6272201" y="646654"/>
                  </a:lnTo>
                  <a:lnTo>
                    <a:pt x="6277291" y="644784"/>
                  </a:lnTo>
                  <a:lnTo>
                    <a:pt x="6279181" y="640419"/>
                  </a:lnTo>
                  <a:lnTo>
                    <a:pt x="6279763" y="639171"/>
                  </a:lnTo>
                  <a:lnTo>
                    <a:pt x="6281508" y="638548"/>
                  </a:lnTo>
                  <a:lnTo>
                    <a:pt x="6283690" y="637924"/>
                  </a:lnTo>
                  <a:lnTo>
                    <a:pt x="6285435" y="637924"/>
                  </a:lnTo>
                  <a:lnTo>
                    <a:pt x="6288343" y="635430"/>
                  </a:lnTo>
                  <a:lnTo>
                    <a:pt x="6288489" y="635430"/>
                  </a:lnTo>
                  <a:lnTo>
                    <a:pt x="6296778" y="630441"/>
                  </a:lnTo>
                  <a:lnTo>
                    <a:pt x="6296778" y="629818"/>
                  </a:lnTo>
                  <a:lnTo>
                    <a:pt x="6296923" y="629818"/>
                  </a:lnTo>
                  <a:lnTo>
                    <a:pt x="6299686" y="629194"/>
                  </a:lnTo>
                  <a:lnTo>
                    <a:pt x="6300123" y="629194"/>
                  </a:lnTo>
                  <a:lnTo>
                    <a:pt x="6303031" y="627323"/>
                  </a:lnTo>
                  <a:lnTo>
                    <a:pt x="6304631" y="625453"/>
                  </a:lnTo>
                  <a:lnTo>
                    <a:pt x="6308848" y="624205"/>
                  </a:lnTo>
                  <a:lnTo>
                    <a:pt x="6313211" y="621087"/>
                  </a:lnTo>
                  <a:lnTo>
                    <a:pt x="6313938" y="621087"/>
                  </a:lnTo>
                  <a:lnTo>
                    <a:pt x="6317283" y="621087"/>
                  </a:lnTo>
                  <a:lnTo>
                    <a:pt x="6317428" y="621087"/>
                  </a:lnTo>
                  <a:lnTo>
                    <a:pt x="6321646" y="619840"/>
                  </a:lnTo>
                  <a:lnTo>
                    <a:pt x="6326881" y="618593"/>
                  </a:lnTo>
                  <a:lnTo>
                    <a:pt x="6328772" y="617970"/>
                  </a:lnTo>
                  <a:lnTo>
                    <a:pt x="6330517" y="617346"/>
                  </a:lnTo>
                  <a:lnTo>
                    <a:pt x="6330808" y="617346"/>
                  </a:lnTo>
                  <a:lnTo>
                    <a:pt x="6333861" y="615475"/>
                  </a:lnTo>
                  <a:lnTo>
                    <a:pt x="6334152" y="614852"/>
                  </a:lnTo>
                  <a:lnTo>
                    <a:pt x="6334443" y="614228"/>
                  </a:lnTo>
                  <a:lnTo>
                    <a:pt x="6335170" y="612981"/>
                  </a:lnTo>
                  <a:lnTo>
                    <a:pt x="6337788" y="611734"/>
                  </a:lnTo>
                  <a:lnTo>
                    <a:pt x="6345786" y="609863"/>
                  </a:lnTo>
                  <a:lnTo>
                    <a:pt x="6350004" y="607992"/>
                  </a:lnTo>
                  <a:lnTo>
                    <a:pt x="6352621" y="607369"/>
                  </a:lnTo>
                  <a:lnTo>
                    <a:pt x="6355384" y="605498"/>
                  </a:lnTo>
                  <a:lnTo>
                    <a:pt x="6355966" y="604874"/>
                  </a:lnTo>
                  <a:lnTo>
                    <a:pt x="6356839" y="604251"/>
                  </a:lnTo>
                  <a:lnTo>
                    <a:pt x="6359893" y="601756"/>
                  </a:lnTo>
                  <a:lnTo>
                    <a:pt x="6365419" y="598639"/>
                  </a:lnTo>
                  <a:lnTo>
                    <a:pt x="6369054" y="598015"/>
                  </a:lnTo>
                  <a:lnTo>
                    <a:pt x="6369345" y="598015"/>
                  </a:lnTo>
                  <a:lnTo>
                    <a:pt x="6373126" y="596768"/>
                  </a:lnTo>
                  <a:lnTo>
                    <a:pt x="6375453" y="594897"/>
                  </a:lnTo>
                  <a:lnTo>
                    <a:pt x="6376762" y="593650"/>
                  </a:lnTo>
                  <a:lnTo>
                    <a:pt x="6379380" y="592403"/>
                  </a:lnTo>
                  <a:lnTo>
                    <a:pt x="6380107" y="591156"/>
                  </a:lnTo>
                  <a:lnTo>
                    <a:pt x="6381561" y="591156"/>
                  </a:lnTo>
                  <a:lnTo>
                    <a:pt x="6386796" y="590532"/>
                  </a:lnTo>
                  <a:lnTo>
                    <a:pt x="6386796" y="589908"/>
                  </a:lnTo>
                  <a:lnTo>
                    <a:pt x="6387378" y="589285"/>
                  </a:lnTo>
                  <a:lnTo>
                    <a:pt x="6392468" y="588038"/>
                  </a:lnTo>
                  <a:lnTo>
                    <a:pt x="6394795" y="586790"/>
                  </a:lnTo>
                  <a:lnTo>
                    <a:pt x="6395522" y="586790"/>
                  </a:lnTo>
                  <a:lnTo>
                    <a:pt x="6398430" y="586790"/>
                  </a:lnTo>
                  <a:lnTo>
                    <a:pt x="6400757" y="584920"/>
                  </a:lnTo>
                  <a:lnTo>
                    <a:pt x="6402939" y="584920"/>
                  </a:lnTo>
                  <a:lnTo>
                    <a:pt x="6405265" y="584920"/>
                  </a:lnTo>
                  <a:lnTo>
                    <a:pt x="6407738" y="584296"/>
                  </a:lnTo>
                  <a:lnTo>
                    <a:pt x="6410355" y="584296"/>
                  </a:lnTo>
                  <a:lnTo>
                    <a:pt x="6415591" y="583049"/>
                  </a:lnTo>
                  <a:lnTo>
                    <a:pt x="6416027" y="583049"/>
                  </a:lnTo>
                  <a:lnTo>
                    <a:pt x="6418354" y="581802"/>
                  </a:lnTo>
                  <a:lnTo>
                    <a:pt x="6418790" y="581178"/>
                  </a:lnTo>
                  <a:lnTo>
                    <a:pt x="6422716" y="581178"/>
                  </a:lnTo>
                  <a:lnTo>
                    <a:pt x="6423153" y="579931"/>
                  </a:lnTo>
                  <a:lnTo>
                    <a:pt x="6428533" y="578060"/>
                  </a:lnTo>
                  <a:lnTo>
                    <a:pt x="6432169" y="577437"/>
                  </a:lnTo>
                  <a:lnTo>
                    <a:pt x="6435659" y="576813"/>
                  </a:lnTo>
                  <a:lnTo>
                    <a:pt x="6437259" y="576813"/>
                  </a:lnTo>
                  <a:lnTo>
                    <a:pt x="6438277" y="575566"/>
                  </a:lnTo>
                  <a:lnTo>
                    <a:pt x="6442203" y="574942"/>
                  </a:lnTo>
                  <a:lnTo>
                    <a:pt x="6447003" y="574319"/>
                  </a:lnTo>
                  <a:lnTo>
                    <a:pt x="6447148" y="574319"/>
                  </a:lnTo>
                  <a:lnTo>
                    <a:pt x="6447584" y="573695"/>
                  </a:lnTo>
                  <a:lnTo>
                    <a:pt x="6455437" y="569954"/>
                  </a:lnTo>
                  <a:lnTo>
                    <a:pt x="6455437" y="569330"/>
                  </a:lnTo>
                  <a:lnTo>
                    <a:pt x="6455583" y="568707"/>
                  </a:lnTo>
                  <a:lnTo>
                    <a:pt x="6455873" y="568083"/>
                  </a:lnTo>
                  <a:lnTo>
                    <a:pt x="6460091" y="566212"/>
                  </a:lnTo>
                  <a:lnTo>
                    <a:pt x="6460236" y="566212"/>
                  </a:lnTo>
                  <a:lnTo>
                    <a:pt x="6461690" y="565589"/>
                  </a:lnTo>
                  <a:lnTo>
                    <a:pt x="6463726" y="564341"/>
                  </a:lnTo>
                  <a:lnTo>
                    <a:pt x="6465762" y="564341"/>
                  </a:lnTo>
                  <a:lnTo>
                    <a:pt x="6467944" y="564341"/>
                  </a:lnTo>
                  <a:lnTo>
                    <a:pt x="6468235" y="562471"/>
                  </a:lnTo>
                  <a:lnTo>
                    <a:pt x="6469834" y="561847"/>
                  </a:lnTo>
                  <a:lnTo>
                    <a:pt x="6470125" y="561847"/>
                  </a:lnTo>
                  <a:lnTo>
                    <a:pt x="6472888" y="561224"/>
                  </a:lnTo>
                  <a:lnTo>
                    <a:pt x="6481323" y="556235"/>
                  </a:lnTo>
                  <a:lnTo>
                    <a:pt x="6484086" y="553741"/>
                  </a:lnTo>
                  <a:lnTo>
                    <a:pt x="6484377" y="553741"/>
                  </a:lnTo>
                  <a:lnTo>
                    <a:pt x="6487285" y="553117"/>
                  </a:lnTo>
                  <a:lnTo>
                    <a:pt x="6488158" y="553117"/>
                  </a:lnTo>
                  <a:lnTo>
                    <a:pt x="6493539" y="552493"/>
                  </a:lnTo>
                  <a:lnTo>
                    <a:pt x="6495865" y="551870"/>
                  </a:lnTo>
                  <a:lnTo>
                    <a:pt x="6496011" y="551870"/>
                  </a:lnTo>
                  <a:lnTo>
                    <a:pt x="6497611" y="549999"/>
                  </a:lnTo>
                  <a:lnTo>
                    <a:pt x="6500519" y="549376"/>
                  </a:lnTo>
                  <a:lnTo>
                    <a:pt x="6503718" y="547505"/>
                  </a:lnTo>
                  <a:lnTo>
                    <a:pt x="6504882" y="546258"/>
                  </a:lnTo>
                  <a:lnTo>
                    <a:pt x="6509099" y="545010"/>
                  </a:lnTo>
                  <a:lnTo>
                    <a:pt x="6509535" y="545010"/>
                  </a:lnTo>
                  <a:lnTo>
                    <a:pt x="6514480" y="544387"/>
                  </a:lnTo>
                  <a:lnTo>
                    <a:pt x="6515062" y="544387"/>
                  </a:lnTo>
                  <a:lnTo>
                    <a:pt x="6521897" y="542516"/>
                  </a:lnTo>
                  <a:lnTo>
                    <a:pt x="6524514" y="542516"/>
                  </a:lnTo>
                  <a:lnTo>
                    <a:pt x="6527277" y="541269"/>
                  </a:lnTo>
                  <a:lnTo>
                    <a:pt x="6531058" y="538775"/>
                  </a:lnTo>
                  <a:lnTo>
                    <a:pt x="6535276" y="538151"/>
                  </a:lnTo>
                  <a:lnTo>
                    <a:pt x="6536875" y="538151"/>
                  </a:lnTo>
                  <a:lnTo>
                    <a:pt x="6538621" y="538151"/>
                  </a:lnTo>
                  <a:lnTo>
                    <a:pt x="6540657" y="538151"/>
                  </a:lnTo>
                  <a:lnTo>
                    <a:pt x="6540802" y="538151"/>
                  </a:lnTo>
                  <a:lnTo>
                    <a:pt x="6540802" y="536904"/>
                  </a:lnTo>
                  <a:lnTo>
                    <a:pt x="6544583" y="536280"/>
                  </a:lnTo>
                  <a:lnTo>
                    <a:pt x="6546474" y="534410"/>
                  </a:lnTo>
                  <a:lnTo>
                    <a:pt x="6547346" y="534410"/>
                  </a:lnTo>
                  <a:lnTo>
                    <a:pt x="6551273" y="533786"/>
                  </a:lnTo>
                  <a:lnTo>
                    <a:pt x="6555054" y="531292"/>
                  </a:lnTo>
                  <a:lnTo>
                    <a:pt x="6556799" y="530044"/>
                  </a:lnTo>
                  <a:lnTo>
                    <a:pt x="6557235" y="528797"/>
                  </a:lnTo>
                  <a:lnTo>
                    <a:pt x="6559853" y="528174"/>
                  </a:lnTo>
                  <a:lnTo>
                    <a:pt x="6564506" y="528174"/>
                  </a:lnTo>
                  <a:lnTo>
                    <a:pt x="6564943" y="526927"/>
                  </a:lnTo>
                  <a:lnTo>
                    <a:pt x="6568724" y="526303"/>
                  </a:lnTo>
                  <a:lnTo>
                    <a:pt x="6571487" y="524432"/>
                  </a:lnTo>
                  <a:lnTo>
                    <a:pt x="6573523" y="523809"/>
                  </a:lnTo>
                  <a:lnTo>
                    <a:pt x="6573668" y="523809"/>
                  </a:lnTo>
                  <a:lnTo>
                    <a:pt x="6576577" y="521938"/>
                  </a:lnTo>
                  <a:lnTo>
                    <a:pt x="6577449" y="521938"/>
                  </a:lnTo>
                  <a:lnTo>
                    <a:pt x="6578903" y="521314"/>
                  </a:lnTo>
                  <a:lnTo>
                    <a:pt x="6585738" y="519444"/>
                  </a:lnTo>
                  <a:lnTo>
                    <a:pt x="6587920" y="517573"/>
                  </a:lnTo>
                  <a:lnTo>
                    <a:pt x="6590247" y="516326"/>
                  </a:lnTo>
                  <a:lnTo>
                    <a:pt x="6591555" y="515078"/>
                  </a:lnTo>
                  <a:lnTo>
                    <a:pt x="6594319" y="513208"/>
                  </a:lnTo>
                  <a:lnTo>
                    <a:pt x="6596500" y="513208"/>
                  </a:lnTo>
                  <a:lnTo>
                    <a:pt x="6600281" y="512584"/>
                  </a:lnTo>
                  <a:lnTo>
                    <a:pt x="6604062" y="508219"/>
                  </a:lnTo>
                  <a:lnTo>
                    <a:pt x="6604644" y="508219"/>
                  </a:lnTo>
                  <a:lnTo>
                    <a:pt x="6607116" y="505725"/>
                  </a:lnTo>
                  <a:lnTo>
                    <a:pt x="6617441" y="503230"/>
                  </a:lnTo>
                  <a:lnTo>
                    <a:pt x="6617587" y="503230"/>
                  </a:lnTo>
                  <a:lnTo>
                    <a:pt x="6619913" y="502607"/>
                  </a:lnTo>
                  <a:lnTo>
                    <a:pt x="6622967" y="499489"/>
                  </a:lnTo>
                  <a:lnTo>
                    <a:pt x="6626603" y="498242"/>
                  </a:lnTo>
                  <a:lnTo>
                    <a:pt x="6627039" y="498242"/>
                  </a:lnTo>
                  <a:lnTo>
                    <a:pt x="6627476" y="498242"/>
                  </a:lnTo>
                  <a:lnTo>
                    <a:pt x="6627766" y="496995"/>
                  </a:lnTo>
                  <a:lnTo>
                    <a:pt x="6630093" y="496371"/>
                  </a:lnTo>
                  <a:lnTo>
                    <a:pt x="6630675" y="495747"/>
                  </a:lnTo>
                  <a:lnTo>
                    <a:pt x="6634456" y="494500"/>
                  </a:lnTo>
                  <a:lnTo>
                    <a:pt x="6634601" y="494500"/>
                  </a:lnTo>
                  <a:lnTo>
                    <a:pt x="6634892" y="494500"/>
                  </a:lnTo>
                  <a:lnTo>
                    <a:pt x="6640128" y="493877"/>
                  </a:lnTo>
                  <a:lnTo>
                    <a:pt x="6640273" y="493877"/>
                  </a:lnTo>
                  <a:lnTo>
                    <a:pt x="6641291" y="493877"/>
                  </a:lnTo>
                  <a:lnTo>
                    <a:pt x="6646235" y="492006"/>
                  </a:lnTo>
                  <a:lnTo>
                    <a:pt x="6646526" y="492006"/>
                  </a:lnTo>
                  <a:lnTo>
                    <a:pt x="6648271" y="490135"/>
                  </a:lnTo>
                  <a:lnTo>
                    <a:pt x="6650453" y="488888"/>
                  </a:lnTo>
                  <a:lnTo>
                    <a:pt x="6655688" y="486394"/>
                  </a:lnTo>
                  <a:lnTo>
                    <a:pt x="6657579" y="485770"/>
                  </a:lnTo>
                  <a:lnTo>
                    <a:pt x="6658742" y="484523"/>
                  </a:lnTo>
                  <a:lnTo>
                    <a:pt x="6660196" y="484523"/>
                  </a:lnTo>
                  <a:lnTo>
                    <a:pt x="6663977" y="483276"/>
                  </a:lnTo>
                  <a:lnTo>
                    <a:pt x="6664414" y="482029"/>
                  </a:lnTo>
                  <a:lnTo>
                    <a:pt x="6670376" y="477664"/>
                  </a:lnTo>
                  <a:lnTo>
                    <a:pt x="6672994" y="476416"/>
                  </a:lnTo>
                  <a:lnTo>
                    <a:pt x="6673721" y="475169"/>
                  </a:lnTo>
                  <a:lnTo>
                    <a:pt x="6675611" y="474546"/>
                  </a:lnTo>
                  <a:lnTo>
                    <a:pt x="6679247" y="473298"/>
                  </a:lnTo>
                  <a:lnTo>
                    <a:pt x="6680120" y="473298"/>
                  </a:lnTo>
                  <a:lnTo>
                    <a:pt x="6683901" y="472051"/>
                  </a:lnTo>
                  <a:lnTo>
                    <a:pt x="6684046" y="472051"/>
                  </a:lnTo>
                  <a:lnTo>
                    <a:pt x="6686809" y="471428"/>
                  </a:lnTo>
                  <a:lnTo>
                    <a:pt x="6687682" y="470804"/>
                  </a:lnTo>
                  <a:lnTo>
                    <a:pt x="6690154" y="468933"/>
                  </a:lnTo>
                  <a:lnTo>
                    <a:pt x="6691608" y="468310"/>
                  </a:lnTo>
                  <a:lnTo>
                    <a:pt x="6697280" y="466439"/>
                  </a:lnTo>
                  <a:lnTo>
                    <a:pt x="6698152" y="465815"/>
                  </a:lnTo>
                  <a:lnTo>
                    <a:pt x="6701933" y="465192"/>
                  </a:lnTo>
                  <a:lnTo>
                    <a:pt x="6705278" y="463945"/>
                  </a:lnTo>
                  <a:lnTo>
                    <a:pt x="6705424" y="463945"/>
                  </a:lnTo>
                  <a:lnTo>
                    <a:pt x="6707169" y="463321"/>
                  </a:lnTo>
                  <a:lnTo>
                    <a:pt x="6707460" y="462698"/>
                  </a:lnTo>
                  <a:lnTo>
                    <a:pt x="6708914" y="462698"/>
                  </a:lnTo>
                  <a:lnTo>
                    <a:pt x="6712113" y="459580"/>
                  </a:lnTo>
                  <a:lnTo>
                    <a:pt x="6716476" y="458333"/>
                  </a:lnTo>
                  <a:lnTo>
                    <a:pt x="6720112" y="457709"/>
                  </a:lnTo>
                  <a:lnTo>
                    <a:pt x="6721711" y="457085"/>
                  </a:lnTo>
                  <a:lnTo>
                    <a:pt x="6724184" y="456462"/>
                  </a:lnTo>
                  <a:lnTo>
                    <a:pt x="6724911" y="455215"/>
                  </a:lnTo>
                  <a:lnTo>
                    <a:pt x="6724911" y="454591"/>
                  </a:lnTo>
                  <a:lnTo>
                    <a:pt x="6727092" y="452720"/>
                  </a:lnTo>
                  <a:lnTo>
                    <a:pt x="6730728" y="451473"/>
                  </a:lnTo>
                  <a:lnTo>
                    <a:pt x="6731891" y="450226"/>
                  </a:lnTo>
                  <a:lnTo>
                    <a:pt x="6737563" y="447732"/>
                  </a:lnTo>
                  <a:lnTo>
                    <a:pt x="6740471" y="446484"/>
                  </a:lnTo>
                  <a:lnTo>
                    <a:pt x="6747452" y="443990"/>
                  </a:lnTo>
                  <a:lnTo>
                    <a:pt x="6747742" y="443990"/>
                  </a:lnTo>
                  <a:lnTo>
                    <a:pt x="6751233" y="442119"/>
                  </a:lnTo>
                  <a:lnTo>
                    <a:pt x="6751814" y="441496"/>
                  </a:lnTo>
                  <a:lnTo>
                    <a:pt x="6752832" y="440249"/>
                  </a:lnTo>
                  <a:lnTo>
                    <a:pt x="6754141" y="440249"/>
                  </a:lnTo>
                  <a:lnTo>
                    <a:pt x="6756177" y="436507"/>
                  </a:lnTo>
                  <a:lnTo>
                    <a:pt x="6757341" y="435884"/>
                  </a:lnTo>
                  <a:lnTo>
                    <a:pt x="6760104" y="434636"/>
                  </a:lnTo>
                  <a:lnTo>
                    <a:pt x="6765048" y="432766"/>
                  </a:lnTo>
                  <a:lnTo>
                    <a:pt x="6768247" y="430895"/>
                  </a:lnTo>
                  <a:lnTo>
                    <a:pt x="6770429" y="430271"/>
                  </a:lnTo>
                  <a:lnTo>
                    <a:pt x="6770574" y="430271"/>
                  </a:lnTo>
                  <a:lnTo>
                    <a:pt x="6772319" y="430271"/>
                  </a:lnTo>
                  <a:lnTo>
                    <a:pt x="6774210" y="429024"/>
                  </a:lnTo>
                  <a:lnTo>
                    <a:pt x="6777555" y="428401"/>
                  </a:lnTo>
                  <a:lnTo>
                    <a:pt x="6779591" y="427777"/>
                  </a:lnTo>
                  <a:lnTo>
                    <a:pt x="6782499" y="427153"/>
                  </a:lnTo>
                  <a:lnTo>
                    <a:pt x="6782645" y="427153"/>
                  </a:lnTo>
                  <a:lnTo>
                    <a:pt x="6785117" y="424659"/>
                  </a:lnTo>
                  <a:lnTo>
                    <a:pt x="6785844" y="424659"/>
                  </a:lnTo>
                  <a:lnTo>
                    <a:pt x="6786280" y="424659"/>
                  </a:lnTo>
                  <a:lnTo>
                    <a:pt x="6786426" y="424035"/>
                  </a:lnTo>
                  <a:lnTo>
                    <a:pt x="6791516" y="423412"/>
                  </a:lnTo>
                  <a:lnTo>
                    <a:pt x="6791661" y="423412"/>
                  </a:lnTo>
                  <a:lnTo>
                    <a:pt x="6796169" y="421541"/>
                  </a:lnTo>
                  <a:lnTo>
                    <a:pt x="6796460" y="420294"/>
                  </a:lnTo>
                  <a:lnTo>
                    <a:pt x="6799223" y="419670"/>
                  </a:lnTo>
                  <a:lnTo>
                    <a:pt x="6801841" y="418423"/>
                  </a:lnTo>
                  <a:lnTo>
                    <a:pt x="6802859" y="417176"/>
                  </a:lnTo>
                  <a:lnTo>
                    <a:pt x="6804749" y="415929"/>
                  </a:lnTo>
                  <a:lnTo>
                    <a:pt x="6805476" y="415929"/>
                  </a:lnTo>
                  <a:lnTo>
                    <a:pt x="6809839" y="415305"/>
                  </a:lnTo>
                  <a:lnTo>
                    <a:pt x="6812311" y="415305"/>
                  </a:lnTo>
                  <a:lnTo>
                    <a:pt x="6813184" y="414682"/>
                  </a:lnTo>
                  <a:lnTo>
                    <a:pt x="6815220" y="414058"/>
                  </a:lnTo>
                  <a:lnTo>
                    <a:pt x="6816238" y="414058"/>
                  </a:lnTo>
                  <a:lnTo>
                    <a:pt x="6818710" y="414058"/>
                  </a:lnTo>
                  <a:lnTo>
                    <a:pt x="6819437" y="412811"/>
                  </a:lnTo>
                  <a:lnTo>
                    <a:pt x="6821764" y="412187"/>
                  </a:lnTo>
                  <a:lnTo>
                    <a:pt x="6825254" y="411564"/>
                  </a:lnTo>
                  <a:lnTo>
                    <a:pt x="6829762" y="408446"/>
                  </a:lnTo>
                  <a:lnTo>
                    <a:pt x="6832671" y="407822"/>
                  </a:lnTo>
                  <a:lnTo>
                    <a:pt x="6834707" y="407822"/>
                  </a:lnTo>
                  <a:lnTo>
                    <a:pt x="6835870" y="407822"/>
                  </a:lnTo>
                  <a:lnTo>
                    <a:pt x="6837761" y="407822"/>
                  </a:lnTo>
                  <a:lnTo>
                    <a:pt x="6842269" y="406575"/>
                  </a:lnTo>
                  <a:lnTo>
                    <a:pt x="6843869" y="406575"/>
                  </a:lnTo>
                  <a:lnTo>
                    <a:pt x="6849104" y="405952"/>
                  </a:lnTo>
                  <a:lnTo>
                    <a:pt x="6851576" y="405952"/>
                  </a:lnTo>
                  <a:lnTo>
                    <a:pt x="6854630" y="405952"/>
                  </a:lnTo>
                  <a:lnTo>
                    <a:pt x="6857248" y="405952"/>
                  </a:lnTo>
                  <a:lnTo>
                    <a:pt x="6860447" y="404704"/>
                  </a:lnTo>
                  <a:lnTo>
                    <a:pt x="6861029" y="404704"/>
                  </a:lnTo>
                  <a:lnTo>
                    <a:pt x="6861901" y="404704"/>
                  </a:lnTo>
                  <a:lnTo>
                    <a:pt x="6862338" y="404704"/>
                  </a:lnTo>
                  <a:lnTo>
                    <a:pt x="6863210" y="404081"/>
                  </a:lnTo>
                  <a:lnTo>
                    <a:pt x="6864519" y="403457"/>
                  </a:lnTo>
                  <a:lnTo>
                    <a:pt x="6864955" y="402210"/>
                  </a:lnTo>
                  <a:lnTo>
                    <a:pt x="6865101" y="402210"/>
                  </a:lnTo>
                  <a:lnTo>
                    <a:pt x="6869464" y="401587"/>
                  </a:lnTo>
                  <a:lnTo>
                    <a:pt x="6872372" y="401587"/>
                  </a:lnTo>
                  <a:lnTo>
                    <a:pt x="6879789" y="398469"/>
                  </a:lnTo>
                  <a:lnTo>
                    <a:pt x="6880807" y="397221"/>
                  </a:lnTo>
                  <a:lnTo>
                    <a:pt x="6882697" y="397221"/>
                  </a:lnTo>
                  <a:lnTo>
                    <a:pt x="6887351" y="395974"/>
                  </a:lnTo>
                  <a:lnTo>
                    <a:pt x="6888514" y="395974"/>
                  </a:lnTo>
                  <a:lnTo>
                    <a:pt x="6892150" y="393480"/>
                  </a:lnTo>
                  <a:lnTo>
                    <a:pt x="6895204" y="393480"/>
                  </a:lnTo>
                  <a:lnTo>
                    <a:pt x="6897822" y="392233"/>
                  </a:lnTo>
                  <a:lnTo>
                    <a:pt x="6898549" y="390986"/>
                  </a:lnTo>
                  <a:lnTo>
                    <a:pt x="6900003" y="389115"/>
                  </a:lnTo>
                  <a:lnTo>
                    <a:pt x="6904657" y="388491"/>
                  </a:lnTo>
                  <a:lnTo>
                    <a:pt x="6909746" y="385997"/>
                  </a:lnTo>
                  <a:lnTo>
                    <a:pt x="6912946" y="385373"/>
                  </a:lnTo>
                  <a:lnTo>
                    <a:pt x="6917018" y="384126"/>
                  </a:lnTo>
                  <a:lnTo>
                    <a:pt x="6917163" y="384126"/>
                  </a:lnTo>
                  <a:lnTo>
                    <a:pt x="6918036" y="382879"/>
                  </a:lnTo>
                  <a:lnTo>
                    <a:pt x="6921235" y="382255"/>
                  </a:lnTo>
                  <a:lnTo>
                    <a:pt x="6924144" y="382255"/>
                  </a:lnTo>
                  <a:lnTo>
                    <a:pt x="6925307" y="382255"/>
                  </a:lnTo>
                  <a:lnTo>
                    <a:pt x="6926470" y="381632"/>
                  </a:lnTo>
                  <a:lnTo>
                    <a:pt x="6928797" y="380385"/>
                  </a:lnTo>
                  <a:lnTo>
                    <a:pt x="6929961" y="380385"/>
                  </a:lnTo>
                  <a:lnTo>
                    <a:pt x="6934323" y="379761"/>
                  </a:lnTo>
                  <a:lnTo>
                    <a:pt x="6937814" y="379138"/>
                  </a:lnTo>
                  <a:lnTo>
                    <a:pt x="6938104" y="378514"/>
                  </a:lnTo>
                  <a:lnTo>
                    <a:pt x="6943631" y="376020"/>
                  </a:lnTo>
                  <a:lnTo>
                    <a:pt x="6943921" y="376020"/>
                  </a:lnTo>
                  <a:lnTo>
                    <a:pt x="6944212" y="376020"/>
                  </a:lnTo>
                  <a:lnTo>
                    <a:pt x="6945230" y="374149"/>
                  </a:lnTo>
                  <a:lnTo>
                    <a:pt x="6945376" y="374149"/>
                  </a:lnTo>
                  <a:lnTo>
                    <a:pt x="6946830" y="373525"/>
                  </a:lnTo>
                  <a:lnTo>
                    <a:pt x="6947993" y="371655"/>
                  </a:lnTo>
                  <a:lnTo>
                    <a:pt x="6951629" y="371031"/>
                  </a:lnTo>
                  <a:lnTo>
                    <a:pt x="6953810" y="371031"/>
                  </a:lnTo>
                  <a:lnTo>
                    <a:pt x="6955265" y="370407"/>
                  </a:lnTo>
                  <a:lnTo>
                    <a:pt x="6958609" y="369784"/>
                  </a:lnTo>
                  <a:lnTo>
                    <a:pt x="6962245" y="368537"/>
                  </a:lnTo>
                  <a:lnTo>
                    <a:pt x="6965590" y="367913"/>
                  </a:lnTo>
                  <a:lnTo>
                    <a:pt x="6967771" y="367913"/>
                  </a:lnTo>
                  <a:lnTo>
                    <a:pt x="6970243" y="366666"/>
                  </a:lnTo>
                  <a:lnTo>
                    <a:pt x="6970680" y="366666"/>
                  </a:lnTo>
                  <a:lnTo>
                    <a:pt x="6970825" y="366666"/>
                  </a:lnTo>
                  <a:lnTo>
                    <a:pt x="6971407" y="366666"/>
                  </a:lnTo>
                  <a:lnTo>
                    <a:pt x="6971552" y="366666"/>
                  </a:lnTo>
                  <a:lnTo>
                    <a:pt x="6973734" y="366042"/>
                  </a:lnTo>
                  <a:lnTo>
                    <a:pt x="6976351" y="364795"/>
                  </a:lnTo>
                  <a:lnTo>
                    <a:pt x="6979260" y="364795"/>
                  </a:lnTo>
                  <a:lnTo>
                    <a:pt x="6979696" y="364795"/>
                  </a:lnTo>
                  <a:lnTo>
                    <a:pt x="6984204" y="364172"/>
                  </a:lnTo>
                  <a:lnTo>
                    <a:pt x="6987985" y="363548"/>
                  </a:lnTo>
                  <a:lnTo>
                    <a:pt x="6990748" y="362301"/>
                  </a:lnTo>
                  <a:lnTo>
                    <a:pt x="6993802" y="362301"/>
                  </a:lnTo>
                  <a:lnTo>
                    <a:pt x="6995547" y="362301"/>
                  </a:lnTo>
                  <a:lnTo>
                    <a:pt x="6997147" y="361677"/>
                  </a:lnTo>
                  <a:lnTo>
                    <a:pt x="7004564" y="359183"/>
                  </a:lnTo>
                  <a:lnTo>
                    <a:pt x="7007182" y="359183"/>
                  </a:lnTo>
                  <a:lnTo>
                    <a:pt x="7014017" y="356689"/>
                  </a:lnTo>
                  <a:lnTo>
                    <a:pt x="7014307" y="356689"/>
                  </a:lnTo>
                  <a:lnTo>
                    <a:pt x="7014744" y="356065"/>
                  </a:lnTo>
                  <a:lnTo>
                    <a:pt x="7015325" y="355441"/>
                  </a:lnTo>
                  <a:lnTo>
                    <a:pt x="7018088" y="354818"/>
                  </a:lnTo>
                  <a:lnTo>
                    <a:pt x="7018525" y="354818"/>
                  </a:lnTo>
                  <a:lnTo>
                    <a:pt x="7020270" y="354818"/>
                  </a:lnTo>
                  <a:lnTo>
                    <a:pt x="7024487" y="353571"/>
                  </a:lnTo>
                  <a:lnTo>
                    <a:pt x="7024923" y="353571"/>
                  </a:lnTo>
                  <a:lnTo>
                    <a:pt x="7025796" y="353571"/>
                  </a:lnTo>
                  <a:lnTo>
                    <a:pt x="7029141" y="351700"/>
                  </a:lnTo>
                  <a:lnTo>
                    <a:pt x="7038448" y="351700"/>
                  </a:lnTo>
                  <a:lnTo>
                    <a:pt x="7039175" y="351700"/>
                  </a:lnTo>
                  <a:lnTo>
                    <a:pt x="7039321" y="351700"/>
                  </a:lnTo>
                  <a:lnTo>
                    <a:pt x="7040193" y="351076"/>
                  </a:lnTo>
                  <a:lnTo>
                    <a:pt x="7042520" y="349206"/>
                  </a:lnTo>
                  <a:lnTo>
                    <a:pt x="7045865" y="349206"/>
                  </a:lnTo>
                  <a:lnTo>
                    <a:pt x="7051100" y="347335"/>
                  </a:lnTo>
                  <a:lnTo>
                    <a:pt x="7054736" y="346711"/>
                  </a:lnTo>
                  <a:lnTo>
                    <a:pt x="7056044" y="346088"/>
                  </a:lnTo>
                  <a:lnTo>
                    <a:pt x="7058808" y="346088"/>
                  </a:lnTo>
                  <a:lnTo>
                    <a:pt x="7061862" y="345464"/>
                  </a:lnTo>
                  <a:lnTo>
                    <a:pt x="7065933" y="345464"/>
                  </a:lnTo>
                  <a:lnTo>
                    <a:pt x="7067388" y="344217"/>
                  </a:lnTo>
                  <a:lnTo>
                    <a:pt x="7067533" y="344217"/>
                  </a:lnTo>
                  <a:lnTo>
                    <a:pt x="7068987" y="344217"/>
                  </a:lnTo>
                  <a:lnTo>
                    <a:pt x="7073932" y="344217"/>
                  </a:lnTo>
                  <a:lnTo>
                    <a:pt x="7076113" y="343593"/>
                  </a:lnTo>
                  <a:lnTo>
                    <a:pt x="7078585" y="342970"/>
                  </a:lnTo>
                  <a:lnTo>
                    <a:pt x="7082367" y="342346"/>
                  </a:lnTo>
                  <a:lnTo>
                    <a:pt x="7084839" y="340475"/>
                  </a:lnTo>
                  <a:lnTo>
                    <a:pt x="7085130" y="340475"/>
                  </a:lnTo>
                  <a:lnTo>
                    <a:pt x="7087747" y="339852"/>
                  </a:lnTo>
                  <a:lnTo>
                    <a:pt x="7088184" y="339852"/>
                  </a:lnTo>
                  <a:lnTo>
                    <a:pt x="7096327" y="336734"/>
                  </a:lnTo>
                  <a:lnTo>
                    <a:pt x="7097200" y="335487"/>
                  </a:lnTo>
                  <a:lnTo>
                    <a:pt x="7097636" y="335487"/>
                  </a:lnTo>
                  <a:lnTo>
                    <a:pt x="7101854" y="332992"/>
                  </a:lnTo>
                  <a:lnTo>
                    <a:pt x="7102871" y="332369"/>
                  </a:lnTo>
                  <a:lnTo>
                    <a:pt x="7105780" y="331122"/>
                  </a:lnTo>
                  <a:lnTo>
                    <a:pt x="7106216" y="331122"/>
                  </a:lnTo>
                  <a:lnTo>
                    <a:pt x="7106653" y="331122"/>
                  </a:lnTo>
                  <a:lnTo>
                    <a:pt x="7108543" y="329875"/>
                  </a:lnTo>
                  <a:lnTo>
                    <a:pt x="7113488" y="328627"/>
                  </a:lnTo>
                  <a:lnTo>
                    <a:pt x="7113633" y="328004"/>
                  </a:lnTo>
                  <a:lnTo>
                    <a:pt x="7116541" y="326757"/>
                  </a:lnTo>
                  <a:lnTo>
                    <a:pt x="7119886" y="326133"/>
                  </a:lnTo>
                  <a:lnTo>
                    <a:pt x="7123522" y="325509"/>
                  </a:lnTo>
                  <a:lnTo>
                    <a:pt x="7125558" y="325509"/>
                  </a:lnTo>
                  <a:lnTo>
                    <a:pt x="7125849" y="325509"/>
                  </a:lnTo>
                  <a:lnTo>
                    <a:pt x="7129194" y="324886"/>
                  </a:lnTo>
                  <a:lnTo>
                    <a:pt x="7131811" y="323015"/>
                  </a:lnTo>
                  <a:lnTo>
                    <a:pt x="7134429" y="322392"/>
                  </a:lnTo>
                  <a:lnTo>
                    <a:pt x="7134720" y="321768"/>
                  </a:lnTo>
                  <a:lnTo>
                    <a:pt x="7135738" y="321768"/>
                  </a:lnTo>
                  <a:lnTo>
                    <a:pt x="7135883" y="321768"/>
                  </a:lnTo>
                  <a:lnTo>
                    <a:pt x="7136610" y="321768"/>
                  </a:lnTo>
                  <a:lnTo>
                    <a:pt x="7142864" y="319897"/>
                  </a:lnTo>
                  <a:lnTo>
                    <a:pt x="7143009" y="319897"/>
                  </a:lnTo>
                  <a:lnTo>
                    <a:pt x="7145045" y="319897"/>
                  </a:lnTo>
                  <a:lnTo>
                    <a:pt x="7152607" y="318026"/>
                  </a:lnTo>
                  <a:lnTo>
                    <a:pt x="7156824" y="317403"/>
                  </a:lnTo>
                  <a:lnTo>
                    <a:pt x="7157551" y="317403"/>
                  </a:lnTo>
                  <a:lnTo>
                    <a:pt x="7163223" y="314909"/>
                  </a:lnTo>
                  <a:lnTo>
                    <a:pt x="7163369" y="314909"/>
                  </a:lnTo>
                  <a:lnTo>
                    <a:pt x="7163805" y="314285"/>
                  </a:lnTo>
                  <a:lnTo>
                    <a:pt x="7166277" y="314285"/>
                  </a:lnTo>
                  <a:lnTo>
                    <a:pt x="7170785" y="313038"/>
                  </a:lnTo>
                  <a:lnTo>
                    <a:pt x="7171658" y="313038"/>
                  </a:lnTo>
                  <a:lnTo>
                    <a:pt x="7174857" y="311791"/>
                  </a:lnTo>
                  <a:lnTo>
                    <a:pt x="7175730" y="311791"/>
                  </a:lnTo>
                  <a:lnTo>
                    <a:pt x="7178929" y="311791"/>
                  </a:lnTo>
                  <a:lnTo>
                    <a:pt x="7179074" y="311167"/>
                  </a:lnTo>
                  <a:lnTo>
                    <a:pt x="7179656" y="310543"/>
                  </a:lnTo>
                  <a:lnTo>
                    <a:pt x="7179656" y="309920"/>
                  </a:lnTo>
                  <a:lnTo>
                    <a:pt x="7181983" y="309920"/>
                  </a:lnTo>
                  <a:lnTo>
                    <a:pt x="7185328" y="309296"/>
                  </a:lnTo>
                  <a:lnTo>
                    <a:pt x="7189836" y="309296"/>
                  </a:lnTo>
                  <a:lnTo>
                    <a:pt x="7191872" y="308673"/>
                  </a:lnTo>
                  <a:lnTo>
                    <a:pt x="7194780" y="307426"/>
                  </a:lnTo>
                  <a:lnTo>
                    <a:pt x="7196235" y="306178"/>
                  </a:lnTo>
                  <a:lnTo>
                    <a:pt x="7196380" y="306178"/>
                  </a:lnTo>
                  <a:lnTo>
                    <a:pt x="7197107" y="306178"/>
                  </a:lnTo>
                  <a:lnTo>
                    <a:pt x="7197253" y="305555"/>
                  </a:lnTo>
                  <a:lnTo>
                    <a:pt x="7200016" y="304931"/>
                  </a:lnTo>
                  <a:lnTo>
                    <a:pt x="7200161" y="304931"/>
                  </a:lnTo>
                  <a:lnTo>
                    <a:pt x="7203506" y="304931"/>
                  </a:lnTo>
                  <a:lnTo>
                    <a:pt x="7203651" y="304931"/>
                  </a:lnTo>
                  <a:lnTo>
                    <a:pt x="7208160" y="304308"/>
                  </a:lnTo>
                  <a:lnTo>
                    <a:pt x="7210923" y="303061"/>
                  </a:lnTo>
                  <a:lnTo>
                    <a:pt x="7213686" y="302437"/>
                  </a:lnTo>
                  <a:lnTo>
                    <a:pt x="7216740" y="301190"/>
                  </a:lnTo>
                  <a:lnTo>
                    <a:pt x="7218194" y="301190"/>
                  </a:lnTo>
                  <a:lnTo>
                    <a:pt x="7219066" y="300566"/>
                  </a:lnTo>
                  <a:lnTo>
                    <a:pt x="7224738" y="300566"/>
                  </a:lnTo>
                  <a:lnTo>
                    <a:pt x="7224883" y="300566"/>
                  </a:lnTo>
                  <a:lnTo>
                    <a:pt x="7225029" y="300566"/>
                  </a:lnTo>
                  <a:lnTo>
                    <a:pt x="7233173" y="297448"/>
                  </a:lnTo>
                  <a:lnTo>
                    <a:pt x="7236372" y="296825"/>
                  </a:lnTo>
                  <a:lnTo>
                    <a:pt x="7239135" y="296201"/>
                  </a:lnTo>
                  <a:lnTo>
                    <a:pt x="7240444" y="296201"/>
                  </a:lnTo>
                  <a:lnTo>
                    <a:pt x="7243353" y="294954"/>
                  </a:lnTo>
                  <a:lnTo>
                    <a:pt x="7243498" y="294954"/>
                  </a:lnTo>
                  <a:lnTo>
                    <a:pt x="7243934" y="294954"/>
                  </a:lnTo>
                  <a:lnTo>
                    <a:pt x="7244952" y="294954"/>
                  </a:lnTo>
                  <a:lnTo>
                    <a:pt x="7245825" y="294954"/>
                  </a:lnTo>
                  <a:lnTo>
                    <a:pt x="7248879" y="294330"/>
                  </a:lnTo>
                  <a:lnTo>
                    <a:pt x="7249315" y="294330"/>
                  </a:lnTo>
                  <a:lnTo>
                    <a:pt x="7251933" y="293083"/>
                  </a:lnTo>
                  <a:lnTo>
                    <a:pt x="7252805" y="293083"/>
                  </a:lnTo>
                  <a:lnTo>
                    <a:pt x="7256441" y="293083"/>
                  </a:lnTo>
                  <a:lnTo>
                    <a:pt x="7260513" y="291212"/>
                  </a:lnTo>
                  <a:lnTo>
                    <a:pt x="7260804" y="291212"/>
                  </a:lnTo>
                  <a:lnTo>
                    <a:pt x="7261967" y="291212"/>
                  </a:lnTo>
                  <a:lnTo>
                    <a:pt x="7262694" y="290589"/>
                  </a:lnTo>
                  <a:lnTo>
                    <a:pt x="7263130" y="289965"/>
                  </a:lnTo>
                  <a:lnTo>
                    <a:pt x="7265457" y="288718"/>
                  </a:lnTo>
                  <a:lnTo>
                    <a:pt x="7266330" y="288095"/>
                  </a:lnTo>
                  <a:lnTo>
                    <a:pt x="7268075" y="288095"/>
                  </a:lnTo>
                  <a:lnTo>
                    <a:pt x="7273892" y="285600"/>
                  </a:lnTo>
                  <a:lnTo>
                    <a:pt x="7274183" y="284977"/>
                  </a:lnTo>
                  <a:lnTo>
                    <a:pt x="7274910" y="284977"/>
                  </a:lnTo>
                  <a:lnTo>
                    <a:pt x="7281454" y="284353"/>
                  </a:lnTo>
                  <a:lnTo>
                    <a:pt x="7282181" y="283729"/>
                  </a:lnTo>
                  <a:lnTo>
                    <a:pt x="7284799" y="283729"/>
                  </a:lnTo>
                  <a:lnTo>
                    <a:pt x="7284799" y="283106"/>
                  </a:lnTo>
                  <a:lnTo>
                    <a:pt x="7286835" y="280612"/>
                  </a:lnTo>
                  <a:lnTo>
                    <a:pt x="7289743" y="278117"/>
                  </a:lnTo>
                  <a:lnTo>
                    <a:pt x="7293233" y="274999"/>
                  </a:lnTo>
                  <a:lnTo>
                    <a:pt x="7296142" y="274999"/>
                  </a:lnTo>
                  <a:lnTo>
                    <a:pt x="7301523" y="273752"/>
                  </a:lnTo>
                  <a:lnTo>
                    <a:pt x="7301814" y="273752"/>
                  </a:lnTo>
                  <a:lnTo>
                    <a:pt x="7302104" y="273752"/>
                  </a:lnTo>
                  <a:lnTo>
                    <a:pt x="7305304" y="272505"/>
                  </a:lnTo>
                  <a:lnTo>
                    <a:pt x="7305740" y="272505"/>
                  </a:lnTo>
                  <a:lnTo>
                    <a:pt x="7306903" y="272505"/>
                  </a:lnTo>
                  <a:lnTo>
                    <a:pt x="7311121" y="271258"/>
                  </a:lnTo>
                  <a:lnTo>
                    <a:pt x="7314029" y="270011"/>
                  </a:lnTo>
                  <a:lnTo>
                    <a:pt x="7314611" y="270011"/>
                  </a:lnTo>
                  <a:lnTo>
                    <a:pt x="7318392" y="269387"/>
                  </a:lnTo>
                  <a:lnTo>
                    <a:pt x="7319555" y="269387"/>
                  </a:lnTo>
                  <a:lnTo>
                    <a:pt x="7320428" y="268763"/>
                  </a:lnTo>
                  <a:lnTo>
                    <a:pt x="7322609" y="268140"/>
                  </a:lnTo>
                  <a:lnTo>
                    <a:pt x="7324355" y="268140"/>
                  </a:lnTo>
                  <a:lnTo>
                    <a:pt x="7324936" y="268140"/>
                  </a:lnTo>
                  <a:lnTo>
                    <a:pt x="7326390" y="267516"/>
                  </a:lnTo>
                  <a:lnTo>
                    <a:pt x="7326972" y="267516"/>
                  </a:lnTo>
                  <a:lnTo>
                    <a:pt x="7328572" y="266893"/>
                  </a:lnTo>
                  <a:lnTo>
                    <a:pt x="7333080" y="266893"/>
                  </a:lnTo>
                  <a:lnTo>
                    <a:pt x="7338606" y="265022"/>
                  </a:lnTo>
                  <a:lnTo>
                    <a:pt x="7341660" y="263775"/>
                  </a:lnTo>
                  <a:lnTo>
                    <a:pt x="7342096" y="263151"/>
                  </a:lnTo>
                  <a:lnTo>
                    <a:pt x="7343551" y="263151"/>
                  </a:lnTo>
                  <a:lnTo>
                    <a:pt x="7346605" y="263151"/>
                  </a:lnTo>
                  <a:lnTo>
                    <a:pt x="7346895" y="263151"/>
                  </a:lnTo>
                  <a:lnTo>
                    <a:pt x="7347041" y="263151"/>
                  </a:lnTo>
                  <a:lnTo>
                    <a:pt x="7347332" y="262528"/>
                  </a:lnTo>
                  <a:lnTo>
                    <a:pt x="7349659" y="261904"/>
                  </a:lnTo>
                  <a:lnTo>
                    <a:pt x="7350967" y="260657"/>
                  </a:lnTo>
                  <a:lnTo>
                    <a:pt x="7356930" y="255045"/>
                  </a:lnTo>
                  <a:lnTo>
                    <a:pt x="7361874" y="253798"/>
                  </a:lnTo>
                  <a:lnTo>
                    <a:pt x="7362456" y="253798"/>
                  </a:lnTo>
                  <a:lnTo>
                    <a:pt x="7364783" y="253174"/>
                  </a:lnTo>
                  <a:lnTo>
                    <a:pt x="7367255" y="253174"/>
                  </a:lnTo>
                  <a:lnTo>
                    <a:pt x="7367837" y="253174"/>
                  </a:lnTo>
                  <a:lnTo>
                    <a:pt x="7367837" y="252550"/>
                  </a:lnTo>
                  <a:lnTo>
                    <a:pt x="7369146" y="251927"/>
                  </a:lnTo>
                  <a:lnTo>
                    <a:pt x="7371909" y="251927"/>
                  </a:lnTo>
                  <a:lnTo>
                    <a:pt x="7376999" y="250680"/>
                  </a:lnTo>
                  <a:lnTo>
                    <a:pt x="7378598" y="250056"/>
                  </a:lnTo>
                  <a:lnTo>
                    <a:pt x="7381070" y="250056"/>
                  </a:lnTo>
                  <a:lnTo>
                    <a:pt x="7383252" y="249432"/>
                  </a:lnTo>
                  <a:lnTo>
                    <a:pt x="7383834" y="249432"/>
                  </a:lnTo>
                  <a:lnTo>
                    <a:pt x="7385142" y="248809"/>
                  </a:lnTo>
                  <a:lnTo>
                    <a:pt x="7386451" y="248809"/>
                  </a:lnTo>
                  <a:lnTo>
                    <a:pt x="7387324" y="248185"/>
                  </a:lnTo>
                  <a:lnTo>
                    <a:pt x="7390669" y="246938"/>
                  </a:lnTo>
                  <a:lnTo>
                    <a:pt x="7391977" y="245691"/>
                  </a:lnTo>
                  <a:lnTo>
                    <a:pt x="7392268" y="245691"/>
                  </a:lnTo>
                  <a:lnTo>
                    <a:pt x="7401285" y="243197"/>
                  </a:lnTo>
                  <a:lnTo>
                    <a:pt x="7401721" y="243197"/>
                  </a:lnTo>
                  <a:lnTo>
                    <a:pt x="7402884" y="243197"/>
                  </a:lnTo>
                  <a:lnTo>
                    <a:pt x="7403030" y="243197"/>
                  </a:lnTo>
                  <a:lnTo>
                    <a:pt x="7403030" y="241949"/>
                  </a:lnTo>
                  <a:lnTo>
                    <a:pt x="7403466" y="241949"/>
                  </a:lnTo>
                  <a:lnTo>
                    <a:pt x="7403757" y="241949"/>
                  </a:lnTo>
                  <a:lnTo>
                    <a:pt x="7407974" y="240702"/>
                  </a:lnTo>
                  <a:lnTo>
                    <a:pt x="7411755" y="239455"/>
                  </a:lnTo>
                  <a:lnTo>
                    <a:pt x="7414373" y="239455"/>
                  </a:lnTo>
                  <a:lnTo>
                    <a:pt x="7414518" y="238208"/>
                  </a:lnTo>
                  <a:lnTo>
                    <a:pt x="7418009" y="237584"/>
                  </a:lnTo>
                  <a:lnTo>
                    <a:pt x="7419608" y="236337"/>
                  </a:lnTo>
                  <a:lnTo>
                    <a:pt x="7420190" y="235714"/>
                  </a:lnTo>
                  <a:lnTo>
                    <a:pt x="7421644" y="232596"/>
                  </a:lnTo>
                  <a:lnTo>
                    <a:pt x="7422080" y="232596"/>
                  </a:lnTo>
                  <a:lnTo>
                    <a:pt x="7425716" y="231349"/>
                  </a:lnTo>
                  <a:lnTo>
                    <a:pt x="7429352" y="229478"/>
                  </a:lnTo>
                  <a:lnTo>
                    <a:pt x="7432115" y="227607"/>
                  </a:lnTo>
                  <a:lnTo>
                    <a:pt x="7433714" y="227607"/>
                  </a:lnTo>
                  <a:lnTo>
                    <a:pt x="7436332" y="225736"/>
                  </a:lnTo>
                  <a:lnTo>
                    <a:pt x="7437059" y="225736"/>
                  </a:lnTo>
                  <a:lnTo>
                    <a:pt x="7437205" y="225736"/>
                  </a:lnTo>
                  <a:lnTo>
                    <a:pt x="7437350" y="225736"/>
                  </a:lnTo>
                  <a:lnTo>
                    <a:pt x="7441131" y="225113"/>
                  </a:lnTo>
                  <a:lnTo>
                    <a:pt x="7441422" y="225113"/>
                  </a:lnTo>
                  <a:lnTo>
                    <a:pt x="7443458" y="225113"/>
                  </a:lnTo>
                  <a:lnTo>
                    <a:pt x="7447239" y="223242"/>
                  </a:lnTo>
                  <a:lnTo>
                    <a:pt x="7447530" y="223242"/>
                  </a:lnTo>
                  <a:lnTo>
                    <a:pt x="7451747" y="223242"/>
                  </a:lnTo>
                  <a:lnTo>
                    <a:pt x="7455965" y="221371"/>
                  </a:lnTo>
                  <a:lnTo>
                    <a:pt x="7457128" y="221371"/>
                  </a:lnTo>
                  <a:lnTo>
                    <a:pt x="7458146" y="221371"/>
                  </a:lnTo>
                  <a:lnTo>
                    <a:pt x="7458291" y="221371"/>
                  </a:lnTo>
                  <a:lnTo>
                    <a:pt x="7458873" y="220124"/>
                  </a:lnTo>
                  <a:lnTo>
                    <a:pt x="7459891" y="220124"/>
                  </a:lnTo>
                  <a:lnTo>
                    <a:pt x="7463818" y="220124"/>
                  </a:lnTo>
                  <a:lnTo>
                    <a:pt x="7464108" y="220124"/>
                  </a:lnTo>
                  <a:lnTo>
                    <a:pt x="7465854" y="220124"/>
                  </a:lnTo>
                  <a:lnTo>
                    <a:pt x="7468762" y="218877"/>
                  </a:lnTo>
                  <a:lnTo>
                    <a:pt x="7472107" y="218877"/>
                  </a:lnTo>
                  <a:lnTo>
                    <a:pt x="7472398" y="218877"/>
                  </a:lnTo>
                  <a:lnTo>
                    <a:pt x="7474288" y="218877"/>
                  </a:lnTo>
                  <a:lnTo>
                    <a:pt x="7478360" y="217006"/>
                  </a:lnTo>
                  <a:lnTo>
                    <a:pt x="7478506" y="216383"/>
                  </a:lnTo>
                  <a:lnTo>
                    <a:pt x="7482141" y="216383"/>
                  </a:lnTo>
                  <a:lnTo>
                    <a:pt x="7484177" y="216383"/>
                  </a:lnTo>
                  <a:lnTo>
                    <a:pt x="7485631" y="216383"/>
                  </a:lnTo>
                  <a:lnTo>
                    <a:pt x="7487958" y="215759"/>
                  </a:lnTo>
                  <a:lnTo>
                    <a:pt x="7489703" y="215759"/>
                  </a:lnTo>
                  <a:lnTo>
                    <a:pt x="7492466" y="214512"/>
                  </a:lnTo>
                  <a:lnTo>
                    <a:pt x="7492612" y="214512"/>
                  </a:lnTo>
                  <a:lnTo>
                    <a:pt x="7494648" y="213265"/>
                  </a:lnTo>
                  <a:lnTo>
                    <a:pt x="7495084" y="213265"/>
                  </a:lnTo>
                  <a:lnTo>
                    <a:pt x="7497120" y="213265"/>
                  </a:lnTo>
                  <a:lnTo>
                    <a:pt x="7497265" y="213265"/>
                  </a:lnTo>
                  <a:lnTo>
                    <a:pt x="7500756" y="211394"/>
                  </a:lnTo>
                  <a:lnTo>
                    <a:pt x="7500901" y="211394"/>
                  </a:lnTo>
                  <a:lnTo>
                    <a:pt x="7505991" y="210770"/>
                  </a:lnTo>
                  <a:lnTo>
                    <a:pt x="7506282" y="210770"/>
                  </a:lnTo>
                  <a:lnTo>
                    <a:pt x="7511517" y="210147"/>
                  </a:lnTo>
                  <a:lnTo>
                    <a:pt x="7511663" y="210147"/>
                  </a:lnTo>
                  <a:lnTo>
                    <a:pt x="7513699" y="209523"/>
                  </a:lnTo>
                  <a:lnTo>
                    <a:pt x="7515880" y="209523"/>
                  </a:lnTo>
                  <a:lnTo>
                    <a:pt x="7517189" y="209523"/>
                  </a:lnTo>
                  <a:lnTo>
                    <a:pt x="7521551" y="206405"/>
                  </a:lnTo>
                  <a:lnTo>
                    <a:pt x="7521697" y="205782"/>
                  </a:lnTo>
                  <a:lnTo>
                    <a:pt x="7525333" y="204535"/>
                  </a:lnTo>
                  <a:lnTo>
                    <a:pt x="7528096" y="203911"/>
                  </a:lnTo>
                  <a:lnTo>
                    <a:pt x="7532022" y="202664"/>
                  </a:lnTo>
                  <a:lnTo>
                    <a:pt x="7532458" y="202664"/>
                  </a:lnTo>
                  <a:lnTo>
                    <a:pt x="7532604" y="202664"/>
                  </a:lnTo>
                  <a:lnTo>
                    <a:pt x="7535803" y="202040"/>
                  </a:lnTo>
                  <a:lnTo>
                    <a:pt x="7536239" y="202040"/>
                  </a:lnTo>
                  <a:lnTo>
                    <a:pt x="7536530" y="202040"/>
                  </a:lnTo>
                  <a:lnTo>
                    <a:pt x="7539439" y="201417"/>
                  </a:lnTo>
                  <a:lnTo>
                    <a:pt x="7539584" y="200793"/>
                  </a:lnTo>
                  <a:lnTo>
                    <a:pt x="7541911" y="200793"/>
                  </a:lnTo>
                  <a:lnTo>
                    <a:pt x="7542202" y="200793"/>
                  </a:lnTo>
                  <a:lnTo>
                    <a:pt x="7545547" y="200169"/>
                  </a:lnTo>
                  <a:lnTo>
                    <a:pt x="7547292" y="198922"/>
                  </a:lnTo>
                  <a:lnTo>
                    <a:pt x="7551655" y="196428"/>
                  </a:lnTo>
                  <a:lnTo>
                    <a:pt x="7555436" y="195804"/>
                  </a:lnTo>
                  <a:lnTo>
                    <a:pt x="7559217" y="193934"/>
                  </a:lnTo>
                  <a:lnTo>
                    <a:pt x="7562416" y="193934"/>
                  </a:lnTo>
                  <a:lnTo>
                    <a:pt x="7566633" y="192063"/>
                  </a:lnTo>
                  <a:lnTo>
                    <a:pt x="7569396" y="192063"/>
                  </a:lnTo>
                  <a:lnTo>
                    <a:pt x="7569978" y="192063"/>
                  </a:lnTo>
                  <a:lnTo>
                    <a:pt x="7569978" y="191439"/>
                  </a:lnTo>
                  <a:lnTo>
                    <a:pt x="7573468" y="191439"/>
                  </a:lnTo>
                  <a:lnTo>
                    <a:pt x="7576522" y="191439"/>
                  </a:lnTo>
                  <a:lnTo>
                    <a:pt x="7576813" y="191439"/>
                  </a:lnTo>
                  <a:lnTo>
                    <a:pt x="7576959" y="190192"/>
                  </a:lnTo>
                  <a:lnTo>
                    <a:pt x="7579722" y="189569"/>
                  </a:lnTo>
                  <a:lnTo>
                    <a:pt x="7581176" y="189569"/>
                  </a:lnTo>
                  <a:lnTo>
                    <a:pt x="7586120" y="188321"/>
                  </a:lnTo>
                  <a:lnTo>
                    <a:pt x="7588593" y="188321"/>
                  </a:lnTo>
                  <a:lnTo>
                    <a:pt x="7589174" y="187698"/>
                  </a:lnTo>
                  <a:lnTo>
                    <a:pt x="7589465" y="187698"/>
                  </a:lnTo>
                  <a:lnTo>
                    <a:pt x="7592228" y="187074"/>
                  </a:lnTo>
                  <a:lnTo>
                    <a:pt x="7593537" y="187074"/>
                  </a:lnTo>
                  <a:lnTo>
                    <a:pt x="7593828" y="187074"/>
                  </a:lnTo>
                  <a:lnTo>
                    <a:pt x="7597027" y="187074"/>
                  </a:lnTo>
                  <a:lnTo>
                    <a:pt x="7598045" y="187074"/>
                  </a:lnTo>
                  <a:lnTo>
                    <a:pt x="7601390" y="186451"/>
                  </a:lnTo>
                  <a:lnTo>
                    <a:pt x="7602699" y="185827"/>
                  </a:lnTo>
                  <a:lnTo>
                    <a:pt x="7604880" y="185827"/>
                  </a:lnTo>
                  <a:lnTo>
                    <a:pt x="7608080" y="185827"/>
                  </a:lnTo>
                  <a:lnTo>
                    <a:pt x="7608952" y="185827"/>
                  </a:lnTo>
                  <a:lnTo>
                    <a:pt x="7609243" y="185827"/>
                  </a:lnTo>
                  <a:lnTo>
                    <a:pt x="7615351" y="183333"/>
                  </a:lnTo>
                  <a:lnTo>
                    <a:pt x="7617532" y="180215"/>
                  </a:lnTo>
                  <a:lnTo>
                    <a:pt x="7621895" y="179591"/>
                  </a:lnTo>
                  <a:lnTo>
                    <a:pt x="7622041" y="179591"/>
                  </a:lnTo>
                  <a:lnTo>
                    <a:pt x="7625822" y="178344"/>
                  </a:lnTo>
                  <a:lnTo>
                    <a:pt x="7625967" y="178344"/>
                  </a:lnTo>
                  <a:lnTo>
                    <a:pt x="7626112" y="178344"/>
                  </a:lnTo>
                  <a:lnTo>
                    <a:pt x="7626258" y="178344"/>
                  </a:lnTo>
                  <a:lnTo>
                    <a:pt x="7632220" y="178344"/>
                  </a:lnTo>
                  <a:lnTo>
                    <a:pt x="7635856" y="176473"/>
                  </a:lnTo>
                  <a:lnTo>
                    <a:pt x="7637892" y="175226"/>
                  </a:lnTo>
                  <a:lnTo>
                    <a:pt x="7641964" y="175226"/>
                  </a:lnTo>
                  <a:lnTo>
                    <a:pt x="7642255" y="175226"/>
                  </a:lnTo>
                  <a:lnTo>
                    <a:pt x="7643127" y="175226"/>
                  </a:lnTo>
                  <a:lnTo>
                    <a:pt x="7644436" y="173979"/>
                  </a:lnTo>
                  <a:lnTo>
                    <a:pt x="7645163" y="173355"/>
                  </a:lnTo>
                  <a:lnTo>
                    <a:pt x="7645890" y="173355"/>
                  </a:lnTo>
                  <a:lnTo>
                    <a:pt x="7648944" y="172732"/>
                  </a:lnTo>
                  <a:lnTo>
                    <a:pt x="7651853" y="172732"/>
                  </a:lnTo>
                  <a:lnTo>
                    <a:pt x="7652434" y="172732"/>
                  </a:lnTo>
                  <a:lnTo>
                    <a:pt x="7655488" y="172108"/>
                  </a:lnTo>
                  <a:lnTo>
                    <a:pt x="7657524" y="172108"/>
                  </a:lnTo>
                  <a:lnTo>
                    <a:pt x="7658542" y="171485"/>
                  </a:lnTo>
                  <a:lnTo>
                    <a:pt x="7659269" y="171485"/>
                  </a:lnTo>
                  <a:lnTo>
                    <a:pt x="7659851" y="171485"/>
                  </a:lnTo>
                  <a:lnTo>
                    <a:pt x="7659997" y="171485"/>
                  </a:lnTo>
                  <a:lnTo>
                    <a:pt x="7664505" y="170237"/>
                  </a:lnTo>
                  <a:lnTo>
                    <a:pt x="7669449" y="168990"/>
                  </a:lnTo>
                  <a:lnTo>
                    <a:pt x="7670467" y="168367"/>
                  </a:lnTo>
                  <a:lnTo>
                    <a:pt x="7673230" y="167743"/>
                  </a:lnTo>
                  <a:lnTo>
                    <a:pt x="7675121" y="165872"/>
                  </a:lnTo>
                  <a:lnTo>
                    <a:pt x="7679484" y="165872"/>
                  </a:lnTo>
                  <a:lnTo>
                    <a:pt x="7680502" y="165872"/>
                  </a:lnTo>
                  <a:lnTo>
                    <a:pt x="7680647" y="165872"/>
                  </a:lnTo>
                  <a:lnTo>
                    <a:pt x="7684719" y="163378"/>
                  </a:lnTo>
                  <a:lnTo>
                    <a:pt x="7684864" y="163378"/>
                  </a:lnTo>
                  <a:lnTo>
                    <a:pt x="7685155" y="163378"/>
                  </a:lnTo>
                  <a:lnTo>
                    <a:pt x="7688064" y="162131"/>
                  </a:lnTo>
                  <a:lnTo>
                    <a:pt x="7695480" y="162131"/>
                  </a:lnTo>
                  <a:lnTo>
                    <a:pt x="7696935" y="162131"/>
                  </a:lnTo>
                  <a:lnTo>
                    <a:pt x="7697080" y="162131"/>
                  </a:lnTo>
                  <a:lnTo>
                    <a:pt x="7700425" y="162131"/>
                  </a:lnTo>
                  <a:lnTo>
                    <a:pt x="7702315" y="162131"/>
                  </a:lnTo>
                  <a:lnTo>
                    <a:pt x="7705515" y="162131"/>
                  </a:lnTo>
                  <a:lnTo>
                    <a:pt x="7706824" y="161507"/>
                  </a:lnTo>
                  <a:lnTo>
                    <a:pt x="7710023" y="160884"/>
                  </a:lnTo>
                  <a:lnTo>
                    <a:pt x="7712931" y="159013"/>
                  </a:lnTo>
                  <a:lnTo>
                    <a:pt x="7713077" y="159013"/>
                  </a:lnTo>
                  <a:lnTo>
                    <a:pt x="7713513" y="157766"/>
                  </a:lnTo>
                  <a:lnTo>
                    <a:pt x="7713659" y="157766"/>
                  </a:lnTo>
                  <a:lnTo>
                    <a:pt x="7717585" y="157142"/>
                  </a:lnTo>
                  <a:lnTo>
                    <a:pt x="7718021" y="157142"/>
                  </a:lnTo>
                  <a:lnTo>
                    <a:pt x="7718312" y="157142"/>
                  </a:lnTo>
                  <a:lnTo>
                    <a:pt x="7718894" y="157142"/>
                  </a:lnTo>
                  <a:lnTo>
                    <a:pt x="7723111" y="157142"/>
                  </a:lnTo>
                  <a:lnTo>
                    <a:pt x="7728347" y="157142"/>
                  </a:lnTo>
                  <a:lnTo>
                    <a:pt x="7728492" y="155895"/>
                  </a:lnTo>
                  <a:lnTo>
                    <a:pt x="7732709" y="154024"/>
                  </a:lnTo>
                  <a:lnTo>
                    <a:pt x="7732709" y="152777"/>
                  </a:lnTo>
                  <a:lnTo>
                    <a:pt x="7733000" y="151530"/>
                  </a:lnTo>
                  <a:lnTo>
                    <a:pt x="7733291" y="151530"/>
                  </a:lnTo>
                  <a:lnTo>
                    <a:pt x="7737072" y="150906"/>
                  </a:lnTo>
                  <a:lnTo>
                    <a:pt x="7739108" y="150906"/>
                  </a:lnTo>
                  <a:lnTo>
                    <a:pt x="7741580" y="150906"/>
                  </a:lnTo>
                  <a:lnTo>
                    <a:pt x="7745216" y="150906"/>
                  </a:lnTo>
                  <a:lnTo>
                    <a:pt x="7746088" y="150906"/>
                  </a:lnTo>
                  <a:lnTo>
                    <a:pt x="7749724" y="147789"/>
                  </a:lnTo>
                  <a:lnTo>
                    <a:pt x="7753214" y="147789"/>
                  </a:lnTo>
                  <a:lnTo>
                    <a:pt x="7753796" y="147165"/>
                  </a:lnTo>
                  <a:lnTo>
                    <a:pt x="7755250" y="145918"/>
                  </a:lnTo>
                  <a:lnTo>
                    <a:pt x="7757577" y="145294"/>
                  </a:lnTo>
                  <a:lnTo>
                    <a:pt x="7762522" y="144671"/>
                  </a:lnTo>
                  <a:lnTo>
                    <a:pt x="7762522" y="144047"/>
                  </a:lnTo>
                  <a:lnTo>
                    <a:pt x="7762958" y="144047"/>
                  </a:lnTo>
                  <a:lnTo>
                    <a:pt x="7764267" y="143423"/>
                  </a:lnTo>
                  <a:lnTo>
                    <a:pt x="7766303" y="143423"/>
                  </a:lnTo>
                  <a:lnTo>
                    <a:pt x="7767902" y="143423"/>
                  </a:lnTo>
                  <a:lnTo>
                    <a:pt x="7770520" y="143423"/>
                  </a:lnTo>
                  <a:lnTo>
                    <a:pt x="7773428" y="142800"/>
                  </a:lnTo>
                  <a:lnTo>
                    <a:pt x="7773719" y="142800"/>
                  </a:lnTo>
                  <a:lnTo>
                    <a:pt x="7776773" y="142800"/>
                  </a:lnTo>
                  <a:lnTo>
                    <a:pt x="7780118" y="142176"/>
                  </a:lnTo>
                  <a:lnTo>
                    <a:pt x="7780554" y="142176"/>
                  </a:lnTo>
                  <a:lnTo>
                    <a:pt x="7782154" y="140929"/>
                  </a:lnTo>
                  <a:lnTo>
                    <a:pt x="7782590" y="140306"/>
                  </a:lnTo>
                  <a:lnTo>
                    <a:pt x="7786080" y="140306"/>
                  </a:lnTo>
                  <a:lnTo>
                    <a:pt x="7786226" y="140306"/>
                  </a:lnTo>
                  <a:lnTo>
                    <a:pt x="7788844" y="139682"/>
                  </a:lnTo>
                  <a:lnTo>
                    <a:pt x="7789571" y="139682"/>
                  </a:lnTo>
                  <a:lnTo>
                    <a:pt x="7790880" y="139682"/>
                  </a:lnTo>
                  <a:lnTo>
                    <a:pt x="7794806" y="139682"/>
                  </a:lnTo>
                  <a:lnTo>
                    <a:pt x="7796987" y="139682"/>
                  </a:lnTo>
                  <a:lnTo>
                    <a:pt x="7800623" y="139058"/>
                  </a:lnTo>
                  <a:lnTo>
                    <a:pt x="7803968" y="137811"/>
                  </a:lnTo>
                  <a:lnTo>
                    <a:pt x="7804404" y="137811"/>
                  </a:lnTo>
                  <a:lnTo>
                    <a:pt x="7804404" y="137188"/>
                  </a:lnTo>
                  <a:lnTo>
                    <a:pt x="7810076" y="135317"/>
                  </a:lnTo>
                  <a:lnTo>
                    <a:pt x="7811966" y="135317"/>
                  </a:lnTo>
                  <a:lnTo>
                    <a:pt x="7812402" y="135317"/>
                  </a:lnTo>
                  <a:lnTo>
                    <a:pt x="7813130" y="135317"/>
                  </a:lnTo>
                  <a:lnTo>
                    <a:pt x="7815602" y="134070"/>
                  </a:lnTo>
                  <a:lnTo>
                    <a:pt x="7815747" y="134070"/>
                  </a:lnTo>
                  <a:lnTo>
                    <a:pt x="7817638" y="134070"/>
                  </a:lnTo>
                  <a:lnTo>
                    <a:pt x="7819819" y="134070"/>
                  </a:lnTo>
                  <a:lnTo>
                    <a:pt x="7822146" y="134070"/>
                  </a:lnTo>
                  <a:lnTo>
                    <a:pt x="7828108" y="132823"/>
                  </a:lnTo>
                  <a:lnTo>
                    <a:pt x="7828399" y="132823"/>
                  </a:lnTo>
                  <a:lnTo>
                    <a:pt x="7829708" y="132823"/>
                  </a:lnTo>
                  <a:lnTo>
                    <a:pt x="7832617" y="132199"/>
                  </a:lnTo>
                  <a:lnTo>
                    <a:pt x="7832762" y="132199"/>
                  </a:lnTo>
                  <a:lnTo>
                    <a:pt x="7833344" y="132199"/>
                  </a:lnTo>
                  <a:lnTo>
                    <a:pt x="7833489" y="132199"/>
                  </a:lnTo>
                  <a:lnTo>
                    <a:pt x="7836979" y="131575"/>
                  </a:lnTo>
                  <a:lnTo>
                    <a:pt x="7839015" y="131575"/>
                  </a:lnTo>
                  <a:lnTo>
                    <a:pt x="7840033" y="131575"/>
                  </a:lnTo>
                  <a:lnTo>
                    <a:pt x="7840760" y="130952"/>
                  </a:lnTo>
                  <a:lnTo>
                    <a:pt x="7840760" y="130328"/>
                  </a:lnTo>
                  <a:lnTo>
                    <a:pt x="7843233" y="129081"/>
                  </a:lnTo>
                  <a:lnTo>
                    <a:pt x="7843524" y="129081"/>
                  </a:lnTo>
                  <a:lnTo>
                    <a:pt x="7843669" y="129081"/>
                  </a:lnTo>
                  <a:lnTo>
                    <a:pt x="7844251" y="129081"/>
                  </a:lnTo>
                  <a:lnTo>
                    <a:pt x="7848759" y="128457"/>
                  </a:lnTo>
                  <a:lnTo>
                    <a:pt x="7854285" y="127210"/>
                  </a:lnTo>
                  <a:lnTo>
                    <a:pt x="7855448" y="125963"/>
                  </a:lnTo>
                  <a:lnTo>
                    <a:pt x="7860538" y="124092"/>
                  </a:lnTo>
                  <a:lnTo>
                    <a:pt x="7861120" y="124092"/>
                  </a:lnTo>
                  <a:lnTo>
                    <a:pt x="7861411" y="123469"/>
                  </a:lnTo>
                  <a:lnTo>
                    <a:pt x="7864319" y="122222"/>
                  </a:lnTo>
                  <a:lnTo>
                    <a:pt x="7864465" y="122222"/>
                  </a:lnTo>
                  <a:lnTo>
                    <a:pt x="7867228" y="122222"/>
                  </a:lnTo>
                  <a:lnTo>
                    <a:pt x="7867519" y="122222"/>
                  </a:lnTo>
                  <a:lnTo>
                    <a:pt x="7868391" y="121598"/>
                  </a:lnTo>
                  <a:lnTo>
                    <a:pt x="7870573" y="120351"/>
                  </a:lnTo>
                  <a:lnTo>
                    <a:pt x="7870718" y="120351"/>
                  </a:lnTo>
                  <a:lnTo>
                    <a:pt x="7872318" y="119104"/>
                  </a:lnTo>
                  <a:lnTo>
                    <a:pt x="7874063" y="119104"/>
                  </a:lnTo>
                  <a:lnTo>
                    <a:pt x="7875517" y="118480"/>
                  </a:lnTo>
                  <a:lnTo>
                    <a:pt x="7879298" y="118480"/>
                  </a:lnTo>
                  <a:lnTo>
                    <a:pt x="7880025" y="117857"/>
                  </a:lnTo>
                  <a:lnTo>
                    <a:pt x="7880898" y="117857"/>
                  </a:lnTo>
                  <a:lnTo>
                    <a:pt x="7882352" y="116609"/>
                  </a:lnTo>
                  <a:lnTo>
                    <a:pt x="7884970" y="115986"/>
                  </a:lnTo>
                  <a:lnTo>
                    <a:pt x="7885406" y="115986"/>
                  </a:lnTo>
                  <a:lnTo>
                    <a:pt x="7886569" y="115986"/>
                  </a:lnTo>
                  <a:lnTo>
                    <a:pt x="7886715" y="115986"/>
                  </a:lnTo>
                  <a:lnTo>
                    <a:pt x="7889623" y="114739"/>
                  </a:lnTo>
                  <a:lnTo>
                    <a:pt x="7889769" y="114115"/>
                  </a:lnTo>
                  <a:lnTo>
                    <a:pt x="7892241" y="114115"/>
                  </a:lnTo>
                  <a:lnTo>
                    <a:pt x="7892677" y="113491"/>
                  </a:lnTo>
                  <a:lnTo>
                    <a:pt x="7893114" y="113491"/>
                  </a:lnTo>
                  <a:lnTo>
                    <a:pt x="7894568" y="112868"/>
                  </a:lnTo>
                  <a:lnTo>
                    <a:pt x="7897040" y="112244"/>
                  </a:lnTo>
                  <a:lnTo>
                    <a:pt x="7902130" y="110997"/>
                  </a:lnTo>
                  <a:lnTo>
                    <a:pt x="7906202" y="109750"/>
                  </a:lnTo>
                  <a:lnTo>
                    <a:pt x="7906347" y="109750"/>
                  </a:lnTo>
                  <a:lnTo>
                    <a:pt x="7906493" y="109750"/>
                  </a:lnTo>
                  <a:lnTo>
                    <a:pt x="7910565" y="109750"/>
                  </a:lnTo>
                  <a:lnTo>
                    <a:pt x="7912164" y="107879"/>
                  </a:lnTo>
                  <a:lnTo>
                    <a:pt x="7916236" y="105385"/>
                  </a:lnTo>
                  <a:lnTo>
                    <a:pt x="7917545" y="105385"/>
                  </a:lnTo>
                  <a:lnTo>
                    <a:pt x="7920890" y="104761"/>
                  </a:lnTo>
                  <a:lnTo>
                    <a:pt x="7922926" y="104761"/>
                  </a:lnTo>
                  <a:lnTo>
                    <a:pt x="7925689" y="102891"/>
                  </a:lnTo>
                  <a:lnTo>
                    <a:pt x="7927434" y="101643"/>
                  </a:lnTo>
                  <a:lnTo>
                    <a:pt x="7928307" y="100396"/>
                  </a:lnTo>
                  <a:lnTo>
                    <a:pt x="7932669" y="100396"/>
                  </a:lnTo>
                  <a:lnTo>
                    <a:pt x="7932960" y="99773"/>
                  </a:lnTo>
                  <a:lnTo>
                    <a:pt x="7935723" y="99773"/>
                  </a:lnTo>
                  <a:lnTo>
                    <a:pt x="7936014" y="99773"/>
                  </a:lnTo>
                  <a:lnTo>
                    <a:pt x="7937905" y="99773"/>
                  </a:lnTo>
                  <a:lnTo>
                    <a:pt x="7939068" y="99149"/>
                  </a:lnTo>
                  <a:lnTo>
                    <a:pt x="7941104" y="99149"/>
                  </a:lnTo>
                  <a:lnTo>
                    <a:pt x="7941249" y="99149"/>
                  </a:lnTo>
                  <a:lnTo>
                    <a:pt x="7941540" y="99149"/>
                  </a:lnTo>
                  <a:lnTo>
                    <a:pt x="7947648" y="97902"/>
                  </a:lnTo>
                  <a:lnTo>
                    <a:pt x="7952447" y="96655"/>
                  </a:lnTo>
                  <a:lnTo>
                    <a:pt x="7953320" y="96031"/>
                  </a:lnTo>
                  <a:lnTo>
                    <a:pt x="7955210" y="96031"/>
                  </a:lnTo>
                  <a:lnTo>
                    <a:pt x="7955210" y="95408"/>
                  </a:lnTo>
                  <a:lnTo>
                    <a:pt x="7959864" y="95408"/>
                  </a:lnTo>
                  <a:lnTo>
                    <a:pt x="7960009" y="95408"/>
                  </a:lnTo>
                  <a:lnTo>
                    <a:pt x="7960300" y="95408"/>
                  </a:lnTo>
                  <a:lnTo>
                    <a:pt x="7960591" y="95408"/>
                  </a:lnTo>
                  <a:lnTo>
                    <a:pt x="7963645" y="94784"/>
                  </a:lnTo>
                  <a:lnTo>
                    <a:pt x="7964372" y="94784"/>
                  </a:lnTo>
                  <a:lnTo>
                    <a:pt x="7965390" y="94784"/>
                  </a:lnTo>
                  <a:lnTo>
                    <a:pt x="7966699" y="94160"/>
                  </a:lnTo>
                  <a:lnTo>
                    <a:pt x="7970480" y="91666"/>
                  </a:lnTo>
                  <a:lnTo>
                    <a:pt x="7973534" y="91043"/>
                  </a:lnTo>
                  <a:lnTo>
                    <a:pt x="7975861" y="91043"/>
                  </a:lnTo>
                  <a:lnTo>
                    <a:pt x="7978188" y="89795"/>
                  </a:lnTo>
                  <a:lnTo>
                    <a:pt x="7978333" y="89795"/>
                  </a:lnTo>
                  <a:lnTo>
                    <a:pt x="7978478" y="89795"/>
                  </a:lnTo>
                  <a:lnTo>
                    <a:pt x="7979496" y="89795"/>
                  </a:lnTo>
                  <a:lnTo>
                    <a:pt x="7980078" y="89172"/>
                  </a:lnTo>
                  <a:lnTo>
                    <a:pt x="7986186" y="87925"/>
                  </a:lnTo>
                  <a:lnTo>
                    <a:pt x="7987786" y="87925"/>
                  </a:lnTo>
                  <a:lnTo>
                    <a:pt x="7987931" y="87925"/>
                  </a:lnTo>
                  <a:lnTo>
                    <a:pt x="7990112" y="87925"/>
                  </a:lnTo>
                  <a:lnTo>
                    <a:pt x="7990258" y="87925"/>
                  </a:lnTo>
                  <a:lnTo>
                    <a:pt x="7990403" y="87925"/>
                  </a:lnTo>
                  <a:lnTo>
                    <a:pt x="7992003" y="87301"/>
                  </a:lnTo>
                  <a:lnTo>
                    <a:pt x="7997384" y="85430"/>
                  </a:lnTo>
                  <a:lnTo>
                    <a:pt x="8001746" y="84183"/>
                  </a:lnTo>
                  <a:lnTo>
                    <a:pt x="8002037" y="84183"/>
                  </a:lnTo>
                  <a:lnTo>
                    <a:pt x="8006109" y="82936"/>
                  </a:lnTo>
                  <a:lnTo>
                    <a:pt x="8006400" y="82312"/>
                  </a:lnTo>
                  <a:lnTo>
                    <a:pt x="8010617" y="80442"/>
                  </a:lnTo>
                  <a:lnTo>
                    <a:pt x="8011635" y="79818"/>
                  </a:lnTo>
                  <a:lnTo>
                    <a:pt x="8012363" y="79818"/>
                  </a:lnTo>
                  <a:lnTo>
                    <a:pt x="8012508" y="79194"/>
                  </a:lnTo>
                  <a:lnTo>
                    <a:pt x="8012508" y="78571"/>
                  </a:lnTo>
                  <a:lnTo>
                    <a:pt x="8014980" y="77947"/>
                  </a:lnTo>
                  <a:lnTo>
                    <a:pt x="8015126" y="77947"/>
                  </a:lnTo>
                  <a:lnTo>
                    <a:pt x="8017162" y="77324"/>
                  </a:lnTo>
                  <a:lnTo>
                    <a:pt x="8019198" y="76700"/>
                  </a:lnTo>
                  <a:lnTo>
                    <a:pt x="8021961" y="76077"/>
                  </a:lnTo>
                  <a:lnTo>
                    <a:pt x="8024724" y="75453"/>
                  </a:lnTo>
                  <a:lnTo>
                    <a:pt x="8026033" y="75453"/>
                  </a:lnTo>
                  <a:lnTo>
                    <a:pt x="8026614" y="75453"/>
                  </a:lnTo>
                  <a:lnTo>
                    <a:pt x="8030832" y="75453"/>
                  </a:lnTo>
                  <a:lnTo>
                    <a:pt x="8032286" y="75453"/>
                  </a:lnTo>
                  <a:lnTo>
                    <a:pt x="8034758" y="74829"/>
                  </a:lnTo>
                  <a:lnTo>
                    <a:pt x="8035776" y="74829"/>
                  </a:lnTo>
                  <a:lnTo>
                    <a:pt x="8036067" y="74206"/>
                  </a:lnTo>
                  <a:lnTo>
                    <a:pt x="8036212" y="74206"/>
                  </a:lnTo>
                  <a:lnTo>
                    <a:pt x="8036358" y="73582"/>
                  </a:lnTo>
                  <a:lnTo>
                    <a:pt x="8037667" y="73582"/>
                  </a:lnTo>
                  <a:lnTo>
                    <a:pt x="8043484" y="70464"/>
                  </a:lnTo>
                  <a:lnTo>
                    <a:pt x="8043629" y="70464"/>
                  </a:lnTo>
                  <a:lnTo>
                    <a:pt x="8047410" y="70464"/>
                  </a:lnTo>
                  <a:lnTo>
                    <a:pt x="8047992" y="70464"/>
                  </a:lnTo>
                  <a:lnTo>
                    <a:pt x="8049010" y="70464"/>
                  </a:lnTo>
                  <a:lnTo>
                    <a:pt x="8053082" y="69217"/>
                  </a:lnTo>
                  <a:lnTo>
                    <a:pt x="8053227" y="69217"/>
                  </a:lnTo>
                  <a:lnTo>
                    <a:pt x="8053518" y="69217"/>
                  </a:lnTo>
                  <a:lnTo>
                    <a:pt x="8056572" y="68594"/>
                  </a:lnTo>
                  <a:lnTo>
                    <a:pt x="8057299" y="67970"/>
                  </a:lnTo>
                  <a:lnTo>
                    <a:pt x="8057444" y="67970"/>
                  </a:lnTo>
                  <a:lnTo>
                    <a:pt x="8057881" y="67970"/>
                  </a:lnTo>
                  <a:lnTo>
                    <a:pt x="8060062" y="67970"/>
                  </a:lnTo>
                  <a:lnTo>
                    <a:pt x="8062534" y="67970"/>
                  </a:lnTo>
                  <a:lnTo>
                    <a:pt x="8065588" y="67346"/>
                  </a:lnTo>
                  <a:lnTo>
                    <a:pt x="8066752" y="66723"/>
                  </a:lnTo>
                  <a:lnTo>
                    <a:pt x="8069515" y="66099"/>
                  </a:lnTo>
                  <a:lnTo>
                    <a:pt x="8070824" y="64852"/>
                  </a:lnTo>
                  <a:lnTo>
                    <a:pt x="8073150" y="64852"/>
                  </a:lnTo>
                  <a:lnTo>
                    <a:pt x="8074750" y="64852"/>
                  </a:lnTo>
                  <a:lnTo>
                    <a:pt x="8075623" y="64852"/>
                  </a:lnTo>
                  <a:lnTo>
                    <a:pt x="8078095" y="64228"/>
                  </a:lnTo>
                  <a:lnTo>
                    <a:pt x="8078240" y="64228"/>
                  </a:lnTo>
                  <a:lnTo>
                    <a:pt x="8078677" y="64228"/>
                  </a:lnTo>
                  <a:lnTo>
                    <a:pt x="8080131" y="63605"/>
                  </a:lnTo>
                  <a:lnTo>
                    <a:pt x="8080131" y="62981"/>
                  </a:lnTo>
                  <a:lnTo>
                    <a:pt x="8082312" y="62981"/>
                  </a:lnTo>
                  <a:lnTo>
                    <a:pt x="8083330" y="62981"/>
                  </a:lnTo>
                  <a:lnTo>
                    <a:pt x="8087257" y="62358"/>
                  </a:lnTo>
                  <a:lnTo>
                    <a:pt x="8087693" y="62358"/>
                  </a:lnTo>
                  <a:lnTo>
                    <a:pt x="8091474" y="62358"/>
                  </a:lnTo>
                  <a:lnTo>
                    <a:pt x="8091910" y="62358"/>
                  </a:lnTo>
                  <a:lnTo>
                    <a:pt x="8095546" y="61734"/>
                  </a:lnTo>
                  <a:lnTo>
                    <a:pt x="8095546" y="61111"/>
                  </a:lnTo>
                  <a:lnTo>
                    <a:pt x="8095837" y="61111"/>
                  </a:lnTo>
                  <a:lnTo>
                    <a:pt x="8096855" y="61111"/>
                  </a:lnTo>
                  <a:lnTo>
                    <a:pt x="8099472" y="61111"/>
                  </a:lnTo>
                  <a:lnTo>
                    <a:pt x="8099763" y="61111"/>
                  </a:lnTo>
                  <a:lnTo>
                    <a:pt x="8102381" y="61111"/>
                  </a:lnTo>
                  <a:lnTo>
                    <a:pt x="8103399" y="60487"/>
                  </a:lnTo>
                  <a:lnTo>
                    <a:pt x="8106744" y="60487"/>
                  </a:lnTo>
                  <a:lnTo>
                    <a:pt x="8109361" y="59863"/>
                  </a:lnTo>
                  <a:lnTo>
                    <a:pt x="8111543" y="59240"/>
                  </a:lnTo>
                  <a:lnTo>
                    <a:pt x="8111688" y="59240"/>
                  </a:lnTo>
                  <a:lnTo>
                    <a:pt x="8111834" y="59240"/>
                  </a:lnTo>
                  <a:lnTo>
                    <a:pt x="8112706" y="59240"/>
                  </a:lnTo>
                  <a:lnTo>
                    <a:pt x="8112997" y="58616"/>
                  </a:lnTo>
                  <a:lnTo>
                    <a:pt x="8114742" y="58616"/>
                  </a:lnTo>
                  <a:lnTo>
                    <a:pt x="8116778" y="58616"/>
                  </a:lnTo>
                  <a:lnTo>
                    <a:pt x="8117941" y="58616"/>
                  </a:lnTo>
                  <a:lnTo>
                    <a:pt x="8122740" y="58616"/>
                  </a:lnTo>
                  <a:lnTo>
                    <a:pt x="8123758" y="58616"/>
                  </a:lnTo>
                  <a:lnTo>
                    <a:pt x="8127394" y="58616"/>
                  </a:lnTo>
                  <a:lnTo>
                    <a:pt x="8128412" y="57993"/>
                  </a:lnTo>
                  <a:lnTo>
                    <a:pt x="8129285" y="57993"/>
                  </a:lnTo>
                  <a:lnTo>
                    <a:pt x="8132920" y="57369"/>
                  </a:lnTo>
                  <a:lnTo>
                    <a:pt x="8133357" y="57369"/>
                  </a:lnTo>
                  <a:lnTo>
                    <a:pt x="8135247" y="55498"/>
                  </a:lnTo>
                  <a:lnTo>
                    <a:pt x="8135683" y="55498"/>
                  </a:lnTo>
                  <a:lnTo>
                    <a:pt x="8137283" y="55498"/>
                  </a:lnTo>
                  <a:lnTo>
                    <a:pt x="8138883" y="54875"/>
                  </a:lnTo>
                  <a:lnTo>
                    <a:pt x="8140337" y="54875"/>
                  </a:lnTo>
                  <a:lnTo>
                    <a:pt x="8142373" y="54875"/>
                  </a:lnTo>
                  <a:lnTo>
                    <a:pt x="8142518" y="54875"/>
                  </a:lnTo>
                  <a:lnTo>
                    <a:pt x="8143536" y="54875"/>
                  </a:lnTo>
                  <a:lnTo>
                    <a:pt x="8145136" y="54875"/>
                  </a:lnTo>
                  <a:lnTo>
                    <a:pt x="8146299" y="54875"/>
                  </a:lnTo>
                  <a:lnTo>
                    <a:pt x="8147608" y="54875"/>
                  </a:lnTo>
                  <a:lnTo>
                    <a:pt x="8147754" y="54875"/>
                  </a:lnTo>
                  <a:lnTo>
                    <a:pt x="8150226" y="53004"/>
                  </a:lnTo>
                  <a:lnTo>
                    <a:pt x="8151098" y="52380"/>
                  </a:lnTo>
                  <a:lnTo>
                    <a:pt x="8151389" y="52380"/>
                  </a:lnTo>
                  <a:lnTo>
                    <a:pt x="8151535" y="52380"/>
                  </a:lnTo>
                  <a:lnTo>
                    <a:pt x="8152116" y="51757"/>
                  </a:lnTo>
                  <a:lnTo>
                    <a:pt x="8152844" y="51757"/>
                  </a:lnTo>
                  <a:lnTo>
                    <a:pt x="8155461" y="51757"/>
                  </a:lnTo>
                  <a:lnTo>
                    <a:pt x="8159533" y="51133"/>
                  </a:lnTo>
                  <a:lnTo>
                    <a:pt x="8163460" y="50510"/>
                  </a:lnTo>
                  <a:lnTo>
                    <a:pt x="8164041" y="50510"/>
                  </a:lnTo>
                  <a:lnTo>
                    <a:pt x="8166368" y="50510"/>
                  </a:lnTo>
                  <a:lnTo>
                    <a:pt x="8166950" y="49886"/>
                  </a:lnTo>
                  <a:lnTo>
                    <a:pt x="8167095" y="49886"/>
                  </a:lnTo>
                  <a:lnTo>
                    <a:pt x="8168404" y="49886"/>
                  </a:lnTo>
                  <a:lnTo>
                    <a:pt x="8168986" y="49886"/>
                  </a:lnTo>
                  <a:lnTo>
                    <a:pt x="8169131" y="49886"/>
                  </a:lnTo>
                  <a:lnTo>
                    <a:pt x="8170731" y="49886"/>
                  </a:lnTo>
                  <a:lnTo>
                    <a:pt x="8172621" y="48639"/>
                  </a:lnTo>
                  <a:lnTo>
                    <a:pt x="8174221" y="46768"/>
                  </a:lnTo>
                  <a:lnTo>
                    <a:pt x="8174657" y="46768"/>
                  </a:lnTo>
                  <a:lnTo>
                    <a:pt x="8176839" y="46145"/>
                  </a:lnTo>
                  <a:lnTo>
                    <a:pt x="8177420" y="46145"/>
                  </a:lnTo>
                  <a:lnTo>
                    <a:pt x="8179020" y="46145"/>
                  </a:lnTo>
                  <a:lnTo>
                    <a:pt x="8180474" y="46145"/>
                  </a:lnTo>
                  <a:lnTo>
                    <a:pt x="8180620" y="46145"/>
                  </a:lnTo>
                  <a:lnTo>
                    <a:pt x="8180620" y="45521"/>
                  </a:lnTo>
                  <a:lnTo>
                    <a:pt x="8182220" y="45521"/>
                  </a:lnTo>
                  <a:lnTo>
                    <a:pt x="8183237" y="45521"/>
                  </a:lnTo>
                  <a:lnTo>
                    <a:pt x="8183965" y="44897"/>
                  </a:lnTo>
                  <a:lnTo>
                    <a:pt x="8184546" y="44897"/>
                  </a:lnTo>
                  <a:lnTo>
                    <a:pt x="8188037" y="43650"/>
                  </a:lnTo>
                  <a:lnTo>
                    <a:pt x="8188473" y="43650"/>
                  </a:lnTo>
                  <a:lnTo>
                    <a:pt x="8192108" y="42403"/>
                  </a:lnTo>
                  <a:lnTo>
                    <a:pt x="8192254" y="41780"/>
                  </a:lnTo>
                  <a:lnTo>
                    <a:pt x="8196617" y="41780"/>
                  </a:lnTo>
                  <a:lnTo>
                    <a:pt x="8196762" y="41780"/>
                  </a:lnTo>
                  <a:lnTo>
                    <a:pt x="8197053" y="41780"/>
                  </a:lnTo>
                  <a:lnTo>
                    <a:pt x="8199525" y="41156"/>
                  </a:lnTo>
                  <a:lnTo>
                    <a:pt x="8199671" y="41156"/>
                  </a:lnTo>
                  <a:lnTo>
                    <a:pt x="8199816" y="41156"/>
                  </a:lnTo>
                  <a:lnTo>
                    <a:pt x="8201125" y="39909"/>
                  </a:lnTo>
                  <a:lnTo>
                    <a:pt x="8202579" y="39285"/>
                  </a:lnTo>
                  <a:lnTo>
                    <a:pt x="8204615" y="39285"/>
                  </a:lnTo>
                  <a:lnTo>
                    <a:pt x="8206360" y="39285"/>
                  </a:lnTo>
                  <a:lnTo>
                    <a:pt x="8209269" y="39285"/>
                  </a:lnTo>
                  <a:lnTo>
                    <a:pt x="8211886" y="39285"/>
                  </a:lnTo>
                  <a:lnTo>
                    <a:pt x="8213195" y="39285"/>
                  </a:lnTo>
                  <a:lnTo>
                    <a:pt x="8214068" y="39285"/>
                  </a:lnTo>
                  <a:lnTo>
                    <a:pt x="8214504" y="39285"/>
                  </a:lnTo>
                  <a:lnTo>
                    <a:pt x="8216395" y="39285"/>
                  </a:lnTo>
                  <a:lnTo>
                    <a:pt x="8217849" y="38662"/>
                  </a:lnTo>
                  <a:lnTo>
                    <a:pt x="8218430" y="38662"/>
                  </a:lnTo>
                  <a:lnTo>
                    <a:pt x="8218721" y="38662"/>
                  </a:lnTo>
                  <a:lnTo>
                    <a:pt x="8219448" y="38662"/>
                  </a:lnTo>
                  <a:lnTo>
                    <a:pt x="8221339" y="38038"/>
                  </a:lnTo>
                  <a:lnTo>
                    <a:pt x="8225120" y="37414"/>
                  </a:lnTo>
                  <a:lnTo>
                    <a:pt x="8225411" y="37414"/>
                  </a:lnTo>
                  <a:lnTo>
                    <a:pt x="8228174" y="37414"/>
                  </a:lnTo>
                  <a:lnTo>
                    <a:pt x="8228901" y="36791"/>
                  </a:lnTo>
                  <a:lnTo>
                    <a:pt x="8230937" y="36167"/>
                  </a:lnTo>
                  <a:lnTo>
                    <a:pt x="8231082" y="36167"/>
                  </a:lnTo>
                  <a:lnTo>
                    <a:pt x="8231810" y="36167"/>
                  </a:lnTo>
                  <a:lnTo>
                    <a:pt x="8231955" y="36167"/>
                  </a:lnTo>
                  <a:lnTo>
                    <a:pt x="8233555" y="36167"/>
                  </a:lnTo>
                  <a:lnTo>
                    <a:pt x="8233991" y="35544"/>
                  </a:lnTo>
                  <a:lnTo>
                    <a:pt x="8236754" y="35544"/>
                  </a:lnTo>
                  <a:lnTo>
                    <a:pt x="8239517" y="35544"/>
                  </a:lnTo>
                  <a:lnTo>
                    <a:pt x="8240681" y="35544"/>
                  </a:lnTo>
                  <a:lnTo>
                    <a:pt x="8241844" y="34297"/>
                  </a:lnTo>
                  <a:lnTo>
                    <a:pt x="8243153" y="33673"/>
                  </a:lnTo>
                  <a:lnTo>
                    <a:pt x="8244171" y="33673"/>
                  </a:lnTo>
                  <a:lnTo>
                    <a:pt x="8246788" y="33673"/>
                  </a:lnTo>
                  <a:lnTo>
                    <a:pt x="8247225" y="33673"/>
                  </a:lnTo>
                  <a:lnTo>
                    <a:pt x="8248243" y="33049"/>
                  </a:lnTo>
                  <a:lnTo>
                    <a:pt x="8249842" y="33049"/>
                  </a:lnTo>
                  <a:lnTo>
                    <a:pt x="8250715" y="32426"/>
                  </a:lnTo>
                  <a:lnTo>
                    <a:pt x="8250860" y="32426"/>
                  </a:lnTo>
                  <a:lnTo>
                    <a:pt x="8255078" y="30555"/>
                  </a:lnTo>
                  <a:lnTo>
                    <a:pt x="8256823" y="30555"/>
                  </a:lnTo>
                  <a:lnTo>
                    <a:pt x="8261040" y="30555"/>
                  </a:lnTo>
                  <a:lnTo>
                    <a:pt x="8263803" y="30555"/>
                  </a:lnTo>
                  <a:lnTo>
                    <a:pt x="8263949" y="30555"/>
                  </a:lnTo>
                  <a:lnTo>
                    <a:pt x="8264239" y="30555"/>
                  </a:lnTo>
                  <a:lnTo>
                    <a:pt x="8267148" y="29931"/>
                  </a:lnTo>
                  <a:lnTo>
                    <a:pt x="8268893" y="29931"/>
                  </a:lnTo>
                  <a:lnTo>
                    <a:pt x="8270202" y="29931"/>
                  </a:lnTo>
                  <a:lnTo>
                    <a:pt x="8270929" y="29931"/>
                  </a:lnTo>
                  <a:lnTo>
                    <a:pt x="8273401" y="29931"/>
                  </a:lnTo>
                  <a:lnTo>
                    <a:pt x="8274128" y="29931"/>
                  </a:lnTo>
                  <a:lnTo>
                    <a:pt x="8274565" y="29308"/>
                  </a:lnTo>
                  <a:lnTo>
                    <a:pt x="8275583" y="29308"/>
                  </a:lnTo>
                  <a:lnTo>
                    <a:pt x="8277619" y="29308"/>
                  </a:lnTo>
                  <a:lnTo>
                    <a:pt x="8278782" y="29308"/>
                  </a:lnTo>
                  <a:lnTo>
                    <a:pt x="8280527" y="29308"/>
                  </a:lnTo>
                  <a:lnTo>
                    <a:pt x="8280673" y="29308"/>
                  </a:lnTo>
                  <a:lnTo>
                    <a:pt x="8281109" y="29308"/>
                  </a:lnTo>
                  <a:lnTo>
                    <a:pt x="8283290" y="28684"/>
                  </a:lnTo>
                  <a:lnTo>
                    <a:pt x="8283727" y="28684"/>
                  </a:lnTo>
                  <a:lnTo>
                    <a:pt x="8284744" y="28684"/>
                  </a:lnTo>
                  <a:lnTo>
                    <a:pt x="8287071" y="28684"/>
                  </a:lnTo>
                  <a:lnTo>
                    <a:pt x="8289107" y="28684"/>
                  </a:lnTo>
                  <a:lnTo>
                    <a:pt x="8289834" y="28061"/>
                  </a:lnTo>
                  <a:lnTo>
                    <a:pt x="8292016" y="27437"/>
                  </a:lnTo>
                  <a:lnTo>
                    <a:pt x="8292161" y="27437"/>
                  </a:lnTo>
                  <a:lnTo>
                    <a:pt x="8292888" y="26814"/>
                  </a:lnTo>
                  <a:lnTo>
                    <a:pt x="8294197" y="26190"/>
                  </a:lnTo>
                  <a:lnTo>
                    <a:pt x="8294488" y="26190"/>
                  </a:lnTo>
                  <a:lnTo>
                    <a:pt x="8296088" y="26190"/>
                  </a:lnTo>
                  <a:lnTo>
                    <a:pt x="8297106" y="26190"/>
                  </a:lnTo>
                  <a:lnTo>
                    <a:pt x="8297251" y="26190"/>
                  </a:lnTo>
                  <a:lnTo>
                    <a:pt x="8298851" y="26190"/>
                  </a:lnTo>
                  <a:lnTo>
                    <a:pt x="8299287" y="26190"/>
                  </a:lnTo>
                  <a:lnTo>
                    <a:pt x="8299578" y="26190"/>
                  </a:lnTo>
                  <a:lnTo>
                    <a:pt x="8301468" y="26190"/>
                  </a:lnTo>
                  <a:lnTo>
                    <a:pt x="8301905" y="26190"/>
                  </a:lnTo>
                  <a:lnTo>
                    <a:pt x="8302050" y="26190"/>
                  </a:lnTo>
                  <a:lnTo>
                    <a:pt x="8303214" y="26190"/>
                  </a:lnTo>
                  <a:lnTo>
                    <a:pt x="8303941" y="26190"/>
                  </a:lnTo>
                  <a:lnTo>
                    <a:pt x="8304086" y="26190"/>
                  </a:lnTo>
                  <a:lnTo>
                    <a:pt x="8304232" y="26190"/>
                  </a:lnTo>
                  <a:lnTo>
                    <a:pt x="8306995" y="26190"/>
                  </a:lnTo>
                  <a:lnTo>
                    <a:pt x="8310776" y="24943"/>
                  </a:lnTo>
                  <a:lnTo>
                    <a:pt x="8312084" y="24319"/>
                  </a:lnTo>
                  <a:lnTo>
                    <a:pt x="8312230" y="24319"/>
                  </a:lnTo>
                  <a:lnTo>
                    <a:pt x="8312375" y="24319"/>
                  </a:lnTo>
                  <a:lnTo>
                    <a:pt x="8313102" y="24319"/>
                  </a:lnTo>
                  <a:lnTo>
                    <a:pt x="8314266" y="24319"/>
                  </a:lnTo>
                  <a:lnTo>
                    <a:pt x="8314993" y="24319"/>
                  </a:lnTo>
                  <a:lnTo>
                    <a:pt x="8315138" y="24319"/>
                  </a:lnTo>
                  <a:lnTo>
                    <a:pt x="8318047" y="24319"/>
                  </a:lnTo>
                  <a:lnTo>
                    <a:pt x="8319065" y="24319"/>
                  </a:lnTo>
                  <a:lnTo>
                    <a:pt x="8320374" y="24319"/>
                  </a:lnTo>
                  <a:lnTo>
                    <a:pt x="8321246" y="24319"/>
                  </a:lnTo>
                  <a:lnTo>
                    <a:pt x="8321392" y="24319"/>
                  </a:lnTo>
                  <a:lnTo>
                    <a:pt x="8323428" y="23696"/>
                  </a:lnTo>
                  <a:lnTo>
                    <a:pt x="8323573" y="23696"/>
                  </a:lnTo>
                  <a:lnTo>
                    <a:pt x="8323719" y="23696"/>
                  </a:lnTo>
                  <a:lnTo>
                    <a:pt x="8324446" y="22448"/>
                  </a:lnTo>
                  <a:lnTo>
                    <a:pt x="8325464" y="22448"/>
                  </a:lnTo>
                  <a:lnTo>
                    <a:pt x="8325609" y="22448"/>
                  </a:lnTo>
                  <a:lnTo>
                    <a:pt x="8325754" y="22448"/>
                  </a:lnTo>
                  <a:lnTo>
                    <a:pt x="8327354" y="21825"/>
                  </a:lnTo>
                  <a:lnTo>
                    <a:pt x="8327500" y="21201"/>
                  </a:lnTo>
                  <a:lnTo>
                    <a:pt x="8328663" y="21201"/>
                  </a:lnTo>
                  <a:lnTo>
                    <a:pt x="8330699" y="21201"/>
                  </a:lnTo>
                  <a:lnTo>
                    <a:pt x="8330844" y="21201"/>
                  </a:lnTo>
                  <a:lnTo>
                    <a:pt x="8332444" y="21201"/>
                  </a:lnTo>
                  <a:lnTo>
                    <a:pt x="8333317" y="21201"/>
                  </a:lnTo>
                  <a:lnTo>
                    <a:pt x="8335643" y="21201"/>
                  </a:lnTo>
                  <a:lnTo>
                    <a:pt x="8337825" y="19954"/>
                  </a:lnTo>
                  <a:lnTo>
                    <a:pt x="8338697" y="19954"/>
                  </a:lnTo>
                  <a:lnTo>
                    <a:pt x="8339570" y="19331"/>
                  </a:lnTo>
                  <a:lnTo>
                    <a:pt x="8340442" y="19331"/>
                  </a:lnTo>
                  <a:lnTo>
                    <a:pt x="8340879" y="19331"/>
                  </a:lnTo>
                  <a:lnTo>
                    <a:pt x="8342188" y="18707"/>
                  </a:lnTo>
                  <a:lnTo>
                    <a:pt x="8343206" y="18707"/>
                  </a:lnTo>
                  <a:lnTo>
                    <a:pt x="8344078" y="17460"/>
                  </a:lnTo>
                  <a:lnTo>
                    <a:pt x="8344369" y="17460"/>
                  </a:lnTo>
                  <a:lnTo>
                    <a:pt x="8344805" y="17460"/>
                  </a:lnTo>
                  <a:lnTo>
                    <a:pt x="8344951" y="17460"/>
                  </a:lnTo>
                  <a:lnTo>
                    <a:pt x="8346987" y="16836"/>
                  </a:lnTo>
                  <a:lnTo>
                    <a:pt x="8347132" y="16836"/>
                  </a:lnTo>
                  <a:lnTo>
                    <a:pt x="8347277" y="16836"/>
                  </a:lnTo>
                  <a:lnTo>
                    <a:pt x="8348441" y="16836"/>
                  </a:lnTo>
                  <a:lnTo>
                    <a:pt x="8349604" y="16836"/>
                  </a:lnTo>
                  <a:lnTo>
                    <a:pt x="8350768" y="16836"/>
                  </a:lnTo>
                  <a:lnTo>
                    <a:pt x="8352658" y="16836"/>
                  </a:lnTo>
                  <a:lnTo>
                    <a:pt x="8353094" y="16213"/>
                  </a:lnTo>
                  <a:lnTo>
                    <a:pt x="8353967" y="16213"/>
                  </a:lnTo>
                  <a:lnTo>
                    <a:pt x="8354112" y="16213"/>
                  </a:lnTo>
                  <a:lnTo>
                    <a:pt x="8355712" y="15589"/>
                  </a:lnTo>
                  <a:lnTo>
                    <a:pt x="8356585" y="15589"/>
                  </a:lnTo>
                  <a:lnTo>
                    <a:pt x="8357894" y="15589"/>
                  </a:lnTo>
                  <a:lnTo>
                    <a:pt x="8360220" y="15589"/>
                  </a:lnTo>
                  <a:lnTo>
                    <a:pt x="8361675" y="15589"/>
                  </a:lnTo>
                  <a:lnTo>
                    <a:pt x="8361820" y="15589"/>
                  </a:lnTo>
                  <a:lnTo>
                    <a:pt x="8361965" y="15589"/>
                  </a:lnTo>
                  <a:lnTo>
                    <a:pt x="8362256" y="14965"/>
                  </a:lnTo>
                  <a:lnTo>
                    <a:pt x="8362547" y="14965"/>
                  </a:lnTo>
                  <a:lnTo>
                    <a:pt x="8363856" y="14342"/>
                  </a:lnTo>
                  <a:lnTo>
                    <a:pt x="8365892" y="14342"/>
                  </a:lnTo>
                  <a:lnTo>
                    <a:pt x="8366037" y="14342"/>
                  </a:lnTo>
                  <a:lnTo>
                    <a:pt x="8367928" y="14342"/>
                  </a:lnTo>
                  <a:lnTo>
                    <a:pt x="8368800" y="14342"/>
                  </a:lnTo>
                  <a:lnTo>
                    <a:pt x="8369528" y="14342"/>
                  </a:lnTo>
                  <a:lnTo>
                    <a:pt x="8369964" y="14342"/>
                  </a:lnTo>
                  <a:lnTo>
                    <a:pt x="8370691" y="14342"/>
                  </a:lnTo>
                  <a:lnTo>
                    <a:pt x="8371709" y="13718"/>
                  </a:lnTo>
                  <a:lnTo>
                    <a:pt x="8371709" y="13095"/>
                  </a:lnTo>
                  <a:lnTo>
                    <a:pt x="8373454" y="13095"/>
                  </a:lnTo>
                  <a:lnTo>
                    <a:pt x="8374617" y="13095"/>
                  </a:lnTo>
                  <a:lnTo>
                    <a:pt x="8375781" y="13095"/>
                  </a:lnTo>
                  <a:lnTo>
                    <a:pt x="8376072" y="13095"/>
                  </a:lnTo>
                  <a:lnTo>
                    <a:pt x="8376217" y="13095"/>
                  </a:lnTo>
                  <a:lnTo>
                    <a:pt x="8376653" y="12471"/>
                  </a:lnTo>
                  <a:lnTo>
                    <a:pt x="8377090" y="12471"/>
                  </a:lnTo>
                  <a:lnTo>
                    <a:pt x="8377526" y="12471"/>
                  </a:lnTo>
                  <a:lnTo>
                    <a:pt x="8377817" y="12471"/>
                  </a:lnTo>
                  <a:lnTo>
                    <a:pt x="8378980" y="12471"/>
                  </a:lnTo>
                  <a:lnTo>
                    <a:pt x="8379853" y="12471"/>
                  </a:lnTo>
                  <a:lnTo>
                    <a:pt x="8379998" y="12471"/>
                  </a:lnTo>
                  <a:lnTo>
                    <a:pt x="8380434" y="11848"/>
                  </a:lnTo>
                  <a:lnTo>
                    <a:pt x="8381598" y="11224"/>
                  </a:lnTo>
                  <a:lnTo>
                    <a:pt x="8383052" y="10600"/>
                  </a:lnTo>
                  <a:lnTo>
                    <a:pt x="8384361" y="10600"/>
                  </a:lnTo>
                  <a:lnTo>
                    <a:pt x="8385379" y="10600"/>
                  </a:lnTo>
                  <a:lnTo>
                    <a:pt x="8386397" y="10600"/>
                  </a:lnTo>
                  <a:lnTo>
                    <a:pt x="8386979" y="9977"/>
                  </a:lnTo>
                  <a:lnTo>
                    <a:pt x="8387269" y="9353"/>
                  </a:lnTo>
                  <a:lnTo>
                    <a:pt x="8388142" y="8730"/>
                  </a:lnTo>
                  <a:lnTo>
                    <a:pt x="8389596" y="8730"/>
                  </a:lnTo>
                  <a:lnTo>
                    <a:pt x="8390178" y="8730"/>
                  </a:lnTo>
                  <a:lnTo>
                    <a:pt x="8390323" y="8730"/>
                  </a:lnTo>
                  <a:lnTo>
                    <a:pt x="8391051" y="8730"/>
                  </a:lnTo>
                  <a:lnTo>
                    <a:pt x="8391341" y="8730"/>
                  </a:lnTo>
                  <a:lnTo>
                    <a:pt x="8393086" y="8730"/>
                  </a:lnTo>
                  <a:lnTo>
                    <a:pt x="8393814" y="8730"/>
                  </a:lnTo>
                  <a:lnTo>
                    <a:pt x="8394832" y="8730"/>
                  </a:lnTo>
                  <a:lnTo>
                    <a:pt x="8395268" y="8730"/>
                  </a:lnTo>
                  <a:lnTo>
                    <a:pt x="8395995" y="8730"/>
                  </a:lnTo>
                  <a:lnTo>
                    <a:pt x="8396286" y="8730"/>
                  </a:lnTo>
                  <a:lnTo>
                    <a:pt x="8396868" y="8730"/>
                  </a:lnTo>
                  <a:lnTo>
                    <a:pt x="8397449" y="8730"/>
                  </a:lnTo>
                  <a:lnTo>
                    <a:pt x="8397886" y="8730"/>
                  </a:lnTo>
                  <a:lnTo>
                    <a:pt x="8398758" y="8730"/>
                  </a:lnTo>
                  <a:lnTo>
                    <a:pt x="8399194" y="8730"/>
                  </a:lnTo>
                  <a:lnTo>
                    <a:pt x="8400067" y="8730"/>
                  </a:lnTo>
                  <a:lnTo>
                    <a:pt x="8401085" y="8730"/>
                  </a:lnTo>
                  <a:lnTo>
                    <a:pt x="8402394" y="8730"/>
                  </a:lnTo>
                  <a:lnTo>
                    <a:pt x="8403848" y="8106"/>
                  </a:lnTo>
                  <a:lnTo>
                    <a:pt x="8405157" y="8106"/>
                  </a:lnTo>
                  <a:lnTo>
                    <a:pt x="8405302" y="8106"/>
                  </a:lnTo>
                  <a:lnTo>
                    <a:pt x="8406466" y="8106"/>
                  </a:lnTo>
                  <a:lnTo>
                    <a:pt x="8406902" y="8106"/>
                  </a:lnTo>
                  <a:lnTo>
                    <a:pt x="8407484" y="8106"/>
                  </a:lnTo>
                  <a:lnTo>
                    <a:pt x="8408356" y="8106"/>
                  </a:lnTo>
                  <a:lnTo>
                    <a:pt x="8409229" y="8106"/>
                  </a:lnTo>
                  <a:lnTo>
                    <a:pt x="8409374" y="8106"/>
                  </a:lnTo>
                  <a:lnTo>
                    <a:pt x="8410247" y="8106"/>
                  </a:lnTo>
                  <a:lnTo>
                    <a:pt x="8410392" y="8106"/>
                  </a:lnTo>
                  <a:lnTo>
                    <a:pt x="8411410" y="8106"/>
                  </a:lnTo>
                  <a:lnTo>
                    <a:pt x="8412283" y="8106"/>
                  </a:lnTo>
                  <a:lnTo>
                    <a:pt x="8413155" y="8106"/>
                  </a:lnTo>
                  <a:lnTo>
                    <a:pt x="8413737" y="8106"/>
                  </a:lnTo>
                  <a:lnTo>
                    <a:pt x="8414028" y="8106"/>
                  </a:lnTo>
                  <a:lnTo>
                    <a:pt x="8414609" y="8106"/>
                  </a:lnTo>
                  <a:lnTo>
                    <a:pt x="8414755" y="8106"/>
                  </a:lnTo>
                  <a:lnTo>
                    <a:pt x="8415482" y="7482"/>
                  </a:lnTo>
                  <a:lnTo>
                    <a:pt x="8416064" y="7482"/>
                  </a:lnTo>
                  <a:lnTo>
                    <a:pt x="8416791" y="7482"/>
                  </a:lnTo>
                  <a:lnTo>
                    <a:pt x="8417954" y="7482"/>
                  </a:lnTo>
                  <a:lnTo>
                    <a:pt x="8418536" y="7482"/>
                  </a:lnTo>
                  <a:lnTo>
                    <a:pt x="8419408" y="7482"/>
                  </a:lnTo>
                  <a:lnTo>
                    <a:pt x="8420572" y="7482"/>
                  </a:lnTo>
                  <a:lnTo>
                    <a:pt x="8420717" y="6859"/>
                  </a:lnTo>
                  <a:lnTo>
                    <a:pt x="8421154" y="6859"/>
                  </a:lnTo>
                  <a:lnTo>
                    <a:pt x="8423044" y="6859"/>
                  </a:lnTo>
                  <a:lnTo>
                    <a:pt x="8423190" y="6859"/>
                  </a:lnTo>
                  <a:lnTo>
                    <a:pt x="8424062" y="6859"/>
                  </a:lnTo>
                  <a:lnTo>
                    <a:pt x="8425080" y="6859"/>
                  </a:lnTo>
                  <a:lnTo>
                    <a:pt x="8425807" y="6859"/>
                  </a:lnTo>
                  <a:lnTo>
                    <a:pt x="8426389" y="6859"/>
                  </a:lnTo>
                  <a:lnTo>
                    <a:pt x="8427407" y="6859"/>
                  </a:lnTo>
                  <a:lnTo>
                    <a:pt x="8428279" y="6859"/>
                  </a:lnTo>
                  <a:lnTo>
                    <a:pt x="8428425" y="6859"/>
                  </a:lnTo>
                  <a:lnTo>
                    <a:pt x="8428716" y="6859"/>
                  </a:lnTo>
                  <a:lnTo>
                    <a:pt x="8429297" y="5612"/>
                  </a:lnTo>
                  <a:lnTo>
                    <a:pt x="8429588" y="5612"/>
                  </a:lnTo>
                  <a:lnTo>
                    <a:pt x="8430315" y="5612"/>
                  </a:lnTo>
                  <a:lnTo>
                    <a:pt x="8431333" y="5612"/>
                  </a:lnTo>
                  <a:lnTo>
                    <a:pt x="8432061" y="5612"/>
                  </a:lnTo>
                  <a:lnTo>
                    <a:pt x="8434096" y="5612"/>
                  </a:lnTo>
                  <a:lnTo>
                    <a:pt x="8434242" y="5612"/>
                  </a:lnTo>
                  <a:lnTo>
                    <a:pt x="8435260" y="5612"/>
                  </a:lnTo>
                  <a:lnTo>
                    <a:pt x="8436714" y="5612"/>
                  </a:lnTo>
                  <a:lnTo>
                    <a:pt x="8437441" y="5612"/>
                  </a:lnTo>
                  <a:lnTo>
                    <a:pt x="8438896" y="4988"/>
                  </a:lnTo>
                  <a:lnTo>
                    <a:pt x="8439186" y="4988"/>
                  </a:lnTo>
                  <a:lnTo>
                    <a:pt x="8440495" y="4988"/>
                  </a:lnTo>
                  <a:lnTo>
                    <a:pt x="8440641" y="4988"/>
                  </a:lnTo>
                  <a:lnTo>
                    <a:pt x="8441222" y="4988"/>
                  </a:lnTo>
                  <a:lnTo>
                    <a:pt x="8441949" y="4988"/>
                  </a:lnTo>
                  <a:lnTo>
                    <a:pt x="8442386" y="4988"/>
                  </a:lnTo>
                  <a:lnTo>
                    <a:pt x="8443258" y="4988"/>
                  </a:lnTo>
                  <a:lnTo>
                    <a:pt x="8444422" y="4988"/>
                  </a:lnTo>
                  <a:lnTo>
                    <a:pt x="8444858" y="4988"/>
                  </a:lnTo>
                  <a:lnTo>
                    <a:pt x="8445585" y="4988"/>
                  </a:lnTo>
                  <a:lnTo>
                    <a:pt x="8446458" y="4988"/>
                  </a:lnTo>
                  <a:lnTo>
                    <a:pt x="8446603" y="4988"/>
                  </a:lnTo>
                  <a:lnTo>
                    <a:pt x="8447039" y="4365"/>
                  </a:lnTo>
                  <a:lnTo>
                    <a:pt x="8447766" y="4365"/>
                  </a:lnTo>
                  <a:lnTo>
                    <a:pt x="8447912" y="4365"/>
                  </a:lnTo>
                  <a:lnTo>
                    <a:pt x="8448348" y="4365"/>
                  </a:lnTo>
                  <a:lnTo>
                    <a:pt x="8449075" y="4365"/>
                  </a:lnTo>
                  <a:lnTo>
                    <a:pt x="8449512" y="4365"/>
                  </a:lnTo>
                  <a:lnTo>
                    <a:pt x="8450675" y="4365"/>
                  </a:lnTo>
                  <a:lnTo>
                    <a:pt x="8450820" y="4365"/>
                  </a:lnTo>
                  <a:lnTo>
                    <a:pt x="8451402" y="4365"/>
                  </a:lnTo>
                  <a:lnTo>
                    <a:pt x="8451693" y="4365"/>
                  </a:lnTo>
                  <a:lnTo>
                    <a:pt x="8451984" y="3741"/>
                  </a:lnTo>
                  <a:lnTo>
                    <a:pt x="8452129" y="3741"/>
                  </a:lnTo>
                  <a:lnTo>
                    <a:pt x="8452420" y="3741"/>
                  </a:lnTo>
                  <a:lnTo>
                    <a:pt x="8453002" y="3741"/>
                  </a:lnTo>
                  <a:lnTo>
                    <a:pt x="8453293" y="3741"/>
                  </a:lnTo>
                  <a:lnTo>
                    <a:pt x="8453438" y="3741"/>
                  </a:lnTo>
                  <a:lnTo>
                    <a:pt x="8453729" y="3741"/>
                  </a:lnTo>
                  <a:lnTo>
                    <a:pt x="8453874" y="3741"/>
                  </a:lnTo>
                  <a:lnTo>
                    <a:pt x="8454020" y="3741"/>
                  </a:lnTo>
                  <a:lnTo>
                    <a:pt x="8454601" y="3117"/>
                  </a:lnTo>
                  <a:lnTo>
                    <a:pt x="8455910" y="3117"/>
                  </a:lnTo>
                  <a:lnTo>
                    <a:pt x="8456056" y="3117"/>
                  </a:lnTo>
                  <a:lnTo>
                    <a:pt x="8456347" y="3117"/>
                  </a:lnTo>
                  <a:lnTo>
                    <a:pt x="8456637" y="3117"/>
                  </a:lnTo>
                  <a:lnTo>
                    <a:pt x="8456783" y="3117"/>
                  </a:lnTo>
                  <a:lnTo>
                    <a:pt x="8457510" y="3117"/>
                  </a:lnTo>
                  <a:lnTo>
                    <a:pt x="8458528" y="3117"/>
                  </a:lnTo>
                  <a:lnTo>
                    <a:pt x="8459691" y="3117"/>
                  </a:lnTo>
                  <a:lnTo>
                    <a:pt x="8459837" y="3117"/>
                  </a:lnTo>
                  <a:lnTo>
                    <a:pt x="8460128" y="3117"/>
                  </a:lnTo>
                  <a:lnTo>
                    <a:pt x="8460273" y="3117"/>
                  </a:lnTo>
                  <a:lnTo>
                    <a:pt x="8460855" y="3117"/>
                  </a:lnTo>
                  <a:lnTo>
                    <a:pt x="8461291" y="3117"/>
                  </a:lnTo>
                  <a:lnTo>
                    <a:pt x="8462164" y="3117"/>
                  </a:lnTo>
                  <a:lnTo>
                    <a:pt x="8462600" y="3117"/>
                  </a:lnTo>
                  <a:lnTo>
                    <a:pt x="8462745" y="3117"/>
                  </a:lnTo>
                  <a:lnTo>
                    <a:pt x="8462891" y="3117"/>
                  </a:lnTo>
                  <a:lnTo>
                    <a:pt x="8463618" y="3117"/>
                  </a:lnTo>
                  <a:lnTo>
                    <a:pt x="8464490" y="3117"/>
                  </a:lnTo>
                  <a:lnTo>
                    <a:pt x="8464636" y="3117"/>
                  </a:lnTo>
                  <a:lnTo>
                    <a:pt x="8464781" y="3117"/>
                  </a:lnTo>
                  <a:lnTo>
                    <a:pt x="8465363" y="3117"/>
                  </a:lnTo>
                  <a:lnTo>
                    <a:pt x="8465508" y="3117"/>
                  </a:lnTo>
                  <a:lnTo>
                    <a:pt x="8465799" y="3117"/>
                  </a:lnTo>
                  <a:lnTo>
                    <a:pt x="8467253" y="3117"/>
                  </a:lnTo>
                  <a:lnTo>
                    <a:pt x="8468562" y="3117"/>
                  </a:lnTo>
                  <a:lnTo>
                    <a:pt x="8468853" y="3117"/>
                  </a:lnTo>
                  <a:lnTo>
                    <a:pt x="8468999" y="3117"/>
                  </a:lnTo>
                  <a:lnTo>
                    <a:pt x="8469144" y="3117"/>
                  </a:lnTo>
                  <a:lnTo>
                    <a:pt x="8469289" y="3117"/>
                  </a:lnTo>
                  <a:lnTo>
                    <a:pt x="8469871" y="3117"/>
                  </a:lnTo>
                  <a:lnTo>
                    <a:pt x="8470889" y="3117"/>
                  </a:lnTo>
                  <a:lnTo>
                    <a:pt x="8471035" y="3117"/>
                  </a:lnTo>
                  <a:lnTo>
                    <a:pt x="8471471" y="3117"/>
                  </a:lnTo>
                  <a:lnTo>
                    <a:pt x="8471907" y="3117"/>
                  </a:lnTo>
                  <a:lnTo>
                    <a:pt x="8472343" y="3117"/>
                  </a:lnTo>
                  <a:lnTo>
                    <a:pt x="8472634" y="3117"/>
                  </a:lnTo>
                  <a:lnTo>
                    <a:pt x="8472780" y="3117"/>
                  </a:lnTo>
                  <a:lnTo>
                    <a:pt x="8473507" y="2494"/>
                  </a:lnTo>
                  <a:lnTo>
                    <a:pt x="8473652" y="2494"/>
                  </a:lnTo>
                  <a:lnTo>
                    <a:pt x="8474088" y="2494"/>
                  </a:lnTo>
                  <a:lnTo>
                    <a:pt x="8474234" y="2494"/>
                  </a:lnTo>
                  <a:lnTo>
                    <a:pt x="8474379" y="2494"/>
                  </a:lnTo>
                  <a:lnTo>
                    <a:pt x="8474816" y="1870"/>
                  </a:lnTo>
                  <a:lnTo>
                    <a:pt x="8475252" y="1870"/>
                  </a:lnTo>
                  <a:lnTo>
                    <a:pt x="8475688" y="1870"/>
                  </a:lnTo>
                  <a:lnTo>
                    <a:pt x="8475834" y="1870"/>
                  </a:lnTo>
                  <a:lnTo>
                    <a:pt x="8476124" y="1247"/>
                  </a:lnTo>
                  <a:lnTo>
                    <a:pt x="8476270" y="1247"/>
                  </a:lnTo>
                  <a:lnTo>
                    <a:pt x="8476415" y="1247"/>
                  </a:lnTo>
                  <a:lnTo>
                    <a:pt x="8477288" y="1247"/>
                  </a:lnTo>
                  <a:lnTo>
                    <a:pt x="8477433" y="1247"/>
                  </a:lnTo>
                  <a:lnTo>
                    <a:pt x="8477724" y="1247"/>
                  </a:lnTo>
                  <a:lnTo>
                    <a:pt x="8478451" y="1247"/>
                  </a:lnTo>
                  <a:lnTo>
                    <a:pt x="8478888" y="1247"/>
                  </a:lnTo>
                  <a:lnTo>
                    <a:pt x="8479469" y="1247"/>
                  </a:lnTo>
                  <a:lnTo>
                    <a:pt x="8479615" y="1247"/>
                  </a:lnTo>
                  <a:lnTo>
                    <a:pt x="8479760" y="1247"/>
                  </a:lnTo>
                  <a:lnTo>
                    <a:pt x="8479906" y="1247"/>
                  </a:lnTo>
                  <a:lnTo>
                    <a:pt x="8480342" y="1247"/>
                  </a:lnTo>
                  <a:lnTo>
                    <a:pt x="8480487" y="1247"/>
                  </a:lnTo>
                  <a:lnTo>
                    <a:pt x="8481360" y="1247"/>
                  </a:lnTo>
                  <a:lnTo>
                    <a:pt x="8481505" y="1247"/>
                  </a:lnTo>
                  <a:lnTo>
                    <a:pt x="8482087" y="1247"/>
                  </a:lnTo>
                  <a:lnTo>
                    <a:pt x="8482378" y="1247"/>
                  </a:lnTo>
                  <a:lnTo>
                    <a:pt x="8482669" y="1247"/>
                  </a:lnTo>
                  <a:lnTo>
                    <a:pt x="8482959" y="1247"/>
                  </a:lnTo>
                  <a:lnTo>
                    <a:pt x="8483105" y="1247"/>
                  </a:lnTo>
                  <a:lnTo>
                    <a:pt x="8483250" y="1247"/>
                  </a:lnTo>
                  <a:lnTo>
                    <a:pt x="8483541" y="1247"/>
                  </a:lnTo>
                  <a:lnTo>
                    <a:pt x="8484414" y="1247"/>
                  </a:lnTo>
                  <a:lnTo>
                    <a:pt x="8484559" y="1247"/>
                  </a:lnTo>
                  <a:lnTo>
                    <a:pt x="8484705" y="1247"/>
                  </a:lnTo>
                  <a:lnTo>
                    <a:pt x="8484705" y="623"/>
                  </a:lnTo>
                  <a:lnTo>
                    <a:pt x="8484850" y="623"/>
                  </a:lnTo>
                  <a:lnTo>
                    <a:pt x="8484995" y="623"/>
                  </a:lnTo>
                  <a:lnTo>
                    <a:pt x="8485432" y="623"/>
                  </a:lnTo>
                  <a:lnTo>
                    <a:pt x="8485868" y="623"/>
                  </a:lnTo>
                  <a:lnTo>
                    <a:pt x="8486013" y="623"/>
                  </a:lnTo>
                  <a:lnTo>
                    <a:pt x="8486304" y="623"/>
                  </a:lnTo>
                  <a:lnTo>
                    <a:pt x="8486595" y="623"/>
                  </a:lnTo>
                  <a:lnTo>
                    <a:pt x="8487322" y="623"/>
                  </a:lnTo>
                  <a:lnTo>
                    <a:pt x="8487468" y="623"/>
                  </a:lnTo>
                  <a:lnTo>
                    <a:pt x="8487904" y="623"/>
                  </a:lnTo>
                  <a:lnTo>
                    <a:pt x="8488049" y="623"/>
                  </a:lnTo>
                  <a:lnTo>
                    <a:pt x="8488195" y="623"/>
                  </a:lnTo>
                  <a:lnTo>
                    <a:pt x="8488340" y="623"/>
                  </a:lnTo>
                  <a:lnTo>
                    <a:pt x="8488631" y="623"/>
                  </a:lnTo>
                  <a:lnTo>
                    <a:pt x="8488776" y="623"/>
                  </a:lnTo>
                  <a:lnTo>
                    <a:pt x="8488922" y="623"/>
                  </a:lnTo>
                  <a:lnTo>
                    <a:pt x="8489067" y="623"/>
                  </a:lnTo>
                  <a:lnTo>
                    <a:pt x="8489358" y="623"/>
                  </a:lnTo>
                  <a:lnTo>
                    <a:pt x="8489504" y="623"/>
                  </a:lnTo>
                  <a:lnTo>
                    <a:pt x="8489794" y="623"/>
                  </a:lnTo>
                  <a:lnTo>
                    <a:pt x="8489940" y="0"/>
                  </a:lnTo>
                  <a:lnTo>
                    <a:pt x="8489940" y="0"/>
                  </a:lnTo>
                  <a:lnTo>
                    <a:pt x="8490812" y="0"/>
                  </a:lnTo>
                  <a:lnTo>
                    <a:pt x="8490958" y="0"/>
                  </a:lnTo>
                  <a:lnTo>
                    <a:pt x="8491394" y="0"/>
                  </a:lnTo>
                  <a:lnTo>
                    <a:pt x="8491830" y="0"/>
                  </a:lnTo>
                  <a:lnTo>
                    <a:pt x="8491976" y="0"/>
                  </a:lnTo>
                  <a:lnTo>
                    <a:pt x="8492121" y="0"/>
                  </a:lnTo>
                  <a:lnTo>
                    <a:pt x="8492267" y="0"/>
                  </a:lnTo>
                  <a:lnTo>
                    <a:pt x="8492848" y="0"/>
                  </a:lnTo>
                  <a:lnTo>
                    <a:pt x="8493285" y="0"/>
                  </a:lnTo>
                  <a:lnTo>
                    <a:pt x="8493430" y="0"/>
                  </a:lnTo>
                  <a:lnTo>
                    <a:pt x="8493575" y="0"/>
                  </a:lnTo>
                  <a:lnTo>
                    <a:pt x="8493866" y="0"/>
                  </a:lnTo>
                  <a:lnTo>
                    <a:pt x="8494593" y="0"/>
                  </a:lnTo>
                  <a:lnTo>
                    <a:pt x="8494739" y="0"/>
                  </a:lnTo>
                  <a:lnTo>
                    <a:pt x="8495030" y="0"/>
                  </a:lnTo>
                  <a:lnTo>
                    <a:pt x="8495175" y="0"/>
                  </a:lnTo>
                  <a:lnTo>
                    <a:pt x="8495466" y="0"/>
                  </a:lnTo>
                  <a:lnTo>
                    <a:pt x="8495611" y="0"/>
                  </a:lnTo>
                  <a:lnTo>
                    <a:pt x="8496193" y="0"/>
                  </a:lnTo>
                  <a:lnTo>
                    <a:pt x="8496339" y="0"/>
                  </a:lnTo>
                  <a:lnTo>
                    <a:pt x="8496484" y="0"/>
                  </a:lnTo>
                  <a:lnTo>
                    <a:pt x="8496629" y="0"/>
                  </a:lnTo>
                  <a:lnTo>
                    <a:pt x="8497066" y="0"/>
                  </a:lnTo>
                  <a:lnTo>
                    <a:pt x="8497211" y="0"/>
                  </a:lnTo>
                  <a:lnTo>
                    <a:pt x="8497357" y="0"/>
                  </a:lnTo>
                  <a:lnTo>
                    <a:pt x="8497502" y="0"/>
                  </a:lnTo>
                  <a:lnTo>
                    <a:pt x="8497647" y="0"/>
                  </a:lnTo>
                  <a:lnTo>
                    <a:pt x="8497793" y="0"/>
                  </a:lnTo>
                  <a:lnTo>
                    <a:pt x="8497938" y="0"/>
                  </a:lnTo>
                  <a:lnTo>
                    <a:pt x="8498229" y="0"/>
                  </a:lnTo>
                  <a:lnTo>
                    <a:pt x="8498375" y="0"/>
                  </a:lnTo>
                  <a:lnTo>
                    <a:pt x="8498520" y="0"/>
                  </a:lnTo>
                  <a:lnTo>
                    <a:pt x="8498665" y="0"/>
                  </a:lnTo>
                  <a:lnTo>
                    <a:pt x="8498811" y="0"/>
                  </a:lnTo>
                  <a:lnTo>
                    <a:pt x="8498956" y="0"/>
                  </a:lnTo>
                  <a:lnTo>
                    <a:pt x="8499247" y="0"/>
                  </a:lnTo>
                  <a:lnTo>
                    <a:pt x="8499393" y="0"/>
                  </a:lnTo>
                  <a:lnTo>
                    <a:pt x="8499683" y="0"/>
                  </a:lnTo>
                  <a:lnTo>
                    <a:pt x="8499829" y="0"/>
                  </a:lnTo>
                  <a:lnTo>
                    <a:pt x="8499974" y="0"/>
                  </a:lnTo>
                  <a:lnTo>
                    <a:pt x="8500120" y="0"/>
                  </a:lnTo>
                  <a:lnTo>
                    <a:pt x="8500410" y="0"/>
                  </a:lnTo>
                  <a:lnTo>
                    <a:pt x="8500556" y="0"/>
                  </a:lnTo>
                  <a:lnTo>
                    <a:pt x="8500701" y="0"/>
                  </a:lnTo>
                  <a:lnTo>
                    <a:pt x="8500847" y="0"/>
                  </a:lnTo>
                  <a:lnTo>
                    <a:pt x="8500992" y="0"/>
                  </a:lnTo>
                  <a:lnTo>
                    <a:pt x="8501138" y="0"/>
                  </a:lnTo>
                  <a:lnTo>
                    <a:pt x="8501283" y="0"/>
                  </a:lnTo>
                  <a:lnTo>
                    <a:pt x="8501428" y="0"/>
                  </a:lnTo>
                  <a:lnTo>
                    <a:pt x="8501574" y="0"/>
                  </a:lnTo>
                  <a:lnTo>
                    <a:pt x="8501719" y="0"/>
                  </a:lnTo>
                  <a:lnTo>
                    <a:pt x="8501865" y="0"/>
                  </a:lnTo>
                  <a:lnTo>
                    <a:pt x="8502010" y="0"/>
                  </a:lnTo>
                  <a:lnTo>
                    <a:pt x="8502156" y="0"/>
                  </a:lnTo>
                  <a:lnTo>
                    <a:pt x="8502301" y="0"/>
                  </a:lnTo>
                  <a:lnTo>
                    <a:pt x="850244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45" y="6340585"/>
                  </a:lnTo>
                  <a:lnTo>
                    <a:pt x="290" y="6340585"/>
                  </a:lnTo>
                  <a:lnTo>
                    <a:pt x="290" y="6339961"/>
                  </a:lnTo>
                  <a:lnTo>
                    <a:pt x="436" y="6339961"/>
                  </a:lnTo>
                  <a:lnTo>
                    <a:pt x="581" y="6339961"/>
                  </a:lnTo>
                  <a:lnTo>
                    <a:pt x="727" y="6339961"/>
                  </a:lnTo>
                  <a:lnTo>
                    <a:pt x="872" y="6339961"/>
                  </a:lnTo>
                  <a:lnTo>
                    <a:pt x="872" y="6339337"/>
                  </a:lnTo>
                  <a:lnTo>
                    <a:pt x="872" y="6338714"/>
                  </a:lnTo>
                  <a:lnTo>
                    <a:pt x="1017" y="6338714"/>
                  </a:lnTo>
                  <a:lnTo>
                    <a:pt x="1163" y="6338714"/>
                  </a:lnTo>
                  <a:lnTo>
                    <a:pt x="1163" y="6338090"/>
                  </a:lnTo>
                  <a:lnTo>
                    <a:pt x="1163" y="6337467"/>
                  </a:lnTo>
                  <a:lnTo>
                    <a:pt x="1308" y="6337467"/>
                  </a:lnTo>
                  <a:lnTo>
                    <a:pt x="1454" y="6337467"/>
                  </a:lnTo>
                  <a:lnTo>
                    <a:pt x="1454" y="6336843"/>
                  </a:lnTo>
                  <a:lnTo>
                    <a:pt x="1454" y="6336219"/>
                  </a:lnTo>
                  <a:lnTo>
                    <a:pt x="1599" y="6336219"/>
                  </a:lnTo>
                  <a:lnTo>
                    <a:pt x="1745" y="6336219"/>
                  </a:lnTo>
                  <a:lnTo>
                    <a:pt x="1890" y="6336219"/>
                  </a:lnTo>
                  <a:lnTo>
                    <a:pt x="2035" y="6336219"/>
                  </a:lnTo>
                  <a:lnTo>
                    <a:pt x="2181" y="6336219"/>
                  </a:lnTo>
                  <a:lnTo>
                    <a:pt x="2326" y="6336219"/>
                  </a:lnTo>
                  <a:lnTo>
                    <a:pt x="2472" y="6336219"/>
                  </a:lnTo>
                  <a:lnTo>
                    <a:pt x="2617" y="6336219"/>
                  </a:lnTo>
                  <a:lnTo>
                    <a:pt x="2763" y="6336219"/>
                  </a:lnTo>
                  <a:lnTo>
                    <a:pt x="2763" y="6335596"/>
                  </a:lnTo>
                  <a:lnTo>
                    <a:pt x="2908" y="6335596"/>
                  </a:lnTo>
                  <a:lnTo>
                    <a:pt x="3053" y="6335596"/>
                  </a:lnTo>
                  <a:lnTo>
                    <a:pt x="3199" y="6335596"/>
                  </a:lnTo>
                  <a:lnTo>
                    <a:pt x="3199" y="6334972"/>
                  </a:lnTo>
                  <a:lnTo>
                    <a:pt x="3199" y="6334349"/>
                  </a:lnTo>
                  <a:lnTo>
                    <a:pt x="3199" y="6333725"/>
                  </a:lnTo>
                  <a:lnTo>
                    <a:pt x="3199" y="6333102"/>
                  </a:lnTo>
                  <a:lnTo>
                    <a:pt x="3344" y="6333102"/>
                  </a:lnTo>
                  <a:lnTo>
                    <a:pt x="3344" y="6332478"/>
                  </a:lnTo>
                  <a:lnTo>
                    <a:pt x="3490" y="6332478"/>
                  </a:lnTo>
                  <a:lnTo>
                    <a:pt x="3635" y="6332478"/>
                  </a:lnTo>
                  <a:lnTo>
                    <a:pt x="3781" y="6332478"/>
                  </a:lnTo>
                  <a:lnTo>
                    <a:pt x="3781" y="6331854"/>
                  </a:lnTo>
                  <a:lnTo>
                    <a:pt x="3781" y="6331231"/>
                  </a:lnTo>
                  <a:lnTo>
                    <a:pt x="3926" y="6331231"/>
                  </a:lnTo>
                  <a:lnTo>
                    <a:pt x="3926" y="6330607"/>
                  </a:lnTo>
                  <a:lnTo>
                    <a:pt x="4071" y="6330607"/>
                  </a:lnTo>
                  <a:lnTo>
                    <a:pt x="4217" y="6330607"/>
                  </a:lnTo>
                  <a:lnTo>
                    <a:pt x="4362" y="6330607"/>
                  </a:lnTo>
                  <a:lnTo>
                    <a:pt x="4362" y="6329984"/>
                  </a:lnTo>
                  <a:lnTo>
                    <a:pt x="4508" y="6329984"/>
                  </a:lnTo>
                  <a:lnTo>
                    <a:pt x="4653" y="6329984"/>
                  </a:lnTo>
                  <a:lnTo>
                    <a:pt x="4799" y="6329984"/>
                  </a:lnTo>
                  <a:lnTo>
                    <a:pt x="4944" y="6329984"/>
                  </a:lnTo>
                  <a:lnTo>
                    <a:pt x="5089" y="6329984"/>
                  </a:lnTo>
                  <a:lnTo>
                    <a:pt x="5089" y="6329360"/>
                  </a:lnTo>
                  <a:lnTo>
                    <a:pt x="5235" y="6329360"/>
                  </a:lnTo>
                  <a:lnTo>
                    <a:pt x="5235" y="6328736"/>
                  </a:lnTo>
                  <a:lnTo>
                    <a:pt x="5380" y="6328736"/>
                  </a:lnTo>
                  <a:lnTo>
                    <a:pt x="5526" y="6328736"/>
                  </a:lnTo>
                  <a:lnTo>
                    <a:pt x="5671" y="6328736"/>
                  </a:lnTo>
                  <a:lnTo>
                    <a:pt x="5817" y="6328736"/>
                  </a:lnTo>
                  <a:lnTo>
                    <a:pt x="5962" y="6328736"/>
                  </a:lnTo>
                  <a:lnTo>
                    <a:pt x="6107" y="6328736"/>
                  </a:lnTo>
                  <a:lnTo>
                    <a:pt x="6253" y="6328736"/>
                  </a:lnTo>
                  <a:lnTo>
                    <a:pt x="6253" y="6328113"/>
                  </a:lnTo>
                  <a:lnTo>
                    <a:pt x="6398" y="6328113"/>
                  </a:lnTo>
                  <a:lnTo>
                    <a:pt x="6544" y="6328113"/>
                  </a:lnTo>
                  <a:lnTo>
                    <a:pt x="6689" y="6328113"/>
                  </a:lnTo>
                  <a:lnTo>
                    <a:pt x="6834" y="6328113"/>
                  </a:lnTo>
                  <a:lnTo>
                    <a:pt x="6834" y="6327489"/>
                  </a:lnTo>
                  <a:lnTo>
                    <a:pt x="6834" y="6326866"/>
                  </a:lnTo>
                  <a:lnTo>
                    <a:pt x="6980" y="6326866"/>
                  </a:lnTo>
                  <a:lnTo>
                    <a:pt x="6980" y="6326242"/>
                  </a:lnTo>
                  <a:lnTo>
                    <a:pt x="6980" y="6325619"/>
                  </a:lnTo>
                  <a:lnTo>
                    <a:pt x="6980" y="6324995"/>
                  </a:lnTo>
                  <a:lnTo>
                    <a:pt x="7125" y="6324995"/>
                  </a:lnTo>
                  <a:lnTo>
                    <a:pt x="7271" y="6324995"/>
                  </a:lnTo>
                  <a:lnTo>
                    <a:pt x="7416" y="6324995"/>
                  </a:lnTo>
                  <a:lnTo>
                    <a:pt x="7562" y="6324995"/>
                  </a:lnTo>
                  <a:lnTo>
                    <a:pt x="7707" y="6324995"/>
                  </a:lnTo>
                  <a:lnTo>
                    <a:pt x="7707" y="6324371"/>
                  </a:lnTo>
                  <a:lnTo>
                    <a:pt x="7852" y="6324371"/>
                  </a:lnTo>
                  <a:lnTo>
                    <a:pt x="7998" y="6324371"/>
                  </a:lnTo>
                  <a:lnTo>
                    <a:pt x="8143" y="6324371"/>
                  </a:lnTo>
                  <a:lnTo>
                    <a:pt x="8289" y="6324371"/>
                  </a:lnTo>
                  <a:lnTo>
                    <a:pt x="8289" y="6323748"/>
                  </a:lnTo>
                  <a:lnTo>
                    <a:pt x="8434" y="6323748"/>
                  </a:lnTo>
                  <a:lnTo>
                    <a:pt x="8434" y="6323124"/>
                  </a:lnTo>
                  <a:lnTo>
                    <a:pt x="8580" y="6323124"/>
                  </a:lnTo>
                  <a:lnTo>
                    <a:pt x="8580" y="6322501"/>
                  </a:lnTo>
                  <a:lnTo>
                    <a:pt x="8725" y="6322501"/>
                  </a:lnTo>
                  <a:lnTo>
                    <a:pt x="8725" y="6321877"/>
                  </a:lnTo>
                  <a:lnTo>
                    <a:pt x="8870" y="6321877"/>
                  </a:lnTo>
                  <a:lnTo>
                    <a:pt x="8870" y="6321253"/>
                  </a:lnTo>
                  <a:lnTo>
                    <a:pt x="8870" y="6320630"/>
                  </a:lnTo>
                  <a:lnTo>
                    <a:pt x="9016" y="6320630"/>
                  </a:lnTo>
                  <a:lnTo>
                    <a:pt x="9016" y="6320006"/>
                  </a:lnTo>
                  <a:lnTo>
                    <a:pt x="9016" y="6319383"/>
                  </a:lnTo>
                  <a:lnTo>
                    <a:pt x="9161" y="6319383"/>
                  </a:lnTo>
                  <a:lnTo>
                    <a:pt x="9307" y="6319383"/>
                  </a:lnTo>
                  <a:lnTo>
                    <a:pt x="9452" y="6319383"/>
                  </a:lnTo>
                  <a:lnTo>
                    <a:pt x="9452" y="6318759"/>
                  </a:lnTo>
                  <a:lnTo>
                    <a:pt x="9598" y="6318759"/>
                  </a:lnTo>
                  <a:lnTo>
                    <a:pt x="9598" y="6318136"/>
                  </a:lnTo>
                  <a:lnTo>
                    <a:pt x="9743" y="6318136"/>
                  </a:lnTo>
                  <a:lnTo>
                    <a:pt x="9888" y="6318136"/>
                  </a:lnTo>
                  <a:lnTo>
                    <a:pt x="10034" y="6318136"/>
                  </a:lnTo>
                  <a:lnTo>
                    <a:pt x="10179" y="6318136"/>
                  </a:lnTo>
                  <a:lnTo>
                    <a:pt x="10325" y="6318136"/>
                  </a:lnTo>
                  <a:lnTo>
                    <a:pt x="10470" y="6318136"/>
                  </a:lnTo>
                  <a:lnTo>
                    <a:pt x="10616" y="6318136"/>
                  </a:lnTo>
                  <a:lnTo>
                    <a:pt x="10616" y="6317512"/>
                  </a:lnTo>
                  <a:lnTo>
                    <a:pt x="10761" y="6317512"/>
                  </a:lnTo>
                  <a:lnTo>
                    <a:pt x="10906" y="6317512"/>
                  </a:lnTo>
                  <a:lnTo>
                    <a:pt x="10906" y="6316888"/>
                  </a:lnTo>
                  <a:lnTo>
                    <a:pt x="10906" y="6316265"/>
                  </a:lnTo>
                  <a:lnTo>
                    <a:pt x="11052" y="6316265"/>
                  </a:lnTo>
                  <a:lnTo>
                    <a:pt x="11052" y="6315641"/>
                  </a:lnTo>
                  <a:lnTo>
                    <a:pt x="11197" y="6315641"/>
                  </a:lnTo>
                  <a:lnTo>
                    <a:pt x="11343" y="6315641"/>
                  </a:lnTo>
                  <a:lnTo>
                    <a:pt x="11488" y="6315641"/>
                  </a:lnTo>
                  <a:lnTo>
                    <a:pt x="11634" y="6315641"/>
                  </a:lnTo>
                  <a:lnTo>
                    <a:pt x="11779" y="6315641"/>
                  </a:lnTo>
                  <a:lnTo>
                    <a:pt x="11924" y="6315641"/>
                  </a:lnTo>
                  <a:lnTo>
                    <a:pt x="12070" y="6315641"/>
                  </a:lnTo>
                  <a:lnTo>
                    <a:pt x="12215" y="6315641"/>
                  </a:lnTo>
                  <a:lnTo>
                    <a:pt x="12361" y="6315641"/>
                  </a:lnTo>
                  <a:lnTo>
                    <a:pt x="12361" y="6315018"/>
                  </a:lnTo>
                  <a:lnTo>
                    <a:pt x="12361" y="6314394"/>
                  </a:lnTo>
                  <a:lnTo>
                    <a:pt x="12506" y="6314394"/>
                  </a:lnTo>
                  <a:lnTo>
                    <a:pt x="12652" y="6314394"/>
                  </a:lnTo>
                  <a:lnTo>
                    <a:pt x="12797" y="6314394"/>
                  </a:lnTo>
                  <a:lnTo>
                    <a:pt x="12797" y="6313770"/>
                  </a:lnTo>
                  <a:lnTo>
                    <a:pt x="12942" y="6313770"/>
                  </a:lnTo>
                  <a:lnTo>
                    <a:pt x="13088" y="6313770"/>
                  </a:lnTo>
                  <a:lnTo>
                    <a:pt x="13233" y="6313770"/>
                  </a:lnTo>
                  <a:lnTo>
                    <a:pt x="13379" y="6313770"/>
                  </a:lnTo>
                  <a:lnTo>
                    <a:pt x="13524" y="6313770"/>
                  </a:lnTo>
                  <a:lnTo>
                    <a:pt x="13669" y="6313770"/>
                  </a:lnTo>
                  <a:lnTo>
                    <a:pt x="13815" y="6313770"/>
                  </a:lnTo>
                  <a:lnTo>
                    <a:pt x="13960" y="6313770"/>
                  </a:lnTo>
                  <a:lnTo>
                    <a:pt x="14106" y="6313770"/>
                  </a:lnTo>
                  <a:lnTo>
                    <a:pt x="14106" y="6313147"/>
                  </a:lnTo>
                  <a:lnTo>
                    <a:pt x="14251" y="6313147"/>
                  </a:lnTo>
                  <a:lnTo>
                    <a:pt x="14397" y="6313147"/>
                  </a:lnTo>
                  <a:lnTo>
                    <a:pt x="14542" y="6313147"/>
                  </a:lnTo>
                  <a:lnTo>
                    <a:pt x="14542" y="6312523"/>
                  </a:lnTo>
                  <a:lnTo>
                    <a:pt x="14687" y="6312523"/>
                  </a:lnTo>
                  <a:lnTo>
                    <a:pt x="14833" y="6312523"/>
                  </a:lnTo>
                  <a:lnTo>
                    <a:pt x="14978" y="6312523"/>
                  </a:lnTo>
                  <a:lnTo>
                    <a:pt x="15124" y="6312523"/>
                  </a:lnTo>
                  <a:lnTo>
                    <a:pt x="15269" y="6312523"/>
                  </a:lnTo>
                  <a:lnTo>
                    <a:pt x="15269" y="6311900"/>
                  </a:lnTo>
                  <a:lnTo>
                    <a:pt x="15269" y="6311276"/>
                  </a:lnTo>
                  <a:lnTo>
                    <a:pt x="15269" y="6310653"/>
                  </a:lnTo>
                  <a:lnTo>
                    <a:pt x="15269" y="6310029"/>
                  </a:lnTo>
                  <a:lnTo>
                    <a:pt x="15415" y="6310029"/>
                  </a:lnTo>
                  <a:lnTo>
                    <a:pt x="15415" y="6309405"/>
                  </a:lnTo>
                  <a:lnTo>
                    <a:pt x="15560" y="6309405"/>
                  </a:lnTo>
                  <a:lnTo>
                    <a:pt x="15705" y="6309405"/>
                  </a:lnTo>
                  <a:lnTo>
                    <a:pt x="15851" y="6309405"/>
                  </a:lnTo>
                  <a:lnTo>
                    <a:pt x="15996" y="6309405"/>
                  </a:lnTo>
                  <a:lnTo>
                    <a:pt x="16142" y="6309405"/>
                  </a:lnTo>
                  <a:lnTo>
                    <a:pt x="16287" y="6309405"/>
                  </a:lnTo>
                  <a:lnTo>
                    <a:pt x="16287" y="6308782"/>
                  </a:lnTo>
                  <a:lnTo>
                    <a:pt x="16287" y="6308158"/>
                  </a:lnTo>
                  <a:lnTo>
                    <a:pt x="16287" y="6307535"/>
                  </a:lnTo>
                  <a:lnTo>
                    <a:pt x="16433" y="6307535"/>
                  </a:lnTo>
                  <a:lnTo>
                    <a:pt x="16433" y="6306911"/>
                  </a:lnTo>
                  <a:lnTo>
                    <a:pt x="16578" y="6306911"/>
                  </a:lnTo>
                  <a:lnTo>
                    <a:pt x="16723" y="6306911"/>
                  </a:lnTo>
                  <a:lnTo>
                    <a:pt x="16869" y="6306911"/>
                  </a:lnTo>
                  <a:lnTo>
                    <a:pt x="17014" y="6306911"/>
                  </a:lnTo>
                  <a:lnTo>
                    <a:pt x="17160" y="6306911"/>
                  </a:lnTo>
                  <a:lnTo>
                    <a:pt x="17160" y="6306287"/>
                  </a:lnTo>
                  <a:lnTo>
                    <a:pt x="17160" y="6305664"/>
                  </a:lnTo>
                  <a:lnTo>
                    <a:pt x="17305" y="6305664"/>
                  </a:lnTo>
                  <a:lnTo>
                    <a:pt x="17451" y="6305664"/>
                  </a:lnTo>
                  <a:lnTo>
                    <a:pt x="17596" y="6305664"/>
                  </a:lnTo>
                  <a:lnTo>
                    <a:pt x="17596" y="6305040"/>
                  </a:lnTo>
                  <a:lnTo>
                    <a:pt x="17596" y="6304417"/>
                  </a:lnTo>
                  <a:lnTo>
                    <a:pt x="17741" y="6304417"/>
                  </a:lnTo>
                  <a:lnTo>
                    <a:pt x="17741" y="6303793"/>
                  </a:lnTo>
                  <a:lnTo>
                    <a:pt x="17887" y="6303793"/>
                  </a:lnTo>
                  <a:lnTo>
                    <a:pt x="18032" y="6303793"/>
                  </a:lnTo>
                  <a:lnTo>
                    <a:pt x="18178" y="6303793"/>
                  </a:lnTo>
                  <a:lnTo>
                    <a:pt x="18178" y="6303170"/>
                  </a:lnTo>
                  <a:lnTo>
                    <a:pt x="18178" y="6302546"/>
                  </a:lnTo>
                  <a:lnTo>
                    <a:pt x="18323" y="6302546"/>
                  </a:lnTo>
                  <a:lnTo>
                    <a:pt x="18469" y="6302546"/>
                  </a:lnTo>
                  <a:lnTo>
                    <a:pt x="18614" y="6302546"/>
                  </a:lnTo>
                  <a:lnTo>
                    <a:pt x="18759" y="6302546"/>
                  </a:lnTo>
                  <a:lnTo>
                    <a:pt x="18905" y="6302546"/>
                  </a:lnTo>
                  <a:lnTo>
                    <a:pt x="18905" y="6301922"/>
                  </a:lnTo>
                  <a:lnTo>
                    <a:pt x="19050" y="6301922"/>
                  </a:lnTo>
                  <a:lnTo>
                    <a:pt x="19196" y="6301922"/>
                  </a:lnTo>
                  <a:lnTo>
                    <a:pt x="19341" y="6301922"/>
                  </a:lnTo>
                  <a:lnTo>
                    <a:pt x="19487" y="6301922"/>
                  </a:lnTo>
                  <a:lnTo>
                    <a:pt x="19632" y="6301922"/>
                  </a:lnTo>
                  <a:lnTo>
                    <a:pt x="19632" y="6301299"/>
                  </a:lnTo>
                  <a:lnTo>
                    <a:pt x="19777" y="6301299"/>
                  </a:lnTo>
                  <a:lnTo>
                    <a:pt x="19777" y="6300675"/>
                  </a:lnTo>
                  <a:lnTo>
                    <a:pt x="19923" y="6300675"/>
                  </a:lnTo>
                  <a:lnTo>
                    <a:pt x="20068" y="6300675"/>
                  </a:lnTo>
                  <a:lnTo>
                    <a:pt x="20214" y="6300675"/>
                  </a:lnTo>
                  <a:lnTo>
                    <a:pt x="20359" y="6300675"/>
                  </a:lnTo>
                  <a:lnTo>
                    <a:pt x="20504" y="6300675"/>
                  </a:lnTo>
                  <a:lnTo>
                    <a:pt x="20650" y="6300675"/>
                  </a:lnTo>
                  <a:lnTo>
                    <a:pt x="20795" y="6300675"/>
                  </a:lnTo>
                  <a:lnTo>
                    <a:pt x="20795" y="6300052"/>
                  </a:lnTo>
                  <a:lnTo>
                    <a:pt x="20941" y="6300052"/>
                  </a:lnTo>
                  <a:lnTo>
                    <a:pt x="21086" y="6300052"/>
                  </a:lnTo>
                  <a:lnTo>
                    <a:pt x="21086" y="6299428"/>
                  </a:lnTo>
                  <a:lnTo>
                    <a:pt x="21232" y="6299428"/>
                  </a:lnTo>
                  <a:lnTo>
                    <a:pt x="21377" y="6299428"/>
                  </a:lnTo>
                  <a:lnTo>
                    <a:pt x="21377" y="6298805"/>
                  </a:lnTo>
                  <a:lnTo>
                    <a:pt x="21522" y="6298805"/>
                  </a:lnTo>
                  <a:lnTo>
                    <a:pt x="21668" y="6298805"/>
                  </a:lnTo>
                  <a:lnTo>
                    <a:pt x="21668" y="6298181"/>
                  </a:lnTo>
                  <a:lnTo>
                    <a:pt x="21813" y="6298181"/>
                  </a:lnTo>
                  <a:lnTo>
                    <a:pt x="21959" y="6298181"/>
                  </a:lnTo>
                  <a:lnTo>
                    <a:pt x="22104" y="6298181"/>
                  </a:lnTo>
                  <a:lnTo>
                    <a:pt x="22104" y="6297557"/>
                  </a:lnTo>
                  <a:lnTo>
                    <a:pt x="22250" y="6297557"/>
                  </a:lnTo>
                  <a:lnTo>
                    <a:pt x="22395" y="6297557"/>
                  </a:lnTo>
                  <a:lnTo>
                    <a:pt x="22540" y="6297557"/>
                  </a:lnTo>
                  <a:lnTo>
                    <a:pt x="22686" y="6297557"/>
                  </a:lnTo>
                  <a:lnTo>
                    <a:pt x="22831" y="6297557"/>
                  </a:lnTo>
                  <a:lnTo>
                    <a:pt x="22977" y="6297557"/>
                  </a:lnTo>
                  <a:lnTo>
                    <a:pt x="23122" y="6297557"/>
                  </a:lnTo>
                  <a:lnTo>
                    <a:pt x="23122" y="6296934"/>
                  </a:lnTo>
                  <a:lnTo>
                    <a:pt x="23268" y="6296934"/>
                  </a:lnTo>
                  <a:lnTo>
                    <a:pt x="23413" y="6296934"/>
                  </a:lnTo>
                  <a:lnTo>
                    <a:pt x="23558" y="6296934"/>
                  </a:lnTo>
                  <a:lnTo>
                    <a:pt x="23558" y="6296310"/>
                  </a:lnTo>
                  <a:lnTo>
                    <a:pt x="23558" y="6295687"/>
                  </a:lnTo>
                  <a:lnTo>
                    <a:pt x="23704" y="6295687"/>
                  </a:lnTo>
                  <a:lnTo>
                    <a:pt x="23849" y="6295687"/>
                  </a:lnTo>
                  <a:lnTo>
                    <a:pt x="23849" y="6295063"/>
                  </a:lnTo>
                  <a:lnTo>
                    <a:pt x="23849" y="6294439"/>
                  </a:lnTo>
                  <a:lnTo>
                    <a:pt x="23849" y="6293816"/>
                  </a:lnTo>
                  <a:lnTo>
                    <a:pt x="23995" y="6293816"/>
                  </a:lnTo>
                  <a:lnTo>
                    <a:pt x="24140" y="6293816"/>
                  </a:lnTo>
                  <a:lnTo>
                    <a:pt x="24286" y="6293816"/>
                  </a:lnTo>
                  <a:lnTo>
                    <a:pt x="24286" y="6293192"/>
                  </a:lnTo>
                  <a:lnTo>
                    <a:pt x="24431" y="6293192"/>
                  </a:lnTo>
                  <a:lnTo>
                    <a:pt x="24431" y="6292569"/>
                  </a:lnTo>
                  <a:lnTo>
                    <a:pt x="24576" y="6292569"/>
                  </a:lnTo>
                  <a:lnTo>
                    <a:pt x="24576" y="6291945"/>
                  </a:lnTo>
                  <a:lnTo>
                    <a:pt x="24722" y="6291945"/>
                  </a:lnTo>
                  <a:lnTo>
                    <a:pt x="24867" y="6291945"/>
                  </a:lnTo>
                  <a:lnTo>
                    <a:pt x="25013" y="6291945"/>
                  </a:lnTo>
                  <a:lnTo>
                    <a:pt x="25158" y="6291945"/>
                  </a:lnTo>
                  <a:lnTo>
                    <a:pt x="25158" y="6291322"/>
                  </a:lnTo>
                  <a:lnTo>
                    <a:pt x="25304" y="6291322"/>
                  </a:lnTo>
                  <a:lnTo>
                    <a:pt x="25449" y="6291322"/>
                  </a:lnTo>
                  <a:lnTo>
                    <a:pt x="25594" y="6291322"/>
                  </a:lnTo>
                  <a:lnTo>
                    <a:pt x="25740" y="6291322"/>
                  </a:lnTo>
                  <a:lnTo>
                    <a:pt x="25885" y="6291322"/>
                  </a:lnTo>
                  <a:lnTo>
                    <a:pt x="26031" y="6291322"/>
                  </a:lnTo>
                  <a:lnTo>
                    <a:pt x="26176" y="6291322"/>
                  </a:lnTo>
                  <a:lnTo>
                    <a:pt x="26322" y="6291322"/>
                  </a:lnTo>
                  <a:lnTo>
                    <a:pt x="26322" y="6290698"/>
                  </a:lnTo>
                  <a:lnTo>
                    <a:pt x="26467" y="6290698"/>
                  </a:lnTo>
                  <a:lnTo>
                    <a:pt x="26612" y="6290698"/>
                  </a:lnTo>
                  <a:lnTo>
                    <a:pt x="26612" y="6290074"/>
                  </a:lnTo>
                  <a:lnTo>
                    <a:pt x="26758" y="6290074"/>
                  </a:lnTo>
                  <a:lnTo>
                    <a:pt x="26903" y="6290074"/>
                  </a:lnTo>
                  <a:lnTo>
                    <a:pt x="27049" y="6290074"/>
                  </a:lnTo>
                  <a:lnTo>
                    <a:pt x="27194" y="6290074"/>
                  </a:lnTo>
                  <a:lnTo>
                    <a:pt x="27339" y="6290074"/>
                  </a:lnTo>
                  <a:lnTo>
                    <a:pt x="27485" y="6290074"/>
                  </a:lnTo>
                  <a:lnTo>
                    <a:pt x="27630" y="6290074"/>
                  </a:lnTo>
                  <a:lnTo>
                    <a:pt x="27630" y="6289451"/>
                  </a:lnTo>
                  <a:lnTo>
                    <a:pt x="27776" y="6289451"/>
                  </a:lnTo>
                  <a:lnTo>
                    <a:pt x="27776" y="6288827"/>
                  </a:lnTo>
                  <a:lnTo>
                    <a:pt x="27921" y="6288827"/>
                  </a:lnTo>
                  <a:lnTo>
                    <a:pt x="28067" y="6288827"/>
                  </a:lnTo>
                  <a:lnTo>
                    <a:pt x="28212" y="6288827"/>
                  </a:lnTo>
                  <a:lnTo>
                    <a:pt x="28357" y="6288827"/>
                  </a:lnTo>
                  <a:lnTo>
                    <a:pt x="28503" y="6288827"/>
                  </a:lnTo>
                  <a:lnTo>
                    <a:pt x="28648" y="6288827"/>
                  </a:lnTo>
                  <a:lnTo>
                    <a:pt x="28794" y="6288827"/>
                  </a:lnTo>
                  <a:lnTo>
                    <a:pt x="28794" y="6288204"/>
                  </a:lnTo>
                  <a:lnTo>
                    <a:pt x="28794" y="6287580"/>
                  </a:lnTo>
                  <a:lnTo>
                    <a:pt x="28939" y="6287580"/>
                  </a:lnTo>
                  <a:lnTo>
                    <a:pt x="28939" y="6286956"/>
                  </a:lnTo>
                  <a:lnTo>
                    <a:pt x="29085" y="6286956"/>
                  </a:lnTo>
                  <a:lnTo>
                    <a:pt x="29230" y="6286956"/>
                  </a:lnTo>
                  <a:lnTo>
                    <a:pt x="29230" y="6286333"/>
                  </a:lnTo>
                  <a:lnTo>
                    <a:pt x="29230" y="6285709"/>
                  </a:lnTo>
                  <a:lnTo>
                    <a:pt x="29375" y="6285709"/>
                  </a:lnTo>
                  <a:lnTo>
                    <a:pt x="29521" y="6285709"/>
                  </a:lnTo>
                  <a:lnTo>
                    <a:pt x="29521" y="6285086"/>
                  </a:lnTo>
                  <a:lnTo>
                    <a:pt x="29666" y="6285086"/>
                  </a:lnTo>
                  <a:lnTo>
                    <a:pt x="29666" y="6284462"/>
                  </a:lnTo>
                  <a:lnTo>
                    <a:pt x="29812" y="6284462"/>
                  </a:lnTo>
                  <a:lnTo>
                    <a:pt x="29957" y="6284462"/>
                  </a:lnTo>
                  <a:lnTo>
                    <a:pt x="29957" y="6283839"/>
                  </a:lnTo>
                  <a:lnTo>
                    <a:pt x="29957" y="6283215"/>
                  </a:lnTo>
                  <a:lnTo>
                    <a:pt x="30103" y="6283215"/>
                  </a:lnTo>
                  <a:lnTo>
                    <a:pt x="30248" y="6283215"/>
                  </a:lnTo>
                  <a:lnTo>
                    <a:pt x="30248" y="6282591"/>
                  </a:lnTo>
                  <a:lnTo>
                    <a:pt x="30393" y="6282591"/>
                  </a:lnTo>
                  <a:lnTo>
                    <a:pt x="30539" y="6282591"/>
                  </a:lnTo>
                  <a:lnTo>
                    <a:pt x="30539" y="6281968"/>
                  </a:lnTo>
                  <a:lnTo>
                    <a:pt x="30684" y="6281968"/>
                  </a:lnTo>
                  <a:lnTo>
                    <a:pt x="30830" y="6281968"/>
                  </a:lnTo>
                  <a:lnTo>
                    <a:pt x="30830" y="6281344"/>
                  </a:lnTo>
                  <a:lnTo>
                    <a:pt x="30975" y="6281344"/>
                  </a:lnTo>
                  <a:lnTo>
                    <a:pt x="31121" y="6281344"/>
                  </a:lnTo>
                  <a:lnTo>
                    <a:pt x="31266" y="6281344"/>
                  </a:lnTo>
                  <a:lnTo>
                    <a:pt x="31411" y="6281344"/>
                  </a:lnTo>
                  <a:lnTo>
                    <a:pt x="31557" y="6281344"/>
                  </a:lnTo>
                  <a:lnTo>
                    <a:pt x="31702" y="6281344"/>
                  </a:lnTo>
                  <a:lnTo>
                    <a:pt x="31848" y="6281344"/>
                  </a:lnTo>
                  <a:lnTo>
                    <a:pt x="31848" y="6280721"/>
                  </a:lnTo>
                  <a:lnTo>
                    <a:pt x="31993" y="6280721"/>
                  </a:lnTo>
                  <a:lnTo>
                    <a:pt x="32139" y="6280721"/>
                  </a:lnTo>
                  <a:lnTo>
                    <a:pt x="32139" y="6280097"/>
                  </a:lnTo>
                  <a:lnTo>
                    <a:pt x="32284" y="6280097"/>
                  </a:lnTo>
                  <a:lnTo>
                    <a:pt x="32429" y="6280097"/>
                  </a:lnTo>
                  <a:lnTo>
                    <a:pt x="32429" y="6279473"/>
                  </a:lnTo>
                  <a:lnTo>
                    <a:pt x="32575" y="6279473"/>
                  </a:lnTo>
                  <a:lnTo>
                    <a:pt x="32720" y="6279473"/>
                  </a:lnTo>
                  <a:lnTo>
                    <a:pt x="32720" y="6278850"/>
                  </a:lnTo>
                  <a:lnTo>
                    <a:pt x="32866" y="6278850"/>
                  </a:lnTo>
                  <a:lnTo>
                    <a:pt x="33011" y="6278850"/>
                  </a:lnTo>
                  <a:lnTo>
                    <a:pt x="33157" y="6278850"/>
                  </a:lnTo>
                  <a:lnTo>
                    <a:pt x="33302" y="6278850"/>
                  </a:lnTo>
                  <a:lnTo>
                    <a:pt x="33447" y="6278850"/>
                  </a:lnTo>
                  <a:lnTo>
                    <a:pt x="33593" y="6278850"/>
                  </a:lnTo>
                  <a:lnTo>
                    <a:pt x="33738" y="6278850"/>
                  </a:lnTo>
                  <a:lnTo>
                    <a:pt x="33884" y="6278850"/>
                  </a:lnTo>
                  <a:lnTo>
                    <a:pt x="33884" y="6278226"/>
                  </a:lnTo>
                  <a:lnTo>
                    <a:pt x="34029" y="6278226"/>
                  </a:lnTo>
                  <a:lnTo>
                    <a:pt x="34029" y="6277603"/>
                  </a:lnTo>
                  <a:lnTo>
                    <a:pt x="34174" y="6277603"/>
                  </a:lnTo>
                  <a:lnTo>
                    <a:pt x="34320" y="6277603"/>
                  </a:lnTo>
                  <a:lnTo>
                    <a:pt x="34465" y="6277603"/>
                  </a:lnTo>
                  <a:lnTo>
                    <a:pt x="34611" y="6277603"/>
                  </a:lnTo>
                  <a:lnTo>
                    <a:pt x="34611" y="6276979"/>
                  </a:lnTo>
                  <a:lnTo>
                    <a:pt x="34611" y="6276356"/>
                  </a:lnTo>
                  <a:lnTo>
                    <a:pt x="34756" y="6276356"/>
                  </a:lnTo>
                  <a:lnTo>
                    <a:pt x="34902" y="6276356"/>
                  </a:lnTo>
                  <a:lnTo>
                    <a:pt x="35047" y="6276356"/>
                  </a:lnTo>
                  <a:lnTo>
                    <a:pt x="35192" y="6276356"/>
                  </a:lnTo>
                  <a:lnTo>
                    <a:pt x="35192" y="6275732"/>
                  </a:lnTo>
                  <a:lnTo>
                    <a:pt x="35192" y="6275108"/>
                  </a:lnTo>
                  <a:lnTo>
                    <a:pt x="35192" y="6274485"/>
                  </a:lnTo>
                  <a:lnTo>
                    <a:pt x="35338" y="6274485"/>
                  </a:lnTo>
                  <a:lnTo>
                    <a:pt x="35483" y="6274485"/>
                  </a:lnTo>
                  <a:lnTo>
                    <a:pt x="35483" y="6273861"/>
                  </a:lnTo>
                  <a:lnTo>
                    <a:pt x="35483" y="6273238"/>
                  </a:lnTo>
                  <a:lnTo>
                    <a:pt x="35483" y="6272614"/>
                  </a:lnTo>
                  <a:lnTo>
                    <a:pt x="35629" y="6272614"/>
                  </a:lnTo>
                  <a:lnTo>
                    <a:pt x="35774" y="6272614"/>
                  </a:lnTo>
                  <a:lnTo>
                    <a:pt x="35774" y="6271990"/>
                  </a:lnTo>
                  <a:lnTo>
                    <a:pt x="35920" y="6271990"/>
                  </a:lnTo>
                  <a:lnTo>
                    <a:pt x="36065" y="6271990"/>
                  </a:lnTo>
                  <a:lnTo>
                    <a:pt x="36210" y="6271990"/>
                  </a:lnTo>
                  <a:lnTo>
                    <a:pt x="36356" y="6271990"/>
                  </a:lnTo>
                  <a:lnTo>
                    <a:pt x="36501" y="6271990"/>
                  </a:lnTo>
                  <a:lnTo>
                    <a:pt x="36501" y="6271367"/>
                  </a:lnTo>
                  <a:lnTo>
                    <a:pt x="36647" y="6271367"/>
                  </a:lnTo>
                  <a:lnTo>
                    <a:pt x="36792" y="6271367"/>
                  </a:lnTo>
                  <a:lnTo>
                    <a:pt x="36938" y="6271367"/>
                  </a:lnTo>
                  <a:lnTo>
                    <a:pt x="37083" y="6271367"/>
                  </a:lnTo>
                  <a:lnTo>
                    <a:pt x="37228" y="6271367"/>
                  </a:lnTo>
                  <a:lnTo>
                    <a:pt x="37228" y="6270743"/>
                  </a:lnTo>
                  <a:lnTo>
                    <a:pt x="37374" y="6270743"/>
                  </a:lnTo>
                  <a:lnTo>
                    <a:pt x="37519" y="6270743"/>
                  </a:lnTo>
                  <a:lnTo>
                    <a:pt x="37665" y="6270743"/>
                  </a:lnTo>
                  <a:lnTo>
                    <a:pt x="37810" y="6270743"/>
                  </a:lnTo>
                  <a:lnTo>
                    <a:pt x="37956" y="6270743"/>
                  </a:lnTo>
                  <a:lnTo>
                    <a:pt x="37956" y="6270120"/>
                  </a:lnTo>
                  <a:lnTo>
                    <a:pt x="37956" y="6269496"/>
                  </a:lnTo>
                  <a:lnTo>
                    <a:pt x="38101" y="6269496"/>
                  </a:lnTo>
                  <a:lnTo>
                    <a:pt x="38246" y="6269496"/>
                  </a:lnTo>
                  <a:lnTo>
                    <a:pt x="38246" y="6268873"/>
                  </a:lnTo>
                  <a:lnTo>
                    <a:pt x="38246" y="6268249"/>
                  </a:lnTo>
                  <a:lnTo>
                    <a:pt x="38246" y="6267625"/>
                  </a:lnTo>
                  <a:lnTo>
                    <a:pt x="38246" y="6267002"/>
                  </a:lnTo>
                  <a:lnTo>
                    <a:pt x="38392" y="6267002"/>
                  </a:lnTo>
                  <a:lnTo>
                    <a:pt x="38537" y="6267002"/>
                  </a:lnTo>
                  <a:lnTo>
                    <a:pt x="38683" y="6267002"/>
                  </a:lnTo>
                  <a:lnTo>
                    <a:pt x="38828" y="6267002"/>
                  </a:lnTo>
                  <a:lnTo>
                    <a:pt x="38828" y="6266378"/>
                  </a:lnTo>
                  <a:lnTo>
                    <a:pt x="38974" y="6266378"/>
                  </a:lnTo>
                  <a:lnTo>
                    <a:pt x="39119" y="6266378"/>
                  </a:lnTo>
                  <a:lnTo>
                    <a:pt x="39119" y="6265755"/>
                  </a:lnTo>
                  <a:lnTo>
                    <a:pt x="39119" y="6265131"/>
                  </a:lnTo>
                  <a:lnTo>
                    <a:pt x="39119" y="6264507"/>
                  </a:lnTo>
                  <a:lnTo>
                    <a:pt x="39264" y="6264507"/>
                  </a:lnTo>
                  <a:lnTo>
                    <a:pt x="39410" y="6264507"/>
                  </a:lnTo>
                  <a:lnTo>
                    <a:pt x="39555" y="6264507"/>
                  </a:lnTo>
                  <a:lnTo>
                    <a:pt x="39555" y="6263884"/>
                  </a:lnTo>
                  <a:lnTo>
                    <a:pt x="39701" y="6263884"/>
                  </a:lnTo>
                  <a:lnTo>
                    <a:pt x="39701" y="6263260"/>
                  </a:lnTo>
                  <a:lnTo>
                    <a:pt x="39701" y="6262637"/>
                  </a:lnTo>
                  <a:lnTo>
                    <a:pt x="39701" y="6262013"/>
                  </a:lnTo>
                  <a:lnTo>
                    <a:pt x="39846" y="6262013"/>
                  </a:lnTo>
                  <a:lnTo>
                    <a:pt x="39992" y="6262013"/>
                  </a:lnTo>
                  <a:lnTo>
                    <a:pt x="39992" y="6261390"/>
                  </a:lnTo>
                  <a:lnTo>
                    <a:pt x="39992" y="6260766"/>
                  </a:lnTo>
                  <a:lnTo>
                    <a:pt x="40137" y="6260766"/>
                  </a:lnTo>
                  <a:lnTo>
                    <a:pt x="40282" y="6260766"/>
                  </a:lnTo>
                  <a:lnTo>
                    <a:pt x="40428" y="6260766"/>
                  </a:lnTo>
                  <a:lnTo>
                    <a:pt x="40428" y="6260142"/>
                  </a:lnTo>
                  <a:lnTo>
                    <a:pt x="40573" y="6260142"/>
                  </a:lnTo>
                  <a:lnTo>
                    <a:pt x="40573" y="6259519"/>
                  </a:lnTo>
                  <a:lnTo>
                    <a:pt x="40719" y="6259519"/>
                  </a:lnTo>
                  <a:lnTo>
                    <a:pt x="40864" y="6259519"/>
                  </a:lnTo>
                  <a:lnTo>
                    <a:pt x="41009" y="6259519"/>
                  </a:lnTo>
                  <a:lnTo>
                    <a:pt x="41009" y="6258895"/>
                  </a:lnTo>
                  <a:lnTo>
                    <a:pt x="41155" y="6258895"/>
                  </a:lnTo>
                  <a:lnTo>
                    <a:pt x="41300" y="6258895"/>
                  </a:lnTo>
                  <a:lnTo>
                    <a:pt x="41300" y="6258272"/>
                  </a:lnTo>
                  <a:lnTo>
                    <a:pt x="41446" y="6258272"/>
                  </a:lnTo>
                  <a:lnTo>
                    <a:pt x="41446" y="6257648"/>
                  </a:lnTo>
                  <a:lnTo>
                    <a:pt x="41446" y="6257024"/>
                  </a:lnTo>
                  <a:lnTo>
                    <a:pt x="41591" y="6257024"/>
                  </a:lnTo>
                  <a:lnTo>
                    <a:pt x="41737" y="6257024"/>
                  </a:lnTo>
                  <a:lnTo>
                    <a:pt x="41737" y="6256401"/>
                  </a:lnTo>
                  <a:lnTo>
                    <a:pt x="41882" y="6256401"/>
                  </a:lnTo>
                  <a:lnTo>
                    <a:pt x="42027" y="6256401"/>
                  </a:lnTo>
                  <a:lnTo>
                    <a:pt x="42173" y="6256401"/>
                  </a:lnTo>
                  <a:lnTo>
                    <a:pt x="42173" y="6255777"/>
                  </a:lnTo>
                  <a:lnTo>
                    <a:pt x="42318" y="6255777"/>
                  </a:lnTo>
                  <a:lnTo>
                    <a:pt x="42464" y="6255777"/>
                  </a:lnTo>
                  <a:lnTo>
                    <a:pt x="42464" y="6255154"/>
                  </a:lnTo>
                  <a:lnTo>
                    <a:pt x="42464" y="6254530"/>
                  </a:lnTo>
                  <a:lnTo>
                    <a:pt x="42609" y="6254530"/>
                  </a:lnTo>
                  <a:lnTo>
                    <a:pt x="42755" y="6254530"/>
                  </a:lnTo>
                  <a:lnTo>
                    <a:pt x="42900" y="6254530"/>
                  </a:lnTo>
                  <a:lnTo>
                    <a:pt x="42900" y="6253907"/>
                  </a:lnTo>
                  <a:lnTo>
                    <a:pt x="42900" y="6253283"/>
                  </a:lnTo>
                  <a:lnTo>
                    <a:pt x="42900" y="6252659"/>
                  </a:lnTo>
                  <a:lnTo>
                    <a:pt x="42900" y="6252036"/>
                  </a:lnTo>
                  <a:lnTo>
                    <a:pt x="43045" y="6252036"/>
                  </a:lnTo>
                  <a:lnTo>
                    <a:pt x="43191" y="6252036"/>
                  </a:lnTo>
                  <a:lnTo>
                    <a:pt x="43191" y="6251412"/>
                  </a:lnTo>
                  <a:lnTo>
                    <a:pt x="43336" y="6251412"/>
                  </a:lnTo>
                  <a:lnTo>
                    <a:pt x="43336" y="6250789"/>
                  </a:lnTo>
                  <a:lnTo>
                    <a:pt x="43336" y="6250165"/>
                  </a:lnTo>
                  <a:lnTo>
                    <a:pt x="43336" y="6249542"/>
                  </a:lnTo>
                  <a:lnTo>
                    <a:pt x="43482" y="6249542"/>
                  </a:lnTo>
                  <a:lnTo>
                    <a:pt x="43627" y="6249542"/>
                  </a:lnTo>
                  <a:lnTo>
                    <a:pt x="43627" y="6248918"/>
                  </a:lnTo>
                  <a:lnTo>
                    <a:pt x="43627" y="6248294"/>
                  </a:lnTo>
                  <a:lnTo>
                    <a:pt x="43773" y="6248294"/>
                  </a:lnTo>
                  <a:lnTo>
                    <a:pt x="43918" y="6248294"/>
                  </a:lnTo>
                  <a:lnTo>
                    <a:pt x="44063" y="6248294"/>
                  </a:lnTo>
                  <a:lnTo>
                    <a:pt x="44063" y="6247671"/>
                  </a:lnTo>
                  <a:lnTo>
                    <a:pt x="44209" y="6247671"/>
                  </a:lnTo>
                  <a:lnTo>
                    <a:pt x="44209" y="6247047"/>
                  </a:lnTo>
                  <a:lnTo>
                    <a:pt x="44354" y="6247047"/>
                  </a:lnTo>
                  <a:lnTo>
                    <a:pt x="44500" y="6247047"/>
                  </a:lnTo>
                  <a:lnTo>
                    <a:pt x="44645" y="6247047"/>
                  </a:lnTo>
                  <a:lnTo>
                    <a:pt x="44791" y="6247047"/>
                  </a:lnTo>
                  <a:lnTo>
                    <a:pt x="44791" y="6246424"/>
                  </a:lnTo>
                  <a:lnTo>
                    <a:pt x="44791" y="6245800"/>
                  </a:lnTo>
                  <a:lnTo>
                    <a:pt x="44936" y="6245800"/>
                  </a:lnTo>
                  <a:lnTo>
                    <a:pt x="45081" y="6245800"/>
                  </a:lnTo>
                  <a:lnTo>
                    <a:pt x="45227" y="6245800"/>
                  </a:lnTo>
                  <a:lnTo>
                    <a:pt x="45227" y="6245176"/>
                  </a:lnTo>
                  <a:lnTo>
                    <a:pt x="45372" y="6245176"/>
                  </a:lnTo>
                  <a:lnTo>
                    <a:pt x="45518" y="6245176"/>
                  </a:lnTo>
                  <a:lnTo>
                    <a:pt x="45663" y="6245176"/>
                  </a:lnTo>
                  <a:lnTo>
                    <a:pt x="45809" y="6245176"/>
                  </a:lnTo>
                  <a:lnTo>
                    <a:pt x="45954" y="6245176"/>
                  </a:lnTo>
                  <a:lnTo>
                    <a:pt x="45954" y="6244553"/>
                  </a:lnTo>
                  <a:lnTo>
                    <a:pt x="46099" y="6244553"/>
                  </a:lnTo>
                  <a:lnTo>
                    <a:pt x="46245" y="6244553"/>
                  </a:lnTo>
                  <a:lnTo>
                    <a:pt x="46390" y="6244553"/>
                  </a:lnTo>
                  <a:lnTo>
                    <a:pt x="46536" y="6244553"/>
                  </a:lnTo>
                  <a:lnTo>
                    <a:pt x="46681" y="6244553"/>
                  </a:lnTo>
                  <a:lnTo>
                    <a:pt x="46827" y="6244553"/>
                  </a:lnTo>
                  <a:lnTo>
                    <a:pt x="46972" y="6244553"/>
                  </a:lnTo>
                  <a:lnTo>
                    <a:pt x="46972" y="6243929"/>
                  </a:lnTo>
                  <a:lnTo>
                    <a:pt x="47117" y="6243929"/>
                  </a:lnTo>
                  <a:lnTo>
                    <a:pt x="47263" y="6243929"/>
                  </a:lnTo>
                  <a:lnTo>
                    <a:pt x="47408" y="6243929"/>
                  </a:lnTo>
                  <a:lnTo>
                    <a:pt x="47554" y="6243929"/>
                  </a:lnTo>
                  <a:lnTo>
                    <a:pt x="47699" y="6243929"/>
                  </a:lnTo>
                  <a:lnTo>
                    <a:pt x="47844" y="6243929"/>
                  </a:lnTo>
                  <a:lnTo>
                    <a:pt x="47990" y="6243929"/>
                  </a:lnTo>
                  <a:lnTo>
                    <a:pt x="48135" y="6243929"/>
                  </a:lnTo>
                  <a:lnTo>
                    <a:pt x="48281" y="6243929"/>
                  </a:lnTo>
                  <a:lnTo>
                    <a:pt x="48426" y="6243929"/>
                  </a:lnTo>
                  <a:lnTo>
                    <a:pt x="48572" y="6243929"/>
                  </a:lnTo>
                  <a:lnTo>
                    <a:pt x="48572" y="6243306"/>
                  </a:lnTo>
                  <a:lnTo>
                    <a:pt x="48717" y="6243306"/>
                  </a:lnTo>
                  <a:lnTo>
                    <a:pt x="48862" y="6243306"/>
                  </a:lnTo>
                  <a:lnTo>
                    <a:pt x="49008" y="6243306"/>
                  </a:lnTo>
                  <a:lnTo>
                    <a:pt x="49153" y="6243306"/>
                  </a:lnTo>
                  <a:lnTo>
                    <a:pt x="49299" y="6243306"/>
                  </a:lnTo>
                  <a:lnTo>
                    <a:pt x="49444" y="6243306"/>
                  </a:lnTo>
                  <a:lnTo>
                    <a:pt x="49444" y="6242682"/>
                  </a:lnTo>
                  <a:lnTo>
                    <a:pt x="49444" y="6242059"/>
                  </a:lnTo>
                  <a:lnTo>
                    <a:pt x="49590" y="6242059"/>
                  </a:lnTo>
                  <a:lnTo>
                    <a:pt x="49590" y="6241435"/>
                  </a:lnTo>
                  <a:lnTo>
                    <a:pt x="49735" y="6241435"/>
                  </a:lnTo>
                  <a:lnTo>
                    <a:pt x="49880" y="6241435"/>
                  </a:lnTo>
                  <a:lnTo>
                    <a:pt x="50026" y="6241435"/>
                  </a:lnTo>
                  <a:lnTo>
                    <a:pt x="50171" y="6241435"/>
                  </a:lnTo>
                  <a:lnTo>
                    <a:pt x="50317" y="6241435"/>
                  </a:lnTo>
                  <a:lnTo>
                    <a:pt x="50462" y="6241435"/>
                  </a:lnTo>
                  <a:lnTo>
                    <a:pt x="50608" y="6241435"/>
                  </a:lnTo>
                  <a:lnTo>
                    <a:pt x="50753" y="6241435"/>
                  </a:lnTo>
                  <a:lnTo>
                    <a:pt x="50898" y="6241435"/>
                  </a:lnTo>
                  <a:lnTo>
                    <a:pt x="51044" y="6241435"/>
                  </a:lnTo>
                  <a:lnTo>
                    <a:pt x="51189" y="6241435"/>
                  </a:lnTo>
                  <a:lnTo>
                    <a:pt x="51335" y="6241435"/>
                  </a:lnTo>
                  <a:lnTo>
                    <a:pt x="51335" y="6240811"/>
                  </a:lnTo>
                  <a:lnTo>
                    <a:pt x="51480" y="6240811"/>
                  </a:lnTo>
                  <a:lnTo>
                    <a:pt x="51626" y="6240811"/>
                  </a:lnTo>
                  <a:lnTo>
                    <a:pt x="51626" y="6240188"/>
                  </a:lnTo>
                  <a:lnTo>
                    <a:pt x="51771" y="6240188"/>
                  </a:lnTo>
                  <a:lnTo>
                    <a:pt x="51771" y="6239564"/>
                  </a:lnTo>
                  <a:lnTo>
                    <a:pt x="51916" y="6239564"/>
                  </a:lnTo>
                  <a:lnTo>
                    <a:pt x="52062" y="6239564"/>
                  </a:lnTo>
                  <a:lnTo>
                    <a:pt x="52207" y="6239564"/>
                  </a:lnTo>
                  <a:lnTo>
                    <a:pt x="52207" y="6238941"/>
                  </a:lnTo>
                  <a:lnTo>
                    <a:pt x="52353" y="6238941"/>
                  </a:lnTo>
                  <a:lnTo>
                    <a:pt x="52353" y="6238317"/>
                  </a:lnTo>
                  <a:lnTo>
                    <a:pt x="52498" y="6238317"/>
                  </a:lnTo>
                  <a:lnTo>
                    <a:pt x="52498" y="6237693"/>
                  </a:lnTo>
                  <a:lnTo>
                    <a:pt x="52644" y="6237693"/>
                  </a:lnTo>
                  <a:lnTo>
                    <a:pt x="52789" y="6237693"/>
                  </a:lnTo>
                  <a:lnTo>
                    <a:pt x="52934" y="6237693"/>
                  </a:lnTo>
                  <a:lnTo>
                    <a:pt x="53080" y="6237693"/>
                  </a:lnTo>
                  <a:lnTo>
                    <a:pt x="53080" y="6237070"/>
                  </a:lnTo>
                  <a:lnTo>
                    <a:pt x="53080" y="6236446"/>
                  </a:lnTo>
                  <a:lnTo>
                    <a:pt x="53080" y="6235823"/>
                  </a:lnTo>
                  <a:lnTo>
                    <a:pt x="53225" y="6235823"/>
                  </a:lnTo>
                  <a:lnTo>
                    <a:pt x="53371" y="6235823"/>
                  </a:lnTo>
                  <a:lnTo>
                    <a:pt x="53371" y="6235199"/>
                  </a:lnTo>
                  <a:lnTo>
                    <a:pt x="53371" y="6234576"/>
                  </a:lnTo>
                  <a:lnTo>
                    <a:pt x="53516" y="6234576"/>
                  </a:lnTo>
                  <a:lnTo>
                    <a:pt x="53662" y="6234576"/>
                  </a:lnTo>
                  <a:lnTo>
                    <a:pt x="53807" y="6234576"/>
                  </a:lnTo>
                  <a:lnTo>
                    <a:pt x="53952" y="6234576"/>
                  </a:lnTo>
                  <a:lnTo>
                    <a:pt x="54098" y="6234576"/>
                  </a:lnTo>
                  <a:lnTo>
                    <a:pt x="54243" y="6234576"/>
                  </a:lnTo>
                  <a:lnTo>
                    <a:pt x="54389" y="6234576"/>
                  </a:lnTo>
                  <a:lnTo>
                    <a:pt x="54534" y="6234576"/>
                  </a:lnTo>
                  <a:lnTo>
                    <a:pt x="54534" y="6233952"/>
                  </a:lnTo>
                  <a:lnTo>
                    <a:pt x="54534" y="6233328"/>
                  </a:lnTo>
                  <a:lnTo>
                    <a:pt x="54679" y="6233328"/>
                  </a:lnTo>
                  <a:lnTo>
                    <a:pt x="54679" y="6232705"/>
                  </a:lnTo>
                  <a:lnTo>
                    <a:pt x="54825" y="6232705"/>
                  </a:lnTo>
                  <a:lnTo>
                    <a:pt x="54970" y="6232705"/>
                  </a:lnTo>
                  <a:lnTo>
                    <a:pt x="55116" y="6232705"/>
                  </a:lnTo>
                  <a:lnTo>
                    <a:pt x="55261" y="6232705"/>
                  </a:lnTo>
                  <a:lnTo>
                    <a:pt x="55407" y="6232705"/>
                  </a:lnTo>
                  <a:lnTo>
                    <a:pt x="55407" y="6232081"/>
                  </a:lnTo>
                  <a:lnTo>
                    <a:pt x="55552" y="6232081"/>
                  </a:lnTo>
                  <a:lnTo>
                    <a:pt x="55552" y="6231458"/>
                  </a:lnTo>
                  <a:lnTo>
                    <a:pt x="55552" y="6230834"/>
                  </a:lnTo>
                  <a:lnTo>
                    <a:pt x="55697" y="6230834"/>
                  </a:lnTo>
                  <a:lnTo>
                    <a:pt x="55843" y="6230834"/>
                  </a:lnTo>
                  <a:lnTo>
                    <a:pt x="55988" y="6230834"/>
                  </a:lnTo>
                  <a:lnTo>
                    <a:pt x="56134" y="6230834"/>
                  </a:lnTo>
                  <a:lnTo>
                    <a:pt x="56279" y="6230834"/>
                  </a:lnTo>
                  <a:lnTo>
                    <a:pt x="56279" y="6230210"/>
                  </a:lnTo>
                  <a:lnTo>
                    <a:pt x="56425" y="6230210"/>
                  </a:lnTo>
                  <a:lnTo>
                    <a:pt x="56570" y="6230210"/>
                  </a:lnTo>
                  <a:lnTo>
                    <a:pt x="56570" y="6229587"/>
                  </a:lnTo>
                  <a:lnTo>
                    <a:pt x="56570" y="6228963"/>
                  </a:lnTo>
                  <a:lnTo>
                    <a:pt x="56715" y="6228963"/>
                  </a:lnTo>
                  <a:lnTo>
                    <a:pt x="56715" y="6228340"/>
                  </a:lnTo>
                  <a:lnTo>
                    <a:pt x="56861" y="6228340"/>
                  </a:lnTo>
                  <a:lnTo>
                    <a:pt x="56861" y="6227716"/>
                  </a:lnTo>
                  <a:lnTo>
                    <a:pt x="57006" y="6227716"/>
                  </a:lnTo>
                  <a:lnTo>
                    <a:pt x="57152" y="6227716"/>
                  </a:lnTo>
                  <a:lnTo>
                    <a:pt x="57297" y="6227716"/>
                  </a:lnTo>
                  <a:lnTo>
                    <a:pt x="57443" y="6227716"/>
                  </a:lnTo>
                  <a:lnTo>
                    <a:pt x="57588" y="6227716"/>
                  </a:lnTo>
                  <a:lnTo>
                    <a:pt x="57733" y="6227716"/>
                  </a:lnTo>
                  <a:lnTo>
                    <a:pt x="57879" y="6227716"/>
                  </a:lnTo>
                  <a:lnTo>
                    <a:pt x="58024" y="6227716"/>
                  </a:lnTo>
                  <a:lnTo>
                    <a:pt x="58170" y="6227716"/>
                  </a:lnTo>
                  <a:lnTo>
                    <a:pt x="58315" y="6227716"/>
                  </a:lnTo>
                  <a:lnTo>
                    <a:pt x="58461" y="6227716"/>
                  </a:lnTo>
                  <a:lnTo>
                    <a:pt x="58606" y="6227716"/>
                  </a:lnTo>
                  <a:lnTo>
                    <a:pt x="58751" y="6227716"/>
                  </a:lnTo>
                  <a:lnTo>
                    <a:pt x="58751" y="6227093"/>
                  </a:lnTo>
                  <a:lnTo>
                    <a:pt x="58751" y="6226469"/>
                  </a:lnTo>
                  <a:lnTo>
                    <a:pt x="58751" y="6225845"/>
                  </a:lnTo>
                  <a:lnTo>
                    <a:pt x="58897" y="6225845"/>
                  </a:lnTo>
                  <a:lnTo>
                    <a:pt x="59042" y="6225845"/>
                  </a:lnTo>
                  <a:lnTo>
                    <a:pt x="59188" y="6225845"/>
                  </a:lnTo>
                  <a:lnTo>
                    <a:pt x="59188" y="6225222"/>
                  </a:lnTo>
                  <a:lnTo>
                    <a:pt x="59333" y="6225222"/>
                  </a:lnTo>
                  <a:lnTo>
                    <a:pt x="59479" y="6225222"/>
                  </a:lnTo>
                  <a:lnTo>
                    <a:pt x="59624" y="6225222"/>
                  </a:lnTo>
                  <a:lnTo>
                    <a:pt x="59624" y="6224598"/>
                  </a:lnTo>
                  <a:lnTo>
                    <a:pt x="59769" y="6224598"/>
                  </a:lnTo>
                  <a:lnTo>
                    <a:pt x="59915" y="6224598"/>
                  </a:lnTo>
                  <a:lnTo>
                    <a:pt x="60060" y="6224598"/>
                  </a:lnTo>
                  <a:lnTo>
                    <a:pt x="60206" y="6224598"/>
                  </a:lnTo>
                  <a:lnTo>
                    <a:pt x="60351" y="6224598"/>
                  </a:lnTo>
                  <a:lnTo>
                    <a:pt x="60351" y="6223975"/>
                  </a:lnTo>
                  <a:lnTo>
                    <a:pt x="60497" y="6223975"/>
                  </a:lnTo>
                  <a:lnTo>
                    <a:pt x="60642" y="6223975"/>
                  </a:lnTo>
                  <a:lnTo>
                    <a:pt x="60787" y="6223975"/>
                  </a:lnTo>
                  <a:lnTo>
                    <a:pt x="60933" y="6223975"/>
                  </a:lnTo>
                  <a:lnTo>
                    <a:pt x="61078" y="6223975"/>
                  </a:lnTo>
                  <a:lnTo>
                    <a:pt x="61224" y="6223975"/>
                  </a:lnTo>
                  <a:lnTo>
                    <a:pt x="61369" y="6223975"/>
                  </a:lnTo>
                  <a:lnTo>
                    <a:pt x="61514" y="6223975"/>
                  </a:lnTo>
                  <a:lnTo>
                    <a:pt x="61660" y="6223975"/>
                  </a:lnTo>
                  <a:lnTo>
                    <a:pt x="61805" y="6223975"/>
                  </a:lnTo>
                  <a:lnTo>
                    <a:pt x="61951" y="6223975"/>
                  </a:lnTo>
                  <a:lnTo>
                    <a:pt x="62096" y="6223975"/>
                  </a:lnTo>
                  <a:lnTo>
                    <a:pt x="62096" y="6223351"/>
                  </a:lnTo>
                  <a:lnTo>
                    <a:pt x="62242" y="6223351"/>
                  </a:lnTo>
                  <a:lnTo>
                    <a:pt x="62242" y="6222727"/>
                  </a:lnTo>
                  <a:lnTo>
                    <a:pt x="62387" y="6222727"/>
                  </a:lnTo>
                  <a:lnTo>
                    <a:pt x="62532" y="6222727"/>
                  </a:lnTo>
                  <a:lnTo>
                    <a:pt x="62678" y="6222727"/>
                  </a:lnTo>
                  <a:lnTo>
                    <a:pt x="62823" y="6222727"/>
                  </a:lnTo>
                  <a:lnTo>
                    <a:pt x="62969" y="6222727"/>
                  </a:lnTo>
                  <a:lnTo>
                    <a:pt x="63114" y="6222727"/>
                  </a:lnTo>
                  <a:lnTo>
                    <a:pt x="63260" y="6222727"/>
                  </a:lnTo>
                  <a:lnTo>
                    <a:pt x="63405" y="6222727"/>
                  </a:lnTo>
                  <a:lnTo>
                    <a:pt x="63405" y="6222104"/>
                  </a:lnTo>
                  <a:lnTo>
                    <a:pt x="63550" y="6222104"/>
                  </a:lnTo>
                  <a:lnTo>
                    <a:pt x="63696" y="6222104"/>
                  </a:lnTo>
                  <a:lnTo>
                    <a:pt x="63841" y="6222104"/>
                  </a:lnTo>
                  <a:lnTo>
                    <a:pt x="63987" y="6222104"/>
                  </a:lnTo>
                  <a:lnTo>
                    <a:pt x="64132" y="6222104"/>
                  </a:lnTo>
                  <a:lnTo>
                    <a:pt x="64278" y="6222104"/>
                  </a:lnTo>
                  <a:lnTo>
                    <a:pt x="64423" y="6222104"/>
                  </a:lnTo>
                  <a:lnTo>
                    <a:pt x="64423" y="6221480"/>
                  </a:lnTo>
                  <a:lnTo>
                    <a:pt x="64423" y="6220857"/>
                  </a:lnTo>
                  <a:lnTo>
                    <a:pt x="64568" y="6220857"/>
                  </a:lnTo>
                  <a:lnTo>
                    <a:pt x="64714" y="6220857"/>
                  </a:lnTo>
                  <a:lnTo>
                    <a:pt x="64859" y="6220857"/>
                  </a:lnTo>
                  <a:lnTo>
                    <a:pt x="65005" y="6220857"/>
                  </a:lnTo>
                  <a:lnTo>
                    <a:pt x="65150" y="6220857"/>
                  </a:lnTo>
                  <a:lnTo>
                    <a:pt x="65296" y="6220857"/>
                  </a:lnTo>
                  <a:lnTo>
                    <a:pt x="65441" y="6220857"/>
                  </a:lnTo>
                  <a:lnTo>
                    <a:pt x="65441" y="6220233"/>
                  </a:lnTo>
                  <a:lnTo>
                    <a:pt x="65586" y="6220233"/>
                  </a:lnTo>
                  <a:lnTo>
                    <a:pt x="65732" y="6220233"/>
                  </a:lnTo>
                  <a:lnTo>
                    <a:pt x="65877" y="6220233"/>
                  </a:lnTo>
                  <a:lnTo>
                    <a:pt x="66023" y="6220233"/>
                  </a:lnTo>
                  <a:lnTo>
                    <a:pt x="66168" y="6220233"/>
                  </a:lnTo>
                  <a:lnTo>
                    <a:pt x="66314" y="6220233"/>
                  </a:lnTo>
                  <a:lnTo>
                    <a:pt x="66459" y="6220233"/>
                  </a:lnTo>
                  <a:lnTo>
                    <a:pt x="66604" y="6220233"/>
                  </a:lnTo>
                  <a:lnTo>
                    <a:pt x="66604" y="6219610"/>
                  </a:lnTo>
                  <a:lnTo>
                    <a:pt x="66750" y="6219610"/>
                  </a:lnTo>
                  <a:lnTo>
                    <a:pt x="66895" y="6219610"/>
                  </a:lnTo>
                  <a:lnTo>
                    <a:pt x="67041" y="6219610"/>
                  </a:lnTo>
                  <a:lnTo>
                    <a:pt x="67186" y="6219610"/>
                  </a:lnTo>
                  <a:lnTo>
                    <a:pt x="67332" y="6219610"/>
                  </a:lnTo>
                  <a:lnTo>
                    <a:pt x="67477" y="6219610"/>
                  </a:lnTo>
                  <a:lnTo>
                    <a:pt x="67622" y="6219610"/>
                  </a:lnTo>
                  <a:lnTo>
                    <a:pt x="67622" y="6218986"/>
                  </a:lnTo>
                  <a:lnTo>
                    <a:pt x="67768" y="6218986"/>
                  </a:lnTo>
                  <a:lnTo>
                    <a:pt x="67768" y="6218362"/>
                  </a:lnTo>
                  <a:lnTo>
                    <a:pt x="67913" y="6218362"/>
                  </a:lnTo>
                  <a:lnTo>
                    <a:pt x="67913" y="6217739"/>
                  </a:lnTo>
                  <a:lnTo>
                    <a:pt x="68059" y="6217739"/>
                  </a:lnTo>
                  <a:lnTo>
                    <a:pt x="68059" y="6217115"/>
                  </a:lnTo>
                  <a:lnTo>
                    <a:pt x="68204" y="6217115"/>
                  </a:lnTo>
                  <a:lnTo>
                    <a:pt x="68349" y="6217115"/>
                  </a:lnTo>
                  <a:lnTo>
                    <a:pt x="68495" y="6217115"/>
                  </a:lnTo>
                  <a:lnTo>
                    <a:pt x="68640" y="6217115"/>
                  </a:lnTo>
                  <a:lnTo>
                    <a:pt x="68786" y="6217115"/>
                  </a:lnTo>
                  <a:lnTo>
                    <a:pt x="68931" y="6217115"/>
                  </a:lnTo>
                  <a:lnTo>
                    <a:pt x="69077" y="6217115"/>
                  </a:lnTo>
                  <a:lnTo>
                    <a:pt x="69077" y="6216492"/>
                  </a:lnTo>
                  <a:lnTo>
                    <a:pt x="69222" y="6216492"/>
                  </a:lnTo>
                  <a:lnTo>
                    <a:pt x="69367" y="6216492"/>
                  </a:lnTo>
                  <a:lnTo>
                    <a:pt x="69367" y="6215868"/>
                  </a:lnTo>
                  <a:lnTo>
                    <a:pt x="69513" y="6215868"/>
                  </a:lnTo>
                  <a:lnTo>
                    <a:pt x="69513" y="6215244"/>
                  </a:lnTo>
                  <a:lnTo>
                    <a:pt x="69658" y="6215244"/>
                  </a:lnTo>
                  <a:lnTo>
                    <a:pt x="69804" y="6215244"/>
                  </a:lnTo>
                  <a:lnTo>
                    <a:pt x="69949" y="6215244"/>
                  </a:lnTo>
                  <a:lnTo>
                    <a:pt x="70095" y="6215244"/>
                  </a:lnTo>
                  <a:lnTo>
                    <a:pt x="70095" y="6214621"/>
                  </a:lnTo>
                  <a:lnTo>
                    <a:pt x="70095" y="6213997"/>
                  </a:lnTo>
                  <a:lnTo>
                    <a:pt x="70095" y="6213374"/>
                  </a:lnTo>
                  <a:lnTo>
                    <a:pt x="70240" y="6213374"/>
                  </a:lnTo>
                  <a:lnTo>
                    <a:pt x="70385" y="6213374"/>
                  </a:lnTo>
                  <a:lnTo>
                    <a:pt x="70385" y="6212750"/>
                  </a:lnTo>
                  <a:lnTo>
                    <a:pt x="70385" y="6212127"/>
                  </a:lnTo>
                  <a:lnTo>
                    <a:pt x="70385" y="6211503"/>
                  </a:lnTo>
                  <a:lnTo>
                    <a:pt x="70531" y="6211503"/>
                  </a:lnTo>
                  <a:lnTo>
                    <a:pt x="70676" y="6211503"/>
                  </a:lnTo>
                  <a:lnTo>
                    <a:pt x="70822" y="6211503"/>
                  </a:lnTo>
                  <a:lnTo>
                    <a:pt x="70822" y="6210879"/>
                  </a:lnTo>
                  <a:lnTo>
                    <a:pt x="70967" y="6210879"/>
                  </a:lnTo>
                  <a:lnTo>
                    <a:pt x="71113" y="6210879"/>
                  </a:lnTo>
                  <a:lnTo>
                    <a:pt x="71258" y="6210879"/>
                  </a:lnTo>
                  <a:lnTo>
                    <a:pt x="71403" y="6210879"/>
                  </a:lnTo>
                  <a:lnTo>
                    <a:pt x="71549" y="6210879"/>
                  </a:lnTo>
                  <a:lnTo>
                    <a:pt x="71694" y="6210879"/>
                  </a:lnTo>
                  <a:lnTo>
                    <a:pt x="71694" y="6210256"/>
                  </a:lnTo>
                  <a:lnTo>
                    <a:pt x="71694" y="6209632"/>
                  </a:lnTo>
                  <a:lnTo>
                    <a:pt x="71840" y="6209632"/>
                  </a:lnTo>
                  <a:lnTo>
                    <a:pt x="71985" y="6209632"/>
                  </a:lnTo>
                  <a:lnTo>
                    <a:pt x="72131" y="6209632"/>
                  </a:lnTo>
                  <a:lnTo>
                    <a:pt x="72276" y="6209632"/>
                  </a:lnTo>
                  <a:lnTo>
                    <a:pt x="72421" y="6209632"/>
                  </a:lnTo>
                  <a:lnTo>
                    <a:pt x="72567" y="6209632"/>
                  </a:lnTo>
                  <a:lnTo>
                    <a:pt x="72712" y="6209632"/>
                  </a:lnTo>
                  <a:lnTo>
                    <a:pt x="72858" y="6209632"/>
                  </a:lnTo>
                  <a:lnTo>
                    <a:pt x="72858" y="6209009"/>
                  </a:lnTo>
                  <a:lnTo>
                    <a:pt x="72858" y="6208385"/>
                  </a:lnTo>
                  <a:lnTo>
                    <a:pt x="73003" y="6208385"/>
                  </a:lnTo>
                  <a:lnTo>
                    <a:pt x="73003" y="6207761"/>
                  </a:lnTo>
                  <a:lnTo>
                    <a:pt x="73003" y="6207138"/>
                  </a:lnTo>
                  <a:lnTo>
                    <a:pt x="73149" y="6207138"/>
                  </a:lnTo>
                  <a:lnTo>
                    <a:pt x="73294" y="6207138"/>
                  </a:lnTo>
                  <a:lnTo>
                    <a:pt x="73294" y="6206514"/>
                  </a:lnTo>
                  <a:lnTo>
                    <a:pt x="73439" y="6206514"/>
                  </a:lnTo>
                  <a:lnTo>
                    <a:pt x="73585" y="6206514"/>
                  </a:lnTo>
                  <a:lnTo>
                    <a:pt x="73585" y="6205891"/>
                  </a:lnTo>
                  <a:lnTo>
                    <a:pt x="73730" y="6205891"/>
                  </a:lnTo>
                  <a:lnTo>
                    <a:pt x="73876" y="6205891"/>
                  </a:lnTo>
                  <a:lnTo>
                    <a:pt x="74021" y="6205891"/>
                  </a:lnTo>
                  <a:lnTo>
                    <a:pt x="74167" y="6205891"/>
                  </a:lnTo>
                  <a:lnTo>
                    <a:pt x="74312" y="6205891"/>
                  </a:lnTo>
                  <a:lnTo>
                    <a:pt x="74457" y="6205891"/>
                  </a:lnTo>
                  <a:lnTo>
                    <a:pt x="74603" y="6205891"/>
                  </a:lnTo>
                  <a:lnTo>
                    <a:pt x="74603" y="6205267"/>
                  </a:lnTo>
                  <a:lnTo>
                    <a:pt x="74748" y="6205267"/>
                  </a:lnTo>
                  <a:lnTo>
                    <a:pt x="74748" y="6204644"/>
                  </a:lnTo>
                  <a:lnTo>
                    <a:pt x="74748" y="6204020"/>
                  </a:lnTo>
                  <a:lnTo>
                    <a:pt x="74894" y="6204020"/>
                  </a:lnTo>
                  <a:lnTo>
                    <a:pt x="74894" y="6203396"/>
                  </a:lnTo>
                  <a:lnTo>
                    <a:pt x="75039" y="6203396"/>
                  </a:lnTo>
                  <a:lnTo>
                    <a:pt x="75039" y="6202773"/>
                  </a:lnTo>
                  <a:lnTo>
                    <a:pt x="75184" y="6202773"/>
                  </a:lnTo>
                  <a:lnTo>
                    <a:pt x="75330" y="6202773"/>
                  </a:lnTo>
                  <a:lnTo>
                    <a:pt x="75330" y="6202149"/>
                  </a:lnTo>
                  <a:lnTo>
                    <a:pt x="75475" y="6202149"/>
                  </a:lnTo>
                  <a:lnTo>
                    <a:pt x="75475" y="6201526"/>
                  </a:lnTo>
                  <a:lnTo>
                    <a:pt x="75475" y="6200902"/>
                  </a:lnTo>
                  <a:lnTo>
                    <a:pt x="75475" y="6200278"/>
                  </a:lnTo>
                  <a:lnTo>
                    <a:pt x="75621" y="6200278"/>
                  </a:lnTo>
                  <a:lnTo>
                    <a:pt x="75766" y="6200278"/>
                  </a:lnTo>
                  <a:lnTo>
                    <a:pt x="75912" y="6200278"/>
                  </a:lnTo>
                  <a:lnTo>
                    <a:pt x="76057" y="6200278"/>
                  </a:lnTo>
                  <a:lnTo>
                    <a:pt x="76057" y="6199655"/>
                  </a:lnTo>
                  <a:lnTo>
                    <a:pt x="76057" y="6199031"/>
                  </a:lnTo>
                  <a:lnTo>
                    <a:pt x="76202" y="6199031"/>
                  </a:lnTo>
                  <a:lnTo>
                    <a:pt x="76348" y="6199031"/>
                  </a:lnTo>
                  <a:lnTo>
                    <a:pt x="76348" y="6198408"/>
                  </a:lnTo>
                  <a:lnTo>
                    <a:pt x="76348" y="6197784"/>
                  </a:lnTo>
                  <a:lnTo>
                    <a:pt x="76493" y="6197784"/>
                  </a:lnTo>
                  <a:lnTo>
                    <a:pt x="76639" y="6197784"/>
                  </a:lnTo>
                  <a:lnTo>
                    <a:pt x="76784" y="6197784"/>
                  </a:lnTo>
                  <a:lnTo>
                    <a:pt x="76930" y="6197784"/>
                  </a:lnTo>
                  <a:lnTo>
                    <a:pt x="77075" y="6197784"/>
                  </a:lnTo>
                  <a:lnTo>
                    <a:pt x="77220" y="6197784"/>
                  </a:lnTo>
                  <a:lnTo>
                    <a:pt x="77220" y="6197161"/>
                  </a:lnTo>
                  <a:lnTo>
                    <a:pt x="77366" y="6197161"/>
                  </a:lnTo>
                  <a:lnTo>
                    <a:pt x="77511" y="6197161"/>
                  </a:lnTo>
                  <a:lnTo>
                    <a:pt x="77657" y="6197161"/>
                  </a:lnTo>
                  <a:lnTo>
                    <a:pt x="77802" y="6197161"/>
                  </a:lnTo>
                  <a:lnTo>
                    <a:pt x="77948" y="6197161"/>
                  </a:lnTo>
                  <a:lnTo>
                    <a:pt x="78093" y="6197161"/>
                  </a:lnTo>
                  <a:lnTo>
                    <a:pt x="78238" y="6197161"/>
                  </a:lnTo>
                  <a:lnTo>
                    <a:pt x="78384" y="6197161"/>
                  </a:lnTo>
                  <a:lnTo>
                    <a:pt x="78529" y="6197161"/>
                  </a:lnTo>
                  <a:lnTo>
                    <a:pt x="78529" y="6196537"/>
                  </a:lnTo>
                  <a:lnTo>
                    <a:pt x="78675" y="6196537"/>
                  </a:lnTo>
                  <a:lnTo>
                    <a:pt x="78820" y="6196537"/>
                  </a:lnTo>
                  <a:lnTo>
                    <a:pt x="78966" y="6196537"/>
                  </a:lnTo>
                  <a:lnTo>
                    <a:pt x="78966" y="6195913"/>
                  </a:lnTo>
                  <a:lnTo>
                    <a:pt x="78966" y="6195290"/>
                  </a:lnTo>
                  <a:lnTo>
                    <a:pt x="79111" y="6195290"/>
                  </a:lnTo>
                  <a:lnTo>
                    <a:pt x="79256" y="6195290"/>
                  </a:lnTo>
                  <a:lnTo>
                    <a:pt x="79402" y="6195290"/>
                  </a:lnTo>
                  <a:lnTo>
                    <a:pt x="79547" y="6195290"/>
                  </a:lnTo>
                  <a:lnTo>
                    <a:pt x="79693" y="6195290"/>
                  </a:lnTo>
                  <a:lnTo>
                    <a:pt x="79838" y="6195290"/>
                  </a:lnTo>
                  <a:lnTo>
                    <a:pt x="79984" y="6195290"/>
                  </a:lnTo>
                  <a:lnTo>
                    <a:pt x="79984" y="6194666"/>
                  </a:lnTo>
                  <a:lnTo>
                    <a:pt x="79984" y="6194043"/>
                  </a:lnTo>
                  <a:lnTo>
                    <a:pt x="80129" y="6194043"/>
                  </a:lnTo>
                  <a:lnTo>
                    <a:pt x="80274" y="6194043"/>
                  </a:lnTo>
                  <a:lnTo>
                    <a:pt x="80420" y="6194043"/>
                  </a:lnTo>
                  <a:lnTo>
                    <a:pt x="80565" y="6194043"/>
                  </a:lnTo>
                  <a:lnTo>
                    <a:pt x="80711" y="6194043"/>
                  </a:lnTo>
                  <a:lnTo>
                    <a:pt x="80856" y="6194043"/>
                  </a:lnTo>
                  <a:lnTo>
                    <a:pt x="81002" y="6194043"/>
                  </a:lnTo>
                  <a:lnTo>
                    <a:pt x="81147" y="6194043"/>
                  </a:lnTo>
                  <a:lnTo>
                    <a:pt x="81147" y="6193419"/>
                  </a:lnTo>
                  <a:lnTo>
                    <a:pt x="81292" y="6193419"/>
                  </a:lnTo>
                  <a:lnTo>
                    <a:pt x="81292" y="6192796"/>
                  </a:lnTo>
                  <a:lnTo>
                    <a:pt x="81438" y="6192796"/>
                  </a:lnTo>
                  <a:lnTo>
                    <a:pt x="81583" y="6192796"/>
                  </a:lnTo>
                  <a:lnTo>
                    <a:pt x="81583" y="6192172"/>
                  </a:lnTo>
                  <a:lnTo>
                    <a:pt x="81729" y="6192172"/>
                  </a:lnTo>
                  <a:lnTo>
                    <a:pt x="81729" y="6191548"/>
                  </a:lnTo>
                  <a:lnTo>
                    <a:pt x="81729" y="6190925"/>
                  </a:lnTo>
                  <a:lnTo>
                    <a:pt x="81874" y="6190925"/>
                  </a:lnTo>
                  <a:lnTo>
                    <a:pt x="82019" y="6190925"/>
                  </a:lnTo>
                  <a:lnTo>
                    <a:pt x="82165" y="6190925"/>
                  </a:lnTo>
                  <a:lnTo>
                    <a:pt x="82310" y="6190925"/>
                  </a:lnTo>
                  <a:lnTo>
                    <a:pt x="82456" y="6190925"/>
                  </a:lnTo>
                  <a:lnTo>
                    <a:pt x="82601" y="6190925"/>
                  </a:lnTo>
                  <a:lnTo>
                    <a:pt x="82601" y="6190301"/>
                  </a:lnTo>
                  <a:lnTo>
                    <a:pt x="82601" y="6189678"/>
                  </a:lnTo>
                  <a:lnTo>
                    <a:pt x="82747" y="6189678"/>
                  </a:lnTo>
                  <a:lnTo>
                    <a:pt x="82892" y="6189678"/>
                  </a:lnTo>
                  <a:lnTo>
                    <a:pt x="83037" y="6189678"/>
                  </a:lnTo>
                  <a:lnTo>
                    <a:pt x="83183" y="6189678"/>
                  </a:lnTo>
                  <a:lnTo>
                    <a:pt x="83183" y="6189054"/>
                  </a:lnTo>
                  <a:lnTo>
                    <a:pt x="83328" y="6189054"/>
                  </a:lnTo>
                  <a:lnTo>
                    <a:pt x="83328" y="6188430"/>
                  </a:lnTo>
                  <a:lnTo>
                    <a:pt x="83474" y="6188430"/>
                  </a:lnTo>
                  <a:lnTo>
                    <a:pt x="83619" y="6188430"/>
                  </a:lnTo>
                  <a:lnTo>
                    <a:pt x="83765" y="6188430"/>
                  </a:lnTo>
                  <a:lnTo>
                    <a:pt x="83910" y="6188430"/>
                  </a:lnTo>
                  <a:lnTo>
                    <a:pt x="84055" y="6188430"/>
                  </a:lnTo>
                  <a:lnTo>
                    <a:pt x="84055" y="6187807"/>
                  </a:lnTo>
                  <a:lnTo>
                    <a:pt x="84201" y="6187807"/>
                  </a:lnTo>
                  <a:lnTo>
                    <a:pt x="84346" y="6187807"/>
                  </a:lnTo>
                  <a:lnTo>
                    <a:pt x="84346" y="6187183"/>
                  </a:lnTo>
                  <a:lnTo>
                    <a:pt x="84492" y="6187183"/>
                  </a:lnTo>
                  <a:lnTo>
                    <a:pt x="84637" y="6187183"/>
                  </a:lnTo>
                  <a:lnTo>
                    <a:pt x="84783" y="6187183"/>
                  </a:lnTo>
                  <a:lnTo>
                    <a:pt x="84928" y="6187183"/>
                  </a:lnTo>
                  <a:lnTo>
                    <a:pt x="84928" y="6186560"/>
                  </a:lnTo>
                  <a:lnTo>
                    <a:pt x="85073" y="6186560"/>
                  </a:lnTo>
                  <a:lnTo>
                    <a:pt x="85073" y="6185936"/>
                  </a:lnTo>
                  <a:lnTo>
                    <a:pt x="85219" y="6185936"/>
                  </a:lnTo>
                  <a:lnTo>
                    <a:pt x="85219" y="6185313"/>
                  </a:lnTo>
                  <a:lnTo>
                    <a:pt x="85364" y="6185313"/>
                  </a:lnTo>
                  <a:lnTo>
                    <a:pt x="85510" y="6185313"/>
                  </a:lnTo>
                  <a:lnTo>
                    <a:pt x="85655" y="6185313"/>
                  </a:lnTo>
                  <a:lnTo>
                    <a:pt x="85801" y="6185313"/>
                  </a:lnTo>
                  <a:lnTo>
                    <a:pt x="85801" y="6184689"/>
                  </a:lnTo>
                  <a:lnTo>
                    <a:pt x="85801" y="6184065"/>
                  </a:lnTo>
                  <a:lnTo>
                    <a:pt x="85946" y="6184065"/>
                  </a:lnTo>
                  <a:lnTo>
                    <a:pt x="85946" y="6183442"/>
                  </a:lnTo>
                  <a:lnTo>
                    <a:pt x="86091" y="6183442"/>
                  </a:lnTo>
                  <a:lnTo>
                    <a:pt x="86091" y="6182818"/>
                  </a:lnTo>
                  <a:lnTo>
                    <a:pt x="86091" y="6182195"/>
                  </a:lnTo>
                  <a:lnTo>
                    <a:pt x="86237" y="6182195"/>
                  </a:lnTo>
                  <a:lnTo>
                    <a:pt x="86237" y="6181571"/>
                  </a:lnTo>
                  <a:lnTo>
                    <a:pt x="86382" y="6181571"/>
                  </a:lnTo>
                  <a:lnTo>
                    <a:pt x="86528" y="6181571"/>
                  </a:lnTo>
                  <a:lnTo>
                    <a:pt x="86673" y="6181571"/>
                  </a:lnTo>
                  <a:lnTo>
                    <a:pt x="86673" y="6180947"/>
                  </a:lnTo>
                  <a:lnTo>
                    <a:pt x="86673" y="6180324"/>
                  </a:lnTo>
                  <a:lnTo>
                    <a:pt x="86819" y="6180324"/>
                  </a:lnTo>
                  <a:lnTo>
                    <a:pt x="86819" y="6179700"/>
                  </a:lnTo>
                  <a:lnTo>
                    <a:pt x="86964" y="6179700"/>
                  </a:lnTo>
                  <a:lnTo>
                    <a:pt x="87109" y="6179700"/>
                  </a:lnTo>
                  <a:lnTo>
                    <a:pt x="87109" y="6179077"/>
                  </a:lnTo>
                  <a:lnTo>
                    <a:pt x="87255" y="6179077"/>
                  </a:lnTo>
                  <a:lnTo>
                    <a:pt x="87400" y="6179077"/>
                  </a:lnTo>
                  <a:lnTo>
                    <a:pt x="87546" y="6179077"/>
                  </a:lnTo>
                  <a:lnTo>
                    <a:pt x="87691" y="6179077"/>
                  </a:lnTo>
                  <a:lnTo>
                    <a:pt x="87836" y="6179077"/>
                  </a:lnTo>
                  <a:lnTo>
                    <a:pt x="87982" y="6179077"/>
                  </a:lnTo>
                  <a:lnTo>
                    <a:pt x="88127" y="6179077"/>
                  </a:lnTo>
                  <a:lnTo>
                    <a:pt x="88273" y="6179077"/>
                  </a:lnTo>
                  <a:lnTo>
                    <a:pt x="88418" y="6179077"/>
                  </a:lnTo>
                  <a:lnTo>
                    <a:pt x="88418" y="6178453"/>
                  </a:lnTo>
                  <a:lnTo>
                    <a:pt x="88418" y="6177830"/>
                  </a:lnTo>
                  <a:lnTo>
                    <a:pt x="88564" y="6177830"/>
                  </a:lnTo>
                  <a:lnTo>
                    <a:pt x="88709" y="6177830"/>
                  </a:lnTo>
                  <a:lnTo>
                    <a:pt x="88854" y="6177830"/>
                  </a:lnTo>
                  <a:lnTo>
                    <a:pt x="88854" y="6177206"/>
                  </a:lnTo>
                  <a:lnTo>
                    <a:pt x="88854" y="6176582"/>
                  </a:lnTo>
                  <a:lnTo>
                    <a:pt x="89000" y="6176582"/>
                  </a:lnTo>
                  <a:lnTo>
                    <a:pt x="89145" y="6176582"/>
                  </a:lnTo>
                  <a:lnTo>
                    <a:pt x="89145" y="6175959"/>
                  </a:lnTo>
                  <a:lnTo>
                    <a:pt x="89291" y="6175959"/>
                  </a:lnTo>
                  <a:lnTo>
                    <a:pt x="89291" y="6175335"/>
                  </a:lnTo>
                  <a:lnTo>
                    <a:pt x="89291" y="6174712"/>
                  </a:lnTo>
                  <a:lnTo>
                    <a:pt x="89436" y="6174712"/>
                  </a:lnTo>
                  <a:lnTo>
                    <a:pt x="89582" y="6174712"/>
                  </a:lnTo>
                  <a:lnTo>
                    <a:pt x="89727" y="6174712"/>
                  </a:lnTo>
                  <a:lnTo>
                    <a:pt x="89727" y="6174088"/>
                  </a:lnTo>
                  <a:lnTo>
                    <a:pt x="89727" y="6173464"/>
                  </a:lnTo>
                  <a:lnTo>
                    <a:pt x="89872" y="6173464"/>
                  </a:lnTo>
                  <a:lnTo>
                    <a:pt x="90018" y="6173464"/>
                  </a:lnTo>
                  <a:lnTo>
                    <a:pt x="90163" y="6173464"/>
                  </a:lnTo>
                  <a:lnTo>
                    <a:pt x="90163" y="6172841"/>
                  </a:lnTo>
                  <a:lnTo>
                    <a:pt x="90309" y="6172841"/>
                  </a:lnTo>
                  <a:lnTo>
                    <a:pt x="90454" y="6172841"/>
                  </a:lnTo>
                  <a:lnTo>
                    <a:pt x="90600" y="6172841"/>
                  </a:lnTo>
                  <a:lnTo>
                    <a:pt x="90745" y="6172841"/>
                  </a:lnTo>
                  <a:lnTo>
                    <a:pt x="90890" y="6172841"/>
                  </a:lnTo>
                  <a:lnTo>
                    <a:pt x="90890" y="6172217"/>
                  </a:lnTo>
                  <a:lnTo>
                    <a:pt x="91036" y="6172217"/>
                  </a:lnTo>
                  <a:lnTo>
                    <a:pt x="91181" y="6172217"/>
                  </a:lnTo>
                  <a:lnTo>
                    <a:pt x="91181" y="6171594"/>
                  </a:lnTo>
                  <a:lnTo>
                    <a:pt x="91327" y="6171594"/>
                  </a:lnTo>
                  <a:lnTo>
                    <a:pt x="91327" y="6170970"/>
                  </a:lnTo>
                  <a:lnTo>
                    <a:pt x="91327" y="6170347"/>
                  </a:lnTo>
                  <a:lnTo>
                    <a:pt x="91472" y="6170347"/>
                  </a:lnTo>
                  <a:lnTo>
                    <a:pt x="91618" y="6170347"/>
                  </a:lnTo>
                  <a:lnTo>
                    <a:pt x="91618" y="6169723"/>
                  </a:lnTo>
                  <a:lnTo>
                    <a:pt x="91763" y="6169723"/>
                  </a:lnTo>
                  <a:lnTo>
                    <a:pt x="91908" y="6169723"/>
                  </a:lnTo>
                  <a:lnTo>
                    <a:pt x="92054" y="6169723"/>
                  </a:lnTo>
                  <a:lnTo>
                    <a:pt x="92199" y="6169723"/>
                  </a:lnTo>
                  <a:lnTo>
                    <a:pt x="92199" y="6169099"/>
                  </a:lnTo>
                  <a:lnTo>
                    <a:pt x="92345" y="6169099"/>
                  </a:lnTo>
                  <a:lnTo>
                    <a:pt x="92345" y="6168476"/>
                  </a:lnTo>
                  <a:lnTo>
                    <a:pt x="92345" y="6167852"/>
                  </a:lnTo>
                  <a:lnTo>
                    <a:pt x="92490" y="6167852"/>
                  </a:lnTo>
                  <a:lnTo>
                    <a:pt x="92636" y="6167852"/>
                  </a:lnTo>
                  <a:lnTo>
                    <a:pt x="92636" y="6167229"/>
                  </a:lnTo>
                  <a:lnTo>
                    <a:pt x="92636" y="6166605"/>
                  </a:lnTo>
                  <a:lnTo>
                    <a:pt x="92781" y="6166605"/>
                  </a:lnTo>
                  <a:lnTo>
                    <a:pt x="92781" y="6165981"/>
                  </a:lnTo>
                  <a:lnTo>
                    <a:pt x="92926" y="6165981"/>
                  </a:lnTo>
                  <a:lnTo>
                    <a:pt x="93072" y="6165981"/>
                  </a:lnTo>
                  <a:lnTo>
                    <a:pt x="93217" y="6165981"/>
                  </a:lnTo>
                  <a:lnTo>
                    <a:pt x="93363" y="6165981"/>
                  </a:lnTo>
                  <a:lnTo>
                    <a:pt x="93508" y="6165981"/>
                  </a:lnTo>
                  <a:lnTo>
                    <a:pt x="93508" y="6165358"/>
                  </a:lnTo>
                  <a:lnTo>
                    <a:pt x="93654" y="6165358"/>
                  </a:lnTo>
                  <a:lnTo>
                    <a:pt x="93799" y="6165358"/>
                  </a:lnTo>
                  <a:lnTo>
                    <a:pt x="93944" y="6165358"/>
                  </a:lnTo>
                  <a:lnTo>
                    <a:pt x="93944" y="6164734"/>
                  </a:lnTo>
                  <a:lnTo>
                    <a:pt x="94090" y="6164734"/>
                  </a:lnTo>
                  <a:lnTo>
                    <a:pt x="94235" y="6164734"/>
                  </a:lnTo>
                  <a:lnTo>
                    <a:pt x="94381" y="6164734"/>
                  </a:lnTo>
                  <a:lnTo>
                    <a:pt x="94381" y="6164111"/>
                  </a:lnTo>
                  <a:lnTo>
                    <a:pt x="94526" y="6164111"/>
                  </a:lnTo>
                  <a:lnTo>
                    <a:pt x="94671" y="6164111"/>
                  </a:lnTo>
                  <a:lnTo>
                    <a:pt x="94671" y="6163487"/>
                  </a:lnTo>
                  <a:lnTo>
                    <a:pt x="94817" y="6163487"/>
                  </a:lnTo>
                  <a:lnTo>
                    <a:pt x="94962" y="6163487"/>
                  </a:lnTo>
                  <a:lnTo>
                    <a:pt x="95108" y="6163487"/>
                  </a:lnTo>
                  <a:lnTo>
                    <a:pt x="95253" y="6163487"/>
                  </a:lnTo>
                  <a:lnTo>
                    <a:pt x="95399" y="6163487"/>
                  </a:lnTo>
                  <a:lnTo>
                    <a:pt x="95544" y="6163487"/>
                  </a:lnTo>
                  <a:lnTo>
                    <a:pt x="95689" y="6163487"/>
                  </a:lnTo>
                  <a:lnTo>
                    <a:pt x="95835" y="6163487"/>
                  </a:lnTo>
                  <a:lnTo>
                    <a:pt x="95980" y="6163487"/>
                  </a:lnTo>
                  <a:lnTo>
                    <a:pt x="96126" y="6163487"/>
                  </a:lnTo>
                  <a:lnTo>
                    <a:pt x="96271" y="6163487"/>
                  </a:lnTo>
                  <a:lnTo>
                    <a:pt x="96417" y="6163487"/>
                  </a:lnTo>
                  <a:lnTo>
                    <a:pt x="96562" y="6163487"/>
                  </a:lnTo>
                  <a:lnTo>
                    <a:pt x="96707" y="6163487"/>
                  </a:lnTo>
                  <a:lnTo>
                    <a:pt x="96853" y="6163487"/>
                  </a:lnTo>
                  <a:lnTo>
                    <a:pt x="96998" y="6163487"/>
                  </a:lnTo>
                  <a:lnTo>
                    <a:pt x="97144" y="6163487"/>
                  </a:lnTo>
                  <a:lnTo>
                    <a:pt x="97289" y="6163487"/>
                  </a:lnTo>
                  <a:lnTo>
                    <a:pt x="97435" y="6163487"/>
                  </a:lnTo>
                  <a:lnTo>
                    <a:pt x="97580" y="6163487"/>
                  </a:lnTo>
                  <a:lnTo>
                    <a:pt x="97580" y="6162864"/>
                  </a:lnTo>
                  <a:lnTo>
                    <a:pt x="97725" y="6162864"/>
                  </a:lnTo>
                  <a:lnTo>
                    <a:pt x="97725" y="6162240"/>
                  </a:lnTo>
                  <a:lnTo>
                    <a:pt x="97871" y="6162240"/>
                  </a:lnTo>
                  <a:lnTo>
                    <a:pt x="97871" y="6161616"/>
                  </a:lnTo>
                  <a:lnTo>
                    <a:pt x="98016" y="6161616"/>
                  </a:lnTo>
                  <a:lnTo>
                    <a:pt x="98162" y="6161616"/>
                  </a:lnTo>
                  <a:lnTo>
                    <a:pt x="98307" y="6161616"/>
                  </a:lnTo>
                  <a:lnTo>
                    <a:pt x="98453" y="6161616"/>
                  </a:lnTo>
                  <a:lnTo>
                    <a:pt x="98453" y="6160993"/>
                  </a:lnTo>
                  <a:lnTo>
                    <a:pt x="98598" y="6160993"/>
                  </a:lnTo>
                  <a:lnTo>
                    <a:pt x="98743" y="6160993"/>
                  </a:lnTo>
                  <a:lnTo>
                    <a:pt x="98743" y="6160369"/>
                  </a:lnTo>
                  <a:lnTo>
                    <a:pt x="98889" y="6160369"/>
                  </a:lnTo>
                  <a:lnTo>
                    <a:pt x="99034" y="6160369"/>
                  </a:lnTo>
                  <a:lnTo>
                    <a:pt x="99180" y="6160369"/>
                  </a:lnTo>
                  <a:lnTo>
                    <a:pt x="99180" y="6159746"/>
                  </a:lnTo>
                  <a:lnTo>
                    <a:pt x="99325" y="6159746"/>
                  </a:lnTo>
                  <a:lnTo>
                    <a:pt x="99471" y="6159746"/>
                  </a:lnTo>
                  <a:lnTo>
                    <a:pt x="99616" y="6159746"/>
                  </a:lnTo>
                  <a:lnTo>
                    <a:pt x="99761" y="6159746"/>
                  </a:lnTo>
                  <a:lnTo>
                    <a:pt x="99907" y="6159746"/>
                  </a:lnTo>
                  <a:lnTo>
                    <a:pt x="100052" y="6159746"/>
                  </a:lnTo>
                  <a:lnTo>
                    <a:pt x="100198" y="6159746"/>
                  </a:lnTo>
                  <a:lnTo>
                    <a:pt x="100198" y="6159122"/>
                  </a:lnTo>
                  <a:lnTo>
                    <a:pt x="100343" y="6159122"/>
                  </a:lnTo>
                  <a:lnTo>
                    <a:pt x="100489" y="6159122"/>
                  </a:lnTo>
                  <a:lnTo>
                    <a:pt x="100634" y="6159122"/>
                  </a:lnTo>
                  <a:lnTo>
                    <a:pt x="100634" y="6158498"/>
                  </a:lnTo>
                  <a:lnTo>
                    <a:pt x="100779" y="6158498"/>
                  </a:lnTo>
                  <a:lnTo>
                    <a:pt x="100925" y="6158498"/>
                  </a:lnTo>
                  <a:lnTo>
                    <a:pt x="101070" y="6158498"/>
                  </a:lnTo>
                  <a:lnTo>
                    <a:pt x="101216" y="6158498"/>
                  </a:lnTo>
                  <a:lnTo>
                    <a:pt x="101216" y="6157875"/>
                  </a:lnTo>
                  <a:lnTo>
                    <a:pt x="101361" y="6157875"/>
                  </a:lnTo>
                  <a:lnTo>
                    <a:pt x="101506" y="6157875"/>
                  </a:lnTo>
                  <a:lnTo>
                    <a:pt x="101652" y="6157875"/>
                  </a:lnTo>
                  <a:lnTo>
                    <a:pt x="101797" y="6157875"/>
                  </a:lnTo>
                  <a:lnTo>
                    <a:pt x="101943" y="6157875"/>
                  </a:lnTo>
                  <a:lnTo>
                    <a:pt x="102088" y="6157875"/>
                  </a:lnTo>
                  <a:lnTo>
                    <a:pt x="102234" y="6157875"/>
                  </a:lnTo>
                  <a:lnTo>
                    <a:pt x="102379" y="6157875"/>
                  </a:lnTo>
                  <a:lnTo>
                    <a:pt x="102524" y="6157875"/>
                  </a:lnTo>
                  <a:lnTo>
                    <a:pt x="102670" y="6157875"/>
                  </a:lnTo>
                  <a:lnTo>
                    <a:pt x="102815" y="6157875"/>
                  </a:lnTo>
                  <a:lnTo>
                    <a:pt x="102815" y="6157251"/>
                  </a:lnTo>
                  <a:lnTo>
                    <a:pt x="102961" y="6157251"/>
                  </a:lnTo>
                  <a:lnTo>
                    <a:pt x="102961" y="6156628"/>
                  </a:lnTo>
                  <a:lnTo>
                    <a:pt x="103106" y="6156628"/>
                  </a:lnTo>
                  <a:lnTo>
                    <a:pt x="103252" y="6156628"/>
                  </a:lnTo>
                  <a:lnTo>
                    <a:pt x="103252" y="6156004"/>
                  </a:lnTo>
                  <a:lnTo>
                    <a:pt x="103397" y="6156004"/>
                  </a:lnTo>
                  <a:lnTo>
                    <a:pt x="103542" y="6156004"/>
                  </a:lnTo>
                  <a:lnTo>
                    <a:pt x="103542" y="6155381"/>
                  </a:lnTo>
                  <a:lnTo>
                    <a:pt x="103542" y="6154757"/>
                  </a:lnTo>
                  <a:lnTo>
                    <a:pt x="103542" y="6154133"/>
                  </a:lnTo>
                  <a:lnTo>
                    <a:pt x="103688" y="6154133"/>
                  </a:lnTo>
                  <a:lnTo>
                    <a:pt x="103688" y="6153510"/>
                  </a:lnTo>
                  <a:lnTo>
                    <a:pt x="103833" y="6153510"/>
                  </a:lnTo>
                  <a:lnTo>
                    <a:pt x="103979" y="6153510"/>
                  </a:lnTo>
                  <a:lnTo>
                    <a:pt x="104124" y="6153510"/>
                  </a:lnTo>
                  <a:lnTo>
                    <a:pt x="104270" y="6153510"/>
                  </a:lnTo>
                  <a:lnTo>
                    <a:pt x="104415" y="6153510"/>
                  </a:lnTo>
                  <a:lnTo>
                    <a:pt x="104560" y="6153510"/>
                  </a:lnTo>
                  <a:lnTo>
                    <a:pt x="104560" y="6152886"/>
                  </a:lnTo>
                  <a:lnTo>
                    <a:pt x="104706" y="6152886"/>
                  </a:lnTo>
                  <a:lnTo>
                    <a:pt x="104851" y="6152886"/>
                  </a:lnTo>
                  <a:lnTo>
                    <a:pt x="104851" y="6152263"/>
                  </a:lnTo>
                  <a:lnTo>
                    <a:pt x="104997" y="6152263"/>
                  </a:lnTo>
                  <a:lnTo>
                    <a:pt x="105142" y="6152263"/>
                  </a:lnTo>
                  <a:lnTo>
                    <a:pt x="105288" y="6152263"/>
                  </a:lnTo>
                  <a:lnTo>
                    <a:pt x="105433" y="6152263"/>
                  </a:lnTo>
                  <a:lnTo>
                    <a:pt x="105433" y="6151639"/>
                  </a:lnTo>
                  <a:lnTo>
                    <a:pt x="105433" y="6151015"/>
                  </a:lnTo>
                  <a:lnTo>
                    <a:pt x="105433" y="6150392"/>
                  </a:lnTo>
                  <a:lnTo>
                    <a:pt x="105578" y="6150392"/>
                  </a:lnTo>
                  <a:lnTo>
                    <a:pt x="105724" y="6150392"/>
                  </a:lnTo>
                  <a:lnTo>
                    <a:pt x="105869" y="6150392"/>
                  </a:lnTo>
                  <a:lnTo>
                    <a:pt x="106015" y="6150392"/>
                  </a:lnTo>
                  <a:lnTo>
                    <a:pt x="106160" y="6150392"/>
                  </a:lnTo>
                  <a:lnTo>
                    <a:pt x="106306" y="6150392"/>
                  </a:lnTo>
                  <a:lnTo>
                    <a:pt x="106306" y="6149768"/>
                  </a:lnTo>
                  <a:lnTo>
                    <a:pt x="106451" y="6149768"/>
                  </a:lnTo>
                  <a:lnTo>
                    <a:pt x="106596" y="6149768"/>
                  </a:lnTo>
                  <a:lnTo>
                    <a:pt x="106742" y="6149768"/>
                  </a:lnTo>
                  <a:lnTo>
                    <a:pt x="106887" y="6149768"/>
                  </a:lnTo>
                  <a:lnTo>
                    <a:pt x="107033" y="6149768"/>
                  </a:lnTo>
                  <a:lnTo>
                    <a:pt x="107178" y="6149768"/>
                  </a:lnTo>
                  <a:lnTo>
                    <a:pt x="107178" y="6149145"/>
                  </a:lnTo>
                  <a:lnTo>
                    <a:pt x="107178" y="6148521"/>
                  </a:lnTo>
                  <a:lnTo>
                    <a:pt x="107178" y="6147898"/>
                  </a:lnTo>
                  <a:lnTo>
                    <a:pt x="107324" y="6147898"/>
                  </a:lnTo>
                  <a:lnTo>
                    <a:pt x="107324" y="6147274"/>
                  </a:lnTo>
                  <a:lnTo>
                    <a:pt x="107469" y="6147274"/>
                  </a:lnTo>
                  <a:lnTo>
                    <a:pt x="107614" y="6147274"/>
                  </a:lnTo>
                  <a:lnTo>
                    <a:pt x="107614" y="6146650"/>
                  </a:lnTo>
                  <a:lnTo>
                    <a:pt x="107614" y="6146027"/>
                  </a:lnTo>
                  <a:lnTo>
                    <a:pt x="107760" y="6146027"/>
                  </a:lnTo>
                  <a:lnTo>
                    <a:pt x="107905" y="6146027"/>
                  </a:lnTo>
                  <a:lnTo>
                    <a:pt x="108051" y="6146027"/>
                  </a:lnTo>
                  <a:lnTo>
                    <a:pt x="108196" y="6146027"/>
                  </a:lnTo>
                  <a:lnTo>
                    <a:pt x="108341" y="6146027"/>
                  </a:lnTo>
                  <a:lnTo>
                    <a:pt x="108487" y="6146027"/>
                  </a:lnTo>
                  <a:lnTo>
                    <a:pt x="108632" y="6146027"/>
                  </a:lnTo>
                  <a:lnTo>
                    <a:pt x="108778" y="6146027"/>
                  </a:lnTo>
                  <a:lnTo>
                    <a:pt x="108923" y="6146027"/>
                  </a:lnTo>
                  <a:lnTo>
                    <a:pt x="108923" y="6145403"/>
                  </a:lnTo>
                  <a:lnTo>
                    <a:pt x="109069" y="6145403"/>
                  </a:lnTo>
                  <a:lnTo>
                    <a:pt x="109214" y="6145403"/>
                  </a:lnTo>
                  <a:lnTo>
                    <a:pt x="109359" y="6145403"/>
                  </a:lnTo>
                  <a:lnTo>
                    <a:pt x="109505" y="6145403"/>
                  </a:lnTo>
                  <a:lnTo>
                    <a:pt x="109650" y="6145403"/>
                  </a:lnTo>
                  <a:lnTo>
                    <a:pt x="109796" y="6145403"/>
                  </a:lnTo>
                  <a:lnTo>
                    <a:pt x="109796" y="6144780"/>
                  </a:lnTo>
                  <a:lnTo>
                    <a:pt x="109941" y="6144780"/>
                  </a:lnTo>
                  <a:lnTo>
                    <a:pt x="110087" y="6144780"/>
                  </a:lnTo>
                  <a:lnTo>
                    <a:pt x="110087" y="6144156"/>
                  </a:lnTo>
                  <a:lnTo>
                    <a:pt x="110087" y="6143533"/>
                  </a:lnTo>
                  <a:lnTo>
                    <a:pt x="110232" y="6143533"/>
                  </a:lnTo>
                  <a:lnTo>
                    <a:pt x="110232" y="6142909"/>
                  </a:lnTo>
                  <a:lnTo>
                    <a:pt x="110377" y="6142909"/>
                  </a:lnTo>
                  <a:lnTo>
                    <a:pt x="110377" y="6142285"/>
                  </a:lnTo>
                  <a:lnTo>
                    <a:pt x="110523" y="6142285"/>
                  </a:lnTo>
                  <a:lnTo>
                    <a:pt x="110668" y="6142285"/>
                  </a:lnTo>
                  <a:lnTo>
                    <a:pt x="110668" y="6141662"/>
                  </a:lnTo>
                  <a:lnTo>
                    <a:pt x="110814" y="6141662"/>
                  </a:lnTo>
                  <a:lnTo>
                    <a:pt x="110959" y="6141662"/>
                  </a:lnTo>
                  <a:lnTo>
                    <a:pt x="111105" y="6141662"/>
                  </a:lnTo>
                  <a:lnTo>
                    <a:pt x="111250" y="6141662"/>
                  </a:lnTo>
                  <a:lnTo>
                    <a:pt x="111395" y="6141662"/>
                  </a:lnTo>
                  <a:lnTo>
                    <a:pt x="111541" y="6141662"/>
                  </a:lnTo>
                  <a:lnTo>
                    <a:pt x="111686" y="6141662"/>
                  </a:lnTo>
                  <a:lnTo>
                    <a:pt x="111686" y="6141038"/>
                  </a:lnTo>
                  <a:lnTo>
                    <a:pt x="111832" y="6141038"/>
                  </a:lnTo>
                  <a:lnTo>
                    <a:pt x="111977" y="6141038"/>
                  </a:lnTo>
                  <a:lnTo>
                    <a:pt x="112123" y="6141038"/>
                  </a:lnTo>
                  <a:lnTo>
                    <a:pt x="112268" y="6141038"/>
                  </a:lnTo>
                  <a:lnTo>
                    <a:pt x="112413" y="6141038"/>
                  </a:lnTo>
                  <a:lnTo>
                    <a:pt x="112559" y="6141038"/>
                  </a:lnTo>
                  <a:lnTo>
                    <a:pt x="112559" y="6140415"/>
                  </a:lnTo>
                  <a:lnTo>
                    <a:pt x="112704" y="6140415"/>
                  </a:lnTo>
                  <a:lnTo>
                    <a:pt x="112704" y="6139791"/>
                  </a:lnTo>
                  <a:lnTo>
                    <a:pt x="112704" y="6139167"/>
                  </a:lnTo>
                  <a:lnTo>
                    <a:pt x="112850" y="6139167"/>
                  </a:lnTo>
                  <a:lnTo>
                    <a:pt x="112995" y="6139167"/>
                  </a:lnTo>
                  <a:lnTo>
                    <a:pt x="113141" y="6139167"/>
                  </a:lnTo>
                  <a:lnTo>
                    <a:pt x="113286" y="6139167"/>
                  </a:lnTo>
                  <a:lnTo>
                    <a:pt x="113431" y="6139167"/>
                  </a:lnTo>
                  <a:lnTo>
                    <a:pt x="113431" y="6138544"/>
                  </a:lnTo>
                  <a:lnTo>
                    <a:pt x="113577" y="6138544"/>
                  </a:lnTo>
                  <a:lnTo>
                    <a:pt x="113722" y="6138544"/>
                  </a:lnTo>
                  <a:lnTo>
                    <a:pt x="113868" y="6138544"/>
                  </a:lnTo>
                  <a:lnTo>
                    <a:pt x="114013" y="6138544"/>
                  </a:lnTo>
                  <a:lnTo>
                    <a:pt x="114159" y="6138544"/>
                  </a:lnTo>
                  <a:lnTo>
                    <a:pt x="114304" y="6138544"/>
                  </a:lnTo>
                  <a:lnTo>
                    <a:pt x="114449" y="6138544"/>
                  </a:lnTo>
                  <a:lnTo>
                    <a:pt x="114595" y="6138544"/>
                  </a:lnTo>
                  <a:lnTo>
                    <a:pt x="114740" y="6138544"/>
                  </a:lnTo>
                  <a:lnTo>
                    <a:pt x="114740" y="6137920"/>
                  </a:lnTo>
                  <a:lnTo>
                    <a:pt x="114740" y="6137297"/>
                  </a:lnTo>
                  <a:lnTo>
                    <a:pt x="114886" y="6137297"/>
                  </a:lnTo>
                  <a:lnTo>
                    <a:pt x="115031" y="6137297"/>
                  </a:lnTo>
                  <a:lnTo>
                    <a:pt x="115176" y="6137297"/>
                  </a:lnTo>
                  <a:lnTo>
                    <a:pt x="115322" y="6137297"/>
                  </a:lnTo>
                  <a:lnTo>
                    <a:pt x="115322" y="6136673"/>
                  </a:lnTo>
                  <a:lnTo>
                    <a:pt x="115467" y="6136673"/>
                  </a:lnTo>
                  <a:lnTo>
                    <a:pt x="115467" y="6136050"/>
                  </a:lnTo>
                  <a:lnTo>
                    <a:pt x="115467" y="6135426"/>
                  </a:lnTo>
                  <a:lnTo>
                    <a:pt x="115613" y="6135426"/>
                  </a:lnTo>
                  <a:lnTo>
                    <a:pt x="115758" y="6135426"/>
                  </a:lnTo>
                  <a:lnTo>
                    <a:pt x="115904" y="6135426"/>
                  </a:lnTo>
                  <a:lnTo>
                    <a:pt x="116049" y="6135426"/>
                  </a:lnTo>
                  <a:lnTo>
                    <a:pt x="116049" y="6134802"/>
                  </a:lnTo>
                  <a:lnTo>
                    <a:pt x="116049" y="6134179"/>
                  </a:lnTo>
                  <a:lnTo>
                    <a:pt x="116194" y="6134179"/>
                  </a:lnTo>
                  <a:lnTo>
                    <a:pt x="116194" y="6133555"/>
                  </a:lnTo>
                  <a:lnTo>
                    <a:pt x="116340" y="6133555"/>
                  </a:lnTo>
                  <a:lnTo>
                    <a:pt x="116485" y="6133555"/>
                  </a:lnTo>
                  <a:lnTo>
                    <a:pt x="116631" y="6133555"/>
                  </a:lnTo>
                  <a:lnTo>
                    <a:pt x="116776" y="6133555"/>
                  </a:lnTo>
                  <a:lnTo>
                    <a:pt x="116922" y="6133555"/>
                  </a:lnTo>
                  <a:lnTo>
                    <a:pt x="117067" y="6133555"/>
                  </a:lnTo>
                  <a:lnTo>
                    <a:pt x="117212" y="6133555"/>
                  </a:lnTo>
                  <a:lnTo>
                    <a:pt x="117212" y="6132932"/>
                  </a:lnTo>
                  <a:lnTo>
                    <a:pt x="117358" y="6132932"/>
                  </a:lnTo>
                  <a:lnTo>
                    <a:pt x="117503" y="6132932"/>
                  </a:lnTo>
                  <a:lnTo>
                    <a:pt x="117649" y="6132932"/>
                  </a:lnTo>
                  <a:lnTo>
                    <a:pt x="117649" y="6132308"/>
                  </a:lnTo>
                  <a:lnTo>
                    <a:pt x="117794" y="6132308"/>
                  </a:lnTo>
                  <a:lnTo>
                    <a:pt x="117940" y="6132308"/>
                  </a:lnTo>
                  <a:lnTo>
                    <a:pt x="117940" y="6131684"/>
                  </a:lnTo>
                  <a:lnTo>
                    <a:pt x="118085" y="6131684"/>
                  </a:lnTo>
                  <a:lnTo>
                    <a:pt x="118085" y="6131061"/>
                  </a:lnTo>
                  <a:lnTo>
                    <a:pt x="118085" y="6130437"/>
                  </a:lnTo>
                  <a:lnTo>
                    <a:pt x="118230" y="6130437"/>
                  </a:lnTo>
                  <a:lnTo>
                    <a:pt x="118230" y="6129814"/>
                  </a:lnTo>
                  <a:lnTo>
                    <a:pt x="118376" y="6129814"/>
                  </a:lnTo>
                  <a:lnTo>
                    <a:pt x="118521" y="6129814"/>
                  </a:lnTo>
                  <a:lnTo>
                    <a:pt x="118667" y="6129814"/>
                  </a:lnTo>
                  <a:lnTo>
                    <a:pt x="118812" y="6129814"/>
                  </a:lnTo>
                  <a:lnTo>
                    <a:pt x="118958" y="6129814"/>
                  </a:lnTo>
                  <a:lnTo>
                    <a:pt x="119103" y="6129814"/>
                  </a:lnTo>
                  <a:lnTo>
                    <a:pt x="119103" y="6129190"/>
                  </a:lnTo>
                  <a:lnTo>
                    <a:pt x="119103" y="6128567"/>
                  </a:lnTo>
                  <a:lnTo>
                    <a:pt x="119103" y="6127943"/>
                  </a:lnTo>
                  <a:lnTo>
                    <a:pt x="119248" y="6127943"/>
                  </a:lnTo>
                  <a:lnTo>
                    <a:pt x="119394" y="6127943"/>
                  </a:lnTo>
                  <a:lnTo>
                    <a:pt x="119394" y="6127319"/>
                  </a:lnTo>
                  <a:lnTo>
                    <a:pt x="119539" y="6127319"/>
                  </a:lnTo>
                  <a:lnTo>
                    <a:pt x="119685" y="6127319"/>
                  </a:lnTo>
                  <a:lnTo>
                    <a:pt x="119830" y="6127319"/>
                  </a:lnTo>
                  <a:lnTo>
                    <a:pt x="119830" y="6126696"/>
                  </a:lnTo>
                  <a:lnTo>
                    <a:pt x="119976" y="6126696"/>
                  </a:lnTo>
                  <a:lnTo>
                    <a:pt x="120121" y="6126696"/>
                  </a:lnTo>
                  <a:lnTo>
                    <a:pt x="120121" y="6126072"/>
                  </a:lnTo>
                  <a:lnTo>
                    <a:pt x="120121" y="6125449"/>
                  </a:lnTo>
                  <a:lnTo>
                    <a:pt x="120266" y="6125449"/>
                  </a:lnTo>
                  <a:lnTo>
                    <a:pt x="120412" y="6125449"/>
                  </a:lnTo>
                  <a:lnTo>
                    <a:pt x="120412" y="6124825"/>
                  </a:lnTo>
                  <a:lnTo>
                    <a:pt x="120557" y="6124825"/>
                  </a:lnTo>
                  <a:lnTo>
                    <a:pt x="120557" y="6124201"/>
                  </a:lnTo>
                  <a:lnTo>
                    <a:pt x="120557" y="6123578"/>
                  </a:lnTo>
                  <a:lnTo>
                    <a:pt x="120703" y="6123578"/>
                  </a:lnTo>
                  <a:lnTo>
                    <a:pt x="120848" y="6123578"/>
                  </a:lnTo>
                  <a:lnTo>
                    <a:pt x="120994" y="6123578"/>
                  </a:lnTo>
                  <a:lnTo>
                    <a:pt x="120994" y="6122954"/>
                  </a:lnTo>
                  <a:lnTo>
                    <a:pt x="121139" y="6122954"/>
                  </a:lnTo>
                  <a:lnTo>
                    <a:pt x="121139" y="6122331"/>
                  </a:lnTo>
                  <a:lnTo>
                    <a:pt x="121284" y="6122331"/>
                  </a:lnTo>
                  <a:lnTo>
                    <a:pt x="121284" y="6121707"/>
                  </a:lnTo>
                  <a:lnTo>
                    <a:pt x="121430" y="6121707"/>
                  </a:lnTo>
                  <a:lnTo>
                    <a:pt x="121575" y="6121707"/>
                  </a:lnTo>
                  <a:lnTo>
                    <a:pt x="121721" y="6121707"/>
                  </a:lnTo>
                  <a:lnTo>
                    <a:pt x="121866" y="6121707"/>
                  </a:lnTo>
                  <a:lnTo>
                    <a:pt x="122011" y="6121707"/>
                  </a:lnTo>
                  <a:lnTo>
                    <a:pt x="122157" y="6121707"/>
                  </a:lnTo>
                  <a:lnTo>
                    <a:pt x="122302" y="6121707"/>
                  </a:lnTo>
                  <a:lnTo>
                    <a:pt x="122448" y="6121707"/>
                  </a:lnTo>
                  <a:lnTo>
                    <a:pt x="122448" y="6121084"/>
                  </a:lnTo>
                  <a:lnTo>
                    <a:pt x="122593" y="6121084"/>
                  </a:lnTo>
                  <a:lnTo>
                    <a:pt x="122739" y="6121084"/>
                  </a:lnTo>
                  <a:lnTo>
                    <a:pt x="122884" y="6121084"/>
                  </a:lnTo>
                  <a:lnTo>
                    <a:pt x="122884" y="6120460"/>
                  </a:lnTo>
                  <a:lnTo>
                    <a:pt x="122884" y="6119836"/>
                  </a:lnTo>
                  <a:lnTo>
                    <a:pt x="123029" y="6119836"/>
                  </a:lnTo>
                  <a:lnTo>
                    <a:pt x="123029" y="6119213"/>
                  </a:lnTo>
                  <a:lnTo>
                    <a:pt x="123175" y="6119213"/>
                  </a:lnTo>
                  <a:lnTo>
                    <a:pt x="123175" y="6118589"/>
                  </a:lnTo>
                  <a:lnTo>
                    <a:pt x="123175" y="6117966"/>
                  </a:lnTo>
                  <a:lnTo>
                    <a:pt x="123320" y="6117966"/>
                  </a:lnTo>
                  <a:lnTo>
                    <a:pt x="123320" y="6117342"/>
                  </a:lnTo>
                  <a:lnTo>
                    <a:pt x="123466" y="6117342"/>
                  </a:lnTo>
                  <a:lnTo>
                    <a:pt x="123611" y="6117342"/>
                  </a:lnTo>
                  <a:lnTo>
                    <a:pt x="123757" y="6117342"/>
                  </a:lnTo>
                  <a:lnTo>
                    <a:pt x="123902" y="6117342"/>
                  </a:lnTo>
                  <a:lnTo>
                    <a:pt x="124047" y="6117342"/>
                  </a:lnTo>
                  <a:lnTo>
                    <a:pt x="124193" y="6117342"/>
                  </a:lnTo>
                  <a:lnTo>
                    <a:pt x="124193" y="6116718"/>
                  </a:lnTo>
                  <a:lnTo>
                    <a:pt x="124338" y="6116718"/>
                  </a:lnTo>
                  <a:lnTo>
                    <a:pt x="124484" y="6116718"/>
                  </a:lnTo>
                  <a:lnTo>
                    <a:pt x="124629" y="6116718"/>
                  </a:lnTo>
                  <a:lnTo>
                    <a:pt x="124629" y="6116095"/>
                  </a:lnTo>
                  <a:lnTo>
                    <a:pt x="124629" y="6115471"/>
                  </a:lnTo>
                  <a:lnTo>
                    <a:pt x="124775" y="6115471"/>
                  </a:lnTo>
                  <a:lnTo>
                    <a:pt x="124775" y="6114848"/>
                  </a:lnTo>
                  <a:lnTo>
                    <a:pt x="124920" y="6114848"/>
                  </a:lnTo>
                  <a:lnTo>
                    <a:pt x="125065" y="6114848"/>
                  </a:lnTo>
                  <a:lnTo>
                    <a:pt x="125065" y="6114224"/>
                  </a:lnTo>
                  <a:lnTo>
                    <a:pt x="125211" y="6114224"/>
                  </a:lnTo>
                  <a:lnTo>
                    <a:pt x="125356" y="6114224"/>
                  </a:lnTo>
                  <a:lnTo>
                    <a:pt x="125502" y="6114224"/>
                  </a:lnTo>
                  <a:lnTo>
                    <a:pt x="125502" y="6113601"/>
                  </a:lnTo>
                  <a:lnTo>
                    <a:pt x="125647" y="6113601"/>
                  </a:lnTo>
                  <a:lnTo>
                    <a:pt x="125647" y="6112977"/>
                  </a:lnTo>
                  <a:lnTo>
                    <a:pt x="125793" y="6112977"/>
                  </a:lnTo>
                  <a:lnTo>
                    <a:pt x="125793" y="6112353"/>
                  </a:lnTo>
                  <a:lnTo>
                    <a:pt x="125938" y="6112353"/>
                  </a:lnTo>
                  <a:lnTo>
                    <a:pt x="125938" y="6111730"/>
                  </a:lnTo>
                  <a:lnTo>
                    <a:pt x="126083" y="6111730"/>
                  </a:lnTo>
                  <a:lnTo>
                    <a:pt x="126229" y="6111730"/>
                  </a:lnTo>
                  <a:lnTo>
                    <a:pt x="126229" y="6111106"/>
                  </a:lnTo>
                  <a:lnTo>
                    <a:pt x="126374" y="6111106"/>
                  </a:lnTo>
                  <a:lnTo>
                    <a:pt x="126374" y="6110483"/>
                  </a:lnTo>
                  <a:lnTo>
                    <a:pt x="126520" y="6110483"/>
                  </a:lnTo>
                  <a:lnTo>
                    <a:pt x="126665" y="6110483"/>
                  </a:lnTo>
                  <a:lnTo>
                    <a:pt x="126665" y="6109859"/>
                  </a:lnTo>
                  <a:lnTo>
                    <a:pt x="126811" y="6109859"/>
                  </a:lnTo>
                  <a:lnTo>
                    <a:pt x="126956" y="6109859"/>
                  </a:lnTo>
                  <a:lnTo>
                    <a:pt x="127101" y="6109859"/>
                  </a:lnTo>
                  <a:lnTo>
                    <a:pt x="127101" y="6109235"/>
                  </a:lnTo>
                  <a:lnTo>
                    <a:pt x="127247" y="6109235"/>
                  </a:lnTo>
                  <a:lnTo>
                    <a:pt x="127392" y="6109235"/>
                  </a:lnTo>
                  <a:lnTo>
                    <a:pt x="127538" y="6109235"/>
                  </a:lnTo>
                  <a:lnTo>
                    <a:pt x="127683" y="6109235"/>
                  </a:lnTo>
                  <a:lnTo>
                    <a:pt x="127829" y="6109235"/>
                  </a:lnTo>
                  <a:lnTo>
                    <a:pt x="127829" y="6108612"/>
                  </a:lnTo>
                  <a:lnTo>
                    <a:pt x="127974" y="6108612"/>
                  </a:lnTo>
                  <a:lnTo>
                    <a:pt x="128119" y="6108612"/>
                  </a:lnTo>
                  <a:lnTo>
                    <a:pt x="128119" y="6107988"/>
                  </a:lnTo>
                  <a:lnTo>
                    <a:pt x="128119" y="6107365"/>
                  </a:lnTo>
                  <a:lnTo>
                    <a:pt x="128265" y="6107365"/>
                  </a:lnTo>
                  <a:lnTo>
                    <a:pt x="128410" y="6107365"/>
                  </a:lnTo>
                  <a:lnTo>
                    <a:pt x="128410" y="6106741"/>
                  </a:lnTo>
                  <a:lnTo>
                    <a:pt x="128410" y="6106118"/>
                  </a:lnTo>
                  <a:lnTo>
                    <a:pt x="128410" y="6105494"/>
                  </a:lnTo>
                  <a:lnTo>
                    <a:pt x="128556" y="6105494"/>
                  </a:lnTo>
                  <a:lnTo>
                    <a:pt x="128556" y="6104870"/>
                  </a:lnTo>
                  <a:lnTo>
                    <a:pt x="128556" y="6104247"/>
                  </a:lnTo>
                  <a:lnTo>
                    <a:pt x="128556" y="6103623"/>
                  </a:lnTo>
                  <a:lnTo>
                    <a:pt x="128701" y="6103623"/>
                  </a:lnTo>
                  <a:lnTo>
                    <a:pt x="128846" y="6103623"/>
                  </a:lnTo>
                  <a:lnTo>
                    <a:pt x="128846" y="6103000"/>
                  </a:lnTo>
                  <a:lnTo>
                    <a:pt x="128846" y="6102376"/>
                  </a:lnTo>
                  <a:lnTo>
                    <a:pt x="128992" y="6102376"/>
                  </a:lnTo>
                  <a:lnTo>
                    <a:pt x="129137" y="6102376"/>
                  </a:lnTo>
                  <a:lnTo>
                    <a:pt x="129283" y="6102376"/>
                  </a:lnTo>
                  <a:lnTo>
                    <a:pt x="129428" y="6102376"/>
                  </a:lnTo>
                  <a:lnTo>
                    <a:pt x="129574" y="6102376"/>
                  </a:lnTo>
                  <a:lnTo>
                    <a:pt x="129719" y="6102376"/>
                  </a:lnTo>
                  <a:lnTo>
                    <a:pt x="129864" y="6102376"/>
                  </a:lnTo>
                  <a:lnTo>
                    <a:pt x="130010" y="6102376"/>
                  </a:lnTo>
                  <a:lnTo>
                    <a:pt x="130155" y="6102376"/>
                  </a:lnTo>
                  <a:lnTo>
                    <a:pt x="130301" y="6102376"/>
                  </a:lnTo>
                  <a:lnTo>
                    <a:pt x="130446" y="6102376"/>
                  </a:lnTo>
                  <a:lnTo>
                    <a:pt x="130446" y="6101752"/>
                  </a:lnTo>
                  <a:lnTo>
                    <a:pt x="130592" y="6101752"/>
                  </a:lnTo>
                  <a:lnTo>
                    <a:pt x="130737" y="6101752"/>
                  </a:lnTo>
                  <a:lnTo>
                    <a:pt x="130737" y="6101129"/>
                  </a:lnTo>
                  <a:lnTo>
                    <a:pt x="130737" y="6100505"/>
                  </a:lnTo>
                  <a:lnTo>
                    <a:pt x="130882" y="6100505"/>
                  </a:lnTo>
                  <a:lnTo>
                    <a:pt x="131028" y="6100505"/>
                  </a:lnTo>
                  <a:lnTo>
                    <a:pt x="131028" y="6099882"/>
                  </a:lnTo>
                  <a:lnTo>
                    <a:pt x="131028" y="6099258"/>
                  </a:lnTo>
                  <a:lnTo>
                    <a:pt x="131028" y="6098635"/>
                  </a:lnTo>
                  <a:lnTo>
                    <a:pt x="131173" y="6098635"/>
                  </a:lnTo>
                  <a:lnTo>
                    <a:pt x="131319" y="6098635"/>
                  </a:lnTo>
                  <a:lnTo>
                    <a:pt x="131464" y="6098635"/>
                  </a:lnTo>
                  <a:lnTo>
                    <a:pt x="131464" y="6098011"/>
                  </a:lnTo>
                  <a:lnTo>
                    <a:pt x="131610" y="6098011"/>
                  </a:lnTo>
                  <a:lnTo>
                    <a:pt x="131755" y="6098011"/>
                  </a:lnTo>
                  <a:lnTo>
                    <a:pt x="131900" y="6098011"/>
                  </a:lnTo>
                  <a:lnTo>
                    <a:pt x="132046" y="6098011"/>
                  </a:lnTo>
                  <a:lnTo>
                    <a:pt x="132191" y="6098011"/>
                  </a:lnTo>
                  <a:lnTo>
                    <a:pt x="132337" y="6098011"/>
                  </a:lnTo>
                  <a:lnTo>
                    <a:pt x="132482" y="6098011"/>
                  </a:lnTo>
                  <a:lnTo>
                    <a:pt x="132628" y="6098011"/>
                  </a:lnTo>
                  <a:lnTo>
                    <a:pt x="132773" y="6098011"/>
                  </a:lnTo>
                  <a:lnTo>
                    <a:pt x="132773" y="6097387"/>
                  </a:lnTo>
                  <a:lnTo>
                    <a:pt x="132918" y="6097387"/>
                  </a:lnTo>
                  <a:lnTo>
                    <a:pt x="133064" y="6097387"/>
                  </a:lnTo>
                  <a:lnTo>
                    <a:pt x="133209" y="6097387"/>
                  </a:lnTo>
                  <a:lnTo>
                    <a:pt x="133209" y="6096764"/>
                  </a:lnTo>
                  <a:lnTo>
                    <a:pt x="133355" y="6096764"/>
                  </a:lnTo>
                  <a:lnTo>
                    <a:pt x="133355" y="6096140"/>
                  </a:lnTo>
                  <a:lnTo>
                    <a:pt x="133355" y="6095517"/>
                  </a:lnTo>
                  <a:lnTo>
                    <a:pt x="133500" y="6095517"/>
                  </a:lnTo>
                  <a:lnTo>
                    <a:pt x="133500" y="6094893"/>
                  </a:lnTo>
                  <a:lnTo>
                    <a:pt x="133646" y="6094893"/>
                  </a:lnTo>
                  <a:lnTo>
                    <a:pt x="133646" y="6094270"/>
                  </a:lnTo>
                  <a:lnTo>
                    <a:pt x="133791" y="6094270"/>
                  </a:lnTo>
                  <a:lnTo>
                    <a:pt x="133936" y="6094270"/>
                  </a:lnTo>
                  <a:lnTo>
                    <a:pt x="134082" y="6094270"/>
                  </a:lnTo>
                  <a:lnTo>
                    <a:pt x="134227" y="6094270"/>
                  </a:lnTo>
                  <a:lnTo>
                    <a:pt x="134373" y="6094270"/>
                  </a:lnTo>
                  <a:lnTo>
                    <a:pt x="134373" y="6093646"/>
                  </a:lnTo>
                  <a:lnTo>
                    <a:pt x="134373" y="6093022"/>
                  </a:lnTo>
                  <a:lnTo>
                    <a:pt x="134373" y="6092399"/>
                  </a:lnTo>
                  <a:lnTo>
                    <a:pt x="134518" y="6092399"/>
                  </a:lnTo>
                  <a:lnTo>
                    <a:pt x="134664" y="6092399"/>
                  </a:lnTo>
                  <a:lnTo>
                    <a:pt x="134809" y="6092399"/>
                  </a:lnTo>
                  <a:lnTo>
                    <a:pt x="134954" y="6092399"/>
                  </a:lnTo>
                  <a:lnTo>
                    <a:pt x="135100" y="6092399"/>
                  </a:lnTo>
                  <a:lnTo>
                    <a:pt x="135245" y="6092399"/>
                  </a:lnTo>
                  <a:lnTo>
                    <a:pt x="135391" y="6092399"/>
                  </a:lnTo>
                  <a:lnTo>
                    <a:pt x="135536" y="6092399"/>
                  </a:lnTo>
                  <a:lnTo>
                    <a:pt x="135681" y="6092399"/>
                  </a:lnTo>
                  <a:lnTo>
                    <a:pt x="135827" y="6092399"/>
                  </a:lnTo>
                  <a:lnTo>
                    <a:pt x="135972" y="6092399"/>
                  </a:lnTo>
                  <a:lnTo>
                    <a:pt x="136118" y="6092399"/>
                  </a:lnTo>
                  <a:lnTo>
                    <a:pt x="136263" y="6092399"/>
                  </a:lnTo>
                  <a:lnTo>
                    <a:pt x="136263" y="6091775"/>
                  </a:lnTo>
                  <a:lnTo>
                    <a:pt x="136409" y="6091775"/>
                  </a:lnTo>
                  <a:lnTo>
                    <a:pt x="136554" y="6091775"/>
                  </a:lnTo>
                  <a:lnTo>
                    <a:pt x="136699" y="6091775"/>
                  </a:lnTo>
                  <a:lnTo>
                    <a:pt x="136699" y="6091152"/>
                  </a:lnTo>
                  <a:lnTo>
                    <a:pt x="136699" y="6090528"/>
                  </a:lnTo>
                  <a:lnTo>
                    <a:pt x="136845" y="6090528"/>
                  </a:lnTo>
                  <a:lnTo>
                    <a:pt x="136990" y="6090528"/>
                  </a:lnTo>
                  <a:lnTo>
                    <a:pt x="137136" y="6090528"/>
                  </a:lnTo>
                  <a:lnTo>
                    <a:pt x="137136" y="6089904"/>
                  </a:lnTo>
                  <a:lnTo>
                    <a:pt x="137136" y="6089281"/>
                  </a:lnTo>
                  <a:lnTo>
                    <a:pt x="137136" y="6088657"/>
                  </a:lnTo>
                  <a:lnTo>
                    <a:pt x="137136" y="6088034"/>
                  </a:lnTo>
                  <a:lnTo>
                    <a:pt x="137281" y="6088034"/>
                  </a:lnTo>
                  <a:lnTo>
                    <a:pt x="137281" y="6087410"/>
                  </a:lnTo>
                  <a:lnTo>
                    <a:pt x="137281" y="6086787"/>
                  </a:lnTo>
                  <a:lnTo>
                    <a:pt x="137427" y="6086787"/>
                  </a:lnTo>
                  <a:lnTo>
                    <a:pt x="137572" y="6086787"/>
                  </a:lnTo>
                  <a:lnTo>
                    <a:pt x="137717" y="6086787"/>
                  </a:lnTo>
                  <a:lnTo>
                    <a:pt x="137863" y="6086787"/>
                  </a:lnTo>
                  <a:lnTo>
                    <a:pt x="138008" y="6086787"/>
                  </a:lnTo>
                  <a:lnTo>
                    <a:pt x="138008" y="6086163"/>
                  </a:lnTo>
                  <a:lnTo>
                    <a:pt x="138154" y="6086163"/>
                  </a:lnTo>
                  <a:lnTo>
                    <a:pt x="138299" y="6086163"/>
                  </a:lnTo>
                  <a:lnTo>
                    <a:pt x="138445" y="6086163"/>
                  </a:lnTo>
                  <a:lnTo>
                    <a:pt x="138445" y="6085539"/>
                  </a:lnTo>
                  <a:lnTo>
                    <a:pt x="138590" y="6085539"/>
                  </a:lnTo>
                  <a:lnTo>
                    <a:pt x="138590" y="6084916"/>
                  </a:lnTo>
                  <a:lnTo>
                    <a:pt x="138735" y="6084916"/>
                  </a:lnTo>
                  <a:lnTo>
                    <a:pt x="138881" y="6084916"/>
                  </a:lnTo>
                  <a:lnTo>
                    <a:pt x="138881" y="6084292"/>
                  </a:lnTo>
                  <a:lnTo>
                    <a:pt x="139026" y="6084292"/>
                  </a:lnTo>
                  <a:lnTo>
                    <a:pt x="139172" y="6084292"/>
                  </a:lnTo>
                  <a:lnTo>
                    <a:pt x="139317" y="6084292"/>
                  </a:lnTo>
                  <a:lnTo>
                    <a:pt x="139463" y="6084292"/>
                  </a:lnTo>
                  <a:lnTo>
                    <a:pt x="139608" y="6084292"/>
                  </a:lnTo>
                  <a:lnTo>
                    <a:pt x="139608" y="6083669"/>
                  </a:lnTo>
                  <a:lnTo>
                    <a:pt x="139753" y="6083669"/>
                  </a:lnTo>
                  <a:lnTo>
                    <a:pt x="139899" y="6083669"/>
                  </a:lnTo>
                  <a:lnTo>
                    <a:pt x="140044" y="6083669"/>
                  </a:lnTo>
                  <a:lnTo>
                    <a:pt x="140044" y="6083045"/>
                  </a:lnTo>
                  <a:lnTo>
                    <a:pt x="140190" y="6083045"/>
                  </a:lnTo>
                  <a:lnTo>
                    <a:pt x="140335" y="6083045"/>
                  </a:lnTo>
                  <a:lnTo>
                    <a:pt x="140481" y="6083045"/>
                  </a:lnTo>
                  <a:lnTo>
                    <a:pt x="140481" y="6082421"/>
                  </a:lnTo>
                  <a:lnTo>
                    <a:pt x="140481" y="6081798"/>
                  </a:lnTo>
                  <a:lnTo>
                    <a:pt x="140481" y="6081174"/>
                  </a:lnTo>
                  <a:lnTo>
                    <a:pt x="140626" y="6081174"/>
                  </a:lnTo>
                  <a:lnTo>
                    <a:pt x="140771" y="6081174"/>
                  </a:lnTo>
                  <a:lnTo>
                    <a:pt x="140917" y="6081174"/>
                  </a:lnTo>
                  <a:lnTo>
                    <a:pt x="141062" y="6081174"/>
                  </a:lnTo>
                  <a:lnTo>
                    <a:pt x="141062" y="6080551"/>
                  </a:lnTo>
                  <a:lnTo>
                    <a:pt x="141208" y="6080551"/>
                  </a:lnTo>
                  <a:lnTo>
                    <a:pt x="141353" y="6080551"/>
                  </a:lnTo>
                  <a:lnTo>
                    <a:pt x="141499" y="6080551"/>
                  </a:lnTo>
                  <a:lnTo>
                    <a:pt x="141644" y="6080551"/>
                  </a:lnTo>
                  <a:lnTo>
                    <a:pt x="141644" y="6079927"/>
                  </a:lnTo>
                  <a:lnTo>
                    <a:pt x="141789" y="6079927"/>
                  </a:lnTo>
                  <a:lnTo>
                    <a:pt x="141935" y="6079927"/>
                  </a:lnTo>
                  <a:lnTo>
                    <a:pt x="142080" y="6079927"/>
                  </a:lnTo>
                  <a:lnTo>
                    <a:pt x="142226" y="6079927"/>
                  </a:lnTo>
                  <a:lnTo>
                    <a:pt x="142371" y="6079927"/>
                  </a:lnTo>
                  <a:lnTo>
                    <a:pt x="142371" y="6079304"/>
                  </a:lnTo>
                  <a:lnTo>
                    <a:pt x="142371" y="6078680"/>
                  </a:lnTo>
                  <a:lnTo>
                    <a:pt x="142516" y="6078680"/>
                  </a:lnTo>
                  <a:lnTo>
                    <a:pt x="142662" y="6078680"/>
                  </a:lnTo>
                  <a:lnTo>
                    <a:pt x="142807" y="6078680"/>
                  </a:lnTo>
                  <a:lnTo>
                    <a:pt x="142953" y="6078680"/>
                  </a:lnTo>
                  <a:lnTo>
                    <a:pt x="143098" y="6078680"/>
                  </a:lnTo>
                  <a:lnTo>
                    <a:pt x="143244" y="6078680"/>
                  </a:lnTo>
                  <a:lnTo>
                    <a:pt x="143389" y="6078680"/>
                  </a:lnTo>
                  <a:lnTo>
                    <a:pt x="143534" y="6078680"/>
                  </a:lnTo>
                  <a:lnTo>
                    <a:pt x="143534" y="6078056"/>
                  </a:lnTo>
                  <a:lnTo>
                    <a:pt x="143534" y="6077433"/>
                  </a:lnTo>
                  <a:lnTo>
                    <a:pt x="143680" y="6077433"/>
                  </a:lnTo>
                  <a:lnTo>
                    <a:pt x="143680" y="6076809"/>
                  </a:lnTo>
                  <a:lnTo>
                    <a:pt x="143680" y="6076186"/>
                  </a:lnTo>
                  <a:lnTo>
                    <a:pt x="143680" y="6075562"/>
                  </a:lnTo>
                  <a:lnTo>
                    <a:pt x="143825" y="6075562"/>
                  </a:lnTo>
                  <a:lnTo>
                    <a:pt x="143971" y="6075562"/>
                  </a:lnTo>
                  <a:lnTo>
                    <a:pt x="144116" y="6075562"/>
                  </a:lnTo>
                  <a:lnTo>
                    <a:pt x="144262" y="6075562"/>
                  </a:lnTo>
                  <a:lnTo>
                    <a:pt x="144262" y="6074938"/>
                  </a:lnTo>
                  <a:lnTo>
                    <a:pt x="144407" y="6074938"/>
                  </a:lnTo>
                  <a:lnTo>
                    <a:pt x="144407" y="6074315"/>
                  </a:lnTo>
                  <a:lnTo>
                    <a:pt x="144407" y="6073691"/>
                  </a:lnTo>
                  <a:lnTo>
                    <a:pt x="144552" y="6073691"/>
                  </a:lnTo>
                  <a:lnTo>
                    <a:pt x="144552" y="6073068"/>
                  </a:lnTo>
                  <a:lnTo>
                    <a:pt x="144698" y="6073068"/>
                  </a:lnTo>
                  <a:lnTo>
                    <a:pt x="144843" y="6073068"/>
                  </a:lnTo>
                  <a:lnTo>
                    <a:pt x="144989" y="6073068"/>
                  </a:lnTo>
                  <a:lnTo>
                    <a:pt x="144989" y="6072444"/>
                  </a:lnTo>
                  <a:lnTo>
                    <a:pt x="145134" y="6072444"/>
                  </a:lnTo>
                  <a:lnTo>
                    <a:pt x="145280" y="6072444"/>
                  </a:lnTo>
                  <a:lnTo>
                    <a:pt x="145425" y="6072444"/>
                  </a:lnTo>
                  <a:lnTo>
                    <a:pt x="145570" y="6072444"/>
                  </a:lnTo>
                  <a:lnTo>
                    <a:pt x="145716" y="6072444"/>
                  </a:lnTo>
                  <a:lnTo>
                    <a:pt x="145861" y="6072444"/>
                  </a:lnTo>
                  <a:lnTo>
                    <a:pt x="146007" y="6072444"/>
                  </a:lnTo>
                  <a:lnTo>
                    <a:pt x="146152" y="6072444"/>
                  </a:lnTo>
                  <a:lnTo>
                    <a:pt x="146298" y="6072444"/>
                  </a:lnTo>
                  <a:lnTo>
                    <a:pt x="146298" y="6071821"/>
                  </a:lnTo>
                  <a:lnTo>
                    <a:pt x="146443" y="6071821"/>
                  </a:lnTo>
                  <a:lnTo>
                    <a:pt x="146588" y="6071821"/>
                  </a:lnTo>
                  <a:lnTo>
                    <a:pt x="146734" y="6071821"/>
                  </a:lnTo>
                  <a:lnTo>
                    <a:pt x="146879" y="6071821"/>
                  </a:lnTo>
                  <a:lnTo>
                    <a:pt x="147025" y="6071821"/>
                  </a:lnTo>
                  <a:lnTo>
                    <a:pt x="147170" y="6071821"/>
                  </a:lnTo>
                  <a:lnTo>
                    <a:pt x="147316" y="6071821"/>
                  </a:lnTo>
                  <a:lnTo>
                    <a:pt x="147316" y="6071197"/>
                  </a:lnTo>
                  <a:lnTo>
                    <a:pt x="147316" y="6070573"/>
                  </a:lnTo>
                  <a:lnTo>
                    <a:pt x="147461" y="6070573"/>
                  </a:lnTo>
                  <a:lnTo>
                    <a:pt x="147606" y="6070573"/>
                  </a:lnTo>
                  <a:lnTo>
                    <a:pt x="147606" y="6069950"/>
                  </a:lnTo>
                  <a:lnTo>
                    <a:pt x="147752" y="6069950"/>
                  </a:lnTo>
                  <a:lnTo>
                    <a:pt x="147897" y="6069950"/>
                  </a:lnTo>
                  <a:lnTo>
                    <a:pt x="147897" y="6069326"/>
                  </a:lnTo>
                  <a:lnTo>
                    <a:pt x="147897" y="6068703"/>
                  </a:lnTo>
                  <a:lnTo>
                    <a:pt x="148043" y="6068703"/>
                  </a:lnTo>
                  <a:lnTo>
                    <a:pt x="148188" y="6068703"/>
                  </a:lnTo>
                  <a:lnTo>
                    <a:pt x="148188" y="6068079"/>
                  </a:lnTo>
                  <a:lnTo>
                    <a:pt x="148334" y="6068079"/>
                  </a:lnTo>
                  <a:lnTo>
                    <a:pt x="148479" y="6068079"/>
                  </a:lnTo>
                  <a:lnTo>
                    <a:pt x="148624" y="6068079"/>
                  </a:lnTo>
                  <a:lnTo>
                    <a:pt x="148624" y="6067455"/>
                  </a:lnTo>
                  <a:lnTo>
                    <a:pt x="148770" y="6067455"/>
                  </a:lnTo>
                  <a:lnTo>
                    <a:pt x="148770" y="6066832"/>
                  </a:lnTo>
                  <a:lnTo>
                    <a:pt x="148915" y="6066832"/>
                  </a:lnTo>
                  <a:lnTo>
                    <a:pt x="149061" y="6066832"/>
                  </a:lnTo>
                  <a:lnTo>
                    <a:pt x="149206" y="6066832"/>
                  </a:lnTo>
                  <a:lnTo>
                    <a:pt x="149351" y="6066832"/>
                  </a:lnTo>
                  <a:lnTo>
                    <a:pt x="149497" y="6066832"/>
                  </a:lnTo>
                  <a:lnTo>
                    <a:pt x="149497" y="6066208"/>
                  </a:lnTo>
                  <a:lnTo>
                    <a:pt x="149642" y="6066208"/>
                  </a:lnTo>
                  <a:lnTo>
                    <a:pt x="149642" y="6065585"/>
                  </a:lnTo>
                  <a:lnTo>
                    <a:pt x="149788" y="6065585"/>
                  </a:lnTo>
                  <a:lnTo>
                    <a:pt x="149933" y="6065585"/>
                  </a:lnTo>
                  <a:lnTo>
                    <a:pt x="150079" y="6065585"/>
                  </a:lnTo>
                  <a:lnTo>
                    <a:pt x="150079" y="6064961"/>
                  </a:lnTo>
                  <a:lnTo>
                    <a:pt x="150224" y="6064961"/>
                  </a:lnTo>
                  <a:lnTo>
                    <a:pt x="150369" y="6064961"/>
                  </a:lnTo>
                  <a:lnTo>
                    <a:pt x="150515" y="6064961"/>
                  </a:lnTo>
                  <a:lnTo>
                    <a:pt x="150660" y="6064961"/>
                  </a:lnTo>
                  <a:lnTo>
                    <a:pt x="150806" y="6064961"/>
                  </a:lnTo>
                  <a:lnTo>
                    <a:pt x="150806" y="6064338"/>
                  </a:lnTo>
                  <a:lnTo>
                    <a:pt x="150806" y="6063714"/>
                  </a:lnTo>
                  <a:lnTo>
                    <a:pt x="150951" y="6063714"/>
                  </a:lnTo>
                  <a:lnTo>
                    <a:pt x="151097" y="6063714"/>
                  </a:lnTo>
                  <a:lnTo>
                    <a:pt x="151242" y="6063714"/>
                  </a:lnTo>
                  <a:lnTo>
                    <a:pt x="151242" y="6063090"/>
                  </a:lnTo>
                  <a:lnTo>
                    <a:pt x="151387" y="6063090"/>
                  </a:lnTo>
                  <a:lnTo>
                    <a:pt x="151533" y="6063090"/>
                  </a:lnTo>
                  <a:lnTo>
                    <a:pt x="151533" y="6062467"/>
                  </a:lnTo>
                  <a:lnTo>
                    <a:pt x="151678" y="6062467"/>
                  </a:lnTo>
                  <a:lnTo>
                    <a:pt x="151678" y="6061843"/>
                  </a:lnTo>
                  <a:lnTo>
                    <a:pt x="151678" y="6061220"/>
                  </a:lnTo>
                  <a:lnTo>
                    <a:pt x="151678" y="6060596"/>
                  </a:lnTo>
                  <a:lnTo>
                    <a:pt x="151678" y="6059972"/>
                  </a:lnTo>
                  <a:lnTo>
                    <a:pt x="151824" y="6059972"/>
                  </a:lnTo>
                  <a:lnTo>
                    <a:pt x="151969" y="6059972"/>
                  </a:lnTo>
                  <a:lnTo>
                    <a:pt x="152115" y="6059972"/>
                  </a:lnTo>
                  <a:lnTo>
                    <a:pt x="152260" y="6059972"/>
                  </a:lnTo>
                  <a:lnTo>
                    <a:pt x="152260" y="6059349"/>
                  </a:lnTo>
                  <a:lnTo>
                    <a:pt x="152260" y="6058725"/>
                  </a:lnTo>
                  <a:lnTo>
                    <a:pt x="152405" y="6058725"/>
                  </a:lnTo>
                  <a:lnTo>
                    <a:pt x="152551" y="6058725"/>
                  </a:lnTo>
                  <a:lnTo>
                    <a:pt x="152696" y="6058725"/>
                  </a:lnTo>
                  <a:lnTo>
                    <a:pt x="152696" y="6058102"/>
                  </a:lnTo>
                  <a:lnTo>
                    <a:pt x="152842" y="6058102"/>
                  </a:lnTo>
                  <a:lnTo>
                    <a:pt x="152842" y="6057478"/>
                  </a:lnTo>
                  <a:lnTo>
                    <a:pt x="152987" y="6057478"/>
                  </a:lnTo>
                  <a:lnTo>
                    <a:pt x="152987" y="6056855"/>
                  </a:lnTo>
                  <a:lnTo>
                    <a:pt x="153133" y="6056855"/>
                  </a:lnTo>
                  <a:lnTo>
                    <a:pt x="153278" y="6056855"/>
                  </a:lnTo>
                  <a:lnTo>
                    <a:pt x="153423" y="6056855"/>
                  </a:lnTo>
                  <a:lnTo>
                    <a:pt x="153569" y="6056855"/>
                  </a:lnTo>
                  <a:lnTo>
                    <a:pt x="153714" y="6056855"/>
                  </a:lnTo>
                  <a:lnTo>
                    <a:pt x="153860" y="6056855"/>
                  </a:lnTo>
                  <a:lnTo>
                    <a:pt x="153860" y="6056231"/>
                  </a:lnTo>
                  <a:lnTo>
                    <a:pt x="153860" y="6055607"/>
                  </a:lnTo>
                  <a:lnTo>
                    <a:pt x="154005" y="6055607"/>
                  </a:lnTo>
                  <a:lnTo>
                    <a:pt x="154151" y="6055607"/>
                  </a:lnTo>
                  <a:lnTo>
                    <a:pt x="154296" y="6055607"/>
                  </a:lnTo>
                  <a:lnTo>
                    <a:pt x="154441" y="6055607"/>
                  </a:lnTo>
                  <a:lnTo>
                    <a:pt x="154587" y="6055607"/>
                  </a:lnTo>
                  <a:lnTo>
                    <a:pt x="154732" y="6055607"/>
                  </a:lnTo>
                  <a:lnTo>
                    <a:pt x="154732" y="6054984"/>
                  </a:lnTo>
                  <a:lnTo>
                    <a:pt x="154878" y="6054984"/>
                  </a:lnTo>
                  <a:lnTo>
                    <a:pt x="155023" y="6054984"/>
                  </a:lnTo>
                  <a:lnTo>
                    <a:pt x="155023" y="6054360"/>
                  </a:lnTo>
                  <a:lnTo>
                    <a:pt x="155169" y="6054360"/>
                  </a:lnTo>
                  <a:lnTo>
                    <a:pt x="155169" y="6053737"/>
                  </a:lnTo>
                  <a:lnTo>
                    <a:pt x="155314" y="6053737"/>
                  </a:lnTo>
                  <a:lnTo>
                    <a:pt x="155314" y="6053113"/>
                  </a:lnTo>
                  <a:lnTo>
                    <a:pt x="155314" y="6052489"/>
                  </a:lnTo>
                  <a:lnTo>
                    <a:pt x="155459" y="6052489"/>
                  </a:lnTo>
                  <a:lnTo>
                    <a:pt x="155605" y="6052489"/>
                  </a:lnTo>
                  <a:lnTo>
                    <a:pt x="155605" y="6051866"/>
                  </a:lnTo>
                  <a:lnTo>
                    <a:pt x="155750" y="6051866"/>
                  </a:lnTo>
                  <a:lnTo>
                    <a:pt x="155896" y="6051866"/>
                  </a:lnTo>
                  <a:lnTo>
                    <a:pt x="156041" y="6051866"/>
                  </a:lnTo>
                  <a:lnTo>
                    <a:pt x="156041" y="6051242"/>
                  </a:lnTo>
                  <a:lnTo>
                    <a:pt x="156041" y="6050619"/>
                  </a:lnTo>
                  <a:lnTo>
                    <a:pt x="156186" y="6050619"/>
                  </a:lnTo>
                  <a:lnTo>
                    <a:pt x="156332" y="6050619"/>
                  </a:lnTo>
                  <a:lnTo>
                    <a:pt x="156332" y="6049995"/>
                  </a:lnTo>
                  <a:lnTo>
                    <a:pt x="156477" y="6049995"/>
                  </a:lnTo>
                  <a:lnTo>
                    <a:pt x="156623" y="6049995"/>
                  </a:lnTo>
                  <a:lnTo>
                    <a:pt x="156768" y="6049995"/>
                  </a:lnTo>
                  <a:lnTo>
                    <a:pt x="156914" y="6049995"/>
                  </a:lnTo>
                  <a:lnTo>
                    <a:pt x="157059" y="6049995"/>
                  </a:lnTo>
                  <a:lnTo>
                    <a:pt x="157204" y="6049995"/>
                  </a:lnTo>
                  <a:lnTo>
                    <a:pt x="157350" y="6049995"/>
                  </a:lnTo>
                  <a:lnTo>
                    <a:pt x="157495" y="6049995"/>
                  </a:lnTo>
                  <a:lnTo>
                    <a:pt x="157641" y="6049995"/>
                  </a:lnTo>
                  <a:lnTo>
                    <a:pt x="157786" y="6049995"/>
                  </a:lnTo>
                  <a:lnTo>
                    <a:pt x="157932" y="6049995"/>
                  </a:lnTo>
                  <a:lnTo>
                    <a:pt x="158077" y="6049995"/>
                  </a:lnTo>
                  <a:lnTo>
                    <a:pt x="158077" y="6049372"/>
                  </a:lnTo>
                  <a:lnTo>
                    <a:pt x="158222" y="6049372"/>
                  </a:lnTo>
                  <a:lnTo>
                    <a:pt x="158222" y="6048748"/>
                  </a:lnTo>
                  <a:lnTo>
                    <a:pt x="158368" y="6048748"/>
                  </a:lnTo>
                  <a:lnTo>
                    <a:pt x="158368" y="6048124"/>
                  </a:lnTo>
                  <a:lnTo>
                    <a:pt x="158368" y="6047501"/>
                  </a:lnTo>
                  <a:lnTo>
                    <a:pt x="158513" y="6047501"/>
                  </a:lnTo>
                  <a:lnTo>
                    <a:pt x="158513" y="6046877"/>
                  </a:lnTo>
                  <a:lnTo>
                    <a:pt x="158513" y="6046254"/>
                  </a:lnTo>
                  <a:lnTo>
                    <a:pt x="158659" y="6046254"/>
                  </a:lnTo>
                  <a:lnTo>
                    <a:pt x="158804" y="6046254"/>
                  </a:lnTo>
                  <a:lnTo>
                    <a:pt x="158950" y="6046254"/>
                  </a:lnTo>
                  <a:lnTo>
                    <a:pt x="159095" y="6046254"/>
                  </a:lnTo>
                  <a:lnTo>
                    <a:pt x="159240" y="6046254"/>
                  </a:lnTo>
                  <a:lnTo>
                    <a:pt x="159386" y="6046254"/>
                  </a:lnTo>
                  <a:lnTo>
                    <a:pt x="159531" y="6046254"/>
                  </a:lnTo>
                  <a:lnTo>
                    <a:pt x="159677" y="6046254"/>
                  </a:lnTo>
                  <a:lnTo>
                    <a:pt x="159822" y="6046254"/>
                  </a:lnTo>
                  <a:lnTo>
                    <a:pt x="159968" y="6046254"/>
                  </a:lnTo>
                  <a:lnTo>
                    <a:pt x="159968" y="6045630"/>
                  </a:lnTo>
                  <a:lnTo>
                    <a:pt x="160113" y="6045630"/>
                  </a:lnTo>
                  <a:lnTo>
                    <a:pt x="160258" y="6045630"/>
                  </a:lnTo>
                  <a:lnTo>
                    <a:pt x="160404" y="6045630"/>
                  </a:lnTo>
                  <a:lnTo>
                    <a:pt x="160404" y="6045007"/>
                  </a:lnTo>
                  <a:lnTo>
                    <a:pt x="160404" y="6044383"/>
                  </a:lnTo>
                  <a:lnTo>
                    <a:pt x="160549" y="6044383"/>
                  </a:lnTo>
                  <a:lnTo>
                    <a:pt x="160549" y="6043759"/>
                  </a:lnTo>
                  <a:lnTo>
                    <a:pt x="160695" y="6043759"/>
                  </a:lnTo>
                  <a:lnTo>
                    <a:pt x="160840" y="6043759"/>
                  </a:lnTo>
                  <a:lnTo>
                    <a:pt x="160986" y="6043759"/>
                  </a:lnTo>
                  <a:lnTo>
                    <a:pt x="160986" y="6043136"/>
                  </a:lnTo>
                  <a:lnTo>
                    <a:pt x="161131" y="6043136"/>
                  </a:lnTo>
                  <a:lnTo>
                    <a:pt x="161276" y="6043136"/>
                  </a:lnTo>
                  <a:lnTo>
                    <a:pt x="161422" y="6043136"/>
                  </a:lnTo>
                  <a:lnTo>
                    <a:pt x="161422" y="6042512"/>
                  </a:lnTo>
                  <a:lnTo>
                    <a:pt x="161567" y="6042512"/>
                  </a:lnTo>
                  <a:lnTo>
                    <a:pt x="161713" y="6042512"/>
                  </a:lnTo>
                  <a:lnTo>
                    <a:pt x="161858" y="6042512"/>
                  </a:lnTo>
                  <a:lnTo>
                    <a:pt x="161858" y="6041889"/>
                  </a:lnTo>
                  <a:lnTo>
                    <a:pt x="162004" y="6041889"/>
                  </a:lnTo>
                  <a:lnTo>
                    <a:pt x="162149" y="6041889"/>
                  </a:lnTo>
                  <a:lnTo>
                    <a:pt x="162294" y="6041889"/>
                  </a:lnTo>
                  <a:lnTo>
                    <a:pt x="162440" y="6041889"/>
                  </a:lnTo>
                  <a:lnTo>
                    <a:pt x="162585" y="6041889"/>
                  </a:lnTo>
                  <a:lnTo>
                    <a:pt x="162731" y="6041889"/>
                  </a:lnTo>
                  <a:lnTo>
                    <a:pt x="162731" y="6041265"/>
                  </a:lnTo>
                  <a:lnTo>
                    <a:pt x="162731" y="6040641"/>
                  </a:lnTo>
                  <a:lnTo>
                    <a:pt x="162876" y="6040641"/>
                  </a:lnTo>
                  <a:lnTo>
                    <a:pt x="163021" y="6040641"/>
                  </a:lnTo>
                  <a:lnTo>
                    <a:pt x="163167" y="6040641"/>
                  </a:lnTo>
                  <a:lnTo>
                    <a:pt x="163312" y="6040641"/>
                  </a:lnTo>
                  <a:lnTo>
                    <a:pt x="163458" y="6040641"/>
                  </a:lnTo>
                  <a:lnTo>
                    <a:pt x="163603" y="6040641"/>
                  </a:lnTo>
                  <a:lnTo>
                    <a:pt x="163603" y="6040018"/>
                  </a:lnTo>
                  <a:lnTo>
                    <a:pt x="163749" y="6040018"/>
                  </a:lnTo>
                  <a:lnTo>
                    <a:pt x="163894" y="6040018"/>
                  </a:lnTo>
                  <a:lnTo>
                    <a:pt x="163894" y="6039394"/>
                  </a:lnTo>
                  <a:lnTo>
                    <a:pt x="164039" y="6039394"/>
                  </a:lnTo>
                  <a:lnTo>
                    <a:pt x="164185" y="6039394"/>
                  </a:lnTo>
                  <a:lnTo>
                    <a:pt x="164330" y="6039394"/>
                  </a:lnTo>
                  <a:lnTo>
                    <a:pt x="164476" y="6039394"/>
                  </a:lnTo>
                  <a:lnTo>
                    <a:pt x="164621" y="6039394"/>
                  </a:lnTo>
                  <a:lnTo>
                    <a:pt x="164621" y="6038771"/>
                  </a:lnTo>
                  <a:lnTo>
                    <a:pt x="164767" y="6038771"/>
                  </a:lnTo>
                  <a:lnTo>
                    <a:pt x="164912" y="6038771"/>
                  </a:lnTo>
                  <a:lnTo>
                    <a:pt x="164912" y="6038147"/>
                  </a:lnTo>
                  <a:lnTo>
                    <a:pt x="165057" y="6038147"/>
                  </a:lnTo>
                  <a:lnTo>
                    <a:pt x="165203" y="6038147"/>
                  </a:lnTo>
                  <a:lnTo>
                    <a:pt x="165203" y="6037524"/>
                  </a:lnTo>
                  <a:lnTo>
                    <a:pt x="165348" y="6037524"/>
                  </a:lnTo>
                  <a:lnTo>
                    <a:pt x="165348" y="6036900"/>
                  </a:lnTo>
                  <a:lnTo>
                    <a:pt x="165494" y="6036900"/>
                  </a:lnTo>
                  <a:lnTo>
                    <a:pt x="165494" y="6036276"/>
                  </a:lnTo>
                  <a:lnTo>
                    <a:pt x="165639" y="6036276"/>
                  </a:lnTo>
                  <a:lnTo>
                    <a:pt x="165785" y="6036276"/>
                  </a:lnTo>
                  <a:lnTo>
                    <a:pt x="165930" y="6036276"/>
                  </a:lnTo>
                  <a:lnTo>
                    <a:pt x="166075" y="6036276"/>
                  </a:lnTo>
                  <a:lnTo>
                    <a:pt x="166221" y="6036276"/>
                  </a:lnTo>
                  <a:lnTo>
                    <a:pt x="166366" y="6036276"/>
                  </a:lnTo>
                  <a:lnTo>
                    <a:pt x="166512" y="6036276"/>
                  </a:lnTo>
                  <a:lnTo>
                    <a:pt x="166657" y="6036276"/>
                  </a:lnTo>
                  <a:lnTo>
                    <a:pt x="166803" y="6036276"/>
                  </a:lnTo>
                  <a:lnTo>
                    <a:pt x="166948" y="6036276"/>
                  </a:lnTo>
                  <a:lnTo>
                    <a:pt x="167093" y="6036276"/>
                  </a:lnTo>
                  <a:lnTo>
                    <a:pt x="167239" y="6036276"/>
                  </a:lnTo>
                  <a:lnTo>
                    <a:pt x="167384" y="6036276"/>
                  </a:lnTo>
                  <a:lnTo>
                    <a:pt x="167530" y="6036276"/>
                  </a:lnTo>
                  <a:lnTo>
                    <a:pt x="167675" y="6036276"/>
                  </a:lnTo>
                  <a:lnTo>
                    <a:pt x="167675" y="6035653"/>
                  </a:lnTo>
                  <a:lnTo>
                    <a:pt x="167821" y="6035653"/>
                  </a:lnTo>
                  <a:lnTo>
                    <a:pt x="167966" y="6035653"/>
                  </a:lnTo>
                  <a:lnTo>
                    <a:pt x="168111" y="6035653"/>
                  </a:lnTo>
                  <a:lnTo>
                    <a:pt x="168257" y="6035653"/>
                  </a:lnTo>
                  <a:lnTo>
                    <a:pt x="168257" y="6035029"/>
                  </a:lnTo>
                  <a:lnTo>
                    <a:pt x="168402" y="6035029"/>
                  </a:lnTo>
                  <a:lnTo>
                    <a:pt x="168548" y="6035029"/>
                  </a:lnTo>
                  <a:lnTo>
                    <a:pt x="168693" y="6035029"/>
                  </a:lnTo>
                  <a:lnTo>
                    <a:pt x="168838" y="6035029"/>
                  </a:lnTo>
                  <a:lnTo>
                    <a:pt x="168984" y="6035029"/>
                  </a:lnTo>
                  <a:lnTo>
                    <a:pt x="169129" y="6035029"/>
                  </a:lnTo>
                  <a:lnTo>
                    <a:pt x="169275" y="6035029"/>
                  </a:lnTo>
                  <a:lnTo>
                    <a:pt x="169275" y="6034406"/>
                  </a:lnTo>
                  <a:lnTo>
                    <a:pt x="169275" y="6033782"/>
                  </a:lnTo>
                  <a:lnTo>
                    <a:pt x="169420" y="6033782"/>
                  </a:lnTo>
                  <a:lnTo>
                    <a:pt x="169566" y="6033782"/>
                  </a:lnTo>
                  <a:lnTo>
                    <a:pt x="169711" y="6033782"/>
                  </a:lnTo>
                  <a:lnTo>
                    <a:pt x="169711" y="6033158"/>
                  </a:lnTo>
                  <a:lnTo>
                    <a:pt x="169711" y="6032535"/>
                  </a:lnTo>
                  <a:lnTo>
                    <a:pt x="169856" y="6032535"/>
                  </a:lnTo>
                  <a:lnTo>
                    <a:pt x="170002" y="6032535"/>
                  </a:lnTo>
                  <a:lnTo>
                    <a:pt x="170002" y="6031911"/>
                  </a:lnTo>
                  <a:lnTo>
                    <a:pt x="170147" y="6031911"/>
                  </a:lnTo>
                  <a:lnTo>
                    <a:pt x="170293" y="6031911"/>
                  </a:lnTo>
                  <a:lnTo>
                    <a:pt x="170438" y="6031911"/>
                  </a:lnTo>
                  <a:lnTo>
                    <a:pt x="170438" y="6031288"/>
                  </a:lnTo>
                  <a:lnTo>
                    <a:pt x="170584" y="6031288"/>
                  </a:lnTo>
                  <a:lnTo>
                    <a:pt x="170729" y="6031288"/>
                  </a:lnTo>
                  <a:lnTo>
                    <a:pt x="170874" y="6031288"/>
                  </a:lnTo>
                  <a:lnTo>
                    <a:pt x="171020" y="6031288"/>
                  </a:lnTo>
                  <a:lnTo>
                    <a:pt x="171165" y="6031288"/>
                  </a:lnTo>
                  <a:lnTo>
                    <a:pt x="171311" y="6031288"/>
                  </a:lnTo>
                  <a:lnTo>
                    <a:pt x="171456" y="6031288"/>
                  </a:lnTo>
                  <a:lnTo>
                    <a:pt x="171456" y="6030664"/>
                  </a:lnTo>
                  <a:lnTo>
                    <a:pt x="171602" y="6030664"/>
                  </a:lnTo>
                  <a:lnTo>
                    <a:pt x="171602" y="6030041"/>
                  </a:lnTo>
                  <a:lnTo>
                    <a:pt x="171747" y="6030041"/>
                  </a:lnTo>
                  <a:lnTo>
                    <a:pt x="171747" y="6029417"/>
                  </a:lnTo>
                  <a:lnTo>
                    <a:pt x="171892" y="6029417"/>
                  </a:lnTo>
                  <a:lnTo>
                    <a:pt x="172038" y="6029417"/>
                  </a:lnTo>
                  <a:lnTo>
                    <a:pt x="172038" y="6028793"/>
                  </a:lnTo>
                  <a:lnTo>
                    <a:pt x="172183" y="6028793"/>
                  </a:lnTo>
                  <a:lnTo>
                    <a:pt x="172329" y="6028793"/>
                  </a:lnTo>
                  <a:lnTo>
                    <a:pt x="172474" y="6028793"/>
                  </a:lnTo>
                  <a:lnTo>
                    <a:pt x="172474" y="6028170"/>
                  </a:lnTo>
                  <a:lnTo>
                    <a:pt x="172620" y="6028170"/>
                  </a:lnTo>
                  <a:lnTo>
                    <a:pt x="172620" y="6027546"/>
                  </a:lnTo>
                  <a:lnTo>
                    <a:pt x="172765" y="6027546"/>
                  </a:lnTo>
                  <a:lnTo>
                    <a:pt x="172765" y="6026923"/>
                  </a:lnTo>
                  <a:lnTo>
                    <a:pt x="172765" y="6026299"/>
                  </a:lnTo>
                  <a:lnTo>
                    <a:pt x="172910" y="6026299"/>
                  </a:lnTo>
                  <a:lnTo>
                    <a:pt x="173056" y="6026299"/>
                  </a:lnTo>
                  <a:lnTo>
                    <a:pt x="173201" y="6026299"/>
                  </a:lnTo>
                  <a:lnTo>
                    <a:pt x="173347" y="6026299"/>
                  </a:lnTo>
                  <a:lnTo>
                    <a:pt x="173492" y="6026299"/>
                  </a:lnTo>
                  <a:lnTo>
                    <a:pt x="173492" y="6025675"/>
                  </a:lnTo>
                  <a:lnTo>
                    <a:pt x="173492" y="6025052"/>
                  </a:lnTo>
                  <a:lnTo>
                    <a:pt x="173638" y="6025052"/>
                  </a:lnTo>
                  <a:lnTo>
                    <a:pt x="173783" y="6025052"/>
                  </a:lnTo>
                  <a:lnTo>
                    <a:pt x="173928" y="6025052"/>
                  </a:lnTo>
                  <a:lnTo>
                    <a:pt x="174074" y="6025052"/>
                  </a:lnTo>
                  <a:lnTo>
                    <a:pt x="174219" y="6025052"/>
                  </a:lnTo>
                  <a:lnTo>
                    <a:pt x="174365" y="6025052"/>
                  </a:lnTo>
                  <a:lnTo>
                    <a:pt x="174365" y="6024428"/>
                  </a:lnTo>
                  <a:lnTo>
                    <a:pt x="174510" y="6024428"/>
                  </a:lnTo>
                  <a:lnTo>
                    <a:pt x="174656" y="6024428"/>
                  </a:lnTo>
                  <a:lnTo>
                    <a:pt x="174801" y="6024428"/>
                  </a:lnTo>
                  <a:lnTo>
                    <a:pt x="174946" y="6024428"/>
                  </a:lnTo>
                  <a:lnTo>
                    <a:pt x="175092" y="6024428"/>
                  </a:lnTo>
                  <a:lnTo>
                    <a:pt x="175092" y="6023805"/>
                  </a:lnTo>
                  <a:lnTo>
                    <a:pt x="175237" y="6023805"/>
                  </a:lnTo>
                  <a:lnTo>
                    <a:pt x="175383" y="6023805"/>
                  </a:lnTo>
                  <a:lnTo>
                    <a:pt x="175528" y="6023805"/>
                  </a:lnTo>
                  <a:lnTo>
                    <a:pt x="175673" y="6023805"/>
                  </a:lnTo>
                  <a:lnTo>
                    <a:pt x="175819" y="6023805"/>
                  </a:lnTo>
                  <a:lnTo>
                    <a:pt x="175964" y="6023805"/>
                  </a:lnTo>
                  <a:lnTo>
                    <a:pt x="175964" y="6023181"/>
                  </a:lnTo>
                  <a:lnTo>
                    <a:pt x="176110" y="6023181"/>
                  </a:lnTo>
                  <a:lnTo>
                    <a:pt x="176110" y="6022558"/>
                  </a:lnTo>
                  <a:lnTo>
                    <a:pt x="176255" y="6022558"/>
                  </a:lnTo>
                  <a:lnTo>
                    <a:pt x="176255" y="6021934"/>
                  </a:lnTo>
                  <a:lnTo>
                    <a:pt x="176401" y="6021934"/>
                  </a:lnTo>
                  <a:lnTo>
                    <a:pt x="176546" y="6021934"/>
                  </a:lnTo>
                  <a:lnTo>
                    <a:pt x="176546" y="6021310"/>
                  </a:lnTo>
                  <a:lnTo>
                    <a:pt x="176691" y="6021310"/>
                  </a:lnTo>
                  <a:lnTo>
                    <a:pt x="176837" y="6021310"/>
                  </a:lnTo>
                  <a:lnTo>
                    <a:pt x="176837" y="6020687"/>
                  </a:lnTo>
                  <a:lnTo>
                    <a:pt x="176982" y="6020687"/>
                  </a:lnTo>
                  <a:lnTo>
                    <a:pt x="177128" y="6020687"/>
                  </a:lnTo>
                  <a:lnTo>
                    <a:pt x="177273" y="6020687"/>
                  </a:lnTo>
                  <a:lnTo>
                    <a:pt x="177419" y="6020687"/>
                  </a:lnTo>
                  <a:lnTo>
                    <a:pt x="177564" y="6020687"/>
                  </a:lnTo>
                  <a:lnTo>
                    <a:pt x="177709" y="6020687"/>
                  </a:lnTo>
                  <a:lnTo>
                    <a:pt x="177855" y="6020687"/>
                  </a:lnTo>
                  <a:lnTo>
                    <a:pt x="178000" y="6020687"/>
                  </a:lnTo>
                  <a:lnTo>
                    <a:pt x="178146" y="6020687"/>
                  </a:lnTo>
                  <a:lnTo>
                    <a:pt x="178291" y="6020687"/>
                  </a:lnTo>
                  <a:lnTo>
                    <a:pt x="178437" y="6020687"/>
                  </a:lnTo>
                  <a:lnTo>
                    <a:pt x="178582" y="6020687"/>
                  </a:lnTo>
                  <a:lnTo>
                    <a:pt x="178727" y="6020687"/>
                  </a:lnTo>
                  <a:lnTo>
                    <a:pt x="178873" y="6020687"/>
                  </a:lnTo>
                  <a:lnTo>
                    <a:pt x="179018" y="6020687"/>
                  </a:lnTo>
                  <a:lnTo>
                    <a:pt x="179164" y="6020687"/>
                  </a:lnTo>
                  <a:lnTo>
                    <a:pt x="179309" y="6020687"/>
                  </a:lnTo>
                  <a:lnTo>
                    <a:pt x="179309" y="6020063"/>
                  </a:lnTo>
                  <a:lnTo>
                    <a:pt x="179309" y="6019440"/>
                  </a:lnTo>
                  <a:lnTo>
                    <a:pt x="179309" y="6018816"/>
                  </a:lnTo>
                  <a:lnTo>
                    <a:pt x="179309" y="6018192"/>
                  </a:lnTo>
                  <a:lnTo>
                    <a:pt x="179455" y="6018192"/>
                  </a:lnTo>
                  <a:lnTo>
                    <a:pt x="179600" y="6018192"/>
                  </a:lnTo>
                  <a:lnTo>
                    <a:pt x="179745" y="6018192"/>
                  </a:lnTo>
                  <a:lnTo>
                    <a:pt x="179745" y="6017569"/>
                  </a:lnTo>
                  <a:lnTo>
                    <a:pt x="179891" y="6017569"/>
                  </a:lnTo>
                  <a:lnTo>
                    <a:pt x="180036" y="6017569"/>
                  </a:lnTo>
                  <a:lnTo>
                    <a:pt x="180182" y="6017569"/>
                  </a:lnTo>
                  <a:lnTo>
                    <a:pt x="180327" y="6017569"/>
                  </a:lnTo>
                  <a:lnTo>
                    <a:pt x="180473" y="6017569"/>
                  </a:lnTo>
                  <a:lnTo>
                    <a:pt x="180618" y="6017569"/>
                  </a:lnTo>
                  <a:lnTo>
                    <a:pt x="180763" y="6017569"/>
                  </a:lnTo>
                  <a:lnTo>
                    <a:pt x="180763" y="6016945"/>
                  </a:lnTo>
                  <a:lnTo>
                    <a:pt x="180909" y="6016945"/>
                  </a:lnTo>
                  <a:lnTo>
                    <a:pt x="180909" y="6016322"/>
                  </a:lnTo>
                  <a:lnTo>
                    <a:pt x="181054" y="6016322"/>
                  </a:lnTo>
                  <a:lnTo>
                    <a:pt x="181200" y="6016322"/>
                  </a:lnTo>
                  <a:lnTo>
                    <a:pt x="181345" y="6016322"/>
                  </a:lnTo>
                  <a:lnTo>
                    <a:pt x="181491" y="6016322"/>
                  </a:lnTo>
                  <a:lnTo>
                    <a:pt x="181636" y="6016322"/>
                  </a:lnTo>
                  <a:lnTo>
                    <a:pt x="181781" y="6016322"/>
                  </a:lnTo>
                  <a:lnTo>
                    <a:pt x="181927" y="6016322"/>
                  </a:lnTo>
                  <a:lnTo>
                    <a:pt x="182072" y="6016322"/>
                  </a:lnTo>
                  <a:lnTo>
                    <a:pt x="182072" y="6015698"/>
                  </a:lnTo>
                  <a:lnTo>
                    <a:pt x="182072" y="6015075"/>
                  </a:lnTo>
                  <a:lnTo>
                    <a:pt x="182072" y="6014451"/>
                  </a:lnTo>
                  <a:lnTo>
                    <a:pt x="182218" y="6014451"/>
                  </a:lnTo>
                  <a:lnTo>
                    <a:pt x="182363" y="6014451"/>
                  </a:lnTo>
                  <a:lnTo>
                    <a:pt x="182363" y="6013827"/>
                  </a:lnTo>
                  <a:lnTo>
                    <a:pt x="182508" y="6013827"/>
                  </a:lnTo>
                  <a:lnTo>
                    <a:pt x="182654" y="6013827"/>
                  </a:lnTo>
                  <a:lnTo>
                    <a:pt x="182799" y="6013827"/>
                  </a:lnTo>
                  <a:lnTo>
                    <a:pt x="182945" y="6013827"/>
                  </a:lnTo>
                  <a:lnTo>
                    <a:pt x="183090" y="6013827"/>
                  </a:lnTo>
                  <a:lnTo>
                    <a:pt x="183236" y="6013827"/>
                  </a:lnTo>
                  <a:lnTo>
                    <a:pt x="183381" y="6013827"/>
                  </a:lnTo>
                  <a:lnTo>
                    <a:pt x="183381" y="6013204"/>
                  </a:lnTo>
                  <a:lnTo>
                    <a:pt x="183526" y="6013204"/>
                  </a:lnTo>
                  <a:lnTo>
                    <a:pt x="183526" y="6012580"/>
                  </a:lnTo>
                  <a:lnTo>
                    <a:pt x="183672" y="6012580"/>
                  </a:lnTo>
                  <a:lnTo>
                    <a:pt x="183817" y="6012580"/>
                  </a:lnTo>
                  <a:lnTo>
                    <a:pt x="183963" y="6012580"/>
                  </a:lnTo>
                  <a:lnTo>
                    <a:pt x="184108" y="6012580"/>
                  </a:lnTo>
                  <a:lnTo>
                    <a:pt x="184108" y="6011957"/>
                  </a:lnTo>
                  <a:lnTo>
                    <a:pt x="184254" y="6011957"/>
                  </a:lnTo>
                  <a:lnTo>
                    <a:pt x="184399" y="6011957"/>
                  </a:lnTo>
                  <a:lnTo>
                    <a:pt x="184544" y="6011957"/>
                  </a:lnTo>
                  <a:lnTo>
                    <a:pt x="184544" y="6011333"/>
                  </a:lnTo>
                  <a:lnTo>
                    <a:pt x="184690" y="6011333"/>
                  </a:lnTo>
                  <a:lnTo>
                    <a:pt x="184835" y="6011333"/>
                  </a:lnTo>
                  <a:lnTo>
                    <a:pt x="184981" y="6011333"/>
                  </a:lnTo>
                  <a:lnTo>
                    <a:pt x="185126" y="6011333"/>
                  </a:lnTo>
                  <a:lnTo>
                    <a:pt x="185272" y="6011333"/>
                  </a:lnTo>
                  <a:lnTo>
                    <a:pt x="185417" y="6011333"/>
                  </a:lnTo>
                  <a:lnTo>
                    <a:pt x="185562" y="6011333"/>
                  </a:lnTo>
                  <a:lnTo>
                    <a:pt x="185708" y="6011333"/>
                  </a:lnTo>
                  <a:lnTo>
                    <a:pt x="185853" y="6011333"/>
                  </a:lnTo>
                  <a:lnTo>
                    <a:pt x="185999" y="6011333"/>
                  </a:lnTo>
                  <a:lnTo>
                    <a:pt x="185999" y="6010709"/>
                  </a:lnTo>
                  <a:lnTo>
                    <a:pt x="185999" y="6010086"/>
                  </a:lnTo>
                  <a:lnTo>
                    <a:pt x="186144" y="6010086"/>
                  </a:lnTo>
                  <a:lnTo>
                    <a:pt x="186290" y="6010086"/>
                  </a:lnTo>
                  <a:lnTo>
                    <a:pt x="186435" y="6010086"/>
                  </a:lnTo>
                  <a:lnTo>
                    <a:pt x="186580" y="6010086"/>
                  </a:lnTo>
                  <a:lnTo>
                    <a:pt x="186580" y="6009462"/>
                  </a:lnTo>
                  <a:lnTo>
                    <a:pt x="186726" y="6009462"/>
                  </a:lnTo>
                  <a:lnTo>
                    <a:pt x="186871" y="6009462"/>
                  </a:lnTo>
                  <a:lnTo>
                    <a:pt x="186871" y="6008839"/>
                  </a:lnTo>
                  <a:lnTo>
                    <a:pt x="186871" y="6008215"/>
                  </a:lnTo>
                  <a:lnTo>
                    <a:pt x="187017" y="6008215"/>
                  </a:lnTo>
                  <a:lnTo>
                    <a:pt x="187162" y="6008215"/>
                  </a:lnTo>
                  <a:lnTo>
                    <a:pt x="187308" y="6008215"/>
                  </a:lnTo>
                  <a:lnTo>
                    <a:pt x="187453" y="6008215"/>
                  </a:lnTo>
                  <a:lnTo>
                    <a:pt x="187453" y="6007592"/>
                  </a:lnTo>
                  <a:lnTo>
                    <a:pt x="187598" y="6007592"/>
                  </a:lnTo>
                  <a:lnTo>
                    <a:pt x="187744" y="6007592"/>
                  </a:lnTo>
                  <a:lnTo>
                    <a:pt x="187889" y="6007592"/>
                  </a:lnTo>
                  <a:lnTo>
                    <a:pt x="188035" y="6007592"/>
                  </a:lnTo>
                  <a:lnTo>
                    <a:pt x="188180" y="6007592"/>
                  </a:lnTo>
                  <a:lnTo>
                    <a:pt x="188180" y="6006968"/>
                  </a:lnTo>
                  <a:lnTo>
                    <a:pt x="188326" y="6006968"/>
                  </a:lnTo>
                  <a:lnTo>
                    <a:pt x="188471" y="6006968"/>
                  </a:lnTo>
                  <a:lnTo>
                    <a:pt x="188616" y="6006968"/>
                  </a:lnTo>
                  <a:lnTo>
                    <a:pt x="188616" y="6006344"/>
                  </a:lnTo>
                  <a:lnTo>
                    <a:pt x="188616" y="6005721"/>
                  </a:lnTo>
                  <a:lnTo>
                    <a:pt x="188616" y="6005097"/>
                  </a:lnTo>
                  <a:lnTo>
                    <a:pt x="188762" y="6005097"/>
                  </a:lnTo>
                  <a:lnTo>
                    <a:pt x="188907" y="6005097"/>
                  </a:lnTo>
                  <a:lnTo>
                    <a:pt x="189053" y="6005097"/>
                  </a:lnTo>
                  <a:lnTo>
                    <a:pt x="189053" y="6004474"/>
                  </a:lnTo>
                  <a:lnTo>
                    <a:pt x="189198" y="6004474"/>
                  </a:lnTo>
                  <a:lnTo>
                    <a:pt x="189343" y="6004474"/>
                  </a:lnTo>
                  <a:lnTo>
                    <a:pt x="189343" y="6003850"/>
                  </a:lnTo>
                  <a:lnTo>
                    <a:pt x="189489" y="6003850"/>
                  </a:lnTo>
                  <a:lnTo>
                    <a:pt x="189634" y="6003850"/>
                  </a:lnTo>
                  <a:lnTo>
                    <a:pt x="189780" y="6003850"/>
                  </a:lnTo>
                  <a:lnTo>
                    <a:pt x="189925" y="6003850"/>
                  </a:lnTo>
                  <a:lnTo>
                    <a:pt x="190071" y="6003850"/>
                  </a:lnTo>
                  <a:lnTo>
                    <a:pt x="190216" y="6003850"/>
                  </a:lnTo>
                  <a:lnTo>
                    <a:pt x="190361" y="6003850"/>
                  </a:lnTo>
                  <a:lnTo>
                    <a:pt x="190507" y="6003850"/>
                  </a:lnTo>
                  <a:lnTo>
                    <a:pt x="190507" y="6003226"/>
                  </a:lnTo>
                  <a:lnTo>
                    <a:pt x="190652" y="6003226"/>
                  </a:lnTo>
                  <a:lnTo>
                    <a:pt x="190652" y="6002603"/>
                  </a:lnTo>
                  <a:lnTo>
                    <a:pt x="190798" y="6002603"/>
                  </a:lnTo>
                  <a:lnTo>
                    <a:pt x="190943" y="6002603"/>
                  </a:lnTo>
                  <a:lnTo>
                    <a:pt x="191089" y="6002603"/>
                  </a:lnTo>
                  <a:lnTo>
                    <a:pt x="191234" y="6002603"/>
                  </a:lnTo>
                  <a:lnTo>
                    <a:pt x="191379" y="6002603"/>
                  </a:lnTo>
                  <a:lnTo>
                    <a:pt x="191525" y="6002603"/>
                  </a:lnTo>
                  <a:lnTo>
                    <a:pt x="191670" y="6002603"/>
                  </a:lnTo>
                  <a:lnTo>
                    <a:pt x="191816" y="6002603"/>
                  </a:lnTo>
                  <a:lnTo>
                    <a:pt x="191961" y="6002603"/>
                  </a:lnTo>
                  <a:lnTo>
                    <a:pt x="192107" y="6002603"/>
                  </a:lnTo>
                  <a:lnTo>
                    <a:pt x="192252" y="6002603"/>
                  </a:lnTo>
                  <a:lnTo>
                    <a:pt x="192397" y="6002603"/>
                  </a:lnTo>
                  <a:lnTo>
                    <a:pt x="192397" y="6001979"/>
                  </a:lnTo>
                  <a:lnTo>
                    <a:pt x="192543" y="6001979"/>
                  </a:lnTo>
                  <a:lnTo>
                    <a:pt x="192688" y="6001979"/>
                  </a:lnTo>
                  <a:lnTo>
                    <a:pt x="192834" y="6001979"/>
                  </a:lnTo>
                  <a:lnTo>
                    <a:pt x="192834" y="6001356"/>
                  </a:lnTo>
                  <a:lnTo>
                    <a:pt x="192979" y="6001356"/>
                  </a:lnTo>
                  <a:lnTo>
                    <a:pt x="193125" y="6001356"/>
                  </a:lnTo>
                  <a:lnTo>
                    <a:pt x="193270" y="6001356"/>
                  </a:lnTo>
                  <a:lnTo>
                    <a:pt x="193270" y="6000732"/>
                  </a:lnTo>
                  <a:lnTo>
                    <a:pt x="193415" y="6000732"/>
                  </a:lnTo>
                  <a:lnTo>
                    <a:pt x="193561" y="6000732"/>
                  </a:lnTo>
                  <a:lnTo>
                    <a:pt x="193561" y="6000109"/>
                  </a:lnTo>
                  <a:lnTo>
                    <a:pt x="193706" y="6000109"/>
                  </a:lnTo>
                  <a:lnTo>
                    <a:pt x="193706" y="5999485"/>
                  </a:lnTo>
                  <a:lnTo>
                    <a:pt x="193852" y="5999485"/>
                  </a:lnTo>
                  <a:lnTo>
                    <a:pt x="193852" y="5998861"/>
                  </a:lnTo>
                  <a:lnTo>
                    <a:pt x="193997" y="5998861"/>
                  </a:lnTo>
                  <a:lnTo>
                    <a:pt x="194143" y="5998861"/>
                  </a:lnTo>
                  <a:lnTo>
                    <a:pt x="194288" y="5998861"/>
                  </a:lnTo>
                  <a:lnTo>
                    <a:pt x="194433" y="5998861"/>
                  </a:lnTo>
                  <a:lnTo>
                    <a:pt x="194579" y="5998861"/>
                  </a:lnTo>
                  <a:lnTo>
                    <a:pt x="194724" y="5998861"/>
                  </a:lnTo>
                  <a:lnTo>
                    <a:pt x="194870" y="5998861"/>
                  </a:lnTo>
                  <a:lnTo>
                    <a:pt x="195015" y="5998861"/>
                  </a:lnTo>
                  <a:lnTo>
                    <a:pt x="195161" y="5998861"/>
                  </a:lnTo>
                  <a:lnTo>
                    <a:pt x="195306" y="5998861"/>
                  </a:lnTo>
                  <a:lnTo>
                    <a:pt x="195451" y="5998861"/>
                  </a:lnTo>
                  <a:lnTo>
                    <a:pt x="195597" y="5998861"/>
                  </a:lnTo>
                  <a:lnTo>
                    <a:pt x="195742" y="5998861"/>
                  </a:lnTo>
                  <a:lnTo>
                    <a:pt x="195888" y="5998861"/>
                  </a:lnTo>
                  <a:lnTo>
                    <a:pt x="195888" y="5998238"/>
                  </a:lnTo>
                  <a:lnTo>
                    <a:pt x="196033" y="5998238"/>
                  </a:lnTo>
                  <a:lnTo>
                    <a:pt x="196033" y="5997614"/>
                  </a:lnTo>
                  <a:lnTo>
                    <a:pt x="196033" y="5996991"/>
                  </a:lnTo>
                  <a:lnTo>
                    <a:pt x="196178" y="5996991"/>
                  </a:lnTo>
                  <a:lnTo>
                    <a:pt x="196178" y="5996367"/>
                  </a:lnTo>
                  <a:lnTo>
                    <a:pt x="196324" y="5996367"/>
                  </a:lnTo>
                  <a:lnTo>
                    <a:pt x="196469" y="5996367"/>
                  </a:lnTo>
                  <a:lnTo>
                    <a:pt x="196615" y="5996367"/>
                  </a:lnTo>
                  <a:lnTo>
                    <a:pt x="196760" y="5996367"/>
                  </a:lnTo>
                  <a:lnTo>
                    <a:pt x="196906" y="5996367"/>
                  </a:lnTo>
                  <a:lnTo>
                    <a:pt x="197051" y="5996367"/>
                  </a:lnTo>
                  <a:lnTo>
                    <a:pt x="197196" y="5996367"/>
                  </a:lnTo>
                  <a:lnTo>
                    <a:pt x="197342" y="5996367"/>
                  </a:lnTo>
                  <a:lnTo>
                    <a:pt x="197487" y="5996367"/>
                  </a:lnTo>
                  <a:lnTo>
                    <a:pt x="197633" y="5996367"/>
                  </a:lnTo>
                  <a:lnTo>
                    <a:pt x="197633" y="5995743"/>
                  </a:lnTo>
                  <a:lnTo>
                    <a:pt x="197633" y="5995120"/>
                  </a:lnTo>
                  <a:lnTo>
                    <a:pt x="197778" y="5995120"/>
                  </a:lnTo>
                  <a:lnTo>
                    <a:pt x="197778" y="5994496"/>
                  </a:lnTo>
                  <a:lnTo>
                    <a:pt x="197924" y="5994496"/>
                  </a:lnTo>
                  <a:lnTo>
                    <a:pt x="197924" y="5993873"/>
                  </a:lnTo>
                  <a:lnTo>
                    <a:pt x="198069" y="5993873"/>
                  </a:lnTo>
                  <a:lnTo>
                    <a:pt x="198214" y="5993873"/>
                  </a:lnTo>
                  <a:lnTo>
                    <a:pt x="198214" y="5993249"/>
                  </a:lnTo>
                  <a:lnTo>
                    <a:pt x="198360" y="5993249"/>
                  </a:lnTo>
                  <a:lnTo>
                    <a:pt x="198505" y="5993249"/>
                  </a:lnTo>
                  <a:lnTo>
                    <a:pt x="198651" y="5993249"/>
                  </a:lnTo>
                  <a:lnTo>
                    <a:pt x="198796" y="5993249"/>
                  </a:lnTo>
                  <a:lnTo>
                    <a:pt x="198942" y="5993249"/>
                  </a:lnTo>
                  <a:lnTo>
                    <a:pt x="199087" y="5993249"/>
                  </a:lnTo>
                  <a:lnTo>
                    <a:pt x="199232" y="5993249"/>
                  </a:lnTo>
                  <a:lnTo>
                    <a:pt x="199378" y="5993249"/>
                  </a:lnTo>
                  <a:lnTo>
                    <a:pt x="199378" y="5992626"/>
                  </a:lnTo>
                  <a:lnTo>
                    <a:pt x="199378" y="5992002"/>
                  </a:lnTo>
                  <a:lnTo>
                    <a:pt x="199523" y="5992002"/>
                  </a:lnTo>
                  <a:lnTo>
                    <a:pt x="199669" y="5992002"/>
                  </a:lnTo>
                  <a:lnTo>
                    <a:pt x="199814" y="5992002"/>
                  </a:lnTo>
                  <a:lnTo>
                    <a:pt x="199960" y="5992002"/>
                  </a:lnTo>
                  <a:lnTo>
                    <a:pt x="200105" y="5992002"/>
                  </a:lnTo>
                  <a:lnTo>
                    <a:pt x="200250" y="5992002"/>
                  </a:lnTo>
                  <a:lnTo>
                    <a:pt x="200396" y="5992002"/>
                  </a:lnTo>
                  <a:lnTo>
                    <a:pt x="200541" y="5992002"/>
                  </a:lnTo>
                  <a:lnTo>
                    <a:pt x="200687" y="5992002"/>
                  </a:lnTo>
                  <a:lnTo>
                    <a:pt x="200832" y="5992002"/>
                  </a:lnTo>
                  <a:lnTo>
                    <a:pt x="200978" y="5992002"/>
                  </a:lnTo>
                  <a:lnTo>
                    <a:pt x="200978" y="5991378"/>
                  </a:lnTo>
                  <a:lnTo>
                    <a:pt x="200978" y="5990755"/>
                  </a:lnTo>
                  <a:lnTo>
                    <a:pt x="201123" y="5990755"/>
                  </a:lnTo>
                  <a:lnTo>
                    <a:pt x="201268" y="5990755"/>
                  </a:lnTo>
                  <a:lnTo>
                    <a:pt x="201414" y="5990755"/>
                  </a:lnTo>
                  <a:lnTo>
                    <a:pt x="201559" y="5990755"/>
                  </a:lnTo>
                  <a:lnTo>
                    <a:pt x="201705" y="5990755"/>
                  </a:lnTo>
                  <a:lnTo>
                    <a:pt x="201850" y="5990755"/>
                  </a:lnTo>
                  <a:lnTo>
                    <a:pt x="201850" y="5990131"/>
                  </a:lnTo>
                  <a:lnTo>
                    <a:pt x="201996" y="5990131"/>
                  </a:lnTo>
                  <a:lnTo>
                    <a:pt x="202141" y="5990131"/>
                  </a:lnTo>
                  <a:lnTo>
                    <a:pt x="202286" y="5990131"/>
                  </a:lnTo>
                  <a:lnTo>
                    <a:pt x="202432" y="5990131"/>
                  </a:lnTo>
                  <a:lnTo>
                    <a:pt x="202577" y="5990131"/>
                  </a:lnTo>
                  <a:lnTo>
                    <a:pt x="202577" y="5989508"/>
                  </a:lnTo>
                  <a:lnTo>
                    <a:pt x="202723" y="5989508"/>
                  </a:lnTo>
                  <a:lnTo>
                    <a:pt x="202868" y="5989508"/>
                  </a:lnTo>
                  <a:lnTo>
                    <a:pt x="203013" y="5989508"/>
                  </a:lnTo>
                  <a:lnTo>
                    <a:pt x="203159" y="5989508"/>
                  </a:lnTo>
                  <a:lnTo>
                    <a:pt x="203304" y="5989508"/>
                  </a:lnTo>
                  <a:lnTo>
                    <a:pt x="203450" y="5989508"/>
                  </a:lnTo>
                  <a:lnTo>
                    <a:pt x="203595" y="5989508"/>
                  </a:lnTo>
                  <a:lnTo>
                    <a:pt x="203741" y="5989508"/>
                  </a:lnTo>
                  <a:lnTo>
                    <a:pt x="203886" y="5989508"/>
                  </a:lnTo>
                  <a:lnTo>
                    <a:pt x="204031" y="5989508"/>
                  </a:lnTo>
                  <a:lnTo>
                    <a:pt x="204177" y="5989508"/>
                  </a:lnTo>
                  <a:lnTo>
                    <a:pt x="204322" y="5989508"/>
                  </a:lnTo>
                  <a:lnTo>
                    <a:pt x="204322" y="5988884"/>
                  </a:lnTo>
                  <a:lnTo>
                    <a:pt x="204322" y="5988261"/>
                  </a:lnTo>
                  <a:lnTo>
                    <a:pt x="204468" y="5988261"/>
                  </a:lnTo>
                  <a:lnTo>
                    <a:pt x="204613" y="5988261"/>
                  </a:lnTo>
                  <a:lnTo>
                    <a:pt x="204613" y="5987637"/>
                  </a:lnTo>
                  <a:lnTo>
                    <a:pt x="204613" y="5987013"/>
                  </a:lnTo>
                  <a:lnTo>
                    <a:pt x="204613" y="5986390"/>
                  </a:lnTo>
                  <a:lnTo>
                    <a:pt x="204613" y="5985766"/>
                  </a:lnTo>
                  <a:lnTo>
                    <a:pt x="204613" y="5985143"/>
                  </a:lnTo>
                  <a:lnTo>
                    <a:pt x="204759" y="5985143"/>
                  </a:lnTo>
                  <a:lnTo>
                    <a:pt x="204759" y="5984519"/>
                  </a:lnTo>
                  <a:lnTo>
                    <a:pt x="204904" y="5984519"/>
                  </a:lnTo>
                  <a:lnTo>
                    <a:pt x="205049" y="5984519"/>
                  </a:lnTo>
                  <a:lnTo>
                    <a:pt x="205195" y="5984519"/>
                  </a:lnTo>
                  <a:lnTo>
                    <a:pt x="205340" y="5984519"/>
                  </a:lnTo>
                  <a:lnTo>
                    <a:pt x="205486" y="5984519"/>
                  </a:lnTo>
                  <a:lnTo>
                    <a:pt x="205631" y="5984519"/>
                  </a:lnTo>
                  <a:lnTo>
                    <a:pt x="205777" y="5984519"/>
                  </a:lnTo>
                  <a:lnTo>
                    <a:pt x="205922" y="5984519"/>
                  </a:lnTo>
                  <a:lnTo>
                    <a:pt x="206067" y="5984519"/>
                  </a:lnTo>
                  <a:lnTo>
                    <a:pt x="206067" y="5983895"/>
                  </a:lnTo>
                  <a:lnTo>
                    <a:pt x="206213" y="5983895"/>
                  </a:lnTo>
                  <a:lnTo>
                    <a:pt x="206358" y="5983895"/>
                  </a:lnTo>
                  <a:lnTo>
                    <a:pt x="206358" y="5983272"/>
                  </a:lnTo>
                  <a:lnTo>
                    <a:pt x="206504" y="5983272"/>
                  </a:lnTo>
                  <a:lnTo>
                    <a:pt x="206649" y="5983272"/>
                  </a:lnTo>
                  <a:lnTo>
                    <a:pt x="206795" y="5983272"/>
                  </a:lnTo>
                  <a:lnTo>
                    <a:pt x="206795" y="5982648"/>
                  </a:lnTo>
                  <a:lnTo>
                    <a:pt x="206795" y="5982025"/>
                  </a:lnTo>
                  <a:lnTo>
                    <a:pt x="206940" y="5982025"/>
                  </a:lnTo>
                  <a:lnTo>
                    <a:pt x="207085" y="5982025"/>
                  </a:lnTo>
                  <a:lnTo>
                    <a:pt x="207231" y="5982025"/>
                  </a:lnTo>
                  <a:lnTo>
                    <a:pt x="207231" y="5981401"/>
                  </a:lnTo>
                  <a:lnTo>
                    <a:pt x="207376" y="5981401"/>
                  </a:lnTo>
                  <a:lnTo>
                    <a:pt x="207522" y="5981401"/>
                  </a:lnTo>
                  <a:lnTo>
                    <a:pt x="207667" y="5981401"/>
                  </a:lnTo>
                  <a:lnTo>
                    <a:pt x="207813" y="5981401"/>
                  </a:lnTo>
                  <a:lnTo>
                    <a:pt x="207958" y="5981401"/>
                  </a:lnTo>
                  <a:lnTo>
                    <a:pt x="207958" y="5980778"/>
                  </a:lnTo>
                  <a:lnTo>
                    <a:pt x="208103" y="5980778"/>
                  </a:lnTo>
                  <a:lnTo>
                    <a:pt x="208249" y="5980778"/>
                  </a:lnTo>
                  <a:lnTo>
                    <a:pt x="208394" y="5980778"/>
                  </a:lnTo>
                  <a:lnTo>
                    <a:pt x="208394" y="5980154"/>
                  </a:lnTo>
                  <a:lnTo>
                    <a:pt x="208540" y="5980154"/>
                  </a:lnTo>
                  <a:lnTo>
                    <a:pt x="208685" y="5980154"/>
                  </a:lnTo>
                  <a:lnTo>
                    <a:pt x="208831" y="5980154"/>
                  </a:lnTo>
                  <a:lnTo>
                    <a:pt x="208831" y="5979530"/>
                  </a:lnTo>
                  <a:lnTo>
                    <a:pt x="208976" y="5979530"/>
                  </a:lnTo>
                  <a:lnTo>
                    <a:pt x="208976" y="5978907"/>
                  </a:lnTo>
                  <a:lnTo>
                    <a:pt x="209121" y="5978907"/>
                  </a:lnTo>
                  <a:lnTo>
                    <a:pt x="209267" y="5978907"/>
                  </a:lnTo>
                  <a:lnTo>
                    <a:pt x="209267" y="5978283"/>
                  </a:lnTo>
                  <a:lnTo>
                    <a:pt x="209412" y="5978283"/>
                  </a:lnTo>
                  <a:lnTo>
                    <a:pt x="209412" y="5977660"/>
                  </a:lnTo>
                  <a:lnTo>
                    <a:pt x="209558" y="5977660"/>
                  </a:lnTo>
                  <a:lnTo>
                    <a:pt x="209558" y="5977036"/>
                  </a:lnTo>
                  <a:lnTo>
                    <a:pt x="209703" y="5977036"/>
                  </a:lnTo>
                  <a:lnTo>
                    <a:pt x="209848" y="5977036"/>
                  </a:lnTo>
                  <a:lnTo>
                    <a:pt x="209994" y="5977036"/>
                  </a:lnTo>
                  <a:lnTo>
                    <a:pt x="210139" y="5977036"/>
                  </a:lnTo>
                  <a:lnTo>
                    <a:pt x="210139" y="5976412"/>
                  </a:lnTo>
                  <a:lnTo>
                    <a:pt x="210285" y="5976412"/>
                  </a:lnTo>
                  <a:lnTo>
                    <a:pt x="210285" y="5975789"/>
                  </a:lnTo>
                  <a:lnTo>
                    <a:pt x="210430" y="5975789"/>
                  </a:lnTo>
                  <a:lnTo>
                    <a:pt x="210576" y="5975789"/>
                  </a:lnTo>
                  <a:lnTo>
                    <a:pt x="210576" y="5975165"/>
                  </a:lnTo>
                  <a:lnTo>
                    <a:pt x="210721" y="5975165"/>
                  </a:lnTo>
                  <a:lnTo>
                    <a:pt x="210866" y="5975165"/>
                  </a:lnTo>
                  <a:lnTo>
                    <a:pt x="211012" y="5975165"/>
                  </a:lnTo>
                  <a:lnTo>
                    <a:pt x="211157" y="5975165"/>
                  </a:lnTo>
                  <a:lnTo>
                    <a:pt x="211303" y="5975165"/>
                  </a:lnTo>
                  <a:lnTo>
                    <a:pt x="211448" y="5975165"/>
                  </a:lnTo>
                  <a:lnTo>
                    <a:pt x="211594" y="5975165"/>
                  </a:lnTo>
                  <a:lnTo>
                    <a:pt x="211739" y="5975165"/>
                  </a:lnTo>
                  <a:lnTo>
                    <a:pt x="211884" y="5975165"/>
                  </a:lnTo>
                  <a:lnTo>
                    <a:pt x="212030" y="5975165"/>
                  </a:lnTo>
                  <a:lnTo>
                    <a:pt x="212175" y="5975165"/>
                  </a:lnTo>
                  <a:lnTo>
                    <a:pt x="212321" y="5975165"/>
                  </a:lnTo>
                  <a:lnTo>
                    <a:pt x="212466" y="5975165"/>
                  </a:lnTo>
                  <a:lnTo>
                    <a:pt x="212612" y="5975165"/>
                  </a:lnTo>
                  <a:lnTo>
                    <a:pt x="212757" y="5975165"/>
                  </a:lnTo>
                  <a:lnTo>
                    <a:pt x="212757" y="5974542"/>
                  </a:lnTo>
                  <a:lnTo>
                    <a:pt x="212902" y="5974542"/>
                  </a:lnTo>
                  <a:lnTo>
                    <a:pt x="213048" y="5974542"/>
                  </a:lnTo>
                  <a:lnTo>
                    <a:pt x="213193" y="5974542"/>
                  </a:lnTo>
                  <a:lnTo>
                    <a:pt x="213339" y="5974542"/>
                  </a:lnTo>
                  <a:lnTo>
                    <a:pt x="213484" y="5974542"/>
                  </a:lnTo>
                  <a:lnTo>
                    <a:pt x="213630" y="5974542"/>
                  </a:lnTo>
                  <a:lnTo>
                    <a:pt x="213775" y="5974542"/>
                  </a:lnTo>
                  <a:lnTo>
                    <a:pt x="213920" y="5974542"/>
                  </a:lnTo>
                  <a:lnTo>
                    <a:pt x="214066" y="5974542"/>
                  </a:lnTo>
                  <a:lnTo>
                    <a:pt x="214211" y="5974542"/>
                  </a:lnTo>
                  <a:lnTo>
                    <a:pt x="214357" y="5974542"/>
                  </a:lnTo>
                  <a:lnTo>
                    <a:pt x="214357" y="5973918"/>
                  </a:lnTo>
                  <a:lnTo>
                    <a:pt x="214357" y="5973295"/>
                  </a:lnTo>
                  <a:lnTo>
                    <a:pt x="214357" y="5972671"/>
                  </a:lnTo>
                  <a:lnTo>
                    <a:pt x="214357" y="5972047"/>
                  </a:lnTo>
                  <a:lnTo>
                    <a:pt x="214502" y="5972047"/>
                  </a:lnTo>
                  <a:lnTo>
                    <a:pt x="214502" y="5971424"/>
                  </a:lnTo>
                  <a:lnTo>
                    <a:pt x="214502" y="5970800"/>
                  </a:lnTo>
                  <a:lnTo>
                    <a:pt x="214648" y="5970800"/>
                  </a:lnTo>
                  <a:lnTo>
                    <a:pt x="214648" y="5970177"/>
                  </a:lnTo>
                  <a:lnTo>
                    <a:pt x="214793" y="5970177"/>
                  </a:lnTo>
                  <a:lnTo>
                    <a:pt x="214938" y="5970177"/>
                  </a:lnTo>
                  <a:lnTo>
                    <a:pt x="215084" y="5970177"/>
                  </a:lnTo>
                  <a:lnTo>
                    <a:pt x="215084" y="5969553"/>
                  </a:lnTo>
                  <a:lnTo>
                    <a:pt x="215084" y="5968929"/>
                  </a:lnTo>
                  <a:lnTo>
                    <a:pt x="215229" y="5968929"/>
                  </a:lnTo>
                  <a:lnTo>
                    <a:pt x="215375" y="5968929"/>
                  </a:lnTo>
                  <a:lnTo>
                    <a:pt x="215520" y="5968929"/>
                  </a:lnTo>
                  <a:lnTo>
                    <a:pt x="215666" y="5968929"/>
                  </a:lnTo>
                  <a:lnTo>
                    <a:pt x="215811" y="5968929"/>
                  </a:lnTo>
                  <a:lnTo>
                    <a:pt x="215956" y="5968929"/>
                  </a:lnTo>
                  <a:lnTo>
                    <a:pt x="216102" y="5968929"/>
                  </a:lnTo>
                  <a:lnTo>
                    <a:pt x="216247" y="5968929"/>
                  </a:lnTo>
                  <a:lnTo>
                    <a:pt x="216393" y="5968929"/>
                  </a:lnTo>
                  <a:lnTo>
                    <a:pt x="216538" y="5968929"/>
                  </a:lnTo>
                  <a:lnTo>
                    <a:pt x="216683" y="5968929"/>
                  </a:lnTo>
                  <a:lnTo>
                    <a:pt x="216829" y="5968929"/>
                  </a:lnTo>
                  <a:lnTo>
                    <a:pt x="216974" y="5968929"/>
                  </a:lnTo>
                  <a:lnTo>
                    <a:pt x="217120" y="5968929"/>
                  </a:lnTo>
                  <a:lnTo>
                    <a:pt x="217265" y="5968929"/>
                  </a:lnTo>
                  <a:lnTo>
                    <a:pt x="217411" y="5968929"/>
                  </a:lnTo>
                  <a:lnTo>
                    <a:pt x="217411" y="5968306"/>
                  </a:lnTo>
                  <a:lnTo>
                    <a:pt x="217556" y="5968306"/>
                  </a:lnTo>
                  <a:lnTo>
                    <a:pt x="217701" y="5968306"/>
                  </a:lnTo>
                  <a:lnTo>
                    <a:pt x="217847" y="5968306"/>
                  </a:lnTo>
                  <a:lnTo>
                    <a:pt x="217847" y="5967682"/>
                  </a:lnTo>
                  <a:lnTo>
                    <a:pt x="217992" y="5967682"/>
                  </a:lnTo>
                  <a:lnTo>
                    <a:pt x="218138" y="5967682"/>
                  </a:lnTo>
                  <a:lnTo>
                    <a:pt x="218138" y="5967059"/>
                  </a:lnTo>
                  <a:lnTo>
                    <a:pt x="218283" y="5967059"/>
                  </a:lnTo>
                  <a:lnTo>
                    <a:pt x="218283" y="5966435"/>
                  </a:lnTo>
                  <a:lnTo>
                    <a:pt x="218283" y="5965812"/>
                  </a:lnTo>
                  <a:lnTo>
                    <a:pt x="218429" y="5965812"/>
                  </a:lnTo>
                  <a:lnTo>
                    <a:pt x="218574" y="5965812"/>
                  </a:lnTo>
                  <a:lnTo>
                    <a:pt x="218719" y="5965812"/>
                  </a:lnTo>
                  <a:lnTo>
                    <a:pt x="218865" y="5965812"/>
                  </a:lnTo>
                  <a:lnTo>
                    <a:pt x="219010" y="5965812"/>
                  </a:lnTo>
                  <a:lnTo>
                    <a:pt x="219156" y="5965812"/>
                  </a:lnTo>
                  <a:lnTo>
                    <a:pt x="219301" y="5965812"/>
                  </a:lnTo>
                  <a:lnTo>
                    <a:pt x="219301" y="5965188"/>
                  </a:lnTo>
                  <a:lnTo>
                    <a:pt x="219447" y="5965188"/>
                  </a:lnTo>
                  <a:lnTo>
                    <a:pt x="219592" y="5965188"/>
                  </a:lnTo>
                  <a:lnTo>
                    <a:pt x="219592" y="5964564"/>
                  </a:lnTo>
                  <a:lnTo>
                    <a:pt x="219737" y="5964564"/>
                  </a:lnTo>
                  <a:lnTo>
                    <a:pt x="219883" y="5964564"/>
                  </a:lnTo>
                  <a:lnTo>
                    <a:pt x="219883" y="5963941"/>
                  </a:lnTo>
                  <a:lnTo>
                    <a:pt x="220028" y="5963941"/>
                  </a:lnTo>
                  <a:lnTo>
                    <a:pt x="220174" y="5963941"/>
                  </a:lnTo>
                  <a:lnTo>
                    <a:pt x="220319" y="5963941"/>
                  </a:lnTo>
                  <a:lnTo>
                    <a:pt x="220465" y="5963941"/>
                  </a:lnTo>
                  <a:lnTo>
                    <a:pt x="220610" y="5963941"/>
                  </a:lnTo>
                  <a:lnTo>
                    <a:pt x="220755" y="5963941"/>
                  </a:lnTo>
                  <a:lnTo>
                    <a:pt x="220755" y="5963317"/>
                  </a:lnTo>
                  <a:lnTo>
                    <a:pt x="220901" y="5963317"/>
                  </a:lnTo>
                  <a:lnTo>
                    <a:pt x="220901" y="5962694"/>
                  </a:lnTo>
                  <a:lnTo>
                    <a:pt x="221046" y="5962694"/>
                  </a:lnTo>
                  <a:lnTo>
                    <a:pt x="221192" y="5962694"/>
                  </a:lnTo>
                  <a:lnTo>
                    <a:pt x="221337" y="5962694"/>
                  </a:lnTo>
                  <a:lnTo>
                    <a:pt x="221483" y="5962694"/>
                  </a:lnTo>
                  <a:lnTo>
                    <a:pt x="221628" y="5962694"/>
                  </a:lnTo>
                  <a:lnTo>
                    <a:pt x="221773" y="5962694"/>
                  </a:lnTo>
                  <a:lnTo>
                    <a:pt x="221919" y="5962694"/>
                  </a:lnTo>
                  <a:lnTo>
                    <a:pt x="222064" y="5962694"/>
                  </a:lnTo>
                  <a:lnTo>
                    <a:pt x="222210" y="5962694"/>
                  </a:lnTo>
                  <a:lnTo>
                    <a:pt x="222355" y="5962694"/>
                  </a:lnTo>
                  <a:lnTo>
                    <a:pt x="222501" y="5962694"/>
                  </a:lnTo>
                  <a:lnTo>
                    <a:pt x="222501" y="5962070"/>
                  </a:lnTo>
                  <a:lnTo>
                    <a:pt x="222646" y="5962070"/>
                  </a:lnTo>
                  <a:lnTo>
                    <a:pt x="222791" y="5962070"/>
                  </a:lnTo>
                  <a:lnTo>
                    <a:pt x="222937" y="5962070"/>
                  </a:lnTo>
                  <a:lnTo>
                    <a:pt x="223082" y="5962070"/>
                  </a:lnTo>
                  <a:lnTo>
                    <a:pt x="223228" y="5962070"/>
                  </a:lnTo>
                  <a:lnTo>
                    <a:pt x="223373" y="5962070"/>
                  </a:lnTo>
                  <a:lnTo>
                    <a:pt x="223518" y="5962070"/>
                  </a:lnTo>
                  <a:lnTo>
                    <a:pt x="223664" y="5962070"/>
                  </a:lnTo>
                  <a:lnTo>
                    <a:pt x="223809" y="5962070"/>
                  </a:lnTo>
                  <a:lnTo>
                    <a:pt x="223809" y="5961446"/>
                  </a:lnTo>
                  <a:lnTo>
                    <a:pt x="223809" y="5960823"/>
                  </a:lnTo>
                  <a:lnTo>
                    <a:pt x="223955" y="5960823"/>
                  </a:lnTo>
                  <a:lnTo>
                    <a:pt x="224100" y="5960823"/>
                  </a:lnTo>
                  <a:lnTo>
                    <a:pt x="224246" y="5960823"/>
                  </a:lnTo>
                  <a:lnTo>
                    <a:pt x="224391" y="5960823"/>
                  </a:lnTo>
                  <a:lnTo>
                    <a:pt x="224536" y="5960823"/>
                  </a:lnTo>
                  <a:lnTo>
                    <a:pt x="224682" y="5960823"/>
                  </a:lnTo>
                  <a:lnTo>
                    <a:pt x="224682" y="5960199"/>
                  </a:lnTo>
                  <a:lnTo>
                    <a:pt x="224682" y="5959576"/>
                  </a:lnTo>
                  <a:lnTo>
                    <a:pt x="224827" y="5959576"/>
                  </a:lnTo>
                  <a:lnTo>
                    <a:pt x="224973" y="5959576"/>
                  </a:lnTo>
                  <a:lnTo>
                    <a:pt x="225118" y="5959576"/>
                  </a:lnTo>
                  <a:lnTo>
                    <a:pt x="225264" y="5959576"/>
                  </a:lnTo>
                  <a:lnTo>
                    <a:pt x="225409" y="5959576"/>
                  </a:lnTo>
                  <a:lnTo>
                    <a:pt x="225554" y="5959576"/>
                  </a:lnTo>
                  <a:lnTo>
                    <a:pt x="225554" y="5958952"/>
                  </a:lnTo>
                  <a:lnTo>
                    <a:pt x="225700" y="5958952"/>
                  </a:lnTo>
                  <a:lnTo>
                    <a:pt x="225845" y="5958952"/>
                  </a:lnTo>
                  <a:lnTo>
                    <a:pt x="225845" y="5958329"/>
                  </a:lnTo>
                  <a:lnTo>
                    <a:pt x="225845" y="5957705"/>
                  </a:lnTo>
                  <a:lnTo>
                    <a:pt x="225991" y="5957705"/>
                  </a:lnTo>
                  <a:lnTo>
                    <a:pt x="226136" y="5957705"/>
                  </a:lnTo>
                  <a:lnTo>
                    <a:pt x="226282" y="5957705"/>
                  </a:lnTo>
                  <a:lnTo>
                    <a:pt x="226282" y="5957081"/>
                  </a:lnTo>
                  <a:lnTo>
                    <a:pt x="226282" y="5956458"/>
                  </a:lnTo>
                  <a:lnTo>
                    <a:pt x="226427" y="5956458"/>
                  </a:lnTo>
                  <a:lnTo>
                    <a:pt x="226572" y="5956458"/>
                  </a:lnTo>
                  <a:lnTo>
                    <a:pt x="226718" y="5956458"/>
                  </a:lnTo>
                  <a:lnTo>
                    <a:pt x="226863" y="5956458"/>
                  </a:lnTo>
                  <a:lnTo>
                    <a:pt x="227009" y="5956458"/>
                  </a:lnTo>
                  <a:lnTo>
                    <a:pt x="227154" y="5956458"/>
                  </a:lnTo>
                  <a:lnTo>
                    <a:pt x="227154" y="5955834"/>
                  </a:lnTo>
                  <a:lnTo>
                    <a:pt x="227154" y="5955211"/>
                  </a:lnTo>
                  <a:lnTo>
                    <a:pt x="227154" y="5954587"/>
                  </a:lnTo>
                  <a:lnTo>
                    <a:pt x="227154" y="5953963"/>
                  </a:lnTo>
                  <a:lnTo>
                    <a:pt x="227300" y="5953963"/>
                  </a:lnTo>
                  <a:lnTo>
                    <a:pt x="227445" y="5953963"/>
                  </a:lnTo>
                  <a:lnTo>
                    <a:pt x="227590" y="5953963"/>
                  </a:lnTo>
                  <a:lnTo>
                    <a:pt x="227736" y="5953963"/>
                  </a:lnTo>
                  <a:lnTo>
                    <a:pt x="227881" y="5953963"/>
                  </a:lnTo>
                  <a:lnTo>
                    <a:pt x="228027" y="5953963"/>
                  </a:lnTo>
                  <a:lnTo>
                    <a:pt x="228172" y="5953963"/>
                  </a:lnTo>
                  <a:lnTo>
                    <a:pt x="228318" y="5953963"/>
                  </a:lnTo>
                  <a:lnTo>
                    <a:pt x="228463" y="5953963"/>
                  </a:lnTo>
                  <a:lnTo>
                    <a:pt x="228608" y="5953963"/>
                  </a:lnTo>
                  <a:lnTo>
                    <a:pt x="228754" y="5953963"/>
                  </a:lnTo>
                  <a:lnTo>
                    <a:pt x="228899" y="5953963"/>
                  </a:lnTo>
                  <a:lnTo>
                    <a:pt x="229045" y="5953963"/>
                  </a:lnTo>
                  <a:lnTo>
                    <a:pt x="229045" y="5953340"/>
                  </a:lnTo>
                  <a:lnTo>
                    <a:pt x="229190" y="5953340"/>
                  </a:lnTo>
                  <a:lnTo>
                    <a:pt x="229336" y="5953340"/>
                  </a:lnTo>
                  <a:lnTo>
                    <a:pt x="229481" y="5953340"/>
                  </a:lnTo>
                  <a:lnTo>
                    <a:pt x="229481" y="5952716"/>
                  </a:lnTo>
                  <a:lnTo>
                    <a:pt x="229481" y="5952093"/>
                  </a:lnTo>
                  <a:lnTo>
                    <a:pt x="229481" y="5951469"/>
                  </a:lnTo>
                  <a:lnTo>
                    <a:pt x="229626" y="5951469"/>
                  </a:lnTo>
                  <a:lnTo>
                    <a:pt x="229772" y="5951469"/>
                  </a:lnTo>
                  <a:lnTo>
                    <a:pt x="229917" y="5951469"/>
                  </a:lnTo>
                  <a:lnTo>
                    <a:pt x="230063" y="5951469"/>
                  </a:lnTo>
                  <a:lnTo>
                    <a:pt x="230063" y="5950846"/>
                  </a:lnTo>
                  <a:lnTo>
                    <a:pt x="230208" y="5950846"/>
                  </a:lnTo>
                  <a:lnTo>
                    <a:pt x="230353" y="5950846"/>
                  </a:lnTo>
                  <a:lnTo>
                    <a:pt x="230499" y="5950846"/>
                  </a:lnTo>
                  <a:lnTo>
                    <a:pt x="230644" y="5950846"/>
                  </a:lnTo>
                  <a:lnTo>
                    <a:pt x="230644" y="5950222"/>
                  </a:lnTo>
                  <a:lnTo>
                    <a:pt x="230790" y="5950222"/>
                  </a:lnTo>
                  <a:lnTo>
                    <a:pt x="230935" y="5950222"/>
                  </a:lnTo>
                  <a:lnTo>
                    <a:pt x="231081" y="5950222"/>
                  </a:lnTo>
                  <a:lnTo>
                    <a:pt x="231081" y="5949598"/>
                  </a:lnTo>
                  <a:lnTo>
                    <a:pt x="231226" y="5949598"/>
                  </a:lnTo>
                  <a:lnTo>
                    <a:pt x="231226" y="5948975"/>
                  </a:lnTo>
                  <a:lnTo>
                    <a:pt x="231226" y="5948351"/>
                  </a:lnTo>
                  <a:lnTo>
                    <a:pt x="231226" y="5947728"/>
                  </a:lnTo>
                  <a:lnTo>
                    <a:pt x="231371" y="5947728"/>
                  </a:lnTo>
                  <a:lnTo>
                    <a:pt x="231517" y="5947728"/>
                  </a:lnTo>
                  <a:lnTo>
                    <a:pt x="231662" y="5947728"/>
                  </a:lnTo>
                  <a:lnTo>
                    <a:pt x="231808" y="5947728"/>
                  </a:lnTo>
                  <a:lnTo>
                    <a:pt x="231808" y="5947104"/>
                  </a:lnTo>
                  <a:lnTo>
                    <a:pt x="231953" y="5947104"/>
                  </a:lnTo>
                  <a:lnTo>
                    <a:pt x="232099" y="5947104"/>
                  </a:lnTo>
                  <a:lnTo>
                    <a:pt x="232244" y="5947104"/>
                  </a:lnTo>
                  <a:lnTo>
                    <a:pt x="232244" y="5946480"/>
                  </a:lnTo>
                  <a:lnTo>
                    <a:pt x="232389" y="5946480"/>
                  </a:lnTo>
                  <a:lnTo>
                    <a:pt x="232389" y="5945857"/>
                  </a:lnTo>
                  <a:lnTo>
                    <a:pt x="232535" y="5945857"/>
                  </a:lnTo>
                  <a:lnTo>
                    <a:pt x="232680" y="5945857"/>
                  </a:lnTo>
                  <a:lnTo>
                    <a:pt x="232826" y="5945857"/>
                  </a:lnTo>
                  <a:lnTo>
                    <a:pt x="232971" y="5945857"/>
                  </a:lnTo>
                  <a:lnTo>
                    <a:pt x="233117" y="5945857"/>
                  </a:lnTo>
                  <a:lnTo>
                    <a:pt x="233262" y="5945857"/>
                  </a:lnTo>
                  <a:lnTo>
                    <a:pt x="233407" y="5945857"/>
                  </a:lnTo>
                  <a:lnTo>
                    <a:pt x="233407" y="5945233"/>
                  </a:lnTo>
                  <a:lnTo>
                    <a:pt x="233553" y="5945233"/>
                  </a:lnTo>
                  <a:lnTo>
                    <a:pt x="233698" y="5945233"/>
                  </a:lnTo>
                  <a:lnTo>
                    <a:pt x="233698" y="5944610"/>
                  </a:lnTo>
                  <a:lnTo>
                    <a:pt x="233844" y="5944610"/>
                  </a:lnTo>
                  <a:lnTo>
                    <a:pt x="233989" y="5944610"/>
                  </a:lnTo>
                  <a:lnTo>
                    <a:pt x="233989" y="5943986"/>
                  </a:lnTo>
                  <a:lnTo>
                    <a:pt x="234135" y="5943986"/>
                  </a:lnTo>
                  <a:lnTo>
                    <a:pt x="234280" y="5943986"/>
                  </a:lnTo>
                  <a:lnTo>
                    <a:pt x="234280" y="5943363"/>
                  </a:lnTo>
                  <a:lnTo>
                    <a:pt x="234425" y="5943363"/>
                  </a:lnTo>
                  <a:lnTo>
                    <a:pt x="234425" y="5942739"/>
                  </a:lnTo>
                  <a:lnTo>
                    <a:pt x="234425" y="5942115"/>
                  </a:lnTo>
                  <a:lnTo>
                    <a:pt x="234571" y="5942115"/>
                  </a:lnTo>
                  <a:lnTo>
                    <a:pt x="234716" y="5942115"/>
                  </a:lnTo>
                  <a:lnTo>
                    <a:pt x="234862" y="5942115"/>
                  </a:lnTo>
                  <a:lnTo>
                    <a:pt x="234862" y="5941492"/>
                  </a:lnTo>
                  <a:lnTo>
                    <a:pt x="235007" y="5941492"/>
                  </a:lnTo>
                  <a:lnTo>
                    <a:pt x="235007" y="5940868"/>
                  </a:lnTo>
                  <a:lnTo>
                    <a:pt x="235153" y="5940868"/>
                  </a:lnTo>
                  <a:lnTo>
                    <a:pt x="235153" y="5940245"/>
                  </a:lnTo>
                  <a:lnTo>
                    <a:pt x="235298" y="5940245"/>
                  </a:lnTo>
                  <a:lnTo>
                    <a:pt x="235443" y="5940245"/>
                  </a:lnTo>
                  <a:lnTo>
                    <a:pt x="235443" y="5939621"/>
                  </a:lnTo>
                  <a:lnTo>
                    <a:pt x="235589" y="5939621"/>
                  </a:lnTo>
                  <a:lnTo>
                    <a:pt x="235589" y="5938998"/>
                  </a:lnTo>
                  <a:lnTo>
                    <a:pt x="235589" y="5938374"/>
                  </a:lnTo>
                  <a:lnTo>
                    <a:pt x="235734" y="5938374"/>
                  </a:lnTo>
                  <a:lnTo>
                    <a:pt x="235880" y="5938374"/>
                  </a:lnTo>
                  <a:lnTo>
                    <a:pt x="235880" y="5937750"/>
                  </a:lnTo>
                  <a:lnTo>
                    <a:pt x="236025" y="5937750"/>
                  </a:lnTo>
                  <a:lnTo>
                    <a:pt x="236025" y="5937127"/>
                  </a:lnTo>
                  <a:lnTo>
                    <a:pt x="236171" y="5937127"/>
                  </a:lnTo>
                  <a:lnTo>
                    <a:pt x="236316" y="5937127"/>
                  </a:lnTo>
                  <a:lnTo>
                    <a:pt x="236461" y="5937127"/>
                  </a:lnTo>
                  <a:lnTo>
                    <a:pt x="236607" y="5937127"/>
                  </a:lnTo>
                  <a:lnTo>
                    <a:pt x="236607" y="5936503"/>
                  </a:lnTo>
                  <a:lnTo>
                    <a:pt x="236752" y="5936503"/>
                  </a:lnTo>
                  <a:lnTo>
                    <a:pt x="236898" y="5936503"/>
                  </a:lnTo>
                  <a:lnTo>
                    <a:pt x="237043" y="5936503"/>
                  </a:lnTo>
                  <a:lnTo>
                    <a:pt x="237188" y="5936503"/>
                  </a:lnTo>
                  <a:lnTo>
                    <a:pt x="237334" y="5936503"/>
                  </a:lnTo>
                  <a:lnTo>
                    <a:pt x="237334" y="5935880"/>
                  </a:lnTo>
                  <a:lnTo>
                    <a:pt x="237479" y="5935880"/>
                  </a:lnTo>
                  <a:lnTo>
                    <a:pt x="237625" y="5935880"/>
                  </a:lnTo>
                  <a:lnTo>
                    <a:pt x="237625" y="5935256"/>
                  </a:lnTo>
                  <a:lnTo>
                    <a:pt x="237770" y="5935256"/>
                  </a:lnTo>
                  <a:lnTo>
                    <a:pt x="237770" y="5934632"/>
                  </a:lnTo>
                  <a:lnTo>
                    <a:pt x="237916" y="5934632"/>
                  </a:lnTo>
                  <a:lnTo>
                    <a:pt x="237916" y="5934009"/>
                  </a:lnTo>
                  <a:lnTo>
                    <a:pt x="237916" y="5933385"/>
                  </a:lnTo>
                  <a:lnTo>
                    <a:pt x="238061" y="5933385"/>
                  </a:lnTo>
                  <a:lnTo>
                    <a:pt x="238061" y="5932762"/>
                  </a:lnTo>
                  <a:lnTo>
                    <a:pt x="238206" y="5932762"/>
                  </a:lnTo>
                  <a:lnTo>
                    <a:pt x="238352" y="5932762"/>
                  </a:lnTo>
                  <a:lnTo>
                    <a:pt x="238352" y="5932138"/>
                  </a:lnTo>
                  <a:lnTo>
                    <a:pt x="238497" y="5932138"/>
                  </a:lnTo>
                  <a:lnTo>
                    <a:pt x="238497" y="5931515"/>
                  </a:lnTo>
                  <a:lnTo>
                    <a:pt x="238497" y="5930891"/>
                  </a:lnTo>
                  <a:lnTo>
                    <a:pt x="238643" y="5930891"/>
                  </a:lnTo>
                  <a:lnTo>
                    <a:pt x="238788" y="5930891"/>
                  </a:lnTo>
                  <a:lnTo>
                    <a:pt x="238934" y="5930891"/>
                  </a:lnTo>
                  <a:lnTo>
                    <a:pt x="239079" y="5930891"/>
                  </a:lnTo>
                  <a:lnTo>
                    <a:pt x="239224" y="5930891"/>
                  </a:lnTo>
                  <a:lnTo>
                    <a:pt x="239370" y="5930891"/>
                  </a:lnTo>
                  <a:lnTo>
                    <a:pt x="239515" y="5930891"/>
                  </a:lnTo>
                  <a:lnTo>
                    <a:pt x="239661" y="5930891"/>
                  </a:lnTo>
                  <a:lnTo>
                    <a:pt x="239661" y="5930267"/>
                  </a:lnTo>
                  <a:lnTo>
                    <a:pt x="239806" y="5930267"/>
                  </a:lnTo>
                  <a:lnTo>
                    <a:pt x="239952" y="5930267"/>
                  </a:lnTo>
                  <a:lnTo>
                    <a:pt x="240097" y="5930267"/>
                  </a:lnTo>
                  <a:lnTo>
                    <a:pt x="240242" y="5930267"/>
                  </a:lnTo>
                  <a:lnTo>
                    <a:pt x="240388" y="5930267"/>
                  </a:lnTo>
                  <a:lnTo>
                    <a:pt x="240533" y="5930267"/>
                  </a:lnTo>
                  <a:lnTo>
                    <a:pt x="240679" y="5930267"/>
                  </a:lnTo>
                  <a:lnTo>
                    <a:pt x="240824" y="5930267"/>
                  </a:lnTo>
                  <a:lnTo>
                    <a:pt x="240824" y="5929644"/>
                  </a:lnTo>
                  <a:lnTo>
                    <a:pt x="240824" y="5929020"/>
                  </a:lnTo>
                  <a:lnTo>
                    <a:pt x="240970" y="5929020"/>
                  </a:lnTo>
                  <a:lnTo>
                    <a:pt x="240970" y="5928397"/>
                  </a:lnTo>
                  <a:lnTo>
                    <a:pt x="241115" y="5928397"/>
                  </a:lnTo>
                  <a:lnTo>
                    <a:pt x="241115" y="5927773"/>
                  </a:lnTo>
                  <a:lnTo>
                    <a:pt x="241260" y="5927773"/>
                  </a:lnTo>
                  <a:lnTo>
                    <a:pt x="241406" y="5927773"/>
                  </a:lnTo>
                  <a:lnTo>
                    <a:pt x="241551" y="5927773"/>
                  </a:lnTo>
                  <a:lnTo>
                    <a:pt x="241697" y="5927773"/>
                  </a:lnTo>
                  <a:lnTo>
                    <a:pt x="241842" y="5927773"/>
                  </a:lnTo>
                  <a:lnTo>
                    <a:pt x="241842" y="5927149"/>
                  </a:lnTo>
                  <a:lnTo>
                    <a:pt x="241988" y="5927149"/>
                  </a:lnTo>
                  <a:lnTo>
                    <a:pt x="242133" y="5927149"/>
                  </a:lnTo>
                  <a:lnTo>
                    <a:pt x="242278" y="5927149"/>
                  </a:lnTo>
                  <a:lnTo>
                    <a:pt x="242424" y="5927149"/>
                  </a:lnTo>
                  <a:lnTo>
                    <a:pt x="242569" y="5927149"/>
                  </a:lnTo>
                  <a:lnTo>
                    <a:pt x="242569" y="5926526"/>
                  </a:lnTo>
                  <a:lnTo>
                    <a:pt x="242569" y="5925902"/>
                  </a:lnTo>
                  <a:lnTo>
                    <a:pt x="242715" y="5925902"/>
                  </a:lnTo>
                  <a:lnTo>
                    <a:pt x="242860" y="5925902"/>
                  </a:lnTo>
                  <a:lnTo>
                    <a:pt x="242860" y="5925279"/>
                  </a:lnTo>
                  <a:lnTo>
                    <a:pt x="243006" y="5925279"/>
                  </a:lnTo>
                  <a:lnTo>
                    <a:pt x="243151" y="5925279"/>
                  </a:lnTo>
                  <a:lnTo>
                    <a:pt x="243296" y="5925279"/>
                  </a:lnTo>
                  <a:lnTo>
                    <a:pt x="243296" y="5924655"/>
                  </a:lnTo>
                  <a:lnTo>
                    <a:pt x="243442" y="5924655"/>
                  </a:lnTo>
                  <a:lnTo>
                    <a:pt x="243587" y="5924655"/>
                  </a:lnTo>
                  <a:lnTo>
                    <a:pt x="243733" y="5924655"/>
                  </a:lnTo>
                  <a:lnTo>
                    <a:pt x="243733" y="5924032"/>
                  </a:lnTo>
                  <a:lnTo>
                    <a:pt x="243733" y="5923408"/>
                  </a:lnTo>
                  <a:lnTo>
                    <a:pt x="243878" y="5923408"/>
                  </a:lnTo>
                  <a:lnTo>
                    <a:pt x="243878" y="5922784"/>
                  </a:lnTo>
                  <a:lnTo>
                    <a:pt x="244023" y="5922784"/>
                  </a:lnTo>
                  <a:lnTo>
                    <a:pt x="244169" y="5922784"/>
                  </a:lnTo>
                  <a:lnTo>
                    <a:pt x="244314" y="5922784"/>
                  </a:lnTo>
                  <a:lnTo>
                    <a:pt x="244314" y="5922161"/>
                  </a:lnTo>
                  <a:lnTo>
                    <a:pt x="244460" y="5922161"/>
                  </a:lnTo>
                  <a:lnTo>
                    <a:pt x="244605" y="5922161"/>
                  </a:lnTo>
                  <a:lnTo>
                    <a:pt x="244751" y="5922161"/>
                  </a:lnTo>
                  <a:lnTo>
                    <a:pt x="244896" y="5922161"/>
                  </a:lnTo>
                  <a:lnTo>
                    <a:pt x="245041" y="5922161"/>
                  </a:lnTo>
                  <a:lnTo>
                    <a:pt x="245187" y="5922161"/>
                  </a:lnTo>
                  <a:lnTo>
                    <a:pt x="245187" y="5921537"/>
                  </a:lnTo>
                  <a:lnTo>
                    <a:pt x="245332" y="5921537"/>
                  </a:lnTo>
                  <a:lnTo>
                    <a:pt x="245332" y="5920914"/>
                  </a:lnTo>
                  <a:lnTo>
                    <a:pt x="245478" y="5920914"/>
                  </a:lnTo>
                  <a:lnTo>
                    <a:pt x="245478" y="5920290"/>
                  </a:lnTo>
                  <a:lnTo>
                    <a:pt x="245623" y="5920290"/>
                  </a:lnTo>
                  <a:lnTo>
                    <a:pt x="245623" y="5919666"/>
                  </a:lnTo>
                  <a:lnTo>
                    <a:pt x="245769" y="5919666"/>
                  </a:lnTo>
                  <a:lnTo>
                    <a:pt x="245769" y="5919043"/>
                  </a:lnTo>
                  <a:lnTo>
                    <a:pt x="245914" y="5919043"/>
                  </a:lnTo>
                  <a:lnTo>
                    <a:pt x="245914" y="5918419"/>
                  </a:lnTo>
                  <a:lnTo>
                    <a:pt x="246059" y="5918419"/>
                  </a:lnTo>
                  <a:lnTo>
                    <a:pt x="246059" y="5917796"/>
                  </a:lnTo>
                  <a:lnTo>
                    <a:pt x="246205" y="5917796"/>
                  </a:lnTo>
                  <a:lnTo>
                    <a:pt x="246350" y="5917796"/>
                  </a:lnTo>
                  <a:lnTo>
                    <a:pt x="246496" y="5917796"/>
                  </a:lnTo>
                  <a:lnTo>
                    <a:pt x="246641" y="5917796"/>
                  </a:lnTo>
                  <a:lnTo>
                    <a:pt x="246787" y="5917796"/>
                  </a:lnTo>
                  <a:lnTo>
                    <a:pt x="246932" y="5917796"/>
                  </a:lnTo>
                  <a:lnTo>
                    <a:pt x="247077" y="5917796"/>
                  </a:lnTo>
                  <a:lnTo>
                    <a:pt x="247223" y="5917796"/>
                  </a:lnTo>
                  <a:lnTo>
                    <a:pt x="247223" y="5917172"/>
                  </a:lnTo>
                  <a:lnTo>
                    <a:pt x="247223" y="5916549"/>
                  </a:lnTo>
                  <a:lnTo>
                    <a:pt x="247368" y="5916549"/>
                  </a:lnTo>
                  <a:lnTo>
                    <a:pt x="247514" y="5916549"/>
                  </a:lnTo>
                  <a:lnTo>
                    <a:pt x="247659" y="5916549"/>
                  </a:lnTo>
                  <a:lnTo>
                    <a:pt x="247805" y="5916549"/>
                  </a:lnTo>
                  <a:lnTo>
                    <a:pt x="247950" y="5916549"/>
                  </a:lnTo>
                  <a:lnTo>
                    <a:pt x="247950" y="5915925"/>
                  </a:lnTo>
                  <a:lnTo>
                    <a:pt x="248095" y="5915925"/>
                  </a:lnTo>
                  <a:lnTo>
                    <a:pt x="248095" y="5915301"/>
                  </a:lnTo>
                  <a:lnTo>
                    <a:pt x="248241" y="5915301"/>
                  </a:lnTo>
                  <a:lnTo>
                    <a:pt x="248386" y="5915301"/>
                  </a:lnTo>
                  <a:lnTo>
                    <a:pt x="248532" y="5915301"/>
                  </a:lnTo>
                  <a:lnTo>
                    <a:pt x="248677" y="5915301"/>
                  </a:lnTo>
                  <a:lnTo>
                    <a:pt x="248823" y="5915301"/>
                  </a:lnTo>
                  <a:lnTo>
                    <a:pt x="248968" y="5915301"/>
                  </a:lnTo>
                  <a:lnTo>
                    <a:pt x="249113" y="5915301"/>
                  </a:lnTo>
                  <a:lnTo>
                    <a:pt x="249259" y="5915301"/>
                  </a:lnTo>
                  <a:lnTo>
                    <a:pt x="249404" y="5915301"/>
                  </a:lnTo>
                  <a:lnTo>
                    <a:pt x="249550" y="5915301"/>
                  </a:lnTo>
                  <a:lnTo>
                    <a:pt x="249550" y="5914678"/>
                  </a:lnTo>
                  <a:lnTo>
                    <a:pt x="249695" y="5914678"/>
                  </a:lnTo>
                  <a:lnTo>
                    <a:pt x="249695" y="5914054"/>
                  </a:lnTo>
                  <a:lnTo>
                    <a:pt x="249695" y="5913431"/>
                  </a:lnTo>
                  <a:lnTo>
                    <a:pt x="249695" y="5912807"/>
                  </a:lnTo>
                  <a:lnTo>
                    <a:pt x="249695" y="5912183"/>
                  </a:lnTo>
                  <a:lnTo>
                    <a:pt x="249840" y="5912183"/>
                  </a:lnTo>
                  <a:lnTo>
                    <a:pt x="249986" y="5912183"/>
                  </a:lnTo>
                  <a:lnTo>
                    <a:pt x="250131" y="5912183"/>
                  </a:lnTo>
                  <a:lnTo>
                    <a:pt x="250277" y="5912183"/>
                  </a:lnTo>
                  <a:lnTo>
                    <a:pt x="250422" y="5912183"/>
                  </a:lnTo>
                  <a:lnTo>
                    <a:pt x="250568" y="5912183"/>
                  </a:lnTo>
                  <a:lnTo>
                    <a:pt x="250713" y="5912183"/>
                  </a:lnTo>
                  <a:lnTo>
                    <a:pt x="250858" y="5912183"/>
                  </a:lnTo>
                  <a:lnTo>
                    <a:pt x="251004" y="5912183"/>
                  </a:lnTo>
                  <a:lnTo>
                    <a:pt x="251149" y="5912183"/>
                  </a:lnTo>
                  <a:lnTo>
                    <a:pt x="251149" y="5911560"/>
                  </a:lnTo>
                  <a:lnTo>
                    <a:pt x="251295" y="5911560"/>
                  </a:lnTo>
                  <a:lnTo>
                    <a:pt x="251295" y="5910936"/>
                  </a:lnTo>
                  <a:lnTo>
                    <a:pt x="251440" y="5910936"/>
                  </a:lnTo>
                  <a:lnTo>
                    <a:pt x="251440" y="5910313"/>
                  </a:lnTo>
                  <a:lnTo>
                    <a:pt x="251440" y="5909689"/>
                  </a:lnTo>
                  <a:lnTo>
                    <a:pt x="251586" y="5909689"/>
                  </a:lnTo>
                  <a:lnTo>
                    <a:pt x="251731" y="5909689"/>
                  </a:lnTo>
                  <a:lnTo>
                    <a:pt x="251876" y="5909689"/>
                  </a:lnTo>
                  <a:lnTo>
                    <a:pt x="251876" y="5909066"/>
                  </a:lnTo>
                  <a:lnTo>
                    <a:pt x="252022" y="5909066"/>
                  </a:lnTo>
                  <a:lnTo>
                    <a:pt x="252022" y="5908442"/>
                  </a:lnTo>
                  <a:lnTo>
                    <a:pt x="252167" y="5908442"/>
                  </a:lnTo>
                  <a:lnTo>
                    <a:pt x="252313" y="5908442"/>
                  </a:lnTo>
                  <a:lnTo>
                    <a:pt x="252458" y="5908442"/>
                  </a:lnTo>
                  <a:lnTo>
                    <a:pt x="252458" y="5907818"/>
                  </a:lnTo>
                  <a:lnTo>
                    <a:pt x="252458" y="5907195"/>
                  </a:lnTo>
                  <a:lnTo>
                    <a:pt x="252458" y="5906571"/>
                  </a:lnTo>
                  <a:lnTo>
                    <a:pt x="252604" y="5906571"/>
                  </a:lnTo>
                  <a:lnTo>
                    <a:pt x="252604" y="5905948"/>
                  </a:lnTo>
                  <a:lnTo>
                    <a:pt x="252749" y="5905948"/>
                  </a:lnTo>
                  <a:lnTo>
                    <a:pt x="252894" y="5905948"/>
                  </a:lnTo>
                  <a:lnTo>
                    <a:pt x="253040" y="5905948"/>
                  </a:lnTo>
                  <a:lnTo>
                    <a:pt x="253185" y="5905948"/>
                  </a:lnTo>
                  <a:lnTo>
                    <a:pt x="253331" y="5905948"/>
                  </a:lnTo>
                  <a:lnTo>
                    <a:pt x="253476" y="5905948"/>
                  </a:lnTo>
                  <a:lnTo>
                    <a:pt x="253476" y="5905324"/>
                  </a:lnTo>
                  <a:lnTo>
                    <a:pt x="253622" y="5905324"/>
                  </a:lnTo>
                  <a:lnTo>
                    <a:pt x="253767" y="5905324"/>
                  </a:lnTo>
                  <a:lnTo>
                    <a:pt x="253912" y="5905324"/>
                  </a:lnTo>
                  <a:lnTo>
                    <a:pt x="254058" y="5905324"/>
                  </a:lnTo>
                  <a:lnTo>
                    <a:pt x="254203" y="5905324"/>
                  </a:lnTo>
                  <a:lnTo>
                    <a:pt x="254349" y="5905324"/>
                  </a:lnTo>
                  <a:lnTo>
                    <a:pt x="254494" y="5905324"/>
                  </a:lnTo>
                  <a:lnTo>
                    <a:pt x="254640" y="5905324"/>
                  </a:lnTo>
                  <a:lnTo>
                    <a:pt x="254785" y="5905324"/>
                  </a:lnTo>
                  <a:lnTo>
                    <a:pt x="254930" y="5905324"/>
                  </a:lnTo>
                  <a:lnTo>
                    <a:pt x="255076" y="5905324"/>
                  </a:lnTo>
                  <a:lnTo>
                    <a:pt x="255221" y="5905324"/>
                  </a:lnTo>
                  <a:lnTo>
                    <a:pt x="255367" y="5905324"/>
                  </a:lnTo>
                  <a:lnTo>
                    <a:pt x="255512" y="5905324"/>
                  </a:lnTo>
                  <a:lnTo>
                    <a:pt x="255658" y="5905324"/>
                  </a:lnTo>
                  <a:lnTo>
                    <a:pt x="255658" y="5904700"/>
                  </a:lnTo>
                  <a:lnTo>
                    <a:pt x="255803" y="5904700"/>
                  </a:lnTo>
                  <a:lnTo>
                    <a:pt x="255948" y="5904700"/>
                  </a:lnTo>
                  <a:lnTo>
                    <a:pt x="256094" y="5904700"/>
                  </a:lnTo>
                  <a:lnTo>
                    <a:pt x="256239" y="5904700"/>
                  </a:lnTo>
                  <a:lnTo>
                    <a:pt x="256239" y="5904077"/>
                  </a:lnTo>
                  <a:lnTo>
                    <a:pt x="256385" y="5904077"/>
                  </a:lnTo>
                  <a:lnTo>
                    <a:pt x="256530" y="5904077"/>
                  </a:lnTo>
                  <a:lnTo>
                    <a:pt x="256675" y="5904077"/>
                  </a:lnTo>
                  <a:lnTo>
                    <a:pt x="256675" y="5903453"/>
                  </a:lnTo>
                  <a:lnTo>
                    <a:pt x="256821" y="5903453"/>
                  </a:lnTo>
                  <a:lnTo>
                    <a:pt x="256966" y="5903453"/>
                  </a:lnTo>
                  <a:lnTo>
                    <a:pt x="257112" y="5903453"/>
                  </a:lnTo>
                  <a:lnTo>
                    <a:pt x="257112" y="5902830"/>
                  </a:lnTo>
                  <a:lnTo>
                    <a:pt x="257257" y="5902830"/>
                  </a:lnTo>
                  <a:lnTo>
                    <a:pt x="257403" y="5902830"/>
                  </a:lnTo>
                  <a:lnTo>
                    <a:pt x="257548" y="5902830"/>
                  </a:lnTo>
                  <a:lnTo>
                    <a:pt x="257693" y="5902830"/>
                  </a:lnTo>
                  <a:lnTo>
                    <a:pt x="257839" y="5902830"/>
                  </a:lnTo>
                  <a:lnTo>
                    <a:pt x="257984" y="5902830"/>
                  </a:lnTo>
                  <a:lnTo>
                    <a:pt x="257984" y="5902206"/>
                  </a:lnTo>
                  <a:lnTo>
                    <a:pt x="257984" y="5901583"/>
                  </a:lnTo>
                  <a:lnTo>
                    <a:pt x="257984" y="5900959"/>
                  </a:lnTo>
                  <a:lnTo>
                    <a:pt x="257984" y="5900335"/>
                  </a:lnTo>
                  <a:lnTo>
                    <a:pt x="258130" y="5900335"/>
                  </a:lnTo>
                  <a:lnTo>
                    <a:pt x="258275" y="5900335"/>
                  </a:lnTo>
                  <a:lnTo>
                    <a:pt x="258275" y="5899712"/>
                  </a:lnTo>
                  <a:lnTo>
                    <a:pt x="258421" y="5899712"/>
                  </a:lnTo>
                  <a:lnTo>
                    <a:pt x="258421" y="5899088"/>
                  </a:lnTo>
                  <a:lnTo>
                    <a:pt x="258421" y="5898465"/>
                  </a:lnTo>
                  <a:lnTo>
                    <a:pt x="258566" y="5898465"/>
                  </a:lnTo>
                  <a:lnTo>
                    <a:pt x="258711" y="5898465"/>
                  </a:lnTo>
                  <a:lnTo>
                    <a:pt x="258857" y="5898465"/>
                  </a:lnTo>
                  <a:lnTo>
                    <a:pt x="258857" y="5897841"/>
                  </a:lnTo>
                  <a:lnTo>
                    <a:pt x="258857" y="5897217"/>
                  </a:lnTo>
                  <a:lnTo>
                    <a:pt x="259002" y="5897217"/>
                  </a:lnTo>
                  <a:lnTo>
                    <a:pt x="259002" y="5896594"/>
                  </a:lnTo>
                  <a:lnTo>
                    <a:pt x="259002" y="5895970"/>
                  </a:lnTo>
                  <a:lnTo>
                    <a:pt x="259148" y="5895970"/>
                  </a:lnTo>
                  <a:lnTo>
                    <a:pt x="259148" y="5895347"/>
                  </a:lnTo>
                  <a:lnTo>
                    <a:pt x="259293" y="5895347"/>
                  </a:lnTo>
                  <a:lnTo>
                    <a:pt x="259439" y="5895347"/>
                  </a:lnTo>
                  <a:lnTo>
                    <a:pt x="259584" y="5895347"/>
                  </a:lnTo>
                  <a:lnTo>
                    <a:pt x="259729" y="5895347"/>
                  </a:lnTo>
                  <a:lnTo>
                    <a:pt x="259729" y="5894723"/>
                  </a:lnTo>
                  <a:lnTo>
                    <a:pt x="259729" y="5894100"/>
                  </a:lnTo>
                  <a:lnTo>
                    <a:pt x="259875" y="5894100"/>
                  </a:lnTo>
                  <a:lnTo>
                    <a:pt x="259875" y="5893476"/>
                  </a:lnTo>
                  <a:lnTo>
                    <a:pt x="260020" y="5893476"/>
                  </a:lnTo>
                  <a:lnTo>
                    <a:pt x="260020" y="5892852"/>
                  </a:lnTo>
                  <a:lnTo>
                    <a:pt x="260166" y="5892852"/>
                  </a:lnTo>
                  <a:lnTo>
                    <a:pt x="260311" y="5892852"/>
                  </a:lnTo>
                  <a:lnTo>
                    <a:pt x="260457" y="5892852"/>
                  </a:lnTo>
                  <a:lnTo>
                    <a:pt x="260457" y="5892229"/>
                  </a:lnTo>
                  <a:lnTo>
                    <a:pt x="260457" y="5891605"/>
                  </a:lnTo>
                  <a:lnTo>
                    <a:pt x="260457" y="5890982"/>
                  </a:lnTo>
                  <a:lnTo>
                    <a:pt x="260602" y="5890982"/>
                  </a:lnTo>
                  <a:lnTo>
                    <a:pt x="260747" y="5890982"/>
                  </a:lnTo>
                  <a:lnTo>
                    <a:pt x="260893" y="5890982"/>
                  </a:lnTo>
                  <a:lnTo>
                    <a:pt x="261038" y="5890982"/>
                  </a:lnTo>
                  <a:lnTo>
                    <a:pt x="261184" y="5890982"/>
                  </a:lnTo>
                  <a:lnTo>
                    <a:pt x="261184" y="5890358"/>
                  </a:lnTo>
                  <a:lnTo>
                    <a:pt x="261329" y="5890358"/>
                  </a:lnTo>
                  <a:lnTo>
                    <a:pt x="261475" y="5890358"/>
                  </a:lnTo>
                  <a:lnTo>
                    <a:pt x="261620" y="5890358"/>
                  </a:lnTo>
                  <a:lnTo>
                    <a:pt x="261620" y="5889735"/>
                  </a:lnTo>
                  <a:lnTo>
                    <a:pt x="261765" y="5889735"/>
                  </a:lnTo>
                  <a:lnTo>
                    <a:pt x="261911" y="5889735"/>
                  </a:lnTo>
                  <a:lnTo>
                    <a:pt x="262056" y="5889735"/>
                  </a:lnTo>
                  <a:lnTo>
                    <a:pt x="262202" y="5889735"/>
                  </a:lnTo>
                  <a:lnTo>
                    <a:pt x="262202" y="5889111"/>
                  </a:lnTo>
                  <a:lnTo>
                    <a:pt x="262202" y="5888487"/>
                  </a:lnTo>
                  <a:lnTo>
                    <a:pt x="262347" y="5888487"/>
                  </a:lnTo>
                  <a:lnTo>
                    <a:pt x="262493" y="5888487"/>
                  </a:lnTo>
                  <a:lnTo>
                    <a:pt x="262638" y="5888487"/>
                  </a:lnTo>
                  <a:lnTo>
                    <a:pt x="262783" y="5888487"/>
                  </a:lnTo>
                  <a:lnTo>
                    <a:pt x="262929" y="5888487"/>
                  </a:lnTo>
                  <a:lnTo>
                    <a:pt x="263074" y="5888487"/>
                  </a:lnTo>
                  <a:lnTo>
                    <a:pt x="263074" y="5887864"/>
                  </a:lnTo>
                  <a:lnTo>
                    <a:pt x="263074" y="5887240"/>
                  </a:lnTo>
                  <a:lnTo>
                    <a:pt x="263220" y="5887240"/>
                  </a:lnTo>
                  <a:lnTo>
                    <a:pt x="263365" y="5887240"/>
                  </a:lnTo>
                  <a:lnTo>
                    <a:pt x="263510" y="5887240"/>
                  </a:lnTo>
                  <a:lnTo>
                    <a:pt x="263656" y="5887240"/>
                  </a:lnTo>
                  <a:lnTo>
                    <a:pt x="263656" y="5886617"/>
                  </a:lnTo>
                  <a:lnTo>
                    <a:pt x="263656" y="5885993"/>
                  </a:lnTo>
                  <a:lnTo>
                    <a:pt x="263656" y="5885369"/>
                  </a:lnTo>
                  <a:lnTo>
                    <a:pt x="263656" y="5884746"/>
                  </a:lnTo>
                  <a:lnTo>
                    <a:pt x="263801" y="5884746"/>
                  </a:lnTo>
                  <a:lnTo>
                    <a:pt x="263947" y="5884746"/>
                  </a:lnTo>
                  <a:lnTo>
                    <a:pt x="264092" y="5884746"/>
                  </a:lnTo>
                  <a:lnTo>
                    <a:pt x="264238" y="5884746"/>
                  </a:lnTo>
                  <a:lnTo>
                    <a:pt x="264238" y="5884122"/>
                  </a:lnTo>
                  <a:lnTo>
                    <a:pt x="264383" y="5884122"/>
                  </a:lnTo>
                  <a:lnTo>
                    <a:pt x="264528" y="5884122"/>
                  </a:lnTo>
                  <a:lnTo>
                    <a:pt x="264674" y="5884122"/>
                  </a:lnTo>
                  <a:lnTo>
                    <a:pt x="264819" y="5884122"/>
                  </a:lnTo>
                  <a:lnTo>
                    <a:pt x="264965" y="5884122"/>
                  </a:lnTo>
                  <a:lnTo>
                    <a:pt x="265110" y="5884122"/>
                  </a:lnTo>
                  <a:lnTo>
                    <a:pt x="265110" y="5883499"/>
                  </a:lnTo>
                  <a:lnTo>
                    <a:pt x="265110" y="5882875"/>
                  </a:lnTo>
                  <a:lnTo>
                    <a:pt x="265256" y="5882875"/>
                  </a:lnTo>
                  <a:lnTo>
                    <a:pt x="265256" y="5882252"/>
                  </a:lnTo>
                  <a:lnTo>
                    <a:pt x="265401" y="5882252"/>
                  </a:lnTo>
                  <a:lnTo>
                    <a:pt x="265546" y="5882252"/>
                  </a:lnTo>
                  <a:lnTo>
                    <a:pt x="265546" y="5881628"/>
                  </a:lnTo>
                  <a:lnTo>
                    <a:pt x="265692" y="5881628"/>
                  </a:lnTo>
                  <a:lnTo>
                    <a:pt x="265692" y="5881004"/>
                  </a:lnTo>
                  <a:lnTo>
                    <a:pt x="265692" y="5880381"/>
                  </a:lnTo>
                  <a:lnTo>
                    <a:pt x="265837" y="5880381"/>
                  </a:lnTo>
                  <a:lnTo>
                    <a:pt x="265837" y="5879757"/>
                  </a:lnTo>
                  <a:lnTo>
                    <a:pt x="265983" y="5879757"/>
                  </a:lnTo>
                  <a:lnTo>
                    <a:pt x="265983" y="5879134"/>
                  </a:lnTo>
                  <a:lnTo>
                    <a:pt x="265983" y="5878510"/>
                  </a:lnTo>
                  <a:lnTo>
                    <a:pt x="266128" y="5878510"/>
                  </a:lnTo>
                  <a:lnTo>
                    <a:pt x="266128" y="5877886"/>
                  </a:lnTo>
                  <a:lnTo>
                    <a:pt x="266274" y="5877886"/>
                  </a:lnTo>
                  <a:lnTo>
                    <a:pt x="266274" y="5877263"/>
                  </a:lnTo>
                  <a:lnTo>
                    <a:pt x="266419" y="5877263"/>
                  </a:lnTo>
                  <a:lnTo>
                    <a:pt x="266564" y="5877263"/>
                  </a:lnTo>
                  <a:lnTo>
                    <a:pt x="266710" y="5877263"/>
                  </a:lnTo>
                  <a:lnTo>
                    <a:pt x="266855" y="5877263"/>
                  </a:lnTo>
                  <a:lnTo>
                    <a:pt x="267001" y="5877263"/>
                  </a:lnTo>
                  <a:lnTo>
                    <a:pt x="267146" y="5877263"/>
                  </a:lnTo>
                  <a:lnTo>
                    <a:pt x="267292" y="5877263"/>
                  </a:lnTo>
                  <a:lnTo>
                    <a:pt x="267292" y="5876639"/>
                  </a:lnTo>
                  <a:lnTo>
                    <a:pt x="267437" y="5876639"/>
                  </a:lnTo>
                  <a:lnTo>
                    <a:pt x="267437" y="5876016"/>
                  </a:lnTo>
                  <a:lnTo>
                    <a:pt x="267582" y="5876016"/>
                  </a:lnTo>
                  <a:lnTo>
                    <a:pt x="267728" y="5876016"/>
                  </a:lnTo>
                  <a:lnTo>
                    <a:pt x="267873" y="5876016"/>
                  </a:lnTo>
                  <a:lnTo>
                    <a:pt x="267873" y="5875392"/>
                  </a:lnTo>
                  <a:lnTo>
                    <a:pt x="268019" y="5875392"/>
                  </a:lnTo>
                  <a:lnTo>
                    <a:pt x="268164" y="5875392"/>
                  </a:lnTo>
                  <a:lnTo>
                    <a:pt x="268310" y="5875392"/>
                  </a:lnTo>
                  <a:lnTo>
                    <a:pt x="268455" y="5875392"/>
                  </a:lnTo>
                  <a:lnTo>
                    <a:pt x="268600" y="5875392"/>
                  </a:lnTo>
                  <a:lnTo>
                    <a:pt x="268746" y="5875392"/>
                  </a:lnTo>
                  <a:lnTo>
                    <a:pt x="268891" y="5875392"/>
                  </a:lnTo>
                  <a:lnTo>
                    <a:pt x="269037" y="5875392"/>
                  </a:lnTo>
                  <a:lnTo>
                    <a:pt x="269037" y="5874769"/>
                  </a:lnTo>
                  <a:lnTo>
                    <a:pt x="269037" y="5874145"/>
                  </a:lnTo>
                  <a:lnTo>
                    <a:pt x="269182" y="5874145"/>
                  </a:lnTo>
                  <a:lnTo>
                    <a:pt x="269328" y="5874145"/>
                  </a:lnTo>
                  <a:lnTo>
                    <a:pt x="269328" y="5873521"/>
                  </a:lnTo>
                  <a:lnTo>
                    <a:pt x="269473" y="5873521"/>
                  </a:lnTo>
                  <a:lnTo>
                    <a:pt x="269473" y="5872898"/>
                  </a:lnTo>
                  <a:lnTo>
                    <a:pt x="269473" y="5872274"/>
                  </a:lnTo>
                  <a:lnTo>
                    <a:pt x="269618" y="5872274"/>
                  </a:lnTo>
                  <a:lnTo>
                    <a:pt x="269764" y="5872274"/>
                  </a:lnTo>
                  <a:lnTo>
                    <a:pt x="269764" y="5871651"/>
                  </a:lnTo>
                  <a:lnTo>
                    <a:pt x="269909" y="5871651"/>
                  </a:lnTo>
                  <a:lnTo>
                    <a:pt x="269909" y="5871027"/>
                  </a:lnTo>
                  <a:lnTo>
                    <a:pt x="270055" y="5871027"/>
                  </a:lnTo>
                  <a:lnTo>
                    <a:pt x="270200" y="5871027"/>
                  </a:lnTo>
                  <a:lnTo>
                    <a:pt x="270345" y="5871027"/>
                  </a:lnTo>
                  <a:lnTo>
                    <a:pt x="270491" y="5871027"/>
                  </a:lnTo>
                  <a:lnTo>
                    <a:pt x="270636" y="5871027"/>
                  </a:lnTo>
                  <a:lnTo>
                    <a:pt x="270782" y="5871027"/>
                  </a:lnTo>
                  <a:lnTo>
                    <a:pt x="270927" y="5871027"/>
                  </a:lnTo>
                  <a:lnTo>
                    <a:pt x="271073" y="5871027"/>
                  </a:lnTo>
                  <a:lnTo>
                    <a:pt x="271073" y="5870403"/>
                  </a:lnTo>
                  <a:lnTo>
                    <a:pt x="271218" y="5870403"/>
                  </a:lnTo>
                  <a:lnTo>
                    <a:pt x="271363" y="5870403"/>
                  </a:lnTo>
                  <a:lnTo>
                    <a:pt x="271363" y="5869780"/>
                  </a:lnTo>
                  <a:lnTo>
                    <a:pt x="271509" y="5869780"/>
                  </a:lnTo>
                  <a:lnTo>
                    <a:pt x="271654" y="5869780"/>
                  </a:lnTo>
                  <a:lnTo>
                    <a:pt x="271654" y="5869156"/>
                  </a:lnTo>
                  <a:lnTo>
                    <a:pt x="271654" y="5868533"/>
                  </a:lnTo>
                  <a:lnTo>
                    <a:pt x="271654" y="5867909"/>
                  </a:lnTo>
                  <a:lnTo>
                    <a:pt x="271800" y="5867909"/>
                  </a:lnTo>
                  <a:lnTo>
                    <a:pt x="271945" y="5867909"/>
                  </a:lnTo>
                  <a:lnTo>
                    <a:pt x="272091" y="5867909"/>
                  </a:lnTo>
                  <a:lnTo>
                    <a:pt x="272236" y="5867909"/>
                  </a:lnTo>
                  <a:lnTo>
                    <a:pt x="272236" y="5867286"/>
                  </a:lnTo>
                  <a:lnTo>
                    <a:pt x="272236" y="5866662"/>
                  </a:lnTo>
                  <a:lnTo>
                    <a:pt x="272381" y="5866662"/>
                  </a:lnTo>
                  <a:lnTo>
                    <a:pt x="272527" y="5866662"/>
                  </a:lnTo>
                  <a:lnTo>
                    <a:pt x="272527" y="5866038"/>
                  </a:lnTo>
                  <a:lnTo>
                    <a:pt x="272672" y="5866038"/>
                  </a:lnTo>
                  <a:lnTo>
                    <a:pt x="272818" y="5866038"/>
                  </a:lnTo>
                  <a:lnTo>
                    <a:pt x="272963" y="5866038"/>
                  </a:lnTo>
                  <a:lnTo>
                    <a:pt x="273109" y="5866038"/>
                  </a:lnTo>
                  <a:lnTo>
                    <a:pt x="273254" y="5866038"/>
                  </a:lnTo>
                  <a:lnTo>
                    <a:pt x="273399" y="5866038"/>
                  </a:lnTo>
                  <a:lnTo>
                    <a:pt x="273399" y="5865415"/>
                  </a:lnTo>
                  <a:lnTo>
                    <a:pt x="273545" y="5865415"/>
                  </a:lnTo>
                  <a:lnTo>
                    <a:pt x="273690" y="5865415"/>
                  </a:lnTo>
                  <a:lnTo>
                    <a:pt x="273836" y="5865415"/>
                  </a:lnTo>
                  <a:lnTo>
                    <a:pt x="273981" y="5865415"/>
                  </a:lnTo>
                  <a:lnTo>
                    <a:pt x="274127" y="5865415"/>
                  </a:lnTo>
                  <a:lnTo>
                    <a:pt x="274272" y="5865415"/>
                  </a:lnTo>
                  <a:lnTo>
                    <a:pt x="274417" y="5865415"/>
                  </a:lnTo>
                  <a:lnTo>
                    <a:pt x="274417" y="5864791"/>
                  </a:lnTo>
                  <a:lnTo>
                    <a:pt x="274417" y="5864168"/>
                  </a:lnTo>
                  <a:lnTo>
                    <a:pt x="274417" y="5863544"/>
                  </a:lnTo>
                  <a:lnTo>
                    <a:pt x="274563" y="5863544"/>
                  </a:lnTo>
                  <a:lnTo>
                    <a:pt x="274708" y="5863544"/>
                  </a:lnTo>
                  <a:lnTo>
                    <a:pt x="274708" y="5862920"/>
                  </a:lnTo>
                  <a:lnTo>
                    <a:pt x="274854" y="5862920"/>
                  </a:lnTo>
                  <a:lnTo>
                    <a:pt x="274854" y="5862297"/>
                  </a:lnTo>
                  <a:lnTo>
                    <a:pt x="274999" y="5862297"/>
                  </a:lnTo>
                  <a:lnTo>
                    <a:pt x="275145" y="5862297"/>
                  </a:lnTo>
                  <a:lnTo>
                    <a:pt x="275290" y="5862297"/>
                  </a:lnTo>
                  <a:lnTo>
                    <a:pt x="275435" y="5862297"/>
                  </a:lnTo>
                  <a:lnTo>
                    <a:pt x="275581" y="5862297"/>
                  </a:lnTo>
                  <a:lnTo>
                    <a:pt x="275726" y="5862297"/>
                  </a:lnTo>
                  <a:lnTo>
                    <a:pt x="275872" y="5862297"/>
                  </a:lnTo>
                  <a:lnTo>
                    <a:pt x="275872" y="5861673"/>
                  </a:lnTo>
                  <a:lnTo>
                    <a:pt x="276017" y="5861673"/>
                  </a:lnTo>
                  <a:lnTo>
                    <a:pt x="276163" y="5861673"/>
                  </a:lnTo>
                  <a:lnTo>
                    <a:pt x="276163" y="5861050"/>
                  </a:lnTo>
                  <a:lnTo>
                    <a:pt x="276308" y="5861050"/>
                  </a:lnTo>
                  <a:lnTo>
                    <a:pt x="276453" y="5861050"/>
                  </a:lnTo>
                  <a:lnTo>
                    <a:pt x="276599" y="5861050"/>
                  </a:lnTo>
                  <a:lnTo>
                    <a:pt x="276744" y="5861050"/>
                  </a:lnTo>
                  <a:lnTo>
                    <a:pt x="276890" y="5861050"/>
                  </a:lnTo>
                  <a:lnTo>
                    <a:pt x="277035" y="5861050"/>
                  </a:lnTo>
                  <a:lnTo>
                    <a:pt x="277180" y="5861050"/>
                  </a:lnTo>
                  <a:lnTo>
                    <a:pt x="277180" y="5860426"/>
                  </a:lnTo>
                  <a:lnTo>
                    <a:pt x="277326" y="5860426"/>
                  </a:lnTo>
                  <a:lnTo>
                    <a:pt x="277471" y="5860426"/>
                  </a:lnTo>
                  <a:lnTo>
                    <a:pt x="277617" y="5860426"/>
                  </a:lnTo>
                  <a:lnTo>
                    <a:pt x="277762" y="5860426"/>
                  </a:lnTo>
                  <a:lnTo>
                    <a:pt x="277908" y="5860426"/>
                  </a:lnTo>
                  <a:lnTo>
                    <a:pt x="278053" y="5860426"/>
                  </a:lnTo>
                  <a:lnTo>
                    <a:pt x="278198" y="5860426"/>
                  </a:lnTo>
                  <a:lnTo>
                    <a:pt x="278344" y="5860426"/>
                  </a:lnTo>
                  <a:lnTo>
                    <a:pt x="278489" y="5860426"/>
                  </a:lnTo>
                  <a:lnTo>
                    <a:pt x="278635" y="5860426"/>
                  </a:lnTo>
                  <a:lnTo>
                    <a:pt x="278635" y="5859803"/>
                  </a:lnTo>
                  <a:lnTo>
                    <a:pt x="278780" y="5859803"/>
                  </a:lnTo>
                  <a:lnTo>
                    <a:pt x="278926" y="5859803"/>
                  </a:lnTo>
                  <a:lnTo>
                    <a:pt x="278926" y="5859179"/>
                  </a:lnTo>
                  <a:lnTo>
                    <a:pt x="279071" y="5859179"/>
                  </a:lnTo>
                  <a:lnTo>
                    <a:pt x="279216" y="5859179"/>
                  </a:lnTo>
                  <a:lnTo>
                    <a:pt x="279362" y="5859179"/>
                  </a:lnTo>
                  <a:lnTo>
                    <a:pt x="279507" y="5859179"/>
                  </a:lnTo>
                  <a:lnTo>
                    <a:pt x="279653" y="5859179"/>
                  </a:lnTo>
                  <a:lnTo>
                    <a:pt x="279798" y="5859179"/>
                  </a:lnTo>
                  <a:lnTo>
                    <a:pt x="279944" y="5859179"/>
                  </a:lnTo>
                  <a:lnTo>
                    <a:pt x="279944" y="5858555"/>
                  </a:lnTo>
                  <a:lnTo>
                    <a:pt x="279944" y="5857932"/>
                  </a:lnTo>
                  <a:lnTo>
                    <a:pt x="280089" y="5857932"/>
                  </a:lnTo>
                  <a:lnTo>
                    <a:pt x="280234" y="5857932"/>
                  </a:lnTo>
                  <a:lnTo>
                    <a:pt x="280380" y="5857932"/>
                  </a:lnTo>
                  <a:lnTo>
                    <a:pt x="280525" y="5857932"/>
                  </a:lnTo>
                  <a:lnTo>
                    <a:pt x="280671" y="5857932"/>
                  </a:lnTo>
                  <a:lnTo>
                    <a:pt x="280671" y="5857308"/>
                  </a:lnTo>
                  <a:lnTo>
                    <a:pt x="280671" y="5856685"/>
                  </a:lnTo>
                  <a:lnTo>
                    <a:pt x="280671" y="5856061"/>
                  </a:lnTo>
                  <a:lnTo>
                    <a:pt x="280816" y="5856061"/>
                  </a:lnTo>
                  <a:lnTo>
                    <a:pt x="280816" y="5855437"/>
                  </a:lnTo>
                  <a:lnTo>
                    <a:pt x="280962" y="5855437"/>
                  </a:lnTo>
                  <a:lnTo>
                    <a:pt x="281107" y="5855437"/>
                  </a:lnTo>
                  <a:lnTo>
                    <a:pt x="281252" y="5855437"/>
                  </a:lnTo>
                  <a:lnTo>
                    <a:pt x="281398" y="5855437"/>
                  </a:lnTo>
                  <a:lnTo>
                    <a:pt x="281543" y="5855437"/>
                  </a:lnTo>
                  <a:lnTo>
                    <a:pt x="281689" y="5855437"/>
                  </a:lnTo>
                  <a:lnTo>
                    <a:pt x="281689" y="5854814"/>
                  </a:lnTo>
                  <a:lnTo>
                    <a:pt x="281834" y="5854814"/>
                  </a:lnTo>
                  <a:lnTo>
                    <a:pt x="281980" y="5854814"/>
                  </a:lnTo>
                  <a:lnTo>
                    <a:pt x="282125" y="5854814"/>
                  </a:lnTo>
                  <a:lnTo>
                    <a:pt x="282270" y="5854814"/>
                  </a:lnTo>
                  <a:lnTo>
                    <a:pt x="282416" y="5854814"/>
                  </a:lnTo>
                  <a:lnTo>
                    <a:pt x="282561" y="5854814"/>
                  </a:lnTo>
                  <a:lnTo>
                    <a:pt x="282707" y="5854814"/>
                  </a:lnTo>
                  <a:lnTo>
                    <a:pt x="282852" y="5854814"/>
                  </a:lnTo>
                  <a:lnTo>
                    <a:pt x="282998" y="5854814"/>
                  </a:lnTo>
                  <a:lnTo>
                    <a:pt x="282998" y="5854190"/>
                  </a:lnTo>
                  <a:lnTo>
                    <a:pt x="282998" y="5853567"/>
                  </a:lnTo>
                  <a:lnTo>
                    <a:pt x="283143" y="5853567"/>
                  </a:lnTo>
                  <a:lnTo>
                    <a:pt x="283288" y="5853567"/>
                  </a:lnTo>
                  <a:lnTo>
                    <a:pt x="283434" y="5853567"/>
                  </a:lnTo>
                  <a:lnTo>
                    <a:pt x="283434" y="5852943"/>
                  </a:lnTo>
                  <a:lnTo>
                    <a:pt x="283579" y="5852943"/>
                  </a:lnTo>
                  <a:lnTo>
                    <a:pt x="283579" y="5852320"/>
                  </a:lnTo>
                  <a:lnTo>
                    <a:pt x="283725" y="5852320"/>
                  </a:lnTo>
                  <a:lnTo>
                    <a:pt x="283725" y="5851696"/>
                  </a:lnTo>
                  <a:lnTo>
                    <a:pt x="283870" y="5851696"/>
                  </a:lnTo>
                  <a:lnTo>
                    <a:pt x="284015" y="5851696"/>
                  </a:lnTo>
                  <a:lnTo>
                    <a:pt x="284161" y="5851696"/>
                  </a:lnTo>
                  <a:lnTo>
                    <a:pt x="284306" y="5851696"/>
                  </a:lnTo>
                  <a:lnTo>
                    <a:pt x="284452" y="5851696"/>
                  </a:lnTo>
                  <a:lnTo>
                    <a:pt x="284452" y="5851072"/>
                  </a:lnTo>
                  <a:lnTo>
                    <a:pt x="284452" y="5850449"/>
                  </a:lnTo>
                  <a:lnTo>
                    <a:pt x="284452" y="5849825"/>
                  </a:lnTo>
                  <a:lnTo>
                    <a:pt x="284452" y="5849202"/>
                  </a:lnTo>
                  <a:lnTo>
                    <a:pt x="284452" y="5848578"/>
                  </a:lnTo>
                  <a:lnTo>
                    <a:pt x="284597" y="5848578"/>
                  </a:lnTo>
                  <a:lnTo>
                    <a:pt x="284743" y="5848578"/>
                  </a:lnTo>
                  <a:lnTo>
                    <a:pt x="284743" y="5847954"/>
                  </a:lnTo>
                  <a:lnTo>
                    <a:pt x="284888" y="5847954"/>
                  </a:lnTo>
                  <a:lnTo>
                    <a:pt x="285033" y="5847954"/>
                  </a:lnTo>
                  <a:lnTo>
                    <a:pt x="285179" y="5847954"/>
                  </a:lnTo>
                  <a:lnTo>
                    <a:pt x="285324" y="5847954"/>
                  </a:lnTo>
                  <a:lnTo>
                    <a:pt x="285470" y="5847954"/>
                  </a:lnTo>
                  <a:lnTo>
                    <a:pt x="285615" y="5847954"/>
                  </a:lnTo>
                  <a:lnTo>
                    <a:pt x="285761" y="5847954"/>
                  </a:lnTo>
                  <a:lnTo>
                    <a:pt x="285761" y="5847331"/>
                  </a:lnTo>
                  <a:lnTo>
                    <a:pt x="285906" y="5847331"/>
                  </a:lnTo>
                  <a:lnTo>
                    <a:pt x="286051" y="5847331"/>
                  </a:lnTo>
                  <a:lnTo>
                    <a:pt x="286051" y="5846707"/>
                  </a:lnTo>
                  <a:lnTo>
                    <a:pt x="286197" y="5846707"/>
                  </a:lnTo>
                  <a:lnTo>
                    <a:pt x="286197" y="5846084"/>
                  </a:lnTo>
                  <a:lnTo>
                    <a:pt x="286342" y="5846084"/>
                  </a:lnTo>
                  <a:lnTo>
                    <a:pt x="286488" y="5846084"/>
                  </a:lnTo>
                  <a:lnTo>
                    <a:pt x="286633" y="5846084"/>
                  </a:lnTo>
                  <a:lnTo>
                    <a:pt x="286633" y="5845460"/>
                  </a:lnTo>
                  <a:lnTo>
                    <a:pt x="286633" y="5844837"/>
                  </a:lnTo>
                  <a:lnTo>
                    <a:pt x="286633" y="5844213"/>
                  </a:lnTo>
                  <a:lnTo>
                    <a:pt x="286779" y="5844213"/>
                  </a:lnTo>
                  <a:lnTo>
                    <a:pt x="286924" y="5844213"/>
                  </a:lnTo>
                  <a:lnTo>
                    <a:pt x="287069" y="5844213"/>
                  </a:lnTo>
                  <a:lnTo>
                    <a:pt x="287215" y="5844213"/>
                  </a:lnTo>
                  <a:lnTo>
                    <a:pt x="287360" y="5844213"/>
                  </a:lnTo>
                  <a:lnTo>
                    <a:pt x="287506" y="5844213"/>
                  </a:lnTo>
                  <a:lnTo>
                    <a:pt x="287651" y="5844213"/>
                  </a:lnTo>
                  <a:lnTo>
                    <a:pt x="287797" y="5844213"/>
                  </a:lnTo>
                  <a:lnTo>
                    <a:pt x="287797" y="5843589"/>
                  </a:lnTo>
                  <a:lnTo>
                    <a:pt x="287797" y="5842966"/>
                  </a:lnTo>
                  <a:lnTo>
                    <a:pt x="287942" y="5842966"/>
                  </a:lnTo>
                  <a:lnTo>
                    <a:pt x="288087" y="5842966"/>
                  </a:lnTo>
                  <a:lnTo>
                    <a:pt x="288087" y="5842342"/>
                  </a:lnTo>
                  <a:lnTo>
                    <a:pt x="288087" y="5841719"/>
                  </a:lnTo>
                  <a:lnTo>
                    <a:pt x="288233" y="5841719"/>
                  </a:lnTo>
                  <a:lnTo>
                    <a:pt x="288378" y="5841719"/>
                  </a:lnTo>
                  <a:lnTo>
                    <a:pt x="288524" y="5841719"/>
                  </a:lnTo>
                  <a:lnTo>
                    <a:pt x="288524" y="5841095"/>
                  </a:lnTo>
                  <a:lnTo>
                    <a:pt x="288669" y="5841095"/>
                  </a:lnTo>
                  <a:lnTo>
                    <a:pt x="288815" y="5841095"/>
                  </a:lnTo>
                  <a:lnTo>
                    <a:pt x="288960" y="5841095"/>
                  </a:lnTo>
                  <a:lnTo>
                    <a:pt x="288960" y="5840472"/>
                  </a:lnTo>
                  <a:lnTo>
                    <a:pt x="288960" y="5839848"/>
                  </a:lnTo>
                  <a:lnTo>
                    <a:pt x="289105" y="5839848"/>
                  </a:lnTo>
                  <a:lnTo>
                    <a:pt x="289251" y="5839848"/>
                  </a:lnTo>
                  <a:lnTo>
                    <a:pt x="289251" y="5839224"/>
                  </a:lnTo>
                  <a:lnTo>
                    <a:pt x="289396" y="5839224"/>
                  </a:lnTo>
                  <a:lnTo>
                    <a:pt x="289542" y="5839224"/>
                  </a:lnTo>
                  <a:lnTo>
                    <a:pt x="289687" y="5839224"/>
                  </a:lnTo>
                  <a:lnTo>
                    <a:pt x="289833" y="5839224"/>
                  </a:lnTo>
                  <a:lnTo>
                    <a:pt x="289833" y="5838601"/>
                  </a:lnTo>
                  <a:lnTo>
                    <a:pt x="289978" y="5838601"/>
                  </a:lnTo>
                  <a:lnTo>
                    <a:pt x="290123" y="5838601"/>
                  </a:lnTo>
                  <a:lnTo>
                    <a:pt x="290269" y="5838601"/>
                  </a:lnTo>
                  <a:lnTo>
                    <a:pt x="290414" y="5838601"/>
                  </a:lnTo>
                  <a:lnTo>
                    <a:pt x="290560" y="5838601"/>
                  </a:lnTo>
                  <a:lnTo>
                    <a:pt x="290705" y="5838601"/>
                  </a:lnTo>
                  <a:lnTo>
                    <a:pt x="290850" y="5838601"/>
                  </a:lnTo>
                  <a:lnTo>
                    <a:pt x="290996" y="5838601"/>
                  </a:lnTo>
                  <a:lnTo>
                    <a:pt x="291141" y="5838601"/>
                  </a:lnTo>
                  <a:lnTo>
                    <a:pt x="291141" y="5837977"/>
                  </a:lnTo>
                  <a:lnTo>
                    <a:pt x="291287" y="5837977"/>
                  </a:lnTo>
                  <a:lnTo>
                    <a:pt x="291287" y="5837354"/>
                  </a:lnTo>
                  <a:lnTo>
                    <a:pt x="291432" y="5837354"/>
                  </a:lnTo>
                  <a:lnTo>
                    <a:pt x="291432" y="5836730"/>
                  </a:lnTo>
                  <a:lnTo>
                    <a:pt x="291432" y="5836106"/>
                  </a:lnTo>
                  <a:lnTo>
                    <a:pt x="291578" y="5836106"/>
                  </a:lnTo>
                  <a:lnTo>
                    <a:pt x="291723" y="5836106"/>
                  </a:lnTo>
                  <a:lnTo>
                    <a:pt x="291868" y="5836106"/>
                  </a:lnTo>
                  <a:lnTo>
                    <a:pt x="292014" y="5836106"/>
                  </a:lnTo>
                  <a:lnTo>
                    <a:pt x="292159" y="5836106"/>
                  </a:lnTo>
                  <a:lnTo>
                    <a:pt x="292159" y="5835483"/>
                  </a:lnTo>
                  <a:lnTo>
                    <a:pt x="292305" y="5835483"/>
                  </a:lnTo>
                  <a:lnTo>
                    <a:pt x="292450" y="5835483"/>
                  </a:lnTo>
                  <a:lnTo>
                    <a:pt x="292596" y="5835483"/>
                  </a:lnTo>
                  <a:lnTo>
                    <a:pt x="292596" y="5834859"/>
                  </a:lnTo>
                  <a:lnTo>
                    <a:pt x="292741" y="5834859"/>
                  </a:lnTo>
                  <a:lnTo>
                    <a:pt x="292886" y="5834859"/>
                  </a:lnTo>
                  <a:lnTo>
                    <a:pt x="293032" y="5834859"/>
                  </a:lnTo>
                  <a:lnTo>
                    <a:pt x="293177" y="5834859"/>
                  </a:lnTo>
                  <a:lnTo>
                    <a:pt x="293323" y="5834859"/>
                  </a:lnTo>
                  <a:lnTo>
                    <a:pt x="293468" y="5834859"/>
                  </a:lnTo>
                  <a:lnTo>
                    <a:pt x="293614" y="5834859"/>
                  </a:lnTo>
                  <a:lnTo>
                    <a:pt x="293759" y="5834859"/>
                  </a:lnTo>
                  <a:lnTo>
                    <a:pt x="293904" y="5834859"/>
                  </a:lnTo>
                  <a:lnTo>
                    <a:pt x="294050" y="5834859"/>
                  </a:lnTo>
                  <a:lnTo>
                    <a:pt x="294195" y="5834859"/>
                  </a:lnTo>
                  <a:lnTo>
                    <a:pt x="294195" y="5834236"/>
                  </a:lnTo>
                  <a:lnTo>
                    <a:pt x="294195" y="5833612"/>
                  </a:lnTo>
                  <a:lnTo>
                    <a:pt x="294341" y="5833612"/>
                  </a:lnTo>
                  <a:lnTo>
                    <a:pt x="294486" y="5833612"/>
                  </a:lnTo>
                  <a:lnTo>
                    <a:pt x="294632" y="5833612"/>
                  </a:lnTo>
                  <a:lnTo>
                    <a:pt x="294632" y="5832989"/>
                  </a:lnTo>
                  <a:lnTo>
                    <a:pt x="294632" y="5832365"/>
                  </a:lnTo>
                  <a:lnTo>
                    <a:pt x="294777" y="5832365"/>
                  </a:lnTo>
                  <a:lnTo>
                    <a:pt x="294922" y="5832365"/>
                  </a:lnTo>
                  <a:lnTo>
                    <a:pt x="295068" y="5832365"/>
                  </a:lnTo>
                  <a:lnTo>
                    <a:pt x="295213" y="5832365"/>
                  </a:lnTo>
                  <a:lnTo>
                    <a:pt x="295359" y="5832365"/>
                  </a:lnTo>
                  <a:lnTo>
                    <a:pt x="295504" y="5832365"/>
                  </a:lnTo>
                  <a:lnTo>
                    <a:pt x="295504" y="5831741"/>
                  </a:lnTo>
                  <a:lnTo>
                    <a:pt x="295650" y="5831741"/>
                  </a:lnTo>
                  <a:lnTo>
                    <a:pt x="295795" y="5831741"/>
                  </a:lnTo>
                  <a:lnTo>
                    <a:pt x="295940" y="5831741"/>
                  </a:lnTo>
                  <a:lnTo>
                    <a:pt x="296086" y="5831741"/>
                  </a:lnTo>
                  <a:lnTo>
                    <a:pt x="296231" y="5831741"/>
                  </a:lnTo>
                  <a:lnTo>
                    <a:pt x="296377" y="5831741"/>
                  </a:lnTo>
                  <a:lnTo>
                    <a:pt x="296377" y="5831118"/>
                  </a:lnTo>
                  <a:lnTo>
                    <a:pt x="296522" y="5831118"/>
                  </a:lnTo>
                  <a:lnTo>
                    <a:pt x="296668" y="5831118"/>
                  </a:lnTo>
                  <a:lnTo>
                    <a:pt x="296813" y="5831118"/>
                  </a:lnTo>
                  <a:lnTo>
                    <a:pt x="296813" y="5830494"/>
                  </a:lnTo>
                  <a:lnTo>
                    <a:pt x="296958" y="5830494"/>
                  </a:lnTo>
                  <a:lnTo>
                    <a:pt x="296958" y="5829871"/>
                  </a:lnTo>
                  <a:lnTo>
                    <a:pt x="297104" y="5829871"/>
                  </a:lnTo>
                  <a:lnTo>
                    <a:pt x="297249" y="5829871"/>
                  </a:lnTo>
                  <a:lnTo>
                    <a:pt x="297395" y="5829871"/>
                  </a:lnTo>
                  <a:lnTo>
                    <a:pt x="297540" y="5829871"/>
                  </a:lnTo>
                  <a:lnTo>
                    <a:pt x="297540" y="5829247"/>
                  </a:lnTo>
                  <a:lnTo>
                    <a:pt x="297685" y="5829247"/>
                  </a:lnTo>
                  <a:lnTo>
                    <a:pt x="297831" y="5829247"/>
                  </a:lnTo>
                  <a:lnTo>
                    <a:pt x="297831" y="5828623"/>
                  </a:lnTo>
                  <a:lnTo>
                    <a:pt x="297831" y="5828000"/>
                  </a:lnTo>
                  <a:lnTo>
                    <a:pt x="297976" y="5828000"/>
                  </a:lnTo>
                  <a:lnTo>
                    <a:pt x="298122" y="5828000"/>
                  </a:lnTo>
                  <a:lnTo>
                    <a:pt x="298267" y="5828000"/>
                  </a:lnTo>
                  <a:lnTo>
                    <a:pt x="298267" y="5827376"/>
                  </a:lnTo>
                  <a:lnTo>
                    <a:pt x="298413" y="5827376"/>
                  </a:lnTo>
                  <a:lnTo>
                    <a:pt x="298558" y="5827376"/>
                  </a:lnTo>
                  <a:lnTo>
                    <a:pt x="298558" y="5826753"/>
                  </a:lnTo>
                  <a:lnTo>
                    <a:pt x="298703" y="5826753"/>
                  </a:lnTo>
                  <a:lnTo>
                    <a:pt x="298703" y="5826129"/>
                  </a:lnTo>
                  <a:lnTo>
                    <a:pt x="298703" y="5825506"/>
                  </a:lnTo>
                  <a:lnTo>
                    <a:pt x="298703" y="5824882"/>
                  </a:lnTo>
                  <a:lnTo>
                    <a:pt x="298849" y="5824882"/>
                  </a:lnTo>
                  <a:lnTo>
                    <a:pt x="298849" y="5824258"/>
                  </a:lnTo>
                  <a:lnTo>
                    <a:pt x="298994" y="5824258"/>
                  </a:lnTo>
                  <a:lnTo>
                    <a:pt x="299140" y="5824258"/>
                  </a:lnTo>
                  <a:lnTo>
                    <a:pt x="299285" y="5824258"/>
                  </a:lnTo>
                  <a:lnTo>
                    <a:pt x="299431" y="5824258"/>
                  </a:lnTo>
                  <a:lnTo>
                    <a:pt x="299576" y="5824258"/>
                  </a:lnTo>
                  <a:lnTo>
                    <a:pt x="299721" y="5824258"/>
                  </a:lnTo>
                  <a:lnTo>
                    <a:pt x="299721" y="5823635"/>
                  </a:lnTo>
                  <a:lnTo>
                    <a:pt x="299867" y="5823635"/>
                  </a:lnTo>
                  <a:lnTo>
                    <a:pt x="299867" y="5823011"/>
                  </a:lnTo>
                  <a:lnTo>
                    <a:pt x="300012" y="5823011"/>
                  </a:lnTo>
                  <a:lnTo>
                    <a:pt x="300158" y="5823011"/>
                  </a:lnTo>
                  <a:lnTo>
                    <a:pt x="300303" y="5823011"/>
                  </a:lnTo>
                  <a:lnTo>
                    <a:pt x="300449" y="5823011"/>
                  </a:lnTo>
                  <a:lnTo>
                    <a:pt x="300594" y="5823011"/>
                  </a:lnTo>
                  <a:lnTo>
                    <a:pt x="300739" y="5823011"/>
                  </a:lnTo>
                  <a:lnTo>
                    <a:pt x="300885" y="5823011"/>
                  </a:lnTo>
                  <a:lnTo>
                    <a:pt x="300885" y="5822388"/>
                  </a:lnTo>
                  <a:lnTo>
                    <a:pt x="301030" y="5822388"/>
                  </a:lnTo>
                  <a:lnTo>
                    <a:pt x="301176" y="5822388"/>
                  </a:lnTo>
                  <a:lnTo>
                    <a:pt x="301321" y="5822388"/>
                  </a:lnTo>
                  <a:lnTo>
                    <a:pt x="301321" y="5821764"/>
                  </a:lnTo>
                  <a:lnTo>
                    <a:pt x="301467" y="5821764"/>
                  </a:lnTo>
                  <a:lnTo>
                    <a:pt x="301612" y="5821764"/>
                  </a:lnTo>
                  <a:lnTo>
                    <a:pt x="301757" y="5821764"/>
                  </a:lnTo>
                  <a:lnTo>
                    <a:pt x="301757" y="5821140"/>
                  </a:lnTo>
                  <a:lnTo>
                    <a:pt x="301903" y="5821140"/>
                  </a:lnTo>
                  <a:lnTo>
                    <a:pt x="302048" y="5821140"/>
                  </a:lnTo>
                  <a:lnTo>
                    <a:pt x="302194" y="5821140"/>
                  </a:lnTo>
                  <a:lnTo>
                    <a:pt x="302339" y="5821140"/>
                  </a:lnTo>
                  <a:lnTo>
                    <a:pt x="302485" y="5821140"/>
                  </a:lnTo>
                  <a:lnTo>
                    <a:pt x="302630" y="5821140"/>
                  </a:lnTo>
                  <a:lnTo>
                    <a:pt x="302630" y="5820517"/>
                  </a:lnTo>
                  <a:lnTo>
                    <a:pt x="302775" y="5820517"/>
                  </a:lnTo>
                  <a:lnTo>
                    <a:pt x="302775" y="5819893"/>
                  </a:lnTo>
                  <a:lnTo>
                    <a:pt x="302921" y="5819893"/>
                  </a:lnTo>
                  <a:lnTo>
                    <a:pt x="303066" y="5819893"/>
                  </a:lnTo>
                  <a:lnTo>
                    <a:pt x="303212" y="5819893"/>
                  </a:lnTo>
                  <a:lnTo>
                    <a:pt x="303357" y="5819893"/>
                  </a:lnTo>
                  <a:lnTo>
                    <a:pt x="303503" y="5819893"/>
                  </a:lnTo>
                  <a:lnTo>
                    <a:pt x="303648" y="5819893"/>
                  </a:lnTo>
                  <a:lnTo>
                    <a:pt x="303793" y="5819893"/>
                  </a:lnTo>
                  <a:lnTo>
                    <a:pt x="303939" y="5819893"/>
                  </a:lnTo>
                  <a:lnTo>
                    <a:pt x="304084" y="5819893"/>
                  </a:lnTo>
                  <a:lnTo>
                    <a:pt x="304230" y="5819893"/>
                  </a:lnTo>
                  <a:lnTo>
                    <a:pt x="304375" y="5819893"/>
                  </a:lnTo>
                  <a:lnTo>
                    <a:pt x="304520" y="5819893"/>
                  </a:lnTo>
                  <a:lnTo>
                    <a:pt x="304666" y="5819893"/>
                  </a:lnTo>
                  <a:lnTo>
                    <a:pt x="304666" y="5819270"/>
                  </a:lnTo>
                  <a:lnTo>
                    <a:pt x="304811" y="5819270"/>
                  </a:lnTo>
                  <a:lnTo>
                    <a:pt x="304811" y="5818646"/>
                  </a:lnTo>
                  <a:lnTo>
                    <a:pt x="304811" y="5818023"/>
                  </a:lnTo>
                  <a:lnTo>
                    <a:pt x="304811" y="5817399"/>
                  </a:lnTo>
                  <a:lnTo>
                    <a:pt x="304811" y="5816775"/>
                  </a:lnTo>
                  <a:lnTo>
                    <a:pt x="304811" y="5816152"/>
                  </a:lnTo>
                  <a:lnTo>
                    <a:pt x="304811" y="5815528"/>
                  </a:lnTo>
                  <a:lnTo>
                    <a:pt x="304811" y="5814905"/>
                  </a:lnTo>
                  <a:lnTo>
                    <a:pt x="304957" y="5814905"/>
                  </a:lnTo>
                  <a:lnTo>
                    <a:pt x="305102" y="5814905"/>
                  </a:lnTo>
                  <a:lnTo>
                    <a:pt x="305248" y="5814905"/>
                  </a:lnTo>
                  <a:lnTo>
                    <a:pt x="305248" y="5814281"/>
                  </a:lnTo>
                  <a:lnTo>
                    <a:pt x="305248" y="5813657"/>
                  </a:lnTo>
                  <a:lnTo>
                    <a:pt x="305393" y="5813657"/>
                  </a:lnTo>
                  <a:lnTo>
                    <a:pt x="305538" y="5813657"/>
                  </a:lnTo>
                  <a:lnTo>
                    <a:pt x="305538" y="5813034"/>
                  </a:lnTo>
                  <a:lnTo>
                    <a:pt x="305684" y="5813034"/>
                  </a:lnTo>
                  <a:lnTo>
                    <a:pt x="305829" y="5813034"/>
                  </a:lnTo>
                  <a:lnTo>
                    <a:pt x="305975" y="5813034"/>
                  </a:lnTo>
                  <a:lnTo>
                    <a:pt x="305975" y="5812410"/>
                  </a:lnTo>
                  <a:lnTo>
                    <a:pt x="306120" y="5812410"/>
                  </a:lnTo>
                  <a:lnTo>
                    <a:pt x="306266" y="5812410"/>
                  </a:lnTo>
                  <a:lnTo>
                    <a:pt x="306411" y="5812410"/>
                  </a:lnTo>
                  <a:lnTo>
                    <a:pt x="306556" y="5812410"/>
                  </a:lnTo>
                  <a:lnTo>
                    <a:pt x="306702" y="5812410"/>
                  </a:lnTo>
                  <a:lnTo>
                    <a:pt x="306847" y="5812410"/>
                  </a:lnTo>
                  <a:lnTo>
                    <a:pt x="306993" y="5812410"/>
                  </a:lnTo>
                  <a:lnTo>
                    <a:pt x="307138" y="5812410"/>
                  </a:lnTo>
                  <a:lnTo>
                    <a:pt x="307284" y="5812410"/>
                  </a:lnTo>
                  <a:lnTo>
                    <a:pt x="307284" y="5811787"/>
                  </a:lnTo>
                  <a:lnTo>
                    <a:pt x="307429" y="5811787"/>
                  </a:lnTo>
                  <a:lnTo>
                    <a:pt x="307429" y="5811163"/>
                  </a:lnTo>
                  <a:lnTo>
                    <a:pt x="307574" y="5811163"/>
                  </a:lnTo>
                  <a:lnTo>
                    <a:pt x="307720" y="5811163"/>
                  </a:lnTo>
                  <a:lnTo>
                    <a:pt x="307865" y="5811163"/>
                  </a:lnTo>
                  <a:lnTo>
                    <a:pt x="308011" y="5811163"/>
                  </a:lnTo>
                  <a:lnTo>
                    <a:pt x="308011" y="5810540"/>
                  </a:lnTo>
                  <a:lnTo>
                    <a:pt x="308156" y="5810540"/>
                  </a:lnTo>
                  <a:lnTo>
                    <a:pt x="308156" y="5809916"/>
                  </a:lnTo>
                  <a:lnTo>
                    <a:pt x="308302" y="5809916"/>
                  </a:lnTo>
                  <a:lnTo>
                    <a:pt x="308447" y="5809916"/>
                  </a:lnTo>
                  <a:lnTo>
                    <a:pt x="308592" y="5809916"/>
                  </a:lnTo>
                  <a:lnTo>
                    <a:pt x="308738" y="5809916"/>
                  </a:lnTo>
                  <a:lnTo>
                    <a:pt x="308738" y="5809292"/>
                  </a:lnTo>
                  <a:lnTo>
                    <a:pt x="308738" y="5808669"/>
                  </a:lnTo>
                  <a:lnTo>
                    <a:pt x="308738" y="5808045"/>
                  </a:lnTo>
                  <a:lnTo>
                    <a:pt x="308883" y="5808045"/>
                  </a:lnTo>
                  <a:lnTo>
                    <a:pt x="309029" y="5808045"/>
                  </a:lnTo>
                  <a:lnTo>
                    <a:pt x="309174" y="5808045"/>
                  </a:lnTo>
                  <a:lnTo>
                    <a:pt x="309320" y="5808045"/>
                  </a:lnTo>
                  <a:lnTo>
                    <a:pt x="309465" y="5808045"/>
                  </a:lnTo>
                  <a:lnTo>
                    <a:pt x="309610" y="5808045"/>
                  </a:lnTo>
                  <a:lnTo>
                    <a:pt x="309756" y="5808045"/>
                  </a:lnTo>
                  <a:lnTo>
                    <a:pt x="309901" y="5808045"/>
                  </a:lnTo>
                  <a:lnTo>
                    <a:pt x="310047" y="5808045"/>
                  </a:lnTo>
                  <a:lnTo>
                    <a:pt x="310047" y="5807422"/>
                  </a:lnTo>
                  <a:lnTo>
                    <a:pt x="310192" y="5807422"/>
                  </a:lnTo>
                  <a:lnTo>
                    <a:pt x="310338" y="5807422"/>
                  </a:lnTo>
                  <a:lnTo>
                    <a:pt x="310483" y="5807422"/>
                  </a:lnTo>
                  <a:lnTo>
                    <a:pt x="310628" y="5807422"/>
                  </a:lnTo>
                  <a:lnTo>
                    <a:pt x="310774" y="5807422"/>
                  </a:lnTo>
                  <a:lnTo>
                    <a:pt x="310919" y="5807422"/>
                  </a:lnTo>
                  <a:lnTo>
                    <a:pt x="310919" y="5806798"/>
                  </a:lnTo>
                  <a:lnTo>
                    <a:pt x="310919" y="5806174"/>
                  </a:lnTo>
                  <a:lnTo>
                    <a:pt x="310919" y="5805551"/>
                  </a:lnTo>
                  <a:lnTo>
                    <a:pt x="311065" y="5805551"/>
                  </a:lnTo>
                  <a:lnTo>
                    <a:pt x="311210" y="5805551"/>
                  </a:lnTo>
                  <a:lnTo>
                    <a:pt x="311355" y="5805551"/>
                  </a:lnTo>
                  <a:lnTo>
                    <a:pt x="311501" y="5805551"/>
                  </a:lnTo>
                  <a:lnTo>
                    <a:pt x="311646" y="5805551"/>
                  </a:lnTo>
                  <a:lnTo>
                    <a:pt x="311792" y="5805551"/>
                  </a:lnTo>
                  <a:lnTo>
                    <a:pt x="311792" y="5804927"/>
                  </a:lnTo>
                  <a:lnTo>
                    <a:pt x="311937" y="5804927"/>
                  </a:lnTo>
                  <a:lnTo>
                    <a:pt x="312083" y="5804927"/>
                  </a:lnTo>
                  <a:lnTo>
                    <a:pt x="312228" y="5804927"/>
                  </a:lnTo>
                  <a:lnTo>
                    <a:pt x="312373" y="5804927"/>
                  </a:lnTo>
                  <a:lnTo>
                    <a:pt x="312519" y="5804927"/>
                  </a:lnTo>
                  <a:lnTo>
                    <a:pt x="312664" y="5804927"/>
                  </a:lnTo>
                  <a:lnTo>
                    <a:pt x="312810" y="5804927"/>
                  </a:lnTo>
                  <a:lnTo>
                    <a:pt x="312955" y="5804927"/>
                  </a:lnTo>
                  <a:lnTo>
                    <a:pt x="313101" y="5804927"/>
                  </a:lnTo>
                  <a:lnTo>
                    <a:pt x="313101" y="5804304"/>
                  </a:lnTo>
                  <a:lnTo>
                    <a:pt x="313246" y="5804304"/>
                  </a:lnTo>
                  <a:lnTo>
                    <a:pt x="313391" y="5804304"/>
                  </a:lnTo>
                  <a:lnTo>
                    <a:pt x="313537" y="5804304"/>
                  </a:lnTo>
                  <a:lnTo>
                    <a:pt x="313682" y="5804304"/>
                  </a:lnTo>
                  <a:lnTo>
                    <a:pt x="313828" y="5804304"/>
                  </a:lnTo>
                  <a:lnTo>
                    <a:pt x="313973" y="5804304"/>
                  </a:lnTo>
                  <a:lnTo>
                    <a:pt x="314119" y="5804304"/>
                  </a:lnTo>
                  <a:lnTo>
                    <a:pt x="314264" y="5804304"/>
                  </a:lnTo>
                  <a:lnTo>
                    <a:pt x="314264" y="5803680"/>
                  </a:lnTo>
                  <a:lnTo>
                    <a:pt x="314409" y="5803680"/>
                  </a:lnTo>
                  <a:lnTo>
                    <a:pt x="314555" y="5803680"/>
                  </a:lnTo>
                  <a:lnTo>
                    <a:pt x="314555" y="5803057"/>
                  </a:lnTo>
                  <a:lnTo>
                    <a:pt x="314700" y="5803057"/>
                  </a:lnTo>
                  <a:lnTo>
                    <a:pt x="314846" y="5803057"/>
                  </a:lnTo>
                  <a:lnTo>
                    <a:pt x="314846" y="5802433"/>
                  </a:lnTo>
                  <a:lnTo>
                    <a:pt x="314991" y="5802433"/>
                  </a:lnTo>
                  <a:lnTo>
                    <a:pt x="315137" y="5802433"/>
                  </a:lnTo>
                  <a:lnTo>
                    <a:pt x="315137" y="5801809"/>
                  </a:lnTo>
                  <a:lnTo>
                    <a:pt x="315282" y="5801809"/>
                  </a:lnTo>
                  <a:lnTo>
                    <a:pt x="315427" y="5801809"/>
                  </a:lnTo>
                  <a:lnTo>
                    <a:pt x="315573" y="5801809"/>
                  </a:lnTo>
                  <a:lnTo>
                    <a:pt x="315573" y="5801186"/>
                  </a:lnTo>
                  <a:lnTo>
                    <a:pt x="315718" y="5801186"/>
                  </a:lnTo>
                  <a:lnTo>
                    <a:pt x="315864" y="5801186"/>
                  </a:lnTo>
                  <a:lnTo>
                    <a:pt x="315864" y="5800562"/>
                  </a:lnTo>
                  <a:lnTo>
                    <a:pt x="316009" y="5800562"/>
                  </a:lnTo>
                  <a:lnTo>
                    <a:pt x="316155" y="5800562"/>
                  </a:lnTo>
                  <a:lnTo>
                    <a:pt x="316155" y="5799939"/>
                  </a:lnTo>
                  <a:lnTo>
                    <a:pt x="316300" y="5799939"/>
                  </a:lnTo>
                  <a:lnTo>
                    <a:pt x="316445" y="5799939"/>
                  </a:lnTo>
                  <a:lnTo>
                    <a:pt x="316591" y="5799939"/>
                  </a:lnTo>
                  <a:lnTo>
                    <a:pt x="316591" y="5799315"/>
                  </a:lnTo>
                  <a:lnTo>
                    <a:pt x="316591" y="5798691"/>
                  </a:lnTo>
                  <a:lnTo>
                    <a:pt x="316591" y="5798068"/>
                  </a:lnTo>
                  <a:lnTo>
                    <a:pt x="316736" y="5798068"/>
                  </a:lnTo>
                  <a:lnTo>
                    <a:pt x="316882" y="5798068"/>
                  </a:lnTo>
                  <a:lnTo>
                    <a:pt x="317027" y="5798068"/>
                  </a:lnTo>
                  <a:lnTo>
                    <a:pt x="317173" y="5798068"/>
                  </a:lnTo>
                  <a:lnTo>
                    <a:pt x="317318" y="5798068"/>
                  </a:lnTo>
                  <a:lnTo>
                    <a:pt x="317318" y="5797444"/>
                  </a:lnTo>
                  <a:lnTo>
                    <a:pt x="317463" y="5797444"/>
                  </a:lnTo>
                  <a:lnTo>
                    <a:pt x="317609" y="5797444"/>
                  </a:lnTo>
                  <a:lnTo>
                    <a:pt x="317609" y="5796821"/>
                  </a:lnTo>
                  <a:lnTo>
                    <a:pt x="317609" y="5796197"/>
                  </a:lnTo>
                  <a:lnTo>
                    <a:pt x="317754" y="5796197"/>
                  </a:lnTo>
                  <a:lnTo>
                    <a:pt x="317900" y="5796197"/>
                  </a:lnTo>
                  <a:lnTo>
                    <a:pt x="318045" y="5796197"/>
                  </a:lnTo>
                  <a:lnTo>
                    <a:pt x="318045" y="5795574"/>
                  </a:lnTo>
                  <a:lnTo>
                    <a:pt x="318190" y="5795574"/>
                  </a:lnTo>
                  <a:lnTo>
                    <a:pt x="318336" y="5795574"/>
                  </a:lnTo>
                  <a:lnTo>
                    <a:pt x="318481" y="5795574"/>
                  </a:lnTo>
                  <a:lnTo>
                    <a:pt x="318627" y="5795574"/>
                  </a:lnTo>
                  <a:lnTo>
                    <a:pt x="318772" y="5795574"/>
                  </a:lnTo>
                  <a:lnTo>
                    <a:pt x="318918" y="5795574"/>
                  </a:lnTo>
                  <a:lnTo>
                    <a:pt x="319063" y="5795574"/>
                  </a:lnTo>
                  <a:lnTo>
                    <a:pt x="319063" y="5794950"/>
                  </a:lnTo>
                  <a:lnTo>
                    <a:pt x="319208" y="5794950"/>
                  </a:lnTo>
                  <a:lnTo>
                    <a:pt x="319208" y="5794326"/>
                  </a:lnTo>
                  <a:lnTo>
                    <a:pt x="319354" y="5794326"/>
                  </a:lnTo>
                  <a:lnTo>
                    <a:pt x="319499" y="5794326"/>
                  </a:lnTo>
                  <a:lnTo>
                    <a:pt x="319499" y="5793703"/>
                  </a:lnTo>
                  <a:lnTo>
                    <a:pt x="319499" y="5793079"/>
                  </a:lnTo>
                  <a:lnTo>
                    <a:pt x="319645" y="5793079"/>
                  </a:lnTo>
                  <a:lnTo>
                    <a:pt x="319645" y="5792456"/>
                  </a:lnTo>
                  <a:lnTo>
                    <a:pt x="319790" y="5792456"/>
                  </a:lnTo>
                  <a:lnTo>
                    <a:pt x="319936" y="5792456"/>
                  </a:lnTo>
                  <a:lnTo>
                    <a:pt x="320081" y="5792456"/>
                  </a:lnTo>
                  <a:lnTo>
                    <a:pt x="320226" y="5792456"/>
                  </a:lnTo>
                  <a:lnTo>
                    <a:pt x="320226" y="5791832"/>
                  </a:lnTo>
                  <a:lnTo>
                    <a:pt x="320226" y="5791208"/>
                  </a:lnTo>
                  <a:lnTo>
                    <a:pt x="320372" y="5791208"/>
                  </a:lnTo>
                  <a:lnTo>
                    <a:pt x="320517" y="5791208"/>
                  </a:lnTo>
                  <a:lnTo>
                    <a:pt x="320663" y="5791208"/>
                  </a:lnTo>
                  <a:lnTo>
                    <a:pt x="320808" y="5791208"/>
                  </a:lnTo>
                  <a:lnTo>
                    <a:pt x="320954" y="5791208"/>
                  </a:lnTo>
                  <a:lnTo>
                    <a:pt x="321099" y="5791208"/>
                  </a:lnTo>
                  <a:lnTo>
                    <a:pt x="321244" y="5791208"/>
                  </a:lnTo>
                  <a:lnTo>
                    <a:pt x="321244" y="5790585"/>
                  </a:lnTo>
                  <a:lnTo>
                    <a:pt x="321244" y="5789961"/>
                  </a:lnTo>
                  <a:lnTo>
                    <a:pt x="321390" y="5789961"/>
                  </a:lnTo>
                  <a:lnTo>
                    <a:pt x="321535" y="5789961"/>
                  </a:lnTo>
                  <a:lnTo>
                    <a:pt x="321681" y="5789961"/>
                  </a:lnTo>
                  <a:lnTo>
                    <a:pt x="321826" y="5789961"/>
                  </a:lnTo>
                  <a:lnTo>
                    <a:pt x="321972" y="5789961"/>
                  </a:lnTo>
                  <a:lnTo>
                    <a:pt x="322117" y="5789961"/>
                  </a:lnTo>
                  <a:lnTo>
                    <a:pt x="322262" y="5789961"/>
                  </a:lnTo>
                  <a:lnTo>
                    <a:pt x="322262" y="5789338"/>
                  </a:lnTo>
                  <a:lnTo>
                    <a:pt x="322408" y="5789338"/>
                  </a:lnTo>
                  <a:lnTo>
                    <a:pt x="322553" y="5789338"/>
                  </a:lnTo>
                  <a:lnTo>
                    <a:pt x="322699" y="5789338"/>
                  </a:lnTo>
                  <a:lnTo>
                    <a:pt x="322844" y="5789338"/>
                  </a:lnTo>
                  <a:lnTo>
                    <a:pt x="322990" y="5789338"/>
                  </a:lnTo>
                  <a:lnTo>
                    <a:pt x="323135" y="5789338"/>
                  </a:lnTo>
                  <a:lnTo>
                    <a:pt x="323280" y="5789338"/>
                  </a:lnTo>
                  <a:lnTo>
                    <a:pt x="323280" y="5788714"/>
                  </a:lnTo>
                  <a:lnTo>
                    <a:pt x="323426" y="5788714"/>
                  </a:lnTo>
                  <a:lnTo>
                    <a:pt x="323426" y="5788091"/>
                  </a:lnTo>
                  <a:lnTo>
                    <a:pt x="323426" y="5787467"/>
                  </a:lnTo>
                  <a:lnTo>
                    <a:pt x="323571" y="5787467"/>
                  </a:lnTo>
                  <a:lnTo>
                    <a:pt x="323717" y="5787467"/>
                  </a:lnTo>
                  <a:lnTo>
                    <a:pt x="323717" y="5786843"/>
                  </a:lnTo>
                  <a:lnTo>
                    <a:pt x="323717" y="5786220"/>
                  </a:lnTo>
                  <a:lnTo>
                    <a:pt x="323862" y="5786220"/>
                  </a:lnTo>
                  <a:lnTo>
                    <a:pt x="324008" y="5786220"/>
                  </a:lnTo>
                  <a:lnTo>
                    <a:pt x="324008" y="5785596"/>
                  </a:lnTo>
                  <a:lnTo>
                    <a:pt x="324008" y="5784973"/>
                  </a:lnTo>
                  <a:lnTo>
                    <a:pt x="324153" y="5784973"/>
                  </a:lnTo>
                  <a:lnTo>
                    <a:pt x="324298" y="5784973"/>
                  </a:lnTo>
                  <a:lnTo>
                    <a:pt x="324444" y="5784973"/>
                  </a:lnTo>
                  <a:lnTo>
                    <a:pt x="324444" y="5784349"/>
                  </a:lnTo>
                  <a:lnTo>
                    <a:pt x="324444" y="5783726"/>
                  </a:lnTo>
                  <a:lnTo>
                    <a:pt x="324444" y="5783102"/>
                  </a:lnTo>
                  <a:lnTo>
                    <a:pt x="324589" y="5783102"/>
                  </a:lnTo>
                  <a:lnTo>
                    <a:pt x="324735" y="5783102"/>
                  </a:lnTo>
                  <a:lnTo>
                    <a:pt x="324735" y="5782478"/>
                  </a:lnTo>
                  <a:lnTo>
                    <a:pt x="324880" y="5782478"/>
                  </a:lnTo>
                  <a:lnTo>
                    <a:pt x="325025" y="5782478"/>
                  </a:lnTo>
                  <a:lnTo>
                    <a:pt x="325171" y="5782478"/>
                  </a:lnTo>
                  <a:lnTo>
                    <a:pt x="325171" y="5781855"/>
                  </a:lnTo>
                  <a:lnTo>
                    <a:pt x="325171" y="5781231"/>
                  </a:lnTo>
                  <a:lnTo>
                    <a:pt x="325171" y="5780608"/>
                  </a:lnTo>
                  <a:lnTo>
                    <a:pt x="325316" y="5780608"/>
                  </a:lnTo>
                  <a:lnTo>
                    <a:pt x="325462" y="5780608"/>
                  </a:lnTo>
                  <a:lnTo>
                    <a:pt x="325462" y="5779984"/>
                  </a:lnTo>
                  <a:lnTo>
                    <a:pt x="325607" y="5779984"/>
                  </a:lnTo>
                  <a:lnTo>
                    <a:pt x="325753" y="5779984"/>
                  </a:lnTo>
                  <a:lnTo>
                    <a:pt x="325898" y="5779984"/>
                  </a:lnTo>
                  <a:lnTo>
                    <a:pt x="326043" y="5779984"/>
                  </a:lnTo>
                  <a:lnTo>
                    <a:pt x="326189" y="5779984"/>
                  </a:lnTo>
                  <a:lnTo>
                    <a:pt x="326334" y="5779984"/>
                  </a:lnTo>
                  <a:lnTo>
                    <a:pt x="326334" y="5779360"/>
                  </a:lnTo>
                  <a:lnTo>
                    <a:pt x="326480" y="5779360"/>
                  </a:lnTo>
                  <a:lnTo>
                    <a:pt x="326625" y="5779360"/>
                  </a:lnTo>
                  <a:lnTo>
                    <a:pt x="326771" y="5779360"/>
                  </a:lnTo>
                  <a:lnTo>
                    <a:pt x="326916" y="5779360"/>
                  </a:lnTo>
                  <a:lnTo>
                    <a:pt x="327061" y="5779360"/>
                  </a:lnTo>
                  <a:lnTo>
                    <a:pt x="327207" y="5779360"/>
                  </a:lnTo>
                  <a:lnTo>
                    <a:pt x="327207" y="5778737"/>
                  </a:lnTo>
                  <a:lnTo>
                    <a:pt x="327352" y="5778737"/>
                  </a:lnTo>
                  <a:lnTo>
                    <a:pt x="327352" y="5778113"/>
                  </a:lnTo>
                  <a:lnTo>
                    <a:pt x="327498" y="5778113"/>
                  </a:lnTo>
                  <a:lnTo>
                    <a:pt x="327643" y="5778113"/>
                  </a:lnTo>
                  <a:lnTo>
                    <a:pt x="327789" y="5778113"/>
                  </a:lnTo>
                  <a:lnTo>
                    <a:pt x="327789" y="5777490"/>
                  </a:lnTo>
                  <a:lnTo>
                    <a:pt x="327934" y="5777490"/>
                  </a:lnTo>
                  <a:lnTo>
                    <a:pt x="328079" y="5777490"/>
                  </a:lnTo>
                  <a:lnTo>
                    <a:pt x="328079" y="5776866"/>
                  </a:lnTo>
                  <a:lnTo>
                    <a:pt x="328079" y="5776243"/>
                  </a:lnTo>
                  <a:lnTo>
                    <a:pt x="328225" y="5776243"/>
                  </a:lnTo>
                  <a:lnTo>
                    <a:pt x="328370" y="5776243"/>
                  </a:lnTo>
                  <a:lnTo>
                    <a:pt x="328516" y="5776243"/>
                  </a:lnTo>
                  <a:lnTo>
                    <a:pt x="328661" y="5776243"/>
                  </a:lnTo>
                  <a:lnTo>
                    <a:pt x="328807" y="5776243"/>
                  </a:lnTo>
                  <a:lnTo>
                    <a:pt x="328807" y="5775619"/>
                  </a:lnTo>
                  <a:lnTo>
                    <a:pt x="328952" y="5775619"/>
                  </a:lnTo>
                  <a:lnTo>
                    <a:pt x="328952" y="5774995"/>
                  </a:lnTo>
                  <a:lnTo>
                    <a:pt x="329097" y="5774995"/>
                  </a:lnTo>
                  <a:lnTo>
                    <a:pt x="329097" y="5774372"/>
                  </a:lnTo>
                  <a:lnTo>
                    <a:pt x="329097" y="5773748"/>
                  </a:lnTo>
                  <a:lnTo>
                    <a:pt x="329243" y="5773748"/>
                  </a:lnTo>
                  <a:lnTo>
                    <a:pt x="329388" y="5773748"/>
                  </a:lnTo>
                  <a:lnTo>
                    <a:pt x="329388" y="5773125"/>
                  </a:lnTo>
                  <a:lnTo>
                    <a:pt x="329388" y="5772501"/>
                  </a:lnTo>
                  <a:lnTo>
                    <a:pt x="329534" y="5772501"/>
                  </a:lnTo>
                  <a:lnTo>
                    <a:pt x="329679" y="5772501"/>
                  </a:lnTo>
                  <a:lnTo>
                    <a:pt x="329825" y="5772501"/>
                  </a:lnTo>
                  <a:lnTo>
                    <a:pt x="329825" y="5771877"/>
                  </a:lnTo>
                  <a:lnTo>
                    <a:pt x="329970" y="5771877"/>
                  </a:lnTo>
                  <a:lnTo>
                    <a:pt x="330115" y="5771877"/>
                  </a:lnTo>
                  <a:lnTo>
                    <a:pt x="330261" y="5771877"/>
                  </a:lnTo>
                  <a:lnTo>
                    <a:pt x="330406" y="5771877"/>
                  </a:lnTo>
                  <a:lnTo>
                    <a:pt x="330406" y="5771254"/>
                  </a:lnTo>
                  <a:lnTo>
                    <a:pt x="330406" y="5770630"/>
                  </a:lnTo>
                  <a:lnTo>
                    <a:pt x="330406" y="5770007"/>
                  </a:lnTo>
                  <a:lnTo>
                    <a:pt x="330552" y="5770007"/>
                  </a:lnTo>
                  <a:lnTo>
                    <a:pt x="330697" y="5770007"/>
                  </a:lnTo>
                  <a:lnTo>
                    <a:pt x="330697" y="5769383"/>
                  </a:lnTo>
                  <a:lnTo>
                    <a:pt x="330842" y="5769383"/>
                  </a:lnTo>
                  <a:lnTo>
                    <a:pt x="330988" y="5769383"/>
                  </a:lnTo>
                  <a:lnTo>
                    <a:pt x="330988" y="5768760"/>
                  </a:lnTo>
                  <a:lnTo>
                    <a:pt x="331133" y="5768760"/>
                  </a:lnTo>
                  <a:lnTo>
                    <a:pt x="331279" y="5768760"/>
                  </a:lnTo>
                  <a:lnTo>
                    <a:pt x="331424" y="5768760"/>
                  </a:lnTo>
                  <a:lnTo>
                    <a:pt x="331570" y="5768760"/>
                  </a:lnTo>
                  <a:lnTo>
                    <a:pt x="331715" y="5768760"/>
                  </a:lnTo>
                  <a:lnTo>
                    <a:pt x="331715" y="5768136"/>
                  </a:lnTo>
                  <a:lnTo>
                    <a:pt x="331860" y="5768136"/>
                  </a:lnTo>
                  <a:lnTo>
                    <a:pt x="332006" y="5768136"/>
                  </a:lnTo>
                  <a:lnTo>
                    <a:pt x="332151" y="5768136"/>
                  </a:lnTo>
                  <a:lnTo>
                    <a:pt x="332151" y="5767512"/>
                  </a:lnTo>
                  <a:lnTo>
                    <a:pt x="332151" y="5766889"/>
                  </a:lnTo>
                  <a:lnTo>
                    <a:pt x="332297" y="5766889"/>
                  </a:lnTo>
                  <a:lnTo>
                    <a:pt x="332442" y="5766889"/>
                  </a:lnTo>
                  <a:lnTo>
                    <a:pt x="332442" y="5766265"/>
                  </a:lnTo>
                  <a:lnTo>
                    <a:pt x="332588" y="5766265"/>
                  </a:lnTo>
                  <a:lnTo>
                    <a:pt x="332588" y="5765642"/>
                  </a:lnTo>
                  <a:lnTo>
                    <a:pt x="332588" y="5765018"/>
                  </a:lnTo>
                  <a:lnTo>
                    <a:pt x="332733" y="5765018"/>
                  </a:lnTo>
                  <a:lnTo>
                    <a:pt x="332878" y="5765018"/>
                  </a:lnTo>
                  <a:lnTo>
                    <a:pt x="333024" y="5765018"/>
                  </a:lnTo>
                  <a:lnTo>
                    <a:pt x="333169" y="5765018"/>
                  </a:lnTo>
                  <a:lnTo>
                    <a:pt x="333315" y="5765018"/>
                  </a:lnTo>
                  <a:lnTo>
                    <a:pt x="333460" y="5765018"/>
                  </a:lnTo>
                  <a:lnTo>
                    <a:pt x="333606" y="5765018"/>
                  </a:lnTo>
                  <a:lnTo>
                    <a:pt x="333751" y="5765018"/>
                  </a:lnTo>
                  <a:lnTo>
                    <a:pt x="333751" y="5764394"/>
                  </a:lnTo>
                  <a:lnTo>
                    <a:pt x="333751" y="5763771"/>
                  </a:lnTo>
                  <a:lnTo>
                    <a:pt x="333751" y="5763147"/>
                  </a:lnTo>
                  <a:lnTo>
                    <a:pt x="333896" y="5763147"/>
                  </a:lnTo>
                  <a:lnTo>
                    <a:pt x="334042" y="5763147"/>
                  </a:lnTo>
                  <a:lnTo>
                    <a:pt x="334187" y="5763147"/>
                  </a:lnTo>
                  <a:lnTo>
                    <a:pt x="334333" y="5763147"/>
                  </a:lnTo>
                  <a:lnTo>
                    <a:pt x="334478" y="5763147"/>
                  </a:lnTo>
                  <a:lnTo>
                    <a:pt x="334624" y="5763147"/>
                  </a:lnTo>
                  <a:lnTo>
                    <a:pt x="334769" y="5763147"/>
                  </a:lnTo>
                  <a:lnTo>
                    <a:pt x="334769" y="5762524"/>
                  </a:lnTo>
                  <a:lnTo>
                    <a:pt x="334914" y="5762524"/>
                  </a:lnTo>
                  <a:lnTo>
                    <a:pt x="335060" y="5762524"/>
                  </a:lnTo>
                  <a:lnTo>
                    <a:pt x="335060" y="5761900"/>
                  </a:lnTo>
                  <a:lnTo>
                    <a:pt x="335205" y="5761900"/>
                  </a:lnTo>
                  <a:lnTo>
                    <a:pt x="335351" y="5761900"/>
                  </a:lnTo>
                  <a:lnTo>
                    <a:pt x="335496" y="5761900"/>
                  </a:lnTo>
                  <a:lnTo>
                    <a:pt x="335642" y="5761900"/>
                  </a:lnTo>
                  <a:lnTo>
                    <a:pt x="335787" y="5761900"/>
                  </a:lnTo>
                  <a:lnTo>
                    <a:pt x="335787" y="5761277"/>
                  </a:lnTo>
                  <a:lnTo>
                    <a:pt x="335932" y="5761277"/>
                  </a:lnTo>
                  <a:lnTo>
                    <a:pt x="336078" y="5761277"/>
                  </a:lnTo>
                  <a:lnTo>
                    <a:pt x="336078" y="5760653"/>
                  </a:lnTo>
                  <a:lnTo>
                    <a:pt x="336223" y="5760653"/>
                  </a:lnTo>
                  <a:lnTo>
                    <a:pt x="336369" y="5760653"/>
                  </a:lnTo>
                  <a:lnTo>
                    <a:pt x="336514" y="5760653"/>
                  </a:lnTo>
                  <a:lnTo>
                    <a:pt x="336514" y="5760029"/>
                  </a:lnTo>
                  <a:lnTo>
                    <a:pt x="336660" y="5760029"/>
                  </a:lnTo>
                  <a:lnTo>
                    <a:pt x="336805" y="5760029"/>
                  </a:lnTo>
                  <a:lnTo>
                    <a:pt x="336950" y="5760029"/>
                  </a:lnTo>
                  <a:lnTo>
                    <a:pt x="337096" y="5760029"/>
                  </a:lnTo>
                  <a:lnTo>
                    <a:pt x="337241" y="5760029"/>
                  </a:lnTo>
                  <a:lnTo>
                    <a:pt x="337241" y="5759406"/>
                  </a:lnTo>
                  <a:lnTo>
                    <a:pt x="337241" y="5758782"/>
                  </a:lnTo>
                  <a:lnTo>
                    <a:pt x="337241" y="5758159"/>
                  </a:lnTo>
                  <a:lnTo>
                    <a:pt x="337241" y="5757535"/>
                  </a:lnTo>
                  <a:lnTo>
                    <a:pt x="337387" y="5757535"/>
                  </a:lnTo>
                  <a:lnTo>
                    <a:pt x="337532" y="5757535"/>
                  </a:lnTo>
                  <a:lnTo>
                    <a:pt x="337532" y="5756911"/>
                  </a:lnTo>
                  <a:lnTo>
                    <a:pt x="337677" y="5756911"/>
                  </a:lnTo>
                  <a:lnTo>
                    <a:pt x="337823" y="5756911"/>
                  </a:lnTo>
                  <a:lnTo>
                    <a:pt x="337968" y="5756911"/>
                  </a:lnTo>
                  <a:lnTo>
                    <a:pt x="337968" y="5756288"/>
                  </a:lnTo>
                  <a:lnTo>
                    <a:pt x="338114" y="5756288"/>
                  </a:lnTo>
                  <a:lnTo>
                    <a:pt x="338259" y="5756288"/>
                  </a:lnTo>
                  <a:lnTo>
                    <a:pt x="338405" y="5756288"/>
                  </a:lnTo>
                  <a:lnTo>
                    <a:pt x="338550" y="5756288"/>
                  </a:lnTo>
                  <a:lnTo>
                    <a:pt x="338695" y="5756288"/>
                  </a:lnTo>
                  <a:lnTo>
                    <a:pt x="338841" y="5756288"/>
                  </a:lnTo>
                  <a:lnTo>
                    <a:pt x="338986" y="5756288"/>
                  </a:lnTo>
                  <a:lnTo>
                    <a:pt x="339132" y="5756288"/>
                  </a:lnTo>
                  <a:lnTo>
                    <a:pt x="339277" y="5756288"/>
                  </a:lnTo>
                  <a:lnTo>
                    <a:pt x="339423" y="5756288"/>
                  </a:lnTo>
                  <a:lnTo>
                    <a:pt x="339568" y="5756288"/>
                  </a:lnTo>
                  <a:lnTo>
                    <a:pt x="339713" y="5756288"/>
                  </a:lnTo>
                  <a:lnTo>
                    <a:pt x="339859" y="5756288"/>
                  </a:lnTo>
                  <a:lnTo>
                    <a:pt x="340004" y="5756288"/>
                  </a:lnTo>
                  <a:lnTo>
                    <a:pt x="340150" y="5756288"/>
                  </a:lnTo>
                  <a:lnTo>
                    <a:pt x="340295" y="5756288"/>
                  </a:lnTo>
                  <a:lnTo>
                    <a:pt x="340295" y="5755664"/>
                  </a:lnTo>
                  <a:lnTo>
                    <a:pt x="340441" y="5755664"/>
                  </a:lnTo>
                  <a:lnTo>
                    <a:pt x="340586" y="5755664"/>
                  </a:lnTo>
                  <a:lnTo>
                    <a:pt x="340731" y="5755664"/>
                  </a:lnTo>
                  <a:lnTo>
                    <a:pt x="340877" y="5755664"/>
                  </a:lnTo>
                  <a:lnTo>
                    <a:pt x="341022" y="5755664"/>
                  </a:lnTo>
                  <a:lnTo>
                    <a:pt x="341168" y="5755664"/>
                  </a:lnTo>
                  <a:lnTo>
                    <a:pt x="341313" y="5755664"/>
                  </a:lnTo>
                  <a:lnTo>
                    <a:pt x="341459" y="5755664"/>
                  </a:lnTo>
                  <a:lnTo>
                    <a:pt x="341604" y="5755664"/>
                  </a:lnTo>
                  <a:lnTo>
                    <a:pt x="341749" y="5755664"/>
                  </a:lnTo>
                  <a:lnTo>
                    <a:pt x="341895" y="5755664"/>
                  </a:lnTo>
                  <a:lnTo>
                    <a:pt x="342040" y="5755664"/>
                  </a:lnTo>
                  <a:lnTo>
                    <a:pt x="342186" y="5755664"/>
                  </a:lnTo>
                  <a:lnTo>
                    <a:pt x="342331" y="5755664"/>
                  </a:lnTo>
                  <a:lnTo>
                    <a:pt x="342477" y="5755664"/>
                  </a:lnTo>
                  <a:lnTo>
                    <a:pt x="342622" y="5755664"/>
                  </a:lnTo>
                  <a:lnTo>
                    <a:pt x="342767" y="5755664"/>
                  </a:lnTo>
                  <a:lnTo>
                    <a:pt x="342767" y="5755041"/>
                  </a:lnTo>
                  <a:lnTo>
                    <a:pt x="342913" y="5755041"/>
                  </a:lnTo>
                  <a:lnTo>
                    <a:pt x="343058" y="5755041"/>
                  </a:lnTo>
                  <a:lnTo>
                    <a:pt x="343058" y="5754417"/>
                  </a:lnTo>
                  <a:lnTo>
                    <a:pt x="343058" y="5753794"/>
                  </a:lnTo>
                  <a:lnTo>
                    <a:pt x="343204" y="5753794"/>
                  </a:lnTo>
                  <a:lnTo>
                    <a:pt x="343349" y="5753794"/>
                  </a:lnTo>
                  <a:lnTo>
                    <a:pt x="343495" y="5753794"/>
                  </a:lnTo>
                  <a:lnTo>
                    <a:pt x="343640" y="5753794"/>
                  </a:lnTo>
                  <a:lnTo>
                    <a:pt x="343785" y="5753794"/>
                  </a:lnTo>
                  <a:lnTo>
                    <a:pt x="343931" y="5753794"/>
                  </a:lnTo>
                  <a:lnTo>
                    <a:pt x="344076" y="5753794"/>
                  </a:lnTo>
                  <a:lnTo>
                    <a:pt x="344076" y="5753170"/>
                  </a:lnTo>
                  <a:lnTo>
                    <a:pt x="344222" y="5753170"/>
                  </a:lnTo>
                  <a:lnTo>
                    <a:pt x="344367" y="5753170"/>
                  </a:lnTo>
                  <a:lnTo>
                    <a:pt x="344512" y="5753170"/>
                  </a:lnTo>
                  <a:lnTo>
                    <a:pt x="344512" y="5752546"/>
                  </a:lnTo>
                  <a:lnTo>
                    <a:pt x="344658" y="5752546"/>
                  </a:lnTo>
                  <a:lnTo>
                    <a:pt x="344803" y="5752546"/>
                  </a:lnTo>
                  <a:lnTo>
                    <a:pt x="344949" y="5752546"/>
                  </a:lnTo>
                  <a:lnTo>
                    <a:pt x="345094" y="5752546"/>
                  </a:lnTo>
                  <a:lnTo>
                    <a:pt x="345240" y="5752546"/>
                  </a:lnTo>
                  <a:lnTo>
                    <a:pt x="345385" y="5752546"/>
                  </a:lnTo>
                  <a:lnTo>
                    <a:pt x="345530" y="5752546"/>
                  </a:lnTo>
                  <a:lnTo>
                    <a:pt x="345676" y="5752546"/>
                  </a:lnTo>
                  <a:lnTo>
                    <a:pt x="345821" y="5752546"/>
                  </a:lnTo>
                  <a:lnTo>
                    <a:pt x="345821" y="5751923"/>
                  </a:lnTo>
                  <a:lnTo>
                    <a:pt x="345967" y="5751923"/>
                  </a:lnTo>
                  <a:lnTo>
                    <a:pt x="346112" y="5751923"/>
                  </a:lnTo>
                  <a:lnTo>
                    <a:pt x="346258" y="5751923"/>
                  </a:lnTo>
                  <a:lnTo>
                    <a:pt x="346403" y="5751923"/>
                  </a:lnTo>
                  <a:lnTo>
                    <a:pt x="346548" y="5751923"/>
                  </a:lnTo>
                  <a:lnTo>
                    <a:pt x="346694" y="5751923"/>
                  </a:lnTo>
                  <a:lnTo>
                    <a:pt x="346839" y="5751923"/>
                  </a:lnTo>
                  <a:lnTo>
                    <a:pt x="346985" y="5751923"/>
                  </a:lnTo>
                  <a:lnTo>
                    <a:pt x="346985" y="5751299"/>
                  </a:lnTo>
                  <a:lnTo>
                    <a:pt x="347130" y="5751299"/>
                  </a:lnTo>
                  <a:lnTo>
                    <a:pt x="347130" y="5750676"/>
                  </a:lnTo>
                  <a:lnTo>
                    <a:pt x="347276" y="5750676"/>
                  </a:lnTo>
                  <a:lnTo>
                    <a:pt x="347421" y="5750676"/>
                  </a:lnTo>
                  <a:lnTo>
                    <a:pt x="347421" y="5750052"/>
                  </a:lnTo>
                  <a:lnTo>
                    <a:pt x="347566" y="5750052"/>
                  </a:lnTo>
                  <a:lnTo>
                    <a:pt x="347712" y="5750052"/>
                  </a:lnTo>
                  <a:lnTo>
                    <a:pt x="347857" y="5750052"/>
                  </a:lnTo>
                  <a:lnTo>
                    <a:pt x="348003" y="5750052"/>
                  </a:lnTo>
                  <a:lnTo>
                    <a:pt x="348148" y="5750052"/>
                  </a:lnTo>
                  <a:lnTo>
                    <a:pt x="348294" y="5750052"/>
                  </a:lnTo>
                  <a:lnTo>
                    <a:pt x="348439" y="5750052"/>
                  </a:lnTo>
                  <a:lnTo>
                    <a:pt x="348584" y="5750052"/>
                  </a:lnTo>
                  <a:lnTo>
                    <a:pt x="348584" y="5749428"/>
                  </a:lnTo>
                  <a:lnTo>
                    <a:pt x="348730" y="5749428"/>
                  </a:lnTo>
                  <a:lnTo>
                    <a:pt x="348875" y="5749428"/>
                  </a:lnTo>
                  <a:lnTo>
                    <a:pt x="349021" y="5749428"/>
                  </a:lnTo>
                  <a:lnTo>
                    <a:pt x="349166" y="5749428"/>
                  </a:lnTo>
                  <a:lnTo>
                    <a:pt x="349312" y="5749428"/>
                  </a:lnTo>
                  <a:lnTo>
                    <a:pt x="349457" y="5749428"/>
                  </a:lnTo>
                  <a:lnTo>
                    <a:pt x="349457" y="5748805"/>
                  </a:lnTo>
                  <a:lnTo>
                    <a:pt x="349602" y="5748805"/>
                  </a:lnTo>
                  <a:lnTo>
                    <a:pt x="349748" y="5748805"/>
                  </a:lnTo>
                  <a:lnTo>
                    <a:pt x="349893" y="5748805"/>
                  </a:lnTo>
                  <a:lnTo>
                    <a:pt x="349893" y="5748181"/>
                  </a:lnTo>
                  <a:lnTo>
                    <a:pt x="350039" y="5748181"/>
                  </a:lnTo>
                  <a:lnTo>
                    <a:pt x="350184" y="5748181"/>
                  </a:lnTo>
                  <a:lnTo>
                    <a:pt x="350184" y="5747558"/>
                  </a:lnTo>
                  <a:lnTo>
                    <a:pt x="350184" y="5746934"/>
                  </a:lnTo>
                  <a:lnTo>
                    <a:pt x="350184" y="5746311"/>
                  </a:lnTo>
                  <a:lnTo>
                    <a:pt x="350184" y="5745687"/>
                  </a:lnTo>
                  <a:lnTo>
                    <a:pt x="350330" y="5745687"/>
                  </a:lnTo>
                  <a:lnTo>
                    <a:pt x="350330" y="5745063"/>
                  </a:lnTo>
                  <a:lnTo>
                    <a:pt x="350475" y="5745063"/>
                  </a:lnTo>
                  <a:lnTo>
                    <a:pt x="350475" y="5744440"/>
                  </a:lnTo>
                  <a:lnTo>
                    <a:pt x="350475" y="5743816"/>
                  </a:lnTo>
                  <a:lnTo>
                    <a:pt x="350620" y="5743816"/>
                  </a:lnTo>
                  <a:lnTo>
                    <a:pt x="350620" y="5743193"/>
                  </a:lnTo>
                  <a:lnTo>
                    <a:pt x="350766" y="5743193"/>
                  </a:lnTo>
                  <a:lnTo>
                    <a:pt x="350911" y="5743193"/>
                  </a:lnTo>
                  <a:lnTo>
                    <a:pt x="351057" y="5743193"/>
                  </a:lnTo>
                  <a:lnTo>
                    <a:pt x="351057" y="5742569"/>
                  </a:lnTo>
                  <a:lnTo>
                    <a:pt x="351202" y="5742569"/>
                  </a:lnTo>
                  <a:lnTo>
                    <a:pt x="351347" y="5742569"/>
                  </a:lnTo>
                  <a:lnTo>
                    <a:pt x="351347" y="5741945"/>
                  </a:lnTo>
                  <a:lnTo>
                    <a:pt x="351493" y="5741945"/>
                  </a:lnTo>
                  <a:lnTo>
                    <a:pt x="351638" y="5741945"/>
                  </a:lnTo>
                  <a:lnTo>
                    <a:pt x="351784" y="5741945"/>
                  </a:lnTo>
                  <a:lnTo>
                    <a:pt x="351929" y="5741945"/>
                  </a:lnTo>
                  <a:lnTo>
                    <a:pt x="352075" y="5741945"/>
                  </a:lnTo>
                  <a:lnTo>
                    <a:pt x="352075" y="5741322"/>
                  </a:lnTo>
                  <a:lnTo>
                    <a:pt x="352220" y="5741322"/>
                  </a:lnTo>
                  <a:lnTo>
                    <a:pt x="352220" y="5740698"/>
                  </a:lnTo>
                  <a:lnTo>
                    <a:pt x="352365" y="5740698"/>
                  </a:lnTo>
                  <a:lnTo>
                    <a:pt x="352511" y="5740698"/>
                  </a:lnTo>
                  <a:lnTo>
                    <a:pt x="352656" y="5740698"/>
                  </a:lnTo>
                  <a:lnTo>
                    <a:pt x="352802" y="5740698"/>
                  </a:lnTo>
                  <a:lnTo>
                    <a:pt x="352947" y="5740698"/>
                  </a:lnTo>
                  <a:lnTo>
                    <a:pt x="352947" y="5740075"/>
                  </a:lnTo>
                  <a:lnTo>
                    <a:pt x="353093" y="5740075"/>
                  </a:lnTo>
                  <a:lnTo>
                    <a:pt x="353093" y="5739451"/>
                  </a:lnTo>
                  <a:lnTo>
                    <a:pt x="353093" y="5738828"/>
                  </a:lnTo>
                  <a:lnTo>
                    <a:pt x="353238" y="5738828"/>
                  </a:lnTo>
                  <a:lnTo>
                    <a:pt x="353383" y="5738828"/>
                  </a:lnTo>
                  <a:lnTo>
                    <a:pt x="353383" y="5738204"/>
                  </a:lnTo>
                  <a:lnTo>
                    <a:pt x="353383" y="5737580"/>
                  </a:lnTo>
                  <a:lnTo>
                    <a:pt x="353529" y="5737580"/>
                  </a:lnTo>
                  <a:lnTo>
                    <a:pt x="353529" y="5736957"/>
                  </a:lnTo>
                  <a:lnTo>
                    <a:pt x="353674" y="5736957"/>
                  </a:lnTo>
                  <a:lnTo>
                    <a:pt x="353820" y="5736957"/>
                  </a:lnTo>
                  <a:lnTo>
                    <a:pt x="353820" y="5736333"/>
                  </a:lnTo>
                  <a:lnTo>
                    <a:pt x="353965" y="5736333"/>
                  </a:lnTo>
                  <a:lnTo>
                    <a:pt x="354111" y="5736333"/>
                  </a:lnTo>
                  <a:lnTo>
                    <a:pt x="354256" y="5736333"/>
                  </a:lnTo>
                  <a:lnTo>
                    <a:pt x="354401" y="5736333"/>
                  </a:lnTo>
                  <a:lnTo>
                    <a:pt x="354401" y="5735710"/>
                  </a:lnTo>
                  <a:lnTo>
                    <a:pt x="354401" y="5735086"/>
                  </a:lnTo>
                  <a:lnTo>
                    <a:pt x="354547" y="5735086"/>
                  </a:lnTo>
                  <a:lnTo>
                    <a:pt x="354692" y="5735086"/>
                  </a:lnTo>
                  <a:lnTo>
                    <a:pt x="354838" y="5735086"/>
                  </a:lnTo>
                  <a:lnTo>
                    <a:pt x="354983" y="5735086"/>
                  </a:lnTo>
                  <a:lnTo>
                    <a:pt x="354983" y="5734463"/>
                  </a:lnTo>
                  <a:lnTo>
                    <a:pt x="354983" y="5733839"/>
                  </a:lnTo>
                  <a:lnTo>
                    <a:pt x="355129" y="5733839"/>
                  </a:lnTo>
                  <a:lnTo>
                    <a:pt x="355274" y="5733839"/>
                  </a:lnTo>
                  <a:lnTo>
                    <a:pt x="355419" y="5733839"/>
                  </a:lnTo>
                  <a:lnTo>
                    <a:pt x="355565" y="5733839"/>
                  </a:lnTo>
                  <a:lnTo>
                    <a:pt x="355565" y="5733215"/>
                  </a:lnTo>
                  <a:lnTo>
                    <a:pt x="355710" y="5733215"/>
                  </a:lnTo>
                  <a:lnTo>
                    <a:pt x="355856" y="5733215"/>
                  </a:lnTo>
                  <a:lnTo>
                    <a:pt x="356001" y="5733215"/>
                  </a:lnTo>
                  <a:lnTo>
                    <a:pt x="356001" y="5732592"/>
                  </a:lnTo>
                  <a:lnTo>
                    <a:pt x="356147" y="5732592"/>
                  </a:lnTo>
                  <a:lnTo>
                    <a:pt x="356292" y="5732592"/>
                  </a:lnTo>
                  <a:lnTo>
                    <a:pt x="356292" y="5731968"/>
                  </a:lnTo>
                  <a:lnTo>
                    <a:pt x="356437" y="5731968"/>
                  </a:lnTo>
                  <a:lnTo>
                    <a:pt x="356583" y="5731968"/>
                  </a:lnTo>
                  <a:lnTo>
                    <a:pt x="356728" y="5731968"/>
                  </a:lnTo>
                  <a:lnTo>
                    <a:pt x="356874" y="5731968"/>
                  </a:lnTo>
                  <a:lnTo>
                    <a:pt x="357019" y="5731968"/>
                  </a:lnTo>
                  <a:lnTo>
                    <a:pt x="357165" y="5731968"/>
                  </a:lnTo>
                  <a:lnTo>
                    <a:pt x="357310" y="5731968"/>
                  </a:lnTo>
                  <a:lnTo>
                    <a:pt x="357455" y="5731968"/>
                  </a:lnTo>
                  <a:lnTo>
                    <a:pt x="357601" y="5731968"/>
                  </a:lnTo>
                  <a:lnTo>
                    <a:pt x="357746" y="5731968"/>
                  </a:lnTo>
                  <a:lnTo>
                    <a:pt x="357746" y="5731345"/>
                  </a:lnTo>
                  <a:lnTo>
                    <a:pt x="357892" y="5731345"/>
                  </a:lnTo>
                  <a:lnTo>
                    <a:pt x="358037" y="5731345"/>
                  </a:lnTo>
                  <a:lnTo>
                    <a:pt x="358182" y="5731345"/>
                  </a:lnTo>
                  <a:lnTo>
                    <a:pt x="358328" y="5731345"/>
                  </a:lnTo>
                  <a:lnTo>
                    <a:pt x="358473" y="5731345"/>
                  </a:lnTo>
                  <a:lnTo>
                    <a:pt x="358619" y="5731345"/>
                  </a:lnTo>
                  <a:lnTo>
                    <a:pt x="358764" y="5731345"/>
                  </a:lnTo>
                  <a:lnTo>
                    <a:pt x="358764" y="5730721"/>
                  </a:lnTo>
                  <a:lnTo>
                    <a:pt x="358910" y="5730721"/>
                  </a:lnTo>
                  <a:lnTo>
                    <a:pt x="359055" y="5730721"/>
                  </a:lnTo>
                  <a:lnTo>
                    <a:pt x="359200" y="5730721"/>
                  </a:lnTo>
                  <a:lnTo>
                    <a:pt x="359346" y="5730721"/>
                  </a:lnTo>
                  <a:lnTo>
                    <a:pt x="359491" y="5730721"/>
                  </a:lnTo>
                  <a:lnTo>
                    <a:pt x="359637" y="5730721"/>
                  </a:lnTo>
                  <a:lnTo>
                    <a:pt x="359782" y="5730721"/>
                  </a:lnTo>
                  <a:lnTo>
                    <a:pt x="359928" y="5730721"/>
                  </a:lnTo>
                  <a:lnTo>
                    <a:pt x="359928" y="5730097"/>
                  </a:lnTo>
                  <a:lnTo>
                    <a:pt x="359928" y="5729474"/>
                  </a:lnTo>
                  <a:lnTo>
                    <a:pt x="360073" y="5729474"/>
                  </a:lnTo>
                  <a:lnTo>
                    <a:pt x="360218" y="5729474"/>
                  </a:lnTo>
                  <a:lnTo>
                    <a:pt x="360218" y="5728850"/>
                  </a:lnTo>
                  <a:lnTo>
                    <a:pt x="360364" y="5728850"/>
                  </a:lnTo>
                  <a:lnTo>
                    <a:pt x="360509" y="5728850"/>
                  </a:lnTo>
                  <a:lnTo>
                    <a:pt x="360655" y="5728850"/>
                  </a:lnTo>
                  <a:lnTo>
                    <a:pt x="360800" y="5728850"/>
                  </a:lnTo>
                  <a:lnTo>
                    <a:pt x="360946" y="5728850"/>
                  </a:lnTo>
                  <a:lnTo>
                    <a:pt x="360946" y="5728227"/>
                  </a:lnTo>
                  <a:lnTo>
                    <a:pt x="361091" y="5728227"/>
                  </a:lnTo>
                  <a:lnTo>
                    <a:pt x="361236" y="5728227"/>
                  </a:lnTo>
                  <a:lnTo>
                    <a:pt x="361382" y="5728227"/>
                  </a:lnTo>
                  <a:lnTo>
                    <a:pt x="361527" y="5728227"/>
                  </a:lnTo>
                  <a:lnTo>
                    <a:pt x="361673" y="5728227"/>
                  </a:lnTo>
                  <a:lnTo>
                    <a:pt x="361818" y="5728227"/>
                  </a:lnTo>
                  <a:lnTo>
                    <a:pt x="361964" y="5728227"/>
                  </a:lnTo>
                  <a:lnTo>
                    <a:pt x="362109" y="5728227"/>
                  </a:lnTo>
                  <a:lnTo>
                    <a:pt x="362254" y="5728227"/>
                  </a:lnTo>
                  <a:lnTo>
                    <a:pt x="362400" y="5728227"/>
                  </a:lnTo>
                  <a:lnTo>
                    <a:pt x="362545" y="5728227"/>
                  </a:lnTo>
                  <a:lnTo>
                    <a:pt x="362691" y="5728227"/>
                  </a:lnTo>
                  <a:lnTo>
                    <a:pt x="362836" y="5728227"/>
                  </a:lnTo>
                  <a:lnTo>
                    <a:pt x="362982" y="5728227"/>
                  </a:lnTo>
                  <a:lnTo>
                    <a:pt x="363127" y="5728227"/>
                  </a:lnTo>
                  <a:lnTo>
                    <a:pt x="363127" y="5727603"/>
                  </a:lnTo>
                  <a:lnTo>
                    <a:pt x="363272" y="5727603"/>
                  </a:lnTo>
                  <a:lnTo>
                    <a:pt x="363418" y="5727603"/>
                  </a:lnTo>
                  <a:lnTo>
                    <a:pt x="363418" y="5726980"/>
                  </a:lnTo>
                  <a:lnTo>
                    <a:pt x="363563" y="5726980"/>
                  </a:lnTo>
                  <a:lnTo>
                    <a:pt x="363709" y="5726980"/>
                  </a:lnTo>
                  <a:lnTo>
                    <a:pt x="363854" y="5726980"/>
                  </a:lnTo>
                  <a:lnTo>
                    <a:pt x="364000" y="5726980"/>
                  </a:lnTo>
                  <a:lnTo>
                    <a:pt x="364145" y="5726980"/>
                  </a:lnTo>
                  <a:lnTo>
                    <a:pt x="364290" y="5726980"/>
                  </a:lnTo>
                  <a:lnTo>
                    <a:pt x="364436" y="5726980"/>
                  </a:lnTo>
                  <a:lnTo>
                    <a:pt x="364581" y="5726980"/>
                  </a:lnTo>
                  <a:lnTo>
                    <a:pt x="364727" y="5726980"/>
                  </a:lnTo>
                  <a:lnTo>
                    <a:pt x="364727" y="5726356"/>
                  </a:lnTo>
                  <a:lnTo>
                    <a:pt x="364872" y="5726356"/>
                  </a:lnTo>
                  <a:lnTo>
                    <a:pt x="365017" y="5726356"/>
                  </a:lnTo>
                  <a:lnTo>
                    <a:pt x="365163" y="5726356"/>
                  </a:lnTo>
                  <a:lnTo>
                    <a:pt x="365308" y="5726356"/>
                  </a:lnTo>
                  <a:lnTo>
                    <a:pt x="365454" y="5726356"/>
                  </a:lnTo>
                  <a:lnTo>
                    <a:pt x="365599" y="5726356"/>
                  </a:lnTo>
                  <a:lnTo>
                    <a:pt x="365599" y="5725732"/>
                  </a:lnTo>
                  <a:lnTo>
                    <a:pt x="365745" y="5725732"/>
                  </a:lnTo>
                  <a:lnTo>
                    <a:pt x="365890" y="5725732"/>
                  </a:lnTo>
                  <a:lnTo>
                    <a:pt x="366035" y="5725732"/>
                  </a:lnTo>
                  <a:lnTo>
                    <a:pt x="366181" y="5725732"/>
                  </a:lnTo>
                  <a:lnTo>
                    <a:pt x="366326" y="5725732"/>
                  </a:lnTo>
                  <a:lnTo>
                    <a:pt x="366326" y="5725109"/>
                  </a:lnTo>
                  <a:lnTo>
                    <a:pt x="366326" y="5724485"/>
                  </a:lnTo>
                  <a:lnTo>
                    <a:pt x="366472" y="5724485"/>
                  </a:lnTo>
                  <a:lnTo>
                    <a:pt x="366617" y="5724485"/>
                  </a:lnTo>
                  <a:lnTo>
                    <a:pt x="366617" y="5723862"/>
                  </a:lnTo>
                  <a:lnTo>
                    <a:pt x="366763" y="5723862"/>
                  </a:lnTo>
                  <a:lnTo>
                    <a:pt x="366763" y="5723238"/>
                  </a:lnTo>
                  <a:lnTo>
                    <a:pt x="366908" y="5723238"/>
                  </a:lnTo>
                  <a:lnTo>
                    <a:pt x="366908" y="5722614"/>
                  </a:lnTo>
                  <a:lnTo>
                    <a:pt x="367053" y="5722614"/>
                  </a:lnTo>
                  <a:lnTo>
                    <a:pt x="367199" y="5722614"/>
                  </a:lnTo>
                  <a:lnTo>
                    <a:pt x="367344" y="5722614"/>
                  </a:lnTo>
                  <a:lnTo>
                    <a:pt x="367490" y="5722614"/>
                  </a:lnTo>
                  <a:lnTo>
                    <a:pt x="367635" y="5722614"/>
                  </a:lnTo>
                  <a:lnTo>
                    <a:pt x="367635" y="5721991"/>
                  </a:lnTo>
                  <a:lnTo>
                    <a:pt x="367635" y="5721367"/>
                  </a:lnTo>
                  <a:lnTo>
                    <a:pt x="367635" y="5720744"/>
                  </a:lnTo>
                  <a:lnTo>
                    <a:pt x="367781" y="5720744"/>
                  </a:lnTo>
                  <a:lnTo>
                    <a:pt x="367926" y="5720744"/>
                  </a:lnTo>
                  <a:lnTo>
                    <a:pt x="368071" y="5720744"/>
                  </a:lnTo>
                  <a:lnTo>
                    <a:pt x="368217" y="5720744"/>
                  </a:lnTo>
                  <a:lnTo>
                    <a:pt x="368362" y="5720744"/>
                  </a:lnTo>
                  <a:lnTo>
                    <a:pt x="368508" y="5720744"/>
                  </a:lnTo>
                  <a:lnTo>
                    <a:pt x="368653" y="5720744"/>
                  </a:lnTo>
                  <a:lnTo>
                    <a:pt x="368799" y="5720744"/>
                  </a:lnTo>
                  <a:lnTo>
                    <a:pt x="368944" y="5720744"/>
                  </a:lnTo>
                  <a:lnTo>
                    <a:pt x="369089" y="5720744"/>
                  </a:lnTo>
                  <a:lnTo>
                    <a:pt x="369235" y="5720744"/>
                  </a:lnTo>
                  <a:lnTo>
                    <a:pt x="369235" y="5720120"/>
                  </a:lnTo>
                  <a:lnTo>
                    <a:pt x="369235" y="5719497"/>
                  </a:lnTo>
                  <a:lnTo>
                    <a:pt x="369380" y="5719497"/>
                  </a:lnTo>
                  <a:lnTo>
                    <a:pt x="369526" y="5719497"/>
                  </a:lnTo>
                  <a:lnTo>
                    <a:pt x="369671" y="5719497"/>
                  </a:lnTo>
                  <a:lnTo>
                    <a:pt x="369671" y="5718873"/>
                  </a:lnTo>
                  <a:lnTo>
                    <a:pt x="369817" y="5718873"/>
                  </a:lnTo>
                  <a:lnTo>
                    <a:pt x="369962" y="5718873"/>
                  </a:lnTo>
                  <a:lnTo>
                    <a:pt x="370107" y="5718873"/>
                  </a:lnTo>
                  <a:lnTo>
                    <a:pt x="370107" y="5718249"/>
                  </a:lnTo>
                  <a:lnTo>
                    <a:pt x="370253" y="5718249"/>
                  </a:lnTo>
                  <a:lnTo>
                    <a:pt x="370398" y="5718249"/>
                  </a:lnTo>
                  <a:lnTo>
                    <a:pt x="370398" y="5717626"/>
                  </a:lnTo>
                  <a:lnTo>
                    <a:pt x="370544" y="5717626"/>
                  </a:lnTo>
                  <a:lnTo>
                    <a:pt x="370689" y="5717626"/>
                  </a:lnTo>
                  <a:lnTo>
                    <a:pt x="370835" y="5717626"/>
                  </a:lnTo>
                  <a:lnTo>
                    <a:pt x="370980" y="5717626"/>
                  </a:lnTo>
                  <a:lnTo>
                    <a:pt x="371125" y="5717626"/>
                  </a:lnTo>
                  <a:lnTo>
                    <a:pt x="371125" y="5717002"/>
                  </a:lnTo>
                  <a:lnTo>
                    <a:pt x="371271" y="5717002"/>
                  </a:lnTo>
                  <a:lnTo>
                    <a:pt x="371416" y="5717002"/>
                  </a:lnTo>
                  <a:lnTo>
                    <a:pt x="371562" y="5717002"/>
                  </a:lnTo>
                  <a:lnTo>
                    <a:pt x="371707" y="5717002"/>
                  </a:lnTo>
                  <a:lnTo>
                    <a:pt x="371852" y="5717002"/>
                  </a:lnTo>
                  <a:lnTo>
                    <a:pt x="371998" y="5717002"/>
                  </a:lnTo>
                  <a:lnTo>
                    <a:pt x="371998" y="5716379"/>
                  </a:lnTo>
                  <a:lnTo>
                    <a:pt x="372143" y="5716379"/>
                  </a:lnTo>
                  <a:lnTo>
                    <a:pt x="372143" y="5715755"/>
                  </a:lnTo>
                  <a:lnTo>
                    <a:pt x="372289" y="5715755"/>
                  </a:lnTo>
                  <a:lnTo>
                    <a:pt x="372434" y="5715755"/>
                  </a:lnTo>
                  <a:lnTo>
                    <a:pt x="372434" y="5715131"/>
                  </a:lnTo>
                  <a:lnTo>
                    <a:pt x="372580" y="5715131"/>
                  </a:lnTo>
                  <a:lnTo>
                    <a:pt x="372725" y="5715131"/>
                  </a:lnTo>
                  <a:lnTo>
                    <a:pt x="372725" y="5714508"/>
                  </a:lnTo>
                  <a:lnTo>
                    <a:pt x="372870" y="5714508"/>
                  </a:lnTo>
                  <a:lnTo>
                    <a:pt x="373016" y="5714508"/>
                  </a:lnTo>
                  <a:lnTo>
                    <a:pt x="373016" y="5713884"/>
                  </a:lnTo>
                  <a:lnTo>
                    <a:pt x="373161" y="5713884"/>
                  </a:lnTo>
                  <a:lnTo>
                    <a:pt x="373307" y="5713884"/>
                  </a:lnTo>
                  <a:lnTo>
                    <a:pt x="373307" y="5713261"/>
                  </a:lnTo>
                  <a:lnTo>
                    <a:pt x="373307" y="5712637"/>
                  </a:lnTo>
                  <a:lnTo>
                    <a:pt x="373307" y="5712014"/>
                  </a:lnTo>
                  <a:lnTo>
                    <a:pt x="373452" y="5712014"/>
                  </a:lnTo>
                  <a:lnTo>
                    <a:pt x="373598" y="5712014"/>
                  </a:lnTo>
                  <a:lnTo>
                    <a:pt x="373743" y="5712014"/>
                  </a:lnTo>
                  <a:lnTo>
                    <a:pt x="373743" y="5711390"/>
                  </a:lnTo>
                  <a:lnTo>
                    <a:pt x="373888" y="5711390"/>
                  </a:lnTo>
                  <a:lnTo>
                    <a:pt x="374034" y="5711390"/>
                  </a:lnTo>
                  <a:lnTo>
                    <a:pt x="374179" y="5711390"/>
                  </a:lnTo>
                  <a:lnTo>
                    <a:pt x="374179" y="5710766"/>
                  </a:lnTo>
                  <a:lnTo>
                    <a:pt x="374179" y="5710143"/>
                  </a:lnTo>
                  <a:lnTo>
                    <a:pt x="374179" y="5709519"/>
                  </a:lnTo>
                  <a:lnTo>
                    <a:pt x="374179" y="5708896"/>
                  </a:lnTo>
                  <a:lnTo>
                    <a:pt x="374325" y="5708896"/>
                  </a:lnTo>
                  <a:lnTo>
                    <a:pt x="374470" y="5708896"/>
                  </a:lnTo>
                  <a:lnTo>
                    <a:pt x="374616" y="5708896"/>
                  </a:lnTo>
                  <a:lnTo>
                    <a:pt x="374761" y="5708896"/>
                  </a:lnTo>
                  <a:lnTo>
                    <a:pt x="374906" y="5708896"/>
                  </a:lnTo>
                  <a:lnTo>
                    <a:pt x="375052" y="5708896"/>
                  </a:lnTo>
                  <a:lnTo>
                    <a:pt x="375052" y="5708272"/>
                  </a:lnTo>
                  <a:lnTo>
                    <a:pt x="375197" y="5708272"/>
                  </a:lnTo>
                  <a:lnTo>
                    <a:pt x="375343" y="5708272"/>
                  </a:lnTo>
                  <a:lnTo>
                    <a:pt x="375343" y="5707648"/>
                  </a:lnTo>
                  <a:lnTo>
                    <a:pt x="375488" y="5707648"/>
                  </a:lnTo>
                  <a:lnTo>
                    <a:pt x="375488" y="5707025"/>
                  </a:lnTo>
                  <a:lnTo>
                    <a:pt x="375634" y="5707025"/>
                  </a:lnTo>
                  <a:lnTo>
                    <a:pt x="375779" y="5707025"/>
                  </a:lnTo>
                  <a:lnTo>
                    <a:pt x="375924" y="5707025"/>
                  </a:lnTo>
                  <a:lnTo>
                    <a:pt x="376070" y="5707025"/>
                  </a:lnTo>
                  <a:lnTo>
                    <a:pt x="376070" y="5706401"/>
                  </a:lnTo>
                  <a:lnTo>
                    <a:pt x="376215" y="5706401"/>
                  </a:lnTo>
                  <a:lnTo>
                    <a:pt x="376361" y="5706401"/>
                  </a:lnTo>
                  <a:lnTo>
                    <a:pt x="376361" y="5705778"/>
                  </a:lnTo>
                  <a:lnTo>
                    <a:pt x="376506" y="5705778"/>
                  </a:lnTo>
                  <a:lnTo>
                    <a:pt x="376652" y="5705778"/>
                  </a:lnTo>
                  <a:lnTo>
                    <a:pt x="376652" y="5705154"/>
                  </a:lnTo>
                  <a:lnTo>
                    <a:pt x="376652" y="5704531"/>
                  </a:lnTo>
                  <a:lnTo>
                    <a:pt x="376797" y="5704531"/>
                  </a:lnTo>
                  <a:lnTo>
                    <a:pt x="376942" y="5704531"/>
                  </a:lnTo>
                  <a:lnTo>
                    <a:pt x="377088" y="5704531"/>
                  </a:lnTo>
                  <a:lnTo>
                    <a:pt x="377233" y="5704531"/>
                  </a:lnTo>
                  <a:lnTo>
                    <a:pt x="377233" y="5703907"/>
                  </a:lnTo>
                  <a:lnTo>
                    <a:pt x="377379" y="5703907"/>
                  </a:lnTo>
                  <a:lnTo>
                    <a:pt x="377524" y="5703907"/>
                  </a:lnTo>
                  <a:lnTo>
                    <a:pt x="377670" y="5703907"/>
                  </a:lnTo>
                  <a:lnTo>
                    <a:pt x="377815" y="5703907"/>
                  </a:lnTo>
                  <a:lnTo>
                    <a:pt x="377960" y="5703907"/>
                  </a:lnTo>
                  <a:lnTo>
                    <a:pt x="377960" y="5703283"/>
                  </a:lnTo>
                  <a:lnTo>
                    <a:pt x="378106" y="5703283"/>
                  </a:lnTo>
                  <a:lnTo>
                    <a:pt x="378251" y="5703283"/>
                  </a:lnTo>
                  <a:lnTo>
                    <a:pt x="378397" y="5703283"/>
                  </a:lnTo>
                  <a:lnTo>
                    <a:pt x="378397" y="5702660"/>
                  </a:lnTo>
                  <a:lnTo>
                    <a:pt x="378542" y="5702660"/>
                  </a:lnTo>
                  <a:lnTo>
                    <a:pt x="378687" y="5702660"/>
                  </a:lnTo>
                  <a:lnTo>
                    <a:pt x="378833" y="5702660"/>
                  </a:lnTo>
                  <a:lnTo>
                    <a:pt x="378833" y="5702036"/>
                  </a:lnTo>
                  <a:lnTo>
                    <a:pt x="378978" y="5702036"/>
                  </a:lnTo>
                  <a:lnTo>
                    <a:pt x="379124" y="5702036"/>
                  </a:lnTo>
                  <a:lnTo>
                    <a:pt x="379269" y="5702036"/>
                  </a:lnTo>
                  <a:lnTo>
                    <a:pt x="379415" y="5702036"/>
                  </a:lnTo>
                  <a:lnTo>
                    <a:pt x="379560" y="5702036"/>
                  </a:lnTo>
                  <a:lnTo>
                    <a:pt x="379705" y="5702036"/>
                  </a:lnTo>
                  <a:lnTo>
                    <a:pt x="379851" y="5702036"/>
                  </a:lnTo>
                  <a:lnTo>
                    <a:pt x="379851" y="5701413"/>
                  </a:lnTo>
                  <a:lnTo>
                    <a:pt x="379996" y="5701413"/>
                  </a:lnTo>
                  <a:lnTo>
                    <a:pt x="379996" y="5700789"/>
                  </a:lnTo>
                  <a:lnTo>
                    <a:pt x="380142" y="5700789"/>
                  </a:lnTo>
                  <a:lnTo>
                    <a:pt x="380287" y="5700789"/>
                  </a:lnTo>
                  <a:lnTo>
                    <a:pt x="380433" y="5700789"/>
                  </a:lnTo>
                  <a:lnTo>
                    <a:pt x="380578" y="5700789"/>
                  </a:lnTo>
                  <a:lnTo>
                    <a:pt x="380723" y="5700789"/>
                  </a:lnTo>
                  <a:lnTo>
                    <a:pt x="380869" y="5700789"/>
                  </a:lnTo>
                  <a:lnTo>
                    <a:pt x="381014" y="5700789"/>
                  </a:lnTo>
                  <a:lnTo>
                    <a:pt x="381160" y="5700789"/>
                  </a:lnTo>
                  <a:lnTo>
                    <a:pt x="381160" y="5700165"/>
                  </a:lnTo>
                  <a:lnTo>
                    <a:pt x="381305" y="5700165"/>
                  </a:lnTo>
                  <a:lnTo>
                    <a:pt x="381451" y="5700165"/>
                  </a:lnTo>
                  <a:lnTo>
                    <a:pt x="381451" y="5699542"/>
                  </a:lnTo>
                  <a:lnTo>
                    <a:pt x="381596" y="5699542"/>
                  </a:lnTo>
                  <a:lnTo>
                    <a:pt x="381741" y="5699542"/>
                  </a:lnTo>
                  <a:lnTo>
                    <a:pt x="381887" y="5699542"/>
                  </a:lnTo>
                  <a:lnTo>
                    <a:pt x="381887" y="5698918"/>
                  </a:lnTo>
                  <a:lnTo>
                    <a:pt x="382032" y="5698918"/>
                  </a:lnTo>
                  <a:lnTo>
                    <a:pt x="382178" y="5698918"/>
                  </a:lnTo>
                  <a:lnTo>
                    <a:pt x="382178" y="5698295"/>
                  </a:lnTo>
                  <a:lnTo>
                    <a:pt x="382323" y="5698295"/>
                  </a:lnTo>
                  <a:lnTo>
                    <a:pt x="382469" y="5698295"/>
                  </a:lnTo>
                  <a:lnTo>
                    <a:pt x="382469" y="5697671"/>
                  </a:lnTo>
                  <a:lnTo>
                    <a:pt x="382614" y="5697671"/>
                  </a:lnTo>
                  <a:lnTo>
                    <a:pt x="382759" y="5697671"/>
                  </a:lnTo>
                  <a:lnTo>
                    <a:pt x="382905" y="5697671"/>
                  </a:lnTo>
                  <a:lnTo>
                    <a:pt x="382905" y="5697048"/>
                  </a:lnTo>
                  <a:lnTo>
                    <a:pt x="383050" y="5697048"/>
                  </a:lnTo>
                  <a:lnTo>
                    <a:pt x="383050" y="5696424"/>
                  </a:lnTo>
                  <a:lnTo>
                    <a:pt x="383196" y="5696424"/>
                  </a:lnTo>
                  <a:lnTo>
                    <a:pt x="383341" y="5696424"/>
                  </a:lnTo>
                  <a:lnTo>
                    <a:pt x="383341" y="5695800"/>
                  </a:lnTo>
                  <a:lnTo>
                    <a:pt x="383487" y="5695800"/>
                  </a:lnTo>
                  <a:lnTo>
                    <a:pt x="383632" y="5695800"/>
                  </a:lnTo>
                  <a:lnTo>
                    <a:pt x="383777" y="5695800"/>
                  </a:lnTo>
                  <a:lnTo>
                    <a:pt x="383923" y="5695800"/>
                  </a:lnTo>
                  <a:lnTo>
                    <a:pt x="384068" y="5695800"/>
                  </a:lnTo>
                  <a:lnTo>
                    <a:pt x="384214" y="5695800"/>
                  </a:lnTo>
                  <a:lnTo>
                    <a:pt x="384214" y="5695177"/>
                  </a:lnTo>
                  <a:lnTo>
                    <a:pt x="384214" y="5694553"/>
                  </a:lnTo>
                  <a:lnTo>
                    <a:pt x="384214" y="5693930"/>
                  </a:lnTo>
                  <a:lnTo>
                    <a:pt x="384359" y="5693930"/>
                  </a:lnTo>
                  <a:lnTo>
                    <a:pt x="384359" y="5693306"/>
                  </a:lnTo>
                  <a:lnTo>
                    <a:pt x="384505" y="5693306"/>
                  </a:lnTo>
                  <a:lnTo>
                    <a:pt x="384650" y="5693306"/>
                  </a:lnTo>
                  <a:lnTo>
                    <a:pt x="384650" y="5692682"/>
                  </a:lnTo>
                  <a:lnTo>
                    <a:pt x="384795" y="5692682"/>
                  </a:lnTo>
                  <a:lnTo>
                    <a:pt x="384941" y="5692682"/>
                  </a:lnTo>
                  <a:lnTo>
                    <a:pt x="385086" y="5692682"/>
                  </a:lnTo>
                  <a:lnTo>
                    <a:pt x="385232" y="5692682"/>
                  </a:lnTo>
                  <a:lnTo>
                    <a:pt x="385377" y="5692682"/>
                  </a:lnTo>
                  <a:lnTo>
                    <a:pt x="385522" y="5692682"/>
                  </a:lnTo>
                  <a:lnTo>
                    <a:pt x="385668" y="5692682"/>
                  </a:lnTo>
                  <a:lnTo>
                    <a:pt x="385813" y="5692682"/>
                  </a:lnTo>
                  <a:lnTo>
                    <a:pt x="385959" y="5692682"/>
                  </a:lnTo>
                  <a:lnTo>
                    <a:pt x="385959" y="5692059"/>
                  </a:lnTo>
                  <a:lnTo>
                    <a:pt x="385959" y="5691435"/>
                  </a:lnTo>
                  <a:lnTo>
                    <a:pt x="386104" y="5691435"/>
                  </a:lnTo>
                  <a:lnTo>
                    <a:pt x="386250" y="5691435"/>
                  </a:lnTo>
                  <a:lnTo>
                    <a:pt x="386395" y="5691435"/>
                  </a:lnTo>
                  <a:lnTo>
                    <a:pt x="386540" y="5691435"/>
                  </a:lnTo>
                  <a:lnTo>
                    <a:pt x="386686" y="5691435"/>
                  </a:lnTo>
                  <a:lnTo>
                    <a:pt x="386686" y="5690812"/>
                  </a:lnTo>
                  <a:lnTo>
                    <a:pt x="386686" y="5690188"/>
                  </a:lnTo>
                  <a:lnTo>
                    <a:pt x="386686" y="5689565"/>
                  </a:lnTo>
                  <a:lnTo>
                    <a:pt x="386831" y="5689565"/>
                  </a:lnTo>
                  <a:lnTo>
                    <a:pt x="386831" y="5688941"/>
                  </a:lnTo>
                  <a:lnTo>
                    <a:pt x="386977" y="5688941"/>
                  </a:lnTo>
                  <a:lnTo>
                    <a:pt x="386977" y="5688317"/>
                  </a:lnTo>
                  <a:lnTo>
                    <a:pt x="386977" y="5687694"/>
                  </a:lnTo>
                  <a:lnTo>
                    <a:pt x="387122" y="5687694"/>
                  </a:lnTo>
                  <a:lnTo>
                    <a:pt x="387268" y="5687694"/>
                  </a:lnTo>
                  <a:lnTo>
                    <a:pt x="387413" y="5687694"/>
                  </a:lnTo>
                  <a:lnTo>
                    <a:pt x="387558" y="5687694"/>
                  </a:lnTo>
                  <a:lnTo>
                    <a:pt x="387704" y="5687694"/>
                  </a:lnTo>
                  <a:lnTo>
                    <a:pt x="387849" y="5687694"/>
                  </a:lnTo>
                  <a:lnTo>
                    <a:pt x="387995" y="5687694"/>
                  </a:lnTo>
                  <a:lnTo>
                    <a:pt x="387995" y="5687070"/>
                  </a:lnTo>
                  <a:lnTo>
                    <a:pt x="388140" y="5687070"/>
                  </a:lnTo>
                  <a:lnTo>
                    <a:pt x="388286" y="5687070"/>
                  </a:lnTo>
                  <a:lnTo>
                    <a:pt x="388431" y="5687070"/>
                  </a:lnTo>
                  <a:lnTo>
                    <a:pt x="388576" y="5687070"/>
                  </a:lnTo>
                  <a:lnTo>
                    <a:pt x="388722" y="5687070"/>
                  </a:lnTo>
                  <a:lnTo>
                    <a:pt x="388867" y="5687070"/>
                  </a:lnTo>
                  <a:lnTo>
                    <a:pt x="389013" y="5687070"/>
                  </a:lnTo>
                  <a:lnTo>
                    <a:pt x="389158" y="5687070"/>
                  </a:lnTo>
                  <a:lnTo>
                    <a:pt x="389158" y="5686447"/>
                  </a:lnTo>
                  <a:lnTo>
                    <a:pt x="389304" y="5686447"/>
                  </a:lnTo>
                  <a:lnTo>
                    <a:pt x="389304" y="5685823"/>
                  </a:lnTo>
                  <a:lnTo>
                    <a:pt x="389449" y="5685823"/>
                  </a:lnTo>
                  <a:lnTo>
                    <a:pt x="389449" y="5685200"/>
                  </a:lnTo>
                  <a:lnTo>
                    <a:pt x="389594" y="5685200"/>
                  </a:lnTo>
                  <a:lnTo>
                    <a:pt x="389594" y="5684576"/>
                  </a:lnTo>
                  <a:lnTo>
                    <a:pt x="389594" y="5683952"/>
                  </a:lnTo>
                  <a:lnTo>
                    <a:pt x="389740" y="5683952"/>
                  </a:lnTo>
                  <a:lnTo>
                    <a:pt x="389885" y="5683952"/>
                  </a:lnTo>
                  <a:lnTo>
                    <a:pt x="389885" y="5683329"/>
                  </a:lnTo>
                  <a:lnTo>
                    <a:pt x="390031" y="5683329"/>
                  </a:lnTo>
                  <a:lnTo>
                    <a:pt x="390031" y="5682705"/>
                  </a:lnTo>
                  <a:lnTo>
                    <a:pt x="390176" y="5682705"/>
                  </a:lnTo>
                  <a:lnTo>
                    <a:pt x="390322" y="5682705"/>
                  </a:lnTo>
                  <a:lnTo>
                    <a:pt x="390322" y="5682082"/>
                  </a:lnTo>
                  <a:lnTo>
                    <a:pt x="390322" y="5681458"/>
                  </a:lnTo>
                  <a:lnTo>
                    <a:pt x="390322" y="5680834"/>
                  </a:lnTo>
                  <a:lnTo>
                    <a:pt x="390467" y="5680834"/>
                  </a:lnTo>
                  <a:lnTo>
                    <a:pt x="390467" y="5680211"/>
                  </a:lnTo>
                  <a:lnTo>
                    <a:pt x="390612" y="5680211"/>
                  </a:lnTo>
                  <a:lnTo>
                    <a:pt x="390758" y="5680211"/>
                  </a:lnTo>
                  <a:lnTo>
                    <a:pt x="390903" y="5680211"/>
                  </a:lnTo>
                  <a:lnTo>
                    <a:pt x="391049" y="5680211"/>
                  </a:lnTo>
                  <a:lnTo>
                    <a:pt x="391194" y="5680211"/>
                  </a:lnTo>
                  <a:lnTo>
                    <a:pt x="391340" y="5680211"/>
                  </a:lnTo>
                  <a:lnTo>
                    <a:pt x="391340" y="5679587"/>
                  </a:lnTo>
                  <a:lnTo>
                    <a:pt x="391340" y="5678964"/>
                  </a:lnTo>
                  <a:lnTo>
                    <a:pt x="391485" y="5678964"/>
                  </a:lnTo>
                  <a:lnTo>
                    <a:pt x="391630" y="5678964"/>
                  </a:lnTo>
                  <a:lnTo>
                    <a:pt x="391776" y="5678964"/>
                  </a:lnTo>
                  <a:lnTo>
                    <a:pt x="391921" y="5678964"/>
                  </a:lnTo>
                  <a:lnTo>
                    <a:pt x="392067" y="5678964"/>
                  </a:lnTo>
                  <a:lnTo>
                    <a:pt x="392212" y="5678964"/>
                  </a:lnTo>
                  <a:lnTo>
                    <a:pt x="392357" y="5678964"/>
                  </a:lnTo>
                  <a:lnTo>
                    <a:pt x="392503" y="5678964"/>
                  </a:lnTo>
                  <a:lnTo>
                    <a:pt x="392648" y="5678964"/>
                  </a:lnTo>
                  <a:lnTo>
                    <a:pt x="392648" y="5678340"/>
                  </a:lnTo>
                  <a:lnTo>
                    <a:pt x="392794" y="5678340"/>
                  </a:lnTo>
                  <a:lnTo>
                    <a:pt x="392939" y="5678340"/>
                  </a:lnTo>
                  <a:lnTo>
                    <a:pt x="393085" y="5678340"/>
                  </a:lnTo>
                  <a:lnTo>
                    <a:pt x="393230" y="5678340"/>
                  </a:lnTo>
                  <a:lnTo>
                    <a:pt x="393375" y="5678340"/>
                  </a:lnTo>
                  <a:lnTo>
                    <a:pt x="393521" y="5678340"/>
                  </a:lnTo>
                  <a:lnTo>
                    <a:pt x="393666" y="5678340"/>
                  </a:lnTo>
                  <a:lnTo>
                    <a:pt x="393812" y="5678340"/>
                  </a:lnTo>
                  <a:lnTo>
                    <a:pt x="393957" y="5678340"/>
                  </a:lnTo>
                  <a:lnTo>
                    <a:pt x="394103" y="5678340"/>
                  </a:lnTo>
                  <a:lnTo>
                    <a:pt x="394248" y="5678340"/>
                  </a:lnTo>
                  <a:lnTo>
                    <a:pt x="394393" y="5678340"/>
                  </a:lnTo>
                  <a:lnTo>
                    <a:pt x="394393" y="5677717"/>
                  </a:lnTo>
                  <a:lnTo>
                    <a:pt x="394539" y="5677717"/>
                  </a:lnTo>
                  <a:lnTo>
                    <a:pt x="394684" y="5677717"/>
                  </a:lnTo>
                  <a:lnTo>
                    <a:pt x="394684" y="5677093"/>
                  </a:lnTo>
                  <a:lnTo>
                    <a:pt x="394830" y="5677093"/>
                  </a:lnTo>
                  <a:lnTo>
                    <a:pt x="394830" y="5676469"/>
                  </a:lnTo>
                  <a:lnTo>
                    <a:pt x="394975" y="5676469"/>
                  </a:lnTo>
                  <a:lnTo>
                    <a:pt x="394975" y="5675846"/>
                  </a:lnTo>
                  <a:lnTo>
                    <a:pt x="395121" y="5675846"/>
                  </a:lnTo>
                  <a:lnTo>
                    <a:pt x="395121" y="5675222"/>
                  </a:lnTo>
                  <a:lnTo>
                    <a:pt x="395266" y="5675222"/>
                  </a:lnTo>
                  <a:lnTo>
                    <a:pt x="395266" y="5674599"/>
                  </a:lnTo>
                  <a:lnTo>
                    <a:pt x="395411" y="5674599"/>
                  </a:lnTo>
                  <a:lnTo>
                    <a:pt x="395411" y="5673975"/>
                  </a:lnTo>
                  <a:lnTo>
                    <a:pt x="395557" y="5673975"/>
                  </a:lnTo>
                  <a:lnTo>
                    <a:pt x="395702" y="5673975"/>
                  </a:lnTo>
                  <a:lnTo>
                    <a:pt x="395848" y="5673975"/>
                  </a:lnTo>
                  <a:lnTo>
                    <a:pt x="395848" y="5673351"/>
                  </a:lnTo>
                  <a:lnTo>
                    <a:pt x="395993" y="5673351"/>
                  </a:lnTo>
                  <a:lnTo>
                    <a:pt x="396139" y="5673351"/>
                  </a:lnTo>
                  <a:lnTo>
                    <a:pt x="396139" y="5672728"/>
                  </a:lnTo>
                  <a:lnTo>
                    <a:pt x="396139" y="5672104"/>
                  </a:lnTo>
                  <a:lnTo>
                    <a:pt x="396139" y="5671481"/>
                  </a:lnTo>
                  <a:lnTo>
                    <a:pt x="396284" y="5671481"/>
                  </a:lnTo>
                  <a:lnTo>
                    <a:pt x="396429" y="5671481"/>
                  </a:lnTo>
                  <a:lnTo>
                    <a:pt x="396575" y="5671481"/>
                  </a:lnTo>
                  <a:lnTo>
                    <a:pt x="396720" y="5671481"/>
                  </a:lnTo>
                  <a:lnTo>
                    <a:pt x="396720" y="5670857"/>
                  </a:lnTo>
                  <a:lnTo>
                    <a:pt x="396866" y="5670857"/>
                  </a:lnTo>
                  <a:lnTo>
                    <a:pt x="397011" y="5670857"/>
                  </a:lnTo>
                  <a:lnTo>
                    <a:pt x="397157" y="5670857"/>
                  </a:lnTo>
                  <a:lnTo>
                    <a:pt x="397302" y="5670857"/>
                  </a:lnTo>
                  <a:lnTo>
                    <a:pt x="397447" y="5670857"/>
                  </a:lnTo>
                  <a:lnTo>
                    <a:pt x="397593" y="5670857"/>
                  </a:lnTo>
                  <a:lnTo>
                    <a:pt x="397593" y="5670234"/>
                  </a:lnTo>
                  <a:lnTo>
                    <a:pt x="397738" y="5670234"/>
                  </a:lnTo>
                  <a:lnTo>
                    <a:pt x="397884" y="5670234"/>
                  </a:lnTo>
                  <a:lnTo>
                    <a:pt x="398029" y="5670234"/>
                  </a:lnTo>
                  <a:lnTo>
                    <a:pt x="398175" y="5670234"/>
                  </a:lnTo>
                  <a:lnTo>
                    <a:pt x="398320" y="5670234"/>
                  </a:lnTo>
                  <a:lnTo>
                    <a:pt x="398465" y="5670234"/>
                  </a:lnTo>
                  <a:lnTo>
                    <a:pt x="398611" y="5670234"/>
                  </a:lnTo>
                  <a:lnTo>
                    <a:pt x="398756" y="5670234"/>
                  </a:lnTo>
                  <a:lnTo>
                    <a:pt x="398756" y="5669610"/>
                  </a:lnTo>
                  <a:lnTo>
                    <a:pt x="398902" y="5669610"/>
                  </a:lnTo>
                  <a:lnTo>
                    <a:pt x="399047" y="5669610"/>
                  </a:lnTo>
                  <a:lnTo>
                    <a:pt x="399192" y="5669610"/>
                  </a:lnTo>
                  <a:lnTo>
                    <a:pt x="399338" y="5669610"/>
                  </a:lnTo>
                  <a:lnTo>
                    <a:pt x="399483" y="5669610"/>
                  </a:lnTo>
                  <a:lnTo>
                    <a:pt x="399483" y="5668986"/>
                  </a:lnTo>
                  <a:lnTo>
                    <a:pt x="399483" y="5668363"/>
                  </a:lnTo>
                  <a:lnTo>
                    <a:pt x="399629" y="5668363"/>
                  </a:lnTo>
                  <a:lnTo>
                    <a:pt x="399629" y="5667739"/>
                  </a:lnTo>
                  <a:lnTo>
                    <a:pt x="399774" y="5667739"/>
                  </a:lnTo>
                  <a:lnTo>
                    <a:pt x="399920" y="5667739"/>
                  </a:lnTo>
                  <a:lnTo>
                    <a:pt x="399920" y="5667116"/>
                  </a:lnTo>
                  <a:lnTo>
                    <a:pt x="400065" y="5667116"/>
                  </a:lnTo>
                  <a:lnTo>
                    <a:pt x="400210" y="5667116"/>
                  </a:lnTo>
                  <a:lnTo>
                    <a:pt x="400210" y="5666492"/>
                  </a:lnTo>
                  <a:lnTo>
                    <a:pt x="400356" y="5666492"/>
                  </a:lnTo>
                  <a:lnTo>
                    <a:pt x="400501" y="5666492"/>
                  </a:lnTo>
                  <a:lnTo>
                    <a:pt x="400647" y="5666492"/>
                  </a:lnTo>
                  <a:lnTo>
                    <a:pt x="400792" y="5666492"/>
                  </a:lnTo>
                  <a:lnTo>
                    <a:pt x="400792" y="5665868"/>
                  </a:lnTo>
                  <a:lnTo>
                    <a:pt x="400938" y="5665868"/>
                  </a:lnTo>
                  <a:lnTo>
                    <a:pt x="401083" y="5665868"/>
                  </a:lnTo>
                  <a:lnTo>
                    <a:pt x="401228" y="5665868"/>
                  </a:lnTo>
                  <a:lnTo>
                    <a:pt x="401228" y="5665245"/>
                  </a:lnTo>
                  <a:lnTo>
                    <a:pt x="401374" y="5665245"/>
                  </a:lnTo>
                  <a:lnTo>
                    <a:pt x="401374" y="5664621"/>
                  </a:lnTo>
                  <a:lnTo>
                    <a:pt x="401519" y="5664621"/>
                  </a:lnTo>
                  <a:lnTo>
                    <a:pt x="401665" y="5664621"/>
                  </a:lnTo>
                  <a:lnTo>
                    <a:pt x="401665" y="5663998"/>
                  </a:lnTo>
                  <a:lnTo>
                    <a:pt x="401810" y="5663998"/>
                  </a:lnTo>
                  <a:lnTo>
                    <a:pt x="401956" y="5663998"/>
                  </a:lnTo>
                  <a:lnTo>
                    <a:pt x="401956" y="5663374"/>
                  </a:lnTo>
                  <a:lnTo>
                    <a:pt x="401956" y="5662751"/>
                  </a:lnTo>
                  <a:lnTo>
                    <a:pt x="402101" y="5662751"/>
                  </a:lnTo>
                  <a:lnTo>
                    <a:pt x="402246" y="5662751"/>
                  </a:lnTo>
                  <a:lnTo>
                    <a:pt x="402246" y="5662127"/>
                  </a:lnTo>
                  <a:lnTo>
                    <a:pt x="402246" y="5661503"/>
                  </a:lnTo>
                  <a:lnTo>
                    <a:pt x="402246" y="5660880"/>
                  </a:lnTo>
                  <a:lnTo>
                    <a:pt x="402392" y="5660880"/>
                  </a:lnTo>
                  <a:lnTo>
                    <a:pt x="402537" y="5660880"/>
                  </a:lnTo>
                  <a:lnTo>
                    <a:pt x="402683" y="5660880"/>
                  </a:lnTo>
                  <a:lnTo>
                    <a:pt x="402828" y="5660880"/>
                  </a:lnTo>
                  <a:lnTo>
                    <a:pt x="402974" y="5660880"/>
                  </a:lnTo>
                  <a:lnTo>
                    <a:pt x="403119" y="5660880"/>
                  </a:lnTo>
                  <a:lnTo>
                    <a:pt x="403119" y="5660256"/>
                  </a:lnTo>
                  <a:lnTo>
                    <a:pt x="403119" y="5659633"/>
                  </a:lnTo>
                  <a:lnTo>
                    <a:pt x="403264" y="5659633"/>
                  </a:lnTo>
                  <a:lnTo>
                    <a:pt x="403264" y="5659009"/>
                  </a:lnTo>
                  <a:lnTo>
                    <a:pt x="403410" y="5659009"/>
                  </a:lnTo>
                  <a:lnTo>
                    <a:pt x="403555" y="5659009"/>
                  </a:lnTo>
                  <a:lnTo>
                    <a:pt x="403701" y="5659009"/>
                  </a:lnTo>
                  <a:lnTo>
                    <a:pt x="403846" y="5659009"/>
                  </a:lnTo>
                  <a:lnTo>
                    <a:pt x="403992" y="5659009"/>
                  </a:lnTo>
                  <a:lnTo>
                    <a:pt x="403992" y="5658385"/>
                  </a:lnTo>
                  <a:lnTo>
                    <a:pt x="403992" y="5657762"/>
                  </a:lnTo>
                  <a:lnTo>
                    <a:pt x="404137" y="5657762"/>
                  </a:lnTo>
                  <a:lnTo>
                    <a:pt x="404282" y="5657762"/>
                  </a:lnTo>
                  <a:lnTo>
                    <a:pt x="404282" y="5657138"/>
                  </a:lnTo>
                  <a:lnTo>
                    <a:pt x="404428" y="5657138"/>
                  </a:lnTo>
                  <a:lnTo>
                    <a:pt x="404428" y="5656515"/>
                  </a:lnTo>
                  <a:lnTo>
                    <a:pt x="404573" y="5656515"/>
                  </a:lnTo>
                  <a:lnTo>
                    <a:pt x="404573" y="5655891"/>
                  </a:lnTo>
                  <a:lnTo>
                    <a:pt x="404719" y="5655891"/>
                  </a:lnTo>
                  <a:lnTo>
                    <a:pt x="404864" y="5655891"/>
                  </a:lnTo>
                  <a:lnTo>
                    <a:pt x="405010" y="5655891"/>
                  </a:lnTo>
                  <a:lnTo>
                    <a:pt x="405010" y="5655268"/>
                  </a:lnTo>
                  <a:lnTo>
                    <a:pt x="405010" y="5654644"/>
                  </a:lnTo>
                  <a:lnTo>
                    <a:pt x="405010" y="5654020"/>
                  </a:lnTo>
                  <a:lnTo>
                    <a:pt x="405155" y="5654020"/>
                  </a:lnTo>
                  <a:lnTo>
                    <a:pt x="405300" y="5654020"/>
                  </a:lnTo>
                  <a:lnTo>
                    <a:pt x="405300" y="5653397"/>
                  </a:lnTo>
                  <a:lnTo>
                    <a:pt x="405446" y="5653397"/>
                  </a:lnTo>
                  <a:lnTo>
                    <a:pt x="405591" y="5653397"/>
                  </a:lnTo>
                  <a:lnTo>
                    <a:pt x="405591" y="5652773"/>
                  </a:lnTo>
                  <a:lnTo>
                    <a:pt x="405737" y="5652773"/>
                  </a:lnTo>
                  <a:lnTo>
                    <a:pt x="405737" y="5652150"/>
                  </a:lnTo>
                  <a:lnTo>
                    <a:pt x="405737" y="5651526"/>
                  </a:lnTo>
                  <a:lnTo>
                    <a:pt x="405882" y="5651526"/>
                  </a:lnTo>
                  <a:lnTo>
                    <a:pt x="405882" y="5650902"/>
                  </a:lnTo>
                  <a:lnTo>
                    <a:pt x="405882" y="5650279"/>
                  </a:lnTo>
                  <a:lnTo>
                    <a:pt x="405882" y="5649655"/>
                  </a:lnTo>
                  <a:lnTo>
                    <a:pt x="405882" y="5649032"/>
                  </a:lnTo>
                  <a:lnTo>
                    <a:pt x="406027" y="5649032"/>
                  </a:lnTo>
                  <a:lnTo>
                    <a:pt x="406027" y="5648408"/>
                  </a:lnTo>
                  <a:lnTo>
                    <a:pt x="406173" y="5648408"/>
                  </a:lnTo>
                  <a:lnTo>
                    <a:pt x="406318" y="5648408"/>
                  </a:lnTo>
                  <a:lnTo>
                    <a:pt x="406464" y="5648408"/>
                  </a:lnTo>
                  <a:lnTo>
                    <a:pt x="406609" y="5648408"/>
                  </a:lnTo>
                  <a:lnTo>
                    <a:pt x="406755" y="5648408"/>
                  </a:lnTo>
                  <a:lnTo>
                    <a:pt x="406900" y="5648408"/>
                  </a:lnTo>
                  <a:lnTo>
                    <a:pt x="406900" y="5647785"/>
                  </a:lnTo>
                  <a:lnTo>
                    <a:pt x="407045" y="5647785"/>
                  </a:lnTo>
                  <a:lnTo>
                    <a:pt x="407045" y="5647161"/>
                  </a:lnTo>
                  <a:lnTo>
                    <a:pt x="407191" y="5647161"/>
                  </a:lnTo>
                  <a:lnTo>
                    <a:pt x="407191" y="5646537"/>
                  </a:lnTo>
                  <a:lnTo>
                    <a:pt x="407191" y="5645914"/>
                  </a:lnTo>
                  <a:lnTo>
                    <a:pt x="407336" y="5645914"/>
                  </a:lnTo>
                  <a:lnTo>
                    <a:pt x="407482" y="5645914"/>
                  </a:lnTo>
                  <a:lnTo>
                    <a:pt x="407482" y="5645290"/>
                  </a:lnTo>
                  <a:lnTo>
                    <a:pt x="407627" y="5645290"/>
                  </a:lnTo>
                  <a:lnTo>
                    <a:pt x="407773" y="5645290"/>
                  </a:lnTo>
                  <a:lnTo>
                    <a:pt x="407773" y="5644667"/>
                  </a:lnTo>
                  <a:lnTo>
                    <a:pt x="407918" y="5644667"/>
                  </a:lnTo>
                  <a:lnTo>
                    <a:pt x="408063" y="5644667"/>
                  </a:lnTo>
                  <a:lnTo>
                    <a:pt x="408209" y="5644667"/>
                  </a:lnTo>
                  <a:lnTo>
                    <a:pt x="408354" y="5644667"/>
                  </a:lnTo>
                  <a:lnTo>
                    <a:pt x="408354" y="5644043"/>
                  </a:lnTo>
                  <a:lnTo>
                    <a:pt x="408500" y="5644043"/>
                  </a:lnTo>
                  <a:lnTo>
                    <a:pt x="408500" y="5643419"/>
                  </a:lnTo>
                  <a:lnTo>
                    <a:pt x="408500" y="5642796"/>
                  </a:lnTo>
                  <a:lnTo>
                    <a:pt x="408645" y="5642796"/>
                  </a:lnTo>
                  <a:lnTo>
                    <a:pt x="408791" y="5642796"/>
                  </a:lnTo>
                  <a:lnTo>
                    <a:pt x="408791" y="5642172"/>
                  </a:lnTo>
                  <a:lnTo>
                    <a:pt x="408936" y="5642172"/>
                  </a:lnTo>
                  <a:lnTo>
                    <a:pt x="409081" y="5642172"/>
                  </a:lnTo>
                  <a:lnTo>
                    <a:pt x="409081" y="5641549"/>
                  </a:lnTo>
                  <a:lnTo>
                    <a:pt x="409227" y="5641549"/>
                  </a:lnTo>
                  <a:lnTo>
                    <a:pt x="409372" y="5641549"/>
                  </a:lnTo>
                  <a:lnTo>
                    <a:pt x="409518" y="5641549"/>
                  </a:lnTo>
                  <a:lnTo>
                    <a:pt x="409663" y="5641549"/>
                  </a:lnTo>
                  <a:lnTo>
                    <a:pt x="409809" y="5641549"/>
                  </a:lnTo>
                  <a:lnTo>
                    <a:pt x="409809" y="5640925"/>
                  </a:lnTo>
                  <a:lnTo>
                    <a:pt x="409954" y="5640925"/>
                  </a:lnTo>
                  <a:lnTo>
                    <a:pt x="410099" y="5640925"/>
                  </a:lnTo>
                  <a:lnTo>
                    <a:pt x="410245" y="5640925"/>
                  </a:lnTo>
                  <a:lnTo>
                    <a:pt x="410390" y="5640925"/>
                  </a:lnTo>
                  <a:lnTo>
                    <a:pt x="410390" y="5640302"/>
                  </a:lnTo>
                  <a:lnTo>
                    <a:pt x="410536" y="5640302"/>
                  </a:lnTo>
                  <a:lnTo>
                    <a:pt x="410681" y="5640302"/>
                  </a:lnTo>
                  <a:lnTo>
                    <a:pt x="410827" y="5640302"/>
                  </a:lnTo>
                  <a:lnTo>
                    <a:pt x="410972" y="5640302"/>
                  </a:lnTo>
                  <a:lnTo>
                    <a:pt x="411117" y="5640302"/>
                  </a:lnTo>
                  <a:lnTo>
                    <a:pt x="411263" y="5640302"/>
                  </a:lnTo>
                  <a:lnTo>
                    <a:pt x="411408" y="5640302"/>
                  </a:lnTo>
                  <a:lnTo>
                    <a:pt x="411408" y="5639678"/>
                  </a:lnTo>
                  <a:lnTo>
                    <a:pt x="411554" y="5639678"/>
                  </a:lnTo>
                  <a:lnTo>
                    <a:pt x="411554" y="5639054"/>
                  </a:lnTo>
                  <a:lnTo>
                    <a:pt x="411554" y="5638431"/>
                  </a:lnTo>
                  <a:lnTo>
                    <a:pt x="411554" y="5637807"/>
                  </a:lnTo>
                  <a:lnTo>
                    <a:pt x="411699" y="5637807"/>
                  </a:lnTo>
                  <a:lnTo>
                    <a:pt x="411845" y="5637807"/>
                  </a:lnTo>
                  <a:lnTo>
                    <a:pt x="411845" y="5637184"/>
                  </a:lnTo>
                  <a:lnTo>
                    <a:pt x="411990" y="5637184"/>
                  </a:lnTo>
                  <a:lnTo>
                    <a:pt x="412135" y="5637184"/>
                  </a:lnTo>
                  <a:lnTo>
                    <a:pt x="412281" y="5637184"/>
                  </a:lnTo>
                  <a:lnTo>
                    <a:pt x="412426" y="5637184"/>
                  </a:lnTo>
                  <a:lnTo>
                    <a:pt x="412572" y="5637184"/>
                  </a:lnTo>
                  <a:lnTo>
                    <a:pt x="412717" y="5637184"/>
                  </a:lnTo>
                  <a:lnTo>
                    <a:pt x="412862" y="5637184"/>
                  </a:lnTo>
                  <a:lnTo>
                    <a:pt x="413008" y="5637184"/>
                  </a:lnTo>
                  <a:lnTo>
                    <a:pt x="413153" y="5637184"/>
                  </a:lnTo>
                  <a:lnTo>
                    <a:pt x="413299" y="5637184"/>
                  </a:lnTo>
                  <a:lnTo>
                    <a:pt x="413444" y="5637184"/>
                  </a:lnTo>
                  <a:lnTo>
                    <a:pt x="413590" y="5637184"/>
                  </a:lnTo>
                  <a:lnTo>
                    <a:pt x="413735" y="5637184"/>
                  </a:lnTo>
                  <a:lnTo>
                    <a:pt x="413880" y="5637184"/>
                  </a:lnTo>
                  <a:lnTo>
                    <a:pt x="414026" y="5637184"/>
                  </a:lnTo>
                  <a:lnTo>
                    <a:pt x="414171" y="5637184"/>
                  </a:lnTo>
                  <a:lnTo>
                    <a:pt x="414317" y="5637184"/>
                  </a:lnTo>
                  <a:lnTo>
                    <a:pt x="414462" y="5637184"/>
                  </a:lnTo>
                  <a:lnTo>
                    <a:pt x="414608" y="5637184"/>
                  </a:lnTo>
                  <a:lnTo>
                    <a:pt x="414753" y="5637184"/>
                  </a:lnTo>
                  <a:lnTo>
                    <a:pt x="414753" y="5636560"/>
                  </a:lnTo>
                  <a:lnTo>
                    <a:pt x="414898" y="5636560"/>
                  </a:lnTo>
                  <a:lnTo>
                    <a:pt x="415044" y="5636560"/>
                  </a:lnTo>
                  <a:lnTo>
                    <a:pt x="415189" y="5636560"/>
                  </a:lnTo>
                  <a:lnTo>
                    <a:pt x="415335" y="5636560"/>
                  </a:lnTo>
                  <a:lnTo>
                    <a:pt x="415480" y="5636560"/>
                  </a:lnTo>
                  <a:lnTo>
                    <a:pt x="415626" y="5636560"/>
                  </a:lnTo>
                  <a:lnTo>
                    <a:pt x="415771" y="5636560"/>
                  </a:lnTo>
                  <a:lnTo>
                    <a:pt x="415916" y="5636560"/>
                  </a:lnTo>
                  <a:lnTo>
                    <a:pt x="416062" y="5636560"/>
                  </a:lnTo>
                  <a:lnTo>
                    <a:pt x="416207" y="5636560"/>
                  </a:lnTo>
                  <a:lnTo>
                    <a:pt x="416207" y="5635936"/>
                  </a:lnTo>
                  <a:lnTo>
                    <a:pt x="416353" y="5635936"/>
                  </a:lnTo>
                  <a:lnTo>
                    <a:pt x="416498" y="5635936"/>
                  </a:lnTo>
                  <a:lnTo>
                    <a:pt x="416644" y="5635936"/>
                  </a:lnTo>
                  <a:lnTo>
                    <a:pt x="416789" y="5635936"/>
                  </a:lnTo>
                  <a:lnTo>
                    <a:pt x="416934" y="5635936"/>
                  </a:lnTo>
                  <a:lnTo>
                    <a:pt x="416934" y="5635313"/>
                  </a:lnTo>
                  <a:lnTo>
                    <a:pt x="417080" y="5635313"/>
                  </a:lnTo>
                  <a:lnTo>
                    <a:pt x="417225" y="5635313"/>
                  </a:lnTo>
                  <a:lnTo>
                    <a:pt x="417225" y="5634689"/>
                  </a:lnTo>
                  <a:lnTo>
                    <a:pt x="417371" y="5634689"/>
                  </a:lnTo>
                  <a:lnTo>
                    <a:pt x="417516" y="5634689"/>
                  </a:lnTo>
                  <a:lnTo>
                    <a:pt x="417662" y="5634689"/>
                  </a:lnTo>
                  <a:lnTo>
                    <a:pt x="417662" y="5634066"/>
                  </a:lnTo>
                  <a:lnTo>
                    <a:pt x="417807" y="5634066"/>
                  </a:lnTo>
                  <a:lnTo>
                    <a:pt x="417952" y="5634066"/>
                  </a:lnTo>
                  <a:lnTo>
                    <a:pt x="418098" y="5634066"/>
                  </a:lnTo>
                  <a:lnTo>
                    <a:pt x="418098" y="5633442"/>
                  </a:lnTo>
                  <a:lnTo>
                    <a:pt x="418098" y="5632819"/>
                  </a:lnTo>
                  <a:lnTo>
                    <a:pt x="418243" y="5632819"/>
                  </a:lnTo>
                  <a:lnTo>
                    <a:pt x="418389" y="5632819"/>
                  </a:lnTo>
                  <a:lnTo>
                    <a:pt x="418389" y="5632195"/>
                  </a:lnTo>
                  <a:lnTo>
                    <a:pt x="418534" y="5632195"/>
                  </a:lnTo>
                  <a:lnTo>
                    <a:pt x="418534" y="5631571"/>
                  </a:lnTo>
                  <a:lnTo>
                    <a:pt x="418534" y="5630948"/>
                  </a:lnTo>
                  <a:lnTo>
                    <a:pt x="418679" y="5630948"/>
                  </a:lnTo>
                  <a:lnTo>
                    <a:pt x="418825" y="5630948"/>
                  </a:lnTo>
                  <a:lnTo>
                    <a:pt x="418970" y="5630948"/>
                  </a:lnTo>
                  <a:lnTo>
                    <a:pt x="419116" y="5630948"/>
                  </a:lnTo>
                  <a:lnTo>
                    <a:pt x="419261" y="5630948"/>
                  </a:lnTo>
                  <a:lnTo>
                    <a:pt x="419407" y="5630948"/>
                  </a:lnTo>
                  <a:lnTo>
                    <a:pt x="419552" y="5630948"/>
                  </a:lnTo>
                  <a:lnTo>
                    <a:pt x="419552" y="5630324"/>
                  </a:lnTo>
                  <a:lnTo>
                    <a:pt x="419697" y="5630324"/>
                  </a:lnTo>
                  <a:lnTo>
                    <a:pt x="419697" y="5629701"/>
                  </a:lnTo>
                  <a:lnTo>
                    <a:pt x="419843" y="5629701"/>
                  </a:lnTo>
                  <a:lnTo>
                    <a:pt x="419988" y="5629701"/>
                  </a:lnTo>
                  <a:lnTo>
                    <a:pt x="420134" y="5629701"/>
                  </a:lnTo>
                  <a:lnTo>
                    <a:pt x="420279" y="5629701"/>
                  </a:lnTo>
                  <a:lnTo>
                    <a:pt x="420425" y="5629701"/>
                  </a:lnTo>
                  <a:lnTo>
                    <a:pt x="420570" y="5629701"/>
                  </a:lnTo>
                  <a:lnTo>
                    <a:pt x="420715" y="5629701"/>
                  </a:lnTo>
                  <a:lnTo>
                    <a:pt x="420715" y="5629077"/>
                  </a:lnTo>
                  <a:lnTo>
                    <a:pt x="420715" y="5628454"/>
                  </a:lnTo>
                  <a:lnTo>
                    <a:pt x="420861" y="5628454"/>
                  </a:lnTo>
                  <a:lnTo>
                    <a:pt x="420861" y="5627830"/>
                  </a:lnTo>
                  <a:lnTo>
                    <a:pt x="420861" y="5627206"/>
                  </a:lnTo>
                  <a:lnTo>
                    <a:pt x="421006" y="5627206"/>
                  </a:lnTo>
                  <a:lnTo>
                    <a:pt x="421152" y="5627206"/>
                  </a:lnTo>
                  <a:lnTo>
                    <a:pt x="421297" y="5627206"/>
                  </a:lnTo>
                  <a:lnTo>
                    <a:pt x="421297" y="5626583"/>
                  </a:lnTo>
                  <a:lnTo>
                    <a:pt x="421443" y="5626583"/>
                  </a:lnTo>
                  <a:lnTo>
                    <a:pt x="421588" y="5626583"/>
                  </a:lnTo>
                  <a:lnTo>
                    <a:pt x="421588" y="5625959"/>
                  </a:lnTo>
                  <a:lnTo>
                    <a:pt x="421733" y="5625959"/>
                  </a:lnTo>
                  <a:lnTo>
                    <a:pt x="421879" y="5625959"/>
                  </a:lnTo>
                  <a:lnTo>
                    <a:pt x="422024" y="5625959"/>
                  </a:lnTo>
                  <a:lnTo>
                    <a:pt x="422024" y="5625336"/>
                  </a:lnTo>
                  <a:lnTo>
                    <a:pt x="422170" y="5625336"/>
                  </a:lnTo>
                  <a:lnTo>
                    <a:pt x="422315" y="5625336"/>
                  </a:lnTo>
                  <a:lnTo>
                    <a:pt x="422461" y="5625336"/>
                  </a:lnTo>
                  <a:lnTo>
                    <a:pt x="422606" y="5625336"/>
                  </a:lnTo>
                  <a:lnTo>
                    <a:pt x="422751" y="5625336"/>
                  </a:lnTo>
                  <a:lnTo>
                    <a:pt x="422751" y="5624712"/>
                  </a:lnTo>
                  <a:lnTo>
                    <a:pt x="422751" y="5624088"/>
                  </a:lnTo>
                  <a:lnTo>
                    <a:pt x="422897" y="5624088"/>
                  </a:lnTo>
                  <a:lnTo>
                    <a:pt x="423042" y="5624088"/>
                  </a:lnTo>
                  <a:lnTo>
                    <a:pt x="423188" y="5624088"/>
                  </a:lnTo>
                  <a:lnTo>
                    <a:pt x="423333" y="5624088"/>
                  </a:lnTo>
                  <a:lnTo>
                    <a:pt x="423333" y="5623465"/>
                  </a:lnTo>
                  <a:lnTo>
                    <a:pt x="423333" y="5622841"/>
                  </a:lnTo>
                  <a:lnTo>
                    <a:pt x="423479" y="5622841"/>
                  </a:lnTo>
                  <a:lnTo>
                    <a:pt x="423624" y="5622841"/>
                  </a:lnTo>
                  <a:lnTo>
                    <a:pt x="423769" y="5622841"/>
                  </a:lnTo>
                  <a:lnTo>
                    <a:pt x="423915" y="5622841"/>
                  </a:lnTo>
                  <a:lnTo>
                    <a:pt x="423915" y="5622218"/>
                  </a:lnTo>
                  <a:lnTo>
                    <a:pt x="424060" y="5622218"/>
                  </a:lnTo>
                  <a:lnTo>
                    <a:pt x="424206" y="5622218"/>
                  </a:lnTo>
                  <a:lnTo>
                    <a:pt x="424351" y="5622218"/>
                  </a:lnTo>
                  <a:lnTo>
                    <a:pt x="424497" y="5622218"/>
                  </a:lnTo>
                  <a:lnTo>
                    <a:pt x="424497" y="5621594"/>
                  </a:lnTo>
                  <a:lnTo>
                    <a:pt x="424642" y="5621594"/>
                  </a:lnTo>
                  <a:lnTo>
                    <a:pt x="424787" y="5621594"/>
                  </a:lnTo>
                  <a:lnTo>
                    <a:pt x="424933" y="5621594"/>
                  </a:lnTo>
                  <a:lnTo>
                    <a:pt x="425078" y="5621594"/>
                  </a:lnTo>
                  <a:lnTo>
                    <a:pt x="425224" y="5621594"/>
                  </a:lnTo>
                  <a:lnTo>
                    <a:pt x="425369" y="5621594"/>
                  </a:lnTo>
                  <a:lnTo>
                    <a:pt x="425514" y="5621594"/>
                  </a:lnTo>
                  <a:lnTo>
                    <a:pt x="425514" y="5620971"/>
                  </a:lnTo>
                  <a:lnTo>
                    <a:pt x="425660" y="5620971"/>
                  </a:lnTo>
                  <a:lnTo>
                    <a:pt x="425805" y="5620971"/>
                  </a:lnTo>
                  <a:lnTo>
                    <a:pt x="425805" y="5620347"/>
                  </a:lnTo>
                  <a:lnTo>
                    <a:pt x="425805" y="5619723"/>
                  </a:lnTo>
                  <a:lnTo>
                    <a:pt x="425951" y="5619723"/>
                  </a:lnTo>
                  <a:lnTo>
                    <a:pt x="426096" y="5619723"/>
                  </a:lnTo>
                  <a:lnTo>
                    <a:pt x="426242" y="5619723"/>
                  </a:lnTo>
                  <a:lnTo>
                    <a:pt x="426242" y="5619100"/>
                  </a:lnTo>
                  <a:lnTo>
                    <a:pt x="426387" y="5619100"/>
                  </a:lnTo>
                  <a:lnTo>
                    <a:pt x="426532" y="5619100"/>
                  </a:lnTo>
                  <a:lnTo>
                    <a:pt x="426532" y="5618476"/>
                  </a:lnTo>
                  <a:lnTo>
                    <a:pt x="426678" y="5618476"/>
                  </a:lnTo>
                  <a:lnTo>
                    <a:pt x="426823" y="5618476"/>
                  </a:lnTo>
                  <a:lnTo>
                    <a:pt x="426969" y="5618476"/>
                  </a:lnTo>
                  <a:lnTo>
                    <a:pt x="427114" y="5618476"/>
                  </a:lnTo>
                  <a:lnTo>
                    <a:pt x="427260" y="5618476"/>
                  </a:lnTo>
                  <a:lnTo>
                    <a:pt x="427405" y="5618476"/>
                  </a:lnTo>
                  <a:lnTo>
                    <a:pt x="427550" y="5618476"/>
                  </a:lnTo>
                  <a:lnTo>
                    <a:pt x="427696" y="5618476"/>
                  </a:lnTo>
                  <a:lnTo>
                    <a:pt x="427841" y="5618476"/>
                  </a:lnTo>
                  <a:lnTo>
                    <a:pt x="427841" y="5617853"/>
                  </a:lnTo>
                  <a:lnTo>
                    <a:pt x="427987" y="5617853"/>
                  </a:lnTo>
                  <a:lnTo>
                    <a:pt x="428132" y="5617853"/>
                  </a:lnTo>
                  <a:lnTo>
                    <a:pt x="428278" y="5617853"/>
                  </a:lnTo>
                  <a:lnTo>
                    <a:pt x="428423" y="5617853"/>
                  </a:lnTo>
                  <a:lnTo>
                    <a:pt x="428568" y="5617853"/>
                  </a:lnTo>
                  <a:lnTo>
                    <a:pt x="428568" y="5617229"/>
                  </a:lnTo>
                  <a:lnTo>
                    <a:pt x="428714" y="5617229"/>
                  </a:lnTo>
                  <a:lnTo>
                    <a:pt x="428859" y="5617229"/>
                  </a:lnTo>
                  <a:lnTo>
                    <a:pt x="428859" y="5616605"/>
                  </a:lnTo>
                  <a:lnTo>
                    <a:pt x="429005" y="5616605"/>
                  </a:lnTo>
                  <a:lnTo>
                    <a:pt x="429150" y="5616605"/>
                  </a:lnTo>
                  <a:lnTo>
                    <a:pt x="429296" y="5616605"/>
                  </a:lnTo>
                  <a:lnTo>
                    <a:pt x="429441" y="5616605"/>
                  </a:lnTo>
                  <a:lnTo>
                    <a:pt x="429586" y="5616605"/>
                  </a:lnTo>
                  <a:lnTo>
                    <a:pt x="429586" y="5615982"/>
                  </a:lnTo>
                  <a:lnTo>
                    <a:pt x="429732" y="5615982"/>
                  </a:lnTo>
                  <a:lnTo>
                    <a:pt x="429877" y="5615982"/>
                  </a:lnTo>
                  <a:lnTo>
                    <a:pt x="430023" y="5615982"/>
                  </a:lnTo>
                  <a:lnTo>
                    <a:pt x="430168" y="5615982"/>
                  </a:lnTo>
                  <a:lnTo>
                    <a:pt x="430314" y="5615982"/>
                  </a:lnTo>
                  <a:lnTo>
                    <a:pt x="430459" y="5615982"/>
                  </a:lnTo>
                  <a:lnTo>
                    <a:pt x="430459" y="5615358"/>
                  </a:lnTo>
                  <a:lnTo>
                    <a:pt x="430604" y="5615358"/>
                  </a:lnTo>
                  <a:lnTo>
                    <a:pt x="430750" y="5615358"/>
                  </a:lnTo>
                  <a:lnTo>
                    <a:pt x="430895" y="5615358"/>
                  </a:lnTo>
                  <a:lnTo>
                    <a:pt x="431041" y="5615358"/>
                  </a:lnTo>
                  <a:lnTo>
                    <a:pt x="431186" y="5615358"/>
                  </a:lnTo>
                  <a:lnTo>
                    <a:pt x="431332" y="5615358"/>
                  </a:lnTo>
                  <a:lnTo>
                    <a:pt x="431477" y="5615358"/>
                  </a:lnTo>
                  <a:lnTo>
                    <a:pt x="431477" y="5614735"/>
                  </a:lnTo>
                  <a:lnTo>
                    <a:pt x="431622" y="5614735"/>
                  </a:lnTo>
                  <a:lnTo>
                    <a:pt x="431622" y="5614111"/>
                  </a:lnTo>
                  <a:lnTo>
                    <a:pt x="431768" y="5614111"/>
                  </a:lnTo>
                  <a:lnTo>
                    <a:pt x="431913" y="5614111"/>
                  </a:lnTo>
                  <a:lnTo>
                    <a:pt x="432059" y="5614111"/>
                  </a:lnTo>
                  <a:lnTo>
                    <a:pt x="432059" y="5613488"/>
                  </a:lnTo>
                  <a:lnTo>
                    <a:pt x="432204" y="5613488"/>
                  </a:lnTo>
                  <a:lnTo>
                    <a:pt x="432204" y="5612864"/>
                  </a:lnTo>
                  <a:lnTo>
                    <a:pt x="432349" y="5612864"/>
                  </a:lnTo>
                  <a:lnTo>
                    <a:pt x="432495" y="5612864"/>
                  </a:lnTo>
                  <a:lnTo>
                    <a:pt x="432640" y="5612864"/>
                  </a:lnTo>
                  <a:lnTo>
                    <a:pt x="432786" y="5612864"/>
                  </a:lnTo>
                  <a:lnTo>
                    <a:pt x="432931" y="5612864"/>
                  </a:lnTo>
                  <a:lnTo>
                    <a:pt x="432931" y="5612240"/>
                  </a:lnTo>
                  <a:lnTo>
                    <a:pt x="433077" y="5612240"/>
                  </a:lnTo>
                  <a:lnTo>
                    <a:pt x="433222" y="5612240"/>
                  </a:lnTo>
                  <a:lnTo>
                    <a:pt x="433367" y="5612240"/>
                  </a:lnTo>
                  <a:lnTo>
                    <a:pt x="433367" y="5611617"/>
                  </a:lnTo>
                  <a:lnTo>
                    <a:pt x="433513" y="5611617"/>
                  </a:lnTo>
                  <a:lnTo>
                    <a:pt x="433658" y="5611617"/>
                  </a:lnTo>
                  <a:lnTo>
                    <a:pt x="433804" y="5611617"/>
                  </a:lnTo>
                  <a:lnTo>
                    <a:pt x="433949" y="5611617"/>
                  </a:lnTo>
                  <a:lnTo>
                    <a:pt x="434095" y="5611617"/>
                  </a:lnTo>
                  <a:lnTo>
                    <a:pt x="434095" y="5610993"/>
                  </a:lnTo>
                  <a:lnTo>
                    <a:pt x="434240" y="5610993"/>
                  </a:lnTo>
                  <a:lnTo>
                    <a:pt x="434240" y="5610370"/>
                  </a:lnTo>
                  <a:lnTo>
                    <a:pt x="434385" y="5610370"/>
                  </a:lnTo>
                  <a:lnTo>
                    <a:pt x="434531" y="5610370"/>
                  </a:lnTo>
                  <a:lnTo>
                    <a:pt x="434676" y="5610370"/>
                  </a:lnTo>
                  <a:lnTo>
                    <a:pt x="434822" y="5610370"/>
                  </a:lnTo>
                  <a:lnTo>
                    <a:pt x="434967" y="5610370"/>
                  </a:lnTo>
                  <a:lnTo>
                    <a:pt x="435113" y="5610370"/>
                  </a:lnTo>
                  <a:lnTo>
                    <a:pt x="435258" y="5610370"/>
                  </a:lnTo>
                  <a:lnTo>
                    <a:pt x="435258" y="5609746"/>
                  </a:lnTo>
                  <a:lnTo>
                    <a:pt x="435258" y="5609122"/>
                  </a:lnTo>
                  <a:lnTo>
                    <a:pt x="435403" y="5609122"/>
                  </a:lnTo>
                  <a:lnTo>
                    <a:pt x="435549" y="5609122"/>
                  </a:lnTo>
                  <a:lnTo>
                    <a:pt x="435694" y="5609122"/>
                  </a:lnTo>
                  <a:lnTo>
                    <a:pt x="435840" y="5609122"/>
                  </a:lnTo>
                  <a:lnTo>
                    <a:pt x="435985" y="5609122"/>
                  </a:lnTo>
                  <a:lnTo>
                    <a:pt x="435985" y="5608499"/>
                  </a:lnTo>
                  <a:lnTo>
                    <a:pt x="435985" y="5607875"/>
                  </a:lnTo>
                  <a:lnTo>
                    <a:pt x="435985" y="5607252"/>
                  </a:lnTo>
                  <a:lnTo>
                    <a:pt x="435985" y="5606628"/>
                  </a:lnTo>
                  <a:lnTo>
                    <a:pt x="436131" y="5606628"/>
                  </a:lnTo>
                  <a:lnTo>
                    <a:pt x="436276" y="5606628"/>
                  </a:lnTo>
                  <a:lnTo>
                    <a:pt x="436276" y="5606005"/>
                  </a:lnTo>
                  <a:lnTo>
                    <a:pt x="436421" y="5606005"/>
                  </a:lnTo>
                  <a:lnTo>
                    <a:pt x="436567" y="5606005"/>
                  </a:lnTo>
                  <a:lnTo>
                    <a:pt x="436712" y="5606005"/>
                  </a:lnTo>
                  <a:lnTo>
                    <a:pt x="436858" y="5606005"/>
                  </a:lnTo>
                  <a:lnTo>
                    <a:pt x="437003" y="5606005"/>
                  </a:lnTo>
                  <a:lnTo>
                    <a:pt x="437003" y="5605381"/>
                  </a:lnTo>
                  <a:lnTo>
                    <a:pt x="437003" y="5604757"/>
                  </a:lnTo>
                  <a:lnTo>
                    <a:pt x="437149" y="5604757"/>
                  </a:lnTo>
                  <a:lnTo>
                    <a:pt x="437294" y="5604757"/>
                  </a:lnTo>
                  <a:lnTo>
                    <a:pt x="437439" y="5604757"/>
                  </a:lnTo>
                  <a:lnTo>
                    <a:pt x="437585" y="5604757"/>
                  </a:lnTo>
                  <a:lnTo>
                    <a:pt x="437730" y="5604757"/>
                  </a:lnTo>
                  <a:lnTo>
                    <a:pt x="437876" y="5604757"/>
                  </a:lnTo>
                  <a:lnTo>
                    <a:pt x="437876" y="5604134"/>
                  </a:lnTo>
                  <a:lnTo>
                    <a:pt x="437876" y="5603510"/>
                  </a:lnTo>
                  <a:lnTo>
                    <a:pt x="438021" y="5603510"/>
                  </a:lnTo>
                  <a:lnTo>
                    <a:pt x="438167" y="5603510"/>
                  </a:lnTo>
                  <a:lnTo>
                    <a:pt x="438167" y="5602887"/>
                  </a:lnTo>
                  <a:lnTo>
                    <a:pt x="438312" y="5602887"/>
                  </a:lnTo>
                  <a:lnTo>
                    <a:pt x="438457" y="5602887"/>
                  </a:lnTo>
                  <a:lnTo>
                    <a:pt x="438603" y="5602887"/>
                  </a:lnTo>
                  <a:lnTo>
                    <a:pt x="438603" y="5602263"/>
                  </a:lnTo>
                  <a:lnTo>
                    <a:pt x="438748" y="5602263"/>
                  </a:lnTo>
                  <a:lnTo>
                    <a:pt x="438894" y="5602263"/>
                  </a:lnTo>
                  <a:lnTo>
                    <a:pt x="439039" y="5602263"/>
                  </a:lnTo>
                  <a:lnTo>
                    <a:pt x="439184" y="5602263"/>
                  </a:lnTo>
                  <a:lnTo>
                    <a:pt x="439184" y="5601639"/>
                  </a:lnTo>
                  <a:lnTo>
                    <a:pt x="439330" y="5601639"/>
                  </a:lnTo>
                  <a:lnTo>
                    <a:pt x="439330" y="5601016"/>
                  </a:lnTo>
                  <a:lnTo>
                    <a:pt x="439330" y="5600392"/>
                  </a:lnTo>
                  <a:lnTo>
                    <a:pt x="439330" y="5599769"/>
                  </a:lnTo>
                  <a:lnTo>
                    <a:pt x="439330" y="5599145"/>
                  </a:lnTo>
                  <a:lnTo>
                    <a:pt x="439475" y="5599145"/>
                  </a:lnTo>
                  <a:lnTo>
                    <a:pt x="439621" y="5599145"/>
                  </a:lnTo>
                  <a:lnTo>
                    <a:pt x="439621" y="5598522"/>
                  </a:lnTo>
                  <a:lnTo>
                    <a:pt x="439766" y="5598522"/>
                  </a:lnTo>
                  <a:lnTo>
                    <a:pt x="439912" y="5598522"/>
                  </a:lnTo>
                  <a:lnTo>
                    <a:pt x="440057" y="5598522"/>
                  </a:lnTo>
                  <a:lnTo>
                    <a:pt x="440202" y="5598522"/>
                  </a:lnTo>
                  <a:lnTo>
                    <a:pt x="440348" y="5598522"/>
                  </a:lnTo>
                  <a:lnTo>
                    <a:pt x="440493" y="5598522"/>
                  </a:lnTo>
                  <a:lnTo>
                    <a:pt x="440639" y="5598522"/>
                  </a:lnTo>
                  <a:lnTo>
                    <a:pt x="440639" y="5597898"/>
                  </a:lnTo>
                  <a:lnTo>
                    <a:pt x="440784" y="5597898"/>
                  </a:lnTo>
                  <a:lnTo>
                    <a:pt x="440784" y="5597274"/>
                  </a:lnTo>
                  <a:lnTo>
                    <a:pt x="440930" y="5597274"/>
                  </a:lnTo>
                  <a:lnTo>
                    <a:pt x="441075" y="5597274"/>
                  </a:lnTo>
                  <a:lnTo>
                    <a:pt x="441220" y="5597274"/>
                  </a:lnTo>
                  <a:lnTo>
                    <a:pt x="441366" y="5597274"/>
                  </a:lnTo>
                  <a:lnTo>
                    <a:pt x="441511" y="5597274"/>
                  </a:lnTo>
                  <a:lnTo>
                    <a:pt x="441657" y="5597274"/>
                  </a:lnTo>
                  <a:lnTo>
                    <a:pt x="441802" y="5597274"/>
                  </a:lnTo>
                  <a:lnTo>
                    <a:pt x="441948" y="5597274"/>
                  </a:lnTo>
                  <a:lnTo>
                    <a:pt x="442093" y="5597274"/>
                  </a:lnTo>
                  <a:lnTo>
                    <a:pt x="442093" y="5596651"/>
                  </a:lnTo>
                  <a:lnTo>
                    <a:pt x="442238" y="5596651"/>
                  </a:lnTo>
                  <a:lnTo>
                    <a:pt x="442384" y="5596651"/>
                  </a:lnTo>
                  <a:lnTo>
                    <a:pt x="442529" y="5596651"/>
                  </a:lnTo>
                  <a:lnTo>
                    <a:pt x="442675" y="5596651"/>
                  </a:lnTo>
                  <a:lnTo>
                    <a:pt x="442820" y="5596651"/>
                  </a:lnTo>
                  <a:lnTo>
                    <a:pt x="442820" y="5596027"/>
                  </a:lnTo>
                  <a:lnTo>
                    <a:pt x="442966" y="5596027"/>
                  </a:lnTo>
                  <a:lnTo>
                    <a:pt x="443111" y="5596027"/>
                  </a:lnTo>
                  <a:lnTo>
                    <a:pt x="443256" y="5596027"/>
                  </a:lnTo>
                  <a:lnTo>
                    <a:pt x="443402" y="5596027"/>
                  </a:lnTo>
                  <a:lnTo>
                    <a:pt x="443547" y="5596027"/>
                  </a:lnTo>
                  <a:lnTo>
                    <a:pt x="443693" y="5596027"/>
                  </a:lnTo>
                  <a:lnTo>
                    <a:pt x="443838" y="5596027"/>
                  </a:lnTo>
                  <a:lnTo>
                    <a:pt x="443984" y="5596027"/>
                  </a:lnTo>
                  <a:lnTo>
                    <a:pt x="443984" y="5595404"/>
                  </a:lnTo>
                  <a:lnTo>
                    <a:pt x="444129" y="5595404"/>
                  </a:lnTo>
                  <a:lnTo>
                    <a:pt x="444129" y="5594780"/>
                  </a:lnTo>
                  <a:lnTo>
                    <a:pt x="444274" y="5594780"/>
                  </a:lnTo>
                  <a:lnTo>
                    <a:pt x="444274" y="5594156"/>
                  </a:lnTo>
                  <a:lnTo>
                    <a:pt x="444420" y="5594156"/>
                  </a:lnTo>
                  <a:lnTo>
                    <a:pt x="444420" y="5593533"/>
                  </a:lnTo>
                  <a:lnTo>
                    <a:pt x="444565" y="5593533"/>
                  </a:lnTo>
                  <a:lnTo>
                    <a:pt x="444711" y="5593533"/>
                  </a:lnTo>
                  <a:lnTo>
                    <a:pt x="444711" y="5592909"/>
                  </a:lnTo>
                  <a:lnTo>
                    <a:pt x="444856" y="5592909"/>
                  </a:lnTo>
                  <a:lnTo>
                    <a:pt x="445002" y="5592909"/>
                  </a:lnTo>
                  <a:lnTo>
                    <a:pt x="445147" y="5592909"/>
                  </a:lnTo>
                  <a:lnTo>
                    <a:pt x="445292" y="5592909"/>
                  </a:lnTo>
                  <a:lnTo>
                    <a:pt x="445438" y="5592909"/>
                  </a:lnTo>
                  <a:lnTo>
                    <a:pt x="445583" y="5592909"/>
                  </a:lnTo>
                  <a:lnTo>
                    <a:pt x="445729" y="5592909"/>
                  </a:lnTo>
                  <a:lnTo>
                    <a:pt x="445874" y="5592909"/>
                  </a:lnTo>
                  <a:lnTo>
                    <a:pt x="446019" y="5592909"/>
                  </a:lnTo>
                  <a:lnTo>
                    <a:pt x="446165" y="5592909"/>
                  </a:lnTo>
                  <a:lnTo>
                    <a:pt x="446165" y="5592286"/>
                  </a:lnTo>
                  <a:lnTo>
                    <a:pt x="446310" y="5592286"/>
                  </a:lnTo>
                  <a:lnTo>
                    <a:pt x="446456" y="5592286"/>
                  </a:lnTo>
                  <a:lnTo>
                    <a:pt x="446601" y="5592286"/>
                  </a:lnTo>
                  <a:lnTo>
                    <a:pt x="446601" y="5591662"/>
                  </a:lnTo>
                  <a:lnTo>
                    <a:pt x="446747" y="5591662"/>
                  </a:lnTo>
                  <a:lnTo>
                    <a:pt x="446747" y="5591039"/>
                  </a:lnTo>
                  <a:lnTo>
                    <a:pt x="446892" y="5591039"/>
                  </a:lnTo>
                  <a:lnTo>
                    <a:pt x="447037" y="5591039"/>
                  </a:lnTo>
                  <a:lnTo>
                    <a:pt x="447183" y="5591039"/>
                  </a:lnTo>
                  <a:lnTo>
                    <a:pt x="447328" y="5591039"/>
                  </a:lnTo>
                  <a:lnTo>
                    <a:pt x="447474" y="5591039"/>
                  </a:lnTo>
                  <a:lnTo>
                    <a:pt x="447474" y="5590415"/>
                  </a:lnTo>
                  <a:lnTo>
                    <a:pt x="447619" y="5590415"/>
                  </a:lnTo>
                  <a:lnTo>
                    <a:pt x="447619" y="5589791"/>
                  </a:lnTo>
                  <a:lnTo>
                    <a:pt x="447765" y="5589791"/>
                  </a:lnTo>
                  <a:lnTo>
                    <a:pt x="447910" y="5589791"/>
                  </a:lnTo>
                  <a:lnTo>
                    <a:pt x="448055" y="5589791"/>
                  </a:lnTo>
                  <a:lnTo>
                    <a:pt x="448201" y="5589791"/>
                  </a:lnTo>
                  <a:lnTo>
                    <a:pt x="448346" y="5589791"/>
                  </a:lnTo>
                  <a:lnTo>
                    <a:pt x="448492" y="5589791"/>
                  </a:lnTo>
                  <a:lnTo>
                    <a:pt x="448637" y="5589791"/>
                  </a:lnTo>
                  <a:lnTo>
                    <a:pt x="448637" y="5589168"/>
                  </a:lnTo>
                  <a:lnTo>
                    <a:pt x="448637" y="5588544"/>
                  </a:lnTo>
                  <a:lnTo>
                    <a:pt x="448783" y="5588544"/>
                  </a:lnTo>
                  <a:lnTo>
                    <a:pt x="448928" y="5588544"/>
                  </a:lnTo>
                  <a:lnTo>
                    <a:pt x="449073" y="5588544"/>
                  </a:lnTo>
                  <a:lnTo>
                    <a:pt x="449219" y="5588544"/>
                  </a:lnTo>
                  <a:lnTo>
                    <a:pt x="449364" y="5588544"/>
                  </a:lnTo>
                  <a:lnTo>
                    <a:pt x="449510" y="5588544"/>
                  </a:lnTo>
                  <a:lnTo>
                    <a:pt x="449655" y="5588544"/>
                  </a:lnTo>
                  <a:lnTo>
                    <a:pt x="449801" y="5588544"/>
                  </a:lnTo>
                  <a:lnTo>
                    <a:pt x="449946" y="5588544"/>
                  </a:lnTo>
                  <a:lnTo>
                    <a:pt x="449946" y="5587921"/>
                  </a:lnTo>
                  <a:lnTo>
                    <a:pt x="450091" y="5587921"/>
                  </a:lnTo>
                  <a:lnTo>
                    <a:pt x="450237" y="5587921"/>
                  </a:lnTo>
                  <a:lnTo>
                    <a:pt x="450382" y="5587921"/>
                  </a:lnTo>
                  <a:lnTo>
                    <a:pt x="450528" y="5587921"/>
                  </a:lnTo>
                  <a:lnTo>
                    <a:pt x="450528" y="5587297"/>
                  </a:lnTo>
                  <a:lnTo>
                    <a:pt x="450673" y="5587297"/>
                  </a:lnTo>
                  <a:lnTo>
                    <a:pt x="450819" y="5587297"/>
                  </a:lnTo>
                  <a:lnTo>
                    <a:pt x="450819" y="5586673"/>
                  </a:lnTo>
                  <a:lnTo>
                    <a:pt x="450964" y="5586673"/>
                  </a:lnTo>
                  <a:lnTo>
                    <a:pt x="451109" y="5586673"/>
                  </a:lnTo>
                  <a:lnTo>
                    <a:pt x="451255" y="5586673"/>
                  </a:lnTo>
                  <a:lnTo>
                    <a:pt x="451255" y="5586050"/>
                  </a:lnTo>
                  <a:lnTo>
                    <a:pt x="451400" y="5586050"/>
                  </a:lnTo>
                  <a:lnTo>
                    <a:pt x="451546" y="5586050"/>
                  </a:lnTo>
                  <a:lnTo>
                    <a:pt x="451691" y="5586050"/>
                  </a:lnTo>
                  <a:lnTo>
                    <a:pt x="451837" y="5586050"/>
                  </a:lnTo>
                  <a:lnTo>
                    <a:pt x="451982" y="5586050"/>
                  </a:lnTo>
                  <a:lnTo>
                    <a:pt x="452127" y="5586050"/>
                  </a:lnTo>
                  <a:lnTo>
                    <a:pt x="452127" y="5585426"/>
                  </a:lnTo>
                  <a:lnTo>
                    <a:pt x="452273" y="5585426"/>
                  </a:lnTo>
                  <a:lnTo>
                    <a:pt x="452273" y="5584803"/>
                  </a:lnTo>
                  <a:lnTo>
                    <a:pt x="452418" y="5584803"/>
                  </a:lnTo>
                  <a:lnTo>
                    <a:pt x="452564" y="5584803"/>
                  </a:lnTo>
                  <a:lnTo>
                    <a:pt x="452709" y="5584803"/>
                  </a:lnTo>
                  <a:lnTo>
                    <a:pt x="452854" y="5584803"/>
                  </a:lnTo>
                  <a:lnTo>
                    <a:pt x="452854" y="5584179"/>
                  </a:lnTo>
                  <a:lnTo>
                    <a:pt x="453000" y="5584179"/>
                  </a:lnTo>
                  <a:lnTo>
                    <a:pt x="453145" y="5584179"/>
                  </a:lnTo>
                  <a:lnTo>
                    <a:pt x="453291" y="5584179"/>
                  </a:lnTo>
                  <a:lnTo>
                    <a:pt x="453436" y="5584179"/>
                  </a:lnTo>
                  <a:lnTo>
                    <a:pt x="453436" y="5583556"/>
                  </a:lnTo>
                  <a:lnTo>
                    <a:pt x="453582" y="5583556"/>
                  </a:lnTo>
                  <a:lnTo>
                    <a:pt x="453582" y="5582932"/>
                  </a:lnTo>
                  <a:lnTo>
                    <a:pt x="453582" y="5582308"/>
                  </a:lnTo>
                  <a:lnTo>
                    <a:pt x="453727" y="5582308"/>
                  </a:lnTo>
                  <a:lnTo>
                    <a:pt x="453727" y="5581685"/>
                  </a:lnTo>
                  <a:lnTo>
                    <a:pt x="453872" y="5581685"/>
                  </a:lnTo>
                  <a:lnTo>
                    <a:pt x="454018" y="5581685"/>
                  </a:lnTo>
                  <a:lnTo>
                    <a:pt x="454163" y="5581685"/>
                  </a:lnTo>
                  <a:lnTo>
                    <a:pt x="454309" y="5581685"/>
                  </a:lnTo>
                  <a:lnTo>
                    <a:pt x="454454" y="5581685"/>
                  </a:lnTo>
                  <a:lnTo>
                    <a:pt x="454454" y="5581061"/>
                  </a:lnTo>
                  <a:lnTo>
                    <a:pt x="454600" y="5581061"/>
                  </a:lnTo>
                  <a:lnTo>
                    <a:pt x="454745" y="5581061"/>
                  </a:lnTo>
                  <a:lnTo>
                    <a:pt x="454890" y="5581061"/>
                  </a:lnTo>
                  <a:lnTo>
                    <a:pt x="455036" y="5581061"/>
                  </a:lnTo>
                  <a:lnTo>
                    <a:pt x="455181" y="5581061"/>
                  </a:lnTo>
                  <a:lnTo>
                    <a:pt x="455181" y="5580438"/>
                  </a:lnTo>
                  <a:lnTo>
                    <a:pt x="455327" y="5580438"/>
                  </a:lnTo>
                  <a:lnTo>
                    <a:pt x="455472" y="5580438"/>
                  </a:lnTo>
                  <a:lnTo>
                    <a:pt x="455618" y="5580438"/>
                  </a:lnTo>
                  <a:lnTo>
                    <a:pt x="455763" y="5580438"/>
                  </a:lnTo>
                  <a:lnTo>
                    <a:pt x="455763" y="5579814"/>
                  </a:lnTo>
                  <a:lnTo>
                    <a:pt x="455908" y="5579814"/>
                  </a:lnTo>
                  <a:lnTo>
                    <a:pt x="456054" y="5579814"/>
                  </a:lnTo>
                  <a:lnTo>
                    <a:pt x="456199" y="5579814"/>
                  </a:lnTo>
                  <a:lnTo>
                    <a:pt x="456345" y="5579814"/>
                  </a:lnTo>
                  <a:lnTo>
                    <a:pt x="456345" y="5579191"/>
                  </a:lnTo>
                  <a:lnTo>
                    <a:pt x="456345" y="5578567"/>
                  </a:lnTo>
                  <a:lnTo>
                    <a:pt x="456490" y="5578567"/>
                  </a:lnTo>
                  <a:lnTo>
                    <a:pt x="456490" y="5577943"/>
                  </a:lnTo>
                  <a:lnTo>
                    <a:pt x="456636" y="5577943"/>
                  </a:lnTo>
                  <a:lnTo>
                    <a:pt x="456636" y="5577320"/>
                  </a:lnTo>
                  <a:lnTo>
                    <a:pt x="456781" y="5577320"/>
                  </a:lnTo>
                  <a:lnTo>
                    <a:pt x="456926" y="5577320"/>
                  </a:lnTo>
                  <a:lnTo>
                    <a:pt x="457072" y="5577320"/>
                  </a:lnTo>
                  <a:lnTo>
                    <a:pt x="457072" y="5576696"/>
                  </a:lnTo>
                  <a:lnTo>
                    <a:pt x="457072" y="5576073"/>
                  </a:lnTo>
                  <a:lnTo>
                    <a:pt x="457072" y="5575449"/>
                  </a:lnTo>
                  <a:lnTo>
                    <a:pt x="457217" y="5575449"/>
                  </a:lnTo>
                  <a:lnTo>
                    <a:pt x="457363" y="5575449"/>
                  </a:lnTo>
                  <a:lnTo>
                    <a:pt x="457508" y="5575449"/>
                  </a:lnTo>
                  <a:lnTo>
                    <a:pt x="457508" y="5574825"/>
                  </a:lnTo>
                  <a:lnTo>
                    <a:pt x="457508" y="5574202"/>
                  </a:lnTo>
                  <a:lnTo>
                    <a:pt x="457508" y="5573578"/>
                  </a:lnTo>
                  <a:lnTo>
                    <a:pt x="457654" y="5573578"/>
                  </a:lnTo>
                  <a:lnTo>
                    <a:pt x="457799" y="5573578"/>
                  </a:lnTo>
                  <a:lnTo>
                    <a:pt x="457799" y="5572955"/>
                  </a:lnTo>
                  <a:lnTo>
                    <a:pt x="457799" y="5572331"/>
                  </a:lnTo>
                  <a:lnTo>
                    <a:pt x="457799" y="5571708"/>
                  </a:lnTo>
                  <a:lnTo>
                    <a:pt x="457944" y="5571708"/>
                  </a:lnTo>
                  <a:lnTo>
                    <a:pt x="457944" y="5571084"/>
                  </a:lnTo>
                  <a:lnTo>
                    <a:pt x="458090" y="5571084"/>
                  </a:lnTo>
                  <a:lnTo>
                    <a:pt x="458235" y="5571084"/>
                  </a:lnTo>
                  <a:lnTo>
                    <a:pt x="458381" y="5571084"/>
                  </a:lnTo>
                  <a:lnTo>
                    <a:pt x="458526" y="5571084"/>
                  </a:lnTo>
                  <a:lnTo>
                    <a:pt x="458672" y="5571084"/>
                  </a:lnTo>
                  <a:lnTo>
                    <a:pt x="458672" y="5570460"/>
                  </a:lnTo>
                  <a:lnTo>
                    <a:pt x="458817" y="5570460"/>
                  </a:lnTo>
                  <a:lnTo>
                    <a:pt x="458962" y="5570460"/>
                  </a:lnTo>
                  <a:lnTo>
                    <a:pt x="458962" y="5569837"/>
                  </a:lnTo>
                  <a:lnTo>
                    <a:pt x="459108" y="5569837"/>
                  </a:lnTo>
                  <a:lnTo>
                    <a:pt x="459108" y="5569213"/>
                  </a:lnTo>
                  <a:lnTo>
                    <a:pt x="459253" y="5569213"/>
                  </a:lnTo>
                  <a:lnTo>
                    <a:pt x="459399" y="5569213"/>
                  </a:lnTo>
                  <a:lnTo>
                    <a:pt x="459399" y="5568590"/>
                  </a:lnTo>
                  <a:lnTo>
                    <a:pt x="459399" y="5567966"/>
                  </a:lnTo>
                  <a:lnTo>
                    <a:pt x="459544" y="5567966"/>
                  </a:lnTo>
                  <a:lnTo>
                    <a:pt x="459544" y="5567342"/>
                  </a:lnTo>
                  <a:lnTo>
                    <a:pt x="459689" y="5567342"/>
                  </a:lnTo>
                  <a:lnTo>
                    <a:pt x="459835" y="5567342"/>
                  </a:lnTo>
                  <a:lnTo>
                    <a:pt x="459980" y="5567342"/>
                  </a:lnTo>
                  <a:lnTo>
                    <a:pt x="459980" y="5566719"/>
                  </a:lnTo>
                  <a:lnTo>
                    <a:pt x="459980" y="5566095"/>
                  </a:lnTo>
                  <a:lnTo>
                    <a:pt x="460126" y="5566095"/>
                  </a:lnTo>
                  <a:lnTo>
                    <a:pt x="460271" y="5566095"/>
                  </a:lnTo>
                  <a:lnTo>
                    <a:pt x="460271" y="5565472"/>
                  </a:lnTo>
                  <a:lnTo>
                    <a:pt x="460417" y="5565472"/>
                  </a:lnTo>
                  <a:lnTo>
                    <a:pt x="460562" y="5565472"/>
                  </a:lnTo>
                  <a:lnTo>
                    <a:pt x="460707" y="5565472"/>
                  </a:lnTo>
                  <a:lnTo>
                    <a:pt x="460853" y="5565472"/>
                  </a:lnTo>
                  <a:lnTo>
                    <a:pt x="460998" y="5565472"/>
                  </a:lnTo>
                  <a:lnTo>
                    <a:pt x="461144" y="5565472"/>
                  </a:lnTo>
                  <a:lnTo>
                    <a:pt x="461144" y="5564848"/>
                  </a:lnTo>
                  <a:lnTo>
                    <a:pt x="461144" y="5564225"/>
                  </a:lnTo>
                  <a:lnTo>
                    <a:pt x="461289" y="5564225"/>
                  </a:lnTo>
                  <a:lnTo>
                    <a:pt x="461289" y="5563601"/>
                  </a:lnTo>
                  <a:lnTo>
                    <a:pt x="461435" y="5563601"/>
                  </a:lnTo>
                  <a:lnTo>
                    <a:pt x="461580" y="5563601"/>
                  </a:lnTo>
                  <a:lnTo>
                    <a:pt x="461725" y="5563601"/>
                  </a:lnTo>
                  <a:lnTo>
                    <a:pt x="461725" y="5562977"/>
                  </a:lnTo>
                  <a:lnTo>
                    <a:pt x="461871" y="5562977"/>
                  </a:lnTo>
                  <a:lnTo>
                    <a:pt x="462016" y="5562977"/>
                  </a:lnTo>
                  <a:lnTo>
                    <a:pt x="462016" y="5562354"/>
                  </a:lnTo>
                  <a:lnTo>
                    <a:pt x="462162" y="5562354"/>
                  </a:lnTo>
                  <a:lnTo>
                    <a:pt x="462307" y="5562354"/>
                  </a:lnTo>
                  <a:lnTo>
                    <a:pt x="462453" y="5562354"/>
                  </a:lnTo>
                  <a:lnTo>
                    <a:pt x="462598" y="5562354"/>
                  </a:lnTo>
                  <a:lnTo>
                    <a:pt x="462598" y="5561730"/>
                  </a:lnTo>
                  <a:lnTo>
                    <a:pt x="462743" y="5561730"/>
                  </a:lnTo>
                  <a:lnTo>
                    <a:pt x="462743" y="5561107"/>
                  </a:lnTo>
                  <a:lnTo>
                    <a:pt x="462889" y="5561107"/>
                  </a:lnTo>
                  <a:lnTo>
                    <a:pt x="462889" y="5560483"/>
                  </a:lnTo>
                  <a:lnTo>
                    <a:pt x="462889" y="5559859"/>
                  </a:lnTo>
                  <a:lnTo>
                    <a:pt x="463034" y="5559859"/>
                  </a:lnTo>
                  <a:lnTo>
                    <a:pt x="463034" y="5559236"/>
                  </a:lnTo>
                  <a:lnTo>
                    <a:pt x="463180" y="5559236"/>
                  </a:lnTo>
                  <a:lnTo>
                    <a:pt x="463325" y="5559236"/>
                  </a:lnTo>
                  <a:lnTo>
                    <a:pt x="463471" y="5559236"/>
                  </a:lnTo>
                  <a:lnTo>
                    <a:pt x="463471" y="5558612"/>
                  </a:lnTo>
                  <a:lnTo>
                    <a:pt x="463616" y="5558612"/>
                  </a:lnTo>
                  <a:lnTo>
                    <a:pt x="463761" y="5558612"/>
                  </a:lnTo>
                  <a:lnTo>
                    <a:pt x="463907" y="5558612"/>
                  </a:lnTo>
                  <a:lnTo>
                    <a:pt x="463907" y="5557989"/>
                  </a:lnTo>
                  <a:lnTo>
                    <a:pt x="464052" y="5557989"/>
                  </a:lnTo>
                  <a:lnTo>
                    <a:pt x="464052" y="5557365"/>
                  </a:lnTo>
                  <a:lnTo>
                    <a:pt x="464198" y="5557365"/>
                  </a:lnTo>
                  <a:lnTo>
                    <a:pt x="464343" y="5557365"/>
                  </a:lnTo>
                  <a:lnTo>
                    <a:pt x="464489" y="5557365"/>
                  </a:lnTo>
                  <a:lnTo>
                    <a:pt x="464489" y="5556742"/>
                  </a:lnTo>
                  <a:lnTo>
                    <a:pt x="464634" y="5556742"/>
                  </a:lnTo>
                  <a:lnTo>
                    <a:pt x="464779" y="5556742"/>
                  </a:lnTo>
                  <a:lnTo>
                    <a:pt x="464779" y="5556118"/>
                  </a:lnTo>
                  <a:lnTo>
                    <a:pt x="464925" y="5556118"/>
                  </a:lnTo>
                  <a:lnTo>
                    <a:pt x="464925" y="5555494"/>
                  </a:lnTo>
                  <a:lnTo>
                    <a:pt x="464925" y="5554871"/>
                  </a:lnTo>
                  <a:lnTo>
                    <a:pt x="464925" y="5554247"/>
                  </a:lnTo>
                  <a:lnTo>
                    <a:pt x="465070" y="5554247"/>
                  </a:lnTo>
                  <a:lnTo>
                    <a:pt x="465070" y="5553624"/>
                  </a:lnTo>
                  <a:lnTo>
                    <a:pt x="465216" y="5553624"/>
                  </a:lnTo>
                  <a:lnTo>
                    <a:pt x="465361" y="5553624"/>
                  </a:lnTo>
                  <a:lnTo>
                    <a:pt x="465361" y="5553000"/>
                  </a:lnTo>
                  <a:lnTo>
                    <a:pt x="465507" y="5553000"/>
                  </a:lnTo>
                  <a:lnTo>
                    <a:pt x="465652" y="5553000"/>
                  </a:lnTo>
                  <a:lnTo>
                    <a:pt x="465797" y="5553000"/>
                  </a:lnTo>
                  <a:lnTo>
                    <a:pt x="465943" y="5553000"/>
                  </a:lnTo>
                  <a:lnTo>
                    <a:pt x="466088" y="5553000"/>
                  </a:lnTo>
                  <a:lnTo>
                    <a:pt x="466234" y="5553000"/>
                  </a:lnTo>
                  <a:lnTo>
                    <a:pt x="466379" y="5553000"/>
                  </a:lnTo>
                  <a:lnTo>
                    <a:pt x="466524" y="5553000"/>
                  </a:lnTo>
                  <a:lnTo>
                    <a:pt x="466670" y="5553000"/>
                  </a:lnTo>
                  <a:lnTo>
                    <a:pt x="466815" y="5553000"/>
                  </a:lnTo>
                  <a:lnTo>
                    <a:pt x="466961" y="5553000"/>
                  </a:lnTo>
                  <a:lnTo>
                    <a:pt x="467106" y="5553000"/>
                  </a:lnTo>
                  <a:lnTo>
                    <a:pt x="467252" y="5553000"/>
                  </a:lnTo>
                  <a:lnTo>
                    <a:pt x="467397" y="5553000"/>
                  </a:lnTo>
                  <a:lnTo>
                    <a:pt x="467542" y="5553000"/>
                  </a:lnTo>
                  <a:lnTo>
                    <a:pt x="467688" y="5553000"/>
                  </a:lnTo>
                  <a:lnTo>
                    <a:pt x="467688" y="5552376"/>
                  </a:lnTo>
                  <a:lnTo>
                    <a:pt x="467833" y="5552376"/>
                  </a:lnTo>
                  <a:lnTo>
                    <a:pt x="467979" y="5552376"/>
                  </a:lnTo>
                  <a:lnTo>
                    <a:pt x="468124" y="5552376"/>
                  </a:lnTo>
                  <a:lnTo>
                    <a:pt x="468270" y="5552376"/>
                  </a:lnTo>
                  <a:lnTo>
                    <a:pt x="468270" y="5551753"/>
                  </a:lnTo>
                  <a:lnTo>
                    <a:pt x="468415" y="5551753"/>
                  </a:lnTo>
                  <a:lnTo>
                    <a:pt x="468560" y="5551753"/>
                  </a:lnTo>
                  <a:lnTo>
                    <a:pt x="468706" y="5551753"/>
                  </a:lnTo>
                  <a:lnTo>
                    <a:pt x="468851" y="5551753"/>
                  </a:lnTo>
                  <a:lnTo>
                    <a:pt x="468997" y="5551753"/>
                  </a:lnTo>
                  <a:lnTo>
                    <a:pt x="469142" y="5551753"/>
                  </a:lnTo>
                  <a:lnTo>
                    <a:pt x="469288" y="5551753"/>
                  </a:lnTo>
                  <a:lnTo>
                    <a:pt x="469433" y="5551753"/>
                  </a:lnTo>
                  <a:lnTo>
                    <a:pt x="469433" y="5551129"/>
                  </a:lnTo>
                  <a:lnTo>
                    <a:pt x="469578" y="5551129"/>
                  </a:lnTo>
                  <a:lnTo>
                    <a:pt x="469724" y="5551129"/>
                  </a:lnTo>
                  <a:lnTo>
                    <a:pt x="469869" y="5551129"/>
                  </a:lnTo>
                  <a:lnTo>
                    <a:pt x="470015" y="5551129"/>
                  </a:lnTo>
                  <a:lnTo>
                    <a:pt x="470015" y="5550506"/>
                  </a:lnTo>
                  <a:lnTo>
                    <a:pt x="470160" y="5550506"/>
                  </a:lnTo>
                  <a:lnTo>
                    <a:pt x="470306" y="5550506"/>
                  </a:lnTo>
                  <a:lnTo>
                    <a:pt x="470451" y="5550506"/>
                  </a:lnTo>
                  <a:lnTo>
                    <a:pt x="470596" y="5550506"/>
                  </a:lnTo>
                  <a:lnTo>
                    <a:pt x="470596" y="5549882"/>
                  </a:lnTo>
                  <a:lnTo>
                    <a:pt x="470742" y="5549882"/>
                  </a:lnTo>
                  <a:lnTo>
                    <a:pt x="470887" y="5549882"/>
                  </a:lnTo>
                  <a:lnTo>
                    <a:pt x="471033" y="5549882"/>
                  </a:lnTo>
                  <a:lnTo>
                    <a:pt x="471178" y="5549882"/>
                  </a:lnTo>
                  <a:lnTo>
                    <a:pt x="471178" y="5549259"/>
                  </a:lnTo>
                  <a:lnTo>
                    <a:pt x="471324" y="5549259"/>
                  </a:lnTo>
                  <a:lnTo>
                    <a:pt x="471469" y="5549259"/>
                  </a:lnTo>
                  <a:lnTo>
                    <a:pt x="471469" y="5548635"/>
                  </a:lnTo>
                  <a:lnTo>
                    <a:pt x="471614" y="5548635"/>
                  </a:lnTo>
                  <a:lnTo>
                    <a:pt x="471760" y="5548635"/>
                  </a:lnTo>
                  <a:lnTo>
                    <a:pt x="471905" y="5548635"/>
                  </a:lnTo>
                  <a:lnTo>
                    <a:pt x="472051" y="5548635"/>
                  </a:lnTo>
                  <a:lnTo>
                    <a:pt x="472196" y="5548635"/>
                  </a:lnTo>
                  <a:lnTo>
                    <a:pt x="472342" y="5548635"/>
                  </a:lnTo>
                  <a:lnTo>
                    <a:pt x="472487" y="5548635"/>
                  </a:lnTo>
                  <a:lnTo>
                    <a:pt x="472632" y="5548635"/>
                  </a:lnTo>
                  <a:lnTo>
                    <a:pt x="472778" y="5548635"/>
                  </a:lnTo>
                  <a:lnTo>
                    <a:pt x="472778" y="5548011"/>
                  </a:lnTo>
                  <a:lnTo>
                    <a:pt x="472923" y="5548011"/>
                  </a:lnTo>
                  <a:lnTo>
                    <a:pt x="473069" y="5548011"/>
                  </a:lnTo>
                  <a:lnTo>
                    <a:pt x="473069" y="5547388"/>
                  </a:lnTo>
                  <a:lnTo>
                    <a:pt x="473214" y="5547388"/>
                  </a:lnTo>
                  <a:lnTo>
                    <a:pt x="473359" y="5547388"/>
                  </a:lnTo>
                  <a:lnTo>
                    <a:pt x="473505" y="5547388"/>
                  </a:lnTo>
                  <a:lnTo>
                    <a:pt x="473650" y="5547388"/>
                  </a:lnTo>
                  <a:lnTo>
                    <a:pt x="473796" y="5547388"/>
                  </a:lnTo>
                  <a:lnTo>
                    <a:pt x="473796" y="5546764"/>
                  </a:lnTo>
                  <a:lnTo>
                    <a:pt x="473941" y="5546764"/>
                  </a:lnTo>
                  <a:lnTo>
                    <a:pt x="474087" y="5546764"/>
                  </a:lnTo>
                  <a:lnTo>
                    <a:pt x="474232" y="5546764"/>
                  </a:lnTo>
                  <a:lnTo>
                    <a:pt x="474377" y="5546764"/>
                  </a:lnTo>
                  <a:lnTo>
                    <a:pt x="474523" y="5546764"/>
                  </a:lnTo>
                  <a:lnTo>
                    <a:pt x="474523" y="5546141"/>
                  </a:lnTo>
                  <a:lnTo>
                    <a:pt x="474523" y="5545517"/>
                  </a:lnTo>
                  <a:lnTo>
                    <a:pt x="474668" y="5545517"/>
                  </a:lnTo>
                  <a:lnTo>
                    <a:pt x="474814" y="5545517"/>
                  </a:lnTo>
                  <a:lnTo>
                    <a:pt x="474959" y="5545517"/>
                  </a:lnTo>
                  <a:lnTo>
                    <a:pt x="475105" y="5545517"/>
                  </a:lnTo>
                  <a:lnTo>
                    <a:pt x="475250" y="5545517"/>
                  </a:lnTo>
                  <a:lnTo>
                    <a:pt x="475395" y="5545517"/>
                  </a:lnTo>
                  <a:lnTo>
                    <a:pt x="475541" y="5545517"/>
                  </a:lnTo>
                  <a:lnTo>
                    <a:pt x="475541" y="5544893"/>
                  </a:lnTo>
                  <a:lnTo>
                    <a:pt x="475686" y="5544893"/>
                  </a:lnTo>
                  <a:lnTo>
                    <a:pt x="475686" y="5544270"/>
                  </a:lnTo>
                  <a:lnTo>
                    <a:pt x="475686" y="5543646"/>
                  </a:lnTo>
                  <a:lnTo>
                    <a:pt x="475832" y="5543646"/>
                  </a:lnTo>
                  <a:lnTo>
                    <a:pt x="475977" y="5543646"/>
                  </a:lnTo>
                  <a:lnTo>
                    <a:pt x="476123" y="5543646"/>
                  </a:lnTo>
                  <a:lnTo>
                    <a:pt x="476268" y="5543646"/>
                  </a:lnTo>
                  <a:lnTo>
                    <a:pt x="476268" y="5543023"/>
                  </a:lnTo>
                  <a:lnTo>
                    <a:pt x="476413" y="5543023"/>
                  </a:lnTo>
                  <a:lnTo>
                    <a:pt x="476559" y="5543023"/>
                  </a:lnTo>
                  <a:lnTo>
                    <a:pt x="476559" y="5542399"/>
                  </a:lnTo>
                  <a:lnTo>
                    <a:pt x="476704" y="5542399"/>
                  </a:lnTo>
                  <a:lnTo>
                    <a:pt x="476704" y="5541776"/>
                  </a:lnTo>
                  <a:lnTo>
                    <a:pt x="476850" y="5541776"/>
                  </a:lnTo>
                  <a:lnTo>
                    <a:pt x="476850" y="5541152"/>
                  </a:lnTo>
                  <a:lnTo>
                    <a:pt x="476995" y="5541152"/>
                  </a:lnTo>
                  <a:lnTo>
                    <a:pt x="476995" y="5540528"/>
                  </a:lnTo>
                  <a:lnTo>
                    <a:pt x="477141" y="5540528"/>
                  </a:lnTo>
                  <a:lnTo>
                    <a:pt x="477286" y="5540528"/>
                  </a:lnTo>
                  <a:lnTo>
                    <a:pt x="477286" y="5539905"/>
                  </a:lnTo>
                  <a:lnTo>
                    <a:pt x="477431" y="5539905"/>
                  </a:lnTo>
                  <a:lnTo>
                    <a:pt x="477577" y="5539905"/>
                  </a:lnTo>
                  <a:lnTo>
                    <a:pt x="477722" y="5539905"/>
                  </a:lnTo>
                  <a:lnTo>
                    <a:pt x="477868" y="5539905"/>
                  </a:lnTo>
                  <a:lnTo>
                    <a:pt x="478013" y="5539905"/>
                  </a:lnTo>
                  <a:lnTo>
                    <a:pt x="478159" y="5539905"/>
                  </a:lnTo>
                  <a:lnTo>
                    <a:pt x="478159" y="5539281"/>
                  </a:lnTo>
                  <a:lnTo>
                    <a:pt x="478304" y="5539281"/>
                  </a:lnTo>
                  <a:lnTo>
                    <a:pt x="478449" y="5539281"/>
                  </a:lnTo>
                  <a:lnTo>
                    <a:pt x="478449" y="5538658"/>
                  </a:lnTo>
                  <a:lnTo>
                    <a:pt x="478449" y="5538034"/>
                  </a:lnTo>
                  <a:lnTo>
                    <a:pt x="478595" y="5538034"/>
                  </a:lnTo>
                  <a:lnTo>
                    <a:pt x="478740" y="5538034"/>
                  </a:lnTo>
                  <a:lnTo>
                    <a:pt x="478886" y="5538034"/>
                  </a:lnTo>
                  <a:lnTo>
                    <a:pt x="478886" y="5537410"/>
                  </a:lnTo>
                  <a:lnTo>
                    <a:pt x="479031" y="5537410"/>
                  </a:lnTo>
                  <a:lnTo>
                    <a:pt x="479177" y="5537410"/>
                  </a:lnTo>
                  <a:lnTo>
                    <a:pt x="479322" y="5537410"/>
                  </a:lnTo>
                  <a:lnTo>
                    <a:pt x="479322" y="5536787"/>
                  </a:lnTo>
                  <a:lnTo>
                    <a:pt x="479322" y="5536163"/>
                  </a:lnTo>
                  <a:lnTo>
                    <a:pt x="479467" y="5536163"/>
                  </a:lnTo>
                  <a:lnTo>
                    <a:pt x="479467" y="5535540"/>
                  </a:lnTo>
                  <a:lnTo>
                    <a:pt x="479613" y="5535540"/>
                  </a:lnTo>
                  <a:lnTo>
                    <a:pt x="479758" y="5535540"/>
                  </a:lnTo>
                  <a:lnTo>
                    <a:pt x="479904" y="5535540"/>
                  </a:lnTo>
                  <a:lnTo>
                    <a:pt x="479904" y="5534916"/>
                  </a:lnTo>
                  <a:lnTo>
                    <a:pt x="480049" y="5534916"/>
                  </a:lnTo>
                  <a:lnTo>
                    <a:pt x="480194" y="5534916"/>
                  </a:lnTo>
                  <a:lnTo>
                    <a:pt x="480340" y="5534916"/>
                  </a:lnTo>
                  <a:lnTo>
                    <a:pt x="480485" y="5534916"/>
                  </a:lnTo>
                  <a:lnTo>
                    <a:pt x="480485" y="5534293"/>
                  </a:lnTo>
                  <a:lnTo>
                    <a:pt x="480631" y="5534293"/>
                  </a:lnTo>
                  <a:lnTo>
                    <a:pt x="480631" y="5533669"/>
                  </a:lnTo>
                  <a:lnTo>
                    <a:pt x="480776" y="5533669"/>
                  </a:lnTo>
                  <a:lnTo>
                    <a:pt x="480776" y="5533045"/>
                  </a:lnTo>
                  <a:lnTo>
                    <a:pt x="480922" y="5533045"/>
                  </a:lnTo>
                  <a:lnTo>
                    <a:pt x="481067" y="5533045"/>
                  </a:lnTo>
                  <a:lnTo>
                    <a:pt x="481067" y="5532422"/>
                  </a:lnTo>
                  <a:lnTo>
                    <a:pt x="481212" y="5532422"/>
                  </a:lnTo>
                  <a:lnTo>
                    <a:pt x="481358" y="5532422"/>
                  </a:lnTo>
                  <a:lnTo>
                    <a:pt x="481358" y="5531798"/>
                  </a:lnTo>
                  <a:lnTo>
                    <a:pt x="481503" y="5531798"/>
                  </a:lnTo>
                  <a:lnTo>
                    <a:pt x="481649" y="5531798"/>
                  </a:lnTo>
                  <a:lnTo>
                    <a:pt x="481794" y="5531798"/>
                  </a:lnTo>
                  <a:lnTo>
                    <a:pt x="481940" y="5531798"/>
                  </a:lnTo>
                  <a:lnTo>
                    <a:pt x="482085" y="5531798"/>
                  </a:lnTo>
                  <a:lnTo>
                    <a:pt x="482085" y="5531175"/>
                  </a:lnTo>
                  <a:lnTo>
                    <a:pt x="482230" y="5531175"/>
                  </a:lnTo>
                  <a:lnTo>
                    <a:pt x="482376" y="5531175"/>
                  </a:lnTo>
                  <a:lnTo>
                    <a:pt x="482376" y="5530551"/>
                  </a:lnTo>
                  <a:lnTo>
                    <a:pt x="482521" y="5530551"/>
                  </a:lnTo>
                  <a:lnTo>
                    <a:pt x="482667" y="5530551"/>
                  </a:lnTo>
                  <a:lnTo>
                    <a:pt x="482812" y="5530551"/>
                  </a:lnTo>
                  <a:lnTo>
                    <a:pt x="482958" y="5530551"/>
                  </a:lnTo>
                  <a:lnTo>
                    <a:pt x="483103" y="5530551"/>
                  </a:lnTo>
                  <a:lnTo>
                    <a:pt x="483248" y="5530551"/>
                  </a:lnTo>
                  <a:lnTo>
                    <a:pt x="483394" y="5530551"/>
                  </a:lnTo>
                  <a:lnTo>
                    <a:pt x="483394" y="5529928"/>
                  </a:lnTo>
                  <a:lnTo>
                    <a:pt x="483539" y="5529928"/>
                  </a:lnTo>
                  <a:lnTo>
                    <a:pt x="483685" y="5529928"/>
                  </a:lnTo>
                  <a:lnTo>
                    <a:pt x="483830" y="5529928"/>
                  </a:lnTo>
                  <a:lnTo>
                    <a:pt x="483830" y="5529304"/>
                  </a:lnTo>
                  <a:lnTo>
                    <a:pt x="483830" y="5528680"/>
                  </a:lnTo>
                  <a:lnTo>
                    <a:pt x="483976" y="5528680"/>
                  </a:lnTo>
                  <a:lnTo>
                    <a:pt x="484121" y="5528680"/>
                  </a:lnTo>
                  <a:lnTo>
                    <a:pt x="484266" y="5528680"/>
                  </a:lnTo>
                  <a:lnTo>
                    <a:pt x="484266" y="5528057"/>
                  </a:lnTo>
                  <a:lnTo>
                    <a:pt x="484412" y="5528057"/>
                  </a:lnTo>
                  <a:lnTo>
                    <a:pt x="484557" y="5528057"/>
                  </a:lnTo>
                  <a:lnTo>
                    <a:pt x="484703" y="5528057"/>
                  </a:lnTo>
                  <a:lnTo>
                    <a:pt x="484848" y="5528057"/>
                  </a:lnTo>
                  <a:lnTo>
                    <a:pt x="484994" y="5528057"/>
                  </a:lnTo>
                  <a:lnTo>
                    <a:pt x="485139" y="5528057"/>
                  </a:lnTo>
                  <a:lnTo>
                    <a:pt x="485284" y="5528057"/>
                  </a:lnTo>
                  <a:lnTo>
                    <a:pt x="485430" y="5528057"/>
                  </a:lnTo>
                  <a:lnTo>
                    <a:pt x="485430" y="5527433"/>
                  </a:lnTo>
                  <a:lnTo>
                    <a:pt x="485575" y="5527433"/>
                  </a:lnTo>
                  <a:lnTo>
                    <a:pt x="485721" y="5527433"/>
                  </a:lnTo>
                  <a:lnTo>
                    <a:pt x="485866" y="5527433"/>
                  </a:lnTo>
                  <a:lnTo>
                    <a:pt x="486012" y="5527433"/>
                  </a:lnTo>
                  <a:lnTo>
                    <a:pt x="486157" y="5527433"/>
                  </a:lnTo>
                  <a:lnTo>
                    <a:pt x="486302" y="5527433"/>
                  </a:lnTo>
                  <a:lnTo>
                    <a:pt x="486302" y="5526810"/>
                  </a:lnTo>
                  <a:lnTo>
                    <a:pt x="486448" y="5526810"/>
                  </a:lnTo>
                  <a:lnTo>
                    <a:pt x="486448" y="5526186"/>
                  </a:lnTo>
                  <a:lnTo>
                    <a:pt x="486593" y="5526186"/>
                  </a:lnTo>
                  <a:lnTo>
                    <a:pt x="486739" y="5526186"/>
                  </a:lnTo>
                  <a:lnTo>
                    <a:pt x="486739" y="5525562"/>
                  </a:lnTo>
                  <a:lnTo>
                    <a:pt x="486884" y="5525562"/>
                  </a:lnTo>
                  <a:lnTo>
                    <a:pt x="486884" y="5524939"/>
                  </a:lnTo>
                  <a:lnTo>
                    <a:pt x="487029" y="5524939"/>
                  </a:lnTo>
                  <a:lnTo>
                    <a:pt x="487175" y="5524939"/>
                  </a:lnTo>
                  <a:lnTo>
                    <a:pt x="487320" y="5524939"/>
                  </a:lnTo>
                  <a:lnTo>
                    <a:pt x="487320" y="5524315"/>
                  </a:lnTo>
                  <a:lnTo>
                    <a:pt x="487320" y="5523692"/>
                  </a:lnTo>
                  <a:lnTo>
                    <a:pt x="487466" y="5523692"/>
                  </a:lnTo>
                  <a:lnTo>
                    <a:pt x="487611" y="5523692"/>
                  </a:lnTo>
                  <a:lnTo>
                    <a:pt x="487611" y="5523068"/>
                  </a:lnTo>
                  <a:lnTo>
                    <a:pt x="487611" y="5522445"/>
                  </a:lnTo>
                  <a:lnTo>
                    <a:pt x="487757" y="5522445"/>
                  </a:lnTo>
                  <a:lnTo>
                    <a:pt x="487757" y="5521821"/>
                  </a:lnTo>
                  <a:lnTo>
                    <a:pt x="487757" y="5521197"/>
                  </a:lnTo>
                  <a:lnTo>
                    <a:pt x="487902" y="5521197"/>
                  </a:lnTo>
                  <a:lnTo>
                    <a:pt x="487902" y="5520574"/>
                  </a:lnTo>
                  <a:lnTo>
                    <a:pt x="488047" y="5520574"/>
                  </a:lnTo>
                  <a:lnTo>
                    <a:pt x="488047" y="5519950"/>
                  </a:lnTo>
                  <a:lnTo>
                    <a:pt x="488047" y="5519327"/>
                  </a:lnTo>
                  <a:lnTo>
                    <a:pt x="488047" y="5518703"/>
                  </a:lnTo>
                  <a:lnTo>
                    <a:pt x="488193" y="5518703"/>
                  </a:lnTo>
                  <a:lnTo>
                    <a:pt x="488193" y="5518079"/>
                  </a:lnTo>
                  <a:lnTo>
                    <a:pt x="488338" y="5518079"/>
                  </a:lnTo>
                  <a:lnTo>
                    <a:pt x="488484" y="5518079"/>
                  </a:lnTo>
                  <a:lnTo>
                    <a:pt x="488629" y="5518079"/>
                  </a:lnTo>
                  <a:lnTo>
                    <a:pt x="488629" y="5517456"/>
                  </a:lnTo>
                  <a:lnTo>
                    <a:pt x="488775" y="5517456"/>
                  </a:lnTo>
                  <a:lnTo>
                    <a:pt x="488920" y="5517456"/>
                  </a:lnTo>
                  <a:lnTo>
                    <a:pt x="489065" y="5517456"/>
                  </a:lnTo>
                  <a:lnTo>
                    <a:pt x="489211" y="5517456"/>
                  </a:lnTo>
                  <a:lnTo>
                    <a:pt x="489356" y="5517456"/>
                  </a:lnTo>
                  <a:lnTo>
                    <a:pt x="489356" y="5516832"/>
                  </a:lnTo>
                  <a:lnTo>
                    <a:pt x="489502" y="5516832"/>
                  </a:lnTo>
                  <a:lnTo>
                    <a:pt x="489647" y="5516832"/>
                  </a:lnTo>
                  <a:lnTo>
                    <a:pt x="489793" y="5516832"/>
                  </a:lnTo>
                  <a:lnTo>
                    <a:pt x="489793" y="5516209"/>
                  </a:lnTo>
                  <a:lnTo>
                    <a:pt x="489938" y="5516209"/>
                  </a:lnTo>
                  <a:lnTo>
                    <a:pt x="490083" y="5516209"/>
                  </a:lnTo>
                  <a:lnTo>
                    <a:pt x="490229" y="5516209"/>
                  </a:lnTo>
                  <a:lnTo>
                    <a:pt x="490374" y="5516209"/>
                  </a:lnTo>
                  <a:lnTo>
                    <a:pt x="490520" y="5516209"/>
                  </a:lnTo>
                  <a:lnTo>
                    <a:pt x="490665" y="5516209"/>
                  </a:lnTo>
                  <a:lnTo>
                    <a:pt x="490811" y="5516209"/>
                  </a:lnTo>
                  <a:lnTo>
                    <a:pt x="490956" y="5516209"/>
                  </a:lnTo>
                  <a:lnTo>
                    <a:pt x="491101" y="5516209"/>
                  </a:lnTo>
                  <a:lnTo>
                    <a:pt x="491247" y="5516209"/>
                  </a:lnTo>
                  <a:lnTo>
                    <a:pt x="491392" y="5516209"/>
                  </a:lnTo>
                  <a:lnTo>
                    <a:pt x="491538" y="5516209"/>
                  </a:lnTo>
                  <a:lnTo>
                    <a:pt x="491683" y="5516209"/>
                  </a:lnTo>
                  <a:lnTo>
                    <a:pt x="491829" y="5516209"/>
                  </a:lnTo>
                  <a:lnTo>
                    <a:pt x="491974" y="5516209"/>
                  </a:lnTo>
                  <a:lnTo>
                    <a:pt x="492119" y="5516209"/>
                  </a:lnTo>
                  <a:lnTo>
                    <a:pt x="492119" y="5515585"/>
                  </a:lnTo>
                  <a:lnTo>
                    <a:pt x="492265" y="5515585"/>
                  </a:lnTo>
                  <a:lnTo>
                    <a:pt x="492410" y="5515585"/>
                  </a:lnTo>
                  <a:lnTo>
                    <a:pt x="492556" y="5515585"/>
                  </a:lnTo>
                  <a:lnTo>
                    <a:pt x="492701" y="5515585"/>
                  </a:lnTo>
                  <a:lnTo>
                    <a:pt x="492847" y="5515585"/>
                  </a:lnTo>
                  <a:lnTo>
                    <a:pt x="492992" y="5515585"/>
                  </a:lnTo>
                  <a:lnTo>
                    <a:pt x="492992" y="5514962"/>
                  </a:lnTo>
                  <a:lnTo>
                    <a:pt x="493137" y="5514962"/>
                  </a:lnTo>
                  <a:lnTo>
                    <a:pt x="493283" y="5514962"/>
                  </a:lnTo>
                  <a:lnTo>
                    <a:pt x="493283" y="5514338"/>
                  </a:lnTo>
                  <a:lnTo>
                    <a:pt x="493428" y="5514338"/>
                  </a:lnTo>
                  <a:lnTo>
                    <a:pt x="493574" y="5514338"/>
                  </a:lnTo>
                  <a:lnTo>
                    <a:pt x="493574" y="5513714"/>
                  </a:lnTo>
                  <a:lnTo>
                    <a:pt x="493719" y="5513714"/>
                  </a:lnTo>
                  <a:lnTo>
                    <a:pt x="493864" y="5513714"/>
                  </a:lnTo>
                  <a:lnTo>
                    <a:pt x="494010" y="5513714"/>
                  </a:lnTo>
                  <a:lnTo>
                    <a:pt x="494155" y="5513714"/>
                  </a:lnTo>
                  <a:lnTo>
                    <a:pt x="494301" y="5513714"/>
                  </a:lnTo>
                  <a:lnTo>
                    <a:pt x="494446" y="5513714"/>
                  </a:lnTo>
                  <a:lnTo>
                    <a:pt x="494446" y="5513091"/>
                  </a:lnTo>
                  <a:lnTo>
                    <a:pt x="494446" y="5512467"/>
                  </a:lnTo>
                  <a:lnTo>
                    <a:pt x="494592" y="5512467"/>
                  </a:lnTo>
                  <a:lnTo>
                    <a:pt x="494737" y="5512467"/>
                  </a:lnTo>
                  <a:lnTo>
                    <a:pt x="494737" y="5511844"/>
                  </a:lnTo>
                  <a:lnTo>
                    <a:pt x="494882" y="5511844"/>
                  </a:lnTo>
                  <a:lnTo>
                    <a:pt x="494882" y="5511220"/>
                  </a:lnTo>
                  <a:lnTo>
                    <a:pt x="495028" y="5511220"/>
                  </a:lnTo>
                  <a:lnTo>
                    <a:pt x="495028" y="5510596"/>
                  </a:lnTo>
                  <a:lnTo>
                    <a:pt x="495028" y="5509973"/>
                  </a:lnTo>
                  <a:lnTo>
                    <a:pt x="495173" y="5509973"/>
                  </a:lnTo>
                  <a:lnTo>
                    <a:pt x="495319" y="5509973"/>
                  </a:lnTo>
                  <a:lnTo>
                    <a:pt x="495464" y="5509973"/>
                  </a:lnTo>
                  <a:lnTo>
                    <a:pt x="495464" y="5509349"/>
                  </a:lnTo>
                  <a:lnTo>
                    <a:pt x="495610" y="5509349"/>
                  </a:lnTo>
                  <a:lnTo>
                    <a:pt x="495610" y="5508726"/>
                  </a:lnTo>
                  <a:lnTo>
                    <a:pt x="495610" y="5508102"/>
                  </a:lnTo>
                  <a:lnTo>
                    <a:pt x="495755" y="5508102"/>
                  </a:lnTo>
                  <a:lnTo>
                    <a:pt x="495900" y="5508102"/>
                  </a:lnTo>
                  <a:lnTo>
                    <a:pt x="495900" y="5507479"/>
                  </a:lnTo>
                  <a:lnTo>
                    <a:pt x="496046" y="5507479"/>
                  </a:lnTo>
                  <a:lnTo>
                    <a:pt x="496191" y="5507479"/>
                  </a:lnTo>
                  <a:lnTo>
                    <a:pt x="496337" y="5507479"/>
                  </a:lnTo>
                  <a:lnTo>
                    <a:pt x="496482" y="5507479"/>
                  </a:lnTo>
                  <a:lnTo>
                    <a:pt x="496482" y="5506855"/>
                  </a:lnTo>
                  <a:lnTo>
                    <a:pt x="496628" y="5506855"/>
                  </a:lnTo>
                  <a:lnTo>
                    <a:pt x="496773" y="5506855"/>
                  </a:lnTo>
                  <a:lnTo>
                    <a:pt x="496918" y="5506855"/>
                  </a:lnTo>
                  <a:lnTo>
                    <a:pt x="497064" y="5506855"/>
                  </a:lnTo>
                  <a:lnTo>
                    <a:pt x="497209" y="5506855"/>
                  </a:lnTo>
                  <a:lnTo>
                    <a:pt x="497355" y="5506855"/>
                  </a:lnTo>
                  <a:lnTo>
                    <a:pt x="497355" y="5506231"/>
                  </a:lnTo>
                  <a:lnTo>
                    <a:pt x="497500" y="5506231"/>
                  </a:lnTo>
                  <a:lnTo>
                    <a:pt x="497646" y="5506231"/>
                  </a:lnTo>
                  <a:lnTo>
                    <a:pt x="497791" y="5506231"/>
                  </a:lnTo>
                  <a:lnTo>
                    <a:pt x="497936" y="5506231"/>
                  </a:lnTo>
                  <a:lnTo>
                    <a:pt x="497936" y="5505608"/>
                  </a:lnTo>
                  <a:lnTo>
                    <a:pt x="498082" y="5505608"/>
                  </a:lnTo>
                  <a:lnTo>
                    <a:pt x="498082" y="5504984"/>
                  </a:lnTo>
                  <a:lnTo>
                    <a:pt x="498227" y="5504984"/>
                  </a:lnTo>
                  <a:lnTo>
                    <a:pt x="498227" y="5504361"/>
                  </a:lnTo>
                  <a:lnTo>
                    <a:pt x="498373" y="5504361"/>
                  </a:lnTo>
                  <a:lnTo>
                    <a:pt x="498373" y="5503737"/>
                  </a:lnTo>
                  <a:lnTo>
                    <a:pt x="498518" y="5503737"/>
                  </a:lnTo>
                  <a:lnTo>
                    <a:pt x="498664" y="5503737"/>
                  </a:lnTo>
                  <a:lnTo>
                    <a:pt x="498809" y="5503737"/>
                  </a:lnTo>
                  <a:lnTo>
                    <a:pt x="498809" y="5503113"/>
                  </a:lnTo>
                  <a:lnTo>
                    <a:pt x="498954" y="5503113"/>
                  </a:lnTo>
                  <a:lnTo>
                    <a:pt x="499100" y="5503113"/>
                  </a:lnTo>
                  <a:lnTo>
                    <a:pt x="499245" y="5503113"/>
                  </a:lnTo>
                  <a:lnTo>
                    <a:pt x="499391" y="5503113"/>
                  </a:lnTo>
                  <a:lnTo>
                    <a:pt x="499536" y="5503113"/>
                  </a:lnTo>
                  <a:lnTo>
                    <a:pt x="499536" y="5502490"/>
                  </a:lnTo>
                  <a:lnTo>
                    <a:pt x="499536" y="5501866"/>
                  </a:lnTo>
                  <a:lnTo>
                    <a:pt x="499536" y="5501243"/>
                  </a:lnTo>
                  <a:lnTo>
                    <a:pt x="499681" y="5501243"/>
                  </a:lnTo>
                  <a:lnTo>
                    <a:pt x="499827" y="5501243"/>
                  </a:lnTo>
                  <a:lnTo>
                    <a:pt x="499972" y="5501243"/>
                  </a:lnTo>
                  <a:lnTo>
                    <a:pt x="500118" y="5501243"/>
                  </a:lnTo>
                  <a:lnTo>
                    <a:pt x="500263" y="5501243"/>
                  </a:lnTo>
                  <a:lnTo>
                    <a:pt x="500409" y="5501243"/>
                  </a:lnTo>
                  <a:lnTo>
                    <a:pt x="500554" y="5501243"/>
                  </a:lnTo>
                  <a:lnTo>
                    <a:pt x="500699" y="5501243"/>
                  </a:lnTo>
                  <a:lnTo>
                    <a:pt x="500845" y="5501243"/>
                  </a:lnTo>
                  <a:lnTo>
                    <a:pt x="500990" y="5501243"/>
                  </a:lnTo>
                  <a:lnTo>
                    <a:pt x="501136" y="5501243"/>
                  </a:lnTo>
                  <a:lnTo>
                    <a:pt x="501136" y="5500619"/>
                  </a:lnTo>
                  <a:lnTo>
                    <a:pt x="501136" y="5499996"/>
                  </a:lnTo>
                  <a:lnTo>
                    <a:pt x="501136" y="5499372"/>
                  </a:lnTo>
                  <a:lnTo>
                    <a:pt x="501281" y="5499372"/>
                  </a:lnTo>
                  <a:lnTo>
                    <a:pt x="501427" y="5499372"/>
                  </a:lnTo>
                  <a:lnTo>
                    <a:pt x="501572" y="5499372"/>
                  </a:lnTo>
                  <a:lnTo>
                    <a:pt x="501717" y="5499372"/>
                  </a:lnTo>
                  <a:lnTo>
                    <a:pt x="501863" y="5499372"/>
                  </a:lnTo>
                  <a:lnTo>
                    <a:pt x="502008" y="5499372"/>
                  </a:lnTo>
                  <a:lnTo>
                    <a:pt x="502154" y="5499372"/>
                  </a:lnTo>
                  <a:lnTo>
                    <a:pt x="502299" y="5499372"/>
                  </a:lnTo>
                  <a:lnTo>
                    <a:pt x="502445" y="5499372"/>
                  </a:lnTo>
                  <a:lnTo>
                    <a:pt x="502445" y="5498748"/>
                  </a:lnTo>
                  <a:lnTo>
                    <a:pt x="502590" y="5498748"/>
                  </a:lnTo>
                  <a:lnTo>
                    <a:pt x="502735" y="5498748"/>
                  </a:lnTo>
                  <a:lnTo>
                    <a:pt x="502735" y="5498125"/>
                  </a:lnTo>
                  <a:lnTo>
                    <a:pt x="502881" y="5498125"/>
                  </a:lnTo>
                  <a:lnTo>
                    <a:pt x="503026" y="5498125"/>
                  </a:lnTo>
                  <a:lnTo>
                    <a:pt x="503026" y="5497501"/>
                  </a:lnTo>
                  <a:lnTo>
                    <a:pt x="503172" y="5497501"/>
                  </a:lnTo>
                  <a:lnTo>
                    <a:pt x="503172" y="5496878"/>
                  </a:lnTo>
                  <a:lnTo>
                    <a:pt x="503172" y="5496254"/>
                  </a:lnTo>
                  <a:lnTo>
                    <a:pt x="503317" y="5496254"/>
                  </a:lnTo>
                  <a:lnTo>
                    <a:pt x="503317" y="5495630"/>
                  </a:lnTo>
                  <a:lnTo>
                    <a:pt x="503463" y="5495630"/>
                  </a:lnTo>
                  <a:lnTo>
                    <a:pt x="503608" y="5495630"/>
                  </a:lnTo>
                  <a:lnTo>
                    <a:pt x="503753" y="5495630"/>
                  </a:lnTo>
                  <a:lnTo>
                    <a:pt x="503753" y="5495007"/>
                  </a:lnTo>
                  <a:lnTo>
                    <a:pt x="503753" y="5494383"/>
                  </a:lnTo>
                  <a:lnTo>
                    <a:pt x="503753" y="5493760"/>
                  </a:lnTo>
                  <a:lnTo>
                    <a:pt x="503753" y="5493136"/>
                  </a:lnTo>
                  <a:lnTo>
                    <a:pt x="503899" y="5493136"/>
                  </a:lnTo>
                  <a:lnTo>
                    <a:pt x="503899" y="5492513"/>
                  </a:lnTo>
                  <a:lnTo>
                    <a:pt x="504044" y="5492513"/>
                  </a:lnTo>
                  <a:lnTo>
                    <a:pt x="504190" y="5492513"/>
                  </a:lnTo>
                  <a:lnTo>
                    <a:pt x="504190" y="5491889"/>
                  </a:lnTo>
                  <a:lnTo>
                    <a:pt x="504190" y="5491265"/>
                  </a:lnTo>
                  <a:lnTo>
                    <a:pt x="504335" y="5491265"/>
                  </a:lnTo>
                  <a:lnTo>
                    <a:pt x="504481" y="5491265"/>
                  </a:lnTo>
                  <a:lnTo>
                    <a:pt x="504481" y="5490642"/>
                  </a:lnTo>
                  <a:lnTo>
                    <a:pt x="504481" y="5490018"/>
                  </a:lnTo>
                  <a:lnTo>
                    <a:pt x="504626" y="5490018"/>
                  </a:lnTo>
                  <a:lnTo>
                    <a:pt x="504771" y="5490018"/>
                  </a:lnTo>
                  <a:lnTo>
                    <a:pt x="504917" y="5490018"/>
                  </a:lnTo>
                  <a:lnTo>
                    <a:pt x="504917" y="5489395"/>
                  </a:lnTo>
                  <a:lnTo>
                    <a:pt x="504917" y="5488771"/>
                  </a:lnTo>
                  <a:lnTo>
                    <a:pt x="504917" y="5488147"/>
                  </a:lnTo>
                  <a:lnTo>
                    <a:pt x="505062" y="5488147"/>
                  </a:lnTo>
                  <a:lnTo>
                    <a:pt x="505208" y="5488147"/>
                  </a:lnTo>
                  <a:lnTo>
                    <a:pt x="505208" y="5487524"/>
                  </a:lnTo>
                  <a:lnTo>
                    <a:pt x="505208" y="5486900"/>
                  </a:lnTo>
                  <a:lnTo>
                    <a:pt x="505353" y="5486900"/>
                  </a:lnTo>
                  <a:lnTo>
                    <a:pt x="505499" y="5486900"/>
                  </a:lnTo>
                  <a:lnTo>
                    <a:pt x="505499" y="5486277"/>
                  </a:lnTo>
                  <a:lnTo>
                    <a:pt x="505644" y="5486277"/>
                  </a:lnTo>
                  <a:lnTo>
                    <a:pt x="505789" y="5486277"/>
                  </a:lnTo>
                  <a:lnTo>
                    <a:pt x="505935" y="5486277"/>
                  </a:lnTo>
                  <a:lnTo>
                    <a:pt x="506080" y="5486277"/>
                  </a:lnTo>
                  <a:lnTo>
                    <a:pt x="506226" y="5486277"/>
                  </a:lnTo>
                  <a:lnTo>
                    <a:pt x="506226" y="5485653"/>
                  </a:lnTo>
                  <a:lnTo>
                    <a:pt x="506371" y="5485653"/>
                  </a:lnTo>
                  <a:lnTo>
                    <a:pt x="506516" y="5485653"/>
                  </a:lnTo>
                  <a:lnTo>
                    <a:pt x="506662" y="5485653"/>
                  </a:lnTo>
                  <a:lnTo>
                    <a:pt x="506807" y="5485653"/>
                  </a:lnTo>
                  <a:lnTo>
                    <a:pt x="506953" y="5485653"/>
                  </a:lnTo>
                  <a:lnTo>
                    <a:pt x="507098" y="5485653"/>
                  </a:lnTo>
                  <a:lnTo>
                    <a:pt x="507098" y="5485030"/>
                  </a:lnTo>
                  <a:lnTo>
                    <a:pt x="507244" y="5485030"/>
                  </a:lnTo>
                  <a:lnTo>
                    <a:pt x="507244" y="5484406"/>
                  </a:lnTo>
                  <a:lnTo>
                    <a:pt x="507389" y="5484406"/>
                  </a:lnTo>
                  <a:lnTo>
                    <a:pt x="507534" y="5484406"/>
                  </a:lnTo>
                  <a:lnTo>
                    <a:pt x="507680" y="5484406"/>
                  </a:lnTo>
                  <a:lnTo>
                    <a:pt x="507825" y="5484406"/>
                  </a:lnTo>
                  <a:lnTo>
                    <a:pt x="507825" y="5483782"/>
                  </a:lnTo>
                  <a:lnTo>
                    <a:pt x="507825" y="5483159"/>
                  </a:lnTo>
                  <a:lnTo>
                    <a:pt x="507971" y="5483159"/>
                  </a:lnTo>
                  <a:lnTo>
                    <a:pt x="508116" y="5483159"/>
                  </a:lnTo>
                  <a:lnTo>
                    <a:pt x="508262" y="5483159"/>
                  </a:lnTo>
                  <a:lnTo>
                    <a:pt x="508407" y="5483159"/>
                  </a:lnTo>
                  <a:lnTo>
                    <a:pt x="508552" y="5483159"/>
                  </a:lnTo>
                  <a:lnTo>
                    <a:pt x="508698" y="5483159"/>
                  </a:lnTo>
                  <a:lnTo>
                    <a:pt x="508843" y="5483159"/>
                  </a:lnTo>
                  <a:lnTo>
                    <a:pt x="508989" y="5483159"/>
                  </a:lnTo>
                  <a:lnTo>
                    <a:pt x="509134" y="5483159"/>
                  </a:lnTo>
                  <a:lnTo>
                    <a:pt x="509134" y="5482535"/>
                  </a:lnTo>
                  <a:lnTo>
                    <a:pt x="509280" y="5482535"/>
                  </a:lnTo>
                  <a:lnTo>
                    <a:pt x="509425" y="5482535"/>
                  </a:lnTo>
                  <a:lnTo>
                    <a:pt x="509570" y="5482535"/>
                  </a:lnTo>
                  <a:lnTo>
                    <a:pt x="509716" y="5482535"/>
                  </a:lnTo>
                  <a:lnTo>
                    <a:pt x="509861" y="5482535"/>
                  </a:lnTo>
                  <a:lnTo>
                    <a:pt x="509861" y="5481912"/>
                  </a:lnTo>
                  <a:lnTo>
                    <a:pt x="510007" y="5481912"/>
                  </a:lnTo>
                  <a:lnTo>
                    <a:pt x="510152" y="5481912"/>
                  </a:lnTo>
                  <a:lnTo>
                    <a:pt x="510298" y="5481912"/>
                  </a:lnTo>
                  <a:lnTo>
                    <a:pt x="510298" y="5481288"/>
                  </a:lnTo>
                  <a:lnTo>
                    <a:pt x="510443" y="5481288"/>
                  </a:lnTo>
                  <a:lnTo>
                    <a:pt x="510588" y="5481288"/>
                  </a:lnTo>
                  <a:lnTo>
                    <a:pt x="510588" y="5480665"/>
                  </a:lnTo>
                  <a:lnTo>
                    <a:pt x="510734" y="5480665"/>
                  </a:lnTo>
                  <a:lnTo>
                    <a:pt x="510879" y="5480665"/>
                  </a:lnTo>
                  <a:lnTo>
                    <a:pt x="511025" y="5480665"/>
                  </a:lnTo>
                  <a:lnTo>
                    <a:pt x="511025" y="5480041"/>
                  </a:lnTo>
                  <a:lnTo>
                    <a:pt x="511170" y="5480041"/>
                  </a:lnTo>
                  <a:lnTo>
                    <a:pt x="511170" y="5479417"/>
                  </a:lnTo>
                  <a:lnTo>
                    <a:pt x="511316" y="5479417"/>
                  </a:lnTo>
                  <a:lnTo>
                    <a:pt x="511461" y="5479417"/>
                  </a:lnTo>
                  <a:lnTo>
                    <a:pt x="511606" y="5479417"/>
                  </a:lnTo>
                  <a:lnTo>
                    <a:pt x="511752" y="5479417"/>
                  </a:lnTo>
                  <a:lnTo>
                    <a:pt x="511752" y="5478794"/>
                  </a:lnTo>
                  <a:lnTo>
                    <a:pt x="511897" y="5478794"/>
                  </a:lnTo>
                  <a:lnTo>
                    <a:pt x="512043" y="5478794"/>
                  </a:lnTo>
                  <a:lnTo>
                    <a:pt x="512043" y="5478170"/>
                  </a:lnTo>
                  <a:lnTo>
                    <a:pt x="512188" y="5478170"/>
                  </a:lnTo>
                  <a:lnTo>
                    <a:pt x="512334" y="5478170"/>
                  </a:lnTo>
                  <a:lnTo>
                    <a:pt x="512479" y="5478170"/>
                  </a:lnTo>
                  <a:lnTo>
                    <a:pt x="512624" y="5478170"/>
                  </a:lnTo>
                  <a:lnTo>
                    <a:pt x="512770" y="5478170"/>
                  </a:lnTo>
                  <a:lnTo>
                    <a:pt x="512915" y="5478170"/>
                  </a:lnTo>
                  <a:lnTo>
                    <a:pt x="512915" y="5477547"/>
                  </a:lnTo>
                  <a:lnTo>
                    <a:pt x="513061" y="5477547"/>
                  </a:lnTo>
                  <a:lnTo>
                    <a:pt x="513206" y="5477547"/>
                  </a:lnTo>
                  <a:lnTo>
                    <a:pt x="513351" y="5477547"/>
                  </a:lnTo>
                  <a:lnTo>
                    <a:pt x="513351" y="5476923"/>
                  </a:lnTo>
                  <a:lnTo>
                    <a:pt x="513497" y="5476923"/>
                  </a:lnTo>
                  <a:lnTo>
                    <a:pt x="513642" y="5476923"/>
                  </a:lnTo>
                  <a:lnTo>
                    <a:pt x="513788" y="5476923"/>
                  </a:lnTo>
                  <a:lnTo>
                    <a:pt x="513933" y="5476923"/>
                  </a:lnTo>
                  <a:lnTo>
                    <a:pt x="513933" y="5476299"/>
                  </a:lnTo>
                  <a:lnTo>
                    <a:pt x="513933" y="5475676"/>
                  </a:lnTo>
                  <a:lnTo>
                    <a:pt x="513933" y="5475052"/>
                  </a:lnTo>
                  <a:lnTo>
                    <a:pt x="514079" y="5475052"/>
                  </a:lnTo>
                  <a:lnTo>
                    <a:pt x="514224" y="5475052"/>
                  </a:lnTo>
                  <a:lnTo>
                    <a:pt x="514224" y="5474429"/>
                  </a:lnTo>
                  <a:lnTo>
                    <a:pt x="514369" y="5474429"/>
                  </a:lnTo>
                  <a:lnTo>
                    <a:pt x="514515" y="5474429"/>
                  </a:lnTo>
                  <a:lnTo>
                    <a:pt x="514660" y="5474429"/>
                  </a:lnTo>
                  <a:lnTo>
                    <a:pt x="514806" y="5474429"/>
                  </a:lnTo>
                  <a:lnTo>
                    <a:pt x="514806" y="5473805"/>
                  </a:lnTo>
                  <a:lnTo>
                    <a:pt x="514951" y="5473805"/>
                  </a:lnTo>
                  <a:lnTo>
                    <a:pt x="515097" y="5473805"/>
                  </a:lnTo>
                  <a:lnTo>
                    <a:pt x="515242" y="5473805"/>
                  </a:lnTo>
                  <a:lnTo>
                    <a:pt x="515387" y="5473805"/>
                  </a:lnTo>
                  <a:lnTo>
                    <a:pt x="515533" y="5473805"/>
                  </a:lnTo>
                  <a:lnTo>
                    <a:pt x="515678" y="5473805"/>
                  </a:lnTo>
                  <a:lnTo>
                    <a:pt x="515824" y="5473805"/>
                  </a:lnTo>
                  <a:lnTo>
                    <a:pt x="515969" y="5473805"/>
                  </a:lnTo>
                  <a:lnTo>
                    <a:pt x="516115" y="5473805"/>
                  </a:lnTo>
                  <a:lnTo>
                    <a:pt x="516260" y="5473805"/>
                  </a:lnTo>
                  <a:lnTo>
                    <a:pt x="516260" y="5473182"/>
                  </a:lnTo>
                  <a:lnTo>
                    <a:pt x="516405" y="5473182"/>
                  </a:lnTo>
                  <a:lnTo>
                    <a:pt x="516551" y="5473182"/>
                  </a:lnTo>
                  <a:lnTo>
                    <a:pt x="516696" y="5473182"/>
                  </a:lnTo>
                  <a:lnTo>
                    <a:pt x="516842" y="5473182"/>
                  </a:lnTo>
                  <a:lnTo>
                    <a:pt x="516987" y="5473182"/>
                  </a:lnTo>
                  <a:lnTo>
                    <a:pt x="516987" y="5472558"/>
                  </a:lnTo>
                  <a:lnTo>
                    <a:pt x="516987" y="5471934"/>
                  </a:lnTo>
                  <a:lnTo>
                    <a:pt x="517133" y="5471934"/>
                  </a:lnTo>
                  <a:lnTo>
                    <a:pt x="517278" y="5471934"/>
                  </a:lnTo>
                  <a:lnTo>
                    <a:pt x="517423" y="5471934"/>
                  </a:lnTo>
                  <a:lnTo>
                    <a:pt x="517569" y="5471934"/>
                  </a:lnTo>
                  <a:lnTo>
                    <a:pt x="517714" y="5471934"/>
                  </a:lnTo>
                  <a:lnTo>
                    <a:pt x="517860" y="5471934"/>
                  </a:lnTo>
                  <a:lnTo>
                    <a:pt x="518005" y="5471934"/>
                  </a:lnTo>
                  <a:lnTo>
                    <a:pt x="518151" y="5471934"/>
                  </a:lnTo>
                  <a:lnTo>
                    <a:pt x="518296" y="5471934"/>
                  </a:lnTo>
                  <a:lnTo>
                    <a:pt x="518296" y="5471311"/>
                  </a:lnTo>
                  <a:lnTo>
                    <a:pt x="518296" y="5470687"/>
                  </a:lnTo>
                  <a:lnTo>
                    <a:pt x="518441" y="5470687"/>
                  </a:lnTo>
                  <a:lnTo>
                    <a:pt x="518587" y="5470687"/>
                  </a:lnTo>
                  <a:lnTo>
                    <a:pt x="518732" y="5470687"/>
                  </a:lnTo>
                  <a:lnTo>
                    <a:pt x="518878" y="5470687"/>
                  </a:lnTo>
                  <a:lnTo>
                    <a:pt x="519023" y="5470687"/>
                  </a:lnTo>
                  <a:lnTo>
                    <a:pt x="519169" y="5470687"/>
                  </a:lnTo>
                  <a:lnTo>
                    <a:pt x="519314" y="5470687"/>
                  </a:lnTo>
                  <a:lnTo>
                    <a:pt x="519459" y="5470687"/>
                  </a:lnTo>
                  <a:lnTo>
                    <a:pt x="519605" y="5470687"/>
                  </a:lnTo>
                  <a:lnTo>
                    <a:pt x="519605" y="5470064"/>
                  </a:lnTo>
                  <a:lnTo>
                    <a:pt x="519750" y="5470064"/>
                  </a:lnTo>
                  <a:lnTo>
                    <a:pt x="519896" y="5470064"/>
                  </a:lnTo>
                  <a:lnTo>
                    <a:pt x="519896" y="5469440"/>
                  </a:lnTo>
                  <a:lnTo>
                    <a:pt x="519896" y="5468816"/>
                  </a:lnTo>
                  <a:lnTo>
                    <a:pt x="520041" y="5468816"/>
                  </a:lnTo>
                  <a:lnTo>
                    <a:pt x="520186" y="5468816"/>
                  </a:lnTo>
                  <a:lnTo>
                    <a:pt x="520332" y="5468816"/>
                  </a:lnTo>
                  <a:lnTo>
                    <a:pt x="520477" y="5468816"/>
                  </a:lnTo>
                  <a:lnTo>
                    <a:pt x="520623" y="5468816"/>
                  </a:lnTo>
                  <a:lnTo>
                    <a:pt x="520768" y="5468816"/>
                  </a:lnTo>
                  <a:lnTo>
                    <a:pt x="520914" y="5468816"/>
                  </a:lnTo>
                  <a:lnTo>
                    <a:pt x="521059" y="5468816"/>
                  </a:lnTo>
                  <a:lnTo>
                    <a:pt x="521204" y="5468816"/>
                  </a:lnTo>
                  <a:lnTo>
                    <a:pt x="521350" y="5468816"/>
                  </a:lnTo>
                  <a:lnTo>
                    <a:pt x="521350" y="5468193"/>
                  </a:lnTo>
                  <a:lnTo>
                    <a:pt x="521495" y="5468193"/>
                  </a:lnTo>
                  <a:lnTo>
                    <a:pt x="521641" y="5468193"/>
                  </a:lnTo>
                  <a:lnTo>
                    <a:pt x="521786" y="5468193"/>
                  </a:lnTo>
                  <a:lnTo>
                    <a:pt x="521786" y="5467569"/>
                  </a:lnTo>
                  <a:lnTo>
                    <a:pt x="521932" y="5467569"/>
                  </a:lnTo>
                  <a:lnTo>
                    <a:pt x="522077" y="5467569"/>
                  </a:lnTo>
                  <a:lnTo>
                    <a:pt x="522222" y="5467569"/>
                  </a:lnTo>
                  <a:lnTo>
                    <a:pt x="522222" y="5466946"/>
                  </a:lnTo>
                  <a:lnTo>
                    <a:pt x="522368" y="5466946"/>
                  </a:lnTo>
                  <a:lnTo>
                    <a:pt x="522368" y="5466322"/>
                  </a:lnTo>
                  <a:lnTo>
                    <a:pt x="522513" y="5466322"/>
                  </a:lnTo>
                  <a:lnTo>
                    <a:pt x="522659" y="5466322"/>
                  </a:lnTo>
                  <a:lnTo>
                    <a:pt x="522804" y="5466322"/>
                  </a:lnTo>
                  <a:lnTo>
                    <a:pt x="522950" y="5466322"/>
                  </a:lnTo>
                  <a:lnTo>
                    <a:pt x="523095" y="5466322"/>
                  </a:lnTo>
                  <a:lnTo>
                    <a:pt x="523240" y="5466322"/>
                  </a:lnTo>
                  <a:lnTo>
                    <a:pt x="523386" y="5466322"/>
                  </a:lnTo>
                  <a:lnTo>
                    <a:pt x="523386" y="5465699"/>
                  </a:lnTo>
                  <a:lnTo>
                    <a:pt x="523531" y="5465699"/>
                  </a:lnTo>
                  <a:lnTo>
                    <a:pt x="523677" y="5465699"/>
                  </a:lnTo>
                  <a:lnTo>
                    <a:pt x="523822" y="5465699"/>
                  </a:lnTo>
                  <a:lnTo>
                    <a:pt x="523968" y="5465699"/>
                  </a:lnTo>
                  <a:lnTo>
                    <a:pt x="524113" y="5465699"/>
                  </a:lnTo>
                  <a:lnTo>
                    <a:pt x="524258" y="5465699"/>
                  </a:lnTo>
                  <a:lnTo>
                    <a:pt x="524404" y="5465699"/>
                  </a:lnTo>
                  <a:lnTo>
                    <a:pt x="524404" y="5465075"/>
                  </a:lnTo>
                  <a:lnTo>
                    <a:pt x="524549" y="5465075"/>
                  </a:lnTo>
                  <a:lnTo>
                    <a:pt x="524549" y="5464451"/>
                  </a:lnTo>
                  <a:lnTo>
                    <a:pt x="524695" y="5464451"/>
                  </a:lnTo>
                  <a:lnTo>
                    <a:pt x="524840" y="5464451"/>
                  </a:lnTo>
                  <a:lnTo>
                    <a:pt x="524840" y="5463828"/>
                  </a:lnTo>
                  <a:lnTo>
                    <a:pt x="524986" y="5463828"/>
                  </a:lnTo>
                  <a:lnTo>
                    <a:pt x="525131" y="5463828"/>
                  </a:lnTo>
                  <a:lnTo>
                    <a:pt x="525131" y="5463204"/>
                  </a:lnTo>
                  <a:lnTo>
                    <a:pt x="525276" y="5463204"/>
                  </a:lnTo>
                  <a:lnTo>
                    <a:pt x="525422" y="5463204"/>
                  </a:lnTo>
                  <a:lnTo>
                    <a:pt x="525422" y="5462581"/>
                  </a:lnTo>
                  <a:lnTo>
                    <a:pt x="525422" y="5461957"/>
                  </a:lnTo>
                  <a:lnTo>
                    <a:pt x="525567" y="5461957"/>
                  </a:lnTo>
                  <a:lnTo>
                    <a:pt x="525713" y="5461957"/>
                  </a:lnTo>
                  <a:lnTo>
                    <a:pt x="525713" y="5461333"/>
                  </a:lnTo>
                  <a:lnTo>
                    <a:pt x="525858" y="5461333"/>
                  </a:lnTo>
                  <a:lnTo>
                    <a:pt x="526004" y="5461333"/>
                  </a:lnTo>
                  <a:lnTo>
                    <a:pt x="526149" y="5461333"/>
                  </a:lnTo>
                  <a:lnTo>
                    <a:pt x="526294" y="5461333"/>
                  </a:lnTo>
                  <a:lnTo>
                    <a:pt x="526440" y="5461333"/>
                  </a:lnTo>
                  <a:lnTo>
                    <a:pt x="526585" y="5461333"/>
                  </a:lnTo>
                  <a:lnTo>
                    <a:pt x="526585" y="5460710"/>
                  </a:lnTo>
                  <a:lnTo>
                    <a:pt x="526731" y="5460710"/>
                  </a:lnTo>
                  <a:lnTo>
                    <a:pt x="526876" y="5460710"/>
                  </a:lnTo>
                  <a:lnTo>
                    <a:pt x="527021" y="5460710"/>
                  </a:lnTo>
                  <a:lnTo>
                    <a:pt x="527167" y="5460710"/>
                  </a:lnTo>
                  <a:lnTo>
                    <a:pt x="527167" y="5460086"/>
                  </a:lnTo>
                  <a:lnTo>
                    <a:pt x="527312" y="5460086"/>
                  </a:lnTo>
                  <a:lnTo>
                    <a:pt x="527458" y="5460086"/>
                  </a:lnTo>
                  <a:lnTo>
                    <a:pt x="527603" y="5460086"/>
                  </a:lnTo>
                  <a:lnTo>
                    <a:pt x="527749" y="5460086"/>
                  </a:lnTo>
                  <a:lnTo>
                    <a:pt x="527894" y="5460086"/>
                  </a:lnTo>
                  <a:lnTo>
                    <a:pt x="528039" y="5460086"/>
                  </a:lnTo>
                  <a:lnTo>
                    <a:pt x="528039" y="5459463"/>
                  </a:lnTo>
                  <a:lnTo>
                    <a:pt x="528185" y="5459463"/>
                  </a:lnTo>
                  <a:lnTo>
                    <a:pt x="528330" y="5459463"/>
                  </a:lnTo>
                  <a:lnTo>
                    <a:pt x="528330" y="5458839"/>
                  </a:lnTo>
                  <a:lnTo>
                    <a:pt x="528330" y="5458216"/>
                  </a:lnTo>
                  <a:lnTo>
                    <a:pt x="528476" y="5458216"/>
                  </a:lnTo>
                  <a:lnTo>
                    <a:pt x="528621" y="5458216"/>
                  </a:lnTo>
                  <a:lnTo>
                    <a:pt x="528621" y="5457592"/>
                  </a:lnTo>
                  <a:lnTo>
                    <a:pt x="528767" y="5457592"/>
                  </a:lnTo>
                  <a:lnTo>
                    <a:pt x="528912" y="5457592"/>
                  </a:lnTo>
                  <a:lnTo>
                    <a:pt x="529057" y="5457592"/>
                  </a:lnTo>
                  <a:lnTo>
                    <a:pt x="529203" y="5457592"/>
                  </a:lnTo>
                  <a:lnTo>
                    <a:pt x="529348" y="5457592"/>
                  </a:lnTo>
                  <a:lnTo>
                    <a:pt x="529494" y="5457592"/>
                  </a:lnTo>
                  <a:lnTo>
                    <a:pt x="529639" y="5457592"/>
                  </a:lnTo>
                  <a:lnTo>
                    <a:pt x="529785" y="5457592"/>
                  </a:lnTo>
                  <a:lnTo>
                    <a:pt x="529930" y="5457592"/>
                  </a:lnTo>
                  <a:lnTo>
                    <a:pt x="530075" y="5457592"/>
                  </a:lnTo>
                  <a:lnTo>
                    <a:pt x="530221" y="5457592"/>
                  </a:lnTo>
                  <a:lnTo>
                    <a:pt x="530366" y="5457592"/>
                  </a:lnTo>
                  <a:lnTo>
                    <a:pt x="530512" y="5457592"/>
                  </a:lnTo>
                  <a:lnTo>
                    <a:pt x="530657" y="5457592"/>
                  </a:lnTo>
                  <a:lnTo>
                    <a:pt x="530803" y="5457592"/>
                  </a:lnTo>
                  <a:lnTo>
                    <a:pt x="530803" y="5456968"/>
                  </a:lnTo>
                  <a:lnTo>
                    <a:pt x="530948" y="5456968"/>
                  </a:lnTo>
                  <a:lnTo>
                    <a:pt x="530948" y="5456345"/>
                  </a:lnTo>
                  <a:lnTo>
                    <a:pt x="531093" y="5456345"/>
                  </a:lnTo>
                  <a:lnTo>
                    <a:pt x="531093" y="5455721"/>
                  </a:lnTo>
                  <a:lnTo>
                    <a:pt x="531239" y="5455721"/>
                  </a:lnTo>
                  <a:lnTo>
                    <a:pt x="531384" y="5455721"/>
                  </a:lnTo>
                  <a:lnTo>
                    <a:pt x="531530" y="5455721"/>
                  </a:lnTo>
                  <a:lnTo>
                    <a:pt x="531675" y="5455721"/>
                  </a:lnTo>
                  <a:lnTo>
                    <a:pt x="531821" y="5455721"/>
                  </a:lnTo>
                  <a:lnTo>
                    <a:pt x="531966" y="5455721"/>
                  </a:lnTo>
                  <a:lnTo>
                    <a:pt x="532111" y="5455721"/>
                  </a:lnTo>
                  <a:lnTo>
                    <a:pt x="532257" y="5455721"/>
                  </a:lnTo>
                  <a:lnTo>
                    <a:pt x="532257" y="5455098"/>
                  </a:lnTo>
                  <a:lnTo>
                    <a:pt x="532402" y="5455098"/>
                  </a:lnTo>
                  <a:lnTo>
                    <a:pt x="532548" y="5455098"/>
                  </a:lnTo>
                  <a:lnTo>
                    <a:pt x="532693" y="5455098"/>
                  </a:lnTo>
                  <a:lnTo>
                    <a:pt x="532839" y="5455098"/>
                  </a:lnTo>
                  <a:lnTo>
                    <a:pt x="532984" y="5455098"/>
                  </a:lnTo>
                  <a:lnTo>
                    <a:pt x="533129" y="5455098"/>
                  </a:lnTo>
                  <a:lnTo>
                    <a:pt x="533275" y="5455098"/>
                  </a:lnTo>
                  <a:lnTo>
                    <a:pt x="533275" y="5454474"/>
                  </a:lnTo>
                  <a:lnTo>
                    <a:pt x="533420" y="5454474"/>
                  </a:lnTo>
                  <a:lnTo>
                    <a:pt x="533566" y="5454474"/>
                  </a:lnTo>
                  <a:lnTo>
                    <a:pt x="533711" y="5454474"/>
                  </a:lnTo>
                  <a:lnTo>
                    <a:pt x="533711" y="5453850"/>
                  </a:lnTo>
                  <a:lnTo>
                    <a:pt x="533856" y="5453850"/>
                  </a:lnTo>
                  <a:lnTo>
                    <a:pt x="534002" y="5453850"/>
                  </a:lnTo>
                  <a:lnTo>
                    <a:pt x="534147" y="5453850"/>
                  </a:lnTo>
                  <a:lnTo>
                    <a:pt x="534293" y="5453850"/>
                  </a:lnTo>
                  <a:lnTo>
                    <a:pt x="534438" y="5453850"/>
                  </a:lnTo>
                  <a:lnTo>
                    <a:pt x="534584" y="5453850"/>
                  </a:lnTo>
                  <a:lnTo>
                    <a:pt x="534729" y="5453850"/>
                  </a:lnTo>
                  <a:lnTo>
                    <a:pt x="534874" y="5453850"/>
                  </a:lnTo>
                  <a:lnTo>
                    <a:pt x="535020" y="5453850"/>
                  </a:lnTo>
                  <a:lnTo>
                    <a:pt x="535165" y="5453850"/>
                  </a:lnTo>
                  <a:lnTo>
                    <a:pt x="535311" y="5453850"/>
                  </a:lnTo>
                  <a:lnTo>
                    <a:pt x="535456" y="5453850"/>
                  </a:lnTo>
                  <a:lnTo>
                    <a:pt x="535602" y="5453850"/>
                  </a:lnTo>
                  <a:lnTo>
                    <a:pt x="535602" y="5453227"/>
                  </a:lnTo>
                  <a:lnTo>
                    <a:pt x="535747" y="5453227"/>
                  </a:lnTo>
                  <a:lnTo>
                    <a:pt x="535892" y="5453227"/>
                  </a:lnTo>
                  <a:lnTo>
                    <a:pt x="536038" y="5453227"/>
                  </a:lnTo>
                  <a:lnTo>
                    <a:pt x="536038" y="5452603"/>
                  </a:lnTo>
                  <a:lnTo>
                    <a:pt x="536183" y="5452603"/>
                  </a:lnTo>
                  <a:lnTo>
                    <a:pt x="536329" y="5452603"/>
                  </a:lnTo>
                  <a:lnTo>
                    <a:pt x="536474" y="5452603"/>
                  </a:lnTo>
                  <a:lnTo>
                    <a:pt x="536620" y="5452603"/>
                  </a:lnTo>
                  <a:lnTo>
                    <a:pt x="536765" y="5452603"/>
                  </a:lnTo>
                  <a:lnTo>
                    <a:pt x="536910" y="5452603"/>
                  </a:lnTo>
                  <a:lnTo>
                    <a:pt x="537056" y="5452603"/>
                  </a:lnTo>
                  <a:lnTo>
                    <a:pt x="537201" y="5452603"/>
                  </a:lnTo>
                  <a:lnTo>
                    <a:pt x="537347" y="5452603"/>
                  </a:lnTo>
                  <a:lnTo>
                    <a:pt x="537347" y="5451980"/>
                  </a:lnTo>
                  <a:lnTo>
                    <a:pt x="537347" y="5451356"/>
                  </a:lnTo>
                  <a:lnTo>
                    <a:pt x="537492" y="5451356"/>
                  </a:lnTo>
                  <a:lnTo>
                    <a:pt x="537638" y="5451356"/>
                  </a:lnTo>
                  <a:lnTo>
                    <a:pt x="537783" y="5451356"/>
                  </a:lnTo>
                  <a:lnTo>
                    <a:pt x="537928" y="5451356"/>
                  </a:lnTo>
                  <a:lnTo>
                    <a:pt x="538074" y="5451356"/>
                  </a:lnTo>
                  <a:lnTo>
                    <a:pt x="538219" y="5451356"/>
                  </a:lnTo>
                  <a:lnTo>
                    <a:pt x="538219" y="5450733"/>
                  </a:lnTo>
                  <a:lnTo>
                    <a:pt x="538365" y="5450733"/>
                  </a:lnTo>
                  <a:lnTo>
                    <a:pt x="538365" y="5450109"/>
                  </a:lnTo>
                  <a:lnTo>
                    <a:pt x="538510" y="5450109"/>
                  </a:lnTo>
                  <a:lnTo>
                    <a:pt x="538656" y="5450109"/>
                  </a:lnTo>
                  <a:lnTo>
                    <a:pt x="538656" y="5449485"/>
                  </a:lnTo>
                  <a:lnTo>
                    <a:pt x="538656" y="5448862"/>
                  </a:lnTo>
                  <a:lnTo>
                    <a:pt x="538656" y="5448238"/>
                  </a:lnTo>
                  <a:lnTo>
                    <a:pt x="538656" y="5447615"/>
                  </a:lnTo>
                  <a:lnTo>
                    <a:pt x="538801" y="5447615"/>
                  </a:lnTo>
                  <a:lnTo>
                    <a:pt x="538801" y="5446991"/>
                  </a:lnTo>
                  <a:lnTo>
                    <a:pt x="538946" y="5446991"/>
                  </a:lnTo>
                  <a:lnTo>
                    <a:pt x="538946" y="5446367"/>
                  </a:lnTo>
                  <a:lnTo>
                    <a:pt x="538946" y="5445744"/>
                  </a:lnTo>
                  <a:lnTo>
                    <a:pt x="538946" y="5445120"/>
                  </a:lnTo>
                  <a:lnTo>
                    <a:pt x="539092" y="5445120"/>
                  </a:lnTo>
                  <a:lnTo>
                    <a:pt x="539237" y="5445120"/>
                  </a:lnTo>
                  <a:lnTo>
                    <a:pt x="539383" y="5445120"/>
                  </a:lnTo>
                  <a:lnTo>
                    <a:pt x="539528" y="5445120"/>
                  </a:lnTo>
                  <a:lnTo>
                    <a:pt x="539674" y="5445120"/>
                  </a:lnTo>
                  <a:lnTo>
                    <a:pt x="539819" y="5445120"/>
                  </a:lnTo>
                  <a:lnTo>
                    <a:pt x="539819" y="5444497"/>
                  </a:lnTo>
                  <a:lnTo>
                    <a:pt x="539964" y="5444497"/>
                  </a:lnTo>
                  <a:lnTo>
                    <a:pt x="540110" y="5444497"/>
                  </a:lnTo>
                  <a:lnTo>
                    <a:pt x="540110" y="5443873"/>
                  </a:lnTo>
                  <a:lnTo>
                    <a:pt x="540255" y="5443873"/>
                  </a:lnTo>
                  <a:lnTo>
                    <a:pt x="540401" y="5443873"/>
                  </a:lnTo>
                  <a:lnTo>
                    <a:pt x="540546" y="5443873"/>
                  </a:lnTo>
                  <a:lnTo>
                    <a:pt x="540691" y="5443873"/>
                  </a:lnTo>
                  <a:lnTo>
                    <a:pt x="540691" y="5443250"/>
                  </a:lnTo>
                  <a:lnTo>
                    <a:pt x="540837" y="5443250"/>
                  </a:lnTo>
                  <a:lnTo>
                    <a:pt x="540982" y="5443250"/>
                  </a:lnTo>
                  <a:lnTo>
                    <a:pt x="541128" y="5443250"/>
                  </a:lnTo>
                  <a:lnTo>
                    <a:pt x="541273" y="5443250"/>
                  </a:lnTo>
                  <a:lnTo>
                    <a:pt x="541419" y="5443250"/>
                  </a:lnTo>
                  <a:lnTo>
                    <a:pt x="541419" y="5442626"/>
                  </a:lnTo>
                  <a:lnTo>
                    <a:pt x="541564" y="5442626"/>
                  </a:lnTo>
                  <a:lnTo>
                    <a:pt x="541564" y="5442002"/>
                  </a:lnTo>
                  <a:lnTo>
                    <a:pt x="541709" y="5442002"/>
                  </a:lnTo>
                  <a:lnTo>
                    <a:pt x="541855" y="5442002"/>
                  </a:lnTo>
                  <a:lnTo>
                    <a:pt x="542000" y="5442002"/>
                  </a:lnTo>
                  <a:lnTo>
                    <a:pt x="542146" y="5442002"/>
                  </a:lnTo>
                  <a:lnTo>
                    <a:pt x="542291" y="5442002"/>
                  </a:lnTo>
                  <a:lnTo>
                    <a:pt x="542437" y="5442002"/>
                  </a:lnTo>
                  <a:lnTo>
                    <a:pt x="542582" y="5442002"/>
                  </a:lnTo>
                  <a:lnTo>
                    <a:pt x="542727" y="5442002"/>
                  </a:lnTo>
                  <a:lnTo>
                    <a:pt x="542873" y="5442002"/>
                  </a:lnTo>
                  <a:lnTo>
                    <a:pt x="543018" y="5442002"/>
                  </a:lnTo>
                  <a:lnTo>
                    <a:pt x="543164" y="5442002"/>
                  </a:lnTo>
                  <a:lnTo>
                    <a:pt x="543164" y="5441379"/>
                  </a:lnTo>
                  <a:lnTo>
                    <a:pt x="543309" y="5441379"/>
                  </a:lnTo>
                  <a:lnTo>
                    <a:pt x="543455" y="5441379"/>
                  </a:lnTo>
                  <a:lnTo>
                    <a:pt x="543600" y="5441379"/>
                  </a:lnTo>
                  <a:lnTo>
                    <a:pt x="543745" y="5441379"/>
                  </a:lnTo>
                  <a:lnTo>
                    <a:pt x="543891" y="5441379"/>
                  </a:lnTo>
                  <a:lnTo>
                    <a:pt x="544036" y="5441379"/>
                  </a:lnTo>
                  <a:lnTo>
                    <a:pt x="544182" y="5441379"/>
                  </a:lnTo>
                  <a:lnTo>
                    <a:pt x="544327" y="5441379"/>
                  </a:lnTo>
                  <a:lnTo>
                    <a:pt x="544327" y="5440755"/>
                  </a:lnTo>
                  <a:lnTo>
                    <a:pt x="544327" y="5440132"/>
                  </a:lnTo>
                  <a:lnTo>
                    <a:pt x="544327" y="5439508"/>
                  </a:lnTo>
                  <a:lnTo>
                    <a:pt x="544473" y="5439508"/>
                  </a:lnTo>
                  <a:lnTo>
                    <a:pt x="544618" y="5439508"/>
                  </a:lnTo>
                  <a:lnTo>
                    <a:pt x="544618" y="5438884"/>
                  </a:lnTo>
                  <a:lnTo>
                    <a:pt x="544618" y="5438261"/>
                  </a:lnTo>
                  <a:lnTo>
                    <a:pt x="544763" y="5438261"/>
                  </a:lnTo>
                  <a:lnTo>
                    <a:pt x="544909" y="5438261"/>
                  </a:lnTo>
                  <a:lnTo>
                    <a:pt x="544909" y="5437637"/>
                  </a:lnTo>
                  <a:lnTo>
                    <a:pt x="545054" y="5437637"/>
                  </a:lnTo>
                  <a:lnTo>
                    <a:pt x="545200" y="5437637"/>
                  </a:lnTo>
                  <a:lnTo>
                    <a:pt x="545200" y="5437014"/>
                  </a:lnTo>
                  <a:lnTo>
                    <a:pt x="545345" y="5437014"/>
                  </a:lnTo>
                  <a:lnTo>
                    <a:pt x="545491" y="5437014"/>
                  </a:lnTo>
                  <a:lnTo>
                    <a:pt x="545636" y="5437014"/>
                  </a:lnTo>
                  <a:lnTo>
                    <a:pt x="545636" y="5436390"/>
                  </a:lnTo>
                  <a:lnTo>
                    <a:pt x="545781" y="5436390"/>
                  </a:lnTo>
                  <a:lnTo>
                    <a:pt x="545927" y="5436390"/>
                  </a:lnTo>
                  <a:lnTo>
                    <a:pt x="545927" y="5435767"/>
                  </a:lnTo>
                  <a:lnTo>
                    <a:pt x="546072" y="5435767"/>
                  </a:lnTo>
                  <a:lnTo>
                    <a:pt x="546218" y="5435767"/>
                  </a:lnTo>
                  <a:lnTo>
                    <a:pt x="546363" y="5435767"/>
                  </a:lnTo>
                  <a:lnTo>
                    <a:pt x="546509" y="5435767"/>
                  </a:lnTo>
                  <a:lnTo>
                    <a:pt x="546509" y="5435143"/>
                  </a:lnTo>
                  <a:lnTo>
                    <a:pt x="546654" y="5435143"/>
                  </a:lnTo>
                  <a:lnTo>
                    <a:pt x="546799" y="5435143"/>
                  </a:lnTo>
                  <a:lnTo>
                    <a:pt x="546945" y="5435143"/>
                  </a:lnTo>
                  <a:lnTo>
                    <a:pt x="547090" y="5435143"/>
                  </a:lnTo>
                  <a:lnTo>
                    <a:pt x="547090" y="5434519"/>
                  </a:lnTo>
                  <a:lnTo>
                    <a:pt x="547236" y="5434519"/>
                  </a:lnTo>
                  <a:lnTo>
                    <a:pt x="547381" y="5434519"/>
                  </a:lnTo>
                  <a:lnTo>
                    <a:pt x="547526" y="5434519"/>
                  </a:lnTo>
                  <a:lnTo>
                    <a:pt x="547672" y="5434519"/>
                  </a:lnTo>
                  <a:lnTo>
                    <a:pt x="547672" y="5433896"/>
                  </a:lnTo>
                  <a:lnTo>
                    <a:pt x="547817" y="5433896"/>
                  </a:lnTo>
                  <a:lnTo>
                    <a:pt x="547963" y="5433896"/>
                  </a:lnTo>
                  <a:lnTo>
                    <a:pt x="548108" y="5433896"/>
                  </a:lnTo>
                  <a:lnTo>
                    <a:pt x="548108" y="5433272"/>
                  </a:lnTo>
                  <a:lnTo>
                    <a:pt x="548254" y="5433272"/>
                  </a:lnTo>
                  <a:lnTo>
                    <a:pt x="548399" y="5433272"/>
                  </a:lnTo>
                  <a:lnTo>
                    <a:pt x="548399" y="5432649"/>
                  </a:lnTo>
                  <a:lnTo>
                    <a:pt x="548399" y="5432025"/>
                  </a:lnTo>
                  <a:lnTo>
                    <a:pt x="548544" y="5432025"/>
                  </a:lnTo>
                  <a:lnTo>
                    <a:pt x="548544" y="5431401"/>
                  </a:lnTo>
                  <a:lnTo>
                    <a:pt x="548544" y="5430778"/>
                  </a:lnTo>
                  <a:lnTo>
                    <a:pt x="548690" y="5430778"/>
                  </a:lnTo>
                  <a:lnTo>
                    <a:pt x="548835" y="5430778"/>
                  </a:lnTo>
                  <a:lnTo>
                    <a:pt x="548981" y="5430778"/>
                  </a:lnTo>
                  <a:lnTo>
                    <a:pt x="549126" y="5430778"/>
                  </a:lnTo>
                  <a:lnTo>
                    <a:pt x="549126" y="5430154"/>
                  </a:lnTo>
                  <a:lnTo>
                    <a:pt x="549126" y="5429531"/>
                  </a:lnTo>
                  <a:lnTo>
                    <a:pt x="549272" y="5429531"/>
                  </a:lnTo>
                  <a:lnTo>
                    <a:pt x="549272" y="5428907"/>
                  </a:lnTo>
                  <a:lnTo>
                    <a:pt x="549417" y="5428907"/>
                  </a:lnTo>
                  <a:lnTo>
                    <a:pt x="549562" y="5428907"/>
                  </a:lnTo>
                  <a:lnTo>
                    <a:pt x="549708" y="5428907"/>
                  </a:lnTo>
                  <a:lnTo>
                    <a:pt x="549853" y="5428907"/>
                  </a:lnTo>
                  <a:lnTo>
                    <a:pt x="549999" y="5428907"/>
                  </a:lnTo>
                  <a:lnTo>
                    <a:pt x="550144" y="5428907"/>
                  </a:lnTo>
                  <a:lnTo>
                    <a:pt x="550290" y="5428907"/>
                  </a:lnTo>
                  <a:lnTo>
                    <a:pt x="550435" y="5428907"/>
                  </a:lnTo>
                  <a:lnTo>
                    <a:pt x="550580" y="5428907"/>
                  </a:lnTo>
                  <a:lnTo>
                    <a:pt x="550726" y="5428907"/>
                  </a:lnTo>
                  <a:lnTo>
                    <a:pt x="550871" y="5428907"/>
                  </a:lnTo>
                  <a:lnTo>
                    <a:pt x="550871" y="5428284"/>
                  </a:lnTo>
                  <a:lnTo>
                    <a:pt x="551017" y="5428284"/>
                  </a:lnTo>
                  <a:lnTo>
                    <a:pt x="551017" y="5427660"/>
                  </a:lnTo>
                  <a:lnTo>
                    <a:pt x="551017" y="5427036"/>
                  </a:lnTo>
                  <a:lnTo>
                    <a:pt x="551162" y="5427036"/>
                  </a:lnTo>
                  <a:lnTo>
                    <a:pt x="551308" y="5427036"/>
                  </a:lnTo>
                  <a:lnTo>
                    <a:pt x="551453" y="5427036"/>
                  </a:lnTo>
                  <a:lnTo>
                    <a:pt x="551598" y="5427036"/>
                  </a:lnTo>
                  <a:lnTo>
                    <a:pt x="551744" y="5427036"/>
                  </a:lnTo>
                  <a:lnTo>
                    <a:pt x="551889" y="5427036"/>
                  </a:lnTo>
                  <a:lnTo>
                    <a:pt x="551889" y="5426413"/>
                  </a:lnTo>
                  <a:lnTo>
                    <a:pt x="552035" y="5426413"/>
                  </a:lnTo>
                  <a:lnTo>
                    <a:pt x="552180" y="5426413"/>
                  </a:lnTo>
                  <a:lnTo>
                    <a:pt x="552326" y="5426413"/>
                  </a:lnTo>
                  <a:lnTo>
                    <a:pt x="552471" y="5426413"/>
                  </a:lnTo>
                  <a:lnTo>
                    <a:pt x="552471" y="5425789"/>
                  </a:lnTo>
                  <a:lnTo>
                    <a:pt x="552616" y="5425789"/>
                  </a:lnTo>
                  <a:lnTo>
                    <a:pt x="552616" y="5425166"/>
                  </a:lnTo>
                  <a:lnTo>
                    <a:pt x="552616" y="5424542"/>
                  </a:lnTo>
                  <a:lnTo>
                    <a:pt x="552616" y="5423919"/>
                  </a:lnTo>
                  <a:lnTo>
                    <a:pt x="552762" y="5423919"/>
                  </a:lnTo>
                  <a:lnTo>
                    <a:pt x="552907" y="5423919"/>
                  </a:lnTo>
                  <a:lnTo>
                    <a:pt x="553053" y="5423919"/>
                  </a:lnTo>
                  <a:lnTo>
                    <a:pt x="553198" y="5423919"/>
                  </a:lnTo>
                  <a:lnTo>
                    <a:pt x="553344" y="5423919"/>
                  </a:lnTo>
                  <a:lnTo>
                    <a:pt x="553344" y="5423295"/>
                  </a:lnTo>
                  <a:lnTo>
                    <a:pt x="553344" y="5422671"/>
                  </a:lnTo>
                  <a:lnTo>
                    <a:pt x="553489" y="5422671"/>
                  </a:lnTo>
                  <a:lnTo>
                    <a:pt x="553634" y="5422671"/>
                  </a:lnTo>
                  <a:lnTo>
                    <a:pt x="553780" y="5422671"/>
                  </a:lnTo>
                  <a:lnTo>
                    <a:pt x="553780" y="5422048"/>
                  </a:lnTo>
                  <a:lnTo>
                    <a:pt x="553925" y="5422048"/>
                  </a:lnTo>
                  <a:lnTo>
                    <a:pt x="554071" y="5422048"/>
                  </a:lnTo>
                  <a:lnTo>
                    <a:pt x="554216" y="5422048"/>
                  </a:lnTo>
                  <a:lnTo>
                    <a:pt x="554361" y="5422048"/>
                  </a:lnTo>
                  <a:lnTo>
                    <a:pt x="554507" y="5422048"/>
                  </a:lnTo>
                  <a:lnTo>
                    <a:pt x="554507" y="5421424"/>
                  </a:lnTo>
                  <a:lnTo>
                    <a:pt x="554507" y="5420801"/>
                  </a:lnTo>
                  <a:lnTo>
                    <a:pt x="554652" y="5420801"/>
                  </a:lnTo>
                  <a:lnTo>
                    <a:pt x="554798" y="5420801"/>
                  </a:lnTo>
                  <a:lnTo>
                    <a:pt x="554943" y="5420801"/>
                  </a:lnTo>
                  <a:lnTo>
                    <a:pt x="555089" y="5420801"/>
                  </a:lnTo>
                  <a:lnTo>
                    <a:pt x="555234" y="5420801"/>
                  </a:lnTo>
                  <a:lnTo>
                    <a:pt x="555379" y="5420801"/>
                  </a:lnTo>
                  <a:lnTo>
                    <a:pt x="555525" y="5420801"/>
                  </a:lnTo>
                  <a:lnTo>
                    <a:pt x="555670" y="5420801"/>
                  </a:lnTo>
                  <a:lnTo>
                    <a:pt x="555670" y="5420177"/>
                  </a:lnTo>
                  <a:lnTo>
                    <a:pt x="555816" y="5420177"/>
                  </a:lnTo>
                  <a:lnTo>
                    <a:pt x="555961" y="5420177"/>
                  </a:lnTo>
                  <a:lnTo>
                    <a:pt x="555961" y="5419553"/>
                  </a:lnTo>
                  <a:lnTo>
                    <a:pt x="556107" y="5419553"/>
                  </a:lnTo>
                  <a:lnTo>
                    <a:pt x="556252" y="5419553"/>
                  </a:lnTo>
                  <a:lnTo>
                    <a:pt x="556397" y="5419553"/>
                  </a:lnTo>
                  <a:lnTo>
                    <a:pt x="556543" y="5419553"/>
                  </a:lnTo>
                  <a:lnTo>
                    <a:pt x="556688" y="5419553"/>
                  </a:lnTo>
                  <a:lnTo>
                    <a:pt x="556834" y="5419553"/>
                  </a:lnTo>
                  <a:lnTo>
                    <a:pt x="556979" y="5419553"/>
                  </a:lnTo>
                  <a:lnTo>
                    <a:pt x="557125" y="5419553"/>
                  </a:lnTo>
                  <a:lnTo>
                    <a:pt x="557270" y="5419553"/>
                  </a:lnTo>
                  <a:lnTo>
                    <a:pt x="557415" y="5419553"/>
                  </a:lnTo>
                  <a:lnTo>
                    <a:pt x="557561" y="5419553"/>
                  </a:lnTo>
                  <a:lnTo>
                    <a:pt x="557706" y="5419553"/>
                  </a:lnTo>
                  <a:lnTo>
                    <a:pt x="557852" y="5419553"/>
                  </a:lnTo>
                  <a:lnTo>
                    <a:pt x="557997" y="5419553"/>
                  </a:lnTo>
                  <a:lnTo>
                    <a:pt x="558143" y="5419553"/>
                  </a:lnTo>
                  <a:lnTo>
                    <a:pt x="558288" y="5419553"/>
                  </a:lnTo>
                  <a:lnTo>
                    <a:pt x="558433" y="5419553"/>
                  </a:lnTo>
                  <a:lnTo>
                    <a:pt x="558579" y="5419553"/>
                  </a:lnTo>
                  <a:lnTo>
                    <a:pt x="558724" y="5419553"/>
                  </a:lnTo>
                  <a:lnTo>
                    <a:pt x="558870" y="5419553"/>
                  </a:lnTo>
                  <a:lnTo>
                    <a:pt x="559015" y="5419553"/>
                  </a:lnTo>
                  <a:lnTo>
                    <a:pt x="559161" y="5419553"/>
                  </a:lnTo>
                  <a:lnTo>
                    <a:pt x="559306" y="5419553"/>
                  </a:lnTo>
                  <a:lnTo>
                    <a:pt x="559306" y="5418930"/>
                  </a:lnTo>
                  <a:lnTo>
                    <a:pt x="559306" y="5418306"/>
                  </a:lnTo>
                  <a:lnTo>
                    <a:pt x="559451" y="5418306"/>
                  </a:lnTo>
                  <a:lnTo>
                    <a:pt x="559597" y="5418306"/>
                  </a:lnTo>
                  <a:lnTo>
                    <a:pt x="559742" y="5418306"/>
                  </a:lnTo>
                  <a:lnTo>
                    <a:pt x="559888" y="5418306"/>
                  </a:lnTo>
                  <a:lnTo>
                    <a:pt x="559888" y="5417683"/>
                  </a:lnTo>
                  <a:lnTo>
                    <a:pt x="559888" y="5417059"/>
                  </a:lnTo>
                  <a:lnTo>
                    <a:pt x="560033" y="5417059"/>
                  </a:lnTo>
                  <a:lnTo>
                    <a:pt x="560179" y="5417059"/>
                  </a:lnTo>
                  <a:lnTo>
                    <a:pt x="560324" y="5417059"/>
                  </a:lnTo>
                  <a:lnTo>
                    <a:pt x="560469" y="5417059"/>
                  </a:lnTo>
                  <a:lnTo>
                    <a:pt x="560615" y="5417059"/>
                  </a:lnTo>
                  <a:lnTo>
                    <a:pt x="560615" y="5416436"/>
                  </a:lnTo>
                  <a:lnTo>
                    <a:pt x="560760" y="5416436"/>
                  </a:lnTo>
                  <a:lnTo>
                    <a:pt x="560906" y="5416436"/>
                  </a:lnTo>
                  <a:lnTo>
                    <a:pt x="561051" y="5416436"/>
                  </a:lnTo>
                  <a:lnTo>
                    <a:pt x="561051" y="5415812"/>
                  </a:lnTo>
                  <a:lnTo>
                    <a:pt x="561051" y="5415188"/>
                  </a:lnTo>
                  <a:lnTo>
                    <a:pt x="561196" y="5415188"/>
                  </a:lnTo>
                  <a:lnTo>
                    <a:pt x="561342" y="5415188"/>
                  </a:lnTo>
                  <a:lnTo>
                    <a:pt x="561342" y="5414565"/>
                  </a:lnTo>
                  <a:lnTo>
                    <a:pt x="561487" y="5414565"/>
                  </a:lnTo>
                  <a:lnTo>
                    <a:pt x="561487" y="5413941"/>
                  </a:lnTo>
                  <a:lnTo>
                    <a:pt x="561633" y="5413941"/>
                  </a:lnTo>
                  <a:lnTo>
                    <a:pt x="561778" y="5413941"/>
                  </a:lnTo>
                  <a:lnTo>
                    <a:pt x="561924" y="5413941"/>
                  </a:lnTo>
                  <a:lnTo>
                    <a:pt x="562069" y="5413941"/>
                  </a:lnTo>
                  <a:lnTo>
                    <a:pt x="562214" y="5413941"/>
                  </a:lnTo>
                  <a:lnTo>
                    <a:pt x="562360" y="5413941"/>
                  </a:lnTo>
                  <a:lnTo>
                    <a:pt x="562505" y="5413941"/>
                  </a:lnTo>
                  <a:lnTo>
                    <a:pt x="562651" y="5413941"/>
                  </a:lnTo>
                  <a:lnTo>
                    <a:pt x="562796" y="5413941"/>
                  </a:lnTo>
                  <a:lnTo>
                    <a:pt x="562796" y="5413318"/>
                  </a:lnTo>
                  <a:lnTo>
                    <a:pt x="562942" y="5413318"/>
                  </a:lnTo>
                  <a:lnTo>
                    <a:pt x="563087" y="5413318"/>
                  </a:lnTo>
                  <a:lnTo>
                    <a:pt x="563232" y="5413318"/>
                  </a:lnTo>
                  <a:lnTo>
                    <a:pt x="563378" y="5413318"/>
                  </a:lnTo>
                  <a:lnTo>
                    <a:pt x="563378" y="5412694"/>
                  </a:lnTo>
                  <a:lnTo>
                    <a:pt x="563523" y="5412694"/>
                  </a:lnTo>
                  <a:lnTo>
                    <a:pt x="563669" y="5412694"/>
                  </a:lnTo>
                  <a:lnTo>
                    <a:pt x="563814" y="5412694"/>
                  </a:lnTo>
                  <a:lnTo>
                    <a:pt x="563960" y="5412694"/>
                  </a:lnTo>
                  <a:lnTo>
                    <a:pt x="563960" y="5412070"/>
                  </a:lnTo>
                  <a:lnTo>
                    <a:pt x="563960" y="5411447"/>
                  </a:lnTo>
                  <a:lnTo>
                    <a:pt x="563960" y="5410823"/>
                  </a:lnTo>
                  <a:lnTo>
                    <a:pt x="563960" y="5410200"/>
                  </a:lnTo>
                  <a:lnTo>
                    <a:pt x="564105" y="5410200"/>
                  </a:lnTo>
                  <a:lnTo>
                    <a:pt x="564250" y="5410200"/>
                  </a:lnTo>
                  <a:lnTo>
                    <a:pt x="564396" y="5410200"/>
                  </a:lnTo>
                  <a:lnTo>
                    <a:pt x="564541" y="5410200"/>
                  </a:lnTo>
                  <a:lnTo>
                    <a:pt x="564687" y="5410200"/>
                  </a:lnTo>
                  <a:lnTo>
                    <a:pt x="564832" y="5410200"/>
                  </a:lnTo>
                  <a:lnTo>
                    <a:pt x="564978" y="5410200"/>
                  </a:lnTo>
                  <a:lnTo>
                    <a:pt x="565123" y="5410200"/>
                  </a:lnTo>
                  <a:lnTo>
                    <a:pt x="565268" y="5410200"/>
                  </a:lnTo>
                  <a:lnTo>
                    <a:pt x="565268" y="5409576"/>
                  </a:lnTo>
                  <a:lnTo>
                    <a:pt x="565414" y="5409576"/>
                  </a:lnTo>
                  <a:lnTo>
                    <a:pt x="565414" y="5408953"/>
                  </a:lnTo>
                  <a:lnTo>
                    <a:pt x="565414" y="5408329"/>
                  </a:lnTo>
                  <a:lnTo>
                    <a:pt x="565559" y="5408329"/>
                  </a:lnTo>
                  <a:lnTo>
                    <a:pt x="565705" y="5408329"/>
                  </a:lnTo>
                  <a:lnTo>
                    <a:pt x="565850" y="5408329"/>
                  </a:lnTo>
                  <a:lnTo>
                    <a:pt x="565996" y="5408329"/>
                  </a:lnTo>
                  <a:lnTo>
                    <a:pt x="566141" y="5408329"/>
                  </a:lnTo>
                  <a:lnTo>
                    <a:pt x="566286" y="5408329"/>
                  </a:lnTo>
                  <a:lnTo>
                    <a:pt x="566432" y="5408329"/>
                  </a:lnTo>
                  <a:lnTo>
                    <a:pt x="566577" y="5408329"/>
                  </a:lnTo>
                  <a:lnTo>
                    <a:pt x="566723" y="5408329"/>
                  </a:lnTo>
                  <a:lnTo>
                    <a:pt x="566868" y="5408329"/>
                  </a:lnTo>
                  <a:lnTo>
                    <a:pt x="566868" y="5407705"/>
                  </a:lnTo>
                  <a:lnTo>
                    <a:pt x="567014" y="5407705"/>
                  </a:lnTo>
                  <a:lnTo>
                    <a:pt x="567159" y="5407705"/>
                  </a:lnTo>
                  <a:lnTo>
                    <a:pt x="567159" y="5407082"/>
                  </a:lnTo>
                  <a:lnTo>
                    <a:pt x="567304" y="5407082"/>
                  </a:lnTo>
                  <a:lnTo>
                    <a:pt x="567304" y="5406458"/>
                  </a:lnTo>
                  <a:lnTo>
                    <a:pt x="567450" y="5406458"/>
                  </a:lnTo>
                  <a:lnTo>
                    <a:pt x="567450" y="5405835"/>
                  </a:lnTo>
                  <a:lnTo>
                    <a:pt x="567595" y="5405835"/>
                  </a:lnTo>
                  <a:lnTo>
                    <a:pt x="567595" y="5405211"/>
                  </a:lnTo>
                  <a:lnTo>
                    <a:pt x="567595" y="5404587"/>
                  </a:lnTo>
                  <a:lnTo>
                    <a:pt x="567595" y="5403964"/>
                  </a:lnTo>
                  <a:lnTo>
                    <a:pt x="567741" y="5403964"/>
                  </a:lnTo>
                  <a:lnTo>
                    <a:pt x="567741" y="5403340"/>
                  </a:lnTo>
                  <a:lnTo>
                    <a:pt x="567886" y="5403340"/>
                  </a:lnTo>
                  <a:lnTo>
                    <a:pt x="568031" y="5403340"/>
                  </a:lnTo>
                  <a:lnTo>
                    <a:pt x="568031" y="5402717"/>
                  </a:lnTo>
                  <a:lnTo>
                    <a:pt x="568177" y="5402717"/>
                  </a:lnTo>
                  <a:lnTo>
                    <a:pt x="568177" y="5402093"/>
                  </a:lnTo>
                  <a:lnTo>
                    <a:pt x="568322" y="5402093"/>
                  </a:lnTo>
                  <a:lnTo>
                    <a:pt x="568468" y="5402093"/>
                  </a:lnTo>
                  <a:lnTo>
                    <a:pt x="568468" y="5401470"/>
                  </a:lnTo>
                  <a:lnTo>
                    <a:pt x="568613" y="5401470"/>
                  </a:lnTo>
                  <a:lnTo>
                    <a:pt x="568759" y="5401470"/>
                  </a:lnTo>
                  <a:lnTo>
                    <a:pt x="568904" y="5401470"/>
                  </a:lnTo>
                  <a:lnTo>
                    <a:pt x="569049" y="5401470"/>
                  </a:lnTo>
                  <a:lnTo>
                    <a:pt x="569195" y="5401470"/>
                  </a:lnTo>
                  <a:lnTo>
                    <a:pt x="569195" y="5400846"/>
                  </a:lnTo>
                  <a:lnTo>
                    <a:pt x="569340" y="5400846"/>
                  </a:lnTo>
                  <a:lnTo>
                    <a:pt x="569486" y="5400846"/>
                  </a:lnTo>
                  <a:lnTo>
                    <a:pt x="569631" y="5400846"/>
                  </a:lnTo>
                  <a:lnTo>
                    <a:pt x="569631" y="5400222"/>
                  </a:lnTo>
                  <a:lnTo>
                    <a:pt x="569777" y="5400222"/>
                  </a:lnTo>
                  <a:lnTo>
                    <a:pt x="569922" y="5400222"/>
                  </a:lnTo>
                  <a:lnTo>
                    <a:pt x="570067" y="5400222"/>
                  </a:lnTo>
                  <a:lnTo>
                    <a:pt x="570213" y="5400222"/>
                  </a:lnTo>
                  <a:lnTo>
                    <a:pt x="570358" y="5400222"/>
                  </a:lnTo>
                  <a:lnTo>
                    <a:pt x="570504" y="5400222"/>
                  </a:lnTo>
                  <a:lnTo>
                    <a:pt x="570649" y="5400222"/>
                  </a:lnTo>
                  <a:lnTo>
                    <a:pt x="570795" y="5400222"/>
                  </a:lnTo>
                  <a:lnTo>
                    <a:pt x="570940" y="5400222"/>
                  </a:lnTo>
                  <a:lnTo>
                    <a:pt x="571085" y="5400222"/>
                  </a:lnTo>
                  <a:lnTo>
                    <a:pt x="571231" y="5400222"/>
                  </a:lnTo>
                  <a:lnTo>
                    <a:pt x="571376" y="5400222"/>
                  </a:lnTo>
                  <a:lnTo>
                    <a:pt x="571376" y="5399599"/>
                  </a:lnTo>
                  <a:lnTo>
                    <a:pt x="571522" y="5399599"/>
                  </a:lnTo>
                  <a:lnTo>
                    <a:pt x="571667" y="5399599"/>
                  </a:lnTo>
                  <a:lnTo>
                    <a:pt x="571813" y="5399599"/>
                  </a:lnTo>
                  <a:lnTo>
                    <a:pt x="571958" y="5399599"/>
                  </a:lnTo>
                  <a:lnTo>
                    <a:pt x="572103" y="5399599"/>
                  </a:lnTo>
                  <a:lnTo>
                    <a:pt x="572249" y="5399599"/>
                  </a:lnTo>
                  <a:lnTo>
                    <a:pt x="572249" y="5398975"/>
                  </a:lnTo>
                  <a:lnTo>
                    <a:pt x="572394" y="5398975"/>
                  </a:lnTo>
                  <a:lnTo>
                    <a:pt x="572540" y="5398975"/>
                  </a:lnTo>
                  <a:lnTo>
                    <a:pt x="572540" y="5398352"/>
                  </a:lnTo>
                  <a:lnTo>
                    <a:pt x="572685" y="5398352"/>
                  </a:lnTo>
                  <a:lnTo>
                    <a:pt x="572685" y="5397728"/>
                  </a:lnTo>
                  <a:lnTo>
                    <a:pt x="572685" y="5397104"/>
                  </a:lnTo>
                  <a:lnTo>
                    <a:pt x="572685" y="5396481"/>
                  </a:lnTo>
                  <a:lnTo>
                    <a:pt x="572685" y="5395857"/>
                  </a:lnTo>
                  <a:lnTo>
                    <a:pt x="572831" y="5395857"/>
                  </a:lnTo>
                  <a:lnTo>
                    <a:pt x="572976" y="5395857"/>
                  </a:lnTo>
                  <a:lnTo>
                    <a:pt x="573121" y="5395857"/>
                  </a:lnTo>
                  <a:lnTo>
                    <a:pt x="573267" y="5395857"/>
                  </a:lnTo>
                  <a:lnTo>
                    <a:pt x="573412" y="5395857"/>
                  </a:lnTo>
                  <a:lnTo>
                    <a:pt x="573558" y="5395857"/>
                  </a:lnTo>
                  <a:lnTo>
                    <a:pt x="573703" y="5395857"/>
                  </a:lnTo>
                  <a:lnTo>
                    <a:pt x="573849" y="5395857"/>
                  </a:lnTo>
                  <a:lnTo>
                    <a:pt x="573849" y="5395234"/>
                  </a:lnTo>
                  <a:lnTo>
                    <a:pt x="573994" y="5395234"/>
                  </a:lnTo>
                  <a:lnTo>
                    <a:pt x="573994" y="5394610"/>
                  </a:lnTo>
                  <a:lnTo>
                    <a:pt x="573994" y="5393987"/>
                  </a:lnTo>
                  <a:lnTo>
                    <a:pt x="574139" y="5393987"/>
                  </a:lnTo>
                  <a:lnTo>
                    <a:pt x="574285" y="5393987"/>
                  </a:lnTo>
                  <a:lnTo>
                    <a:pt x="574430" y="5393987"/>
                  </a:lnTo>
                  <a:lnTo>
                    <a:pt x="574576" y="5393987"/>
                  </a:lnTo>
                  <a:lnTo>
                    <a:pt x="574721" y="5393987"/>
                  </a:lnTo>
                  <a:lnTo>
                    <a:pt x="574866" y="5393987"/>
                  </a:lnTo>
                  <a:lnTo>
                    <a:pt x="575012" y="5393987"/>
                  </a:lnTo>
                  <a:lnTo>
                    <a:pt x="575157" y="5393987"/>
                  </a:lnTo>
                  <a:lnTo>
                    <a:pt x="575157" y="5393363"/>
                  </a:lnTo>
                  <a:lnTo>
                    <a:pt x="575303" y="5393363"/>
                  </a:lnTo>
                  <a:lnTo>
                    <a:pt x="575448" y="5393363"/>
                  </a:lnTo>
                  <a:lnTo>
                    <a:pt x="575594" y="5393363"/>
                  </a:lnTo>
                  <a:lnTo>
                    <a:pt x="575739" y="5393363"/>
                  </a:lnTo>
                  <a:lnTo>
                    <a:pt x="575739" y="5392739"/>
                  </a:lnTo>
                  <a:lnTo>
                    <a:pt x="575739" y="5392116"/>
                  </a:lnTo>
                  <a:lnTo>
                    <a:pt x="575884" y="5392116"/>
                  </a:lnTo>
                  <a:lnTo>
                    <a:pt x="576030" y="5392116"/>
                  </a:lnTo>
                  <a:lnTo>
                    <a:pt x="576175" y="5392116"/>
                  </a:lnTo>
                  <a:lnTo>
                    <a:pt x="576175" y="5391492"/>
                  </a:lnTo>
                  <a:lnTo>
                    <a:pt x="576321" y="5391492"/>
                  </a:lnTo>
                  <a:lnTo>
                    <a:pt x="576466" y="5391492"/>
                  </a:lnTo>
                  <a:lnTo>
                    <a:pt x="576612" y="5391492"/>
                  </a:lnTo>
                  <a:lnTo>
                    <a:pt x="576757" y="5391492"/>
                  </a:lnTo>
                  <a:lnTo>
                    <a:pt x="576902" y="5391492"/>
                  </a:lnTo>
                  <a:lnTo>
                    <a:pt x="577048" y="5391492"/>
                  </a:lnTo>
                  <a:lnTo>
                    <a:pt x="577193" y="5391492"/>
                  </a:lnTo>
                  <a:lnTo>
                    <a:pt x="577193" y="5390869"/>
                  </a:lnTo>
                  <a:lnTo>
                    <a:pt x="577339" y="5390869"/>
                  </a:lnTo>
                  <a:lnTo>
                    <a:pt x="577339" y="5390245"/>
                  </a:lnTo>
                  <a:lnTo>
                    <a:pt x="577484" y="5390245"/>
                  </a:lnTo>
                  <a:lnTo>
                    <a:pt x="577630" y="5390245"/>
                  </a:lnTo>
                  <a:lnTo>
                    <a:pt x="577775" y="5390245"/>
                  </a:lnTo>
                  <a:lnTo>
                    <a:pt x="577920" y="5390245"/>
                  </a:lnTo>
                  <a:lnTo>
                    <a:pt x="578066" y="5390245"/>
                  </a:lnTo>
                  <a:lnTo>
                    <a:pt x="578066" y="5389621"/>
                  </a:lnTo>
                  <a:lnTo>
                    <a:pt x="578211" y="5389621"/>
                  </a:lnTo>
                  <a:lnTo>
                    <a:pt x="578211" y="5388998"/>
                  </a:lnTo>
                  <a:lnTo>
                    <a:pt x="578211" y="5388374"/>
                  </a:lnTo>
                  <a:lnTo>
                    <a:pt x="578211" y="5387751"/>
                  </a:lnTo>
                  <a:lnTo>
                    <a:pt x="578357" y="5387751"/>
                  </a:lnTo>
                  <a:lnTo>
                    <a:pt x="578502" y="5387751"/>
                  </a:lnTo>
                  <a:lnTo>
                    <a:pt x="578502" y="5387127"/>
                  </a:lnTo>
                  <a:lnTo>
                    <a:pt x="578648" y="5387127"/>
                  </a:lnTo>
                  <a:lnTo>
                    <a:pt x="578793" y="5387127"/>
                  </a:lnTo>
                  <a:lnTo>
                    <a:pt x="578938" y="5387127"/>
                  </a:lnTo>
                  <a:lnTo>
                    <a:pt x="579084" y="5387127"/>
                  </a:lnTo>
                  <a:lnTo>
                    <a:pt x="579229" y="5387127"/>
                  </a:lnTo>
                  <a:lnTo>
                    <a:pt x="579375" y="5387127"/>
                  </a:lnTo>
                  <a:lnTo>
                    <a:pt x="579520" y="5387127"/>
                  </a:lnTo>
                  <a:lnTo>
                    <a:pt x="579666" y="5387127"/>
                  </a:lnTo>
                  <a:lnTo>
                    <a:pt x="579666" y="5386504"/>
                  </a:lnTo>
                  <a:lnTo>
                    <a:pt x="579666" y="5385880"/>
                  </a:lnTo>
                  <a:lnTo>
                    <a:pt x="579811" y="5385880"/>
                  </a:lnTo>
                  <a:lnTo>
                    <a:pt x="579811" y="5385256"/>
                  </a:lnTo>
                  <a:lnTo>
                    <a:pt x="579956" y="5385256"/>
                  </a:lnTo>
                  <a:lnTo>
                    <a:pt x="579956" y="5384633"/>
                  </a:lnTo>
                  <a:lnTo>
                    <a:pt x="580102" y="5384633"/>
                  </a:lnTo>
                  <a:lnTo>
                    <a:pt x="580247" y="5384633"/>
                  </a:lnTo>
                  <a:lnTo>
                    <a:pt x="580393" y="5384633"/>
                  </a:lnTo>
                  <a:lnTo>
                    <a:pt x="580393" y="5384009"/>
                  </a:lnTo>
                  <a:lnTo>
                    <a:pt x="580538" y="5384009"/>
                  </a:lnTo>
                  <a:lnTo>
                    <a:pt x="580683" y="5384009"/>
                  </a:lnTo>
                  <a:lnTo>
                    <a:pt x="580829" y="5384009"/>
                  </a:lnTo>
                  <a:lnTo>
                    <a:pt x="580974" y="5384009"/>
                  </a:lnTo>
                  <a:lnTo>
                    <a:pt x="580974" y="5383386"/>
                  </a:lnTo>
                  <a:lnTo>
                    <a:pt x="581120" y="5383386"/>
                  </a:lnTo>
                  <a:lnTo>
                    <a:pt x="581265" y="5383386"/>
                  </a:lnTo>
                  <a:lnTo>
                    <a:pt x="581265" y="5382762"/>
                  </a:lnTo>
                  <a:lnTo>
                    <a:pt x="581265" y="5382138"/>
                  </a:lnTo>
                  <a:lnTo>
                    <a:pt x="581411" y="5382138"/>
                  </a:lnTo>
                  <a:lnTo>
                    <a:pt x="581556" y="5382138"/>
                  </a:lnTo>
                  <a:lnTo>
                    <a:pt x="581701" y="5382138"/>
                  </a:lnTo>
                  <a:lnTo>
                    <a:pt x="581701" y="5381515"/>
                  </a:lnTo>
                  <a:lnTo>
                    <a:pt x="581701" y="5380891"/>
                  </a:lnTo>
                  <a:lnTo>
                    <a:pt x="581847" y="5380891"/>
                  </a:lnTo>
                  <a:lnTo>
                    <a:pt x="581992" y="5380891"/>
                  </a:lnTo>
                  <a:lnTo>
                    <a:pt x="582138" y="5380891"/>
                  </a:lnTo>
                  <a:lnTo>
                    <a:pt x="582283" y="5380891"/>
                  </a:lnTo>
                  <a:lnTo>
                    <a:pt x="582429" y="5380891"/>
                  </a:lnTo>
                  <a:lnTo>
                    <a:pt x="582574" y="5380891"/>
                  </a:lnTo>
                  <a:lnTo>
                    <a:pt x="582719" y="5380891"/>
                  </a:lnTo>
                  <a:lnTo>
                    <a:pt x="582865" y="5380891"/>
                  </a:lnTo>
                  <a:lnTo>
                    <a:pt x="583010" y="5380891"/>
                  </a:lnTo>
                  <a:lnTo>
                    <a:pt x="583156" y="5380891"/>
                  </a:lnTo>
                  <a:lnTo>
                    <a:pt x="583301" y="5380891"/>
                  </a:lnTo>
                  <a:lnTo>
                    <a:pt x="583447" y="5380891"/>
                  </a:lnTo>
                  <a:lnTo>
                    <a:pt x="583447" y="5380268"/>
                  </a:lnTo>
                  <a:lnTo>
                    <a:pt x="583592" y="5380268"/>
                  </a:lnTo>
                  <a:lnTo>
                    <a:pt x="583592" y="5379644"/>
                  </a:lnTo>
                  <a:lnTo>
                    <a:pt x="583737" y="5379644"/>
                  </a:lnTo>
                  <a:lnTo>
                    <a:pt x="583883" y="5379644"/>
                  </a:lnTo>
                  <a:lnTo>
                    <a:pt x="584028" y="5379644"/>
                  </a:lnTo>
                  <a:lnTo>
                    <a:pt x="584028" y="5379021"/>
                  </a:lnTo>
                  <a:lnTo>
                    <a:pt x="584174" y="5379021"/>
                  </a:lnTo>
                  <a:lnTo>
                    <a:pt x="584319" y="5379021"/>
                  </a:lnTo>
                  <a:lnTo>
                    <a:pt x="584319" y="5378397"/>
                  </a:lnTo>
                  <a:lnTo>
                    <a:pt x="584465" y="5378397"/>
                  </a:lnTo>
                  <a:lnTo>
                    <a:pt x="584610" y="5378397"/>
                  </a:lnTo>
                  <a:lnTo>
                    <a:pt x="584610" y="5377773"/>
                  </a:lnTo>
                  <a:lnTo>
                    <a:pt x="584755" y="5377773"/>
                  </a:lnTo>
                  <a:lnTo>
                    <a:pt x="584901" y="5377773"/>
                  </a:lnTo>
                  <a:lnTo>
                    <a:pt x="585046" y="5377773"/>
                  </a:lnTo>
                  <a:lnTo>
                    <a:pt x="585046" y="5377150"/>
                  </a:lnTo>
                  <a:lnTo>
                    <a:pt x="585192" y="5377150"/>
                  </a:lnTo>
                  <a:lnTo>
                    <a:pt x="585337" y="5377150"/>
                  </a:lnTo>
                  <a:lnTo>
                    <a:pt x="585337" y="5376526"/>
                  </a:lnTo>
                  <a:lnTo>
                    <a:pt x="585337" y="5375903"/>
                  </a:lnTo>
                  <a:lnTo>
                    <a:pt x="585483" y="5375903"/>
                  </a:lnTo>
                  <a:lnTo>
                    <a:pt x="585483" y="5375279"/>
                  </a:lnTo>
                  <a:lnTo>
                    <a:pt x="585628" y="5375279"/>
                  </a:lnTo>
                  <a:lnTo>
                    <a:pt x="585773" y="5375279"/>
                  </a:lnTo>
                  <a:lnTo>
                    <a:pt x="585919" y="5375279"/>
                  </a:lnTo>
                  <a:lnTo>
                    <a:pt x="586064" y="5375279"/>
                  </a:lnTo>
                  <a:lnTo>
                    <a:pt x="586210" y="5375279"/>
                  </a:lnTo>
                  <a:lnTo>
                    <a:pt x="586355" y="5375279"/>
                  </a:lnTo>
                  <a:lnTo>
                    <a:pt x="586501" y="5375279"/>
                  </a:lnTo>
                  <a:lnTo>
                    <a:pt x="586501" y="5374656"/>
                  </a:lnTo>
                  <a:lnTo>
                    <a:pt x="586646" y="5374656"/>
                  </a:lnTo>
                  <a:lnTo>
                    <a:pt x="586791" y="5374656"/>
                  </a:lnTo>
                  <a:lnTo>
                    <a:pt x="586791" y="5374032"/>
                  </a:lnTo>
                  <a:lnTo>
                    <a:pt x="586937" y="5374032"/>
                  </a:lnTo>
                  <a:lnTo>
                    <a:pt x="587082" y="5374032"/>
                  </a:lnTo>
                  <a:lnTo>
                    <a:pt x="587082" y="5373408"/>
                  </a:lnTo>
                  <a:lnTo>
                    <a:pt x="587228" y="5373408"/>
                  </a:lnTo>
                  <a:lnTo>
                    <a:pt x="587373" y="5373408"/>
                  </a:lnTo>
                  <a:lnTo>
                    <a:pt x="587518" y="5373408"/>
                  </a:lnTo>
                  <a:lnTo>
                    <a:pt x="587664" y="5373408"/>
                  </a:lnTo>
                  <a:lnTo>
                    <a:pt x="587809" y="5373408"/>
                  </a:lnTo>
                  <a:lnTo>
                    <a:pt x="587809" y="5372785"/>
                  </a:lnTo>
                  <a:lnTo>
                    <a:pt x="587809" y="5372161"/>
                  </a:lnTo>
                  <a:lnTo>
                    <a:pt x="587955" y="5372161"/>
                  </a:lnTo>
                  <a:lnTo>
                    <a:pt x="588100" y="5372161"/>
                  </a:lnTo>
                  <a:lnTo>
                    <a:pt x="588246" y="5372161"/>
                  </a:lnTo>
                  <a:lnTo>
                    <a:pt x="588246" y="5371538"/>
                  </a:lnTo>
                  <a:lnTo>
                    <a:pt x="588391" y="5371538"/>
                  </a:lnTo>
                  <a:lnTo>
                    <a:pt x="588391" y="5370914"/>
                  </a:lnTo>
                  <a:lnTo>
                    <a:pt x="588536" y="5370914"/>
                  </a:lnTo>
                  <a:lnTo>
                    <a:pt x="588682" y="5370914"/>
                  </a:lnTo>
                  <a:lnTo>
                    <a:pt x="588827" y="5370914"/>
                  </a:lnTo>
                  <a:lnTo>
                    <a:pt x="588973" y="5370914"/>
                  </a:lnTo>
                  <a:lnTo>
                    <a:pt x="589118" y="5370914"/>
                  </a:lnTo>
                  <a:lnTo>
                    <a:pt x="589264" y="5370914"/>
                  </a:lnTo>
                  <a:lnTo>
                    <a:pt x="589409" y="5370914"/>
                  </a:lnTo>
                  <a:lnTo>
                    <a:pt x="589554" y="5370914"/>
                  </a:lnTo>
                  <a:lnTo>
                    <a:pt x="589700" y="5370914"/>
                  </a:lnTo>
                  <a:lnTo>
                    <a:pt x="589845" y="5370914"/>
                  </a:lnTo>
                  <a:lnTo>
                    <a:pt x="589991" y="5370914"/>
                  </a:lnTo>
                  <a:lnTo>
                    <a:pt x="589991" y="5370290"/>
                  </a:lnTo>
                  <a:lnTo>
                    <a:pt x="590136" y="5370290"/>
                  </a:lnTo>
                  <a:lnTo>
                    <a:pt x="590282" y="5370290"/>
                  </a:lnTo>
                  <a:lnTo>
                    <a:pt x="590427" y="5370290"/>
                  </a:lnTo>
                  <a:lnTo>
                    <a:pt x="590572" y="5370290"/>
                  </a:lnTo>
                  <a:lnTo>
                    <a:pt x="590718" y="5370290"/>
                  </a:lnTo>
                  <a:lnTo>
                    <a:pt x="590863" y="5370290"/>
                  </a:lnTo>
                  <a:lnTo>
                    <a:pt x="591009" y="5370290"/>
                  </a:lnTo>
                  <a:lnTo>
                    <a:pt x="591154" y="5370290"/>
                  </a:lnTo>
                  <a:lnTo>
                    <a:pt x="591300" y="5370290"/>
                  </a:lnTo>
                  <a:lnTo>
                    <a:pt x="591445" y="5370290"/>
                  </a:lnTo>
                  <a:lnTo>
                    <a:pt x="591590" y="5370290"/>
                  </a:lnTo>
                  <a:lnTo>
                    <a:pt x="591736" y="5370290"/>
                  </a:lnTo>
                  <a:lnTo>
                    <a:pt x="591881" y="5370290"/>
                  </a:lnTo>
                  <a:lnTo>
                    <a:pt x="591881" y="5369667"/>
                  </a:lnTo>
                  <a:lnTo>
                    <a:pt x="592027" y="5369667"/>
                  </a:lnTo>
                  <a:lnTo>
                    <a:pt x="592027" y="5369043"/>
                  </a:lnTo>
                  <a:lnTo>
                    <a:pt x="592172" y="5369043"/>
                  </a:lnTo>
                  <a:lnTo>
                    <a:pt x="592318" y="5369043"/>
                  </a:lnTo>
                  <a:lnTo>
                    <a:pt x="592463" y="5369043"/>
                  </a:lnTo>
                  <a:lnTo>
                    <a:pt x="592463" y="5368420"/>
                  </a:lnTo>
                  <a:lnTo>
                    <a:pt x="592608" y="5368420"/>
                  </a:lnTo>
                  <a:lnTo>
                    <a:pt x="592754" y="5368420"/>
                  </a:lnTo>
                  <a:lnTo>
                    <a:pt x="592899" y="5368420"/>
                  </a:lnTo>
                  <a:lnTo>
                    <a:pt x="592899" y="5367796"/>
                  </a:lnTo>
                  <a:lnTo>
                    <a:pt x="593045" y="5367796"/>
                  </a:lnTo>
                  <a:lnTo>
                    <a:pt x="593190" y="5367796"/>
                  </a:lnTo>
                  <a:lnTo>
                    <a:pt x="593190" y="5367173"/>
                  </a:lnTo>
                  <a:lnTo>
                    <a:pt x="593190" y="5366549"/>
                  </a:lnTo>
                  <a:lnTo>
                    <a:pt x="593336" y="5366549"/>
                  </a:lnTo>
                  <a:lnTo>
                    <a:pt x="593336" y="5365925"/>
                  </a:lnTo>
                  <a:lnTo>
                    <a:pt x="593481" y="5365925"/>
                  </a:lnTo>
                  <a:lnTo>
                    <a:pt x="593626" y="5365925"/>
                  </a:lnTo>
                  <a:lnTo>
                    <a:pt x="593772" y="5365925"/>
                  </a:lnTo>
                  <a:lnTo>
                    <a:pt x="593772" y="5365302"/>
                  </a:lnTo>
                  <a:lnTo>
                    <a:pt x="593917" y="5365302"/>
                  </a:lnTo>
                  <a:lnTo>
                    <a:pt x="594063" y="5365302"/>
                  </a:lnTo>
                  <a:lnTo>
                    <a:pt x="594063" y="5364678"/>
                  </a:lnTo>
                  <a:lnTo>
                    <a:pt x="594208" y="5364678"/>
                  </a:lnTo>
                  <a:lnTo>
                    <a:pt x="594208" y="5364055"/>
                  </a:lnTo>
                  <a:lnTo>
                    <a:pt x="594208" y="5363431"/>
                  </a:lnTo>
                  <a:lnTo>
                    <a:pt x="594353" y="5363431"/>
                  </a:lnTo>
                  <a:lnTo>
                    <a:pt x="594353" y="5362807"/>
                  </a:lnTo>
                  <a:lnTo>
                    <a:pt x="594499" y="5362807"/>
                  </a:lnTo>
                  <a:lnTo>
                    <a:pt x="594644" y="5362807"/>
                  </a:lnTo>
                  <a:lnTo>
                    <a:pt x="594790" y="5362807"/>
                  </a:lnTo>
                  <a:lnTo>
                    <a:pt x="594935" y="5362807"/>
                  </a:lnTo>
                  <a:lnTo>
                    <a:pt x="595081" y="5362807"/>
                  </a:lnTo>
                  <a:lnTo>
                    <a:pt x="595226" y="5362807"/>
                  </a:lnTo>
                  <a:lnTo>
                    <a:pt x="595371" y="5362807"/>
                  </a:lnTo>
                  <a:lnTo>
                    <a:pt x="595517" y="5362807"/>
                  </a:lnTo>
                  <a:lnTo>
                    <a:pt x="595662" y="5362807"/>
                  </a:lnTo>
                  <a:lnTo>
                    <a:pt x="595808" y="5362807"/>
                  </a:lnTo>
                  <a:lnTo>
                    <a:pt x="595953" y="5362807"/>
                  </a:lnTo>
                  <a:lnTo>
                    <a:pt x="596099" y="5362807"/>
                  </a:lnTo>
                  <a:lnTo>
                    <a:pt x="596244" y="5362807"/>
                  </a:lnTo>
                  <a:lnTo>
                    <a:pt x="596389" y="5362807"/>
                  </a:lnTo>
                  <a:lnTo>
                    <a:pt x="596535" y="5362807"/>
                  </a:lnTo>
                  <a:lnTo>
                    <a:pt x="596680" y="5362807"/>
                  </a:lnTo>
                  <a:lnTo>
                    <a:pt x="596680" y="5362184"/>
                  </a:lnTo>
                  <a:lnTo>
                    <a:pt x="596826" y="5362184"/>
                  </a:lnTo>
                  <a:lnTo>
                    <a:pt x="596971" y="5362184"/>
                  </a:lnTo>
                  <a:lnTo>
                    <a:pt x="597117" y="5362184"/>
                  </a:lnTo>
                  <a:lnTo>
                    <a:pt x="597262" y="5362184"/>
                  </a:lnTo>
                  <a:lnTo>
                    <a:pt x="597407" y="5362184"/>
                  </a:lnTo>
                  <a:lnTo>
                    <a:pt x="597553" y="5362184"/>
                  </a:lnTo>
                  <a:lnTo>
                    <a:pt x="597698" y="5362184"/>
                  </a:lnTo>
                  <a:lnTo>
                    <a:pt x="597844" y="5362184"/>
                  </a:lnTo>
                  <a:lnTo>
                    <a:pt x="597989" y="5362184"/>
                  </a:lnTo>
                  <a:lnTo>
                    <a:pt x="598135" y="5362184"/>
                  </a:lnTo>
                  <a:lnTo>
                    <a:pt x="598280" y="5362184"/>
                  </a:lnTo>
                  <a:lnTo>
                    <a:pt x="598425" y="5362184"/>
                  </a:lnTo>
                  <a:lnTo>
                    <a:pt x="598571" y="5362184"/>
                  </a:lnTo>
                  <a:lnTo>
                    <a:pt x="598716" y="5362184"/>
                  </a:lnTo>
                  <a:lnTo>
                    <a:pt x="598716" y="5361560"/>
                  </a:lnTo>
                  <a:lnTo>
                    <a:pt x="598716" y="5360937"/>
                  </a:lnTo>
                  <a:lnTo>
                    <a:pt x="598862" y="5360937"/>
                  </a:lnTo>
                  <a:lnTo>
                    <a:pt x="599007" y="5360937"/>
                  </a:lnTo>
                  <a:lnTo>
                    <a:pt x="599153" y="5360937"/>
                  </a:lnTo>
                  <a:lnTo>
                    <a:pt x="599153" y="5360313"/>
                  </a:lnTo>
                  <a:lnTo>
                    <a:pt x="599153" y="5359690"/>
                  </a:lnTo>
                  <a:lnTo>
                    <a:pt x="599298" y="5359690"/>
                  </a:lnTo>
                  <a:lnTo>
                    <a:pt x="599443" y="5359690"/>
                  </a:lnTo>
                  <a:lnTo>
                    <a:pt x="599589" y="5359690"/>
                  </a:lnTo>
                  <a:lnTo>
                    <a:pt x="599589" y="5359066"/>
                  </a:lnTo>
                  <a:lnTo>
                    <a:pt x="599589" y="5358442"/>
                  </a:lnTo>
                  <a:lnTo>
                    <a:pt x="599589" y="5357819"/>
                  </a:lnTo>
                  <a:lnTo>
                    <a:pt x="599589" y="5357195"/>
                  </a:lnTo>
                  <a:lnTo>
                    <a:pt x="599734" y="5357195"/>
                  </a:lnTo>
                  <a:lnTo>
                    <a:pt x="599880" y="5357195"/>
                  </a:lnTo>
                  <a:lnTo>
                    <a:pt x="600025" y="5357195"/>
                  </a:lnTo>
                  <a:lnTo>
                    <a:pt x="600025" y="5356572"/>
                  </a:lnTo>
                  <a:lnTo>
                    <a:pt x="600171" y="5356572"/>
                  </a:lnTo>
                  <a:lnTo>
                    <a:pt x="600171" y="5355948"/>
                  </a:lnTo>
                  <a:lnTo>
                    <a:pt x="600316" y="5355948"/>
                  </a:lnTo>
                  <a:lnTo>
                    <a:pt x="600461" y="5355948"/>
                  </a:lnTo>
                  <a:lnTo>
                    <a:pt x="600461" y="5355324"/>
                  </a:lnTo>
                  <a:lnTo>
                    <a:pt x="600607" y="5355324"/>
                  </a:lnTo>
                  <a:lnTo>
                    <a:pt x="600752" y="5355324"/>
                  </a:lnTo>
                  <a:lnTo>
                    <a:pt x="600898" y="5355324"/>
                  </a:lnTo>
                  <a:lnTo>
                    <a:pt x="601043" y="5355324"/>
                  </a:lnTo>
                  <a:lnTo>
                    <a:pt x="601188" y="5355324"/>
                  </a:lnTo>
                  <a:lnTo>
                    <a:pt x="601334" y="5355324"/>
                  </a:lnTo>
                  <a:lnTo>
                    <a:pt x="601334" y="5354701"/>
                  </a:lnTo>
                  <a:lnTo>
                    <a:pt x="601479" y="5354701"/>
                  </a:lnTo>
                  <a:lnTo>
                    <a:pt x="601479" y="5354077"/>
                  </a:lnTo>
                  <a:lnTo>
                    <a:pt x="601625" y="5354077"/>
                  </a:lnTo>
                  <a:lnTo>
                    <a:pt x="601625" y="5353454"/>
                  </a:lnTo>
                  <a:lnTo>
                    <a:pt x="601625" y="5352830"/>
                  </a:lnTo>
                  <a:lnTo>
                    <a:pt x="601770" y="5352830"/>
                  </a:lnTo>
                  <a:lnTo>
                    <a:pt x="601916" y="5352830"/>
                  </a:lnTo>
                  <a:lnTo>
                    <a:pt x="602061" y="5352830"/>
                  </a:lnTo>
                  <a:lnTo>
                    <a:pt x="602206" y="5352830"/>
                  </a:lnTo>
                  <a:lnTo>
                    <a:pt x="602352" y="5352830"/>
                  </a:lnTo>
                  <a:lnTo>
                    <a:pt x="602497" y="5352830"/>
                  </a:lnTo>
                  <a:lnTo>
                    <a:pt x="602643" y="5352830"/>
                  </a:lnTo>
                  <a:lnTo>
                    <a:pt x="602788" y="5352830"/>
                  </a:lnTo>
                  <a:lnTo>
                    <a:pt x="602934" y="5352830"/>
                  </a:lnTo>
                  <a:lnTo>
                    <a:pt x="602934" y="5352207"/>
                  </a:lnTo>
                  <a:lnTo>
                    <a:pt x="603079" y="5352207"/>
                  </a:lnTo>
                  <a:lnTo>
                    <a:pt x="603224" y="5352207"/>
                  </a:lnTo>
                  <a:lnTo>
                    <a:pt x="603370" y="5352207"/>
                  </a:lnTo>
                  <a:lnTo>
                    <a:pt x="603515" y="5352207"/>
                  </a:lnTo>
                  <a:lnTo>
                    <a:pt x="603661" y="5352207"/>
                  </a:lnTo>
                  <a:lnTo>
                    <a:pt x="603661" y="5351583"/>
                  </a:lnTo>
                  <a:lnTo>
                    <a:pt x="603806" y="5351583"/>
                  </a:lnTo>
                  <a:lnTo>
                    <a:pt x="603952" y="5351583"/>
                  </a:lnTo>
                  <a:lnTo>
                    <a:pt x="604097" y="5351583"/>
                  </a:lnTo>
                  <a:lnTo>
                    <a:pt x="604097" y="5350959"/>
                  </a:lnTo>
                  <a:lnTo>
                    <a:pt x="604242" y="5350959"/>
                  </a:lnTo>
                  <a:lnTo>
                    <a:pt x="604388" y="5350959"/>
                  </a:lnTo>
                  <a:lnTo>
                    <a:pt x="604533" y="5350959"/>
                  </a:lnTo>
                  <a:lnTo>
                    <a:pt x="604679" y="5350959"/>
                  </a:lnTo>
                  <a:lnTo>
                    <a:pt x="604824" y="5350959"/>
                  </a:lnTo>
                  <a:lnTo>
                    <a:pt x="604970" y="5350959"/>
                  </a:lnTo>
                  <a:lnTo>
                    <a:pt x="605115" y="5350959"/>
                  </a:lnTo>
                  <a:lnTo>
                    <a:pt x="605260" y="5350959"/>
                  </a:lnTo>
                  <a:lnTo>
                    <a:pt x="605406" y="5350959"/>
                  </a:lnTo>
                  <a:lnTo>
                    <a:pt x="605551" y="5350959"/>
                  </a:lnTo>
                  <a:lnTo>
                    <a:pt x="605697" y="5350959"/>
                  </a:lnTo>
                  <a:lnTo>
                    <a:pt x="605842" y="5350959"/>
                  </a:lnTo>
                  <a:lnTo>
                    <a:pt x="605988" y="5350959"/>
                  </a:lnTo>
                  <a:lnTo>
                    <a:pt x="606133" y="5350959"/>
                  </a:lnTo>
                  <a:lnTo>
                    <a:pt x="606133" y="5350336"/>
                  </a:lnTo>
                  <a:lnTo>
                    <a:pt x="606278" y="5350336"/>
                  </a:lnTo>
                  <a:lnTo>
                    <a:pt x="606424" y="5350336"/>
                  </a:lnTo>
                  <a:lnTo>
                    <a:pt x="606569" y="5350336"/>
                  </a:lnTo>
                  <a:lnTo>
                    <a:pt x="606715" y="5350336"/>
                  </a:lnTo>
                  <a:lnTo>
                    <a:pt x="606860" y="5350336"/>
                  </a:lnTo>
                  <a:lnTo>
                    <a:pt x="607006" y="5350336"/>
                  </a:lnTo>
                  <a:lnTo>
                    <a:pt x="607151" y="5350336"/>
                  </a:lnTo>
                  <a:lnTo>
                    <a:pt x="607296" y="5350336"/>
                  </a:lnTo>
                  <a:lnTo>
                    <a:pt x="607442" y="5350336"/>
                  </a:lnTo>
                  <a:lnTo>
                    <a:pt x="607442" y="5349712"/>
                  </a:lnTo>
                  <a:lnTo>
                    <a:pt x="607587" y="5349712"/>
                  </a:lnTo>
                  <a:lnTo>
                    <a:pt x="607733" y="5349712"/>
                  </a:lnTo>
                  <a:lnTo>
                    <a:pt x="607733" y="5349089"/>
                  </a:lnTo>
                  <a:lnTo>
                    <a:pt x="607878" y="5349089"/>
                  </a:lnTo>
                  <a:lnTo>
                    <a:pt x="607878" y="5348465"/>
                  </a:lnTo>
                  <a:lnTo>
                    <a:pt x="608023" y="5348465"/>
                  </a:lnTo>
                  <a:lnTo>
                    <a:pt x="608169" y="5348465"/>
                  </a:lnTo>
                  <a:lnTo>
                    <a:pt x="608314" y="5348465"/>
                  </a:lnTo>
                  <a:lnTo>
                    <a:pt x="608460" y="5348465"/>
                  </a:lnTo>
                  <a:lnTo>
                    <a:pt x="608605" y="5348465"/>
                  </a:lnTo>
                  <a:lnTo>
                    <a:pt x="608751" y="5348465"/>
                  </a:lnTo>
                  <a:lnTo>
                    <a:pt x="608896" y="5348465"/>
                  </a:lnTo>
                  <a:lnTo>
                    <a:pt x="609041" y="5348465"/>
                  </a:lnTo>
                  <a:lnTo>
                    <a:pt x="609187" y="5348465"/>
                  </a:lnTo>
                  <a:lnTo>
                    <a:pt x="609332" y="5348465"/>
                  </a:lnTo>
                  <a:lnTo>
                    <a:pt x="609332" y="5347841"/>
                  </a:lnTo>
                  <a:lnTo>
                    <a:pt x="609478" y="5347841"/>
                  </a:lnTo>
                  <a:lnTo>
                    <a:pt x="609623" y="5347841"/>
                  </a:lnTo>
                  <a:lnTo>
                    <a:pt x="609769" y="5347841"/>
                  </a:lnTo>
                  <a:lnTo>
                    <a:pt x="609914" y="5347841"/>
                  </a:lnTo>
                  <a:lnTo>
                    <a:pt x="610059" y="5347841"/>
                  </a:lnTo>
                  <a:lnTo>
                    <a:pt x="610059" y="5347218"/>
                  </a:lnTo>
                  <a:lnTo>
                    <a:pt x="610205" y="5347218"/>
                  </a:lnTo>
                  <a:lnTo>
                    <a:pt x="610350" y="5347218"/>
                  </a:lnTo>
                  <a:lnTo>
                    <a:pt x="610496" y="5347218"/>
                  </a:lnTo>
                  <a:lnTo>
                    <a:pt x="610641" y="5347218"/>
                  </a:lnTo>
                  <a:lnTo>
                    <a:pt x="610787" y="5347218"/>
                  </a:lnTo>
                  <a:lnTo>
                    <a:pt x="610932" y="5347218"/>
                  </a:lnTo>
                  <a:lnTo>
                    <a:pt x="611077" y="5347218"/>
                  </a:lnTo>
                  <a:lnTo>
                    <a:pt x="611223" y="5347218"/>
                  </a:lnTo>
                  <a:lnTo>
                    <a:pt x="611368" y="5347218"/>
                  </a:lnTo>
                  <a:lnTo>
                    <a:pt x="611368" y="5346594"/>
                  </a:lnTo>
                  <a:lnTo>
                    <a:pt x="611514" y="5346594"/>
                  </a:lnTo>
                  <a:lnTo>
                    <a:pt x="611514" y="5345971"/>
                  </a:lnTo>
                  <a:lnTo>
                    <a:pt x="611659" y="5345971"/>
                  </a:lnTo>
                  <a:lnTo>
                    <a:pt x="611805" y="5345971"/>
                  </a:lnTo>
                  <a:lnTo>
                    <a:pt x="611950" y="5345971"/>
                  </a:lnTo>
                  <a:lnTo>
                    <a:pt x="611950" y="5345347"/>
                  </a:lnTo>
                  <a:lnTo>
                    <a:pt x="612095" y="5345347"/>
                  </a:lnTo>
                  <a:lnTo>
                    <a:pt x="612095" y="5344724"/>
                  </a:lnTo>
                  <a:lnTo>
                    <a:pt x="612241" y="5344724"/>
                  </a:lnTo>
                  <a:lnTo>
                    <a:pt x="612241" y="5344100"/>
                  </a:lnTo>
                  <a:lnTo>
                    <a:pt x="612386" y="5344100"/>
                  </a:lnTo>
                  <a:lnTo>
                    <a:pt x="612386" y="5343476"/>
                  </a:lnTo>
                  <a:lnTo>
                    <a:pt x="612532" y="5343476"/>
                  </a:lnTo>
                  <a:lnTo>
                    <a:pt x="612677" y="5343476"/>
                  </a:lnTo>
                  <a:lnTo>
                    <a:pt x="612823" y="5343476"/>
                  </a:lnTo>
                  <a:lnTo>
                    <a:pt x="612968" y="5343476"/>
                  </a:lnTo>
                  <a:lnTo>
                    <a:pt x="613113" y="5343476"/>
                  </a:lnTo>
                  <a:lnTo>
                    <a:pt x="613259" y="5343476"/>
                  </a:lnTo>
                  <a:lnTo>
                    <a:pt x="613404" y="5343476"/>
                  </a:lnTo>
                  <a:lnTo>
                    <a:pt x="613404" y="5342853"/>
                  </a:lnTo>
                  <a:lnTo>
                    <a:pt x="613550" y="5342853"/>
                  </a:lnTo>
                  <a:lnTo>
                    <a:pt x="613695" y="5342853"/>
                  </a:lnTo>
                  <a:lnTo>
                    <a:pt x="613841" y="5342853"/>
                  </a:lnTo>
                  <a:lnTo>
                    <a:pt x="613986" y="5342853"/>
                  </a:lnTo>
                  <a:lnTo>
                    <a:pt x="614131" y="5342853"/>
                  </a:lnTo>
                  <a:lnTo>
                    <a:pt x="614131" y="5342229"/>
                  </a:lnTo>
                  <a:lnTo>
                    <a:pt x="614277" y="5342229"/>
                  </a:lnTo>
                  <a:lnTo>
                    <a:pt x="614277" y="5341606"/>
                  </a:lnTo>
                  <a:lnTo>
                    <a:pt x="614422" y="5341606"/>
                  </a:lnTo>
                  <a:lnTo>
                    <a:pt x="614422" y="5340982"/>
                  </a:lnTo>
                  <a:lnTo>
                    <a:pt x="614568" y="5340982"/>
                  </a:lnTo>
                  <a:lnTo>
                    <a:pt x="614713" y="5340982"/>
                  </a:lnTo>
                  <a:lnTo>
                    <a:pt x="614858" y="5340982"/>
                  </a:lnTo>
                  <a:lnTo>
                    <a:pt x="614858" y="5340358"/>
                  </a:lnTo>
                  <a:lnTo>
                    <a:pt x="614858" y="5339735"/>
                  </a:lnTo>
                  <a:lnTo>
                    <a:pt x="615004" y="5339735"/>
                  </a:lnTo>
                  <a:lnTo>
                    <a:pt x="615149" y="5339735"/>
                  </a:lnTo>
                  <a:lnTo>
                    <a:pt x="615295" y="5339735"/>
                  </a:lnTo>
                  <a:lnTo>
                    <a:pt x="615440" y="5339735"/>
                  </a:lnTo>
                  <a:lnTo>
                    <a:pt x="615586" y="5339735"/>
                  </a:lnTo>
                  <a:lnTo>
                    <a:pt x="615731" y="5339735"/>
                  </a:lnTo>
                  <a:lnTo>
                    <a:pt x="615731" y="5339111"/>
                  </a:lnTo>
                  <a:lnTo>
                    <a:pt x="615876" y="5339111"/>
                  </a:lnTo>
                  <a:lnTo>
                    <a:pt x="616022" y="5339111"/>
                  </a:lnTo>
                  <a:lnTo>
                    <a:pt x="616167" y="5339111"/>
                  </a:lnTo>
                  <a:lnTo>
                    <a:pt x="616167" y="5338488"/>
                  </a:lnTo>
                  <a:lnTo>
                    <a:pt x="616167" y="5337864"/>
                  </a:lnTo>
                  <a:lnTo>
                    <a:pt x="616167" y="5337241"/>
                  </a:lnTo>
                  <a:lnTo>
                    <a:pt x="616313" y="5337241"/>
                  </a:lnTo>
                  <a:lnTo>
                    <a:pt x="616458" y="5337241"/>
                  </a:lnTo>
                  <a:lnTo>
                    <a:pt x="616458" y="5336617"/>
                  </a:lnTo>
                  <a:lnTo>
                    <a:pt x="616458" y="5335993"/>
                  </a:lnTo>
                  <a:lnTo>
                    <a:pt x="616604" y="5335993"/>
                  </a:lnTo>
                  <a:lnTo>
                    <a:pt x="616604" y="5335370"/>
                  </a:lnTo>
                  <a:lnTo>
                    <a:pt x="616749" y="5335370"/>
                  </a:lnTo>
                  <a:lnTo>
                    <a:pt x="616894" y="5335370"/>
                  </a:lnTo>
                  <a:lnTo>
                    <a:pt x="616894" y="5334746"/>
                  </a:lnTo>
                  <a:lnTo>
                    <a:pt x="617040" y="5334746"/>
                  </a:lnTo>
                  <a:lnTo>
                    <a:pt x="617185" y="5334746"/>
                  </a:lnTo>
                  <a:lnTo>
                    <a:pt x="617331" y="5334746"/>
                  </a:lnTo>
                  <a:lnTo>
                    <a:pt x="617476" y="5334746"/>
                  </a:lnTo>
                  <a:lnTo>
                    <a:pt x="617622" y="5334746"/>
                  </a:lnTo>
                  <a:lnTo>
                    <a:pt x="617767" y="5334746"/>
                  </a:lnTo>
                  <a:lnTo>
                    <a:pt x="617912" y="5334746"/>
                  </a:lnTo>
                  <a:lnTo>
                    <a:pt x="618058" y="5334746"/>
                  </a:lnTo>
                  <a:lnTo>
                    <a:pt x="618203" y="5334746"/>
                  </a:lnTo>
                  <a:lnTo>
                    <a:pt x="618203" y="5334123"/>
                  </a:lnTo>
                  <a:lnTo>
                    <a:pt x="618349" y="5334123"/>
                  </a:lnTo>
                  <a:lnTo>
                    <a:pt x="618494" y="5334123"/>
                  </a:lnTo>
                  <a:lnTo>
                    <a:pt x="618640" y="5334123"/>
                  </a:lnTo>
                  <a:lnTo>
                    <a:pt x="618785" y="5334123"/>
                  </a:lnTo>
                  <a:lnTo>
                    <a:pt x="618785" y="5333499"/>
                  </a:lnTo>
                  <a:lnTo>
                    <a:pt x="618930" y="5333499"/>
                  </a:lnTo>
                  <a:lnTo>
                    <a:pt x="618930" y="5332875"/>
                  </a:lnTo>
                  <a:lnTo>
                    <a:pt x="619076" y="5332875"/>
                  </a:lnTo>
                  <a:lnTo>
                    <a:pt x="619221" y="5332875"/>
                  </a:lnTo>
                  <a:lnTo>
                    <a:pt x="619221" y="5332252"/>
                  </a:lnTo>
                  <a:lnTo>
                    <a:pt x="619367" y="5332252"/>
                  </a:lnTo>
                  <a:lnTo>
                    <a:pt x="619367" y="5331628"/>
                  </a:lnTo>
                  <a:lnTo>
                    <a:pt x="619367" y="5331005"/>
                  </a:lnTo>
                  <a:lnTo>
                    <a:pt x="619512" y="5331005"/>
                  </a:lnTo>
                  <a:lnTo>
                    <a:pt x="619658" y="5331005"/>
                  </a:lnTo>
                  <a:lnTo>
                    <a:pt x="619803" y="5331005"/>
                  </a:lnTo>
                  <a:lnTo>
                    <a:pt x="619948" y="5331005"/>
                  </a:lnTo>
                  <a:lnTo>
                    <a:pt x="620094" y="5331005"/>
                  </a:lnTo>
                  <a:lnTo>
                    <a:pt x="620239" y="5331005"/>
                  </a:lnTo>
                  <a:lnTo>
                    <a:pt x="620385" y="5331005"/>
                  </a:lnTo>
                  <a:lnTo>
                    <a:pt x="620530" y="5331005"/>
                  </a:lnTo>
                  <a:lnTo>
                    <a:pt x="620676" y="5331005"/>
                  </a:lnTo>
                  <a:lnTo>
                    <a:pt x="620676" y="5330381"/>
                  </a:lnTo>
                  <a:lnTo>
                    <a:pt x="620821" y="5330381"/>
                  </a:lnTo>
                  <a:lnTo>
                    <a:pt x="620821" y="5329758"/>
                  </a:lnTo>
                  <a:lnTo>
                    <a:pt x="620821" y="5329134"/>
                  </a:lnTo>
                  <a:lnTo>
                    <a:pt x="620966" y="5329134"/>
                  </a:lnTo>
                  <a:lnTo>
                    <a:pt x="620966" y="5328510"/>
                  </a:lnTo>
                  <a:lnTo>
                    <a:pt x="621112" y="5328510"/>
                  </a:lnTo>
                  <a:lnTo>
                    <a:pt x="621257" y="5328510"/>
                  </a:lnTo>
                  <a:lnTo>
                    <a:pt x="621257" y="5327887"/>
                  </a:lnTo>
                  <a:lnTo>
                    <a:pt x="621403" y="5327887"/>
                  </a:lnTo>
                  <a:lnTo>
                    <a:pt x="621403" y="5327263"/>
                  </a:lnTo>
                  <a:lnTo>
                    <a:pt x="621548" y="5327263"/>
                  </a:lnTo>
                  <a:lnTo>
                    <a:pt x="621548" y="5326640"/>
                  </a:lnTo>
                  <a:lnTo>
                    <a:pt x="621693" y="5326640"/>
                  </a:lnTo>
                  <a:lnTo>
                    <a:pt x="621839" y="5326640"/>
                  </a:lnTo>
                  <a:lnTo>
                    <a:pt x="621984" y="5326640"/>
                  </a:lnTo>
                  <a:lnTo>
                    <a:pt x="621984" y="5326016"/>
                  </a:lnTo>
                  <a:lnTo>
                    <a:pt x="621984" y="5325393"/>
                  </a:lnTo>
                  <a:lnTo>
                    <a:pt x="622130" y="5325393"/>
                  </a:lnTo>
                  <a:lnTo>
                    <a:pt x="622275" y="5325393"/>
                  </a:lnTo>
                  <a:lnTo>
                    <a:pt x="622275" y="5324769"/>
                  </a:lnTo>
                  <a:lnTo>
                    <a:pt x="622275" y="5324145"/>
                  </a:lnTo>
                  <a:lnTo>
                    <a:pt x="622421" y="5324145"/>
                  </a:lnTo>
                  <a:lnTo>
                    <a:pt x="622566" y="5324145"/>
                  </a:lnTo>
                  <a:lnTo>
                    <a:pt x="622566" y="5323522"/>
                  </a:lnTo>
                  <a:lnTo>
                    <a:pt x="622711" y="5323522"/>
                  </a:lnTo>
                  <a:lnTo>
                    <a:pt x="622857" y="5323522"/>
                  </a:lnTo>
                  <a:lnTo>
                    <a:pt x="622857" y="5322898"/>
                  </a:lnTo>
                  <a:lnTo>
                    <a:pt x="623002" y="5322898"/>
                  </a:lnTo>
                  <a:lnTo>
                    <a:pt x="623148" y="5322898"/>
                  </a:lnTo>
                  <a:lnTo>
                    <a:pt x="623293" y="5322898"/>
                  </a:lnTo>
                  <a:lnTo>
                    <a:pt x="623439" y="5322898"/>
                  </a:lnTo>
                  <a:lnTo>
                    <a:pt x="623584" y="5322898"/>
                  </a:lnTo>
                  <a:lnTo>
                    <a:pt x="623729" y="5322898"/>
                  </a:lnTo>
                  <a:lnTo>
                    <a:pt x="623875" y="5322898"/>
                  </a:lnTo>
                  <a:lnTo>
                    <a:pt x="624020" y="5322898"/>
                  </a:lnTo>
                  <a:lnTo>
                    <a:pt x="624020" y="5322275"/>
                  </a:lnTo>
                  <a:lnTo>
                    <a:pt x="624166" y="5322275"/>
                  </a:lnTo>
                  <a:lnTo>
                    <a:pt x="624311" y="5322275"/>
                  </a:lnTo>
                  <a:lnTo>
                    <a:pt x="624457" y="5322275"/>
                  </a:lnTo>
                  <a:lnTo>
                    <a:pt x="624457" y="5321651"/>
                  </a:lnTo>
                  <a:lnTo>
                    <a:pt x="624602" y="5321651"/>
                  </a:lnTo>
                  <a:lnTo>
                    <a:pt x="624602" y="5321027"/>
                  </a:lnTo>
                  <a:lnTo>
                    <a:pt x="624747" y="5321027"/>
                  </a:lnTo>
                  <a:lnTo>
                    <a:pt x="624893" y="5321027"/>
                  </a:lnTo>
                  <a:lnTo>
                    <a:pt x="624893" y="5320404"/>
                  </a:lnTo>
                  <a:lnTo>
                    <a:pt x="625038" y="5320404"/>
                  </a:lnTo>
                  <a:lnTo>
                    <a:pt x="625184" y="5320404"/>
                  </a:lnTo>
                  <a:lnTo>
                    <a:pt x="625329" y="5320404"/>
                  </a:lnTo>
                  <a:lnTo>
                    <a:pt x="625475" y="5320404"/>
                  </a:lnTo>
                  <a:lnTo>
                    <a:pt x="625620" y="5320404"/>
                  </a:lnTo>
                  <a:lnTo>
                    <a:pt x="625620" y="5319780"/>
                  </a:lnTo>
                  <a:lnTo>
                    <a:pt x="625765" y="5319780"/>
                  </a:lnTo>
                  <a:lnTo>
                    <a:pt x="625765" y="5319157"/>
                  </a:lnTo>
                  <a:lnTo>
                    <a:pt x="625911" y="5319157"/>
                  </a:lnTo>
                  <a:lnTo>
                    <a:pt x="626056" y="5319157"/>
                  </a:lnTo>
                  <a:lnTo>
                    <a:pt x="626202" y="5319157"/>
                  </a:lnTo>
                  <a:lnTo>
                    <a:pt x="626347" y="5319157"/>
                  </a:lnTo>
                  <a:lnTo>
                    <a:pt x="626493" y="5319157"/>
                  </a:lnTo>
                  <a:lnTo>
                    <a:pt x="626638" y="5319157"/>
                  </a:lnTo>
                  <a:lnTo>
                    <a:pt x="626783" y="5319157"/>
                  </a:lnTo>
                  <a:lnTo>
                    <a:pt x="626929" y="5319157"/>
                  </a:lnTo>
                  <a:lnTo>
                    <a:pt x="627074" y="5319157"/>
                  </a:lnTo>
                  <a:lnTo>
                    <a:pt x="627220" y="5319157"/>
                  </a:lnTo>
                  <a:lnTo>
                    <a:pt x="627365" y="5319157"/>
                  </a:lnTo>
                  <a:lnTo>
                    <a:pt x="627365" y="5318533"/>
                  </a:lnTo>
                  <a:lnTo>
                    <a:pt x="627511" y="5318533"/>
                  </a:lnTo>
                  <a:lnTo>
                    <a:pt x="627511" y="5317910"/>
                  </a:lnTo>
                  <a:lnTo>
                    <a:pt x="627656" y="5317910"/>
                  </a:lnTo>
                  <a:lnTo>
                    <a:pt x="627801" y="5317910"/>
                  </a:lnTo>
                  <a:lnTo>
                    <a:pt x="627947" y="5317910"/>
                  </a:lnTo>
                  <a:lnTo>
                    <a:pt x="628092" y="5317910"/>
                  </a:lnTo>
                  <a:lnTo>
                    <a:pt x="628238" y="5317910"/>
                  </a:lnTo>
                  <a:lnTo>
                    <a:pt x="628383" y="5317910"/>
                  </a:lnTo>
                  <a:lnTo>
                    <a:pt x="628383" y="5317286"/>
                  </a:lnTo>
                  <a:lnTo>
                    <a:pt x="628528" y="5317286"/>
                  </a:lnTo>
                  <a:lnTo>
                    <a:pt x="628674" y="5317286"/>
                  </a:lnTo>
                  <a:lnTo>
                    <a:pt x="628819" y="5317286"/>
                  </a:lnTo>
                  <a:lnTo>
                    <a:pt x="628819" y="5316662"/>
                  </a:lnTo>
                  <a:lnTo>
                    <a:pt x="628965" y="5316662"/>
                  </a:lnTo>
                  <a:lnTo>
                    <a:pt x="629110" y="5316662"/>
                  </a:lnTo>
                  <a:lnTo>
                    <a:pt x="629256" y="5316662"/>
                  </a:lnTo>
                  <a:lnTo>
                    <a:pt x="629401" y="5316662"/>
                  </a:lnTo>
                  <a:lnTo>
                    <a:pt x="629401" y="5316039"/>
                  </a:lnTo>
                  <a:lnTo>
                    <a:pt x="629546" y="5316039"/>
                  </a:lnTo>
                  <a:lnTo>
                    <a:pt x="629546" y="5315415"/>
                  </a:lnTo>
                  <a:lnTo>
                    <a:pt x="629546" y="5314792"/>
                  </a:lnTo>
                  <a:lnTo>
                    <a:pt x="629692" y="5314792"/>
                  </a:lnTo>
                  <a:lnTo>
                    <a:pt x="629837" y="5314792"/>
                  </a:lnTo>
                  <a:lnTo>
                    <a:pt x="629983" y="5314792"/>
                  </a:lnTo>
                  <a:lnTo>
                    <a:pt x="630128" y="5314792"/>
                  </a:lnTo>
                  <a:lnTo>
                    <a:pt x="630274" y="5314792"/>
                  </a:lnTo>
                  <a:lnTo>
                    <a:pt x="630419" y="5314792"/>
                  </a:lnTo>
                  <a:lnTo>
                    <a:pt x="630564" y="5314792"/>
                  </a:lnTo>
                  <a:lnTo>
                    <a:pt x="630564" y="5314168"/>
                  </a:lnTo>
                  <a:lnTo>
                    <a:pt x="630710" y="5314168"/>
                  </a:lnTo>
                  <a:lnTo>
                    <a:pt x="630710" y="5313544"/>
                  </a:lnTo>
                  <a:lnTo>
                    <a:pt x="630855" y="5313544"/>
                  </a:lnTo>
                  <a:lnTo>
                    <a:pt x="631001" y="5313544"/>
                  </a:lnTo>
                  <a:lnTo>
                    <a:pt x="631146" y="5313544"/>
                  </a:lnTo>
                  <a:lnTo>
                    <a:pt x="631292" y="5313544"/>
                  </a:lnTo>
                  <a:lnTo>
                    <a:pt x="631437" y="5313544"/>
                  </a:lnTo>
                  <a:lnTo>
                    <a:pt x="631582" y="5313544"/>
                  </a:lnTo>
                  <a:lnTo>
                    <a:pt x="631728" y="5313544"/>
                  </a:lnTo>
                  <a:lnTo>
                    <a:pt x="631728" y="5312921"/>
                  </a:lnTo>
                  <a:lnTo>
                    <a:pt x="631873" y="5312921"/>
                  </a:lnTo>
                  <a:lnTo>
                    <a:pt x="632019" y="5312921"/>
                  </a:lnTo>
                  <a:lnTo>
                    <a:pt x="632164" y="5312921"/>
                  </a:lnTo>
                  <a:lnTo>
                    <a:pt x="632310" y="5312921"/>
                  </a:lnTo>
                  <a:lnTo>
                    <a:pt x="632455" y="5312921"/>
                  </a:lnTo>
                  <a:lnTo>
                    <a:pt x="632455" y="5312297"/>
                  </a:lnTo>
                  <a:lnTo>
                    <a:pt x="632600" y="5312297"/>
                  </a:lnTo>
                  <a:lnTo>
                    <a:pt x="632746" y="5312297"/>
                  </a:lnTo>
                  <a:lnTo>
                    <a:pt x="632891" y="5312297"/>
                  </a:lnTo>
                  <a:lnTo>
                    <a:pt x="633037" y="5312297"/>
                  </a:lnTo>
                  <a:lnTo>
                    <a:pt x="633037" y="5311674"/>
                  </a:lnTo>
                  <a:lnTo>
                    <a:pt x="633182" y="5311674"/>
                  </a:lnTo>
                  <a:lnTo>
                    <a:pt x="633182" y="5311050"/>
                  </a:lnTo>
                  <a:lnTo>
                    <a:pt x="633328" y="5311050"/>
                  </a:lnTo>
                  <a:lnTo>
                    <a:pt x="633328" y="5310427"/>
                  </a:lnTo>
                  <a:lnTo>
                    <a:pt x="633473" y="5310427"/>
                  </a:lnTo>
                  <a:lnTo>
                    <a:pt x="633618" y="5310427"/>
                  </a:lnTo>
                  <a:lnTo>
                    <a:pt x="633764" y="5310427"/>
                  </a:lnTo>
                  <a:lnTo>
                    <a:pt x="633909" y="5310427"/>
                  </a:lnTo>
                  <a:lnTo>
                    <a:pt x="633909" y="5309803"/>
                  </a:lnTo>
                  <a:lnTo>
                    <a:pt x="634055" y="5309803"/>
                  </a:lnTo>
                  <a:lnTo>
                    <a:pt x="634200" y="5309803"/>
                  </a:lnTo>
                  <a:lnTo>
                    <a:pt x="634346" y="5309803"/>
                  </a:lnTo>
                  <a:lnTo>
                    <a:pt x="634346" y="5309179"/>
                  </a:lnTo>
                  <a:lnTo>
                    <a:pt x="634491" y="5309179"/>
                  </a:lnTo>
                  <a:lnTo>
                    <a:pt x="634636" y="5309179"/>
                  </a:lnTo>
                  <a:lnTo>
                    <a:pt x="634782" y="5309179"/>
                  </a:lnTo>
                  <a:lnTo>
                    <a:pt x="634927" y="5309179"/>
                  </a:lnTo>
                  <a:lnTo>
                    <a:pt x="635073" y="5309179"/>
                  </a:lnTo>
                  <a:lnTo>
                    <a:pt x="635218" y="5309179"/>
                  </a:lnTo>
                  <a:lnTo>
                    <a:pt x="635218" y="5308556"/>
                  </a:lnTo>
                  <a:lnTo>
                    <a:pt x="635363" y="5308556"/>
                  </a:lnTo>
                  <a:lnTo>
                    <a:pt x="635509" y="5308556"/>
                  </a:lnTo>
                  <a:lnTo>
                    <a:pt x="635654" y="5308556"/>
                  </a:lnTo>
                  <a:lnTo>
                    <a:pt x="635800" y="5308556"/>
                  </a:lnTo>
                  <a:lnTo>
                    <a:pt x="635945" y="5308556"/>
                  </a:lnTo>
                  <a:lnTo>
                    <a:pt x="636091" y="5308556"/>
                  </a:lnTo>
                  <a:lnTo>
                    <a:pt x="636236" y="5308556"/>
                  </a:lnTo>
                  <a:lnTo>
                    <a:pt x="636236" y="5307932"/>
                  </a:lnTo>
                  <a:lnTo>
                    <a:pt x="636236" y="5307309"/>
                  </a:lnTo>
                  <a:lnTo>
                    <a:pt x="636381" y="5307309"/>
                  </a:lnTo>
                  <a:lnTo>
                    <a:pt x="636527" y="5307309"/>
                  </a:lnTo>
                  <a:lnTo>
                    <a:pt x="636672" y="5307309"/>
                  </a:lnTo>
                  <a:lnTo>
                    <a:pt x="636818" y="5307309"/>
                  </a:lnTo>
                  <a:lnTo>
                    <a:pt x="636963" y="5307309"/>
                  </a:lnTo>
                  <a:lnTo>
                    <a:pt x="637109" y="5307309"/>
                  </a:lnTo>
                  <a:lnTo>
                    <a:pt x="637254" y="5307309"/>
                  </a:lnTo>
                  <a:lnTo>
                    <a:pt x="637399" y="5307309"/>
                  </a:lnTo>
                  <a:lnTo>
                    <a:pt x="637399" y="5306685"/>
                  </a:lnTo>
                  <a:lnTo>
                    <a:pt x="637545" y="5306685"/>
                  </a:lnTo>
                  <a:lnTo>
                    <a:pt x="637545" y="5306061"/>
                  </a:lnTo>
                  <a:lnTo>
                    <a:pt x="637690" y="5306061"/>
                  </a:lnTo>
                  <a:lnTo>
                    <a:pt x="637836" y="5306061"/>
                  </a:lnTo>
                  <a:lnTo>
                    <a:pt x="637981" y="5306061"/>
                  </a:lnTo>
                  <a:lnTo>
                    <a:pt x="637981" y="5305438"/>
                  </a:lnTo>
                  <a:lnTo>
                    <a:pt x="638127" y="5305438"/>
                  </a:lnTo>
                  <a:lnTo>
                    <a:pt x="638272" y="5305438"/>
                  </a:lnTo>
                  <a:lnTo>
                    <a:pt x="638417" y="5305438"/>
                  </a:lnTo>
                  <a:lnTo>
                    <a:pt x="638563" y="5305438"/>
                  </a:lnTo>
                  <a:lnTo>
                    <a:pt x="638708" y="5305438"/>
                  </a:lnTo>
                  <a:lnTo>
                    <a:pt x="638854" y="5305438"/>
                  </a:lnTo>
                  <a:lnTo>
                    <a:pt x="638999" y="5305438"/>
                  </a:lnTo>
                  <a:lnTo>
                    <a:pt x="639145" y="5305438"/>
                  </a:lnTo>
                  <a:lnTo>
                    <a:pt x="639290" y="5305438"/>
                  </a:lnTo>
                  <a:lnTo>
                    <a:pt x="639290" y="5304814"/>
                  </a:lnTo>
                  <a:lnTo>
                    <a:pt x="639290" y="5304191"/>
                  </a:lnTo>
                  <a:lnTo>
                    <a:pt x="639435" y="5304191"/>
                  </a:lnTo>
                  <a:lnTo>
                    <a:pt x="639581" y="5304191"/>
                  </a:lnTo>
                  <a:lnTo>
                    <a:pt x="639726" y="5304191"/>
                  </a:lnTo>
                  <a:lnTo>
                    <a:pt x="639726" y="5303567"/>
                  </a:lnTo>
                  <a:lnTo>
                    <a:pt x="639872" y="5303567"/>
                  </a:lnTo>
                  <a:lnTo>
                    <a:pt x="639872" y="5302944"/>
                  </a:lnTo>
                  <a:lnTo>
                    <a:pt x="639872" y="5302320"/>
                  </a:lnTo>
                  <a:lnTo>
                    <a:pt x="639872" y="5301696"/>
                  </a:lnTo>
                  <a:lnTo>
                    <a:pt x="639872" y="5301073"/>
                  </a:lnTo>
                  <a:lnTo>
                    <a:pt x="640017" y="5301073"/>
                  </a:lnTo>
                  <a:lnTo>
                    <a:pt x="640163" y="5301073"/>
                  </a:lnTo>
                  <a:lnTo>
                    <a:pt x="640308" y="5301073"/>
                  </a:lnTo>
                  <a:lnTo>
                    <a:pt x="640308" y="5300449"/>
                  </a:lnTo>
                  <a:lnTo>
                    <a:pt x="640453" y="5300449"/>
                  </a:lnTo>
                  <a:lnTo>
                    <a:pt x="640599" y="5300449"/>
                  </a:lnTo>
                  <a:lnTo>
                    <a:pt x="640599" y="5299826"/>
                  </a:lnTo>
                  <a:lnTo>
                    <a:pt x="640744" y="5299826"/>
                  </a:lnTo>
                  <a:lnTo>
                    <a:pt x="640890" y="5299826"/>
                  </a:lnTo>
                  <a:lnTo>
                    <a:pt x="641035" y="5299826"/>
                  </a:lnTo>
                  <a:lnTo>
                    <a:pt x="641181" y="5299826"/>
                  </a:lnTo>
                  <a:lnTo>
                    <a:pt x="641181" y="5299202"/>
                  </a:lnTo>
                  <a:lnTo>
                    <a:pt x="641326" y="5299202"/>
                  </a:lnTo>
                  <a:lnTo>
                    <a:pt x="641326" y="5298578"/>
                  </a:lnTo>
                  <a:lnTo>
                    <a:pt x="641471" y="5298578"/>
                  </a:lnTo>
                  <a:lnTo>
                    <a:pt x="641471" y="5297955"/>
                  </a:lnTo>
                  <a:lnTo>
                    <a:pt x="641471" y="5297331"/>
                  </a:lnTo>
                  <a:lnTo>
                    <a:pt x="641617" y="5297331"/>
                  </a:lnTo>
                  <a:lnTo>
                    <a:pt x="641762" y="5297331"/>
                  </a:lnTo>
                  <a:lnTo>
                    <a:pt x="641762" y="5296708"/>
                  </a:lnTo>
                  <a:lnTo>
                    <a:pt x="641908" y="5296708"/>
                  </a:lnTo>
                  <a:lnTo>
                    <a:pt x="641908" y="5296084"/>
                  </a:lnTo>
                  <a:lnTo>
                    <a:pt x="642053" y="5296084"/>
                  </a:lnTo>
                  <a:lnTo>
                    <a:pt x="642198" y="5296084"/>
                  </a:lnTo>
                  <a:lnTo>
                    <a:pt x="642198" y="5295461"/>
                  </a:lnTo>
                  <a:lnTo>
                    <a:pt x="642344" y="5295461"/>
                  </a:lnTo>
                  <a:lnTo>
                    <a:pt x="642344" y="5294837"/>
                  </a:lnTo>
                  <a:lnTo>
                    <a:pt x="642489" y="5294837"/>
                  </a:lnTo>
                  <a:lnTo>
                    <a:pt x="642635" y="5294837"/>
                  </a:lnTo>
                  <a:lnTo>
                    <a:pt x="642635" y="5294213"/>
                  </a:lnTo>
                  <a:lnTo>
                    <a:pt x="642780" y="5294213"/>
                  </a:lnTo>
                  <a:lnTo>
                    <a:pt x="642926" y="5294213"/>
                  </a:lnTo>
                  <a:lnTo>
                    <a:pt x="643071" y="5294213"/>
                  </a:lnTo>
                  <a:lnTo>
                    <a:pt x="643216" y="5294213"/>
                  </a:lnTo>
                  <a:lnTo>
                    <a:pt x="643216" y="5293590"/>
                  </a:lnTo>
                  <a:lnTo>
                    <a:pt x="643362" y="5293590"/>
                  </a:lnTo>
                  <a:lnTo>
                    <a:pt x="643507" y="5293590"/>
                  </a:lnTo>
                  <a:lnTo>
                    <a:pt x="643653" y="5293590"/>
                  </a:lnTo>
                  <a:lnTo>
                    <a:pt x="643798" y="5293590"/>
                  </a:lnTo>
                  <a:lnTo>
                    <a:pt x="643944" y="5293590"/>
                  </a:lnTo>
                  <a:lnTo>
                    <a:pt x="643944" y="5292966"/>
                  </a:lnTo>
                  <a:lnTo>
                    <a:pt x="644089" y="5292966"/>
                  </a:lnTo>
                  <a:lnTo>
                    <a:pt x="644234" y="5292966"/>
                  </a:lnTo>
                  <a:lnTo>
                    <a:pt x="644380" y="5292966"/>
                  </a:lnTo>
                  <a:lnTo>
                    <a:pt x="644525" y="5292966"/>
                  </a:lnTo>
                  <a:lnTo>
                    <a:pt x="644671" y="5292966"/>
                  </a:lnTo>
                  <a:lnTo>
                    <a:pt x="644816" y="5292966"/>
                  </a:lnTo>
                  <a:lnTo>
                    <a:pt x="644962" y="5292966"/>
                  </a:lnTo>
                  <a:lnTo>
                    <a:pt x="645107" y="5292966"/>
                  </a:lnTo>
                  <a:lnTo>
                    <a:pt x="645252" y="5292966"/>
                  </a:lnTo>
                  <a:lnTo>
                    <a:pt x="645398" y="5292966"/>
                  </a:lnTo>
                  <a:lnTo>
                    <a:pt x="645398" y="5292343"/>
                  </a:lnTo>
                  <a:lnTo>
                    <a:pt x="645543" y="5292343"/>
                  </a:lnTo>
                  <a:lnTo>
                    <a:pt x="645689" y="5292343"/>
                  </a:lnTo>
                  <a:lnTo>
                    <a:pt x="645834" y="5292343"/>
                  </a:lnTo>
                  <a:lnTo>
                    <a:pt x="645834" y="5291719"/>
                  </a:lnTo>
                  <a:lnTo>
                    <a:pt x="645980" y="5291719"/>
                  </a:lnTo>
                  <a:lnTo>
                    <a:pt x="646125" y="5291719"/>
                  </a:lnTo>
                  <a:lnTo>
                    <a:pt x="646125" y="5291095"/>
                  </a:lnTo>
                  <a:lnTo>
                    <a:pt x="646270" y="5291095"/>
                  </a:lnTo>
                  <a:lnTo>
                    <a:pt x="646270" y="5290472"/>
                  </a:lnTo>
                  <a:lnTo>
                    <a:pt x="646416" y="5290472"/>
                  </a:lnTo>
                  <a:lnTo>
                    <a:pt x="646561" y="5290472"/>
                  </a:lnTo>
                  <a:lnTo>
                    <a:pt x="646707" y="5290472"/>
                  </a:lnTo>
                  <a:lnTo>
                    <a:pt x="646852" y="5290472"/>
                  </a:lnTo>
                  <a:lnTo>
                    <a:pt x="646998" y="5290472"/>
                  </a:lnTo>
                  <a:lnTo>
                    <a:pt x="647143" y="5290472"/>
                  </a:lnTo>
                  <a:lnTo>
                    <a:pt x="647288" y="5290472"/>
                  </a:lnTo>
                  <a:lnTo>
                    <a:pt x="647288" y="5289848"/>
                  </a:lnTo>
                  <a:lnTo>
                    <a:pt x="647434" y="5289848"/>
                  </a:lnTo>
                  <a:lnTo>
                    <a:pt x="647434" y="5289225"/>
                  </a:lnTo>
                  <a:lnTo>
                    <a:pt x="647434" y="5288601"/>
                  </a:lnTo>
                  <a:lnTo>
                    <a:pt x="647579" y="5288601"/>
                  </a:lnTo>
                  <a:lnTo>
                    <a:pt x="647725" y="5288601"/>
                  </a:lnTo>
                  <a:lnTo>
                    <a:pt x="647870" y="5288601"/>
                  </a:lnTo>
                  <a:lnTo>
                    <a:pt x="648016" y="5288601"/>
                  </a:lnTo>
                  <a:lnTo>
                    <a:pt x="648161" y="5288601"/>
                  </a:lnTo>
                  <a:lnTo>
                    <a:pt x="648161" y="5287978"/>
                  </a:lnTo>
                  <a:lnTo>
                    <a:pt x="648306" y="5287978"/>
                  </a:lnTo>
                  <a:lnTo>
                    <a:pt x="648452" y="5287978"/>
                  </a:lnTo>
                  <a:lnTo>
                    <a:pt x="648597" y="5287978"/>
                  </a:lnTo>
                  <a:lnTo>
                    <a:pt x="648597" y="5287354"/>
                  </a:lnTo>
                  <a:lnTo>
                    <a:pt x="648743" y="5287354"/>
                  </a:lnTo>
                  <a:lnTo>
                    <a:pt x="648888" y="5287354"/>
                  </a:lnTo>
                  <a:lnTo>
                    <a:pt x="649033" y="5287354"/>
                  </a:lnTo>
                  <a:lnTo>
                    <a:pt x="649033" y="5286730"/>
                  </a:lnTo>
                  <a:lnTo>
                    <a:pt x="649179" y="5286730"/>
                  </a:lnTo>
                  <a:lnTo>
                    <a:pt x="649324" y="5286730"/>
                  </a:lnTo>
                  <a:lnTo>
                    <a:pt x="649470" y="5286730"/>
                  </a:lnTo>
                  <a:lnTo>
                    <a:pt x="649470" y="5286107"/>
                  </a:lnTo>
                  <a:lnTo>
                    <a:pt x="649470" y="5285483"/>
                  </a:lnTo>
                  <a:lnTo>
                    <a:pt x="649615" y="5285483"/>
                  </a:lnTo>
                  <a:lnTo>
                    <a:pt x="649761" y="5285483"/>
                  </a:lnTo>
                  <a:lnTo>
                    <a:pt x="649906" y="5285483"/>
                  </a:lnTo>
                  <a:lnTo>
                    <a:pt x="650051" y="5285483"/>
                  </a:lnTo>
                  <a:lnTo>
                    <a:pt x="650197" y="5285483"/>
                  </a:lnTo>
                  <a:lnTo>
                    <a:pt x="650342" y="5285483"/>
                  </a:lnTo>
                  <a:lnTo>
                    <a:pt x="650342" y="5284860"/>
                  </a:lnTo>
                  <a:lnTo>
                    <a:pt x="650488" y="5284860"/>
                  </a:lnTo>
                  <a:lnTo>
                    <a:pt x="650633" y="5284860"/>
                  </a:lnTo>
                  <a:lnTo>
                    <a:pt x="650779" y="5284860"/>
                  </a:lnTo>
                  <a:lnTo>
                    <a:pt x="650924" y="5284860"/>
                  </a:lnTo>
                  <a:lnTo>
                    <a:pt x="650924" y="5284236"/>
                  </a:lnTo>
                  <a:lnTo>
                    <a:pt x="650924" y="5283612"/>
                  </a:lnTo>
                  <a:lnTo>
                    <a:pt x="651069" y="5283612"/>
                  </a:lnTo>
                  <a:lnTo>
                    <a:pt x="651069" y="5282989"/>
                  </a:lnTo>
                  <a:lnTo>
                    <a:pt x="651215" y="5282989"/>
                  </a:lnTo>
                  <a:lnTo>
                    <a:pt x="651360" y="5282989"/>
                  </a:lnTo>
                  <a:lnTo>
                    <a:pt x="651506" y="5282989"/>
                  </a:lnTo>
                  <a:lnTo>
                    <a:pt x="651651" y="5282989"/>
                  </a:lnTo>
                  <a:lnTo>
                    <a:pt x="651797" y="5282989"/>
                  </a:lnTo>
                  <a:lnTo>
                    <a:pt x="651942" y="5282989"/>
                  </a:lnTo>
                  <a:lnTo>
                    <a:pt x="652087" y="5282989"/>
                  </a:lnTo>
                  <a:lnTo>
                    <a:pt x="652233" y="5282989"/>
                  </a:lnTo>
                  <a:lnTo>
                    <a:pt x="652233" y="5282365"/>
                  </a:lnTo>
                  <a:lnTo>
                    <a:pt x="652378" y="5282365"/>
                  </a:lnTo>
                  <a:lnTo>
                    <a:pt x="652524" y="5282365"/>
                  </a:lnTo>
                  <a:lnTo>
                    <a:pt x="652669" y="5282365"/>
                  </a:lnTo>
                  <a:lnTo>
                    <a:pt x="652815" y="5282365"/>
                  </a:lnTo>
                  <a:lnTo>
                    <a:pt x="652960" y="5282365"/>
                  </a:lnTo>
                  <a:lnTo>
                    <a:pt x="652960" y="5281742"/>
                  </a:lnTo>
                  <a:lnTo>
                    <a:pt x="653105" y="5281742"/>
                  </a:lnTo>
                  <a:lnTo>
                    <a:pt x="653251" y="5281742"/>
                  </a:lnTo>
                  <a:lnTo>
                    <a:pt x="653251" y="5281118"/>
                  </a:lnTo>
                  <a:lnTo>
                    <a:pt x="653396" y="5281118"/>
                  </a:lnTo>
                  <a:lnTo>
                    <a:pt x="653542" y="5281118"/>
                  </a:lnTo>
                  <a:lnTo>
                    <a:pt x="653687" y="5281118"/>
                  </a:lnTo>
                  <a:lnTo>
                    <a:pt x="653833" y="5281118"/>
                  </a:lnTo>
                  <a:lnTo>
                    <a:pt x="653978" y="5281118"/>
                  </a:lnTo>
                  <a:lnTo>
                    <a:pt x="654123" y="5281118"/>
                  </a:lnTo>
                  <a:lnTo>
                    <a:pt x="654269" y="5281118"/>
                  </a:lnTo>
                  <a:lnTo>
                    <a:pt x="654269" y="5280495"/>
                  </a:lnTo>
                  <a:lnTo>
                    <a:pt x="654414" y="5280495"/>
                  </a:lnTo>
                  <a:lnTo>
                    <a:pt x="654560" y="5280495"/>
                  </a:lnTo>
                  <a:lnTo>
                    <a:pt x="654705" y="5280495"/>
                  </a:lnTo>
                  <a:lnTo>
                    <a:pt x="654851" y="5280495"/>
                  </a:lnTo>
                  <a:lnTo>
                    <a:pt x="654996" y="5280495"/>
                  </a:lnTo>
                  <a:lnTo>
                    <a:pt x="655141" y="5280495"/>
                  </a:lnTo>
                  <a:lnTo>
                    <a:pt x="655287" y="5280495"/>
                  </a:lnTo>
                  <a:lnTo>
                    <a:pt x="655432" y="5280495"/>
                  </a:lnTo>
                  <a:lnTo>
                    <a:pt x="655432" y="5279871"/>
                  </a:lnTo>
                  <a:lnTo>
                    <a:pt x="655432" y="5279247"/>
                  </a:lnTo>
                  <a:lnTo>
                    <a:pt x="655578" y="5279247"/>
                  </a:lnTo>
                  <a:lnTo>
                    <a:pt x="655723" y="5279247"/>
                  </a:lnTo>
                  <a:lnTo>
                    <a:pt x="655868" y="5279247"/>
                  </a:lnTo>
                  <a:lnTo>
                    <a:pt x="656014" y="5279247"/>
                  </a:lnTo>
                  <a:lnTo>
                    <a:pt x="656159" y="5279247"/>
                  </a:lnTo>
                  <a:lnTo>
                    <a:pt x="656305" y="5279247"/>
                  </a:lnTo>
                  <a:lnTo>
                    <a:pt x="656450" y="5279247"/>
                  </a:lnTo>
                  <a:lnTo>
                    <a:pt x="656450" y="5278624"/>
                  </a:lnTo>
                  <a:lnTo>
                    <a:pt x="656596" y="5278624"/>
                  </a:lnTo>
                  <a:lnTo>
                    <a:pt x="656741" y="5278624"/>
                  </a:lnTo>
                  <a:lnTo>
                    <a:pt x="656886" y="5278624"/>
                  </a:lnTo>
                  <a:lnTo>
                    <a:pt x="656886" y="5278000"/>
                  </a:lnTo>
                  <a:lnTo>
                    <a:pt x="657032" y="5278000"/>
                  </a:lnTo>
                  <a:lnTo>
                    <a:pt x="657177" y="5278000"/>
                  </a:lnTo>
                  <a:lnTo>
                    <a:pt x="657177" y="5277377"/>
                  </a:lnTo>
                  <a:lnTo>
                    <a:pt x="657323" y="5277377"/>
                  </a:lnTo>
                  <a:lnTo>
                    <a:pt x="657468" y="5277377"/>
                  </a:lnTo>
                  <a:lnTo>
                    <a:pt x="657468" y="5276753"/>
                  </a:lnTo>
                  <a:lnTo>
                    <a:pt x="657468" y="5276130"/>
                  </a:lnTo>
                  <a:lnTo>
                    <a:pt x="657468" y="5275506"/>
                  </a:lnTo>
                  <a:lnTo>
                    <a:pt x="657614" y="5275506"/>
                  </a:lnTo>
                  <a:lnTo>
                    <a:pt x="657759" y="5275506"/>
                  </a:lnTo>
                  <a:lnTo>
                    <a:pt x="657904" y="5275506"/>
                  </a:lnTo>
                  <a:lnTo>
                    <a:pt x="658050" y="5275506"/>
                  </a:lnTo>
                  <a:lnTo>
                    <a:pt x="658195" y="5275506"/>
                  </a:lnTo>
                  <a:lnTo>
                    <a:pt x="658341" y="5275506"/>
                  </a:lnTo>
                  <a:lnTo>
                    <a:pt x="658486" y="5275506"/>
                  </a:lnTo>
                  <a:lnTo>
                    <a:pt x="658632" y="5275506"/>
                  </a:lnTo>
                  <a:lnTo>
                    <a:pt x="658777" y="5275506"/>
                  </a:lnTo>
                  <a:lnTo>
                    <a:pt x="658922" y="5275506"/>
                  </a:lnTo>
                  <a:lnTo>
                    <a:pt x="658922" y="5274882"/>
                  </a:lnTo>
                  <a:lnTo>
                    <a:pt x="659068" y="5274882"/>
                  </a:lnTo>
                  <a:lnTo>
                    <a:pt x="659213" y="5274882"/>
                  </a:lnTo>
                  <a:lnTo>
                    <a:pt x="659359" y="5274882"/>
                  </a:lnTo>
                  <a:lnTo>
                    <a:pt x="659359" y="5274259"/>
                  </a:lnTo>
                  <a:lnTo>
                    <a:pt x="659504" y="5274259"/>
                  </a:lnTo>
                  <a:lnTo>
                    <a:pt x="659650" y="5274259"/>
                  </a:lnTo>
                  <a:lnTo>
                    <a:pt x="659795" y="5274259"/>
                  </a:lnTo>
                  <a:lnTo>
                    <a:pt x="659940" y="5274259"/>
                  </a:lnTo>
                  <a:lnTo>
                    <a:pt x="660086" y="5274259"/>
                  </a:lnTo>
                  <a:lnTo>
                    <a:pt x="660231" y="5274259"/>
                  </a:lnTo>
                  <a:lnTo>
                    <a:pt x="660231" y="5273635"/>
                  </a:lnTo>
                  <a:lnTo>
                    <a:pt x="660377" y="5273635"/>
                  </a:lnTo>
                  <a:lnTo>
                    <a:pt x="660522" y="5273635"/>
                  </a:lnTo>
                  <a:lnTo>
                    <a:pt x="660668" y="5273635"/>
                  </a:lnTo>
                  <a:lnTo>
                    <a:pt x="660668" y="5273012"/>
                  </a:lnTo>
                  <a:lnTo>
                    <a:pt x="660668" y="5272388"/>
                  </a:lnTo>
                  <a:lnTo>
                    <a:pt x="660668" y="5271764"/>
                  </a:lnTo>
                  <a:lnTo>
                    <a:pt x="660813" y="5271764"/>
                  </a:lnTo>
                  <a:lnTo>
                    <a:pt x="660958" y="5271764"/>
                  </a:lnTo>
                  <a:lnTo>
                    <a:pt x="660958" y="5271141"/>
                  </a:lnTo>
                  <a:lnTo>
                    <a:pt x="660958" y="5270517"/>
                  </a:lnTo>
                  <a:lnTo>
                    <a:pt x="660958" y="5269894"/>
                  </a:lnTo>
                  <a:lnTo>
                    <a:pt x="661104" y="5269894"/>
                  </a:lnTo>
                  <a:lnTo>
                    <a:pt x="661249" y="5269894"/>
                  </a:lnTo>
                  <a:lnTo>
                    <a:pt x="661395" y="5269894"/>
                  </a:lnTo>
                  <a:lnTo>
                    <a:pt x="661395" y="5269270"/>
                  </a:lnTo>
                  <a:lnTo>
                    <a:pt x="661540" y="5269270"/>
                  </a:lnTo>
                  <a:lnTo>
                    <a:pt x="661540" y="5268647"/>
                  </a:lnTo>
                  <a:lnTo>
                    <a:pt x="661685" y="5268647"/>
                  </a:lnTo>
                  <a:lnTo>
                    <a:pt x="661831" y="5268647"/>
                  </a:lnTo>
                  <a:lnTo>
                    <a:pt x="661976" y="5268647"/>
                  </a:lnTo>
                  <a:lnTo>
                    <a:pt x="661976" y="5268023"/>
                  </a:lnTo>
                  <a:lnTo>
                    <a:pt x="662122" y="5268023"/>
                  </a:lnTo>
                  <a:lnTo>
                    <a:pt x="662267" y="5268023"/>
                  </a:lnTo>
                  <a:lnTo>
                    <a:pt x="662413" y="5268023"/>
                  </a:lnTo>
                  <a:lnTo>
                    <a:pt x="662558" y="5268023"/>
                  </a:lnTo>
                  <a:lnTo>
                    <a:pt x="662558" y="5267399"/>
                  </a:lnTo>
                  <a:lnTo>
                    <a:pt x="662703" y="5267399"/>
                  </a:lnTo>
                  <a:lnTo>
                    <a:pt x="662849" y="5267399"/>
                  </a:lnTo>
                  <a:lnTo>
                    <a:pt x="662994" y="5267399"/>
                  </a:lnTo>
                  <a:lnTo>
                    <a:pt x="662994" y="5266776"/>
                  </a:lnTo>
                  <a:lnTo>
                    <a:pt x="663140" y="5266776"/>
                  </a:lnTo>
                  <a:lnTo>
                    <a:pt x="663285" y="5266776"/>
                  </a:lnTo>
                  <a:lnTo>
                    <a:pt x="663431" y="5266776"/>
                  </a:lnTo>
                  <a:lnTo>
                    <a:pt x="663576" y="5266776"/>
                  </a:lnTo>
                  <a:lnTo>
                    <a:pt x="663721" y="5266776"/>
                  </a:lnTo>
                  <a:lnTo>
                    <a:pt x="663867" y="5266776"/>
                  </a:lnTo>
                  <a:lnTo>
                    <a:pt x="663867" y="5266152"/>
                  </a:lnTo>
                  <a:lnTo>
                    <a:pt x="664012" y="5266152"/>
                  </a:lnTo>
                  <a:lnTo>
                    <a:pt x="664012" y="5265529"/>
                  </a:lnTo>
                  <a:lnTo>
                    <a:pt x="664158" y="5265529"/>
                  </a:lnTo>
                  <a:lnTo>
                    <a:pt x="664303" y="5265529"/>
                  </a:lnTo>
                  <a:lnTo>
                    <a:pt x="664449" y="5265529"/>
                  </a:lnTo>
                  <a:lnTo>
                    <a:pt x="664449" y="5264905"/>
                  </a:lnTo>
                  <a:lnTo>
                    <a:pt x="664594" y="5264905"/>
                  </a:lnTo>
                  <a:lnTo>
                    <a:pt x="664739" y="5264905"/>
                  </a:lnTo>
                  <a:lnTo>
                    <a:pt x="664885" y="5264905"/>
                  </a:lnTo>
                  <a:lnTo>
                    <a:pt x="665030" y="5264905"/>
                  </a:lnTo>
                  <a:lnTo>
                    <a:pt x="665176" y="5264905"/>
                  </a:lnTo>
                  <a:lnTo>
                    <a:pt x="665321" y="5264905"/>
                  </a:lnTo>
                  <a:lnTo>
                    <a:pt x="665467" y="5264905"/>
                  </a:lnTo>
                  <a:lnTo>
                    <a:pt x="665467" y="5264281"/>
                  </a:lnTo>
                  <a:lnTo>
                    <a:pt x="665467" y="5263658"/>
                  </a:lnTo>
                  <a:lnTo>
                    <a:pt x="665612" y="5263658"/>
                  </a:lnTo>
                  <a:lnTo>
                    <a:pt x="665757" y="5263658"/>
                  </a:lnTo>
                  <a:lnTo>
                    <a:pt x="665757" y="5263034"/>
                  </a:lnTo>
                  <a:lnTo>
                    <a:pt x="665903" y="5263034"/>
                  </a:lnTo>
                  <a:lnTo>
                    <a:pt x="666048" y="5263034"/>
                  </a:lnTo>
                  <a:lnTo>
                    <a:pt x="666194" y="5263034"/>
                  </a:lnTo>
                  <a:lnTo>
                    <a:pt x="666194" y="5262411"/>
                  </a:lnTo>
                  <a:lnTo>
                    <a:pt x="666339" y="5262411"/>
                  </a:lnTo>
                  <a:lnTo>
                    <a:pt x="666485" y="5262411"/>
                  </a:lnTo>
                  <a:lnTo>
                    <a:pt x="666630" y="5262411"/>
                  </a:lnTo>
                  <a:lnTo>
                    <a:pt x="666775" y="5262411"/>
                  </a:lnTo>
                  <a:lnTo>
                    <a:pt x="666921" y="5262411"/>
                  </a:lnTo>
                  <a:lnTo>
                    <a:pt x="667066" y="5262411"/>
                  </a:lnTo>
                  <a:lnTo>
                    <a:pt x="667212" y="5262411"/>
                  </a:lnTo>
                  <a:lnTo>
                    <a:pt x="667357" y="5262411"/>
                  </a:lnTo>
                  <a:lnTo>
                    <a:pt x="667357" y="5261787"/>
                  </a:lnTo>
                  <a:lnTo>
                    <a:pt x="667503" y="5261787"/>
                  </a:lnTo>
                  <a:lnTo>
                    <a:pt x="667648" y="5261787"/>
                  </a:lnTo>
                  <a:lnTo>
                    <a:pt x="667793" y="5261787"/>
                  </a:lnTo>
                  <a:lnTo>
                    <a:pt x="667939" y="5261787"/>
                  </a:lnTo>
                  <a:lnTo>
                    <a:pt x="667939" y="5261164"/>
                  </a:lnTo>
                  <a:lnTo>
                    <a:pt x="668084" y="5261164"/>
                  </a:lnTo>
                  <a:lnTo>
                    <a:pt x="668230" y="5261164"/>
                  </a:lnTo>
                  <a:lnTo>
                    <a:pt x="668230" y="5260540"/>
                  </a:lnTo>
                  <a:lnTo>
                    <a:pt x="668375" y="5260540"/>
                  </a:lnTo>
                  <a:lnTo>
                    <a:pt x="668375" y="5259916"/>
                  </a:lnTo>
                  <a:lnTo>
                    <a:pt x="668375" y="5259293"/>
                  </a:lnTo>
                  <a:lnTo>
                    <a:pt x="668375" y="5258669"/>
                  </a:lnTo>
                  <a:lnTo>
                    <a:pt x="668520" y="5258669"/>
                  </a:lnTo>
                  <a:lnTo>
                    <a:pt x="668666" y="5258669"/>
                  </a:lnTo>
                  <a:lnTo>
                    <a:pt x="668811" y="5258669"/>
                  </a:lnTo>
                  <a:lnTo>
                    <a:pt x="668957" y="5258669"/>
                  </a:lnTo>
                  <a:lnTo>
                    <a:pt x="669102" y="5258669"/>
                  </a:lnTo>
                  <a:lnTo>
                    <a:pt x="669248" y="5258669"/>
                  </a:lnTo>
                  <a:lnTo>
                    <a:pt x="669248" y="5258046"/>
                  </a:lnTo>
                  <a:lnTo>
                    <a:pt x="669248" y="5257422"/>
                  </a:lnTo>
                  <a:lnTo>
                    <a:pt x="669248" y="5256798"/>
                  </a:lnTo>
                  <a:lnTo>
                    <a:pt x="669393" y="5256798"/>
                  </a:lnTo>
                  <a:lnTo>
                    <a:pt x="669538" y="5256798"/>
                  </a:lnTo>
                  <a:lnTo>
                    <a:pt x="669684" y="5256798"/>
                  </a:lnTo>
                  <a:lnTo>
                    <a:pt x="669829" y="5256798"/>
                  </a:lnTo>
                  <a:lnTo>
                    <a:pt x="669829" y="5256175"/>
                  </a:lnTo>
                  <a:lnTo>
                    <a:pt x="669975" y="5256175"/>
                  </a:lnTo>
                  <a:lnTo>
                    <a:pt x="669975" y="5255551"/>
                  </a:lnTo>
                  <a:lnTo>
                    <a:pt x="670120" y="5255551"/>
                  </a:lnTo>
                  <a:lnTo>
                    <a:pt x="670266" y="5255551"/>
                  </a:lnTo>
                  <a:lnTo>
                    <a:pt x="670411" y="5255551"/>
                  </a:lnTo>
                  <a:lnTo>
                    <a:pt x="670556" y="5255551"/>
                  </a:lnTo>
                  <a:lnTo>
                    <a:pt x="670702" y="5255551"/>
                  </a:lnTo>
                  <a:lnTo>
                    <a:pt x="670847" y="5255551"/>
                  </a:lnTo>
                  <a:lnTo>
                    <a:pt x="670847" y="5254928"/>
                  </a:lnTo>
                  <a:lnTo>
                    <a:pt x="670993" y="5254928"/>
                  </a:lnTo>
                  <a:lnTo>
                    <a:pt x="670993" y="5254304"/>
                  </a:lnTo>
                  <a:lnTo>
                    <a:pt x="671138" y="5254304"/>
                  </a:lnTo>
                  <a:lnTo>
                    <a:pt x="671284" y="5254304"/>
                  </a:lnTo>
                  <a:lnTo>
                    <a:pt x="671429" y="5254304"/>
                  </a:lnTo>
                  <a:lnTo>
                    <a:pt x="671429" y="5253681"/>
                  </a:lnTo>
                  <a:lnTo>
                    <a:pt x="671574" y="5253681"/>
                  </a:lnTo>
                  <a:lnTo>
                    <a:pt x="671720" y="5253681"/>
                  </a:lnTo>
                  <a:lnTo>
                    <a:pt x="671720" y="5253057"/>
                  </a:lnTo>
                  <a:lnTo>
                    <a:pt x="671720" y="5252433"/>
                  </a:lnTo>
                  <a:lnTo>
                    <a:pt x="671865" y="5252433"/>
                  </a:lnTo>
                  <a:lnTo>
                    <a:pt x="672011" y="5252433"/>
                  </a:lnTo>
                  <a:lnTo>
                    <a:pt x="672156" y="5252433"/>
                  </a:lnTo>
                  <a:lnTo>
                    <a:pt x="672302" y="5252433"/>
                  </a:lnTo>
                  <a:lnTo>
                    <a:pt x="672302" y="5251810"/>
                  </a:lnTo>
                  <a:lnTo>
                    <a:pt x="672447" y="5251810"/>
                  </a:lnTo>
                  <a:lnTo>
                    <a:pt x="672592" y="5251810"/>
                  </a:lnTo>
                  <a:lnTo>
                    <a:pt x="672738" y="5251810"/>
                  </a:lnTo>
                  <a:lnTo>
                    <a:pt x="672883" y="5251810"/>
                  </a:lnTo>
                  <a:lnTo>
                    <a:pt x="673029" y="5251810"/>
                  </a:lnTo>
                  <a:lnTo>
                    <a:pt x="673174" y="5251810"/>
                  </a:lnTo>
                  <a:lnTo>
                    <a:pt x="673320" y="5251810"/>
                  </a:lnTo>
                  <a:lnTo>
                    <a:pt x="673465" y="5251810"/>
                  </a:lnTo>
                  <a:lnTo>
                    <a:pt x="673465" y="5251186"/>
                  </a:lnTo>
                  <a:lnTo>
                    <a:pt x="673610" y="5251186"/>
                  </a:lnTo>
                  <a:lnTo>
                    <a:pt x="673756" y="5251186"/>
                  </a:lnTo>
                  <a:lnTo>
                    <a:pt x="673901" y="5251186"/>
                  </a:lnTo>
                  <a:lnTo>
                    <a:pt x="673901" y="5250563"/>
                  </a:lnTo>
                  <a:lnTo>
                    <a:pt x="674047" y="5250563"/>
                  </a:lnTo>
                  <a:lnTo>
                    <a:pt x="674192" y="5250563"/>
                  </a:lnTo>
                  <a:lnTo>
                    <a:pt x="674338" y="5250563"/>
                  </a:lnTo>
                  <a:lnTo>
                    <a:pt x="674483" y="5250563"/>
                  </a:lnTo>
                  <a:lnTo>
                    <a:pt x="674628" y="5250563"/>
                  </a:lnTo>
                  <a:lnTo>
                    <a:pt x="674774" y="5250563"/>
                  </a:lnTo>
                  <a:lnTo>
                    <a:pt x="674919" y="5250563"/>
                  </a:lnTo>
                  <a:lnTo>
                    <a:pt x="675065" y="5250563"/>
                  </a:lnTo>
                  <a:lnTo>
                    <a:pt x="675065" y="5249939"/>
                  </a:lnTo>
                  <a:lnTo>
                    <a:pt x="675210" y="5249939"/>
                  </a:lnTo>
                  <a:lnTo>
                    <a:pt x="675355" y="5249939"/>
                  </a:lnTo>
                  <a:lnTo>
                    <a:pt x="675501" y="5249939"/>
                  </a:lnTo>
                  <a:lnTo>
                    <a:pt x="675501" y="5249315"/>
                  </a:lnTo>
                  <a:lnTo>
                    <a:pt x="675501" y="5248692"/>
                  </a:lnTo>
                  <a:lnTo>
                    <a:pt x="675646" y="5248692"/>
                  </a:lnTo>
                  <a:lnTo>
                    <a:pt x="675792" y="5248692"/>
                  </a:lnTo>
                  <a:lnTo>
                    <a:pt x="675937" y="5248692"/>
                  </a:lnTo>
                  <a:lnTo>
                    <a:pt x="676083" y="5248692"/>
                  </a:lnTo>
                  <a:lnTo>
                    <a:pt x="676228" y="5248692"/>
                  </a:lnTo>
                  <a:lnTo>
                    <a:pt x="676373" y="5248692"/>
                  </a:lnTo>
                  <a:lnTo>
                    <a:pt x="676373" y="5248068"/>
                  </a:lnTo>
                  <a:lnTo>
                    <a:pt x="676519" y="5248068"/>
                  </a:lnTo>
                  <a:lnTo>
                    <a:pt x="676664" y="5248068"/>
                  </a:lnTo>
                  <a:lnTo>
                    <a:pt x="676810" y="5248068"/>
                  </a:lnTo>
                  <a:lnTo>
                    <a:pt x="676955" y="5248068"/>
                  </a:lnTo>
                  <a:lnTo>
                    <a:pt x="677101" y="5248068"/>
                  </a:lnTo>
                  <a:lnTo>
                    <a:pt x="677101" y="5247445"/>
                  </a:lnTo>
                  <a:lnTo>
                    <a:pt x="677101" y="5246821"/>
                  </a:lnTo>
                  <a:lnTo>
                    <a:pt x="677246" y="5246821"/>
                  </a:lnTo>
                  <a:lnTo>
                    <a:pt x="677391" y="5246821"/>
                  </a:lnTo>
                  <a:lnTo>
                    <a:pt x="677537" y="5246821"/>
                  </a:lnTo>
                  <a:lnTo>
                    <a:pt x="677682" y="5246821"/>
                  </a:lnTo>
                  <a:lnTo>
                    <a:pt x="677828" y="5246821"/>
                  </a:lnTo>
                  <a:lnTo>
                    <a:pt x="677973" y="5246821"/>
                  </a:lnTo>
                  <a:lnTo>
                    <a:pt x="678119" y="5246821"/>
                  </a:lnTo>
                  <a:lnTo>
                    <a:pt x="678264" y="5246821"/>
                  </a:lnTo>
                  <a:lnTo>
                    <a:pt x="678409" y="5246821"/>
                  </a:lnTo>
                  <a:lnTo>
                    <a:pt x="678555" y="5246821"/>
                  </a:lnTo>
                  <a:lnTo>
                    <a:pt x="678700" y="5246821"/>
                  </a:lnTo>
                  <a:lnTo>
                    <a:pt x="678846" y="5246821"/>
                  </a:lnTo>
                  <a:lnTo>
                    <a:pt x="678846" y="5246198"/>
                  </a:lnTo>
                  <a:lnTo>
                    <a:pt x="678846" y="5245574"/>
                  </a:lnTo>
                  <a:lnTo>
                    <a:pt x="678991" y="5245574"/>
                  </a:lnTo>
                  <a:lnTo>
                    <a:pt x="679137" y="5245574"/>
                  </a:lnTo>
                  <a:lnTo>
                    <a:pt x="679282" y="5245574"/>
                  </a:lnTo>
                  <a:lnTo>
                    <a:pt x="679282" y="5244950"/>
                  </a:lnTo>
                  <a:lnTo>
                    <a:pt x="679427" y="5244950"/>
                  </a:lnTo>
                  <a:lnTo>
                    <a:pt x="679573" y="5244950"/>
                  </a:lnTo>
                  <a:lnTo>
                    <a:pt x="679718" y="5244950"/>
                  </a:lnTo>
                  <a:lnTo>
                    <a:pt x="679864" y="5244950"/>
                  </a:lnTo>
                  <a:lnTo>
                    <a:pt x="680009" y="5244950"/>
                  </a:lnTo>
                  <a:lnTo>
                    <a:pt x="680155" y="5244950"/>
                  </a:lnTo>
                  <a:lnTo>
                    <a:pt x="680300" y="5244950"/>
                  </a:lnTo>
                  <a:lnTo>
                    <a:pt x="680445" y="5244950"/>
                  </a:lnTo>
                  <a:lnTo>
                    <a:pt x="680445" y="5244327"/>
                  </a:lnTo>
                  <a:lnTo>
                    <a:pt x="680591" y="5244327"/>
                  </a:lnTo>
                  <a:lnTo>
                    <a:pt x="680736" y="5244327"/>
                  </a:lnTo>
                  <a:lnTo>
                    <a:pt x="680736" y="5243703"/>
                  </a:lnTo>
                  <a:lnTo>
                    <a:pt x="680882" y="5243703"/>
                  </a:lnTo>
                  <a:lnTo>
                    <a:pt x="681027" y="5243703"/>
                  </a:lnTo>
                  <a:lnTo>
                    <a:pt x="681027" y="5243080"/>
                  </a:lnTo>
                  <a:lnTo>
                    <a:pt x="681173" y="5243080"/>
                  </a:lnTo>
                  <a:lnTo>
                    <a:pt x="681318" y="5243080"/>
                  </a:lnTo>
                  <a:lnTo>
                    <a:pt x="681318" y="5242456"/>
                  </a:lnTo>
                  <a:lnTo>
                    <a:pt x="681463" y="5242456"/>
                  </a:lnTo>
                  <a:lnTo>
                    <a:pt x="681609" y="5242456"/>
                  </a:lnTo>
                  <a:lnTo>
                    <a:pt x="681754" y="5242456"/>
                  </a:lnTo>
                  <a:lnTo>
                    <a:pt x="681900" y="5242456"/>
                  </a:lnTo>
                  <a:lnTo>
                    <a:pt x="681900" y="5241832"/>
                  </a:lnTo>
                  <a:lnTo>
                    <a:pt x="682045" y="5241832"/>
                  </a:lnTo>
                  <a:lnTo>
                    <a:pt x="682045" y="5241209"/>
                  </a:lnTo>
                  <a:lnTo>
                    <a:pt x="682190" y="5241209"/>
                  </a:lnTo>
                  <a:lnTo>
                    <a:pt x="682336" y="5241209"/>
                  </a:lnTo>
                  <a:lnTo>
                    <a:pt x="682481" y="5241209"/>
                  </a:lnTo>
                  <a:lnTo>
                    <a:pt x="682627" y="5241209"/>
                  </a:lnTo>
                  <a:lnTo>
                    <a:pt x="682772" y="5241209"/>
                  </a:lnTo>
                  <a:lnTo>
                    <a:pt x="682918" y="5241209"/>
                  </a:lnTo>
                  <a:lnTo>
                    <a:pt x="683063" y="5241209"/>
                  </a:lnTo>
                  <a:lnTo>
                    <a:pt x="683208" y="5241209"/>
                  </a:lnTo>
                  <a:lnTo>
                    <a:pt x="683354" y="5241209"/>
                  </a:lnTo>
                  <a:lnTo>
                    <a:pt x="683499" y="5241209"/>
                  </a:lnTo>
                  <a:lnTo>
                    <a:pt x="683645" y="5241209"/>
                  </a:lnTo>
                  <a:lnTo>
                    <a:pt x="683645" y="5240585"/>
                  </a:lnTo>
                  <a:lnTo>
                    <a:pt x="683790" y="5240585"/>
                  </a:lnTo>
                  <a:lnTo>
                    <a:pt x="683790" y="5239962"/>
                  </a:lnTo>
                  <a:lnTo>
                    <a:pt x="683936" y="5239962"/>
                  </a:lnTo>
                  <a:lnTo>
                    <a:pt x="684081" y="5239962"/>
                  </a:lnTo>
                  <a:lnTo>
                    <a:pt x="684226" y="5239962"/>
                  </a:lnTo>
                  <a:lnTo>
                    <a:pt x="684372" y="5239962"/>
                  </a:lnTo>
                  <a:lnTo>
                    <a:pt x="684517" y="5239962"/>
                  </a:lnTo>
                  <a:lnTo>
                    <a:pt x="684663" y="5239962"/>
                  </a:lnTo>
                  <a:lnTo>
                    <a:pt x="684808" y="5239962"/>
                  </a:lnTo>
                  <a:lnTo>
                    <a:pt x="684954" y="5239962"/>
                  </a:lnTo>
                  <a:lnTo>
                    <a:pt x="684954" y="5239338"/>
                  </a:lnTo>
                  <a:lnTo>
                    <a:pt x="685099" y="5239338"/>
                  </a:lnTo>
                  <a:lnTo>
                    <a:pt x="685099" y="5238715"/>
                  </a:lnTo>
                  <a:lnTo>
                    <a:pt x="685099" y="5238091"/>
                  </a:lnTo>
                  <a:lnTo>
                    <a:pt x="685244" y="5238091"/>
                  </a:lnTo>
                  <a:lnTo>
                    <a:pt x="685390" y="5238091"/>
                  </a:lnTo>
                  <a:lnTo>
                    <a:pt x="685535" y="5238091"/>
                  </a:lnTo>
                  <a:lnTo>
                    <a:pt x="685681" y="5238091"/>
                  </a:lnTo>
                  <a:lnTo>
                    <a:pt x="685826" y="5238091"/>
                  </a:lnTo>
                  <a:lnTo>
                    <a:pt x="685826" y="5237467"/>
                  </a:lnTo>
                  <a:lnTo>
                    <a:pt x="685972" y="5237467"/>
                  </a:lnTo>
                  <a:lnTo>
                    <a:pt x="685972" y="5236844"/>
                  </a:lnTo>
                  <a:lnTo>
                    <a:pt x="685972" y="5236220"/>
                  </a:lnTo>
                  <a:lnTo>
                    <a:pt x="686117" y="5236220"/>
                  </a:lnTo>
                  <a:lnTo>
                    <a:pt x="686117" y="5235597"/>
                  </a:lnTo>
                  <a:lnTo>
                    <a:pt x="686117" y="5234973"/>
                  </a:lnTo>
                  <a:lnTo>
                    <a:pt x="686262" y="5234973"/>
                  </a:lnTo>
                  <a:lnTo>
                    <a:pt x="686408" y="5234973"/>
                  </a:lnTo>
                  <a:lnTo>
                    <a:pt x="686553" y="5234973"/>
                  </a:lnTo>
                  <a:lnTo>
                    <a:pt x="686699" y="5234973"/>
                  </a:lnTo>
                  <a:lnTo>
                    <a:pt x="686844" y="5234973"/>
                  </a:lnTo>
                  <a:lnTo>
                    <a:pt x="686990" y="5234973"/>
                  </a:lnTo>
                  <a:lnTo>
                    <a:pt x="687135" y="5234973"/>
                  </a:lnTo>
                  <a:lnTo>
                    <a:pt x="687280" y="5234973"/>
                  </a:lnTo>
                  <a:lnTo>
                    <a:pt x="687426" y="5234973"/>
                  </a:lnTo>
                  <a:lnTo>
                    <a:pt x="687571" y="5234973"/>
                  </a:lnTo>
                  <a:lnTo>
                    <a:pt x="687717" y="5234973"/>
                  </a:lnTo>
                  <a:lnTo>
                    <a:pt x="687717" y="5234349"/>
                  </a:lnTo>
                  <a:lnTo>
                    <a:pt x="687717" y="5233726"/>
                  </a:lnTo>
                  <a:lnTo>
                    <a:pt x="687717" y="5233102"/>
                  </a:lnTo>
                  <a:lnTo>
                    <a:pt x="687862" y="5233102"/>
                  </a:lnTo>
                  <a:lnTo>
                    <a:pt x="687862" y="5232479"/>
                  </a:lnTo>
                  <a:lnTo>
                    <a:pt x="687862" y="5231855"/>
                  </a:lnTo>
                  <a:lnTo>
                    <a:pt x="687862" y="5231232"/>
                  </a:lnTo>
                  <a:lnTo>
                    <a:pt x="688008" y="5231232"/>
                  </a:lnTo>
                  <a:lnTo>
                    <a:pt x="688153" y="5231232"/>
                  </a:lnTo>
                  <a:lnTo>
                    <a:pt x="688298" y="5231232"/>
                  </a:lnTo>
                  <a:lnTo>
                    <a:pt x="688298" y="5230608"/>
                  </a:lnTo>
                  <a:lnTo>
                    <a:pt x="688444" y="5230608"/>
                  </a:lnTo>
                  <a:lnTo>
                    <a:pt x="688444" y="5229984"/>
                  </a:lnTo>
                  <a:lnTo>
                    <a:pt x="688589" y="5229984"/>
                  </a:lnTo>
                  <a:lnTo>
                    <a:pt x="688735" y="5229984"/>
                  </a:lnTo>
                  <a:lnTo>
                    <a:pt x="688735" y="5229361"/>
                  </a:lnTo>
                  <a:lnTo>
                    <a:pt x="688735" y="5228737"/>
                  </a:lnTo>
                  <a:lnTo>
                    <a:pt x="688880" y="5228737"/>
                  </a:lnTo>
                  <a:lnTo>
                    <a:pt x="689025" y="5228737"/>
                  </a:lnTo>
                  <a:lnTo>
                    <a:pt x="689171" y="5228737"/>
                  </a:lnTo>
                  <a:lnTo>
                    <a:pt x="689316" y="5228737"/>
                  </a:lnTo>
                  <a:lnTo>
                    <a:pt x="689462" y="5228737"/>
                  </a:lnTo>
                  <a:lnTo>
                    <a:pt x="689607" y="5228737"/>
                  </a:lnTo>
                  <a:lnTo>
                    <a:pt x="689753" y="5228737"/>
                  </a:lnTo>
                  <a:lnTo>
                    <a:pt x="689898" y="5228737"/>
                  </a:lnTo>
                  <a:lnTo>
                    <a:pt x="689898" y="5228114"/>
                  </a:lnTo>
                  <a:lnTo>
                    <a:pt x="690043" y="5228114"/>
                  </a:lnTo>
                  <a:lnTo>
                    <a:pt x="690189" y="5228114"/>
                  </a:lnTo>
                  <a:lnTo>
                    <a:pt x="690334" y="5228114"/>
                  </a:lnTo>
                  <a:lnTo>
                    <a:pt x="690480" y="5228114"/>
                  </a:lnTo>
                  <a:lnTo>
                    <a:pt x="690625" y="5228114"/>
                  </a:lnTo>
                  <a:lnTo>
                    <a:pt x="690771" y="5228114"/>
                  </a:lnTo>
                  <a:lnTo>
                    <a:pt x="690771" y="5227490"/>
                  </a:lnTo>
                  <a:lnTo>
                    <a:pt x="690916" y="5227490"/>
                  </a:lnTo>
                  <a:lnTo>
                    <a:pt x="691061" y="5227490"/>
                  </a:lnTo>
                  <a:lnTo>
                    <a:pt x="691207" y="5227490"/>
                  </a:lnTo>
                  <a:lnTo>
                    <a:pt x="691352" y="5227490"/>
                  </a:lnTo>
                  <a:lnTo>
                    <a:pt x="691352" y="5226866"/>
                  </a:lnTo>
                  <a:lnTo>
                    <a:pt x="691498" y="5226866"/>
                  </a:lnTo>
                  <a:lnTo>
                    <a:pt x="691643" y="5226866"/>
                  </a:lnTo>
                  <a:lnTo>
                    <a:pt x="691789" y="5226866"/>
                  </a:lnTo>
                  <a:lnTo>
                    <a:pt x="691934" y="5226866"/>
                  </a:lnTo>
                  <a:lnTo>
                    <a:pt x="692079" y="5226866"/>
                  </a:lnTo>
                  <a:lnTo>
                    <a:pt x="692225" y="5226866"/>
                  </a:lnTo>
                  <a:lnTo>
                    <a:pt x="692225" y="5226243"/>
                  </a:lnTo>
                  <a:lnTo>
                    <a:pt x="692370" y="5226243"/>
                  </a:lnTo>
                  <a:lnTo>
                    <a:pt x="692370" y="5225619"/>
                  </a:lnTo>
                  <a:lnTo>
                    <a:pt x="692516" y="5225619"/>
                  </a:lnTo>
                  <a:lnTo>
                    <a:pt x="692661" y="5225619"/>
                  </a:lnTo>
                  <a:lnTo>
                    <a:pt x="692807" y="5225619"/>
                  </a:lnTo>
                  <a:lnTo>
                    <a:pt x="692952" y="5225619"/>
                  </a:lnTo>
                  <a:lnTo>
                    <a:pt x="692952" y="5224996"/>
                  </a:lnTo>
                  <a:lnTo>
                    <a:pt x="693097" y="5224996"/>
                  </a:lnTo>
                  <a:lnTo>
                    <a:pt x="693243" y="5224996"/>
                  </a:lnTo>
                  <a:lnTo>
                    <a:pt x="693388" y="5224996"/>
                  </a:lnTo>
                  <a:lnTo>
                    <a:pt x="693388" y="5224372"/>
                  </a:lnTo>
                  <a:lnTo>
                    <a:pt x="693388" y="5223749"/>
                  </a:lnTo>
                  <a:lnTo>
                    <a:pt x="693534" y="5223749"/>
                  </a:lnTo>
                  <a:lnTo>
                    <a:pt x="693679" y="5223749"/>
                  </a:lnTo>
                  <a:lnTo>
                    <a:pt x="693825" y="5223749"/>
                  </a:lnTo>
                  <a:lnTo>
                    <a:pt x="693825" y="5223125"/>
                  </a:lnTo>
                  <a:lnTo>
                    <a:pt x="693970" y="5223125"/>
                  </a:lnTo>
                  <a:lnTo>
                    <a:pt x="694115" y="5223125"/>
                  </a:lnTo>
                  <a:lnTo>
                    <a:pt x="694115" y="5222501"/>
                  </a:lnTo>
                  <a:lnTo>
                    <a:pt x="694115" y="5221878"/>
                  </a:lnTo>
                  <a:lnTo>
                    <a:pt x="694261" y="5221878"/>
                  </a:lnTo>
                  <a:lnTo>
                    <a:pt x="694261" y="5221254"/>
                  </a:lnTo>
                  <a:lnTo>
                    <a:pt x="694406" y="5221254"/>
                  </a:lnTo>
                  <a:lnTo>
                    <a:pt x="694552" y="5221254"/>
                  </a:lnTo>
                  <a:lnTo>
                    <a:pt x="694697" y="5221254"/>
                  </a:lnTo>
                  <a:lnTo>
                    <a:pt x="694843" y="5221254"/>
                  </a:lnTo>
                  <a:lnTo>
                    <a:pt x="694988" y="5221254"/>
                  </a:lnTo>
                  <a:lnTo>
                    <a:pt x="695133" y="5221254"/>
                  </a:lnTo>
                  <a:lnTo>
                    <a:pt x="695279" y="5221254"/>
                  </a:lnTo>
                  <a:lnTo>
                    <a:pt x="695424" y="5221254"/>
                  </a:lnTo>
                  <a:lnTo>
                    <a:pt x="695570" y="5221254"/>
                  </a:lnTo>
                  <a:lnTo>
                    <a:pt x="695715" y="5221254"/>
                  </a:lnTo>
                  <a:lnTo>
                    <a:pt x="695860" y="5221254"/>
                  </a:lnTo>
                  <a:lnTo>
                    <a:pt x="696006" y="5221254"/>
                  </a:lnTo>
                  <a:lnTo>
                    <a:pt x="696151" y="5221254"/>
                  </a:lnTo>
                  <a:lnTo>
                    <a:pt x="696151" y="5220631"/>
                  </a:lnTo>
                  <a:lnTo>
                    <a:pt x="696297" y="5220631"/>
                  </a:lnTo>
                  <a:lnTo>
                    <a:pt x="696442" y="5220631"/>
                  </a:lnTo>
                  <a:lnTo>
                    <a:pt x="696588" y="5220631"/>
                  </a:lnTo>
                  <a:lnTo>
                    <a:pt x="696588" y="5220007"/>
                  </a:lnTo>
                  <a:lnTo>
                    <a:pt x="696733" y="5220007"/>
                  </a:lnTo>
                  <a:lnTo>
                    <a:pt x="696878" y="5220007"/>
                  </a:lnTo>
                  <a:lnTo>
                    <a:pt x="697024" y="5220007"/>
                  </a:lnTo>
                  <a:lnTo>
                    <a:pt x="697169" y="5220007"/>
                  </a:lnTo>
                  <a:lnTo>
                    <a:pt x="697315" y="5220007"/>
                  </a:lnTo>
                  <a:lnTo>
                    <a:pt x="697315" y="5219384"/>
                  </a:lnTo>
                  <a:lnTo>
                    <a:pt x="697460" y="5219384"/>
                  </a:lnTo>
                  <a:lnTo>
                    <a:pt x="697606" y="5219384"/>
                  </a:lnTo>
                  <a:lnTo>
                    <a:pt x="697606" y="5218760"/>
                  </a:lnTo>
                  <a:lnTo>
                    <a:pt x="697606" y="5218136"/>
                  </a:lnTo>
                  <a:lnTo>
                    <a:pt x="697751" y="5218136"/>
                  </a:lnTo>
                  <a:lnTo>
                    <a:pt x="697896" y="5218136"/>
                  </a:lnTo>
                  <a:lnTo>
                    <a:pt x="697896" y="5217513"/>
                  </a:lnTo>
                  <a:lnTo>
                    <a:pt x="697896" y="5216889"/>
                  </a:lnTo>
                  <a:lnTo>
                    <a:pt x="697896" y="5216266"/>
                  </a:lnTo>
                  <a:lnTo>
                    <a:pt x="698042" y="5216266"/>
                  </a:lnTo>
                  <a:lnTo>
                    <a:pt x="698187" y="5216266"/>
                  </a:lnTo>
                  <a:lnTo>
                    <a:pt x="698333" y="5216266"/>
                  </a:lnTo>
                  <a:lnTo>
                    <a:pt x="698478" y="5216266"/>
                  </a:lnTo>
                  <a:lnTo>
                    <a:pt x="698624" y="5216266"/>
                  </a:lnTo>
                  <a:lnTo>
                    <a:pt x="698769" y="5216266"/>
                  </a:lnTo>
                  <a:lnTo>
                    <a:pt x="698914" y="5216266"/>
                  </a:lnTo>
                  <a:lnTo>
                    <a:pt x="698914" y="5215642"/>
                  </a:lnTo>
                  <a:lnTo>
                    <a:pt x="699060" y="5215642"/>
                  </a:lnTo>
                  <a:lnTo>
                    <a:pt x="699205" y="5215642"/>
                  </a:lnTo>
                  <a:lnTo>
                    <a:pt x="699351" y="5215642"/>
                  </a:lnTo>
                  <a:lnTo>
                    <a:pt x="699496" y="5215642"/>
                  </a:lnTo>
                  <a:lnTo>
                    <a:pt x="699642" y="5215642"/>
                  </a:lnTo>
                  <a:lnTo>
                    <a:pt x="699642" y="5215018"/>
                  </a:lnTo>
                  <a:lnTo>
                    <a:pt x="699787" y="5215018"/>
                  </a:lnTo>
                  <a:lnTo>
                    <a:pt x="699932" y="5215018"/>
                  </a:lnTo>
                  <a:lnTo>
                    <a:pt x="699932" y="5214395"/>
                  </a:lnTo>
                  <a:lnTo>
                    <a:pt x="700078" y="5214395"/>
                  </a:lnTo>
                  <a:lnTo>
                    <a:pt x="700078" y="5213771"/>
                  </a:lnTo>
                  <a:lnTo>
                    <a:pt x="700223" y="5213771"/>
                  </a:lnTo>
                  <a:lnTo>
                    <a:pt x="700223" y="5213148"/>
                  </a:lnTo>
                  <a:lnTo>
                    <a:pt x="700369" y="5213148"/>
                  </a:lnTo>
                  <a:lnTo>
                    <a:pt x="700369" y="5212524"/>
                  </a:lnTo>
                  <a:lnTo>
                    <a:pt x="700514" y="5212524"/>
                  </a:lnTo>
                  <a:lnTo>
                    <a:pt x="700660" y="5212524"/>
                  </a:lnTo>
                  <a:lnTo>
                    <a:pt x="700660" y="5211901"/>
                  </a:lnTo>
                  <a:lnTo>
                    <a:pt x="700805" y="5211901"/>
                  </a:lnTo>
                  <a:lnTo>
                    <a:pt x="700950" y="5211901"/>
                  </a:lnTo>
                  <a:lnTo>
                    <a:pt x="701096" y="5211901"/>
                  </a:lnTo>
                  <a:lnTo>
                    <a:pt x="701096" y="5211277"/>
                  </a:lnTo>
                  <a:lnTo>
                    <a:pt x="701241" y="5211277"/>
                  </a:lnTo>
                  <a:lnTo>
                    <a:pt x="701387" y="5211277"/>
                  </a:lnTo>
                  <a:lnTo>
                    <a:pt x="701532" y="5211277"/>
                  </a:lnTo>
                  <a:lnTo>
                    <a:pt x="701678" y="5211277"/>
                  </a:lnTo>
                  <a:lnTo>
                    <a:pt x="701823" y="5211277"/>
                  </a:lnTo>
                  <a:lnTo>
                    <a:pt x="701968" y="5211277"/>
                  </a:lnTo>
                  <a:lnTo>
                    <a:pt x="702114" y="5211277"/>
                  </a:lnTo>
                  <a:lnTo>
                    <a:pt x="702259" y="5211277"/>
                  </a:lnTo>
                  <a:lnTo>
                    <a:pt x="702405" y="5211277"/>
                  </a:lnTo>
                  <a:lnTo>
                    <a:pt x="702550" y="5211277"/>
                  </a:lnTo>
                  <a:lnTo>
                    <a:pt x="702695" y="5211277"/>
                  </a:lnTo>
                  <a:lnTo>
                    <a:pt x="702841" y="5211277"/>
                  </a:lnTo>
                  <a:lnTo>
                    <a:pt x="702841" y="5210653"/>
                  </a:lnTo>
                  <a:lnTo>
                    <a:pt x="702986" y="5210653"/>
                  </a:lnTo>
                  <a:lnTo>
                    <a:pt x="703132" y="5210653"/>
                  </a:lnTo>
                  <a:lnTo>
                    <a:pt x="703277" y="5210653"/>
                  </a:lnTo>
                  <a:lnTo>
                    <a:pt x="703277" y="5210030"/>
                  </a:lnTo>
                  <a:lnTo>
                    <a:pt x="703423" y="5210030"/>
                  </a:lnTo>
                  <a:lnTo>
                    <a:pt x="703568" y="5210030"/>
                  </a:lnTo>
                  <a:lnTo>
                    <a:pt x="703713" y="5210030"/>
                  </a:lnTo>
                  <a:lnTo>
                    <a:pt x="703859" y="5210030"/>
                  </a:lnTo>
                  <a:lnTo>
                    <a:pt x="703859" y="5209406"/>
                  </a:lnTo>
                  <a:lnTo>
                    <a:pt x="704004" y="5209406"/>
                  </a:lnTo>
                  <a:lnTo>
                    <a:pt x="704004" y="5208783"/>
                  </a:lnTo>
                  <a:lnTo>
                    <a:pt x="704004" y="5208159"/>
                  </a:lnTo>
                  <a:lnTo>
                    <a:pt x="704004" y="5207535"/>
                  </a:lnTo>
                  <a:lnTo>
                    <a:pt x="704004" y="5206912"/>
                  </a:lnTo>
                  <a:lnTo>
                    <a:pt x="704004" y="5206288"/>
                  </a:lnTo>
                  <a:lnTo>
                    <a:pt x="704150" y="5206288"/>
                  </a:lnTo>
                  <a:lnTo>
                    <a:pt x="704295" y="5206288"/>
                  </a:lnTo>
                  <a:lnTo>
                    <a:pt x="704441" y="5206288"/>
                  </a:lnTo>
                  <a:lnTo>
                    <a:pt x="704586" y="5206288"/>
                  </a:lnTo>
                  <a:lnTo>
                    <a:pt x="704731" y="5206288"/>
                  </a:lnTo>
                  <a:lnTo>
                    <a:pt x="704877" y="5206288"/>
                  </a:lnTo>
                  <a:lnTo>
                    <a:pt x="705022" y="5206288"/>
                  </a:lnTo>
                  <a:lnTo>
                    <a:pt x="705168" y="5206288"/>
                  </a:lnTo>
                  <a:lnTo>
                    <a:pt x="705313" y="5206288"/>
                  </a:lnTo>
                  <a:lnTo>
                    <a:pt x="705459" y="5206288"/>
                  </a:lnTo>
                  <a:lnTo>
                    <a:pt x="705604" y="5206288"/>
                  </a:lnTo>
                  <a:lnTo>
                    <a:pt x="705749" y="5206288"/>
                  </a:lnTo>
                  <a:lnTo>
                    <a:pt x="705895" y="5206288"/>
                  </a:lnTo>
                  <a:lnTo>
                    <a:pt x="706040" y="5206288"/>
                  </a:lnTo>
                  <a:lnTo>
                    <a:pt x="706186" y="5206288"/>
                  </a:lnTo>
                  <a:lnTo>
                    <a:pt x="706331" y="5206288"/>
                  </a:lnTo>
                  <a:lnTo>
                    <a:pt x="706331" y="5205665"/>
                  </a:lnTo>
                  <a:lnTo>
                    <a:pt x="706331" y="5205041"/>
                  </a:lnTo>
                  <a:lnTo>
                    <a:pt x="706477" y="5205041"/>
                  </a:lnTo>
                  <a:lnTo>
                    <a:pt x="706622" y="5205041"/>
                  </a:lnTo>
                  <a:lnTo>
                    <a:pt x="706622" y="5204418"/>
                  </a:lnTo>
                  <a:lnTo>
                    <a:pt x="706767" y="5204418"/>
                  </a:lnTo>
                  <a:lnTo>
                    <a:pt x="706913" y="5204418"/>
                  </a:lnTo>
                  <a:lnTo>
                    <a:pt x="707058" y="5204418"/>
                  </a:lnTo>
                  <a:lnTo>
                    <a:pt x="707204" y="5204418"/>
                  </a:lnTo>
                  <a:lnTo>
                    <a:pt x="707204" y="5203794"/>
                  </a:lnTo>
                  <a:lnTo>
                    <a:pt x="707349" y="5203794"/>
                  </a:lnTo>
                  <a:lnTo>
                    <a:pt x="707495" y="5203794"/>
                  </a:lnTo>
                  <a:lnTo>
                    <a:pt x="707495" y="5203170"/>
                  </a:lnTo>
                  <a:lnTo>
                    <a:pt x="707640" y="5203170"/>
                  </a:lnTo>
                  <a:lnTo>
                    <a:pt x="707640" y="5202547"/>
                  </a:lnTo>
                  <a:lnTo>
                    <a:pt x="707785" y="5202547"/>
                  </a:lnTo>
                  <a:lnTo>
                    <a:pt x="707785" y="5201923"/>
                  </a:lnTo>
                  <a:lnTo>
                    <a:pt x="707785" y="5201300"/>
                  </a:lnTo>
                  <a:lnTo>
                    <a:pt x="707931" y="5201300"/>
                  </a:lnTo>
                  <a:lnTo>
                    <a:pt x="707931" y="5200676"/>
                  </a:lnTo>
                  <a:lnTo>
                    <a:pt x="708076" y="5200676"/>
                  </a:lnTo>
                  <a:lnTo>
                    <a:pt x="708222" y="5200676"/>
                  </a:lnTo>
                  <a:lnTo>
                    <a:pt x="708367" y="5200676"/>
                  </a:lnTo>
                  <a:lnTo>
                    <a:pt x="708513" y="5200676"/>
                  </a:lnTo>
                  <a:lnTo>
                    <a:pt x="708658" y="5200676"/>
                  </a:lnTo>
                  <a:lnTo>
                    <a:pt x="708658" y="5200052"/>
                  </a:lnTo>
                  <a:lnTo>
                    <a:pt x="708803" y="5200052"/>
                  </a:lnTo>
                  <a:lnTo>
                    <a:pt x="708803" y="5199429"/>
                  </a:lnTo>
                  <a:lnTo>
                    <a:pt x="708949" y="5199429"/>
                  </a:lnTo>
                  <a:lnTo>
                    <a:pt x="708949" y="5198805"/>
                  </a:lnTo>
                  <a:lnTo>
                    <a:pt x="709094" y="5198805"/>
                  </a:lnTo>
                  <a:lnTo>
                    <a:pt x="709240" y="5198805"/>
                  </a:lnTo>
                  <a:lnTo>
                    <a:pt x="709385" y="5198805"/>
                  </a:lnTo>
                  <a:lnTo>
                    <a:pt x="709530" y="5198805"/>
                  </a:lnTo>
                  <a:lnTo>
                    <a:pt x="709530" y="5198182"/>
                  </a:lnTo>
                  <a:lnTo>
                    <a:pt x="709676" y="5198182"/>
                  </a:lnTo>
                  <a:lnTo>
                    <a:pt x="709821" y="5198182"/>
                  </a:lnTo>
                  <a:lnTo>
                    <a:pt x="709967" y="5198182"/>
                  </a:lnTo>
                  <a:lnTo>
                    <a:pt x="710112" y="5198182"/>
                  </a:lnTo>
                  <a:lnTo>
                    <a:pt x="710258" y="5198182"/>
                  </a:lnTo>
                  <a:lnTo>
                    <a:pt x="710258" y="5197558"/>
                  </a:lnTo>
                  <a:lnTo>
                    <a:pt x="710403" y="5197558"/>
                  </a:lnTo>
                  <a:lnTo>
                    <a:pt x="710548" y="5197558"/>
                  </a:lnTo>
                  <a:lnTo>
                    <a:pt x="710548" y="5196935"/>
                  </a:lnTo>
                  <a:lnTo>
                    <a:pt x="710694" y="5196935"/>
                  </a:lnTo>
                  <a:lnTo>
                    <a:pt x="710694" y="5196311"/>
                  </a:lnTo>
                  <a:lnTo>
                    <a:pt x="710839" y="5196311"/>
                  </a:lnTo>
                  <a:lnTo>
                    <a:pt x="710839" y="5195687"/>
                  </a:lnTo>
                  <a:lnTo>
                    <a:pt x="710839" y="5195064"/>
                  </a:lnTo>
                  <a:lnTo>
                    <a:pt x="710985" y="5195064"/>
                  </a:lnTo>
                  <a:lnTo>
                    <a:pt x="711130" y="5195064"/>
                  </a:lnTo>
                  <a:lnTo>
                    <a:pt x="711276" y="5195064"/>
                  </a:lnTo>
                  <a:lnTo>
                    <a:pt x="711421" y="5195064"/>
                  </a:lnTo>
                  <a:lnTo>
                    <a:pt x="711421" y="5194440"/>
                  </a:lnTo>
                  <a:lnTo>
                    <a:pt x="711566" y="5194440"/>
                  </a:lnTo>
                  <a:lnTo>
                    <a:pt x="711566" y="5193817"/>
                  </a:lnTo>
                  <a:lnTo>
                    <a:pt x="711712" y="5193817"/>
                  </a:lnTo>
                  <a:lnTo>
                    <a:pt x="711712" y="5193193"/>
                  </a:lnTo>
                  <a:lnTo>
                    <a:pt x="711857" y="5193193"/>
                  </a:lnTo>
                  <a:lnTo>
                    <a:pt x="712003" y="5193193"/>
                  </a:lnTo>
                  <a:lnTo>
                    <a:pt x="712003" y="5192569"/>
                  </a:lnTo>
                  <a:lnTo>
                    <a:pt x="712148" y="5192569"/>
                  </a:lnTo>
                  <a:lnTo>
                    <a:pt x="712294" y="5192569"/>
                  </a:lnTo>
                  <a:lnTo>
                    <a:pt x="712294" y="5191946"/>
                  </a:lnTo>
                  <a:lnTo>
                    <a:pt x="712439" y="5191946"/>
                  </a:lnTo>
                  <a:lnTo>
                    <a:pt x="712584" y="5191946"/>
                  </a:lnTo>
                  <a:lnTo>
                    <a:pt x="712730" y="5191946"/>
                  </a:lnTo>
                  <a:lnTo>
                    <a:pt x="712875" y="5191946"/>
                  </a:lnTo>
                  <a:lnTo>
                    <a:pt x="713021" y="5191946"/>
                  </a:lnTo>
                  <a:lnTo>
                    <a:pt x="713166" y="5191946"/>
                  </a:lnTo>
                  <a:lnTo>
                    <a:pt x="713312" y="5191946"/>
                  </a:lnTo>
                  <a:lnTo>
                    <a:pt x="713457" y="5191946"/>
                  </a:lnTo>
                  <a:lnTo>
                    <a:pt x="713457" y="5191322"/>
                  </a:lnTo>
                  <a:lnTo>
                    <a:pt x="713457" y="5190699"/>
                  </a:lnTo>
                  <a:lnTo>
                    <a:pt x="713602" y="5190699"/>
                  </a:lnTo>
                  <a:lnTo>
                    <a:pt x="713748" y="5190699"/>
                  </a:lnTo>
                  <a:lnTo>
                    <a:pt x="713893" y="5190699"/>
                  </a:lnTo>
                  <a:lnTo>
                    <a:pt x="713893" y="5190075"/>
                  </a:lnTo>
                  <a:lnTo>
                    <a:pt x="714039" y="5190075"/>
                  </a:lnTo>
                  <a:lnTo>
                    <a:pt x="714184" y="5190075"/>
                  </a:lnTo>
                  <a:lnTo>
                    <a:pt x="714330" y="5190075"/>
                  </a:lnTo>
                  <a:lnTo>
                    <a:pt x="714475" y="5190075"/>
                  </a:lnTo>
                  <a:lnTo>
                    <a:pt x="714620" y="5190075"/>
                  </a:lnTo>
                  <a:lnTo>
                    <a:pt x="714766" y="5190075"/>
                  </a:lnTo>
                  <a:lnTo>
                    <a:pt x="714766" y="5189452"/>
                  </a:lnTo>
                  <a:lnTo>
                    <a:pt x="714911" y="5189452"/>
                  </a:lnTo>
                  <a:lnTo>
                    <a:pt x="715057" y="5189452"/>
                  </a:lnTo>
                  <a:lnTo>
                    <a:pt x="715202" y="5189452"/>
                  </a:lnTo>
                  <a:lnTo>
                    <a:pt x="715348" y="5189452"/>
                  </a:lnTo>
                  <a:lnTo>
                    <a:pt x="715493" y="5189452"/>
                  </a:lnTo>
                  <a:lnTo>
                    <a:pt x="715493" y="5188828"/>
                  </a:lnTo>
                  <a:lnTo>
                    <a:pt x="715493" y="5188204"/>
                  </a:lnTo>
                  <a:lnTo>
                    <a:pt x="715493" y="5187581"/>
                  </a:lnTo>
                  <a:lnTo>
                    <a:pt x="715638" y="5187581"/>
                  </a:lnTo>
                  <a:lnTo>
                    <a:pt x="715784" y="5187581"/>
                  </a:lnTo>
                  <a:lnTo>
                    <a:pt x="715929" y="5187581"/>
                  </a:lnTo>
                  <a:lnTo>
                    <a:pt x="716075" y="5187581"/>
                  </a:lnTo>
                  <a:lnTo>
                    <a:pt x="716075" y="5186957"/>
                  </a:lnTo>
                  <a:lnTo>
                    <a:pt x="716220" y="5186957"/>
                  </a:lnTo>
                  <a:lnTo>
                    <a:pt x="716365" y="5186957"/>
                  </a:lnTo>
                  <a:lnTo>
                    <a:pt x="716511" y="5186957"/>
                  </a:lnTo>
                  <a:lnTo>
                    <a:pt x="716656" y="5186957"/>
                  </a:lnTo>
                  <a:lnTo>
                    <a:pt x="716802" y="5186957"/>
                  </a:lnTo>
                  <a:lnTo>
                    <a:pt x="716947" y="5186957"/>
                  </a:lnTo>
                  <a:lnTo>
                    <a:pt x="716947" y="5186334"/>
                  </a:lnTo>
                  <a:lnTo>
                    <a:pt x="717093" y="5186334"/>
                  </a:lnTo>
                  <a:lnTo>
                    <a:pt x="717238" y="5186334"/>
                  </a:lnTo>
                  <a:lnTo>
                    <a:pt x="717238" y="5185710"/>
                  </a:lnTo>
                  <a:lnTo>
                    <a:pt x="717238" y="5185086"/>
                  </a:lnTo>
                  <a:lnTo>
                    <a:pt x="717383" y="5185086"/>
                  </a:lnTo>
                  <a:lnTo>
                    <a:pt x="717383" y="5184463"/>
                  </a:lnTo>
                  <a:lnTo>
                    <a:pt x="717529" y="5184463"/>
                  </a:lnTo>
                  <a:lnTo>
                    <a:pt x="717674" y="5184463"/>
                  </a:lnTo>
                  <a:lnTo>
                    <a:pt x="717820" y="5184463"/>
                  </a:lnTo>
                  <a:lnTo>
                    <a:pt x="717965" y="5184463"/>
                  </a:lnTo>
                  <a:lnTo>
                    <a:pt x="718111" y="5184463"/>
                  </a:lnTo>
                  <a:lnTo>
                    <a:pt x="718256" y="5184463"/>
                  </a:lnTo>
                  <a:lnTo>
                    <a:pt x="718401" y="5184463"/>
                  </a:lnTo>
                  <a:lnTo>
                    <a:pt x="718401" y="5183839"/>
                  </a:lnTo>
                  <a:lnTo>
                    <a:pt x="718547" y="5183839"/>
                  </a:lnTo>
                  <a:lnTo>
                    <a:pt x="718547" y="5183216"/>
                  </a:lnTo>
                  <a:lnTo>
                    <a:pt x="718692" y="5183216"/>
                  </a:lnTo>
                  <a:lnTo>
                    <a:pt x="718692" y="5182592"/>
                  </a:lnTo>
                  <a:lnTo>
                    <a:pt x="718838" y="5182592"/>
                  </a:lnTo>
                  <a:lnTo>
                    <a:pt x="718983" y="5182592"/>
                  </a:lnTo>
                  <a:lnTo>
                    <a:pt x="719129" y="5182592"/>
                  </a:lnTo>
                  <a:lnTo>
                    <a:pt x="719129" y="5181969"/>
                  </a:lnTo>
                  <a:lnTo>
                    <a:pt x="719274" y="5181969"/>
                  </a:lnTo>
                  <a:lnTo>
                    <a:pt x="719419" y="5181969"/>
                  </a:lnTo>
                  <a:lnTo>
                    <a:pt x="719565" y="5181969"/>
                  </a:lnTo>
                  <a:lnTo>
                    <a:pt x="719710" y="5181969"/>
                  </a:lnTo>
                  <a:lnTo>
                    <a:pt x="719856" y="5181969"/>
                  </a:lnTo>
                  <a:lnTo>
                    <a:pt x="719856" y="5181345"/>
                  </a:lnTo>
                  <a:lnTo>
                    <a:pt x="719856" y="5180721"/>
                  </a:lnTo>
                  <a:lnTo>
                    <a:pt x="720001" y="5180721"/>
                  </a:lnTo>
                  <a:lnTo>
                    <a:pt x="720147" y="5180721"/>
                  </a:lnTo>
                  <a:lnTo>
                    <a:pt x="720292" y="5180721"/>
                  </a:lnTo>
                  <a:lnTo>
                    <a:pt x="720437" y="5180721"/>
                  </a:lnTo>
                  <a:lnTo>
                    <a:pt x="720583" y="5180721"/>
                  </a:lnTo>
                  <a:lnTo>
                    <a:pt x="720583" y="5180098"/>
                  </a:lnTo>
                  <a:lnTo>
                    <a:pt x="720728" y="5180098"/>
                  </a:lnTo>
                  <a:lnTo>
                    <a:pt x="720874" y="5180098"/>
                  </a:lnTo>
                  <a:lnTo>
                    <a:pt x="721019" y="5180098"/>
                  </a:lnTo>
                  <a:lnTo>
                    <a:pt x="721165" y="5180098"/>
                  </a:lnTo>
                  <a:lnTo>
                    <a:pt x="721310" y="5180098"/>
                  </a:lnTo>
                  <a:lnTo>
                    <a:pt x="721455" y="5180098"/>
                  </a:lnTo>
                  <a:lnTo>
                    <a:pt x="721601" y="5180098"/>
                  </a:lnTo>
                  <a:lnTo>
                    <a:pt x="721746" y="5180098"/>
                  </a:lnTo>
                  <a:lnTo>
                    <a:pt x="721892" y="5180098"/>
                  </a:lnTo>
                  <a:lnTo>
                    <a:pt x="721892" y="5179474"/>
                  </a:lnTo>
                  <a:lnTo>
                    <a:pt x="722037" y="5179474"/>
                  </a:lnTo>
                  <a:lnTo>
                    <a:pt x="722183" y="5179474"/>
                  </a:lnTo>
                  <a:lnTo>
                    <a:pt x="722328" y="5179474"/>
                  </a:lnTo>
                  <a:lnTo>
                    <a:pt x="722473" y="5179474"/>
                  </a:lnTo>
                  <a:lnTo>
                    <a:pt x="722473" y="5178851"/>
                  </a:lnTo>
                  <a:lnTo>
                    <a:pt x="722619" y="5178851"/>
                  </a:lnTo>
                  <a:lnTo>
                    <a:pt x="722764" y="5178851"/>
                  </a:lnTo>
                  <a:lnTo>
                    <a:pt x="722910" y="5178851"/>
                  </a:lnTo>
                  <a:lnTo>
                    <a:pt x="723055" y="5178851"/>
                  </a:lnTo>
                  <a:lnTo>
                    <a:pt x="723200" y="5178851"/>
                  </a:lnTo>
                  <a:lnTo>
                    <a:pt x="723346" y="5178851"/>
                  </a:lnTo>
                  <a:lnTo>
                    <a:pt x="723346" y="5178227"/>
                  </a:lnTo>
                  <a:lnTo>
                    <a:pt x="723491" y="5178227"/>
                  </a:lnTo>
                  <a:lnTo>
                    <a:pt x="723637" y="5178227"/>
                  </a:lnTo>
                  <a:lnTo>
                    <a:pt x="723782" y="5178227"/>
                  </a:lnTo>
                  <a:lnTo>
                    <a:pt x="723928" y="5178227"/>
                  </a:lnTo>
                  <a:lnTo>
                    <a:pt x="724073" y="5178227"/>
                  </a:lnTo>
                  <a:lnTo>
                    <a:pt x="724218" y="5178227"/>
                  </a:lnTo>
                  <a:lnTo>
                    <a:pt x="724364" y="5178227"/>
                  </a:lnTo>
                  <a:lnTo>
                    <a:pt x="724509" y="5178227"/>
                  </a:lnTo>
                  <a:lnTo>
                    <a:pt x="724655" y="5178227"/>
                  </a:lnTo>
                  <a:lnTo>
                    <a:pt x="724800" y="5178227"/>
                  </a:lnTo>
                  <a:lnTo>
                    <a:pt x="724946" y="5178227"/>
                  </a:lnTo>
                  <a:lnTo>
                    <a:pt x="725091" y="5178227"/>
                  </a:lnTo>
                  <a:lnTo>
                    <a:pt x="725091" y="5177603"/>
                  </a:lnTo>
                  <a:lnTo>
                    <a:pt x="725236" y="5177603"/>
                  </a:lnTo>
                  <a:lnTo>
                    <a:pt x="725236" y="5176980"/>
                  </a:lnTo>
                  <a:lnTo>
                    <a:pt x="725382" y="5176980"/>
                  </a:lnTo>
                  <a:lnTo>
                    <a:pt x="725527" y="5176980"/>
                  </a:lnTo>
                  <a:lnTo>
                    <a:pt x="725527" y="5176356"/>
                  </a:lnTo>
                  <a:lnTo>
                    <a:pt x="725673" y="5176356"/>
                  </a:lnTo>
                  <a:lnTo>
                    <a:pt x="725818" y="5176356"/>
                  </a:lnTo>
                  <a:lnTo>
                    <a:pt x="725818" y="5175733"/>
                  </a:lnTo>
                  <a:lnTo>
                    <a:pt x="725964" y="5175733"/>
                  </a:lnTo>
                  <a:lnTo>
                    <a:pt x="726109" y="5175733"/>
                  </a:lnTo>
                  <a:lnTo>
                    <a:pt x="726254" y="5175733"/>
                  </a:lnTo>
                  <a:lnTo>
                    <a:pt x="726400" y="5175733"/>
                  </a:lnTo>
                  <a:lnTo>
                    <a:pt x="726545" y="5175733"/>
                  </a:lnTo>
                  <a:lnTo>
                    <a:pt x="726691" y="5175733"/>
                  </a:lnTo>
                  <a:lnTo>
                    <a:pt x="726836" y="5175733"/>
                  </a:lnTo>
                  <a:lnTo>
                    <a:pt x="726982" y="5175733"/>
                  </a:lnTo>
                  <a:lnTo>
                    <a:pt x="726982" y="5175109"/>
                  </a:lnTo>
                  <a:lnTo>
                    <a:pt x="726982" y="5174486"/>
                  </a:lnTo>
                  <a:lnTo>
                    <a:pt x="727127" y="5174486"/>
                  </a:lnTo>
                  <a:lnTo>
                    <a:pt x="727272" y="5174486"/>
                  </a:lnTo>
                  <a:lnTo>
                    <a:pt x="727418" y="5174486"/>
                  </a:lnTo>
                  <a:lnTo>
                    <a:pt x="727418" y="5173862"/>
                  </a:lnTo>
                  <a:lnTo>
                    <a:pt x="727563" y="5173862"/>
                  </a:lnTo>
                  <a:lnTo>
                    <a:pt x="727709" y="5173862"/>
                  </a:lnTo>
                  <a:lnTo>
                    <a:pt x="727854" y="5173862"/>
                  </a:lnTo>
                  <a:lnTo>
                    <a:pt x="728000" y="5173862"/>
                  </a:lnTo>
                  <a:lnTo>
                    <a:pt x="728145" y="5173862"/>
                  </a:lnTo>
                  <a:lnTo>
                    <a:pt x="728290" y="5173862"/>
                  </a:lnTo>
                  <a:lnTo>
                    <a:pt x="728436" y="5173862"/>
                  </a:lnTo>
                  <a:lnTo>
                    <a:pt x="728581" y="5173862"/>
                  </a:lnTo>
                  <a:lnTo>
                    <a:pt x="728581" y="5173238"/>
                  </a:lnTo>
                  <a:lnTo>
                    <a:pt x="728727" y="5173238"/>
                  </a:lnTo>
                  <a:lnTo>
                    <a:pt x="728872" y="5173238"/>
                  </a:lnTo>
                  <a:lnTo>
                    <a:pt x="728872" y="5172615"/>
                  </a:lnTo>
                  <a:lnTo>
                    <a:pt x="729018" y="5172615"/>
                  </a:lnTo>
                  <a:lnTo>
                    <a:pt x="729018" y="5171991"/>
                  </a:lnTo>
                  <a:lnTo>
                    <a:pt x="729163" y="5171991"/>
                  </a:lnTo>
                  <a:lnTo>
                    <a:pt x="729308" y="5171991"/>
                  </a:lnTo>
                  <a:lnTo>
                    <a:pt x="729454" y="5171991"/>
                  </a:lnTo>
                  <a:lnTo>
                    <a:pt x="729599" y="5171991"/>
                  </a:lnTo>
                  <a:lnTo>
                    <a:pt x="729745" y="5171991"/>
                  </a:lnTo>
                  <a:lnTo>
                    <a:pt x="729890" y="5171991"/>
                  </a:lnTo>
                  <a:lnTo>
                    <a:pt x="730035" y="5171991"/>
                  </a:lnTo>
                  <a:lnTo>
                    <a:pt x="730035" y="5171368"/>
                  </a:lnTo>
                  <a:lnTo>
                    <a:pt x="730181" y="5171368"/>
                  </a:lnTo>
                  <a:lnTo>
                    <a:pt x="730326" y="5171368"/>
                  </a:lnTo>
                  <a:lnTo>
                    <a:pt x="730326" y="5170744"/>
                  </a:lnTo>
                  <a:lnTo>
                    <a:pt x="730472" y="5170744"/>
                  </a:lnTo>
                  <a:lnTo>
                    <a:pt x="730617" y="5170744"/>
                  </a:lnTo>
                  <a:lnTo>
                    <a:pt x="730763" y="5170744"/>
                  </a:lnTo>
                  <a:lnTo>
                    <a:pt x="730908" y="5170744"/>
                  </a:lnTo>
                  <a:lnTo>
                    <a:pt x="731053" y="5170744"/>
                  </a:lnTo>
                  <a:lnTo>
                    <a:pt x="731199" y="5170744"/>
                  </a:lnTo>
                  <a:lnTo>
                    <a:pt x="731199" y="5170121"/>
                  </a:lnTo>
                  <a:lnTo>
                    <a:pt x="731344" y="5170121"/>
                  </a:lnTo>
                  <a:lnTo>
                    <a:pt x="731490" y="5170121"/>
                  </a:lnTo>
                  <a:lnTo>
                    <a:pt x="731635" y="5170121"/>
                  </a:lnTo>
                  <a:lnTo>
                    <a:pt x="731781" y="5170121"/>
                  </a:lnTo>
                  <a:lnTo>
                    <a:pt x="731781" y="5169497"/>
                  </a:lnTo>
                  <a:lnTo>
                    <a:pt x="731926" y="5169497"/>
                  </a:lnTo>
                  <a:lnTo>
                    <a:pt x="732071" y="5169497"/>
                  </a:lnTo>
                  <a:lnTo>
                    <a:pt x="732217" y="5169497"/>
                  </a:lnTo>
                  <a:lnTo>
                    <a:pt x="732362" y="5169497"/>
                  </a:lnTo>
                  <a:lnTo>
                    <a:pt x="732508" y="5169497"/>
                  </a:lnTo>
                  <a:lnTo>
                    <a:pt x="732508" y="5168873"/>
                  </a:lnTo>
                  <a:lnTo>
                    <a:pt x="732653" y="5168873"/>
                  </a:lnTo>
                  <a:lnTo>
                    <a:pt x="732653" y="5168250"/>
                  </a:lnTo>
                  <a:lnTo>
                    <a:pt x="732799" y="5168250"/>
                  </a:lnTo>
                  <a:lnTo>
                    <a:pt x="732799" y="5167626"/>
                  </a:lnTo>
                  <a:lnTo>
                    <a:pt x="732799" y="5167003"/>
                  </a:lnTo>
                  <a:lnTo>
                    <a:pt x="732799" y="5166379"/>
                  </a:lnTo>
                  <a:lnTo>
                    <a:pt x="732944" y="5166379"/>
                  </a:lnTo>
                  <a:lnTo>
                    <a:pt x="733089" y="5166379"/>
                  </a:lnTo>
                  <a:lnTo>
                    <a:pt x="733235" y="5166379"/>
                  </a:lnTo>
                  <a:lnTo>
                    <a:pt x="733235" y="5165755"/>
                  </a:lnTo>
                  <a:lnTo>
                    <a:pt x="733235" y="5165132"/>
                  </a:lnTo>
                  <a:lnTo>
                    <a:pt x="733380" y="5165132"/>
                  </a:lnTo>
                  <a:lnTo>
                    <a:pt x="733380" y="5164508"/>
                  </a:lnTo>
                  <a:lnTo>
                    <a:pt x="733526" y="5164508"/>
                  </a:lnTo>
                  <a:lnTo>
                    <a:pt x="733526" y="5163885"/>
                  </a:lnTo>
                  <a:lnTo>
                    <a:pt x="733671" y="5163885"/>
                  </a:lnTo>
                  <a:lnTo>
                    <a:pt x="733817" y="5163885"/>
                  </a:lnTo>
                  <a:lnTo>
                    <a:pt x="733817" y="5163261"/>
                  </a:lnTo>
                  <a:lnTo>
                    <a:pt x="733962" y="5163261"/>
                  </a:lnTo>
                  <a:lnTo>
                    <a:pt x="734107" y="5163261"/>
                  </a:lnTo>
                  <a:lnTo>
                    <a:pt x="734107" y="5162638"/>
                  </a:lnTo>
                  <a:lnTo>
                    <a:pt x="734107" y="5162014"/>
                  </a:lnTo>
                  <a:lnTo>
                    <a:pt x="734107" y="5161390"/>
                  </a:lnTo>
                  <a:lnTo>
                    <a:pt x="734253" y="5161390"/>
                  </a:lnTo>
                  <a:lnTo>
                    <a:pt x="734253" y="5160767"/>
                  </a:lnTo>
                  <a:lnTo>
                    <a:pt x="734398" y="5160767"/>
                  </a:lnTo>
                  <a:lnTo>
                    <a:pt x="734544" y="5160767"/>
                  </a:lnTo>
                  <a:lnTo>
                    <a:pt x="734689" y="5160767"/>
                  </a:lnTo>
                  <a:lnTo>
                    <a:pt x="734835" y="5160767"/>
                  </a:lnTo>
                  <a:lnTo>
                    <a:pt x="734980" y="5160767"/>
                  </a:lnTo>
                  <a:lnTo>
                    <a:pt x="735125" y="5160767"/>
                  </a:lnTo>
                  <a:lnTo>
                    <a:pt x="735271" y="5160767"/>
                  </a:lnTo>
                  <a:lnTo>
                    <a:pt x="735271" y="5160143"/>
                  </a:lnTo>
                  <a:lnTo>
                    <a:pt x="735416" y="5160143"/>
                  </a:lnTo>
                  <a:lnTo>
                    <a:pt x="735416" y="5159520"/>
                  </a:lnTo>
                  <a:lnTo>
                    <a:pt x="735562" y="5159520"/>
                  </a:lnTo>
                  <a:lnTo>
                    <a:pt x="735707" y="5159520"/>
                  </a:lnTo>
                  <a:lnTo>
                    <a:pt x="735707" y="5158896"/>
                  </a:lnTo>
                  <a:lnTo>
                    <a:pt x="735853" y="5158896"/>
                  </a:lnTo>
                  <a:lnTo>
                    <a:pt x="735998" y="5158896"/>
                  </a:lnTo>
                  <a:lnTo>
                    <a:pt x="736143" y="5158896"/>
                  </a:lnTo>
                  <a:lnTo>
                    <a:pt x="736289" y="5158896"/>
                  </a:lnTo>
                  <a:lnTo>
                    <a:pt x="736434" y="5158896"/>
                  </a:lnTo>
                  <a:lnTo>
                    <a:pt x="736580" y="5158896"/>
                  </a:lnTo>
                  <a:lnTo>
                    <a:pt x="736725" y="5158896"/>
                  </a:lnTo>
                  <a:lnTo>
                    <a:pt x="736870" y="5158896"/>
                  </a:lnTo>
                  <a:lnTo>
                    <a:pt x="736870" y="5158272"/>
                  </a:lnTo>
                  <a:lnTo>
                    <a:pt x="737016" y="5158272"/>
                  </a:lnTo>
                  <a:lnTo>
                    <a:pt x="737016" y="5157649"/>
                  </a:lnTo>
                  <a:lnTo>
                    <a:pt x="737161" y="5157649"/>
                  </a:lnTo>
                  <a:lnTo>
                    <a:pt x="737307" y="5157649"/>
                  </a:lnTo>
                  <a:lnTo>
                    <a:pt x="737452" y="5157649"/>
                  </a:lnTo>
                  <a:lnTo>
                    <a:pt x="737598" y="5157649"/>
                  </a:lnTo>
                  <a:lnTo>
                    <a:pt x="737743" y="5157649"/>
                  </a:lnTo>
                  <a:lnTo>
                    <a:pt x="737888" y="5157649"/>
                  </a:lnTo>
                  <a:lnTo>
                    <a:pt x="738034" y="5157649"/>
                  </a:lnTo>
                  <a:lnTo>
                    <a:pt x="738179" y="5157649"/>
                  </a:lnTo>
                  <a:lnTo>
                    <a:pt x="738325" y="5157649"/>
                  </a:lnTo>
                  <a:lnTo>
                    <a:pt x="738470" y="5157649"/>
                  </a:lnTo>
                  <a:lnTo>
                    <a:pt x="738616" y="5157649"/>
                  </a:lnTo>
                  <a:lnTo>
                    <a:pt x="738761" y="5157649"/>
                  </a:lnTo>
                  <a:lnTo>
                    <a:pt x="738906" y="5157649"/>
                  </a:lnTo>
                  <a:lnTo>
                    <a:pt x="739052" y="5157649"/>
                  </a:lnTo>
                  <a:lnTo>
                    <a:pt x="739197" y="5157649"/>
                  </a:lnTo>
                  <a:lnTo>
                    <a:pt x="739343" y="5157649"/>
                  </a:lnTo>
                  <a:lnTo>
                    <a:pt x="739488" y="5157649"/>
                  </a:lnTo>
                  <a:lnTo>
                    <a:pt x="739634" y="5157649"/>
                  </a:lnTo>
                  <a:lnTo>
                    <a:pt x="739634" y="5157025"/>
                  </a:lnTo>
                  <a:lnTo>
                    <a:pt x="739779" y="5157025"/>
                  </a:lnTo>
                  <a:lnTo>
                    <a:pt x="739924" y="5157025"/>
                  </a:lnTo>
                  <a:lnTo>
                    <a:pt x="740070" y="5157025"/>
                  </a:lnTo>
                  <a:lnTo>
                    <a:pt x="740215" y="5157025"/>
                  </a:lnTo>
                  <a:lnTo>
                    <a:pt x="740215" y="5156402"/>
                  </a:lnTo>
                  <a:lnTo>
                    <a:pt x="740215" y="5155778"/>
                  </a:lnTo>
                  <a:lnTo>
                    <a:pt x="740361" y="5155778"/>
                  </a:lnTo>
                  <a:lnTo>
                    <a:pt x="740506" y="5155778"/>
                  </a:lnTo>
                  <a:lnTo>
                    <a:pt x="740652" y="5155778"/>
                  </a:lnTo>
                  <a:lnTo>
                    <a:pt x="740797" y="5155778"/>
                  </a:lnTo>
                  <a:lnTo>
                    <a:pt x="740942" y="5155778"/>
                  </a:lnTo>
                  <a:lnTo>
                    <a:pt x="741088" y="5155778"/>
                  </a:lnTo>
                  <a:lnTo>
                    <a:pt x="741088" y="5155155"/>
                  </a:lnTo>
                  <a:lnTo>
                    <a:pt x="741233" y="5155155"/>
                  </a:lnTo>
                  <a:lnTo>
                    <a:pt x="741233" y="5154531"/>
                  </a:lnTo>
                  <a:lnTo>
                    <a:pt x="741379" y="5154531"/>
                  </a:lnTo>
                  <a:lnTo>
                    <a:pt x="741524" y="5154531"/>
                  </a:lnTo>
                  <a:lnTo>
                    <a:pt x="741670" y="5154531"/>
                  </a:lnTo>
                  <a:lnTo>
                    <a:pt x="741815" y="5154531"/>
                  </a:lnTo>
                  <a:lnTo>
                    <a:pt x="741960" y="5154531"/>
                  </a:lnTo>
                  <a:lnTo>
                    <a:pt x="742106" y="5154531"/>
                  </a:lnTo>
                  <a:lnTo>
                    <a:pt x="742251" y="5154531"/>
                  </a:lnTo>
                  <a:lnTo>
                    <a:pt x="742251" y="5153907"/>
                  </a:lnTo>
                  <a:lnTo>
                    <a:pt x="742251" y="5153284"/>
                  </a:lnTo>
                  <a:lnTo>
                    <a:pt x="742397" y="5153284"/>
                  </a:lnTo>
                  <a:lnTo>
                    <a:pt x="742542" y="5153284"/>
                  </a:lnTo>
                  <a:lnTo>
                    <a:pt x="742687" y="5153284"/>
                  </a:lnTo>
                  <a:lnTo>
                    <a:pt x="742687" y="5152660"/>
                  </a:lnTo>
                  <a:lnTo>
                    <a:pt x="742833" y="5152660"/>
                  </a:lnTo>
                  <a:lnTo>
                    <a:pt x="742978" y="5152660"/>
                  </a:lnTo>
                  <a:lnTo>
                    <a:pt x="742978" y="5152037"/>
                  </a:lnTo>
                  <a:lnTo>
                    <a:pt x="743124" y="5152037"/>
                  </a:lnTo>
                  <a:lnTo>
                    <a:pt x="743269" y="5152037"/>
                  </a:lnTo>
                  <a:lnTo>
                    <a:pt x="743415" y="5152037"/>
                  </a:lnTo>
                  <a:lnTo>
                    <a:pt x="743560" y="5152037"/>
                  </a:lnTo>
                  <a:lnTo>
                    <a:pt x="743705" y="5152037"/>
                  </a:lnTo>
                  <a:lnTo>
                    <a:pt x="743705" y="5151413"/>
                  </a:lnTo>
                  <a:lnTo>
                    <a:pt x="743851" y="5151413"/>
                  </a:lnTo>
                  <a:lnTo>
                    <a:pt x="743996" y="5151413"/>
                  </a:lnTo>
                  <a:lnTo>
                    <a:pt x="744142" y="5151413"/>
                  </a:lnTo>
                  <a:lnTo>
                    <a:pt x="744287" y="5151413"/>
                  </a:lnTo>
                  <a:lnTo>
                    <a:pt x="744433" y="5151413"/>
                  </a:lnTo>
                  <a:lnTo>
                    <a:pt x="744578" y="5151413"/>
                  </a:lnTo>
                  <a:lnTo>
                    <a:pt x="744578" y="5150789"/>
                  </a:lnTo>
                  <a:lnTo>
                    <a:pt x="744578" y="5150166"/>
                  </a:lnTo>
                  <a:lnTo>
                    <a:pt x="744723" y="5150166"/>
                  </a:lnTo>
                  <a:lnTo>
                    <a:pt x="744723" y="5149542"/>
                  </a:lnTo>
                  <a:lnTo>
                    <a:pt x="744869" y="5149542"/>
                  </a:lnTo>
                  <a:lnTo>
                    <a:pt x="744869" y="5148919"/>
                  </a:lnTo>
                  <a:lnTo>
                    <a:pt x="745014" y="5148919"/>
                  </a:lnTo>
                  <a:lnTo>
                    <a:pt x="745014" y="5148295"/>
                  </a:lnTo>
                  <a:lnTo>
                    <a:pt x="745160" y="5148295"/>
                  </a:lnTo>
                  <a:lnTo>
                    <a:pt x="745305" y="5148295"/>
                  </a:lnTo>
                  <a:lnTo>
                    <a:pt x="745451" y="5148295"/>
                  </a:lnTo>
                  <a:lnTo>
                    <a:pt x="745596" y="5148295"/>
                  </a:lnTo>
                  <a:lnTo>
                    <a:pt x="745741" y="5148295"/>
                  </a:lnTo>
                  <a:lnTo>
                    <a:pt x="745887" y="5148295"/>
                  </a:lnTo>
                  <a:lnTo>
                    <a:pt x="746032" y="5148295"/>
                  </a:lnTo>
                  <a:lnTo>
                    <a:pt x="746178" y="5148295"/>
                  </a:lnTo>
                  <a:lnTo>
                    <a:pt x="746178" y="5147672"/>
                  </a:lnTo>
                  <a:lnTo>
                    <a:pt x="746323" y="5147672"/>
                  </a:lnTo>
                  <a:lnTo>
                    <a:pt x="746469" y="5147672"/>
                  </a:lnTo>
                  <a:lnTo>
                    <a:pt x="746469" y="5147048"/>
                  </a:lnTo>
                  <a:lnTo>
                    <a:pt x="746614" y="5147048"/>
                  </a:lnTo>
                  <a:lnTo>
                    <a:pt x="746614" y="5146424"/>
                  </a:lnTo>
                  <a:lnTo>
                    <a:pt x="746759" y="5146424"/>
                  </a:lnTo>
                  <a:lnTo>
                    <a:pt x="746905" y="5146424"/>
                  </a:lnTo>
                  <a:lnTo>
                    <a:pt x="747050" y="5146424"/>
                  </a:lnTo>
                  <a:lnTo>
                    <a:pt x="747196" y="5146424"/>
                  </a:lnTo>
                  <a:lnTo>
                    <a:pt x="747341" y="5146424"/>
                  </a:lnTo>
                  <a:lnTo>
                    <a:pt x="747487" y="5146424"/>
                  </a:lnTo>
                  <a:lnTo>
                    <a:pt x="747632" y="5146424"/>
                  </a:lnTo>
                  <a:lnTo>
                    <a:pt x="747777" y="5146424"/>
                  </a:lnTo>
                  <a:lnTo>
                    <a:pt x="747777" y="5145801"/>
                  </a:lnTo>
                  <a:lnTo>
                    <a:pt x="747923" y="5145801"/>
                  </a:lnTo>
                  <a:lnTo>
                    <a:pt x="747923" y="5145177"/>
                  </a:lnTo>
                  <a:lnTo>
                    <a:pt x="747923" y="5144554"/>
                  </a:lnTo>
                  <a:lnTo>
                    <a:pt x="748068" y="5144554"/>
                  </a:lnTo>
                  <a:lnTo>
                    <a:pt x="748214" y="5144554"/>
                  </a:lnTo>
                  <a:lnTo>
                    <a:pt x="748359" y="5144554"/>
                  </a:lnTo>
                  <a:lnTo>
                    <a:pt x="748505" y="5144554"/>
                  </a:lnTo>
                  <a:lnTo>
                    <a:pt x="748505" y="5143930"/>
                  </a:lnTo>
                  <a:lnTo>
                    <a:pt x="748650" y="5143930"/>
                  </a:lnTo>
                  <a:lnTo>
                    <a:pt x="748795" y="5143930"/>
                  </a:lnTo>
                  <a:lnTo>
                    <a:pt x="748941" y="5143930"/>
                  </a:lnTo>
                  <a:lnTo>
                    <a:pt x="749086" y="5143930"/>
                  </a:lnTo>
                  <a:lnTo>
                    <a:pt x="749086" y="5143306"/>
                  </a:lnTo>
                  <a:lnTo>
                    <a:pt x="749232" y="5143306"/>
                  </a:lnTo>
                  <a:lnTo>
                    <a:pt x="749377" y="5143306"/>
                  </a:lnTo>
                  <a:lnTo>
                    <a:pt x="749522" y="5143306"/>
                  </a:lnTo>
                  <a:lnTo>
                    <a:pt x="749522" y="5142683"/>
                  </a:lnTo>
                  <a:lnTo>
                    <a:pt x="749522" y="5142059"/>
                  </a:lnTo>
                  <a:lnTo>
                    <a:pt x="749668" y="5142059"/>
                  </a:lnTo>
                  <a:lnTo>
                    <a:pt x="749668" y="5141436"/>
                  </a:lnTo>
                  <a:lnTo>
                    <a:pt x="749813" y="5141436"/>
                  </a:lnTo>
                  <a:lnTo>
                    <a:pt x="749813" y="5140812"/>
                  </a:lnTo>
                  <a:lnTo>
                    <a:pt x="749959" y="5140812"/>
                  </a:lnTo>
                  <a:lnTo>
                    <a:pt x="750104" y="5140812"/>
                  </a:lnTo>
                  <a:lnTo>
                    <a:pt x="750104" y="5140189"/>
                  </a:lnTo>
                  <a:lnTo>
                    <a:pt x="750250" y="5140189"/>
                  </a:lnTo>
                  <a:lnTo>
                    <a:pt x="750395" y="5140189"/>
                  </a:lnTo>
                  <a:lnTo>
                    <a:pt x="750540" y="5140189"/>
                  </a:lnTo>
                  <a:lnTo>
                    <a:pt x="750686" y="5140189"/>
                  </a:lnTo>
                  <a:lnTo>
                    <a:pt x="750686" y="5139565"/>
                  </a:lnTo>
                  <a:lnTo>
                    <a:pt x="750686" y="5138941"/>
                  </a:lnTo>
                  <a:lnTo>
                    <a:pt x="750686" y="5138318"/>
                  </a:lnTo>
                  <a:lnTo>
                    <a:pt x="750831" y="5138318"/>
                  </a:lnTo>
                  <a:lnTo>
                    <a:pt x="750977" y="5138318"/>
                  </a:lnTo>
                  <a:lnTo>
                    <a:pt x="751122" y="5138318"/>
                  </a:lnTo>
                  <a:lnTo>
                    <a:pt x="751268" y="5138318"/>
                  </a:lnTo>
                  <a:lnTo>
                    <a:pt x="751413" y="5138318"/>
                  </a:lnTo>
                  <a:lnTo>
                    <a:pt x="751558" y="5138318"/>
                  </a:lnTo>
                  <a:lnTo>
                    <a:pt x="751704" y="5138318"/>
                  </a:lnTo>
                  <a:lnTo>
                    <a:pt x="751849" y="5138318"/>
                  </a:lnTo>
                  <a:lnTo>
                    <a:pt x="751995" y="5138318"/>
                  </a:lnTo>
                  <a:lnTo>
                    <a:pt x="752140" y="5138318"/>
                  </a:lnTo>
                  <a:lnTo>
                    <a:pt x="752286" y="5138318"/>
                  </a:lnTo>
                  <a:lnTo>
                    <a:pt x="752286" y="5137694"/>
                  </a:lnTo>
                  <a:lnTo>
                    <a:pt x="752431" y="5137694"/>
                  </a:lnTo>
                  <a:lnTo>
                    <a:pt x="752576" y="5137694"/>
                  </a:lnTo>
                  <a:lnTo>
                    <a:pt x="752722" y="5137694"/>
                  </a:lnTo>
                  <a:lnTo>
                    <a:pt x="752867" y="5137694"/>
                  </a:lnTo>
                  <a:lnTo>
                    <a:pt x="753013" y="5137694"/>
                  </a:lnTo>
                  <a:lnTo>
                    <a:pt x="753158" y="5137694"/>
                  </a:lnTo>
                  <a:lnTo>
                    <a:pt x="753304" y="5137694"/>
                  </a:lnTo>
                  <a:lnTo>
                    <a:pt x="753304" y="5137071"/>
                  </a:lnTo>
                  <a:lnTo>
                    <a:pt x="753304" y="5136447"/>
                  </a:lnTo>
                  <a:lnTo>
                    <a:pt x="753449" y="5136447"/>
                  </a:lnTo>
                  <a:lnTo>
                    <a:pt x="753594" y="5136447"/>
                  </a:lnTo>
                  <a:lnTo>
                    <a:pt x="753740" y="5136447"/>
                  </a:lnTo>
                  <a:lnTo>
                    <a:pt x="753885" y="5136447"/>
                  </a:lnTo>
                  <a:lnTo>
                    <a:pt x="754031" y="5136447"/>
                  </a:lnTo>
                  <a:lnTo>
                    <a:pt x="754176" y="5136447"/>
                  </a:lnTo>
                  <a:lnTo>
                    <a:pt x="754322" y="5136447"/>
                  </a:lnTo>
                  <a:lnTo>
                    <a:pt x="754467" y="5136447"/>
                  </a:lnTo>
                  <a:lnTo>
                    <a:pt x="754612" y="5136447"/>
                  </a:lnTo>
                  <a:lnTo>
                    <a:pt x="754758" y="5136447"/>
                  </a:lnTo>
                  <a:lnTo>
                    <a:pt x="754903" y="5136447"/>
                  </a:lnTo>
                  <a:lnTo>
                    <a:pt x="755049" y="5136447"/>
                  </a:lnTo>
                  <a:lnTo>
                    <a:pt x="755194" y="5136447"/>
                  </a:lnTo>
                  <a:lnTo>
                    <a:pt x="755340" y="5136447"/>
                  </a:lnTo>
                  <a:lnTo>
                    <a:pt x="755340" y="5135823"/>
                  </a:lnTo>
                  <a:lnTo>
                    <a:pt x="755485" y="5135823"/>
                  </a:lnTo>
                  <a:lnTo>
                    <a:pt x="755485" y="5135200"/>
                  </a:lnTo>
                  <a:lnTo>
                    <a:pt x="755630" y="5135200"/>
                  </a:lnTo>
                  <a:lnTo>
                    <a:pt x="755776" y="5135200"/>
                  </a:lnTo>
                  <a:lnTo>
                    <a:pt x="755921" y="5135200"/>
                  </a:lnTo>
                  <a:lnTo>
                    <a:pt x="756067" y="5135200"/>
                  </a:lnTo>
                  <a:lnTo>
                    <a:pt x="756067" y="5134576"/>
                  </a:lnTo>
                  <a:lnTo>
                    <a:pt x="756212" y="5134576"/>
                  </a:lnTo>
                  <a:lnTo>
                    <a:pt x="756357" y="5134576"/>
                  </a:lnTo>
                  <a:lnTo>
                    <a:pt x="756503" y="5134576"/>
                  </a:lnTo>
                  <a:lnTo>
                    <a:pt x="756648" y="5134576"/>
                  </a:lnTo>
                  <a:lnTo>
                    <a:pt x="756648" y="5133953"/>
                  </a:lnTo>
                  <a:lnTo>
                    <a:pt x="756794" y="5133953"/>
                  </a:lnTo>
                  <a:lnTo>
                    <a:pt x="756939" y="5133953"/>
                  </a:lnTo>
                  <a:lnTo>
                    <a:pt x="757085" y="5133953"/>
                  </a:lnTo>
                  <a:lnTo>
                    <a:pt x="757230" y="5133953"/>
                  </a:lnTo>
                  <a:lnTo>
                    <a:pt x="757375" y="5133953"/>
                  </a:lnTo>
                  <a:lnTo>
                    <a:pt x="757521" y="5133953"/>
                  </a:lnTo>
                  <a:lnTo>
                    <a:pt x="757521" y="5133329"/>
                  </a:lnTo>
                  <a:lnTo>
                    <a:pt x="757521" y="5132706"/>
                  </a:lnTo>
                  <a:lnTo>
                    <a:pt x="757666" y="5132706"/>
                  </a:lnTo>
                  <a:lnTo>
                    <a:pt x="757812" y="5132706"/>
                  </a:lnTo>
                  <a:lnTo>
                    <a:pt x="757957" y="5132706"/>
                  </a:lnTo>
                  <a:lnTo>
                    <a:pt x="758103" y="5132706"/>
                  </a:lnTo>
                  <a:lnTo>
                    <a:pt x="758248" y="5132706"/>
                  </a:lnTo>
                  <a:lnTo>
                    <a:pt x="758248" y="5132082"/>
                  </a:lnTo>
                  <a:lnTo>
                    <a:pt x="758248" y="5131458"/>
                  </a:lnTo>
                  <a:lnTo>
                    <a:pt x="758393" y="5131458"/>
                  </a:lnTo>
                  <a:lnTo>
                    <a:pt x="758393" y="5130835"/>
                  </a:lnTo>
                  <a:lnTo>
                    <a:pt x="758393" y="5130211"/>
                  </a:lnTo>
                  <a:lnTo>
                    <a:pt x="758539" y="5130211"/>
                  </a:lnTo>
                  <a:lnTo>
                    <a:pt x="758684" y="5130211"/>
                  </a:lnTo>
                  <a:lnTo>
                    <a:pt x="758684" y="5129588"/>
                  </a:lnTo>
                  <a:lnTo>
                    <a:pt x="758684" y="5128964"/>
                  </a:lnTo>
                  <a:lnTo>
                    <a:pt x="758830" y="5128964"/>
                  </a:lnTo>
                  <a:lnTo>
                    <a:pt x="758830" y="5128340"/>
                  </a:lnTo>
                  <a:lnTo>
                    <a:pt x="758830" y="5127717"/>
                  </a:lnTo>
                  <a:lnTo>
                    <a:pt x="758975" y="5127717"/>
                  </a:lnTo>
                  <a:lnTo>
                    <a:pt x="759121" y="5127717"/>
                  </a:lnTo>
                  <a:lnTo>
                    <a:pt x="759266" y="5127717"/>
                  </a:lnTo>
                  <a:lnTo>
                    <a:pt x="759266" y="5127093"/>
                  </a:lnTo>
                  <a:lnTo>
                    <a:pt x="759411" y="5127093"/>
                  </a:lnTo>
                  <a:lnTo>
                    <a:pt x="759557" y="5127093"/>
                  </a:lnTo>
                  <a:lnTo>
                    <a:pt x="759702" y="5127093"/>
                  </a:lnTo>
                  <a:lnTo>
                    <a:pt x="759848" y="5127093"/>
                  </a:lnTo>
                  <a:lnTo>
                    <a:pt x="759848" y="5126470"/>
                  </a:lnTo>
                  <a:lnTo>
                    <a:pt x="759848" y="5125846"/>
                  </a:lnTo>
                  <a:lnTo>
                    <a:pt x="759993" y="5125846"/>
                  </a:lnTo>
                  <a:lnTo>
                    <a:pt x="760139" y="5125846"/>
                  </a:lnTo>
                  <a:lnTo>
                    <a:pt x="760139" y="5125223"/>
                  </a:lnTo>
                  <a:lnTo>
                    <a:pt x="760284" y="5125223"/>
                  </a:lnTo>
                  <a:lnTo>
                    <a:pt x="760429" y="5125223"/>
                  </a:lnTo>
                  <a:lnTo>
                    <a:pt x="760575" y="5125223"/>
                  </a:lnTo>
                  <a:lnTo>
                    <a:pt x="760720" y="5125223"/>
                  </a:lnTo>
                  <a:lnTo>
                    <a:pt x="760866" y="5125223"/>
                  </a:lnTo>
                  <a:lnTo>
                    <a:pt x="761011" y="5125223"/>
                  </a:lnTo>
                  <a:lnTo>
                    <a:pt x="761011" y="5124599"/>
                  </a:lnTo>
                  <a:lnTo>
                    <a:pt x="761157" y="5124599"/>
                  </a:lnTo>
                  <a:lnTo>
                    <a:pt x="761302" y="5124599"/>
                  </a:lnTo>
                  <a:lnTo>
                    <a:pt x="761447" y="5124599"/>
                  </a:lnTo>
                  <a:lnTo>
                    <a:pt x="761593" y="5124599"/>
                  </a:lnTo>
                  <a:lnTo>
                    <a:pt x="761738" y="5124599"/>
                  </a:lnTo>
                  <a:lnTo>
                    <a:pt x="761884" y="5124599"/>
                  </a:lnTo>
                  <a:lnTo>
                    <a:pt x="762029" y="5124599"/>
                  </a:lnTo>
                  <a:lnTo>
                    <a:pt x="762175" y="5124599"/>
                  </a:lnTo>
                  <a:lnTo>
                    <a:pt x="762175" y="5123975"/>
                  </a:lnTo>
                  <a:lnTo>
                    <a:pt x="762320" y="5123975"/>
                  </a:lnTo>
                  <a:lnTo>
                    <a:pt x="762465" y="5123975"/>
                  </a:lnTo>
                  <a:lnTo>
                    <a:pt x="762465" y="5123352"/>
                  </a:lnTo>
                  <a:lnTo>
                    <a:pt x="762611" y="5123352"/>
                  </a:lnTo>
                  <a:lnTo>
                    <a:pt x="762611" y="5122728"/>
                  </a:lnTo>
                  <a:lnTo>
                    <a:pt x="762756" y="5122728"/>
                  </a:lnTo>
                  <a:lnTo>
                    <a:pt x="762902" y="5122728"/>
                  </a:lnTo>
                  <a:lnTo>
                    <a:pt x="762902" y="5122105"/>
                  </a:lnTo>
                  <a:lnTo>
                    <a:pt x="763047" y="5122105"/>
                  </a:lnTo>
                  <a:lnTo>
                    <a:pt x="763192" y="5122105"/>
                  </a:lnTo>
                  <a:lnTo>
                    <a:pt x="763338" y="5122105"/>
                  </a:lnTo>
                  <a:lnTo>
                    <a:pt x="763338" y="5121481"/>
                  </a:lnTo>
                  <a:lnTo>
                    <a:pt x="763483" y="5121481"/>
                  </a:lnTo>
                  <a:lnTo>
                    <a:pt x="763483" y="5120858"/>
                  </a:lnTo>
                  <a:lnTo>
                    <a:pt x="763629" y="5120858"/>
                  </a:lnTo>
                  <a:lnTo>
                    <a:pt x="763774" y="5120858"/>
                  </a:lnTo>
                  <a:lnTo>
                    <a:pt x="763920" y="5120858"/>
                  </a:lnTo>
                  <a:lnTo>
                    <a:pt x="763920" y="5120234"/>
                  </a:lnTo>
                  <a:lnTo>
                    <a:pt x="764065" y="5120234"/>
                  </a:lnTo>
                  <a:lnTo>
                    <a:pt x="764210" y="5120234"/>
                  </a:lnTo>
                  <a:lnTo>
                    <a:pt x="764356" y="5120234"/>
                  </a:lnTo>
                  <a:lnTo>
                    <a:pt x="764501" y="5120234"/>
                  </a:lnTo>
                  <a:lnTo>
                    <a:pt x="764647" y="5120234"/>
                  </a:lnTo>
                  <a:lnTo>
                    <a:pt x="764647" y="5119610"/>
                  </a:lnTo>
                  <a:lnTo>
                    <a:pt x="764792" y="5119610"/>
                  </a:lnTo>
                  <a:lnTo>
                    <a:pt x="764938" y="5119610"/>
                  </a:lnTo>
                  <a:lnTo>
                    <a:pt x="765083" y="5119610"/>
                  </a:lnTo>
                  <a:lnTo>
                    <a:pt x="765228" y="5119610"/>
                  </a:lnTo>
                  <a:lnTo>
                    <a:pt x="765374" y="5119610"/>
                  </a:lnTo>
                  <a:lnTo>
                    <a:pt x="765519" y="5119610"/>
                  </a:lnTo>
                  <a:lnTo>
                    <a:pt x="765665" y="5119610"/>
                  </a:lnTo>
                  <a:lnTo>
                    <a:pt x="765810" y="5119610"/>
                  </a:lnTo>
                  <a:lnTo>
                    <a:pt x="765956" y="5119610"/>
                  </a:lnTo>
                  <a:lnTo>
                    <a:pt x="766101" y="5119610"/>
                  </a:lnTo>
                  <a:lnTo>
                    <a:pt x="766246" y="5119610"/>
                  </a:lnTo>
                  <a:lnTo>
                    <a:pt x="766392" y="5119610"/>
                  </a:lnTo>
                  <a:lnTo>
                    <a:pt x="766537" y="5119610"/>
                  </a:lnTo>
                  <a:lnTo>
                    <a:pt x="766683" y="5119610"/>
                  </a:lnTo>
                  <a:lnTo>
                    <a:pt x="766683" y="5118987"/>
                  </a:lnTo>
                  <a:lnTo>
                    <a:pt x="766828" y="5118987"/>
                  </a:lnTo>
                  <a:lnTo>
                    <a:pt x="766974" y="5118987"/>
                  </a:lnTo>
                  <a:lnTo>
                    <a:pt x="767119" y="5118987"/>
                  </a:lnTo>
                  <a:lnTo>
                    <a:pt x="767264" y="5118987"/>
                  </a:lnTo>
                  <a:lnTo>
                    <a:pt x="767410" y="5118987"/>
                  </a:lnTo>
                  <a:lnTo>
                    <a:pt x="767555" y="5118987"/>
                  </a:lnTo>
                  <a:lnTo>
                    <a:pt x="767555" y="5118363"/>
                  </a:lnTo>
                  <a:lnTo>
                    <a:pt x="767555" y="5117740"/>
                  </a:lnTo>
                  <a:lnTo>
                    <a:pt x="767701" y="5117740"/>
                  </a:lnTo>
                  <a:lnTo>
                    <a:pt x="767846" y="5117740"/>
                  </a:lnTo>
                  <a:lnTo>
                    <a:pt x="767992" y="5117740"/>
                  </a:lnTo>
                  <a:lnTo>
                    <a:pt x="767992" y="5117116"/>
                  </a:lnTo>
                  <a:lnTo>
                    <a:pt x="768137" y="5117116"/>
                  </a:lnTo>
                  <a:lnTo>
                    <a:pt x="768282" y="5117116"/>
                  </a:lnTo>
                  <a:lnTo>
                    <a:pt x="768428" y="5117116"/>
                  </a:lnTo>
                  <a:lnTo>
                    <a:pt x="768428" y="5116492"/>
                  </a:lnTo>
                  <a:lnTo>
                    <a:pt x="768573" y="5116492"/>
                  </a:lnTo>
                  <a:lnTo>
                    <a:pt x="768719" y="5116492"/>
                  </a:lnTo>
                  <a:lnTo>
                    <a:pt x="768864" y="5116492"/>
                  </a:lnTo>
                  <a:lnTo>
                    <a:pt x="768864" y="5115869"/>
                  </a:lnTo>
                  <a:lnTo>
                    <a:pt x="768864" y="5115245"/>
                  </a:lnTo>
                  <a:lnTo>
                    <a:pt x="769010" y="5115245"/>
                  </a:lnTo>
                  <a:lnTo>
                    <a:pt x="769155" y="5115245"/>
                  </a:lnTo>
                  <a:lnTo>
                    <a:pt x="769300" y="5115245"/>
                  </a:lnTo>
                  <a:lnTo>
                    <a:pt x="769300" y="5114622"/>
                  </a:lnTo>
                  <a:lnTo>
                    <a:pt x="769446" y="5114622"/>
                  </a:lnTo>
                  <a:lnTo>
                    <a:pt x="769591" y="5114622"/>
                  </a:lnTo>
                  <a:lnTo>
                    <a:pt x="769591" y="5113998"/>
                  </a:lnTo>
                  <a:lnTo>
                    <a:pt x="769737" y="5113998"/>
                  </a:lnTo>
                  <a:lnTo>
                    <a:pt x="769882" y="5113998"/>
                  </a:lnTo>
                  <a:lnTo>
                    <a:pt x="770027" y="5113998"/>
                  </a:lnTo>
                  <a:lnTo>
                    <a:pt x="770173" y="5113998"/>
                  </a:lnTo>
                  <a:lnTo>
                    <a:pt x="770318" y="5113998"/>
                  </a:lnTo>
                  <a:lnTo>
                    <a:pt x="770464" y="5113998"/>
                  </a:lnTo>
                  <a:lnTo>
                    <a:pt x="770464" y="5113375"/>
                  </a:lnTo>
                  <a:lnTo>
                    <a:pt x="770609" y="5113375"/>
                  </a:lnTo>
                  <a:lnTo>
                    <a:pt x="770755" y="5113375"/>
                  </a:lnTo>
                  <a:lnTo>
                    <a:pt x="770900" y="5113375"/>
                  </a:lnTo>
                  <a:lnTo>
                    <a:pt x="771045" y="5113375"/>
                  </a:lnTo>
                  <a:lnTo>
                    <a:pt x="771191" y="5113375"/>
                  </a:lnTo>
                  <a:lnTo>
                    <a:pt x="771336" y="5113375"/>
                  </a:lnTo>
                  <a:lnTo>
                    <a:pt x="771336" y="5112751"/>
                  </a:lnTo>
                  <a:lnTo>
                    <a:pt x="771482" y="5112751"/>
                  </a:lnTo>
                  <a:lnTo>
                    <a:pt x="771627" y="5112751"/>
                  </a:lnTo>
                  <a:lnTo>
                    <a:pt x="771773" y="5112751"/>
                  </a:lnTo>
                  <a:lnTo>
                    <a:pt x="771918" y="5112751"/>
                  </a:lnTo>
                  <a:lnTo>
                    <a:pt x="772063" y="5112751"/>
                  </a:lnTo>
                  <a:lnTo>
                    <a:pt x="772209" y="5112751"/>
                  </a:lnTo>
                  <a:lnTo>
                    <a:pt x="772354" y="5112751"/>
                  </a:lnTo>
                  <a:lnTo>
                    <a:pt x="772500" y="5112751"/>
                  </a:lnTo>
                  <a:lnTo>
                    <a:pt x="772645" y="5112751"/>
                  </a:lnTo>
                  <a:lnTo>
                    <a:pt x="772791" y="5112751"/>
                  </a:lnTo>
                  <a:lnTo>
                    <a:pt x="772791" y="5112127"/>
                  </a:lnTo>
                  <a:lnTo>
                    <a:pt x="772936" y="5112127"/>
                  </a:lnTo>
                  <a:lnTo>
                    <a:pt x="773081" y="5112127"/>
                  </a:lnTo>
                  <a:lnTo>
                    <a:pt x="773227" y="5112127"/>
                  </a:lnTo>
                  <a:lnTo>
                    <a:pt x="773372" y="5112127"/>
                  </a:lnTo>
                  <a:lnTo>
                    <a:pt x="773518" y="5112127"/>
                  </a:lnTo>
                  <a:lnTo>
                    <a:pt x="773663" y="5112127"/>
                  </a:lnTo>
                  <a:lnTo>
                    <a:pt x="773809" y="5112127"/>
                  </a:lnTo>
                  <a:lnTo>
                    <a:pt x="773954" y="5112127"/>
                  </a:lnTo>
                  <a:lnTo>
                    <a:pt x="774099" y="5112127"/>
                  </a:lnTo>
                  <a:lnTo>
                    <a:pt x="774245" y="5112127"/>
                  </a:lnTo>
                  <a:lnTo>
                    <a:pt x="774390" y="5112127"/>
                  </a:lnTo>
                  <a:lnTo>
                    <a:pt x="774536" y="5112127"/>
                  </a:lnTo>
                  <a:lnTo>
                    <a:pt x="774536" y="5111504"/>
                  </a:lnTo>
                  <a:lnTo>
                    <a:pt x="774681" y="5111504"/>
                  </a:lnTo>
                  <a:lnTo>
                    <a:pt x="774681" y="5110880"/>
                  </a:lnTo>
                  <a:lnTo>
                    <a:pt x="774827" y="5110880"/>
                  </a:lnTo>
                  <a:lnTo>
                    <a:pt x="774827" y="5110257"/>
                  </a:lnTo>
                  <a:lnTo>
                    <a:pt x="774827" y="5109633"/>
                  </a:lnTo>
                  <a:lnTo>
                    <a:pt x="774972" y="5109633"/>
                  </a:lnTo>
                  <a:lnTo>
                    <a:pt x="775117" y="5109633"/>
                  </a:lnTo>
                  <a:lnTo>
                    <a:pt x="775263" y="5109633"/>
                  </a:lnTo>
                  <a:lnTo>
                    <a:pt x="775408" y="5109633"/>
                  </a:lnTo>
                  <a:lnTo>
                    <a:pt x="775408" y="5109009"/>
                  </a:lnTo>
                  <a:lnTo>
                    <a:pt x="775554" y="5109009"/>
                  </a:lnTo>
                  <a:lnTo>
                    <a:pt x="775699" y="5109009"/>
                  </a:lnTo>
                  <a:lnTo>
                    <a:pt x="775845" y="5109009"/>
                  </a:lnTo>
                  <a:lnTo>
                    <a:pt x="775990" y="5109009"/>
                  </a:lnTo>
                  <a:lnTo>
                    <a:pt x="776135" y="5109009"/>
                  </a:lnTo>
                  <a:lnTo>
                    <a:pt x="776281" y="5109009"/>
                  </a:lnTo>
                  <a:lnTo>
                    <a:pt x="776426" y="5109009"/>
                  </a:lnTo>
                  <a:lnTo>
                    <a:pt x="776572" y="5109009"/>
                  </a:lnTo>
                  <a:lnTo>
                    <a:pt x="776717" y="5109009"/>
                  </a:lnTo>
                  <a:lnTo>
                    <a:pt x="776862" y="5109009"/>
                  </a:lnTo>
                  <a:lnTo>
                    <a:pt x="777008" y="5109009"/>
                  </a:lnTo>
                  <a:lnTo>
                    <a:pt x="777153" y="5109009"/>
                  </a:lnTo>
                  <a:lnTo>
                    <a:pt x="777299" y="5109009"/>
                  </a:lnTo>
                  <a:lnTo>
                    <a:pt x="777444" y="5109009"/>
                  </a:lnTo>
                  <a:lnTo>
                    <a:pt x="777590" y="5109009"/>
                  </a:lnTo>
                  <a:lnTo>
                    <a:pt x="777590" y="5108386"/>
                  </a:lnTo>
                  <a:lnTo>
                    <a:pt x="777735" y="5108386"/>
                  </a:lnTo>
                  <a:lnTo>
                    <a:pt x="777735" y="5107762"/>
                  </a:lnTo>
                  <a:lnTo>
                    <a:pt x="777880" y="5107762"/>
                  </a:lnTo>
                  <a:lnTo>
                    <a:pt x="778026" y="5107762"/>
                  </a:lnTo>
                  <a:lnTo>
                    <a:pt x="778171" y="5107762"/>
                  </a:lnTo>
                  <a:lnTo>
                    <a:pt x="778317" y="5107762"/>
                  </a:lnTo>
                  <a:lnTo>
                    <a:pt x="778462" y="5107762"/>
                  </a:lnTo>
                  <a:lnTo>
                    <a:pt x="778608" y="5107762"/>
                  </a:lnTo>
                  <a:lnTo>
                    <a:pt x="778753" y="5107762"/>
                  </a:lnTo>
                  <a:lnTo>
                    <a:pt x="778753" y="5107139"/>
                  </a:lnTo>
                  <a:lnTo>
                    <a:pt x="778898" y="5107139"/>
                  </a:lnTo>
                  <a:lnTo>
                    <a:pt x="779044" y="5107139"/>
                  </a:lnTo>
                  <a:lnTo>
                    <a:pt x="779189" y="5107139"/>
                  </a:lnTo>
                  <a:lnTo>
                    <a:pt x="779335" y="5107139"/>
                  </a:lnTo>
                  <a:lnTo>
                    <a:pt x="779480" y="5107139"/>
                  </a:lnTo>
                  <a:lnTo>
                    <a:pt x="779626" y="5107139"/>
                  </a:lnTo>
                  <a:lnTo>
                    <a:pt x="779771" y="5107139"/>
                  </a:lnTo>
                  <a:lnTo>
                    <a:pt x="779916" y="5107139"/>
                  </a:lnTo>
                  <a:lnTo>
                    <a:pt x="780062" y="5107139"/>
                  </a:lnTo>
                  <a:lnTo>
                    <a:pt x="780062" y="5106515"/>
                  </a:lnTo>
                  <a:lnTo>
                    <a:pt x="780207" y="5106515"/>
                  </a:lnTo>
                  <a:lnTo>
                    <a:pt x="780353" y="5106515"/>
                  </a:lnTo>
                  <a:lnTo>
                    <a:pt x="780498" y="5106515"/>
                  </a:lnTo>
                  <a:lnTo>
                    <a:pt x="780498" y="5105892"/>
                  </a:lnTo>
                  <a:lnTo>
                    <a:pt x="780644" y="5105892"/>
                  </a:lnTo>
                  <a:lnTo>
                    <a:pt x="780789" y="5105892"/>
                  </a:lnTo>
                  <a:lnTo>
                    <a:pt x="780934" y="5105892"/>
                  </a:lnTo>
                  <a:lnTo>
                    <a:pt x="780934" y="5105268"/>
                  </a:lnTo>
                  <a:lnTo>
                    <a:pt x="781080" y="5105268"/>
                  </a:lnTo>
                  <a:lnTo>
                    <a:pt x="781225" y="5105268"/>
                  </a:lnTo>
                  <a:lnTo>
                    <a:pt x="781371" y="5105268"/>
                  </a:lnTo>
                  <a:lnTo>
                    <a:pt x="781516" y="5105268"/>
                  </a:lnTo>
                  <a:lnTo>
                    <a:pt x="781662" y="5105268"/>
                  </a:lnTo>
                  <a:lnTo>
                    <a:pt x="781807" y="5105268"/>
                  </a:lnTo>
                  <a:lnTo>
                    <a:pt x="781952" y="5105268"/>
                  </a:lnTo>
                  <a:lnTo>
                    <a:pt x="782098" y="5105268"/>
                  </a:lnTo>
                  <a:lnTo>
                    <a:pt x="782243" y="5105268"/>
                  </a:lnTo>
                  <a:lnTo>
                    <a:pt x="782389" y="5105268"/>
                  </a:lnTo>
                  <a:lnTo>
                    <a:pt x="782534" y="5105268"/>
                  </a:lnTo>
                  <a:lnTo>
                    <a:pt x="782680" y="5105268"/>
                  </a:lnTo>
                  <a:lnTo>
                    <a:pt x="782680" y="5104644"/>
                  </a:lnTo>
                  <a:lnTo>
                    <a:pt x="782825" y="5104644"/>
                  </a:lnTo>
                  <a:lnTo>
                    <a:pt x="782970" y="5104644"/>
                  </a:lnTo>
                  <a:lnTo>
                    <a:pt x="783116" y="5104644"/>
                  </a:lnTo>
                  <a:lnTo>
                    <a:pt x="783261" y="5104644"/>
                  </a:lnTo>
                  <a:lnTo>
                    <a:pt x="783261" y="5104021"/>
                  </a:lnTo>
                  <a:lnTo>
                    <a:pt x="783407" y="5104021"/>
                  </a:lnTo>
                  <a:lnTo>
                    <a:pt x="783552" y="5104021"/>
                  </a:lnTo>
                  <a:lnTo>
                    <a:pt x="783552" y="5103397"/>
                  </a:lnTo>
                  <a:lnTo>
                    <a:pt x="783552" y="5102774"/>
                  </a:lnTo>
                  <a:lnTo>
                    <a:pt x="783552" y="5102150"/>
                  </a:lnTo>
                  <a:lnTo>
                    <a:pt x="783552" y="5101526"/>
                  </a:lnTo>
                  <a:lnTo>
                    <a:pt x="783697" y="5101526"/>
                  </a:lnTo>
                  <a:lnTo>
                    <a:pt x="783843" y="5101526"/>
                  </a:lnTo>
                  <a:lnTo>
                    <a:pt x="783988" y="5101526"/>
                  </a:lnTo>
                  <a:lnTo>
                    <a:pt x="784134" y="5101526"/>
                  </a:lnTo>
                  <a:lnTo>
                    <a:pt x="784279" y="5101526"/>
                  </a:lnTo>
                  <a:lnTo>
                    <a:pt x="784425" y="5101526"/>
                  </a:lnTo>
                  <a:lnTo>
                    <a:pt x="784570" y="5101526"/>
                  </a:lnTo>
                  <a:lnTo>
                    <a:pt x="784715" y="5101526"/>
                  </a:lnTo>
                  <a:lnTo>
                    <a:pt x="784861" y="5101526"/>
                  </a:lnTo>
                  <a:lnTo>
                    <a:pt x="785006" y="5101526"/>
                  </a:lnTo>
                  <a:lnTo>
                    <a:pt x="785152" y="5101526"/>
                  </a:lnTo>
                  <a:lnTo>
                    <a:pt x="785297" y="5101526"/>
                  </a:lnTo>
                  <a:lnTo>
                    <a:pt x="785443" y="5101526"/>
                  </a:lnTo>
                  <a:lnTo>
                    <a:pt x="785588" y="5101526"/>
                  </a:lnTo>
                  <a:lnTo>
                    <a:pt x="785733" y="5101526"/>
                  </a:lnTo>
                  <a:lnTo>
                    <a:pt x="785733" y="5100903"/>
                  </a:lnTo>
                  <a:lnTo>
                    <a:pt x="785879" y="5100903"/>
                  </a:lnTo>
                  <a:lnTo>
                    <a:pt x="786024" y="5100903"/>
                  </a:lnTo>
                  <a:lnTo>
                    <a:pt x="786170" y="5100903"/>
                  </a:lnTo>
                  <a:lnTo>
                    <a:pt x="786315" y="5100903"/>
                  </a:lnTo>
                  <a:lnTo>
                    <a:pt x="786461" y="5100903"/>
                  </a:lnTo>
                  <a:lnTo>
                    <a:pt x="786606" y="5100903"/>
                  </a:lnTo>
                  <a:lnTo>
                    <a:pt x="786751" y="5100903"/>
                  </a:lnTo>
                  <a:lnTo>
                    <a:pt x="786897" y="5100903"/>
                  </a:lnTo>
                  <a:lnTo>
                    <a:pt x="787042" y="5100903"/>
                  </a:lnTo>
                  <a:lnTo>
                    <a:pt x="787042" y="5100279"/>
                  </a:lnTo>
                  <a:lnTo>
                    <a:pt x="787042" y="5099656"/>
                  </a:lnTo>
                  <a:lnTo>
                    <a:pt x="787188" y="5099656"/>
                  </a:lnTo>
                  <a:lnTo>
                    <a:pt x="787333" y="5099656"/>
                  </a:lnTo>
                  <a:lnTo>
                    <a:pt x="787479" y="5099656"/>
                  </a:lnTo>
                  <a:lnTo>
                    <a:pt x="787479" y="5099032"/>
                  </a:lnTo>
                  <a:lnTo>
                    <a:pt x="787479" y="5098409"/>
                  </a:lnTo>
                  <a:lnTo>
                    <a:pt x="787624" y="5098409"/>
                  </a:lnTo>
                  <a:lnTo>
                    <a:pt x="787769" y="5098409"/>
                  </a:lnTo>
                  <a:lnTo>
                    <a:pt x="787915" y="5098409"/>
                  </a:lnTo>
                  <a:lnTo>
                    <a:pt x="788060" y="5098409"/>
                  </a:lnTo>
                  <a:lnTo>
                    <a:pt x="788206" y="5098409"/>
                  </a:lnTo>
                  <a:lnTo>
                    <a:pt x="788351" y="5098409"/>
                  </a:lnTo>
                  <a:lnTo>
                    <a:pt x="788497" y="5098409"/>
                  </a:lnTo>
                  <a:lnTo>
                    <a:pt x="788642" y="5098409"/>
                  </a:lnTo>
                  <a:lnTo>
                    <a:pt x="788787" y="5098409"/>
                  </a:lnTo>
                  <a:lnTo>
                    <a:pt x="788933" y="5098409"/>
                  </a:lnTo>
                  <a:lnTo>
                    <a:pt x="789078" y="5098409"/>
                  </a:lnTo>
                  <a:lnTo>
                    <a:pt x="789078" y="5097785"/>
                  </a:lnTo>
                  <a:lnTo>
                    <a:pt x="789078" y="5097161"/>
                  </a:lnTo>
                  <a:lnTo>
                    <a:pt x="789224" y="5097161"/>
                  </a:lnTo>
                  <a:lnTo>
                    <a:pt x="789369" y="5097161"/>
                  </a:lnTo>
                  <a:lnTo>
                    <a:pt x="789515" y="5097161"/>
                  </a:lnTo>
                  <a:lnTo>
                    <a:pt x="789515" y="5096538"/>
                  </a:lnTo>
                  <a:lnTo>
                    <a:pt x="789660" y="5096538"/>
                  </a:lnTo>
                  <a:lnTo>
                    <a:pt x="789805" y="5096538"/>
                  </a:lnTo>
                  <a:lnTo>
                    <a:pt x="789951" y="5096538"/>
                  </a:lnTo>
                  <a:lnTo>
                    <a:pt x="790096" y="5096538"/>
                  </a:lnTo>
                  <a:lnTo>
                    <a:pt x="790242" y="5096538"/>
                  </a:lnTo>
                  <a:lnTo>
                    <a:pt x="790387" y="5096538"/>
                  </a:lnTo>
                  <a:lnTo>
                    <a:pt x="790387" y="5095914"/>
                  </a:lnTo>
                  <a:lnTo>
                    <a:pt x="790532" y="5095914"/>
                  </a:lnTo>
                  <a:lnTo>
                    <a:pt x="790532" y="5095291"/>
                  </a:lnTo>
                  <a:lnTo>
                    <a:pt x="790532" y="5094667"/>
                  </a:lnTo>
                  <a:lnTo>
                    <a:pt x="790678" y="5094667"/>
                  </a:lnTo>
                  <a:lnTo>
                    <a:pt x="790678" y="5094043"/>
                  </a:lnTo>
                  <a:lnTo>
                    <a:pt x="790823" y="5094043"/>
                  </a:lnTo>
                  <a:lnTo>
                    <a:pt x="790969" y="5094043"/>
                  </a:lnTo>
                  <a:lnTo>
                    <a:pt x="791114" y="5094043"/>
                  </a:lnTo>
                  <a:lnTo>
                    <a:pt x="791260" y="5094043"/>
                  </a:lnTo>
                  <a:lnTo>
                    <a:pt x="791405" y="5094043"/>
                  </a:lnTo>
                  <a:lnTo>
                    <a:pt x="791405" y="5093420"/>
                  </a:lnTo>
                  <a:lnTo>
                    <a:pt x="791405" y="5092796"/>
                  </a:lnTo>
                  <a:lnTo>
                    <a:pt x="791550" y="5092796"/>
                  </a:lnTo>
                  <a:lnTo>
                    <a:pt x="791696" y="5092796"/>
                  </a:lnTo>
                  <a:lnTo>
                    <a:pt x="791841" y="5092796"/>
                  </a:lnTo>
                  <a:lnTo>
                    <a:pt x="791987" y="5092796"/>
                  </a:lnTo>
                  <a:lnTo>
                    <a:pt x="792132" y="5092796"/>
                  </a:lnTo>
                  <a:lnTo>
                    <a:pt x="792278" y="5092796"/>
                  </a:lnTo>
                  <a:lnTo>
                    <a:pt x="792278" y="5092173"/>
                  </a:lnTo>
                  <a:lnTo>
                    <a:pt x="792423" y="5092173"/>
                  </a:lnTo>
                  <a:lnTo>
                    <a:pt x="792568" y="5092173"/>
                  </a:lnTo>
                  <a:lnTo>
                    <a:pt x="792714" y="5092173"/>
                  </a:lnTo>
                  <a:lnTo>
                    <a:pt x="792859" y="5092173"/>
                  </a:lnTo>
                  <a:lnTo>
                    <a:pt x="792859" y="5091549"/>
                  </a:lnTo>
                  <a:lnTo>
                    <a:pt x="793005" y="5091549"/>
                  </a:lnTo>
                  <a:lnTo>
                    <a:pt x="793150" y="5091549"/>
                  </a:lnTo>
                  <a:lnTo>
                    <a:pt x="793296" y="5091549"/>
                  </a:lnTo>
                  <a:lnTo>
                    <a:pt x="793296" y="5090926"/>
                  </a:lnTo>
                  <a:lnTo>
                    <a:pt x="793296" y="5090302"/>
                  </a:lnTo>
                  <a:lnTo>
                    <a:pt x="793441" y="5090302"/>
                  </a:lnTo>
                  <a:lnTo>
                    <a:pt x="793586" y="5090302"/>
                  </a:lnTo>
                  <a:lnTo>
                    <a:pt x="793732" y="5090302"/>
                  </a:lnTo>
                  <a:lnTo>
                    <a:pt x="793732" y="5089678"/>
                  </a:lnTo>
                  <a:lnTo>
                    <a:pt x="793877" y="5089678"/>
                  </a:lnTo>
                  <a:lnTo>
                    <a:pt x="794023" y="5089678"/>
                  </a:lnTo>
                  <a:lnTo>
                    <a:pt x="794168" y="5089678"/>
                  </a:lnTo>
                  <a:lnTo>
                    <a:pt x="794314" y="5089678"/>
                  </a:lnTo>
                  <a:lnTo>
                    <a:pt x="794459" y="5089678"/>
                  </a:lnTo>
                  <a:lnTo>
                    <a:pt x="794459" y="5089055"/>
                  </a:lnTo>
                  <a:lnTo>
                    <a:pt x="794604" y="5089055"/>
                  </a:lnTo>
                  <a:lnTo>
                    <a:pt x="794750" y="5089055"/>
                  </a:lnTo>
                  <a:lnTo>
                    <a:pt x="794750" y="5088431"/>
                  </a:lnTo>
                  <a:lnTo>
                    <a:pt x="794750" y="5087808"/>
                  </a:lnTo>
                  <a:lnTo>
                    <a:pt x="794895" y="5087808"/>
                  </a:lnTo>
                  <a:lnTo>
                    <a:pt x="795041" y="5087808"/>
                  </a:lnTo>
                  <a:lnTo>
                    <a:pt x="795041" y="5087184"/>
                  </a:lnTo>
                  <a:lnTo>
                    <a:pt x="795186" y="5087184"/>
                  </a:lnTo>
                  <a:lnTo>
                    <a:pt x="795186" y="5086560"/>
                  </a:lnTo>
                  <a:lnTo>
                    <a:pt x="795332" y="5086560"/>
                  </a:lnTo>
                  <a:lnTo>
                    <a:pt x="795477" y="5086560"/>
                  </a:lnTo>
                  <a:lnTo>
                    <a:pt x="795622" y="5086560"/>
                  </a:lnTo>
                  <a:lnTo>
                    <a:pt x="795622" y="5085937"/>
                  </a:lnTo>
                  <a:lnTo>
                    <a:pt x="795768" y="5085937"/>
                  </a:lnTo>
                  <a:lnTo>
                    <a:pt x="795913" y="5085937"/>
                  </a:lnTo>
                  <a:lnTo>
                    <a:pt x="795913" y="5085313"/>
                  </a:lnTo>
                  <a:lnTo>
                    <a:pt x="796059" y="5085313"/>
                  </a:lnTo>
                  <a:lnTo>
                    <a:pt x="796204" y="5085313"/>
                  </a:lnTo>
                  <a:lnTo>
                    <a:pt x="796350" y="5085313"/>
                  </a:lnTo>
                  <a:lnTo>
                    <a:pt x="796350" y="5084690"/>
                  </a:lnTo>
                  <a:lnTo>
                    <a:pt x="796350" y="5084066"/>
                  </a:lnTo>
                  <a:lnTo>
                    <a:pt x="796495" y="5084066"/>
                  </a:lnTo>
                  <a:lnTo>
                    <a:pt x="796640" y="5084066"/>
                  </a:lnTo>
                  <a:lnTo>
                    <a:pt x="796786" y="5084066"/>
                  </a:lnTo>
                  <a:lnTo>
                    <a:pt x="796931" y="5084066"/>
                  </a:lnTo>
                  <a:lnTo>
                    <a:pt x="797077" y="5084066"/>
                  </a:lnTo>
                  <a:lnTo>
                    <a:pt x="797222" y="5084066"/>
                  </a:lnTo>
                  <a:lnTo>
                    <a:pt x="797367" y="5084066"/>
                  </a:lnTo>
                  <a:lnTo>
                    <a:pt x="797513" y="5084066"/>
                  </a:lnTo>
                  <a:lnTo>
                    <a:pt x="797658" y="5084066"/>
                  </a:lnTo>
                  <a:lnTo>
                    <a:pt x="797804" y="5084066"/>
                  </a:lnTo>
                  <a:lnTo>
                    <a:pt x="797804" y="5083443"/>
                  </a:lnTo>
                  <a:lnTo>
                    <a:pt x="797804" y="5082819"/>
                  </a:lnTo>
                  <a:lnTo>
                    <a:pt x="797949" y="5082819"/>
                  </a:lnTo>
                  <a:lnTo>
                    <a:pt x="798095" y="5082819"/>
                  </a:lnTo>
                  <a:lnTo>
                    <a:pt x="798240" y="5082819"/>
                  </a:lnTo>
                  <a:lnTo>
                    <a:pt x="798385" y="5082819"/>
                  </a:lnTo>
                  <a:lnTo>
                    <a:pt x="798385" y="5082195"/>
                  </a:lnTo>
                  <a:lnTo>
                    <a:pt x="798531" y="5082195"/>
                  </a:lnTo>
                  <a:lnTo>
                    <a:pt x="798676" y="5082195"/>
                  </a:lnTo>
                  <a:lnTo>
                    <a:pt x="798822" y="5082195"/>
                  </a:lnTo>
                  <a:lnTo>
                    <a:pt x="798822" y="5081572"/>
                  </a:lnTo>
                  <a:lnTo>
                    <a:pt x="798967" y="5081572"/>
                  </a:lnTo>
                  <a:lnTo>
                    <a:pt x="798967" y="5080948"/>
                  </a:lnTo>
                  <a:lnTo>
                    <a:pt x="799113" y="5080948"/>
                  </a:lnTo>
                  <a:lnTo>
                    <a:pt x="799113" y="5080325"/>
                  </a:lnTo>
                  <a:lnTo>
                    <a:pt x="799113" y="5079701"/>
                  </a:lnTo>
                  <a:lnTo>
                    <a:pt x="799258" y="5079701"/>
                  </a:lnTo>
                  <a:lnTo>
                    <a:pt x="799403" y="5079701"/>
                  </a:lnTo>
                  <a:lnTo>
                    <a:pt x="799403" y="5079077"/>
                  </a:lnTo>
                  <a:lnTo>
                    <a:pt x="799403" y="5078454"/>
                  </a:lnTo>
                  <a:lnTo>
                    <a:pt x="799549" y="5078454"/>
                  </a:lnTo>
                  <a:lnTo>
                    <a:pt x="799694" y="5078454"/>
                  </a:lnTo>
                  <a:lnTo>
                    <a:pt x="799840" y="5078454"/>
                  </a:lnTo>
                  <a:lnTo>
                    <a:pt x="799985" y="5078454"/>
                  </a:lnTo>
                  <a:lnTo>
                    <a:pt x="800131" y="5078454"/>
                  </a:lnTo>
                  <a:lnTo>
                    <a:pt x="800276" y="5078454"/>
                  </a:lnTo>
                  <a:lnTo>
                    <a:pt x="800421" y="5078454"/>
                  </a:lnTo>
                  <a:lnTo>
                    <a:pt x="800567" y="5078454"/>
                  </a:lnTo>
                  <a:lnTo>
                    <a:pt x="800712" y="5078454"/>
                  </a:lnTo>
                  <a:lnTo>
                    <a:pt x="800858" y="5078454"/>
                  </a:lnTo>
                  <a:lnTo>
                    <a:pt x="801003" y="5078454"/>
                  </a:lnTo>
                  <a:lnTo>
                    <a:pt x="801003" y="5077830"/>
                  </a:lnTo>
                  <a:lnTo>
                    <a:pt x="801149" y="5077830"/>
                  </a:lnTo>
                  <a:lnTo>
                    <a:pt x="801149" y="5077207"/>
                  </a:lnTo>
                  <a:lnTo>
                    <a:pt x="801294" y="5077207"/>
                  </a:lnTo>
                  <a:lnTo>
                    <a:pt x="801294" y="5076583"/>
                  </a:lnTo>
                  <a:lnTo>
                    <a:pt x="801439" y="5076583"/>
                  </a:lnTo>
                  <a:lnTo>
                    <a:pt x="801585" y="5076583"/>
                  </a:lnTo>
                  <a:lnTo>
                    <a:pt x="801730" y="5076583"/>
                  </a:lnTo>
                  <a:lnTo>
                    <a:pt x="801730" y="5075960"/>
                  </a:lnTo>
                  <a:lnTo>
                    <a:pt x="801876" y="5075960"/>
                  </a:lnTo>
                  <a:lnTo>
                    <a:pt x="802021" y="5075960"/>
                  </a:lnTo>
                  <a:lnTo>
                    <a:pt x="802167" y="5075960"/>
                  </a:lnTo>
                  <a:lnTo>
                    <a:pt x="802312" y="5075960"/>
                  </a:lnTo>
                  <a:lnTo>
                    <a:pt x="802457" y="5075960"/>
                  </a:lnTo>
                  <a:lnTo>
                    <a:pt x="802457" y="5075336"/>
                  </a:lnTo>
                  <a:lnTo>
                    <a:pt x="802603" y="5075336"/>
                  </a:lnTo>
                  <a:lnTo>
                    <a:pt x="802748" y="5075336"/>
                  </a:lnTo>
                  <a:lnTo>
                    <a:pt x="802748" y="5074712"/>
                  </a:lnTo>
                  <a:lnTo>
                    <a:pt x="802894" y="5074712"/>
                  </a:lnTo>
                  <a:lnTo>
                    <a:pt x="803039" y="5074712"/>
                  </a:lnTo>
                  <a:lnTo>
                    <a:pt x="803185" y="5074712"/>
                  </a:lnTo>
                  <a:lnTo>
                    <a:pt x="803185" y="5074089"/>
                  </a:lnTo>
                  <a:lnTo>
                    <a:pt x="803185" y="5073465"/>
                  </a:lnTo>
                  <a:lnTo>
                    <a:pt x="803330" y="5073465"/>
                  </a:lnTo>
                  <a:lnTo>
                    <a:pt x="803475" y="5073465"/>
                  </a:lnTo>
                  <a:lnTo>
                    <a:pt x="803621" y="5073465"/>
                  </a:lnTo>
                  <a:lnTo>
                    <a:pt x="803766" y="5073465"/>
                  </a:lnTo>
                  <a:lnTo>
                    <a:pt x="803912" y="5073465"/>
                  </a:lnTo>
                  <a:lnTo>
                    <a:pt x="803912" y="5072842"/>
                  </a:lnTo>
                  <a:lnTo>
                    <a:pt x="804057" y="5072842"/>
                  </a:lnTo>
                  <a:lnTo>
                    <a:pt x="804202" y="5072842"/>
                  </a:lnTo>
                  <a:lnTo>
                    <a:pt x="804348" y="5072842"/>
                  </a:lnTo>
                  <a:lnTo>
                    <a:pt x="804348" y="5072218"/>
                  </a:lnTo>
                  <a:lnTo>
                    <a:pt x="804493" y="5072218"/>
                  </a:lnTo>
                  <a:lnTo>
                    <a:pt x="804493" y="5071595"/>
                  </a:lnTo>
                  <a:lnTo>
                    <a:pt x="804639" y="5071595"/>
                  </a:lnTo>
                  <a:lnTo>
                    <a:pt x="804784" y="5071595"/>
                  </a:lnTo>
                  <a:lnTo>
                    <a:pt x="804784" y="5070971"/>
                  </a:lnTo>
                  <a:lnTo>
                    <a:pt x="804930" y="5070971"/>
                  </a:lnTo>
                  <a:lnTo>
                    <a:pt x="804930" y="5070347"/>
                  </a:lnTo>
                  <a:lnTo>
                    <a:pt x="805075" y="5070347"/>
                  </a:lnTo>
                  <a:lnTo>
                    <a:pt x="805075" y="5069724"/>
                  </a:lnTo>
                  <a:lnTo>
                    <a:pt x="805075" y="5069100"/>
                  </a:lnTo>
                  <a:lnTo>
                    <a:pt x="805220" y="5069100"/>
                  </a:lnTo>
                  <a:lnTo>
                    <a:pt x="805366" y="5069100"/>
                  </a:lnTo>
                  <a:lnTo>
                    <a:pt x="805366" y="5068477"/>
                  </a:lnTo>
                  <a:lnTo>
                    <a:pt x="805511" y="5068477"/>
                  </a:lnTo>
                  <a:lnTo>
                    <a:pt x="805657" y="5068477"/>
                  </a:lnTo>
                  <a:lnTo>
                    <a:pt x="805657" y="5067853"/>
                  </a:lnTo>
                  <a:lnTo>
                    <a:pt x="805802" y="5067853"/>
                  </a:lnTo>
                  <a:lnTo>
                    <a:pt x="805948" y="5067853"/>
                  </a:lnTo>
                  <a:lnTo>
                    <a:pt x="806093" y="5067853"/>
                  </a:lnTo>
                  <a:lnTo>
                    <a:pt x="806238" y="5067853"/>
                  </a:lnTo>
                  <a:lnTo>
                    <a:pt x="806238" y="5067229"/>
                  </a:lnTo>
                  <a:lnTo>
                    <a:pt x="806384" y="5067229"/>
                  </a:lnTo>
                  <a:lnTo>
                    <a:pt x="806529" y="5067229"/>
                  </a:lnTo>
                  <a:lnTo>
                    <a:pt x="806529" y="5066606"/>
                  </a:lnTo>
                  <a:lnTo>
                    <a:pt x="806675" y="5066606"/>
                  </a:lnTo>
                  <a:lnTo>
                    <a:pt x="806675" y="5065982"/>
                  </a:lnTo>
                  <a:lnTo>
                    <a:pt x="806820" y="5065982"/>
                  </a:lnTo>
                  <a:lnTo>
                    <a:pt x="806966" y="5065982"/>
                  </a:lnTo>
                  <a:lnTo>
                    <a:pt x="806966" y="5065359"/>
                  </a:lnTo>
                  <a:lnTo>
                    <a:pt x="807111" y="5065359"/>
                  </a:lnTo>
                  <a:lnTo>
                    <a:pt x="807256" y="5065359"/>
                  </a:lnTo>
                  <a:lnTo>
                    <a:pt x="807402" y="5065359"/>
                  </a:lnTo>
                  <a:lnTo>
                    <a:pt x="807402" y="5064735"/>
                  </a:lnTo>
                  <a:lnTo>
                    <a:pt x="807402" y="5064112"/>
                  </a:lnTo>
                  <a:lnTo>
                    <a:pt x="807402" y="5063488"/>
                  </a:lnTo>
                  <a:lnTo>
                    <a:pt x="807547" y="5063488"/>
                  </a:lnTo>
                  <a:lnTo>
                    <a:pt x="807547" y="5062864"/>
                  </a:lnTo>
                  <a:lnTo>
                    <a:pt x="807693" y="5062864"/>
                  </a:lnTo>
                  <a:lnTo>
                    <a:pt x="807838" y="5062864"/>
                  </a:lnTo>
                  <a:lnTo>
                    <a:pt x="807838" y="5062241"/>
                  </a:lnTo>
                  <a:lnTo>
                    <a:pt x="807984" y="5062241"/>
                  </a:lnTo>
                  <a:lnTo>
                    <a:pt x="807984" y="5061617"/>
                  </a:lnTo>
                  <a:lnTo>
                    <a:pt x="808129" y="5061617"/>
                  </a:lnTo>
                  <a:lnTo>
                    <a:pt x="808274" y="5061617"/>
                  </a:lnTo>
                  <a:lnTo>
                    <a:pt x="808420" y="5061617"/>
                  </a:lnTo>
                  <a:lnTo>
                    <a:pt x="808565" y="5061617"/>
                  </a:lnTo>
                  <a:lnTo>
                    <a:pt x="808711" y="5061617"/>
                  </a:lnTo>
                  <a:lnTo>
                    <a:pt x="808856" y="5061617"/>
                  </a:lnTo>
                  <a:lnTo>
                    <a:pt x="809002" y="5061617"/>
                  </a:lnTo>
                  <a:lnTo>
                    <a:pt x="809002" y="5060994"/>
                  </a:lnTo>
                  <a:lnTo>
                    <a:pt x="809147" y="5060994"/>
                  </a:lnTo>
                  <a:lnTo>
                    <a:pt x="809292" y="5060994"/>
                  </a:lnTo>
                  <a:lnTo>
                    <a:pt x="809438" y="5060994"/>
                  </a:lnTo>
                  <a:lnTo>
                    <a:pt x="809438" y="5060370"/>
                  </a:lnTo>
                  <a:lnTo>
                    <a:pt x="809583" y="5060370"/>
                  </a:lnTo>
                  <a:lnTo>
                    <a:pt x="809729" y="5060370"/>
                  </a:lnTo>
                  <a:lnTo>
                    <a:pt x="809874" y="5060370"/>
                  </a:lnTo>
                  <a:lnTo>
                    <a:pt x="810020" y="5060370"/>
                  </a:lnTo>
                  <a:lnTo>
                    <a:pt x="810165" y="5060370"/>
                  </a:lnTo>
                  <a:lnTo>
                    <a:pt x="810165" y="5059746"/>
                  </a:lnTo>
                  <a:lnTo>
                    <a:pt x="810310" y="5059746"/>
                  </a:lnTo>
                  <a:lnTo>
                    <a:pt x="810456" y="5059746"/>
                  </a:lnTo>
                  <a:lnTo>
                    <a:pt x="810601" y="5059746"/>
                  </a:lnTo>
                  <a:lnTo>
                    <a:pt x="810747" y="5059746"/>
                  </a:lnTo>
                  <a:lnTo>
                    <a:pt x="810892" y="5059746"/>
                  </a:lnTo>
                  <a:lnTo>
                    <a:pt x="811037" y="5059746"/>
                  </a:lnTo>
                  <a:lnTo>
                    <a:pt x="811183" y="5059746"/>
                  </a:lnTo>
                  <a:lnTo>
                    <a:pt x="811328" y="5059746"/>
                  </a:lnTo>
                  <a:lnTo>
                    <a:pt x="811328" y="5059123"/>
                  </a:lnTo>
                  <a:lnTo>
                    <a:pt x="811474" y="5059123"/>
                  </a:lnTo>
                  <a:lnTo>
                    <a:pt x="811619" y="5059123"/>
                  </a:lnTo>
                  <a:lnTo>
                    <a:pt x="811619" y="5058499"/>
                  </a:lnTo>
                  <a:lnTo>
                    <a:pt x="811619" y="5057876"/>
                  </a:lnTo>
                  <a:lnTo>
                    <a:pt x="811765" y="5057876"/>
                  </a:lnTo>
                  <a:lnTo>
                    <a:pt x="811910" y="5057876"/>
                  </a:lnTo>
                  <a:lnTo>
                    <a:pt x="811910" y="5057252"/>
                  </a:lnTo>
                  <a:lnTo>
                    <a:pt x="812055" y="5057252"/>
                  </a:lnTo>
                  <a:lnTo>
                    <a:pt x="812201" y="5057252"/>
                  </a:lnTo>
                  <a:lnTo>
                    <a:pt x="812346" y="5057252"/>
                  </a:lnTo>
                  <a:lnTo>
                    <a:pt x="812492" y="5057252"/>
                  </a:lnTo>
                  <a:lnTo>
                    <a:pt x="812637" y="5057252"/>
                  </a:lnTo>
                  <a:lnTo>
                    <a:pt x="812783" y="5057252"/>
                  </a:lnTo>
                  <a:lnTo>
                    <a:pt x="812928" y="5057252"/>
                  </a:lnTo>
                  <a:lnTo>
                    <a:pt x="813073" y="5057252"/>
                  </a:lnTo>
                  <a:lnTo>
                    <a:pt x="813073" y="5056629"/>
                  </a:lnTo>
                  <a:lnTo>
                    <a:pt x="813219" y="5056629"/>
                  </a:lnTo>
                  <a:lnTo>
                    <a:pt x="813364" y="5056629"/>
                  </a:lnTo>
                  <a:lnTo>
                    <a:pt x="813510" y="5056629"/>
                  </a:lnTo>
                  <a:lnTo>
                    <a:pt x="813655" y="5056629"/>
                  </a:lnTo>
                  <a:lnTo>
                    <a:pt x="813801" y="5056629"/>
                  </a:lnTo>
                  <a:lnTo>
                    <a:pt x="813801" y="5056005"/>
                  </a:lnTo>
                  <a:lnTo>
                    <a:pt x="813946" y="5056005"/>
                  </a:lnTo>
                  <a:lnTo>
                    <a:pt x="814091" y="5056005"/>
                  </a:lnTo>
                  <a:lnTo>
                    <a:pt x="814237" y="5056005"/>
                  </a:lnTo>
                  <a:lnTo>
                    <a:pt x="814382" y="5056005"/>
                  </a:lnTo>
                  <a:lnTo>
                    <a:pt x="814382" y="5055381"/>
                  </a:lnTo>
                  <a:lnTo>
                    <a:pt x="814382" y="5054758"/>
                  </a:lnTo>
                  <a:lnTo>
                    <a:pt x="814528" y="5054758"/>
                  </a:lnTo>
                  <a:lnTo>
                    <a:pt x="814528" y="5054134"/>
                  </a:lnTo>
                  <a:lnTo>
                    <a:pt x="814528" y="5053511"/>
                  </a:lnTo>
                  <a:lnTo>
                    <a:pt x="814528" y="5052887"/>
                  </a:lnTo>
                  <a:lnTo>
                    <a:pt x="814673" y="5052887"/>
                  </a:lnTo>
                  <a:lnTo>
                    <a:pt x="814819" y="5052887"/>
                  </a:lnTo>
                  <a:lnTo>
                    <a:pt x="814964" y="5052887"/>
                  </a:lnTo>
                  <a:lnTo>
                    <a:pt x="815109" y="5052887"/>
                  </a:lnTo>
                  <a:lnTo>
                    <a:pt x="815255" y="5052887"/>
                  </a:lnTo>
                  <a:lnTo>
                    <a:pt x="815400" y="5052887"/>
                  </a:lnTo>
                  <a:lnTo>
                    <a:pt x="815546" y="5052887"/>
                  </a:lnTo>
                  <a:lnTo>
                    <a:pt x="815691" y="5052887"/>
                  </a:lnTo>
                  <a:lnTo>
                    <a:pt x="815837" y="5052887"/>
                  </a:lnTo>
                  <a:lnTo>
                    <a:pt x="815982" y="5052887"/>
                  </a:lnTo>
                  <a:lnTo>
                    <a:pt x="816127" y="5052887"/>
                  </a:lnTo>
                  <a:lnTo>
                    <a:pt x="816273" y="5052887"/>
                  </a:lnTo>
                  <a:lnTo>
                    <a:pt x="816418" y="5052887"/>
                  </a:lnTo>
                  <a:lnTo>
                    <a:pt x="816564" y="5052887"/>
                  </a:lnTo>
                  <a:lnTo>
                    <a:pt x="816709" y="5052887"/>
                  </a:lnTo>
                  <a:lnTo>
                    <a:pt x="816855" y="5052887"/>
                  </a:lnTo>
                  <a:lnTo>
                    <a:pt x="817000" y="5052887"/>
                  </a:lnTo>
                  <a:lnTo>
                    <a:pt x="817145" y="5052887"/>
                  </a:lnTo>
                  <a:lnTo>
                    <a:pt x="817145" y="5052263"/>
                  </a:lnTo>
                  <a:lnTo>
                    <a:pt x="817145" y="5051640"/>
                  </a:lnTo>
                  <a:lnTo>
                    <a:pt x="817291" y="5051640"/>
                  </a:lnTo>
                  <a:lnTo>
                    <a:pt x="817291" y="5051016"/>
                  </a:lnTo>
                  <a:lnTo>
                    <a:pt x="817436" y="5051016"/>
                  </a:lnTo>
                  <a:lnTo>
                    <a:pt x="817582" y="5051016"/>
                  </a:lnTo>
                  <a:lnTo>
                    <a:pt x="817582" y="5050393"/>
                  </a:lnTo>
                  <a:lnTo>
                    <a:pt x="817727" y="5050393"/>
                  </a:lnTo>
                  <a:lnTo>
                    <a:pt x="817872" y="5050393"/>
                  </a:lnTo>
                  <a:lnTo>
                    <a:pt x="818018" y="5050393"/>
                  </a:lnTo>
                  <a:lnTo>
                    <a:pt x="818163" y="5050393"/>
                  </a:lnTo>
                  <a:lnTo>
                    <a:pt x="818309" y="5050393"/>
                  </a:lnTo>
                  <a:lnTo>
                    <a:pt x="818454" y="5050393"/>
                  </a:lnTo>
                  <a:lnTo>
                    <a:pt x="818600" y="5050393"/>
                  </a:lnTo>
                  <a:lnTo>
                    <a:pt x="818745" y="5050393"/>
                  </a:lnTo>
                  <a:lnTo>
                    <a:pt x="818745" y="5049769"/>
                  </a:lnTo>
                  <a:lnTo>
                    <a:pt x="818890" y="5049769"/>
                  </a:lnTo>
                  <a:lnTo>
                    <a:pt x="819036" y="5049769"/>
                  </a:lnTo>
                  <a:lnTo>
                    <a:pt x="819181" y="5049769"/>
                  </a:lnTo>
                  <a:lnTo>
                    <a:pt x="819327" y="5049769"/>
                  </a:lnTo>
                  <a:lnTo>
                    <a:pt x="819472" y="5049769"/>
                  </a:lnTo>
                  <a:lnTo>
                    <a:pt x="819618" y="5049769"/>
                  </a:lnTo>
                  <a:lnTo>
                    <a:pt x="819763" y="5049769"/>
                  </a:lnTo>
                  <a:lnTo>
                    <a:pt x="819908" y="5049769"/>
                  </a:lnTo>
                  <a:lnTo>
                    <a:pt x="819908" y="5049146"/>
                  </a:lnTo>
                  <a:lnTo>
                    <a:pt x="820054" y="5049146"/>
                  </a:lnTo>
                  <a:lnTo>
                    <a:pt x="820199" y="5049146"/>
                  </a:lnTo>
                  <a:lnTo>
                    <a:pt x="820345" y="5049146"/>
                  </a:lnTo>
                  <a:lnTo>
                    <a:pt x="820490" y="5049146"/>
                  </a:lnTo>
                  <a:lnTo>
                    <a:pt x="820636" y="5049146"/>
                  </a:lnTo>
                  <a:lnTo>
                    <a:pt x="820636" y="5048522"/>
                  </a:lnTo>
                  <a:lnTo>
                    <a:pt x="820781" y="5048522"/>
                  </a:lnTo>
                  <a:lnTo>
                    <a:pt x="820926" y="5048522"/>
                  </a:lnTo>
                  <a:lnTo>
                    <a:pt x="821072" y="5048522"/>
                  </a:lnTo>
                  <a:lnTo>
                    <a:pt x="821217" y="5048522"/>
                  </a:lnTo>
                  <a:lnTo>
                    <a:pt x="821363" y="5048522"/>
                  </a:lnTo>
                  <a:lnTo>
                    <a:pt x="821363" y="5047898"/>
                  </a:lnTo>
                  <a:lnTo>
                    <a:pt x="821508" y="5047898"/>
                  </a:lnTo>
                  <a:lnTo>
                    <a:pt x="821654" y="5047898"/>
                  </a:lnTo>
                  <a:lnTo>
                    <a:pt x="821654" y="5047275"/>
                  </a:lnTo>
                  <a:lnTo>
                    <a:pt x="821654" y="5046651"/>
                  </a:lnTo>
                  <a:lnTo>
                    <a:pt x="821799" y="5046651"/>
                  </a:lnTo>
                  <a:lnTo>
                    <a:pt x="821799" y="5046028"/>
                  </a:lnTo>
                  <a:lnTo>
                    <a:pt x="821944" y="5046028"/>
                  </a:lnTo>
                  <a:lnTo>
                    <a:pt x="822090" y="5046028"/>
                  </a:lnTo>
                  <a:lnTo>
                    <a:pt x="822090" y="5045404"/>
                  </a:lnTo>
                  <a:lnTo>
                    <a:pt x="822235" y="5045404"/>
                  </a:lnTo>
                  <a:lnTo>
                    <a:pt x="822235" y="5044780"/>
                  </a:lnTo>
                  <a:lnTo>
                    <a:pt x="822381" y="5044780"/>
                  </a:lnTo>
                  <a:lnTo>
                    <a:pt x="822381" y="5044157"/>
                  </a:lnTo>
                  <a:lnTo>
                    <a:pt x="822381" y="5043533"/>
                  </a:lnTo>
                  <a:lnTo>
                    <a:pt x="822381" y="5042910"/>
                  </a:lnTo>
                  <a:lnTo>
                    <a:pt x="822381" y="5042286"/>
                  </a:lnTo>
                  <a:lnTo>
                    <a:pt x="822526" y="5042286"/>
                  </a:lnTo>
                  <a:lnTo>
                    <a:pt x="822526" y="5041663"/>
                  </a:lnTo>
                  <a:lnTo>
                    <a:pt x="822526" y="5041039"/>
                  </a:lnTo>
                  <a:lnTo>
                    <a:pt x="822526" y="5040415"/>
                  </a:lnTo>
                  <a:lnTo>
                    <a:pt x="822672" y="5040415"/>
                  </a:lnTo>
                  <a:lnTo>
                    <a:pt x="822817" y="5040415"/>
                  </a:lnTo>
                  <a:lnTo>
                    <a:pt x="822962" y="5040415"/>
                  </a:lnTo>
                  <a:lnTo>
                    <a:pt x="823108" y="5040415"/>
                  </a:lnTo>
                  <a:lnTo>
                    <a:pt x="823253" y="5040415"/>
                  </a:lnTo>
                  <a:lnTo>
                    <a:pt x="823253" y="5039792"/>
                  </a:lnTo>
                  <a:lnTo>
                    <a:pt x="823253" y="5039168"/>
                  </a:lnTo>
                  <a:lnTo>
                    <a:pt x="823253" y="5038545"/>
                  </a:lnTo>
                  <a:lnTo>
                    <a:pt x="823399" y="5038545"/>
                  </a:lnTo>
                  <a:lnTo>
                    <a:pt x="823544" y="5038545"/>
                  </a:lnTo>
                  <a:lnTo>
                    <a:pt x="823690" y="5038545"/>
                  </a:lnTo>
                  <a:lnTo>
                    <a:pt x="823835" y="5038545"/>
                  </a:lnTo>
                  <a:lnTo>
                    <a:pt x="823980" y="5038545"/>
                  </a:lnTo>
                  <a:lnTo>
                    <a:pt x="823980" y="5037921"/>
                  </a:lnTo>
                  <a:lnTo>
                    <a:pt x="823980" y="5037297"/>
                  </a:lnTo>
                  <a:lnTo>
                    <a:pt x="824126" y="5037297"/>
                  </a:lnTo>
                  <a:lnTo>
                    <a:pt x="824126" y="5036674"/>
                  </a:lnTo>
                  <a:lnTo>
                    <a:pt x="824126" y="5036050"/>
                  </a:lnTo>
                  <a:lnTo>
                    <a:pt x="824126" y="5035427"/>
                  </a:lnTo>
                  <a:lnTo>
                    <a:pt x="824271" y="5035427"/>
                  </a:lnTo>
                  <a:lnTo>
                    <a:pt x="824417" y="5035427"/>
                  </a:lnTo>
                  <a:lnTo>
                    <a:pt x="824562" y="5035427"/>
                  </a:lnTo>
                  <a:lnTo>
                    <a:pt x="824562" y="5034803"/>
                  </a:lnTo>
                  <a:lnTo>
                    <a:pt x="824562" y="5034180"/>
                  </a:lnTo>
                  <a:lnTo>
                    <a:pt x="824707" y="5034180"/>
                  </a:lnTo>
                  <a:lnTo>
                    <a:pt x="824853" y="5034180"/>
                  </a:lnTo>
                  <a:lnTo>
                    <a:pt x="824998" y="5034180"/>
                  </a:lnTo>
                  <a:lnTo>
                    <a:pt x="825144" y="5034180"/>
                  </a:lnTo>
                  <a:lnTo>
                    <a:pt x="825289" y="5034180"/>
                  </a:lnTo>
                  <a:lnTo>
                    <a:pt x="825435" y="5034180"/>
                  </a:lnTo>
                  <a:lnTo>
                    <a:pt x="825580" y="5034180"/>
                  </a:lnTo>
                  <a:lnTo>
                    <a:pt x="825725" y="5034180"/>
                  </a:lnTo>
                  <a:lnTo>
                    <a:pt x="825871" y="5034180"/>
                  </a:lnTo>
                  <a:lnTo>
                    <a:pt x="826016" y="5034180"/>
                  </a:lnTo>
                  <a:lnTo>
                    <a:pt x="826162" y="5034180"/>
                  </a:lnTo>
                  <a:lnTo>
                    <a:pt x="826307" y="5034180"/>
                  </a:lnTo>
                  <a:lnTo>
                    <a:pt x="826453" y="5034180"/>
                  </a:lnTo>
                  <a:lnTo>
                    <a:pt x="826598" y="5034180"/>
                  </a:lnTo>
                  <a:lnTo>
                    <a:pt x="826598" y="5033556"/>
                  </a:lnTo>
                  <a:lnTo>
                    <a:pt x="826598" y="5032932"/>
                  </a:lnTo>
                  <a:lnTo>
                    <a:pt x="826743" y="5032932"/>
                  </a:lnTo>
                  <a:lnTo>
                    <a:pt x="826889" y="5032932"/>
                  </a:lnTo>
                  <a:lnTo>
                    <a:pt x="827034" y="5032932"/>
                  </a:lnTo>
                  <a:lnTo>
                    <a:pt x="827180" y="5032932"/>
                  </a:lnTo>
                  <a:lnTo>
                    <a:pt x="827325" y="5032932"/>
                  </a:lnTo>
                  <a:lnTo>
                    <a:pt x="827471" y="5032932"/>
                  </a:lnTo>
                  <a:lnTo>
                    <a:pt x="827616" y="5032932"/>
                  </a:lnTo>
                  <a:lnTo>
                    <a:pt x="827761" y="5032932"/>
                  </a:lnTo>
                  <a:lnTo>
                    <a:pt x="827761" y="5032309"/>
                  </a:lnTo>
                  <a:lnTo>
                    <a:pt x="827907" y="5032309"/>
                  </a:lnTo>
                  <a:lnTo>
                    <a:pt x="828052" y="5032309"/>
                  </a:lnTo>
                  <a:lnTo>
                    <a:pt x="828198" y="5032309"/>
                  </a:lnTo>
                  <a:lnTo>
                    <a:pt x="828343" y="5032309"/>
                  </a:lnTo>
                  <a:lnTo>
                    <a:pt x="828489" y="5032309"/>
                  </a:lnTo>
                  <a:lnTo>
                    <a:pt x="828634" y="5032309"/>
                  </a:lnTo>
                  <a:lnTo>
                    <a:pt x="828779" y="5032309"/>
                  </a:lnTo>
                  <a:lnTo>
                    <a:pt x="828779" y="5031685"/>
                  </a:lnTo>
                  <a:lnTo>
                    <a:pt x="828925" y="5031685"/>
                  </a:lnTo>
                  <a:lnTo>
                    <a:pt x="829070" y="5031685"/>
                  </a:lnTo>
                  <a:lnTo>
                    <a:pt x="829216" y="5031685"/>
                  </a:lnTo>
                  <a:lnTo>
                    <a:pt x="829361" y="5031685"/>
                  </a:lnTo>
                  <a:lnTo>
                    <a:pt x="829361" y="5031062"/>
                  </a:lnTo>
                  <a:lnTo>
                    <a:pt x="829507" y="5031062"/>
                  </a:lnTo>
                  <a:lnTo>
                    <a:pt x="829507" y="5030438"/>
                  </a:lnTo>
                  <a:lnTo>
                    <a:pt x="829652" y="5030438"/>
                  </a:lnTo>
                  <a:lnTo>
                    <a:pt x="829652" y="5029814"/>
                  </a:lnTo>
                  <a:lnTo>
                    <a:pt x="829797" y="5029814"/>
                  </a:lnTo>
                  <a:lnTo>
                    <a:pt x="829943" y="5029814"/>
                  </a:lnTo>
                  <a:lnTo>
                    <a:pt x="830088" y="5029814"/>
                  </a:lnTo>
                  <a:lnTo>
                    <a:pt x="830234" y="5029814"/>
                  </a:lnTo>
                  <a:lnTo>
                    <a:pt x="830379" y="5029814"/>
                  </a:lnTo>
                  <a:lnTo>
                    <a:pt x="830524" y="5029814"/>
                  </a:lnTo>
                  <a:lnTo>
                    <a:pt x="830670" y="5029814"/>
                  </a:lnTo>
                  <a:lnTo>
                    <a:pt x="830670" y="5029191"/>
                  </a:lnTo>
                  <a:lnTo>
                    <a:pt x="830815" y="5029191"/>
                  </a:lnTo>
                  <a:lnTo>
                    <a:pt x="830961" y="5029191"/>
                  </a:lnTo>
                  <a:lnTo>
                    <a:pt x="831106" y="5029191"/>
                  </a:lnTo>
                  <a:lnTo>
                    <a:pt x="831106" y="5028567"/>
                  </a:lnTo>
                  <a:lnTo>
                    <a:pt x="831252" y="5028567"/>
                  </a:lnTo>
                  <a:lnTo>
                    <a:pt x="831397" y="5028567"/>
                  </a:lnTo>
                  <a:lnTo>
                    <a:pt x="831542" y="5028567"/>
                  </a:lnTo>
                  <a:lnTo>
                    <a:pt x="831542" y="5027944"/>
                  </a:lnTo>
                  <a:lnTo>
                    <a:pt x="831542" y="5027320"/>
                  </a:lnTo>
                  <a:lnTo>
                    <a:pt x="831688" y="5027320"/>
                  </a:lnTo>
                  <a:lnTo>
                    <a:pt x="831833" y="5027320"/>
                  </a:lnTo>
                  <a:lnTo>
                    <a:pt x="831833" y="5026697"/>
                  </a:lnTo>
                  <a:lnTo>
                    <a:pt x="831979" y="5026697"/>
                  </a:lnTo>
                  <a:lnTo>
                    <a:pt x="832124" y="5026697"/>
                  </a:lnTo>
                  <a:lnTo>
                    <a:pt x="832270" y="5026697"/>
                  </a:lnTo>
                  <a:lnTo>
                    <a:pt x="832270" y="5026073"/>
                  </a:lnTo>
                  <a:lnTo>
                    <a:pt x="832270" y="5025449"/>
                  </a:lnTo>
                  <a:lnTo>
                    <a:pt x="832415" y="5025449"/>
                  </a:lnTo>
                  <a:lnTo>
                    <a:pt x="832560" y="5025449"/>
                  </a:lnTo>
                  <a:lnTo>
                    <a:pt x="832706" y="5025449"/>
                  </a:lnTo>
                  <a:lnTo>
                    <a:pt x="832851" y="5025449"/>
                  </a:lnTo>
                  <a:lnTo>
                    <a:pt x="832851" y="5024826"/>
                  </a:lnTo>
                  <a:lnTo>
                    <a:pt x="832997" y="5024826"/>
                  </a:lnTo>
                  <a:lnTo>
                    <a:pt x="833142" y="5024826"/>
                  </a:lnTo>
                  <a:lnTo>
                    <a:pt x="833288" y="5024826"/>
                  </a:lnTo>
                  <a:lnTo>
                    <a:pt x="833433" y="5024826"/>
                  </a:lnTo>
                  <a:lnTo>
                    <a:pt x="833433" y="5024202"/>
                  </a:lnTo>
                  <a:lnTo>
                    <a:pt x="833433" y="5023579"/>
                  </a:lnTo>
                  <a:lnTo>
                    <a:pt x="833578" y="5023579"/>
                  </a:lnTo>
                  <a:lnTo>
                    <a:pt x="833724" y="5023579"/>
                  </a:lnTo>
                  <a:lnTo>
                    <a:pt x="833724" y="5022955"/>
                  </a:lnTo>
                  <a:lnTo>
                    <a:pt x="833869" y="5022955"/>
                  </a:lnTo>
                  <a:lnTo>
                    <a:pt x="834015" y="5022955"/>
                  </a:lnTo>
                  <a:lnTo>
                    <a:pt x="834160" y="5022955"/>
                  </a:lnTo>
                  <a:lnTo>
                    <a:pt x="834306" y="5022955"/>
                  </a:lnTo>
                  <a:lnTo>
                    <a:pt x="834451" y="5022955"/>
                  </a:lnTo>
                  <a:lnTo>
                    <a:pt x="834596" y="5022955"/>
                  </a:lnTo>
                  <a:lnTo>
                    <a:pt x="834742" y="5022955"/>
                  </a:lnTo>
                  <a:lnTo>
                    <a:pt x="834887" y="5022955"/>
                  </a:lnTo>
                  <a:lnTo>
                    <a:pt x="835033" y="5022955"/>
                  </a:lnTo>
                  <a:lnTo>
                    <a:pt x="835178" y="5022955"/>
                  </a:lnTo>
                  <a:lnTo>
                    <a:pt x="835324" y="5022955"/>
                  </a:lnTo>
                  <a:lnTo>
                    <a:pt x="835469" y="5022955"/>
                  </a:lnTo>
                  <a:lnTo>
                    <a:pt x="835614" y="5022955"/>
                  </a:lnTo>
                  <a:lnTo>
                    <a:pt x="835760" y="5022955"/>
                  </a:lnTo>
                  <a:lnTo>
                    <a:pt x="835905" y="5022955"/>
                  </a:lnTo>
                  <a:lnTo>
                    <a:pt x="836051" y="5022955"/>
                  </a:lnTo>
                  <a:lnTo>
                    <a:pt x="836051" y="5022331"/>
                  </a:lnTo>
                  <a:lnTo>
                    <a:pt x="836196" y="5022331"/>
                  </a:lnTo>
                  <a:lnTo>
                    <a:pt x="836342" y="5022331"/>
                  </a:lnTo>
                  <a:lnTo>
                    <a:pt x="836487" y="5022331"/>
                  </a:lnTo>
                  <a:lnTo>
                    <a:pt x="836632" y="5022331"/>
                  </a:lnTo>
                  <a:lnTo>
                    <a:pt x="836778" y="5022331"/>
                  </a:lnTo>
                  <a:lnTo>
                    <a:pt x="836923" y="5022331"/>
                  </a:lnTo>
                  <a:lnTo>
                    <a:pt x="836923" y="5021708"/>
                  </a:lnTo>
                  <a:lnTo>
                    <a:pt x="837069" y="5021708"/>
                  </a:lnTo>
                  <a:lnTo>
                    <a:pt x="837214" y="5021708"/>
                  </a:lnTo>
                  <a:lnTo>
                    <a:pt x="837359" y="5021708"/>
                  </a:lnTo>
                  <a:lnTo>
                    <a:pt x="837359" y="5021084"/>
                  </a:lnTo>
                  <a:lnTo>
                    <a:pt x="837505" y="5021084"/>
                  </a:lnTo>
                  <a:lnTo>
                    <a:pt x="837505" y="5020461"/>
                  </a:lnTo>
                  <a:lnTo>
                    <a:pt x="837650" y="5020461"/>
                  </a:lnTo>
                  <a:lnTo>
                    <a:pt x="837650" y="5019837"/>
                  </a:lnTo>
                  <a:lnTo>
                    <a:pt x="837796" y="5019837"/>
                  </a:lnTo>
                  <a:lnTo>
                    <a:pt x="837796" y="5019214"/>
                  </a:lnTo>
                  <a:lnTo>
                    <a:pt x="837941" y="5019214"/>
                  </a:lnTo>
                  <a:lnTo>
                    <a:pt x="838087" y="5019214"/>
                  </a:lnTo>
                  <a:lnTo>
                    <a:pt x="838232" y="5019214"/>
                  </a:lnTo>
                  <a:lnTo>
                    <a:pt x="838377" y="5019214"/>
                  </a:lnTo>
                  <a:lnTo>
                    <a:pt x="838377" y="5018590"/>
                  </a:lnTo>
                  <a:lnTo>
                    <a:pt x="838523" y="5018590"/>
                  </a:lnTo>
                  <a:lnTo>
                    <a:pt x="838668" y="5018590"/>
                  </a:lnTo>
                  <a:lnTo>
                    <a:pt x="838814" y="5018590"/>
                  </a:lnTo>
                  <a:lnTo>
                    <a:pt x="838814" y="5017966"/>
                  </a:lnTo>
                  <a:lnTo>
                    <a:pt x="838959" y="5017966"/>
                  </a:lnTo>
                  <a:lnTo>
                    <a:pt x="839105" y="5017966"/>
                  </a:lnTo>
                  <a:lnTo>
                    <a:pt x="839105" y="5017343"/>
                  </a:lnTo>
                  <a:lnTo>
                    <a:pt x="839250" y="5017343"/>
                  </a:lnTo>
                  <a:lnTo>
                    <a:pt x="839395" y="5017343"/>
                  </a:lnTo>
                  <a:lnTo>
                    <a:pt x="839541" y="5017343"/>
                  </a:lnTo>
                  <a:lnTo>
                    <a:pt x="839686" y="5017343"/>
                  </a:lnTo>
                  <a:lnTo>
                    <a:pt x="839832" y="5017343"/>
                  </a:lnTo>
                  <a:lnTo>
                    <a:pt x="839977" y="5017343"/>
                  </a:lnTo>
                  <a:lnTo>
                    <a:pt x="840123" y="5017343"/>
                  </a:lnTo>
                  <a:lnTo>
                    <a:pt x="840268" y="5017343"/>
                  </a:lnTo>
                  <a:lnTo>
                    <a:pt x="840268" y="5016719"/>
                  </a:lnTo>
                  <a:lnTo>
                    <a:pt x="840413" y="5016719"/>
                  </a:lnTo>
                  <a:lnTo>
                    <a:pt x="840559" y="5016719"/>
                  </a:lnTo>
                  <a:lnTo>
                    <a:pt x="840559" y="5016096"/>
                  </a:lnTo>
                  <a:lnTo>
                    <a:pt x="840704" y="5016096"/>
                  </a:lnTo>
                  <a:lnTo>
                    <a:pt x="840850" y="5016096"/>
                  </a:lnTo>
                  <a:lnTo>
                    <a:pt x="840995" y="5016096"/>
                  </a:lnTo>
                  <a:lnTo>
                    <a:pt x="841141" y="5016096"/>
                  </a:lnTo>
                  <a:lnTo>
                    <a:pt x="841286" y="5016096"/>
                  </a:lnTo>
                  <a:lnTo>
                    <a:pt x="841431" y="5016096"/>
                  </a:lnTo>
                  <a:lnTo>
                    <a:pt x="841577" y="5016096"/>
                  </a:lnTo>
                  <a:lnTo>
                    <a:pt x="841722" y="5016096"/>
                  </a:lnTo>
                  <a:lnTo>
                    <a:pt x="841868" y="5016096"/>
                  </a:lnTo>
                  <a:lnTo>
                    <a:pt x="842013" y="5016096"/>
                  </a:lnTo>
                  <a:lnTo>
                    <a:pt x="842159" y="5016096"/>
                  </a:lnTo>
                  <a:lnTo>
                    <a:pt x="842304" y="5016096"/>
                  </a:lnTo>
                  <a:lnTo>
                    <a:pt x="842304" y="5015472"/>
                  </a:lnTo>
                  <a:lnTo>
                    <a:pt x="842304" y="5014849"/>
                  </a:lnTo>
                  <a:lnTo>
                    <a:pt x="842449" y="5014849"/>
                  </a:lnTo>
                  <a:lnTo>
                    <a:pt x="842595" y="5014849"/>
                  </a:lnTo>
                  <a:lnTo>
                    <a:pt x="842740" y="5014849"/>
                  </a:lnTo>
                  <a:lnTo>
                    <a:pt x="842740" y="5014225"/>
                  </a:lnTo>
                  <a:lnTo>
                    <a:pt x="842740" y="5013601"/>
                  </a:lnTo>
                  <a:lnTo>
                    <a:pt x="842886" y="5013601"/>
                  </a:lnTo>
                  <a:lnTo>
                    <a:pt x="843031" y="5013601"/>
                  </a:lnTo>
                  <a:lnTo>
                    <a:pt x="843177" y="5013601"/>
                  </a:lnTo>
                  <a:lnTo>
                    <a:pt x="843322" y="5013601"/>
                  </a:lnTo>
                  <a:lnTo>
                    <a:pt x="843467" y="5013601"/>
                  </a:lnTo>
                  <a:lnTo>
                    <a:pt x="843613" y="5013601"/>
                  </a:lnTo>
                  <a:lnTo>
                    <a:pt x="843758" y="5013601"/>
                  </a:lnTo>
                  <a:lnTo>
                    <a:pt x="843904" y="5013601"/>
                  </a:lnTo>
                  <a:lnTo>
                    <a:pt x="844049" y="5013601"/>
                  </a:lnTo>
                  <a:lnTo>
                    <a:pt x="844194" y="5013601"/>
                  </a:lnTo>
                  <a:lnTo>
                    <a:pt x="844194" y="5012978"/>
                  </a:lnTo>
                  <a:lnTo>
                    <a:pt x="844340" y="5012978"/>
                  </a:lnTo>
                  <a:lnTo>
                    <a:pt x="844485" y="5012978"/>
                  </a:lnTo>
                  <a:lnTo>
                    <a:pt x="844631" y="5012978"/>
                  </a:lnTo>
                  <a:lnTo>
                    <a:pt x="844631" y="5012354"/>
                  </a:lnTo>
                  <a:lnTo>
                    <a:pt x="844631" y="5011731"/>
                  </a:lnTo>
                  <a:lnTo>
                    <a:pt x="844776" y="5011731"/>
                  </a:lnTo>
                  <a:lnTo>
                    <a:pt x="844922" y="5011731"/>
                  </a:lnTo>
                  <a:lnTo>
                    <a:pt x="844922" y="5011107"/>
                  </a:lnTo>
                  <a:lnTo>
                    <a:pt x="845067" y="5011107"/>
                  </a:lnTo>
                  <a:lnTo>
                    <a:pt x="845067" y="5010483"/>
                  </a:lnTo>
                  <a:lnTo>
                    <a:pt x="845212" y="5010483"/>
                  </a:lnTo>
                  <a:lnTo>
                    <a:pt x="845358" y="5010483"/>
                  </a:lnTo>
                  <a:lnTo>
                    <a:pt x="845503" y="5010483"/>
                  </a:lnTo>
                  <a:lnTo>
                    <a:pt x="845649" y="5010483"/>
                  </a:lnTo>
                  <a:lnTo>
                    <a:pt x="845794" y="5010483"/>
                  </a:lnTo>
                  <a:lnTo>
                    <a:pt x="845940" y="5010483"/>
                  </a:lnTo>
                  <a:lnTo>
                    <a:pt x="846085" y="5010483"/>
                  </a:lnTo>
                  <a:lnTo>
                    <a:pt x="846085" y="5009860"/>
                  </a:lnTo>
                  <a:lnTo>
                    <a:pt x="846230" y="5009860"/>
                  </a:lnTo>
                  <a:lnTo>
                    <a:pt x="846230" y="5009236"/>
                  </a:lnTo>
                  <a:lnTo>
                    <a:pt x="846376" y="5009236"/>
                  </a:lnTo>
                  <a:lnTo>
                    <a:pt x="846521" y="5009236"/>
                  </a:lnTo>
                  <a:lnTo>
                    <a:pt x="846667" y="5009236"/>
                  </a:lnTo>
                  <a:lnTo>
                    <a:pt x="846667" y="5008613"/>
                  </a:lnTo>
                  <a:lnTo>
                    <a:pt x="846812" y="5008613"/>
                  </a:lnTo>
                  <a:lnTo>
                    <a:pt x="846958" y="5008613"/>
                  </a:lnTo>
                  <a:lnTo>
                    <a:pt x="847103" y="5008613"/>
                  </a:lnTo>
                  <a:lnTo>
                    <a:pt x="847248" y="5008613"/>
                  </a:lnTo>
                  <a:lnTo>
                    <a:pt x="847394" y="5008613"/>
                  </a:lnTo>
                  <a:lnTo>
                    <a:pt x="847539" y="5008613"/>
                  </a:lnTo>
                  <a:lnTo>
                    <a:pt x="847539" y="5007989"/>
                  </a:lnTo>
                  <a:lnTo>
                    <a:pt x="847685" y="5007989"/>
                  </a:lnTo>
                  <a:lnTo>
                    <a:pt x="847830" y="5007989"/>
                  </a:lnTo>
                  <a:lnTo>
                    <a:pt x="847976" y="5007989"/>
                  </a:lnTo>
                  <a:lnTo>
                    <a:pt x="847976" y="5007366"/>
                  </a:lnTo>
                  <a:lnTo>
                    <a:pt x="847976" y="5006742"/>
                  </a:lnTo>
                  <a:lnTo>
                    <a:pt x="848121" y="5006742"/>
                  </a:lnTo>
                  <a:lnTo>
                    <a:pt x="848266" y="5006742"/>
                  </a:lnTo>
                  <a:lnTo>
                    <a:pt x="848266" y="5006118"/>
                  </a:lnTo>
                  <a:lnTo>
                    <a:pt x="848412" y="5006118"/>
                  </a:lnTo>
                  <a:lnTo>
                    <a:pt x="848412" y="5005495"/>
                  </a:lnTo>
                  <a:lnTo>
                    <a:pt x="848557" y="5005495"/>
                  </a:lnTo>
                  <a:lnTo>
                    <a:pt x="848703" y="5005495"/>
                  </a:lnTo>
                  <a:lnTo>
                    <a:pt x="848848" y="5005495"/>
                  </a:lnTo>
                  <a:lnTo>
                    <a:pt x="848994" y="5005495"/>
                  </a:lnTo>
                  <a:lnTo>
                    <a:pt x="849139" y="5005495"/>
                  </a:lnTo>
                  <a:lnTo>
                    <a:pt x="849284" y="5005495"/>
                  </a:lnTo>
                  <a:lnTo>
                    <a:pt x="849430" y="5005495"/>
                  </a:lnTo>
                  <a:lnTo>
                    <a:pt x="849575" y="5005495"/>
                  </a:lnTo>
                  <a:lnTo>
                    <a:pt x="849721" y="5005495"/>
                  </a:lnTo>
                  <a:lnTo>
                    <a:pt x="849866" y="5005495"/>
                  </a:lnTo>
                  <a:lnTo>
                    <a:pt x="850012" y="5005495"/>
                  </a:lnTo>
                  <a:lnTo>
                    <a:pt x="850157" y="5005495"/>
                  </a:lnTo>
                  <a:lnTo>
                    <a:pt x="850302" y="5005495"/>
                  </a:lnTo>
                  <a:lnTo>
                    <a:pt x="850448" y="5005495"/>
                  </a:lnTo>
                  <a:lnTo>
                    <a:pt x="850593" y="5005495"/>
                  </a:lnTo>
                  <a:lnTo>
                    <a:pt x="850593" y="5004871"/>
                  </a:lnTo>
                  <a:lnTo>
                    <a:pt x="850739" y="5004871"/>
                  </a:lnTo>
                  <a:lnTo>
                    <a:pt x="850739" y="5004248"/>
                  </a:lnTo>
                  <a:lnTo>
                    <a:pt x="850884" y="5004248"/>
                  </a:lnTo>
                  <a:lnTo>
                    <a:pt x="851029" y="5004248"/>
                  </a:lnTo>
                  <a:lnTo>
                    <a:pt x="851175" y="5004248"/>
                  </a:lnTo>
                  <a:lnTo>
                    <a:pt x="851320" y="5004248"/>
                  </a:lnTo>
                  <a:lnTo>
                    <a:pt x="851466" y="5004248"/>
                  </a:lnTo>
                  <a:lnTo>
                    <a:pt x="851611" y="5004248"/>
                  </a:lnTo>
                  <a:lnTo>
                    <a:pt x="851611" y="5003624"/>
                  </a:lnTo>
                  <a:lnTo>
                    <a:pt x="851757" y="5003624"/>
                  </a:lnTo>
                  <a:lnTo>
                    <a:pt x="851902" y="5003624"/>
                  </a:lnTo>
                  <a:lnTo>
                    <a:pt x="852047" y="5003624"/>
                  </a:lnTo>
                  <a:lnTo>
                    <a:pt x="852193" y="5003624"/>
                  </a:lnTo>
                  <a:lnTo>
                    <a:pt x="852338" y="5003624"/>
                  </a:lnTo>
                  <a:lnTo>
                    <a:pt x="852484" y="5003624"/>
                  </a:lnTo>
                  <a:lnTo>
                    <a:pt x="852629" y="5003624"/>
                  </a:lnTo>
                  <a:lnTo>
                    <a:pt x="852775" y="5003624"/>
                  </a:lnTo>
                  <a:lnTo>
                    <a:pt x="852920" y="5003624"/>
                  </a:lnTo>
                  <a:lnTo>
                    <a:pt x="853065" y="5003624"/>
                  </a:lnTo>
                  <a:lnTo>
                    <a:pt x="853065" y="5003000"/>
                  </a:lnTo>
                  <a:lnTo>
                    <a:pt x="853065" y="5002377"/>
                  </a:lnTo>
                  <a:lnTo>
                    <a:pt x="853065" y="5001753"/>
                  </a:lnTo>
                  <a:lnTo>
                    <a:pt x="853065" y="5001130"/>
                  </a:lnTo>
                  <a:lnTo>
                    <a:pt x="853211" y="5001130"/>
                  </a:lnTo>
                  <a:lnTo>
                    <a:pt x="853356" y="5001130"/>
                  </a:lnTo>
                  <a:lnTo>
                    <a:pt x="853502" y="5001130"/>
                  </a:lnTo>
                  <a:lnTo>
                    <a:pt x="853647" y="5001130"/>
                  </a:lnTo>
                  <a:lnTo>
                    <a:pt x="853793" y="5001130"/>
                  </a:lnTo>
                  <a:lnTo>
                    <a:pt x="853938" y="5001130"/>
                  </a:lnTo>
                  <a:lnTo>
                    <a:pt x="854083" y="5001130"/>
                  </a:lnTo>
                  <a:lnTo>
                    <a:pt x="854229" y="5001130"/>
                  </a:lnTo>
                  <a:lnTo>
                    <a:pt x="854374" y="5001130"/>
                  </a:lnTo>
                  <a:lnTo>
                    <a:pt x="854520" y="5001130"/>
                  </a:lnTo>
                  <a:lnTo>
                    <a:pt x="854665" y="5001130"/>
                  </a:lnTo>
                  <a:lnTo>
                    <a:pt x="854665" y="5000506"/>
                  </a:lnTo>
                  <a:lnTo>
                    <a:pt x="854665" y="4999883"/>
                  </a:lnTo>
                  <a:lnTo>
                    <a:pt x="854811" y="4999883"/>
                  </a:lnTo>
                  <a:lnTo>
                    <a:pt x="854956" y="4999883"/>
                  </a:lnTo>
                  <a:lnTo>
                    <a:pt x="855101" y="4999883"/>
                  </a:lnTo>
                  <a:lnTo>
                    <a:pt x="855101" y="4999259"/>
                  </a:lnTo>
                  <a:lnTo>
                    <a:pt x="855101" y="4998635"/>
                  </a:lnTo>
                  <a:lnTo>
                    <a:pt x="855247" y="4998635"/>
                  </a:lnTo>
                  <a:lnTo>
                    <a:pt x="855392" y="4998635"/>
                  </a:lnTo>
                  <a:lnTo>
                    <a:pt x="855392" y="4998012"/>
                  </a:lnTo>
                  <a:lnTo>
                    <a:pt x="855538" y="4998012"/>
                  </a:lnTo>
                  <a:lnTo>
                    <a:pt x="855683" y="4998012"/>
                  </a:lnTo>
                  <a:lnTo>
                    <a:pt x="855683" y="4997388"/>
                  </a:lnTo>
                  <a:lnTo>
                    <a:pt x="855829" y="4997388"/>
                  </a:lnTo>
                  <a:lnTo>
                    <a:pt x="855974" y="4997388"/>
                  </a:lnTo>
                  <a:lnTo>
                    <a:pt x="856119" y="4997388"/>
                  </a:lnTo>
                  <a:lnTo>
                    <a:pt x="856265" y="4997388"/>
                  </a:lnTo>
                  <a:lnTo>
                    <a:pt x="856410" y="4997388"/>
                  </a:lnTo>
                  <a:lnTo>
                    <a:pt x="856556" y="4997388"/>
                  </a:lnTo>
                  <a:lnTo>
                    <a:pt x="856556" y="4996765"/>
                  </a:lnTo>
                  <a:lnTo>
                    <a:pt x="856701" y="4996765"/>
                  </a:lnTo>
                  <a:lnTo>
                    <a:pt x="856847" y="4996765"/>
                  </a:lnTo>
                  <a:lnTo>
                    <a:pt x="856847" y="4996141"/>
                  </a:lnTo>
                  <a:lnTo>
                    <a:pt x="856992" y="4996141"/>
                  </a:lnTo>
                  <a:lnTo>
                    <a:pt x="857137" y="4996141"/>
                  </a:lnTo>
                  <a:lnTo>
                    <a:pt x="857283" y="4996141"/>
                  </a:lnTo>
                  <a:lnTo>
                    <a:pt x="857428" y="4996141"/>
                  </a:lnTo>
                  <a:lnTo>
                    <a:pt x="857574" y="4996141"/>
                  </a:lnTo>
                  <a:lnTo>
                    <a:pt x="857719" y="4996141"/>
                  </a:lnTo>
                  <a:lnTo>
                    <a:pt x="857864" y="4996141"/>
                  </a:lnTo>
                  <a:lnTo>
                    <a:pt x="858010" y="4996141"/>
                  </a:lnTo>
                  <a:lnTo>
                    <a:pt x="858155" y="4996141"/>
                  </a:lnTo>
                  <a:lnTo>
                    <a:pt x="858301" y="4996141"/>
                  </a:lnTo>
                  <a:lnTo>
                    <a:pt x="858446" y="4996141"/>
                  </a:lnTo>
                  <a:lnTo>
                    <a:pt x="858592" y="4996141"/>
                  </a:lnTo>
                  <a:lnTo>
                    <a:pt x="858737" y="4996141"/>
                  </a:lnTo>
                  <a:lnTo>
                    <a:pt x="858737" y="4995517"/>
                  </a:lnTo>
                  <a:lnTo>
                    <a:pt x="858882" y="4995517"/>
                  </a:lnTo>
                  <a:lnTo>
                    <a:pt x="859028" y="4995517"/>
                  </a:lnTo>
                  <a:lnTo>
                    <a:pt x="859173" y="4995517"/>
                  </a:lnTo>
                  <a:lnTo>
                    <a:pt x="859173" y="4994894"/>
                  </a:lnTo>
                  <a:lnTo>
                    <a:pt x="859319" y="4994894"/>
                  </a:lnTo>
                  <a:lnTo>
                    <a:pt x="859464" y="4994894"/>
                  </a:lnTo>
                  <a:lnTo>
                    <a:pt x="859610" y="4994894"/>
                  </a:lnTo>
                  <a:lnTo>
                    <a:pt x="859755" y="4994894"/>
                  </a:lnTo>
                  <a:lnTo>
                    <a:pt x="859900" y="4994894"/>
                  </a:lnTo>
                  <a:lnTo>
                    <a:pt x="860046" y="4994894"/>
                  </a:lnTo>
                  <a:lnTo>
                    <a:pt x="860191" y="4994894"/>
                  </a:lnTo>
                  <a:lnTo>
                    <a:pt x="860337" y="4994894"/>
                  </a:lnTo>
                  <a:lnTo>
                    <a:pt x="860337" y="4994270"/>
                  </a:lnTo>
                  <a:lnTo>
                    <a:pt x="860482" y="4994270"/>
                  </a:lnTo>
                  <a:lnTo>
                    <a:pt x="860628" y="4994270"/>
                  </a:lnTo>
                  <a:lnTo>
                    <a:pt x="860628" y="4993647"/>
                  </a:lnTo>
                  <a:lnTo>
                    <a:pt x="860773" y="4993647"/>
                  </a:lnTo>
                  <a:lnTo>
                    <a:pt x="860918" y="4993647"/>
                  </a:lnTo>
                  <a:lnTo>
                    <a:pt x="861064" y="4993647"/>
                  </a:lnTo>
                  <a:lnTo>
                    <a:pt x="861064" y="4993023"/>
                  </a:lnTo>
                  <a:lnTo>
                    <a:pt x="861064" y="4992400"/>
                  </a:lnTo>
                  <a:lnTo>
                    <a:pt x="861209" y="4992400"/>
                  </a:lnTo>
                  <a:lnTo>
                    <a:pt x="861355" y="4992400"/>
                  </a:lnTo>
                  <a:lnTo>
                    <a:pt x="861355" y="4991776"/>
                  </a:lnTo>
                  <a:lnTo>
                    <a:pt x="861500" y="4991776"/>
                  </a:lnTo>
                  <a:lnTo>
                    <a:pt x="861646" y="4991776"/>
                  </a:lnTo>
                  <a:lnTo>
                    <a:pt x="861791" y="4991776"/>
                  </a:lnTo>
                  <a:lnTo>
                    <a:pt x="861791" y="4991152"/>
                  </a:lnTo>
                  <a:lnTo>
                    <a:pt x="861936" y="4991152"/>
                  </a:lnTo>
                  <a:lnTo>
                    <a:pt x="862082" y="4991152"/>
                  </a:lnTo>
                  <a:lnTo>
                    <a:pt x="862082" y="4990529"/>
                  </a:lnTo>
                  <a:lnTo>
                    <a:pt x="862227" y="4990529"/>
                  </a:lnTo>
                  <a:lnTo>
                    <a:pt x="862373" y="4990529"/>
                  </a:lnTo>
                  <a:lnTo>
                    <a:pt x="862518" y="4990529"/>
                  </a:lnTo>
                  <a:lnTo>
                    <a:pt x="862664" y="4990529"/>
                  </a:lnTo>
                  <a:lnTo>
                    <a:pt x="862809" y="4990529"/>
                  </a:lnTo>
                  <a:lnTo>
                    <a:pt x="862954" y="4990529"/>
                  </a:lnTo>
                  <a:lnTo>
                    <a:pt x="863100" y="4990529"/>
                  </a:lnTo>
                  <a:lnTo>
                    <a:pt x="863245" y="4990529"/>
                  </a:lnTo>
                  <a:lnTo>
                    <a:pt x="863391" y="4990529"/>
                  </a:lnTo>
                  <a:lnTo>
                    <a:pt x="863536" y="4990529"/>
                  </a:lnTo>
                  <a:lnTo>
                    <a:pt x="863536" y="4989905"/>
                  </a:lnTo>
                  <a:lnTo>
                    <a:pt x="863682" y="4989905"/>
                  </a:lnTo>
                  <a:lnTo>
                    <a:pt x="863827" y="4989905"/>
                  </a:lnTo>
                  <a:lnTo>
                    <a:pt x="863972" y="4989905"/>
                  </a:lnTo>
                  <a:lnTo>
                    <a:pt x="863972" y="4989282"/>
                  </a:lnTo>
                  <a:lnTo>
                    <a:pt x="864118" y="4989282"/>
                  </a:lnTo>
                  <a:lnTo>
                    <a:pt x="864263" y="4989282"/>
                  </a:lnTo>
                  <a:lnTo>
                    <a:pt x="864409" y="4989282"/>
                  </a:lnTo>
                  <a:lnTo>
                    <a:pt x="864554" y="4989282"/>
                  </a:lnTo>
                  <a:lnTo>
                    <a:pt x="864699" y="4989282"/>
                  </a:lnTo>
                  <a:lnTo>
                    <a:pt x="864845" y="4989282"/>
                  </a:lnTo>
                  <a:lnTo>
                    <a:pt x="864990" y="4989282"/>
                  </a:lnTo>
                  <a:lnTo>
                    <a:pt x="865136" y="4989282"/>
                  </a:lnTo>
                  <a:lnTo>
                    <a:pt x="865281" y="4989282"/>
                  </a:lnTo>
                  <a:lnTo>
                    <a:pt x="865427" y="4989282"/>
                  </a:lnTo>
                  <a:lnTo>
                    <a:pt x="865572" y="4989282"/>
                  </a:lnTo>
                  <a:lnTo>
                    <a:pt x="865717" y="4989282"/>
                  </a:lnTo>
                  <a:lnTo>
                    <a:pt x="865863" y="4989282"/>
                  </a:lnTo>
                  <a:lnTo>
                    <a:pt x="866008" y="4989282"/>
                  </a:lnTo>
                  <a:lnTo>
                    <a:pt x="866154" y="4989282"/>
                  </a:lnTo>
                  <a:lnTo>
                    <a:pt x="866299" y="4989282"/>
                  </a:lnTo>
                  <a:lnTo>
                    <a:pt x="866445" y="4989282"/>
                  </a:lnTo>
                  <a:lnTo>
                    <a:pt x="866445" y="4988658"/>
                  </a:lnTo>
                  <a:lnTo>
                    <a:pt x="866590" y="4988658"/>
                  </a:lnTo>
                  <a:lnTo>
                    <a:pt x="866735" y="4988658"/>
                  </a:lnTo>
                  <a:lnTo>
                    <a:pt x="866881" y="4988658"/>
                  </a:lnTo>
                  <a:lnTo>
                    <a:pt x="866881" y="4988034"/>
                  </a:lnTo>
                  <a:lnTo>
                    <a:pt x="866881" y="4987411"/>
                  </a:lnTo>
                  <a:lnTo>
                    <a:pt x="867026" y="4987411"/>
                  </a:lnTo>
                  <a:lnTo>
                    <a:pt x="867172" y="4987411"/>
                  </a:lnTo>
                  <a:lnTo>
                    <a:pt x="867172" y="4986787"/>
                  </a:lnTo>
                  <a:lnTo>
                    <a:pt x="867317" y="4986787"/>
                  </a:lnTo>
                  <a:lnTo>
                    <a:pt x="867463" y="4986787"/>
                  </a:lnTo>
                  <a:lnTo>
                    <a:pt x="867608" y="4986787"/>
                  </a:lnTo>
                  <a:lnTo>
                    <a:pt x="867753" y="4986787"/>
                  </a:lnTo>
                  <a:lnTo>
                    <a:pt x="867899" y="4986787"/>
                  </a:lnTo>
                  <a:lnTo>
                    <a:pt x="868044" y="4986787"/>
                  </a:lnTo>
                  <a:lnTo>
                    <a:pt x="868044" y="4986164"/>
                  </a:lnTo>
                  <a:lnTo>
                    <a:pt x="868190" y="4986164"/>
                  </a:lnTo>
                  <a:lnTo>
                    <a:pt x="868335" y="4986164"/>
                  </a:lnTo>
                  <a:lnTo>
                    <a:pt x="868481" y="4986164"/>
                  </a:lnTo>
                  <a:lnTo>
                    <a:pt x="868626" y="4986164"/>
                  </a:lnTo>
                  <a:lnTo>
                    <a:pt x="868771" y="4986164"/>
                  </a:lnTo>
                  <a:lnTo>
                    <a:pt x="868917" y="4986164"/>
                  </a:lnTo>
                  <a:lnTo>
                    <a:pt x="868917" y="4985540"/>
                  </a:lnTo>
                  <a:lnTo>
                    <a:pt x="869062" y="4985540"/>
                  </a:lnTo>
                  <a:lnTo>
                    <a:pt x="869208" y="4985540"/>
                  </a:lnTo>
                  <a:lnTo>
                    <a:pt x="869208" y="4984917"/>
                  </a:lnTo>
                  <a:lnTo>
                    <a:pt x="869353" y="4984917"/>
                  </a:lnTo>
                  <a:lnTo>
                    <a:pt x="869353" y="4984293"/>
                  </a:lnTo>
                  <a:lnTo>
                    <a:pt x="869499" y="4984293"/>
                  </a:lnTo>
                  <a:lnTo>
                    <a:pt x="869499" y="4983669"/>
                  </a:lnTo>
                  <a:lnTo>
                    <a:pt x="869644" y="4983669"/>
                  </a:lnTo>
                  <a:lnTo>
                    <a:pt x="869789" y="4983669"/>
                  </a:lnTo>
                  <a:lnTo>
                    <a:pt x="869935" y="4983669"/>
                  </a:lnTo>
                  <a:lnTo>
                    <a:pt x="870080" y="4983669"/>
                  </a:lnTo>
                  <a:lnTo>
                    <a:pt x="870226" y="4983669"/>
                  </a:lnTo>
                  <a:lnTo>
                    <a:pt x="870371" y="4983669"/>
                  </a:lnTo>
                  <a:lnTo>
                    <a:pt x="870517" y="4983669"/>
                  </a:lnTo>
                  <a:lnTo>
                    <a:pt x="870662" y="4983669"/>
                  </a:lnTo>
                  <a:lnTo>
                    <a:pt x="870807" y="4983669"/>
                  </a:lnTo>
                  <a:lnTo>
                    <a:pt x="870953" y="4983669"/>
                  </a:lnTo>
                  <a:lnTo>
                    <a:pt x="871098" y="4983669"/>
                  </a:lnTo>
                  <a:lnTo>
                    <a:pt x="871098" y="4983046"/>
                  </a:lnTo>
                  <a:lnTo>
                    <a:pt x="871098" y="4982422"/>
                  </a:lnTo>
                  <a:lnTo>
                    <a:pt x="871244" y="4982422"/>
                  </a:lnTo>
                  <a:lnTo>
                    <a:pt x="871389" y="4982422"/>
                  </a:lnTo>
                  <a:lnTo>
                    <a:pt x="871534" y="4982422"/>
                  </a:lnTo>
                  <a:lnTo>
                    <a:pt x="871534" y="4981799"/>
                  </a:lnTo>
                  <a:lnTo>
                    <a:pt x="871534" y="4981175"/>
                  </a:lnTo>
                  <a:lnTo>
                    <a:pt x="871680" y="4981175"/>
                  </a:lnTo>
                  <a:lnTo>
                    <a:pt x="871825" y="4981175"/>
                  </a:lnTo>
                  <a:lnTo>
                    <a:pt x="871971" y="4981175"/>
                  </a:lnTo>
                  <a:lnTo>
                    <a:pt x="872116" y="4981175"/>
                  </a:lnTo>
                  <a:lnTo>
                    <a:pt x="872262" y="4981175"/>
                  </a:lnTo>
                  <a:lnTo>
                    <a:pt x="872407" y="4981175"/>
                  </a:lnTo>
                  <a:lnTo>
                    <a:pt x="872552" y="4981175"/>
                  </a:lnTo>
                  <a:lnTo>
                    <a:pt x="872698" y="4981175"/>
                  </a:lnTo>
                  <a:lnTo>
                    <a:pt x="872698" y="4980551"/>
                  </a:lnTo>
                  <a:lnTo>
                    <a:pt x="872698" y="4979928"/>
                  </a:lnTo>
                  <a:lnTo>
                    <a:pt x="872843" y="4979928"/>
                  </a:lnTo>
                  <a:lnTo>
                    <a:pt x="872989" y="4979928"/>
                  </a:lnTo>
                  <a:lnTo>
                    <a:pt x="872989" y="4979304"/>
                  </a:lnTo>
                  <a:lnTo>
                    <a:pt x="873134" y="4979304"/>
                  </a:lnTo>
                  <a:lnTo>
                    <a:pt x="873280" y="4979304"/>
                  </a:lnTo>
                  <a:lnTo>
                    <a:pt x="873425" y="4979304"/>
                  </a:lnTo>
                  <a:lnTo>
                    <a:pt x="873570" y="4979304"/>
                  </a:lnTo>
                  <a:lnTo>
                    <a:pt x="873716" y="4979304"/>
                  </a:lnTo>
                  <a:lnTo>
                    <a:pt x="873861" y="4979304"/>
                  </a:lnTo>
                  <a:lnTo>
                    <a:pt x="874007" y="4979304"/>
                  </a:lnTo>
                  <a:lnTo>
                    <a:pt x="874152" y="4979304"/>
                  </a:lnTo>
                  <a:lnTo>
                    <a:pt x="874298" y="4979304"/>
                  </a:lnTo>
                  <a:lnTo>
                    <a:pt x="874443" y="4979304"/>
                  </a:lnTo>
                  <a:lnTo>
                    <a:pt x="874588" y="4979304"/>
                  </a:lnTo>
                  <a:lnTo>
                    <a:pt x="874734" y="4979304"/>
                  </a:lnTo>
                  <a:lnTo>
                    <a:pt x="874734" y="4978681"/>
                  </a:lnTo>
                  <a:lnTo>
                    <a:pt x="874879" y="4978681"/>
                  </a:lnTo>
                  <a:lnTo>
                    <a:pt x="875025" y="4978681"/>
                  </a:lnTo>
                  <a:lnTo>
                    <a:pt x="875170" y="4978681"/>
                  </a:lnTo>
                  <a:lnTo>
                    <a:pt x="875170" y="4978057"/>
                  </a:lnTo>
                  <a:lnTo>
                    <a:pt x="875316" y="4978057"/>
                  </a:lnTo>
                  <a:lnTo>
                    <a:pt x="875461" y="4978057"/>
                  </a:lnTo>
                  <a:lnTo>
                    <a:pt x="875606" y="4978057"/>
                  </a:lnTo>
                  <a:lnTo>
                    <a:pt x="875752" y="4978057"/>
                  </a:lnTo>
                  <a:lnTo>
                    <a:pt x="875897" y="4978057"/>
                  </a:lnTo>
                  <a:lnTo>
                    <a:pt x="876043" y="4978057"/>
                  </a:lnTo>
                  <a:lnTo>
                    <a:pt x="876188" y="4978057"/>
                  </a:lnTo>
                  <a:lnTo>
                    <a:pt x="876188" y="4977434"/>
                  </a:lnTo>
                  <a:lnTo>
                    <a:pt x="876334" y="4977434"/>
                  </a:lnTo>
                  <a:lnTo>
                    <a:pt x="876479" y="4977434"/>
                  </a:lnTo>
                  <a:lnTo>
                    <a:pt x="876624" y="4977434"/>
                  </a:lnTo>
                  <a:lnTo>
                    <a:pt x="876770" y="4977434"/>
                  </a:lnTo>
                  <a:lnTo>
                    <a:pt x="876915" y="4977434"/>
                  </a:lnTo>
                  <a:lnTo>
                    <a:pt x="877061" y="4977434"/>
                  </a:lnTo>
                  <a:lnTo>
                    <a:pt x="877061" y="4976810"/>
                  </a:lnTo>
                  <a:lnTo>
                    <a:pt x="877206" y="4976810"/>
                  </a:lnTo>
                  <a:lnTo>
                    <a:pt x="877352" y="4976810"/>
                  </a:lnTo>
                  <a:lnTo>
                    <a:pt x="877497" y="4976810"/>
                  </a:lnTo>
                  <a:lnTo>
                    <a:pt x="877642" y="4976810"/>
                  </a:lnTo>
                  <a:lnTo>
                    <a:pt x="877642" y="4976186"/>
                  </a:lnTo>
                  <a:lnTo>
                    <a:pt x="877788" y="4976186"/>
                  </a:lnTo>
                  <a:lnTo>
                    <a:pt x="877788" y="4975563"/>
                  </a:lnTo>
                  <a:lnTo>
                    <a:pt x="877933" y="4975563"/>
                  </a:lnTo>
                  <a:lnTo>
                    <a:pt x="878079" y="4975563"/>
                  </a:lnTo>
                  <a:lnTo>
                    <a:pt x="878224" y="4975563"/>
                  </a:lnTo>
                  <a:lnTo>
                    <a:pt x="878369" y="4975563"/>
                  </a:lnTo>
                  <a:lnTo>
                    <a:pt x="878515" y="4975563"/>
                  </a:lnTo>
                  <a:lnTo>
                    <a:pt x="878660" y="4975563"/>
                  </a:lnTo>
                  <a:lnTo>
                    <a:pt x="878806" y="4975563"/>
                  </a:lnTo>
                  <a:lnTo>
                    <a:pt x="878951" y="4975563"/>
                  </a:lnTo>
                  <a:lnTo>
                    <a:pt x="879097" y="4975563"/>
                  </a:lnTo>
                  <a:lnTo>
                    <a:pt x="879242" y="4975563"/>
                  </a:lnTo>
                  <a:lnTo>
                    <a:pt x="879242" y="4974939"/>
                  </a:lnTo>
                  <a:lnTo>
                    <a:pt x="879387" y="4974939"/>
                  </a:lnTo>
                  <a:lnTo>
                    <a:pt x="879533" y="4974939"/>
                  </a:lnTo>
                  <a:lnTo>
                    <a:pt x="879533" y="4974316"/>
                  </a:lnTo>
                  <a:lnTo>
                    <a:pt x="879678" y="4974316"/>
                  </a:lnTo>
                  <a:lnTo>
                    <a:pt x="879678" y="4973692"/>
                  </a:lnTo>
                  <a:lnTo>
                    <a:pt x="879824" y="4973692"/>
                  </a:lnTo>
                  <a:lnTo>
                    <a:pt x="879969" y="4973692"/>
                  </a:lnTo>
                  <a:lnTo>
                    <a:pt x="880115" y="4973692"/>
                  </a:lnTo>
                  <a:lnTo>
                    <a:pt x="880260" y="4973692"/>
                  </a:lnTo>
                  <a:lnTo>
                    <a:pt x="880260" y="4973068"/>
                  </a:lnTo>
                  <a:lnTo>
                    <a:pt x="880260" y="4972445"/>
                  </a:lnTo>
                  <a:lnTo>
                    <a:pt x="880260" y="4971821"/>
                  </a:lnTo>
                  <a:lnTo>
                    <a:pt x="880405" y="4971821"/>
                  </a:lnTo>
                  <a:lnTo>
                    <a:pt x="880551" y="4971821"/>
                  </a:lnTo>
                  <a:lnTo>
                    <a:pt x="880696" y="4971821"/>
                  </a:lnTo>
                  <a:lnTo>
                    <a:pt x="880696" y="4971198"/>
                  </a:lnTo>
                  <a:lnTo>
                    <a:pt x="880842" y="4971198"/>
                  </a:lnTo>
                  <a:lnTo>
                    <a:pt x="880987" y="4971198"/>
                  </a:lnTo>
                  <a:lnTo>
                    <a:pt x="881133" y="4971198"/>
                  </a:lnTo>
                  <a:lnTo>
                    <a:pt x="881278" y="4971198"/>
                  </a:lnTo>
                  <a:lnTo>
                    <a:pt x="881423" y="4971198"/>
                  </a:lnTo>
                  <a:lnTo>
                    <a:pt x="881569" y="4971198"/>
                  </a:lnTo>
                  <a:lnTo>
                    <a:pt x="881714" y="4971198"/>
                  </a:lnTo>
                  <a:lnTo>
                    <a:pt x="881860" y="4971198"/>
                  </a:lnTo>
                  <a:lnTo>
                    <a:pt x="882005" y="4971198"/>
                  </a:lnTo>
                  <a:lnTo>
                    <a:pt x="882005" y="4970574"/>
                  </a:lnTo>
                  <a:lnTo>
                    <a:pt x="882151" y="4970574"/>
                  </a:lnTo>
                  <a:lnTo>
                    <a:pt x="882296" y="4970574"/>
                  </a:lnTo>
                  <a:lnTo>
                    <a:pt x="882441" y="4970574"/>
                  </a:lnTo>
                  <a:lnTo>
                    <a:pt x="882441" y="4969951"/>
                  </a:lnTo>
                  <a:lnTo>
                    <a:pt x="882587" y="4969951"/>
                  </a:lnTo>
                  <a:lnTo>
                    <a:pt x="882732" y="4969951"/>
                  </a:lnTo>
                  <a:lnTo>
                    <a:pt x="882732" y="4969327"/>
                  </a:lnTo>
                  <a:lnTo>
                    <a:pt x="882878" y="4969327"/>
                  </a:lnTo>
                  <a:lnTo>
                    <a:pt x="883023" y="4969327"/>
                  </a:lnTo>
                  <a:lnTo>
                    <a:pt x="883169" y="4969327"/>
                  </a:lnTo>
                  <a:lnTo>
                    <a:pt x="883314" y="4969327"/>
                  </a:lnTo>
                  <a:lnTo>
                    <a:pt x="883314" y="4968703"/>
                  </a:lnTo>
                  <a:lnTo>
                    <a:pt x="883459" y="4968703"/>
                  </a:lnTo>
                  <a:lnTo>
                    <a:pt x="883605" y="4968703"/>
                  </a:lnTo>
                  <a:lnTo>
                    <a:pt x="883750" y="4968703"/>
                  </a:lnTo>
                  <a:lnTo>
                    <a:pt x="883896" y="4968703"/>
                  </a:lnTo>
                  <a:lnTo>
                    <a:pt x="884041" y="4968703"/>
                  </a:lnTo>
                  <a:lnTo>
                    <a:pt x="884187" y="4968703"/>
                  </a:lnTo>
                  <a:lnTo>
                    <a:pt x="884332" y="4968703"/>
                  </a:lnTo>
                  <a:lnTo>
                    <a:pt x="884477" y="4968703"/>
                  </a:lnTo>
                  <a:lnTo>
                    <a:pt x="884623" y="4968703"/>
                  </a:lnTo>
                  <a:lnTo>
                    <a:pt x="884768" y="4968703"/>
                  </a:lnTo>
                  <a:lnTo>
                    <a:pt x="884914" y="4968703"/>
                  </a:lnTo>
                  <a:lnTo>
                    <a:pt x="884914" y="4968080"/>
                  </a:lnTo>
                  <a:lnTo>
                    <a:pt x="885059" y="4968080"/>
                  </a:lnTo>
                  <a:lnTo>
                    <a:pt x="885059" y="4967456"/>
                  </a:lnTo>
                  <a:lnTo>
                    <a:pt x="885204" y="4967456"/>
                  </a:lnTo>
                  <a:lnTo>
                    <a:pt x="885350" y="4967456"/>
                  </a:lnTo>
                  <a:lnTo>
                    <a:pt x="885495" y="4967456"/>
                  </a:lnTo>
                  <a:lnTo>
                    <a:pt x="885641" y="4967456"/>
                  </a:lnTo>
                  <a:lnTo>
                    <a:pt x="885641" y="4966833"/>
                  </a:lnTo>
                  <a:lnTo>
                    <a:pt x="885786" y="4966833"/>
                  </a:lnTo>
                  <a:lnTo>
                    <a:pt x="885932" y="4966833"/>
                  </a:lnTo>
                  <a:lnTo>
                    <a:pt x="886077" y="4966833"/>
                  </a:lnTo>
                  <a:lnTo>
                    <a:pt x="886222" y="4966833"/>
                  </a:lnTo>
                  <a:lnTo>
                    <a:pt x="886368" y="4966833"/>
                  </a:lnTo>
                  <a:lnTo>
                    <a:pt x="886513" y="4966833"/>
                  </a:lnTo>
                  <a:lnTo>
                    <a:pt x="886659" y="4966833"/>
                  </a:lnTo>
                  <a:lnTo>
                    <a:pt x="886804" y="4966833"/>
                  </a:lnTo>
                  <a:lnTo>
                    <a:pt x="886950" y="4966833"/>
                  </a:lnTo>
                  <a:lnTo>
                    <a:pt x="887095" y="4966833"/>
                  </a:lnTo>
                  <a:lnTo>
                    <a:pt x="887240" y="4966833"/>
                  </a:lnTo>
                  <a:lnTo>
                    <a:pt x="887386" y="4966833"/>
                  </a:lnTo>
                  <a:lnTo>
                    <a:pt x="887531" y="4966833"/>
                  </a:lnTo>
                  <a:lnTo>
                    <a:pt x="887677" y="4966833"/>
                  </a:lnTo>
                  <a:lnTo>
                    <a:pt x="887822" y="4966833"/>
                  </a:lnTo>
                  <a:lnTo>
                    <a:pt x="887968" y="4966833"/>
                  </a:lnTo>
                  <a:lnTo>
                    <a:pt x="887968" y="4966209"/>
                  </a:lnTo>
                  <a:lnTo>
                    <a:pt x="888113" y="4966209"/>
                  </a:lnTo>
                  <a:lnTo>
                    <a:pt x="888113" y="4965586"/>
                  </a:lnTo>
                  <a:lnTo>
                    <a:pt x="888258" y="4965586"/>
                  </a:lnTo>
                  <a:lnTo>
                    <a:pt x="888404" y="4965586"/>
                  </a:lnTo>
                  <a:lnTo>
                    <a:pt x="888404" y="4964962"/>
                  </a:lnTo>
                  <a:lnTo>
                    <a:pt x="888549" y="4964962"/>
                  </a:lnTo>
                  <a:lnTo>
                    <a:pt x="888695" y="4964962"/>
                  </a:lnTo>
                  <a:lnTo>
                    <a:pt x="888840" y="4964962"/>
                  </a:lnTo>
                  <a:lnTo>
                    <a:pt x="888986" y="4964962"/>
                  </a:lnTo>
                  <a:lnTo>
                    <a:pt x="889131" y="4964962"/>
                  </a:lnTo>
                  <a:lnTo>
                    <a:pt x="889276" y="4964962"/>
                  </a:lnTo>
                  <a:lnTo>
                    <a:pt x="889276" y="4964338"/>
                  </a:lnTo>
                  <a:lnTo>
                    <a:pt x="889422" y="4964338"/>
                  </a:lnTo>
                  <a:lnTo>
                    <a:pt x="889567" y="4964338"/>
                  </a:lnTo>
                  <a:lnTo>
                    <a:pt x="889713" y="4964338"/>
                  </a:lnTo>
                  <a:lnTo>
                    <a:pt x="889858" y="4964338"/>
                  </a:lnTo>
                  <a:lnTo>
                    <a:pt x="890004" y="4964338"/>
                  </a:lnTo>
                  <a:lnTo>
                    <a:pt x="890149" y="4964338"/>
                  </a:lnTo>
                  <a:lnTo>
                    <a:pt x="890294" y="4964338"/>
                  </a:lnTo>
                  <a:lnTo>
                    <a:pt x="890294" y="4963715"/>
                  </a:lnTo>
                  <a:lnTo>
                    <a:pt x="890440" y="4963715"/>
                  </a:lnTo>
                  <a:lnTo>
                    <a:pt x="890440" y="4963091"/>
                  </a:lnTo>
                  <a:lnTo>
                    <a:pt x="890440" y="4962468"/>
                  </a:lnTo>
                  <a:lnTo>
                    <a:pt x="890585" y="4962468"/>
                  </a:lnTo>
                  <a:lnTo>
                    <a:pt x="890731" y="4962468"/>
                  </a:lnTo>
                  <a:lnTo>
                    <a:pt x="890876" y="4962468"/>
                  </a:lnTo>
                  <a:lnTo>
                    <a:pt x="891022" y="4962468"/>
                  </a:lnTo>
                  <a:lnTo>
                    <a:pt x="891022" y="4961844"/>
                  </a:lnTo>
                  <a:lnTo>
                    <a:pt x="891167" y="4961844"/>
                  </a:lnTo>
                  <a:lnTo>
                    <a:pt x="891167" y="4961220"/>
                  </a:lnTo>
                  <a:lnTo>
                    <a:pt x="891312" y="4961220"/>
                  </a:lnTo>
                  <a:lnTo>
                    <a:pt x="891458" y="4961220"/>
                  </a:lnTo>
                  <a:lnTo>
                    <a:pt x="891603" y="4961220"/>
                  </a:lnTo>
                  <a:lnTo>
                    <a:pt x="891749" y="4961220"/>
                  </a:lnTo>
                  <a:lnTo>
                    <a:pt x="891749" y="4960597"/>
                  </a:lnTo>
                  <a:lnTo>
                    <a:pt x="891894" y="4960597"/>
                  </a:lnTo>
                  <a:lnTo>
                    <a:pt x="892039" y="4960597"/>
                  </a:lnTo>
                  <a:lnTo>
                    <a:pt x="892039" y="4959973"/>
                  </a:lnTo>
                  <a:lnTo>
                    <a:pt x="892039" y="4959350"/>
                  </a:lnTo>
                  <a:lnTo>
                    <a:pt x="892185" y="4959350"/>
                  </a:lnTo>
                  <a:lnTo>
                    <a:pt x="892330" y="4959350"/>
                  </a:lnTo>
                  <a:lnTo>
                    <a:pt x="892330" y="4958726"/>
                  </a:lnTo>
                  <a:lnTo>
                    <a:pt x="892330" y="4958103"/>
                  </a:lnTo>
                  <a:lnTo>
                    <a:pt x="892476" y="4958103"/>
                  </a:lnTo>
                  <a:lnTo>
                    <a:pt x="892621" y="4958103"/>
                  </a:lnTo>
                  <a:lnTo>
                    <a:pt x="892767" y="4958103"/>
                  </a:lnTo>
                  <a:lnTo>
                    <a:pt x="892912" y="4958103"/>
                  </a:lnTo>
                  <a:lnTo>
                    <a:pt x="893057" y="4958103"/>
                  </a:lnTo>
                  <a:lnTo>
                    <a:pt x="893203" y="4958103"/>
                  </a:lnTo>
                  <a:lnTo>
                    <a:pt x="893348" y="4958103"/>
                  </a:lnTo>
                  <a:lnTo>
                    <a:pt x="893494" y="4958103"/>
                  </a:lnTo>
                  <a:lnTo>
                    <a:pt x="893494" y="4957479"/>
                  </a:lnTo>
                  <a:lnTo>
                    <a:pt x="893494" y="4956855"/>
                  </a:lnTo>
                  <a:lnTo>
                    <a:pt x="893639" y="4956855"/>
                  </a:lnTo>
                  <a:lnTo>
                    <a:pt x="893639" y="4956232"/>
                  </a:lnTo>
                  <a:lnTo>
                    <a:pt x="893639" y="4955608"/>
                  </a:lnTo>
                  <a:lnTo>
                    <a:pt x="893785" y="4955608"/>
                  </a:lnTo>
                  <a:lnTo>
                    <a:pt x="893785" y="4954985"/>
                  </a:lnTo>
                  <a:lnTo>
                    <a:pt x="893785" y="4954361"/>
                  </a:lnTo>
                  <a:lnTo>
                    <a:pt x="893930" y="4954361"/>
                  </a:lnTo>
                  <a:lnTo>
                    <a:pt x="893930" y="4953737"/>
                  </a:lnTo>
                  <a:lnTo>
                    <a:pt x="894075" y="4953737"/>
                  </a:lnTo>
                  <a:lnTo>
                    <a:pt x="894221" y="4953737"/>
                  </a:lnTo>
                  <a:lnTo>
                    <a:pt x="894366" y="4953737"/>
                  </a:lnTo>
                  <a:lnTo>
                    <a:pt x="894512" y="4953737"/>
                  </a:lnTo>
                  <a:lnTo>
                    <a:pt x="894657" y="4953737"/>
                  </a:lnTo>
                  <a:lnTo>
                    <a:pt x="894657" y="4953114"/>
                  </a:lnTo>
                  <a:lnTo>
                    <a:pt x="894803" y="4953114"/>
                  </a:lnTo>
                  <a:lnTo>
                    <a:pt x="894948" y="4953114"/>
                  </a:lnTo>
                  <a:lnTo>
                    <a:pt x="895093" y="4953114"/>
                  </a:lnTo>
                  <a:lnTo>
                    <a:pt x="895239" y="4953114"/>
                  </a:lnTo>
                  <a:lnTo>
                    <a:pt x="895239" y="4952490"/>
                  </a:lnTo>
                  <a:lnTo>
                    <a:pt x="895384" y="4952490"/>
                  </a:lnTo>
                  <a:lnTo>
                    <a:pt x="895530" y="4952490"/>
                  </a:lnTo>
                  <a:lnTo>
                    <a:pt x="895675" y="4952490"/>
                  </a:lnTo>
                  <a:lnTo>
                    <a:pt x="895675" y="4951867"/>
                  </a:lnTo>
                  <a:lnTo>
                    <a:pt x="895821" y="4951867"/>
                  </a:lnTo>
                  <a:lnTo>
                    <a:pt x="895966" y="4951867"/>
                  </a:lnTo>
                  <a:lnTo>
                    <a:pt x="896111" y="4951867"/>
                  </a:lnTo>
                  <a:lnTo>
                    <a:pt x="896257" y="4951867"/>
                  </a:lnTo>
                  <a:lnTo>
                    <a:pt x="896257" y="4951243"/>
                  </a:lnTo>
                  <a:lnTo>
                    <a:pt x="896257" y="4950620"/>
                  </a:lnTo>
                  <a:lnTo>
                    <a:pt x="896257" y="4949996"/>
                  </a:lnTo>
                  <a:lnTo>
                    <a:pt x="896402" y="4949996"/>
                  </a:lnTo>
                  <a:lnTo>
                    <a:pt x="896548" y="4949996"/>
                  </a:lnTo>
                  <a:lnTo>
                    <a:pt x="896693" y="4949996"/>
                  </a:lnTo>
                  <a:lnTo>
                    <a:pt x="896839" y="4949996"/>
                  </a:lnTo>
                  <a:lnTo>
                    <a:pt x="896984" y="4949996"/>
                  </a:lnTo>
                  <a:lnTo>
                    <a:pt x="897129" y="4949996"/>
                  </a:lnTo>
                  <a:lnTo>
                    <a:pt x="897275" y="4949996"/>
                  </a:lnTo>
                  <a:lnTo>
                    <a:pt x="897275" y="4949372"/>
                  </a:lnTo>
                  <a:lnTo>
                    <a:pt x="897420" y="4949372"/>
                  </a:lnTo>
                  <a:lnTo>
                    <a:pt x="897566" y="4949372"/>
                  </a:lnTo>
                  <a:lnTo>
                    <a:pt x="897566" y="4948749"/>
                  </a:lnTo>
                  <a:lnTo>
                    <a:pt x="897711" y="4948749"/>
                  </a:lnTo>
                  <a:lnTo>
                    <a:pt x="897857" y="4948749"/>
                  </a:lnTo>
                  <a:lnTo>
                    <a:pt x="898002" y="4948749"/>
                  </a:lnTo>
                  <a:lnTo>
                    <a:pt x="898147" y="4948749"/>
                  </a:lnTo>
                  <a:lnTo>
                    <a:pt x="898293" y="4948749"/>
                  </a:lnTo>
                  <a:lnTo>
                    <a:pt x="898438" y="4948749"/>
                  </a:lnTo>
                  <a:lnTo>
                    <a:pt x="898584" y="4948749"/>
                  </a:lnTo>
                  <a:lnTo>
                    <a:pt x="898729" y="4948749"/>
                  </a:lnTo>
                  <a:lnTo>
                    <a:pt x="898874" y="4948749"/>
                  </a:lnTo>
                  <a:lnTo>
                    <a:pt x="899020" y="4948749"/>
                  </a:lnTo>
                  <a:lnTo>
                    <a:pt x="899165" y="4948749"/>
                  </a:lnTo>
                  <a:lnTo>
                    <a:pt x="899311" y="4948749"/>
                  </a:lnTo>
                  <a:lnTo>
                    <a:pt x="899456" y="4948749"/>
                  </a:lnTo>
                  <a:lnTo>
                    <a:pt x="899602" y="4948749"/>
                  </a:lnTo>
                  <a:lnTo>
                    <a:pt x="899747" y="4948749"/>
                  </a:lnTo>
                  <a:lnTo>
                    <a:pt x="899892" y="4948749"/>
                  </a:lnTo>
                  <a:lnTo>
                    <a:pt x="900038" y="4948749"/>
                  </a:lnTo>
                  <a:lnTo>
                    <a:pt x="900038" y="4948125"/>
                  </a:lnTo>
                  <a:lnTo>
                    <a:pt x="900038" y="4947502"/>
                  </a:lnTo>
                  <a:lnTo>
                    <a:pt x="900038" y="4946878"/>
                  </a:lnTo>
                  <a:lnTo>
                    <a:pt x="900183" y="4946878"/>
                  </a:lnTo>
                  <a:lnTo>
                    <a:pt x="900329" y="4946878"/>
                  </a:lnTo>
                  <a:lnTo>
                    <a:pt x="900474" y="4946878"/>
                  </a:lnTo>
                  <a:lnTo>
                    <a:pt x="900620" y="4946878"/>
                  </a:lnTo>
                  <a:lnTo>
                    <a:pt x="900765" y="4946878"/>
                  </a:lnTo>
                  <a:lnTo>
                    <a:pt x="900910" y="4946878"/>
                  </a:lnTo>
                  <a:lnTo>
                    <a:pt x="901056" y="4946878"/>
                  </a:lnTo>
                  <a:lnTo>
                    <a:pt x="901201" y="4946878"/>
                  </a:lnTo>
                  <a:lnTo>
                    <a:pt x="901201" y="4946254"/>
                  </a:lnTo>
                  <a:lnTo>
                    <a:pt x="901347" y="4946254"/>
                  </a:lnTo>
                  <a:lnTo>
                    <a:pt x="901492" y="4946254"/>
                  </a:lnTo>
                  <a:lnTo>
                    <a:pt x="901638" y="4946254"/>
                  </a:lnTo>
                  <a:lnTo>
                    <a:pt x="901783" y="4946254"/>
                  </a:lnTo>
                  <a:lnTo>
                    <a:pt x="901928" y="4946254"/>
                  </a:lnTo>
                  <a:lnTo>
                    <a:pt x="902074" y="4946254"/>
                  </a:lnTo>
                  <a:lnTo>
                    <a:pt x="902219" y="4946254"/>
                  </a:lnTo>
                  <a:lnTo>
                    <a:pt x="902365" y="4946254"/>
                  </a:lnTo>
                  <a:lnTo>
                    <a:pt x="902510" y="4946254"/>
                  </a:lnTo>
                  <a:lnTo>
                    <a:pt x="902656" y="4946254"/>
                  </a:lnTo>
                  <a:lnTo>
                    <a:pt x="902801" y="4946254"/>
                  </a:lnTo>
                  <a:lnTo>
                    <a:pt x="902946" y="4946254"/>
                  </a:lnTo>
                  <a:lnTo>
                    <a:pt x="903092" y="4946254"/>
                  </a:lnTo>
                  <a:lnTo>
                    <a:pt x="903237" y="4946254"/>
                  </a:lnTo>
                  <a:lnTo>
                    <a:pt x="903383" y="4946254"/>
                  </a:lnTo>
                  <a:lnTo>
                    <a:pt x="903528" y="4946254"/>
                  </a:lnTo>
                  <a:lnTo>
                    <a:pt x="903674" y="4946254"/>
                  </a:lnTo>
                  <a:lnTo>
                    <a:pt x="903819" y="4946254"/>
                  </a:lnTo>
                  <a:lnTo>
                    <a:pt x="903964" y="4946254"/>
                  </a:lnTo>
                  <a:lnTo>
                    <a:pt x="904110" y="4946254"/>
                  </a:lnTo>
                  <a:lnTo>
                    <a:pt x="904255" y="4946254"/>
                  </a:lnTo>
                  <a:lnTo>
                    <a:pt x="904401" y="4946254"/>
                  </a:lnTo>
                  <a:lnTo>
                    <a:pt x="904401" y="4945631"/>
                  </a:lnTo>
                  <a:lnTo>
                    <a:pt x="904401" y="4945007"/>
                  </a:lnTo>
                  <a:lnTo>
                    <a:pt x="904401" y="4944384"/>
                  </a:lnTo>
                  <a:lnTo>
                    <a:pt x="904401" y="4943760"/>
                  </a:lnTo>
                  <a:lnTo>
                    <a:pt x="904546" y="4943760"/>
                  </a:lnTo>
                  <a:lnTo>
                    <a:pt x="904546" y="4943137"/>
                  </a:lnTo>
                  <a:lnTo>
                    <a:pt x="904692" y="4943137"/>
                  </a:lnTo>
                  <a:lnTo>
                    <a:pt x="904837" y="4943137"/>
                  </a:lnTo>
                  <a:lnTo>
                    <a:pt x="904982" y="4943137"/>
                  </a:lnTo>
                  <a:lnTo>
                    <a:pt x="905128" y="4943137"/>
                  </a:lnTo>
                  <a:lnTo>
                    <a:pt x="905273" y="4943137"/>
                  </a:lnTo>
                  <a:lnTo>
                    <a:pt x="905419" y="4943137"/>
                  </a:lnTo>
                  <a:lnTo>
                    <a:pt x="905419" y="4942513"/>
                  </a:lnTo>
                  <a:lnTo>
                    <a:pt x="905564" y="4942513"/>
                  </a:lnTo>
                  <a:lnTo>
                    <a:pt x="905709" y="4942513"/>
                  </a:lnTo>
                  <a:lnTo>
                    <a:pt x="905709" y="4941889"/>
                  </a:lnTo>
                  <a:lnTo>
                    <a:pt x="905855" y="4941889"/>
                  </a:lnTo>
                  <a:lnTo>
                    <a:pt x="906000" y="4941889"/>
                  </a:lnTo>
                  <a:lnTo>
                    <a:pt x="906000" y="4941266"/>
                  </a:lnTo>
                  <a:lnTo>
                    <a:pt x="906146" y="4941266"/>
                  </a:lnTo>
                  <a:lnTo>
                    <a:pt x="906291" y="4941266"/>
                  </a:lnTo>
                  <a:lnTo>
                    <a:pt x="906437" y="4941266"/>
                  </a:lnTo>
                  <a:lnTo>
                    <a:pt x="906437" y="4940642"/>
                  </a:lnTo>
                  <a:lnTo>
                    <a:pt x="906582" y="4940642"/>
                  </a:lnTo>
                  <a:lnTo>
                    <a:pt x="906727" y="4940642"/>
                  </a:lnTo>
                  <a:lnTo>
                    <a:pt x="906873" y="4940642"/>
                  </a:lnTo>
                  <a:lnTo>
                    <a:pt x="906873" y="4940019"/>
                  </a:lnTo>
                  <a:lnTo>
                    <a:pt x="906873" y="4939395"/>
                  </a:lnTo>
                  <a:lnTo>
                    <a:pt x="906873" y="4938771"/>
                  </a:lnTo>
                  <a:lnTo>
                    <a:pt x="907018" y="4938771"/>
                  </a:lnTo>
                  <a:lnTo>
                    <a:pt x="907018" y="4938148"/>
                  </a:lnTo>
                  <a:lnTo>
                    <a:pt x="907164" y="4938148"/>
                  </a:lnTo>
                  <a:lnTo>
                    <a:pt x="907309" y="4938148"/>
                  </a:lnTo>
                  <a:lnTo>
                    <a:pt x="907455" y="4938148"/>
                  </a:lnTo>
                  <a:lnTo>
                    <a:pt x="907600" y="4938148"/>
                  </a:lnTo>
                  <a:lnTo>
                    <a:pt x="907745" y="4938148"/>
                  </a:lnTo>
                  <a:lnTo>
                    <a:pt x="907891" y="4938148"/>
                  </a:lnTo>
                  <a:lnTo>
                    <a:pt x="908036" y="4938148"/>
                  </a:lnTo>
                  <a:lnTo>
                    <a:pt x="908182" y="4938148"/>
                  </a:lnTo>
                  <a:lnTo>
                    <a:pt x="908182" y="4937524"/>
                  </a:lnTo>
                  <a:lnTo>
                    <a:pt x="908327" y="4937524"/>
                  </a:lnTo>
                  <a:lnTo>
                    <a:pt x="908473" y="4937524"/>
                  </a:lnTo>
                  <a:lnTo>
                    <a:pt x="908618" y="4937524"/>
                  </a:lnTo>
                  <a:lnTo>
                    <a:pt x="908763" y="4937524"/>
                  </a:lnTo>
                  <a:lnTo>
                    <a:pt x="908909" y="4937524"/>
                  </a:lnTo>
                  <a:lnTo>
                    <a:pt x="909054" y="4937524"/>
                  </a:lnTo>
                  <a:lnTo>
                    <a:pt x="909200" y="4937524"/>
                  </a:lnTo>
                  <a:lnTo>
                    <a:pt x="909345" y="4937524"/>
                  </a:lnTo>
                  <a:lnTo>
                    <a:pt x="909491" y="4937524"/>
                  </a:lnTo>
                  <a:lnTo>
                    <a:pt x="909491" y="4936901"/>
                  </a:lnTo>
                  <a:lnTo>
                    <a:pt x="909636" y="4936901"/>
                  </a:lnTo>
                  <a:lnTo>
                    <a:pt x="909636" y="4936277"/>
                  </a:lnTo>
                  <a:lnTo>
                    <a:pt x="909781" y="4936277"/>
                  </a:lnTo>
                  <a:lnTo>
                    <a:pt x="909927" y="4936277"/>
                  </a:lnTo>
                  <a:lnTo>
                    <a:pt x="910072" y="4936277"/>
                  </a:lnTo>
                  <a:lnTo>
                    <a:pt x="910218" y="4936277"/>
                  </a:lnTo>
                  <a:lnTo>
                    <a:pt x="910363" y="4936277"/>
                  </a:lnTo>
                  <a:lnTo>
                    <a:pt x="910509" y="4936277"/>
                  </a:lnTo>
                  <a:lnTo>
                    <a:pt x="910654" y="4936277"/>
                  </a:lnTo>
                  <a:lnTo>
                    <a:pt x="910799" y="4936277"/>
                  </a:lnTo>
                  <a:lnTo>
                    <a:pt x="910799" y="4935654"/>
                  </a:lnTo>
                  <a:lnTo>
                    <a:pt x="910945" y="4935654"/>
                  </a:lnTo>
                  <a:lnTo>
                    <a:pt x="911090" y="4935654"/>
                  </a:lnTo>
                  <a:lnTo>
                    <a:pt x="911236" y="4935654"/>
                  </a:lnTo>
                  <a:lnTo>
                    <a:pt x="911381" y="4935654"/>
                  </a:lnTo>
                  <a:lnTo>
                    <a:pt x="911526" y="4935654"/>
                  </a:lnTo>
                  <a:lnTo>
                    <a:pt x="911672" y="4935654"/>
                  </a:lnTo>
                  <a:lnTo>
                    <a:pt x="911817" y="4935654"/>
                  </a:lnTo>
                  <a:lnTo>
                    <a:pt x="911963" y="4935654"/>
                  </a:lnTo>
                  <a:lnTo>
                    <a:pt x="912108" y="4935654"/>
                  </a:lnTo>
                  <a:lnTo>
                    <a:pt x="912254" y="4935654"/>
                  </a:lnTo>
                  <a:lnTo>
                    <a:pt x="912254" y="4935030"/>
                  </a:lnTo>
                  <a:lnTo>
                    <a:pt x="912399" y="4935030"/>
                  </a:lnTo>
                  <a:lnTo>
                    <a:pt x="912544" y="4935030"/>
                  </a:lnTo>
                  <a:lnTo>
                    <a:pt x="912544" y="4934406"/>
                  </a:lnTo>
                  <a:lnTo>
                    <a:pt x="912690" y="4934406"/>
                  </a:lnTo>
                  <a:lnTo>
                    <a:pt x="912835" y="4934406"/>
                  </a:lnTo>
                  <a:lnTo>
                    <a:pt x="912981" y="4934406"/>
                  </a:lnTo>
                  <a:lnTo>
                    <a:pt x="913126" y="4934406"/>
                  </a:lnTo>
                  <a:lnTo>
                    <a:pt x="913272" y="4934406"/>
                  </a:lnTo>
                  <a:lnTo>
                    <a:pt x="913272" y="4933783"/>
                  </a:lnTo>
                  <a:lnTo>
                    <a:pt x="913417" y="4933783"/>
                  </a:lnTo>
                  <a:lnTo>
                    <a:pt x="913562" y="4933783"/>
                  </a:lnTo>
                  <a:lnTo>
                    <a:pt x="913708" y="4933783"/>
                  </a:lnTo>
                  <a:lnTo>
                    <a:pt x="913708" y="4933159"/>
                  </a:lnTo>
                  <a:lnTo>
                    <a:pt x="913708" y="4932536"/>
                  </a:lnTo>
                  <a:lnTo>
                    <a:pt x="913853" y="4932536"/>
                  </a:lnTo>
                  <a:lnTo>
                    <a:pt x="913999" y="4932536"/>
                  </a:lnTo>
                  <a:lnTo>
                    <a:pt x="914144" y="4932536"/>
                  </a:lnTo>
                  <a:lnTo>
                    <a:pt x="914290" y="4932536"/>
                  </a:lnTo>
                  <a:lnTo>
                    <a:pt x="914435" y="4932536"/>
                  </a:lnTo>
                  <a:lnTo>
                    <a:pt x="914435" y="4931912"/>
                  </a:lnTo>
                  <a:lnTo>
                    <a:pt x="914580" y="4931912"/>
                  </a:lnTo>
                  <a:lnTo>
                    <a:pt x="914726" y="4931912"/>
                  </a:lnTo>
                  <a:lnTo>
                    <a:pt x="914871" y="4931912"/>
                  </a:lnTo>
                  <a:lnTo>
                    <a:pt x="915017" y="4931912"/>
                  </a:lnTo>
                  <a:lnTo>
                    <a:pt x="915017" y="4931288"/>
                  </a:lnTo>
                  <a:lnTo>
                    <a:pt x="915017" y="4930665"/>
                  </a:lnTo>
                  <a:lnTo>
                    <a:pt x="915017" y="4930041"/>
                  </a:lnTo>
                  <a:lnTo>
                    <a:pt x="915162" y="4930041"/>
                  </a:lnTo>
                  <a:lnTo>
                    <a:pt x="915162" y="4929418"/>
                  </a:lnTo>
                  <a:lnTo>
                    <a:pt x="915308" y="4929418"/>
                  </a:lnTo>
                  <a:lnTo>
                    <a:pt x="915453" y="4929418"/>
                  </a:lnTo>
                  <a:lnTo>
                    <a:pt x="915598" y="4929418"/>
                  </a:lnTo>
                  <a:lnTo>
                    <a:pt x="915598" y="4928794"/>
                  </a:lnTo>
                  <a:lnTo>
                    <a:pt x="915598" y="4928171"/>
                  </a:lnTo>
                  <a:lnTo>
                    <a:pt x="915744" y="4928171"/>
                  </a:lnTo>
                  <a:lnTo>
                    <a:pt x="915889" y="4928171"/>
                  </a:lnTo>
                  <a:lnTo>
                    <a:pt x="915889" y="4927547"/>
                  </a:lnTo>
                  <a:lnTo>
                    <a:pt x="916035" y="4927547"/>
                  </a:lnTo>
                  <a:lnTo>
                    <a:pt x="916180" y="4927547"/>
                  </a:lnTo>
                  <a:lnTo>
                    <a:pt x="916326" y="4927547"/>
                  </a:lnTo>
                  <a:lnTo>
                    <a:pt x="916471" y="4927547"/>
                  </a:lnTo>
                  <a:lnTo>
                    <a:pt x="916616" y="4927547"/>
                  </a:lnTo>
                  <a:lnTo>
                    <a:pt x="916762" y="4927547"/>
                  </a:lnTo>
                  <a:lnTo>
                    <a:pt x="916907" y="4927547"/>
                  </a:lnTo>
                  <a:lnTo>
                    <a:pt x="917053" y="4927547"/>
                  </a:lnTo>
                  <a:lnTo>
                    <a:pt x="917198" y="4927547"/>
                  </a:lnTo>
                  <a:lnTo>
                    <a:pt x="917344" y="4927547"/>
                  </a:lnTo>
                  <a:lnTo>
                    <a:pt x="917489" y="4927547"/>
                  </a:lnTo>
                  <a:lnTo>
                    <a:pt x="917634" y="4927547"/>
                  </a:lnTo>
                  <a:lnTo>
                    <a:pt x="917780" y="4927547"/>
                  </a:lnTo>
                  <a:lnTo>
                    <a:pt x="917925" y="4927547"/>
                  </a:lnTo>
                  <a:lnTo>
                    <a:pt x="917925" y="4926923"/>
                  </a:lnTo>
                  <a:lnTo>
                    <a:pt x="918071" y="4926923"/>
                  </a:lnTo>
                  <a:lnTo>
                    <a:pt x="918071" y="4926300"/>
                  </a:lnTo>
                  <a:lnTo>
                    <a:pt x="918071" y="4925676"/>
                  </a:lnTo>
                  <a:lnTo>
                    <a:pt x="918071" y="4925053"/>
                  </a:lnTo>
                  <a:lnTo>
                    <a:pt x="918216" y="4925053"/>
                  </a:lnTo>
                  <a:lnTo>
                    <a:pt x="918361" y="4925053"/>
                  </a:lnTo>
                  <a:lnTo>
                    <a:pt x="918507" y="4925053"/>
                  </a:lnTo>
                  <a:lnTo>
                    <a:pt x="918652" y="4925053"/>
                  </a:lnTo>
                  <a:lnTo>
                    <a:pt x="918798" y="4925053"/>
                  </a:lnTo>
                  <a:lnTo>
                    <a:pt x="918943" y="4925053"/>
                  </a:lnTo>
                  <a:lnTo>
                    <a:pt x="919089" y="4925053"/>
                  </a:lnTo>
                  <a:lnTo>
                    <a:pt x="919089" y="4924429"/>
                  </a:lnTo>
                  <a:lnTo>
                    <a:pt x="919089" y="4923805"/>
                  </a:lnTo>
                  <a:lnTo>
                    <a:pt x="919234" y="4923805"/>
                  </a:lnTo>
                  <a:lnTo>
                    <a:pt x="919379" y="4923805"/>
                  </a:lnTo>
                  <a:lnTo>
                    <a:pt x="919525" y="4923805"/>
                  </a:lnTo>
                  <a:lnTo>
                    <a:pt x="919670" y="4923805"/>
                  </a:lnTo>
                  <a:lnTo>
                    <a:pt x="919670" y="4923182"/>
                  </a:lnTo>
                  <a:lnTo>
                    <a:pt x="919816" y="4923182"/>
                  </a:lnTo>
                  <a:lnTo>
                    <a:pt x="919961" y="4923182"/>
                  </a:lnTo>
                  <a:lnTo>
                    <a:pt x="919961" y="4922558"/>
                  </a:lnTo>
                  <a:lnTo>
                    <a:pt x="920107" y="4922558"/>
                  </a:lnTo>
                  <a:lnTo>
                    <a:pt x="920252" y="4922558"/>
                  </a:lnTo>
                  <a:lnTo>
                    <a:pt x="920397" y="4922558"/>
                  </a:lnTo>
                  <a:lnTo>
                    <a:pt x="920543" y="4922558"/>
                  </a:lnTo>
                  <a:lnTo>
                    <a:pt x="920688" y="4922558"/>
                  </a:lnTo>
                  <a:lnTo>
                    <a:pt x="920834" y="4922558"/>
                  </a:lnTo>
                  <a:lnTo>
                    <a:pt x="920979" y="4922558"/>
                  </a:lnTo>
                  <a:lnTo>
                    <a:pt x="921125" y="4922558"/>
                  </a:lnTo>
                  <a:lnTo>
                    <a:pt x="921270" y="4922558"/>
                  </a:lnTo>
                  <a:lnTo>
                    <a:pt x="921415" y="4922558"/>
                  </a:lnTo>
                  <a:lnTo>
                    <a:pt x="921415" y="4921935"/>
                  </a:lnTo>
                  <a:lnTo>
                    <a:pt x="921561" y="4921935"/>
                  </a:lnTo>
                  <a:lnTo>
                    <a:pt x="921706" y="4921935"/>
                  </a:lnTo>
                  <a:lnTo>
                    <a:pt x="921852" y="4921935"/>
                  </a:lnTo>
                  <a:lnTo>
                    <a:pt x="921997" y="4921935"/>
                  </a:lnTo>
                  <a:lnTo>
                    <a:pt x="922143" y="4921935"/>
                  </a:lnTo>
                  <a:lnTo>
                    <a:pt x="922143" y="4921311"/>
                  </a:lnTo>
                  <a:lnTo>
                    <a:pt x="922288" y="4921311"/>
                  </a:lnTo>
                  <a:lnTo>
                    <a:pt x="922288" y="4920688"/>
                  </a:lnTo>
                  <a:lnTo>
                    <a:pt x="922433" y="4920688"/>
                  </a:lnTo>
                  <a:lnTo>
                    <a:pt x="922579" y="4920688"/>
                  </a:lnTo>
                  <a:lnTo>
                    <a:pt x="922724" y="4920688"/>
                  </a:lnTo>
                  <a:lnTo>
                    <a:pt x="922724" y="4920064"/>
                  </a:lnTo>
                  <a:lnTo>
                    <a:pt x="922870" y="4920064"/>
                  </a:lnTo>
                  <a:lnTo>
                    <a:pt x="923015" y="4920064"/>
                  </a:lnTo>
                  <a:lnTo>
                    <a:pt x="923161" y="4920064"/>
                  </a:lnTo>
                  <a:lnTo>
                    <a:pt x="923306" y="4920064"/>
                  </a:lnTo>
                  <a:lnTo>
                    <a:pt x="923451" y="4920064"/>
                  </a:lnTo>
                  <a:lnTo>
                    <a:pt x="923451" y="4919440"/>
                  </a:lnTo>
                  <a:lnTo>
                    <a:pt x="923451" y="4918817"/>
                  </a:lnTo>
                  <a:lnTo>
                    <a:pt x="923597" y="4918817"/>
                  </a:lnTo>
                  <a:lnTo>
                    <a:pt x="923597" y="4918193"/>
                  </a:lnTo>
                  <a:lnTo>
                    <a:pt x="923742" y="4918193"/>
                  </a:lnTo>
                  <a:lnTo>
                    <a:pt x="923888" y="4918193"/>
                  </a:lnTo>
                  <a:lnTo>
                    <a:pt x="924033" y="4918193"/>
                  </a:lnTo>
                  <a:lnTo>
                    <a:pt x="924179" y="4918193"/>
                  </a:lnTo>
                  <a:lnTo>
                    <a:pt x="924324" y="4918193"/>
                  </a:lnTo>
                  <a:lnTo>
                    <a:pt x="924469" y="4918193"/>
                  </a:lnTo>
                  <a:lnTo>
                    <a:pt x="924469" y="4917570"/>
                  </a:lnTo>
                  <a:lnTo>
                    <a:pt x="924615" y="4917570"/>
                  </a:lnTo>
                  <a:lnTo>
                    <a:pt x="924760" y="4917570"/>
                  </a:lnTo>
                  <a:lnTo>
                    <a:pt x="924906" y="4917570"/>
                  </a:lnTo>
                  <a:lnTo>
                    <a:pt x="925051" y="4917570"/>
                  </a:lnTo>
                  <a:lnTo>
                    <a:pt x="925196" y="4917570"/>
                  </a:lnTo>
                  <a:lnTo>
                    <a:pt x="925342" y="4917570"/>
                  </a:lnTo>
                  <a:lnTo>
                    <a:pt x="925342" y="4916946"/>
                  </a:lnTo>
                  <a:lnTo>
                    <a:pt x="925487" y="4916946"/>
                  </a:lnTo>
                  <a:lnTo>
                    <a:pt x="925633" y="4916946"/>
                  </a:lnTo>
                  <a:lnTo>
                    <a:pt x="925633" y="4916323"/>
                  </a:lnTo>
                  <a:lnTo>
                    <a:pt x="925778" y="4916323"/>
                  </a:lnTo>
                  <a:lnTo>
                    <a:pt x="925924" y="4916323"/>
                  </a:lnTo>
                  <a:lnTo>
                    <a:pt x="926069" y="4916323"/>
                  </a:lnTo>
                  <a:lnTo>
                    <a:pt x="926214" y="4916323"/>
                  </a:lnTo>
                  <a:lnTo>
                    <a:pt x="926360" y="4916323"/>
                  </a:lnTo>
                  <a:lnTo>
                    <a:pt x="926505" y="4916323"/>
                  </a:lnTo>
                  <a:lnTo>
                    <a:pt x="926651" y="4916323"/>
                  </a:lnTo>
                  <a:lnTo>
                    <a:pt x="926796" y="4916323"/>
                  </a:lnTo>
                  <a:lnTo>
                    <a:pt x="926942" y="4916323"/>
                  </a:lnTo>
                  <a:lnTo>
                    <a:pt x="927087" y="4916323"/>
                  </a:lnTo>
                  <a:lnTo>
                    <a:pt x="927232" y="4916323"/>
                  </a:lnTo>
                  <a:lnTo>
                    <a:pt x="927378" y="4916323"/>
                  </a:lnTo>
                  <a:lnTo>
                    <a:pt x="927523" y="4916323"/>
                  </a:lnTo>
                  <a:lnTo>
                    <a:pt x="927523" y="4915699"/>
                  </a:lnTo>
                  <a:lnTo>
                    <a:pt x="927669" y="4915699"/>
                  </a:lnTo>
                  <a:lnTo>
                    <a:pt x="927814" y="4915699"/>
                  </a:lnTo>
                  <a:lnTo>
                    <a:pt x="927814" y="4915075"/>
                  </a:lnTo>
                  <a:lnTo>
                    <a:pt x="927814" y="4914452"/>
                  </a:lnTo>
                  <a:lnTo>
                    <a:pt x="927960" y="4914452"/>
                  </a:lnTo>
                  <a:lnTo>
                    <a:pt x="928105" y="4914452"/>
                  </a:lnTo>
                  <a:lnTo>
                    <a:pt x="928105" y="4913828"/>
                  </a:lnTo>
                  <a:lnTo>
                    <a:pt x="928250" y="4913828"/>
                  </a:lnTo>
                  <a:lnTo>
                    <a:pt x="928250" y="4913205"/>
                  </a:lnTo>
                  <a:lnTo>
                    <a:pt x="928396" y="4913205"/>
                  </a:lnTo>
                  <a:lnTo>
                    <a:pt x="928541" y="4913205"/>
                  </a:lnTo>
                  <a:lnTo>
                    <a:pt x="928541" y="4912581"/>
                  </a:lnTo>
                  <a:lnTo>
                    <a:pt x="928687" y="4912581"/>
                  </a:lnTo>
                  <a:lnTo>
                    <a:pt x="928832" y="4912581"/>
                  </a:lnTo>
                  <a:lnTo>
                    <a:pt x="928832" y="4911957"/>
                  </a:lnTo>
                  <a:lnTo>
                    <a:pt x="928978" y="4911957"/>
                  </a:lnTo>
                  <a:lnTo>
                    <a:pt x="929123" y="4911957"/>
                  </a:lnTo>
                  <a:lnTo>
                    <a:pt x="929268" y="4911957"/>
                  </a:lnTo>
                  <a:lnTo>
                    <a:pt x="929414" y="4911957"/>
                  </a:lnTo>
                  <a:lnTo>
                    <a:pt x="929559" y="4911957"/>
                  </a:lnTo>
                  <a:lnTo>
                    <a:pt x="929559" y="4911334"/>
                  </a:lnTo>
                  <a:lnTo>
                    <a:pt x="929705" y="4911334"/>
                  </a:lnTo>
                  <a:lnTo>
                    <a:pt x="929850" y="4911334"/>
                  </a:lnTo>
                  <a:lnTo>
                    <a:pt x="929996" y="4911334"/>
                  </a:lnTo>
                  <a:lnTo>
                    <a:pt x="930141" y="4911334"/>
                  </a:lnTo>
                  <a:lnTo>
                    <a:pt x="930286" y="4911334"/>
                  </a:lnTo>
                  <a:lnTo>
                    <a:pt x="930432" y="4911334"/>
                  </a:lnTo>
                  <a:lnTo>
                    <a:pt x="930577" y="4911334"/>
                  </a:lnTo>
                  <a:lnTo>
                    <a:pt x="930723" y="4911334"/>
                  </a:lnTo>
                  <a:lnTo>
                    <a:pt x="930868" y="4911334"/>
                  </a:lnTo>
                  <a:lnTo>
                    <a:pt x="931014" y="4911334"/>
                  </a:lnTo>
                  <a:lnTo>
                    <a:pt x="931159" y="4911334"/>
                  </a:lnTo>
                  <a:lnTo>
                    <a:pt x="931304" y="4911334"/>
                  </a:lnTo>
                  <a:lnTo>
                    <a:pt x="931450" y="4911334"/>
                  </a:lnTo>
                  <a:lnTo>
                    <a:pt x="931595" y="4911334"/>
                  </a:lnTo>
                  <a:lnTo>
                    <a:pt x="931741" y="4911334"/>
                  </a:lnTo>
                  <a:lnTo>
                    <a:pt x="931886" y="4911334"/>
                  </a:lnTo>
                  <a:lnTo>
                    <a:pt x="931886" y="4910710"/>
                  </a:lnTo>
                  <a:lnTo>
                    <a:pt x="931886" y="4910087"/>
                  </a:lnTo>
                  <a:lnTo>
                    <a:pt x="931886" y="4909463"/>
                  </a:lnTo>
                  <a:lnTo>
                    <a:pt x="932031" y="4909463"/>
                  </a:lnTo>
                  <a:lnTo>
                    <a:pt x="932177" y="4909463"/>
                  </a:lnTo>
                  <a:lnTo>
                    <a:pt x="932177" y="4908840"/>
                  </a:lnTo>
                  <a:lnTo>
                    <a:pt x="932322" y="4908840"/>
                  </a:lnTo>
                  <a:lnTo>
                    <a:pt x="932468" y="4908840"/>
                  </a:lnTo>
                  <a:lnTo>
                    <a:pt x="932613" y="4908840"/>
                  </a:lnTo>
                  <a:lnTo>
                    <a:pt x="932759" y="4908840"/>
                  </a:lnTo>
                  <a:lnTo>
                    <a:pt x="932904" y="4908840"/>
                  </a:lnTo>
                  <a:lnTo>
                    <a:pt x="933049" y="4908840"/>
                  </a:lnTo>
                  <a:lnTo>
                    <a:pt x="933195" y="4908840"/>
                  </a:lnTo>
                  <a:lnTo>
                    <a:pt x="933340" y="4908840"/>
                  </a:lnTo>
                  <a:lnTo>
                    <a:pt x="933486" y="4908840"/>
                  </a:lnTo>
                  <a:lnTo>
                    <a:pt x="933486" y="4908216"/>
                  </a:lnTo>
                  <a:lnTo>
                    <a:pt x="933486" y="4907592"/>
                  </a:lnTo>
                  <a:lnTo>
                    <a:pt x="933631" y="4907592"/>
                  </a:lnTo>
                  <a:lnTo>
                    <a:pt x="933777" y="4907592"/>
                  </a:lnTo>
                  <a:lnTo>
                    <a:pt x="933777" y="4906969"/>
                  </a:lnTo>
                  <a:lnTo>
                    <a:pt x="933922" y="4906969"/>
                  </a:lnTo>
                  <a:lnTo>
                    <a:pt x="933922" y="4906345"/>
                  </a:lnTo>
                  <a:lnTo>
                    <a:pt x="934067" y="4906345"/>
                  </a:lnTo>
                  <a:lnTo>
                    <a:pt x="934067" y="4905722"/>
                  </a:lnTo>
                  <a:lnTo>
                    <a:pt x="934067" y="4905098"/>
                  </a:lnTo>
                  <a:lnTo>
                    <a:pt x="934213" y="4905098"/>
                  </a:lnTo>
                  <a:lnTo>
                    <a:pt x="934358" y="4905098"/>
                  </a:lnTo>
                  <a:lnTo>
                    <a:pt x="934504" y="4905098"/>
                  </a:lnTo>
                  <a:lnTo>
                    <a:pt x="934504" y="4904474"/>
                  </a:lnTo>
                  <a:lnTo>
                    <a:pt x="934649" y="4904474"/>
                  </a:lnTo>
                  <a:lnTo>
                    <a:pt x="934649" y="4903851"/>
                  </a:lnTo>
                  <a:lnTo>
                    <a:pt x="934795" y="4903851"/>
                  </a:lnTo>
                  <a:lnTo>
                    <a:pt x="934940" y="4903851"/>
                  </a:lnTo>
                  <a:lnTo>
                    <a:pt x="935085" y="4903851"/>
                  </a:lnTo>
                  <a:lnTo>
                    <a:pt x="935085" y="4903227"/>
                  </a:lnTo>
                  <a:lnTo>
                    <a:pt x="935231" y="4903227"/>
                  </a:lnTo>
                  <a:lnTo>
                    <a:pt x="935376" y="4903227"/>
                  </a:lnTo>
                  <a:lnTo>
                    <a:pt x="935522" y="4903227"/>
                  </a:lnTo>
                  <a:lnTo>
                    <a:pt x="935667" y="4903227"/>
                  </a:lnTo>
                  <a:lnTo>
                    <a:pt x="935813" y="4903227"/>
                  </a:lnTo>
                  <a:lnTo>
                    <a:pt x="935958" y="4903227"/>
                  </a:lnTo>
                  <a:lnTo>
                    <a:pt x="936103" y="4903227"/>
                  </a:lnTo>
                  <a:lnTo>
                    <a:pt x="936249" y="4903227"/>
                  </a:lnTo>
                  <a:lnTo>
                    <a:pt x="936394" y="4903227"/>
                  </a:lnTo>
                  <a:lnTo>
                    <a:pt x="936394" y="4902604"/>
                  </a:lnTo>
                  <a:lnTo>
                    <a:pt x="936394" y="4901980"/>
                  </a:lnTo>
                  <a:lnTo>
                    <a:pt x="936540" y="4901980"/>
                  </a:lnTo>
                  <a:lnTo>
                    <a:pt x="936685" y="4901980"/>
                  </a:lnTo>
                  <a:lnTo>
                    <a:pt x="936831" y="4901980"/>
                  </a:lnTo>
                  <a:lnTo>
                    <a:pt x="936976" y="4901980"/>
                  </a:lnTo>
                  <a:lnTo>
                    <a:pt x="937121" y="4901980"/>
                  </a:lnTo>
                  <a:lnTo>
                    <a:pt x="937267" y="4901980"/>
                  </a:lnTo>
                  <a:lnTo>
                    <a:pt x="937412" y="4901980"/>
                  </a:lnTo>
                  <a:lnTo>
                    <a:pt x="937558" y="4901980"/>
                  </a:lnTo>
                  <a:lnTo>
                    <a:pt x="937558" y="4901357"/>
                  </a:lnTo>
                  <a:lnTo>
                    <a:pt x="937703" y="4901357"/>
                  </a:lnTo>
                  <a:lnTo>
                    <a:pt x="937849" y="4901357"/>
                  </a:lnTo>
                  <a:lnTo>
                    <a:pt x="937849" y="4900733"/>
                  </a:lnTo>
                  <a:lnTo>
                    <a:pt x="937994" y="4900733"/>
                  </a:lnTo>
                  <a:lnTo>
                    <a:pt x="938139" y="4900733"/>
                  </a:lnTo>
                  <a:lnTo>
                    <a:pt x="938285" y="4900733"/>
                  </a:lnTo>
                  <a:lnTo>
                    <a:pt x="938430" y="4900733"/>
                  </a:lnTo>
                  <a:lnTo>
                    <a:pt x="938576" y="4900733"/>
                  </a:lnTo>
                  <a:lnTo>
                    <a:pt x="938721" y="4900733"/>
                  </a:lnTo>
                  <a:lnTo>
                    <a:pt x="938866" y="4900733"/>
                  </a:lnTo>
                  <a:lnTo>
                    <a:pt x="939012" y="4900733"/>
                  </a:lnTo>
                  <a:lnTo>
                    <a:pt x="939157" y="4900733"/>
                  </a:lnTo>
                  <a:lnTo>
                    <a:pt x="939303" y="4900733"/>
                  </a:lnTo>
                  <a:lnTo>
                    <a:pt x="939448" y="4900733"/>
                  </a:lnTo>
                  <a:lnTo>
                    <a:pt x="939594" y="4900733"/>
                  </a:lnTo>
                  <a:lnTo>
                    <a:pt x="939594" y="4900109"/>
                  </a:lnTo>
                  <a:lnTo>
                    <a:pt x="939594" y="4899486"/>
                  </a:lnTo>
                  <a:lnTo>
                    <a:pt x="939594" y="4898862"/>
                  </a:lnTo>
                  <a:lnTo>
                    <a:pt x="939739" y="4898862"/>
                  </a:lnTo>
                  <a:lnTo>
                    <a:pt x="939739" y="4898239"/>
                  </a:lnTo>
                  <a:lnTo>
                    <a:pt x="939884" y="4898239"/>
                  </a:lnTo>
                  <a:lnTo>
                    <a:pt x="939884" y="4897615"/>
                  </a:lnTo>
                  <a:lnTo>
                    <a:pt x="940030" y="4897615"/>
                  </a:lnTo>
                  <a:lnTo>
                    <a:pt x="940030" y="4896991"/>
                  </a:lnTo>
                  <a:lnTo>
                    <a:pt x="940175" y="4896991"/>
                  </a:lnTo>
                  <a:lnTo>
                    <a:pt x="940321" y="4896991"/>
                  </a:lnTo>
                  <a:lnTo>
                    <a:pt x="940321" y="4896368"/>
                  </a:lnTo>
                  <a:lnTo>
                    <a:pt x="940466" y="4896368"/>
                  </a:lnTo>
                  <a:lnTo>
                    <a:pt x="940612" y="4896368"/>
                  </a:lnTo>
                  <a:lnTo>
                    <a:pt x="940757" y="4896368"/>
                  </a:lnTo>
                  <a:lnTo>
                    <a:pt x="940902" y="4896368"/>
                  </a:lnTo>
                  <a:lnTo>
                    <a:pt x="941048" y="4896368"/>
                  </a:lnTo>
                  <a:lnTo>
                    <a:pt x="941048" y="4895744"/>
                  </a:lnTo>
                  <a:lnTo>
                    <a:pt x="941048" y="4895121"/>
                  </a:lnTo>
                  <a:lnTo>
                    <a:pt x="941193" y="4895121"/>
                  </a:lnTo>
                  <a:lnTo>
                    <a:pt x="941339" y="4895121"/>
                  </a:lnTo>
                  <a:lnTo>
                    <a:pt x="941339" y="4894497"/>
                  </a:lnTo>
                  <a:lnTo>
                    <a:pt x="941339" y="4893874"/>
                  </a:lnTo>
                  <a:lnTo>
                    <a:pt x="941484" y="4893874"/>
                  </a:lnTo>
                  <a:lnTo>
                    <a:pt x="941630" y="4893874"/>
                  </a:lnTo>
                  <a:lnTo>
                    <a:pt x="941775" y="4893874"/>
                  </a:lnTo>
                  <a:lnTo>
                    <a:pt x="941920" y="4893874"/>
                  </a:lnTo>
                  <a:lnTo>
                    <a:pt x="942066" y="4893874"/>
                  </a:lnTo>
                  <a:lnTo>
                    <a:pt x="942066" y="4893250"/>
                  </a:lnTo>
                  <a:lnTo>
                    <a:pt x="942211" y="4893250"/>
                  </a:lnTo>
                  <a:lnTo>
                    <a:pt x="942357" y="4893250"/>
                  </a:lnTo>
                  <a:lnTo>
                    <a:pt x="942502" y="4893250"/>
                  </a:lnTo>
                  <a:lnTo>
                    <a:pt x="942502" y="4892626"/>
                  </a:lnTo>
                  <a:lnTo>
                    <a:pt x="942648" y="4892626"/>
                  </a:lnTo>
                  <a:lnTo>
                    <a:pt x="942793" y="4892626"/>
                  </a:lnTo>
                  <a:lnTo>
                    <a:pt x="942938" y="4892626"/>
                  </a:lnTo>
                  <a:lnTo>
                    <a:pt x="942938" y="4892003"/>
                  </a:lnTo>
                  <a:lnTo>
                    <a:pt x="943084" y="4892003"/>
                  </a:lnTo>
                  <a:lnTo>
                    <a:pt x="943229" y="4892003"/>
                  </a:lnTo>
                  <a:lnTo>
                    <a:pt x="943375" y="4892003"/>
                  </a:lnTo>
                  <a:lnTo>
                    <a:pt x="943375" y="4891379"/>
                  </a:lnTo>
                  <a:lnTo>
                    <a:pt x="943520" y="4891379"/>
                  </a:lnTo>
                  <a:lnTo>
                    <a:pt x="943666" y="4891379"/>
                  </a:lnTo>
                  <a:lnTo>
                    <a:pt x="943811" y="4891379"/>
                  </a:lnTo>
                  <a:lnTo>
                    <a:pt x="943956" y="4891379"/>
                  </a:lnTo>
                  <a:lnTo>
                    <a:pt x="944102" y="4891379"/>
                  </a:lnTo>
                  <a:lnTo>
                    <a:pt x="944247" y="4891379"/>
                  </a:lnTo>
                  <a:lnTo>
                    <a:pt x="944247" y="4890756"/>
                  </a:lnTo>
                  <a:lnTo>
                    <a:pt x="944393" y="4890756"/>
                  </a:lnTo>
                  <a:lnTo>
                    <a:pt x="944538" y="4890756"/>
                  </a:lnTo>
                  <a:lnTo>
                    <a:pt x="944684" y="4890756"/>
                  </a:lnTo>
                  <a:lnTo>
                    <a:pt x="944684" y="4890132"/>
                  </a:lnTo>
                  <a:lnTo>
                    <a:pt x="944829" y="4890132"/>
                  </a:lnTo>
                  <a:lnTo>
                    <a:pt x="944829" y="4889508"/>
                  </a:lnTo>
                  <a:lnTo>
                    <a:pt x="944974" y="4889508"/>
                  </a:lnTo>
                  <a:lnTo>
                    <a:pt x="945120" y="4889508"/>
                  </a:lnTo>
                  <a:lnTo>
                    <a:pt x="945265" y="4889508"/>
                  </a:lnTo>
                  <a:lnTo>
                    <a:pt x="945265" y="4888885"/>
                  </a:lnTo>
                  <a:lnTo>
                    <a:pt x="945411" y="4888885"/>
                  </a:lnTo>
                  <a:lnTo>
                    <a:pt x="945556" y="4888885"/>
                  </a:lnTo>
                  <a:lnTo>
                    <a:pt x="945556" y="4888261"/>
                  </a:lnTo>
                  <a:lnTo>
                    <a:pt x="945701" y="4888261"/>
                  </a:lnTo>
                  <a:lnTo>
                    <a:pt x="945847" y="4888261"/>
                  </a:lnTo>
                  <a:lnTo>
                    <a:pt x="945992" y="4888261"/>
                  </a:lnTo>
                  <a:lnTo>
                    <a:pt x="946138" y="4888261"/>
                  </a:lnTo>
                  <a:lnTo>
                    <a:pt x="946283" y="4888261"/>
                  </a:lnTo>
                  <a:lnTo>
                    <a:pt x="946283" y="4887638"/>
                  </a:lnTo>
                  <a:lnTo>
                    <a:pt x="946429" y="4887638"/>
                  </a:lnTo>
                  <a:lnTo>
                    <a:pt x="946429" y="4887014"/>
                  </a:lnTo>
                  <a:lnTo>
                    <a:pt x="946574" y="4887014"/>
                  </a:lnTo>
                  <a:lnTo>
                    <a:pt x="946719" y="4887014"/>
                  </a:lnTo>
                  <a:lnTo>
                    <a:pt x="946865" y="4887014"/>
                  </a:lnTo>
                  <a:lnTo>
                    <a:pt x="947010" y="4887014"/>
                  </a:lnTo>
                  <a:lnTo>
                    <a:pt x="947156" y="4887014"/>
                  </a:lnTo>
                  <a:lnTo>
                    <a:pt x="947156" y="4886391"/>
                  </a:lnTo>
                  <a:lnTo>
                    <a:pt x="947156" y="4885767"/>
                  </a:lnTo>
                  <a:lnTo>
                    <a:pt x="947301" y="4885767"/>
                  </a:lnTo>
                  <a:lnTo>
                    <a:pt x="947301" y="4885143"/>
                  </a:lnTo>
                  <a:lnTo>
                    <a:pt x="947447" y="4885143"/>
                  </a:lnTo>
                  <a:lnTo>
                    <a:pt x="947592" y="4885143"/>
                  </a:lnTo>
                  <a:lnTo>
                    <a:pt x="947737" y="4885143"/>
                  </a:lnTo>
                  <a:lnTo>
                    <a:pt x="947883" y="4885143"/>
                  </a:lnTo>
                  <a:lnTo>
                    <a:pt x="948028" y="4885143"/>
                  </a:lnTo>
                  <a:lnTo>
                    <a:pt x="948174" y="4885143"/>
                  </a:lnTo>
                  <a:lnTo>
                    <a:pt x="948319" y="4885143"/>
                  </a:lnTo>
                  <a:lnTo>
                    <a:pt x="948465" y="4885143"/>
                  </a:lnTo>
                  <a:lnTo>
                    <a:pt x="948610" y="4885143"/>
                  </a:lnTo>
                  <a:lnTo>
                    <a:pt x="948610" y="4884520"/>
                  </a:lnTo>
                  <a:lnTo>
                    <a:pt x="948755" y="4884520"/>
                  </a:lnTo>
                  <a:lnTo>
                    <a:pt x="948901" y="4884520"/>
                  </a:lnTo>
                  <a:lnTo>
                    <a:pt x="949046" y="4884520"/>
                  </a:lnTo>
                  <a:lnTo>
                    <a:pt x="949192" y="4884520"/>
                  </a:lnTo>
                  <a:lnTo>
                    <a:pt x="949192" y="4883896"/>
                  </a:lnTo>
                  <a:lnTo>
                    <a:pt x="949192" y="4883273"/>
                  </a:lnTo>
                  <a:lnTo>
                    <a:pt x="949337" y="4883273"/>
                  </a:lnTo>
                  <a:lnTo>
                    <a:pt x="949483" y="4883273"/>
                  </a:lnTo>
                  <a:lnTo>
                    <a:pt x="949628" y="4883273"/>
                  </a:lnTo>
                  <a:lnTo>
                    <a:pt x="949773" y="4883273"/>
                  </a:lnTo>
                  <a:lnTo>
                    <a:pt x="949919" y="4883273"/>
                  </a:lnTo>
                  <a:lnTo>
                    <a:pt x="950064" y="4883273"/>
                  </a:lnTo>
                  <a:lnTo>
                    <a:pt x="950210" y="4883273"/>
                  </a:lnTo>
                  <a:lnTo>
                    <a:pt x="950355" y="4883273"/>
                  </a:lnTo>
                  <a:lnTo>
                    <a:pt x="950501" y="4883273"/>
                  </a:lnTo>
                  <a:lnTo>
                    <a:pt x="950646" y="4883273"/>
                  </a:lnTo>
                  <a:lnTo>
                    <a:pt x="950646" y="4882649"/>
                  </a:lnTo>
                  <a:lnTo>
                    <a:pt x="950791" y="4882649"/>
                  </a:lnTo>
                  <a:lnTo>
                    <a:pt x="950937" y="4882649"/>
                  </a:lnTo>
                  <a:lnTo>
                    <a:pt x="951082" y="4882649"/>
                  </a:lnTo>
                  <a:lnTo>
                    <a:pt x="951228" y="4882649"/>
                  </a:lnTo>
                  <a:lnTo>
                    <a:pt x="951373" y="4882649"/>
                  </a:lnTo>
                  <a:lnTo>
                    <a:pt x="951519" y="4882649"/>
                  </a:lnTo>
                  <a:lnTo>
                    <a:pt x="951664" y="4882649"/>
                  </a:lnTo>
                  <a:lnTo>
                    <a:pt x="951664" y="4882025"/>
                  </a:lnTo>
                  <a:lnTo>
                    <a:pt x="951809" y="4882025"/>
                  </a:lnTo>
                  <a:lnTo>
                    <a:pt x="951955" y="4882025"/>
                  </a:lnTo>
                  <a:lnTo>
                    <a:pt x="952100" y="4882025"/>
                  </a:lnTo>
                  <a:lnTo>
                    <a:pt x="952246" y="4882025"/>
                  </a:lnTo>
                  <a:lnTo>
                    <a:pt x="952391" y="4882025"/>
                  </a:lnTo>
                  <a:lnTo>
                    <a:pt x="952536" y="4882025"/>
                  </a:lnTo>
                  <a:lnTo>
                    <a:pt x="952682" y="4882025"/>
                  </a:lnTo>
                  <a:lnTo>
                    <a:pt x="952682" y="4881402"/>
                  </a:lnTo>
                  <a:lnTo>
                    <a:pt x="952827" y="4881402"/>
                  </a:lnTo>
                  <a:lnTo>
                    <a:pt x="952973" y="4881402"/>
                  </a:lnTo>
                  <a:lnTo>
                    <a:pt x="952973" y="4880778"/>
                  </a:lnTo>
                  <a:lnTo>
                    <a:pt x="953118" y="4880778"/>
                  </a:lnTo>
                  <a:lnTo>
                    <a:pt x="953264" y="4880778"/>
                  </a:lnTo>
                  <a:lnTo>
                    <a:pt x="953409" y="4880778"/>
                  </a:lnTo>
                  <a:lnTo>
                    <a:pt x="953409" y="4880155"/>
                  </a:lnTo>
                  <a:lnTo>
                    <a:pt x="953554" y="4880155"/>
                  </a:lnTo>
                  <a:lnTo>
                    <a:pt x="953700" y="4880155"/>
                  </a:lnTo>
                  <a:lnTo>
                    <a:pt x="953700" y="4879531"/>
                  </a:lnTo>
                  <a:lnTo>
                    <a:pt x="953700" y="4878908"/>
                  </a:lnTo>
                  <a:lnTo>
                    <a:pt x="953845" y="4878908"/>
                  </a:lnTo>
                  <a:lnTo>
                    <a:pt x="953991" y="4878908"/>
                  </a:lnTo>
                  <a:lnTo>
                    <a:pt x="954136" y="4878908"/>
                  </a:lnTo>
                  <a:lnTo>
                    <a:pt x="954282" y="4878908"/>
                  </a:lnTo>
                  <a:lnTo>
                    <a:pt x="954427" y="4878908"/>
                  </a:lnTo>
                  <a:lnTo>
                    <a:pt x="954572" y="4878908"/>
                  </a:lnTo>
                  <a:lnTo>
                    <a:pt x="954718" y="4878908"/>
                  </a:lnTo>
                  <a:lnTo>
                    <a:pt x="954863" y="4878908"/>
                  </a:lnTo>
                  <a:lnTo>
                    <a:pt x="955009" y="4878908"/>
                  </a:lnTo>
                  <a:lnTo>
                    <a:pt x="955154" y="4878908"/>
                  </a:lnTo>
                  <a:lnTo>
                    <a:pt x="955154" y="4878284"/>
                  </a:lnTo>
                  <a:lnTo>
                    <a:pt x="955300" y="4878284"/>
                  </a:lnTo>
                  <a:lnTo>
                    <a:pt x="955445" y="4878284"/>
                  </a:lnTo>
                  <a:lnTo>
                    <a:pt x="955590" y="4878284"/>
                  </a:lnTo>
                  <a:lnTo>
                    <a:pt x="955736" y="4878284"/>
                  </a:lnTo>
                  <a:lnTo>
                    <a:pt x="955736" y="4877660"/>
                  </a:lnTo>
                  <a:lnTo>
                    <a:pt x="955881" y="4877660"/>
                  </a:lnTo>
                  <a:lnTo>
                    <a:pt x="956027" y="4877660"/>
                  </a:lnTo>
                  <a:lnTo>
                    <a:pt x="956172" y="4877660"/>
                  </a:lnTo>
                  <a:lnTo>
                    <a:pt x="956172" y="4877037"/>
                  </a:lnTo>
                  <a:lnTo>
                    <a:pt x="956318" y="4877037"/>
                  </a:lnTo>
                  <a:lnTo>
                    <a:pt x="956463" y="4877037"/>
                  </a:lnTo>
                  <a:lnTo>
                    <a:pt x="956608" y="4877037"/>
                  </a:lnTo>
                  <a:lnTo>
                    <a:pt x="956754" y="4877037"/>
                  </a:lnTo>
                  <a:lnTo>
                    <a:pt x="956899" y="4877037"/>
                  </a:lnTo>
                  <a:lnTo>
                    <a:pt x="956899" y="4876413"/>
                  </a:lnTo>
                  <a:lnTo>
                    <a:pt x="956899" y="4875790"/>
                  </a:lnTo>
                  <a:lnTo>
                    <a:pt x="956899" y="4875166"/>
                  </a:lnTo>
                  <a:lnTo>
                    <a:pt x="956899" y="4874542"/>
                  </a:lnTo>
                  <a:lnTo>
                    <a:pt x="957045" y="4874542"/>
                  </a:lnTo>
                  <a:lnTo>
                    <a:pt x="957190" y="4874542"/>
                  </a:lnTo>
                  <a:lnTo>
                    <a:pt x="957336" y="4874542"/>
                  </a:lnTo>
                  <a:lnTo>
                    <a:pt x="957481" y="4874542"/>
                  </a:lnTo>
                  <a:lnTo>
                    <a:pt x="957626" y="4874542"/>
                  </a:lnTo>
                  <a:lnTo>
                    <a:pt x="957626" y="4873919"/>
                  </a:lnTo>
                  <a:lnTo>
                    <a:pt x="957626" y="4873295"/>
                  </a:lnTo>
                  <a:lnTo>
                    <a:pt x="957772" y="4873295"/>
                  </a:lnTo>
                  <a:lnTo>
                    <a:pt x="957917" y="4873295"/>
                  </a:lnTo>
                  <a:lnTo>
                    <a:pt x="957917" y="4872672"/>
                  </a:lnTo>
                  <a:lnTo>
                    <a:pt x="958063" y="4872672"/>
                  </a:lnTo>
                  <a:lnTo>
                    <a:pt x="958208" y="4872672"/>
                  </a:lnTo>
                  <a:lnTo>
                    <a:pt x="958354" y="4872672"/>
                  </a:lnTo>
                  <a:lnTo>
                    <a:pt x="958499" y="4872672"/>
                  </a:lnTo>
                  <a:lnTo>
                    <a:pt x="958499" y="4872048"/>
                  </a:lnTo>
                  <a:lnTo>
                    <a:pt x="958499" y="4871425"/>
                  </a:lnTo>
                  <a:lnTo>
                    <a:pt x="958499" y="4870801"/>
                  </a:lnTo>
                  <a:lnTo>
                    <a:pt x="958644" y="4870801"/>
                  </a:lnTo>
                  <a:lnTo>
                    <a:pt x="958790" y="4870801"/>
                  </a:lnTo>
                  <a:lnTo>
                    <a:pt x="958935" y="4870801"/>
                  </a:lnTo>
                  <a:lnTo>
                    <a:pt x="958935" y="4870177"/>
                  </a:lnTo>
                  <a:lnTo>
                    <a:pt x="959081" y="4870177"/>
                  </a:lnTo>
                  <a:lnTo>
                    <a:pt x="959226" y="4870177"/>
                  </a:lnTo>
                  <a:lnTo>
                    <a:pt x="959226" y="4869554"/>
                  </a:lnTo>
                  <a:lnTo>
                    <a:pt x="959371" y="4869554"/>
                  </a:lnTo>
                  <a:lnTo>
                    <a:pt x="959517" y="4869554"/>
                  </a:lnTo>
                  <a:lnTo>
                    <a:pt x="959517" y="4868930"/>
                  </a:lnTo>
                  <a:lnTo>
                    <a:pt x="959662" y="4868930"/>
                  </a:lnTo>
                  <a:lnTo>
                    <a:pt x="959808" y="4868930"/>
                  </a:lnTo>
                  <a:lnTo>
                    <a:pt x="959953" y="4868930"/>
                  </a:lnTo>
                  <a:lnTo>
                    <a:pt x="959953" y="4868307"/>
                  </a:lnTo>
                  <a:lnTo>
                    <a:pt x="960099" y="4868307"/>
                  </a:lnTo>
                  <a:lnTo>
                    <a:pt x="960244" y="4868307"/>
                  </a:lnTo>
                  <a:lnTo>
                    <a:pt x="960389" y="4868307"/>
                  </a:lnTo>
                  <a:lnTo>
                    <a:pt x="960535" y="4868307"/>
                  </a:lnTo>
                  <a:lnTo>
                    <a:pt x="960680" y="4868307"/>
                  </a:lnTo>
                  <a:lnTo>
                    <a:pt x="960826" y="4868307"/>
                  </a:lnTo>
                  <a:lnTo>
                    <a:pt x="960826" y="4867683"/>
                  </a:lnTo>
                  <a:lnTo>
                    <a:pt x="960971" y="4867683"/>
                  </a:lnTo>
                  <a:lnTo>
                    <a:pt x="961117" y="4867683"/>
                  </a:lnTo>
                  <a:lnTo>
                    <a:pt x="961262" y="4867683"/>
                  </a:lnTo>
                  <a:lnTo>
                    <a:pt x="961407" y="4867683"/>
                  </a:lnTo>
                  <a:lnTo>
                    <a:pt x="961553" y="4867683"/>
                  </a:lnTo>
                  <a:lnTo>
                    <a:pt x="961698" y="4867683"/>
                  </a:lnTo>
                  <a:lnTo>
                    <a:pt x="961698" y="4867060"/>
                  </a:lnTo>
                  <a:lnTo>
                    <a:pt x="961844" y="4867060"/>
                  </a:lnTo>
                  <a:lnTo>
                    <a:pt x="961989" y="4867060"/>
                  </a:lnTo>
                  <a:lnTo>
                    <a:pt x="962135" y="4867060"/>
                  </a:lnTo>
                  <a:lnTo>
                    <a:pt x="962280" y="4867060"/>
                  </a:lnTo>
                  <a:lnTo>
                    <a:pt x="962280" y="4866436"/>
                  </a:lnTo>
                  <a:lnTo>
                    <a:pt x="962425" y="4866436"/>
                  </a:lnTo>
                  <a:lnTo>
                    <a:pt x="962571" y="4866436"/>
                  </a:lnTo>
                  <a:lnTo>
                    <a:pt x="962571" y="4865812"/>
                  </a:lnTo>
                  <a:lnTo>
                    <a:pt x="962716" y="4865812"/>
                  </a:lnTo>
                  <a:lnTo>
                    <a:pt x="962716" y="4865189"/>
                  </a:lnTo>
                  <a:lnTo>
                    <a:pt x="962862" y="4865189"/>
                  </a:lnTo>
                  <a:lnTo>
                    <a:pt x="963007" y="4865189"/>
                  </a:lnTo>
                  <a:lnTo>
                    <a:pt x="963007" y="4864565"/>
                  </a:lnTo>
                  <a:lnTo>
                    <a:pt x="963153" y="4864565"/>
                  </a:lnTo>
                  <a:lnTo>
                    <a:pt x="963298" y="4864565"/>
                  </a:lnTo>
                  <a:lnTo>
                    <a:pt x="963443" y="4864565"/>
                  </a:lnTo>
                  <a:lnTo>
                    <a:pt x="963443" y="4863942"/>
                  </a:lnTo>
                  <a:lnTo>
                    <a:pt x="963443" y="4863318"/>
                  </a:lnTo>
                  <a:lnTo>
                    <a:pt x="963443" y="4862694"/>
                  </a:lnTo>
                  <a:lnTo>
                    <a:pt x="963589" y="4862694"/>
                  </a:lnTo>
                  <a:lnTo>
                    <a:pt x="963589" y="4862071"/>
                  </a:lnTo>
                  <a:lnTo>
                    <a:pt x="963734" y="4862071"/>
                  </a:lnTo>
                  <a:lnTo>
                    <a:pt x="963880" y="4862071"/>
                  </a:lnTo>
                  <a:lnTo>
                    <a:pt x="963880" y="4861447"/>
                  </a:lnTo>
                  <a:lnTo>
                    <a:pt x="964025" y="4861447"/>
                  </a:lnTo>
                  <a:lnTo>
                    <a:pt x="964025" y="4860824"/>
                  </a:lnTo>
                  <a:lnTo>
                    <a:pt x="964171" y="4860824"/>
                  </a:lnTo>
                  <a:lnTo>
                    <a:pt x="964316" y="4860824"/>
                  </a:lnTo>
                  <a:lnTo>
                    <a:pt x="964461" y="4860824"/>
                  </a:lnTo>
                  <a:lnTo>
                    <a:pt x="964607" y="4860824"/>
                  </a:lnTo>
                  <a:lnTo>
                    <a:pt x="964752" y="4860824"/>
                  </a:lnTo>
                  <a:lnTo>
                    <a:pt x="964752" y="4860200"/>
                  </a:lnTo>
                  <a:lnTo>
                    <a:pt x="964752" y="4859577"/>
                  </a:lnTo>
                  <a:lnTo>
                    <a:pt x="964898" y="4859577"/>
                  </a:lnTo>
                  <a:lnTo>
                    <a:pt x="965043" y="4859577"/>
                  </a:lnTo>
                  <a:lnTo>
                    <a:pt x="965043" y="4858953"/>
                  </a:lnTo>
                  <a:lnTo>
                    <a:pt x="965189" y="4858953"/>
                  </a:lnTo>
                  <a:lnTo>
                    <a:pt x="965334" y="4858953"/>
                  </a:lnTo>
                  <a:lnTo>
                    <a:pt x="965334" y="4858329"/>
                  </a:lnTo>
                  <a:lnTo>
                    <a:pt x="965479" y="4858329"/>
                  </a:lnTo>
                  <a:lnTo>
                    <a:pt x="965479" y="4857706"/>
                  </a:lnTo>
                  <a:lnTo>
                    <a:pt x="965625" y="4857706"/>
                  </a:lnTo>
                  <a:lnTo>
                    <a:pt x="965625" y="4857082"/>
                  </a:lnTo>
                  <a:lnTo>
                    <a:pt x="965770" y="4857082"/>
                  </a:lnTo>
                  <a:lnTo>
                    <a:pt x="965770" y="4856459"/>
                  </a:lnTo>
                  <a:lnTo>
                    <a:pt x="965916" y="4856459"/>
                  </a:lnTo>
                  <a:lnTo>
                    <a:pt x="966061" y="4856459"/>
                  </a:lnTo>
                  <a:lnTo>
                    <a:pt x="966206" y="4856459"/>
                  </a:lnTo>
                  <a:lnTo>
                    <a:pt x="966352" y="4856459"/>
                  </a:lnTo>
                  <a:lnTo>
                    <a:pt x="966352" y="4855835"/>
                  </a:lnTo>
                  <a:lnTo>
                    <a:pt x="966352" y="4855211"/>
                  </a:lnTo>
                  <a:lnTo>
                    <a:pt x="966497" y="4855211"/>
                  </a:lnTo>
                  <a:lnTo>
                    <a:pt x="966643" y="4855211"/>
                  </a:lnTo>
                  <a:lnTo>
                    <a:pt x="966788" y="4855211"/>
                  </a:lnTo>
                  <a:lnTo>
                    <a:pt x="966934" y="4855211"/>
                  </a:lnTo>
                  <a:lnTo>
                    <a:pt x="966934" y="4854588"/>
                  </a:lnTo>
                  <a:lnTo>
                    <a:pt x="967079" y="4854588"/>
                  </a:lnTo>
                  <a:lnTo>
                    <a:pt x="967224" y="4854588"/>
                  </a:lnTo>
                  <a:lnTo>
                    <a:pt x="967370" y="4854588"/>
                  </a:lnTo>
                  <a:lnTo>
                    <a:pt x="967515" y="4854588"/>
                  </a:lnTo>
                  <a:lnTo>
                    <a:pt x="967661" y="4854588"/>
                  </a:lnTo>
                  <a:lnTo>
                    <a:pt x="967806" y="4854588"/>
                  </a:lnTo>
                  <a:lnTo>
                    <a:pt x="967952" y="4854588"/>
                  </a:lnTo>
                  <a:lnTo>
                    <a:pt x="968097" y="4854588"/>
                  </a:lnTo>
                  <a:lnTo>
                    <a:pt x="968097" y="4853964"/>
                  </a:lnTo>
                  <a:lnTo>
                    <a:pt x="968242" y="4853964"/>
                  </a:lnTo>
                  <a:lnTo>
                    <a:pt x="968242" y="4853341"/>
                  </a:lnTo>
                  <a:lnTo>
                    <a:pt x="968242" y="4852717"/>
                  </a:lnTo>
                  <a:lnTo>
                    <a:pt x="968388" y="4852717"/>
                  </a:lnTo>
                  <a:lnTo>
                    <a:pt x="968533" y="4852717"/>
                  </a:lnTo>
                  <a:lnTo>
                    <a:pt x="968533" y="4852094"/>
                  </a:lnTo>
                  <a:lnTo>
                    <a:pt x="968679" y="4852094"/>
                  </a:lnTo>
                  <a:lnTo>
                    <a:pt x="968824" y="4852094"/>
                  </a:lnTo>
                  <a:lnTo>
                    <a:pt x="968824" y="4851470"/>
                  </a:lnTo>
                  <a:lnTo>
                    <a:pt x="968970" y="4851470"/>
                  </a:lnTo>
                  <a:lnTo>
                    <a:pt x="969115" y="4851470"/>
                  </a:lnTo>
                  <a:lnTo>
                    <a:pt x="969260" y="4851470"/>
                  </a:lnTo>
                  <a:lnTo>
                    <a:pt x="969260" y="4850846"/>
                  </a:lnTo>
                  <a:lnTo>
                    <a:pt x="969406" y="4850846"/>
                  </a:lnTo>
                  <a:lnTo>
                    <a:pt x="969406" y="4850223"/>
                  </a:lnTo>
                  <a:lnTo>
                    <a:pt x="969551" y="4850223"/>
                  </a:lnTo>
                  <a:lnTo>
                    <a:pt x="969697" y="4850223"/>
                  </a:lnTo>
                  <a:lnTo>
                    <a:pt x="969697" y="4849599"/>
                  </a:lnTo>
                  <a:lnTo>
                    <a:pt x="969842" y="4849599"/>
                  </a:lnTo>
                  <a:lnTo>
                    <a:pt x="969988" y="4849599"/>
                  </a:lnTo>
                  <a:lnTo>
                    <a:pt x="970133" y="4849599"/>
                  </a:lnTo>
                  <a:lnTo>
                    <a:pt x="970278" y="4849599"/>
                  </a:lnTo>
                  <a:lnTo>
                    <a:pt x="970424" y="4849599"/>
                  </a:lnTo>
                  <a:lnTo>
                    <a:pt x="970569" y="4849599"/>
                  </a:lnTo>
                  <a:lnTo>
                    <a:pt x="970569" y="4848976"/>
                  </a:lnTo>
                  <a:lnTo>
                    <a:pt x="970569" y="4848352"/>
                  </a:lnTo>
                  <a:lnTo>
                    <a:pt x="970569" y="4847728"/>
                  </a:lnTo>
                  <a:lnTo>
                    <a:pt x="970715" y="4847728"/>
                  </a:lnTo>
                  <a:lnTo>
                    <a:pt x="970715" y="4847105"/>
                  </a:lnTo>
                  <a:lnTo>
                    <a:pt x="970715" y="4846481"/>
                  </a:lnTo>
                  <a:lnTo>
                    <a:pt x="970715" y="4845858"/>
                  </a:lnTo>
                  <a:lnTo>
                    <a:pt x="970860" y="4845858"/>
                  </a:lnTo>
                  <a:lnTo>
                    <a:pt x="971006" y="4845858"/>
                  </a:lnTo>
                  <a:lnTo>
                    <a:pt x="971151" y="4845858"/>
                  </a:lnTo>
                  <a:lnTo>
                    <a:pt x="971151" y="4845234"/>
                  </a:lnTo>
                  <a:lnTo>
                    <a:pt x="971296" y="4845234"/>
                  </a:lnTo>
                  <a:lnTo>
                    <a:pt x="971296" y="4844611"/>
                  </a:lnTo>
                  <a:lnTo>
                    <a:pt x="971442" y="4844611"/>
                  </a:lnTo>
                  <a:lnTo>
                    <a:pt x="971587" y="4844611"/>
                  </a:lnTo>
                  <a:lnTo>
                    <a:pt x="971733" y="4844611"/>
                  </a:lnTo>
                  <a:lnTo>
                    <a:pt x="971878" y="4844611"/>
                  </a:lnTo>
                  <a:lnTo>
                    <a:pt x="972024" y="4844611"/>
                  </a:lnTo>
                  <a:lnTo>
                    <a:pt x="972024" y="4843987"/>
                  </a:lnTo>
                  <a:lnTo>
                    <a:pt x="972169" y="4843987"/>
                  </a:lnTo>
                  <a:lnTo>
                    <a:pt x="972314" y="4843987"/>
                  </a:lnTo>
                  <a:lnTo>
                    <a:pt x="972460" y="4843987"/>
                  </a:lnTo>
                  <a:lnTo>
                    <a:pt x="972605" y="4843987"/>
                  </a:lnTo>
                  <a:lnTo>
                    <a:pt x="972751" y="4843987"/>
                  </a:lnTo>
                  <a:lnTo>
                    <a:pt x="972896" y="4843987"/>
                  </a:lnTo>
                  <a:lnTo>
                    <a:pt x="973041" y="4843987"/>
                  </a:lnTo>
                  <a:lnTo>
                    <a:pt x="973187" y="4843987"/>
                  </a:lnTo>
                  <a:lnTo>
                    <a:pt x="973332" y="4843987"/>
                  </a:lnTo>
                  <a:lnTo>
                    <a:pt x="973478" y="4843987"/>
                  </a:lnTo>
                  <a:lnTo>
                    <a:pt x="973623" y="4843987"/>
                  </a:lnTo>
                  <a:lnTo>
                    <a:pt x="973769" y="4843987"/>
                  </a:lnTo>
                  <a:lnTo>
                    <a:pt x="973914" y="4843987"/>
                  </a:lnTo>
                  <a:lnTo>
                    <a:pt x="974059" y="4843987"/>
                  </a:lnTo>
                  <a:lnTo>
                    <a:pt x="974205" y="4843987"/>
                  </a:lnTo>
                  <a:lnTo>
                    <a:pt x="974205" y="4843363"/>
                  </a:lnTo>
                  <a:lnTo>
                    <a:pt x="974205" y="4842740"/>
                  </a:lnTo>
                  <a:lnTo>
                    <a:pt x="974350" y="4842740"/>
                  </a:lnTo>
                  <a:lnTo>
                    <a:pt x="974350" y="4842116"/>
                  </a:lnTo>
                  <a:lnTo>
                    <a:pt x="974496" y="4842116"/>
                  </a:lnTo>
                  <a:lnTo>
                    <a:pt x="974641" y="4842116"/>
                  </a:lnTo>
                  <a:lnTo>
                    <a:pt x="974641" y="4841493"/>
                  </a:lnTo>
                  <a:lnTo>
                    <a:pt x="974787" y="4841493"/>
                  </a:lnTo>
                  <a:lnTo>
                    <a:pt x="974787" y="4840869"/>
                  </a:lnTo>
                  <a:lnTo>
                    <a:pt x="974932" y="4840869"/>
                  </a:lnTo>
                  <a:lnTo>
                    <a:pt x="975077" y="4840869"/>
                  </a:lnTo>
                  <a:lnTo>
                    <a:pt x="975077" y="4840245"/>
                  </a:lnTo>
                  <a:lnTo>
                    <a:pt x="975223" y="4840245"/>
                  </a:lnTo>
                  <a:lnTo>
                    <a:pt x="975368" y="4840245"/>
                  </a:lnTo>
                  <a:lnTo>
                    <a:pt x="975514" y="4840245"/>
                  </a:lnTo>
                  <a:lnTo>
                    <a:pt x="975659" y="4840245"/>
                  </a:lnTo>
                  <a:lnTo>
                    <a:pt x="975659" y="4839622"/>
                  </a:lnTo>
                  <a:lnTo>
                    <a:pt x="975805" y="4839622"/>
                  </a:lnTo>
                  <a:lnTo>
                    <a:pt x="975950" y="4839622"/>
                  </a:lnTo>
                  <a:lnTo>
                    <a:pt x="975950" y="4838998"/>
                  </a:lnTo>
                  <a:lnTo>
                    <a:pt x="976095" y="4838998"/>
                  </a:lnTo>
                  <a:lnTo>
                    <a:pt x="976241" y="4838998"/>
                  </a:lnTo>
                  <a:lnTo>
                    <a:pt x="976386" y="4838998"/>
                  </a:lnTo>
                  <a:lnTo>
                    <a:pt x="976532" y="4838998"/>
                  </a:lnTo>
                  <a:lnTo>
                    <a:pt x="976677" y="4838998"/>
                  </a:lnTo>
                  <a:lnTo>
                    <a:pt x="976823" y="4838998"/>
                  </a:lnTo>
                  <a:lnTo>
                    <a:pt x="976968" y="4838998"/>
                  </a:lnTo>
                  <a:lnTo>
                    <a:pt x="977113" y="4838998"/>
                  </a:lnTo>
                  <a:lnTo>
                    <a:pt x="977259" y="4838998"/>
                  </a:lnTo>
                  <a:lnTo>
                    <a:pt x="977404" y="4838998"/>
                  </a:lnTo>
                  <a:lnTo>
                    <a:pt x="977550" y="4838998"/>
                  </a:lnTo>
                  <a:lnTo>
                    <a:pt x="977695" y="4838998"/>
                  </a:lnTo>
                  <a:lnTo>
                    <a:pt x="977841" y="4838998"/>
                  </a:lnTo>
                  <a:lnTo>
                    <a:pt x="977841" y="4838375"/>
                  </a:lnTo>
                  <a:lnTo>
                    <a:pt x="977986" y="4838375"/>
                  </a:lnTo>
                  <a:lnTo>
                    <a:pt x="978131" y="4838375"/>
                  </a:lnTo>
                  <a:lnTo>
                    <a:pt x="978277" y="4838375"/>
                  </a:lnTo>
                  <a:lnTo>
                    <a:pt x="978277" y="4837751"/>
                  </a:lnTo>
                  <a:lnTo>
                    <a:pt x="978422" y="4837751"/>
                  </a:lnTo>
                  <a:lnTo>
                    <a:pt x="978568" y="4837751"/>
                  </a:lnTo>
                  <a:lnTo>
                    <a:pt x="978713" y="4837751"/>
                  </a:lnTo>
                  <a:lnTo>
                    <a:pt x="978859" y="4837751"/>
                  </a:lnTo>
                  <a:lnTo>
                    <a:pt x="979004" y="4837751"/>
                  </a:lnTo>
                  <a:lnTo>
                    <a:pt x="979004" y="4837128"/>
                  </a:lnTo>
                  <a:lnTo>
                    <a:pt x="979149" y="4837128"/>
                  </a:lnTo>
                  <a:lnTo>
                    <a:pt x="979149" y="4836504"/>
                  </a:lnTo>
                  <a:lnTo>
                    <a:pt x="979149" y="4835880"/>
                  </a:lnTo>
                  <a:lnTo>
                    <a:pt x="979149" y="4835257"/>
                  </a:lnTo>
                  <a:lnTo>
                    <a:pt x="979295" y="4835257"/>
                  </a:lnTo>
                  <a:lnTo>
                    <a:pt x="979440" y="4835257"/>
                  </a:lnTo>
                  <a:lnTo>
                    <a:pt x="979586" y="4835257"/>
                  </a:lnTo>
                  <a:lnTo>
                    <a:pt x="979731" y="4835257"/>
                  </a:lnTo>
                  <a:lnTo>
                    <a:pt x="979876" y="4835257"/>
                  </a:lnTo>
                  <a:lnTo>
                    <a:pt x="979876" y="4834633"/>
                  </a:lnTo>
                  <a:lnTo>
                    <a:pt x="979876" y="4834010"/>
                  </a:lnTo>
                  <a:lnTo>
                    <a:pt x="980022" y="4834010"/>
                  </a:lnTo>
                  <a:lnTo>
                    <a:pt x="980022" y="4833386"/>
                  </a:lnTo>
                  <a:lnTo>
                    <a:pt x="980167" y="4833386"/>
                  </a:lnTo>
                  <a:lnTo>
                    <a:pt x="980313" y="4833386"/>
                  </a:lnTo>
                  <a:lnTo>
                    <a:pt x="980458" y="4833386"/>
                  </a:lnTo>
                  <a:lnTo>
                    <a:pt x="980604" y="4833386"/>
                  </a:lnTo>
                  <a:lnTo>
                    <a:pt x="980749" y="4833386"/>
                  </a:lnTo>
                  <a:lnTo>
                    <a:pt x="980894" y="4833386"/>
                  </a:lnTo>
                  <a:lnTo>
                    <a:pt x="980894" y="4832762"/>
                  </a:lnTo>
                  <a:lnTo>
                    <a:pt x="981040" y="4832762"/>
                  </a:lnTo>
                  <a:lnTo>
                    <a:pt x="981040" y="4832139"/>
                  </a:lnTo>
                  <a:lnTo>
                    <a:pt x="981185" y="4832139"/>
                  </a:lnTo>
                  <a:lnTo>
                    <a:pt x="981331" y="4832139"/>
                  </a:lnTo>
                  <a:lnTo>
                    <a:pt x="981476" y="4832139"/>
                  </a:lnTo>
                  <a:lnTo>
                    <a:pt x="981622" y="4832139"/>
                  </a:lnTo>
                  <a:lnTo>
                    <a:pt x="981767" y="4832139"/>
                  </a:lnTo>
                  <a:lnTo>
                    <a:pt x="981912" y="4832139"/>
                  </a:lnTo>
                  <a:lnTo>
                    <a:pt x="981912" y="4831515"/>
                  </a:lnTo>
                  <a:lnTo>
                    <a:pt x="982058" y="4831515"/>
                  </a:lnTo>
                  <a:lnTo>
                    <a:pt x="982203" y="4831515"/>
                  </a:lnTo>
                  <a:lnTo>
                    <a:pt x="982349" y="4831515"/>
                  </a:lnTo>
                  <a:lnTo>
                    <a:pt x="982494" y="4831515"/>
                  </a:lnTo>
                  <a:lnTo>
                    <a:pt x="982640" y="4831515"/>
                  </a:lnTo>
                  <a:lnTo>
                    <a:pt x="982640" y="4830892"/>
                  </a:lnTo>
                  <a:lnTo>
                    <a:pt x="982785" y="4830892"/>
                  </a:lnTo>
                  <a:lnTo>
                    <a:pt x="982785" y="4830268"/>
                  </a:lnTo>
                  <a:lnTo>
                    <a:pt x="982785" y="4829645"/>
                  </a:lnTo>
                  <a:lnTo>
                    <a:pt x="982930" y="4829645"/>
                  </a:lnTo>
                  <a:lnTo>
                    <a:pt x="983076" y="4829645"/>
                  </a:lnTo>
                  <a:lnTo>
                    <a:pt x="983221" y="4829645"/>
                  </a:lnTo>
                  <a:lnTo>
                    <a:pt x="983367" y="4829645"/>
                  </a:lnTo>
                  <a:lnTo>
                    <a:pt x="983367" y="4829021"/>
                  </a:lnTo>
                  <a:lnTo>
                    <a:pt x="983512" y="4829021"/>
                  </a:lnTo>
                  <a:lnTo>
                    <a:pt x="983658" y="4829021"/>
                  </a:lnTo>
                  <a:lnTo>
                    <a:pt x="983803" y="4829021"/>
                  </a:lnTo>
                  <a:lnTo>
                    <a:pt x="983803" y="4828397"/>
                  </a:lnTo>
                  <a:lnTo>
                    <a:pt x="983948" y="4828397"/>
                  </a:lnTo>
                  <a:lnTo>
                    <a:pt x="983948" y="4827774"/>
                  </a:lnTo>
                  <a:lnTo>
                    <a:pt x="983948" y="4827150"/>
                  </a:lnTo>
                  <a:lnTo>
                    <a:pt x="984094" y="4827150"/>
                  </a:lnTo>
                  <a:lnTo>
                    <a:pt x="984094" y="4826527"/>
                  </a:lnTo>
                  <a:lnTo>
                    <a:pt x="984239" y="4826527"/>
                  </a:lnTo>
                  <a:lnTo>
                    <a:pt x="984385" y="4826527"/>
                  </a:lnTo>
                  <a:lnTo>
                    <a:pt x="984530" y="4826527"/>
                  </a:lnTo>
                  <a:lnTo>
                    <a:pt x="984676" y="4826527"/>
                  </a:lnTo>
                  <a:lnTo>
                    <a:pt x="984821" y="4826527"/>
                  </a:lnTo>
                  <a:lnTo>
                    <a:pt x="984966" y="4826527"/>
                  </a:lnTo>
                  <a:lnTo>
                    <a:pt x="984966" y="4825903"/>
                  </a:lnTo>
                  <a:lnTo>
                    <a:pt x="985112" y="4825903"/>
                  </a:lnTo>
                  <a:lnTo>
                    <a:pt x="985257" y="4825903"/>
                  </a:lnTo>
                  <a:lnTo>
                    <a:pt x="985403" y="4825903"/>
                  </a:lnTo>
                  <a:lnTo>
                    <a:pt x="985548" y="4825903"/>
                  </a:lnTo>
                  <a:lnTo>
                    <a:pt x="985548" y="4825279"/>
                  </a:lnTo>
                  <a:lnTo>
                    <a:pt x="985548" y="4824656"/>
                  </a:lnTo>
                  <a:lnTo>
                    <a:pt x="985694" y="4824656"/>
                  </a:lnTo>
                  <a:lnTo>
                    <a:pt x="985839" y="4824656"/>
                  </a:lnTo>
                  <a:lnTo>
                    <a:pt x="985839" y="4824032"/>
                  </a:lnTo>
                  <a:lnTo>
                    <a:pt x="985984" y="4824032"/>
                  </a:lnTo>
                  <a:lnTo>
                    <a:pt x="986130" y="4824032"/>
                  </a:lnTo>
                  <a:lnTo>
                    <a:pt x="986275" y="4824032"/>
                  </a:lnTo>
                  <a:lnTo>
                    <a:pt x="986275" y="4823409"/>
                  </a:lnTo>
                  <a:lnTo>
                    <a:pt x="986421" y="4823409"/>
                  </a:lnTo>
                  <a:lnTo>
                    <a:pt x="986566" y="4823409"/>
                  </a:lnTo>
                  <a:lnTo>
                    <a:pt x="986566" y="4822785"/>
                  </a:lnTo>
                  <a:lnTo>
                    <a:pt x="986711" y="4822785"/>
                  </a:lnTo>
                  <a:lnTo>
                    <a:pt x="986857" y="4822785"/>
                  </a:lnTo>
                  <a:lnTo>
                    <a:pt x="987002" y="4822785"/>
                  </a:lnTo>
                  <a:lnTo>
                    <a:pt x="987148" y="4822785"/>
                  </a:lnTo>
                  <a:lnTo>
                    <a:pt x="987148" y="4822162"/>
                  </a:lnTo>
                  <a:lnTo>
                    <a:pt x="987148" y="4821538"/>
                  </a:lnTo>
                  <a:lnTo>
                    <a:pt x="987293" y="4821538"/>
                  </a:lnTo>
                  <a:lnTo>
                    <a:pt x="987439" y="4821538"/>
                  </a:lnTo>
                  <a:lnTo>
                    <a:pt x="987584" y="4821538"/>
                  </a:lnTo>
                  <a:lnTo>
                    <a:pt x="987584" y="4820914"/>
                  </a:lnTo>
                  <a:lnTo>
                    <a:pt x="987729" y="4820914"/>
                  </a:lnTo>
                  <a:lnTo>
                    <a:pt x="987875" y="4820914"/>
                  </a:lnTo>
                  <a:lnTo>
                    <a:pt x="987875" y="4820291"/>
                  </a:lnTo>
                  <a:lnTo>
                    <a:pt x="988020" y="4820291"/>
                  </a:lnTo>
                  <a:lnTo>
                    <a:pt x="988166" y="4820291"/>
                  </a:lnTo>
                  <a:lnTo>
                    <a:pt x="988311" y="4820291"/>
                  </a:lnTo>
                  <a:lnTo>
                    <a:pt x="988457" y="4820291"/>
                  </a:lnTo>
                  <a:lnTo>
                    <a:pt x="988602" y="4820291"/>
                  </a:lnTo>
                  <a:lnTo>
                    <a:pt x="988747" y="4820291"/>
                  </a:lnTo>
                  <a:lnTo>
                    <a:pt x="988893" y="4820291"/>
                  </a:lnTo>
                  <a:lnTo>
                    <a:pt x="989038" y="4820291"/>
                  </a:lnTo>
                  <a:lnTo>
                    <a:pt x="989038" y="4819667"/>
                  </a:lnTo>
                  <a:lnTo>
                    <a:pt x="989038" y="4819044"/>
                  </a:lnTo>
                  <a:lnTo>
                    <a:pt x="989184" y="4819044"/>
                  </a:lnTo>
                  <a:lnTo>
                    <a:pt x="989329" y="4819044"/>
                  </a:lnTo>
                  <a:lnTo>
                    <a:pt x="989475" y="4819044"/>
                  </a:lnTo>
                  <a:lnTo>
                    <a:pt x="989475" y="4818420"/>
                  </a:lnTo>
                  <a:lnTo>
                    <a:pt x="989475" y="4817796"/>
                  </a:lnTo>
                  <a:lnTo>
                    <a:pt x="989475" y="4817173"/>
                  </a:lnTo>
                  <a:lnTo>
                    <a:pt x="989620" y="4817173"/>
                  </a:lnTo>
                  <a:lnTo>
                    <a:pt x="989620" y="4816549"/>
                  </a:lnTo>
                  <a:lnTo>
                    <a:pt x="989765" y="4816549"/>
                  </a:lnTo>
                  <a:lnTo>
                    <a:pt x="989911" y="4816549"/>
                  </a:lnTo>
                  <a:lnTo>
                    <a:pt x="990056" y="4816549"/>
                  </a:lnTo>
                  <a:lnTo>
                    <a:pt x="990202" y="4816549"/>
                  </a:lnTo>
                  <a:lnTo>
                    <a:pt x="990347" y="4816549"/>
                  </a:lnTo>
                  <a:lnTo>
                    <a:pt x="990493" y="4816549"/>
                  </a:lnTo>
                  <a:lnTo>
                    <a:pt x="990638" y="4816549"/>
                  </a:lnTo>
                  <a:lnTo>
                    <a:pt x="990783" y="4816549"/>
                  </a:lnTo>
                  <a:lnTo>
                    <a:pt x="990783" y="4815926"/>
                  </a:lnTo>
                  <a:lnTo>
                    <a:pt x="990929" y="4815926"/>
                  </a:lnTo>
                  <a:lnTo>
                    <a:pt x="991074" y="4815926"/>
                  </a:lnTo>
                  <a:lnTo>
                    <a:pt x="991220" y="4815926"/>
                  </a:lnTo>
                  <a:lnTo>
                    <a:pt x="991365" y="4815926"/>
                  </a:lnTo>
                  <a:lnTo>
                    <a:pt x="991511" y="4815926"/>
                  </a:lnTo>
                  <a:lnTo>
                    <a:pt x="991656" y="4815926"/>
                  </a:lnTo>
                  <a:lnTo>
                    <a:pt x="991801" y="4815926"/>
                  </a:lnTo>
                  <a:lnTo>
                    <a:pt x="991947" y="4815926"/>
                  </a:lnTo>
                  <a:lnTo>
                    <a:pt x="992092" y="4815926"/>
                  </a:lnTo>
                  <a:lnTo>
                    <a:pt x="992238" y="4815926"/>
                  </a:lnTo>
                  <a:lnTo>
                    <a:pt x="992383" y="4815926"/>
                  </a:lnTo>
                  <a:lnTo>
                    <a:pt x="992383" y="4815302"/>
                  </a:lnTo>
                  <a:lnTo>
                    <a:pt x="992528" y="4815302"/>
                  </a:lnTo>
                  <a:lnTo>
                    <a:pt x="992674" y="4815302"/>
                  </a:lnTo>
                  <a:lnTo>
                    <a:pt x="992819" y="4815302"/>
                  </a:lnTo>
                  <a:lnTo>
                    <a:pt x="992965" y="4815302"/>
                  </a:lnTo>
                  <a:lnTo>
                    <a:pt x="993110" y="4815302"/>
                  </a:lnTo>
                  <a:lnTo>
                    <a:pt x="993256" y="4815302"/>
                  </a:lnTo>
                  <a:lnTo>
                    <a:pt x="993401" y="4815302"/>
                  </a:lnTo>
                  <a:lnTo>
                    <a:pt x="993401" y="4814679"/>
                  </a:lnTo>
                  <a:lnTo>
                    <a:pt x="993546" y="4814679"/>
                  </a:lnTo>
                  <a:lnTo>
                    <a:pt x="993692" y="4814679"/>
                  </a:lnTo>
                  <a:lnTo>
                    <a:pt x="993837" y="4814679"/>
                  </a:lnTo>
                  <a:lnTo>
                    <a:pt x="993983" y="4814679"/>
                  </a:lnTo>
                  <a:lnTo>
                    <a:pt x="994128" y="4814679"/>
                  </a:lnTo>
                  <a:lnTo>
                    <a:pt x="994274" y="4814679"/>
                  </a:lnTo>
                  <a:lnTo>
                    <a:pt x="994419" y="4814679"/>
                  </a:lnTo>
                  <a:lnTo>
                    <a:pt x="994419" y="4814055"/>
                  </a:lnTo>
                  <a:lnTo>
                    <a:pt x="994419" y="4813431"/>
                  </a:lnTo>
                  <a:lnTo>
                    <a:pt x="994564" y="4813431"/>
                  </a:lnTo>
                  <a:lnTo>
                    <a:pt x="994710" y="4813431"/>
                  </a:lnTo>
                  <a:lnTo>
                    <a:pt x="994855" y="4813431"/>
                  </a:lnTo>
                  <a:lnTo>
                    <a:pt x="995001" y="4813431"/>
                  </a:lnTo>
                  <a:lnTo>
                    <a:pt x="995001" y="4812808"/>
                  </a:lnTo>
                  <a:lnTo>
                    <a:pt x="995001" y="4812184"/>
                  </a:lnTo>
                  <a:lnTo>
                    <a:pt x="995146" y="4812184"/>
                  </a:lnTo>
                  <a:lnTo>
                    <a:pt x="995292" y="4812184"/>
                  </a:lnTo>
                  <a:lnTo>
                    <a:pt x="995437" y="4812184"/>
                  </a:lnTo>
                  <a:lnTo>
                    <a:pt x="995437" y="4811561"/>
                  </a:lnTo>
                  <a:lnTo>
                    <a:pt x="995582" y="4811561"/>
                  </a:lnTo>
                  <a:lnTo>
                    <a:pt x="995582" y="4810937"/>
                  </a:lnTo>
                  <a:lnTo>
                    <a:pt x="995728" y="4810937"/>
                  </a:lnTo>
                  <a:lnTo>
                    <a:pt x="995873" y="4810937"/>
                  </a:lnTo>
                  <a:lnTo>
                    <a:pt x="996019" y="4810937"/>
                  </a:lnTo>
                  <a:lnTo>
                    <a:pt x="996019" y="4810314"/>
                  </a:lnTo>
                  <a:lnTo>
                    <a:pt x="996164" y="4810314"/>
                  </a:lnTo>
                  <a:lnTo>
                    <a:pt x="996310" y="4810314"/>
                  </a:lnTo>
                  <a:lnTo>
                    <a:pt x="996310" y="4809690"/>
                  </a:lnTo>
                  <a:lnTo>
                    <a:pt x="996455" y="4809690"/>
                  </a:lnTo>
                  <a:lnTo>
                    <a:pt x="996600" y="4809690"/>
                  </a:lnTo>
                  <a:lnTo>
                    <a:pt x="996746" y="4809690"/>
                  </a:lnTo>
                  <a:lnTo>
                    <a:pt x="996891" y="4809690"/>
                  </a:lnTo>
                  <a:lnTo>
                    <a:pt x="997037" y="4809690"/>
                  </a:lnTo>
                  <a:lnTo>
                    <a:pt x="997182" y="4809690"/>
                  </a:lnTo>
                  <a:lnTo>
                    <a:pt x="997328" y="4809690"/>
                  </a:lnTo>
                  <a:lnTo>
                    <a:pt x="997473" y="4809690"/>
                  </a:lnTo>
                  <a:lnTo>
                    <a:pt x="997618" y="4809690"/>
                  </a:lnTo>
                  <a:lnTo>
                    <a:pt x="997764" y="4809690"/>
                  </a:lnTo>
                  <a:lnTo>
                    <a:pt x="997909" y="4809690"/>
                  </a:lnTo>
                  <a:lnTo>
                    <a:pt x="998055" y="4809690"/>
                  </a:lnTo>
                  <a:lnTo>
                    <a:pt x="998200" y="4809690"/>
                  </a:lnTo>
                  <a:lnTo>
                    <a:pt x="998200" y="4809066"/>
                  </a:lnTo>
                  <a:lnTo>
                    <a:pt x="998346" y="4809066"/>
                  </a:lnTo>
                  <a:lnTo>
                    <a:pt x="998491" y="4809066"/>
                  </a:lnTo>
                  <a:lnTo>
                    <a:pt x="998636" y="4809066"/>
                  </a:lnTo>
                  <a:lnTo>
                    <a:pt x="998782" y="4809066"/>
                  </a:lnTo>
                  <a:lnTo>
                    <a:pt x="998782" y="4808443"/>
                  </a:lnTo>
                  <a:lnTo>
                    <a:pt x="998927" y="4808443"/>
                  </a:lnTo>
                  <a:lnTo>
                    <a:pt x="998927" y="4807819"/>
                  </a:lnTo>
                  <a:lnTo>
                    <a:pt x="999073" y="4807819"/>
                  </a:lnTo>
                  <a:lnTo>
                    <a:pt x="999218" y="4807819"/>
                  </a:lnTo>
                  <a:lnTo>
                    <a:pt x="999218" y="4807196"/>
                  </a:lnTo>
                  <a:lnTo>
                    <a:pt x="999218" y="4806572"/>
                  </a:lnTo>
                  <a:lnTo>
                    <a:pt x="999363" y="4806572"/>
                  </a:lnTo>
                  <a:lnTo>
                    <a:pt x="999509" y="4806572"/>
                  </a:lnTo>
                  <a:lnTo>
                    <a:pt x="999654" y="4806572"/>
                  </a:lnTo>
                  <a:lnTo>
                    <a:pt x="999800" y="4806572"/>
                  </a:lnTo>
                  <a:lnTo>
                    <a:pt x="999945" y="4806572"/>
                  </a:lnTo>
                  <a:lnTo>
                    <a:pt x="1000091" y="4806572"/>
                  </a:lnTo>
                  <a:lnTo>
                    <a:pt x="1000236" y="4806572"/>
                  </a:lnTo>
                  <a:lnTo>
                    <a:pt x="1000381" y="4806572"/>
                  </a:lnTo>
                  <a:lnTo>
                    <a:pt x="1000527" y="4806572"/>
                  </a:lnTo>
                  <a:lnTo>
                    <a:pt x="1000672" y="4806572"/>
                  </a:lnTo>
                  <a:lnTo>
                    <a:pt x="1000818" y="4806572"/>
                  </a:lnTo>
                  <a:lnTo>
                    <a:pt x="1000963" y="4806572"/>
                  </a:lnTo>
                  <a:lnTo>
                    <a:pt x="1001109" y="4806572"/>
                  </a:lnTo>
                  <a:lnTo>
                    <a:pt x="1001254" y="4806572"/>
                  </a:lnTo>
                  <a:lnTo>
                    <a:pt x="1001399" y="4806572"/>
                  </a:lnTo>
                  <a:lnTo>
                    <a:pt x="1001545" y="4806572"/>
                  </a:lnTo>
                  <a:lnTo>
                    <a:pt x="1001690" y="4806572"/>
                  </a:lnTo>
                  <a:lnTo>
                    <a:pt x="1001690" y="4805948"/>
                  </a:lnTo>
                  <a:lnTo>
                    <a:pt x="1001836" y="4805948"/>
                  </a:lnTo>
                  <a:lnTo>
                    <a:pt x="1001981" y="4805948"/>
                  </a:lnTo>
                  <a:lnTo>
                    <a:pt x="1002127" y="4805948"/>
                  </a:lnTo>
                  <a:lnTo>
                    <a:pt x="1002127" y="4805325"/>
                  </a:lnTo>
                  <a:lnTo>
                    <a:pt x="1002272" y="4805325"/>
                  </a:lnTo>
                  <a:lnTo>
                    <a:pt x="1002272" y="4804701"/>
                  </a:lnTo>
                  <a:lnTo>
                    <a:pt x="1002272" y="4804078"/>
                  </a:lnTo>
                  <a:lnTo>
                    <a:pt x="1002417" y="4804078"/>
                  </a:lnTo>
                  <a:lnTo>
                    <a:pt x="1002563" y="4804078"/>
                  </a:lnTo>
                  <a:lnTo>
                    <a:pt x="1002563" y="4803454"/>
                  </a:lnTo>
                  <a:lnTo>
                    <a:pt x="1002563" y="4802831"/>
                  </a:lnTo>
                  <a:lnTo>
                    <a:pt x="1002708" y="4802831"/>
                  </a:lnTo>
                  <a:lnTo>
                    <a:pt x="1002708" y="4802207"/>
                  </a:lnTo>
                  <a:lnTo>
                    <a:pt x="1002708" y="4801583"/>
                  </a:lnTo>
                  <a:lnTo>
                    <a:pt x="1002708" y="4800960"/>
                  </a:lnTo>
                  <a:lnTo>
                    <a:pt x="1002854" y="4800960"/>
                  </a:lnTo>
                  <a:lnTo>
                    <a:pt x="1002854" y="4800336"/>
                  </a:lnTo>
                  <a:lnTo>
                    <a:pt x="1002999" y="4800336"/>
                  </a:lnTo>
                  <a:lnTo>
                    <a:pt x="1003145" y="4800336"/>
                  </a:lnTo>
                  <a:lnTo>
                    <a:pt x="1003290" y="4800336"/>
                  </a:lnTo>
                  <a:lnTo>
                    <a:pt x="1003435" y="4800336"/>
                  </a:lnTo>
                  <a:lnTo>
                    <a:pt x="1003435" y="4799713"/>
                  </a:lnTo>
                  <a:lnTo>
                    <a:pt x="1003581" y="4799713"/>
                  </a:lnTo>
                  <a:lnTo>
                    <a:pt x="1003726" y="4799713"/>
                  </a:lnTo>
                  <a:lnTo>
                    <a:pt x="1003872" y="4799713"/>
                  </a:lnTo>
                  <a:lnTo>
                    <a:pt x="1004017" y="4799713"/>
                  </a:lnTo>
                  <a:lnTo>
                    <a:pt x="1004163" y="4799713"/>
                  </a:lnTo>
                  <a:lnTo>
                    <a:pt x="1004163" y="4799089"/>
                  </a:lnTo>
                  <a:lnTo>
                    <a:pt x="1004163" y="4798465"/>
                  </a:lnTo>
                  <a:lnTo>
                    <a:pt x="1004308" y="4798465"/>
                  </a:lnTo>
                  <a:lnTo>
                    <a:pt x="1004453" y="4798465"/>
                  </a:lnTo>
                  <a:lnTo>
                    <a:pt x="1004599" y="4798465"/>
                  </a:lnTo>
                  <a:lnTo>
                    <a:pt x="1004599" y="4797842"/>
                  </a:lnTo>
                  <a:lnTo>
                    <a:pt x="1004599" y="4797218"/>
                  </a:lnTo>
                  <a:lnTo>
                    <a:pt x="1004599" y="4796595"/>
                  </a:lnTo>
                  <a:lnTo>
                    <a:pt x="1004744" y="4796595"/>
                  </a:lnTo>
                  <a:lnTo>
                    <a:pt x="1004890" y="4796595"/>
                  </a:lnTo>
                  <a:lnTo>
                    <a:pt x="1004890" y="4795971"/>
                  </a:lnTo>
                  <a:lnTo>
                    <a:pt x="1005035" y="4795971"/>
                  </a:lnTo>
                  <a:lnTo>
                    <a:pt x="1005181" y="4795971"/>
                  </a:lnTo>
                  <a:lnTo>
                    <a:pt x="1005181" y="4795348"/>
                  </a:lnTo>
                  <a:lnTo>
                    <a:pt x="1005181" y="4794724"/>
                  </a:lnTo>
                  <a:lnTo>
                    <a:pt x="1005181" y="4794100"/>
                  </a:lnTo>
                  <a:lnTo>
                    <a:pt x="1005326" y="4794100"/>
                  </a:lnTo>
                  <a:lnTo>
                    <a:pt x="1005471" y="4794100"/>
                  </a:lnTo>
                  <a:lnTo>
                    <a:pt x="1005617" y="4794100"/>
                  </a:lnTo>
                  <a:lnTo>
                    <a:pt x="1005762" y="4794100"/>
                  </a:lnTo>
                  <a:lnTo>
                    <a:pt x="1005908" y="4794100"/>
                  </a:lnTo>
                  <a:lnTo>
                    <a:pt x="1006053" y="4794100"/>
                  </a:lnTo>
                  <a:lnTo>
                    <a:pt x="1006198" y="4794100"/>
                  </a:lnTo>
                  <a:lnTo>
                    <a:pt x="1006198" y="4793477"/>
                  </a:lnTo>
                  <a:lnTo>
                    <a:pt x="1006198" y="4792853"/>
                  </a:lnTo>
                  <a:lnTo>
                    <a:pt x="1006344" y="4792853"/>
                  </a:lnTo>
                  <a:lnTo>
                    <a:pt x="1006489" y="4792853"/>
                  </a:lnTo>
                  <a:lnTo>
                    <a:pt x="1006635" y="4792853"/>
                  </a:lnTo>
                  <a:lnTo>
                    <a:pt x="1006780" y="4792853"/>
                  </a:lnTo>
                  <a:lnTo>
                    <a:pt x="1006926" y="4792853"/>
                  </a:lnTo>
                  <a:lnTo>
                    <a:pt x="1007071" y="4792853"/>
                  </a:lnTo>
                  <a:lnTo>
                    <a:pt x="1007071" y="4792230"/>
                  </a:lnTo>
                  <a:lnTo>
                    <a:pt x="1007216" y="4792230"/>
                  </a:lnTo>
                  <a:lnTo>
                    <a:pt x="1007362" y="4792230"/>
                  </a:lnTo>
                  <a:lnTo>
                    <a:pt x="1007507" y="4792230"/>
                  </a:lnTo>
                  <a:lnTo>
                    <a:pt x="1007653" y="4792230"/>
                  </a:lnTo>
                  <a:lnTo>
                    <a:pt x="1007798" y="4792230"/>
                  </a:lnTo>
                  <a:lnTo>
                    <a:pt x="1007944" y="4792230"/>
                  </a:lnTo>
                  <a:lnTo>
                    <a:pt x="1008089" y="4792230"/>
                  </a:lnTo>
                  <a:lnTo>
                    <a:pt x="1008234" y="4792230"/>
                  </a:lnTo>
                  <a:lnTo>
                    <a:pt x="1008234" y="4791606"/>
                  </a:lnTo>
                  <a:lnTo>
                    <a:pt x="1008380" y="4791606"/>
                  </a:lnTo>
                  <a:lnTo>
                    <a:pt x="1008525" y="4791606"/>
                  </a:lnTo>
                  <a:lnTo>
                    <a:pt x="1008671" y="4791606"/>
                  </a:lnTo>
                  <a:lnTo>
                    <a:pt x="1008816" y="4791606"/>
                  </a:lnTo>
                  <a:lnTo>
                    <a:pt x="1008816" y="4790982"/>
                  </a:lnTo>
                  <a:lnTo>
                    <a:pt x="1008962" y="4790982"/>
                  </a:lnTo>
                  <a:lnTo>
                    <a:pt x="1009107" y="4790982"/>
                  </a:lnTo>
                  <a:lnTo>
                    <a:pt x="1009252" y="4790982"/>
                  </a:lnTo>
                  <a:lnTo>
                    <a:pt x="1009398" y="4790982"/>
                  </a:lnTo>
                  <a:lnTo>
                    <a:pt x="1009543" y="4790982"/>
                  </a:lnTo>
                  <a:lnTo>
                    <a:pt x="1009689" y="4790982"/>
                  </a:lnTo>
                  <a:lnTo>
                    <a:pt x="1009834" y="4790982"/>
                  </a:lnTo>
                  <a:lnTo>
                    <a:pt x="1009980" y="4790982"/>
                  </a:lnTo>
                  <a:lnTo>
                    <a:pt x="1010125" y="4790982"/>
                  </a:lnTo>
                  <a:lnTo>
                    <a:pt x="1010270" y="4790982"/>
                  </a:lnTo>
                  <a:lnTo>
                    <a:pt x="1010416" y="4790982"/>
                  </a:lnTo>
                  <a:lnTo>
                    <a:pt x="1010561" y="4790982"/>
                  </a:lnTo>
                  <a:lnTo>
                    <a:pt x="1010707" y="4790982"/>
                  </a:lnTo>
                  <a:lnTo>
                    <a:pt x="1010707" y="4790359"/>
                  </a:lnTo>
                  <a:lnTo>
                    <a:pt x="1010852" y="4790359"/>
                  </a:lnTo>
                  <a:lnTo>
                    <a:pt x="1010852" y="4789735"/>
                  </a:lnTo>
                  <a:lnTo>
                    <a:pt x="1010998" y="4789735"/>
                  </a:lnTo>
                  <a:lnTo>
                    <a:pt x="1011143" y="4789735"/>
                  </a:lnTo>
                  <a:lnTo>
                    <a:pt x="1011288" y="4789735"/>
                  </a:lnTo>
                  <a:lnTo>
                    <a:pt x="1011434" y="4789735"/>
                  </a:lnTo>
                  <a:lnTo>
                    <a:pt x="1011579" y="4789735"/>
                  </a:lnTo>
                  <a:lnTo>
                    <a:pt x="1011725" y="4789735"/>
                  </a:lnTo>
                  <a:lnTo>
                    <a:pt x="1011870" y="4789735"/>
                  </a:lnTo>
                  <a:lnTo>
                    <a:pt x="1012016" y="4789735"/>
                  </a:lnTo>
                  <a:lnTo>
                    <a:pt x="1012016" y="4789112"/>
                  </a:lnTo>
                  <a:lnTo>
                    <a:pt x="1012161" y="4789112"/>
                  </a:lnTo>
                  <a:lnTo>
                    <a:pt x="1012306" y="4789112"/>
                  </a:lnTo>
                  <a:lnTo>
                    <a:pt x="1012452" y="4789112"/>
                  </a:lnTo>
                  <a:lnTo>
                    <a:pt x="1012452" y="4788488"/>
                  </a:lnTo>
                  <a:lnTo>
                    <a:pt x="1012597" y="4788488"/>
                  </a:lnTo>
                  <a:lnTo>
                    <a:pt x="1012743" y="4788488"/>
                  </a:lnTo>
                  <a:lnTo>
                    <a:pt x="1012888" y="4788488"/>
                  </a:lnTo>
                  <a:lnTo>
                    <a:pt x="1012888" y="4787865"/>
                  </a:lnTo>
                  <a:lnTo>
                    <a:pt x="1013033" y="4787865"/>
                  </a:lnTo>
                  <a:lnTo>
                    <a:pt x="1013179" y="4787865"/>
                  </a:lnTo>
                  <a:lnTo>
                    <a:pt x="1013179" y="4787241"/>
                  </a:lnTo>
                  <a:lnTo>
                    <a:pt x="1013324" y="4787241"/>
                  </a:lnTo>
                  <a:lnTo>
                    <a:pt x="1013470" y="4787241"/>
                  </a:lnTo>
                  <a:lnTo>
                    <a:pt x="1013470" y="4786617"/>
                  </a:lnTo>
                  <a:lnTo>
                    <a:pt x="1013615" y="4786617"/>
                  </a:lnTo>
                  <a:lnTo>
                    <a:pt x="1013615" y="4785994"/>
                  </a:lnTo>
                  <a:lnTo>
                    <a:pt x="1013761" y="4785994"/>
                  </a:lnTo>
                  <a:lnTo>
                    <a:pt x="1013906" y="4785994"/>
                  </a:lnTo>
                  <a:lnTo>
                    <a:pt x="1013906" y="4785370"/>
                  </a:lnTo>
                  <a:lnTo>
                    <a:pt x="1014051" y="4785370"/>
                  </a:lnTo>
                  <a:lnTo>
                    <a:pt x="1014197" y="4785370"/>
                  </a:lnTo>
                  <a:lnTo>
                    <a:pt x="1014342" y="4785370"/>
                  </a:lnTo>
                  <a:lnTo>
                    <a:pt x="1014342" y="4784747"/>
                  </a:lnTo>
                  <a:lnTo>
                    <a:pt x="1014488" y="4784747"/>
                  </a:lnTo>
                  <a:lnTo>
                    <a:pt x="1014633" y="4784747"/>
                  </a:lnTo>
                  <a:lnTo>
                    <a:pt x="1014779" y="4784747"/>
                  </a:lnTo>
                  <a:lnTo>
                    <a:pt x="1014924" y="4784747"/>
                  </a:lnTo>
                  <a:lnTo>
                    <a:pt x="1015069" y="4784747"/>
                  </a:lnTo>
                  <a:lnTo>
                    <a:pt x="1015215" y="4784747"/>
                  </a:lnTo>
                  <a:lnTo>
                    <a:pt x="1015360" y="4784747"/>
                  </a:lnTo>
                  <a:lnTo>
                    <a:pt x="1015506" y="4784747"/>
                  </a:lnTo>
                  <a:lnTo>
                    <a:pt x="1015651" y="4784747"/>
                  </a:lnTo>
                  <a:lnTo>
                    <a:pt x="1015797" y="4784747"/>
                  </a:lnTo>
                  <a:lnTo>
                    <a:pt x="1015942" y="4784747"/>
                  </a:lnTo>
                  <a:lnTo>
                    <a:pt x="1016087" y="4784747"/>
                  </a:lnTo>
                  <a:lnTo>
                    <a:pt x="1016087" y="4784123"/>
                  </a:lnTo>
                  <a:lnTo>
                    <a:pt x="1016233" y="4784123"/>
                  </a:lnTo>
                  <a:lnTo>
                    <a:pt x="1016378" y="4784123"/>
                  </a:lnTo>
                  <a:lnTo>
                    <a:pt x="1016524" y="4784123"/>
                  </a:lnTo>
                  <a:lnTo>
                    <a:pt x="1016669" y="4784123"/>
                  </a:lnTo>
                  <a:lnTo>
                    <a:pt x="1016815" y="4784123"/>
                  </a:lnTo>
                  <a:lnTo>
                    <a:pt x="1016960" y="4784123"/>
                  </a:lnTo>
                  <a:lnTo>
                    <a:pt x="1017105" y="4784123"/>
                  </a:lnTo>
                  <a:lnTo>
                    <a:pt x="1017251" y="4784123"/>
                  </a:lnTo>
                  <a:lnTo>
                    <a:pt x="1017251" y="4783499"/>
                  </a:lnTo>
                  <a:lnTo>
                    <a:pt x="1017396" y="4783499"/>
                  </a:lnTo>
                  <a:lnTo>
                    <a:pt x="1017542" y="4783499"/>
                  </a:lnTo>
                  <a:lnTo>
                    <a:pt x="1017687" y="4783499"/>
                  </a:lnTo>
                  <a:lnTo>
                    <a:pt x="1017687" y="4782876"/>
                  </a:lnTo>
                  <a:lnTo>
                    <a:pt x="1017833" y="4782876"/>
                  </a:lnTo>
                  <a:lnTo>
                    <a:pt x="1017978" y="4782876"/>
                  </a:lnTo>
                  <a:lnTo>
                    <a:pt x="1018123" y="4782876"/>
                  </a:lnTo>
                  <a:lnTo>
                    <a:pt x="1018269" y="4782876"/>
                  </a:lnTo>
                  <a:lnTo>
                    <a:pt x="1018414" y="4782876"/>
                  </a:lnTo>
                  <a:lnTo>
                    <a:pt x="1018414" y="4782252"/>
                  </a:lnTo>
                  <a:lnTo>
                    <a:pt x="1018560" y="4782252"/>
                  </a:lnTo>
                  <a:lnTo>
                    <a:pt x="1018705" y="4782252"/>
                  </a:lnTo>
                  <a:lnTo>
                    <a:pt x="1018851" y="4782252"/>
                  </a:lnTo>
                  <a:lnTo>
                    <a:pt x="1018996" y="4782252"/>
                  </a:lnTo>
                  <a:lnTo>
                    <a:pt x="1019141" y="4782252"/>
                  </a:lnTo>
                  <a:lnTo>
                    <a:pt x="1019141" y="4781629"/>
                  </a:lnTo>
                  <a:lnTo>
                    <a:pt x="1019141" y="4781005"/>
                  </a:lnTo>
                  <a:lnTo>
                    <a:pt x="1019287" y="4781005"/>
                  </a:lnTo>
                  <a:lnTo>
                    <a:pt x="1019287" y="4780382"/>
                  </a:lnTo>
                  <a:lnTo>
                    <a:pt x="1019287" y="4779758"/>
                  </a:lnTo>
                  <a:lnTo>
                    <a:pt x="1019432" y="4779758"/>
                  </a:lnTo>
                  <a:lnTo>
                    <a:pt x="1019432" y="4779134"/>
                  </a:lnTo>
                  <a:lnTo>
                    <a:pt x="1019578" y="4779134"/>
                  </a:lnTo>
                  <a:lnTo>
                    <a:pt x="1019723" y="4779134"/>
                  </a:lnTo>
                  <a:lnTo>
                    <a:pt x="1019723" y="4778511"/>
                  </a:lnTo>
                  <a:lnTo>
                    <a:pt x="1019868" y="4778511"/>
                  </a:lnTo>
                  <a:lnTo>
                    <a:pt x="1020014" y="4778511"/>
                  </a:lnTo>
                  <a:lnTo>
                    <a:pt x="1020014" y="4777887"/>
                  </a:lnTo>
                  <a:lnTo>
                    <a:pt x="1020014" y="4777264"/>
                  </a:lnTo>
                  <a:lnTo>
                    <a:pt x="1020159" y="4777264"/>
                  </a:lnTo>
                  <a:lnTo>
                    <a:pt x="1020305" y="4777264"/>
                  </a:lnTo>
                  <a:lnTo>
                    <a:pt x="1020450" y="4777264"/>
                  </a:lnTo>
                  <a:lnTo>
                    <a:pt x="1020596" y="4777264"/>
                  </a:lnTo>
                  <a:lnTo>
                    <a:pt x="1020741" y="4777264"/>
                  </a:lnTo>
                  <a:lnTo>
                    <a:pt x="1020886" y="4777264"/>
                  </a:lnTo>
                  <a:lnTo>
                    <a:pt x="1021032" y="4777264"/>
                  </a:lnTo>
                  <a:lnTo>
                    <a:pt x="1021177" y="4777264"/>
                  </a:lnTo>
                  <a:lnTo>
                    <a:pt x="1021323" y="4777264"/>
                  </a:lnTo>
                  <a:lnTo>
                    <a:pt x="1021323" y="4776640"/>
                  </a:lnTo>
                  <a:lnTo>
                    <a:pt x="1021323" y="4776016"/>
                  </a:lnTo>
                  <a:lnTo>
                    <a:pt x="1021323" y="4775393"/>
                  </a:lnTo>
                  <a:lnTo>
                    <a:pt x="1021468" y="4775393"/>
                  </a:lnTo>
                  <a:lnTo>
                    <a:pt x="1021614" y="4775393"/>
                  </a:lnTo>
                  <a:lnTo>
                    <a:pt x="1021614" y="4774769"/>
                  </a:lnTo>
                  <a:lnTo>
                    <a:pt x="1021759" y="4774769"/>
                  </a:lnTo>
                  <a:lnTo>
                    <a:pt x="1021904" y="4774769"/>
                  </a:lnTo>
                  <a:lnTo>
                    <a:pt x="1022050" y="4774769"/>
                  </a:lnTo>
                  <a:lnTo>
                    <a:pt x="1022195" y="4774769"/>
                  </a:lnTo>
                  <a:lnTo>
                    <a:pt x="1022341" y="4774769"/>
                  </a:lnTo>
                  <a:lnTo>
                    <a:pt x="1022486" y="4774769"/>
                  </a:lnTo>
                  <a:lnTo>
                    <a:pt x="1022632" y="4774769"/>
                  </a:lnTo>
                  <a:lnTo>
                    <a:pt x="1022632" y="4774146"/>
                  </a:lnTo>
                  <a:lnTo>
                    <a:pt x="1022777" y="4774146"/>
                  </a:lnTo>
                  <a:lnTo>
                    <a:pt x="1022922" y="4774146"/>
                  </a:lnTo>
                  <a:lnTo>
                    <a:pt x="1023068" y="4774146"/>
                  </a:lnTo>
                  <a:lnTo>
                    <a:pt x="1023213" y="4774146"/>
                  </a:lnTo>
                  <a:lnTo>
                    <a:pt x="1023359" y="4774146"/>
                  </a:lnTo>
                  <a:lnTo>
                    <a:pt x="1023504" y="4774146"/>
                  </a:lnTo>
                  <a:lnTo>
                    <a:pt x="1023650" y="4774146"/>
                  </a:lnTo>
                  <a:lnTo>
                    <a:pt x="1023795" y="4774146"/>
                  </a:lnTo>
                  <a:lnTo>
                    <a:pt x="1023795" y="4773522"/>
                  </a:lnTo>
                  <a:lnTo>
                    <a:pt x="1023940" y="4773522"/>
                  </a:lnTo>
                  <a:lnTo>
                    <a:pt x="1024086" y="4773522"/>
                  </a:lnTo>
                  <a:lnTo>
                    <a:pt x="1024231" y="4773522"/>
                  </a:lnTo>
                  <a:lnTo>
                    <a:pt x="1024377" y="4773522"/>
                  </a:lnTo>
                  <a:lnTo>
                    <a:pt x="1024522" y="4773522"/>
                  </a:lnTo>
                  <a:lnTo>
                    <a:pt x="1024668" y="4773522"/>
                  </a:lnTo>
                  <a:lnTo>
                    <a:pt x="1024813" y="4773522"/>
                  </a:lnTo>
                  <a:lnTo>
                    <a:pt x="1024958" y="4773522"/>
                  </a:lnTo>
                  <a:lnTo>
                    <a:pt x="1024958" y="4772899"/>
                  </a:lnTo>
                  <a:lnTo>
                    <a:pt x="1025104" y="4772899"/>
                  </a:lnTo>
                  <a:lnTo>
                    <a:pt x="1025249" y="4772899"/>
                  </a:lnTo>
                  <a:lnTo>
                    <a:pt x="1025395" y="4772899"/>
                  </a:lnTo>
                  <a:lnTo>
                    <a:pt x="1025540" y="4772899"/>
                  </a:lnTo>
                  <a:lnTo>
                    <a:pt x="1025686" y="4772899"/>
                  </a:lnTo>
                  <a:lnTo>
                    <a:pt x="1025831" y="4772899"/>
                  </a:lnTo>
                  <a:lnTo>
                    <a:pt x="1025976" y="4772899"/>
                  </a:lnTo>
                  <a:lnTo>
                    <a:pt x="1025976" y="4772275"/>
                  </a:lnTo>
                  <a:lnTo>
                    <a:pt x="1026122" y="4772275"/>
                  </a:lnTo>
                  <a:lnTo>
                    <a:pt x="1026267" y="4772275"/>
                  </a:lnTo>
                  <a:lnTo>
                    <a:pt x="1026413" y="4772275"/>
                  </a:lnTo>
                  <a:lnTo>
                    <a:pt x="1026413" y="4771651"/>
                  </a:lnTo>
                  <a:lnTo>
                    <a:pt x="1026558" y="4771651"/>
                  </a:lnTo>
                  <a:lnTo>
                    <a:pt x="1026558" y="4771028"/>
                  </a:lnTo>
                  <a:lnTo>
                    <a:pt x="1026703" y="4771028"/>
                  </a:lnTo>
                  <a:lnTo>
                    <a:pt x="1026849" y="4771028"/>
                  </a:lnTo>
                  <a:lnTo>
                    <a:pt x="1026994" y="4771028"/>
                  </a:lnTo>
                  <a:lnTo>
                    <a:pt x="1027140" y="4771028"/>
                  </a:lnTo>
                  <a:lnTo>
                    <a:pt x="1027285" y="4771028"/>
                  </a:lnTo>
                  <a:lnTo>
                    <a:pt x="1027431" y="4771028"/>
                  </a:lnTo>
                  <a:lnTo>
                    <a:pt x="1027431" y="4770404"/>
                  </a:lnTo>
                  <a:lnTo>
                    <a:pt x="1027576" y="4770404"/>
                  </a:lnTo>
                  <a:lnTo>
                    <a:pt x="1027576" y="4769781"/>
                  </a:lnTo>
                  <a:lnTo>
                    <a:pt x="1027721" y="4769781"/>
                  </a:lnTo>
                  <a:lnTo>
                    <a:pt x="1027867" y="4769781"/>
                  </a:lnTo>
                  <a:lnTo>
                    <a:pt x="1028012" y="4769781"/>
                  </a:lnTo>
                  <a:lnTo>
                    <a:pt x="1028158" y="4769781"/>
                  </a:lnTo>
                  <a:lnTo>
                    <a:pt x="1028158" y="4769157"/>
                  </a:lnTo>
                  <a:lnTo>
                    <a:pt x="1028158" y="4768533"/>
                  </a:lnTo>
                  <a:lnTo>
                    <a:pt x="1028303" y="4768533"/>
                  </a:lnTo>
                  <a:lnTo>
                    <a:pt x="1028449" y="4768533"/>
                  </a:lnTo>
                  <a:lnTo>
                    <a:pt x="1028594" y="4768533"/>
                  </a:lnTo>
                  <a:lnTo>
                    <a:pt x="1028739" y="4768533"/>
                  </a:lnTo>
                  <a:lnTo>
                    <a:pt x="1028885" y="4768533"/>
                  </a:lnTo>
                  <a:lnTo>
                    <a:pt x="1029030" y="4768533"/>
                  </a:lnTo>
                  <a:lnTo>
                    <a:pt x="1029176" y="4768533"/>
                  </a:lnTo>
                  <a:lnTo>
                    <a:pt x="1029321" y="4768533"/>
                  </a:lnTo>
                  <a:lnTo>
                    <a:pt x="1029321" y="4767910"/>
                  </a:lnTo>
                  <a:lnTo>
                    <a:pt x="1029467" y="4767910"/>
                  </a:lnTo>
                  <a:lnTo>
                    <a:pt x="1029612" y="4767910"/>
                  </a:lnTo>
                  <a:lnTo>
                    <a:pt x="1029757" y="4767910"/>
                  </a:lnTo>
                  <a:lnTo>
                    <a:pt x="1029903" y="4767910"/>
                  </a:lnTo>
                  <a:lnTo>
                    <a:pt x="1030048" y="4767910"/>
                  </a:lnTo>
                  <a:lnTo>
                    <a:pt x="1030194" y="4767910"/>
                  </a:lnTo>
                  <a:lnTo>
                    <a:pt x="1030339" y="4767910"/>
                  </a:lnTo>
                  <a:lnTo>
                    <a:pt x="1030485" y="4767910"/>
                  </a:lnTo>
                  <a:lnTo>
                    <a:pt x="1030630" y="4767910"/>
                  </a:lnTo>
                  <a:lnTo>
                    <a:pt x="1030775" y="4767910"/>
                  </a:lnTo>
                  <a:lnTo>
                    <a:pt x="1030921" y="4767910"/>
                  </a:lnTo>
                  <a:lnTo>
                    <a:pt x="1031066" y="4767910"/>
                  </a:lnTo>
                  <a:lnTo>
                    <a:pt x="1031212" y="4767910"/>
                  </a:lnTo>
                  <a:lnTo>
                    <a:pt x="1031357" y="4767910"/>
                  </a:lnTo>
                  <a:lnTo>
                    <a:pt x="1031503" y="4767910"/>
                  </a:lnTo>
                  <a:lnTo>
                    <a:pt x="1031648" y="4767910"/>
                  </a:lnTo>
                  <a:lnTo>
                    <a:pt x="1031793" y="4767910"/>
                  </a:lnTo>
                  <a:lnTo>
                    <a:pt x="1031939" y="4767910"/>
                  </a:lnTo>
                  <a:lnTo>
                    <a:pt x="1031939" y="4767286"/>
                  </a:lnTo>
                  <a:lnTo>
                    <a:pt x="1032084" y="4767286"/>
                  </a:lnTo>
                  <a:lnTo>
                    <a:pt x="1032230" y="4767286"/>
                  </a:lnTo>
                  <a:lnTo>
                    <a:pt x="1032375" y="4767286"/>
                  </a:lnTo>
                  <a:lnTo>
                    <a:pt x="1032521" y="4767286"/>
                  </a:lnTo>
                  <a:lnTo>
                    <a:pt x="1032666" y="4767286"/>
                  </a:lnTo>
                  <a:lnTo>
                    <a:pt x="1032666" y="4766663"/>
                  </a:lnTo>
                  <a:lnTo>
                    <a:pt x="1032811" y="4766663"/>
                  </a:lnTo>
                  <a:lnTo>
                    <a:pt x="1032957" y="4766663"/>
                  </a:lnTo>
                  <a:lnTo>
                    <a:pt x="1033102" y="4766663"/>
                  </a:lnTo>
                  <a:lnTo>
                    <a:pt x="1033248" y="4766663"/>
                  </a:lnTo>
                  <a:lnTo>
                    <a:pt x="1033393" y="4766663"/>
                  </a:lnTo>
                  <a:lnTo>
                    <a:pt x="1033538" y="4766663"/>
                  </a:lnTo>
                  <a:lnTo>
                    <a:pt x="1033684" y="4766663"/>
                  </a:lnTo>
                  <a:lnTo>
                    <a:pt x="1033684" y="4766039"/>
                  </a:lnTo>
                  <a:lnTo>
                    <a:pt x="1033829" y="4766039"/>
                  </a:lnTo>
                  <a:lnTo>
                    <a:pt x="1033975" y="4766039"/>
                  </a:lnTo>
                  <a:lnTo>
                    <a:pt x="1034120" y="4766039"/>
                  </a:lnTo>
                  <a:lnTo>
                    <a:pt x="1034266" y="4766039"/>
                  </a:lnTo>
                  <a:lnTo>
                    <a:pt x="1034411" y="4766039"/>
                  </a:lnTo>
                  <a:lnTo>
                    <a:pt x="1034556" y="4766039"/>
                  </a:lnTo>
                  <a:lnTo>
                    <a:pt x="1034702" y="4766039"/>
                  </a:lnTo>
                  <a:lnTo>
                    <a:pt x="1034847" y="4766039"/>
                  </a:lnTo>
                  <a:lnTo>
                    <a:pt x="1034993" y="4766039"/>
                  </a:lnTo>
                  <a:lnTo>
                    <a:pt x="1034993" y="4765416"/>
                  </a:lnTo>
                  <a:lnTo>
                    <a:pt x="1035138" y="4765416"/>
                  </a:lnTo>
                  <a:lnTo>
                    <a:pt x="1035284" y="4765416"/>
                  </a:lnTo>
                  <a:lnTo>
                    <a:pt x="1035284" y="4764792"/>
                  </a:lnTo>
                  <a:lnTo>
                    <a:pt x="1035429" y="4764792"/>
                  </a:lnTo>
                  <a:lnTo>
                    <a:pt x="1035574" y="4764792"/>
                  </a:lnTo>
                  <a:lnTo>
                    <a:pt x="1035720" y="4764792"/>
                  </a:lnTo>
                  <a:lnTo>
                    <a:pt x="1035865" y="4764792"/>
                  </a:lnTo>
                  <a:lnTo>
                    <a:pt x="1036011" y="4764792"/>
                  </a:lnTo>
                  <a:lnTo>
                    <a:pt x="1036156" y="4764792"/>
                  </a:lnTo>
                  <a:lnTo>
                    <a:pt x="1036156" y="4764168"/>
                  </a:lnTo>
                  <a:lnTo>
                    <a:pt x="1036302" y="4764168"/>
                  </a:lnTo>
                  <a:lnTo>
                    <a:pt x="1036447" y="4764168"/>
                  </a:lnTo>
                  <a:lnTo>
                    <a:pt x="1036592" y="4764168"/>
                  </a:lnTo>
                  <a:lnTo>
                    <a:pt x="1036738" y="4764168"/>
                  </a:lnTo>
                  <a:lnTo>
                    <a:pt x="1036883" y="4764168"/>
                  </a:lnTo>
                  <a:lnTo>
                    <a:pt x="1037029" y="4764168"/>
                  </a:lnTo>
                  <a:lnTo>
                    <a:pt x="1037029" y="4763545"/>
                  </a:lnTo>
                  <a:lnTo>
                    <a:pt x="1037174" y="4763545"/>
                  </a:lnTo>
                  <a:lnTo>
                    <a:pt x="1037174" y="4762921"/>
                  </a:lnTo>
                  <a:lnTo>
                    <a:pt x="1037320" y="4762921"/>
                  </a:lnTo>
                  <a:lnTo>
                    <a:pt x="1037320" y="4762298"/>
                  </a:lnTo>
                  <a:lnTo>
                    <a:pt x="1037465" y="4762298"/>
                  </a:lnTo>
                  <a:lnTo>
                    <a:pt x="1037610" y="4762298"/>
                  </a:lnTo>
                  <a:lnTo>
                    <a:pt x="1037756" y="4762298"/>
                  </a:lnTo>
                  <a:lnTo>
                    <a:pt x="1037901" y="4762298"/>
                  </a:lnTo>
                  <a:lnTo>
                    <a:pt x="1038047" y="4762298"/>
                  </a:lnTo>
                  <a:lnTo>
                    <a:pt x="1038192" y="4762298"/>
                  </a:lnTo>
                  <a:lnTo>
                    <a:pt x="1038338" y="4762298"/>
                  </a:lnTo>
                  <a:lnTo>
                    <a:pt x="1038483" y="4762298"/>
                  </a:lnTo>
                  <a:lnTo>
                    <a:pt x="1038628" y="4762298"/>
                  </a:lnTo>
                  <a:lnTo>
                    <a:pt x="1038628" y="4761674"/>
                  </a:lnTo>
                  <a:lnTo>
                    <a:pt x="1038774" y="4761674"/>
                  </a:lnTo>
                  <a:lnTo>
                    <a:pt x="1038919" y="4761674"/>
                  </a:lnTo>
                  <a:lnTo>
                    <a:pt x="1039065" y="4761674"/>
                  </a:lnTo>
                  <a:lnTo>
                    <a:pt x="1039210" y="4761674"/>
                  </a:lnTo>
                  <a:lnTo>
                    <a:pt x="1039210" y="4761051"/>
                  </a:lnTo>
                  <a:lnTo>
                    <a:pt x="1039210" y="4760427"/>
                  </a:lnTo>
                  <a:lnTo>
                    <a:pt x="1039356" y="4760427"/>
                  </a:lnTo>
                  <a:lnTo>
                    <a:pt x="1039501" y="4760427"/>
                  </a:lnTo>
                  <a:lnTo>
                    <a:pt x="1039646" y="4760427"/>
                  </a:lnTo>
                  <a:lnTo>
                    <a:pt x="1039792" y="4760427"/>
                  </a:lnTo>
                  <a:lnTo>
                    <a:pt x="1039937" y="4760427"/>
                  </a:lnTo>
                  <a:lnTo>
                    <a:pt x="1040083" y="4760427"/>
                  </a:lnTo>
                  <a:lnTo>
                    <a:pt x="1040228" y="4760427"/>
                  </a:lnTo>
                  <a:lnTo>
                    <a:pt x="1040228" y="4759803"/>
                  </a:lnTo>
                  <a:lnTo>
                    <a:pt x="1040373" y="4759803"/>
                  </a:lnTo>
                  <a:lnTo>
                    <a:pt x="1040519" y="4759803"/>
                  </a:lnTo>
                  <a:lnTo>
                    <a:pt x="1040664" y="4759803"/>
                  </a:lnTo>
                  <a:lnTo>
                    <a:pt x="1040810" y="4759803"/>
                  </a:lnTo>
                  <a:lnTo>
                    <a:pt x="1040955" y="4759803"/>
                  </a:lnTo>
                  <a:lnTo>
                    <a:pt x="1041101" y="4759803"/>
                  </a:lnTo>
                  <a:lnTo>
                    <a:pt x="1041101" y="4759180"/>
                  </a:lnTo>
                  <a:lnTo>
                    <a:pt x="1041246" y="4759180"/>
                  </a:lnTo>
                  <a:lnTo>
                    <a:pt x="1041391" y="4759180"/>
                  </a:lnTo>
                  <a:lnTo>
                    <a:pt x="1041537" y="4759180"/>
                  </a:lnTo>
                  <a:lnTo>
                    <a:pt x="1041682" y="4759180"/>
                  </a:lnTo>
                  <a:lnTo>
                    <a:pt x="1041828" y="4759180"/>
                  </a:lnTo>
                  <a:lnTo>
                    <a:pt x="1041828" y="4758556"/>
                  </a:lnTo>
                  <a:lnTo>
                    <a:pt x="1041973" y="4758556"/>
                  </a:lnTo>
                  <a:lnTo>
                    <a:pt x="1041973" y="4757933"/>
                  </a:lnTo>
                  <a:lnTo>
                    <a:pt x="1042119" y="4757933"/>
                  </a:lnTo>
                  <a:lnTo>
                    <a:pt x="1042264" y="4757933"/>
                  </a:lnTo>
                  <a:lnTo>
                    <a:pt x="1042409" y="4757933"/>
                  </a:lnTo>
                  <a:lnTo>
                    <a:pt x="1042555" y="4757933"/>
                  </a:lnTo>
                  <a:lnTo>
                    <a:pt x="1042700" y="4757933"/>
                  </a:lnTo>
                  <a:lnTo>
                    <a:pt x="1042700" y="4757309"/>
                  </a:lnTo>
                  <a:lnTo>
                    <a:pt x="1042846" y="4757309"/>
                  </a:lnTo>
                  <a:lnTo>
                    <a:pt x="1042846" y="4756685"/>
                  </a:lnTo>
                  <a:lnTo>
                    <a:pt x="1042991" y="4756685"/>
                  </a:lnTo>
                  <a:lnTo>
                    <a:pt x="1043137" y="4756685"/>
                  </a:lnTo>
                  <a:lnTo>
                    <a:pt x="1043137" y="4756062"/>
                  </a:lnTo>
                  <a:lnTo>
                    <a:pt x="1043282" y="4756062"/>
                  </a:lnTo>
                  <a:lnTo>
                    <a:pt x="1043427" y="4756062"/>
                  </a:lnTo>
                  <a:lnTo>
                    <a:pt x="1043573" y="4756062"/>
                  </a:lnTo>
                  <a:lnTo>
                    <a:pt x="1043718" y="4756062"/>
                  </a:lnTo>
                  <a:lnTo>
                    <a:pt x="1043864" y="4756062"/>
                  </a:lnTo>
                  <a:lnTo>
                    <a:pt x="1044009" y="4756062"/>
                  </a:lnTo>
                  <a:lnTo>
                    <a:pt x="1044155" y="4756062"/>
                  </a:lnTo>
                  <a:lnTo>
                    <a:pt x="1044300" y="4756062"/>
                  </a:lnTo>
                  <a:lnTo>
                    <a:pt x="1044445" y="4756062"/>
                  </a:lnTo>
                  <a:lnTo>
                    <a:pt x="1044445" y="4755438"/>
                  </a:lnTo>
                  <a:lnTo>
                    <a:pt x="1044591" y="4755438"/>
                  </a:lnTo>
                  <a:lnTo>
                    <a:pt x="1044736" y="4755438"/>
                  </a:lnTo>
                  <a:lnTo>
                    <a:pt x="1044882" y="4755438"/>
                  </a:lnTo>
                  <a:lnTo>
                    <a:pt x="1044882" y="4754815"/>
                  </a:lnTo>
                  <a:lnTo>
                    <a:pt x="1044882" y="4754191"/>
                  </a:lnTo>
                  <a:lnTo>
                    <a:pt x="1044882" y="4753568"/>
                  </a:lnTo>
                  <a:lnTo>
                    <a:pt x="1045027" y="4753568"/>
                  </a:lnTo>
                  <a:lnTo>
                    <a:pt x="1045173" y="4753568"/>
                  </a:lnTo>
                  <a:lnTo>
                    <a:pt x="1045318" y="4753568"/>
                  </a:lnTo>
                  <a:lnTo>
                    <a:pt x="1045463" y="4753568"/>
                  </a:lnTo>
                  <a:lnTo>
                    <a:pt x="1045609" y="4753568"/>
                  </a:lnTo>
                  <a:lnTo>
                    <a:pt x="1045754" y="4753568"/>
                  </a:lnTo>
                  <a:lnTo>
                    <a:pt x="1045900" y="4753568"/>
                  </a:lnTo>
                  <a:lnTo>
                    <a:pt x="1046045" y="4753568"/>
                  </a:lnTo>
                  <a:lnTo>
                    <a:pt x="1046191" y="4753568"/>
                  </a:lnTo>
                  <a:lnTo>
                    <a:pt x="1046191" y="4752944"/>
                  </a:lnTo>
                  <a:lnTo>
                    <a:pt x="1046336" y="4752944"/>
                  </a:lnTo>
                  <a:lnTo>
                    <a:pt x="1046336" y="4752320"/>
                  </a:lnTo>
                  <a:lnTo>
                    <a:pt x="1046481" y="4752320"/>
                  </a:lnTo>
                  <a:lnTo>
                    <a:pt x="1046481" y="4751697"/>
                  </a:lnTo>
                  <a:lnTo>
                    <a:pt x="1046481" y="4751073"/>
                  </a:lnTo>
                  <a:lnTo>
                    <a:pt x="1046627" y="4751073"/>
                  </a:lnTo>
                  <a:lnTo>
                    <a:pt x="1046627" y="4750450"/>
                  </a:lnTo>
                  <a:lnTo>
                    <a:pt x="1046772" y="4750450"/>
                  </a:lnTo>
                  <a:lnTo>
                    <a:pt x="1046918" y="4750450"/>
                  </a:lnTo>
                  <a:lnTo>
                    <a:pt x="1047063" y="4750450"/>
                  </a:lnTo>
                  <a:lnTo>
                    <a:pt x="1047063" y="4749826"/>
                  </a:lnTo>
                  <a:lnTo>
                    <a:pt x="1047063" y="4749202"/>
                  </a:lnTo>
                  <a:lnTo>
                    <a:pt x="1047208" y="4749202"/>
                  </a:lnTo>
                  <a:lnTo>
                    <a:pt x="1047354" y="4749202"/>
                  </a:lnTo>
                  <a:lnTo>
                    <a:pt x="1047354" y="4748579"/>
                  </a:lnTo>
                  <a:lnTo>
                    <a:pt x="1047499" y="4748579"/>
                  </a:lnTo>
                  <a:lnTo>
                    <a:pt x="1047645" y="4748579"/>
                  </a:lnTo>
                  <a:lnTo>
                    <a:pt x="1047790" y="4748579"/>
                  </a:lnTo>
                  <a:lnTo>
                    <a:pt x="1047790" y="4747955"/>
                  </a:lnTo>
                  <a:lnTo>
                    <a:pt x="1047790" y="4747332"/>
                  </a:lnTo>
                  <a:lnTo>
                    <a:pt x="1047936" y="4747332"/>
                  </a:lnTo>
                  <a:lnTo>
                    <a:pt x="1048081" y="4747332"/>
                  </a:lnTo>
                  <a:lnTo>
                    <a:pt x="1048226" y="4747332"/>
                  </a:lnTo>
                  <a:lnTo>
                    <a:pt x="1048372" y="4747332"/>
                  </a:lnTo>
                  <a:lnTo>
                    <a:pt x="1048372" y="4746708"/>
                  </a:lnTo>
                  <a:lnTo>
                    <a:pt x="1048517" y="4746708"/>
                  </a:lnTo>
                  <a:lnTo>
                    <a:pt x="1048663" y="4746708"/>
                  </a:lnTo>
                  <a:lnTo>
                    <a:pt x="1048808" y="4746708"/>
                  </a:lnTo>
                  <a:lnTo>
                    <a:pt x="1048808" y="4746085"/>
                  </a:lnTo>
                  <a:lnTo>
                    <a:pt x="1048954" y="4746085"/>
                  </a:lnTo>
                  <a:lnTo>
                    <a:pt x="1049099" y="4746085"/>
                  </a:lnTo>
                  <a:lnTo>
                    <a:pt x="1049244" y="4746085"/>
                  </a:lnTo>
                  <a:lnTo>
                    <a:pt x="1049244" y="4745461"/>
                  </a:lnTo>
                  <a:lnTo>
                    <a:pt x="1049390" y="4745461"/>
                  </a:lnTo>
                  <a:lnTo>
                    <a:pt x="1049390" y="4744837"/>
                  </a:lnTo>
                  <a:lnTo>
                    <a:pt x="1049535" y="4744837"/>
                  </a:lnTo>
                  <a:lnTo>
                    <a:pt x="1049681" y="4744837"/>
                  </a:lnTo>
                  <a:lnTo>
                    <a:pt x="1049681" y="4744214"/>
                  </a:lnTo>
                  <a:lnTo>
                    <a:pt x="1049681" y="4743590"/>
                  </a:lnTo>
                  <a:lnTo>
                    <a:pt x="1049826" y="4743590"/>
                  </a:lnTo>
                  <a:lnTo>
                    <a:pt x="1049972" y="4743590"/>
                  </a:lnTo>
                  <a:lnTo>
                    <a:pt x="1050117" y="4743590"/>
                  </a:lnTo>
                  <a:lnTo>
                    <a:pt x="1050262" y="4743590"/>
                  </a:lnTo>
                  <a:lnTo>
                    <a:pt x="1050408" y="4743590"/>
                  </a:lnTo>
                  <a:lnTo>
                    <a:pt x="1050553" y="4743590"/>
                  </a:lnTo>
                  <a:lnTo>
                    <a:pt x="1050699" y="4743590"/>
                  </a:lnTo>
                  <a:lnTo>
                    <a:pt x="1050844" y="4743590"/>
                  </a:lnTo>
                  <a:lnTo>
                    <a:pt x="1050990" y="4743590"/>
                  </a:lnTo>
                  <a:lnTo>
                    <a:pt x="1050990" y="4742967"/>
                  </a:lnTo>
                  <a:lnTo>
                    <a:pt x="1050990" y="4742343"/>
                  </a:lnTo>
                  <a:lnTo>
                    <a:pt x="1051135" y="4742343"/>
                  </a:lnTo>
                  <a:lnTo>
                    <a:pt x="1051280" y="4742343"/>
                  </a:lnTo>
                  <a:lnTo>
                    <a:pt x="1051426" y="4742343"/>
                  </a:lnTo>
                  <a:lnTo>
                    <a:pt x="1051426" y="4741719"/>
                  </a:lnTo>
                  <a:lnTo>
                    <a:pt x="1051571" y="4741719"/>
                  </a:lnTo>
                  <a:lnTo>
                    <a:pt x="1051717" y="4741719"/>
                  </a:lnTo>
                  <a:lnTo>
                    <a:pt x="1051862" y="4741719"/>
                  </a:lnTo>
                  <a:lnTo>
                    <a:pt x="1051862" y="4741096"/>
                  </a:lnTo>
                  <a:lnTo>
                    <a:pt x="1052008" y="4741096"/>
                  </a:lnTo>
                  <a:lnTo>
                    <a:pt x="1052153" y="4741096"/>
                  </a:lnTo>
                  <a:lnTo>
                    <a:pt x="1052298" y="4741096"/>
                  </a:lnTo>
                  <a:lnTo>
                    <a:pt x="1052444" y="4741096"/>
                  </a:lnTo>
                  <a:lnTo>
                    <a:pt x="1052444" y="4740472"/>
                  </a:lnTo>
                  <a:lnTo>
                    <a:pt x="1052444" y="4739849"/>
                  </a:lnTo>
                  <a:lnTo>
                    <a:pt x="1052589" y="4739849"/>
                  </a:lnTo>
                  <a:lnTo>
                    <a:pt x="1052735" y="4739849"/>
                  </a:lnTo>
                  <a:lnTo>
                    <a:pt x="1052880" y="4739849"/>
                  </a:lnTo>
                  <a:lnTo>
                    <a:pt x="1053026" y="4739849"/>
                  </a:lnTo>
                  <a:lnTo>
                    <a:pt x="1053171" y="4739849"/>
                  </a:lnTo>
                  <a:lnTo>
                    <a:pt x="1053316" y="4739849"/>
                  </a:lnTo>
                  <a:lnTo>
                    <a:pt x="1053462" y="4739849"/>
                  </a:lnTo>
                  <a:lnTo>
                    <a:pt x="1053607" y="4739849"/>
                  </a:lnTo>
                  <a:lnTo>
                    <a:pt x="1053753" y="4739849"/>
                  </a:lnTo>
                  <a:lnTo>
                    <a:pt x="1053753" y="4739225"/>
                  </a:lnTo>
                  <a:lnTo>
                    <a:pt x="1053898" y="4739225"/>
                  </a:lnTo>
                  <a:lnTo>
                    <a:pt x="1054043" y="4739225"/>
                  </a:lnTo>
                  <a:lnTo>
                    <a:pt x="1054189" y="4739225"/>
                  </a:lnTo>
                  <a:lnTo>
                    <a:pt x="1054334" y="4739225"/>
                  </a:lnTo>
                  <a:lnTo>
                    <a:pt x="1054480" y="4739225"/>
                  </a:lnTo>
                  <a:lnTo>
                    <a:pt x="1054625" y="4739225"/>
                  </a:lnTo>
                  <a:lnTo>
                    <a:pt x="1054771" y="4739225"/>
                  </a:lnTo>
                  <a:lnTo>
                    <a:pt x="1054916" y="4739225"/>
                  </a:lnTo>
                  <a:lnTo>
                    <a:pt x="1055061" y="4739225"/>
                  </a:lnTo>
                  <a:lnTo>
                    <a:pt x="1055207" y="4739225"/>
                  </a:lnTo>
                  <a:lnTo>
                    <a:pt x="1055352" y="4739225"/>
                  </a:lnTo>
                  <a:lnTo>
                    <a:pt x="1055352" y="4738602"/>
                  </a:lnTo>
                  <a:lnTo>
                    <a:pt x="1055498" y="4738602"/>
                  </a:lnTo>
                  <a:lnTo>
                    <a:pt x="1055498" y="4737978"/>
                  </a:lnTo>
                  <a:lnTo>
                    <a:pt x="1055643" y="4737978"/>
                  </a:lnTo>
                  <a:lnTo>
                    <a:pt x="1055789" y="4737978"/>
                  </a:lnTo>
                  <a:lnTo>
                    <a:pt x="1055934" y="4737978"/>
                  </a:lnTo>
                  <a:lnTo>
                    <a:pt x="1056079" y="4737978"/>
                  </a:lnTo>
                  <a:lnTo>
                    <a:pt x="1056225" y="4737978"/>
                  </a:lnTo>
                  <a:lnTo>
                    <a:pt x="1056370" y="4737978"/>
                  </a:lnTo>
                  <a:lnTo>
                    <a:pt x="1056370" y="4737354"/>
                  </a:lnTo>
                  <a:lnTo>
                    <a:pt x="1056516" y="4737354"/>
                  </a:lnTo>
                  <a:lnTo>
                    <a:pt x="1056661" y="4737354"/>
                  </a:lnTo>
                  <a:lnTo>
                    <a:pt x="1056807" y="4737354"/>
                  </a:lnTo>
                  <a:lnTo>
                    <a:pt x="1056807" y="4736731"/>
                  </a:lnTo>
                  <a:lnTo>
                    <a:pt x="1056807" y="4736107"/>
                  </a:lnTo>
                  <a:lnTo>
                    <a:pt x="1056952" y="4736107"/>
                  </a:lnTo>
                  <a:lnTo>
                    <a:pt x="1056952" y="4735484"/>
                  </a:lnTo>
                  <a:lnTo>
                    <a:pt x="1057097" y="4735484"/>
                  </a:lnTo>
                  <a:lnTo>
                    <a:pt x="1057097" y="4734860"/>
                  </a:lnTo>
                  <a:lnTo>
                    <a:pt x="1057243" y="4734860"/>
                  </a:lnTo>
                  <a:lnTo>
                    <a:pt x="1057388" y="4734860"/>
                  </a:lnTo>
                  <a:lnTo>
                    <a:pt x="1057534" y="4734860"/>
                  </a:lnTo>
                  <a:lnTo>
                    <a:pt x="1057679" y="4734860"/>
                  </a:lnTo>
                  <a:lnTo>
                    <a:pt x="1057825" y="4734860"/>
                  </a:lnTo>
                  <a:lnTo>
                    <a:pt x="1057970" y="4734860"/>
                  </a:lnTo>
                  <a:lnTo>
                    <a:pt x="1058115" y="4734860"/>
                  </a:lnTo>
                  <a:lnTo>
                    <a:pt x="1058261" y="4734860"/>
                  </a:lnTo>
                  <a:lnTo>
                    <a:pt x="1058261" y="4734236"/>
                  </a:lnTo>
                  <a:lnTo>
                    <a:pt x="1058406" y="4734236"/>
                  </a:lnTo>
                  <a:lnTo>
                    <a:pt x="1058552" y="4734236"/>
                  </a:lnTo>
                  <a:lnTo>
                    <a:pt x="1058697" y="4734236"/>
                  </a:lnTo>
                  <a:lnTo>
                    <a:pt x="1058697" y="4733613"/>
                  </a:lnTo>
                  <a:lnTo>
                    <a:pt x="1058843" y="4733613"/>
                  </a:lnTo>
                  <a:lnTo>
                    <a:pt x="1058988" y="4733613"/>
                  </a:lnTo>
                  <a:lnTo>
                    <a:pt x="1059133" y="4733613"/>
                  </a:lnTo>
                  <a:lnTo>
                    <a:pt x="1059279" y="4733613"/>
                  </a:lnTo>
                  <a:lnTo>
                    <a:pt x="1059424" y="4733613"/>
                  </a:lnTo>
                  <a:lnTo>
                    <a:pt x="1059570" y="4733613"/>
                  </a:lnTo>
                  <a:lnTo>
                    <a:pt x="1059570" y="4732989"/>
                  </a:lnTo>
                  <a:lnTo>
                    <a:pt x="1059715" y="4732989"/>
                  </a:lnTo>
                  <a:lnTo>
                    <a:pt x="1059715" y="4732366"/>
                  </a:lnTo>
                  <a:lnTo>
                    <a:pt x="1059861" y="4732366"/>
                  </a:lnTo>
                  <a:lnTo>
                    <a:pt x="1060006" y="4732366"/>
                  </a:lnTo>
                  <a:lnTo>
                    <a:pt x="1060006" y="4731742"/>
                  </a:lnTo>
                  <a:lnTo>
                    <a:pt x="1060151" y="4731742"/>
                  </a:lnTo>
                  <a:lnTo>
                    <a:pt x="1060297" y="4731742"/>
                  </a:lnTo>
                  <a:lnTo>
                    <a:pt x="1060442" y="4731742"/>
                  </a:lnTo>
                  <a:lnTo>
                    <a:pt x="1060588" y="4731742"/>
                  </a:lnTo>
                  <a:lnTo>
                    <a:pt x="1060733" y="4731742"/>
                  </a:lnTo>
                  <a:lnTo>
                    <a:pt x="1060878" y="4731742"/>
                  </a:lnTo>
                  <a:lnTo>
                    <a:pt x="1061024" y="4731742"/>
                  </a:lnTo>
                  <a:lnTo>
                    <a:pt x="1061024" y="4731119"/>
                  </a:lnTo>
                  <a:lnTo>
                    <a:pt x="1061169" y="4731119"/>
                  </a:lnTo>
                  <a:lnTo>
                    <a:pt x="1061315" y="4731119"/>
                  </a:lnTo>
                  <a:lnTo>
                    <a:pt x="1061460" y="4731119"/>
                  </a:lnTo>
                  <a:lnTo>
                    <a:pt x="1061606" y="4731119"/>
                  </a:lnTo>
                  <a:lnTo>
                    <a:pt x="1061606" y="4730495"/>
                  </a:lnTo>
                  <a:lnTo>
                    <a:pt x="1061751" y="4730495"/>
                  </a:lnTo>
                  <a:lnTo>
                    <a:pt x="1061751" y="4729871"/>
                  </a:lnTo>
                  <a:lnTo>
                    <a:pt x="1061896" y="4729871"/>
                  </a:lnTo>
                  <a:lnTo>
                    <a:pt x="1062042" y="4729871"/>
                  </a:lnTo>
                  <a:lnTo>
                    <a:pt x="1062187" y="4729871"/>
                  </a:lnTo>
                  <a:lnTo>
                    <a:pt x="1062187" y="4729248"/>
                  </a:lnTo>
                  <a:lnTo>
                    <a:pt x="1062333" y="4729248"/>
                  </a:lnTo>
                  <a:lnTo>
                    <a:pt x="1062333" y="4728624"/>
                  </a:lnTo>
                  <a:lnTo>
                    <a:pt x="1062478" y="4728624"/>
                  </a:lnTo>
                  <a:lnTo>
                    <a:pt x="1062624" y="4728624"/>
                  </a:lnTo>
                  <a:lnTo>
                    <a:pt x="1062769" y="4728624"/>
                  </a:lnTo>
                  <a:lnTo>
                    <a:pt x="1062769" y="4728001"/>
                  </a:lnTo>
                  <a:lnTo>
                    <a:pt x="1062914" y="4728001"/>
                  </a:lnTo>
                  <a:lnTo>
                    <a:pt x="1063060" y="4728001"/>
                  </a:lnTo>
                  <a:lnTo>
                    <a:pt x="1063205" y="4728001"/>
                  </a:lnTo>
                  <a:lnTo>
                    <a:pt x="1063205" y="4727377"/>
                  </a:lnTo>
                  <a:lnTo>
                    <a:pt x="1063351" y="4727377"/>
                  </a:lnTo>
                  <a:lnTo>
                    <a:pt x="1063496" y="4727377"/>
                  </a:lnTo>
                  <a:lnTo>
                    <a:pt x="1063642" y="4727377"/>
                  </a:lnTo>
                  <a:lnTo>
                    <a:pt x="1063787" y="4727377"/>
                  </a:lnTo>
                  <a:lnTo>
                    <a:pt x="1063932" y="4727377"/>
                  </a:lnTo>
                  <a:lnTo>
                    <a:pt x="1064078" y="4727377"/>
                  </a:lnTo>
                  <a:lnTo>
                    <a:pt x="1064223" y="4727377"/>
                  </a:lnTo>
                  <a:lnTo>
                    <a:pt x="1064369" y="4727377"/>
                  </a:lnTo>
                  <a:lnTo>
                    <a:pt x="1064514" y="4727377"/>
                  </a:lnTo>
                  <a:lnTo>
                    <a:pt x="1064660" y="4727377"/>
                  </a:lnTo>
                  <a:lnTo>
                    <a:pt x="1064805" y="4727377"/>
                  </a:lnTo>
                  <a:lnTo>
                    <a:pt x="1064950" y="4727377"/>
                  </a:lnTo>
                  <a:lnTo>
                    <a:pt x="1065096" y="4727377"/>
                  </a:lnTo>
                  <a:lnTo>
                    <a:pt x="1065241" y="4727377"/>
                  </a:lnTo>
                  <a:lnTo>
                    <a:pt x="1065387" y="4727377"/>
                  </a:lnTo>
                  <a:lnTo>
                    <a:pt x="1065532" y="4727377"/>
                  </a:lnTo>
                  <a:lnTo>
                    <a:pt x="1065678" y="4727377"/>
                  </a:lnTo>
                  <a:lnTo>
                    <a:pt x="1065823" y="4727377"/>
                  </a:lnTo>
                  <a:lnTo>
                    <a:pt x="1065968" y="4727377"/>
                  </a:lnTo>
                  <a:lnTo>
                    <a:pt x="1065968" y="4726753"/>
                  </a:lnTo>
                  <a:lnTo>
                    <a:pt x="1066114" y="4726753"/>
                  </a:lnTo>
                  <a:lnTo>
                    <a:pt x="1066114" y="4726130"/>
                  </a:lnTo>
                  <a:lnTo>
                    <a:pt x="1066259" y="4726130"/>
                  </a:lnTo>
                  <a:lnTo>
                    <a:pt x="1066405" y="4726130"/>
                  </a:lnTo>
                  <a:lnTo>
                    <a:pt x="1066550" y="4726130"/>
                  </a:lnTo>
                  <a:lnTo>
                    <a:pt x="1066550" y="4725506"/>
                  </a:lnTo>
                  <a:lnTo>
                    <a:pt x="1066696" y="4725506"/>
                  </a:lnTo>
                  <a:lnTo>
                    <a:pt x="1066841" y="4725506"/>
                  </a:lnTo>
                  <a:lnTo>
                    <a:pt x="1066986" y="4725506"/>
                  </a:lnTo>
                  <a:lnTo>
                    <a:pt x="1067132" y="4725506"/>
                  </a:lnTo>
                  <a:lnTo>
                    <a:pt x="1067277" y="4725506"/>
                  </a:lnTo>
                  <a:lnTo>
                    <a:pt x="1067277" y="4724883"/>
                  </a:lnTo>
                  <a:lnTo>
                    <a:pt x="1067423" y="4724883"/>
                  </a:lnTo>
                  <a:lnTo>
                    <a:pt x="1067568" y="4724883"/>
                  </a:lnTo>
                  <a:lnTo>
                    <a:pt x="1067713" y="4724883"/>
                  </a:lnTo>
                  <a:lnTo>
                    <a:pt x="1067859" y="4724883"/>
                  </a:lnTo>
                  <a:lnTo>
                    <a:pt x="1068004" y="4724883"/>
                  </a:lnTo>
                  <a:lnTo>
                    <a:pt x="1068150" y="4724883"/>
                  </a:lnTo>
                  <a:lnTo>
                    <a:pt x="1068150" y="4724259"/>
                  </a:lnTo>
                  <a:lnTo>
                    <a:pt x="1068150" y="4723636"/>
                  </a:lnTo>
                  <a:lnTo>
                    <a:pt x="1068295" y="4723636"/>
                  </a:lnTo>
                  <a:lnTo>
                    <a:pt x="1068295" y="4723012"/>
                  </a:lnTo>
                  <a:lnTo>
                    <a:pt x="1068441" y="4723012"/>
                  </a:lnTo>
                  <a:lnTo>
                    <a:pt x="1068586" y="4723012"/>
                  </a:lnTo>
                  <a:lnTo>
                    <a:pt x="1068731" y="4723012"/>
                  </a:lnTo>
                  <a:lnTo>
                    <a:pt x="1068877" y="4723012"/>
                  </a:lnTo>
                  <a:lnTo>
                    <a:pt x="1069022" y="4723012"/>
                  </a:lnTo>
                  <a:lnTo>
                    <a:pt x="1069168" y="4723012"/>
                  </a:lnTo>
                  <a:lnTo>
                    <a:pt x="1069313" y="4723012"/>
                  </a:lnTo>
                  <a:lnTo>
                    <a:pt x="1069459" y="4723012"/>
                  </a:lnTo>
                  <a:lnTo>
                    <a:pt x="1069604" y="4723012"/>
                  </a:lnTo>
                  <a:lnTo>
                    <a:pt x="1069749" y="4723012"/>
                  </a:lnTo>
                  <a:lnTo>
                    <a:pt x="1069895" y="4723012"/>
                  </a:lnTo>
                  <a:lnTo>
                    <a:pt x="1070040" y="4723012"/>
                  </a:lnTo>
                  <a:lnTo>
                    <a:pt x="1070040" y="4722388"/>
                  </a:lnTo>
                  <a:lnTo>
                    <a:pt x="1070040" y="4721765"/>
                  </a:lnTo>
                  <a:lnTo>
                    <a:pt x="1070186" y="4721765"/>
                  </a:lnTo>
                  <a:lnTo>
                    <a:pt x="1070331" y="4721765"/>
                  </a:lnTo>
                  <a:lnTo>
                    <a:pt x="1070331" y="4721141"/>
                  </a:lnTo>
                  <a:lnTo>
                    <a:pt x="1070477" y="4721141"/>
                  </a:lnTo>
                  <a:lnTo>
                    <a:pt x="1070477" y="4720518"/>
                  </a:lnTo>
                  <a:lnTo>
                    <a:pt x="1070622" y="4720518"/>
                  </a:lnTo>
                  <a:lnTo>
                    <a:pt x="1070622" y="4719894"/>
                  </a:lnTo>
                  <a:lnTo>
                    <a:pt x="1070622" y="4719270"/>
                  </a:lnTo>
                  <a:lnTo>
                    <a:pt x="1070622" y="4718647"/>
                  </a:lnTo>
                  <a:lnTo>
                    <a:pt x="1070767" y="4718647"/>
                  </a:lnTo>
                  <a:lnTo>
                    <a:pt x="1070767" y="4718023"/>
                  </a:lnTo>
                  <a:lnTo>
                    <a:pt x="1070767" y="4717400"/>
                  </a:lnTo>
                  <a:lnTo>
                    <a:pt x="1070767" y="4716776"/>
                  </a:lnTo>
                  <a:lnTo>
                    <a:pt x="1070913" y="4716776"/>
                  </a:lnTo>
                  <a:lnTo>
                    <a:pt x="1070913" y="4716153"/>
                  </a:lnTo>
                  <a:lnTo>
                    <a:pt x="1070913" y="4715529"/>
                  </a:lnTo>
                  <a:lnTo>
                    <a:pt x="1071058" y="4715529"/>
                  </a:lnTo>
                  <a:lnTo>
                    <a:pt x="1071204" y="4715529"/>
                  </a:lnTo>
                  <a:lnTo>
                    <a:pt x="1071349" y="4715529"/>
                  </a:lnTo>
                  <a:lnTo>
                    <a:pt x="1071495" y="4715529"/>
                  </a:lnTo>
                  <a:lnTo>
                    <a:pt x="1071495" y="4714905"/>
                  </a:lnTo>
                  <a:lnTo>
                    <a:pt x="1071640" y="4714905"/>
                  </a:lnTo>
                  <a:lnTo>
                    <a:pt x="1071785" y="4714905"/>
                  </a:lnTo>
                  <a:lnTo>
                    <a:pt x="1071785" y="4714282"/>
                  </a:lnTo>
                  <a:lnTo>
                    <a:pt x="1071931" y="4714282"/>
                  </a:lnTo>
                  <a:lnTo>
                    <a:pt x="1071931" y="4713658"/>
                  </a:lnTo>
                  <a:lnTo>
                    <a:pt x="1071931" y="4713035"/>
                  </a:lnTo>
                  <a:lnTo>
                    <a:pt x="1072076" y="4713035"/>
                  </a:lnTo>
                  <a:lnTo>
                    <a:pt x="1072076" y="4712411"/>
                  </a:lnTo>
                  <a:lnTo>
                    <a:pt x="1072222" y="4712411"/>
                  </a:lnTo>
                  <a:lnTo>
                    <a:pt x="1072222" y="4711788"/>
                  </a:lnTo>
                  <a:lnTo>
                    <a:pt x="1072367" y="4711788"/>
                  </a:lnTo>
                  <a:lnTo>
                    <a:pt x="1072513" y="4711788"/>
                  </a:lnTo>
                  <a:lnTo>
                    <a:pt x="1072658" y="4711788"/>
                  </a:lnTo>
                  <a:lnTo>
                    <a:pt x="1072658" y="4711164"/>
                  </a:lnTo>
                  <a:lnTo>
                    <a:pt x="1072803" y="4711164"/>
                  </a:lnTo>
                  <a:lnTo>
                    <a:pt x="1072803" y="4710540"/>
                  </a:lnTo>
                  <a:lnTo>
                    <a:pt x="1072949" y="4710540"/>
                  </a:lnTo>
                  <a:lnTo>
                    <a:pt x="1072949" y="4709917"/>
                  </a:lnTo>
                  <a:lnTo>
                    <a:pt x="1073094" y="4709917"/>
                  </a:lnTo>
                  <a:lnTo>
                    <a:pt x="1073240" y="4709917"/>
                  </a:lnTo>
                  <a:lnTo>
                    <a:pt x="1073240" y="4709293"/>
                  </a:lnTo>
                  <a:lnTo>
                    <a:pt x="1073385" y="4709293"/>
                  </a:lnTo>
                  <a:lnTo>
                    <a:pt x="1073385" y="4708670"/>
                  </a:lnTo>
                  <a:lnTo>
                    <a:pt x="1073385" y="4708046"/>
                  </a:lnTo>
                  <a:lnTo>
                    <a:pt x="1073530" y="4708046"/>
                  </a:lnTo>
                  <a:lnTo>
                    <a:pt x="1073676" y="4708046"/>
                  </a:lnTo>
                  <a:lnTo>
                    <a:pt x="1073821" y="4708046"/>
                  </a:lnTo>
                  <a:lnTo>
                    <a:pt x="1073967" y="4708046"/>
                  </a:lnTo>
                  <a:lnTo>
                    <a:pt x="1074112" y="4708046"/>
                  </a:lnTo>
                  <a:lnTo>
                    <a:pt x="1074258" y="4708046"/>
                  </a:lnTo>
                  <a:lnTo>
                    <a:pt x="1074403" y="4708046"/>
                  </a:lnTo>
                  <a:lnTo>
                    <a:pt x="1074548" y="4708046"/>
                  </a:lnTo>
                  <a:lnTo>
                    <a:pt x="1074694" y="4708046"/>
                  </a:lnTo>
                  <a:lnTo>
                    <a:pt x="1074694" y="4707422"/>
                  </a:lnTo>
                  <a:lnTo>
                    <a:pt x="1074694" y="4706799"/>
                  </a:lnTo>
                  <a:lnTo>
                    <a:pt x="1074839" y="4706799"/>
                  </a:lnTo>
                  <a:lnTo>
                    <a:pt x="1074985" y="4706799"/>
                  </a:lnTo>
                  <a:lnTo>
                    <a:pt x="1075130" y="4706799"/>
                  </a:lnTo>
                  <a:lnTo>
                    <a:pt x="1075276" y="4706799"/>
                  </a:lnTo>
                  <a:lnTo>
                    <a:pt x="1075276" y="4706175"/>
                  </a:lnTo>
                  <a:lnTo>
                    <a:pt x="1075421" y="4706175"/>
                  </a:lnTo>
                  <a:lnTo>
                    <a:pt x="1075566" y="4706175"/>
                  </a:lnTo>
                  <a:lnTo>
                    <a:pt x="1075712" y="4706175"/>
                  </a:lnTo>
                  <a:lnTo>
                    <a:pt x="1075857" y="4706175"/>
                  </a:lnTo>
                  <a:lnTo>
                    <a:pt x="1076003" y="4706175"/>
                  </a:lnTo>
                  <a:lnTo>
                    <a:pt x="1076148" y="4706175"/>
                  </a:lnTo>
                  <a:lnTo>
                    <a:pt x="1076148" y="4705552"/>
                  </a:lnTo>
                  <a:lnTo>
                    <a:pt x="1076294" y="4705552"/>
                  </a:lnTo>
                  <a:lnTo>
                    <a:pt x="1076294" y="4704928"/>
                  </a:lnTo>
                  <a:lnTo>
                    <a:pt x="1076294" y="4704305"/>
                  </a:lnTo>
                  <a:lnTo>
                    <a:pt x="1076439" y="4704305"/>
                  </a:lnTo>
                  <a:lnTo>
                    <a:pt x="1076439" y="4703681"/>
                  </a:lnTo>
                  <a:lnTo>
                    <a:pt x="1076584" y="4703681"/>
                  </a:lnTo>
                  <a:lnTo>
                    <a:pt x="1076584" y="4703057"/>
                  </a:lnTo>
                  <a:lnTo>
                    <a:pt x="1076730" y="4703057"/>
                  </a:lnTo>
                  <a:lnTo>
                    <a:pt x="1076875" y="4703057"/>
                  </a:lnTo>
                  <a:lnTo>
                    <a:pt x="1077021" y="4703057"/>
                  </a:lnTo>
                  <a:lnTo>
                    <a:pt x="1077166" y="4703057"/>
                  </a:lnTo>
                  <a:lnTo>
                    <a:pt x="1077312" y="4703057"/>
                  </a:lnTo>
                  <a:lnTo>
                    <a:pt x="1077312" y="4702434"/>
                  </a:lnTo>
                  <a:lnTo>
                    <a:pt x="1077457" y="4702434"/>
                  </a:lnTo>
                  <a:lnTo>
                    <a:pt x="1077602" y="4702434"/>
                  </a:lnTo>
                  <a:lnTo>
                    <a:pt x="1077748" y="4702434"/>
                  </a:lnTo>
                  <a:lnTo>
                    <a:pt x="1077893" y="4702434"/>
                  </a:lnTo>
                  <a:lnTo>
                    <a:pt x="1078039" y="4702434"/>
                  </a:lnTo>
                  <a:lnTo>
                    <a:pt x="1078184" y="4702434"/>
                  </a:lnTo>
                  <a:lnTo>
                    <a:pt x="1078330" y="4702434"/>
                  </a:lnTo>
                  <a:lnTo>
                    <a:pt x="1078475" y="4702434"/>
                  </a:lnTo>
                  <a:lnTo>
                    <a:pt x="1078620" y="4702434"/>
                  </a:lnTo>
                  <a:lnTo>
                    <a:pt x="1078766" y="4702434"/>
                  </a:lnTo>
                  <a:lnTo>
                    <a:pt x="1078766" y="4701810"/>
                  </a:lnTo>
                  <a:lnTo>
                    <a:pt x="1078766" y="4701187"/>
                  </a:lnTo>
                  <a:lnTo>
                    <a:pt x="1078911" y="4701187"/>
                  </a:lnTo>
                  <a:lnTo>
                    <a:pt x="1079057" y="4701187"/>
                  </a:lnTo>
                  <a:lnTo>
                    <a:pt x="1079202" y="4701187"/>
                  </a:lnTo>
                  <a:lnTo>
                    <a:pt x="1079202" y="4700563"/>
                  </a:lnTo>
                  <a:lnTo>
                    <a:pt x="1079348" y="4700563"/>
                  </a:lnTo>
                  <a:lnTo>
                    <a:pt x="1079493" y="4700563"/>
                  </a:lnTo>
                  <a:lnTo>
                    <a:pt x="1079638" y="4700563"/>
                  </a:lnTo>
                  <a:lnTo>
                    <a:pt x="1079784" y="4700563"/>
                  </a:lnTo>
                  <a:lnTo>
                    <a:pt x="1079929" y="4700563"/>
                  </a:lnTo>
                  <a:lnTo>
                    <a:pt x="1080075" y="4700563"/>
                  </a:lnTo>
                  <a:lnTo>
                    <a:pt x="1080220" y="4700563"/>
                  </a:lnTo>
                  <a:lnTo>
                    <a:pt x="1080365" y="4700563"/>
                  </a:lnTo>
                  <a:lnTo>
                    <a:pt x="1080511" y="4700563"/>
                  </a:lnTo>
                  <a:lnTo>
                    <a:pt x="1080511" y="4699939"/>
                  </a:lnTo>
                  <a:lnTo>
                    <a:pt x="1080656" y="4699939"/>
                  </a:lnTo>
                  <a:lnTo>
                    <a:pt x="1080656" y="4699316"/>
                  </a:lnTo>
                  <a:lnTo>
                    <a:pt x="1080656" y="4698692"/>
                  </a:lnTo>
                  <a:lnTo>
                    <a:pt x="1080802" y="4698692"/>
                  </a:lnTo>
                  <a:lnTo>
                    <a:pt x="1080947" y="4698692"/>
                  </a:lnTo>
                  <a:lnTo>
                    <a:pt x="1081093" y="4698692"/>
                  </a:lnTo>
                  <a:lnTo>
                    <a:pt x="1081238" y="4698692"/>
                  </a:lnTo>
                  <a:lnTo>
                    <a:pt x="1081383" y="4698692"/>
                  </a:lnTo>
                  <a:lnTo>
                    <a:pt x="1081529" y="4698692"/>
                  </a:lnTo>
                  <a:lnTo>
                    <a:pt x="1081674" y="4698692"/>
                  </a:lnTo>
                  <a:lnTo>
                    <a:pt x="1081820" y="4698692"/>
                  </a:lnTo>
                  <a:lnTo>
                    <a:pt x="1081965" y="4698692"/>
                  </a:lnTo>
                  <a:lnTo>
                    <a:pt x="1082111" y="4698692"/>
                  </a:lnTo>
                  <a:lnTo>
                    <a:pt x="1082256" y="4698692"/>
                  </a:lnTo>
                  <a:lnTo>
                    <a:pt x="1082256" y="4698069"/>
                  </a:lnTo>
                  <a:lnTo>
                    <a:pt x="1082401" y="4698069"/>
                  </a:lnTo>
                  <a:lnTo>
                    <a:pt x="1082547" y="4698069"/>
                  </a:lnTo>
                  <a:lnTo>
                    <a:pt x="1082692" y="4698069"/>
                  </a:lnTo>
                  <a:lnTo>
                    <a:pt x="1082838" y="4698069"/>
                  </a:lnTo>
                  <a:lnTo>
                    <a:pt x="1082983" y="4698069"/>
                  </a:lnTo>
                  <a:lnTo>
                    <a:pt x="1083129" y="4698069"/>
                  </a:lnTo>
                  <a:lnTo>
                    <a:pt x="1083274" y="4698069"/>
                  </a:lnTo>
                  <a:lnTo>
                    <a:pt x="1083419" y="4698069"/>
                  </a:lnTo>
                  <a:lnTo>
                    <a:pt x="1083565" y="4698069"/>
                  </a:lnTo>
                  <a:lnTo>
                    <a:pt x="1083565" y="4697445"/>
                  </a:lnTo>
                  <a:lnTo>
                    <a:pt x="1083565" y="4696822"/>
                  </a:lnTo>
                  <a:lnTo>
                    <a:pt x="1083710" y="4696822"/>
                  </a:lnTo>
                  <a:lnTo>
                    <a:pt x="1083710" y="4696198"/>
                  </a:lnTo>
                  <a:lnTo>
                    <a:pt x="1083710" y="4695574"/>
                  </a:lnTo>
                  <a:lnTo>
                    <a:pt x="1083856" y="4695574"/>
                  </a:lnTo>
                  <a:lnTo>
                    <a:pt x="1083856" y="4694951"/>
                  </a:lnTo>
                  <a:lnTo>
                    <a:pt x="1084001" y="4694951"/>
                  </a:lnTo>
                  <a:lnTo>
                    <a:pt x="1084147" y="4694951"/>
                  </a:lnTo>
                  <a:lnTo>
                    <a:pt x="1084147" y="4694327"/>
                  </a:lnTo>
                  <a:lnTo>
                    <a:pt x="1084292" y="4694327"/>
                  </a:lnTo>
                  <a:lnTo>
                    <a:pt x="1084437" y="4694327"/>
                  </a:lnTo>
                  <a:lnTo>
                    <a:pt x="1084583" y="4694327"/>
                  </a:lnTo>
                  <a:lnTo>
                    <a:pt x="1084728" y="4694327"/>
                  </a:lnTo>
                  <a:lnTo>
                    <a:pt x="1084874" y="4694327"/>
                  </a:lnTo>
                  <a:lnTo>
                    <a:pt x="1085019" y="4694327"/>
                  </a:lnTo>
                  <a:lnTo>
                    <a:pt x="1085165" y="4694327"/>
                  </a:lnTo>
                  <a:lnTo>
                    <a:pt x="1085310" y="4694327"/>
                  </a:lnTo>
                  <a:lnTo>
                    <a:pt x="1085455" y="4694327"/>
                  </a:lnTo>
                  <a:lnTo>
                    <a:pt x="1085455" y="4693704"/>
                  </a:lnTo>
                  <a:lnTo>
                    <a:pt x="1085455" y="4693080"/>
                  </a:lnTo>
                  <a:lnTo>
                    <a:pt x="1085601" y="4693080"/>
                  </a:lnTo>
                  <a:lnTo>
                    <a:pt x="1085746" y="4693080"/>
                  </a:lnTo>
                  <a:lnTo>
                    <a:pt x="1085892" y="4693080"/>
                  </a:lnTo>
                  <a:lnTo>
                    <a:pt x="1086037" y="4693080"/>
                  </a:lnTo>
                  <a:lnTo>
                    <a:pt x="1086183" y="4693080"/>
                  </a:lnTo>
                  <a:lnTo>
                    <a:pt x="1086183" y="4692456"/>
                  </a:lnTo>
                  <a:lnTo>
                    <a:pt x="1086328" y="4692456"/>
                  </a:lnTo>
                  <a:lnTo>
                    <a:pt x="1086328" y="4691833"/>
                  </a:lnTo>
                  <a:lnTo>
                    <a:pt x="1086473" y="4691833"/>
                  </a:lnTo>
                  <a:lnTo>
                    <a:pt x="1086619" y="4691833"/>
                  </a:lnTo>
                  <a:lnTo>
                    <a:pt x="1086764" y="4691833"/>
                  </a:lnTo>
                  <a:lnTo>
                    <a:pt x="1086764" y="4691209"/>
                  </a:lnTo>
                  <a:lnTo>
                    <a:pt x="1086910" y="4691209"/>
                  </a:lnTo>
                  <a:lnTo>
                    <a:pt x="1087055" y="4691209"/>
                  </a:lnTo>
                  <a:lnTo>
                    <a:pt x="1087200" y="4691209"/>
                  </a:lnTo>
                  <a:lnTo>
                    <a:pt x="1087346" y="4691209"/>
                  </a:lnTo>
                  <a:lnTo>
                    <a:pt x="1087491" y="4691209"/>
                  </a:lnTo>
                  <a:lnTo>
                    <a:pt x="1087491" y="4690586"/>
                  </a:lnTo>
                  <a:lnTo>
                    <a:pt x="1087637" y="4690586"/>
                  </a:lnTo>
                  <a:lnTo>
                    <a:pt x="1087782" y="4690586"/>
                  </a:lnTo>
                  <a:lnTo>
                    <a:pt x="1087928" y="4690586"/>
                  </a:lnTo>
                  <a:lnTo>
                    <a:pt x="1088073" y="4690586"/>
                  </a:lnTo>
                  <a:lnTo>
                    <a:pt x="1088218" y="4690586"/>
                  </a:lnTo>
                  <a:lnTo>
                    <a:pt x="1088364" y="4690586"/>
                  </a:lnTo>
                  <a:lnTo>
                    <a:pt x="1088364" y="4689962"/>
                  </a:lnTo>
                  <a:lnTo>
                    <a:pt x="1088509" y="4689962"/>
                  </a:lnTo>
                  <a:lnTo>
                    <a:pt x="1088509" y="4689339"/>
                  </a:lnTo>
                  <a:lnTo>
                    <a:pt x="1088655" y="4689339"/>
                  </a:lnTo>
                  <a:lnTo>
                    <a:pt x="1088655" y="4688715"/>
                  </a:lnTo>
                  <a:lnTo>
                    <a:pt x="1088800" y="4688715"/>
                  </a:lnTo>
                  <a:lnTo>
                    <a:pt x="1088946" y="4688715"/>
                  </a:lnTo>
                  <a:lnTo>
                    <a:pt x="1088946" y="4688091"/>
                  </a:lnTo>
                  <a:lnTo>
                    <a:pt x="1089091" y="4688091"/>
                  </a:lnTo>
                  <a:lnTo>
                    <a:pt x="1089236" y="4688091"/>
                  </a:lnTo>
                  <a:lnTo>
                    <a:pt x="1089236" y="4687468"/>
                  </a:lnTo>
                  <a:lnTo>
                    <a:pt x="1089382" y="4687468"/>
                  </a:lnTo>
                  <a:lnTo>
                    <a:pt x="1089527" y="4687468"/>
                  </a:lnTo>
                  <a:lnTo>
                    <a:pt x="1089673" y="4687468"/>
                  </a:lnTo>
                  <a:lnTo>
                    <a:pt x="1089818" y="4687468"/>
                  </a:lnTo>
                  <a:lnTo>
                    <a:pt x="1089964" y="4687468"/>
                  </a:lnTo>
                  <a:lnTo>
                    <a:pt x="1090109" y="4687468"/>
                  </a:lnTo>
                  <a:lnTo>
                    <a:pt x="1090254" y="4687468"/>
                  </a:lnTo>
                  <a:lnTo>
                    <a:pt x="1090400" y="4687468"/>
                  </a:lnTo>
                  <a:lnTo>
                    <a:pt x="1090545" y="4687468"/>
                  </a:lnTo>
                  <a:lnTo>
                    <a:pt x="1090691" y="4687468"/>
                  </a:lnTo>
                  <a:lnTo>
                    <a:pt x="1090691" y="4686844"/>
                  </a:lnTo>
                  <a:lnTo>
                    <a:pt x="1090836" y="4686844"/>
                  </a:lnTo>
                  <a:lnTo>
                    <a:pt x="1090982" y="4686844"/>
                  </a:lnTo>
                  <a:lnTo>
                    <a:pt x="1091127" y="4686844"/>
                  </a:lnTo>
                  <a:lnTo>
                    <a:pt x="1091272" y="4686844"/>
                  </a:lnTo>
                  <a:lnTo>
                    <a:pt x="1091272" y="4686221"/>
                  </a:lnTo>
                  <a:lnTo>
                    <a:pt x="1091418" y="4686221"/>
                  </a:lnTo>
                  <a:lnTo>
                    <a:pt x="1091563" y="4686221"/>
                  </a:lnTo>
                  <a:lnTo>
                    <a:pt x="1091709" y="4686221"/>
                  </a:lnTo>
                  <a:lnTo>
                    <a:pt x="1091854" y="4686221"/>
                  </a:lnTo>
                  <a:lnTo>
                    <a:pt x="1092000" y="4686221"/>
                  </a:lnTo>
                  <a:lnTo>
                    <a:pt x="1092000" y="4685597"/>
                  </a:lnTo>
                  <a:lnTo>
                    <a:pt x="1092145" y="4685597"/>
                  </a:lnTo>
                  <a:lnTo>
                    <a:pt x="1092145" y="4684973"/>
                  </a:lnTo>
                  <a:lnTo>
                    <a:pt x="1092145" y="4684350"/>
                  </a:lnTo>
                  <a:lnTo>
                    <a:pt x="1092290" y="4684350"/>
                  </a:lnTo>
                  <a:lnTo>
                    <a:pt x="1092436" y="4684350"/>
                  </a:lnTo>
                  <a:lnTo>
                    <a:pt x="1092581" y="4684350"/>
                  </a:lnTo>
                  <a:lnTo>
                    <a:pt x="1092727" y="4684350"/>
                  </a:lnTo>
                  <a:lnTo>
                    <a:pt x="1092872" y="4684350"/>
                  </a:lnTo>
                  <a:lnTo>
                    <a:pt x="1093018" y="4684350"/>
                  </a:lnTo>
                  <a:lnTo>
                    <a:pt x="1093163" y="4684350"/>
                  </a:lnTo>
                  <a:lnTo>
                    <a:pt x="1093308" y="4684350"/>
                  </a:lnTo>
                  <a:lnTo>
                    <a:pt x="1093454" y="4684350"/>
                  </a:lnTo>
                  <a:lnTo>
                    <a:pt x="1093599" y="4684350"/>
                  </a:lnTo>
                  <a:lnTo>
                    <a:pt x="1093599" y="4683726"/>
                  </a:lnTo>
                  <a:lnTo>
                    <a:pt x="1093599" y="4683103"/>
                  </a:lnTo>
                  <a:lnTo>
                    <a:pt x="1093745" y="4683103"/>
                  </a:lnTo>
                  <a:lnTo>
                    <a:pt x="1093745" y="4682479"/>
                  </a:lnTo>
                  <a:lnTo>
                    <a:pt x="1093890" y="4682479"/>
                  </a:lnTo>
                  <a:lnTo>
                    <a:pt x="1094035" y="4682479"/>
                  </a:lnTo>
                  <a:lnTo>
                    <a:pt x="1094181" y="4682479"/>
                  </a:lnTo>
                  <a:lnTo>
                    <a:pt x="1094326" y="4682479"/>
                  </a:lnTo>
                  <a:lnTo>
                    <a:pt x="1094472" y="4682479"/>
                  </a:lnTo>
                  <a:lnTo>
                    <a:pt x="1094617" y="4682479"/>
                  </a:lnTo>
                  <a:lnTo>
                    <a:pt x="1094763" y="4682479"/>
                  </a:lnTo>
                  <a:lnTo>
                    <a:pt x="1094763" y="4681856"/>
                  </a:lnTo>
                  <a:lnTo>
                    <a:pt x="1094763" y="4681232"/>
                  </a:lnTo>
                  <a:lnTo>
                    <a:pt x="1094763" y="4680608"/>
                  </a:lnTo>
                  <a:lnTo>
                    <a:pt x="1094908" y="4680608"/>
                  </a:lnTo>
                  <a:lnTo>
                    <a:pt x="1095053" y="4680608"/>
                  </a:lnTo>
                  <a:lnTo>
                    <a:pt x="1095053" y="4679985"/>
                  </a:lnTo>
                  <a:lnTo>
                    <a:pt x="1095199" y="4679985"/>
                  </a:lnTo>
                  <a:lnTo>
                    <a:pt x="1095344" y="4679985"/>
                  </a:lnTo>
                  <a:lnTo>
                    <a:pt x="1095490" y="4679985"/>
                  </a:lnTo>
                  <a:lnTo>
                    <a:pt x="1095635" y="4679985"/>
                  </a:lnTo>
                  <a:lnTo>
                    <a:pt x="1095635" y="4679361"/>
                  </a:lnTo>
                  <a:lnTo>
                    <a:pt x="1095781" y="4679361"/>
                  </a:lnTo>
                  <a:lnTo>
                    <a:pt x="1095926" y="4679361"/>
                  </a:lnTo>
                  <a:lnTo>
                    <a:pt x="1096071" y="4679361"/>
                  </a:lnTo>
                  <a:lnTo>
                    <a:pt x="1096217" y="4679361"/>
                  </a:lnTo>
                  <a:lnTo>
                    <a:pt x="1096217" y="4678738"/>
                  </a:lnTo>
                  <a:lnTo>
                    <a:pt x="1096362" y="4678738"/>
                  </a:lnTo>
                  <a:lnTo>
                    <a:pt x="1096508" y="4678738"/>
                  </a:lnTo>
                  <a:lnTo>
                    <a:pt x="1096508" y="4678114"/>
                  </a:lnTo>
                  <a:lnTo>
                    <a:pt x="1096653" y="4678114"/>
                  </a:lnTo>
                  <a:lnTo>
                    <a:pt x="1096799" y="4678114"/>
                  </a:lnTo>
                  <a:lnTo>
                    <a:pt x="1096944" y="4678114"/>
                  </a:lnTo>
                  <a:lnTo>
                    <a:pt x="1097089" y="4678114"/>
                  </a:lnTo>
                  <a:lnTo>
                    <a:pt x="1097235" y="4678114"/>
                  </a:lnTo>
                  <a:lnTo>
                    <a:pt x="1097380" y="4678114"/>
                  </a:lnTo>
                  <a:lnTo>
                    <a:pt x="1097380" y="4677490"/>
                  </a:lnTo>
                  <a:lnTo>
                    <a:pt x="1097526" y="4677490"/>
                  </a:lnTo>
                  <a:lnTo>
                    <a:pt x="1097671" y="4677490"/>
                  </a:lnTo>
                  <a:lnTo>
                    <a:pt x="1097817" y="4677490"/>
                  </a:lnTo>
                  <a:lnTo>
                    <a:pt x="1097962" y="4677490"/>
                  </a:lnTo>
                  <a:lnTo>
                    <a:pt x="1098107" y="4677490"/>
                  </a:lnTo>
                  <a:lnTo>
                    <a:pt x="1098107" y="4676867"/>
                  </a:lnTo>
                  <a:lnTo>
                    <a:pt x="1098107" y="4676243"/>
                  </a:lnTo>
                  <a:lnTo>
                    <a:pt x="1098107" y="4675620"/>
                  </a:lnTo>
                  <a:lnTo>
                    <a:pt x="1098253" y="4675620"/>
                  </a:lnTo>
                  <a:lnTo>
                    <a:pt x="1098253" y="4674996"/>
                  </a:lnTo>
                  <a:lnTo>
                    <a:pt x="1098398" y="4674996"/>
                  </a:lnTo>
                  <a:lnTo>
                    <a:pt x="1098544" y="4674996"/>
                  </a:lnTo>
                  <a:lnTo>
                    <a:pt x="1098689" y="4674996"/>
                  </a:lnTo>
                  <a:lnTo>
                    <a:pt x="1098689" y="4674373"/>
                  </a:lnTo>
                  <a:lnTo>
                    <a:pt x="1098835" y="4674373"/>
                  </a:lnTo>
                  <a:lnTo>
                    <a:pt x="1098980" y="4674373"/>
                  </a:lnTo>
                  <a:lnTo>
                    <a:pt x="1099125" y="4674373"/>
                  </a:lnTo>
                  <a:lnTo>
                    <a:pt x="1099125" y="4673749"/>
                  </a:lnTo>
                  <a:lnTo>
                    <a:pt x="1099271" y="4673749"/>
                  </a:lnTo>
                  <a:lnTo>
                    <a:pt x="1099416" y="4673749"/>
                  </a:lnTo>
                  <a:lnTo>
                    <a:pt x="1099562" y="4673749"/>
                  </a:lnTo>
                  <a:lnTo>
                    <a:pt x="1099707" y="4673749"/>
                  </a:lnTo>
                  <a:lnTo>
                    <a:pt x="1099853" y="4673749"/>
                  </a:lnTo>
                  <a:lnTo>
                    <a:pt x="1099998" y="4673749"/>
                  </a:lnTo>
                  <a:lnTo>
                    <a:pt x="1100143" y="4673749"/>
                  </a:lnTo>
                  <a:lnTo>
                    <a:pt x="1100289" y="4673749"/>
                  </a:lnTo>
                  <a:lnTo>
                    <a:pt x="1100434" y="4673749"/>
                  </a:lnTo>
                  <a:lnTo>
                    <a:pt x="1100580" y="4673749"/>
                  </a:lnTo>
                  <a:lnTo>
                    <a:pt x="1100580" y="4673125"/>
                  </a:lnTo>
                  <a:lnTo>
                    <a:pt x="1100725" y="4673125"/>
                  </a:lnTo>
                  <a:lnTo>
                    <a:pt x="1100870" y="4673125"/>
                  </a:lnTo>
                  <a:lnTo>
                    <a:pt x="1101016" y="4673125"/>
                  </a:lnTo>
                  <a:lnTo>
                    <a:pt x="1101161" y="4673125"/>
                  </a:lnTo>
                  <a:lnTo>
                    <a:pt x="1101161" y="4672502"/>
                  </a:lnTo>
                  <a:lnTo>
                    <a:pt x="1101307" y="4672502"/>
                  </a:lnTo>
                  <a:lnTo>
                    <a:pt x="1101452" y="4672502"/>
                  </a:lnTo>
                  <a:lnTo>
                    <a:pt x="1101598" y="4672502"/>
                  </a:lnTo>
                  <a:lnTo>
                    <a:pt x="1101743" y="4672502"/>
                  </a:lnTo>
                  <a:lnTo>
                    <a:pt x="1101743" y="4671878"/>
                  </a:lnTo>
                  <a:lnTo>
                    <a:pt x="1101888" y="4671878"/>
                  </a:lnTo>
                  <a:lnTo>
                    <a:pt x="1102034" y="4671878"/>
                  </a:lnTo>
                  <a:lnTo>
                    <a:pt x="1102179" y="4671878"/>
                  </a:lnTo>
                  <a:lnTo>
                    <a:pt x="1102325" y="4671878"/>
                  </a:lnTo>
                  <a:lnTo>
                    <a:pt x="1102470" y="4671878"/>
                  </a:lnTo>
                  <a:lnTo>
                    <a:pt x="1102616" y="4671878"/>
                  </a:lnTo>
                  <a:lnTo>
                    <a:pt x="1102616" y="4671255"/>
                  </a:lnTo>
                  <a:lnTo>
                    <a:pt x="1102761" y="4671255"/>
                  </a:lnTo>
                  <a:lnTo>
                    <a:pt x="1102761" y="4670631"/>
                  </a:lnTo>
                  <a:lnTo>
                    <a:pt x="1102906" y="4670631"/>
                  </a:lnTo>
                  <a:lnTo>
                    <a:pt x="1103052" y="4670631"/>
                  </a:lnTo>
                  <a:lnTo>
                    <a:pt x="1103197" y="4670631"/>
                  </a:lnTo>
                  <a:lnTo>
                    <a:pt x="1103343" y="4670631"/>
                  </a:lnTo>
                  <a:lnTo>
                    <a:pt x="1103488" y="4670631"/>
                  </a:lnTo>
                  <a:lnTo>
                    <a:pt x="1103634" y="4670631"/>
                  </a:lnTo>
                  <a:lnTo>
                    <a:pt x="1103634" y="4670007"/>
                  </a:lnTo>
                  <a:lnTo>
                    <a:pt x="1103634" y="4669384"/>
                  </a:lnTo>
                  <a:lnTo>
                    <a:pt x="1103634" y="4668760"/>
                  </a:lnTo>
                  <a:lnTo>
                    <a:pt x="1103779" y="4668760"/>
                  </a:lnTo>
                  <a:lnTo>
                    <a:pt x="1103779" y="4668137"/>
                  </a:lnTo>
                  <a:lnTo>
                    <a:pt x="1103779" y="4667513"/>
                  </a:lnTo>
                  <a:lnTo>
                    <a:pt x="1103924" y="4667513"/>
                  </a:lnTo>
                  <a:lnTo>
                    <a:pt x="1104070" y="4667513"/>
                  </a:lnTo>
                  <a:lnTo>
                    <a:pt x="1104215" y="4667513"/>
                  </a:lnTo>
                  <a:lnTo>
                    <a:pt x="1104215" y="4666890"/>
                  </a:lnTo>
                  <a:lnTo>
                    <a:pt x="1104361" y="4666890"/>
                  </a:lnTo>
                  <a:lnTo>
                    <a:pt x="1104506" y="4666890"/>
                  </a:lnTo>
                  <a:lnTo>
                    <a:pt x="1104506" y="4666266"/>
                  </a:lnTo>
                  <a:lnTo>
                    <a:pt x="1104506" y="4665642"/>
                  </a:lnTo>
                  <a:lnTo>
                    <a:pt x="1104652" y="4665642"/>
                  </a:lnTo>
                  <a:lnTo>
                    <a:pt x="1104797" y="4665642"/>
                  </a:lnTo>
                  <a:lnTo>
                    <a:pt x="1104942" y="4665642"/>
                  </a:lnTo>
                  <a:lnTo>
                    <a:pt x="1105088" y="4665642"/>
                  </a:lnTo>
                  <a:lnTo>
                    <a:pt x="1105233" y="4665642"/>
                  </a:lnTo>
                  <a:lnTo>
                    <a:pt x="1105233" y="4665019"/>
                  </a:lnTo>
                  <a:lnTo>
                    <a:pt x="1105233" y="4664395"/>
                  </a:lnTo>
                  <a:lnTo>
                    <a:pt x="1105233" y="4663772"/>
                  </a:lnTo>
                  <a:lnTo>
                    <a:pt x="1105379" y="4663772"/>
                  </a:lnTo>
                  <a:lnTo>
                    <a:pt x="1105524" y="4663772"/>
                  </a:lnTo>
                  <a:lnTo>
                    <a:pt x="1105524" y="4663148"/>
                  </a:lnTo>
                  <a:lnTo>
                    <a:pt x="1105670" y="4663148"/>
                  </a:lnTo>
                  <a:lnTo>
                    <a:pt x="1105815" y="4663148"/>
                  </a:lnTo>
                  <a:lnTo>
                    <a:pt x="1105960" y="4663148"/>
                  </a:lnTo>
                  <a:lnTo>
                    <a:pt x="1106106" y="4663148"/>
                  </a:lnTo>
                  <a:lnTo>
                    <a:pt x="1106251" y="4663148"/>
                  </a:lnTo>
                  <a:lnTo>
                    <a:pt x="1106251" y="4662524"/>
                  </a:lnTo>
                  <a:lnTo>
                    <a:pt x="1106397" y="4662524"/>
                  </a:lnTo>
                  <a:lnTo>
                    <a:pt x="1106397" y="4661901"/>
                  </a:lnTo>
                  <a:lnTo>
                    <a:pt x="1106542" y="4661901"/>
                  </a:lnTo>
                  <a:lnTo>
                    <a:pt x="1106542" y="4661277"/>
                  </a:lnTo>
                  <a:lnTo>
                    <a:pt x="1106688" y="4661277"/>
                  </a:lnTo>
                  <a:lnTo>
                    <a:pt x="1106688" y="4660654"/>
                  </a:lnTo>
                  <a:lnTo>
                    <a:pt x="1106833" y="4660654"/>
                  </a:lnTo>
                  <a:lnTo>
                    <a:pt x="1106978" y="4660654"/>
                  </a:lnTo>
                  <a:lnTo>
                    <a:pt x="1106978" y="4660030"/>
                  </a:lnTo>
                  <a:lnTo>
                    <a:pt x="1107124" y="4660030"/>
                  </a:lnTo>
                  <a:lnTo>
                    <a:pt x="1107124" y="4659407"/>
                  </a:lnTo>
                  <a:lnTo>
                    <a:pt x="1107269" y="4659407"/>
                  </a:lnTo>
                  <a:lnTo>
                    <a:pt x="1107415" y="4659407"/>
                  </a:lnTo>
                  <a:lnTo>
                    <a:pt x="1107560" y="4659407"/>
                  </a:lnTo>
                  <a:lnTo>
                    <a:pt x="1107705" y="4659407"/>
                  </a:lnTo>
                  <a:lnTo>
                    <a:pt x="1107851" y="4659407"/>
                  </a:lnTo>
                  <a:lnTo>
                    <a:pt x="1107851" y="4658783"/>
                  </a:lnTo>
                  <a:lnTo>
                    <a:pt x="1107996" y="4658783"/>
                  </a:lnTo>
                  <a:lnTo>
                    <a:pt x="1108142" y="4658783"/>
                  </a:lnTo>
                  <a:lnTo>
                    <a:pt x="1108142" y="4658159"/>
                  </a:lnTo>
                  <a:lnTo>
                    <a:pt x="1108287" y="4658159"/>
                  </a:lnTo>
                  <a:lnTo>
                    <a:pt x="1108433" y="4658159"/>
                  </a:lnTo>
                  <a:lnTo>
                    <a:pt x="1108578" y="4658159"/>
                  </a:lnTo>
                  <a:lnTo>
                    <a:pt x="1108723" y="4658159"/>
                  </a:lnTo>
                  <a:lnTo>
                    <a:pt x="1108723" y="4657536"/>
                  </a:lnTo>
                  <a:lnTo>
                    <a:pt x="1108723" y="4656912"/>
                  </a:lnTo>
                  <a:lnTo>
                    <a:pt x="1108723" y="4656289"/>
                  </a:lnTo>
                  <a:lnTo>
                    <a:pt x="1108869" y="4656289"/>
                  </a:lnTo>
                  <a:lnTo>
                    <a:pt x="1108869" y="4655665"/>
                  </a:lnTo>
                  <a:lnTo>
                    <a:pt x="1109014" y="4655665"/>
                  </a:lnTo>
                  <a:lnTo>
                    <a:pt x="1109014" y="4655042"/>
                  </a:lnTo>
                  <a:lnTo>
                    <a:pt x="1109160" y="4655042"/>
                  </a:lnTo>
                  <a:lnTo>
                    <a:pt x="1109305" y="4655042"/>
                  </a:lnTo>
                  <a:lnTo>
                    <a:pt x="1109305" y="4654418"/>
                  </a:lnTo>
                  <a:lnTo>
                    <a:pt x="1109451" y="4654418"/>
                  </a:lnTo>
                  <a:lnTo>
                    <a:pt x="1109451" y="4653794"/>
                  </a:lnTo>
                  <a:lnTo>
                    <a:pt x="1109596" y="4653794"/>
                  </a:lnTo>
                  <a:lnTo>
                    <a:pt x="1109596" y="4653171"/>
                  </a:lnTo>
                  <a:lnTo>
                    <a:pt x="1109741" y="4653171"/>
                  </a:lnTo>
                  <a:lnTo>
                    <a:pt x="1109741" y="4652547"/>
                  </a:lnTo>
                  <a:lnTo>
                    <a:pt x="1109887" y="4652547"/>
                  </a:lnTo>
                  <a:lnTo>
                    <a:pt x="1110032" y="4652547"/>
                  </a:lnTo>
                  <a:lnTo>
                    <a:pt x="1110178" y="4652547"/>
                  </a:lnTo>
                  <a:lnTo>
                    <a:pt x="1110323" y="4652547"/>
                  </a:lnTo>
                  <a:lnTo>
                    <a:pt x="1110469" y="4652547"/>
                  </a:lnTo>
                  <a:lnTo>
                    <a:pt x="1110614" y="4652547"/>
                  </a:lnTo>
                  <a:lnTo>
                    <a:pt x="1110759" y="4652547"/>
                  </a:lnTo>
                  <a:lnTo>
                    <a:pt x="1110905" y="4652547"/>
                  </a:lnTo>
                  <a:lnTo>
                    <a:pt x="1110905" y="4651924"/>
                  </a:lnTo>
                  <a:lnTo>
                    <a:pt x="1111050" y="4651924"/>
                  </a:lnTo>
                  <a:lnTo>
                    <a:pt x="1111196" y="4651924"/>
                  </a:lnTo>
                  <a:lnTo>
                    <a:pt x="1111341" y="4651924"/>
                  </a:lnTo>
                  <a:lnTo>
                    <a:pt x="1111341" y="4651300"/>
                  </a:lnTo>
                  <a:lnTo>
                    <a:pt x="1111487" y="4651300"/>
                  </a:lnTo>
                  <a:lnTo>
                    <a:pt x="1111632" y="4651300"/>
                  </a:lnTo>
                  <a:lnTo>
                    <a:pt x="1111777" y="4651300"/>
                  </a:lnTo>
                  <a:lnTo>
                    <a:pt x="1111923" y="4651300"/>
                  </a:lnTo>
                  <a:lnTo>
                    <a:pt x="1111923" y="4650676"/>
                  </a:lnTo>
                  <a:lnTo>
                    <a:pt x="1112068" y="4650676"/>
                  </a:lnTo>
                  <a:lnTo>
                    <a:pt x="1112214" y="4650676"/>
                  </a:lnTo>
                  <a:lnTo>
                    <a:pt x="1112214" y="4650053"/>
                  </a:lnTo>
                  <a:lnTo>
                    <a:pt x="1112359" y="4650053"/>
                  </a:lnTo>
                  <a:lnTo>
                    <a:pt x="1112505" y="4650053"/>
                  </a:lnTo>
                  <a:lnTo>
                    <a:pt x="1112650" y="4650053"/>
                  </a:lnTo>
                  <a:lnTo>
                    <a:pt x="1112795" y="4650053"/>
                  </a:lnTo>
                  <a:lnTo>
                    <a:pt x="1112795" y="4649429"/>
                  </a:lnTo>
                  <a:lnTo>
                    <a:pt x="1112941" y="4649429"/>
                  </a:lnTo>
                  <a:lnTo>
                    <a:pt x="1113086" y="4649429"/>
                  </a:lnTo>
                  <a:lnTo>
                    <a:pt x="1113232" y="4649429"/>
                  </a:lnTo>
                  <a:lnTo>
                    <a:pt x="1113377" y="4649429"/>
                  </a:lnTo>
                  <a:lnTo>
                    <a:pt x="1113377" y="4648806"/>
                  </a:lnTo>
                  <a:lnTo>
                    <a:pt x="1113523" y="4648806"/>
                  </a:lnTo>
                  <a:lnTo>
                    <a:pt x="1113668" y="4648806"/>
                  </a:lnTo>
                  <a:lnTo>
                    <a:pt x="1113813" y="4648806"/>
                  </a:lnTo>
                  <a:lnTo>
                    <a:pt x="1113813" y="4648182"/>
                  </a:lnTo>
                  <a:lnTo>
                    <a:pt x="1113959" y="4648182"/>
                  </a:lnTo>
                  <a:lnTo>
                    <a:pt x="1114104" y="4648182"/>
                  </a:lnTo>
                  <a:lnTo>
                    <a:pt x="1114250" y="4648182"/>
                  </a:lnTo>
                  <a:lnTo>
                    <a:pt x="1114395" y="4648182"/>
                  </a:lnTo>
                  <a:lnTo>
                    <a:pt x="1114540" y="4648182"/>
                  </a:lnTo>
                  <a:lnTo>
                    <a:pt x="1114686" y="4648182"/>
                  </a:lnTo>
                  <a:lnTo>
                    <a:pt x="1114831" y="4648182"/>
                  </a:lnTo>
                  <a:lnTo>
                    <a:pt x="1114977" y="4648182"/>
                  </a:lnTo>
                  <a:lnTo>
                    <a:pt x="1115122" y="4648182"/>
                  </a:lnTo>
                  <a:lnTo>
                    <a:pt x="1115268" y="4648182"/>
                  </a:lnTo>
                  <a:lnTo>
                    <a:pt x="1115413" y="4648182"/>
                  </a:lnTo>
                  <a:lnTo>
                    <a:pt x="1115558" y="4648182"/>
                  </a:lnTo>
                  <a:lnTo>
                    <a:pt x="1115704" y="4648182"/>
                  </a:lnTo>
                  <a:lnTo>
                    <a:pt x="1115704" y="4647559"/>
                  </a:lnTo>
                  <a:lnTo>
                    <a:pt x="1115849" y="4647559"/>
                  </a:lnTo>
                  <a:lnTo>
                    <a:pt x="1115849" y="4646935"/>
                  </a:lnTo>
                  <a:lnTo>
                    <a:pt x="1115995" y="4646935"/>
                  </a:lnTo>
                  <a:lnTo>
                    <a:pt x="1116140" y="4646935"/>
                  </a:lnTo>
                  <a:lnTo>
                    <a:pt x="1116286" y="4646935"/>
                  </a:lnTo>
                  <a:lnTo>
                    <a:pt x="1116286" y="4646311"/>
                  </a:lnTo>
                  <a:lnTo>
                    <a:pt x="1116431" y="4646311"/>
                  </a:lnTo>
                  <a:lnTo>
                    <a:pt x="1116431" y="4645688"/>
                  </a:lnTo>
                  <a:lnTo>
                    <a:pt x="1116576" y="4645688"/>
                  </a:lnTo>
                  <a:lnTo>
                    <a:pt x="1116722" y="4645688"/>
                  </a:lnTo>
                  <a:lnTo>
                    <a:pt x="1116867" y="4645688"/>
                  </a:lnTo>
                  <a:lnTo>
                    <a:pt x="1117013" y="4645688"/>
                  </a:lnTo>
                  <a:lnTo>
                    <a:pt x="1117013" y="4645064"/>
                  </a:lnTo>
                  <a:lnTo>
                    <a:pt x="1117158" y="4645064"/>
                  </a:lnTo>
                  <a:lnTo>
                    <a:pt x="1117304" y="4645064"/>
                  </a:lnTo>
                  <a:lnTo>
                    <a:pt x="1117449" y="4645064"/>
                  </a:lnTo>
                  <a:lnTo>
                    <a:pt x="1117449" y="4644441"/>
                  </a:lnTo>
                  <a:lnTo>
                    <a:pt x="1117594" y="4644441"/>
                  </a:lnTo>
                  <a:lnTo>
                    <a:pt x="1117740" y="4644441"/>
                  </a:lnTo>
                  <a:lnTo>
                    <a:pt x="1117885" y="4644441"/>
                  </a:lnTo>
                  <a:lnTo>
                    <a:pt x="1117885" y="4643817"/>
                  </a:lnTo>
                  <a:lnTo>
                    <a:pt x="1118031" y="4643817"/>
                  </a:lnTo>
                  <a:lnTo>
                    <a:pt x="1118176" y="4643817"/>
                  </a:lnTo>
                  <a:lnTo>
                    <a:pt x="1118322" y="4643817"/>
                  </a:lnTo>
                  <a:lnTo>
                    <a:pt x="1118322" y="4643193"/>
                  </a:lnTo>
                  <a:lnTo>
                    <a:pt x="1118322" y="4642570"/>
                  </a:lnTo>
                  <a:lnTo>
                    <a:pt x="1118467" y="4642570"/>
                  </a:lnTo>
                  <a:lnTo>
                    <a:pt x="1118467" y="4641946"/>
                  </a:lnTo>
                  <a:lnTo>
                    <a:pt x="1118612" y="4641946"/>
                  </a:lnTo>
                  <a:lnTo>
                    <a:pt x="1118758" y="4641946"/>
                  </a:lnTo>
                  <a:lnTo>
                    <a:pt x="1118903" y="4641946"/>
                  </a:lnTo>
                  <a:lnTo>
                    <a:pt x="1119049" y="4641946"/>
                  </a:lnTo>
                  <a:lnTo>
                    <a:pt x="1119194" y="4641946"/>
                  </a:lnTo>
                  <a:lnTo>
                    <a:pt x="1119340" y="4641946"/>
                  </a:lnTo>
                  <a:lnTo>
                    <a:pt x="1119485" y="4641946"/>
                  </a:lnTo>
                  <a:lnTo>
                    <a:pt x="1119630" y="4641946"/>
                  </a:lnTo>
                  <a:lnTo>
                    <a:pt x="1119630" y="4641323"/>
                  </a:lnTo>
                  <a:lnTo>
                    <a:pt x="1119630" y="4640699"/>
                  </a:lnTo>
                  <a:lnTo>
                    <a:pt x="1119776" y="4640699"/>
                  </a:lnTo>
                  <a:lnTo>
                    <a:pt x="1119921" y="4640699"/>
                  </a:lnTo>
                  <a:lnTo>
                    <a:pt x="1120067" y="4640699"/>
                  </a:lnTo>
                  <a:lnTo>
                    <a:pt x="1120212" y="4640699"/>
                  </a:lnTo>
                  <a:lnTo>
                    <a:pt x="1120212" y="4640076"/>
                  </a:lnTo>
                  <a:lnTo>
                    <a:pt x="1120212" y="4639452"/>
                  </a:lnTo>
                  <a:lnTo>
                    <a:pt x="1120358" y="4639452"/>
                  </a:lnTo>
                  <a:lnTo>
                    <a:pt x="1120358" y="4638828"/>
                  </a:lnTo>
                  <a:lnTo>
                    <a:pt x="1120503" y="4638828"/>
                  </a:lnTo>
                  <a:lnTo>
                    <a:pt x="1120648" y="4638828"/>
                  </a:lnTo>
                  <a:lnTo>
                    <a:pt x="1120648" y="4638205"/>
                  </a:lnTo>
                  <a:lnTo>
                    <a:pt x="1120648" y="4637581"/>
                  </a:lnTo>
                  <a:lnTo>
                    <a:pt x="1120794" y="4637581"/>
                  </a:lnTo>
                  <a:lnTo>
                    <a:pt x="1120794" y="4636958"/>
                  </a:lnTo>
                  <a:lnTo>
                    <a:pt x="1120939" y="4636958"/>
                  </a:lnTo>
                  <a:lnTo>
                    <a:pt x="1121085" y="4636958"/>
                  </a:lnTo>
                  <a:lnTo>
                    <a:pt x="1121085" y="4636334"/>
                  </a:lnTo>
                  <a:lnTo>
                    <a:pt x="1121230" y="4636334"/>
                  </a:lnTo>
                  <a:lnTo>
                    <a:pt x="1121375" y="4636334"/>
                  </a:lnTo>
                  <a:lnTo>
                    <a:pt x="1121375" y="4635710"/>
                  </a:lnTo>
                  <a:lnTo>
                    <a:pt x="1121521" y="4635710"/>
                  </a:lnTo>
                  <a:lnTo>
                    <a:pt x="1121666" y="4635710"/>
                  </a:lnTo>
                  <a:lnTo>
                    <a:pt x="1121812" y="4635710"/>
                  </a:lnTo>
                  <a:lnTo>
                    <a:pt x="1121957" y="4635710"/>
                  </a:lnTo>
                  <a:lnTo>
                    <a:pt x="1122103" y="4635710"/>
                  </a:lnTo>
                  <a:lnTo>
                    <a:pt x="1122248" y="4635710"/>
                  </a:lnTo>
                  <a:lnTo>
                    <a:pt x="1122393" y="4635710"/>
                  </a:lnTo>
                  <a:lnTo>
                    <a:pt x="1122539" y="4635710"/>
                  </a:lnTo>
                  <a:lnTo>
                    <a:pt x="1122684" y="4635710"/>
                  </a:lnTo>
                  <a:lnTo>
                    <a:pt x="1122830" y="4635710"/>
                  </a:lnTo>
                  <a:lnTo>
                    <a:pt x="1122830" y="4635087"/>
                  </a:lnTo>
                  <a:lnTo>
                    <a:pt x="1122975" y="4635087"/>
                  </a:lnTo>
                  <a:lnTo>
                    <a:pt x="1123121" y="4635087"/>
                  </a:lnTo>
                  <a:lnTo>
                    <a:pt x="1123266" y="4635087"/>
                  </a:lnTo>
                  <a:lnTo>
                    <a:pt x="1123266" y="4634463"/>
                  </a:lnTo>
                  <a:lnTo>
                    <a:pt x="1123411" y="4634463"/>
                  </a:lnTo>
                  <a:lnTo>
                    <a:pt x="1123411" y="4633840"/>
                  </a:lnTo>
                  <a:lnTo>
                    <a:pt x="1123557" y="4633840"/>
                  </a:lnTo>
                  <a:lnTo>
                    <a:pt x="1123702" y="4633840"/>
                  </a:lnTo>
                  <a:lnTo>
                    <a:pt x="1123848" y="4633840"/>
                  </a:lnTo>
                  <a:lnTo>
                    <a:pt x="1123993" y="4633840"/>
                  </a:lnTo>
                  <a:lnTo>
                    <a:pt x="1124139" y="4633840"/>
                  </a:lnTo>
                  <a:lnTo>
                    <a:pt x="1124284" y="4633840"/>
                  </a:lnTo>
                  <a:lnTo>
                    <a:pt x="1124429" y="4633840"/>
                  </a:lnTo>
                  <a:lnTo>
                    <a:pt x="1124575" y="4633840"/>
                  </a:lnTo>
                  <a:lnTo>
                    <a:pt x="1124575" y="4633216"/>
                  </a:lnTo>
                  <a:lnTo>
                    <a:pt x="1124720" y="4633216"/>
                  </a:lnTo>
                  <a:lnTo>
                    <a:pt x="1124866" y="4633216"/>
                  </a:lnTo>
                  <a:lnTo>
                    <a:pt x="1125011" y="4633216"/>
                  </a:lnTo>
                  <a:lnTo>
                    <a:pt x="1125157" y="4633216"/>
                  </a:lnTo>
                  <a:lnTo>
                    <a:pt x="1125157" y="4632593"/>
                  </a:lnTo>
                  <a:lnTo>
                    <a:pt x="1125157" y="4631969"/>
                  </a:lnTo>
                  <a:lnTo>
                    <a:pt x="1125157" y="4631345"/>
                  </a:lnTo>
                  <a:lnTo>
                    <a:pt x="1125302" y="4631345"/>
                  </a:lnTo>
                  <a:lnTo>
                    <a:pt x="1125302" y="4630722"/>
                  </a:lnTo>
                  <a:lnTo>
                    <a:pt x="1125447" y="4630722"/>
                  </a:lnTo>
                  <a:lnTo>
                    <a:pt x="1125593" y="4630722"/>
                  </a:lnTo>
                  <a:lnTo>
                    <a:pt x="1125738" y="4630722"/>
                  </a:lnTo>
                  <a:lnTo>
                    <a:pt x="1125738" y="4630098"/>
                  </a:lnTo>
                  <a:lnTo>
                    <a:pt x="1125884" y="4630098"/>
                  </a:lnTo>
                  <a:lnTo>
                    <a:pt x="1125884" y="4629475"/>
                  </a:lnTo>
                  <a:lnTo>
                    <a:pt x="1126029" y="4629475"/>
                  </a:lnTo>
                  <a:lnTo>
                    <a:pt x="1126175" y="4629475"/>
                  </a:lnTo>
                  <a:lnTo>
                    <a:pt x="1126320" y="4629475"/>
                  </a:lnTo>
                  <a:lnTo>
                    <a:pt x="1126320" y="4628851"/>
                  </a:lnTo>
                  <a:lnTo>
                    <a:pt x="1126465" y="4628851"/>
                  </a:lnTo>
                  <a:lnTo>
                    <a:pt x="1126611" y="4628851"/>
                  </a:lnTo>
                  <a:lnTo>
                    <a:pt x="1126756" y="4628851"/>
                  </a:lnTo>
                  <a:lnTo>
                    <a:pt x="1126902" y="4628851"/>
                  </a:lnTo>
                  <a:lnTo>
                    <a:pt x="1127047" y="4628851"/>
                  </a:lnTo>
                  <a:lnTo>
                    <a:pt x="1127047" y="4628227"/>
                  </a:lnTo>
                  <a:lnTo>
                    <a:pt x="1127047" y="4627604"/>
                  </a:lnTo>
                  <a:lnTo>
                    <a:pt x="1127193" y="4627604"/>
                  </a:lnTo>
                  <a:lnTo>
                    <a:pt x="1127193" y="4626980"/>
                  </a:lnTo>
                  <a:lnTo>
                    <a:pt x="1127193" y="4626357"/>
                  </a:lnTo>
                  <a:lnTo>
                    <a:pt x="1127193" y="4625733"/>
                  </a:lnTo>
                  <a:lnTo>
                    <a:pt x="1127338" y="4625733"/>
                  </a:lnTo>
                  <a:lnTo>
                    <a:pt x="1127483" y="4625733"/>
                  </a:lnTo>
                  <a:lnTo>
                    <a:pt x="1127629" y="4625733"/>
                  </a:lnTo>
                  <a:lnTo>
                    <a:pt x="1127774" y="4625733"/>
                  </a:lnTo>
                  <a:lnTo>
                    <a:pt x="1127920" y="4625733"/>
                  </a:lnTo>
                  <a:lnTo>
                    <a:pt x="1127920" y="4625110"/>
                  </a:lnTo>
                  <a:lnTo>
                    <a:pt x="1128065" y="4625110"/>
                  </a:lnTo>
                  <a:lnTo>
                    <a:pt x="1128210" y="4625110"/>
                  </a:lnTo>
                  <a:lnTo>
                    <a:pt x="1128356" y="4625110"/>
                  </a:lnTo>
                  <a:lnTo>
                    <a:pt x="1128501" y="4625110"/>
                  </a:lnTo>
                  <a:lnTo>
                    <a:pt x="1128647" y="4625110"/>
                  </a:lnTo>
                  <a:lnTo>
                    <a:pt x="1128792" y="4625110"/>
                  </a:lnTo>
                  <a:lnTo>
                    <a:pt x="1128938" y="4625110"/>
                  </a:lnTo>
                  <a:lnTo>
                    <a:pt x="1129083" y="4625110"/>
                  </a:lnTo>
                  <a:lnTo>
                    <a:pt x="1129083" y="4624486"/>
                  </a:lnTo>
                  <a:lnTo>
                    <a:pt x="1129228" y="4624486"/>
                  </a:lnTo>
                  <a:lnTo>
                    <a:pt x="1129374" y="4624486"/>
                  </a:lnTo>
                  <a:lnTo>
                    <a:pt x="1129374" y="4623862"/>
                  </a:lnTo>
                  <a:lnTo>
                    <a:pt x="1129519" y="4623862"/>
                  </a:lnTo>
                  <a:lnTo>
                    <a:pt x="1129519" y="4623239"/>
                  </a:lnTo>
                  <a:lnTo>
                    <a:pt x="1129665" y="4623239"/>
                  </a:lnTo>
                  <a:lnTo>
                    <a:pt x="1129810" y="4623239"/>
                  </a:lnTo>
                  <a:lnTo>
                    <a:pt x="1129810" y="4622615"/>
                  </a:lnTo>
                  <a:lnTo>
                    <a:pt x="1129810" y="4621992"/>
                  </a:lnTo>
                  <a:lnTo>
                    <a:pt x="1129956" y="4621992"/>
                  </a:lnTo>
                  <a:lnTo>
                    <a:pt x="1129956" y="4621368"/>
                  </a:lnTo>
                  <a:lnTo>
                    <a:pt x="1130101" y="4621368"/>
                  </a:lnTo>
                  <a:lnTo>
                    <a:pt x="1130101" y="4620744"/>
                  </a:lnTo>
                  <a:lnTo>
                    <a:pt x="1130101" y="4620121"/>
                  </a:lnTo>
                  <a:lnTo>
                    <a:pt x="1130246" y="4620121"/>
                  </a:lnTo>
                  <a:lnTo>
                    <a:pt x="1130392" y="4620121"/>
                  </a:lnTo>
                  <a:lnTo>
                    <a:pt x="1130392" y="4619497"/>
                  </a:lnTo>
                  <a:lnTo>
                    <a:pt x="1130392" y="4618874"/>
                  </a:lnTo>
                  <a:lnTo>
                    <a:pt x="1130537" y="4618874"/>
                  </a:lnTo>
                  <a:lnTo>
                    <a:pt x="1130683" y="4618874"/>
                  </a:lnTo>
                  <a:lnTo>
                    <a:pt x="1130828" y="4618874"/>
                  </a:lnTo>
                  <a:lnTo>
                    <a:pt x="1130828" y="4618250"/>
                  </a:lnTo>
                  <a:lnTo>
                    <a:pt x="1130974" y="4618250"/>
                  </a:lnTo>
                  <a:lnTo>
                    <a:pt x="1131119" y="4618250"/>
                  </a:lnTo>
                  <a:lnTo>
                    <a:pt x="1131119" y="4617627"/>
                  </a:lnTo>
                  <a:lnTo>
                    <a:pt x="1131264" y="4617627"/>
                  </a:lnTo>
                  <a:lnTo>
                    <a:pt x="1131410" y="4617627"/>
                  </a:lnTo>
                  <a:lnTo>
                    <a:pt x="1131555" y="4617627"/>
                  </a:lnTo>
                  <a:lnTo>
                    <a:pt x="1131701" y="4617627"/>
                  </a:lnTo>
                  <a:lnTo>
                    <a:pt x="1131846" y="4617627"/>
                  </a:lnTo>
                  <a:lnTo>
                    <a:pt x="1131992" y="4617627"/>
                  </a:lnTo>
                  <a:lnTo>
                    <a:pt x="1131992" y="4617003"/>
                  </a:lnTo>
                  <a:lnTo>
                    <a:pt x="1132137" y="4617003"/>
                  </a:lnTo>
                  <a:lnTo>
                    <a:pt x="1132282" y="4617003"/>
                  </a:lnTo>
                  <a:lnTo>
                    <a:pt x="1132428" y="4617003"/>
                  </a:lnTo>
                  <a:lnTo>
                    <a:pt x="1132428" y="4616379"/>
                  </a:lnTo>
                  <a:lnTo>
                    <a:pt x="1132428" y="4615756"/>
                  </a:lnTo>
                  <a:lnTo>
                    <a:pt x="1132573" y="4615756"/>
                  </a:lnTo>
                  <a:lnTo>
                    <a:pt x="1132719" y="4615756"/>
                  </a:lnTo>
                  <a:lnTo>
                    <a:pt x="1132864" y="4615756"/>
                  </a:lnTo>
                  <a:lnTo>
                    <a:pt x="1133010" y="4615756"/>
                  </a:lnTo>
                  <a:lnTo>
                    <a:pt x="1133155" y="4615756"/>
                  </a:lnTo>
                  <a:lnTo>
                    <a:pt x="1133300" y="4615756"/>
                  </a:lnTo>
                  <a:lnTo>
                    <a:pt x="1133446" y="4615756"/>
                  </a:lnTo>
                  <a:lnTo>
                    <a:pt x="1133591" y="4615756"/>
                  </a:lnTo>
                  <a:lnTo>
                    <a:pt x="1133737" y="4615756"/>
                  </a:lnTo>
                  <a:lnTo>
                    <a:pt x="1133737" y="4615132"/>
                  </a:lnTo>
                  <a:lnTo>
                    <a:pt x="1133882" y="4615132"/>
                  </a:lnTo>
                  <a:lnTo>
                    <a:pt x="1134028" y="4615132"/>
                  </a:lnTo>
                  <a:lnTo>
                    <a:pt x="1134028" y="4614509"/>
                  </a:lnTo>
                  <a:lnTo>
                    <a:pt x="1134173" y="4614509"/>
                  </a:lnTo>
                  <a:lnTo>
                    <a:pt x="1134318" y="4614509"/>
                  </a:lnTo>
                  <a:lnTo>
                    <a:pt x="1134464" y="4614509"/>
                  </a:lnTo>
                  <a:lnTo>
                    <a:pt x="1134609" y="4614509"/>
                  </a:lnTo>
                  <a:lnTo>
                    <a:pt x="1134609" y="4613885"/>
                  </a:lnTo>
                  <a:lnTo>
                    <a:pt x="1134755" y="4613885"/>
                  </a:lnTo>
                  <a:lnTo>
                    <a:pt x="1134900" y="4613885"/>
                  </a:lnTo>
                  <a:lnTo>
                    <a:pt x="1134900" y="4613261"/>
                  </a:lnTo>
                  <a:lnTo>
                    <a:pt x="1134900" y="4612638"/>
                  </a:lnTo>
                  <a:lnTo>
                    <a:pt x="1135045" y="4612638"/>
                  </a:lnTo>
                  <a:lnTo>
                    <a:pt x="1135191" y="4612638"/>
                  </a:lnTo>
                  <a:lnTo>
                    <a:pt x="1135336" y="4612638"/>
                  </a:lnTo>
                  <a:lnTo>
                    <a:pt x="1135336" y="4612014"/>
                  </a:lnTo>
                  <a:lnTo>
                    <a:pt x="1135482" y="4612014"/>
                  </a:lnTo>
                  <a:lnTo>
                    <a:pt x="1135627" y="4612014"/>
                  </a:lnTo>
                  <a:lnTo>
                    <a:pt x="1135773" y="4612014"/>
                  </a:lnTo>
                  <a:lnTo>
                    <a:pt x="1135918" y="4612014"/>
                  </a:lnTo>
                  <a:lnTo>
                    <a:pt x="1135918" y="4611391"/>
                  </a:lnTo>
                  <a:lnTo>
                    <a:pt x="1136063" y="4611391"/>
                  </a:lnTo>
                  <a:lnTo>
                    <a:pt x="1136209" y="4611391"/>
                  </a:lnTo>
                  <a:lnTo>
                    <a:pt x="1136354" y="4611391"/>
                  </a:lnTo>
                  <a:lnTo>
                    <a:pt x="1136354" y="4610767"/>
                  </a:lnTo>
                  <a:lnTo>
                    <a:pt x="1136500" y="4610767"/>
                  </a:lnTo>
                  <a:lnTo>
                    <a:pt x="1136500" y="4610144"/>
                  </a:lnTo>
                  <a:lnTo>
                    <a:pt x="1136645" y="4610144"/>
                  </a:lnTo>
                  <a:lnTo>
                    <a:pt x="1136645" y="4609520"/>
                  </a:lnTo>
                  <a:lnTo>
                    <a:pt x="1136791" y="4609520"/>
                  </a:lnTo>
                  <a:lnTo>
                    <a:pt x="1136936" y="4609520"/>
                  </a:lnTo>
                  <a:lnTo>
                    <a:pt x="1137081" y="4609520"/>
                  </a:lnTo>
                  <a:lnTo>
                    <a:pt x="1137081" y="4608896"/>
                  </a:lnTo>
                  <a:lnTo>
                    <a:pt x="1137227" y="4608896"/>
                  </a:lnTo>
                  <a:lnTo>
                    <a:pt x="1137227" y="4608273"/>
                  </a:lnTo>
                  <a:lnTo>
                    <a:pt x="1137227" y="4607649"/>
                  </a:lnTo>
                  <a:lnTo>
                    <a:pt x="1137372" y="4607649"/>
                  </a:lnTo>
                  <a:lnTo>
                    <a:pt x="1137372" y="4607026"/>
                  </a:lnTo>
                  <a:lnTo>
                    <a:pt x="1137518" y="4607026"/>
                  </a:lnTo>
                  <a:lnTo>
                    <a:pt x="1137663" y="4607026"/>
                  </a:lnTo>
                  <a:lnTo>
                    <a:pt x="1137663" y="4606402"/>
                  </a:lnTo>
                  <a:lnTo>
                    <a:pt x="1137663" y="4605779"/>
                  </a:lnTo>
                  <a:lnTo>
                    <a:pt x="1137663" y="4605155"/>
                  </a:lnTo>
                  <a:lnTo>
                    <a:pt x="1137663" y="4604531"/>
                  </a:lnTo>
                  <a:lnTo>
                    <a:pt x="1137663" y="4603908"/>
                  </a:lnTo>
                  <a:lnTo>
                    <a:pt x="1137809" y="4603908"/>
                  </a:lnTo>
                  <a:lnTo>
                    <a:pt x="1137954" y="4603908"/>
                  </a:lnTo>
                  <a:lnTo>
                    <a:pt x="1138099" y="4603908"/>
                  </a:lnTo>
                  <a:lnTo>
                    <a:pt x="1138245" y="4603908"/>
                  </a:lnTo>
                  <a:lnTo>
                    <a:pt x="1138390" y="4603908"/>
                  </a:lnTo>
                  <a:lnTo>
                    <a:pt x="1138536" y="4603908"/>
                  </a:lnTo>
                  <a:lnTo>
                    <a:pt x="1138681" y="4603908"/>
                  </a:lnTo>
                  <a:lnTo>
                    <a:pt x="1138827" y="4603908"/>
                  </a:lnTo>
                  <a:lnTo>
                    <a:pt x="1138827" y="4603284"/>
                  </a:lnTo>
                  <a:lnTo>
                    <a:pt x="1138972" y="4603284"/>
                  </a:lnTo>
                  <a:lnTo>
                    <a:pt x="1139117" y="4603284"/>
                  </a:lnTo>
                  <a:lnTo>
                    <a:pt x="1139263" y="4603284"/>
                  </a:lnTo>
                  <a:lnTo>
                    <a:pt x="1139408" y="4603284"/>
                  </a:lnTo>
                  <a:lnTo>
                    <a:pt x="1139554" y="4603284"/>
                  </a:lnTo>
                  <a:lnTo>
                    <a:pt x="1139699" y="4603284"/>
                  </a:lnTo>
                  <a:lnTo>
                    <a:pt x="1139699" y="4602661"/>
                  </a:lnTo>
                  <a:lnTo>
                    <a:pt x="1139845" y="4602661"/>
                  </a:lnTo>
                  <a:lnTo>
                    <a:pt x="1139990" y="4602661"/>
                  </a:lnTo>
                  <a:lnTo>
                    <a:pt x="1139990" y="4602037"/>
                  </a:lnTo>
                  <a:lnTo>
                    <a:pt x="1139990" y="4601413"/>
                  </a:lnTo>
                  <a:lnTo>
                    <a:pt x="1140135" y="4601413"/>
                  </a:lnTo>
                  <a:lnTo>
                    <a:pt x="1140281" y="4601413"/>
                  </a:lnTo>
                  <a:lnTo>
                    <a:pt x="1140426" y="4601413"/>
                  </a:lnTo>
                  <a:lnTo>
                    <a:pt x="1140572" y="4601413"/>
                  </a:lnTo>
                  <a:lnTo>
                    <a:pt x="1140717" y="4601413"/>
                  </a:lnTo>
                  <a:lnTo>
                    <a:pt x="1140863" y="4601413"/>
                  </a:lnTo>
                  <a:lnTo>
                    <a:pt x="1141008" y="4601413"/>
                  </a:lnTo>
                  <a:lnTo>
                    <a:pt x="1141008" y="4600790"/>
                  </a:lnTo>
                  <a:lnTo>
                    <a:pt x="1141008" y="4600166"/>
                  </a:lnTo>
                  <a:lnTo>
                    <a:pt x="1141153" y="4600166"/>
                  </a:lnTo>
                  <a:lnTo>
                    <a:pt x="1141299" y="4600166"/>
                  </a:lnTo>
                  <a:lnTo>
                    <a:pt x="1141299" y="4599543"/>
                  </a:lnTo>
                  <a:lnTo>
                    <a:pt x="1141444" y="4599543"/>
                  </a:lnTo>
                  <a:lnTo>
                    <a:pt x="1141590" y="4599543"/>
                  </a:lnTo>
                  <a:lnTo>
                    <a:pt x="1141735" y="4599543"/>
                  </a:lnTo>
                  <a:lnTo>
                    <a:pt x="1141880" y="4599543"/>
                  </a:lnTo>
                  <a:lnTo>
                    <a:pt x="1142026" y="4599543"/>
                  </a:lnTo>
                  <a:lnTo>
                    <a:pt x="1142171" y="4599543"/>
                  </a:lnTo>
                  <a:lnTo>
                    <a:pt x="1142317" y="4599543"/>
                  </a:lnTo>
                  <a:lnTo>
                    <a:pt x="1142462" y="4599543"/>
                  </a:lnTo>
                  <a:lnTo>
                    <a:pt x="1142462" y="4598919"/>
                  </a:lnTo>
                  <a:lnTo>
                    <a:pt x="1142608" y="4598919"/>
                  </a:lnTo>
                  <a:lnTo>
                    <a:pt x="1142753" y="4598919"/>
                  </a:lnTo>
                  <a:lnTo>
                    <a:pt x="1142753" y="4598296"/>
                  </a:lnTo>
                  <a:lnTo>
                    <a:pt x="1142898" y="4598296"/>
                  </a:lnTo>
                  <a:lnTo>
                    <a:pt x="1142898" y="4597672"/>
                  </a:lnTo>
                  <a:lnTo>
                    <a:pt x="1143044" y="4597672"/>
                  </a:lnTo>
                  <a:lnTo>
                    <a:pt x="1143189" y="4597672"/>
                  </a:lnTo>
                  <a:lnTo>
                    <a:pt x="1143189" y="4597048"/>
                  </a:lnTo>
                  <a:lnTo>
                    <a:pt x="1143335" y="4597048"/>
                  </a:lnTo>
                  <a:lnTo>
                    <a:pt x="1143480" y="4597048"/>
                  </a:lnTo>
                  <a:lnTo>
                    <a:pt x="1143626" y="4597048"/>
                  </a:lnTo>
                  <a:lnTo>
                    <a:pt x="1143626" y="4596425"/>
                  </a:lnTo>
                  <a:lnTo>
                    <a:pt x="1143771" y="4596425"/>
                  </a:lnTo>
                  <a:lnTo>
                    <a:pt x="1143916" y="4596425"/>
                  </a:lnTo>
                  <a:lnTo>
                    <a:pt x="1144062" y="4596425"/>
                  </a:lnTo>
                  <a:lnTo>
                    <a:pt x="1144207" y="4596425"/>
                  </a:lnTo>
                  <a:lnTo>
                    <a:pt x="1144353" y="4596425"/>
                  </a:lnTo>
                  <a:lnTo>
                    <a:pt x="1144353" y="4595801"/>
                  </a:lnTo>
                  <a:lnTo>
                    <a:pt x="1144498" y="4595801"/>
                  </a:lnTo>
                  <a:lnTo>
                    <a:pt x="1144644" y="4595801"/>
                  </a:lnTo>
                  <a:lnTo>
                    <a:pt x="1144644" y="4595178"/>
                  </a:lnTo>
                  <a:lnTo>
                    <a:pt x="1144644" y="4594554"/>
                  </a:lnTo>
                  <a:lnTo>
                    <a:pt x="1144644" y="4593930"/>
                  </a:lnTo>
                  <a:lnTo>
                    <a:pt x="1144789" y="4593930"/>
                  </a:lnTo>
                  <a:lnTo>
                    <a:pt x="1144934" y="4593930"/>
                  </a:lnTo>
                  <a:lnTo>
                    <a:pt x="1145080" y="4593930"/>
                  </a:lnTo>
                  <a:lnTo>
                    <a:pt x="1145225" y="4593930"/>
                  </a:lnTo>
                  <a:lnTo>
                    <a:pt x="1145371" y="4593930"/>
                  </a:lnTo>
                  <a:lnTo>
                    <a:pt x="1145516" y="4593930"/>
                  </a:lnTo>
                  <a:lnTo>
                    <a:pt x="1145662" y="4593930"/>
                  </a:lnTo>
                  <a:lnTo>
                    <a:pt x="1145807" y="4593930"/>
                  </a:lnTo>
                  <a:lnTo>
                    <a:pt x="1145952" y="4593930"/>
                  </a:lnTo>
                  <a:lnTo>
                    <a:pt x="1146098" y="4593930"/>
                  </a:lnTo>
                  <a:lnTo>
                    <a:pt x="1146243" y="4593930"/>
                  </a:lnTo>
                  <a:lnTo>
                    <a:pt x="1146389" y="4593930"/>
                  </a:lnTo>
                  <a:lnTo>
                    <a:pt x="1146534" y="4593930"/>
                  </a:lnTo>
                  <a:lnTo>
                    <a:pt x="1146534" y="4593307"/>
                  </a:lnTo>
                  <a:lnTo>
                    <a:pt x="1146680" y="4593307"/>
                  </a:lnTo>
                  <a:lnTo>
                    <a:pt x="1146825" y="4593307"/>
                  </a:lnTo>
                  <a:lnTo>
                    <a:pt x="1146970" y="4593307"/>
                  </a:lnTo>
                  <a:lnTo>
                    <a:pt x="1147116" y="4593307"/>
                  </a:lnTo>
                  <a:lnTo>
                    <a:pt x="1147261" y="4593307"/>
                  </a:lnTo>
                  <a:lnTo>
                    <a:pt x="1147407" y="4593307"/>
                  </a:lnTo>
                  <a:lnTo>
                    <a:pt x="1147552" y="4593307"/>
                  </a:lnTo>
                  <a:lnTo>
                    <a:pt x="1147698" y="4593307"/>
                  </a:lnTo>
                  <a:lnTo>
                    <a:pt x="1147843" y="4593307"/>
                  </a:lnTo>
                  <a:lnTo>
                    <a:pt x="1147988" y="4593307"/>
                  </a:lnTo>
                  <a:lnTo>
                    <a:pt x="1148134" y="4593307"/>
                  </a:lnTo>
                  <a:lnTo>
                    <a:pt x="1148279" y="4593307"/>
                  </a:lnTo>
                  <a:lnTo>
                    <a:pt x="1148425" y="4593307"/>
                  </a:lnTo>
                  <a:lnTo>
                    <a:pt x="1148570" y="4593307"/>
                  </a:lnTo>
                  <a:lnTo>
                    <a:pt x="1148715" y="4593307"/>
                  </a:lnTo>
                  <a:lnTo>
                    <a:pt x="1148861" y="4593307"/>
                  </a:lnTo>
                  <a:lnTo>
                    <a:pt x="1149006" y="4593307"/>
                  </a:lnTo>
                  <a:lnTo>
                    <a:pt x="1149152" y="4593307"/>
                  </a:lnTo>
                  <a:lnTo>
                    <a:pt x="1149297" y="4593307"/>
                  </a:lnTo>
                  <a:lnTo>
                    <a:pt x="1149297" y="4592683"/>
                  </a:lnTo>
                  <a:lnTo>
                    <a:pt x="1149443" y="4592683"/>
                  </a:lnTo>
                  <a:lnTo>
                    <a:pt x="1149588" y="4592683"/>
                  </a:lnTo>
                  <a:lnTo>
                    <a:pt x="1149733" y="4592683"/>
                  </a:lnTo>
                  <a:lnTo>
                    <a:pt x="1149879" y="4592683"/>
                  </a:lnTo>
                  <a:lnTo>
                    <a:pt x="1149879" y="4592060"/>
                  </a:lnTo>
                  <a:lnTo>
                    <a:pt x="1149879" y="4591436"/>
                  </a:lnTo>
                  <a:lnTo>
                    <a:pt x="1149879" y="4590813"/>
                  </a:lnTo>
                  <a:lnTo>
                    <a:pt x="1149879" y="4590189"/>
                  </a:lnTo>
                  <a:lnTo>
                    <a:pt x="1149879" y="4589565"/>
                  </a:lnTo>
                  <a:lnTo>
                    <a:pt x="1150024" y="4589565"/>
                  </a:lnTo>
                  <a:lnTo>
                    <a:pt x="1150170" y="4589565"/>
                  </a:lnTo>
                  <a:lnTo>
                    <a:pt x="1150315" y="4589565"/>
                  </a:lnTo>
                  <a:lnTo>
                    <a:pt x="1150461" y="4589565"/>
                  </a:lnTo>
                  <a:lnTo>
                    <a:pt x="1150606" y="4589565"/>
                  </a:lnTo>
                  <a:lnTo>
                    <a:pt x="1150606" y="4588942"/>
                  </a:lnTo>
                  <a:lnTo>
                    <a:pt x="1150751" y="4588942"/>
                  </a:lnTo>
                  <a:lnTo>
                    <a:pt x="1150751" y="4588318"/>
                  </a:lnTo>
                  <a:lnTo>
                    <a:pt x="1150897" y="4588318"/>
                  </a:lnTo>
                  <a:lnTo>
                    <a:pt x="1151042" y="4588318"/>
                  </a:lnTo>
                  <a:lnTo>
                    <a:pt x="1151188" y="4588318"/>
                  </a:lnTo>
                  <a:lnTo>
                    <a:pt x="1151333" y="4588318"/>
                  </a:lnTo>
                  <a:lnTo>
                    <a:pt x="1151479" y="4588318"/>
                  </a:lnTo>
                  <a:lnTo>
                    <a:pt x="1151624" y="4588318"/>
                  </a:lnTo>
                  <a:lnTo>
                    <a:pt x="1151769" y="4588318"/>
                  </a:lnTo>
                  <a:lnTo>
                    <a:pt x="1151915" y="4588318"/>
                  </a:lnTo>
                  <a:lnTo>
                    <a:pt x="1152060" y="4588318"/>
                  </a:lnTo>
                  <a:lnTo>
                    <a:pt x="1152206" y="4588318"/>
                  </a:lnTo>
                  <a:lnTo>
                    <a:pt x="1152351" y="4588318"/>
                  </a:lnTo>
                  <a:lnTo>
                    <a:pt x="1152497" y="4588318"/>
                  </a:lnTo>
                  <a:lnTo>
                    <a:pt x="1152642" y="4588318"/>
                  </a:lnTo>
                  <a:lnTo>
                    <a:pt x="1152787" y="4588318"/>
                  </a:lnTo>
                  <a:lnTo>
                    <a:pt x="1152933" y="4588318"/>
                  </a:lnTo>
                  <a:lnTo>
                    <a:pt x="1153078" y="4588318"/>
                  </a:lnTo>
                  <a:lnTo>
                    <a:pt x="1153224" y="4588318"/>
                  </a:lnTo>
                  <a:lnTo>
                    <a:pt x="1153224" y="4587695"/>
                  </a:lnTo>
                  <a:lnTo>
                    <a:pt x="1153224" y="4587071"/>
                  </a:lnTo>
                  <a:lnTo>
                    <a:pt x="1153369" y="4587071"/>
                  </a:lnTo>
                  <a:lnTo>
                    <a:pt x="1153369" y="4586447"/>
                  </a:lnTo>
                  <a:lnTo>
                    <a:pt x="1153515" y="4586447"/>
                  </a:lnTo>
                  <a:lnTo>
                    <a:pt x="1153515" y="4585824"/>
                  </a:lnTo>
                  <a:lnTo>
                    <a:pt x="1153660" y="4585824"/>
                  </a:lnTo>
                  <a:lnTo>
                    <a:pt x="1153805" y="4585824"/>
                  </a:lnTo>
                  <a:lnTo>
                    <a:pt x="1153951" y="4585824"/>
                  </a:lnTo>
                  <a:lnTo>
                    <a:pt x="1154096" y="4585824"/>
                  </a:lnTo>
                  <a:lnTo>
                    <a:pt x="1154242" y="4585824"/>
                  </a:lnTo>
                  <a:lnTo>
                    <a:pt x="1154387" y="4585824"/>
                  </a:lnTo>
                  <a:lnTo>
                    <a:pt x="1154532" y="4585824"/>
                  </a:lnTo>
                  <a:lnTo>
                    <a:pt x="1154678" y="4585824"/>
                  </a:lnTo>
                  <a:lnTo>
                    <a:pt x="1154823" y="4585824"/>
                  </a:lnTo>
                  <a:lnTo>
                    <a:pt x="1154969" y="4585824"/>
                  </a:lnTo>
                  <a:lnTo>
                    <a:pt x="1155114" y="4585824"/>
                  </a:lnTo>
                  <a:lnTo>
                    <a:pt x="1155260" y="4585824"/>
                  </a:lnTo>
                  <a:lnTo>
                    <a:pt x="1155405" y="4585824"/>
                  </a:lnTo>
                  <a:lnTo>
                    <a:pt x="1155405" y="4585200"/>
                  </a:lnTo>
                  <a:lnTo>
                    <a:pt x="1155550" y="4585200"/>
                  </a:lnTo>
                  <a:lnTo>
                    <a:pt x="1155696" y="4585200"/>
                  </a:lnTo>
                  <a:lnTo>
                    <a:pt x="1155696" y="4584577"/>
                  </a:lnTo>
                  <a:lnTo>
                    <a:pt x="1155696" y="4583953"/>
                  </a:lnTo>
                  <a:lnTo>
                    <a:pt x="1155841" y="4583953"/>
                  </a:lnTo>
                  <a:lnTo>
                    <a:pt x="1155841" y="4583330"/>
                  </a:lnTo>
                  <a:lnTo>
                    <a:pt x="1155987" y="4583330"/>
                  </a:lnTo>
                  <a:lnTo>
                    <a:pt x="1156132" y="4583330"/>
                  </a:lnTo>
                  <a:lnTo>
                    <a:pt x="1156278" y="4583330"/>
                  </a:lnTo>
                  <a:lnTo>
                    <a:pt x="1156278" y="4582706"/>
                  </a:lnTo>
                  <a:lnTo>
                    <a:pt x="1156423" y="4582706"/>
                  </a:lnTo>
                  <a:lnTo>
                    <a:pt x="1156568" y="4582706"/>
                  </a:lnTo>
                  <a:lnTo>
                    <a:pt x="1156714" y="4582706"/>
                  </a:lnTo>
                  <a:lnTo>
                    <a:pt x="1156859" y="4582706"/>
                  </a:lnTo>
                  <a:lnTo>
                    <a:pt x="1157005" y="4582706"/>
                  </a:lnTo>
                  <a:lnTo>
                    <a:pt x="1157150" y="4582706"/>
                  </a:lnTo>
                  <a:lnTo>
                    <a:pt x="1157296" y="4582706"/>
                  </a:lnTo>
                  <a:lnTo>
                    <a:pt x="1157441" y="4582706"/>
                  </a:lnTo>
                  <a:lnTo>
                    <a:pt x="1157586" y="4582706"/>
                  </a:lnTo>
                  <a:lnTo>
                    <a:pt x="1157586" y="4582082"/>
                  </a:lnTo>
                  <a:lnTo>
                    <a:pt x="1157732" y="4582082"/>
                  </a:lnTo>
                  <a:lnTo>
                    <a:pt x="1157732" y="4581459"/>
                  </a:lnTo>
                  <a:lnTo>
                    <a:pt x="1157877" y="4581459"/>
                  </a:lnTo>
                  <a:lnTo>
                    <a:pt x="1157877" y="4580835"/>
                  </a:lnTo>
                  <a:lnTo>
                    <a:pt x="1157877" y="4580212"/>
                  </a:lnTo>
                  <a:lnTo>
                    <a:pt x="1158023" y="4580212"/>
                  </a:lnTo>
                  <a:lnTo>
                    <a:pt x="1158168" y="4580212"/>
                  </a:lnTo>
                  <a:lnTo>
                    <a:pt x="1158314" y="4580212"/>
                  </a:lnTo>
                  <a:lnTo>
                    <a:pt x="1158459" y="4580212"/>
                  </a:lnTo>
                  <a:lnTo>
                    <a:pt x="1158604" y="4580212"/>
                  </a:lnTo>
                  <a:lnTo>
                    <a:pt x="1158604" y="4579588"/>
                  </a:lnTo>
                  <a:lnTo>
                    <a:pt x="1158750" y="4579588"/>
                  </a:lnTo>
                  <a:lnTo>
                    <a:pt x="1158895" y="4579588"/>
                  </a:lnTo>
                  <a:lnTo>
                    <a:pt x="1159041" y="4579588"/>
                  </a:lnTo>
                  <a:lnTo>
                    <a:pt x="1159186" y="4579588"/>
                  </a:lnTo>
                  <a:lnTo>
                    <a:pt x="1159332" y="4579588"/>
                  </a:lnTo>
                  <a:lnTo>
                    <a:pt x="1159477" y="4579588"/>
                  </a:lnTo>
                  <a:lnTo>
                    <a:pt x="1159622" y="4579588"/>
                  </a:lnTo>
                  <a:lnTo>
                    <a:pt x="1159768" y="4579588"/>
                  </a:lnTo>
                  <a:lnTo>
                    <a:pt x="1159913" y="4579588"/>
                  </a:lnTo>
                  <a:lnTo>
                    <a:pt x="1159913" y="4578964"/>
                  </a:lnTo>
                  <a:lnTo>
                    <a:pt x="1160059" y="4578964"/>
                  </a:lnTo>
                  <a:lnTo>
                    <a:pt x="1160204" y="4578964"/>
                  </a:lnTo>
                  <a:lnTo>
                    <a:pt x="1160204" y="4578341"/>
                  </a:lnTo>
                  <a:lnTo>
                    <a:pt x="1160204" y="4577717"/>
                  </a:lnTo>
                  <a:lnTo>
                    <a:pt x="1160350" y="4577717"/>
                  </a:lnTo>
                  <a:lnTo>
                    <a:pt x="1160495" y="4577717"/>
                  </a:lnTo>
                  <a:lnTo>
                    <a:pt x="1160495" y="4577094"/>
                  </a:lnTo>
                  <a:lnTo>
                    <a:pt x="1160495" y="4576470"/>
                  </a:lnTo>
                  <a:lnTo>
                    <a:pt x="1160640" y="4576470"/>
                  </a:lnTo>
                  <a:lnTo>
                    <a:pt x="1160786" y="4576470"/>
                  </a:lnTo>
                  <a:lnTo>
                    <a:pt x="1160931" y="4576470"/>
                  </a:lnTo>
                  <a:lnTo>
                    <a:pt x="1161077" y="4576470"/>
                  </a:lnTo>
                  <a:lnTo>
                    <a:pt x="1161077" y="4575847"/>
                  </a:lnTo>
                  <a:lnTo>
                    <a:pt x="1161077" y="4575223"/>
                  </a:lnTo>
                  <a:lnTo>
                    <a:pt x="1161222" y="4575223"/>
                  </a:lnTo>
                  <a:lnTo>
                    <a:pt x="1161367" y="4575223"/>
                  </a:lnTo>
                  <a:lnTo>
                    <a:pt x="1161513" y="4575223"/>
                  </a:lnTo>
                  <a:lnTo>
                    <a:pt x="1161658" y="4575223"/>
                  </a:lnTo>
                  <a:lnTo>
                    <a:pt x="1161804" y="4575223"/>
                  </a:lnTo>
                  <a:lnTo>
                    <a:pt x="1161949" y="4575223"/>
                  </a:lnTo>
                  <a:lnTo>
                    <a:pt x="1162095" y="4575223"/>
                  </a:lnTo>
                  <a:lnTo>
                    <a:pt x="1162240" y="4575223"/>
                  </a:lnTo>
                  <a:lnTo>
                    <a:pt x="1162385" y="4575223"/>
                  </a:lnTo>
                  <a:lnTo>
                    <a:pt x="1162531" y="4575223"/>
                  </a:lnTo>
                  <a:lnTo>
                    <a:pt x="1162531" y="4574599"/>
                  </a:lnTo>
                  <a:lnTo>
                    <a:pt x="1162531" y="4573976"/>
                  </a:lnTo>
                  <a:lnTo>
                    <a:pt x="1162676" y="4573976"/>
                  </a:lnTo>
                  <a:lnTo>
                    <a:pt x="1162822" y="4573976"/>
                  </a:lnTo>
                  <a:lnTo>
                    <a:pt x="1162967" y="4573976"/>
                  </a:lnTo>
                  <a:lnTo>
                    <a:pt x="1162967" y="4573352"/>
                  </a:lnTo>
                  <a:lnTo>
                    <a:pt x="1162967" y="4572729"/>
                  </a:lnTo>
                  <a:lnTo>
                    <a:pt x="1162967" y="4572105"/>
                  </a:lnTo>
                  <a:lnTo>
                    <a:pt x="1163113" y="4572105"/>
                  </a:lnTo>
                  <a:lnTo>
                    <a:pt x="1163258" y="4572105"/>
                  </a:lnTo>
                  <a:lnTo>
                    <a:pt x="1163403" y="4572105"/>
                  </a:lnTo>
                  <a:lnTo>
                    <a:pt x="1163549" y="4572105"/>
                  </a:lnTo>
                  <a:lnTo>
                    <a:pt x="1163694" y="4572105"/>
                  </a:lnTo>
                  <a:lnTo>
                    <a:pt x="1163840" y="4572105"/>
                  </a:lnTo>
                  <a:lnTo>
                    <a:pt x="1163985" y="4572105"/>
                  </a:lnTo>
                  <a:lnTo>
                    <a:pt x="1163985" y="4571481"/>
                  </a:lnTo>
                  <a:lnTo>
                    <a:pt x="1163985" y="4570858"/>
                  </a:lnTo>
                  <a:lnTo>
                    <a:pt x="1164131" y="4570858"/>
                  </a:lnTo>
                  <a:lnTo>
                    <a:pt x="1164131" y="4570234"/>
                  </a:lnTo>
                  <a:lnTo>
                    <a:pt x="1164276" y="4570234"/>
                  </a:lnTo>
                  <a:lnTo>
                    <a:pt x="1164276" y="4569611"/>
                  </a:lnTo>
                  <a:lnTo>
                    <a:pt x="1164421" y="4569611"/>
                  </a:lnTo>
                  <a:lnTo>
                    <a:pt x="1164567" y="4569611"/>
                  </a:lnTo>
                  <a:lnTo>
                    <a:pt x="1164567" y="4568987"/>
                  </a:lnTo>
                  <a:lnTo>
                    <a:pt x="1164712" y="4568987"/>
                  </a:lnTo>
                  <a:lnTo>
                    <a:pt x="1164858" y="4568987"/>
                  </a:lnTo>
                  <a:lnTo>
                    <a:pt x="1165003" y="4568987"/>
                  </a:lnTo>
                  <a:lnTo>
                    <a:pt x="1165149" y="4568987"/>
                  </a:lnTo>
                  <a:lnTo>
                    <a:pt x="1165294" y="4568987"/>
                  </a:lnTo>
                  <a:lnTo>
                    <a:pt x="1165439" y="4568987"/>
                  </a:lnTo>
                  <a:lnTo>
                    <a:pt x="1165585" y="4568987"/>
                  </a:lnTo>
                  <a:lnTo>
                    <a:pt x="1165730" y="4568987"/>
                  </a:lnTo>
                  <a:lnTo>
                    <a:pt x="1165876" y="4568987"/>
                  </a:lnTo>
                  <a:lnTo>
                    <a:pt x="1166021" y="4568987"/>
                  </a:lnTo>
                  <a:lnTo>
                    <a:pt x="1166167" y="4568987"/>
                  </a:lnTo>
                  <a:lnTo>
                    <a:pt x="1166312" y="4568987"/>
                  </a:lnTo>
                  <a:lnTo>
                    <a:pt x="1166457" y="4568987"/>
                  </a:lnTo>
                  <a:lnTo>
                    <a:pt x="1166603" y="4568987"/>
                  </a:lnTo>
                  <a:lnTo>
                    <a:pt x="1166748" y="4568987"/>
                  </a:lnTo>
                  <a:lnTo>
                    <a:pt x="1166748" y="4568364"/>
                  </a:lnTo>
                  <a:lnTo>
                    <a:pt x="1166894" y="4568364"/>
                  </a:lnTo>
                  <a:lnTo>
                    <a:pt x="1167039" y="4568364"/>
                  </a:lnTo>
                  <a:lnTo>
                    <a:pt x="1167039" y="4567740"/>
                  </a:lnTo>
                  <a:lnTo>
                    <a:pt x="1167185" y="4567740"/>
                  </a:lnTo>
                  <a:lnTo>
                    <a:pt x="1167330" y="4567740"/>
                  </a:lnTo>
                  <a:lnTo>
                    <a:pt x="1167330" y="4567116"/>
                  </a:lnTo>
                  <a:lnTo>
                    <a:pt x="1167475" y="4567116"/>
                  </a:lnTo>
                  <a:lnTo>
                    <a:pt x="1167621" y="4567116"/>
                  </a:lnTo>
                  <a:lnTo>
                    <a:pt x="1167766" y="4567116"/>
                  </a:lnTo>
                  <a:lnTo>
                    <a:pt x="1167912" y="4567116"/>
                  </a:lnTo>
                  <a:lnTo>
                    <a:pt x="1168057" y="4567116"/>
                  </a:lnTo>
                  <a:lnTo>
                    <a:pt x="1168057" y="4566493"/>
                  </a:lnTo>
                  <a:lnTo>
                    <a:pt x="1168057" y="4565869"/>
                  </a:lnTo>
                  <a:lnTo>
                    <a:pt x="1168057" y="4565246"/>
                  </a:lnTo>
                  <a:lnTo>
                    <a:pt x="1168202" y="4565246"/>
                  </a:lnTo>
                  <a:lnTo>
                    <a:pt x="1168202" y="4564622"/>
                  </a:lnTo>
                  <a:lnTo>
                    <a:pt x="1168348" y="4564622"/>
                  </a:lnTo>
                  <a:lnTo>
                    <a:pt x="1168493" y="4564622"/>
                  </a:lnTo>
                  <a:lnTo>
                    <a:pt x="1168639" y="4564622"/>
                  </a:lnTo>
                  <a:lnTo>
                    <a:pt x="1168784" y="4564622"/>
                  </a:lnTo>
                  <a:lnTo>
                    <a:pt x="1168784" y="4563998"/>
                  </a:lnTo>
                  <a:lnTo>
                    <a:pt x="1168930" y="4563998"/>
                  </a:lnTo>
                  <a:lnTo>
                    <a:pt x="1169075" y="4563998"/>
                  </a:lnTo>
                  <a:lnTo>
                    <a:pt x="1169220" y="4563998"/>
                  </a:lnTo>
                  <a:lnTo>
                    <a:pt x="1169366" y="4563998"/>
                  </a:lnTo>
                  <a:lnTo>
                    <a:pt x="1169366" y="4563375"/>
                  </a:lnTo>
                  <a:lnTo>
                    <a:pt x="1169511" y="4563375"/>
                  </a:lnTo>
                  <a:lnTo>
                    <a:pt x="1169657" y="4563375"/>
                  </a:lnTo>
                  <a:lnTo>
                    <a:pt x="1169802" y="4563375"/>
                  </a:lnTo>
                  <a:lnTo>
                    <a:pt x="1169948" y="4563375"/>
                  </a:lnTo>
                  <a:lnTo>
                    <a:pt x="1170093" y="4563375"/>
                  </a:lnTo>
                  <a:lnTo>
                    <a:pt x="1170093" y="4562751"/>
                  </a:lnTo>
                  <a:lnTo>
                    <a:pt x="1170238" y="4562751"/>
                  </a:lnTo>
                  <a:lnTo>
                    <a:pt x="1170384" y="4562751"/>
                  </a:lnTo>
                  <a:lnTo>
                    <a:pt x="1170529" y="4562751"/>
                  </a:lnTo>
                  <a:lnTo>
                    <a:pt x="1170675" y="4562751"/>
                  </a:lnTo>
                  <a:lnTo>
                    <a:pt x="1170820" y="4562751"/>
                  </a:lnTo>
                  <a:lnTo>
                    <a:pt x="1170966" y="4562751"/>
                  </a:lnTo>
                  <a:lnTo>
                    <a:pt x="1171111" y="4562751"/>
                  </a:lnTo>
                  <a:lnTo>
                    <a:pt x="1171256" y="4562751"/>
                  </a:lnTo>
                  <a:lnTo>
                    <a:pt x="1171402" y="4562751"/>
                  </a:lnTo>
                  <a:lnTo>
                    <a:pt x="1171402" y="4562128"/>
                  </a:lnTo>
                  <a:lnTo>
                    <a:pt x="1171547" y="4562128"/>
                  </a:lnTo>
                  <a:lnTo>
                    <a:pt x="1171547" y="4561504"/>
                  </a:lnTo>
                  <a:lnTo>
                    <a:pt x="1171547" y="4560881"/>
                  </a:lnTo>
                  <a:lnTo>
                    <a:pt x="1171547" y="4560257"/>
                  </a:lnTo>
                  <a:lnTo>
                    <a:pt x="1171693" y="4560257"/>
                  </a:lnTo>
                  <a:lnTo>
                    <a:pt x="1171693" y="4559633"/>
                  </a:lnTo>
                  <a:lnTo>
                    <a:pt x="1171838" y="4559633"/>
                  </a:lnTo>
                  <a:lnTo>
                    <a:pt x="1171838" y="4559010"/>
                  </a:lnTo>
                  <a:lnTo>
                    <a:pt x="1171984" y="4559010"/>
                  </a:lnTo>
                  <a:lnTo>
                    <a:pt x="1172129" y="4559010"/>
                  </a:lnTo>
                  <a:lnTo>
                    <a:pt x="1172129" y="4558386"/>
                  </a:lnTo>
                  <a:lnTo>
                    <a:pt x="1172274" y="4558386"/>
                  </a:lnTo>
                  <a:lnTo>
                    <a:pt x="1172420" y="4558386"/>
                  </a:lnTo>
                  <a:lnTo>
                    <a:pt x="1172565" y="4558386"/>
                  </a:lnTo>
                  <a:lnTo>
                    <a:pt x="1172711" y="4558386"/>
                  </a:lnTo>
                  <a:lnTo>
                    <a:pt x="1172856" y="4558386"/>
                  </a:lnTo>
                  <a:lnTo>
                    <a:pt x="1173002" y="4558386"/>
                  </a:lnTo>
                  <a:lnTo>
                    <a:pt x="1173147" y="4558386"/>
                  </a:lnTo>
                  <a:lnTo>
                    <a:pt x="1173292" y="4558386"/>
                  </a:lnTo>
                  <a:lnTo>
                    <a:pt x="1173438" y="4558386"/>
                  </a:lnTo>
                  <a:lnTo>
                    <a:pt x="1173583" y="4558386"/>
                  </a:lnTo>
                  <a:lnTo>
                    <a:pt x="1173583" y="4557763"/>
                  </a:lnTo>
                  <a:lnTo>
                    <a:pt x="1173729" y="4557763"/>
                  </a:lnTo>
                  <a:lnTo>
                    <a:pt x="1173874" y="4557763"/>
                  </a:lnTo>
                  <a:lnTo>
                    <a:pt x="1173874" y="4557139"/>
                  </a:lnTo>
                  <a:lnTo>
                    <a:pt x="1174020" y="4557139"/>
                  </a:lnTo>
                  <a:lnTo>
                    <a:pt x="1174165" y="4557139"/>
                  </a:lnTo>
                  <a:lnTo>
                    <a:pt x="1174310" y="4557139"/>
                  </a:lnTo>
                  <a:lnTo>
                    <a:pt x="1174310" y="4556516"/>
                  </a:lnTo>
                  <a:lnTo>
                    <a:pt x="1174310" y="4555892"/>
                  </a:lnTo>
                  <a:lnTo>
                    <a:pt x="1174310" y="4555268"/>
                  </a:lnTo>
                  <a:lnTo>
                    <a:pt x="1174310" y="4554645"/>
                  </a:lnTo>
                  <a:lnTo>
                    <a:pt x="1174456" y="4554645"/>
                  </a:lnTo>
                  <a:lnTo>
                    <a:pt x="1174601" y="4554645"/>
                  </a:lnTo>
                  <a:lnTo>
                    <a:pt x="1174747" y="4554645"/>
                  </a:lnTo>
                  <a:lnTo>
                    <a:pt x="1174892" y="4554645"/>
                  </a:lnTo>
                  <a:lnTo>
                    <a:pt x="1175037" y="4554645"/>
                  </a:lnTo>
                  <a:lnTo>
                    <a:pt x="1175183" y="4554645"/>
                  </a:lnTo>
                  <a:lnTo>
                    <a:pt x="1175328" y="4554645"/>
                  </a:lnTo>
                  <a:lnTo>
                    <a:pt x="1175328" y="4554021"/>
                  </a:lnTo>
                  <a:lnTo>
                    <a:pt x="1175474" y="4554021"/>
                  </a:lnTo>
                  <a:lnTo>
                    <a:pt x="1175619" y="4554021"/>
                  </a:lnTo>
                  <a:lnTo>
                    <a:pt x="1175619" y="4553398"/>
                  </a:lnTo>
                  <a:lnTo>
                    <a:pt x="1175619" y="4552774"/>
                  </a:lnTo>
                  <a:lnTo>
                    <a:pt x="1175765" y="4552774"/>
                  </a:lnTo>
                  <a:lnTo>
                    <a:pt x="1175910" y="4552774"/>
                  </a:lnTo>
                  <a:lnTo>
                    <a:pt x="1176055" y="4552774"/>
                  </a:lnTo>
                  <a:lnTo>
                    <a:pt x="1176055" y="4552150"/>
                  </a:lnTo>
                  <a:lnTo>
                    <a:pt x="1176055" y="4551527"/>
                  </a:lnTo>
                  <a:lnTo>
                    <a:pt x="1176201" y="4551527"/>
                  </a:lnTo>
                  <a:lnTo>
                    <a:pt x="1176346" y="4551527"/>
                  </a:lnTo>
                  <a:lnTo>
                    <a:pt x="1176346" y="4550903"/>
                  </a:lnTo>
                  <a:lnTo>
                    <a:pt x="1176492" y="4550903"/>
                  </a:lnTo>
                  <a:lnTo>
                    <a:pt x="1176637" y="4550903"/>
                  </a:lnTo>
                  <a:lnTo>
                    <a:pt x="1176637" y="4550280"/>
                  </a:lnTo>
                  <a:lnTo>
                    <a:pt x="1176783" y="4550280"/>
                  </a:lnTo>
                  <a:lnTo>
                    <a:pt x="1176928" y="4550280"/>
                  </a:lnTo>
                  <a:lnTo>
                    <a:pt x="1177073" y="4550280"/>
                  </a:lnTo>
                  <a:lnTo>
                    <a:pt x="1177073" y="4549656"/>
                  </a:lnTo>
                  <a:lnTo>
                    <a:pt x="1177219" y="4549656"/>
                  </a:lnTo>
                  <a:lnTo>
                    <a:pt x="1177364" y="4549656"/>
                  </a:lnTo>
                  <a:lnTo>
                    <a:pt x="1177510" y="4549656"/>
                  </a:lnTo>
                  <a:lnTo>
                    <a:pt x="1177510" y="4549033"/>
                  </a:lnTo>
                  <a:lnTo>
                    <a:pt x="1177655" y="4549033"/>
                  </a:lnTo>
                  <a:lnTo>
                    <a:pt x="1177801" y="4549033"/>
                  </a:lnTo>
                  <a:lnTo>
                    <a:pt x="1177801" y="4548409"/>
                  </a:lnTo>
                  <a:lnTo>
                    <a:pt x="1177946" y="4548409"/>
                  </a:lnTo>
                  <a:lnTo>
                    <a:pt x="1178091" y="4548409"/>
                  </a:lnTo>
                  <a:lnTo>
                    <a:pt x="1178237" y="4548409"/>
                  </a:lnTo>
                  <a:lnTo>
                    <a:pt x="1178382" y="4548409"/>
                  </a:lnTo>
                  <a:lnTo>
                    <a:pt x="1178382" y="4547785"/>
                  </a:lnTo>
                  <a:lnTo>
                    <a:pt x="1178528" y="4547785"/>
                  </a:lnTo>
                  <a:lnTo>
                    <a:pt x="1178673" y="4547785"/>
                  </a:lnTo>
                  <a:lnTo>
                    <a:pt x="1178819" y="4547785"/>
                  </a:lnTo>
                  <a:lnTo>
                    <a:pt x="1178964" y="4547785"/>
                  </a:lnTo>
                  <a:lnTo>
                    <a:pt x="1179109" y="4547785"/>
                  </a:lnTo>
                  <a:lnTo>
                    <a:pt x="1179109" y="4547162"/>
                  </a:lnTo>
                  <a:lnTo>
                    <a:pt x="1179255" y="4547162"/>
                  </a:lnTo>
                  <a:lnTo>
                    <a:pt x="1179400" y="4547162"/>
                  </a:lnTo>
                  <a:lnTo>
                    <a:pt x="1179546" y="4547162"/>
                  </a:lnTo>
                  <a:lnTo>
                    <a:pt x="1179691" y="4547162"/>
                  </a:lnTo>
                  <a:lnTo>
                    <a:pt x="1179837" y="4547162"/>
                  </a:lnTo>
                  <a:lnTo>
                    <a:pt x="1179982" y="4547162"/>
                  </a:lnTo>
                  <a:lnTo>
                    <a:pt x="1180127" y="4547162"/>
                  </a:lnTo>
                  <a:lnTo>
                    <a:pt x="1180273" y="4547162"/>
                  </a:lnTo>
                  <a:lnTo>
                    <a:pt x="1180418" y="4547162"/>
                  </a:lnTo>
                  <a:lnTo>
                    <a:pt x="1180564" y="4547162"/>
                  </a:lnTo>
                  <a:lnTo>
                    <a:pt x="1180709" y="4547162"/>
                  </a:lnTo>
                  <a:lnTo>
                    <a:pt x="1180855" y="4547162"/>
                  </a:lnTo>
                  <a:lnTo>
                    <a:pt x="1181000" y="4547162"/>
                  </a:lnTo>
                  <a:lnTo>
                    <a:pt x="1181145" y="4547162"/>
                  </a:lnTo>
                  <a:lnTo>
                    <a:pt x="1181291" y="4547162"/>
                  </a:lnTo>
                  <a:lnTo>
                    <a:pt x="1181291" y="4546538"/>
                  </a:lnTo>
                  <a:lnTo>
                    <a:pt x="1181436" y="4546538"/>
                  </a:lnTo>
                  <a:lnTo>
                    <a:pt x="1181582" y="4546538"/>
                  </a:lnTo>
                  <a:lnTo>
                    <a:pt x="1181727" y="4546538"/>
                  </a:lnTo>
                  <a:lnTo>
                    <a:pt x="1181872" y="4546538"/>
                  </a:lnTo>
                  <a:lnTo>
                    <a:pt x="1181872" y="4545915"/>
                  </a:lnTo>
                  <a:lnTo>
                    <a:pt x="1182018" y="4545915"/>
                  </a:lnTo>
                  <a:lnTo>
                    <a:pt x="1182163" y="4545915"/>
                  </a:lnTo>
                  <a:lnTo>
                    <a:pt x="1182309" y="4545915"/>
                  </a:lnTo>
                  <a:lnTo>
                    <a:pt x="1182309" y="4545291"/>
                  </a:lnTo>
                  <a:lnTo>
                    <a:pt x="1182454" y="4545291"/>
                  </a:lnTo>
                  <a:lnTo>
                    <a:pt x="1182600" y="4545291"/>
                  </a:lnTo>
                  <a:lnTo>
                    <a:pt x="1182600" y="4544667"/>
                  </a:lnTo>
                  <a:lnTo>
                    <a:pt x="1182745" y="4544667"/>
                  </a:lnTo>
                  <a:lnTo>
                    <a:pt x="1182890" y="4544667"/>
                  </a:lnTo>
                  <a:lnTo>
                    <a:pt x="1183036" y="4544667"/>
                  </a:lnTo>
                  <a:lnTo>
                    <a:pt x="1183181" y="4544667"/>
                  </a:lnTo>
                  <a:lnTo>
                    <a:pt x="1183181" y="4544044"/>
                  </a:lnTo>
                  <a:lnTo>
                    <a:pt x="1183327" y="4544044"/>
                  </a:lnTo>
                  <a:lnTo>
                    <a:pt x="1183472" y="4544044"/>
                  </a:lnTo>
                  <a:lnTo>
                    <a:pt x="1183472" y="4543420"/>
                  </a:lnTo>
                  <a:lnTo>
                    <a:pt x="1183618" y="4543420"/>
                  </a:lnTo>
                  <a:lnTo>
                    <a:pt x="1183618" y="4542797"/>
                  </a:lnTo>
                  <a:lnTo>
                    <a:pt x="1183763" y="4542797"/>
                  </a:lnTo>
                  <a:lnTo>
                    <a:pt x="1183908" y="4542797"/>
                  </a:lnTo>
                  <a:lnTo>
                    <a:pt x="1184054" y="4542797"/>
                  </a:lnTo>
                  <a:lnTo>
                    <a:pt x="1184199" y="4542797"/>
                  </a:lnTo>
                  <a:lnTo>
                    <a:pt x="1184345" y="4542797"/>
                  </a:lnTo>
                  <a:lnTo>
                    <a:pt x="1184490" y="4542797"/>
                  </a:lnTo>
                  <a:lnTo>
                    <a:pt x="1184636" y="4542797"/>
                  </a:lnTo>
                  <a:lnTo>
                    <a:pt x="1184636" y="4542173"/>
                  </a:lnTo>
                  <a:lnTo>
                    <a:pt x="1184781" y="4542173"/>
                  </a:lnTo>
                  <a:lnTo>
                    <a:pt x="1184926" y="4542173"/>
                  </a:lnTo>
                  <a:lnTo>
                    <a:pt x="1184926" y="4541550"/>
                  </a:lnTo>
                  <a:lnTo>
                    <a:pt x="1184926" y="4540926"/>
                  </a:lnTo>
                  <a:lnTo>
                    <a:pt x="1185072" y="4540926"/>
                  </a:lnTo>
                  <a:lnTo>
                    <a:pt x="1185217" y="4540926"/>
                  </a:lnTo>
                  <a:lnTo>
                    <a:pt x="1185363" y="4540926"/>
                  </a:lnTo>
                  <a:lnTo>
                    <a:pt x="1185508" y="4540926"/>
                  </a:lnTo>
                  <a:lnTo>
                    <a:pt x="1185654" y="4540926"/>
                  </a:lnTo>
                  <a:lnTo>
                    <a:pt x="1185799" y="4540926"/>
                  </a:lnTo>
                  <a:lnTo>
                    <a:pt x="1185799" y="4540302"/>
                  </a:lnTo>
                  <a:lnTo>
                    <a:pt x="1185799" y="4539679"/>
                  </a:lnTo>
                  <a:lnTo>
                    <a:pt x="1185799" y="4539055"/>
                  </a:lnTo>
                  <a:lnTo>
                    <a:pt x="1185944" y="4539055"/>
                  </a:lnTo>
                  <a:lnTo>
                    <a:pt x="1185944" y="4538432"/>
                  </a:lnTo>
                  <a:lnTo>
                    <a:pt x="1186090" y="4538432"/>
                  </a:lnTo>
                  <a:lnTo>
                    <a:pt x="1186090" y="4537808"/>
                  </a:lnTo>
                  <a:lnTo>
                    <a:pt x="1186235" y="4537808"/>
                  </a:lnTo>
                  <a:lnTo>
                    <a:pt x="1186381" y="4537808"/>
                  </a:lnTo>
                  <a:lnTo>
                    <a:pt x="1186526" y="4537808"/>
                  </a:lnTo>
                  <a:lnTo>
                    <a:pt x="1186672" y="4537808"/>
                  </a:lnTo>
                  <a:lnTo>
                    <a:pt x="1186817" y="4537808"/>
                  </a:lnTo>
                  <a:lnTo>
                    <a:pt x="1186962" y="4537808"/>
                  </a:lnTo>
                  <a:lnTo>
                    <a:pt x="1187108" y="4537808"/>
                  </a:lnTo>
                  <a:lnTo>
                    <a:pt x="1187253" y="4537808"/>
                  </a:lnTo>
                  <a:lnTo>
                    <a:pt x="1187399" y="4537808"/>
                  </a:lnTo>
                  <a:lnTo>
                    <a:pt x="1187544" y="4537808"/>
                  </a:lnTo>
                  <a:lnTo>
                    <a:pt x="1187690" y="4537808"/>
                  </a:lnTo>
                  <a:lnTo>
                    <a:pt x="1187690" y="4537184"/>
                  </a:lnTo>
                  <a:lnTo>
                    <a:pt x="1187835" y="4537184"/>
                  </a:lnTo>
                  <a:lnTo>
                    <a:pt x="1187980" y="4537184"/>
                  </a:lnTo>
                  <a:lnTo>
                    <a:pt x="1188126" y="4537184"/>
                  </a:lnTo>
                  <a:lnTo>
                    <a:pt x="1188271" y="4537184"/>
                  </a:lnTo>
                  <a:lnTo>
                    <a:pt x="1188417" y="4537184"/>
                  </a:lnTo>
                  <a:lnTo>
                    <a:pt x="1188562" y="4537184"/>
                  </a:lnTo>
                  <a:lnTo>
                    <a:pt x="1188707" y="4537184"/>
                  </a:lnTo>
                  <a:lnTo>
                    <a:pt x="1188853" y="4537184"/>
                  </a:lnTo>
                  <a:lnTo>
                    <a:pt x="1188998" y="4537184"/>
                  </a:lnTo>
                  <a:lnTo>
                    <a:pt x="1188998" y="4536561"/>
                  </a:lnTo>
                  <a:lnTo>
                    <a:pt x="1189144" y="4536561"/>
                  </a:lnTo>
                  <a:lnTo>
                    <a:pt x="1189289" y="4536561"/>
                  </a:lnTo>
                  <a:lnTo>
                    <a:pt x="1189435" y="4536561"/>
                  </a:lnTo>
                  <a:lnTo>
                    <a:pt x="1189580" y="4536561"/>
                  </a:lnTo>
                  <a:lnTo>
                    <a:pt x="1189725" y="4536561"/>
                  </a:lnTo>
                  <a:lnTo>
                    <a:pt x="1189725" y="4535937"/>
                  </a:lnTo>
                  <a:lnTo>
                    <a:pt x="1189871" y="4535937"/>
                  </a:lnTo>
                  <a:lnTo>
                    <a:pt x="1190016" y="4535937"/>
                  </a:lnTo>
                  <a:lnTo>
                    <a:pt x="1190162" y="4535937"/>
                  </a:lnTo>
                  <a:lnTo>
                    <a:pt x="1190307" y="4535937"/>
                  </a:lnTo>
                  <a:lnTo>
                    <a:pt x="1190453" y="4535937"/>
                  </a:lnTo>
                  <a:lnTo>
                    <a:pt x="1190598" y="4535937"/>
                  </a:lnTo>
                  <a:lnTo>
                    <a:pt x="1190743" y="4535937"/>
                  </a:lnTo>
                  <a:lnTo>
                    <a:pt x="1190889" y="4535937"/>
                  </a:lnTo>
                  <a:lnTo>
                    <a:pt x="1191034" y="4535937"/>
                  </a:lnTo>
                  <a:lnTo>
                    <a:pt x="1191180" y="4535937"/>
                  </a:lnTo>
                  <a:lnTo>
                    <a:pt x="1191325" y="4535937"/>
                  </a:lnTo>
                  <a:lnTo>
                    <a:pt x="1191471" y="4535937"/>
                  </a:lnTo>
                  <a:lnTo>
                    <a:pt x="1191616" y="4535937"/>
                  </a:lnTo>
                  <a:lnTo>
                    <a:pt x="1191761" y="4535937"/>
                  </a:lnTo>
                  <a:lnTo>
                    <a:pt x="1191907" y="4535937"/>
                  </a:lnTo>
                  <a:lnTo>
                    <a:pt x="1192052" y="4535937"/>
                  </a:lnTo>
                  <a:lnTo>
                    <a:pt x="1192198" y="4535937"/>
                  </a:lnTo>
                  <a:lnTo>
                    <a:pt x="1192343" y="4535937"/>
                  </a:lnTo>
                  <a:lnTo>
                    <a:pt x="1192489" y="4535937"/>
                  </a:lnTo>
                  <a:lnTo>
                    <a:pt x="1192634" y="4535937"/>
                  </a:lnTo>
                  <a:lnTo>
                    <a:pt x="1192634" y="4535314"/>
                  </a:lnTo>
                  <a:lnTo>
                    <a:pt x="1192779" y="4535314"/>
                  </a:lnTo>
                  <a:lnTo>
                    <a:pt x="1192779" y="4534690"/>
                  </a:lnTo>
                  <a:lnTo>
                    <a:pt x="1192925" y="4534690"/>
                  </a:lnTo>
                  <a:lnTo>
                    <a:pt x="1192925" y="4534067"/>
                  </a:lnTo>
                  <a:lnTo>
                    <a:pt x="1192925" y="4533443"/>
                  </a:lnTo>
                  <a:lnTo>
                    <a:pt x="1193070" y="4533443"/>
                  </a:lnTo>
                  <a:lnTo>
                    <a:pt x="1193070" y="4532819"/>
                  </a:lnTo>
                  <a:lnTo>
                    <a:pt x="1193070" y="4532196"/>
                  </a:lnTo>
                  <a:lnTo>
                    <a:pt x="1193216" y="4532196"/>
                  </a:lnTo>
                  <a:lnTo>
                    <a:pt x="1193361" y="4532196"/>
                  </a:lnTo>
                  <a:lnTo>
                    <a:pt x="1193507" y="4532196"/>
                  </a:lnTo>
                  <a:lnTo>
                    <a:pt x="1193507" y="4531572"/>
                  </a:lnTo>
                  <a:lnTo>
                    <a:pt x="1193652" y="4531572"/>
                  </a:lnTo>
                  <a:lnTo>
                    <a:pt x="1193652" y="4530949"/>
                  </a:lnTo>
                  <a:lnTo>
                    <a:pt x="1193797" y="4530949"/>
                  </a:lnTo>
                  <a:lnTo>
                    <a:pt x="1193943" y="4530949"/>
                  </a:lnTo>
                  <a:lnTo>
                    <a:pt x="1194088" y="4530949"/>
                  </a:lnTo>
                  <a:lnTo>
                    <a:pt x="1194234" y="4530949"/>
                  </a:lnTo>
                  <a:lnTo>
                    <a:pt x="1194379" y="4530949"/>
                  </a:lnTo>
                  <a:lnTo>
                    <a:pt x="1194525" y="4530949"/>
                  </a:lnTo>
                  <a:lnTo>
                    <a:pt x="1194670" y="4530949"/>
                  </a:lnTo>
                  <a:lnTo>
                    <a:pt x="1194815" y="4530949"/>
                  </a:lnTo>
                  <a:lnTo>
                    <a:pt x="1194961" y="4530949"/>
                  </a:lnTo>
                  <a:lnTo>
                    <a:pt x="1195106" y="4530949"/>
                  </a:lnTo>
                  <a:lnTo>
                    <a:pt x="1195252" y="4530949"/>
                  </a:lnTo>
                  <a:lnTo>
                    <a:pt x="1195397" y="4530949"/>
                  </a:lnTo>
                  <a:lnTo>
                    <a:pt x="1195542" y="4530949"/>
                  </a:lnTo>
                  <a:lnTo>
                    <a:pt x="1195688" y="4530949"/>
                  </a:lnTo>
                  <a:lnTo>
                    <a:pt x="1195833" y="4530949"/>
                  </a:lnTo>
                  <a:lnTo>
                    <a:pt x="1195833" y="4530325"/>
                  </a:lnTo>
                  <a:lnTo>
                    <a:pt x="1195979" y="4530325"/>
                  </a:lnTo>
                  <a:lnTo>
                    <a:pt x="1195979" y="4529701"/>
                  </a:lnTo>
                  <a:lnTo>
                    <a:pt x="1196124" y="4529701"/>
                  </a:lnTo>
                  <a:lnTo>
                    <a:pt x="1196270" y="4529701"/>
                  </a:lnTo>
                  <a:lnTo>
                    <a:pt x="1196415" y="4529701"/>
                  </a:lnTo>
                  <a:lnTo>
                    <a:pt x="1196560" y="4529701"/>
                  </a:lnTo>
                  <a:lnTo>
                    <a:pt x="1196706" y="4529701"/>
                  </a:lnTo>
                  <a:lnTo>
                    <a:pt x="1196851" y="4529701"/>
                  </a:lnTo>
                  <a:lnTo>
                    <a:pt x="1196851" y="4529078"/>
                  </a:lnTo>
                  <a:lnTo>
                    <a:pt x="1196997" y="4529078"/>
                  </a:lnTo>
                  <a:lnTo>
                    <a:pt x="1197142" y="4529078"/>
                  </a:lnTo>
                  <a:lnTo>
                    <a:pt x="1197288" y="4529078"/>
                  </a:lnTo>
                  <a:lnTo>
                    <a:pt x="1197433" y="4529078"/>
                  </a:lnTo>
                  <a:lnTo>
                    <a:pt x="1197578" y="4529078"/>
                  </a:lnTo>
                  <a:lnTo>
                    <a:pt x="1197578" y="4528454"/>
                  </a:lnTo>
                  <a:lnTo>
                    <a:pt x="1197578" y="4527831"/>
                  </a:lnTo>
                  <a:lnTo>
                    <a:pt x="1197724" y="4527831"/>
                  </a:lnTo>
                  <a:lnTo>
                    <a:pt x="1197869" y="4527831"/>
                  </a:lnTo>
                  <a:lnTo>
                    <a:pt x="1198015" y="4527831"/>
                  </a:lnTo>
                  <a:lnTo>
                    <a:pt x="1198160" y="4527831"/>
                  </a:lnTo>
                  <a:lnTo>
                    <a:pt x="1198306" y="4527831"/>
                  </a:lnTo>
                  <a:lnTo>
                    <a:pt x="1198451" y="4527831"/>
                  </a:lnTo>
                  <a:lnTo>
                    <a:pt x="1198596" y="4527831"/>
                  </a:lnTo>
                  <a:lnTo>
                    <a:pt x="1198596" y="4527207"/>
                  </a:lnTo>
                  <a:lnTo>
                    <a:pt x="1198596" y="4526584"/>
                  </a:lnTo>
                  <a:lnTo>
                    <a:pt x="1198742" y="4526584"/>
                  </a:lnTo>
                  <a:lnTo>
                    <a:pt x="1198742" y="4525960"/>
                  </a:lnTo>
                  <a:lnTo>
                    <a:pt x="1198887" y="4525960"/>
                  </a:lnTo>
                  <a:lnTo>
                    <a:pt x="1198887" y="4525336"/>
                  </a:lnTo>
                  <a:lnTo>
                    <a:pt x="1199033" y="4525336"/>
                  </a:lnTo>
                  <a:lnTo>
                    <a:pt x="1199033" y="4524713"/>
                  </a:lnTo>
                  <a:lnTo>
                    <a:pt x="1199033" y="4524089"/>
                  </a:lnTo>
                  <a:lnTo>
                    <a:pt x="1199178" y="4524089"/>
                  </a:lnTo>
                  <a:lnTo>
                    <a:pt x="1199324" y="4524089"/>
                  </a:lnTo>
                  <a:lnTo>
                    <a:pt x="1199469" y="4524089"/>
                  </a:lnTo>
                  <a:lnTo>
                    <a:pt x="1199614" y="4524089"/>
                  </a:lnTo>
                  <a:lnTo>
                    <a:pt x="1199760" y="4524089"/>
                  </a:lnTo>
                  <a:lnTo>
                    <a:pt x="1199905" y="4524089"/>
                  </a:lnTo>
                  <a:lnTo>
                    <a:pt x="1200051" y="4524089"/>
                  </a:lnTo>
                  <a:lnTo>
                    <a:pt x="1200196" y="4524089"/>
                  </a:lnTo>
                  <a:lnTo>
                    <a:pt x="1200342" y="4524089"/>
                  </a:lnTo>
                  <a:lnTo>
                    <a:pt x="1200487" y="4524089"/>
                  </a:lnTo>
                  <a:lnTo>
                    <a:pt x="1200632" y="4524089"/>
                  </a:lnTo>
                  <a:lnTo>
                    <a:pt x="1200632" y="4523466"/>
                  </a:lnTo>
                  <a:lnTo>
                    <a:pt x="1200778" y="4523466"/>
                  </a:lnTo>
                  <a:lnTo>
                    <a:pt x="1200923" y="4523466"/>
                  </a:lnTo>
                  <a:lnTo>
                    <a:pt x="1201069" y="4523466"/>
                  </a:lnTo>
                  <a:lnTo>
                    <a:pt x="1201214" y="4523466"/>
                  </a:lnTo>
                  <a:lnTo>
                    <a:pt x="1201214" y="4522842"/>
                  </a:lnTo>
                  <a:lnTo>
                    <a:pt x="1201360" y="4522842"/>
                  </a:lnTo>
                  <a:lnTo>
                    <a:pt x="1201505" y="4522842"/>
                  </a:lnTo>
                  <a:lnTo>
                    <a:pt x="1201505" y="4522218"/>
                  </a:lnTo>
                  <a:lnTo>
                    <a:pt x="1201650" y="4522218"/>
                  </a:lnTo>
                  <a:lnTo>
                    <a:pt x="1201796" y="4522218"/>
                  </a:lnTo>
                  <a:lnTo>
                    <a:pt x="1201941" y="4522218"/>
                  </a:lnTo>
                  <a:lnTo>
                    <a:pt x="1201941" y="4521595"/>
                  </a:lnTo>
                  <a:lnTo>
                    <a:pt x="1201941" y="4520971"/>
                  </a:lnTo>
                  <a:lnTo>
                    <a:pt x="1202087" y="4520971"/>
                  </a:lnTo>
                  <a:lnTo>
                    <a:pt x="1202232" y="4520971"/>
                  </a:lnTo>
                  <a:lnTo>
                    <a:pt x="1202377" y="4520971"/>
                  </a:lnTo>
                  <a:lnTo>
                    <a:pt x="1202523" y="4520971"/>
                  </a:lnTo>
                  <a:lnTo>
                    <a:pt x="1202523" y="4520348"/>
                  </a:lnTo>
                  <a:lnTo>
                    <a:pt x="1202523" y="4519724"/>
                  </a:lnTo>
                  <a:lnTo>
                    <a:pt x="1202668" y="4519724"/>
                  </a:lnTo>
                  <a:lnTo>
                    <a:pt x="1202814" y="4519724"/>
                  </a:lnTo>
                  <a:lnTo>
                    <a:pt x="1202959" y="4519724"/>
                  </a:lnTo>
                  <a:lnTo>
                    <a:pt x="1203105" y="4519724"/>
                  </a:lnTo>
                  <a:lnTo>
                    <a:pt x="1203250" y="4519724"/>
                  </a:lnTo>
                  <a:lnTo>
                    <a:pt x="1203395" y="4519724"/>
                  </a:lnTo>
                  <a:lnTo>
                    <a:pt x="1203541" y="4519724"/>
                  </a:lnTo>
                  <a:lnTo>
                    <a:pt x="1203686" y="4519724"/>
                  </a:lnTo>
                  <a:lnTo>
                    <a:pt x="1203686" y="4519101"/>
                  </a:lnTo>
                  <a:lnTo>
                    <a:pt x="1203832" y="4519101"/>
                  </a:lnTo>
                  <a:lnTo>
                    <a:pt x="1203977" y="4519101"/>
                  </a:lnTo>
                  <a:lnTo>
                    <a:pt x="1204123" y="4519101"/>
                  </a:lnTo>
                  <a:lnTo>
                    <a:pt x="1204123" y="4518477"/>
                  </a:lnTo>
                  <a:lnTo>
                    <a:pt x="1204268" y="4518477"/>
                  </a:lnTo>
                  <a:lnTo>
                    <a:pt x="1204413" y="4518477"/>
                  </a:lnTo>
                  <a:lnTo>
                    <a:pt x="1204413" y="4517853"/>
                  </a:lnTo>
                  <a:lnTo>
                    <a:pt x="1204559" y="4517853"/>
                  </a:lnTo>
                  <a:lnTo>
                    <a:pt x="1204559" y="4517230"/>
                  </a:lnTo>
                  <a:lnTo>
                    <a:pt x="1204704" y="4517230"/>
                  </a:lnTo>
                  <a:lnTo>
                    <a:pt x="1204850" y="4517230"/>
                  </a:lnTo>
                  <a:lnTo>
                    <a:pt x="1204995" y="4517230"/>
                  </a:lnTo>
                  <a:lnTo>
                    <a:pt x="1205141" y="4517230"/>
                  </a:lnTo>
                  <a:lnTo>
                    <a:pt x="1205286" y="4517230"/>
                  </a:lnTo>
                  <a:lnTo>
                    <a:pt x="1205431" y="4517230"/>
                  </a:lnTo>
                  <a:lnTo>
                    <a:pt x="1205577" y="4517230"/>
                  </a:lnTo>
                  <a:lnTo>
                    <a:pt x="1205722" y="4517230"/>
                  </a:lnTo>
                  <a:lnTo>
                    <a:pt x="1205868" y="4517230"/>
                  </a:lnTo>
                  <a:lnTo>
                    <a:pt x="1206013" y="4517230"/>
                  </a:lnTo>
                  <a:lnTo>
                    <a:pt x="1206159" y="4517230"/>
                  </a:lnTo>
                  <a:lnTo>
                    <a:pt x="1206304" y="4517230"/>
                  </a:lnTo>
                  <a:lnTo>
                    <a:pt x="1206449" y="4517230"/>
                  </a:lnTo>
                  <a:lnTo>
                    <a:pt x="1206595" y="4517230"/>
                  </a:lnTo>
                  <a:lnTo>
                    <a:pt x="1206740" y="4517230"/>
                  </a:lnTo>
                  <a:lnTo>
                    <a:pt x="1206740" y="4516606"/>
                  </a:lnTo>
                  <a:lnTo>
                    <a:pt x="1206886" y="4516606"/>
                  </a:lnTo>
                  <a:lnTo>
                    <a:pt x="1207031" y="4516606"/>
                  </a:lnTo>
                  <a:lnTo>
                    <a:pt x="1207177" y="4516606"/>
                  </a:lnTo>
                  <a:lnTo>
                    <a:pt x="1207322" y="4516606"/>
                  </a:lnTo>
                  <a:lnTo>
                    <a:pt x="1207467" y="4516606"/>
                  </a:lnTo>
                  <a:lnTo>
                    <a:pt x="1207613" y="4516606"/>
                  </a:lnTo>
                  <a:lnTo>
                    <a:pt x="1207758" y="4516606"/>
                  </a:lnTo>
                  <a:lnTo>
                    <a:pt x="1207904" y="4516606"/>
                  </a:lnTo>
                  <a:lnTo>
                    <a:pt x="1208049" y="4516606"/>
                  </a:lnTo>
                  <a:lnTo>
                    <a:pt x="1208195" y="4516606"/>
                  </a:lnTo>
                  <a:lnTo>
                    <a:pt x="1208340" y="4516606"/>
                  </a:lnTo>
                  <a:lnTo>
                    <a:pt x="1208485" y="4516606"/>
                  </a:lnTo>
                  <a:lnTo>
                    <a:pt x="1208631" y="4516606"/>
                  </a:lnTo>
                  <a:lnTo>
                    <a:pt x="1208776" y="4516606"/>
                  </a:lnTo>
                  <a:lnTo>
                    <a:pt x="1208776" y="4515983"/>
                  </a:lnTo>
                  <a:lnTo>
                    <a:pt x="1208776" y="4515359"/>
                  </a:lnTo>
                  <a:lnTo>
                    <a:pt x="1208922" y="4515359"/>
                  </a:lnTo>
                  <a:lnTo>
                    <a:pt x="1209067" y="4515359"/>
                  </a:lnTo>
                  <a:lnTo>
                    <a:pt x="1209212" y="4515359"/>
                  </a:lnTo>
                  <a:lnTo>
                    <a:pt x="1209358" y="4515359"/>
                  </a:lnTo>
                  <a:lnTo>
                    <a:pt x="1209358" y="4514735"/>
                  </a:lnTo>
                  <a:lnTo>
                    <a:pt x="1209358" y="4514112"/>
                  </a:lnTo>
                  <a:lnTo>
                    <a:pt x="1209358" y="4513488"/>
                  </a:lnTo>
                  <a:lnTo>
                    <a:pt x="1209503" y="4513488"/>
                  </a:lnTo>
                  <a:lnTo>
                    <a:pt x="1209649" y="4513488"/>
                  </a:lnTo>
                  <a:lnTo>
                    <a:pt x="1209649" y="4512865"/>
                  </a:lnTo>
                  <a:lnTo>
                    <a:pt x="1209794" y="4512865"/>
                  </a:lnTo>
                  <a:lnTo>
                    <a:pt x="1209940" y="4512865"/>
                  </a:lnTo>
                  <a:lnTo>
                    <a:pt x="1210085" y="4512865"/>
                  </a:lnTo>
                  <a:lnTo>
                    <a:pt x="1210085" y="4512241"/>
                  </a:lnTo>
                  <a:lnTo>
                    <a:pt x="1210085" y="4511618"/>
                  </a:lnTo>
                  <a:lnTo>
                    <a:pt x="1210230" y="4511618"/>
                  </a:lnTo>
                  <a:lnTo>
                    <a:pt x="1210376" y="4511618"/>
                  </a:lnTo>
                  <a:lnTo>
                    <a:pt x="1210521" y="4511618"/>
                  </a:lnTo>
                  <a:lnTo>
                    <a:pt x="1210521" y="4510994"/>
                  </a:lnTo>
                  <a:lnTo>
                    <a:pt x="1210667" y="4510994"/>
                  </a:lnTo>
                  <a:lnTo>
                    <a:pt x="1210812" y="4510994"/>
                  </a:lnTo>
                  <a:lnTo>
                    <a:pt x="1210958" y="4510994"/>
                  </a:lnTo>
                  <a:lnTo>
                    <a:pt x="1211103" y="4510994"/>
                  </a:lnTo>
                  <a:lnTo>
                    <a:pt x="1211248" y="4510994"/>
                  </a:lnTo>
                  <a:lnTo>
                    <a:pt x="1211394" y="4510994"/>
                  </a:lnTo>
                  <a:lnTo>
                    <a:pt x="1211539" y="4510994"/>
                  </a:lnTo>
                  <a:lnTo>
                    <a:pt x="1211539" y="4510370"/>
                  </a:lnTo>
                  <a:lnTo>
                    <a:pt x="1211685" y="4510370"/>
                  </a:lnTo>
                  <a:lnTo>
                    <a:pt x="1211830" y="4510370"/>
                  </a:lnTo>
                  <a:lnTo>
                    <a:pt x="1211830" y="4509747"/>
                  </a:lnTo>
                  <a:lnTo>
                    <a:pt x="1211976" y="4509747"/>
                  </a:lnTo>
                  <a:lnTo>
                    <a:pt x="1212121" y="4509747"/>
                  </a:lnTo>
                  <a:lnTo>
                    <a:pt x="1212121" y="4509123"/>
                  </a:lnTo>
                  <a:lnTo>
                    <a:pt x="1212266" y="4509123"/>
                  </a:lnTo>
                  <a:lnTo>
                    <a:pt x="1212412" y="4509123"/>
                  </a:lnTo>
                  <a:lnTo>
                    <a:pt x="1212557" y="4509123"/>
                  </a:lnTo>
                  <a:lnTo>
                    <a:pt x="1212703" y="4509123"/>
                  </a:lnTo>
                  <a:lnTo>
                    <a:pt x="1212703" y="4508500"/>
                  </a:lnTo>
                  <a:lnTo>
                    <a:pt x="1212848" y="4508500"/>
                  </a:lnTo>
                  <a:lnTo>
                    <a:pt x="1212994" y="4508500"/>
                  </a:lnTo>
                  <a:lnTo>
                    <a:pt x="1212994" y="4507876"/>
                  </a:lnTo>
                  <a:lnTo>
                    <a:pt x="1213139" y="4507876"/>
                  </a:lnTo>
                  <a:lnTo>
                    <a:pt x="1213284" y="4507876"/>
                  </a:lnTo>
                  <a:lnTo>
                    <a:pt x="1213430" y="4507876"/>
                  </a:lnTo>
                  <a:lnTo>
                    <a:pt x="1213430" y="4507253"/>
                  </a:lnTo>
                  <a:lnTo>
                    <a:pt x="1213430" y="4506629"/>
                  </a:lnTo>
                  <a:lnTo>
                    <a:pt x="1213430" y="4506005"/>
                  </a:lnTo>
                  <a:lnTo>
                    <a:pt x="1213575" y="4506005"/>
                  </a:lnTo>
                  <a:lnTo>
                    <a:pt x="1213721" y="4506005"/>
                  </a:lnTo>
                  <a:lnTo>
                    <a:pt x="1213721" y="4505382"/>
                  </a:lnTo>
                  <a:lnTo>
                    <a:pt x="1213866" y="4505382"/>
                  </a:lnTo>
                  <a:lnTo>
                    <a:pt x="1213866" y="4504758"/>
                  </a:lnTo>
                  <a:lnTo>
                    <a:pt x="1214012" y="4504758"/>
                  </a:lnTo>
                  <a:lnTo>
                    <a:pt x="1214157" y="4504758"/>
                  </a:lnTo>
                  <a:lnTo>
                    <a:pt x="1214302" y="4504758"/>
                  </a:lnTo>
                  <a:lnTo>
                    <a:pt x="1214448" y="4504758"/>
                  </a:lnTo>
                  <a:lnTo>
                    <a:pt x="1214448" y="4504135"/>
                  </a:lnTo>
                  <a:lnTo>
                    <a:pt x="1214593" y="4504135"/>
                  </a:lnTo>
                  <a:lnTo>
                    <a:pt x="1214739" y="4504135"/>
                  </a:lnTo>
                  <a:lnTo>
                    <a:pt x="1214884" y="4504135"/>
                  </a:lnTo>
                  <a:lnTo>
                    <a:pt x="1215030" y="4504135"/>
                  </a:lnTo>
                  <a:lnTo>
                    <a:pt x="1215175" y="4504135"/>
                  </a:lnTo>
                  <a:lnTo>
                    <a:pt x="1215320" y="4504135"/>
                  </a:lnTo>
                  <a:lnTo>
                    <a:pt x="1215466" y="4504135"/>
                  </a:lnTo>
                  <a:lnTo>
                    <a:pt x="1215611" y="4504135"/>
                  </a:lnTo>
                  <a:lnTo>
                    <a:pt x="1215757" y="4504135"/>
                  </a:lnTo>
                  <a:lnTo>
                    <a:pt x="1215902" y="4504135"/>
                  </a:lnTo>
                  <a:lnTo>
                    <a:pt x="1216047" y="4504135"/>
                  </a:lnTo>
                  <a:lnTo>
                    <a:pt x="1216193" y="4504135"/>
                  </a:lnTo>
                  <a:lnTo>
                    <a:pt x="1216193" y="4503511"/>
                  </a:lnTo>
                  <a:lnTo>
                    <a:pt x="1216338" y="4503511"/>
                  </a:lnTo>
                  <a:lnTo>
                    <a:pt x="1216484" y="4503511"/>
                  </a:lnTo>
                  <a:lnTo>
                    <a:pt x="1216629" y="4503511"/>
                  </a:lnTo>
                  <a:lnTo>
                    <a:pt x="1216629" y="4502887"/>
                  </a:lnTo>
                  <a:lnTo>
                    <a:pt x="1216629" y="4502264"/>
                  </a:lnTo>
                  <a:lnTo>
                    <a:pt x="1216629" y="4501640"/>
                  </a:lnTo>
                  <a:lnTo>
                    <a:pt x="1216775" y="4501640"/>
                  </a:lnTo>
                  <a:lnTo>
                    <a:pt x="1216775" y="4501017"/>
                  </a:lnTo>
                  <a:lnTo>
                    <a:pt x="1216775" y="4500393"/>
                  </a:lnTo>
                  <a:lnTo>
                    <a:pt x="1216920" y="4500393"/>
                  </a:lnTo>
                  <a:lnTo>
                    <a:pt x="1217065" y="4500393"/>
                  </a:lnTo>
                  <a:lnTo>
                    <a:pt x="1217065" y="4499770"/>
                  </a:lnTo>
                  <a:lnTo>
                    <a:pt x="1217211" y="4499770"/>
                  </a:lnTo>
                  <a:lnTo>
                    <a:pt x="1217211" y="4499146"/>
                  </a:lnTo>
                  <a:lnTo>
                    <a:pt x="1217356" y="4499146"/>
                  </a:lnTo>
                  <a:lnTo>
                    <a:pt x="1217502" y="4499146"/>
                  </a:lnTo>
                  <a:lnTo>
                    <a:pt x="1217647" y="4499146"/>
                  </a:lnTo>
                  <a:lnTo>
                    <a:pt x="1217647" y="4498522"/>
                  </a:lnTo>
                  <a:lnTo>
                    <a:pt x="1217793" y="4498522"/>
                  </a:lnTo>
                  <a:lnTo>
                    <a:pt x="1217938" y="4498522"/>
                  </a:lnTo>
                  <a:lnTo>
                    <a:pt x="1218083" y="4498522"/>
                  </a:lnTo>
                  <a:lnTo>
                    <a:pt x="1218083" y="4497899"/>
                  </a:lnTo>
                  <a:lnTo>
                    <a:pt x="1218229" y="4497899"/>
                  </a:lnTo>
                  <a:lnTo>
                    <a:pt x="1218229" y="4497275"/>
                  </a:lnTo>
                  <a:lnTo>
                    <a:pt x="1218374" y="4497275"/>
                  </a:lnTo>
                  <a:lnTo>
                    <a:pt x="1218520" y="4497275"/>
                  </a:lnTo>
                  <a:lnTo>
                    <a:pt x="1218665" y="4497275"/>
                  </a:lnTo>
                  <a:lnTo>
                    <a:pt x="1218811" y="4497275"/>
                  </a:lnTo>
                  <a:lnTo>
                    <a:pt x="1218956" y="4497275"/>
                  </a:lnTo>
                  <a:lnTo>
                    <a:pt x="1219101" y="4497275"/>
                  </a:lnTo>
                  <a:lnTo>
                    <a:pt x="1219247" y="4497275"/>
                  </a:lnTo>
                  <a:lnTo>
                    <a:pt x="1219392" y="4497275"/>
                  </a:lnTo>
                  <a:lnTo>
                    <a:pt x="1219392" y="4496652"/>
                  </a:lnTo>
                  <a:lnTo>
                    <a:pt x="1219538" y="4496652"/>
                  </a:lnTo>
                  <a:lnTo>
                    <a:pt x="1219683" y="4496652"/>
                  </a:lnTo>
                  <a:lnTo>
                    <a:pt x="1219829" y="4496652"/>
                  </a:lnTo>
                  <a:lnTo>
                    <a:pt x="1219974" y="4496652"/>
                  </a:lnTo>
                  <a:lnTo>
                    <a:pt x="1220119" y="4496652"/>
                  </a:lnTo>
                  <a:lnTo>
                    <a:pt x="1220119" y="4496028"/>
                  </a:lnTo>
                  <a:lnTo>
                    <a:pt x="1220265" y="4496028"/>
                  </a:lnTo>
                  <a:lnTo>
                    <a:pt x="1220410" y="4496028"/>
                  </a:lnTo>
                  <a:lnTo>
                    <a:pt x="1220556" y="4496028"/>
                  </a:lnTo>
                  <a:lnTo>
                    <a:pt x="1220701" y="4496028"/>
                  </a:lnTo>
                  <a:lnTo>
                    <a:pt x="1220847" y="4496028"/>
                  </a:lnTo>
                  <a:lnTo>
                    <a:pt x="1220847" y="4495404"/>
                  </a:lnTo>
                  <a:lnTo>
                    <a:pt x="1220992" y="4495404"/>
                  </a:lnTo>
                  <a:lnTo>
                    <a:pt x="1221137" y="4495404"/>
                  </a:lnTo>
                  <a:lnTo>
                    <a:pt x="1221283" y="4495404"/>
                  </a:lnTo>
                  <a:lnTo>
                    <a:pt x="1221428" y="4495404"/>
                  </a:lnTo>
                  <a:lnTo>
                    <a:pt x="1221574" y="4495404"/>
                  </a:lnTo>
                  <a:lnTo>
                    <a:pt x="1221719" y="4495404"/>
                  </a:lnTo>
                  <a:lnTo>
                    <a:pt x="1221865" y="4495404"/>
                  </a:lnTo>
                  <a:lnTo>
                    <a:pt x="1222010" y="4495404"/>
                  </a:lnTo>
                  <a:lnTo>
                    <a:pt x="1222010" y="4494781"/>
                  </a:lnTo>
                  <a:lnTo>
                    <a:pt x="1222010" y="4494157"/>
                  </a:lnTo>
                  <a:lnTo>
                    <a:pt x="1222155" y="4494157"/>
                  </a:lnTo>
                  <a:lnTo>
                    <a:pt x="1222155" y="4493534"/>
                  </a:lnTo>
                  <a:lnTo>
                    <a:pt x="1222155" y="4492910"/>
                  </a:lnTo>
                  <a:lnTo>
                    <a:pt x="1222155" y="4492287"/>
                  </a:lnTo>
                  <a:lnTo>
                    <a:pt x="1222155" y="4491663"/>
                  </a:lnTo>
                  <a:lnTo>
                    <a:pt x="1222301" y="4491663"/>
                  </a:lnTo>
                  <a:lnTo>
                    <a:pt x="1222446" y="4491663"/>
                  </a:lnTo>
                  <a:lnTo>
                    <a:pt x="1222592" y="4491663"/>
                  </a:lnTo>
                  <a:lnTo>
                    <a:pt x="1222737" y="4491663"/>
                  </a:lnTo>
                  <a:lnTo>
                    <a:pt x="1222882" y="4491663"/>
                  </a:lnTo>
                  <a:lnTo>
                    <a:pt x="1223028" y="4491663"/>
                  </a:lnTo>
                  <a:lnTo>
                    <a:pt x="1223173" y="4491663"/>
                  </a:lnTo>
                  <a:lnTo>
                    <a:pt x="1223173" y="4491039"/>
                  </a:lnTo>
                  <a:lnTo>
                    <a:pt x="1223173" y="4490416"/>
                  </a:lnTo>
                  <a:lnTo>
                    <a:pt x="1223319" y="4490416"/>
                  </a:lnTo>
                  <a:lnTo>
                    <a:pt x="1223464" y="4490416"/>
                  </a:lnTo>
                  <a:lnTo>
                    <a:pt x="1223610" y="4490416"/>
                  </a:lnTo>
                  <a:lnTo>
                    <a:pt x="1223610" y="4489792"/>
                  </a:lnTo>
                  <a:lnTo>
                    <a:pt x="1223755" y="4489792"/>
                  </a:lnTo>
                  <a:lnTo>
                    <a:pt x="1223755" y="4489169"/>
                  </a:lnTo>
                  <a:lnTo>
                    <a:pt x="1223900" y="4489169"/>
                  </a:lnTo>
                  <a:lnTo>
                    <a:pt x="1224046" y="4489169"/>
                  </a:lnTo>
                  <a:lnTo>
                    <a:pt x="1224191" y="4489169"/>
                  </a:lnTo>
                  <a:lnTo>
                    <a:pt x="1224191" y="4488545"/>
                  </a:lnTo>
                  <a:lnTo>
                    <a:pt x="1224191" y="4487921"/>
                  </a:lnTo>
                  <a:lnTo>
                    <a:pt x="1224337" y="4487921"/>
                  </a:lnTo>
                  <a:lnTo>
                    <a:pt x="1224482" y="4487921"/>
                  </a:lnTo>
                  <a:lnTo>
                    <a:pt x="1224628" y="4487921"/>
                  </a:lnTo>
                  <a:lnTo>
                    <a:pt x="1224773" y="4487921"/>
                  </a:lnTo>
                  <a:lnTo>
                    <a:pt x="1224918" y="4487921"/>
                  </a:lnTo>
                  <a:lnTo>
                    <a:pt x="1224918" y="4487298"/>
                  </a:lnTo>
                  <a:lnTo>
                    <a:pt x="1225064" y="4487298"/>
                  </a:lnTo>
                  <a:lnTo>
                    <a:pt x="1225209" y="4487298"/>
                  </a:lnTo>
                  <a:lnTo>
                    <a:pt x="1225355" y="4487298"/>
                  </a:lnTo>
                  <a:lnTo>
                    <a:pt x="1225500" y="4487298"/>
                  </a:lnTo>
                  <a:lnTo>
                    <a:pt x="1225646" y="4487298"/>
                  </a:lnTo>
                  <a:lnTo>
                    <a:pt x="1225791" y="4487298"/>
                  </a:lnTo>
                  <a:lnTo>
                    <a:pt x="1225936" y="4487298"/>
                  </a:lnTo>
                  <a:lnTo>
                    <a:pt x="1226082" y="4487298"/>
                  </a:lnTo>
                  <a:lnTo>
                    <a:pt x="1226227" y="4487298"/>
                  </a:lnTo>
                  <a:lnTo>
                    <a:pt x="1226373" y="4487298"/>
                  </a:lnTo>
                  <a:lnTo>
                    <a:pt x="1226518" y="4487298"/>
                  </a:lnTo>
                  <a:lnTo>
                    <a:pt x="1226664" y="4487298"/>
                  </a:lnTo>
                  <a:lnTo>
                    <a:pt x="1226809" y="4487298"/>
                  </a:lnTo>
                  <a:lnTo>
                    <a:pt x="1226809" y="4486674"/>
                  </a:lnTo>
                  <a:lnTo>
                    <a:pt x="1226809" y="4486051"/>
                  </a:lnTo>
                  <a:lnTo>
                    <a:pt x="1226954" y="4486051"/>
                  </a:lnTo>
                  <a:lnTo>
                    <a:pt x="1227100" y="4486051"/>
                  </a:lnTo>
                  <a:lnTo>
                    <a:pt x="1227100" y="4485427"/>
                  </a:lnTo>
                  <a:lnTo>
                    <a:pt x="1227245" y="4485427"/>
                  </a:lnTo>
                  <a:lnTo>
                    <a:pt x="1227391" y="4485427"/>
                  </a:lnTo>
                  <a:lnTo>
                    <a:pt x="1227391" y="4484804"/>
                  </a:lnTo>
                  <a:lnTo>
                    <a:pt x="1227536" y="4484804"/>
                  </a:lnTo>
                  <a:lnTo>
                    <a:pt x="1227682" y="4484804"/>
                  </a:lnTo>
                  <a:lnTo>
                    <a:pt x="1227827" y="4484804"/>
                  </a:lnTo>
                  <a:lnTo>
                    <a:pt x="1227972" y="4484804"/>
                  </a:lnTo>
                  <a:lnTo>
                    <a:pt x="1227972" y="4484180"/>
                  </a:lnTo>
                  <a:lnTo>
                    <a:pt x="1228118" y="4484180"/>
                  </a:lnTo>
                  <a:lnTo>
                    <a:pt x="1228263" y="4484180"/>
                  </a:lnTo>
                  <a:lnTo>
                    <a:pt x="1228409" y="4484180"/>
                  </a:lnTo>
                  <a:lnTo>
                    <a:pt x="1228409" y="4483556"/>
                  </a:lnTo>
                  <a:lnTo>
                    <a:pt x="1228409" y="4482933"/>
                  </a:lnTo>
                  <a:lnTo>
                    <a:pt x="1228554" y="4482933"/>
                  </a:lnTo>
                  <a:lnTo>
                    <a:pt x="1228554" y="4482309"/>
                  </a:lnTo>
                  <a:lnTo>
                    <a:pt x="1228554" y="4481686"/>
                  </a:lnTo>
                  <a:lnTo>
                    <a:pt x="1228554" y="4481062"/>
                  </a:lnTo>
                  <a:lnTo>
                    <a:pt x="1228700" y="4481062"/>
                  </a:lnTo>
                  <a:lnTo>
                    <a:pt x="1228845" y="4481062"/>
                  </a:lnTo>
                  <a:lnTo>
                    <a:pt x="1228990" y="4481062"/>
                  </a:lnTo>
                  <a:lnTo>
                    <a:pt x="1229136" y="4481062"/>
                  </a:lnTo>
                  <a:lnTo>
                    <a:pt x="1229136" y="4480438"/>
                  </a:lnTo>
                  <a:lnTo>
                    <a:pt x="1229281" y="4480438"/>
                  </a:lnTo>
                  <a:lnTo>
                    <a:pt x="1229281" y="4479815"/>
                  </a:lnTo>
                  <a:lnTo>
                    <a:pt x="1229281" y="4479191"/>
                  </a:lnTo>
                  <a:lnTo>
                    <a:pt x="1229427" y="4479191"/>
                  </a:lnTo>
                  <a:lnTo>
                    <a:pt x="1229572" y="4479191"/>
                  </a:lnTo>
                  <a:lnTo>
                    <a:pt x="1229717" y="4479191"/>
                  </a:lnTo>
                  <a:lnTo>
                    <a:pt x="1229717" y="4478568"/>
                  </a:lnTo>
                  <a:lnTo>
                    <a:pt x="1229863" y="4478568"/>
                  </a:lnTo>
                  <a:lnTo>
                    <a:pt x="1230008" y="4478568"/>
                  </a:lnTo>
                  <a:lnTo>
                    <a:pt x="1230154" y="4478568"/>
                  </a:lnTo>
                  <a:lnTo>
                    <a:pt x="1230299" y="4478568"/>
                  </a:lnTo>
                  <a:lnTo>
                    <a:pt x="1230445" y="4478568"/>
                  </a:lnTo>
                  <a:lnTo>
                    <a:pt x="1230590" y="4478568"/>
                  </a:lnTo>
                  <a:lnTo>
                    <a:pt x="1230735" y="4478568"/>
                  </a:lnTo>
                  <a:lnTo>
                    <a:pt x="1230881" y="4478568"/>
                  </a:lnTo>
                  <a:lnTo>
                    <a:pt x="1231026" y="4478568"/>
                  </a:lnTo>
                  <a:lnTo>
                    <a:pt x="1231026" y="4477944"/>
                  </a:lnTo>
                  <a:lnTo>
                    <a:pt x="1231172" y="4477944"/>
                  </a:lnTo>
                  <a:lnTo>
                    <a:pt x="1231317" y="4477944"/>
                  </a:lnTo>
                  <a:lnTo>
                    <a:pt x="1231463" y="4477944"/>
                  </a:lnTo>
                  <a:lnTo>
                    <a:pt x="1231463" y="4477321"/>
                  </a:lnTo>
                  <a:lnTo>
                    <a:pt x="1231463" y="4476697"/>
                  </a:lnTo>
                  <a:lnTo>
                    <a:pt x="1231463" y="4476073"/>
                  </a:lnTo>
                  <a:lnTo>
                    <a:pt x="1231608" y="4476073"/>
                  </a:lnTo>
                  <a:lnTo>
                    <a:pt x="1231753" y="4476073"/>
                  </a:lnTo>
                  <a:lnTo>
                    <a:pt x="1231899" y="4476073"/>
                  </a:lnTo>
                  <a:lnTo>
                    <a:pt x="1232044" y="4476073"/>
                  </a:lnTo>
                  <a:lnTo>
                    <a:pt x="1232190" y="4476073"/>
                  </a:lnTo>
                  <a:lnTo>
                    <a:pt x="1232190" y="4475450"/>
                  </a:lnTo>
                  <a:lnTo>
                    <a:pt x="1232335" y="4475450"/>
                  </a:lnTo>
                  <a:lnTo>
                    <a:pt x="1232481" y="4475450"/>
                  </a:lnTo>
                  <a:lnTo>
                    <a:pt x="1232626" y="4475450"/>
                  </a:lnTo>
                  <a:lnTo>
                    <a:pt x="1232771" y="4475450"/>
                  </a:lnTo>
                  <a:lnTo>
                    <a:pt x="1232917" y="4475450"/>
                  </a:lnTo>
                  <a:lnTo>
                    <a:pt x="1233062" y="4475450"/>
                  </a:lnTo>
                  <a:lnTo>
                    <a:pt x="1233208" y="4475450"/>
                  </a:lnTo>
                  <a:lnTo>
                    <a:pt x="1233353" y="4475450"/>
                  </a:lnTo>
                  <a:lnTo>
                    <a:pt x="1233353" y="4474826"/>
                  </a:lnTo>
                  <a:lnTo>
                    <a:pt x="1233499" y="4474826"/>
                  </a:lnTo>
                  <a:lnTo>
                    <a:pt x="1233644" y="4474826"/>
                  </a:lnTo>
                  <a:lnTo>
                    <a:pt x="1233789" y="4474826"/>
                  </a:lnTo>
                  <a:lnTo>
                    <a:pt x="1233935" y="4474826"/>
                  </a:lnTo>
                  <a:lnTo>
                    <a:pt x="1233935" y="4474203"/>
                  </a:lnTo>
                  <a:lnTo>
                    <a:pt x="1234080" y="4474203"/>
                  </a:lnTo>
                  <a:lnTo>
                    <a:pt x="1234080" y="4473579"/>
                  </a:lnTo>
                  <a:lnTo>
                    <a:pt x="1234226" y="4473579"/>
                  </a:lnTo>
                  <a:lnTo>
                    <a:pt x="1234226" y="4472955"/>
                  </a:lnTo>
                  <a:lnTo>
                    <a:pt x="1234226" y="4472332"/>
                  </a:lnTo>
                  <a:lnTo>
                    <a:pt x="1234371" y="4472332"/>
                  </a:lnTo>
                  <a:lnTo>
                    <a:pt x="1234371" y="4471708"/>
                  </a:lnTo>
                  <a:lnTo>
                    <a:pt x="1234517" y="4471708"/>
                  </a:lnTo>
                  <a:lnTo>
                    <a:pt x="1234662" y="4471708"/>
                  </a:lnTo>
                  <a:lnTo>
                    <a:pt x="1234662" y="4471085"/>
                  </a:lnTo>
                  <a:lnTo>
                    <a:pt x="1234807" y="4471085"/>
                  </a:lnTo>
                  <a:lnTo>
                    <a:pt x="1234953" y="4471085"/>
                  </a:lnTo>
                  <a:lnTo>
                    <a:pt x="1235098" y="4471085"/>
                  </a:lnTo>
                  <a:lnTo>
                    <a:pt x="1235244" y="4471085"/>
                  </a:lnTo>
                  <a:lnTo>
                    <a:pt x="1235389" y="4471085"/>
                  </a:lnTo>
                  <a:lnTo>
                    <a:pt x="1235389" y="4470461"/>
                  </a:lnTo>
                  <a:lnTo>
                    <a:pt x="1235535" y="4470461"/>
                  </a:lnTo>
                  <a:lnTo>
                    <a:pt x="1235680" y="4470461"/>
                  </a:lnTo>
                  <a:lnTo>
                    <a:pt x="1235825" y="4470461"/>
                  </a:lnTo>
                  <a:lnTo>
                    <a:pt x="1235971" y="4470461"/>
                  </a:lnTo>
                  <a:lnTo>
                    <a:pt x="1236116" y="4470461"/>
                  </a:lnTo>
                  <a:lnTo>
                    <a:pt x="1236262" y="4470461"/>
                  </a:lnTo>
                  <a:lnTo>
                    <a:pt x="1236407" y="4470461"/>
                  </a:lnTo>
                  <a:lnTo>
                    <a:pt x="1236552" y="4470461"/>
                  </a:lnTo>
                  <a:lnTo>
                    <a:pt x="1236552" y="4469838"/>
                  </a:lnTo>
                  <a:lnTo>
                    <a:pt x="1236698" y="4469838"/>
                  </a:lnTo>
                  <a:lnTo>
                    <a:pt x="1236698" y="4469214"/>
                  </a:lnTo>
                  <a:lnTo>
                    <a:pt x="1236843" y="4469214"/>
                  </a:lnTo>
                  <a:lnTo>
                    <a:pt x="1236989" y="4469214"/>
                  </a:lnTo>
                  <a:lnTo>
                    <a:pt x="1237134" y="4469214"/>
                  </a:lnTo>
                  <a:lnTo>
                    <a:pt x="1237280" y="4469214"/>
                  </a:lnTo>
                  <a:lnTo>
                    <a:pt x="1237280" y="4468590"/>
                  </a:lnTo>
                  <a:lnTo>
                    <a:pt x="1237280" y="4467967"/>
                  </a:lnTo>
                  <a:lnTo>
                    <a:pt x="1237425" y="4467967"/>
                  </a:lnTo>
                  <a:lnTo>
                    <a:pt x="1237570" y="4467967"/>
                  </a:lnTo>
                  <a:lnTo>
                    <a:pt x="1237716" y="4467967"/>
                  </a:lnTo>
                  <a:lnTo>
                    <a:pt x="1237861" y="4467967"/>
                  </a:lnTo>
                  <a:lnTo>
                    <a:pt x="1238007" y="4467967"/>
                  </a:lnTo>
                  <a:lnTo>
                    <a:pt x="1238152" y="4467967"/>
                  </a:lnTo>
                  <a:lnTo>
                    <a:pt x="1238298" y="4467967"/>
                  </a:lnTo>
                  <a:lnTo>
                    <a:pt x="1238298" y="4467343"/>
                  </a:lnTo>
                  <a:lnTo>
                    <a:pt x="1238443" y="4467343"/>
                  </a:lnTo>
                  <a:lnTo>
                    <a:pt x="1238443" y="4466720"/>
                  </a:lnTo>
                  <a:lnTo>
                    <a:pt x="1238588" y="4466720"/>
                  </a:lnTo>
                  <a:lnTo>
                    <a:pt x="1238734" y="4466720"/>
                  </a:lnTo>
                  <a:lnTo>
                    <a:pt x="1238879" y="4466720"/>
                  </a:lnTo>
                  <a:lnTo>
                    <a:pt x="1239025" y="4466720"/>
                  </a:lnTo>
                  <a:lnTo>
                    <a:pt x="1239170" y="4466720"/>
                  </a:lnTo>
                  <a:lnTo>
                    <a:pt x="1239316" y="4466720"/>
                  </a:lnTo>
                  <a:lnTo>
                    <a:pt x="1239316" y="4466096"/>
                  </a:lnTo>
                  <a:lnTo>
                    <a:pt x="1239316" y="4465472"/>
                  </a:lnTo>
                  <a:lnTo>
                    <a:pt x="1239461" y="4465472"/>
                  </a:lnTo>
                  <a:lnTo>
                    <a:pt x="1239606" y="4465472"/>
                  </a:lnTo>
                  <a:lnTo>
                    <a:pt x="1239752" y="4465472"/>
                  </a:lnTo>
                  <a:lnTo>
                    <a:pt x="1239897" y="4465472"/>
                  </a:lnTo>
                  <a:lnTo>
                    <a:pt x="1240043" y="4465472"/>
                  </a:lnTo>
                  <a:lnTo>
                    <a:pt x="1240188" y="4465472"/>
                  </a:lnTo>
                  <a:lnTo>
                    <a:pt x="1240334" y="4465472"/>
                  </a:lnTo>
                  <a:lnTo>
                    <a:pt x="1240479" y="4465472"/>
                  </a:lnTo>
                  <a:lnTo>
                    <a:pt x="1240624" y="4465472"/>
                  </a:lnTo>
                  <a:lnTo>
                    <a:pt x="1240770" y="4465472"/>
                  </a:lnTo>
                  <a:lnTo>
                    <a:pt x="1240915" y="4465472"/>
                  </a:lnTo>
                  <a:lnTo>
                    <a:pt x="1241061" y="4465472"/>
                  </a:lnTo>
                  <a:lnTo>
                    <a:pt x="1241206" y="4465472"/>
                  </a:lnTo>
                  <a:lnTo>
                    <a:pt x="1241206" y="4464849"/>
                  </a:lnTo>
                  <a:lnTo>
                    <a:pt x="1241352" y="4464849"/>
                  </a:lnTo>
                  <a:lnTo>
                    <a:pt x="1241352" y="4464225"/>
                  </a:lnTo>
                  <a:lnTo>
                    <a:pt x="1241497" y="4464225"/>
                  </a:lnTo>
                  <a:lnTo>
                    <a:pt x="1241642" y="4464225"/>
                  </a:lnTo>
                  <a:lnTo>
                    <a:pt x="1241788" y="4464225"/>
                  </a:lnTo>
                  <a:lnTo>
                    <a:pt x="1241933" y="4464225"/>
                  </a:lnTo>
                  <a:lnTo>
                    <a:pt x="1242079" y="4464225"/>
                  </a:lnTo>
                  <a:lnTo>
                    <a:pt x="1242224" y="4464225"/>
                  </a:lnTo>
                  <a:lnTo>
                    <a:pt x="1242369" y="4464225"/>
                  </a:lnTo>
                  <a:lnTo>
                    <a:pt x="1242369" y="4463602"/>
                  </a:lnTo>
                  <a:lnTo>
                    <a:pt x="1242515" y="4463602"/>
                  </a:lnTo>
                  <a:lnTo>
                    <a:pt x="1242660" y="4463602"/>
                  </a:lnTo>
                  <a:lnTo>
                    <a:pt x="1242806" y="4463602"/>
                  </a:lnTo>
                  <a:lnTo>
                    <a:pt x="1242951" y="4463602"/>
                  </a:lnTo>
                  <a:lnTo>
                    <a:pt x="1242951" y="4462978"/>
                  </a:lnTo>
                  <a:lnTo>
                    <a:pt x="1243097" y="4462978"/>
                  </a:lnTo>
                  <a:lnTo>
                    <a:pt x="1243097" y="4462355"/>
                  </a:lnTo>
                  <a:lnTo>
                    <a:pt x="1243242" y="4462355"/>
                  </a:lnTo>
                  <a:lnTo>
                    <a:pt x="1243387" y="4462355"/>
                  </a:lnTo>
                  <a:lnTo>
                    <a:pt x="1243387" y="4461731"/>
                  </a:lnTo>
                  <a:lnTo>
                    <a:pt x="1243533" y="4461731"/>
                  </a:lnTo>
                  <a:lnTo>
                    <a:pt x="1243533" y="4461107"/>
                  </a:lnTo>
                  <a:lnTo>
                    <a:pt x="1243678" y="4461107"/>
                  </a:lnTo>
                  <a:lnTo>
                    <a:pt x="1243824" y="4461107"/>
                  </a:lnTo>
                  <a:lnTo>
                    <a:pt x="1243969" y="4461107"/>
                  </a:lnTo>
                  <a:lnTo>
                    <a:pt x="1244115" y="4461107"/>
                  </a:lnTo>
                  <a:lnTo>
                    <a:pt x="1244260" y="4461107"/>
                  </a:lnTo>
                  <a:lnTo>
                    <a:pt x="1244405" y="4461107"/>
                  </a:lnTo>
                  <a:lnTo>
                    <a:pt x="1244551" y="4461107"/>
                  </a:lnTo>
                  <a:lnTo>
                    <a:pt x="1244551" y="4460484"/>
                  </a:lnTo>
                  <a:lnTo>
                    <a:pt x="1244696" y="4460484"/>
                  </a:lnTo>
                  <a:lnTo>
                    <a:pt x="1244842" y="4460484"/>
                  </a:lnTo>
                  <a:lnTo>
                    <a:pt x="1244842" y="4459860"/>
                  </a:lnTo>
                  <a:lnTo>
                    <a:pt x="1244987" y="4459860"/>
                  </a:lnTo>
                  <a:lnTo>
                    <a:pt x="1245133" y="4459860"/>
                  </a:lnTo>
                  <a:lnTo>
                    <a:pt x="1245278" y="4459860"/>
                  </a:lnTo>
                  <a:lnTo>
                    <a:pt x="1245423" y="4459860"/>
                  </a:lnTo>
                  <a:lnTo>
                    <a:pt x="1245569" y="4459860"/>
                  </a:lnTo>
                  <a:lnTo>
                    <a:pt x="1245569" y="4459237"/>
                  </a:lnTo>
                  <a:lnTo>
                    <a:pt x="1245714" y="4459237"/>
                  </a:lnTo>
                  <a:lnTo>
                    <a:pt x="1245860" y="4459237"/>
                  </a:lnTo>
                  <a:lnTo>
                    <a:pt x="1246005" y="4459237"/>
                  </a:lnTo>
                  <a:lnTo>
                    <a:pt x="1246005" y="4458613"/>
                  </a:lnTo>
                  <a:lnTo>
                    <a:pt x="1246005" y="4457989"/>
                  </a:lnTo>
                  <a:lnTo>
                    <a:pt x="1246151" y="4457989"/>
                  </a:lnTo>
                  <a:lnTo>
                    <a:pt x="1246296" y="4457989"/>
                  </a:lnTo>
                  <a:lnTo>
                    <a:pt x="1246441" y="4457989"/>
                  </a:lnTo>
                  <a:lnTo>
                    <a:pt x="1246587" y="4457989"/>
                  </a:lnTo>
                  <a:lnTo>
                    <a:pt x="1246732" y="4457989"/>
                  </a:lnTo>
                  <a:lnTo>
                    <a:pt x="1246878" y="4457989"/>
                  </a:lnTo>
                  <a:lnTo>
                    <a:pt x="1246878" y="4457366"/>
                  </a:lnTo>
                  <a:lnTo>
                    <a:pt x="1247023" y="4457366"/>
                  </a:lnTo>
                  <a:lnTo>
                    <a:pt x="1247023" y="4456742"/>
                  </a:lnTo>
                  <a:lnTo>
                    <a:pt x="1247169" y="4456742"/>
                  </a:lnTo>
                  <a:lnTo>
                    <a:pt x="1247314" y="4456742"/>
                  </a:lnTo>
                  <a:lnTo>
                    <a:pt x="1247459" y="4456742"/>
                  </a:lnTo>
                  <a:lnTo>
                    <a:pt x="1247605" y="4456742"/>
                  </a:lnTo>
                  <a:lnTo>
                    <a:pt x="1247605" y="4456119"/>
                  </a:lnTo>
                  <a:lnTo>
                    <a:pt x="1247750" y="4456119"/>
                  </a:lnTo>
                  <a:lnTo>
                    <a:pt x="1247896" y="4456119"/>
                  </a:lnTo>
                  <a:lnTo>
                    <a:pt x="1248041" y="4456119"/>
                  </a:lnTo>
                  <a:lnTo>
                    <a:pt x="1248187" y="4456119"/>
                  </a:lnTo>
                  <a:lnTo>
                    <a:pt x="1248332" y="4456119"/>
                  </a:lnTo>
                  <a:lnTo>
                    <a:pt x="1248477" y="4456119"/>
                  </a:lnTo>
                  <a:lnTo>
                    <a:pt x="1248477" y="4455495"/>
                  </a:lnTo>
                  <a:lnTo>
                    <a:pt x="1248623" y="4455495"/>
                  </a:lnTo>
                  <a:lnTo>
                    <a:pt x="1248768" y="4455495"/>
                  </a:lnTo>
                  <a:lnTo>
                    <a:pt x="1248768" y="4454872"/>
                  </a:lnTo>
                  <a:lnTo>
                    <a:pt x="1248914" y="4454872"/>
                  </a:lnTo>
                  <a:lnTo>
                    <a:pt x="1248914" y="4454248"/>
                  </a:lnTo>
                  <a:lnTo>
                    <a:pt x="1248914" y="4453624"/>
                  </a:lnTo>
                  <a:lnTo>
                    <a:pt x="1248914" y="4453001"/>
                  </a:lnTo>
                  <a:lnTo>
                    <a:pt x="1249059" y="4453001"/>
                  </a:lnTo>
                  <a:lnTo>
                    <a:pt x="1249204" y="4453001"/>
                  </a:lnTo>
                  <a:lnTo>
                    <a:pt x="1249350" y="4453001"/>
                  </a:lnTo>
                  <a:lnTo>
                    <a:pt x="1249495" y="4453001"/>
                  </a:lnTo>
                  <a:lnTo>
                    <a:pt x="1249495" y="4452377"/>
                  </a:lnTo>
                  <a:lnTo>
                    <a:pt x="1249495" y="4451754"/>
                  </a:lnTo>
                  <a:lnTo>
                    <a:pt x="1249641" y="4451754"/>
                  </a:lnTo>
                  <a:lnTo>
                    <a:pt x="1249786" y="4451754"/>
                  </a:lnTo>
                  <a:lnTo>
                    <a:pt x="1249932" y="4451754"/>
                  </a:lnTo>
                  <a:lnTo>
                    <a:pt x="1249932" y="4451130"/>
                  </a:lnTo>
                  <a:lnTo>
                    <a:pt x="1249932" y="4450507"/>
                  </a:lnTo>
                  <a:lnTo>
                    <a:pt x="1250077" y="4450507"/>
                  </a:lnTo>
                  <a:lnTo>
                    <a:pt x="1250222" y="4450507"/>
                  </a:lnTo>
                  <a:lnTo>
                    <a:pt x="1250368" y="4450507"/>
                  </a:lnTo>
                  <a:lnTo>
                    <a:pt x="1250513" y="4450507"/>
                  </a:lnTo>
                  <a:lnTo>
                    <a:pt x="1250659" y="4450507"/>
                  </a:lnTo>
                  <a:lnTo>
                    <a:pt x="1250804" y="4450507"/>
                  </a:lnTo>
                  <a:lnTo>
                    <a:pt x="1250950" y="4450507"/>
                  </a:lnTo>
                  <a:lnTo>
                    <a:pt x="1251095" y="4450507"/>
                  </a:lnTo>
                  <a:lnTo>
                    <a:pt x="1251240" y="4450507"/>
                  </a:lnTo>
                  <a:lnTo>
                    <a:pt x="1251386" y="4450507"/>
                  </a:lnTo>
                  <a:lnTo>
                    <a:pt x="1251531" y="4450507"/>
                  </a:lnTo>
                  <a:lnTo>
                    <a:pt x="1251677" y="4450507"/>
                  </a:lnTo>
                  <a:lnTo>
                    <a:pt x="1251822" y="4450507"/>
                  </a:lnTo>
                  <a:lnTo>
                    <a:pt x="1251822" y="4449883"/>
                  </a:lnTo>
                  <a:lnTo>
                    <a:pt x="1251968" y="4449883"/>
                  </a:lnTo>
                  <a:lnTo>
                    <a:pt x="1251968" y="4449259"/>
                  </a:lnTo>
                  <a:lnTo>
                    <a:pt x="1252113" y="4449259"/>
                  </a:lnTo>
                  <a:lnTo>
                    <a:pt x="1252258" y="4449259"/>
                  </a:lnTo>
                  <a:lnTo>
                    <a:pt x="1252258" y="4448636"/>
                  </a:lnTo>
                  <a:lnTo>
                    <a:pt x="1252404" y="4448636"/>
                  </a:lnTo>
                  <a:lnTo>
                    <a:pt x="1252549" y="4448636"/>
                  </a:lnTo>
                  <a:lnTo>
                    <a:pt x="1252695" y="4448636"/>
                  </a:lnTo>
                  <a:lnTo>
                    <a:pt x="1252840" y="4448636"/>
                  </a:lnTo>
                  <a:lnTo>
                    <a:pt x="1252986" y="4448636"/>
                  </a:lnTo>
                  <a:lnTo>
                    <a:pt x="1253131" y="4448636"/>
                  </a:lnTo>
                  <a:lnTo>
                    <a:pt x="1253276" y="4448636"/>
                  </a:lnTo>
                  <a:lnTo>
                    <a:pt x="1253422" y="4448636"/>
                  </a:lnTo>
                  <a:lnTo>
                    <a:pt x="1253567" y="4448636"/>
                  </a:lnTo>
                  <a:lnTo>
                    <a:pt x="1253713" y="4448636"/>
                  </a:lnTo>
                  <a:lnTo>
                    <a:pt x="1253858" y="4448636"/>
                  </a:lnTo>
                  <a:lnTo>
                    <a:pt x="1254004" y="4448636"/>
                  </a:lnTo>
                  <a:lnTo>
                    <a:pt x="1254149" y="4448636"/>
                  </a:lnTo>
                  <a:lnTo>
                    <a:pt x="1254294" y="4448636"/>
                  </a:lnTo>
                  <a:lnTo>
                    <a:pt x="1254440" y="4448636"/>
                  </a:lnTo>
                  <a:lnTo>
                    <a:pt x="1254440" y="4448012"/>
                  </a:lnTo>
                  <a:lnTo>
                    <a:pt x="1254585" y="4448012"/>
                  </a:lnTo>
                  <a:lnTo>
                    <a:pt x="1254585" y="4447389"/>
                  </a:lnTo>
                  <a:lnTo>
                    <a:pt x="1254585" y="4446765"/>
                  </a:lnTo>
                  <a:lnTo>
                    <a:pt x="1254731" y="4446765"/>
                  </a:lnTo>
                  <a:lnTo>
                    <a:pt x="1254876" y="4446765"/>
                  </a:lnTo>
                  <a:lnTo>
                    <a:pt x="1255022" y="4446765"/>
                  </a:lnTo>
                  <a:lnTo>
                    <a:pt x="1255022" y="4446141"/>
                  </a:lnTo>
                  <a:lnTo>
                    <a:pt x="1255167" y="4446141"/>
                  </a:lnTo>
                  <a:lnTo>
                    <a:pt x="1255167" y="4445518"/>
                  </a:lnTo>
                  <a:lnTo>
                    <a:pt x="1255312" y="4445518"/>
                  </a:lnTo>
                  <a:lnTo>
                    <a:pt x="1255458" y="4445518"/>
                  </a:lnTo>
                  <a:lnTo>
                    <a:pt x="1255458" y="4444894"/>
                  </a:lnTo>
                  <a:lnTo>
                    <a:pt x="1255603" y="4444894"/>
                  </a:lnTo>
                  <a:lnTo>
                    <a:pt x="1255749" y="4444894"/>
                  </a:lnTo>
                  <a:lnTo>
                    <a:pt x="1255894" y="4444894"/>
                  </a:lnTo>
                  <a:lnTo>
                    <a:pt x="1256039" y="4444894"/>
                  </a:lnTo>
                  <a:lnTo>
                    <a:pt x="1256185" y="4444894"/>
                  </a:lnTo>
                  <a:lnTo>
                    <a:pt x="1256330" y="4444894"/>
                  </a:lnTo>
                  <a:lnTo>
                    <a:pt x="1256330" y="4444271"/>
                  </a:lnTo>
                  <a:lnTo>
                    <a:pt x="1256330" y="4443647"/>
                  </a:lnTo>
                  <a:lnTo>
                    <a:pt x="1256476" y="4443647"/>
                  </a:lnTo>
                  <a:lnTo>
                    <a:pt x="1256476" y="4443024"/>
                  </a:lnTo>
                  <a:lnTo>
                    <a:pt x="1256621" y="4443024"/>
                  </a:lnTo>
                  <a:lnTo>
                    <a:pt x="1256767" y="4443024"/>
                  </a:lnTo>
                  <a:lnTo>
                    <a:pt x="1256912" y="4443024"/>
                  </a:lnTo>
                  <a:lnTo>
                    <a:pt x="1256912" y="4442400"/>
                  </a:lnTo>
                  <a:lnTo>
                    <a:pt x="1257057" y="4442400"/>
                  </a:lnTo>
                  <a:lnTo>
                    <a:pt x="1257203" y="4442400"/>
                  </a:lnTo>
                  <a:lnTo>
                    <a:pt x="1257203" y="4441776"/>
                  </a:lnTo>
                  <a:lnTo>
                    <a:pt x="1257348" y="4441776"/>
                  </a:lnTo>
                  <a:lnTo>
                    <a:pt x="1257348" y="4441153"/>
                  </a:lnTo>
                  <a:lnTo>
                    <a:pt x="1257494" y="4441153"/>
                  </a:lnTo>
                  <a:lnTo>
                    <a:pt x="1257639" y="4441153"/>
                  </a:lnTo>
                  <a:lnTo>
                    <a:pt x="1257785" y="4441153"/>
                  </a:lnTo>
                  <a:lnTo>
                    <a:pt x="1257930" y="4441153"/>
                  </a:lnTo>
                  <a:lnTo>
                    <a:pt x="1258075" y="4441153"/>
                  </a:lnTo>
                  <a:lnTo>
                    <a:pt x="1258075" y="4440529"/>
                  </a:lnTo>
                  <a:lnTo>
                    <a:pt x="1258075" y="4439906"/>
                  </a:lnTo>
                  <a:lnTo>
                    <a:pt x="1258221" y="4439906"/>
                  </a:lnTo>
                  <a:lnTo>
                    <a:pt x="1258366" y="4439906"/>
                  </a:lnTo>
                  <a:lnTo>
                    <a:pt x="1258512" y="4439906"/>
                  </a:lnTo>
                  <a:lnTo>
                    <a:pt x="1258657" y="4439906"/>
                  </a:lnTo>
                  <a:lnTo>
                    <a:pt x="1258803" y="4439906"/>
                  </a:lnTo>
                  <a:lnTo>
                    <a:pt x="1258948" y="4439906"/>
                  </a:lnTo>
                  <a:lnTo>
                    <a:pt x="1259093" y="4439906"/>
                  </a:lnTo>
                  <a:lnTo>
                    <a:pt x="1259239" y="4439906"/>
                  </a:lnTo>
                  <a:lnTo>
                    <a:pt x="1259384" y="4439906"/>
                  </a:lnTo>
                  <a:lnTo>
                    <a:pt x="1259530" y="4439906"/>
                  </a:lnTo>
                  <a:lnTo>
                    <a:pt x="1259675" y="4439906"/>
                  </a:lnTo>
                  <a:lnTo>
                    <a:pt x="1259675" y="4439282"/>
                  </a:lnTo>
                  <a:lnTo>
                    <a:pt x="1259821" y="4439282"/>
                  </a:lnTo>
                  <a:lnTo>
                    <a:pt x="1259821" y="4438658"/>
                  </a:lnTo>
                  <a:lnTo>
                    <a:pt x="1259966" y="4438658"/>
                  </a:lnTo>
                  <a:lnTo>
                    <a:pt x="1260111" y="4438658"/>
                  </a:lnTo>
                  <a:lnTo>
                    <a:pt x="1260111" y="4438035"/>
                  </a:lnTo>
                  <a:lnTo>
                    <a:pt x="1260257" y="4438035"/>
                  </a:lnTo>
                  <a:lnTo>
                    <a:pt x="1260402" y="4438035"/>
                  </a:lnTo>
                  <a:lnTo>
                    <a:pt x="1260548" y="4438035"/>
                  </a:lnTo>
                  <a:lnTo>
                    <a:pt x="1260693" y="4438035"/>
                  </a:lnTo>
                  <a:lnTo>
                    <a:pt x="1260839" y="4438035"/>
                  </a:lnTo>
                  <a:lnTo>
                    <a:pt x="1260984" y="4438035"/>
                  </a:lnTo>
                  <a:lnTo>
                    <a:pt x="1261129" y="4438035"/>
                  </a:lnTo>
                  <a:lnTo>
                    <a:pt x="1261275" y="4438035"/>
                  </a:lnTo>
                  <a:lnTo>
                    <a:pt x="1261420" y="4438035"/>
                  </a:lnTo>
                  <a:lnTo>
                    <a:pt x="1261566" y="4438035"/>
                  </a:lnTo>
                  <a:lnTo>
                    <a:pt x="1261566" y="4437411"/>
                  </a:lnTo>
                  <a:lnTo>
                    <a:pt x="1261566" y="4436788"/>
                  </a:lnTo>
                  <a:lnTo>
                    <a:pt x="1261711" y="4436788"/>
                  </a:lnTo>
                  <a:lnTo>
                    <a:pt x="1261857" y="4436788"/>
                  </a:lnTo>
                  <a:lnTo>
                    <a:pt x="1262002" y="4436788"/>
                  </a:lnTo>
                  <a:lnTo>
                    <a:pt x="1262147" y="4436788"/>
                  </a:lnTo>
                  <a:lnTo>
                    <a:pt x="1262293" y="4436788"/>
                  </a:lnTo>
                  <a:lnTo>
                    <a:pt x="1262438" y="4436788"/>
                  </a:lnTo>
                  <a:lnTo>
                    <a:pt x="1262584" y="4436788"/>
                  </a:lnTo>
                  <a:lnTo>
                    <a:pt x="1262729" y="4436788"/>
                  </a:lnTo>
                  <a:lnTo>
                    <a:pt x="1262874" y="4436788"/>
                  </a:lnTo>
                  <a:lnTo>
                    <a:pt x="1263020" y="4436788"/>
                  </a:lnTo>
                  <a:lnTo>
                    <a:pt x="1263165" y="4436788"/>
                  </a:lnTo>
                  <a:lnTo>
                    <a:pt x="1263311" y="4436788"/>
                  </a:lnTo>
                  <a:lnTo>
                    <a:pt x="1263456" y="4436788"/>
                  </a:lnTo>
                  <a:lnTo>
                    <a:pt x="1263602" y="4436788"/>
                  </a:lnTo>
                  <a:lnTo>
                    <a:pt x="1263747" y="4436788"/>
                  </a:lnTo>
                  <a:lnTo>
                    <a:pt x="1263747" y="4436164"/>
                  </a:lnTo>
                  <a:lnTo>
                    <a:pt x="1263892" y="4436164"/>
                  </a:lnTo>
                  <a:lnTo>
                    <a:pt x="1264038" y="4436164"/>
                  </a:lnTo>
                  <a:lnTo>
                    <a:pt x="1264183" y="4436164"/>
                  </a:lnTo>
                  <a:lnTo>
                    <a:pt x="1264329" y="4436164"/>
                  </a:lnTo>
                  <a:lnTo>
                    <a:pt x="1264474" y="4436164"/>
                  </a:lnTo>
                  <a:lnTo>
                    <a:pt x="1264620" y="4436164"/>
                  </a:lnTo>
                  <a:lnTo>
                    <a:pt x="1264765" y="4436164"/>
                  </a:lnTo>
                  <a:lnTo>
                    <a:pt x="1264910" y="4436164"/>
                  </a:lnTo>
                  <a:lnTo>
                    <a:pt x="1265056" y="4436164"/>
                  </a:lnTo>
                  <a:lnTo>
                    <a:pt x="1265201" y="4436164"/>
                  </a:lnTo>
                  <a:lnTo>
                    <a:pt x="1265347" y="4436164"/>
                  </a:lnTo>
                  <a:lnTo>
                    <a:pt x="1265347" y="4435541"/>
                  </a:lnTo>
                  <a:lnTo>
                    <a:pt x="1265347" y="4434917"/>
                  </a:lnTo>
                  <a:lnTo>
                    <a:pt x="1265347" y="4434293"/>
                  </a:lnTo>
                  <a:lnTo>
                    <a:pt x="1265492" y="4434293"/>
                  </a:lnTo>
                  <a:lnTo>
                    <a:pt x="1265638" y="4434293"/>
                  </a:lnTo>
                  <a:lnTo>
                    <a:pt x="1265783" y="4434293"/>
                  </a:lnTo>
                  <a:lnTo>
                    <a:pt x="1265928" y="4434293"/>
                  </a:lnTo>
                  <a:lnTo>
                    <a:pt x="1266074" y="4434293"/>
                  </a:lnTo>
                  <a:lnTo>
                    <a:pt x="1266074" y="4433670"/>
                  </a:lnTo>
                  <a:lnTo>
                    <a:pt x="1266219" y="4433670"/>
                  </a:lnTo>
                  <a:lnTo>
                    <a:pt x="1266365" y="4433670"/>
                  </a:lnTo>
                  <a:lnTo>
                    <a:pt x="1266510" y="4433670"/>
                  </a:lnTo>
                  <a:lnTo>
                    <a:pt x="1266656" y="4433670"/>
                  </a:lnTo>
                  <a:lnTo>
                    <a:pt x="1266801" y="4433670"/>
                  </a:lnTo>
                  <a:lnTo>
                    <a:pt x="1266946" y="4433670"/>
                  </a:lnTo>
                  <a:lnTo>
                    <a:pt x="1267092" y="4433670"/>
                  </a:lnTo>
                  <a:lnTo>
                    <a:pt x="1267237" y="4433670"/>
                  </a:lnTo>
                  <a:lnTo>
                    <a:pt x="1267237" y="4433046"/>
                  </a:lnTo>
                  <a:lnTo>
                    <a:pt x="1267237" y="4432423"/>
                  </a:lnTo>
                  <a:lnTo>
                    <a:pt x="1267383" y="4432423"/>
                  </a:lnTo>
                  <a:lnTo>
                    <a:pt x="1267528" y="4432423"/>
                  </a:lnTo>
                  <a:lnTo>
                    <a:pt x="1267674" y="4432423"/>
                  </a:lnTo>
                  <a:lnTo>
                    <a:pt x="1267819" y="4432423"/>
                  </a:lnTo>
                  <a:lnTo>
                    <a:pt x="1267964" y="4432423"/>
                  </a:lnTo>
                  <a:lnTo>
                    <a:pt x="1268110" y="4432423"/>
                  </a:lnTo>
                  <a:lnTo>
                    <a:pt x="1268255" y="4432423"/>
                  </a:lnTo>
                  <a:lnTo>
                    <a:pt x="1268255" y="4431799"/>
                  </a:lnTo>
                  <a:lnTo>
                    <a:pt x="1268255" y="4431175"/>
                  </a:lnTo>
                  <a:lnTo>
                    <a:pt x="1268401" y="4431175"/>
                  </a:lnTo>
                  <a:lnTo>
                    <a:pt x="1268546" y="4431175"/>
                  </a:lnTo>
                  <a:lnTo>
                    <a:pt x="1268692" y="4431175"/>
                  </a:lnTo>
                  <a:lnTo>
                    <a:pt x="1268837" y="4431175"/>
                  </a:lnTo>
                  <a:lnTo>
                    <a:pt x="1268982" y="4431175"/>
                  </a:lnTo>
                  <a:lnTo>
                    <a:pt x="1268982" y="4430552"/>
                  </a:lnTo>
                  <a:lnTo>
                    <a:pt x="1269128" y="4430552"/>
                  </a:lnTo>
                  <a:lnTo>
                    <a:pt x="1269273" y="4430552"/>
                  </a:lnTo>
                  <a:lnTo>
                    <a:pt x="1269419" y="4430552"/>
                  </a:lnTo>
                  <a:lnTo>
                    <a:pt x="1269564" y="4430552"/>
                  </a:lnTo>
                  <a:lnTo>
                    <a:pt x="1269709" y="4430552"/>
                  </a:lnTo>
                  <a:lnTo>
                    <a:pt x="1269855" y="4430552"/>
                  </a:lnTo>
                  <a:lnTo>
                    <a:pt x="1270000" y="4430552"/>
                  </a:lnTo>
                  <a:lnTo>
                    <a:pt x="1270000" y="4429928"/>
                  </a:lnTo>
                  <a:lnTo>
                    <a:pt x="1270146" y="4429928"/>
                  </a:lnTo>
                  <a:lnTo>
                    <a:pt x="1270291" y="4429928"/>
                  </a:lnTo>
                  <a:lnTo>
                    <a:pt x="1270437" y="4429928"/>
                  </a:lnTo>
                  <a:lnTo>
                    <a:pt x="1270582" y="4429928"/>
                  </a:lnTo>
                  <a:lnTo>
                    <a:pt x="1270727" y="4429928"/>
                  </a:lnTo>
                  <a:lnTo>
                    <a:pt x="1270727" y="4429305"/>
                  </a:lnTo>
                  <a:lnTo>
                    <a:pt x="1270873" y="4429305"/>
                  </a:lnTo>
                  <a:lnTo>
                    <a:pt x="1271018" y="4429305"/>
                  </a:lnTo>
                  <a:lnTo>
                    <a:pt x="1271018" y="4428681"/>
                  </a:lnTo>
                  <a:lnTo>
                    <a:pt x="1271164" y="4428681"/>
                  </a:lnTo>
                  <a:lnTo>
                    <a:pt x="1271309" y="4428681"/>
                  </a:lnTo>
                  <a:lnTo>
                    <a:pt x="1271309" y="4428058"/>
                  </a:lnTo>
                  <a:lnTo>
                    <a:pt x="1271455" y="4428058"/>
                  </a:lnTo>
                  <a:lnTo>
                    <a:pt x="1271600" y="4428058"/>
                  </a:lnTo>
                  <a:lnTo>
                    <a:pt x="1271745" y="4428058"/>
                  </a:lnTo>
                  <a:lnTo>
                    <a:pt x="1271891" y="4428058"/>
                  </a:lnTo>
                  <a:lnTo>
                    <a:pt x="1272036" y="4428058"/>
                  </a:lnTo>
                  <a:lnTo>
                    <a:pt x="1272036" y="4427434"/>
                  </a:lnTo>
                  <a:lnTo>
                    <a:pt x="1272182" y="4427434"/>
                  </a:lnTo>
                  <a:lnTo>
                    <a:pt x="1272327" y="4427434"/>
                  </a:lnTo>
                  <a:lnTo>
                    <a:pt x="1272327" y="4426810"/>
                  </a:lnTo>
                  <a:lnTo>
                    <a:pt x="1272473" y="4426810"/>
                  </a:lnTo>
                  <a:lnTo>
                    <a:pt x="1272618" y="4426810"/>
                  </a:lnTo>
                  <a:lnTo>
                    <a:pt x="1272763" y="4426810"/>
                  </a:lnTo>
                  <a:lnTo>
                    <a:pt x="1272909" y="4426810"/>
                  </a:lnTo>
                  <a:lnTo>
                    <a:pt x="1273054" y="4426810"/>
                  </a:lnTo>
                  <a:lnTo>
                    <a:pt x="1273054" y="4426187"/>
                  </a:lnTo>
                  <a:lnTo>
                    <a:pt x="1273054" y="4425563"/>
                  </a:lnTo>
                  <a:lnTo>
                    <a:pt x="1273200" y="4425563"/>
                  </a:lnTo>
                  <a:lnTo>
                    <a:pt x="1273200" y="4424940"/>
                  </a:lnTo>
                  <a:lnTo>
                    <a:pt x="1273345" y="4424940"/>
                  </a:lnTo>
                  <a:lnTo>
                    <a:pt x="1273491" y="4424940"/>
                  </a:lnTo>
                  <a:lnTo>
                    <a:pt x="1273636" y="4424940"/>
                  </a:lnTo>
                  <a:lnTo>
                    <a:pt x="1273781" y="4424940"/>
                  </a:lnTo>
                  <a:lnTo>
                    <a:pt x="1273927" y="4424940"/>
                  </a:lnTo>
                  <a:lnTo>
                    <a:pt x="1274072" y="4424940"/>
                  </a:lnTo>
                  <a:lnTo>
                    <a:pt x="1274072" y="4424316"/>
                  </a:lnTo>
                  <a:lnTo>
                    <a:pt x="1274072" y="4423692"/>
                  </a:lnTo>
                  <a:lnTo>
                    <a:pt x="1274218" y="4423692"/>
                  </a:lnTo>
                  <a:lnTo>
                    <a:pt x="1274218" y="4423069"/>
                  </a:lnTo>
                  <a:lnTo>
                    <a:pt x="1274363" y="4423069"/>
                  </a:lnTo>
                  <a:lnTo>
                    <a:pt x="1274509" y="4423069"/>
                  </a:lnTo>
                  <a:lnTo>
                    <a:pt x="1274654" y="4423069"/>
                  </a:lnTo>
                  <a:lnTo>
                    <a:pt x="1274654" y="4422445"/>
                  </a:lnTo>
                  <a:lnTo>
                    <a:pt x="1274799" y="4422445"/>
                  </a:lnTo>
                  <a:lnTo>
                    <a:pt x="1274945" y="4422445"/>
                  </a:lnTo>
                  <a:lnTo>
                    <a:pt x="1275090" y="4422445"/>
                  </a:lnTo>
                  <a:lnTo>
                    <a:pt x="1275236" y="4422445"/>
                  </a:lnTo>
                  <a:lnTo>
                    <a:pt x="1275236" y="4421822"/>
                  </a:lnTo>
                  <a:lnTo>
                    <a:pt x="1275381" y="4421822"/>
                  </a:lnTo>
                  <a:lnTo>
                    <a:pt x="1275527" y="4421822"/>
                  </a:lnTo>
                  <a:lnTo>
                    <a:pt x="1275672" y="4421822"/>
                  </a:lnTo>
                  <a:lnTo>
                    <a:pt x="1275817" y="4421822"/>
                  </a:lnTo>
                  <a:lnTo>
                    <a:pt x="1275817" y="4421198"/>
                  </a:lnTo>
                  <a:lnTo>
                    <a:pt x="1275963" y="4421198"/>
                  </a:lnTo>
                  <a:lnTo>
                    <a:pt x="1276108" y="4421198"/>
                  </a:lnTo>
                  <a:lnTo>
                    <a:pt x="1276108" y="4420575"/>
                  </a:lnTo>
                  <a:lnTo>
                    <a:pt x="1276254" y="4420575"/>
                  </a:lnTo>
                  <a:lnTo>
                    <a:pt x="1276254" y="4419951"/>
                  </a:lnTo>
                  <a:lnTo>
                    <a:pt x="1276254" y="4419327"/>
                  </a:lnTo>
                  <a:lnTo>
                    <a:pt x="1276399" y="4419327"/>
                  </a:lnTo>
                  <a:lnTo>
                    <a:pt x="1276544" y="4419327"/>
                  </a:lnTo>
                  <a:lnTo>
                    <a:pt x="1276544" y="4418704"/>
                  </a:lnTo>
                  <a:lnTo>
                    <a:pt x="1276690" y="4418704"/>
                  </a:lnTo>
                  <a:lnTo>
                    <a:pt x="1276835" y="4418704"/>
                  </a:lnTo>
                  <a:lnTo>
                    <a:pt x="1276835" y="4418080"/>
                  </a:lnTo>
                  <a:lnTo>
                    <a:pt x="1276981" y="4418080"/>
                  </a:lnTo>
                  <a:lnTo>
                    <a:pt x="1277126" y="4418080"/>
                  </a:lnTo>
                  <a:lnTo>
                    <a:pt x="1277272" y="4418080"/>
                  </a:lnTo>
                  <a:lnTo>
                    <a:pt x="1277417" y="4418080"/>
                  </a:lnTo>
                  <a:lnTo>
                    <a:pt x="1277562" y="4418080"/>
                  </a:lnTo>
                  <a:lnTo>
                    <a:pt x="1277708" y="4418080"/>
                  </a:lnTo>
                  <a:lnTo>
                    <a:pt x="1277853" y="4418080"/>
                  </a:lnTo>
                  <a:lnTo>
                    <a:pt x="1277999" y="4418080"/>
                  </a:lnTo>
                  <a:lnTo>
                    <a:pt x="1277999" y="4417457"/>
                  </a:lnTo>
                  <a:lnTo>
                    <a:pt x="1278144" y="4417457"/>
                  </a:lnTo>
                  <a:lnTo>
                    <a:pt x="1278290" y="4417457"/>
                  </a:lnTo>
                  <a:lnTo>
                    <a:pt x="1278290" y="4416833"/>
                  </a:lnTo>
                  <a:lnTo>
                    <a:pt x="1278435" y="4416833"/>
                  </a:lnTo>
                  <a:lnTo>
                    <a:pt x="1278580" y="4416833"/>
                  </a:lnTo>
                  <a:lnTo>
                    <a:pt x="1278580" y="4416209"/>
                  </a:lnTo>
                  <a:lnTo>
                    <a:pt x="1278726" y="4416209"/>
                  </a:lnTo>
                  <a:lnTo>
                    <a:pt x="1278871" y="4416209"/>
                  </a:lnTo>
                  <a:lnTo>
                    <a:pt x="1278871" y="4415586"/>
                  </a:lnTo>
                  <a:lnTo>
                    <a:pt x="1279017" y="4415586"/>
                  </a:lnTo>
                  <a:lnTo>
                    <a:pt x="1279162" y="4415586"/>
                  </a:lnTo>
                  <a:lnTo>
                    <a:pt x="1279162" y="4414962"/>
                  </a:lnTo>
                  <a:lnTo>
                    <a:pt x="1279308" y="4414962"/>
                  </a:lnTo>
                  <a:lnTo>
                    <a:pt x="1279308" y="4414339"/>
                  </a:lnTo>
                  <a:lnTo>
                    <a:pt x="1279308" y="4413715"/>
                  </a:lnTo>
                  <a:lnTo>
                    <a:pt x="1279308" y="4413092"/>
                  </a:lnTo>
                  <a:lnTo>
                    <a:pt x="1279453" y="4413092"/>
                  </a:lnTo>
                  <a:lnTo>
                    <a:pt x="1279598" y="4413092"/>
                  </a:lnTo>
                  <a:lnTo>
                    <a:pt x="1279744" y="4413092"/>
                  </a:lnTo>
                  <a:lnTo>
                    <a:pt x="1279889" y="4413092"/>
                  </a:lnTo>
                  <a:lnTo>
                    <a:pt x="1279889" y="4412468"/>
                  </a:lnTo>
                  <a:lnTo>
                    <a:pt x="1279889" y="4411844"/>
                  </a:lnTo>
                  <a:lnTo>
                    <a:pt x="1279889" y="4411221"/>
                  </a:lnTo>
                  <a:lnTo>
                    <a:pt x="1280035" y="4411221"/>
                  </a:lnTo>
                  <a:lnTo>
                    <a:pt x="1280180" y="4411221"/>
                  </a:lnTo>
                  <a:lnTo>
                    <a:pt x="1280326" y="4411221"/>
                  </a:lnTo>
                  <a:lnTo>
                    <a:pt x="1280326" y="4410597"/>
                  </a:lnTo>
                  <a:lnTo>
                    <a:pt x="1280326" y="4409974"/>
                  </a:lnTo>
                  <a:lnTo>
                    <a:pt x="1280471" y="4409974"/>
                  </a:lnTo>
                  <a:lnTo>
                    <a:pt x="1280616" y="4409974"/>
                  </a:lnTo>
                  <a:lnTo>
                    <a:pt x="1280762" y="4409974"/>
                  </a:lnTo>
                  <a:lnTo>
                    <a:pt x="1280907" y="4409974"/>
                  </a:lnTo>
                  <a:lnTo>
                    <a:pt x="1280907" y="4409350"/>
                  </a:lnTo>
                  <a:lnTo>
                    <a:pt x="1281053" y="4409350"/>
                  </a:lnTo>
                  <a:lnTo>
                    <a:pt x="1281198" y="4409350"/>
                  </a:lnTo>
                  <a:lnTo>
                    <a:pt x="1281198" y="4408726"/>
                  </a:lnTo>
                  <a:lnTo>
                    <a:pt x="1281344" y="4408726"/>
                  </a:lnTo>
                  <a:lnTo>
                    <a:pt x="1281489" y="4408726"/>
                  </a:lnTo>
                  <a:lnTo>
                    <a:pt x="1281634" y="4408726"/>
                  </a:lnTo>
                  <a:lnTo>
                    <a:pt x="1281780" y="4408726"/>
                  </a:lnTo>
                  <a:lnTo>
                    <a:pt x="1281925" y="4408726"/>
                  </a:lnTo>
                  <a:lnTo>
                    <a:pt x="1281925" y="4408103"/>
                  </a:lnTo>
                  <a:lnTo>
                    <a:pt x="1281925" y="4407479"/>
                  </a:lnTo>
                  <a:lnTo>
                    <a:pt x="1282071" y="4407479"/>
                  </a:lnTo>
                  <a:lnTo>
                    <a:pt x="1282071" y="4406856"/>
                  </a:lnTo>
                  <a:lnTo>
                    <a:pt x="1282216" y="4406856"/>
                  </a:lnTo>
                  <a:lnTo>
                    <a:pt x="1282216" y="4406232"/>
                  </a:lnTo>
                  <a:lnTo>
                    <a:pt x="1282362" y="4406232"/>
                  </a:lnTo>
                  <a:lnTo>
                    <a:pt x="1282507" y="4406232"/>
                  </a:lnTo>
                  <a:lnTo>
                    <a:pt x="1282652" y="4406232"/>
                  </a:lnTo>
                  <a:lnTo>
                    <a:pt x="1282652" y="4405609"/>
                  </a:lnTo>
                  <a:lnTo>
                    <a:pt x="1282652" y="4404985"/>
                  </a:lnTo>
                  <a:lnTo>
                    <a:pt x="1282798" y="4404985"/>
                  </a:lnTo>
                  <a:lnTo>
                    <a:pt x="1282943" y="4404985"/>
                  </a:lnTo>
                  <a:lnTo>
                    <a:pt x="1282943" y="4404361"/>
                  </a:lnTo>
                  <a:lnTo>
                    <a:pt x="1283089" y="4404361"/>
                  </a:lnTo>
                  <a:lnTo>
                    <a:pt x="1283234" y="4404361"/>
                  </a:lnTo>
                  <a:lnTo>
                    <a:pt x="1283379" y="4404361"/>
                  </a:lnTo>
                  <a:lnTo>
                    <a:pt x="1283525" y="4404361"/>
                  </a:lnTo>
                  <a:lnTo>
                    <a:pt x="1283670" y="4404361"/>
                  </a:lnTo>
                  <a:lnTo>
                    <a:pt x="1283670" y="4403738"/>
                  </a:lnTo>
                  <a:lnTo>
                    <a:pt x="1283670" y="4403114"/>
                  </a:lnTo>
                  <a:lnTo>
                    <a:pt x="1283670" y="4402491"/>
                  </a:lnTo>
                  <a:lnTo>
                    <a:pt x="1283816" y="4402491"/>
                  </a:lnTo>
                  <a:lnTo>
                    <a:pt x="1283816" y="4401867"/>
                  </a:lnTo>
                  <a:lnTo>
                    <a:pt x="1283961" y="4401867"/>
                  </a:lnTo>
                  <a:lnTo>
                    <a:pt x="1284107" y="4401867"/>
                  </a:lnTo>
                  <a:lnTo>
                    <a:pt x="1284252" y="4401867"/>
                  </a:lnTo>
                  <a:lnTo>
                    <a:pt x="1284397" y="4401867"/>
                  </a:lnTo>
                  <a:lnTo>
                    <a:pt x="1284543" y="4401867"/>
                  </a:lnTo>
                  <a:lnTo>
                    <a:pt x="1284688" y="4401867"/>
                  </a:lnTo>
                  <a:lnTo>
                    <a:pt x="1284834" y="4401867"/>
                  </a:lnTo>
                  <a:lnTo>
                    <a:pt x="1284834" y="4401244"/>
                  </a:lnTo>
                  <a:lnTo>
                    <a:pt x="1284979" y="4401244"/>
                  </a:lnTo>
                  <a:lnTo>
                    <a:pt x="1284979" y="4400620"/>
                  </a:lnTo>
                  <a:lnTo>
                    <a:pt x="1284979" y="4399996"/>
                  </a:lnTo>
                  <a:lnTo>
                    <a:pt x="1284979" y="4399373"/>
                  </a:lnTo>
                  <a:lnTo>
                    <a:pt x="1285125" y="4399373"/>
                  </a:lnTo>
                  <a:lnTo>
                    <a:pt x="1285270" y="4399373"/>
                  </a:lnTo>
                  <a:lnTo>
                    <a:pt x="1285270" y="4398749"/>
                  </a:lnTo>
                  <a:lnTo>
                    <a:pt x="1285415" y="4398749"/>
                  </a:lnTo>
                  <a:lnTo>
                    <a:pt x="1285561" y="4398749"/>
                  </a:lnTo>
                  <a:lnTo>
                    <a:pt x="1285561" y="4398126"/>
                  </a:lnTo>
                  <a:lnTo>
                    <a:pt x="1285706" y="4398126"/>
                  </a:lnTo>
                  <a:lnTo>
                    <a:pt x="1285852" y="4398126"/>
                  </a:lnTo>
                  <a:lnTo>
                    <a:pt x="1285997" y="4398126"/>
                  </a:lnTo>
                  <a:lnTo>
                    <a:pt x="1285997" y="4397502"/>
                  </a:lnTo>
                  <a:lnTo>
                    <a:pt x="1286143" y="4397502"/>
                  </a:lnTo>
                  <a:lnTo>
                    <a:pt x="1286288" y="4397502"/>
                  </a:lnTo>
                  <a:lnTo>
                    <a:pt x="1286433" y="4397502"/>
                  </a:lnTo>
                  <a:lnTo>
                    <a:pt x="1286579" y="4397502"/>
                  </a:lnTo>
                  <a:lnTo>
                    <a:pt x="1286579" y="4396878"/>
                  </a:lnTo>
                  <a:lnTo>
                    <a:pt x="1286724" y="4396878"/>
                  </a:lnTo>
                  <a:lnTo>
                    <a:pt x="1286724" y="4396255"/>
                  </a:lnTo>
                  <a:lnTo>
                    <a:pt x="1286870" y="4396255"/>
                  </a:lnTo>
                  <a:lnTo>
                    <a:pt x="1287015" y="4396255"/>
                  </a:lnTo>
                  <a:lnTo>
                    <a:pt x="1287161" y="4396255"/>
                  </a:lnTo>
                  <a:lnTo>
                    <a:pt x="1287306" y="4396255"/>
                  </a:lnTo>
                  <a:lnTo>
                    <a:pt x="1287451" y="4396255"/>
                  </a:lnTo>
                  <a:lnTo>
                    <a:pt x="1287451" y="4395631"/>
                  </a:lnTo>
                  <a:lnTo>
                    <a:pt x="1287451" y="4395008"/>
                  </a:lnTo>
                  <a:lnTo>
                    <a:pt x="1287597" y="4395008"/>
                  </a:lnTo>
                  <a:lnTo>
                    <a:pt x="1287742" y="4395008"/>
                  </a:lnTo>
                  <a:lnTo>
                    <a:pt x="1287742" y="4394384"/>
                  </a:lnTo>
                  <a:lnTo>
                    <a:pt x="1287888" y="4394384"/>
                  </a:lnTo>
                  <a:lnTo>
                    <a:pt x="1287888" y="4393761"/>
                  </a:lnTo>
                  <a:lnTo>
                    <a:pt x="1288033" y="4393761"/>
                  </a:lnTo>
                  <a:lnTo>
                    <a:pt x="1288033" y="4393137"/>
                  </a:lnTo>
                  <a:lnTo>
                    <a:pt x="1288179" y="4393137"/>
                  </a:lnTo>
                  <a:lnTo>
                    <a:pt x="1288179" y="4392513"/>
                  </a:lnTo>
                  <a:lnTo>
                    <a:pt x="1288179" y="4391890"/>
                  </a:lnTo>
                  <a:lnTo>
                    <a:pt x="1288324" y="4391890"/>
                  </a:lnTo>
                  <a:lnTo>
                    <a:pt x="1288469" y="4391890"/>
                  </a:lnTo>
                  <a:lnTo>
                    <a:pt x="1288615" y="4391890"/>
                  </a:lnTo>
                  <a:lnTo>
                    <a:pt x="1288760" y="4391890"/>
                  </a:lnTo>
                  <a:lnTo>
                    <a:pt x="1288760" y="4391266"/>
                  </a:lnTo>
                  <a:lnTo>
                    <a:pt x="1288906" y="4391266"/>
                  </a:lnTo>
                  <a:lnTo>
                    <a:pt x="1289051" y="4391266"/>
                  </a:lnTo>
                  <a:lnTo>
                    <a:pt x="1289197" y="4391266"/>
                  </a:lnTo>
                  <a:lnTo>
                    <a:pt x="1289197" y="4390643"/>
                  </a:lnTo>
                  <a:lnTo>
                    <a:pt x="1289342" y="4390643"/>
                  </a:lnTo>
                  <a:lnTo>
                    <a:pt x="1289487" y="4390643"/>
                  </a:lnTo>
                  <a:lnTo>
                    <a:pt x="1289633" y="4390643"/>
                  </a:lnTo>
                  <a:lnTo>
                    <a:pt x="1289633" y="4390019"/>
                  </a:lnTo>
                  <a:lnTo>
                    <a:pt x="1289633" y="4389395"/>
                  </a:lnTo>
                  <a:lnTo>
                    <a:pt x="1289778" y="4389395"/>
                  </a:lnTo>
                  <a:lnTo>
                    <a:pt x="1289778" y="4388772"/>
                  </a:lnTo>
                  <a:lnTo>
                    <a:pt x="1289924" y="4388772"/>
                  </a:lnTo>
                  <a:lnTo>
                    <a:pt x="1289924" y="4388148"/>
                  </a:lnTo>
                  <a:lnTo>
                    <a:pt x="1290069" y="4388148"/>
                  </a:lnTo>
                  <a:lnTo>
                    <a:pt x="1290214" y="4388148"/>
                  </a:lnTo>
                  <a:lnTo>
                    <a:pt x="1290360" y="4388148"/>
                  </a:lnTo>
                  <a:lnTo>
                    <a:pt x="1290505" y="4388148"/>
                  </a:lnTo>
                  <a:lnTo>
                    <a:pt x="1290505" y="4387525"/>
                  </a:lnTo>
                  <a:lnTo>
                    <a:pt x="1290505" y="4386901"/>
                  </a:lnTo>
                  <a:lnTo>
                    <a:pt x="1290651" y="4386901"/>
                  </a:lnTo>
                  <a:lnTo>
                    <a:pt x="1290796" y="4386901"/>
                  </a:lnTo>
                  <a:lnTo>
                    <a:pt x="1290796" y="4386278"/>
                  </a:lnTo>
                  <a:lnTo>
                    <a:pt x="1290942" y="4386278"/>
                  </a:lnTo>
                  <a:lnTo>
                    <a:pt x="1291087" y="4386278"/>
                  </a:lnTo>
                  <a:lnTo>
                    <a:pt x="1291232" y="4386278"/>
                  </a:lnTo>
                  <a:lnTo>
                    <a:pt x="1291232" y="4385654"/>
                  </a:lnTo>
                  <a:lnTo>
                    <a:pt x="1291378" y="4385654"/>
                  </a:lnTo>
                  <a:lnTo>
                    <a:pt x="1291378" y="4385030"/>
                  </a:lnTo>
                  <a:lnTo>
                    <a:pt x="1291523" y="4385030"/>
                  </a:lnTo>
                  <a:lnTo>
                    <a:pt x="1291669" y="4385030"/>
                  </a:lnTo>
                  <a:lnTo>
                    <a:pt x="1291814" y="4385030"/>
                  </a:lnTo>
                  <a:lnTo>
                    <a:pt x="1291960" y="4385030"/>
                  </a:lnTo>
                  <a:lnTo>
                    <a:pt x="1292105" y="4385030"/>
                  </a:lnTo>
                  <a:lnTo>
                    <a:pt x="1292250" y="4385030"/>
                  </a:lnTo>
                  <a:lnTo>
                    <a:pt x="1292396" y="4385030"/>
                  </a:lnTo>
                  <a:lnTo>
                    <a:pt x="1292396" y="4384407"/>
                  </a:lnTo>
                  <a:lnTo>
                    <a:pt x="1292541" y="4384407"/>
                  </a:lnTo>
                  <a:lnTo>
                    <a:pt x="1292541" y="4383783"/>
                  </a:lnTo>
                  <a:lnTo>
                    <a:pt x="1292687" y="4383783"/>
                  </a:lnTo>
                  <a:lnTo>
                    <a:pt x="1292832" y="4383783"/>
                  </a:lnTo>
                  <a:lnTo>
                    <a:pt x="1292832" y="4383160"/>
                  </a:lnTo>
                  <a:lnTo>
                    <a:pt x="1292978" y="4383160"/>
                  </a:lnTo>
                  <a:lnTo>
                    <a:pt x="1293123" y="4383160"/>
                  </a:lnTo>
                  <a:lnTo>
                    <a:pt x="1293123" y="4382536"/>
                  </a:lnTo>
                  <a:lnTo>
                    <a:pt x="1293123" y="4381912"/>
                  </a:lnTo>
                  <a:lnTo>
                    <a:pt x="1293268" y="4381912"/>
                  </a:lnTo>
                  <a:lnTo>
                    <a:pt x="1293414" y="4381912"/>
                  </a:lnTo>
                  <a:lnTo>
                    <a:pt x="1293559" y="4381912"/>
                  </a:lnTo>
                  <a:lnTo>
                    <a:pt x="1293705" y="4381912"/>
                  </a:lnTo>
                  <a:lnTo>
                    <a:pt x="1293705" y="4381289"/>
                  </a:lnTo>
                  <a:lnTo>
                    <a:pt x="1293850" y="4381289"/>
                  </a:lnTo>
                  <a:lnTo>
                    <a:pt x="1293996" y="4381289"/>
                  </a:lnTo>
                  <a:lnTo>
                    <a:pt x="1294141" y="4381289"/>
                  </a:lnTo>
                  <a:lnTo>
                    <a:pt x="1294286" y="4381289"/>
                  </a:lnTo>
                  <a:lnTo>
                    <a:pt x="1294432" y="4381289"/>
                  </a:lnTo>
                  <a:lnTo>
                    <a:pt x="1294577" y="4381289"/>
                  </a:lnTo>
                  <a:lnTo>
                    <a:pt x="1294723" y="4381289"/>
                  </a:lnTo>
                  <a:lnTo>
                    <a:pt x="1294868" y="4381289"/>
                  </a:lnTo>
                  <a:lnTo>
                    <a:pt x="1295014" y="4381289"/>
                  </a:lnTo>
                  <a:lnTo>
                    <a:pt x="1295014" y="4380665"/>
                  </a:lnTo>
                  <a:lnTo>
                    <a:pt x="1295159" y="4380665"/>
                  </a:lnTo>
                  <a:lnTo>
                    <a:pt x="1295304" y="4380665"/>
                  </a:lnTo>
                  <a:lnTo>
                    <a:pt x="1295450" y="4380665"/>
                  </a:lnTo>
                  <a:lnTo>
                    <a:pt x="1295595" y="4380665"/>
                  </a:lnTo>
                  <a:lnTo>
                    <a:pt x="1295741" y="4380665"/>
                  </a:lnTo>
                  <a:lnTo>
                    <a:pt x="1295886" y="4380665"/>
                  </a:lnTo>
                  <a:lnTo>
                    <a:pt x="1295886" y="4380042"/>
                  </a:lnTo>
                  <a:lnTo>
                    <a:pt x="1295886" y="4379418"/>
                  </a:lnTo>
                  <a:lnTo>
                    <a:pt x="1296032" y="4379418"/>
                  </a:lnTo>
                  <a:lnTo>
                    <a:pt x="1296177" y="4379418"/>
                  </a:lnTo>
                  <a:lnTo>
                    <a:pt x="1296322" y="4379418"/>
                  </a:lnTo>
                  <a:lnTo>
                    <a:pt x="1296468" y="4379418"/>
                  </a:lnTo>
                  <a:lnTo>
                    <a:pt x="1296613" y="4379418"/>
                  </a:lnTo>
                  <a:lnTo>
                    <a:pt x="1296759" y="4379418"/>
                  </a:lnTo>
                  <a:lnTo>
                    <a:pt x="1296904" y="4379418"/>
                  </a:lnTo>
                  <a:lnTo>
                    <a:pt x="1297049" y="4379418"/>
                  </a:lnTo>
                  <a:lnTo>
                    <a:pt x="1297195" y="4379418"/>
                  </a:lnTo>
                  <a:lnTo>
                    <a:pt x="1297340" y="4379418"/>
                  </a:lnTo>
                  <a:lnTo>
                    <a:pt x="1297486" y="4379418"/>
                  </a:lnTo>
                  <a:lnTo>
                    <a:pt x="1297486" y="4378795"/>
                  </a:lnTo>
                  <a:lnTo>
                    <a:pt x="1297486" y="4378171"/>
                  </a:lnTo>
                  <a:lnTo>
                    <a:pt x="1297486" y="4377547"/>
                  </a:lnTo>
                  <a:lnTo>
                    <a:pt x="1297631" y="4377547"/>
                  </a:lnTo>
                  <a:lnTo>
                    <a:pt x="1297777" y="4377547"/>
                  </a:lnTo>
                  <a:lnTo>
                    <a:pt x="1297922" y="4377547"/>
                  </a:lnTo>
                  <a:lnTo>
                    <a:pt x="1298067" y="4377547"/>
                  </a:lnTo>
                  <a:lnTo>
                    <a:pt x="1298213" y="4377547"/>
                  </a:lnTo>
                  <a:lnTo>
                    <a:pt x="1298213" y="4376924"/>
                  </a:lnTo>
                  <a:lnTo>
                    <a:pt x="1298358" y="4376924"/>
                  </a:lnTo>
                  <a:lnTo>
                    <a:pt x="1298358" y="4376300"/>
                  </a:lnTo>
                  <a:lnTo>
                    <a:pt x="1298504" y="4376300"/>
                  </a:lnTo>
                  <a:lnTo>
                    <a:pt x="1298504" y="4375677"/>
                  </a:lnTo>
                  <a:lnTo>
                    <a:pt x="1298649" y="4375677"/>
                  </a:lnTo>
                  <a:lnTo>
                    <a:pt x="1298795" y="4375677"/>
                  </a:lnTo>
                  <a:lnTo>
                    <a:pt x="1298940" y="4375677"/>
                  </a:lnTo>
                  <a:lnTo>
                    <a:pt x="1299085" y="4375677"/>
                  </a:lnTo>
                  <a:lnTo>
                    <a:pt x="1299231" y="4375677"/>
                  </a:lnTo>
                  <a:lnTo>
                    <a:pt x="1299376" y="4375677"/>
                  </a:lnTo>
                  <a:lnTo>
                    <a:pt x="1299522" y="4375677"/>
                  </a:lnTo>
                  <a:lnTo>
                    <a:pt x="1299667" y="4375677"/>
                  </a:lnTo>
                  <a:lnTo>
                    <a:pt x="1299813" y="4375677"/>
                  </a:lnTo>
                  <a:lnTo>
                    <a:pt x="1299958" y="4375677"/>
                  </a:lnTo>
                  <a:lnTo>
                    <a:pt x="1300103" y="4375677"/>
                  </a:lnTo>
                  <a:lnTo>
                    <a:pt x="1300103" y="4375053"/>
                  </a:lnTo>
                  <a:lnTo>
                    <a:pt x="1300249" y="4375053"/>
                  </a:lnTo>
                  <a:lnTo>
                    <a:pt x="1300394" y="4375053"/>
                  </a:lnTo>
                  <a:lnTo>
                    <a:pt x="1300540" y="4375053"/>
                  </a:lnTo>
                  <a:lnTo>
                    <a:pt x="1300540" y="4374429"/>
                  </a:lnTo>
                  <a:lnTo>
                    <a:pt x="1300685" y="4374429"/>
                  </a:lnTo>
                  <a:lnTo>
                    <a:pt x="1300831" y="4374429"/>
                  </a:lnTo>
                  <a:lnTo>
                    <a:pt x="1300976" y="4374429"/>
                  </a:lnTo>
                  <a:lnTo>
                    <a:pt x="1301121" y="4374429"/>
                  </a:lnTo>
                  <a:lnTo>
                    <a:pt x="1301267" y="4374429"/>
                  </a:lnTo>
                  <a:lnTo>
                    <a:pt x="1301267" y="4373806"/>
                  </a:lnTo>
                  <a:lnTo>
                    <a:pt x="1301267" y="4373182"/>
                  </a:lnTo>
                  <a:lnTo>
                    <a:pt x="1301267" y="4372559"/>
                  </a:lnTo>
                  <a:lnTo>
                    <a:pt x="1301412" y="4372559"/>
                  </a:lnTo>
                  <a:lnTo>
                    <a:pt x="1301412" y="4371935"/>
                  </a:lnTo>
                  <a:lnTo>
                    <a:pt x="1301558" y="4371935"/>
                  </a:lnTo>
                  <a:lnTo>
                    <a:pt x="1301703" y="4371935"/>
                  </a:lnTo>
                  <a:lnTo>
                    <a:pt x="1301849" y="4371935"/>
                  </a:lnTo>
                  <a:lnTo>
                    <a:pt x="1301994" y="4371935"/>
                  </a:lnTo>
                  <a:lnTo>
                    <a:pt x="1301994" y="4371312"/>
                  </a:lnTo>
                  <a:lnTo>
                    <a:pt x="1301994" y="4370688"/>
                  </a:lnTo>
                  <a:lnTo>
                    <a:pt x="1302139" y="4370688"/>
                  </a:lnTo>
                  <a:lnTo>
                    <a:pt x="1302139" y="4370064"/>
                  </a:lnTo>
                  <a:lnTo>
                    <a:pt x="1302285" y="4370064"/>
                  </a:lnTo>
                  <a:lnTo>
                    <a:pt x="1302430" y="4370064"/>
                  </a:lnTo>
                  <a:lnTo>
                    <a:pt x="1302576" y="4370064"/>
                  </a:lnTo>
                  <a:lnTo>
                    <a:pt x="1302721" y="4370064"/>
                  </a:lnTo>
                  <a:lnTo>
                    <a:pt x="1302867" y="4370064"/>
                  </a:lnTo>
                  <a:lnTo>
                    <a:pt x="1303012" y="4370064"/>
                  </a:lnTo>
                  <a:lnTo>
                    <a:pt x="1303157" y="4370064"/>
                  </a:lnTo>
                  <a:lnTo>
                    <a:pt x="1303157" y="4369441"/>
                  </a:lnTo>
                  <a:lnTo>
                    <a:pt x="1303303" y="4369441"/>
                  </a:lnTo>
                  <a:lnTo>
                    <a:pt x="1303448" y="4369441"/>
                  </a:lnTo>
                  <a:lnTo>
                    <a:pt x="1303594" y="4369441"/>
                  </a:lnTo>
                  <a:lnTo>
                    <a:pt x="1303739" y="4369441"/>
                  </a:lnTo>
                  <a:lnTo>
                    <a:pt x="1303739" y="4368817"/>
                  </a:lnTo>
                  <a:lnTo>
                    <a:pt x="1303884" y="4368817"/>
                  </a:lnTo>
                  <a:lnTo>
                    <a:pt x="1304030" y="4368817"/>
                  </a:lnTo>
                  <a:lnTo>
                    <a:pt x="1304175" y="4368817"/>
                  </a:lnTo>
                  <a:lnTo>
                    <a:pt x="1304321" y="4368817"/>
                  </a:lnTo>
                  <a:lnTo>
                    <a:pt x="1304466" y="4368817"/>
                  </a:lnTo>
                  <a:lnTo>
                    <a:pt x="1304466" y="4368194"/>
                  </a:lnTo>
                  <a:lnTo>
                    <a:pt x="1304612" y="4368194"/>
                  </a:lnTo>
                  <a:lnTo>
                    <a:pt x="1304757" y="4368194"/>
                  </a:lnTo>
                  <a:lnTo>
                    <a:pt x="1304757" y="4367570"/>
                  </a:lnTo>
                  <a:lnTo>
                    <a:pt x="1304902" y="4367570"/>
                  </a:lnTo>
                  <a:lnTo>
                    <a:pt x="1304902" y="4366946"/>
                  </a:lnTo>
                  <a:lnTo>
                    <a:pt x="1305048" y="4366946"/>
                  </a:lnTo>
                  <a:lnTo>
                    <a:pt x="1305048" y="4366323"/>
                  </a:lnTo>
                  <a:lnTo>
                    <a:pt x="1305048" y="4365699"/>
                  </a:lnTo>
                  <a:lnTo>
                    <a:pt x="1305193" y="4365699"/>
                  </a:lnTo>
                  <a:lnTo>
                    <a:pt x="1305193" y="4365076"/>
                  </a:lnTo>
                  <a:lnTo>
                    <a:pt x="1305339" y="4365076"/>
                  </a:lnTo>
                  <a:lnTo>
                    <a:pt x="1305339" y="4364452"/>
                  </a:lnTo>
                  <a:lnTo>
                    <a:pt x="1305484" y="4364452"/>
                  </a:lnTo>
                  <a:lnTo>
                    <a:pt x="1305484" y="4363829"/>
                  </a:lnTo>
                  <a:lnTo>
                    <a:pt x="1305630" y="4363829"/>
                  </a:lnTo>
                  <a:lnTo>
                    <a:pt x="1305775" y="4363829"/>
                  </a:lnTo>
                  <a:lnTo>
                    <a:pt x="1305920" y="4363829"/>
                  </a:lnTo>
                  <a:lnTo>
                    <a:pt x="1305920" y="4363205"/>
                  </a:lnTo>
                  <a:lnTo>
                    <a:pt x="1305920" y="4362581"/>
                  </a:lnTo>
                  <a:lnTo>
                    <a:pt x="1306066" y="4362581"/>
                  </a:lnTo>
                  <a:lnTo>
                    <a:pt x="1306066" y="4361958"/>
                  </a:lnTo>
                  <a:lnTo>
                    <a:pt x="1306211" y="4361958"/>
                  </a:lnTo>
                  <a:lnTo>
                    <a:pt x="1306211" y="4361334"/>
                  </a:lnTo>
                  <a:lnTo>
                    <a:pt x="1306357" y="4361334"/>
                  </a:lnTo>
                  <a:lnTo>
                    <a:pt x="1306502" y="4361334"/>
                  </a:lnTo>
                  <a:lnTo>
                    <a:pt x="1306648" y="4361334"/>
                  </a:lnTo>
                  <a:lnTo>
                    <a:pt x="1306648" y="4360711"/>
                  </a:lnTo>
                  <a:lnTo>
                    <a:pt x="1306793" y="4360711"/>
                  </a:lnTo>
                  <a:lnTo>
                    <a:pt x="1306938" y="4360711"/>
                  </a:lnTo>
                  <a:lnTo>
                    <a:pt x="1307084" y="4360711"/>
                  </a:lnTo>
                  <a:lnTo>
                    <a:pt x="1307229" y="4360711"/>
                  </a:lnTo>
                  <a:lnTo>
                    <a:pt x="1307375" y="4360711"/>
                  </a:lnTo>
                  <a:lnTo>
                    <a:pt x="1307520" y="4360711"/>
                  </a:lnTo>
                  <a:lnTo>
                    <a:pt x="1307666" y="4360711"/>
                  </a:lnTo>
                  <a:lnTo>
                    <a:pt x="1307811" y="4360711"/>
                  </a:lnTo>
                  <a:lnTo>
                    <a:pt x="1307956" y="4360711"/>
                  </a:lnTo>
                  <a:lnTo>
                    <a:pt x="1308102" y="4360711"/>
                  </a:lnTo>
                  <a:lnTo>
                    <a:pt x="1308247" y="4360711"/>
                  </a:lnTo>
                  <a:lnTo>
                    <a:pt x="1308393" y="4360711"/>
                  </a:lnTo>
                  <a:lnTo>
                    <a:pt x="1308538" y="4360711"/>
                  </a:lnTo>
                  <a:lnTo>
                    <a:pt x="1308684" y="4360711"/>
                  </a:lnTo>
                  <a:lnTo>
                    <a:pt x="1308829" y="4360711"/>
                  </a:lnTo>
                  <a:lnTo>
                    <a:pt x="1308974" y="4360711"/>
                  </a:lnTo>
                  <a:lnTo>
                    <a:pt x="1309120" y="4360711"/>
                  </a:lnTo>
                  <a:lnTo>
                    <a:pt x="1309265" y="4360711"/>
                  </a:lnTo>
                  <a:lnTo>
                    <a:pt x="1309411" y="4360711"/>
                  </a:lnTo>
                  <a:lnTo>
                    <a:pt x="1309556" y="4360711"/>
                  </a:lnTo>
                  <a:lnTo>
                    <a:pt x="1309556" y="4360087"/>
                  </a:lnTo>
                  <a:lnTo>
                    <a:pt x="1309702" y="4360087"/>
                  </a:lnTo>
                  <a:lnTo>
                    <a:pt x="1309847" y="4360087"/>
                  </a:lnTo>
                  <a:lnTo>
                    <a:pt x="1309992" y="4360087"/>
                  </a:lnTo>
                  <a:lnTo>
                    <a:pt x="1310138" y="4360087"/>
                  </a:lnTo>
                  <a:lnTo>
                    <a:pt x="1310138" y="4359463"/>
                  </a:lnTo>
                  <a:lnTo>
                    <a:pt x="1310138" y="4358840"/>
                  </a:lnTo>
                  <a:lnTo>
                    <a:pt x="1310138" y="4358216"/>
                  </a:lnTo>
                  <a:lnTo>
                    <a:pt x="1310283" y="4358216"/>
                  </a:lnTo>
                  <a:lnTo>
                    <a:pt x="1310429" y="4358216"/>
                  </a:lnTo>
                  <a:lnTo>
                    <a:pt x="1310574" y="4358216"/>
                  </a:lnTo>
                  <a:lnTo>
                    <a:pt x="1310719" y="4358216"/>
                  </a:lnTo>
                  <a:lnTo>
                    <a:pt x="1310865" y="4358216"/>
                  </a:lnTo>
                  <a:lnTo>
                    <a:pt x="1311010" y="4358216"/>
                  </a:lnTo>
                  <a:lnTo>
                    <a:pt x="1311156" y="4358216"/>
                  </a:lnTo>
                  <a:lnTo>
                    <a:pt x="1311301" y="4358216"/>
                  </a:lnTo>
                  <a:lnTo>
                    <a:pt x="1311301" y="4357593"/>
                  </a:lnTo>
                  <a:lnTo>
                    <a:pt x="1311301" y="4356969"/>
                  </a:lnTo>
                  <a:lnTo>
                    <a:pt x="1311447" y="4356969"/>
                  </a:lnTo>
                  <a:lnTo>
                    <a:pt x="1311592" y="4356969"/>
                  </a:lnTo>
                  <a:lnTo>
                    <a:pt x="1311737" y="4356969"/>
                  </a:lnTo>
                  <a:lnTo>
                    <a:pt x="1311883" y="4356969"/>
                  </a:lnTo>
                  <a:lnTo>
                    <a:pt x="1312028" y="4356969"/>
                  </a:lnTo>
                  <a:lnTo>
                    <a:pt x="1312174" y="4356969"/>
                  </a:lnTo>
                  <a:lnTo>
                    <a:pt x="1312319" y="4356969"/>
                  </a:lnTo>
                  <a:lnTo>
                    <a:pt x="1312465" y="4356969"/>
                  </a:lnTo>
                  <a:lnTo>
                    <a:pt x="1312610" y="4356969"/>
                  </a:lnTo>
                  <a:lnTo>
                    <a:pt x="1312755" y="4356969"/>
                  </a:lnTo>
                  <a:lnTo>
                    <a:pt x="1312901" y="4356969"/>
                  </a:lnTo>
                  <a:lnTo>
                    <a:pt x="1312901" y="4356346"/>
                  </a:lnTo>
                  <a:lnTo>
                    <a:pt x="1313046" y="4356346"/>
                  </a:lnTo>
                  <a:lnTo>
                    <a:pt x="1313192" y="4356346"/>
                  </a:lnTo>
                  <a:lnTo>
                    <a:pt x="1313337" y="4356346"/>
                  </a:lnTo>
                  <a:lnTo>
                    <a:pt x="1313483" y="4356346"/>
                  </a:lnTo>
                  <a:lnTo>
                    <a:pt x="1313483" y="4355722"/>
                  </a:lnTo>
                  <a:lnTo>
                    <a:pt x="1313628" y="4355722"/>
                  </a:lnTo>
                  <a:lnTo>
                    <a:pt x="1313773" y="4355722"/>
                  </a:lnTo>
                  <a:lnTo>
                    <a:pt x="1313773" y="4355098"/>
                  </a:lnTo>
                  <a:lnTo>
                    <a:pt x="1313773" y="4354475"/>
                  </a:lnTo>
                  <a:lnTo>
                    <a:pt x="1313919" y="4354475"/>
                  </a:lnTo>
                  <a:lnTo>
                    <a:pt x="1313919" y="4353851"/>
                  </a:lnTo>
                  <a:lnTo>
                    <a:pt x="1313919" y="4353228"/>
                  </a:lnTo>
                  <a:lnTo>
                    <a:pt x="1314064" y="4353228"/>
                  </a:lnTo>
                  <a:lnTo>
                    <a:pt x="1314210" y="4353228"/>
                  </a:lnTo>
                  <a:lnTo>
                    <a:pt x="1314355" y="4353228"/>
                  </a:lnTo>
                  <a:lnTo>
                    <a:pt x="1314355" y="4352604"/>
                  </a:lnTo>
                  <a:lnTo>
                    <a:pt x="1314501" y="4352604"/>
                  </a:lnTo>
                  <a:lnTo>
                    <a:pt x="1314501" y="4351981"/>
                  </a:lnTo>
                  <a:lnTo>
                    <a:pt x="1314501" y="4351357"/>
                  </a:lnTo>
                  <a:lnTo>
                    <a:pt x="1314646" y="4351357"/>
                  </a:lnTo>
                  <a:lnTo>
                    <a:pt x="1314646" y="4350733"/>
                  </a:lnTo>
                  <a:lnTo>
                    <a:pt x="1314791" y="4350733"/>
                  </a:lnTo>
                  <a:lnTo>
                    <a:pt x="1314937" y="4350733"/>
                  </a:lnTo>
                  <a:lnTo>
                    <a:pt x="1315082" y="4350733"/>
                  </a:lnTo>
                  <a:lnTo>
                    <a:pt x="1315228" y="4350733"/>
                  </a:lnTo>
                  <a:lnTo>
                    <a:pt x="1315228" y="4350110"/>
                  </a:lnTo>
                  <a:lnTo>
                    <a:pt x="1315373" y="4350110"/>
                  </a:lnTo>
                  <a:lnTo>
                    <a:pt x="1315519" y="4350110"/>
                  </a:lnTo>
                  <a:lnTo>
                    <a:pt x="1315664" y="4350110"/>
                  </a:lnTo>
                  <a:lnTo>
                    <a:pt x="1315664" y="4349486"/>
                  </a:lnTo>
                  <a:lnTo>
                    <a:pt x="1315809" y="4349486"/>
                  </a:lnTo>
                  <a:lnTo>
                    <a:pt x="1315955" y="4349486"/>
                  </a:lnTo>
                  <a:lnTo>
                    <a:pt x="1315955" y="4348863"/>
                  </a:lnTo>
                  <a:lnTo>
                    <a:pt x="1316100" y="4348863"/>
                  </a:lnTo>
                  <a:lnTo>
                    <a:pt x="1316246" y="4348863"/>
                  </a:lnTo>
                  <a:lnTo>
                    <a:pt x="1316246" y="4348239"/>
                  </a:lnTo>
                  <a:lnTo>
                    <a:pt x="1316391" y="4348239"/>
                  </a:lnTo>
                  <a:lnTo>
                    <a:pt x="1316537" y="4348239"/>
                  </a:lnTo>
                  <a:lnTo>
                    <a:pt x="1316682" y="4348239"/>
                  </a:lnTo>
                  <a:lnTo>
                    <a:pt x="1316682" y="4347615"/>
                  </a:lnTo>
                  <a:lnTo>
                    <a:pt x="1316827" y="4347615"/>
                  </a:lnTo>
                  <a:lnTo>
                    <a:pt x="1316973" y="4347615"/>
                  </a:lnTo>
                  <a:lnTo>
                    <a:pt x="1317118" y="4347615"/>
                  </a:lnTo>
                  <a:lnTo>
                    <a:pt x="1317118" y="4346992"/>
                  </a:lnTo>
                  <a:lnTo>
                    <a:pt x="1317264" y="4346992"/>
                  </a:lnTo>
                  <a:lnTo>
                    <a:pt x="1317264" y="4346368"/>
                  </a:lnTo>
                  <a:lnTo>
                    <a:pt x="1317264" y="4345745"/>
                  </a:lnTo>
                  <a:lnTo>
                    <a:pt x="1317409" y="4345745"/>
                  </a:lnTo>
                  <a:lnTo>
                    <a:pt x="1317554" y="4345745"/>
                  </a:lnTo>
                  <a:lnTo>
                    <a:pt x="1317554" y="4345121"/>
                  </a:lnTo>
                  <a:lnTo>
                    <a:pt x="1317700" y="4345121"/>
                  </a:lnTo>
                  <a:lnTo>
                    <a:pt x="1317700" y="4344498"/>
                  </a:lnTo>
                  <a:lnTo>
                    <a:pt x="1317845" y="4344498"/>
                  </a:lnTo>
                  <a:lnTo>
                    <a:pt x="1317991" y="4344498"/>
                  </a:lnTo>
                  <a:lnTo>
                    <a:pt x="1317991" y="4343874"/>
                  </a:lnTo>
                  <a:lnTo>
                    <a:pt x="1318136" y="4343874"/>
                  </a:lnTo>
                  <a:lnTo>
                    <a:pt x="1318282" y="4343874"/>
                  </a:lnTo>
                  <a:lnTo>
                    <a:pt x="1318282" y="4343250"/>
                  </a:lnTo>
                  <a:lnTo>
                    <a:pt x="1318427" y="4343250"/>
                  </a:lnTo>
                  <a:lnTo>
                    <a:pt x="1318427" y="4342627"/>
                  </a:lnTo>
                  <a:lnTo>
                    <a:pt x="1318572" y="4342627"/>
                  </a:lnTo>
                  <a:lnTo>
                    <a:pt x="1318572" y="4342003"/>
                  </a:lnTo>
                  <a:lnTo>
                    <a:pt x="1318572" y="4341380"/>
                  </a:lnTo>
                  <a:lnTo>
                    <a:pt x="1318718" y="4341380"/>
                  </a:lnTo>
                  <a:lnTo>
                    <a:pt x="1318863" y="4341380"/>
                  </a:lnTo>
                  <a:lnTo>
                    <a:pt x="1319009" y="4341380"/>
                  </a:lnTo>
                  <a:lnTo>
                    <a:pt x="1319154" y="4341380"/>
                  </a:lnTo>
                  <a:lnTo>
                    <a:pt x="1319300" y="4341380"/>
                  </a:lnTo>
                  <a:lnTo>
                    <a:pt x="1319445" y="4341380"/>
                  </a:lnTo>
                  <a:lnTo>
                    <a:pt x="1319445" y="4340756"/>
                  </a:lnTo>
                  <a:lnTo>
                    <a:pt x="1319445" y="4340132"/>
                  </a:lnTo>
                  <a:lnTo>
                    <a:pt x="1319590" y="4340132"/>
                  </a:lnTo>
                  <a:lnTo>
                    <a:pt x="1319736" y="4340132"/>
                  </a:lnTo>
                  <a:lnTo>
                    <a:pt x="1319881" y="4340132"/>
                  </a:lnTo>
                  <a:lnTo>
                    <a:pt x="1319881" y="4339509"/>
                  </a:lnTo>
                  <a:lnTo>
                    <a:pt x="1320027" y="4339509"/>
                  </a:lnTo>
                  <a:lnTo>
                    <a:pt x="1320027" y="4338885"/>
                  </a:lnTo>
                  <a:lnTo>
                    <a:pt x="1320172" y="4338885"/>
                  </a:lnTo>
                  <a:lnTo>
                    <a:pt x="1320318" y="4338885"/>
                  </a:lnTo>
                  <a:lnTo>
                    <a:pt x="1320463" y="4338885"/>
                  </a:lnTo>
                  <a:lnTo>
                    <a:pt x="1320608" y="4338885"/>
                  </a:lnTo>
                  <a:lnTo>
                    <a:pt x="1320754" y="4338885"/>
                  </a:lnTo>
                  <a:lnTo>
                    <a:pt x="1320899" y="4338885"/>
                  </a:lnTo>
                  <a:lnTo>
                    <a:pt x="1321045" y="4338885"/>
                  </a:lnTo>
                  <a:lnTo>
                    <a:pt x="1321045" y="4338262"/>
                  </a:lnTo>
                  <a:lnTo>
                    <a:pt x="1321190" y="4338262"/>
                  </a:lnTo>
                  <a:lnTo>
                    <a:pt x="1321336" y="4338262"/>
                  </a:lnTo>
                  <a:lnTo>
                    <a:pt x="1321481" y="4338262"/>
                  </a:lnTo>
                  <a:lnTo>
                    <a:pt x="1321626" y="4338262"/>
                  </a:lnTo>
                  <a:lnTo>
                    <a:pt x="1321772" y="4338262"/>
                  </a:lnTo>
                  <a:lnTo>
                    <a:pt x="1321772" y="4337638"/>
                  </a:lnTo>
                  <a:lnTo>
                    <a:pt x="1321917" y="4337638"/>
                  </a:lnTo>
                  <a:lnTo>
                    <a:pt x="1322063" y="4337638"/>
                  </a:lnTo>
                  <a:lnTo>
                    <a:pt x="1322208" y="4337638"/>
                  </a:lnTo>
                  <a:lnTo>
                    <a:pt x="1322208" y="4337015"/>
                  </a:lnTo>
                  <a:lnTo>
                    <a:pt x="1322208" y="4336391"/>
                  </a:lnTo>
                  <a:lnTo>
                    <a:pt x="1322354" y="4336391"/>
                  </a:lnTo>
                  <a:lnTo>
                    <a:pt x="1322499" y="4336391"/>
                  </a:lnTo>
                  <a:lnTo>
                    <a:pt x="1322644" y="4336391"/>
                  </a:lnTo>
                  <a:lnTo>
                    <a:pt x="1322790" y="4336391"/>
                  </a:lnTo>
                  <a:lnTo>
                    <a:pt x="1322935" y="4336391"/>
                  </a:lnTo>
                  <a:lnTo>
                    <a:pt x="1323081" y="4336391"/>
                  </a:lnTo>
                  <a:lnTo>
                    <a:pt x="1323226" y="4336391"/>
                  </a:lnTo>
                  <a:lnTo>
                    <a:pt x="1323371" y="4336391"/>
                  </a:lnTo>
                  <a:lnTo>
                    <a:pt x="1323517" y="4336391"/>
                  </a:lnTo>
                  <a:lnTo>
                    <a:pt x="1323662" y="4336391"/>
                  </a:lnTo>
                  <a:lnTo>
                    <a:pt x="1323662" y="4335767"/>
                  </a:lnTo>
                  <a:lnTo>
                    <a:pt x="1323808" y="4335767"/>
                  </a:lnTo>
                  <a:lnTo>
                    <a:pt x="1323953" y="4335767"/>
                  </a:lnTo>
                  <a:lnTo>
                    <a:pt x="1324099" y="4335767"/>
                  </a:lnTo>
                  <a:lnTo>
                    <a:pt x="1324244" y="4335767"/>
                  </a:lnTo>
                  <a:lnTo>
                    <a:pt x="1324244" y="4335144"/>
                  </a:lnTo>
                  <a:lnTo>
                    <a:pt x="1324389" y="4335144"/>
                  </a:lnTo>
                  <a:lnTo>
                    <a:pt x="1324535" y="4335144"/>
                  </a:lnTo>
                  <a:lnTo>
                    <a:pt x="1324680" y="4335144"/>
                  </a:lnTo>
                  <a:lnTo>
                    <a:pt x="1324826" y="4335144"/>
                  </a:lnTo>
                  <a:lnTo>
                    <a:pt x="1324971" y="4335144"/>
                  </a:lnTo>
                  <a:lnTo>
                    <a:pt x="1325117" y="4335144"/>
                  </a:lnTo>
                  <a:lnTo>
                    <a:pt x="1325117" y="4334520"/>
                  </a:lnTo>
                  <a:lnTo>
                    <a:pt x="1325262" y="4334520"/>
                  </a:lnTo>
                  <a:lnTo>
                    <a:pt x="1325407" y="4334520"/>
                  </a:lnTo>
                  <a:lnTo>
                    <a:pt x="1325553" y="4334520"/>
                  </a:lnTo>
                  <a:lnTo>
                    <a:pt x="1325698" y="4334520"/>
                  </a:lnTo>
                  <a:lnTo>
                    <a:pt x="1325844" y="4334520"/>
                  </a:lnTo>
                  <a:lnTo>
                    <a:pt x="1325989" y="4334520"/>
                  </a:lnTo>
                  <a:lnTo>
                    <a:pt x="1326135" y="4334520"/>
                  </a:lnTo>
                  <a:lnTo>
                    <a:pt x="1326280" y="4334520"/>
                  </a:lnTo>
                  <a:lnTo>
                    <a:pt x="1326425" y="4334520"/>
                  </a:lnTo>
                  <a:lnTo>
                    <a:pt x="1326571" y="4334520"/>
                  </a:lnTo>
                  <a:lnTo>
                    <a:pt x="1326716" y="4334520"/>
                  </a:lnTo>
                  <a:lnTo>
                    <a:pt x="1326862" y="4334520"/>
                  </a:lnTo>
                  <a:lnTo>
                    <a:pt x="1327007" y="4334520"/>
                  </a:lnTo>
                  <a:lnTo>
                    <a:pt x="1327153" y="4334520"/>
                  </a:lnTo>
                  <a:lnTo>
                    <a:pt x="1327298" y="4334520"/>
                  </a:lnTo>
                  <a:lnTo>
                    <a:pt x="1327443" y="4334520"/>
                  </a:lnTo>
                  <a:lnTo>
                    <a:pt x="1327589" y="4334520"/>
                  </a:lnTo>
                  <a:lnTo>
                    <a:pt x="1327589" y="4333897"/>
                  </a:lnTo>
                  <a:lnTo>
                    <a:pt x="1327589" y="4333273"/>
                  </a:lnTo>
                  <a:lnTo>
                    <a:pt x="1327734" y="4333273"/>
                  </a:lnTo>
                  <a:lnTo>
                    <a:pt x="1327734" y="4332649"/>
                  </a:lnTo>
                  <a:lnTo>
                    <a:pt x="1327880" y="4332649"/>
                  </a:lnTo>
                  <a:lnTo>
                    <a:pt x="1328025" y="4332649"/>
                  </a:lnTo>
                  <a:lnTo>
                    <a:pt x="1328171" y="4332649"/>
                  </a:lnTo>
                  <a:lnTo>
                    <a:pt x="1328316" y="4332649"/>
                  </a:lnTo>
                  <a:lnTo>
                    <a:pt x="1328461" y="4332649"/>
                  </a:lnTo>
                  <a:lnTo>
                    <a:pt x="1328607" y="4332649"/>
                  </a:lnTo>
                  <a:lnTo>
                    <a:pt x="1328607" y="4332026"/>
                  </a:lnTo>
                  <a:lnTo>
                    <a:pt x="1328752" y="4332026"/>
                  </a:lnTo>
                  <a:lnTo>
                    <a:pt x="1328898" y="4332026"/>
                  </a:lnTo>
                  <a:lnTo>
                    <a:pt x="1328898" y="4331402"/>
                  </a:lnTo>
                  <a:lnTo>
                    <a:pt x="1329043" y="4331402"/>
                  </a:lnTo>
                  <a:lnTo>
                    <a:pt x="1329189" y="4331402"/>
                  </a:lnTo>
                  <a:lnTo>
                    <a:pt x="1329334" y="4331402"/>
                  </a:lnTo>
                  <a:lnTo>
                    <a:pt x="1329479" y="4331402"/>
                  </a:lnTo>
                  <a:lnTo>
                    <a:pt x="1329625" y="4331402"/>
                  </a:lnTo>
                  <a:lnTo>
                    <a:pt x="1329770" y="4331402"/>
                  </a:lnTo>
                  <a:lnTo>
                    <a:pt x="1329916" y="4331402"/>
                  </a:lnTo>
                  <a:lnTo>
                    <a:pt x="1330061" y="4331402"/>
                  </a:lnTo>
                  <a:lnTo>
                    <a:pt x="1330206" y="4331402"/>
                  </a:lnTo>
                  <a:lnTo>
                    <a:pt x="1330206" y="4330779"/>
                  </a:lnTo>
                  <a:lnTo>
                    <a:pt x="1330352" y="4330779"/>
                  </a:lnTo>
                  <a:lnTo>
                    <a:pt x="1330497" y="4330779"/>
                  </a:lnTo>
                  <a:lnTo>
                    <a:pt x="1330643" y="4330779"/>
                  </a:lnTo>
                  <a:lnTo>
                    <a:pt x="1330643" y="4330155"/>
                  </a:lnTo>
                  <a:lnTo>
                    <a:pt x="1330643" y="4329532"/>
                  </a:lnTo>
                  <a:lnTo>
                    <a:pt x="1330788" y="4329532"/>
                  </a:lnTo>
                  <a:lnTo>
                    <a:pt x="1330934" y="4329532"/>
                  </a:lnTo>
                  <a:lnTo>
                    <a:pt x="1331079" y="4329532"/>
                  </a:lnTo>
                  <a:lnTo>
                    <a:pt x="1331079" y="4328908"/>
                  </a:lnTo>
                  <a:lnTo>
                    <a:pt x="1331224" y="4328908"/>
                  </a:lnTo>
                  <a:lnTo>
                    <a:pt x="1331370" y="4328908"/>
                  </a:lnTo>
                  <a:lnTo>
                    <a:pt x="1331515" y="4328908"/>
                  </a:lnTo>
                  <a:lnTo>
                    <a:pt x="1331661" y="4328908"/>
                  </a:lnTo>
                  <a:lnTo>
                    <a:pt x="1331806" y="4328908"/>
                  </a:lnTo>
                  <a:lnTo>
                    <a:pt x="1331952" y="4328908"/>
                  </a:lnTo>
                  <a:lnTo>
                    <a:pt x="1332097" y="4328908"/>
                  </a:lnTo>
                  <a:lnTo>
                    <a:pt x="1332242" y="4328908"/>
                  </a:lnTo>
                  <a:lnTo>
                    <a:pt x="1332388" y="4328908"/>
                  </a:lnTo>
                  <a:lnTo>
                    <a:pt x="1332533" y="4328908"/>
                  </a:lnTo>
                  <a:lnTo>
                    <a:pt x="1332679" y="4328908"/>
                  </a:lnTo>
                  <a:lnTo>
                    <a:pt x="1332824" y="4328908"/>
                  </a:lnTo>
                  <a:lnTo>
                    <a:pt x="1332970" y="4328908"/>
                  </a:lnTo>
                  <a:lnTo>
                    <a:pt x="1333115" y="4328908"/>
                  </a:lnTo>
                  <a:lnTo>
                    <a:pt x="1333115" y="4328284"/>
                  </a:lnTo>
                  <a:lnTo>
                    <a:pt x="1333260" y="4328284"/>
                  </a:lnTo>
                  <a:lnTo>
                    <a:pt x="1333406" y="4328284"/>
                  </a:lnTo>
                  <a:lnTo>
                    <a:pt x="1333551" y="4328284"/>
                  </a:lnTo>
                  <a:lnTo>
                    <a:pt x="1333697" y="4328284"/>
                  </a:lnTo>
                  <a:lnTo>
                    <a:pt x="1333842" y="4328284"/>
                  </a:lnTo>
                  <a:lnTo>
                    <a:pt x="1333988" y="4328284"/>
                  </a:lnTo>
                  <a:lnTo>
                    <a:pt x="1334133" y="4328284"/>
                  </a:lnTo>
                  <a:lnTo>
                    <a:pt x="1334278" y="4328284"/>
                  </a:lnTo>
                  <a:lnTo>
                    <a:pt x="1334424" y="4328284"/>
                  </a:lnTo>
                  <a:lnTo>
                    <a:pt x="1334569" y="4328284"/>
                  </a:lnTo>
                  <a:lnTo>
                    <a:pt x="1334715" y="4328284"/>
                  </a:lnTo>
                  <a:lnTo>
                    <a:pt x="1334860" y="4328284"/>
                  </a:lnTo>
                  <a:lnTo>
                    <a:pt x="1335006" y="4328284"/>
                  </a:lnTo>
                  <a:lnTo>
                    <a:pt x="1335151" y="4328284"/>
                  </a:lnTo>
                  <a:lnTo>
                    <a:pt x="1335151" y="4327661"/>
                  </a:lnTo>
                  <a:lnTo>
                    <a:pt x="1335296" y="4327661"/>
                  </a:lnTo>
                  <a:lnTo>
                    <a:pt x="1335442" y="4327661"/>
                  </a:lnTo>
                  <a:lnTo>
                    <a:pt x="1335442" y="4327037"/>
                  </a:lnTo>
                  <a:lnTo>
                    <a:pt x="1335442" y="4326414"/>
                  </a:lnTo>
                  <a:lnTo>
                    <a:pt x="1335587" y="4326414"/>
                  </a:lnTo>
                  <a:lnTo>
                    <a:pt x="1335733" y="4326414"/>
                  </a:lnTo>
                  <a:lnTo>
                    <a:pt x="1335878" y="4326414"/>
                  </a:lnTo>
                  <a:lnTo>
                    <a:pt x="1336024" y="4326414"/>
                  </a:lnTo>
                  <a:lnTo>
                    <a:pt x="1336169" y="4326414"/>
                  </a:lnTo>
                  <a:lnTo>
                    <a:pt x="1336169" y="4325790"/>
                  </a:lnTo>
                  <a:lnTo>
                    <a:pt x="1336314" y="4325790"/>
                  </a:lnTo>
                  <a:lnTo>
                    <a:pt x="1336460" y="4325790"/>
                  </a:lnTo>
                  <a:lnTo>
                    <a:pt x="1336605" y="4325790"/>
                  </a:lnTo>
                  <a:lnTo>
                    <a:pt x="1336751" y="4325790"/>
                  </a:lnTo>
                  <a:lnTo>
                    <a:pt x="1336896" y="4325790"/>
                  </a:lnTo>
                  <a:lnTo>
                    <a:pt x="1337041" y="4325790"/>
                  </a:lnTo>
                  <a:lnTo>
                    <a:pt x="1337041" y="4325166"/>
                  </a:lnTo>
                  <a:lnTo>
                    <a:pt x="1337187" y="4325166"/>
                  </a:lnTo>
                  <a:lnTo>
                    <a:pt x="1337187" y="4324543"/>
                  </a:lnTo>
                  <a:lnTo>
                    <a:pt x="1337332" y="4324543"/>
                  </a:lnTo>
                  <a:lnTo>
                    <a:pt x="1337332" y="4323919"/>
                  </a:lnTo>
                  <a:lnTo>
                    <a:pt x="1337478" y="4323919"/>
                  </a:lnTo>
                  <a:lnTo>
                    <a:pt x="1337623" y="4323919"/>
                  </a:lnTo>
                  <a:lnTo>
                    <a:pt x="1337769" y="4323919"/>
                  </a:lnTo>
                  <a:lnTo>
                    <a:pt x="1337914" y="4323919"/>
                  </a:lnTo>
                  <a:lnTo>
                    <a:pt x="1338059" y="4323919"/>
                  </a:lnTo>
                  <a:lnTo>
                    <a:pt x="1338205" y="4323919"/>
                  </a:lnTo>
                  <a:lnTo>
                    <a:pt x="1338350" y="4323919"/>
                  </a:lnTo>
                  <a:lnTo>
                    <a:pt x="1338496" y="4323919"/>
                  </a:lnTo>
                  <a:lnTo>
                    <a:pt x="1338496" y="4323296"/>
                  </a:lnTo>
                  <a:lnTo>
                    <a:pt x="1338641" y="4323296"/>
                  </a:lnTo>
                  <a:lnTo>
                    <a:pt x="1338787" y="4323296"/>
                  </a:lnTo>
                  <a:lnTo>
                    <a:pt x="1338932" y="4323296"/>
                  </a:lnTo>
                  <a:lnTo>
                    <a:pt x="1339077" y="4323296"/>
                  </a:lnTo>
                  <a:lnTo>
                    <a:pt x="1339223" y="4323296"/>
                  </a:lnTo>
                  <a:lnTo>
                    <a:pt x="1339368" y="4323296"/>
                  </a:lnTo>
                  <a:lnTo>
                    <a:pt x="1339514" y="4323296"/>
                  </a:lnTo>
                  <a:lnTo>
                    <a:pt x="1339659" y="4323296"/>
                  </a:lnTo>
                  <a:lnTo>
                    <a:pt x="1339805" y="4323296"/>
                  </a:lnTo>
                  <a:lnTo>
                    <a:pt x="1339805" y="4322672"/>
                  </a:lnTo>
                  <a:lnTo>
                    <a:pt x="1339805" y="4322049"/>
                  </a:lnTo>
                  <a:lnTo>
                    <a:pt x="1339950" y="4322049"/>
                  </a:lnTo>
                  <a:lnTo>
                    <a:pt x="1340095" y="4322049"/>
                  </a:lnTo>
                  <a:lnTo>
                    <a:pt x="1340241" y="4322049"/>
                  </a:lnTo>
                  <a:lnTo>
                    <a:pt x="1340241" y="4321425"/>
                  </a:lnTo>
                  <a:lnTo>
                    <a:pt x="1340386" y="4321425"/>
                  </a:lnTo>
                  <a:lnTo>
                    <a:pt x="1340532" y="4321425"/>
                  </a:lnTo>
                  <a:lnTo>
                    <a:pt x="1340677" y="4321425"/>
                  </a:lnTo>
                  <a:lnTo>
                    <a:pt x="1340823" y="4321425"/>
                  </a:lnTo>
                  <a:lnTo>
                    <a:pt x="1340823" y="4320801"/>
                  </a:lnTo>
                  <a:lnTo>
                    <a:pt x="1340968" y="4320801"/>
                  </a:lnTo>
                  <a:lnTo>
                    <a:pt x="1340968" y="4320178"/>
                  </a:lnTo>
                  <a:lnTo>
                    <a:pt x="1341113" y="4320178"/>
                  </a:lnTo>
                  <a:lnTo>
                    <a:pt x="1341113" y="4319554"/>
                  </a:lnTo>
                  <a:lnTo>
                    <a:pt x="1341113" y="4318931"/>
                  </a:lnTo>
                  <a:lnTo>
                    <a:pt x="1341113" y="4318307"/>
                  </a:lnTo>
                  <a:lnTo>
                    <a:pt x="1341113" y="4317683"/>
                  </a:lnTo>
                  <a:lnTo>
                    <a:pt x="1341259" y="4317683"/>
                  </a:lnTo>
                  <a:lnTo>
                    <a:pt x="1341404" y="4317683"/>
                  </a:lnTo>
                  <a:lnTo>
                    <a:pt x="1341550" y="4317683"/>
                  </a:lnTo>
                  <a:lnTo>
                    <a:pt x="1341550" y="4317060"/>
                  </a:lnTo>
                  <a:lnTo>
                    <a:pt x="1341550" y="4316436"/>
                  </a:lnTo>
                  <a:lnTo>
                    <a:pt x="1341695" y="4316436"/>
                  </a:lnTo>
                  <a:lnTo>
                    <a:pt x="1341841" y="4316436"/>
                  </a:lnTo>
                  <a:lnTo>
                    <a:pt x="1341986" y="4316436"/>
                  </a:lnTo>
                  <a:lnTo>
                    <a:pt x="1342131" y="4316436"/>
                  </a:lnTo>
                  <a:lnTo>
                    <a:pt x="1342277" y="4316436"/>
                  </a:lnTo>
                  <a:lnTo>
                    <a:pt x="1342422" y="4316436"/>
                  </a:lnTo>
                  <a:lnTo>
                    <a:pt x="1342568" y="4316436"/>
                  </a:lnTo>
                  <a:lnTo>
                    <a:pt x="1342713" y="4316436"/>
                  </a:lnTo>
                  <a:lnTo>
                    <a:pt x="1342859" y="4316436"/>
                  </a:lnTo>
                  <a:lnTo>
                    <a:pt x="1343004" y="4316436"/>
                  </a:lnTo>
                  <a:lnTo>
                    <a:pt x="1343149" y="4316436"/>
                  </a:lnTo>
                  <a:lnTo>
                    <a:pt x="1343149" y="4315813"/>
                  </a:lnTo>
                  <a:lnTo>
                    <a:pt x="1343295" y="4315813"/>
                  </a:lnTo>
                  <a:lnTo>
                    <a:pt x="1343440" y="4315813"/>
                  </a:lnTo>
                  <a:lnTo>
                    <a:pt x="1343586" y="4315813"/>
                  </a:lnTo>
                  <a:lnTo>
                    <a:pt x="1343731" y="4315813"/>
                  </a:lnTo>
                  <a:lnTo>
                    <a:pt x="1343876" y="4315813"/>
                  </a:lnTo>
                  <a:lnTo>
                    <a:pt x="1344022" y="4315813"/>
                  </a:lnTo>
                  <a:lnTo>
                    <a:pt x="1344167" y="4315813"/>
                  </a:lnTo>
                  <a:lnTo>
                    <a:pt x="1344313" y="4315813"/>
                  </a:lnTo>
                  <a:lnTo>
                    <a:pt x="1344313" y="4315189"/>
                  </a:lnTo>
                  <a:lnTo>
                    <a:pt x="1344458" y="4315189"/>
                  </a:lnTo>
                  <a:lnTo>
                    <a:pt x="1344458" y="4314566"/>
                  </a:lnTo>
                  <a:lnTo>
                    <a:pt x="1344458" y="4313942"/>
                  </a:lnTo>
                  <a:lnTo>
                    <a:pt x="1344604" y="4313942"/>
                  </a:lnTo>
                  <a:lnTo>
                    <a:pt x="1344749" y="4313942"/>
                  </a:lnTo>
                  <a:lnTo>
                    <a:pt x="1344894" y="4313942"/>
                  </a:lnTo>
                  <a:lnTo>
                    <a:pt x="1344894" y="4313318"/>
                  </a:lnTo>
                  <a:lnTo>
                    <a:pt x="1345040" y="4313318"/>
                  </a:lnTo>
                  <a:lnTo>
                    <a:pt x="1345185" y="4313318"/>
                  </a:lnTo>
                  <a:lnTo>
                    <a:pt x="1345331" y="4313318"/>
                  </a:lnTo>
                  <a:lnTo>
                    <a:pt x="1345476" y="4313318"/>
                  </a:lnTo>
                  <a:lnTo>
                    <a:pt x="1345622" y="4313318"/>
                  </a:lnTo>
                  <a:lnTo>
                    <a:pt x="1345767" y="4313318"/>
                  </a:lnTo>
                  <a:lnTo>
                    <a:pt x="1345912" y="4313318"/>
                  </a:lnTo>
                  <a:lnTo>
                    <a:pt x="1346058" y="4313318"/>
                  </a:lnTo>
                  <a:lnTo>
                    <a:pt x="1346203" y="4313318"/>
                  </a:lnTo>
                  <a:lnTo>
                    <a:pt x="1346349" y="4313318"/>
                  </a:lnTo>
                  <a:lnTo>
                    <a:pt x="1346494" y="4313318"/>
                  </a:lnTo>
                  <a:lnTo>
                    <a:pt x="1346494" y="4312695"/>
                  </a:lnTo>
                  <a:lnTo>
                    <a:pt x="1346494" y="4312071"/>
                  </a:lnTo>
                  <a:lnTo>
                    <a:pt x="1346640" y="4312071"/>
                  </a:lnTo>
                  <a:lnTo>
                    <a:pt x="1346785" y="4312071"/>
                  </a:lnTo>
                  <a:lnTo>
                    <a:pt x="1346930" y="4312071"/>
                  </a:lnTo>
                  <a:lnTo>
                    <a:pt x="1347076" y="4312071"/>
                  </a:lnTo>
                  <a:lnTo>
                    <a:pt x="1347221" y="4312071"/>
                  </a:lnTo>
                  <a:lnTo>
                    <a:pt x="1347221" y="4311448"/>
                  </a:lnTo>
                  <a:lnTo>
                    <a:pt x="1347367" y="4311448"/>
                  </a:lnTo>
                  <a:lnTo>
                    <a:pt x="1347367" y="4310824"/>
                  </a:lnTo>
                  <a:lnTo>
                    <a:pt x="1347512" y="4310824"/>
                  </a:lnTo>
                  <a:lnTo>
                    <a:pt x="1347658" y="4310824"/>
                  </a:lnTo>
                  <a:lnTo>
                    <a:pt x="1347803" y="4310824"/>
                  </a:lnTo>
                  <a:lnTo>
                    <a:pt x="1347803" y="4310200"/>
                  </a:lnTo>
                  <a:lnTo>
                    <a:pt x="1347948" y="4310200"/>
                  </a:lnTo>
                  <a:lnTo>
                    <a:pt x="1348094" y="4310200"/>
                  </a:lnTo>
                  <a:lnTo>
                    <a:pt x="1348239" y="4310200"/>
                  </a:lnTo>
                  <a:lnTo>
                    <a:pt x="1348385" y="4310200"/>
                  </a:lnTo>
                  <a:lnTo>
                    <a:pt x="1348530" y="4310200"/>
                  </a:lnTo>
                  <a:lnTo>
                    <a:pt x="1348676" y="4310200"/>
                  </a:lnTo>
                  <a:lnTo>
                    <a:pt x="1348821" y="4310200"/>
                  </a:lnTo>
                  <a:lnTo>
                    <a:pt x="1348966" y="4310200"/>
                  </a:lnTo>
                  <a:lnTo>
                    <a:pt x="1349112" y="4310200"/>
                  </a:lnTo>
                  <a:lnTo>
                    <a:pt x="1349112" y="4309577"/>
                  </a:lnTo>
                  <a:lnTo>
                    <a:pt x="1349257" y="4309577"/>
                  </a:lnTo>
                  <a:lnTo>
                    <a:pt x="1349403" y="4309577"/>
                  </a:lnTo>
                  <a:lnTo>
                    <a:pt x="1349403" y="4308953"/>
                  </a:lnTo>
                  <a:lnTo>
                    <a:pt x="1349548" y="4308953"/>
                  </a:lnTo>
                  <a:lnTo>
                    <a:pt x="1349548" y="4308330"/>
                  </a:lnTo>
                  <a:lnTo>
                    <a:pt x="1349548" y="4307706"/>
                  </a:lnTo>
                  <a:lnTo>
                    <a:pt x="1349694" y="4307706"/>
                  </a:lnTo>
                  <a:lnTo>
                    <a:pt x="1349839" y="4307706"/>
                  </a:lnTo>
                  <a:lnTo>
                    <a:pt x="1349984" y="4307706"/>
                  </a:lnTo>
                  <a:lnTo>
                    <a:pt x="1349984" y="4307083"/>
                  </a:lnTo>
                  <a:lnTo>
                    <a:pt x="1350130" y="4307083"/>
                  </a:lnTo>
                  <a:lnTo>
                    <a:pt x="1350130" y="4306459"/>
                  </a:lnTo>
                  <a:lnTo>
                    <a:pt x="1350275" y="4306459"/>
                  </a:lnTo>
                  <a:lnTo>
                    <a:pt x="1350421" y="4306459"/>
                  </a:lnTo>
                  <a:lnTo>
                    <a:pt x="1350421" y="4305835"/>
                  </a:lnTo>
                  <a:lnTo>
                    <a:pt x="1350421" y="4305212"/>
                  </a:lnTo>
                  <a:lnTo>
                    <a:pt x="1350421" y="4304588"/>
                  </a:lnTo>
                  <a:lnTo>
                    <a:pt x="1350421" y="4303965"/>
                  </a:lnTo>
                  <a:lnTo>
                    <a:pt x="1350421" y="4303341"/>
                  </a:lnTo>
                  <a:lnTo>
                    <a:pt x="1350566" y="4303341"/>
                  </a:lnTo>
                  <a:lnTo>
                    <a:pt x="1350711" y="4303341"/>
                  </a:lnTo>
                  <a:lnTo>
                    <a:pt x="1350857" y="4303341"/>
                  </a:lnTo>
                  <a:lnTo>
                    <a:pt x="1351002" y="4303341"/>
                  </a:lnTo>
                  <a:lnTo>
                    <a:pt x="1351148" y="4303341"/>
                  </a:lnTo>
                  <a:lnTo>
                    <a:pt x="1351293" y="4303341"/>
                  </a:lnTo>
                  <a:lnTo>
                    <a:pt x="1351293" y="4302718"/>
                  </a:lnTo>
                  <a:lnTo>
                    <a:pt x="1351439" y="4302718"/>
                  </a:lnTo>
                  <a:lnTo>
                    <a:pt x="1351584" y="4302718"/>
                  </a:lnTo>
                  <a:lnTo>
                    <a:pt x="1351729" y="4302718"/>
                  </a:lnTo>
                  <a:lnTo>
                    <a:pt x="1351875" y="4302718"/>
                  </a:lnTo>
                  <a:lnTo>
                    <a:pt x="1351875" y="4302094"/>
                  </a:lnTo>
                  <a:lnTo>
                    <a:pt x="1351875" y="4301470"/>
                  </a:lnTo>
                  <a:lnTo>
                    <a:pt x="1352020" y="4301470"/>
                  </a:lnTo>
                  <a:lnTo>
                    <a:pt x="1352166" y="4301470"/>
                  </a:lnTo>
                  <a:lnTo>
                    <a:pt x="1352166" y="4300847"/>
                  </a:lnTo>
                  <a:lnTo>
                    <a:pt x="1352311" y="4300847"/>
                  </a:lnTo>
                  <a:lnTo>
                    <a:pt x="1352457" y="4300847"/>
                  </a:lnTo>
                  <a:lnTo>
                    <a:pt x="1352602" y="4300847"/>
                  </a:lnTo>
                  <a:lnTo>
                    <a:pt x="1352747" y="4300847"/>
                  </a:lnTo>
                  <a:lnTo>
                    <a:pt x="1352893" y="4300847"/>
                  </a:lnTo>
                  <a:lnTo>
                    <a:pt x="1353038" y="4300847"/>
                  </a:lnTo>
                  <a:lnTo>
                    <a:pt x="1353184" y="4300847"/>
                  </a:lnTo>
                  <a:lnTo>
                    <a:pt x="1353329" y="4300847"/>
                  </a:lnTo>
                  <a:lnTo>
                    <a:pt x="1353329" y="4300223"/>
                  </a:lnTo>
                  <a:lnTo>
                    <a:pt x="1353475" y="4300223"/>
                  </a:lnTo>
                  <a:lnTo>
                    <a:pt x="1353620" y="4300223"/>
                  </a:lnTo>
                  <a:lnTo>
                    <a:pt x="1353620" y="4299600"/>
                  </a:lnTo>
                  <a:lnTo>
                    <a:pt x="1353765" y="4299600"/>
                  </a:lnTo>
                  <a:lnTo>
                    <a:pt x="1353765" y="4298976"/>
                  </a:lnTo>
                  <a:lnTo>
                    <a:pt x="1353911" y="4298976"/>
                  </a:lnTo>
                  <a:lnTo>
                    <a:pt x="1354056" y="4298976"/>
                  </a:lnTo>
                  <a:lnTo>
                    <a:pt x="1354202" y="4298976"/>
                  </a:lnTo>
                  <a:lnTo>
                    <a:pt x="1354347" y="4298976"/>
                  </a:lnTo>
                  <a:lnTo>
                    <a:pt x="1354493" y="4298976"/>
                  </a:lnTo>
                  <a:lnTo>
                    <a:pt x="1354638" y="4298976"/>
                  </a:lnTo>
                  <a:lnTo>
                    <a:pt x="1354783" y="4298976"/>
                  </a:lnTo>
                  <a:lnTo>
                    <a:pt x="1354929" y="4298976"/>
                  </a:lnTo>
                  <a:lnTo>
                    <a:pt x="1355074" y="4298976"/>
                  </a:lnTo>
                  <a:lnTo>
                    <a:pt x="1355220" y="4298976"/>
                  </a:lnTo>
                  <a:lnTo>
                    <a:pt x="1355365" y="4298976"/>
                  </a:lnTo>
                  <a:lnTo>
                    <a:pt x="1355511" y="4298976"/>
                  </a:lnTo>
                  <a:lnTo>
                    <a:pt x="1355656" y="4298976"/>
                  </a:lnTo>
                  <a:lnTo>
                    <a:pt x="1355801" y="4298976"/>
                  </a:lnTo>
                  <a:lnTo>
                    <a:pt x="1355801" y="4298352"/>
                  </a:lnTo>
                  <a:lnTo>
                    <a:pt x="1355947" y="4298352"/>
                  </a:lnTo>
                  <a:lnTo>
                    <a:pt x="1356092" y="4298352"/>
                  </a:lnTo>
                  <a:lnTo>
                    <a:pt x="1356238" y="4298352"/>
                  </a:lnTo>
                  <a:lnTo>
                    <a:pt x="1356383" y="4298352"/>
                  </a:lnTo>
                  <a:lnTo>
                    <a:pt x="1356529" y="4298352"/>
                  </a:lnTo>
                  <a:lnTo>
                    <a:pt x="1356674" y="4298352"/>
                  </a:lnTo>
                  <a:lnTo>
                    <a:pt x="1356819" y="4298352"/>
                  </a:lnTo>
                  <a:lnTo>
                    <a:pt x="1356965" y="4298352"/>
                  </a:lnTo>
                  <a:lnTo>
                    <a:pt x="1357110" y="4298352"/>
                  </a:lnTo>
                  <a:lnTo>
                    <a:pt x="1357256" y="4298352"/>
                  </a:lnTo>
                  <a:lnTo>
                    <a:pt x="1357401" y="4298352"/>
                  </a:lnTo>
                  <a:lnTo>
                    <a:pt x="1357546" y="4298352"/>
                  </a:lnTo>
                  <a:lnTo>
                    <a:pt x="1357692" y="4298352"/>
                  </a:lnTo>
                  <a:lnTo>
                    <a:pt x="1357837" y="4298352"/>
                  </a:lnTo>
                  <a:lnTo>
                    <a:pt x="1357983" y="4298352"/>
                  </a:lnTo>
                  <a:lnTo>
                    <a:pt x="1358128" y="4298352"/>
                  </a:lnTo>
                  <a:lnTo>
                    <a:pt x="1358274" y="4298352"/>
                  </a:lnTo>
                  <a:lnTo>
                    <a:pt x="1358419" y="4298352"/>
                  </a:lnTo>
                  <a:lnTo>
                    <a:pt x="1358564" y="4298352"/>
                  </a:lnTo>
                  <a:lnTo>
                    <a:pt x="1358710" y="4298352"/>
                  </a:lnTo>
                  <a:lnTo>
                    <a:pt x="1358855" y="4298352"/>
                  </a:lnTo>
                  <a:lnTo>
                    <a:pt x="1359001" y="4298352"/>
                  </a:lnTo>
                  <a:lnTo>
                    <a:pt x="1359001" y="4297729"/>
                  </a:lnTo>
                  <a:lnTo>
                    <a:pt x="1359146" y="4297729"/>
                  </a:lnTo>
                  <a:lnTo>
                    <a:pt x="1359292" y="4297729"/>
                  </a:lnTo>
                  <a:lnTo>
                    <a:pt x="1359437" y="4297729"/>
                  </a:lnTo>
                  <a:lnTo>
                    <a:pt x="1359582" y="4297729"/>
                  </a:lnTo>
                  <a:lnTo>
                    <a:pt x="1359728" y="4297729"/>
                  </a:lnTo>
                  <a:lnTo>
                    <a:pt x="1359873" y="4297729"/>
                  </a:lnTo>
                  <a:lnTo>
                    <a:pt x="1359873" y="4297105"/>
                  </a:lnTo>
                  <a:lnTo>
                    <a:pt x="1359873" y="4296482"/>
                  </a:lnTo>
                  <a:lnTo>
                    <a:pt x="1360019" y="4296482"/>
                  </a:lnTo>
                  <a:lnTo>
                    <a:pt x="1360164" y="4296482"/>
                  </a:lnTo>
                  <a:lnTo>
                    <a:pt x="1360310" y="4296482"/>
                  </a:lnTo>
                  <a:lnTo>
                    <a:pt x="1360455" y="4296482"/>
                  </a:lnTo>
                  <a:lnTo>
                    <a:pt x="1360600" y="4296482"/>
                  </a:lnTo>
                  <a:lnTo>
                    <a:pt x="1360746" y="4296482"/>
                  </a:lnTo>
                  <a:lnTo>
                    <a:pt x="1360891" y="4296482"/>
                  </a:lnTo>
                  <a:lnTo>
                    <a:pt x="1361037" y="4296482"/>
                  </a:lnTo>
                  <a:lnTo>
                    <a:pt x="1361182" y="4296482"/>
                  </a:lnTo>
                  <a:lnTo>
                    <a:pt x="1361328" y="4296482"/>
                  </a:lnTo>
                  <a:lnTo>
                    <a:pt x="1361473" y="4296482"/>
                  </a:lnTo>
                  <a:lnTo>
                    <a:pt x="1361618" y="4296482"/>
                  </a:lnTo>
                  <a:lnTo>
                    <a:pt x="1361764" y="4296482"/>
                  </a:lnTo>
                  <a:lnTo>
                    <a:pt x="1361909" y="4296482"/>
                  </a:lnTo>
                  <a:lnTo>
                    <a:pt x="1361909" y="4295858"/>
                  </a:lnTo>
                  <a:lnTo>
                    <a:pt x="1361909" y="4295235"/>
                  </a:lnTo>
                  <a:lnTo>
                    <a:pt x="1362055" y="4295235"/>
                  </a:lnTo>
                  <a:lnTo>
                    <a:pt x="1362200" y="4295235"/>
                  </a:lnTo>
                  <a:lnTo>
                    <a:pt x="1362346" y="4295235"/>
                  </a:lnTo>
                  <a:lnTo>
                    <a:pt x="1362346" y="4294611"/>
                  </a:lnTo>
                  <a:lnTo>
                    <a:pt x="1362491" y="4294611"/>
                  </a:lnTo>
                  <a:lnTo>
                    <a:pt x="1362636" y="4294611"/>
                  </a:lnTo>
                  <a:lnTo>
                    <a:pt x="1362782" y="4294611"/>
                  </a:lnTo>
                  <a:lnTo>
                    <a:pt x="1362927" y="4294611"/>
                  </a:lnTo>
                  <a:lnTo>
                    <a:pt x="1362927" y="4293987"/>
                  </a:lnTo>
                  <a:lnTo>
                    <a:pt x="1362927" y="4293364"/>
                  </a:lnTo>
                  <a:lnTo>
                    <a:pt x="1363073" y="4293364"/>
                  </a:lnTo>
                  <a:lnTo>
                    <a:pt x="1363073" y="4292740"/>
                  </a:lnTo>
                  <a:lnTo>
                    <a:pt x="1363073" y="4292117"/>
                  </a:lnTo>
                  <a:lnTo>
                    <a:pt x="1363073" y="4291493"/>
                  </a:lnTo>
                  <a:lnTo>
                    <a:pt x="1363218" y="4291493"/>
                  </a:lnTo>
                  <a:lnTo>
                    <a:pt x="1363364" y="4291493"/>
                  </a:lnTo>
                  <a:lnTo>
                    <a:pt x="1363509" y="4291493"/>
                  </a:lnTo>
                  <a:lnTo>
                    <a:pt x="1363654" y="4291493"/>
                  </a:lnTo>
                  <a:lnTo>
                    <a:pt x="1363654" y="4290869"/>
                  </a:lnTo>
                  <a:lnTo>
                    <a:pt x="1363654" y="4290246"/>
                  </a:lnTo>
                  <a:lnTo>
                    <a:pt x="1363800" y="4290246"/>
                  </a:lnTo>
                  <a:lnTo>
                    <a:pt x="1363945" y="4290246"/>
                  </a:lnTo>
                  <a:lnTo>
                    <a:pt x="1364091" y="4290246"/>
                  </a:lnTo>
                  <a:lnTo>
                    <a:pt x="1364236" y="4290246"/>
                  </a:lnTo>
                  <a:lnTo>
                    <a:pt x="1364236" y="4289622"/>
                  </a:lnTo>
                  <a:lnTo>
                    <a:pt x="1364381" y="4289622"/>
                  </a:lnTo>
                  <a:lnTo>
                    <a:pt x="1364381" y="4288999"/>
                  </a:lnTo>
                  <a:lnTo>
                    <a:pt x="1364381" y="4288375"/>
                  </a:lnTo>
                  <a:lnTo>
                    <a:pt x="1364381" y="4287752"/>
                  </a:lnTo>
                  <a:lnTo>
                    <a:pt x="1364527" y="4287752"/>
                  </a:lnTo>
                  <a:lnTo>
                    <a:pt x="1364672" y="4287752"/>
                  </a:lnTo>
                  <a:lnTo>
                    <a:pt x="1364672" y="4287128"/>
                  </a:lnTo>
                  <a:lnTo>
                    <a:pt x="1364818" y="4287128"/>
                  </a:lnTo>
                  <a:lnTo>
                    <a:pt x="1364963" y="4287128"/>
                  </a:lnTo>
                  <a:lnTo>
                    <a:pt x="1364963" y="4286504"/>
                  </a:lnTo>
                  <a:lnTo>
                    <a:pt x="1365109" y="4286504"/>
                  </a:lnTo>
                  <a:lnTo>
                    <a:pt x="1365109" y="4285881"/>
                  </a:lnTo>
                  <a:lnTo>
                    <a:pt x="1365254" y="4285881"/>
                  </a:lnTo>
                  <a:lnTo>
                    <a:pt x="1365399" y="4285881"/>
                  </a:lnTo>
                  <a:lnTo>
                    <a:pt x="1365545" y="4285881"/>
                  </a:lnTo>
                  <a:lnTo>
                    <a:pt x="1365690" y="4285881"/>
                  </a:lnTo>
                  <a:lnTo>
                    <a:pt x="1365836" y="4285881"/>
                  </a:lnTo>
                  <a:lnTo>
                    <a:pt x="1365981" y="4285881"/>
                  </a:lnTo>
                  <a:lnTo>
                    <a:pt x="1366127" y="4285881"/>
                  </a:lnTo>
                  <a:lnTo>
                    <a:pt x="1366272" y="4285881"/>
                  </a:lnTo>
                  <a:lnTo>
                    <a:pt x="1366417" y="4285881"/>
                  </a:lnTo>
                  <a:lnTo>
                    <a:pt x="1366417" y="4285257"/>
                  </a:lnTo>
                  <a:lnTo>
                    <a:pt x="1366563" y="4285257"/>
                  </a:lnTo>
                  <a:lnTo>
                    <a:pt x="1366563" y="4284634"/>
                  </a:lnTo>
                  <a:lnTo>
                    <a:pt x="1366708" y="4284634"/>
                  </a:lnTo>
                  <a:lnTo>
                    <a:pt x="1366854" y="4284634"/>
                  </a:lnTo>
                  <a:lnTo>
                    <a:pt x="1366854" y="4284010"/>
                  </a:lnTo>
                  <a:lnTo>
                    <a:pt x="1366999" y="4284010"/>
                  </a:lnTo>
                  <a:lnTo>
                    <a:pt x="1367145" y="4284010"/>
                  </a:lnTo>
                  <a:lnTo>
                    <a:pt x="1367290" y="4284010"/>
                  </a:lnTo>
                  <a:lnTo>
                    <a:pt x="1367435" y="4284010"/>
                  </a:lnTo>
                  <a:lnTo>
                    <a:pt x="1367581" y="4284010"/>
                  </a:lnTo>
                  <a:lnTo>
                    <a:pt x="1367581" y="4283386"/>
                  </a:lnTo>
                  <a:lnTo>
                    <a:pt x="1367726" y="4283386"/>
                  </a:lnTo>
                  <a:lnTo>
                    <a:pt x="1367872" y="4283386"/>
                  </a:lnTo>
                  <a:lnTo>
                    <a:pt x="1367872" y="4282763"/>
                  </a:lnTo>
                  <a:lnTo>
                    <a:pt x="1367872" y="4282139"/>
                  </a:lnTo>
                  <a:lnTo>
                    <a:pt x="1367872" y="4281516"/>
                  </a:lnTo>
                  <a:lnTo>
                    <a:pt x="1368017" y="4281516"/>
                  </a:lnTo>
                  <a:lnTo>
                    <a:pt x="1368163" y="4281516"/>
                  </a:lnTo>
                  <a:lnTo>
                    <a:pt x="1368163" y="4280892"/>
                  </a:lnTo>
                  <a:lnTo>
                    <a:pt x="1368163" y="4280269"/>
                  </a:lnTo>
                  <a:lnTo>
                    <a:pt x="1368163" y="4279645"/>
                  </a:lnTo>
                  <a:lnTo>
                    <a:pt x="1368308" y="4279645"/>
                  </a:lnTo>
                  <a:lnTo>
                    <a:pt x="1368453" y="4279645"/>
                  </a:lnTo>
                  <a:lnTo>
                    <a:pt x="1368453" y="4279021"/>
                  </a:lnTo>
                  <a:lnTo>
                    <a:pt x="1368453" y="4278398"/>
                  </a:lnTo>
                  <a:lnTo>
                    <a:pt x="1368599" y="4278398"/>
                  </a:lnTo>
                  <a:lnTo>
                    <a:pt x="1368744" y="4278398"/>
                  </a:lnTo>
                  <a:lnTo>
                    <a:pt x="1368890" y="4278398"/>
                  </a:lnTo>
                  <a:lnTo>
                    <a:pt x="1368890" y="4277774"/>
                  </a:lnTo>
                  <a:lnTo>
                    <a:pt x="1369035" y="4277774"/>
                  </a:lnTo>
                  <a:lnTo>
                    <a:pt x="1369181" y="4277774"/>
                  </a:lnTo>
                  <a:lnTo>
                    <a:pt x="1369181" y="4277151"/>
                  </a:lnTo>
                  <a:lnTo>
                    <a:pt x="1369326" y="4277151"/>
                  </a:lnTo>
                  <a:lnTo>
                    <a:pt x="1369326" y="4276527"/>
                  </a:lnTo>
                  <a:lnTo>
                    <a:pt x="1369471" y="4276527"/>
                  </a:lnTo>
                  <a:lnTo>
                    <a:pt x="1369471" y="4275903"/>
                  </a:lnTo>
                  <a:lnTo>
                    <a:pt x="1369617" y="4275903"/>
                  </a:lnTo>
                  <a:lnTo>
                    <a:pt x="1369762" y="4275903"/>
                  </a:lnTo>
                  <a:lnTo>
                    <a:pt x="1369908" y="4275903"/>
                  </a:lnTo>
                  <a:lnTo>
                    <a:pt x="1369908" y="4275280"/>
                  </a:lnTo>
                  <a:lnTo>
                    <a:pt x="1370053" y="4275280"/>
                  </a:lnTo>
                  <a:lnTo>
                    <a:pt x="1370199" y="4275280"/>
                  </a:lnTo>
                  <a:lnTo>
                    <a:pt x="1370199" y="4274656"/>
                  </a:lnTo>
                  <a:lnTo>
                    <a:pt x="1370344" y="4274656"/>
                  </a:lnTo>
                  <a:lnTo>
                    <a:pt x="1370489" y="4274656"/>
                  </a:lnTo>
                  <a:lnTo>
                    <a:pt x="1370489" y="4274033"/>
                  </a:lnTo>
                  <a:lnTo>
                    <a:pt x="1370635" y="4274033"/>
                  </a:lnTo>
                  <a:lnTo>
                    <a:pt x="1370780" y="4274033"/>
                  </a:lnTo>
                  <a:lnTo>
                    <a:pt x="1370926" y="4274033"/>
                  </a:lnTo>
                  <a:lnTo>
                    <a:pt x="1371071" y="4274033"/>
                  </a:lnTo>
                  <a:lnTo>
                    <a:pt x="1371216" y="4274033"/>
                  </a:lnTo>
                  <a:lnTo>
                    <a:pt x="1371362" y="4274033"/>
                  </a:lnTo>
                  <a:lnTo>
                    <a:pt x="1371507" y="4274033"/>
                  </a:lnTo>
                  <a:lnTo>
                    <a:pt x="1371653" y="4274033"/>
                  </a:lnTo>
                  <a:lnTo>
                    <a:pt x="1371798" y="4274033"/>
                  </a:lnTo>
                  <a:lnTo>
                    <a:pt x="1371798" y="4273409"/>
                  </a:lnTo>
                  <a:lnTo>
                    <a:pt x="1371798" y="4272786"/>
                  </a:lnTo>
                  <a:lnTo>
                    <a:pt x="1371944" y="4272786"/>
                  </a:lnTo>
                  <a:lnTo>
                    <a:pt x="1371944" y="4272162"/>
                  </a:lnTo>
                  <a:lnTo>
                    <a:pt x="1371944" y="4271538"/>
                  </a:lnTo>
                  <a:lnTo>
                    <a:pt x="1372089" y="4271538"/>
                  </a:lnTo>
                  <a:lnTo>
                    <a:pt x="1372234" y="4271538"/>
                  </a:lnTo>
                  <a:lnTo>
                    <a:pt x="1372234" y="4270915"/>
                  </a:lnTo>
                  <a:lnTo>
                    <a:pt x="1372380" y="4270915"/>
                  </a:lnTo>
                  <a:lnTo>
                    <a:pt x="1372525" y="4270915"/>
                  </a:lnTo>
                  <a:lnTo>
                    <a:pt x="1372671" y="4270915"/>
                  </a:lnTo>
                  <a:lnTo>
                    <a:pt x="1372816" y="4270915"/>
                  </a:lnTo>
                  <a:lnTo>
                    <a:pt x="1372962" y="4270915"/>
                  </a:lnTo>
                  <a:lnTo>
                    <a:pt x="1373107" y="4270915"/>
                  </a:lnTo>
                  <a:lnTo>
                    <a:pt x="1373252" y="4270915"/>
                  </a:lnTo>
                  <a:lnTo>
                    <a:pt x="1373398" y="4270915"/>
                  </a:lnTo>
                  <a:lnTo>
                    <a:pt x="1373398" y="4270291"/>
                  </a:lnTo>
                  <a:lnTo>
                    <a:pt x="1373398" y="4269668"/>
                  </a:lnTo>
                  <a:lnTo>
                    <a:pt x="1373543" y="4269668"/>
                  </a:lnTo>
                  <a:lnTo>
                    <a:pt x="1373543" y="4269044"/>
                  </a:lnTo>
                  <a:lnTo>
                    <a:pt x="1373689" y="4269044"/>
                  </a:lnTo>
                  <a:lnTo>
                    <a:pt x="1373689" y="4268420"/>
                  </a:lnTo>
                  <a:lnTo>
                    <a:pt x="1373689" y="4267797"/>
                  </a:lnTo>
                  <a:lnTo>
                    <a:pt x="1373834" y="4267797"/>
                  </a:lnTo>
                  <a:lnTo>
                    <a:pt x="1373980" y="4267797"/>
                  </a:lnTo>
                  <a:lnTo>
                    <a:pt x="1374125" y="4267797"/>
                  </a:lnTo>
                  <a:lnTo>
                    <a:pt x="1374125" y="4267173"/>
                  </a:lnTo>
                  <a:lnTo>
                    <a:pt x="1374125" y="4266550"/>
                  </a:lnTo>
                  <a:lnTo>
                    <a:pt x="1374270" y="4266550"/>
                  </a:lnTo>
                  <a:lnTo>
                    <a:pt x="1374270" y="4265926"/>
                  </a:lnTo>
                  <a:lnTo>
                    <a:pt x="1374416" y="4265926"/>
                  </a:lnTo>
                  <a:lnTo>
                    <a:pt x="1374561" y="4265926"/>
                  </a:lnTo>
                  <a:lnTo>
                    <a:pt x="1374707" y="4265926"/>
                  </a:lnTo>
                  <a:lnTo>
                    <a:pt x="1374852" y="4265926"/>
                  </a:lnTo>
                  <a:lnTo>
                    <a:pt x="1374998" y="4265926"/>
                  </a:lnTo>
                  <a:lnTo>
                    <a:pt x="1375143" y="4265926"/>
                  </a:lnTo>
                  <a:lnTo>
                    <a:pt x="1375288" y="4265926"/>
                  </a:lnTo>
                  <a:lnTo>
                    <a:pt x="1375434" y="4265926"/>
                  </a:lnTo>
                  <a:lnTo>
                    <a:pt x="1375579" y="4265926"/>
                  </a:lnTo>
                  <a:lnTo>
                    <a:pt x="1375725" y="4265926"/>
                  </a:lnTo>
                  <a:lnTo>
                    <a:pt x="1375870" y="4265926"/>
                  </a:lnTo>
                  <a:lnTo>
                    <a:pt x="1376016" y="4265926"/>
                  </a:lnTo>
                  <a:lnTo>
                    <a:pt x="1376161" y="4265926"/>
                  </a:lnTo>
                  <a:lnTo>
                    <a:pt x="1376161" y="4265303"/>
                  </a:lnTo>
                  <a:lnTo>
                    <a:pt x="1376306" y="4265303"/>
                  </a:lnTo>
                  <a:lnTo>
                    <a:pt x="1376306" y="4264679"/>
                  </a:lnTo>
                  <a:lnTo>
                    <a:pt x="1376452" y="4264679"/>
                  </a:lnTo>
                  <a:lnTo>
                    <a:pt x="1376452" y="4264055"/>
                  </a:lnTo>
                  <a:lnTo>
                    <a:pt x="1376597" y="4264055"/>
                  </a:lnTo>
                  <a:lnTo>
                    <a:pt x="1376743" y="4264055"/>
                  </a:lnTo>
                  <a:lnTo>
                    <a:pt x="1376888" y="4264055"/>
                  </a:lnTo>
                  <a:lnTo>
                    <a:pt x="1377034" y="4264055"/>
                  </a:lnTo>
                  <a:lnTo>
                    <a:pt x="1377179" y="4264055"/>
                  </a:lnTo>
                  <a:lnTo>
                    <a:pt x="1377179" y="4263432"/>
                  </a:lnTo>
                  <a:lnTo>
                    <a:pt x="1377324" y="4263432"/>
                  </a:lnTo>
                  <a:lnTo>
                    <a:pt x="1377470" y="4263432"/>
                  </a:lnTo>
                  <a:lnTo>
                    <a:pt x="1377615" y="4263432"/>
                  </a:lnTo>
                  <a:lnTo>
                    <a:pt x="1377761" y="4263432"/>
                  </a:lnTo>
                  <a:lnTo>
                    <a:pt x="1377906" y="4263432"/>
                  </a:lnTo>
                  <a:lnTo>
                    <a:pt x="1378051" y="4263432"/>
                  </a:lnTo>
                  <a:lnTo>
                    <a:pt x="1378051" y="4262808"/>
                  </a:lnTo>
                  <a:lnTo>
                    <a:pt x="1378197" y="4262808"/>
                  </a:lnTo>
                  <a:lnTo>
                    <a:pt x="1378197" y="4262185"/>
                  </a:lnTo>
                  <a:lnTo>
                    <a:pt x="1378342" y="4262185"/>
                  </a:lnTo>
                  <a:lnTo>
                    <a:pt x="1378488" y="4262185"/>
                  </a:lnTo>
                  <a:lnTo>
                    <a:pt x="1378633" y="4262185"/>
                  </a:lnTo>
                  <a:lnTo>
                    <a:pt x="1378779" y="4262185"/>
                  </a:lnTo>
                  <a:lnTo>
                    <a:pt x="1378779" y="4261561"/>
                  </a:lnTo>
                  <a:lnTo>
                    <a:pt x="1378779" y="4260937"/>
                  </a:lnTo>
                  <a:lnTo>
                    <a:pt x="1378779" y="4260314"/>
                  </a:lnTo>
                  <a:lnTo>
                    <a:pt x="1378924" y="4260314"/>
                  </a:lnTo>
                  <a:lnTo>
                    <a:pt x="1379069" y="4260314"/>
                  </a:lnTo>
                  <a:lnTo>
                    <a:pt x="1379215" y="4260314"/>
                  </a:lnTo>
                  <a:lnTo>
                    <a:pt x="1379360" y="4260314"/>
                  </a:lnTo>
                  <a:lnTo>
                    <a:pt x="1379506" y="4260314"/>
                  </a:lnTo>
                  <a:lnTo>
                    <a:pt x="1379506" y="4259690"/>
                  </a:lnTo>
                  <a:lnTo>
                    <a:pt x="1379651" y="4259690"/>
                  </a:lnTo>
                  <a:lnTo>
                    <a:pt x="1379797" y="4259690"/>
                  </a:lnTo>
                  <a:lnTo>
                    <a:pt x="1379942" y="4259690"/>
                  </a:lnTo>
                  <a:lnTo>
                    <a:pt x="1379942" y="4259067"/>
                  </a:lnTo>
                  <a:lnTo>
                    <a:pt x="1380087" y="4259067"/>
                  </a:lnTo>
                  <a:lnTo>
                    <a:pt x="1380233" y="4259067"/>
                  </a:lnTo>
                  <a:lnTo>
                    <a:pt x="1380378" y="4259067"/>
                  </a:lnTo>
                  <a:lnTo>
                    <a:pt x="1380378" y="4258443"/>
                  </a:lnTo>
                  <a:lnTo>
                    <a:pt x="1380524" y="4258443"/>
                  </a:lnTo>
                  <a:lnTo>
                    <a:pt x="1380669" y="4258443"/>
                  </a:lnTo>
                  <a:lnTo>
                    <a:pt x="1380669" y="4257820"/>
                  </a:lnTo>
                  <a:lnTo>
                    <a:pt x="1380815" y="4257820"/>
                  </a:lnTo>
                  <a:lnTo>
                    <a:pt x="1380960" y="4257820"/>
                  </a:lnTo>
                  <a:lnTo>
                    <a:pt x="1381105" y="4257820"/>
                  </a:lnTo>
                  <a:lnTo>
                    <a:pt x="1381251" y="4257820"/>
                  </a:lnTo>
                  <a:lnTo>
                    <a:pt x="1381396" y="4257820"/>
                  </a:lnTo>
                  <a:lnTo>
                    <a:pt x="1381542" y="4257820"/>
                  </a:lnTo>
                  <a:lnTo>
                    <a:pt x="1381687" y="4257820"/>
                  </a:lnTo>
                  <a:lnTo>
                    <a:pt x="1381833" y="4257820"/>
                  </a:lnTo>
                  <a:lnTo>
                    <a:pt x="1381978" y="4257820"/>
                  </a:lnTo>
                  <a:lnTo>
                    <a:pt x="1382123" y="4257820"/>
                  </a:lnTo>
                  <a:lnTo>
                    <a:pt x="1382269" y="4257820"/>
                  </a:lnTo>
                  <a:lnTo>
                    <a:pt x="1382414" y="4257820"/>
                  </a:lnTo>
                  <a:lnTo>
                    <a:pt x="1382560" y="4257820"/>
                  </a:lnTo>
                  <a:lnTo>
                    <a:pt x="1382705" y="4257820"/>
                  </a:lnTo>
                  <a:lnTo>
                    <a:pt x="1382851" y="4257820"/>
                  </a:lnTo>
                  <a:lnTo>
                    <a:pt x="1382996" y="4257820"/>
                  </a:lnTo>
                  <a:lnTo>
                    <a:pt x="1382996" y="4257196"/>
                  </a:lnTo>
                  <a:lnTo>
                    <a:pt x="1383141" y="4257196"/>
                  </a:lnTo>
                  <a:lnTo>
                    <a:pt x="1383141" y="4256572"/>
                  </a:lnTo>
                  <a:lnTo>
                    <a:pt x="1383141" y="4255949"/>
                  </a:lnTo>
                  <a:lnTo>
                    <a:pt x="1383287" y="4255949"/>
                  </a:lnTo>
                  <a:lnTo>
                    <a:pt x="1383287" y="4255325"/>
                  </a:lnTo>
                  <a:lnTo>
                    <a:pt x="1383287" y="4254702"/>
                  </a:lnTo>
                  <a:lnTo>
                    <a:pt x="1383432" y="4254702"/>
                  </a:lnTo>
                  <a:lnTo>
                    <a:pt x="1383432" y="4254078"/>
                  </a:lnTo>
                  <a:lnTo>
                    <a:pt x="1383578" y="4254078"/>
                  </a:lnTo>
                  <a:lnTo>
                    <a:pt x="1383723" y="4254078"/>
                  </a:lnTo>
                  <a:lnTo>
                    <a:pt x="1383723" y="4253454"/>
                  </a:lnTo>
                  <a:lnTo>
                    <a:pt x="1383869" y="4253454"/>
                  </a:lnTo>
                  <a:lnTo>
                    <a:pt x="1384014" y="4253454"/>
                  </a:lnTo>
                  <a:lnTo>
                    <a:pt x="1384159" y="4253454"/>
                  </a:lnTo>
                  <a:lnTo>
                    <a:pt x="1384305" y="4253454"/>
                  </a:lnTo>
                  <a:lnTo>
                    <a:pt x="1384450" y="4253454"/>
                  </a:lnTo>
                  <a:lnTo>
                    <a:pt x="1384450" y="4252831"/>
                  </a:lnTo>
                  <a:lnTo>
                    <a:pt x="1384596" y="4252831"/>
                  </a:lnTo>
                  <a:lnTo>
                    <a:pt x="1384741" y="4252831"/>
                  </a:lnTo>
                  <a:lnTo>
                    <a:pt x="1384886" y="4252831"/>
                  </a:lnTo>
                  <a:lnTo>
                    <a:pt x="1384886" y="4252207"/>
                  </a:lnTo>
                  <a:lnTo>
                    <a:pt x="1384886" y="4251584"/>
                  </a:lnTo>
                  <a:lnTo>
                    <a:pt x="1385032" y="4251584"/>
                  </a:lnTo>
                  <a:lnTo>
                    <a:pt x="1385177" y="4251584"/>
                  </a:lnTo>
                  <a:lnTo>
                    <a:pt x="1385177" y="4250960"/>
                  </a:lnTo>
                  <a:lnTo>
                    <a:pt x="1385177" y="4250337"/>
                  </a:lnTo>
                  <a:lnTo>
                    <a:pt x="1385323" y="4250337"/>
                  </a:lnTo>
                  <a:lnTo>
                    <a:pt x="1385468" y="4250337"/>
                  </a:lnTo>
                  <a:lnTo>
                    <a:pt x="1385614" y="4250337"/>
                  </a:lnTo>
                  <a:lnTo>
                    <a:pt x="1385759" y="4250337"/>
                  </a:lnTo>
                  <a:lnTo>
                    <a:pt x="1385904" y="4250337"/>
                  </a:lnTo>
                  <a:lnTo>
                    <a:pt x="1386050" y="4250337"/>
                  </a:lnTo>
                  <a:lnTo>
                    <a:pt x="1386195" y="4250337"/>
                  </a:lnTo>
                  <a:lnTo>
                    <a:pt x="1386341" y="4250337"/>
                  </a:lnTo>
                  <a:lnTo>
                    <a:pt x="1386486" y="4250337"/>
                  </a:lnTo>
                  <a:lnTo>
                    <a:pt x="1386632" y="4250337"/>
                  </a:lnTo>
                  <a:lnTo>
                    <a:pt x="1386777" y="4250337"/>
                  </a:lnTo>
                  <a:lnTo>
                    <a:pt x="1386922" y="4250337"/>
                  </a:lnTo>
                  <a:lnTo>
                    <a:pt x="1387068" y="4250337"/>
                  </a:lnTo>
                  <a:lnTo>
                    <a:pt x="1387213" y="4250337"/>
                  </a:lnTo>
                  <a:lnTo>
                    <a:pt x="1387359" y="4250337"/>
                  </a:lnTo>
                  <a:lnTo>
                    <a:pt x="1387504" y="4250337"/>
                  </a:lnTo>
                  <a:lnTo>
                    <a:pt x="1387504" y="4249713"/>
                  </a:lnTo>
                  <a:lnTo>
                    <a:pt x="1387650" y="4249713"/>
                  </a:lnTo>
                  <a:lnTo>
                    <a:pt x="1387795" y="4249713"/>
                  </a:lnTo>
                  <a:lnTo>
                    <a:pt x="1387940" y="4249713"/>
                  </a:lnTo>
                  <a:lnTo>
                    <a:pt x="1388086" y="4249713"/>
                  </a:lnTo>
                  <a:lnTo>
                    <a:pt x="1388086" y="4249089"/>
                  </a:lnTo>
                  <a:lnTo>
                    <a:pt x="1388086" y="4248466"/>
                  </a:lnTo>
                  <a:lnTo>
                    <a:pt x="1388086" y="4247842"/>
                  </a:lnTo>
                  <a:lnTo>
                    <a:pt x="1388231" y="4247842"/>
                  </a:lnTo>
                  <a:lnTo>
                    <a:pt x="1388377" y="4247842"/>
                  </a:lnTo>
                  <a:lnTo>
                    <a:pt x="1388522" y="4247842"/>
                  </a:lnTo>
                  <a:lnTo>
                    <a:pt x="1388522" y="4247219"/>
                  </a:lnTo>
                  <a:lnTo>
                    <a:pt x="1388668" y="4247219"/>
                  </a:lnTo>
                  <a:lnTo>
                    <a:pt x="1388813" y="4247219"/>
                  </a:lnTo>
                  <a:lnTo>
                    <a:pt x="1388958" y="4247219"/>
                  </a:lnTo>
                  <a:lnTo>
                    <a:pt x="1389104" y="4247219"/>
                  </a:lnTo>
                  <a:lnTo>
                    <a:pt x="1389249" y="4247219"/>
                  </a:lnTo>
                  <a:lnTo>
                    <a:pt x="1389395" y="4247219"/>
                  </a:lnTo>
                  <a:lnTo>
                    <a:pt x="1389540" y="4247219"/>
                  </a:lnTo>
                  <a:lnTo>
                    <a:pt x="1389686" y="4247219"/>
                  </a:lnTo>
                  <a:lnTo>
                    <a:pt x="1389831" y="4247219"/>
                  </a:lnTo>
                  <a:lnTo>
                    <a:pt x="1389976" y="4247219"/>
                  </a:lnTo>
                  <a:lnTo>
                    <a:pt x="1390122" y="4247219"/>
                  </a:lnTo>
                  <a:lnTo>
                    <a:pt x="1390267" y="4247219"/>
                  </a:lnTo>
                  <a:lnTo>
                    <a:pt x="1390413" y="4247219"/>
                  </a:lnTo>
                  <a:lnTo>
                    <a:pt x="1390413" y="4246595"/>
                  </a:lnTo>
                  <a:lnTo>
                    <a:pt x="1390558" y="4246595"/>
                  </a:lnTo>
                  <a:lnTo>
                    <a:pt x="1390704" y="4246595"/>
                  </a:lnTo>
                  <a:lnTo>
                    <a:pt x="1390849" y="4246595"/>
                  </a:lnTo>
                  <a:lnTo>
                    <a:pt x="1390994" y="4246595"/>
                  </a:lnTo>
                  <a:lnTo>
                    <a:pt x="1391140" y="4246595"/>
                  </a:lnTo>
                  <a:lnTo>
                    <a:pt x="1391285" y="4246595"/>
                  </a:lnTo>
                  <a:lnTo>
                    <a:pt x="1391431" y="4246595"/>
                  </a:lnTo>
                  <a:lnTo>
                    <a:pt x="1391576" y="4246595"/>
                  </a:lnTo>
                  <a:lnTo>
                    <a:pt x="1391721" y="4246595"/>
                  </a:lnTo>
                  <a:lnTo>
                    <a:pt x="1391721" y="4245972"/>
                  </a:lnTo>
                  <a:lnTo>
                    <a:pt x="1391867" y="4245972"/>
                  </a:lnTo>
                  <a:lnTo>
                    <a:pt x="1392012" y="4245972"/>
                  </a:lnTo>
                  <a:lnTo>
                    <a:pt x="1392158" y="4245972"/>
                  </a:lnTo>
                  <a:lnTo>
                    <a:pt x="1392303" y="4245972"/>
                  </a:lnTo>
                  <a:lnTo>
                    <a:pt x="1392449" y="4245972"/>
                  </a:lnTo>
                  <a:lnTo>
                    <a:pt x="1392594" y="4245972"/>
                  </a:lnTo>
                  <a:lnTo>
                    <a:pt x="1392594" y="4245348"/>
                  </a:lnTo>
                  <a:lnTo>
                    <a:pt x="1392594" y="4244724"/>
                  </a:lnTo>
                  <a:lnTo>
                    <a:pt x="1392739" y="4244724"/>
                  </a:lnTo>
                  <a:lnTo>
                    <a:pt x="1392739" y="4244101"/>
                  </a:lnTo>
                  <a:lnTo>
                    <a:pt x="1392885" y="4244101"/>
                  </a:lnTo>
                  <a:lnTo>
                    <a:pt x="1392885" y="4243477"/>
                  </a:lnTo>
                  <a:lnTo>
                    <a:pt x="1393030" y="4243477"/>
                  </a:lnTo>
                  <a:lnTo>
                    <a:pt x="1393176" y="4243477"/>
                  </a:lnTo>
                  <a:lnTo>
                    <a:pt x="1393321" y="4243477"/>
                  </a:lnTo>
                  <a:lnTo>
                    <a:pt x="1393321" y="4242854"/>
                  </a:lnTo>
                  <a:lnTo>
                    <a:pt x="1393321" y="4242230"/>
                  </a:lnTo>
                  <a:lnTo>
                    <a:pt x="1393467" y="4242230"/>
                  </a:lnTo>
                  <a:lnTo>
                    <a:pt x="1393612" y="4242230"/>
                  </a:lnTo>
                  <a:lnTo>
                    <a:pt x="1393757" y="4242230"/>
                  </a:lnTo>
                  <a:lnTo>
                    <a:pt x="1393903" y="4242230"/>
                  </a:lnTo>
                  <a:lnTo>
                    <a:pt x="1393903" y="4241606"/>
                  </a:lnTo>
                  <a:lnTo>
                    <a:pt x="1394048" y="4241606"/>
                  </a:lnTo>
                  <a:lnTo>
                    <a:pt x="1394194" y="4241606"/>
                  </a:lnTo>
                  <a:lnTo>
                    <a:pt x="1394339" y="4241606"/>
                  </a:lnTo>
                  <a:lnTo>
                    <a:pt x="1394339" y="4240983"/>
                  </a:lnTo>
                  <a:lnTo>
                    <a:pt x="1394339" y="4240359"/>
                  </a:lnTo>
                  <a:lnTo>
                    <a:pt x="1394485" y="4240359"/>
                  </a:lnTo>
                  <a:lnTo>
                    <a:pt x="1394485" y="4239736"/>
                  </a:lnTo>
                  <a:lnTo>
                    <a:pt x="1394630" y="4239736"/>
                  </a:lnTo>
                  <a:lnTo>
                    <a:pt x="1394775" y="4239736"/>
                  </a:lnTo>
                  <a:lnTo>
                    <a:pt x="1394921" y="4239736"/>
                  </a:lnTo>
                  <a:lnTo>
                    <a:pt x="1395066" y="4239736"/>
                  </a:lnTo>
                  <a:lnTo>
                    <a:pt x="1395212" y="4239736"/>
                  </a:lnTo>
                  <a:lnTo>
                    <a:pt x="1395212" y="4239112"/>
                  </a:lnTo>
                  <a:lnTo>
                    <a:pt x="1395357" y="4239112"/>
                  </a:lnTo>
                  <a:lnTo>
                    <a:pt x="1395357" y="4238489"/>
                  </a:lnTo>
                  <a:lnTo>
                    <a:pt x="1395503" y="4238489"/>
                  </a:lnTo>
                  <a:lnTo>
                    <a:pt x="1395648" y="4238489"/>
                  </a:lnTo>
                  <a:lnTo>
                    <a:pt x="1395793" y="4238489"/>
                  </a:lnTo>
                  <a:lnTo>
                    <a:pt x="1395793" y="4237865"/>
                  </a:lnTo>
                  <a:lnTo>
                    <a:pt x="1395939" y="4237865"/>
                  </a:lnTo>
                  <a:lnTo>
                    <a:pt x="1395939" y="4237241"/>
                  </a:lnTo>
                  <a:lnTo>
                    <a:pt x="1396084" y="4237241"/>
                  </a:lnTo>
                  <a:lnTo>
                    <a:pt x="1396230" y="4237241"/>
                  </a:lnTo>
                  <a:lnTo>
                    <a:pt x="1396375" y="4237241"/>
                  </a:lnTo>
                  <a:lnTo>
                    <a:pt x="1396375" y="4236618"/>
                  </a:lnTo>
                  <a:lnTo>
                    <a:pt x="1396521" y="4236618"/>
                  </a:lnTo>
                  <a:lnTo>
                    <a:pt x="1396666" y="4236618"/>
                  </a:lnTo>
                  <a:lnTo>
                    <a:pt x="1396811" y="4236618"/>
                  </a:lnTo>
                  <a:lnTo>
                    <a:pt x="1396957" y="4236618"/>
                  </a:lnTo>
                  <a:lnTo>
                    <a:pt x="1397102" y="4236618"/>
                  </a:lnTo>
                  <a:lnTo>
                    <a:pt x="1397248" y="4236618"/>
                  </a:lnTo>
                  <a:lnTo>
                    <a:pt x="1397393" y="4236618"/>
                  </a:lnTo>
                  <a:lnTo>
                    <a:pt x="1397393" y="4235994"/>
                  </a:lnTo>
                  <a:lnTo>
                    <a:pt x="1397539" y="4235994"/>
                  </a:lnTo>
                  <a:lnTo>
                    <a:pt x="1397684" y="4235994"/>
                  </a:lnTo>
                  <a:lnTo>
                    <a:pt x="1397684" y="4235371"/>
                  </a:lnTo>
                  <a:lnTo>
                    <a:pt x="1397829" y="4235371"/>
                  </a:lnTo>
                  <a:lnTo>
                    <a:pt x="1397975" y="4235371"/>
                  </a:lnTo>
                  <a:lnTo>
                    <a:pt x="1398120" y="4235371"/>
                  </a:lnTo>
                  <a:lnTo>
                    <a:pt x="1398120" y="4234747"/>
                  </a:lnTo>
                  <a:lnTo>
                    <a:pt x="1398266" y="4234747"/>
                  </a:lnTo>
                  <a:lnTo>
                    <a:pt x="1398411" y="4234747"/>
                  </a:lnTo>
                  <a:lnTo>
                    <a:pt x="1398556" y="4234747"/>
                  </a:lnTo>
                  <a:lnTo>
                    <a:pt x="1398702" y="4234747"/>
                  </a:lnTo>
                  <a:lnTo>
                    <a:pt x="1398847" y="4234747"/>
                  </a:lnTo>
                  <a:lnTo>
                    <a:pt x="1398993" y="4234747"/>
                  </a:lnTo>
                  <a:lnTo>
                    <a:pt x="1399138" y="4234747"/>
                  </a:lnTo>
                  <a:lnTo>
                    <a:pt x="1399284" y="4234747"/>
                  </a:lnTo>
                  <a:lnTo>
                    <a:pt x="1399429" y="4234747"/>
                  </a:lnTo>
                  <a:lnTo>
                    <a:pt x="1399574" y="4234747"/>
                  </a:lnTo>
                  <a:lnTo>
                    <a:pt x="1399574" y="4234123"/>
                  </a:lnTo>
                  <a:lnTo>
                    <a:pt x="1399720" y="4234123"/>
                  </a:lnTo>
                  <a:lnTo>
                    <a:pt x="1399865" y="4234123"/>
                  </a:lnTo>
                  <a:lnTo>
                    <a:pt x="1400011" y="4234123"/>
                  </a:lnTo>
                  <a:lnTo>
                    <a:pt x="1400156" y="4234123"/>
                  </a:lnTo>
                  <a:lnTo>
                    <a:pt x="1400156" y="4233500"/>
                  </a:lnTo>
                  <a:lnTo>
                    <a:pt x="1400302" y="4233500"/>
                  </a:lnTo>
                  <a:lnTo>
                    <a:pt x="1400447" y="4233500"/>
                  </a:lnTo>
                  <a:lnTo>
                    <a:pt x="1400447" y="4232876"/>
                  </a:lnTo>
                  <a:lnTo>
                    <a:pt x="1400592" y="4232876"/>
                  </a:lnTo>
                  <a:lnTo>
                    <a:pt x="1400738" y="4232876"/>
                  </a:lnTo>
                  <a:lnTo>
                    <a:pt x="1400738" y="4232253"/>
                  </a:lnTo>
                  <a:lnTo>
                    <a:pt x="1400883" y="4232253"/>
                  </a:lnTo>
                  <a:lnTo>
                    <a:pt x="1401029" y="4232253"/>
                  </a:lnTo>
                  <a:lnTo>
                    <a:pt x="1401174" y="4232253"/>
                  </a:lnTo>
                  <a:lnTo>
                    <a:pt x="1401320" y="4232253"/>
                  </a:lnTo>
                  <a:lnTo>
                    <a:pt x="1401465" y="4232253"/>
                  </a:lnTo>
                  <a:lnTo>
                    <a:pt x="1401465" y="4231629"/>
                  </a:lnTo>
                  <a:lnTo>
                    <a:pt x="1401610" y="4231629"/>
                  </a:lnTo>
                  <a:lnTo>
                    <a:pt x="1401756" y="4231629"/>
                  </a:lnTo>
                  <a:lnTo>
                    <a:pt x="1401901" y="4231629"/>
                  </a:lnTo>
                  <a:lnTo>
                    <a:pt x="1402047" y="4231629"/>
                  </a:lnTo>
                  <a:lnTo>
                    <a:pt x="1402192" y="4231629"/>
                  </a:lnTo>
                  <a:lnTo>
                    <a:pt x="1402192" y="4231006"/>
                  </a:lnTo>
                  <a:lnTo>
                    <a:pt x="1402192" y="4230382"/>
                  </a:lnTo>
                  <a:lnTo>
                    <a:pt x="1402338" y="4230382"/>
                  </a:lnTo>
                  <a:lnTo>
                    <a:pt x="1402483" y="4230382"/>
                  </a:lnTo>
                  <a:lnTo>
                    <a:pt x="1402628" y="4230382"/>
                  </a:lnTo>
                  <a:lnTo>
                    <a:pt x="1402774" y="4230382"/>
                  </a:lnTo>
                  <a:lnTo>
                    <a:pt x="1402919" y="4230382"/>
                  </a:lnTo>
                  <a:lnTo>
                    <a:pt x="1403065" y="4230382"/>
                  </a:lnTo>
                  <a:lnTo>
                    <a:pt x="1403065" y="4229758"/>
                  </a:lnTo>
                  <a:lnTo>
                    <a:pt x="1403210" y="4229758"/>
                  </a:lnTo>
                  <a:lnTo>
                    <a:pt x="1403356" y="4229758"/>
                  </a:lnTo>
                  <a:lnTo>
                    <a:pt x="1403501" y="4229758"/>
                  </a:lnTo>
                  <a:lnTo>
                    <a:pt x="1403646" y="4229758"/>
                  </a:lnTo>
                  <a:lnTo>
                    <a:pt x="1403792" y="4229758"/>
                  </a:lnTo>
                  <a:lnTo>
                    <a:pt x="1403937" y="4229758"/>
                  </a:lnTo>
                  <a:lnTo>
                    <a:pt x="1403937" y="4229135"/>
                  </a:lnTo>
                  <a:lnTo>
                    <a:pt x="1403937" y="4228511"/>
                  </a:lnTo>
                  <a:lnTo>
                    <a:pt x="1404083" y="4228511"/>
                  </a:lnTo>
                  <a:lnTo>
                    <a:pt x="1404228" y="4228511"/>
                  </a:lnTo>
                  <a:lnTo>
                    <a:pt x="1404373" y="4228511"/>
                  </a:lnTo>
                  <a:lnTo>
                    <a:pt x="1404519" y="4228511"/>
                  </a:lnTo>
                  <a:lnTo>
                    <a:pt x="1404664" y="4228511"/>
                  </a:lnTo>
                  <a:lnTo>
                    <a:pt x="1404810" y="4228511"/>
                  </a:lnTo>
                  <a:lnTo>
                    <a:pt x="1404955" y="4228511"/>
                  </a:lnTo>
                  <a:lnTo>
                    <a:pt x="1405101" y="4228511"/>
                  </a:lnTo>
                  <a:lnTo>
                    <a:pt x="1405246" y="4228511"/>
                  </a:lnTo>
                  <a:lnTo>
                    <a:pt x="1405391" y="4228511"/>
                  </a:lnTo>
                  <a:lnTo>
                    <a:pt x="1405537" y="4228511"/>
                  </a:lnTo>
                  <a:lnTo>
                    <a:pt x="1405682" y="4228511"/>
                  </a:lnTo>
                  <a:lnTo>
                    <a:pt x="1405828" y="4228511"/>
                  </a:lnTo>
                  <a:lnTo>
                    <a:pt x="1405973" y="4228511"/>
                  </a:lnTo>
                  <a:lnTo>
                    <a:pt x="1406119" y="4228511"/>
                  </a:lnTo>
                  <a:lnTo>
                    <a:pt x="1406264" y="4228511"/>
                  </a:lnTo>
                  <a:lnTo>
                    <a:pt x="1406409" y="4228511"/>
                  </a:lnTo>
                  <a:lnTo>
                    <a:pt x="1406555" y="4228511"/>
                  </a:lnTo>
                  <a:lnTo>
                    <a:pt x="1406555" y="4227888"/>
                  </a:lnTo>
                  <a:lnTo>
                    <a:pt x="1406555" y="4227264"/>
                  </a:lnTo>
                  <a:lnTo>
                    <a:pt x="1406700" y="4227264"/>
                  </a:lnTo>
                  <a:lnTo>
                    <a:pt x="1406846" y="4227264"/>
                  </a:lnTo>
                  <a:lnTo>
                    <a:pt x="1406991" y="4227264"/>
                  </a:lnTo>
                  <a:lnTo>
                    <a:pt x="1407137" y="4227264"/>
                  </a:lnTo>
                  <a:lnTo>
                    <a:pt x="1407282" y="4227264"/>
                  </a:lnTo>
                  <a:lnTo>
                    <a:pt x="1407282" y="4226640"/>
                  </a:lnTo>
                  <a:lnTo>
                    <a:pt x="1407282" y="4226017"/>
                  </a:lnTo>
                  <a:lnTo>
                    <a:pt x="1407427" y="4226017"/>
                  </a:lnTo>
                  <a:lnTo>
                    <a:pt x="1407573" y="4226017"/>
                  </a:lnTo>
                  <a:lnTo>
                    <a:pt x="1407573" y="4225393"/>
                  </a:lnTo>
                  <a:lnTo>
                    <a:pt x="1407718" y="4225393"/>
                  </a:lnTo>
                  <a:lnTo>
                    <a:pt x="1407864" y="4225393"/>
                  </a:lnTo>
                  <a:lnTo>
                    <a:pt x="1408009" y="4225393"/>
                  </a:lnTo>
                  <a:lnTo>
                    <a:pt x="1408155" y="4225393"/>
                  </a:lnTo>
                  <a:lnTo>
                    <a:pt x="1408300" y="4225393"/>
                  </a:lnTo>
                  <a:lnTo>
                    <a:pt x="1408445" y="4225393"/>
                  </a:lnTo>
                  <a:lnTo>
                    <a:pt x="1408591" y="4225393"/>
                  </a:lnTo>
                  <a:lnTo>
                    <a:pt x="1408736" y="4225393"/>
                  </a:lnTo>
                  <a:lnTo>
                    <a:pt x="1408882" y="4225393"/>
                  </a:lnTo>
                  <a:lnTo>
                    <a:pt x="1409027" y="4225393"/>
                  </a:lnTo>
                  <a:lnTo>
                    <a:pt x="1409027" y="4224770"/>
                  </a:lnTo>
                  <a:lnTo>
                    <a:pt x="1409173" y="4224770"/>
                  </a:lnTo>
                  <a:lnTo>
                    <a:pt x="1409318" y="4224770"/>
                  </a:lnTo>
                  <a:lnTo>
                    <a:pt x="1409463" y="4224770"/>
                  </a:lnTo>
                  <a:lnTo>
                    <a:pt x="1409463" y="4224146"/>
                  </a:lnTo>
                  <a:lnTo>
                    <a:pt x="1409463" y="4223523"/>
                  </a:lnTo>
                  <a:lnTo>
                    <a:pt x="1409463" y="4222899"/>
                  </a:lnTo>
                  <a:lnTo>
                    <a:pt x="1409609" y="4222899"/>
                  </a:lnTo>
                  <a:lnTo>
                    <a:pt x="1409754" y="4222899"/>
                  </a:lnTo>
                  <a:lnTo>
                    <a:pt x="1409900" y="4222899"/>
                  </a:lnTo>
                  <a:lnTo>
                    <a:pt x="1410045" y="4222899"/>
                  </a:lnTo>
                  <a:lnTo>
                    <a:pt x="1410191" y="4222899"/>
                  </a:lnTo>
                  <a:lnTo>
                    <a:pt x="1410336" y="4222899"/>
                  </a:lnTo>
                  <a:lnTo>
                    <a:pt x="1410481" y="4222899"/>
                  </a:lnTo>
                  <a:lnTo>
                    <a:pt x="1410627" y="4222899"/>
                  </a:lnTo>
                  <a:lnTo>
                    <a:pt x="1410772" y="4222899"/>
                  </a:lnTo>
                  <a:lnTo>
                    <a:pt x="1410918" y="4222899"/>
                  </a:lnTo>
                  <a:lnTo>
                    <a:pt x="1411063" y="4222899"/>
                  </a:lnTo>
                  <a:lnTo>
                    <a:pt x="1411208" y="4222899"/>
                  </a:lnTo>
                  <a:lnTo>
                    <a:pt x="1411354" y="4222899"/>
                  </a:lnTo>
                  <a:lnTo>
                    <a:pt x="1411499" y="4222899"/>
                  </a:lnTo>
                  <a:lnTo>
                    <a:pt x="1411645" y="4222899"/>
                  </a:lnTo>
                  <a:lnTo>
                    <a:pt x="1411790" y="4222899"/>
                  </a:lnTo>
                  <a:lnTo>
                    <a:pt x="1411790" y="4222275"/>
                  </a:lnTo>
                  <a:lnTo>
                    <a:pt x="1411936" y="4222275"/>
                  </a:lnTo>
                  <a:lnTo>
                    <a:pt x="1412081" y="4222275"/>
                  </a:lnTo>
                  <a:lnTo>
                    <a:pt x="1412226" y="4222275"/>
                  </a:lnTo>
                  <a:lnTo>
                    <a:pt x="1412372" y="4222275"/>
                  </a:lnTo>
                  <a:lnTo>
                    <a:pt x="1412372" y="4221652"/>
                  </a:lnTo>
                  <a:lnTo>
                    <a:pt x="1412517" y="4221652"/>
                  </a:lnTo>
                  <a:lnTo>
                    <a:pt x="1412663" y="4221652"/>
                  </a:lnTo>
                  <a:lnTo>
                    <a:pt x="1412808" y="4221652"/>
                  </a:lnTo>
                  <a:lnTo>
                    <a:pt x="1412954" y="4221652"/>
                  </a:lnTo>
                  <a:lnTo>
                    <a:pt x="1412954" y="4221028"/>
                  </a:lnTo>
                  <a:lnTo>
                    <a:pt x="1413099" y="4221028"/>
                  </a:lnTo>
                  <a:lnTo>
                    <a:pt x="1413244" y="4221028"/>
                  </a:lnTo>
                  <a:lnTo>
                    <a:pt x="1413390" y="4221028"/>
                  </a:lnTo>
                  <a:lnTo>
                    <a:pt x="1413535" y="4221028"/>
                  </a:lnTo>
                  <a:lnTo>
                    <a:pt x="1413681" y="4221028"/>
                  </a:lnTo>
                  <a:lnTo>
                    <a:pt x="1413826" y="4221028"/>
                  </a:lnTo>
                  <a:lnTo>
                    <a:pt x="1413972" y="4221028"/>
                  </a:lnTo>
                  <a:lnTo>
                    <a:pt x="1414117" y="4221028"/>
                  </a:lnTo>
                  <a:lnTo>
                    <a:pt x="1414262" y="4221028"/>
                  </a:lnTo>
                  <a:lnTo>
                    <a:pt x="1414408" y="4221028"/>
                  </a:lnTo>
                  <a:lnTo>
                    <a:pt x="1414553" y="4221028"/>
                  </a:lnTo>
                  <a:lnTo>
                    <a:pt x="1414553" y="4220405"/>
                  </a:lnTo>
                  <a:lnTo>
                    <a:pt x="1414553" y="4219781"/>
                  </a:lnTo>
                  <a:lnTo>
                    <a:pt x="1414699" y="4219781"/>
                  </a:lnTo>
                  <a:lnTo>
                    <a:pt x="1414844" y="4219781"/>
                  </a:lnTo>
                  <a:lnTo>
                    <a:pt x="1414990" y="4219781"/>
                  </a:lnTo>
                  <a:lnTo>
                    <a:pt x="1415135" y="4219781"/>
                  </a:lnTo>
                  <a:lnTo>
                    <a:pt x="1415280" y="4219781"/>
                  </a:lnTo>
                  <a:lnTo>
                    <a:pt x="1415426" y="4219781"/>
                  </a:lnTo>
                  <a:lnTo>
                    <a:pt x="1415571" y="4219781"/>
                  </a:lnTo>
                  <a:lnTo>
                    <a:pt x="1415717" y="4219781"/>
                  </a:lnTo>
                  <a:lnTo>
                    <a:pt x="1415717" y="4219157"/>
                  </a:lnTo>
                  <a:lnTo>
                    <a:pt x="1415862" y="4219157"/>
                  </a:lnTo>
                  <a:lnTo>
                    <a:pt x="1416008" y="4219157"/>
                  </a:lnTo>
                  <a:lnTo>
                    <a:pt x="1416153" y="4219157"/>
                  </a:lnTo>
                  <a:lnTo>
                    <a:pt x="1416153" y="4218534"/>
                  </a:lnTo>
                  <a:lnTo>
                    <a:pt x="1416153" y="4217910"/>
                  </a:lnTo>
                  <a:lnTo>
                    <a:pt x="1416298" y="4217910"/>
                  </a:lnTo>
                  <a:lnTo>
                    <a:pt x="1416444" y="4217910"/>
                  </a:lnTo>
                  <a:lnTo>
                    <a:pt x="1416589" y="4217910"/>
                  </a:lnTo>
                  <a:lnTo>
                    <a:pt x="1416735" y="4217910"/>
                  </a:lnTo>
                  <a:lnTo>
                    <a:pt x="1416880" y="4217910"/>
                  </a:lnTo>
                  <a:lnTo>
                    <a:pt x="1417026" y="4217910"/>
                  </a:lnTo>
                  <a:lnTo>
                    <a:pt x="1417026" y="4217287"/>
                  </a:lnTo>
                  <a:lnTo>
                    <a:pt x="1417171" y="4217287"/>
                  </a:lnTo>
                  <a:lnTo>
                    <a:pt x="1417316" y="4217287"/>
                  </a:lnTo>
                  <a:lnTo>
                    <a:pt x="1417462" y="4217287"/>
                  </a:lnTo>
                  <a:lnTo>
                    <a:pt x="1417462" y="4216663"/>
                  </a:lnTo>
                  <a:lnTo>
                    <a:pt x="1417607" y="4216663"/>
                  </a:lnTo>
                  <a:lnTo>
                    <a:pt x="1417753" y="4216663"/>
                  </a:lnTo>
                  <a:lnTo>
                    <a:pt x="1417898" y="4216663"/>
                  </a:lnTo>
                  <a:lnTo>
                    <a:pt x="1418043" y="4216663"/>
                  </a:lnTo>
                  <a:lnTo>
                    <a:pt x="1418189" y="4216663"/>
                  </a:lnTo>
                  <a:lnTo>
                    <a:pt x="1418334" y="4216663"/>
                  </a:lnTo>
                  <a:lnTo>
                    <a:pt x="1418480" y="4216663"/>
                  </a:lnTo>
                  <a:lnTo>
                    <a:pt x="1418625" y="4216663"/>
                  </a:lnTo>
                  <a:lnTo>
                    <a:pt x="1418771" y="4216663"/>
                  </a:lnTo>
                  <a:lnTo>
                    <a:pt x="1418916" y="4216663"/>
                  </a:lnTo>
                  <a:lnTo>
                    <a:pt x="1419061" y="4216663"/>
                  </a:lnTo>
                  <a:lnTo>
                    <a:pt x="1419061" y="4216040"/>
                  </a:lnTo>
                  <a:lnTo>
                    <a:pt x="1419207" y="4216040"/>
                  </a:lnTo>
                  <a:lnTo>
                    <a:pt x="1419352" y="4216040"/>
                  </a:lnTo>
                  <a:lnTo>
                    <a:pt x="1419498" y="4216040"/>
                  </a:lnTo>
                  <a:lnTo>
                    <a:pt x="1419643" y="4216040"/>
                  </a:lnTo>
                  <a:lnTo>
                    <a:pt x="1419789" y="4216040"/>
                  </a:lnTo>
                  <a:lnTo>
                    <a:pt x="1419789" y="4215416"/>
                  </a:lnTo>
                  <a:lnTo>
                    <a:pt x="1419934" y="4215416"/>
                  </a:lnTo>
                  <a:lnTo>
                    <a:pt x="1420079" y="4215416"/>
                  </a:lnTo>
                  <a:lnTo>
                    <a:pt x="1420079" y="4214792"/>
                  </a:lnTo>
                  <a:lnTo>
                    <a:pt x="1420225" y="4214792"/>
                  </a:lnTo>
                  <a:lnTo>
                    <a:pt x="1420370" y="4214792"/>
                  </a:lnTo>
                  <a:lnTo>
                    <a:pt x="1420516" y="4214792"/>
                  </a:lnTo>
                  <a:lnTo>
                    <a:pt x="1420661" y="4214792"/>
                  </a:lnTo>
                  <a:lnTo>
                    <a:pt x="1420807" y="4214792"/>
                  </a:lnTo>
                  <a:lnTo>
                    <a:pt x="1420952" y="4214792"/>
                  </a:lnTo>
                  <a:lnTo>
                    <a:pt x="1421097" y="4214792"/>
                  </a:lnTo>
                  <a:lnTo>
                    <a:pt x="1421243" y="4214792"/>
                  </a:lnTo>
                  <a:lnTo>
                    <a:pt x="1421388" y="4214792"/>
                  </a:lnTo>
                  <a:lnTo>
                    <a:pt x="1421534" y="4214792"/>
                  </a:lnTo>
                  <a:lnTo>
                    <a:pt x="1421679" y="4214792"/>
                  </a:lnTo>
                  <a:lnTo>
                    <a:pt x="1421679" y="4214169"/>
                  </a:lnTo>
                  <a:lnTo>
                    <a:pt x="1421679" y="4213545"/>
                  </a:lnTo>
                  <a:lnTo>
                    <a:pt x="1421825" y="4213545"/>
                  </a:lnTo>
                  <a:lnTo>
                    <a:pt x="1421970" y="4213545"/>
                  </a:lnTo>
                  <a:lnTo>
                    <a:pt x="1421970" y="4212922"/>
                  </a:lnTo>
                  <a:lnTo>
                    <a:pt x="1422115" y="4212922"/>
                  </a:lnTo>
                  <a:lnTo>
                    <a:pt x="1422115" y="4212298"/>
                  </a:lnTo>
                  <a:lnTo>
                    <a:pt x="1422261" y="4212298"/>
                  </a:lnTo>
                  <a:lnTo>
                    <a:pt x="1422406" y="4212298"/>
                  </a:lnTo>
                  <a:lnTo>
                    <a:pt x="1422552" y="4212298"/>
                  </a:lnTo>
                  <a:lnTo>
                    <a:pt x="1422697" y="4212298"/>
                  </a:lnTo>
                  <a:lnTo>
                    <a:pt x="1422843" y="4212298"/>
                  </a:lnTo>
                  <a:lnTo>
                    <a:pt x="1422988" y="4212298"/>
                  </a:lnTo>
                  <a:lnTo>
                    <a:pt x="1423133" y="4212298"/>
                  </a:lnTo>
                  <a:lnTo>
                    <a:pt x="1423279" y="4212298"/>
                  </a:lnTo>
                  <a:lnTo>
                    <a:pt x="1423279" y="4211674"/>
                  </a:lnTo>
                  <a:lnTo>
                    <a:pt x="1423424" y="4211674"/>
                  </a:lnTo>
                  <a:lnTo>
                    <a:pt x="1423570" y="4211674"/>
                  </a:lnTo>
                  <a:lnTo>
                    <a:pt x="1423715" y="4211674"/>
                  </a:lnTo>
                  <a:lnTo>
                    <a:pt x="1423861" y="4211674"/>
                  </a:lnTo>
                  <a:lnTo>
                    <a:pt x="1423861" y="4211051"/>
                  </a:lnTo>
                  <a:lnTo>
                    <a:pt x="1424006" y="4211051"/>
                  </a:lnTo>
                  <a:lnTo>
                    <a:pt x="1424151" y="4211051"/>
                  </a:lnTo>
                  <a:lnTo>
                    <a:pt x="1424297" y="4211051"/>
                  </a:lnTo>
                  <a:lnTo>
                    <a:pt x="1424297" y="4210427"/>
                  </a:lnTo>
                  <a:lnTo>
                    <a:pt x="1424297" y="4209804"/>
                  </a:lnTo>
                  <a:lnTo>
                    <a:pt x="1424442" y="4209804"/>
                  </a:lnTo>
                  <a:lnTo>
                    <a:pt x="1424588" y="4209804"/>
                  </a:lnTo>
                  <a:lnTo>
                    <a:pt x="1424733" y="4209804"/>
                  </a:lnTo>
                  <a:lnTo>
                    <a:pt x="1424878" y="4209804"/>
                  </a:lnTo>
                  <a:lnTo>
                    <a:pt x="1424878" y="4209180"/>
                  </a:lnTo>
                  <a:lnTo>
                    <a:pt x="1425024" y="4209180"/>
                  </a:lnTo>
                  <a:lnTo>
                    <a:pt x="1425169" y="4209180"/>
                  </a:lnTo>
                  <a:lnTo>
                    <a:pt x="1425315" y="4209180"/>
                  </a:lnTo>
                  <a:lnTo>
                    <a:pt x="1425460" y="4209180"/>
                  </a:lnTo>
                  <a:lnTo>
                    <a:pt x="1425606" y="4209180"/>
                  </a:lnTo>
                  <a:lnTo>
                    <a:pt x="1425606" y="4208557"/>
                  </a:lnTo>
                  <a:lnTo>
                    <a:pt x="1425606" y="4207933"/>
                  </a:lnTo>
                  <a:lnTo>
                    <a:pt x="1425751" y="4207933"/>
                  </a:lnTo>
                  <a:lnTo>
                    <a:pt x="1425896" y="4207933"/>
                  </a:lnTo>
                  <a:lnTo>
                    <a:pt x="1425896" y="4207309"/>
                  </a:lnTo>
                  <a:lnTo>
                    <a:pt x="1426042" y="4207309"/>
                  </a:lnTo>
                  <a:lnTo>
                    <a:pt x="1426187" y="4207309"/>
                  </a:lnTo>
                  <a:lnTo>
                    <a:pt x="1426187" y="4206686"/>
                  </a:lnTo>
                  <a:lnTo>
                    <a:pt x="1426187" y="4206062"/>
                  </a:lnTo>
                  <a:lnTo>
                    <a:pt x="1426333" y="4206062"/>
                  </a:lnTo>
                  <a:lnTo>
                    <a:pt x="1426478" y="4206062"/>
                  </a:lnTo>
                  <a:lnTo>
                    <a:pt x="1426478" y="4205439"/>
                  </a:lnTo>
                  <a:lnTo>
                    <a:pt x="1426624" y="4205439"/>
                  </a:lnTo>
                  <a:lnTo>
                    <a:pt x="1426769" y="4205439"/>
                  </a:lnTo>
                  <a:lnTo>
                    <a:pt x="1426914" y="4205439"/>
                  </a:lnTo>
                  <a:lnTo>
                    <a:pt x="1426914" y="4204815"/>
                  </a:lnTo>
                  <a:lnTo>
                    <a:pt x="1427060" y="4204815"/>
                  </a:lnTo>
                  <a:lnTo>
                    <a:pt x="1427205" y="4204815"/>
                  </a:lnTo>
                  <a:lnTo>
                    <a:pt x="1427351" y="4204815"/>
                  </a:lnTo>
                  <a:lnTo>
                    <a:pt x="1427496" y="4204815"/>
                  </a:lnTo>
                  <a:lnTo>
                    <a:pt x="1427642" y="4204815"/>
                  </a:lnTo>
                  <a:lnTo>
                    <a:pt x="1427642" y="4204191"/>
                  </a:lnTo>
                  <a:lnTo>
                    <a:pt x="1427787" y="4204191"/>
                  </a:lnTo>
                  <a:lnTo>
                    <a:pt x="1427787" y="4203568"/>
                  </a:lnTo>
                  <a:lnTo>
                    <a:pt x="1427787" y="4202944"/>
                  </a:lnTo>
                  <a:lnTo>
                    <a:pt x="1427932" y="4202944"/>
                  </a:lnTo>
                  <a:lnTo>
                    <a:pt x="1428078" y="4202944"/>
                  </a:lnTo>
                  <a:lnTo>
                    <a:pt x="1428223" y="4202944"/>
                  </a:lnTo>
                  <a:lnTo>
                    <a:pt x="1428223" y="4202321"/>
                  </a:lnTo>
                  <a:lnTo>
                    <a:pt x="1428223" y="4201697"/>
                  </a:lnTo>
                  <a:lnTo>
                    <a:pt x="1428369" y="4201697"/>
                  </a:lnTo>
                  <a:lnTo>
                    <a:pt x="1428514" y="4201697"/>
                  </a:lnTo>
                  <a:lnTo>
                    <a:pt x="1428660" y="4201697"/>
                  </a:lnTo>
                  <a:lnTo>
                    <a:pt x="1428805" y="4201697"/>
                  </a:lnTo>
                  <a:lnTo>
                    <a:pt x="1428950" y="4201697"/>
                  </a:lnTo>
                  <a:lnTo>
                    <a:pt x="1429096" y="4201697"/>
                  </a:lnTo>
                  <a:lnTo>
                    <a:pt x="1429096" y="4201074"/>
                  </a:lnTo>
                  <a:lnTo>
                    <a:pt x="1429241" y="4201074"/>
                  </a:lnTo>
                  <a:lnTo>
                    <a:pt x="1429387" y="4201074"/>
                  </a:lnTo>
                  <a:lnTo>
                    <a:pt x="1429532" y="4201074"/>
                  </a:lnTo>
                  <a:lnTo>
                    <a:pt x="1429532" y="4200450"/>
                  </a:lnTo>
                  <a:lnTo>
                    <a:pt x="1429678" y="4200450"/>
                  </a:lnTo>
                  <a:lnTo>
                    <a:pt x="1429678" y="4199826"/>
                  </a:lnTo>
                  <a:lnTo>
                    <a:pt x="1429823" y="4199826"/>
                  </a:lnTo>
                  <a:lnTo>
                    <a:pt x="1429968" y="4199826"/>
                  </a:lnTo>
                  <a:lnTo>
                    <a:pt x="1430114" y="4199826"/>
                  </a:lnTo>
                  <a:lnTo>
                    <a:pt x="1430114" y="4199203"/>
                  </a:lnTo>
                  <a:lnTo>
                    <a:pt x="1430114" y="4198579"/>
                  </a:lnTo>
                  <a:lnTo>
                    <a:pt x="1430114" y="4197956"/>
                  </a:lnTo>
                  <a:lnTo>
                    <a:pt x="1430259" y="4197956"/>
                  </a:lnTo>
                  <a:lnTo>
                    <a:pt x="1430405" y="4197956"/>
                  </a:lnTo>
                  <a:lnTo>
                    <a:pt x="1430550" y="4197956"/>
                  </a:lnTo>
                  <a:lnTo>
                    <a:pt x="1430696" y="4197956"/>
                  </a:lnTo>
                  <a:lnTo>
                    <a:pt x="1430841" y="4197956"/>
                  </a:lnTo>
                  <a:lnTo>
                    <a:pt x="1430986" y="4197956"/>
                  </a:lnTo>
                  <a:lnTo>
                    <a:pt x="1430986" y="4197332"/>
                  </a:lnTo>
                  <a:lnTo>
                    <a:pt x="1431132" y="4197332"/>
                  </a:lnTo>
                  <a:lnTo>
                    <a:pt x="1431277" y="4197332"/>
                  </a:lnTo>
                  <a:lnTo>
                    <a:pt x="1431423" y="4197332"/>
                  </a:lnTo>
                  <a:lnTo>
                    <a:pt x="1431568" y="4197332"/>
                  </a:lnTo>
                  <a:lnTo>
                    <a:pt x="1431713" y="4197332"/>
                  </a:lnTo>
                  <a:lnTo>
                    <a:pt x="1431859" y="4197332"/>
                  </a:lnTo>
                  <a:lnTo>
                    <a:pt x="1432004" y="4197332"/>
                  </a:lnTo>
                  <a:lnTo>
                    <a:pt x="1432150" y="4197332"/>
                  </a:lnTo>
                  <a:lnTo>
                    <a:pt x="1432295" y="4197332"/>
                  </a:lnTo>
                  <a:lnTo>
                    <a:pt x="1432441" y="4197332"/>
                  </a:lnTo>
                  <a:lnTo>
                    <a:pt x="1432586" y="4197332"/>
                  </a:lnTo>
                  <a:lnTo>
                    <a:pt x="1432586" y="4196709"/>
                  </a:lnTo>
                  <a:lnTo>
                    <a:pt x="1432586" y="4196085"/>
                  </a:lnTo>
                  <a:lnTo>
                    <a:pt x="1432586" y="4195461"/>
                  </a:lnTo>
                  <a:lnTo>
                    <a:pt x="1432731" y="4195461"/>
                  </a:lnTo>
                  <a:lnTo>
                    <a:pt x="1432877" y="4195461"/>
                  </a:lnTo>
                  <a:lnTo>
                    <a:pt x="1433022" y="4195461"/>
                  </a:lnTo>
                  <a:lnTo>
                    <a:pt x="1433168" y="4195461"/>
                  </a:lnTo>
                  <a:lnTo>
                    <a:pt x="1433313" y="4195461"/>
                  </a:lnTo>
                  <a:lnTo>
                    <a:pt x="1433459" y="4195461"/>
                  </a:lnTo>
                  <a:lnTo>
                    <a:pt x="1433604" y="4195461"/>
                  </a:lnTo>
                  <a:lnTo>
                    <a:pt x="1433604" y="4194838"/>
                  </a:lnTo>
                  <a:lnTo>
                    <a:pt x="1433749" y="4194838"/>
                  </a:lnTo>
                  <a:lnTo>
                    <a:pt x="1433895" y="4194838"/>
                  </a:lnTo>
                  <a:lnTo>
                    <a:pt x="1434040" y="4194838"/>
                  </a:lnTo>
                  <a:lnTo>
                    <a:pt x="1434186" y="4194838"/>
                  </a:lnTo>
                  <a:lnTo>
                    <a:pt x="1434186" y="4194214"/>
                  </a:lnTo>
                  <a:lnTo>
                    <a:pt x="1434331" y="4194214"/>
                  </a:lnTo>
                  <a:lnTo>
                    <a:pt x="1434477" y="4194214"/>
                  </a:lnTo>
                  <a:lnTo>
                    <a:pt x="1434477" y="4193591"/>
                  </a:lnTo>
                  <a:lnTo>
                    <a:pt x="1434622" y="4193591"/>
                  </a:lnTo>
                  <a:lnTo>
                    <a:pt x="1434767" y="4193591"/>
                  </a:lnTo>
                  <a:lnTo>
                    <a:pt x="1434913" y="4193591"/>
                  </a:lnTo>
                  <a:lnTo>
                    <a:pt x="1435058" y="4193591"/>
                  </a:lnTo>
                  <a:lnTo>
                    <a:pt x="1435204" y="4193591"/>
                  </a:lnTo>
                  <a:lnTo>
                    <a:pt x="1435349" y="4193591"/>
                  </a:lnTo>
                  <a:lnTo>
                    <a:pt x="1435495" y="4193591"/>
                  </a:lnTo>
                  <a:lnTo>
                    <a:pt x="1435495" y="4192967"/>
                  </a:lnTo>
                  <a:lnTo>
                    <a:pt x="1435640" y="4192967"/>
                  </a:lnTo>
                  <a:lnTo>
                    <a:pt x="1435785" y="4192967"/>
                  </a:lnTo>
                  <a:lnTo>
                    <a:pt x="1435931" y="4192967"/>
                  </a:lnTo>
                  <a:lnTo>
                    <a:pt x="1435931" y="4192343"/>
                  </a:lnTo>
                  <a:lnTo>
                    <a:pt x="1436076" y="4192343"/>
                  </a:lnTo>
                  <a:lnTo>
                    <a:pt x="1436076" y="4191720"/>
                  </a:lnTo>
                  <a:lnTo>
                    <a:pt x="1436076" y="4191096"/>
                  </a:lnTo>
                  <a:lnTo>
                    <a:pt x="1436076" y="4190473"/>
                  </a:lnTo>
                  <a:lnTo>
                    <a:pt x="1436076" y="4189849"/>
                  </a:lnTo>
                  <a:lnTo>
                    <a:pt x="1436222" y="4189849"/>
                  </a:lnTo>
                  <a:lnTo>
                    <a:pt x="1436367" y="4189849"/>
                  </a:lnTo>
                  <a:lnTo>
                    <a:pt x="1436513" y="4189849"/>
                  </a:lnTo>
                  <a:lnTo>
                    <a:pt x="1436658" y="4189849"/>
                  </a:lnTo>
                  <a:lnTo>
                    <a:pt x="1436803" y="4189849"/>
                  </a:lnTo>
                  <a:lnTo>
                    <a:pt x="1436949" y="4189849"/>
                  </a:lnTo>
                  <a:lnTo>
                    <a:pt x="1436949" y="4189226"/>
                  </a:lnTo>
                  <a:lnTo>
                    <a:pt x="1437094" y="4189226"/>
                  </a:lnTo>
                  <a:lnTo>
                    <a:pt x="1437094" y="4188602"/>
                  </a:lnTo>
                  <a:lnTo>
                    <a:pt x="1437094" y="4187978"/>
                  </a:lnTo>
                  <a:lnTo>
                    <a:pt x="1437240" y="4187978"/>
                  </a:lnTo>
                  <a:lnTo>
                    <a:pt x="1437240" y="4187355"/>
                  </a:lnTo>
                  <a:lnTo>
                    <a:pt x="1437385" y="4187355"/>
                  </a:lnTo>
                  <a:lnTo>
                    <a:pt x="1437531" y="4187355"/>
                  </a:lnTo>
                  <a:lnTo>
                    <a:pt x="1437676" y="4187355"/>
                  </a:lnTo>
                  <a:lnTo>
                    <a:pt x="1437821" y="4187355"/>
                  </a:lnTo>
                  <a:lnTo>
                    <a:pt x="1437967" y="4187355"/>
                  </a:lnTo>
                  <a:lnTo>
                    <a:pt x="1438112" y="4187355"/>
                  </a:lnTo>
                  <a:lnTo>
                    <a:pt x="1438258" y="4187355"/>
                  </a:lnTo>
                  <a:lnTo>
                    <a:pt x="1438403" y="4187355"/>
                  </a:lnTo>
                  <a:lnTo>
                    <a:pt x="1438403" y="4186731"/>
                  </a:lnTo>
                  <a:lnTo>
                    <a:pt x="1438403" y="4186108"/>
                  </a:lnTo>
                  <a:lnTo>
                    <a:pt x="1438548" y="4186108"/>
                  </a:lnTo>
                  <a:lnTo>
                    <a:pt x="1438694" y="4186108"/>
                  </a:lnTo>
                  <a:lnTo>
                    <a:pt x="1438839" y="4186108"/>
                  </a:lnTo>
                  <a:lnTo>
                    <a:pt x="1438985" y="4186108"/>
                  </a:lnTo>
                  <a:lnTo>
                    <a:pt x="1439130" y="4186108"/>
                  </a:lnTo>
                  <a:lnTo>
                    <a:pt x="1439276" y="4186108"/>
                  </a:lnTo>
                  <a:lnTo>
                    <a:pt x="1439421" y="4186108"/>
                  </a:lnTo>
                  <a:lnTo>
                    <a:pt x="1439566" y="4186108"/>
                  </a:lnTo>
                  <a:lnTo>
                    <a:pt x="1439566" y="4185484"/>
                  </a:lnTo>
                  <a:lnTo>
                    <a:pt x="1439566" y="4184860"/>
                  </a:lnTo>
                  <a:lnTo>
                    <a:pt x="1439712" y="4184860"/>
                  </a:lnTo>
                  <a:lnTo>
                    <a:pt x="1439857" y="4184860"/>
                  </a:lnTo>
                  <a:lnTo>
                    <a:pt x="1440003" y="4184860"/>
                  </a:lnTo>
                  <a:lnTo>
                    <a:pt x="1440148" y="4184860"/>
                  </a:lnTo>
                  <a:lnTo>
                    <a:pt x="1440294" y="4184860"/>
                  </a:lnTo>
                  <a:lnTo>
                    <a:pt x="1440439" y="4184860"/>
                  </a:lnTo>
                  <a:lnTo>
                    <a:pt x="1440584" y="4184860"/>
                  </a:lnTo>
                  <a:lnTo>
                    <a:pt x="1440730" y="4184860"/>
                  </a:lnTo>
                  <a:lnTo>
                    <a:pt x="1440875" y="4184860"/>
                  </a:lnTo>
                  <a:lnTo>
                    <a:pt x="1441021" y="4184860"/>
                  </a:lnTo>
                  <a:lnTo>
                    <a:pt x="1441166" y="4184860"/>
                  </a:lnTo>
                  <a:lnTo>
                    <a:pt x="1441312" y="4184860"/>
                  </a:lnTo>
                  <a:lnTo>
                    <a:pt x="1441457" y="4184860"/>
                  </a:lnTo>
                  <a:lnTo>
                    <a:pt x="1441602" y="4184860"/>
                  </a:lnTo>
                  <a:lnTo>
                    <a:pt x="1441602" y="4184237"/>
                  </a:lnTo>
                  <a:lnTo>
                    <a:pt x="1441748" y="4184237"/>
                  </a:lnTo>
                  <a:lnTo>
                    <a:pt x="1441893" y="4184237"/>
                  </a:lnTo>
                  <a:lnTo>
                    <a:pt x="1442039" y="4184237"/>
                  </a:lnTo>
                  <a:lnTo>
                    <a:pt x="1442039" y="4183613"/>
                  </a:lnTo>
                  <a:lnTo>
                    <a:pt x="1442039" y="4182990"/>
                  </a:lnTo>
                  <a:lnTo>
                    <a:pt x="1442184" y="4182990"/>
                  </a:lnTo>
                  <a:lnTo>
                    <a:pt x="1442330" y="4182990"/>
                  </a:lnTo>
                  <a:lnTo>
                    <a:pt x="1442475" y="4182990"/>
                  </a:lnTo>
                  <a:lnTo>
                    <a:pt x="1442475" y="4182366"/>
                  </a:lnTo>
                  <a:lnTo>
                    <a:pt x="1442475" y="4181743"/>
                  </a:lnTo>
                  <a:lnTo>
                    <a:pt x="1442620" y="4181743"/>
                  </a:lnTo>
                  <a:lnTo>
                    <a:pt x="1442766" y="4181743"/>
                  </a:lnTo>
                  <a:lnTo>
                    <a:pt x="1442911" y="4181743"/>
                  </a:lnTo>
                  <a:lnTo>
                    <a:pt x="1443057" y="4181743"/>
                  </a:lnTo>
                  <a:lnTo>
                    <a:pt x="1443202" y="4181743"/>
                  </a:lnTo>
                  <a:lnTo>
                    <a:pt x="1443348" y="4181743"/>
                  </a:lnTo>
                  <a:lnTo>
                    <a:pt x="1443493" y="4181743"/>
                  </a:lnTo>
                  <a:lnTo>
                    <a:pt x="1443638" y="4181743"/>
                  </a:lnTo>
                  <a:lnTo>
                    <a:pt x="1443784" y="4181743"/>
                  </a:lnTo>
                  <a:lnTo>
                    <a:pt x="1443784" y="4181119"/>
                  </a:lnTo>
                  <a:lnTo>
                    <a:pt x="1443929" y="4181119"/>
                  </a:lnTo>
                  <a:lnTo>
                    <a:pt x="1444075" y="4181119"/>
                  </a:lnTo>
                  <a:lnTo>
                    <a:pt x="1444220" y="4181119"/>
                  </a:lnTo>
                  <a:lnTo>
                    <a:pt x="1444220" y="4180495"/>
                  </a:lnTo>
                  <a:lnTo>
                    <a:pt x="1444366" y="4180495"/>
                  </a:lnTo>
                  <a:lnTo>
                    <a:pt x="1444511" y="4180495"/>
                  </a:lnTo>
                  <a:lnTo>
                    <a:pt x="1444511" y="4179872"/>
                  </a:lnTo>
                  <a:lnTo>
                    <a:pt x="1444656" y="4179872"/>
                  </a:lnTo>
                  <a:lnTo>
                    <a:pt x="1444802" y="4179872"/>
                  </a:lnTo>
                  <a:lnTo>
                    <a:pt x="1444802" y="4179248"/>
                  </a:lnTo>
                  <a:lnTo>
                    <a:pt x="1444947" y="4179248"/>
                  </a:lnTo>
                  <a:lnTo>
                    <a:pt x="1445093" y="4179248"/>
                  </a:lnTo>
                  <a:lnTo>
                    <a:pt x="1445238" y="4179248"/>
                  </a:lnTo>
                  <a:lnTo>
                    <a:pt x="1445383" y="4179248"/>
                  </a:lnTo>
                  <a:lnTo>
                    <a:pt x="1445383" y="4178625"/>
                  </a:lnTo>
                  <a:lnTo>
                    <a:pt x="1445529" y="4178625"/>
                  </a:lnTo>
                  <a:lnTo>
                    <a:pt x="1445674" y="4178625"/>
                  </a:lnTo>
                  <a:lnTo>
                    <a:pt x="1445820" y="4178625"/>
                  </a:lnTo>
                  <a:lnTo>
                    <a:pt x="1445965" y="4178625"/>
                  </a:lnTo>
                  <a:lnTo>
                    <a:pt x="1446111" y="4178625"/>
                  </a:lnTo>
                  <a:lnTo>
                    <a:pt x="1446111" y="4178001"/>
                  </a:lnTo>
                  <a:lnTo>
                    <a:pt x="1446111" y="4177377"/>
                  </a:lnTo>
                  <a:lnTo>
                    <a:pt x="1446256" y="4177377"/>
                  </a:lnTo>
                  <a:lnTo>
                    <a:pt x="1446401" y="4177377"/>
                  </a:lnTo>
                  <a:lnTo>
                    <a:pt x="1446547" y="4177377"/>
                  </a:lnTo>
                  <a:lnTo>
                    <a:pt x="1446547" y="4176754"/>
                  </a:lnTo>
                  <a:lnTo>
                    <a:pt x="1446692" y="4176754"/>
                  </a:lnTo>
                  <a:lnTo>
                    <a:pt x="1446838" y="4176754"/>
                  </a:lnTo>
                  <a:lnTo>
                    <a:pt x="1446983" y="4176754"/>
                  </a:lnTo>
                  <a:lnTo>
                    <a:pt x="1447129" y="4176754"/>
                  </a:lnTo>
                  <a:lnTo>
                    <a:pt x="1447274" y="4176754"/>
                  </a:lnTo>
                  <a:lnTo>
                    <a:pt x="1447274" y="4176130"/>
                  </a:lnTo>
                  <a:lnTo>
                    <a:pt x="1447419" y="4176130"/>
                  </a:lnTo>
                  <a:lnTo>
                    <a:pt x="1447565" y="4176130"/>
                  </a:lnTo>
                  <a:lnTo>
                    <a:pt x="1447710" y="4176130"/>
                  </a:lnTo>
                  <a:lnTo>
                    <a:pt x="1447856" y="4176130"/>
                  </a:lnTo>
                  <a:lnTo>
                    <a:pt x="1447856" y="4175507"/>
                  </a:lnTo>
                  <a:lnTo>
                    <a:pt x="1448001" y="4175507"/>
                  </a:lnTo>
                  <a:lnTo>
                    <a:pt x="1448147" y="4175507"/>
                  </a:lnTo>
                  <a:lnTo>
                    <a:pt x="1448292" y="4175507"/>
                  </a:lnTo>
                  <a:lnTo>
                    <a:pt x="1448292" y="4174883"/>
                  </a:lnTo>
                  <a:lnTo>
                    <a:pt x="1448292" y="4174260"/>
                  </a:lnTo>
                  <a:lnTo>
                    <a:pt x="1448437" y="4174260"/>
                  </a:lnTo>
                  <a:lnTo>
                    <a:pt x="1448437" y="4173636"/>
                  </a:lnTo>
                  <a:lnTo>
                    <a:pt x="1448583" y="4173636"/>
                  </a:lnTo>
                  <a:lnTo>
                    <a:pt x="1448728" y="4173636"/>
                  </a:lnTo>
                  <a:lnTo>
                    <a:pt x="1448874" y="4173636"/>
                  </a:lnTo>
                  <a:lnTo>
                    <a:pt x="1448874" y="4173012"/>
                  </a:lnTo>
                  <a:lnTo>
                    <a:pt x="1449019" y="4173012"/>
                  </a:lnTo>
                  <a:lnTo>
                    <a:pt x="1449165" y="4173012"/>
                  </a:lnTo>
                  <a:lnTo>
                    <a:pt x="1449310" y="4173012"/>
                  </a:lnTo>
                  <a:lnTo>
                    <a:pt x="1449455" y="4173012"/>
                  </a:lnTo>
                  <a:lnTo>
                    <a:pt x="1449601" y="4173012"/>
                  </a:lnTo>
                  <a:lnTo>
                    <a:pt x="1449601" y="4172389"/>
                  </a:lnTo>
                  <a:lnTo>
                    <a:pt x="1449601" y="4171765"/>
                  </a:lnTo>
                  <a:lnTo>
                    <a:pt x="1449746" y="4171765"/>
                  </a:lnTo>
                  <a:lnTo>
                    <a:pt x="1449746" y="4171142"/>
                  </a:lnTo>
                  <a:lnTo>
                    <a:pt x="1449892" y="4171142"/>
                  </a:lnTo>
                  <a:lnTo>
                    <a:pt x="1450037" y="4171142"/>
                  </a:lnTo>
                  <a:lnTo>
                    <a:pt x="1450183" y="4171142"/>
                  </a:lnTo>
                  <a:lnTo>
                    <a:pt x="1450328" y="4171142"/>
                  </a:lnTo>
                  <a:lnTo>
                    <a:pt x="1450473" y="4171142"/>
                  </a:lnTo>
                  <a:lnTo>
                    <a:pt x="1450619" y="4171142"/>
                  </a:lnTo>
                  <a:lnTo>
                    <a:pt x="1450764" y="4171142"/>
                  </a:lnTo>
                  <a:lnTo>
                    <a:pt x="1450910" y="4171142"/>
                  </a:lnTo>
                  <a:lnTo>
                    <a:pt x="1450910" y="4170518"/>
                  </a:lnTo>
                  <a:lnTo>
                    <a:pt x="1451055" y="4170518"/>
                  </a:lnTo>
                  <a:lnTo>
                    <a:pt x="1451201" y="4170518"/>
                  </a:lnTo>
                  <a:lnTo>
                    <a:pt x="1451346" y="4170518"/>
                  </a:lnTo>
                  <a:lnTo>
                    <a:pt x="1451346" y="4169894"/>
                  </a:lnTo>
                  <a:lnTo>
                    <a:pt x="1451491" y="4169894"/>
                  </a:lnTo>
                  <a:lnTo>
                    <a:pt x="1451637" y="4169894"/>
                  </a:lnTo>
                  <a:lnTo>
                    <a:pt x="1451637" y="4169271"/>
                  </a:lnTo>
                  <a:lnTo>
                    <a:pt x="1451782" y="4169271"/>
                  </a:lnTo>
                  <a:lnTo>
                    <a:pt x="1451782" y="4168647"/>
                  </a:lnTo>
                  <a:lnTo>
                    <a:pt x="1451928" y="4168647"/>
                  </a:lnTo>
                  <a:lnTo>
                    <a:pt x="1452073" y="4168647"/>
                  </a:lnTo>
                  <a:lnTo>
                    <a:pt x="1452218" y="4168647"/>
                  </a:lnTo>
                  <a:lnTo>
                    <a:pt x="1452364" y="4168647"/>
                  </a:lnTo>
                  <a:lnTo>
                    <a:pt x="1452364" y="4168024"/>
                  </a:lnTo>
                  <a:lnTo>
                    <a:pt x="1452509" y="4168024"/>
                  </a:lnTo>
                  <a:lnTo>
                    <a:pt x="1452655" y="4168024"/>
                  </a:lnTo>
                  <a:lnTo>
                    <a:pt x="1452800" y="4168024"/>
                  </a:lnTo>
                  <a:lnTo>
                    <a:pt x="1452946" y="4168024"/>
                  </a:lnTo>
                  <a:lnTo>
                    <a:pt x="1453091" y="4168024"/>
                  </a:lnTo>
                  <a:lnTo>
                    <a:pt x="1453236" y="4168024"/>
                  </a:lnTo>
                  <a:lnTo>
                    <a:pt x="1453382" y="4168024"/>
                  </a:lnTo>
                  <a:lnTo>
                    <a:pt x="1453527" y="4168024"/>
                  </a:lnTo>
                  <a:lnTo>
                    <a:pt x="1453673" y="4168024"/>
                  </a:lnTo>
                  <a:lnTo>
                    <a:pt x="1453818" y="4168024"/>
                  </a:lnTo>
                  <a:lnTo>
                    <a:pt x="1453818" y="4167400"/>
                  </a:lnTo>
                  <a:lnTo>
                    <a:pt x="1453964" y="4167400"/>
                  </a:lnTo>
                  <a:lnTo>
                    <a:pt x="1454109" y="4167400"/>
                  </a:lnTo>
                  <a:lnTo>
                    <a:pt x="1454254" y="4167400"/>
                  </a:lnTo>
                  <a:lnTo>
                    <a:pt x="1454400" y="4167400"/>
                  </a:lnTo>
                  <a:lnTo>
                    <a:pt x="1454545" y="4167400"/>
                  </a:lnTo>
                  <a:lnTo>
                    <a:pt x="1454691" y="4167400"/>
                  </a:lnTo>
                  <a:lnTo>
                    <a:pt x="1454836" y="4167400"/>
                  </a:lnTo>
                  <a:lnTo>
                    <a:pt x="1454982" y="4167400"/>
                  </a:lnTo>
                  <a:lnTo>
                    <a:pt x="1455127" y="4167400"/>
                  </a:lnTo>
                  <a:lnTo>
                    <a:pt x="1455272" y="4167400"/>
                  </a:lnTo>
                  <a:lnTo>
                    <a:pt x="1455272" y="4166777"/>
                  </a:lnTo>
                  <a:lnTo>
                    <a:pt x="1455272" y="4166153"/>
                  </a:lnTo>
                  <a:lnTo>
                    <a:pt x="1455418" y="4166153"/>
                  </a:lnTo>
                  <a:lnTo>
                    <a:pt x="1455563" y="4166153"/>
                  </a:lnTo>
                  <a:lnTo>
                    <a:pt x="1455563" y="4165529"/>
                  </a:lnTo>
                  <a:lnTo>
                    <a:pt x="1455709" y="4165529"/>
                  </a:lnTo>
                  <a:lnTo>
                    <a:pt x="1455854" y="4165529"/>
                  </a:lnTo>
                  <a:lnTo>
                    <a:pt x="1455854" y="4164906"/>
                  </a:lnTo>
                  <a:lnTo>
                    <a:pt x="1456000" y="4164906"/>
                  </a:lnTo>
                  <a:lnTo>
                    <a:pt x="1456000" y="4164282"/>
                  </a:lnTo>
                  <a:lnTo>
                    <a:pt x="1456145" y="4164282"/>
                  </a:lnTo>
                  <a:lnTo>
                    <a:pt x="1456145" y="4163659"/>
                  </a:lnTo>
                  <a:lnTo>
                    <a:pt x="1456290" y="4163659"/>
                  </a:lnTo>
                  <a:lnTo>
                    <a:pt x="1456436" y="4163659"/>
                  </a:lnTo>
                  <a:lnTo>
                    <a:pt x="1456436" y="4163035"/>
                  </a:lnTo>
                  <a:lnTo>
                    <a:pt x="1456581" y="4163035"/>
                  </a:lnTo>
                  <a:lnTo>
                    <a:pt x="1456727" y="4163035"/>
                  </a:lnTo>
                  <a:lnTo>
                    <a:pt x="1456872" y="4163035"/>
                  </a:lnTo>
                  <a:lnTo>
                    <a:pt x="1457018" y="4163035"/>
                  </a:lnTo>
                  <a:lnTo>
                    <a:pt x="1457163" y="4163035"/>
                  </a:lnTo>
                  <a:lnTo>
                    <a:pt x="1457308" y="4163035"/>
                  </a:lnTo>
                  <a:lnTo>
                    <a:pt x="1457454" y="4163035"/>
                  </a:lnTo>
                  <a:lnTo>
                    <a:pt x="1457454" y="4162411"/>
                  </a:lnTo>
                  <a:lnTo>
                    <a:pt x="1457454" y="4161788"/>
                  </a:lnTo>
                  <a:lnTo>
                    <a:pt x="1457599" y="4161788"/>
                  </a:lnTo>
                  <a:lnTo>
                    <a:pt x="1457745" y="4161788"/>
                  </a:lnTo>
                  <a:lnTo>
                    <a:pt x="1457890" y="4161788"/>
                  </a:lnTo>
                  <a:lnTo>
                    <a:pt x="1458036" y="4161788"/>
                  </a:lnTo>
                  <a:lnTo>
                    <a:pt x="1458181" y="4161788"/>
                  </a:lnTo>
                  <a:lnTo>
                    <a:pt x="1458326" y="4161788"/>
                  </a:lnTo>
                  <a:lnTo>
                    <a:pt x="1458326" y="4161164"/>
                  </a:lnTo>
                  <a:lnTo>
                    <a:pt x="1458472" y="4161164"/>
                  </a:lnTo>
                  <a:lnTo>
                    <a:pt x="1458472" y="4160541"/>
                  </a:lnTo>
                  <a:lnTo>
                    <a:pt x="1458617" y="4160541"/>
                  </a:lnTo>
                  <a:lnTo>
                    <a:pt x="1458617" y="4159917"/>
                  </a:lnTo>
                  <a:lnTo>
                    <a:pt x="1458763" y="4159917"/>
                  </a:lnTo>
                  <a:lnTo>
                    <a:pt x="1458908" y="4159917"/>
                  </a:lnTo>
                  <a:lnTo>
                    <a:pt x="1459053" y="4159917"/>
                  </a:lnTo>
                  <a:lnTo>
                    <a:pt x="1459053" y="4159294"/>
                  </a:lnTo>
                  <a:lnTo>
                    <a:pt x="1459053" y="4158670"/>
                  </a:lnTo>
                  <a:lnTo>
                    <a:pt x="1459199" y="4158670"/>
                  </a:lnTo>
                  <a:lnTo>
                    <a:pt x="1459344" y="4158670"/>
                  </a:lnTo>
                  <a:lnTo>
                    <a:pt x="1459490" y="4158670"/>
                  </a:lnTo>
                  <a:lnTo>
                    <a:pt x="1459490" y="4158046"/>
                  </a:lnTo>
                  <a:lnTo>
                    <a:pt x="1459635" y="4158046"/>
                  </a:lnTo>
                  <a:lnTo>
                    <a:pt x="1459781" y="4158046"/>
                  </a:lnTo>
                  <a:lnTo>
                    <a:pt x="1459781" y="4157423"/>
                  </a:lnTo>
                  <a:lnTo>
                    <a:pt x="1459781" y="4156799"/>
                  </a:lnTo>
                  <a:lnTo>
                    <a:pt x="1459926" y="4156799"/>
                  </a:lnTo>
                  <a:lnTo>
                    <a:pt x="1460071" y="4156799"/>
                  </a:lnTo>
                  <a:lnTo>
                    <a:pt x="1460217" y="4156799"/>
                  </a:lnTo>
                  <a:lnTo>
                    <a:pt x="1460362" y="4156799"/>
                  </a:lnTo>
                  <a:lnTo>
                    <a:pt x="1460508" y="4156799"/>
                  </a:lnTo>
                  <a:lnTo>
                    <a:pt x="1460653" y="4156799"/>
                  </a:lnTo>
                  <a:lnTo>
                    <a:pt x="1460653" y="4156176"/>
                  </a:lnTo>
                  <a:lnTo>
                    <a:pt x="1460653" y="4155552"/>
                  </a:lnTo>
                  <a:lnTo>
                    <a:pt x="1460799" y="4155552"/>
                  </a:lnTo>
                  <a:lnTo>
                    <a:pt x="1460944" y="4155552"/>
                  </a:lnTo>
                  <a:lnTo>
                    <a:pt x="1461089" y="4155552"/>
                  </a:lnTo>
                  <a:lnTo>
                    <a:pt x="1461235" y="4155552"/>
                  </a:lnTo>
                  <a:lnTo>
                    <a:pt x="1461235" y="4154928"/>
                  </a:lnTo>
                  <a:lnTo>
                    <a:pt x="1461380" y="4154928"/>
                  </a:lnTo>
                  <a:lnTo>
                    <a:pt x="1461380" y="4154305"/>
                  </a:lnTo>
                  <a:lnTo>
                    <a:pt x="1461380" y="4153681"/>
                  </a:lnTo>
                  <a:lnTo>
                    <a:pt x="1461526" y="4153681"/>
                  </a:lnTo>
                  <a:lnTo>
                    <a:pt x="1461671" y="4153681"/>
                  </a:lnTo>
                  <a:lnTo>
                    <a:pt x="1461671" y="4153058"/>
                  </a:lnTo>
                  <a:lnTo>
                    <a:pt x="1461817" y="4153058"/>
                  </a:lnTo>
                  <a:lnTo>
                    <a:pt x="1461962" y="4153058"/>
                  </a:lnTo>
                  <a:lnTo>
                    <a:pt x="1462107" y="4153058"/>
                  </a:lnTo>
                  <a:lnTo>
                    <a:pt x="1462253" y="4153058"/>
                  </a:lnTo>
                  <a:lnTo>
                    <a:pt x="1462398" y="4153058"/>
                  </a:lnTo>
                  <a:lnTo>
                    <a:pt x="1462544" y="4153058"/>
                  </a:lnTo>
                  <a:lnTo>
                    <a:pt x="1462689" y="4153058"/>
                  </a:lnTo>
                  <a:lnTo>
                    <a:pt x="1462835" y="4153058"/>
                  </a:lnTo>
                  <a:lnTo>
                    <a:pt x="1462980" y="4153058"/>
                  </a:lnTo>
                  <a:lnTo>
                    <a:pt x="1463125" y="4153058"/>
                  </a:lnTo>
                  <a:lnTo>
                    <a:pt x="1463271" y="4153058"/>
                  </a:lnTo>
                  <a:lnTo>
                    <a:pt x="1463416" y="4153058"/>
                  </a:lnTo>
                  <a:lnTo>
                    <a:pt x="1463416" y="4152434"/>
                  </a:lnTo>
                  <a:lnTo>
                    <a:pt x="1463562" y="4152434"/>
                  </a:lnTo>
                  <a:lnTo>
                    <a:pt x="1463707" y="4152434"/>
                  </a:lnTo>
                  <a:lnTo>
                    <a:pt x="1463853" y="4152434"/>
                  </a:lnTo>
                  <a:lnTo>
                    <a:pt x="1463998" y="4152434"/>
                  </a:lnTo>
                  <a:lnTo>
                    <a:pt x="1463998" y="4151811"/>
                  </a:lnTo>
                  <a:lnTo>
                    <a:pt x="1464143" y="4151811"/>
                  </a:lnTo>
                  <a:lnTo>
                    <a:pt x="1464289" y="4151811"/>
                  </a:lnTo>
                  <a:lnTo>
                    <a:pt x="1464434" y="4151811"/>
                  </a:lnTo>
                  <a:lnTo>
                    <a:pt x="1464580" y="4151811"/>
                  </a:lnTo>
                  <a:lnTo>
                    <a:pt x="1464580" y="4151187"/>
                  </a:lnTo>
                  <a:lnTo>
                    <a:pt x="1464725" y="4151187"/>
                  </a:lnTo>
                  <a:lnTo>
                    <a:pt x="1464725" y="4150563"/>
                  </a:lnTo>
                  <a:lnTo>
                    <a:pt x="1464871" y="4150563"/>
                  </a:lnTo>
                  <a:lnTo>
                    <a:pt x="1465016" y="4150563"/>
                  </a:lnTo>
                  <a:lnTo>
                    <a:pt x="1465161" y="4150563"/>
                  </a:lnTo>
                  <a:lnTo>
                    <a:pt x="1465307" y="4150563"/>
                  </a:lnTo>
                  <a:lnTo>
                    <a:pt x="1465452" y="4150563"/>
                  </a:lnTo>
                  <a:lnTo>
                    <a:pt x="1465598" y="4150563"/>
                  </a:lnTo>
                  <a:lnTo>
                    <a:pt x="1465598" y="4149940"/>
                  </a:lnTo>
                  <a:lnTo>
                    <a:pt x="1465743" y="4149940"/>
                  </a:lnTo>
                  <a:lnTo>
                    <a:pt x="1465888" y="4149940"/>
                  </a:lnTo>
                  <a:lnTo>
                    <a:pt x="1465888" y="4149316"/>
                  </a:lnTo>
                  <a:lnTo>
                    <a:pt x="1465888" y="4148693"/>
                  </a:lnTo>
                  <a:lnTo>
                    <a:pt x="1465888" y="4148069"/>
                  </a:lnTo>
                  <a:lnTo>
                    <a:pt x="1466034" y="4148069"/>
                  </a:lnTo>
                  <a:lnTo>
                    <a:pt x="1466179" y="4148069"/>
                  </a:lnTo>
                  <a:lnTo>
                    <a:pt x="1466179" y="4147446"/>
                  </a:lnTo>
                  <a:lnTo>
                    <a:pt x="1466325" y="4147446"/>
                  </a:lnTo>
                  <a:lnTo>
                    <a:pt x="1466325" y="4146822"/>
                  </a:lnTo>
                  <a:lnTo>
                    <a:pt x="1466470" y="4146822"/>
                  </a:lnTo>
                  <a:lnTo>
                    <a:pt x="1466616" y="4146822"/>
                  </a:lnTo>
                  <a:lnTo>
                    <a:pt x="1466761" y="4146822"/>
                  </a:lnTo>
                  <a:lnTo>
                    <a:pt x="1466906" y="4146822"/>
                  </a:lnTo>
                  <a:lnTo>
                    <a:pt x="1467052" y="4146822"/>
                  </a:lnTo>
                  <a:lnTo>
                    <a:pt x="1467197" y="4146822"/>
                  </a:lnTo>
                  <a:lnTo>
                    <a:pt x="1467343" y="4146822"/>
                  </a:lnTo>
                  <a:lnTo>
                    <a:pt x="1467488" y="4146822"/>
                  </a:lnTo>
                  <a:lnTo>
                    <a:pt x="1467634" y="4146822"/>
                  </a:lnTo>
                  <a:lnTo>
                    <a:pt x="1467779" y="4146822"/>
                  </a:lnTo>
                  <a:lnTo>
                    <a:pt x="1467779" y="4146198"/>
                  </a:lnTo>
                  <a:lnTo>
                    <a:pt x="1467779" y="4145575"/>
                  </a:lnTo>
                  <a:lnTo>
                    <a:pt x="1467779" y="4144951"/>
                  </a:lnTo>
                  <a:lnTo>
                    <a:pt x="1467924" y="4144951"/>
                  </a:lnTo>
                  <a:lnTo>
                    <a:pt x="1468070" y="4144951"/>
                  </a:lnTo>
                  <a:lnTo>
                    <a:pt x="1468215" y="4144951"/>
                  </a:lnTo>
                  <a:lnTo>
                    <a:pt x="1468361" y="4144951"/>
                  </a:lnTo>
                  <a:lnTo>
                    <a:pt x="1468506" y="4144951"/>
                  </a:lnTo>
                  <a:lnTo>
                    <a:pt x="1468652" y="4144951"/>
                  </a:lnTo>
                  <a:lnTo>
                    <a:pt x="1468797" y="4144951"/>
                  </a:lnTo>
                  <a:lnTo>
                    <a:pt x="1468942" y="4144951"/>
                  </a:lnTo>
                  <a:lnTo>
                    <a:pt x="1469088" y="4144951"/>
                  </a:lnTo>
                  <a:lnTo>
                    <a:pt x="1469233" y="4144951"/>
                  </a:lnTo>
                  <a:lnTo>
                    <a:pt x="1469379" y="4144951"/>
                  </a:lnTo>
                  <a:lnTo>
                    <a:pt x="1469524" y="4144951"/>
                  </a:lnTo>
                  <a:lnTo>
                    <a:pt x="1469670" y="4144951"/>
                  </a:lnTo>
                  <a:lnTo>
                    <a:pt x="1469815" y="4144951"/>
                  </a:lnTo>
                  <a:lnTo>
                    <a:pt x="1469960" y="4144951"/>
                  </a:lnTo>
                  <a:lnTo>
                    <a:pt x="1469960" y="4144328"/>
                  </a:lnTo>
                  <a:lnTo>
                    <a:pt x="1470106" y="4144328"/>
                  </a:lnTo>
                  <a:lnTo>
                    <a:pt x="1470251" y="4144328"/>
                  </a:lnTo>
                  <a:lnTo>
                    <a:pt x="1470397" y="4144328"/>
                  </a:lnTo>
                  <a:lnTo>
                    <a:pt x="1470542" y="4144328"/>
                  </a:lnTo>
                  <a:lnTo>
                    <a:pt x="1470688" y="4144328"/>
                  </a:lnTo>
                  <a:lnTo>
                    <a:pt x="1470833" y="4144328"/>
                  </a:lnTo>
                  <a:lnTo>
                    <a:pt x="1470978" y="4144328"/>
                  </a:lnTo>
                  <a:lnTo>
                    <a:pt x="1471124" y="4144328"/>
                  </a:lnTo>
                  <a:lnTo>
                    <a:pt x="1471124" y="4143704"/>
                  </a:lnTo>
                  <a:lnTo>
                    <a:pt x="1471269" y="4143704"/>
                  </a:lnTo>
                  <a:lnTo>
                    <a:pt x="1471415" y="4143704"/>
                  </a:lnTo>
                  <a:lnTo>
                    <a:pt x="1471560" y="4143704"/>
                  </a:lnTo>
                  <a:lnTo>
                    <a:pt x="1471706" y="4143704"/>
                  </a:lnTo>
                  <a:lnTo>
                    <a:pt x="1471851" y="4143704"/>
                  </a:lnTo>
                  <a:lnTo>
                    <a:pt x="1471996" y="4143704"/>
                  </a:lnTo>
                  <a:lnTo>
                    <a:pt x="1472142" y="4143704"/>
                  </a:lnTo>
                  <a:lnTo>
                    <a:pt x="1472287" y="4143704"/>
                  </a:lnTo>
                  <a:lnTo>
                    <a:pt x="1472433" y="4143704"/>
                  </a:lnTo>
                  <a:lnTo>
                    <a:pt x="1472433" y="4143080"/>
                  </a:lnTo>
                  <a:lnTo>
                    <a:pt x="1472578" y="4143080"/>
                  </a:lnTo>
                  <a:lnTo>
                    <a:pt x="1472723" y="4143080"/>
                  </a:lnTo>
                  <a:lnTo>
                    <a:pt x="1472869" y="4143080"/>
                  </a:lnTo>
                  <a:lnTo>
                    <a:pt x="1473014" y="4143080"/>
                  </a:lnTo>
                  <a:lnTo>
                    <a:pt x="1473160" y="4143080"/>
                  </a:lnTo>
                  <a:lnTo>
                    <a:pt x="1473305" y="4143080"/>
                  </a:lnTo>
                  <a:lnTo>
                    <a:pt x="1473451" y="4143080"/>
                  </a:lnTo>
                  <a:lnTo>
                    <a:pt x="1473596" y="4143080"/>
                  </a:lnTo>
                  <a:lnTo>
                    <a:pt x="1473741" y="4143080"/>
                  </a:lnTo>
                  <a:lnTo>
                    <a:pt x="1473887" y="4143080"/>
                  </a:lnTo>
                  <a:lnTo>
                    <a:pt x="1474032" y="4143080"/>
                  </a:lnTo>
                  <a:lnTo>
                    <a:pt x="1474178" y="4143080"/>
                  </a:lnTo>
                  <a:lnTo>
                    <a:pt x="1474323" y="4143080"/>
                  </a:lnTo>
                  <a:lnTo>
                    <a:pt x="1474469" y="4143080"/>
                  </a:lnTo>
                  <a:lnTo>
                    <a:pt x="1474614" y="4143080"/>
                  </a:lnTo>
                  <a:lnTo>
                    <a:pt x="1474614" y="4142457"/>
                  </a:lnTo>
                  <a:lnTo>
                    <a:pt x="1474759" y="4142457"/>
                  </a:lnTo>
                  <a:lnTo>
                    <a:pt x="1474905" y="4142457"/>
                  </a:lnTo>
                  <a:lnTo>
                    <a:pt x="1474905" y="4141833"/>
                  </a:lnTo>
                  <a:lnTo>
                    <a:pt x="1475050" y="4141833"/>
                  </a:lnTo>
                  <a:lnTo>
                    <a:pt x="1475196" y="4141833"/>
                  </a:lnTo>
                  <a:lnTo>
                    <a:pt x="1475341" y="4141833"/>
                  </a:lnTo>
                  <a:lnTo>
                    <a:pt x="1475487" y="4141833"/>
                  </a:lnTo>
                  <a:lnTo>
                    <a:pt x="1475632" y="4141833"/>
                  </a:lnTo>
                  <a:lnTo>
                    <a:pt x="1475777" y="4141833"/>
                  </a:lnTo>
                  <a:lnTo>
                    <a:pt x="1475923" y="4141833"/>
                  </a:lnTo>
                  <a:lnTo>
                    <a:pt x="1475923" y="4141210"/>
                  </a:lnTo>
                  <a:lnTo>
                    <a:pt x="1476068" y="4141210"/>
                  </a:lnTo>
                  <a:lnTo>
                    <a:pt x="1476214" y="4141210"/>
                  </a:lnTo>
                  <a:lnTo>
                    <a:pt x="1476359" y="4141210"/>
                  </a:lnTo>
                  <a:lnTo>
                    <a:pt x="1476505" y="4141210"/>
                  </a:lnTo>
                  <a:lnTo>
                    <a:pt x="1476650" y="4141210"/>
                  </a:lnTo>
                  <a:lnTo>
                    <a:pt x="1476795" y="4141210"/>
                  </a:lnTo>
                  <a:lnTo>
                    <a:pt x="1476795" y="4140586"/>
                  </a:lnTo>
                  <a:lnTo>
                    <a:pt x="1476941" y="4140586"/>
                  </a:lnTo>
                  <a:lnTo>
                    <a:pt x="1476941" y="4139963"/>
                  </a:lnTo>
                  <a:lnTo>
                    <a:pt x="1477086" y="4139963"/>
                  </a:lnTo>
                  <a:lnTo>
                    <a:pt x="1477232" y="4139963"/>
                  </a:lnTo>
                  <a:lnTo>
                    <a:pt x="1477377" y="4139963"/>
                  </a:lnTo>
                  <a:lnTo>
                    <a:pt x="1477377" y="4139339"/>
                  </a:lnTo>
                  <a:lnTo>
                    <a:pt x="1477523" y="4139339"/>
                  </a:lnTo>
                  <a:lnTo>
                    <a:pt x="1477523" y="4138715"/>
                  </a:lnTo>
                  <a:lnTo>
                    <a:pt x="1477523" y="4138092"/>
                  </a:lnTo>
                  <a:lnTo>
                    <a:pt x="1477668" y="4138092"/>
                  </a:lnTo>
                  <a:lnTo>
                    <a:pt x="1477668" y="4137468"/>
                  </a:lnTo>
                  <a:lnTo>
                    <a:pt x="1477813" y="4137468"/>
                  </a:lnTo>
                  <a:lnTo>
                    <a:pt x="1477959" y="4137468"/>
                  </a:lnTo>
                  <a:lnTo>
                    <a:pt x="1478104" y="4137468"/>
                  </a:lnTo>
                  <a:lnTo>
                    <a:pt x="1478250" y="4137468"/>
                  </a:lnTo>
                  <a:lnTo>
                    <a:pt x="1478395" y="4137468"/>
                  </a:lnTo>
                  <a:lnTo>
                    <a:pt x="1478395" y="4136845"/>
                  </a:lnTo>
                  <a:lnTo>
                    <a:pt x="1478541" y="4136845"/>
                  </a:lnTo>
                  <a:lnTo>
                    <a:pt x="1478686" y="4136845"/>
                  </a:lnTo>
                  <a:lnTo>
                    <a:pt x="1478686" y="4136221"/>
                  </a:lnTo>
                  <a:lnTo>
                    <a:pt x="1478686" y="4135597"/>
                  </a:lnTo>
                  <a:lnTo>
                    <a:pt x="1478831" y="4135597"/>
                  </a:lnTo>
                  <a:lnTo>
                    <a:pt x="1478977" y="4135597"/>
                  </a:lnTo>
                  <a:lnTo>
                    <a:pt x="1478977" y="4134974"/>
                  </a:lnTo>
                  <a:lnTo>
                    <a:pt x="1479122" y="4134974"/>
                  </a:lnTo>
                  <a:lnTo>
                    <a:pt x="1479122" y="4134350"/>
                  </a:lnTo>
                  <a:lnTo>
                    <a:pt x="1479268" y="4134350"/>
                  </a:lnTo>
                  <a:lnTo>
                    <a:pt x="1479413" y="4134350"/>
                  </a:lnTo>
                  <a:lnTo>
                    <a:pt x="1479558" y="4134350"/>
                  </a:lnTo>
                  <a:lnTo>
                    <a:pt x="1479704" y="4134350"/>
                  </a:lnTo>
                  <a:lnTo>
                    <a:pt x="1479704" y="4133727"/>
                  </a:lnTo>
                  <a:lnTo>
                    <a:pt x="1479849" y="4133727"/>
                  </a:lnTo>
                  <a:lnTo>
                    <a:pt x="1479995" y="4133727"/>
                  </a:lnTo>
                  <a:lnTo>
                    <a:pt x="1480140" y="4133727"/>
                  </a:lnTo>
                  <a:lnTo>
                    <a:pt x="1480286" y="4133727"/>
                  </a:lnTo>
                  <a:lnTo>
                    <a:pt x="1480286" y="4133103"/>
                  </a:lnTo>
                  <a:lnTo>
                    <a:pt x="1480431" y="4133103"/>
                  </a:lnTo>
                  <a:lnTo>
                    <a:pt x="1480576" y="4133103"/>
                  </a:lnTo>
                  <a:lnTo>
                    <a:pt x="1480722" y="4133103"/>
                  </a:lnTo>
                  <a:lnTo>
                    <a:pt x="1480867" y="4133103"/>
                  </a:lnTo>
                  <a:lnTo>
                    <a:pt x="1480867" y="4132480"/>
                  </a:lnTo>
                  <a:lnTo>
                    <a:pt x="1481013" y="4132480"/>
                  </a:lnTo>
                  <a:lnTo>
                    <a:pt x="1481013" y="4131856"/>
                  </a:lnTo>
                  <a:lnTo>
                    <a:pt x="1481013" y="4131232"/>
                  </a:lnTo>
                  <a:lnTo>
                    <a:pt x="1481013" y="4130609"/>
                  </a:lnTo>
                  <a:lnTo>
                    <a:pt x="1481158" y="4130609"/>
                  </a:lnTo>
                  <a:lnTo>
                    <a:pt x="1481304" y="4130609"/>
                  </a:lnTo>
                  <a:lnTo>
                    <a:pt x="1481449" y="4130609"/>
                  </a:lnTo>
                  <a:lnTo>
                    <a:pt x="1481594" y="4130609"/>
                  </a:lnTo>
                  <a:lnTo>
                    <a:pt x="1481740" y="4130609"/>
                  </a:lnTo>
                  <a:lnTo>
                    <a:pt x="1481885" y="4130609"/>
                  </a:lnTo>
                  <a:lnTo>
                    <a:pt x="1482031" y="4130609"/>
                  </a:lnTo>
                  <a:lnTo>
                    <a:pt x="1482031" y="4129985"/>
                  </a:lnTo>
                  <a:lnTo>
                    <a:pt x="1482031" y="4129362"/>
                  </a:lnTo>
                  <a:lnTo>
                    <a:pt x="1482031" y="4128738"/>
                  </a:lnTo>
                  <a:lnTo>
                    <a:pt x="1482176" y="4128738"/>
                  </a:lnTo>
                  <a:lnTo>
                    <a:pt x="1482322" y="4128738"/>
                  </a:lnTo>
                  <a:lnTo>
                    <a:pt x="1482467" y="4128738"/>
                  </a:lnTo>
                  <a:lnTo>
                    <a:pt x="1482612" y="4128738"/>
                  </a:lnTo>
                  <a:lnTo>
                    <a:pt x="1482758" y="4128738"/>
                  </a:lnTo>
                  <a:lnTo>
                    <a:pt x="1482758" y="4128114"/>
                  </a:lnTo>
                  <a:lnTo>
                    <a:pt x="1482903" y="4128114"/>
                  </a:lnTo>
                  <a:lnTo>
                    <a:pt x="1482903" y="4127491"/>
                  </a:lnTo>
                  <a:lnTo>
                    <a:pt x="1483049" y="4127491"/>
                  </a:lnTo>
                  <a:lnTo>
                    <a:pt x="1483194" y="4127491"/>
                  </a:lnTo>
                  <a:lnTo>
                    <a:pt x="1483340" y="4127491"/>
                  </a:lnTo>
                  <a:lnTo>
                    <a:pt x="1483340" y="4126867"/>
                  </a:lnTo>
                  <a:lnTo>
                    <a:pt x="1483485" y="4126867"/>
                  </a:lnTo>
                  <a:lnTo>
                    <a:pt x="1483630" y="4126867"/>
                  </a:lnTo>
                  <a:lnTo>
                    <a:pt x="1483776" y="4126867"/>
                  </a:lnTo>
                  <a:lnTo>
                    <a:pt x="1483921" y="4126867"/>
                  </a:lnTo>
                  <a:lnTo>
                    <a:pt x="1484067" y="4126867"/>
                  </a:lnTo>
                  <a:lnTo>
                    <a:pt x="1484067" y="4126244"/>
                  </a:lnTo>
                  <a:lnTo>
                    <a:pt x="1484067" y="4125620"/>
                  </a:lnTo>
                  <a:lnTo>
                    <a:pt x="1484212" y="4125620"/>
                  </a:lnTo>
                  <a:lnTo>
                    <a:pt x="1484358" y="4125620"/>
                  </a:lnTo>
                  <a:lnTo>
                    <a:pt x="1484503" y="4125620"/>
                  </a:lnTo>
                  <a:lnTo>
                    <a:pt x="1484503" y="4124997"/>
                  </a:lnTo>
                  <a:lnTo>
                    <a:pt x="1484648" y="4124997"/>
                  </a:lnTo>
                  <a:lnTo>
                    <a:pt x="1484648" y="4124373"/>
                  </a:lnTo>
                  <a:lnTo>
                    <a:pt x="1484794" y="4124373"/>
                  </a:lnTo>
                  <a:lnTo>
                    <a:pt x="1484939" y="4124373"/>
                  </a:lnTo>
                  <a:lnTo>
                    <a:pt x="1484939" y="4123749"/>
                  </a:lnTo>
                  <a:lnTo>
                    <a:pt x="1485085" y="4123749"/>
                  </a:lnTo>
                  <a:lnTo>
                    <a:pt x="1485230" y="4123749"/>
                  </a:lnTo>
                  <a:lnTo>
                    <a:pt x="1485375" y="4123749"/>
                  </a:lnTo>
                  <a:lnTo>
                    <a:pt x="1485521" y="4123749"/>
                  </a:lnTo>
                  <a:lnTo>
                    <a:pt x="1485521" y="4123126"/>
                  </a:lnTo>
                  <a:lnTo>
                    <a:pt x="1485666" y="4123126"/>
                  </a:lnTo>
                  <a:lnTo>
                    <a:pt x="1485812" y="4123126"/>
                  </a:lnTo>
                  <a:lnTo>
                    <a:pt x="1485812" y="4122502"/>
                  </a:lnTo>
                  <a:lnTo>
                    <a:pt x="1485957" y="4122502"/>
                  </a:lnTo>
                  <a:lnTo>
                    <a:pt x="1485957" y="4121879"/>
                  </a:lnTo>
                  <a:lnTo>
                    <a:pt x="1486103" y="4121879"/>
                  </a:lnTo>
                  <a:lnTo>
                    <a:pt x="1486248" y="4121879"/>
                  </a:lnTo>
                  <a:lnTo>
                    <a:pt x="1486248" y="4121255"/>
                  </a:lnTo>
                  <a:lnTo>
                    <a:pt x="1486393" y="4121255"/>
                  </a:lnTo>
                  <a:lnTo>
                    <a:pt x="1486539" y="4121255"/>
                  </a:lnTo>
                  <a:lnTo>
                    <a:pt x="1486684" y="4121255"/>
                  </a:lnTo>
                  <a:lnTo>
                    <a:pt x="1486830" y="4121255"/>
                  </a:lnTo>
                  <a:lnTo>
                    <a:pt x="1486975" y="4121255"/>
                  </a:lnTo>
                  <a:lnTo>
                    <a:pt x="1486975" y="4120631"/>
                  </a:lnTo>
                  <a:lnTo>
                    <a:pt x="1487121" y="4120631"/>
                  </a:lnTo>
                  <a:lnTo>
                    <a:pt x="1487266" y="4120631"/>
                  </a:lnTo>
                  <a:lnTo>
                    <a:pt x="1487266" y="4120008"/>
                  </a:lnTo>
                  <a:lnTo>
                    <a:pt x="1487411" y="4120008"/>
                  </a:lnTo>
                  <a:lnTo>
                    <a:pt x="1487557" y="4120008"/>
                  </a:lnTo>
                  <a:lnTo>
                    <a:pt x="1487557" y="4119384"/>
                  </a:lnTo>
                  <a:lnTo>
                    <a:pt x="1487702" y="4119384"/>
                  </a:lnTo>
                  <a:lnTo>
                    <a:pt x="1487702" y="4118761"/>
                  </a:lnTo>
                  <a:lnTo>
                    <a:pt x="1487848" y="4118761"/>
                  </a:lnTo>
                  <a:lnTo>
                    <a:pt x="1487993" y="4118761"/>
                  </a:lnTo>
                  <a:lnTo>
                    <a:pt x="1488139" y="4118761"/>
                  </a:lnTo>
                  <a:lnTo>
                    <a:pt x="1488139" y="4118137"/>
                  </a:lnTo>
                  <a:lnTo>
                    <a:pt x="1488284" y="4118137"/>
                  </a:lnTo>
                  <a:lnTo>
                    <a:pt x="1488429" y="4118137"/>
                  </a:lnTo>
                  <a:lnTo>
                    <a:pt x="1488575" y="4118137"/>
                  </a:lnTo>
                  <a:lnTo>
                    <a:pt x="1488720" y="4118137"/>
                  </a:lnTo>
                  <a:lnTo>
                    <a:pt x="1488720" y="4117514"/>
                  </a:lnTo>
                  <a:lnTo>
                    <a:pt x="1488866" y="4117514"/>
                  </a:lnTo>
                  <a:lnTo>
                    <a:pt x="1488866" y="4116890"/>
                  </a:lnTo>
                  <a:lnTo>
                    <a:pt x="1489011" y="4116890"/>
                  </a:lnTo>
                  <a:lnTo>
                    <a:pt x="1489157" y="4116890"/>
                  </a:lnTo>
                  <a:lnTo>
                    <a:pt x="1489302" y="4116890"/>
                  </a:lnTo>
                  <a:lnTo>
                    <a:pt x="1489447" y="4116890"/>
                  </a:lnTo>
                  <a:lnTo>
                    <a:pt x="1489593" y="4116890"/>
                  </a:lnTo>
                  <a:lnTo>
                    <a:pt x="1489738" y="4116890"/>
                  </a:lnTo>
                  <a:lnTo>
                    <a:pt x="1489884" y="4116890"/>
                  </a:lnTo>
                  <a:lnTo>
                    <a:pt x="1490029" y="4116890"/>
                  </a:lnTo>
                  <a:lnTo>
                    <a:pt x="1490175" y="4116890"/>
                  </a:lnTo>
                  <a:lnTo>
                    <a:pt x="1490175" y="4116266"/>
                  </a:lnTo>
                  <a:lnTo>
                    <a:pt x="1490175" y="4115643"/>
                  </a:lnTo>
                  <a:lnTo>
                    <a:pt x="1490320" y="4115643"/>
                  </a:lnTo>
                  <a:lnTo>
                    <a:pt x="1490465" y="4115643"/>
                  </a:lnTo>
                  <a:lnTo>
                    <a:pt x="1490611" y="4115643"/>
                  </a:lnTo>
                  <a:lnTo>
                    <a:pt x="1490611" y="4115019"/>
                  </a:lnTo>
                  <a:lnTo>
                    <a:pt x="1490611" y="4114396"/>
                  </a:lnTo>
                  <a:lnTo>
                    <a:pt x="1490756" y="4114396"/>
                  </a:lnTo>
                  <a:lnTo>
                    <a:pt x="1490902" y="4114396"/>
                  </a:lnTo>
                  <a:lnTo>
                    <a:pt x="1491047" y="4114396"/>
                  </a:lnTo>
                  <a:lnTo>
                    <a:pt x="1491193" y="4114396"/>
                  </a:lnTo>
                  <a:lnTo>
                    <a:pt x="1491193" y="4113772"/>
                  </a:lnTo>
                  <a:lnTo>
                    <a:pt x="1491338" y="4113772"/>
                  </a:lnTo>
                  <a:lnTo>
                    <a:pt x="1491338" y="4113148"/>
                  </a:lnTo>
                  <a:lnTo>
                    <a:pt x="1491483" y="4113148"/>
                  </a:lnTo>
                  <a:lnTo>
                    <a:pt x="1491629" y="4113148"/>
                  </a:lnTo>
                  <a:lnTo>
                    <a:pt x="1491629" y="4112525"/>
                  </a:lnTo>
                  <a:lnTo>
                    <a:pt x="1491774" y="4112525"/>
                  </a:lnTo>
                  <a:lnTo>
                    <a:pt x="1491774" y="4111901"/>
                  </a:lnTo>
                  <a:lnTo>
                    <a:pt x="1491920" y="4111901"/>
                  </a:lnTo>
                  <a:lnTo>
                    <a:pt x="1492065" y="4111901"/>
                  </a:lnTo>
                  <a:lnTo>
                    <a:pt x="1492210" y="4111901"/>
                  </a:lnTo>
                  <a:lnTo>
                    <a:pt x="1492356" y="4111901"/>
                  </a:lnTo>
                  <a:lnTo>
                    <a:pt x="1492356" y="4111278"/>
                  </a:lnTo>
                  <a:lnTo>
                    <a:pt x="1492501" y="4111278"/>
                  </a:lnTo>
                  <a:lnTo>
                    <a:pt x="1492647" y="4111278"/>
                  </a:lnTo>
                  <a:lnTo>
                    <a:pt x="1492647" y="4110654"/>
                  </a:lnTo>
                  <a:lnTo>
                    <a:pt x="1492792" y="4110654"/>
                  </a:lnTo>
                  <a:lnTo>
                    <a:pt x="1492938" y="4110654"/>
                  </a:lnTo>
                  <a:lnTo>
                    <a:pt x="1493083" y="4110654"/>
                  </a:lnTo>
                  <a:lnTo>
                    <a:pt x="1493228" y="4110654"/>
                  </a:lnTo>
                  <a:lnTo>
                    <a:pt x="1493374" y="4110654"/>
                  </a:lnTo>
                  <a:lnTo>
                    <a:pt x="1493519" y="4110654"/>
                  </a:lnTo>
                  <a:lnTo>
                    <a:pt x="1493665" y="4110654"/>
                  </a:lnTo>
                  <a:lnTo>
                    <a:pt x="1493810" y="4110654"/>
                  </a:lnTo>
                  <a:lnTo>
                    <a:pt x="1493956" y="4110654"/>
                  </a:lnTo>
                  <a:lnTo>
                    <a:pt x="1494101" y="4110654"/>
                  </a:lnTo>
                  <a:lnTo>
                    <a:pt x="1494246" y="4110654"/>
                  </a:lnTo>
                  <a:lnTo>
                    <a:pt x="1494392" y="4110654"/>
                  </a:lnTo>
                  <a:lnTo>
                    <a:pt x="1494537" y="4110654"/>
                  </a:lnTo>
                  <a:lnTo>
                    <a:pt x="1494683" y="4110654"/>
                  </a:lnTo>
                  <a:lnTo>
                    <a:pt x="1494683" y="4110031"/>
                  </a:lnTo>
                  <a:lnTo>
                    <a:pt x="1494683" y="4109407"/>
                  </a:lnTo>
                  <a:lnTo>
                    <a:pt x="1494683" y="4108783"/>
                  </a:lnTo>
                  <a:lnTo>
                    <a:pt x="1494828" y="4108783"/>
                  </a:lnTo>
                  <a:lnTo>
                    <a:pt x="1494974" y="4108783"/>
                  </a:lnTo>
                  <a:lnTo>
                    <a:pt x="1495119" y="4108783"/>
                  </a:lnTo>
                  <a:lnTo>
                    <a:pt x="1495119" y="4108160"/>
                  </a:lnTo>
                  <a:lnTo>
                    <a:pt x="1495264" y="4108160"/>
                  </a:lnTo>
                  <a:lnTo>
                    <a:pt x="1495410" y="4108160"/>
                  </a:lnTo>
                  <a:lnTo>
                    <a:pt x="1495555" y="4108160"/>
                  </a:lnTo>
                  <a:lnTo>
                    <a:pt x="1495701" y="4108160"/>
                  </a:lnTo>
                  <a:lnTo>
                    <a:pt x="1495701" y="4107536"/>
                  </a:lnTo>
                  <a:lnTo>
                    <a:pt x="1495846" y="4107536"/>
                  </a:lnTo>
                  <a:lnTo>
                    <a:pt x="1495992" y="4107536"/>
                  </a:lnTo>
                  <a:lnTo>
                    <a:pt x="1496137" y="4107536"/>
                  </a:lnTo>
                  <a:lnTo>
                    <a:pt x="1496282" y="4107536"/>
                  </a:lnTo>
                  <a:lnTo>
                    <a:pt x="1496282" y="4106913"/>
                  </a:lnTo>
                  <a:lnTo>
                    <a:pt x="1496428" y="4106913"/>
                  </a:lnTo>
                  <a:lnTo>
                    <a:pt x="1496573" y="4106913"/>
                  </a:lnTo>
                  <a:lnTo>
                    <a:pt x="1496719" y="4106913"/>
                  </a:lnTo>
                  <a:lnTo>
                    <a:pt x="1496864" y="4106913"/>
                  </a:lnTo>
                  <a:lnTo>
                    <a:pt x="1497010" y="4106913"/>
                  </a:lnTo>
                  <a:lnTo>
                    <a:pt x="1497155" y="4106913"/>
                  </a:lnTo>
                  <a:lnTo>
                    <a:pt x="1497300" y="4106913"/>
                  </a:lnTo>
                  <a:lnTo>
                    <a:pt x="1497300" y="4106289"/>
                  </a:lnTo>
                  <a:lnTo>
                    <a:pt x="1497446" y="4106289"/>
                  </a:lnTo>
                  <a:lnTo>
                    <a:pt x="1497591" y="4106289"/>
                  </a:lnTo>
                  <a:lnTo>
                    <a:pt x="1497737" y="4106289"/>
                  </a:lnTo>
                  <a:lnTo>
                    <a:pt x="1497882" y="4106289"/>
                  </a:lnTo>
                  <a:lnTo>
                    <a:pt x="1498028" y="4106289"/>
                  </a:lnTo>
                  <a:lnTo>
                    <a:pt x="1498173" y="4106289"/>
                  </a:lnTo>
                  <a:lnTo>
                    <a:pt x="1498318" y="4106289"/>
                  </a:lnTo>
                  <a:lnTo>
                    <a:pt x="1498464" y="4106289"/>
                  </a:lnTo>
                  <a:lnTo>
                    <a:pt x="1498609" y="4106289"/>
                  </a:lnTo>
                  <a:lnTo>
                    <a:pt x="1498755" y="4106289"/>
                  </a:lnTo>
                  <a:lnTo>
                    <a:pt x="1498900" y="4106289"/>
                  </a:lnTo>
                  <a:lnTo>
                    <a:pt x="1499045" y="4106289"/>
                  </a:lnTo>
                  <a:lnTo>
                    <a:pt x="1499045" y="4105665"/>
                  </a:lnTo>
                  <a:lnTo>
                    <a:pt x="1499191" y="4105665"/>
                  </a:lnTo>
                  <a:lnTo>
                    <a:pt x="1499191" y="4105042"/>
                  </a:lnTo>
                  <a:lnTo>
                    <a:pt x="1499191" y="4104418"/>
                  </a:lnTo>
                  <a:lnTo>
                    <a:pt x="1499336" y="4104418"/>
                  </a:lnTo>
                  <a:lnTo>
                    <a:pt x="1499336" y="4103795"/>
                  </a:lnTo>
                  <a:lnTo>
                    <a:pt x="1499336" y="4103171"/>
                  </a:lnTo>
                  <a:lnTo>
                    <a:pt x="1499482" y="4103171"/>
                  </a:lnTo>
                  <a:lnTo>
                    <a:pt x="1499627" y="4103171"/>
                  </a:lnTo>
                  <a:lnTo>
                    <a:pt x="1499773" y="4103171"/>
                  </a:lnTo>
                  <a:lnTo>
                    <a:pt x="1499918" y="4103171"/>
                  </a:lnTo>
                  <a:lnTo>
                    <a:pt x="1500063" y="4103171"/>
                  </a:lnTo>
                  <a:lnTo>
                    <a:pt x="1500209" y="4103171"/>
                  </a:lnTo>
                  <a:lnTo>
                    <a:pt x="1500354" y="4103171"/>
                  </a:lnTo>
                  <a:lnTo>
                    <a:pt x="1500500" y="4103171"/>
                  </a:lnTo>
                  <a:lnTo>
                    <a:pt x="1500500" y="4102548"/>
                  </a:lnTo>
                  <a:lnTo>
                    <a:pt x="1500645" y="4102548"/>
                  </a:lnTo>
                  <a:lnTo>
                    <a:pt x="1500791" y="4102548"/>
                  </a:lnTo>
                  <a:lnTo>
                    <a:pt x="1500936" y="4102548"/>
                  </a:lnTo>
                  <a:lnTo>
                    <a:pt x="1501081" y="4102548"/>
                  </a:lnTo>
                  <a:lnTo>
                    <a:pt x="1501227" y="4102548"/>
                  </a:lnTo>
                  <a:lnTo>
                    <a:pt x="1501372" y="4102548"/>
                  </a:lnTo>
                  <a:lnTo>
                    <a:pt x="1501518" y="4102548"/>
                  </a:lnTo>
                  <a:lnTo>
                    <a:pt x="1501663" y="4102548"/>
                  </a:lnTo>
                  <a:lnTo>
                    <a:pt x="1501809" y="4102548"/>
                  </a:lnTo>
                  <a:lnTo>
                    <a:pt x="1501954" y="4102548"/>
                  </a:lnTo>
                  <a:lnTo>
                    <a:pt x="1502099" y="4102548"/>
                  </a:lnTo>
                  <a:lnTo>
                    <a:pt x="1502245" y="4102548"/>
                  </a:lnTo>
                  <a:lnTo>
                    <a:pt x="1502390" y="4102548"/>
                  </a:lnTo>
                  <a:lnTo>
                    <a:pt x="1502536" y="4102548"/>
                  </a:lnTo>
                  <a:lnTo>
                    <a:pt x="1502681" y="4102548"/>
                  </a:lnTo>
                  <a:lnTo>
                    <a:pt x="1502827" y="4102548"/>
                  </a:lnTo>
                  <a:lnTo>
                    <a:pt x="1502972" y="4102548"/>
                  </a:lnTo>
                  <a:lnTo>
                    <a:pt x="1503117" y="4102548"/>
                  </a:lnTo>
                  <a:lnTo>
                    <a:pt x="1503263" y="4102548"/>
                  </a:lnTo>
                  <a:lnTo>
                    <a:pt x="1503408" y="4102548"/>
                  </a:lnTo>
                  <a:lnTo>
                    <a:pt x="1503554" y="4102548"/>
                  </a:lnTo>
                  <a:lnTo>
                    <a:pt x="1503699" y="4102548"/>
                  </a:lnTo>
                  <a:lnTo>
                    <a:pt x="1503845" y="4102548"/>
                  </a:lnTo>
                  <a:lnTo>
                    <a:pt x="1503990" y="4102548"/>
                  </a:lnTo>
                  <a:lnTo>
                    <a:pt x="1504135" y="4102548"/>
                  </a:lnTo>
                  <a:lnTo>
                    <a:pt x="1504281" y="4102548"/>
                  </a:lnTo>
                  <a:lnTo>
                    <a:pt x="1504281" y="4101924"/>
                  </a:lnTo>
                  <a:lnTo>
                    <a:pt x="1504426" y="4101924"/>
                  </a:lnTo>
                  <a:lnTo>
                    <a:pt x="1504572" y="4101924"/>
                  </a:lnTo>
                  <a:lnTo>
                    <a:pt x="1504572" y="4101300"/>
                  </a:lnTo>
                  <a:lnTo>
                    <a:pt x="1504717" y="4101300"/>
                  </a:lnTo>
                  <a:lnTo>
                    <a:pt x="1504863" y="4101300"/>
                  </a:lnTo>
                  <a:lnTo>
                    <a:pt x="1504863" y="4100677"/>
                  </a:lnTo>
                  <a:lnTo>
                    <a:pt x="1505008" y="4100677"/>
                  </a:lnTo>
                  <a:lnTo>
                    <a:pt x="1505153" y="4100677"/>
                  </a:lnTo>
                  <a:lnTo>
                    <a:pt x="1505299" y="4100677"/>
                  </a:lnTo>
                  <a:lnTo>
                    <a:pt x="1505444" y="4100677"/>
                  </a:lnTo>
                  <a:lnTo>
                    <a:pt x="1505444" y="4100053"/>
                  </a:lnTo>
                  <a:lnTo>
                    <a:pt x="1505590" y="4100053"/>
                  </a:lnTo>
                  <a:lnTo>
                    <a:pt x="1505590" y="4099430"/>
                  </a:lnTo>
                  <a:lnTo>
                    <a:pt x="1505735" y="4099430"/>
                  </a:lnTo>
                  <a:lnTo>
                    <a:pt x="1505880" y="4099430"/>
                  </a:lnTo>
                  <a:lnTo>
                    <a:pt x="1506026" y="4099430"/>
                  </a:lnTo>
                  <a:lnTo>
                    <a:pt x="1506171" y="4099430"/>
                  </a:lnTo>
                  <a:lnTo>
                    <a:pt x="1506171" y="4098806"/>
                  </a:lnTo>
                  <a:lnTo>
                    <a:pt x="1506317" y="4098806"/>
                  </a:lnTo>
                  <a:lnTo>
                    <a:pt x="1506462" y="4098806"/>
                  </a:lnTo>
                  <a:lnTo>
                    <a:pt x="1506462" y="4098183"/>
                  </a:lnTo>
                  <a:lnTo>
                    <a:pt x="1506462" y="4097559"/>
                  </a:lnTo>
                  <a:lnTo>
                    <a:pt x="1506608" y="4097559"/>
                  </a:lnTo>
                  <a:lnTo>
                    <a:pt x="1506608" y="4096935"/>
                  </a:lnTo>
                  <a:lnTo>
                    <a:pt x="1506608" y="4096312"/>
                  </a:lnTo>
                  <a:lnTo>
                    <a:pt x="1506753" y="4096312"/>
                  </a:lnTo>
                  <a:lnTo>
                    <a:pt x="1506753" y="4095688"/>
                  </a:lnTo>
                  <a:lnTo>
                    <a:pt x="1506898" y="4095688"/>
                  </a:lnTo>
                  <a:lnTo>
                    <a:pt x="1507044" y="4095688"/>
                  </a:lnTo>
                  <a:lnTo>
                    <a:pt x="1507189" y="4095688"/>
                  </a:lnTo>
                  <a:lnTo>
                    <a:pt x="1507335" y="4095688"/>
                  </a:lnTo>
                  <a:lnTo>
                    <a:pt x="1507480" y="4095688"/>
                  </a:lnTo>
                  <a:lnTo>
                    <a:pt x="1507480" y="4095065"/>
                  </a:lnTo>
                  <a:lnTo>
                    <a:pt x="1507480" y="4094441"/>
                  </a:lnTo>
                  <a:lnTo>
                    <a:pt x="1507626" y="4094441"/>
                  </a:lnTo>
                  <a:lnTo>
                    <a:pt x="1507771" y="4094441"/>
                  </a:lnTo>
                  <a:lnTo>
                    <a:pt x="1507916" y="4094441"/>
                  </a:lnTo>
                  <a:lnTo>
                    <a:pt x="1508062" y="4094441"/>
                  </a:lnTo>
                  <a:lnTo>
                    <a:pt x="1508207" y="4094441"/>
                  </a:lnTo>
                  <a:lnTo>
                    <a:pt x="1508353" y="4094441"/>
                  </a:lnTo>
                  <a:lnTo>
                    <a:pt x="1508498" y="4094441"/>
                  </a:lnTo>
                  <a:lnTo>
                    <a:pt x="1508644" y="4094441"/>
                  </a:lnTo>
                  <a:lnTo>
                    <a:pt x="1508789" y="4094441"/>
                  </a:lnTo>
                  <a:lnTo>
                    <a:pt x="1508789" y="4093817"/>
                  </a:lnTo>
                  <a:lnTo>
                    <a:pt x="1508934" y="4093817"/>
                  </a:lnTo>
                  <a:lnTo>
                    <a:pt x="1509080" y="4093817"/>
                  </a:lnTo>
                  <a:lnTo>
                    <a:pt x="1509225" y="4093817"/>
                  </a:lnTo>
                  <a:lnTo>
                    <a:pt x="1509225" y="4093194"/>
                  </a:lnTo>
                  <a:lnTo>
                    <a:pt x="1509371" y="4093194"/>
                  </a:lnTo>
                  <a:lnTo>
                    <a:pt x="1509516" y="4093194"/>
                  </a:lnTo>
                  <a:lnTo>
                    <a:pt x="1509662" y="4093194"/>
                  </a:lnTo>
                  <a:lnTo>
                    <a:pt x="1509807" y="4093194"/>
                  </a:lnTo>
                  <a:lnTo>
                    <a:pt x="1509807" y="4092570"/>
                  </a:lnTo>
                  <a:lnTo>
                    <a:pt x="1509952" y="4092570"/>
                  </a:lnTo>
                  <a:lnTo>
                    <a:pt x="1509952" y="4091947"/>
                  </a:lnTo>
                  <a:lnTo>
                    <a:pt x="1510098" y="4091947"/>
                  </a:lnTo>
                  <a:lnTo>
                    <a:pt x="1510098" y="4091323"/>
                  </a:lnTo>
                  <a:lnTo>
                    <a:pt x="1510243" y="4091323"/>
                  </a:lnTo>
                  <a:lnTo>
                    <a:pt x="1510243" y="4090700"/>
                  </a:lnTo>
                  <a:lnTo>
                    <a:pt x="1510243" y="4090076"/>
                  </a:lnTo>
                  <a:lnTo>
                    <a:pt x="1510389" y="4090076"/>
                  </a:lnTo>
                  <a:lnTo>
                    <a:pt x="1510534" y="4090076"/>
                  </a:lnTo>
                  <a:lnTo>
                    <a:pt x="1510680" y="4090076"/>
                  </a:lnTo>
                  <a:lnTo>
                    <a:pt x="1510825" y="4090076"/>
                  </a:lnTo>
                  <a:lnTo>
                    <a:pt x="1510970" y="4090076"/>
                  </a:lnTo>
                  <a:lnTo>
                    <a:pt x="1510970" y="4089452"/>
                  </a:lnTo>
                  <a:lnTo>
                    <a:pt x="1511116" y="4089452"/>
                  </a:lnTo>
                  <a:lnTo>
                    <a:pt x="1511261" y="4089452"/>
                  </a:lnTo>
                  <a:lnTo>
                    <a:pt x="1511261" y="4088829"/>
                  </a:lnTo>
                  <a:lnTo>
                    <a:pt x="1511407" y="4088829"/>
                  </a:lnTo>
                  <a:lnTo>
                    <a:pt x="1511552" y="4088829"/>
                  </a:lnTo>
                  <a:lnTo>
                    <a:pt x="1511698" y="4088829"/>
                  </a:lnTo>
                  <a:lnTo>
                    <a:pt x="1511843" y="4088829"/>
                  </a:lnTo>
                  <a:lnTo>
                    <a:pt x="1511988" y="4088829"/>
                  </a:lnTo>
                  <a:lnTo>
                    <a:pt x="1512134" y="4088829"/>
                  </a:lnTo>
                  <a:lnTo>
                    <a:pt x="1512279" y="4088829"/>
                  </a:lnTo>
                  <a:lnTo>
                    <a:pt x="1512425" y="4088829"/>
                  </a:lnTo>
                  <a:lnTo>
                    <a:pt x="1512570" y="4088829"/>
                  </a:lnTo>
                  <a:lnTo>
                    <a:pt x="1512570" y="4088205"/>
                  </a:lnTo>
                  <a:lnTo>
                    <a:pt x="1512715" y="4088205"/>
                  </a:lnTo>
                  <a:lnTo>
                    <a:pt x="1512715" y="4087582"/>
                  </a:lnTo>
                  <a:lnTo>
                    <a:pt x="1512861" y="4087582"/>
                  </a:lnTo>
                  <a:lnTo>
                    <a:pt x="1513006" y="4087582"/>
                  </a:lnTo>
                  <a:lnTo>
                    <a:pt x="1513152" y="4087582"/>
                  </a:lnTo>
                  <a:lnTo>
                    <a:pt x="1513297" y="4087582"/>
                  </a:lnTo>
                  <a:lnTo>
                    <a:pt x="1513443" y="4087582"/>
                  </a:lnTo>
                  <a:lnTo>
                    <a:pt x="1513443" y="4086958"/>
                  </a:lnTo>
                  <a:lnTo>
                    <a:pt x="1513588" y="4086958"/>
                  </a:lnTo>
                  <a:lnTo>
                    <a:pt x="1513733" y="4086958"/>
                  </a:lnTo>
                  <a:lnTo>
                    <a:pt x="1513733" y="4086334"/>
                  </a:lnTo>
                  <a:lnTo>
                    <a:pt x="1513733" y="4085711"/>
                  </a:lnTo>
                  <a:lnTo>
                    <a:pt x="1513879" y="4085711"/>
                  </a:lnTo>
                  <a:lnTo>
                    <a:pt x="1514024" y="4085711"/>
                  </a:lnTo>
                  <a:lnTo>
                    <a:pt x="1514170" y="4085711"/>
                  </a:lnTo>
                  <a:lnTo>
                    <a:pt x="1514170" y="4085087"/>
                  </a:lnTo>
                  <a:lnTo>
                    <a:pt x="1514170" y="4084464"/>
                  </a:lnTo>
                  <a:lnTo>
                    <a:pt x="1514315" y="4084464"/>
                  </a:lnTo>
                  <a:lnTo>
                    <a:pt x="1514461" y="4084464"/>
                  </a:lnTo>
                  <a:lnTo>
                    <a:pt x="1514606" y="4084464"/>
                  </a:lnTo>
                  <a:lnTo>
                    <a:pt x="1514751" y="4084464"/>
                  </a:lnTo>
                  <a:lnTo>
                    <a:pt x="1514751" y="4083840"/>
                  </a:lnTo>
                  <a:lnTo>
                    <a:pt x="1514897" y="4083840"/>
                  </a:lnTo>
                  <a:lnTo>
                    <a:pt x="1514897" y="4083217"/>
                  </a:lnTo>
                  <a:lnTo>
                    <a:pt x="1515042" y="4083217"/>
                  </a:lnTo>
                  <a:lnTo>
                    <a:pt x="1515042" y="4082593"/>
                  </a:lnTo>
                  <a:lnTo>
                    <a:pt x="1515042" y="4081969"/>
                  </a:lnTo>
                  <a:lnTo>
                    <a:pt x="1515188" y="4081969"/>
                  </a:lnTo>
                  <a:lnTo>
                    <a:pt x="1515333" y="4081969"/>
                  </a:lnTo>
                  <a:lnTo>
                    <a:pt x="1515333" y="4081346"/>
                  </a:lnTo>
                  <a:lnTo>
                    <a:pt x="1515479" y="4081346"/>
                  </a:lnTo>
                  <a:lnTo>
                    <a:pt x="1515624" y="4081346"/>
                  </a:lnTo>
                  <a:lnTo>
                    <a:pt x="1515769" y="4081346"/>
                  </a:lnTo>
                  <a:lnTo>
                    <a:pt x="1515915" y="4081346"/>
                  </a:lnTo>
                  <a:lnTo>
                    <a:pt x="1516060" y="4081346"/>
                  </a:lnTo>
                  <a:lnTo>
                    <a:pt x="1516060" y="4080722"/>
                  </a:lnTo>
                  <a:lnTo>
                    <a:pt x="1516206" y="4080722"/>
                  </a:lnTo>
                  <a:lnTo>
                    <a:pt x="1516206" y="4080099"/>
                  </a:lnTo>
                  <a:lnTo>
                    <a:pt x="1516351" y="4080099"/>
                  </a:lnTo>
                  <a:lnTo>
                    <a:pt x="1516351" y="4079475"/>
                  </a:lnTo>
                  <a:lnTo>
                    <a:pt x="1516497" y="4079475"/>
                  </a:lnTo>
                  <a:lnTo>
                    <a:pt x="1516497" y="4078851"/>
                  </a:lnTo>
                  <a:lnTo>
                    <a:pt x="1516642" y="4078851"/>
                  </a:lnTo>
                  <a:lnTo>
                    <a:pt x="1516787" y="4078851"/>
                  </a:lnTo>
                  <a:lnTo>
                    <a:pt x="1516933" y="4078851"/>
                  </a:lnTo>
                  <a:lnTo>
                    <a:pt x="1517078" y="4078851"/>
                  </a:lnTo>
                  <a:lnTo>
                    <a:pt x="1517224" y="4078851"/>
                  </a:lnTo>
                  <a:lnTo>
                    <a:pt x="1517369" y="4078851"/>
                  </a:lnTo>
                  <a:lnTo>
                    <a:pt x="1517515" y="4078851"/>
                  </a:lnTo>
                  <a:lnTo>
                    <a:pt x="1517660" y="4078851"/>
                  </a:lnTo>
                  <a:lnTo>
                    <a:pt x="1517660" y="4078228"/>
                  </a:lnTo>
                  <a:lnTo>
                    <a:pt x="1517805" y="4078228"/>
                  </a:lnTo>
                  <a:lnTo>
                    <a:pt x="1517951" y="4078228"/>
                  </a:lnTo>
                  <a:lnTo>
                    <a:pt x="1517951" y="4077604"/>
                  </a:lnTo>
                  <a:lnTo>
                    <a:pt x="1517951" y="4076981"/>
                  </a:lnTo>
                  <a:lnTo>
                    <a:pt x="1518096" y="4076981"/>
                  </a:lnTo>
                  <a:lnTo>
                    <a:pt x="1518242" y="4076981"/>
                  </a:lnTo>
                  <a:lnTo>
                    <a:pt x="1518387" y="4076981"/>
                  </a:lnTo>
                  <a:lnTo>
                    <a:pt x="1518533" y="4076981"/>
                  </a:lnTo>
                  <a:lnTo>
                    <a:pt x="1518533" y="4076357"/>
                  </a:lnTo>
                  <a:lnTo>
                    <a:pt x="1518678" y="4076357"/>
                  </a:lnTo>
                  <a:lnTo>
                    <a:pt x="1518823" y="4076357"/>
                  </a:lnTo>
                  <a:lnTo>
                    <a:pt x="1518969" y="4076357"/>
                  </a:lnTo>
                  <a:lnTo>
                    <a:pt x="1519114" y="4076357"/>
                  </a:lnTo>
                  <a:lnTo>
                    <a:pt x="1519260" y="4076357"/>
                  </a:lnTo>
                  <a:lnTo>
                    <a:pt x="1519405" y="4076357"/>
                  </a:lnTo>
                  <a:lnTo>
                    <a:pt x="1519550" y="4076357"/>
                  </a:lnTo>
                  <a:lnTo>
                    <a:pt x="1519696" y="4076357"/>
                  </a:lnTo>
                  <a:lnTo>
                    <a:pt x="1519841" y="4076357"/>
                  </a:lnTo>
                  <a:lnTo>
                    <a:pt x="1519987" y="4076357"/>
                  </a:lnTo>
                  <a:lnTo>
                    <a:pt x="1520132" y="4076357"/>
                  </a:lnTo>
                  <a:lnTo>
                    <a:pt x="1520278" y="4076357"/>
                  </a:lnTo>
                  <a:lnTo>
                    <a:pt x="1520423" y="4076357"/>
                  </a:lnTo>
                  <a:lnTo>
                    <a:pt x="1520568" y="4076357"/>
                  </a:lnTo>
                  <a:lnTo>
                    <a:pt x="1520714" y="4076357"/>
                  </a:lnTo>
                  <a:lnTo>
                    <a:pt x="1520859" y="4076357"/>
                  </a:lnTo>
                  <a:lnTo>
                    <a:pt x="1521005" y="4076357"/>
                  </a:lnTo>
                  <a:lnTo>
                    <a:pt x="1521150" y="4076357"/>
                  </a:lnTo>
                  <a:lnTo>
                    <a:pt x="1521296" y="4076357"/>
                  </a:lnTo>
                  <a:lnTo>
                    <a:pt x="1521296" y="4075734"/>
                  </a:lnTo>
                  <a:lnTo>
                    <a:pt x="1521441" y="4075734"/>
                  </a:lnTo>
                  <a:lnTo>
                    <a:pt x="1521441" y="4075110"/>
                  </a:lnTo>
                  <a:lnTo>
                    <a:pt x="1521586" y="4075110"/>
                  </a:lnTo>
                  <a:lnTo>
                    <a:pt x="1521586" y="4074486"/>
                  </a:lnTo>
                  <a:lnTo>
                    <a:pt x="1521732" y="4074486"/>
                  </a:lnTo>
                  <a:lnTo>
                    <a:pt x="1521877" y="4074486"/>
                  </a:lnTo>
                  <a:lnTo>
                    <a:pt x="1522023" y="4074486"/>
                  </a:lnTo>
                  <a:lnTo>
                    <a:pt x="1522168" y="4074486"/>
                  </a:lnTo>
                  <a:lnTo>
                    <a:pt x="1522314" y="4074486"/>
                  </a:lnTo>
                  <a:lnTo>
                    <a:pt x="1522459" y="4074486"/>
                  </a:lnTo>
                  <a:lnTo>
                    <a:pt x="1522604" y="4074486"/>
                  </a:lnTo>
                  <a:lnTo>
                    <a:pt x="1522750" y="4074486"/>
                  </a:lnTo>
                  <a:lnTo>
                    <a:pt x="1522895" y="4074486"/>
                  </a:lnTo>
                  <a:lnTo>
                    <a:pt x="1522895" y="4073863"/>
                  </a:lnTo>
                  <a:lnTo>
                    <a:pt x="1523041" y="4073863"/>
                  </a:lnTo>
                  <a:lnTo>
                    <a:pt x="1523186" y="4073863"/>
                  </a:lnTo>
                  <a:lnTo>
                    <a:pt x="1523332" y="4073863"/>
                  </a:lnTo>
                  <a:lnTo>
                    <a:pt x="1523477" y="4073863"/>
                  </a:lnTo>
                  <a:lnTo>
                    <a:pt x="1523622" y="4073863"/>
                  </a:lnTo>
                  <a:lnTo>
                    <a:pt x="1523768" y="4073863"/>
                  </a:lnTo>
                  <a:lnTo>
                    <a:pt x="1523913" y="4073863"/>
                  </a:lnTo>
                  <a:lnTo>
                    <a:pt x="1523913" y="4073239"/>
                  </a:lnTo>
                  <a:lnTo>
                    <a:pt x="1524059" y="4073239"/>
                  </a:lnTo>
                  <a:lnTo>
                    <a:pt x="1524059" y="4072616"/>
                  </a:lnTo>
                  <a:lnTo>
                    <a:pt x="1524204" y="4072616"/>
                  </a:lnTo>
                  <a:lnTo>
                    <a:pt x="1524350" y="4072616"/>
                  </a:lnTo>
                  <a:lnTo>
                    <a:pt x="1524495" y="4072616"/>
                  </a:lnTo>
                  <a:lnTo>
                    <a:pt x="1524495" y="4071992"/>
                  </a:lnTo>
                  <a:lnTo>
                    <a:pt x="1524640" y="4071992"/>
                  </a:lnTo>
                  <a:lnTo>
                    <a:pt x="1524786" y="4071992"/>
                  </a:lnTo>
                  <a:lnTo>
                    <a:pt x="1524931" y="4071992"/>
                  </a:lnTo>
                  <a:lnTo>
                    <a:pt x="1524931" y="4071368"/>
                  </a:lnTo>
                  <a:lnTo>
                    <a:pt x="1525077" y="4071368"/>
                  </a:lnTo>
                  <a:lnTo>
                    <a:pt x="1525222" y="4071368"/>
                  </a:lnTo>
                  <a:lnTo>
                    <a:pt x="1525368" y="4071368"/>
                  </a:lnTo>
                  <a:lnTo>
                    <a:pt x="1525513" y="4071368"/>
                  </a:lnTo>
                  <a:lnTo>
                    <a:pt x="1525658" y="4071368"/>
                  </a:lnTo>
                  <a:lnTo>
                    <a:pt x="1525658" y="4070745"/>
                  </a:lnTo>
                  <a:lnTo>
                    <a:pt x="1525658" y="4070121"/>
                  </a:lnTo>
                  <a:lnTo>
                    <a:pt x="1525804" y="4070121"/>
                  </a:lnTo>
                  <a:lnTo>
                    <a:pt x="1525804" y="4069498"/>
                  </a:lnTo>
                  <a:lnTo>
                    <a:pt x="1525949" y="4069498"/>
                  </a:lnTo>
                  <a:lnTo>
                    <a:pt x="1526095" y="4069498"/>
                  </a:lnTo>
                  <a:lnTo>
                    <a:pt x="1526240" y="4069498"/>
                  </a:lnTo>
                  <a:lnTo>
                    <a:pt x="1526385" y="4069498"/>
                  </a:lnTo>
                  <a:lnTo>
                    <a:pt x="1526385" y="4068874"/>
                  </a:lnTo>
                  <a:lnTo>
                    <a:pt x="1526385" y="4068251"/>
                  </a:lnTo>
                  <a:lnTo>
                    <a:pt x="1526531" y="4068251"/>
                  </a:lnTo>
                  <a:lnTo>
                    <a:pt x="1526676" y="4068251"/>
                  </a:lnTo>
                  <a:lnTo>
                    <a:pt x="1526822" y="4068251"/>
                  </a:lnTo>
                  <a:lnTo>
                    <a:pt x="1526967" y="4068251"/>
                  </a:lnTo>
                  <a:lnTo>
                    <a:pt x="1527113" y="4068251"/>
                  </a:lnTo>
                  <a:lnTo>
                    <a:pt x="1527113" y="4067627"/>
                  </a:lnTo>
                  <a:lnTo>
                    <a:pt x="1527258" y="4067627"/>
                  </a:lnTo>
                  <a:lnTo>
                    <a:pt x="1527258" y="4067003"/>
                  </a:lnTo>
                  <a:lnTo>
                    <a:pt x="1527403" y="4067003"/>
                  </a:lnTo>
                  <a:lnTo>
                    <a:pt x="1527549" y="4067003"/>
                  </a:lnTo>
                  <a:lnTo>
                    <a:pt x="1527694" y="4067003"/>
                  </a:lnTo>
                  <a:lnTo>
                    <a:pt x="1527840" y="4067003"/>
                  </a:lnTo>
                  <a:lnTo>
                    <a:pt x="1527985" y="4067003"/>
                  </a:lnTo>
                  <a:lnTo>
                    <a:pt x="1528131" y="4067003"/>
                  </a:lnTo>
                  <a:lnTo>
                    <a:pt x="1528276" y="4067003"/>
                  </a:lnTo>
                  <a:lnTo>
                    <a:pt x="1528421" y="4067003"/>
                  </a:lnTo>
                  <a:lnTo>
                    <a:pt x="1528567" y="4067003"/>
                  </a:lnTo>
                  <a:lnTo>
                    <a:pt x="1528712" y="4067003"/>
                  </a:lnTo>
                  <a:lnTo>
                    <a:pt x="1528712" y="4066380"/>
                  </a:lnTo>
                  <a:lnTo>
                    <a:pt x="1528858" y="4066380"/>
                  </a:lnTo>
                  <a:lnTo>
                    <a:pt x="1529003" y="4066380"/>
                  </a:lnTo>
                  <a:lnTo>
                    <a:pt x="1529003" y="4065756"/>
                  </a:lnTo>
                  <a:lnTo>
                    <a:pt x="1529003" y="4065133"/>
                  </a:lnTo>
                  <a:lnTo>
                    <a:pt x="1529149" y="4065133"/>
                  </a:lnTo>
                  <a:lnTo>
                    <a:pt x="1529294" y="4065133"/>
                  </a:lnTo>
                  <a:lnTo>
                    <a:pt x="1529439" y="4065133"/>
                  </a:lnTo>
                  <a:lnTo>
                    <a:pt x="1529439" y="4064509"/>
                  </a:lnTo>
                  <a:lnTo>
                    <a:pt x="1529585" y="4064509"/>
                  </a:lnTo>
                  <a:lnTo>
                    <a:pt x="1529730" y="4064509"/>
                  </a:lnTo>
                  <a:lnTo>
                    <a:pt x="1529876" y="4064509"/>
                  </a:lnTo>
                  <a:lnTo>
                    <a:pt x="1530021" y="4064509"/>
                  </a:lnTo>
                  <a:lnTo>
                    <a:pt x="1530167" y="4064509"/>
                  </a:lnTo>
                  <a:lnTo>
                    <a:pt x="1530312" y="4064509"/>
                  </a:lnTo>
                  <a:lnTo>
                    <a:pt x="1530457" y="4064509"/>
                  </a:lnTo>
                  <a:lnTo>
                    <a:pt x="1530457" y="4063885"/>
                  </a:lnTo>
                  <a:lnTo>
                    <a:pt x="1530603" y="4063885"/>
                  </a:lnTo>
                  <a:lnTo>
                    <a:pt x="1530748" y="4063885"/>
                  </a:lnTo>
                  <a:lnTo>
                    <a:pt x="1530894" y="4063885"/>
                  </a:lnTo>
                  <a:lnTo>
                    <a:pt x="1531039" y="4063885"/>
                  </a:lnTo>
                  <a:lnTo>
                    <a:pt x="1531185" y="4063885"/>
                  </a:lnTo>
                  <a:lnTo>
                    <a:pt x="1531330" y="4063885"/>
                  </a:lnTo>
                  <a:lnTo>
                    <a:pt x="1531475" y="4063885"/>
                  </a:lnTo>
                  <a:lnTo>
                    <a:pt x="1531621" y="4063885"/>
                  </a:lnTo>
                  <a:lnTo>
                    <a:pt x="1531621" y="4063262"/>
                  </a:lnTo>
                  <a:lnTo>
                    <a:pt x="1531766" y="4063262"/>
                  </a:lnTo>
                  <a:lnTo>
                    <a:pt x="1531912" y="4063262"/>
                  </a:lnTo>
                  <a:lnTo>
                    <a:pt x="1532057" y="4063262"/>
                  </a:lnTo>
                  <a:lnTo>
                    <a:pt x="1532203" y="4063262"/>
                  </a:lnTo>
                  <a:lnTo>
                    <a:pt x="1532348" y="4063262"/>
                  </a:lnTo>
                  <a:lnTo>
                    <a:pt x="1532493" y="4063262"/>
                  </a:lnTo>
                  <a:lnTo>
                    <a:pt x="1532639" y="4063262"/>
                  </a:lnTo>
                  <a:lnTo>
                    <a:pt x="1532639" y="4062638"/>
                  </a:lnTo>
                  <a:lnTo>
                    <a:pt x="1532784" y="4062638"/>
                  </a:lnTo>
                  <a:lnTo>
                    <a:pt x="1532930" y="4062638"/>
                  </a:lnTo>
                  <a:lnTo>
                    <a:pt x="1533075" y="4062638"/>
                  </a:lnTo>
                  <a:lnTo>
                    <a:pt x="1533220" y="4062638"/>
                  </a:lnTo>
                  <a:lnTo>
                    <a:pt x="1533220" y="4062015"/>
                  </a:lnTo>
                  <a:lnTo>
                    <a:pt x="1533366" y="4062015"/>
                  </a:lnTo>
                  <a:lnTo>
                    <a:pt x="1533511" y="4062015"/>
                  </a:lnTo>
                  <a:lnTo>
                    <a:pt x="1533657" y="4062015"/>
                  </a:lnTo>
                  <a:lnTo>
                    <a:pt x="1533657" y="4061391"/>
                  </a:lnTo>
                  <a:lnTo>
                    <a:pt x="1533802" y="4061391"/>
                  </a:lnTo>
                  <a:lnTo>
                    <a:pt x="1533948" y="4061391"/>
                  </a:lnTo>
                  <a:lnTo>
                    <a:pt x="1534093" y="4061391"/>
                  </a:lnTo>
                  <a:lnTo>
                    <a:pt x="1534238" y="4061391"/>
                  </a:lnTo>
                  <a:lnTo>
                    <a:pt x="1534238" y="4060768"/>
                  </a:lnTo>
                  <a:lnTo>
                    <a:pt x="1534384" y="4060768"/>
                  </a:lnTo>
                  <a:lnTo>
                    <a:pt x="1534384" y="4060144"/>
                  </a:lnTo>
                  <a:lnTo>
                    <a:pt x="1534529" y="4060144"/>
                  </a:lnTo>
                  <a:lnTo>
                    <a:pt x="1534675" y="4060144"/>
                  </a:lnTo>
                  <a:lnTo>
                    <a:pt x="1534820" y="4060144"/>
                  </a:lnTo>
                  <a:lnTo>
                    <a:pt x="1534966" y="4060144"/>
                  </a:lnTo>
                  <a:lnTo>
                    <a:pt x="1535111" y="4060144"/>
                  </a:lnTo>
                  <a:lnTo>
                    <a:pt x="1535256" y="4060144"/>
                  </a:lnTo>
                  <a:lnTo>
                    <a:pt x="1535256" y="4059520"/>
                  </a:lnTo>
                  <a:lnTo>
                    <a:pt x="1535402" y="4059520"/>
                  </a:lnTo>
                  <a:lnTo>
                    <a:pt x="1535547" y="4059520"/>
                  </a:lnTo>
                  <a:lnTo>
                    <a:pt x="1535693" y="4059520"/>
                  </a:lnTo>
                  <a:lnTo>
                    <a:pt x="1535838" y="4059520"/>
                  </a:lnTo>
                  <a:lnTo>
                    <a:pt x="1535838" y="4058897"/>
                  </a:lnTo>
                  <a:lnTo>
                    <a:pt x="1535984" y="4058897"/>
                  </a:lnTo>
                  <a:lnTo>
                    <a:pt x="1536129" y="4058897"/>
                  </a:lnTo>
                  <a:lnTo>
                    <a:pt x="1536274" y="4058897"/>
                  </a:lnTo>
                  <a:lnTo>
                    <a:pt x="1536420" y="4058897"/>
                  </a:lnTo>
                  <a:lnTo>
                    <a:pt x="1536420" y="4058273"/>
                  </a:lnTo>
                  <a:lnTo>
                    <a:pt x="1536565" y="4058273"/>
                  </a:lnTo>
                  <a:lnTo>
                    <a:pt x="1536711" y="4058273"/>
                  </a:lnTo>
                  <a:lnTo>
                    <a:pt x="1536856" y="4058273"/>
                  </a:lnTo>
                  <a:lnTo>
                    <a:pt x="1537002" y="4058273"/>
                  </a:lnTo>
                  <a:lnTo>
                    <a:pt x="1537147" y="4058273"/>
                  </a:lnTo>
                  <a:lnTo>
                    <a:pt x="1537292" y="4058273"/>
                  </a:lnTo>
                  <a:lnTo>
                    <a:pt x="1537438" y="4058273"/>
                  </a:lnTo>
                  <a:lnTo>
                    <a:pt x="1537438" y="4057650"/>
                  </a:lnTo>
                  <a:lnTo>
                    <a:pt x="1537583" y="4057650"/>
                  </a:lnTo>
                  <a:lnTo>
                    <a:pt x="1537729" y="4057650"/>
                  </a:lnTo>
                  <a:lnTo>
                    <a:pt x="1537729" y="4057026"/>
                  </a:lnTo>
                  <a:lnTo>
                    <a:pt x="1537874" y="4057026"/>
                  </a:lnTo>
                  <a:lnTo>
                    <a:pt x="1538020" y="4057026"/>
                  </a:lnTo>
                  <a:lnTo>
                    <a:pt x="1538165" y="4057026"/>
                  </a:lnTo>
                  <a:lnTo>
                    <a:pt x="1538310" y="4057026"/>
                  </a:lnTo>
                  <a:lnTo>
                    <a:pt x="1538456" y="4057026"/>
                  </a:lnTo>
                  <a:lnTo>
                    <a:pt x="1538601" y="4057026"/>
                  </a:lnTo>
                  <a:lnTo>
                    <a:pt x="1538747" y="4057026"/>
                  </a:lnTo>
                  <a:lnTo>
                    <a:pt x="1538892" y="4057026"/>
                  </a:lnTo>
                  <a:lnTo>
                    <a:pt x="1539038" y="4057026"/>
                  </a:lnTo>
                  <a:lnTo>
                    <a:pt x="1539183" y="4057026"/>
                  </a:lnTo>
                  <a:lnTo>
                    <a:pt x="1539183" y="4056402"/>
                  </a:lnTo>
                  <a:lnTo>
                    <a:pt x="1539328" y="4056402"/>
                  </a:lnTo>
                  <a:lnTo>
                    <a:pt x="1539474" y="4056402"/>
                  </a:lnTo>
                  <a:lnTo>
                    <a:pt x="1539619" y="4056402"/>
                  </a:lnTo>
                  <a:lnTo>
                    <a:pt x="1539765" y="4056402"/>
                  </a:lnTo>
                  <a:lnTo>
                    <a:pt x="1539910" y="4056402"/>
                  </a:lnTo>
                  <a:lnTo>
                    <a:pt x="1540055" y="4056402"/>
                  </a:lnTo>
                  <a:lnTo>
                    <a:pt x="1540201" y="4056402"/>
                  </a:lnTo>
                  <a:lnTo>
                    <a:pt x="1540346" y="4056402"/>
                  </a:lnTo>
                  <a:lnTo>
                    <a:pt x="1540492" y="4056402"/>
                  </a:lnTo>
                  <a:lnTo>
                    <a:pt x="1540637" y="4056402"/>
                  </a:lnTo>
                  <a:lnTo>
                    <a:pt x="1540637" y="4055779"/>
                  </a:lnTo>
                  <a:lnTo>
                    <a:pt x="1540783" y="4055779"/>
                  </a:lnTo>
                  <a:lnTo>
                    <a:pt x="1540783" y="4055155"/>
                  </a:lnTo>
                  <a:lnTo>
                    <a:pt x="1540928" y="4055155"/>
                  </a:lnTo>
                  <a:lnTo>
                    <a:pt x="1541073" y="4055155"/>
                  </a:lnTo>
                  <a:lnTo>
                    <a:pt x="1541219" y="4055155"/>
                  </a:lnTo>
                  <a:lnTo>
                    <a:pt x="1541364" y="4055155"/>
                  </a:lnTo>
                  <a:lnTo>
                    <a:pt x="1541510" y="4055155"/>
                  </a:lnTo>
                  <a:lnTo>
                    <a:pt x="1541655" y="4055155"/>
                  </a:lnTo>
                  <a:lnTo>
                    <a:pt x="1541801" y="4055155"/>
                  </a:lnTo>
                  <a:lnTo>
                    <a:pt x="1541946" y="4055155"/>
                  </a:lnTo>
                  <a:lnTo>
                    <a:pt x="1542091" y="4055155"/>
                  </a:lnTo>
                  <a:lnTo>
                    <a:pt x="1542237" y="4055155"/>
                  </a:lnTo>
                  <a:lnTo>
                    <a:pt x="1542382" y="4055155"/>
                  </a:lnTo>
                  <a:lnTo>
                    <a:pt x="1542528" y="4055155"/>
                  </a:lnTo>
                  <a:lnTo>
                    <a:pt x="1542528" y="4054532"/>
                  </a:lnTo>
                  <a:lnTo>
                    <a:pt x="1542528" y="4053908"/>
                  </a:lnTo>
                  <a:lnTo>
                    <a:pt x="1542673" y="4053908"/>
                  </a:lnTo>
                  <a:lnTo>
                    <a:pt x="1542819" y="4053908"/>
                  </a:lnTo>
                  <a:lnTo>
                    <a:pt x="1542964" y="4053908"/>
                  </a:lnTo>
                  <a:lnTo>
                    <a:pt x="1543109" y="4053908"/>
                  </a:lnTo>
                  <a:lnTo>
                    <a:pt x="1543109" y="4053285"/>
                  </a:lnTo>
                  <a:lnTo>
                    <a:pt x="1543255" y="4053285"/>
                  </a:lnTo>
                  <a:lnTo>
                    <a:pt x="1543400" y="4053285"/>
                  </a:lnTo>
                  <a:lnTo>
                    <a:pt x="1543546" y="4053285"/>
                  </a:lnTo>
                  <a:lnTo>
                    <a:pt x="1543691" y="4053285"/>
                  </a:lnTo>
                  <a:lnTo>
                    <a:pt x="1543691" y="4052661"/>
                  </a:lnTo>
                  <a:lnTo>
                    <a:pt x="1543691" y="4052037"/>
                  </a:lnTo>
                  <a:lnTo>
                    <a:pt x="1543837" y="4052037"/>
                  </a:lnTo>
                  <a:lnTo>
                    <a:pt x="1543982" y="4052037"/>
                  </a:lnTo>
                  <a:lnTo>
                    <a:pt x="1544127" y="4052037"/>
                  </a:lnTo>
                  <a:lnTo>
                    <a:pt x="1544273" y="4052037"/>
                  </a:lnTo>
                  <a:lnTo>
                    <a:pt x="1544418" y="4052037"/>
                  </a:lnTo>
                  <a:lnTo>
                    <a:pt x="1544564" y="4052037"/>
                  </a:lnTo>
                  <a:lnTo>
                    <a:pt x="1544709" y="4052037"/>
                  </a:lnTo>
                  <a:lnTo>
                    <a:pt x="1544855" y="4052037"/>
                  </a:lnTo>
                  <a:lnTo>
                    <a:pt x="1544855" y="4051414"/>
                  </a:lnTo>
                  <a:lnTo>
                    <a:pt x="1545000" y="4051414"/>
                  </a:lnTo>
                  <a:lnTo>
                    <a:pt x="1545000" y="4050790"/>
                  </a:lnTo>
                  <a:lnTo>
                    <a:pt x="1545145" y="4050790"/>
                  </a:lnTo>
                  <a:lnTo>
                    <a:pt x="1545291" y="4050790"/>
                  </a:lnTo>
                  <a:lnTo>
                    <a:pt x="1545291" y="4050167"/>
                  </a:lnTo>
                  <a:lnTo>
                    <a:pt x="1545291" y="4049543"/>
                  </a:lnTo>
                  <a:lnTo>
                    <a:pt x="1545436" y="4049543"/>
                  </a:lnTo>
                  <a:lnTo>
                    <a:pt x="1545582" y="4049543"/>
                  </a:lnTo>
                  <a:lnTo>
                    <a:pt x="1545727" y="4049543"/>
                  </a:lnTo>
                  <a:lnTo>
                    <a:pt x="1545873" y="4049543"/>
                  </a:lnTo>
                  <a:lnTo>
                    <a:pt x="1546018" y="4049543"/>
                  </a:lnTo>
                  <a:lnTo>
                    <a:pt x="1546163" y="4049543"/>
                  </a:lnTo>
                  <a:lnTo>
                    <a:pt x="1546309" y="4049543"/>
                  </a:lnTo>
                  <a:lnTo>
                    <a:pt x="1546454" y="4049543"/>
                  </a:lnTo>
                  <a:lnTo>
                    <a:pt x="1546454" y="4048919"/>
                  </a:lnTo>
                  <a:lnTo>
                    <a:pt x="1546600" y="4048919"/>
                  </a:lnTo>
                  <a:lnTo>
                    <a:pt x="1546600" y="4048296"/>
                  </a:lnTo>
                  <a:lnTo>
                    <a:pt x="1546745" y="4048296"/>
                  </a:lnTo>
                  <a:lnTo>
                    <a:pt x="1546890" y="4048296"/>
                  </a:lnTo>
                  <a:lnTo>
                    <a:pt x="1546890" y="4047672"/>
                  </a:lnTo>
                  <a:lnTo>
                    <a:pt x="1547036" y="4047672"/>
                  </a:lnTo>
                  <a:lnTo>
                    <a:pt x="1547036" y="4047049"/>
                  </a:lnTo>
                  <a:lnTo>
                    <a:pt x="1547036" y="4046425"/>
                  </a:lnTo>
                  <a:lnTo>
                    <a:pt x="1547181" y="4046425"/>
                  </a:lnTo>
                  <a:lnTo>
                    <a:pt x="1547327" y="4046425"/>
                  </a:lnTo>
                  <a:lnTo>
                    <a:pt x="1547472" y="4046425"/>
                  </a:lnTo>
                  <a:lnTo>
                    <a:pt x="1547618" y="4046425"/>
                  </a:lnTo>
                  <a:lnTo>
                    <a:pt x="1547618" y="4045802"/>
                  </a:lnTo>
                  <a:lnTo>
                    <a:pt x="1547763" y="4045802"/>
                  </a:lnTo>
                  <a:lnTo>
                    <a:pt x="1547908" y="4045802"/>
                  </a:lnTo>
                  <a:lnTo>
                    <a:pt x="1548054" y="4045802"/>
                  </a:lnTo>
                  <a:lnTo>
                    <a:pt x="1548054" y="4045178"/>
                  </a:lnTo>
                  <a:lnTo>
                    <a:pt x="1548199" y="4045178"/>
                  </a:lnTo>
                  <a:lnTo>
                    <a:pt x="1548199" y="4044554"/>
                  </a:lnTo>
                  <a:lnTo>
                    <a:pt x="1548345" y="4044554"/>
                  </a:lnTo>
                  <a:lnTo>
                    <a:pt x="1548345" y="4043931"/>
                  </a:lnTo>
                  <a:lnTo>
                    <a:pt x="1548490" y="4043931"/>
                  </a:lnTo>
                  <a:lnTo>
                    <a:pt x="1548636" y="4043931"/>
                  </a:lnTo>
                  <a:lnTo>
                    <a:pt x="1548781" y="4043931"/>
                  </a:lnTo>
                  <a:lnTo>
                    <a:pt x="1548926" y="4043931"/>
                  </a:lnTo>
                  <a:lnTo>
                    <a:pt x="1549072" y="4043931"/>
                  </a:lnTo>
                  <a:lnTo>
                    <a:pt x="1549217" y="4043931"/>
                  </a:lnTo>
                  <a:lnTo>
                    <a:pt x="1549217" y="4043307"/>
                  </a:lnTo>
                  <a:lnTo>
                    <a:pt x="1549363" y="4043307"/>
                  </a:lnTo>
                  <a:lnTo>
                    <a:pt x="1549508" y="4043307"/>
                  </a:lnTo>
                  <a:lnTo>
                    <a:pt x="1549654" y="4043307"/>
                  </a:lnTo>
                  <a:lnTo>
                    <a:pt x="1549654" y="4042684"/>
                  </a:lnTo>
                  <a:lnTo>
                    <a:pt x="1549799" y="4042684"/>
                  </a:lnTo>
                  <a:lnTo>
                    <a:pt x="1549944" y="4042684"/>
                  </a:lnTo>
                  <a:lnTo>
                    <a:pt x="1550090" y="4042684"/>
                  </a:lnTo>
                  <a:lnTo>
                    <a:pt x="1550235" y="4042684"/>
                  </a:lnTo>
                  <a:lnTo>
                    <a:pt x="1550381" y="4042684"/>
                  </a:lnTo>
                  <a:lnTo>
                    <a:pt x="1550526" y="4042684"/>
                  </a:lnTo>
                  <a:lnTo>
                    <a:pt x="1550526" y="4042060"/>
                  </a:lnTo>
                  <a:lnTo>
                    <a:pt x="1550672" y="4042060"/>
                  </a:lnTo>
                  <a:lnTo>
                    <a:pt x="1550817" y="4042060"/>
                  </a:lnTo>
                  <a:lnTo>
                    <a:pt x="1550962" y="4042060"/>
                  </a:lnTo>
                  <a:lnTo>
                    <a:pt x="1550962" y="4041437"/>
                  </a:lnTo>
                  <a:lnTo>
                    <a:pt x="1551108" y="4041437"/>
                  </a:lnTo>
                  <a:lnTo>
                    <a:pt x="1551253" y="4041437"/>
                  </a:lnTo>
                  <a:lnTo>
                    <a:pt x="1551399" y="4041437"/>
                  </a:lnTo>
                  <a:lnTo>
                    <a:pt x="1551544" y="4041437"/>
                  </a:lnTo>
                  <a:lnTo>
                    <a:pt x="1551690" y="4041437"/>
                  </a:lnTo>
                  <a:lnTo>
                    <a:pt x="1551690" y="4040813"/>
                  </a:lnTo>
                  <a:lnTo>
                    <a:pt x="1551835" y="4040813"/>
                  </a:lnTo>
                  <a:lnTo>
                    <a:pt x="1551835" y="4040189"/>
                  </a:lnTo>
                  <a:lnTo>
                    <a:pt x="1551980" y="4040189"/>
                  </a:lnTo>
                  <a:lnTo>
                    <a:pt x="1552126" y="4040189"/>
                  </a:lnTo>
                  <a:lnTo>
                    <a:pt x="1552271" y="4040189"/>
                  </a:lnTo>
                  <a:lnTo>
                    <a:pt x="1552417" y="4040189"/>
                  </a:lnTo>
                  <a:lnTo>
                    <a:pt x="1552562" y="4040189"/>
                  </a:lnTo>
                  <a:lnTo>
                    <a:pt x="1552562" y="4039566"/>
                  </a:lnTo>
                  <a:lnTo>
                    <a:pt x="1552708" y="4039566"/>
                  </a:lnTo>
                  <a:lnTo>
                    <a:pt x="1552853" y="4039566"/>
                  </a:lnTo>
                  <a:lnTo>
                    <a:pt x="1552998" y="4039566"/>
                  </a:lnTo>
                  <a:lnTo>
                    <a:pt x="1553144" y="4039566"/>
                  </a:lnTo>
                  <a:lnTo>
                    <a:pt x="1553144" y="4038942"/>
                  </a:lnTo>
                  <a:lnTo>
                    <a:pt x="1553289" y="4038942"/>
                  </a:lnTo>
                  <a:lnTo>
                    <a:pt x="1553435" y="4038942"/>
                  </a:lnTo>
                  <a:lnTo>
                    <a:pt x="1553580" y="4038942"/>
                  </a:lnTo>
                  <a:lnTo>
                    <a:pt x="1553725" y="4038942"/>
                  </a:lnTo>
                  <a:lnTo>
                    <a:pt x="1553871" y="4038942"/>
                  </a:lnTo>
                  <a:lnTo>
                    <a:pt x="1553871" y="4038319"/>
                  </a:lnTo>
                  <a:lnTo>
                    <a:pt x="1554016" y="4038319"/>
                  </a:lnTo>
                  <a:lnTo>
                    <a:pt x="1554162" y="4038319"/>
                  </a:lnTo>
                  <a:lnTo>
                    <a:pt x="1554307" y="4038319"/>
                  </a:lnTo>
                  <a:lnTo>
                    <a:pt x="1554453" y="4038319"/>
                  </a:lnTo>
                  <a:lnTo>
                    <a:pt x="1554598" y="4038319"/>
                  </a:lnTo>
                  <a:lnTo>
                    <a:pt x="1554743" y="4038319"/>
                  </a:lnTo>
                  <a:lnTo>
                    <a:pt x="1554889" y="4038319"/>
                  </a:lnTo>
                  <a:lnTo>
                    <a:pt x="1555034" y="4038319"/>
                  </a:lnTo>
                  <a:lnTo>
                    <a:pt x="1555180" y="4038319"/>
                  </a:lnTo>
                  <a:lnTo>
                    <a:pt x="1555325" y="4038319"/>
                  </a:lnTo>
                  <a:lnTo>
                    <a:pt x="1555471" y="4038319"/>
                  </a:lnTo>
                  <a:lnTo>
                    <a:pt x="1555616" y="4038319"/>
                  </a:lnTo>
                  <a:lnTo>
                    <a:pt x="1555761" y="4038319"/>
                  </a:lnTo>
                  <a:lnTo>
                    <a:pt x="1555907" y="4038319"/>
                  </a:lnTo>
                  <a:lnTo>
                    <a:pt x="1556052" y="4038319"/>
                  </a:lnTo>
                  <a:lnTo>
                    <a:pt x="1556198" y="4038319"/>
                  </a:lnTo>
                  <a:lnTo>
                    <a:pt x="1556343" y="4038319"/>
                  </a:lnTo>
                  <a:lnTo>
                    <a:pt x="1556489" y="4038319"/>
                  </a:lnTo>
                  <a:lnTo>
                    <a:pt x="1556489" y="4037695"/>
                  </a:lnTo>
                  <a:lnTo>
                    <a:pt x="1556489" y="4037071"/>
                  </a:lnTo>
                  <a:lnTo>
                    <a:pt x="1556634" y="4037071"/>
                  </a:lnTo>
                  <a:lnTo>
                    <a:pt x="1556779" y="4037071"/>
                  </a:lnTo>
                  <a:lnTo>
                    <a:pt x="1556925" y="4037071"/>
                  </a:lnTo>
                  <a:lnTo>
                    <a:pt x="1557070" y="4037071"/>
                  </a:lnTo>
                  <a:lnTo>
                    <a:pt x="1557216" y="4037071"/>
                  </a:lnTo>
                  <a:lnTo>
                    <a:pt x="1557216" y="4036448"/>
                  </a:lnTo>
                  <a:lnTo>
                    <a:pt x="1557361" y="4036448"/>
                  </a:lnTo>
                  <a:lnTo>
                    <a:pt x="1557361" y="4035824"/>
                  </a:lnTo>
                  <a:lnTo>
                    <a:pt x="1557507" y="4035824"/>
                  </a:lnTo>
                  <a:lnTo>
                    <a:pt x="1557652" y="4035824"/>
                  </a:lnTo>
                  <a:lnTo>
                    <a:pt x="1557652" y="4035201"/>
                  </a:lnTo>
                  <a:lnTo>
                    <a:pt x="1557797" y="4035201"/>
                  </a:lnTo>
                  <a:lnTo>
                    <a:pt x="1557943" y="4035201"/>
                  </a:lnTo>
                  <a:lnTo>
                    <a:pt x="1558088" y="4035201"/>
                  </a:lnTo>
                  <a:lnTo>
                    <a:pt x="1558234" y="4035201"/>
                  </a:lnTo>
                  <a:lnTo>
                    <a:pt x="1558379" y="4035201"/>
                  </a:lnTo>
                  <a:lnTo>
                    <a:pt x="1558525" y="4035201"/>
                  </a:lnTo>
                  <a:lnTo>
                    <a:pt x="1558670" y="4035201"/>
                  </a:lnTo>
                  <a:lnTo>
                    <a:pt x="1558815" y="4035201"/>
                  </a:lnTo>
                  <a:lnTo>
                    <a:pt x="1558961" y="4035201"/>
                  </a:lnTo>
                  <a:lnTo>
                    <a:pt x="1559106" y="4035201"/>
                  </a:lnTo>
                  <a:lnTo>
                    <a:pt x="1559252" y="4035201"/>
                  </a:lnTo>
                  <a:lnTo>
                    <a:pt x="1559397" y="4035201"/>
                  </a:lnTo>
                  <a:lnTo>
                    <a:pt x="1559543" y="4035201"/>
                  </a:lnTo>
                  <a:lnTo>
                    <a:pt x="1559688" y="4035201"/>
                  </a:lnTo>
                  <a:lnTo>
                    <a:pt x="1559688" y="4034577"/>
                  </a:lnTo>
                  <a:lnTo>
                    <a:pt x="1559688" y="4033954"/>
                  </a:lnTo>
                  <a:lnTo>
                    <a:pt x="1559688" y="4033330"/>
                  </a:lnTo>
                  <a:lnTo>
                    <a:pt x="1559833" y="4033330"/>
                  </a:lnTo>
                  <a:lnTo>
                    <a:pt x="1559979" y="4033330"/>
                  </a:lnTo>
                  <a:lnTo>
                    <a:pt x="1560124" y="4033330"/>
                  </a:lnTo>
                  <a:lnTo>
                    <a:pt x="1560270" y="4033330"/>
                  </a:lnTo>
                  <a:lnTo>
                    <a:pt x="1560415" y="4033330"/>
                  </a:lnTo>
                  <a:lnTo>
                    <a:pt x="1560560" y="4033330"/>
                  </a:lnTo>
                  <a:lnTo>
                    <a:pt x="1560560" y="4032706"/>
                  </a:lnTo>
                  <a:lnTo>
                    <a:pt x="1560560" y="4032083"/>
                  </a:lnTo>
                  <a:lnTo>
                    <a:pt x="1560706" y="4032083"/>
                  </a:lnTo>
                  <a:lnTo>
                    <a:pt x="1560851" y="4032083"/>
                  </a:lnTo>
                  <a:lnTo>
                    <a:pt x="1560997" y="4032083"/>
                  </a:lnTo>
                  <a:lnTo>
                    <a:pt x="1561142" y="4032083"/>
                  </a:lnTo>
                  <a:lnTo>
                    <a:pt x="1561288" y="4032083"/>
                  </a:lnTo>
                  <a:lnTo>
                    <a:pt x="1561433" y="4032083"/>
                  </a:lnTo>
                  <a:lnTo>
                    <a:pt x="1561433" y="4031459"/>
                  </a:lnTo>
                  <a:lnTo>
                    <a:pt x="1561433" y="4030836"/>
                  </a:lnTo>
                  <a:lnTo>
                    <a:pt x="1561578" y="4030836"/>
                  </a:lnTo>
                  <a:lnTo>
                    <a:pt x="1561578" y="4030212"/>
                  </a:lnTo>
                  <a:lnTo>
                    <a:pt x="1561724" y="4030212"/>
                  </a:lnTo>
                  <a:lnTo>
                    <a:pt x="1561724" y="4029588"/>
                  </a:lnTo>
                  <a:lnTo>
                    <a:pt x="1561869" y="4029588"/>
                  </a:lnTo>
                  <a:lnTo>
                    <a:pt x="1561869" y="4028965"/>
                  </a:lnTo>
                  <a:lnTo>
                    <a:pt x="1562015" y="4028965"/>
                  </a:lnTo>
                  <a:lnTo>
                    <a:pt x="1562160" y="4028965"/>
                  </a:lnTo>
                  <a:lnTo>
                    <a:pt x="1562160" y="4028341"/>
                  </a:lnTo>
                  <a:lnTo>
                    <a:pt x="1562306" y="4028341"/>
                  </a:lnTo>
                  <a:lnTo>
                    <a:pt x="1562306" y="4027718"/>
                  </a:lnTo>
                  <a:lnTo>
                    <a:pt x="1562451" y="4027718"/>
                  </a:lnTo>
                  <a:lnTo>
                    <a:pt x="1562596" y="4027718"/>
                  </a:lnTo>
                  <a:lnTo>
                    <a:pt x="1562596" y="4027094"/>
                  </a:lnTo>
                  <a:lnTo>
                    <a:pt x="1562742" y="4027094"/>
                  </a:lnTo>
                  <a:lnTo>
                    <a:pt x="1562887" y="4027094"/>
                  </a:lnTo>
                  <a:lnTo>
                    <a:pt x="1562887" y="4026471"/>
                  </a:lnTo>
                  <a:lnTo>
                    <a:pt x="1563033" y="4026471"/>
                  </a:lnTo>
                  <a:lnTo>
                    <a:pt x="1563178" y="4026471"/>
                  </a:lnTo>
                  <a:lnTo>
                    <a:pt x="1563324" y="4026471"/>
                  </a:lnTo>
                  <a:lnTo>
                    <a:pt x="1563324" y="4025847"/>
                  </a:lnTo>
                  <a:lnTo>
                    <a:pt x="1563469" y="4025847"/>
                  </a:lnTo>
                  <a:lnTo>
                    <a:pt x="1563469" y="4025223"/>
                  </a:lnTo>
                  <a:lnTo>
                    <a:pt x="1563469" y="4024600"/>
                  </a:lnTo>
                  <a:lnTo>
                    <a:pt x="1563614" y="4024600"/>
                  </a:lnTo>
                  <a:lnTo>
                    <a:pt x="1563760" y="4024600"/>
                  </a:lnTo>
                  <a:lnTo>
                    <a:pt x="1563905" y="4024600"/>
                  </a:lnTo>
                  <a:lnTo>
                    <a:pt x="1564051" y="4024600"/>
                  </a:lnTo>
                  <a:lnTo>
                    <a:pt x="1564051" y="4023976"/>
                  </a:lnTo>
                  <a:lnTo>
                    <a:pt x="1564051" y="4023353"/>
                  </a:lnTo>
                  <a:lnTo>
                    <a:pt x="1564196" y="4023353"/>
                  </a:lnTo>
                  <a:lnTo>
                    <a:pt x="1564342" y="4023353"/>
                  </a:lnTo>
                  <a:lnTo>
                    <a:pt x="1564342" y="4022729"/>
                  </a:lnTo>
                  <a:lnTo>
                    <a:pt x="1564487" y="4022729"/>
                  </a:lnTo>
                  <a:lnTo>
                    <a:pt x="1564632" y="4022729"/>
                  </a:lnTo>
                  <a:lnTo>
                    <a:pt x="1564778" y="4022729"/>
                  </a:lnTo>
                  <a:lnTo>
                    <a:pt x="1564923" y="4022729"/>
                  </a:lnTo>
                  <a:lnTo>
                    <a:pt x="1565069" y="4022729"/>
                  </a:lnTo>
                  <a:lnTo>
                    <a:pt x="1565214" y="4022729"/>
                  </a:lnTo>
                  <a:lnTo>
                    <a:pt x="1565214" y="4022105"/>
                  </a:lnTo>
                  <a:lnTo>
                    <a:pt x="1565360" y="4022105"/>
                  </a:lnTo>
                  <a:lnTo>
                    <a:pt x="1565505" y="4022105"/>
                  </a:lnTo>
                  <a:lnTo>
                    <a:pt x="1565505" y="4021482"/>
                  </a:lnTo>
                  <a:lnTo>
                    <a:pt x="1565650" y="4021482"/>
                  </a:lnTo>
                  <a:lnTo>
                    <a:pt x="1565796" y="4021482"/>
                  </a:lnTo>
                  <a:lnTo>
                    <a:pt x="1565941" y="4021482"/>
                  </a:lnTo>
                  <a:lnTo>
                    <a:pt x="1566087" y="4021482"/>
                  </a:lnTo>
                  <a:lnTo>
                    <a:pt x="1566087" y="4020858"/>
                  </a:lnTo>
                  <a:lnTo>
                    <a:pt x="1566087" y="4020235"/>
                  </a:lnTo>
                  <a:lnTo>
                    <a:pt x="1566232" y="4020235"/>
                  </a:lnTo>
                  <a:lnTo>
                    <a:pt x="1566378" y="4020235"/>
                  </a:lnTo>
                  <a:lnTo>
                    <a:pt x="1566523" y="4020235"/>
                  </a:lnTo>
                  <a:lnTo>
                    <a:pt x="1566668" y="4020235"/>
                  </a:lnTo>
                  <a:lnTo>
                    <a:pt x="1566668" y="4019611"/>
                  </a:lnTo>
                  <a:lnTo>
                    <a:pt x="1566814" y="4019611"/>
                  </a:lnTo>
                  <a:lnTo>
                    <a:pt x="1566959" y="4019611"/>
                  </a:lnTo>
                  <a:lnTo>
                    <a:pt x="1567105" y="4019611"/>
                  </a:lnTo>
                  <a:lnTo>
                    <a:pt x="1567105" y="4018988"/>
                  </a:lnTo>
                  <a:lnTo>
                    <a:pt x="1567250" y="4018988"/>
                  </a:lnTo>
                  <a:lnTo>
                    <a:pt x="1567250" y="4018364"/>
                  </a:lnTo>
                  <a:lnTo>
                    <a:pt x="1567395" y="4018364"/>
                  </a:lnTo>
                  <a:lnTo>
                    <a:pt x="1567395" y="4017740"/>
                  </a:lnTo>
                  <a:lnTo>
                    <a:pt x="1567395" y="4017117"/>
                  </a:lnTo>
                  <a:lnTo>
                    <a:pt x="1567395" y="4016493"/>
                  </a:lnTo>
                  <a:lnTo>
                    <a:pt x="1567541" y="4016493"/>
                  </a:lnTo>
                  <a:lnTo>
                    <a:pt x="1567686" y="4016493"/>
                  </a:lnTo>
                  <a:lnTo>
                    <a:pt x="1567832" y="4016493"/>
                  </a:lnTo>
                  <a:lnTo>
                    <a:pt x="1567977" y="4016493"/>
                  </a:lnTo>
                  <a:lnTo>
                    <a:pt x="1568123" y="4016493"/>
                  </a:lnTo>
                  <a:lnTo>
                    <a:pt x="1568268" y="4016493"/>
                  </a:lnTo>
                  <a:lnTo>
                    <a:pt x="1568413" y="4016493"/>
                  </a:lnTo>
                  <a:lnTo>
                    <a:pt x="1568559" y="4016493"/>
                  </a:lnTo>
                  <a:lnTo>
                    <a:pt x="1568704" y="4016493"/>
                  </a:lnTo>
                  <a:lnTo>
                    <a:pt x="1568850" y="4016493"/>
                  </a:lnTo>
                  <a:lnTo>
                    <a:pt x="1568995" y="4016493"/>
                  </a:lnTo>
                  <a:lnTo>
                    <a:pt x="1569141" y="4016493"/>
                  </a:lnTo>
                  <a:lnTo>
                    <a:pt x="1569141" y="4015870"/>
                  </a:lnTo>
                  <a:lnTo>
                    <a:pt x="1569286" y="4015870"/>
                  </a:lnTo>
                  <a:lnTo>
                    <a:pt x="1569431" y="4015870"/>
                  </a:lnTo>
                  <a:lnTo>
                    <a:pt x="1569577" y="4015870"/>
                  </a:lnTo>
                  <a:lnTo>
                    <a:pt x="1569577" y="4015246"/>
                  </a:lnTo>
                  <a:lnTo>
                    <a:pt x="1569722" y="4015246"/>
                  </a:lnTo>
                  <a:lnTo>
                    <a:pt x="1569868" y="4015246"/>
                  </a:lnTo>
                  <a:lnTo>
                    <a:pt x="1570013" y="4015246"/>
                  </a:lnTo>
                  <a:lnTo>
                    <a:pt x="1570159" y="4015246"/>
                  </a:lnTo>
                  <a:lnTo>
                    <a:pt x="1570304" y="4015246"/>
                  </a:lnTo>
                  <a:lnTo>
                    <a:pt x="1570449" y="4015246"/>
                  </a:lnTo>
                  <a:lnTo>
                    <a:pt x="1570595" y="4015246"/>
                  </a:lnTo>
                  <a:lnTo>
                    <a:pt x="1570740" y="4015246"/>
                  </a:lnTo>
                  <a:lnTo>
                    <a:pt x="1570886" y="4015246"/>
                  </a:lnTo>
                  <a:lnTo>
                    <a:pt x="1571031" y="4015246"/>
                  </a:lnTo>
                  <a:lnTo>
                    <a:pt x="1571177" y="4015246"/>
                  </a:lnTo>
                  <a:lnTo>
                    <a:pt x="1571177" y="4014622"/>
                  </a:lnTo>
                  <a:lnTo>
                    <a:pt x="1571322" y="4014622"/>
                  </a:lnTo>
                  <a:lnTo>
                    <a:pt x="1571467" y="4014622"/>
                  </a:lnTo>
                  <a:lnTo>
                    <a:pt x="1571613" y="4014622"/>
                  </a:lnTo>
                  <a:lnTo>
                    <a:pt x="1571758" y="4014622"/>
                  </a:lnTo>
                  <a:lnTo>
                    <a:pt x="1571758" y="4013999"/>
                  </a:lnTo>
                  <a:lnTo>
                    <a:pt x="1571758" y="4013375"/>
                  </a:lnTo>
                  <a:lnTo>
                    <a:pt x="1571904" y="4013375"/>
                  </a:lnTo>
                  <a:lnTo>
                    <a:pt x="1572049" y="4013375"/>
                  </a:lnTo>
                  <a:lnTo>
                    <a:pt x="1572195" y="4013375"/>
                  </a:lnTo>
                  <a:lnTo>
                    <a:pt x="1572195" y="4012752"/>
                  </a:lnTo>
                  <a:lnTo>
                    <a:pt x="1572195" y="4012128"/>
                  </a:lnTo>
                  <a:lnTo>
                    <a:pt x="1572340" y="4012128"/>
                  </a:lnTo>
                  <a:lnTo>
                    <a:pt x="1572485" y="4012128"/>
                  </a:lnTo>
                  <a:lnTo>
                    <a:pt x="1572631" y="4012128"/>
                  </a:lnTo>
                  <a:lnTo>
                    <a:pt x="1572776" y="4012128"/>
                  </a:lnTo>
                  <a:lnTo>
                    <a:pt x="1572922" y="4012128"/>
                  </a:lnTo>
                  <a:lnTo>
                    <a:pt x="1573067" y="4012128"/>
                  </a:lnTo>
                  <a:lnTo>
                    <a:pt x="1573067" y="4011505"/>
                  </a:lnTo>
                  <a:lnTo>
                    <a:pt x="1573212" y="4011505"/>
                  </a:lnTo>
                  <a:lnTo>
                    <a:pt x="1573212" y="4010881"/>
                  </a:lnTo>
                  <a:lnTo>
                    <a:pt x="1573358" y="4010881"/>
                  </a:lnTo>
                  <a:lnTo>
                    <a:pt x="1573503" y="4010881"/>
                  </a:lnTo>
                  <a:lnTo>
                    <a:pt x="1573649" y="4010881"/>
                  </a:lnTo>
                  <a:lnTo>
                    <a:pt x="1573649" y="4010257"/>
                  </a:lnTo>
                  <a:lnTo>
                    <a:pt x="1573794" y="4010257"/>
                  </a:lnTo>
                  <a:lnTo>
                    <a:pt x="1573940" y="4010257"/>
                  </a:lnTo>
                  <a:lnTo>
                    <a:pt x="1574085" y="4010257"/>
                  </a:lnTo>
                  <a:lnTo>
                    <a:pt x="1574230" y="4010257"/>
                  </a:lnTo>
                  <a:lnTo>
                    <a:pt x="1574376" y="4010257"/>
                  </a:lnTo>
                  <a:lnTo>
                    <a:pt x="1574521" y="4010257"/>
                  </a:lnTo>
                  <a:lnTo>
                    <a:pt x="1574521" y="4009634"/>
                  </a:lnTo>
                  <a:lnTo>
                    <a:pt x="1574667" y="4009634"/>
                  </a:lnTo>
                  <a:lnTo>
                    <a:pt x="1574812" y="4009634"/>
                  </a:lnTo>
                  <a:lnTo>
                    <a:pt x="1574958" y="4009634"/>
                  </a:lnTo>
                  <a:lnTo>
                    <a:pt x="1575103" y="4009634"/>
                  </a:lnTo>
                  <a:lnTo>
                    <a:pt x="1575248" y="4009634"/>
                  </a:lnTo>
                  <a:lnTo>
                    <a:pt x="1575394" y="4009634"/>
                  </a:lnTo>
                  <a:lnTo>
                    <a:pt x="1575539" y="4009634"/>
                  </a:lnTo>
                  <a:lnTo>
                    <a:pt x="1575685" y="4009634"/>
                  </a:lnTo>
                  <a:lnTo>
                    <a:pt x="1575830" y="4009634"/>
                  </a:lnTo>
                  <a:lnTo>
                    <a:pt x="1575976" y="4009634"/>
                  </a:lnTo>
                  <a:lnTo>
                    <a:pt x="1576121" y="4009634"/>
                  </a:lnTo>
                  <a:lnTo>
                    <a:pt x="1576121" y="4009010"/>
                  </a:lnTo>
                  <a:lnTo>
                    <a:pt x="1576266" y="4009010"/>
                  </a:lnTo>
                  <a:lnTo>
                    <a:pt x="1576266" y="4008387"/>
                  </a:lnTo>
                  <a:lnTo>
                    <a:pt x="1576412" y="4008387"/>
                  </a:lnTo>
                  <a:lnTo>
                    <a:pt x="1576412" y="4007763"/>
                  </a:lnTo>
                  <a:lnTo>
                    <a:pt x="1576557" y="4007763"/>
                  </a:lnTo>
                  <a:lnTo>
                    <a:pt x="1576703" y="4007763"/>
                  </a:lnTo>
                  <a:lnTo>
                    <a:pt x="1576848" y="4007763"/>
                  </a:lnTo>
                  <a:lnTo>
                    <a:pt x="1576994" y="4007763"/>
                  </a:lnTo>
                  <a:lnTo>
                    <a:pt x="1577139" y="4007763"/>
                  </a:lnTo>
                  <a:lnTo>
                    <a:pt x="1577284" y="4007763"/>
                  </a:lnTo>
                  <a:lnTo>
                    <a:pt x="1577430" y="4007763"/>
                  </a:lnTo>
                  <a:lnTo>
                    <a:pt x="1577575" y="4007763"/>
                  </a:lnTo>
                  <a:lnTo>
                    <a:pt x="1577721" y="4007763"/>
                  </a:lnTo>
                  <a:lnTo>
                    <a:pt x="1577866" y="4007763"/>
                  </a:lnTo>
                  <a:lnTo>
                    <a:pt x="1578012" y="4007763"/>
                  </a:lnTo>
                  <a:lnTo>
                    <a:pt x="1578157" y="4007763"/>
                  </a:lnTo>
                  <a:lnTo>
                    <a:pt x="1578302" y="4007763"/>
                  </a:lnTo>
                  <a:lnTo>
                    <a:pt x="1578448" y="4007763"/>
                  </a:lnTo>
                  <a:lnTo>
                    <a:pt x="1578448" y="4007139"/>
                  </a:lnTo>
                  <a:lnTo>
                    <a:pt x="1578593" y="4007139"/>
                  </a:lnTo>
                  <a:lnTo>
                    <a:pt x="1578593" y="4006516"/>
                  </a:lnTo>
                  <a:lnTo>
                    <a:pt x="1578739" y="4006516"/>
                  </a:lnTo>
                  <a:lnTo>
                    <a:pt x="1578884" y="4006516"/>
                  </a:lnTo>
                  <a:lnTo>
                    <a:pt x="1579030" y="4006516"/>
                  </a:lnTo>
                  <a:lnTo>
                    <a:pt x="1579175" y="4006516"/>
                  </a:lnTo>
                  <a:lnTo>
                    <a:pt x="1579320" y="4006516"/>
                  </a:lnTo>
                  <a:lnTo>
                    <a:pt x="1579466" y="4006516"/>
                  </a:lnTo>
                  <a:lnTo>
                    <a:pt x="1579611" y="4006516"/>
                  </a:lnTo>
                  <a:lnTo>
                    <a:pt x="1579611" y="4005892"/>
                  </a:lnTo>
                  <a:lnTo>
                    <a:pt x="1579611" y="4005269"/>
                  </a:lnTo>
                  <a:lnTo>
                    <a:pt x="1579757" y="4005269"/>
                  </a:lnTo>
                  <a:lnTo>
                    <a:pt x="1579902" y="4005269"/>
                  </a:lnTo>
                  <a:lnTo>
                    <a:pt x="1580047" y="4005269"/>
                  </a:lnTo>
                  <a:lnTo>
                    <a:pt x="1580193" y="4005269"/>
                  </a:lnTo>
                  <a:lnTo>
                    <a:pt x="1580193" y="4004645"/>
                  </a:lnTo>
                  <a:lnTo>
                    <a:pt x="1580338" y="4004645"/>
                  </a:lnTo>
                  <a:lnTo>
                    <a:pt x="1580484" y="4004645"/>
                  </a:lnTo>
                  <a:lnTo>
                    <a:pt x="1580629" y="4004645"/>
                  </a:lnTo>
                  <a:lnTo>
                    <a:pt x="1580629" y="4004022"/>
                  </a:lnTo>
                  <a:lnTo>
                    <a:pt x="1580775" y="4004022"/>
                  </a:lnTo>
                  <a:lnTo>
                    <a:pt x="1580775" y="4003398"/>
                  </a:lnTo>
                  <a:lnTo>
                    <a:pt x="1580775" y="4002774"/>
                  </a:lnTo>
                  <a:lnTo>
                    <a:pt x="1580920" y="4002774"/>
                  </a:lnTo>
                  <a:lnTo>
                    <a:pt x="1580920" y="4002151"/>
                  </a:lnTo>
                  <a:lnTo>
                    <a:pt x="1581065" y="4002151"/>
                  </a:lnTo>
                  <a:lnTo>
                    <a:pt x="1581211" y="4002151"/>
                  </a:lnTo>
                  <a:lnTo>
                    <a:pt x="1581356" y="4002151"/>
                  </a:lnTo>
                  <a:lnTo>
                    <a:pt x="1581502" y="4002151"/>
                  </a:lnTo>
                  <a:lnTo>
                    <a:pt x="1581647" y="4002151"/>
                  </a:lnTo>
                  <a:lnTo>
                    <a:pt x="1581793" y="4002151"/>
                  </a:lnTo>
                  <a:lnTo>
                    <a:pt x="1581938" y="4002151"/>
                  </a:lnTo>
                  <a:lnTo>
                    <a:pt x="1581938" y="4001527"/>
                  </a:lnTo>
                  <a:lnTo>
                    <a:pt x="1582083" y="4001527"/>
                  </a:lnTo>
                  <a:lnTo>
                    <a:pt x="1582083" y="4000904"/>
                  </a:lnTo>
                  <a:lnTo>
                    <a:pt x="1582229" y="4000904"/>
                  </a:lnTo>
                  <a:lnTo>
                    <a:pt x="1582229" y="4000280"/>
                  </a:lnTo>
                  <a:lnTo>
                    <a:pt x="1582374" y="4000280"/>
                  </a:lnTo>
                  <a:lnTo>
                    <a:pt x="1582520" y="4000280"/>
                  </a:lnTo>
                  <a:lnTo>
                    <a:pt x="1582665" y="4000280"/>
                  </a:lnTo>
                  <a:lnTo>
                    <a:pt x="1582811" y="4000280"/>
                  </a:lnTo>
                  <a:lnTo>
                    <a:pt x="1582956" y="4000280"/>
                  </a:lnTo>
                  <a:lnTo>
                    <a:pt x="1583101" y="4000280"/>
                  </a:lnTo>
                  <a:lnTo>
                    <a:pt x="1583247" y="4000280"/>
                  </a:lnTo>
                  <a:lnTo>
                    <a:pt x="1583392" y="4000280"/>
                  </a:lnTo>
                  <a:lnTo>
                    <a:pt x="1583538" y="4000280"/>
                  </a:lnTo>
                  <a:lnTo>
                    <a:pt x="1583683" y="4000280"/>
                  </a:lnTo>
                  <a:lnTo>
                    <a:pt x="1583829" y="4000280"/>
                  </a:lnTo>
                  <a:lnTo>
                    <a:pt x="1583829" y="3999656"/>
                  </a:lnTo>
                  <a:lnTo>
                    <a:pt x="1583829" y="3999033"/>
                  </a:lnTo>
                  <a:lnTo>
                    <a:pt x="1583974" y="3999033"/>
                  </a:lnTo>
                  <a:lnTo>
                    <a:pt x="1583974" y="3998409"/>
                  </a:lnTo>
                  <a:lnTo>
                    <a:pt x="1584119" y="3998409"/>
                  </a:lnTo>
                  <a:lnTo>
                    <a:pt x="1584265" y="3998409"/>
                  </a:lnTo>
                  <a:lnTo>
                    <a:pt x="1584265" y="3997786"/>
                  </a:lnTo>
                  <a:lnTo>
                    <a:pt x="1584265" y="3997162"/>
                  </a:lnTo>
                  <a:lnTo>
                    <a:pt x="1584410" y="3997162"/>
                  </a:lnTo>
                  <a:lnTo>
                    <a:pt x="1584410" y="3996539"/>
                  </a:lnTo>
                  <a:lnTo>
                    <a:pt x="1584410" y="3995915"/>
                  </a:lnTo>
                  <a:lnTo>
                    <a:pt x="1584410" y="3995291"/>
                  </a:lnTo>
                  <a:lnTo>
                    <a:pt x="1584556" y="3995291"/>
                  </a:lnTo>
                  <a:lnTo>
                    <a:pt x="1584701" y="3995291"/>
                  </a:lnTo>
                  <a:lnTo>
                    <a:pt x="1584701" y="3994668"/>
                  </a:lnTo>
                  <a:lnTo>
                    <a:pt x="1584847" y="3994668"/>
                  </a:lnTo>
                  <a:lnTo>
                    <a:pt x="1584992" y="3994668"/>
                  </a:lnTo>
                  <a:lnTo>
                    <a:pt x="1585137" y="3994668"/>
                  </a:lnTo>
                  <a:lnTo>
                    <a:pt x="1585283" y="3994668"/>
                  </a:lnTo>
                  <a:lnTo>
                    <a:pt x="1585428" y="3994668"/>
                  </a:lnTo>
                  <a:lnTo>
                    <a:pt x="1585574" y="3994668"/>
                  </a:lnTo>
                  <a:lnTo>
                    <a:pt x="1585719" y="3994668"/>
                  </a:lnTo>
                  <a:lnTo>
                    <a:pt x="1585865" y="3994668"/>
                  </a:lnTo>
                  <a:lnTo>
                    <a:pt x="1585865" y="3994044"/>
                  </a:lnTo>
                  <a:lnTo>
                    <a:pt x="1586010" y="3994044"/>
                  </a:lnTo>
                  <a:lnTo>
                    <a:pt x="1586155" y="3994044"/>
                  </a:lnTo>
                  <a:lnTo>
                    <a:pt x="1586301" y="3994044"/>
                  </a:lnTo>
                  <a:lnTo>
                    <a:pt x="1586446" y="3994044"/>
                  </a:lnTo>
                  <a:lnTo>
                    <a:pt x="1586592" y="3994044"/>
                  </a:lnTo>
                  <a:lnTo>
                    <a:pt x="1586737" y="3994044"/>
                  </a:lnTo>
                  <a:lnTo>
                    <a:pt x="1586882" y="3994044"/>
                  </a:lnTo>
                  <a:lnTo>
                    <a:pt x="1587028" y="3994044"/>
                  </a:lnTo>
                  <a:lnTo>
                    <a:pt x="1587173" y="3994044"/>
                  </a:lnTo>
                  <a:lnTo>
                    <a:pt x="1587319" y="3994044"/>
                  </a:lnTo>
                  <a:lnTo>
                    <a:pt x="1587464" y="3994044"/>
                  </a:lnTo>
                  <a:lnTo>
                    <a:pt x="1587610" y="3994044"/>
                  </a:lnTo>
                  <a:lnTo>
                    <a:pt x="1587610" y="3993421"/>
                  </a:lnTo>
                  <a:lnTo>
                    <a:pt x="1587755" y="3993421"/>
                  </a:lnTo>
                  <a:lnTo>
                    <a:pt x="1587900" y="3993421"/>
                  </a:lnTo>
                  <a:lnTo>
                    <a:pt x="1588046" y="3993421"/>
                  </a:lnTo>
                  <a:lnTo>
                    <a:pt x="1588191" y="3993421"/>
                  </a:lnTo>
                  <a:lnTo>
                    <a:pt x="1588337" y="3993421"/>
                  </a:lnTo>
                  <a:lnTo>
                    <a:pt x="1588337" y="3992797"/>
                  </a:lnTo>
                  <a:lnTo>
                    <a:pt x="1588482" y="3992797"/>
                  </a:lnTo>
                  <a:lnTo>
                    <a:pt x="1588628" y="3992797"/>
                  </a:lnTo>
                  <a:lnTo>
                    <a:pt x="1588773" y="3992797"/>
                  </a:lnTo>
                  <a:lnTo>
                    <a:pt x="1588918" y="3992797"/>
                  </a:lnTo>
                  <a:lnTo>
                    <a:pt x="1588918" y="3992174"/>
                  </a:lnTo>
                  <a:lnTo>
                    <a:pt x="1589064" y="3992174"/>
                  </a:lnTo>
                  <a:lnTo>
                    <a:pt x="1589209" y="3992174"/>
                  </a:lnTo>
                  <a:lnTo>
                    <a:pt x="1589355" y="3992174"/>
                  </a:lnTo>
                  <a:lnTo>
                    <a:pt x="1589500" y="3992174"/>
                  </a:lnTo>
                  <a:lnTo>
                    <a:pt x="1589646" y="3992174"/>
                  </a:lnTo>
                  <a:lnTo>
                    <a:pt x="1589791" y="3992174"/>
                  </a:lnTo>
                  <a:lnTo>
                    <a:pt x="1589936" y="3992174"/>
                  </a:lnTo>
                  <a:lnTo>
                    <a:pt x="1590082" y="3992174"/>
                  </a:lnTo>
                  <a:lnTo>
                    <a:pt x="1590227" y="3992174"/>
                  </a:lnTo>
                  <a:lnTo>
                    <a:pt x="1590373" y="3992174"/>
                  </a:lnTo>
                  <a:lnTo>
                    <a:pt x="1590518" y="3992174"/>
                  </a:lnTo>
                  <a:lnTo>
                    <a:pt x="1590664" y="3992174"/>
                  </a:lnTo>
                  <a:lnTo>
                    <a:pt x="1590809" y="3992174"/>
                  </a:lnTo>
                  <a:lnTo>
                    <a:pt x="1590954" y="3992174"/>
                  </a:lnTo>
                  <a:lnTo>
                    <a:pt x="1590954" y="3991550"/>
                  </a:lnTo>
                  <a:lnTo>
                    <a:pt x="1591100" y="3991550"/>
                  </a:lnTo>
                  <a:lnTo>
                    <a:pt x="1591245" y="3991550"/>
                  </a:lnTo>
                  <a:lnTo>
                    <a:pt x="1591391" y="3991550"/>
                  </a:lnTo>
                  <a:lnTo>
                    <a:pt x="1591391" y="3990926"/>
                  </a:lnTo>
                  <a:lnTo>
                    <a:pt x="1591536" y="3990926"/>
                  </a:lnTo>
                  <a:lnTo>
                    <a:pt x="1591682" y="3990926"/>
                  </a:lnTo>
                  <a:lnTo>
                    <a:pt x="1591827" y="3990926"/>
                  </a:lnTo>
                  <a:lnTo>
                    <a:pt x="1591827" y="3990303"/>
                  </a:lnTo>
                  <a:lnTo>
                    <a:pt x="1591827" y="3989679"/>
                  </a:lnTo>
                  <a:lnTo>
                    <a:pt x="1591972" y="3989679"/>
                  </a:lnTo>
                  <a:lnTo>
                    <a:pt x="1592118" y="3989679"/>
                  </a:lnTo>
                  <a:lnTo>
                    <a:pt x="1592263" y="3989679"/>
                  </a:lnTo>
                  <a:lnTo>
                    <a:pt x="1592409" y="3989679"/>
                  </a:lnTo>
                  <a:lnTo>
                    <a:pt x="1592554" y="3989679"/>
                  </a:lnTo>
                  <a:lnTo>
                    <a:pt x="1592700" y="3989679"/>
                  </a:lnTo>
                  <a:lnTo>
                    <a:pt x="1592700" y="3989056"/>
                  </a:lnTo>
                  <a:lnTo>
                    <a:pt x="1592700" y="3988432"/>
                  </a:lnTo>
                  <a:lnTo>
                    <a:pt x="1592845" y="3988432"/>
                  </a:lnTo>
                  <a:lnTo>
                    <a:pt x="1592990" y="3988432"/>
                  </a:lnTo>
                  <a:lnTo>
                    <a:pt x="1593136" y="3988432"/>
                  </a:lnTo>
                  <a:lnTo>
                    <a:pt x="1593136" y="3987808"/>
                  </a:lnTo>
                  <a:lnTo>
                    <a:pt x="1593281" y="3987808"/>
                  </a:lnTo>
                  <a:lnTo>
                    <a:pt x="1593427" y="3987808"/>
                  </a:lnTo>
                  <a:lnTo>
                    <a:pt x="1593427" y="3987185"/>
                  </a:lnTo>
                  <a:lnTo>
                    <a:pt x="1593427" y="3986561"/>
                  </a:lnTo>
                  <a:lnTo>
                    <a:pt x="1593572" y="3986561"/>
                  </a:lnTo>
                  <a:lnTo>
                    <a:pt x="1593717" y="3986561"/>
                  </a:lnTo>
                  <a:lnTo>
                    <a:pt x="1593863" y="3986561"/>
                  </a:lnTo>
                  <a:lnTo>
                    <a:pt x="1594008" y="3986561"/>
                  </a:lnTo>
                  <a:lnTo>
                    <a:pt x="1594154" y="3986561"/>
                  </a:lnTo>
                  <a:lnTo>
                    <a:pt x="1594154" y="3985938"/>
                  </a:lnTo>
                  <a:lnTo>
                    <a:pt x="1594299" y="3985938"/>
                  </a:lnTo>
                  <a:lnTo>
                    <a:pt x="1594299" y="3985314"/>
                  </a:lnTo>
                  <a:lnTo>
                    <a:pt x="1594299" y="3984691"/>
                  </a:lnTo>
                  <a:lnTo>
                    <a:pt x="1594445" y="3984691"/>
                  </a:lnTo>
                  <a:lnTo>
                    <a:pt x="1594590" y="3984691"/>
                  </a:lnTo>
                  <a:lnTo>
                    <a:pt x="1594590" y="3984067"/>
                  </a:lnTo>
                  <a:lnTo>
                    <a:pt x="1594590" y="3983443"/>
                  </a:lnTo>
                  <a:lnTo>
                    <a:pt x="1594735" y="3983443"/>
                  </a:lnTo>
                  <a:lnTo>
                    <a:pt x="1594881" y="3983443"/>
                  </a:lnTo>
                  <a:lnTo>
                    <a:pt x="1595026" y="3983443"/>
                  </a:lnTo>
                  <a:lnTo>
                    <a:pt x="1595172" y="3983443"/>
                  </a:lnTo>
                  <a:lnTo>
                    <a:pt x="1595172" y="3982820"/>
                  </a:lnTo>
                  <a:lnTo>
                    <a:pt x="1595317" y="3982820"/>
                  </a:lnTo>
                  <a:lnTo>
                    <a:pt x="1595317" y="3982196"/>
                  </a:lnTo>
                  <a:lnTo>
                    <a:pt x="1595463" y="3982196"/>
                  </a:lnTo>
                  <a:lnTo>
                    <a:pt x="1595608" y="3982196"/>
                  </a:lnTo>
                  <a:lnTo>
                    <a:pt x="1595753" y="3982196"/>
                  </a:lnTo>
                  <a:lnTo>
                    <a:pt x="1595899" y="3982196"/>
                  </a:lnTo>
                  <a:lnTo>
                    <a:pt x="1596044" y="3982196"/>
                  </a:lnTo>
                  <a:lnTo>
                    <a:pt x="1596190" y="3982196"/>
                  </a:lnTo>
                  <a:lnTo>
                    <a:pt x="1596335" y="3982196"/>
                  </a:lnTo>
                  <a:lnTo>
                    <a:pt x="1596481" y="3982196"/>
                  </a:lnTo>
                  <a:lnTo>
                    <a:pt x="1596626" y="3982196"/>
                  </a:lnTo>
                  <a:lnTo>
                    <a:pt x="1596771" y="3982196"/>
                  </a:lnTo>
                  <a:lnTo>
                    <a:pt x="1596771" y="3981573"/>
                  </a:lnTo>
                  <a:lnTo>
                    <a:pt x="1596917" y="3981573"/>
                  </a:lnTo>
                  <a:lnTo>
                    <a:pt x="1597062" y="3981573"/>
                  </a:lnTo>
                  <a:lnTo>
                    <a:pt x="1597208" y="3981573"/>
                  </a:lnTo>
                  <a:lnTo>
                    <a:pt x="1597353" y="3981573"/>
                  </a:lnTo>
                  <a:lnTo>
                    <a:pt x="1597499" y="3981573"/>
                  </a:lnTo>
                  <a:lnTo>
                    <a:pt x="1597499" y="3980949"/>
                  </a:lnTo>
                  <a:lnTo>
                    <a:pt x="1597644" y="3980949"/>
                  </a:lnTo>
                  <a:lnTo>
                    <a:pt x="1597789" y="3980949"/>
                  </a:lnTo>
                  <a:lnTo>
                    <a:pt x="1597935" y="3980949"/>
                  </a:lnTo>
                  <a:lnTo>
                    <a:pt x="1597935" y="3980325"/>
                  </a:lnTo>
                  <a:lnTo>
                    <a:pt x="1598080" y="3980325"/>
                  </a:lnTo>
                  <a:lnTo>
                    <a:pt x="1598080" y="3979702"/>
                  </a:lnTo>
                  <a:lnTo>
                    <a:pt x="1598226" y="3979702"/>
                  </a:lnTo>
                  <a:lnTo>
                    <a:pt x="1598371" y="3979702"/>
                  </a:lnTo>
                  <a:lnTo>
                    <a:pt x="1598371" y="3979078"/>
                  </a:lnTo>
                  <a:lnTo>
                    <a:pt x="1598517" y="3979078"/>
                  </a:lnTo>
                  <a:lnTo>
                    <a:pt x="1598662" y="3979078"/>
                  </a:lnTo>
                  <a:lnTo>
                    <a:pt x="1598807" y="3979078"/>
                  </a:lnTo>
                  <a:lnTo>
                    <a:pt x="1598953" y="3979078"/>
                  </a:lnTo>
                  <a:lnTo>
                    <a:pt x="1599098" y="3979078"/>
                  </a:lnTo>
                  <a:lnTo>
                    <a:pt x="1599244" y="3979078"/>
                  </a:lnTo>
                  <a:lnTo>
                    <a:pt x="1599389" y="3979078"/>
                  </a:lnTo>
                  <a:lnTo>
                    <a:pt x="1599535" y="3979078"/>
                  </a:lnTo>
                  <a:lnTo>
                    <a:pt x="1599680" y="3979078"/>
                  </a:lnTo>
                  <a:lnTo>
                    <a:pt x="1599825" y="3979078"/>
                  </a:lnTo>
                  <a:lnTo>
                    <a:pt x="1599971" y="3979078"/>
                  </a:lnTo>
                  <a:lnTo>
                    <a:pt x="1600116" y="3979078"/>
                  </a:lnTo>
                  <a:lnTo>
                    <a:pt x="1600262" y="3979078"/>
                  </a:lnTo>
                  <a:lnTo>
                    <a:pt x="1600407" y="3979078"/>
                  </a:lnTo>
                  <a:lnTo>
                    <a:pt x="1600552" y="3979078"/>
                  </a:lnTo>
                  <a:lnTo>
                    <a:pt x="1600698" y="3979078"/>
                  </a:lnTo>
                  <a:lnTo>
                    <a:pt x="1600843" y="3979078"/>
                  </a:lnTo>
                  <a:lnTo>
                    <a:pt x="1600843" y="3978455"/>
                  </a:lnTo>
                  <a:lnTo>
                    <a:pt x="1600989" y="3978455"/>
                  </a:lnTo>
                  <a:lnTo>
                    <a:pt x="1600989" y="3977831"/>
                  </a:lnTo>
                  <a:lnTo>
                    <a:pt x="1600989" y="3977208"/>
                  </a:lnTo>
                  <a:lnTo>
                    <a:pt x="1600989" y="3976584"/>
                  </a:lnTo>
                  <a:lnTo>
                    <a:pt x="1600989" y="3975960"/>
                  </a:lnTo>
                  <a:lnTo>
                    <a:pt x="1601134" y="3975960"/>
                  </a:lnTo>
                  <a:lnTo>
                    <a:pt x="1601280" y="3975960"/>
                  </a:lnTo>
                  <a:lnTo>
                    <a:pt x="1601425" y="3975960"/>
                  </a:lnTo>
                  <a:lnTo>
                    <a:pt x="1601570" y="3975960"/>
                  </a:lnTo>
                  <a:lnTo>
                    <a:pt x="1601570" y="3975337"/>
                  </a:lnTo>
                  <a:lnTo>
                    <a:pt x="1601570" y="3974713"/>
                  </a:lnTo>
                  <a:lnTo>
                    <a:pt x="1601716" y="3974713"/>
                  </a:lnTo>
                  <a:lnTo>
                    <a:pt x="1601861" y="3974713"/>
                  </a:lnTo>
                  <a:lnTo>
                    <a:pt x="1602007" y="3974713"/>
                  </a:lnTo>
                  <a:lnTo>
                    <a:pt x="1602152" y="3974713"/>
                  </a:lnTo>
                  <a:lnTo>
                    <a:pt x="1602298" y="3974713"/>
                  </a:lnTo>
                  <a:lnTo>
                    <a:pt x="1602298" y="3974090"/>
                  </a:lnTo>
                  <a:lnTo>
                    <a:pt x="1602443" y="3974090"/>
                  </a:lnTo>
                  <a:lnTo>
                    <a:pt x="1602588" y="3974090"/>
                  </a:lnTo>
                  <a:lnTo>
                    <a:pt x="1602734" y="3974090"/>
                  </a:lnTo>
                  <a:lnTo>
                    <a:pt x="1602879" y="3974090"/>
                  </a:lnTo>
                  <a:lnTo>
                    <a:pt x="1603025" y="3974090"/>
                  </a:lnTo>
                  <a:lnTo>
                    <a:pt x="1603170" y="3974090"/>
                  </a:lnTo>
                  <a:lnTo>
                    <a:pt x="1603316" y="3974090"/>
                  </a:lnTo>
                  <a:lnTo>
                    <a:pt x="1603461" y="3974090"/>
                  </a:lnTo>
                  <a:lnTo>
                    <a:pt x="1603606" y="3974090"/>
                  </a:lnTo>
                  <a:lnTo>
                    <a:pt x="1603752" y="3974090"/>
                  </a:lnTo>
                  <a:lnTo>
                    <a:pt x="1603897" y="3974090"/>
                  </a:lnTo>
                  <a:lnTo>
                    <a:pt x="1603897" y="3973466"/>
                  </a:lnTo>
                  <a:lnTo>
                    <a:pt x="1603897" y="3972842"/>
                  </a:lnTo>
                  <a:lnTo>
                    <a:pt x="1603897" y="3972219"/>
                  </a:lnTo>
                  <a:lnTo>
                    <a:pt x="1604043" y="3972219"/>
                  </a:lnTo>
                  <a:lnTo>
                    <a:pt x="1604043" y="3971595"/>
                  </a:lnTo>
                  <a:lnTo>
                    <a:pt x="1604188" y="3971595"/>
                  </a:lnTo>
                  <a:lnTo>
                    <a:pt x="1604334" y="3971595"/>
                  </a:lnTo>
                  <a:lnTo>
                    <a:pt x="1604334" y="3970972"/>
                  </a:lnTo>
                  <a:lnTo>
                    <a:pt x="1604479" y="3970972"/>
                  </a:lnTo>
                  <a:lnTo>
                    <a:pt x="1604624" y="3970972"/>
                  </a:lnTo>
                  <a:lnTo>
                    <a:pt x="1604770" y="3970972"/>
                  </a:lnTo>
                  <a:lnTo>
                    <a:pt x="1604915" y="3970972"/>
                  </a:lnTo>
                  <a:lnTo>
                    <a:pt x="1604915" y="3970348"/>
                  </a:lnTo>
                  <a:lnTo>
                    <a:pt x="1604915" y="3969725"/>
                  </a:lnTo>
                  <a:lnTo>
                    <a:pt x="1605061" y="3969725"/>
                  </a:lnTo>
                  <a:lnTo>
                    <a:pt x="1605206" y="3969725"/>
                  </a:lnTo>
                  <a:lnTo>
                    <a:pt x="1605206" y="3969101"/>
                  </a:lnTo>
                  <a:lnTo>
                    <a:pt x="1605352" y="3969101"/>
                  </a:lnTo>
                  <a:lnTo>
                    <a:pt x="1605497" y="3969101"/>
                  </a:lnTo>
                  <a:lnTo>
                    <a:pt x="1605497" y="3968477"/>
                  </a:lnTo>
                  <a:lnTo>
                    <a:pt x="1605642" y="3968477"/>
                  </a:lnTo>
                  <a:lnTo>
                    <a:pt x="1605788" y="3968477"/>
                  </a:lnTo>
                  <a:lnTo>
                    <a:pt x="1605933" y="3968477"/>
                  </a:lnTo>
                  <a:lnTo>
                    <a:pt x="1606079" y="3968477"/>
                  </a:lnTo>
                  <a:lnTo>
                    <a:pt x="1606224" y="3968477"/>
                  </a:lnTo>
                  <a:lnTo>
                    <a:pt x="1606370" y="3968477"/>
                  </a:lnTo>
                  <a:lnTo>
                    <a:pt x="1606515" y="3968477"/>
                  </a:lnTo>
                  <a:lnTo>
                    <a:pt x="1606660" y="3968477"/>
                  </a:lnTo>
                  <a:lnTo>
                    <a:pt x="1606660" y="3967854"/>
                  </a:lnTo>
                  <a:lnTo>
                    <a:pt x="1606806" y="3967854"/>
                  </a:lnTo>
                  <a:lnTo>
                    <a:pt x="1606951" y="3967854"/>
                  </a:lnTo>
                  <a:lnTo>
                    <a:pt x="1607097" y="3967854"/>
                  </a:lnTo>
                  <a:lnTo>
                    <a:pt x="1607242" y="3967854"/>
                  </a:lnTo>
                  <a:lnTo>
                    <a:pt x="1607387" y="3967854"/>
                  </a:lnTo>
                  <a:lnTo>
                    <a:pt x="1607387" y="3967230"/>
                  </a:lnTo>
                  <a:lnTo>
                    <a:pt x="1607533" y="3967230"/>
                  </a:lnTo>
                  <a:lnTo>
                    <a:pt x="1607678" y="3967230"/>
                  </a:lnTo>
                  <a:lnTo>
                    <a:pt x="1607678" y="3966607"/>
                  </a:lnTo>
                  <a:lnTo>
                    <a:pt x="1607678" y="3965983"/>
                  </a:lnTo>
                  <a:lnTo>
                    <a:pt x="1607824" y="3965983"/>
                  </a:lnTo>
                  <a:lnTo>
                    <a:pt x="1607969" y="3965983"/>
                  </a:lnTo>
                  <a:lnTo>
                    <a:pt x="1608115" y="3965983"/>
                  </a:lnTo>
                  <a:lnTo>
                    <a:pt x="1608260" y="3965983"/>
                  </a:lnTo>
                  <a:lnTo>
                    <a:pt x="1608260" y="3965359"/>
                  </a:lnTo>
                  <a:lnTo>
                    <a:pt x="1608405" y="3965359"/>
                  </a:lnTo>
                  <a:lnTo>
                    <a:pt x="1608551" y="3965359"/>
                  </a:lnTo>
                  <a:lnTo>
                    <a:pt x="1608551" y="3964736"/>
                  </a:lnTo>
                  <a:lnTo>
                    <a:pt x="1608696" y="3964736"/>
                  </a:lnTo>
                  <a:lnTo>
                    <a:pt x="1608842" y="3964736"/>
                  </a:lnTo>
                  <a:lnTo>
                    <a:pt x="1608842" y="3964112"/>
                  </a:lnTo>
                  <a:lnTo>
                    <a:pt x="1608987" y="3964112"/>
                  </a:lnTo>
                  <a:lnTo>
                    <a:pt x="1609133" y="3964112"/>
                  </a:lnTo>
                  <a:lnTo>
                    <a:pt x="1609278" y="3964112"/>
                  </a:lnTo>
                  <a:lnTo>
                    <a:pt x="1609423" y="3964112"/>
                  </a:lnTo>
                  <a:lnTo>
                    <a:pt x="1609569" y="3964112"/>
                  </a:lnTo>
                  <a:lnTo>
                    <a:pt x="1609714" y="3964112"/>
                  </a:lnTo>
                  <a:lnTo>
                    <a:pt x="1609860" y="3964112"/>
                  </a:lnTo>
                  <a:lnTo>
                    <a:pt x="1610005" y="3964112"/>
                  </a:lnTo>
                  <a:lnTo>
                    <a:pt x="1610005" y="3963489"/>
                  </a:lnTo>
                  <a:lnTo>
                    <a:pt x="1610005" y="3962865"/>
                  </a:lnTo>
                  <a:lnTo>
                    <a:pt x="1610151" y="3962865"/>
                  </a:lnTo>
                  <a:lnTo>
                    <a:pt x="1610296" y="3962865"/>
                  </a:lnTo>
                  <a:lnTo>
                    <a:pt x="1610441" y="3962865"/>
                  </a:lnTo>
                  <a:lnTo>
                    <a:pt x="1610587" y="3962865"/>
                  </a:lnTo>
                  <a:lnTo>
                    <a:pt x="1610732" y="3962865"/>
                  </a:lnTo>
                  <a:lnTo>
                    <a:pt x="1610878" y="3962865"/>
                  </a:lnTo>
                  <a:lnTo>
                    <a:pt x="1610878" y="3962242"/>
                  </a:lnTo>
                  <a:lnTo>
                    <a:pt x="1611023" y="3962242"/>
                  </a:lnTo>
                  <a:lnTo>
                    <a:pt x="1611023" y="3961618"/>
                  </a:lnTo>
                  <a:lnTo>
                    <a:pt x="1611169" y="3961618"/>
                  </a:lnTo>
                  <a:lnTo>
                    <a:pt x="1611314" y="3961618"/>
                  </a:lnTo>
                  <a:lnTo>
                    <a:pt x="1611459" y="3961618"/>
                  </a:lnTo>
                  <a:lnTo>
                    <a:pt x="1611605" y="3961618"/>
                  </a:lnTo>
                  <a:lnTo>
                    <a:pt x="1611750" y="3961618"/>
                  </a:lnTo>
                  <a:lnTo>
                    <a:pt x="1611896" y="3961618"/>
                  </a:lnTo>
                  <a:lnTo>
                    <a:pt x="1612041" y="3961618"/>
                  </a:lnTo>
                  <a:lnTo>
                    <a:pt x="1612187" y="3961618"/>
                  </a:lnTo>
                  <a:lnTo>
                    <a:pt x="1612187" y="3960994"/>
                  </a:lnTo>
                  <a:lnTo>
                    <a:pt x="1612332" y="3960994"/>
                  </a:lnTo>
                  <a:lnTo>
                    <a:pt x="1612477" y="3960994"/>
                  </a:lnTo>
                  <a:lnTo>
                    <a:pt x="1612477" y="3960371"/>
                  </a:lnTo>
                  <a:lnTo>
                    <a:pt x="1612477" y="3959747"/>
                  </a:lnTo>
                  <a:lnTo>
                    <a:pt x="1612623" y="3959747"/>
                  </a:lnTo>
                  <a:lnTo>
                    <a:pt x="1612768" y="3959747"/>
                  </a:lnTo>
                  <a:lnTo>
                    <a:pt x="1612768" y="3959124"/>
                  </a:lnTo>
                  <a:lnTo>
                    <a:pt x="1612768" y="3958500"/>
                  </a:lnTo>
                  <a:lnTo>
                    <a:pt x="1612914" y="3958500"/>
                  </a:lnTo>
                  <a:lnTo>
                    <a:pt x="1613059" y="3958500"/>
                  </a:lnTo>
                  <a:lnTo>
                    <a:pt x="1613205" y="3958500"/>
                  </a:lnTo>
                  <a:lnTo>
                    <a:pt x="1613350" y="3958500"/>
                  </a:lnTo>
                  <a:lnTo>
                    <a:pt x="1613350" y="3957876"/>
                  </a:lnTo>
                  <a:lnTo>
                    <a:pt x="1613495" y="3957876"/>
                  </a:lnTo>
                  <a:lnTo>
                    <a:pt x="1613641" y="3957876"/>
                  </a:lnTo>
                  <a:lnTo>
                    <a:pt x="1613786" y="3957876"/>
                  </a:lnTo>
                  <a:lnTo>
                    <a:pt x="1613932" y="3957876"/>
                  </a:lnTo>
                  <a:lnTo>
                    <a:pt x="1614077" y="3957876"/>
                  </a:lnTo>
                  <a:lnTo>
                    <a:pt x="1614222" y="3957876"/>
                  </a:lnTo>
                  <a:lnTo>
                    <a:pt x="1614368" y="3957876"/>
                  </a:lnTo>
                  <a:lnTo>
                    <a:pt x="1614368" y="3957253"/>
                  </a:lnTo>
                  <a:lnTo>
                    <a:pt x="1614513" y="3957253"/>
                  </a:lnTo>
                  <a:lnTo>
                    <a:pt x="1614659" y="3957253"/>
                  </a:lnTo>
                  <a:lnTo>
                    <a:pt x="1614804" y="3957253"/>
                  </a:lnTo>
                  <a:lnTo>
                    <a:pt x="1614950" y="3957253"/>
                  </a:lnTo>
                  <a:lnTo>
                    <a:pt x="1615095" y="3957253"/>
                  </a:lnTo>
                  <a:lnTo>
                    <a:pt x="1615240" y="3957253"/>
                  </a:lnTo>
                  <a:lnTo>
                    <a:pt x="1615386" y="3957253"/>
                  </a:lnTo>
                  <a:lnTo>
                    <a:pt x="1615531" y="3957253"/>
                  </a:lnTo>
                  <a:lnTo>
                    <a:pt x="1615677" y="3957253"/>
                  </a:lnTo>
                  <a:lnTo>
                    <a:pt x="1615822" y="3957253"/>
                  </a:lnTo>
                  <a:lnTo>
                    <a:pt x="1615968" y="3957253"/>
                  </a:lnTo>
                  <a:lnTo>
                    <a:pt x="1616113" y="3957253"/>
                  </a:lnTo>
                  <a:lnTo>
                    <a:pt x="1616258" y="3957253"/>
                  </a:lnTo>
                  <a:lnTo>
                    <a:pt x="1616404" y="3957253"/>
                  </a:lnTo>
                  <a:lnTo>
                    <a:pt x="1616549" y="3957253"/>
                  </a:lnTo>
                  <a:lnTo>
                    <a:pt x="1616695" y="3957253"/>
                  </a:lnTo>
                  <a:lnTo>
                    <a:pt x="1616840" y="3957253"/>
                  </a:lnTo>
                  <a:lnTo>
                    <a:pt x="1616840" y="3956629"/>
                  </a:lnTo>
                  <a:lnTo>
                    <a:pt x="1616986" y="3956629"/>
                  </a:lnTo>
                  <a:lnTo>
                    <a:pt x="1617131" y="3956629"/>
                  </a:lnTo>
                  <a:lnTo>
                    <a:pt x="1617276" y="3956629"/>
                  </a:lnTo>
                  <a:lnTo>
                    <a:pt x="1617422" y="3956629"/>
                  </a:lnTo>
                  <a:lnTo>
                    <a:pt x="1617567" y="3956629"/>
                  </a:lnTo>
                  <a:lnTo>
                    <a:pt x="1617713" y="3956629"/>
                  </a:lnTo>
                  <a:lnTo>
                    <a:pt x="1617858" y="3956629"/>
                  </a:lnTo>
                  <a:lnTo>
                    <a:pt x="1617858" y="3956006"/>
                  </a:lnTo>
                  <a:lnTo>
                    <a:pt x="1618004" y="3956006"/>
                  </a:lnTo>
                  <a:lnTo>
                    <a:pt x="1618149" y="3956006"/>
                  </a:lnTo>
                  <a:lnTo>
                    <a:pt x="1618149" y="3955382"/>
                  </a:lnTo>
                  <a:lnTo>
                    <a:pt x="1618294" y="3955382"/>
                  </a:lnTo>
                  <a:lnTo>
                    <a:pt x="1618440" y="3955382"/>
                  </a:lnTo>
                  <a:lnTo>
                    <a:pt x="1618440" y="3954759"/>
                  </a:lnTo>
                  <a:lnTo>
                    <a:pt x="1618440" y="3954135"/>
                  </a:lnTo>
                  <a:lnTo>
                    <a:pt x="1618585" y="3954135"/>
                  </a:lnTo>
                  <a:lnTo>
                    <a:pt x="1618731" y="3954135"/>
                  </a:lnTo>
                  <a:lnTo>
                    <a:pt x="1618876" y="3954135"/>
                  </a:lnTo>
                  <a:lnTo>
                    <a:pt x="1618876" y="3953511"/>
                  </a:lnTo>
                  <a:lnTo>
                    <a:pt x="1619022" y="3953511"/>
                  </a:lnTo>
                  <a:lnTo>
                    <a:pt x="1619167" y="3953511"/>
                  </a:lnTo>
                  <a:lnTo>
                    <a:pt x="1619312" y="3953511"/>
                  </a:lnTo>
                  <a:lnTo>
                    <a:pt x="1619458" y="3953511"/>
                  </a:lnTo>
                  <a:lnTo>
                    <a:pt x="1619458" y="3952888"/>
                  </a:lnTo>
                  <a:lnTo>
                    <a:pt x="1619458" y="3952264"/>
                  </a:lnTo>
                  <a:lnTo>
                    <a:pt x="1619458" y="3951641"/>
                  </a:lnTo>
                  <a:lnTo>
                    <a:pt x="1619603" y="3951641"/>
                  </a:lnTo>
                  <a:lnTo>
                    <a:pt x="1619749" y="3951641"/>
                  </a:lnTo>
                  <a:lnTo>
                    <a:pt x="1619894" y="3951641"/>
                  </a:lnTo>
                  <a:lnTo>
                    <a:pt x="1619894" y="3951017"/>
                  </a:lnTo>
                  <a:lnTo>
                    <a:pt x="1620040" y="3951017"/>
                  </a:lnTo>
                  <a:lnTo>
                    <a:pt x="1620185" y="3951017"/>
                  </a:lnTo>
                  <a:lnTo>
                    <a:pt x="1620185" y="3950393"/>
                  </a:lnTo>
                  <a:lnTo>
                    <a:pt x="1620330" y="3950393"/>
                  </a:lnTo>
                  <a:lnTo>
                    <a:pt x="1620476" y="3950393"/>
                  </a:lnTo>
                  <a:lnTo>
                    <a:pt x="1620476" y="3949770"/>
                  </a:lnTo>
                  <a:lnTo>
                    <a:pt x="1620621" y="3949770"/>
                  </a:lnTo>
                  <a:lnTo>
                    <a:pt x="1620767" y="3949770"/>
                  </a:lnTo>
                  <a:lnTo>
                    <a:pt x="1620767" y="3949146"/>
                  </a:lnTo>
                  <a:lnTo>
                    <a:pt x="1620912" y="3949146"/>
                  </a:lnTo>
                  <a:lnTo>
                    <a:pt x="1621057" y="3949146"/>
                  </a:lnTo>
                  <a:lnTo>
                    <a:pt x="1621203" y="3949146"/>
                  </a:lnTo>
                  <a:lnTo>
                    <a:pt x="1621348" y="3949146"/>
                  </a:lnTo>
                  <a:lnTo>
                    <a:pt x="1621494" y="3949146"/>
                  </a:lnTo>
                  <a:lnTo>
                    <a:pt x="1621639" y="3949146"/>
                  </a:lnTo>
                  <a:lnTo>
                    <a:pt x="1621785" y="3949146"/>
                  </a:lnTo>
                  <a:lnTo>
                    <a:pt x="1621785" y="3948523"/>
                  </a:lnTo>
                  <a:lnTo>
                    <a:pt x="1621785" y="3947899"/>
                  </a:lnTo>
                  <a:lnTo>
                    <a:pt x="1621785" y="3947276"/>
                  </a:lnTo>
                  <a:lnTo>
                    <a:pt x="1621785" y="3946652"/>
                  </a:lnTo>
                  <a:lnTo>
                    <a:pt x="1621785" y="3946028"/>
                  </a:lnTo>
                  <a:lnTo>
                    <a:pt x="1621930" y="3946028"/>
                  </a:lnTo>
                  <a:lnTo>
                    <a:pt x="1622075" y="3946028"/>
                  </a:lnTo>
                  <a:lnTo>
                    <a:pt x="1622221" y="3946028"/>
                  </a:lnTo>
                  <a:lnTo>
                    <a:pt x="1622366" y="3946028"/>
                  </a:lnTo>
                  <a:lnTo>
                    <a:pt x="1622366" y="3945405"/>
                  </a:lnTo>
                  <a:lnTo>
                    <a:pt x="1622512" y="3945405"/>
                  </a:lnTo>
                  <a:lnTo>
                    <a:pt x="1622657" y="3945405"/>
                  </a:lnTo>
                  <a:lnTo>
                    <a:pt x="1622803" y="3945405"/>
                  </a:lnTo>
                  <a:lnTo>
                    <a:pt x="1622948" y="3945405"/>
                  </a:lnTo>
                  <a:lnTo>
                    <a:pt x="1623093" y="3945405"/>
                  </a:lnTo>
                  <a:lnTo>
                    <a:pt x="1623239" y="3945405"/>
                  </a:lnTo>
                  <a:lnTo>
                    <a:pt x="1623384" y="3945405"/>
                  </a:lnTo>
                  <a:lnTo>
                    <a:pt x="1623530" y="3945405"/>
                  </a:lnTo>
                  <a:lnTo>
                    <a:pt x="1623530" y="3944781"/>
                  </a:lnTo>
                  <a:lnTo>
                    <a:pt x="1623530" y="3944158"/>
                  </a:lnTo>
                  <a:lnTo>
                    <a:pt x="1623675" y="3944158"/>
                  </a:lnTo>
                  <a:lnTo>
                    <a:pt x="1623675" y="3943534"/>
                  </a:lnTo>
                  <a:lnTo>
                    <a:pt x="1623675" y="3942911"/>
                  </a:lnTo>
                  <a:lnTo>
                    <a:pt x="1623675" y="3942287"/>
                  </a:lnTo>
                  <a:lnTo>
                    <a:pt x="1623821" y="3942287"/>
                  </a:lnTo>
                  <a:lnTo>
                    <a:pt x="1623821" y="3941663"/>
                  </a:lnTo>
                  <a:lnTo>
                    <a:pt x="1623966" y="3941663"/>
                  </a:lnTo>
                  <a:lnTo>
                    <a:pt x="1624111" y="3941663"/>
                  </a:lnTo>
                  <a:lnTo>
                    <a:pt x="1624257" y="3941663"/>
                  </a:lnTo>
                  <a:lnTo>
                    <a:pt x="1624402" y="3941663"/>
                  </a:lnTo>
                  <a:lnTo>
                    <a:pt x="1624548" y="3941663"/>
                  </a:lnTo>
                  <a:lnTo>
                    <a:pt x="1624693" y="3941663"/>
                  </a:lnTo>
                  <a:lnTo>
                    <a:pt x="1624839" y="3941663"/>
                  </a:lnTo>
                  <a:lnTo>
                    <a:pt x="1624984" y="3941663"/>
                  </a:lnTo>
                  <a:lnTo>
                    <a:pt x="1625129" y="3941663"/>
                  </a:lnTo>
                  <a:lnTo>
                    <a:pt x="1625275" y="3941663"/>
                  </a:lnTo>
                  <a:lnTo>
                    <a:pt x="1625420" y="3941663"/>
                  </a:lnTo>
                  <a:lnTo>
                    <a:pt x="1625420" y="3941040"/>
                  </a:lnTo>
                  <a:lnTo>
                    <a:pt x="1625566" y="3941040"/>
                  </a:lnTo>
                  <a:lnTo>
                    <a:pt x="1625566" y="3940416"/>
                  </a:lnTo>
                  <a:lnTo>
                    <a:pt x="1625711" y="3940416"/>
                  </a:lnTo>
                  <a:lnTo>
                    <a:pt x="1625857" y="3940416"/>
                  </a:lnTo>
                  <a:lnTo>
                    <a:pt x="1626002" y="3940416"/>
                  </a:lnTo>
                  <a:lnTo>
                    <a:pt x="1626147" y="3940416"/>
                  </a:lnTo>
                  <a:lnTo>
                    <a:pt x="1626293" y="3940416"/>
                  </a:lnTo>
                  <a:lnTo>
                    <a:pt x="1626293" y="3939793"/>
                  </a:lnTo>
                  <a:lnTo>
                    <a:pt x="1626438" y="3939793"/>
                  </a:lnTo>
                  <a:lnTo>
                    <a:pt x="1626584" y="3939793"/>
                  </a:lnTo>
                  <a:lnTo>
                    <a:pt x="1626729" y="3939793"/>
                  </a:lnTo>
                  <a:lnTo>
                    <a:pt x="1626875" y="3939793"/>
                  </a:lnTo>
                  <a:lnTo>
                    <a:pt x="1627020" y="3939793"/>
                  </a:lnTo>
                  <a:lnTo>
                    <a:pt x="1627165" y="3939793"/>
                  </a:lnTo>
                  <a:lnTo>
                    <a:pt x="1627165" y="3939169"/>
                  </a:lnTo>
                  <a:lnTo>
                    <a:pt x="1627165" y="3938545"/>
                  </a:lnTo>
                  <a:lnTo>
                    <a:pt x="1627311" y="3938545"/>
                  </a:lnTo>
                  <a:lnTo>
                    <a:pt x="1627456" y="3938545"/>
                  </a:lnTo>
                  <a:lnTo>
                    <a:pt x="1627456" y="3937922"/>
                  </a:lnTo>
                  <a:lnTo>
                    <a:pt x="1627602" y="3937922"/>
                  </a:lnTo>
                  <a:lnTo>
                    <a:pt x="1627602" y="3937298"/>
                  </a:lnTo>
                  <a:lnTo>
                    <a:pt x="1627747" y="3937298"/>
                  </a:lnTo>
                  <a:lnTo>
                    <a:pt x="1627747" y="3936675"/>
                  </a:lnTo>
                  <a:lnTo>
                    <a:pt x="1627892" y="3936675"/>
                  </a:lnTo>
                  <a:lnTo>
                    <a:pt x="1628038" y="3936675"/>
                  </a:lnTo>
                  <a:lnTo>
                    <a:pt x="1628038" y="3936051"/>
                  </a:lnTo>
                  <a:lnTo>
                    <a:pt x="1628183" y="3936051"/>
                  </a:lnTo>
                  <a:lnTo>
                    <a:pt x="1628329" y="3936051"/>
                  </a:lnTo>
                  <a:lnTo>
                    <a:pt x="1628474" y="3936051"/>
                  </a:lnTo>
                  <a:lnTo>
                    <a:pt x="1628620" y="3936051"/>
                  </a:lnTo>
                  <a:lnTo>
                    <a:pt x="1628765" y="3936051"/>
                  </a:lnTo>
                  <a:lnTo>
                    <a:pt x="1628910" y="3936051"/>
                  </a:lnTo>
                  <a:lnTo>
                    <a:pt x="1628910" y="3935428"/>
                  </a:lnTo>
                  <a:lnTo>
                    <a:pt x="1629056" y="3935428"/>
                  </a:lnTo>
                  <a:lnTo>
                    <a:pt x="1629201" y="3935428"/>
                  </a:lnTo>
                  <a:lnTo>
                    <a:pt x="1629201" y="3934804"/>
                  </a:lnTo>
                  <a:lnTo>
                    <a:pt x="1629201" y="3934180"/>
                  </a:lnTo>
                  <a:lnTo>
                    <a:pt x="1629347" y="3934180"/>
                  </a:lnTo>
                  <a:lnTo>
                    <a:pt x="1629492" y="3934180"/>
                  </a:lnTo>
                  <a:lnTo>
                    <a:pt x="1629638" y="3934180"/>
                  </a:lnTo>
                  <a:lnTo>
                    <a:pt x="1629783" y="3934180"/>
                  </a:lnTo>
                  <a:lnTo>
                    <a:pt x="1629928" y="3934180"/>
                  </a:lnTo>
                  <a:lnTo>
                    <a:pt x="1629928" y="3933557"/>
                  </a:lnTo>
                  <a:lnTo>
                    <a:pt x="1629928" y="3932933"/>
                  </a:lnTo>
                  <a:lnTo>
                    <a:pt x="1630074" y="3932933"/>
                  </a:lnTo>
                  <a:lnTo>
                    <a:pt x="1630219" y="3932933"/>
                  </a:lnTo>
                  <a:lnTo>
                    <a:pt x="1630219" y="3932310"/>
                  </a:lnTo>
                  <a:lnTo>
                    <a:pt x="1630365" y="3932310"/>
                  </a:lnTo>
                  <a:lnTo>
                    <a:pt x="1630510" y="3932310"/>
                  </a:lnTo>
                  <a:lnTo>
                    <a:pt x="1630656" y="3932310"/>
                  </a:lnTo>
                  <a:lnTo>
                    <a:pt x="1630656" y="3931686"/>
                  </a:lnTo>
                  <a:lnTo>
                    <a:pt x="1630801" y="3931686"/>
                  </a:lnTo>
                  <a:lnTo>
                    <a:pt x="1630946" y="3931686"/>
                  </a:lnTo>
                  <a:lnTo>
                    <a:pt x="1630946" y="3931062"/>
                  </a:lnTo>
                  <a:lnTo>
                    <a:pt x="1631092" y="3931062"/>
                  </a:lnTo>
                  <a:lnTo>
                    <a:pt x="1631237" y="3931062"/>
                  </a:lnTo>
                  <a:lnTo>
                    <a:pt x="1631383" y="3931062"/>
                  </a:lnTo>
                  <a:lnTo>
                    <a:pt x="1631528" y="3931062"/>
                  </a:lnTo>
                  <a:lnTo>
                    <a:pt x="1631528" y="3930439"/>
                  </a:lnTo>
                  <a:lnTo>
                    <a:pt x="1631674" y="3930439"/>
                  </a:lnTo>
                  <a:lnTo>
                    <a:pt x="1631819" y="3930439"/>
                  </a:lnTo>
                  <a:lnTo>
                    <a:pt x="1631819" y="3929815"/>
                  </a:lnTo>
                  <a:lnTo>
                    <a:pt x="1631819" y="3929192"/>
                  </a:lnTo>
                  <a:lnTo>
                    <a:pt x="1631819" y="3928568"/>
                  </a:lnTo>
                  <a:lnTo>
                    <a:pt x="1631964" y="3928568"/>
                  </a:lnTo>
                  <a:lnTo>
                    <a:pt x="1632110" y="3928568"/>
                  </a:lnTo>
                  <a:lnTo>
                    <a:pt x="1632255" y="3928568"/>
                  </a:lnTo>
                  <a:lnTo>
                    <a:pt x="1632401" y="3928568"/>
                  </a:lnTo>
                  <a:lnTo>
                    <a:pt x="1632401" y="3927945"/>
                  </a:lnTo>
                  <a:lnTo>
                    <a:pt x="1632546" y="3927945"/>
                  </a:lnTo>
                  <a:lnTo>
                    <a:pt x="1632692" y="3927945"/>
                  </a:lnTo>
                  <a:lnTo>
                    <a:pt x="1632837" y="3927945"/>
                  </a:lnTo>
                  <a:lnTo>
                    <a:pt x="1632982" y="3927945"/>
                  </a:lnTo>
                  <a:lnTo>
                    <a:pt x="1633128" y="3927945"/>
                  </a:lnTo>
                  <a:lnTo>
                    <a:pt x="1633273" y="3927945"/>
                  </a:lnTo>
                  <a:lnTo>
                    <a:pt x="1633273" y="3927321"/>
                  </a:lnTo>
                  <a:lnTo>
                    <a:pt x="1633273" y="3926697"/>
                  </a:lnTo>
                  <a:lnTo>
                    <a:pt x="1633419" y="3926697"/>
                  </a:lnTo>
                  <a:lnTo>
                    <a:pt x="1633564" y="3926697"/>
                  </a:lnTo>
                  <a:lnTo>
                    <a:pt x="1633710" y="3926697"/>
                  </a:lnTo>
                  <a:lnTo>
                    <a:pt x="1633855" y="3926697"/>
                  </a:lnTo>
                  <a:lnTo>
                    <a:pt x="1634000" y="3926697"/>
                  </a:lnTo>
                  <a:lnTo>
                    <a:pt x="1634146" y="3926697"/>
                  </a:lnTo>
                  <a:lnTo>
                    <a:pt x="1634146" y="3926074"/>
                  </a:lnTo>
                  <a:lnTo>
                    <a:pt x="1634291" y="3926074"/>
                  </a:lnTo>
                  <a:lnTo>
                    <a:pt x="1634437" y="3926074"/>
                  </a:lnTo>
                  <a:lnTo>
                    <a:pt x="1634582" y="3926074"/>
                  </a:lnTo>
                  <a:lnTo>
                    <a:pt x="1634727" y="3926074"/>
                  </a:lnTo>
                  <a:lnTo>
                    <a:pt x="1634873" y="3926074"/>
                  </a:lnTo>
                  <a:lnTo>
                    <a:pt x="1635018" y="3926074"/>
                  </a:lnTo>
                  <a:lnTo>
                    <a:pt x="1635018" y="3925450"/>
                  </a:lnTo>
                  <a:lnTo>
                    <a:pt x="1635164" y="3925450"/>
                  </a:lnTo>
                  <a:lnTo>
                    <a:pt x="1635309" y="3925450"/>
                  </a:lnTo>
                  <a:lnTo>
                    <a:pt x="1635309" y="3924827"/>
                  </a:lnTo>
                  <a:lnTo>
                    <a:pt x="1635455" y="3924827"/>
                  </a:lnTo>
                  <a:lnTo>
                    <a:pt x="1635600" y="3924827"/>
                  </a:lnTo>
                  <a:lnTo>
                    <a:pt x="1635745" y="3924827"/>
                  </a:lnTo>
                  <a:lnTo>
                    <a:pt x="1635891" y="3924827"/>
                  </a:lnTo>
                  <a:lnTo>
                    <a:pt x="1636036" y="3924827"/>
                  </a:lnTo>
                  <a:lnTo>
                    <a:pt x="1636182" y="3924827"/>
                  </a:lnTo>
                  <a:lnTo>
                    <a:pt x="1636327" y="3924827"/>
                  </a:lnTo>
                  <a:lnTo>
                    <a:pt x="1636473" y="3924827"/>
                  </a:lnTo>
                  <a:lnTo>
                    <a:pt x="1636618" y="3924827"/>
                  </a:lnTo>
                  <a:lnTo>
                    <a:pt x="1636763" y="3924827"/>
                  </a:lnTo>
                  <a:lnTo>
                    <a:pt x="1636909" y="3924827"/>
                  </a:lnTo>
                  <a:lnTo>
                    <a:pt x="1637054" y="3924827"/>
                  </a:lnTo>
                  <a:lnTo>
                    <a:pt x="1637054" y="3924203"/>
                  </a:lnTo>
                  <a:lnTo>
                    <a:pt x="1637054" y="3923579"/>
                  </a:lnTo>
                  <a:lnTo>
                    <a:pt x="1637054" y="3922956"/>
                  </a:lnTo>
                  <a:lnTo>
                    <a:pt x="1637200" y="3922956"/>
                  </a:lnTo>
                  <a:lnTo>
                    <a:pt x="1637345" y="3922956"/>
                  </a:lnTo>
                  <a:lnTo>
                    <a:pt x="1637491" y="3922956"/>
                  </a:lnTo>
                  <a:lnTo>
                    <a:pt x="1637636" y="3922956"/>
                  </a:lnTo>
                  <a:lnTo>
                    <a:pt x="1637781" y="3922956"/>
                  </a:lnTo>
                  <a:lnTo>
                    <a:pt x="1637927" y="3922956"/>
                  </a:lnTo>
                  <a:lnTo>
                    <a:pt x="1638072" y="3922956"/>
                  </a:lnTo>
                  <a:lnTo>
                    <a:pt x="1638072" y="3922332"/>
                  </a:lnTo>
                  <a:lnTo>
                    <a:pt x="1638218" y="3922332"/>
                  </a:lnTo>
                  <a:lnTo>
                    <a:pt x="1638363" y="3922332"/>
                  </a:lnTo>
                  <a:lnTo>
                    <a:pt x="1638509" y="3922332"/>
                  </a:lnTo>
                  <a:lnTo>
                    <a:pt x="1638654" y="3922332"/>
                  </a:lnTo>
                  <a:lnTo>
                    <a:pt x="1638799" y="3922332"/>
                  </a:lnTo>
                  <a:lnTo>
                    <a:pt x="1638945" y="3922332"/>
                  </a:lnTo>
                  <a:lnTo>
                    <a:pt x="1638945" y="3921709"/>
                  </a:lnTo>
                  <a:lnTo>
                    <a:pt x="1638945" y="3921085"/>
                  </a:lnTo>
                  <a:lnTo>
                    <a:pt x="1639090" y="3921085"/>
                  </a:lnTo>
                  <a:lnTo>
                    <a:pt x="1639236" y="3921085"/>
                  </a:lnTo>
                  <a:lnTo>
                    <a:pt x="1639381" y="3921085"/>
                  </a:lnTo>
                  <a:lnTo>
                    <a:pt x="1639527" y="3921085"/>
                  </a:lnTo>
                  <a:lnTo>
                    <a:pt x="1639672" y="3921085"/>
                  </a:lnTo>
                  <a:lnTo>
                    <a:pt x="1639817" y="3921085"/>
                  </a:lnTo>
                  <a:lnTo>
                    <a:pt x="1639963" y="3921085"/>
                  </a:lnTo>
                  <a:lnTo>
                    <a:pt x="1640108" y="3921085"/>
                  </a:lnTo>
                  <a:lnTo>
                    <a:pt x="1640254" y="3921085"/>
                  </a:lnTo>
                  <a:lnTo>
                    <a:pt x="1640399" y="3921085"/>
                  </a:lnTo>
                  <a:lnTo>
                    <a:pt x="1640545" y="3921085"/>
                  </a:lnTo>
                  <a:lnTo>
                    <a:pt x="1640690" y="3921085"/>
                  </a:lnTo>
                  <a:lnTo>
                    <a:pt x="1640835" y="3921085"/>
                  </a:lnTo>
                  <a:lnTo>
                    <a:pt x="1640981" y="3921085"/>
                  </a:lnTo>
                  <a:lnTo>
                    <a:pt x="1640981" y="3920462"/>
                  </a:lnTo>
                  <a:lnTo>
                    <a:pt x="1640981" y="3919838"/>
                  </a:lnTo>
                  <a:lnTo>
                    <a:pt x="1641126" y="3919838"/>
                  </a:lnTo>
                  <a:lnTo>
                    <a:pt x="1641272" y="3919838"/>
                  </a:lnTo>
                  <a:lnTo>
                    <a:pt x="1641417" y="3919838"/>
                  </a:lnTo>
                  <a:lnTo>
                    <a:pt x="1641562" y="3919838"/>
                  </a:lnTo>
                  <a:lnTo>
                    <a:pt x="1641708" y="3919838"/>
                  </a:lnTo>
                  <a:lnTo>
                    <a:pt x="1641708" y="3919214"/>
                  </a:lnTo>
                  <a:lnTo>
                    <a:pt x="1641853" y="3919214"/>
                  </a:lnTo>
                  <a:lnTo>
                    <a:pt x="1641853" y="3918591"/>
                  </a:lnTo>
                  <a:lnTo>
                    <a:pt x="1641999" y="3918591"/>
                  </a:lnTo>
                  <a:lnTo>
                    <a:pt x="1641999" y="3917967"/>
                  </a:lnTo>
                  <a:lnTo>
                    <a:pt x="1642144" y="3917967"/>
                  </a:lnTo>
                  <a:lnTo>
                    <a:pt x="1642290" y="3917967"/>
                  </a:lnTo>
                  <a:lnTo>
                    <a:pt x="1642435" y="3917967"/>
                  </a:lnTo>
                  <a:lnTo>
                    <a:pt x="1642435" y="3917344"/>
                  </a:lnTo>
                  <a:lnTo>
                    <a:pt x="1642435" y="3916720"/>
                  </a:lnTo>
                  <a:lnTo>
                    <a:pt x="1642580" y="3916720"/>
                  </a:lnTo>
                  <a:lnTo>
                    <a:pt x="1642726" y="3916720"/>
                  </a:lnTo>
                  <a:lnTo>
                    <a:pt x="1642871" y="3916720"/>
                  </a:lnTo>
                  <a:lnTo>
                    <a:pt x="1643017" y="3916720"/>
                  </a:lnTo>
                  <a:lnTo>
                    <a:pt x="1643017" y="3916096"/>
                  </a:lnTo>
                  <a:lnTo>
                    <a:pt x="1643162" y="3916096"/>
                  </a:lnTo>
                  <a:lnTo>
                    <a:pt x="1643308" y="3916096"/>
                  </a:lnTo>
                  <a:lnTo>
                    <a:pt x="1643453" y="3916096"/>
                  </a:lnTo>
                  <a:lnTo>
                    <a:pt x="1643598" y="3916096"/>
                  </a:lnTo>
                  <a:lnTo>
                    <a:pt x="1643598" y="3915473"/>
                  </a:lnTo>
                  <a:lnTo>
                    <a:pt x="1643744" y="3915473"/>
                  </a:lnTo>
                  <a:lnTo>
                    <a:pt x="1643889" y="3915473"/>
                  </a:lnTo>
                  <a:lnTo>
                    <a:pt x="1643889" y="3914849"/>
                  </a:lnTo>
                  <a:lnTo>
                    <a:pt x="1644035" y="3914849"/>
                  </a:lnTo>
                  <a:lnTo>
                    <a:pt x="1644180" y="3914849"/>
                  </a:lnTo>
                  <a:lnTo>
                    <a:pt x="1644326" y="3914849"/>
                  </a:lnTo>
                  <a:lnTo>
                    <a:pt x="1644471" y="3914849"/>
                  </a:lnTo>
                  <a:lnTo>
                    <a:pt x="1644471" y="3914226"/>
                  </a:lnTo>
                  <a:lnTo>
                    <a:pt x="1644616" y="3914226"/>
                  </a:lnTo>
                  <a:lnTo>
                    <a:pt x="1644762" y="3914226"/>
                  </a:lnTo>
                  <a:lnTo>
                    <a:pt x="1644907" y="3914226"/>
                  </a:lnTo>
                  <a:lnTo>
                    <a:pt x="1644907" y="3913602"/>
                  </a:lnTo>
                  <a:lnTo>
                    <a:pt x="1644907" y="3912979"/>
                  </a:lnTo>
                  <a:lnTo>
                    <a:pt x="1644907" y="3912355"/>
                  </a:lnTo>
                  <a:lnTo>
                    <a:pt x="1644907" y="3911731"/>
                  </a:lnTo>
                  <a:lnTo>
                    <a:pt x="1644907" y="3911108"/>
                  </a:lnTo>
                  <a:lnTo>
                    <a:pt x="1645053" y="3911108"/>
                  </a:lnTo>
                  <a:lnTo>
                    <a:pt x="1645198" y="3911108"/>
                  </a:lnTo>
                  <a:lnTo>
                    <a:pt x="1645344" y="3911108"/>
                  </a:lnTo>
                  <a:lnTo>
                    <a:pt x="1645489" y="3911108"/>
                  </a:lnTo>
                  <a:lnTo>
                    <a:pt x="1645634" y="3911108"/>
                  </a:lnTo>
                  <a:lnTo>
                    <a:pt x="1645780" y="3911108"/>
                  </a:lnTo>
                  <a:lnTo>
                    <a:pt x="1645925" y="3911108"/>
                  </a:lnTo>
                  <a:lnTo>
                    <a:pt x="1646071" y="3911108"/>
                  </a:lnTo>
                  <a:lnTo>
                    <a:pt x="1646216" y="3911108"/>
                  </a:lnTo>
                  <a:lnTo>
                    <a:pt x="1646216" y="3910484"/>
                  </a:lnTo>
                  <a:lnTo>
                    <a:pt x="1646362" y="3910484"/>
                  </a:lnTo>
                  <a:lnTo>
                    <a:pt x="1646362" y="3909861"/>
                  </a:lnTo>
                  <a:lnTo>
                    <a:pt x="1646507" y="3909861"/>
                  </a:lnTo>
                  <a:lnTo>
                    <a:pt x="1646507" y="3909237"/>
                  </a:lnTo>
                  <a:lnTo>
                    <a:pt x="1646652" y="3909237"/>
                  </a:lnTo>
                  <a:lnTo>
                    <a:pt x="1646798" y="3909237"/>
                  </a:lnTo>
                  <a:lnTo>
                    <a:pt x="1646943" y="3909237"/>
                  </a:lnTo>
                  <a:lnTo>
                    <a:pt x="1647089" y="3909237"/>
                  </a:lnTo>
                  <a:lnTo>
                    <a:pt x="1647234" y="3909237"/>
                  </a:lnTo>
                  <a:lnTo>
                    <a:pt x="1647380" y="3909237"/>
                  </a:lnTo>
                  <a:lnTo>
                    <a:pt x="1647525" y="3909237"/>
                  </a:lnTo>
                  <a:lnTo>
                    <a:pt x="1647670" y="3909237"/>
                  </a:lnTo>
                  <a:lnTo>
                    <a:pt x="1647816" y="3909237"/>
                  </a:lnTo>
                  <a:lnTo>
                    <a:pt x="1647961" y="3909237"/>
                  </a:lnTo>
                  <a:lnTo>
                    <a:pt x="1648107" y="3909237"/>
                  </a:lnTo>
                  <a:lnTo>
                    <a:pt x="1648252" y="3909237"/>
                  </a:lnTo>
                  <a:lnTo>
                    <a:pt x="1648252" y="3908613"/>
                  </a:lnTo>
                  <a:lnTo>
                    <a:pt x="1648397" y="3908613"/>
                  </a:lnTo>
                  <a:lnTo>
                    <a:pt x="1648543" y="3908613"/>
                  </a:lnTo>
                  <a:lnTo>
                    <a:pt x="1648688" y="3908613"/>
                  </a:lnTo>
                  <a:lnTo>
                    <a:pt x="1648834" y="3908613"/>
                  </a:lnTo>
                  <a:lnTo>
                    <a:pt x="1648979" y="3908613"/>
                  </a:lnTo>
                  <a:lnTo>
                    <a:pt x="1649125" y="3908613"/>
                  </a:lnTo>
                  <a:lnTo>
                    <a:pt x="1649125" y="3907990"/>
                  </a:lnTo>
                  <a:lnTo>
                    <a:pt x="1649125" y="3907366"/>
                  </a:lnTo>
                  <a:lnTo>
                    <a:pt x="1649270" y="3907366"/>
                  </a:lnTo>
                  <a:lnTo>
                    <a:pt x="1649270" y="3906743"/>
                  </a:lnTo>
                  <a:lnTo>
                    <a:pt x="1649415" y="3906743"/>
                  </a:lnTo>
                  <a:lnTo>
                    <a:pt x="1649561" y="3906743"/>
                  </a:lnTo>
                  <a:lnTo>
                    <a:pt x="1649706" y="3906743"/>
                  </a:lnTo>
                  <a:lnTo>
                    <a:pt x="1649706" y="3906119"/>
                  </a:lnTo>
                  <a:lnTo>
                    <a:pt x="1649852" y="3906119"/>
                  </a:lnTo>
                  <a:lnTo>
                    <a:pt x="1649997" y="3906119"/>
                  </a:lnTo>
                  <a:lnTo>
                    <a:pt x="1650143" y="3906119"/>
                  </a:lnTo>
                  <a:lnTo>
                    <a:pt x="1650288" y="3906119"/>
                  </a:lnTo>
                  <a:lnTo>
                    <a:pt x="1650433" y="3906119"/>
                  </a:lnTo>
                  <a:lnTo>
                    <a:pt x="1650433" y="3905496"/>
                  </a:lnTo>
                  <a:lnTo>
                    <a:pt x="1650433" y="3904872"/>
                  </a:lnTo>
                  <a:lnTo>
                    <a:pt x="1650579" y="3904872"/>
                  </a:lnTo>
                  <a:lnTo>
                    <a:pt x="1650724" y="3904872"/>
                  </a:lnTo>
                  <a:lnTo>
                    <a:pt x="1650724" y="3904248"/>
                  </a:lnTo>
                  <a:lnTo>
                    <a:pt x="1650870" y="3904248"/>
                  </a:lnTo>
                  <a:lnTo>
                    <a:pt x="1651015" y="3904248"/>
                  </a:lnTo>
                  <a:lnTo>
                    <a:pt x="1651161" y="3904248"/>
                  </a:lnTo>
                  <a:lnTo>
                    <a:pt x="1651306" y="3904248"/>
                  </a:lnTo>
                  <a:lnTo>
                    <a:pt x="1651451" y="3904248"/>
                  </a:lnTo>
                  <a:lnTo>
                    <a:pt x="1651451" y="3903625"/>
                  </a:lnTo>
                  <a:lnTo>
                    <a:pt x="1651597" y="3903625"/>
                  </a:lnTo>
                  <a:lnTo>
                    <a:pt x="1651597" y="3903001"/>
                  </a:lnTo>
                  <a:lnTo>
                    <a:pt x="1651742" y="3903001"/>
                  </a:lnTo>
                  <a:lnTo>
                    <a:pt x="1651742" y="3902378"/>
                  </a:lnTo>
                  <a:lnTo>
                    <a:pt x="1651742" y="3901754"/>
                  </a:lnTo>
                  <a:lnTo>
                    <a:pt x="1651888" y="3901754"/>
                  </a:lnTo>
                  <a:lnTo>
                    <a:pt x="1652033" y="3901754"/>
                  </a:lnTo>
                  <a:lnTo>
                    <a:pt x="1652179" y="3901754"/>
                  </a:lnTo>
                  <a:lnTo>
                    <a:pt x="1652324" y="3901754"/>
                  </a:lnTo>
                  <a:lnTo>
                    <a:pt x="1652469" y="3901754"/>
                  </a:lnTo>
                  <a:lnTo>
                    <a:pt x="1652469" y="3901130"/>
                  </a:lnTo>
                  <a:lnTo>
                    <a:pt x="1652615" y="3901130"/>
                  </a:lnTo>
                  <a:lnTo>
                    <a:pt x="1652760" y="3901130"/>
                  </a:lnTo>
                  <a:lnTo>
                    <a:pt x="1652906" y="3901130"/>
                  </a:lnTo>
                  <a:lnTo>
                    <a:pt x="1653051" y="3901130"/>
                  </a:lnTo>
                  <a:lnTo>
                    <a:pt x="1653197" y="3901130"/>
                  </a:lnTo>
                  <a:lnTo>
                    <a:pt x="1653342" y="3901130"/>
                  </a:lnTo>
                  <a:lnTo>
                    <a:pt x="1653487" y="3901130"/>
                  </a:lnTo>
                  <a:lnTo>
                    <a:pt x="1653487" y="3900507"/>
                  </a:lnTo>
                  <a:lnTo>
                    <a:pt x="1653633" y="3900507"/>
                  </a:lnTo>
                  <a:lnTo>
                    <a:pt x="1653778" y="3900507"/>
                  </a:lnTo>
                  <a:lnTo>
                    <a:pt x="1653924" y="3900507"/>
                  </a:lnTo>
                  <a:lnTo>
                    <a:pt x="1654069" y="3900507"/>
                  </a:lnTo>
                  <a:lnTo>
                    <a:pt x="1654214" y="3900507"/>
                  </a:lnTo>
                  <a:lnTo>
                    <a:pt x="1654360" y="3900507"/>
                  </a:lnTo>
                  <a:lnTo>
                    <a:pt x="1654505" y="3900507"/>
                  </a:lnTo>
                  <a:lnTo>
                    <a:pt x="1654505" y="3899883"/>
                  </a:lnTo>
                  <a:lnTo>
                    <a:pt x="1654651" y="3899883"/>
                  </a:lnTo>
                  <a:lnTo>
                    <a:pt x="1654796" y="3899883"/>
                  </a:lnTo>
                  <a:lnTo>
                    <a:pt x="1654942" y="3899883"/>
                  </a:lnTo>
                  <a:lnTo>
                    <a:pt x="1654942" y="3899260"/>
                  </a:lnTo>
                  <a:lnTo>
                    <a:pt x="1655087" y="3899260"/>
                  </a:lnTo>
                  <a:lnTo>
                    <a:pt x="1655232" y="3899260"/>
                  </a:lnTo>
                  <a:lnTo>
                    <a:pt x="1655378" y="3899260"/>
                  </a:lnTo>
                  <a:lnTo>
                    <a:pt x="1655523" y="3899260"/>
                  </a:lnTo>
                  <a:lnTo>
                    <a:pt x="1655669" y="3899260"/>
                  </a:lnTo>
                  <a:lnTo>
                    <a:pt x="1655814" y="3899260"/>
                  </a:lnTo>
                  <a:lnTo>
                    <a:pt x="1655960" y="3899260"/>
                  </a:lnTo>
                  <a:lnTo>
                    <a:pt x="1656105" y="3899260"/>
                  </a:lnTo>
                  <a:lnTo>
                    <a:pt x="1656105" y="3898636"/>
                  </a:lnTo>
                  <a:lnTo>
                    <a:pt x="1656250" y="3898636"/>
                  </a:lnTo>
                  <a:lnTo>
                    <a:pt x="1656396" y="3898636"/>
                  </a:lnTo>
                  <a:lnTo>
                    <a:pt x="1656541" y="3898636"/>
                  </a:lnTo>
                  <a:lnTo>
                    <a:pt x="1656687" y="3898636"/>
                  </a:lnTo>
                  <a:lnTo>
                    <a:pt x="1656832" y="3898636"/>
                  </a:lnTo>
                  <a:lnTo>
                    <a:pt x="1656978" y="3898636"/>
                  </a:lnTo>
                  <a:lnTo>
                    <a:pt x="1656978" y="3898013"/>
                  </a:lnTo>
                  <a:lnTo>
                    <a:pt x="1656978" y="3897389"/>
                  </a:lnTo>
                  <a:lnTo>
                    <a:pt x="1657123" y="3897389"/>
                  </a:lnTo>
                  <a:lnTo>
                    <a:pt x="1657123" y="3896765"/>
                  </a:lnTo>
                  <a:lnTo>
                    <a:pt x="1657268" y="3896765"/>
                  </a:lnTo>
                  <a:lnTo>
                    <a:pt x="1657268" y="3896142"/>
                  </a:lnTo>
                  <a:lnTo>
                    <a:pt x="1657268" y="3895518"/>
                  </a:lnTo>
                  <a:lnTo>
                    <a:pt x="1657414" y="3895518"/>
                  </a:lnTo>
                  <a:lnTo>
                    <a:pt x="1657559" y="3895518"/>
                  </a:lnTo>
                  <a:lnTo>
                    <a:pt x="1657705" y="3895518"/>
                  </a:lnTo>
                  <a:lnTo>
                    <a:pt x="1657850" y="3895518"/>
                  </a:lnTo>
                  <a:lnTo>
                    <a:pt x="1657996" y="3895518"/>
                  </a:lnTo>
                  <a:lnTo>
                    <a:pt x="1658141" y="3895518"/>
                  </a:lnTo>
                  <a:lnTo>
                    <a:pt x="1658286" y="3895518"/>
                  </a:lnTo>
                  <a:lnTo>
                    <a:pt x="1658432" y="3895518"/>
                  </a:lnTo>
                  <a:lnTo>
                    <a:pt x="1658577" y="3895518"/>
                  </a:lnTo>
                  <a:lnTo>
                    <a:pt x="1658723" y="3895518"/>
                  </a:lnTo>
                  <a:lnTo>
                    <a:pt x="1658868" y="3895518"/>
                  </a:lnTo>
                  <a:lnTo>
                    <a:pt x="1659014" y="3895518"/>
                  </a:lnTo>
                  <a:lnTo>
                    <a:pt x="1659014" y="3894895"/>
                  </a:lnTo>
                  <a:lnTo>
                    <a:pt x="1659014" y="3894271"/>
                  </a:lnTo>
                  <a:lnTo>
                    <a:pt x="1659014" y="3893648"/>
                  </a:lnTo>
                  <a:lnTo>
                    <a:pt x="1659014" y="3893024"/>
                  </a:lnTo>
                  <a:lnTo>
                    <a:pt x="1659159" y="3893024"/>
                  </a:lnTo>
                  <a:lnTo>
                    <a:pt x="1659304" y="3893024"/>
                  </a:lnTo>
                  <a:lnTo>
                    <a:pt x="1659450" y="3893024"/>
                  </a:lnTo>
                  <a:lnTo>
                    <a:pt x="1659595" y="3893024"/>
                  </a:lnTo>
                  <a:lnTo>
                    <a:pt x="1659741" y="3893024"/>
                  </a:lnTo>
                  <a:lnTo>
                    <a:pt x="1659886" y="3893024"/>
                  </a:lnTo>
                  <a:lnTo>
                    <a:pt x="1660032" y="3893024"/>
                  </a:lnTo>
                  <a:lnTo>
                    <a:pt x="1660177" y="3893024"/>
                  </a:lnTo>
                  <a:lnTo>
                    <a:pt x="1660322" y="3893024"/>
                  </a:lnTo>
                  <a:lnTo>
                    <a:pt x="1660468" y="3893024"/>
                  </a:lnTo>
                  <a:lnTo>
                    <a:pt x="1660613" y="3893024"/>
                  </a:lnTo>
                  <a:lnTo>
                    <a:pt x="1660613" y="3892400"/>
                  </a:lnTo>
                  <a:lnTo>
                    <a:pt x="1660759" y="3892400"/>
                  </a:lnTo>
                  <a:lnTo>
                    <a:pt x="1660904" y="3892400"/>
                  </a:lnTo>
                  <a:lnTo>
                    <a:pt x="1661049" y="3892400"/>
                  </a:lnTo>
                  <a:lnTo>
                    <a:pt x="1661195" y="3892400"/>
                  </a:lnTo>
                  <a:lnTo>
                    <a:pt x="1661340" y="3892400"/>
                  </a:lnTo>
                  <a:lnTo>
                    <a:pt x="1661486" y="3892400"/>
                  </a:lnTo>
                  <a:lnTo>
                    <a:pt x="1661631" y="3892400"/>
                  </a:lnTo>
                  <a:lnTo>
                    <a:pt x="1661777" y="3892400"/>
                  </a:lnTo>
                  <a:lnTo>
                    <a:pt x="1661922" y="3892400"/>
                  </a:lnTo>
                  <a:lnTo>
                    <a:pt x="1661922" y="3891777"/>
                  </a:lnTo>
                  <a:lnTo>
                    <a:pt x="1661922" y="3891153"/>
                  </a:lnTo>
                  <a:lnTo>
                    <a:pt x="1662067" y="3891153"/>
                  </a:lnTo>
                  <a:lnTo>
                    <a:pt x="1662213" y="3891153"/>
                  </a:lnTo>
                  <a:lnTo>
                    <a:pt x="1662358" y="3891153"/>
                  </a:lnTo>
                  <a:lnTo>
                    <a:pt x="1662504" y="3891153"/>
                  </a:lnTo>
                  <a:lnTo>
                    <a:pt x="1662649" y="3891153"/>
                  </a:lnTo>
                  <a:lnTo>
                    <a:pt x="1662795" y="3891153"/>
                  </a:lnTo>
                  <a:lnTo>
                    <a:pt x="1662940" y="3891153"/>
                  </a:lnTo>
                  <a:lnTo>
                    <a:pt x="1663085" y="3891153"/>
                  </a:lnTo>
                  <a:lnTo>
                    <a:pt x="1663231" y="3891153"/>
                  </a:lnTo>
                  <a:lnTo>
                    <a:pt x="1663376" y="3891153"/>
                  </a:lnTo>
                  <a:lnTo>
                    <a:pt x="1663522" y="3891153"/>
                  </a:lnTo>
                  <a:lnTo>
                    <a:pt x="1663667" y="3891153"/>
                  </a:lnTo>
                  <a:lnTo>
                    <a:pt x="1663667" y="3890530"/>
                  </a:lnTo>
                  <a:lnTo>
                    <a:pt x="1663813" y="3890530"/>
                  </a:lnTo>
                  <a:lnTo>
                    <a:pt x="1663958" y="3890530"/>
                  </a:lnTo>
                  <a:lnTo>
                    <a:pt x="1664103" y="3890530"/>
                  </a:lnTo>
                  <a:lnTo>
                    <a:pt x="1664249" y="3890530"/>
                  </a:lnTo>
                  <a:lnTo>
                    <a:pt x="1664394" y="3890530"/>
                  </a:lnTo>
                  <a:lnTo>
                    <a:pt x="1664540" y="3890530"/>
                  </a:lnTo>
                  <a:lnTo>
                    <a:pt x="1664685" y="3890530"/>
                  </a:lnTo>
                  <a:lnTo>
                    <a:pt x="1664831" y="3890530"/>
                  </a:lnTo>
                  <a:lnTo>
                    <a:pt x="1664831" y="3889906"/>
                  </a:lnTo>
                  <a:lnTo>
                    <a:pt x="1664831" y="3889282"/>
                  </a:lnTo>
                  <a:lnTo>
                    <a:pt x="1664976" y="3889282"/>
                  </a:lnTo>
                  <a:lnTo>
                    <a:pt x="1665121" y="3889282"/>
                  </a:lnTo>
                  <a:lnTo>
                    <a:pt x="1665267" y="3889282"/>
                  </a:lnTo>
                  <a:lnTo>
                    <a:pt x="1665412" y="3889282"/>
                  </a:lnTo>
                  <a:lnTo>
                    <a:pt x="1665558" y="3889282"/>
                  </a:lnTo>
                  <a:lnTo>
                    <a:pt x="1665703" y="3889282"/>
                  </a:lnTo>
                  <a:lnTo>
                    <a:pt x="1665703" y="3888659"/>
                  </a:lnTo>
                  <a:lnTo>
                    <a:pt x="1665849" y="3888659"/>
                  </a:lnTo>
                  <a:lnTo>
                    <a:pt x="1665994" y="3888659"/>
                  </a:lnTo>
                  <a:lnTo>
                    <a:pt x="1666139" y="3888659"/>
                  </a:lnTo>
                  <a:lnTo>
                    <a:pt x="1666139" y="3888035"/>
                  </a:lnTo>
                  <a:lnTo>
                    <a:pt x="1666139" y="3887412"/>
                  </a:lnTo>
                  <a:lnTo>
                    <a:pt x="1666139" y="3886788"/>
                  </a:lnTo>
                  <a:lnTo>
                    <a:pt x="1666285" y="3886788"/>
                  </a:lnTo>
                  <a:lnTo>
                    <a:pt x="1666430" y="3886788"/>
                  </a:lnTo>
                  <a:lnTo>
                    <a:pt x="1666430" y="3886165"/>
                  </a:lnTo>
                  <a:lnTo>
                    <a:pt x="1666576" y="3886165"/>
                  </a:lnTo>
                  <a:lnTo>
                    <a:pt x="1666721" y="3886165"/>
                  </a:lnTo>
                  <a:lnTo>
                    <a:pt x="1666867" y="3886165"/>
                  </a:lnTo>
                  <a:lnTo>
                    <a:pt x="1667012" y="3886165"/>
                  </a:lnTo>
                  <a:lnTo>
                    <a:pt x="1667012" y="3885541"/>
                  </a:lnTo>
                  <a:lnTo>
                    <a:pt x="1667157" y="3885541"/>
                  </a:lnTo>
                  <a:lnTo>
                    <a:pt x="1667303" y="3885541"/>
                  </a:lnTo>
                  <a:lnTo>
                    <a:pt x="1667448" y="3885541"/>
                  </a:lnTo>
                  <a:lnTo>
                    <a:pt x="1667594" y="3885541"/>
                  </a:lnTo>
                  <a:lnTo>
                    <a:pt x="1667739" y="3885541"/>
                  </a:lnTo>
                  <a:lnTo>
                    <a:pt x="1667884" y="3885541"/>
                  </a:lnTo>
                  <a:lnTo>
                    <a:pt x="1668030" y="3885541"/>
                  </a:lnTo>
                  <a:lnTo>
                    <a:pt x="1668030" y="3884917"/>
                  </a:lnTo>
                  <a:lnTo>
                    <a:pt x="1668175" y="3884917"/>
                  </a:lnTo>
                  <a:lnTo>
                    <a:pt x="1668321" y="3884917"/>
                  </a:lnTo>
                  <a:lnTo>
                    <a:pt x="1668466" y="3884917"/>
                  </a:lnTo>
                  <a:lnTo>
                    <a:pt x="1668612" y="3884917"/>
                  </a:lnTo>
                  <a:lnTo>
                    <a:pt x="1668757" y="3884917"/>
                  </a:lnTo>
                  <a:lnTo>
                    <a:pt x="1668902" y="3884917"/>
                  </a:lnTo>
                  <a:lnTo>
                    <a:pt x="1669048" y="3884917"/>
                  </a:lnTo>
                  <a:lnTo>
                    <a:pt x="1669193" y="3884917"/>
                  </a:lnTo>
                  <a:lnTo>
                    <a:pt x="1669339" y="3884917"/>
                  </a:lnTo>
                  <a:lnTo>
                    <a:pt x="1669339" y="3884294"/>
                  </a:lnTo>
                  <a:lnTo>
                    <a:pt x="1669484" y="3884294"/>
                  </a:lnTo>
                  <a:lnTo>
                    <a:pt x="1669630" y="3884294"/>
                  </a:lnTo>
                  <a:lnTo>
                    <a:pt x="1669775" y="3884294"/>
                  </a:lnTo>
                  <a:lnTo>
                    <a:pt x="1669920" y="3884294"/>
                  </a:lnTo>
                  <a:lnTo>
                    <a:pt x="1670066" y="3884294"/>
                  </a:lnTo>
                  <a:lnTo>
                    <a:pt x="1670066" y="3883670"/>
                  </a:lnTo>
                  <a:lnTo>
                    <a:pt x="1670066" y="3883047"/>
                  </a:lnTo>
                  <a:lnTo>
                    <a:pt x="1670066" y="3882423"/>
                  </a:lnTo>
                  <a:lnTo>
                    <a:pt x="1670211" y="3882423"/>
                  </a:lnTo>
                  <a:lnTo>
                    <a:pt x="1670357" y="3882423"/>
                  </a:lnTo>
                  <a:lnTo>
                    <a:pt x="1670502" y="3882423"/>
                  </a:lnTo>
                  <a:lnTo>
                    <a:pt x="1670648" y="3882423"/>
                  </a:lnTo>
                  <a:lnTo>
                    <a:pt x="1670793" y="3882423"/>
                  </a:lnTo>
                  <a:lnTo>
                    <a:pt x="1670938" y="3882423"/>
                  </a:lnTo>
                  <a:lnTo>
                    <a:pt x="1671084" y="3882423"/>
                  </a:lnTo>
                  <a:lnTo>
                    <a:pt x="1671229" y="3882423"/>
                  </a:lnTo>
                  <a:lnTo>
                    <a:pt x="1671375" y="3882423"/>
                  </a:lnTo>
                  <a:lnTo>
                    <a:pt x="1671520" y="3882423"/>
                  </a:lnTo>
                  <a:lnTo>
                    <a:pt x="1671666" y="3882423"/>
                  </a:lnTo>
                  <a:lnTo>
                    <a:pt x="1671811" y="3882423"/>
                  </a:lnTo>
                  <a:lnTo>
                    <a:pt x="1671956" y="3882423"/>
                  </a:lnTo>
                  <a:lnTo>
                    <a:pt x="1672102" y="3882423"/>
                  </a:lnTo>
                  <a:lnTo>
                    <a:pt x="1672102" y="3881799"/>
                  </a:lnTo>
                  <a:lnTo>
                    <a:pt x="1672247" y="3881799"/>
                  </a:lnTo>
                  <a:lnTo>
                    <a:pt x="1672393" y="3881799"/>
                  </a:lnTo>
                  <a:lnTo>
                    <a:pt x="1672538" y="3881799"/>
                  </a:lnTo>
                  <a:lnTo>
                    <a:pt x="1672538" y="3881176"/>
                  </a:lnTo>
                  <a:lnTo>
                    <a:pt x="1672684" y="3881176"/>
                  </a:lnTo>
                  <a:lnTo>
                    <a:pt x="1672829" y="3881176"/>
                  </a:lnTo>
                  <a:lnTo>
                    <a:pt x="1672974" y="3881176"/>
                  </a:lnTo>
                  <a:lnTo>
                    <a:pt x="1673120" y="3881176"/>
                  </a:lnTo>
                  <a:lnTo>
                    <a:pt x="1673265" y="3881176"/>
                  </a:lnTo>
                  <a:lnTo>
                    <a:pt x="1673411" y="3881176"/>
                  </a:lnTo>
                  <a:lnTo>
                    <a:pt x="1673556" y="3881176"/>
                  </a:lnTo>
                  <a:lnTo>
                    <a:pt x="1673556" y="3880552"/>
                  </a:lnTo>
                  <a:lnTo>
                    <a:pt x="1673556" y="3879929"/>
                  </a:lnTo>
                  <a:lnTo>
                    <a:pt x="1673702" y="3879929"/>
                  </a:lnTo>
                  <a:lnTo>
                    <a:pt x="1673847" y="3879929"/>
                  </a:lnTo>
                  <a:lnTo>
                    <a:pt x="1673847" y="3879305"/>
                  </a:lnTo>
                  <a:lnTo>
                    <a:pt x="1673992" y="3879305"/>
                  </a:lnTo>
                  <a:lnTo>
                    <a:pt x="1673992" y="3878682"/>
                  </a:lnTo>
                  <a:lnTo>
                    <a:pt x="1673992" y="3878058"/>
                  </a:lnTo>
                  <a:lnTo>
                    <a:pt x="1674138" y="3878058"/>
                  </a:lnTo>
                  <a:lnTo>
                    <a:pt x="1674138" y="3877434"/>
                  </a:lnTo>
                  <a:lnTo>
                    <a:pt x="1674138" y="3876811"/>
                  </a:lnTo>
                  <a:lnTo>
                    <a:pt x="1674138" y="3876187"/>
                  </a:lnTo>
                  <a:lnTo>
                    <a:pt x="1674283" y="3876187"/>
                  </a:lnTo>
                  <a:lnTo>
                    <a:pt x="1674429" y="3876187"/>
                  </a:lnTo>
                  <a:lnTo>
                    <a:pt x="1674574" y="3876187"/>
                  </a:lnTo>
                  <a:lnTo>
                    <a:pt x="1674574" y="3875564"/>
                  </a:lnTo>
                  <a:lnTo>
                    <a:pt x="1674574" y="3874940"/>
                  </a:lnTo>
                  <a:lnTo>
                    <a:pt x="1674719" y="3874940"/>
                  </a:lnTo>
                  <a:lnTo>
                    <a:pt x="1674865" y="3874940"/>
                  </a:lnTo>
                  <a:lnTo>
                    <a:pt x="1675010" y="3874940"/>
                  </a:lnTo>
                  <a:lnTo>
                    <a:pt x="1675156" y="3874940"/>
                  </a:lnTo>
                  <a:lnTo>
                    <a:pt x="1675301" y="3874940"/>
                  </a:lnTo>
                  <a:lnTo>
                    <a:pt x="1675301" y="3874316"/>
                  </a:lnTo>
                  <a:lnTo>
                    <a:pt x="1675301" y="3873693"/>
                  </a:lnTo>
                  <a:lnTo>
                    <a:pt x="1675447" y="3873693"/>
                  </a:lnTo>
                  <a:lnTo>
                    <a:pt x="1675592" y="3873693"/>
                  </a:lnTo>
                  <a:lnTo>
                    <a:pt x="1675737" y="3873693"/>
                  </a:lnTo>
                  <a:lnTo>
                    <a:pt x="1675737" y="3873069"/>
                  </a:lnTo>
                  <a:lnTo>
                    <a:pt x="1675883" y="3873069"/>
                  </a:lnTo>
                  <a:lnTo>
                    <a:pt x="1676028" y="3873069"/>
                  </a:lnTo>
                  <a:lnTo>
                    <a:pt x="1676028" y="3872446"/>
                  </a:lnTo>
                  <a:lnTo>
                    <a:pt x="1676028" y="3871822"/>
                  </a:lnTo>
                  <a:lnTo>
                    <a:pt x="1676174" y="3871822"/>
                  </a:lnTo>
                  <a:lnTo>
                    <a:pt x="1676319" y="3871822"/>
                  </a:lnTo>
                  <a:lnTo>
                    <a:pt x="1676465" y="3871822"/>
                  </a:lnTo>
                  <a:lnTo>
                    <a:pt x="1676610" y="3871822"/>
                  </a:lnTo>
                  <a:lnTo>
                    <a:pt x="1676755" y="3871822"/>
                  </a:lnTo>
                  <a:lnTo>
                    <a:pt x="1676901" y="3871822"/>
                  </a:lnTo>
                  <a:lnTo>
                    <a:pt x="1677046" y="3871822"/>
                  </a:lnTo>
                  <a:lnTo>
                    <a:pt x="1677192" y="3871822"/>
                  </a:lnTo>
                  <a:lnTo>
                    <a:pt x="1677192" y="3871199"/>
                  </a:lnTo>
                  <a:lnTo>
                    <a:pt x="1677337" y="3871199"/>
                  </a:lnTo>
                  <a:lnTo>
                    <a:pt x="1677337" y="3870575"/>
                  </a:lnTo>
                  <a:lnTo>
                    <a:pt x="1677483" y="3870575"/>
                  </a:lnTo>
                  <a:lnTo>
                    <a:pt x="1677483" y="3869951"/>
                  </a:lnTo>
                  <a:lnTo>
                    <a:pt x="1677628" y="3869951"/>
                  </a:lnTo>
                  <a:lnTo>
                    <a:pt x="1677773" y="3869951"/>
                  </a:lnTo>
                  <a:lnTo>
                    <a:pt x="1677919" y="3869951"/>
                  </a:lnTo>
                  <a:lnTo>
                    <a:pt x="1678064" y="3869951"/>
                  </a:lnTo>
                  <a:lnTo>
                    <a:pt x="1678064" y="3869328"/>
                  </a:lnTo>
                  <a:lnTo>
                    <a:pt x="1678210" y="3869328"/>
                  </a:lnTo>
                  <a:lnTo>
                    <a:pt x="1678355" y="3869328"/>
                  </a:lnTo>
                  <a:lnTo>
                    <a:pt x="1678355" y="3868704"/>
                  </a:lnTo>
                  <a:lnTo>
                    <a:pt x="1678501" y="3868704"/>
                  </a:lnTo>
                  <a:lnTo>
                    <a:pt x="1678646" y="3868704"/>
                  </a:lnTo>
                  <a:lnTo>
                    <a:pt x="1678791" y="3868704"/>
                  </a:lnTo>
                  <a:lnTo>
                    <a:pt x="1678937" y="3868704"/>
                  </a:lnTo>
                  <a:lnTo>
                    <a:pt x="1679082" y="3868704"/>
                  </a:lnTo>
                  <a:lnTo>
                    <a:pt x="1679228" y="3868704"/>
                  </a:lnTo>
                  <a:lnTo>
                    <a:pt x="1679373" y="3868704"/>
                  </a:lnTo>
                  <a:lnTo>
                    <a:pt x="1679519" y="3868704"/>
                  </a:lnTo>
                  <a:lnTo>
                    <a:pt x="1679664" y="3868704"/>
                  </a:lnTo>
                  <a:lnTo>
                    <a:pt x="1679809" y="3868704"/>
                  </a:lnTo>
                  <a:lnTo>
                    <a:pt x="1679955" y="3868704"/>
                  </a:lnTo>
                  <a:lnTo>
                    <a:pt x="1679955" y="3868081"/>
                  </a:lnTo>
                  <a:lnTo>
                    <a:pt x="1680100" y="3868081"/>
                  </a:lnTo>
                  <a:lnTo>
                    <a:pt x="1680100" y="3867457"/>
                  </a:lnTo>
                  <a:lnTo>
                    <a:pt x="1680246" y="3867457"/>
                  </a:lnTo>
                  <a:lnTo>
                    <a:pt x="1680391" y="3867457"/>
                  </a:lnTo>
                  <a:lnTo>
                    <a:pt x="1680537" y="3867457"/>
                  </a:lnTo>
                  <a:lnTo>
                    <a:pt x="1680537" y="3866833"/>
                  </a:lnTo>
                  <a:lnTo>
                    <a:pt x="1680682" y="3866833"/>
                  </a:lnTo>
                  <a:lnTo>
                    <a:pt x="1680827" y="3866833"/>
                  </a:lnTo>
                  <a:lnTo>
                    <a:pt x="1680973" y="3866833"/>
                  </a:lnTo>
                  <a:lnTo>
                    <a:pt x="1681118" y="3866833"/>
                  </a:lnTo>
                  <a:lnTo>
                    <a:pt x="1681264" y="3866833"/>
                  </a:lnTo>
                  <a:lnTo>
                    <a:pt x="1681409" y="3866833"/>
                  </a:lnTo>
                  <a:lnTo>
                    <a:pt x="1681554" y="3866833"/>
                  </a:lnTo>
                  <a:lnTo>
                    <a:pt x="1681554" y="3866210"/>
                  </a:lnTo>
                  <a:lnTo>
                    <a:pt x="1681700" y="3866210"/>
                  </a:lnTo>
                  <a:lnTo>
                    <a:pt x="1681845" y="3866210"/>
                  </a:lnTo>
                  <a:lnTo>
                    <a:pt x="1681991" y="3866210"/>
                  </a:lnTo>
                  <a:lnTo>
                    <a:pt x="1682136" y="3866210"/>
                  </a:lnTo>
                  <a:lnTo>
                    <a:pt x="1682136" y="3865586"/>
                  </a:lnTo>
                  <a:lnTo>
                    <a:pt x="1682136" y="3864963"/>
                  </a:lnTo>
                  <a:lnTo>
                    <a:pt x="1682282" y="3864963"/>
                  </a:lnTo>
                  <a:lnTo>
                    <a:pt x="1682427" y="3864963"/>
                  </a:lnTo>
                  <a:lnTo>
                    <a:pt x="1682572" y="3864963"/>
                  </a:lnTo>
                  <a:lnTo>
                    <a:pt x="1682718" y="3864963"/>
                  </a:lnTo>
                  <a:lnTo>
                    <a:pt x="1682863" y="3864963"/>
                  </a:lnTo>
                  <a:lnTo>
                    <a:pt x="1683009" y="3864963"/>
                  </a:lnTo>
                  <a:lnTo>
                    <a:pt x="1683154" y="3864963"/>
                  </a:lnTo>
                  <a:lnTo>
                    <a:pt x="1683300" y="3864963"/>
                  </a:lnTo>
                  <a:lnTo>
                    <a:pt x="1683300" y="3864339"/>
                  </a:lnTo>
                  <a:lnTo>
                    <a:pt x="1683445" y="3864339"/>
                  </a:lnTo>
                  <a:lnTo>
                    <a:pt x="1683445" y="3863716"/>
                  </a:lnTo>
                  <a:lnTo>
                    <a:pt x="1683445" y="3863092"/>
                  </a:lnTo>
                  <a:lnTo>
                    <a:pt x="1683590" y="3863092"/>
                  </a:lnTo>
                  <a:lnTo>
                    <a:pt x="1683736" y="3863092"/>
                  </a:lnTo>
                  <a:lnTo>
                    <a:pt x="1683736" y="3862468"/>
                  </a:lnTo>
                  <a:lnTo>
                    <a:pt x="1683881" y="3862468"/>
                  </a:lnTo>
                  <a:lnTo>
                    <a:pt x="1684027" y="3862468"/>
                  </a:lnTo>
                  <a:lnTo>
                    <a:pt x="1684172" y="3862468"/>
                  </a:lnTo>
                  <a:lnTo>
                    <a:pt x="1684318" y="3862468"/>
                  </a:lnTo>
                  <a:lnTo>
                    <a:pt x="1684463" y="3862468"/>
                  </a:lnTo>
                  <a:lnTo>
                    <a:pt x="1684463" y="3861845"/>
                  </a:lnTo>
                  <a:lnTo>
                    <a:pt x="1684608" y="3861845"/>
                  </a:lnTo>
                  <a:lnTo>
                    <a:pt x="1684754" y="3861845"/>
                  </a:lnTo>
                  <a:lnTo>
                    <a:pt x="1684899" y="3861845"/>
                  </a:lnTo>
                  <a:lnTo>
                    <a:pt x="1685045" y="3861845"/>
                  </a:lnTo>
                  <a:lnTo>
                    <a:pt x="1685190" y="3861845"/>
                  </a:lnTo>
                  <a:lnTo>
                    <a:pt x="1685190" y="3861221"/>
                  </a:lnTo>
                  <a:lnTo>
                    <a:pt x="1685336" y="3861221"/>
                  </a:lnTo>
                  <a:lnTo>
                    <a:pt x="1685481" y="3861221"/>
                  </a:lnTo>
                  <a:lnTo>
                    <a:pt x="1685481" y="3860598"/>
                  </a:lnTo>
                  <a:lnTo>
                    <a:pt x="1685626" y="3860598"/>
                  </a:lnTo>
                  <a:lnTo>
                    <a:pt x="1685772" y="3860598"/>
                  </a:lnTo>
                  <a:lnTo>
                    <a:pt x="1685917" y="3860598"/>
                  </a:lnTo>
                  <a:lnTo>
                    <a:pt x="1686063" y="3860598"/>
                  </a:lnTo>
                  <a:lnTo>
                    <a:pt x="1686208" y="3860598"/>
                  </a:lnTo>
                  <a:lnTo>
                    <a:pt x="1686354" y="3860598"/>
                  </a:lnTo>
                  <a:lnTo>
                    <a:pt x="1686354" y="3859974"/>
                  </a:lnTo>
                  <a:lnTo>
                    <a:pt x="1686354" y="3859350"/>
                  </a:lnTo>
                  <a:lnTo>
                    <a:pt x="1686354" y="3858727"/>
                  </a:lnTo>
                  <a:lnTo>
                    <a:pt x="1686499" y="3858727"/>
                  </a:lnTo>
                  <a:lnTo>
                    <a:pt x="1686644" y="3858727"/>
                  </a:lnTo>
                  <a:lnTo>
                    <a:pt x="1686790" y="3858727"/>
                  </a:lnTo>
                  <a:lnTo>
                    <a:pt x="1686935" y="3858727"/>
                  </a:lnTo>
                  <a:lnTo>
                    <a:pt x="1687081" y="3858727"/>
                  </a:lnTo>
                  <a:lnTo>
                    <a:pt x="1687226" y="3858727"/>
                  </a:lnTo>
                  <a:lnTo>
                    <a:pt x="1687372" y="3858727"/>
                  </a:lnTo>
                  <a:lnTo>
                    <a:pt x="1687372" y="3858103"/>
                  </a:lnTo>
                  <a:lnTo>
                    <a:pt x="1687517" y="3858103"/>
                  </a:lnTo>
                  <a:lnTo>
                    <a:pt x="1687662" y="3858103"/>
                  </a:lnTo>
                  <a:lnTo>
                    <a:pt x="1687808" y="3858103"/>
                  </a:lnTo>
                  <a:lnTo>
                    <a:pt x="1687953" y="3858103"/>
                  </a:lnTo>
                  <a:lnTo>
                    <a:pt x="1688099" y="3858103"/>
                  </a:lnTo>
                  <a:lnTo>
                    <a:pt x="1688244" y="3858103"/>
                  </a:lnTo>
                  <a:lnTo>
                    <a:pt x="1688244" y="3857480"/>
                  </a:lnTo>
                  <a:lnTo>
                    <a:pt x="1688389" y="3857480"/>
                  </a:lnTo>
                  <a:lnTo>
                    <a:pt x="1688535" y="3857480"/>
                  </a:lnTo>
                  <a:lnTo>
                    <a:pt x="1688680" y="3857480"/>
                  </a:lnTo>
                  <a:lnTo>
                    <a:pt x="1688826" y="3857480"/>
                  </a:lnTo>
                  <a:lnTo>
                    <a:pt x="1688971" y="3857480"/>
                  </a:lnTo>
                  <a:lnTo>
                    <a:pt x="1688971" y="3856856"/>
                  </a:lnTo>
                  <a:lnTo>
                    <a:pt x="1689117" y="3856856"/>
                  </a:lnTo>
                  <a:lnTo>
                    <a:pt x="1689262" y="3856856"/>
                  </a:lnTo>
                  <a:lnTo>
                    <a:pt x="1689262" y="3856233"/>
                  </a:lnTo>
                  <a:lnTo>
                    <a:pt x="1689407" y="3856233"/>
                  </a:lnTo>
                  <a:lnTo>
                    <a:pt x="1689553" y="3856233"/>
                  </a:lnTo>
                  <a:lnTo>
                    <a:pt x="1689698" y="3856233"/>
                  </a:lnTo>
                  <a:lnTo>
                    <a:pt x="1689844" y="3856233"/>
                  </a:lnTo>
                  <a:lnTo>
                    <a:pt x="1689989" y="3856233"/>
                  </a:lnTo>
                  <a:lnTo>
                    <a:pt x="1690135" y="3856233"/>
                  </a:lnTo>
                  <a:lnTo>
                    <a:pt x="1690280" y="3856233"/>
                  </a:lnTo>
                  <a:lnTo>
                    <a:pt x="1690425" y="3856233"/>
                  </a:lnTo>
                  <a:lnTo>
                    <a:pt x="1690425" y="3855609"/>
                  </a:lnTo>
                  <a:lnTo>
                    <a:pt x="1690571" y="3855609"/>
                  </a:lnTo>
                  <a:lnTo>
                    <a:pt x="1690716" y="3855609"/>
                  </a:lnTo>
                  <a:lnTo>
                    <a:pt x="1690862" y="3855609"/>
                  </a:lnTo>
                  <a:lnTo>
                    <a:pt x="1691007" y="3855609"/>
                  </a:lnTo>
                  <a:lnTo>
                    <a:pt x="1691007" y="3854985"/>
                  </a:lnTo>
                  <a:lnTo>
                    <a:pt x="1691007" y="3854362"/>
                  </a:lnTo>
                  <a:lnTo>
                    <a:pt x="1691153" y="3854362"/>
                  </a:lnTo>
                  <a:lnTo>
                    <a:pt x="1691153" y="3853738"/>
                  </a:lnTo>
                  <a:lnTo>
                    <a:pt x="1691298" y="3853738"/>
                  </a:lnTo>
                  <a:lnTo>
                    <a:pt x="1691443" y="3853738"/>
                  </a:lnTo>
                  <a:lnTo>
                    <a:pt x="1691589" y="3853738"/>
                  </a:lnTo>
                  <a:lnTo>
                    <a:pt x="1691734" y="3853738"/>
                  </a:lnTo>
                  <a:lnTo>
                    <a:pt x="1691880" y="3853738"/>
                  </a:lnTo>
                  <a:lnTo>
                    <a:pt x="1692025" y="3853738"/>
                  </a:lnTo>
                  <a:lnTo>
                    <a:pt x="1692171" y="3853738"/>
                  </a:lnTo>
                  <a:lnTo>
                    <a:pt x="1692316" y="3853738"/>
                  </a:lnTo>
                  <a:lnTo>
                    <a:pt x="1692316" y="3853115"/>
                  </a:lnTo>
                  <a:lnTo>
                    <a:pt x="1692461" y="3853115"/>
                  </a:lnTo>
                  <a:lnTo>
                    <a:pt x="1692607" y="3853115"/>
                  </a:lnTo>
                  <a:lnTo>
                    <a:pt x="1692752" y="3853115"/>
                  </a:lnTo>
                  <a:lnTo>
                    <a:pt x="1692752" y="3852491"/>
                  </a:lnTo>
                  <a:lnTo>
                    <a:pt x="1692898" y="3852491"/>
                  </a:lnTo>
                  <a:lnTo>
                    <a:pt x="1693043" y="3852491"/>
                  </a:lnTo>
                  <a:lnTo>
                    <a:pt x="1693189" y="3852491"/>
                  </a:lnTo>
                  <a:lnTo>
                    <a:pt x="1693189" y="3851867"/>
                  </a:lnTo>
                  <a:lnTo>
                    <a:pt x="1693189" y="3851244"/>
                  </a:lnTo>
                  <a:lnTo>
                    <a:pt x="1693334" y="3851244"/>
                  </a:lnTo>
                  <a:lnTo>
                    <a:pt x="1693479" y="3851244"/>
                  </a:lnTo>
                  <a:lnTo>
                    <a:pt x="1693625" y="3851244"/>
                  </a:lnTo>
                  <a:lnTo>
                    <a:pt x="1693625" y="3850620"/>
                  </a:lnTo>
                  <a:lnTo>
                    <a:pt x="1693770" y="3850620"/>
                  </a:lnTo>
                  <a:lnTo>
                    <a:pt x="1693916" y="3850620"/>
                  </a:lnTo>
                  <a:lnTo>
                    <a:pt x="1694061" y="3850620"/>
                  </a:lnTo>
                  <a:lnTo>
                    <a:pt x="1694207" y="3850620"/>
                  </a:lnTo>
                  <a:lnTo>
                    <a:pt x="1694352" y="3850620"/>
                  </a:lnTo>
                  <a:lnTo>
                    <a:pt x="1694497" y="3850620"/>
                  </a:lnTo>
                  <a:lnTo>
                    <a:pt x="1694643" y="3850620"/>
                  </a:lnTo>
                  <a:lnTo>
                    <a:pt x="1694788" y="3850620"/>
                  </a:lnTo>
                  <a:lnTo>
                    <a:pt x="1694934" y="3850620"/>
                  </a:lnTo>
                  <a:lnTo>
                    <a:pt x="1695079" y="3850620"/>
                  </a:lnTo>
                  <a:lnTo>
                    <a:pt x="1695079" y="3849997"/>
                  </a:lnTo>
                  <a:lnTo>
                    <a:pt x="1695224" y="3849997"/>
                  </a:lnTo>
                  <a:lnTo>
                    <a:pt x="1695224" y="3849373"/>
                  </a:lnTo>
                  <a:lnTo>
                    <a:pt x="1695224" y="3848750"/>
                  </a:lnTo>
                  <a:lnTo>
                    <a:pt x="1695224" y="3848126"/>
                  </a:lnTo>
                  <a:lnTo>
                    <a:pt x="1695370" y="3848126"/>
                  </a:lnTo>
                  <a:lnTo>
                    <a:pt x="1695515" y="3848126"/>
                  </a:lnTo>
                  <a:lnTo>
                    <a:pt x="1695661" y="3848126"/>
                  </a:lnTo>
                  <a:lnTo>
                    <a:pt x="1695806" y="3848126"/>
                  </a:lnTo>
                  <a:lnTo>
                    <a:pt x="1695806" y="3847502"/>
                  </a:lnTo>
                  <a:lnTo>
                    <a:pt x="1695952" y="3847502"/>
                  </a:lnTo>
                  <a:lnTo>
                    <a:pt x="1696097" y="3847502"/>
                  </a:lnTo>
                  <a:lnTo>
                    <a:pt x="1696242" y="3847502"/>
                  </a:lnTo>
                  <a:lnTo>
                    <a:pt x="1696388" y="3847502"/>
                  </a:lnTo>
                  <a:lnTo>
                    <a:pt x="1696533" y="3847502"/>
                  </a:lnTo>
                  <a:lnTo>
                    <a:pt x="1696679" y="3847502"/>
                  </a:lnTo>
                  <a:lnTo>
                    <a:pt x="1696824" y="3847502"/>
                  </a:lnTo>
                  <a:lnTo>
                    <a:pt x="1696970" y="3847502"/>
                  </a:lnTo>
                  <a:lnTo>
                    <a:pt x="1696970" y="3846879"/>
                  </a:lnTo>
                  <a:lnTo>
                    <a:pt x="1697115" y="3846879"/>
                  </a:lnTo>
                  <a:lnTo>
                    <a:pt x="1697115" y="3846255"/>
                  </a:lnTo>
                  <a:lnTo>
                    <a:pt x="1697115" y="3845632"/>
                  </a:lnTo>
                  <a:lnTo>
                    <a:pt x="1697260" y="3845632"/>
                  </a:lnTo>
                  <a:lnTo>
                    <a:pt x="1697406" y="3845632"/>
                  </a:lnTo>
                  <a:lnTo>
                    <a:pt x="1697551" y="3845632"/>
                  </a:lnTo>
                  <a:lnTo>
                    <a:pt x="1697697" y="3845632"/>
                  </a:lnTo>
                  <a:lnTo>
                    <a:pt x="1697842" y="3845632"/>
                  </a:lnTo>
                  <a:lnTo>
                    <a:pt x="1697988" y="3845632"/>
                  </a:lnTo>
                  <a:lnTo>
                    <a:pt x="1698133" y="3845632"/>
                  </a:lnTo>
                  <a:lnTo>
                    <a:pt x="1698278" y="3845632"/>
                  </a:lnTo>
                  <a:lnTo>
                    <a:pt x="1698424" y="3845632"/>
                  </a:lnTo>
                  <a:lnTo>
                    <a:pt x="1698424" y="3845008"/>
                  </a:lnTo>
                  <a:lnTo>
                    <a:pt x="1698424" y="3844384"/>
                  </a:lnTo>
                  <a:lnTo>
                    <a:pt x="1698569" y="3844384"/>
                  </a:lnTo>
                  <a:lnTo>
                    <a:pt x="1698715" y="3844384"/>
                  </a:lnTo>
                  <a:lnTo>
                    <a:pt x="1698860" y="3844384"/>
                  </a:lnTo>
                  <a:lnTo>
                    <a:pt x="1699006" y="3844384"/>
                  </a:lnTo>
                  <a:lnTo>
                    <a:pt x="1699151" y="3844384"/>
                  </a:lnTo>
                  <a:lnTo>
                    <a:pt x="1699296" y="3844384"/>
                  </a:lnTo>
                  <a:lnTo>
                    <a:pt x="1699296" y="3843761"/>
                  </a:lnTo>
                  <a:lnTo>
                    <a:pt x="1699442" y="3843761"/>
                  </a:lnTo>
                  <a:lnTo>
                    <a:pt x="1699587" y="3843761"/>
                  </a:lnTo>
                  <a:lnTo>
                    <a:pt x="1699733" y="3843761"/>
                  </a:lnTo>
                  <a:lnTo>
                    <a:pt x="1699878" y="3843761"/>
                  </a:lnTo>
                  <a:lnTo>
                    <a:pt x="1700024" y="3843761"/>
                  </a:lnTo>
                  <a:lnTo>
                    <a:pt x="1700169" y="3843761"/>
                  </a:lnTo>
                  <a:lnTo>
                    <a:pt x="1700314" y="3843761"/>
                  </a:lnTo>
                  <a:lnTo>
                    <a:pt x="1700314" y="3843137"/>
                  </a:lnTo>
                  <a:lnTo>
                    <a:pt x="1700314" y="3842514"/>
                  </a:lnTo>
                  <a:lnTo>
                    <a:pt x="1700460" y="3842514"/>
                  </a:lnTo>
                  <a:lnTo>
                    <a:pt x="1700605" y="3842514"/>
                  </a:lnTo>
                  <a:lnTo>
                    <a:pt x="1700751" y="3842514"/>
                  </a:lnTo>
                  <a:lnTo>
                    <a:pt x="1700896" y="3842514"/>
                  </a:lnTo>
                  <a:lnTo>
                    <a:pt x="1701042" y="3842514"/>
                  </a:lnTo>
                  <a:lnTo>
                    <a:pt x="1701187" y="3842514"/>
                  </a:lnTo>
                  <a:lnTo>
                    <a:pt x="1701187" y="3841890"/>
                  </a:lnTo>
                  <a:lnTo>
                    <a:pt x="1701187" y="3841267"/>
                  </a:lnTo>
                  <a:lnTo>
                    <a:pt x="1701332" y="3841267"/>
                  </a:lnTo>
                  <a:lnTo>
                    <a:pt x="1701478" y="3841267"/>
                  </a:lnTo>
                  <a:lnTo>
                    <a:pt x="1701478" y="3840643"/>
                  </a:lnTo>
                  <a:lnTo>
                    <a:pt x="1701478" y="3840019"/>
                  </a:lnTo>
                  <a:lnTo>
                    <a:pt x="1701623" y="3840019"/>
                  </a:lnTo>
                  <a:lnTo>
                    <a:pt x="1701769" y="3840019"/>
                  </a:lnTo>
                  <a:lnTo>
                    <a:pt x="1701914" y="3840019"/>
                  </a:lnTo>
                  <a:lnTo>
                    <a:pt x="1702059" y="3840019"/>
                  </a:lnTo>
                  <a:lnTo>
                    <a:pt x="1702205" y="3840019"/>
                  </a:lnTo>
                  <a:lnTo>
                    <a:pt x="1702350" y="3840019"/>
                  </a:lnTo>
                  <a:lnTo>
                    <a:pt x="1702496" y="3840019"/>
                  </a:lnTo>
                  <a:lnTo>
                    <a:pt x="1702641" y="3840019"/>
                  </a:lnTo>
                  <a:lnTo>
                    <a:pt x="1702787" y="3840019"/>
                  </a:lnTo>
                  <a:lnTo>
                    <a:pt x="1702932" y="3840019"/>
                  </a:lnTo>
                  <a:lnTo>
                    <a:pt x="1703077" y="3840019"/>
                  </a:lnTo>
                  <a:lnTo>
                    <a:pt x="1703223" y="3840019"/>
                  </a:lnTo>
                  <a:lnTo>
                    <a:pt x="1703368" y="3840019"/>
                  </a:lnTo>
                  <a:lnTo>
                    <a:pt x="1703514" y="3840019"/>
                  </a:lnTo>
                  <a:lnTo>
                    <a:pt x="1703514" y="3839396"/>
                  </a:lnTo>
                  <a:lnTo>
                    <a:pt x="1703659" y="3839396"/>
                  </a:lnTo>
                  <a:lnTo>
                    <a:pt x="1703805" y="3839396"/>
                  </a:lnTo>
                  <a:lnTo>
                    <a:pt x="1703950" y="3839396"/>
                  </a:lnTo>
                  <a:lnTo>
                    <a:pt x="1704095" y="3839396"/>
                  </a:lnTo>
                  <a:lnTo>
                    <a:pt x="1704241" y="3839396"/>
                  </a:lnTo>
                  <a:lnTo>
                    <a:pt x="1704386" y="3839396"/>
                  </a:lnTo>
                  <a:lnTo>
                    <a:pt x="1704386" y="3838772"/>
                  </a:lnTo>
                  <a:lnTo>
                    <a:pt x="1704386" y="3838149"/>
                  </a:lnTo>
                  <a:lnTo>
                    <a:pt x="1704532" y="3838149"/>
                  </a:lnTo>
                  <a:lnTo>
                    <a:pt x="1704677" y="3838149"/>
                  </a:lnTo>
                  <a:lnTo>
                    <a:pt x="1704823" y="3838149"/>
                  </a:lnTo>
                  <a:lnTo>
                    <a:pt x="1704823" y="3837525"/>
                  </a:lnTo>
                  <a:lnTo>
                    <a:pt x="1704823" y="3836902"/>
                  </a:lnTo>
                  <a:lnTo>
                    <a:pt x="1704823" y="3836278"/>
                  </a:lnTo>
                  <a:lnTo>
                    <a:pt x="1704823" y="3835654"/>
                  </a:lnTo>
                  <a:lnTo>
                    <a:pt x="1704968" y="3835654"/>
                  </a:lnTo>
                  <a:lnTo>
                    <a:pt x="1705113" y="3835654"/>
                  </a:lnTo>
                  <a:lnTo>
                    <a:pt x="1705259" y="3835654"/>
                  </a:lnTo>
                  <a:lnTo>
                    <a:pt x="1705259" y="3835031"/>
                  </a:lnTo>
                  <a:lnTo>
                    <a:pt x="1705404" y="3835031"/>
                  </a:lnTo>
                  <a:lnTo>
                    <a:pt x="1705550" y="3835031"/>
                  </a:lnTo>
                  <a:lnTo>
                    <a:pt x="1705695" y="3835031"/>
                  </a:lnTo>
                  <a:lnTo>
                    <a:pt x="1705695" y="3834407"/>
                  </a:lnTo>
                  <a:lnTo>
                    <a:pt x="1705841" y="3834407"/>
                  </a:lnTo>
                  <a:lnTo>
                    <a:pt x="1705986" y="3834407"/>
                  </a:lnTo>
                  <a:lnTo>
                    <a:pt x="1706131" y="3834407"/>
                  </a:lnTo>
                  <a:lnTo>
                    <a:pt x="1706277" y="3834407"/>
                  </a:lnTo>
                  <a:lnTo>
                    <a:pt x="1706422" y="3834407"/>
                  </a:lnTo>
                  <a:lnTo>
                    <a:pt x="1706568" y="3834407"/>
                  </a:lnTo>
                  <a:lnTo>
                    <a:pt x="1706568" y="3833784"/>
                  </a:lnTo>
                  <a:lnTo>
                    <a:pt x="1706568" y="3833160"/>
                  </a:lnTo>
                  <a:lnTo>
                    <a:pt x="1706713" y="3833160"/>
                  </a:lnTo>
                  <a:lnTo>
                    <a:pt x="1706859" y="3833160"/>
                  </a:lnTo>
                  <a:lnTo>
                    <a:pt x="1707004" y="3833160"/>
                  </a:lnTo>
                  <a:lnTo>
                    <a:pt x="1707149" y="3833160"/>
                  </a:lnTo>
                  <a:lnTo>
                    <a:pt x="1707295" y="3833160"/>
                  </a:lnTo>
                  <a:lnTo>
                    <a:pt x="1707295" y="3832536"/>
                  </a:lnTo>
                  <a:lnTo>
                    <a:pt x="1707440" y="3832536"/>
                  </a:lnTo>
                  <a:lnTo>
                    <a:pt x="1707586" y="3832536"/>
                  </a:lnTo>
                  <a:lnTo>
                    <a:pt x="1707731" y="3832536"/>
                  </a:lnTo>
                  <a:lnTo>
                    <a:pt x="1707877" y="3832536"/>
                  </a:lnTo>
                  <a:lnTo>
                    <a:pt x="1708022" y="3832536"/>
                  </a:lnTo>
                  <a:lnTo>
                    <a:pt x="1708167" y="3832536"/>
                  </a:lnTo>
                  <a:lnTo>
                    <a:pt x="1708313" y="3832536"/>
                  </a:lnTo>
                  <a:lnTo>
                    <a:pt x="1708458" y="3832536"/>
                  </a:lnTo>
                  <a:lnTo>
                    <a:pt x="1708604" y="3832536"/>
                  </a:lnTo>
                  <a:lnTo>
                    <a:pt x="1708749" y="3832536"/>
                  </a:lnTo>
                  <a:lnTo>
                    <a:pt x="1708894" y="3832536"/>
                  </a:lnTo>
                  <a:lnTo>
                    <a:pt x="1709040" y="3832536"/>
                  </a:lnTo>
                  <a:lnTo>
                    <a:pt x="1709185" y="3832536"/>
                  </a:lnTo>
                  <a:lnTo>
                    <a:pt x="1709185" y="3831913"/>
                  </a:lnTo>
                  <a:lnTo>
                    <a:pt x="1709331" y="3831913"/>
                  </a:lnTo>
                  <a:lnTo>
                    <a:pt x="1709476" y="3831913"/>
                  </a:lnTo>
                  <a:lnTo>
                    <a:pt x="1709476" y="3831289"/>
                  </a:lnTo>
                  <a:lnTo>
                    <a:pt x="1709622" y="3831289"/>
                  </a:lnTo>
                  <a:lnTo>
                    <a:pt x="1709767" y="3831289"/>
                  </a:lnTo>
                  <a:lnTo>
                    <a:pt x="1709912" y="3831289"/>
                  </a:lnTo>
                  <a:lnTo>
                    <a:pt x="1710058" y="3831289"/>
                  </a:lnTo>
                  <a:lnTo>
                    <a:pt x="1710203" y="3831289"/>
                  </a:lnTo>
                  <a:lnTo>
                    <a:pt x="1710349" y="3831289"/>
                  </a:lnTo>
                  <a:lnTo>
                    <a:pt x="1710494" y="3831289"/>
                  </a:lnTo>
                  <a:lnTo>
                    <a:pt x="1710494" y="3830666"/>
                  </a:lnTo>
                  <a:lnTo>
                    <a:pt x="1710494" y="3830042"/>
                  </a:lnTo>
                  <a:lnTo>
                    <a:pt x="1710640" y="3830042"/>
                  </a:lnTo>
                  <a:lnTo>
                    <a:pt x="1710785" y="3830042"/>
                  </a:lnTo>
                  <a:lnTo>
                    <a:pt x="1710930" y="3830042"/>
                  </a:lnTo>
                  <a:lnTo>
                    <a:pt x="1711076" y="3830042"/>
                  </a:lnTo>
                  <a:lnTo>
                    <a:pt x="1711076" y="3829419"/>
                  </a:lnTo>
                  <a:lnTo>
                    <a:pt x="1711076" y="3828795"/>
                  </a:lnTo>
                  <a:lnTo>
                    <a:pt x="1711221" y="3828795"/>
                  </a:lnTo>
                  <a:lnTo>
                    <a:pt x="1711221" y="3828171"/>
                  </a:lnTo>
                  <a:lnTo>
                    <a:pt x="1711367" y="3828171"/>
                  </a:lnTo>
                  <a:lnTo>
                    <a:pt x="1711512" y="3828171"/>
                  </a:lnTo>
                  <a:lnTo>
                    <a:pt x="1711658" y="3828171"/>
                  </a:lnTo>
                  <a:lnTo>
                    <a:pt x="1711803" y="3828171"/>
                  </a:lnTo>
                  <a:lnTo>
                    <a:pt x="1711948" y="3828171"/>
                  </a:lnTo>
                  <a:lnTo>
                    <a:pt x="1711948" y="3827548"/>
                  </a:lnTo>
                  <a:lnTo>
                    <a:pt x="1711948" y="3826924"/>
                  </a:lnTo>
                  <a:lnTo>
                    <a:pt x="1711948" y="3826301"/>
                  </a:lnTo>
                  <a:lnTo>
                    <a:pt x="1712094" y="3826301"/>
                  </a:lnTo>
                  <a:lnTo>
                    <a:pt x="1712239" y="3826301"/>
                  </a:lnTo>
                  <a:lnTo>
                    <a:pt x="1712385" y="3826301"/>
                  </a:lnTo>
                  <a:lnTo>
                    <a:pt x="1712530" y="3826301"/>
                  </a:lnTo>
                  <a:lnTo>
                    <a:pt x="1712676" y="3826301"/>
                  </a:lnTo>
                  <a:lnTo>
                    <a:pt x="1712821" y="3826301"/>
                  </a:lnTo>
                  <a:lnTo>
                    <a:pt x="1712966" y="3826301"/>
                  </a:lnTo>
                  <a:lnTo>
                    <a:pt x="1713112" y="3826301"/>
                  </a:lnTo>
                  <a:lnTo>
                    <a:pt x="1713257" y="3826301"/>
                  </a:lnTo>
                  <a:lnTo>
                    <a:pt x="1713403" y="3826301"/>
                  </a:lnTo>
                  <a:lnTo>
                    <a:pt x="1713403" y="3825677"/>
                  </a:lnTo>
                  <a:lnTo>
                    <a:pt x="1713548" y="3825677"/>
                  </a:lnTo>
                  <a:lnTo>
                    <a:pt x="1713694" y="3825677"/>
                  </a:lnTo>
                  <a:lnTo>
                    <a:pt x="1713694" y="3825053"/>
                  </a:lnTo>
                  <a:lnTo>
                    <a:pt x="1713839" y="3825053"/>
                  </a:lnTo>
                  <a:lnTo>
                    <a:pt x="1713984" y="3825053"/>
                  </a:lnTo>
                  <a:lnTo>
                    <a:pt x="1714130" y="3825053"/>
                  </a:lnTo>
                  <a:lnTo>
                    <a:pt x="1714275" y="3825053"/>
                  </a:lnTo>
                  <a:lnTo>
                    <a:pt x="1714421" y="3825053"/>
                  </a:lnTo>
                  <a:lnTo>
                    <a:pt x="1714566" y="3825053"/>
                  </a:lnTo>
                  <a:lnTo>
                    <a:pt x="1714712" y="3825053"/>
                  </a:lnTo>
                  <a:lnTo>
                    <a:pt x="1714857" y="3825053"/>
                  </a:lnTo>
                  <a:lnTo>
                    <a:pt x="1714857" y="3824430"/>
                  </a:lnTo>
                  <a:lnTo>
                    <a:pt x="1715002" y="3824430"/>
                  </a:lnTo>
                  <a:lnTo>
                    <a:pt x="1715002" y="3823806"/>
                  </a:lnTo>
                  <a:lnTo>
                    <a:pt x="1715148" y="3823806"/>
                  </a:lnTo>
                  <a:lnTo>
                    <a:pt x="1715293" y="3823806"/>
                  </a:lnTo>
                  <a:lnTo>
                    <a:pt x="1715293" y="3823183"/>
                  </a:lnTo>
                  <a:lnTo>
                    <a:pt x="1715439" y="3823183"/>
                  </a:lnTo>
                  <a:lnTo>
                    <a:pt x="1715584" y="3823183"/>
                  </a:lnTo>
                  <a:lnTo>
                    <a:pt x="1715729" y="3823183"/>
                  </a:lnTo>
                  <a:lnTo>
                    <a:pt x="1715729" y="3822559"/>
                  </a:lnTo>
                  <a:lnTo>
                    <a:pt x="1715875" y="3822559"/>
                  </a:lnTo>
                  <a:lnTo>
                    <a:pt x="1715875" y="3821936"/>
                  </a:lnTo>
                  <a:lnTo>
                    <a:pt x="1715875" y="3821312"/>
                  </a:lnTo>
                  <a:lnTo>
                    <a:pt x="1715875" y="3820688"/>
                  </a:lnTo>
                  <a:lnTo>
                    <a:pt x="1716020" y="3820688"/>
                  </a:lnTo>
                  <a:lnTo>
                    <a:pt x="1716020" y="3820065"/>
                  </a:lnTo>
                  <a:lnTo>
                    <a:pt x="1716166" y="3820065"/>
                  </a:lnTo>
                  <a:lnTo>
                    <a:pt x="1716166" y="3819441"/>
                  </a:lnTo>
                  <a:lnTo>
                    <a:pt x="1716311" y="3819441"/>
                  </a:lnTo>
                  <a:lnTo>
                    <a:pt x="1716457" y="3819441"/>
                  </a:lnTo>
                  <a:lnTo>
                    <a:pt x="1716602" y="3819441"/>
                  </a:lnTo>
                  <a:lnTo>
                    <a:pt x="1716747" y="3819441"/>
                  </a:lnTo>
                  <a:lnTo>
                    <a:pt x="1716893" y="3819441"/>
                  </a:lnTo>
                  <a:lnTo>
                    <a:pt x="1716893" y="3818818"/>
                  </a:lnTo>
                  <a:lnTo>
                    <a:pt x="1717038" y="3818818"/>
                  </a:lnTo>
                  <a:lnTo>
                    <a:pt x="1717038" y="3818194"/>
                  </a:lnTo>
                  <a:lnTo>
                    <a:pt x="1717184" y="3818194"/>
                  </a:lnTo>
                  <a:lnTo>
                    <a:pt x="1717184" y="3817570"/>
                  </a:lnTo>
                  <a:lnTo>
                    <a:pt x="1717184" y="3816947"/>
                  </a:lnTo>
                  <a:lnTo>
                    <a:pt x="1717329" y="3816947"/>
                  </a:lnTo>
                  <a:lnTo>
                    <a:pt x="1717475" y="3816947"/>
                  </a:lnTo>
                  <a:lnTo>
                    <a:pt x="1717620" y="3816947"/>
                  </a:lnTo>
                  <a:lnTo>
                    <a:pt x="1717765" y="3816947"/>
                  </a:lnTo>
                  <a:lnTo>
                    <a:pt x="1717911" y="3816947"/>
                  </a:lnTo>
                  <a:lnTo>
                    <a:pt x="1718056" y="3816947"/>
                  </a:lnTo>
                  <a:lnTo>
                    <a:pt x="1718056" y="3816323"/>
                  </a:lnTo>
                  <a:lnTo>
                    <a:pt x="1718202" y="3816323"/>
                  </a:lnTo>
                  <a:lnTo>
                    <a:pt x="1718347" y="3816323"/>
                  </a:lnTo>
                  <a:lnTo>
                    <a:pt x="1718493" y="3816323"/>
                  </a:lnTo>
                  <a:lnTo>
                    <a:pt x="1718493" y="3815700"/>
                  </a:lnTo>
                  <a:lnTo>
                    <a:pt x="1718638" y="3815700"/>
                  </a:lnTo>
                  <a:lnTo>
                    <a:pt x="1718783" y="3815700"/>
                  </a:lnTo>
                  <a:lnTo>
                    <a:pt x="1718929" y="3815700"/>
                  </a:lnTo>
                  <a:lnTo>
                    <a:pt x="1719074" y="3815700"/>
                  </a:lnTo>
                  <a:lnTo>
                    <a:pt x="1719220" y="3815700"/>
                  </a:lnTo>
                  <a:lnTo>
                    <a:pt x="1719365" y="3815700"/>
                  </a:lnTo>
                  <a:lnTo>
                    <a:pt x="1719511" y="3815700"/>
                  </a:lnTo>
                  <a:lnTo>
                    <a:pt x="1719656" y="3815700"/>
                  </a:lnTo>
                  <a:lnTo>
                    <a:pt x="1719656" y="3815076"/>
                  </a:lnTo>
                  <a:lnTo>
                    <a:pt x="1719801" y="3815076"/>
                  </a:lnTo>
                  <a:lnTo>
                    <a:pt x="1719947" y="3815076"/>
                  </a:lnTo>
                  <a:lnTo>
                    <a:pt x="1720092" y="3815076"/>
                  </a:lnTo>
                  <a:lnTo>
                    <a:pt x="1720238" y="3815076"/>
                  </a:lnTo>
                  <a:lnTo>
                    <a:pt x="1720383" y="3815076"/>
                  </a:lnTo>
                  <a:lnTo>
                    <a:pt x="1720529" y="3815076"/>
                  </a:lnTo>
                  <a:lnTo>
                    <a:pt x="1720529" y="3814453"/>
                  </a:lnTo>
                  <a:lnTo>
                    <a:pt x="1720674" y="3814453"/>
                  </a:lnTo>
                  <a:lnTo>
                    <a:pt x="1720819" y="3814453"/>
                  </a:lnTo>
                  <a:lnTo>
                    <a:pt x="1720819" y="3813829"/>
                  </a:lnTo>
                  <a:lnTo>
                    <a:pt x="1720965" y="3813829"/>
                  </a:lnTo>
                  <a:lnTo>
                    <a:pt x="1721110" y="3813829"/>
                  </a:lnTo>
                  <a:lnTo>
                    <a:pt x="1721256" y="3813829"/>
                  </a:lnTo>
                  <a:lnTo>
                    <a:pt x="1721401" y="3813829"/>
                  </a:lnTo>
                  <a:lnTo>
                    <a:pt x="1721547" y="3813829"/>
                  </a:lnTo>
                  <a:lnTo>
                    <a:pt x="1721692" y="3813829"/>
                  </a:lnTo>
                  <a:lnTo>
                    <a:pt x="1721837" y="3813829"/>
                  </a:lnTo>
                  <a:lnTo>
                    <a:pt x="1721983" y="3813829"/>
                  </a:lnTo>
                  <a:lnTo>
                    <a:pt x="1721983" y="3813205"/>
                  </a:lnTo>
                  <a:lnTo>
                    <a:pt x="1722128" y="3813205"/>
                  </a:lnTo>
                  <a:lnTo>
                    <a:pt x="1722274" y="3813205"/>
                  </a:lnTo>
                  <a:lnTo>
                    <a:pt x="1722419" y="3813205"/>
                  </a:lnTo>
                  <a:lnTo>
                    <a:pt x="1722419" y="3812582"/>
                  </a:lnTo>
                  <a:lnTo>
                    <a:pt x="1722419" y="3811958"/>
                  </a:lnTo>
                  <a:lnTo>
                    <a:pt x="1722564" y="3811958"/>
                  </a:lnTo>
                  <a:lnTo>
                    <a:pt x="1722710" y="3811958"/>
                  </a:lnTo>
                  <a:lnTo>
                    <a:pt x="1722855" y="3811958"/>
                  </a:lnTo>
                  <a:lnTo>
                    <a:pt x="1723001" y="3811958"/>
                  </a:lnTo>
                  <a:lnTo>
                    <a:pt x="1723146" y="3811958"/>
                  </a:lnTo>
                  <a:lnTo>
                    <a:pt x="1723292" y="3811958"/>
                  </a:lnTo>
                  <a:lnTo>
                    <a:pt x="1723437" y="3811958"/>
                  </a:lnTo>
                  <a:lnTo>
                    <a:pt x="1723582" y="3811958"/>
                  </a:lnTo>
                  <a:lnTo>
                    <a:pt x="1723582" y="3811335"/>
                  </a:lnTo>
                  <a:lnTo>
                    <a:pt x="1723728" y="3811335"/>
                  </a:lnTo>
                  <a:lnTo>
                    <a:pt x="1723873" y="3811335"/>
                  </a:lnTo>
                  <a:lnTo>
                    <a:pt x="1724019" y="3811335"/>
                  </a:lnTo>
                  <a:lnTo>
                    <a:pt x="1724164" y="3811335"/>
                  </a:lnTo>
                  <a:lnTo>
                    <a:pt x="1724164" y="3810711"/>
                  </a:lnTo>
                  <a:lnTo>
                    <a:pt x="1724310" y="3810711"/>
                  </a:lnTo>
                  <a:lnTo>
                    <a:pt x="1724455" y="3810711"/>
                  </a:lnTo>
                  <a:lnTo>
                    <a:pt x="1724600" y="3810711"/>
                  </a:lnTo>
                  <a:lnTo>
                    <a:pt x="1724746" y="3810711"/>
                  </a:lnTo>
                  <a:lnTo>
                    <a:pt x="1724891" y="3810711"/>
                  </a:lnTo>
                  <a:lnTo>
                    <a:pt x="1725037" y="3810711"/>
                  </a:lnTo>
                  <a:lnTo>
                    <a:pt x="1725182" y="3810711"/>
                  </a:lnTo>
                  <a:lnTo>
                    <a:pt x="1725328" y="3810711"/>
                  </a:lnTo>
                  <a:lnTo>
                    <a:pt x="1725473" y="3810711"/>
                  </a:lnTo>
                  <a:lnTo>
                    <a:pt x="1725618" y="3810711"/>
                  </a:lnTo>
                  <a:lnTo>
                    <a:pt x="1725764" y="3810711"/>
                  </a:lnTo>
                  <a:lnTo>
                    <a:pt x="1725909" y="3810711"/>
                  </a:lnTo>
                  <a:lnTo>
                    <a:pt x="1726055" y="3810711"/>
                  </a:lnTo>
                  <a:lnTo>
                    <a:pt x="1726200" y="3810711"/>
                  </a:lnTo>
                  <a:lnTo>
                    <a:pt x="1726346" y="3810711"/>
                  </a:lnTo>
                  <a:lnTo>
                    <a:pt x="1726491" y="3810711"/>
                  </a:lnTo>
                  <a:lnTo>
                    <a:pt x="1726636" y="3810711"/>
                  </a:lnTo>
                  <a:lnTo>
                    <a:pt x="1726636" y="3810087"/>
                  </a:lnTo>
                  <a:lnTo>
                    <a:pt x="1726782" y="3810087"/>
                  </a:lnTo>
                  <a:lnTo>
                    <a:pt x="1726927" y="3810087"/>
                  </a:lnTo>
                  <a:lnTo>
                    <a:pt x="1726927" y="3809464"/>
                  </a:lnTo>
                  <a:lnTo>
                    <a:pt x="1727073" y="3809464"/>
                  </a:lnTo>
                  <a:lnTo>
                    <a:pt x="1727218" y="3809464"/>
                  </a:lnTo>
                  <a:lnTo>
                    <a:pt x="1727218" y="3808840"/>
                  </a:lnTo>
                  <a:lnTo>
                    <a:pt x="1727218" y="3808217"/>
                  </a:lnTo>
                  <a:lnTo>
                    <a:pt x="1727364" y="3808217"/>
                  </a:lnTo>
                  <a:lnTo>
                    <a:pt x="1727509" y="3808217"/>
                  </a:lnTo>
                  <a:lnTo>
                    <a:pt x="1727654" y="3808217"/>
                  </a:lnTo>
                  <a:lnTo>
                    <a:pt x="1727800" y="3808217"/>
                  </a:lnTo>
                  <a:lnTo>
                    <a:pt x="1727945" y="3808217"/>
                  </a:lnTo>
                  <a:lnTo>
                    <a:pt x="1727945" y="3807593"/>
                  </a:lnTo>
                  <a:lnTo>
                    <a:pt x="1727945" y="3806970"/>
                  </a:lnTo>
                  <a:lnTo>
                    <a:pt x="1728091" y="3806970"/>
                  </a:lnTo>
                  <a:lnTo>
                    <a:pt x="1728091" y="3806346"/>
                  </a:lnTo>
                  <a:lnTo>
                    <a:pt x="1728091" y="3805722"/>
                  </a:lnTo>
                  <a:lnTo>
                    <a:pt x="1728236" y="3805722"/>
                  </a:lnTo>
                  <a:lnTo>
                    <a:pt x="1728382" y="3805722"/>
                  </a:lnTo>
                  <a:lnTo>
                    <a:pt x="1728382" y="3805099"/>
                  </a:lnTo>
                  <a:lnTo>
                    <a:pt x="1728527" y="3805099"/>
                  </a:lnTo>
                  <a:lnTo>
                    <a:pt x="1728672" y="3805099"/>
                  </a:lnTo>
                  <a:lnTo>
                    <a:pt x="1728818" y="3805099"/>
                  </a:lnTo>
                  <a:lnTo>
                    <a:pt x="1728963" y="3805099"/>
                  </a:lnTo>
                  <a:lnTo>
                    <a:pt x="1729109" y="3805099"/>
                  </a:lnTo>
                  <a:lnTo>
                    <a:pt x="1729109" y="3804475"/>
                  </a:lnTo>
                  <a:lnTo>
                    <a:pt x="1729254" y="3804475"/>
                  </a:lnTo>
                  <a:lnTo>
                    <a:pt x="1729399" y="3804475"/>
                  </a:lnTo>
                  <a:lnTo>
                    <a:pt x="1729399" y="3803852"/>
                  </a:lnTo>
                  <a:lnTo>
                    <a:pt x="1729545" y="3803852"/>
                  </a:lnTo>
                  <a:lnTo>
                    <a:pt x="1729545" y="3803228"/>
                  </a:lnTo>
                  <a:lnTo>
                    <a:pt x="1729690" y="3803228"/>
                  </a:lnTo>
                  <a:lnTo>
                    <a:pt x="1729836" y="3803228"/>
                  </a:lnTo>
                  <a:lnTo>
                    <a:pt x="1729981" y="3803228"/>
                  </a:lnTo>
                  <a:lnTo>
                    <a:pt x="1730127" y="3803228"/>
                  </a:lnTo>
                  <a:lnTo>
                    <a:pt x="1730127" y="3802604"/>
                  </a:lnTo>
                  <a:lnTo>
                    <a:pt x="1730272" y="3802604"/>
                  </a:lnTo>
                  <a:lnTo>
                    <a:pt x="1730417" y="3802604"/>
                  </a:lnTo>
                  <a:lnTo>
                    <a:pt x="1730417" y="3801981"/>
                  </a:lnTo>
                  <a:lnTo>
                    <a:pt x="1730417" y="3801357"/>
                  </a:lnTo>
                  <a:lnTo>
                    <a:pt x="1730563" y="3801357"/>
                  </a:lnTo>
                  <a:lnTo>
                    <a:pt x="1730708" y="3801357"/>
                  </a:lnTo>
                  <a:lnTo>
                    <a:pt x="1730854" y="3801357"/>
                  </a:lnTo>
                  <a:lnTo>
                    <a:pt x="1730999" y="3801357"/>
                  </a:lnTo>
                  <a:lnTo>
                    <a:pt x="1730999" y="3800734"/>
                  </a:lnTo>
                  <a:lnTo>
                    <a:pt x="1731145" y="3800734"/>
                  </a:lnTo>
                  <a:lnTo>
                    <a:pt x="1731290" y="3800734"/>
                  </a:lnTo>
                  <a:lnTo>
                    <a:pt x="1731435" y="3800734"/>
                  </a:lnTo>
                  <a:lnTo>
                    <a:pt x="1731435" y="3800110"/>
                  </a:lnTo>
                  <a:lnTo>
                    <a:pt x="1731581" y="3800110"/>
                  </a:lnTo>
                  <a:lnTo>
                    <a:pt x="1731726" y="3800110"/>
                  </a:lnTo>
                  <a:lnTo>
                    <a:pt x="1731872" y="3800110"/>
                  </a:lnTo>
                  <a:lnTo>
                    <a:pt x="1732017" y="3800110"/>
                  </a:lnTo>
                  <a:lnTo>
                    <a:pt x="1732017" y="3799487"/>
                  </a:lnTo>
                  <a:lnTo>
                    <a:pt x="1732017" y="3798863"/>
                  </a:lnTo>
                  <a:lnTo>
                    <a:pt x="1732163" y="3798863"/>
                  </a:lnTo>
                  <a:lnTo>
                    <a:pt x="1732308" y="3798863"/>
                  </a:lnTo>
                  <a:lnTo>
                    <a:pt x="1732308" y="3798239"/>
                  </a:lnTo>
                  <a:lnTo>
                    <a:pt x="1732308" y="3797616"/>
                  </a:lnTo>
                  <a:lnTo>
                    <a:pt x="1732453" y="3797616"/>
                  </a:lnTo>
                  <a:lnTo>
                    <a:pt x="1732599" y="3797616"/>
                  </a:lnTo>
                  <a:lnTo>
                    <a:pt x="1732744" y="3797616"/>
                  </a:lnTo>
                  <a:lnTo>
                    <a:pt x="1732890" y="3797616"/>
                  </a:lnTo>
                  <a:lnTo>
                    <a:pt x="1733035" y="3797616"/>
                  </a:lnTo>
                  <a:lnTo>
                    <a:pt x="1733181" y="3797616"/>
                  </a:lnTo>
                  <a:lnTo>
                    <a:pt x="1733326" y="3797616"/>
                  </a:lnTo>
                  <a:lnTo>
                    <a:pt x="1733471" y="3797616"/>
                  </a:lnTo>
                  <a:lnTo>
                    <a:pt x="1733617" y="3797616"/>
                  </a:lnTo>
                  <a:lnTo>
                    <a:pt x="1733617" y="3796992"/>
                  </a:lnTo>
                  <a:lnTo>
                    <a:pt x="1733617" y="3796369"/>
                  </a:lnTo>
                  <a:lnTo>
                    <a:pt x="1733762" y="3796369"/>
                  </a:lnTo>
                  <a:lnTo>
                    <a:pt x="1733762" y="3795745"/>
                  </a:lnTo>
                  <a:lnTo>
                    <a:pt x="1733908" y="3795745"/>
                  </a:lnTo>
                  <a:lnTo>
                    <a:pt x="1734053" y="3795745"/>
                  </a:lnTo>
                  <a:lnTo>
                    <a:pt x="1734199" y="3795745"/>
                  </a:lnTo>
                  <a:lnTo>
                    <a:pt x="1734199" y="3795121"/>
                  </a:lnTo>
                  <a:lnTo>
                    <a:pt x="1734199" y="3794498"/>
                  </a:lnTo>
                  <a:lnTo>
                    <a:pt x="1734344" y="3794498"/>
                  </a:lnTo>
                  <a:lnTo>
                    <a:pt x="1734489" y="3794498"/>
                  </a:lnTo>
                  <a:lnTo>
                    <a:pt x="1734635" y="3794498"/>
                  </a:lnTo>
                  <a:lnTo>
                    <a:pt x="1734780" y="3794498"/>
                  </a:lnTo>
                  <a:lnTo>
                    <a:pt x="1734926" y="3794498"/>
                  </a:lnTo>
                  <a:lnTo>
                    <a:pt x="1735071" y="3794498"/>
                  </a:lnTo>
                  <a:lnTo>
                    <a:pt x="1735216" y="3794498"/>
                  </a:lnTo>
                  <a:lnTo>
                    <a:pt x="1735362" y="3794498"/>
                  </a:lnTo>
                  <a:lnTo>
                    <a:pt x="1735507" y="3794498"/>
                  </a:lnTo>
                  <a:lnTo>
                    <a:pt x="1735653" y="3794498"/>
                  </a:lnTo>
                  <a:lnTo>
                    <a:pt x="1735798" y="3794498"/>
                  </a:lnTo>
                  <a:lnTo>
                    <a:pt x="1735944" y="3794498"/>
                  </a:lnTo>
                  <a:lnTo>
                    <a:pt x="1735944" y="3793874"/>
                  </a:lnTo>
                  <a:lnTo>
                    <a:pt x="1735944" y="3793251"/>
                  </a:lnTo>
                  <a:lnTo>
                    <a:pt x="1735944" y="3792627"/>
                  </a:lnTo>
                  <a:lnTo>
                    <a:pt x="1736089" y="3792627"/>
                  </a:lnTo>
                  <a:lnTo>
                    <a:pt x="1736234" y="3792627"/>
                  </a:lnTo>
                  <a:lnTo>
                    <a:pt x="1736234" y="3792004"/>
                  </a:lnTo>
                  <a:lnTo>
                    <a:pt x="1736234" y="3791380"/>
                  </a:lnTo>
                  <a:lnTo>
                    <a:pt x="1736234" y="3790756"/>
                  </a:lnTo>
                  <a:lnTo>
                    <a:pt x="1736380" y="3790756"/>
                  </a:lnTo>
                  <a:lnTo>
                    <a:pt x="1736525" y="3790756"/>
                  </a:lnTo>
                  <a:lnTo>
                    <a:pt x="1736671" y="3790756"/>
                  </a:lnTo>
                  <a:lnTo>
                    <a:pt x="1736816" y="3790756"/>
                  </a:lnTo>
                  <a:lnTo>
                    <a:pt x="1736816" y="3790133"/>
                  </a:lnTo>
                  <a:lnTo>
                    <a:pt x="1736962" y="3790133"/>
                  </a:lnTo>
                  <a:lnTo>
                    <a:pt x="1737107" y="3790133"/>
                  </a:lnTo>
                  <a:lnTo>
                    <a:pt x="1737252" y="3790133"/>
                  </a:lnTo>
                  <a:lnTo>
                    <a:pt x="1737252" y="3789509"/>
                  </a:lnTo>
                  <a:lnTo>
                    <a:pt x="1737398" y="3789509"/>
                  </a:lnTo>
                  <a:lnTo>
                    <a:pt x="1737398" y="3788886"/>
                  </a:lnTo>
                  <a:lnTo>
                    <a:pt x="1737398" y="3788262"/>
                  </a:lnTo>
                  <a:lnTo>
                    <a:pt x="1737543" y="3788262"/>
                  </a:lnTo>
                  <a:lnTo>
                    <a:pt x="1737689" y="3788262"/>
                  </a:lnTo>
                  <a:lnTo>
                    <a:pt x="1737689" y="3787639"/>
                  </a:lnTo>
                  <a:lnTo>
                    <a:pt x="1737689" y="3787015"/>
                  </a:lnTo>
                  <a:lnTo>
                    <a:pt x="1737834" y="3787015"/>
                  </a:lnTo>
                  <a:lnTo>
                    <a:pt x="1737834" y="3786391"/>
                  </a:lnTo>
                  <a:lnTo>
                    <a:pt x="1737980" y="3786391"/>
                  </a:lnTo>
                  <a:lnTo>
                    <a:pt x="1738125" y="3786391"/>
                  </a:lnTo>
                  <a:lnTo>
                    <a:pt x="1738270" y="3786391"/>
                  </a:lnTo>
                  <a:lnTo>
                    <a:pt x="1738416" y="3786391"/>
                  </a:lnTo>
                  <a:lnTo>
                    <a:pt x="1738561" y="3786391"/>
                  </a:lnTo>
                  <a:lnTo>
                    <a:pt x="1738707" y="3786391"/>
                  </a:lnTo>
                  <a:lnTo>
                    <a:pt x="1738852" y="3786391"/>
                  </a:lnTo>
                  <a:lnTo>
                    <a:pt x="1738998" y="3786391"/>
                  </a:lnTo>
                  <a:lnTo>
                    <a:pt x="1738998" y="3785768"/>
                  </a:lnTo>
                  <a:lnTo>
                    <a:pt x="1739143" y="3785768"/>
                  </a:lnTo>
                  <a:lnTo>
                    <a:pt x="1739288" y="3785768"/>
                  </a:lnTo>
                  <a:lnTo>
                    <a:pt x="1739434" y="3785768"/>
                  </a:lnTo>
                  <a:lnTo>
                    <a:pt x="1739579" y="3785768"/>
                  </a:lnTo>
                  <a:lnTo>
                    <a:pt x="1739725" y="3785768"/>
                  </a:lnTo>
                  <a:lnTo>
                    <a:pt x="1739725" y="3785144"/>
                  </a:lnTo>
                  <a:lnTo>
                    <a:pt x="1739870" y="3785144"/>
                  </a:lnTo>
                  <a:lnTo>
                    <a:pt x="1740016" y="3785144"/>
                  </a:lnTo>
                  <a:lnTo>
                    <a:pt x="1740161" y="3785144"/>
                  </a:lnTo>
                  <a:lnTo>
                    <a:pt x="1740161" y="3784521"/>
                  </a:lnTo>
                  <a:lnTo>
                    <a:pt x="1740161" y="3783897"/>
                  </a:lnTo>
                  <a:lnTo>
                    <a:pt x="1740306" y="3783897"/>
                  </a:lnTo>
                  <a:lnTo>
                    <a:pt x="1740306" y="3783273"/>
                  </a:lnTo>
                  <a:lnTo>
                    <a:pt x="1740452" y="3783273"/>
                  </a:lnTo>
                  <a:lnTo>
                    <a:pt x="1740452" y="3782650"/>
                  </a:lnTo>
                  <a:lnTo>
                    <a:pt x="1740452" y="3782026"/>
                  </a:lnTo>
                  <a:lnTo>
                    <a:pt x="1740597" y="3782026"/>
                  </a:lnTo>
                  <a:lnTo>
                    <a:pt x="1740743" y="3782026"/>
                  </a:lnTo>
                  <a:lnTo>
                    <a:pt x="1740888" y="3782026"/>
                  </a:lnTo>
                  <a:lnTo>
                    <a:pt x="1740888" y="3781403"/>
                  </a:lnTo>
                  <a:lnTo>
                    <a:pt x="1741034" y="3781403"/>
                  </a:lnTo>
                  <a:lnTo>
                    <a:pt x="1741179" y="3781403"/>
                  </a:lnTo>
                  <a:lnTo>
                    <a:pt x="1741324" y="3781403"/>
                  </a:lnTo>
                  <a:lnTo>
                    <a:pt x="1741324" y="3780779"/>
                  </a:lnTo>
                  <a:lnTo>
                    <a:pt x="1741470" y="3780779"/>
                  </a:lnTo>
                  <a:lnTo>
                    <a:pt x="1741615" y="3780779"/>
                  </a:lnTo>
                  <a:lnTo>
                    <a:pt x="1741761" y="3780779"/>
                  </a:lnTo>
                  <a:lnTo>
                    <a:pt x="1741906" y="3780779"/>
                  </a:lnTo>
                  <a:lnTo>
                    <a:pt x="1741906" y="3780156"/>
                  </a:lnTo>
                  <a:lnTo>
                    <a:pt x="1741906" y="3779532"/>
                  </a:lnTo>
                  <a:lnTo>
                    <a:pt x="1741906" y="3778908"/>
                  </a:lnTo>
                  <a:lnTo>
                    <a:pt x="1741906" y="3778285"/>
                  </a:lnTo>
                  <a:lnTo>
                    <a:pt x="1742051" y="3778285"/>
                  </a:lnTo>
                  <a:lnTo>
                    <a:pt x="1742051" y="3777661"/>
                  </a:lnTo>
                  <a:lnTo>
                    <a:pt x="1742197" y="3777661"/>
                  </a:lnTo>
                  <a:lnTo>
                    <a:pt x="1742342" y="3777661"/>
                  </a:lnTo>
                  <a:lnTo>
                    <a:pt x="1742488" y="3777661"/>
                  </a:lnTo>
                  <a:lnTo>
                    <a:pt x="1742633" y="3777661"/>
                  </a:lnTo>
                  <a:lnTo>
                    <a:pt x="1742779" y="3777661"/>
                  </a:lnTo>
                  <a:lnTo>
                    <a:pt x="1742924" y="3777661"/>
                  </a:lnTo>
                  <a:lnTo>
                    <a:pt x="1743069" y="3777661"/>
                  </a:lnTo>
                  <a:lnTo>
                    <a:pt x="1743215" y="3777661"/>
                  </a:lnTo>
                  <a:lnTo>
                    <a:pt x="1743360" y="3777661"/>
                  </a:lnTo>
                  <a:lnTo>
                    <a:pt x="1743360" y="3777038"/>
                  </a:lnTo>
                  <a:lnTo>
                    <a:pt x="1743506" y="3777038"/>
                  </a:lnTo>
                  <a:lnTo>
                    <a:pt x="1743651" y="3777038"/>
                  </a:lnTo>
                  <a:lnTo>
                    <a:pt x="1743797" y="3777038"/>
                  </a:lnTo>
                  <a:lnTo>
                    <a:pt x="1743942" y="3777038"/>
                  </a:lnTo>
                  <a:lnTo>
                    <a:pt x="1744087" y="3777038"/>
                  </a:lnTo>
                  <a:lnTo>
                    <a:pt x="1744233" y="3777038"/>
                  </a:lnTo>
                  <a:lnTo>
                    <a:pt x="1744378" y="3777038"/>
                  </a:lnTo>
                  <a:lnTo>
                    <a:pt x="1744524" y="3777038"/>
                  </a:lnTo>
                  <a:lnTo>
                    <a:pt x="1744669" y="3777038"/>
                  </a:lnTo>
                  <a:lnTo>
                    <a:pt x="1744815" y="3777038"/>
                  </a:lnTo>
                  <a:lnTo>
                    <a:pt x="1744960" y="3777038"/>
                  </a:lnTo>
                  <a:lnTo>
                    <a:pt x="1745105" y="3777038"/>
                  </a:lnTo>
                  <a:lnTo>
                    <a:pt x="1745251" y="3777038"/>
                  </a:lnTo>
                  <a:lnTo>
                    <a:pt x="1745396" y="3777038"/>
                  </a:lnTo>
                  <a:lnTo>
                    <a:pt x="1745542" y="3777038"/>
                  </a:lnTo>
                  <a:lnTo>
                    <a:pt x="1745687" y="3777038"/>
                  </a:lnTo>
                  <a:lnTo>
                    <a:pt x="1745833" y="3777038"/>
                  </a:lnTo>
                  <a:lnTo>
                    <a:pt x="1745978" y="3777038"/>
                  </a:lnTo>
                  <a:lnTo>
                    <a:pt x="1746123" y="3777038"/>
                  </a:lnTo>
                  <a:lnTo>
                    <a:pt x="1746269" y="3777038"/>
                  </a:lnTo>
                  <a:lnTo>
                    <a:pt x="1746414" y="3777038"/>
                  </a:lnTo>
                  <a:lnTo>
                    <a:pt x="1746414" y="3776414"/>
                  </a:lnTo>
                  <a:lnTo>
                    <a:pt x="1746560" y="3776414"/>
                  </a:lnTo>
                  <a:lnTo>
                    <a:pt x="1746705" y="3776414"/>
                  </a:lnTo>
                  <a:lnTo>
                    <a:pt x="1746705" y="3775790"/>
                  </a:lnTo>
                  <a:lnTo>
                    <a:pt x="1746851" y="3775790"/>
                  </a:lnTo>
                  <a:lnTo>
                    <a:pt x="1746996" y="3775790"/>
                  </a:lnTo>
                  <a:lnTo>
                    <a:pt x="1747141" y="3775790"/>
                  </a:lnTo>
                  <a:lnTo>
                    <a:pt x="1747287" y="3775790"/>
                  </a:lnTo>
                  <a:lnTo>
                    <a:pt x="1747432" y="3775790"/>
                  </a:lnTo>
                  <a:lnTo>
                    <a:pt x="1747432" y="3775167"/>
                  </a:lnTo>
                  <a:lnTo>
                    <a:pt x="1747432" y="3774543"/>
                  </a:lnTo>
                  <a:lnTo>
                    <a:pt x="1747578" y="3774543"/>
                  </a:lnTo>
                  <a:lnTo>
                    <a:pt x="1747578" y="3773920"/>
                  </a:lnTo>
                  <a:lnTo>
                    <a:pt x="1747723" y="3773920"/>
                  </a:lnTo>
                  <a:lnTo>
                    <a:pt x="1747723" y="3773296"/>
                  </a:lnTo>
                  <a:lnTo>
                    <a:pt x="1747869" y="3773296"/>
                  </a:lnTo>
                  <a:lnTo>
                    <a:pt x="1748014" y="3773296"/>
                  </a:lnTo>
                  <a:lnTo>
                    <a:pt x="1748159" y="3773296"/>
                  </a:lnTo>
                  <a:lnTo>
                    <a:pt x="1748305" y="3773296"/>
                  </a:lnTo>
                  <a:lnTo>
                    <a:pt x="1748305" y="3772673"/>
                  </a:lnTo>
                  <a:lnTo>
                    <a:pt x="1748305" y="3772049"/>
                  </a:lnTo>
                  <a:lnTo>
                    <a:pt x="1748450" y="3772049"/>
                  </a:lnTo>
                  <a:lnTo>
                    <a:pt x="1748596" y="3772049"/>
                  </a:lnTo>
                  <a:lnTo>
                    <a:pt x="1748596" y="3771425"/>
                  </a:lnTo>
                  <a:lnTo>
                    <a:pt x="1748741" y="3771425"/>
                  </a:lnTo>
                  <a:lnTo>
                    <a:pt x="1748886" y="3771425"/>
                  </a:lnTo>
                  <a:lnTo>
                    <a:pt x="1748886" y="3770802"/>
                  </a:lnTo>
                  <a:lnTo>
                    <a:pt x="1748886" y="3770178"/>
                  </a:lnTo>
                  <a:lnTo>
                    <a:pt x="1749032" y="3770178"/>
                  </a:lnTo>
                  <a:lnTo>
                    <a:pt x="1749032" y="3769555"/>
                  </a:lnTo>
                  <a:lnTo>
                    <a:pt x="1749177" y="3769555"/>
                  </a:lnTo>
                  <a:lnTo>
                    <a:pt x="1749323" y="3769555"/>
                  </a:lnTo>
                  <a:lnTo>
                    <a:pt x="1749468" y="3769555"/>
                  </a:lnTo>
                  <a:lnTo>
                    <a:pt x="1749468" y="3768931"/>
                  </a:lnTo>
                  <a:lnTo>
                    <a:pt x="1749614" y="3768931"/>
                  </a:lnTo>
                  <a:lnTo>
                    <a:pt x="1749759" y="3768931"/>
                  </a:lnTo>
                  <a:lnTo>
                    <a:pt x="1749904" y="3768931"/>
                  </a:lnTo>
                  <a:lnTo>
                    <a:pt x="1749904" y="3768307"/>
                  </a:lnTo>
                  <a:lnTo>
                    <a:pt x="1749904" y="3767684"/>
                  </a:lnTo>
                  <a:lnTo>
                    <a:pt x="1750050" y="3767684"/>
                  </a:lnTo>
                  <a:lnTo>
                    <a:pt x="1750195" y="3767684"/>
                  </a:lnTo>
                  <a:lnTo>
                    <a:pt x="1750195" y="3767060"/>
                  </a:lnTo>
                  <a:lnTo>
                    <a:pt x="1750341" y="3767060"/>
                  </a:lnTo>
                  <a:lnTo>
                    <a:pt x="1750341" y="3766437"/>
                  </a:lnTo>
                  <a:lnTo>
                    <a:pt x="1750486" y="3766437"/>
                  </a:lnTo>
                  <a:lnTo>
                    <a:pt x="1750632" y="3766437"/>
                  </a:lnTo>
                  <a:lnTo>
                    <a:pt x="1750632" y="3765813"/>
                  </a:lnTo>
                  <a:lnTo>
                    <a:pt x="1750777" y="3765813"/>
                  </a:lnTo>
                  <a:lnTo>
                    <a:pt x="1750922" y="3765813"/>
                  </a:lnTo>
                  <a:lnTo>
                    <a:pt x="1751068" y="3765813"/>
                  </a:lnTo>
                  <a:lnTo>
                    <a:pt x="1751213" y="3765813"/>
                  </a:lnTo>
                  <a:lnTo>
                    <a:pt x="1751359" y="3765813"/>
                  </a:lnTo>
                  <a:lnTo>
                    <a:pt x="1751504" y="3765813"/>
                  </a:lnTo>
                  <a:lnTo>
                    <a:pt x="1751650" y="3765813"/>
                  </a:lnTo>
                  <a:lnTo>
                    <a:pt x="1751795" y="3765813"/>
                  </a:lnTo>
                  <a:lnTo>
                    <a:pt x="1751940" y="3765813"/>
                  </a:lnTo>
                  <a:lnTo>
                    <a:pt x="1752086" y="3765813"/>
                  </a:lnTo>
                  <a:lnTo>
                    <a:pt x="1752231" y="3765813"/>
                  </a:lnTo>
                  <a:lnTo>
                    <a:pt x="1752377" y="3765813"/>
                  </a:lnTo>
                  <a:lnTo>
                    <a:pt x="1752522" y="3765813"/>
                  </a:lnTo>
                  <a:lnTo>
                    <a:pt x="1752668" y="3765813"/>
                  </a:lnTo>
                  <a:lnTo>
                    <a:pt x="1752813" y="3765813"/>
                  </a:lnTo>
                  <a:lnTo>
                    <a:pt x="1752958" y="3765813"/>
                  </a:lnTo>
                  <a:lnTo>
                    <a:pt x="1753104" y="3765813"/>
                  </a:lnTo>
                  <a:lnTo>
                    <a:pt x="1753249" y="3765813"/>
                  </a:lnTo>
                  <a:lnTo>
                    <a:pt x="1753395" y="3765813"/>
                  </a:lnTo>
                  <a:lnTo>
                    <a:pt x="1753540" y="3765813"/>
                  </a:lnTo>
                  <a:lnTo>
                    <a:pt x="1753540" y="3765190"/>
                  </a:lnTo>
                  <a:lnTo>
                    <a:pt x="1753686" y="3765190"/>
                  </a:lnTo>
                  <a:lnTo>
                    <a:pt x="1753686" y="3764566"/>
                  </a:lnTo>
                  <a:lnTo>
                    <a:pt x="1753831" y="3764566"/>
                  </a:lnTo>
                  <a:lnTo>
                    <a:pt x="1753976" y="3764566"/>
                  </a:lnTo>
                  <a:lnTo>
                    <a:pt x="1754122" y="3764566"/>
                  </a:lnTo>
                  <a:lnTo>
                    <a:pt x="1754267" y="3764566"/>
                  </a:lnTo>
                  <a:lnTo>
                    <a:pt x="1754413" y="3764566"/>
                  </a:lnTo>
                  <a:lnTo>
                    <a:pt x="1754558" y="3764566"/>
                  </a:lnTo>
                  <a:lnTo>
                    <a:pt x="1754704" y="3764566"/>
                  </a:lnTo>
                  <a:lnTo>
                    <a:pt x="1754849" y="3764566"/>
                  </a:lnTo>
                  <a:lnTo>
                    <a:pt x="1754994" y="3764566"/>
                  </a:lnTo>
                  <a:lnTo>
                    <a:pt x="1755140" y="3764566"/>
                  </a:lnTo>
                  <a:lnTo>
                    <a:pt x="1755140" y="3763942"/>
                  </a:lnTo>
                  <a:lnTo>
                    <a:pt x="1755140" y="3763319"/>
                  </a:lnTo>
                  <a:lnTo>
                    <a:pt x="1755285" y="3763319"/>
                  </a:lnTo>
                  <a:lnTo>
                    <a:pt x="1755431" y="3763319"/>
                  </a:lnTo>
                  <a:lnTo>
                    <a:pt x="1755576" y="3763319"/>
                  </a:lnTo>
                  <a:lnTo>
                    <a:pt x="1755721" y="3763319"/>
                  </a:lnTo>
                  <a:lnTo>
                    <a:pt x="1755867" y="3763319"/>
                  </a:lnTo>
                  <a:lnTo>
                    <a:pt x="1756012" y="3763319"/>
                  </a:lnTo>
                  <a:lnTo>
                    <a:pt x="1756158" y="3763319"/>
                  </a:lnTo>
                  <a:lnTo>
                    <a:pt x="1756303" y="3763319"/>
                  </a:lnTo>
                  <a:lnTo>
                    <a:pt x="1756303" y="3762695"/>
                  </a:lnTo>
                  <a:lnTo>
                    <a:pt x="1756303" y="3762072"/>
                  </a:lnTo>
                  <a:lnTo>
                    <a:pt x="1756449" y="3762072"/>
                  </a:lnTo>
                  <a:lnTo>
                    <a:pt x="1756449" y="3761448"/>
                  </a:lnTo>
                  <a:lnTo>
                    <a:pt x="1756594" y="3761448"/>
                  </a:lnTo>
                  <a:lnTo>
                    <a:pt x="1756594" y="3760824"/>
                  </a:lnTo>
                  <a:lnTo>
                    <a:pt x="1756594" y="3760201"/>
                  </a:lnTo>
                  <a:lnTo>
                    <a:pt x="1756594" y="3759577"/>
                  </a:lnTo>
                  <a:lnTo>
                    <a:pt x="1756739" y="3759577"/>
                  </a:lnTo>
                  <a:lnTo>
                    <a:pt x="1756885" y="3759577"/>
                  </a:lnTo>
                  <a:lnTo>
                    <a:pt x="1757030" y="3759577"/>
                  </a:lnTo>
                  <a:lnTo>
                    <a:pt x="1757030" y="3758954"/>
                  </a:lnTo>
                  <a:lnTo>
                    <a:pt x="1757176" y="3758954"/>
                  </a:lnTo>
                  <a:lnTo>
                    <a:pt x="1757321" y="3758954"/>
                  </a:lnTo>
                  <a:lnTo>
                    <a:pt x="1757467" y="3758954"/>
                  </a:lnTo>
                  <a:lnTo>
                    <a:pt x="1757467" y="3758330"/>
                  </a:lnTo>
                  <a:lnTo>
                    <a:pt x="1757612" y="3758330"/>
                  </a:lnTo>
                  <a:lnTo>
                    <a:pt x="1757757" y="3758330"/>
                  </a:lnTo>
                  <a:lnTo>
                    <a:pt x="1757903" y="3758330"/>
                  </a:lnTo>
                  <a:lnTo>
                    <a:pt x="1757903" y="3757707"/>
                  </a:lnTo>
                  <a:lnTo>
                    <a:pt x="1758048" y="3757707"/>
                  </a:lnTo>
                  <a:lnTo>
                    <a:pt x="1758194" y="3757707"/>
                  </a:lnTo>
                  <a:lnTo>
                    <a:pt x="1758339" y="3757707"/>
                  </a:lnTo>
                  <a:lnTo>
                    <a:pt x="1758339" y="3757083"/>
                  </a:lnTo>
                  <a:lnTo>
                    <a:pt x="1758485" y="3757083"/>
                  </a:lnTo>
                  <a:lnTo>
                    <a:pt x="1758630" y="3757083"/>
                  </a:lnTo>
                  <a:lnTo>
                    <a:pt x="1758630" y="3756459"/>
                  </a:lnTo>
                  <a:lnTo>
                    <a:pt x="1758630" y="3755836"/>
                  </a:lnTo>
                  <a:lnTo>
                    <a:pt x="1758775" y="3755836"/>
                  </a:lnTo>
                  <a:lnTo>
                    <a:pt x="1758921" y="3755836"/>
                  </a:lnTo>
                  <a:lnTo>
                    <a:pt x="1758921" y="3755212"/>
                  </a:lnTo>
                  <a:lnTo>
                    <a:pt x="1759066" y="3755212"/>
                  </a:lnTo>
                  <a:lnTo>
                    <a:pt x="1759066" y="3754589"/>
                  </a:lnTo>
                  <a:lnTo>
                    <a:pt x="1759212" y="3754589"/>
                  </a:lnTo>
                  <a:lnTo>
                    <a:pt x="1759357" y="3754589"/>
                  </a:lnTo>
                  <a:lnTo>
                    <a:pt x="1759357" y="3753965"/>
                  </a:lnTo>
                  <a:lnTo>
                    <a:pt x="1759503" y="3753965"/>
                  </a:lnTo>
                  <a:lnTo>
                    <a:pt x="1759648" y="3753965"/>
                  </a:lnTo>
                  <a:lnTo>
                    <a:pt x="1759648" y="3753341"/>
                  </a:lnTo>
                  <a:lnTo>
                    <a:pt x="1759793" y="3753341"/>
                  </a:lnTo>
                  <a:lnTo>
                    <a:pt x="1759939" y="3753341"/>
                  </a:lnTo>
                  <a:lnTo>
                    <a:pt x="1760084" y="3753341"/>
                  </a:lnTo>
                  <a:lnTo>
                    <a:pt x="1760230" y="3753341"/>
                  </a:lnTo>
                  <a:lnTo>
                    <a:pt x="1760375" y="3753341"/>
                  </a:lnTo>
                  <a:lnTo>
                    <a:pt x="1760521" y="3753341"/>
                  </a:lnTo>
                  <a:lnTo>
                    <a:pt x="1760666" y="3753341"/>
                  </a:lnTo>
                  <a:lnTo>
                    <a:pt x="1760811" y="3753341"/>
                  </a:lnTo>
                  <a:lnTo>
                    <a:pt x="1760957" y="3753341"/>
                  </a:lnTo>
                  <a:lnTo>
                    <a:pt x="1761102" y="3753341"/>
                  </a:lnTo>
                  <a:lnTo>
                    <a:pt x="1761102" y="3752718"/>
                  </a:lnTo>
                  <a:lnTo>
                    <a:pt x="1761248" y="3752718"/>
                  </a:lnTo>
                  <a:lnTo>
                    <a:pt x="1761393" y="3752718"/>
                  </a:lnTo>
                  <a:lnTo>
                    <a:pt x="1761539" y="3752718"/>
                  </a:lnTo>
                  <a:lnTo>
                    <a:pt x="1761684" y="3752718"/>
                  </a:lnTo>
                  <a:lnTo>
                    <a:pt x="1761684" y="3752094"/>
                  </a:lnTo>
                  <a:lnTo>
                    <a:pt x="1761829" y="3752094"/>
                  </a:lnTo>
                  <a:lnTo>
                    <a:pt x="1761975" y="3752094"/>
                  </a:lnTo>
                  <a:lnTo>
                    <a:pt x="1761975" y="3751471"/>
                  </a:lnTo>
                  <a:lnTo>
                    <a:pt x="1762120" y="3751471"/>
                  </a:lnTo>
                  <a:lnTo>
                    <a:pt x="1762266" y="3751471"/>
                  </a:lnTo>
                  <a:lnTo>
                    <a:pt x="1762266" y="3750847"/>
                  </a:lnTo>
                  <a:lnTo>
                    <a:pt x="1762266" y="3750224"/>
                  </a:lnTo>
                  <a:lnTo>
                    <a:pt x="1762411" y="3750224"/>
                  </a:lnTo>
                  <a:lnTo>
                    <a:pt x="1762556" y="3750224"/>
                  </a:lnTo>
                  <a:lnTo>
                    <a:pt x="1762556" y="3749600"/>
                  </a:lnTo>
                  <a:lnTo>
                    <a:pt x="1762702" y="3749600"/>
                  </a:lnTo>
                  <a:lnTo>
                    <a:pt x="1762702" y="3748976"/>
                  </a:lnTo>
                  <a:lnTo>
                    <a:pt x="1762847" y="3748976"/>
                  </a:lnTo>
                  <a:lnTo>
                    <a:pt x="1762993" y="3748976"/>
                  </a:lnTo>
                  <a:lnTo>
                    <a:pt x="1763138" y="3748976"/>
                  </a:lnTo>
                  <a:lnTo>
                    <a:pt x="1763284" y="3748976"/>
                  </a:lnTo>
                  <a:lnTo>
                    <a:pt x="1763429" y="3748976"/>
                  </a:lnTo>
                  <a:lnTo>
                    <a:pt x="1763574" y="3748976"/>
                  </a:lnTo>
                  <a:lnTo>
                    <a:pt x="1763574" y="3748353"/>
                  </a:lnTo>
                  <a:lnTo>
                    <a:pt x="1763720" y="3748353"/>
                  </a:lnTo>
                  <a:lnTo>
                    <a:pt x="1763865" y="3748353"/>
                  </a:lnTo>
                  <a:lnTo>
                    <a:pt x="1764011" y="3748353"/>
                  </a:lnTo>
                  <a:lnTo>
                    <a:pt x="1764156" y="3748353"/>
                  </a:lnTo>
                  <a:lnTo>
                    <a:pt x="1764156" y="3747729"/>
                  </a:lnTo>
                  <a:lnTo>
                    <a:pt x="1764302" y="3747729"/>
                  </a:lnTo>
                  <a:lnTo>
                    <a:pt x="1764447" y="3747729"/>
                  </a:lnTo>
                  <a:lnTo>
                    <a:pt x="1764592" y="3747729"/>
                  </a:lnTo>
                  <a:lnTo>
                    <a:pt x="1764738" y="3747729"/>
                  </a:lnTo>
                  <a:lnTo>
                    <a:pt x="1764738" y="3747106"/>
                  </a:lnTo>
                  <a:lnTo>
                    <a:pt x="1764883" y="3747106"/>
                  </a:lnTo>
                  <a:lnTo>
                    <a:pt x="1764883" y="3746482"/>
                  </a:lnTo>
                  <a:lnTo>
                    <a:pt x="1764883" y="3745858"/>
                  </a:lnTo>
                  <a:lnTo>
                    <a:pt x="1764883" y="3745235"/>
                  </a:lnTo>
                  <a:lnTo>
                    <a:pt x="1764883" y="3744611"/>
                  </a:lnTo>
                  <a:lnTo>
                    <a:pt x="1764883" y="3743988"/>
                  </a:lnTo>
                  <a:lnTo>
                    <a:pt x="1765029" y="3743988"/>
                  </a:lnTo>
                  <a:lnTo>
                    <a:pt x="1765174" y="3743988"/>
                  </a:lnTo>
                  <a:lnTo>
                    <a:pt x="1765320" y="3743988"/>
                  </a:lnTo>
                  <a:lnTo>
                    <a:pt x="1765320" y="3743364"/>
                  </a:lnTo>
                  <a:lnTo>
                    <a:pt x="1765320" y="3742741"/>
                  </a:lnTo>
                  <a:lnTo>
                    <a:pt x="1765465" y="3742741"/>
                  </a:lnTo>
                  <a:lnTo>
                    <a:pt x="1765610" y="3742741"/>
                  </a:lnTo>
                  <a:lnTo>
                    <a:pt x="1765756" y="3742741"/>
                  </a:lnTo>
                  <a:lnTo>
                    <a:pt x="1765901" y="3742741"/>
                  </a:lnTo>
                  <a:lnTo>
                    <a:pt x="1765901" y="3742117"/>
                  </a:lnTo>
                  <a:lnTo>
                    <a:pt x="1766047" y="3742117"/>
                  </a:lnTo>
                  <a:lnTo>
                    <a:pt x="1766047" y="3741493"/>
                  </a:lnTo>
                  <a:lnTo>
                    <a:pt x="1766192" y="3741493"/>
                  </a:lnTo>
                  <a:lnTo>
                    <a:pt x="1766192" y="3740870"/>
                  </a:lnTo>
                  <a:lnTo>
                    <a:pt x="1766192" y="3740246"/>
                  </a:lnTo>
                  <a:lnTo>
                    <a:pt x="1766338" y="3740246"/>
                  </a:lnTo>
                  <a:lnTo>
                    <a:pt x="1766483" y="3740246"/>
                  </a:lnTo>
                  <a:lnTo>
                    <a:pt x="1766483" y="3739623"/>
                  </a:lnTo>
                  <a:lnTo>
                    <a:pt x="1766628" y="3739623"/>
                  </a:lnTo>
                  <a:lnTo>
                    <a:pt x="1766628" y="3738999"/>
                  </a:lnTo>
                  <a:lnTo>
                    <a:pt x="1766628" y="3738376"/>
                  </a:lnTo>
                  <a:lnTo>
                    <a:pt x="1766628" y="3737752"/>
                  </a:lnTo>
                  <a:lnTo>
                    <a:pt x="1766774" y="3737752"/>
                  </a:lnTo>
                  <a:lnTo>
                    <a:pt x="1766919" y="3737752"/>
                  </a:lnTo>
                  <a:lnTo>
                    <a:pt x="1767065" y="3737752"/>
                  </a:lnTo>
                  <a:lnTo>
                    <a:pt x="1767065" y="3737128"/>
                  </a:lnTo>
                  <a:lnTo>
                    <a:pt x="1767210" y="3737128"/>
                  </a:lnTo>
                  <a:lnTo>
                    <a:pt x="1767356" y="3737128"/>
                  </a:lnTo>
                  <a:lnTo>
                    <a:pt x="1767501" y="3737128"/>
                  </a:lnTo>
                  <a:lnTo>
                    <a:pt x="1767646" y="3737128"/>
                  </a:lnTo>
                  <a:lnTo>
                    <a:pt x="1767792" y="3737128"/>
                  </a:lnTo>
                  <a:lnTo>
                    <a:pt x="1767937" y="3737128"/>
                  </a:lnTo>
                  <a:lnTo>
                    <a:pt x="1768083" y="3737128"/>
                  </a:lnTo>
                  <a:lnTo>
                    <a:pt x="1768228" y="3737128"/>
                  </a:lnTo>
                  <a:lnTo>
                    <a:pt x="1768374" y="3737128"/>
                  </a:lnTo>
                  <a:lnTo>
                    <a:pt x="1768519" y="3737128"/>
                  </a:lnTo>
                  <a:lnTo>
                    <a:pt x="1768664" y="3737128"/>
                  </a:lnTo>
                  <a:lnTo>
                    <a:pt x="1768664" y="3736505"/>
                  </a:lnTo>
                  <a:lnTo>
                    <a:pt x="1768810" y="3736505"/>
                  </a:lnTo>
                  <a:lnTo>
                    <a:pt x="1768810" y="3735881"/>
                  </a:lnTo>
                  <a:lnTo>
                    <a:pt x="1768810" y="3735258"/>
                  </a:lnTo>
                  <a:lnTo>
                    <a:pt x="1768955" y="3735258"/>
                  </a:lnTo>
                  <a:lnTo>
                    <a:pt x="1769101" y="3735258"/>
                  </a:lnTo>
                  <a:lnTo>
                    <a:pt x="1769246" y="3735258"/>
                  </a:lnTo>
                  <a:lnTo>
                    <a:pt x="1769391" y="3735258"/>
                  </a:lnTo>
                  <a:lnTo>
                    <a:pt x="1769537" y="3735258"/>
                  </a:lnTo>
                  <a:lnTo>
                    <a:pt x="1769682" y="3735258"/>
                  </a:lnTo>
                  <a:lnTo>
                    <a:pt x="1769828" y="3735258"/>
                  </a:lnTo>
                  <a:lnTo>
                    <a:pt x="1769828" y="3734634"/>
                  </a:lnTo>
                  <a:lnTo>
                    <a:pt x="1769973" y="3734634"/>
                  </a:lnTo>
                  <a:lnTo>
                    <a:pt x="1770119" y="3734634"/>
                  </a:lnTo>
                  <a:lnTo>
                    <a:pt x="1770264" y="3734634"/>
                  </a:lnTo>
                  <a:lnTo>
                    <a:pt x="1770409" y="3734634"/>
                  </a:lnTo>
                  <a:lnTo>
                    <a:pt x="1770555" y="3734634"/>
                  </a:lnTo>
                  <a:lnTo>
                    <a:pt x="1770700" y="3734634"/>
                  </a:lnTo>
                  <a:lnTo>
                    <a:pt x="1770846" y="3734634"/>
                  </a:lnTo>
                  <a:lnTo>
                    <a:pt x="1770991" y="3734634"/>
                  </a:lnTo>
                  <a:lnTo>
                    <a:pt x="1771137" y="3734634"/>
                  </a:lnTo>
                  <a:lnTo>
                    <a:pt x="1771282" y="3734634"/>
                  </a:lnTo>
                  <a:lnTo>
                    <a:pt x="1771427" y="3734634"/>
                  </a:lnTo>
                  <a:lnTo>
                    <a:pt x="1771427" y="3734010"/>
                  </a:lnTo>
                  <a:lnTo>
                    <a:pt x="1771573" y="3734010"/>
                  </a:lnTo>
                  <a:lnTo>
                    <a:pt x="1771718" y="3734010"/>
                  </a:lnTo>
                  <a:lnTo>
                    <a:pt x="1771864" y="3734010"/>
                  </a:lnTo>
                  <a:lnTo>
                    <a:pt x="1772009" y="3734010"/>
                  </a:lnTo>
                  <a:lnTo>
                    <a:pt x="1772009" y="3733387"/>
                  </a:lnTo>
                  <a:lnTo>
                    <a:pt x="1772155" y="3733387"/>
                  </a:lnTo>
                  <a:lnTo>
                    <a:pt x="1772300" y="3733387"/>
                  </a:lnTo>
                  <a:lnTo>
                    <a:pt x="1772445" y="3733387"/>
                  </a:lnTo>
                  <a:lnTo>
                    <a:pt x="1772445" y="3732763"/>
                  </a:lnTo>
                  <a:lnTo>
                    <a:pt x="1772591" y="3732763"/>
                  </a:lnTo>
                  <a:lnTo>
                    <a:pt x="1772736" y="3732763"/>
                  </a:lnTo>
                  <a:lnTo>
                    <a:pt x="1772882" y="3732763"/>
                  </a:lnTo>
                  <a:lnTo>
                    <a:pt x="1772882" y="3732140"/>
                  </a:lnTo>
                  <a:lnTo>
                    <a:pt x="1773027" y="3732140"/>
                  </a:lnTo>
                  <a:lnTo>
                    <a:pt x="1773173" y="3732140"/>
                  </a:lnTo>
                  <a:lnTo>
                    <a:pt x="1773318" y="3732140"/>
                  </a:lnTo>
                  <a:lnTo>
                    <a:pt x="1773463" y="3732140"/>
                  </a:lnTo>
                  <a:lnTo>
                    <a:pt x="1773609" y="3732140"/>
                  </a:lnTo>
                  <a:lnTo>
                    <a:pt x="1773754" y="3732140"/>
                  </a:lnTo>
                  <a:lnTo>
                    <a:pt x="1773754" y="3731516"/>
                  </a:lnTo>
                  <a:lnTo>
                    <a:pt x="1773900" y="3731516"/>
                  </a:lnTo>
                  <a:lnTo>
                    <a:pt x="1774045" y="3731516"/>
                  </a:lnTo>
                  <a:lnTo>
                    <a:pt x="1774191" y="3731516"/>
                  </a:lnTo>
                  <a:lnTo>
                    <a:pt x="1774191" y="3730893"/>
                  </a:lnTo>
                  <a:lnTo>
                    <a:pt x="1774336" y="3730893"/>
                  </a:lnTo>
                  <a:lnTo>
                    <a:pt x="1774481" y="3730893"/>
                  </a:lnTo>
                  <a:lnTo>
                    <a:pt x="1774627" y="3730893"/>
                  </a:lnTo>
                  <a:lnTo>
                    <a:pt x="1774772" y="3730893"/>
                  </a:lnTo>
                  <a:lnTo>
                    <a:pt x="1774918" y="3730893"/>
                  </a:lnTo>
                  <a:lnTo>
                    <a:pt x="1775063" y="3730893"/>
                  </a:lnTo>
                  <a:lnTo>
                    <a:pt x="1775209" y="3730893"/>
                  </a:lnTo>
                  <a:lnTo>
                    <a:pt x="1775354" y="3730893"/>
                  </a:lnTo>
                  <a:lnTo>
                    <a:pt x="1775499" y="3730893"/>
                  </a:lnTo>
                  <a:lnTo>
                    <a:pt x="1775645" y="3730893"/>
                  </a:lnTo>
                  <a:lnTo>
                    <a:pt x="1775790" y="3730893"/>
                  </a:lnTo>
                  <a:lnTo>
                    <a:pt x="1775936" y="3730893"/>
                  </a:lnTo>
                  <a:lnTo>
                    <a:pt x="1776081" y="3730893"/>
                  </a:lnTo>
                  <a:lnTo>
                    <a:pt x="1776226" y="3730893"/>
                  </a:lnTo>
                  <a:lnTo>
                    <a:pt x="1776372" y="3730893"/>
                  </a:lnTo>
                  <a:lnTo>
                    <a:pt x="1776372" y="3730269"/>
                  </a:lnTo>
                  <a:lnTo>
                    <a:pt x="1776517" y="3730269"/>
                  </a:lnTo>
                  <a:lnTo>
                    <a:pt x="1776663" y="3730269"/>
                  </a:lnTo>
                  <a:lnTo>
                    <a:pt x="1776808" y="3730269"/>
                  </a:lnTo>
                  <a:lnTo>
                    <a:pt x="1776954" y="3730269"/>
                  </a:lnTo>
                  <a:lnTo>
                    <a:pt x="1776954" y="3729645"/>
                  </a:lnTo>
                  <a:lnTo>
                    <a:pt x="1777099" y="3729645"/>
                  </a:lnTo>
                  <a:lnTo>
                    <a:pt x="1777244" y="3729645"/>
                  </a:lnTo>
                  <a:lnTo>
                    <a:pt x="1777244" y="3729022"/>
                  </a:lnTo>
                  <a:lnTo>
                    <a:pt x="1777390" y="3729022"/>
                  </a:lnTo>
                  <a:lnTo>
                    <a:pt x="1777390" y="3728398"/>
                  </a:lnTo>
                  <a:lnTo>
                    <a:pt x="1777535" y="3728398"/>
                  </a:lnTo>
                  <a:lnTo>
                    <a:pt x="1777681" y="3728398"/>
                  </a:lnTo>
                  <a:lnTo>
                    <a:pt x="1777826" y="3728398"/>
                  </a:lnTo>
                  <a:lnTo>
                    <a:pt x="1777826" y="3727775"/>
                  </a:lnTo>
                  <a:lnTo>
                    <a:pt x="1777972" y="3727775"/>
                  </a:lnTo>
                  <a:lnTo>
                    <a:pt x="1778117" y="3727775"/>
                  </a:lnTo>
                  <a:lnTo>
                    <a:pt x="1778262" y="3727775"/>
                  </a:lnTo>
                  <a:lnTo>
                    <a:pt x="1778408" y="3727775"/>
                  </a:lnTo>
                  <a:lnTo>
                    <a:pt x="1778553" y="3727775"/>
                  </a:lnTo>
                  <a:lnTo>
                    <a:pt x="1778553" y="3727151"/>
                  </a:lnTo>
                  <a:lnTo>
                    <a:pt x="1778553" y="3726527"/>
                  </a:lnTo>
                  <a:lnTo>
                    <a:pt x="1778699" y="3726527"/>
                  </a:lnTo>
                  <a:lnTo>
                    <a:pt x="1778699" y="3725904"/>
                  </a:lnTo>
                  <a:lnTo>
                    <a:pt x="1778844" y="3725904"/>
                  </a:lnTo>
                  <a:lnTo>
                    <a:pt x="1778844" y="3725280"/>
                  </a:lnTo>
                  <a:lnTo>
                    <a:pt x="1778990" y="3725280"/>
                  </a:lnTo>
                  <a:lnTo>
                    <a:pt x="1779135" y="3725280"/>
                  </a:lnTo>
                  <a:lnTo>
                    <a:pt x="1779280" y="3725280"/>
                  </a:lnTo>
                  <a:lnTo>
                    <a:pt x="1779280" y="3724657"/>
                  </a:lnTo>
                  <a:lnTo>
                    <a:pt x="1779280" y="3724033"/>
                  </a:lnTo>
                  <a:lnTo>
                    <a:pt x="1779426" y="3724033"/>
                  </a:lnTo>
                  <a:lnTo>
                    <a:pt x="1779426" y="3723410"/>
                  </a:lnTo>
                  <a:lnTo>
                    <a:pt x="1779571" y="3723410"/>
                  </a:lnTo>
                  <a:lnTo>
                    <a:pt x="1779571" y="3722786"/>
                  </a:lnTo>
                  <a:lnTo>
                    <a:pt x="1779571" y="3722162"/>
                  </a:lnTo>
                  <a:lnTo>
                    <a:pt x="1779571" y="3721539"/>
                  </a:lnTo>
                  <a:lnTo>
                    <a:pt x="1779717" y="3721539"/>
                  </a:lnTo>
                  <a:lnTo>
                    <a:pt x="1779862" y="3721539"/>
                  </a:lnTo>
                  <a:lnTo>
                    <a:pt x="1780008" y="3721539"/>
                  </a:lnTo>
                  <a:lnTo>
                    <a:pt x="1780153" y="3721539"/>
                  </a:lnTo>
                  <a:lnTo>
                    <a:pt x="1780153" y="3720915"/>
                  </a:lnTo>
                  <a:lnTo>
                    <a:pt x="1780298" y="3720915"/>
                  </a:lnTo>
                  <a:lnTo>
                    <a:pt x="1780444" y="3720915"/>
                  </a:lnTo>
                  <a:lnTo>
                    <a:pt x="1780589" y="3720915"/>
                  </a:lnTo>
                  <a:lnTo>
                    <a:pt x="1780735" y="3720915"/>
                  </a:lnTo>
                  <a:lnTo>
                    <a:pt x="1780880" y="3720915"/>
                  </a:lnTo>
                  <a:lnTo>
                    <a:pt x="1781026" y="3720915"/>
                  </a:lnTo>
                  <a:lnTo>
                    <a:pt x="1781171" y="3720915"/>
                  </a:lnTo>
                  <a:lnTo>
                    <a:pt x="1781316" y="3720915"/>
                  </a:lnTo>
                  <a:lnTo>
                    <a:pt x="1781462" y="3720915"/>
                  </a:lnTo>
                  <a:lnTo>
                    <a:pt x="1781607" y="3720915"/>
                  </a:lnTo>
                  <a:lnTo>
                    <a:pt x="1781753" y="3720915"/>
                  </a:lnTo>
                  <a:lnTo>
                    <a:pt x="1781898" y="3720915"/>
                  </a:lnTo>
                  <a:lnTo>
                    <a:pt x="1781898" y="3720292"/>
                  </a:lnTo>
                  <a:lnTo>
                    <a:pt x="1781898" y="3719668"/>
                  </a:lnTo>
                  <a:lnTo>
                    <a:pt x="1782044" y="3719668"/>
                  </a:lnTo>
                  <a:lnTo>
                    <a:pt x="1782189" y="3719668"/>
                  </a:lnTo>
                  <a:lnTo>
                    <a:pt x="1782334" y="3719668"/>
                  </a:lnTo>
                  <a:lnTo>
                    <a:pt x="1782334" y="3719044"/>
                  </a:lnTo>
                  <a:lnTo>
                    <a:pt x="1782334" y="3718421"/>
                  </a:lnTo>
                  <a:lnTo>
                    <a:pt x="1782334" y="3717797"/>
                  </a:lnTo>
                  <a:lnTo>
                    <a:pt x="1782480" y="3717797"/>
                  </a:lnTo>
                  <a:lnTo>
                    <a:pt x="1782480" y="3717174"/>
                  </a:lnTo>
                  <a:lnTo>
                    <a:pt x="1782625" y="3717174"/>
                  </a:lnTo>
                  <a:lnTo>
                    <a:pt x="1782625" y="3716550"/>
                  </a:lnTo>
                  <a:lnTo>
                    <a:pt x="1782771" y="3716550"/>
                  </a:lnTo>
                  <a:lnTo>
                    <a:pt x="1782771" y="3715927"/>
                  </a:lnTo>
                  <a:lnTo>
                    <a:pt x="1782916" y="3715927"/>
                  </a:lnTo>
                  <a:lnTo>
                    <a:pt x="1783061" y="3715927"/>
                  </a:lnTo>
                  <a:lnTo>
                    <a:pt x="1783061" y="3715303"/>
                  </a:lnTo>
                  <a:lnTo>
                    <a:pt x="1783207" y="3715303"/>
                  </a:lnTo>
                  <a:lnTo>
                    <a:pt x="1783352" y="3715303"/>
                  </a:lnTo>
                  <a:lnTo>
                    <a:pt x="1783498" y="3715303"/>
                  </a:lnTo>
                  <a:lnTo>
                    <a:pt x="1783498" y="3714679"/>
                  </a:lnTo>
                  <a:lnTo>
                    <a:pt x="1783498" y="3714056"/>
                  </a:lnTo>
                  <a:lnTo>
                    <a:pt x="1783498" y="3713432"/>
                  </a:lnTo>
                  <a:lnTo>
                    <a:pt x="1783498" y="3712809"/>
                  </a:lnTo>
                  <a:lnTo>
                    <a:pt x="1783643" y="3712809"/>
                  </a:lnTo>
                  <a:lnTo>
                    <a:pt x="1783789" y="3712809"/>
                  </a:lnTo>
                  <a:lnTo>
                    <a:pt x="1783934" y="3712809"/>
                  </a:lnTo>
                  <a:lnTo>
                    <a:pt x="1783934" y="3712185"/>
                  </a:lnTo>
                  <a:lnTo>
                    <a:pt x="1783934" y="3711561"/>
                  </a:lnTo>
                  <a:lnTo>
                    <a:pt x="1784079" y="3711561"/>
                  </a:lnTo>
                  <a:lnTo>
                    <a:pt x="1784225" y="3711561"/>
                  </a:lnTo>
                  <a:lnTo>
                    <a:pt x="1784370" y="3711561"/>
                  </a:lnTo>
                  <a:lnTo>
                    <a:pt x="1784516" y="3711561"/>
                  </a:lnTo>
                  <a:lnTo>
                    <a:pt x="1784661" y="3711561"/>
                  </a:lnTo>
                  <a:lnTo>
                    <a:pt x="1784807" y="3711561"/>
                  </a:lnTo>
                  <a:lnTo>
                    <a:pt x="1784952" y="3711561"/>
                  </a:lnTo>
                  <a:lnTo>
                    <a:pt x="1785097" y="3711561"/>
                  </a:lnTo>
                  <a:lnTo>
                    <a:pt x="1785243" y="3711561"/>
                  </a:lnTo>
                  <a:lnTo>
                    <a:pt x="1785388" y="3711561"/>
                  </a:lnTo>
                  <a:lnTo>
                    <a:pt x="1785534" y="3711561"/>
                  </a:lnTo>
                  <a:lnTo>
                    <a:pt x="1785679" y="3711561"/>
                  </a:lnTo>
                  <a:lnTo>
                    <a:pt x="1785825" y="3711561"/>
                  </a:lnTo>
                  <a:lnTo>
                    <a:pt x="1785970" y="3711561"/>
                  </a:lnTo>
                  <a:lnTo>
                    <a:pt x="1785970" y="3710938"/>
                  </a:lnTo>
                  <a:lnTo>
                    <a:pt x="1785970" y="3710314"/>
                  </a:lnTo>
                  <a:lnTo>
                    <a:pt x="1785970" y="3709691"/>
                  </a:lnTo>
                  <a:lnTo>
                    <a:pt x="1786115" y="3709691"/>
                  </a:lnTo>
                  <a:lnTo>
                    <a:pt x="1786261" y="3709691"/>
                  </a:lnTo>
                  <a:lnTo>
                    <a:pt x="1786261" y="3709067"/>
                  </a:lnTo>
                  <a:lnTo>
                    <a:pt x="1786261" y="3708444"/>
                  </a:lnTo>
                  <a:lnTo>
                    <a:pt x="1786406" y="3708444"/>
                  </a:lnTo>
                  <a:lnTo>
                    <a:pt x="1786552" y="3708444"/>
                  </a:lnTo>
                  <a:lnTo>
                    <a:pt x="1786697" y="3708444"/>
                  </a:lnTo>
                  <a:lnTo>
                    <a:pt x="1786697" y="3707820"/>
                  </a:lnTo>
                  <a:lnTo>
                    <a:pt x="1786843" y="3707820"/>
                  </a:lnTo>
                  <a:lnTo>
                    <a:pt x="1786988" y="3707820"/>
                  </a:lnTo>
                  <a:lnTo>
                    <a:pt x="1787133" y="3707820"/>
                  </a:lnTo>
                  <a:lnTo>
                    <a:pt x="1787279" y="3707820"/>
                  </a:lnTo>
                  <a:lnTo>
                    <a:pt x="1787424" y="3707820"/>
                  </a:lnTo>
                  <a:lnTo>
                    <a:pt x="1787570" y="3707820"/>
                  </a:lnTo>
                  <a:lnTo>
                    <a:pt x="1787715" y="3707820"/>
                  </a:lnTo>
                  <a:lnTo>
                    <a:pt x="1787861" y="3707820"/>
                  </a:lnTo>
                  <a:lnTo>
                    <a:pt x="1788006" y="3707820"/>
                  </a:lnTo>
                  <a:lnTo>
                    <a:pt x="1788151" y="3707820"/>
                  </a:lnTo>
                  <a:lnTo>
                    <a:pt x="1788297" y="3707820"/>
                  </a:lnTo>
                  <a:lnTo>
                    <a:pt x="1788442" y="3707820"/>
                  </a:lnTo>
                  <a:lnTo>
                    <a:pt x="1788588" y="3707820"/>
                  </a:lnTo>
                  <a:lnTo>
                    <a:pt x="1788588" y="3707196"/>
                  </a:lnTo>
                  <a:lnTo>
                    <a:pt x="1788733" y="3707196"/>
                  </a:lnTo>
                  <a:lnTo>
                    <a:pt x="1788879" y="3707196"/>
                  </a:lnTo>
                  <a:lnTo>
                    <a:pt x="1789024" y="3707196"/>
                  </a:lnTo>
                  <a:lnTo>
                    <a:pt x="1789169" y="3707196"/>
                  </a:lnTo>
                  <a:lnTo>
                    <a:pt x="1789315" y="3707196"/>
                  </a:lnTo>
                  <a:lnTo>
                    <a:pt x="1789315" y="3706573"/>
                  </a:lnTo>
                  <a:lnTo>
                    <a:pt x="1789460" y="3706573"/>
                  </a:lnTo>
                  <a:lnTo>
                    <a:pt x="1789606" y="3706573"/>
                  </a:lnTo>
                  <a:lnTo>
                    <a:pt x="1789606" y="3705949"/>
                  </a:lnTo>
                  <a:lnTo>
                    <a:pt x="1789606" y="3705326"/>
                  </a:lnTo>
                  <a:lnTo>
                    <a:pt x="1789606" y="3704702"/>
                  </a:lnTo>
                  <a:lnTo>
                    <a:pt x="1789606" y="3704078"/>
                  </a:lnTo>
                  <a:lnTo>
                    <a:pt x="1789751" y="3704078"/>
                  </a:lnTo>
                  <a:lnTo>
                    <a:pt x="1789896" y="3704078"/>
                  </a:lnTo>
                  <a:lnTo>
                    <a:pt x="1790042" y="3704078"/>
                  </a:lnTo>
                  <a:lnTo>
                    <a:pt x="1790187" y="3704078"/>
                  </a:lnTo>
                  <a:lnTo>
                    <a:pt x="1790187" y="3703455"/>
                  </a:lnTo>
                  <a:lnTo>
                    <a:pt x="1790187" y="3702831"/>
                  </a:lnTo>
                  <a:lnTo>
                    <a:pt x="1790333" y="3702831"/>
                  </a:lnTo>
                  <a:lnTo>
                    <a:pt x="1790478" y="3702831"/>
                  </a:lnTo>
                  <a:lnTo>
                    <a:pt x="1790624" y="3702831"/>
                  </a:lnTo>
                  <a:lnTo>
                    <a:pt x="1790769" y="3702831"/>
                  </a:lnTo>
                  <a:lnTo>
                    <a:pt x="1790914" y="3702831"/>
                  </a:lnTo>
                  <a:lnTo>
                    <a:pt x="1791060" y="3702831"/>
                  </a:lnTo>
                  <a:lnTo>
                    <a:pt x="1791205" y="3702831"/>
                  </a:lnTo>
                  <a:lnTo>
                    <a:pt x="1791351" y="3702831"/>
                  </a:lnTo>
                  <a:lnTo>
                    <a:pt x="1791496" y="3702831"/>
                  </a:lnTo>
                  <a:lnTo>
                    <a:pt x="1791642" y="3702831"/>
                  </a:lnTo>
                  <a:lnTo>
                    <a:pt x="1791787" y="3702831"/>
                  </a:lnTo>
                  <a:lnTo>
                    <a:pt x="1791932" y="3702831"/>
                  </a:lnTo>
                  <a:lnTo>
                    <a:pt x="1791932" y="3702208"/>
                  </a:lnTo>
                  <a:lnTo>
                    <a:pt x="1792078" y="3702208"/>
                  </a:lnTo>
                  <a:lnTo>
                    <a:pt x="1792223" y="3702208"/>
                  </a:lnTo>
                  <a:lnTo>
                    <a:pt x="1792369" y="3702208"/>
                  </a:lnTo>
                  <a:lnTo>
                    <a:pt x="1792514" y="3702208"/>
                  </a:lnTo>
                  <a:lnTo>
                    <a:pt x="1792660" y="3702208"/>
                  </a:lnTo>
                  <a:lnTo>
                    <a:pt x="1792660" y="3701584"/>
                  </a:lnTo>
                  <a:lnTo>
                    <a:pt x="1792805" y="3701584"/>
                  </a:lnTo>
                  <a:lnTo>
                    <a:pt x="1792950" y="3701584"/>
                  </a:lnTo>
                  <a:lnTo>
                    <a:pt x="1792950" y="3700961"/>
                  </a:lnTo>
                  <a:lnTo>
                    <a:pt x="1792950" y="3700337"/>
                  </a:lnTo>
                  <a:lnTo>
                    <a:pt x="1792950" y="3699713"/>
                  </a:lnTo>
                  <a:lnTo>
                    <a:pt x="1792950" y="3699090"/>
                  </a:lnTo>
                  <a:lnTo>
                    <a:pt x="1793096" y="3699090"/>
                  </a:lnTo>
                  <a:lnTo>
                    <a:pt x="1793241" y="3699090"/>
                  </a:lnTo>
                  <a:lnTo>
                    <a:pt x="1793241" y="3698466"/>
                  </a:lnTo>
                  <a:lnTo>
                    <a:pt x="1793387" y="3698466"/>
                  </a:lnTo>
                  <a:lnTo>
                    <a:pt x="1793532" y="3698466"/>
                  </a:lnTo>
                  <a:lnTo>
                    <a:pt x="1793678" y="3698466"/>
                  </a:lnTo>
                  <a:lnTo>
                    <a:pt x="1793823" y="3698466"/>
                  </a:lnTo>
                  <a:lnTo>
                    <a:pt x="1793823" y="3697843"/>
                  </a:lnTo>
                  <a:lnTo>
                    <a:pt x="1793968" y="3697843"/>
                  </a:lnTo>
                  <a:lnTo>
                    <a:pt x="1794114" y="3697843"/>
                  </a:lnTo>
                  <a:lnTo>
                    <a:pt x="1794259" y="3697843"/>
                  </a:lnTo>
                  <a:lnTo>
                    <a:pt x="1794405" y="3697843"/>
                  </a:lnTo>
                  <a:lnTo>
                    <a:pt x="1794550" y="3697843"/>
                  </a:lnTo>
                  <a:lnTo>
                    <a:pt x="1794696" y="3697843"/>
                  </a:lnTo>
                  <a:lnTo>
                    <a:pt x="1794841" y="3697843"/>
                  </a:lnTo>
                  <a:lnTo>
                    <a:pt x="1794986" y="3697843"/>
                  </a:lnTo>
                  <a:lnTo>
                    <a:pt x="1795132" y="3697843"/>
                  </a:lnTo>
                  <a:lnTo>
                    <a:pt x="1795132" y="3697219"/>
                  </a:lnTo>
                  <a:lnTo>
                    <a:pt x="1795277" y="3697219"/>
                  </a:lnTo>
                  <a:lnTo>
                    <a:pt x="1795423" y="3697219"/>
                  </a:lnTo>
                  <a:lnTo>
                    <a:pt x="1795568" y="3697219"/>
                  </a:lnTo>
                  <a:lnTo>
                    <a:pt x="1795714" y="3697219"/>
                  </a:lnTo>
                  <a:lnTo>
                    <a:pt x="1795714" y="3696595"/>
                  </a:lnTo>
                  <a:lnTo>
                    <a:pt x="1795859" y="3696595"/>
                  </a:lnTo>
                  <a:lnTo>
                    <a:pt x="1796004" y="3696595"/>
                  </a:lnTo>
                  <a:lnTo>
                    <a:pt x="1796150" y="3696595"/>
                  </a:lnTo>
                  <a:lnTo>
                    <a:pt x="1796295" y="3696595"/>
                  </a:lnTo>
                  <a:lnTo>
                    <a:pt x="1796441" y="3696595"/>
                  </a:lnTo>
                  <a:lnTo>
                    <a:pt x="1796586" y="3696595"/>
                  </a:lnTo>
                  <a:lnTo>
                    <a:pt x="1796731" y="3696595"/>
                  </a:lnTo>
                  <a:lnTo>
                    <a:pt x="1796877" y="3696595"/>
                  </a:lnTo>
                  <a:lnTo>
                    <a:pt x="1797022" y="3696595"/>
                  </a:lnTo>
                  <a:lnTo>
                    <a:pt x="1797168" y="3696595"/>
                  </a:lnTo>
                  <a:lnTo>
                    <a:pt x="1797313" y="3696595"/>
                  </a:lnTo>
                  <a:lnTo>
                    <a:pt x="1797313" y="3695972"/>
                  </a:lnTo>
                  <a:lnTo>
                    <a:pt x="1797459" y="3695972"/>
                  </a:lnTo>
                  <a:lnTo>
                    <a:pt x="1797604" y="3695972"/>
                  </a:lnTo>
                  <a:lnTo>
                    <a:pt x="1797604" y="3695348"/>
                  </a:lnTo>
                  <a:lnTo>
                    <a:pt x="1797749" y="3695348"/>
                  </a:lnTo>
                  <a:lnTo>
                    <a:pt x="1797895" y="3695348"/>
                  </a:lnTo>
                  <a:lnTo>
                    <a:pt x="1797895" y="3694725"/>
                  </a:lnTo>
                  <a:lnTo>
                    <a:pt x="1798040" y="3694725"/>
                  </a:lnTo>
                  <a:lnTo>
                    <a:pt x="1798186" y="3694725"/>
                  </a:lnTo>
                  <a:lnTo>
                    <a:pt x="1798331" y="3694725"/>
                  </a:lnTo>
                  <a:lnTo>
                    <a:pt x="1798477" y="3694725"/>
                  </a:lnTo>
                  <a:lnTo>
                    <a:pt x="1798622" y="3694725"/>
                  </a:lnTo>
                  <a:lnTo>
                    <a:pt x="1798767" y="3694725"/>
                  </a:lnTo>
                  <a:lnTo>
                    <a:pt x="1798767" y="3694101"/>
                  </a:lnTo>
                  <a:lnTo>
                    <a:pt x="1798913" y="3694101"/>
                  </a:lnTo>
                  <a:lnTo>
                    <a:pt x="1799058" y="3694101"/>
                  </a:lnTo>
                  <a:lnTo>
                    <a:pt x="1799204" y="3694101"/>
                  </a:lnTo>
                  <a:lnTo>
                    <a:pt x="1799349" y="3694101"/>
                  </a:lnTo>
                  <a:lnTo>
                    <a:pt x="1799349" y="3693478"/>
                  </a:lnTo>
                  <a:lnTo>
                    <a:pt x="1799349" y="3692854"/>
                  </a:lnTo>
                  <a:lnTo>
                    <a:pt x="1799495" y="3692854"/>
                  </a:lnTo>
                  <a:lnTo>
                    <a:pt x="1799495" y="3692230"/>
                  </a:lnTo>
                  <a:lnTo>
                    <a:pt x="1799640" y="3692230"/>
                  </a:lnTo>
                  <a:lnTo>
                    <a:pt x="1799785" y="3692230"/>
                  </a:lnTo>
                  <a:lnTo>
                    <a:pt x="1799931" y="3692230"/>
                  </a:lnTo>
                  <a:lnTo>
                    <a:pt x="1800076" y="3692230"/>
                  </a:lnTo>
                  <a:lnTo>
                    <a:pt x="1800076" y="3691607"/>
                  </a:lnTo>
                  <a:lnTo>
                    <a:pt x="1800222" y="3691607"/>
                  </a:lnTo>
                  <a:lnTo>
                    <a:pt x="1800367" y="3691607"/>
                  </a:lnTo>
                  <a:lnTo>
                    <a:pt x="1800513" y="3691607"/>
                  </a:lnTo>
                  <a:lnTo>
                    <a:pt x="1800658" y="3691607"/>
                  </a:lnTo>
                  <a:lnTo>
                    <a:pt x="1800803" y="3691607"/>
                  </a:lnTo>
                  <a:lnTo>
                    <a:pt x="1800949" y="3691607"/>
                  </a:lnTo>
                  <a:lnTo>
                    <a:pt x="1801094" y="3691607"/>
                  </a:lnTo>
                  <a:lnTo>
                    <a:pt x="1801240" y="3691607"/>
                  </a:lnTo>
                  <a:lnTo>
                    <a:pt x="1801385" y="3691607"/>
                  </a:lnTo>
                  <a:lnTo>
                    <a:pt x="1801531" y="3691607"/>
                  </a:lnTo>
                  <a:lnTo>
                    <a:pt x="1801676" y="3691607"/>
                  </a:lnTo>
                  <a:lnTo>
                    <a:pt x="1801821" y="3691607"/>
                  </a:lnTo>
                  <a:lnTo>
                    <a:pt x="1801967" y="3691607"/>
                  </a:lnTo>
                  <a:lnTo>
                    <a:pt x="1802112" y="3691607"/>
                  </a:lnTo>
                  <a:lnTo>
                    <a:pt x="1802112" y="3690983"/>
                  </a:lnTo>
                  <a:lnTo>
                    <a:pt x="1802258" y="3690983"/>
                  </a:lnTo>
                  <a:lnTo>
                    <a:pt x="1802403" y="3690983"/>
                  </a:lnTo>
                  <a:lnTo>
                    <a:pt x="1802403" y="3690360"/>
                  </a:lnTo>
                  <a:lnTo>
                    <a:pt x="1802403" y="3689736"/>
                  </a:lnTo>
                  <a:lnTo>
                    <a:pt x="1802549" y="3689736"/>
                  </a:lnTo>
                  <a:lnTo>
                    <a:pt x="1802549" y="3689112"/>
                  </a:lnTo>
                  <a:lnTo>
                    <a:pt x="1802549" y="3688489"/>
                  </a:lnTo>
                  <a:lnTo>
                    <a:pt x="1802694" y="3688489"/>
                  </a:lnTo>
                  <a:lnTo>
                    <a:pt x="1802839" y="3688489"/>
                  </a:lnTo>
                  <a:lnTo>
                    <a:pt x="1802985" y="3688489"/>
                  </a:lnTo>
                  <a:lnTo>
                    <a:pt x="1803130" y="3688489"/>
                  </a:lnTo>
                  <a:lnTo>
                    <a:pt x="1803276" y="3688489"/>
                  </a:lnTo>
                  <a:lnTo>
                    <a:pt x="1803276" y="3687865"/>
                  </a:lnTo>
                  <a:lnTo>
                    <a:pt x="1803421" y="3687865"/>
                  </a:lnTo>
                  <a:lnTo>
                    <a:pt x="1803566" y="3687865"/>
                  </a:lnTo>
                  <a:lnTo>
                    <a:pt x="1803712" y="3687865"/>
                  </a:lnTo>
                  <a:lnTo>
                    <a:pt x="1803857" y="3687865"/>
                  </a:lnTo>
                  <a:lnTo>
                    <a:pt x="1803857" y="3687242"/>
                  </a:lnTo>
                  <a:lnTo>
                    <a:pt x="1804003" y="3687242"/>
                  </a:lnTo>
                  <a:lnTo>
                    <a:pt x="1804148" y="3687242"/>
                  </a:lnTo>
                  <a:lnTo>
                    <a:pt x="1804294" y="3687242"/>
                  </a:lnTo>
                  <a:lnTo>
                    <a:pt x="1804439" y="3687242"/>
                  </a:lnTo>
                  <a:lnTo>
                    <a:pt x="1804439" y="3686618"/>
                  </a:lnTo>
                  <a:lnTo>
                    <a:pt x="1804439" y="3685995"/>
                  </a:lnTo>
                  <a:lnTo>
                    <a:pt x="1804439" y="3685371"/>
                  </a:lnTo>
                  <a:lnTo>
                    <a:pt x="1804584" y="3685371"/>
                  </a:lnTo>
                  <a:lnTo>
                    <a:pt x="1804584" y="3684747"/>
                  </a:lnTo>
                  <a:lnTo>
                    <a:pt x="1804584" y="3684124"/>
                  </a:lnTo>
                  <a:lnTo>
                    <a:pt x="1804730" y="3684124"/>
                  </a:lnTo>
                  <a:lnTo>
                    <a:pt x="1804875" y="3684124"/>
                  </a:lnTo>
                  <a:lnTo>
                    <a:pt x="1805021" y="3684124"/>
                  </a:lnTo>
                  <a:lnTo>
                    <a:pt x="1805166" y="3684124"/>
                  </a:lnTo>
                  <a:lnTo>
                    <a:pt x="1805312" y="3684124"/>
                  </a:lnTo>
                  <a:lnTo>
                    <a:pt x="1805457" y="3684124"/>
                  </a:lnTo>
                  <a:lnTo>
                    <a:pt x="1805457" y="3683500"/>
                  </a:lnTo>
                  <a:lnTo>
                    <a:pt x="1805602" y="3683500"/>
                  </a:lnTo>
                  <a:lnTo>
                    <a:pt x="1805748" y="3683500"/>
                  </a:lnTo>
                  <a:lnTo>
                    <a:pt x="1805893" y="3683500"/>
                  </a:lnTo>
                  <a:lnTo>
                    <a:pt x="1806039" y="3683500"/>
                  </a:lnTo>
                  <a:lnTo>
                    <a:pt x="1806039" y="3682877"/>
                  </a:lnTo>
                  <a:lnTo>
                    <a:pt x="1806039" y="3682253"/>
                  </a:lnTo>
                  <a:lnTo>
                    <a:pt x="1806184" y="3682253"/>
                  </a:lnTo>
                  <a:lnTo>
                    <a:pt x="1806330" y="3682253"/>
                  </a:lnTo>
                  <a:lnTo>
                    <a:pt x="1806475" y="3682253"/>
                  </a:lnTo>
                  <a:lnTo>
                    <a:pt x="1806620" y="3682253"/>
                  </a:lnTo>
                  <a:lnTo>
                    <a:pt x="1806766" y="3682253"/>
                  </a:lnTo>
                  <a:lnTo>
                    <a:pt x="1806911" y="3682253"/>
                  </a:lnTo>
                  <a:lnTo>
                    <a:pt x="1807057" y="3682253"/>
                  </a:lnTo>
                  <a:lnTo>
                    <a:pt x="1807057" y="3681630"/>
                  </a:lnTo>
                  <a:lnTo>
                    <a:pt x="1807202" y="3681630"/>
                  </a:lnTo>
                  <a:lnTo>
                    <a:pt x="1807202" y="3681006"/>
                  </a:lnTo>
                  <a:lnTo>
                    <a:pt x="1807348" y="3681006"/>
                  </a:lnTo>
                  <a:lnTo>
                    <a:pt x="1807348" y="3680382"/>
                  </a:lnTo>
                  <a:lnTo>
                    <a:pt x="1807493" y="3680382"/>
                  </a:lnTo>
                  <a:lnTo>
                    <a:pt x="1807638" y="3680382"/>
                  </a:lnTo>
                  <a:lnTo>
                    <a:pt x="1807784" y="3680382"/>
                  </a:lnTo>
                  <a:lnTo>
                    <a:pt x="1807929" y="3680382"/>
                  </a:lnTo>
                  <a:lnTo>
                    <a:pt x="1808075" y="3680382"/>
                  </a:lnTo>
                  <a:lnTo>
                    <a:pt x="1808220" y="3680382"/>
                  </a:lnTo>
                  <a:lnTo>
                    <a:pt x="1808366" y="3680382"/>
                  </a:lnTo>
                  <a:lnTo>
                    <a:pt x="1808511" y="3680382"/>
                  </a:lnTo>
                  <a:lnTo>
                    <a:pt x="1808511" y="3679759"/>
                  </a:lnTo>
                  <a:lnTo>
                    <a:pt x="1808511" y="3679135"/>
                  </a:lnTo>
                  <a:lnTo>
                    <a:pt x="1808511" y="3678512"/>
                  </a:lnTo>
                  <a:lnTo>
                    <a:pt x="1808511" y="3677888"/>
                  </a:lnTo>
                  <a:lnTo>
                    <a:pt x="1808656" y="3677888"/>
                  </a:lnTo>
                  <a:lnTo>
                    <a:pt x="1808802" y="3677888"/>
                  </a:lnTo>
                  <a:lnTo>
                    <a:pt x="1808802" y="3677264"/>
                  </a:lnTo>
                  <a:lnTo>
                    <a:pt x="1808947" y="3677264"/>
                  </a:lnTo>
                  <a:lnTo>
                    <a:pt x="1809093" y="3677264"/>
                  </a:lnTo>
                  <a:lnTo>
                    <a:pt x="1809093" y="3676641"/>
                  </a:lnTo>
                  <a:lnTo>
                    <a:pt x="1809238" y="3676641"/>
                  </a:lnTo>
                  <a:lnTo>
                    <a:pt x="1809238" y="3676017"/>
                  </a:lnTo>
                  <a:lnTo>
                    <a:pt x="1809384" y="3676017"/>
                  </a:lnTo>
                  <a:lnTo>
                    <a:pt x="1809384" y="3675394"/>
                  </a:lnTo>
                  <a:lnTo>
                    <a:pt x="1809529" y="3675394"/>
                  </a:lnTo>
                  <a:lnTo>
                    <a:pt x="1809674" y="3675394"/>
                  </a:lnTo>
                  <a:lnTo>
                    <a:pt x="1809674" y="3674770"/>
                  </a:lnTo>
                  <a:lnTo>
                    <a:pt x="1809820" y="3674770"/>
                  </a:lnTo>
                  <a:lnTo>
                    <a:pt x="1809820" y="3674147"/>
                  </a:lnTo>
                  <a:lnTo>
                    <a:pt x="1809965" y="3674147"/>
                  </a:lnTo>
                  <a:lnTo>
                    <a:pt x="1809965" y="3673523"/>
                  </a:lnTo>
                  <a:lnTo>
                    <a:pt x="1810111" y="3673523"/>
                  </a:lnTo>
                  <a:lnTo>
                    <a:pt x="1810256" y="3673523"/>
                  </a:lnTo>
                  <a:lnTo>
                    <a:pt x="1810256" y="3672899"/>
                  </a:lnTo>
                  <a:lnTo>
                    <a:pt x="1810401" y="3672899"/>
                  </a:lnTo>
                  <a:lnTo>
                    <a:pt x="1810547" y="3672899"/>
                  </a:lnTo>
                  <a:lnTo>
                    <a:pt x="1810692" y="3672899"/>
                  </a:lnTo>
                  <a:lnTo>
                    <a:pt x="1810692" y="3672276"/>
                  </a:lnTo>
                  <a:lnTo>
                    <a:pt x="1810838" y="3672276"/>
                  </a:lnTo>
                  <a:lnTo>
                    <a:pt x="1810838" y="3671652"/>
                  </a:lnTo>
                  <a:lnTo>
                    <a:pt x="1810838" y="3671029"/>
                  </a:lnTo>
                  <a:lnTo>
                    <a:pt x="1810983" y="3671029"/>
                  </a:lnTo>
                  <a:lnTo>
                    <a:pt x="1811129" y="3671029"/>
                  </a:lnTo>
                  <a:lnTo>
                    <a:pt x="1811129" y="3670405"/>
                  </a:lnTo>
                  <a:lnTo>
                    <a:pt x="1811274" y="3670405"/>
                  </a:lnTo>
                  <a:lnTo>
                    <a:pt x="1811419" y="3670405"/>
                  </a:lnTo>
                  <a:lnTo>
                    <a:pt x="1811565" y="3670405"/>
                  </a:lnTo>
                  <a:lnTo>
                    <a:pt x="1811710" y="3670405"/>
                  </a:lnTo>
                  <a:lnTo>
                    <a:pt x="1811856" y="3670405"/>
                  </a:lnTo>
                  <a:lnTo>
                    <a:pt x="1812001" y="3670405"/>
                  </a:lnTo>
                  <a:lnTo>
                    <a:pt x="1812001" y="3669781"/>
                  </a:lnTo>
                  <a:lnTo>
                    <a:pt x="1812147" y="3669781"/>
                  </a:lnTo>
                  <a:lnTo>
                    <a:pt x="1812147" y="3669158"/>
                  </a:lnTo>
                  <a:lnTo>
                    <a:pt x="1812147" y="3668534"/>
                  </a:lnTo>
                  <a:lnTo>
                    <a:pt x="1812292" y="3668534"/>
                  </a:lnTo>
                  <a:lnTo>
                    <a:pt x="1812292" y="3667911"/>
                  </a:lnTo>
                  <a:lnTo>
                    <a:pt x="1812292" y="3667287"/>
                  </a:lnTo>
                  <a:lnTo>
                    <a:pt x="1812437" y="3667287"/>
                  </a:lnTo>
                  <a:lnTo>
                    <a:pt x="1812437" y="3666664"/>
                  </a:lnTo>
                  <a:lnTo>
                    <a:pt x="1812583" y="3666664"/>
                  </a:lnTo>
                  <a:lnTo>
                    <a:pt x="1812583" y="3666040"/>
                  </a:lnTo>
                  <a:lnTo>
                    <a:pt x="1812728" y="3666040"/>
                  </a:lnTo>
                  <a:lnTo>
                    <a:pt x="1812874" y="3666040"/>
                  </a:lnTo>
                  <a:lnTo>
                    <a:pt x="1812874" y="3665416"/>
                  </a:lnTo>
                  <a:lnTo>
                    <a:pt x="1813019" y="3665416"/>
                  </a:lnTo>
                  <a:lnTo>
                    <a:pt x="1813165" y="3665416"/>
                  </a:lnTo>
                  <a:lnTo>
                    <a:pt x="1813310" y="3665416"/>
                  </a:lnTo>
                  <a:lnTo>
                    <a:pt x="1813455" y="3665416"/>
                  </a:lnTo>
                  <a:lnTo>
                    <a:pt x="1813455" y="3664793"/>
                  </a:lnTo>
                  <a:lnTo>
                    <a:pt x="1813601" y="3664793"/>
                  </a:lnTo>
                  <a:lnTo>
                    <a:pt x="1813746" y="3664793"/>
                  </a:lnTo>
                  <a:lnTo>
                    <a:pt x="1813746" y="3664169"/>
                  </a:lnTo>
                  <a:lnTo>
                    <a:pt x="1813892" y="3664169"/>
                  </a:lnTo>
                  <a:lnTo>
                    <a:pt x="1814037" y="3664169"/>
                  </a:lnTo>
                  <a:lnTo>
                    <a:pt x="1814183" y="3664169"/>
                  </a:lnTo>
                  <a:lnTo>
                    <a:pt x="1814328" y="3664169"/>
                  </a:lnTo>
                  <a:lnTo>
                    <a:pt x="1814473" y="3664169"/>
                  </a:lnTo>
                  <a:lnTo>
                    <a:pt x="1814619" y="3664169"/>
                  </a:lnTo>
                  <a:lnTo>
                    <a:pt x="1814764" y="3664169"/>
                  </a:lnTo>
                  <a:lnTo>
                    <a:pt x="1814910" y="3664169"/>
                  </a:lnTo>
                  <a:lnTo>
                    <a:pt x="1815055" y="3664169"/>
                  </a:lnTo>
                  <a:lnTo>
                    <a:pt x="1815201" y="3664169"/>
                  </a:lnTo>
                  <a:lnTo>
                    <a:pt x="1815201" y="3663546"/>
                  </a:lnTo>
                  <a:lnTo>
                    <a:pt x="1815346" y="3663546"/>
                  </a:lnTo>
                  <a:lnTo>
                    <a:pt x="1815491" y="3663546"/>
                  </a:lnTo>
                  <a:lnTo>
                    <a:pt x="1815637" y="3663546"/>
                  </a:lnTo>
                  <a:lnTo>
                    <a:pt x="1815782" y="3663546"/>
                  </a:lnTo>
                  <a:lnTo>
                    <a:pt x="1815928" y="3663546"/>
                  </a:lnTo>
                  <a:lnTo>
                    <a:pt x="1816073" y="3663546"/>
                  </a:lnTo>
                  <a:lnTo>
                    <a:pt x="1816218" y="3663546"/>
                  </a:lnTo>
                  <a:lnTo>
                    <a:pt x="1816364" y="3663546"/>
                  </a:lnTo>
                  <a:lnTo>
                    <a:pt x="1816364" y="3662922"/>
                  </a:lnTo>
                  <a:lnTo>
                    <a:pt x="1816364" y="3662298"/>
                  </a:lnTo>
                  <a:lnTo>
                    <a:pt x="1816509" y="3662298"/>
                  </a:lnTo>
                  <a:lnTo>
                    <a:pt x="1816655" y="3662298"/>
                  </a:lnTo>
                  <a:lnTo>
                    <a:pt x="1816800" y="3662298"/>
                  </a:lnTo>
                  <a:lnTo>
                    <a:pt x="1816946" y="3662298"/>
                  </a:lnTo>
                  <a:lnTo>
                    <a:pt x="1817091" y="3662298"/>
                  </a:lnTo>
                  <a:lnTo>
                    <a:pt x="1817236" y="3662298"/>
                  </a:lnTo>
                  <a:lnTo>
                    <a:pt x="1817382" y="3662298"/>
                  </a:lnTo>
                  <a:lnTo>
                    <a:pt x="1817527" y="3662298"/>
                  </a:lnTo>
                  <a:lnTo>
                    <a:pt x="1817673" y="3662298"/>
                  </a:lnTo>
                  <a:lnTo>
                    <a:pt x="1817818" y="3662298"/>
                  </a:lnTo>
                  <a:lnTo>
                    <a:pt x="1817964" y="3662298"/>
                  </a:lnTo>
                  <a:lnTo>
                    <a:pt x="1818109" y="3662298"/>
                  </a:lnTo>
                  <a:lnTo>
                    <a:pt x="1818109" y="3661675"/>
                  </a:lnTo>
                  <a:lnTo>
                    <a:pt x="1818254" y="3661675"/>
                  </a:lnTo>
                  <a:lnTo>
                    <a:pt x="1818400" y="3661675"/>
                  </a:lnTo>
                  <a:lnTo>
                    <a:pt x="1818400" y="3661051"/>
                  </a:lnTo>
                  <a:lnTo>
                    <a:pt x="1818545" y="3661051"/>
                  </a:lnTo>
                  <a:lnTo>
                    <a:pt x="1818545" y="3660428"/>
                  </a:lnTo>
                  <a:lnTo>
                    <a:pt x="1818691" y="3660428"/>
                  </a:lnTo>
                  <a:lnTo>
                    <a:pt x="1818836" y="3660428"/>
                  </a:lnTo>
                  <a:lnTo>
                    <a:pt x="1818982" y="3660428"/>
                  </a:lnTo>
                  <a:lnTo>
                    <a:pt x="1819127" y="3660428"/>
                  </a:lnTo>
                  <a:lnTo>
                    <a:pt x="1819272" y="3660428"/>
                  </a:lnTo>
                  <a:lnTo>
                    <a:pt x="1819418" y="3660428"/>
                  </a:lnTo>
                  <a:lnTo>
                    <a:pt x="1819563" y="3660428"/>
                  </a:lnTo>
                  <a:lnTo>
                    <a:pt x="1819709" y="3660428"/>
                  </a:lnTo>
                  <a:lnTo>
                    <a:pt x="1819709" y="3659804"/>
                  </a:lnTo>
                  <a:lnTo>
                    <a:pt x="1819709" y="3659181"/>
                  </a:lnTo>
                  <a:lnTo>
                    <a:pt x="1819854" y="3659181"/>
                  </a:lnTo>
                  <a:lnTo>
                    <a:pt x="1820000" y="3659181"/>
                  </a:lnTo>
                  <a:lnTo>
                    <a:pt x="1820000" y="3658557"/>
                  </a:lnTo>
                  <a:lnTo>
                    <a:pt x="1820000" y="3657933"/>
                  </a:lnTo>
                  <a:lnTo>
                    <a:pt x="1820000" y="3657310"/>
                  </a:lnTo>
                  <a:lnTo>
                    <a:pt x="1820145" y="3657310"/>
                  </a:lnTo>
                  <a:lnTo>
                    <a:pt x="1820290" y="3657310"/>
                  </a:lnTo>
                  <a:lnTo>
                    <a:pt x="1820436" y="3657310"/>
                  </a:lnTo>
                  <a:lnTo>
                    <a:pt x="1820581" y="3657310"/>
                  </a:lnTo>
                  <a:lnTo>
                    <a:pt x="1820727" y="3657310"/>
                  </a:lnTo>
                  <a:lnTo>
                    <a:pt x="1820872" y="3657310"/>
                  </a:lnTo>
                  <a:lnTo>
                    <a:pt x="1821018" y="3657310"/>
                  </a:lnTo>
                  <a:lnTo>
                    <a:pt x="1821163" y="3657310"/>
                  </a:lnTo>
                  <a:lnTo>
                    <a:pt x="1821163" y="3656686"/>
                  </a:lnTo>
                  <a:lnTo>
                    <a:pt x="1821308" y="3656686"/>
                  </a:lnTo>
                  <a:lnTo>
                    <a:pt x="1821454" y="3656686"/>
                  </a:lnTo>
                  <a:lnTo>
                    <a:pt x="1821599" y="3656686"/>
                  </a:lnTo>
                  <a:lnTo>
                    <a:pt x="1821745" y="3656686"/>
                  </a:lnTo>
                  <a:lnTo>
                    <a:pt x="1821890" y="3656686"/>
                  </a:lnTo>
                  <a:lnTo>
                    <a:pt x="1822036" y="3656686"/>
                  </a:lnTo>
                  <a:lnTo>
                    <a:pt x="1822181" y="3656686"/>
                  </a:lnTo>
                  <a:lnTo>
                    <a:pt x="1822326" y="3656686"/>
                  </a:lnTo>
                  <a:lnTo>
                    <a:pt x="1822472" y="3656686"/>
                  </a:lnTo>
                  <a:lnTo>
                    <a:pt x="1822472" y="3656063"/>
                  </a:lnTo>
                  <a:lnTo>
                    <a:pt x="1822617" y="3656063"/>
                  </a:lnTo>
                  <a:lnTo>
                    <a:pt x="1822763" y="3656063"/>
                  </a:lnTo>
                  <a:lnTo>
                    <a:pt x="1822763" y="3655439"/>
                  </a:lnTo>
                  <a:lnTo>
                    <a:pt x="1822908" y="3655439"/>
                  </a:lnTo>
                  <a:lnTo>
                    <a:pt x="1822908" y="3654815"/>
                  </a:lnTo>
                  <a:lnTo>
                    <a:pt x="1823053" y="3654815"/>
                  </a:lnTo>
                  <a:lnTo>
                    <a:pt x="1823199" y="3654815"/>
                  </a:lnTo>
                  <a:lnTo>
                    <a:pt x="1823344" y="3654815"/>
                  </a:lnTo>
                  <a:lnTo>
                    <a:pt x="1823490" y="3654815"/>
                  </a:lnTo>
                  <a:lnTo>
                    <a:pt x="1823490" y="3654192"/>
                  </a:lnTo>
                  <a:lnTo>
                    <a:pt x="1823635" y="3654192"/>
                  </a:lnTo>
                  <a:lnTo>
                    <a:pt x="1823781" y="3654192"/>
                  </a:lnTo>
                  <a:lnTo>
                    <a:pt x="1823926" y="3654192"/>
                  </a:lnTo>
                  <a:lnTo>
                    <a:pt x="1823926" y="3653568"/>
                  </a:lnTo>
                  <a:lnTo>
                    <a:pt x="1824071" y="3653568"/>
                  </a:lnTo>
                  <a:lnTo>
                    <a:pt x="1824217" y="3653568"/>
                  </a:lnTo>
                  <a:lnTo>
                    <a:pt x="1824362" y="3653568"/>
                  </a:lnTo>
                  <a:lnTo>
                    <a:pt x="1824362" y="3652945"/>
                  </a:lnTo>
                  <a:lnTo>
                    <a:pt x="1824362" y="3652321"/>
                  </a:lnTo>
                  <a:lnTo>
                    <a:pt x="1824508" y="3652321"/>
                  </a:lnTo>
                  <a:lnTo>
                    <a:pt x="1824653" y="3652321"/>
                  </a:lnTo>
                  <a:lnTo>
                    <a:pt x="1824799" y="3652321"/>
                  </a:lnTo>
                  <a:lnTo>
                    <a:pt x="1824799" y="3651698"/>
                  </a:lnTo>
                  <a:lnTo>
                    <a:pt x="1824944" y="3651698"/>
                  </a:lnTo>
                  <a:lnTo>
                    <a:pt x="1825089" y="3651698"/>
                  </a:lnTo>
                  <a:lnTo>
                    <a:pt x="1825235" y="3651698"/>
                  </a:lnTo>
                  <a:lnTo>
                    <a:pt x="1825235" y="3651074"/>
                  </a:lnTo>
                  <a:lnTo>
                    <a:pt x="1825380" y="3651074"/>
                  </a:lnTo>
                  <a:lnTo>
                    <a:pt x="1825380" y="3650450"/>
                  </a:lnTo>
                  <a:lnTo>
                    <a:pt x="1825526" y="3650450"/>
                  </a:lnTo>
                  <a:lnTo>
                    <a:pt x="1825671" y="3650450"/>
                  </a:lnTo>
                  <a:lnTo>
                    <a:pt x="1825671" y="3649827"/>
                  </a:lnTo>
                  <a:lnTo>
                    <a:pt x="1825817" y="3649827"/>
                  </a:lnTo>
                  <a:lnTo>
                    <a:pt x="1825962" y="3649827"/>
                  </a:lnTo>
                  <a:lnTo>
                    <a:pt x="1826107" y="3649827"/>
                  </a:lnTo>
                  <a:lnTo>
                    <a:pt x="1826253" y="3649827"/>
                  </a:lnTo>
                  <a:lnTo>
                    <a:pt x="1826398" y="3649827"/>
                  </a:lnTo>
                  <a:lnTo>
                    <a:pt x="1826544" y="3649827"/>
                  </a:lnTo>
                  <a:lnTo>
                    <a:pt x="1826689" y="3649827"/>
                  </a:lnTo>
                  <a:lnTo>
                    <a:pt x="1826689" y="3649203"/>
                  </a:lnTo>
                  <a:lnTo>
                    <a:pt x="1826835" y="3649203"/>
                  </a:lnTo>
                  <a:lnTo>
                    <a:pt x="1826835" y="3648580"/>
                  </a:lnTo>
                  <a:lnTo>
                    <a:pt x="1826835" y="3647956"/>
                  </a:lnTo>
                  <a:lnTo>
                    <a:pt x="1826980" y="3647956"/>
                  </a:lnTo>
                  <a:lnTo>
                    <a:pt x="1827125" y="3647956"/>
                  </a:lnTo>
                  <a:lnTo>
                    <a:pt x="1827271" y="3647956"/>
                  </a:lnTo>
                  <a:lnTo>
                    <a:pt x="1827416" y="3647956"/>
                  </a:lnTo>
                  <a:lnTo>
                    <a:pt x="1827562" y="3647956"/>
                  </a:lnTo>
                  <a:lnTo>
                    <a:pt x="1827562" y="3647332"/>
                  </a:lnTo>
                  <a:lnTo>
                    <a:pt x="1827562" y="3646709"/>
                  </a:lnTo>
                  <a:lnTo>
                    <a:pt x="1827562" y="3646085"/>
                  </a:lnTo>
                  <a:lnTo>
                    <a:pt x="1827562" y="3645462"/>
                  </a:lnTo>
                  <a:lnTo>
                    <a:pt x="1827707" y="3645462"/>
                  </a:lnTo>
                  <a:lnTo>
                    <a:pt x="1827853" y="3645462"/>
                  </a:lnTo>
                  <a:lnTo>
                    <a:pt x="1827998" y="3645462"/>
                  </a:lnTo>
                  <a:lnTo>
                    <a:pt x="1828143" y="3645462"/>
                  </a:lnTo>
                  <a:lnTo>
                    <a:pt x="1828289" y="3645462"/>
                  </a:lnTo>
                  <a:lnTo>
                    <a:pt x="1828434" y="3645462"/>
                  </a:lnTo>
                  <a:lnTo>
                    <a:pt x="1828580" y="3645462"/>
                  </a:lnTo>
                  <a:lnTo>
                    <a:pt x="1828725" y="3645462"/>
                  </a:lnTo>
                  <a:lnTo>
                    <a:pt x="1828871" y="3645462"/>
                  </a:lnTo>
                  <a:lnTo>
                    <a:pt x="1829016" y="3645462"/>
                  </a:lnTo>
                  <a:lnTo>
                    <a:pt x="1829016" y="3644838"/>
                  </a:lnTo>
                  <a:lnTo>
                    <a:pt x="1829161" y="3644838"/>
                  </a:lnTo>
                  <a:lnTo>
                    <a:pt x="1829307" y="3644838"/>
                  </a:lnTo>
                  <a:lnTo>
                    <a:pt x="1829452" y="3644838"/>
                  </a:lnTo>
                  <a:lnTo>
                    <a:pt x="1829598" y="3644838"/>
                  </a:lnTo>
                  <a:lnTo>
                    <a:pt x="1829743" y="3644838"/>
                  </a:lnTo>
                  <a:lnTo>
                    <a:pt x="1829888" y="3644838"/>
                  </a:lnTo>
                  <a:lnTo>
                    <a:pt x="1830034" y="3644838"/>
                  </a:lnTo>
                  <a:lnTo>
                    <a:pt x="1830034" y="3644215"/>
                  </a:lnTo>
                  <a:lnTo>
                    <a:pt x="1830179" y="3644215"/>
                  </a:lnTo>
                  <a:lnTo>
                    <a:pt x="1830325" y="3644215"/>
                  </a:lnTo>
                  <a:lnTo>
                    <a:pt x="1830470" y="3644215"/>
                  </a:lnTo>
                  <a:lnTo>
                    <a:pt x="1830616" y="3644215"/>
                  </a:lnTo>
                  <a:lnTo>
                    <a:pt x="1830761" y="3644215"/>
                  </a:lnTo>
                  <a:lnTo>
                    <a:pt x="1830761" y="3643591"/>
                  </a:lnTo>
                  <a:lnTo>
                    <a:pt x="1830906" y="3643591"/>
                  </a:lnTo>
                  <a:lnTo>
                    <a:pt x="1831052" y="3643591"/>
                  </a:lnTo>
                  <a:lnTo>
                    <a:pt x="1831197" y="3643591"/>
                  </a:lnTo>
                  <a:lnTo>
                    <a:pt x="1831343" y="3643591"/>
                  </a:lnTo>
                  <a:lnTo>
                    <a:pt x="1831343" y="3642967"/>
                  </a:lnTo>
                  <a:lnTo>
                    <a:pt x="1831488" y="3642967"/>
                  </a:lnTo>
                  <a:lnTo>
                    <a:pt x="1831634" y="3642967"/>
                  </a:lnTo>
                  <a:lnTo>
                    <a:pt x="1831779" y="3642967"/>
                  </a:lnTo>
                  <a:lnTo>
                    <a:pt x="1831779" y="3642344"/>
                  </a:lnTo>
                  <a:lnTo>
                    <a:pt x="1831924" y="3642344"/>
                  </a:lnTo>
                  <a:lnTo>
                    <a:pt x="1832070" y="3642344"/>
                  </a:lnTo>
                  <a:lnTo>
                    <a:pt x="1832215" y="3642344"/>
                  </a:lnTo>
                  <a:lnTo>
                    <a:pt x="1832361" y="3642344"/>
                  </a:lnTo>
                  <a:lnTo>
                    <a:pt x="1832361" y="3641720"/>
                  </a:lnTo>
                  <a:lnTo>
                    <a:pt x="1832506" y="3641720"/>
                  </a:lnTo>
                  <a:lnTo>
                    <a:pt x="1832652" y="3641720"/>
                  </a:lnTo>
                  <a:lnTo>
                    <a:pt x="1832797" y="3641720"/>
                  </a:lnTo>
                  <a:lnTo>
                    <a:pt x="1832942" y="3641720"/>
                  </a:lnTo>
                  <a:lnTo>
                    <a:pt x="1833088" y="3641720"/>
                  </a:lnTo>
                  <a:lnTo>
                    <a:pt x="1833088" y="3641097"/>
                  </a:lnTo>
                  <a:lnTo>
                    <a:pt x="1833233" y="3641097"/>
                  </a:lnTo>
                  <a:lnTo>
                    <a:pt x="1833379" y="3641097"/>
                  </a:lnTo>
                  <a:lnTo>
                    <a:pt x="1833524" y="3641097"/>
                  </a:lnTo>
                  <a:lnTo>
                    <a:pt x="1833670" y="3641097"/>
                  </a:lnTo>
                  <a:lnTo>
                    <a:pt x="1833815" y="3641097"/>
                  </a:lnTo>
                  <a:lnTo>
                    <a:pt x="1833960" y="3641097"/>
                  </a:lnTo>
                  <a:lnTo>
                    <a:pt x="1834106" y="3641097"/>
                  </a:lnTo>
                  <a:lnTo>
                    <a:pt x="1834251" y="3641097"/>
                  </a:lnTo>
                  <a:lnTo>
                    <a:pt x="1834397" y="3641097"/>
                  </a:lnTo>
                  <a:lnTo>
                    <a:pt x="1834542" y="3641097"/>
                  </a:lnTo>
                  <a:lnTo>
                    <a:pt x="1834688" y="3641097"/>
                  </a:lnTo>
                  <a:lnTo>
                    <a:pt x="1834833" y="3641097"/>
                  </a:lnTo>
                  <a:lnTo>
                    <a:pt x="1834978" y="3641097"/>
                  </a:lnTo>
                  <a:lnTo>
                    <a:pt x="1835124" y="3641097"/>
                  </a:lnTo>
                  <a:lnTo>
                    <a:pt x="1835124" y="3640473"/>
                  </a:lnTo>
                  <a:lnTo>
                    <a:pt x="1835269" y="3640473"/>
                  </a:lnTo>
                  <a:lnTo>
                    <a:pt x="1835415" y="3640473"/>
                  </a:lnTo>
                  <a:lnTo>
                    <a:pt x="1835560" y="3640473"/>
                  </a:lnTo>
                  <a:lnTo>
                    <a:pt x="1835706" y="3640473"/>
                  </a:lnTo>
                  <a:lnTo>
                    <a:pt x="1835851" y="3640473"/>
                  </a:lnTo>
                  <a:lnTo>
                    <a:pt x="1835996" y="3640473"/>
                  </a:lnTo>
                  <a:lnTo>
                    <a:pt x="1836142" y="3640473"/>
                  </a:lnTo>
                  <a:lnTo>
                    <a:pt x="1836287" y="3640473"/>
                  </a:lnTo>
                  <a:lnTo>
                    <a:pt x="1836433" y="3640473"/>
                  </a:lnTo>
                  <a:lnTo>
                    <a:pt x="1836578" y="3640473"/>
                  </a:lnTo>
                  <a:lnTo>
                    <a:pt x="1836578" y="3639849"/>
                  </a:lnTo>
                  <a:lnTo>
                    <a:pt x="1836723" y="3639849"/>
                  </a:lnTo>
                  <a:lnTo>
                    <a:pt x="1836869" y="3639849"/>
                  </a:lnTo>
                  <a:lnTo>
                    <a:pt x="1837014" y="3639849"/>
                  </a:lnTo>
                  <a:lnTo>
                    <a:pt x="1837160" y="3639849"/>
                  </a:lnTo>
                  <a:lnTo>
                    <a:pt x="1837160" y="3639226"/>
                  </a:lnTo>
                  <a:lnTo>
                    <a:pt x="1837305" y="3639226"/>
                  </a:lnTo>
                  <a:lnTo>
                    <a:pt x="1837451" y="3639226"/>
                  </a:lnTo>
                  <a:lnTo>
                    <a:pt x="1837596" y="3639226"/>
                  </a:lnTo>
                  <a:lnTo>
                    <a:pt x="1837741" y="3639226"/>
                  </a:lnTo>
                  <a:lnTo>
                    <a:pt x="1837741" y="3638602"/>
                  </a:lnTo>
                  <a:lnTo>
                    <a:pt x="1837887" y="3638602"/>
                  </a:lnTo>
                  <a:lnTo>
                    <a:pt x="1838032" y="3638602"/>
                  </a:lnTo>
                  <a:lnTo>
                    <a:pt x="1838032" y="3637979"/>
                  </a:lnTo>
                  <a:lnTo>
                    <a:pt x="1838032" y="3637355"/>
                  </a:lnTo>
                  <a:lnTo>
                    <a:pt x="1838178" y="3637355"/>
                  </a:lnTo>
                  <a:lnTo>
                    <a:pt x="1838323" y="3637355"/>
                  </a:lnTo>
                  <a:lnTo>
                    <a:pt x="1838469" y="3637355"/>
                  </a:lnTo>
                  <a:lnTo>
                    <a:pt x="1838614" y="3637355"/>
                  </a:lnTo>
                  <a:lnTo>
                    <a:pt x="1838614" y="3636732"/>
                  </a:lnTo>
                  <a:lnTo>
                    <a:pt x="1838614" y="3636108"/>
                  </a:lnTo>
                  <a:lnTo>
                    <a:pt x="1838759" y="3636108"/>
                  </a:lnTo>
                  <a:lnTo>
                    <a:pt x="1838905" y="3636108"/>
                  </a:lnTo>
                  <a:lnTo>
                    <a:pt x="1839050" y="3636108"/>
                  </a:lnTo>
                  <a:lnTo>
                    <a:pt x="1839196" y="3636108"/>
                  </a:lnTo>
                  <a:lnTo>
                    <a:pt x="1839341" y="3636108"/>
                  </a:lnTo>
                  <a:lnTo>
                    <a:pt x="1839487" y="3636108"/>
                  </a:lnTo>
                  <a:lnTo>
                    <a:pt x="1839632" y="3636108"/>
                  </a:lnTo>
                  <a:lnTo>
                    <a:pt x="1839777" y="3636108"/>
                  </a:lnTo>
                  <a:lnTo>
                    <a:pt x="1839923" y="3636108"/>
                  </a:lnTo>
                  <a:lnTo>
                    <a:pt x="1839923" y="3635484"/>
                  </a:lnTo>
                  <a:lnTo>
                    <a:pt x="1840068" y="3635484"/>
                  </a:lnTo>
                  <a:lnTo>
                    <a:pt x="1840214" y="3635484"/>
                  </a:lnTo>
                  <a:lnTo>
                    <a:pt x="1840359" y="3635484"/>
                  </a:lnTo>
                  <a:lnTo>
                    <a:pt x="1840505" y="3635484"/>
                  </a:lnTo>
                  <a:lnTo>
                    <a:pt x="1840650" y="3635484"/>
                  </a:lnTo>
                  <a:lnTo>
                    <a:pt x="1840795" y="3635484"/>
                  </a:lnTo>
                  <a:lnTo>
                    <a:pt x="1840941" y="3635484"/>
                  </a:lnTo>
                  <a:lnTo>
                    <a:pt x="1841086" y="3635484"/>
                  </a:lnTo>
                  <a:lnTo>
                    <a:pt x="1841086" y="3634861"/>
                  </a:lnTo>
                  <a:lnTo>
                    <a:pt x="1841232" y="3634861"/>
                  </a:lnTo>
                  <a:lnTo>
                    <a:pt x="1841377" y="3634861"/>
                  </a:lnTo>
                  <a:lnTo>
                    <a:pt x="1841377" y="3634237"/>
                  </a:lnTo>
                  <a:lnTo>
                    <a:pt x="1841523" y="3634237"/>
                  </a:lnTo>
                  <a:lnTo>
                    <a:pt x="1841668" y="3634237"/>
                  </a:lnTo>
                  <a:lnTo>
                    <a:pt x="1841813" y="3634237"/>
                  </a:lnTo>
                  <a:lnTo>
                    <a:pt x="1841959" y="3634237"/>
                  </a:lnTo>
                  <a:lnTo>
                    <a:pt x="1842104" y="3634237"/>
                  </a:lnTo>
                  <a:lnTo>
                    <a:pt x="1842250" y="3634237"/>
                  </a:lnTo>
                  <a:lnTo>
                    <a:pt x="1842395" y="3634237"/>
                  </a:lnTo>
                  <a:lnTo>
                    <a:pt x="1842541" y="3634237"/>
                  </a:lnTo>
                  <a:lnTo>
                    <a:pt x="1842686" y="3634237"/>
                  </a:lnTo>
                  <a:lnTo>
                    <a:pt x="1842831" y="3634237"/>
                  </a:lnTo>
                  <a:lnTo>
                    <a:pt x="1842977" y="3634237"/>
                  </a:lnTo>
                  <a:lnTo>
                    <a:pt x="1843122" y="3634237"/>
                  </a:lnTo>
                  <a:lnTo>
                    <a:pt x="1843268" y="3634237"/>
                  </a:lnTo>
                  <a:lnTo>
                    <a:pt x="1843268" y="3633614"/>
                  </a:lnTo>
                  <a:lnTo>
                    <a:pt x="1843413" y="3633614"/>
                  </a:lnTo>
                  <a:lnTo>
                    <a:pt x="1843558" y="3633614"/>
                  </a:lnTo>
                  <a:lnTo>
                    <a:pt x="1843558" y="3632990"/>
                  </a:lnTo>
                  <a:lnTo>
                    <a:pt x="1843704" y="3632990"/>
                  </a:lnTo>
                  <a:lnTo>
                    <a:pt x="1843849" y="3632990"/>
                  </a:lnTo>
                  <a:lnTo>
                    <a:pt x="1843849" y="3632367"/>
                  </a:lnTo>
                  <a:lnTo>
                    <a:pt x="1843995" y="3632367"/>
                  </a:lnTo>
                  <a:lnTo>
                    <a:pt x="1844140" y="3632367"/>
                  </a:lnTo>
                  <a:lnTo>
                    <a:pt x="1844286" y="3632367"/>
                  </a:lnTo>
                  <a:lnTo>
                    <a:pt x="1844431" y="3632367"/>
                  </a:lnTo>
                  <a:lnTo>
                    <a:pt x="1844576" y="3632367"/>
                  </a:lnTo>
                  <a:lnTo>
                    <a:pt x="1844722" y="3632367"/>
                  </a:lnTo>
                  <a:lnTo>
                    <a:pt x="1844867" y="3632367"/>
                  </a:lnTo>
                  <a:lnTo>
                    <a:pt x="1845013" y="3632367"/>
                  </a:lnTo>
                  <a:lnTo>
                    <a:pt x="1845013" y="3631743"/>
                  </a:lnTo>
                  <a:lnTo>
                    <a:pt x="1845158" y="3631743"/>
                  </a:lnTo>
                  <a:lnTo>
                    <a:pt x="1845304" y="3631743"/>
                  </a:lnTo>
                  <a:lnTo>
                    <a:pt x="1845449" y="3631743"/>
                  </a:lnTo>
                  <a:lnTo>
                    <a:pt x="1845594" y="3631743"/>
                  </a:lnTo>
                  <a:lnTo>
                    <a:pt x="1845740" y="3631743"/>
                  </a:lnTo>
                  <a:lnTo>
                    <a:pt x="1845885" y="3631743"/>
                  </a:lnTo>
                  <a:lnTo>
                    <a:pt x="1846031" y="3631743"/>
                  </a:lnTo>
                  <a:lnTo>
                    <a:pt x="1846176" y="3631743"/>
                  </a:lnTo>
                  <a:lnTo>
                    <a:pt x="1846322" y="3631743"/>
                  </a:lnTo>
                  <a:lnTo>
                    <a:pt x="1846467" y="3631743"/>
                  </a:lnTo>
                  <a:lnTo>
                    <a:pt x="1846612" y="3631743"/>
                  </a:lnTo>
                  <a:lnTo>
                    <a:pt x="1846758" y="3631743"/>
                  </a:lnTo>
                  <a:lnTo>
                    <a:pt x="1846903" y="3631743"/>
                  </a:lnTo>
                  <a:lnTo>
                    <a:pt x="1847049" y="3631743"/>
                  </a:lnTo>
                  <a:lnTo>
                    <a:pt x="1847049" y="3631119"/>
                  </a:lnTo>
                  <a:lnTo>
                    <a:pt x="1847194" y="3631119"/>
                  </a:lnTo>
                  <a:lnTo>
                    <a:pt x="1847194" y="3630496"/>
                  </a:lnTo>
                  <a:lnTo>
                    <a:pt x="1847340" y="3630496"/>
                  </a:lnTo>
                  <a:lnTo>
                    <a:pt x="1847485" y="3630496"/>
                  </a:lnTo>
                  <a:lnTo>
                    <a:pt x="1847630" y="3630496"/>
                  </a:lnTo>
                  <a:lnTo>
                    <a:pt x="1847776" y="3630496"/>
                  </a:lnTo>
                  <a:lnTo>
                    <a:pt x="1847776" y="3629872"/>
                  </a:lnTo>
                  <a:lnTo>
                    <a:pt x="1847921" y="3629872"/>
                  </a:lnTo>
                  <a:lnTo>
                    <a:pt x="1848067" y="3629872"/>
                  </a:lnTo>
                  <a:lnTo>
                    <a:pt x="1848067" y="3629249"/>
                  </a:lnTo>
                  <a:lnTo>
                    <a:pt x="1848212" y="3629249"/>
                  </a:lnTo>
                  <a:lnTo>
                    <a:pt x="1848212" y="3628625"/>
                  </a:lnTo>
                  <a:lnTo>
                    <a:pt x="1848358" y="3628625"/>
                  </a:lnTo>
                  <a:lnTo>
                    <a:pt x="1848503" y="3628625"/>
                  </a:lnTo>
                  <a:lnTo>
                    <a:pt x="1848648" y="3628625"/>
                  </a:lnTo>
                  <a:lnTo>
                    <a:pt x="1848794" y="3628625"/>
                  </a:lnTo>
                  <a:lnTo>
                    <a:pt x="1848939" y="3628625"/>
                  </a:lnTo>
                  <a:lnTo>
                    <a:pt x="1849085" y="3628625"/>
                  </a:lnTo>
                  <a:lnTo>
                    <a:pt x="1849230" y="3628625"/>
                  </a:lnTo>
                  <a:lnTo>
                    <a:pt x="1849376" y="3628625"/>
                  </a:lnTo>
                  <a:lnTo>
                    <a:pt x="1849521" y="3628625"/>
                  </a:lnTo>
                  <a:lnTo>
                    <a:pt x="1849666" y="3628625"/>
                  </a:lnTo>
                  <a:lnTo>
                    <a:pt x="1849812" y="3628625"/>
                  </a:lnTo>
                  <a:lnTo>
                    <a:pt x="1849957" y="3628625"/>
                  </a:lnTo>
                  <a:lnTo>
                    <a:pt x="1850103" y="3628625"/>
                  </a:lnTo>
                  <a:lnTo>
                    <a:pt x="1850248" y="3628625"/>
                  </a:lnTo>
                  <a:lnTo>
                    <a:pt x="1850248" y="3628001"/>
                  </a:lnTo>
                  <a:lnTo>
                    <a:pt x="1850393" y="3628001"/>
                  </a:lnTo>
                  <a:lnTo>
                    <a:pt x="1850539" y="3628001"/>
                  </a:lnTo>
                  <a:lnTo>
                    <a:pt x="1850684" y="3628001"/>
                  </a:lnTo>
                  <a:lnTo>
                    <a:pt x="1850830" y="3628001"/>
                  </a:lnTo>
                  <a:lnTo>
                    <a:pt x="1850830" y="3627378"/>
                  </a:lnTo>
                  <a:lnTo>
                    <a:pt x="1850975" y="3627378"/>
                  </a:lnTo>
                  <a:lnTo>
                    <a:pt x="1851121" y="3627378"/>
                  </a:lnTo>
                  <a:lnTo>
                    <a:pt x="1851266" y="3627378"/>
                  </a:lnTo>
                  <a:lnTo>
                    <a:pt x="1851411" y="3627378"/>
                  </a:lnTo>
                  <a:lnTo>
                    <a:pt x="1851557" y="3627378"/>
                  </a:lnTo>
                  <a:lnTo>
                    <a:pt x="1851702" y="3627378"/>
                  </a:lnTo>
                  <a:lnTo>
                    <a:pt x="1851848" y="3627378"/>
                  </a:lnTo>
                  <a:lnTo>
                    <a:pt x="1851993" y="3627378"/>
                  </a:lnTo>
                  <a:lnTo>
                    <a:pt x="1852139" y="3627378"/>
                  </a:lnTo>
                  <a:lnTo>
                    <a:pt x="1852284" y="3627378"/>
                  </a:lnTo>
                  <a:lnTo>
                    <a:pt x="1852429" y="3627378"/>
                  </a:lnTo>
                  <a:lnTo>
                    <a:pt x="1852575" y="3627378"/>
                  </a:lnTo>
                  <a:lnTo>
                    <a:pt x="1852720" y="3627378"/>
                  </a:lnTo>
                  <a:lnTo>
                    <a:pt x="1852866" y="3627378"/>
                  </a:lnTo>
                  <a:lnTo>
                    <a:pt x="1852866" y="3626754"/>
                  </a:lnTo>
                  <a:lnTo>
                    <a:pt x="1853011" y="3626754"/>
                  </a:lnTo>
                  <a:lnTo>
                    <a:pt x="1853157" y="3626754"/>
                  </a:lnTo>
                  <a:lnTo>
                    <a:pt x="1853302" y="3626754"/>
                  </a:lnTo>
                  <a:lnTo>
                    <a:pt x="1853447" y="3626754"/>
                  </a:lnTo>
                  <a:lnTo>
                    <a:pt x="1853593" y="3626754"/>
                  </a:lnTo>
                  <a:lnTo>
                    <a:pt x="1853738" y="3626754"/>
                  </a:lnTo>
                  <a:lnTo>
                    <a:pt x="1853738" y="3626131"/>
                  </a:lnTo>
                  <a:lnTo>
                    <a:pt x="1853738" y="3625507"/>
                  </a:lnTo>
                  <a:lnTo>
                    <a:pt x="1853738" y="3624884"/>
                  </a:lnTo>
                  <a:lnTo>
                    <a:pt x="1853884" y="3624884"/>
                  </a:lnTo>
                  <a:lnTo>
                    <a:pt x="1854029" y="3624884"/>
                  </a:lnTo>
                  <a:lnTo>
                    <a:pt x="1854029" y="3624260"/>
                  </a:lnTo>
                  <a:lnTo>
                    <a:pt x="1854175" y="3624260"/>
                  </a:lnTo>
                  <a:lnTo>
                    <a:pt x="1854320" y="3624260"/>
                  </a:lnTo>
                  <a:lnTo>
                    <a:pt x="1854465" y="3624260"/>
                  </a:lnTo>
                  <a:lnTo>
                    <a:pt x="1854611" y="3624260"/>
                  </a:lnTo>
                  <a:lnTo>
                    <a:pt x="1854756" y="3624260"/>
                  </a:lnTo>
                  <a:lnTo>
                    <a:pt x="1854756" y="3623636"/>
                  </a:lnTo>
                  <a:lnTo>
                    <a:pt x="1854902" y="3623636"/>
                  </a:lnTo>
                  <a:lnTo>
                    <a:pt x="1855047" y="3623636"/>
                  </a:lnTo>
                  <a:lnTo>
                    <a:pt x="1855193" y="3623636"/>
                  </a:lnTo>
                  <a:lnTo>
                    <a:pt x="1855338" y="3623636"/>
                  </a:lnTo>
                  <a:lnTo>
                    <a:pt x="1855338" y="3623013"/>
                  </a:lnTo>
                  <a:lnTo>
                    <a:pt x="1855483" y="3623013"/>
                  </a:lnTo>
                  <a:lnTo>
                    <a:pt x="1855629" y="3623013"/>
                  </a:lnTo>
                  <a:lnTo>
                    <a:pt x="1855774" y="3623013"/>
                  </a:lnTo>
                  <a:lnTo>
                    <a:pt x="1855920" y="3623013"/>
                  </a:lnTo>
                  <a:lnTo>
                    <a:pt x="1856065" y="3623013"/>
                  </a:lnTo>
                  <a:lnTo>
                    <a:pt x="1856211" y="3623013"/>
                  </a:lnTo>
                  <a:lnTo>
                    <a:pt x="1856356" y="3623013"/>
                  </a:lnTo>
                  <a:lnTo>
                    <a:pt x="1856501" y="3623013"/>
                  </a:lnTo>
                  <a:lnTo>
                    <a:pt x="1856647" y="3623013"/>
                  </a:lnTo>
                  <a:lnTo>
                    <a:pt x="1856792" y="3623013"/>
                  </a:lnTo>
                  <a:lnTo>
                    <a:pt x="1856938" y="3623013"/>
                  </a:lnTo>
                  <a:lnTo>
                    <a:pt x="1856938" y="3622389"/>
                  </a:lnTo>
                  <a:lnTo>
                    <a:pt x="1856938" y="3621766"/>
                  </a:lnTo>
                  <a:lnTo>
                    <a:pt x="1857083" y="3621766"/>
                  </a:lnTo>
                  <a:lnTo>
                    <a:pt x="1857228" y="3621766"/>
                  </a:lnTo>
                  <a:lnTo>
                    <a:pt x="1857374" y="3621766"/>
                  </a:lnTo>
                  <a:lnTo>
                    <a:pt x="1857519" y="3621766"/>
                  </a:lnTo>
                  <a:lnTo>
                    <a:pt x="1857519" y="3621142"/>
                  </a:lnTo>
                  <a:lnTo>
                    <a:pt x="1857665" y="3621142"/>
                  </a:lnTo>
                  <a:lnTo>
                    <a:pt x="1857665" y="3620518"/>
                  </a:lnTo>
                  <a:lnTo>
                    <a:pt x="1857810" y="3620518"/>
                  </a:lnTo>
                  <a:lnTo>
                    <a:pt x="1857956" y="3620518"/>
                  </a:lnTo>
                  <a:lnTo>
                    <a:pt x="1858101" y="3620518"/>
                  </a:lnTo>
                  <a:lnTo>
                    <a:pt x="1858246" y="3620518"/>
                  </a:lnTo>
                  <a:lnTo>
                    <a:pt x="1858392" y="3620518"/>
                  </a:lnTo>
                  <a:lnTo>
                    <a:pt x="1858537" y="3620518"/>
                  </a:lnTo>
                  <a:lnTo>
                    <a:pt x="1858683" y="3620518"/>
                  </a:lnTo>
                  <a:lnTo>
                    <a:pt x="1858828" y="3620518"/>
                  </a:lnTo>
                  <a:lnTo>
                    <a:pt x="1858974" y="3620518"/>
                  </a:lnTo>
                  <a:lnTo>
                    <a:pt x="1859119" y="3620518"/>
                  </a:lnTo>
                  <a:lnTo>
                    <a:pt x="1859264" y="3620518"/>
                  </a:lnTo>
                  <a:lnTo>
                    <a:pt x="1859410" y="3620518"/>
                  </a:lnTo>
                  <a:lnTo>
                    <a:pt x="1859555" y="3620518"/>
                  </a:lnTo>
                  <a:lnTo>
                    <a:pt x="1859701" y="3620518"/>
                  </a:lnTo>
                  <a:lnTo>
                    <a:pt x="1859846" y="3620518"/>
                  </a:lnTo>
                  <a:lnTo>
                    <a:pt x="1859846" y="3619895"/>
                  </a:lnTo>
                  <a:lnTo>
                    <a:pt x="1859992" y="3619895"/>
                  </a:lnTo>
                  <a:lnTo>
                    <a:pt x="1860137" y="3619895"/>
                  </a:lnTo>
                  <a:lnTo>
                    <a:pt x="1860282" y="3619895"/>
                  </a:lnTo>
                  <a:lnTo>
                    <a:pt x="1860282" y="3619271"/>
                  </a:lnTo>
                  <a:lnTo>
                    <a:pt x="1860428" y="3619271"/>
                  </a:lnTo>
                  <a:lnTo>
                    <a:pt x="1860573" y="3619271"/>
                  </a:lnTo>
                  <a:lnTo>
                    <a:pt x="1860719" y="3619271"/>
                  </a:lnTo>
                  <a:lnTo>
                    <a:pt x="1860864" y="3619271"/>
                  </a:lnTo>
                  <a:lnTo>
                    <a:pt x="1861010" y="3619271"/>
                  </a:lnTo>
                  <a:lnTo>
                    <a:pt x="1861010" y="3618648"/>
                  </a:lnTo>
                  <a:lnTo>
                    <a:pt x="1861155" y="3618648"/>
                  </a:lnTo>
                  <a:lnTo>
                    <a:pt x="1861300" y="3618648"/>
                  </a:lnTo>
                  <a:lnTo>
                    <a:pt x="1861300" y="3618024"/>
                  </a:lnTo>
                  <a:lnTo>
                    <a:pt x="1861446" y="3618024"/>
                  </a:lnTo>
                  <a:lnTo>
                    <a:pt x="1861591" y="3618024"/>
                  </a:lnTo>
                  <a:lnTo>
                    <a:pt x="1861737" y="3618024"/>
                  </a:lnTo>
                  <a:lnTo>
                    <a:pt x="1861882" y="3618024"/>
                  </a:lnTo>
                  <a:lnTo>
                    <a:pt x="1862028" y="3618024"/>
                  </a:lnTo>
                  <a:lnTo>
                    <a:pt x="1862173" y="3618024"/>
                  </a:lnTo>
                  <a:lnTo>
                    <a:pt x="1862318" y="3618024"/>
                  </a:lnTo>
                  <a:lnTo>
                    <a:pt x="1862464" y="3618024"/>
                  </a:lnTo>
                  <a:lnTo>
                    <a:pt x="1862609" y="3618024"/>
                  </a:lnTo>
                  <a:lnTo>
                    <a:pt x="1862609" y="3617401"/>
                  </a:lnTo>
                  <a:lnTo>
                    <a:pt x="1862609" y="3616777"/>
                  </a:lnTo>
                  <a:lnTo>
                    <a:pt x="1862755" y="3616777"/>
                  </a:lnTo>
                  <a:lnTo>
                    <a:pt x="1862900" y="3616777"/>
                  </a:lnTo>
                  <a:lnTo>
                    <a:pt x="1863046" y="3616777"/>
                  </a:lnTo>
                  <a:lnTo>
                    <a:pt x="1863191" y="3616777"/>
                  </a:lnTo>
                  <a:lnTo>
                    <a:pt x="1863336" y="3616777"/>
                  </a:lnTo>
                  <a:lnTo>
                    <a:pt x="1863336" y="3616153"/>
                  </a:lnTo>
                  <a:lnTo>
                    <a:pt x="1863482" y="3616153"/>
                  </a:lnTo>
                  <a:lnTo>
                    <a:pt x="1863627" y="3616153"/>
                  </a:lnTo>
                  <a:lnTo>
                    <a:pt x="1863773" y="3616153"/>
                  </a:lnTo>
                  <a:lnTo>
                    <a:pt x="1863918" y="3616153"/>
                  </a:lnTo>
                  <a:lnTo>
                    <a:pt x="1863918" y="3615530"/>
                  </a:lnTo>
                  <a:lnTo>
                    <a:pt x="1864063" y="3615530"/>
                  </a:lnTo>
                  <a:lnTo>
                    <a:pt x="1864209" y="3615530"/>
                  </a:lnTo>
                  <a:lnTo>
                    <a:pt x="1864354" y="3615530"/>
                  </a:lnTo>
                  <a:lnTo>
                    <a:pt x="1864354" y="3614906"/>
                  </a:lnTo>
                  <a:lnTo>
                    <a:pt x="1864354" y="3614283"/>
                  </a:lnTo>
                  <a:lnTo>
                    <a:pt x="1864354" y="3613659"/>
                  </a:lnTo>
                  <a:lnTo>
                    <a:pt x="1864500" y="3613659"/>
                  </a:lnTo>
                  <a:lnTo>
                    <a:pt x="1864645" y="3613659"/>
                  </a:lnTo>
                  <a:lnTo>
                    <a:pt x="1864791" y="3613659"/>
                  </a:lnTo>
                  <a:lnTo>
                    <a:pt x="1864936" y="3613659"/>
                  </a:lnTo>
                  <a:lnTo>
                    <a:pt x="1865081" y="3613659"/>
                  </a:lnTo>
                  <a:lnTo>
                    <a:pt x="1865227" y="3613659"/>
                  </a:lnTo>
                  <a:lnTo>
                    <a:pt x="1865227" y="3613035"/>
                  </a:lnTo>
                  <a:lnTo>
                    <a:pt x="1865227" y="3612412"/>
                  </a:lnTo>
                  <a:lnTo>
                    <a:pt x="1865227" y="3611788"/>
                  </a:lnTo>
                  <a:lnTo>
                    <a:pt x="1865372" y="3611788"/>
                  </a:lnTo>
                  <a:lnTo>
                    <a:pt x="1865518" y="3611788"/>
                  </a:lnTo>
                  <a:lnTo>
                    <a:pt x="1865663" y="3611788"/>
                  </a:lnTo>
                  <a:lnTo>
                    <a:pt x="1865809" y="3611788"/>
                  </a:lnTo>
                  <a:lnTo>
                    <a:pt x="1865954" y="3611788"/>
                  </a:lnTo>
                  <a:lnTo>
                    <a:pt x="1865954" y="3611165"/>
                  </a:lnTo>
                  <a:lnTo>
                    <a:pt x="1866099" y="3611165"/>
                  </a:lnTo>
                  <a:lnTo>
                    <a:pt x="1866245" y="3611165"/>
                  </a:lnTo>
                  <a:lnTo>
                    <a:pt x="1866390" y="3611165"/>
                  </a:lnTo>
                  <a:lnTo>
                    <a:pt x="1866536" y="3611165"/>
                  </a:lnTo>
                  <a:lnTo>
                    <a:pt x="1866681" y="3611165"/>
                  </a:lnTo>
                  <a:lnTo>
                    <a:pt x="1866827" y="3611165"/>
                  </a:lnTo>
                  <a:lnTo>
                    <a:pt x="1866827" y="3610541"/>
                  </a:lnTo>
                  <a:lnTo>
                    <a:pt x="1866972" y="3610541"/>
                  </a:lnTo>
                  <a:lnTo>
                    <a:pt x="1867117" y="3610541"/>
                  </a:lnTo>
                  <a:lnTo>
                    <a:pt x="1867263" y="3610541"/>
                  </a:lnTo>
                  <a:lnTo>
                    <a:pt x="1867408" y="3610541"/>
                  </a:lnTo>
                  <a:lnTo>
                    <a:pt x="1867554" y="3610541"/>
                  </a:lnTo>
                  <a:lnTo>
                    <a:pt x="1867699" y="3610541"/>
                  </a:lnTo>
                  <a:lnTo>
                    <a:pt x="1867845" y="3610541"/>
                  </a:lnTo>
                  <a:lnTo>
                    <a:pt x="1867990" y="3610541"/>
                  </a:lnTo>
                  <a:lnTo>
                    <a:pt x="1868135" y="3610541"/>
                  </a:lnTo>
                  <a:lnTo>
                    <a:pt x="1868281" y="3610541"/>
                  </a:lnTo>
                  <a:lnTo>
                    <a:pt x="1868426" y="3610541"/>
                  </a:lnTo>
                  <a:lnTo>
                    <a:pt x="1868572" y="3610541"/>
                  </a:lnTo>
                  <a:lnTo>
                    <a:pt x="1868717" y="3610541"/>
                  </a:lnTo>
                  <a:lnTo>
                    <a:pt x="1868863" y="3610541"/>
                  </a:lnTo>
                  <a:lnTo>
                    <a:pt x="1868863" y="3609918"/>
                  </a:lnTo>
                  <a:lnTo>
                    <a:pt x="1869008" y="3609918"/>
                  </a:lnTo>
                  <a:lnTo>
                    <a:pt x="1869153" y="3609918"/>
                  </a:lnTo>
                  <a:lnTo>
                    <a:pt x="1869299" y="3609918"/>
                  </a:lnTo>
                  <a:lnTo>
                    <a:pt x="1869299" y="3609294"/>
                  </a:lnTo>
                  <a:lnTo>
                    <a:pt x="1869444" y="3609294"/>
                  </a:lnTo>
                  <a:lnTo>
                    <a:pt x="1869590" y="3609294"/>
                  </a:lnTo>
                  <a:lnTo>
                    <a:pt x="1869735" y="3609294"/>
                  </a:lnTo>
                  <a:lnTo>
                    <a:pt x="1869881" y="3609294"/>
                  </a:lnTo>
                  <a:lnTo>
                    <a:pt x="1870026" y="3609294"/>
                  </a:lnTo>
                  <a:lnTo>
                    <a:pt x="1870171" y="3609294"/>
                  </a:lnTo>
                  <a:lnTo>
                    <a:pt x="1870317" y="3609294"/>
                  </a:lnTo>
                  <a:lnTo>
                    <a:pt x="1870462" y="3609294"/>
                  </a:lnTo>
                  <a:lnTo>
                    <a:pt x="1870462" y="3608670"/>
                  </a:lnTo>
                  <a:lnTo>
                    <a:pt x="1870608" y="3608670"/>
                  </a:lnTo>
                  <a:lnTo>
                    <a:pt x="1870753" y="3608670"/>
                  </a:lnTo>
                  <a:lnTo>
                    <a:pt x="1870898" y="3608670"/>
                  </a:lnTo>
                  <a:lnTo>
                    <a:pt x="1871044" y="3608670"/>
                  </a:lnTo>
                  <a:lnTo>
                    <a:pt x="1871189" y="3608670"/>
                  </a:lnTo>
                  <a:lnTo>
                    <a:pt x="1871335" y="3608670"/>
                  </a:lnTo>
                  <a:lnTo>
                    <a:pt x="1871480" y="3608670"/>
                  </a:lnTo>
                  <a:lnTo>
                    <a:pt x="1871626" y="3608670"/>
                  </a:lnTo>
                  <a:lnTo>
                    <a:pt x="1871771" y="3608670"/>
                  </a:lnTo>
                  <a:lnTo>
                    <a:pt x="1871916" y="3608670"/>
                  </a:lnTo>
                  <a:lnTo>
                    <a:pt x="1871916" y="3608047"/>
                  </a:lnTo>
                  <a:lnTo>
                    <a:pt x="1871916" y="3607423"/>
                  </a:lnTo>
                  <a:lnTo>
                    <a:pt x="1872062" y="3607423"/>
                  </a:lnTo>
                  <a:lnTo>
                    <a:pt x="1872207" y="3607423"/>
                  </a:lnTo>
                  <a:lnTo>
                    <a:pt x="1872353" y="3607423"/>
                  </a:lnTo>
                  <a:lnTo>
                    <a:pt x="1872498" y="3607423"/>
                  </a:lnTo>
                  <a:lnTo>
                    <a:pt x="1872644" y="3607423"/>
                  </a:lnTo>
                  <a:lnTo>
                    <a:pt x="1872789" y="3607423"/>
                  </a:lnTo>
                  <a:lnTo>
                    <a:pt x="1872934" y="3607423"/>
                  </a:lnTo>
                  <a:lnTo>
                    <a:pt x="1873080" y="3607423"/>
                  </a:lnTo>
                  <a:lnTo>
                    <a:pt x="1873225" y="3607423"/>
                  </a:lnTo>
                  <a:lnTo>
                    <a:pt x="1873371" y="3607423"/>
                  </a:lnTo>
                  <a:lnTo>
                    <a:pt x="1873371" y="3606800"/>
                  </a:lnTo>
                  <a:lnTo>
                    <a:pt x="1873371" y="3606176"/>
                  </a:lnTo>
                  <a:lnTo>
                    <a:pt x="1873516" y="3606176"/>
                  </a:lnTo>
                  <a:lnTo>
                    <a:pt x="1873662" y="3606176"/>
                  </a:lnTo>
                  <a:lnTo>
                    <a:pt x="1873662" y="3605552"/>
                  </a:lnTo>
                  <a:lnTo>
                    <a:pt x="1873807" y="3605552"/>
                  </a:lnTo>
                  <a:lnTo>
                    <a:pt x="1873807" y="3604929"/>
                  </a:lnTo>
                  <a:lnTo>
                    <a:pt x="1873807" y="3604305"/>
                  </a:lnTo>
                  <a:lnTo>
                    <a:pt x="1873952" y="3604305"/>
                  </a:lnTo>
                  <a:lnTo>
                    <a:pt x="1874098" y="3604305"/>
                  </a:lnTo>
                  <a:lnTo>
                    <a:pt x="1874243" y="3604305"/>
                  </a:lnTo>
                  <a:lnTo>
                    <a:pt x="1874389" y="3604305"/>
                  </a:lnTo>
                  <a:lnTo>
                    <a:pt x="1874534" y="3604305"/>
                  </a:lnTo>
                  <a:lnTo>
                    <a:pt x="1874680" y="3604305"/>
                  </a:lnTo>
                  <a:lnTo>
                    <a:pt x="1874825" y="3604305"/>
                  </a:lnTo>
                  <a:lnTo>
                    <a:pt x="1874970" y="3604305"/>
                  </a:lnTo>
                  <a:lnTo>
                    <a:pt x="1875116" y="3604305"/>
                  </a:lnTo>
                  <a:lnTo>
                    <a:pt x="1875116" y="3603682"/>
                  </a:lnTo>
                  <a:lnTo>
                    <a:pt x="1875261" y="3603682"/>
                  </a:lnTo>
                  <a:lnTo>
                    <a:pt x="1875261" y="3603058"/>
                  </a:lnTo>
                  <a:lnTo>
                    <a:pt x="1875407" y="3603058"/>
                  </a:lnTo>
                  <a:lnTo>
                    <a:pt x="1875552" y="3603058"/>
                  </a:lnTo>
                  <a:lnTo>
                    <a:pt x="1875698" y="3603058"/>
                  </a:lnTo>
                  <a:lnTo>
                    <a:pt x="1875843" y="3603058"/>
                  </a:lnTo>
                  <a:lnTo>
                    <a:pt x="1875988" y="3603058"/>
                  </a:lnTo>
                  <a:lnTo>
                    <a:pt x="1876134" y="3603058"/>
                  </a:lnTo>
                  <a:lnTo>
                    <a:pt x="1876279" y="3603058"/>
                  </a:lnTo>
                  <a:lnTo>
                    <a:pt x="1876279" y="3602435"/>
                  </a:lnTo>
                  <a:lnTo>
                    <a:pt x="1876425" y="3602435"/>
                  </a:lnTo>
                  <a:lnTo>
                    <a:pt x="1876570" y="3602435"/>
                  </a:lnTo>
                  <a:lnTo>
                    <a:pt x="1876716" y="3602435"/>
                  </a:lnTo>
                  <a:lnTo>
                    <a:pt x="1876861" y="3602435"/>
                  </a:lnTo>
                  <a:lnTo>
                    <a:pt x="1877006" y="3602435"/>
                  </a:lnTo>
                  <a:lnTo>
                    <a:pt x="1877152" y="3602435"/>
                  </a:lnTo>
                  <a:lnTo>
                    <a:pt x="1877152" y="3601811"/>
                  </a:lnTo>
                  <a:lnTo>
                    <a:pt x="1877297" y="3601811"/>
                  </a:lnTo>
                  <a:lnTo>
                    <a:pt x="1877443" y="3601811"/>
                  </a:lnTo>
                  <a:lnTo>
                    <a:pt x="1877588" y="3601811"/>
                  </a:lnTo>
                  <a:lnTo>
                    <a:pt x="1877733" y="3601811"/>
                  </a:lnTo>
                  <a:lnTo>
                    <a:pt x="1877879" y="3601811"/>
                  </a:lnTo>
                  <a:lnTo>
                    <a:pt x="1878024" y="3601811"/>
                  </a:lnTo>
                  <a:lnTo>
                    <a:pt x="1878170" y="3601811"/>
                  </a:lnTo>
                  <a:lnTo>
                    <a:pt x="1878315" y="3601811"/>
                  </a:lnTo>
                  <a:lnTo>
                    <a:pt x="1878315" y="3601187"/>
                  </a:lnTo>
                  <a:lnTo>
                    <a:pt x="1878461" y="3601187"/>
                  </a:lnTo>
                  <a:lnTo>
                    <a:pt x="1878461" y="3600564"/>
                  </a:lnTo>
                  <a:lnTo>
                    <a:pt x="1878606" y="3600564"/>
                  </a:lnTo>
                  <a:lnTo>
                    <a:pt x="1878751" y="3600564"/>
                  </a:lnTo>
                  <a:lnTo>
                    <a:pt x="1878897" y="3600564"/>
                  </a:lnTo>
                  <a:lnTo>
                    <a:pt x="1878897" y="3599940"/>
                  </a:lnTo>
                  <a:lnTo>
                    <a:pt x="1879042" y="3599940"/>
                  </a:lnTo>
                  <a:lnTo>
                    <a:pt x="1879188" y="3599940"/>
                  </a:lnTo>
                  <a:lnTo>
                    <a:pt x="1879333" y="3599940"/>
                  </a:lnTo>
                  <a:lnTo>
                    <a:pt x="1879479" y="3599940"/>
                  </a:lnTo>
                  <a:lnTo>
                    <a:pt x="1879624" y="3599940"/>
                  </a:lnTo>
                  <a:lnTo>
                    <a:pt x="1879769" y="3599940"/>
                  </a:lnTo>
                  <a:lnTo>
                    <a:pt x="1879915" y="3599940"/>
                  </a:lnTo>
                  <a:lnTo>
                    <a:pt x="1880060" y="3599940"/>
                  </a:lnTo>
                  <a:lnTo>
                    <a:pt x="1880206" y="3599940"/>
                  </a:lnTo>
                  <a:lnTo>
                    <a:pt x="1880351" y="3599940"/>
                  </a:lnTo>
                  <a:lnTo>
                    <a:pt x="1880497" y="3599940"/>
                  </a:lnTo>
                  <a:lnTo>
                    <a:pt x="1880642" y="3599940"/>
                  </a:lnTo>
                  <a:lnTo>
                    <a:pt x="1880787" y="3599940"/>
                  </a:lnTo>
                  <a:lnTo>
                    <a:pt x="1880933" y="3599940"/>
                  </a:lnTo>
                  <a:lnTo>
                    <a:pt x="1881078" y="3599940"/>
                  </a:lnTo>
                  <a:lnTo>
                    <a:pt x="1881078" y="3599317"/>
                  </a:lnTo>
                  <a:lnTo>
                    <a:pt x="1881078" y="3598693"/>
                  </a:lnTo>
                  <a:lnTo>
                    <a:pt x="1881224" y="3598693"/>
                  </a:lnTo>
                  <a:lnTo>
                    <a:pt x="1881369" y="3598693"/>
                  </a:lnTo>
                  <a:lnTo>
                    <a:pt x="1881515" y="3598693"/>
                  </a:lnTo>
                  <a:lnTo>
                    <a:pt x="1881515" y="3598069"/>
                  </a:lnTo>
                  <a:lnTo>
                    <a:pt x="1881660" y="3598069"/>
                  </a:lnTo>
                  <a:lnTo>
                    <a:pt x="1881805" y="3598069"/>
                  </a:lnTo>
                  <a:lnTo>
                    <a:pt x="1881951" y="3598069"/>
                  </a:lnTo>
                  <a:lnTo>
                    <a:pt x="1881951" y="3597446"/>
                  </a:lnTo>
                  <a:lnTo>
                    <a:pt x="1882096" y="3597446"/>
                  </a:lnTo>
                  <a:lnTo>
                    <a:pt x="1882242" y="3597446"/>
                  </a:lnTo>
                  <a:lnTo>
                    <a:pt x="1882387" y="3597446"/>
                  </a:lnTo>
                  <a:lnTo>
                    <a:pt x="1882533" y="3597446"/>
                  </a:lnTo>
                  <a:lnTo>
                    <a:pt x="1882533" y="3596822"/>
                  </a:lnTo>
                  <a:lnTo>
                    <a:pt x="1882678" y="3596822"/>
                  </a:lnTo>
                  <a:lnTo>
                    <a:pt x="1882823" y="3596822"/>
                  </a:lnTo>
                  <a:lnTo>
                    <a:pt x="1882969" y="3596822"/>
                  </a:lnTo>
                  <a:lnTo>
                    <a:pt x="1883114" y="3596822"/>
                  </a:lnTo>
                  <a:lnTo>
                    <a:pt x="1883260" y="3596822"/>
                  </a:lnTo>
                  <a:lnTo>
                    <a:pt x="1883260" y="3596199"/>
                  </a:lnTo>
                  <a:lnTo>
                    <a:pt x="1883405" y="3596199"/>
                  </a:lnTo>
                  <a:lnTo>
                    <a:pt x="1883405" y="3595575"/>
                  </a:lnTo>
                  <a:lnTo>
                    <a:pt x="1883551" y="3595575"/>
                  </a:lnTo>
                  <a:lnTo>
                    <a:pt x="1883696" y="3595575"/>
                  </a:lnTo>
                  <a:lnTo>
                    <a:pt x="1883841" y="3595575"/>
                  </a:lnTo>
                  <a:lnTo>
                    <a:pt x="1883987" y="3595575"/>
                  </a:lnTo>
                  <a:lnTo>
                    <a:pt x="1884132" y="3595575"/>
                  </a:lnTo>
                  <a:lnTo>
                    <a:pt x="1884278" y="3595575"/>
                  </a:lnTo>
                  <a:lnTo>
                    <a:pt x="1884423" y="3595575"/>
                  </a:lnTo>
                  <a:lnTo>
                    <a:pt x="1884568" y="3595575"/>
                  </a:lnTo>
                  <a:lnTo>
                    <a:pt x="1884714" y="3595575"/>
                  </a:lnTo>
                  <a:lnTo>
                    <a:pt x="1884859" y="3595575"/>
                  </a:lnTo>
                  <a:lnTo>
                    <a:pt x="1885005" y="3595575"/>
                  </a:lnTo>
                  <a:lnTo>
                    <a:pt x="1885150" y="3595575"/>
                  </a:lnTo>
                  <a:lnTo>
                    <a:pt x="1885296" y="3595575"/>
                  </a:lnTo>
                  <a:lnTo>
                    <a:pt x="1885441" y="3595575"/>
                  </a:lnTo>
                  <a:lnTo>
                    <a:pt x="1885586" y="3595575"/>
                  </a:lnTo>
                  <a:lnTo>
                    <a:pt x="1885732" y="3595575"/>
                  </a:lnTo>
                  <a:lnTo>
                    <a:pt x="1885877" y="3595575"/>
                  </a:lnTo>
                  <a:lnTo>
                    <a:pt x="1886023" y="3595575"/>
                  </a:lnTo>
                  <a:lnTo>
                    <a:pt x="1886168" y="3595575"/>
                  </a:lnTo>
                  <a:lnTo>
                    <a:pt x="1886314" y="3595575"/>
                  </a:lnTo>
                  <a:lnTo>
                    <a:pt x="1886314" y="3594952"/>
                  </a:lnTo>
                  <a:lnTo>
                    <a:pt x="1886459" y="3594952"/>
                  </a:lnTo>
                  <a:lnTo>
                    <a:pt x="1886459" y="3594328"/>
                  </a:lnTo>
                  <a:lnTo>
                    <a:pt x="1886604" y="3594328"/>
                  </a:lnTo>
                  <a:lnTo>
                    <a:pt x="1886750" y="3594328"/>
                  </a:lnTo>
                  <a:lnTo>
                    <a:pt x="1886895" y="3594328"/>
                  </a:lnTo>
                  <a:lnTo>
                    <a:pt x="1887041" y="3594328"/>
                  </a:lnTo>
                  <a:lnTo>
                    <a:pt x="1887186" y="3594328"/>
                  </a:lnTo>
                  <a:lnTo>
                    <a:pt x="1887332" y="3594328"/>
                  </a:lnTo>
                  <a:lnTo>
                    <a:pt x="1887477" y="3594328"/>
                  </a:lnTo>
                  <a:lnTo>
                    <a:pt x="1887622" y="3594328"/>
                  </a:lnTo>
                  <a:lnTo>
                    <a:pt x="1887768" y="3594328"/>
                  </a:lnTo>
                  <a:lnTo>
                    <a:pt x="1887913" y="3594328"/>
                  </a:lnTo>
                  <a:lnTo>
                    <a:pt x="1888059" y="3594328"/>
                  </a:lnTo>
                  <a:lnTo>
                    <a:pt x="1888204" y="3594328"/>
                  </a:lnTo>
                  <a:lnTo>
                    <a:pt x="1888204" y="3593704"/>
                  </a:lnTo>
                  <a:lnTo>
                    <a:pt x="1888350" y="3593704"/>
                  </a:lnTo>
                  <a:lnTo>
                    <a:pt x="1888495" y="3593704"/>
                  </a:lnTo>
                  <a:lnTo>
                    <a:pt x="1888640" y="3593704"/>
                  </a:lnTo>
                  <a:lnTo>
                    <a:pt x="1888786" y="3593704"/>
                  </a:lnTo>
                  <a:lnTo>
                    <a:pt x="1888931" y="3593704"/>
                  </a:lnTo>
                  <a:lnTo>
                    <a:pt x="1889077" y="3593704"/>
                  </a:lnTo>
                  <a:lnTo>
                    <a:pt x="1889222" y="3593704"/>
                  </a:lnTo>
                  <a:lnTo>
                    <a:pt x="1889368" y="3593704"/>
                  </a:lnTo>
                  <a:lnTo>
                    <a:pt x="1889368" y="3593081"/>
                  </a:lnTo>
                  <a:lnTo>
                    <a:pt x="1889513" y="3593081"/>
                  </a:lnTo>
                  <a:lnTo>
                    <a:pt x="1889658" y="3593081"/>
                  </a:lnTo>
                  <a:lnTo>
                    <a:pt x="1889658" y="3592457"/>
                  </a:lnTo>
                  <a:lnTo>
                    <a:pt x="1889804" y="3592457"/>
                  </a:lnTo>
                  <a:lnTo>
                    <a:pt x="1889804" y="3591834"/>
                  </a:lnTo>
                  <a:lnTo>
                    <a:pt x="1889804" y="3591210"/>
                  </a:lnTo>
                  <a:lnTo>
                    <a:pt x="1889949" y="3591210"/>
                  </a:lnTo>
                  <a:lnTo>
                    <a:pt x="1890095" y="3591210"/>
                  </a:lnTo>
                  <a:lnTo>
                    <a:pt x="1890240" y="3591210"/>
                  </a:lnTo>
                  <a:lnTo>
                    <a:pt x="1890386" y="3591210"/>
                  </a:lnTo>
                  <a:lnTo>
                    <a:pt x="1890386" y="3590586"/>
                  </a:lnTo>
                  <a:lnTo>
                    <a:pt x="1890386" y="3589963"/>
                  </a:lnTo>
                  <a:lnTo>
                    <a:pt x="1890531" y="3589963"/>
                  </a:lnTo>
                  <a:lnTo>
                    <a:pt x="1890676" y="3589963"/>
                  </a:lnTo>
                  <a:lnTo>
                    <a:pt x="1890822" y="3589963"/>
                  </a:lnTo>
                  <a:lnTo>
                    <a:pt x="1890967" y="3589963"/>
                  </a:lnTo>
                  <a:lnTo>
                    <a:pt x="1891113" y="3589963"/>
                  </a:lnTo>
                  <a:lnTo>
                    <a:pt x="1891258" y="3589963"/>
                  </a:lnTo>
                  <a:lnTo>
                    <a:pt x="1891403" y="3589963"/>
                  </a:lnTo>
                  <a:lnTo>
                    <a:pt x="1891549" y="3589963"/>
                  </a:lnTo>
                  <a:lnTo>
                    <a:pt x="1891549" y="3589339"/>
                  </a:lnTo>
                  <a:lnTo>
                    <a:pt x="1891694" y="3589339"/>
                  </a:lnTo>
                  <a:lnTo>
                    <a:pt x="1891840" y="3589339"/>
                  </a:lnTo>
                  <a:lnTo>
                    <a:pt x="1891985" y="3589339"/>
                  </a:lnTo>
                  <a:lnTo>
                    <a:pt x="1891985" y="3588716"/>
                  </a:lnTo>
                  <a:lnTo>
                    <a:pt x="1892131" y="3588716"/>
                  </a:lnTo>
                  <a:lnTo>
                    <a:pt x="1892276" y="3588716"/>
                  </a:lnTo>
                  <a:lnTo>
                    <a:pt x="1892276" y="3588092"/>
                  </a:lnTo>
                  <a:lnTo>
                    <a:pt x="1892421" y="3588092"/>
                  </a:lnTo>
                  <a:lnTo>
                    <a:pt x="1892567" y="3588092"/>
                  </a:lnTo>
                  <a:lnTo>
                    <a:pt x="1892712" y="3588092"/>
                  </a:lnTo>
                  <a:lnTo>
                    <a:pt x="1892858" y="3588092"/>
                  </a:lnTo>
                  <a:lnTo>
                    <a:pt x="1892858" y="3587469"/>
                  </a:lnTo>
                  <a:lnTo>
                    <a:pt x="1893003" y="3587469"/>
                  </a:lnTo>
                  <a:lnTo>
                    <a:pt x="1893149" y="3587469"/>
                  </a:lnTo>
                  <a:lnTo>
                    <a:pt x="1893149" y="3586845"/>
                  </a:lnTo>
                  <a:lnTo>
                    <a:pt x="1893294" y="3586845"/>
                  </a:lnTo>
                  <a:lnTo>
                    <a:pt x="1893439" y="3586845"/>
                  </a:lnTo>
                  <a:lnTo>
                    <a:pt x="1893439" y="3586221"/>
                  </a:lnTo>
                  <a:lnTo>
                    <a:pt x="1893585" y="3586221"/>
                  </a:lnTo>
                  <a:lnTo>
                    <a:pt x="1893730" y="3586221"/>
                  </a:lnTo>
                  <a:lnTo>
                    <a:pt x="1893876" y="3586221"/>
                  </a:lnTo>
                  <a:lnTo>
                    <a:pt x="1894021" y="3586221"/>
                  </a:lnTo>
                  <a:lnTo>
                    <a:pt x="1894167" y="3586221"/>
                  </a:lnTo>
                  <a:lnTo>
                    <a:pt x="1894312" y="3586221"/>
                  </a:lnTo>
                  <a:lnTo>
                    <a:pt x="1894457" y="3586221"/>
                  </a:lnTo>
                  <a:lnTo>
                    <a:pt x="1894603" y="3586221"/>
                  </a:lnTo>
                  <a:lnTo>
                    <a:pt x="1894748" y="3586221"/>
                  </a:lnTo>
                  <a:lnTo>
                    <a:pt x="1894894" y="3586221"/>
                  </a:lnTo>
                  <a:lnTo>
                    <a:pt x="1895039" y="3586221"/>
                  </a:lnTo>
                  <a:lnTo>
                    <a:pt x="1895039" y="3585598"/>
                  </a:lnTo>
                  <a:lnTo>
                    <a:pt x="1895185" y="3585598"/>
                  </a:lnTo>
                  <a:lnTo>
                    <a:pt x="1895185" y="3584974"/>
                  </a:lnTo>
                  <a:lnTo>
                    <a:pt x="1895185" y="3584351"/>
                  </a:lnTo>
                  <a:lnTo>
                    <a:pt x="1895185" y="3583727"/>
                  </a:lnTo>
                  <a:lnTo>
                    <a:pt x="1895185" y="3583104"/>
                  </a:lnTo>
                  <a:lnTo>
                    <a:pt x="1895330" y="3583104"/>
                  </a:lnTo>
                  <a:lnTo>
                    <a:pt x="1895475" y="3583104"/>
                  </a:lnTo>
                  <a:lnTo>
                    <a:pt x="1895621" y="3583104"/>
                  </a:lnTo>
                  <a:lnTo>
                    <a:pt x="1895766" y="3583104"/>
                  </a:lnTo>
                  <a:lnTo>
                    <a:pt x="1895912" y="3583104"/>
                  </a:lnTo>
                  <a:lnTo>
                    <a:pt x="1896057" y="3583104"/>
                  </a:lnTo>
                  <a:lnTo>
                    <a:pt x="1896203" y="3583104"/>
                  </a:lnTo>
                  <a:lnTo>
                    <a:pt x="1896348" y="3583104"/>
                  </a:lnTo>
                  <a:lnTo>
                    <a:pt x="1896348" y="3582480"/>
                  </a:lnTo>
                  <a:lnTo>
                    <a:pt x="1896348" y="3581856"/>
                  </a:lnTo>
                  <a:lnTo>
                    <a:pt x="1896493" y="3581856"/>
                  </a:lnTo>
                  <a:lnTo>
                    <a:pt x="1896639" y="3581856"/>
                  </a:lnTo>
                  <a:lnTo>
                    <a:pt x="1896784" y="3581856"/>
                  </a:lnTo>
                  <a:lnTo>
                    <a:pt x="1896930" y="3581856"/>
                  </a:lnTo>
                  <a:lnTo>
                    <a:pt x="1897075" y="3581856"/>
                  </a:lnTo>
                  <a:lnTo>
                    <a:pt x="1897220" y="3581856"/>
                  </a:lnTo>
                  <a:lnTo>
                    <a:pt x="1897366" y="3581856"/>
                  </a:lnTo>
                  <a:lnTo>
                    <a:pt x="1897511" y="3581856"/>
                  </a:lnTo>
                  <a:lnTo>
                    <a:pt x="1897657" y="3581856"/>
                  </a:lnTo>
                  <a:lnTo>
                    <a:pt x="1897802" y="3581856"/>
                  </a:lnTo>
                  <a:lnTo>
                    <a:pt x="1897948" y="3581856"/>
                  </a:lnTo>
                  <a:lnTo>
                    <a:pt x="1898093" y="3581856"/>
                  </a:lnTo>
                  <a:lnTo>
                    <a:pt x="1898238" y="3581856"/>
                  </a:lnTo>
                  <a:lnTo>
                    <a:pt x="1898384" y="3581856"/>
                  </a:lnTo>
                  <a:lnTo>
                    <a:pt x="1898529" y="3581856"/>
                  </a:lnTo>
                  <a:lnTo>
                    <a:pt x="1898529" y="3581233"/>
                  </a:lnTo>
                  <a:lnTo>
                    <a:pt x="1898675" y="3581233"/>
                  </a:lnTo>
                  <a:lnTo>
                    <a:pt x="1898820" y="3581233"/>
                  </a:lnTo>
                  <a:lnTo>
                    <a:pt x="1898966" y="3581233"/>
                  </a:lnTo>
                  <a:lnTo>
                    <a:pt x="1898966" y="3580609"/>
                  </a:lnTo>
                  <a:lnTo>
                    <a:pt x="1899111" y="3580609"/>
                  </a:lnTo>
                  <a:lnTo>
                    <a:pt x="1899256" y="3580609"/>
                  </a:lnTo>
                  <a:lnTo>
                    <a:pt x="1899402" y="3580609"/>
                  </a:lnTo>
                  <a:lnTo>
                    <a:pt x="1899547" y="3580609"/>
                  </a:lnTo>
                  <a:lnTo>
                    <a:pt x="1899693" y="3580609"/>
                  </a:lnTo>
                  <a:lnTo>
                    <a:pt x="1899838" y="3580609"/>
                  </a:lnTo>
                  <a:lnTo>
                    <a:pt x="1899838" y="3579986"/>
                  </a:lnTo>
                  <a:lnTo>
                    <a:pt x="1899984" y="3579986"/>
                  </a:lnTo>
                  <a:lnTo>
                    <a:pt x="1900129" y="3579986"/>
                  </a:lnTo>
                  <a:lnTo>
                    <a:pt x="1900274" y="3579986"/>
                  </a:lnTo>
                  <a:lnTo>
                    <a:pt x="1900420" y="3579986"/>
                  </a:lnTo>
                  <a:lnTo>
                    <a:pt x="1900565" y="3579986"/>
                  </a:lnTo>
                  <a:lnTo>
                    <a:pt x="1900711" y="3579986"/>
                  </a:lnTo>
                  <a:lnTo>
                    <a:pt x="1900856" y="3579986"/>
                  </a:lnTo>
                  <a:lnTo>
                    <a:pt x="1901002" y="3579986"/>
                  </a:lnTo>
                  <a:lnTo>
                    <a:pt x="1901147" y="3579986"/>
                  </a:lnTo>
                  <a:lnTo>
                    <a:pt x="1901147" y="3579362"/>
                  </a:lnTo>
                  <a:lnTo>
                    <a:pt x="1901292" y="3579362"/>
                  </a:lnTo>
                  <a:lnTo>
                    <a:pt x="1901438" y="3579362"/>
                  </a:lnTo>
                  <a:lnTo>
                    <a:pt x="1901583" y="3579362"/>
                  </a:lnTo>
                  <a:lnTo>
                    <a:pt x="1901729" y="3579362"/>
                  </a:lnTo>
                  <a:lnTo>
                    <a:pt x="1901874" y="3579362"/>
                  </a:lnTo>
                  <a:lnTo>
                    <a:pt x="1902020" y="3579362"/>
                  </a:lnTo>
                  <a:lnTo>
                    <a:pt x="1902165" y="3579362"/>
                  </a:lnTo>
                  <a:lnTo>
                    <a:pt x="1902165" y="3578738"/>
                  </a:lnTo>
                  <a:lnTo>
                    <a:pt x="1902165" y="3578115"/>
                  </a:lnTo>
                  <a:lnTo>
                    <a:pt x="1902165" y="3577491"/>
                  </a:lnTo>
                  <a:lnTo>
                    <a:pt x="1902310" y="3577491"/>
                  </a:lnTo>
                  <a:lnTo>
                    <a:pt x="1902310" y="3576868"/>
                  </a:lnTo>
                  <a:lnTo>
                    <a:pt x="1902310" y="3576244"/>
                  </a:lnTo>
                  <a:lnTo>
                    <a:pt x="1902456" y="3576244"/>
                  </a:lnTo>
                  <a:lnTo>
                    <a:pt x="1902601" y="3576244"/>
                  </a:lnTo>
                  <a:lnTo>
                    <a:pt x="1902747" y="3576244"/>
                  </a:lnTo>
                  <a:lnTo>
                    <a:pt x="1902892" y="3576244"/>
                  </a:lnTo>
                  <a:lnTo>
                    <a:pt x="1903038" y="3576244"/>
                  </a:lnTo>
                  <a:lnTo>
                    <a:pt x="1903038" y="3575621"/>
                  </a:lnTo>
                  <a:lnTo>
                    <a:pt x="1903183" y="3575621"/>
                  </a:lnTo>
                  <a:lnTo>
                    <a:pt x="1903328" y="3575621"/>
                  </a:lnTo>
                  <a:lnTo>
                    <a:pt x="1903328" y="3574997"/>
                  </a:lnTo>
                  <a:lnTo>
                    <a:pt x="1903474" y="3574997"/>
                  </a:lnTo>
                  <a:lnTo>
                    <a:pt x="1903619" y="3574997"/>
                  </a:lnTo>
                  <a:lnTo>
                    <a:pt x="1903765" y="3574997"/>
                  </a:lnTo>
                  <a:lnTo>
                    <a:pt x="1903910" y="3574997"/>
                  </a:lnTo>
                  <a:lnTo>
                    <a:pt x="1904055" y="3574997"/>
                  </a:lnTo>
                  <a:lnTo>
                    <a:pt x="1904201" y="3574997"/>
                  </a:lnTo>
                  <a:lnTo>
                    <a:pt x="1904346" y="3574997"/>
                  </a:lnTo>
                  <a:lnTo>
                    <a:pt x="1904346" y="3574373"/>
                  </a:lnTo>
                  <a:lnTo>
                    <a:pt x="1904492" y="3574373"/>
                  </a:lnTo>
                  <a:lnTo>
                    <a:pt x="1904637" y="3574373"/>
                  </a:lnTo>
                  <a:lnTo>
                    <a:pt x="1904783" y="3574373"/>
                  </a:lnTo>
                  <a:lnTo>
                    <a:pt x="1904928" y="3574373"/>
                  </a:lnTo>
                  <a:lnTo>
                    <a:pt x="1905073" y="3574373"/>
                  </a:lnTo>
                  <a:lnTo>
                    <a:pt x="1905073" y="3573750"/>
                  </a:lnTo>
                  <a:lnTo>
                    <a:pt x="1905219" y="3573750"/>
                  </a:lnTo>
                  <a:lnTo>
                    <a:pt x="1905364" y="3573750"/>
                  </a:lnTo>
                  <a:lnTo>
                    <a:pt x="1905364" y="3573126"/>
                  </a:lnTo>
                  <a:lnTo>
                    <a:pt x="1905510" y="3573126"/>
                  </a:lnTo>
                  <a:lnTo>
                    <a:pt x="1905655" y="3573126"/>
                  </a:lnTo>
                  <a:lnTo>
                    <a:pt x="1905801" y="3573126"/>
                  </a:lnTo>
                  <a:lnTo>
                    <a:pt x="1905946" y="3573126"/>
                  </a:lnTo>
                  <a:lnTo>
                    <a:pt x="1906091" y="3573126"/>
                  </a:lnTo>
                  <a:lnTo>
                    <a:pt x="1906237" y="3573126"/>
                  </a:lnTo>
                  <a:lnTo>
                    <a:pt x="1906382" y="3573126"/>
                  </a:lnTo>
                  <a:lnTo>
                    <a:pt x="1906528" y="3573126"/>
                  </a:lnTo>
                  <a:lnTo>
                    <a:pt x="1906528" y="3572503"/>
                  </a:lnTo>
                  <a:lnTo>
                    <a:pt x="1906673" y="3572503"/>
                  </a:lnTo>
                  <a:lnTo>
                    <a:pt x="1906819" y="3572503"/>
                  </a:lnTo>
                  <a:lnTo>
                    <a:pt x="1906964" y="3572503"/>
                  </a:lnTo>
                  <a:lnTo>
                    <a:pt x="1907109" y="3572503"/>
                  </a:lnTo>
                  <a:lnTo>
                    <a:pt x="1907255" y="3572503"/>
                  </a:lnTo>
                  <a:lnTo>
                    <a:pt x="1907400" y="3572503"/>
                  </a:lnTo>
                  <a:lnTo>
                    <a:pt x="1907546" y="3572503"/>
                  </a:lnTo>
                  <a:lnTo>
                    <a:pt x="1907691" y="3572503"/>
                  </a:lnTo>
                  <a:lnTo>
                    <a:pt x="1907837" y="3572503"/>
                  </a:lnTo>
                  <a:lnTo>
                    <a:pt x="1907982" y="3572503"/>
                  </a:lnTo>
                  <a:lnTo>
                    <a:pt x="1907982" y="3571879"/>
                  </a:lnTo>
                  <a:lnTo>
                    <a:pt x="1908127" y="3571879"/>
                  </a:lnTo>
                  <a:lnTo>
                    <a:pt x="1908273" y="3571879"/>
                  </a:lnTo>
                  <a:lnTo>
                    <a:pt x="1908418" y="3571879"/>
                  </a:lnTo>
                  <a:lnTo>
                    <a:pt x="1908564" y="3571879"/>
                  </a:lnTo>
                  <a:lnTo>
                    <a:pt x="1908709" y="3571879"/>
                  </a:lnTo>
                  <a:lnTo>
                    <a:pt x="1908855" y="3571879"/>
                  </a:lnTo>
                  <a:lnTo>
                    <a:pt x="1909000" y="3571879"/>
                  </a:lnTo>
                  <a:lnTo>
                    <a:pt x="1909145" y="3571879"/>
                  </a:lnTo>
                  <a:lnTo>
                    <a:pt x="1909145" y="3571255"/>
                  </a:lnTo>
                  <a:lnTo>
                    <a:pt x="1909291" y="3571255"/>
                  </a:lnTo>
                  <a:lnTo>
                    <a:pt x="1909436" y="3571255"/>
                  </a:lnTo>
                  <a:lnTo>
                    <a:pt x="1909582" y="3571255"/>
                  </a:lnTo>
                  <a:lnTo>
                    <a:pt x="1909727" y="3571255"/>
                  </a:lnTo>
                  <a:lnTo>
                    <a:pt x="1909873" y="3571255"/>
                  </a:lnTo>
                  <a:lnTo>
                    <a:pt x="1909873" y="3570632"/>
                  </a:lnTo>
                  <a:lnTo>
                    <a:pt x="1910018" y="3570632"/>
                  </a:lnTo>
                  <a:lnTo>
                    <a:pt x="1910163" y="3570632"/>
                  </a:lnTo>
                  <a:lnTo>
                    <a:pt x="1910163" y="3570008"/>
                  </a:lnTo>
                  <a:lnTo>
                    <a:pt x="1910309" y="3570008"/>
                  </a:lnTo>
                  <a:lnTo>
                    <a:pt x="1910454" y="3570008"/>
                  </a:lnTo>
                  <a:lnTo>
                    <a:pt x="1910454" y="3569385"/>
                  </a:lnTo>
                  <a:lnTo>
                    <a:pt x="1910600" y="3569385"/>
                  </a:lnTo>
                  <a:lnTo>
                    <a:pt x="1910745" y="3569385"/>
                  </a:lnTo>
                  <a:lnTo>
                    <a:pt x="1910890" y="3569385"/>
                  </a:lnTo>
                  <a:lnTo>
                    <a:pt x="1911036" y="3569385"/>
                  </a:lnTo>
                  <a:lnTo>
                    <a:pt x="1911181" y="3569385"/>
                  </a:lnTo>
                  <a:lnTo>
                    <a:pt x="1911327" y="3569385"/>
                  </a:lnTo>
                  <a:lnTo>
                    <a:pt x="1911472" y="3569385"/>
                  </a:lnTo>
                  <a:lnTo>
                    <a:pt x="1911618" y="3569385"/>
                  </a:lnTo>
                  <a:lnTo>
                    <a:pt x="1911763" y="3569385"/>
                  </a:lnTo>
                  <a:lnTo>
                    <a:pt x="1911908" y="3569385"/>
                  </a:lnTo>
                  <a:lnTo>
                    <a:pt x="1912054" y="3569385"/>
                  </a:lnTo>
                  <a:lnTo>
                    <a:pt x="1912199" y="3569385"/>
                  </a:lnTo>
                  <a:lnTo>
                    <a:pt x="1912345" y="3569385"/>
                  </a:lnTo>
                  <a:lnTo>
                    <a:pt x="1912490" y="3569385"/>
                  </a:lnTo>
                  <a:lnTo>
                    <a:pt x="1912636" y="3569385"/>
                  </a:lnTo>
                  <a:lnTo>
                    <a:pt x="1912781" y="3569385"/>
                  </a:lnTo>
                  <a:lnTo>
                    <a:pt x="1912781" y="3568761"/>
                  </a:lnTo>
                  <a:lnTo>
                    <a:pt x="1912926" y="3568761"/>
                  </a:lnTo>
                  <a:lnTo>
                    <a:pt x="1912926" y="3568138"/>
                  </a:lnTo>
                  <a:lnTo>
                    <a:pt x="1913072" y="3568138"/>
                  </a:lnTo>
                  <a:lnTo>
                    <a:pt x="1913072" y="3567514"/>
                  </a:lnTo>
                  <a:lnTo>
                    <a:pt x="1913217" y="3567514"/>
                  </a:lnTo>
                  <a:lnTo>
                    <a:pt x="1913363" y="3567514"/>
                  </a:lnTo>
                  <a:lnTo>
                    <a:pt x="1913508" y="3567514"/>
                  </a:lnTo>
                  <a:lnTo>
                    <a:pt x="1913508" y="3566890"/>
                  </a:lnTo>
                  <a:lnTo>
                    <a:pt x="1913654" y="3566890"/>
                  </a:lnTo>
                  <a:lnTo>
                    <a:pt x="1913654" y="3566267"/>
                  </a:lnTo>
                  <a:lnTo>
                    <a:pt x="1913799" y="3566267"/>
                  </a:lnTo>
                  <a:lnTo>
                    <a:pt x="1913944" y="3566267"/>
                  </a:lnTo>
                  <a:lnTo>
                    <a:pt x="1914090" y="3566267"/>
                  </a:lnTo>
                  <a:lnTo>
                    <a:pt x="1914235" y="3566267"/>
                  </a:lnTo>
                  <a:lnTo>
                    <a:pt x="1914381" y="3566267"/>
                  </a:lnTo>
                  <a:lnTo>
                    <a:pt x="1914526" y="3566267"/>
                  </a:lnTo>
                  <a:lnTo>
                    <a:pt x="1914526" y="3565643"/>
                  </a:lnTo>
                  <a:lnTo>
                    <a:pt x="1914526" y="3565020"/>
                  </a:lnTo>
                  <a:lnTo>
                    <a:pt x="1914526" y="3564396"/>
                  </a:lnTo>
                  <a:lnTo>
                    <a:pt x="1914672" y="3564396"/>
                  </a:lnTo>
                  <a:lnTo>
                    <a:pt x="1914817" y="3564396"/>
                  </a:lnTo>
                  <a:lnTo>
                    <a:pt x="1914817" y="3563772"/>
                  </a:lnTo>
                  <a:lnTo>
                    <a:pt x="1914962" y="3563772"/>
                  </a:lnTo>
                  <a:lnTo>
                    <a:pt x="1915108" y="3563772"/>
                  </a:lnTo>
                  <a:lnTo>
                    <a:pt x="1915253" y="3563772"/>
                  </a:lnTo>
                  <a:lnTo>
                    <a:pt x="1915399" y="3563772"/>
                  </a:lnTo>
                  <a:lnTo>
                    <a:pt x="1915544" y="3563772"/>
                  </a:lnTo>
                  <a:lnTo>
                    <a:pt x="1915690" y="3563772"/>
                  </a:lnTo>
                  <a:lnTo>
                    <a:pt x="1915835" y="3563772"/>
                  </a:lnTo>
                  <a:lnTo>
                    <a:pt x="1915980" y="3563772"/>
                  </a:lnTo>
                  <a:lnTo>
                    <a:pt x="1916126" y="3563772"/>
                  </a:lnTo>
                  <a:lnTo>
                    <a:pt x="1916271" y="3563772"/>
                  </a:lnTo>
                  <a:lnTo>
                    <a:pt x="1916417" y="3563772"/>
                  </a:lnTo>
                  <a:lnTo>
                    <a:pt x="1916562" y="3563772"/>
                  </a:lnTo>
                  <a:lnTo>
                    <a:pt x="1916708" y="3563772"/>
                  </a:lnTo>
                  <a:lnTo>
                    <a:pt x="1916708" y="3563149"/>
                  </a:lnTo>
                  <a:lnTo>
                    <a:pt x="1916853" y="3563149"/>
                  </a:lnTo>
                  <a:lnTo>
                    <a:pt x="1916853" y="3562525"/>
                  </a:lnTo>
                  <a:lnTo>
                    <a:pt x="1916853" y="3561902"/>
                  </a:lnTo>
                  <a:lnTo>
                    <a:pt x="1916998" y="3561902"/>
                  </a:lnTo>
                  <a:lnTo>
                    <a:pt x="1917144" y="3561902"/>
                  </a:lnTo>
                  <a:lnTo>
                    <a:pt x="1917144" y="3561278"/>
                  </a:lnTo>
                  <a:lnTo>
                    <a:pt x="1917289" y="3561278"/>
                  </a:lnTo>
                  <a:lnTo>
                    <a:pt x="1917435" y="3561278"/>
                  </a:lnTo>
                  <a:lnTo>
                    <a:pt x="1917580" y="3561278"/>
                  </a:lnTo>
                  <a:lnTo>
                    <a:pt x="1917725" y="3561278"/>
                  </a:lnTo>
                  <a:lnTo>
                    <a:pt x="1917871" y="3561278"/>
                  </a:lnTo>
                  <a:lnTo>
                    <a:pt x="1917871" y="3560655"/>
                  </a:lnTo>
                  <a:lnTo>
                    <a:pt x="1917871" y="3560031"/>
                  </a:lnTo>
                  <a:lnTo>
                    <a:pt x="1918016" y="3560031"/>
                  </a:lnTo>
                  <a:lnTo>
                    <a:pt x="1918162" y="3560031"/>
                  </a:lnTo>
                  <a:lnTo>
                    <a:pt x="1918307" y="3560031"/>
                  </a:lnTo>
                  <a:lnTo>
                    <a:pt x="1918453" y="3560031"/>
                  </a:lnTo>
                  <a:lnTo>
                    <a:pt x="1918598" y="3560031"/>
                  </a:lnTo>
                  <a:lnTo>
                    <a:pt x="1918598" y="3559407"/>
                  </a:lnTo>
                  <a:lnTo>
                    <a:pt x="1918743" y="3559407"/>
                  </a:lnTo>
                  <a:lnTo>
                    <a:pt x="1918743" y="3558784"/>
                  </a:lnTo>
                  <a:lnTo>
                    <a:pt x="1918889" y="3558784"/>
                  </a:lnTo>
                  <a:lnTo>
                    <a:pt x="1919034" y="3558784"/>
                  </a:lnTo>
                  <a:lnTo>
                    <a:pt x="1919180" y="3558784"/>
                  </a:lnTo>
                  <a:lnTo>
                    <a:pt x="1919325" y="3558784"/>
                  </a:lnTo>
                  <a:lnTo>
                    <a:pt x="1919471" y="3558784"/>
                  </a:lnTo>
                  <a:lnTo>
                    <a:pt x="1919616" y="3558784"/>
                  </a:lnTo>
                  <a:lnTo>
                    <a:pt x="1919761" y="3558784"/>
                  </a:lnTo>
                  <a:lnTo>
                    <a:pt x="1919761" y="3558160"/>
                  </a:lnTo>
                  <a:lnTo>
                    <a:pt x="1919907" y="3558160"/>
                  </a:lnTo>
                  <a:lnTo>
                    <a:pt x="1919907" y="3557537"/>
                  </a:lnTo>
                  <a:lnTo>
                    <a:pt x="1920052" y="3557537"/>
                  </a:lnTo>
                  <a:lnTo>
                    <a:pt x="1920198" y="3557537"/>
                  </a:lnTo>
                  <a:lnTo>
                    <a:pt x="1920343" y="3557537"/>
                  </a:lnTo>
                  <a:lnTo>
                    <a:pt x="1920489" y="3557537"/>
                  </a:lnTo>
                  <a:lnTo>
                    <a:pt x="1920489" y="3556913"/>
                  </a:lnTo>
                  <a:lnTo>
                    <a:pt x="1920489" y="3556289"/>
                  </a:lnTo>
                  <a:lnTo>
                    <a:pt x="1920634" y="3556289"/>
                  </a:lnTo>
                  <a:lnTo>
                    <a:pt x="1920779" y="3556289"/>
                  </a:lnTo>
                  <a:lnTo>
                    <a:pt x="1920925" y="3556289"/>
                  </a:lnTo>
                  <a:lnTo>
                    <a:pt x="1921070" y="3556289"/>
                  </a:lnTo>
                  <a:lnTo>
                    <a:pt x="1921216" y="3556289"/>
                  </a:lnTo>
                  <a:lnTo>
                    <a:pt x="1921361" y="3556289"/>
                  </a:lnTo>
                  <a:lnTo>
                    <a:pt x="1921507" y="3556289"/>
                  </a:lnTo>
                  <a:lnTo>
                    <a:pt x="1921652" y="3556289"/>
                  </a:lnTo>
                  <a:lnTo>
                    <a:pt x="1921797" y="3556289"/>
                  </a:lnTo>
                  <a:lnTo>
                    <a:pt x="1921943" y="3556289"/>
                  </a:lnTo>
                  <a:lnTo>
                    <a:pt x="1922088" y="3556289"/>
                  </a:lnTo>
                  <a:lnTo>
                    <a:pt x="1922234" y="3556289"/>
                  </a:lnTo>
                  <a:lnTo>
                    <a:pt x="1922234" y="3555666"/>
                  </a:lnTo>
                  <a:lnTo>
                    <a:pt x="1922379" y="3555666"/>
                  </a:lnTo>
                  <a:lnTo>
                    <a:pt x="1922379" y="3555042"/>
                  </a:lnTo>
                  <a:lnTo>
                    <a:pt x="1922525" y="3555042"/>
                  </a:lnTo>
                  <a:lnTo>
                    <a:pt x="1922670" y="3555042"/>
                  </a:lnTo>
                  <a:lnTo>
                    <a:pt x="1922815" y="3555042"/>
                  </a:lnTo>
                  <a:lnTo>
                    <a:pt x="1922961" y="3555042"/>
                  </a:lnTo>
                  <a:lnTo>
                    <a:pt x="1923106" y="3555042"/>
                  </a:lnTo>
                  <a:lnTo>
                    <a:pt x="1923252" y="3555042"/>
                  </a:lnTo>
                  <a:lnTo>
                    <a:pt x="1923397" y="3555042"/>
                  </a:lnTo>
                  <a:lnTo>
                    <a:pt x="1923543" y="3555042"/>
                  </a:lnTo>
                  <a:lnTo>
                    <a:pt x="1923543" y="3554419"/>
                  </a:lnTo>
                  <a:lnTo>
                    <a:pt x="1923688" y="3554419"/>
                  </a:lnTo>
                  <a:lnTo>
                    <a:pt x="1923833" y="3554419"/>
                  </a:lnTo>
                  <a:lnTo>
                    <a:pt x="1923979" y="3554419"/>
                  </a:lnTo>
                  <a:lnTo>
                    <a:pt x="1924124" y="3554419"/>
                  </a:lnTo>
                  <a:lnTo>
                    <a:pt x="1924270" y="3554419"/>
                  </a:lnTo>
                  <a:lnTo>
                    <a:pt x="1924415" y="3554419"/>
                  </a:lnTo>
                  <a:lnTo>
                    <a:pt x="1924560" y="3554419"/>
                  </a:lnTo>
                  <a:lnTo>
                    <a:pt x="1924706" y="3554419"/>
                  </a:lnTo>
                  <a:lnTo>
                    <a:pt x="1924851" y="3554419"/>
                  </a:lnTo>
                  <a:lnTo>
                    <a:pt x="1924997" y="3554419"/>
                  </a:lnTo>
                  <a:lnTo>
                    <a:pt x="1925142" y="3554419"/>
                  </a:lnTo>
                  <a:lnTo>
                    <a:pt x="1925142" y="3553795"/>
                  </a:lnTo>
                  <a:lnTo>
                    <a:pt x="1925288" y="3553795"/>
                  </a:lnTo>
                  <a:lnTo>
                    <a:pt x="1925433" y="3553795"/>
                  </a:lnTo>
                  <a:lnTo>
                    <a:pt x="1925578" y="3553795"/>
                  </a:lnTo>
                  <a:lnTo>
                    <a:pt x="1925724" y="3553795"/>
                  </a:lnTo>
                  <a:lnTo>
                    <a:pt x="1925869" y="3553795"/>
                  </a:lnTo>
                  <a:lnTo>
                    <a:pt x="1926015" y="3553795"/>
                  </a:lnTo>
                  <a:lnTo>
                    <a:pt x="1926015" y="3553172"/>
                  </a:lnTo>
                  <a:lnTo>
                    <a:pt x="1926160" y="3553172"/>
                  </a:lnTo>
                  <a:lnTo>
                    <a:pt x="1926306" y="3553172"/>
                  </a:lnTo>
                  <a:lnTo>
                    <a:pt x="1926451" y="3553172"/>
                  </a:lnTo>
                  <a:lnTo>
                    <a:pt x="1926596" y="3553172"/>
                  </a:lnTo>
                  <a:lnTo>
                    <a:pt x="1926596" y="3552548"/>
                  </a:lnTo>
                  <a:lnTo>
                    <a:pt x="1926742" y="3552548"/>
                  </a:lnTo>
                  <a:lnTo>
                    <a:pt x="1926887" y="3552548"/>
                  </a:lnTo>
                  <a:lnTo>
                    <a:pt x="1926887" y="3551924"/>
                  </a:lnTo>
                  <a:lnTo>
                    <a:pt x="1927033" y="3551924"/>
                  </a:lnTo>
                  <a:lnTo>
                    <a:pt x="1927178" y="3551924"/>
                  </a:lnTo>
                  <a:lnTo>
                    <a:pt x="1927324" y="3551924"/>
                  </a:lnTo>
                  <a:lnTo>
                    <a:pt x="1927469" y="3551924"/>
                  </a:lnTo>
                  <a:lnTo>
                    <a:pt x="1927614" y="3551924"/>
                  </a:lnTo>
                  <a:lnTo>
                    <a:pt x="1927760" y="3551924"/>
                  </a:lnTo>
                  <a:lnTo>
                    <a:pt x="1927905" y="3551924"/>
                  </a:lnTo>
                  <a:lnTo>
                    <a:pt x="1928051" y="3551924"/>
                  </a:lnTo>
                  <a:lnTo>
                    <a:pt x="1928196" y="3551924"/>
                  </a:lnTo>
                  <a:lnTo>
                    <a:pt x="1928342" y="3551924"/>
                  </a:lnTo>
                  <a:lnTo>
                    <a:pt x="1928487" y="3551924"/>
                  </a:lnTo>
                  <a:lnTo>
                    <a:pt x="1928632" y="3551924"/>
                  </a:lnTo>
                  <a:lnTo>
                    <a:pt x="1928778" y="3551924"/>
                  </a:lnTo>
                  <a:lnTo>
                    <a:pt x="1928923" y="3551924"/>
                  </a:lnTo>
                  <a:lnTo>
                    <a:pt x="1929069" y="3551924"/>
                  </a:lnTo>
                  <a:lnTo>
                    <a:pt x="1929214" y="3551924"/>
                  </a:lnTo>
                  <a:lnTo>
                    <a:pt x="1929214" y="3551301"/>
                  </a:lnTo>
                  <a:lnTo>
                    <a:pt x="1929360" y="3551301"/>
                  </a:lnTo>
                  <a:lnTo>
                    <a:pt x="1929360" y="3550677"/>
                  </a:lnTo>
                  <a:lnTo>
                    <a:pt x="1929360" y="3550054"/>
                  </a:lnTo>
                  <a:lnTo>
                    <a:pt x="1929505" y="3550054"/>
                  </a:lnTo>
                  <a:lnTo>
                    <a:pt x="1929650" y="3550054"/>
                  </a:lnTo>
                  <a:lnTo>
                    <a:pt x="1929796" y="3550054"/>
                  </a:lnTo>
                  <a:lnTo>
                    <a:pt x="1929941" y="3550054"/>
                  </a:lnTo>
                  <a:lnTo>
                    <a:pt x="1930087" y="3550054"/>
                  </a:lnTo>
                  <a:lnTo>
                    <a:pt x="1930087" y="3549430"/>
                  </a:lnTo>
                  <a:lnTo>
                    <a:pt x="1930087" y="3548806"/>
                  </a:lnTo>
                  <a:lnTo>
                    <a:pt x="1930087" y="3548183"/>
                  </a:lnTo>
                  <a:lnTo>
                    <a:pt x="1930087" y="3547559"/>
                  </a:lnTo>
                  <a:lnTo>
                    <a:pt x="1930232" y="3547559"/>
                  </a:lnTo>
                  <a:lnTo>
                    <a:pt x="1930378" y="3547559"/>
                  </a:lnTo>
                  <a:lnTo>
                    <a:pt x="1930523" y="3547559"/>
                  </a:lnTo>
                  <a:lnTo>
                    <a:pt x="1930668" y="3547559"/>
                  </a:lnTo>
                  <a:lnTo>
                    <a:pt x="1930814" y="3547559"/>
                  </a:lnTo>
                  <a:lnTo>
                    <a:pt x="1930814" y="3546936"/>
                  </a:lnTo>
                  <a:lnTo>
                    <a:pt x="1930814" y="3546312"/>
                  </a:lnTo>
                  <a:lnTo>
                    <a:pt x="1930814" y="3545689"/>
                  </a:lnTo>
                  <a:lnTo>
                    <a:pt x="1930959" y="3545689"/>
                  </a:lnTo>
                  <a:lnTo>
                    <a:pt x="1931105" y="3545689"/>
                  </a:lnTo>
                  <a:lnTo>
                    <a:pt x="1931105" y="3545065"/>
                  </a:lnTo>
                  <a:lnTo>
                    <a:pt x="1931250" y="3545065"/>
                  </a:lnTo>
                  <a:lnTo>
                    <a:pt x="1931395" y="3545065"/>
                  </a:lnTo>
                  <a:lnTo>
                    <a:pt x="1931541" y="3545065"/>
                  </a:lnTo>
                  <a:lnTo>
                    <a:pt x="1931686" y="3545065"/>
                  </a:lnTo>
                  <a:lnTo>
                    <a:pt x="1931832" y="3545065"/>
                  </a:lnTo>
                  <a:lnTo>
                    <a:pt x="1931977" y="3545065"/>
                  </a:lnTo>
                  <a:lnTo>
                    <a:pt x="1932123" y="3545065"/>
                  </a:lnTo>
                  <a:lnTo>
                    <a:pt x="1932268" y="3545065"/>
                  </a:lnTo>
                  <a:lnTo>
                    <a:pt x="1932413" y="3545065"/>
                  </a:lnTo>
                  <a:lnTo>
                    <a:pt x="1932559" y="3545065"/>
                  </a:lnTo>
                  <a:lnTo>
                    <a:pt x="1932704" y="3545065"/>
                  </a:lnTo>
                  <a:lnTo>
                    <a:pt x="1932850" y="3545065"/>
                  </a:lnTo>
                  <a:lnTo>
                    <a:pt x="1932995" y="3545065"/>
                  </a:lnTo>
                  <a:lnTo>
                    <a:pt x="1933141" y="3545065"/>
                  </a:lnTo>
                  <a:lnTo>
                    <a:pt x="1933286" y="3545065"/>
                  </a:lnTo>
                  <a:lnTo>
                    <a:pt x="1933431" y="3545065"/>
                  </a:lnTo>
                  <a:lnTo>
                    <a:pt x="1933577" y="3545065"/>
                  </a:lnTo>
                  <a:lnTo>
                    <a:pt x="1933577" y="3544441"/>
                  </a:lnTo>
                  <a:lnTo>
                    <a:pt x="1933722" y="3544441"/>
                  </a:lnTo>
                  <a:lnTo>
                    <a:pt x="1933868" y="3544441"/>
                  </a:lnTo>
                  <a:lnTo>
                    <a:pt x="1934013" y="3544441"/>
                  </a:lnTo>
                  <a:lnTo>
                    <a:pt x="1934159" y="3544441"/>
                  </a:lnTo>
                  <a:lnTo>
                    <a:pt x="1934159" y="3543818"/>
                  </a:lnTo>
                  <a:lnTo>
                    <a:pt x="1934304" y="3543818"/>
                  </a:lnTo>
                  <a:lnTo>
                    <a:pt x="1934449" y="3543818"/>
                  </a:lnTo>
                  <a:lnTo>
                    <a:pt x="1934595" y="3543818"/>
                  </a:lnTo>
                  <a:lnTo>
                    <a:pt x="1934740" y="3543818"/>
                  </a:lnTo>
                  <a:lnTo>
                    <a:pt x="1934886" y="3543818"/>
                  </a:lnTo>
                  <a:lnTo>
                    <a:pt x="1935031" y="3543818"/>
                  </a:lnTo>
                  <a:lnTo>
                    <a:pt x="1935031" y="3543194"/>
                  </a:lnTo>
                  <a:lnTo>
                    <a:pt x="1935031" y="3542571"/>
                  </a:lnTo>
                  <a:lnTo>
                    <a:pt x="1935177" y="3542571"/>
                  </a:lnTo>
                  <a:lnTo>
                    <a:pt x="1935322" y="3542571"/>
                  </a:lnTo>
                  <a:lnTo>
                    <a:pt x="1935467" y="3542571"/>
                  </a:lnTo>
                  <a:lnTo>
                    <a:pt x="1935613" y="3542571"/>
                  </a:lnTo>
                  <a:lnTo>
                    <a:pt x="1935758" y="3542571"/>
                  </a:lnTo>
                  <a:lnTo>
                    <a:pt x="1935758" y="3541947"/>
                  </a:lnTo>
                  <a:lnTo>
                    <a:pt x="1935904" y="3541947"/>
                  </a:lnTo>
                  <a:lnTo>
                    <a:pt x="1936049" y="3541947"/>
                  </a:lnTo>
                  <a:lnTo>
                    <a:pt x="1936049" y="3541323"/>
                  </a:lnTo>
                  <a:lnTo>
                    <a:pt x="1936195" y="3541323"/>
                  </a:lnTo>
                  <a:lnTo>
                    <a:pt x="1936195" y="3540700"/>
                  </a:lnTo>
                  <a:lnTo>
                    <a:pt x="1936340" y="3540700"/>
                  </a:lnTo>
                  <a:lnTo>
                    <a:pt x="1936340" y="3540076"/>
                  </a:lnTo>
                  <a:lnTo>
                    <a:pt x="1936485" y="3540076"/>
                  </a:lnTo>
                  <a:lnTo>
                    <a:pt x="1936631" y="3540076"/>
                  </a:lnTo>
                  <a:lnTo>
                    <a:pt x="1936776" y="3540076"/>
                  </a:lnTo>
                  <a:lnTo>
                    <a:pt x="1936776" y="3539453"/>
                  </a:lnTo>
                  <a:lnTo>
                    <a:pt x="1936922" y="3539453"/>
                  </a:lnTo>
                  <a:lnTo>
                    <a:pt x="1937067" y="3539453"/>
                  </a:lnTo>
                  <a:lnTo>
                    <a:pt x="1937067" y="3538829"/>
                  </a:lnTo>
                  <a:lnTo>
                    <a:pt x="1937213" y="3538829"/>
                  </a:lnTo>
                  <a:lnTo>
                    <a:pt x="1937213" y="3538206"/>
                  </a:lnTo>
                  <a:lnTo>
                    <a:pt x="1937213" y="3537582"/>
                  </a:lnTo>
                  <a:lnTo>
                    <a:pt x="1937358" y="3537582"/>
                  </a:lnTo>
                  <a:lnTo>
                    <a:pt x="1937503" y="3537582"/>
                  </a:lnTo>
                  <a:lnTo>
                    <a:pt x="1937503" y="3536958"/>
                  </a:lnTo>
                  <a:lnTo>
                    <a:pt x="1937649" y="3536958"/>
                  </a:lnTo>
                  <a:lnTo>
                    <a:pt x="1937794" y="3536958"/>
                  </a:lnTo>
                  <a:lnTo>
                    <a:pt x="1937940" y="3536958"/>
                  </a:lnTo>
                  <a:lnTo>
                    <a:pt x="1938085" y="3536958"/>
                  </a:lnTo>
                  <a:lnTo>
                    <a:pt x="1938085" y="3536335"/>
                  </a:lnTo>
                  <a:lnTo>
                    <a:pt x="1938230" y="3536335"/>
                  </a:lnTo>
                  <a:lnTo>
                    <a:pt x="1938376" y="3536335"/>
                  </a:lnTo>
                  <a:lnTo>
                    <a:pt x="1938376" y="3535711"/>
                  </a:lnTo>
                  <a:lnTo>
                    <a:pt x="1938521" y="3535711"/>
                  </a:lnTo>
                  <a:lnTo>
                    <a:pt x="1938667" y="3535711"/>
                  </a:lnTo>
                  <a:lnTo>
                    <a:pt x="1938812" y="3535711"/>
                  </a:lnTo>
                  <a:lnTo>
                    <a:pt x="1938812" y="3535088"/>
                  </a:lnTo>
                  <a:lnTo>
                    <a:pt x="1938812" y="3534464"/>
                  </a:lnTo>
                  <a:lnTo>
                    <a:pt x="1938812" y="3533841"/>
                  </a:lnTo>
                  <a:lnTo>
                    <a:pt x="1938958" y="3533841"/>
                  </a:lnTo>
                  <a:lnTo>
                    <a:pt x="1939103" y="3533841"/>
                  </a:lnTo>
                  <a:lnTo>
                    <a:pt x="1939103" y="3533217"/>
                  </a:lnTo>
                  <a:lnTo>
                    <a:pt x="1939248" y="3533217"/>
                  </a:lnTo>
                  <a:lnTo>
                    <a:pt x="1939394" y="3533217"/>
                  </a:lnTo>
                  <a:lnTo>
                    <a:pt x="1939539" y="3533217"/>
                  </a:lnTo>
                  <a:lnTo>
                    <a:pt x="1939685" y="3533217"/>
                  </a:lnTo>
                  <a:lnTo>
                    <a:pt x="1939830" y="3533217"/>
                  </a:lnTo>
                  <a:lnTo>
                    <a:pt x="1939830" y="3532593"/>
                  </a:lnTo>
                  <a:lnTo>
                    <a:pt x="1939976" y="3532593"/>
                  </a:lnTo>
                  <a:lnTo>
                    <a:pt x="1940121" y="3532593"/>
                  </a:lnTo>
                  <a:lnTo>
                    <a:pt x="1940266" y="3532593"/>
                  </a:lnTo>
                  <a:lnTo>
                    <a:pt x="1940266" y="3531970"/>
                  </a:lnTo>
                  <a:lnTo>
                    <a:pt x="1940412" y="3531970"/>
                  </a:lnTo>
                  <a:lnTo>
                    <a:pt x="1940557" y="3531970"/>
                  </a:lnTo>
                  <a:lnTo>
                    <a:pt x="1940703" y="3531970"/>
                  </a:lnTo>
                  <a:lnTo>
                    <a:pt x="1940848" y="3531970"/>
                  </a:lnTo>
                  <a:lnTo>
                    <a:pt x="1940994" y="3531970"/>
                  </a:lnTo>
                  <a:lnTo>
                    <a:pt x="1941139" y="3531970"/>
                  </a:lnTo>
                  <a:lnTo>
                    <a:pt x="1941284" y="3531970"/>
                  </a:lnTo>
                  <a:lnTo>
                    <a:pt x="1941430" y="3531970"/>
                  </a:lnTo>
                  <a:lnTo>
                    <a:pt x="1941430" y="3531346"/>
                  </a:lnTo>
                  <a:lnTo>
                    <a:pt x="1941430" y="3530723"/>
                  </a:lnTo>
                  <a:lnTo>
                    <a:pt x="1941575" y="3530723"/>
                  </a:lnTo>
                  <a:lnTo>
                    <a:pt x="1941721" y="3530723"/>
                  </a:lnTo>
                  <a:lnTo>
                    <a:pt x="1941866" y="3530723"/>
                  </a:lnTo>
                  <a:lnTo>
                    <a:pt x="1942012" y="3530723"/>
                  </a:lnTo>
                  <a:lnTo>
                    <a:pt x="1942157" y="3530723"/>
                  </a:lnTo>
                  <a:lnTo>
                    <a:pt x="1942157" y="3530099"/>
                  </a:lnTo>
                  <a:lnTo>
                    <a:pt x="1942302" y="3530099"/>
                  </a:lnTo>
                  <a:lnTo>
                    <a:pt x="1942448" y="3530099"/>
                  </a:lnTo>
                  <a:lnTo>
                    <a:pt x="1942593" y="3530099"/>
                  </a:lnTo>
                  <a:lnTo>
                    <a:pt x="1942739" y="3530099"/>
                  </a:lnTo>
                  <a:lnTo>
                    <a:pt x="1942884" y="3530099"/>
                  </a:lnTo>
                  <a:lnTo>
                    <a:pt x="1943030" y="3530099"/>
                  </a:lnTo>
                  <a:lnTo>
                    <a:pt x="1943175" y="3530099"/>
                  </a:lnTo>
                  <a:lnTo>
                    <a:pt x="1943320" y="3530099"/>
                  </a:lnTo>
                  <a:lnTo>
                    <a:pt x="1943466" y="3530099"/>
                  </a:lnTo>
                  <a:lnTo>
                    <a:pt x="1943466" y="3529475"/>
                  </a:lnTo>
                  <a:lnTo>
                    <a:pt x="1943611" y="3529475"/>
                  </a:lnTo>
                  <a:lnTo>
                    <a:pt x="1943611" y="3528852"/>
                  </a:lnTo>
                  <a:lnTo>
                    <a:pt x="1943611" y="3528228"/>
                  </a:lnTo>
                  <a:lnTo>
                    <a:pt x="1943757" y="3528228"/>
                  </a:lnTo>
                  <a:lnTo>
                    <a:pt x="1943902" y="3528228"/>
                  </a:lnTo>
                  <a:lnTo>
                    <a:pt x="1944048" y="3528228"/>
                  </a:lnTo>
                  <a:lnTo>
                    <a:pt x="1944193" y="3528228"/>
                  </a:lnTo>
                  <a:lnTo>
                    <a:pt x="1944338" y="3528228"/>
                  </a:lnTo>
                  <a:lnTo>
                    <a:pt x="1944484" y="3528228"/>
                  </a:lnTo>
                  <a:lnTo>
                    <a:pt x="1944629" y="3528228"/>
                  </a:lnTo>
                  <a:lnTo>
                    <a:pt x="1944775" y="3528228"/>
                  </a:lnTo>
                  <a:lnTo>
                    <a:pt x="1944920" y="3528228"/>
                  </a:lnTo>
                  <a:lnTo>
                    <a:pt x="1945065" y="3528228"/>
                  </a:lnTo>
                  <a:lnTo>
                    <a:pt x="1945211" y="3528228"/>
                  </a:lnTo>
                  <a:lnTo>
                    <a:pt x="1945211" y="3527605"/>
                  </a:lnTo>
                  <a:lnTo>
                    <a:pt x="1945356" y="3527605"/>
                  </a:lnTo>
                  <a:lnTo>
                    <a:pt x="1945502" y="3527605"/>
                  </a:lnTo>
                  <a:lnTo>
                    <a:pt x="1945647" y="3527605"/>
                  </a:lnTo>
                  <a:lnTo>
                    <a:pt x="1945793" y="3527605"/>
                  </a:lnTo>
                  <a:lnTo>
                    <a:pt x="1945938" y="3527605"/>
                  </a:lnTo>
                  <a:lnTo>
                    <a:pt x="1945938" y="3526981"/>
                  </a:lnTo>
                  <a:lnTo>
                    <a:pt x="1946083" y="3526981"/>
                  </a:lnTo>
                  <a:lnTo>
                    <a:pt x="1946229" y="3526981"/>
                  </a:lnTo>
                  <a:lnTo>
                    <a:pt x="1946374" y="3526981"/>
                  </a:lnTo>
                  <a:lnTo>
                    <a:pt x="1946520" y="3526981"/>
                  </a:lnTo>
                  <a:lnTo>
                    <a:pt x="1946665" y="3526981"/>
                  </a:lnTo>
                  <a:lnTo>
                    <a:pt x="1946811" y="3526981"/>
                  </a:lnTo>
                  <a:lnTo>
                    <a:pt x="1946956" y="3526981"/>
                  </a:lnTo>
                  <a:lnTo>
                    <a:pt x="1946956" y="3526358"/>
                  </a:lnTo>
                  <a:lnTo>
                    <a:pt x="1947101" y="3526358"/>
                  </a:lnTo>
                  <a:lnTo>
                    <a:pt x="1947247" y="3526358"/>
                  </a:lnTo>
                  <a:lnTo>
                    <a:pt x="1947392" y="3526358"/>
                  </a:lnTo>
                  <a:lnTo>
                    <a:pt x="1947538" y="3526358"/>
                  </a:lnTo>
                  <a:lnTo>
                    <a:pt x="1947683" y="3526358"/>
                  </a:lnTo>
                  <a:lnTo>
                    <a:pt x="1947683" y="3525734"/>
                  </a:lnTo>
                  <a:lnTo>
                    <a:pt x="1947829" y="3525734"/>
                  </a:lnTo>
                  <a:lnTo>
                    <a:pt x="1947974" y="3525734"/>
                  </a:lnTo>
                  <a:lnTo>
                    <a:pt x="1948119" y="3525734"/>
                  </a:lnTo>
                  <a:lnTo>
                    <a:pt x="1948119" y="3525110"/>
                  </a:lnTo>
                  <a:lnTo>
                    <a:pt x="1948265" y="3525110"/>
                  </a:lnTo>
                  <a:lnTo>
                    <a:pt x="1948410" y="3525110"/>
                  </a:lnTo>
                  <a:lnTo>
                    <a:pt x="1948556" y="3525110"/>
                  </a:lnTo>
                  <a:lnTo>
                    <a:pt x="1948556" y="3524487"/>
                  </a:lnTo>
                  <a:lnTo>
                    <a:pt x="1948701" y="3524487"/>
                  </a:lnTo>
                  <a:lnTo>
                    <a:pt x="1948847" y="3524487"/>
                  </a:lnTo>
                  <a:lnTo>
                    <a:pt x="1948992" y="3524487"/>
                  </a:lnTo>
                  <a:lnTo>
                    <a:pt x="1948992" y="3523863"/>
                  </a:lnTo>
                  <a:lnTo>
                    <a:pt x="1948992" y="3523240"/>
                  </a:lnTo>
                  <a:lnTo>
                    <a:pt x="1949137" y="3523240"/>
                  </a:lnTo>
                  <a:lnTo>
                    <a:pt x="1949137" y="3522616"/>
                  </a:lnTo>
                  <a:lnTo>
                    <a:pt x="1949283" y="3522616"/>
                  </a:lnTo>
                  <a:lnTo>
                    <a:pt x="1949283" y="3521992"/>
                  </a:lnTo>
                  <a:lnTo>
                    <a:pt x="1949283" y="3521369"/>
                  </a:lnTo>
                  <a:lnTo>
                    <a:pt x="1949428" y="3521369"/>
                  </a:lnTo>
                  <a:lnTo>
                    <a:pt x="1949574" y="3521369"/>
                  </a:lnTo>
                  <a:lnTo>
                    <a:pt x="1949719" y="3521369"/>
                  </a:lnTo>
                  <a:lnTo>
                    <a:pt x="1949865" y="3521369"/>
                  </a:lnTo>
                  <a:lnTo>
                    <a:pt x="1950010" y="3521369"/>
                  </a:lnTo>
                  <a:lnTo>
                    <a:pt x="1950155" y="3521369"/>
                  </a:lnTo>
                  <a:lnTo>
                    <a:pt x="1950155" y="3520745"/>
                  </a:lnTo>
                  <a:lnTo>
                    <a:pt x="1950301" y="3520745"/>
                  </a:lnTo>
                  <a:lnTo>
                    <a:pt x="1950446" y="3520745"/>
                  </a:lnTo>
                  <a:lnTo>
                    <a:pt x="1950446" y="3520122"/>
                  </a:lnTo>
                  <a:lnTo>
                    <a:pt x="1950446" y="3519498"/>
                  </a:lnTo>
                  <a:lnTo>
                    <a:pt x="1950592" y="3519498"/>
                  </a:lnTo>
                  <a:lnTo>
                    <a:pt x="1950592" y="3518875"/>
                  </a:lnTo>
                  <a:lnTo>
                    <a:pt x="1950737" y="3518875"/>
                  </a:lnTo>
                  <a:lnTo>
                    <a:pt x="1950883" y="3518875"/>
                  </a:lnTo>
                  <a:lnTo>
                    <a:pt x="1950883" y="3518251"/>
                  </a:lnTo>
                  <a:lnTo>
                    <a:pt x="1951028" y="3518251"/>
                  </a:lnTo>
                  <a:lnTo>
                    <a:pt x="1951173" y="3518251"/>
                  </a:lnTo>
                  <a:lnTo>
                    <a:pt x="1951173" y="3517627"/>
                  </a:lnTo>
                  <a:lnTo>
                    <a:pt x="1951319" y="3517627"/>
                  </a:lnTo>
                  <a:lnTo>
                    <a:pt x="1951319" y="3517004"/>
                  </a:lnTo>
                  <a:lnTo>
                    <a:pt x="1951464" y="3517004"/>
                  </a:lnTo>
                  <a:lnTo>
                    <a:pt x="1951610" y="3517004"/>
                  </a:lnTo>
                  <a:lnTo>
                    <a:pt x="1951610" y="3516380"/>
                  </a:lnTo>
                  <a:lnTo>
                    <a:pt x="1951755" y="3516380"/>
                  </a:lnTo>
                  <a:lnTo>
                    <a:pt x="1951900" y="3516380"/>
                  </a:lnTo>
                  <a:lnTo>
                    <a:pt x="1951900" y="3515757"/>
                  </a:lnTo>
                  <a:lnTo>
                    <a:pt x="1952046" y="3515757"/>
                  </a:lnTo>
                  <a:lnTo>
                    <a:pt x="1952046" y="3515133"/>
                  </a:lnTo>
                  <a:lnTo>
                    <a:pt x="1952191" y="3515133"/>
                  </a:lnTo>
                  <a:lnTo>
                    <a:pt x="1952337" y="3515133"/>
                  </a:lnTo>
                  <a:lnTo>
                    <a:pt x="1952482" y="3515133"/>
                  </a:lnTo>
                  <a:lnTo>
                    <a:pt x="1952628" y="3515133"/>
                  </a:lnTo>
                  <a:lnTo>
                    <a:pt x="1952628" y="3514509"/>
                  </a:lnTo>
                  <a:lnTo>
                    <a:pt x="1952628" y="3513886"/>
                  </a:lnTo>
                  <a:lnTo>
                    <a:pt x="1952773" y="3513886"/>
                  </a:lnTo>
                  <a:lnTo>
                    <a:pt x="1952918" y="3513886"/>
                  </a:lnTo>
                  <a:lnTo>
                    <a:pt x="1953064" y="3513886"/>
                  </a:lnTo>
                  <a:lnTo>
                    <a:pt x="1953209" y="3513886"/>
                  </a:lnTo>
                  <a:lnTo>
                    <a:pt x="1953355" y="3513886"/>
                  </a:lnTo>
                  <a:lnTo>
                    <a:pt x="1953500" y="3513886"/>
                  </a:lnTo>
                  <a:lnTo>
                    <a:pt x="1953646" y="3513886"/>
                  </a:lnTo>
                  <a:lnTo>
                    <a:pt x="1953791" y="3513886"/>
                  </a:lnTo>
                  <a:lnTo>
                    <a:pt x="1953936" y="3513886"/>
                  </a:lnTo>
                  <a:lnTo>
                    <a:pt x="1954082" y="3513886"/>
                  </a:lnTo>
                  <a:lnTo>
                    <a:pt x="1954227" y="3513886"/>
                  </a:lnTo>
                  <a:lnTo>
                    <a:pt x="1954227" y="3513262"/>
                  </a:lnTo>
                  <a:lnTo>
                    <a:pt x="1954373" y="3513262"/>
                  </a:lnTo>
                  <a:lnTo>
                    <a:pt x="1954518" y="3513262"/>
                  </a:lnTo>
                  <a:lnTo>
                    <a:pt x="1954664" y="3513262"/>
                  </a:lnTo>
                  <a:lnTo>
                    <a:pt x="1954664" y="3512639"/>
                  </a:lnTo>
                  <a:lnTo>
                    <a:pt x="1954809" y="3512639"/>
                  </a:lnTo>
                  <a:lnTo>
                    <a:pt x="1954954" y="3512639"/>
                  </a:lnTo>
                  <a:lnTo>
                    <a:pt x="1954954" y="3512015"/>
                  </a:lnTo>
                  <a:lnTo>
                    <a:pt x="1955100" y="3512015"/>
                  </a:lnTo>
                  <a:lnTo>
                    <a:pt x="1955245" y="3512015"/>
                  </a:lnTo>
                  <a:lnTo>
                    <a:pt x="1955391" y="3512015"/>
                  </a:lnTo>
                  <a:lnTo>
                    <a:pt x="1955536" y="3512015"/>
                  </a:lnTo>
                  <a:lnTo>
                    <a:pt x="1955682" y="3512015"/>
                  </a:lnTo>
                  <a:lnTo>
                    <a:pt x="1955827" y="3512015"/>
                  </a:lnTo>
                  <a:lnTo>
                    <a:pt x="1955827" y="3511392"/>
                  </a:lnTo>
                  <a:lnTo>
                    <a:pt x="1955972" y="3511392"/>
                  </a:lnTo>
                  <a:lnTo>
                    <a:pt x="1956118" y="3511392"/>
                  </a:lnTo>
                  <a:lnTo>
                    <a:pt x="1956263" y="3511392"/>
                  </a:lnTo>
                  <a:lnTo>
                    <a:pt x="1956409" y="3511392"/>
                  </a:lnTo>
                  <a:lnTo>
                    <a:pt x="1956554" y="3511392"/>
                  </a:lnTo>
                  <a:lnTo>
                    <a:pt x="1956700" y="3511392"/>
                  </a:lnTo>
                  <a:lnTo>
                    <a:pt x="1956700" y="3510768"/>
                  </a:lnTo>
                  <a:lnTo>
                    <a:pt x="1956700" y="3510144"/>
                  </a:lnTo>
                  <a:lnTo>
                    <a:pt x="1956845" y="3510144"/>
                  </a:lnTo>
                  <a:lnTo>
                    <a:pt x="1956845" y="3509521"/>
                  </a:lnTo>
                  <a:lnTo>
                    <a:pt x="1956990" y="3509521"/>
                  </a:lnTo>
                  <a:lnTo>
                    <a:pt x="1956990" y="3508897"/>
                  </a:lnTo>
                  <a:lnTo>
                    <a:pt x="1957136" y="3508897"/>
                  </a:lnTo>
                  <a:lnTo>
                    <a:pt x="1957281" y="3508897"/>
                  </a:lnTo>
                  <a:lnTo>
                    <a:pt x="1957281" y="3508274"/>
                  </a:lnTo>
                  <a:lnTo>
                    <a:pt x="1957427" y="3508274"/>
                  </a:lnTo>
                  <a:lnTo>
                    <a:pt x="1957572" y="3508274"/>
                  </a:lnTo>
                  <a:lnTo>
                    <a:pt x="1957718" y="3508274"/>
                  </a:lnTo>
                  <a:lnTo>
                    <a:pt x="1957718" y="3507650"/>
                  </a:lnTo>
                  <a:lnTo>
                    <a:pt x="1957863" y="3507650"/>
                  </a:lnTo>
                  <a:lnTo>
                    <a:pt x="1958008" y="3507650"/>
                  </a:lnTo>
                  <a:lnTo>
                    <a:pt x="1958154" y="3507650"/>
                  </a:lnTo>
                  <a:lnTo>
                    <a:pt x="1958299" y="3507650"/>
                  </a:lnTo>
                  <a:lnTo>
                    <a:pt x="1958445" y="3507650"/>
                  </a:lnTo>
                  <a:lnTo>
                    <a:pt x="1958590" y="3507650"/>
                  </a:lnTo>
                  <a:lnTo>
                    <a:pt x="1958590" y="3507026"/>
                  </a:lnTo>
                  <a:lnTo>
                    <a:pt x="1958590" y="3506403"/>
                  </a:lnTo>
                  <a:lnTo>
                    <a:pt x="1958735" y="3506403"/>
                  </a:lnTo>
                  <a:lnTo>
                    <a:pt x="1958881" y="3506403"/>
                  </a:lnTo>
                  <a:lnTo>
                    <a:pt x="1959026" y="3506403"/>
                  </a:lnTo>
                  <a:lnTo>
                    <a:pt x="1959172" y="3506403"/>
                  </a:lnTo>
                  <a:lnTo>
                    <a:pt x="1959317" y="3506403"/>
                  </a:lnTo>
                  <a:lnTo>
                    <a:pt x="1959317" y="3505779"/>
                  </a:lnTo>
                  <a:lnTo>
                    <a:pt x="1959317" y="3505156"/>
                  </a:lnTo>
                  <a:lnTo>
                    <a:pt x="1959317" y="3504532"/>
                  </a:lnTo>
                  <a:lnTo>
                    <a:pt x="1959463" y="3504532"/>
                  </a:lnTo>
                  <a:lnTo>
                    <a:pt x="1959463" y="3503909"/>
                  </a:lnTo>
                  <a:lnTo>
                    <a:pt x="1959463" y="3503285"/>
                  </a:lnTo>
                  <a:lnTo>
                    <a:pt x="1959608" y="3503285"/>
                  </a:lnTo>
                  <a:lnTo>
                    <a:pt x="1959753" y="3503285"/>
                  </a:lnTo>
                  <a:lnTo>
                    <a:pt x="1959753" y="3502661"/>
                  </a:lnTo>
                  <a:lnTo>
                    <a:pt x="1959899" y="3502661"/>
                  </a:lnTo>
                  <a:lnTo>
                    <a:pt x="1959899" y="3502038"/>
                  </a:lnTo>
                  <a:lnTo>
                    <a:pt x="1960044" y="3502038"/>
                  </a:lnTo>
                  <a:lnTo>
                    <a:pt x="1960190" y="3502038"/>
                  </a:lnTo>
                  <a:lnTo>
                    <a:pt x="1960190" y="3501414"/>
                  </a:lnTo>
                  <a:lnTo>
                    <a:pt x="1960335" y="3501414"/>
                  </a:lnTo>
                  <a:lnTo>
                    <a:pt x="1960335" y="3500791"/>
                  </a:lnTo>
                  <a:lnTo>
                    <a:pt x="1960481" y="3500791"/>
                  </a:lnTo>
                  <a:lnTo>
                    <a:pt x="1960626" y="3500791"/>
                  </a:lnTo>
                  <a:lnTo>
                    <a:pt x="1960771" y="3500791"/>
                  </a:lnTo>
                  <a:lnTo>
                    <a:pt x="1960917" y="3500791"/>
                  </a:lnTo>
                  <a:lnTo>
                    <a:pt x="1961062" y="3500791"/>
                  </a:lnTo>
                  <a:lnTo>
                    <a:pt x="1961208" y="3500791"/>
                  </a:lnTo>
                  <a:lnTo>
                    <a:pt x="1961353" y="3500791"/>
                  </a:lnTo>
                  <a:lnTo>
                    <a:pt x="1961353" y="3500167"/>
                  </a:lnTo>
                  <a:lnTo>
                    <a:pt x="1961353" y="3499543"/>
                  </a:lnTo>
                  <a:lnTo>
                    <a:pt x="1961353" y="3498920"/>
                  </a:lnTo>
                  <a:lnTo>
                    <a:pt x="1961353" y="3498296"/>
                  </a:lnTo>
                  <a:lnTo>
                    <a:pt x="1961499" y="3498296"/>
                  </a:lnTo>
                  <a:lnTo>
                    <a:pt x="1961644" y="3498296"/>
                  </a:lnTo>
                  <a:lnTo>
                    <a:pt x="1961644" y="3497673"/>
                  </a:lnTo>
                  <a:lnTo>
                    <a:pt x="1961789" y="3497673"/>
                  </a:lnTo>
                  <a:lnTo>
                    <a:pt x="1961935" y="3497673"/>
                  </a:lnTo>
                  <a:lnTo>
                    <a:pt x="1961935" y="3497049"/>
                  </a:lnTo>
                  <a:lnTo>
                    <a:pt x="1962080" y="3497049"/>
                  </a:lnTo>
                  <a:lnTo>
                    <a:pt x="1962226" y="3497049"/>
                  </a:lnTo>
                  <a:lnTo>
                    <a:pt x="1962371" y="3497049"/>
                  </a:lnTo>
                  <a:lnTo>
                    <a:pt x="1962517" y="3497049"/>
                  </a:lnTo>
                  <a:lnTo>
                    <a:pt x="1962662" y="3497049"/>
                  </a:lnTo>
                  <a:lnTo>
                    <a:pt x="1962807" y="3497049"/>
                  </a:lnTo>
                  <a:lnTo>
                    <a:pt x="1962807" y="3496426"/>
                  </a:lnTo>
                  <a:lnTo>
                    <a:pt x="1962953" y="3496426"/>
                  </a:lnTo>
                  <a:lnTo>
                    <a:pt x="1962953" y="3495802"/>
                  </a:lnTo>
                  <a:lnTo>
                    <a:pt x="1963098" y="3495802"/>
                  </a:lnTo>
                  <a:lnTo>
                    <a:pt x="1963244" y="3495802"/>
                  </a:lnTo>
                  <a:lnTo>
                    <a:pt x="1963389" y="3495802"/>
                  </a:lnTo>
                  <a:lnTo>
                    <a:pt x="1963389" y="3495178"/>
                  </a:lnTo>
                  <a:lnTo>
                    <a:pt x="1963535" y="3495178"/>
                  </a:lnTo>
                  <a:lnTo>
                    <a:pt x="1963680" y="3495178"/>
                  </a:lnTo>
                  <a:lnTo>
                    <a:pt x="1963825" y="3495178"/>
                  </a:lnTo>
                  <a:lnTo>
                    <a:pt x="1963971" y="3495178"/>
                  </a:lnTo>
                  <a:lnTo>
                    <a:pt x="1963971" y="3494555"/>
                  </a:lnTo>
                  <a:lnTo>
                    <a:pt x="1963971" y="3493931"/>
                  </a:lnTo>
                  <a:lnTo>
                    <a:pt x="1963971" y="3493308"/>
                  </a:lnTo>
                  <a:lnTo>
                    <a:pt x="1964116" y="3493308"/>
                  </a:lnTo>
                  <a:lnTo>
                    <a:pt x="1964262" y="3493308"/>
                  </a:lnTo>
                  <a:lnTo>
                    <a:pt x="1964262" y="3492684"/>
                  </a:lnTo>
                  <a:lnTo>
                    <a:pt x="1964407" y="3492684"/>
                  </a:lnTo>
                  <a:lnTo>
                    <a:pt x="1964553" y="3492684"/>
                  </a:lnTo>
                  <a:lnTo>
                    <a:pt x="1964698" y="3492684"/>
                  </a:lnTo>
                  <a:lnTo>
                    <a:pt x="1964698" y="3492060"/>
                  </a:lnTo>
                  <a:lnTo>
                    <a:pt x="1964843" y="3492060"/>
                  </a:lnTo>
                  <a:lnTo>
                    <a:pt x="1964989" y="3492060"/>
                  </a:lnTo>
                  <a:lnTo>
                    <a:pt x="1965134" y="3492060"/>
                  </a:lnTo>
                  <a:lnTo>
                    <a:pt x="1965280" y="3492060"/>
                  </a:lnTo>
                  <a:lnTo>
                    <a:pt x="1965280" y="3491437"/>
                  </a:lnTo>
                  <a:lnTo>
                    <a:pt x="1965425" y="3491437"/>
                  </a:lnTo>
                  <a:lnTo>
                    <a:pt x="1965570" y="3491437"/>
                  </a:lnTo>
                  <a:lnTo>
                    <a:pt x="1965716" y="3491437"/>
                  </a:lnTo>
                  <a:lnTo>
                    <a:pt x="1965861" y="3491437"/>
                  </a:lnTo>
                  <a:lnTo>
                    <a:pt x="1965861" y="3490813"/>
                  </a:lnTo>
                  <a:lnTo>
                    <a:pt x="1966007" y="3490813"/>
                  </a:lnTo>
                  <a:lnTo>
                    <a:pt x="1966007" y="3490190"/>
                  </a:lnTo>
                  <a:lnTo>
                    <a:pt x="1966152" y="3490190"/>
                  </a:lnTo>
                  <a:lnTo>
                    <a:pt x="1966298" y="3490190"/>
                  </a:lnTo>
                  <a:lnTo>
                    <a:pt x="1966443" y="3490190"/>
                  </a:lnTo>
                  <a:lnTo>
                    <a:pt x="1966443" y="3489566"/>
                  </a:lnTo>
                  <a:lnTo>
                    <a:pt x="1966588" y="3489566"/>
                  </a:lnTo>
                  <a:lnTo>
                    <a:pt x="1966734" y="3489566"/>
                  </a:lnTo>
                  <a:lnTo>
                    <a:pt x="1966879" y="3489566"/>
                  </a:lnTo>
                  <a:lnTo>
                    <a:pt x="1967025" y="3489566"/>
                  </a:lnTo>
                  <a:lnTo>
                    <a:pt x="1967170" y="3489566"/>
                  </a:lnTo>
                  <a:lnTo>
                    <a:pt x="1967316" y="3489566"/>
                  </a:lnTo>
                  <a:lnTo>
                    <a:pt x="1967316" y="3488943"/>
                  </a:lnTo>
                  <a:lnTo>
                    <a:pt x="1967461" y="3488943"/>
                  </a:lnTo>
                  <a:lnTo>
                    <a:pt x="1967461" y="3488319"/>
                  </a:lnTo>
                  <a:lnTo>
                    <a:pt x="1967461" y="3487695"/>
                  </a:lnTo>
                  <a:lnTo>
                    <a:pt x="1967606" y="3487695"/>
                  </a:lnTo>
                  <a:lnTo>
                    <a:pt x="1967752" y="3487695"/>
                  </a:lnTo>
                  <a:lnTo>
                    <a:pt x="1967897" y="3487695"/>
                  </a:lnTo>
                  <a:lnTo>
                    <a:pt x="1968043" y="3487695"/>
                  </a:lnTo>
                  <a:lnTo>
                    <a:pt x="1968043" y="3487072"/>
                  </a:lnTo>
                  <a:lnTo>
                    <a:pt x="1968188" y="3487072"/>
                  </a:lnTo>
                  <a:lnTo>
                    <a:pt x="1968334" y="3487072"/>
                  </a:lnTo>
                  <a:lnTo>
                    <a:pt x="1968479" y="3487072"/>
                  </a:lnTo>
                  <a:lnTo>
                    <a:pt x="1968624" y="3487072"/>
                  </a:lnTo>
                  <a:lnTo>
                    <a:pt x="1968770" y="3487072"/>
                  </a:lnTo>
                  <a:lnTo>
                    <a:pt x="1968770" y="3486448"/>
                  </a:lnTo>
                  <a:lnTo>
                    <a:pt x="1968915" y="3486448"/>
                  </a:lnTo>
                  <a:lnTo>
                    <a:pt x="1968915" y="3485825"/>
                  </a:lnTo>
                  <a:lnTo>
                    <a:pt x="1969061" y="3485825"/>
                  </a:lnTo>
                  <a:lnTo>
                    <a:pt x="1969206" y="3485825"/>
                  </a:lnTo>
                  <a:lnTo>
                    <a:pt x="1969352" y="3485825"/>
                  </a:lnTo>
                  <a:lnTo>
                    <a:pt x="1969352" y="3485201"/>
                  </a:lnTo>
                  <a:lnTo>
                    <a:pt x="1969497" y="3485201"/>
                  </a:lnTo>
                  <a:lnTo>
                    <a:pt x="1969642" y="3485201"/>
                  </a:lnTo>
                  <a:lnTo>
                    <a:pt x="1969788" y="3485201"/>
                  </a:lnTo>
                  <a:lnTo>
                    <a:pt x="1969933" y="3485201"/>
                  </a:lnTo>
                  <a:lnTo>
                    <a:pt x="1970079" y="3485201"/>
                  </a:lnTo>
                  <a:lnTo>
                    <a:pt x="1970224" y="3485201"/>
                  </a:lnTo>
                  <a:lnTo>
                    <a:pt x="1970370" y="3485201"/>
                  </a:lnTo>
                  <a:lnTo>
                    <a:pt x="1970370" y="3484577"/>
                  </a:lnTo>
                  <a:lnTo>
                    <a:pt x="1970515" y="3484577"/>
                  </a:lnTo>
                  <a:lnTo>
                    <a:pt x="1970515" y="3483954"/>
                  </a:lnTo>
                  <a:lnTo>
                    <a:pt x="1970660" y="3483954"/>
                  </a:lnTo>
                  <a:lnTo>
                    <a:pt x="1970806" y="3483954"/>
                  </a:lnTo>
                  <a:lnTo>
                    <a:pt x="1970951" y="3483954"/>
                  </a:lnTo>
                  <a:lnTo>
                    <a:pt x="1971097" y="3483954"/>
                  </a:lnTo>
                  <a:lnTo>
                    <a:pt x="1971097" y="3483330"/>
                  </a:lnTo>
                  <a:lnTo>
                    <a:pt x="1971242" y="3483330"/>
                  </a:lnTo>
                  <a:lnTo>
                    <a:pt x="1971388" y="3483330"/>
                  </a:lnTo>
                  <a:lnTo>
                    <a:pt x="1971533" y="3483330"/>
                  </a:lnTo>
                  <a:lnTo>
                    <a:pt x="1971678" y="3483330"/>
                  </a:lnTo>
                  <a:lnTo>
                    <a:pt x="1971678" y="3482707"/>
                  </a:lnTo>
                  <a:lnTo>
                    <a:pt x="1971824" y="3482707"/>
                  </a:lnTo>
                  <a:lnTo>
                    <a:pt x="1971824" y="3482083"/>
                  </a:lnTo>
                  <a:lnTo>
                    <a:pt x="1971969" y="3482083"/>
                  </a:lnTo>
                  <a:lnTo>
                    <a:pt x="1972115" y="3482083"/>
                  </a:lnTo>
                  <a:lnTo>
                    <a:pt x="1972115" y="3481460"/>
                  </a:lnTo>
                  <a:lnTo>
                    <a:pt x="1972260" y="3481460"/>
                  </a:lnTo>
                  <a:lnTo>
                    <a:pt x="1972405" y="3481460"/>
                  </a:lnTo>
                  <a:lnTo>
                    <a:pt x="1972551" y="3481460"/>
                  </a:lnTo>
                  <a:lnTo>
                    <a:pt x="1972696" y="3481460"/>
                  </a:lnTo>
                  <a:lnTo>
                    <a:pt x="1972696" y="3480836"/>
                  </a:lnTo>
                  <a:lnTo>
                    <a:pt x="1972842" y="3480836"/>
                  </a:lnTo>
                  <a:lnTo>
                    <a:pt x="1972987" y="3480836"/>
                  </a:lnTo>
                  <a:lnTo>
                    <a:pt x="1973133" y="3480836"/>
                  </a:lnTo>
                  <a:lnTo>
                    <a:pt x="1973278" y="3480836"/>
                  </a:lnTo>
                  <a:lnTo>
                    <a:pt x="1973423" y="3480836"/>
                  </a:lnTo>
                  <a:lnTo>
                    <a:pt x="1973569" y="3480836"/>
                  </a:lnTo>
                  <a:lnTo>
                    <a:pt x="1973714" y="3480836"/>
                  </a:lnTo>
                  <a:lnTo>
                    <a:pt x="1973714" y="3480212"/>
                  </a:lnTo>
                  <a:lnTo>
                    <a:pt x="1973714" y="3479589"/>
                  </a:lnTo>
                  <a:lnTo>
                    <a:pt x="1973860" y="3479589"/>
                  </a:lnTo>
                  <a:lnTo>
                    <a:pt x="1974005" y="3479589"/>
                  </a:lnTo>
                  <a:lnTo>
                    <a:pt x="1974151" y="3479589"/>
                  </a:lnTo>
                  <a:lnTo>
                    <a:pt x="1974296" y="3479589"/>
                  </a:lnTo>
                  <a:lnTo>
                    <a:pt x="1974441" y="3479589"/>
                  </a:lnTo>
                  <a:lnTo>
                    <a:pt x="1974587" y="3479589"/>
                  </a:lnTo>
                  <a:lnTo>
                    <a:pt x="1974732" y="3479589"/>
                  </a:lnTo>
                  <a:lnTo>
                    <a:pt x="1974732" y="3478965"/>
                  </a:lnTo>
                  <a:lnTo>
                    <a:pt x="1974878" y="3478965"/>
                  </a:lnTo>
                  <a:lnTo>
                    <a:pt x="1975023" y="3478965"/>
                  </a:lnTo>
                  <a:lnTo>
                    <a:pt x="1975169" y="3478965"/>
                  </a:lnTo>
                  <a:lnTo>
                    <a:pt x="1975314" y="3478965"/>
                  </a:lnTo>
                  <a:lnTo>
                    <a:pt x="1975459" y="3478965"/>
                  </a:lnTo>
                  <a:lnTo>
                    <a:pt x="1975459" y="3478342"/>
                  </a:lnTo>
                  <a:lnTo>
                    <a:pt x="1975605" y="3478342"/>
                  </a:lnTo>
                  <a:lnTo>
                    <a:pt x="1975750" y="3478342"/>
                  </a:lnTo>
                  <a:lnTo>
                    <a:pt x="1975896" y="3478342"/>
                  </a:lnTo>
                  <a:lnTo>
                    <a:pt x="1976041" y="3478342"/>
                  </a:lnTo>
                  <a:lnTo>
                    <a:pt x="1976187" y="3478342"/>
                  </a:lnTo>
                  <a:lnTo>
                    <a:pt x="1976187" y="3477718"/>
                  </a:lnTo>
                  <a:lnTo>
                    <a:pt x="1976332" y="3477718"/>
                  </a:lnTo>
                  <a:lnTo>
                    <a:pt x="1976477" y="3477718"/>
                  </a:lnTo>
                  <a:lnTo>
                    <a:pt x="1976623" y="3477718"/>
                  </a:lnTo>
                  <a:lnTo>
                    <a:pt x="1976768" y="3477718"/>
                  </a:lnTo>
                  <a:lnTo>
                    <a:pt x="1976914" y="3477718"/>
                  </a:lnTo>
                  <a:lnTo>
                    <a:pt x="1977059" y="3477718"/>
                  </a:lnTo>
                  <a:lnTo>
                    <a:pt x="1977205" y="3477718"/>
                  </a:lnTo>
                  <a:lnTo>
                    <a:pt x="1977205" y="3477095"/>
                  </a:lnTo>
                  <a:lnTo>
                    <a:pt x="1977350" y="3477095"/>
                  </a:lnTo>
                  <a:lnTo>
                    <a:pt x="1977350" y="3476471"/>
                  </a:lnTo>
                  <a:lnTo>
                    <a:pt x="1977350" y="3475847"/>
                  </a:lnTo>
                  <a:lnTo>
                    <a:pt x="1977495" y="3475847"/>
                  </a:lnTo>
                  <a:lnTo>
                    <a:pt x="1977641" y="3475847"/>
                  </a:lnTo>
                  <a:lnTo>
                    <a:pt x="1977786" y="3475847"/>
                  </a:lnTo>
                  <a:lnTo>
                    <a:pt x="1977786" y="3475224"/>
                  </a:lnTo>
                  <a:lnTo>
                    <a:pt x="1977932" y="3475224"/>
                  </a:lnTo>
                  <a:lnTo>
                    <a:pt x="1978077" y="3475224"/>
                  </a:lnTo>
                  <a:lnTo>
                    <a:pt x="1978077" y="3474600"/>
                  </a:lnTo>
                  <a:lnTo>
                    <a:pt x="1978077" y="3473977"/>
                  </a:lnTo>
                  <a:lnTo>
                    <a:pt x="1978223" y="3473977"/>
                  </a:lnTo>
                  <a:lnTo>
                    <a:pt x="1978368" y="3473977"/>
                  </a:lnTo>
                  <a:lnTo>
                    <a:pt x="1978513" y="3473977"/>
                  </a:lnTo>
                  <a:lnTo>
                    <a:pt x="1978659" y="3473977"/>
                  </a:lnTo>
                  <a:lnTo>
                    <a:pt x="1978804" y="3473977"/>
                  </a:lnTo>
                  <a:lnTo>
                    <a:pt x="1978950" y="3473977"/>
                  </a:lnTo>
                  <a:lnTo>
                    <a:pt x="1978950" y="3473353"/>
                  </a:lnTo>
                  <a:lnTo>
                    <a:pt x="1979095" y="3473353"/>
                  </a:lnTo>
                  <a:lnTo>
                    <a:pt x="1979240" y="3473353"/>
                  </a:lnTo>
                  <a:lnTo>
                    <a:pt x="1979386" y="3473353"/>
                  </a:lnTo>
                  <a:lnTo>
                    <a:pt x="1979531" y="3473353"/>
                  </a:lnTo>
                  <a:lnTo>
                    <a:pt x="1979531" y="3472729"/>
                  </a:lnTo>
                  <a:lnTo>
                    <a:pt x="1979677" y="3472729"/>
                  </a:lnTo>
                  <a:lnTo>
                    <a:pt x="1979822" y="3472729"/>
                  </a:lnTo>
                  <a:lnTo>
                    <a:pt x="1979822" y="3472106"/>
                  </a:lnTo>
                  <a:lnTo>
                    <a:pt x="1979968" y="3472106"/>
                  </a:lnTo>
                  <a:lnTo>
                    <a:pt x="1980113" y="3472106"/>
                  </a:lnTo>
                  <a:lnTo>
                    <a:pt x="1980258" y="3472106"/>
                  </a:lnTo>
                  <a:lnTo>
                    <a:pt x="1980258" y="3471482"/>
                  </a:lnTo>
                  <a:lnTo>
                    <a:pt x="1980404" y="3471482"/>
                  </a:lnTo>
                  <a:lnTo>
                    <a:pt x="1980549" y="3471482"/>
                  </a:lnTo>
                  <a:lnTo>
                    <a:pt x="1980695" y="3471482"/>
                  </a:lnTo>
                  <a:lnTo>
                    <a:pt x="1980695" y="3470859"/>
                  </a:lnTo>
                  <a:lnTo>
                    <a:pt x="1980840" y="3470859"/>
                  </a:lnTo>
                  <a:lnTo>
                    <a:pt x="1980986" y="3470859"/>
                  </a:lnTo>
                  <a:lnTo>
                    <a:pt x="1981131" y="3470859"/>
                  </a:lnTo>
                  <a:lnTo>
                    <a:pt x="1981276" y="3470859"/>
                  </a:lnTo>
                  <a:lnTo>
                    <a:pt x="1981422" y="3470859"/>
                  </a:lnTo>
                  <a:lnTo>
                    <a:pt x="1981567" y="3470859"/>
                  </a:lnTo>
                  <a:lnTo>
                    <a:pt x="1981713" y="3470859"/>
                  </a:lnTo>
                  <a:lnTo>
                    <a:pt x="1981858" y="3470859"/>
                  </a:lnTo>
                  <a:lnTo>
                    <a:pt x="1982004" y="3470859"/>
                  </a:lnTo>
                  <a:lnTo>
                    <a:pt x="1982149" y="3470859"/>
                  </a:lnTo>
                  <a:lnTo>
                    <a:pt x="1982294" y="3470859"/>
                  </a:lnTo>
                  <a:lnTo>
                    <a:pt x="1982440" y="3470859"/>
                  </a:lnTo>
                  <a:lnTo>
                    <a:pt x="1982585" y="3470859"/>
                  </a:lnTo>
                  <a:lnTo>
                    <a:pt x="1982585" y="3470235"/>
                  </a:lnTo>
                  <a:lnTo>
                    <a:pt x="1982731" y="3470235"/>
                  </a:lnTo>
                  <a:lnTo>
                    <a:pt x="1982876" y="3470235"/>
                  </a:lnTo>
                  <a:lnTo>
                    <a:pt x="1983022" y="3470235"/>
                  </a:lnTo>
                  <a:lnTo>
                    <a:pt x="1983022" y="3469612"/>
                  </a:lnTo>
                  <a:lnTo>
                    <a:pt x="1983167" y="3469612"/>
                  </a:lnTo>
                  <a:lnTo>
                    <a:pt x="1983312" y="3469612"/>
                  </a:lnTo>
                  <a:lnTo>
                    <a:pt x="1983458" y="3469612"/>
                  </a:lnTo>
                  <a:lnTo>
                    <a:pt x="1983603" y="3469612"/>
                  </a:lnTo>
                  <a:lnTo>
                    <a:pt x="1983749" y="3469612"/>
                  </a:lnTo>
                  <a:lnTo>
                    <a:pt x="1983894" y="3469612"/>
                  </a:lnTo>
                  <a:lnTo>
                    <a:pt x="1984040" y="3469612"/>
                  </a:lnTo>
                  <a:lnTo>
                    <a:pt x="1984185" y="3469612"/>
                  </a:lnTo>
                  <a:lnTo>
                    <a:pt x="1984185" y="3468988"/>
                  </a:lnTo>
                  <a:lnTo>
                    <a:pt x="1984185" y="3468364"/>
                  </a:lnTo>
                  <a:lnTo>
                    <a:pt x="1984330" y="3468364"/>
                  </a:lnTo>
                  <a:lnTo>
                    <a:pt x="1984476" y="3468364"/>
                  </a:lnTo>
                  <a:lnTo>
                    <a:pt x="1984621" y="3468364"/>
                  </a:lnTo>
                  <a:lnTo>
                    <a:pt x="1984621" y="3467741"/>
                  </a:lnTo>
                  <a:lnTo>
                    <a:pt x="1984621" y="3467117"/>
                  </a:lnTo>
                  <a:lnTo>
                    <a:pt x="1984621" y="3466494"/>
                  </a:lnTo>
                  <a:lnTo>
                    <a:pt x="1984767" y="3466494"/>
                  </a:lnTo>
                  <a:lnTo>
                    <a:pt x="1984767" y="3465870"/>
                  </a:lnTo>
                  <a:lnTo>
                    <a:pt x="1984912" y="3465870"/>
                  </a:lnTo>
                  <a:lnTo>
                    <a:pt x="1985057" y="3465870"/>
                  </a:lnTo>
                  <a:lnTo>
                    <a:pt x="1985203" y="3465870"/>
                  </a:lnTo>
                  <a:lnTo>
                    <a:pt x="1985348" y="3465870"/>
                  </a:lnTo>
                  <a:lnTo>
                    <a:pt x="1985494" y="3465870"/>
                  </a:lnTo>
                  <a:lnTo>
                    <a:pt x="1985494" y="3465246"/>
                  </a:lnTo>
                  <a:lnTo>
                    <a:pt x="1985494" y="3464623"/>
                  </a:lnTo>
                  <a:lnTo>
                    <a:pt x="1985639" y="3464623"/>
                  </a:lnTo>
                  <a:lnTo>
                    <a:pt x="1985785" y="3464623"/>
                  </a:lnTo>
                  <a:lnTo>
                    <a:pt x="1985930" y="3464623"/>
                  </a:lnTo>
                  <a:lnTo>
                    <a:pt x="1986075" y="3464623"/>
                  </a:lnTo>
                  <a:lnTo>
                    <a:pt x="1986221" y="3464623"/>
                  </a:lnTo>
                  <a:lnTo>
                    <a:pt x="1986366" y="3464623"/>
                  </a:lnTo>
                  <a:lnTo>
                    <a:pt x="1986512" y="3464623"/>
                  </a:lnTo>
                  <a:lnTo>
                    <a:pt x="1986657" y="3464623"/>
                  </a:lnTo>
                  <a:lnTo>
                    <a:pt x="1986803" y="3464623"/>
                  </a:lnTo>
                  <a:lnTo>
                    <a:pt x="1986803" y="3463999"/>
                  </a:lnTo>
                  <a:lnTo>
                    <a:pt x="1986948" y="3463999"/>
                  </a:lnTo>
                  <a:lnTo>
                    <a:pt x="1987093" y="3463999"/>
                  </a:lnTo>
                  <a:lnTo>
                    <a:pt x="1987239" y="3463999"/>
                  </a:lnTo>
                  <a:lnTo>
                    <a:pt x="1987384" y="3463999"/>
                  </a:lnTo>
                  <a:lnTo>
                    <a:pt x="1987530" y="3463999"/>
                  </a:lnTo>
                  <a:lnTo>
                    <a:pt x="1987675" y="3463999"/>
                  </a:lnTo>
                  <a:lnTo>
                    <a:pt x="1987675" y="3463376"/>
                  </a:lnTo>
                  <a:lnTo>
                    <a:pt x="1987675" y="3462752"/>
                  </a:lnTo>
                  <a:lnTo>
                    <a:pt x="1987821" y="3462752"/>
                  </a:lnTo>
                  <a:lnTo>
                    <a:pt x="1987966" y="3462752"/>
                  </a:lnTo>
                  <a:lnTo>
                    <a:pt x="1987966" y="3462129"/>
                  </a:lnTo>
                  <a:lnTo>
                    <a:pt x="1987966" y="3461505"/>
                  </a:lnTo>
                  <a:lnTo>
                    <a:pt x="1988111" y="3461505"/>
                  </a:lnTo>
                  <a:lnTo>
                    <a:pt x="1988257" y="3461505"/>
                  </a:lnTo>
                  <a:lnTo>
                    <a:pt x="1988257" y="3460881"/>
                  </a:lnTo>
                  <a:lnTo>
                    <a:pt x="1988257" y="3460258"/>
                  </a:lnTo>
                  <a:lnTo>
                    <a:pt x="1988402" y="3460258"/>
                  </a:lnTo>
                  <a:lnTo>
                    <a:pt x="1988548" y="3460258"/>
                  </a:lnTo>
                  <a:lnTo>
                    <a:pt x="1988548" y="3459634"/>
                  </a:lnTo>
                  <a:lnTo>
                    <a:pt x="1988693" y="3459634"/>
                  </a:lnTo>
                  <a:lnTo>
                    <a:pt x="1988839" y="3459634"/>
                  </a:lnTo>
                  <a:lnTo>
                    <a:pt x="1988984" y="3459634"/>
                  </a:lnTo>
                  <a:lnTo>
                    <a:pt x="1989129" y="3459634"/>
                  </a:lnTo>
                  <a:lnTo>
                    <a:pt x="1989275" y="3459634"/>
                  </a:lnTo>
                  <a:lnTo>
                    <a:pt x="1989420" y="3459634"/>
                  </a:lnTo>
                  <a:lnTo>
                    <a:pt x="1989566" y="3459634"/>
                  </a:lnTo>
                  <a:lnTo>
                    <a:pt x="1989566" y="3459011"/>
                  </a:lnTo>
                  <a:lnTo>
                    <a:pt x="1989711" y="3459011"/>
                  </a:lnTo>
                  <a:lnTo>
                    <a:pt x="1989857" y="3459011"/>
                  </a:lnTo>
                  <a:lnTo>
                    <a:pt x="1990002" y="3459011"/>
                  </a:lnTo>
                  <a:lnTo>
                    <a:pt x="1990147" y="3459011"/>
                  </a:lnTo>
                  <a:lnTo>
                    <a:pt x="1990293" y="3459011"/>
                  </a:lnTo>
                  <a:lnTo>
                    <a:pt x="1990438" y="3459011"/>
                  </a:lnTo>
                  <a:lnTo>
                    <a:pt x="1990438" y="3458387"/>
                  </a:lnTo>
                  <a:lnTo>
                    <a:pt x="1990584" y="3458387"/>
                  </a:lnTo>
                  <a:lnTo>
                    <a:pt x="1990729" y="3458387"/>
                  </a:lnTo>
                  <a:lnTo>
                    <a:pt x="1990875" y="3458387"/>
                  </a:lnTo>
                  <a:lnTo>
                    <a:pt x="1991020" y="3458387"/>
                  </a:lnTo>
                  <a:lnTo>
                    <a:pt x="1991165" y="3458387"/>
                  </a:lnTo>
                  <a:lnTo>
                    <a:pt x="1991311" y="3458387"/>
                  </a:lnTo>
                  <a:lnTo>
                    <a:pt x="1991311" y="3457763"/>
                  </a:lnTo>
                  <a:lnTo>
                    <a:pt x="1991456" y="3457763"/>
                  </a:lnTo>
                  <a:lnTo>
                    <a:pt x="1991456" y="3457140"/>
                  </a:lnTo>
                  <a:lnTo>
                    <a:pt x="1991602" y="3457140"/>
                  </a:lnTo>
                  <a:lnTo>
                    <a:pt x="1991747" y="3457140"/>
                  </a:lnTo>
                  <a:lnTo>
                    <a:pt x="1991892" y="3457140"/>
                  </a:lnTo>
                  <a:lnTo>
                    <a:pt x="1992038" y="3457140"/>
                  </a:lnTo>
                  <a:lnTo>
                    <a:pt x="1992183" y="3457140"/>
                  </a:lnTo>
                  <a:lnTo>
                    <a:pt x="1992329" y="3457140"/>
                  </a:lnTo>
                  <a:lnTo>
                    <a:pt x="1992329" y="3456516"/>
                  </a:lnTo>
                  <a:lnTo>
                    <a:pt x="1992474" y="3456516"/>
                  </a:lnTo>
                  <a:lnTo>
                    <a:pt x="1992620" y="3456516"/>
                  </a:lnTo>
                  <a:lnTo>
                    <a:pt x="1992765" y="3456516"/>
                  </a:lnTo>
                  <a:lnTo>
                    <a:pt x="1992910" y="3456516"/>
                  </a:lnTo>
                  <a:lnTo>
                    <a:pt x="1993056" y="3456516"/>
                  </a:lnTo>
                  <a:lnTo>
                    <a:pt x="1993201" y="3456516"/>
                  </a:lnTo>
                  <a:lnTo>
                    <a:pt x="1993201" y="3455893"/>
                  </a:lnTo>
                  <a:lnTo>
                    <a:pt x="1993201" y="3455269"/>
                  </a:lnTo>
                  <a:lnTo>
                    <a:pt x="1993347" y="3455269"/>
                  </a:lnTo>
                  <a:lnTo>
                    <a:pt x="1993492" y="3455269"/>
                  </a:lnTo>
                  <a:lnTo>
                    <a:pt x="1993638" y="3455269"/>
                  </a:lnTo>
                  <a:lnTo>
                    <a:pt x="1993783" y="3455269"/>
                  </a:lnTo>
                  <a:lnTo>
                    <a:pt x="1993783" y="3454646"/>
                  </a:lnTo>
                  <a:lnTo>
                    <a:pt x="1993928" y="3454646"/>
                  </a:lnTo>
                  <a:lnTo>
                    <a:pt x="1994074" y="3454646"/>
                  </a:lnTo>
                  <a:lnTo>
                    <a:pt x="1994219" y="3454646"/>
                  </a:lnTo>
                  <a:lnTo>
                    <a:pt x="1994219" y="3454022"/>
                  </a:lnTo>
                  <a:lnTo>
                    <a:pt x="1994365" y="3454022"/>
                  </a:lnTo>
                  <a:lnTo>
                    <a:pt x="1994510" y="3454022"/>
                  </a:lnTo>
                  <a:lnTo>
                    <a:pt x="1994510" y="3453398"/>
                  </a:lnTo>
                  <a:lnTo>
                    <a:pt x="1994510" y="3452775"/>
                  </a:lnTo>
                  <a:lnTo>
                    <a:pt x="1994510" y="3452151"/>
                  </a:lnTo>
                  <a:lnTo>
                    <a:pt x="1994510" y="3451528"/>
                  </a:lnTo>
                  <a:lnTo>
                    <a:pt x="1994656" y="3451528"/>
                  </a:lnTo>
                  <a:lnTo>
                    <a:pt x="1994656" y="3450904"/>
                  </a:lnTo>
                  <a:lnTo>
                    <a:pt x="1994801" y="3450904"/>
                  </a:lnTo>
                  <a:lnTo>
                    <a:pt x="1994946" y="3450904"/>
                  </a:lnTo>
                  <a:lnTo>
                    <a:pt x="1995092" y="3450904"/>
                  </a:lnTo>
                  <a:lnTo>
                    <a:pt x="1995237" y="3450904"/>
                  </a:lnTo>
                  <a:lnTo>
                    <a:pt x="1995383" y="3450904"/>
                  </a:lnTo>
                  <a:lnTo>
                    <a:pt x="1995528" y="3450904"/>
                  </a:lnTo>
                  <a:lnTo>
                    <a:pt x="1995674" y="3450904"/>
                  </a:lnTo>
                  <a:lnTo>
                    <a:pt x="1995819" y="3450904"/>
                  </a:lnTo>
                  <a:lnTo>
                    <a:pt x="1995964" y="3450904"/>
                  </a:lnTo>
                  <a:lnTo>
                    <a:pt x="1995964" y="3450280"/>
                  </a:lnTo>
                  <a:lnTo>
                    <a:pt x="1996110" y="3450280"/>
                  </a:lnTo>
                  <a:lnTo>
                    <a:pt x="1996255" y="3450280"/>
                  </a:lnTo>
                  <a:lnTo>
                    <a:pt x="1996401" y="3450280"/>
                  </a:lnTo>
                  <a:lnTo>
                    <a:pt x="1996401" y="3449657"/>
                  </a:lnTo>
                  <a:lnTo>
                    <a:pt x="1996546" y="3449657"/>
                  </a:lnTo>
                  <a:lnTo>
                    <a:pt x="1996546" y="3449033"/>
                  </a:lnTo>
                  <a:lnTo>
                    <a:pt x="1996692" y="3449033"/>
                  </a:lnTo>
                  <a:lnTo>
                    <a:pt x="1996837" y="3449033"/>
                  </a:lnTo>
                  <a:lnTo>
                    <a:pt x="1996982" y="3449033"/>
                  </a:lnTo>
                  <a:lnTo>
                    <a:pt x="1997128" y="3449033"/>
                  </a:lnTo>
                  <a:lnTo>
                    <a:pt x="1997273" y="3449033"/>
                  </a:lnTo>
                  <a:lnTo>
                    <a:pt x="1997419" y="3449033"/>
                  </a:lnTo>
                  <a:lnTo>
                    <a:pt x="1997564" y="3449033"/>
                  </a:lnTo>
                  <a:lnTo>
                    <a:pt x="1997710" y="3449033"/>
                  </a:lnTo>
                  <a:lnTo>
                    <a:pt x="1997710" y="3448410"/>
                  </a:lnTo>
                  <a:lnTo>
                    <a:pt x="1997855" y="3448410"/>
                  </a:lnTo>
                  <a:lnTo>
                    <a:pt x="1997855" y="3447786"/>
                  </a:lnTo>
                  <a:lnTo>
                    <a:pt x="1998000" y="3447786"/>
                  </a:lnTo>
                  <a:lnTo>
                    <a:pt x="1998146" y="3447786"/>
                  </a:lnTo>
                  <a:lnTo>
                    <a:pt x="1998291" y="3447786"/>
                  </a:lnTo>
                  <a:lnTo>
                    <a:pt x="1998437" y="3447786"/>
                  </a:lnTo>
                  <a:lnTo>
                    <a:pt x="1998582" y="3447786"/>
                  </a:lnTo>
                  <a:lnTo>
                    <a:pt x="1998727" y="3447786"/>
                  </a:lnTo>
                  <a:lnTo>
                    <a:pt x="1998873" y="3447786"/>
                  </a:lnTo>
                  <a:lnTo>
                    <a:pt x="1999018" y="3447786"/>
                  </a:lnTo>
                  <a:lnTo>
                    <a:pt x="1999164" y="3447786"/>
                  </a:lnTo>
                  <a:lnTo>
                    <a:pt x="1999309" y="3447786"/>
                  </a:lnTo>
                  <a:lnTo>
                    <a:pt x="1999455" y="3447786"/>
                  </a:lnTo>
                  <a:lnTo>
                    <a:pt x="1999600" y="3447786"/>
                  </a:lnTo>
                  <a:lnTo>
                    <a:pt x="1999600" y="3447163"/>
                  </a:lnTo>
                  <a:lnTo>
                    <a:pt x="1999600" y="3446539"/>
                  </a:lnTo>
                  <a:lnTo>
                    <a:pt x="1999745" y="3446539"/>
                  </a:lnTo>
                  <a:lnTo>
                    <a:pt x="1999891" y="3446539"/>
                  </a:lnTo>
                  <a:lnTo>
                    <a:pt x="2000036" y="3446539"/>
                  </a:lnTo>
                  <a:lnTo>
                    <a:pt x="2000182" y="3446539"/>
                  </a:lnTo>
                  <a:lnTo>
                    <a:pt x="2000327" y="3446539"/>
                  </a:lnTo>
                  <a:lnTo>
                    <a:pt x="2000473" y="3446539"/>
                  </a:lnTo>
                  <a:lnTo>
                    <a:pt x="2000618" y="3446539"/>
                  </a:lnTo>
                  <a:lnTo>
                    <a:pt x="2000763" y="3446539"/>
                  </a:lnTo>
                  <a:lnTo>
                    <a:pt x="2000763" y="3445915"/>
                  </a:lnTo>
                  <a:lnTo>
                    <a:pt x="2000909" y="3445915"/>
                  </a:lnTo>
                  <a:lnTo>
                    <a:pt x="2001054" y="3445915"/>
                  </a:lnTo>
                  <a:lnTo>
                    <a:pt x="2001200" y="3445915"/>
                  </a:lnTo>
                  <a:lnTo>
                    <a:pt x="2001200" y="3445292"/>
                  </a:lnTo>
                  <a:lnTo>
                    <a:pt x="2001345" y="3445292"/>
                  </a:lnTo>
                  <a:lnTo>
                    <a:pt x="2001491" y="3445292"/>
                  </a:lnTo>
                  <a:lnTo>
                    <a:pt x="2001491" y="3444668"/>
                  </a:lnTo>
                  <a:lnTo>
                    <a:pt x="2001636" y="3444668"/>
                  </a:lnTo>
                  <a:lnTo>
                    <a:pt x="2001636" y="3444045"/>
                  </a:lnTo>
                  <a:lnTo>
                    <a:pt x="2001781" y="3444045"/>
                  </a:lnTo>
                  <a:lnTo>
                    <a:pt x="2001927" y="3444045"/>
                  </a:lnTo>
                  <a:lnTo>
                    <a:pt x="2001927" y="3443421"/>
                  </a:lnTo>
                  <a:lnTo>
                    <a:pt x="2001927" y="3442797"/>
                  </a:lnTo>
                  <a:lnTo>
                    <a:pt x="2001927" y="3442174"/>
                  </a:lnTo>
                  <a:lnTo>
                    <a:pt x="2002072" y="3442174"/>
                  </a:lnTo>
                  <a:lnTo>
                    <a:pt x="2002218" y="3442174"/>
                  </a:lnTo>
                  <a:lnTo>
                    <a:pt x="2002363" y="3442174"/>
                  </a:lnTo>
                  <a:lnTo>
                    <a:pt x="2002509" y="3442174"/>
                  </a:lnTo>
                  <a:lnTo>
                    <a:pt x="2002654" y="3442174"/>
                  </a:lnTo>
                  <a:lnTo>
                    <a:pt x="2002799" y="3442174"/>
                  </a:lnTo>
                  <a:lnTo>
                    <a:pt x="2002799" y="3441550"/>
                  </a:lnTo>
                  <a:lnTo>
                    <a:pt x="2002945" y="3441550"/>
                  </a:lnTo>
                  <a:lnTo>
                    <a:pt x="2003090" y="3441550"/>
                  </a:lnTo>
                  <a:lnTo>
                    <a:pt x="2003236" y="3441550"/>
                  </a:lnTo>
                  <a:lnTo>
                    <a:pt x="2003381" y="3441550"/>
                  </a:lnTo>
                  <a:lnTo>
                    <a:pt x="2003381" y="3440927"/>
                  </a:lnTo>
                  <a:lnTo>
                    <a:pt x="2003527" y="3440927"/>
                  </a:lnTo>
                  <a:lnTo>
                    <a:pt x="2003527" y="3440303"/>
                  </a:lnTo>
                  <a:lnTo>
                    <a:pt x="2003527" y="3439680"/>
                  </a:lnTo>
                  <a:lnTo>
                    <a:pt x="2003527" y="3439056"/>
                  </a:lnTo>
                  <a:lnTo>
                    <a:pt x="2003672" y="3439056"/>
                  </a:lnTo>
                  <a:lnTo>
                    <a:pt x="2003817" y="3439056"/>
                  </a:lnTo>
                  <a:lnTo>
                    <a:pt x="2003817" y="3438432"/>
                  </a:lnTo>
                  <a:lnTo>
                    <a:pt x="2003963" y="3438432"/>
                  </a:lnTo>
                  <a:lnTo>
                    <a:pt x="2003963" y="3437809"/>
                  </a:lnTo>
                  <a:lnTo>
                    <a:pt x="2003963" y="3437185"/>
                  </a:lnTo>
                  <a:lnTo>
                    <a:pt x="2004108" y="3437185"/>
                  </a:lnTo>
                  <a:lnTo>
                    <a:pt x="2004254" y="3437185"/>
                  </a:lnTo>
                  <a:lnTo>
                    <a:pt x="2004399" y="3437185"/>
                  </a:lnTo>
                  <a:lnTo>
                    <a:pt x="2004545" y="3437185"/>
                  </a:lnTo>
                  <a:lnTo>
                    <a:pt x="2004690" y="3437185"/>
                  </a:lnTo>
                  <a:lnTo>
                    <a:pt x="2004835" y="3437185"/>
                  </a:lnTo>
                  <a:lnTo>
                    <a:pt x="2004981" y="3437185"/>
                  </a:lnTo>
                  <a:lnTo>
                    <a:pt x="2005126" y="3437185"/>
                  </a:lnTo>
                  <a:lnTo>
                    <a:pt x="2005272" y="3437185"/>
                  </a:lnTo>
                  <a:lnTo>
                    <a:pt x="2005272" y="3436562"/>
                  </a:lnTo>
                  <a:lnTo>
                    <a:pt x="2005272" y="3435938"/>
                  </a:lnTo>
                  <a:lnTo>
                    <a:pt x="2005417" y="3435938"/>
                  </a:lnTo>
                  <a:lnTo>
                    <a:pt x="2005562" y="3435938"/>
                  </a:lnTo>
                  <a:lnTo>
                    <a:pt x="2005708" y="3435938"/>
                  </a:lnTo>
                  <a:lnTo>
                    <a:pt x="2005853" y="3435938"/>
                  </a:lnTo>
                  <a:lnTo>
                    <a:pt x="2005999" y="3435938"/>
                  </a:lnTo>
                  <a:lnTo>
                    <a:pt x="2006144" y="3435938"/>
                  </a:lnTo>
                  <a:lnTo>
                    <a:pt x="2006144" y="3435314"/>
                  </a:lnTo>
                  <a:lnTo>
                    <a:pt x="2006290" y="3435314"/>
                  </a:lnTo>
                  <a:lnTo>
                    <a:pt x="2006435" y="3435314"/>
                  </a:lnTo>
                  <a:lnTo>
                    <a:pt x="2006580" y="3435314"/>
                  </a:lnTo>
                  <a:lnTo>
                    <a:pt x="2006580" y="3434691"/>
                  </a:lnTo>
                  <a:lnTo>
                    <a:pt x="2006726" y="3434691"/>
                  </a:lnTo>
                  <a:lnTo>
                    <a:pt x="2006726" y="3434067"/>
                  </a:lnTo>
                  <a:lnTo>
                    <a:pt x="2006871" y="3434067"/>
                  </a:lnTo>
                  <a:lnTo>
                    <a:pt x="2007017" y="3434067"/>
                  </a:lnTo>
                  <a:lnTo>
                    <a:pt x="2007017" y="3433444"/>
                  </a:lnTo>
                  <a:lnTo>
                    <a:pt x="2007162" y="3433444"/>
                  </a:lnTo>
                  <a:lnTo>
                    <a:pt x="2007308" y="3433444"/>
                  </a:lnTo>
                  <a:lnTo>
                    <a:pt x="2007453" y="3433444"/>
                  </a:lnTo>
                  <a:lnTo>
                    <a:pt x="2007453" y="3432820"/>
                  </a:lnTo>
                  <a:lnTo>
                    <a:pt x="2007598" y="3432820"/>
                  </a:lnTo>
                  <a:lnTo>
                    <a:pt x="2007744" y="3432820"/>
                  </a:lnTo>
                  <a:lnTo>
                    <a:pt x="2007889" y="3432820"/>
                  </a:lnTo>
                  <a:lnTo>
                    <a:pt x="2007889" y="3432197"/>
                  </a:lnTo>
                  <a:lnTo>
                    <a:pt x="2007889" y="3431573"/>
                  </a:lnTo>
                  <a:lnTo>
                    <a:pt x="2007889" y="3430949"/>
                  </a:lnTo>
                  <a:lnTo>
                    <a:pt x="2007889" y="3430326"/>
                  </a:lnTo>
                  <a:lnTo>
                    <a:pt x="2008035" y="3430326"/>
                  </a:lnTo>
                  <a:lnTo>
                    <a:pt x="2008035" y="3429702"/>
                  </a:lnTo>
                  <a:lnTo>
                    <a:pt x="2008180" y="3429702"/>
                  </a:lnTo>
                  <a:lnTo>
                    <a:pt x="2008180" y="3429079"/>
                  </a:lnTo>
                  <a:lnTo>
                    <a:pt x="2008326" y="3429079"/>
                  </a:lnTo>
                  <a:lnTo>
                    <a:pt x="2008471" y="3429079"/>
                  </a:lnTo>
                  <a:lnTo>
                    <a:pt x="2008471" y="3428455"/>
                  </a:lnTo>
                  <a:lnTo>
                    <a:pt x="2008616" y="3428455"/>
                  </a:lnTo>
                  <a:lnTo>
                    <a:pt x="2008762" y="3428455"/>
                  </a:lnTo>
                  <a:lnTo>
                    <a:pt x="2008762" y="3427832"/>
                  </a:lnTo>
                  <a:lnTo>
                    <a:pt x="2008907" y="3427832"/>
                  </a:lnTo>
                  <a:lnTo>
                    <a:pt x="2008907" y="3427208"/>
                  </a:lnTo>
                  <a:lnTo>
                    <a:pt x="2008907" y="3426584"/>
                  </a:lnTo>
                  <a:lnTo>
                    <a:pt x="2008907" y="3425961"/>
                  </a:lnTo>
                  <a:lnTo>
                    <a:pt x="2009053" y="3425961"/>
                  </a:lnTo>
                  <a:lnTo>
                    <a:pt x="2009198" y="3425961"/>
                  </a:lnTo>
                  <a:lnTo>
                    <a:pt x="2009198" y="3425337"/>
                  </a:lnTo>
                  <a:lnTo>
                    <a:pt x="2009198" y="3424714"/>
                  </a:lnTo>
                  <a:lnTo>
                    <a:pt x="2009344" y="3424714"/>
                  </a:lnTo>
                  <a:lnTo>
                    <a:pt x="2009489" y="3424714"/>
                  </a:lnTo>
                  <a:lnTo>
                    <a:pt x="2009634" y="3424714"/>
                  </a:lnTo>
                  <a:lnTo>
                    <a:pt x="2009780" y="3424714"/>
                  </a:lnTo>
                  <a:lnTo>
                    <a:pt x="2009780" y="3424090"/>
                  </a:lnTo>
                  <a:lnTo>
                    <a:pt x="2009925" y="3424090"/>
                  </a:lnTo>
                  <a:lnTo>
                    <a:pt x="2010071" y="3424090"/>
                  </a:lnTo>
                  <a:lnTo>
                    <a:pt x="2010216" y="3424090"/>
                  </a:lnTo>
                  <a:lnTo>
                    <a:pt x="2010216" y="3423466"/>
                  </a:lnTo>
                  <a:lnTo>
                    <a:pt x="2010362" y="3423466"/>
                  </a:lnTo>
                  <a:lnTo>
                    <a:pt x="2010507" y="3423466"/>
                  </a:lnTo>
                  <a:lnTo>
                    <a:pt x="2010652" y="3423466"/>
                  </a:lnTo>
                  <a:lnTo>
                    <a:pt x="2010652" y="3422843"/>
                  </a:lnTo>
                  <a:lnTo>
                    <a:pt x="2010798" y="3422843"/>
                  </a:lnTo>
                  <a:lnTo>
                    <a:pt x="2010798" y="3422219"/>
                  </a:lnTo>
                  <a:lnTo>
                    <a:pt x="2010798" y="3421596"/>
                  </a:lnTo>
                  <a:lnTo>
                    <a:pt x="2010943" y="3421596"/>
                  </a:lnTo>
                  <a:lnTo>
                    <a:pt x="2010943" y="3420972"/>
                  </a:lnTo>
                  <a:lnTo>
                    <a:pt x="2011089" y="3420972"/>
                  </a:lnTo>
                  <a:lnTo>
                    <a:pt x="2011234" y="3420972"/>
                  </a:lnTo>
                  <a:lnTo>
                    <a:pt x="2011380" y="3420972"/>
                  </a:lnTo>
                  <a:lnTo>
                    <a:pt x="2011525" y="3420972"/>
                  </a:lnTo>
                  <a:lnTo>
                    <a:pt x="2011670" y="3420972"/>
                  </a:lnTo>
                  <a:lnTo>
                    <a:pt x="2011816" y="3420972"/>
                  </a:lnTo>
                  <a:lnTo>
                    <a:pt x="2011961" y="3420972"/>
                  </a:lnTo>
                  <a:lnTo>
                    <a:pt x="2011961" y="3420349"/>
                  </a:lnTo>
                  <a:lnTo>
                    <a:pt x="2012107" y="3420349"/>
                  </a:lnTo>
                  <a:lnTo>
                    <a:pt x="2012107" y="3419725"/>
                  </a:lnTo>
                  <a:lnTo>
                    <a:pt x="2012107" y="3419101"/>
                  </a:lnTo>
                  <a:lnTo>
                    <a:pt x="2012107" y="3418478"/>
                  </a:lnTo>
                  <a:lnTo>
                    <a:pt x="2012107" y="3417854"/>
                  </a:lnTo>
                  <a:lnTo>
                    <a:pt x="2012252" y="3417854"/>
                  </a:lnTo>
                  <a:lnTo>
                    <a:pt x="2012252" y="3417231"/>
                  </a:lnTo>
                  <a:lnTo>
                    <a:pt x="2012397" y="3417231"/>
                  </a:lnTo>
                  <a:lnTo>
                    <a:pt x="2012543" y="3417231"/>
                  </a:lnTo>
                  <a:lnTo>
                    <a:pt x="2012543" y="3416607"/>
                  </a:lnTo>
                  <a:lnTo>
                    <a:pt x="2012688" y="3416607"/>
                  </a:lnTo>
                  <a:lnTo>
                    <a:pt x="2012688" y="3415983"/>
                  </a:lnTo>
                  <a:lnTo>
                    <a:pt x="2012688" y="3415360"/>
                  </a:lnTo>
                  <a:lnTo>
                    <a:pt x="2012834" y="3415360"/>
                  </a:lnTo>
                  <a:lnTo>
                    <a:pt x="2012979" y="3415360"/>
                  </a:lnTo>
                  <a:lnTo>
                    <a:pt x="2013125" y="3415360"/>
                  </a:lnTo>
                  <a:lnTo>
                    <a:pt x="2013125" y="3414736"/>
                  </a:lnTo>
                  <a:lnTo>
                    <a:pt x="2013270" y="3414736"/>
                  </a:lnTo>
                  <a:lnTo>
                    <a:pt x="2013270" y="3414113"/>
                  </a:lnTo>
                  <a:lnTo>
                    <a:pt x="2013415" y="3414113"/>
                  </a:lnTo>
                  <a:lnTo>
                    <a:pt x="2013561" y="3414113"/>
                  </a:lnTo>
                  <a:lnTo>
                    <a:pt x="2013706" y="3414113"/>
                  </a:lnTo>
                  <a:lnTo>
                    <a:pt x="2013852" y="3414113"/>
                  </a:lnTo>
                  <a:lnTo>
                    <a:pt x="2013997" y="3414113"/>
                  </a:lnTo>
                  <a:lnTo>
                    <a:pt x="2013997" y="3413489"/>
                  </a:lnTo>
                  <a:lnTo>
                    <a:pt x="2014143" y="3413489"/>
                  </a:lnTo>
                  <a:lnTo>
                    <a:pt x="2014288" y="3413489"/>
                  </a:lnTo>
                  <a:lnTo>
                    <a:pt x="2014433" y="3413489"/>
                  </a:lnTo>
                  <a:lnTo>
                    <a:pt x="2014579" y="3413489"/>
                  </a:lnTo>
                  <a:lnTo>
                    <a:pt x="2014724" y="3413489"/>
                  </a:lnTo>
                  <a:lnTo>
                    <a:pt x="2014724" y="3412866"/>
                  </a:lnTo>
                  <a:lnTo>
                    <a:pt x="2014870" y="3412866"/>
                  </a:lnTo>
                  <a:lnTo>
                    <a:pt x="2014870" y="3412242"/>
                  </a:lnTo>
                  <a:lnTo>
                    <a:pt x="2015015" y="3412242"/>
                  </a:lnTo>
                  <a:lnTo>
                    <a:pt x="2015161" y="3412242"/>
                  </a:lnTo>
                  <a:lnTo>
                    <a:pt x="2015306" y="3412242"/>
                  </a:lnTo>
                  <a:lnTo>
                    <a:pt x="2015451" y="3412242"/>
                  </a:lnTo>
                  <a:lnTo>
                    <a:pt x="2015597" y="3412242"/>
                  </a:lnTo>
                  <a:lnTo>
                    <a:pt x="2015742" y="3412242"/>
                  </a:lnTo>
                  <a:lnTo>
                    <a:pt x="2015888" y="3412242"/>
                  </a:lnTo>
                  <a:lnTo>
                    <a:pt x="2016033" y="3412242"/>
                  </a:lnTo>
                  <a:lnTo>
                    <a:pt x="2016179" y="3412242"/>
                  </a:lnTo>
                  <a:lnTo>
                    <a:pt x="2016324" y="3412242"/>
                  </a:lnTo>
                  <a:lnTo>
                    <a:pt x="2016469" y="3412242"/>
                  </a:lnTo>
                  <a:lnTo>
                    <a:pt x="2016469" y="3411618"/>
                  </a:lnTo>
                  <a:lnTo>
                    <a:pt x="2016615" y="3411618"/>
                  </a:lnTo>
                  <a:lnTo>
                    <a:pt x="2016760" y="3411618"/>
                  </a:lnTo>
                  <a:lnTo>
                    <a:pt x="2016906" y="3411618"/>
                  </a:lnTo>
                  <a:lnTo>
                    <a:pt x="2017051" y="3411618"/>
                  </a:lnTo>
                  <a:lnTo>
                    <a:pt x="2017197" y="3411618"/>
                  </a:lnTo>
                  <a:lnTo>
                    <a:pt x="2017342" y="3411618"/>
                  </a:lnTo>
                  <a:lnTo>
                    <a:pt x="2017487" y="3411618"/>
                  </a:lnTo>
                  <a:lnTo>
                    <a:pt x="2017487" y="3410995"/>
                  </a:lnTo>
                  <a:lnTo>
                    <a:pt x="2017633" y="3410995"/>
                  </a:lnTo>
                  <a:lnTo>
                    <a:pt x="2017778" y="3410995"/>
                  </a:lnTo>
                  <a:lnTo>
                    <a:pt x="2017924" y="3410995"/>
                  </a:lnTo>
                  <a:lnTo>
                    <a:pt x="2018069" y="3410995"/>
                  </a:lnTo>
                  <a:lnTo>
                    <a:pt x="2018215" y="3410995"/>
                  </a:lnTo>
                  <a:lnTo>
                    <a:pt x="2018360" y="3410995"/>
                  </a:lnTo>
                  <a:lnTo>
                    <a:pt x="2018360" y="3410371"/>
                  </a:lnTo>
                  <a:lnTo>
                    <a:pt x="2018505" y="3410371"/>
                  </a:lnTo>
                  <a:lnTo>
                    <a:pt x="2018505" y="3409748"/>
                  </a:lnTo>
                  <a:lnTo>
                    <a:pt x="2018651" y="3409748"/>
                  </a:lnTo>
                  <a:lnTo>
                    <a:pt x="2018796" y="3409748"/>
                  </a:lnTo>
                  <a:lnTo>
                    <a:pt x="2018942" y="3409748"/>
                  </a:lnTo>
                  <a:lnTo>
                    <a:pt x="2019087" y="3409748"/>
                  </a:lnTo>
                  <a:lnTo>
                    <a:pt x="2019232" y="3409748"/>
                  </a:lnTo>
                  <a:lnTo>
                    <a:pt x="2019378" y="3409748"/>
                  </a:lnTo>
                  <a:lnTo>
                    <a:pt x="2019523" y="3409748"/>
                  </a:lnTo>
                  <a:lnTo>
                    <a:pt x="2019669" y="3409748"/>
                  </a:lnTo>
                  <a:lnTo>
                    <a:pt x="2019669" y="3409124"/>
                  </a:lnTo>
                  <a:lnTo>
                    <a:pt x="2019814" y="3409124"/>
                  </a:lnTo>
                  <a:lnTo>
                    <a:pt x="2019960" y="3409124"/>
                  </a:lnTo>
                  <a:lnTo>
                    <a:pt x="2020105" y="3409124"/>
                  </a:lnTo>
                  <a:lnTo>
                    <a:pt x="2020250" y="3409124"/>
                  </a:lnTo>
                  <a:lnTo>
                    <a:pt x="2020396" y="3409124"/>
                  </a:lnTo>
                  <a:lnTo>
                    <a:pt x="2020541" y="3409124"/>
                  </a:lnTo>
                  <a:lnTo>
                    <a:pt x="2020687" y="3409124"/>
                  </a:lnTo>
                  <a:lnTo>
                    <a:pt x="2020832" y="3409124"/>
                  </a:lnTo>
                  <a:lnTo>
                    <a:pt x="2020978" y="3409124"/>
                  </a:lnTo>
                  <a:lnTo>
                    <a:pt x="2020978" y="3408500"/>
                  </a:lnTo>
                  <a:lnTo>
                    <a:pt x="2021123" y="3408500"/>
                  </a:lnTo>
                  <a:lnTo>
                    <a:pt x="2021268" y="3408500"/>
                  </a:lnTo>
                  <a:lnTo>
                    <a:pt x="2021414" y="3408500"/>
                  </a:lnTo>
                  <a:lnTo>
                    <a:pt x="2021559" y="3408500"/>
                  </a:lnTo>
                  <a:lnTo>
                    <a:pt x="2021705" y="3408500"/>
                  </a:lnTo>
                  <a:lnTo>
                    <a:pt x="2021850" y="3408500"/>
                  </a:lnTo>
                  <a:lnTo>
                    <a:pt x="2021996" y="3408500"/>
                  </a:lnTo>
                  <a:lnTo>
                    <a:pt x="2022141" y="3408500"/>
                  </a:lnTo>
                  <a:lnTo>
                    <a:pt x="2022286" y="3408500"/>
                  </a:lnTo>
                  <a:lnTo>
                    <a:pt x="2022286" y="3407877"/>
                  </a:lnTo>
                  <a:lnTo>
                    <a:pt x="2022432" y="3407877"/>
                  </a:lnTo>
                  <a:lnTo>
                    <a:pt x="2022432" y="3407253"/>
                  </a:lnTo>
                  <a:lnTo>
                    <a:pt x="2022577" y="3407253"/>
                  </a:lnTo>
                  <a:lnTo>
                    <a:pt x="2022577" y="3406630"/>
                  </a:lnTo>
                  <a:lnTo>
                    <a:pt x="2022723" y="3406630"/>
                  </a:lnTo>
                  <a:lnTo>
                    <a:pt x="2022868" y="3406630"/>
                  </a:lnTo>
                  <a:lnTo>
                    <a:pt x="2023014" y="3406630"/>
                  </a:lnTo>
                  <a:lnTo>
                    <a:pt x="2023159" y="3406630"/>
                  </a:lnTo>
                  <a:lnTo>
                    <a:pt x="2023304" y="3406630"/>
                  </a:lnTo>
                  <a:lnTo>
                    <a:pt x="2023450" y="3406630"/>
                  </a:lnTo>
                  <a:lnTo>
                    <a:pt x="2023595" y="3406630"/>
                  </a:lnTo>
                  <a:lnTo>
                    <a:pt x="2023741" y="3406630"/>
                  </a:lnTo>
                  <a:lnTo>
                    <a:pt x="2023886" y="3406630"/>
                  </a:lnTo>
                  <a:lnTo>
                    <a:pt x="2024032" y="3406630"/>
                  </a:lnTo>
                  <a:lnTo>
                    <a:pt x="2024177" y="3406630"/>
                  </a:lnTo>
                  <a:lnTo>
                    <a:pt x="2024322" y="3406630"/>
                  </a:lnTo>
                  <a:lnTo>
                    <a:pt x="2024322" y="3406006"/>
                  </a:lnTo>
                  <a:lnTo>
                    <a:pt x="2024468" y="3406006"/>
                  </a:lnTo>
                  <a:lnTo>
                    <a:pt x="2024613" y="3406006"/>
                  </a:lnTo>
                  <a:lnTo>
                    <a:pt x="2024613" y="3405383"/>
                  </a:lnTo>
                  <a:lnTo>
                    <a:pt x="2024613" y="3404759"/>
                  </a:lnTo>
                  <a:lnTo>
                    <a:pt x="2024759" y="3404759"/>
                  </a:lnTo>
                  <a:lnTo>
                    <a:pt x="2024759" y="3404135"/>
                  </a:lnTo>
                  <a:lnTo>
                    <a:pt x="2024904" y="3404135"/>
                  </a:lnTo>
                  <a:lnTo>
                    <a:pt x="2025050" y="3404135"/>
                  </a:lnTo>
                  <a:lnTo>
                    <a:pt x="2025195" y="3404135"/>
                  </a:lnTo>
                  <a:lnTo>
                    <a:pt x="2025340" y="3404135"/>
                  </a:lnTo>
                  <a:lnTo>
                    <a:pt x="2025340" y="3403512"/>
                  </a:lnTo>
                  <a:lnTo>
                    <a:pt x="2025486" y="3403512"/>
                  </a:lnTo>
                  <a:lnTo>
                    <a:pt x="2025631" y="3403512"/>
                  </a:lnTo>
                  <a:lnTo>
                    <a:pt x="2025777" y="3403512"/>
                  </a:lnTo>
                  <a:lnTo>
                    <a:pt x="2025922" y="3403512"/>
                  </a:lnTo>
                  <a:lnTo>
                    <a:pt x="2026067" y="3403512"/>
                  </a:lnTo>
                  <a:lnTo>
                    <a:pt x="2026067" y="3402888"/>
                  </a:lnTo>
                  <a:lnTo>
                    <a:pt x="2026213" y="3402888"/>
                  </a:lnTo>
                  <a:lnTo>
                    <a:pt x="2026358" y="3402888"/>
                  </a:lnTo>
                  <a:lnTo>
                    <a:pt x="2026358" y="3402265"/>
                  </a:lnTo>
                  <a:lnTo>
                    <a:pt x="2026504" y="3402265"/>
                  </a:lnTo>
                  <a:lnTo>
                    <a:pt x="2026649" y="3402265"/>
                  </a:lnTo>
                  <a:lnTo>
                    <a:pt x="2026795" y="3402265"/>
                  </a:lnTo>
                  <a:lnTo>
                    <a:pt x="2026940" y="3402265"/>
                  </a:lnTo>
                  <a:lnTo>
                    <a:pt x="2026940" y="3401641"/>
                  </a:lnTo>
                  <a:lnTo>
                    <a:pt x="2027085" y="3401641"/>
                  </a:lnTo>
                  <a:lnTo>
                    <a:pt x="2027231" y="3401641"/>
                  </a:lnTo>
                  <a:lnTo>
                    <a:pt x="2027376" y="3401641"/>
                  </a:lnTo>
                  <a:lnTo>
                    <a:pt x="2027522" y="3401641"/>
                  </a:lnTo>
                  <a:lnTo>
                    <a:pt x="2027667" y="3401641"/>
                  </a:lnTo>
                  <a:lnTo>
                    <a:pt x="2027813" y="3401641"/>
                  </a:lnTo>
                  <a:lnTo>
                    <a:pt x="2027958" y="3401641"/>
                  </a:lnTo>
                  <a:lnTo>
                    <a:pt x="2028103" y="3401641"/>
                  </a:lnTo>
                  <a:lnTo>
                    <a:pt x="2028249" y="3401641"/>
                  </a:lnTo>
                  <a:lnTo>
                    <a:pt x="2028394" y="3401641"/>
                  </a:lnTo>
                  <a:lnTo>
                    <a:pt x="2028394" y="3401017"/>
                  </a:lnTo>
                  <a:lnTo>
                    <a:pt x="2028540" y="3401017"/>
                  </a:lnTo>
                  <a:lnTo>
                    <a:pt x="2028685" y="3401017"/>
                  </a:lnTo>
                  <a:lnTo>
                    <a:pt x="2028831" y="3401017"/>
                  </a:lnTo>
                  <a:lnTo>
                    <a:pt x="2028976" y="3401017"/>
                  </a:lnTo>
                  <a:lnTo>
                    <a:pt x="2028976" y="3400394"/>
                  </a:lnTo>
                  <a:lnTo>
                    <a:pt x="2029121" y="3400394"/>
                  </a:lnTo>
                  <a:lnTo>
                    <a:pt x="2029121" y="3399770"/>
                  </a:lnTo>
                  <a:lnTo>
                    <a:pt x="2029267" y="3399770"/>
                  </a:lnTo>
                  <a:lnTo>
                    <a:pt x="2029412" y="3399770"/>
                  </a:lnTo>
                  <a:lnTo>
                    <a:pt x="2029412" y="3399147"/>
                  </a:lnTo>
                  <a:lnTo>
                    <a:pt x="2029558" y="3399147"/>
                  </a:lnTo>
                  <a:lnTo>
                    <a:pt x="2029703" y="3399147"/>
                  </a:lnTo>
                  <a:lnTo>
                    <a:pt x="2029849" y="3399147"/>
                  </a:lnTo>
                  <a:lnTo>
                    <a:pt x="2029994" y="3399147"/>
                  </a:lnTo>
                  <a:lnTo>
                    <a:pt x="2029994" y="3398523"/>
                  </a:lnTo>
                  <a:lnTo>
                    <a:pt x="2030139" y="3398523"/>
                  </a:lnTo>
                  <a:lnTo>
                    <a:pt x="2030285" y="3398523"/>
                  </a:lnTo>
                  <a:lnTo>
                    <a:pt x="2030285" y="3397900"/>
                  </a:lnTo>
                  <a:lnTo>
                    <a:pt x="2030430" y="3397900"/>
                  </a:lnTo>
                  <a:lnTo>
                    <a:pt x="2030576" y="3397900"/>
                  </a:lnTo>
                  <a:lnTo>
                    <a:pt x="2030721" y="3397900"/>
                  </a:lnTo>
                  <a:lnTo>
                    <a:pt x="2030867" y="3397900"/>
                  </a:lnTo>
                  <a:lnTo>
                    <a:pt x="2031012" y="3397900"/>
                  </a:lnTo>
                  <a:lnTo>
                    <a:pt x="2031157" y="3397900"/>
                  </a:lnTo>
                  <a:lnTo>
                    <a:pt x="2031303" y="3397900"/>
                  </a:lnTo>
                  <a:lnTo>
                    <a:pt x="2031448" y="3397900"/>
                  </a:lnTo>
                  <a:lnTo>
                    <a:pt x="2031594" y="3397900"/>
                  </a:lnTo>
                  <a:lnTo>
                    <a:pt x="2031739" y="3397900"/>
                  </a:lnTo>
                  <a:lnTo>
                    <a:pt x="2031885" y="3397900"/>
                  </a:lnTo>
                  <a:lnTo>
                    <a:pt x="2031885" y="3397276"/>
                  </a:lnTo>
                  <a:lnTo>
                    <a:pt x="2032030" y="3397276"/>
                  </a:lnTo>
                  <a:lnTo>
                    <a:pt x="2032175" y="3397276"/>
                  </a:lnTo>
                  <a:lnTo>
                    <a:pt x="2032321" y="3397276"/>
                  </a:lnTo>
                  <a:lnTo>
                    <a:pt x="2032321" y="3396652"/>
                  </a:lnTo>
                  <a:lnTo>
                    <a:pt x="2032466" y="3396652"/>
                  </a:lnTo>
                  <a:lnTo>
                    <a:pt x="2032612" y="3396652"/>
                  </a:lnTo>
                  <a:lnTo>
                    <a:pt x="2032757" y="3396652"/>
                  </a:lnTo>
                  <a:lnTo>
                    <a:pt x="2032902" y="3396652"/>
                  </a:lnTo>
                  <a:lnTo>
                    <a:pt x="2033048" y="3396652"/>
                  </a:lnTo>
                  <a:lnTo>
                    <a:pt x="2033193" y="3396652"/>
                  </a:lnTo>
                  <a:lnTo>
                    <a:pt x="2033193" y="3396029"/>
                  </a:lnTo>
                  <a:lnTo>
                    <a:pt x="2033339" y="3396029"/>
                  </a:lnTo>
                  <a:lnTo>
                    <a:pt x="2033339" y="3395405"/>
                  </a:lnTo>
                  <a:lnTo>
                    <a:pt x="2033484" y="3395405"/>
                  </a:lnTo>
                  <a:lnTo>
                    <a:pt x="2033484" y="3394782"/>
                  </a:lnTo>
                  <a:lnTo>
                    <a:pt x="2033630" y="3394782"/>
                  </a:lnTo>
                  <a:lnTo>
                    <a:pt x="2033775" y="3394782"/>
                  </a:lnTo>
                  <a:lnTo>
                    <a:pt x="2033920" y="3394782"/>
                  </a:lnTo>
                  <a:lnTo>
                    <a:pt x="2034066" y="3394782"/>
                  </a:lnTo>
                  <a:lnTo>
                    <a:pt x="2034066" y="3394158"/>
                  </a:lnTo>
                  <a:lnTo>
                    <a:pt x="2034211" y="3394158"/>
                  </a:lnTo>
                  <a:lnTo>
                    <a:pt x="2034357" y="3394158"/>
                  </a:lnTo>
                  <a:lnTo>
                    <a:pt x="2034502" y="3394158"/>
                  </a:lnTo>
                  <a:lnTo>
                    <a:pt x="2034502" y="3393534"/>
                  </a:lnTo>
                  <a:lnTo>
                    <a:pt x="2034648" y="3393534"/>
                  </a:lnTo>
                  <a:lnTo>
                    <a:pt x="2034793" y="3393534"/>
                  </a:lnTo>
                  <a:lnTo>
                    <a:pt x="2034938" y="3393534"/>
                  </a:lnTo>
                  <a:lnTo>
                    <a:pt x="2034938" y="3392911"/>
                  </a:lnTo>
                  <a:lnTo>
                    <a:pt x="2034938" y="3392287"/>
                  </a:lnTo>
                  <a:lnTo>
                    <a:pt x="2035084" y="3392287"/>
                  </a:lnTo>
                  <a:lnTo>
                    <a:pt x="2035229" y="3392287"/>
                  </a:lnTo>
                  <a:lnTo>
                    <a:pt x="2035375" y="3392287"/>
                  </a:lnTo>
                  <a:lnTo>
                    <a:pt x="2035375" y="3391664"/>
                  </a:lnTo>
                  <a:lnTo>
                    <a:pt x="2035375" y="3391040"/>
                  </a:lnTo>
                  <a:lnTo>
                    <a:pt x="2035520" y="3391040"/>
                  </a:lnTo>
                  <a:lnTo>
                    <a:pt x="2035666" y="3391040"/>
                  </a:lnTo>
                  <a:lnTo>
                    <a:pt x="2035811" y="3391040"/>
                  </a:lnTo>
                  <a:lnTo>
                    <a:pt x="2035956" y="3391040"/>
                  </a:lnTo>
                  <a:lnTo>
                    <a:pt x="2035956" y="3390417"/>
                  </a:lnTo>
                  <a:lnTo>
                    <a:pt x="2036102" y="3390417"/>
                  </a:lnTo>
                  <a:lnTo>
                    <a:pt x="2036247" y="3390417"/>
                  </a:lnTo>
                  <a:lnTo>
                    <a:pt x="2036393" y="3390417"/>
                  </a:lnTo>
                  <a:lnTo>
                    <a:pt x="2036538" y="3390417"/>
                  </a:lnTo>
                  <a:lnTo>
                    <a:pt x="2036684" y="3390417"/>
                  </a:lnTo>
                  <a:lnTo>
                    <a:pt x="2036829" y="3390417"/>
                  </a:lnTo>
                  <a:lnTo>
                    <a:pt x="2036974" y="3390417"/>
                  </a:lnTo>
                  <a:lnTo>
                    <a:pt x="2037120" y="3390417"/>
                  </a:lnTo>
                  <a:lnTo>
                    <a:pt x="2037120" y="3389793"/>
                  </a:lnTo>
                  <a:lnTo>
                    <a:pt x="2037265" y="3389793"/>
                  </a:lnTo>
                  <a:lnTo>
                    <a:pt x="2037411" y="3389793"/>
                  </a:lnTo>
                  <a:lnTo>
                    <a:pt x="2037411" y="3389169"/>
                  </a:lnTo>
                  <a:lnTo>
                    <a:pt x="2037556" y="3389169"/>
                  </a:lnTo>
                  <a:lnTo>
                    <a:pt x="2037702" y="3389169"/>
                  </a:lnTo>
                  <a:lnTo>
                    <a:pt x="2037847" y="3389169"/>
                  </a:lnTo>
                  <a:lnTo>
                    <a:pt x="2037992" y="3389169"/>
                  </a:lnTo>
                  <a:lnTo>
                    <a:pt x="2038138" y="3389169"/>
                  </a:lnTo>
                  <a:lnTo>
                    <a:pt x="2038283" y="3389169"/>
                  </a:lnTo>
                  <a:lnTo>
                    <a:pt x="2038429" y="3389169"/>
                  </a:lnTo>
                  <a:lnTo>
                    <a:pt x="2038574" y="3389169"/>
                  </a:lnTo>
                  <a:lnTo>
                    <a:pt x="2038720" y="3389169"/>
                  </a:lnTo>
                  <a:lnTo>
                    <a:pt x="2038720" y="3388546"/>
                  </a:lnTo>
                  <a:lnTo>
                    <a:pt x="2038720" y="3387922"/>
                  </a:lnTo>
                  <a:lnTo>
                    <a:pt x="2038865" y="3387922"/>
                  </a:lnTo>
                  <a:lnTo>
                    <a:pt x="2039010" y="3387922"/>
                  </a:lnTo>
                  <a:lnTo>
                    <a:pt x="2039156" y="3387922"/>
                  </a:lnTo>
                  <a:lnTo>
                    <a:pt x="2039156" y="3387299"/>
                  </a:lnTo>
                  <a:lnTo>
                    <a:pt x="2039156" y="3386675"/>
                  </a:lnTo>
                  <a:lnTo>
                    <a:pt x="2039301" y="3386675"/>
                  </a:lnTo>
                  <a:lnTo>
                    <a:pt x="2039301" y="3386051"/>
                  </a:lnTo>
                  <a:lnTo>
                    <a:pt x="2039447" y="3386051"/>
                  </a:lnTo>
                  <a:lnTo>
                    <a:pt x="2039592" y="3386051"/>
                  </a:lnTo>
                  <a:lnTo>
                    <a:pt x="2039737" y="3386051"/>
                  </a:lnTo>
                  <a:lnTo>
                    <a:pt x="2039883" y="3386051"/>
                  </a:lnTo>
                  <a:lnTo>
                    <a:pt x="2040028" y="3386051"/>
                  </a:lnTo>
                  <a:lnTo>
                    <a:pt x="2040174" y="3386051"/>
                  </a:lnTo>
                  <a:lnTo>
                    <a:pt x="2040319" y="3386051"/>
                  </a:lnTo>
                  <a:lnTo>
                    <a:pt x="2040319" y="3385428"/>
                  </a:lnTo>
                  <a:lnTo>
                    <a:pt x="2040465" y="3385428"/>
                  </a:lnTo>
                  <a:lnTo>
                    <a:pt x="2040465" y="3384804"/>
                  </a:lnTo>
                  <a:lnTo>
                    <a:pt x="2040610" y="3384804"/>
                  </a:lnTo>
                  <a:lnTo>
                    <a:pt x="2040610" y="3384181"/>
                  </a:lnTo>
                  <a:lnTo>
                    <a:pt x="2040610" y="3383557"/>
                  </a:lnTo>
                  <a:lnTo>
                    <a:pt x="2040610" y="3382934"/>
                  </a:lnTo>
                  <a:lnTo>
                    <a:pt x="2040755" y="3382934"/>
                  </a:lnTo>
                  <a:lnTo>
                    <a:pt x="2040901" y="3382934"/>
                  </a:lnTo>
                  <a:lnTo>
                    <a:pt x="2041046" y="3382934"/>
                  </a:lnTo>
                  <a:lnTo>
                    <a:pt x="2041192" y="3382934"/>
                  </a:lnTo>
                  <a:lnTo>
                    <a:pt x="2041337" y="3382934"/>
                  </a:lnTo>
                  <a:lnTo>
                    <a:pt x="2041483" y="3382934"/>
                  </a:lnTo>
                  <a:lnTo>
                    <a:pt x="2041628" y="3382934"/>
                  </a:lnTo>
                  <a:lnTo>
                    <a:pt x="2041773" y="3382934"/>
                  </a:lnTo>
                  <a:lnTo>
                    <a:pt x="2041919" y="3382934"/>
                  </a:lnTo>
                  <a:lnTo>
                    <a:pt x="2042064" y="3382934"/>
                  </a:lnTo>
                  <a:lnTo>
                    <a:pt x="2042210" y="3382934"/>
                  </a:lnTo>
                  <a:lnTo>
                    <a:pt x="2042355" y="3382934"/>
                  </a:lnTo>
                  <a:lnTo>
                    <a:pt x="2042501" y="3382934"/>
                  </a:lnTo>
                  <a:lnTo>
                    <a:pt x="2042646" y="3382934"/>
                  </a:lnTo>
                  <a:lnTo>
                    <a:pt x="2042646" y="3382310"/>
                  </a:lnTo>
                  <a:lnTo>
                    <a:pt x="2042791" y="3382310"/>
                  </a:lnTo>
                  <a:lnTo>
                    <a:pt x="2042937" y="3382310"/>
                  </a:lnTo>
                  <a:lnTo>
                    <a:pt x="2042937" y="3381686"/>
                  </a:lnTo>
                  <a:lnTo>
                    <a:pt x="2043082" y="3381686"/>
                  </a:lnTo>
                  <a:lnTo>
                    <a:pt x="2043228" y="3381686"/>
                  </a:lnTo>
                  <a:lnTo>
                    <a:pt x="2043373" y="3381686"/>
                  </a:lnTo>
                  <a:lnTo>
                    <a:pt x="2043519" y="3381686"/>
                  </a:lnTo>
                  <a:lnTo>
                    <a:pt x="2043664" y="3381686"/>
                  </a:lnTo>
                  <a:lnTo>
                    <a:pt x="2043809" y="3381686"/>
                  </a:lnTo>
                  <a:lnTo>
                    <a:pt x="2043955" y="3381686"/>
                  </a:lnTo>
                  <a:lnTo>
                    <a:pt x="2044100" y="3381686"/>
                  </a:lnTo>
                  <a:lnTo>
                    <a:pt x="2044246" y="3381686"/>
                  </a:lnTo>
                  <a:lnTo>
                    <a:pt x="2044391" y="3381686"/>
                  </a:lnTo>
                  <a:lnTo>
                    <a:pt x="2044537" y="3381686"/>
                  </a:lnTo>
                  <a:lnTo>
                    <a:pt x="2044682" y="3381686"/>
                  </a:lnTo>
                  <a:lnTo>
                    <a:pt x="2044827" y="3381686"/>
                  </a:lnTo>
                  <a:lnTo>
                    <a:pt x="2044827" y="3381063"/>
                  </a:lnTo>
                  <a:lnTo>
                    <a:pt x="2044973" y="3381063"/>
                  </a:lnTo>
                  <a:lnTo>
                    <a:pt x="2045118" y="3381063"/>
                  </a:lnTo>
                  <a:lnTo>
                    <a:pt x="2045264" y="3381063"/>
                  </a:lnTo>
                  <a:lnTo>
                    <a:pt x="2045409" y="3381063"/>
                  </a:lnTo>
                  <a:lnTo>
                    <a:pt x="2045409" y="3380439"/>
                  </a:lnTo>
                  <a:lnTo>
                    <a:pt x="2045555" y="3380439"/>
                  </a:lnTo>
                  <a:lnTo>
                    <a:pt x="2045700" y="3380439"/>
                  </a:lnTo>
                  <a:lnTo>
                    <a:pt x="2045845" y="3380439"/>
                  </a:lnTo>
                  <a:lnTo>
                    <a:pt x="2045991" y="3380439"/>
                  </a:lnTo>
                  <a:lnTo>
                    <a:pt x="2045991" y="3379816"/>
                  </a:lnTo>
                  <a:lnTo>
                    <a:pt x="2045991" y="3379192"/>
                  </a:lnTo>
                  <a:lnTo>
                    <a:pt x="2046136" y="3379192"/>
                  </a:lnTo>
                  <a:lnTo>
                    <a:pt x="2046282" y="3379192"/>
                  </a:lnTo>
                  <a:lnTo>
                    <a:pt x="2046427" y="3379192"/>
                  </a:lnTo>
                  <a:lnTo>
                    <a:pt x="2046427" y="3378569"/>
                  </a:lnTo>
                  <a:lnTo>
                    <a:pt x="2046572" y="3378569"/>
                  </a:lnTo>
                  <a:lnTo>
                    <a:pt x="2046572" y="3377945"/>
                  </a:lnTo>
                  <a:lnTo>
                    <a:pt x="2046718" y="3377945"/>
                  </a:lnTo>
                  <a:lnTo>
                    <a:pt x="2046863" y="3377945"/>
                  </a:lnTo>
                  <a:lnTo>
                    <a:pt x="2046863" y="3377321"/>
                  </a:lnTo>
                  <a:lnTo>
                    <a:pt x="2046863" y="3376698"/>
                  </a:lnTo>
                  <a:lnTo>
                    <a:pt x="2047009" y="3376698"/>
                  </a:lnTo>
                  <a:lnTo>
                    <a:pt x="2047154" y="3376698"/>
                  </a:lnTo>
                  <a:lnTo>
                    <a:pt x="2047300" y="3376698"/>
                  </a:lnTo>
                  <a:lnTo>
                    <a:pt x="2047445" y="3376698"/>
                  </a:lnTo>
                  <a:lnTo>
                    <a:pt x="2047590" y="3376698"/>
                  </a:lnTo>
                  <a:lnTo>
                    <a:pt x="2047736" y="3376698"/>
                  </a:lnTo>
                  <a:lnTo>
                    <a:pt x="2047881" y="3376698"/>
                  </a:lnTo>
                  <a:lnTo>
                    <a:pt x="2048027" y="3376698"/>
                  </a:lnTo>
                  <a:lnTo>
                    <a:pt x="2048172" y="3376698"/>
                  </a:lnTo>
                  <a:lnTo>
                    <a:pt x="2048318" y="3376698"/>
                  </a:lnTo>
                  <a:lnTo>
                    <a:pt x="2048463" y="3376698"/>
                  </a:lnTo>
                  <a:lnTo>
                    <a:pt x="2048608" y="3376698"/>
                  </a:lnTo>
                  <a:lnTo>
                    <a:pt x="2048754" y="3376698"/>
                  </a:lnTo>
                  <a:lnTo>
                    <a:pt x="2048899" y="3376698"/>
                  </a:lnTo>
                  <a:lnTo>
                    <a:pt x="2048899" y="3376074"/>
                  </a:lnTo>
                  <a:lnTo>
                    <a:pt x="2048899" y="3375451"/>
                  </a:lnTo>
                  <a:lnTo>
                    <a:pt x="2049045" y="3375451"/>
                  </a:lnTo>
                  <a:lnTo>
                    <a:pt x="2049190" y="3375451"/>
                  </a:lnTo>
                  <a:lnTo>
                    <a:pt x="2049336" y="3375451"/>
                  </a:lnTo>
                  <a:lnTo>
                    <a:pt x="2049481" y="3375451"/>
                  </a:lnTo>
                  <a:lnTo>
                    <a:pt x="2049626" y="3375451"/>
                  </a:lnTo>
                  <a:lnTo>
                    <a:pt x="2049772" y="3375451"/>
                  </a:lnTo>
                  <a:lnTo>
                    <a:pt x="2049917" y="3375451"/>
                  </a:lnTo>
                  <a:lnTo>
                    <a:pt x="2050063" y="3375451"/>
                  </a:lnTo>
                  <a:lnTo>
                    <a:pt x="2050208" y="3375451"/>
                  </a:lnTo>
                  <a:lnTo>
                    <a:pt x="2050354" y="3375451"/>
                  </a:lnTo>
                  <a:lnTo>
                    <a:pt x="2050499" y="3375451"/>
                  </a:lnTo>
                  <a:lnTo>
                    <a:pt x="2050644" y="3375451"/>
                  </a:lnTo>
                  <a:lnTo>
                    <a:pt x="2050644" y="3374827"/>
                  </a:lnTo>
                  <a:lnTo>
                    <a:pt x="2050790" y="3374827"/>
                  </a:lnTo>
                  <a:lnTo>
                    <a:pt x="2050935" y="3374827"/>
                  </a:lnTo>
                  <a:lnTo>
                    <a:pt x="2051081" y="3374827"/>
                  </a:lnTo>
                  <a:lnTo>
                    <a:pt x="2051226" y="3374827"/>
                  </a:lnTo>
                  <a:lnTo>
                    <a:pt x="2051372" y="3374827"/>
                  </a:lnTo>
                  <a:lnTo>
                    <a:pt x="2051517" y="3374827"/>
                  </a:lnTo>
                  <a:lnTo>
                    <a:pt x="2051517" y="3374203"/>
                  </a:lnTo>
                  <a:lnTo>
                    <a:pt x="2051517" y="3373580"/>
                  </a:lnTo>
                  <a:lnTo>
                    <a:pt x="2051662" y="3373580"/>
                  </a:lnTo>
                  <a:lnTo>
                    <a:pt x="2051808" y="3373580"/>
                  </a:lnTo>
                  <a:lnTo>
                    <a:pt x="2051953" y="3373580"/>
                  </a:lnTo>
                  <a:lnTo>
                    <a:pt x="2052099" y="3373580"/>
                  </a:lnTo>
                  <a:lnTo>
                    <a:pt x="2052244" y="3373580"/>
                  </a:lnTo>
                  <a:lnTo>
                    <a:pt x="2052390" y="3373580"/>
                  </a:lnTo>
                  <a:lnTo>
                    <a:pt x="2052390" y="3372956"/>
                  </a:lnTo>
                  <a:lnTo>
                    <a:pt x="2052535" y="3372956"/>
                  </a:lnTo>
                  <a:lnTo>
                    <a:pt x="2052680" y="3372956"/>
                  </a:lnTo>
                  <a:lnTo>
                    <a:pt x="2052826" y="3372956"/>
                  </a:lnTo>
                  <a:lnTo>
                    <a:pt x="2052971" y="3372956"/>
                  </a:lnTo>
                  <a:lnTo>
                    <a:pt x="2053117" y="3372956"/>
                  </a:lnTo>
                  <a:lnTo>
                    <a:pt x="2053262" y="3372956"/>
                  </a:lnTo>
                  <a:lnTo>
                    <a:pt x="2053407" y="3372956"/>
                  </a:lnTo>
                  <a:lnTo>
                    <a:pt x="2053553" y="3372956"/>
                  </a:lnTo>
                  <a:lnTo>
                    <a:pt x="2053698" y="3372956"/>
                  </a:lnTo>
                  <a:lnTo>
                    <a:pt x="2053844" y="3372956"/>
                  </a:lnTo>
                  <a:lnTo>
                    <a:pt x="2053989" y="3372956"/>
                  </a:lnTo>
                  <a:lnTo>
                    <a:pt x="2054135" y="3372956"/>
                  </a:lnTo>
                  <a:lnTo>
                    <a:pt x="2054280" y="3372956"/>
                  </a:lnTo>
                  <a:lnTo>
                    <a:pt x="2054280" y="3372333"/>
                  </a:lnTo>
                  <a:lnTo>
                    <a:pt x="2054425" y="3372333"/>
                  </a:lnTo>
                  <a:lnTo>
                    <a:pt x="2054425" y="3371709"/>
                  </a:lnTo>
                  <a:lnTo>
                    <a:pt x="2054571" y="3371709"/>
                  </a:lnTo>
                  <a:lnTo>
                    <a:pt x="2054716" y="3371709"/>
                  </a:lnTo>
                  <a:lnTo>
                    <a:pt x="2054716" y="3371086"/>
                  </a:lnTo>
                  <a:lnTo>
                    <a:pt x="2054862" y="3371086"/>
                  </a:lnTo>
                  <a:lnTo>
                    <a:pt x="2055007" y="3371086"/>
                  </a:lnTo>
                  <a:lnTo>
                    <a:pt x="2055153" y="3371086"/>
                  </a:lnTo>
                  <a:lnTo>
                    <a:pt x="2055298" y="3371086"/>
                  </a:lnTo>
                  <a:lnTo>
                    <a:pt x="2055443" y="3371086"/>
                  </a:lnTo>
                  <a:lnTo>
                    <a:pt x="2055589" y="3371086"/>
                  </a:lnTo>
                  <a:lnTo>
                    <a:pt x="2055734" y="3371086"/>
                  </a:lnTo>
                  <a:lnTo>
                    <a:pt x="2055880" y="3371086"/>
                  </a:lnTo>
                  <a:lnTo>
                    <a:pt x="2056025" y="3371086"/>
                  </a:lnTo>
                  <a:lnTo>
                    <a:pt x="2056025" y="3370462"/>
                  </a:lnTo>
                  <a:lnTo>
                    <a:pt x="2056171" y="3370462"/>
                  </a:lnTo>
                  <a:lnTo>
                    <a:pt x="2056316" y="3370462"/>
                  </a:lnTo>
                  <a:lnTo>
                    <a:pt x="2056316" y="3369838"/>
                  </a:lnTo>
                  <a:lnTo>
                    <a:pt x="2056461" y="3369838"/>
                  </a:lnTo>
                  <a:lnTo>
                    <a:pt x="2056607" y="3369838"/>
                  </a:lnTo>
                  <a:lnTo>
                    <a:pt x="2056752" y="3369838"/>
                  </a:lnTo>
                  <a:lnTo>
                    <a:pt x="2056898" y="3369838"/>
                  </a:lnTo>
                  <a:lnTo>
                    <a:pt x="2057043" y="3369838"/>
                  </a:lnTo>
                  <a:lnTo>
                    <a:pt x="2057043" y="3369215"/>
                  </a:lnTo>
                  <a:lnTo>
                    <a:pt x="2057043" y="3368591"/>
                  </a:lnTo>
                  <a:lnTo>
                    <a:pt x="2057189" y="3368591"/>
                  </a:lnTo>
                  <a:lnTo>
                    <a:pt x="2057334" y="3368591"/>
                  </a:lnTo>
                  <a:lnTo>
                    <a:pt x="2057334" y="3367968"/>
                  </a:lnTo>
                  <a:lnTo>
                    <a:pt x="2057479" y="3367968"/>
                  </a:lnTo>
                  <a:lnTo>
                    <a:pt x="2057625" y="3367968"/>
                  </a:lnTo>
                  <a:lnTo>
                    <a:pt x="2057770" y="3367968"/>
                  </a:lnTo>
                  <a:lnTo>
                    <a:pt x="2057770" y="3367344"/>
                  </a:lnTo>
                  <a:lnTo>
                    <a:pt x="2057770" y="3366720"/>
                  </a:lnTo>
                  <a:lnTo>
                    <a:pt x="2057916" y="3366720"/>
                  </a:lnTo>
                  <a:lnTo>
                    <a:pt x="2058061" y="3366720"/>
                  </a:lnTo>
                  <a:lnTo>
                    <a:pt x="2058207" y="3366720"/>
                  </a:lnTo>
                  <a:lnTo>
                    <a:pt x="2058207" y="3366097"/>
                  </a:lnTo>
                  <a:lnTo>
                    <a:pt x="2058352" y="3366097"/>
                  </a:lnTo>
                  <a:lnTo>
                    <a:pt x="2058497" y="3366097"/>
                  </a:lnTo>
                  <a:lnTo>
                    <a:pt x="2058643" y="3366097"/>
                  </a:lnTo>
                  <a:lnTo>
                    <a:pt x="2058788" y="3366097"/>
                  </a:lnTo>
                  <a:lnTo>
                    <a:pt x="2058934" y="3366097"/>
                  </a:lnTo>
                  <a:lnTo>
                    <a:pt x="2059079" y="3366097"/>
                  </a:lnTo>
                  <a:lnTo>
                    <a:pt x="2059225" y="3366097"/>
                  </a:lnTo>
                  <a:lnTo>
                    <a:pt x="2059370" y="3366097"/>
                  </a:lnTo>
                  <a:lnTo>
                    <a:pt x="2059515" y="3366097"/>
                  </a:lnTo>
                  <a:lnTo>
                    <a:pt x="2059661" y="3366097"/>
                  </a:lnTo>
                  <a:lnTo>
                    <a:pt x="2059661" y="3365473"/>
                  </a:lnTo>
                  <a:lnTo>
                    <a:pt x="2059806" y="3365473"/>
                  </a:lnTo>
                  <a:lnTo>
                    <a:pt x="2059952" y="3365473"/>
                  </a:lnTo>
                  <a:lnTo>
                    <a:pt x="2060097" y="3365473"/>
                  </a:lnTo>
                  <a:lnTo>
                    <a:pt x="2060242" y="3365473"/>
                  </a:lnTo>
                  <a:lnTo>
                    <a:pt x="2060242" y="3364850"/>
                  </a:lnTo>
                  <a:lnTo>
                    <a:pt x="2060388" y="3364850"/>
                  </a:lnTo>
                  <a:lnTo>
                    <a:pt x="2060388" y="3364226"/>
                  </a:lnTo>
                  <a:lnTo>
                    <a:pt x="2060533" y="3364226"/>
                  </a:lnTo>
                  <a:lnTo>
                    <a:pt x="2060533" y="3363603"/>
                  </a:lnTo>
                  <a:lnTo>
                    <a:pt x="2060679" y="3363603"/>
                  </a:lnTo>
                  <a:lnTo>
                    <a:pt x="2060824" y="3363603"/>
                  </a:lnTo>
                  <a:lnTo>
                    <a:pt x="2060970" y="3363603"/>
                  </a:lnTo>
                  <a:lnTo>
                    <a:pt x="2060970" y="3362979"/>
                  </a:lnTo>
                  <a:lnTo>
                    <a:pt x="2060970" y="3362355"/>
                  </a:lnTo>
                  <a:lnTo>
                    <a:pt x="2060970" y="3361732"/>
                  </a:lnTo>
                  <a:lnTo>
                    <a:pt x="2061115" y="3361732"/>
                  </a:lnTo>
                  <a:lnTo>
                    <a:pt x="2061115" y="3361108"/>
                  </a:lnTo>
                  <a:lnTo>
                    <a:pt x="2061115" y="3360485"/>
                  </a:lnTo>
                  <a:lnTo>
                    <a:pt x="2061260" y="3360485"/>
                  </a:lnTo>
                  <a:lnTo>
                    <a:pt x="2061406" y="3360485"/>
                  </a:lnTo>
                  <a:lnTo>
                    <a:pt x="2061406" y="3359861"/>
                  </a:lnTo>
                  <a:lnTo>
                    <a:pt x="2061551" y="3359861"/>
                  </a:lnTo>
                  <a:lnTo>
                    <a:pt x="2061697" y="3359861"/>
                  </a:lnTo>
                  <a:lnTo>
                    <a:pt x="2061842" y="3359861"/>
                  </a:lnTo>
                  <a:lnTo>
                    <a:pt x="2061988" y="3359861"/>
                  </a:lnTo>
                  <a:lnTo>
                    <a:pt x="2062133" y="3359861"/>
                  </a:lnTo>
                  <a:lnTo>
                    <a:pt x="2062278" y="3359861"/>
                  </a:lnTo>
                  <a:lnTo>
                    <a:pt x="2062424" y="3359861"/>
                  </a:lnTo>
                  <a:lnTo>
                    <a:pt x="2062569" y="3359861"/>
                  </a:lnTo>
                  <a:lnTo>
                    <a:pt x="2062715" y="3359861"/>
                  </a:lnTo>
                  <a:lnTo>
                    <a:pt x="2062715" y="3359237"/>
                  </a:lnTo>
                  <a:lnTo>
                    <a:pt x="2062860" y="3359237"/>
                  </a:lnTo>
                  <a:lnTo>
                    <a:pt x="2063006" y="3359237"/>
                  </a:lnTo>
                  <a:lnTo>
                    <a:pt x="2063151" y="3359237"/>
                  </a:lnTo>
                  <a:lnTo>
                    <a:pt x="2063151" y="3358614"/>
                  </a:lnTo>
                  <a:lnTo>
                    <a:pt x="2063151" y="3357990"/>
                  </a:lnTo>
                  <a:lnTo>
                    <a:pt x="2063296" y="3357990"/>
                  </a:lnTo>
                  <a:lnTo>
                    <a:pt x="2063442" y="3357990"/>
                  </a:lnTo>
                  <a:lnTo>
                    <a:pt x="2063442" y="3357367"/>
                  </a:lnTo>
                  <a:lnTo>
                    <a:pt x="2063587" y="3357367"/>
                  </a:lnTo>
                  <a:lnTo>
                    <a:pt x="2063733" y="3357367"/>
                  </a:lnTo>
                  <a:lnTo>
                    <a:pt x="2063878" y="3357367"/>
                  </a:lnTo>
                  <a:lnTo>
                    <a:pt x="2064024" y="3357367"/>
                  </a:lnTo>
                  <a:lnTo>
                    <a:pt x="2064024" y="3356743"/>
                  </a:lnTo>
                  <a:lnTo>
                    <a:pt x="2064169" y="3356743"/>
                  </a:lnTo>
                  <a:lnTo>
                    <a:pt x="2064314" y="3356743"/>
                  </a:lnTo>
                  <a:lnTo>
                    <a:pt x="2064460" y="3356743"/>
                  </a:lnTo>
                  <a:lnTo>
                    <a:pt x="2064460" y="3356120"/>
                  </a:lnTo>
                  <a:lnTo>
                    <a:pt x="2064605" y="3356120"/>
                  </a:lnTo>
                  <a:lnTo>
                    <a:pt x="2064751" y="3356120"/>
                  </a:lnTo>
                  <a:lnTo>
                    <a:pt x="2064896" y="3356120"/>
                  </a:lnTo>
                  <a:lnTo>
                    <a:pt x="2065042" y="3356120"/>
                  </a:lnTo>
                  <a:lnTo>
                    <a:pt x="2065187" y="3356120"/>
                  </a:lnTo>
                  <a:lnTo>
                    <a:pt x="2065187" y="3355496"/>
                  </a:lnTo>
                  <a:lnTo>
                    <a:pt x="2065332" y="3355496"/>
                  </a:lnTo>
                  <a:lnTo>
                    <a:pt x="2065478" y="3355496"/>
                  </a:lnTo>
                  <a:lnTo>
                    <a:pt x="2065623" y="3355496"/>
                  </a:lnTo>
                  <a:lnTo>
                    <a:pt x="2065623" y="3354872"/>
                  </a:lnTo>
                  <a:lnTo>
                    <a:pt x="2065769" y="3354872"/>
                  </a:lnTo>
                  <a:lnTo>
                    <a:pt x="2065914" y="3354872"/>
                  </a:lnTo>
                  <a:lnTo>
                    <a:pt x="2066059" y="3354872"/>
                  </a:lnTo>
                  <a:lnTo>
                    <a:pt x="2066059" y="3354249"/>
                  </a:lnTo>
                  <a:lnTo>
                    <a:pt x="2066205" y="3354249"/>
                  </a:lnTo>
                  <a:lnTo>
                    <a:pt x="2066350" y="3354249"/>
                  </a:lnTo>
                  <a:lnTo>
                    <a:pt x="2066496" y="3354249"/>
                  </a:lnTo>
                  <a:lnTo>
                    <a:pt x="2066641" y="3354249"/>
                  </a:lnTo>
                  <a:lnTo>
                    <a:pt x="2066641" y="3353625"/>
                  </a:lnTo>
                  <a:lnTo>
                    <a:pt x="2066787" y="3353625"/>
                  </a:lnTo>
                  <a:lnTo>
                    <a:pt x="2066932" y="3353625"/>
                  </a:lnTo>
                  <a:lnTo>
                    <a:pt x="2066932" y="3353002"/>
                  </a:lnTo>
                  <a:lnTo>
                    <a:pt x="2066932" y="3352378"/>
                  </a:lnTo>
                  <a:lnTo>
                    <a:pt x="2067077" y="3352378"/>
                  </a:lnTo>
                  <a:lnTo>
                    <a:pt x="2067223" y="3352378"/>
                  </a:lnTo>
                  <a:lnTo>
                    <a:pt x="2067368" y="3352378"/>
                  </a:lnTo>
                  <a:lnTo>
                    <a:pt x="2067514" y="3352378"/>
                  </a:lnTo>
                  <a:lnTo>
                    <a:pt x="2067659" y="3352378"/>
                  </a:lnTo>
                  <a:lnTo>
                    <a:pt x="2067805" y="3352378"/>
                  </a:lnTo>
                  <a:lnTo>
                    <a:pt x="2067950" y="3352378"/>
                  </a:lnTo>
                  <a:lnTo>
                    <a:pt x="2068095" y="3352378"/>
                  </a:lnTo>
                  <a:lnTo>
                    <a:pt x="2068095" y="3351754"/>
                  </a:lnTo>
                  <a:lnTo>
                    <a:pt x="2068095" y="3351131"/>
                  </a:lnTo>
                  <a:lnTo>
                    <a:pt x="2068241" y="3351131"/>
                  </a:lnTo>
                  <a:lnTo>
                    <a:pt x="2068386" y="3351131"/>
                  </a:lnTo>
                  <a:lnTo>
                    <a:pt x="2068386" y="3350507"/>
                  </a:lnTo>
                  <a:lnTo>
                    <a:pt x="2068386" y="3349884"/>
                  </a:lnTo>
                  <a:lnTo>
                    <a:pt x="2068386" y="3349260"/>
                  </a:lnTo>
                  <a:lnTo>
                    <a:pt x="2068532" y="3349260"/>
                  </a:lnTo>
                  <a:lnTo>
                    <a:pt x="2068532" y="3348637"/>
                  </a:lnTo>
                  <a:lnTo>
                    <a:pt x="2068677" y="3348637"/>
                  </a:lnTo>
                  <a:lnTo>
                    <a:pt x="2068823" y="3348637"/>
                  </a:lnTo>
                  <a:lnTo>
                    <a:pt x="2068968" y="3348637"/>
                  </a:lnTo>
                  <a:lnTo>
                    <a:pt x="2069113" y="3348637"/>
                  </a:lnTo>
                  <a:lnTo>
                    <a:pt x="2069113" y="3348013"/>
                  </a:lnTo>
                  <a:lnTo>
                    <a:pt x="2069259" y="3348013"/>
                  </a:lnTo>
                  <a:lnTo>
                    <a:pt x="2069404" y="3348013"/>
                  </a:lnTo>
                  <a:lnTo>
                    <a:pt x="2069550" y="3348013"/>
                  </a:lnTo>
                  <a:lnTo>
                    <a:pt x="2069550" y="3347389"/>
                  </a:lnTo>
                  <a:lnTo>
                    <a:pt x="2069695" y="3347389"/>
                  </a:lnTo>
                  <a:lnTo>
                    <a:pt x="2069841" y="3347389"/>
                  </a:lnTo>
                  <a:lnTo>
                    <a:pt x="2069841" y="3346766"/>
                  </a:lnTo>
                  <a:lnTo>
                    <a:pt x="2069986" y="3346766"/>
                  </a:lnTo>
                  <a:lnTo>
                    <a:pt x="2070131" y="3346766"/>
                  </a:lnTo>
                  <a:lnTo>
                    <a:pt x="2070277" y="3346766"/>
                  </a:lnTo>
                  <a:lnTo>
                    <a:pt x="2070277" y="3346142"/>
                  </a:lnTo>
                  <a:lnTo>
                    <a:pt x="2070422" y="3346142"/>
                  </a:lnTo>
                  <a:lnTo>
                    <a:pt x="2070568" y="3346142"/>
                  </a:lnTo>
                  <a:lnTo>
                    <a:pt x="2070568" y="3345519"/>
                  </a:lnTo>
                  <a:lnTo>
                    <a:pt x="2070568" y="3344895"/>
                  </a:lnTo>
                  <a:lnTo>
                    <a:pt x="2070713" y="3344895"/>
                  </a:lnTo>
                  <a:lnTo>
                    <a:pt x="2070713" y="3344271"/>
                  </a:lnTo>
                  <a:lnTo>
                    <a:pt x="2070713" y="3343648"/>
                  </a:lnTo>
                  <a:lnTo>
                    <a:pt x="2070859" y="3343648"/>
                  </a:lnTo>
                  <a:lnTo>
                    <a:pt x="2070859" y="3343024"/>
                  </a:lnTo>
                  <a:lnTo>
                    <a:pt x="2071004" y="3343024"/>
                  </a:lnTo>
                  <a:lnTo>
                    <a:pt x="2071149" y="3343024"/>
                  </a:lnTo>
                  <a:lnTo>
                    <a:pt x="2071295" y="3343024"/>
                  </a:lnTo>
                  <a:lnTo>
                    <a:pt x="2071295" y="3342401"/>
                  </a:lnTo>
                  <a:lnTo>
                    <a:pt x="2071440" y="3342401"/>
                  </a:lnTo>
                  <a:lnTo>
                    <a:pt x="2071586" y="3342401"/>
                  </a:lnTo>
                  <a:lnTo>
                    <a:pt x="2071731" y="3342401"/>
                  </a:lnTo>
                  <a:lnTo>
                    <a:pt x="2071877" y="3342401"/>
                  </a:lnTo>
                  <a:lnTo>
                    <a:pt x="2072022" y="3342401"/>
                  </a:lnTo>
                  <a:lnTo>
                    <a:pt x="2072167" y="3342401"/>
                  </a:lnTo>
                  <a:lnTo>
                    <a:pt x="2072313" y="3342401"/>
                  </a:lnTo>
                  <a:lnTo>
                    <a:pt x="2072458" y="3342401"/>
                  </a:lnTo>
                  <a:lnTo>
                    <a:pt x="2072458" y="3341777"/>
                  </a:lnTo>
                  <a:lnTo>
                    <a:pt x="2072604" y="3341777"/>
                  </a:lnTo>
                  <a:lnTo>
                    <a:pt x="2072749" y="3341777"/>
                  </a:lnTo>
                  <a:lnTo>
                    <a:pt x="2072749" y="3341154"/>
                  </a:lnTo>
                  <a:lnTo>
                    <a:pt x="2072894" y="3341154"/>
                  </a:lnTo>
                  <a:lnTo>
                    <a:pt x="2073040" y="3341154"/>
                  </a:lnTo>
                  <a:lnTo>
                    <a:pt x="2073185" y="3341154"/>
                  </a:lnTo>
                  <a:lnTo>
                    <a:pt x="2073331" y="3341154"/>
                  </a:lnTo>
                  <a:lnTo>
                    <a:pt x="2073476" y="3341154"/>
                  </a:lnTo>
                  <a:lnTo>
                    <a:pt x="2073622" y="3341154"/>
                  </a:lnTo>
                  <a:lnTo>
                    <a:pt x="2073622" y="3340530"/>
                  </a:lnTo>
                  <a:lnTo>
                    <a:pt x="2073767" y="3340530"/>
                  </a:lnTo>
                  <a:lnTo>
                    <a:pt x="2073912" y="3340530"/>
                  </a:lnTo>
                  <a:lnTo>
                    <a:pt x="2074058" y="3340530"/>
                  </a:lnTo>
                  <a:lnTo>
                    <a:pt x="2074203" y="3340530"/>
                  </a:lnTo>
                  <a:lnTo>
                    <a:pt x="2074349" y="3340530"/>
                  </a:lnTo>
                  <a:lnTo>
                    <a:pt x="2074494" y="3340530"/>
                  </a:lnTo>
                  <a:lnTo>
                    <a:pt x="2074640" y="3340530"/>
                  </a:lnTo>
                  <a:lnTo>
                    <a:pt x="2074640" y="3339906"/>
                  </a:lnTo>
                  <a:lnTo>
                    <a:pt x="2074785" y="3339906"/>
                  </a:lnTo>
                  <a:lnTo>
                    <a:pt x="2074930" y="3339906"/>
                  </a:lnTo>
                  <a:lnTo>
                    <a:pt x="2074930" y="3339283"/>
                  </a:lnTo>
                  <a:lnTo>
                    <a:pt x="2075076" y="3339283"/>
                  </a:lnTo>
                  <a:lnTo>
                    <a:pt x="2075221" y="3339283"/>
                  </a:lnTo>
                  <a:lnTo>
                    <a:pt x="2075367" y="3339283"/>
                  </a:lnTo>
                  <a:lnTo>
                    <a:pt x="2075512" y="3339283"/>
                  </a:lnTo>
                  <a:lnTo>
                    <a:pt x="2075658" y="3339283"/>
                  </a:lnTo>
                  <a:lnTo>
                    <a:pt x="2075803" y="3339283"/>
                  </a:lnTo>
                  <a:lnTo>
                    <a:pt x="2075948" y="3339283"/>
                  </a:lnTo>
                  <a:lnTo>
                    <a:pt x="2075948" y="3338659"/>
                  </a:lnTo>
                  <a:lnTo>
                    <a:pt x="2076094" y="3338659"/>
                  </a:lnTo>
                  <a:lnTo>
                    <a:pt x="2076239" y="3338659"/>
                  </a:lnTo>
                  <a:lnTo>
                    <a:pt x="2076239" y="3338036"/>
                  </a:lnTo>
                  <a:lnTo>
                    <a:pt x="2076385" y="3338036"/>
                  </a:lnTo>
                  <a:lnTo>
                    <a:pt x="2076530" y="3338036"/>
                  </a:lnTo>
                  <a:lnTo>
                    <a:pt x="2076676" y="3338036"/>
                  </a:lnTo>
                  <a:lnTo>
                    <a:pt x="2076821" y="3338036"/>
                  </a:lnTo>
                  <a:lnTo>
                    <a:pt x="2076966" y="3338036"/>
                  </a:lnTo>
                  <a:lnTo>
                    <a:pt x="2077112" y="3338036"/>
                  </a:lnTo>
                  <a:lnTo>
                    <a:pt x="2077257" y="3338036"/>
                  </a:lnTo>
                  <a:lnTo>
                    <a:pt x="2077403" y="3338036"/>
                  </a:lnTo>
                  <a:lnTo>
                    <a:pt x="2077403" y="3337412"/>
                  </a:lnTo>
                  <a:lnTo>
                    <a:pt x="2077548" y="3337412"/>
                  </a:lnTo>
                  <a:lnTo>
                    <a:pt x="2077694" y="3337412"/>
                  </a:lnTo>
                  <a:lnTo>
                    <a:pt x="2077839" y="3337412"/>
                  </a:lnTo>
                  <a:lnTo>
                    <a:pt x="2077984" y="3337412"/>
                  </a:lnTo>
                  <a:lnTo>
                    <a:pt x="2077984" y="3336788"/>
                  </a:lnTo>
                  <a:lnTo>
                    <a:pt x="2078130" y="3336788"/>
                  </a:lnTo>
                  <a:lnTo>
                    <a:pt x="2078130" y="3336165"/>
                  </a:lnTo>
                  <a:lnTo>
                    <a:pt x="2078275" y="3336165"/>
                  </a:lnTo>
                  <a:lnTo>
                    <a:pt x="2078421" y="3336165"/>
                  </a:lnTo>
                  <a:lnTo>
                    <a:pt x="2078421" y="3335541"/>
                  </a:lnTo>
                  <a:lnTo>
                    <a:pt x="2078566" y="3335541"/>
                  </a:lnTo>
                  <a:lnTo>
                    <a:pt x="2078712" y="3335541"/>
                  </a:lnTo>
                  <a:lnTo>
                    <a:pt x="2078712" y="3334918"/>
                  </a:lnTo>
                  <a:lnTo>
                    <a:pt x="2078712" y="3334294"/>
                  </a:lnTo>
                  <a:lnTo>
                    <a:pt x="2078712" y="3333671"/>
                  </a:lnTo>
                  <a:lnTo>
                    <a:pt x="2078857" y="3333671"/>
                  </a:lnTo>
                  <a:lnTo>
                    <a:pt x="2079002" y="3333671"/>
                  </a:lnTo>
                  <a:lnTo>
                    <a:pt x="2079148" y="3333671"/>
                  </a:lnTo>
                  <a:lnTo>
                    <a:pt x="2079148" y="3333047"/>
                  </a:lnTo>
                  <a:lnTo>
                    <a:pt x="2079148" y="3332423"/>
                  </a:lnTo>
                  <a:lnTo>
                    <a:pt x="2079148" y="3331800"/>
                  </a:lnTo>
                  <a:lnTo>
                    <a:pt x="2079293" y="3331800"/>
                  </a:lnTo>
                  <a:lnTo>
                    <a:pt x="2079439" y="3331800"/>
                  </a:lnTo>
                  <a:lnTo>
                    <a:pt x="2079584" y="3331800"/>
                  </a:lnTo>
                  <a:lnTo>
                    <a:pt x="2079729" y="3331800"/>
                  </a:lnTo>
                  <a:lnTo>
                    <a:pt x="2079875" y="3331800"/>
                  </a:lnTo>
                  <a:lnTo>
                    <a:pt x="2079875" y="3331176"/>
                  </a:lnTo>
                  <a:lnTo>
                    <a:pt x="2080020" y="3331176"/>
                  </a:lnTo>
                  <a:lnTo>
                    <a:pt x="2080166" y="3331176"/>
                  </a:lnTo>
                  <a:lnTo>
                    <a:pt x="2080166" y="3330553"/>
                  </a:lnTo>
                  <a:lnTo>
                    <a:pt x="2080166" y="3329929"/>
                  </a:lnTo>
                  <a:lnTo>
                    <a:pt x="2080311" y="3329929"/>
                  </a:lnTo>
                  <a:lnTo>
                    <a:pt x="2080457" y="3329929"/>
                  </a:lnTo>
                  <a:lnTo>
                    <a:pt x="2080602" y="3329929"/>
                  </a:lnTo>
                  <a:lnTo>
                    <a:pt x="2080747" y="3329929"/>
                  </a:lnTo>
                  <a:lnTo>
                    <a:pt x="2080893" y="3329929"/>
                  </a:lnTo>
                  <a:lnTo>
                    <a:pt x="2080893" y="3329306"/>
                  </a:lnTo>
                  <a:lnTo>
                    <a:pt x="2081038" y="3329306"/>
                  </a:lnTo>
                  <a:lnTo>
                    <a:pt x="2081184" y="3329306"/>
                  </a:lnTo>
                  <a:lnTo>
                    <a:pt x="2081329" y="3329306"/>
                  </a:lnTo>
                  <a:lnTo>
                    <a:pt x="2081475" y="3329306"/>
                  </a:lnTo>
                  <a:lnTo>
                    <a:pt x="2081620" y="3329306"/>
                  </a:lnTo>
                  <a:lnTo>
                    <a:pt x="2081765" y="3329306"/>
                  </a:lnTo>
                  <a:lnTo>
                    <a:pt x="2081911" y="3329306"/>
                  </a:lnTo>
                  <a:lnTo>
                    <a:pt x="2081911" y="3328682"/>
                  </a:lnTo>
                  <a:lnTo>
                    <a:pt x="2082056" y="3328682"/>
                  </a:lnTo>
                  <a:lnTo>
                    <a:pt x="2082202" y="3328682"/>
                  </a:lnTo>
                  <a:lnTo>
                    <a:pt x="2082347" y="3328682"/>
                  </a:lnTo>
                  <a:lnTo>
                    <a:pt x="2082493" y="3328682"/>
                  </a:lnTo>
                  <a:lnTo>
                    <a:pt x="2082638" y="3328682"/>
                  </a:lnTo>
                  <a:lnTo>
                    <a:pt x="2082638" y="3328058"/>
                  </a:lnTo>
                  <a:lnTo>
                    <a:pt x="2082783" y="3328058"/>
                  </a:lnTo>
                  <a:lnTo>
                    <a:pt x="2082783" y="3327435"/>
                  </a:lnTo>
                  <a:lnTo>
                    <a:pt x="2082783" y="3326811"/>
                  </a:lnTo>
                  <a:lnTo>
                    <a:pt x="2082783" y="3326188"/>
                  </a:lnTo>
                  <a:lnTo>
                    <a:pt x="2082783" y="3325564"/>
                  </a:lnTo>
                  <a:lnTo>
                    <a:pt x="2082929" y="3325564"/>
                  </a:lnTo>
                  <a:lnTo>
                    <a:pt x="2083074" y="3325564"/>
                  </a:lnTo>
                  <a:lnTo>
                    <a:pt x="2083074" y="3324940"/>
                  </a:lnTo>
                  <a:lnTo>
                    <a:pt x="2083220" y="3324940"/>
                  </a:lnTo>
                  <a:lnTo>
                    <a:pt x="2083365" y="3324940"/>
                  </a:lnTo>
                  <a:lnTo>
                    <a:pt x="2083365" y="3324317"/>
                  </a:lnTo>
                  <a:lnTo>
                    <a:pt x="2083511" y="3324317"/>
                  </a:lnTo>
                  <a:lnTo>
                    <a:pt x="2083656" y="3324317"/>
                  </a:lnTo>
                  <a:lnTo>
                    <a:pt x="2083801" y="3324317"/>
                  </a:lnTo>
                  <a:lnTo>
                    <a:pt x="2083947" y="3324317"/>
                  </a:lnTo>
                  <a:lnTo>
                    <a:pt x="2084092" y="3324317"/>
                  </a:lnTo>
                  <a:lnTo>
                    <a:pt x="2084238" y="3324317"/>
                  </a:lnTo>
                  <a:lnTo>
                    <a:pt x="2084238" y="3323693"/>
                  </a:lnTo>
                  <a:lnTo>
                    <a:pt x="2084383" y="3323693"/>
                  </a:lnTo>
                  <a:lnTo>
                    <a:pt x="2084529" y="3323693"/>
                  </a:lnTo>
                  <a:lnTo>
                    <a:pt x="2084674" y="3323693"/>
                  </a:lnTo>
                  <a:lnTo>
                    <a:pt x="2084674" y="3323070"/>
                  </a:lnTo>
                  <a:lnTo>
                    <a:pt x="2084819" y="3323070"/>
                  </a:lnTo>
                  <a:lnTo>
                    <a:pt x="2084819" y="3322446"/>
                  </a:lnTo>
                  <a:lnTo>
                    <a:pt x="2084965" y="3322446"/>
                  </a:lnTo>
                  <a:lnTo>
                    <a:pt x="2085110" y="3322446"/>
                  </a:lnTo>
                  <a:lnTo>
                    <a:pt x="2085256" y="3322446"/>
                  </a:lnTo>
                  <a:lnTo>
                    <a:pt x="2085401" y="3322446"/>
                  </a:lnTo>
                  <a:lnTo>
                    <a:pt x="2085547" y="3322446"/>
                  </a:lnTo>
                  <a:lnTo>
                    <a:pt x="2085692" y="3322446"/>
                  </a:lnTo>
                  <a:lnTo>
                    <a:pt x="2085837" y="3322446"/>
                  </a:lnTo>
                  <a:lnTo>
                    <a:pt x="2085983" y="3322446"/>
                  </a:lnTo>
                  <a:lnTo>
                    <a:pt x="2086128" y="3322446"/>
                  </a:lnTo>
                  <a:lnTo>
                    <a:pt x="2086274" y="3322446"/>
                  </a:lnTo>
                  <a:lnTo>
                    <a:pt x="2086419" y="3322446"/>
                  </a:lnTo>
                  <a:lnTo>
                    <a:pt x="2086564" y="3322446"/>
                  </a:lnTo>
                  <a:lnTo>
                    <a:pt x="2086710" y="3322446"/>
                  </a:lnTo>
                  <a:lnTo>
                    <a:pt x="2086710" y="3321823"/>
                  </a:lnTo>
                  <a:lnTo>
                    <a:pt x="2086855" y="3321823"/>
                  </a:lnTo>
                  <a:lnTo>
                    <a:pt x="2087001" y="3321823"/>
                  </a:lnTo>
                  <a:lnTo>
                    <a:pt x="2087001" y="3321199"/>
                  </a:lnTo>
                  <a:lnTo>
                    <a:pt x="2087001" y="3320575"/>
                  </a:lnTo>
                  <a:lnTo>
                    <a:pt x="2087001" y="3319952"/>
                  </a:lnTo>
                  <a:lnTo>
                    <a:pt x="2087001" y="3319328"/>
                  </a:lnTo>
                  <a:lnTo>
                    <a:pt x="2087146" y="3319328"/>
                  </a:lnTo>
                  <a:lnTo>
                    <a:pt x="2087292" y="3319328"/>
                  </a:lnTo>
                  <a:lnTo>
                    <a:pt x="2087437" y="3319328"/>
                  </a:lnTo>
                  <a:lnTo>
                    <a:pt x="2087582" y="3319328"/>
                  </a:lnTo>
                  <a:lnTo>
                    <a:pt x="2087728" y="3319328"/>
                  </a:lnTo>
                  <a:lnTo>
                    <a:pt x="2087728" y="3318705"/>
                  </a:lnTo>
                  <a:lnTo>
                    <a:pt x="2087873" y="3318705"/>
                  </a:lnTo>
                  <a:lnTo>
                    <a:pt x="2087873" y="3318081"/>
                  </a:lnTo>
                  <a:lnTo>
                    <a:pt x="2088019" y="3318081"/>
                  </a:lnTo>
                  <a:lnTo>
                    <a:pt x="2088164" y="3318081"/>
                  </a:lnTo>
                  <a:lnTo>
                    <a:pt x="2088310" y="3318081"/>
                  </a:lnTo>
                  <a:lnTo>
                    <a:pt x="2088310" y="3317457"/>
                  </a:lnTo>
                  <a:lnTo>
                    <a:pt x="2088310" y="3316834"/>
                  </a:lnTo>
                  <a:lnTo>
                    <a:pt x="2088455" y="3316834"/>
                  </a:lnTo>
                  <a:lnTo>
                    <a:pt x="2088600" y="3316834"/>
                  </a:lnTo>
                  <a:lnTo>
                    <a:pt x="2088746" y="3316834"/>
                  </a:lnTo>
                  <a:lnTo>
                    <a:pt x="2088891" y="3316834"/>
                  </a:lnTo>
                  <a:lnTo>
                    <a:pt x="2089037" y="3316834"/>
                  </a:lnTo>
                  <a:lnTo>
                    <a:pt x="2089182" y="3316834"/>
                  </a:lnTo>
                  <a:lnTo>
                    <a:pt x="2089328" y="3316834"/>
                  </a:lnTo>
                  <a:lnTo>
                    <a:pt x="2089473" y="3316834"/>
                  </a:lnTo>
                  <a:lnTo>
                    <a:pt x="2089618" y="3316834"/>
                  </a:lnTo>
                  <a:lnTo>
                    <a:pt x="2089764" y="3316834"/>
                  </a:lnTo>
                  <a:lnTo>
                    <a:pt x="2089909" y="3316834"/>
                  </a:lnTo>
                  <a:lnTo>
                    <a:pt x="2089909" y="3316210"/>
                  </a:lnTo>
                  <a:lnTo>
                    <a:pt x="2090055" y="3316210"/>
                  </a:lnTo>
                  <a:lnTo>
                    <a:pt x="2090200" y="3316210"/>
                  </a:lnTo>
                  <a:lnTo>
                    <a:pt x="2090346" y="3316210"/>
                  </a:lnTo>
                  <a:lnTo>
                    <a:pt x="2090346" y="3315587"/>
                  </a:lnTo>
                  <a:lnTo>
                    <a:pt x="2090491" y="3315587"/>
                  </a:lnTo>
                  <a:lnTo>
                    <a:pt x="2090636" y="3315587"/>
                  </a:lnTo>
                  <a:lnTo>
                    <a:pt x="2090636" y="3314963"/>
                  </a:lnTo>
                  <a:lnTo>
                    <a:pt x="2090782" y="3314963"/>
                  </a:lnTo>
                  <a:lnTo>
                    <a:pt x="2090927" y="3314963"/>
                  </a:lnTo>
                  <a:lnTo>
                    <a:pt x="2091073" y="3314963"/>
                  </a:lnTo>
                  <a:lnTo>
                    <a:pt x="2091218" y="3314963"/>
                  </a:lnTo>
                  <a:lnTo>
                    <a:pt x="2091364" y="3314963"/>
                  </a:lnTo>
                  <a:lnTo>
                    <a:pt x="2091364" y="3314340"/>
                  </a:lnTo>
                  <a:lnTo>
                    <a:pt x="2091509" y="3314340"/>
                  </a:lnTo>
                  <a:lnTo>
                    <a:pt x="2091654" y="3314340"/>
                  </a:lnTo>
                  <a:lnTo>
                    <a:pt x="2091800" y="3314340"/>
                  </a:lnTo>
                  <a:lnTo>
                    <a:pt x="2091945" y="3314340"/>
                  </a:lnTo>
                  <a:lnTo>
                    <a:pt x="2092091" y="3314340"/>
                  </a:lnTo>
                  <a:lnTo>
                    <a:pt x="2092236" y="3314340"/>
                  </a:lnTo>
                  <a:lnTo>
                    <a:pt x="2092382" y="3314340"/>
                  </a:lnTo>
                  <a:lnTo>
                    <a:pt x="2092527" y="3314340"/>
                  </a:lnTo>
                  <a:lnTo>
                    <a:pt x="2092672" y="3314340"/>
                  </a:lnTo>
                  <a:lnTo>
                    <a:pt x="2092818" y="3314340"/>
                  </a:lnTo>
                  <a:lnTo>
                    <a:pt x="2092963" y="3314340"/>
                  </a:lnTo>
                  <a:lnTo>
                    <a:pt x="2092963" y="3313716"/>
                  </a:lnTo>
                  <a:lnTo>
                    <a:pt x="2092963" y="3313092"/>
                  </a:lnTo>
                  <a:lnTo>
                    <a:pt x="2092963" y="3312469"/>
                  </a:lnTo>
                  <a:lnTo>
                    <a:pt x="2093109" y="3312469"/>
                  </a:lnTo>
                  <a:lnTo>
                    <a:pt x="2093254" y="3312469"/>
                  </a:lnTo>
                  <a:lnTo>
                    <a:pt x="2093254" y="3311845"/>
                  </a:lnTo>
                  <a:lnTo>
                    <a:pt x="2093254" y="3311222"/>
                  </a:lnTo>
                  <a:lnTo>
                    <a:pt x="2093254" y="3310598"/>
                  </a:lnTo>
                  <a:lnTo>
                    <a:pt x="2093399" y="3310598"/>
                  </a:lnTo>
                  <a:lnTo>
                    <a:pt x="2093545" y="3310598"/>
                  </a:lnTo>
                  <a:lnTo>
                    <a:pt x="2093690" y="3310598"/>
                  </a:lnTo>
                  <a:lnTo>
                    <a:pt x="2093836" y="3310598"/>
                  </a:lnTo>
                  <a:lnTo>
                    <a:pt x="2093981" y="3310598"/>
                  </a:lnTo>
                  <a:lnTo>
                    <a:pt x="2094127" y="3310598"/>
                  </a:lnTo>
                  <a:lnTo>
                    <a:pt x="2094272" y="3310598"/>
                  </a:lnTo>
                  <a:lnTo>
                    <a:pt x="2094417" y="3310598"/>
                  </a:lnTo>
                  <a:lnTo>
                    <a:pt x="2094563" y="3310598"/>
                  </a:lnTo>
                  <a:lnTo>
                    <a:pt x="2094563" y="3309974"/>
                  </a:lnTo>
                  <a:lnTo>
                    <a:pt x="2094708" y="3309974"/>
                  </a:lnTo>
                  <a:lnTo>
                    <a:pt x="2094854" y="3309974"/>
                  </a:lnTo>
                  <a:lnTo>
                    <a:pt x="2094999" y="3309974"/>
                  </a:lnTo>
                  <a:lnTo>
                    <a:pt x="2094999" y="3309351"/>
                  </a:lnTo>
                  <a:lnTo>
                    <a:pt x="2095145" y="3309351"/>
                  </a:lnTo>
                  <a:lnTo>
                    <a:pt x="2095290" y="3309351"/>
                  </a:lnTo>
                  <a:lnTo>
                    <a:pt x="2095435" y="3309351"/>
                  </a:lnTo>
                  <a:lnTo>
                    <a:pt x="2095581" y="3309351"/>
                  </a:lnTo>
                  <a:lnTo>
                    <a:pt x="2095726" y="3309351"/>
                  </a:lnTo>
                  <a:lnTo>
                    <a:pt x="2095872" y="3309351"/>
                  </a:lnTo>
                  <a:lnTo>
                    <a:pt x="2096017" y="3309351"/>
                  </a:lnTo>
                  <a:lnTo>
                    <a:pt x="2096163" y="3309351"/>
                  </a:lnTo>
                  <a:lnTo>
                    <a:pt x="2096308" y="3309351"/>
                  </a:lnTo>
                  <a:lnTo>
                    <a:pt x="2096453" y="3309351"/>
                  </a:lnTo>
                  <a:lnTo>
                    <a:pt x="2096599" y="3309351"/>
                  </a:lnTo>
                  <a:lnTo>
                    <a:pt x="2096744" y="3309351"/>
                  </a:lnTo>
                  <a:lnTo>
                    <a:pt x="2096890" y="3309351"/>
                  </a:lnTo>
                  <a:lnTo>
                    <a:pt x="2096890" y="3308727"/>
                  </a:lnTo>
                  <a:lnTo>
                    <a:pt x="2097035" y="3308727"/>
                  </a:lnTo>
                  <a:lnTo>
                    <a:pt x="2097181" y="3308727"/>
                  </a:lnTo>
                  <a:lnTo>
                    <a:pt x="2097326" y="3308727"/>
                  </a:lnTo>
                  <a:lnTo>
                    <a:pt x="2097471" y="3308727"/>
                  </a:lnTo>
                  <a:lnTo>
                    <a:pt x="2097617" y="3308727"/>
                  </a:lnTo>
                  <a:lnTo>
                    <a:pt x="2097762" y="3308727"/>
                  </a:lnTo>
                  <a:lnTo>
                    <a:pt x="2097908" y="3308727"/>
                  </a:lnTo>
                  <a:lnTo>
                    <a:pt x="2098053" y="3308727"/>
                  </a:lnTo>
                  <a:lnTo>
                    <a:pt x="2098053" y="3308104"/>
                  </a:lnTo>
                  <a:lnTo>
                    <a:pt x="2098199" y="3308104"/>
                  </a:lnTo>
                  <a:lnTo>
                    <a:pt x="2098344" y="3308104"/>
                  </a:lnTo>
                  <a:lnTo>
                    <a:pt x="2098489" y="3308104"/>
                  </a:lnTo>
                  <a:lnTo>
                    <a:pt x="2098489" y="3307480"/>
                  </a:lnTo>
                  <a:lnTo>
                    <a:pt x="2098635" y="3307480"/>
                  </a:lnTo>
                  <a:lnTo>
                    <a:pt x="2098780" y="3307480"/>
                  </a:lnTo>
                  <a:lnTo>
                    <a:pt x="2098926" y="3307480"/>
                  </a:lnTo>
                  <a:lnTo>
                    <a:pt x="2099071" y="3307480"/>
                  </a:lnTo>
                  <a:lnTo>
                    <a:pt x="2099217" y="3307480"/>
                  </a:lnTo>
                  <a:lnTo>
                    <a:pt x="2099362" y="3307480"/>
                  </a:lnTo>
                  <a:lnTo>
                    <a:pt x="2099507" y="3307480"/>
                  </a:lnTo>
                  <a:lnTo>
                    <a:pt x="2099653" y="3307480"/>
                  </a:lnTo>
                  <a:lnTo>
                    <a:pt x="2099798" y="3307480"/>
                  </a:lnTo>
                  <a:lnTo>
                    <a:pt x="2099798" y="3306857"/>
                  </a:lnTo>
                  <a:lnTo>
                    <a:pt x="2099944" y="3306857"/>
                  </a:lnTo>
                  <a:lnTo>
                    <a:pt x="2099944" y="3306233"/>
                  </a:lnTo>
                  <a:lnTo>
                    <a:pt x="2100089" y="3306233"/>
                  </a:lnTo>
                  <a:lnTo>
                    <a:pt x="2100089" y="3305609"/>
                  </a:lnTo>
                  <a:lnTo>
                    <a:pt x="2100234" y="3305609"/>
                  </a:lnTo>
                  <a:lnTo>
                    <a:pt x="2100380" y="3305609"/>
                  </a:lnTo>
                  <a:lnTo>
                    <a:pt x="2100380" y="3304986"/>
                  </a:lnTo>
                  <a:lnTo>
                    <a:pt x="2100380" y="3304362"/>
                  </a:lnTo>
                  <a:lnTo>
                    <a:pt x="2100380" y="3303739"/>
                  </a:lnTo>
                  <a:lnTo>
                    <a:pt x="2100525" y="3303739"/>
                  </a:lnTo>
                  <a:lnTo>
                    <a:pt x="2100671" y="3303739"/>
                  </a:lnTo>
                  <a:lnTo>
                    <a:pt x="2100816" y="3303739"/>
                  </a:lnTo>
                  <a:lnTo>
                    <a:pt x="2100962" y="3303739"/>
                  </a:lnTo>
                  <a:lnTo>
                    <a:pt x="2101107" y="3303739"/>
                  </a:lnTo>
                  <a:lnTo>
                    <a:pt x="2101107" y="3303115"/>
                  </a:lnTo>
                  <a:lnTo>
                    <a:pt x="2101107" y="3302491"/>
                  </a:lnTo>
                  <a:lnTo>
                    <a:pt x="2101252" y="3302491"/>
                  </a:lnTo>
                  <a:lnTo>
                    <a:pt x="2101398" y="3302491"/>
                  </a:lnTo>
                  <a:lnTo>
                    <a:pt x="2101543" y="3302491"/>
                  </a:lnTo>
                  <a:lnTo>
                    <a:pt x="2101689" y="3302491"/>
                  </a:lnTo>
                  <a:lnTo>
                    <a:pt x="2101834" y="3302491"/>
                  </a:lnTo>
                  <a:lnTo>
                    <a:pt x="2101834" y="3301868"/>
                  </a:lnTo>
                  <a:lnTo>
                    <a:pt x="2101980" y="3301868"/>
                  </a:lnTo>
                  <a:lnTo>
                    <a:pt x="2102125" y="3301868"/>
                  </a:lnTo>
                  <a:lnTo>
                    <a:pt x="2102270" y="3301868"/>
                  </a:lnTo>
                  <a:lnTo>
                    <a:pt x="2102270" y="3301244"/>
                  </a:lnTo>
                  <a:lnTo>
                    <a:pt x="2102416" y="3301244"/>
                  </a:lnTo>
                  <a:lnTo>
                    <a:pt x="2102561" y="3301244"/>
                  </a:lnTo>
                  <a:lnTo>
                    <a:pt x="2102707" y="3301244"/>
                  </a:lnTo>
                  <a:lnTo>
                    <a:pt x="2102852" y="3301244"/>
                  </a:lnTo>
                  <a:lnTo>
                    <a:pt x="2102998" y="3301244"/>
                  </a:lnTo>
                  <a:lnTo>
                    <a:pt x="2102998" y="3300621"/>
                  </a:lnTo>
                  <a:lnTo>
                    <a:pt x="2103143" y="3300621"/>
                  </a:lnTo>
                  <a:lnTo>
                    <a:pt x="2103288" y="3300621"/>
                  </a:lnTo>
                  <a:lnTo>
                    <a:pt x="2103434" y="3300621"/>
                  </a:lnTo>
                  <a:lnTo>
                    <a:pt x="2103579" y="3300621"/>
                  </a:lnTo>
                  <a:lnTo>
                    <a:pt x="2103579" y="3299997"/>
                  </a:lnTo>
                  <a:lnTo>
                    <a:pt x="2103725" y="3299997"/>
                  </a:lnTo>
                  <a:lnTo>
                    <a:pt x="2103870" y="3299997"/>
                  </a:lnTo>
                  <a:lnTo>
                    <a:pt x="2104016" y="3299997"/>
                  </a:lnTo>
                  <a:lnTo>
                    <a:pt x="2104161" y="3299997"/>
                  </a:lnTo>
                  <a:lnTo>
                    <a:pt x="2104306" y="3299997"/>
                  </a:lnTo>
                  <a:lnTo>
                    <a:pt x="2104452" y="3299997"/>
                  </a:lnTo>
                  <a:lnTo>
                    <a:pt x="2104597" y="3299997"/>
                  </a:lnTo>
                  <a:lnTo>
                    <a:pt x="2104597" y="3299374"/>
                  </a:lnTo>
                  <a:lnTo>
                    <a:pt x="2104743" y="3299374"/>
                  </a:lnTo>
                  <a:lnTo>
                    <a:pt x="2104888" y="3299374"/>
                  </a:lnTo>
                  <a:lnTo>
                    <a:pt x="2104888" y="3298750"/>
                  </a:lnTo>
                  <a:lnTo>
                    <a:pt x="2105034" y="3298750"/>
                  </a:lnTo>
                  <a:lnTo>
                    <a:pt x="2105179" y="3298750"/>
                  </a:lnTo>
                  <a:lnTo>
                    <a:pt x="2105179" y="3298126"/>
                  </a:lnTo>
                  <a:lnTo>
                    <a:pt x="2105324" y="3298126"/>
                  </a:lnTo>
                  <a:lnTo>
                    <a:pt x="2105470" y="3298126"/>
                  </a:lnTo>
                  <a:lnTo>
                    <a:pt x="2105615" y="3298126"/>
                  </a:lnTo>
                  <a:lnTo>
                    <a:pt x="2105761" y="3298126"/>
                  </a:lnTo>
                  <a:lnTo>
                    <a:pt x="2105761" y="3297503"/>
                  </a:lnTo>
                  <a:lnTo>
                    <a:pt x="2105906" y="3297503"/>
                  </a:lnTo>
                  <a:lnTo>
                    <a:pt x="2106052" y="3297503"/>
                  </a:lnTo>
                  <a:lnTo>
                    <a:pt x="2106197" y="3297503"/>
                  </a:lnTo>
                  <a:lnTo>
                    <a:pt x="2106342" y="3297503"/>
                  </a:lnTo>
                  <a:lnTo>
                    <a:pt x="2106488" y="3297503"/>
                  </a:lnTo>
                  <a:lnTo>
                    <a:pt x="2106633" y="3297503"/>
                  </a:lnTo>
                  <a:lnTo>
                    <a:pt x="2106779" y="3297503"/>
                  </a:lnTo>
                  <a:lnTo>
                    <a:pt x="2106924" y="3297503"/>
                  </a:lnTo>
                  <a:lnTo>
                    <a:pt x="2107069" y="3297503"/>
                  </a:lnTo>
                  <a:lnTo>
                    <a:pt x="2107215" y="3297503"/>
                  </a:lnTo>
                  <a:lnTo>
                    <a:pt x="2107215" y="3296879"/>
                  </a:lnTo>
                  <a:lnTo>
                    <a:pt x="2107360" y="3296879"/>
                  </a:lnTo>
                  <a:lnTo>
                    <a:pt x="2107360" y="3296256"/>
                  </a:lnTo>
                  <a:lnTo>
                    <a:pt x="2107506" y="3296256"/>
                  </a:lnTo>
                  <a:lnTo>
                    <a:pt x="2107506" y="3295632"/>
                  </a:lnTo>
                  <a:lnTo>
                    <a:pt x="2107506" y="3295008"/>
                  </a:lnTo>
                  <a:lnTo>
                    <a:pt x="2107651" y="3295008"/>
                  </a:lnTo>
                  <a:lnTo>
                    <a:pt x="2107797" y="3295008"/>
                  </a:lnTo>
                  <a:lnTo>
                    <a:pt x="2107797" y="3294385"/>
                  </a:lnTo>
                  <a:lnTo>
                    <a:pt x="2107797" y="3293761"/>
                  </a:lnTo>
                  <a:lnTo>
                    <a:pt x="2107942" y="3293761"/>
                  </a:lnTo>
                  <a:lnTo>
                    <a:pt x="2107942" y="3293138"/>
                  </a:lnTo>
                  <a:lnTo>
                    <a:pt x="2108087" y="3293138"/>
                  </a:lnTo>
                  <a:lnTo>
                    <a:pt x="2108233" y="3293138"/>
                  </a:lnTo>
                  <a:lnTo>
                    <a:pt x="2108378" y="3293138"/>
                  </a:lnTo>
                  <a:lnTo>
                    <a:pt x="2108378" y="3292514"/>
                  </a:lnTo>
                  <a:lnTo>
                    <a:pt x="2108524" y="3292514"/>
                  </a:lnTo>
                  <a:lnTo>
                    <a:pt x="2108669" y="3292514"/>
                  </a:lnTo>
                  <a:lnTo>
                    <a:pt x="2108669" y="3291891"/>
                  </a:lnTo>
                  <a:lnTo>
                    <a:pt x="2108815" y="3291891"/>
                  </a:lnTo>
                  <a:lnTo>
                    <a:pt x="2108815" y="3291267"/>
                  </a:lnTo>
                  <a:lnTo>
                    <a:pt x="2108815" y="3290643"/>
                  </a:lnTo>
                  <a:lnTo>
                    <a:pt x="2108960" y="3290643"/>
                  </a:lnTo>
                  <a:lnTo>
                    <a:pt x="2109105" y="3290643"/>
                  </a:lnTo>
                  <a:lnTo>
                    <a:pt x="2109251" y="3290643"/>
                  </a:lnTo>
                  <a:lnTo>
                    <a:pt x="2109396" y="3290643"/>
                  </a:lnTo>
                  <a:lnTo>
                    <a:pt x="2109542" y="3290643"/>
                  </a:lnTo>
                  <a:lnTo>
                    <a:pt x="2109687" y="3290643"/>
                  </a:lnTo>
                  <a:lnTo>
                    <a:pt x="2109833" y="3290643"/>
                  </a:lnTo>
                  <a:lnTo>
                    <a:pt x="2109978" y="3290643"/>
                  </a:lnTo>
                  <a:lnTo>
                    <a:pt x="2110123" y="3290643"/>
                  </a:lnTo>
                  <a:lnTo>
                    <a:pt x="2110123" y="3290020"/>
                  </a:lnTo>
                  <a:lnTo>
                    <a:pt x="2110269" y="3290020"/>
                  </a:lnTo>
                  <a:lnTo>
                    <a:pt x="2110414" y="3290020"/>
                  </a:lnTo>
                  <a:lnTo>
                    <a:pt x="2110560" y="3290020"/>
                  </a:lnTo>
                  <a:lnTo>
                    <a:pt x="2110705" y="3290020"/>
                  </a:lnTo>
                  <a:lnTo>
                    <a:pt x="2110851" y="3290020"/>
                  </a:lnTo>
                  <a:lnTo>
                    <a:pt x="2110996" y="3290020"/>
                  </a:lnTo>
                  <a:lnTo>
                    <a:pt x="2111141" y="3290020"/>
                  </a:lnTo>
                  <a:lnTo>
                    <a:pt x="2111141" y="3289396"/>
                  </a:lnTo>
                  <a:lnTo>
                    <a:pt x="2111141" y="3288773"/>
                  </a:lnTo>
                  <a:lnTo>
                    <a:pt x="2111287" y="3288773"/>
                  </a:lnTo>
                  <a:lnTo>
                    <a:pt x="2111287" y="3288149"/>
                  </a:lnTo>
                  <a:lnTo>
                    <a:pt x="2111432" y="3288149"/>
                  </a:lnTo>
                  <a:lnTo>
                    <a:pt x="2111578" y="3288149"/>
                  </a:lnTo>
                  <a:lnTo>
                    <a:pt x="2111578" y="3287525"/>
                  </a:lnTo>
                  <a:lnTo>
                    <a:pt x="2111723" y="3287525"/>
                  </a:lnTo>
                  <a:lnTo>
                    <a:pt x="2111723" y="3286902"/>
                  </a:lnTo>
                  <a:lnTo>
                    <a:pt x="2111723" y="3286278"/>
                  </a:lnTo>
                  <a:lnTo>
                    <a:pt x="2111869" y="3286278"/>
                  </a:lnTo>
                  <a:lnTo>
                    <a:pt x="2112014" y="3286278"/>
                  </a:lnTo>
                  <a:lnTo>
                    <a:pt x="2112159" y="3286278"/>
                  </a:lnTo>
                  <a:lnTo>
                    <a:pt x="2112305" y="3286278"/>
                  </a:lnTo>
                  <a:lnTo>
                    <a:pt x="2112450" y="3286278"/>
                  </a:lnTo>
                  <a:lnTo>
                    <a:pt x="2112450" y="3285655"/>
                  </a:lnTo>
                  <a:lnTo>
                    <a:pt x="2112596" y="3285655"/>
                  </a:lnTo>
                  <a:lnTo>
                    <a:pt x="2112741" y="3285655"/>
                  </a:lnTo>
                  <a:lnTo>
                    <a:pt x="2112887" y="3285655"/>
                  </a:lnTo>
                  <a:lnTo>
                    <a:pt x="2112887" y="3285031"/>
                  </a:lnTo>
                  <a:lnTo>
                    <a:pt x="2113032" y="3285031"/>
                  </a:lnTo>
                  <a:lnTo>
                    <a:pt x="2113177" y="3285031"/>
                  </a:lnTo>
                  <a:lnTo>
                    <a:pt x="2113323" y="3285031"/>
                  </a:lnTo>
                  <a:lnTo>
                    <a:pt x="2113468" y="3285031"/>
                  </a:lnTo>
                  <a:lnTo>
                    <a:pt x="2113614" y="3285031"/>
                  </a:lnTo>
                  <a:lnTo>
                    <a:pt x="2113759" y="3285031"/>
                  </a:lnTo>
                  <a:lnTo>
                    <a:pt x="2113904" y="3285031"/>
                  </a:lnTo>
                  <a:lnTo>
                    <a:pt x="2113904" y="3284408"/>
                  </a:lnTo>
                  <a:lnTo>
                    <a:pt x="2114050" y="3284408"/>
                  </a:lnTo>
                  <a:lnTo>
                    <a:pt x="2114050" y="3283784"/>
                  </a:lnTo>
                  <a:lnTo>
                    <a:pt x="2114195" y="3283784"/>
                  </a:lnTo>
                  <a:lnTo>
                    <a:pt x="2114341" y="3283784"/>
                  </a:lnTo>
                  <a:lnTo>
                    <a:pt x="2114486" y="3283784"/>
                  </a:lnTo>
                  <a:lnTo>
                    <a:pt x="2114632" y="3283784"/>
                  </a:lnTo>
                  <a:lnTo>
                    <a:pt x="2114632" y="3283160"/>
                  </a:lnTo>
                  <a:lnTo>
                    <a:pt x="2114777" y="3283160"/>
                  </a:lnTo>
                  <a:lnTo>
                    <a:pt x="2114922" y="3283160"/>
                  </a:lnTo>
                  <a:lnTo>
                    <a:pt x="2115068" y="3283160"/>
                  </a:lnTo>
                  <a:lnTo>
                    <a:pt x="2115068" y="3282537"/>
                  </a:lnTo>
                  <a:lnTo>
                    <a:pt x="2115213" y="3282537"/>
                  </a:lnTo>
                  <a:lnTo>
                    <a:pt x="2115359" y="3282537"/>
                  </a:lnTo>
                  <a:lnTo>
                    <a:pt x="2115359" y="3281913"/>
                  </a:lnTo>
                  <a:lnTo>
                    <a:pt x="2115504" y="3281913"/>
                  </a:lnTo>
                  <a:lnTo>
                    <a:pt x="2115650" y="3281913"/>
                  </a:lnTo>
                  <a:lnTo>
                    <a:pt x="2115650" y="3281290"/>
                  </a:lnTo>
                  <a:lnTo>
                    <a:pt x="2115795" y="3281290"/>
                  </a:lnTo>
                  <a:lnTo>
                    <a:pt x="2115795" y="3280666"/>
                  </a:lnTo>
                  <a:lnTo>
                    <a:pt x="2115795" y="3280042"/>
                  </a:lnTo>
                  <a:lnTo>
                    <a:pt x="2115940" y="3280042"/>
                  </a:lnTo>
                  <a:lnTo>
                    <a:pt x="2116086" y="3280042"/>
                  </a:lnTo>
                  <a:lnTo>
                    <a:pt x="2116231" y="3280042"/>
                  </a:lnTo>
                  <a:lnTo>
                    <a:pt x="2116377" y="3280042"/>
                  </a:lnTo>
                  <a:lnTo>
                    <a:pt x="2116522" y="3280042"/>
                  </a:lnTo>
                  <a:lnTo>
                    <a:pt x="2116668" y="3280042"/>
                  </a:lnTo>
                  <a:lnTo>
                    <a:pt x="2116668" y="3279419"/>
                  </a:lnTo>
                  <a:lnTo>
                    <a:pt x="2116813" y="3279419"/>
                  </a:lnTo>
                  <a:lnTo>
                    <a:pt x="2116958" y="3279419"/>
                  </a:lnTo>
                  <a:lnTo>
                    <a:pt x="2117104" y="3279419"/>
                  </a:lnTo>
                  <a:lnTo>
                    <a:pt x="2117249" y="3279419"/>
                  </a:lnTo>
                  <a:lnTo>
                    <a:pt x="2117395" y="3279419"/>
                  </a:lnTo>
                  <a:lnTo>
                    <a:pt x="2117540" y="3279419"/>
                  </a:lnTo>
                  <a:lnTo>
                    <a:pt x="2117686" y="3279419"/>
                  </a:lnTo>
                  <a:lnTo>
                    <a:pt x="2117831" y="3279419"/>
                  </a:lnTo>
                  <a:lnTo>
                    <a:pt x="2117831" y="3278795"/>
                  </a:lnTo>
                  <a:lnTo>
                    <a:pt x="2117831" y="3278172"/>
                  </a:lnTo>
                  <a:lnTo>
                    <a:pt x="2117976" y="3278172"/>
                  </a:lnTo>
                  <a:lnTo>
                    <a:pt x="2117976" y="3277548"/>
                  </a:lnTo>
                  <a:lnTo>
                    <a:pt x="2118122" y="3277548"/>
                  </a:lnTo>
                  <a:lnTo>
                    <a:pt x="2118267" y="3277548"/>
                  </a:lnTo>
                  <a:lnTo>
                    <a:pt x="2118413" y="3277548"/>
                  </a:lnTo>
                  <a:lnTo>
                    <a:pt x="2118558" y="3277548"/>
                  </a:lnTo>
                  <a:lnTo>
                    <a:pt x="2118704" y="3277548"/>
                  </a:lnTo>
                  <a:lnTo>
                    <a:pt x="2118849" y="3277548"/>
                  </a:lnTo>
                  <a:lnTo>
                    <a:pt x="2118994" y="3277548"/>
                  </a:lnTo>
                  <a:lnTo>
                    <a:pt x="2119140" y="3277548"/>
                  </a:lnTo>
                  <a:lnTo>
                    <a:pt x="2119285" y="3277548"/>
                  </a:lnTo>
                  <a:lnTo>
                    <a:pt x="2119431" y="3277548"/>
                  </a:lnTo>
                  <a:lnTo>
                    <a:pt x="2119576" y="3277548"/>
                  </a:lnTo>
                  <a:lnTo>
                    <a:pt x="2119576" y="3276925"/>
                  </a:lnTo>
                  <a:lnTo>
                    <a:pt x="2119722" y="3276925"/>
                  </a:lnTo>
                  <a:lnTo>
                    <a:pt x="2119867" y="3276925"/>
                  </a:lnTo>
                  <a:lnTo>
                    <a:pt x="2120012" y="3276925"/>
                  </a:lnTo>
                  <a:lnTo>
                    <a:pt x="2120158" y="3276925"/>
                  </a:lnTo>
                  <a:lnTo>
                    <a:pt x="2120303" y="3276925"/>
                  </a:lnTo>
                  <a:lnTo>
                    <a:pt x="2120449" y="3276925"/>
                  </a:lnTo>
                  <a:lnTo>
                    <a:pt x="2120449" y="3276301"/>
                  </a:lnTo>
                  <a:lnTo>
                    <a:pt x="2120449" y="3275677"/>
                  </a:lnTo>
                  <a:lnTo>
                    <a:pt x="2120594" y="3275677"/>
                  </a:lnTo>
                  <a:lnTo>
                    <a:pt x="2120739" y="3275677"/>
                  </a:lnTo>
                  <a:lnTo>
                    <a:pt x="2120739" y="3275054"/>
                  </a:lnTo>
                  <a:lnTo>
                    <a:pt x="2120739" y="3274430"/>
                  </a:lnTo>
                  <a:lnTo>
                    <a:pt x="2120885" y="3274430"/>
                  </a:lnTo>
                  <a:lnTo>
                    <a:pt x="2120885" y="3273807"/>
                  </a:lnTo>
                  <a:lnTo>
                    <a:pt x="2120885" y="3273183"/>
                  </a:lnTo>
                  <a:lnTo>
                    <a:pt x="2121030" y="3273183"/>
                  </a:lnTo>
                  <a:lnTo>
                    <a:pt x="2121176" y="3273183"/>
                  </a:lnTo>
                  <a:lnTo>
                    <a:pt x="2121321" y="3273183"/>
                  </a:lnTo>
                  <a:lnTo>
                    <a:pt x="2121467" y="3273183"/>
                  </a:lnTo>
                  <a:lnTo>
                    <a:pt x="2121612" y="3273183"/>
                  </a:lnTo>
                  <a:lnTo>
                    <a:pt x="2121757" y="3273183"/>
                  </a:lnTo>
                  <a:lnTo>
                    <a:pt x="2121903" y="3273183"/>
                  </a:lnTo>
                  <a:lnTo>
                    <a:pt x="2122048" y="3273183"/>
                  </a:lnTo>
                  <a:lnTo>
                    <a:pt x="2122194" y="3273183"/>
                  </a:lnTo>
                  <a:lnTo>
                    <a:pt x="2122339" y="3273183"/>
                  </a:lnTo>
                  <a:lnTo>
                    <a:pt x="2122339" y="3272560"/>
                  </a:lnTo>
                  <a:lnTo>
                    <a:pt x="2122485" y="3272560"/>
                  </a:lnTo>
                  <a:lnTo>
                    <a:pt x="2122630" y="3272560"/>
                  </a:lnTo>
                  <a:lnTo>
                    <a:pt x="2122775" y="3272560"/>
                  </a:lnTo>
                  <a:lnTo>
                    <a:pt x="2122921" y="3272560"/>
                  </a:lnTo>
                  <a:lnTo>
                    <a:pt x="2123066" y="3272560"/>
                  </a:lnTo>
                  <a:lnTo>
                    <a:pt x="2123212" y="3272560"/>
                  </a:lnTo>
                  <a:lnTo>
                    <a:pt x="2123357" y="3272560"/>
                  </a:lnTo>
                  <a:lnTo>
                    <a:pt x="2123503" y="3272560"/>
                  </a:lnTo>
                  <a:lnTo>
                    <a:pt x="2123648" y="3272560"/>
                  </a:lnTo>
                  <a:lnTo>
                    <a:pt x="2123793" y="3272560"/>
                  </a:lnTo>
                  <a:lnTo>
                    <a:pt x="2123793" y="3271936"/>
                  </a:lnTo>
                  <a:lnTo>
                    <a:pt x="2123939" y="3271936"/>
                  </a:lnTo>
                  <a:lnTo>
                    <a:pt x="2124084" y="3271936"/>
                  </a:lnTo>
                  <a:lnTo>
                    <a:pt x="2124230" y="3271936"/>
                  </a:lnTo>
                  <a:lnTo>
                    <a:pt x="2124375" y="3271936"/>
                  </a:lnTo>
                  <a:lnTo>
                    <a:pt x="2124521" y="3271936"/>
                  </a:lnTo>
                  <a:lnTo>
                    <a:pt x="2124521" y="3271312"/>
                  </a:lnTo>
                  <a:lnTo>
                    <a:pt x="2124521" y="3270689"/>
                  </a:lnTo>
                  <a:lnTo>
                    <a:pt x="2124666" y="3270689"/>
                  </a:lnTo>
                  <a:lnTo>
                    <a:pt x="2124811" y="3270689"/>
                  </a:lnTo>
                  <a:lnTo>
                    <a:pt x="2124957" y="3270689"/>
                  </a:lnTo>
                  <a:lnTo>
                    <a:pt x="2124957" y="3270065"/>
                  </a:lnTo>
                  <a:lnTo>
                    <a:pt x="2125102" y="3270065"/>
                  </a:lnTo>
                  <a:lnTo>
                    <a:pt x="2125102" y="3269442"/>
                  </a:lnTo>
                  <a:lnTo>
                    <a:pt x="2125102" y="3268818"/>
                  </a:lnTo>
                  <a:lnTo>
                    <a:pt x="2125102" y="3268194"/>
                  </a:lnTo>
                  <a:lnTo>
                    <a:pt x="2125248" y="3268194"/>
                  </a:lnTo>
                  <a:lnTo>
                    <a:pt x="2125393" y="3268194"/>
                  </a:lnTo>
                  <a:lnTo>
                    <a:pt x="2125539" y="3268194"/>
                  </a:lnTo>
                  <a:lnTo>
                    <a:pt x="2125684" y="3268194"/>
                  </a:lnTo>
                  <a:lnTo>
                    <a:pt x="2125829" y="3268194"/>
                  </a:lnTo>
                  <a:lnTo>
                    <a:pt x="2125829" y="3267571"/>
                  </a:lnTo>
                  <a:lnTo>
                    <a:pt x="2125975" y="3267571"/>
                  </a:lnTo>
                  <a:lnTo>
                    <a:pt x="2126120" y="3267571"/>
                  </a:lnTo>
                  <a:lnTo>
                    <a:pt x="2126120" y="3266947"/>
                  </a:lnTo>
                  <a:lnTo>
                    <a:pt x="2126266" y="3266947"/>
                  </a:lnTo>
                  <a:lnTo>
                    <a:pt x="2126411" y="3266947"/>
                  </a:lnTo>
                  <a:lnTo>
                    <a:pt x="2126557" y="3266947"/>
                  </a:lnTo>
                  <a:lnTo>
                    <a:pt x="2126702" y="3266947"/>
                  </a:lnTo>
                  <a:lnTo>
                    <a:pt x="2126847" y="3266947"/>
                  </a:lnTo>
                  <a:lnTo>
                    <a:pt x="2126993" y="3266947"/>
                  </a:lnTo>
                  <a:lnTo>
                    <a:pt x="2127138" y="3266947"/>
                  </a:lnTo>
                  <a:lnTo>
                    <a:pt x="2127284" y="3266947"/>
                  </a:lnTo>
                  <a:lnTo>
                    <a:pt x="2127429" y="3266947"/>
                  </a:lnTo>
                  <a:lnTo>
                    <a:pt x="2127574" y="3266947"/>
                  </a:lnTo>
                  <a:lnTo>
                    <a:pt x="2127720" y="3266947"/>
                  </a:lnTo>
                  <a:lnTo>
                    <a:pt x="2127720" y="3266324"/>
                  </a:lnTo>
                  <a:lnTo>
                    <a:pt x="2127865" y="3266324"/>
                  </a:lnTo>
                  <a:lnTo>
                    <a:pt x="2128011" y="3266324"/>
                  </a:lnTo>
                  <a:lnTo>
                    <a:pt x="2128011" y="3265700"/>
                  </a:lnTo>
                  <a:lnTo>
                    <a:pt x="2128156" y="3265700"/>
                  </a:lnTo>
                  <a:lnTo>
                    <a:pt x="2128302" y="3265700"/>
                  </a:lnTo>
                  <a:lnTo>
                    <a:pt x="2128447" y="3265700"/>
                  </a:lnTo>
                  <a:lnTo>
                    <a:pt x="2128592" y="3265700"/>
                  </a:lnTo>
                  <a:lnTo>
                    <a:pt x="2128738" y="3265700"/>
                  </a:lnTo>
                  <a:lnTo>
                    <a:pt x="2128883" y="3265700"/>
                  </a:lnTo>
                  <a:lnTo>
                    <a:pt x="2129029" y="3265700"/>
                  </a:lnTo>
                  <a:lnTo>
                    <a:pt x="2129029" y="3265077"/>
                  </a:lnTo>
                  <a:lnTo>
                    <a:pt x="2129174" y="3265077"/>
                  </a:lnTo>
                  <a:lnTo>
                    <a:pt x="2129174" y="3264453"/>
                  </a:lnTo>
                  <a:lnTo>
                    <a:pt x="2129174" y="3263829"/>
                  </a:lnTo>
                  <a:lnTo>
                    <a:pt x="2129320" y="3263829"/>
                  </a:lnTo>
                  <a:lnTo>
                    <a:pt x="2129320" y="3263206"/>
                  </a:lnTo>
                  <a:lnTo>
                    <a:pt x="2129465" y="3263206"/>
                  </a:lnTo>
                  <a:lnTo>
                    <a:pt x="2129610" y="3263206"/>
                  </a:lnTo>
                  <a:lnTo>
                    <a:pt x="2129756" y="3263206"/>
                  </a:lnTo>
                  <a:lnTo>
                    <a:pt x="2129901" y="3263206"/>
                  </a:lnTo>
                  <a:lnTo>
                    <a:pt x="2129901" y="3262582"/>
                  </a:lnTo>
                  <a:lnTo>
                    <a:pt x="2130047" y="3262582"/>
                  </a:lnTo>
                  <a:lnTo>
                    <a:pt x="2130192" y="3262582"/>
                  </a:lnTo>
                  <a:lnTo>
                    <a:pt x="2130192" y="3261959"/>
                  </a:lnTo>
                  <a:lnTo>
                    <a:pt x="2130338" y="3261959"/>
                  </a:lnTo>
                  <a:lnTo>
                    <a:pt x="2130483" y="3261959"/>
                  </a:lnTo>
                  <a:lnTo>
                    <a:pt x="2130628" y="3261959"/>
                  </a:lnTo>
                  <a:lnTo>
                    <a:pt x="2130774" y="3261959"/>
                  </a:lnTo>
                  <a:lnTo>
                    <a:pt x="2130919" y="3261959"/>
                  </a:lnTo>
                  <a:lnTo>
                    <a:pt x="2131065" y="3261959"/>
                  </a:lnTo>
                  <a:lnTo>
                    <a:pt x="2131210" y="3261959"/>
                  </a:lnTo>
                  <a:lnTo>
                    <a:pt x="2131356" y="3261959"/>
                  </a:lnTo>
                  <a:lnTo>
                    <a:pt x="2131501" y="3261959"/>
                  </a:lnTo>
                  <a:lnTo>
                    <a:pt x="2131646" y="3261959"/>
                  </a:lnTo>
                  <a:lnTo>
                    <a:pt x="2131792" y="3261959"/>
                  </a:lnTo>
                  <a:lnTo>
                    <a:pt x="2131937" y="3261959"/>
                  </a:lnTo>
                  <a:lnTo>
                    <a:pt x="2132083" y="3261959"/>
                  </a:lnTo>
                  <a:lnTo>
                    <a:pt x="2132228" y="3261959"/>
                  </a:lnTo>
                  <a:lnTo>
                    <a:pt x="2132374" y="3261959"/>
                  </a:lnTo>
                  <a:lnTo>
                    <a:pt x="2132519" y="3261959"/>
                  </a:lnTo>
                  <a:lnTo>
                    <a:pt x="2132664" y="3261959"/>
                  </a:lnTo>
                  <a:lnTo>
                    <a:pt x="2132810" y="3261959"/>
                  </a:lnTo>
                  <a:lnTo>
                    <a:pt x="2132810" y="3261335"/>
                  </a:lnTo>
                  <a:lnTo>
                    <a:pt x="2132955" y="3261335"/>
                  </a:lnTo>
                  <a:lnTo>
                    <a:pt x="2133101" y="3261335"/>
                  </a:lnTo>
                  <a:lnTo>
                    <a:pt x="2133246" y="3261335"/>
                  </a:lnTo>
                  <a:lnTo>
                    <a:pt x="2133392" y="3261335"/>
                  </a:lnTo>
                  <a:lnTo>
                    <a:pt x="2133537" y="3261335"/>
                  </a:lnTo>
                  <a:lnTo>
                    <a:pt x="2133682" y="3261335"/>
                  </a:lnTo>
                  <a:lnTo>
                    <a:pt x="2133828" y="3261335"/>
                  </a:lnTo>
                  <a:lnTo>
                    <a:pt x="2133973" y="3261335"/>
                  </a:lnTo>
                  <a:lnTo>
                    <a:pt x="2134119" y="3261335"/>
                  </a:lnTo>
                  <a:lnTo>
                    <a:pt x="2134264" y="3261335"/>
                  </a:lnTo>
                  <a:lnTo>
                    <a:pt x="2134409" y="3261335"/>
                  </a:lnTo>
                  <a:lnTo>
                    <a:pt x="2134555" y="3261335"/>
                  </a:lnTo>
                  <a:lnTo>
                    <a:pt x="2134700" y="3261335"/>
                  </a:lnTo>
                  <a:lnTo>
                    <a:pt x="2134846" y="3261335"/>
                  </a:lnTo>
                  <a:lnTo>
                    <a:pt x="2134846" y="3260711"/>
                  </a:lnTo>
                  <a:lnTo>
                    <a:pt x="2134846" y="3260088"/>
                  </a:lnTo>
                  <a:lnTo>
                    <a:pt x="2134991" y="3260088"/>
                  </a:lnTo>
                  <a:lnTo>
                    <a:pt x="2135137" y="3260088"/>
                  </a:lnTo>
                  <a:lnTo>
                    <a:pt x="2135282" y="3260088"/>
                  </a:lnTo>
                  <a:lnTo>
                    <a:pt x="2135427" y="3260088"/>
                  </a:lnTo>
                  <a:lnTo>
                    <a:pt x="2135573" y="3260088"/>
                  </a:lnTo>
                  <a:lnTo>
                    <a:pt x="2135718" y="3260088"/>
                  </a:lnTo>
                  <a:lnTo>
                    <a:pt x="2135864" y="3260088"/>
                  </a:lnTo>
                  <a:lnTo>
                    <a:pt x="2136009" y="3260088"/>
                  </a:lnTo>
                  <a:lnTo>
                    <a:pt x="2136155" y="3260088"/>
                  </a:lnTo>
                  <a:lnTo>
                    <a:pt x="2136155" y="3259464"/>
                  </a:lnTo>
                  <a:lnTo>
                    <a:pt x="2136300" y="3259464"/>
                  </a:lnTo>
                  <a:lnTo>
                    <a:pt x="2136445" y="3259464"/>
                  </a:lnTo>
                  <a:lnTo>
                    <a:pt x="2136591" y="3259464"/>
                  </a:lnTo>
                  <a:lnTo>
                    <a:pt x="2136736" y="3259464"/>
                  </a:lnTo>
                  <a:lnTo>
                    <a:pt x="2136882" y="3259464"/>
                  </a:lnTo>
                  <a:lnTo>
                    <a:pt x="2136882" y="3258841"/>
                  </a:lnTo>
                  <a:lnTo>
                    <a:pt x="2137027" y="3258841"/>
                  </a:lnTo>
                  <a:lnTo>
                    <a:pt x="2137173" y="3258841"/>
                  </a:lnTo>
                  <a:lnTo>
                    <a:pt x="2137173" y="3258217"/>
                  </a:lnTo>
                  <a:lnTo>
                    <a:pt x="2137318" y="3258217"/>
                  </a:lnTo>
                  <a:lnTo>
                    <a:pt x="2137463" y="3258217"/>
                  </a:lnTo>
                  <a:lnTo>
                    <a:pt x="2137609" y="3258217"/>
                  </a:lnTo>
                  <a:lnTo>
                    <a:pt x="2137754" y="3258217"/>
                  </a:lnTo>
                  <a:lnTo>
                    <a:pt x="2137900" y="3258217"/>
                  </a:lnTo>
                  <a:lnTo>
                    <a:pt x="2138045" y="3258217"/>
                  </a:lnTo>
                  <a:lnTo>
                    <a:pt x="2138191" y="3258217"/>
                  </a:lnTo>
                  <a:lnTo>
                    <a:pt x="2138336" y="3258217"/>
                  </a:lnTo>
                  <a:lnTo>
                    <a:pt x="2138336" y="3257594"/>
                  </a:lnTo>
                  <a:lnTo>
                    <a:pt x="2138481" y="3257594"/>
                  </a:lnTo>
                  <a:lnTo>
                    <a:pt x="2138627" y="3257594"/>
                  </a:lnTo>
                  <a:lnTo>
                    <a:pt x="2138627" y="3256970"/>
                  </a:lnTo>
                  <a:lnTo>
                    <a:pt x="2138772" y="3256970"/>
                  </a:lnTo>
                  <a:lnTo>
                    <a:pt x="2138918" y="3256970"/>
                  </a:lnTo>
                  <a:lnTo>
                    <a:pt x="2139063" y="3256970"/>
                  </a:lnTo>
                  <a:lnTo>
                    <a:pt x="2139209" y="3256970"/>
                  </a:lnTo>
                  <a:lnTo>
                    <a:pt x="2139209" y="3256346"/>
                  </a:lnTo>
                  <a:lnTo>
                    <a:pt x="2139354" y="3256346"/>
                  </a:lnTo>
                  <a:lnTo>
                    <a:pt x="2139499" y="3256346"/>
                  </a:lnTo>
                  <a:lnTo>
                    <a:pt x="2139645" y="3256346"/>
                  </a:lnTo>
                  <a:lnTo>
                    <a:pt x="2139790" y="3256346"/>
                  </a:lnTo>
                  <a:lnTo>
                    <a:pt x="2139936" y="3256346"/>
                  </a:lnTo>
                  <a:lnTo>
                    <a:pt x="2139936" y="3255723"/>
                  </a:lnTo>
                  <a:lnTo>
                    <a:pt x="2140081" y="3255723"/>
                  </a:lnTo>
                  <a:lnTo>
                    <a:pt x="2140227" y="3255723"/>
                  </a:lnTo>
                  <a:lnTo>
                    <a:pt x="2140372" y="3255723"/>
                  </a:lnTo>
                  <a:lnTo>
                    <a:pt x="2140517" y="3255723"/>
                  </a:lnTo>
                  <a:lnTo>
                    <a:pt x="2140517" y="3255099"/>
                  </a:lnTo>
                  <a:lnTo>
                    <a:pt x="2140663" y="3255099"/>
                  </a:lnTo>
                  <a:lnTo>
                    <a:pt x="2140808" y="3255099"/>
                  </a:lnTo>
                  <a:lnTo>
                    <a:pt x="2140954" y="3255099"/>
                  </a:lnTo>
                  <a:lnTo>
                    <a:pt x="2141099" y="3255099"/>
                  </a:lnTo>
                  <a:lnTo>
                    <a:pt x="2141099" y="3254476"/>
                  </a:lnTo>
                  <a:lnTo>
                    <a:pt x="2141099" y="3253852"/>
                  </a:lnTo>
                  <a:lnTo>
                    <a:pt x="2141244" y="3253852"/>
                  </a:lnTo>
                  <a:lnTo>
                    <a:pt x="2141390" y="3253852"/>
                  </a:lnTo>
                  <a:lnTo>
                    <a:pt x="2141535" y="3253852"/>
                  </a:lnTo>
                  <a:lnTo>
                    <a:pt x="2141681" y="3253852"/>
                  </a:lnTo>
                  <a:lnTo>
                    <a:pt x="2141826" y="3253852"/>
                  </a:lnTo>
                  <a:lnTo>
                    <a:pt x="2141972" y="3253852"/>
                  </a:lnTo>
                  <a:lnTo>
                    <a:pt x="2142117" y="3253852"/>
                  </a:lnTo>
                  <a:lnTo>
                    <a:pt x="2142262" y="3253852"/>
                  </a:lnTo>
                  <a:lnTo>
                    <a:pt x="2142408" y="3253852"/>
                  </a:lnTo>
                  <a:lnTo>
                    <a:pt x="2142553" y="3253852"/>
                  </a:lnTo>
                  <a:lnTo>
                    <a:pt x="2142699" y="3253852"/>
                  </a:lnTo>
                  <a:lnTo>
                    <a:pt x="2142699" y="3253228"/>
                  </a:lnTo>
                  <a:lnTo>
                    <a:pt x="2142844" y="3253228"/>
                  </a:lnTo>
                  <a:lnTo>
                    <a:pt x="2142990" y="3253228"/>
                  </a:lnTo>
                  <a:lnTo>
                    <a:pt x="2143135" y="3253228"/>
                  </a:lnTo>
                  <a:lnTo>
                    <a:pt x="2143135" y="3252605"/>
                  </a:lnTo>
                  <a:lnTo>
                    <a:pt x="2143280" y="3252605"/>
                  </a:lnTo>
                  <a:lnTo>
                    <a:pt x="2143280" y="3251981"/>
                  </a:lnTo>
                  <a:lnTo>
                    <a:pt x="2143426" y="3251981"/>
                  </a:lnTo>
                  <a:lnTo>
                    <a:pt x="2143571" y="3251981"/>
                  </a:lnTo>
                  <a:lnTo>
                    <a:pt x="2143571" y="3251358"/>
                  </a:lnTo>
                  <a:lnTo>
                    <a:pt x="2143717" y="3251358"/>
                  </a:lnTo>
                  <a:lnTo>
                    <a:pt x="2143862" y="3251358"/>
                  </a:lnTo>
                  <a:lnTo>
                    <a:pt x="2144008" y="3251358"/>
                  </a:lnTo>
                  <a:lnTo>
                    <a:pt x="2144008" y="3250734"/>
                  </a:lnTo>
                  <a:lnTo>
                    <a:pt x="2144153" y="3250734"/>
                  </a:lnTo>
                  <a:lnTo>
                    <a:pt x="2144153" y="3250111"/>
                  </a:lnTo>
                  <a:lnTo>
                    <a:pt x="2144298" y="3250111"/>
                  </a:lnTo>
                  <a:lnTo>
                    <a:pt x="2144444" y="3250111"/>
                  </a:lnTo>
                  <a:lnTo>
                    <a:pt x="2144589" y="3250111"/>
                  </a:lnTo>
                  <a:lnTo>
                    <a:pt x="2144735" y="3250111"/>
                  </a:lnTo>
                  <a:lnTo>
                    <a:pt x="2144880" y="3250111"/>
                  </a:lnTo>
                  <a:lnTo>
                    <a:pt x="2145026" y="3250111"/>
                  </a:lnTo>
                  <a:lnTo>
                    <a:pt x="2145171" y="3250111"/>
                  </a:lnTo>
                  <a:lnTo>
                    <a:pt x="2145316" y="3250111"/>
                  </a:lnTo>
                  <a:lnTo>
                    <a:pt x="2145316" y="3249487"/>
                  </a:lnTo>
                  <a:lnTo>
                    <a:pt x="2145316" y="3248863"/>
                  </a:lnTo>
                  <a:lnTo>
                    <a:pt x="2145316" y="3248240"/>
                  </a:lnTo>
                  <a:lnTo>
                    <a:pt x="2145462" y="3248240"/>
                  </a:lnTo>
                  <a:lnTo>
                    <a:pt x="2145607" y="3248240"/>
                  </a:lnTo>
                  <a:lnTo>
                    <a:pt x="2145753" y="3248240"/>
                  </a:lnTo>
                  <a:lnTo>
                    <a:pt x="2145898" y="3248240"/>
                  </a:lnTo>
                  <a:lnTo>
                    <a:pt x="2145898" y="3247616"/>
                  </a:lnTo>
                  <a:lnTo>
                    <a:pt x="2146044" y="3247616"/>
                  </a:lnTo>
                  <a:lnTo>
                    <a:pt x="2146189" y="3247616"/>
                  </a:lnTo>
                  <a:lnTo>
                    <a:pt x="2146334" y="3247616"/>
                  </a:lnTo>
                  <a:lnTo>
                    <a:pt x="2146480" y="3247616"/>
                  </a:lnTo>
                  <a:lnTo>
                    <a:pt x="2146625" y="3247616"/>
                  </a:lnTo>
                  <a:lnTo>
                    <a:pt x="2146771" y="3247616"/>
                  </a:lnTo>
                  <a:lnTo>
                    <a:pt x="2146916" y="3247616"/>
                  </a:lnTo>
                  <a:lnTo>
                    <a:pt x="2146916" y="3246993"/>
                  </a:lnTo>
                  <a:lnTo>
                    <a:pt x="2147061" y="3246993"/>
                  </a:lnTo>
                  <a:lnTo>
                    <a:pt x="2147207" y="3246993"/>
                  </a:lnTo>
                  <a:lnTo>
                    <a:pt x="2147352" y="3246993"/>
                  </a:lnTo>
                  <a:lnTo>
                    <a:pt x="2147498" y="3246993"/>
                  </a:lnTo>
                  <a:lnTo>
                    <a:pt x="2147643" y="3246993"/>
                  </a:lnTo>
                  <a:lnTo>
                    <a:pt x="2147789" y="3246993"/>
                  </a:lnTo>
                  <a:lnTo>
                    <a:pt x="2147934" y="3246993"/>
                  </a:lnTo>
                  <a:lnTo>
                    <a:pt x="2148079" y="3246993"/>
                  </a:lnTo>
                  <a:lnTo>
                    <a:pt x="2148225" y="3246993"/>
                  </a:lnTo>
                  <a:lnTo>
                    <a:pt x="2148225" y="3246369"/>
                  </a:lnTo>
                  <a:lnTo>
                    <a:pt x="2148370" y="3246369"/>
                  </a:lnTo>
                  <a:lnTo>
                    <a:pt x="2148516" y="3246369"/>
                  </a:lnTo>
                  <a:lnTo>
                    <a:pt x="2148661" y="3246369"/>
                  </a:lnTo>
                  <a:lnTo>
                    <a:pt x="2148807" y="3246369"/>
                  </a:lnTo>
                  <a:lnTo>
                    <a:pt x="2148952" y="3246369"/>
                  </a:lnTo>
                  <a:lnTo>
                    <a:pt x="2149097" y="3246369"/>
                  </a:lnTo>
                  <a:lnTo>
                    <a:pt x="2149243" y="3246369"/>
                  </a:lnTo>
                  <a:lnTo>
                    <a:pt x="2149388" y="3246369"/>
                  </a:lnTo>
                  <a:lnTo>
                    <a:pt x="2149534" y="3246369"/>
                  </a:lnTo>
                  <a:lnTo>
                    <a:pt x="2149679" y="3246369"/>
                  </a:lnTo>
                  <a:lnTo>
                    <a:pt x="2149825" y="3246369"/>
                  </a:lnTo>
                  <a:lnTo>
                    <a:pt x="2149970" y="3246369"/>
                  </a:lnTo>
                  <a:lnTo>
                    <a:pt x="2149970" y="3245745"/>
                  </a:lnTo>
                  <a:lnTo>
                    <a:pt x="2150115" y="3245745"/>
                  </a:lnTo>
                  <a:lnTo>
                    <a:pt x="2150261" y="3245745"/>
                  </a:lnTo>
                  <a:lnTo>
                    <a:pt x="2150406" y="3245745"/>
                  </a:lnTo>
                  <a:lnTo>
                    <a:pt x="2150406" y="3245122"/>
                  </a:lnTo>
                  <a:lnTo>
                    <a:pt x="2150552" y="3245122"/>
                  </a:lnTo>
                  <a:lnTo>
                    <a:pt x="2150552" y="3244498"/>
                  </a:lnTo>
                  <a:lnTo>
                    <a:pt x="2150697" y="3244498"/>
                  </a:lnTo>
                  <a:lnTo>
                    <a:pt x="2150843" y="3244498"/>
                  </a:lnTo>
                  <a:lnTo>
                    <a:pt x="2150988" y="3244498"/>
                  </a:lnTo>
                  <a:lnTo>
                    <a:pt x="2151133" y="3244498"/>
                  </a:lnTo>
                  <a:lnTo>
                    <a:pt x="2151279" y="3244498"/>
                  </a:lnTo>
                  <a:lnTo>
                    <a:pt x="2151424" y="3244498"/>
                  </a:lnTo>
                  <a:lnTo>
                    <a:pt x="2151570" y="3244498"/>
                  </a:lnTo>
                  <a:lnTo>
                    <a:pt x="2151715" y="3244498"/>
                  </a:lnTo>
                  <a:lnTo>
                    <a:pt x="2151861" y="3244498"/>
                  </a:lnTo>
                  <a:lnTo>
                    <a:pt x="2151861" y="3243875"/>
                  </a:lnTo>
                  <a:lnTo>
                    <a:pt x="2151861" y="3243251"/>
                  </a:lnTo>
                  <a:lnTo>
                    <a:pt x="2151861" y="3242628"/>
                  </a:lnTo>
                  <a:lnTo>
                    <a:pt x="2151861" y="3242004"/>
                  </a:lnTo>
                  <a:lnTo>
                    <a:pt x="2152006" y="3242004"/>
                  </a:lnTo>
                  <a:lnTo>
                    <a:pt x="2152151" y="3242004"/>
                  </a:lnTo>
                  <a:lnTo>
                    <a:pt x="2152297" y="3242004"/>
                  </a:lnTo>
                  <a:lnTo>
                    <a:pt x="2152442" y="3242004"/>
                  </a:lnTo>
                  <a:lnTo>
                    <a:pt x="2152588" y="3242004"/>
                  </a:lnTo>
                  <a:lnTo>
                    <a:pt x="2152733" y="3242004"/>
                  </a:lnTo>
                  <a:lnTo>
                    <a:pt x="2152733" y="3241380"/>
                  </a:lnTo>
                  <a:lnTo>
                    <a:pt x="2152733" y="3240757"/>
                  </a:lnTo>
                  <a:lnTo>
                    <a:pt x="2152879" y="3240757"/>
                  </a:lnTo>
                  <a:lnTo>
                    <a:pt x="2153024" y="3240757"/>
                  </a:lnTo>
                  <a:lnTo>
                    <a:pt x="2153169" y="3240757"/>
                  </a:lnTo>
                  <a:lnTo>
                    <a:pt x="2153315" y="3240757"/>
                  </a:lnTo>
                  <a:lnTo>
                    <a:pt x="2153460" y="3240757"/>
                  </a:lnTo>
                  <a:lnTo>
                    <a:pt x="2153606" y="3240757"/>
                  </a:lnTo>
                  <a:lnTo>
                    <a:pt x="2153751" y="3240757"/>
                  </a:lnTo>
                  <a:lnTo>
                    <a:pt x="2153751" y="3240133"/>
                  </a:lnTo>
                  <a:lnTo>
                    <a:pt x="2153896" y="3240133"/>
                  </a:lnTo>
                  <a:lnTo>
                    <a:pt x="2154042" y="3240133"/>
                  </a:lnTo>
                  <a:lnTo>
                    <a:pt x="2154187" y="3240133"/>
                  </a:lnTo>
                  <a:lnTo>
                    <a:pt x="2154333" y="3240133"/>
                  </a:lnTo>
                  <a:lnTo>
                    <a:pt x="2154478" y="3240133"/>
                  </a:lnTo>
                  <a:lnTo>
                    <a:pt x="2154624" y="3240133"/>
                  </a:lnTo>
                  <a:lnTo>
                    <a:pt x="2154769" y="3240133"/>
                  </a:lnTo>
                  <a:lnTo>
                    <a:pt x="2154914" y="3240133"/>
                  </a:lnTo>
                  <a:lnTo>
                    <a:pt x="2155060" y="3240133"/>
                  </a:lnTo>
                  <a:lnTo>
                    <a:pt x="2155205" y="3240133"/>
                  </a:lnTo>
                  <a:lnTo>
                    <a:pt x="2155351" y="3240133"/>
                  </a:lnTo>
                  <a:lnTo>
                    <a:pt x="2155496" y="3240133"/>
                  </a:lnTo>
                  <a:lnTo>
                    <a:pt x="2155642" y="3240133"/>
                  </a:lnTo>
                  <a:lnTo>
                    <a:pt x="2155787" y="3240133"/>
                  </a:lnTo>
                  <a:lnTo>
                    <a:pt x="2155932" y="3240133"/>
                  </a:lnTo>
                  <a:lnTo>
                    <a:pt x="2156078" y="3240133"/>
                  </a:lnTo>
                  <a:lnTo>
                    <a:pt x="2156078" y="3239510"/>
                  </a:lnTo>
                  <a:lnTo>
                    <a:pt x="2156223" y="3239510"/>
                  </a:lnTo>
                  <a:lnTo>
                    <a:pt x="2156223" y="3238886"/>
                  </a:lnTo>
                  <a:lnTo>
                    <a:pt x="2156369" y="3238886"/>
                  </a:lnTo>
                  <a:lnTo>
                    <a:pt x="2156369" y="3238262"/>
                  </a:lnTo>
                  <a:lnTo>
                    <a:pt x="2156514" y="3238262"/>
                  </a:lnTo>
                  <a:lnTo>
                    <a:pt x="2156514" y="3237639"/>
                  </a:lnTo>
                  <a:lnTo>
                    <a:pt x="2156660" y="3237639"/>
                  </a:lnTo>
                  <a:lnTo>
                    <a:pt x="2156805" y="3237639"/>
                  </a:lnTo>
                  <a:lnTo>
                    <a:pt x="2156805" y="3237015"/>
                  </a:lnTo>
                  <a:lnTo>
                    <a:pt x="2156950" y="3237015"/>
                  </a:lnTo>
                  <a:lnTo>
                    <a:pt x="2156950" y="3236392"/>
                  </a:lnTo>
                  <a:lnTo>
                    <a:pt x="2157096" y="3236392"/>
                  </a:lnTo>
                  <a:lnTo>
                    <a:pt x="2157096" y="3235768"/>
                  </a:lnTo>
                  <a:lnTo>
                    <a:pt x="2157241" y="3235768"/>
                  </a:lnTo>
                  <a:lnTo>
                    <a:pt x="2157387" y="3235768"/>
                  </a:lnTo>
                  <a:lnTo>
                    <a:pt x="2157532" y="3235768"/>
                  </a:lnTo>
                  <a:lnTo>
                    <a:pt x="2157678" y="3235768"/>
                  </a:lnTo>
                  <a:lnTo>
                    <a:pt x="2157823" y="3235768"/>
                  </a:lnTo>
                  <a:lnTo>
                    <a:pt x="2157968" y="3235768"/>
                  </a:lnTo>
                  <a:lnTo>
                    <a:pt x="2158114" y="3235768"/>
                  </a:lnTo>
                  <a:lnTo>
                    <a:pt x="2158259" y="3235768"/>
                  </a:lnTo>
                  <a:lnTo>
                    <a:pt x="2158405" y="3235768"/>
                  </a:lnTo>
                  <a:lnTo>
                    <a:pt x="2158550" y="3235768"/>
                  </a:lnTo>
                  <a:lnTo>
                    <a:pt x="2158696" y="3235768"/>
                  </a:lnTo>
                  <a:lnTo>
                    <a:pt x="2158841" y="3235768"/>
                  </a:lnTo>
                  <a:lnTo>
                    <a:pt x="2158986" y="3235768"/>
                  </a:lnTo>
                  <a:lnTo>
                    <a:pt x="2158986" y="3235145"/>
                  </a:lnTo>
                  <a:lnTo>
                    <a:pt x="2159132" y="3235145"/>
                  </a:lnTo>
                  <a:lnTo>
                    <a:pt x="2159277" y="3235145"/>
                  </a:lnTo>
                  <a:lnTo>
                    <a:pt x="2159423" y="3235145"/>
                  </a:lnTo>
                  <a:lnTo>
                    <a:pt x="2159568" y="3235145"/>
                  </a:lnTo>
                  <a:lnTo>
                    <a:pt x="2159714" y="3235145"/>
                  </a:lnTo>
                  <a:lnTo>
                    <a:pt x="2159714" y="3234521"/>
                  </a:lnTo>
                  <a:lnTo>
                    <a:pt x="2159859" y="3234521"/>
                  </a:lnTo>
                  <a:lnTo>
                    <a:pt x="2159859" y="3233897"/>
                  </a:lnTo>
                  <a:lnTo>
                    <a:pt x="2160004" y="3233897"/>
                  </a:lnTo>
                  <a:lnTo>
                    <a:pt x="2160150" y="3233897"/>
                  </a:lnTo>
                  <a:lnTo>
                    <a:pt x="2160295" y="3233897"/>
                  </a:lnTo>
                  <a:lnTo>
                    <a:pt x="2160441" y="3233897"/>
                  </a:lnTo>
                  <a:lnTo>
                    <a:pt x="2160586" y="3233897"/>
                  </a:lnTo>
                  <a:lnTo>
                    <a:pt x="2160731" y="3233897"/>
                  </a:lnTo>
                  <a:lnTo>
                    <a:pt x="2160877" y="3233897"/>
                  </a:lnTo>
                  <a:lnTo>
                    <a:pt x="2161022" y="3233897"/>
                  </a:lnTo>
                  <a:lnTo>
                    <a:pt x="2161168" y="3233897"/>
                  </a:lnTo>
                  <a:lnTo>
                    <a:pt x="2161168" y="3233274"/>
                  </a:lnTo>
                  <a:lnTo>
                    <a:pt x="2161313" y="3233274"/>
                  </a:lnTo>
                  <a:lnTo>
                    <a:pt x="2161459" y="3233274"/>
                  </a:lnTo>
                  <a:lnTo>
                    <a:pt x="2161604" y="3233274"/>
                  </a:lnTo>
                  <a:lnTo>
                    <a:pt x="2161604" y="3232650"/>
                  </a:lnTo>
                  <a:lnTo>
                    <a:pt x="2161749" y="3232650"/>
                  </a:lnTo>
                  <a:lnTo>
                    <a:pt x="2161895" y="3232650"/>
                  </a:lnTo>
                  <a:lnTo>
                    <a:pt x="2162040" y="3232650"/>
                  </a:lnTo>
                  <a:lnTo>
                    <a:pt x="2162186" y="3232650"/>
                  </a:lnTo>
                  <a:lnTo>
                    <a:pt x="2162186" y="3232027"/>
                  </a:lnTo>
                  <a:lnTo>
                    <a:pt x="2162186" y="3231403"/>
                  </a:lnTo>
                  <a:lnTo>
                    <a:pt x="2162331" y="3231403"/>
                  </a:lnTo>
                  <a:lnTo>
                    <a:pt x="2162477" y="3231403"/>
                  </a:lnTo>
                  <a:lnTo>
                    <a:pt x="2162477" y="3230779"/>
                  </a:lnTo>
                  <a:lnTo>
                    <a:pt x="2162477" y="3230156"/>
                  </a:lnTo>
                  <a:lnTo>
                    <a:pt x="2162622" y="3230156"/>
                  </a:lnTo>
                  <a:lnTo>
                    <a:pt x="2162767" y="3230156"/>
                  </a:lnTo>
                  <a:lnTo>
                    <a:pt x="2162913" y="3230156"/>
                  </a:lnTo>
                  <a:lnTo>
                    <a:pt x="2163058" y="3230156"/>
                  </a:lnTo>
                  <a:lnTo>
                    <a:pt x="2163204" y="3230156"/>
                  </a:lnTo>
                  <a:lnTo>
                    <a:pt x="2163204" y="3229532"/>
                  </a:lnTo>
                  <a:lnTo>
                    <a:pt x="2163349" y="3229532"/>
                  </a:lnTo>
                  <a:lnTo>
                    <a:pt x="2163349" y="3228909"/>
                  </a:lnTo>
                  <a:lnTo>
                    <a:pt x="2163495" y="3228909"/>
                  </a:lnTo>
                  <a:lnTo>
                    <a:pt x="2163640" y="3228909"/>
                  </a:lnTo>
                  <a:lnTo>
                    <a:pt x="2163785" y="3228909"/>
                  </a:lnTo>
                  <a:lnTo>
                    <a:pt x="2163931" y="3228909"/>
                  </a:lnTo>
                  <a:lnTo>
                    <a:pt x="2164076" y="3228909"/>
                  </a:lnTo>
                  <a:lnTo>
                    <a:pt x="2164222" y="3228909"/>
                  </a:lnTo>
                  <a:lnTo>
                    <a:pt x="2164367" y="3228909"/>
                  </a:lnTo>
                  <a:lnTo>
                    <a:pt x="2164367" y="3228285"/>
                  </a:lnTo>
                  <a:lnTo>
                    <a:pt x="2164513" y="3228285"/>
                  </a:lnTo>
                  <a:lnTo>
                    <a:pt x="2164658" y="3228285"/>
                  </a:lnTo>
                  <a:lnTo>
                    <a:pt x="2164803" y="3228285"/>
                  </a:lnTo>
                  <a:lnTo>
                    <a:pt x="2164949" y="3228285"/>
                  </a:lnTo>
                  <a:lnTo>
                    <a:pt x="2165094" y="3228285"/>
                  </a:lnTo>
                  <a:lnTo>
                    <a:pt x="2165240" y="3228285"/>
                  </a:lnTo>
                  <a:lnTo>
                    <a:pt x="2165385" y="3228285"/>
                  </a:lnTo>
                  <a:lnTo>
                    <a:pt x="2165385" y="3227662"/>
                  </a:lnTo>
                  <a:lnTo>
                    <a:pt x="2165531" y="3227662"/>
                  </a:lnTo>
                  <a:lnTo>
                    <a:pt x="2165531" y="3227038"/>
                  </a:lnTo>
                  <a:lnTo>
                    <a:pt x="2165676" y="3227038"/>
                  </a:lnTo>
                  <a:lnTo>
                    <a:pt x="2165821" y="3227038"/>
                  </a:lnTo>
                  <a:lnTo>
                    <a:pt x="2165967" y="3227038"/>
                  </a:lnTo>
                  <a:lnTo>
                    <a:pt x="2166112" y="3227038"/>
                  </a:lnTo>
                  <a:lnTo>
                    <a:pt x="2166258" y="3227038"/>
                  </a:lnTo>
                  <a:lnTo>
                    <a:pt x="2166258" y="3226414"/>
                  </a:lnTo>
                  <a:lnTo>
                    <a:pt x="2166403" y="3226414"/>
                  </a:lnTo>
                  <a:lnTo>
                    <a:pt x="2166549" y="3226414"/>
                  </a:lnTo>
                  <a:lnTo>
                    <a:pt x="2166694" y="3226414"/>
                  </a:lnTo>
                  <a:lnTo>
                    <a:pt x="2166839" y="3226414"/>
                  </a:lnTo>
                  <a:lnTo>
                    <a:pt x="2166985" y="3226414"/>
                  </a:lnTo>
                  <a:lnTo>
                    <a:pt x="2167130" y="3226414"/>
                  </a:lnTo>
                  <a:lnTo>
                    <a:pt x="2167276" y="3226414"/>
                  </a:lnTo>
                  <a:lnTo>
                    <a:pt x="2167421" y="3226414"/>
                  </a:lnTo>
                  <a:lnTo>
                    <a:pt x="2167566" y="3226414"/>
                  </a:lnTo>
                  <a:lnTo>
                    <a:pt x="2167712" y="3226414"/>
                  </a:lnTo>
                  <a:lnTo>
                    <a:pt x="2167857" y="3226414"/>
                  </a:lnTo>
                  <a:lnTo>
                    <a:pt x="2168003" y="3226414"/>
                  </a:lnTo>
                  <a:lnTo>
                    <a:pt x="2168148" y="3226414"/>
                  </a:lnTo>
                  <a:lnTo>
                    <a:pt x="2168294" y="3226414"/>
                  </a:lnTo>
                  <a:lnTo>
                    <a:pt x="2168439" y="3226414"/>
                  </a:lnTo>
                  <a:lnTo>
                    <a:pt x="2168584" y="3226414"/>
                  </a:lnTo>
                  <a:lnTo>
                    <a:pt x="2168730" y="3226414"/>
                  </a:lnTo>
                  <a:lnTo>
                    <a:pt x="2168875" y="3226414"/>
                  </a:lnTo>
                  <a:lnTo>
                    <a:pt x="2169021" y="3226414"/>
                  </a:lnTo>
                  <a:lnTo>
                    <a:pt x="2169166" y="3226414"/>
                  </a:lnTo>
                  <a:lnTo>
                    <a:pt x="2169166" y="3225791"/>
                  </a:lnTo>
                  <a:lnTo>
                    <a:pt x="2169166" y="3225167"/>
                  </a:lnTo>
                  <a:lnTo>
                    <a:pt x="2169312" y="3225167"/>
                  </a:lnTo>
                  <a:lnTo>
                    <a:pt x="2169312" y="3224544"/>
                  </a:lnTo>
                  <a:lnTo>
                    <a:pt x="2169457" y="3224544"/>
                  </a:lnTo>
                  <a:lnTo>
                    <a:pt x="2169457" y="3223920"/>
                  </a:lnTo>
                  <a:lnTo>
                    <a:pt x="2169602" y="3223920"/>
                  </a:lnTo>
                  <a:lnTo>
                    <a:pt x="2169748" y="3223920"/>
                  </a:lnTo>
                  <a:lnTo>
                    <a:pt x="2169893" y="3223920"/>
                  </a:lnTo>
                  <a:lnTo>
                    <a:pt x="2170039" y="3223920"/>
                  </a:lnTo>
                  <a:lnTo>
                    <a:pt x="2170184" y="3223920"/>
                  </a:lnTo>
                  <a:lnTo>
                    <a:pt x="2170330" y="3223920"/>
                  </a:lnTo>
                  <a:lnTo>
                    <a:pt x="2170330" y="3223297"/>
                  </a:lnTo>
                  <a:lnTo>
                    <a:pt x="2170475" y="3223297"/>
                  </a:lnTo>
                  <a:lnTo>
                    <a:pt x="2170620" y="3223297"/>
                  </a:lnTo>
                  <a:lnTo>
                    <a:pt x="2170766" y="3223297"/>
                  </a:lnTo>
                  <a:lnTo>
                    <a:pt x="2170911" y="3223297"/>
                  </a:lnTo>
                  <a:lnTo>
                    <a:pt x="2171057" y="3223297"/>
                  </a:lnTo>
                  <a:lnTo>
                    <a:pt x="2171202" y="3223297"/>
                  </a:lnTo>
                  <a:lnTo>
                    <a:pt x="2171348" y="3223297"/>
                  </a:lnTo>
                  <a:lnTo>
                    <a:pt x="2171493" y="3223297"/>
                  </a:lnTo>
                  <a:lnTo>
                    <a:pt x="2171493" y="3222673"/>
                  </a:lnTo>
                  <a:lnTo>
                    <a:pt x="2171638" y="3222673"/>
                  </a:lnTo>
                  <a:lnTo>
                    <a:pt x="2171784" y="3222673"/>
                  </a:lnTo>
                  <a:lnTo>
                    <a:pt x="2171929" y="3222673"/>
                  </a:lnTo>
                  <a:lnTo>
                    <a:pt x="2172075" y="3222673"/>
                  </a:lnTo>
                  <a:lnTo>
                    <a:pt x="2172220" y="3222673"/>
                  </a:lnTo>
                  <a:lnTo>
                    <a:pt x="2172366" y="3222673"/>
                  </a:lnTo>
                  <a:lnTo>
                    <a:pt x="2172511" y="3222673"/>
                  </a:lnTo>
                  <a:lnTo>
                    <a:pt x="2172656" y="3222673"/>
                  </a:lnTo>
                  <a:lnTo>
                    <a:pt x="2172802" y="3222673"/>
                  </a:lnTo>
                  <a:lnTo>
                    <a:pt x="2172947" y="3222673"/>
                  </a:lnTo>
                  <a:lnTo>
                    <a:pt x="2172947" y="3222049"/>
                  </a:lnTo>
                  <a:lnTo>
                    <a:pt x="2173093" y="3222049"/>
                  </a:lnTo>
                  <a:lnTo>
                    <a:pt x="2173238" y="3222049"/>
                  </a:lnTo>
                  <a:lnTo>
                    <a:pt x="2173384" y="3222049"/>
                  </a:lnTo>
                  <a:lnTo>
                    <a:pt x="2173529" y="3222049"/>
                  </a:lnTo>
                  <a:lnTo>
                    <a:pt x="2173674" y="3222049"/>
                  </a:lnTo>
                  <a:lnTo>
                    <a:pt x="2173674" y="3221426"/>
                  </a:lnTo>
                  <a:lnTo>
                    <a:pt x="2173820" y="3221426"/>
                  </a:lnTo>
                  <a:lnTo>
                    <a:pt x="2173820" y="3220802"/>
                  </a:lnTo>
                  <a:lnTo>
                    <a:pt x="2173965" y="3220802"/>
                  </a:lnTo>
                  <a:lnTo>
                    <a:pt x="2174111" y="3220802"/>
                  </a:lnTo>
                  <a:lnTo>
                    <a:pt x="2174111" y="3220179"/>
                  </a:lnTo>
                  <a:lnTo>
                    <a:pt x="2174111" y="3219555"/>
                  </a:lnTo>
                  <a:lnTo>
                    <a:pt x="2174256" y="3219555"/>
                  </a:lnTo>
                  <a:lnTo>
                    <a:pt x="2174401" y="3219555"/>
                  </a:lnTo>
                  <a:lnTo>
                    <a:pt x="2174547" y="3219555"/>
                  </a:lnTo>
                  <a:lnTo>
                    <a:pt x="2174692" y="3219555"/>
                  </a:lnTo>
                  <a:lnTo>
                    <a:pt x="2174692" y="3218931"/>
                  </a:lnTo>
                  <a:lnTo>
                    <a:pt x="2174838" y="3218931"/>
                  </a:lnTo>
                  <a:lnTo>
                    <a:pt x="2174983" y="3218931"/>
                  </a:lnTo>
                  <a:lnTo>
                    <a:pt x="2175129" y="3218931"/>
                  </a:lnTo>
                  <a:lnTo>
                    <a:pt x="2175274" y="3218931"/>
                  </a:lnTo>
                  <a:lnTo>
                    <a:pt x="2175274" y="3218308"/>
                  </a:lnTo>
                  <a:lnTo>
                    <a:pt x="2175274" y="3217684"/>
                  </a:lnTo>
                  <a:lnTo>
                    <a:pt x="2175419" y="3217684"/>
                  </a:lnTo>
                  <a:lnTo>
                    <a:pt x="2175419" y="3217061"/>
                  </a:lnTo>
                  <a:lnTo>
                    <a:pt x="2175565" y="3217061"/>
                  </a:lnTo>
                  <a:lnTo>
                    <a:pt x="2175710" y="3217061"/>
                  </a:lnTo>
                  <a:lnTo>
                    <a:pt x="2175856" y="3217061"/>
                  </a:lnTo>
                  <a:lnTo>
                    <a:pt x="2176001" y="3217061"/>
                  </a:lnTo>
                  <a:lnTo>
                    <a:pt x="2176147" y="3217061"/>
                  </a:lnTo>
                  <a:lnTo>
                    <a:pt x="2176292" y="3217061"/>
                  </a:lnTo>
                  <a:lnTo>
                    <a:pt x="2176437" y="3217061"/>
                  </a:lnTo>
                  <a:lnTo>
                    <a:pt x="2176583" y="3217061"/>
                  </a:lnTo>
                  <a:lnTo>
                    <a:pt x="2176728" y="3217061"/>
                  </a:lnTo>
                  <a:lnTo>
                    <a:pt x="2176874" y="3217061"/>
                  </a:lnTo>
                  <a:lnTo>
                    <a:pt x="2177019" y="3217061"/>
                  </a:lnTo>
                  <a:lnTo>
                    <a:pt x="2177165" y="3217061"/>
                  </a:lnTo>
                  <a:lnTo>
                    <a:pt x="2177310" y="3217061"/>
                  </a:lnTo>
                  <a:lnTo>
                    <a:pt x="2177455" y="3217061"/>
                  </a:lnTo>
                  <a:lnTo>
                    <a:pt x="2177601" y="3217061"/>
                  </a:lnTo>
                  <a:lnTo>
                    <a:pt x="2177746" y="3217061"/>
                  </a:lnTo>
                  <a:lnTo>
                    <a:pt x="2177892" y="3217061"/>
                  </a:lnTo>
                  <a:lnTo>
                    <a:pt x="2178037" y="3217061"/>
                  </a:lnTo>
                  <a:lnTo>
                    <a:pt x="2178183" y="3217061"/>
                  </a:lnTo>
                  <a:lnTo>
                    <a:pt x="2178328" y="3217061"/>
                  </a:lnTo>
                  <a:lnTo>
                    <a:pt x="2178328" y="3216437"/>
                  </a:lnTo>
                  <a:lnTo>
                    <a:pt x="2178473" y="3216437"/>
                  </a:lnTo>
                  <a:lnTo>
                    <a:pt x="2178619" y="3216437"/>
                  </a:lnTo>
                  <a:lnTo>
                    <a:pt x="2178764" y="3216437"/>
                  </a:lnTo>
                  <a:lnTo>
                    <a:pt x="2178764" y="3215814"/>
                  </a:lnTo>
                  <a:lnTo>
                    <a:pt x="2178910" y="3215814"/>
                  </a:lnTo>
                  <a:lnTo>
                    <a:pt x="2179055" y="3215814"/>
                  </a:lnTo>
                  <a:lnTo>
                    <a:pt x="2179201" y="3215814"/>
                  </a:lnTo>
                  <a:lnTo>
                    <a:pt x="2179346" y="3215814"/>
                  </a:lnTo>
                  <a:lnTo>
                    <a:pt x="2179346" y="3215190"/>
                  </a:lnTo>
                  <a:lnTo>
                    <a:pt x="2179491" y="3215190"/>
                  </a:lnTo>
                  <a:lnTo>
                    <a:pt x="2179637" y="3215190"/>
                  </a:lnTo>
                  <a:lnTo>
                    <a:pt x="2179637" y="3214566"/>
                  </a:lnTo>
                  <a:lnTo>
                    <a:pt x="2179637" y="3213943"/>
                  </a:lnTo>
                  <a:lnTo>
                    <a:pt x="2179782" y="3213943"/>
                  </a:lnTo>
                  <a:lnTo>
                    <a:pt x="2179928" y="3213943"/>
                  </a:lnTo>
                  <a:lnTo>
                    <a:pt x="2180073" y="3213943"/>
                  </a:lnTo>
                  <a:lnTo>
                    <a:pt x="2180219" y="3213943"/>
                  </a:lnTo>
                  <a:lnTo>
                    <a:pt x="2180364" y="3213943"/>
                  </a:lnTo>
                  <a:lnTo>
                    <a:pt x="2180509" y="3213943"/>
                  </a:lnTo>
                  <a:lnTo>
                    <a:pt x="2180655" y="3213943"/>
                  </a:lnTo>
                  <a:lnTo>
                    <a:pt x="2180800" y="3213943"/>
                  </a:lnTo>
                  <a:lnTo>
                    <a:pt x="2180946" y="3213943"/>
                  </a:lnTo>
                  <a:lnTo>
                    <a:pt x="2180946" y="3213319"/>
                  </a:lnTo>
                  <a:lnTo>
                    <a:pt x="2180946" y="3212696"/>
                  </a:lnTo>
                  <a:lnTo>
                    <a:pt x="2181091" y="3212696"/>
                  </a:lnTo>
                  <a:lnTo>
                    <a:pt x="2181236" y="3212696"/>
                  </a:lnTo>
                  <a:lnTo>
                    <a:pt x="2181382" y="3212696"/>
                  </a:lnTo>
                  <a:lnTo>
                    <a:pt x="2181527" y="3212696"/>
                  </a:lnTo>
                  <a:lnTo>
                    <a:pt x="2181673" y="3212696"/>
                  </a:lnTo>
                  <a:lnTo>
                    <a:pt x="2181673" y="3212072"/>
                  </a:lnTo>
                  <a:lnTo>
                    <a:pt x="2181818" y="3212072"/>
                  </a:lnTo>
                  <a:lnTo>
                    <a:pt x="2181964" y="3212072"/>
                  </a:lnTo>
                  <a:lnTo>
                    <a:pt x="2182109" y="3212072"/>
                  </a:lnTo>
                  <a:lnTo>
                    <a:pt x="2182254" y="3212072"/>
                  </a:lnTo>
                  <a:lnTo>
                    <a:pt x="2182400" y="3212072"/>
                  </a:lnTo>
                  <a:lnTo>
                    <a:pt x="2182545" y="3212072"/>
                  </a:lnTo>
                  <a:lnTo>
                    <a:pt x="2182691" y="3212072"/>
                  </a:lnTo>
                  <a:lnTo>
                    <a:pt x="2182691" y="3211448"/>
                  </a:lnTo>
                  <a:lnTo>
                    <a:pt x="2182836" y="3211448"/>
                  </a:lnTo>
                  <a:lnTo>
                    <a:pt x="2182982" y="3211448"/>
                  </a:lnTo>
                  <a:lnTo>
                    <a:pt x="2183127" y="3211448"/>
                  </a:lnTo>
                  <a:lnTo>
                    <a:pt x="2183272" y="3211448"/>
                  </a:lnTo>
                  <a:lnTo>
                    <a:pt x="2183418" y="3211448"/>
                  </a:lnTo>
                  <a:lnTo>
                    <a:pt x="2183563" y="3211448"/>
                  </a:lnTo>
                  <a:lnTo>
                    <a:pt x="2183709" y="3211448"/>
                  </a:lnTo>
                  <a:lnTo>
                    <a:pt x="2183709" y="3210825"/>
                  </a:lnTo>
                  <a:lnTo>
                    <a:pt x="2183854" y="3210825"/>
                  </a:lnTo>
                  <a:lnTo>
                    <a:pt x="2184000" y="3210825"/>
                  </a:lnTo>
                  <a:lnTo>
                    <a:pt x="2184145" y="3210825"/>
                  </a:lnTo>
                  <a:lnTo>
                    <a:pt x="2184290" y="3210825"/>
                  </a:lnTo>
                  <a:lnTo>
                    <a:pt x="2184436" y="3210825"/>
                  </a:lnTo>
                  <a:lnTo>
                    <a:pt x="2184581" y="3210825"/>
                  </a:lnTo>
                  <a:lnTo>
                    <a:pt x="2184581" y="3210201"/>
                  </a:lnTo>
                  <a:lnTo>
                    <a:pt x="2184727" y="3210201"/>
                  </a:lnTo>
                  <a:lnTo>
                    <a:pt x="2184872" y="3210201"/>
                  </a:lnTo>
                  <a:lnTo>
                    <a:pt x="2184872" y="3209578"/>
                  </a:lnTo>
                  <a:lnTo>
                    <a:pt x="2185018" y="3209578"/>
                  </a:lnTo>
                  <a:lnTo>
                    <a:pt x="2185163" y="3209578"/>
                  </a:lnTo>
                  <a:lnTo>
                    <a:pt x="2185308" y="3209578"/>
                  </a:lnTo>
                  <a:lnTo>
                    <a:pt x="2185454" y="3209578"/>
                  </a:lnTo>
                  <a:lnTo>
                    <a:pt x="2185454" y="3208954"/>
                  </a:lnTo>
                  <a:lnTo>
                    <a:pt x="2185599" y="3208954"/>
                  </a:lnTo>
                  <a:lnTo>
                    <a:pt x="2185745" y="3208954"/>
                  </a:lnTo>
                  <a:lnTo>
                    <a:pt x="2185890" y="3208954"/>
                  </a:lnTo>
                  <a:lnTo>
                    <a:pt x="2186036" y="3208954"/>
                  </a:lnTo>
                  <a:lnTo>
                    <a:pt x="2186181" y="3208954"/>
                  </a:lnTo>
                  <a:lnTo>
                    <a:pt x="2186326" y="3208954"/>
                  </a:lnTo>
                  <a:lnTo>
                    <a:pt x="2186472" y="3208954"/>
                  </a:lnTo>
                  <a:lnTo>
                    <a:pt x="2186617" y="3208954"/>
                  </a:lnTo>
                  <a:lnTo>
                    <a:pt x="2186763" y="3208954"/>
                  </a:lnTo>
                  <a:lnTo>
                    <a:pt x="2186908" y="3208954"/>
                  </a:lnTo>
                  <a:lnTo>
                    <a:pt x="2187054" y="3208954"/>
                  </a:lnTo>
                  <a:lnTo>
                    <a:pt x="2187199" y="3208954"/>
                  </a:lnTo>
                  <a:lnTo>
                    <a:pt x="2187344" y="3208954"/>
                  </a:lnTo>
                  <a:lnTo>
                    <a:pt x="2187490" y="3208954"/>
                  </a:lnTo>
                  <a:lnTo>
                    <a:pt x="2187635" y="3208954"/>
                  </a:lnTo>
                  <a:lnTo>
                    <a:pt x="2187781" y="3208954"/>
                  </a:lnTo>
                  <a:lnTo>
                    <a:pt x="2187926" y="3208954"/>
                  </a:lnTo>
                  <a:lnTo>
                    <a:pt x="2188071" y="3208954"/>
                  </a:lnTo>
                  <a:lnTo>
                    <a:pt x="2188071" y="3208331"/>
                  </a:lnTo>
                  <a:lnTo>
                    <a:pt x="2188217" y="3208331"/>
                  </a:lnTo>
                  <a:lnTo>
                    <a:pt x="2188362" y="3208331"/>
                  </a:lnTo>
                  <a:lnTo>
                    <a:pt x="2188508" y="3208331"/>
                  </a:lnTo>
                  <a:lnTo>
                    <a:pt x="2188653" y="3208331"/>
                  </a:lnTo>
                  <a:lnTo>
                    <a:pt x="2188653" y="3207707"/>
                  </a:lnTo>
                  <a:lnTo>
                    <a:pt x="2188799" y="3207707"/>
                  </a:lnTo>
                  <a:lnTo>
                    <a:pt x="2188944" y="3207707"/>
                  </a:lnTo>
                  <a:lnTo>
                    <a:pt x="2189089" y="3207707"/>
                  </a:lnTo>
                  <a:lnTo>
                    <a:pt x="2189235" y="3207707"/>
                  </a:lnTo>
                  <a:lnTo>
                    <a:pt x="2189380" y="3207707"/>
                  </a:lnTo>
                  <a:lnTo>
                    <a:pt x="2189526" y="3207707"/>
                  </a:lnTo>
                  <a:lnTo>
                    <a:pt x="2189671" y="3207707"/>
                  </a:lnTo>
                  <a:lnTo>
                    <a:pt x="2189817" y="3207707"/>
                  </a:lnTo>
                  <a:lnTo>
                    <a:pt x="2189962" y="3207707"/>
                  </a:lnTo>
                  <a:lnTo>
                    <a:pt x="2190107" y="3207707"/>
                  </a:lnTo>
                  <a:lnTo>
                    <a:pt x="2190253" y="3207707"/>
                  </a:lnTo>
                  <a:lnTo>
                    <a:pt x="2190398" y="3207707"/>
                  </a:lnTo>
                  <a:lnTo>
                    <a:pt x="2190544" y="3207707"/>
                  </a:lnTo>
                  <a:lnTo>
                    <a:pt x="2190544" y="3207083"/>
                  </a:lnTo>
                  <a:lnTo>
                    <a:pt x="2190689" y="3207083"/>
                  </a:lnTo>
                  <a:lnTo>
                    <a:pt x="2190835" y="3207083"/>
                  </a:lnTo>
                  <a:lnTo>
                    <a:pt x="2190980" y="3207083"/>
                  </a:lnTo>
                  <a:lnTo>
                    <a:pt x="2191125" y="3207083"/>
                  </a:lnTo>
                  <a:lnTo>
                    <a:pt x="2191125" y="3206460"/>
                  </a:lnTo>
                  <a:lnTo>
                    <a:pt x="2191271" y="3206460"/>
                  </a:lnTo>
                  <a:lnTo>
                    <a:pt x="2191271" y="3205836"/>
                  </a:lnTo>
                  <a:lnTo>
                    <a:pt x="2191416" y="3205836"/>
                  </a:lnTo>
                  <a:lnTo>
                    <a:pt x="2191562" y="3205836"/>
                  </a:lnTo>
                  <a:lnTo>
                    <a:pt x="2191707" y="3205836"/>
                  </a:lnTo>
                  <a:lnTo>
                    <a:pt x="2191853" y="3205836"/>
                  </a:lnTo>
                  <a:lnTo>
                    <a:pt x="2191998" y="3205836"/>
                  </a:lnTo>
                  <a:lnTo>
                    <a:pt x="2192143" y="3205836"/>
                  </a:lnTo>
                  <a:lnTo>
                    <a:pt x="2192289" y="3205836"/>
                  </a:lnTo>
                  <a:lnTo>
                    <a:pt x="2192434" y="3205836"/>
                  </a:lnTo>
                  <a:lnTo>
                    <a:pt x="2192434" y="3205213"/>
                  </a:lnTo>
                  <a:lnTo>
                    <a:pt x="2192434" y="3204589"/>
                  </a:lnTo>
                  <a:lnTo>
                    <a:pt x="2192580" y="3204589"/>
                  </a:lnTo>
                  <a:lnTo>
                    <a:pt x="2192725" y="3204589"/>
                  </a:lnTo>
                  <a:lnTo>
                    <a:pt x="2192871" y="3204589"/>
                  </a:lnTo>
                  <a:lnTo>
                    <a:pt x="2193016" y="3204589"/>
                  </a:lnTo>
                  <a:lnTo>
                    <a:pt x="2193161" y="3204589"/>
                  </a:lnTo>
                  <a:lnTo>
                    <a:pt x="2193307" y="3204589"/>
                  </a:lnTo>
                  <a:lnTo>
                    <a:pt x="2193452" y="3204589"/>
                  </a:lnTo>
                  <a:lnTo>
                    <a:pt x="2193452" y="3203965"/>
                  </a:lnTo>
                  <a:lnTo>
                    <a:pt x="2193598" y="3203965"/>
                  </a:lnTo>
                  <a:lnTo>
                    <a:pt x="2193743" y="3203965"/>
                  </a:lnTo>
                  <a:lnTo>
                    <a:pt x="2193889" y="3203965"/>
                  </a:lnTo>
                  <a:lnTo>
                    <a:pt x="2194034" y="3203965"/>
                  </a:lnTo>
                  <a:lnTo>
                    <a:pt x="2194179" y="3203965"/>
                  </a:lnTo>
                  <a:lnTo>
                    <a:pt x="2194325" y="3203965"/>
                  </a:lnTo>
                  <a:lnTo>
                    <a:pt x="2194325" y="3203342"/>
                  </a:lnTo>
                  <a:lnTo>
                    <a:pt x="2194470" y="3203342"/>
                  </a:lnTo>
                  <a:lnTo>
                    <a:pt x="2194616" y="3203342"/>
                  </a:lnTo>
                  <a:lnTo>
                    <a:pt x="2194761" y="3203342"/>
                  </a:lnTo>
                  <a:lnTo>
                    <a:pt x="2194906" y="3203342"/>
                  </a:lnTo>
                  <a:lnTo>
                    <a:pt x="2195052" y="3203342"/>
                  </a:lnTo>
                  <a:lnTo>
                    <a:pt x="2195197" y="3203342"/>
                  </a:lnTo>
                  <a:lnTo>
                    <a:pt x="2195343" y="3203342"/>
                  </a:lnTo>
                  <a:lnTo>
                    <a:pt x="2195343" y="3202718"/>
                  </a:lnTo>
                  <a:lnTo>
                    <a:pt x="2195488" y="3202718"/>
                  </a:lnTo>
                  <a:lnTo>
                    <a:pt x="2195634" y="3202718"/>
                  </a:lnTo>
                  <a:lnTo>
                    <a:pt x="2195779" y="3202718"/>
                  </a:lnTo>
                  <a:lnTo>
                    <a:pt x="2195924" y="3202718"/>
                  </a:lnTo>
                  <a:lnTo>
                    <a:pt x="2196070" y="3202718"/>
                  </a:lnTo>
                  <a:lnTo>
                    <a:pt x="2196215" y="3202718"/>
                  </a:lnTo>
                  <a:lnTo>
                    <a:pt x="2196361" y="3202718"/>
                  </a:lnTo>
                  <a:lnTo>
                    <a:pt x="2196506" y="3202718"/>
                  </a:lnTo>
                  <a:lnTo>
                    <a:pt x="2196652" y="3202718"/>
                  </a:lnTo>
                  <a:lnTo>
                    <a:pt x="2196797" y="3202718"/>
                  </a:lnTo>
                  <a:lnTo>
                    <a:pt x="2196797" y="3202095"/>
                  </a:lnTo>
                  <a:lnTo>
                    <a:pt x="2196942" y="3202095"/>
                  </a:lnTo>
                  <a:lnTo>
                    <a:pt x="2197088" y="3202095"/>
                  </a:lnTo>
                  <a:lnTo>
                    <a:pt x="2197233" y="3202095"/>
                  </a:lnTo>
                  <a:lnTo>
                    <a:pt x="2197379" y="3202095"/>
                  </a:lnTo>
                  <a:lnTo>
                    <a:pt x="2197379" y="3201471"/>
                  </a:lnTo>
                  <a:lnTo>
                    <a:pt x="2197524" y="3201471"/>
                  </a:lnTo>
                  <a:lnTo>
                    <a:pt x="2197670" y="3201471"/>
                  </a:lnTo>
                  <a:lnTo>
                    <a:pt x="2197815" y="3201471"/>
                  </a:lnTo>
                  <a:lnTo>
                    <a:pt x="2197815" y="3200848"/>
                  </a:lnTo>
                  <a:lnTo>
                    <a:pt x="2197960" y="3200848"/>
                  </a:lnTo>
                  <a:lnTo>
                    <a:pt x="2198106" y="3200848"/>
                  </a:lnTo>
                  <a:lnTo>
                    <a:pt x="2198251" y="3200848"/>
                  </a:lnTo>
                  <a:lnTo>
                    <a:pt x="2198397" y="3200848"/>
                  </a:lnTo>
                  <a:lnTo>
                    <a:pt x="2198542" y="3200848"/>
                  </a:lnTo>
                  <a:lnTo>
                    <a:pt x="2198688" y="3200848"/>
                  </a:lnTo>
                  <a:lnTo>
                    <a:pt x="2198833" y="3200848"/>
                  </a:lnTo>
                  <a:lnTo>
                    <a:pt x="2198978" y="3200848"/>
                  </a:lnTo>
                  <a:lnTo>
                    <a:pt x="2199124" y="3200848"/>
                  </a:lnTo>
                  <a:lnTo>
                    <a:pt x="2199269" y="3200848"/>
                  </a:lnTo>
                  <a:lnTo>
                    <a:pt x="2199415" y="3200848"/>
                  </a:lnTo>
                  <a:lnTo>
                    <a:pt x="2199560" y="3200848"/>
                  </a:lnTo>
                  <a:lnTo>
                    <a:pt x="2199706" y="3200848"/>
                  </a:lnTo>
                  <a:lnTo>
                    <a:pt x="2199706" y="3200224"/>
                  </a:lnTo>
                  <a:lnTo>
                    <a:pt x="2199851" y="3200224"/>
                  </a:lnTo>
                  <a:lnTo>
                    <a:pt x="2199996" y="3200224"/>
                  </a:lnTo>
                  <a:lnTo>
                    <a:pt x="2200142" y="3200224"/>
                  </a:lnTo>
                  <a:lnTo>
                    <a:pt x="2200287" y="3200224"/>
                  </a:lnTo>
                  <a:lnTo>
                    <a:pt x="2200433" y="3200224"/>
                  </a:lnTo>
                  <a:lnTo>
                    <a:pt x="2200578" y="3200224"/>
                  </a:lnTo>
                  <a:lnTo>
                    <a:pt x="2200724" y="3200224"/>
                  </a:lnTo>
                  <a:lnTo>
                    <a:pt x="2200869" y="3200224"/>
                  </a:lnTo>
                  <a:lnTo>
                    <a:pt x="2201014" y="3200224"/>
                  </a:lnTo>
                  <a:lnTo>
                    <a:pt x="2201160" y="3200224"/>
                  </a:lnTo>
                  <a:lnTo>
                    <a:pt x="2201305" y="3200224"/>
                  </a:lnTo>
                  <a:lnTo>
                    <a:pt x="2201451" y="3200224"/>
                  </a:lnTo>
                  <a:lnTo>
                    <a:pt x="2201596" y="3200224"/>
                  </a:lnTo>
                  <a:lnTo>
                    <a:pt x="2201596" y="3199600"/>
                  </a:lnTo>
                  <a:lnTo>
                    <a:pt x="2201741" y="3199600"/>
                  </a:lnTo>
                  <a:lnTo>
                    <a:pt x="2201741" y="3198977"/>
                  </a:lnTo>
                  <a:lnTo>
                    <a:pt x="2201887" y="3198977"/>
                  </a:lnTo>
                  <a:lnTo>
                    <a:pt x="2201887" y="3198353"/>
                  </a:lnTo>
                  <a:lnTo>
                    <a:pt x="2201887" y="3197730"/>
                  </a:lnTo>
                  <a:lnTo>
                    <a:pt x="2202032" y="3197730"/>
                  </a:lnTo>
                  <a:lnTo>
                    <a:pt x="2202178" y="3197730"/>
                  </a:lnTo>
                  <a:lnTo>
                    <a:pt x="2202323" y="3197730"/>
                  </a:lnTo>
                  <a:lnTo>
                    <a:pt x="2202469" y="3197730"/>
                  </a:lnTo>
                  <a:lnTo>
                    <a:pt x="2202614" y="3197730"/>
                  </a:lnTo>
                  <a:lnTo>
                    <a:pt x="2202759" y="3197730"/>
                  </a:lnTo>
                  <a:lnTo>
                    <a:pt x="2202905" y="3197730"/>
                  </a:lnTo>
                  <a:lnTo>
                    <a:pt x="2202905" y="3197106"/>
                  </a:lnTo>
                  <a:lnTo>
                    <a:pt x="2203050" y="3197106"/>
                  </a:lnTo>
                  <a:lnTo>
                    <a:pt x="2203196" y="3197106"/>
                  </a:lnTo>
                  <a:lnTo>
                    <a:pt x="2203196" y="3196482"/>
                  </a:lnTo>
                  <a:lnTo>
                    <a:pt x="2203341" y="3196482"/>
                  </a:lnTo>
                  <a:lnTo>
                    <a:pt x="2203487" y="3196482"/>
                  </a:lnTo>
                  <a:lnTo>
                    <a:pt x="2203487" y="3195859"/>
                  </a:lnTo>
                  <a:lnTo>
                    <a:pt x="2203487" y="3195235"/>
                  </a:lnTo>
                  <a:lnTo>
                    <a:pt x="2203632" y="3195235"/>
                  </a:lnTo>
                  <a:lnTo>
                    <a:pt x="2203777" y="3195235"/>
                  </a:lnTo>
                  <a:lnTo>
                    <a:pt x="2203923" y="3195235"/>
                  </a:lnTo>
                  <a:lnTo>
                    <a:pt x="2204068" y="3195235"/>
                  </a:lnTo>
                  <a:lnTo>
                    <a:pt x="2204214" y="3195235"/>
                  </a:lnTo>
                  <a:lnTo>
                    <a:pt x="2204214" y="3194612"/>
                  </a:lnTo>
                  <a:lnTo>
                    <a:pt x="2204359" y="3194612"/>
                  </a:lnTo>
                  <a:lnTo>
                    <a:pt x="2204505" y="3194612"/>
                  </a:lnTo>
                  <a:lnTo>
                    <a:pt x="2204505" y="3193988"/>
                  </a:lnTo>
                  <a:lnTo>
                    <a:pt x="2204650" y="3193988"/>
                  </a:lnTo>
                  <a:lnTo>
                    <a:pt x="2204650" y="3193365"/>
                  </a:lnTo>
                  <a:lnTo>
                    <a:pt x="2204795" y="3193365"/>
                  </a:lnTo>
                  <a:lnTo>
                    <a:pt x="2204795" y="3192741"/>
                  </a:lnTo>
                  <a:lnTo>
                    <a:pt x="2204795" y="3192117"/>
                  </a:lnTo>
                  <a:lnTo>
                    <a:pt x="2204941" y="3192117"/>
                  </a:lnTo>
                  <a:lnTo>
                    <a:pt x="2204941" y="3191494"/>
                  </a:lnTo>
                  <a:lnTo>
                    <a:pt x="2205086" y="3191494"/>
                  </a:lnTo>
                  <a:lnTo>
                    <a:pt x="2205232" y="3191494"/>
                  </a:lnTo>
                  <a:lnTo>
                    <a:pt x="2205377" y="3191494"/>
                  </a:lnTo>
                  <a:lnTo>
                    <a:pt x="2205523" y="3191494"/>
                  </a:lnTo>
                  <a:lnTo>
                    <a:pt x="2205668" y="3191494"/>
                  </a:lnTo>
                  <a:lnTo>
                    <a:pt x="2205813" y="3191494"/>
                  </a:lnTo>
                  <a:lnTo>
                    <a:pt x="2205959" y="3191494"/>
                  </a:lnTo>
                  <a:lnTo>
                    <a:pt x="2206104" y="3191494"/>
                  </a:lnTo>
                  <a:lnTo>
                    <a:pt x="2206250" y="3191494"/>
                  </a:lnTo>
                  <a:lnTo>
                    <a:pt x="2206395" y="3191494"/>
                  </a:lnTo>
                  <a:lnTo>
                    <a:pt x="2206541" y="3191494"/>
                  </a:lnTo>
                  <a:lnTo>
                    <a:pt x="2206541" y="3190870"/>
                  </a:lnTo>
                  <a:lnTo>
                    <a:pt x="2206686" y="3190870"/>
                  </a:lnTo>
                  <a:lnTo>
                    <a:pt x="2206686" y="3190247"/>
                  </a:lnTo>
                  <a:lnTo>
                    <a:pt x="2206831" y="3190247"/>
                  </a:lnTo>
                  <a:lnTo>
                    <a:pt x="2206831" y="3189623"/>
                  </a:lnTo>
                  <a:lnTo>
                    <a:pt x="2206977" y="3189623"/>
                  </a:lnTo>
                  <a:lnTo>
                    <a:pt x="2206977" y="3188999"/>
                  </a:lnTo>
                  <a:lnTo>
                    <a:pt x="2207122" y="3188999"/>
                  </a:lnTo>
                  <a:lnTo>
                    <a:pt x="2207268" y="3188999"/>
                  </a:lnTo>
                  <a:lnTo>
                    <a:pt x="2207268" y="3188376"/>
                  </a:lnTo>
                  <a:lnTo>
                    <a:pt x="2207413" y="3188376"/>
                  </a:lnTo>
                  <a:lnTo>
                    <a:pt x="2207559" y="3188376"/>
                  </a:lnTo>
                  <a:lnTo>
                    <a:pt x="2207559" y="3187752"/>
                  </a:lnTo>
                  <a:lnTo>
                    <a:pt x="2207559" y="3187129"/>
                  </a:lnTo>
                  <a:lnTo>
                    <a:pt x="2207704" y="3187129"/>
                  </a:lnTo>
                  <a:lnTo>
                    <a:pt x="2207849" y="3187129"/>
                  </a:lnTo>
                  <a:lnTo>
                    <a:pt x="2207995" y="3187129"/>
                  </a:lnTo>
                  <a:lnTo>
                    <a:pt x="2208140" y="3187129"/>
                  </a:lnTo>
                  <a:lnTo>
                    <a:pt x="2208286" y="3187129"/>
                  </a:lnTo>
                  <a:lnTo>
                    <a:pt x="2208286" y="3186505"/>
                  </a:lnTo>
                  <a:lnTo>
                    <a:pt x="2208431" y="3186505"/>
                  </a:lnTo>
                  <a:lnTo>
                    <a:pt x="2208576" y="3186505"/>
                  </a:lnTo>
                  <a:lnTo>
                    <a:pt x="2208722" y="3186505"/>
                  </a:lnTo>
                  <a:lnTo>
                    <a:pt x="2208722" y="3185882"/>
                  </a:lnTo>
                  <a:lnTo>
                    <a:pt x="2208867" y="3185882"/>
                  </a:lnTo>
                  <a:lnTo>
                    <a:pt x="2209013" y="3185882"/>
                  </a:lnTo>
                  <a:lnTo>
                    <a:pt x="2209013" y="3185258"/>
                  </a:lnTo>
                  <a:lnTo>
                    <a:pt x="2209158" y="3185258"/>
                  </a:lnTo>
                  <a:lnTo>
                    <a:pt x="2209158" y="3184634"/>
                  </a:lnTo>
                  <a:lnTo>
                    <a:pt x="2209304" y="3184634"/>
                  </a:lnTo>
                  <a:lnTo>
                    <a:pt x="2209449" y="3184634"/>
                  </a:lnTo>
                  <a:lnTo>
                    <a:pt x="2209594" y="3184634"/>
                  </a:lnTo>
                  <a:lnTo>
                    <a:pt x="2209740" y="3184634"/>
                  </a:lnTo>
                  <a:lnTo>
                    <a:pt x="2209885" y="3184634"/>
                  </a:lnTo>
                  <a:lnTo>
                    <a:pt x="2210031" y="3184634"/>
                  </a:lnTo>
                  <a:lnTo>
                    <a:pt x="2210176" y="3184634"/>
                  </a:lnTo>
                  <a:lnTo>
                    <a:pt x="2210322" y="3184634"/>
                  </a:lnTo>
                  <a:lnTo>
                    <a:pt x="2210467" y="3184634"/>
                  </a:lnTo>
                  <a:lnTo>
                    <a:pt x="2210612" y="3184634"/>
                  </a:lnTo>
                  <a:lnTo>
                    <a:pt x="2210758" y="3184634"/>
                  </a:lnTo>
                  <a:lnTo>
                    <a:pt x="2210903" y="3184634"/>
                  </a:lnTo>
                  <a:lnTo>
                    <a:pt x="2211049" y="3184634"/>
                  </a:lnTo>
                  <a:lnTo>
                    <a:pt x="2211194" y="3184634"/>
                  </a:lnTo>
                  <a:lnTo>
                    <a:pt x="2211340" y="3184634"/>
                  </a:lnTo>
                  <a:lnTo>
                    <a:pt x="2211485" y="3184634"/>
                  </a:lnTo>
                  <a:lnTo>
                    <a:pt x="2211630" y="3184634"/>
                  </a:lnTo>
                  <a:lnTo>
                    <a:pt x="2211630" y="3184011"/>
                  </a:lnTo>
                  <a:lnTo>
                    <a:pt x="2211630" y="3183387"/>
                  </a:lnTo>
                  <a:lnTo>
                    <a:pt x="2211776" y="3183387"/>
                  </a:lnTo>
                  <a:lnTo>
                    <a:pt x="2211921" y="3183387"/>
                  </a:lnTo>
                  <a:lnTo>
                    <a:pt x="2212067" y="3183387"/>
                  </a:lnTo>
                  <a:lnTo>
                    <a:pt x="2212067" y="3182764"/>
                  </a:lnTo>
                  <a:lnTo>
                    <a:pt x="2212212" y="3182764"/>
                  </a:lnTo>
                  <a:lnTo>
                    <a:pt x="2212358" y="3182764"/>
                  </a:lnTo>
                  <a:lnTo>
                    <a:pt x="2212503" y="3182764"/>
                  </a:lnTo>
                  <a:lnTo>
                    <a:pt x="2212648" y="3182764"/>
                  </a:lnTo>
                  <a:lnTo>
                    <a:pt x="2212794" y="3182764"/>
                  </a:lnTo>
                  <a:lnTo>
                    <a:pt x="2212939" y="3182764"/>
                  </a:lnTo>
                  <a:lnTo>
                    <a:pt x="2213085" y="3182764"/>
                  </a:lnTo>
                  <a:lnTo>
                    <a:pt x="2213230" y="3182764"/>
                  </a:lnTo>
                  <a:lnTo>
                    <a:pt x="2213376" y="3182764"/>
                  </a:lnTo>
                  <a:lnTo>
                    <a:pt x="2213521" y="3182764"/>
                  </a:lnTo>
                  <a:lnTo>
                    <a:pt x="2213666" y="3182764"/>
                  </a:lnTo>
                  <a:lnTo>
                    <a:pt x="2213812" y="3182764"/>
                  </a:lnTo>
                  <a:lnTo>
                    <a:pt x="2213957" y="3182764"/>
                  </a:lnTo>
                  <a:lnTo>
                    <a:pt x="2214103" y="3182764"/>
                  </a:lnTo>
                  <a:lnTo>
                    <a:pt x="2214248" y="3182764"/>
                  </a:lnTo>
                  <a:lnTo>
                    <a:pt x="2214248" y="3182140"/>
                  </a:lnTo>
                  <a:lnTo>
                    <a:pt x="2214394" y="3182140"/>
                  </a:lnTo>
                  <a:lnTo>
                    <a:pt x="2214539" y="3182140"/>
                  </a:lnTo>
                  <a:lnTo>
                    <a:pt x="2214684" y="3182140"/>
                  </a:lnTo>
                  <a:lnTo>
                    <a:pt x="2214830" y="3182140"/>
                  </a:lnTo>
                  <a:lnTo>
                    <a:pt x="2214830" y="3181516"/>
                  </a:lnTo>
                  <a:lnTo>
                    <a:pt x="2214975" y="3181516"/>
                  </a:lnTo>
                  <a:lnTo>
                    <a:pt x="2214975" y="3180893"/>
                  </a:lnTo>
                  <a:lnTo>
                    <a:pt x="2215121" y="3180893"/>
                  </a:lnTo>
                  <a:lnTo>
                    <a:pt x="2215266" y="3180893"/>
                  </a:lnTo>
                  <a:lnTo>
                    <a:pt x="2215411" y="3180893"/>
                  </a:lnTo>
                  <a:lnTo>
                    <a:pt x="2215411" y="3180269"/>
                  </a:lnTo>
                  <a:lnTo>
                    <a:pt x="2215411" y="3179646"/>
                  </a:lnTo>
                  <a:lnTo>
                    <a:pt x="2215557" y="3179646"/>
                  </a:lnTo>
                  <a:lnTo>
                    <a:pt x="2215702" y="3179646"/>
                  </a:lnTo>
                  <a:lnTo>
                    <a:pt x="2215848" y="3179646"/>
                  </a:lnTo>
                  <a:lnTo>
                    <a:pt x="2215993" y="3179646"/>
                  </a:lnTo>
                  <a:lnTo>
                    <a:pt x="2216139" y="3179646"/>
                  </a:lnTo>
                  <a:lnTo>
                    <a:pt x="2216284" y="3179646"/>
                  </a:lnTo>
                  <a:lnTo>
                    <a:pt x="2216429" y="3179646"/>
                  </a:lnTo>
                  <a:lnTo>
                    <a:pt x="2216575" y="3179646"/>
                  </a:lnTo>
                  <a:lnTo>
                    <a:pt x="2216720" y="3179646"/>
                  </a:lnTo>
                  <a:lnTo>
                    <a:pt x="2216866" y="3179646"/>
                  </a:lnTo>
                  <a:lnTo>
                    <a:pt x="2217011" y="3179646"/>
                  </a:lnTo>
                  <a:lnTo>
                    <a:pt x="2217011" y="3179022"/>
                  </a:lnTo>
                  <a:lnTo>
                    <a:pt x="2217157" y="3179022"/>
                  </a:lnTo>
                  <a:lnTo>
                    <a:pt x="2217157" y="3178399"/>
                  </a:lnTo>
                  <a:lnTo>
                    <a:pt x="2217157" y="3177775"/>
                  </a:lnTo>
                  <a:lnTo>
                    <a:pt x="2217157" y="3177151"/>
                  </a:lnTo>
                  <a:lnTo>
                    <a:pt x="2217302" y="3177151"/>
                  </a:lnTo>
                  <a:lnTo>
                    <a:pt x="2217302" y="3176528"/>
                  </a:lnTo>
                  <a:lnTo>
                    <a:pt x="2217447" y="3176528"/>
                  </a:lnTo>
                  <a:lnTo>
                    <a:pt x="2217447" y="3175904"/>
                  </a:lnTo>
                  <a:lnTo>
                    <a:pt x="2217447" y="3175281"/>
                  </a:lnTo>
                  <a:lnTo>
                    <a:pt x="2217447" y="3174657"/>
                  </a:lnTo>
                  <a:lnTo>
                    <a:pt x="2217593" y="3174657"/>
                  </a:lnTo>
                  <a:lnTo>
                    <a:pt x="2217738" y="3174657"/>
                  </a:lnTo>
                  <a:lnTo>
                    <a:pt x="2217884" y="3174657"/>
                  </a:lnTo>
                  <a:lnTo>
                    <a:pt x="2218029" y="3174657"/>
                  </a:lnTo>
                  <a:lnTo>
                    <a:pt x="2218175" y="3174657"/>
                  </a:lnTo>
                  <a:lnTo>
                    <a:pt x="2218320" y="3174657"/>
                  </a:lnTo>
                  <a:lnTo>
                    <a:pt x="2218465" y="3174657"/>
                  </a:lnTo>
                  <a:lnTo>
                    <a:pt x="2218611" y="3174657"/>
                  </a:lnTo>
                  <a:lnTo>
                    <a:pt x="2218611" y="3174034"/>
                  </a:lnTo>
                  <a:lnTo>
                    <a:pt x="2218756" y="3174034"/>
                  </a:lnTo>
                  <a:lnTo>
                    <a:pt x="2218902" y="3174034"/>
                  </a:lnTo>
                  <a:lnTo>
                    <a:pt x="2219047" y="3174034"/>
                  </a:lnTo>
                  <a:lnTo>
                    <a:pt x="2219047" y="3173410"/>
                  </a:lnTo>
                  <a:lnTo>
                    <a:pt x="2219193" y="3173410"/>
                  </a:lnTo>
                  <a:lnTo>
                    <a:pt x="2219338" y="3173410"/>
                  </a:lnTo>
                  <a:lnTo>
                    <a:pt x="2219483" y="3173410"/>
                  </a:lnTo>
                  <a:lnTo>
                    <a:pt x="2219483" y="3172786"/>
                  </a:lnTo>
                  <a:lnTo>
                    <a:pt x="2219629" y="3172786"/>
                  </a:lnTo>
                  <a:lnTo>
                    <a:pt x="2219774" y="3172786"/>
                  </a:lnTo>
                  <a:lnTo>
                    <a:pt x="2219920" y="3172786"/>
                  </a:lnTo>
                  <a:lnTo>
                    <a:pt x="2220065" y="3172786"/>
                  </a:lnTo>
                  <a:lnTo>
                    <a:pt x="2220211" y="3172786"/>
                  </a:lnTo>
                  <a:lnTo>
                    <a:pt x="2220356" y="3172786"/>
                  </a:lnTo>
                  <a:lnTo>
                    <a:pt x="2220356" y="3172163"/>
                  </a:lnTo>
                  <a:lnTo>
                    <a:pt x="2220501" y="3172163"/>
                  </a:lnTo>
                  <a:lnTo>
                    <a:pt x="2220501" y="3171539"/>
                  </a:lnTo>
                  <a:lnTo>
                    <a:pt x="2220647" y="3171539"/>
                  </a:lnTo>
                  <a:lnTo>
                    <a:pt x="2220647" y="3170916"/>
                  </a:lnTo>
                  <a:lnTo>
                    <a:pt x="2220647" y="3170292"/>
                  </a:lnTo>
                  <a:lnTo>
                    <a:pt x="2220792" y="3170292"/>
                  </a:lnTo>
                  <a:lnTo>
                    <a:pt x="2220938" y="3170292"/>
                  </a:lnTo>
                  <a:lnTo>
                    <a:pt x="2221083" y="3170292"/>
                  </a:lnTo>
                  <a:lnTo>
                    <a:pt x="2221229" y="3170292"/>
                  </a:lnTo>
                  <a:lnTo>
                    <a:pt x="2221229" y="3169668"/>
                  </a:lnTo>
                  <a:lnTo>
                    <a:pt x="2221374" y="3169668"/>
                  </a:lnTo>
                  <a:lnTo>
                    <a:pt x="2221519" y="3169668"/>
                  </a:lnTo>
                  <a:lnTo>
                    <a:pt x="2221665" y="3169668"/>
                  </a:lnTo>
                  <a:lnTo>
                    <a:pt x="2221810" y="3169668"/>
                  </a:lnTo>
                  <a:lnTo>
                    <a:pt x="2221956" y="3169668"/>
                  </a:lnTo>
                  <a:lnTo>
                    <a:pt x="2222101" y="3169668"/>
                  </a:lnTo>
                  <a:lnTo>
                    <a:pt x="2222246" y="3169668"/>
                  </a:lnTo>
                  <a:lnTo>
                    <a:pt x="2222392" y="3169668"/>
                  </a:lnTo>
                  <a:lnTo>
                    <a:pt x="2222392" y="3169045"/>
                  </a:lnTo>
                  <a:lnTo>
                    <a:pt x="2222392" y="3168421"/>
                  </a:lnTo>
                  <a:lnTo>
                    <a:pt x="2222537" y="3168421"/>
                  </a:lnTo>
                  <a:lnTo>
                    <a:pt x="2222683" y="3168421"/>
                  </a:lnTo>
                  <a:lnTo>
                    <a:pt x="2222683" y="3167798"/>
                  </a:lnTo>
                  <a:lnTo>
                    <a:pt x="2222828" y="3167798"/>
                  </a:lnTo>
                  <a:lnTo>
                    <a:pt x="2222974" y="3167798"/>
                  </a:lnTo>
                  <a:lnTo>
                    <a:pt x="2222974" y="3167174"/>
                  </a:lnTo>
                  <a:lnTo>
                    <a:pt x="2223119" y="3167174"/>
                  </a:lnTo>
                  <a:lnTo>
                    <a:pt x="2223264" y="3167174"/>
                  </a:lnTo>
                  <a:lnTo>
                    <a:pt x="2223410" y="3167174"/>
                  </a:lnTo>
                  <a:lnTo>
                    <a:pt x="2223410" y="3166551"/>
                  </a:lnTo>
                  <a:lnTo>
                    <a:pt x="2223410" y="3165927"/>
                  </a:lnTo>
                  <a:lnTo>
                    <a:pt x="2223555" y="3165927"/>
                  </a:lnTo>
                  <a:lnTo>
                    <a:pt x="2223701" y="3165927"/>
                  </a:lnTo>
                  <a:lnTo>
                    <a:pt x="2223846" y="3165927"/>
                  </a:lnTo>
                  <a:lnTo>
                    <a:pt x="2223992" y="3165927"/>
                  </a:lnTo>
                  <a:lnTo>
                    <a:pt x="2224137" y="3165927"/>
                  </a:lnTo>
                  <a:lnTo>
                    <a:pt x="2224282" y="3165927"/>
                  </a:lnTo>
                  <a:lnTo>
                    <a:pt x="2224428" y="3165927"/>
                  </a:lnTo>
                  <a:lnTo>
                    <a:pt x="2224428" y="3165303"/>
                  </a:lnTo>
                  <a:lnTo>
                    <a:pt x="2224573" y="3165303"/>
                  </a:lnTo>
                  <a:lnTo>
                    <a:pt x="2224719" y="3165303"/>
                  </a:lnTo>
                  <a:lnTo>
                    <a:pt x="2224864" y="3165303"/>
                  </a:lnTo>
                  <a:lnTo>
                    <a:pt x="2224864" y="3164680"/>
                  </a:lnTo>
                  <a:lnTo>
                    <a:pt x="2225010" y="3164680"/>
                  </a:lnTo>
                  <a:lnTo>
                    <a:pt x="2225155" y="3164680"/>
                  </a:lnTo>
                  <a:lnTo>
                    <a:pt x="2225300" y="3164680"/>
                  </a:lnTo>
                  <a:lnTo>
                    <a:pt x="2225446" y="3164680"/>
                  </a:lnTo>
                  <a:lnTo>
                    <a:pt x="2225446" y="3164056"/>
                  </a:lnTo>
                  <a:lnTo>
                    <a:pt x="2225591" y="3164056"/>
                  </a:lnTo>
                  <a:lnTo>
                    <a:pt x="2225737" y="3164056"/>
                  </a:lnTo>
                  <a:lnTo>
                    <a:pt x="2225882" y="3164056"/>
                  </a:lnTo>
                  <a:lnTo>
                    <a:pt x="2226028" y="3164056"/>
                  </a:lnTo>
                  <a:lnTo>
                    <a:pt x="2226173" y="3164056"/>
                  </a:lnTo>
                  <a:lnTo>
                    <a:pt x="2226318" y="3164056"/>
                  </a:lnTo>
                  <a:lnTo>
                    <a:pt x="2226318" y="3163433"/>
                  </a:lnTo>
                  <a:lnTo>
                    <a:pt x="2226464" y="3163433"/>
                  </a:lnTo>
                  <a:lnTo>
                    <a:pt x="2226464" y="3162809"/>
                  </a:lnTo>
                  <a:lnTo>
                    <a:pt x="2226609" y="3162809"/>
                  </a:lnTo>
                  <a:lnTo>
                    <a:pt x="2226755" y="3162809"/>
                  </a:lnTo>
                  <a:lnTo>
                    <a:pt x="2226755" y="3162185"/>
                  </a:lnTo>
                  <a:lnTo>
                    <a:pt x="2226900" y="3162185"/>
                  </a:lnTo>
                  <a:lnTo>
                    <a:pt x="2227046" y="3162185"/>
                  </a:lnTo>
                  <a:lnTo>
                    <a:pt x="2227191" y="3162185"/>
                  </a:lnTo>
                  <a:lnTo>
                    <a:pt x="2227191" y="3161562"/>
                  </a:lnTo>
                  <a:lnTo>
                    <a:pt x="2227336" y="3161562"/>
                  </a:lnTo>
                  <a:lnTo>
                    <a:pt x="2227482" y="3161562"/>
                  </a:lnTo>
                  <a:lnTo>
                    <a:pt x="2227627" y="3161562"/>
                  </a:lnTo>
                  <a:lnTo>
                    <a:pt x="2227773" y="3161562"/>
                  </a:lnTo>
                  <a:lnTo>
                    <a:pt x="2227918" y="3161562"/>
                  </a:lnTo>
                  <a:lnTo>
                    <a:pt x="2227918" y="3160938"/>
                  </a:lnTo>
                  <a:lnTo>
                    <a:pt x="2228063" y="3160938"/>
                  </a:lnTo>
                  <a:lnTo>
                    <a:pt x="2228209" y="3160938"/>
                  </a:lnTo>
                  <a:lnTo>
                    <a:pt x="2228354" y="3160938"/>
                  </a:lnTo>
                  <a:lnTo>
                    <a:pt x="2228354" y="3160315"/>
                  </a:lnTo>
                  <a:lnTo>
                    <a:pt x="2228354" y="3159691"/>
                  </a:lnTo>
                  <a:lnTo>
                    <a:pt x="2228500" y="3159691"/>
                  </a:lnTo>
                  <a:lnTo>
                    <a:pt x="2228645" y="3159691"/>
                  </a:lnTo>
                  <a:lnTo>
                    <a:pt x="2228791" y="3159691"/>
                  </a:lnTo>
                  <a:lnTo>
                    <a:pt x="2228791" y="3159068"/>
                  </a:lnTo>
                  <a:lnTo>
                    <a:pt x="2228936" y="3159068"/>
                  </a:lnTo>
                  <a:lnTo>
                    <a:pt x="2229081" y="3159068"/>
                  </a:lnTo>
                  <a:lnTo>
                    <a:pt x="2229227" y="3159068"/>
                  </a:lnTo>
                  <a:lnTo>
                    <a:pt x="2229372" y="3159068"/>
                  </a:lnTo>
                  <a:lnTo>
                    <a:pt x="2229372" y="3158444"/>
                  </a:lnTo>
                  <a:lnTo>
                    <a:pt x="2229518" y="3158444"/>
                  </a:lnTo>
                  <a:lnTo>
                    <a:pt x="2229663" y="3158444"/>
                  </a:lnTo>
                  <a:lnTo>
                    <a:pt x="2229809" y="3158444"/>
                  </a:lnTo>
                  <a:lnTo>
                    <a:pt x="2229954" y="3158444"/>
                  </a:lnTo>
                  <a:lnTo>
                    <a:pt x="2230099" y="3158444"/>
                  </a:lnTo>
                  <a:lnTo>
                    <a:pt x="2230245" y="3158444"/>
                  </a:lnTo>
                  <a:lnTo>
                    <a:pt x="2230390" y="3158444"/>
                  </a:lnTo>
                  <a:lnTo>
                    <a:pt x="2230536" y="3158444"/>
                  </a:lnTo>
                  <a:lnTo>
                    <a:pt x="2230681" y="3158444"/>
                  </a:lnTo>
                  <a:lnTo>
                    <a:pt x="2230827" y="3158444"/>
                  </a:lnTo>
                  <a:lnTo>
                    <a:pt x="2230972" y="3158444"/>
                  </a:lnTo>
                  <a:lnTo>
                    <a:pt x="2231117" y="3158444"/>
                  </a:lnTo>
                  <a:lnTo>
                    <a:pt x="2231263" y="3158444"/>
                  </a:lnTo>
                  <a:lnTo>
                    <a:pt x="2231263" y="3157820"/>
                  </a:lnTo>
                  <a:lnTo>
                    <a:pt x="2231408" y="3157820"/>
                  </a:lnTo>
                  <a:lnTo>
                    <a:pt x="2231554" y="3157820"/>
                  </a:lnTo>
                  <a:lnTo>
                    <a:pt x="2231699" y="3157820"/>
                  </a:lnTo>
                  <a:lnTo>
                    <a:pt x="2231699" y="3157197"/>
                  </a:lnTo>
                  <a:lnTo>
                    <a:pt x="2231845" y="3157197"/>
                  </a:lnTo>
                  <a:lnTo>
                    <a:pt x="2231990" y="3157197"/>
                  </a:lnTo>
                  <a:lnTo>
                    <a:pt x="2232135" y="3157197"/>
                  </a:lnTo>
                  <a:lnTo>
                    <a:pt x="2232281" y="3157197"/>
                  </a:lnTo>
                  <a:lnTo>
                    <a:pt x="2232426" y="3157197"/>
                  </a:lnTo>
                  <a:lnTo>
                    <a:pt x="2232572" y="3157197"/>
                  </a:lnTo>
                  <a:lnTo>
                    <a:pt x="2232717" y="3157197"/>
                  </a:lnTo>
                  <a:lnTo>
                    <a:pt x="2232863" y="3157197"/>
                  </a:lnTo>
                  <a:lnTo>
                    <a:pt x="2233008" y="3157197"/>
                  </a:lnTo>
                  <a:lnTo>
                    <a:pt x="2233008" y="3156573"/>
                  </a:lnTo>
                  <a:lnTo>
                    <a:pt x="2233153" y="3156573"/>
                  </a:lnTo>
                  <a:lnTo>
                    <a:pt x="2233299" y="3156573"/>
                  </a:lnTo>
                  <a:lnTo>
                    <a:pt x="2233444" y="3156573"/>
                  </a:lnTo>
                  <a:lnTo>
                    <a:pt x="2233590" y="3156573"/>
                  </a:lnTo>
                  <a:lnTo>
                    <a:pt x="2233590" y="3155950"/>
                  </a:lnTo>
                  <a:lnTo>
                    <a:pt x="2233735" y="3155950"/>
                  </a:lnTo>
                  <a:lnTo>
                    <a:pt x="2233881" y="3155950"/>
                  </a:lnTo>
                  <a:lnTo>
                    <a:pt x="2233881" y="3155326"/>
                  </a:lnTo>
                  <a:lnTo>
                    <a:pt x="2234026" y="3155326"/>
                  </a:lnTo>
                  <a:lnTo>
                    <a:pt x="2234171" y="3155326"/>
                  </a:lnTo>
                  <a:lnTo>
                    <a:pt x="2234317" y="3155326"/>
                  </a:lnTo>
                  <a:lnTo>
                    <a:pt x="2234462" y="3155326"/>
                  </a:lnTo>
                  <a:lnTo>
                    <a:pt x="2234608" y="3155326"/>
                  </a:lnTo>
                  <a:lnTo>
                    <a:pt x="2234753" y="3155326"/>
                  </a:lnTo>
                  <a:lnTo>
                    <a:pt x="2234898" y="3155326"/>
                  </a:lnTo>
                  <a:lnTo>
                    <a:pt x="2235044" y="3155326"/>
                  </a:lnTo>
                  <a:lnTo>
                    <a:pt x="2235189" y="3155326"/>
                  </a:lnTo>
                  <a:lnTo>
                    <a:pt x="2235335" y="3155326"/>
                  </a:lnTo>
                  <a:lnTo>
                    <a:pt x="2235480" y="3155326"/>
                  </a:lnTo>
                  <a:lnTo>
                    <a:pt x="2235480" y="3154702"/>
                  </a:lnTo>
                  <a:lnTo>
                    <a:pt x="2235626" y="3154702"/>
                  </a:lnTo>
                  <a:lnTo>
                    <a:pt x="2235771" y="3154702"/>
                  </a:lnTo>
                  <a:lnTo>
                    <a:pt x="2235916" y="3154702"/>
                  </a:lnTo>
                  <a:lnTo>
                    <a:pt x="2235916" y="3154079"/>
                  </a:lnTo>
                  <a:lnTo>
                    <a:pt x="2235916" y="3153455"/>
                  </a:lnTo>
                  <a:lnTo>
                    <a:pt x="2235916" y="3152832"/>
                  </a:lnTo>
                  <a:lnTo>
                    <a:pt x="2236062" y="3152832"/>
                  </a:lnTo>
                  <a:lnTo>
                    <a:pt x="2236207" y="3152832"/>
                  </a:lnTo>
                  <a:lnTo>
                    <a:pt x="2236353" y="3152832"/>
                  </a:lnTo>
                  <a:lnTo>
                    <a:pt x="2236353" y="3152208"/>
                  </a:lnTo>
                  <a:lnTo>
                    <a:pt x="2236498" y="3152208"/>
                  </a:lnTo>
                  <a:lnTo>
                    <a:pt x="2236644" y="3152208"/>
                  </a:lnTo>
                  <a:lnTo>
                    <a:pt x="2236789" y="3152208"/>
                  </a:lnTo>
                  <a:lnTo>
                    <a:pt x="2236789" y="3151585"/>
                  </a:lnTo>
                  <a:lnTo>
                    <a:pt x="2236789" y="3150961"/>
                  </a:lnTo>
                  <a:lnTo>
                    <a:pt x="2236789" y="3150337"/>
                  </a:lnTo>
                  <a:lnTo>
                    <a:pt x="2236934" y="3150337"/>
                  </a:lnTo>
                  <a:lnTo>
                    <a:pt x="2237080" y="3150337"/>
                  </a:lnTo>
                  <a:lnTo>
                    <a:pt x="2237225" y="3150337"/>
                  </a:lnTo>
                  <a:lnTo>
                    <a:pt x="2237371" y="3150337"/>
                  </a:lnTo>
                  <a:lnTo>
                    <a:pt x="2237516" y="3150337"/>
                  </a:lnTo>
                  <a:lnTo>
                    <a:pt x="2237662" y="3150337"/>
                  </a:lnTo>
                  <a:lnTo>
                    <a:pt x="2237662" y="3149714"/>
                  </a:lnTo>
                  <a:lnTo>
                    <a:pt x="2237807" y="3149714"/>
                  </a:lnTo>
                  <a:lnTo>
                    <a:pt x="2237807" y="3149090"/>
                  </a:lnTo>
                  <a:lnTo>
                    <a:pt x="2237807" y="3148467"/>
                  </a:lnTo>
                  <a:lnTo>
                    <a:pt x="2237807" y="3147843"/>
                  </a:lnTo>
                  <a:lnTo>
                    <a:pt x="2237952" y="3147843"/>
                  </a:lnTo>
                  <a:lnTo>
                    <a:pt x="2237952" y="3147219"/>
                  </a:lnTo>
                  <a:lnTo>
                    <a:pt x="2238098" y="3147219"/>
                  </a:lnTo>
                  <a:lnTo>
                    <a:pt x="2238243" y="3147219"/>
                  </a:lnTo>
                  <a:lnTo>
                    <a:pt x="2238389" y="3147219"/>
                  </a:lnTo>
                  <a:lnTo>
                    <a:pt x="2238389" y="3146596"/>
                  </a:lnTo>
                  <a:lnTo>
                    <a:pt x="2238534" y="3146596"/>
                  </a:lnTo>
                  <a:lnTo>
                    <a:pt x="2238680" y="3146596"/>
                  </a:lnTo>
                  <a:lnTo>
                    <a:pt x="2238825" y="3146596"/>
                  </a:lnTo>
                  <a:lnTo>
                    <a:pt x="2238970" y="3146596"/>
                  </a:lnTo>
                  <a:lnTo>
                    <a:pt x="2239116" y="3146596"/>
                  </a:lnTo>
                  <a:lnTo>
                    <a:pt x="2239261" y="3146596"/>
                  </a:lnTo>
                  <a:lnTo>
                    <a:pt x="2239407" y="3146596"/>
                  </a:lnTo>
                  <a:lnTo>
                    <a:pt x="2239552" y="3146596"/>
                  </a:lnTo>
                  <a:lnTo>
                    <a:pt x="2239698" y="3146596"/>
                  </a:lnTo>
                  <a:lnTo>
                    <a:pt x="2239843" y="3146596"/>
                  </a:lnTo>
                  <a:lnTo>
                    <a:pt x="2239988" y="3146596"/>
                  </a:lnTo>
                  <a:lnTo>
                    <a:pt x="2240134" y="3146596"/>
                  </a:lnTo>
                  <a:lnTo>
                    <a:pt x="2240279" y="3146596"/>
                  </a:lnTo>
                  <a:lnTo>
                    <a:pt x="2240425" y="3146596"/>
                  </a:lnTo>
                  <a:lnTo>
                    <a:pt x="2240570" y="3146596"/>
                  </a:lnTo>
                  <a:lnTo>
                    <a:pt x="2240716" y="3146596"/>
                  </a:lnTo>
                  <a:lnTo>
                    <a:pt x="2240861" y="3146596"/>
                  </a:lnTo>
                  <a:lnTo>
                    <a:pt x="2241006" y="3146596"/>
                  </a:lnTo>
                  <a:lnTo>
                    <a:pt x="2241152" y="3146596"/>
                  </a:lnTo>
                  <a:lnTo>
                    <a:pt x="2241297" y="3146596"/>
                  </a:lnTo>
                  <a:lnTo>
                    <a:pt x="2241443" y="3146596"/>
                  </a:lnTo>
                  <a:lnTo>
                    <a:pt x="2241588" y="3146596"/>
                  </a:lnTo>
                  <a:lnTo>
                    <a:pt x="2241588" y="3145972"/>
                  </a:lnTo>
                  <a:lnTo>
                    <a:pt x="2241733" y="3145972"/>
                  </a:lnTo>
                  <a:lnTo>
                    <a:pt x="2241879" y="3145972"/>
                  </a:lnTo>
                  <a:lnTo>
                    <a:pt x="2242024" y="3145972"/>
                  </a:lnTo>
                  <a:lnTo>
                    <a:pt x="2242170" y="3145972"/>
                  </a:lnTo>
                  <a:lnTo>
                    <a:pt x="2242170" y="3145349"/>
                  </a:lnTo>
                  <a:lnTo>
                    <a:pt x="2242315" y="3145349"/>
                  </a:lnTo>
                  <a:lnTo>
                    <a:pt x="2242315" y="3144725"/>
                  </a:lnTo>
                  <a:lnTo>
                    <a:pt x="2242461" y="3144725"/>
                  </a:lnTo>
                  <a:lnTo>
                    <a:pt x="2242461" y="3144102"/>
                  </a:lnTo>
                  <a:lnTo>
                    <a:pt x="2242606" y="3144102"/>
                  </a:lnTo>
                  <a:lnTo>
                    <a:pt x="2242751" y="3144102"/>
                  </a:lnTo>
                  <a:lnTo>
                    <a:pt x="2242751" y="3143478"/>
                  </a:lnTo>
                  <a:lnTo>
                    <a:pt x="2242897" y="3143478"/>
                  </a:lnTo>
                  <a:lnTo>
                    <a:pt x="2243042" y="3143478"/>
                  </a:lnTo>
                  <a:lnTo>
                    <a:pt x="2243188" y="3143478"/>
                  </a:lnTo>
                  <a:lnTo>
                    <a:pt x="2243333" y="3143478"/>
                  </a:lnTo>
                  <a:lnTo>
                    <a:pt x="2243479" y="3143478"/>
                  </a:lnTo>
                  <a:lnTo>
                    <a:pt x="2243624" y="3143478"/>
                  </a:lnTo>
                  <a:lnTo>
                    <a:pt x="2243769" y="3143478"/>
                  </a:lnTo>
                  <a:lnTo>
                    <a:pt x="2243915" y="3143478"/>
                  </a:lnTo>
                  <a:lnTo>
                    <a:pt x="2244060" y="3143478"/>
                  </a:lnTo>
                  <a:lnTo>
                    <a:pt x="2244206" y="3143478"/>
                  </a:lnTo>
                  <a:lnTo>
                    <a:pt x="2244351" y="3143478"/>
                  </a:lnTo>
                  <a:lnTo>
                    <a:pt x="2244497" y="3143478"/>
                  </a:lnTo>
                  <a:lnTo>
                    <a:pt x="2244642" y="3143478"/>
                  </a:lnTo>
                  <a:lnTo>
                    <a:pt x="2244787" y="3143478"/>
                  </a:lnTo>
                  <a:lnTo>
                    <a:pt x="2244933" y="3143478"/>
                  </a:lnTo>
                  <a:lnTo>
                    <a:pt x="2245078" y="3143478"/>
                  </a:lnTo>
                  <a:lnTo>
                    <a:pt x="2245078" y="3142854"/>
                  </a:lnTo>
                  <a:lnTo>
                    <a:pt x="2245224" y="3142854"/>
                  </a:lnTo>
                  <a:lnTo>
                    <a:pt x="2245369" y="3142854"/>
                  </a:lnTo>
                  <a:lnTo>
                    <a:pt x="2245515" y="3142854"/>
                  </a:lnTo>
                  <a:lnTo>
                    <a:pt x="2245515" y="3142231"/>
                  </a:lnTo>
                  <a:lnTo>
                    <a:pt x="2245660" y="3142231"/>
                  </a:lnTo>
                  <a:lnTo>
                    <a:pt x="2245805" y="3142231"/>
                  </a:lnTo>
                  <a:lnTo>
                    <a:pt x="2245951" y="3142231"/>
                  </a:lnTo>
                  <a:lnTo>
                    <a:pt x="2246096" y="3142231"/>
                  </a:lnTo>
                  <a:lnTo>
                    <a:pt x="2246096" y="3141607"/>
                  </a:lnTo>
                  <a:lnTo>
                    <a:pt x="2246242" y="3141607"/>
                  </a:lnTo>
                  <a:lnTo>
                    <a:pt x="2246387" y="3141607"/>
                  </a:lnTo>
                  <a:lnTo>
                    <a:pt x="2246533" y="3141607"/>
                  </a:lnTo>
                  <a:lnTo>
                    <a:pt x="2246678" y="3141607"/>
                  </a:lnTo>
                  <a:lnTo>
                    <a:pt x="2246678" y="3140984"/>
                  </a:lnTo>
                  <a:lnTo>
                    <a:pt x="2246823" y="3140984"/>
                  </a:lnTo>
                  <a:lnTo>
                    <a:pt x="2246969" y="3140984"/>
                  </a:lnTo>
                  <a:lnTo>
                    <a:pt x="2247114" y="3140984"/>
                  </a:lnTo>
                  <a:lnTo>
                    <a:pt x="2247260" y="3140984"/>
                  </a:lnTo>
                  <a:lnTo>
                    <a:pt x="2247405" y="3140984"/>
                  </a:lnTo>
                  <a:lnTo>
                    <a:pt x="2247551" y="3140984"/>
                  </a:lnTo>
                  <a:lnTo>
                    <a:pt x="2247696" y="3140984"/>
                  </a:lnTo>
                  <a:lnTo>
                    <a:pt x="2247696" y="3140360"/>
                  </a:lnTo>
                  <a:lnTo>
                    <a:pt x="2247841" y="3140360"/>
                  </a:lnTo>
                  <a:lnTo>
                    <a:pt x="2247987" y="3140360"/>
                  </a:lnTo>
                  <a:lnTo>
                    <a:pt x="2248132" y="3140360"/>
                  </a:lnTo>
                  <a:lnTo>
                    <a:pt x="2248278" y="3140360"/>
                  </a:lnTo>
                  <a:lnTo>
                    <a:pt x="2248278" y="3139736"/>
                  </a:lnTo>
                  <a:lnTo>
                    <a:pt x="2248423" y="3139736"/>
                  </a:lnTo>
                  <a:lnTo>
                    <a:pt x="2248568" y="3139736"/>
                  </a:lnTo>
                  <a:lnTo>
                    <a:pt x="2248714" y="3139736"/>
                  </a:lnTo>
                  <a:lnTo>
                    <a:pt x="2248859" y="3139736"/>
                  </a:lnTo>
                  <a:lnTo>
                    <a:pt x="2249005" y="3139736"/>
                  </a:lnTo>
                  <a:lnTo>
                    <a:pt x="2249150" y="3139736"/>
                  </a:lnTo>
                  <a:lnTo>
                    <a:pt x="2249150" y="3139113"/>
                  </a:lnTo>
                  <a:lnTo>
                    <a:pt x="2249296" y="3139113"/>
                  </a:lnTo>
                  <a:lnTo>
                    <a:pt x="2249441" y="3139113"/>
                  </a:lnTo>
                  <a:lnTo>
                    <a:pt x="2249586" y="3139113"/>
                  </a:lnTo>
                  <a:lnTo>
                    <a:pt x="2249732" y="3139113"/>
                  </a:lnTo>
                  <a:lnTo>
                    <a:pt x="2249732" y="3138489"/>
                  </a:lnTo>
                  <a:lnTo>
                    <a:pt x="2249877" y="3138489"/>
                  </a:lnTo>
                  <a:lnTo>
                    <a:pt x="2250023" y="3138489"/>
                  </a:lnTo>
                  <a:lnTo>
                    <a:pt x="2250023" y="3137866"/>
                  </a:lnTo>
                  <a:lnTo>
                    <a:pt x="2250168" y="3137866"/>
                  </a:lnTo>
                  <a:lnTo>
                    <a:pt x="2250314" y="3137866"/>
                  </a:lnTo>
                  <a:lnTo>
                    <a:pt x="2250314" y="3137242"/>
                  </a:lnTo>
                  <a:lnTo>
                    <a:pt x="2250314" y="3136619"/>
                  </a:lnTo>
                  <a:lnTo>
                    <a:pt x="2250459" y="3136619"/>
                  </a:lnTo>
                  <a:lnTo>
                    <a:pt x="2250604" y="3136619"/>
                  </a:lnTo>
                  <a:lnTo>
                    <a:pt x="2250750" y="3136619"/>
                  </a:lnTo>
                  <a:lnTo>
                    <a:pt x="2250895" y="3136619"/>
                  </a:lnTo>
                  <a:lnTo>
                    <a:pt x="2251041" y="3136619"/>
                  </a:lnTo>
                  <a:lnTo>
                    <a:pt x="2251041" y="3135995"/>
                  </a:lnTo>
                  <a:lnTo>
                    <a:pt x="2251186" y="3135995"/>
                  </a:lnTo>
                  <a:lnTo>
                    <a:pt x="2251332" y="3135995"/>
                  </a:lnTo>
                  <a:lnTo>
                    <a:pt x="2251477" y="3135995"/>
                  </a:lnTo>
                  <a:lnTo>
                    <a:pt x="2251622" y="3135995"/>
                  </a:lnTo>
                  <a:lnTo>
                    <a:pt x="2251768" y="3135995"/>
                  </a:lnTo>
                  <a:lnTo>
                    <a:pt x="2251913" y="3135995"/>
                  </a:lnTo>
                  <a:lnTo>
                    <a:pt x="2252059" y="3135995"/>
                  </a:lnTo>
                  <a:lnTo>
                    <a:pt x="2252204" y="3135995"/>
                  </a:lnTo>
                  <a:lnTo>
                    <a:pt x="2252350" y="3135995"/>
                  </a:lnTo>
                  <a:lnTo>
                    <a:pt x="2252350" y="3135371"/>
                  </a:lnTo>
                  <a:lnTo>
                    <a:pt x="2252495" y="3135371"/>
                  </a:lnTo>
                  <a:lnTo>
                    <a:pt x="2252640" y="3135371"/>
                  </a:lnTo>
                  <a:lnTo>
                    <a:pt x="2252786" y="3135371"/>
                  </a:lnTo>
                  <a:lnTo>
                    <a:pt x="2252931" y="3135371"/>
                  </a:lnTo>
                  <a:lnTo>
                    <a:pt x="2253077" y="3135371"/>
                  </a:lnTo>
                  <a:lnTo>
                    <a:pt x="2253077" y="3134748"/>
                  </a:lnTo>
                  <a:lnTo>
                    <a:pt x="2253222" y="3134748"/>
                  </a:lnTo>
                  <a:lnTo>
                    <a:pt x="2253368" y="3134748"/>
                  </a:lnTo>
                  <a:lnTo>
                    <a:pt x="2253513" y="3134748"/>
                  </a:lnTo>
                  <a:lnTo>
                    <a:pt x="2253658" y="3134748"/>
                  </a:lnTo>
                  <a:lnTo>
                    <a:pt x="2253804" y="3134748"/>
                  </a:lnTo>
                  <a:lnTo>
                    <a:pt x="2253804" y="3134124"/>
                  </a:lnTo>
                  <a:lnTo>
                    <a:pt x="2253949" y="3134124"/>
                  </a:lnTo>
                  <a:lnTo>
                    <a:pt x="2254095" y="3134124"/>
                  </a:lnTo>
                  <a:lnTo>
                    <a:pt x="2254240" y="3134124"/>
                  </a:lnTo>
                  <a:lnTo>
                    <a:pt x="2254386" y="3134124"/>
                  </a:lnTo>
                  <a:lnTo>
                    <a:pt x="2254531" y="3134124"/>
                  </a:lnTo>
                  <a:lnTo>
                    <a:pt x="2254676" y="3134124"/>
                  </a:lnTo>
                  <a:lnTo>
                    <a:pt x="2254822" y="3134124"/>
                  </a:lnTo>
                  <a:lnTo>
                    <a:pt x="2254967" y="3134124"/>
                  </a:lnTo>
                  <a:lnTo>
                    <a:pt x="2255113" y="3134124"/>
                  </a:lnTo>
                  <a:lnTo>
                    <a:pt x="2255258" y="3134124"/>
                  </a:lnTo>
                  <a:lnTo>
                    <a:pt x="2255258" y="3133501"/>
                  </a:lnTo>
                  <a:lnTo>
                    <a:pt x="2255403" y="3133501"/>
                  </a:lnTo>
                  <a:lnTo>
                    <a:pt x="2255403" y="3132877"/>
                  </a:lnTo>
                  <a:lnTo>
                    <a:pt x="2255549" y="3132877"/>
                  </a:lnTo>
                  <a:lnTo>
                    <a:pt x="2255694" y="3132877"/>
                  </a:lnTo>
                  <a:lnTo>
                    <a:pt x="2255840" y="3132877"/>
                  </a:lnTo>
                  <a:lnTo>
                    <a:pt x="2255985" y="3132877"/>
                  </a:lnTo>
                  <a:lnTo>
                    <a:pt x="2255985" y="3132253"/>
                  </a:lnTo>
                  <a:lnTo>
                    <a:pt x="2256131" y="3132253"/>
                  </a:lnTo>
                  <a:lnTo>
                    <a:pt x="2256276" y="3132253"/>
                  </a:lnTo>
                  <a:lnTo>
                    <a:pt x="2256421" y="3132253"/>
                  </a:lnTo>
                  <a:lnTo>
                    <a:pt x="2256421" y="3131630"/>
                  </a:lnTo>
                  <a:lnTo>
                    <a:pt x="2256567" y="3131630"/>
                  </a:lnTo>
                  <a:lnTo>
                    <a:pt x="2256712" y="3131630"/>
                  </a:lnTo>
                  <a:lnTo>
                    <a:pt x="2256858" y="3131630"/>
                  </a:lnTo>
                  <a:lnTo>
                    <a:pt x="2257003" y="3131630"/>
                  </a:lnTo>
                  <a:lnTo>
                    <a:pt x="2257149" y="3131630"/>
                  </a:lnTo>
                  <a:lnTo>
                    <a:pt x="2257294" y="3131630"/>
                  </a:lnTo>
                  <a:lnTo>
                    <a:pt x="2257294" y="3131006"/>
                  </a:lnTo>
                  <a:lnTo>
                    <a:pt x="2257439" y="3131006"/>
                  </a:lnTo>
                  <a:lnTo>
                    <a:pt x="2257439" y="3130383"/>
                  </a:lnTo>
                  <a:lnTo>
                    <a:pt x="2257585" y="3130383"/>
                  </a:lnTo>
                  <a:lnTo>
                    <a:pt x="2257730" y="3130383"/>
                  </a:lnTo>
                  <a:lnTo>
                    <a:pt x="2257730" y="3129759"/>
                  </a:lnTo>
                  <a:lnTo>
                    <a:pt x="2257876" y="3129759"/>
                  </a:lnTo>
                  <a:lnTo>
                    <a:pt x="2258021" y="3129759"/>
                  </a:lnTo>
                  <a:lnTo>
                    <a:pt x="2258021" y="3129136"/>
                  </a:lnTo>
                  <a:lnTo>
                    <a:pt x="2258167" y="3129136"/>
                  </a:lnTo>
                  <a:lnTo>
                    <a:pt x="2258312" y="3129136"/>
                  </a:lnTo>
                  <a:lnTo>
                    <a:pt x="2258457" y="3129136"/>
                  </a:lnTo>
                  <a:lnTo>
                    <a:pt x="2258603" y="3129136"/>
                  </a:lnTo>
                  <a:lnTo>
                    <a:pt x="2258748" y="3129136"/>
                  </a:lnTo>
                  <a:lnTo>
                    <a:pt x="2258748" y="3128512"/>
                  </a:lnTo>
                  <a:lnTo>
                    <a:pt x="2258894" y="3128512"/>
                  </a:lnTo>
                  <a:lnTo>
                    <a:pt x="2259039" y="3128512"/>
                  </a:lnTo>
                  <a:lnTo>
                    <a:pt x="2259185" y="3128512"/>
                  </a:lnTo>
                  <a:lnTo>
                    <a:pt x="2259330" y="3128512"/>
                  </a:lnTo>
                  <a:lnTo>
                    <a:pt x="2259475" y="3128512"/>
                  </a:lnTo>
                  <a:lnTo>
                    <a:pt x="2259621" y="3128512"/>
                  </a:lnTo>
                  <a:lnTo>
                    <a:pt x="2259766" y="3128512"/>
                  </a:lnTo>
                  <a:lnTo>
                    <a:pt x="2259912" y="3128512"/>
                  </a:lnTo>
                  <a:lnTo>
                    <a:pt x="2260057" y="3128512"/>
                  </a:lnTo>
                  <a:lnTo>
                    <a:pt x="2260203" y="3128512"/>
                  </a:lnTo>
                  <a:lnTo>
                    <a:pt x="2260348" y="3128512"/>
                  </a:lnTo>
                  <a:lnTo>
                    <a:pt x="2260493" y="3128512"/>
                  </a:lnTo>
                  <a:lnTo>
                    <a:pt x="2260493" y="3127888"/>
                  </a:lnTo>
                  <a:lnTo>
                    <a:pt x="2260639" y="3127888"/>
                  </a:lnTo>
                  <a:lnTo>
                    <a:pt x="2260784" y="3127888"/>
                  </a:lnTo>
                  <a:lnTo>
                    <a:pt x="2260784" y="3127265"/>
                  </a:lnTo>
                  <a:lnTo>
                    <a:pt x="2260930" y="3127265"/>
                  </a:lnTo>
                  <a:lnTo>
                    <a:pt x="2261075" y="3127265"/>
                  </a:lnTo>
                  <a:lnTo>
                    <a:pt x="2261221" y="3127265"/>
                  </a:lnTo>
                  <a:lnTo>
                    <a:pt x="2261366" y="3127265"/>
                  </a:lnTo>
                  <a:lnTo>
                    <a:pt x="2261366" y="3126641"/>
                  </a:lnTo>
                  <a:lnTo>
                    <a:pt x="2261511" y="3126641"/>
                  </a:lnTo>
                  <a:lnTo>
                    <a:pt x="2261657" y="3126641"/>
                  </a:lnTo>
                  <a:lnTo>
                    <a:pt x="2261657" y="3126018"/>
                  </a:lnTo>
                  <a:lnTo>
                    <a:pt x="2261802" y="3126018"/>
                  </a:lnTo>
                  <a:lnTo>
                    <a:pt x="2261948" y="3126018"/>
                  </a:lnTo>
                  <a:lnTo>
                    <a:pt x="2262093" y="3126018"/>
                  </a:lnTo>
                  <a:lnTo>
                    <a:pt x="2262238" y="3126018"/>
                  </a:lnTo>
                  <a:lnTo>
                    <a:pt x="2262238" y="3125394"/>
                  </a:lnTo>
                  <a:lnTo>
                    <a:pt x="2262384" y="3125394"/>
                  </a:lnTo>
                  <a:lnTo>
                    <a:pt x="2262529" y="3125394"/>
                  </a:lnTo>
                  <a:lnTo>
                    <a:pt x="2262675" y="3125394"/>
                  </a:lnTo>
                  <a:lnTo>
                    <a:pt x="2262820" y="3125394"/>
                  </a:lnTo>
                  <a:lnTo>
                    <a:pt x="2262966" y="3125394"/>
                  </a:lnTo>
                  <a:lnTo>
                    <a:pt x="2263111" y="3125394"/>
                  </a:lnTo>
                  <a:lnTo>
                    <a:pt x="2263256" y="3125394"/>
                  </a:lnTo>
                  <a:lnTo>
                    <a:pt x="2263402" y="3125394"/>
                  </a:lnTo>
                  <a:lnTo>
                    <a:pt x="2263547" y="3125394"/>
                  </a:lnTo>
                  <a:lnTo>
                    <a:pt x="2263693" y="3125394"/>
                  </a:lnTo>
                  <a:lnTo>
                    <a:pt x="2263693" y="3124771"/>
                  </a:lnTo>
                  <a:lnTo>
                    <a:pt x="2263838" y="3124771"/>
                  </a:lnTo>
                  <a:lnTo>
                    <a:pt x="2263984" y="3124771"/>
                  </a:lnTo>
                  <a:lnTo>
                    <a:pt x="2264129" y="3124771"/>
                  </a:lnTo>
                  <a:lnTo>
                    <a:pt x="2264274" y="3124771"/>
                  </a:lnTo>
                  <a:lnTo>
                    <a:pt x="2264274" y="3124147"/>
                  </a:lnTo>
                  <a:lnTo>
                    <a:pt x="2264420" y="3124147"/>
                  </a:lnTo>
                  <a:lnTo>
                    <a:pt x="2264565" y="3124147"/>
                  </a:lnTo>
                  <a:lnTo>
                    <a:pt x="2264711" y="3124147"/>
                  </a:lnTo>
                  <a:lnTo>
                    <a:pt x="2264856" y="3124147"/>
                  </a:lnTo>
                  <a:lnTo>
                    <a:pt x="2265002" y="3124147"/>
                  </a:lnTo>
                  <a:lnTo>
                    <a:pt x="2265147" y="3124147"/>
                  </a:lnTo>
                  <a:lnTo>
                    <a:pt x="2265292" y="3124147"/>
                  </a:lnTo>
                  <a:lnTo>
                    <a:pt x="2265438" y="3124147"/>
                  </a:lnTo>
                  <a:lnTo>
                    <a:pt x="2265583" y="3124147"/>
                  </a:lnTo>
                  <a:lnTo>
                    <a:pt x="2265729" y="3124147"/>
                  </a:lnTo>
                  <a:lnTo>
                    <a:pt x="2265874" y="3124147"/>
                  </a:lnTo>
                  <a:lnTo>
                    <a:pt x="2265874" y="3123523"/>
                  </a:lnTo>
                  <a:lnTo>
                    <a:pt x="2266020" y="3123523"/>
                  </a:lnTo>
                  <a:lnTo>
                    <a:pt x="2266165" y="3123523"/>
                  </a:lnTo>
                  <a:lnTo>
                    <a:pt x="2266310" y="3123523"/>
                  </a:lnTo>
                  <a:lnTo>
                    <a:pt x="2266456" y="3123523"/>
                  </a:lnTo>
                  <a:lnTo>
                    <a:pt x="2266456" y="3122900"/>
                  </a:lnTo>
                  <a:lnTo>
                    <a:pt x="2266601" y="3122900"/>
                  </a:lnTo>
                  <a:lnTo>
                    <a:pt x="2266747" y="3122900"/>
                  </a:lnTo>
                  <a:lnTo>
                    <a:pt x="2266892" y="3122900"/>
                  </a:lnTo>
                  <a:lnTo>
                    <a:pt x="2267038" y="3122900"/>
                  </a:lnTo>
                  <a:lnTo>
                    <a:pt x="2267183" y="3122900"/>
                  </a:lnTo>
                  <a:lnTo>
                    <a:pt x="2267328" y="3122900"/>
                  </a:lnTo>
                  <a:lnTo>
                    <a:pt x="2267328" y="3122276"/>
                  </a:lnTo>
                  <a:lnTo>
                    <a:pt x="2267474" y="3122276"/>
                  </a:lnTo>
                  <a:lnTo>
                    <a:pt x="2267474" y="3121653"/>
                  </a:lnTo>
                  <a:lnTo>
                    <a:pt x="2267474" y="3121029"/>
                  </a:lnTo>
                  <a:lnTo>
                    <a:pt x="2267619" y="3121029"/>
                  </a:lnTo>
                  <a:lnTo>
                    <a:pt x="2267765" y="3121029"/>
                  </a:lnTo>
                  <a:lnTo>
                    <a:pt x="2267765" y="3120405"/>
                  </a:lnTo>
                  <a:lnTo>
                    <a:pt x="2267910" y="3120405"/>
                  </a:lnTo>
                  <a:lnTo>
                    <a:pt x="2268056" y="3120405"/>
                  </a:lnTo>
                  <a:lnTo>
                    <a:pt x="2268201" y="3120405"/>
                  </a:lnTo>
                  <a:lnTo>
                    <a:pt x="2268346" y="3120405"/>
                  </a:lnTo>
                  <a:lnTo>
                    <a:pt x="2268492" y="3120405"/>
                  </a:lnTo>
                  <a:lnTo>
                    <a:pt x="2268637" y="3120405"/>
                  </a:lnTo>
                  <a:lnTo>
                    <a:pt x="2268783" y="3120405"/>
                  </a:lnTo>
                  <a:lnTo>
                    <a:pt x="2268928" y="3120405"/>
                  </a:lnTo>
                  <a:lnTo>
                    <a:pt x="2269073" y="3120405"/>
                  </a:lnTo>
                  <a:lnTo>
                    <a:pt x="2269219" y="3120405"/>
                  </a:lnTo>
                  <a:lnTo>
                    <a:pt x="2269364" y="3120405"/>
                  </a:lnTo>
                  <a:lnTo>
                    <a:pt x="2269510" y="3120405"/>
                  </a:lnTo>
                  <a:lnTo>
                    <a:pt x="2269655" y="3120405"/>
                  </a:lnTo>
                  <a:lnTo>
                    <a:pt x="2269801" y="3120405"/>
                  </a:lnTo>
                  <a:lnTo>
                    <a:pt x="2269946" y="3120405"/>
                  </a:lnTo>
                  <a:lnTo>
                    <a:pt x="2270091" y="3120405"/>
                  </a:lnTo>
                  <a:lnTo>
                    <a:pt x="2270237" y="3120405"/>
                  </a:lnTo>
                  <a:lnTo>
                    <a:pt x="2270382" y="3120405"/>
                  </a:lnTo>
                  <a:lnTo>
                    <a:pt x="2270528" y="3120405"/>
                  </a:lnTo>
                  <a:lnTo>
                    <a:pt x="2270673" y="3120405"/>
                  </a:lnTo>
                  <a:lnTo>
                    <a:pt x="2270819" y="3120405"/>
                  </a:lnTo>
                  <a:lnTo>
                    <a:pt x="2270819" y="3119782"/>
                  </a:lnTo>
                  <a:lnTo>
                    <a:pt x="2270964" y="3119782"/>
                  </a:lnTo>
                  <a:lnTo>
                    <a:pt x="2271109" y="3119782"/>
                  </a:lnTo>
                  <a:lnTo>
                    <a:pt x="2271255" y="3119782"/>
                  </a:lnTo>
                  <a:lnTo>
                    <a:pt x="2271255" y="3119158"/>
                  </a:lnTo>
                  <a:lnTo>
                    <a:pt x="2271255" y="3118535"/>
                  </a:lnTo>
                  <a:lnTo>
                    <a:pt x="2271400" y="3118535"/>
                  </a:lnTo>
                  <a:lnTo>
                    <a:pt x="2271546" y="3118535"/>
                  </a:lnTo>
                  <a:lnTo>
                    <a:pt x="2271691" y="3118535"/>
                  </a:lnTo>
                  <a:lnTo>
                    <a:pt x="2271837" y="3118535"/>
                  </a:lnTo>
                  <a:lnTo>
                    <a:pt x="2271837" y="3117911"/>
                  </a:lnTo>
                  <a:lnTo>
                    <a:pt x="2271982" y="3117911"/>
                  </a:lnTo>
                  <a:lnTo>
                    <a:pt x="2272127" y="3117911"/>
                  </a:lnTo>
                  <a:lnTo>
                    <a:pt x="2272273" y="3117911"/>
                  </a:lnTo>
                  <a:lnTo>
                    <a:pt x="2272418" y="3117911"/>
                  </a:lnTo>
                  <a:lnTo>
                    <a:pt x="2272564" y="3117911"/>
                  </a:lnTo>
                  <a:lnTo>
                    <a:pt x="2272709" y="3117911"/>
                  </a:lnTo>
                  <a:lnTo>
                    <a:pt x="2272855" y="3117911"/>
                  </a:lnTo>
                  <a:lnTo>
                    <a:pt x="2273000" y="3117911"/>
                  </a:lnTo>
                  <a:lnTo>
                    <a:pt x="2273145" y="3117911"/>
                  </a:lnTo>
                  <a:lnTo>
                    <a:pt x="2273291" y="3117911"/>
                  </a:lnTo>
                  <a:lnTo>
                    <a:pt x="2273291" y="3117288"/>
                  </a:lnTo>
                  <a:lnTo>
                    <a:pt x="2273436" y="3117288"/>
                  </a:lnTo>
                  <a:lnTo>
                    <a:pt x="2273582" y="3117288"/>
                  </a:lnTo>
                  <a:lnTo>
                    <a:pt x="2273727" y="3117288"/>
                  </a:lnTo>
                  <a:lnTo>
                    <a:pt x="2273873" y="3117288"/>
                  </a:lnTo>
                  <a:lnTo>
                    <a:pt x="2274018" y="3117288"/>
                  </a:lnTo>
                  <a:lnTo>
                    <a:pt x="2274163" y="3117288"/>
                  </a:lnTo>
                  <a:lnTo>
                    <a:pt x="2274309" y="3117288"/>
                  </a:lnTo>
                  <a:lnTo>
                    <a:pt x="2274454" y="3117288"/>
                  </a:lnTo>
                  <a:lnTo>
                    <a:pt x="2274600" y="3117288"/>
                  </a:lnTo>
                  <a:lnTo>
                    <a:pt x="2274745" y="3117288"/>
                  </a:lnTo>
                  <a:lnTo>
                    <a:pt x="2274891" y="3117288"/>
                  </a:lnTo>
                  <a:lnTo>
                    <a:pt x="2275036" y="3117288"/>
                  </a:lnTo>
                  <a:lnTo>
                    <a:pt x="2275181" y="3117288"/>
                  </a:lnTo>
                  <a:lnTo>
                    <a:pt x="2275327" y="3117288"/>
                  </a:lnTo>
                  <a:lnTo>
                    <a:pt x="2275472" y="3117288"/>
                  </a:lnTo>
                  <a:lnTo>
                    <a:pt x="2275618" y="3117288"/>
                  </a:lnTo>
                  <a:lnTo>
                    <a:pt x="2275763" y="3117288"/>
                  </a:lnTo>
                  <a:lnTo>
                    <a:pt x="2275908" y="3117288"/>
                  </a:lnTo>
                  <a:lnTo>
                    <a:pt x="2276054" y="3117288"/>
                  </a:lnTo>
                  <a:lnTo>
                    <a:pt x="2276054" y="3116664"/>
                  </a:lnTo>
                  <a:lnTo>
                    <a:pt x="2276199" y="3116664"/>
                  </a:lnTo>
                  <a:lnTo>
                    <a:pt x="2276345" y="3116664"/>
                  </a:lnTo>
                  <a:lnTo>
                    <a:pt x="2276490" y="3116664"/>
                  </a:lnTo>
                  <a:lnTo>
                    <a:pt x="2276636" y="3116664"/>
                  </a:lnTo>
                  <a:lnTo>
                    <a:pt x="2276781" y="3116664"/>
                  </a:lnTo>
                  <a:lnTo>
                    <a:pt x="2276926" y="3116664"/>
                  </a:lnTo>
                  <a:lnTo>
                    <a:pt x="2277072" y="3116664"/>
                  </a:lnTo>
                  <a:lnTo>
                    <a:pt x="2277217" y="3116664"/>
                  </a:lnTo>
                  <a:lnTo>
                    <a:pt x="2277363" y="3116664"/>
                  </a:lnTo>
                  <a:lnTo>
                    <a:pt x="2277508" y="3116664"/>
                  </a:lnTo>
                  <a:lnTo>
                    <a:pt x="2277654" y="3116664"/>
                  </a:lnTo>
                  <a:lnTo>
                    <a:pt x="2277654" y="3116040"/>
                  </a:lnTo>
                  <a:lnTo>
                    <a:pt x="2277799" y="3116040"/>
                  </a:lnTo>
                  <a:lnTo>
                    <a:pt x="2277944" y="3116040"/>
                  </a:lnTo>
                  <a:lnTo>
                    <a:pt x="2278090" y="3116040"/>
                  </a:lnTo>
                  <a:lnTo>
                    <a:pt x="2278235" y="3116040"/>
                  </a:lnTo>
                  <a:lnTo>
                    <a:pt x="2278381" y="3116040"/>
                  </a:lnTo>
                  <a:lnTo>
                    <a:pt x="2278526" y="3116040"/>
                  </a:lnTo>
                  <a:lnTo>
                    <a:pt x="2278672" y="3116040"/>
                  </a:lnTo>
                  <a:lnTo>
                    <a:pt x="2278817" y="3116040"/>
                  </a:lnTo>
                  <a:lnTo>
                    <a:pt x="2278817" y="3115417"/>
                  </a:lnTo>
                  <a:lnTo>
                    <a:pt x="2278962" y="3115417"/>
                  </a:lnTo>
                  <a:lnTo>
                    <a:pt x="2278962" y="3114793"/>
                  </a:lnTo>
                  <a:lnTo>
                    <a:pt x="2279108" y="3114793"/>
                  </a:lnTo>
                  <a:lnTo>
                    <a:pt x="2279253" y="3114793"/>
                  </a:lnTo>
                  <a:lnTo>
                    <a:pt x="2279399" y="3114793"/>
                  </a:lnTo>
                  <a:lnTo>
                    <a:pt x="2279544" y="3114793"/>
                  </a:lnTo>
                  <a:lnTo>
                    <a:pt x="2279690" y="3114793"/>
                  </a:lnTo>
                  <a:lnTo>
                    <a:pt x="2279835" y="3114793"/>
                  </a:lnTo>
                  <a:lnTo>
                    <a:pt x="2279980" y="3114793"/>
                  </a:lnTo>
                  <a:lnTo>
                    <a:pt x="2280126" y="3114793"/>
                  </a:lnTo>
                  <a:lnTo>
                    <a:pt x="2280271" y="3114793"/>
                  </a:lnTo>
                  <a:lnTo>
                    <a:pt x="2280271" y="3114170"/>
                  </a:lnTo>
                  <a:lnTo>
                    <a:pt x="2280271" y="3113546"/>
                  </a:lnTo>
                  <a:lnTo>
                    <a:pt x="2280417" y="3113546"/>
                  </a:lnTo>
                  <a:lnTo>
                    <a:pt x="2280417" y="3112922"/>
                  </a:lnTo>
                  <a:lnTo>
                    <a:pt x="2280417" y="3112299"/>
                  </a:lnTo>
                  <a:lnTo>
                    <a:pt x="2280417" y="3111675"/>
                  </a:lnTo>
                  <a:lnTo>
                    <a:pt x="2280562" y="3111675"/>
                  </a:lnTo>
                  <a:lnTo>
                    <a:pt x="2280708" y="3111675"/>
                  </a:lnTo>
                  <a:lnTo>
                    <a:pt x="2280708" y="3111052"/>
                  </a:lnTo>
                  <a:lnTo>
                    <a:pt x="2280708" y="3110428"/>
                  </a:lnTo>
                  <a:lnTo>
                    <a:pt x="2280853" y="3110428"/>
                  </a:lnTo>
                  <a:lnTo>
                    <a:pt x="2280998" y="3110428"/>
                  </a:lnTo>
                  <a:lnTo>
                    <a:pt x="2281144" y="3110428"/>
                  </a:lnTo>
                  <a:lnTo>
                    <a:pt x="2281289" y="3110428"/>
                  </a:lnTo>
                  <a:lnTo>
                    <a:pt x="2281435" y="3110428"/>
                  </a:lnTo>
                  <a:lnTo>
                    <a:pt x="2281580" y="3110428"/>
                  </a:lnTo>
                  <a:lnTo>
                    <a:pt x="2281726" y="3110428"/>
                  </a:lnTo>
                  <a:lnTo>
                    <a:pt x="2281871" y="3110428"/>
                  </a:lnTo>
                  <a:lnTo>
                    <a:pt x="2282016" y="3110428"/>
                  </a:lnTo>
                  <a:lnTo>
                    <a:pt x="2282162" y="3110428"/>
                  </a:lnTo>
                  <a:lnTo>
                    <a:pt x="2282307" y="3110428"/>
                  </a:lnTo>
                  <a:lnTo>
                    <a:pt x="2282307" y="3109805"/>
                  </a:lnTo>
                  <a:lnTo>
                    <a:pt x="2282307" y="3109181"/>
                  </a:lnTo>
                  <a:lnTo>
                    <a:pt x="2282453" y="3109181"/>
                  </a:lnTo>
                  <a:lnTo>
                    <a:pt x="2282453" y="3108557"/>
                  </a:lnTo>
                  <a:lnTo>
                    <a:pt x="2282598" y="3108557"/>
                  </a:lnTo>
                  <a:lnTo>
                    <a:pt x="2282743" y="3108557"/>
                  </a:lnTo>
                  <a:lnTo>
                    <a:pt x="2282889" y="3108557"/>
                  </a:lnTo>
                  <a:lnTo>
                    <a:pt x="2283034" y="3108557"/>
                  </a:lnTo>
                  <a:lnTo>
                    <a:pt x="2283180" y="3108557"/>
                  </a:lnTo>
                  <a:lnTo>
                    <a:pt x="2283325" y="3108557"/>
                  </a:lnTo>
                  <a:lnTo>
                    <a:pt x="2283471" y="3108557"/>
                  </a:lnTo>
                  <a:lnTo>
                    <a:pt x="2283616" y="3108557"/>
                  </a:lnTo>
                  <a:lnTo>
                    <a:pt x="2283616" y="3107934"/>
                  </a:lnTo>
                  <a:lnTo>
                    <a:pt x="2283761" y="3107934"/>
                  </a:lnTo>
                  <a:lnTo>
                    <a:pt x="2283907" y="3107934"/>
                  </a:lnTo>
                  <a:lnTo>
                    <a:pt x="2284052" y="3107934"/>
                  </a:lnTo>
                  <a:lnTo>
                    <a:pt x="2284198" y="3107934"/>
                  </a:lnTo>
                  <a:lnTo>
                    <a:pt x="2284198" y="3107310"/>
                  </a:lnTo>
                  <a:lnTo>
                    <a:pt x="2284343" y="3107310"/>
                  </a:lnTo>
                  <a:lnTo>
                    <a:pt x="2284489" y="3107310"/>
                  </a:lnTo>
                  <a:lnTo>
                    <a:pt x="2284634" y="3107310"/>
                  </a:lnTo>
                  <a:lnTo>
                    <a:pt x="2284779" y="3107310"/>
                  </a:lnTo>
                  <a:lnTo>
                    <a:pt x="2284925" y="3107310"/>
                  </a:lnTo>
                  <a:lnTo>
                    <a:pt x="2285070" y="3107310"/>
                  </a:lnTo>
                  <a:lnTo>
                    <a:pt x="2285070" y="3106687"/>
                  </a:lnTo>
                  <a:lnTo>
                    <a:pt x="2285216" y="3106687"/>
                  </a:lnTo>
                  <a:lnTo>
                    <a:pt x="2285361" y="3106687"/>
                  </a:lnTo>
                  <a:lnTo>
                    <a:pt x="2285507" y="3106687"/>
                  </a:lnTo>
                  <a:lnTo>
                    <a:pt x="2285652" y="3106687"/>
                  </a:lnTo>
                  <a:lnTo>
                    <a:pt x="2285797" y="3106687"/>
                  </a:lnTo>
                  <a:lnTo>
                    <a:pt x="2285797" y="3106063"/>
                  </a:lnTo>
                  <a:lnTo>
                    <a:pt x="2285943" y="3106063"/>
                  </a:lnTo>
                  <a:lnTo>
                    <a:pt x="2286088" y="3106063"/>
                  </a:lnTo>
                  <a:lnTo>
                    <a:pt x="2286234" y="3106063"/>
                  </a:lnTo>
                  <a:lnTo>
                    <a:pt x="2286234" y="3105439"/>
                  </a:lnTo>
                  <a:lnTo>
                    <a:pt x="2286234" y="3104816"/>
                  </a:lnTo>
                  <a:lnTo>
                    <a:pt x="2286379" y="3104816"/>
                  </a:lnTo>
                  <a:lnTo>
                    <a:pt x="2286525" y="3104816"/>
                  </a:lnTo>
                  <a:lnTo>
                    <a:pt x="2286670" y="3104816"/>
                  </a:lnTo>
                  <a:lnTo>
                    <a:pt x="2286815" y="3104816"/>
                  </a:lnTo>
                  <a:lnTo>
                    <a:pt x="2286815" y="3104192"/>
                  </a:lnTo>
                  <a:lnTo>
                    <a:pt x="2286961" y="3104192"/>
                  </a:lnTo>
                  <a:lnTo>
                    <a:pt x="2286961" y="3103569"/>
                  </a:lnTo>
                  <a:lnTo>
                    <a:pt x="2287106" y="3103569"/>
                  </a:lnTo>
                  <a:lnTo>
                    <a:pt x="2287252" y="3103569"/>
                  </a:lnTo>
                  <a:lnTo>
                    <a:pt x="2287397" y="3103569"/>
                  </a:lnTo>
                  <a:lnTo>
                    <a:pt x="2287543" y="3103569"/>
                  </a:lnTo>
                  <a:lnTo>
                    <a:pt x="2287688" y="3103569"/>
                  </a:lnTo>
                  <a:lnTo>
                    <a:pt x="2287833" y="3103569"/>
                  </a:lnTo>
                  <a:lnTo>
                    <a:pt x="2287979" y="3103569"/>
                  </a:lnTo>
                  <a:lnTo>
                    <a:pt x="2288124" y="3103569"/>
                  </a:lnTo>
                  <a:lnTo>
                    <a:pt x="2288270" y="3103569"/>
                  </a:lnTo>
                  <a:lnTo>
                    <a:pt x="2288415" y="3103569"/>
                  </a:lnTo>
                  <a:lnTo>
                    <a:pt x="2288561" y="3103569"/>
                  </a:lnTo>
                  <a:lnTo>
                    <a:pt x="2288561" y="3102945"/>
                  </a:lnTo>
                  <a:lnTo>
                    <a:pt x="2288561" y="3102322"/>
                  </a:lnTo>
                  <a:lnTo>
                    <a:pt x="2288706" y="3102322"/>
                  </a:lnTo>
                  <a:lnTo>
                    <a:pt x="2288851" y="3102322"/>
                  </a:lnTo>
                  <a:lnTo>
                    <a:pt x="2288997" y="3102322"/>
                  </a:lnTo>
                  <a:lnTo>
                    <a:pt x="2288997" y="3101698"/>
                  </a:lnTo>
                  <a:lnTo>
                    <a:pt x="2289142" y="3101698"/>
                  </a:lnTo>
                  <a:lnTo>
                    <a:pt x="2289288" y="3101698"/>
                  </a:lnTo>
                  <a:lnTo>
                    <a:pt x="2289433" y="3101698"/>
                  </a:lnTo>
                  <a:lnTo>
                    <a:pt x="2289578" y="3101698"/>
                  </a:lnTo>
                  <a:lnTo>
                    <a:pt x="2289724" y="3101698"/>
                  </a:lnTo>
                  <a:lnTo>
                    <a:pt x="2289869" y="3101698"/>
                  </a:lnTo>
                  <a:lnTo>
                    <a:pt x="2289869" y="3101074"/>
                  </a:lnTo>
                  <a:lnTo>
                    <a:pt x="2290015" y="3101074"/>
                  </a:lnTo>
                  <a:lnTo>
                    <a:pt x="2290015" y="3100451"/>
                  </a:lnTo>
                  <a:lnTo>
                    <a:pt x="2290160" y="3100451"/>
                  </a:lnTo>
                  <a:lnTo>
                    <a:pt x="2290306" y="3100451"/>
                  </a:lnTo>
                  <a:lnTo>
                    <a:pt x="2290306" y="3099827"/>
                  </a:lnTo>
                  <a:lnTo>
                    <a:pt x="2290306" y="3099204"/>
                  </a:lnTo>
                  <a:lnTo>
                    <a:pt x="2290451" y="3099204"/>
                  </a:lnTo>
                  <a:lnTo>
                    <a:pt x="2290596" y="3099204"/>
                  </a:lnTo>
                  <a:lnTo>
                    <a:pt x="2290742" y="3099204"/>
                  </a:lnTo>
                  <a:lnTo>
                    <a:pt x="2290742" y="3098580"/>
                  </a:lnTo>
                  <a:lnTo>
                    <a:pt x="2290887" y="3098580"/>
                  </a:lnTo>
                  <a:lnTo>
                    <a:pt x="2290887" y="3097956"/>
                  </a:lnTo>
                  <a:lnTo>
                    <a:pt x="2291033" y="3097956"/>
                  </a:lnTo>
                  <a:lnTo>
                    <a:pt x="2291178" y="3097956"/>
                  </a:lnTo>
                  <a:lnTo>
                    <a:pt x="2291178" y="3097333"/>
                  </a:lnTo>
                  <a:lnTo>
                    <a:pt x="2291324" y="3097333"/>
                  </a:lnTo>
                  <a:lnTo>
                    <a:pt x="2291469" y="3097333"/>
                  </a:lnTo>
                  <a:lnTo>
                    <a:pt x="2291614" y="3097333"/>
                  </a:lnTo>
                  <a:lnTo>
                    <a:pt x="2291760" y="3097333"/>
                  </a:lnTo>
                  <a:lnTo>
                    <a:pt x="2291905" y="3097333"/>
                  </a:lnTo>
                  <a:lnTo>
                    <a:pt x="2292051" y="3097333"/>
                  </a:lnTo>
                  <a:lnTo>
                    <a:pt x="2292051" y="3096709"/>
                  </a:lnTo>
                  <a:lnTo>
                    <a:pt x="2292196" y="3096709"/>
                  </a:lnTo>
                  <a:lnTo>
                    <a:pt x="2292342" y="3096709"/>
                  </a:lnTo>
                  <a:lnTo>
                    <a:pt x="2292342" y="3096086"/>
                  </a:lnTo>
                  <a:lnTo>
                    <a:pt x="2292342" y="3095462"/>
                  </a:lnTo>
                  <a:lnTo>
                    <a:pt x="2292487" y="3095462"/>
                  </a:lnTo>
                  <a:lnTo>
                    <a:pt x="2292632" y="3095462"/>
                  </a:lnTo>
                  <a:lnTo>
                    <a:pt x="2292778" y="3095462"/>
                  </a:lnTo>
                  <a:lnTo>
                    <a:pt x="2292923" y="3095462"/>
                  </a:lnTo>
                  <a:lnTo>
                    <a:pt x="2293069" y="3095462"/>
                  </a:lnTo>
                  <a:lnTo>
                    <a:pt x="2293069" y="3094839"/>
                  </a:lnTo>
                  <a:lnTo>
                    <a:pt x="2293214" y="3094839"/>
                  </a:lnTo>
                  <a:lnTo>
                    <a:pt x="2293214" y="3094215"/>
                  </a:lnTo>
                  <a:lnTo>
                    <a:pt x="2293214" y="3093591"/>
                  </a:lnTo>
                  <a:lnTo>
                    <a:pt x="2293360" y="3093591"/>
                  </a:lnTo>
                  <a:lnTo>
                    <a:pt x="2293505" y="3093591"/>
                  </a:lnTo>
                  <a:lnTo>
                    <a:pt x="2293650" y="3093591"/>
                  </a:lnTo>
                  <a:lnTo>
                    <a:pt x="2293796" y="3093591"/>
                  </a:lnTo>
                  <a:lnTo>
                    <a:pt x="2293941" y="3093591"/>
                  </a:lnTo>
                  <a:lnTo>
                    <a:pt x="2294087" y="3093591"/>
                  </a:lnTo>
                  <a:lnTo>
                    <a:pt x="2294232" y="3093591"/>
                  </a:lnTo>
                  <a:lnTo>
                    <a:pt x="2294232" y="3092968"/>
                  </a:lnTo>
                  <a:lnTo>
                    <a:pt x="2294232" y="3092344"/>
                  </a:lnTo>
                  <a:lnTo>
                    <a:pt x="2294378" y="3092344"/>
                  </a:lnTo>
                  <a:lnTo>
                    <a:pt x="2294523" y="3092344"/>
                  </a:lnTo>
                  <a:lnTo>
                    <a:pt x="2294668" y="3092344"/>
                  </a:lnTo>
                  <a:lnTo>
                    <a:pt x="2294668" y="3091721"/>
                  </a:lnTo>
                  <a:lnTo>
                    <a:pt x="2294668" y="3091097"/>
                  </a:lnTo>
                  <a:lnTo>
                    <a:pt x="2294668" y="3090473"/>
                  </a:lnTo>
                  <a:lnTo>
                    <a:pt x="2294814" y="3090473"/>
                  </a:lnTo>
                  <a:lnTo>
                    <a:pt x="2294959" y="3090473"/>
                  </a:lnTo>
                  <a:lnTo>
                    <a:pt x="2295105" y="3090473"/>
                  </a:lnTo>
                  <a:lnTo>
                    <a:pt x="2295250" y="3090473"/>
                  </a:lnTo>
                  <a:lnTo>
                    <a:pt x="2295396" y="3090473"/>
                  </a:lnTo>
                  <a:lnTo>
                    <a:pt x="2295541" y="3090473"/>
                  </a:lnTo>
                  <a:lnTo>
                    <a:pt x="2295686" y="3090473"/>
                  </a:lnTo>
                  <a:lnTo>
                    <a:pt x="2295832" y="3090473"/>
                  </a:lnTo>
                  <a:lnTo>
                    <a:pt x="2295977" y="3090473"/>
                  </a:lnTo>
                  <a:lnTo>
                    <a:pt x="2296123" y="3090473"/>
                  </a:lnTo>
                  <a:lnTo>
                    <a:pt x="2296268" y="3090473"/>
                  </a:lnTo>
                  <a:lnTo>
                    <a:pt x="2296413" y="3090473"/>
                  </a:lnTo>
                  <a:lnTo>
                    <a:pt x="2296559" y="3090473"/>
                  </a:lnTo>
                  <a:lnTo>
                    <a:pt x="2296704" y="3090473"/>
                  </a:lnTo>
                  <a:lnTo>
                    <a:pt x="2296850" y="3090473"/>
                  </a:lnTo>
                  <a:lnTo>
                    <a:pt x="2296995" y="3090473"/>
                  </a:lnTo>
                  <a:lnTo>
                    <a:pt x="2297141" y="3090473"/>
                  </a:lnTo>
                  <a:lnTo>
                    <a:pt x="2297286" y="3090473"/>
                  </a:lnTo>
                  <a:lnTo>
                    <a:pt x="2297431" y="3090473"/>
                  </a:lnTo>
                  <a:lnTo>
                    <a:pt x="2297431" y="3089850"/>
                  </a:lnTo>
                  <a:lnTo>
                    <a:pt x="2297431" y="3089226"/>
                  </a:lnTo>
                  <a:lnTo>
                    <a:pt x="2297577" y="3089226"/>
                  </a:lnTo>
                  <a:lnTo>
                    <a:pt x="2297577" y="3088603"/>
                  </a:lnTo>
                  <a:lnTo>
                    <a:pt x="2297722" y="3088603"/>
                  </a:lnTo>
                  <a:lnTo>
                    <a:pt x="2297868" y="3088603"/>
                  </a:lnTo>
                  <a:lnTo>
                    <a:pt x="2298013" y="3088603"/>
                  </a:lnTo>
                  <a:lnTo>
                    <a:pt x="2298159" y="3088603"/>
                  </a:lnTo>
                  <a:lnTo>
                    <a:pt x="2298159" y="3087979"/>
                  </a:lnTo>
                  <a:lnTo>
                    <a:pt x="2298304" y="3087979"/>
                  </a:lnTo>
                  <a:lnTo>
                    <a:pt x="2298304" y="3087356"/>
                  </a:lnTo>
                  <a:lnTo>
                    <a:pt x="2298449" y="3087356"/>
                  </a:lnTo>
                  <a:lnTo>
                    <a:pt x="2298595" y="3087356"/>
                  </a:lnTo>
                  <a:lnTo>
                    <a:pt x="2298740" y="3087356"/>
                  </a:lnTo>
                  <a:lnTo>
                    <a:pt x="2298740" y="3086732"/>
                  </a:lnTo>
                  <a:lnTo>
                    <a:pt x="2298886" y="3086732"/>
                  </a:lnTo>
                  <a:lnTo>
                    <a:pt x="2299031" y="3086732"/>
                  </a:lnTo>
                  <a:lnTo>
                    <a:pt x="2299177" y="3086732"/>
                  </a:lnTo>
                  <a:lnTo>
                    <a:pt x="2299177" y="3086108"/>
                  </a:lnTo>
                  <a:lnTo>
                    <a:pt x="2299322" y="3086108"/>
                  </a:lnTo>
                  <a:lnTo>
                    <a:pt x="2299467" y="3086108"/>
                  </a:lnTo>
                  <a:lnTo>
                    <a:pt x="2299613" y="3086108"/>
                  </a:lnTo>
                  <a:lnTo>
                    <a:pt x="2299758" y="3086108"/>
                  </a:lnTo>
                  <a:lnTo>
                    <a:pt x="2299904" y="3086108"/>
                  </a:lnTo>
                  <a:lnTo>
                    <a:pt x="2300049" y="3086108"/>
                  </a:lnTo>
                  <a:lnTo>
                    <a:pt x="2300195" y="3086108"/>
                  </a:lnTo>
                  <a:lnTo>
                    <a:pt x="2300340" y="3086108"/>
                  </a:lnTo>
                  <a:lnTo>
                    <a:pt x="2300485" y="3086108"/>
                  </a:lnTo>
                  <a:lnTo>
                    <a:pt x="2300631" y="3086108"/>
                  </a:lnTo>
                  <a:lnTo>
                    <a:pt x="2300776" y="3086108"/>
                  </a:lnTo>
                  <a:lnTo>
                    <a:pt x="2300922" y="3086108"/>
                  </a:lnTo>
                  <a:lnTo>
                    <a:pt x="2300922" y="3085485"/>
                  </a:lnTo>
                  <a:lnTo>
                    <a:pt x="2301067" y="3085485"/>
                  </a:lnTo>
                  <a:lnTo>
                    <a:pt x="2301213" y="3085485"/>
                  </a:lnTo>
                  <a:lnTo>
                    <a:pt x="2301358" y="3085485"/>
                  </a:lnTo>
                  <a:lnTo>
                    <a:pt x="2301503" y="3085485"/>
                  </a:lnTo>
                  <a:lnTo>
                    <a:pt x="2301649" y="3085485"/>
                  </a:lnTo>
                  <a:lnTo>
                    <a:pt x="2301649" y="3084861"/>
                  </a:lnTo>
                  <a:lnTo>
                    <a:pt x="2301794" y="3084861"/>
                  </a:lnTo>
                  <a:lnTo>
                    <a:pt x="2301940" y="3084861"/>
                  </a:lnTo>
                  <a:lnTo>
                    <a:pt x="2302085" y="3084861"/>
                  </a:lnTo>
                  <a:lnTo>
                    <a:pt x="2302231" y="3084861"/>
                  </a:lnTo>
                  <a:lnTo>
                    <a:pt x="2302376" y="3084861"/>
                  </a:lnTo>
                  <a:lnTo>
                    <a:pt x="2302521" y="3084861"/>
                  </a:lnTo>
                  <a:lnTo>
                    <a:pt x="2302667" y="3084861"/>
                  </a:lnTo>
                  <a:lnTo>
                    <a:pt x="2302812" y="3084861"/>
                  </a:lnTo>
                  <a:lnTo>
                    <a:pt x="2302958" y="3084861"/>
                  </a:lnTo>
                  <a:lnTo>
                    <a:pt x="2303103" y="3084861"/>
                  </a:lnTo>
                  <a:lnTo>
                    <a:pt x="2303103" y="3084238"/>
                  </a:lnTo>
                  <a:lnTo>
                    <a:pt x="2303248" y="3084238"/>
                  </a:lnTo>
                  <a:lnTo>
                    <a:pt x="2303394" y="3084238"/>
                  </a:lnTo>
                  <a:lnTo>
                    <a:pt x="2303539" y="3084238"/>
                  </a:lnTo>
                  <a:lnTo>
                    <a:pt x="2303685" y="3084238"/>
                  </a:lnTo>
                  <a:lnTo>
                    <a:pt x="2303685" y="3083614"/>
                  </a:lnTo>
                  <a:lnTo>
                    <a:pt x="2303830" y="3083614"/>
                  </a:lnTo>
                  <a:lnTo>
                    <a:pt x="2303976" y="3083614"/>
                  </a:lnTo>
                  <a:lnTo>
                    <a:pt x="2304121" y="3083614"/>
                  </a:lnTo>
                  <a:lnTo>
                    <a:pt x="2304266" y="3083614"/>
                  </a:lnTo>
                  <a:lnTo>
                    <a:pt x="2304266" y="3082990"/>
                  </a:lnTo>
                  <a:lnTo>
                    <a:pt x="2304412" y="3082990"/>
                  </a:lnTo>
                  <a:lnTo>
                    <a:pt x="2304557" y="3082990"/>
                  </a:lnTo>
                  <a:lnTo>
                    <a:pt x="2304703" y="3082990"/>
                  </a:lnTo>
                  <a:lnTo>
                    <a:pt x="2304848" y="3082990"/>
                  </a:lnTo>
                  <a:lnTo>
                    <a:pt x="2304848" y="3082367"/>
                  </a:lnTo>
                  <a:lnTo>
                    <a:pt x="2304994" y="3082367"/>
                  </a:lnTo>
                  <a:lnTo>
                    <a:pt x="2304994" y="3081743"/>
                  </a:lnTo>
                  <a:lnTo>
                    <a:pt x="2305139" y="3081743"/>
                  </a:lnTo>
                  <a:lnTo>
                    <a:pt x="2305284" y="3081743"/>
                  </a:lnTo>
                  <a:lnTo>
                    <a:pt x="2305430" y="3081743"/>
                  </a:lnTo>
                  <a:lnTo>
                    <a:pt x="2305575" y="3081743"/>
                  </a:lnTo>
                  <a:lnTo>
                    <a:pt x="2305721" y="3081743"/>
                  </a:lnTo>
                  <a:lnTo>
                    <a:pt x="2305866" y="3081743"/>
                  </a:lnTo>
                  <a:lnTo>
                    <a:pt x="2306012" y="3081743"/>
                  </a:lnTo>
                  <a:lnTo>
                    <a:pt x="2306157" y="3081743"/>
                  </a:lnTo>
                  <a:lnTo>
                    <a:pt x="2306302" y="3081743"/>
                  </a:lnTo>
                  <a:lnTo>
                    <a:pt x="2306448" y="3081743"/>
                  </a:lnTo>
                  <a:lnTo>
                    <a:pt x="2306593" y="3081743"/>
                  </a:lnTo>
                  <a:lnTo>
                    <a:pt x="2306739" y="3081743"/>
                  </a:lnTo>
                  <a:lnTo>
                    <a:pt x="2306884" y="3081743"/>
                  </a:lnTo>
                  <a:lnTo>
                    <a:pt x="2307030" y="3081743"/>
                  </a:lnTo>
                  <a:lnTo>
                    <a:pt x="2307175" y="3081743"/>
                  </a:lnTo>
                  <a:lnTo>
                    <a:pt x="2307320" y="3081743"/>
                  </a:lnTo>
                  <a:lnTo>
                    <a:pt x="2307466" y="3081743"/>
                  </a:lnTo>
                  <a:lnTo>
                    <a:pt x="2307611" y="3081743"/>
                  </a:lnTo>
                  <a:lnTo>
                    <a:pt x="2307611" y="3081120"/>
                  </a:lnTo>
                  <a:lnTo>
                    <a:pt x="2307757" y="3081120"/>
                  </a:lnTo>
                  <a:lnTo>
                    <a:pt x="2307902" y="3081120"/>
                  </a:lnTo>
                  <a:lnTo>
                    <a:pt x="2308048" y="3081120"/>
                  </a:lnTo>
                  <a:lnTo>
                    <a:pt x="2308193" y="3081120"/>
                  </a:lnTo>
                  <a:lnTo>
                    <a:pt x="2308338" y="3081120"/>
                  </a:lnTo>
                  <a:lnTo>
                    <a:pt x="2308484" y="3081120"/>
                  </a:lnTo>
                  <a:lnTo>
                    <a:pt x="2308629" y="3081120"/>
                  </a:lnTo>
                  <a:lnTo>
                    <a:pt x="2308775" y="3081120"/>
                  </a:lnTo>
                  <a:lnTo>
                    <a:pt x="2308920" y="3081120"/>
                  </a:lnTo>
                  <a:lnTo>
                    <a:pt x="2309065" y="3081120"/>
                  </a:lnTo>
                  <a:lnTo>
                    <a:pt x="2309211" y="3081120"/>
                  </a:lnTo>
                  <a:lnTo>
                    <a:pt x="2309356" y="3081120"/>
                  </a:lnTo>
                  <a:lnTo>
                    <a:pt x="2309502" y="3081120"/>
                  </a:lnTo>
                  <a:lnTo>
                    <a:pt x="2309647" y="3081120"/>
                  </a:lnTo>
                  <a:lnTo>
                    <a:pt x="2309793" y="3081120"/>
                  </a:lnTo>
                  <a:lnTo>
                    <a:pt x="2309938" y="3081120"/>
                  </a:lnTo>
                  <a:lnTo>
                    <a:pt x="2310083" y="3081120"/>
                  </a:lnTo>
                  <a:lnTo>
                    <a:pt x="2310229" y="3081120"/>
                  </a:lnTo>
                  <a:lnTo>
                    <a:pt x="2310374" y="3081120"/>
                  </a:lnTo>
                  <a:lnTo>
                    <a:pt x="2310374" y="3080496"/>
                  </a:lnTo>
                  <a:lnTo>
                    <a:pt x="2310520" y="3080496"/>
                  </a:lnTo>
                  <a:lnTo>
                    <a:pt x="2310665" y="3080496"/>
                  </a:lnTo>
                  <a:lnTo>
                    <a:pt x="2310811" y="3080496"/>
                  </a:lnTo>
                  <a:lnTo>
                    <a:pt x="2310956" y="3080496"/>
                  </a:lnTo>
                  <a:lnTo>
                    <a:pt x="2310956" y="3079873"/>
                  </a:lnTo>
                  <a:lnTo>
                    <a:pt x="2311101" y="3079873"/>
                  </a:lnTo>
                  <a:lnTo>
                    <a:pt x="2311101" y="3079249"/>
                  </a:lnTo>
                  <a:lnTo>
                    <a:pt x="2311247" y="3079249"/>
                  </a:lnTo>
                  <a:lnTo>
                    <a:pt x="2311392" y="3079249"/>
                  </a:lnTo>
                  <a:lnTo>
                    <a:pt x="2311392" y="3078625"/>
                  </a:lnTo>
                  <a:lnTo>
                    <a:pt x="2311538" y="3078625"/>
                  </a:lnTo>
                  <a:lnTo>
                    <a:pt x="2311683" y="3078625"/>
                  </a:lnTo>
                  <a:lnTo>
                    <a:pt x="2311829" y="3078625"/>
                  </a:lnTo>
                  <a:lnTo>
                    <a:pt x="2311974" y="3078625"/>
                  </a:lnTo>
                  <a:lnTo>
                    <a:pt x="2312119" y="3078625"/>
                  </a:lnTo>
                  <a:lnTo>
                    <a:pt x="2312119" y="3078002"/>
                  </a:lnTo>
                  <a:lnTo>
                    <a:pt x="2312119" y="3077378"/>
                  </a:lnTo>
                  <a:lnTo>
                    <a:pt x="2312265" y="3077378"/>
                  </a:lnTo>
                  <a:lnTo>
                    <a:pt x="2312410" y="3077378"/>
                  </a:lnTo>
                  <a:lnTo>
                    <a:pt x="2312556" y="3077378"/>
                  </a:lnTo>
                  <a:lnTo>
                    <a:pt x="2312701" y="3077378"/>
                  </a:lnTo>
                  <a:lnTo>
                    <a:pt x="2312701" y="3076755"/>
                  </a:lnTo>
                  <a:lnTo>
                    <a:pt x="2312847" y="3076755"/>
                  </a:lnTo>
                  <a:lnTo>
                    <a:pt x="2312847" y="3076131"/>
                  </a:lnTo>
                  <a:lnTo>
                    <a:pt x="2312992" y="3076131"/>
                  </a:lnTo>
                  <a:lnTo>
                    <a:pt x="2313137" y="3076131"/>
                  </a:lnTo>
                  <a:lnTo>
                    <a:pt x="2313283" y="3076131"/>
                  </a:lnTo>
                  <a:lnTo>
                    <a:pt x="2313428" y="3076131"/>
                  </a:lnTo>
                  <a:lnTo>
                    <a:pt x="2313574" y="3076131"/>
                  </a:lnTo>
                  <a:lnTo>
                    <a:pt x="2313719" y="3076131"/>
                  </a:lnTo>
                  <a:lnTo>
                    <a:pt x="2313865" y="3076131"/>
                  </a:lnTo>
                  <a:lnTo>
                    <a:pt x="2314010" y="3076131"/>
                  </a:lnTo>
                  <a:lnTo>
                    <a:pt x="2314155" y="3076131"/>
                  </a:lnTo>
                  <a:lnTo>
                    <a:pt x="2314301" y="3076131"/>
                  </a:lnTo>
                  <a:lnTo>
                    <a:pt x="2314446" y="3076131"/>
                  </a:lnTo>
                  <a:lnTo>
                    <a:pt x="2314592" y="3076131"/>
                  </a:lnTo>
                  <a:lnTo>
                    <a:pt x="2314737" y="3076131"/>
                  </a:lnTo>
                  <a:lnTo>
                    <a:pt x="2314883" y="3076131"/>
                  </a:lnTo>
                  <a:lnTo>
                    <a:pt x="2315028" y="3076131"/>
                  </a:lnTo>
                  <a:lnTo>
                    <a:pt x="2315173" y="3076131"/>
                  </a:lnTo>
                  <a:lnTo>
                    <a:pt x="2315173" y="3075507"/>
                  </a:lnTo>
                  <a:lnTo>
                    <a:pt x="2315319" y="3075507"/>
                  </a:lnTo>
                  <a:lnTo>
                    <a:pt x="2315319" y="3074884"/>
                  </a:lnTo>
                  <a:lnTo>
                    <a:pt x="2315464" y="3074884"/>
                  </a:lnTo>
                  <a:lnTo>
                    <a:pt x="2315610" y="3074884"/>
                  </a:lnTo>
                  <a:lnTo>
                    <a:pt x="2315755" y="3074884"/>
                  </a:lnTo>
                  <a:lnTo>
                    <a:pt x="2315900" y="3074884"/>
                  </a:lnTo>
                  <a:lnTo>
                    <a:pt x="2316046" y="3074884"/>
                  </a:lnTo>
                  <a:lnTo>
                    <a:pt x="2316191" y="3074884"/>
                  </a:lnTo>
                  <a:lnTo>
                    <a:pt x="2316337" y="3074884"/>
                  </a:lnTo>
                  <a:lnTo>
                    <a:pt x="2316337" y="3074260"/>
                  </a:lnTo>
                  <a:lnTo>
                    <a:pt x="2316337" y="3073637"/>
                  </a:lnTo>
                  <a:lnTo>
                    <a:pt x="2316482" y="3073637"/>
                  </a:lnTo>
                  <a:lnTo>
                    <a:pt x="2316628" y="3073637"/>
                  </a:lnTo>
                  <a:lnTo>
                    <a:pt x="2316773" y="3073637"/>
                  </a:lnTo>
                  <a:lnTo>
                    <a:pt x="2316918" y="3073637"/>
                  </a:lnTo>
                  <a:lnTo>
                    <a:pt x="2317064" y="3073637"/>
                  </a:lnTo>
                  <a:lnTo>
                    <a:pt x="2317209" y="3073637"/>
                  </a:lnTo>
                  <a:lnTo>
                    <a:pt x="2317209" y="3073013"/>
                  </a:lnTo>
                  <a:lnTo>
                    <a:pt x="2317209" y="3072390"/>
                  </a:lnTo>
                  <a:lnTo>
                    <a:pt x="2317209" y="3071766"/>
                  </a:lnTo>
                  <a:lnTo>
                    <a:pt x="2317355" y="3071766"/>
                  </a:lnTo>
                  <a:lnTo>
                    <a:pt x="2317500" y="3071766"/>
                  </a:lnTo>
                  <a:lnTo>
                    <a:pt x="2317500" y="3071142"/>
                  </a:lnTo>
                  <a:lnTo>
                    <a:pt x="2317646" y="3071142"/>
                  </a:lnTo>
                  <a:lnTo>
                    <a:pt x="2317791" y="3071142"/>
                  </a:lnTo>
                  <a:lnTo>
                    <a:pt x="2317791" y="3070519"/>
                  </a:lnTo>
                  <a:lnTo>
                    <a:pt x="2317791" y="3069895"/>
                  </a:lnTo>
                  <a:lnTo>
                    <a:pt x="2317936" y="3069895"/>
                  </a:lnTo>
                  <a:lnTo>
                    <a:pt x="2317936" y="3069272"/>
                  </a:lnTo>
                  <a:lnTo>
                    <a:pt x="2318082" y="3069272"/>
                  </a:lnTo>
                  <a:lnTo>
                    <a:pt x="2318227" y="3069272"/>
                  </a:lnTo>
                  <a:lnTo>
                    <a:pt x="2318227" y="3068648"/>
                  </a:lnTo>
                  <a:lnTo>
                    <a:pt x="2318227" y="3068025"/>
                  </a:lnTo>
                  <a:lnTo>
                    <a:pt x="2318373" y="3068025"/>
                  </a:lnTo>
                  <a:lnTo>
                    <a:pt x="2318518" y="3068025"/>
                  </a:lnTo>
                  <a:lnTo>
                    <a:pt x="2318664" y="3068025"/>
                  </a:lnTo>
                  <a:lnTo>
                    <a:pt x="2318809" y="3068025"/>
                  </a:lnTo>
                  <a:lnTo>
                    <a:pt x="2318954" y="3068025"/>
                  </a:lnTo>
                  <a:lnTo>
                    <a:pt x="2319100" y="3068025"/>
                  </a:lnTo>
                  <a:lnTo>
                    <a:pt x="2319245" y="3068025"/>
                  </a:lnTo>
                  <a:lnTo>
                    <a:pt x="2319391" y="3068025"/>
                  </a:lnTo>
                  <a:lnTo>
                    <a:pt x="2319536" y="3068025"/>
                  </a:lnTo>
                  <a:lnTo>
                    <a:pt x="2319682" y="3068025"/>
                  </a:lnTo>
                  <a:lnTo>
                    <a:pt x="2319827" y="3068025"/>
                  </a:lnTo>
                  <a:lnTo>
                    <a:pt x="2319827" y="3067401"/>
                  </a:lnTo>
                  <a:lnTo>
                    <a:pt x="2319972" y="3067401"/>
                  </a:lnTo>
                  <a:lnTo>
                    <a:pt x="2320118" y="3067401"/>
                  </a:lnTo>
                  <a:lnTo>
                    <a:pt x="2320118" y="3066777"/>
                  </a:lnTo>
                  <a:lnTo>
                    <a:pt x="2320263" y="3066777"/>
                  </a:lnTo>
                  <a:lnTo>
                    <a:pt x="2320409" y="3066777"/>
                  </a:lnTo>
                  <a:lnTo>
                    <a:pt x="2320554" y="3066777"/>
                  </a:lnTo>
                  <a:lnTo>
                    <a:pt x="2320700" y="3066777"/>
                  </a:lnTo>
                  <a:lnTo>
                    <a:pt x="2320845" y="3066777"/>
                  </a:lnTo>
                  <a:lnTo>
                    <a:pt x="2320990" y="3066777"/>
                  </a:lnTo>
                  <a:lnTo>
                    <a:pt x="2321136" y="3066777"/>
                  </a:lnTo>
                  <a:lnTo>
                    <a:pt x="2321281" y="3066777"/>
                  </a:lnTo>
                  <a:lnTo>
                    <a:pt x="2321427" y="3066777"/>
                  </a:lnTo>
                  <a:lnTo>
                    <a:pt x="2321572" y="3066777"/>
                  </a:lnTo>
                  <a:lnTo>
                    <a:pt x="2321718" y="3066777"/>
                  </a:lnTo>
                  <a:lnTo>
                    <a:pt x="2321863" y="3066777"/>
                  </a:lnTo>
                  <a:lnTo>
                    <a:pt x="2322008" y="3066777"/>
                  </a:lnTo>
                  <a:lnTo>
                    <a:pt x="2322154" y="3066777"/>
                  </a:lnTo>
                  <a:lnTo>
                    <a:pt x="2322299" y="3066777"/>
                  </a:lnTo>
                  <a:lnTo>
                    <a:pt x="2322445" y="3066777"/>
                  </a:lnTo>
                  <a:lnTo>
                    <a:pt x="2322445" y="3066154"/>
                  </a:lnTo>
                  <a:lnTo>
                    <a:pt x="2322590" y="3066154"/>
                  </a:lnTo>
                  <a:lnTo>
                    <a:pt x="2322735" y="3066154"/>
                  </a:lnTo>
                  <a:lnTo>
                    <a:pt x="2322881" y="3066154"/>
                  </a:lnTo>
                  <a:lnTo>
                    <a:pt x="2323026" y="3066154"/>
                  </a:lnTo>
                  <a:lnTo>
                    <a:pt x="2323172" y="3066154"/>
                  </a:lnTo>
                  <a:lnTo>
                    <a:pt x="2323317" y="3066154"/>
                  </a:lnTo>
                  <a:lnTo>
                    <a:pt x="2323317" y="3065530"/>
                  </a:lnTo>
                  <a:lnTo>
                    <a:pt x="2323463" y="3065530"/>
                  </a:lnTo>
                  <a:lnTo>
                    <a:pt x="2323608" y="3065530"/>
                  </a:lnTo>
                  <a:lnTo>
                    <a:pt x="2323608" y="3064907"/>
                  </a:lnTo>
                  <a:lnTo>
                    <a:pt x="2323753" y="3064907"/>
                  </a:lnTo>
                  <a:lnTo>
                    <a:pt x="2323899" y="3064907"/>
                  </a:lnTo>
                  <a:lnTo>
                    <a:pt x="2324044" y="3064907"/>
                  </a:lnTo>
                  <a:lnTo>
                    <a:pt x="2324190" y="3064907"/>
                  </a:lnTo>
                  <a:lnTo>
                    <a:pt x="2324335" y="3064907"/>
                  </a:lnTo>
                  <a:lnTo>
                    <a:pt x="2324481" y="3064907"/>
                  </a:lnTo>
                  <a:lnTo>
                    <a:pt x="2324481" y="3064283"/>
                  </a:lnTo>
                  <a:lnTo>
                    <a:pt x="2324481" y="3063659"/>
                  </a:lnTo>
                  <a:lnTo>
                    <a:pt x="2324481" y="3063036"/>
                  </a:lnTo>
                  <a:lnTo>
                    <a:pt x="2324626" y="3063036"/>
                  </a:lnTo>
                  <a:lnTo>
                    <a:pt x="2324771" y="3063036"/>
                  </a:lnTo>
                  <a:lnTo>
                    <a:pt x="2324771" y="3062412"/>
                  </a:lnTo>
                  <a:lnTo>
                    <a:pt x="2324917" y="3062412"/>
                  </a:lnTo>
                  <a:lnTo>
                    <a:pt x="2325062" y="3062412"/>
                  </a:lnTo>
                  <a:lnTo>
                    <a:pt x="2325062" y="3061789"/>
                  </a:lnTo>
                  <a:lnTo>
                    <a:pt x="2325208" y="3061789"/>
                  </a:lnTo>
                  <a:lnTo>
                    <a:pt x="2325353" y="3061789"/>
                  </a:lnTo>
                  <a:lnTo>
                    <a:pt x="2325353" y="3061165"/>
                  </a:lnTo>
                  <a:lnTo>
                    <a:pt x="2325499" y="3061165"/>
                  </a:lnTo>
                  <a:lnTo>
                    <a:pt x="2325644" y="3061165"/>
                  </a:lnTo>
                  <a:lnTo>
                    <a:pt x="2325789" y="3061165"/>
                  </a:lnTo>
                  <a:lnTo>
                    <a:pt x="2325935" y="3061165"/>
                  </a:lnTo>
                  <a:lnTo>
                    <a:pt x="2325935" y="3060542"/>
                  </a:lnTo>
                  <a:lnTo>
                    <a:pt x="2326080" y="3060542"/>
                  </a:lnTo>
                  <a:lnTo>
                    <a:pt x="2326226" y="3060542"/>
                  </a:lnTo>
                  <a:lnTo>
                    <a:pt x="2326371" y="3060542"/>
                  </a:lnTo>
                  <a:lnTo>
                    <a:pt x="2326371" y="3059918"/>
                  </a:lnTo>
                  <a:lnTo>
                    <a:pt x="2326517" y="3059918"/>
                  </a:lnTo>
                  <a:lnTo>
                    <a:pt x="2326662" y="3059918"/>
                  </a:lnTo>
                  <a:lnTo>
                    <a:pt x="2326662" y="3059294"/>
                  </a:lnTo>
                  <a:lnTo>
                    <a:pt x="2326807" y="3059294"/>
                  </a:lnTo>
                  <a:lnTo>
                    <a:pt x="2326953" y="3059294"/>
                  </a:lnTo>
                  <a:lnTo>
                    <a:pt x="2326953" y="3058671"/>
                  </a:lnTo>
                  <a:lnTo>
                    <a:pt x="2327098" y="3058671"/>
                  </a:lnTo>
                  <a:lnTo>
                    <a:pt x="2327244" y="3058671"/>
                  </a:lnTo>
                  <a:lnTo>
                    <a:pt x="2327389" y="3058671"/>
                  </a:lnTo>
                  <a:lnTo>
                    <a:pt x="2327535" y="3058671"/>
                  </a:lnTo>
                  <a:lnTo>
                    <a:pt x="2327680" y="3058671"/>
                  </a:lnTo>
                  <a:lnTo>
                    <a:pt x="2327680" y="3058047"/>
                  </a:lnTo>
                  <a:lnTo>
                    <a:pt x="2327825" y="3058047"/>
                  </a:lnTo>
                  <a:lnTo>
                    <a:pt x="2327971" y="3058047"/>
                  </a:lnTo>
                  <a:lnTo>
                    <a:pt x="2328116" y="3058047"/>
                  </a:lnTo>
                  <a:lnTo>
                    <a:pt x="2328262" y="3058047"/>
                  </a:lnTo>
                  <a:lnTo>
                    <a:pt x="2328407" y="3058047"/>
                  </a:lnTo>
                  <a:lnTo>
                    <a:pt x="2328407" y="3057424"/>
                  </a:lnTo>
                  <a:lnTo>
                    <a:pt x="2328553" y="3057424"/>
                  </a:lnTo>
                  <a:lnTo>
                    <a:pt x="2328698" y="3057424"/>
                  </a:lnTo>
                  <a:lnTo>
                    <a:pt x="2328843" y="3057424"/>
                  </a:lnTo>
                  <a:lnTo>
                    <a:pt x="2328989" y="3057424"/>
                  </a:lnTo>
                  <a:lnTo>
                    <a:pt x="2329134" y="3057424"/>
                  </a:lnTo>
                  <a:lnTo>
                    <a:pt x="2329280" y="3057424"/>
                  </a:lnTo>
                  <a:lnTo>
                    <a:pt x="2329425" y="3057424"/>
                  </a:lnTo>
                  <a:lnTo>
                    <a:pt x="2329570" y="3057424"/>
                  </a:lnTo>
                  <a:lnTo>
                    <a:pt x="2329716" y="3057424"/>
                  </a:lnTo>
                  <a:lnTo>
                    <a:pt x="2329861" y="3057424"/>
                  </a:lnTo>
                  <a:lnTo>
                    <a:pt x="2330007" y="3057424"/>
                  </a:lnTo>
                  <a:lnTo>
                    <a:pt x="2330007" y="3056800"/>
                  </a:lnTo>
                  <a:lnTo>
                    <a:pt x="2330152" y="3056800"/>
                  </a:lnTo>
                  <a:lnTo>
                    <a:pt x="2330298" y="3056800"/>
                  </a:lnTo>
                  <a:lnTo>
                    <a:pt x="2330298" y="3056176"/>
                  </a:lnTo>
                  <a:lnTo>
                    <a:pt x="2330298" y="3055553"/>
                  </a:lnTo>
                  <a:lnTo>
                    <a:pt x="2330443" y="3055553"/>
                  </a:lnTo>
                  <a:lnTo>
                    <a:pt x="2330588" y="3055553"/>
                  </a:lnTo>
                  <a:lnTo>
                    <a:pt x="2330734" y="3055553"/>
                  </a:lnTo>
                  <a:lnTo>
                    <a:pt x="2330879" y="3055553"/>
                  </a:lnTo>
                  <a:lnTo>
                    <a:pt x="2331025" y="3055553"/>
                  </a:lnTo>
                  <a:lnTo>
                    <a:pt x="2331025" y="3054929"/>
                  </a:lnTo>
                  <a:lnTo>
                    <a:pt x="2331170" y="3054929"/>
                  </a:lnTo>
                  <a:lnTo>
                    <a:pt x="2331316" y="3054929"/>
                  </a:lnTo>
                  <a:lnTo>
                    <a:pt x="2331461" y="3054929"/>
                  </a:lnTo>
                  <a:lnTo>
                    <a:pt x="2331606" y="3054929"/>
                  </a:lnTo>
                  <a:lnTo>
                    <a:pt x="2331752" y="3054929"/>
                  </a:lnTo>
                  <a:lnTo>
                    <a:pt x="2331897" y="3054929"/>
                  </a:lnTo>
                  <a:lnTo>
                    <a:pt x="2332043" y="3054929"/>
                  </a:lnTo>
                  <a:lnTo>
                    <a:pt x="2332188" y="3054929"/>
                  </a:lnTo>
                  <a:lnTo>
                    <a:pt x="2332334" y="3054929"/>
                  </a:lnTo>
                  <a:lnTo>
                    <a:pt x="2332479" y="3054929"/>
                  </a:lnTo>
                  <a:lnTo>
                    <a:pt x="2332624" y="3054929"/>
                  </a:lnTo>
                  <a:lnTo>
                    <a:pt x="2332770" y="3054929"/>
                  </a:lnTo>
                  <a:lnTo>
                    <a:pt x="2332915" y="3054929"/>
                  </a:lnTo>
                  <a:lnTo>
                    <a:pt x="2332915" y="3054306"/>
                  </a:lnTo>
                  <a:lnTo>
                    <a:pt x="2333061" y="3054306"/>
                  </a:lnTo>
                  <a:lnTo>
                    <a:pt x="2333061" y="3053682"/>
                  </a:lnTo>
                  <a:lnTo>
                    <a:pt x="2333061" y="3053059"/>
                  </a:lnTo>
                  <a:lnTo>
                    <a:pt x="2333206" y="3053059"/>
                  </a:lnTo>
                  <a:lnTo>
                    <a:pt x="2333352" y="3053059"/>
                  </a:lnTo>
                  <a:lnTo>
                    <a:pt x="2333497" y="3053059"/>
                  </a:lnTo>
                  <a:lnTo>
                    <a:pt x="2333642" y="3053059"/>
                  </a:lnTo>
                  <a:lnTo>
                    <a:pt x="2333788" y="3053059"/>
                  </a:lnTo>
                  <a:lnTo>
                    <a:pt x="2333933" y="3053059"/>
                  </a:lnTo>
                  <a:lnTo>
                    <a:pt x="2334079" y="3053059"/>
                  </a:lnTo>
                  <a:lnTo>
                    <a:pt x="2334224" y="3053059"/>
                  </a:lnTo>
                  <a:lnTo>
                    <a:pt x="2334370" y="3053059"/>
                  </a:lnTo>
                  <a:lnTo>
                    <a:pt x="2334515" y="3053059"/>
                  </a:lnTo>
                  <a:lnTo>
                    <a:pt x="2334660" y="3053059"/>
                  </a:lnTo>
                  <a:lnTo>
                    <a:pt x="2334660" y="3052435"/>
                  </a:lnTo>
                  <a:lnTo>
                    <a:pt x="2334806" y="3052435"/>
                  </a:lnTo>
                  <a:lnTo>
                    <a:pt x="2334951" y="3052435"/>
                  </a:lnTo>
                  <a:lnTo>
                    <a:pt x="2335097" y="3052435"/>
                  </a:lnTo>
                  <a:lnTo>
                    <a:pt x="2335097" y="3051811"/>
                  </a:lnTo>
                  <a:lnTo>
                    <a:pt x="2335242" y="3051811"/>
                  </a:lnTo>
                  <a:lnTo>
                    <a:pt x="2335242" y="3051188"/>
                  </a:lnTo>
                  <a:lnTo>
                    <a:pt x="2335388" y="3051188"/>
                  </a:lnTo>
                  <a:lnTo>
                    <a:pt x="2335388" y="3050564"/>
                  </a:lnTo>
                  <a:lnTo>
                    <a:pt x="2335533" y="3050564"/>
                  </a:lnTo>
                  <a:lnTo>
                    <a:pt x="2335678" y="3050564"/>
                  </a:lnTo>
                  <a:lnTo>
                    <a:pt x="2335824" y="3050564"/>
                  </a:lnTo>
                  <a:lnTo>
                    <a:pt x="2335969" y="3050564"/>
                  </a:lnTo>
                  <a:lnTo>
                    <a:pt x="2335969" y="3049941"/>
                  </a:lnTo>
                  <a:lnTo>
                    <a:pt x="2336115" y="3049941"/>
                  </a:lnTo>
                  <a:lnTo>
                    <a:pt x="2336260" y="3049941"/>
                  </a:lnTo>
                  <a:lnTo>
                    <a:pt x="2336405" y="3049941"/>
                  </a:lnTo>
                  <a:lnTo>
                    <a:pt x="2336551" y="3049941"/>
                  </a:lnTo>
                  <a:lnTo>
                    <a:pt x="2336696" y="3049941"/>
                  </a:lnTo>
                  <a:lnTo>
                    <a:pt x="2336842" y="3049941"/>
                  </a:lnTo>
                  <a:lnTo>
                    <a:pt x="2336987" y="3049941"/>
                  </a:lnTo>
                  <a:lnTo>
                    <a:pt x="2337133" y="3049941"/>
                  </a:lnTo>
                  <a:lnTo>
                    <a:pt x="2337278" y="3049941"/>
                  </a:lnTo>
                  <a:lnTo>
                    <a:pt x="2337423" y="3049941"/>
                  </a:lnTo>
                  <a:lnTo>
                    <a:pt x="2337569" y="3049941"/>
                  </a:lnTo>
                  <a:lnTo>
                    <a:pt x="2337714" y="3049941"/>
                  </a:lnTo>
                  <a:lnTo>
                    <a:pt x="2337714" y="3049317"/>
                  </a:lnTo>
                  <a:lnTo>
                    <a:pt x="2337860" y="3049317"/>
                  </a:lnTo>
                  <a:lnTo>
                    <a:pt x="2338005" y="3049317"/>
                  </a:lnTo>
                  <a:lnTo>
                    <a:pt x="2338151" y="3049317"/>
                  </a:lnTo>
                  <a:lnTo>
                    <a:pt x="2338151" y="3048693"/>
                  </a:lnTo>
                  <a:lnTo>
                    <a:pt x="2338296" y="3048693"/>
                  </a:lnTo>
                  <a:lnTo>
                    <a:pt x="2338441" y="3048693"/>
                  </a:lnTo>
                  <a:lnTo>
                    <a:pt x="2338587" y="3048693"/>
                  </a:lnTo>
                  <a:lnTo>
                    <a:pt x="2338732" y="3048693"/>
                  </a:lnTo>
                  <a:lnTo>
                    <a:pt x="2338878" y="3048693"/>
                  </a:lnTo>
                  <a:lnTo>
                    <a:pt x="2339023" y="3048693"/>
                  </a:lnTo>
                  <a:lnTo>
                    <a:pt x="2339169" y="3048693"/>
                  </a:lnTo>
                  <a:lnTo>
                    <a:pt x="2339314" y="3048693"/>
                  </a:lnTo>
                  <a:lnTo>
                    <a:pt x="2339459" y="3048693"/>
                  </a:lnTo>
                  <a:lnTo>
                    <a:pt x="2339605" y="3048693"/>
                  </a:lnTo>
                  <a:lnTo>
                    <a:pt x="2339750" y="3048693"/>
                  </a:lnTo>
                  <a:lnTo>
                    <a:pt x="2339896" y="3048693"/>
                  </a:lnTo>
                  <a:lnTo>
                    <a:pt x="2339896" y="3048070"/>
                  </a:lnTo>
                  <a:lnTo>
                    <a:pt x="2340041" y="3048070"/>
                  </a:lnTo>
                  <a:lnTo>
                    <a:pt x="2340187" y="3048070"/>
                  </a:lnTo>
                  <a:lnTo>
                    <a:pt x="2340332" y="3048070"/>
                  </a:lnTo>
                  <a:lnTo>
                    <a:pt x="2340477" y="3048070"/>
                  </a:lnTo>
                  <a:lnTo>
                    <a:pt x="2340623" y="3048070"/>
                  </a:lnTo>
                  <a:lnTo>
                    <a:pt x="2340768" y="3048070"/>
                  </a:lnTo>
                  <a:lnTo>
                    <a:pt x="2340768" y="3047446"/>
                  </a:lnTo>
                  <a:lnTo>
                    <a:pt x="2340914" y="3047446"/>
                  </a:lnTo>
                  <a:lnTo>
                    <a:pt x="2340914" y="3046823"/>
                  </a:lnTo>
                  <a:lnTo>
                    <a:pt x="2341059" y="3046823"/>
                  </a:lnTo>
                  <a:lnTo>
                    <a:pt x="2341205" y="3046823"/>
                  </a:lnTo>
                  <a:lnTo>
                    <a:pt x="2341350" y="3046823"/>
                  </a:lnTo>
                  <a:lnTo>
                    <a:pt x="2341350" y="3046199"/>
                  </a:lnTo>
                  <a:lnTo>
                    <a:pt x="2341495" y="3046199"/>
                  </a:lnTo>
                  <a:lnTo>
                    <a:pt x="2341641" y="3046199"/>
                  </a:lnTo>
                  <a:lnTo>
                    <a:pt x="2341786" y="3046199"/>
                  </a:lnTo>
                  <a:lnTo>
                    <a:pt x="2341932" y="3046199"/>
                  </a:lnTo>
                  <a:lnTo>
                    <a:pt x="2342077" y="3046199"/>
                  </a:lnTo>
                  <a:lnTo>
                    <a:pt x="2342077" y="3045576"/>
                  </a:lnTo>
                  <a:lnTo>
                    <a:pt x="2342223" y="3045576"/>
                  </a:lnTo>
                  <a:lnTo>
                    <a:pt x="2342368" y="3045576"/>
                  </a:lnTo>
                  <a:lnTo>
                    <a:pt x="2342513" y="3045576"/>
                  </a:lnTo>
                  <a:lnTo>
                    <a:pt x="2342659" y="3045576"/>
                  </a:lnTo>
                  <a:lnTo>
                    <a:pt x="2342804" y="3045576"/>
                  </a:lnTo>
                  <a:lnTo>
                    <a:pt x="2342950" y="3045576"/>
                  </a:lnTo>
                  <a:lnTo>
                    <a:pt x="2343095" y="3045576"/>
                  </a:lnTo>
                  <a:lnTo>
                    <a:pt x="2343240" y="3045576"/>
                  </a:lnTo>
                  <a:lnTo>
                    <a:pt x="2343386" y="3045576"/>
                  </a:lnTo>
                  <a:lnTo>
                    <a:pt x="2343386" y="3044952"/>
                  </a:lnTo>
                  <a:lnTo>
                    <a:pt x="2343386" y="3044328"/>
                  </a:lnTo>
                  <a:lnTo>
                    <a:pt x="2343531" y="3044328"/>
                  </a:lnTo>
                  <a:lnTo>
                    <a:pt x="2343677" y="3044328"/>
                  </a:lnTo>
                  <a:lnTo>
                    <a:pt x="2343822" y="3044328"/>
                  </a:lnTo>
                  <a:lnTo>
                    <a:pt x="2343968" y="3044328"/>
                  </a:lnTo>
                  <a:lnTo>
                    <a:pt x="2343968" y="3043705"/>
                  </a:lnTo>
                  <a:lnTo>
                    <a:pt x="2344113" y="3043705"/>
                  </a:lnTo>
                  <a:lnTo>
                    <a:pt x="2344258" y="3043705"/>
                  </a:lnTo>
                  <a:lnTo>
                    <a:pt x="2344258" y="3043081"/>
                  </a:lnTo>
                  <a:lnTo>
                    <a:pt x="2344258" y="3042458"/>
                  </a:lnTo>
                  <a:lnTo>
                    <a:pt x="2344404" y="3042458"/>
                  </a:lnTo>
                  <a:lnTo>
                    <a:pt x="2344549" y="3042458"/>
                  </a:lnTo>
                  <a:lnTo>
                    <a:pt x="2344695" y="3042458"/>
                  </a:lnTo>
                  <a:lnTo>
                    <a:pt x="2344840" y="3042458"/>
                  </a:lnTo>
                  <a:lnTo>
                    <a:pt x="2344986" y="3042458"/>
                  </a:lnTo>
                  <a:lnTo>
                    <a:pt x="2345131" y="3042458"/>
                  </a:lnTo>
                  <a:lnTo>
                    <a:pt x="2345276" y="3042458"/>
                  </a:lnTo>
                  <a:lnTo>
                    <a:pt x="2345276" y="3041834"/>
                  </a:lnTo>
                  <a:lnTo>
                    <a:pt x="2345422" y="3041834"/>
                  </a:lnTo>
                  <a:lnTo>
                    <a:pt x="2345567" y="3041834"/>
                  </a:lnTo>
                  <a:lnTo>
                    <a:pt x="2345713" y="3041834"/>
                  </a:lnTo>
                  <a:lnTo>
                    <a:pt x="2345858" y="3041834"/>
                  </a:lnTo>
                  <a:lnTo>
                    <a:pt x="2346004" y="3041834"/>
                  </a:lnTo>
                  <a:lnTo>
                    <a:pt x="2346149" y="3041834"/>
                  </a:lnTo>
                  <a:lnTo>
                    <a:pt x="2346294" y="3041834"/>
                  </a:lnTo>
                  <a:lnTo>
                    <a:pt x="2346440" y="3041834"/>
                  </a:lnTo>
                  <a:lnTo>
                    <a:pt x="2346585" y="3041834"/>
                  </a:lnTo>
                  <a:lnTo>
                    <a:pt x="2346731" y="3041834"/>
                  </a:lnTo>
                  <a:lnTo>
                    <a:pt x="2346876" y="3041834"/>
                  </a:lnTo>
                  <a:lnTo>
                    <a:pt x="2347022" y="3041834"/>
                  </a:lnTo>
                  <a:lnTo>
                    <a:pt x="2347167" y="3041834"/>
                  </a:lnTo>
                  <a:lnTo>
                    <a:pt x="2347312" y="3041834"/>
                  </a:lnTo>
                  <a:lnTo>
                    <a:pt x="2347458" y="3041834"/>
                  </a:lnTo>
                  <a:lnTo>
                    <a:pt x="2347603" y="3041834"/>
                  </a:lnTo>
                  <a:lnTo>
                    <a:pt x="2347749" y="3041834"/>
                  </a:lnTo>
                  <a:lnTo>
                    <a:pt x="2347749" y="3041210"/>
                  </a:lnTo>
                  <a:lnTo>
                    <a:pt x="2347894" y="3041210"/>
                  </a:lnTo>
                  <a:lnTo>
                    <a:pt x="2348040" y="3041210"/>
                  </a:lnTo>
                  <a:lnTo>
                    <a:pt x="2348040" y="3040587"/>
                  </a:lnTo>
                  <a:lnTo>
                    <a:pt x="2348185" y="3040587"/>
                  </a:lnTo>
                  <a:lnTo>
                    <a:pt x="2348330" y="3040587"/>
                  </a:lnTo>
                  <a:lnTo>
                    <a:pt x="2348330" y="3039963"/>
                  </a:lnTo>
                  <a:lnTo>
                    <a:pt x="2348476" y="3039963"/>
                  </a:lnTo>
                  <a:lnTo>
                    <a:pt x="2348621" y="3039963"/>
                  </a:lnTo>
                  <a:lnTo>
                    <a:pt x="2348767" y="3039963"/>
                  </a:lnTo>
                  <a:lnTo>
                    <a:pt x="2348912" y="3039963"/>
                  </a:lnTo>
                  <a:lnTo>
                    <a:pt x="2349058" y="3039963"/>
                  </a:lnTo>
                  <a:lnTo>
                    <a:pt x="2349203" y="3039963"/>
                  </a:lnTo>
                  <a:lnTo>
                    <a:pt x="2349203" y="3039340"/>
                  </a:lnTo>
                  <a:lnTo>
                    <a:pt x="2349348" y="3039340"/>
                  </a:lnTo>
                  <a:lnTo>
                    <a:pt x="2349494" y="3039340"/>
                  </a:lnTo>
                  <a:lnTo>
                    <a:pt x="2349639" y="3039340"/>
                  </a:lnTo>
                  <a:lnTo>
                    <a:pt x="2349785" y="3039340"/>
                  </a:lnTo>
                  <a:lnTo>
                    <a:pt x="2349785" y="3038716"/>
                  </a:lnTo>
                  <a:lnTo>
                    <a:pt x="2349930" y="3038716"/>
                  </a:lnTo>
                  <a:lnTo>
                    <a:pt x="2350075" y="3038716"/>
                  </a:lnTo>
                  <a:lnTo>
                    <a:pt x="2350075" y="3038093"/>
                  </a:lnTo>
                  <a:lnTo>
                    <a:pt x="2350221" y="3038093"/>
                  </a:lnTo>
                  <a:lnTo>
                    <a:pt x="2350366" y="3038093"/>
                  </a:lnTo>
                  <a:lnTo>
                    <a:pt x="2350512" y="3038093"/>
                  </a:lnTo>
                  <a:lnTo>
                    <a:pt x="2350657" y="3038093"/>
                  </a:lnTo>
                  <a:lnTo>
                    <a:pt x="2350803" y="3038093"/>
                  </a:lnTo>
                  <a:lnTo>
                    <a:pt x="2350803" y="3037469"/>
                  </a:lnTo>
                  <a:lnTo>
                    <a:pt x="2350803" y="3036845"/>
                  </a:lnTo>
                  <a:lnTo>
                    <a:pt x="2350803" y="3036222"/>
                  </a:lnTo>
                  <a:lnTo>
                    <a:pt x="2350948" y="3036222"/>
                  </a:lnTo>
                  <a:lnTo>
                    <a:pt x="2350948" y="3035598"/>
                  </a:lnTo>
                  <a:lnTo>
                    <a:pt x="2351093" y="3035598"/>
                  </a:lnTo>
                  <a:lnTo>
                    <a:pt x="2351093" y="3034975"/>
                  </a:lnTo>
                  <a:lnTo>
                    <a:pt x="2351239" y="3034975"/>
                  </a:lnTo>
                  <a:lnTo>
                    <a:pt x="2351384" y="3034975"/>
                  </a:lnTo>
                  <a:lnTo>
                    <a:pt x="2351384" y="3034351"/>
                  </a:lnTo>
                  <a:lnTo>
                    <a:pt x="2351530" y="3034351"/>
                  </a:lnTo>
                  <a:lnTo>
                    <a:pt x="2351675" y="3034351"/>
                  </a:lnTo>
                  <a:lnTo>
                    <a:pt x="2351821" y="3034351"/>
                  </a:lnTo>
                  <a:lnTo>
                    <a:pt x="2351966" y="3034351"/>
                  </a:lnTo>
                  <a:lnTo>
                    <a:pt x="2351966" y="3033727"/>
                  </a:lnTo>
                  <a:lnTo>
                    <a:pt x="2351966" y="3033104"/>
                  </a:lnTo>
                  <a:lnTo>
                    <a:pt x="2352111" y="3033104"/>
                  </a:lnTo>
                  <a:lnTo>
                    <a:pt x="2352111" y="3032480"/>
                  </a:lnTo>
                  <a:lnTo>
                    <a:pt x="2352257" y="3032480"/>
                  </a:lnTo>
                  <a:lnTo>
                    <a:pt x="2352402" y="3032480"/>
                  </a:lnTo>
                  <a:lnTo>
                    <a:pt x="2352548" y="3032480"/>
                  </a:lnTo>
                  <a:lnTo>
                    <a:pt x="2352693" y="3032480"/>
                  </a:lnTo>
                  <a:lnTo>
                    <a:pt x="2352693" y="3031857"/>
                  </a:lnTo>
                  <a:lnTo>
                    <a:pt x="2352839" y="3031857"/>
                  </a:lnTo>
                  <a:lnTo>
                    <a:pt x="2352984" y="3031857"/>
                  </a:lnTo>
                  <a:lnTo>
                    <a:pt x="2353129" y="3031857"/>
                  </a:lnTo>
                  <a:lnTo>
                    <a:pt x="2353129" y="3031233"/>
                  </a:lnTo>
                  <a:lnTo>
                    <a:pt x="2353275" y="3031233"/>
                  </a:lnTo>
                  <a:lnTo>
                    <a:pt x="2353420" y="3031233"/>
                  </a:lnTo>
                  <a:lnTo>
                    <a:pt x="2353420" y="3030610"/>
                  </a:lnTo>
                  <a:lnTo>
                    <a:pt x="2353566" y="3030610"/>
                  </a:lnTo>
                  <a:lnTo>
                    <a:pt x="2353711" y="3030610"/>
                  </a:lnTo>
                  <a:lnTo>
                    <a:pt x="2353857" y="3030610"/>
                  </a:lnTo>
                  <a:lnTo>
                    <a:pt x="2354002" y="3030610"/>
                  </a:lnTo>
                  <a:lnTo>
                    <a:pt x="2354147" y="3030610"/>
                  </a:lnTo>
                  <a:lnTo>
                    <a:pt x="2354147" y="3029986"/>
                  </a:lnTo>
                  <a:lnTo>
                    <a:pt x="2354147" y="3029362"/>
                  </a:lnTo>
                  <a:lnTo>
                    <a:pt x="2354147" y="3028739"/>
                  </a:lnTo>
                  <a:lnTo>
                    <a:pt x="2354293" y="3028739"/>
                  </a:lnTo>
                  <a:lnTo>
                    <a:pt x="2354438" y="3028739"/>
                  </a:lnTo>
                  <a:lnTo>
                    <a:pt x="2354438" y="3028115"/>
                  </a:lnTo>
                  <a:lnTo>
                    <a:pt x="2354584" y="3028115"/>
                  </a:lnTo>
                  <a:lnTo>
                    <a:pt x="2354729" y="3028115"/>
                  </a:lnTo>
                  <a:lnTo>
                    <a:pt x="2354875" y="3028115"/>
                  </a:lnTo>
                  <a:lnTo>
                    <a:pt x="2354875" y="3027492"/>
                  </a:lnTo>
                  <a:lnTo>
                    <a:pt x="2355020" y="3027492"/>
                  </a:lnTo>
                  <a:lnTo>
                    <a:pt x="2355020" y="3026868"/>
                  </a:lnTo>
                  <a:lnTo>
                    <a:pt x="2355165" y="3026868"/>
                  </a:lnTo>
                  <a:lnTo>
                    <a:pt x="2355311" y="3026868"/>
                  </a:lnTo>
                  <a:lnTo>
                    <a:pt x="2355456" y="3026868"/>
                  </a:lnTo>
                  <a:lnTo>
                    <a:pt x="2355602" y="3026868"/>
                  </a:lnTo>
                  <a:lnTo>
                    <a:pt x="2355747" y="3026868"/>
                  </a:lnTo>
                  <a:lnTo>
                    <a:pt x="2355893" y="3026868"/>
                  </a:lnTo>
                  <a:lnTo>
                    <a:pt x="2356038" y="3026868"/>
                  </a:lnTo>
                  <a:lnTo>
                    <a:pt x="2356183" y="3026868"/>
                  </a:lnTo>
                  <a:lnTo>
                    <a:pt x="2356329" y="3026868"/>
                  </a:lnTo>
                  <a:lnTo>
                    <a:pt x="2356474" y="3026868"/>
                  </a:lnTo>
                  <a:lnTo>
                    <a:pt x="2356620" y="3026868"/>
                  </a:lnTo>
                  <a:lnTo>
                    <a:pt x="2356765" y="3026868"/>
                  </a:lnTo>
                  <a:lnTo>
                    <a:pt x="2356910" y="3026868"/>
                  </a:lnTo>
                  <a:lnTo>
                    <a:pt x="2357056" y="3026868"/>
                  </a:lnTo>
                  <a:lnTo>
                    <a:pt x="2357201" y="3026868"/>
                  </a:lnTo>
                  <a:lnTo>
                    <a:pt x="2357347" y="3026868"/>
                  </a:lnTo>
                  <a:lnTo>
                    <a:pt x="2357492" y="3026868"/>
                  </a:lnTo>
                  <a:lnTo>
                    <a:pt x="2357638" y="3026868"/>
                  </a:lnTo>
                  <a:lnTo>
                    <a:pt x="2357783" y="3026868"/>
                  </a:lnTo>
                  <a:lnTo>
                    <a:pt x="2357783" y="3026244"/>
                  </a:lnTo>
                  <a:lnTo>
                    <a:pt x="2357928" y="3026244"/>
                  </a:lnTo>
                  <a:lnTo>
                    <a:pt x="2357928" y="3025621"/>
                  </a:lnTo>
                  <a:lnTo>
                    <a:pt x="2358074" y="3025621"/>
                  </a:lnTo>
                  <a:lnTo>
                    <a:pt x="2358219" y="3025621"/>
                  </a:lnTo>
                  <a:lnTo>
                    <a:pt x="2358365" y="3025621"/>
                  </a:lnTo>
                  <a:lnTo>
                    <a:pt x="2358365" y="3024997"/>
                  </a:lnTo>
                  <a:lnTo>
                    <a:pt x="2358510" y="3024997"/>
                  </a:lnTo>
                  <a:lnTo>
                    <a:pt x="2358656" y="3024997"/>
                  </a:lnTo>
                  <a:lnTo>
                    <a:pt x="2358801" y="3024997"/>
                  </a:lnTo>
                  <a:lnTo>
                    <a:pt x="2358946" y="3024997"/>
                  </a:lnTo>
                  <a:lnTo>
                    <a:pt x="2359092" y="3024997"/>
                  </a:lnTo>
                  <a:lnTo>
                    <a:pt x="2359237" y="3024997"/>
                  </a:lnTo>
                  <a:lnTo>
                    <a:pt x="2359383" y="3024997"/>
                  </a:lnTo>
                  <a:lnTo>
                    <a:pt x="2359528" y="3024997"/>
                  </a:lnTo>
                  <a:lnTo>
                    <a:pt x="2359528" y="3024374"/>
                  </a:lnTo>
                  <a:lnTo>
                    <a:pt x="2359528" y="3023750"/>
                  </a:lnTo>
                  <a:lnTo>
                    <a:pt x="2359528" y="3023127"/>
                  </a:lnTo>
                  <a:lnTo>
                    <a:pt x="2359674" y="3023127"/>
                  </a:lnTo>
                  <a:lnTo>
                    <a:pt x="2359819" y="3023127"/>
                  </a:lnTo>
                  <a:lnTo>
                    <a:pt x="2359964" y="3023127"/>
                  </a:lnTo>
                  <a:lnTo>
                    <a:pt x="2360110" y="3023127"/>
                  </a:lnTo>
                  <a:lnTo>
                    <a:pt x="2360255" y="3023127"/>
                  </a:lnTo>
                  <a:lnTo>
                    <a:pt x="2360401" y="3023127"/>
                  </a:lnTo>
                  <a:lnTo>
                    <a:pt x="2360401" y="3022503"/>
                  </a:lnTo>
                  <a:lnTo>
                    <a:pt x="2360546" y="3022503"/>
                  </a:lnTo>
                  <a:lnTo>
                    <a:pt x="2360692" y="3022503"/>
                  </a:lnTo>
                  <a:lnTo>
                    <a:pt x="2360837" y="3022503"/>
                  </a:lnTo>
                  <a:lnTo>
                    <a:pt x="2360982" y="3022503"/>
                  </a:lnTo>
                  <a:lnTo>
                    <a:pt x="2361128" y="3022503"/>
                  </a:lnTo>
                  <a:lnTo>
                    <a:pt x="2361273" y="3022503"/>
                  </a:lnTo>
                  <a:lnTo>
                    <a:pt x="2361419" y="3022503"/>
                  </a:lnTo>
                  <a:lnTo>
                    <a:pt x="2361564" y="3022503"/>
                  </a:lnTo>
                  <a:lnTo>
                    <a:pt x="2361710" y="3022503"/>
                  </a:lnTo>
                  <a:lnTo>
                    <a:pt x="2361855" y="3022503"/>
                  </a:lnTo>
                  <a:lnTo>
                    <a:pt x="2362000" y="3022503"/>
                  </a:lnTo>
                  <a:lnTo>
                    <a:pt x="2362146" y="3022503"/>
                  </a:lnTo>
                  <a:lnTo>
                    <a:pt x="2362291" y="3022503"/>
                  </a:lnTo>
                  <a:lnTo>
                    <a:pt x="2362437" y="3022503"/>
                  </a:lnTo>
                  <a:lnTo>
                    <a:pt x="2362582" y="3022503"/>
                  </a:lnTo>
                  <a:lnTo>
                    <a:pt x="2362728" y="3022503"/>
                  </a:lnTo>
                  <a:lnTo>
                    <a:pt x="2362873" y="3022503"/>
                  </a:lnTo>
                  <a:lnTo>
                    <a:pt x="2363018" y="3022503"/>
                  </a:lnTo>
                  <a:lnTo>
                    <a:pt x="2363164" y="3022503"/>
                  </a:lnTo>
                  <a:lnTo>
                    <a:pt x="2363164" y="3021879"/>
                  </a:lnTo>
                  <a:lnTo>
                    <a:pt x="2363309" y="3021879"/>
                  </a:lnTo>
                  <a:lnTo>
                    <a:pt x="2363455" y="3021879"/>
                  </a:lnTo>
                  <a:lnTo>
                    <a:pt x="2363600" y="3021879"/>
                  </a:lnTo>
                  <a:lnTo>
                    <a:pt x="2363745" y="3021879"/>
                  </a:lnTo>
                  <a:lnTo>
                    <a:pt x="2363891" y="3021879"/>
                  </a:lnTo>
                  <a:lnTo>
                    <a:pt x="2364036" y="3021879"/>
                  </a:lnTo>
                  <a:lnTo>
                    <a:pt x="2364182" y="3021879"/>
                  </a:lnTo>
                  <a:lnTo>
                    <a:pt x="2364327" y="3021879"/>
                  </a:lnTo>
                  <a:lnTo>
                    <a:pt x="2364327" y="3021256"/>
                  </a:lnTo>
                  <a:lnTo>
                    <a:pt x="2364473" y="3021256"/>
                  </a:lnTo>
                  <a:lnTo>
                    <a:pt x="2364618" y="3021256"/>
                  </a:lnTo>
                  <a:lnTo>
                    <a:pt x="2364763" y="3021256"/>
                  </a:lnTo>
                  <a:lnTo>
                    <a:pt x="2364763" y="3020632"/>
                  </a:lnTo>
                  <a:lnTo>
                    <a:pt x="2364909" y="3020632"/>
                  </a:lnTo>
                  <a:lnTo>
                    <a:pt x="2365054" y="3020632"/>
                  </a:lnTo>
                  <a:lnTo>
                    <a:pt x="2365054" y="3020009"/>
                  </a:lnTo>
                  <a:lnTo>
                    <a:pt x="2365200" y="3020009"/>
                  </a:lnTo>
                  <a:lnTo>
                    <a:pt x="2365200" y="3019385"/>
                  </a:lnTo>
                  <a:lnTo>
                    <a:pt x="2365345" y="3019385"/>
                  </a:lnTo>
                  <a:lnTo>
                    <a:pt x="2365491" y="3019385"/>
                  </a:lnTo>
                  <a:lnTo>
                    <a:pt x="2365491" y="3018762"/>
                  </a:lnTo>
                  <a:lnTo>
                    <a:pt x="2365636" y="3018762"/>
                  </a:lnTo>
                  <a:lnTo>
                    <a:pt x="2365781" y="3018762"/>
                  </a:lnTo>
                  <a:lnTo>
                    <a:pt x="2365781" y="3018138"/>
                  </a:lnTo>
                  <a:lnTo>
                    <a:pt x="2365927" y="3018138"/>
                  </a:lnTo>
                  <a:lnTo>
                    <a:pt x="2366072" y="3018138"/>
                  </a:lnTo>
                  <a:lnTo>
                    <a:pt x="2366218" y="3018138"/>
                  </a:lnTo>
                  <a:lnTo>
                    <a:pt x="2366363" y="3018138"/>
                  </a:lnTo>
                  <a:lnTo>
                    <a:pt x="2366509" y="3018138"/>
                  </a:lnTo>
                  <a:lnTo>
                    <a:pt x="2366509" y="3017514"/>
                  </a:lnTo>
                  <a:lnTo>
                    <a:pt x="2366654" y="3017514"/>
                  </a:lnTo>
                  <a:lnTo>
                    <a:pt x="2366799" y="3017514"/>
                  </a:lnTo>
                  <a:lnTo>
                    <a:pt x="2366945" y="3017514"/>
                  </a:lnTo>
                  <a:lnTo>
                    <a:pt x="2367090" y="3017514"/>
                  </a:lnTo>
                  <a:lnTo>
                    <a:pt x="2367236" y="3017514"/>
                  </a:lnTo>
                  <a:lnTo>
                    <a:pt x="2367236" y="3016891"/>
                  </a:lnTo>
                  <a:lnTo>
                    <a:pt x="2367381" y="3016891"/>
                  </a:lnTo>
                  <a:lnTo>
                    <a:pt x="2367381" y="3016267"/>
                  </a:lnTo>
                  <a:lnTo>
                    <a:pt x="2367527" y="3016267"/>
                  </a:lnTo>
                  <a:lnTo>
                    <a:pt x="2367672" y="3016267"/>
                  </a:lnTo>
                  <a:lnTo>
                    <a:pt x="2367817" y="3016267"/>
                  </a:lnTo>
                  <a:lnTo>
                    <a:pt x="2367963" y="3016267"/>
                  </a:lnTo>
                  <a:lnTo>
                    <a:pt x="2368108" y="3016267"/>
                  </a:lnTo>
                  <a:lnTo>
                    <a:pt x="2368108" y="3015644"/>
                  </a:lnTo>
                  <a:lnTo>
                    <a:pt x="2368254" y="3015644"/>
                  </a:lnTo>
                  <a:lnTo>
                    <a:pt x="2368399" y="3015644"/>
                  </a:lnTo>
                  <a:lnTo>
                    <a:pt x="2368399" y="3015020"/>
                  </a:lnTo>
                  <a:lnTo>
                    <a:pt x="2368545" y="3015020"/>
                  </a:lnTo>
                  <a:lnTo>
                    <a:pt x="2368690" y="3015020"/>
                  </a:lnTo>
                  <a:lnTo>
                    <a:pt x="2368835" y="3015020"/>
                  </a:lnTo>
                  <a:lnTo>
                    <a:pt x="2368981" y="3015020"/>
                  </a:lnTo>
                  <a:lnTo>
                    <a:pt x="2369126" y="3015020"/>
                  </a:lnTo>
                  <a:lnTo>
                    <a:pt x="2369126" y="3014396"/>
                  </a:lnTo>
                  <a:lnTo>
                    <a:pt x="2369272" y="3014396"/>
                  </a:lnTo>
                  <a:lnTo>
                    <a:pt x="2369417" y="3014396"/>
                  </a:lnTo>
                  <a:lnTo>
                    <a:pt x="2369563" y="3014396"/>
                  </a:lnTo>
                  <a:lnTo>
                    <a:pt x="2369708" y="3014396"/>
                  </a:lnTo>
                  <a:lnTo>
                    <a:pt x="2369853" y="3014396"/>
                  </a:lnTo>
                  <a:lnTo>
                    <a:pt x="2369999" y="3014396"/>
                  </a:lnTo>
                  <a:lnTo>
                    <a:pt x="2369999" y="3013773"/>
                  </a:lnTo>
                  <a:lnTo>
                    <a:pt x="2370144" y="3013773"/>
                  </a:lnTo>
                  <a:lnTo>
                    <a:pt x="2370290" y="3013773"/>
                  </a:lnTo>
                  <a:lnTo>
                    <a:pt x="2370290" y="3013149"/>
                  </a:lnTo>
                  <a:lnTo>
                    <a:pt x="2370435" y="3013149"/>
                  </a:lnTo>
                  <a:lnTo>
                    <a:pt x="2370580" y="3013149"/>
                  </a:lnTo>
                  <a:lnTo>
                    <a:pt x="2370726" y="3013149"/>
                  </a:lnTo>
                  <a:lnTo>
                    <a:pt x="2370871" y="3013149"/>
                  </a:lnTo>
                  <a:lnTo>
                    <a:pt x="2371017" y="3013149"/>
                  </a:lnTo>
                  <a:lnTo>
                    <a:pt x="2371162" y="3013149"/>
                  </a:lnTo>
                  <a:lnTo>
                    <a:pt x="2371162" y="3012526"/>
                  </a:lnTo>
                  <a:lnTo>
                    <a:pt x="2371308" y="3012526"/>
                  </a:lnTo>
                  <a:lnTo>
                    <a:pt x="2371453" y="3012526"/>
                  </a:lnTo>
                  <a:lnTo>
                    <a:pt x="2371453" y="3011902"/>
                  </a:lnTo>
                  <a:lnTo>
                    <a:pt x="2371598" y="3011902"/>
                  </a:lnTo>
                  <a:lnTo>
                    <a:pt x="2371598" y="3011279"/>
                  </a:lnTo>
                  <a:lnTo>
                    <a:pt x="2371744" y="3011279"/>
                  </a:lnTo>
                  <a:lnTo>
                    <a:pt x="2371744" y="3010655"/>
                  </a:lnTo>
                  <a:lnTo>
                    <a:pt x="2371889" y="3010655"/>
                  </a:lnTo>
                  <a:lnTo>
                    <a:pt x="2372035" y="3010655"/>
                  </a:lnTo>
                  <a:lnTo>
                    <a:pt x="2372180" y="3010655"/>
                  </a:lnTo>
                  <a:lnTo>
                    <a:pt x="2372326" y="3010655"/>
                  </a:lnTo>
                  <a:lnTo>
                    <a:pt x="2372471" y="3010655"/>
                  </a:lnTo>
                  <a:lnTo>
                    <a:pt x="2372616" y="3010655"/>
                  </a:lnTo>
                  <a:lnTo>
                    <a:pt x="2372616" y="3010031"/>
                  </a:lnTo>
                  <a:lnTo>
                    <a:pt x="2372762" y="3010031"/>
                  </a:lnTo>
                  <a:lnTo>
                    <a:pt x="2372762" y="3009408"/>
                  </a:lnTo>
                  <a:lnTo>
                    <a:pt x="2372907" y="3009408"/>
                  </a:lnTo>
                  <a:lnTo>
                    <a:pt x="2372907" y="3008784"/>
                  </a:lnTo>
                  <a:lnTo>
                    <a:pt x="2372907" y="3008161"/>
                  </a:lnTo>
                  <a:lnTo>
                    <a:pt x="2373053" y="3008161"/>
                  </a:lnTo>
                  <a:lnTo>
                    <a:pt x="2373198" y="3008161"/>
                  </a:lnTo>
                  <a:lnTo>
                    <a:pt x="2373344" y="3008161"/>
                  </a:lnTo>
                  <a:lnTo>
                    <a:pt x="2373489" y="3008161"/>
                  </a:lnTo>
                  <a:lnTo>
                    <a:pt x="2373634" y="3008161"/>
                  </a:lnTo>
                  <a:lnTo>
                    <a:pt x="2373780" y="3008161"/>
                  </a:lnTo>
                  <a:lnTo>
                    <a:pt x="2373925" y="3008161"/>
                  </a:lnTo>
                  <a:lnTo>
                    <a:pt x="2373925" y="3007537"/>
                  </a:lnTo>
                  <a:lnTo>
                    <a:pt x="2374071" y="3007537"/>
                  </a:lnTo>
                  <a:lnTo>
                    <a:pt x="2374071" y="3006913"/>
                  </a:lnTo>
                  <a:lnTo>
                    <a:pt x="2374071" y="3006290"/>
                  </a:lnTo>
                  <a:lnTo>
                    <a:pt x="2374216" y="3006290"/>
                  </a:lnTo>
                  <a:lnTo>
                    <a:pt x="2374362" y="3006290"/>
                  </a:lnTo>
                  <a:lnTo>
                    <a:pt x="2374362" y="3005666"/>
                  </a:lnTo>
                  <a:lnTo>
                    <a:pt x="2374362" y="3005043"/>
                  </a:lnTo>
                  <a:lnTo>
                    <a:pt x="2374507" y="3005043"/>
                  </a:lnTo>
                  <a:lnTo>
                    <a:pt x="2374652" y="3005043"/>
                  </a:lnTo>
                  <a:lnTo>
                    <a:pt x="2374652" y="3004419"/>
                  </a:lnTo>
                  <a:lnTo>
                    <a:pt x="2374798" y="3004419"/>
                  </a:lnTo>
                  <a:lnTo>
                    <a:pt x="2374943" y="3004419"/>
                  </a:lnTo>
                  <a:lnTo>
                    <a:pt x="2375089" y="3004419"/>
                  </a:lnTo>
                  <a:lnTo>
                    <a:pt x="2375089" y="3003796"/>
                  </a:lnTo>
                  <a:lnTo>
                    <a:pt x="2375089" y="3003172"/>
                  </a:lnTo>
                  <a:lnTo>
                    <a:pt x="2375089" y="3002548"/>
                  </a:lnTo>
                  <a:lnTo>
                    <a:pt x="2375234" y="3002548"/>
                  </a:lnTo>
                  <a:lnTo>
                    <a:pt x="2375234" y="3001925"/>
                  </a:lnTo>
                  <a:lnTo>
                    <a:pt x="2375380" y="3001925"/>
                  </a:lnTo>
                  <a:lnTo>
                    <a:pt x="2375525" y="3001925"/>
                  </a:lnTo>
                  <a:lnTo>
                    <a:pt x="2375670" y="3001925"/>
                  </a:lnTo>
                  <a:lnTo>
                    <a:pt x="2375816" y="3001925"/>
                  </a:lnTo>
                  <a:lnTo>
                    <a:pt x="2375961" y="3001925"/>
                  </a:lnTo>
                  <a:lnTo>
                    <a:pt x="2375961" y="3001301"/>
                  </a:lnTo>
                  <a:lnTo>
                    <a:pt x="2375961" y="3000678"/>
                  </a:lnTo>
                  <a:lnTo>
                    <a:pt x="2376107" y="3000678"/>
                  </a:lnTo>
                  <a:lnTo>
                    <a:pt x="2376252" y="3000678"/>
                  </a:lnTo>
                  <a:lnTo>
                    <a:pt x="2376398" y="3000678"/>
                  </a:lnTo>
                  <a:lnTo>
                    <a:pt x="2376543" y="3000678"/>
                  </a:lnTo>
                  <a:lnTo>
                    <a:pt x="2376688" y="3000678"/>
                  </a:lnTo>
                  <a:lnTo>
                    <a:pt x="2376688" y="3000054"/>
                  </a:lnTo>
                  <a:lnTo>
                    <a:pt x="2376834" y="3000054"/>
                  </a:lnTo>
                  <a:lnTo>
                    <a:pt x="2376979" y="3000054"/>
                  </a:lnTo>
                  <a:lnTo>
                    <a:pt x="2376979" y="2999430"/>
                  </a:lnTo>
                  <a:lnTo>
                    <a:pt x="2377125" y="2999430"/>
                  </a:lnTo>
                  <a:lnTo>
                    <a:pt x="2377270" y="2999430"/>
                  </a:lnTo>
                  <a:lnTo>
                    <a:pt x="2377270" y="2998807"/>
                  </a:lnTo>
                  <a:lnTo>
                    <a:pt x="2377415" y="2998807"/>
                  </a:lnTo>
                  <a:lnTo>
                    <a:pt x="2377561" y="2998807"/>
                  </a:lnTo>
                  <a:lnTo>
                    <a:pt x="2377706" y="2998807"/>
                  </a:lnTo>
                  <a:lnTo>
                    <a:pt x="2377852" y="2998807"/>
                  </a:lnTo>
                  <a:lnTo>
                    <a:pt x="2377997" y="2998807"/>
                  </a:lnTo>
                  <a:lnTo>
                    <a:pt x="2378143" y="2998807"/>
                  </a:lnTo>
                  <a:lnTo>
                    <a:pt x="2378288" y="2998807"/>
                  </a:lnTo>
                  <a:lnTo>
                    <a:pt x="2378433" y="2998807"/>
                  </a:lnTo>
                  <a:lnTo>
                    <a:pt x="2378433" y="2998183"/>
                  </a:lnTo>
                  <a:lnTo>
                    <a:pt x="2378579" y="2998183"/>
                  </a:lnTo>
                  <a:lnTo>
                    <a:pt x="2378724" y="2998183"/>
                  </a:lnTo>
                  <a:lnTo>
                    <a:pt x="2378870" y="2998183"/>
                  </a:lnTo>
                  <a:lnTo>
                    <a:pt x="2378870" y="2997560"/>
                  </a:lnTo>
                  <a:lnTo>
                    <a:pt x="2379015" y="2997560"/>
                  </a:lnTo>
                  <a:lnTo>
                    <a:pt x="2379161" y="2997560"/>
                  </a:lnTo>
                  <a:lnTo>
                    <a:pt x="2379306" y="2997560"/>
                  </a:lnTo>
                  <a:lnTo>
                    <a:pt x="2379451" y="2997560"/>
                  </a:lnTo>
                  <a:lnTo>
                    <a:pt x="2379597" y="2997560"/>
                  </a:lnTo>
                  <a:lnTo>
                    <a:pt x="2379597" y="2996936"/>
                  </a:lnTo>
                  <a:lnTo>
                    <a:pt x="2379742" y="2996936"/>
                  </a:lnTo>
                  <a:lnTo>
                    <a:pt x="2379888" y="2996936"/>
                  </a:lnTo>
                  <a:lnTo>
                    <a:pt x="2380033" y="2996936"/>
                  </a:lnTo>
                  <a:lnTo>
                    <a:pt x="2380179" y="2996936"/>
                  </a:lnTo>
                  <a:lnTo>
                    <a:pt x="2380324" y="2996936"/>
                  </a:lnTo>
                  <a:lnTo>
                    <a:pt x="2380469" y="2996936"/>
                  </a:lnTo>
                  <a:lnTo>
                    <a:pt x="2380615" y="2996936"/>
                  </a:lnTo>
                  <a:lnTo>
                    <a:pt x="2380760" y="2996936"/>
                  </a:lnTo>
                  <a:lnTo>
                    <a:pt x="2380760" y="2996313"/>
                  </a:lnTo>
                  <a:lnTo>
                    <a:pt x="2380906" y="2996313"/>
                  </a:lnTo>
                  <a:lnTo>
                    <a:pt x="2380906" y="2995689"/>
                  </a:lnTo>
                  <a:lnTo>
                    <a:pt x="2381051" y="2995689"/>
                  </a:lnTo>
                  <a:lnTo>
                    <a:pt x="2381197" y="2995689"/>
                  </a:lnTo>
                  <a:lnTo>
                    <a:pt x="2381197" y="2995065"/>
                  </a:lnTo>
                  <a:lnTo>
                    <a:pt x="2381342" y="2995065"/>
                  </a:lnTo>
                  <a:lnTo>
                    <a:pt x="2381487" y="2995065"/>
                  </a:lnTo>
                  <a:lnTo>
                    <a:pt x="2381633" y="2995065"/>
                  </a:lnTo>
                  <a:lnTo>
                    <a:pt x="2381778" y="2995065"/>
                  </a:lnTo>
                  <a:lnTo>
                    <a:pt x="2381778" y="2994442"/>
                  </a:lnTo>
                  <a:lnTo>
                    <a:pt x="2381924" y="2994442"/>
                  </a:lnTo>
                  <a:lnTo>
                    <a:pt x="2381924" y="2993818"/>
                  </a:lnTo>
                  <a:lnTo>
                    <a:pt x="2382069" y="2993818"/>
                  </a:lnTo>
                  <a:lnTo>
                    <a:pt x="2382215" y="2993818"/>
                  </a:lnTo>
                  <a:lnTo>
                    <a:pt x="2382360" y="2993818"/>
                  </a:lnTo>
                  <a:lnTo>
                    <a:pt x="2382505" y="2993818"/>
                  </a:lnTo>
                  <a:lnTo>
                    <a:pt x="2382651" y="2993818"/>
                  </a:lnTo>
                  <a:lnTo>
                    <a:pt x="2382651" y="2993195"/>
                  </a:lnTo>
                  <a:lnTo>
                    <a:pt x="2382796" y="2993195"/>
                  </a:lnTo>
                  <a:lnTo>
                    <a:pt x="2382942" y="2993195"/>
                  </a:lnTo>
                  <a:lnTo>
                    <a:pt x="2383087" y="2993195"/>
                  </a:lnTo>
                  <a:lnTo>
                    <a:pt x="2383233" y="2993195"/>
                  </a:lnTo>
                  <a:lnTo>
                    <a:pt x="2383378" y="2993195"/>
                  </a:lnTo>
                  <a:lnTo>
                    <a:pt x="2383523" y="2993195"/>
                  </a:lnTo>
                  <a:lnTo>
                    <a:pt x="2383669" y="2993195"/>
                  </a:lnTo>
                  <a:lnTo>
                    <a:pt x="2383814" y="2993195"/>
                  </a:lnTo>
                  <a:lnTo>
                    <a:pt x="2383960" y="2993195"/>
                  </a:lnTo>
                  <a:lnTo>
                    <a:pt x="2384105" y="2993195"/>
                  </a:lnTo>
                  <a:lnTo>
                    <a:pt x="2384250" y="2993195"/>
                  </a:lnTo>
                  <a:lnTo>
                    <a:pt x="2384396" y="2993195"/>
                  </a:lnTo>
                  <a:lnTo>
                    <a:pt x="2384396" y="2992571"/>
                  </a:lnTo>
                  <a:lnTo>
                    <a:pt x="2384396" y="2991947"/>
                  </a:lnTo>
                  <a:lnTo>
                    <a:pt x="2384541" y="2991947"/>
                  </a:lnTo>
                  <a:lnTo>
                    <a:pt x="2384687" y="2991947"/>
                  </a:lnTo>
                  <a:lnTo>
                    <a:pt x="2384832" y="2991947"/>
                  </a:lnTo>
                  <a:lnTo>
                    <a:pt x="2384978" y="2991947"/>
                  </a:lnTo>
                  <a:lnTo>
                    <a:pt x="2384978" y="2991324"/>
                  </a:lnTo>
                  <a:lnTo>
                    <a:pt x="2385123" y="2991324"/>
                  </a:lnTo>
                  <a:lnTo>
                    <a:pt x="2385268" y="2991324"/>
                  </a:lnTo>
                  <a:lnTo>
                    <a:pt x="2385414" y="2991324"/>
                  </a:lnTo>
                  <a:lnTo>
                    <a:pt x="2385559" y="2991324"/>
                  </a:lnTo>
                  <a:lnTo>
                    <a:pt x="2385559" y="2990700"/>
                  </a:lnTo>
                  <a:lnTo>
                    <a:pt x="2385705" y="2990700"/>
                  </a:lnTo>
                  <a:lnTo>
                    <a:pt x="2385850" y="2990700"/>
                  </a:lnTo>
                  <a:lnTo>
                    <a:pt x="2385996" y="2990700"/>
                  </a:lnTo>
                  <a:lnTo>
                    <a:pt x="2385996" y="2990077"/>
                  </a:lnTo>
                  <a:lnTo>
                    <a:pt x="2385996" y="2989453"/>
                  </a:lnTo>
                  <a:lnTo>
                    <a:pt x="2386141" y="2989453"/>
                  </a:lnTo>
                  <a:lnTo>
                    <a:pt x="2386286" y="2989453"/>
                  </a:lnTo>
                  <a:lnTo>
                    <a:pt x="2386432" y="2989453"/>
                  </a:lnTo>
                  <a:lnTo>
                    <a:pt x="2386432" y="2988830"/>
                  </a:lnTo>
                  <a:lnTo>
                    <a:pt x="2386432" y="2988206"/>
                  </a:lnTo>
                  <a:lnTo>
                    <a:pt x="2386432" y="2987582"/>
                  </a:lnTo>
                  <a:lnTo>
                    <a:pt x="2386432" y="2986959"/>
                  </a:lnTo>
                  <a:lnTo>
                    <a:pt x="2386577" y="2986959"/>
                  </a:lnTo>
                  <a:lnTo>
                    <a:pt x="2386577" y="2986335"/>
                  </a:lnTo>
                  <a:lnTo>
                    <a:pt x="2386723" y="2986335"/>
                  </a:lnTo>
                  <a:lnTo>
                    <a:pt x="2386868" y="2986335"/>
                  </a:lnTo>
                  <a:lnTo>
                    <a:pt x="2387014" y="2986335"/>
                  </a:lnTo>
                  <a:lnTo>
                    <a:pt x="2387014" y="2985712"/>
                  </a:lnTo>
                  <a:lnTo>
                    <a:pt x="2387014" y="2985088"/>
                  </a:lnTo>
                  <a:lnTo>
                    <a:pt x="2387159" y="2985088"/>
                  </a:lnTo>
                  <a:lnTo>
                    <a:pt x="2387304" y="2985088"/>
                  </a:lnTo>
                  <a:lnTo>
                    <a:pt x="2387450" y="2985088"/>
                  </a:lnTo>
                  <a:lnTo>
                    <a:pt x="2387595" y="2985088"/>
                  </a:lnTo>
                  <a:lnTo>
                    <a:pt x="2387741" y="2985088"/>
                  </a:lnTo>
                  <a:lnTo>
                    <a:pt x="2387886" y="2985088"/>
                  </a:lnTo>
                  <a:lnTo>
                    <a:pt x="2387886" y="2984464"/>
                  </a:lnTo>
                  <a:lnTo>
                    <a:pt x="2388032" y="2984464"/>
                  </a:lnTo>
                  <a:lnTo>
                    <a:pt x="2388177" y="2984464"/>
                  </a:lnTo>
                  <a:lnTo>
                    <a:pt x="2388322" y="2984464"/>
                  </a:lnTo>
                  <a:lnTo>
                    <a:pt x="2388468" y="2984464"/>
                  </a:lnTo>
                  <a:lnTo>
                    <a:pt x="2388613" y="2984464"/>
                  </a:lnTo>
                  <a:lnTo>
                    <a:pt x="2388759" y="2984464"/>
                  </a:lnTo>
                  <a:lnTo>
                    <a:pt x="2388904" y="2984464"/>
                  </a:lnTo>
                  <a:lnTo>
                    <a:pt x="2389050" y="2984464"/>
                  </a:lnTo>
                  <a:lnTo>
                    <a:pt x="2389195" y="2984464"/>
                  </a:lnTo>
                  <a:lnTo>
                    <a:pt x="2389340" y="2984464"/>
                  </a:lnTo>
                  <a:lnTo>
                    <a:pt x="2389486" y="2984464"/>
                  </a:lnTo>
                  <a:lnTo>
                    <a:pt x="2389631" y="2984464"/>
                  </a:lnTo>
                  <a:lnTo>
                    <a:pt x="2389631" y="2983841"/>
                  </a:lnTo>
                  <a:lnTo>
                    <a:pt x="2389777" y="2983841"/>
                  </a:lnTo>
                  <a:lnTo>
                    <a:pt x="2389922" y="2983841"/>
                  </a:lnTo>
                  <a:lnTo>
                    <a:pt x="2389922" y="2983217"/>
                  </a:lnTo>
                  <a:lnTo>
                    <a:pt x="2390068" y="2983217"/>
                  </a:lnTo>
                  <a:lnTo>
                    <a:pt x="2390068" y="2982594"/>
                  </a:lnTo>
                  <a:lnTo>
                    <a:pt x="2390213" y="2982594"/>
                  </a:lnTo>
                  <a:lnTo>
                    <a:pt x="2390358" y="2982594"/>
                  </a:lnTo>
                  <a:lnTo>
                    <a:pt x="2390358" y="2981970"/>
                  </a:lnTo>
                  <a:lnTo>
                    <a:pt x="2390504" y="2981970"/>
                  </a:lnTo>
                  <a:lnTo>
                    <a:pt x="2390649" y="2981970"/>
                  </a:lnTo>
                  <a:lnTo>
                    <a:pt x="2390795" y="2981970"/>
                  </a:lnTo>
                  <a:lnTo>
                    <a:pt x="2390940" y="2981970"/>
                  </a:lnTo>
                  <a:lnTo>
                    <a:pt x="2390940" y="2981347"/>
                  </a:lnTo>
                  <a:lnTo>
                    <a:pt x="2391085" y="2981347"/>
                  </a:lnTo>
                  <a:lnTo>
                    <a:pt x="2391085" y="2980723"/>
                  </a:lnTo>
                  <a:lnTo>
                    <a:pt x="2391231" y="2980723"/>
                  </a:lnTo>
                  <a:lnTo>
                    <a:pt x="2391376" y="2980723"/>
                  </a:lnTo>
                  <a:lnTo>
                    <a:pt x="2391522" y="2980723"/>
                  </a:lnTo>
                  <a:lnTo>
                    <a:pt x="2391522" y="2980099"/>
                  </a:lnTo>
                  <a:lnTo>
                    <a:pt x="2391522" y="2979476"/>
                  </a:lnTo>
                  <a:lnTo>
                    <a:pt x="2391667" y="2979476"/>
                  </a:lnTo>
                  <a:lnTo>
                    <a:pt x="2391813" y="2979476"/>
                  </a:lnTo>
                  <a:lnTo>
                    <a:pt x="2391958" y="2979476"/>
                  </a:lnTo>
                  <a:lnTo>
                    <a:pt x="2392103" y="2979476"/>
                  </a:lnTo>
                  <a:lnTo>
                    <a:pt x="2392249" y="2979476"/>
                  </a:lnTo>
                  <a:lnTo>
                    <a:pt x="2392249" y="2978852"/>
                  </a:lnTo>
                  <a:lnTo>
                    <a:pt x="2392394" y="2978852"/>
                  </a:lnTo>
                  <a:lnTo>
                    <a:pt x="2392540" y="2978852"/>
                  </a:lnTo>
                  <a:lnTo>
                    <a:pt x="2392540" y="2978229"/>
                  </a:lnTo>
                  <a:lnTo>
                    <a:pt x="2392540" y="2977605"/>
                  </a:lnTo>
                  <a:lnTo>
                    <a:pt x="2392685" y="2977605"/>
                  </a:lnTo>
                  <a:lnTo>
                    <a:pt x="2392685" y="2976981"/>
                  </a:lnTo>
                  <a:lnTo>
                    <a:pt x="2392831" y="2976981"/>
                  </a:lnTo>
                  <a:lnTo>
                    <a:pt x="2392976" y="2976981"/>
                  </a:lnTo>
                  <a:lnTo>
                    <a:pt x="2393121" y="2976981"/>
                  </a:lnTo>
                  <a:lnTo>
                    <a:pt x="2393267" y="2976981"/>
                  </a:lnTo>
                  <a:lnTo>
                    <a:pt x="2393412" y="2976981"/>
                  </a:lnTo>
                  <a:lnTo>
                    <a:pt x="2393412" y="2976358"/>
                  </a:lnTo>
                  <a:lnTo>
                    <a:pt x="2393558" y="2976358"/>
                  </a:lnTo>
                  <a:lnTo>
                    <a:pt x="2393703" y="2976358"/>
                  </a:lnTo>
                  <a:lnTo>
                    <a:pt x="2393849" y="2976358"/>
                  </a:lnTo>
                  <a:lnTo>
                    <a:pt x="2393994" y="2976358"/>
                  </a:lnTo>
                  <a:lnTo>
                    <a:pt x="2394139" y="2976358"/>
                  </a:lnTo>
                  <a:lnTo>
                    <a:pt x="2394285" y="2976358"/>
                  </a:lnTo>
                  <a:lnTo>
                    <a:pt x="2394430" y="2976358"/>
                  </a:lnTo>
                  <a:lnTo>
                    <a:pt x="2394576" y="2976358"/>
                  </a:lnTo>
                  <a:lnTo>
                    <a:pt x="2394721" y="2976358"/>
                  </a:lnTo>
                  <a:lnTo>
                    <a:pt x="2394867" y="2976358"/>
                  </a:lnTo>
                  <a:lnTo>
                    <a:pt x="2395012" y="2976358"/>
                  </a:lnTo>
                  <a:lnTo>
                    <a:pt x="2395157" y="2976358"/>
                  </a:lnTo>
                  <a:lnTo>
                    <a:pt x="2395303" y="2976358"/>
                  </a:lnTo>
                  <a:lnTo>
                    <a:pt x="2395448" y="2976358"/>
                  </a:lnTo>
                  <a:lnTo>
                    <a:pt x="2395448" y="2975734"/>
                  </a:lnTo>
                  <a:lnTo>
                    <a:pt x="2395594" y="2975734"/>
                  </a:lnTo>
                  <a:lnTo>
                    <a:pt x="2395739" y="2975734"/>
                  </a:lnTo>
                  <a:lnTo>
                    <a:pt x="2395885" y="2975734"/>
                  </a:lnTo>
                  <a:lnTo>
                    <a:pt x="2396030" y="2975734"/>
                  </a:lnTo>
                  <a:lnTo>
                    <a:pt x="2396175" y="2975734"/>
                  </a:lnTo>
                  <a:lnTo>
                    <a:pt x="2396321" y="2975734"/>
                  </a:lnTo>
                  <a:lnTo>
                    <a:pt x="2396466" y="2975734"/>
                  </a:lnTo>
                  <a:lnTo>
                    <a:pt x="2396612" y="2975734"/>
                  </a:lnTo>
                  <a:lnTo>
                    <a:pt x="2396612" y="2975111"/>
                  </a:lnTo>
                  <a:lnTo>
                    <a:pt x="2396757" y="2975111"/>
                  </a:lnTo>
                  <a:lnTo>
                    <a:pt x="2396902" y="2975111"/>
                  </a:lnTo>
                  <a:lnTo>
                    <a:pt x="2397048" y="2975111"/>
                  </a:lnTo>
                  <a:lnTo>
                    <a:pt x="2397193" y="2975111"/>
                  </a:lnTo>
                  <a:lnTo>
                    <a:pt x="2397339" y="2975111"/>
                  </a:lnTo>
                  <a:lnTo>
                    <a:pt x="2397484" y="2975111"/>
                  </a:lnTo>
                  <a:lnTo>
                    <a:pt x="2397630" y="2975111"/>
                  </a:lnTo>
                  <a:lnTo>
                    <a:pt x="2397775" y="2975111"/>
                  </a:lnTo>
                  <a:lnTo>
                    <a:pt x="2397920" y="2975111"/>
                  </a:lnTo>
                  <a:lnTo>
                    <a:pt x="2398066" y="2975111"/>
                  </a:lnTo>
                  <a:lnTo>
                    <a:pt x="2398211" y="2975111"/>
                  </a:lnTo>
                  <a:lnTo>
                    <a:pt x="2398211" y="2974487"/>
                  </a:lnTo>
                  <a:lnTo>
                    <a:pt x="2398357" y="2974487"/>
                  </a:lnTo>
                  <a:lnTo>
                    <a:pt x="2398502" y="2974487"/>
                  </a:lnTo>
                  <a:lnTo>
                    <a:pt x="2398648" y="2974487"/>
                  </a:lnTo>
                  <a:lnTo>
                    <a:pt x="2398793" y="2974487"/>
                  </a:lnTo>
                  <a:lnTo>
                    <a:pt x="2398938" y="2974487"/>
                  </a:lnTo>
                  <a:lnTo>
                    <a:pt x="2399084" y="2974487"/>
                  </a:lnTo>
                  <a:lnTo>
                    <a:pt x="2399229" y="2974487"/>
                  </a:lnTo>
                  <a:lnTo>
                    <a:pt x="2399375" y="2974487"/>
                  </a:lnTo>
                  <a:lnTo>
                    <a:pt x="2399520" y="2974487"/>
                  </a:lnTo>
                  <a:lnTo>
                    <a:pt x="2399520" y="2973864"/>
                  </a:lnTo>
                  <a:lnTo>
                    <a:pt x="2399666" y="2973864"/>
                  </a:lnTo>
                  <a:lnTo>
                    <a:pt x="2399811" y="2973864"/>
                  </a:lnTo>
                  <a:lnTo>
                    <a:pt x="2399956" y="2973864"/>
                  </a:lnTo>
                  <a:lnTo>
                    <a:pt x="2399956" y="2973240"/>
                  </a:lnTo>
                  <a:lnTo>
                    <a:pt x="2400102" y="2973240"/>
                  </a:lnTo>
                  <a:lnTo>
                    <a:pt x="2400247" y="2973240"/>
                  </a:lnTo>
                  <a:lnTo>
                    <a:pt x="2400247" y="2972616"/>
                  </a:lnTo>
                  <a:lnTo>
                    <a:pt x="2400393" y="2972616"/>
                  </a:lnTo>
                  <a:lnTo>
                    <a:pt x="2400538" y="2972616"/>
                  </a:lnTo>
                  <a:lnTo>
                    <a:pt x="2400684" y="2972616"/>
                  </a:lnTo>
                  <a:lnTo>
                    <a:pt x="2400684" y="2971993"/>
                  </a:lnTo>
                  <a:lnTo>
                    <a:pt x="2400829" y="2971993"/>
                  </a:lnTo>
                  <a:lnTo>
                    <a:pt x="2400974" y="2971993"/>
                  </a:lnTo>
                  <a:lnTo>
                    <a:pt x="2401120" y="2971993"/>
                  </a:lnTo>
                  <a:lnTo>
                    <a:pt x="2401265" y="2971993"/>
                  </a:lnTo>
                  <a:lnTo>
                    <a:pt x="2401411" y="2971993"/>
                  </a:lnTo>
                  <a:lnTo>
                    <a:pt x="2401411" y="2971369"/>
                  </a:lnTo>
                  <a:lnTo>
                    <a:pt x="2401556" y="2971369"/>
                  </a:lnTo>
                  <a:lnTo>
                    <a:pt x="2401556" y="2970746"/>
                  </a:lnTo>
                  <a:lnTo>
                    <a:pt x="2401702" y="2970746"/>
                  </a:lnTo>
                  <a:lnTo>
                    <a:pt x="2401847" y="2970746"/>
                  </a:lnTo>
                  <a:lnTo>
                    <a:pt x="2401992" y="2970746"/>
                  </a:lnTo>
                  <a:lnTo>
                    <a:pt x="2402138" y="2970746"/>
                  </a:lnTo>
                  <a:lnTo>
                    <a:pt x="2402283" y="2970746"/>
                  </a:lnTo>
                  <a:lnTo>
                    <a:pt x="2402429" y="2970746"/>
                  </a:lnTo>
                  <a:lnTo>
                    <a:pt x="2402574" y="2970746"/>
                  </a:lnTo>
                  <a:lnTo>
                    <a:pt x="2402720" y="2970746"/>
                  </a:lnTo>
                  <a:lnTo>
                    <a:pt x="2402865" y="2970746"/>
                  </a:lnTo>
                  <a:lnTo>
                    <a:pt x="2403010" y="2970746"/>
                  </a:lnTo>
                  <a:lnTo>
                    <a:pt x="2403156" y="2970746"/>
                  </a:lnTo>
                  <a:lnTo>
                    <a:pt x="2403301" y="2970746"/>
                  </a:lnTo>
                  <a:lnTo>
                    <a:pt x="2403447" y="2970746"/>
                  </a:lnTo>
                  <a:lnTo>
                    <a:pt x="2403592" y="2970746"/>
                  </a:lnTo>
                  <a:lnTo>
                    <a:pt x="2403737" y="2970746"/>
                  </a:lnTo>
                  <a:lnTo>
                    <a:pt x="2403883" y="2970746"/>
                  </a:lnTo>
                  <a:lnTo>
                    <a:pt x="2404028" y="2970746"/>
                  </a:lnTo>
                  <a:lnTo>
                    <a:pt x="2404028" y="2970122"/>
                  </a:lnTo>
                  <a:lnTo>
                    <a:pt x="2404028" y="2969499"/>
                  </a:lnTo>
                  <a:lnTo>
                    <a:pt x="2404174" y="2969499"/>
                  </a:lnTo>
                  <a:lnTo>
                    <a:pt x="2404319" y="2969499"/>
                  </a:lnTo>
                  <a:lnTo>
                    <a:pt x="2404465" y="2969499"/>
                  </a:lnTo>
                  <a:lnTo>
                    <a:pt x="2404610" y="2969499"/>
                  </a:lnTo>
                  <a:lnTo>
                    <a:pt x="2404610" y="2968875"/>
                  </a:lnTo>
                  <a:lnTo>
                    <a:pt x="2404755" y="2968875"/>
                  </a:lnTo>
                  <a:lnTo>
                    <a:pt x="2404901" y="2968875"/>
                  </a:lnTo>
                  <a:lnTo>
                    <a:pt x="2405046" y="2968875"/>
                  </a:lnTo>
                  <a:lnTo>
                    <a:pt x="2405192" y="2968875"/>
                  </a:lnTo>
                  <a:lnTo>
                    <a:pt x="2405337" y="2968875"/>
                  </a:lnTo>
                  <a:lnTo>
                    <a:pt x="2405483" y="2968875"/>
                  </a:lnTo>
                  <a:lnTo>
                    <a:pt x="2405628" y="2968875"/>
                  </a:lnTo>
                  <a:lnTo>
                    <a:pt x="2405773" y="2968875"/>
                  </a:lnTo>
                  <a:lnTo>
                    <a:pt x="2405773" y="2968251"/>
                  </a:lnTo>
                  <a:lnTo>
                    <a:pt x="2405919" y="2968251"/>
                  </a:lnTo>
                  <a:lnTo>
                    <a:pt x="2406064" y="2968251"/>
                  </a:lnTo>
                  <a:lnTo>
                    <a:pt x="2406210" y="2968251"/>
                  </a:lnTo>
                  <a:lnTo>
                    <a:pt x="2406355" y="2968251"/>
                  </a:lnTo>
                  <a:lnTo>
                    <a:pt x="2406501" y="2968251"/>
                  </a:lnTo>
                  <a:lnTo>
                    <a:pt x="2406646" y="2968251"/>
                  </a:lnTo>
                  <a:lnTo>
                    <a:pt x="2406791" y="2968251"/>
                  </a:lnTo>
                  <a:lnTo>
                    <a:pt x="2406937" y="2968251"/>
                  </a:lnTo>
                  <a:lnTo>
                    <a:pt x="2407082" y="2968251"/>
                  </a:lnTo>
                  <a:lnTo>
                    <a:pt x="2407082" y="2967628"/>
                  </a:lnTo>
                  <a:lnTo>
                    <a:pt x="2407228" y="2967628"/>
                  </a:lnTo>
                  <a:lnTo>
                    <a:pt x="2407373" y="2967628"/>
                  </a:lnTo>
                  <a:lnTo>
                    <a:pt x="2407373" y="2967004"/>
                  </a:lnTo>
                  <a:lnTo>
                    <a:pt x="2407519" y="2967004"/>
                  </a:lnTo>
                  <a:lnTo>
                    <a:pt x="2407664" y="2967004"/>
                  </a:lnTo>
                  <a:lnTo>
                    <a:pt x="2407809" y="2967004"/>
                  </a:lnTo>
                  <a:lnTo>
                    <a:pt x="2407955" y="2967004"/>
                  </a:lnTo>
                  <a:lnTo>
                    <a:pt x="2408100" y="2967004"/>
                  </a:lnTo>
                  <a:lnTo>
                    <a:pt x="2408246" y="2967004"/>
                  </a:lnTo>
                  <a:lnTo>
                    <a:pt x="2408391" y="2967004"/>
                  </a:lnTo>
                  <a:lnTo>
                    <a:pt x="2408391" y="2966381"/>
                  </a:lnTo>
                  <a:lnTo>
                    <a:pt x="2408537" y="2966381"/>
                  </a:lnTo>
                  <a:lnTo>
                    <a:pt x="2408682" y="2966381"/>
                  </a:lnTo>
                  <a:lnTo>
                    <a:pt x="2408827" y="2966381"/>
                  </a:lnTo>
                  <a:lnTo>
                    <a:pt x="2408973" y="2966381"/>
                  </a:lnTo>
                  <a:lnTo>
                    <a:pt x="2409118" y="2966381"/>
                  </a:lnTo>
                  <a:lnTo>
                    <a:pt x="2409264" y="2966381"/>
                  </a:lnTo>
                  <a:lnTo>
                    <a:pt x="2409409" y="2966381"/>
                  </a:lnTo>
                  <a:lnTo>
                    <a:pt x="2409555" y="2966381"/>
                  </a:lnTo>
                  <a:lnTo>
                    <a:pt x="2409700" y="2966381"/>
                  </a:lnTo>
                  <a:lnTo>
                    <a:pt x="2409845" y="2966381"/>
                  </a:lnTo>
                  <a:lnTo>
                    <a:pt x="2409991" y="2966381"/>
                  </a:lnTo>
                  <a:lnTo>
                    <a:pt x="2409991" y="2965757"/>
                  </a:lnTo>
                  <a:lnTo>
                    <a:pt x="2410136" y="2965757"/>
                  </a:lnTo>
                  <a:lnTo>
                    <a:pt x="2410282" y="2965757"/>
                  </a:lnTo>
                  <a:lnTo>
                    <a:pt x="2410427" y="2965757"/>
                  </a:lnTo>
                  <a:lnTo>
                    <a:pt x="2410572" y="2965757"/>
                  </a:lnTo>
                  <a:lnTo>
                    <a:pt x="2410718" y="2965757"/>
                  </a:lnTo>
                  <a:lnTo>
                    <a:pt x="2410863" y="2965757"/>
                  </a:lnTo>
                  <a:lnTo>
                    <a:pt x="2411009" y="2965757"/>
                  </a:lnTo>
                  <a:lnTo>
                    <a:pt x="2411154" y="2965757"/>
                  </a:lnTo>
                  <a:lnTo>
                    <a:pt x="2411300" y="2965757"/>
                  </a:lnTo>
                  <a:lnTo>
                    <a:pt x="2411445" y="2965757"/>
                  </a:lnTo>
                  <a:lnTo>
                    <a:pt x="2411590" y="2965757"/>
                  </a:lnTo>
                  <a:lnTo>
                    <a:pt x="2411736" y="2965757"/>
                  </a:lnTo>
                  <a:lnTo>
                    <a:pt x="2411881" y="2965757"/>
                  </a:lnTo>
                  <a:lnTo>
                    <a:pt x="2412027" y="2965757"/>
                  </a:lnTo>
                  <a:lnTo>
                    <a:pt x="2412172" y="2965757"/>
                  </a:lnTo>
                  <a:lnTo>
                    <a:pt x="2412318" y="2965757"/>
                  </a:lnTo>
                  <a:lnTo>
                    <a:pt x="2412463" y="2965757"/>
                  </a:lnTo>
                  <a:lnTo>
                    <a:pt x="2412608" y="2965757"/>
                  </a:lnTo>
                  <a:lnTo>
                    <a:pt x="2412754" y="2965757"/>
                  </a:lnTo>
                  <a:lnTo>
                    <a:pt x="2412754" y="2965133"/>
                  </a:lnTo>
                  <a:lnTo>
                    <a:pt x="2412754" y="2964510"/>
                  </a:lnTo>
                  <a:lnTo>
                    <a:pt x="2412899" y="2964510"/>
                  </a:lnTo>
                  <a:lnTo>
                    <a:pt x="2412899" y="2963886"/>
                  </a:lnTo>
                  <a:lnTo>
                    <a:pt x="2413045" y="2963886"/>
                  </a:lnTo>
                  <a:lnTo>
                    <a:pt x="2413190" y="2963886"/>
                  </a:lnTo>
                  <a:lnTo>
                    <a:pt x="2413336" y="2963886"/>
                  </a:lnTo>
                  <a:lnTo>
                    <a:pt x="2413481" y="2963886"/>
                  </a:lnTo>
                  <a:lnTo>
                    <a:pt x="2413626" y="2963886"/>
                  </a:lnTo>
                  <a:lnTo>
                    <a:pt x="2413772" y="2963886"/>
                  </a:lnTo>
                  <a:lnTo>
                    <a:pt x="2413917" y="2963886"/>
                  </a:lnTo>
                  <a:lnTo>
                    <a:pt x="2413917" y="2963263"/>
                  </a:lnTo>
                  <a:lnTo>
                    <a:pt x="2413917" y="2962639"/>
                  </a:lnTo>
                  <a:lnTo>
                    <a:pt x="2413917" y="2962016"/>
                  </a:lnTo>
                  <a:lnTo>
                    <a:pt x="2413917" y="2961392"/>
                  </a:lnTo>
                  <a:lnTo>
                    <a:pt x="2414063" y="2961392"/>
                  </a:lnTo>
                  <a:lnTo>
                    <a:pt x="2414208" y="2961392"/>
                  </a:lnTo>
                  <a:lnTo>
                    <a:pt x="2414354" y="2961392"/>
                  </a:lnTo>
                  <a:lnTo>
                    <a:pt x="2414354" y="2960768"/>
                  </a:lnTo>
                  <a:lnTo>
                    <a:pt x="2414499" y="2960768"/>
                  </a:lnTo>
                  <a:lnTo>
                    <a:pt x="2414644" y="2960768"/>
                  </a:lnTo>
                  <a:lnTo>
                    <a:pt x="2414644" y="2960145"/>
                  </a:lnTo>
                  <a:lnTo>
                    <a:pt x="2414790" y="2960145"/>
                  </a:lnTo>
                  <a:lnTo>
                    <a:pt x="2414935" y="2960145"/>
                  </a:lnTo>
                  <a:lnTo>
                    <a:pt x="2415081" y="2960145"/>
                  </a:lnTo>
                  <a:lnTo>
                    <a:pt x="2415226" y="2960145"/>
                  </a:lnTo>
                  <a:lnTo>
                    <a:pt x="2415372" y="2960145"/>
                  </a:lnTo>
                  <a:lnTo>
                    <a:pt x="2415517" y="2960145"/>
                  </a:lnTo>
                  <a:lnTo>
                    <a:pt x="2415662" y="2960145"/>
                  </a:lnTo>
                  <a:lnTo>
                    <a:pt x="2415662" y="2959521"/>
                  </a:lnTo>
                  <a:lnTo>
                    <a:pt x="2415808" y="2959521"/>
                  </a:lnTo>
                  <a:lnTo>
                    <a:pt x="2415953" y="2959521"/>
                  </a:lnTo>
                  <a:lnTo>
                    <a:pt x="2415953" y="2958898"/>
                  </a:lnTo>
                  <a:lnTo>
                    <a:pt x="2416099" y="2958898"/>
                  </a:lnTo>
                  <a:lnTo>
                    <a:pt x="2416244" y="2958898"/>
                  </a:lnTo>
                  <a:lnTo>
                    <a:pt x="2416390" y="2958898"/>
                  </a:lnTo>
                  <a:lnTo>
                    <a:pt x="2416535" y="2958898"/>
                  </a:lnTo>
                  <a:lnTo>
                    <a:pt x="2416680" y="2958898"/>
                  </a:lnTo>
                  <a:lnTo>
                    <a:pt x="2416826" y="2958898"/>
                  </a:lnTo>
                  <a:lnTo>
                    <a:pt x="2416971" y="2958898"/>
                  </a:lnTo>
                  <a:lnTo>
                    <a:pt x="2416971" y="2958274"/>
                  </a:lnTo>
                  <a:lnTo>
                    <a:pt x="2417117" y="2958274"/>
                  </a:lnTo>
                  <a:lnTo>
                    <a:pt x="2417262" y="2958274"/>
                  </a:lnTo>
                  <a:lnTo>
                    <a:pt x="2417407" y="2958274"/>
                  </a:lnTo>
                  <a:lnTo>
                    <a:pt x="2417553" y="2958274"/>
                  </a:lnTo>
                  <a:lnTo>
                    <a:pt x="2417698" y="2958274"/>
                  </a:lnTo>
                  <a:lnTo>
                    <a:pt x="2417844" y="2958274"/>
                  </a:lnTo>
                  <a:lnTo>
                    <a:pt x="2417844" y="2957650"/>
                  </a:lnTo>
                  <a:lnTo>
                    <a:pt x="2417844" y="2957027"/>
                  </a:lnTo>
                  <a:lnTo>
                    <a:pt x="2417989" y="2957027"/>
                  </a:lnTo>
                  <a:lnTo>
                    <a:pt x="2417989" y="2956403"/>
                  </a:lnTo>
                  <a:lnTo>
                    <a:pt x="2418135" y="2956403"/>
                  </a:lnTo>
                  <a:lnTo>
                    <a:pt x="2418280" y="2956403"/>
                  </a:lnTo>
                  <a:lnTo>
                    <a:pt x="2418280" y="2955780"/>
                  </a:lnTo>
                  <a:lnTo>
                    <a:pt x="2418425" y="2955780"/>
                  </a:lnTo>
                  <a:lnTo>
                    <a:pt x="2418571" y="2955780"/>
                  </a:lnTo>
                  <a:lnTo>
                    <a:pt x="2418716" y="2955780"/>
                  </a:lnTo>
                  <a:lnTo>
                    <a:pt x="2418862" y="2955780"/>
                  </a:lnTo>
                  <a:lnTo>
                    <a:pt x="2419007" y="2955780"/>
                  </a:lnTo>
                  <a:lnTo>
                    <a:pt x="2419153" y="2955780"/>
                  </a:lnTo>
                  <a:lnTo>
                    <a:pt x="2419298" y="2955780"/>
                  </a:lnTo>
                  <a:lnTo>
                    <a:pt x="2419443" y="2955780"/>
                  </a:lnTo>
                  <a:lnTo>
                    <a:pt x="2419589" y="2955780"/>
                  </a:lnTo>
                  <a:lnTo>
                    <a:pt x="2419734" y="2955780"/>
                  </a:lnTo>
                  <a:lnTo>
                    <a:pt x="2419880" y="2955780"/>
                  </a:lnTo>
                  <a:lnTo>
                    <a:pt x="2419880" y="2955156"/>
                  </a:lnTo>
                  <a:lnTo>
                    <a:pt x="2420025" y="2955156"/>
                  </a:lnTo>
                  <a:lnTo>
                    <a:pt x="2420171" y="2955156"/>
                  </a:lnTo>
                  <a:lnTo>
                    <a:pt x="2420316" y="2955156"/>
                  </a:lnTo>
                  <a:lnTo>
                    <a:pt x="2420461" y="2955156"/>
                  </a:lnTo>
                  <a:lnTo>
                    <a:pt x="2420607" y="2955156"/>
                  </a:lnTo>
                  <a:lnTo>
                    <a:pt x="2420752" y="2955156"/>
                  </a:lnTo>
                  <a:lnTo>
                    <a:pt x="2420898" y="2955156"/>
                  </a:lnTo>
                  <a:lnTo>
                    <a:pt x="2421043" y="2955156"/>
                  </a:lnTo>
                  <a:lnTo>
                    <a:pt x="2421189" y="2955156"/>
                  </a:lnTo>
                  <a:lnTo>
                    <a:pt x="2421334" y="2955156"/>
                  </a:lnTo>
                  <a:lnTo>
                    <a:pt x="2421334" y="2954533"/>
                  </a:lnTo>
                  <a:lnTo>
                    <a:pt x="2421334" y="2953909"/>
                  </a:lnTo>
                  <a:lnTo>
                    <a:pt x="2421479" y="2953909"/>
                  </a:lnTo>
                  <a:lnTo>
                    <a:pt x="2421625" y="2953909"/>
                  </a:lnTo>
                  <a:lnTo>
                    <a:pt x="2421770" y="2953909"/>
                  </a:lnTo>
                  <a:lnTo>
                    <a:pt x="2421916" y="2953909"/>
                  </a:lnTo>
                  <a:lnTo>
                    <a:pt x="2422061" y="2953909"/>
                  </a:lnTo>
                  <a:lnTo>
                    <a:pt x="2422207" y="2953909"/>
                  </a:lnTo>
                  <a:lnTo>
                    <a:pt x="2422207" y="2953285"/>
                  </a:lnTo>
                  <a:lnTo>
                    <a:pt x="2422207" y="2952662"/>
                  </a:lnTo>
                  <a:lnTo>
                    <a:pt x="2422352" y="2952662"/>
                  </a:lnTo>
                  <a:lnTo>
                    <a:pt x="2422497" y="2952662"/>
                  </a:lnTo>
                  <a:lnTo>
                    <a:pt x="2422643" y="2952662"/>
                  </a:lnTo>
                  <a:lnTo>
                    <a:pt x="2422788" y="2952662"/>
                  </a:lnTo>
                  <a:lnTo>
                    <a:pt x="2422934" y="2952662"/>
                  </a:lnTo>
                  <a:lnTo>
                    <a:pt x="2423079" y="2952662"/>
                  </a:lnTo>
                  <a:lnTo>
                    <a:pt x="2423079" y="2952038"/>
                  </a:lnTo>
                  <a:lnTo>
                    <a:pt x="2423225" y="2952038"/>
                  </a:lnTo>
                  <a:lnTo>
                    <a:pt x="2423370" y="2952038"/>
                  </a:lnTo>
                  <a:lnTo>
                    <a:pt x="2423515" y="2952038"/>
                  </a:lnTo>
                  <a:lnTo>
                    <a:pt x="2423515" y="2951415"/>
                  </a:lnTo>
                  <a:lnTo>
                    <a:pt x="2423661" y="2951415"/>
                  </a:lnTo>
                  <a:lnTo>
                    <a:pt x="2423661" y="2950791"/>
                  </a:lnTo>
                  <a:lnTo>
                    <a:pt x="2423806" y="2950791"/>
                  </a:lnTo>
                  <a:lnTo>
                    <a:pt x="2423952" y="2950791"/>
                  </a:lnTo>
                  <a:lnTo>
                    <a:pt x="2424097" y="2950791"/>
                  </a:lnTo>
                  <a:lnTo>
                    <a:pt x="2424097" y="2950167"/>
                  </a:lnTo>
                  <a:lnTo>
                    <a:pt x="2424097" y="2949544"/>
                  </a:lnTo>
                  <a:lnTo>
                    <a:pt x="2424097" y="2948920"/>
                  </a:lnTo>
                  <a:lnTo>
                    <a:pt x="2424242" y="2948920"/>
                  </a:lnTo>
                  <a:lnTo>
                    <a:pt x="2424388" y="2948920"/>
                  </a:lnTo>
                  <a:lnTo>
                    <a:pt x="2424533" y="2948920"/>
                  </a:lnTo>
                  <a:lnTo>
                    <a:pt x="2424679" y="2948920"/>
                  </a:lnTo>
                  <a:lnTo>
                    <a:pt x="2424824" y="2948920"/>
                  </a:lnTo>
                  <a:lnTo>
                    <a:pt x="2424970" y="2948920"/>
                  </a:lnTo>
                  <a:lnTo>
                    <a:pt x="2425115" y="2948920"/>
                  </a:lnTo>
                  <a:lnTo>
                    <a:pt x="2425260" y="2948920"/>
                  </a:lnTo>
                  <a:lnTo>
                    <a:pt x="2425406" y="2948920"/>
                  </a:lnTo>
                  <a:lnTo>
                    <a:pt x="2425406" y="2948297"/>
                  </a:lnTo>
                  <a:lnTo>
                    <a:pt x="2425551" y="2948297"/>
                  </a:lnTo>
                  <a:lnTo>
                    <a:pt x="2425551" y="2947673"/>
                  </a:lnTo>
                  <a:lnTo>
                    <a:pt x="2425697" y="2947673"/>
                  </a:lnTo>
                  <a:lnTo>
                    <a:pt x="2425842" y="2947673"/>
                  </a:lnTo>
                  <a:lnTo>
                    <a:pt x="2425988" y="2947673"/>
                  </a:lnTo>
                  <a:lnTo>
                    <a:pt x="2426133" y="2947673"/>
                  </a:lnTo>
                  <a:lnTo>
                    <a:pt x="2426278" y="2947673"/>
                  </a:lnTo>
                  <a:lnTo>
                    <a:pt x="2426424" y="2947673"/>
                  </a:lnTo>
                  <a:lnTo>
                    <a:pt x="2426569" y="2947673"/>
                  </a:lnTo>
                  <a:lnTo>
                    <a:pt x="2426569" y="2947050"/>
                  </a:lnTo>
                  <a:lnTo>
                    <a:pt x="2426715" y="2947050"/>
                  </a:lnTo>
                  <a:lnTo>
                    <a:pt x="2426860" y="2947050"/>
                  </a:lnTo>
                  <a:lnTo>
                    <a:pt x="2427006" y="2947050"/>
                  </a:lnTo>
                  <a:lnTo>
                    <a:pt x="2427151" y="2947050"/>
                  </a:lnTo>
                  <a:lnTo>
                    <a:pt x="2427151" y="2946426"/>
                  </a:lnTo>
                  <a:lnTo>
                    <a:pt x="2427151" y="2945802"/>
                  </a:lnTo>
                  <a:lnTo>
                    <a:pt x="2427296" y="2945802"/>
                  </a:lnTo>
                  <a:lnTo>
                    <a:pt x="2427442" y="2945802"/>
                  </a:lnTo>
                  <a:lnTo>
                    <a:pt x="2427587" y="2945802"/>
                  </a:lnTo>
                  <a:lnTo>
                    <a:pt x="2427733" y="2945802"/>
                  </a:lnTo>
                  <a:lnTo>
                    <a:pt x="2427878" y="2945802"/>
                  </a:lnTo>
                  <a:lnTo>
                    <a:pt x="2428024" y="2945802"/>
                  </a:lnTo>
                  <a:lnTo>
                    <a:pt x="2428169" y="2945802"/>
                  </a:lnTo>
                  <a:lnTo>
                    <a:pt x="2428314" y="2945802"/>
                  </a:lnTo>
                  <a:lnTo>
                    <a:pt x="2428314" y="2945179"/>
                  </a:lnTo>
                  <a:lnTo>
                    <a:pt x="2428460" y="2945179"/>
                  </a:lnTo>
                  <a:lnTo>
                    <a:pt x="2428460" y="2944555"/>
                  </a:lnTo>
                  <a:lnTo>
                    <a:pt x="2428605" y="2944555"/>
                  </a:lnTo>
                  <a:lnTo>
                    <a:pt x="2428751" y="2944555"/>
                  </a:lnTo>
                  <a:lnTo>
                    <a:pt x="2428751" y="2943932"/>
                  </a:lnTo>
                  <a:lnTo>
                    <a:pt x="2428896" y="2943932"/>
                  </a:lnTo>
                  <a:lnTo>
                    <a:pt x="2429042" y="2943932"/>
                  </a:lnTo>
                  <a:lnTo>
                    <a:pt x="2429187" y="2943932"/>
                  </a:lnTo>
                  <a:lnTo>
                    <a:pt x="2429332" y="2943932"/>
                  </a:lnTo>
                  <a:lnTo>
                    <a:pt x="2429478" y="2943932"/>
                  </a:lnTo>
                  <a:lnTo>
                    <a:pt x="2429623" y="2943932"/>
                  </a:lnTo>
                  <a:lnTo>
                    <a:pt x="2429769" y="2943932"/>
                  </a:lnTo>
                  <a:lnTo>
                    <a:pt x="2429914" y="2943932"/>
                  </a:lnTo>
                  <a:lnTo>
                    <a:pt x="2430060" y="2943932"/>
                  </a:lnTo>
                  <a:lnTo>
                    <a:pt x="2430060" y="2943308"/>
                  </a:lnTo>
                  <a:lnTo>
                    <a:pt x="2430060" y="2942684"/>
                  </a:lnTo>
                  <a:lnTo>
                    <a:pt x="2430205" y="2942684"/>
                  </a:lnTo>
                  <a:lnTo>
                    <a:pt x="2430350" y="2942684"/>
                  </a:lnTo>
                  <a:lnTo>
                    <a:pt x="2430350" y="2942061"/>
                  </a:lnTo>
                  <a:lnTo>
                    <a:pt x="2430496" y="2942061"/>
                  </a:lnTo>
                  <a:lnTo>
                    <a:pt x="2430641" y="2942061"/>
                  </a:lnTo>
                  <a:lnTo>
                    <a:pt x="2430787" y="2942061"/>
                  </a:lnTo>
                  <a:lnTo>
                    <a:pt x="2430932" y="2942061"/>
                  </a:lnTo>
                  <a:lnTo>
                    <a:pt x="2430932" y="2941437"/>
                  </a:lnTo>
                  <a:lnTo>
                    <a:pt x="2431077" y="2941437"/>
                  </a:lnTo>
                  <a:lnTo>
                    <a:pt x="2431077" y="2940814"/>
                  </a:lnTo>
                  <a:lnTo>
                    <a:pt x="2431223" y="2940814"/>
                  </a:lnTo>
                  <a:lnTo>
                    <a:pt x="2431368" y="2940814"/>
                  </a:lnTo>
                  <a:lnTo>
                    <a:pt x="2431368" y="2940190"/>
                  </a:lnTo>
                  <a:lnTo>
                    <a:pt x="2431514" y="2940190"/>
                  </a:lnTo>
                  <a:lnTo>
                    <a:pt x="2431514" y="2939567"/>
                  </a:lnTo>
                  <a:lnTo>
                    <a:pt x="2431659" y="2939567"/>
                  </a:lnTo>
                  <a:lnTo>
                    <a:pt x="2431805" y="2939567"/>
                  </a:lnTo>
                  <a:lnTo>
                    <a:pt x="2431950" y="2939567"/>
                  </a:lnTo>
                  <a:lnTo>
                    <a:pt x="2431950" y="2938943"/>
                  </a:lnTo>
                  <a:lnTo>
                    <a:pt x="2432095" y="2938943"/>
                  </a:lnTo>
                  <a:lnTo>
                    <a:pt x="2432241" y="2938943"/>
                  </a:lnTo>
                  <a:lnTo>
                    <a:pt x="2432386" y="2938943"/>
                  </a:lnTo>
                  <a:lnTo>
                    <a:pt x="2432532" y="2938943"/>
                  </a:lnTo>
                  <a:lnTo>
                    <a:pt x="2432677" y="2938943"/>
                  </a:lnTo>
                  <a:lnTo>
                    <a:pt x="2432823" y="2938943"/>
                  </a:lnTo>
                  <a:lnTo>
                    <a:pt x="2432968" y="2938943"/>
                  </a:lnTo>
                  <a:lnTo>
                    <a:pt x="2433113" y="2938943"/>
                  </a:lnTo>
                  <a:lnTo>
                    <a:pt x="2433259" y="2938943"/>
                  </a:lnTo>
                  <a:lnTo>
                    <a:pt x="2433404" y="2938943"/>
                  </a:lnTo>
                  <a:lnTo>
                    <a:pt x="2433550" y="2938943"/>
                  </a:lnTo>
                  <a:lnTo>
                    <a:pt x="2433695" y="2938943"/>
                  </a:lnTo>
                  <a:lnTo>
                    <a:pt x="2433695" y="2938319"/>
                  </a:lnTo>
                  <a:lnTo>
                    <a:pt x="2433841" y="2938319"/>
                  </a:lnTo>
                  <a:lnTo>
                    <a:pt x="2433841" y="2937696"/>
                  </a:lnTo>
                  <a:lnTo>
                    <a:pt x="2433986" y="2937696"/>
                  </a:lnTo>
                  <a:lnTo>
                    <a:pt x="2434131" y="2937696"/>
                  </a:lnTo>
                  <a:lnTo>
                    <a:pt x="2434131" y="2937072"/>
                  </a:lnTo>
                  <a:lnTo>
                    <a:pt x="2434277" y="2937072"/>
                  </a:lnTo>
                  <a:lnTo>
                    <a:pt x="2434422" y="2937072"/>
                  </a:lnTo>
                  <a:lnTo>
                    <a:pt x="2434568" y="2937072"/>
                  </a:lnTo>
                  <a:lnTo>
                    <a:pt x="2434713" y="2937072"/>
                  </a:lnTo>
                  <a:lnTo>
                    <a:pt x="2434859" y="2937072"/>
                  </a:lnTo>
                  <a:lnTo>
                    <a:pt x="2434859" y="2936449"/>
                  </a:lnTo>
                  <a:lnTo>
                    <a:pt x="2435004" y="2936449"/>
                  </a:lnTo>
                  <a:lnTo>
                    <a:pt x="2435004" y="2935825"/>
                  </a:lnTo>
                  <a:lnTo>
                    <a:pt x="2435149" y="2935825"/>
                  </a:lnTo>
                  <a:lnTo>
                    <a:pt x="2435295" y="2935825"/>
                  </a:lnTo>
                  <a:lnTo>
                    <a:pt x="2435440" y="2935825"/>
                  </a:lnTo>
                  <a:lnTo>
                    <a:pt x="2435586" y="2935825"/>
                  </a:lnTo>
                  <a:lnTo>
                    <a:pt x="2435731" y="2935825"/>
                  </a:lnTo>
                  <a:lnTo>
                    <a:pt x="2435877" y="2935825"/>
                  </a:lnTo>
                  <a:lnTo>
                    <a:pt x="2436022" y="2935825"/>
                  </a:lnTo>
                  <a:lnTo>
                    <a:pt x="2436167" y="2935825"/>
                  </a:lnTo>
                  <a:lnTo>
                    <a:pt x="2436313" y="2935825"/>
                  </a:lnTo>
                  <a:lnTo>
                    <a:pt x="2436458" y="2935825"/>
                  </a:lnTo>
                  <a:lnTo>
                    <a:pt x="2436604" y="2935825"/>
                  </a:lnTo>
                  <a:lnTo>
                    <a:pt x="2436604" y="2935201"/>
                  </a:lnTo>
                  <a:lnTo>
                    <a:pt x="2436749" y="2935201"/>
                  </a:lnTo>
                  <a:lnTo>
                    <a:pt x="2436895" y="2935201"/>
                  </a:lnTo>
                  <a:lnTo>
                    <a:pt x="2437040" y="2935201"/>
                  </a:lnTo>
                  <a:lnTo>
                    <a:pt x="2437185" y="2935201"/>
                  </a:lnTo>
                  <a:lnTo>
                    <a:pt x="2437185" y="2934578"/>
                  </a:lnTo>
                  <a:lnTo>
                    <a:pt x="2437331" y="2934578"/>
                  </a:lnTo>
                  <a:lnTo>
                    <a:pt x="2437476" y="2934578"/>
                  </a:lnTo>
                  <a:lnTo>
                    <a:pt x="2437622" y="2934578"/>
                  </a:lnTo>
                  <a:lnTo>
                    <a:pt x="2437622" y="2933954"/>
                  </a:lnTo>
                  <a:lnTo>
                    <a:pt x="2437622" y="2933331"/>
                  </a:lnTo>
                  <a:lnTo>
                    <a:pt x="2437622" y="2932707"/>
                  </a:lnTo>
                  <a:lnTo>
                    <a:pt x="2437767" y="2932707"/>
                  </a:lnTo>
                  <a:lnTo>
                    <a:pt x="2437912" y="2932707"/>
                  </a:lnTo>
                  <a:lnTo>
                    <a:pt x="2437912" y="2932084"/>
                  </a:lnTo>
                  <a:lnTo>
                    <a:pt x="2438058" y="2932084"/>
                  </a:lnTo>
                  <a:lnTo>
                    <a:pt x="2438203" y="2932084"/>
                  </a:lnTo>
                  <a:lnTo>
                    <a:pt x="2438349" y="2932084"/>
                  </a:lnTo>
                  <a:lnTo>
                    <a:pt x="2438494" y="2932084"/>
                  </a:lnTo>
                  <a:lnTo>
                    <a:pt x="2438640" y="2932084"/>
                  </a:lnTo>
                  <a:lnTo>
                    <a:pt x="2438785" y="2932084"/>
                  </a:lnTo>
                  <a:lnTo>
                    <a:pt x="2438930" y="2932084"/>
                  </a:lnTo>
                  <a:lnTo>
                    <a:pt x="2439076" y="2932084"/>
                  </a:lnTo>
                  <a:lnTo>
                    <a:pt x="2439221" y="2932084"/>
                  </a:lnTo>
                  <a:lnTo>
                    <a:pt x="2439367" y="2932084"/>
                  </a:lnTo>
                  <a:lnTo>
                    <a:pt x="2439367" y="2931460"/>
                  </a:lnTo>
                  <a:lnTo>
                    <a:pt x="2439512" y="2931460"/>
                  </a:lnTo>
                  <a:lnTo>
                    <a:pt x="2439658" y="2931460"/>
                  </a:lnTo>
                  <a:lnTo>
                    <a:pt x="2439803" y="2931460"/>
                  </a:lnTo>
                  <a:lnTo>
                    <a:pt x="2439803" y="2930836"/>
                  </a:lnTo>
                  <a:lnTo>
                    <a:pt x="2439803" y="2930213"/>
                  </a:lnTo>
                  <a:lnTo>
                    <a:pt x="2439948" y="2930213"/>
                  </a:lnTo>
                  <a:lnTo>
                    <a:pt x="2440094" y="2930213"/>
                  </a:lnTo>
                  <a:lnTo>
                    <a:pt x="2440239" y="2930213"/>
                  </a:lnTo>
                  <a:lnTo>
                    <a:pt x="2440385" y="2930213"/>
                  </a:lnTo>
                  <a:lnTo>
                    <a:pt x="2440530" y="2930213"/>
                  </a:lnTo>
                  <a:lnTo>
                    <a:pt x="2440676" y="2930213"/>
                  </a:lnTo>
                  <a:lnTo>
                    <a:pt x="2440821" y="2930213"/>
                  </a:lnTo>
                  <a:lnTo>
                    <a:pt x="2440966" y="2930213"/>
                  </a:lnTo>
                  <a:lnTo>
                    <a:pt x="2441112" y="2930213"/>
                  </a:lnTo>
                  <a:lnTo>
                    <a:pt x="2441257" y="2930213"/>
                  </a:lnTo>
                  <a:lnTo>
                    <a:pt x="2441257" y="2929589"/>
                  </a:lnTo>
                  <a:lnTo>
                    <a:pt x="2441403" y="2929589"/>
                  </a:lnTo>
                  <a:lnTo>
                    <a:pt x="2441548" y="2929589"/>
                  </a:lnTo>
                  <a:lnTo>
                    <a:pt x="2441694" y="2929589"/>
                  </a:lnTo>
                  <a:lnTo>
                    <a:pt x="2441839" y="2929589"/>
                  </a:lnTo>
                  <a:lnTo>
                    <a:pt x="2441984" y="2929589"/>
                  </a:lnTo>
                  <a:lnTo>
                    <a:pt x="2442130" y="2929589"/>
                  </a:lnTo>
                  <a:lnTo>
                    <a:pt x="2442275" y="2929589"/>
                  </a:lnTo>
                  <a:lnTo>
                    <a:pt x="2442421" y="2929589"/>
                  </a:lnTo>
                  <a:lnTo>
                    <a:pt x="2442566" y="2929589"/>
                  </a:lnTo>
                  <a:lnTo>
                    <a:pt x="2442566" y="2928966"/>
                  </a:lnTo>
                  <a:lnTo>
                    <a:pt x="2442712" y="2928966"/>
                  </a:lnTo>
                  <a:lnTo>
                    <a:pt x="2442857" y="2928966"/>
                  </a:lnTo>
                  <a:lnTo>
                    <a:pt x="2443002" y="2928966"/>
                  </a:lnTo>
                  <a:lnTo>
                    <a:pt x="2443148" y="2928966"/>
                  </a:lnTo>
                  <a:lnTo>
                    <a:pt x="2443293" y="2928966"/>
                  </a:lnTo>
                  <a:lnTo>
                    <a:pt x="2443439" y="2928966"/>
                  </a:lnTo>
                  <a:lnTo>
                    <a:pt x="2443439" y="2928342"/>
                  </a:lnTo>
                  <a:lnTo>
                    <a:pt x="2443584" y="2928342"/>
                  </a:lnTo>
                  <a:lnTo>
                    <a:pt x="2443730" y="2928342"/>
                  </a:lnTo>
                  <a:lnTo>
                    <a:pt x="2443875" y="2928342"/>
                  </a:lnTo>
                  <a:lnTo>
                    <a:pt x="2443875" y="2927718"/>
                  </a:lnTo>
                  <a:lnTo>
                    <a:pt x="2443875" y="2927095"/>
                  </a:lnTo>
                  <a:lnTo>
                    <a:pt x="2444020" y="2927095"/>
                  </a:lnTo>
                  <a:lnTo>
                    <a:pt x="2444166" y="2927095"/>
                  </a:lnTo>
                  <a:lnTo>
                    <a:pt x="2444311" y="2927095"/>
                  </a:lnTo>
                  <a:lnTo>
                    <a:pt x="2444457" y="2927095"/>
                  </a:lnTo>
                  <a:lnTo>
                    <a:pt x="2444602" y="2927095"/>
                  </a:lnTo>
                  <a:lnTo>
                    <a:pt x="2444747" y="2927095"/>
                  </a:lnTo>
                  <a:lnTo>
                    <a:pt x="2444893" y="2927095"/>
                  </a:lnTo>
                  <a:lnTo>
                    <a:pt x="2445038" y="2927095"/>
                  </a:lnTo>
                  <a:lnTo>
                    <a:pt x="2445038" y="2926471"/>
                  </a:lnTo>
                  <a:lnTo>
                    <a:pt x="2445184" y="2926471"/>
                  </a:lnTo>
                  <a:lnTo>
                    <a:pt x="2445329" y="2926471"/>
                  </a:lnTo>
                  <a:lnTo>
                    <a:pt x="2445329" y="2925848"/>
                  </a:lnTo>
                  <a:lnTo>
                    <a:pt x="2445475" y="2925848"/>
                  </a:lnTo>
                  <a:lnTo>
                    <a:pt x="2445620" y="2925848"/>
                  </a:lnTo>
                  <a:lnTo>
                    <a:pt x="2445765" y="2925848"/>
                  </a:lnTo>
                  <a:lnTo>
                    <a:pt x="2445911" y="2925848"/>
                  </a:lnTo>
                  <a:lnTo>
                    <a:pt x="2446056" y="2925848"/>
                  </a:lnTo>
                  <a:lnTo>
                    <a:pt x="2446202" y="2925848"/>
                  </a:lnTo>
                  <a:lnTo>
                    <a:pt x="2446202" y="2925224"/>
                  </a:lnTo>
                  <a:lnTo>
                    <a:pt x="2446347" y="2925224"/>
                  </a:lnTo>
                  <a:lnTo>
                    <a:pt x="2446347" y="2924601"/>
                  </a:lnTo>
                  <a:lnTo>
                    <a:pt x="2446493" y="2924601"/>
                  </a:lnTo>
                  <a:lnTo>
                    <a:pt x="2446638" y="2924601"/>
                  </a:lnTo>
                  <a:lnTo>
                    <a:pt x="2446638" y="2923977"/>
                  </a:lnTo>
                  <a:lnTo>
                    <a:pt x="2446638" y="2923353"/>
                  </a:lnTo>
                  <a:lnTo>
                    <a:pt x="2446783" y="2923353"/>
                  </a:lnTo>
                  <a:lnTo>
                    <a:pt x="2446929" y="2923353"/>
                  </a:lnTo>
                  <a:lnTo>
                    <a:pt x="2447074" y="2923353"/>
                  </a:lnTo>
                  <a:lnTo>
                    <a:pt x="2447220" y="2923353"/>
                  </a:lnTo>
                  <a:lnTo>
                    <a:pt x="2447365" y="2923353"/>
                  </a:lnTo>
                  <a:lnTo>
                    <a:pt x="2447511" y="2923353"/>
                  </a:lnTo>
                  <a:lnTo>
                    <a:pt x="2447511" y="2922730"/>
                  </a:lnTo>
                  <a:lnTo>
                    <a:pt x="2447511" y="2922106"/>
                  </a:lnTo>
                  <a:lnTo>
                    <a:pt x="2447511" y="2921483"/>
                  </a:lnTo>
                  <a:lnTo>
                    <a:pt x="2447656" y="2921483"/>
                  </a:lnTo>
                  <a:lnTo>
                    <a:pt x="2447801" y="2921483"/>
                  </a:lnTo>
                  <a:lnTo>
                    <a:pt x="2447947" y="2921483"/>
                  </a:lnTo>
                  <a:lnTo>
                    <a:pt x="2447947" y="2920859"/>
                  </a:lnTo>
                  <a:lnTo>
                    <a:pt x="2448092" y="2920859"/>
                  </a:lnTo>
                  <a:lnTo>
                    <a:pt x="2448238" y="2920859"/>
                  </a:lnTo>
                  <a:lnTo>
                    <a:pt x="2448383" y="2920859"/>
                  </a:lnTo>
                  <a:lnTo>
                    <a:pt x="2448383" y="2920236"/>
                  </a:lnTo>
                  <a:lnTo>
                    <a:pt x="2448383" y="2919612"/>
                  </a:lnTo>
                  <a:lnTo>
                    <a:pt x="2448383" y="2918988"/>
                  </a:lnTo>
                  <a:lnTo>
                    <a:pt x="2448529" y="2918988"/>
                  </a:lnTo>
                  <a:lnTo>
                    <a:pt x="2448674" y="2918988"/>
                  </a:lnTo>
                  <a:lnTo>
                    <a:pt x="2448819" y="2918988"/>
                  </a:lnTo>
                  <a:lnTo>
                    <a:pt x="2448965" y="2918988"/>
                  </a:lnTo>
                  <a:lnTo>
                    <a:pt x="2449110" y="2918988"/>
                  </a:lnTo>
                  <a:lnTo>
                    <a:pt x="2449256" y="2918988"/>
                  </a:lnTo>
                  <a:lnTo>
                    <a:pt x="2449401" y="2918988"/>
                  </a:lnTo>
                  <a:lnTo>
                    <a:pt x="2449547" y="2918988"/>
                  </a:lnTo>
                  <a:lnTo>
                    <a:pt x="2449692" y="2918988"/>
                  </a:lnTo>
                  <a:lnTo>
                    <a:pt x="2449837" y="2918988"/>
                  </a:lnTo>
                  <a:lnTo>
                    <a:pt x="2449983" y="2918988"/>
                  </a:lnTo>
                  <a:lnTo>
                    <a:pt x="2450128" y="2918988"/>
                  </a:lnTo>
                  <a:lnTo>
                    <a:pt x="2450274" y="2918988"/>
                  </a:lnTo>
                  <a:lnTo>
                    <a:pt x="2450419" y="2918988"/>
                  </a:lnTo>
                  <a:lnTo>
                    <a:pt x="2450565" y="2918988"/>
                  </a:lnTo>
                  <a:lnTo>
                    <a:pt x="2450710" y="2918988"/>
                  </a:lnTo>
                  <a:lnTo>
                    <a:pt x="2450855" y="2918988"/>
                  </a:lnTo>
                  <a:lnTo>
                    <a:pt x="2451001" y="2918988"/>
                  </a:lnTo>
                  <a:lnTo>
                    <a:pt x="2451146" y="2918988"/>
                  </a:lnTo>
                  <a:lnTo>
                    <a:pt x="2451146" y="2918365"/>
                  </a:lnTo>
                  <a:lnTo>
                    <a:pt x="2451292" y="2918365"/>
                  </a:lnTo>
                  <a:lnTo>
                    <a:pt x="2451292" y="2917741"/>
                  </a:lnTo>
                  <a:lnTo>
                    <a:pt x="2451292" y="2917118"/>
                  </a:lnTo>
                  <a:lnTo>
                    <a:pt x="2451292" y="2916494"/>
                  </a:lnTo>
                  <a:lnTo>
                    <a:pt x="2451292" y="2915870"/>
                  </a:lnTo>
                  <a:lnTo>
                    <a:pt x="2451437" y="2915870"/>
                  </a:lnTo>
                  <a:lnTo>
                    <a:pt x="2451582" y="2915870"/>
                  </a:lnTo>
                  <a:lnTo>
                    <a:pt x="2451728" y="2915870"/>
                  </a:lnTo>
                  <a:lnTo>
                    <a:pt x="2451873" y="2915870"/>
                  </a:lnTo>
                  <a:lnTo>
                    <a:pt x="2452019" y="2915870"/>
                  </a:lnTo>
                  <a:lnTo>
                    <a:pt x="2452164" y="2915870"/>
                  </a:lnTo>
                  <a:lnTo>
                    <a:pt x="2452310" y="2915870"/>
                  </a:lnTo>
                  <a:lnTo>
                    <a:pt x="2452455" y="2915870"/>
                  </a:lnTo>
                  <a:lnTo>
                    <a:pt x="2452600" y="2915870"/>
                  </a:lnTo>
                  <a:lnTo>
                    <a:pt x="2452600" y="2915247"/>
                  </a:lnTo>
                  <a:lnTo>
                    <a:pt x="2452746" y="2915247"/>
                  </a:lnTo>
                  <a:lnTo>
                    <a:pt x="2452891" y="2915247"/>
                  </a:lnTo>
                  <a:lnTo>
                    <a:pt x="2453037" y="2915247"/>
                  </a:lnTo>
                  <a:lnTo>
                    <a:pt x="2453182" y="2915247"/>
                  </a:lnTo>
                  <a:lnTo>
                    <a:pt x="2453328" y="2915247"/>
                  </a:lnTo>
                  <a:lnTo>
                    <a:pt x="2453473" y="2915247"/>
                  </a:lnTo>
                  <a:lnTo>
                    <a:pt x="2453618" y="2915247"/>
                  </a:lnTo>
                  <a:lnTo>
                    <a:pt x="2453618" y="2914623"/>
                  </a:lnTo>
                  <a:lnTo>
                    <a:pt x="2453764" y="2914623"/>
                  </a:lnTo>
                  <a:lnTo>
                    <a:pt x="2453909" y="2914623"/>
                  </a:lnTo>
                  <a:lnTo>
                    <a:pt x="2453909" y="2914000"/>
                  </a:lnTo>
                  <a:lnTo>
                    <a:pt x="2454055" y="2914000"/>
                  </a:lnTo>
                  <a:lnTo>
                    <a:pt x="2454200" y="2914000"/>
                  </a:lnTo>
                  <a:lnTo>
                    <a:pt x="2454346" y="2914000"/>
                  </a:lnTo>
                  <a:lnTo>
                    <a:pt x="2454491" y="2914000"/>
                  </a:lnTo>
                  <a:lnTo>
                    <a:pt x="2454636" y="2914000"/>
                  </a:lnTo>
                  <a:lnTo>
                    <a:pt x="2454782" y="2914000"/>
                  </a:lnTo>
                  <a:lnTo>
                    <a:pt x="2454782" y="2913376"/>
                  </a:lnTo>
                  <a:lnTo>
                    <a:pt x="2454782" y="2912753"/>
                  </a:lnTo>
                  <a:lnTo>
                    <a:pt x="2454927" y="2912753"/>
                  </a:lnTo>
                  <a:lnTo>
                    <a:pt x="2455073" y="2912753"/>
                  </a:lnTo>
                  <a:lnTo>
                    <a:pt x="2455218" y="2912753"/>
                  </a:lnTo>
                  <a:lnTo>
                    <a:pt x="2455364" y="2912753"/>
                  </a:lnTo>
                  <a:lnTo>
                    <a:pt x="2455509" y="2912753"/>
                  </a:lnTo>
                  <a:lnTo>
                    <a:pt x="2455654" y="2912753"/>
                  </a:lnTo>
                  <a:lnTo>
                    <a:pt x="2455800" y="2912753"/>
                  </a:lnTo>
                  <a:lnTo>
                    <a:pt x="2455945" y="2912753"/>
                  </a:lnTo>
                  <a:lnTo>
                    <a:pt x="2456091" y="2912753"/>
                  </a:lnTo>
                  <a:lnTo>
                    <a:pt x="2456236" y="2912753"/>
                  </a:lnTo>
                  <a:lnTo>
                    <a:pt x="2456382" y="2912753"/>
                  </a:lnTo>
                  <a:lnTo>
                    <a:pt x="2456527" y="2912753"/>
                  </a:lnTo>
                  <a:lnTo>
                    <a:pt x="2456672" y="2912753"/>
                  </a:lnTo>
                  <a:lnTo>
                    <a:pt x="2456672" y="2912129"/>
                  </a:lnTo>
                  <a:lnTo>
                    <a:pt x="2456672" y="2911505"/>
                  </a:lnTo>
                  <a:lnTo>
                    <a:pt x="2456672" y="2910882"/>
                  </a:lnTo>
                  <a:lnTo>
                    <a:pt x="2456672" y="2910258"/>
                  </a:lnTo>
                  <a:lnTo>
                    <a:pt x="2456818" y="2910258"/>
                  </a:lnTo>
                  <a:lnTo>
                    <a:pt x="2456818" y="2909635"/>
                  </a:lnTo>
                  <a:lnTo>
                    <a:pt x="2456963" y="2909635"/>
                  </a:lnTo>
                  <a:lnTo>
                    <a:pt x="2457109" y="2909635"/>
                  </a:lnTo>
                  <a:lnTo>
                    <a:pt x="2457254" y="2909635"/>
                  </a:lnTo>
                  <a:lnTo>
                    <a:pt x="2457400" y="2909635"/>
                  </a:lnTo>
                  <a:lnTo>
                    <a:pt x="2457545" y="2909635"/>
                  </a:lnTo>
                  <a:lnTo>
                    <a:pt x="2457690" y="2909635"/>
                  </a:lnTo>
                  <a:lnTo>
                    <a:pt x="2457690" y="2909011"/>
                  </a:lnTo>
                  <a:lnTo>
                    <a:pt x="2457836" y="2909011"/>
                  </a:lnTo>
                  <a:lnTo>
                    <a:pt x="2457981" y="2909011"/>
                  </a:lnTo>
                  <a:lnTo>
                    <a:pt x="2458127" y="2909011"/>
                  </a:lnTo>
                  <a:lnTo>
                    <a:pt x="2458272" y="2909011"/>
                  </a:lnTo>
                  <a:lnTo>
                    <a:pt x="2458417" y="2909011"/>
                  </a:lnTo>
                  <a:lnTo>
                    <a:pt x="2458563" y="2909011"/>
                  </a:lnTo>
                  <a:lnTo>
                    <a:pt x="2458708" y="2909011"/>
                  </a:lnTo>
                  <a:lnTo>
                    <a:pt x="2458854" y="2909011"/>
                  </a:lnTo>
                  <a:lnTo>
                    <a:pt x="2458999" y="2909011"/>
                  </a:lnTo>
                  <a:lnTo>
                    <a:pt x="2458999" y="2908387"/>
                  </a:lnTo>
                  <a:lnTo>
                    <a:pt x="2459145" y="2908387"/>
                  </a:lnTo>
                  <a:lnTo>
                    <a:pt x="2459290" y="2908387"/>
                  </a:lnTo>
                  <a:lnTo>
                    <a:pt x="2459435" y="2908387"/>
                  </a:lnTo>
                  <a:lnTo>
                    <a:pt x="2459581" y="2908387"/>
                  </a:lnTo>
                  <a:lnTo>
                    <a:pt x="2459726" y="2908387"/>
                  </a:lnTo>
                  <a:lnTo>
                    <a:pt x="2459872" y="2908387"/>
                  </a:lnTo>
                  <a:lnTo>
                    <a:pt x="2460017" y="2908387"/>
                  </a:lnTo>
                  <a:lnTo>
                    <a:pt x="2460163" y="2908387"/>
                  </a:lnTo>
                  <a:lnTo>
                    <a:pt x="2460163" y="2907764"/>
                  </a:lnTo>
                  <a:lnTo>
                    <a:pt x="2460308" y="2907764"/>
                  </a:lnTo>
                  <a:lnTo>
                    <a:pt x="2460453" y="2907764"/>
                  </a:lnTo>
                  <a:lnTo>
                    <a:pt x="2460599" y="2907764"/>
                  </a:lnTo>
                  <a:lnTo>
                    <a:pt x="2460744" y="2907764"/>
                  </a:lnTo>
                  <a:lnTo>
                    <a:pt x="2460890" y="2907764"/>
                  </a:lnTo>
                  <a:lnTo>
                    <a:pt x="2461035" y="2907764"/>
                  </a:lnTo>
                  <a:lnTo>
                    <a:pt x="2461181" y="2907764"/>
                  </a:lnTo>
                  <a:lnTo>
                    <a:pt x="2461326" y="2907764"/>
                  </a:lnTo>
                  <a:lnTo>
                    <a:pt x="2461471" y="2907764"/>
                  </a:lnTo>
                  <a:lnTo>
                    <a:pt x="2461617" y="2907764"/>
                  </a:lnTo>
                  <a:lnTo>
                    <a:pt x="2461617" y="2907140"/>
                  </a:lnTo>
                  <a:lnTo>
                    <a:pt x="2461762" y="2907140"/>
                  </a:lnTo>
                  <a:lnTo>
                    <a:pt x="2461908" y="2907140"/>
                  </a:lnTo>
                  <a:lnTo>
                    <a:pt x="2462053" y="2907140"/>
                  </a:lnTo>
                  <a:lnTo>
                    <a:pt x="2462199" y="2907140"/>
                  </a:lnTo>
                  <a:lnTo>
                    <a:pt x="2462344" y="2907140"/>
                  </a:lnTo>
                  <a:lnTo>
                    <a:pt x="2462489" y="2907140"/>
                  </a:lnTo>
                  <a:lnTo>
                    <a:pt x="2462635" y="2907140"/>
                  </a:lnTo>
                  <a:lnTo>
                    <a:pt x="2462635" y="2906517"/>
                  </a:lnTo>
                  <a:lnTo>
                    <a:pt x="2462780" y="2906517"/>
                  </a:lnTo>
                  <a:lnTo>
                    <a:pt x="2462926" y="2906517"/>
                  </a:lnTo>
                  <a:lnTo>
                    <a:pt x="2463071" y="2906517"/>
                  </a:lnTo>
                  <a:lnTo>
                    <a:pt x="2463217" y="2906517"/>
                  </a:lnTo>
                  <a:lnTo>
                    <a:pt x="2463217" y="2905893"/>
                  </a:lnTo>
                  <a:lnTo>
                    <a:pt x="2463362" y="2905893"/>
                  </a:lnTo>
                  <a:lnTo>
                    <a:pt x="2463507" y="2905893"/>
                  </a:lnTo>
                  <a:lnTo>
                    <a:pt x="2463653" y="2905893"/>
                  </a:lnTo>
                  <a:lnTo>
                    <a:pt x="2463798" y="2905893"/>
                  </a:lnTo>
                  <a:lnTo>
                    <a:pt x="2463798" y="2905270"/>
                  </a:lnTo>
                  <a:lnTo>
                    <a:pt x="2463944" y="2905270"/>
                  </a:lnTo>
                  <a:lnTo>
                    <a:pt x="2464089" y="2905270"/>
                  </a:lnTo>
                  <a:lnTo>
                    <a:pt x="2464235" y="2905270"/>
                  </a:lnTo>
                  <a:lnTo>
                    <a:pt x="2464380" y="2905270"/>
                  </a:lnTo>
                  <a:lnTo>
                    <a:pt x="2464525" y="2905270"/>
                  </a:lnTo>
                  <a:lnTo>
                    <a:pt x="2464671" y="2905270"/>
                  </a:lnTo>
                  <a:lnTo>
                    <a:pt x="2464671" y="2904646"/>
                  </a:lnTo>
                  <a:lnTo>
                    <a:pt x="2464816" y="2904646"/>
                  </a:lnTo>
                  <a:lnTo>
                    <a:pt x="2464962" y="2904646"/>
                  </a:lnTo>
                  <a:lnTo>
                    <a:pt x="2464962" y="2904022"/>
                  </a:lnTo>
                  <a:lnTo>
                    <a:pt x="2465107" y="2904022"/>
                  </a:lnTo>
                  <a:lnTo>
                    <a:pt x="2465252" y="2904022"/>
                  </a:lnTo>
                  <a:lnTo>
                    <a:pt x="2465398" y="2904022"/>
                  </a:lnTo>
                  <a:lnTo>
                    <a:pt x="2465543" y="2904022"/>
                  </a:lnTo>
                  <a:lnTo>
                    <a:pt x="2465689" y="2904022"/>
                  </a:lnTo>
                  <a:lnTo>
                    <a:pt x="2465834" y="2904022"/>
                  </a:lnTo>
                  <a:lnTo>
                    <a:pt x="2465980" y="2904022"/>
                  </a:lnTo>
                  <a:lnTo>
                    <a:pt x="2466125" y="2904022"/>
                  </a:lnTo>
                  <a:lnTo>
                    <a:pt x="2466270" y="2904022"/>
                  </a:lnTo>
                  <a:lnTo>
                    <a:pt x="2466416" y="2904022"/>
                  </a:lnTo>
                  <a:lnTo>
                    <a:pt x="2466561" y="2904022"/>
                  </a:lnTo>
                  <a:lnTo>
                    <a:pt x="2466707" y="2904022"/>
                  </a:lnTo>
                  <a:lnTo>
                    <a:pt x="2466852" y="2904022"/>
                  </a:lnTo>
                  <a:lnTo>
                    <a:pt x="2466998" y="2904022"/>
                  </a:lnTo>
                  <a:lnTo>
                    <a:pt x="2467143" y="2904022"/>
                  </a:lnTo>
                  <a:lnTo>
                    <a:pt x="2467288" y="2904022"/>
                  </a:lnTo>
                  <a:lnTo>
                    <a:pt x="2467434" y="2904022"/>
                  </a:lnTo>
                  <a:lnTo>
                    <a:pt x="2467579" y="2904022"/>
                  </a:lnTo>
                  <a:lnTo>
                    <a:pt x="2467725" y="2904022"/>
                  </a:lnTo>
                  <a:lnTo>
                    <a:pt x="2467870" y="2904022"/>
                  </a:lnTo>
                  <a:lnTo>
                    <a:pt x="2468016" y="2904022"/>
                  </a:lnTo>
                  <a:lnTo>
                    <a:pt x="2468161" y="2904022"/>
                  </a:lnTo>
                  <a:lnTo>
                    <a:pt x="2468306" y="2904022"/>
                  </a:lnTo>
                  <a:lnTo>
                    <a:pt x="2468452" y="2904022"/>
                  </a:lnTo>
                  <a:lnTo>
                    <a:pt x="2468597" y="2904022"/>
                  </a:lnTo>
                  <a:lnTo>
                    <a:pt x="2468743" y="2904022"/>
                  </a:lnTo>
                  <a:lnTo>
                    <a:pt x="2468743" y="2903399"/>
                  </a:lnTo>
                  <a:lnTo>
                    <a:pt x="2468888" y="2903399"/>
                  </a:lnTo>
                  <a:lnTo>
                    <a:pt x="2469034" y="2903399"/>
                  </a:lnTo>
                  <a:lnTo>
                    <a:pt x="2469179" y="2903399"/>
                  </a:lnTo>
                  <a:lnTo>
                    <a:pt x="2469324" y="2903399"/>
                  </a:lnTo>
                  <a:lnTo>
                    <a:pt x="2469470" y="2903399"/>
                  </a:lnTo>
                  <a:lnTo>
                    <a:pt x="2469615" y="2903399"/>
                  </a:lnTo>
                  <a:lnTo>
                    <a:pt x="2469761" y="2903399"/>
                  </a:lnTo>
                  <a:lnTo>
                    <a:pt x="2469906" y="2903399"/>
                  </a:lnTo>
                  <a:lnTo>
                    <a:pt x="2470052" y="2903399"/>
                  </a:lnTo>
                  <a:lnTo>
                    <a:pt x="2470197" y="2903399"/>
                  </a:lnTo>
                  <a:lnTo>
                    <a:pt x="2470342" y="2903399"/>
                  </a:lnTo>
                  <a:lnTo>
                    <a:pt x="2470342" y="2902775"/>
                  </a:lnTo>
                  <a:lnTo>
                    <a:pt x="2470488" y="2902775"/>
                  </a:lnTo>
                  <a:lnTo>
                    <a:pt x="2470488" y="2902152"/>
                  </a:lnTo>
                  <a:lnTo>
                    <a:pt x="2470633" y="2902152"/>
                  </a:lnTo>
                  <a:lnTo>
                    <a:pt x="2470779" y="2902152"/>
                  </a:lnTo>
                  <a:lnTo>
                    <a:pt x="2470924" y="2902152"/>
                  </a:lnTo>
                  <a:lnTo>
                    <a:pt x="2470924" y="2901528"/>
                  </a:lnTo>
                  <a:lnTo>
                    <a:pt x="2471070" y="2901528"/>
                  </a:lnTo>
                  <a:lnTo>
                    <a:pt x="2471215" y="2901528"/>
                  </a:lnTo>
                  <a:lnTo>
                    <a:pt x="2471360" y="2901528"/>
                  </a:lnTo>
                  <a:lnTo>
                    <a:pt x="2471506" y="2901528"/>
                  </a:lnTo>
                  <a:lnTo>
                    <a:pt x="2471506" y="2900904"/>
                  </a:lnTo>
                  <a:lnTo>
                    <a:pt x="2471651" y="2900904"/>
                  </a:lnTo>
                  <a:lnTo>
                    <a:pt x="2471797" y="2900904"/>
                  </a:lnTo>
                  <a:lnTo>
                    <a:pt x="2471942" y="2900904"/>
                  </a:lnTo>
                  <a:lnTo>
                    <a:pt x="2471942" y="2900281"/>
                  </a:lnTo>
                  <a:lnTo>
                    <a:pt x="2472087" y="2900281"/>
                  </a:lnTo>
                  <a:lnTo>
                    <a:pt x="2472233" y="2900281"/>
                  </a:lnTo>
                  <a:lnTo>
                    <a:pt x="2472378" y="2900281"/>
                  </a:lnTo>
                  <a:lnTo>
                    <a:pt x="2472524" y="2900281"/>
                  </a:lnTo>
                  <a:lnTo>
                    <a:pt x="2472669" y="2900281"/>
                  </a:lnTo>
                  <a:lnTo>
                    <a:pt x="2472815" y="2900281"/>
                  </a:lnTo>
                  <a:lnTo>
                    <a:pt x="2472960" y="2900281"/>
                  </a:lnTo>
                  <a:lnTo>
                    <a:pt x="2473105" y="2900281"/>
                  </a:lnTo>
                  <a:lnTo>
                    <a:pt x="2473251" y="2900281"/>
                  </a:lnTo>
                  <a:lnTo>
                    <a:pt x="2473396" y="2900281"/>
                  </a:lnTo>
                  <a:lnTo>
                    <a:pt x="2473542" y="2900281"/>
                  </a:lnTo>
                  <a:lnTo>
                    <a:pt x="2473687" y="2900281"/>
                  </a:lnTo>
                  <a:lnTo>
                    <a:pt x="2473833" y="2900281"/>
                  </a:lnTo>
                  <a:lnTo>
                    <a:pt x="2473833" y="2899657"/>
                  </a:lnTo>
                  <a:lnTo>
                    <a:pt x="2473833" y="2899034"/>
                  </a:lnTo>
                  <a:lnTo>
                    <a:pt x="2473833" y="2898410"/>
                  </a:lnTo>
                  <a:lnTo>
                    <a:pt x="2473978" y="2898410"/>
                  </a:lnTo>
                  <a:lnTo>
                    <a:pt x="2474123" y="2898410"/>
                  </a:lnTo>
                  <a:lnTo>
                    <a:pt x="2474269" y="2898410"/>
                  </a:lnTo>
                  <a:lnTo>
                    <a:pt x="2474414" y="2898410"/>
                  </a:lnTo>
                  <a:lnTo>
                    <a:pt x="2474560" y="2898410"/>
                  </a:lnTo>
                  <a:lnTo>
                    <a:pt x="2474705" y="2898410"/>
                  </a:lnTo>
                  <a:lnTo>
                    <a:pt x="2474851" y="2898410"/>
                  </a:lnTo>
                  <a:lnTo>
                    <a:pt x="2474996" y="2898410"/>
                  </a:lnTo>
                  <a:lnTo>
                    <a:pt x="2475141" y="2898410"/>
                  </a:lnTo>
                  <a:lnTo>
                    <a:pt x="2475287" y="2898410"/>
                  </a:lnTo>
                  <a:lnTo>
                    <a:pt x="2475287" y="2897787"/>
                  </a:lnTo>
                  <a:lnTo>
                    <a:pt x="2475432" y="2897787"/>
                  </a:lnTo>
                  <a:lnTo>
                    <a:pt x="2475578" y="2897787"/>
                  </a:lnTo>
                  <a:lnTo>
                    <a:pt x="2475723" y="2897787"/>
                  </a:lnTo>
                  <a:lnTo>
                    <a:pt x="2475869" y="2897787"/>
                  </a:lnTo>
                  <a:lnTo>
                    <a:pt x="2476014" y="2897787"/>
                  </a:lnTo>
                  <a:lnTo>
                    <a:pt x="2476014" y="2897163"/>
                  </a:lnTo>
                  <a:lnTo>
                    <a:pt x="2476159" y="2897163"/>
                  </a:lnTo>
                  <a:lnTo>
                    <a:pt x="2476305" y="2897163"/>
                  </a:lnTo>
                  <a:lnTo>
                    <a:pt x="2476450" y="2897163"/>
                  </a:lnTo>
                  <a:lnTo>
                    <a:pt x="2476596" y="2897163"/>
                  </a:lnTo>
                  <a:lnTo>
                    <a:pt x="2476741" y="2897163"/>
                  </a:lnTo>
                  <a:lnTo>
                    <a:pt x="2476887" y="2897163"/>
                  </a:lnTo>
                  <a:lnTo>
                    <a:pt x="2477032" y="2897163"/>
                  </a:lnTo>
                  <a:lnTo>
                    <a:pt x="2477032" y="2896539"/>
                  </a:lnTo>
                  <a:lnTo>
                    <a:pt x="2477177" y="2896539"/>
                  </a:lnTo>
                  <a:lnTo>
                    <a:pt x="2477323" y="2896539"/>
                  </a:lnTo>
                  <a:lnTo>
                    <a:pt x="2477468" y="2896539"/>
                  </a:lnTo>
                  <a:lnTo>
                    <a:pt x="2477614" y="2896539"/>
                  </a:lnTo>
                  <a:lnTo>
                    <a:pt x="2477759" y="2896539"/>
                  </a:lnTo>
                  <a:lnTo>
                    <a:pt x="2477759" y="2895916"/>
                  </a:lnTo>
                  <a:lnTo>
                    <a:pt x="2477904" y="2895916"/>
                  </a:lnTo>
                  <a:lnTo>
                    <a:pt x="2478050" y="2895916"/>
                  </a:lnTo>
                  <a:lnTo>
                    <a:pt x="2478195" y="2895916"/>
                  </a:lnTo>
                  <a:lnTo>
                    <a:pt x="2478341" y="2895916"/>
                  </a:lnTo>
                  <a:lnTo>
                    <a:pt x="2478486" y="2895916"/>
                  </a:lnTo>
                  <a:lnTo>
                    <a:pt x="2478632" y="2895916"/>
                  </a:lnTo>
                  <a:lnTo>
                    <a:pt x="2478777" y="2895916"/>
                  </a:lnTo>
                  <a:lnTo>
                    <a:pt x="2478922" y="2895916"/>
                  </a:lnTo>
                  <a:lnTo>
                    <a:pt x="2479068" y="2895916"/>
                  </a:lnTo>
                  <a:lnTo>
                    <a:pt x="2479213" y="2895916"/>
                  </a:lnTo>
                  <a:lnTo>
                    <a:pt x="2479359" y="2895916"/>
                  </a:lnTo>
                  <a:lnTo>
                    <a:pt x="2479504" y="2895916"/>
                  </a:lnTo>
                  <a:lnTo>
                    <a:pt x="2479504" y="2895292"/>
                  </a:lnTo>
                  <a:lnTo>
                    <a:pt x="2479650" y="2895292"/>
                  </a:lnTo>
                  <a:lnTo>
                    <a:pt x="2479650" y="2894669"/>
                  </a:lnTo>
                  <a:lnTo>
                    <a:pt x="2479795" y="2894669"/>
                  </a:lnTo>
                  <a:lnTo>
                    <a:pt x="2479940" y="2894669"/>
                  </a:lnTo>
                  <a:lnTo>
                    <a:pt x="2480086" y="2894669"/>
                  </a:lnTo>
                  <a:lnTo>
                    <a:pt x="2480086" y="2894045"/>
                  </a:lnTo>
                  <a:lnTo>
                    <a:pt x="2480086" y="2893421"/>
                  </a:lnTo>
                  <a:lnTo>
                    <a:pt x="2480231" y="2893421"/>
                  </a:lnTo>
                  <a:lnTo>
                    <a:pt x="2480377" y="2893421"/>
                  </a:lnTo>
                  <a:lnTo>
                    <a:pt x="2480522" y="2893421"/>
                  </a:lnTo>
                  <a:lnTo>
                    <a:pt x="2480668" y="2893421"/>
                  </a:lnTo>
                  <a:lnTo>
                    <a:pt x="2480813" y="2893421"/>
                  </a:lnTo>
                  <a:lnTo>
                    <a:pt x="2480958" y="2893421"/>
                  </a:lnTo>
                  <a:lnTo>
                    <a:pt x="2481104" y="2893421"/>
                  </a:lnTo>
                  <a:lnTo>
                    <a:pt x="2481104" y="2892798"/>
                  </a:lnTo>
                  <a:lnTo>
                    <a:pt x="2481249" y="2892798"/>
                  </a:lnTo>
                  <a:lnTo>
                    <a:pt x="2481395" y="2892798"/>
                  </a:lnTo>
                  <a:lnTo>
                    <a:pt x="2481540" y="2892798"/>
                  </a:lnTo>
                  <a:lnTo>
                    <a:pt x="2481686" y="2892798"/>
                  </a:lnTo>
                  <a:lnTo>
                    <a:pt x="2481686" y="2892174"/>
                  </a:lnTo>
                  <a:lnTo>
                    <a:pt x="2481686" y="2891551"/>
                  </a:lnTo>
                  <a:lnTo>
                    <a:pt x="2481831" y="2891551"/>
                  </a:lnTo>
                  <a:lnTo>
                    <a:pt x="2481976" y="2891551"/>
                  </a:lnTo>
                  <a:lnTo>
                    <a:pt x="2482122" y="2891551"/>
                  </a:lnTo>
                  <a:lnTo>
                    <a:pt x="2482267" y="2891551"/>
                  </a:lnTo>
                  <a:lnTo>
                    <a:pt x="2482267" y="2890927"/>
                  </a:lnTo>
                  <a:lnTo>
                    <a:pt x="2482413" y="2890927"/>
                  </a:lnTo>
                  <a:lnTo>
                    <a:pt x="2482558" y="2890927"/>
                  </a:lnTo>
                  <a:lnTo>
                    <a:pt x="2482558" y="2890304"/>
                  </a:lnTo>
                  <a:lnTo>
                    <a:pt x="2482704" y="2890304"/>
                  </a:lnTo>
                  <a:lnTo>
                    <a:pt x="2482704" y="2889680"/>
                  </a:lnTo>
                  <a:lnTo>
                    <a:pt x="2482849" y="2889680"/>
                  </a:lnTo>
                  <a:lnTo>
                    <a:pt x="2482994" y="2889680"/>
                  </a:lnTo>
                  <a:lnTo>
                    <a:pt x="2483140" y="2889680"/>
                  </a:lnTo>
                  <a:lnTo>
                    <a:pt x="2483285" y="2889680"/>
                  </a:lnTo>
                  <a:lnTo>
                    <a:pt x="2483285" y="2889056"/>
                  </a:lnTo>
                  <a:lnTo>
                    <a:pt x="2483431" y="2889056"/>
                  </a:lnTo>
                  <a:lnTo>
                    <a:pt x="2483576" y="2889056"/>
                  </a:lnTo>
                  <a:lnTo>
                    <a:pt x="2483576" y="2888433"/>
                  </a:lnTo>
                  <a:lnTo>
                    <a:pt x="2483722" y="2888433"/>
                  </a:lnTo>
                  <a:lnTo>
                    <a:pt x="2483867" y="2888433"/>
                  </a:lnTo>
                  <a:lnTo>
                    <a:pt x="2484012" y="2888433"/>
                  </a:lnTo>
                  <a:lnTo>
                    <a:pt x="2484158" y="2888433"/>
                  </a:lnTo>
                  <a:lnTo>
                    <a:pt x="2484303" y="2888433"/>
                  </a:lnTo>
                  <a:lnTo>
                    <a:pt x="2484449" y="2888433"/>
                  </a:lnTo>
                  <a:lnTo>
                    <a:pt x="2484594" y="2888433"/>
                  </a:lnTo>
                  <a:lnTo>
                    <a:pt x="2484594" y="2887809"/>
                  </a:lnTo>
                  <a:lnTo>
                    <a:pt x="2484739" y="2887809"/>
                  </a:lnTo>
                  <a:lnTo>
                    <a:pt x="2484885" y="2887809"/>
                  </a:lnTo>
                  <a:lnTo>
                    <a:pt x="2485030" y="2887809"/>
                  </a:lnTo>
                  <a:lnTo>
                    <a:pt x="2485176" y="2887809"/>
                  </a:lnTo>
                  <a:lnTo>
                    <a:pt x="2485321" y="2887809"/>
                  </a:lnTo>
                  <a:lnTo>
                    <a:pt x="2485467" y="2887809"/>
                  </a:lnTo>
                  <a:lnTo>
                    <a:pt x="2485612" y="2887809"/>
                  </a:lnTo>
                  <a:lnTo>
                    <a:pt x="2485757" y="2887809"/>
                  </a:lnTo>
                  <a:lnTo>
                    <a:pt x="2485903" y="2887809"/>
                  </a:lnTo>
                  <a:lnTo>
                    <a:pt x="2486048" y="2887809"/>
                  </a:lnTo>
                  <a:lnTo>
                    <a:pt x="2486194" y="2887809"/>
                  </a:lnTo>
                  <a:lnTo>
                    <a:pt x="2486339" y="2887809"/>
                  </a:lnTo>
                  <a:lnTo>
                    <a:pt x="2486339" y="2887186"/>
                  </a:lnTo>
                  <a:lnTo>
                    <a:pt x="2486485" y="2887186"/>
                  </a:lnTo>
                  <a:lnTo>
                    <a:pt x="2486630" y="2887186"/>
                  </a:lnTo>
                  <a:lnTo>
                    <a:pt x="2486775" y="2887186"/>
                  </a:lnTo>
                  <a:lnTo>
                    <a:pt x="2486921" y="2887186"/>
                  </a:lnTo>
                  <a:lnTo>
                    <a:pt x="2487066" y="2887186"/>
                  </a:lnTo>
                  <a:lnTo>
                    <a:pt x="2487066" y="2886562"/>
                  </a:lnTo>
                  <a:lnTo>
                    <a:pt x="2487066" y="2885938"/>
                  </a:lnTo>
                  <a:lnTo>
                    <a:pt x="2487066" y="2885315"/>
                  </a:lnTo>
                  <a:lnTo>
                    <a:pt x="2487066" y="2884691"/>
                  </a:lnTo>
                  <a:lnTo>
                    <a:pt x="2487212" y="2884691"/>
                  </a:lnTo>
                  <a:lnTo>
                    <a:pt x="2487357" y="2884691"/>
                  </a:lnTo>
                  <a:lnTo>
                    <a:pt x="2487503" y="2884691"/>
                  </a:lnTo>
                  <a:lnTo>
                    <a:pt x="2487648" y="2884691"/>
                  </a:lnTo>
                  <a:lnTo>
                    <a:pt x="2487648" y="2884068"/>
                  </a:lnTo>
                  <a:lnTo>
                    <a:pt x="2487793" y="2884068"/>
                  </a:lnTo>
                  <a:lnTo>
                    <a:pt x="2487939" y="2884068"/>
                  </a:lnTo>
                  <a:lnTo>
                    <a:pt x="2488084" y="2884068"/>
                  </a:lnTo>
                  <a:lnTo>
                    <a:pt x="2488230" y="2884068"/>
                  </a:lnTo>
                  <a:lnTo>
                    <a:pt x="2488375" y="2884068"/>
                  </a:lnTo>
                  <a:lnTo>
                    <a:pt x="2488521" y="2884068"/>
                  </a:lnTo>
                  <a:lnTo>
                    <a:pt x="2488521" y="2883444"/>
                  </a:lnTo>
                  <a:lnTo>
                    <a:pt x="2488666" y="2883444"/>
                  </a:lnTo>
                  <a:lnTo>
                    <a:pt x="2488811" y="2883444"/>
                  </a:lnTo>
                  <a:lnTo>
                    <a:pt x="2488957" y="2883444"/>
                  </a:lnTo>
                  <a:lnTo>
                    <a:pt x="2489102" y="2883444"/>
                  </a:lnTo>
                  <a:lnTo>
                    <a:pt x="2489248" y="2883444"/>
                  </a:lnTo>
                  <a:lnTo>
                    <a:pt x="2489393" y="2883444"/>
                  </a:lnTo>
                  <a:lnTo>
                    <a:pt x="2489539" y="2883444"/>
                  </a:lnTo>
                  <a:lnTo>
                    <a:pt x="2489539" y="2882821"/>
                  </a:lnTo>
                  <a:lnTo>
                    <a:pt x="2489684" y="2882821"/>
                  </a:lnTo>
                  <a:lnTo>
                    <a:pt x="2489829" y="2882821"/>
                  </a:lnTo>
                  <a:lnTo>
                    <a:pt x="2489975" y="2882821"/>
                  </a:lnTo>
                  <a:lnTo>
                    <a:pt x="2490120" y="2882821"/>
                  </a:lnTo>
                  <a:lnTo>
                    <a:pt x="2490266" y="2882821"/>
                  </a:lnTo>
                  <a:lnTo>
                    <a:pt x="2490266" y="2882197"/>
                  </a:lnTo>
                  <a:lnTo>
                    <a:pt x="2490411" y="2882197"/>
                  </a:lnTo>
                  <a:lnTo>
                    <a:pt x="2490557" y="2882197"/>
                  </a:lnTo>
                  <a:lnTo>
                    <a:pt x="2490702" y="2882197"/>
                  </a:lnTo>
                  <a:lnTo>
                    <a:pt x="2490847" y="2882197"/>
                  </a:lnTo>
                  <a:lnTo>
                    <a:pt x="2490993" y="2882197"/>
                  </a:lnTo>
                  <a:lnTo>
                    <a:pt x="2491138" y="2882197"/>
                  </a:lnTo>
                  <a:lnTo>
                    <a:pt x="2491284" y="2882197"/>
                  </a:lnTo>
                  <a:lnTo>
                    <a:pt x="2491284" y="2881573"/>
                  </a:lnTo>
                  <a:lnTo>
                    <a:pt x="2491429" y="2881573"/>
                  </a:lnTo>
                  <a:lnTo>
                    <a:pt x="2491574" y="2881573"/>
                  </a:lnTo>
                  <a:lnTo>
                    <a:pt x="2491720" y="2881573"/>
                  </a:lnTo>
                  <a:lnTo>
                    <a:pt x="2491720" y="2880950"/>
                  </a:lnTo>
                  <a:lnTo>
                    <a:pt x="2491720" y="2880326"/>
                  </a:lnTo>
                  <a:lnTo>
                    <a:pt x="2491865" y="2880326"/>
                  </a:lnTo>
                  <a:lnTo>
                    <a:pt x="2492011" y="2880326"/>
                  </a:lnTo>
                  <a:lnTo>
                    <a:pt x="2492156" y="2880326"/>
                  </a:lnTo>
                  <a:lnTo>
                    <a:pt x="2492302" y="2880326"/>
                  </a:lnTo>
                  <a:lnTo>
                    <a:pt x="2492447" y="2880326"/>
                  </a:lnTo>
                  <a:lnTo>
                    <a:pt x="2492592" y="2880326"/>
                  </a:lnTo>
                  <a:lnTo>
                    <a:pt x="2492738" y="2880326"/>
                  </a:lnTo>
                  <a:lnTo>
                    <a:pt x="2492883" y="2880326"/>
                  </a:lnTo>
                  <a:lnTo>
                    <a:pt x="2493029" y="2880326"/>
                  </a:lnTo>
                  <a:lnTo>
                    <a:pt x="2493029" y="2879703"/>
                  </a:lnTo>
                  <a:lnTo>
                    <a:pt x="2493029" y="2879079"/>
                  </a:lnTo>
                  <a:lnTo>
                    <a:pt x="2493029" y="2878455"/>
                  </a:lnTo>
                  <a:lnTo>
                    <a:pt x="2493029" y="2877832"/>
                  </a:lnTo>
                  <a:lnTo>
                    <a:pt x="2493174" y="2877832"/>
                  </a:lnTo>
                  <a:lnTo>
                    <a:pt x="2493320" y="2877832"/>
                  </a:lnTo>
                  <a:lnTo>
                    <a:pt x="2493320" y="2877208"/>
                  </a:lnTo>
                  <a:lnTo>
                    <a:pt x="2493465" y="2877208"/>
                  </a:lnTo>
                  <a:lnTo>
                    <a:pt x="2493610" y="2877208"/>
                  </a:lnTo>
                  <a:lnTo>
                    <a:pt x="2493756" y="2877208"/>
                  </a:lnTo>
                  <a:lnTo>
                    <a:pt x="2493901" y="2877208"/>
                  </a:lnTo>
                  <a:lnTo>
                    <a:pt x="2494047" y="2877208"/>
                  </a:lnTo>
                  <a:lnTo>
                    <a:pt x="2494192" y="2877208"/>
                  </a:lnTo>
                  <a:lnTo>
                    <a:pt x="2494338" y="2877208"/>
                  </a:lnTo>
                  <a:lnTo>
                    <a:pt x="2494483" y="2877208"/>
                  </a:lnTo>
                  <a:lnTo>
                    <a:pt x="2494483" y="2876585"/>
                  </a:lnTo>
                  <a:lnTo>
                    <a:pt x="2494628" y="2876585"/>
                  </a:lnTo>
                  <a:lnTo>
                    <a:pt x="2494628" y="2875961"/>
                  </a:lnTo>
                  <a:lnTo>
                    <a:pt x="2494628" y="2875338"/>
                  </a:lnTo>
                  <a:lnTo>
                    <a:pt x="2494774" y="2875338"/>
                  </a:lnTo>
                  <a:lnTo>
                    <a:pt x="2494919" y="2875338"/>
                  </a:lnTo>
                  <a:lnTo>
                    <a:pt x="2495065" y="2875338"/>
                  </a:lnTo>
                  <a:lnTo>
                    <a:pt x="2495210" y="2875338"/>
                  </a:lnTo>
                  <a:lnTo>
                    <a:pt x="2495356" y="2875338"/>
                  </a:lnTo>
                  <a:lnTo>
                    <a:pt x="2495501" y="2875338"/>
                  </a:lnTo>
                  <a:lnTo>
                    <a:pt x="2495646" y="2875338"/>
                  </a:lnTo>
                  <a:lnTo>
                    <a:pt x="2495792" y="2875338"/>
                  </a:lnTo>
                  <a:lnTo>
                    <a:pt x="2495937" y="2875338"/>
                  </a:lnTo>
                  <a:lnTo>
                    <a:pt x="2496083" y="2875338"/>
                  </a:lnTo>
                  <a:lnTo>
                    <a:pt x="2496083" y="2874714"/>
                  </a:lnTo>
                  <a:lnTo>
                    <a:pt x="2496228" y="2874714"/>
                  </a:lnTo>
                  <a:lnTo>
                    <a:pt x="2496374" y="2874714"/>
                  </a:lnTo>
                  <a:lnTo>
                    <a:pt x="2496519" y="2874714"/>
                  </a:lnTo>
                  <a:lnTo>
                    <a:pt x="2496664" y="2874714"/>
                  </a:lnTo>
                  <a:lnTo>
                    <a:pt x="2496664" y="2874090"/>
                  </a:lnTo>
                  <a:lnTo>
                    <a:pt x="2496810" y="2874090"/>
                  </a:lnTo>
                  <a:lnTo>
                    <a:pt x="2496955" y="2874090"/>
                  </a:lnTo>
                  <a:lnTo>
                    <a:pt x="2497101" y="2874090"/>
                  </a:lnTo>
                  <a:lnTo>
                    <a:pt x="2497246" y="2874090"/>
                  </a:lnTo>
                  <a:lnTo>
                    <a:pt x="2497392" y="2874090"/>
                  </a:lnTo>
                  <a:lnTo>
                    <a:pt x="2497537" y="2874090"/>
                  </a:lnTo>
                  <a:lnTo>
                    <a:pt x="2497537" y="2873467"/>
                  </a:lnTo>
                  <a:lnTo>
                    <a:pt x="2497682" y="2873467"/>
                  </a:lnTo>
                  <a:lnTo>
                    <a:pt x="2497682" y="2872843"/>
                  </a:lnTo>
                  <a:lnTo>
                    <a:pt x="2497828" y="2872843"/>
                  </a:lnTo>
                  <a:lnTo>
                    <a:pt x="2497973" y="2872843"/>
                  </a:lnTo>
                  <a:lnTo>
                    <a:pt x="2497973" y="2872220"/>
                  </a:lnTo>
                  <a:lnTo>
                    <a:pt x="2498119" y="2872220"/>
                  </a:lnTo>
                  <a:lnTo>
                    <a:pt x="2498264" y="2872220"/>
                  </a:lnTo>
                  <a:lnTo>
                    <a:pt x="2498409" y="2872220"/>
                  </a:lnTo>
                  <a:lnTo>
                    <a:pt x="2498555" y="2872220"/>
                  </a:lnTo>
                  <a:lnTo>
                    <a:pt x="2498555" y="2871596"/>
                  </a:lnTo>
                  <a:lnTo>
                    <a:pt x="2498700" y="2871596"/>
                  </a:lnTo>
                  <a:lnTo>
                    <a:pt x="2498846" y="2871596"/>
                  </a:lnTo>
                  <a:lnTo>
                    <a:pt x="2498991" y="2871596"/>
                  </a:lnTo>
                  <a:lnTo>
                    <a:pt x="2499137" y="2871596"/>
                  </a:lnTo>
                  <a:lnTo>
                    <a:pt x="2499282" y="2871596"/>
                  </a:lnTo>
                  <a:lnTo>
                    <a:pt x="2499427" y="2871596"/>
                  </a:lnTo>
                  <a:lnTo>
                    <a:pt x="2499573" y="2871596"/>
                  </a:lnTo>
                  <a:lnTo>
                    <a:pt x="2499718" y="2871596"/>
                  </a:lnTo>
                  <a:lnTo>
                    <a:pt x="2499864" y="2871596"/>
                  </a:lnTo>
                  <a:lnTo>
                    <a:pt x="2500009" y="2871596"/>
                  </a:lnTo>
                  <a:lnTo>
                    <a:pt x="2500155" y="2871596"/>
                  </a:lnTo>
                  <a:lnTo>
                    <a:pt x="2500155" y="2870972"/>
                  </a:lnTo>
                  <a:lnTo>
                    <a:pt x="2500155" y="2870349"/>
                  </a:lnTo>
                  <a:lnTo>
                    <a:pt x="2500300" y="2870349"/>
                  </a:lnTo>
                  <a:lnTo>
                    <a:pt x="2500445" y="2870349"/>
                  </a:lnTo>
                  <a:lnTo>
                    <a:pt x="2500445" y="2869725"/>
                  </a:lnTo>
                  <a:lnTo>
                    <a:pt x="2500591" y="2869725"/>
                  </a:lnTo>
                  <a:lnTo>
                    <a:pt x="2500736" y="2869725"/>
                  </a:lnTo>
                  <a:lnTo>
                    <a:pt x="2500736" y="2869102"/>
                  </a:lnTo>
                  <a:lnTo>
                    <a:pt x="2500882" y="2869102"/>
                  </a:lnTo>
                  <a:lnTo>
                    <a:pt x="2501027" y="2869102"/>
                  </a:lnTo>
                  <a:lnTo>
                    <a:pt x="2501173" y="2869102"/>
                  </a:lnTo>
                  <a:lnTo>
                    <a:pt x="2501318" y="2869102"/>
                  </a:lnTo>
                  <a:lnTo>
                    <a:pt x="2501463" y="2869102"/>
                  </a:lnTo>
                  <a:lnTo>
                    <a:pt x="2501609" y="2869102"/>
                  </a:lnTo>
                  <a:lnTo>
                    <a:pt x="2501754" y="2869102"/>
                  </a:lnTo>
                  <a:lnTo>
                    <a:pt x="2501754" y="2868478"/>
                  </a:lnTo>
                  <a:lnTo>
                    <a:pt x="2501754" y="2867855"/>
                  </a:lnTo>
                  <a:lnTo>
                    <a:pt x="2501900" y="2867855"/>
                  </a:lnTo>
                  <a:lnTo>
                    <a:pt x="2502045" y="2867855"/>
                  </a:lnTo>
                  <a:lnTo>
                    <a:pt x="2502191" y="2867855"/>
                  </a:lnTo>
                  <a:lnTo>
                    <a:pt x="2502336" y="2867855"/>
                  </a:lnTo>
                  <a:lnTo>
                    <a:pt x="2502481" y="2867855"/>
                  </a:lnTo>
                  <a:lnTo>
                    <a:pt x="2502627" y="2867855"/>
                  </a:lnTo>
                  <a:lnTo>
                    <a:pt x="2502772" y="2867855"/>
                  </a:lnTo>
                  <a:lnTo>
                    <a:pt x="2502918" y="2867855"/>
                  </a:lnTo>
                  <a:lnTo>
                    <a:pt x="2503063" y="2867855"/>
                  </a:lnTo>
                  <a:lnTo>
                    <a:pt x="2503209" y="2867855"/>
                  </a:lnTo>
                  <a:lnTo>
                    <a:pt x="2503354" y="2867855"/>
                  </a:lnTo>
                  <a:lnTo>
                    <a:pt x="2503499" y="2867855"/>
                  </a:lnTo>
                  <a:lnTo>
                    <a:pt x="2503499" y="2867231"/>
                  </a:lnTo>
                  <a:lnTo>
                    <a:pt x="2503645" y="2867231"/>
                  </a:lnTo>
                  <a:lnTo>
                    <a:pt x="2503790" y="2867231"/>
                  </a:lnTo>
                  <a:lnTo>
                    <a:pt x="2503936" y="2867231"/>
                  </a:lnTo>
                  <a:lnTo>
                    <a:pt x="2504081" y="2867231"/>
                  </a:lnTo>
                  <a:lnTo>
                    <a:pt x="2504227" y="2867231"/>
                  </a:lnTo>
                  <a:lnTo>
                    <a:pt x="2504372" y="2867231"/>
                  </a:lnTo>
                  <a:lnTo>
                    <a:pt x="2504517" y="2867231"/>
                  </a:lnTo>
                  <a:lnTo>
                    <a:pt x="2504663" y="2867231"/>
                  </a:lnTo>
                  <a:lnTo>
                    <a:pt x="2504808" y="2867231"/>
                  </a:lnTo>
                  <a:lnTo>
                    <a:pt x="2504954" y="2867231"/>
                  </a:lnTo>
                  <a:lnTo>
                    <a:pt x="2505099" y="2867231"/>
                  </a:lnTo>
                  <a:lnTo>
                    <a:pt x="2505244" y="2867231"/>
                  </a:lnTo>
                  <a:lnTo>
                    <a:pt x="2505390" y="2867231"/>
                  </a:lnTo>
                  <a:lnTo>
                    <a:pt x="2505535" y="2867231"/>
                  </a:lnTo>
                  <a:lnTo>
                    <a:pt x="2505681" y="2867231"/>
                  </a:lnTo>
                  <a:lnTo>
                    <a:pt x="2505826" y="2867231"/>
                  </a:lnTo>
                  <a:lnTo>
                    <a:pt x="2505972" y="2867231"/>
                  </a:lnTo>
                  <a:lnTo>
                    <a:pt x="2506117" y="2867231"/>
                  </a:lnTo>
                  <a:lnTo>
                    <a:pt x="2506262" y="2867231"/>
                  </a:lnTo>
                  <a:lnTo>
                    <a:pt x="2506408" y="2867231"/>
                  </a:lnTo>
                  <a:lnTo>
                    <a:pt x="2506553" y="2867231"/>
                  </a:lnTo>
                  <a:lnTo>
                    <a:pt x="2506699" y="2867231"/>
                  </a:lnTo>
                  <a:lnTo>
                    <a:pt x="2506844" y="2867231"/>
                  </a:lnTo>
                  <a:lnTo>
                    <a:pt x="2506990" y="2867231"/>
                  </a:lnTo>
                  <a:lnTo>
                    <a:pt x="2507135" y="2867231"/>
                  </a:lnTo>
                  <a:lnTo>
                    <a:pt x="2507280" y="2867231"/>
                  </a:lnTo>
                  <a:lnTo>
                    <a:pt x="2507426" y="2867231"/>
                  </a:lnTo>
                  <a:lnTo>
                    <a:pt x="2507571" y="2867231"/>
                  </a:lnTo>
                  <a:lnTo>
                    <a:pt x="2507717" y="2867231"/>
                  </a:lnTo>
                  <a:lnTo>
                    <a:pt x="2507862" y="2867231"/>
                  </a:lnTo>
                  <a:lnTo>
                    <a:pt x="2508008" y="2867231"/>
                  </a:lnTo>
                  <a:lnTo>
                    <a:pt x="2508153" y="2867231"/>
                  </a:lnTo>
                  <a:lnTo>
                    <a:pt x="2508298" y="2867231"/>
                  </a:lnTo>
                  <a:lnTo>
                    <a:pt x="2508444" y="2867231"/>
                  </a:lnTo>
                  <a:lnTo>
                    <a:pt x="2508589" y="2867231"/>
                  </a:lnTo>
                  <a:lnTo>
                    <a:pt x="2508735" y="2867231"/>
                  </a:lnTo>
                  <a:lnTo>
                    <a:pt x="2508880" y="2867231"/>
                  </a:lnTo>
                  <a:lnTo>
                    <a:pt x="2509026" y="2867231"/>
                  </a:lnTo>
                  <a:lnTo>
                    <a:pt x="2509171" y="2867231"/>
                  </a:lnTo>
                  <a:lnTo>
                    <a:pt x="2509171" y="2866607"/>
                  </a:lnTo>
                  <a:lnTo>
                    <a:pt x="2509316" y="2866607"/>
                  </a:lnTo>
                  <a:lnTo>
                    <a:pt x="2509316" y="2865984"/>
                  </a:lnTo>
                  <a:lnTo>
                    <a:pt x="2509316" y="2865360"/>
                  </a:lnTo>
                  <a:lnTo>
                    <a:pt x="2509316" y="2864737"/>
                  </a:lnTo>
                  <a:lnTo>
                    <a:pt x="2509462" y="2864737"/>
                  </a:lnTo>
                  <a:lnTo>
                    <a:pt x="2509607" y="2864737"/>
                  </a:lnTo>
                  <a:lnTo>
                    <a:pt x="2509753" y="2864737"/>
                  </a:lnTo>
                  <a:lnTo>
                    <a:pt x="2509753" y="2864113"/>
                  </a:lnTo>
                  <a:lnTo>
                    <a:pt x="2509898" y="2864113"/>
                  </a:lnTo>
                  <a:lnTo>
                    <a:pt x="2509898" y="2863490"/>
                  </a:lnTo>
                  <a:lnTo>
                    <a:pt x="2510044" y="2863490"/>
                  </a:lnTo>
                  <a:lnTo>
                    <a:pt x="2510044" y="2862866"/>
                  </a:lnTo>
                  <a:lnTo>
                    <a:pt x="2510189" y="2862866"/>
                  </a:lnTo>
                  <a:lnTo>
                    <a:pt x="2510334" y="2862866"/>
                  </a:lnTo>
                  <a:lnTo>
                    <a:pt x="2510480" y="2862866"/>
                  </a:lnTo>
                  <a:lnTo>
                    <a:pt x="2510625" y="2862866"/>
                  </a:lnTo>
                  <a:lnTo>
                    <a:pt x="2510771" y="2862866"/>
                  </a:lnTo>
                  <a:lnTo>
                    <a:pt x="2510916" y="2862866"/>
                  </a:lnTo>
                  <a:lnTo>
                    <a:pt x="2510916" y="2862242"/>
                  </a:lnTo>
                  <a:lnTo>
                    <a:pt x="2510916" y="2861619"/>
                  </a:lnTo>
                  <a:lnTo>
                    <a:pt x="2511062" y="2861619"/>
                  </a:lnTo>
                  <a:lnTo>
                    <a:pt x="2511207" y="2861619"/>
                  </a:lnTo>
                  <a:lnTo>
                    <a:pt x="2511207" y="2860995"/>
                  </a:lnTo>
                  <a:lnTo>
                    <a:pt x="2511352" y="2860995"/>
                  </a:lnTo>
                  <a:lnTo>
                    <a:pt x="2511498" y="2860995"/>
                  </a:lnTo>
                  <a:lnTo>
                    <a:pt x="2511643" y="2860995"/>
                  </a:lnTo>
                  <a:lnTo>
                    <a:pt x="2511789" y="2860995"/>
                  </a:lnTo>
                  <a:lnTo>
                    <a:pt x="2511934" y="2860995"/>
                  </a:lnTo>
                  <a:lnTo>
                    <a:pt x="2512079" y="2860995"/>
                  </a:lnTo>
                  <a:lnTo>
                    <a:pt x="2512225" y="2860995"/>
                  </a:lnTo>
                  <a:lnTo>
                    <a:pt x="2512225" y="2860372"/>
                  </a:lnTo>
                  <a:lnTo>
                    <a:pt x="2512370" y="2860372"/>
                  </a:lnTo>
                  <a:lnTo>
                    <a:pt x="2512516" y="2860372"/>
                  </a:lnTo>
                  <a:lnTo>
                    <a:pt x="2512661" y="2860372"/>
                  </a:lnTo>
                  <a:lnTo>
                    <a:pt x="2512661" y="2859748"/>
                  </a:lnTo>
                  <a:lnTo>
                    <a:pt x="2512661" y="2859124"/>
                  </a:lnTo>
                  <a:lnTo>
                    <a:pt x="2512807" y="2859124"/>
                  </a:lnTo>
                  <a:lnTo>
                    <a:pt x="2512952" y="2859124"/>
                  </a:lnTo>
                  <a:lnTo>
                    <a:pt x="2513097" y="2859124"/>
                  </a:lnTo>
                  <a:lnTo>
                    <a:pt x="2513243" y="2859124"/>
                  </a:lnTo>
                  <a:lnTo>
                    <a:pt x="2513243" y="2858501"/>
                  </a:lnTo>
                  <a:lnTo>
                    <a:pt x="2513243" y="2857877"/>
                  </a:lnTo>
                  <a:lnTo>
                    <a:pt x="2513388" y="2857877"/>
                  </a:lnTo>
                  <a:lnTo>
                    <a:pt x="2513534" y="2857877"/>
                  </a:lnTo>
                  <a:lnTo>
                    <a:pt x="2513679" y="2857877"/>
                  </a:lnTo>
                  <a:lnTo>
                    <a:pt x="2513679" y="2857254"/>
                  </a:lnTo>
                  <a:lnTo>
                    <a:pt x="2513825" y="2857254"/>
                  </a:lnTo>
                  <a:lnTo>
                    <a:pt x="2513825" y="2856630"/>
                  </a:lnTo>
                  <a:lnTo>
                    <a:pt x="2513970" y="2856630"/>
                  </a:lnTo>
                  <a:lnTo>
                    <a:pt x="2514115" y="2856630"/>
                  </a:lnTo>
                  <a:lnTo>
                    <a:pt x="2514261" y="2856630"/>
                  </a:lnTo>
                  <a:lnTo>
                    <a:pt x="2514406" y="2856630"/>
                  </a:lnTo>
                  <a:lnTo>
                    <a:pt x="2514406" y="2856007"/>
                  </a:lnTo>
                  <a:lnTo>
                    <a:pt x="2514552" y="2856007"/>
                  </a:lnTo>
                  <a:lnTo>
                    <a:pt x="2514697" y="2856007"/>
                  </a:lnTo>
                  <a:lnTo>
                    <a:pt x="2514843" y="2856007"/>
                  </a:lnTo>
                  <a:lnTo>
                    <a:pt x="2514988" y="2856007"/>
                  </a:lnTo>
                  <a:lnTo>
                    <a:pt x="2515133" y="2856007"/>
                  </a:lnTo>
                  <a:lnTo>
                    <a:pt x="2515279" y="2856007"/>
                  </a:lnTo>
                  <a:lnTo>
                    <a:pt x="2515279" y="2855383"/>
                  </a:lnTo>
                  <a:lnTo>
                    <a:pt x="2515279" y="2854759"/>
                  </a:lnTo>
                  <a:lnTo>
                    <a:pt x="2515279" y="2854136"/>
                  </a:lnTo>
                  <a:lnTo>
                    <a:pt x="2515424" y="2854136"/>
                  </a:lnTo>
                  <a:lnTo>
                    <a:pt x="2515570" y="2854136"/>
                  </a:lnTo>
                  <a:lnTo>
                    <a:pt x="2515570" y="2853512"/>
                  </a:lnTo>
                  <a:lnTo>
                    <a:pt x="2515715" y="2853512"/>
                  </a:lnTo>
                  <a:lnTo>
                    <a:pt x="2515861" y="2853512"/>
                  </a:lnTo>
                  <a:lnTo>
                    <a:pt x="2516006" y="2853512"/>
                  </a:lnTo>
                  <a:lnTo>
                    <a:pt x="2516151" y="2853512"/>
                  </a:lnTo>
                  <a:lnTo>
                    <a:pt x="2516297" y="2853512"/>
                  </a:lnTo>
                  <a:lnTo>
                    <a:pt x="2516442" y="2853512"/>
                  </a:lnTo>
                  <a:lnTo>
                    <a:pt x="2516588" y="2853512"/>
                  </a:lnTo>
                  <a:lnTo>
                    <a:pt x="2516733" y="2853512"/>
                  </a:lnTo>
                  <a:lnTo>
                    <a:pt x="2516879" y="2853512"/>
                  </a:lnTo>
                  <a:lnTo>
                    <a:pt x="2517024" y="2853512"/>
                  </a:lnTo>
                  <a:lnTo>
                    <a:pt x="2517169" y="2853512"/>
                  </a:lnTo>
                  <a:lnTo>
                    <a:pt x="2517315" y="2853512"/>
                  </a:lnTo>
                  <a:lnTo>
                    <a:pt x="2517460" y="2853512"/>
                  </a:lnTo>
                  <a:lnTo>
                    <a:pt x="2517606" y="2853512"/>
                  </a:lnTo>
                  <a:lnTo>
                    <a:pt x="2517751" y="2853512"/>
                  </a:lnTo>
                  <a:lnTo>
                    <a:pt x="2517897" y="2853512"/>
                  </a:lnTo>
                  <a:lnTo>
                    <a:pt x="2517897" y="2852889"/>
                  </a:lnTo>
                  <a:lnTo>
                    <a:pt x="2518042" y="2852889"/>
                  </a:lnTo>
                  <a:lnTo>
                    <a:pt x="2518042" y="2852265"/>
                  </a:lnTo>
                  <a:lnTo>
                    <a:pt x="2518187" y="2852265"/>
                  </a:lnTo>
                  <a:lnTo>
                    <a:pt x="2518333" y="2852265"/>
                  </a:lnTo>
                  <a:lnTo>
                    <a:pt x="2518333" y="2851641"/>
                  </a:lnTo>
                  <a:lnTo>
                    <a:pt x="2518333" y="2851018"/>
                  </a:lnTo>
                  <a:lnTo>
                    <a:pt x="2518478" y="2851018"/>
                  </a:lnTo>
                  <a:lnTo>
                    <a:pt x="2518624" y="2851018"/>
                  </a:lnTo>
                  <a:lnTo>
                    <a:pt x="2518769" y="2851018"/>
                  </a:lnTo>
                  <a:lnTo>
                    <a:pt x="2518914" y="2851018"/>
                  </a:lnTo>
                  <a:lnTo>
                    <a:pt x="2519060" y="2851018"/>
                  </a:lnTo>
                  <a:lnTo>
                    <a:pt x="2519205" y="2851018"/>
                  </a:lnTo>
                  <a:lnTo>
                    <a:pt x="2519351" y="2851018"/>
                  </a:lnTo>
                  <a:lnTo>
                    <a:pt x="2519496" y="2851018"/>
                  </a:lnTo>
                  <a:lnTo>
                    <a:pt x="2519642" y="2851018"/>
                  </a:lnTo>
                  <a:lnTo>
                    <a:pt x="2519787" y="2851018"/>
                  </a:lnTo>
                  <a:lnTo>
                    <a:pt x="2519932" y="2851018"/>
                  </a:lnTo>
                  <a:lnTo>
                    <a:pt x="2520078" y="2851018"/>
                  </a:lnTo>
                  <a:lnTo>
                    <a:pt x="2520078" y="2850394"/>
                  </a:lnTo>
                  <a:lnTo>
                    <a:pt x="2520223" y="2850394"/>
                  </a:lnTo>
                  <a:lnTo>
                    <a:pt x="2520369" y="2850394"/>
                  </a:lnTo>
                  <a:lnTo>
                    <a:pt x="2520514" y="2850394"/>
                  </a:lnTo>
                  <a:lnTo>
                    <a:pt x="2520660" y="2850394"/>
                  </a:lnTo>
                  <a:lnTo>
                    <a:pt x="2520660" y="2849771"/>
                  </a:lnTo>
                  <a:lnTo>
                    <a:pt x="2520805" y="2849771"/>
                  </a:lnTo>
                  <a:lnTo>
                    <a:pt x="2520805" y="2849147"/>
                  </a:lnTo>
                  <a:lnTo>
                    <a:pt x="2520950" y="2849147"/>
                  </a:lnTo>
                  <a:lnTo>
                    <a:pt x="2521096" y="2849147"/>
                  </a:lnTo>
                  <a:lnTo>
                    <a:pt x="2521241" y="2849147"/>
                  </a:lnTo>
                  <a:lnTo>
                    <a:pt x="2521387" y="2849147"/>
                  </a:lnTo>
                  <a:lnTo>
                    <a:pt x="2521532" y="2849147"/>
                  </a:lnTo>
                  <a:lnTo>
                    <a:pt x="2521678" y="2849147"/>
                  </a:lnTo>
                  <a:lnTo>
                    <a:pt x="2521823" y="2849147"/>
                  </a:lnTo>
                  <a:lnTo>
                    <a:pt x="2521968" y="2849147"/>
                  </a:lnTo>
                  <a:lnTo>
                    <a:pt x="2522114" y="2849147"/>
                  </a:lnTo>
                  <a:lnTo>
                    <a:pt x="2522259" y="2849147"/>
                  </a:lnTo>
                  <a:lnTo>
                    <a:pt x="2522259" y="2848524"/>
                  </a:lnTo>
                  <a:lnTo>
                    <a:pt x="2522405" y="2848524"/>
                  </a:lnTo>
                  <a:lnTo>
                    <a:pt x="2522550" y="2848524"/>
                  </a:lnTo>
                  <a:lnTo>
                    <a:pt x="2522550" y="2847900"/>
                  </a:lnTo>
                  <a:lnTo>
                    <a:pt x="2522696" y="2847900"/>
                  </a:lnTo>
                  <a:lnTo>
                    <a:pt x="2522841" y="2847900"/>
                  </a:lnTo>
                  <a:lnTo>
                    <a:pt x="2522986" y="2847900"/>
                  </a:lnTo>
                  <a:lnTo>
                    <a:pt x="2522986" y="2847276"/>
                  </a:lnTo>
                  <a:lnTo>
                    <a:pt x="2523132" y="2847276"/>
                  </a:lnTo>
                  <a:lnTo>
                    <a:pt x="2523277" y="2847276"/>
                  </a:lnTo>
                  <a:lnTo>
                    <a:pt x="2523423" y="2847276"/>
                  </a:lnTo>
                  <a:lnTo>
                    <a:pt x="2523568" y="2847276"/>
                  </a:lnTo>
                  <a:lnTo>
                    <a:pt x="2523714" y="2847276"/>
                  </a:lnTo>
                  <a:lnTo>
                    <a:pt x="2523859" y="2847276"/>
                  </a:lnTo>
                  <a:lnTo>
                    <a:pt x="2524004" y="2847276"/>
                  </a:lnTo>
                  <a:lnTo>
                    <a:pt x="2524150" y="2847276"/>
                  </a:lnTo>
                  <a:lnTo>
                    <a:pt x="2524295" y="2847276"/>
                  </a:lnTo>
                  <a:lnTo>
                    <a:pt x="2524441" y="2847276"/>
                  </a:lnTo>
                  <a:lnTo>
                    <a:pt x="2524586" y="2847276"/>
                  </a:lnTo>
                  <a:lnTo>
                    <a:pt x="2524732" y="2847276"/>
                  </a:lnTo>
                  <a:lnTo>
                    <a:pt x="2524877" y="2847276"/>
                  </a:lnTo>
                  <a:lnTo>
                    <a:pt x="2525022" y="2847276"/>
                  </a:lnTo>
                  <a:lnTo>
                    <a:pt x="2525168" y="2847276"/>
                  </a:lnTo>
                  <a:lnTo>
                    <a:pt x="2525313" y="2847276"/>
                  </a:lnTo>
                  <a:lnTo>
                    <a:pt x="2525459" y="2847276"/>
                  </a:lnTo>
                  <a:lnTo>
                    <a:pt x="2525604" y="2847276"/>
                  </a:lnTo>
                  <a:lnTo>
                    <a:pt x="2525749" y="2847276"/>
                  </a:lnTo>
                  <a:lnTo>
                    <a:pt x="2525895" y="2847276"/>
                  </a:lnTo>
                  <a:lnTo>
                    <a:pt x="2526040" y="2847276"/>
                  </a:lnTo>
                  <a:lnTo>
                    <a:pt x="2526186" y="2847276"/>
                  </a:lnTo>
                  <a:lnTo>
                    <a:pt x="2526331" y="2847276"/>
                  </a:lnTo>
                  <a:lnTo>
                    <a:pt x="2526331" y="2846653"/>
                  </a:lnTo>
                  <a:lnTo>
                    <a:pt x="2526477" y="2846653"/>
                  </a:lnTo>
                  <a:lnTo>
                    <a:pt x="2526622" y="2846653"/>
                  </a:lnTo>
                  <a:lnTo>
                    <a:pt x="2526767" y="2846653"/>
                  </a:lnTo>
                  <a:lnTo>
                    <a:pt x="2526913" y="2846653"/>
                  </a:lnTo>
                  <a:lnTo>
                    <a:pt x="2527058" y="2846653"/>
                  </a:lnTo>
                  <a:lnTo>
                    <a:pt x="2527204" y="2846653"/>
                  </a:lnTo>
                  <a:lnTo>
                    <a:pt x="2527204" y="2846029"/>
                  </a:lnTo>
                  <a:lnTo>
                    <a:pt x="2527349" y="2846029"/>
                  </a:lnTo>
                  <a:lnTo>
                    <a:pt x="2527349" y="2845406"/>
                  </a:lnTo>
                  <a:lnTo>
                    <a:pt x="2527495" y="2845406"/>
                  </a:lnTo>
                  <a:lnTo>
                    <a:pt x="2527640" y="2845406"/>
                  </a:lnTo>
                  <a:lnTo>
                    <a:pt x="2527785" y="2845406"/>
                  </a:lnTo>
                  <a:lnTo>
                    <a:pt x="2527931" y="2845406"/>
                  </a:lnTo>
                  <a:lnTo>
                    <a:pt x="2528076" y="2845406"/>
                  </a:lnTo>
                  <a:lnTo>
                    <a:pt x="2528222" y="2845406"/>
                  </a:lnTo>
                  <a:lnTo>
                    <a:pt x="2528367" y="2845406"/>
                  </a:lnTo>
                  <a:lnTo>
                    <a:pt x="2528367" y="2844782"/>
                  </a:lnTo>
                  <a:lnTo>
                    <a:pt x="2528513" y="2844782"/>
                  </a:lnTo>
                  <a:lnTo>
                    <a:pt x="2528658" y="2844782"/>
                  </a:lnTo>
                  <a:lnTo>
                    <a:pt x="2528803" y="2844782"/>
                  </a:lnTo>
                  <a:lnTo>
                    <a:pt x="2528803" y="2844158"/>
                  </a:lnTo>
                  <a:lnTo>
                    <a:pt x="2528949" y="2844158"/>
                  </a:lnTo>
                  <a:lnTo>
                    <a:pt x="2529094" y="2844158"/>
                  </a:lnTo>
                  <a:lnTo>
                    <a:pt x="2529240" y="2844158"/>
                  </a:lnTo>
                  <a:lnTo>
                    <a:pt x="2529385" y="2844158"/>
                  </a:lnTo>
                  <a:lnTo>
                    <a:pt x="2529531" y="2844158"/>
                  </a:lnTo>
                  <a:lnTo>
                    <a:pt x="2529676" y="2844158"/>
                  </a:lnTo>
                  <a:lnTo>
                    <a:pt x="2529821" y="2844158"/>
                  </a:lnTo>
                  <a:lnTo>
                    <a:pt x="2529967" y="2844158"/>
                  </a:lnTo>
                  <a:lnTo>
                    <a:pt x="2530112" y="2844158"/>
                  </a:lnTo>
                  <a:lnTo>
                    <a:pt x="2530258" y="2844158"/>
                  </a:lnTo>
                  <a:lnTo>
                    <a:pt x="2530403" y="2844158"/>
                  </a:lnTo>
                  <a:lnTo>
                    <a:pt x="2530403" y="2843535"/>
                  </a:lnTo>
                  <a:lnTo>
                    <a:pt x="2530549" y="2843535"/>
                  </a:lnTo>
                  <a:lnTo>
                    <a:pt x="2530694" y="2843535"/>
                  </a:lnTo>
                  <a:lnTo>
                    <a:pt x="2530839" y="2843535"/>
                  </a:lnTo>
                  <a:lnTo>
                    <a:pt x="2530985" y="2843535"/>
                  </a:lnTo>
                  <a:lnTo>
                    <a:pt x="2531130" y="2843535"/>
                  </a:lnTo>
                  <a:lnTo>
                    <a:pt x="2531130" y="2842911"/>
                  </a:lnTo>
                  <a:lnTo>
                    <a:pt x="2531276" y="2842911"/>
                  </a:lnTo>
                  <a:lnTo>
                    <a:pt x="2531421" y="2842911"/>
                  </a:lnTo>
                  <a:lnTo>
                    <a:pt x="2531567" y="2842911"/>
                  </a:lnTo>
                  <a:lnTo>
                    <a:pt x="2531712" y="2842911"/>
                  </a:lnTo>
                  <a:lnTo>
                    <a:pt x="2531857" y="2842911"/>
                  </a:lnTo>
                  <a:lnTo>
                    <a:pt x="2532003" y="2842911"/>
                  </a:lnTo>
                  <a:lnTo>
                    <a:pt x="2532148" y="2842911"/>
                  </a:lnTo>
                  <a:lnTo>
                    <a:pt x="2532294" y="2842911"/>
                  </a:lnTo>
                  <a:lnTo>
                    <a:pt x="2532439" y="2842911"/>
                  </a:lnTo>
                  <a:lnTo>
                    <a:pt x="2532439" y="2842288"/>
                  </a:lnTo>
                  <a:lnTo>
                    <a:pt x="2532584" y="2842288"/>
                  </a:lnTo>
                  <a:lnTo>
                    <a:pt x="2532730" y="2842288"/>
                  </a:lnTo>
                  <a:lnTo>
                    <a:pt x="2532875" y="2842288"/>
                  </a:lnTo>
                  <a:lnTo>
                    <a:pt x="2532875" y="2841664"/>
                  </a:lnTo>
                  <a:lnTo>
                    <a:pt x="2533021" y="2841664"/>
                  </a:lnTo>
                  <a:lnTo>
                    <a:pt x="2533166" y="2841664"/>
                  </a:lnTo>
                  <a:lnTo>
                    <a:pt x="2533166" y="2841041"/>
                  </a:lnTo>
                  <a:lnTo>
                    <a:pt x="2533312" y="2841041"/>
                  </a:lnTo>
                  <a:lnTo>
                    <a:pt x="2533312" y="2840417"/>
                  </a:lnTo>
                  <a:lnTo>
                    <a:pt x="2533457" y="2840417"/>
                  </a:lnTo>
                  <a:lnTo>
                    <a:pt x="2533602" y="2840417"/>
                  </a:lnTo>
                  <a:lnTo>
                    <a:pt x="2533748" y="2840417"/>
                  </a:lnTo>
                  <a:lnTo>
                    <a:pt x="2533893" y="2840417"/>
                  </a:lnTo>
                  <a:lnTo>
                    <a:pt x="2534039" y="2840417"/>
                  </a:lnTo>
                  <a:lnTo>
                    <a:pt x="2534184" y="2840417"/>
                  </a:lnTo>
                  <a:lnTo>
                    <a:pt x="2534330" y="2840417"/>
                  </a:lnTo>
                  <a:lnTo>
                    <a:pt x="2534475" y="2840417"/>
                  </a:lnTo>
                  <a:lnTo>
                    <a:pt x="2534620" y="2840417"/>
                  </a:lnTo>
                  <a:lnTo>
                    <a:pt x="2534766" y="2840417"/>
                  </a:lnTo>
                  <a:lnTo>
                    <a:pt x="2534911" y="2840417"/>
                  </a:lnTo>
                  <a:lnTo>
                    <a:pt x="2535057" y="2840417"/>
                  </a:lnTo>
                  <a:lnTo>
                    <a:pt x="2535202" y="2840417"/>
                  </a:lnTo>
                  <a:lnTo>
                    <a:pt x="2535348" y="2840417"/>
                  </a:lnTo>
                  <a:lnTo>
                    <a:pt x="2535493" y="2840417"/>
                  </a:lnTo>
                  <a:lnTo>
                    <a:pt x="2535638" y="2840417"/>
                  </a:lnTo>
                  <a:lnTo>
                    <a:pt x="2535784" y="2840417"/>
                  </a:lnTo>
                  <a:lnTo>
                    <a:pt x="2535929" y="2840417"/>
                  </a:lnTo>
                  <a:lnTo>
                    <a:pt x="2536075" y="2840417"/>
                  </a:lnTo>
                  <a:lnTo>
                    <a:pt x="2536220" y="2840417"/>
                  </a:lnTo>
                  <a:lnTo>
                    <a:pt x="2536366" y="2840417"/>
                  </a:lnTo>
                  <a:lnTo>
                    <a:pt x="2536366" y="2839793"/>
                  </a:lnTo>
                  <a:lnTo>
                    <a:pt x="2536511" y="2839793"/>
                  </a:lnTo>
                  <a:lnTo>
                    <a:pt x="2536656" y="2839793"/>
                  </a:lnTo>
                  <a:lnTo>
                    <a:pt x="2536802" y="2839793"/>
                  </a:lnTo>
                  <a:lnTo>
                    <a:pt x="2536947" y="2839793"/>
                  </a:lnTo>
                  <a:lnTo>
                    <a:pt x="2537093" y="2839793"/>
                  </a:lnTo>
                  <a:lnTo>
                    <a:pt x="2537238" y="2839793"/>
                  </a:lnTo>
                  <a:lnTo>
                    <a:pt x="2537384" y="2839793"/>
                  </a:lnTo>
                  <a:lnTo>
                    <a:pt x="2537384" y="2839170"/>
                  </a:lnTo>
                  <a:lnTo>
                    <a:pt x="2537384" y="2838546"/>
                  </a:lnTo>
                  <a:lnTo>
                    <a:pt x="2537529" y="2838546"/>
                  </a:lnTo>
                  <a:lnTo>
                    <a:pt x="2537674" y="2838546"/>
                  </a:lnTo>
                  <a:lnTo>
                    <a:pt x="2537820" y="2838546"/>
                  </a:lnTo>
                  <a:lnTo>
                    <a:pt x="2537820" y="2837923"/>
                  </a:lnTo>
                  <a:lnTo>
                    <a:pt x="2537820" y="2837299"/>
                  </a:lnTo>
                  <a:lnTo>
                    <a:pt x="2537965" y="2837299"/>
                  </a:lnTo>
                  <a:lnTo>
                    <a:pt x="2538111" y="2837299"/>
                  </a:lnTo>
                  <a:lnTo>
                    <a:pt x="2538256" y="2837299"/>
                  </a:lnTo>
                  <a:lnTo>
                    <a:pt x="2538402" y="2837299"/>
                  </a:lnTo>
                  <a:lnTo>
                    <a:pt x="2538547" y="2837299"/>
                  </a:lnTo>
                  <a:lnTo>
                    <a:pt x="2538692" y="2837299"/>
                  </a:lnTo>
                  <a:lnTo>
                    <a:pt x="2538692" y="2836675"/>
                  </a:lnTo>
                  <a:lnTo>
                    <a:pt x="2538692" y="2836052"/>
                  </a:lnTo>
                  <a:lnTo>
                    <a:pt x="2538838" y="2836052"/>
                  </a:lnTo>
                  <a:lnTo>
                    <a:pt x="2538983" y="2836052"/>
                  </a:lnTo>
                  <a:lnTo>
                    <a:pt x="2539129" y="2836052"/>
                  </a:lnTo>
                  <a:lnTo>
                    <a:pt x="2539274" y="2836052"/>
                  </a:lnTo>
                  <a:lnTo>
                    <a:pt x="2539419" y="2836052"/>
                  </a:lnTo>
                  <a:lnTo>
                    <a:pt x="2539565" y="2836052"/>
                  </a:lnTo>
                  <a:lnTo>
                    <a:pt x="2539565" y="2835428"/>
                  </a:lnTo>
                  <a:lnTo>
                    <a:pt x="2539710" y="2835428"/>
                  </a:lnTo>
                  <a:lnTo>
                    <a:pt x="2539856" y="2835428"/>
                  </a:lnTo>
                  <a:lnTo>
                    <a:pt x="2540001" y="2835428"/>
                  </a:lnTo>
                  <a:lnTo>
                    <a:pt x="2540147" y="2835428"/>
                  </a:lnTo>
                  <a:lnTo>
                    <a:pt x="2540292" y="2835428"/>
                  </a:lnTo>
                  <a:lnTo>
                    <a:pt x="2540437" y="2835428"/>
                  </a:lnTo>
                  <a:lnTo>
                    <a:pt x="2540583" y="2835428"/>
                  </a:lnTo>
                  <a:lnTo>
                    <a:pt x="2540728" y="2835428"/>
                  </a:lnTo>
                  <a:lnTo>
                    <a:pt x="2540728" y="2834805"/>
                  </a:lnTo>
                  <a:lnTo>
                    <a:pt x="2540874" y="2834805"/>
                  </a:lnTo>
                  <a:lnTo>
                    <a:pt x="2541019" y="2834805"/>
                  </a:lnTo>
                  <a:lnTo>
                    <a:pt x="2541165" y="2834805"/>
                  </a:lnTo>
                  <a:lnTo>
                    <a:pt x="2541165" y="2834181"/>
                  </a:lnTo>
                  <a:lnTo>
                    <a:pt x="2541165" y="2833558"/>
                  </a:lnTo>
                  <a:lnTo>
                    <a:pt x="2541310" y="2833558"/>
                  </a:lnTo>
                  <a:lnTo>
                    <a:pt x="2541455" y="2833558"/>
                  </a:lnTo>
                  <a:lnTo>
                    <a:pt x="2541455" y="2832934"/>
                  </a:lnTo>
                  <a:lnTo>
                    <a:pt x="2541601" y="2832934"/>
                  </a:lnTo>
                  <a:lnTo>
                    <a:pt x="2541746" y="2832934"/>
                  </a:lnTo>
                  <a:lnTo>
                    <a:pt x="2541892" y="2832934"/>
                  </a:lnTo>
                  <a:lnTo>
                    <a:pt x="2542037" y="2832934"/>
                  </a:lnTo>
                  <a:lnTo>
                    <a:pt x="2542183" y="2832934"/>
                  </a:lnTo>
                  <a:lnTo>
                    <a:pt x="2542183" y="2832310"/>
                  </a:lnTo>
                  <a:lnTo>
                    <a:pt x="2542328" y="2832310"/>
                  </a:lnTo>
                  <a:lnTo>
                    <a:pt x="2542473" y="2832310"/>
                  </a:lnTo>
                  <a:lnTo>
                    <a:pt x="2542473" y="2831687"/>
                  </a:lnTo>
                  <a:lnTo>
                    <a:pt x="2542619" y="2831687"/>
                  </a:lnTo>
                  <a:lnTo>
                    <a:pt x="2542619" y="2831063"/>
                  </a:lnTo>
                  <a:lnTo>
                    <a:pt x="2542764" y="2831063"/>
                  </a:lnTo>
                  <a:lnTo>
                    <a:pt x="2542910" y="2831063"/>
                  </a:lnTo>
                  <a:lnTo>
                    <a:pt x="2543055" y="2831063"/>
                  </a:lnTo>
                  <a:lnTo>
                    <a:pt x="2543055" y="2830440"/>
                  </a:lnTo>
                  <a:lnTo>
                    <a:pt x="2543201" y="2830440"/>
                  </a:lnTo>
                  <a:lnTo>
                    <a:pt x="2543346" y="2830440"/>
                  </a:lnTo>
                  <a:lnTo>
                    <a:pt x="2543491" y="2830440"/>
                  </a:lnTo>
                  <a:lnTo>
                    <a:pt x="2543637" y="2830440"/>
                  </a:lnTo>
                  <a:lnTo>
                    <a:pt x="2543782" y="2830440"/>
                  </a:lnTo>
                  <a:lnTo>
                    <a:pt x="2543928" y="2830440"/>
                  </a:lnTo>
                  <a:lnTo>
                    <a:pt x="2544073" y="2830440"/>
                  </a:lnTo>
                  <a:lnTo>
                    <a:pt x="2544219" y="2830440"/>
                  </a:lnTo>
                  <a:lnTo>
                    <a:pt x="2544364" y="2830440"/>
                  </a:lnTo>
                  <a:lnTo>
                    <a:pt x="2544364" y="2829816"/>
                  </a:lnTo>
                  <a:lnTo>
                    <a:pt x="2544509" y="2829816"/>
                  </a:lnTo>
                  <a:lnTo>
                    <a:pt x="2544655" y="2829816"/>
                  </a:lnTo>
                  <a:lnTo>
                    <a:pt x="2544800" y="2829816"/>
                  </a:lnTo>
                  <a:lnTo>
                    <a:pt x="2544946" y="2829816"/>
                  </a:lnTo>
                  <a:lnTo>
                    <a:pt x="2545091" y="2829816"/>
                  </a:lnTo>
                  <a:lnTo>
                    <a:pt x="2545091" y="2829192"/>
                  </a:lnTo>
                  <a:lnTo>
                    <a:pt x="2545237" y="2829192"/>
                  </a:lnTo>
                  <a:lnTo>
                    <a:pt x="2545382" y="2829192"/>
                  </a:lnTo>
                  <a:lnTo>
                    <a:pt x="2545527" y="2829192"/>
                  </a:lnTo>
                  <a:lnTo>
                    <a:pt x="2545673" y="2829192"/>
                  </a:lnTo>
                  <a:lnTo>
                    <a:pt x="2545818" y="2829192"/>
                  </a:lnTo>
                  <a:lnTo>
                    <a:pt x="2545964" y="2829192"/>
                  </a:lnTo>
                  <a:lnTo>
                    <a:pt x="2546109" y="2829192"/>
                  </a:lnTo>
                  <a:lnTo>
                    <a:pt x="2546254" y="2829192"/>
                  </a:lnTo>
                  <a:lnTo>
                    <a:pt x="2546400" y="2829192"/>
                  </a:lnTo>
                  <a:lnTo>
                    <a:pt x="2546545" y="2829192"/>
                  </a:lnTo>
                  <a:lnTo>
                    <a:pt x="2546691" y="2829192"/>
                  </a:lnTo>
                  <a:lnTo>
                    <a:pt x="2546836" y="2829192"/>
                  </a:lnTo>
                  <a:lnTo>
                    <a:pt x="2546836" y="2828569"/>
                  </a:lnTo>
                  <a:lnTo>
                    <a:pt x="2546982" y="2828569"/>
                  </a:lnTo>
                  <a:lnTo>
                    <a:pt x="2547127" y="2828569"/>
                  </a:lnTo>
                  <a:lnTo>
                    <a:pt x="2547272" y="2828569"/>
                  </a:lnTo>
                  <a:lnTo>
                    <a:pt x="2547418" y="2828569"/>
                  </a:lnTo>
                  <a:lnTo>
                    <a:pt x="2547563" y="2828569"/>
                  </a:lnTo>
                  <a:lnTo>
                    <a:pt x="2547563" y="2827945"/>
                  </a:lnTo>
                  <a:lnTo>
                    <a:pt x="2547709" y="2827945"/>
                  </a:lnTo>
                  <a:lnTo>
                    <a:pt x="2547854" y="2827945"/>
                  </a:lnTo>
                  <a:lnTo>
                    <a:pt x="2548000" y="2827945"/>
                  </a:lnTo>
                  <a:lnTo>
                    <a:pt x="2548145" y="2827945"/>
                  </a:lnTo>
                  <a:lnTo>
                    <a:pt x="2548290" y="2827945"/>
                  </a:lnTo>
                  <a:lnTo>
                    <a:pt x="2548436" y="2827945"/>
                  </a:lnTo>
                  <a:lnTo>
                    <a:pt x="2548581" y="2827945"/>
                  </a:lnTo>
                  <a:lnTo>
                    <a:pt x="2548727" y="2827945"/>
                  </a:lnTo>
                  <a:lnTo>
                    <a:pt x="2548872" y="2827945"/>
                  </a:lnTo>
                  <a:lnTo>
                    <a:pt x="2548872" y="2827322"/>
                  </a:lnTo>
                  <a:lnTo>
                    <a:pt x="2549018" y="2827322"/>
                  </a:lnTo>
                  <a:lnTo>
                    <a:pt x="2549163" y="2827322"/>
                  </a:lnTo>
                  <a:lnTo>
                    <a:pt x="2549308" y="2827322"/>
                  </a:lnTo>
                  <a:lnTo>
                    <a:pt x="2549308" y="2826698"/>
                  </a:lnTo>
                  <a:lnTo>
                    <a:pt x="2549454" y="2826698"/>
                  </a:lnTo>
                  <a:lnTo>
                    <a:pt x="2549599" y="2826698"/>
                  </a:lnTo>
                  <a:lnTo>
                    <a:pt x="2549745" y="2826698"/>
                  </a:lnTo>
                  <a:lnTo>
                    <a:pt x="2549890" y="2826698"/>
                  </a:lnTo>
                  <a:lnTo>
                    <a:pt x="2550036" y="2826698"/>
                  </a:lnTo>
                  <a:lnTo>
                    <a:pt x="2550181" y="2826698"/>
                  </a:lnTo>
                  <a:lnTo>
                    <a:pt x="2550181" y="2826075"/>
                  </a:lnTo>
                  <a:lnTo>
                    <a:pt x="2550326" y="2826075"/>
                  </a:lnTo>
                  <a:lnTo>
                    <a:pt x="2550472" y="2826075"/>
                  </a:lnTo>
                  <a:lnTo>
                    <a:pt x="2550617" y="2826075"/>
                  </a:lnTo>
                  <a:lnTo>
                    <a:pt x="2550617" y="2825451"/>
                  </a:lnTo>
                  <a:lnTo>
                    <a:pt x="2550763" y="2825451"/>
                  </a:lnTo>
                  <a:lnTo>
                    <a:pt x="2550908" y="2825451"/>
                  </a:lnTo>
                  <a:lnTo>
                    <a:pt x="2550908" y="2824827"/>
                  </a:lnTo>
                  <a:lnTo>
                    <a:pt x="2551054" y="2824827"/>
                  </a:lnTo>
                  <a:lnTo>
                    <a:pt x="2551199" y="2824827"/>
                  </a:lnTo>
                  <a:lnTo>
                    <a:pt x="2551344" y="2824827"/>
                  </a:lnTo>
                  <a:lnTo>
                    <a:pt x="2551490" y="2824827"/>
                  </a:lnTo>
                  <a:lnTo>
                    <a:pt x="2551635" y="2824827"/>
                  </a:lnTo>
                  <a:lnTo>
                    <a:pt x="2551781" y="2824827"/>
                  </a:lnTo>
                  <a:lnTo>
                    <a:pt x="2551781" y="2824204"/>
                  </a:lnTo>
                  <a:lnTo>
                    <a:pt x="2551926" y="2824204"/>
                  </a:lnTo>
                  <a:lnTo>
                    <a:pt x="2552072" y="2824204"/>
                  </a:lnTo>
                  <a:lnTo>
                    <a:pt x="2552217" y="2824204"/>
                  </a:lnTo>
                  <a:lnTo>
                    <a:pt x="2552362" y="2824204"/>
                  </a:lnTo>
                  <a:lnTo>
                    <a:pt x="2552508" y="2824204"/>
                  </a:lnTo>
                  <a:lnTo>
                    <a:pt x="2552653" y="2824204"/>
                  </a:lnTo>
                  <a:lnTo>
                    <a:pt x="2552799" y="2824204"/>
                  </a:lnTo>
                  <a:lnTo>
                    <a:pt x="2552944" y="2824204"/>
                  </a:lnTo>
                  <a:lnTo>
                    <a:pt x="2553089" y="2824204"/>
                  </a:lnTo>
                  <a:lnTo>
                    <a:pt x="2553235" y="2824204"/>
                  </a:lnTo>
                  <a:lnTo>
                    <a:pt x="2553380" y="2824204"/>
                  </a:lnTo>
                  <a:lnTo>
                    <a:pt x="2553526" y="2824204"/>
                  </a:lnTo>
                  <a:lnTo>
                    <a:pt x="2553671" y="2824204"/>
                  </a:lnTo>
                  <a:lnTo>
                    <a:pt x="2553817" y="2824204"/>
                  </a:lnTo>
                  <a:lnTo>
                    <a:pt x="2553962" y="2824204"/>
                  </a:lnTo>
                  <a:lnTo>
                    <a:pt x="2554107" y="2824204"/>
                  </a:lnTo>
                  <a:lnTo>
                    <a:pt x="2554253" y="2824204"/>
                  </a:lnTo>
                  <a:lnTo>
                    <a:pt x="2554398" y="2824204"/>
                  </a:lnTo>
                  <a:lnTo>
                    <a:pt x="2554544" y="2824204"/>
                  </a:lnTo>
                  <a:lnTo>
                    <a:pt x="2554544" y="2823580"/>
                  </a:lnTo>
                  <a:lnTo>
                    <a:pt x="2554689" y="2823580"/>
                  </a:lnTo>
                  <a:lnTo>
                    <a:pt x="2554835" y="2823580"/>
                  </a:lnTo>
                  <a:lnTo>
                    <a:pt x="2554980" y="2823580"/>
                  </a:lnTo>
                  <a:lnTo>
                    <a:pt x="2555125" y="2823580"/>
                  </a:lnTo>
                  <a:lnTo>
                    <a:pt x="2555271" y="2823580"/>
                  </a:lnTo>
                  <a:lnTo>
                    <a:pt x="2555416" y="2823580"/>
                  </a:lnTo>
                  <a:lnTo>
                    <a:pt x="2555562" y="2823580"/>
                  </a:lnTo>
                  <a:lnTo>
                    <a:pt x="2555707" y="2823580"/>
                  </a:lnTo>
                  <a:lnTo>
                    <a:pt x="2555853" y="2823580"/>
                  </a:lnTo>
                  <a:lnTo>
                    <a:pt x="2555998" y="2823580"/>
                  </a:lnTo>
                  <a:lnTo>
                    <a:pt x="2556143" y="2823580"/>
                  </a:lnTo>
                  <a:lnTo>
                    <a:pt x="2556289" y="2823580"/>
                  </a:lnTo>
                  <a:lnTo>
                    <a:pt x="2556434" y="2823580"/>
                  </a:lnTo>
                  <a:lnTo>
                    <a:pt x="2556580" y="2823580"/>
                  </a:lnTo>
                  <a:lnTo>
                    <a:pt x="2556725" y="2823580"/>
                  </a:lnTo>
                  <a:lnTo>
                    <a:pt x="2556725" y="2822957"/>
                  </a:lnTo>
                  <a:lnTo>
                    <a:pt x="2556871" y="2822957"/>
                  </a:lnTo>
                  <a:lnTo>
                    <a:pt x="2557016" y="2822957"/>
                  </a:lnTo>
                  <a:lnTo>
                    <a:pt x="2557161" y="2822957"/>
                  </a:lnTo>
                  <a:lnTo>
                    <a:pt x="2557307" y="2822957"/>
                  </a:lnTo>
                  <a:lnTo>
                    <a:pt x="2557452" y="2822957"/>
                  </a:lnTo>
                  <a:lnTo>
                    <a:pt x="2557598" y="2822957"/>
                  </a:lnTo>
                  <a:lnTo>
                    <a:pt x="2557598" y="2822333"/>
                  </a:lnTo>
                  <a:lnTo>
                    <a:pt x="2557598" y="2821709"/>
                  </a:lnTo>
                  <a:lnTo>
                    <a:pt x="2557743" y="2821709"/>
                  </a:lnTo>
                  <a:lnTo>
                    <a:pt x="2557889" y="2821709"/>
                  </a:lnTo>
                  <a:lnTo>
                    <a:pt x="2558034" y="2821709"/>
                  </a:lnTo>
                  <a:lnTo>
                    <a:pt x="2558179" y="2821709"/>
                  </a:lnTo>
                  <a:lnTo>
                    <a:pt x="2558325" y="2821709"/>
                  </a:lnTo>
                  <a:lnTo>
                    <a:pt x="2558470" y="2821709"/>
                  </a:lnTo>
                  <a:lnTo>
                    <a:pt x="2558616" y="2821709"/>
                  </a:lnTo>
                  <a:lnTo>
                    <a:pt x="2558761" y="2821709"/>
                  </a:lnTo>
                  <a:lnTo>
                    <a:pt x="2558906" y="2821709"/>
                  </a:lnTo>
                  <a:lnTo>
                    <a:pt x="2559052" y="2821709"/>
                  </a:lnTo>
                  <a:lnTo>
                    <a:pt x="2559052" y="2821086"/>
                  </a:lnTo>
                  <a:lnTo>
                    <a:pt x="2559197" y="2821086"/>
                  </a:lnTo>
                  <a:lnTo>
                    <a:pt x="2559343" y="2821086"/>
                  </a:lnTo>
                  <a:lnTo>
                    <a:pt x="2559488" y="2821086"/>
                  </a:lnTo>
                  <a:lnTo>
                    <a:pt x="2559488" y="2820462"/>
                  </a:lnTo>
                  <a:lnTo>
                    <a:pt x="2559634" y="2820462"/>
                  </a:lnTo>
                  <a:lnTo>
                    <a:pt x="2559779" y="2820462"/>
                  </a:lnTo>
                  <a:lnTo>
                    <a:pt x="2559924" y="2820462"/>
                  </a:lnTo>
                  <a:lnTo>
                    <a:pt x="2560070" y="2820462"/>
                  </a:lnTo>
                  <a:lnTo>
                    <a:pt x="2560215" y="2820462"/>
                  </a:lnTo>
                  <a:lnTo>
                    <a:pt x="2560361" y="2820462"/>
                  </a:lnTo>
                  <a:lnTo>
                    <a:pt x="2560506" y="2820462"/>
                  </a:lnTo>
                  <a:lnTo>
                    <a:pt x="2560506" y="2819839"/>
                  </a:lnTo>
                  <a:lnTo>
                    <a:pt x="2560652" y="2819839"/>
                  </a:lnTo>
                  <a:lnTo>
                    <a:pt x="2560797" y="2819839"/>
                  </a:lnTo>
                  <a:lnTo>
                    <a:pt x="2560797" y="2819215"/>
                  </a:lnTo>
                  <a:lnTo>
                    <a:pt x="2560942" y="2819215"/>
                  </a:lnTo>
                  <a:lnTo>
                    <a:pt x="2560942" y="2818592"/>
                  </a:lnTo>
                  <a:lnTo>
                    <a:pt x="2561088" y="2818592"/>
                  </a:lnTo>
                  <a:lnTo>
                    <a:pt x="2561233" y="2818592"/>
                  </a:lnTo>
                  <a:lnTo>
                    <a:pt x="2561233" y="2817968"/>
                  </a:lnTo>
                  <a:lnTo>
                    <a:pt x="2561379" y="2817968"/>
                  </a:lnTo>
                  <a:lnTo>
                    <a:pt x="2561379" y="2817344"/>
                  </a:lnTo>
                  <a:lnTo>
                    <a:pt x="2561379" y="2816721"/>
                  </a:lnTo>
                  <a:lnTo>
                    <a:pt x="2561379" y="2816097"/>
                  </a:lnTo>
                  <a:lnTo>
                    <a:pt x="2561524" y="2816097"/>
                  </a:lnTo>
                  <a:lnTo>
                    <a:pt x="2561670" y="2816097"/>
                  </a:lnTo>
                  <a:lnTo>
                    <a:pt x="2561815" y="2816097"/>
                  </a:lnTo>
                  <a:lnTo>
                    <a:pt x="2561960" y="2816097"/>
                  </a:lnTo>
                  <a:lnTo>
                    <a:pt x="2561960" y="2815474"/>
                  </a:lnTo>
                  <a:lnTo>
                    <a:pt x="2561960" y="2814850"/>
                  </a:lnTo>
                  <a:lnTo>
                    <a:pt x="2562106" y="2814850"/>
                  </a:lnTo>
                  <a:lnTo>
                    <a:pt x="2562251" y="2814850"/>
                  </a:lnTo>
                  <a:lnTo>
                    <a:pt x="2562397" y="2814850"/>
                  </a:lnTo>
                  <a:lnTo>
                    <a:pt x="2562542" y="2814850"/>
                  </a:lnTo>
                  <a:lnTo>
                    <a:pt x="2562688" y="2814850"/>
                  </a:lnTo>
                  <a:lnTo>
                    <a:pt x="2562833" y="2814850"/>
                  </a:lnTo>
                  <a:lnTo>
                    <a:pt x="2562978" y="2814850"/>
                  </a:lnTo>
                  <a:lnTo>
                    <a:pt x="2563124" y="2814850"/>
                  </a:lnTo>
                  <a:lnTo>
                    <a:pt x="2563269" y="2814850"/>
                  </a:lnTo>
                  <a:lnTo>
                    <a:pt x="2563415" y="2814850"/>
                  </a:lnTo>
                  <a:lnTo>
                    <a:pt x="2563415" y="2814227"/>
                  </a:lnTo>
                  <a:lnTo>
                    <a:pt x="2563560" y="2814227"/>
                  </a:lnTo>
                  <a:lnTo>
                    <a:pt x="2563706" y="2814227"/>
                  </a:lnTo>
                  <a:lnTo>
                    <a:pt x="2563706" y="2813603"/>
                  </a:lnTo>
                  <a:lnTo>
                    <a:pt x="2563851" y="2813603"/>
                  </a:lnTo>
                  <a:lnTo>
                    <a:pt x="2563996" y="2813603"/>
                  </a:lnTo>
                  <a:lnTo>
                    <a:pt x="2563996" y="2812979"/>
                  </a:lnTo>
                  <a:lnTo>
                    <a:pt x="2564142" y="2812979"/>
                  </a:lnTo>
                  <a:lnTo>
                    <a:pt x="2564287" y="2812979"/>
                  </a:lnTo>
                  <a:lnTo>
                    <a:pt x="2564433" y="2812979"/>
                  </a:lnTo>
                  <a:lnTo>
                    <a:pt x="2564578" y="2812979"/>
                  </a:lnTo>
                  <a:lnTo>
                    <a:pt x="2564724" y="2812979"/>
                  </a:lnTo>
                  <a:lnTo>
                    <a:pt x="2564869" y="2812979"/>
                  </a:lnTo>
                  <a:lnTo>
                    <a:pt x="2564869" y="2812356"/>
                  </a:lnTo>
                  <a:lnTo>
                    <a:pt x="2565014" y="2812356"/>
                  </a:lnTo>
                  <a:lnTo>
                    <a:pt x="2565160" y="2812356"/>
                  </a:lnTo>
                  <a:lnTo>
                    <a:pt x="2565160" y="2811732"/>
                  </a:lnTo>
                  <a:lnTo>
                    <a:pt x="2565305" y="2811732"/>
                  </a:lnTo>
                  <a:lnTo>
                    <a:pt x="2565305" y="2811109"/>
                  </a:lnTo>
                  <a:lnTo>
                    <a:pt x="2565451" y="2811109"/>
                  </a:lnTo>
                  <a:lnTo>
                    <a:pt x="2565596" y="2811109"/>
                  </a:lnTo>
                  <a:lnTo>
                    <a:pt x="2565741" y="2811109"/>
                  </a:lnTo>
                  <a:lnTo>
                    <a:pt x="2565887" y="2811109"/>
                  </a:lnTo>
                  <a:lnTo>
                    <a:pt x="2566032" y="2811109"/>
                  </a:lnTo>
                  <a:lnTo>
                    <a:pt x="2566032" y="2810485"/>
                  </a:lnTo>
                  <a:lnTo>
                    <a:pt x="2566178" y="2810485"/>
                  </a:lnTo>
                  <a:lnTo>
                    <a:pt x="2566323" y="2810485"/>
                  </a:lnTo>
                  <a:lnTo>
                    <a:pt x="2566469" y="2810485"/>
                  </a:lnTo>
                  <a:lnTo>
                    <a:pt x="2566614" y="2810485"/>
                  </a:lnTo>
                  <a:lnTo>
                    <a:pt x="2566759" y="2810485"/>
                  </a:lnTo>
                  <a:lnTo>
                    <a:pt x="2566905" y="2810485"/>
                  </a:lnTo>
                  <a:lnTo>
                    <a:pt x="2567050" y="2810485"/>
                  </a:lnTo>
                  <a:lnTo>
                    <a:pt x="2567196" y="2810485"/>
                  </a:lnTo>
                  <a:lnTo>
                    <a:pt x="2567341" y="2810485"/>
                  </a:lnTo>
                  <a:lnTo>
                    <a:pt x="2567341" y="2809861"/>
                  </a:lnTo>
                  <a:lnTo>
                    <a:pt x="2567487" y="2809861"/>
                  </a:lnTo>
                  <a:lnTo>
                    <a:pt x="2567632" y="2809861"/>
                  </a:lnTo>
                  <a:lnTo>
                    <a:pt x="2567777" y="2809861"/>
                  </a:lnTo>
                  <a:lnTo>
                    <a:pt x="2567923" y="2809861"/>
                  </a:lnTo>
                  <a:lnTo>
                    <a:pt x="2568068" y="2809861"/>
                  </a:lnTo>
                  <a:lnTo>
                    <a:pt x="2568068" y="2809238"/>
                  </a:lnTo>
                  <a:lnTo>
                    <a:pt x="2568214" y="2809238"/>
                  </a:lnTo>
                  <a:lnTo>
                    <a:pt x="2568214" y="2808614"/>
                  </a:lnTo>
                  <a:lnTo>
                    <a:pt x="2568214" y="2807991"/>
                  </a:lnTo>
                  <a:lnTo>
                    <a:pt x="2568359" y="2807991"/>
                  </a:lnTo>
                  <a:lnTo>
                    <a:pt x="2568505" y="2807991"/>
                  </a:lnTo>
                  <a:lnTo>
                    <a:pt x="2568650" y="2807991"/>
                  </a:lnTo>
                  <a:lnTo>
                    <a:pt x="2568795" y="2807991"/>
                  </a:lnTo>
                  <a:lnTo>
                    <a:pt x="2568795" y="2807367"/>
                  </a:lnTo>
                  <a:lnTo>
                    <a:pt x="2568941" y="2807367"/>
                  </a:lnTo>
                  <a:lnTo>
                    <a:pt x="2568941" y="2806744"/>
                  </a:lnTo>
                  <a:lnTo>
                    <a:pt x="2569086" y="2806744"/>
                  </a:lnTo>
                  <a:lnTo>
                    <a:pt x="2569232" y="2806744"/>
                  </a:lnTo>
                  <a:lnTo>
                    <a:pt x="2569377" y="2806744"/>
                  </a:lnTo>
                  <a:lnTo>
                    <a:pt x="2569377" y="2806120"/>
                  </a:lnTo>
                  <a:lnTo>
                    <a:pt x="2569523" y="2806120"/>
                  </a:lnTo>
                  <a:lnTo>
                    <a:pt x="2569668" y="2806120"/>
                  </a:lnTo>
                  <a:lnTo>
                    <a:pt x="2569668" y="2805496"/>
                  </a:lnTo>
                  <a:lnTo>
                    <a:pt x="2569813" y="2805496"/>
                  </a:lnTo>
                  <a:lnTo>
                    <a:pt x="2569959" y="2805496"/>
                  </a:lnTo>
                  <a:lnTo>
                    <a:pt x="2570104" y="2805496"/>
                  </a:lnTo>
                  <a:lnTo>
                    <a:pt x="2570250" y="2805496"/>
                  </a:lnTo>
                  <a:lnTo>
                    <a:pt x="2570395" y="2805496"/>
                  </a:lnTo>
                  <a:lnTo>
                    <a:pt x="2570541" y="2805496"/>
                  </a:lnTo>
                  <a:lnTo>
                    <a:pt x="2570686" y="2805496"/>
                  </a:lnTo>
                  <a:lnTo>
                    <a:pt x="2570831" y="2805496"/>
                  </a:lnTo>
                  <a:lnTo>
                    <a:pt x="2570977" y="2805496"/>
                  </a:lnTo>
                  <a:lnTo>
                    <a:pt x="2571122" y="2805496"/>
                  </a:lnTo>
                  <a:lnTo>
                    <a:pt x="2571122" y="2804873"/>
                  </a:lnTo>
                  <a:lnTo>
                    <a:pt x="2571268" y="2804873"/>
                  </a:lnTo>
                  <a:lnTo>
                    <a:pt x="2571413" y="2804873"/>
                  </a:lnTo>
                  <a:lnTo>
                    <a:pt x="2571559" y="2804873"/>
                  </a:lnTo>
                  <a:lnTo>
                    <a:pt x="2571704" y="2804873"/>
                  </a:lnTo>
                  <a:lnTo>
                    <a:pt x="2571704" y="2804249"/>
                  </a:lnTo>
                  <a:lnTo>
                    <a:pt x="2571849" y="2804249"/>
                  </a:lnTo>
                  <a:lnTo>
                    <a:pt x="2571995" y="2804249"/>
                  </a:lnTo>
                  <a:lnTo>
                    <a:pt x="2571995" y="2803626"/>
                  </a:lnTo>
                  <a:lnTo>
                    <a:pt x="2572140" y="2803626"/>
                  </a:lnTo>
                  <a:lnTo>
                    <a:pt x="2572140" y="2803002"/>
                  </a:lnTo>
                  <a:lnTo>
                    <a:pt x="2572286" y="2803002"/>
                  </a:lnTo>
                  <a:lnTo>
                    <a:pt x="2572431" y="2803002"/>
                  </a:lnTo>
                  <a:lnTo>
                    <a:pt x="2572431" y="2802378"/>
                  </a:lnTo>
                  <a:lnTo>
                    <a:pt x="2572576" y="2802378"/>
                  </a:lnTo>
                  <a:lnTo>
                    <a:pt x="2572722" y="2802378"/>
                  </a:lnTo>
                  <a:lnTo>
                    <a:pt x="2572722" y="2801755"/>
                  </a:lnTo>
                  <a:lnTo>
                    <a:pt x="2572867" y="2801755"/>
                  </a:lnTo>
                  <a:lnTo>
                    <a:pt x="2573013" y="2801755"/>
                  </a:lnTo>
                  <a:lnTo>
                    <a:pt x="2573158" y="2801755"/>
                  </a:lnTo>
                  <a:lnTo>
                    <a:pt x="2573304" y="2801755"/>
                  </a:lnTo>
                  <a:lnTo>
                    <a:pt x="2573449" y="2801755"/>
                  </a:lnTo>
                  <a:lnTo>
                    <a:pt x="2573594" y="2801755"/>
                  </a:lnTo>
                  <a:lnTo>
                    <a:pt x="2573740" y="2801755"/>
                  </a:lnTo>
                  <a:lnTo>
                    <a:pt x="2573740" y="2801131"/>
                  </a:lnTo>
                  <a:lnTo>
                    <a:pt x="2573885" y="2801131"/>
                  </a:lnTo>
                  <a:lnTo>
                    <a:pt x="2574031" y="2801131"/>
                  </a:lnTo>
                  <a:lnTo>
                    <a:pt x="2574176" y="2801131"/>
                  </a:lnTo>
                  <a:lnTo>
                    <a:pt x="2574322" y="2801131"/>
                  </a:lnTo>
                  <a:lnTo>
                    <a:pt x="2574467" y="2801131"/>
                  </a:lnTo>
                  <a:lnTo>
                    <a:pt x="2574612" y="2801131"/>
                  </a:lnTo>
                  <a:lnTo>
                    <a:pt x="2574612" y="2800508"/>
                  </a:lnTo>
                  <a:lnTo>
                    <a:pt x="2574758" y="2800508"/>
                  </a:lnTo>
                  <a:lnTo>
                    <a:pt x="2574903" y="2800508"/>
                  </a:lnTo>
                  <a:lnTo>
                    <a:pt x="2575049" y="2800508"/>
                  </a:lnTo>
                  <a:lnTo>
                    <a:pt x="2575194" y="2800508"/>
                  </a:lnTo>
                  <a:lnTo>
                    <a:pt x="2575340" y="2800508"/>
                  </a:lnTo>
                  <a:lnTo>
                    <a:pt x="2575485" y="2800508"/>
                  </a:lnTo>
                  <a:lnTo>
                    <a:pt x="2575485" y="2799884"/>
                  </a:lnTo>
                  <a:lnTo>
                    <a:pt x="2575630" y="2799884"/>
                  </a:lnTo>
                  <a:lnTo>
                    <a:pt x="2575776" y="2799884"/>
                  </a:lnTo>
                  <a:lnTo>
                    <a:pt x="2575921" y="2799884"/>
                  </a:lnTo>
                  <a:lnTo>
                    <a:pt x="2576067" y="2799884"/>
                  </a:lnTo>
                  <a:lnTo>
                    <a:pt x="2576212" y="2799884"/>
                  </a:lnTo>
                  <a:lnTo>
                    <a:pt x="2576358" y="2799884"/>
                  </a:lnTo>
                  <a:lnTo>
                    <a:pt x="2576503" y="2799884"/>
                  </a:lnTo>
                  <a:lnTo>
                    <a:pt x="2576648" y="2799884"/>
                  </a:lnTo>
                  <a:lnTo>
                    <a:pt x="2576794" y="2799884"/>
                  </a:lnTo>
                  <a:lnTo>
                    <a:pt x="2576939" y="2799884"/>
                  </a:lnTo>
                  <a:lnTo>
                    <a:pt x="2577085" y="2799884"/>
                  </a:lnTo>
                  <a:lnTo>
                    <a:pt x="2577085" y="2799261"/>
                  </a:lnTo>
                  <a:lnTo>
                    <a:pt x="2577230" y="2799261"/>
                  </a:lnTo>
                  <a:lnTo>
                    <a:pt x="2577376" y="2799261"/>
                  </a:lnTo>
                  <a:lnTo>
                    <a:pt x="2577521" y="2799261"/>
                  </a:lnTo>
                  <a:lnTo>
                    <a:pt x="2577666" y="2799261"/>
                  </a:lnTo>
                  <a:lnTo>
                    <a:pt x="2577812" y="2799261"/>
                  </a:lnTo>
                  <a:lnTo>
                    <a:pt x="2577957" y="2799261"/>
                  </a:lnTo>
                  <a:lnTo>
                    <a:pt x="2578103" y="2799261"/>
                  </a:lnTo>
                  <a:lnTo>
                    <a:pt x="2578248" y="2799261"/>
                  </a:lnTo>
                  <a:lnTo>
                    <a:pt x="2578394" y="2799261"/>
                  </a:lnTo>
                  <a:lnTo>
                    <a:pt x="2578539" y="2799261"/>
                  </a:lnTo>
                  <a:lnTo>
                    <a:pt x="2578684" y="2799261"/>
                  </a:lnTo>
                  <a:lnTo>
                    <a:pt x="2578830" y="2799261"/>
                  </a:lnTo>
                  <a:lnTo>
                    <a:pt x="2578975" y="2799261"/>
                  </a:lnTo>
                  <a:lnTo>
                    <a:pt x="2578975" y="2798637"/>
                  </a:lnTo>
                  <a:lnTo>
                    <a:pt x="2579121" y="2798637"/>
                  </a:lnTo>
                  <a:lnTo>
                    <a:pt x="2579266" y="2798637"/>
                  </a:lnTo>
                  <a:lnTo>
                    <a:pt x="2579411" y="2798637"/>
                  </a:lnTo>
                  <a:lnTo>
                    <a:pt x="2579557" y="2798637"/>
                  </a:lnTo>
                  <a:lnTo>
                    <a:pt x="2579702" y="2798637"/>
                  </a:lnTo>
                  <a:lnTo>
                    <a:pt x="2579848" y="2798637"/>
                  </a:lnTo>
                  <a:lnTo>
                    <a:pt x="2579993" y="2798637"/>
                  </a:lnTo>
                  <a:lnTo>
                    <a:pt x="2580139" y="2798637"/>
                  </a:lnTo>
                  <a:lnTo>
                    <a:pt x="2580284" y="2798637"/>
                  </a:lnTo>
                  <a:lnTo>
                    <a:pt x="2580429" y="2798637"/>
                  </a:lnTo>
                  <a:lnTo>
                    <a:pt x="2580575" y="2798637"/>
                  </a:lnTo>
                  <a:lnTo>
                    <a:pt x="2580720" y="2798637"/>
                  </a:lnTo>
                  <a:lnTo>
                    <a:pt x="2580866" y="2798637"/>
                  </a:lnTo>
                  <a:lnTo>
                    <a:pt x="2581011" y="2798637"/>
                  </a:lnTo>
                  <a:lnTo>
                    <a:pt x="2581157" y="2798637"/>
                  </a:lnTo>
                  <a:lnTo>
                    <a:pt x="2581302" y="2798637"/>
                  </a:lnTo>
                  <a:lnTo>
                    <a:pt x="2581302" y="2798013"/>
                  </a:lnTo>
                  <a:lnTo>
                    <a:pt x="2581447" y="2798013"/>
                  </a:lnTo>
                  <a:lnTo>
                    <a:pt x="2581593" y="2798013"/>
                  </a:lnTo>
                  <a:lnTo>
                    <a:pt x="2581738" y="2798013"/>
                  </a:lnTo>
                  <a:lnTo>
                    <a:pt x="2581738" y="2797390"/>
                  </a:lnTo>
                  <a:lnTo>
                    <a:pt x="2581884" y="2797390"/>
                  </a:lnTo>
                  <a:lnTo>
                    <a:pt x="2582029" y="2797390"/>
                  </a:lnTo>
                  <a:lnTo>
                    <a:pt x="2582175" y="2797390"/>
                  </a:lnTo>
                  <a:lnTo>
                    <a:pt x="2582320" y="2797390"/>
                  </a:lnTo>
                  <a:lnTo>
                    <a:pt x="2582465" y="2797390"/>
                  </a:lnTo>
                  <a:lnTo>
                    <a:pt x="2582611" y="2797390"/>
                  </a:lnTo>
                  <a:lnTo>
                    <a:pt x="2582756" y="2797390"/>
                  </a:lnTo>
                  <a:lnTo>
                    <a:pt x="2582902" y="2797390"/>
                  </a:lnTo>
                  <a:lnTo>
                    <a:pt x="2583047" y="2797390"/>
                  </a:lnTo>
                  <a:lnTo>
                    <a:pt x="2583193" y="2797390"/>
                  </a:lnTo>
                  <a:lnTo>
                    <a:pt x="2583338" y="2797390"/>
                  </a:lnTo>
                  <a:lnTo>
                    <a:pt x="2583338" y="2796766"/>
                  </a:lnTo>
                  <a:lnTo>
                    <a:pt x="2583338" y="2796143"/>
                  </a:lnTo>
                  <a:lnTo>
                    <a:pt x="2583483" y="2796143"/>
                  </a:lnTo>
                  <a:lnTo>
                    <a:pt x="2583483" y="2795519"/>
                  </a:lnTo>
                  <a:lnTo>
                    <a:pt x="2583629" y="2795519"/>
                  </a:lnTo>
                  <a:lnTo>
                    <a:pt x="2583774" y="2795519"/>
                  </a:lnTo>
                  <a:lnTo>
                    <a:pt x="2583920" y="2795519"/>
                  </a:lnTo>
                  <a:lnTo>
                    <a:pt x="2583920" y="2794895"/>
                  </a:lnTo>
                  <a:lnTo>
                    <a:pt x="2584065" y="2794895"/>
                  </a:lnTo>
                  <a:lnTo>
                    <a:pt x="2584211" y="2794895"/>
                  </a:lnTo>
                  <a:lnTo>
                    <a:pt x="2584356" y="2794895"/>
                  </a:lnTo>
                  <a:lnTo>
                    <a:pt x="2584501" y="2794895"/>
                  </a:lnTo>
                  <a:lnTo>
                    <a:pt x="2584647" y="2794895"/>
                  </a:lnTo>
                  <a:lnTo>
                    <a:pt x="2584792" y="2794895"/>
                  </a:lnTo>
                  <a:lnTo>
                    <a:pt x="2584938" y="2794895"/>
                  </a:lnTo>
                  <a:lnTo>
                    <a:pt x="2584938" y="2794272"/>
                  </a:lnTo>
                  <a:lnTo>
                    <a:pt x="2585083" y="2794272"/>
                  </a:lnTo>
                  <a:lnTo>
                    <a:pt x="2585229" y="2794272"/>
                  </a:lnTo>
                  <a:lnTo>
                    <a:pt x="2585229" y="2793648"/>
                  </a:lnTo>
                  <a:lnTo>
                    <a:pt x="2585374" y="2793648"/>
                  </a:lnTo>
                  <a:lnTo>
                    <a:pt x="2585374" y="2793025"/>
                  </a:lnTo>
                  <a:lnTo>
                    <a:pt x="2585374" y="2792401"/>
                  </a:lnTo>
                  <a:lnTo>
                    <a:pt x="2585519" y="2792401"/>
                  </a:lnTo>
                  <a:lnTo>
                    <a:pt x="2585665" y="2792401"/>
                  </a:lnTo>
                  <a:lnTo>
                    <a:pt x="2585810" y="2792401"/>
                  </a:lnTo>
                  <a:lnTo>
                    <a:pt x="2585810" y="2791778"/>
                  </a:lnTo>
                  <a:lnTo>
                    <a:pt x="2585956" y="2791778"/>
                  </a:lnTo>
                  <a:lnTo>
                    <a:pt x="2586101" y="2791778"/>
                  </a:lnTo>
                  <a:lnTo>
                    <a:pt x="2586246" y="2791778"/>
                  </a:lnTo>
                  <a:lnTo>
                    <a:pt x="2586392" y="2791778"/>
                  </a:lnTo>
                  <a:lnTo>
                    <a:pt x="2586537" y="2791778"/>
                  </a:lnTo>
                  <a:lnTo>
                    <a:pt x="2586683" y="2791778"/>
                  </a:lnTo>
                  <a:lnTo>
                    <a:pt x="2586828" y="2791778"/>
                  </a:lnTo>
                  <a:lnTo>
                    <a:pt x="2586974" y="2791778"/>
                  </a:lnTo>
                  <a:lnTo>
                    <a:pt x="2587119" y="2791778"/>
                  </a:lnTo>
                  <a:lnTo>
                    <a:pt x="2587264" y="2791778"/>
                  </a:lnTo>
                  <a:lnTo>
                    <a:pt x="2587410" y="2791778"/>
                  </a:lnTo>
                  <a:lnTo>
                    <a:pt x="2587555" y="2791778"/>
                  </a:lnTo>
                  <a:lnTo>
                    <a:pt x="2587701" y="2791778"/>
                  </a:lnTo>
                  <a:lnTo>
                    <a:pt x="2587846" y="2791778"/>
                  </a:lnTo>
                  <a:lnTo>
                    <a:pt x="2587992" y="2791778"/>
                  </a:lnTo>
                  <a:lnTo>
                    <a:pt x="2588137" y="2791778"/>
                  </a:lnTo>
                  <a:lnTo>
                    <a:pt x="2588282" y="2791778"/>
                  </a:lnTo>
                  <a:lnTo>
                    <a:pt x="2588428" y="2791778"/>
                  </a:lnTo>
                  <a:lnTo>
                    <a:pt x="2588573" y="2791778"/>
                  </a:lnTo>
                  <a:lnTo>
                    <a:pt x="2588573" y="2791154"/>
                  </a:lnTo>
                  <a:lnTo>
                    <a:pt x="2588719" y="2791154"/>
                  </a:lnTo>
                  <a:lnTo>
                    <a:pt x="2588864" y="2791154"/>
                  </a:lnTo>
                  <a:lnTo>
                    <a:pt x="2589010" y="2791154"/>
                  </a:lnTo>
                  <a:lnTo>
                    <a:pt x="2589155" y="2791154"/>
                  </a:lnTo>
                  <a:lnTo>
                    <a:pt x="2589300" y="2791154"/>
                  </a:lnTo>
                  <a:lnTo>
                    <a:pt x="2589300" y="2790530"/>
                  </a:lnTo>
                  <a:lnTo>
                    <a:pt x="2589446" y="2790530"/>
                  </a:lnTo>
                  <a:lnTo>
                    <a:pt x="2589591" y="2790530"/>
                  </a:lnTo>
                  <a:lnTo>
                    <a:pt x="2589737" y="2790530"/>
                  </a:lnTo>
                  <a:lnTo>
                    <a:pt x="2589882" y="2790530"/>
                  </a:lnTo>
                  <a:lnTo>
                    <a:pt x="2590028" y="2790530"/>
                  </a:lnTo>
                  <a:lnTo>
                    <a:pt x="2590173" y="2790530"/>
                  </a:lnTo>
                  <a:lnTo>
                    <a:pt x="2590173" y="2789907"/>
                  </a:lnTo>
                  <a:lnTo>
                    <a:pt x="2590318" y="2789907"/>
                  </a:lnTo>
                  <a:lnTo>
                    <a:pt x="2590464" y="2789907"/>
                  </a:lnTo>
                  <a:lnTo>
                    <a:pt x="2590609" y="2789907"/>
                  </a:lnTo>
                  <a:lnTo>
                    <a:pt x="2590755" y="2789907"/>
                  </a:lnTo>
                  <a:lnTo>
                    <a:pt x="2590900" y="2789907"/>
                  </a:lnTo>
                  <a:lnTo>
                    <a:pt x="2591046" y="2789907"/>
                  </a:lnTo>
                  <a:lnTo>
                    <a:pt x="2591191" y="2789907"/>
                  </a:lnTo>
                  <a:lnTo>
                    <a:pt x="2591191" y="2789283"/>
                  </a:lnTo>
                  <a:lnTo>
                    <a:pt x="2591191" y="2788660"/>
                  </a:lnTo>
                  <a:lnTo>
                    <a:pt x="2591336" y="2788660"/>
                  </a:lnTo>
                  <a:lnTo>
                    <a:pt x="2591482" y="2788660"/>
                  </a:lnTo>
                  <a:lnTo>
                    <a:pt x="2591627" y="2788660"/>
                  </a:lnTo>
                  <a:lnTo>
                    <a:pt x="2591773" y="2788660"/>
                  </a:lnTo>
                  <a:lnTo>
                    <a:pt x="2591918" y="2788660"/>
                  </a:lnTo>
                  <a:lnTo>
                    <a:pt x="2591918" y="2788036"/>
                  </a:lnTo>
                  <a:lnTo>
                    <a:pt x="2592064" y="2788036"/>
                  </a:lnTo>
                  <a:lnTo>
                    <a:pt x="2592209" y="2788036"/>
                  </a:lnTo>
                  <a:lnTo>
                    <a:pt x="2592354" y="2788036"/>
                  </a:lnTo>
                  <a:lnTo>
                    <a:pt x="2592500" y="2788036"/>
                  </a:lnTo>
                  <a:lnTo>
                    <a:pt x="2592645" y="2788036"/>
                  </a:lnTo>
                  <a:lnTo>
                    <a:pt x="2592791" y="2788036"/>
                  </a:lnTo>
                  <a:lnTo>
                    <a:pt x="2592936" y="2788036"/>
                  </a:lnTo>
                  <a:lnTo>
                    <a:pt x="2593081" y="2788036"/>
                  </a:lnTo>
                  <a:lnTo>
                    <a:pt x="2593227" y="2788036"/>
                  </a:lnTo>
                  <a:lnTo>
                    <a:pt x="2593372" y="2788036"/>
                  </a:lnTo>
                  <a:lnTo>
                    <a:pt x="2593518" y="2788036"/>
                  </a:lnTo>
                  <a:lnTo>
                    <a:pt x="2593663" y="2788036"/>
                  </a:lnTo>
                  <a:lnTo>
                    <a:pt x="2593809" y="2788036"/>
                  </a:lnTo>
                  <a:lnTo>
                    <a:pt x="2593954" y="2788036"/>
                  </a:lnTo>
                  <a:lnTo>
                    <a:pt x="2594099" y="2788036"/>
                  </a:lnTo>
                  <a:lnTo>
                    <a:pt x="2594245" y="2788036"/>
                  </a:lnTo>
                  <a:lnTo>
                    <a:pt x="2594390" y="2788036"/>
                  </a:lnTo>
                  <a:lnTo>
                    <a:pt x="2594536" y="2788036"/>
                  </a:lnTo>
                  <a:lnTo>
                    <a:pt x="2594536" y="2787412"/>
                  </a:lnTo>
                  <a:lnTo>
                    <a:pt x="2594536" y="2786789"/>
                  </a:lnTo>
                  <a:lnTo>
                    <a:pt x="2594681" y="2786789"/>
                  </a:lnTo>
                  <a:lnTo>
                    <a:pt x="2594827" y="2786789"/>
                  </a:lnTo>
                  <a:lnTo>
                    <a:pt x="2594972" y="2786789"/>
                  </a:lnTo>
                  <a:lnTo>
                    <a:pt x="2595117" y="2786789"/>
                  </a:lnTo>
                  <a:lnTo>
                    <a:pt x="2595263" y="2786789"/>
                  </a:lnTo>
                  <a:lnTo>
                    <a:pt x="2595408" y="2786789"/>
                  </a:lnTo>
                  <a:lnTo>
                    <a:pt x="2595408" y="2786165"/>
                  </a:lnTo>
                  <a:lnTo>
                    <a:pt x="2595554" y="2786165"/>
                  </a:lnTo>
                  <a:lnTo>
                    <a:pt x="2595699" y="2786165"/>
                  </a:lnTo>
                  <a:lnTo>
                    <a:pt x="2595699" y="2785542"/>
                  </a:lnTo>
                  <a:lnTo>
                    <a:pt x="2595845" y="2785542"/>
                  </a:lnTo>
                  <a:lnTo>
                    <a:pt x="2595990" y="2785542"/>
                  </a:lnTo>
                  <a:lnTo>
                    <a:pt x="2595990" y="2784918"/>
                  </a:lnTo>
                  <a:lnTo>
                    <a:pt x="2595990" y="2784295"/>
                  </a:lnTo>
                  <a:lnTo>
                    <a:pt x="2596135" y="2784295"/>
                  </a:lnTo>
                  <a:lnTo>
                    <a:pt x="2596281" y="2784295"/>
                  </a:lnTo>
                  <a:lnTo>
                    <a:pt x="2596281" y="2783671"/>
                  </a:lnTo>
                  <a:lnTo>
                    <a:pt x="2596426" y="2783671"/>
                  </a:lnTo>
                  <a:lnTo>
                    <a:pt x="2596426" y="2783047"/>
                  </a:lnTo>
                  <a:lnTo>
                    <a:pt x="2596572" y="2783047"/>
                  </a:lnTo>
                  <a:lnTo>
                    <a:pt x="2596717" y="2783047"/>
                  </a:lnTo>
                  <a:lnTo>
                    <a:pt x="2596863" y="2783047"/>
                  </a:lnTo>
                  <a:lnTo>
                    <a:pt x="2597008" y="2783047"/>
                  </a:lnTo>
                  <a:lnTo>
                    <a:pt x="2597153" y="2783047"/>
                  </a:lnTo>
                  <a:lnTo>
                    <a:pt x="2597153" y="2782424"/>
                  </a:lnTo>
                  <a:lnTo>
                    <a:pt x="2597299" y="2782424"/>
                  </a:lnTo>
                  <a:lnTo>
                    <a:pt x="2597444" y="2782424"/>
                  </a:lnTo>
                  <a:lnTo>
                    <a:pt x="2597590" y="2782424"/>
                  </a:lnTo>
                  <a:lnTo>
                    <a:pt x="2597735" y="2782424"/>
                  </a:lnTo>
                  <a:lnTo>
                    <a:pt x="2597881" y="2782424"/>
                  </a:lnTo>
                  <a:lnTo>
                    <a:pt x="2598026" y="2782424"/>
                  </a:lnTo>
                  <a:lnTo>
                    <a:pt x="2598171" y="2782424"/>
                  </a:lnTo>
                  <a:lnTo>
                    <a:pt x="2598317" y="2782424"/>
                  </a:lnTo>
                  <a:lnTo>
                    <a:pt x="2598462" y="2782424"/>
                  </a:lnTo>
                  <a:lnTo>
                    <a:pt x="2598608" y="2782424"/>
                  </a:lnTo>
                  <a:lnTo>
                    <a:pt x="2598753" y="2782424"/>
                  </a:lnTo>
                  <a:lnTo>
                    <a:pt x="2598899" y="2782424"/>
                  </a:lnTo>
                  <a:lnTo>
                    <a:pt x="2599044" y="2782424"/>
                  </a:lnTo>
                  <a:lnTo>
                    <a:pt x="2599189" y="2782424"/>
                  </a:lnTo>
                  <a:lnTo>
                    <a:pt x="2599335" y="2782424"/>
                  </a:lnTo>
                  <a:lnTo>
                    <a:pt x="2599480" y="2782424"/>
                  </a:lnTo>
                  <a:lnTo>
                    <a:pt x="2599626" y="2782424"/>
                  </a:lnTo>
                  <a:lnTo>
                    <a:pt x="2599771" y="2782424"/>
                  </a:lnTo>
                  <a:lnTo>
                    <a:pt x="2599916" y="2782424"/>
                  </a:lnTo>
                  <a:lnTo>
                    <a:pt x="2599916" y="2781800"/>
                  </a:lnTo>
                  <a:lnTo>
                    <a:pt x="2600062" y="2781800"/>
                  </a:lnTo>
                  <a:lnTo>
                    <a:pt x="2600207" y="2781800"/>
                  </a:lnTo>
                  <a:lnTo>
                    <a:pt x="2600353" y="2781800"/>
                  </a:lnTo>
                  <a:lnTo>
                    <a:pt x="2600498" y="2781800"/>
                  </a:lnTo>
                  <a:lnTo>
                    <a:pt x="2600644" y="2781800"/>
                  </a:lnTo>
                  <a:lnTo>
                    <a:pt x="2600789" y="2781800"/>
                  </a:lnTo>
                  <a:lnTo>
                    <a:pt x="2600934" y="2781800"/>
                  </a:lnTo>
                  <a:lnTo>
                    <a:pt x="2601080" y="2781800"/>
                  </a:lnTo>
                  <a:lnTo>
                    <a:pt x="2601225" y="2781800"/>
                  </a:lnTo>
                  <a:lnTo>
                    <a:pt x="2601371" y="2781800"/>
                  </a:lnTo>
                  <a:lnTo>
                    <a:pt x="2601516" y="2781800"/>
                  </a:lnTo>
                  <a:lnTo>
                    <a:pt x="2601662" y="2781800"/>
                  </a:lnTo>
                  <a:lnTo>
                    <a:pt x="2601807" y="2781800"/>
                  </a:lnTo>
                  <a:lnTo>
                    <a:pt x="2601952" y="2781800"/>
                  </a:lnTo>
                  <a:lnTo>
                    <a:pt x="2602098" y="2781800"/>
                  </a:lnTo>
                  <a:lnTo>
                    <a:pt x="2602243" y="2781800"/>
                  </a:lnTo>
                  <a:lnTo>
                    <a:pt x="2602389" y="2781800"/>
                  </a:lnTo>
                  <a:lnTo>
                    <a:pt x="2602389" y="2781177"/>
                  </a:lnTo>
                  <a:lnTo>
                    <a:pt x="2602534" y="2781177"/>
                  </a:lnTo>
                  <a:lnTo>
                    <a:pt x="2602680" y="2781177"/>
                  </a:lnTo>
                  <a:lnTo>
                    <a:pt x="2602825" y="2781177"/>
                  </a:lnTo>
                  <a:lnTo>
                    <a:pt x="2602970" y="2781177"/>
                  </a:lnTo>
                  <a:lnTo>
                    <a:pt x="2603116" y="2781177"/>
                  </a:lnTo>
                  <a:lnTo>
                    <a:pt x="2603116" y="2780553"/>
                  </a:lnTo>
                  <a:lnTo>
                    <a:pt x="2603261" y="2780553"/>
                  </a:lnTo>
                  <a:lnTo>
                    <a:pt x="2603407" y="2780553"/>
                  </a:lnTo>
                  <a:lnTo>
                    <a:pt x="2603552" y="2780553"/>
                  </a:lnTo>
                  <a:lnTo>
                    <a:pt x="2603698" y="2780553"/>
                  </a:lnTo>
                  <a:lnTo>
                    <a:pt x="2603843" y="2780553"/>
                  </a:lnTo>
                  <a:lnTo>
                    <a:pt x="2603988" y="2780553"/>
                  </a:lnTo>
                  <a:lnTo>
                    <a:pt x="2603988" y="2779929"/>
                  </a:lnTo>
                  <a:lnTo>
                    <a:pt x="2603988" y="2779306"/>
                  </a:lnTo>
                  <a:lnTo>
                    <a:pt x="2604134" y="2779306"/>
                  </a:lnTo>
                  <a:lnTo>
                    <a:pt x="2604279" y="2779306"/>
                  </a:lnTo>
                  <a:lnTo>
                    <a:pt x="2604425" y="2779306"/>
                  </a:lnTo>
                  <a:lnTo>
                    <a:pt x="2604425" y="2778682"/>
                  </a:lnTo>
                  <a:lnTo>
                    <a:pt x="2604570" y="2778682"/>
                  </a:lnTo>
                  <a:lnTo>
                    <a:pt x="2604716" y="2778682"/>
                  </a:lnTo>
                  <a:lnTo>
                    <a:pt x="2604861" y="2778682"/>
                  </a:lnTo>
                  <a:lnTo>
                    <a:pt x="2605006" y="2778682"/>
                  </a:lnTo>
                  <a:lnTo>
                    <a:pt x="2605152" y="2778682"/>
                  </a:lnTo>
                  <a:lnTo>
                    <a:pt x="2605152" y="2778059"/>
                  </a:lnTo>
                  <a:lnTo>
                    <a:pt x="2605152" y="2777435"/>
                  </a:lnTo>
                  <a:lnTo>
                    <a:pt x="2605297" y="2777435"/>
                  </a:lnTo>
                  <a:lnTo>
                    <a:pt x="2605443" y="2777435"/>
                  </a:lnTo>
                  <a:lnTo>
                    <a:pt x="2605588" y="2777435"/>
                  </a:lnTo>
                  <a:lnTo>
                    <a:pt x="2605734" y="2777435"/>
                  </a:lnTo>
                  <a:lnTo>
                    <a:pt x="2605879" y="2777435"/>
                  </a:lnTo>
                  <a:lnTo>
                    <a:pt x="2605879" y="2776812"/>
                  </a:lnTo>
                  <a:lnTo>
                    <a:pt x="2606024" y="2776812"/>
                  </a:lnTo>
                  <a:lnTo>
                    <a:pt x="2606170" y="2776812"/>
                  </a:lnTo>
                  <a:lnTo>
                    <a:pt x="2606315" y="2776812"/>
                  </a:lnTo>
                  <a:lnTo>
                    <a:pt x="2606461" y="2776812"/>
                  </a:lnTo>
                  <a:lnTo>
                    <a:pt x="2606606" y="2776812"/>
                  </a:lnTo>
                  <a:lnTo>
                    <a:pt x="2606751" y="2776812"/>
                  </a:lnTo>
                  <a:lnTo>
                    <a:pt x="2606897" y="2776812"/>
                  </a:lnTo>
                  <a:lnTo>
                    <a:pt x="2607042" y="2776812"/>
                  </a:lnTo>
                  <a:lnTo>
                    <a:pt x="2607188" y="2776812"/>
                  </a:lnTo>
                  <a:lnTo>
                    <a:pt x="2607333" y="2776812"/>
                  </a:lnTo>
                  <a:lnTo>
                    <a:pt x="2607333" y="2776188"/>
                  </a:lnTo>
                  <a:lnTo>
                    <a:pt x="2607333" y="2775564"/>
                  </a:lnTo>
                  <a:lnTo>
                    <a:pt x="2607479" y="2775564"/>
                  </a:lnTo>
                  <a:lnTo>
                    <a:pt x="2607624" y="2775564"/>
                  </a:lnTo>
                  <a:lnTo>
                    <a:pt x="2607624" y="2774941"/>
                  </a:lnTo>
                  <a:lnTo>
                    <a:pt x="2607624" y="2774317"/>
                  </a:lnTo>
                  <a:lnTo>
                    <a:pt x="2607769" y="2774317"/>
                  </a:lnTo>
                  <a:lnTo>
                    <a:pt x="2607769" y="2773694"/>
                  </a:lnTo>
                  <a:lnTo>
                    <a:pt x="2607915" y="2773694"/>
                  </a:lnTo>
                  <a:lnTo>
                    <a:pt x="2608060" y="2773694"/>
                  </a:lnTo>
                  <a:lnTo>
                    <a:pt x="2608206" y="2773694"/>
                  </a:lnTo>
                  <a:lnTo>
                    <a:pt x="2608351" y="2773694"/>
                  </a:lnTo>
                  <a:lnTo>
                    <a:pt x="2608351" y="2773070"/>
                  </a:lnTo>
                  <a:lnTo>
                    <a:pt x="2608497" y="2773070"/>
                  </a:lnTo>
                  <a:lnTo>
                    <a:pt x="2608497" y="2772446"/>
                  </a:lnTo>
                  <a:lnTo>
                    <a:pt x="2608497" y="2771823"/>
                  </a:lnTo>
                  <a:lnTo>
                    <a:pt x="2608642" y="2771823"/>
                  </a:lnTo>
                  <a:lnTo>
                    <a:pt x="2608642" y="2771199"/>
                  </a:lnTo>
                  <a:lnTo>
                    <a:pt x="2608642" y="2770576"/>
                  </a:lnTo>
                  <a:lnTo>
                    <a:pt x="2608787" y="2770576"/>
                  </a:lnTo>
                  <a:lnTo>
                    <a:pt x="2608933" y="2770576"/>
                  </a:lnTo>
                  <a:lnTo>
                    <a:pt x="2608933" y="2769952"/>
                  </a:lnTo>
                  <a:lnTo>
                    <a:pt x="2608933" y="2769329"/>
                  </a:lnTo>
                  <a:lnTo>
                    <a:pt x="2609078" y="2769329"/>
                  </a:lnTo>
                  <a:lnTo>
                    <a:pt x="2609224" y="2769329"/>
                  </a:lnTo>
                  <a:lnTo>
                    <a:pt x="2609369" y="2769329"/>
                  </a:lnTo>
                  <a:lnTo>
                    <a:pt x="2609369" y="2768705"/>
                  </a:lnTo>
                  <a:lnTo>
                    <a:pt x="2609515" y="2768705"/>
                  </a:lnTo>
                  <a:lnTo>
                    <a:pt x="2609660" y="2768705"/>
                  </a:lnTo>
                  <a:lnTo>
                    <a:pt x="2609805" y="2768705"/>
                  </a:lnTo>
                  <a:lnTo>
                    <a:pt x="2609951" y="2768705"/>
                  </a:lnTo>
                  <a:lnTo>
                    <a:pt x="2610096" y="2768705"/>
                  </a:lnTo>
                  <a:lnTo>
                    <a:pt x="2610242" y="2768705"/>
                  </a:lnTo>
                  <a:lnTo>
                    <a:pt x="2610387" y="2768705"/>
                  </a:lnTo>
                  <a:lnTo>
                    <a:pt x="2610533" y="2768705"/>
                  </a:lnTo>
                  <a:lnTo>
                    <a:pt x="2610678" y="2768705"/>
                  </a:lnTo>
                  <a:lnTo>
                    <a:pt x="2610823" y="2768705"/>
                  </a:lnTo>
                  <a:lnTo>
                    <a:pt x="2610969" y="2768705"/>
                  </a:lnTo>
                  <a:lnTo>
                    <a:pt x="2611114" y="2768705"/>
                  </a:lnTo>
                  <a:lnTo>
                    <a:pt x="2611260" y="2768705"/>
                  </a:lnTo>
                  <a:lnTo>
                    <a:pt x="2611260" y="2768081"/>
                  </a:lnTo>
                  <a:lnTo>
                    <a:pt x="2611405" y="2768081"/>
                  </a:lnTo>
                  <a:lnTo>
                    <a:pt x="2611405" y="2767458"/>
                  </a:lnTo>
                  <a:lnTo>
                    <a:pt x="2611551" y="2767458"/>
                  </a:lnTo>
                  <a:lnTo>
                    <a:pt x="2611696" y="2767458"/>
                  </a:lnTo>
                  <a:lnTo>
                    <a:pt x="2611696" y="2766834"/>
                  </a:lnTo>
                  <a:lnTo>
                    <a:pt x="2611841" y="2766834"/>
                  </a:lnTo>
                  <a:lnTo>
                    <a:pt x="2611841" y="2766211"/>
                  </a:lnTo>
                  <a:lnTo>
                    <a:pt x="2611987" y="2766211"/>
                  </a:lnTo>
                  <a:lnTo>
                    <a:pt x="2612132" y="2766211"/>
                  </a:lnTo>
                  <a:lnTo>
                    <a:pt x="2612278" y="2766211"/>
                  </a:lnTo>
                  <a:lnTo>
                    <a:pt x="2612423" y="2766211"/>
                  </a:lnTo>
                  <a:lnTo>
                    <a:pt x="2612569" y="2766211"/>
                  </a:lnTo>
                  <a:lnTo>
                    <a:pt x="2612714" y="2766211"/>
                  </a:lnTo>
                  <a:lnTo>
                    <a:pt x="2612859" y="2766211"/>
                  </a:lnTo>
                  <a:lnTo>
                    <a:pt x="2613005" y="2766211"/>
                  </a:lnTo>
                  <a:lnTo>
                    <a:pt x="2613150" y="2766211"/>
                  </a:lnTo>
                  <a:lnTo>
                    <a:pt x="2613150" y="2765587"/>
                  </a:lnTo>
                  <a:lnTo>
                    <a:pt x="2613296" y="2765587"/>
                  </a:lnTo>
                  <a:lnTo>
                    <a:pt x="2613441" y="2765587"/>
                  </a:lnTo>
                  <a:lnTo>
                    <a:pt x="2613586" y="2765587"/>
                  </a:lnTo>
                  <a:lnTo>
                    <a:pt x="2613732" y="2765587"/>
                  </a:lnTo>
                  <a:lnTo>
                    <a:pt x="2613877" y="2765587"/>
                  </a:lnTo>
                  <a:lnTo>
                    <a:pt x="2614023" y="2765587"/>
                  </a:lnTo>
                  <a:lnTo>
                    <a:pt x="2614168" y="2765587"/>
                  </a:lnTo>
                  <a:lnTo>
                    <a:pt x="2614314" y="2765587"/>
                  </a:lnTo>
                  <a:lnTo>
                    <a:pt x="2614459" y="2765587"/>
                  </a:lnTo>
                  <a:lnTo>
                    <a:pt x="2614604" y="2765587"/>
                  </a:lnTo>
                  <a:lnTo>
                    <a:pt x="2614604" y="2764964"/>
                  </a:lnTo>
                  <a:lnTo>
                    <a:pt x="2614604" y="2764340"/>
                  </a:lnTo>
                  <a:lnTo>
                    <a:pt x="2614604" y="2763716"/>
                  </a:lnTo>
                  <a:lnTo>
                    <a:pt x="2614750" y="2763716"/>
                  </a:lnTo>
                  <a:lnTo>
                    <a:pt x="2614895" y="2763716"/>
                  </a:lnTo>
                  <a:lnTo>
                    <a:pt x="2615041" y="2763716"/>
                  </a:lnTo>
                  <a:lnTo>
                    <a:pt x="2615041" y="2763093"/>
                  </a:lnTo>
                  <a:lnTo>
                    <a:pt x="2615186" y="2763093"/>
                  </a:lnTo>
                  <a:lnTo>
                    <a:pt x="2615332" y="2763093"/>
                  </a:lnTo>
                  <a:lnTo>
                    <a:pt x="2615477" y="2763093"/>
                  </a:lnTo>
                  <a:lnTo>
                    <a:pt x="2615622" y="2763093"/>
                  </a:lnTo>
                  <a:lnTo>
                    <a:pt x="2615768" y="2763093"/>
                  </a:lnTo>
                  <a:lnTo>
                    <a:pt x="2615913" y="2763093"/>
                  </a:lnTo>
                  <a:lnTo>
                    <a:pt x="2616059" y="2763093"/>
                  </a:lnTo>
                  <a:lnTo>
                    <a:pt x="2616204" y="2763093"/>
                  </a:lnTo>
                  <a:lnTo>
                    <a:pt x="2616350" y="2763093"/>
                  </a:lnTo>
                  <a:lnTo>
                    <a:pt x="2616495" y="2763093"/>
                  </a:lnTo>
                  <a:lnTo>
                    <a:pt x="2616640" y="2763093"/>
                  </a:lnTo>
                  <a:lnTo>
                    <a:pt x="2616786" y="2763093"/>
                  </a:lnTo>
                  <a:lnTo>
                    <a:pt x="2616931" y="2763093"/>
                  </a:lnTo>
                  <a:lnTo>
                    <a:pt x="2617077" y="2763093"/>
                  </a:lnTo>
                  <a:lnTo>
                    <a:pt x="2617222" y="2763093"/>
                  </a:lnTo>
                  <a:lnTo>
                    <a:pt x="2617368" y="2763093"/>
                  </a:lnTo>
                  <a:lnTo>
                    <a:pt x="2617513" y="2763093"/>
                  </a:lnTo>
                  <a:lnTo>
                    <a:pt x="2617513" y="2762469"/>
                  </a:lnTo>
                  <a:lnTo>
                    <a:pt x="2617658" y="2762469"/>
                  </a:lnTo>
                  <a:lnTo>
                    <a:pt x="2617804" y="2762469"/>
                  </a:lnTo>
                  <a:lnTo>
                    <a:pt x="2617804" y="2761846"/>
                  </a:lnTo>
                  <a:lnTo>
                    <a:pt x="2617949" y="2761846"/>
                  </a:lnTo>
                  <a:lnTo>
                    <a:pt x="2618095" y="2761846"/>
                  </a:lnTo>
                  <a:lnTo>
                    <a:pt x="2618240" y="2761846"/>
                  </a:lnTo>
                  <a:lnTo>
                    <a:pt x="2618386" y="2761846"/>
                  </a:lnTo>
                  <a:lnTo>
                    <a:pt x="2618531" y="2761846"/>
                  </a:lnTo>
                  <a:lnTo>
                    <a:pt x="2618676" y="2761846"/>
                  </a:lnTo>
                  <a:lnTo>
                    <a:pt x="2618822" y="2761846"/>
                  </a:lnTo>
                  <a:lnTo>
                    <a:pt x="2618967" y="2761846"/>
                  </a:lnTo>
                  <a:lnTo>
                    <a:pt x="2619113" y="2761846"/>
                  </a:lnTo>
                  <a:lnTo>
                    <a:pt x="2619258" y="2761846"/>
                  </a:lnTo>
                  <a:lnTo>
                    <a:pt x="2619258" y="2761222"/>
                  </a:lnTo>
                  <a:lnTo>
                    <a:pt x="2619404" y="2761222"/>
                  </a:lnTo>
                  <a:lnTo>
                    <a:pt x="2619549" y="2761222"/>
                  </a:lnTo>
                  <a:lnTo>
                    <a:pt x="2619694" y="2761222"/>
                  </a:lnTo>
                  <a:lnTo>
                    <a:pt x="2619840" y="2761222"/>
                  </a:lnTo>
                  <a:lnTo>
                    <a:pt x="2619840" y="2760598"/>
                  </a:lnTo>
                  <a:lnTo>
                    <a:pt x="2619985" y="2760598"/>
                  </a:lnTo>
                  <a:lnTo>
                    <a:pt x="2620131" y="2760598"/>
                  </a:lnTo>
                  <a:lnTo>
                    <a:pt x="2620276" y="2760598"/>
                  </a:lnTo>
                  <a:lnTo>
                    <a:pt x="2620421" y="2760598"/>
                  </a:lnTo>
                  <a:lnTo>
                    <a:pt x="2620567" y="2760598"/>
                  </a:lnTo>
                  <a:lnTo>
                    <a:pt x="2620712" y="2760598"/>
                  </a:lnTo>
                  <a:lnTo>
                    <a:pt x="2620712" y="2759975"/>
                  </a:lnTo>
                  <a:lnTo>
                    <a:pt x="2620858" y="2759975"/>
                  </a:lnTo>
                  <a:lnTo>
                    <a:pt x="2621003" y="2759975"/>
                  </a:lnTo>
                  <a:lnTo>
                    <a:pt x="2621003" y="2759351"/>
                  </a:lnTo>
                  <a:lnTo>
                    <a:pt x="2621149" y="2759351"/>
                  </a:lnTo>
                  <a:lnTo>
                    <a:pt x="2621294" y="2759351"/>
                  </a:lnTo>
                  <a:lnTo>
                    <a:pt x="2621294" y="2758728"/>
                  </a:lnTo>
                  <a:lnTo>
                    <a:pt x="2621294" y="2758104"/>
                  </a:lnTo>
                  <a:lnTo>
                    <a:pt x="2621294" y="2757481"/>
                  </a:lnTo>
                  <a:lnTo>
                    <a:pt x="2621439" y="2757481"/>
                  </a:lnTo>
                  <a:lnTo>
                    <a:pt x="2621439" y="2756857"/>
                  </a:lnTo>
                  <a:lnTo>
                    <a:pt x="2621585" y="2756857"/>
                  </a:lnTo>
                  <a:lnTo>
                    <a:pt x="2621585" y="2756233"/>
                  </a:lnTo>
                  <a:lnTo>
                    <a:pt x="2621730" y="2756233"/>
                  </a:lnTo>
                  <a:lnTo>
                    <a:pt x="2621876" y="2756233"/>
                  </a:lnTo>
                  <a:lnTo>
                    <a:pt x="2622021" y="2756233"/>
                  </a:lnTo>
                  <a:lnTo>
                    <a:pt x="2622021" y="2755610"/>
                  </a:lnTo>
                  <a:lnTo>
                    <a:pt x="2622021" y="2754986"/>
                  </a:lnTo>
                  <a:lnTo>
                    <a:pt x="2622167" y="2754986"/>
                  </a:lnTo>
                  <a:lnTo>
                    <a:pt x="2622167" y="2754363"/>
                  </a:lnTo>
                  <a:lnTo>
                    <a:pt x="2622312" y="2754363"/>
                  </a:lnTo>
                  <a:lnTo>
                    <a:pt x="2622457" y="2754363"/>
                  </a:lnTo>
                  <a:lnTo>
                    <a:pt x="2622603" y="2754363"/>
                  </a:lnTo>
                  <a:lnTo>
                    <a:pt x="2622748" y="2754363"/>
                  </a:lnTo>
                  <a:lnTo>
                    <a:pt x="2622894" y="2754363"/>
                  </a:lnTo>
                  <a:lnTo>
                    <a:pt x="2623039" y="2754363"/>
                  </a:lnTo>
                  <a:lnTo>
                    <a:pt x="2623185" y="2754363"/>
                  </a:lnTo>
                  <a:lnTo>
                    <a:pt x="2623185" y="2753739"/>
                  </a:lnTo>
                  <a:lnTo>
                    <a:pt x="2623330" y="2753739"/>
                  </a:lnTo>
                  <a:lnTo>
                    <a:pt x="2623475" y="2753739"/>
                  </a:lnTo>
                  <a:lnTo>
                    <a:pt x="2623621" y="2753739"/>
                  </a:lnTo>
                  <a:lnTo>
                    <a:pt x="2623766" y="2753739"/>
                  </a:lnTo>
                  <a:lnTo>
                    <a:pt x="2623912" y="2753739"/>
                  </a:lnTo>
                  <a:lnTo>
                    <a:pt x="2624057" y="2753739"/>
                  </a:lnTo>
                  <a:lnTo>
                    <a:pt x="2624203" y="2753739"/>
                  </a:lnTo>
                  <a:lnTo>
                    <a:pt x="2624348" y="2753739"/>
                  </a:lnTo>
                  <a:lnTo>
                    <a:pt x="2624493" y="2753739"/>
                  </a:lnTo>
                  <a:lnTo>
                    <a:pt x="2624639" y="2753739"/>
                  </a:lnTo>
                  <a:lnTo>
                    <a:pt x="2624639" y="2753115"/>
                  </a:lnTo>
                  <a:lnTo>
                    <a:pt x="2624784" y="2753115"/>
                  </a:lnTo>
                  <a:lnTo>
                    <a:pt x="2624930" y="2753115"/>
                  </a:lnTo>
                  <a:lnTo>
                    <a:pt x="2625075" y="2753115"/>
                  </a:lnTo>
                  <a:lnTo>
                    <a:pt x="2625075" y="2752492"/>
                  </a:lnTo>
                  <a:lnTo>
                    <a:pt x="2625221" y="2752492"/>
                  </a:lnTo>
                  <a:lnTo>
                    <a:pt x="2625366" y="2752492"/>
                  </a:lnTo>
                  <a:lnTo>
                    <a:pt x="2625511" y="2752492"/>
                  </a:lnTo>
                  <a:lnTo>
                    <a:pt x="2625657" y="2752492"/>
                  </a:lnTo>
                  <a:lnTo>
                    <a:pt x="2625802" y="2752492"/>
                  </a:lnTo>
                  <a:lnTo>
                    <a:pt x="2625948" y="2752492"/>
                  </a:lnTo>
                  <a:lnTo>
                    <a:pt x="2626093" y="2752492"/>
                  </a:lnTo>
                  <a:lnTo>
                    <a:pt x="2626239" y="2752492"/>
                  </a:lnTo>
                  <a:lnTo>
                    <a:pt x="2626239" y="2751868"/>
                  </a:lnTo>
                  <a:lnTo>
                    <a:pt x="2626384" y="2751868"/>
                  </a:lnTo>
                  <a:lnTo>
                    <a:pt x="2626529" y="2751868"/>
                  </a:lnTo>
                  <a:lnTo>
                    <a:pt x="2626675" y="2751868"/>
                  </a:lnTo>
                  <a:lnTo>
                    <a:pt x="2626820" y="2751868"/>
                  </a:lnTo>
                  <a:lnTo>
                    <a:pt x="2626820" y="2751245"/>
                  </a:lnTo>
                  <a:lnTo>
                    <a:pt x="2626966" y="2751245"/>
                  </a:lnTo>
                  <a:lnTo>
                    <a:pt x="2626966" y="2750621"/>
                  </a:lnTo>
                  <a:lnTo>
                    <a:pt x="2627111" y="2750621"/>
                  </a:lnTo>
                  <a:lnTo>
                    <a:pt x="2627111" y="2749998"/>
                  </a:lnTo>
                  <a:lnTo>
                    <a:pt x="2627256" y="2749998"/>
                  </a:lnTo>
                  <a:lnTo>
                    <a:pt x="2627402" y="2749998"/>
                  </a:lnTo>
                  <a:lnTo>
                    <a:pt x="2627402" y="2749374"/>
                  </a:lnTo>
                  <a:lnTo>
                    <a:pt x="2627547" y="2749374"/>
                  </a:lnTo>
                  <a:lnTo>
                    <a:pt x="2627693" y="2749374"/>
                  </a:lnTo>
                  <a:lnTo>
                    <a:pt x="2627838" y="2749374"/>
                  </a:lnTo>
                  <a:lnTo>
                    <a:pt x="2627984" y="2749374"/>
                  </a:lnTo>
                  <a:lnTo>
                    <a:pt x="2628129" y="2749374"/>
                  </a:lnTo>
                  <a:lnTo>
                    <a:pt x="2628274" y="2749374"/>
                  </a:lnTo>
                  <a:lnTo>
                    <a:pt x="2628274" y="2748750"/>
                  </a:lnTo>
                  <a:lnTo>
                    <a:pt x="2628420" y="2748750"/>
                  </a:lnTo>
                  <a:lnTo>
                    <a:pt x="2628565" y="2748750"/>
                  </a:lnTo>
                  <a:lnTo>
                    <a:pt x="2628711" y="2748750"/>
                  </a:lnTo>
                  <a:lnTo>
                    <a:pt x="2628856" y="2748750"/>
                  </a:lnTo>
                  <a:lnTo>
                    <a:pt x="2629002" y="2748750"/>
                  </a:lnTo>
                  <a:lnTo>
                    <a:pt x="2629147" y="2748750"/>
                  </a:lnTo>
                  <a:lnTo>
                    <a:pt x="2629292" y="2748750"/>
                  </a:lnTo>
                  <a:lnTo>
                    <a:pt x="2629438" y="2748750"/>
                  </a:lnTo>
                  <a:lnTo>
                    <a:pt x="2629583" y="2748750"/>
                  </a:lnTo>
                  <a:lnTo>
                    <a:pt x="2629729" y="2748750"/>
                  </a:lnTo>
                  <a:lnTo>
                    <a:pt x="2629874" y="2748750"/>
                  </a:lnTo>
                  <a:lnTo>
                    <a:pt x="2629874" y="2748127"/>
                  </a:lnTo>
                  <a:lnTo>
                    <a:pt x="2629874" y="2747503"/>
                  </a:lnTo>
                  <a:lnTo>
                    <a:pt x="2630020" y="2747503"/>
                  </a:lnTo>
                  <a:lnTo>
                    <a:pt x="2630165" y="2747503"/>
                  </a:lnTo>
                  <a:lnTo>
                    <a:pt x="2630310" y="2747503"/>
                  </a:lnTo>
                  <a:lnTo>
                    <a:pt x="2630456" y="2747503"/>
                  </a:lnTo>
                  <a:lnTo>
                    <a:pt x="2630601" y="2747503"/>
                  </a:lnTo>
                  <a:lnTo>
                    <a:pt x="2630747" y="2747503"/>
                  </a:lnTo>
                  <a:lnTo>
                    <a:pt x="2630892" y="2747503"/>
                  </a:lnTo>
                  <a:lnTo>
                    <a:pt x="2631038" y="2747503"/>
                  </a:lnTo>
                  <a:lnTo>
                    <a:pt x="2631183" y="2747503"/>
                  </a:lnTo>
                  <a:lnTo>
                    <a:pt x="2631328" y="2747503"/>
                  </a:lnTo>
                  <a:lnTo>
                    <a:pt x="2631474" y="2747503"/>
                  </a:lnTo>
                  <a:lnTo>
                    <a:pt x="2631619" y="2747503"/>
                  </a:lnTo>
                  <a:lnTo>
                    <a:pt x="2631765" y="2747503"/>
                  </a:lnTo>
                  <a:lnTo>
                    <a:pt x="2631910" y="2747503"/>
                  </a:lnTo>
                  <a:lnTo>
                    <a:pt x="2632056" y="2747503"/>
                  </a:lnTo>
                  <a:lnTo>
                    <a:pt x="2632201" y="2747503"/>
                  </a:lnTo>
                  <a:lnTo>
                    <a:pt x="2632346" y="2747503"/>
                  </a:lnTo>
                  <a:lnTo>
                    <a:pt x="2632492" y="2747503"/>
                  </a:lnTo>
                  <a:lnTo>
                    <a:pt x="2632492" y="2746880"/>
                  </a:lnTo>
                  <a:lnTo>
                    <a:pt x="2632637" y="2746880"/>
                  </a:lnTo>
                  <a:lnTo>
                    <a:pt x="2632783" y="2746880"/>
                  </a:lnTo>
                  <a:lnTo>
                    <a:pt x="2632783" y="2746256"/>
                  </a:lnTo>
                  <a:lnTo>
                    <a:pt x="2632783" y="2745632"/>
                  </a:lnTo>
                  <a:lnTo>
                    <a:pt x="2632928" y="2745632"/>
                  </a:lnTo>
                  <a:lnTo>
                    <a:pt x="2633074" y="2745632"/>
                  </a:lnTo>
                  <a:lnTo>
                    <a:pt x="2633219" y="2745632"/>
                  </a:lnTo>
                  <a:lnTo>
                    <a:pt x="2633364" y="2745632"/>
                  </a:lnTo>
                  <a:lnTo>
                    <a:pt x="2633510" y="2745632"/>
                  </a:lnTo>
                  <a:lnTo>
                    <a:pt x="2633655" y="2745632"/>
                  </a:lnTo>
                  <a:lnTo>
                    <a:pt x="2633801" y="2745632"/>
                  </a:lnTo>
                  <a:lnTo>
                    <a:pt x="2633946" y="2745632"/>
                  </a:lnTo>
                  <a:lnTo>
                    <a:pt x="2633946" y="2745009"/>
                  </a:lnTo>
                  <a:lnTo>
                    <a:pt x="2634091" y="2745009"/>
                  </a:lnTo>
                  <a:lnTo>
                    <a:pt x="2634237" y="2745009"/>
                  </a:lnTo>
                  <a:lnTo>
                    <a:pt x="2634382" y="2745009"/>
                  </a:lnTo>
                  <a:lnTo>
                    <a:pt x="2634528" y="2745009"/>
                  </a:lnTo>
                  <a:lnTo>
                    <a:pt x="2634673" y="2745009"/>
                  </a:lnTo>
                  <a:lnTo>
                    <a:pt x="2634819" y="2745009"/>
                  </a:lnTo>
                  <a:lnTo>
                    <a:pt x="2634964" y="2745009"/>
                  </a:lnTo>
                  <a:lnTo>
                    <a:pt x="2635109" y="2745009"/>
                  </a:lnTo>
                  <a:lnTo>
                    <a:pt x="2635255" y="2745009"/>
                  </a:lnTo>
                  <a:lnTo>
                    <a:pt x="2635400" y="2745009"/>
                  </a:lnTo>
                  <a:lnTo>
                    <a:pt x="2635546" y="2745009"/>
                  </a:lnTo>
                  <a:lnTo>
                    <a:pt x="2635691" y="2745009"/>
                  </a:lnTo>
                  <a:lnTo>
                    <a:pt x="2635691" y="2744385"/>
                  </a:lnTo>
                  <a:lnTo>
                    <a:pt x="2635837" y="2744385"/>
                  </a:lnTo>
                  <a:lnTo>
                    <a:pt x="2635982" y="2744385"/>
                  </a:lnTo>
                  <a:lnTo>
                    <a:pt x="2635982" y="2743762"/>
                  </a:lnTo>
                  <a:lnTo>
                    <a:pt x="2636127" y="2743762"/>
                  </a:lnTo>
                  <a:lnTo>
                    <a:pt x="2636127" y="2743138"/>
                  </a:lnTo>
                  <a:lnTo>
                    <a:pt x="2636273" y="2743138"/>
                  </a:lnTo>
                  <a:lnTo>
                    <a:pt x="2636418" y="2743138"/>
                  </a:lnTo>
                  <a:lnTo>
                    <a:pt x="2636564" y="2743138"/>
                  </a:lnTo>
                  <a:lnTo>
                    <a:pt x="2636709" y="2743138"/>
                  </a:lnTo>
                  <a:lnTo>
                    <a:pt x="2636709" y="2742515"/>
                  </a:lnTo>
                  <a:lnTo>
                    <a:pt x="2636855" y="2742515"/>
                  </a:lnTo>
                  <a:lnTo>
                    <a:pt x="2636855" y="2741891"/>
                  </a:lnTo>
                  <a:lnTo>
                    <a:pt x="2637000" y="2741891"/>
                  </a:lnTo>
                  <a:lnTo>
                    <a:pt x="2637145" y="2741891"/>
                  </a:lnTo>
                  <a:lnTo>
                    <a:pt x="2637291" y="2741891"/>
                  </a:lnTo>
                  <a:lnTo>
                    <a:pt x="2637436" y="2741891"/>
                  </a:lnTo>
                  <a:lnTo>
                    <a:pt x="2637582" y="2741891"/>
                  </a:lnTo>
                  <a:lnTo>
                    <a:pt x="2637582" y="2741267"/>
                  </a:lnTo>
                  <a:lnTo>
                    <a:pt x="2637582" y="2740644"/>
                  </a:lnTo>
                  <a:lnTo>
                    <a:pt x="2637727" y="2740644"/>
                  </a:lnTo>
                  <a:lnTo>
                    <a:pt x="2637873" y="2740644"/>
                  </a:lnTo>
                  <a:lnTo>
                    <a:pt x="2638018" y="2740644"/>
                  </a:lnTo>
                  <a:lnTo>
                    <a:pt x="2638163" y="2740644"/>
                  </a:lnTo>
                  <a:lnTo>
                    <a:pt x="2638309" y="2740644"/>
                  </a:lnTo>
                  <a:lnTo>
                    <a:pt x="2638454" y="2740644"/>
                  </a:lnTo>
                  <a:lnTo>
                    <a:pt x="2638454" y="2740020"/>
                  </a:lnTo>
                  <a:lnTo>
                    <a:pt x="2638600" y="2740020"/>
                  </a:lnTo>
                  <a:lnTo>
                    <a:pt x="2638745" y="2740020"/>
                  </a:lnTo>
                  <a:lnTo>
                    <a:pt x="2638891" y="2740020"/>
                  </a:lnTo>
                  <a:lnTo>
                    <a:pt x="2639036" y="2740020"/>
                  </a:lnTo>
                  <a:lnTo>
                    <a:pt x="2639181" y="2740020"/>
                  </a:lnTo>
                  <a:lnTo>
                    <a:pt x="2639327" y="2740020"/>
                  </a:lnTo>
                  <a:lnTo>
                    <a:pt x="2639472" y="2740020"/>
                  </a:lnTo>
                  <a:lnTo>
                    <a:pt x="2639618" y="2740020"/>
                  </a:lnTo>
                  <a:lnTo>
                    <a:pt x="2639618" y="2739397"/>
                  </a:lnTo>
                  <a:lnTo>
                    <a:pt x="2639763" y="2739397"/>
                  </a:lnTo>
                  <a:lnTo>
                    <a:pt x="2639908" y="2739397"/>
                  </a:lnTo>
                  <a:lnTo>
                    <a:pt x="2640054" y="2739397"/>
                  </a:lnTo>
                  <a:lnTo>
                    <a:pt x="2640054" y="2738773"/>
                  </a:lnTo>
                  <a:lnTo>
                    <a:pt x="2640054" y="2738149"/>
                  </a:lnTo>
                  <a:lnTo>
                    <a:pt x="2640199" y="2738149"/>
                  </a:lnTo>
                  <a:lnTo>
                    <a:pt x="2640345" y="2738149"/>
                  </a:lnTo>
                  <a:lnTo>
                    <a:pt x="2640490" y="2738149"/>
                  </a:lnTo>
                  <a:lnTo>
                    <a:pt x="2640636" y="2738149"/>
                  </a:lnTo>
                  <a:lnTo>
                    <a:pt x="2640781" y="2738149"/>
                  </a:lnTo>
                  <a:lnTo>
                    <a:pt x="2640926" y="2738149"/>
                  </a:lnTo>
                  <a:lnTo>
                    <a:pt x="2641072" y="2738149"/>
                  </a:lnTo>
                  <a:lnTo>
                    <a:pt x="2641217" y="2738149"/>
                  </a:lnTo>
                  <a:lnTo>
                    <a:pt x="2641363" y="2738149"/>
                  </a:lnTo>
                  <a:lnTo>
                    <a:pt x="2641508" y="2738149"/>
                  </a:lnTo>
                  <a:lnTo>
                    <a:pt x="2641654" y="2738149"/>
                  </a:lnTo>
                  <a:lnTo>
                    <a:pt x="2641799" y="2738149"/>
                  </a:lnTo>
                  <a:lnTo>
                    <a:pt x="2641799" y="2737526"/>
                  </a:lnTo>
                  <a:lnTo>
                    <a:pt x="2641944" y="2737526"/>
                  </a:lnTo>
                  <a:lnTo>
                    <a:pt x="2641944" y="2736902"/>
                  </a:lnTo>
                  <a:lnTo>
                    <a:pt x="2641944" y="2736279"/>
                  </a:lnTo>
                  <a:lnTo>
                    <a:pt x="2642090" y="2736279"/>
                  </a:lnTo>
                  <a:lnTo>
                    <a:pt x="2642090" y="2735655"/>
                  </a:lnTo>
                  <a:lnTo>
                    <a:pt x="2642235" y="2735655"/>
                  </a:lnTo>
                  <a:lnTo>
                    <a:pt x="2642381" y="2735655"/>
                  </a:lnTo>
                  <a:lnTo>
                    <a:pt x="2642381" y="2735032"/>
                  </a:lnTo>
                  <a:lnTo>
                    <a:pt x="2642526" y="2735032"/>
                  </a:lnTo>
                  <a:lnTo>
                    <a:pt x="2642672" y="2735032"/>
                  </a:lnTo>
                  <a:lnTo>
                    <a:pt x="2642817" y="2735032"/>
                  </a:lnTo>
                  <a:lnTo>
                    <a:pt x="2642962" y="2735032"/>
                  </a:lnTo>
                  <a:lnTo>
                    <a:pt x="2643108" y="2735032"/>
                  </a:lnTo>
                  <a:lnTo>
                    <a:pt x="2643253" y="2735032"/>
                  </a:lnTo>
                  <a:lnTo>
                    <a:pt x="2643253" y="2734408"/>
                  </a:lnTo>
                  <a:lnTo>
                    <a:pt x="2643399" y="2734408"/>
                  </a:lnTo>
                  <a:lnTo>
                    <a:pt x="2643544" y="2734408"/>
                  </a:lnTo>
                  <a:lnTo>
                    <a:pt x="2643690" y="2734408"/>
                  </a:lnTo>
                  <a:lnTo>
                    <a:pt x="2643835" y="2734408"/>
                  </a:lnTo>
                  <a:lnTo>
                    <a:pt x="2643980" y="2734408"/>
                  </a:lnTo>
                  <a:lnTo>
                    <a:pt x="2644126" y="2734408"/>
                  </a:lnTo>
                  <a:lnTo>
                    <a:pt x="2644271" y="2734408"/>
                  </a:lnTo>
                  <a:lnTo>
                    <a:pt x="2644417" y="2734408"/>
                  </a:lnTo>
                  <a:lnTo>
                    <a:pt x="2644562" y="2734408"/>
                  </a:lnTo>
                  <a:lnTo>
                    <a:pt x="2644562" y="2733784"/>
                  </a:lnTo>
                  <a:lnTo>
                    <a:pt x="2644708" y="2733784"/>
                  </a:lnTo>
                  <a:lnTo>
                    <a:pt x="2644853" y="2733784"/>
                  </a:lnTo>
                  <a:lnTo>
                    <a:pt x="2644998" y="2733784"/>
                  </a:lnTo>
                  <a:lnTo>
                    <a:pt x="2645144" y="2733784"/>
                  </a:lnTo>
                  <a:lnTo>
                    <a:pt x="2645289" y="2733784"/>
                  </a:lnTo>
                  <a:lnTo>
                    <a:pt x="2645435" y="2733784"/>
                  </a:lnTo>
                  <a:lnTo>
                    <a:pt x="2645580" y="2733784"/>
                  </a:lnTo>
                  <a:lnTo>
                    <a:pt x="2645726" y="2733784"/>
                  </a:lnTo>
                  <a:lnTo>
                    <a:pt x="2645871" y="2733784"/>
                  </a:lnTo>
                  <a:lnTo>
                    <a:pt x="2646016" y="2733784"/>
                  </a:lnTo>
                  <a:lnTo>
                    <a:pt x="2646162" y="2733784"/>
                  </a:lnTo>
                  <a:lnTo>
                    <a:pt x="2646307" y="2733784"/>
                  </a:lnTo>
                  <a:lnTo>
                    <a:pt x="2646453" y="2733784"/>
                  </a:lnTo>
                  <a:lnTo>
                    <a:pt x="2646598" y="2733784"/>
                  </a:lnTo>
                  <a:lnTo>
                    <a:pt x="2646743" y="2733784"/>
                  </a:lnTo>
                  <a:lnTo>
                    <a:pt x="2646889" y="2733784"/>
                  </a:lnTo>
                  <a:lnTo>
                    <a:pt x="2647034" y="2733784"/>
                  </a:lnTo>
                  <a:lnTo>
                    <a:pt x="2647034" y="2733161"/>
                  </a:lnTo>
                  <a:lnTo>
                    <a:pt x="2647180" y="2733161"/>
                  </a:lnTo>
                  <a:lnTo>
                    <a:pt x="2647325" y="2733161"/>
                  </a:lnTo>
                  <a:lnTo>
                    <a:pt x="2647471" y="2733161"/>
                  </a:lnTo>
                  <a:lnTo>
                    <a:pt x="2647616" y="2733161"/>
                  </a:lnTo>
                  <a:lnTo>
                    <a:pt x="2647761" y="2733161"/>
                  </a:lnTo>
                  <a:lnTo>
                    <a:pt x="2647907" y="2733161"/>
                  </a:lnTo>
                  <a:lnTo>
                    <a:pt x="2647907" y="2732537"/>
                  </a:lnTo>
                  <a:lnTo>
                    <a:pt x="2648052" y="2732537"/>
                  </a:lnTo>
                  <a:lnTo>
                    <a:pt x="2648198" y="2732537"/>
                  </a:lnTo>
                  <a:lnTo>
                    <a:pt x="2648198" y="2731914"/>
                  </a:lnTo>
                  <a:lnTo>
                    <a:pt x="2648343" y="2731914"/>
                  </a:lnTo>
                  <a:lnTo>
                    <a:pt x="2648343" y="2731290"/>
                  </a:lnTo>
                  <a:lnTo>
                    <a:pt x="2648489" y="2731290"/>
                  </a:lnTo>
                  <a:lnTo>
                    <a:pt x="2648489" y="2730666"/>
                  </a:lnTo>
                  <a:lnTo>
                    <a:pt x="2648634" y="2730666"/>
                  </a:lnTo>
                  <a:lnTo>
                    <a:pt x="2648779" y="2730666"/>
                  </a:lnTo>
                  <a:lnTo>
                    <a:pt x="2648925" y="2730666"/>
                  </a:lnTo>
                  <a:lnTo>
                    <a:pt x="2649070" y="2730666"/>
                  </a:lnTo>
                  <a:lnTo>
                    <a:pt x="2649216" y="2730666"/>
                  </a:lnTo>
                  <a:lnTo>
                    <a:pt x="2649361" y="2730666"/>
                  </a:lnTo>
                  <a:lnTo>
                    <a:pt x="2649507" y="2730666"/>
                  </a:lnTo>
                  <a:lnTo>
                    <a:pt x="2649507" y="2730043"/>
                  </a:lnTo>
                  <a:lnTo>
                    <a:pt x="2649652" y="2730043"/>
                  </a:lnTo>
                  <a:lnTo>
                    <a:pt x="2649652" y="2729419"/>
                  </a:lnTo>
                  <a:lnTo>
                    <a:pt x="2649797" y="2729419"/>
                  </a:lnTo>
                  <a:lnTo>
                    <a:pt x="2649943" y="2729419"/>
                  </a:lnTo>
                  <a:lnTo>
                    <a:pt x="2650088" y="2729419"/>
                  </a:lnTo>
                  <a:lnTo>
                    <a:pt x="2650234" y="2729419"/>
                  </a:lnTo>
                  <a:lnTo>
                    <a:pt x="2650379" y="2729419"/>
                  </a:lnTo>
                  <a:lnTo>
                    <a:pt x="2650525" y="2729419"/>
                  </a:lnTo>
                  <a:lnTo>
                    <a:pt x="2650670" y="2729419"/>
                  </a:lnTo>
                  <a:lnTo>
                    <a:pt x="2650670" y="2728796"/>
                  </a:lnTo>
                  <a:lnTo>
                    <a:pt x="2650670" y="2728172"/>
                  </a:lnTo>
                  <a:lnTo>
                    <a:pt x="2650815" y="2728172"/>
                  </a:lnTo>
                  <a:lnTo>
                    <a:pt x="2650961" y="2728172"/>
                  </a:lnTo>
                  <a:lnTo>
                    <a:pt x="2651106" y="2728172"/>
                  </a:lnTo>
                  <a:lnTo>
                    <a:pt x="2651252" y="2728172"/>
                  </a:lnTo>
                  <a:lnTo>
                    <a:pt x="2651252" y="2727549"/>
                  </a:lnTo>
                  <a:lnTo>
                    <a:pt x="2651397" y="2727549"/>
                  </a:lnTo>
                  <a:lnTo>
                    <a:pt x="2651543" y="2727549"/>
                  </a:lnTo>
                  <a:lnTo>
                    <a:pt x="2651688" y="2727549"/>
                  </a:lnTo>
                  <a:lnTo>
                    <a:pt x="2651833" y="2727549"/>
                  </a:lnTo>
                  <a:lnTo>
                    <a:pt x="2651979" y="2727549"/>
                  </a:lnTo>
                  <a:lnTo>
                    <a:pt x="2652124" y="2727549"/>
                  </a:lnTo>
                  <a:lnTo>
                    <a:pt x="2652124" y="2726925"/>
                  </a:lnTo>
                  <a:lnTo>
                    <a:pt x="2652270" y="2726925"/>
                  </a:lnTo>
                  <a:lnTo>
                    <a:pt x="2652270" y="2726301"/>
                  </a:lnTo>
                  <a:lnTo>
                    <a:pt x="2652270" y="2725678"/>
                  </a:lnTo>
                  <a:lnTo>
                    <a:pt x="2652415" y="2725678"/>
                  </a:lnTo>
                  <a:lnTo>
                    <a:pt x="2652561" y="2725678"/>
                  </a:lnTo>
                  <a:lnTo>
                    <a:pt x="2652706" y="2725678"/>
                  </a:lnTo>
                  <a:lnTo>
                    <a:pt x="2652706" y="2725054"/>
                  </a:lnTo>
                  <a:lnTo>
                    <a:pt x="2652851" y="2725054"/>
                  </a:lnTo>
                  <a:lnTo>
                    <a:pt x="2652997" y="2725054"/>
                  </a:lnTo>
                  <a:lnTo>
                    <a:pt x="2653142" y="2725054"/>
                  </a:lnTo>
                  <a:lnTo>
                    <a:pt x="2653288" y="2725054"/>
                  </a:lnTo>
                  <a:lnTo>
                    <a:pt x="2653288" y="2724431"/>
                  </a:lnTo>
                  <a:lnTo>
                    <a:pt x="2653433" y="2724431"/>
                  </a:lnTo>
                  <a:lnTo>
                    <a:pt x="2653433" y="2723807"/>
                  </a:lnTo>
                  <a:lnTo>
                    <a:pt x="2653578" y="2723807"/>
                  </a:lnTo>
                  <a:lnTo>
                    <a:pt x="2653578" y="2723183"/>
                  </a:lnTo>
                  <a:lnTo>
                    <a:pt x="2653724" y="2723183"/>
                  </a:lnTo>
                  <a:lnTo>
                    <a:pt x="2653869" y="2723183"/>
                  </a:lnTo>
                  <a:lnTo>
                    <a:pt x="2654015" y="2723183"/>
                  </a:lnTo>
                  <a:lnTo>
                    <a:pt x="2654160" y="2723183"/>
                  </a:lnTo>
                  <a:lnTo>
                    <a:pt x="2654306" y="2723183"/>
                  </a:lnTo>
                  <a:lnTo>
                    <a:pt x="2654306" y="2722560"/>
                  </a:lnTo>
                  <a:lnTo>
                    <a:pt x="2654451" y="2722560"/>
                  </a:lnTo>
                  <a:lnTo>
                    <a:pt x="2654596" y="2722560"/>
                  </a:lnTo>
                  <a:lnTo>
                    <a:pt x="2654742" y="2722560"/>
                  </a:lnTo>
                  <a:lnTo>
                    <a:pt x="2654887" y="2722560"/>
                  </a:lnTo>
                  <a:lnTo>
                    <a:pt x="2655033" y="2722560"/>
                  </a:lnTo>
                  <a:lnTo>
                    <a:pt x="2655033" y="2721936"/>
                  </a:lnTo>
                  <a:lnTo>
                    <a:pt x="2655033" y="2721313"/>
                  </a:lnTo>
                  <a:lnTo>
                    <a:pt x="2655178" y="2721313"/>
                  </a:lnTo>
                  <a:lnTo>
                    <a:pt x="2655324" y="2721313"/>
                  </a:lnTo>
                  <a:lnTo>
                    <a:pt x="2655324" y="2720689"/>
                  </a:lnTo>
                  <a:lnTo>
                    <a:pt x="2655469" y="2720689"/>
                  </a:lnTo>
                  <a:lnTo>
                    <a:pt x="2655469" y="2720066"/>
                  </a:lnTo>
                  <a:lnTo>
                    <a:pt x="2655614" y="2720066"/>
                  </a:lnTo>
                  <a:lnTo>
                    <a:pt x="2655760" y="2720066"/>
                  </a:lnTo>
                  <a:lnTo>
                    <a:pt x="2655760" y="2719442"/>
                  </a:lnTo>
                  <a:lnTo>
                    <a:pt x="2655905" y="2719442"/>
                  </a:lnTo>
                  <a:lnTo>
                    <a:pt x="2656051" y="2719442"/>
                  </a:lnTo>
                  <a:lnTo>
                    <a:pt x="2656051" y="2718818"/>
                  </a:lnTo>
                  <a:lnTo>
                    <a:pt x="2656196" y="2718818"/>
                  </a:lnTo>
                  <a:lnTo>
                    <a:pt x="2656196" y="2718195"/>
                  </a:lnTo>
                  <a:lnTo>
                    <a:pt x="2656342" y="2718195"/>
                  </a:lnTo>
                  <a:lnTo>
                    <a:pt x="2656487" y="2718195"/>
                  </a:lnTo>
                  <a:lnTo>
                    <a:pt x="2656632" y="2718195"/>
                  </a:lnTo>
                  <a:lnTo>
                    <a:pt x="2656778" y="2718195"/>
                  </a:lnTo>
                  <a:lnTo>
                    <a:pt x="2656778" y="2717571"/>
                  </a:lnTo>
                  <a:lnTo>
                    <a:pt x="2656923" y="2717571"/>
                  </a:lnTo>
                  <a:lnTo>
                    <a:pt x="2657069" y="2717571"/>
                  </a:lnTo>
                  <a:lnTo>
                    <a:pt x="2657214" y="2717571"/>
                  </a:lnTo>
                  <a:lnTo>
                    <a:pt x="2657214" y="2716948"/>
                  </a:lnTo>
                  <a:lnTo>
                    <a:pt x="2657360" y="2716948"/>
                  </a:lnTo>
                  <a:lnTo>
                    <a:pt x="2657505" y="2716948"/>
                  </a:lnTo>
                  <a:lnTo>
                    <a:pt x="2657650" y="2716948"/>
                  </a:lnTo>
                  <a:lnTo>
                    <a:pt x="2657796" y="2716948"/>
                  </a:lnTo>
                  <a:lnTo>
                    <a:pt x="2657941" y="2716948"/>
                  </a:lnTo>
                  <a:lnTo>
                    <a:pt x="2658087" y="2716948"/>
                  </a:lnTo>
                  <a:lnTo>
                    <a:pt x="2658087" y="2716324"/>
                  </a:lnTo>
                  <a:lnTo>
                    <a:pt x="2658232" y="2716324"/>
                  </a:lnTo>
                  <a:lnTo>
                    <a:pt x="2658232" y="2715700"/>
                  </a:lnTo>
                  <a:lnTo>
                    <a:pt x="2658378" y="2715700"/>
                  </a:lnTo>
                  <a:lnTo>
                    <a:pt x="2658523" y="2715700"/>
                  </a:lnTo>
                  <a:lnTo>
                    <a:pt x="2658668" y="2715700"/>
                  </a:lnTo>
                  <a:lnTo>
                    <a:pt x="2658814" y="2715700"/>
                  </a:lnTo>
                  <a:lnTo>
                    <a:pt x="2658814" y="2715077"/>
                  </a:lnTo>
                  <a:lnTo>
                    <a:pt x="2658959" y="2715077"/>
                  </a:lnTo>
                  <a:lnTo>
                    <a:pt x="2659105" y="2715077"/>
                  </a:lnTo>
                  <a:lnTo>
                    <a:pt x="2659250" y="2715077"/>
                  </a:lnTo>
                  <a:lnTo>
                    <a:pt x="2659396" y="2715077"/>
                  </a:lnTo>
                  <a:lnTo>
                    <a:pt x="2659541" y="2715077"/>
                  </a:lnTo>
                  <a:lnTo>
                    <a:pt x="2659686" y="2715077"/>
                  </a:lnTo>
                  <a:lnTo>
                    <a:pt x="2659832" y="2715077"/>
                  </a:lnTo>
                  <a:lnTo>
                    <a:pt x="2659977" y="2715077"/>
                  </a:lnTo>
                  <a:lnTo>
                    <a:pt x="2660123" y="2715077"/>
                  </a:lnTo>
                  <a:lnTo>
                    <a:pt x="2660268" y="2715077"/>
                  </a:lnTo>
                  <a:lnTo>
                    <a:pt x="2660413" y="2715077"/>
                  </a:lnTo>
                  <a:lnTo>
                    <a:pt x="2660559" y="2715077"/>
                  </a:lnTo>
                  <a:lnTo>
                    <a:pt x="2660704" y="2715077"/>
                  </a:lnTo>
                  <a:lnTo>
                    <a:pt x="2660850" y="2715077"/>
                  </a:lnTo>
                  <a:lnTo>
                    <a:pt x="2660995" y="2715077"/>
                  </a:lnTo>
                  <a:lnTo>
                    <a:pt x="2661141" y="2715077"/>
                  </a:lnTo>
                  <a:lnTo>
                    <a:pt x="2661286" y="2715077"/>
                  </a:lnTo>
                  <a:lnTo>
                    <a:pt x="2661431" y="2715077"/>
                  </a:lnTo>
                  <a:lnTo>
                    <a:pt x="2661577" y="2715077"/>
                  </a:lnTo>
                  <a:lnTo>
                    <a:pt x="2661722" y="2715077"/>
                  </a:lnTo>
                  <a:lnTo>
                    <a:pt x="2661868" y="2715077"/>
                  </a:lnTo>
                  <a:lnTo>
                    <a:pt x="2662013" y="2715077"/>
                  </a:lnTo>
                  <a:lnTo>
                    <a:pt x="2662159" y="2715077"/>
                  </a:lnTo>
                  <a:lnTo>
                    <a:pt x="2662304" y="2715077"/>
                  </a:lnTo>
                  <a:lnTo>
                    <a:pt x="2662449" y="2715077"/>
                  </a:lnTo>
                  <a:lnTo>
                    <a:pt x="2662595" y="2715077"/>
                  </a:lnTo>
                  <a:lnTo>
                    <a:pt x="2662595" y="2714453"/>
                  </a:lnTo>
                  <a:lnTo>
                    <a:pt x="2662740" y="2714453"/>
                  </a:lnTo>
                  <a:lnTo>
                    <a:pt x="2662886" y="2714453"/>
                  </a:lnTo>
                  <a:lnTo>
                    <a:pt x="2663031" y="2714453"/>
                  </a:lnTo>
                  <a:lnTo>
                    <a:pt x="2663177" y="2714453"/>
                  </a:lnTo>
                  <a:lnTo>
                    <a:pt x="2663322" y="2714453"/>
                  </a:lnTo>
                  <a:lnTo>
                    <a:pt x="2663467" y="2714453"/>
                  </a:lnTo>
                  <a:lnTo>
                    <a:pt x="2663613" y="2714453"/>
                  </a:lnTo>
                  <a:lnTo>
                    <a:pt x="2663758" y="2714453"/>
                  </a:lnTo>
                  <a:lnTo>
                    <a:pt x="2663904" y="2714453"/>
                  </a:lnTo>
                  <a:lnTo>
                    <a:pt x="2664049" y="2714453"/>
                  </a:lnTo>
                  <a:lnTo>
                    <a:pt x="2664195" y="2714453"/>
                  </a:lnTo>
                  <a:lnTo>
                    <a:pt x="2664340" y="2714453"/>
                  </a:lnTo>
                  <a:lnTo>
                    <a:pt x="2664485" y="2714453"/>
                  </a:lnTo>
                  <a:lnTo>
                    <a:pt x="2664631" y="2714453"/>
                  </a:lnTo>
                  <a:lnTo>
                    <a:pt x="2664776" y="2714453"/>
                  </a:lnTo>
                  <a:lnTo>
                    <a:pt x="2664922" y="2714453"/>
                  </a:lnTo>
                  <a:lnTo>
                    <a:pt x="2665067" y="2714453"/>
                  </a:lnTo>
                  <a:lnTo>
                    <a:pt x="2665067" y="2713830"/>
                  </a:lnTo>
                  <a:lnTo>
                    <a:pt x="2665067" y="2713206"/>
                  </a:lnTo>
                  <a:lnTo>
                    <a:pt x="2665213" y="2713206"/>
                  </a:lnTo>
                  <a:lnTo>
                    <a:pt x="2665358" y="2713206"/>
                  </a:lnTo>
                  <a:lnTo>
                    <a:pt x="2665503" y="2713206"/>
                  </a:lnTo>
                  <a:lnTo>
                    <a:pt x="2665649" y="2713206"/>
                  </a:lnTo>
                  <a:lnTo>
                    <a:pt x="2665794" y="2713206"/>
                  </a:lnTo>
                  <a:lnTo>
                    <a:pt x="2665940" y="2713206"/>
                  </a:lnTo>
                  <a:lnTo>
                    <a:pt x="2666085" y="2713206"/>
                  </a:lnTo>
                  <a:lnTo>
                    <a:pt x="2666085" y="2712583"/>
                  </a:lnTo>
                  <a:lnTo>
                    <a:pt x="2666085" y="2711959"/>
                  </a:lnTo>
                  <a:lnTo>
                    <a:pt x="2666085" y="2711335"/>
                  </a:lnTo>
                  <a:lnTo>
                    <a:pt x="2666085" y="2710712"/>
                  </a:lnTo>
                  <a:lnTo>
                    <a:pt x="2666231" y="2710712"/>
                  </a:lnTo>
                  <a:lnTo>
                    <a:pt x="2666376" y="2710712"/>
                  </a:lnTo>
                  <a:lnTo>
                    <a:pt x="2666521" y="2710712"/>
                  </a:lnTo>
                  <a:lnTo>
                    <a:pt x="2666667" y="2710712"/>
                  </a:lnTo>
                  <a:lnTo>
                    <a:pt x="2666812" y="2710712"/>
                  </a:lnTo>
                  <a:lnTo>
                    <a:pt x="2666958" y="2710712"/>
                  </a:lnTo>
                  <a:lnTo>
                    <a:pt x="2667103" y="2710712"/>
                  </a:lnTo>
                  <a:lnTo>
                    <a:pt x="2667248" y="2710712"/>
                  </a:lnTo>
                  <a:lnTo>
                    <a:pt x="2667394" y="2710712"/>
                  </a:lnTo>
                  <a:lnTo>
                    <a:pt x="2667539" y="2710712"/>
                  </a:lnTo>
                  <a:lnTo>
                    <a:pt x="2667685" y="2710712"/>
                  </a:lnTo>
                  <a:lnTo>
                    <a:pt x="2667830" y="2710712"/>
                  </a:lnTo>
                  <a:lnTo>
                    <a:pt x="2667976" y="2710712"/>
                  </a:lnTo>
                  <a:lnTo>
                    <a:pt x="2667976" y="2710088"/>
                  </a:lnTo>
                  <a:lnTo>
                    <a:pt x="2668121" y="2710088"/>
                  </a:lnTo>
                  <a:lnTo>
                    <a:pt x="2668266" y="2710088"/>
                  </a:lnTo>
                  <a:lnTo>
                    <a:pt x="2668266" y="2709465"/>
                  </a:lnTo>
                  <a:lnTo>
                    <a:pt x="2668412" y="2709465"/>
                  </a:lnTo>
                  <a:lnTo>
                    <a:pt x="2668557" y="2709465"/>
                  </a:lnTo>
                  <a:lnTo>
                    <a:pt x="2668703" y="2709465"/>
                  </a:lnTo>
                  <a:lnTo>
                    <a:pt x="2668848" y="2709465"/>
                  </a:lnTo>
                  <a:lnTo>
                    <a:pt x="2668848" y="2708841"/>
                  </a:lnTo>
                  <a:lnTo>
                    <a:pt x="2668994" y="2708841"/>
                  </a:lnTo>
                  <a:lnTo>
                    <a:pt x="2669139" y="2708841"/>
                  </a:lnTo>
                  <a:lnTo>
                    <a:pt x="2669284" y="2708841"/>
                  </a:lnTo>
                  <a:lnTo>
                    <a:pt x="2669430" y="2708841"/>
                  </a:lnTo>
                  <a:lnTo>
                    <a:pt x="2669575" y="2708841"/>
                  </a:lnTo>
                  <a:lnTo>
                    <a:pt x="2669721" y="2708841"/>
                  </a:lnTo>
                  <a:lnTo>
                    <a:pt x="2669866" y="2708841"/>
                  </a:lnTo>
                  <a:lnTo>
                    <a:pt x="2670012" y="2708841"/>
                  </a:lnTo>
                  <a:lnTo>
                    <a:pt x="2670157" y="2708841"/>
                  </a:lnTo>
                  <a:lnTo>
                    <a:pt x="2670157" y="2708218"/>
                  </a:lnTo>
                  <a:lnTo>
                    <a:pt x="2670302" y="2708218"/>
                  </a:lnTo>
                  <a:lnTo>
                    <a:pt x="2670448" y="2708218"/>
                  </a:lnTo>
                  <a:lnTo>
                    <a:pt x="2670593" y="2708218"/>
                  </a:lnTo>
                  <a:lnTo>
                    <a:pt x="2670739" y="2708218"/>
                  </a:lnTo>
                  <a:lnTo>
                    <a:pt x="2670884" y="2708218"/>
                  </a:lnTo>
                  <a:lnTo>
                    <a:pt x="2671030" y="2708218"/>
                  </a:lnTo>
                  <a:lnTo>
                    <a:pt x="2671175" y="2708218"/>
                  </a:lnTo>
                  <a:lnTo>
                    <a:pt x="2671320" y="2708218"/>
                  </a:lnTo>
                  <a:lnTo>
                    <a:pt x="2671466" y="2708218"/>
                  </a:lnTo>
                  <a:lnTo>
                    <a:pt x="2671611" y="2708218"/>
                  </a:lnTo>
                  <a:lnTo>
                    <a:pt x="2671611" y="2707594"/>
                  </a:lnTo>
                  <a:lnTo>
                    <a:pt x="2671757" y="2707594"/>
                  </a:lnTo>
                  <a:lnTo>
                    <a:pt x="2671902" y="2707594"/>
                  </a:lnTo>
                  <a:lnTo>
                    <a:pt x="2672048" y="2707594"/>
                  </a:lnTo>
                  <a:lnTo>
                    <a:pt x="2672193" y="2707594"/>
                  </a:lnTo>
                  <a:lnTo>
                    <a:pt x="2672193" y="2706970"/>
                  </a:lnTo>
                  <a:lnTo>
                    <a:pt x="2672338" y="2706970"/>
                  </a:lnTo>
                  <a:lnTo>
                    <a:pt x="2672338" y="2706347"/>
                  </a:lnTo>
                  <a:lnTo>
                    <a:pt x="2672484" y="2706347"/>
                  </a:lnTo>
                  <a:lnTo>
                    <a:pt x="2672629" y="2706347"/>
                  </a:lnTo>
                  <a:lnTo>
                    <a:pt x="2672775" y="2706347"/>
                  </a:lnTo>
                  <a:lnTo>
                    <a:pt x="2672920" y="2706347"/>
                  </a:lnTo>
                  <a:lnTo>
                    <a:pt x="2673066" y="2706347"/>
                  </a:lnTo>
                  <a:lnTo>
                    <a:pt x="2673211" y="2706347"/>
                  </a:lnTo>
                  <a:lnTo>
                    <a:pt x="2673356" y="2706347"/>
                  </a:lnTo>
                  <a:lnTo>
                    <a:pt x="2673502" y="2706347"/>
                  </a:lnTo>
                  <a:lnTo>
                    <a:pt x="2673647" y="2706347"/>
                  </a:lnTo>
                  <a:lnTo>
                    <a:pt x="2673793" y="2706347"/>
                  </a:lnTo>
                  <a:lnTo>
                    <a:pt x="2673938" y="2706347"/>
                  </a:lnTo>
                  <a:lnTo>
                    <a:pt x="2673938" y="2705723"/>
                  </a:lnTo>
                  <a:lnTo>
                    <a:pt x="2674083" y="2705723"/>
                  </a:lnTo>
                  <a:lnTo>
                    <a:pt x="2674229" y="2705723"/>
                  </a:lnTo>
                  <a:lnTo>
                    <a:pt x="2674374" y="2705723"/>
                  </a:lnTo>
                  <a:lnTo>
                    <a:pt x="2674520" y="2705723"/>
                  </a:lnTo>
                  <a:lnTo>
                    <a:pt x="2674665" y="2705723"/>
                  </a:lnTo>
                  <a:lnTo>
                    <a:pt x="2674811" y="2705723"/>
                  </a:lnTo>
                  <a:lnTo>
                    <a:pt x="2674811" y="2705100"/>
                  </a:lnTo>
                  <a:lnTo>
                    <a:pt x="2674956" y="2705100"/>
                  </a:lnTo>
                  <a:lnTo>
                    <a:pt x="2675101" y="2705100"/>
                  </a:lnTo>
                  <a:lnTo>
                    <a:pt x="2675247" y="2705100"/>
                  </a:lnTo>
                  <a:lnTo>
                    <a:pt x="2675392" y="2705100"/>
                  </a:lnTo>
                  <a:lnTo>
                    <a:pt x="2675538" y="2705100"/>
                  </a:lnTo>
                  <a:lnTo>
                    <a:pt x="2675683" y="2705100"/>
                  </a:lnTo>
                  <a:lnTo>
                    <a:pt x="2675829" y="2705100"/>
                  </a:lnTo>
                  <a:lnTo>
                    <a:pt x="2675829" y="2704476"/>
                  </a:lnTo>
                  <a:lnTo>
                    <a:pt x="2675974" y="2704476"/>
                  </a:lnTo>
                  <a:lnTo>
                    <a:pt x="2676119" y="2704476"/>
                  </a:lnTo>
                  <a:lnTo>
                    <a:pt x="2676265" y="2704476"/>
                  </a:lnTo>
                  <a:lnTo>
                    <a:pt x="2676410" y="2704476"/>
                  </a:lnTo>
                  <a:lnTo>
                    <a:pt x="2676556" y="2704476"/>
                  </a:lnTo>
                  <a:lnTo>
                    <a:pt x="2676701" y="2704476"/>
                  </a:lnTo>
                  <a:lnTo>
                    <a:pt x="2676847" y="2704476"/>
                  </a:lnTo>
                  <a:lnTo>
                    <a:pt x="2676992" y="2704476"/>
                  </a:lnTo>
                  <a:lnTo>
                    <a:pt x="2677137" y="2704476"/>
                  </a:lnTo>
                  <a:lnTo>
                    <a:pt x="2677283" y="2704476"/>
                  </a:lnTo>
                  <a:lnTo>
                    <a:pt x="2677428" y="2704476"/>
                  </a:lnTo>
                  <a:lnTo>
                    <a:pt x="2677574" y="2704476"/>
                  </a:lnTo>
                  <a:lnTo>
                    <a:pt x="2677719" y="2704476"/>
                  </a:lnTo>
                  <a:lnTo>
                    <a:pt x="2677865" y="2704476"/>
                  </a:lnTo>
                  <a:lnTo>
                    <a:pt x="2678010" y="2704476"/>
                  </a:lnTo>
                  <a:lnTo>
                    <a:pt x="2678010" y="2703852"/>
                  </a:lnTo>
                  <a:lnTo>
                    <a:pt x="2678155" y="2703852"/>
                  </a:lnTo>
                  <a:lnTo>
                    <a:pt x="2678155" y="2703229"/>
                  </a:lnTo>
                  <a:lnTo>
                    <a:pt x="2678301" y="2703229"/>
                  </a:lnTo>
                  <a:lnTo>
                    <a:pt x="2678301" y="2702605"/>
                  </a:lnTo>
                  <a:lnTo>
                    <a:pt x="2678301" y="2701982"/>
                  </a:lnTo>
                  <a:lnTo>
                    <a:pt x="2678446" y="2701982"/>
                  </a:lnTo>
                  <a:lnTo>
                    <a:pt x="2678446" y="2701358"/>
                  </a:lnTo>
                  <a:lnTo>
                    <a:pt x="2678592" y="2701358"/>
                  </a:lnTo>
                  <a:lnTo>
                    <a:pt x="2678592" y="2700735"/>
                  </a:lnTo>
                  <a:lnTo>
                    <a:pt x="2678592" y="2700111"/>
                  </a:lnTo>
                  <a:lnTo>
                    <a:pt x="2678737" y="2700111"/>
                  </a:lnTo>
                  <a:lnTo>
                    <a:pt x="2678737" y="2699487"/>
                  </a:lnTo>
                  <a:lnTo>
                    <a:pt x="2678883" y="2699487"/>
                  </a:lnTo>
                  <a:lnTo>
                    <a:pt x="2679028" y="2699487"/>
                  </a:lnTo>
                  <a:lnTo>
                    <a:pt x="2679173" y="2699487"/>
                  </a:lnTo>
                  <a:lnTo>
                    <a:pt x="2679319" y="2699487"/>
                  </a:lnTo>
                  <a:lnTo>
                    <a:pt x="2679319" y="2698864"/>
                  </a:lnTo>
                  <a:lnTo>
                    <a:pt x="2679319" y="2698240"/>
                  </a:lnTo>
                  <a:lnTo>
                    <a:pt x="2679464" y="2698240"/>
                  </a:lnTo>
                  <a:lnTo>
                    <a:pt x="2679610" y="2698240"/>
                  </a:lnTo>
                  <a:lnTo>
                    <a:pt x="2679755" y="2698240"/>
                  </a:lnTo>
                  <a:lnTo>
                    <a:pt x="2679901" y="2698240"/>
                  </a:lnTo>
                  <a:lnTo>
                    <a:pt x="2680046" y="2698240"/>
                  </a:lnTo>
                  <a:lnTo>
                    <a:pt x="2680191" y="2698240"/>
                  </a:lnTo>
                  <a:lnTo>
                    <a:pt x="2680337" y="2698240"/>
                  </a:lnTo>
                  <a:lnTo>
                    <a:pt x="2680482" y="2698240"/>
                  </a:lnTo>
                  <a:lnTo>
                    <a:pt x="2680628" y="2698240"/>
                  </a:lnTo>
                  <a:lnTo>
                    <a:pt x="2680773" y="2698240"/>
                  </a:lnTo>
                  <a:lnTo>
                    <a:pt x="2680918" y="2698240"/>
                  </a:lnTo>
                  <a:lnTo>
                    <a:pt x="2681064" y="2698240"/>
                  </a:lnTo>
                  <a:lnTo>
                    <a:pt x="2681209" y="2698240"/>
                  </a:lnTo>
                  <a:lnTo>
                    <a:pt x="2681355" y="2698240"/>
                  </a:lnTo>
                  <a:lnTo>
                    <a:pt x="2681500" y="2698240"/>
                  </a:lnTo>
                  <a:lnTo>
                    <a:pt x="2681646" y="2698240"/>
                  </a:lnTo>
                  <a:lnTo>
                    <a:pt x="2681791" y="2698240"/>
                  </a:lnTo>
                  <a:lnTo>
                    <a:pt x="2681936" y="2698240"/>
                  </a:lnTo>
                  <a:lnTo>
                    <a:pt x="2682082" y="2698240"/>
                  </a:lnTo>
                  <a:lnTo>
                    <a:pt x="2682227" y="2698240"/>
                  </a:lnTo>
                  <a:lnTo>
                    <a:pt x="2682373" y="2698240"/>
                  </a:lnTo>
                  <a:lnTo>
                    <a:pt x="2682373" y="2697617"/>
                  </a:lnTo>
                  <a:lnTo>
                    <a:pt x="2682518" y="2697617"/>
                  </a:lnTo>
                  <a:lnTo>
                    <a:pt x="2682664" y="2697617"/>
                  </a:lnTo>
                  <a:lnTo>
                    <a:pt x="2682664" y="2696993"/>
                  </a:lnTo>
                  <a:lnTo>
                    <a:pt x="2682809" y="2696993"/>
                  </a:lnTo>
                  <a:lnTo>
                    <a:pt x="2682809" y="2696369"/>
                  </a:lnTo>
                  <a:lnTo>
                    <a:pt x="2682954" y="2696369"/>
                  </a:lnTo>
                  <a:lnTo>
                    <a:pt x="2683100" y="2696369"/>
                  </a:lnTo>
                  <a:lnTo>
                    <a:pt x="2683245" y="2696369"/>
                  </a:lnTo>
                  <a:lnTo>
                    <a:pt x="2683245" y="2695746"/>
                  </a:lnTo>
                  <a:lnTo>
                    <a:pt x="2683391" y="2695746"/>
                  </a:lnTo>
                  <a:lnTo>
                    <a:pt x="2683536" y="2695746"/>
                  </a:lnTo>
                  <a:lnTo>
                    <a:pt x="2683536" y="2695122"/>
                  </a:lnTo>
                  <a:lnTo>
                    <a:pt x="2683682" y="2695122"/>
                  </a:lnTo>
                  <a:lnTo>
                    <a:pt x="2683682" y="2694499"/>
                  </a:lnTo>
                  <a:lnTo>
                    <a:pt x="2683827" y="2694499"/>
                  </a:lnTo>
                  <a:lnTo>
                    <a:pt x="2683972" y="2694499"/>
                  </a:lnTo>
                  <a:lnTo>
                    <a:pt x="2683972" y="2693875"/>
                  </a:lnTo>
                  <a:lnTo>
                    <a:pt x="2684118" y="2693875"/>
                  </a:lnTo>
                  <a:lnTo>
                    <a:pt x="2684263" y="2693875"/>
                  </a:lnTo>
                  <a:lnTo>
                    <a:pt x="2684409" y="2693875"/>
                  </a:lnTo>
                  <a:lnTo>
                    <a:pt x="2684554" y="2693875"/>
                  </a:lnTo>
                  <a:lnTo>
                    <a:pt x="2684700" y="2693875"/>
                  </a:lnTo>
                  <a:lnTo>
                    <a:pt x="2684845" y="2693875"/>
                  </a:lnTo>
                  <a:lnTo>
                    <a:pt x="2684990" y="2693875"/>
                  </a:lnTo>
                  <a:lnTo>
                    <a:pt x="2685136" y="2693875"/>
                  </a:lnTo>
                  <a:lnTo>
                    <a:pt x="2685136" y="2693252"/>
                  </a:lnTo>
                  <a:lnTo>
                    <a:pt x="2685281" y="2693252"/>
                  </a:lnTo>
                  <a:lnTo>
                    <a:pt x="2685427" y="2693252"/>
                  </a:lnTo>
                  <a:lnTo>
                    <a:pt x="2685572" y="2693252"/>
                  </a:lnTo>
                  <a:lnTo>
                    <a:pt x="2685572" y="2692628"/>
                  </a:lnTo>
                  <a:lnTo>
                    <a:pt x="2685572" y="2692004"/>
                  </a:lnTo>
                  <a:lnTo>
                    <a:pt x="2685718" y="2692004"/>
                  </a:lnTo>
                  <a:lnTo>
                    <a:pt x="2685863" y="2692004"/>
                  </a:lnTo>
                  <a:lnTo>
                    <a:pt x="2686008" y="2692004"/>
                  </a:lnTo>
                  <a:lnTo>
                    <a:pt x="2686154" y="2692004"/>
                  </a:lnTo>
                  <a:lnTo>
                    <a:pt x="2686299" y="2692004"/>
                  </a:lnTo>
                  <a:lnTo>
                    <a:pt x="2686445" y="2692004"/>
                  </a:lnTo>
                  <a:lnTo>
                    <a:pt x="2686590" y="2692004"/>
                  </a:lnTo>
                  <a:lnTo>
                    <a:pt x="2686736" y="2692004"/>
                  </a:lnTo>
                  <a:lnTo>
                    <a:pt x="2686736" y="2691381"/>
                  </a:lnTo>
                  <a:lnTo>
                    <a:pt x="2686881" y="2691381"/>
                  </a:lnTo>
                  <a:lnTo>
                    <a:pt x="2687026" y="2691381"/>
                  </a:lnTo>
                  <a:lnTo>
                    <a:pt x="2687172" y="2691381"/>
                  </a:lnTo>
                  <a:lnTo>
                    <a:pt x="2687172" y="2690757"/>
                  </a:lnTo>
                  <a:lnTo>
                    <a:pt x="2687172" y="2690134"/>
                  </a:lnTo>
                  <a:lnTo>
                    <a:pt x="2687317" y="2690134"/>
                  </a:lnTo>
                  <a:lnTo>
                    <a:pt x="2687463" y="2690134"/>
                  </a:lnTo>
                  <a:lnTo>
                    <a:pt x="2687608" y="2690134"/>
                  </a:lnTo>
                  <a:lnTo>
                    <a:pt x="2687753" y="2690134"/>
                  </a:lnTo>
                  <a:lnTo>
                    <a:pt x="2687899" y="2690134"/>
                  </a:lnTo>
                  <a:lnTo>
                    <a:pt x="2688044" y="2690134"/>
                  </a:lnTo>
                  <a:lnTo>
                    <a:pt x="2688190" y="2690134"/>
                  </a:lnTo>
                  <a:lnTo>
                    <a:pt x="2688335" y="2690134"/>
                  </a:lnTo>
                  <a:lnTo>
                    <a:pt x="2688481" y="2690134"/>
                  </a:lnTo>
                  <a:lnTo>
                    <a:pt x="2688481" y="2689510"/>
                  </a:lnTo>
                  <a:lnTo>
                    <a:pt x="2688626" y="2689510"/>
                  </a:lnTo>
                  <a:lnTo>
                    <a:pt x="2688771" y="2689510"/>
                  </a:lnTo>
                  <a:lnTo>
                    <a:pt x="2688771" y="2688886"/>
                  </a:lnTo>
                  <a:lnTo>
                    <a:pt x="2688917" y="2688886"/>
                  </a:lnTo>
                  <a:lnTo>
                    <a:pt x="2689062" y="2688886"/>
                  </a:lnTo>
                  <a:lnTo>
                    <a:pt x="2689062" y="2688263"/>
                  </a:lnTo>
                  <a:lnTo>
                    <a:pt x="2689062" y="2687639"/>
                  </a:lnTo>
                  <a:lnTo>
                    <a:pt x="2689208" y="2687639"/>
                  </a:lnTo>
                  <a:lnTo>
                    <a:pt x="2689353" y="2687639"/>
                  </a:lnTo>
                  <a:lnTo>
                    <a:pt x="2689499" y="2687639"/>
                  </a:lnTo>
                  <a:lnTo>
                    <a:pt x="2689499" y="2687016"/>
                  </a:lnTo>
                  <a:lnTo>
                    <a:pt x="2689644" y="2687016"/>
                  </a:lnTo>
                  <a:lnTo>
                    <a:pt x="2689789" y="2687016"/>
                  </a:lnTo>
                  <a:lnTo>
                    <a:pt x="2689789" y="2686392"/>
                  </a:lnTo>
                  <a:lnTo>
                    <a:pt x="2689789" y="2685769"/>
                  </a:lnTo>
                  <a:lnTo>
                    <a:pt x="2689935" y="2685769"/>
                  </a:lnTo>
                  <a:lnTo>
                    <a:pt x="2690080" y="2685769"/>
                  </a:lnTo>
                  <a:lnTo>
                    <a:pt x="2690080" y="2685145"/>
                  </a:lnTo>
                  <a:lnTo>
                    <a:pt x="2690226" y="2685145"/>
                  </a:lnTo>
                  <a:lnTo>
                    <a:pt x="2690226" y="2684521"/>
                  </a:lnTo>
                  <a:lnTo>
                    <a:pt x="2690371" y="2684521"/>
                  </a:lnTo>
                  <a:lnTo>
                    <a:pt x="2690517" y="2684521"/>
                  </a:lnTo>
                  <a:lnTo>
                    <a:pt x="2690662" y="2684521"/>
                  </a:lnTo>
                  <a:lnTo>
                    <a:pt x="2690807" y="2684521"/>
                  </a:lnTo>
                  <a:lnTo>
                    <a:pt x="2690953" y="2684521"/>
                  </a:lnTo>
                  <a:lnTo>
                    <a:pt x="2691098" y="2684521"/>
                  </a:lnTo>
                  <a:lnTo>
                    <a:pt x="2691098" y="2683898"/>
                  </a:lnTo>
                  <a:lnTo>
                    <a:pt x="2691244" y="2683898"/>
                  </a:lnTo>
                  <a:lnTo>
                    <a:pt x="2691389" y="2683898"/>
                  </a:lnTo>
                  <a:lnTo>
                    <a:pt x="2691535" y="2683898"/>
                  </a:lnTo>
                  <a:lnTo>
                    <a:pt x="2691680" y="2683898"/>
                  </a:lnTo>
                  <a:lnTo>
                    <a:pt x="2691825" y="2683898"/>
                  </a:lnTo>
                  <a:lnTo>
                    <a:pt x="2691971" y="2683898"/>
                  </a:lnTo>
                  <a:lnTo>
                    <a:pt x="2692116" y="2683898"/>
                  </a:lnTo>
                  <a:lnTo>
                    <a:pt x="2692262" y="2683898"/>
                  </a:lnTo>
                  <a:lnTo>
                    <a:pt x="2692407" y="2683898"/>
                  </a:lnTo>
                  <a:lnTo>
                    <a:pt x="2692553" y="2683898"/>
                  </a:lnTo>
                  <a:lnTo>
                    <a:pt x="2692698" y="2683898"/>
                  </a:lnTo>
                  <a:lnTo>
                    <a:pt x="2692843" y="2683898"/>
                  </a:lnTo>
                  <a:lnTo>
                    <a:pt x="2692989" y="2683898"/>
                  </a:lnTo>
                  <a:lnTo>
                    <a:pt x="2693134" y="2683898"/>
                  </a:lnTo>
                  <a:lnTo>
                    <a:pt x="2693280" y="2683898"/>
                  </a:lnTo>
                  <a:lnTo>
                    <a:pt x="2693425" y="2683898"/>
                  </a:lnTo>
                  <a:lnTo>
                    <a:pt x="2693571" y="2683898"/>
                  </a:lnTo>
                  <a:lnTo>
                    <a:pt x="2693716" y="2683898"/>
                  </a:lnTo>
                  <a:lnTo>
                    <a:pt x="2693716" y="2683274"/>
                  </a:lnTo>
                  <a:lnTo>
                    <a:pt x="2693861" y="2683274"/>
                  </a:lnTo>
                  <a:lnTo>
                    <a:pt x="2694007" y="2683274"/>
                  </a:lnTo>
                  <a:lnTo>
                    <a:pt x="2694152" y="2683274"/>
                  </a:lnTo>
                  <a:lnTo>
                    <a:pt x="2694298" y="2683274"/>
                  </a:lnTo>
                  <a:lnTo>
                    <a:pt x="2694443" y="2683274"/>
                  </a:lnTo>
                  <a:lnTo>
                    <a:pt x="2694588" y="2683274"/>
                  </a:lnTo>
                  <a:lnTo>
                    <a:pt x="2694734" y="2683274"/>
                  </a:lnTo>
                  <a:lnTo>
                    <a:pt x="2694734" y="2682651"/>
                  </a:lnTo>
                  <a:lnTo>
                    <a:pt x="2694879" y="2682651"/>
                  </a:lnTo>
                  <a:lnTo>
                    <a:pt x="2695025" y="2682651"/>
                  </a:lnTo>
                  <a:lnTo>
                    <a:pt x="2695170" y="2682651"/>
                  </a:lnTo>
                  <a:lnTo>
                    <a:pt x="2695316" y="2682651"/>
                  </a:lnTo>
                  <a:lnTo>
                    <a:pt x="2695461" y="2682651"/>
                  </a:lnTo>
                  <a:lnTo>
                    <a:pt x="2695606" y="2682651"/>
                  </a:lnTo>
                  <a:lnTo>
                    <a:pt x="2695752" y="2682651"/>
                  </a:lnTo>
                  <a:lnTo>
                    <a:pt x="2695897" y="2682651"/>
                  </a:lnTo>
                  <a:lnTo>
                    <a:pt x="2696043" y="2682651"/>
                  </a:lnTo>
                  <a:lnTo>
                    <a:pt x="2696043" y="2682027"/>
                  </a:lnTo>
                  <a:lnTo>
                    <a:pt x="2696188" y="2682027"/>
                  </a:lnTo>
                  <a:lnTo>
                    <a:pt x="2696334" y="2682027"/>
                  </a:lnTo>
                  <a:lnTo>
                    <a:pt x="2696479" y="2682027"/>
                  </a:lnTo>
                  <a:lnTo>
                    <a:pt x="2696624" y="2682027"/>
                  </a:lnTo>
                  <a:lnTo>
                    <a:pt x="2696770" y="2682027"/>
                  </a:lnTo>
                  <a:lnTo>
                    <a:pt x="2696915" y="2682027"/>
                  </a:lnTo>
                  <a:lnTo>
                    <a:pt x="2697061" y="2682027"/>
                  </a:lnTo>
                  <a:lnTo>
                    <a:pt x="2697061" y="2681403"/>
                  </a:lnTo>
                  <a:lnTo>
                    <a:pt x="2697206" y="2681403"/>
                  </a:lnTo>
                  <a:lnTo>
                    <a:pt x="2697352" y="2681403"/>
                  </a:lnTo>
                  <a:lnTo>
                    <a:pt x="2697497" y="2681403"/>
                  </a:lnTo>
                  <a:lnTo>
                    <a:pt x="2697642" y="2681403"/>
                  </a:lnTo>
                  <a:lnTo>
                    <a:pt x="2697788" y="2681403"/>
                  </a:lnTo>
                  <a:lnTo>
                    <a:pt x="2697788" y="2680780"/>
                  </a:lnTo>
                  <a:lnTo>
                    <a:pt x="2697933" y="2680780"/>
                  </a:lnTo>
                  <a:lnTo>
                    <a:pt x="2698079" y="2680780"/>
                  </a:lnTo>
                  <a:lnTo>
                    <a:pt x="2698224" y="2680780"/>
                  </a:lnTo>
                  <a:lnTo>
                    <a:pt x="2698370" y="2680780"/>
                  </a:lnTo>
                  <a:lnTo>
                    <a:pt x="2698515" y="2680780"/>
                  </a:lnTo>
                  <a:lnTo>
                    <a:pt x="2698660" y="2680780"/>
                  </a:lnTo>
                  <a:lnTo>
                    <a:pt x="2698806" y="2680780"/>
                  </a:lnTo>
                  <a:lnTo>
                    <a:pt x="2698951" y="2680780"/>
                  </a:lnTo>
                  <a:lnTo>
                    <a:pt x="2698951" y="2680156"/>
                  </a:lnTo>
                  <a:lnTo>
                    <a:pt x="2699097" y="2680156"/>
                  </a:lnTo>
                  <a:lnTo>
                    <a:pt x="2699242" y="2680156"/>
                  </a:lnTo>
                  <a:lnTo>
                    <a:pt x="2699388" y="2680156"/>
                  </a:lnTo>
                  <a:lnTo>
                    <a:pt x="2699533" y="2680156"/>
                  </a:lnTo>
                  <a:lnTo>
                    <a:pt x="2699678" y="2680156"/>
                  </a:lnTo>
                  <a:lnTo>
                    <a:pt x="2699678" y="2679533"/>
                  </a:lnTo>
                  <a:lnTo>
                    <a:pt x="2699824" y="2679533"/>
                  </a:lnTo>
                  <a:lnTo>
                    <a:pt x="2699969" y="2679533"/>
                  </a:lnTo>
                  <a:lnTo>
                    <a:pt x="2700115" y="2679533"/>
                  </a:lnTo>
                  <a:lnTo>
                    <a:pt x="2700260" y="2679533"/>
                  </a:lnTo>
                  <a:lnTo>
                    <a:pt x="2700406" y="2679533"/>
                  </a:lnTo>
                  <a:lnTo>
                    <a:pt x="2700551" y="2679533"/>
                  </a:lnTo>
                  <a:lnTo>
                    <a:pt x="2700696" y="2679533"/>
                  </a:lnTo>
                  <a:lnTo>
                    <a:pt x="2700842" y="2679533"/>
                  </a:lnTo>
                  <a:lnTo>
                    <a:pt x="2700987" y="2679533"/>
                  </a:lnTo>
                  <a:lnTo>
                    <a:pt x="2701133" y="2679533"/>
                  </a:lnTo>
                  <a:lnTo>
                    <a:pt x="2701278" y="2679533"/>
                  </a:lnTo>
                  <a:lnTo>
                    <a:pt x="2701278" y="2678909"/>
                  </a:lnTo>
                  <a:lnTo>
                    <a:pt x="2701278" y="2678286"/>
                  </a:lnTo>
                  <a:lnTo>
                    <a:pt x="2701278" y="2677662"/>
                  </a:lnTo>
                  <a:lnTo>
                    <a:pt x="2701423" y="2677662"/>
                  </a:lnTo>
                  <a:lnTo>
                    <a:pt x="2701569" y="2677662"/>
                  </a:lnTo>
                  <a:lnTo>
                    <a:pt x="2701714" y="2677662"/>
                  </a:lnTo>
                  <a:lnTo>
                    <a:pt x="2701860" y="2677662"/>
                  </a:lnTo>
                  <a:lnTo>
                    <a:pt x="2702005" y="2677662"/>
                  </a:lnTo>
                  <a:lnTo>
                    <a:pt x="2702005" y="2677038"/>
                  </a:lnTo>
                  <a:lnTo>
                    <a:pt x="2702151" y="2677038"/>
                  </a:lnTo>
                  <a:lnTo>
                    <a:pt x="2702296" y="2677038"/>
                  </a:lnTo>
                  <a:lnTo>
                    <a:pt x="2702441" y="2677038"/>
                  </a:lnTo>
                  <a:lnTo>
                    <a:pt x="2702587" y="2677038"/>
                  </a:lnTo>
                  <a:lnTo>
                    <a:pt x="2702732" y="2677038"/>
                  </a:lnTo>
                  <a:lnTo>
                    <a:pt x="2702878" y="2677038"/>
                  </a:lnTo>
                  <a:lnTo>
                    <a:pt x="2702878" y="2676415"/>
                  </a:lnTo>
                  <a:lnTo>
                    <a:pt x="2702878" y="2675791"/>
                  </a:lnTo>
                  <a:lnTo>
                    <a:pt x="2703023" y="2675791"/>
                  </a:lnTo>
                  <a:lnTo>
                    <a:pt x="2703023" y="2675168"/>
                  </a:lnTo>
                  <a:lnTo>
                    <a:pt x="2703169" y="2675168"/>
                  </a:lnTo>
                  <a:lnTo>
                    <a:pt x="2703314" y="2675168"/>
                  </a:lnTo>
                  <a:lnTo>
                    <a:pt x="2703459" y="2675168"/>
                  </a:lnTo>
                  <a:lnTo>
                    <a:pt x="2703605" y="2675168"/>
                  </a:lnTo>
                  <a:lnTo>
                    <a:pt x="2703750" y="2675168"/>
                  </a:lnTo>
                  <a:lnTo>
                    <a:pt x="2703896" y="2675168"/>
                  </a:lnTo>
                  <a:lnTo>
                    <a:pt x="2704041" y="2675168"/>
                  </a:lnTo>
                  <a:lnTo>
                    <a:pt x="2704187" y="2675168"/>
                  </a:lnTo>
                  <a:lnTo>
                    <a:pt x="2704332" y="2675168"/>
                  </a:lnTo>
                  <a:lnTo>
                    <a:pt x="2704477" y="2675168"/>
                  </a:lnTo>
                  <a:lnTo>
                    <a:pt x="2704623" y="2675168"/>
                  </a:lnTo>
                  <a:lnTo>
                    <a:pt x="2704768" y="2675168"/>
                  </a:lnTo>
                  <a:lnTo>
                    <a:pt x="2704914" y="2675168"/>
                  </a:lnTo>
                  <a:lnTo>
                    <a:pt x="2704914" y="2674544"/>
                  </a:lnTo>
                  <a:lnTo>
                    <a:pt x="2705059" y="2674544"/>
                  </a:lnTo>
                  <a:lnTo>
                    <a:pt x="2705059" y="2673920"/>
                  </a:lnTo>
                  <a:lnTo>
                    <a:pt x="2705205" y="2673920"/>
                  </a:lnTo>
                  <a:lnTo>
                    <a:pt x="2705350" y="2673920"/>
                  </a:lnTo>
                  <a:lnTo>
                    <a:pt x="2705495" y="2673920"/>
                  </a:lnTo>
                  <a:lnTo>
                    <a:pt x="2705495" y="2673297"/>
                  </a:lnTo>
                  <a:lnTo>
                    <a:pt x="2705641" y="2673297"/>
                  </a:lnTo>
                  <a:lnTo>
                    <a:pt x="2705641" y="2672673"/>
                  </a:lnTo>
                  <a:lnTo>
                    <a:pt x="2705786" y="2672673"/>
                  </a:lnTo>
                  <a:lnTo>
                    <a:pt x="2705932" y="2672673"/>
                  </a:lnTo>
                  <a:lnTo>
                    <a:pt x="2706077" y="2672673"/>
                  </a:lnTo>
                  <a:lnTo>
                    <a:pt x="2706223" y="2672673"/>
                  </a:lnTo>
                  <a:lnTo>
                    <a:pt x="2706368" y="2672673"/>
                  </a:lnTo>
                  <a:lnTo>
                    <a:pt x="2706368" y="2672050"/>
                  </a:lnTo>
                  <a:lnTo>
                    <a:pt x="2706513" y="2672050"/>
                  </a:lnTo>
                  <a:lnTo>
                    <a:pt x="2706659" y="2672050"/>
                  </a:lnTo>
                  <a:lnTo>
                    <a:pt x="2706804" y="2672050"/>
                  </a:lnTo>
                  <a:lnTo>
                    <a:pt x="2706950" y="2672050"/>
                  </a:lnTo>
                  <a:lnTo>
                    <a:pt x="2706950" y="2671426"/>
                  </a:lnTo>
                  <a:lnTo>
                    <a:pt x="2707095" y="2671426"/>
                  </a:lnTo>
                  <a:lnTo>
                    <a:pt x="2707241" y="2671426"/>
                  </a:lnTo>
                  <a:lnTo>
                    <a:pt x="2707386" y="2671426"/>
                  </a:lnTo>
                  <a:lnTo>
                    <a:pt x="2707531" y="2671426"/>
                  </a:lnTo>
                  <a:lnTo>
                    <a:pt x="2707531" y="2670803"/>
                  </a:lnTo>
                  <a:lnTo>
                    <a:pt x="2707677" y="2670803"/>
                  </a:lnTo>
                  <a:lnTo>
                    <a:pt x="2707822" y="2670803"/>
                  </a:lnTo>
                  <a:lnTo>
                    <a:pt x="2707968" y="2670803"/>
                  </a:lnTo>
                  <a:lnTo>
                    <a:pt x="2708113" y="2670803"/>
                  </a:lnTo>
                  <a:lnTo>
                    <a:pt x="2708258" y="2670803"/>
                  </a:lnTo>
                  <a:lnTo>
                    <a:pt x="2708258" y="2670179"/>
                  </a:lnTo>
                  <a:lnTo>
                    <a:pt x="2708404" y="2670179"/>
                  </a:lnTo>
                  <a:lnTo>
                    <a:pt x="2708549" y="2670179"/>
                  </a:lnTo>
                  <a:lnTo>
                    <a:pt x="2708695" y="2670179"/>
                  </a:lnTo>
                  <a:lnTo>
                    <a:pt x="2708695" y="2669555"/>
                  </a:lnTo>
                  <a:lnTo>
                    <a:pt x="2708695" y="2668932"/>
                  </a:lnTo>
                  <a:lnTo>
                    <a:pt x="2708840" y="2668932"/>
                  </a:lnTo>
                  <a:lnTo>
                    <a:pt x="2708986" y="2668932"/>
                  </a:lnTo>
                  <a:lnTo>
                    <a:pt x="2708986" y="2668308"/>
                  </a:lnTo>
                  <a:lnTo>
                    <a:pt x="2709131" y="2668308"/>
                  </a:lnTo>
                  <a:lnTo>
                    <a:pt x="2709276" y="2668308"/>
                  </a:lnTo>
                  <a:lnTo>
                    <a:pt x="2709276" y="2667685"/>
                  </a:lnTo>
                  <a:lnTo>
                    <a:pt x="2709422" y="2667685"/>
                  </a:lnTo>
                  <a:lnTo>
                    <a:pt x="2709567" y="2667685"/>
                  </a:lnTo>
                  <a:lnTo>
                    <a:pt x="2709713" y="2667685"/>
                  </a:lnTo>
                  <a:lnTo>
                    <a:pt x="2709858" y="2667685"/>
                  </a:lnTo>
                  <a:lnTo>
                    <a:pt x="2710004" y="2667685"/>
                  </a:lnTo>
                  <a:lnTo>
                    <a:pt x="2710004" y="2667061"/>
                  </a:lnTo>
                  <a:lnTo>
                    <a:pt x="2710149" y="2667061"/>
                  </a:lnTo>
                  <a:lnTo>
                    <a:pt x="2710294" y="2667061"/>
                  </a:lnTo>
                  <a:lnTo>
                    <a:pt x="2710440" y="2667061"/>
                  </a:lnTo>
                  <a:lnTo>
                    <a:pt x="2710440" y="2666437"/>
                  </a:lnTo>
                  <a:lnTo>
                    <a:pt x="2710585" y="2666437"/>
                  </a:lnTo>
                  <a:lnTo>
                    <a:pt x="2710585" y="2665814"/>
                  </a:lnTo>
                  <a:lnTo>
                    <a:pt x="2710731" y="2665814"/>
                  </a:lnTo>
                  <a:lnTo>
                    <a:pt x="2710876" y="2665814"/>
                  </a:lnTo>
                  <a:lnTo>
                    <a:pt x="2711022" y="2665814"/>
                  </a:lnTo>
                  <a:lnTo>
                    <a:pt x="2711167" y="2665814"/>
                  </a:lnTo>
                  <a:lnTo>
                    <a:pt x="2711312" y="2665814"/>
                  </a:lnTo>
                  <a:lnTo>
                    <a:pt x="2711458" y="2665814"/>
                  </a:lnTo>
                  <a:lnTo>
                    <a:pt x="2711603" y="2665814"/>
                  </a:lnTo>
                  <a:lnTo>
                    <a:pt x="2711749" y="2665814"/>
                  </a:lnTo>
                  <a:lnTo>
                    <a:pt x="2711894" y="2665814"/>
                  </a:lnTo>
                  <a:lnTo>
                    <a:pt x="2712040" y="2665814"/>
                  </a:lnTo>
                  <a:lnTo>
                    <a:pt x="2712185" y="2665814"/>
                  </a:lnTo>
                  <a:lnTo>
                    <a:pt x="2712330" y="2665814"/>
                  </a:lnTo>
                  <a:lnTo>
                    <a:pt x="2712476" y="2665814"/>
                  </a:lnTo>
                  <a:lnTo>
                    <a:pt x="2712621" y="2665814"/>
                  </a:lnTo>
                  <a:lnTo>
                    <a:pt x="2712767" y="2665814"/>
                  </a:lnTo>
                  <a:lnTo>
                    <a:pt x="2712912" y="2665814"/>
                  </a:lnTo>
                  <a:lnTo>
                    <a:pt x="2713058" y="2665814"/>
                  </a:lnTo>
                  <a:lnTo>
                    <a:pt x="2713058" y="2665190"/>
                  </a:lnTo>
                  <a:lnTo>
                    <a:pt x="2713203" y="2665190"/>
                  </a:lnTo>
                  <a:lnTo>
                    <a:pt x="2713203" y="2664567"/>
                  </a:lnTo>
                  <a:lnTo>
                    <a:pt x="2713348" y="2664567"/>
                  </a:lnTo>
                  <a:lnTo>
                    <a:pt x="2713494" y="2664567"/>
                  </a:lnTo>
                  <a:lnTo>
                    <a:pt x="2713639" y="2664567"/>
                  </a:lnTo>
                  <a:lnTo>
                    <a:pt x="2713639" y="2663943"/>
                  </a:lnTo>
                  <a:lnTo>
                    <a:pt x="2713785" y="2663943"/>
                  </a:lnTo>
                  <a:lnTo>
                    <a:pt x="2713930" y="2663943"/>
                  </a:lnTo>
                  <a:lnTo>
                    <a:pt x="2713930" y="2663320"/>
                  </a:lnTo>
                  <a:lnTo>
                    <a:pt x="2714076" y="2663320"/>
                  </a:lnTo>
                  <a:lnTo>
                    <a:pt x="2714221" y="2663320"/>
                  </a:lnTo>
                  <a:lnTo>
                    <a:pt x="2714221" y="2662696"/>
                  </a:lnTo>
                  <a:lnTo>
                    <a:pt x="2714366" y="2662696"/>
                  </a:lnTo>
                  <a:lnTo>
                    <a:pt x="2714512" y="2662696"/>
                  </a:lnTo>
                  <a:lnTo>
                    <a:pt x="2714512" y="2662072"/>
                  </a:lnTo>
                  <a:lnTo>
                    <a:pt x="2714657" y="2662072"/>
                  </a:lnTo>
                  <a:lnTo>
                    <a:pt x="2714803" y="2662072"/>
                  </a:lnTo>
                  <a:lnTo>
                    <a:pt x="2714948" y="2662072"/>
                  </a:lnTo>
                  <a:lnTo>
                    <a:pt x="2715093" y="2662072"/>
                  </a:lnTo>
                  <a:lnTo>
                    <a:pt x="2715239" y="2662072"/>
                  </a:lnTo>
                  <a:lnTo>
                    <a:pt x="2715384" y="2662072"/>
                  </a:lnTo>
                  <a:lnTo>
                    <a:pt x="2715530" y="2662072"/>
                  </a:lnTo>
                  <a:lnTo>
                    <a:pt x="2715530" y="2661449"/>
                  </a:lnTo>
                  <a:lnTo>
                    <a:pt x="2715675" y="2661449"/>
                  </a:lnTo>
                  <a:lnTo>
                    <a:pt x="2715821" y="2661449"/>
                  </a:lnTo>
                  <a:lnTo>
                    <a:pt x="2715966" y="2661449"/>
                  </a:lnTo>
                  <a:lnTo>
                    <a:pt x="2716111" y="2661449"/>
                  </a:lnTo>
                  <a:lnTo>
                    <a:pt x="2716257" y="2661449"/>
                  </a:lnTo>
                  <a:lnTo>
                    <a:pt x="2716257" y="2660825"/>
                  </a:lnTo>
                  <a:lnTo>
                    <a:pt x="2716257" y="2660202"/>
                  </a:lnTo>
                  <a:lnTo>
                    <a:pt x="2716257" y="2659578"/>
                  </a:lnTo>
                  <a:lnTo>
                    <a:pt x="2716402" y="2659578"/>
                  </a:lnTo>
                  <a:lnTo>
                    <a:pt x="2716548" y="2659578"/>
                  </a:lnTo>
                  <a:lnTo>
                    <a:pt x="2716548" y="2658955"/>
                  </a:lnTo>
                  <a:lnTo>
                    <a:pt x="2716693" y="2658955"/>
                  </a:lnTo>
                  <a:lnTo>
                    <a:pt x="2716839" y="2658955"/>
                  </a:lnTo>
                  <a:lnTo>
                    <a:pt x="2716984" y="2658955"/>
                  </a:lnTo>
                  <a:lnTo>
                    <a:pt x="2717129" y="2658955"/>
                  </a:lnTo>
                  <a:lnTo>
                    <a:pt x="2717275" y="2658955"/>
                  </a:lnTo>
                  <a:lnTo>
                    <a:pt x="2717420" y="2658955"/>
                  </a:lnTo>
                  <a:lnTo>
                    <a:pt x="2717566" y="2658955"/>
                  </a:lnTo>
                  <a:lnTo>
                    <a:pt x="2717711" y="2658955"/>
                  </a:lnTo>
                  <a:lnTo>
                    <a:pt x="2717857" y="2658955"/>
                  </a:lnTo>
                  <a:lnTo>
                    <a:pt x="2718002" y="2658955"/>
                  </a:lnTo>
                  <a:lnTo>
                    <a:pt x="2718147" y="2658955"/>
                  </a:lnTo>
                  <a:lnTo>
                    <a:pt x="2718293" y="2658955"/>
                  </a:lnTo>
                  <a:lnTo>
                    <a:pt x="2718438" y="2658955"/>
                  </a:lnTo>
                  <a:lnTo>
                    <a:pt x="2718584" y="2658955"/>
                  </a:lnTo>
                  <a:lnTo>
                    <a:pt x="2718729" y="2658955"/>
                  </a:lnTo>
                  <a:lnTo>
                    <a:pt x="2718875" y="2658955"/>
                  </a:lnTo>
                  <a:lnTo>
                    <a:pt x="2719020" y="2658955"/>
                  </a:lnTo>
                  <a:lnTo>
                    <a:pt x="2719165" y="2658955"/>
                  </a:lnTo>
                  <a:lnTo>
                    <a:pt x="2719311" y="2658955"/>
                  </a:lnTo>
                  <a:lnTo>
                    <a:pt x="2719456" y="2658955"/>
                  </a:lnTo>
                  <a:lnTo>
                    <a:pt x="2719602" y="2658955"/>
                  </a:lnTo>
                  <a:lnTo>
                    <a:pt x="2719747" y="2658955"/>
                  </a:lnTo>
                  <a:lnTo>
                    <a:pt x="2719893" y="2658955"/>
                  </a:lnTo>
                  <a:lnTo>
                    <a:pt x="2720038" y="2658955"/>
                  </a:lnTo>
                  <a:lnTo>
                    <a:pt x="2720183" y="2658955"/>
                  </a:lnTo>
                  <a:lnTo>
                    <a:pt x="2720329" y="2658955"/>
                  </a:lnTo>
                  <a:lnTo>
                    <a:pt x="2720474" y="2658955"/>
                  </a:lnTo>
                  <a:lnTo>
                    <a:pt x="2720620" y="2658955"/>
                  </a:lnTo>
                  <a:lnTo>
                    <a:pt x="2720765" y="2658955"/>
                  </a:lnTo>
                  <a:lnTo>
                    <a:pt x="2720910" y="2658955"/>
                  </a:lnTo>
                  <a:lnTo>
                    <a:pt x="2721056" y="2658955"/>
                  </a:lnTo>
                  <a:lnTo>
                    <a:pt x="2721201" y="2658955"/>
                  </a:lnTo>
                  <a:lnTo>
                    <a:pt x="2721347" y="2658955"/>
                  </a:lnTo>
                  <a:lnTo>
                    <a:pt x="2721492" y="2658955"/>
                  </a:lnTo>
                  <a:lnTo>
                    <a:pt x="2721638" y="2658955"/>
                  </a:lnTo>
                  <a:lnTo>
                    <a:pt x="2721783" y="2658955"/>
                  </a:lnTo>
                  <a:lnTo>
                    <a:pt x="2721928" y="2658955"/>
                  </a:lnTo>
                  <a:lnTo>
                    <a:pt x="2722074" y="2658955"/>
                  </a:lnTo>
                  <a:lnTo>
                    <a:pt x="2722219" y="2658955"/>
                  </a:lnTo>
                  <a:lnTo>
                    <a:pt x="2722219" y="2658331"/>
                  </a:lnTo>
                  <a:lnTo>
                    <a:pt x="2722219" y="2657707"/>
                  </a:lnTo>
                  <a:lnTo>
                    <a:pt x="2722365" y="2657707"/>
                  </a:lnTo>
                  <a:lnTo>
                    <a:pt x="2722365" y="2657084"/>
                  </a:lnTo>
                  <a:lnTo>
                    <a:pt x="2722510" y="2657084"/>
                  </a:lnTo>
                  <a:lnTo>
                    <a:pt x="2722656" y="2657084"/>
                  </a:lnTo>
                  <a:lnTo>
                    <a:pt x="2722801" y="2657084"/>
                  </a:lnTo>
                  <a:lnTo>
                    <a:pt x="2722946" y="2657084"/>
                  </a:lnTo>
                  <a:lnTo>
                    <a:pt x="2723092" y="2657084"/>
                  </a:lnTo>
                  <a:lnTo>
                    <a:pt x="2723237" y="2657084"/>
                  </a:lnTo>
                  <a:lnTo>
                    <a:pt x="2723383" y="2657084"/>
                  </a:lnTo>
                  <a:lnTo>
                    <a:pt x="2723383" y="2656460"/>
                  </a:lnTo>
                  <a:lnTo>
                    <a:pt x="2723528" y="2656460"/>
                  </a:lnTo>
                  <a:lnTo>
                    <a:pt x="2723528" y="2655837"/>
                  </a:lnTo>
                  <a:lnTo>
                    <a:pt x="2723674" y="2655837"/>
                  </a:lnTo>
                  <a:lnTo>
                    <a:pt x="2723819" y="2655837"/>
                  </a:lnTo>
                  <a:lnTo>
                    <a:pt x="2723964" y="2655837"/>
                  </a:lnTo>
                  <a:lnTo>
                    <a:pt x="2724110" y="2655837"/>
                  </a:lnTo>
                  <a:lnTo>
                    <a:pt x="2724255" y="2655837"/>
                  </a:lnTo>
                  <a:lnTo>
                    <a:pt x="2724255" y="2655213"/>
                  </a:lnTo>
                  <a:lnTo>
                    <a:pt x="2724401" y="2655213"/>
                  </a:lnTo>
                  <a:lnTo>
                    <a:pt x="2724546" y="2655213"/>
                  </a:lnTo>
                  <a:lnTo>
                    <a:pt x="2724692" y="2655213"/>
                  </a:lnTo>
                  <a:lnTo>
                    <a:pt x="2724837" y="2655213"/>
                  </a:lnTo>
                  <a:lnTo>
                    <a:pt x="2724982" y="2655213"/>
                  </a:lnTo>
                  <a:lnTo>
                    <a:pt x="2724982" y="2654589"/>
                  </a:lnTo>
                  <a:lnTo>
                    <a:pt x="2725128" y="2654589"/>
                  </a:lnTo>
                  <a:lnTo>
                    <a:pt x="2725128" y="2653966"/>
                  </a:lnTo>
                  <a:lnTo>
                    <a:pt x="2725273" y="2653966"/>
                  </a:lnTo>
                  <a:lnTo>
                    <a:pt x="2725419" y="2653966"/>
                  </a:lnTo>
                  <a:lnTo>
                    <a:pt x="2725564" y="2653966"/>
                  </a:lnTo>
                  <a:lnTo>
                    <a:pt x="2725710" y="2653966"/>
                  </a:lnTo>
                  <a:lnTo>
                    <a:pt x="2725855" y="2653966"/>
                  </a:lnTo>
                  <a:lnTo>
                    <a:pt x="2726000" y="2653966"/>
                  </a:lnTo>
                  <a:lnTo>
                    <a:pt x="2726146" y="2653966"/>
                  </a:lnTo>
                  <a:lnTo>
                    <a:pt x="2726291" y="2653966"/>
                  </a:lnTo>
                  <a:lnTo>
                    <a:pt x="2726437" y="2653966"/>
                  </a:lnTo>
                  <a:lnTo>
                    <a:pt x="2726582" y="2653966"/>
                  </a:lnTo>
                  <a:lnTo>
                    <a:pt x="2726728" y="2653966"/>
                  </a:lnTo>
                  <a:lnTo>
                    <a:pt x="2726873" y="2653966"/>
                  </a:lnTo>
                  <a:lnTo>
                    <a:pt x="2727018" y="2653966"/>
                  </a:lnTo>
                  <a:lnTo>
                    <a:pt x="2727164" y="2653966"/>
                  </a:lnTo>
                  <a:lnTo>
                    <a:pt x="2727309" y="2653966"/>
                  </a:lnTo>
                  <a:lnTo>
                    <a:pt x="2727455" y="2653966"/>
                  </a:lnTo>
                  <a:lnTo>
                    <a:pt x="2727600" y="2653966"/>
                  </a:lnTo>
                  <a:lnTo>
                    <a:pt x="2727745" y="2653966"/>
                  </a:lnTo>
                  <a:lnTo>
                    <a:pt x="2727891" y="2653966"/>
                  </a:lnTo>
                  <a:lnTo>
                    <a:pt x="2728036" y="2653966"/>
                  </a:lnTo>
                  <a:lnTo>
                    <a:pt x="2728182" y="2653966"/>
                  </a:lnTo>
                  <a:lnTo>
                    <a:pt x="2728327" y="2653966"/>
                  </a:lnTo>
                  <a:lnTo>
                    <a:pt x="2728473" y="2653966"/>
                  </a:lnTo>
                  <a:lnTo>
                    <a:pt x="2728618" y="2653966"/>
                  </a:lnTo>
                  <a:lnTo>
                    <a:pt x="2728763" y="2653966"/>
                  </a:lnTo>
                  <a:lnTo>
                    <a:pt x="2728909" y="2653966"/>
                  </a:lnTo>
                  <a:lnTo>
                    <a:pt x="2729054" y="2653966"/>
                  </a:lnTo>
                  <a:lnTo>
                    <a:pt x="2729200" y="2653966"/>
                  </a:lnTo>
                  <a:lnTo>
                    <a:pt x="2729345" y="2653966"/>
                  </a:lnTo>
                  <a:lnTo>
                    <a:pt x="2729491" y="2653966"/>
                  </a:lnTo>
                  <a:lnTo>
                    <a:pt x="2729491" y="2653342"/>
                  </a:lnTo>
                  <a:lnTo>
                    <a:pt x="2729636" y="2653342"/>
                  </a:lnTo>
                  <a:lnTo>
                    <a:pt x="2729781" y="2653342"/>
                  </a:lnTo>
                  <a:lnTo>
                    <a:pt x="2729927" y="2653342"/>
                  </a:lnTo>
                  <a:lnTo>
                    <a:pt x="2730072" y="2653342"/>
                  </a:lnTo>
                  <a:lnTo>
                    <a:pt x="2730072" y="2652719"/>
                  </a:lnTo>
                  <a:lnTo>
                    <a:pt x="2730218" y="2652719"/>
                  </a:lnTo>
                  <a:lnTo>
                    <a:pt x="2730363" y="2652719"/>
                  </a:lnTo>
                  <a:lnTo>
                    <a:pt x="2730509" y="2652719"/>
                  </a:lnTo>
                  <a:lnTo>
                    <a:pt x="2730509" y="2652095"/>
                  </a:lnTo>
                  <a:lnTo>
                    <a:pt x="2730654" y="2652095"/>
                  </a:lnTo>
                  <a:lnTo>
                    <a:pt x="2730799" y="2652095"/>
                  </a:lnTo>
                  <a:lnTo>
                    <a:pt x="2730945" y="2652095"/>
                  </a:lnTo>
                  <a:lnTo>
                    <a:pt x="2731090" y="2652095"/>
                  </a:lnTo>
                  <a:lnTo>
                    <a:pt x="2731236" y="2652095"/>
                  </a:lnTo>
                  <a:lnTo>
                    <a:pt x="2731381" y="2652095"/>
                  </a:lnTo>
                  <a:lnTo>
                    <a:pt x="2731527" y="2652095"/>
                  </a:lnTo>
                  <a:lnTo>
                    <a:pt x="2731672" y="2652095"/>
                  </a:lnTo>
                  <a:lnTo>
                    <a:pt x="2731817" y="2652095"/>
                  </a:lnTo>
                  <a:lnTo>
                    <a:pt x="2731963" y="2652095"/>
                  </a:lnTo>
                  <a:lnTo>
                    <a:pt x="2732108" y="2652095"/>
                  </a:lnTo>
                  <a:lnTo>
                    <a:pt x="2732254" y="2652095"/>
                  </a:lnTo>
                  <a:lnTo>
                    <a:pt x="2732399" y="2652095"/>
                  </a:lnTo>
                  <a:lnTo>
                    <a:pt x="2732545" y="2652095"/>
                  </a:lnTo>
                  <a:lnTo>
                    <a:pt x="2732690" y="2652095"/>
                  </a:lnTo>
                  <a:lnTo>
                    <a:pt x="2732835" y="2652095"/>
                  </a:lnTo>
                  <a:lnTo>
                    <a:pt x="2732981" y="2652095"/>
                  </a:lnTo>
                  <a:lnTo>
                    <a:pt x="2733126" y="2652095"/>
                  </a:lnTo>
                  <a:lnTo>
                    <a:pt x="2733272" y="2652095"/>
                  </a:lnTo>
                  <a:lnTo>
                    <a:pt x="2733272" y="2651472"/>
                  </a:lnTo>
                  <a:lnTo>
                    <a:pt x="2733417" y="2651472"/>
                  </a:lnTo>
                  <a:lnTo>
                    <a:pt x="2733417" y="2650848"/>
                  </a:lnTo>
                  <a:lnTo>
                    <a:pt x="2733563" y="2650848"/>
                  </a:lnTo>
                  <a:lnTo>
                    <a:pt x="2733708" y="2650848"/>
                  </a:lnTo>
                  <a:lnTo>
                    <a:pt x="2733853" y="2650848"/>
                  </a:lnTo>
                  <a:lnTo>
                    <a:pt x="2733999" y="2650848"/>
                  </a:lnTo>
                  <a:lnTo>
                    <a:pt x="2734144" y="2650848"/>
                  </a:lnTo>
                  <a:lnTo>
                    <a:pt x="2734144" y="2650224"/>
                  </a:lnTo>
                  <a:lnTo>
                    <a:pt x="2734144" y="2649601"/>
                  </a:lnTo>
                  <a:lnTo>
                    <a:pt x="2734144" y="2648977"/>
                  </a:lnTo>
                  <a:lnTo>
                    <a:pt x="2734290" y="2648977"/>
                  </a:lnTo>
                  <a:lnTo>
                    <a:pt x="2734435" y="2648977"/>
                  </a:lnTo>
                  <a:lnTo>
                    <a:pt x="2734580" y="2648977"/>
                  </a:lnTo>
                  <a:lnTo>
                    <a:pt x="2734726" y="2648977"/>
                  </a:lnTo>
                  <a:lnTo>
                    <a:pt x="2734871" y="2648977"/>
                  </a:lnTo>
                  <a:lnTo>
                    <a:pt x="2735017" y="2648977"/>
                  </a:lnTo>
                  <a:lnTo>
                    <a:pt x="2735162" y="2648977"/>
                  </a:lnTo>
                  <a:lnTo>
                    <a:pt x="2735308" y="2648977"/>
                  </a:lnTo>
                  <a:lnTo>
                    <a:pt x="2735453" y="2648977"/>
                  </a:lnTo>
                  <a:lnTo>
                    <a:pt x="2735453" y="2648354"/>
                  </a:lnTo>
                  <a:lnTo>
                    <a:pt x="2735598" y="2648354"/>
                  </a:lnTo>
                  <a:lnTo>
                    <a:pt x="2735744" y="2648354"/>
                  </a:lnTo>
                  <a:lnTo>
                    <a:pt x="2735889" y="2648354"/>
                  </a:lnTo>
                  <a:lnTo>
                    <a:pt x="2736035" y="2648354"/>
                  </a:lnTo>
                  <a:lnTo>
                    <a:pt x="2736180" y="2648354"/>
                  </a:lnTo>
                  <a:lnTo>
                    <a:pt x="2736326" y="2648354"/>
                  </a:lnTo>
                  <a:lnTo>
                    <a:pt x="2736471" y="2648354"/>
                  </a:lnTo>
                  <a:lnTo>
                    <a:pt x="2736616" y="2648354"/>
                  </a:lnTo>
                  <a:lnTo>
                    <a:pt x="2736762" y="2648354"/>
                  </a:lnTo>
                  <a:lnTo>
                    <a:pt x="2736907" y="2648354"/>
                  </a:lnTo>
                  <a:lnTo>
                    <a:pt x="2737053" y="2648354"/>
                  </a:lnTo>
                  <a:lnTo>
                    <a:pt x="2737053" y="2647730"/>
                  </a:lnTo>
                  <a:lnTo>
                    <a:pt x="2737053" y="2647106"/>
                  </a:lnTo>
                  <a:lnTo>
                    <a:pt x="2737198" y="2647106"/>
                  </a:lnTo>
                  <a:lnTo>
                    <a:pt x="2737344" y="2647106"/>
                  </a:lnTo>
                  <a:lnTo>
                    <a:pt x="2737489" y="2647106"/>
                  </a:lnTo>
                  <a:lnTo>
                    <a:pt x="2737489" y="2646483"/>
                  </a:lnTo>
                  <a:lnTo>
                    <a:pt x="2737634" y="2646483"/>
                  </a:lnTo>
                  <a:lnTo>
                    <a:pt x="2737780" y="2646483"/>
                  </a:lnTo>
                  <a:lnTo>
                    <a:pt x="2737925" y="2646483"/>
                  </a:lnTo>
                  <a:lnTo>
                    <a:pt x="2738071" y="2646483"/>
                  </a:lnTo>
                  <a:lnTo>
                    <a:pt x="2738216" y="2646483"/>
                  </a:lnTo>
                  <a:lnTo>
                    <a:pt x="2738362" y="2646483"/>
                  </a:lnTo>
                  <a:lnTo>
                    <a:pt x="2738507" y="2646483"/>
                  </a:lnTo>
                  <a:lnTo>
                    <a:pt x="2738652" y="2646483"/>
                  </a:lnTo>
                  <a:lnTo>
                    <a:pt x="2738798" y="2646483"/>
                  </a:lnTo>
                  <a:lnTo>
                    <a:pt x="2738943" y="2646483"/>
                  </a:lnTo>
                  <a:lnTo>
                    <a:pt x="2739089" y="2646483"/>
                  </a:lnTo>
                  <a:lnTo>
                    <a:pt x="2739234" y="2646483"/>
                  </a:lnTo>
                  <a:lnTo>
                    <a:pt x="2739380" y="2646483"/>
                  </a:lnTo>
                  <a:lnTo>
                    <a:pt x="2739525" y="2646483"/>
                  </a:lnTo>
                  <a:lnTo>
                    <a:pt x="2739525" y="2645859"/>
                  </a:lnTo>
                  <a:lnTo>
                    <a:pt x="2739670" y="2645859"/>
                  </a:lnTo>
                  <a:lnTo>
                    <a:pt x="2739816" y="2645859"/>
                  </a:lnTo>
                  <a:lnTo>
                    <a:pt x="2739816" y="2645236"/>
                  </a:lnTo>
                  <a:lnTo>
                    <a:pt x="2739816" y="2644612"/>
                  </a:lnTo>
                  <a:lnTo>
                    <a:pt x="2739961" y="2644612"/>
                  </a:lnTo>
                  <a:lnTo>
                    <a:pt x="2740107" y="2644612"/>
                  </a:lnTo>
                  <a:lnTo>
                    <a:pt x="2740252" y="2644612"/>
                  </a:lnTo>
                  <a:lnTo>
                    <a:pt x="2740252" y="2643989"/>
                  </a:lnTo>
                  <a:lnTo>
                    <a:pt x="2740398" y="2643989"/>
                  </a:lnTo>
                  <a:lnTo>
                    <a:pt x="2740398" y="2643365"/>
                  </a:lnTo>
                  <a:lnTo>
                    <a:pt x="2740543" y="2643365"/>
                  </a:lnTo>
                  <a:lnTo>
                    <a:pt x="2740688" y="2643365"/>
                  </a:lnTo>
                  <a:lnTo>
                    <a:pt x="2740688" y="2642741"/>
                  </a:lnTo>
                  <a:lnTo>
                    <a:pt x="2740834" y="2642741"/>
                  </a:lnTo>
                  <a:lnTo>
                    <a:pt x="2740979" y="2642741"/>
                  </a:lnTo>
                  <a:lnTo>
                    <a:pt x="2741125" y="2642741"/>
                  </a:lnTo>
                  <a:lnTo>
                    <a:pt x="2741270" y="2642741"/>
                  </a:lnTo>
                  <a:lnTo>
                    <a:pt x="2741415" y="2642741"/>
                  </a:lnTo>
                  <a:lnTo>
                    <a:pt x="2741561" y="2642741"/>
                  </a:lnTo>
                  <a:lnTo>
                    <a:pt x="2741706" y="2642741"/>
                  </a:lnTo>
                  <a:lnTo>
                    <a:pt x="2741706" y="2642118"/>
                  </a:lnTo>
                  <a:lnTo>
                    <a:pt x="2741852" y="2642118"/>
                  </a:lnTo>
                  <a:lnTo>
                    <a:pt x="2741997" y="2642118"/>
                  </a:lnTo>
                  <a:lnTo>
                    <a:pt x="2742143" y="2642118"/>
                  </a:lnTo>
                  <a:lnTo>
                    <a:pt x="2742288" y="2642118"/>
                  </a:lnTo>
                  <a:lnTo>
                    <a:pt x="2742433" y="2642118"/>
                  </a:lnTo>
                  <a:lnTo>
                    <a:pt x="2742579" y="2642118"/>
                  </a:lnTo>
                  <a:lnTo>
                    <a:pt x="2742724" y="2642118"/>
                  </a:lnTo>
                  <a:lnTo>
                    <a:pt x="2742870" y="2642118"/>
                  </a:lnTo>
                  <a:lnTo>
                    <a:pt x="2743015" y="2642118"/>
                  </a:lnTo>
                  <a:lnTo>
                    <a:pt x="2743161" y="2642118"/>
                  </a:lnTo>
                  <a:lnTo>
                    <a:pt x="2743306" y="2642118"/>
                  </a:lnTo>
                  <a:lnTo>
                    <a:pt x="2743451" y="2642118"/>
                  </a:lnTo>
                  <a:lnTo>
                    <a:pt x="2743597" y="2642118"/>
                  </a:lnTo>
                  <a:lnTo>
                    <a:pt x="2743742" y="2642118"/>
                  </a:lnTo>
                  <a:lnTo>
                    <a:pt x="2743888" y="2642118"/>
                  </a:lnTo>
                  <a:lnTo>
                    <a:pt x="2744033" y="2642118"/>
                  </a:lnTo>
                  <a:lnTo>
                    <a:pt x="2744179" y="2642118"/>
                  </a:lnTo>
                  <a:lnTo>
                    <a:pt x="2744179" y="2641494"/>
                  </a:lnTo>
                  <a:lnTo>
                    <a:pt x="2744324" y="2641494"/>
                  </a:lnTo>
                  <a:lnTo>
                    <a:pt x="2744469" y="2641494"/>
                  </a:lnTo>
                  <a:lnTo>
                    <a:pt x="2744469" y="2640871"/>
                  </a:lnTo>
                  <a:lnTo>
                    <a:pt x="2744615" y="2640871"/>
                  </a:lnTo>
                  <a:lnTo>
                    <a:pt x="2744760" y="2640871"/>
                  </a:lnTo>
                  <a:lnTo>
                    <a:pt x="2744906" y="2640871"/>
                  </a:lnTo>
                  <a:lnTo>
                    <a:pt x="2745051" y="2640871"/>
                  </a:lnTo>
                  <a:lnTo>
                    <a:pt x="2745197" y="2640871"/>
                  </a:lnTo>
                  <a:lnTo>
                    <a:pt x="2745342" y="2640871"/>
                  </a:lnTo>
                  <a:lnTo>
                    <a:pt x="2745487" y="2640871"/>
                  </a:lnTo>
                  <a:lnTo>
                    <a:pt x="2745633" y="2640871"/>
                  </a:lnTo>
                  <a:lnTo>
                    <a:pt x="2745778" y="2640871"/>
                  </a:lnTo>
                  <a:lnTo>
                    <a:pt x="2745924" y="2640871"/>
                  </a:lnTo>
                  <a:lnTo>
                    <a:pt x="2746069" y="2640871"/>
                  </a:lnTo>
                  <a:lnTo>
                    <a:pt x="2746069" y="2640247"/>
                  </a:lnTo>
                  <a:lnTo>
                    <a:pt x="2746215" y="2640247"/>
                  </a:lnTo>
                  <a:lnTo>
                    <a:pt x="2746360" y="2640247"/>
                  </a:lnTo>
                  <a:lnTo>
                    <a:pt x="2746505" y="2640247"/>
                  </a:lnTo>
                  <a:lnTo>
                    <a:pt x="2746651" y="2640247"/>
                  </a:lnTo>
                  <a:lnTo>
                    <a:pt x="2746796" y="2640247"/>
                  </a:lnTo>
                  <a:lnTo>
                    <a:pt x="2746942" y="2640247"/>
                  </a:lnTo>
                  <a:lnTo>
                    <a:pt x="2746942" y="2639623"/>
                  </a:lnTo>
                  <a:lnTo>
                    <a:pt x="2747087" y="2639623"/>
                  </a:lnTo>
                  <a:lnTo>
                    <a:pt x="2747233" y="2639623"/>
                  </a:lnTo>
                  <a:lnTo>
                    <a:pt x="2747378" y="2639623"/>
                  </a:lnTo>
                  <a:lnTo>
                    <a:pt x="2747523" y="2639623"/>
                  </a:lnTo>
                  <a:lnTo>
                    <a:pt x="2747669" y="2639623"/>
                  </a:lnTo>
                  <a:lnTo>
                    <a:pt x="2747814" y="2639623"/>
                  </a:lnTo>
                  <a:lnTo>
                    <a:pt x="2747960" y="2639623"/>
                  </a:lnTo>
                  <a:lnTo>
                    <a:pt x="2747960" y="2639000"/>
                  </a:lnTo>
                  <a:lnTo>
                    <a:pt x="2748105" y="2639000"/>
                  </a:lnTo>
                  <a:lnTo>
                    <a:pt x="2748250" y="2639000"/>
                  </a:lnTo>
                  <a:lnTo>
                    <a:pt x="2748396" y="2639000"/>
                  </a:lnTo>
                  <a:lnTo>
                    <a:pt x="2748396" y="2638376"/>
                  </a:lnTo>
                  <a:lnTo>
                    <a:pt x="2748396" y="2637753"/>
                  </a:lnTo>
                  <a:lnTo>
                    <a:pt x="2748541" y="2637753"/>
                  </a:lnTo>
                  <a:lnTo>
                    <a:pt x="2748541" y="2637129"/>
                  </a:lnTo>
                  <a:lnTo>
                    <a:pt x="2748687" y="2637129"/>
                  </a:lnTo>
                  <a:lnTo>
                    <a:pt x="2748832" y="2637129"/>
                  </a:lnTo>
                  <a:lnTo>
                    <a:pt x="2748978" y="2637129"/>
                  </a:lnTo>
                  <a:lnTo>
                    <a:pt x="2749123" y="2637129"/>
                  </a:lnTo>
                  <a:lnTo>
                    <a:pt x="2749268" y="2637129"/>
                  </a:lnTo>
                  <a:lnTo>
                    <a:pt x="2749414" y="2637129"/>
                  </a:lnTo>
                  <a:lnTo>
                    <a:pt x="2749559" y="2637129"/>
                  </a:lnTo>
                  <a:lnTo>
                    <a:pt x="2749705" y="2637129"/>
                  </a:lnTo>
                  <a:lnTo>
                    <a:pt x="2749850" y="2637129"/>
                  </a:lnTo>
                  <a:lnTo>
                    <a:pt x="2749996" y="2637129"/>
                  </a:lnTo>
                  <a:lnTo>
                    <a:pt x="2750141" y="2637129"/>
                  </a:lnTo>
                  <a:lnTo>
                    <a:pt x="2750141" y="2636506"/>
                  </a:lnTo>
                  <a:lnTo>
                    <a:pt x="2750286" y="2636506"/>
                  </a:lnTo>
                  <a:lnTo>
                    <a:pt x="2750432" y="2636506"/>
                  </a:lnTo>
                  <a:lnTo>
                    <a:pt x="2750577" y="2636506"/>
                  </a:lnTo>
                  <a:lnTo>
                    <a:pt x="2750723" y="2636506"/>
                  </a:lnTo>
                  <a:lnTo>
                    <a:pt x="2750868" y="2636506"/>
                  </a:lnTo>
                  <a:lnTo>
                    <a:pt x="2751014" y="2636506"/>
                  </a:lnTo>
                  <a:lnTo>
                    <a:pt x="2751159" y="2636506"/>
                  </a:lnTo>
                  <a:lnTo>
                    <a:pt x="2751304" y="2636506"/>
                  </a:lnTo>
                  <a:lnTo>
                    <a:pt x="2751450" y="2636506"/>
                  </a:lnTo>
                  <a:lnTo>
                    <a:pt x="2751595" y="2636506"/>
                  </a:lnTo>
                  <a:lnTo>
                    <a:pt x="2751595" y="2635882"/>
                  </a:lnTo>
                  <a:lnTo>
                    <a:pt x="2751595" y="2635258"/>
                  </a:lnTo>
                  <a:lnTo>
                    <a:pt x="2751741" y="2635258"/>
                  </a:lnTo>
                  <a:lnTo>
                    <a:pt x="2751886" y="2635258"/>
                  </a:lnTo>
                  <a:lnTo>
                    <a:pt x="2752032" y="2635258"/>
                  </a:lnTo>
                  <a:lnTo>
                    <a:pt x="2752177" y="2635258"/>
                  </a:lnTo>
                  <a:lnTo>
                    <a:pt x="2752322" y="2635258"/>
                  </a:lnTo>
                  <a:lnTo>
                    <a:pt x="2752468" y="2635258"/>
                  </a:lnTo>
                  <a:lnTo>
                    <a:pt x="2752613" y="2635258"/>
                  </a:lnTo>
                  <a:lnTo>
                    <a:pt x="2752759" y="2635258"/>
                  </a:lnTo>
                  <a:lnTo>
                    <a:pt x="2752904" y="2635258"/>
                  </a:lnTo>
                  <a:lnTo>
                    <a:pt x="2753050" y="2635258"/>
                  </a:lnTo>
                  <a:lnTo>
                    <a:pt x="2753195" y="2635258"/>
                  </a:lnTo>
                  <a:lnTo>
                    <a:pt x="2753340" y="2635258"/>
                  </a:lnTo>
                  <a:lnTo>
                    <a:pt x="2753486" y="2635258"/>
                  </a:lnTo>
                  <a:lnTo>
                    <a:pt x="2753486" y="2634635"/>
                  </a:lnTo>
                  <a:lnTo>
                    <a:pt x="2753631" y="2634635"/>
                  </a:lnTo>
                  <a:lnTo>
                    <a:pt x="2753777" y="2634635"/>
                  </a:lnTo>
                  <a:lnTo>
                    <a:pt x="2753922" y="2634635"/>
                  </a:lnTo>
                  <a:lnTo>
                    <a:pt x="2754068" y="2634635"/>
                  </a:lnTo>
                  <a:lnTo>
                    <a:pt x="2754213" y="2634635"/>
                  </a:lnTo>
                  <a:lnTo>
                    <a:pt x="2754358" y="2634635"/>
                  </a:lnTo>
                  <a:lnTo>
                    <a:pt x="2754358" y="2634011"/>
                  </a:lnTo>
                  <a:lnTo>
                    <a:pt x="2754504" y="2634011"/>
                  </a:lnTo>
                  <a:lnTo>
                    <a:pt x="2754649" y="2634011"/>
                  </a:lnTo>
                  <a:lnTo>
                    <a:pt x="2754795" y="2634011"/>
                  </a:lnTo>
                  <a:lnTo>
                    <a:pt x="2754940" y="2634011"/>
                  </a:lnTo>
                  <a:lnTo>
                    <a:pt x="2754940" y="2633388"/>
                  </a:lnTo>
                  <a:lnTo>
                    <a:pt x="2755085" y="2633388"/>
                  </a:lnTo>
                  <a:lnTo>
                    <a:pt x="2755231" y="2633388"/>
                  </a:lnTo>
                  <a:lnTo>
                    <a:pt x="2755376" y="2633388"/>
                  </a:lnTo>
                  <a:lnTo>
                    <a:pt x="2755376" y="2632764"/>
                  </a:lnTo>
                  <a:lnTo>
                    <a:pt x="2755522" y="2632764"/>
                  </a:lnTo>
                  <a:lnTo>
                    <a:pt x="2755667" y="2632764"/>
                  </a:lnTo>
                  <a:lnTo>
                    <a:pt x="2755813" y="2632764"/>
                  </a:lnTo>
                  <a:lnTo>
                    <a:pt x="2755958" y="2632764"/>
                  </a:lnTo>
                  <a:lnTo>
                    <a:pt x="2755958" y="2632140"/>
                  </a:lnTo>
                  <a:lnTo>
                    <a:pt x="2756103" y="2632140"/>
                  </a:lnTo>
                  <a:lnTo>
                    <a:pt x="2756249" y="2632140"/>
                  </a:lnTo>
                  <a:lnTo>
                    <a:pt x="2756394" y="2632140"/>
                  </a:lnTo>
                  <a:lnTo>
                    <a:pt x="2756540" y="2632140"/>
                  </a:lnTo>
                  <a:lnTo>
                    <a:pt x="2756685" y="2632140"/>
                  </a:lnTo>
                  <a:lnTo>
                    <a:pt x="2756831" y="2632140"/>
                  </a:lnTo>
                  <a:lnTo>
                    <a:pt x="2756831" y="2631517"/>
                  </a:lnTo>
                  <a:lnTo>
                    <a:pt x="2756831" y="2630893"/>
                  </a:lnTo>
                  <a:lnTo>
                    <a:pt x="2756831" y="2630270"/>
                  </a:lnTo>
                  <a:lnTo>
                    <a:pt x="2756976" y="2630270"/>
                  </a:lnTo>
                  <a:lnTo>
                    <a:pt x="2757121" y="2630270"/>
                  </a:lnTo>
                  <a:lnTo>
                    <a:pt x="2757267" y="2630270"/>
                  </a:lnTo>
                  <a:lnTo>
                    <a:pt x="2757412" y="2630270"/>
                  </a:lnTo>
                  <a:lnTo>
                    <a:pt x="2757558" y="2630270"/>
                  </a:lnTo>
                  <a:lnTo>
                    <a:pt x="2757703" y="2630270"/>
                  </a:lnTo>
                  <a:lnTo>
                    <a:pt x="2757849" y="2630270"/>
                  </a:lnTo>
                  <a:lnTo>
                    <a:pt x="2757994" y="2630270"/>
                  </a:lnTo>
                  <a:lnTo>
                    <a:pt x="2758139" y="2630270"/>
                  </a:lnTo>
                  <a:lnTo>
                    <a:pt x="2758285" y="2630270"/>
                  </a:lnTo>
                  <a:lnTo>
                    <a:pt x="2758430" y="2630270"/>
                  </a:lnTo>
                  <a:lnTo>
                    <a:pt x="2758576" y="2630270"/>
                  </a:lnTo>
                  <a:lnTo>
                    <a:pt x="2758721" y="2630270"/>
                  </a:lnTo>
                  <a:lnTo>
                    <a:pt x="2758867" y="2630270"/>
                  </a:lnTo>
                  <a:lnTo>
                    <a:pt x="2759012" y="2630270"/>
                  </a:lnTo>
                  <a:lnTo>
                    <a:pt x="2759157" y="2630270"/>
                  </a:lnTo>
                  <a:lnTo>
                    <a:pt x="2759157" y="2629646"/>
                  </a:lnTo>
                  <a:lnTo>
                    <a:pt x="2759303" y="2629646"/>
                  </a:lnTo>
                  <a:lnTo>
                    <a:pt x="2759448" y="2629646"/>
                  </a:lnTo>
                  <a:lnTo>
                    <a:pt x="2759594" y="2629646"/>
                  </a:lnTo>
                  <a:lnTo>
                    <a:pt x="2759739" y="2629646"/>
                  </a:lnTo>
                  <a:lnTo>
                    <a:pt x="2759885" y="2629646"/>
                  </a:lnTo>
                  <a:lnTo>
                    <a:pt x="2760030" y="2629646"/>
                  </a:lnTo>
                  <a:lnTo>
                    <a:pt x="2760175" y="2629646"/>
                  </a:lnTo>
                  <a:lnTo>
                    <a:pt x="2760175" y="2629023"/>
                  </a:lnTo>
                  <a:lnTo>
                    <a:pt x="2760321" y="2629023"/>
                  </a:lnTo>
                  <a:lnTo>
                    <a:pt x="2760466" y="2629023"/>
                  </a:lnTo>
                  <a:lnTo>
                    <a:pt x="2760612" y="2629023"/>
                  </a:lnTo>
                  <a:lnTo>
                    <a:pt x="2760757" y="2629023"/>
                  </a:lnTo>
                  <a:lnTo>
                    <a:pt x="2760903" y="2629023"/>
                  </a:lnTo>
                  <a:lnTo>
                    <a:pt x="2761048" y="2629023"/>
                  </a:lnTo>
                  <a:lnTo>
                    <a:pt x="2761193" y="2629023"/>
                  </a:lnTo>
                  <a:lnTo>
                    <a:pt x="2761193" y="2628399"/>
                  </a:lnTo>
                  <a:lnTo>
                    <a:pt x="2761339" y="2628399"/>
                  </a:lnTo>
                  <a:lnTo>
                    <a:pt x="2761484" y="2628399"/>
                  </a:lnTo>
                  <a:lnTo>
                    <a:pt x="2761630" y="2628399"/>
                  </a:lnTo>
                  <a:lnTo>
                    <a:pt x="2761775" y="2628399"/>
                  </a:lnTo>
                  <a:lnTo>
                    <a:pt x="2761920" y="2628399"/>
                  </a:lnTo>
                  <a:lnTo>
                    <a:pt x="2762066" y="2628399"/>
                  </a:lnTo>
                  <a:lnTo>
                    <a:pt x="2762211" y="2628399"/>
                  </a:lnTo>
                  <a:lnTo>
                    <a:pt x="2762357" y="2628399"/>
                  </a:lnTo>
                  <a:lnTo>
                    <a:pt x="2762502" y="2628399"/>
                  </a:lnTo>
                  <a:lnTo>
                    <a:pt x="2762648" y="2628399"/>
                  </a:lnTo>
                  <a:lnTo>
                    <a:pt x="2762793" y="2628399"/>
                  </a:lnTo>
                  <a:lnTo>
                    <a:pt x="2762938" y="2628399"/>
                  </a:lnTo>
                  <a:lnTo>
                    <a:pt x="2763084" y="2628399"/>
                  </a:lnTo>
                  <a:lnTo>
                    <a:pt x="2763229" y="2628399"/>
                  </a:lnTo>
                  <a:lnTo>
                    <a:pt x="2763375" y="2628399"/>
                  </a:lnTo>
                  <a:lnTo>
                    <a:pt x="2763520" y="2628399"/>
                  </a:lnTo>
                  <a:lnTo>
                    <a:pt x="2763666" y="2628399"/>
                  </a:lnTo>
                  <a:lnTo>
                    <a:pt x="2763811" y="2628399"/>
                  </a:lnTo>
                  <a:lnTo>
                    <a:pt x="2763956" y="2628399"/>
                  </a:lnTo>
                  <a:lnTo>
                    <a:pt x="2764102" y="2628399"/>
                  </a:lnTo>
                  <a:lnTo>
                    <a:pt x="2764247" y="2628399"/>
                  </a:lnTo>
                  <a:lnTo>
                    <a:pt x="2764393" y="2628399"/>
                  </a:lnTo>
                  <a:lnTo>
                    <a:pt x="2764538" y="2628399"/>
                  </a:lnTo>
                  <a:lnTo>
                    <a:pt x="2764684" y="2628399"/>
                  </a:lnTo>
                  <a:lnTo>
                    <a:pt x="2764829" y="2628399"/>
                  </a:lnTo>
                  <a:lnTo>
                    <a:pt x="2764974" y="2628399"/>
                  </a:lnTo>
                  <a:lnTo>
                    <a:pt x="2765120" y="2628399"/>
                  </a:lnTo>
                  <a:lnTo>
                    <a:pt x="2765265" y="2628399"/>
                  </a:lnTo>
                  <a:lnTo>
                    <a:pt x="2765411" y="2628399"/>
                  </a:lnTo>
                  <a:lnTo>
                    <a:pt x="2765556" y="2628399"/>
                  </a:lnTo>
                  <a:lnTo>
                    <a:pt x="2765702" y="2628399"/>
                  </a:lnTo>
                  <a:lnTo>
                    <a:pt x="2765847" y="2628399"/>
                  </a:lnTo>
                  <a:lnTo>
                    <a:pt x="2765992" y="2628399"/>
                  </a:lnTo>
                  <a:lnTo>
                    <a:pt x="2766138" y="2628399"/>
                  </a:lnTo>
                  <a:lnTo>
                    <a:pt x="2766283" y="2628399"/>
                  </a:lnTo>
                  <a:lnTo>
                    <a:pt x="2766283" y="2627775"/>
                  </a:lnTo>
                  <a:lnTo>
                    <a:pt x="2766429" y="2627775"/>
                  </a:lnTo>
                  <a:lnTo>
                    <a:pt x="2766574" y="2627775"/>
                  </a:lnTo>
                  <a:lnTo>
                    <a:pt x="2766720" y="2627775"/>
                  </a:lnTo>
                  <a:lnTo>
                    <a:pt x="2766865" y="2627775"/>
                  </a:lnTo>
                  <a:lnTo>
                    <a:pt x="2767010" y="2627775"/>
                  </a:lnTo>
                  <a:lnTo>
                    <a:pt x="2767156" y="2627775"/>
                  </a:lnTo>
                  <a:lnTo>
                    <a:pt x="2767301" y="2627775"/>
                  </a:lnTo>
                  <a:lnTo>
                    <a:pt x="2767447" y="2627775"/>
                  </a:lnTo>
                  <a:lnTo>
                    <a:pt x="2767447" y="2627152"/>
                  </a:lnTo>
                  <a:lnTo>
                    <a:pt x="2767592" y="2627152"/>
                  </a:lnTo>
                  <a:lnTo>
                    <a:pt x="2767738" y="2627152"/>
                  </a:lnTo>
                  <a:lnTo>
                    <a:pt x="2767883" y="2627152"/>
                  </a:lnTo>
                  <a:lnTo>
                    <a:pt x="2767883" y="2626528"/>
                  </a:lnTo>
                  <a:lnTo>
                    <a:pt x="2768028" y="2626528"/>
                  </a:lnTo>
                  <a:lnTo>
                    <a:pt x="2768174" y="2626528"/>
                  </a:lnTo>
                  <a:lnTo>
                    <a:pt x="2768319" y="2626528"/>
                  </a:lnTo>
                  <a:lnTo>
                    <a:pt x="2768319" y="2625905"/>
                  </a:lnTo>
                  <a:lnTo>
                    <a:pt x="2768319" y="2625281"/>
                  </a:lnTo>
                  <a:lnTo>
                    <a:pt x="2768465" y="2625281"/>
                  </a:lnTo>
                  <a:lnTo>
                    <a:pt x="2768610" y="2625281"/>
                  </a:lnTo>
                  <a:lnTo>
                    <a:pt x="2768610" y="2624657"/>
                  </a:lnTo>
                  <a:lnTo>
                    <a:pt x="2768755" y="2624657"/>
                  </a:lnTo>
                  <a:lnTo>
                    <a:pt x="2768901" y="2624657"/>
                  </a:lnTo>
                  <a:lnTo>
                    <a:pt x="2769046" y="2624657"/>
                  </a:lnTo>
                  <a:lnTo>
                    <a:pt x="2769046" y="2624034"/>
                  </a:lnTo>
                  <a:lnTo>
                    <a:pt x="2769046" y="2623410"/>
                  </a:lnTo>
                  <a:lnTo>
                    <a:pt x="2769192" y="2623410"/>
                  </a:lnTo>
                  <a:lnTo>
                    <a:pt x="2769337" y="2623410"/>
                  </a:lnTo>
                  <a:lnTo>
                    <a:pt x="2769483" y="2623410"/>
                  </a:lnTo>
                  <a:lnTo>
                    <a:pt x="2769628" y="2623410"/>
                  </a:lnTo>
                  <a:lnTo>
                    <a:pt x="2769773" y="2623410"/>
                  </a:lnTo>
                  <a:lnTo>
                    <a:pt x="2769919" y="2623410"/>
                  </a:lnTo>
                  <a:lnTo>
                    <a:pt x="2770064" y="2623410"/>
                  </a:lnTo>
                  <a:lnTo>
                    <a:pt x="2770210" y="2623410"/>
                  </a:lnTo>
                  <a:lnTo>
                    <a:pt x="2770355" y="2623410"/>
                  </a:lnTo>
                  <a:lnTo>
                    <a:pt x="2770501" y="2623410"/>
                  </a:lnTo>
                  <a:lnTo>
                    <a:pt x="2770501" y="2622787"/>
                  </a:lnTo>
                  <a:lnTo>
                    <a:pt x="2770646" y="2622787"/>
                  </a:lnTo>
                  <a:lnTo>
                    <a:pt x="2770791" y="2622787"/>
                  </a:lnTo>
                  <a:lnTo>
                    <a:pt x="2770937" y="2622787"/>
                  </a:lnTo>
                  <a:lnTo>
                    <a:pt x="2771082" y="2622787"/>
                  </a:lnTo>
                  <a:lnTo>
                    <a:pt x="2771228" y="2622787"/>
                  </a:lnTo>
                  <a:lnTo>
                    <a:pt x="2771373" y="2622787"/>
                  </a:lnTo>
                  <a:lnTo>
                    <a:pt x="2771519" y="2622787"/>
                  </a:lnTo>
                  <a:lnTo>
                    <a:pt x="2771664" y="2622787"/>
                  </a:lnTo>
                  <a:lnTo>
                    <a:pt x="2771809" y="2622787"/>
                  </a:lnTo>
                  <a:lnTo>
                    <a:pt x="2771809" y="2622163"/>
                  </a:lnTo>
                  <a:lnTo>
                    <a:pt x="2771809" y="2621540"/>
                  </a:lnTo>
                  <a:lnTo>
                    <a:pt x="2771955" y="2621540"/>
                  </a:lnTo>
                  <a:lnTo>
                    <a:pt x="2771955" y="2620916"/>
                  </a:lnTo>
                  <a:lnTo>
                    <a:pt x="2772100" y="2620916"/>
                  </a:lnTo>
                  <a:lnTo>
                    <a:pt x="2772246" y="2620916"/>
                  </a:lnTo>
                  <a:lnTo>
                    <a:pt x="2772391" y="2620916"/>
                  </a:lnTo>
                  <a:lnTo>
                    <a:pt x="2772537" y="2620916"/>
                  </a:lnTo>
                  <a:lnTo>
                    <a:pt x="2772682" y="2620916"/>
                  </a:lnTo>
                  <a:lnTo>
                    <a:pt x="2772827" y="2620916"/>
                  </a:lnTo>
                  <a:lnTo>
                    <a:pt x="2772973" y="2620916"/>
                  </a:lnTo>
                  <a:lnTo>
                    <a:pt x="2773118" y="2620916"/>
                  </a:lnTo>
                  <a:lnTo>
                    <a:pt x="2773264" y="2620916"/>
                  </a:lnTo>
                  <a:lnTo>
                    <a:pt x="2773409" y="2620916"/>
                  </a:lnTo>
                  <a:lnTo>
                    <a:pt x="2773555" y="2620916"/>
                  </a:lnTo>
                  <a:lnTo>
                    <a:pt x="2773700" y="2620916"/>
                  </a:lnTo>
                  <a:lnTo>
                    <a:pt x="2773845" y="2620916"/>
                  </a:lnTo>
                  <a:lnTo>
                    <a:pt x="2773991" y="2620916"/>
                  </a:lnTo>
                  <a:lnTo>
                    <a:pt x="2773991" y="2620292"/>
                  </a:lnTo>
                  <a:lnTo>
                    <a:pt x="2774136" y="2620292"/>
                  </a:lnTo>
                  <a:lnTo>
                    <a:pt x="2774136" y="2619669"/>
                  </a:lnTo>
                  <a:lnTo>
                    <a:pt x="2774282" y="2619669"/>
                  </a:lnTo>
                  <a:lnTo>
                    <a:pt x="2774427" y="2619669"/>
                  </a:lnTo>
                  <a:lnTo>
                    <a:pt x="2774573" y="2619669"/>
                  </a:lnTo>
                  <a:lnTo>
                    <a:pt x="2774718" y="2619669"/>
                  </a:lnTo>
                  <a:lnTo>
                    <a:pt x="2774863" y="2619669"/>
                  </a:lnTo>
                  <a:lnTo>
                    <a:pt x="2775009" y="2619669"/>
                  </a:lnTo>
                  <a:lnTo>
                    <a:pt x="2775154" y="2619669"/>
                  </a:lnTo>
                  <a:lnTo>
                    <a:pt x="2775300" y="2619669"/>
                  </a:lnTo>
                  <a:lnTo>
                    <a:pt x="2775445" y="2619669"/>
                  </a:lnTo>
                  <a:lnTo>
                    <a:pt x="2775590" y="2619669"/>
                  </a:lnTo>
                  <a:lnTo>
                    <a:pt x="2775736" y="2619669"/>
                  </a:lnTo>
                  <a:lnTo>
                    <a:pt x="2775881" y="2619669"/>
                  </a:lnTo>
                  <a:lnTo>
                    <a:pt x="2776027" y="2619669"/>
                  </a:lnTo>
                  <a:lnTo>
                    <a:pt x="2776172" y="2619669"/>
                  </a:lnTo>
                  <a:lnTo>
                    <a:pt x="2776318" y="2619669"/>
                  </a:lnTo>
                  <a:lnTo>
                    <a:pt x="2776463" y="2619669"/>
                  </a:lnTo>
                  <a:lnTo>
                    <a:pt x="2776608" y="2619669"/>
                  </a:lnTo>
                  <a:lnTo>
                    <a:pt x="2776754" y="2619669"/>
                  </a:lnTo>
                  <a:lnTo>
                    <a:pt x="2776899" y="2619669"/>
                  </a:lnTo>
                  <a:lnTo>
                    <a:pt x="2777045" y="2619669"/>
                  </a:lnTo>
                  <a:lnTo>
                    <a:pt x="2777045" y="2619045"/>
                  </a:lnTo>
                  <a:lnTo>
                    <a:pt x="2777190" y="2619045"/>
                  </a:lnTo>
                  <a:lnTo>
                    <a:pt x="2777336" y="2619045"/>
                  </a:lnTo>
                  <a:lnTo>
                    <a:pt x="2777336" y="2618422"/>
                  </a:lnTo>
                  <a:lnTo>
                    <a:pt x="2777481" y="2618422"/>
                  </a:lnTo>
                  <a:lnTo>
                    <a:pt x="2777626" y="2618422"/>
                  </a:lnTo>
                  <a:lnTo>
                    <a:pt x="2777626" y="2617798"/>
                  </a:lnTo>
                  <a:lnTo>
                    <a:pt x="2777626" y="2617174"/>
                  </a:lnTo>
                  <a:lnTo>
                    <a:pt x="2777626" y="2616551"/>
                  </a:lnTo>
                  <a:lnTo>
                    <a:pt x="2777772" y="2616551"/>
                  </a:lnTo>
                  <a:lnTo>
                    <a:pt x="2777917" y="2616551"/>
                  </a:lnTo>
                  <a:lnTo>
                    <a:pt x="2777917" y="2615927"/>
                  </a:lnTo>
                  <a:lnTo>
                    <a:pt x="2778063" y="2615927"/>
                  </a:lnTo>
                  <a:lnTo>
                    <a:pt x="2778063" y="2615304"/>
                  </a:lnTo>
                  <a:lnTo>
                    <a:pt x="2778208" y="2615304"/>
                  </a:lnTo>
                  <a:lnTo>
                    <a:pt x="2778208" y="2614680"/>
                  </a:lnTo>
                  <a:lnTo>
                    <a:pt x="2778208" y="2614057"/>
                  </a:lnTo>
                  <a:lnTo>
                    <a:pt x="2778354" y="2614057"/>
                  </a:lnTo>
                  <a:lnTo>
                    <a:pt x="2778354" y="2613433"/>
                  </a:lnTo>
                  <a:lnTo>
                    <a:pt x="2778499" y="2613433"/>
                  </a:lnTo>
                  <a:lnTo>
                    <a:pt x="2778644" y="2613433"/>
                  </a:lnTo>
                  <a:lnTo>
                    <a:pt x="2778790" y="2613433"/>
                  </a:lnTo>
                  <a:lnTo>
                    <a:pt x="2778935" y="2613433"/>
                  </a:lnTo>
                  <a:lnTo>
                    <a:pt x="2779081" y="2613433"/>
                  </a:lnTo>
                  <a:lnTo>
                    <a:pt x="2779226" y="2613433"/>
                  </a:lnTo>
                  <a:lnTo>
                    <a:pt x="2779372" y="2613433"/>
                  </a:lnTo>
                  <a:lnTo>
                    <a:pt x="2779517" y="2613433"/>
                  </a:lnTo>
                  <a:lnTo>
                    <a:pt x="2779662" y="2613433"/>
                  </a:lnTo>
                  <a:lnTo>
                    <a:pt x="2779662" y="2612809"/>
                  </a:lnTo>
                  <a:lnTo>
                    <a:pt x="2779808" y="2612809"/>
                  </a:lnTo>
                  <a:lnTo>
                    <a:pt x="2779808" y="2612186"/>
                  </a:lnTo>
                  <a:lnTo>
                    <a:pt x="2779953" y="2612186"/>
                  </a:lnTo>
                  <a:lnTo>
                    <a:pt x="2780099" y="2612186"/>
                  </a:lnTo>
                  <a:lnTo>
                    <a:pt x="2780244" y="2612186"/>
                  </a:lnTo>
                  <a:lnTo>
                    <a:pt x="2780244" y="2611562"/>
                  </a:lnTo>
                  <a:lnTo>
                    <a:pt x="2780390" y="2611562"/>
                  </a:lnTo>
                  <a:lnTo>
                    <a:pt x="2780535" y="2611562"/>
                  </a:lnTo>
                  <a:lnTo>
                    <a:pt x="2780680" y="2611562"/>
                  </a:lnTo>
                  <a:lnTo>
                    <a:pt x="2780826" y="2611562"/>
                  </a:lnTo>
                  <a:lnTo>
                    <a:pt x="2780971" y="2611562"/>
                  </a:lnTo>
                  <a:lnTo>
                    <a:pt x="2781117" y="2611562"/>
                  </a:lnTo>
                  <a:lnTo>
                    <a:pt x="2781117" y="2610939"/>
                  </a:lnTo>
                  <a:lnTo>
                    <a:pt x="2781262" y="2610939"/>
                  </a:lnTo>
                  <a:lnTo>
                    <a:pt x="2781262" y="2610315"/>
                  </a:lnTo>
                  <a:lnTo>
                    <a:pt x="2781408" y="2610315"/>
                  </a:lnTo>
                  <a:lnTo>
                    <a:pt x="2781553" y="2610315"/>
                  </a:lnTo>
                  <a:lnTo>
                    <a:pt x="2781698" y="2610315"/>
                  </a:lnTo>
                  <a:lnTo>
                    <a:pt x="2781844" y="2610315"/>
                  </a:lnTo>
                  <a:lnTo>
                    <a:pt x="2781989" y="2610315"/>
                  </a:lnTo>
                  <a:lnTo>
                    <a:pt x="2782135" y="2610315"/>
                  </a:lnTo>
                  <a:lnTo>
                    <a:pt x="2782280" y="2610315"/>
                  </a:lnTo>
                  <a:lnTo>
                    <a:pt x="2782425" y="2610315"/>
                  </a:lnTo>
                  <a:lnTo>
                    <a:pt x="2782571" y="2610315"/>
                  </a:lnTo>
                  <a:lnTo>
                    <a:pt x="2782716" y="2610315"/>
                  </a:lnTo>
                  <a:lnTo>
                    <a:pt x="2782862" y="2610315"/>
                  </a:lnTo>
                  <a:lnTo>
                    <a:pt x="2783007" y="2610315"/>
                  </a:lnTo>
                  <a:lnTo>
                    <a:pt x="2783153" y="2610315"/>
                  </a:lnTo>
                  <a:lnTo>
                    <a:pt x="2783298" y="2610315"/>
                  </a:lnTo>
                  <a:lnTo>
                    <a:pt x="2783298" y="2609692"/>
                  </a:lnTo>
                  <a:lnTo>
                    <a:pt x="2783443" y="2609692"/>
                  </a:lnTo>
                  <a:lnTo>
                    <a:pt x="2783589" y="2609692"/>
                  </a:lnTo>
                  <a:lnTo>
                    <a:pt x="2783734" y="2609692"/>
                  </a:lnTo>
                  <a:lnTo>
                    <a:pt x="2783880" y="2609692"/>
                  </a:lnTo>
                  <a:lnTo>
                    <a:pt x="2784025" y="2609692"/>
                  </a:lnTo>
                  <a:lnTo>
                    <a:pt x="2784171" y="2609692"/>
                  </a:lnTo>
                  <a:lnTo>
                    <a:pt x="2784316" y="2609692"/>
                  </a:lnTo>
                  <a:lnTo>
                    <a:pt x="2784461" y="2609692"/>
                  </a:lnTo>
                  <a:lnTo>
                    <a:pt x="2784607" y="2609692"/>
                  </a:lnTo>
                  <a:lnTo>
                    <a:pt x="2784752" y="2609692"/>
                  </a:lnTo>
                  <a:lnTo>
                    <a:pt x="2784898" y="2609692"/>
                  </a:lnTo>
                  <a:lnTo>
                    <a:pt x="2784898" y="2609068"/>
                  </a:lnTo>
                  <a:lnTo>
                    <a:pt x="2785043" y="2609068"/>
                  </a:lnTo>
                  <a:lnTo>
                    <a:pt x="2785189" y="2609068"/>
                  </a:lnTo>
                  <a:lnTo>
                    <a:pt x="2785334" y="2609068"/>
                  </a:lnTo>
                  <a:lnTo>
                    <a:pt x="2785334" y="2608444"/>
                  </a:lnTo>
                  <a:lnTo>
                    <a:pt x="2785334" y="2607821"/>
                  </a:lnTo>
                  <a:lnTo>
                    <a:pt x="2785479" y="2607821"/>
                  </a:lnTo>
                  <a:lnTo>
                    <a:pt x="2785479" y="2607197"/>
                  </a:lnTo>
                  <a:lnTo>
                    <a:pt x="2785625" y="2607197"/>
                  </a:lnTo>
                  <a:lnTo>
                    <a:pt x="2785625" y="2606574"/>
                  </a:lnTo>
                  <a:lnTo>
                    <a:pt x="2785625" y="2605950"/>
                  </a:lnTo>
                  <a:lnTo>
                    <a:pt x="2785770" y="2605950"/>
                  </a:lnTo>
                  <a:lnTo>
                    <a:pt x="2785770" y="2605326"/>
                  </a:lnTo>
                  <a:lnTo>
                    <a:pt x="2785916" y="2605326"/>
                  </a:lnTo>
                  <a:lnTo>
                    <a:pt x="2786061" y="2605326"/>
                  </a:lnTo>
                  <a:lnTo>
                    <a:pt x="2786061" y="2604703"/>
                  </a:lnTo>
                  <a:lnTo>
                    <a:pt x="2786207" y="2604703"/>
                  </a:lnTo>
                  <a:lnTo>
                    <a:pt x="2786352" y="2604703"/>
                  </a:lnTo>
                  <a:lnTo>
                    <a:pt x="2786497" y="2604703"/>
                  </a:lnTo>
                  <a:lnTo>
                    <a:pt x="2786643" y="2604703"/>
                  </a:lnTo>
                  <a:lnTo>
                    <a:pt x="2786788" y="2604703"/>
                  </a:lnTo>
                  <a:lnTo>
                    <a:pt x="2786934" y="2604703"/>
                  </a:lnTo>
                  <a:lnTo>
                    <a:pt x="2787079" y="2604703"/>
                  </a:lnTo>
                  <a:lnTo>
                    <a:pt x="2787225" y="2604703"/>
                  </a:lnTo>
                  <a:lnTo>
                    <a:pt x="2787225" y="2604079"/>
                  </a:lnTo>
                  <a:lnTo>
                    <a:pt x="2787370" y="2604079"/>
                  </a:lnTo>
                  <a:lnTo>
                    <a:pt x="2787515" y="2604079"/>
                  </a:lnTo>
                  <a:lnTo>
                    <a:pt x="2787661" y="2604079"/>
                  </a:lnTo>
                  <a:lnTo>
                    <a:pt x="2787806" y="2604079"/>
                  </a:lnTo>
                  <a:lnTo>
                    <a:pt x="2787952" y="2604079"/>
                  </a:lnTo>
                  <a:lnTo>
                    <a:pt x="2788097" y="2604079"/>
                  </a:lnTo>
                  <a:lnTo>
                    <a:pt x="2788243" y="2604079"/>
                  </a:lnTo>
                  <a:lnTo>
                    <a:pt x="2788243" y="2603456"/>
                  </a:lnTo>
                  <a:lnTo>
                    <a:pt x="2788388" y="2603456"/>
                  </a:lnTo>
                  <a:lnTo>
                    <a:pt x="2788533" y="2603456"/>
                  </a:lnTo>
                  <a:lnTo>
                    <a:pt x="2788679" y="2603456"/>
                  </a:lnTo>
                  <a:lnTo>
                    <a:pt x="2788679" y="2602832"/>
                  </a:lnTo>
                  <a:lnTo>
                    <a:pt x="2788824" y="2602832"/>
                  </a:lnTo>
                  <a:lnTo>
                    <a:pt x="2788970" y="2602832"/>
                  </a:lnTo>
                  <a:lnTo>
                    <a:pt x="2789115" y="2602832"/>
                  </a:lnTo>
                  <a:lnTo>
                    <a:pt x="2789260" y="2602832"/>
                  </a:lnTo>
                  <a:lnTo>
                    <a:pt x="2789406" y="2602832"/>
                  </a:lnTo>
                  <a:lnTo>
                    <a:pt x="2789406" y="2602209"/>
                  </a:lnTo>
                  <a:lnTo>
                    <a:pt x="2789551" y="2602209"/>
                  </a:lnTo>
                  <a:lnTo>
                    <a:pt x="2789697" y="2602209"/>
                  </a:lnTo>
                  <a:lnTo>
                    <a:pt x="2789842" y="2602209"/>
                  </a:lnTo>
                  <a:lnTo>
                    <a:pt x="2789988" y="2602209"/>
                  </a:lnTo>
                  <a:lnTo>
                    <a:pt x="2790133" y="2602209"/>
                  </a:lnTo>
                  <a:lnTo>
                    <a:pt x="2790278" y="2602209"/>
                  </a:lnTo>
                  <a:lnTo>
                    <a:pt x="2790424" y="2602209"/>
                  </a:lnTo>
                  <a:lnTo>
                    <a:pt x="2790569" y="2602209"/>
                  </a:lnTo>
                  <a:lnTo>
                    <a:pt x="2790715" y="2602209"/>
                  </a:lnTo>
                  <a:lnTo>
                    <a:pt x="2790860" y="2602209"/>
                  </a:lnTo>
                  <a:lnTo>
                    <a:pt x="2791006" y="2602209"/>
                  </a:lnTo>
                  <a:lnTo>
                    <a:pt x="2791151" y="2602209"/>
                  </a:lnTo>
                  <a:lnTo>
                    <a:pt x="2791296" y="2602209"/>
                  </a:lnTo>
                  <a:lnTo>
                    <a:pt x="2791442" y="2602209"/>
                  </a:lnTo>
                  <a:lnTo>
                    <a:pt x="2791442" y="2601585"/>
                  </a:lnTo>
                  <a:lnTo>
                    <a:pt x="2791587" y="2601585"/>
                  </a:lnTo>
                  <a:lnTo>
                    <a:pt x="2791587" y="2600961"/>
                  </a:lnTo>
                  <a:lnTo>
                    <a:pt x="2791587" y="2600338"/>
                  </a:lnTo>
                  <a:lnTo>
                    <a:pt x="2791733" y="2600338"/>
                  </a:lnTo>
                  <a:lnTo>
                    <a:pt x="2791878" y="2600338"/>
                  </a:lnTo>
                  <a:lnTo>
                    <a:pt x="2792024" y="2600338"/>
                  </a:lnTo>
                  <a:lnTo>
                    <a:pt x="2792169" y="2600338"/>
                  </a:lnTo>
                  <a:lnTo>
                    <a:pt x="2792314" y="2600338"/>
                  </a:lnTo>
                  <a:lnTo>
                    <a:pt x="2792460" y="2600338"/>
                  </a:lnTo>
                  <a:lnTo>
                    <a:pt x="2792605" y="2600338"/>
                  </a:lnTo>
                  <a:lnTo>
                    <a:pt x="2792751" y="2600338"/>
                  </a:lnTo>
                  <a:lnTo>
                    <a:pt x="2792896" y="2600338"/>
                  </a:lnTo>
                  <a:lnTo>
                    <a:pt x="2793042" y="2600338"/>
                  </a:lnTo>
                  <a:lnTo>
                    <a:pt x="2793187" y="2600338"/>
                  </a:lnTo>
                  <a:lnTo>
                    <a:pt x="2793332" y="2600338"/>
                  </a:lnTo>
                  <a:lnTo>
                    <a:pt x="2793478" y="2600338"/>
                  </a:lnTo>
                  <a:lnTo>
                    <a:pt x="2793478" y="2599714"/>
                  </a:lnTo>
                  <a:lnTo>
                    <a:pt x="2793623" y="2599714"/>
                  </a:lnTo>
                  <a:lnTo>
                    <a:pt x="2793769" y="2599714"/>
                  </a:lnTo>
                  <a:lnTo>
                    <a:pt x="2793914" y="2599714"/>
                  </a:lnTo>
                  <a:lnTo>
                    <a:pt x="2794060" y="2599714"/>
                  </a:lnTo>
                  <a:lnTo>
                    <a:pt x="2794205" y="2599714"/>
                  </a:lnTo>
                  <a:lnTo>
                    <a:pt x="2794350" y="2599714"/>
                  </a:lnTo>
                  <a:lnTo>
                    <a:pt x="2794496" y="2599714"/>
                  </a:lnTo>
                  <a:lnTo>
                    <a:pt x="2794641" y="2599714"/>
                  </a:lnTo>
                  <a:lnTo>
                    <a:pt x="2794787" y="2599714"/>
                  </a:lnTo>
                  <a:lnTo>
                    <a:pt x="2794932" y="2599714"/>
                  </a:lnTo>
                  <a:lnTo>
                    <a:pt x="2795078" y="2599714"/>
                  </a:lnTo>
                  <a:lnTo>
                    <a:pt x="2795223" y="2599714"/>
                  </a:lnTo>
                  <a:lnTo>
                    <a:pt x="2795223" y="2599091"/>
                  </a:lnTo>
                  <a:lnTo>
                    <a:pt x="2795368" y="2599091"/>
                  </a:lnTo>
                  <a:lnTo>
                    <a:pt x="2795514" y="2599091"/>
                  </a:lnTo>
                  <a:lnTo>
                    <a:pt x="2795659" y="2599091"/>
                  </a:lnTo>
                  <a:lnTo>
                    <a:pt x="2795805" y="2599091"/>
                  </a:lnTo>
                  <a:lnTo>
                    <a:pt x="2795805" y="2598467"/>
                  </a:lnTo>
                  <a:lnTo>
                    <a:pt x="2795950" y="2598467"/>
                  </a:lnTo>
                  <a:lnTo>
                    <a:pt x="2796095" y="2598467"/>
                  </a:lnTo>
                  <a:lnTo>
                    <a:pt x="2796095" y="2597843"/>
                  </a:lnTo>
                  <a:lnTo>
                    <a:pt x="2796241" y="2597843"/>
                  </a:lnTo>
                  <a:lnTo>
                    <a:pt x="2796241" y="2597220"/>
                  </a:lnTo>
                  <a:lnTo>
                    <a:pt x="2796386" y="2597220"/>
                  </a:lnTo>
                  <a:lnTo>
                    <a:pt x="2796532" y="2597220"/>
                  </a:lnTo>
                  <a:lnTo>
                    <a:pt x="2796677" y="2597220"/>
                  </a:lnTo>
                  <a:lnTo>
                    <a:pt x="2796823" y="2597220"/>
                  </a:lnTo>
                  <a:lnTo>
                    <a:pt x="2796968" y="2597220"/>
                  </a:lnTo>
                  <a:lnTo>
                    <a:pt x="2797113" y="2597220"/>
                  </a:lnTo>
                  <a:lnTo>
                    <a:pt x="2797259" y="2597220"/>
                  </a:lnTo>
                  <a:lnTo>
                    <a:pt x="2797404" y="2597220"/>
                  </a:lnTo>
                  <a:lnTo>
                    <a:pt x="2797550" y="2597220"/>
                  </a:lnTo>
                  <a:lnTo>
                    <a:pt x="2797695" y="2597220"/>
                  </a:lnTo>
                  <a:lnTo>
                    <a:pt x="2797841" y="2597220"/>
                  </a:lnTo>
                  <a:lnTo>
                    <a:pt x="2797986" y="2597220"/>
                  </a:lnTo>
                  <a:lnTo>
                    <a:pt x="2797986" y="2596596"/>
                  </a:lnTo>
                  <a:lnTo>
                    <a:pt x="2798131" y="2596596"/>
                  </a:lnTo>
                  <a:lnTo>
                    <a:pt x="2798277" y="2596596"/>
                  </a:lnTo>
                  <a:lnTo>
                    <a:pt x="2798422" y="2596596"/>
                  </a:lnTo>
                  <a:lnTo>
                    <a:pt x="2798422" y="2595973"/>
                  </a:lnTo>
                  <a:lnTo>
                    <a:pt x="2798568" y="2595973"/>
                  </a:lnTo>
                  <a:lnTo>
                    <a:pt x="2798713" y="2595973"/>
                  </a:lnTo>
                  <a:lnTo>
                    <a:pt x="2798859" y="2595973"/>
                  </a:lnTo>
                  <a:lnTo>
                    <a:pt x="2799004" y="2595973"/>
                  </a:lnTo>
                  <a:lnTo>
                    <a:pt x="2799149" y="2595973"/>
                  </a:lnTo>
                  <a:lnTo>
                    <a:pt x="2799295" y="2595973"/>
                  </a:lnTo>
                  <a:lnTo>
                    <a:pt x="2799440" y="2595973"/>
                  </a:lnTo>
                  <a:lnTo>
                    <a:pt x="2799586" y="2595973"/>
                  </a:lnTo>
                  <a:lnTo>
                    <a:pt x="2799731" y="2595973"/>
                  </a:lnTo>
                  <a:lnTo>
                    <a:pt x="2799877" y="2595973"/>
                  </a:lnTo>
                  <a:lnTo>
                    <a:pt x="2799877" y="2595349"/>
                  </a:lnTo>
                  <a:lnTo>
                    <a:pt x="2800022" y="2595349"/>
                  </a:lnTo>
                  <a:lnTo>
                    <a:pt x="2800167" y="2595349"/>
                  </a:lnTo>
                  <a:lnTo>
                    <a:pt x="2800313" y="2595349"/>
                  </a:lnTo>
                  <a:lnTo>
                    <a:pt x="2800313" y="2594726"/>
                  </a:lnTo>
                  <a:lnTo>
                    <a:pt x="2800313" y="2594102"/>
                  </a:lnTo>
                  <a:lnTo>
                    <a:pt x="2800458" y="2594102"/>
                  </a:lnTo>
                  <a:lnTo>
                    <a:pt x="2800604" y="2594102"/>
                  </a:lnTo>
                  <a:lnTo>
                    <a:pt x="2800604" y="2593478"/>
                  </a:lnTo>
                  <a:lnTo>
                    <a:pt x="2800749" y="2593478"/>
                  </a:lnTo>
                  <a:lnTo>
                    <a:pt x="2800895" y="2593478"/>
                  </a:lnTo>
                  <a:lnTo>
                    <a:pt x="2800895" y="2592855"/>
                  </a:lnTo>
                  <a:lnTo>
                    <a:pt x="2801040" y="2592855"/>
                  </a:lnTo>
                  <a:lnTo>
                    <a:pt x="2801185" y="2592855"/>
                  </a:lnTo>
                  <a:lnTo>
                    <a:pt x="2801331" y="2592855"/>
                  </a:lnTo>
                  <a:lnTo>
                    <a:pt x="2801476" y="2592855"/>
                  </a:lnTo>
                  <a:lnTo>
                    <a:pt x="2801622" y="2592855"/>
                  </a:lnTo>
                  <a:lnTo>
                    <a:pt x="2801622" y="2592231"/>
                  </a:lnTo>
                  <a:lnTo>
                    <a:pt x="2801767" y="2592231"/>
                  </a:lnTo>
                  <a:lnTo>
                    <a:pt x="2801913" y="2592231"/>
                  </a:lnTo>
                  <a:lnTo>
                    <a:pt x="2802058" y="2592231"/>
                  </a:lnTo>
                  <a:lnTo>
                    <a:pt x="2802203" y="2592231"/>
                  </a:lnTo>
                  <a:lnTo>
                    <a:pt x="2802349" y="2592231"/>
                  </a:lnTo>
                  <a:lnTo>
                    <a:pt x="2802494" y="2592231"/>
                  </a:lnTo>
                  <a:lnTo>
                    <a:pt x="2802640" y="2592231"/>
                  </a:lnTo>
                  <a:lnTo>
                    <a:pt x="2802785" y="2592231"/>
                  </a:lnTo>
                  <a:lnTo>
                    <a:pt x="2802930" y="2592231"/>
                  </a:lnTo>
                  <a:lnTo>
                    <a:pt x="2802930" y="2591608"/>
                  </a:lnTo>
                  <a:lnTo>
                    <a:pt x="2803076" y="2591608"/>
                  </a:lnTo>
                  <a:lnTo>
                    <a:pt x="2803221" y="2591608"/>
                  </a:lnTo>
                  <a:lnTo>
                    <a:pt x="2803367" y="2591608"/>
                  </a:lnTo>
                  <a:lnTo>
                    <a:pt x="2803512" y="2591608"/>
                  </a:lnTo>
                  <a:lnTo>
                    <a:pt x="2803658" y="2591608"/>
                  </a:lnTo>
                  <a:lnTo>
                    <a:pt x="2803803" y="2591608"/>
                  </a:lnTo>
                  <a:lnTo>
                    <a:pt x="2803948" y="2591608"/>
                  </a:lnTo>
                  <a:lnTo>
                    <a:pt x="2804094" y="2591608"/>
                  </a:lnTo>
                  <a:lnTo>
                    <a:pt x="2804239" y="2591608"/>
                  </a:lnTo>
                  <a:lnTo>
                    <a:pt x="2804385" y="2591608"/>
                  </a:lnTo>
                  <a:lnTo>
                    <a:pt x="2804530" y="2591608"/>
                  </a:lnTo>
                  <a:lnTo>
                    <a:pt x="2804676" y="2591608"/>
                  </a:lnTo>
                  <a:lnTo>
                    <a:pt x="2804821" y="2591608"/>
                  </a:lnTo>
                  <a:lnTo>
                    <a:pt x="2804966" y="2591608"/>
                  </a:lnTo>
                  <a:lnTo>
                    <a:pt x="2805112" y="2591608"/>
                  </a:lnTo>
                  <a:lnTo>
                    <a:pt x="2805257" y="2591608"/>
                  </a:lnTo>
                  <a:lnTo>
                    <a:pt x="2805403" y="2591608"/>
                  </a:lnTo>
                  <a:lnTo>
                    <a:pt x="2805403" y="2590984"/>
                  </a:lnTo>
                  <a:lnTo>
                    <a:pt x="2805548" y="2590984"/>
                  </a:lnTo>
                  <a:lnTo>
                    <a:pt x="2805694" y="2590984"/>
                  </a:lnTo>
                  <a:lnTo>
                    <a:pt x="2805839" y="2590984"/>
                  </a:lnTo>
                  <a:lnTo>
                    <a:pt x="2805839" y="2590360"/>
                  </a:lnTo>
                  <a:lnTo>
                    <a:pt x="2805984" y="2590360"/>
                  </a:lnTo>
                  <a:lnTo>
                    <a:pt x="2806130" y="2590360"/>
                  </a:lnTo>
                  <a:lnTo>
                    <a:pt x="2806275" y="2590360"/>
                  </a:lnTo>
                  <a:lnTo>
                    <a:pt x="2806421" y="2590360"/>
                  </a:lnTo>
                  <a:lnTo>
                    <a:pt x="2806421" y="2589737"/>
                  </a:lnTo>
                  <a:lnTo>
                    <a:pt x="2806566" y="2589737"/>
                  </a:lnTo>
                  <a:lnTo>
                    <a:pt x="2806566" y="2589113"/>
                  </a:lnTo>
                  <a:lnTo>
                    <a:pt x="2806712" y="2589113"/>
                  </a:lnTo>
                  <a:lnTo>
                    <a:pt x="2806857" y="2589113"/>
                  </a:lnTo>
                  <a:lnTo>
                    <a:pt x="2807002" y="2589113"/>
                  </a:lnTo>
                  <a:lnTo>
                    <a:pt x="2807002" y="2588490"/>
                  </a:lnTo>
                  <a:lnTo>
                    <a:pt x="2807148" y="2588490"/>
                  </a:lnTo>
                  <a:lnTo>
                    <a:pt x="2807293" y="2588490"/>
                  </a:lnTo>
                  <a:lnTo>
                    <a:pt x="2807439" y="2588490"/>
                  </a:lnTo>
                  <a:lnTo>
                    <a:pt x="2807439" y="2587866"/>
                  </a:lnTo>
                  <a:lnTo>
                    <a:pt x="2807584" y="2587866"/>
                  </a:lnTo>
                  <a:lnTo>
                    <a:pt x="2807584" y="2587243"/>
                  </a:lnTo>
                  <a:lnTo>
                    <a:pt x="2807730" y="2587243"/>
                  </a:lnTo>
                  <a:lnTo>
                    <a:pt x="2807875" y="2587243"/>
                  </a:lnTo>
                  <a:lnTo>
                    <a:pt x="2808020" y="2587243"/>
                  </a:lnTo>
                  <a:lnTo>
                    <a:pt x="2808166" y="2587243"/>
                  </a:lnTo>
                  <a:lnTo>
                    <a:pt x="2808311" y="2587243"/>
                  </a:lnTo>
                  <a:lnTo>
                    <a:pt x="2808311" y="2586619"/>
                  </a:lnTo>
                  <a:lnTo>
                    <a:pt x="2808311" y="2585995"/>
                  </a:lnTo>
                  <a:lnTo>
                    <a:pt x="2808457" y="2585995"/>
                  </a:lnTo>
                  <a:lnTo>
                    <a:pt x="2808602" y="2585995"/>
                  </a:lnTo>
                  <a:lnTo>
                    <a:pt x="2808747" y="2585995"/>
                  </a:lnTo>
                  <a:lnTo>
                    <a:pt x="2808893" y="2585995"/>
                  </a:lnTo>
                  <a:lnTo>
                    <a:pt x="2809038" y="2585995"/>
                  </a:lnTo>
                  <a:lnTo>
                    <a:pt x="2809184" y="2585995"/>
                  </a:lnTo>
                  <a:lnTo>
                    <a:pt x="2809184" y="2585372"/>
                  </a:lnTo>
                  <a:lnTo>
                    <a:pt x="2809184" y="2584748"/>
                  </a:lnTo>
                  <a:lnTo>
                    <a:pt x="2809329" y="2584748"/>
                  </a:lnTo>
                  <a:lnTo>
                    <a:pt x="2809475" y="2584748"/>
                  </a:lnTo>
                  <a:lnTo>
                    <a:pt x="2809475" y="2584125"/>
                  </a:lnTo>
                  <a:lnTo>
                    <a:pt x="2809620" y="2584125"/>
                  </a:lnTo>
                  <a:lnTo>
                    <a:pt x="2809765" y="2584125"/>
                  </a:lnTo>
                  <a:lnTo>
                    <a:pt x="2809911" y="2584125"/>
                  </a:lnTo>
                  <a:lnTo>
                    <a:pt x="2810056" y="2584125"/>
                  </a:lnTo>
                  <a:lnTo>
                    <a:pt x="2810202" y="2584125"/>
                  </a:lnTo>
                  <a:lnTo>
                    <a:pt x="2810347" y="2584125"/>
                  </a:lnTo>
                  <a:lnTo>
                    <a:pt x="2810347" y="2583501"/>
                  </a:lnTo>
                  <a:lnTo>
                    <a:pt x="2810493" y="2583501"/>
                  </a:lnTo>
                  <a:lnTo>
                    <a:pt x="2810638" y="2583501"/>
                  </a:lnTo>
                  <a:lnTo>
                    <a:pt x="2810638" y="2582877"/>
                  </a:lnTo>
                  <a:lnTo>
                    <a:pt x="2810783" y="2582877"/>
                  </a:lnTo>
                  <a:lnTo>
                    <a:pt x="2810929" y="2582877"/>
                  </a:lnTo>
                  <a:lnTo>
                    <a:pt x="2811074" y="2582877"/>
                  </a:lnTo>
                  <a:lnTo>
                    <a:pt x="2811220" y="2582877"/>
                  </a:lnTo>
                  <a:lnTo>
                    <a:pt x="2811365" y="2582877"/>
                  </a:lnTo>
                  <a:lnTo>
                    <a:pt x="2811365" y="2582254"/>
                  </a:lnTo>
                  <a:lnTo>
                    <a:pt x="2811511" y="2582254"/>
                  </a:lnTo>
                  <a:lnTo>
                    <a:pt x="2811656" y="2582254"/>
                  </a:lnTo>
                  <a:lnTo>
                    <a:pt x="2811801" y="2582254"/>
                  </a:lnTo>
                  <a:lnTo>
                    <a:pt x="2811947" y="2582254"/>
                  </a:lnTo>
                  <a:lnTo>
                    <a:pt x="2812092" y="2582254"/>
                  </a:lnTo>
                  <a:lnTo>
                    <a:pt x="2812238" y="2582254"/>
                  </a:lnTo>
                  <a:lnTo>
                    <a:pt x="2812383" y="2582254"/>
                  </a:lnTo>
                  <a:lnTo>
                    <a:pt x="2812529" y="2582254"/>
                  </a:lnTo>
                  <a:lnTo>
                    <a:pt x="2812674" y="2582254"/>
                  </a:lnTo>
                  <a:lnTo>
                    <a:pt x="2812819" y="2582254"/>
                  </a:lnTo>
                  <a:lnTo>
                    <a:pt x="2812965" y="2582254"/>
                  </a:lnTo>
                  <a:lnTo>
                    <a:pt x="2812965" y="2581630"/>
                  </a:lnTo>
                  <a:lnTo>
                    <a:pt x="2813110" y="2581630"/>
                  </a:lnTo>
                  <a:lnTo>
                    <a:pt x="2813256" y="2581630"/>
                  </a:lnTo>
                  <a:lnTo>
                    <a:pt x="2813401" y="2581630"/>
                  </a:lnTo>
                  <a:lnTo>
                    <a:pt x="2813547" y="2581630"/>
                  </a:lnTo>
                  <a:lnTo>
                    <a:pt x="2813692" y="2581630"/>
                  </a:lnTo>
                  <a:lnTo>
                    <a:pt x="2813692" y="2581007"/>
                  </a:lnTo>
                  <a:lnTo>
                    <a:pt x="2813837" y="2581007"/>
                  </a:lnTo>
                  <a:lnTo>
                    <a:pt x="2813983" y="2581007"/>
                  </a:lnTo>
                  <a:lnTo>
                    <a:pt x="2814128" y="2581007"/>
                  </a:lnTo>
                  <a:lnTo>
                    <a:pt x="2814274" y="2581007"/>
                  </a:lnTo>
                  <a:lnTo>
                    <a:pt x="2814419" y="2581007"/>
                  </a:lnTo>
                  <a:lnTo>
                    <a:pt x="2814565" y="2581007"/>
                  </a:lnTo>
                  <a:lnTo>
                    <a:pt x="2814565" y="2580383"/>
                  </a:lnTo>
                  <a:lnTo>
                    <a:pt x="2814565" y="2579760"/>
                  </a:lnTo>
                  <a:lnTo>
                    <a:pt x="2814710" y="2579760"/>
                  </a:lnTo>
                  <a:lnTo>
                    <a:pt x="2814855" y="2579760"/>
                  </a:lnTo>
                  <a:lnTo>
                    <a:pt x="2815001" y="2579760"/>
                  </a:lnTo>
                  <a:lnTo>
                    <a:pt x="2815146" y="2579760"/>
                  </a:lnTo>
                  <a:lnTo>
                    <a:pt x="2815292" y="2579760"/>
                  </a:lnTo>
                  <a:lnTo>
                    <a:pt x="2815437" y="2579760"/>
                  </a:lnTo>
                  <a:lnTo>
                    <a:pt x="2815582" y="2579760"/>
                  </a:lnTo>
                  <a:lnTo>
                    <a:pt x="2815728" y="2579760"/>
                  </a:lnTo>
                  <a:lnTo>
                    <a:pt x="2815728" y="2579136"/>
                  </a:lnTo>
                  <a:lnTo>
                    <a:pt x="2815873" y="2579136"/>
                  </a:lnTo>
                  <a:lnTo>
                    <a:pt x="2816019" y="2579136"/>
                  </a:lnTo>
                  <a:lnTo>
                    <a:pt x="2816019" y="2578512"/>
                  </a:lnTo>
                  <a:lnTo>
                    <a:pt x="2816164" y="2578512"/>
                  </a:lnTo>
                  <a:lnTo>
                    <a:pt x="2816310" y="2578512"/>
                  </a:lnTo>
                  <a:lnTo>
                    <a:pt x="2816455" y="2578512"/>
                  </a:lnTo>
                  <a:lnTo>
                    <a:pt x="2816455" y="2577889"/>
                  </a:lnTo>
                  <a:lnTo>
                    <a:pt x="2816455" y="2577265"/>
                  </a:lnTo>
                  <a:lnTo>
                    <a:pt x="2816600" y="2577265"/>
                  </a:lnTo>
                  <a:lnTo>
                    <a:pt x="2816746" y="2577265"/>
                  </a:lnTo>
                  <a:lnTo>
                    <a:pt x="2816746" y="2576642"/>
                  </a:lnTo>
                  <a:lnTo>
                    <a:pt x="2816891" y="2576642"/>
                  </a:lnTo>
                  <a:lnTo>
                    <a:pt x="2817037" y="2576642"/>
                  </a:lnTo>
                  <a:lnTo>
                    <a:pt x="2817182" y="2576642"/>
                  </a:lnTo>
                  <a:lnTo>
                    <a:pt x="2817328" y="2576642"/>
                  </a:lnTo>
                  <a:lnTo>
                    <a:pt x="2817473" y="2576642"/>
                  </a:lnTo>
                  <a:lnTo>
                    <a:pt x="2817618" y="2576642"/>
                  </a:lnTo>
                  <a:lnTo>
                    <a:pt x="2817764" y="2576642"/>
                  </a:lnTo>
                  <a:lnTo>
                    <a:pt x="2817764" y="2576018"/>
                  </a:lnTo>
                  <a:lnTo>
                    <a:pt x="2817909" y="2576018"/>
                  </a:lnTo>
                  <a:lnTo>
                    <a:pt x="2818055" y="2576018"/>
                  </a:lnTo>
                  <a:lnTo>
                    <a:pt x="2818200" y="2576018"/>
                  </a:lnTo>
                  <a:lnTo>
                    <a:pt x="2818346" y="2576018"/>
                  </a:lnTo>
                  <a:lnTo>
                    <a:pt x="2818491" y="2576018"/>
                  </a:lnTo>
                  <a:lnTo>
                    <a:pt x="2818636" y="2576018"/>
                  </a:lnTo>
                  <a:lnTo>
                    <a:pt x="2818782" y="2576018"/>
                  </a:lnTo>
                  <a:lnTo>
                    <a:pt x="2818927" y="2576018"/>
                  </a:lnTo>
                  <a:lnTo>
                    <a:pt x="2819073" y="2576018"/>
                  </a:lnTo>
                  <a:lnTo>
                    <a:pt x="2819218" y="2576018"/>
                  </a:lnTo>
                  <a:lnTo>
                    <a:pt x="2819364" y="2576018"/>
                  </a:lnTo>
                  <a:lnTo>
                    <a:pt x="2819364" y="2575394"/>
                  </a:lnTo>
                  <a:lnTo>
                    <a:pt x="2819509" y="2575394"/>
                  </a:lnTo>
                  <a:lnTo>
                    <a:pt x="2819654" y="2575394"/>
                  </a:lnTo>
                  <a:lnTo>
                    <a:pt x="2819800" y="2575394"/>
                  </a:lnTo>
                  <a:lnTo>
                    <a:pt x="2819800" y="2574771"/>
                  </a:lnTo>
                  <a:lnTo>
                    <a:pt x="2819800" y="2574147"/>
                  </a:lnTo>
                  <a:lnTo>
                    <a:pt x="2819945" y="2574147"/>
                  </a:lnTo>
                  <a:lnTo>
                    <a:pt x="2820091" y="2574147"/>
                  </a:lnTo>
                  <a:lnTo>
                    <a:pt x="2820236" y="2574147"/>
                  </a:lnTo>
                  <a:lnTo>
                    <a:pt x="2820382" y="2574147"/>
                  </a:lnTo>
                  <a:lnTo>
                    <a:pt x="2820527" y="2574147"/>
                  </a:lnTo>
                  <a:lnTo>
                    <a:pt x="2820672" y="2574147"/>
                  </a:lnTo>
                  <a:lnTo>
                    <a:pt x="2820818" y="2574147"/>
                  </a:lnTo>
                  <a:lnTo>
                    <a:pt x="2820963" y="2574147"/>
                  </a:lnTo>
                  <a:lnTo>
                    <a:pt x="2821109" y="2574147"/>
                  </a:lnTo>
                  <a:lnTo>
                    <a:pt x="2821254" y="2574147"/>
                  </a:lnTo>
                  <a:lnTo>
                    <a:pt x="2821254" y="2573524"/>
                  </a:lnTo>
                  <a:lnTo>
                    <a:pt x="2821400" y="2573524"/>
                  </a:lnTo>
                  <a:lnTo>
                    <a:pt x="2821400" y="2572900"/>
                  </a:lnTo>
                  <a:lnTo>
                    <a:pt x="2821545" y="2572900"/>
                  </a:lnTo>
                  <a:lnTo>
                    <a:pt x="2821545" y="2572277"/>
                  </a:lnTo>
                  <a:lnTo>
                    <a:pt x="2821690" y="2572277"/>
                  </a:lnTo>
                  <a:lnTo>
                    <a:pt x="2821836" y="2572277"/>
                  </a:lnTo>
                  <a:lnTo>
                    <a:pt x="2821981" y="2572277"/>
                  </a:lnTo>
                  <a:lnTo>
                    <a:pt x="2822127" y="2572277"/>
                  </a:lnTo>
                  <a:lnTo>
                    <a:pt x="2822272" y="2572277"/>
                  </a:lnTo>
                  <a:lnTo>
                    <a:pt x="2822417" y="2572277"/>
                  </a:lnTo>
                  <a:lnTo>
                    <a:pt x="2822563" y="2572277"/>
                  </a:lnTo>
                  <a:lnTo>
                    <a:pt x="2822563" y="2571653"/>
                  </a:lnTo>
                  <a:lnTo>
                    <a:pt x="2822563" y="2571029"/>
                  </a:lnTo>
                  <a:lnTo>
                    <a:pt x="2822708" y="2571029"/>
                  </a:lnTo>
                  <a:lnTo>
                    <a:pt x="2822854" y="2571029"/>
                  </a:lnTo>
                  <a:lnTo>
                    <a:pt x="2822999" y="2571029"/>
                  </a:lnTo>
                  <a:lnTo>
                    <a:pt x="2823145" y="2571029"/>
                  </a:lnTo>
                  <a:lnTo>
                    <a:pt x="2823290" y="2571029"/>
                  </a:lnTo>
                  <a:lnTo>
                    <a:pt x="2823290" y="2570406"/>
                  </a:lnTo>
                  <a:lnTo>
                    <a:pt x="2823435" y="2570406"/>
                  </a:lnTo>
                  <a:lnTo>
                    <a:pt x="2823581" y="2570406"/>
                  </a:lnTo>
                  <a:lnTo>
                    <a:pt x="2823726" y="2570406"/>
                  </a:lnTo>
                  <a:lnTo>
                    <a:pt x="2823872" y="2570406"/>
                  </a:lnTo>
                  <a:lnTo>
                    <a:pt x="2824017" y="2570406"/>
                  </a:lnTo>
                  <a:lnTo>
                    <a:pt x="2824163" y="2570406"/>
                  </a:lnTo>
                  <a:lnTo>
                    <a:pt x="2824308" y="2570406"/>
                  </a:lnTo>
                  <a:lnTo>
                    <a:pt x="2824453" y="2570406"/>
                  </a:lnTo>
                  <a:lnTo>
                    <a:pt x="2824599" y="2570406"/>
                  </a:lnTo>
                  <a:lnTo>
                    <a:pt x="2824744" y="2570406"/>
                  </a:lnTo>
                  <a:lnTo>
                    <a:pt x="2824890" y="2570406"/>
                  </a:lnTo>
                  <a:lnTo>
                    <a:pt x="2825035" y="2570406"/>
                  </a:lnTo>
                  <a:lnTo>
                    <a:pt x="2825181" y="2570406"/>
                  </a:lnTo>
                  <a:lnTo>
                    <a:pt x="2825181" y="2569782"/>
                  </a:lnTo>
                  <a:lnTo>
                    <a:pt x="2825181" y="2569159"/>
                  </a:lnTo>
                  <a:lnTo>
                    <a:pt x="2825326" y="2569159"/>
                  </a:lnTo>
                  <a:lnTo>
                    <a:pt x="2825471" y="2569159"/>
                  </a:lnTo>
                  <a:lnTo>
                    <a:pt x="2825471" y="2568535"/>
                  </a:lnTo>
                  <a:lnTo>
                    <a:pt x="2825617" y="2568535"/>
                  </a:lnTo>
                  <a:lnTo>
                    <a:pt x="2825762" y="2568535"/>
                  </a:lnTo>
                  <a:lnTo>
                    <a:pt x="2825908" y="2568535"/>
                  </a:lnTo>
                  <a:lnTo>
                    <a:pt x="2826053" y="2568535"/>
                  </a:lnTo>
                  <a:lnTo>
                    <a:pt x="2826199" y="2568535"/>
                  </a:lnTo>
                  <a:lnTo>
                    <a:pt x="2826199" y="2567911"/>
                  </a:lnTo>
                  <a:lnTo>
                    <a:pt x="2826344" y="2567911"/>
                  </a:lnTo>
                  <a:lnTo>
                    <a:pt x="2826489" y="2567911"/>
                  </a:lnTo>
                  <a:lnTo>
                    <a:pt x="2826635" y="2567911"/>
                  </a:lnTo>
                  <a:lnTo>
                    <a:pt x="2826780" y="2567911"/>
                  </a:lnTo>
                  <a:lnTo>
                    <a:pt x="2826926" y="2567911"/>
                  </a:lnTo>
                  <a:lnTo>
                    <a:pt x="2827071" y="2567911"/>
                  </a:lnTo>
                  <a:lnTo>
                    <a:pt x="2827217" y="2567911"/>
                  </a:lnTo>
                  <a:lnTo>
                    <a:pt x="2827362" y="2567911"/>
                  </a:lnTo>
                  <a:lnTo>
                    <a:pt x="2827507" y="2567911"/>
                  </a:lnTo>
                  <a:lnTo>
                    <a:pt x="2827653" y="2567911"/>
                  </a:lnTo>
                  <a:lnTo>
                    <a:pt x="2827798" y="2567911"/>
                  </a:lnTo>
                  <a:lnTo>
                    <a:pt x="2827798" y="2567288"/>
                  </a:lnTo>
                  <a:lnTo>
                    <a:pt x="2827944" y="2567288"/>
                  </a:lnTo>
                  <a:lnTo>
                    <a:pt x="2828089" y="2567288"/>
                  </a:lnTo>
                  <a:lnTo>
                    <a:pt x="2828235" y="2567288"/>
                  </a:lnTo>
                  <a:lnTo>
                    <a:pt x="2828235" y="2566664"/>
                  </a:lnTo>
                  <a:lnTo>
                    <a:pt x="2828380" y="2566664"/>
                  </a:lnTo>
                  <a:lnTo>
                    <a:pt x="2828525" y="2566664"/>
                  </a:lnTo>
                  <a:lnTo>
                    <a:pt x="2828525" y="2566041"/>
                  </a:lnTo>
                  <a:lnTo>
                    <a:pt x="2828671" y="2566041"/>
                  </a:lnTo>
                  <a:lnTo>
                    <a:pt x="2828816" y="2566041"/>
                  </a:lnTo>
                  <a:lnTo>
                    <a:pt x="2828816" y="2565417"/>
                  </a:lnTo>
                  <a:lnTo>
                    <a:pt x="2828962" y="2565417"/>
                  </a:lnTo>
                  <a:lnTo>
                    <a:pt x="2829107" y="2565417"/>
                  </a:lnTo>
                  <a:lnTo>
                    <a:pt x="2829252" y="2565417"/>
                  </a:lnTo>
                  <a:lnTo>
                    <a:pt x="2829398" y="2565417"/>
                  </a:lnTo>
                  <a:lnTo>
                    <a:pt x="2829543" y="2565417"/>
                  </a:lnTo>
                  <a:lnTo>
                    <a:pt x="2829689" y="2565417"/>
                  </a:lnTo>
                  <a:lnTo>
                    <a:pt x="2829834" y="2565417"/>
                  </a:lnTo>
                  <a:lnTo>
                    <a:pt x="2829980" y="2565417"/>
                  </a:lnTo>
                  <a:lnTo>
                    <a:pt x="2830125" y="2565417"/>
                  </a:lnTo>
                  <a:lnTo>
                    <a:pt x="2830270" y="2565417"/>
                  </a:lnTo>
                  <a:lnTo>
                    <a:pt x="2830416" y="2565417"/>
                  </a:lnTo>
                  <a:lnTo>
                    <a:pt x="2830561" y="2565417"/>
                  </a:lnTo>
                  <a:lnTo>
                    <a:pt x="2830707" y="2565417"/>
                  </a:lnTo>
                  <a:lnTo>
                    <a:pt x="2830852" y="2565417"/>
                  </a:lnTo>
                  <a:lnTo>
                    <a:pt x="2830998" y="2565417"/>
                  </a:lnTo>
                  <a:lnTo>
                    <a:pt x="2831143" y="2565417"/>
                  </a:lnTo>
                  <a:lnTo>
                    <a:pt x="2831288" y="2565417"/>
                  </a:lnTo>
                  <a:lnTo>
                    <a:pt x="2831434" y="2565417"/>
                  </a:lnTo>
                  <a:lnTo>
                    <a:pt x="2831579" y="2565417"/>
                  </a:lnTo>
                  <a:lnTo>
                    <a:pt x="2831725" y="2565417"/>
                  </a:lnTo>
                  <a:lnTo>
                    <a:pt x="2831870" y="2565417"/>
                  </a:lnTo>
                  <a:lnTo>
                    <a:pt x="2831870" y="2564794"/>
                  </a:lnTo>
                  <a:lnTo>
                    <a:pt x="2832016" y="2564794"/>
                  </a:lnTo>
                  <a:lnTo>
                    <a:pt x="2832161" y="2564794"/>
                  </a:lnTo>
                  <a:lnTo>
                    <a:pt x="2832306" y="2564794"/>
                  </a:lnTo>
                  <a:lnTo>
                    <a:pt x="2832452" y="2564794"/>
                  </a:lnTo>
                  <a:lnTo>
                    <a:pt x="2832597" y="2564794"/>
                  </a:lnTo>
                  <a:lnTo>
                    <a:pt x="2832743" y="2564794"/>
                  </a:lnTo>
                  <a:lnTo>
                    <a:pt x="2832888" y="2564794"/>
                  </a:lnTo>
                  <a:lnTo>
                    <a:pt x="2833034" y="2564794"/>
                  </a:lnTo>
                  <a:lnTo>
                    <a:pt x="2833179" y="2564794"/>
                  </a:lnTo>
                  <a:lnTo>
                    <a:pt x="2833324" y="2564794"/>
                  </a:lnTo>
                  <a:lnTo>
                    <a:pt x="2833324" y="2564170"/>
                  </a:lnTo>
                  <a:lnTo>
                    <a:pt x="2833324" y="2563546"/>
                  </a:lnTo>
                  <a:lnTo>
                    <a:pt x="2833470" y="2563546"/>
                  </a:lnTo>
                  <a:lnTo>
                    <a:pt x="2833615" y="2563546"/>
                  </a:lnTo>
                  <a:lnTo>
                    <a:pt x="2833761" y="2563546"/>
                  </a:lnTo>
                  <a:lnTo>
                    <a:pt x="2833906" y="2563546"/>
                  </a:lnTo>
                  <a:lnTo>
                    <a:pt x="2834052" y="2563546"/>
                  </a:lnTo>
                  <a:lnTo>
                    <a:pt x="2834052" y="2562923"/>
                  </a:lnTo>
                  <a:lnTo>
                    <a:pt x="2834197" y="2562923"/>
                  </a:lnTo>
                  <a:lnTo>
                    <a:pt x="2834197" y="2562299"/>
                  </a:lnTo>
                  <a:lnTo>
                    <a:pt x="2834342" y="2562299"/>
                  </a:lnTo>
                  <a:lnTo>
                    <a:pt x="2834488" y="2562299"/>
                  </a:lnTo>
                  <a:lnTo>
                    <a:pt x="2834488" y="2561676"/>
                  </a:lnTo>
                  <a:lnTo>
                    <a:pt x="2834488" y="2561052"/>
                  </a:lnTo>
                  <a:lnTo>
                    <a:pt x="2834633" y="2561052"/>
                  </a:lnTo>
                  <a:lnTo>
                    <a:pt x="2834633" y="2560429"/>
                  </a:lnTo>
                  <a:lnTo>
                    <a:pt x="2834779" y="2560429"/>
                  </a:lnTo>
                  <a:lnTo>
                    <a:pt x="2834924" y="2560429"/>
                  </a:lnTo>
                  <a:lnTo>
                    <a:pt x="2834924" y="2559805"/>
                  </a:lnTo>
                  <a:lnTo>
                    <a:pt x="2835070" y="2559805"/>
                  </a:lnTo>
                  <a:lnTo>
                    <a:pt x="2835070" y="2559181"/>
                  </a:lnTo>
                  <a:lnTo>
                    <a:pt x="2835070" y="2558558"/>
                  </a:lnTo>
                  <a:lnTo>
                    <a:pt x="2835215" y="2558558"/>
                  </a:lnTo>
                  <a:lnTo>
                    <a:pt x="2835360" y="2558558"/>
                  </a:lnTo>
                  <a:lnTo>
                    <a:pt x="2835506" y="2558558"/>
                  </a:lnTo>
                  <a:lnTo>
                    <a:pt x="2835651" y="2558558"/>
                  </a:lnTo>
                  <a:lnTo>
                    <a:pt x="2835797" y="2558558"/>
                  </a:lnTo>
                  <a:lnTo>
                    <a:pt x="2835797" y="2557934"/>
                  </a:lnTo>
                  <a:lnTo>
                    <a:pt x="2835942" y="2557934"/>
                  </a:lnTo>
                  <a:lnTo>
                    <a:pt x="2836087" y="2557934"/>
                  </a:lnTo>
                  <a:lnTo>
                    <a:pt x="2836233" y="2557934"/>
                  </a:lnTo>
                  <a:lnTo>
                    <a:pt x="2836378" y="2557934"/>
                  </a:lnTo>
                  <a:lnTo>
                    <a:pt x="2836378" y="2557311"/>
                  </a:lnTo>
                  <a:lnTo>
                    <a:pt x="2836524" y="2557311"/>
                  </a:lnTo>
                  <a:lnTo>
                    <a:pt x="2836524" y="2556687"/>
                  </a:lnTo>
                  <a:lnTo>
                    <a:pt x="2836669" y="2556687"/>
                  </a:lnTo>
                  <a:lnTo>
                    <a:pt x="2836669" y="2556063"/>
                  </a:lnTo>
                  <a:lnTo>
                    <a:pt x="2836815" y="2556063"/>
                  </a:lnTo>
                  <a:lnTo>
                    <a:pt x="2836960" y="2556063"/>
                  </a:lnTo>
                  <a:lnTo>
                    <a:pt x="2837105" y="2556063"/>
                  </a:lnTo>
                  <a:lnTo>
                    <a:pt x="2837251" y="2556063"/>
                  </a:lnTo>
                  <a:lnTo>
                    <a:pt x="2837251" y="2555440"/>
                  </a:lnTo>
                  <a:lnTo>
                    <a:pt x="2837396" y="2555440"/>
                  </a:lnTo>
                  <a:lnTo>
                    <a:pt x="2837542" y="2555440"/>
                  </a:lnTo>
                  <a:lnTo>
                    <a:pt x="2837542" y="2554816"/>
                  </a:lnTo>
                  <a:lnTo>
                    <a:pt x="2837687" y="2554816"/>
                  </a:lnTo>
                  <a:lnTo>
                    <a:pt x="2837833" y="2554816"/>
                  </a:lnTo>
                  <a:lnTo>
                    <a:pt x="2837833" y="2554193"/>
                  </a:lnTo>
                  <a:lnTo>
                    <a:pt x="2837978" y="2554193"/>
                  </a:lnTo>
                  <a:lnTo>
                    <a:pt x="2838123" y="2554193"/>
                  </a:lnTo>
                  <a:lnTo>
                    <a:pt x="2838269" y="2554193"/>
                  </a:lnTo>
                  <a:lnTo>
                    <a:pt x="2838414" y="2554193"/>
                  </a:lnTo>
                  <a:lnTo>
                    <a:pt x="2838414" y="2553569"/>
                  </a:lnTo>
                  <a:lnTo>
                    <a:pt x="2838414" y="2552946"/>
                  </a:lnTo>
                  <a:lnTo>
                    <a:pt x="2838560" y="2552946"/>
                  </a:lnTo>
                  <a:lnTo>
                    <a:pt x="2838705" y="2552946"/>
                  </a:lnTo>
                  <a:lnTo>
                    <a:pt x="2838851" y="2552946"/>
                  </a:lnTo>
                  <a:lnTo>
                    <a:pt x="2838996" y="2552946"/>
                  </a:lnTo>
                  <a:lnTo>
                    <a:pt x="2839141" y="2552946"/>
                  </a:lnTo>
                  <a:lnTo>
                    <a:pt x="2839141" y="2552322"/>
                  </a:lnTo>
                  <a:lnTo>
                    <a:pt x="2839287" y="2552322"/>
                  </a:lnTo>
                  <a:lnTo>
                    <a:pt x="2839287" y="2551698"/>
                  </a:lnTo>
                  <a:lnTo>
                    <a:pt x="2839432" y="2551698"/>
                  </a:lnTo>
                  <a:lnTo>
                    <a:pt x="2839432" y="2551075"/>
                  </a:lnTo>
                  <a:lnTo>
                    <a:pt x="2839578" y="2551075"/>
                  </a:lnTo>
                  <a:lnTo>
                    <a:pt x="2839723" y="2551075"/>
                  </a:lnTo>
                  <a:lnTo>
                    <a:pt x="2839869" y="2551075"/>
                  </a:lnTo>
                  <a:lnTo>
                    <a:pt x="2840014" y="2551075"/>
                  </a:lnTo>
                  <a:lnTo>
                    <a:pt x="2840159" y="2551075"/>
                  </a:lnTo>
                  <a:lnTo>
                    <a:pt x="2840305" y="2551075"/>
                  </a:lnTo>
                  <a:lnTo>
                    <a:pt x="2840450" y="2551075"/>
                  </a:lnTo>
                  <a:lnTo>
                    <a:pt x="2840596" y="2551075"/>
                  </a:lnTo>
                  <a:lnTo>
                    <a:pt x="2840741" y="2551075"/>
                  </a:lnTo>
                  <a:lnTo>
                    <a:pt x="2840887" y="2551075"/>
                  </a:lnTo>
                  <a:lnTo>
                    <a:pt x="2841032" y="2551075"/>
                  </a:lnTo>
                  <a:lnTo>
                    <a:pt x="2841177" y="2551075"/>
                  </a:lnTo>
                  <a:lnTo>
                    <a:pt x="2841177" y="2550451"/>
                  </a:lnTo>
                  <a:lnTo>
                    <a:pt x="2841323" y="2550451"/>
                  </a:lnTo>
                  <a:lnTo>
                    <a:pt x="2841323" y="2549828"/>
                  </a:lnTo>
                  <a:lnTo>
                    <a:pt x="2841468" y="2549828"/>
                  </a:lnTo>
                  <a:lnTo>
                    <a:pt x="2841614" y="2549828"/>
                  </a:lnTo>
                  <a:lnTo>
                    <a:pt x="2841614" y="2549204"/>
                  </a:lnTo>
                  <a:lnTo>
                    <a:pt x="2841614" y="2548580"/>
                  </a:lnTo>
                  <a:lnTo>
                    <a:pt x="2841759" y="2548580"/>
                  </a:lnTo>
                  <a:lnTo>
                    <a:pt x="2841759" y="2547957"/>
                  </a:lnTo>
                  <a:lnTo>
                    <a:pt x="2841905" y="2547957"/>
                  </a:lnTo>
                  <a:lnTo>
                    <a:pt x="2842050" y="2547957"/>
                  </a:lnTo>
                  <a:lnTo>
                    <a:pt x="2842195" y="2547957"/>
                  </a:lnTo>
                  <a:lnTo>
                    <a:pt x="2842341" y="2547957"/>
                  </a:lnTo>
                  <a:lnTo>
                    <a:pt x="2842486" y="2547957"/>
                  </a:lnTo>
                  <a:lnTo>
                    <a:pt x="2842632" y="2547957"/>
                  </a:lnTo>
                  <a:lnTo>
                    <a:pt x="2842632" y="2547333"/>
                  </a:lnTo>
                  <a:lnTo>
                    <a:pt x="2842777" y="2547333"/>
                  </a:lnTo>
                  <a:lnTo>
                    <a:pt x="2842922" y="2547333"/>
                  </a:lnTo>
                  <a:lnTo>
                    <a:pt x="2843068" y="2547333"/>
                  </a:lnTo>
                  <a:lnTo>
                    <a:pt x="2843213" y="2547333"/>
                  </a:lnTo>
                  <a:lnTo>
                    <a:pt x="2843359" y="2547333"/>
                  </a:lnTo>
                  <a:lnTo>
                    <a:pt x="2843504" y="2547333"/>
                  </a:lnTo>
                  <a:lnTo>
                    <a:pt x="2843650" y="2547333"/>
                  </a:lnTo>
                  <a:lnTo>
                    <a:pt x="2843795" y="2547333"/>
                  </a:lnTo>
                  <a:lnTo>
                    <a:pt x="2843795" y="2546710"/>
                  </a:lnTo>
                  <a:lnTo>
                    <a:pt x="2843940" y="2546710"/>
                  </a:lnTo>
                  <a:lnTo>
                    <a:pt x="2844086" y="2546710"/>
                  </a:lnTo>
                  <a:lnTo>
                    <a:pt x="2844086" y="2546086"/>
                  </a:lnTo>
                  <a:lnTo>
                    <a:pt x="2844231" y="2546086"/>
                  </a:lnTo>
                  <a:lnTo>
                    <a:pt x="2844231" y="2545463"/>
                  </a:lnTo>
                  <a:lnTo>
                    <a:pt x="2844377" y="2545463"/>
                  </a:lnTo>
                  <a:lnTo>
                    <a:pt x="2844522" y="2545463"/>
                  </a:lnTo>
                  <a:lnTo>
                    <a:pt x="2844668" y="2545463"/>
                  </a:lnTo>
                  <a:lnTo>
                    <a:pt x="2844813" y="2545463"/>
                  </a:lnTo>
                  <a:lnTo>
                    <a:pt x="2844958" y="2545463"/>
                  </a:lnTo>
                  <a:lnTo>
                    <a:pt x="2845104" y="2545463"/>
                  </a:lnTo>
                  <a:lnTo>
                    <a:pt x="2845249" y="2545463"/>
                  </a:lnTo>
                  <a:lnTo>
                    <a:pt x="2845395" y="2545463"/>
                  </a:lnTo>
                  <a:lnTo>
                    <a:pt x="2845395" y="2544839"/>
                  </a:lnTo>
                  <a:lnTo>
                    <a:pt x="2845395" y="2544215"/>
                  </a:lnTo>
                  <a:lnTo>
                    <a:pt x="2845540" y="2544215"/>
                  </a:lnTo>
                  <a:lnTo>
                    <a:pt x="2845686" y="2544215"/>
                  </a:lnTo>
                  <a:lnTo>
                    <a:pt x="2845831" y="2544215"/>
                  </a:lnTo>
                  <a:lnTo>
                    <a:pt x="2845976" y="2544215"/>
                  </a:lnTo>
                  <a:lnTo>
                    <a:pt x="2846122" y="2544215"/>
                  </a:lnTo>
                  <a:lnTo>
                    <a:pt x="2846267" y="2544215"/>
                  </a:lnTo>
                  <a:lnTo>
                    <a:pt x="2846413" y="2544215"/>
                  </a:lnTo>
                  <a:lnTo>
                    <a:pt x="2846558" y="2544215"/>
                  </a:lnTo>
                  <a:lnTo>
                    <a:pt x="2846558" y="2543592"/>
                  </a:lnTo>
                  <a:lnTo>
                    <a:pt x="2846704" y="2543592"/>
                  </a:lnTo>
                  <a:lnTo>
                    <a:pt x="2846849" y="2543592"/>
                  </a:lnTo>
                  <a:lnTo>
                    <a:pt x="2846994" y="2543592"/>
                  </a:lnTo>
                  <a:lnTo>
                    <a:pt x="2847140" y="2543592"/>
                  </a:lnTo>
                  <a:lnTo>
                    <a:pt x="2847285" y="2543592"/>
                  </a:lnTo>
                  <a:lnTo>
                    <a:pt x="2847431" y="2543592"/>
                  </a:lnTo>
                  <a:lnTo>
                    <a:pt x="2847576" y="2543592"/>
                  </a:lnTo>
                  <a:lnTo>
                    <a:pt x="2847722" y="2543592"/>
                  </a:lnTo>
                  <a:lnTo>
                    <a:pt x="2847867" y="2543592"/>
                  </a:lnTo>
                  <a:lnTo>
                    <a:pt x="2848012" y="2543592"/>
                  </a:lnTo>
                  <a:lnTo>
                    <a:pt x="2848158" y="2543592"/>
                  </a:lnTo>
                  <a:lnTo>
                    <a:pt x="2848303" y="2543592"/>
                  </a:lnTo>
                  <a:lnTo>
                    <a:pt x="2848449" y="2543592"/>
                  </a:lnTo>
                  <a:lnTo>
                    <a:pt x="2848594" y="2543592"/>
                  </a:lnTo>
                  <a:lnTo>
                    <a:pt x="2848740" y="2543592"/>
                  </a:lnTo>
                  <a:lnTo>
                    <a:pt x="2848885" y="2543592"/>
                  </a:lnTo>
                  <a:lnTo>
                    <a:pt x="2849030" y="2543592"/>
                  </a:lnTo>
                  <a:lnTo>
                    <a:pt x="2849030" y="2542968"/>
                  </a:lnTo>
                  <a:lnTo>
                    <a:pt x="2849030" y="2542345"/>
                  </a:lnTo>
                  <a:lnTo>
                    <a:pt x="2849030" y="2541721"/>
                  </a:lnTo>
                  <a:lnTo>
                    <a:pt x="2849176" y="2541721"/>
                  </a:lnTo>
                  <a:lnTo>
                    <a:pt x="2849321" y="2541721"/>
                  </a:lnTo>
                  <a:lnTo>
                    <a:pt x="2849467" y="2541721"/>
                  </a:lnTo>
                  <a:lnTo>
                    <a:pt x="2849612" y="2541721"/>
                  </a:lnTo>
                  <a:lnTo>
                    <a:pt x="2849757" y="2541721"/>
                  </a:lnTo>
                  <a:lnTo>
                    <a:pt x="2849903" y="2541721"/>
                  </a:lnTo>
                  <a:lnTo>
                    <a:pt x="2850048" y="2541721"/>
                  </a:lnTo>
                  <a:lnTo>
                    <a:pt x="2850194" y="2541721"/>
                  </a:lnTo>
                  <a:lnTo>
                    <a:pt x="2850194" y="2541097"/>
                  </a:lnTo>
                  <a:lnTo>
                    <a:pt x="2850339" y="2541097"/>
                  </a:lnTo>
                  <a:lnTo>
                    <a:pt x="2850485" y="2541097"/>
                  </a:lnTo>
                  <a:lnTo>
                    <a:pt x="2850630" y="2541097"/>
                  </a:lnTo>
                  <a:lnTo>
                    <a:pt x="2850775" y="2541097"/>
                  </a:lnTo>
                  <a:lnTo>
                    <a:pt x="2850775" y="2540474"/>
                  </a:lnTo>
                  <a:lnTo>
                    <a:pt x="2850921" y="2540474"/>
                  </a:lnTo>
                  <a:lnTo>
                    <a:pt x="2851066" y="2540474"/>
                  </a:lnTo>
                  <a:lnTo>
                    <a:pt x="2851066" y="2539850"/>
                  </a:lnTo>
                  <a:lnTo>
                    <a:pt x="2851212" y="2539850"/>
                  </a:lnTo>
                  <a:lnTo>
                    <a:pt x="2851357" y="2539850"/>
                  </a:lnTo>
                  <a:lnTo>
                    <a:pt x="2851503" y="2539850"/>
                  </a:lnTo>
                  <a:lnTo>
                    <a:pt x="2851648" y="2539850"/>
                  </a:lnTo>
                  <a:lnTo>
                    <a:pt x="2851793" y="2539850"/>
                  </a:lnTo>
                  <a:lnTo>
                    <a:pt x="2851939" y="2539850"/>
                  </a:lnTo>
                  <a:lnTo>
                    <a:pt x="2852084" y="2539850"/>
                  </a:lnTo>
                  <a:lnTo>
                    <a:pt x="2852230" y="2539850"/>
                  </a:lnTo>
                  <a:lnTo>
                    <a:pt x="2852375" y="2539850"/>
                  </a:lnTo>
                  <a:lnTo>
                    <a:pt x="2852521" y="2539850"/>
                  </a:lnTo>
                  <a:lnTo>
                    <a:pt x="2852521" y="2539227"/>
                  </a:lnTo>
                  <a:lnTo>
                    <a:pt x="2852666" y="2539227"/>
                  </a:lnTo>
                  <a:lnTo>
                    <a:pt x="2852811" y="2539227"/>
                  </a:lnTo>
                  <a:lnTo>
                    <a:pt x="2852957" y="2539227"/>
                  </a:lnTo>
                  <a:lnTo>
                    <a:pt x="2853102" y="2539227"/>
                  </a:lnTo>
                  <a:lnTo>
                    <a:pt x="2853248" y="2539227"/>
                  </a:lnTo>
                  <a:lnTo>
                    <a:pt x="2853393" y="2539227"/>
                  </a:lnTo>
                  <a:lnTo>
                    <a:pt x="2853393" y="2538603"/>
                  </a:lnTo>
                  <a:lnTo>
                    <a:pt x="2853539" y="2538603"/>
                  </a:lnTo>
                  <a:lnTo>
                    <a:pt x="2853684" y="2538603"/>
                  </a:lnTo>
                  <a:lnTo>
                    <a:pt x="2853829" y="2538603"/>
                  </a:lnTo>
                  <a:lnTo>
                    <a:pt x="2853975" y="2538603"/>
                  </a:lnTo>
                  <a:lnTo>
                    <a:pt x="2854120" y="2538603"/>
                  </a:lnTo>
                  <a:lnTo>
                    <a:pt x="2854266" y="2538603"/>
                  </a:lnTo>
                  <a:lnTo>
                    <a:pt x="2854411" y="2538603"/>
                  </a:lnTo>
                  <a:lnTo>
                    <a:pt x="2854557" y="2538603"/>
                  </a:lnTo>
                  <a:lnTo>
                    <a:pt x="2854702" y="2538603"/>
                  </a:lnTo>
                  <a:lnTo>
                    <a:pt x="2854847" y="2538603"/>
                  </a:lnTo>
                  <a:lnTo>
                    <a:pt x="2854993" y="2538603"/>
                  </a:lnTo>
                  <a:lnTo>
                    <a:pt x="2854993" y="2537980"/>
                  </a:lnTo>
                  <a:lnTo>
                    <a:pt x="2855138" y="2537980"/>
                  </a:lnTo>
                  <a:lnTo>
                    <a:pt x="2855284" y="2537980"/>
                  </a:lnTo>
                  <a:lnTo>
                    <a:pt x="2855429" y="2537980"/>
                  </a:lnTo>
                  <a:lnTo>
                    <a:pt x="2855575" y="2537980"/>
                  </a:lnTo>
                  <a:lnTo>
                    <a:pt x="2855720" y="2537980"/>
                  </a:lnTo>
                  <a:lnTo>
                    <a:pt x="2855865" y="2537980"/>
                  </a:lnTo>
                  <a:lnTo>
                    <a:pt x="2855865" y="2537356"/>
                  </a:lnTo>
                  <a:lnTo>
                    <a:pt x="2856011" y="2537356"/>
                  </a:lnTo>
                  <a:lnTo>
                    <a:pt x="2856156" y="2537356"/>
                  </a:lnTo>
                  <a:lnTo>
                    <a:pt x="2856302" y="2537356"/>
                  </a:lnTo>
                  <a:lnTo>
                    <a:pt x="2856447" y="2537356"/>
                  </a:lnTo>
                  <a:lnTo>
                    <a:pt x="2856592" y="2537356"/>
                  </a:lnTo>
                  <a:lnTo>
                    <a:pt x="2856738" y="2537356"/>
                  </a:lnTo>
                  <a:lnTo>
                    <a:pt x="2856738" y="2536732"/>
                  </a:lnTo>
                  <a:lnTo>
                    <a:pt x="2856738" y="2536109"/>
                  </a:lnTo>
                  <a:lnTo>
                    <a:pt x="2856883" y="2536109"/>
                  </a:lnTo>
                  <a:lnTo>
                    <a:pt x="2856883" y="2535485"/>
                  </a:lnTo>
                  <a:lnTo>
                    <a:pt x="2857029" y="2535485"/>
                  </a:lnTo>
                  <a:lnTo>
                    <a:pt x="2857174" y="2535485"/>
                  </a:lnTo>
                  <a:lnTo>
                    <a:pt x="2857174" y="2534862"/>
                  </a:lnTo>
                  <a:lnTo>
                    <a:pt x="2857320" y="2534862"/>
                  </a:lnTo>
                  <a:lnTo>
                    <a:pt x="2857465" y="2534862"/>
                  </a:lnTo>
                  <a:lnTo>
                    <a:pt x="2857610" y="2534862"/>
                  </a:lnTo>
                  <a:lnTo>
                    <a:pt x="2857756" y="2534862"/>
                  </a:lnTo>
                  <a:lnTo>
                    <a:pt x="2857901" y="2534862"/>
                  </a:lnTo>
                  <a:lnTo>
                    <a:pt x="2857901" y="2534238"/>
                  </a:lnTo>
                  <a:lnTo>
                    <a:pt x="2858047" y="2534238"/>
                  </a:lnTo>
                  <a:lnTo>
                    <a:pt x="2858047" y="2533614"/>
                  </a:lnTo>
                  <a:lnTo>
                    <a:pt x="2858192" y="2533614"/>
                  </a:lnTo>
                  <a:lnTo>
                    <a:pt x="2858338" y="2533614"/>
                  </a:lnTo>
                  <a:lnTo>
                    <a:pt x="2858483" y="2533614"/>
                  </a:lnTo>
                  <a:lnTo>
                    <a:pt x="2858628" y="2533614"/>
                  </a:lnTo>
                  <a:lnTo>
                    <a:pt x="2858628" y="2532991"/>
                  </a:lnTo>
                  <a:lnTo>
                    <a:pt x="2858774" y="2532991"/>
                  </a:lnTo>
                  <a:lnTo>
                    <a:pt x="2858919" y="2532991"/>
                  </a:lnTo>
                  <a:lnTo>
                    <a:pt x="2858919" y="2532367"/>
                  </a:lnTo>
                  <a:lnTo>
                    <a:pt x="2859065" y="2532367"/>
                  </a:lnTo>
                  <a:lnTo>
                    <a:pt x="2859210" y="2532367"/>
                  </a:lnTo>
                  <a:lnTo>
                    <a:pt x="2859210" y="2531744"/>
                  </a:lnTo>
                  <a:lnTo>
                    <a:pt x="2859210" y="2531120"/>
                  </a:lnTo>
                  <a:lnTo>
                    <a:pt x="2859356" y="2531120"/>
                  </a:lnTo>
                  <a:lnTo>
                    <a:pt x="2859501" y="2531120"/>
                  </a:lnTo>
                  <a:lnTo>
                    <a:pt x="2859501" y="2530497"/>
                  </a:lnTo>
                  <a:lnTo>
                    <a:pt x="2859646" y="2530497"/>
                  </a:lnTo>
                  <a:lnTo>
                    <a:pt x="2859646" y="2529873"/>
                  </a:lnTo>
                  <a:lnTo>
                    <a:pt x="2859792" y="2529873"/>
                  </a:lnTo>
                  <a:lnTo>
                    <a:pt x="2859937" y="2529873"/>
                  </a:lnTo>
                  <a:lnTo>
                    <a:pt x="2860083" y="2529873"/>
                  </a:lnTo>
                  <a:lnTo>
                    <a:pt x="2860228" y="2529873"/>
                  </a:lnTo>
                  <a:lnTo>
                    <a:pt x="2860374" y="2529873"/>
                  </a:lnTo>
                  <a:lnTo>
                    <a:pt x="2860519" y="2529873"/>
                  </a:lnTo>
                  <a:lnTo>
                    <a:pt x="2860519" y="2529249"/>
                  </a:lnTo>
                  <a:lnTo>
                    <a:pt x="2860519" y="2528626"/>
                  </a:lnTo>
                  <a:lnTo>
                    <a:pt x="2860519" y="2528002"/>
                  </a:lnTo>
                  <a:lnTo>
                    <a:pt x="2860664" y="2528002"/>
                  </a:lnTo>
                  <a:lnTo>
                    <a:pt x="2860664" y="2527379"/>
                  </a:lnTo>
                  <a:lnTo>
                    <a:pt x="2860810" y="2527379"/>
                  </a:lnTo>
                  <a:lnTo>
                    <a:pt x="2860955" y="2527379"/>
                  </a:lnTo>
                  <a:lnTo>
                    <a:pt x="2860955" y="2526755"/>
                  </a:lnTo>
                  <a:lnTo>
                    <a:pt x="2860955" y="2526131"/>
                  </a:lnTo>
                  <a:lnTo>
                    <a:pt x="2861101" y="2526131"/>
                  </a:lnTo>
                  <a:lnTo>
                    <a:pt x="2861246" y="2526131"/>
                  </a:lnTo>
                  <a:lnTo>
                    <a:pt x="2861392" y="2526131"/>
                  </a:lnTo>
                  <a:lnTo>
                    <a:pt x="2861537" y="2526131"/>
                  </a:lnTo>
                  <a:lnTo>
                    <a:pt x="2861682" y="2526131"/>
                  </a:lnTo>
                  <a:lnTo>
                    <a:pt x="2861828" y="2526131"/>
                  </a:lnTo>
                  <a:lnTo>
                    <a:pt x="2861828" y="2525508"/>
                  </a:lnTo>
                  <a:lnTo>
                    <a:pt x="2861973" y="2525508"/>
                  </a:lnTo>
                  <a:lnTo>
                    <a:pt x="2861973" y="2524884"/>
                  </a:lnTo>
                  <a:lnTo>
                    <a:pt x="2861973" y="2524261"/>
                  </a:lnTo>
                  <a:lnTo>
                    <a:pt x="2862119" y="2524261"/>
                  </a:lnTo>
                  <a:lnTo>
                    <a:pt x="2862264" y="2524261"/>
                  </a:lnTo>
                  <a:lnTo>
                    <a:pt x="2862410" y="2524261"/>
                  </a:lnTo>
                  <a:lnTo>
                    <a:pt x="2862410" y="2523637"/>
                  </a:lnTo>
                  <a:lnTo>
                    <a:pt x="2862555" y="2523637"/>
                  </a:lnTo>
                  <a:lnTo>
                    <a:pt x="2862700" y="2523637"/>
                  </a:lnTo>
                  <a:lnTo>
                    <a:pt x="2862846" y="2523637"/>
                  </a:lnTo>
                  <a:lnTo>
                    <a:pt x="2862991" y="2523637"/>
                  </a:lnTo>
                  <a:lnTo>
                    <a:pt x="2863137" y="2523637"/>
                  </a:lnTo>
                  <a:lnTo>
                    <a:pt x="2863282" y="2523637"/>
                  </a:lnTo>
                  <a:lnTo>
                    <a:pt x="2863427" y="2523637"/>
                  </a:lnTo>
                  <a:lnTo>
                    <a:pt x="2863573" y="2523637"/>
                  </a:lnTo>
                  <a:lnTo>
                    <a:pt x="2863718" y="2523637"/>
                  </a:lnTo>
                  <a:lnTo>
                    <a:pt x="2863864" y="2523637"/>
                  </a:lnTo>
                  <a:lnTo>
                    <a:pt x="2864009" y="2523637"/>
                  </a:lnTo>
                  <a:lnTo>
                    <a:pt x="2864155" y="2523637"/>
                  </a:lnTo>
                  <a:lnTo>
                    <a:pt x="2864300" y="2523637"/>
                  </a:lnTo>
                  <a:lnTo>
                    <a:pt x="2864445" y="2523637"/>
                  </a:lnTo>
                  <a:lnTo>
                    <a:pt x="2864591" y="2523637"/>
                  </a:lnTo>
                  <a:lnTo>
                    <a:pt x="2864591" y="2523014"/>
                  </a:lnTo>
                  <a:lnTo>
                    <a:pt x="2864736" y="2523014"/>
                  </a:lnTo>
                  <a:lnTo>
                    <a:pt x="2864736" y="2522390"/>
                  </a:lnTo>
                  <a:lnTo>
                    <a:pt x="2864736" y="2521766"/>
                  </a:lnTo>
                  <a:lnTo>
                    <a:pt x="2864882" y="2521766"/>
                  </a:lnTo>
                  <a:lnTo>
                    <a:pt x="2865027" y="2521766"/>
                  </a:lnTo>
                  <a:lnTo>
                    <a:pt x="2865173" y="2521766"/>
                  </a:lnTo>
                  <a:lnTo>
                    <a:pt x="2865173" y="2521143"/>
                  </a:lnTo>
                  <a:lnTo>
                    <a:pt x="2865318" y="2521143"/>
                  </a:lnTo>
                  <a:lnTo>
                    <a:pt x="2865463" y="2521143"/>
                  </a:lnTo>
                  <a:lnTo>
                    <a:pt x="2865609" y="2521143"/>
                  </a:lnTo>
                  <a:lnTo>
                    <a:pt x="2865754" y="2521143"/>
                  </a:lnTo>
                  <a:lnTo>
                    <a:pt x="2865900" y="2521143"/>
                  </a:lnTo>
                  <a:lnTo>
                    <a:pt x="2866045" y="2521143"/>
                  </a:lnTo>
                  <a:lnTo>
                    <a:pt x="2866191" y="2521143"/>
                  </a:lnTo>
                  <a:lnTo>
                    <a:pt x="2866191" y="2520519"/>
                  </a:lnTo>
                  <a:lnTo>
                    <a:pt x="2866336" y="2520519"/>
                  </a:lnTo>
                  <a:lnTo>
                    <a:pt x="2866481" y="2520519"/>
                  </a:lnTo>
                  <a:lnTo>
                    <a:pt x="2866627" y="2520519"/>
                  </a:lnTo>
                  <a:lnTo>
                    <a:pt x="2866772" y="2520519"/>
                  </a:lnTo>
                  <a:lnTo>
                    <a:pt x="2866918" y="2520519"/>
                  </a:lnTo>
                  <a:lnTo>
                    <a:pt x="2867063" y="2520519"/>
                  </a:lnTo>
                  <a:lnTo>
                    <a:pt x="2867209" y="2520519"/>
                  </a:lnTo>
                  <a:lnTo>
                    <a:pt x="2867354" y="2520519"/>
                  </a:lnTo>
                  <a:lnTo>
                    <a:pt x="2867499" y="2520519"/>
                  </a:lnTo>
                  <a:lnTo>
                    <a:pt x="2867645" y="2520519"/>
                  </a:lnTo>
                  <a:lnTo>
                    <a:pt x="2867790" y="2520519"/>
                  </a:lnTo>
                  <a:lnTo>
                    <a:pt x="2867936" y="2520519"/>
                  </a:lnTo>
                  <a:lnTo>
                    <a:pt x="2867936" y="2519896"/>
                  </a:lnTo>
                  <a:lnTo>
                    <a:pt x="2867936" y="2519272"/>
                  </a:lnTo>
                  <a:lnTo>
                    <a:pt x="2868081" y="2519272"/>
                  </a:lnTo>
                  <a:lnTo>
                    <a:pt x="2868227" y="2519272"/>
                  </a:lnTo>
                  <a:lnTo>
                    <a:pt x="2868372" y="2519272"/>
                  </a:lnTo>
                  <a:lnTo>
                    <a:pt x="2868517" y="2519272"/>
                  </a:lnTo>
                  <a:lnTo>
                    <a:pt x="2868663" y="2519272"/>
                  </a:lnTo>
                  <a:lnTo>
                    <a:pt x="2868808" y="2519272"/>
                  </a:lnTo>
                  <a:lnTo>
                    <a:pt x="2868954" y="2519272"/>
                  </a:lnTo>
                  <a:lnTo>
                    <a:pt x="2868954" y="2518648"/>
                  </a:lnTo>
                  <a:lnTo>
                    <a:pt x="2869099" y="2518648"/>
                  </a:lnTo>
                  <a:lnTo>
                    <a:pt x="2869245" y="2518648"/>
                  </a:lnTo>
                  <a:lnTo>
                    <a:pt x="2869390" y="2518648"/>
                  </a:lnTo>
                  <a:lnTo>
                    <a:pt x="2869535" y="2518648"/>
                  </a:lnTo>
                  <a:lnTo>
                    <a:pt x="2869681" y="2518648"/>
                  </a:lnTo>
                  <a:lnTo>
                    <a:pt x="2869826" y="2518648"/>
                  </a:lnTo>
                  <a:lnTo>
                    <a:pt x="2869826" y="2518025"/>
                  </a:lnTo>
                  <a:lnTo>
                    <a:pt x="2869972" y="2518025"/>
                  </a:lnTo>
                  <a:lnTo>
                    <a:pt x="2870117" y="2518025"/>
                  </a:lnTo>
                  <a:lnTo>
                    <a:pt x="2870262" y="2518025"/>
                  </a:lnTo>
                  <a:lnTo>
                    <a:pt x="2870408" y="2518025"/>
                  </a:lnTo>
                  <a:lnTo>
                    <a:pt x="2870408" y="2517401"/>
                  </a:lnTo>
                  <a:lnTo>
                    <a:pt x="2870553" y="2517401"/>
                  </a:lnTo>
                  <a:lnTo>
                    <a:pt x="2870553" y="2516778"/>
                  </a:lnTo>
                  <a:lnTo>
                    <a:pt x="2870553" y="2516154"/>
                  </a:lnTo>
                  <a:lnTo>
                    <a:pt x="2870699" y="2516154"/>
                  </a:lnTo>
                  <a:lnTo>
                    <a:pt x="2870844" y="2516154"/>
                  </a:lnTo>
                  <a:lnTo>
                    <a:pt x="2870990" y="2516154"/>
                  </a:lnTo>
                  <a:lnTo>
                    <a:pt x="2871135" y="2516154"/>
                  </a:lnTo>
                  <a:lnTo>
                    <a:pt x="2871280" y="2516154"/>
                  </a:lnTo>
                  <a:lnTo>
                    <a:pt x="2871426" y="2516154"/>
                  </a:lnTo>
                  <a:lnTo>
                    <a:pt x="2871571" y="2516154"/>
                  </a:lnTo>
                  <a:lnTo>
                    <a:pt x="2871717" y="2516154"/>
                  </a:lnTo>
                  <a:lnTo>
                    <a:pt x="2871862" y="2516154"/>
                  </a:lnTo>
                  <a:lnTo>
                    <a:pt x="2872008" y="2516154"/>
                  </a:lnTo>
                  <a:lnTo>
                    <a:pt x="2872153" y="2516154"/>
                  </a:lnTo>
                  <a:lnTo>
                    <a:pt x="2872298" y="2516154"/>
                  </a:lnTo>
                  <a:lnTo>
                    <a:pt x="2872444" y="2516154"/>
                  </a:lnTo>
                  <a:lnTo>
                    <a:pt x="2872589" y="2516154"/>
                  </a:lnTo>
                  <a:lnTo>
                    <a:pt x="2872735" y="2516154"/>
                  </a:lnTo>
                  <a:lnTo>
                    <a:pt x="2872880" y="2516154"/>
                  </a:lnTo>
                  <a:lnTo>
                    <a:pt x="2873026" y="2516154"/>
                  </a:lnTo>
                  <a:lnTo>
                    <a:pt x="2873171" y="2516154"/>
                  </a:lnTo>
                  <a:lnTo>
                    <a:pt x="2873316" y="2516154"/>
                  </a:lnTo>
                  <a:lnTo>
                    <a:pt x="2873462" y="2516154"/>
                  </a:lnTo>
                  <a:lnTo>
                    <a:pt x="2873607" y="2516154"/>
                  </a:lnTo>
                  <a:lnTo>
                    <a:pt x="2873753" y="2516154"/>
                  </a:lnTo>
                  <a:lnTo>
                    <a:pt x="2873753" y="2515531"/>
                  </a:lnTo>
                  <a:lnTo>
                    <a:pt x="2873898" y="2515531"/>
                  </a:lnTo>
                  <a:lnTo>
                    <a:pt x="2873898" y="2514907"/>
                  </a:lnTo>
                  <a:lnTo>
                    <a:pt x="2874044" y="2514907"/>
                  </a:lnTo>
                  <a:lnTo>
                    <a:pt x="2874189" y="2514907"/>
                  </a:lnTo>
                  <a:lnTo>
                    <a:pt x="2874334" y="2514907"/>
                  </a:lnTo>
                  <a:lnTo>
                    <a:pt x="2874480" y="2514907"/>
                  </a:lnTo>
                  <a:lnTo>
                    <a:pt x="2874625" y="2514907"/>
                  </a:lnTo>
                  <a:lnTo>
                    <a:pt x="2874771" y="2514907"/>
                  </a:lnTo>
                  <a:lnTo>
                    <a:pt x="2874916" y="2514907"/>
                  </a:lnTo>
                  <a:lnTo>
                    <a:pt x="2875062" y="2514907"/>
                  </a:lnTo>
                  <a:lnTo>
                    <a:pt x="2875207" y="2514907"/>
                  </a:lnTo>
                  <a:lnTo>
                    <a:pt x="2875352" y="2514907"/>
                  </a:lnTo>
                  <a:lnTo>
                    <a:pt x="2875498" y="2514907"/>
                  </a:lnTo>
                  <a:lnTo>
                    <a:pt x="2875643" y="2514907"/>
                  </a:lnTo>
                  <a:lnTo>
                    <a:pt x="2875789" y="2514907"/>
                  </a:lnTo>
                  <a:lnTo>
                    <a:pt x="2875934" y="2514907"/>
                  </a:lnTo>
                  <a:lnTo>
                    <a:pt x="2875934" y="2514283"/>
                  </a:lnTo>
                  <a:lnTo>
                    <a:pt x="2876080" y="2514283"/>
                  </a:lnTo>
                  <a:lnTo>
                    <a:pt x="2876225" y="2514283"/>
                  </a:lnTo>
                  <a:lnTo>
                    <a:pt x="2876370" y="2514283"/>
                  </a:lnTo>
                  <a:lnTo>
                    <a:pt x="2876516" y="2514283"/>
                  </a:lnTo>
                  <a:lnTo>
                    <a:pt x="2876516" y="2513660"/>
                  </a:lnTo>
                  <a:lnTo>
                    <a:pt x="2876661" y="2513660"/>
                  </a:lnTo>
                  <a:lnTo>
                    <a:pt x="2876807" y="2513660"/>
                  </a:lnTo>
                  <a:lnTo>
                    <a:pt x="2876952" y="2513660"/>
                  </a:lnTo>
                  <a:lnTo>
                    <a:pt x="2877097" y="2513660"/>
                  </a:lnTo>
                  <a:lnTo>
                    <a:pt x="2877097" y="2513036"/>
                  </a:lnTo>
                  <a:lnTo>
                    <a:pt x="2877243" y="2513036"/>
                  </a:lnTo>
                  <a:lnTo>
                    <a:pt x="2877388" y="2513036"/>
                  </a:lnTo>
                  <a:lnTo>
                    <a:pt x="2877534" y="2513036"/>
                  </a:lnTo>
                  <a:lnTo>
                    <a:pt x="2877679" y="2513036"/>
                  </a:lnTo>
                  <a:lnTo>
                    <a:pt x="2877825" y="2513036"/>
                  </a:lnTo>
                  <a:lnTo>
                    <a:pt x="2877970" y="2513036"/>
                  </a:lnTo>
                  <a:lnTo>
                    <a:pt x="2878115" y="2513036"/>
                  </a:lnTo>
                  <a:lnTo>
                    <a:pt x="2878115" y="2512413"/>
                  </a:lnTo>
                  <a:lnTo>
                    <a:pt x="2878261" y="2512413"/>
                  </a:lnTo>
                  <a:lnTo>
                    <a:pt x="2878406" y="2512413"/>
                  </a:lnTo>
                  <a:lnTo>
                    <a:pt x="2878552" y="2512413"/>
                  </a:lnTo>
                  <a:lnTo>
                    <a:pt x="2878697" y="2512413"/>
                  </a:lnTo>
                  <a:lnTo>
                    <a:pt x="2878843" y="2512413"/>
                  </a:lnTo>
                  <a:lnTo>
                    <a:pt x="2878988" y="2512413"/>
                  </a:lnTo>
                  <a:lnTo>
                    <a:pt x="2879133" y="2512413"/>
                  </a:lnTo>
                  <a:lnTo>
                    <a:pt x="2879279" y="2512413"/>
                  </a:lnTo>
                  <a:lnTo>
                    <a:pt x="2879424" y="2512413"/>
                  </a:lnTo>
                  <a:lnTo>
                    <a:pt x="2879570" y="2512413"/>
                  </a:lnTo>
                  <a:lnTo>
                    <a:pt x="2879715" y="2512413"/>
                  </a:lnTo>
                  <a:lnTo>
                    <a:pt x="2879861" y="2512413"/>
                  </a:lnTo>
                  <a:lnTo>
                    <a:pt x="2880006" y="2512413"/>
                  </a:lnTo>
                  <a:lnTo>
                    <a:pt x="2880151" y="2512413"/>
                  </a:lnTo>
                  <a:lnTo>
                    <a:pt x="2880297" y="2512413"/>
                  </a:lnTo>
                  <a:lnTo>
                    <a:pt x="2880297" y="2511789"/>
                  </a:lnTo>
                  <a:lnTo>
                    <a:pt x="2880297" y="2511165"/>
                  </a:lnTo>
                  <a:lnTo>
                    <a:pt x="2880442" y="2511165"/>
                  </a:lnTo>
                  <a:lnTo>
                    <a:pt x="2880588" y="2511165"/>
                  </a:lnTo>
                  <a:lnTo>
                    <a:pt x="2880733" y="2511165"/>
                  </a:lnTo>
                  <a:lnTo>
                    <a:pt x="2880879" y="2511165"/>
                  </a:lnTo>
                  <a:lnTo>
                    <a:pt x="2880879" y="2510542"/>
                  </a:lnTo>
                  <a:lnTo>
                    <a:pt x="2881024" y="2510542"/>
                  </a:lnTo>
                  <a:lnTo>
                    <a:pt x="2881169" y="2510542"/>
                  </a:lnTo>
                  <a:lnTo>
                    <a:pt x="2881169" y="2509918"/>
                  </a:lnTo>
                  <a:lnTo>
                    <a:pt x="2881169" y="2509295"/>
                  </a:lnTo>
                  <a:lnTo>
                    <a:pt x="2881169" y="2508671"/>
                  </a:lnTo>
                  <a:lnTo>
                    <a:pt x="2881315" y="2508671"/>
                  </a:lnTo>
                  <a:lnTo>
                    <a:pt x="2881460" y="2508671"/>
                  </a:lnTo>
                  <a:lnTo>
                    <a:pt x="2881606" y="2508671"/>
                  </a:lnTo>
                  <a:lnTo>
                    <a:pt x="2881751" y="2508671"/>
                  </a:lnTo>
                  <a:lnTo>
                    <a:pt x="2881897" y="2508671"/>
                  </a:lnTo>
                  <a:lnTo>
                    <a:pt x="2882042" y="2508671"/>
                  </a:lnTo>
                  <a:lnTo>
                    <a:pt x="2882042" y="2508048"/>
                  </a:lnTo>
                  <a:lnTo>
                    <a:pt x="2882187" y="2508048"/>
                  </a:lnTo>
                  <a:lnTo>
                    <a:pt x="2882333" y="2508048"/>
                  </a:lnTo>
                  <a:lnTo>
                    <a:pt x="2882478" y="2508048"/>
                  </a:lnTo>
                  <a:lnTo>
                    <a:pt x="2882624" y="2508048"/>
                  </a:lnTo>
                  <a:lnTo>
                    <a:pt x="2882769" y="2508048"/>
                  </a:lnTo>
                  <a:lnTo>
                    <a:pt x="2882915" y="2508048"/>
                  </a:lnTo>
                  <a:lnTo>
                    <a:pt x="2883060" y="2508048"/>
                  </a:lnTo>
                  <a:lnTo>
                    <a:pt x="2883060" y="2507424"/>
                  </a:lnTo>
                  <a:lnTo>
                    <a:pt x="2883205" y="2507424"/>
                  </a:lnTo>
                  <a:lnTo>
                    <a:pt x="2883351" y="2507424"/>
                  </a:lnTo>
                  <a:lnTo>
                    <a:pt x="2883496" y="2507424"/>
                  </a:lnTo>
                  <a:lnTo>
                    <a:pt x="2883496" y="2506800"/>
                  </a:lnTo>
                  <a:lnTo>
                    <a:pt x="2883496" y="2506177"/>
                  </a:lnTo>
                  <a:lnTo>
                    <a:pt x="2883642" y="2506177"/>
                  </a:lnTo>
                  <a:lnTo>
                    <a:pt x="2883787" y="2506177"/>
                  </a:lnTo>
                  <a:lnTo>
                    <a:pt x="2883932" y="2506177"/>
                  </a:lnTo>
                  <a:lnTo>
                    <a:pt x="2884078" y="2506177"/>
                  </a:lnTo>
                  <a:lnTo>
                    <a:pt x="2884223" y="2506177"/>
                  </a:lnTo>
                  <a:lnTo>
                    <a:pt x="2884369" y="2506177"/>
                  </a:lnTo>
                  <a:lnTo>
                    <a:pt x="2884514" y="2506177"/>
                  </a:lnTo>
                  <a:lnTo>
                    <a:pt x="2884660" y="2506177"/>
                  </a:lnTo>
                  <a:lnTo>
                    <a:pt x="2884805" y="2506177"/>
                  </a:lnTo>
                  <a:lnTo>
                    <a:pt x="2884950" y="2506177"/>
                  </a:lnTo>
                  <a:lnTo>
                    <a:pt x="2885096" y="2506177"/>
                  </a:lnTo>
                  <a:lnTo>
                    <a:pt x="2885241" y="2506177"/>
                  </a:lnTo>
                  <a:lnTo>
                    <a:pt x="2885387" y="2506177"/>
                  </a:lnTo>
                  <a:lnTo>
                    <a:pt x="2885532" y="2506177"/>
                  </a:lnTo>
                  <a:lnTo>
                    <a:pt x="2885678" y="2506177"/>
                  </a:lnTo>
                  <a:lnTo>
                    <a:pt x="2885678" y="2505553"/>
                  </a:lnTo>
                  <a:lnTo>
                    <a:pt x="2885823" y="2505553"/>
                  </a:lnTo>
                  <a:lnTo>
                    <a:pt x="2885968" y="2505553"/>
                  </a:lnTo>
                  <a:lnTo>
                    <a:pt x="2886114" y="2505553"/>
                  </a:lnTo>
                  <a:lnTo>
                    <a:pt x="2886259" y="2505553"/>
                  </a:lnTo>
                  <a:lnTo>
                    <a:pt x="2886405" y="2505553"/>
                  </a:lnTo>
                  <a:lnTo>
                    <a:pt x="2886550" y="2505553"/>
                  </a:lnTo>
                  <a:lnTo>
                    <a:pt x="2886550" y="2504930"/>
                  </a:lnTo>
                  <a:lnTo>
                    <a:pt x="2886550" y="2504306"/>
                  </a:lnTo>
                  <a:lnTo>
                    <a:pt x="2886696" y="2504306"/>
                  </a:lnTo>
                  <a:lnTo>
                    <a:pt x="2886696" y="2503683"/>
                  </a:lnTo>
                  <a:lnTo>
                    <a:pt x="2886696" y="2503059"/>
                  </a:lnTo>
                  <a:lnTo>
                    <a:pt x="2886696" y="2502435"/>
                  </a:lnTo>
                  <a:lnTo>
                    <a:pt x="2886696" y="2501812"/>
                  </a:lnTo>
                  <a:lnTo>
                    <a:pt x="2886841" y="2501812"/>
                  </a:lnTo>
                  <a:lnTo>
                    <a:pt x="2886986" y="2501812"/>
                  </a:lnTo>
                  <a:lnTo>
                    <a:pt x="2887132" y="2501812"/>
                  </a:lnTo>
                  <a:lnTo>
                    <a:pt x="2887277" y="2501812"/>
                  </a:lnTo>
                  <a:lnTo>
                    <a:pt x="2887423" y="2501812"/>
                  </a:lnTo>
                  <a:lnTo>
                    <a:pt x="2887423" y="2501188"/>
                  </a:lnTo>
                  <a:lnTo>
                    <a:pt x="2887568" y="2501188"/>
                  </a:lnTo>
                  <a:lnTo>
                    <a:pt x="2887568" y="2500565"/>
                  </a:lnTo>
                  <a:lnTo>
                    <a:pt x="2887568" y="2499941"/>
                  </a:lnTo>
                  <a:lnTo>
                    <a:pt x="2887714" y="2499941"/>
                  </a:lnTo>
                  <a:lnTo>
                    <a:pt x="2887714" y="2499317"/>
                  </a:lnTo>
                  <a:lnTo>
                    <a:pt x="2887859" y="2499317"/>
                  </a:lnTo>
                  <a:lnTo>
                    <a:pt x="2888004" y="2499317"/>
                  </a:lnTo>
                  <a:lnTo>
                    <a:pt x="2888150" y="2499317"/>
                  </a:lnTo>
                  <a:lnTo>
                    <a:pt x="2888150" y="2498694"/>
                  </a:lnTo>
                  <a:lnTo>
                    <a:pt x="2888295" y="2498694"/>
                  </a:lnTo>
                  <a:lnTo>
                    <a:pt x="2888441" y="2498694"/>
                  </a:lnTo>
                  <a:lnTo>
                    <a:pt x="2888586" y="2498694"/>
                  </a:lnTo>
                  <a:lnTo>
                    <a:pt x="2888732" y="2498694"/>
                  </a:lnTo>
                  <a:lnTo>
                    <a:pt x="2888877" y="2498694"/>
                  </a:lnTo>
                  <a:lnTo>
                    <a:pt x="2889022" y="2498694"/>
                  </a:lnTo>
                  <a:lnTo>
                    <a:pt x="2889022" y="2498070"/>
                  </a:lnTo>
                  <a:lnTo>
                    <a:pt x="2889168" y="2498070"/>
                  </a:lnTo>
                  <a:lnTo>
                    <a:pt x="2889168" y="2497447"/>
                  </a:lnTo>
                  <a:lnTo>
                    <a:pt x="2889313" y="2497447"/>
                  </a:lnTo>
                  <a:lnTo>
                    <a:pt x="2889459" y="2497447"/>
                  </a:lnTo>
                  <a:lnTo>
                    <a:pt x="2889604" y="2497447"/>
                  </a:lnTo>
                  <a:lnTo>
                    <a:pt x="2889749" y="2497447"/>
                  </a:lnTo>
                  <a:lnTo>
                    <a:pt x="2889895" y="2497447"/>
                  </a:lnTo>
                  <a:lnTo>
                    <a:pt x="2890040" y="2497447"/>
                  </a:lnTo>
                  <a:lnTo>
                    <a:pt x="2890040" y="2496823"/>
                  </a:lnTo>
                  <a:lnTo>
                    <a:pt x="2890186" y="2496823"/>
                  </a:lnTo>
                  <a:lnTo>
                    <a:pt x="2890186" y="2496200"/>
                  </a:lnTo>
                  <a:lnTo>
                    <a:pt x="2890331" y="2496200"/>
                  </a:lnTo>
                  <a:lnTo>
                    <a:pt x="2890477" y="2496200"/>
                  </a:lnTo>
                  <a:lnTo>
                    <a:pt x="2890622" y="2496200"/>
                  </a:lnTo>
                  <a:lnTo>
                    <a:pt x="2890622" y="2495576"/>
                  </a:lnTo>
                  <a:lnTo>
                    <a:pt x="2890622" y="2494952"/>
                  </a:lnTo>
                  <a:lnTo>
                    <a:pt x="2890767" y="2494952"/>
                  </a:lnTo>
                  <a:lnTo>
                    <a:pt x="2890767" y="2494329"/>
                  </a:lnTo>
                  <a:lnTo>
                    <a:pt x="2890913" y="2494329"/>
                  </a:lnTo>
                  <a:lnTo>
                    <a:pt x="2890913" y="2493705"/>
                  </a:lnTo>
                  <a:lnTo>
                    <a:pt x="2891058" y="2493705"/>
                  </a:lnTo>
                  <a:lnTo>
                    <a:pt x="2891058" y="2493082"/>
                  </a:lnTo>
                  <a:lnTo>
                    <a:pt x="2891204" y="2493082"/>
                  </a:lnTo>
                  <a:lnTo>
                    <a:pt x="2891349" y="2493082"/>
                  </a:lnTo>
                  <a:lnTo>
                    <a:pt x="2891495" y="2493082"/>
                  </a:lnTo>
                  <a:lnTo>
                    <a:pt x="2891640" y="2493082"/>
                  </a:lnTo>
                  <a:lnTo>
                    <a:pt x="2891640" y="2492458"/>
                  </a:lnTo>
                  <a:lnTo>
                    <a:pt x="2891785" y="2492458"/>
                  </a:lnTo>
                  <a:lnTo>
                    <a:pt x="2891931" y="2492458"/>
                  </a:lnTo>
                  <a:lnTo>
                    <a:pt x="2892076" y="2492458"/>
                  </a:lnTo>
                  <a:lnTo>
                    <a:pt x="2892222" y="2492458"/>
                  </a:lnTo>
                  <a:lnTo>
                    <a:pt x="2892222" y="2491834"/>
                  </a:lnTo>
                  <a:lnTo>
                    <a:pt x="2892367" y="2491834"/>
                  </a:lnTo>
                  <a:lnTo>
                    <a:pt x="2892513" y="2491834"/>
                  </a:lnTo>
                  <a:lnTo>
                    <a:pt x="2892658" y="2491834"/>
                  </a:lnTo>
                  <a:lnTo>
                    <a:pt x="2892803" y="2491834"/>
                  </a:lnTo>
                  <a:lnTo>
                    <a:pt x="2892949" y="2491834"/>
                  </a:lnTo>
                  <a:lnTo>
                    <a:pt x="2893094" y="2491834"/>
                  </a:lnTo>
                  <a:lnTo>
                    <a:pt x="2893240" y="2491834"/>
                  </a:lnTo>
                  <a:lnTo>
                    <a:pt x="2893385" y="2491834"/>
                  </a:lnTo>
                  <a:lnTo>
                    <a:pt x="2893531" y="2491834"/>
                  </a:lnTo>
                  <a:lnTo>
                    <a:pt x="2893676" y="2491834"/>
                  </a:lnTo>
                  <a:lnTo>
                    <a:pt x="2893821" y="2491834"/>
                  </a:lnTo>
                  <a:lnTo>
                    <a:pt x="2893967" y="2491834"/>
                  </a:lnTo>
                  <a:lnTo>
                    <a:pt x="2894112" y="2491834"/>
                  </a:lnTo>
                  <a:lnTo>
                    <a:pt x="2894112" y="2491211"/>
                  </a:lnTo>
                  <a:lnTo>
                    <a:pt x="2894258" y="2491211"/>
                  </a:lnTo>
                  <a:lnTo>
                    <a:pt x="2894403" y="2491211"/>
                  </a:lnTo>
                  <a:lnTo>
                    <a:pt x="2894549" y="2491211"/>
                  </a:lnTo>
                  <a:lnTo>
                    <a:pt x="2894549" y="2490587"/>
                  </a:lnTo>
                  <a:lnTo>
                    <a:pt x="2894549" y="2489964"/>
                  </a:lnTo>
                  <a:lnTo>
                    <a:pt x="2894549" y="2489340"/>
                  </a:lnTo>
                  <a:lnTo>
                    <a:pt x="2894694" y="2489340"/>
                  </a:lnTo>
                  <a:lnTo>
                    <a:pt x="2894839" y="2489340"/>
                  </a:lnTo>
                  <a:lnTo>
                    <a:pt x="2894985" y="2489340"/>
                  </a:lnTo>
                  <a:lnTo>
                    <a:pt x="2895130" y="2489340"/>
                  </a:lnTo>
                  <a:lnTo>
                    <a:pt x="2895276" y="2489340"/>
                  </a:lnTo>
                  <a:lnTo>
                    <a:pt x="2895276" y="2488717"/>
                  </a:lnTo>
                  <a:lnTo>
                    <a:pt x="2895276" y="2488093"/>
                  </a:lnTo>
                  <a:lnTo>
                    <a:pt x="2895421" y="2488093"/>
                  </a:lnTo>
                  <a:lnTo>
                    <a:pt x="2895567" y="2488093"/>
                  </a:lnTo>
                  <a:lnTo>
                    <a:pt x="2895712" y="2488093"/>
                  </a:lnTo>
                  <a:lnTo>
                    <a:pt x="2895712" y="2487469"/>
                  </a:lnTo>
                  <a:lnTo>
                    <a:pt x="2895857" y="2487469"/>
                  </a:lnTo>
                  <a:lnTo>
                    <a:pt x="2895857" y="2486846"/>
                  </a:lnTo>
                  <a:lnTo>
                    <a:pt x="2895857" y="2486222"/>
                  </a:lnTo>
                  <a:lnTo>
                    <a:pt x="2896003" y="2486222"/>
                  </a:lnTo>
                  <a:lnTo>
                    <a:pt x="2896003" y="2485599"/>
                  </a:lnTo>
                  <a:lnTo>
                    <a:pt x="2896148" y="2485599"/>
                  </a:lnTo>
                  <a:lnTo>
                    <a:pt x="2896294" y="2485599"/>
                  </a:lnTo>
                  <a:lnTo>
                    <a:pt x="2896439" y="2485599"/>
                  </a:lnTo>
                  <a:lnTo>
                    <a:pt x="2896584" y="2485599"/>
                  </a:lnTo>
                  <a:lnTo>
                    <a:pt x="2896584" y="2484975"/>
                  </a:lnTo>
                  <a:lnTo>
                    <a:pt x="2896730" y="2484975"/>
                  </a:lnTo>
                  <a:lnTo>
                    <a:pt x="2896730" y="2484351"/>
                  </a:lnTo>
                  <a:lnTo>
                    <a:pt x="2896875" y="2484351"/>
                  </a:lnTo>
                  <a:lnTo>
                    <a:pt x="2897021" y="2484351"/>
                  </a:lnTo>
                  <a:lnTo>
                    <a:pt x="2897166" y="2484351"/>
                  </a:lnTo>
                  <a:lnTo>
                    <a:pt x="2897312" y="2484351"/>
                  </a:lnTo>
                  <a:lnTo>
                    <a:pt x="2897457" y="2484351"/>
                  </a:lnTo>
                  <a:lnTo>
                    <a:pt x="2897457" y="2483728"/>
                  </a:lnTo>
                  <a:lnTo>
                    <a:pt x="2897602" y="2483728"/>
                  </a:lnTo>
                  <a:lnTo>
                    <a:pt x="2897602" y="2483104"/>
                  </a:lnTo>
                  <a:lnTo>
                    <a:pt x="2897748" y="2483104"/>
                  </a:lnTo>
                  <a:lnTo>
                    <a:pt x="2897893" y="2483104"/>
                  </a:lnTo>
                  <a:lnTo>
                    <a:pt x="2897893" y="2482481"/>
                  </a:lnTo>
                  <a:lnTo>
                    <a:pt x="2898039" y="2482481"/>
                  </a:lnTo>
                  <a:lnTo>
                    <a:pt x="2898184" y="2482481"/>
                  </a:lnTo>
                  <a:lnTo>
                    <a:pt x="2898330" y="2482481"/>
                  </a:lnTo>
                  <a:lnTo>
                    <a:pt x="2898475" y="2482481"/>
                  </a:lnTo>
                  <a:lnTo>
                    <a:pt x="2898620" y="2482481"/>
                  </a:lnTo>
                  <a:lnTo>
                    <a:pt x="2898766" y="2482481"/>
                  </a:lnTo>
                  <a:lnTo>
                    <a:pt x="2898911" y="2482481"/>
                  </a:lnTo>
                  <a:lnTo>
                    <a:pt x="2898911" y="2481857"/>
                  </a:lnTo>
                  <a:lnTo>
                    <a:pt x="2898911" y="2481234"/>
                  </a:lnTo>
                  <a:lnTo>
                    <a:pt x="2899057" y="2481234"/>
                  </a:lnTo>
                  <a:lnTo>
                    <a:pt x="2899202" y="2481234"/>
                  </a:lnTo>
                  <a:lnTo>
                    <a:pt x="2899348" y="2481234"/>
                  </a:lnTo>
                  <a:lnTo>
                    <a:pt x="2899493" y="2481234"/>
                  </a:lnTo>
                  <a:lnTo>
                    <a:pt x="2899638" y="2481234"/>
                  </a:lnTo>
                  <a:lnTo>
                    <a:pt x="2899784" y="2481234"/>
                  </a:lnTo>
                  <a:lnTo>
                    <a:pt x="2899784" y="2480610"/>
                  </a:lnTo>
                  <a:lnTo>
                    <a:pt x="2899929" y="2480610"/>
                  </a:lnTo>
                  <a:lnTo>
                    <a:pt x="2900075" y="2480610"/>
                  </a:lnTo>
                  <a:lnTo>
                    <a:pt x="2900220" y="2480610"/>
                  </a:lnTo>
                  <a:lnTo>
                    <a:pt x="2900220" y="2479986"/>
                  </a:lnTo>
                  <a:lnTo>
                    <a:pt x="2900366" y="2479986"/>
                  </a:lnTo>
                  <a:lnTo>
                    <a:pt x="2900366" y="2479363"/>
                  </a:lnTo>
                  <a:lnTo>
                    <a:pt x="2900511" y="2479363"/>
                  </a:lnTo>
                  <a:lnTo>
                    <a:pt x="2900656" y="2479363"/>
                  </a:lnTo>
                  <a:lnTo>
                    <a:pt x="2900802" y="2479363"/>
                  </a:lnTo>
                  <a:lnTo>
                    <a:pt x="2900947" y="2479363"/>
                  </a:lnTo>
                  <a:lnTo>
                    <a:pt x="2901093" y="2479363"/>
                  </a:lnTo>
                  <a:lnTo>
                    <a:pt x="2901238" y="2479363"/>
                  </a:lnTo>
                  <a:lnTo>
                    <a:pt x="2901384" y="2479363"/>
                  </a:lnTo>
                  <a:lnTo>
                    <a:pt x="2901529" y="2479363"/>
                  </a:lnTo>
                  <a:lnTo>
                    <a:pt x="2901529" y="2478739"/>
                  </a:lnTo>
                  <a:lnTo>
                    <a:pt x="2901674" y="2478739"/>
                  </a:lnTo>
                  <a:lnTo>
                    <a:pt x="2901820" y="2478739"/>
                  </a:lnTo>
                  <a:lnTo>
                    <a:pt x="2901965" y="2478739"/>
                  </a:lnTo>
                  <a:lnTo>
                    <a:pt x="2901965" y="2478116"/>
                  </a:lnTo>
                  <a:lnTo>
                    <a:pt x="2902111" y="2478116"/>
                  </a:lnTo>
                  <a:lnTo>
                    <a:pt x="2902256" y="2478116"/>
                  </a:lnTo>
                  <a:lnTo>
                    <a:pt x="2902402" y="2478116"/>
                  </a:lnTo>
                  <a:lnTo>
                    <a:pt x="2902547" y="2478116"/>
                  </a:lnTo>
                  <a:lnTo>
                    <a:pt x="2902547" y="2477492"/>
                  </a:lnTo>
                  <a:lnTo>
                    <a:pt x="2902692" y="2477492"/>
                  </a:lnTo>
                  <a:lnTo>
                    <a:pt x="2902838" y="2477492"/>
                  </a:lnTo>
                  <a:lnTo>
                    <a:pt x="2902983" y="2477492"/>
                  </a:lnTo>
                  <a:lnTo>
                    <a:pt x="2902983" y="2476868"/>
                  </a:lnTo>
                  <a:lnTo>
                    <a:pt x="2902983" y="2476245"/>
                  </a:lnTo>
                  <a:lnTo>
                    <a:pt x="2903129" y="2476245"/>
                  </a:lnTo>
                  <a:lnTo>
                    <a:pt x="2903274" y="2476245"/>
                  </a:lnTo>
                  <a:lnTo>
                    <a:pt x="2903419" y="2476245"/>
                  </a:lnTo>
                  <a:lnTo>
                    <a:pt x="2903565" y="2476245"/>
                  </a:lnTo>
                  <a:lnTo>
                    <a:pt x="2903710" y="2476245"/>
                  </a:lnTo>
                  <a:lnTo>
                    <a:pt x="2903856" y="2476245"/>
                  </a:lnTo>
                  <a:lnTo>
                    <a:pt x="2903856" y="2475621"/>
                  </a:lnTo>
                  <a:lnTo>
                    <a:pt x="2904001" y="2475621"/>
                  </a:lnTo>
                  <a:lnTo>
                    <a:pt x="2904001" y="2474998"/>
                  </a:lnTo>
                  <a:lnTo>
                    <a:pt x="2904147" y="2474998"/>
                  </a:lnTo>
                  <a:lnTo>
                    <a:pt x="2904292" y="2474998"/>
                  </a:lnTo>
                  <a:lnTo>
                    <a:pt x="2904437" y="2474998"/>
                  </a:lnTo>
                  <a:lnTo>
                    <a:pt x="2904437" y="2474374"/>
                  </a:lnTo>
                  <a:lnTo>
                    <a:pt x="2904437" y="2473751"/>
                  </a:lnTo>
                  <a:lnTo>
                    <a:pt x="2904583" y="2473751"/>
                  </a:lnTo>
                  <a:lnTo>
                    <a:pt x="2904583" y="2473127"/>
                  </a:lnTo>
                  <a:lnTo>
                    <a:pt x="2904728" y="2473127"/>
                  </a:lnTo>
                  <a:lnTo>
                    <a:pt x="2904874" y="2473127"/>
                  </a:lnTo>
                  <a:lnTo>
                    <a:pt x="2905019" y="2473127"/>
                  </a:lnTo>
                  <a:lnTo>
                    <a:pt x="2905165" y="2473127"/>
                  </a:lnTo>
                  <a:lnTo>
                    <a:pt x="2905310" y="2473127"/>
                  </a:lnTo>
                  <a:lnTo>
                    <a:pt x="2905310" y="2472503"/>
                  </a:lnTo>
                  <a:lnTo>
                    <a:pt x="2905455" y="2472503"/>
                  </a:lnTo>
                  <a:lnTo>
                    <a:pt x="2905601" y="2472503"/>
                  </a:lnTo>
                  <a:lnTo>
                    <a:pt x="2905746" y="2472503"/>
                  </a:lnTo>
                  <a:lnTo>
                    <a:pt x="2905892" y="2472503"/>
                  </a:lnTo>
                  <a:lnTo>
                    <a:pt x="2906037" y="2472503"/>
                  </a:lnTo>
                  <a:lnTo>
                    <a:pt x="2906183" y="2472503"/>
                  </a:lnTo>
                  <a:lnTo>
                    <a:pt x="2906328" y="2472503"/>
                  </a:lnTo>
                  <a:lnTo>
                    <a:pt x="2906473" y="2472503"/>
                  </a:lnTo>
                  <a:lnTo>
                    <a:pt x="2906619" y="2472503"/>
                  </a:lnTo>
                  <a:lnTo>
                    <a:pt x="2906764" y="2472503"/>
                  </a:lnTo>
                  <a:lnTo>
                    <a:pt x="2906910" y="2472503"/>
                  </a:lnTo>
                  <a:lnTo>
                    <a:pt x="2907055" y="2472503"/>
                  </a:lnTo>
                  <a:lnTo>
                    <a:pt x="2907201" y="2472503"/>
                  </a:lnTo>
                  <a:lnTo>
                    <a:pt x="2907346" y="2472503"/>
                  </a:lnTo>
                  <a:lnTo>
                    <a:pt x="2907491" y="2472503"/>
                  </a:lnTo>
                  <a:lnTo>
                    <a:pt x="2907491" y="2471880"/>
                  </a:lnTo>
                  <a:lnTo>
                    <a:pt x="2907637" y="2471880"/>
                  </a:lnTo>
                  <a:lnTo>
                    <a:pt x="2907637" y="2471256"/>
                  </a:lnTo>
                  <a:lnTo>
                    <a:pt x="2907782" y="2471256"/>
                  </a:lnTo>
                  <a:lnTo>
                    <a:pt x="2907782" y="2470633"/>
                  </a:lnTo>
                  <a:lnTo>
                    <a:pt x="2907928" y="2470633"/>
                  </a:lnTo>
                  <a:lnTo>
                    <a:pt x="2907928" y="2470009"/>
                  </a:lnTo>
                  <a:lnTo>
                    <a:pt x="2908073" y="2470009"/>
                  </a:lnTo>
                  <a:lnTo>
                    <a:pt x="2908219" y="2470009"/>
                  </a:lnTo>
                  <a:lnTo>
                    <a:pt x="2908364" y="2470009"/>
                  </a:lnTo>
                  <a:lnTo>
                    <a:pt x="2908509" y="2470009"/>
                  </a:lnTo>
                  <a:lnTo>
                    <a:pt x="2908655" y="2470009"/>
                  </a:lnTo>
                  <a:lnTo>
                    <a:pt x="2908800" y="2470009"/>
                  </a:lnTo>
                  <a:lnTo>
                    <a:pt x="2908800" y="2469385"/>
                  </a:lnTo>
                  <a:lnTo>
                    <a:pt x="2908946" y="2469385"/>
                  </a:lnTo>
                  <a:lnTo>
                    <a:pt x="2909091" y="2469385"/>
                  </a:lnTo>
                  <a:lnTo>
                    <a:pt x="2909237" y="2469385"/>
                  </a:lnTo>
                  <a:lnTo>
                    <a:pt x="2909382" y="2469385"/>
                  </a:lnTo>
                  <a:lnTo>
                    <a:pt x="2909527" y="2469385"/>
                  </a:lnTo>
                  <a:lnTo>
                    <a:pt x="2909673" y="2469385"/>
                  </a:lnTo>
                  <a:lnTo>
                    <a:pt x="2909818" y="2469385"/>
                  </a:lnTo>
                  <a:lnTo>
                    <a:pt x="2909964" y="2469385"/>
                  </a:lnTo>
                  <a:lnTo>
                    <a:pt x="2910109" y="2469385"/>
                  </a:lnTo>
                  <a:lnTo>
                    <a:pt x="2910254" y="2469385"/>
                  </a:lnTo>
                  <a:lnTo>
                    <a:pt x="2910400" y="2469385"/>
                  </a:lnTo>
                  <a:lnTo>
                    <a:pt x="2910400" y="2468762"/>
                  </a:lnTo>
                  <a:lnTo>
                    <a:pt x="2910545" y="2468762"/>
                  </a:lnTo>
                  <a:lnTo>
                    <a:pt x="2910691" y="2468762"/>
                  </a:lnTo>
                  <a:lnTo>
                    <a:pt x="2910836" y="2468762"/>
                  </a:lnTo>
                  <a:lnTo>
                    <a:pt x="2910982" y="2468762"/>
                  </a:lnTo>
                  <a:lnTo>
                    <a:pt x="2911127" y="2468762"/>
                  </a:lnTo>
                  <a:lnTo>
                    <a:pt x="2911272" y="2468762"/>
                  </a:lnTo>
                  <a:lnTo>
                    <a:pt x="2911418" y="2468762"/>
                  </a:lnTo>
                  <a:lnTo>
                    <a:pt x="2911563" y="2468762"/>
                  </a:lnTo>
                  <a:lnTo>
                    <a:pt x="2911709" y="2468762"/>
                  </a:lnTo>
                  <a:lnTo>
                    <a:pt x="2911854" y="2468762"/>
                  </a:lnTo>
                  <a:lnTo>
                    <a:pt x="2911854" y="2468138"/>
                  </a:lnTo>
                  <a:lnTo>
                    <a:pt x="2912000" y="2468138"/>
                  </a:lnTo>
                  <a:lnTo>
                    <a:pt x="2912145" y="2468138"/>
                  </a:lnTo>
                  <a:lnTo>
                    <a:pt x="2912290" y="2468138"/>
                  </a:lnTo>
                  <a:lnTo>
                    <a:pt x="2912436" y="2468138"/>
                  </a:lnTo>
                  <a:lnTo>
                    <a:pt x="2912436" y="2467515"/>
                  </a:lnTo>
                  <a:lnTo>
                    <a:pt x="2912436" y="2466891"/>
                  </a:lnTo>
                  <a:lnTo>
                    <a:pt x="2912581" y="2466891"/>
                  </a:lnTo>
                  <a:lnTo>
                    <a:pt x="2912727" y="2466891"/>
                  </a:lnTo>
                  <a:lnTo>
                    <a:pt x="2912872" y="2466891"/>
                  </a:lnTo>
                  <a:lnTo>
                    <a:pt x="2912872" y="2466268"/>
                  </a:lnTo>
                  <a:lnTo>
                    <a:pt x="2913018" y="2466268"/>
                  </a:lnTo>
                  <a:lnTo>
                    <a:pt x="2913163" y="2466268"/>
                  </a:lnTo>
                  <a:lnTo>
                    <a:pt x="2913163" y="2465644"/>
                  </a:lnTo>
                  <a:lnTo>
                    <a:pt x="2913163" y="2465020"/>
                  </a:lnTo>
                  <a:lnTo>
                    <a:pt x="2913308" y="2465020"/>
                  </a:lnTo>
                  <a:lnTo>
                    <a:pt x="2913454" y="2465020"/>
                  </a:lnTo>
                  <a:lnTo>
                    <a:pt x="2913599" y="2465020"/>
                  </a:lnTo>
                  <a:lnTo>
                    <a:pt x="2913745" y="2465020"/>
                  </a:lnTo>
                  <a:lnTo>
                    <a:pt x="2913890" y="2465020"/>
                  </a:lnTo>
                  <a:lnTo>
                    <a:pt x="2914036" y="2465020"/>
                  </a:lnTo>
                  <a:lnTo>
                    <a:pt x="2914181" y="2465020"/>
                  </a:lnTo>
                  <a:lnTo>
                    <a:pt x="2914326" y="2465020"/>
                  </a:lnTo>
                  <a:lnTo>
                    <a:pt x="2914472" y="2465020"/>
                  </a:lnTo>
                  <a:lnTo>
                    <a:pt x="2914617" y="2465020"/>
                  </a:lnTo>
                  <a:lnTo>
                    <a:pt x="2914763" y="2465020"/>
                  </a:lnTo>
                  <a:lnTo>
                    <a:pt x="2914908" y="2465020"/>
                  </a:lnTo>
                  <a:lnTo>
                    <a:pt x="2915054" y="2465020"/>
                  </a:lnTo>
                  <a:lnTo>
                    <a:pt x="2915199" y="2465020"/>
                  </a:lnTo>
                  <a:lnTo>
                    <a:pt x="2915344" y="2465020"/>
                  </a:lnTo>
                  <a:lnTo>
                    <a:pt x="2915490" y="2465020"/>
                  </a:lnTo>
                  <a:lnTo>
                    <a:pt x="2915490" y="2464397"/>
                  </a:lnTo>
                  <a:lnTo>
                    <a:pt x="2915635" y="2464397"/>
                  </a:lnTo>
                  <a:lnTo>
                    <a:pt x="2915781" y="2464397"/>
                  </a:lnTo>
                  <a:lnTo>
                    <a:pt x="2915926" y="2464397"/>
                  </a:lnTo>
                  <a:lnTo>
                    <a:pt x="2915926" y="2463773"/>
                  </a:lnTo>
                  <a:lnTo>
                    <a:pt x="2916072" y="2463773"/>
                  </a:lnTo>
                  <a:lnTo>
                    <a:pt x="2916217" y="2463773"/>
                  </a:lnTo>
                  <a:lnTo>
                    <a:pt x="2916217" y="2463150"/>
                  </a:lnTo>
                  <a:lnTo>
                    <a:pt x="2916362" y="2463150"/>
                  </a:lnTo>
                  <a:lnTo>
                    <a:pt x="2916508" y="2463150"/>
                  </a:lnTo>
                  <a:lnTo>
                    <a:pt x="2916653" y="2463150"/>
                  </a:lnTo>
                  <a:lnTo>
                    <a:pt x="2916799" y="2463150"/>
                  </a:lnTo>
                  <a:lnTo>
                    <a:pt x="2916944" y="2463150"/>
                  </a:lnTo>
                  <a:lnTo>
                    <a:pt x="2917089" y="2463150"/>
                  </a:lnTo>
                  <a:lnTo>
                    <a:pt x="2917235" y="2463150"/>
                  </a:lnTo>
                  <a:lnTo>
                    <a:pt x="2917380" y="2463150"/>
                  </a:lnTo>
                  <a:lnTo>
                    <a:pt x="2917380" y="2462526"/>
                  </a:lnTo>
                  <a:lnTo>
                    <a:pt x="2917526" y="2462526"/>
                  </a:lnTo>
                  <a:lnTo>
                    <a:pt x="2917671" y="2462526"/>
                  </a:lnTo>
                  <a:lnTo>
                    <a:pt x="2917817" y="2462526"/>
                  </a:lnTo>
                  <a:lnTo>
                    <a:pt x="2917962" y="2462526"/>
                  </a:lnTo>
                  <a:lnTo>
                    <a:pt x="2918107" y="2462526"/>
                  </a:lnTo>
                  <a:lnTo>
                    <a:pt x="2918253" y="2462526"/>
                  </a:lnTo>
                  <a:lnTo>
                    <a:pt x="2918398" y="2462526"/>
                  </a:lnTo>
                  <a:lnTo>
                    <a:pt x="2918398" y="2461902"/>
                  </a:lnTo>
                  <a:lnTo>
                    <a:pt x="2918398" y="2461279"/>
                  </a:lnTo>
                  <a:lnTo>
                    <a:pt x="2918544" y="2461279"/>
                  </a:lnTo>
                  <a:lnTo>
                    <a:pt x="2918689" y="2461279"/>
                  </a:lnTo>
                  <a:lnTo>
                    <a:pt x="2918835" y="2461279"/>
                  </a:lnTo>
                  <a:lnTo>
                    <a:pt x="2918835" y="2460655"/>
                  </a:lnTo>
                  <a:lnTo>
                    <a:pt x="2918835" y="2460032"/>
                  </a:lnTo>
                  <a:lnTo>
                    <a:pt x="2918980" y="2460032"/>
                  </a:lnTo>
                  <a:lnTo>
                    <a:pt x="2918980" y="2459408"/>
                  </a:lnTo>
                  <a:lnTo>
                    <a:pt x="2919125" y="2459408"/>
                  </a:lnTo>
                  <a:lnTo>
                    <a:pt x="2919125" y="2458785"/>
                  </a:lnTo>
                  <a:lnTo>
                    <a:pt x="2919271" y="2458785"/>
                  </a:lnTo>
                  <a:lnTo>
                    <a:pt x="2919416" y="2458785"/>
                  </a:lnTo>
                  <a:lnTo>
                    <a:pt x="2919416" y="2458161"/>
                  </a:lnTo>
                  <a:lnTo>
                    <a:pt x="2919562" y="2458161"/>
                  </a:lnTo>
                  <a:lnTo>
                    <a:pt x="2919707" y="2458161"/>
                  </a:lnTo>
                  <a:lnTo>
                    <a:pt x="2919853" y="2458161"/>
                  </a:lnTo>
                  <a:lnTo>
                    <a:pt x="2919998" y="2458161"/>
                  </a:lnTo>
                  <a:lnTo>
                    <a:pt x="2920143" y="2458161"/>
                  </a:lnTo>
                  <a:lnTo>
                    <a:pt x="2920289" y="2458161"/>
                  </a:lnTo>
                  <a:lnTo>
                    <a:pt x="2920434" y="2458161"/>
                  </a:lnTo>
                  <a:lnTo>
                    <a:pt x="2920580" y="2458161"/>
                  </a:lnTo>
                  <a:lnTo>
                    <a:pt x="2920725" y="2458161"/>
                  </a:lnTo>
                  <a:lnTo>
                    <a:pt x="2920871" y="2458161"/>
                  </a:lnTo>
                  <a:lnTo>
                    <a:pt x="2921016" y="2458161"/>
                  </a:lnTo>
                  <a:lnTo>
                    <a:pt x="2921161" y="2458161"/>
                  </a:lnTo>
                  <a:lnTo>
                    <a:pt x="2921307" y="2458161"/>
                  </a:lnTo>
                  <a:lnTo>
                    <a:pt x="2921452" y="2458161"/>
                  </a:lnTo>
                  <a:lnTo>
                    <a:pt x="2921598" y="2458161"/>
                  </a:lnTo>
                  <a:lnTo>
                    <a:pt x="2921743" y="2458161"/>
                  </a:lnTo>
                  <a:lnTo>
                    <a:pt x="2921889" y="2458161"/>
                  </a:lnTo>
                  <a:lnTo>
                    <a:pt x="2922034" y="2458161"/>
                  </a:lnTo>
                  <a:lnTo>
                    <a:pt x="2922179" y="2458161"/>
                  </a:lnTo>
                  <a:lnTo>
                    <a:pt x="2922325" y="2458161"/>
                  </a:lnTo>
                  <a:lnTo>
                    <a:pt x="2922470" y="2458161"/>
                  </a:lnTo>
                  <a:lnTo>
                    <a:pt x="2922616" y="2458161"/>
                  </a:lnTo>
                  <a:lnTo>
                    <a:pt x="2922761" y="2458161"/>
                  </a:lnTo>
                  <a:lnTo>
                    <a:pt x="2922907" y="2458161"/>
                  </a:lnTo>
                  <a:lnTo>
                    <a:pt x="2923052" y="2458161"/>
                  </a:lnTo>
                  <a:lnTo>
                    <a:pt x="2923197" y="2458161"/>
                  </a:lnTo>
                  <a:lnTo>
                    <a:pt x="2923343" y="2458161"/>
                  </a:lnTo>
                  <a:lnTo>
                    <a:pt x="2923488" y="2458161"/>
                  </a:lnTo>
                  <a:lnTo>
                    <a:pt x="2923634" y="2458161"/>
                  </a:lnTo>
                  <a:lnTo>
                    <a:pt x="2923779" y="2458161"/>
                  </a:lnTo>
                  <a:lnTo>
                    <a:pt x="2923779" y="2457537"/>
                  </a:lnTo>
                  <a:lnTo>
                    <a:pt x="2923924" y="2457537"/>
                  </a:lnTo>
                  <a:lnTo>
                    <a:pt x="2924070" y="2457537"/>
                  </a:lnTo>
                  <a:lnTo>
                    <a:pt x="2924215" y="2457537"/>
                  </a:lnTo>
                  <a:lnTo>
                    <a:pt x="2924361" y="2457537"/>
                  </a:lnTo>
                  <a:lnTo>
                    <a:pt x="2924506" y="2457537"/>
                  </a:lnTo>
                  <a:lnTo>
                    <a:pt x="2924652" y="2457537"/>
                  </a:lnTo>
                  <a:lnTo>
                    <a:pt x="2924797" y="2457537"/>
                  </a:lnTo>
                  <a:lnTo>
                    <a:pt x="2924942" y="2457537"/>
                  </a:lnTo>
                  <a:lnTo>
                    <a:pt x="2925088" y="2457537"/>
                  </a:lnTo>
                  <a:lnTo>
                    <a:pt x="2925233" y="2457537"/>
                  </a:lnTo>
                  <a:lnTo>
                    <a:pt x="2925379" y="2457537"/>
                  </a:lnTo>
                  <a:lnTo>
                    <a:pt x="2925524" y="2457537"/>
                  </a:lnTo>
                  <a:lnTo>
                    <a:pt x="2925670" y="2457537"/>
                  </a:lnTo>
                  <a:lnTo>
                    <a:pt x="2925815" y="2457537"/>
                  </a:lnTo>
                  <a:lnTo>
                    <a:pt x="2925960" y="2457537"/>
                  </a:lnTo>
                  <a:lnTo>
                    <a:pt x="2926106" y="2457537"/>
                  </a:lnTo>
                  <a:lnTo>
                    <a:pt x="2926251" y="2457537"/>
                  </a:lnTo>
                  <a:lnTo>
                    <a:pt x="2926251" y="2456914"/>
                  </a:lnTo>
                  <a:lnTo>
                    <a:pt x="2926397" y="2456914"/>
                  </a:lnTo>
                  <a:lnTo>
                    <a:pt x="2926542" y="2456914"/>
                  </a:lnTo>
                  <a:lnTo>
                    <a:pt x="2926688" y="2456914"/>
                  </a:lnTo>
                  <a:lnTo>
                    <a:pt x="2926833" y="2456914"/>
                  </a:lnTo>
                  <a:lnTo>
                    <a:pt x="2926978" y="2456914"/>
                  </a:lnTo>
                  <a:lnTo>
                    <a:pt x="2927124" y="2456914"/>
                  </a:lnTo>
                  <a:lnTo>
                    <a:pt x="2927124" y="2456290"/>
                  </a:lnTo>
                  <a:lnTo>
                    <a:pt x="2927269" y="2456290"/>
                  </a:lnTo>
                  <a:lnTo>
                    <a:pt x="2927415" y="2456290"/>
                  </a:lnTo>
                  <a:lnTo>
                    <a:pt x="2927415" y="2455667"/>
                  </a:lnTo>
                  <a:lnTo>
                    <a:pt x="2927560" y="2455667"/>
                  </a:lnTo>
                  <a:lnTo>
                    <a:pt x="2927706" y="2455667"/>
                  </a:lnTo>
                  <a:lnTo>
                    <a:pt x="2927851" y="2455667"/>
                  </a:lnTo>
                  <a:lnTo>
                    <a:pt x="2927996" y="2455667"/>
                  </a:lnTo>
                  <a:lnTo>
                    <a:pt x="2928142" y="2455667"/>
                  </a:lnTo>
                  <a:lnTo>
                    <a:pt x="2928287" y="2455667"/>
                  </a:lnTo>
                  <a:lnTo>
                    <a:pt x="2928287" y="2455043"/>
                  </a:lnTo>
                  <a:lnTo>
                    <a:pt x="2928433" y="2455043"/>
                  </a:lnTo>
                  <a:lnTo>
                    <a:pt x="2928578" y="2455043"/>
                  </a:lnTo>
                  <a:lnTo>
                    <a:pt x="2928724" y="2455043"/>
                  </a:lnTo>
                  <a:lnTo>
                    <a:pt x="2928869" y="2455043"/>
                  </a:lnTo>
                  <a:lnTo>
                    <a:pt x="2928869" y="2454420"/>
                  </a:lnTo>
                  <a:lnTo>
                    <a:pt x="2929014" y="2454420"/>
                  </a:lnTo>
                  <a:lnTo>
                    <a:pt x="2929014" y="2453796"/>
                  </a:lnTo>
                  <a:lnTo>
                    <a:pt x="2929160" y="2453796"/>
                  </a:lnTo>
                  <a:lnTo>
                    <a:pt x="2929305" y="2453796"/>
                  </a:lnTo>
                  <a:lnTo>
                    <a:pt x="2929451" y="2453796"/>
                  </a:lnTo>
                  <a:lnTo>
                    <a:pt x="2929596" y="2453796"/>
                  </a:lnTo>
                  <a:lnTo>
                    <a:pt x="2929742" y="2453796"/>
                  </a:lnTo>
                  <a:lnTo>
                    <a:pt x="2929887" y="2453796"/>
                  </a:lnTo>
                  <a:lnTo>
                    <a:pt x="2930032" y="2453796"/>
                  </a:lnTo>
                  <a:lnTo>
                    <a:pt x="2930178" y="2453796"/>
                  </a:lnTo>
                  <a:lnTo>
                    <a:pt x="2930323" y="2453796"/>
                  </a:lnTo>
                  <a:lnTo>
                    <a:pt x="2930469" y="2453796"/>
                  </a:lnTo>
                  <a:lnTo>
                    <a:pt x="2930614" y="2453796"/>
                  </a:lnTo>
                  <a:lnTo>
                    <a:pt x="2930759" y="2453796"/>
                  </a:lnTo>
                  <a:lnTo>
                    <a:pt x="2930905" y="2453796"/>
                  </a:lnTo>
                  <a:lnTo>
                    <a:pt x="2931050" y="2453796"/>
                  </a:lnTo>
                  <a:lnTo>
                    <a:pt x="2931050" y="2453172"/>
                  </a:lnTo>
                  <a:lnTo>
                    <a:pt x="2931050" y="2452549"/>
                  </a:lnTo>
                  <a:lnTo>
                    <a:pt x="2931196" y="2452549"/>
                  </a:lnTo>
                  <a:lnTo>
                    <a:pt x="2931196" y="2451925"/>
                  </a:lnTo>
                  <a:lnTo>
                    <a:pt x="2931341" y="2451925"/>
                  </a:lnTo>
                  <a:lnTo>
                    <a:pt x="2931487" y="2451925"/>
                  </a:lnTo>
                  <a:lnTo>
                    <a:pt x="2931632" y="2451925"/>
                  </a:lnTo>
                  <a:lnTo>
                    <a:pt x="2931777" y="2451925"/>
                  </a:lnTo>
                  <a:lnTo>
                    <a:pt x="2931923" y="2451925"/>
                  </a:lnTo>
                  <a:lnTo>
                    <a:pt x="2931923" y="2451302"/>
                  </a:lnTo>
                  <a:lnTo>
                    <a:pt x="2932068" y="2451302"/>
                  </a:lnTo>
                  <a:lnTo>
                    <a:pt x="2932214" y="2451302"/>
                  </a:lnTo>
                  <a:lnTo>
                    <a:pt x="2932359" y="2451302"/>
                  </a:lnTo>
                  <a:lnTo>
                    <a:pt x="2932505" y="2451302"/>
                  </a:lnTo>
                  <a:lnTo>
                    <a:pt x="2932650" y="2451302"/>
                  </a:lnTo>
                  <a:lnTo>
                    <a:pt x="2932795" y="2451302"/>
                  </a:lnTo>
                  <a:lnTo>
                    <a:pt x="2932941" y="2451302"/>
                  </a:lnTo>
                  <a:lnTo>
                    <a:pt x="2933086" y="2451302"/>
                  </a:lnTo>
                  <a:lnTo>
                    <a:pt x="2933232" y="2451302"/>
                  </a:lnTo>
                  <a:lnTo>
                    <a:pt x="2933377" y="2451302"/>
                  </a:lnTo>
                  <a:lnTo>
                    <a:pt x="2933523" y="2451302"/>
                  </a:lnTo>
                  <a:lnTo>
                    <a:pt x="2933668" y="2451302"/>
                  </a:lnTo>
                  <a:lnTo>
                    <a:pt x="2933813" y="2451302"/>
                  </a:lnTo>
                  <a:lnTo>
                    <a:pt x="2933959" y="2451302"/>
                  </a:lnTo>
                  <a:lnTo>
                    <a:pt x="2934104" y="2451302"/>
                  </a:lnTo>
                  <a:lnTo>
                    <a:pt x="2934104" y="2450678"/>
                  </a:lnTo>
                  <a:lnTo>
                    <a:pt x="2934250" y="2450678"/>
                  </a:lnTo>
                  <a:lnTo>
                    <a:pt x="2934395" y="2450678"/>
                  </a:lnTo>
                  <a:lnTo>
                    <a:pt x="2934541" y="2450678"/>
                  </a:lnTo>
                  <a:lnTo>
                    <a:pt x="2934686" y="2450678"/>
                  </a:lnTo>
                  <a:lnTo>
                    <a:pt x="2934831" y="2450678"/>
                  </a:lnTo>
                  <a:lnTo>
                    <a:pt x="2934831" y="2450054"/>
                  </a:lnTo>
                  <a:lnTo>
                    <a:pt x="2934977" y="2450054"/>
                  </a:lnTo>
                  <a:lnTo>
                    <a:pt x="2935122" y="2450054"/>
                  </a:lnTo>
                  <a:lnTo>
                    <a:pt x="2935122" y="2449431"/>
                  </a:lnTo>
                  <a:lnTo>
                    <a:pt x="2935122" y="2448807"/>
                  </a:lnTo>
                  <a:lnTo>
                    <a:pt x="2935268" y="2448807"/>
                  </a:lnTo>
                  <a:lnTo>
                    <a:pt x="2935413" y="2448807"/>
                  </a:lnTo>
                  <a:lnTo>
                    <a:pt x="2935559" y="2448807"/>
                  </a:lnTo>
                  <a:lnTo>
                    <a:pt x="2935704" y="2448807"/>
                  </a:lnTo>
                  <a:lnTo>
                    <a:pt x="2935704" y="2448184"/>
                  </a:lnTo>
                  <a:lnTo>
                    <a:pt x="2935704" y="2447560"/>
                  </a:lnTo>
                  <a:lnTo>
                    <a:pt x="2935849" y="2447560"/>
                  </a:lnTo>
                  <a:lnTo>
                    <a:pt x="2935849" y="2446937"/>
                  </a:lnTo>
                  <a:lnTo>
                    <a:pt x="2935995" y="2446937"/>
                  </a:lnTo>
                  <a:lnTo>
                    <a:pt x="2936140" y="2446937"/>
                  </a:lnTo>
                  <a:lnTo>
                    <a:pt x="2936286" y="2446937"/>
                  </a:lnTo>
                  <a:lnTo>
                    <a:pt x="2936431" y="2446937"/>
                  </a:lnTo>
                  <a:lnTo>
                    <a:pt x="2936577" y="2446937"/>
                  </a:lnTo>
                  <a:lnTo>
                    <a:pt x="2936722" y="2446937"/>
                  </a:lnTo>
                  <a:lnTo>
                    <a:pt x="2936867" y="2446937"/>
                  </a:lnTo>
                  <a:lnTo>
                    <a:pt x="2937013" y="2446937"/>
                  </a:lnTo>
                  <a:lnTo>
                    <a:pt x="2937158" y="2446937"/>
                  </a:lnTo>
                  <a:lnTo>
                    <a:pt x="2937304" y="2446937"/>
                  </a:lnTo>
                  <a:lnTo>
                    <a:pt x="2937449" y="2446937"/>
                  </a:lnTo>
                  <a:lnTo>
                    <a:pt x="2937594" y="2446937"/>
                  </a:lnTo>
                  <a:lnTo>
                    <a:pt x="2937740" y="2446937"/>
                  </a:lnTo>
                  <a:lnTo>
                    <a:pt x="2937885" y="2446937"/>
                  </a:lnTo>
                  <a:lnTo>
                    <a:pt x="2938031" y="2446937"/>
                  </a:lnTo>
                  <a:lnTo>
                    <a:pt x="2938176" y="2446937"/>
                  </a:lnTo>
                  <a:lnTo>
                    <a:pt x="2938322" y="2446937"/>
                  </a:lnTo>
                  <a:lnTo>
                    <a:pt x="2938467" y="2446937"/>
                  </a:lnTo>
                  <a:lnTo>
                    <a:pt x="2938612" y="2446937"/>
                  </a:lnTo>
                  <a:lnTo>
                    <a:pt x="2938612" y="2446313"/>
                  </a:lnTo>
                  <a:lnTo>
                    <a:pt x="2938612" y="2445689"/>
                  </a:lnTo>
                  <a:lnTo>
                    <a:pt x="2938612" y="2445066"/>
                  </a:lnTo>
                  <a:lnTo>
                    <a:pt x="2938758" y="2445066"/>
                  </a:lnTo>
                  <a:lnTo>
                    <a:pt x="2938903" y="2445066"/>
                  </a:lnTo>
                  <a:lnTo>
                    <a:pt x="2939049" y="2445066"/>
                  </a:lnTo>
                  <a:lnTo>
                    <a:pt x="2939194" y="2445066"/>
                  </a:lnTo>
                  <a:lnTo>
                    <a:pt x="2939340" y="2445066"/>
                  </a:lnTo>
                  <a:lnTo>
                    <a:pt x="2939485" y="2445066"/>
                  </a:lnTo>
                  <a:lnTo>
                    <a:pt x="2939630" y="2445066"/>
                  </a:lnTo>
                  <a:lnTo>
                    <a:pt x="2939776" y="2445066"/>
                  </a:lnTo>
                  <a:lnTo>
                    <a:pt x="2939921" y="2445066"/>
                  </a:lnTo>
                  <a:lnTo>
                    <a:pt x="2940067" y="2445066"/>
                  </a:lnTo>
                  <a:lnTo>
                    <a:pt x="2940212" y="2445066"/>
                  </a:lnTo>
                  <a:lnTo>
                    <a:pt x="2940358" y="2445066"/>
                  </a:lnTo>
                  <a:lnTo>
                    <a:pt x="2940358" y="2444442"/>
                  </a:lnTo>
                  <a:lnTo>
                    <a:pt x="2940503" y="2444442"/>
                  </a:lnTo>
                  <a:lnTo>
                    <a:pt x="2940503" y="2443819"/>
                  </a:lnTo>
                  <a:lnTo>
                    <a:pt x="2940503" y="2443195"/>
                  </a:lnTo>
                  <a:lnTo>
                    <a:pt x="2940648" y="2443195"/>
                  </a:lnTo>
                  <a:lnTo>
                    <a:pt x="2940794" y="2443195"/>
                  </a:lnTo>
                  <a:lnTo>
                    <a:pt x="2940939" y="2443195"/>
                  </a:lnTo>
                  <a:lnTo>
                    <a:pt x="2941085" y="2443195"/>
                  </a:lnTo>
                  <a:lnTo>
                    <a:pt x="2941230" y="2443195"/>
                  </a:lnTo>
                  <a:lnTo>
                    <a:pt x="2941376" y="2443195"/>
                  </a:lnTo>
                  <a:lnTo>
                    <a:pt x="2941376" y="2442571"/>
                  </a:lnTo>
                  <a:lnTo>
                    <a:pt x="2941521" y="2442571"/>
                  </a:lnTo>
                  <a:lnTo>
                    <a:pt x="2941666" y="2442571"/>
                  </a:lnTo>
                  <a:lnTo>
                    <a:pt x="2941666" y="2441948"/>
                  </a:lnTo>
                  <a:lnTo>
                    <a:pt x="2941812" y="2441948"/>
                  </a:lnTo>
                  <a:lnTo>
                    <a:pt x="2941957" y="2441948"/>
                  </a:lnTo>
                  <a:lnTo>
                    <a:pt x="2942103" y="2441948"/>
                  </a:lnTo>
                  <a:lnTo>
                    <a:pt x="2942248" y="2441948"/>
                  </a:lnTo>
                  <a:lnTo>
                    <a:pt x="2942394" y="2441948"/>
                  </a:lnTo>
                  <a:lnTo>
                    <a:pt x="2942539" y="2441948"/>
                  </a:lnTo>
                  <a:lnTo>
                    <a:pt x="2942684" y="2441948"/>
                  </a:lnTo>
                  <a:lnTo>
                    <a:pt x="2942830" y="2441948"/>
                  </a:lnTo>
                  <a:lnTo>
                    <a:pt x="2942975" y="2441948"/>
                  </a:lnTo>
                  <a:lnTo>
                    <a:pt x="2943121" y="2441948"/>
                  </a:lnTo>
                  <a:lnTo>
                    <a:pt x="2943266" y="2441948"/>
                  </a:lnTo>
                  <a:lnTo>
                    <a:pt x="2943412" y="2441948"/>
                  </a:lnTo>
                  <a:lnTo>
                    <a:pt x="2943557" y="2441948"/>
                  </a:lnTo>
                  <a:lnTo>
                    <a:pt x="2943702" y="2441948"/>
                  </a:lnTo>
                  <a:lnTo>
                    <a:pt x="2943848" y="2441948"/>
                  </a:lnTo>
                  <a:lnTo>
                    <a:pt x="2943993" y="2441948"/>
                  </a:lnTo>
                  <a:lnTo>
                    <a:pt x="2944139" y="2441948"/>
                  </a:lnTo>
                  <a:lnTo>
                    <a:pt x="2944284" y="2441948"/>
                  </a:lnTo>
                  <a:lnTo>
                    <a:pt x="2944429" y="2441948"/>
                  </a:lnTo>
                  <a:lnTo>
                    <a:pt x="2944575" y="2441948"/>
                  </a:lnTo>
                  <a:lnTo>
                    <a:pt x="2944720" y="2441948"/>
                  </a:lnTo>
                  <a:lnTo>
                    <a:pt x="2944866" y="2441948"/>
                  </a:lnTo>
                  <a:lnTo>
                    <a:pt x="2945011" y="2441948"/>
                  </a:lnTo>
                  <a:lnTo>
                    <a:pt x="2945011" y="2441324"/>
                  </a:lnTo>
                  <a:lnTo>
                    <a:pt x="2945157" y="2441324"/>
                  </a:lnTo>
                  <a:lnTo>
                    <a:pt x="2945302" y="2441324"/>
                  </a:lnTo>
                  <a:lnTo>
                    <a:pt x="2945447" y="2441324"/>
                  </a:lnTo>
                  <a:lnTo>
                    <a:pt x="2945593" y="2441324"/>
                  </a:lnTo>
                  <a:lnTo>
                    <a:pt x="2945738" y="2441324"/>
                  </a:lnTo>
                  <a:lnTo>
                    <a:pt x="2945884" y="2441324"/>
                  </a:lnTo>
                  <a:lnTo>
                    <a:pt x="2946029" y="2441324"/>
                  </a:lnTo>
                  <a:lnTo>
                    <a:pt x="2946175" y="2441324"/>
                  </a:lnTo>
                  <a:lnTo>
                    <a:pt x="2946175" y="2440701"/>
                  </a:lnTo>
                  <a:lnTo>
                    <a:pt x="2946320" y="2440701"/>
                  </a:lnTo>
                  <a:lnTo>
                    <a:pt x="2946465" y="2440701"/>
                  </a:lnTo>
                  <a:lnTo>
                    <a:pt x="2946611" y="2440701"/>
                  </a:lnTo>
                  <a:lnTo>
                    <a:pt x="2946611" y="2440077"/>
                  </a:lnTo>
                  <a:lnTo>
                    <a:pt x="2946756" y="2440077"/>
                  </a:lnTo>
                  <a:lnTo>
                    <a:pt x="2946902" y="2440077"/>
                  </a:lnTo>
                  <a:lnTo>
                    <a:pt x="2947047" y="2440077"/>
                  </a:lnTo>
                  <a:lnTo>
                    <a:pt x="2947193" y="2440077"/>
                  </a:lnTo>
                  <a:lnTo>
                    <a:pt x="2947338" y="2440077"/>
                  </a:lnTo>
                  <a:lnTo>
                    <a:pt x="2947483" y="2440077"/>
                  </a:lnTo>
                  <a:lnTo>
                    <a:pt x="2947629" y="2440077"/>
                  </a:lnTo>
                  <a:lnTo>
                    <a:pt x="2947774" y="2440077"/>
                  </a:lnTo>
                  <a:lnTo>
                    <a:pt x="2947920" y="2440077"/>
                  </a:lnTo>
                  <a:lnTo>
                    <a:pt x="2948065" y="2440077"/>
                  </a:lnTo>
                  <a:lnTo>
                    <a:pt x="2948211" y="2440077"/>
                  </a:lnTo>
                  <a:lnTo>
                    <a:pt x="2948356" y="2440077"/>
                  </a:lnTo>
                  <a:lnTo>
                    <a:pt x="2948501" y="2440077"/>
                  </a:lnTo>
                  <a:lnTo>
                    <a:pt x="2948647" y="2440077"/>
                  </a:lnTo>
                  <a:lnTo>
                    <a:pt x="2948792" y="2440077"/>
                  </a:lnTo>
                  <a:lnTo>
                    <a:pt x="2948938" y="2440077"/>
                  </a:lnTo>
                  <a:lnTo>
                    <a:pt x="2949083" y="2440077"/>
                  </a:lnTo>
                  <a:lnTo>
                    <a:pt x="2949229" y="2440077"/>
                  </a:lnTo>
                  <a:lnTo>
                    <a:pt x="2949374" y="2440077"/>
                  </a:lnTo>
                  <a:lnTo>
                    <a:pt x="2949374" y="2439454"/>
                  </a:lnTo>
                  <a:lnTo>
                    <a:pt x="2949374" y="2438830"/>
                  </a:lnTo>
                  <a:lnTo>
                    <a:pt x="2949519" y="2438830"/>
                  </a:lnTo>
                  <a:lnTo>
                    <a:pt x="2949665" y="2438830"/>
                  </a:lnTo>
                  <a:lnTo>
                    <a:pt x="2949810" y="2438830"/>
                  </a:lnTo>
                  <a:lnTo>
                    <a:pt x="2949956" y="2438830"/>
                  </a:lnTo>
                  <a:lnTo>
                    <a:pt x="2950101" y="2438830"/>
                  </a:lnTo>
                  <a:lnTo>
                    <a:pt x="2950247" y="2438830"/>
                  </a:lnTo>
                  <a:lnTo>
                    <a:pt x="2950392" y="2438830"/>
                  </a:lnTo>
                  <a:lnTo>
                    <a:pt x="2950537" y="2438830"/>
                  </a:lnTo>
                  <a:lnTo>
                    <a:pt x="2950683" y="2438830"/>
                  </a:lnTo>
                  <a:lnTo>
                    <a:pt x="2950828" y="2438830"/>
                  </a:lnTo>
                  <a:lnTo>
                    <a:pt x="2950974" y="2438830"/>
                  </a:lnTo>
                  <a:lnTo>
                    <a:pt x="2951119" y="2438830"/>
                  </a:lnTo>
                  <a:lnTo>
                    <a:pt x="2951264" y="2438830"/>
                  </a:lnTo>
                  <a:lnTo>
                    <a:pt x="2951410" y="2438830"/>
                  </a:lnTo>
                  <a:lnTo>
                    <a:pt x="2951555" y="2438830"/>
                  </a:lnTo>
                  <a:lnTo>
                    <a:pt x="2951701" y="2438830"/>
                  </a:lnTo>
                  <a:lnTo>
                    <a:pt x="2951846" y="2438830"/>
                  </a:lnTo>
                  <a:lnTo>
                    <a:pt x="2951992" y="2438830"/>
                  </a:lnTo>
                  <a:lnTo>
                    <a:pt x="2951992" y="2438206"/>
                  </a:lnTo>
                  <a:lnTo>
                    <a:pt x="2952137" y="2438206"/>
                  </a:lnTo>
                  <a:lnTo>
                    <a:pt x="2952282" y="2438206"/>
                  </a:lnTo>
                  <a:lnTo>
                    <a:pt x="2952282" y="2437583"/>
                  </a:lnTo>
                  <a:lnTo>
                    <a:pt x="2952428" y="2437583"/>
                  </a:lnTo>
                  <a:lnTo>
                    <a:pt x="2952428" y="2436959"/>
                  </a:lnTo>
                  <a:lnTo>
                    <a:pt x="2952573" y="2436959"/>
                  </a:lnTo>
                  <a:lnTo>
                    <a:pt x="2952719" y="2436959"/>
                  </a:lnTo>
                  <a:lnTo>
                    <a:pt x="2952864" y="2436959"/>
                  </a:lnTo>
                  <a:lnTo>
                    <a:pt x="2953010" y="2436959"/>
                  </a:lnTo>
                  <a:lnTo>
                    <a:pt x="2953155" y="2436959"/>
                  </a:lnTo>
                  <a:lnTo>
                    <a:pt x="2953300" y="2436959"/>
                  </a:lnTo>
                  <a:lnTo>
                    <a:pt x="2953300" y="2436336"/>
                  </a:lnTo>
                  <a:lnTo>
                    <a:pt x="2953446" y="2436336"/>
                  </a:lnTo>
                  <a:lnTo>
                    <a:pt x="2953591" y="2436336"/>
                  </a:lnTo>
                  <a:lnTo>
                    <a:pt x="2953737" y="2436336"/>
                  </a:lnTo>
                  <a:lnTo>
                    <a:pt x="2953882" y="2436336"/>
                  </a:lnTo>
                  <a:lnTo>
                    <a:pt x="2954028" y="2436336"/>
                  </a:lnTo>
                  <a:lnTo>
                    <a:pt x="2954173" y="2436336"/>
                  </a:lnTo>
                  <a:lnTo>
                    <a:pt x="2954318" y="2436336"/>
                  </a:lnTo>
                  <a:lnTo>
                    <a:pt x="2954464" y="2436336"/>
                  </a:lnTo>
                  <a:lnTo>
                    <a:pt x="2954609" y="2436336"/>
                  </a:lnTo>
                  <a:lnTo>
                    <a:pt x="2954755" y="2436336"/>
                  </a:lnTo>
                  <a:lnTo>
                    <a:pt x="2954900" y="2436336"/>
                  </a:lnTo>
                  <a:lnTo>
                    <a:pt x="2955046" y="2436336"/>
                  </a:lnTo>
                  <a:lnTo>
                    <a:pt x="2955191" y="2436336"/>
                  </a:lnTo>
                  <a:lnTo>
                    <a:pt x="2955336" y="2436336"/>
                  </a:lnTo>
                  <a:lnTo>
                    <a:pt x="2955336" y="2435712"/>
                  </a:lnTo>
                  <a:lnTo>
                    <a:pt x="2955336" y="2435088"/>
                  </a:lnTo>
                  <a:lnTo>
                    <a:pt x="2955482" y="2435088"/>
                  </a:lnTo>
                  <a:lnTo>
                    <a:pt x="2955627" y="2435088"/>
                  </a:lnTo>
                  <a:lnTo>
                    <a:pt x="2955773" y="2435088"/>
                  </a:lnTo>
                  <a:lnTo>
                    <a:pt x="2955773" y="2434465"/>
                  </a:lnTo>
                  <a:lnTo>
                    <a:pt x="2955918" y="2434465"/>
                  </a:lnTo>
                  <a:lnTo>
                    <a:pt x="2956064" y="2434465"/>
                  </a:lnTo>
                  <a:lnTo>
                    <a:pt x="2956209" y="2434465"/>
                  </a:lnTo>
                  <a:lnTo>
                    <a:pt x="2956354" y="2434465"/>
                  </a:lnTo>
                  <a:lnTo>
                    <a:pt x="2956500" y="2434465"/>
                  </a:lnTo>
                  <a:lnTo>
                    <a:pt x="2956645" y="2434465"/>
                  </a:lnTo>
                  <a:lnTo>
                    <a:pt x="2956791" y="2434465"/>
                  </a:lnTo>
                  <a:lnTo>
                    <a:pt x="2956936" y="2434465"/>
                  </a:lnTo>
                  <a:lnTo>
                    <a:pt x="2957082" y="2434465"/>
                  </a:lnTo>
                  <a:lnTo>
                    <a:pt x="2957227" y="2434465"/>
                  </a:lnTo>
                  <a:lnTo>
                    <a:pt x="2957372" y="2434465"/>
                  </a:lnTo>
                  <a:lnTo>
                    <a:pt x="2957518" y="2434465"/>
                  </a:lnTo>
                  <a:lnTo>
                    <a:pt x="2957663" y="2434465"/>
                  </a:lnTo>
                  <a:lnTo>
                    <a:pt x="2957809" y="2434465"/>
                  </a:lnTo>
                  <a:lnTo>
                    <a:pt x="2957809" y="2433841"/>
                  </a:lnTo>
                  <a:lnTo>
                    <a:pt x="2957954" y="2433841"/>
                  </a:lnTo>
                  <a:lnTo>
                    <a:pt x="2958099" y="2433841"/>
                  </a:lnTo>
                  <a:lnTo>
                    <a:pt x="2958245" y="2433841"/>
                  </a:lnTo>
                  <a:lnTo>
                    <a:pt x="2958390" y="2433841"/>
                  </a:lnTo>
                  <a:lnTo>
                    <a:pt x="2958390" y="2433218"/>
                  </a:lnTo>
                  <a:lnTo>
                    <a:pt x="2958536" y="2433218"/>
                  </a:lnTo>
                  <a:lnTo>
                    <a:pt x="2958681" y="2433218"/>
                  </a:lnTo>
                  <a:lnTo>
                    <a:pt x="2958827" y="2433218"/>
                  </a:lnTo>
                  <a:lnTo>
                    <a:pt x="2958972" y="2433218"/>
                  </a:lnTo>
                  <a:lnTo>
                    <a:pt x="2959117" y="2433218"/>
                  </a:lnTo>
                  <a:lnTo>
                    <a:pt x="2959263" y="2433218"/>
                  </a:lnTo>
                  <a:lnTo>
                    <a:pt x="2959408" y="2433218"/>
                  </a:lnTo>
                  <a:lnTo>
                    <a:pt x="2959554" y="2433218"/>
                  </a:lnTo>
                  <a:lnTo>
                    <a:pt x="2959699" y="2433218"/>
                  </a:lnTo>
                  <a:lnTo>
                    <a:pt x="2959845" y="2433218"/>
                  </a:lnTo>
                  <a:lnTo>
                    <a:pt x="2959845" y="2432594"/>
                  </a:lnTo>
                  <a:lnTo>
                    <a:pt x="2959990" y="2432594"/>
                  </a:lnTo>
                  <a:lnTo>
                    <a:pt x="2960135" y="2432594"/>
                  </a:lnTo>
                  <a:lnTo>
                    <a:pt x="2960281" y="2432594"/>
                  </a:lnTo>
                  <a:lnTo>
                    <a:pt x="2960281" y="2431971"/>
                  </a:lnTo>
                  <a:lnTo>
                    <a:pt x="2960426" y="2431971"/>
                  </a:lnTo>
                  <a:lnTo>
                    <a:pt x="2960572" y="2431971"/>
                  </a:lnTo>
                  <a:lnTo>
                    <a:pt x="2960717" y="2431971"/>
                  </a:lnTo>
                  <a:lnTo>
                    <a:pt x="2960863" y="2431971"/>
                  </a:lnTo>
                  <a:lnTo>
                    <a:pt x="2961008" y="2431971"/>
                  </a:lnTo>
                  <a:lnTo>
                    <a:pt x="2961008" y="2431347"/>
                  </a:lnTo>
                  <a:lnTo>
                    <a:pt x="2961153" y="2431347"/>
                  </a:lnTo>
                  <a:lnTo>
                    <a:pt x="2961299" y="2431347"/>
                  </a:lnTo>
                  <a:lnTo>
                    <a:pt x="2961299" y="2430723"/>
                  </a:lnTo>
                  <a:lnTo>
                    <a:pt x="2961299" y="2430100"/>
                  </a:lnTo>
                  <a:lnTo>
                    <a:pt x="2961444" y="2430100"/>
                  </a:lnTo>
                  <a:lnTo>
                    <a:pt x="2961590" y="2430100"/>
                  </a:lnTo>
                  <a:lnTo>
                    <a:pt x="2961735" y="2430100"/>
                  </a:lnTo>
                  <a:lnTo>
                    <a:pt x="2961881" y="2430100"/>
                  </a:lnTo>
                  <a:lnTo>
                    <a:pt x="2961881" y="2429476"/>
                  </a:lnTo>
                  <a:lnTo>
                    <a:pt x="2961881" y="2428853"/>
                  </a:lnTo>
                  <a:lnTo>
                    <a:pt x="2962026" y="2428853"/>
                  </a:lnTo>
                  <a:lnTo>
                    <a:pt x="2962171" y="2428853"/>
                  </a:lnTo>
                  <a:lnTo>
                    <a:pt x="2962317" y="2428853"/>
                  </a:lnTo>
                  <a:lnTo>
                    <a:pt x="2962317" y="2428229"/>
                  </a:lnTo>
                  <a:lnTo>
                    <a:pt x="2962462" y="2428229"/>
                  </a:lnTo>
                  <a:lnTo>
                    <a:pt x="2962608" y="2428229"/>
                  </a:lnTo>
                  <a:lnTo>
                    <a:pt x="2962608" y="2427605"/>
                  </a:lnTo>
                  <a:lnTo>
                    <a:pt x="2962753" y="2427605"/>
                  </a:lnTo>
                  <a:lnTo>
                    <a:pt x="2962899" y="2427605"/>
                  </a:lnTo>
                  <a:lnTo>
                    <a:pt x="2963044" y="2427605"/>
                  </a:lnTo>
                  <a:lnTo>
                    <a:pt x="2963189" y="2427605"/>
                  </a:lnTo>
                  <a:lnTo>
                    <a:pt x="2963335" y="2427605"/>
                  </a:lnTo>
                  <a:lnTo>
                    <a:pt x="2963335" y="2426982"/>
                  </a:lnTo>
                  <a:lnTo>
                    <a:pt x="2963480" y="2426982"/>
                  </a:lnTo>
                  <a:lnTo>
                    <a:pt x="2963626" y="2426982"/>
                  </a:lnTo>
                  <a:lnTo>
                    <a:pt x="2963771" y="2426982"/>
                  </a:lnTo>
                  <a:lnTo>
                    <a:pt x="2963917" y="2426982"/>
                  </a:lnTo>
                  <a:lnTo>
                    <a:pt x="2964062" y="2426982"/>
                  </a:lnTo>
                  <a:lnTo>
                    <a:pt x="2964062" y="2426358"/>
                  </a:lnTo>
                  <a:lnTo>
                    <a:pt x="2964207" y="2426358"/>
                  </a:lnTo>
                  <a:lnTo>
                    <a:pt x="2964353" y="2426358"/>
                  </a:lnTo>
                  <a:lnTo>
                    <a:pt x="2964498" y="2426358"/>
                  </a:lnTo>
                  <a:lnTo>
                    <a:pt x="2964644" y="2426358"/>
                  </a:lnTo>
                  <a:lnTo>
                    <a:pt x="2964789" y="2426358"/>
                  </a:lnTo>
                  <a:lnTo>
                    <a:pt x="2964934" y="2426358"/>
                  </a:lnTo>
                  <a:lnTo>
                    <a:pt x="2965080" y="2426358"/>
                  </a:lnTo>
                  <a:lnTo>
                    <a:pt x="2965225" y="2426358"/>
                  </a:lnTo>
                  <a:lnTo>
                    <a:pt x="2965371" y="2426358"/>
                  </a:lnTo>
                  <a:lnTo>
                    <a:pt x="2965516" y="2426358"/>
                  </a:lnTo>
                  <a:lnTo>
                    <a:pt x="2965516" y="2425735"/>
                  </a:lnTo>
                  <a:lnTo>
                    <a:pt x="2965662" y="2425735"/>
                  </a:lnTo>
                  <a:lnTo>
                    <a:pt x="2965807" y="2425735"/>
                  </a:lnTo>
                  <a:lnTo>
                    <a:pt x="2965952" y="2425735"/>
                  </a:lnTo>
                  <a:lnTo>
                    <a:pt x="2966098" y="2425735"/>
                  </a:lnTo>
                  <a:lnTo>
                    <a:pt x="2966243" y="2425735"/>
                  </a:lnTo>
                  <a:lnTo>
                    <a:pt x="2966243" y="2425111"/>
                  </a:lnTo>
                  <a:lnTo>
                    <a:pt x="2966389" y="2425111"/>
                  </a:lnTo>
                  <a:lnTo>
                    <a:pt x="2966534" y="2425111"/>
                  </a:lnTo>
                  <a:lnTo>
                    <a:pt x="2966680" y="2425111"/>
                  </a:lnTo>
                  <a:lnTo>
                    <a:pt x="2966680" y="2424488"/>
                  </a:lnTo>
                  <a:lnTo>
                    <a:pt x="2966825" y="2424488"/>
                  </a:lnTo>
                  <a:lnTo>
                    <a:pt x="2966970" y="2424488"/>
                  </a:lnTo>
                  <a:lnTo>
                    <a:pt x="2967116" y="2424488"/>
                  </a:lnTo>
                  <a:lnTo>
                    <a:pt x="2967261" y="2424488"/>
                  </a:lnTo>
                  <a:lnTo>
                    <a:pt x="2967407" y="2424488"/>
                  </a:lnTo>
                  <a:lnTo>
                    <a:pt x="2967552" y="2424488"/>
                  </a:lnTo>
                  <a:lnTo>
                    <a:pt x="2967698" y="2424488"/>
                  </a:lnTo>
                  <a:lnTo>
                    <a:pt x="2967843" y="2424488"/>
                  </a:lnTo>
                  <a:lnTo>
                    <a:pt x="2967843" y="2423864"/>
                  </a:lnTo>
                  <a:lnTo>
                    <a:pt x="2967843" y="2423240"/>
                  </a:lnTo>
                  <a:lnTo>
                    <a:pt x="2967988" y="2423240"/>
                  </a:lnTo>
                  <a:lnTo>
                    <a:pt x="2968134" y="2423240"/>
                  </a:lnTo>
                  <a:lnTo>
                    <a:pt x="2968134" y="2422617"/>
                  </a:lnTo>
                  <a:lnTo>
                    <a:pt x="2968134" y="2421993"/>
                  </a:lnTo>
                  <a:lnTo>
                    <a:pt x="2968279" y="2421993"/>
                  </a:lnTo>
                  <a:lnTo>
                    <a:pt x="2968279" y="2421370"/>
                  </a:lnTo>
                  <a:lnTo>
                    <a:pt x="2968425" y="2421370"/>
                  </a:lnTo>
                  <a:lnTo>
                    <a:pt x="2968570" y="2421370"/>
                  </a:lnTo>
                  <a:lnTo>
                    <a:pt x="2968570" y="2420746"/>
                  </a:lnTo>
                  <a:lnTo>
                    <a:pt x="2968716" y="2420746"/>
                  </a:lnTo>
                  <a:lnTo>
                    <a:pt x="2968861" y="2420746"/>
                  </a:lnTo>
                  <a:lnTo>
                    <a:pt x="2969006" y="2420746"/>
                  </a:lnTo>
                  <a:lnTo>
                    <a:pt x="2969006" y="2420122"/>
                  </a:lnTo>
                  <a:lnTo>
                    <a:pt x="2969152" y="2420122"/>
                  </a:lnTo>
                  <a:lnTo>
                    <a:pt x="2969297" y="2420122"/>
                  </a:lnTo>
                  <a:lnTo>
                    <a:pt x="2969297" y="2419499"/>
                  </a:lnTo>
                  <a:lnTo>
                    <a:pt x="2969443" y="2419499"/>
                  </a:lnTo>
                  <a:lnTo>
                    <a:pt x="2969588" y="2419499"/>
                  </a:lnTo>
                  <a:lnTo>
                    <a:pt x="2969734" y="2419499"/>
                  </a:lnTo>
                  <a:lnTo>
                    <a:pt x="2969879" y="2419499"/>
                  </a:lnTo>
                  <a:lnTo>
                    <a:pt x="2970024" y="2419499"/>
                  </a:lnTo>
                  <a:lnTo>
                    <a:pt x="2970170" y="2419499"/>
                  </a:lnTo>
                  <a:lnTo>
                    <a:pt x="2970315" y="2419499"/>
                  </a:lnTo>
                  <a:lnTo>
                    <a:pt x="2970461" y="2419499"/>
                  </a:lnTo>
                  <a:lnTo>
                    <a:pt x="2970606" y="2419499"/>
                  </a:lnTo>
                  <a:lnTo>
                    <a:pt x="2970751" y="2419499"/>
                  </a:lnTo>
                  <a:lnTo>
                    <a:pt x="2970751" y="2418875"/>
                  </a:lnTo>
                  <a:lnTo>
                    <a:pt x="2970897" y="2418875"/>
                  </a:lnTo>
                  <a:lnTo>
                    <a:pt x="2970897" y="2418252"/>
                  </a:lnTo>
                  <a:lnTo>
                    <a:pt x="2971042" y="2418252"/>
                  </a:lnTo>
                  <a:lnTo>
                    <a:pt x="2971188" y="2418252"/>
                  </a:lnTo>
                  <a:lnTo>
                    <a:pt x="2971188" y="2417628"/>
                  </a:lnTo>
                  <a:lnTo>
                    <a:pt x="2971333" y="2417628"/>
                  </a:lnTo>
                  <a:lnTo>
                    <a:pt x="2971479" y="2417628"/>
                  </a:lnTo>
                  <a:lnTo>
                    <a:pt x="2971624" y="2417628"/>
                  </a:lnTo>
                  <a:lnTo>
                    <a:pt x="2971624" y="2417005"/>
                  </a:lnTo>
                  <a:lnTo>
                    <a:pt x="2971769" y="2417005"/>
                  </a:lnTo>
                  <a:lnTo>
                    <a:pt x="2971915" y="2417005"/>
                  </a:lnTo>
                  <a:lnTo>
                    <a:pt x="2972060" y="2417005"/>
                  </a:lnTo>
                  <a:lnTo>
                    <a:pt x="2972206" y="2417005"/>
                  </a:lnTo>
                  <a:lnTo>
                    <a:pt x="2972351" y="2417005"/>
                  </a:lnTo>
                  <a:lnTo>
                    <a:pt x="2972497" y="2417005"/>
                  </a:lnTo>
                  <a:lnTo>
                    <a:pt x="2972642" y="2417005"/>
                  </a:lnTo>
                  <a:lnTo>
                    <a:pt x="2972787" y="2417005"/>
                  </a:lnTo>
                  <a:lnTo>
                    <a:pt x="2972787" y="2416381"/>
                  </a:lnTo>
                  <a:lnTo>
                    <a:pt x="2972787" y="2415757"/>
                  </a:lnTo>
                  <a:lnTo>
                    <a:pt x="2972933" y="2415757"/>
                  </a:lnTo>
                  <a:lnTo>
                    <a:pt x="2973078" y="2415757"/>
                  </a:lnTo>
                  <a:lnTo>
                    <a:pt x="2973224" y="2415757"/>
                  </a:lnTo>
                  <a:lnTo>
                    <a:pt x="2973369" y="2415757"/>
                  </a:lnTo>
                  <a:lnTo>
                    <a:pt x="2973515" y="2415757"/>
                  </a:lnTo>
                  <a:lnTo>
                    <a:pt x="2973660" y="2415757"/>
                  </a:lnTo>
                  <a:lnTo>
                    <a:pt x="2973805" y="2415757"/>
                  </a:lnTo>
                  <a:lnTo>
                    <a:pt x="2973951" y="2415757"/>
                  </a:lnTo>
                  <a:lnTo>
                    <a:pt x="2974096" y="2415757"/>
                  </a:lnTo>
                  <a:lnTo>
                    <a:pt x="2974242" y="2415757"/>
                  </a:lnTo>
                  <a:lnTo>
                    <a:pt x="2974387" y="2415757"/>
                  </a:lnTo>
                  <a:lnTo>
                    <a:pt x="2974387" y="2415134"/>
                  </a:lnTo>
                  <a:lnTo>
                    <a:pt x="2974533" y="2415134"/>
                  </a:lnTo>
                  <a:lnTo>
                    <a:pt x="2974533" y="2414510"/>
                  </a:lnTo>
                  <a:lnTo>
                    <a:pt x="2974678" y="2414510"/>
                  </a:lnTo>
                  <a:lnTo>
                    <a:pt x="2974823" y="2414510"/>
                  </a:lnTo>
                  <a:lnTo>
                    <a:pt x="2974969" y="2414510"/>
                  </a:lnTo>
                  <a:lnTo>
                    <a:pt x="2975114" y="2414510"/>
                  </a:lnTo>
                  <a:lnTo>
                    <a:pt x="2975260" y="2414510"/>
                  </a:lnTo>
                  <a:lnTo>
                    <a:pt x="2975405" y="2414510"/>
                  </a:lnTo>
                  <a:lnTo>
                    <a:pt x="2975551" y="2414510"/>
                  </a:lnTo>
                  <a:lnTo>
                    <a:pt x="2975696" y="2414510"/>
                  </a:lnTo>
                  <a:lnTo>
                    <a:pt x="2975841" y="2414510"/>
                  </a:lnTo>
                  <a:lnTo>
                    <a:pt x="2975841" y="2413887"/>
                  </a:lnTo>
                  <a:lnTo>
                    <a:pt x="2975987" y="2413887"/>
                  </a:lnTo>
                  <a:lnTo>
                    <a:pt x="2976132" y="2413887"/>
                  </a:lnTo>
                  <a:lnTo>
                    <a:pt x="2976278" y="2413887"/>
                  </a:lnTo>
                  <a:lnTo>
                    <a:pt x="2976423" y="2413887"/>
                  </a:lnTo>
                  <a:lnTo>
                    <a:pt x="2976423" y="2413263"/>
                  </a:lnTo>
                  <a:lnTo>
                    <a:pt x="2976569" y="2413263"/>
                  </a:lnTo>
                  <a:lnTo>
                    <a:pt x="2976714" y="2413263"/>
                  </a:lnTo>
                  <a:lnTo>
                    <a:pt x="2976859" y="2413263"/>
                  </a:lnTo>
                  <a:lnTo>
                    <a:pt x="2977005" y="2413263"/>
                  </a:lnTo>
                  <a:lnTo>
                    <a:pt x="2977150" y="2413263"/>
                  </a:lnTo>
                  <a:lnTo>
                    <a:pt x="2977296" y="2413263"/>
                  </a:lnTo>
                  <a:lnTo>
                    <a:pt x="2977441" y="2413263"/>
                  </a:lnTo>
                  <a:lnTo>
                    <a:pt x="2977586" y="2413263"/>
                  </a:lnTo>
                  <a:lnTo>
                    <a:pt x="2977586" y="2412639"/>
                  </a:lnTo>
                  <a:lnTo>
                    <a:pt x="2977732" y="2412639"/>
                  </a:lnTo>
                  <a:lnTo>
                    <a:pt x="2977877" y="2412639"/>
                  </a:lnTo>
                  <a:lnTo>
                    <a:pt x="2978023" y="2412639"/>
                  </a:lnTo>
                  <a:lnTo>
                    <a:pt x="2978168" y="2412639"/>
                  </a:lnTo>
                  <a:lnTo>
                    <a:pt x="2978314" y="2412639"/>
                  </a:lnTo>
                  <a:lnTo>
                    <a:pt x="2978459" y="2412639"/>
                  </a:lnTo>
                  <a:lnTo>
                    <a:pt x="2978604" y="2412639"/>
                  </a:lnTo>
                  <a:lnTo>
                    <a:pt x="2978750" y="2412639"/>
                  </a:lnTo>
                  <a:lnTo>
                    <a:pt x="2978895" y="2412639"/>
                  </a:lnTo>
                  <a:lnTo>
                    <a:pt x="2979041" y="2412639"/>
                  </a:lnTo>
                  <a:lnTo>
                    <a:pt x="2979041" y="2412016"/>
                  </a:lnTo>
                  <a:lnTo>
                    <a:pt x="2979186" y="2412016"/>
                  </a:lnTo>
                  <a:lnTo>
                    <a:pt x="2979332" y="2412016"/>
                  </a:lnTo>
                  <a:lnTo>
                    <a:pt x="2979477" y="2412016"/>
                  </a:lnTo>
                  <a:lnTo>
                    <a:pt x="2979477" y="2411392"/>
                  </a:lnTo>
                  <a:lnTo>
                    <a:pt x="2979477" y="2410769"/>
                  </a:lnTo>
                  <a:lnTo>
                    <a:pt x="2979477" y="2410145"/>
                  </a:lnTo>
                  <a:lnTo>
                    <a:pt x="2979622" y="2410145"/>
                  </a:lnTo>
                  <a:lnTo>
                    <a:pt x="2979622" y="2409522"/>
                  </a:lnTo>
                  <a:lnTo>
                    <a:pt x="2979768" y="2409522"/>
                  </a:lnTo>
                  <a:lnTo>
                    <a:pt x="2979913" y="2409522"/>
                  </a:lnTo>
                  <a:lnTo>
                    <a:pt x="2980059" y="2409522"/>
                  </a:lnTo>
                  <a:lnTo>
                    <a:pt x="2980204" y="2409522"/>
                  </a:lnTo>
                  <a:lnTo>
                    <a:pt x="2980350" y="2409522"/>
                  </a:lnTo>
                  <a:lnTo>
                    <a:pt x="2980495" y="2409522"/>
                  </a:lnTo>
                  <a:lnTo>
                    <a:pt x="2980640" y="2409522"/>
                  </a:lnTo>
                  <a:lnTo>
                    <a:pt x="2980786" y="2409522"/>
                  </a:lnTo>
                  <a:lnTo>
                    <a:pt x="2980931" y="2409522"/>
                  </a:lnTo>
                  <a:lnTo>
                    <a:pt x="2981077" y="2409522"/>
                  </a:lnTo>
                  <a:lnTo>
                    <a:pt x="2981222" y="2409522"/>
                  </a:lnTo>
                  <a:lnTo>
                    <a:pt x="2981368" y="2409522"/>
                  </a:lnTo>
                  <a:lnTo>
                    <a:pt x="2981513" y="2409522"/>
                  </a:lnTo>
                  <a:lnTo>
                    <a:pt x="2981513" y="2408898"/>
                  </a:lnTo>
                  <a:lnTo>
                    <a:pt x="2981658" y="2408898"/>
                  </a:lnTo>
                  <a:lnTo>
                    <a:pt x="2981804" y="2408898"/>
                  </a:lnTo>
                  <a:lnTo>
                    <a:pt x="2981949" y="2408898"/>
                  </a:lnTo>
                  <a:lnTo>
                    <a:pt x="2982095" y="2408898"/>
                  </a:lnTo>
                  <a:lnTo>
                    <a:pt x="2982240" y="2408898"/>
                  </a:lnTo>
                  <a:lnTo>
                    <a:pt x="2982386" y="2408898"/>
                  </a:lnTo>
                  <a:lnTo>
                    <a:pt x="2982386" y="2408274"/>
                  </a:lnTo>
                  <a:lnTo>
                    <a:pt x="2982531" y="2408274"/>
                  </a:lnTo>
                  <a:lnTo>
                    <a:pt x="2982676" y="2408274"/>
                  </a:lnTo>
                  <a:lnTo>
                    <a:pt x="2982822" y="2408274"/>
                  </a:lnTo>
                  <a:lnTo>
                    <a:pt x="2982967" y="2408274"/>
                  </a:lnTo>
                  <a:lnTo>
                    <a:pt x="2983113" y="2408274"/>
                  </a:lnTo>
                  <a:lnTo>
                    <a:pt x="2983113" y="2407651"/>
                  </a:lnTo>
                  <a:lnTo>
                    <a:pt x="2983258" y="2407651"/>
                  </a:lnTo>
                  <a:lnTo>
                    <a:pt x="2983404" y="2407651"/>
                  </a:lnTo>
                  <a:lnTo>
                    <a:pt x="2983549" y="2407651"/>
                  </a:lnTo>
                  <a:lnTo>
                    <a:pt x="2983694" y="2407651"/>
                  </a:lnTo>
                  <a:lnTo>
                    <a:pt x="2983840" y="2407651"/>
                  </a:lnTo>
                  <a:lnTo>
                    <a:pt x="2983985" y="2407651"/>
                  </a:lnTo>
                  <a:lnTo>
                    <a:pt x="2984131" y="2407651"/>
                  </a:lnTo>
                  <a:lnTo>
                    <a:pt x="2984276" y="2407651"/>
                  </a:lnTo>
                  <a:lnTo>
                    <a:pt x="2984421" y="2407651"/>
                  </a:lnTo>
                  <a:lnTo>
                    <a:pt x="2984567" y="2407651"/>
                  </a:lnTo>
                  <a:lnTo>
                    <a:pt x="2984712" y="2407651"/>
                  </a:lnTo>
                  <a:lnTo>
                    <a:pt x="2984858" y="2407651"/>
                  </a:lnTo>
                  <a:lnTo>
                    <a:pt x="2984858" y="2407027"/>
                  </a:lnTo>
                  <a:lnTo>
                    <a:pt x="2985003" y="2407027"/>
                  </a:lnTo>
                  <a:lnTo>
                    <a:pt x="2985149" y="2407027"/>
                  </a:lnTo>
                  <a:lnTo>
                    <a:pt x="2985294" y="2407027"/>
                  </a:lnTo>
                  <a:lnTo>
                    <a:pt x="2985439" y="2407027"/>
                  </a:lnTo>
                  <a:lnTo>
                    <a:pt x="2985585" y="2407027"/>
                  </a:lnTo>
                  <a:lnTo>
                    <a:pt x="2985730" y="2407027"/>
                  </a:lnTo>
                  <a:lnTo>
                    <a:pt x="2985876" y="2407027"/>
                  </a:lnTo>
                  <a:lnTo>
                    <a:pt x="2986021" y="2407027"/>
                  </a:lnTo>
                  <a:lnTo>
                    <a:pt x="2986167" y="2407027"/>
                  </a:lnTo>
                  <a:lnTo>
                    <a:pt x="2986312" y="2407027"/>
                  </a:lnTo>
                  <a:lnTo>
                    <a:pt x="2986457" y="2407027"/>
                  </a:lnTo>
                  <a:lnTo>
                    <a:pt x="2986603" y="2407027"/>
                  </a:lnTo>
                  <a:lnTo>
                    <a:pt x="2986748" y="2407027"/>
                  </a:lnTo>
                  <a:lnTo>
                    <a:pt x="2986894" y="2407027"/>
                  </a:lnTo>
                  <a:lnTo>
                    <a:pt x="2987039" y="2407027"/>
                  </a:lnTo>
                  <a:lnTo>
                    <a:pt x="2987185" y="2407027"/>
                  </a:lnTo>
                  <a:lnTo>
                    <a:pt x="2987185" y="2406404"/>
                  </a:lnTo>
                  <a:lnTo>
                    <a:pt x="2987330" y="2406404"/>
                  </a:lnTo>
                  <a:lnTo>
                    <a:pt x="2987330" y="2405780"/>
                  </a:lnTo>
                  <a:lnTo>
                    <a:pt x="2987330" y="2405157"/>
                  </a:lnTo>
                  <a:lnTo>
                    <a:pt x="2987475" y="2405157"/>
                  </a:lnTo>
                  <a:lnTo>
                    <a:pt x="2987621" y="2405157"/>
                  </a:lnTo>
                  <a:lnTo>
                    <a:pt x="2987766" y="2405157"/>
                  </a:lnTo>
                  <a:lnTo>
                    <a:pt x="2987912" y="2405157"/>
                  </a:lnTo>
                  <a:lnTo>
                    <a:pt x="2987912" y="2404533"/>
                  </a:lnTo>
                  <a:lnTo>
                    <a:pt x="2988057" y="2404533"/>
                  </a:lnTo>
                  <a:lnTo>
                    <a:pt x="2988203" y="2404533"/>
                  </a:lnTo>
                  <a:lnTo>
                    <a:pt x="2988348" y="2404533"/>
                  </a:lnTo>
                  <a:lnTo>
                    <a:pt x="2988493" y="2404533"/>
                  </a:lnTo>
                  <a:lnTo>
                    <a:pt x="2988639" y="2404533"/>
                  </a:lnTo>
                  <a:lnTo>
                    <a:pt x="2988784" y="2404533"/>
                  </a:lnTo>
                  <a:lnTo>
                    <a:pt x="2988930" y="2404533"/>
                  </a:lnTo>
                  <a:lnTo>
                    <a:pt x="2989075" y="2404533"/>
                  </a:lnTo>
                  <a:lnTo>
                    <a:pt x="2989075" y="2403909"/>
                  </a:lnTo>
                  <a:lnTo>
                    <a:pt x="2989221" y="2403909"/>
                  </a:lnTo>
                  <a:lnTo>
                    <a:pt x="2989366" y="2403909"/>
                  </a:lnTo>
                  <a:lnTo>
                    <a:pt x="2989511" y="2403909"/>
                  </a:lnTo>
                  <a:lnTo>
                    <a:pt x="2989657" y="2403909"/>
                  </a:lnTo>
                  <a:lnTo>
                    <a:pt x="2989802" y="2403909"/>
                  </a:lnTo>
                  <a:lnTo>
                    <a:pt x="2989948" y="2403909"/>
                  </a:lnTo>
                  <a:lnTo>
                    <a:pt x="2990093" y="2403909"/>
                  </a:lnTo>
                  <a:lnTo>
                    <a:pt x="2990239" y="2403909"/>
                  </a:lnTo>
                  <a:lnTo>
                    <a:pt x="2990239" y="2403286"/>
                  </a:lnTo>
                  <a:lnTo>
                    <a:pt x="2990384" y="2403286"/>
                  </a:lnTo>
                  <a:lnTo>
                    <a:pt x="2990529" y="2403286"/>
                  </a:lnTo>
                  <a:lnTo>
                    <a:pt x="2990675" y="2403286"/>
                  </a:lnTo>
                  <a:lnTo>
                    <a:pt x="2990675" y="2402662"/>
                  </a:lnTo>
                  <a:lnTo>
                    <a:pt x="2990675" y="2402039"/>
                  </a:lnTo>
                  <a:lnTo>
                    <a:pt x="2990820" y="2402039"/>
                  </a:lnTo>
                  <a:lnTo>
                    <a:pt x="2990966" y="2402039"/>
                  </a:lnTo>
                  <a:lnTo>
                    <a:pt x="2990966" y="2401415"/>
                  </a:lnTo>
                  <a:lnTo>
                    <a:pt x="2991111" y="2401415"/>
                  </a:lnTo>
                  <a:lnTo>
                    <a:pt x="2991111" y="2400791"/>
                  </a:lnTo>
                  <a:lnTo>
                    <a:pt x="2991111" y="2400168"/>
                  </a:lnTo>
                  <a:lnTo>
                    <a:pt x="2991256" y="2400168"/>
                  </a:lnTo>
                  <a:lnTo>
                    <a:pt x="2991402" y="2400168"/>
                  </a:lnTo>
                  <a:lnTo>
                    <a:pt x="2991402" y="2399544"/>
                  </a:lnTo>
                  <a:lnTo>
                    <a:pt x="2991547" y="2399544"/>
                  </a:lnTo>
                  <a:lnTo>
                    <a:pt x="2991693" y="2399544"/>
                  </a:lnTo>
                  <a:lnTo>
                    <a:pt x="2991838" y="2399544"/>
                  </a:lnTo>
                  <a:lnTo>
                    <a:pt x="2991838" y="2398921"/>
                  </a:lnTo>
                  <a:lnTo>
                    <a:pt x="2991984" y="2398921"/>
                  </a:lnTo>
                  <a:lnTo>
                    <a:pt x="2992129" y="2398921"/>
                  </a:lnTo>
                  <a:lnTo>
                    <a:pt x="2992274" y="2398921"/>
                  </a:lnTo>
                  <a:lnTo>
                    <a:pt x="2992420" y="2398921"/>
                  </a:lnTo>
                  <a:lnTo>
                    <a:pt x="2992565" y="2398921"/>
                  </a:lnTo>
                  <a:lnTo>
                    <a:pt x="2992711" y="2398921"/>
                  </a:lnTo>
                  <a:lnTo>
                    <a:pt x="2992711" y="2398297"/>
                  </a:lnTo>
                  <a:lnTo>
                    <a:pt x="2992711" y="2397674"/>
                  </a:lnTo>
                  <a:lnTo>
                    <a:pt x="2992711" y="2397050"/>
                  </a:lnTo>
                  <a:lnTo>
                    <a:pt x="2992711" y="2396426"/>
                  </a:lnTo>
                  <a:lnTo>
                    <a:pt x="2992856" y="2396426"/>
                  </a:lnTo>
                  <a:lnTo>
                    <a:pt x="2993002" y="2396426"/>
                  </a:lnTo>
                  <a:lnTo>
                    <a:pt x="2993002" y="2395803"/>
                  </a:lnTo>
                  <a:lnTo>
                    <a:pt x="2993147" y="2395803"/>
                  </a:lnTo>
                  <a:lnTo>
                    <a:pt x="2993292" y="2395803"/>
                  </a:lnTo>
                  <a:lnTo>
                    <a:pt x="2993438" y="2395803"/>
                  </a:lnTo>
                  <a:lnTo>
                    <a:pt x="2993583" y="2395803"/>
                  </a:lnTo>
                  <a:lnTo>
                    <a:pt x="2993583" y="2395179"/>
                  </a:lnTo>
                  <a:lnTo>
                    <a:pt x="2993729" y="2395179"/>
                  </a:lnTo>
                  <a:lnTo>
                    <a:pt x="2993874" y="2395179"/>
                  </a:lnTo>
                  <a:lnTo>
                    <a:pt x="2994020" y="2395179"/>
                  </a:lnTo>
                  <a:lnTo>
                    <a:pt x="2994165" y="2395179"/>
                  </a:lnTo>
                  <a:lnTo>
                    <a:pt x="2994310" y="2395179"/>
                  </a:lnTo>
                  <a:lnTo>
                    <a:pt x="2994456" y="2395179"/>
                  </a:lnTo>
                  <a:lnTo>
                    <a:pt x="2994601" y="2395179"/>
                  </a:lnTo>
                  <a:lnTo>
                    <a:pt x="2994747" y="2395179"/>
                  </a:lnTo>
                  <a:lnTo>
                    <a:pt x="2994747" y="2394556"/>
                  </a:lnTo>
                  <a:lnTo>
                    <a:pt x="2994892" y="2394556"/>
                  </a:lnTo>
                  <a:lnTo>
                    <a:pt x="2995038" y="2394556"/>
                  </a:lnTo>
                  <a:lnTo>
                    <a:pt x="2995183" y="2394556"/>
                  </a:lnTo>
                  <a:lnTo>
                    <a:pt x="2995328" y="2394556"/>
                  </a:lnTo>
                  <a:lnTo>
                    <a:pt x="2995474" y="2394556"/>
                  </a:lnTo>
                  <a:lnTo>
                    <a:pt x="2995619" y="2394556"/>
                  </a:lnTo>
                  <a:lnTo>
                    <a:pt x="2995619" y="2393932"/>
                  </a:lnTo>
                  <a:lnTo>
                    <a:pt x="2995765" y="2393932"/>
                  </a:lnTo>
                  <a:lnTo>
                    <a:pt x="2995765" y="2393308"/>
                  </a:lnTo>
                  <a:lnTo>
                    <a:pt x="2995910" y="2393308"/>
                  </a:lnTo>
                  <a:lnTo>
                    <a:pt x="2996056" y="2393308"/>
                  </a:lnTo>
                  <a:lnTo>
                    <a:pt x="2996201" y="2393308"/>
                  </a:lnTo>
                  <a:lnTo>
                    <a:pt x="2996346" y="2393308"/>
                  </a:lnTo>
                  <a:lnTo>
                    <a:pt x="2996346" y="2392685"/>
                  </a:lnTo>
                  <a:lnTo>
                    <a:pt x="2996492" y="2392685"/>
                  </a:lnTo>
                  <a:lnTo>
                    <a:pt x="2996637" y="2392685"/>
                  </a:lnTo>
                  <a:lnTo>
                    <a:pt x="2996783" y="2392685"/>
                  </a:lnTo>
                  <a:lnTo>
                    <a:pt x="2996928" y="2392685"/>
                  </a:lnTo>
                  <a:lnTo>
                    <a:pt x="2997074" y="2392685"/>
                  </a:lnTo>
                  <a:lnTo>
                    <a:pt x="2997074" y="2392061"/>
                  </a:lnTo>
                  <a:lnTo>
                    <a:pt x="2997074" y="2391438"/>
                  </a:lnTo>
                  <a:lnTo>
                    <a:pt x="2997219" y="2391438"/>
                  </a:lnTo>
                  <a:lnTo>
                    <a:pt x="2997219" y="2390814"/>
                  </a:lnTo>
                  <a:lnTo>
                    <a:pt x="2997219" y="2390191"/>
                  </a:lnTo>
                  <a:lnTo>
                    <a:pt x="2997364" y="2390191"/>
                  </a:lnTo>
                  <a:lnTo>
                    <a:pt x="2997364" y="2389567"/>
                  </a:lnTo>
                  <a:lnTo>
                    <a:pt x="2997364" y="2388943"/>
                  </a:lnTo>
                  <a:lnTo>
                    <a:pt x="2997510" y="2388943"/>
                  </a:lnTo>
                  <a:lnTo>
                    <a:pt x="2997655" y="2388943"/>
                  </a:lnTo>
                  <a:lnTo>
                    <a:pt x="2997801" y="2388943"/>
                  </a:lnTo>
                  <a:lnTo>
                    <a:pt x="2997946" y="2388943"/>
                  </a:lnTo>
                  <a:lnTo>
                    <a:pt x="2998091" y="2388943"/>
                  </a:lnTo>
                  <a:lnTo>
                    <a:pt x="2998237" y="2388943"/>
                  </a:lnTo>
                  <a:lnTo>
                    <a:pt x="2998382" y="2388943"/>
                  </a:lnTo>
                  <a:lnTo>
                    <a:pt x="2998528" y="2388943"/>
                  </a:lnTo>
                  <a:lnTo>
                    <a:pt x="2998673" y="2388943"/>
                  </a:lnTo>
                  <a:lnTo>
                    <a:pt x="2998673" y="2388320"/>
                  </a:lnTo>
                  <a:lnTo>
                    <a:pt x="2998819" y="2388320"/>
                  </a:lnTo>
                  <a:lnTo>
                    <a:pt x="2998964" y="2388320"/>
                  </a:lnTo>
                  <a:lnTo>
                    <a:pt x="2999109" y="2388320"/>
                  </a:lnTo>
                  <a:lnTo>
                    <a:pt x="2999109" y="2387696"/>
                  </a:lnTo>
                  <a:lnTo>
                    <a:pt x="2999255" y="2387696"/>
                  </a:lnTo>
                  <a:lnTo>
                    <a:pt x="2999255" y="2387073"/>
                  </a:lnTo>
                  <a:lnTo>
                    <a:pt x="2999255" y="2386449"/>
                  </a:lnTo>
                  <a:lnTo>
                    <a:pt x="2999400" y="2386449"/>
                  </a:lnTo>
                  <a:lnTo>
                    <a:pt x="2999546" y="2386449"/>
                  </a:lnTo>
                  <a:lnTo>
                    <a:pt x="2999691" y="2386449"/>
                  </a:lnTo>
                  <a:lnTo>
                    <a:pt x="2999837" y="2386449"/>
                  </a:lnTo>
                  <a:lnTo>
                    <a:pt x="2999837" y="2385825"/>
                  </a:lnTo>
                  <a:lnTo>
                    <a:pt x="2999837" y="2385202"/>
                  </a:lnTo>
                  <a:lnTo>
                    <a:pt x="2999982" y="2385202"/>
                  </a:lnTo>
                  <a:lnTo>
                    <a:pt x="3000127" y="2385202"/>
                  </a:lnTo>
                  <a:lnTo>
                    <a:pt x="3000273" y="2385202"/>
                  </a:lnTo>
                  <a:lnTo>
                    <a:pt x="3000418" y="2385202"/>
                  </a:lnTo>
                  <a:lnTo>
                    <a:pt x="3000564" y="2385202"/>
                  </a:lnTo>
                  <a:lnTo>
                    <a:pt x="3000709" y="2385202"/>
                  </a:lnTo>
                  <a:lnTo>
                    <a:pt x="3000855" y="2385202"/>
                  </a:lnTo>
                  <a:lnTo>
                    <a:pt x="3001000" y="2385202"/>
                  </a:lnTo>
                  <a:lnTo>
                    <a:pt x="3001145" y="2385202"/>
                  </a:lnTo>
                  <a:lnTo>
                    <a:pt x="3001145" y="2384578"/>
                  </a:lnTo>
                  <a:lnTo>
                    <a:pt x="3001145" y="2383955"/>
                  </a:lnTo>
                  <a:lnTo>
                    <a:pt x="3001145" y="2383331"/>
                  </a:lnTo>
                  <a:lnTo>
                    <a:pt x="3001145" y="2382708"/>
                  </a:lnTo>
                  <a:lnTo>
                    <a:pt x="3001291" y="2382708"/>
                  </a:lnTo>
                  <a:lnTo>
                    <a:pt x="3001436" y="2382708"/>
                  </a:lnTo>
                  <a:lnTo>
                    <a:pt x="3001582" y="2382708"/>
                  </a:lnTo>
                  <a:lnTo>
                    <a:pt x="3001727" y="2382708"/>
                  </a:lnTo>
                  <a:lnTo>
                    <a:pt x="3001873" y="2382708"/>
                  </a:lnTo>
                  <a:lnTo>
                    <a:pt x="3001873" y="2382084"/>
                  </a:lnTo>
                  <a:lnTo>
                    <a:pt x="3002018" y="2382084"/>
                  </a:lnTo>
                  <a:lnTo>
                    <a:pt x="3002018" y="2381460"/>
                  </a:lnTo>
                  <a:lnTo>
                    <a:pt x="3002163" y="2381460"/>
                  </a:lnTo>
                  <a:lnTo>
                    <a:pt x="3002309" y="2381460"/>
                  </a:lnTo>
                  <a:lnTo>
                    <a:pt x="3002309" y="2380837"/>
                  </a:lnTo>
                  <a:lnTo>
                    <a:pt x="3002454" y="2380837"/>
                  </a:lnTo>
                  <a:lnTo>
                    <a:pt x="3002600" y="2380837"/>
                  </a:lnTo>
                  <a:lnTo>
                    <a:pt x="3002745" y="2380837"/>
                  </a:lnTo>
                  <a:lnTo>
                    <a:pt x="3002891" y="2380837"/>
                  </a:lnTo>
                  <a:lnTo>
                    <a:pt x="3003036" y="2380837"/>
                  </a:lnTo>
                  <a:lnTo>
                    <a:pt x="3003181" y="2380837"/>
                  </a:lnTo>
                  <a:lnTo>
                    <a:pt x="3003327" y="2380837"/>
                  </a:lnTo>
                  <a:lnTo>
                    <a:pt x="3003472" y="2380837"/>
                  </a:lnTo>
                  <a:lnTo>
                    <a:pt x="3003618" y="2380837"/>
                  </a:lnTo>
                  <a:lnTo>
                    <a:pt x="3003763" y="2380837"/>
                  </a:lnTo>
                  <a:lnTo>
                    <a:pt x="3003763" y="2380213"/>
                  </a:lnTo>
                  <a:lnTo>
                    <a:pt x="3003909" y="2380213"/>
                  </a:lnTo>
                  <a:lnTo>
                    <a:pt x="3004054" y="2380213"/>
                  </a:lnTo>
                  <a:lnTo>
                    <a:pt x="3004199" y="2380213"/>
                  </a:lnTo>
                  <a:lnTo>
                    <a:pt x="3004345" y="2380213"/>
                  </a:lnTo>
                  <a:lnTo>
                    <a:pt x="3004490" y="2380213"/>
                  </a:lnTo>
                  <a:lnTo>
                    <a:pt x="3004636" y="2380213"/>
                  </a:lnTo>
                  <a:lnTo>
                    <a:pt x="3004781" y="2380213"/>
                  </a:lnTo>
                  <a:lnTo>
                    <a:pt x="3004926" y="2380213"/>
                  </a:lnTo>
                  <a:lnTo>
                    <a:pt x="3005072" y="2380213"/>
                  </a:lnTo>
                  <a:lnTo>
                    <a:pt x="3005217" y="2380213"/>
                  </a:lnTo>
                  <a:lnTo>
                    <a:pt x="3005363" y="2380213"/>
                  </a:lnTo>
                  <a:lnTo>
                    <a:pt x="3005508" y="2380213"/>
                  </a:lnTo>
                  <a:lnTo>
                    <a:pt x="3005508" y="2379590"/>
                  </a:lnTo>
                  <a:lnTo>
                    <a:pt x="3005508" y="2378966"/>
                  </a:lnTo>
                  <a:lnTo>
                    <a:pt x="3005508" y="2378342"/>
                  </a:lnTo>
                  <a:lnTo>
                    <a:pt x="3005654" y="2378342"/>
                  </a:lnTo>
                  <a:lnTo>
                    <a:pt x="3005799" y="2378342"/>
                  </a:lnTo>
                  <a:lnTo>
                    <a:pt x="3005944" y="2378342"/>
                  </a:lnTo>
                  <a:lnTo>
                    <a:pt x="3005944" y="2377719"/>
                  </a:lnTo>
                  <a:lnTo>
                    <a:pt x="3006090" y="2377719"/>
                  </a:lnTo>
                  <a:lnTo>
                    <a:pt x="3006235" y="2377719"/>
                  </a:lnTo>
                  <a:lnTo>
                    <a:pt x="3006381" y="2377719"/>
                  </a:lnTo>
                  <a:lnTo>
                    <a:pt x="3006526" y="2377719"/>
                  </a:lnTo>
                  <a:lnTo>
                    <a:pt x="3006526" y="2377095"/>
                  </a:lnTo>
                  <a:lnTo>
                    <a:pt x="3006672" y="2377095"/>
                  </a:lnTo>
                  <a:lnTo>
                    <a:pt x="3006817" y="2377095"/>
                  </a:lnTo>
                  <a:lnTo>
                    <a:pt x="3006962" y="2377095"/>
                  </a:lnTo>
                  <a:lnTo>
                    <a:pt x="3007108" y="2377095"/>
                  </a:lnTo>
                  <a:lnTo>
                    <a:pt x="3007253" y="2377095"/>
                  </a:lnTo>
                  <a:lnTo>
                    <a:pt x="3007399" y="2377095"/>
                  </a:lnTo>
                  <a:lnTo>
                    <a:pt x="3007544" y="2377095"/>
                  </a:lnTo>
                  <a:lnTo>
                    <a:pt x="3007690" y="2377095"/>
                  </a:lnTo>
                  <a:lnTo>
                    <a:pt x="3007835" y="2377095"/>
                  </a:lnTo>
                  <a:lnTo>
                    <a:pt x="3007835" y="2376472"/>
                  </a:lnTo>
                  <a:lnTo>
                    <a:pt x="3007835" y="2375848"/>
                  </a:lnTo>
                  <a:lnTo>
                    <a:pt x="3007980" y="2375848"/>
                  </a:lnTo>
                  <a:lnTo>
                    <a:pt x="3007980" y="2375225"/>
                  </a:lnTo>
                  <a:lnTo>
                    <a:pt x="3007980" y="2374601"/>
                  </a:lnTo>
                  <a:lnTo>
                    <a:pt x="3008126" y="2374601"/>
                  </a:lnTo>
                  <a:lnTo>
                    <a:pt x="3008271" y="2374601"/>
                  </a:lnTo>
                  <a:lnTo>
                    <a:pt x="3008417" y="2374601"/>
                  </a:lnTo>
                  <a:lnTo>
                    <a:pt x="3008562" y="2374601"/>
                  </a:lnTo>
                  <a:lnTo>
                    <a:pt x="3008708" y="2374601"/>
                  </a:lnTo>
                  <a:lnTo>
                    <a:pt x="3008853" y="2374601"/>
                  </a:lnTo>
                  <a:lnTo>
                    <a:pt x="3008998" y="2374601"/>
                  </a:lnTo>
                  <a:lnTo>
                    <a:pt x="3008998" y="2373977"/>
                  </a:lnTo>
                  <a:lnTo>
                    <a:pt x="3008998" y="2373354"/>
                  </a:lnTo>
                  <a:lnTo>
                    <a:pt x="3008998" y="2372730"/>
                  </a:lnTo>
                  <a:lnTo>
                    <a:pt x="3009144" y="2372730"/>
                  </a:lnTo>
                  <a:lnTo>
                    <a:pt x="3009289" y="2372730"/>
                  </a:lnTo>
                  <a:lnTo>
                    <a:pt x="3009435" y="2372730"/>
                  </a:lnTo>
                  <a:lnTo>
                    <a:pt x="3009580" y="2372730"/>
                  </a:lnTo>
                  <a:lnTo>
                    <a:pt x="3009726" y="2372730"/>
                  </a:lnTo>
                  <a:lnTo>
                    <a:pt x="3009871" y="2372730"/>
                  </a:lnTo>
                  <a:lnTo>
                    <a:pt x="3010016" y="2372730"/>
                  </a:lnTo>
                  <a:lnTo>
                    <a:pt x="3010162" y="2372730"/>
                  </a:lnTo>
                  <a:lnTo>
                    <a:pt x="3010307" y="2372730"/>
                  </a:lnTo>
                  <a:lnTo>
                    <a:pt x="3010453" y="2372730"/>
                  </a:lnTo>
                  <a:lnTo>
                    <a:pt x="3010598" y="2372730"/>
                  </a:lnTo>
                  <a:lnTo>
                    <a:pt x="3010744" y="2372730"/>
                  </a:lnTo>
                  <a:lnTo>
                    <a:pt x="3010889" y="2372730"/>
                  </a:lnTo>
                  <a:lnTo>
                    <a:pt x="3011034" y="2372730"/>
                  </a:lnTo>
                  <a:lnTo>
                    <a:pt x="3011180" y="2372730"/>
                  </a:lnTo>
                  <a:lnTo>
                    <a:pt x="3011325" y="2372730"/>
                  </a:lnTo>
                  <a:lnTo>
                    <a:pt x="3011471" y="2372730"/>
                  </a:lnTo>
                  <a:lnTo>
                    <a:pt x="3011616" y="2372730"/>
                  </a:lnTo>
                  <a:lnTo>
                    <a:pt x="3011761" y="2372730"/>
                  </a:lnTo>
                  <a:lnTo>
                    <a:pt x="3011907" y="2372730"/>
                  </a:lnTo>
                  <a:lnTo>
                    <a:pt x="3012052" y="2372730"/>
                  </a:lnTo>
                  <a:lnTo>
                    <a:pt x="3012198" y="2372730"/>
                  </a:lnTo>
                  <a:lnTo>
                    <a:pt x="3012343" y="2372730"/>
                  </a:lnTo>
                  <a:lnTo>
                    <a:pt x="3012489" y="2372730"/>
                  </a:lnTo>
                  <a:lnTo>
                    <a:pt x="3012634" y="2372730"/>
                  </a:lnTo>
                  <a:lnTo>
                    <a:pt x="3012779" y="2372730"/>
                  </a:lnTo>
                  <a:lnTo>
                    <a:pt x="3012925" y="2372730"/>
                  </a:lnTo>
                  <a:lnTo>
                    <a:pt x="3013070" y="2372730"/>
                  </a:lnTo>
                  <a:lnTo>
                    <a:pt x="3013216" y="2372730"/>
                  </a:lnTo>
                  <a:lnTo>
                    <a:pt x="3013361" y="2372730"/>
                  </a:lnTo>
                  <a:lnTo>
                    <a:pt x="3013507" y="2372730"/>
                  </a:lnTo>
                  <a:lnTo>
                    <a:pt x="3013652" y="2372730"/>
                  </a:lnTo>
                  <a:lnTo>
                    <a:pt x="3013797" y="2372730"/>
                  </a:lnTo>
                  <a:lnTo>
                    <a:pt x="3013943" y="2372730"/>
                  </a:lnTo>
                  <a:lnTo>
                    <a:pt x="3014088" y="2372730"/>
                  </a:lnTo>
                  <a:lnTo>
                    <a:pt x="3014234" y="2372730"/>
                  </a:lnTo>
                  <a:lnTo>
                    <a:pt x="3014379" y="2372730"/>
                  </a:lnTo>
                  <a:lnTo>
                    <a:pt x="3014525" y="2372730"/>
                  </a:lnTo>
                  <a:lnTo>
                    <a:pt x="3014525" y="2372107"/>
                  </a:lnTo>
                  <a:lnTo>
                    <a:pt x="3014670" y="2372107"/>
                  </a:lnTo>
                  <a:lnTo>
                    <a:pt x="3014815" y="2372107"/>
                  </a:lnTo>
                  <a:lnTo>
                    <a:pt x="3014961" y="2372107"/>
                  </a:lnTo>
                  <a:lnTo>
                    <a:pt x="3015106" y="2372107"/>
                  </a:lnTo>
                  <a:lnTo>
                    <a:pt x="3015106" y="2371483"/>
                  </a:lnTo>
                  <a:lnTo>
                    <a:pt x="3015252" y="2371483"/>
                  </a:lnTo>
                  <a:lnTo>
                    <a:pt x="3015397" y="2371483"/>
                  </a:lnTo>
                  <a:lnTo>
                    <a:pt x="3015543" y="2371483"/>
                  </a:lnTo>
                  <a:lnTo>
                    <a:pt x="3015688" y="2371483"/>
                  </a:lnTo>
                  <a:lnTo>
                    <a:pt x="3015833" y="2371483"/>
                  </a:lnTo>
                  <a:lnTo>
                    <a:pt x="3015979" y="2371483"/>
                  </a:lnTo>
                  <a:lnTo>
                    <a:pt x="3015979" y="2370859"/>
                  </a:lnTo>
                  <a:lnTo>
                    <a:pt x="3015979" y="2370236"/>
                  </a:lnTo>
                  <a:lnTo>
                    <a:pt x="3016124" y="2370236"/>
                  </a:lnTo>
                  <a:lnTo>
                    <a:pt x="3016270" y="2370236"/>
                  </a:lnTo>
                  <a:lnTo>
                    <a:pt x="3016415" y="2370236"/>
                  </a:lnTo>
                  <a:lnTo>
                    <a:pt x="3016415" y="2369612"/>
                  </a:lnTo>
                  <a:lnTo>
                    <a:pt x="3016561" y="2369612"/>
                  </a:lnTo>
                  <a:lnTo>
                    <a:pt x="3016706" y="2369612"/>
                  </a:lnTo>
                  <a:lnTo>
                    <a:pt x="3016851" y="2369612"/>
                  </a:lnTo>
                  <a:lnTo>
                    <a:pt x="3016851" y="2368989"/>
                  </a:lnTo>
                  <a:lnTo>
                    <a:pt x="3016997" y="2368989"/>
                  </a:lnTo>
                  <a:lnTo>
                    <a:pt x="3017142" y="2368989"/>
                  </a:lnTo>
                  <a:lnTo>
                    <a:pt x="3017288" y="2368989"/>
                  </a:lnTo>
                  <a:lnTo>
                    <a:pt x="3017433" y="2368989"/>
                  </a:lnTo>
                  <a:lnTo>
                    <a:pt x="3017579" y="2368989"/>
                  </a:lnTo>
                  <a:lnTo>
                    <a:pt x="3017724" y="2368989"/>
                  </a:lnTo>
                  <a:lnTo>
                    <a:pt x="3017869" y="2368989"/>
                  </a:lnTo>
                  <a:lnTo>
                    <a:pt x="3018015" y="2368989"/>
                  </a:lnTo>
                  <a:lnTo>
                    <a:pt x="3018015" y="2368365"/>
                  </a:lnTo>
                  <a:lnTo>
                    <a:pt x="3018160" y="2368365"/>
                  </a:lnTo>
                  <a:lnTo>
                    <a:pt x="3018160" y="2367742"/>
                  </a:lnTo>
                  <a:lnTo>
                    <a:pt x="3018306" y="2367742"/>
                  </a:lnTo>
                  <a:lnTo>
                    <a:pt x="3018451" y="2367742"/>
                  </a:lnTo>
                  <a:lnTo>
                    <a:pt x="3018451" y="2367118"/>
                  </a:lnTo>
                  <a:lnTo>
                    <a:pt x="3018451" y="2366494"/>
                  </a:lnTo>
                  <a:lnTo>
                    <a:pt x="3018596" y="2366494"/>
                  </a:lnTo>
                  <a:lnTo>
                    <a:pt x="3018742" y="2366494"/>
                  </a:lnTo>
                  <a:lnTo>
                    <a:pt x="3018887" y="2366494"/>
                  </a:lnTo>
                  <a:lnTo>
                    <a:pt x="3018887" y="2365871"/>
                  </a:lnTo>
                  <a:lnTo>
                    <a:pt x="3019033" y="2365871"/>
                  </a:lnTo>
                  <a:lnTo>
                    <a:pt x="3019033" y="2365247"/>
                  </a:lnTo>
                  <a:lnTo>
                    <a:pt x="3019178" y="2365247"/>
                  </a:lnTo>
                  <a:lnTo>
                    <a:pt x="3019178" y="2364624"/>
                  </a:lnTo>
                  <a:lnTo>
                    <a:pt x="3019324" y="2364624"/>
                  </a:lnTo>
                  <a:lnTo>
                    <a:pt x="3019469" y="2364624"/>
                  </a:lnTo>
                  <a:lnTo>
                    <a:pt x="3019614" y="2364624"/>
                  </a:lnTo>
                  <a:lnTo>
                    <a:pt x="3019614" y="2364000"/>
                  </a:lnTo>
                  <a:lnTo>
                    <a:pt x="3019760" y="2364000"/>
                  </a:lnTo>
                  <a:lnTo>
                    <a:pt x="3019905" y="2364000"/>
                  </a:lnTo>
                  <a:lnTo>
                    <a:pt x="3019905" y="2363376"/>
                  </a:lnTo>
                  <a:lnTo>
                    <a:pt x="3020051" y="2363376"/>
                  </a:lnTo>
                  <a:lnTo>
                    <a:pt x="3020196" y="2363376"/>
                  </a:lnTo>
                  <a:lnTo>
                    <a:pt x="3020342" y="2363376"/>
                  </a:lnTo>
                  <a:lnTo>
                    <a:pt x="3020487" y="2363376"/>
                  </a:lnTo>
                  <a:lnTo>
                    <a:pt x="3020632" y="2363376"/>
                  </a:lnTo>
                  <a:lnTo>
                    <a:pt x="3020778" y="2363376"/>
                  </a:lnTo>
                  <a:lnTo>
                    <a:pt x="3020923" y="2363376"/>
                  </a:lnTo>
                  <a:lnTo>
                    <a:pt x="3021069" y="2363376"/>
                  </a:lnTo>
                  <a:lnTo>
                    <a:pt x="3021214" y="2363376"/>
                  </a:lnTo>
                  <a:lnTo>
                    <a:pt x="3021360" y="2363376"/>
                  </a:lnTo>
                  <a:lnTo>
                    <a:pt x="3021505" y="2363376"/>
                  </a:lnTo>
                  <a:lnTo>
                    <a:pt x="3021650" y="2363376"/>
                  </a:lnTo>
                  <a:lnTo>
                    <a:pt x="3021796" y="2363376"/>
                  </a:lnTo>
                  <a:lnTo>
                    <a:pt x="3021796" y="2362753"/>
                  </a:lnTo>
                  <a:lnTo>
                    <a:pt x="3021941" y="2362753"/>
                  </a:lnTo>
                  <a:lnTo>
                    <a:pt x="3022087" y="2362753"/>
                  </a:lnTo>
                  <a:lnTo>
                    <a:pt x="3022087" y="2362129"/>
                  </a:lnTo>
                  <a:lnTo>
                    <a:pt x="3022232" y="2362129"/>
                  </a:lnTo>
                  <a:lnTo>
                    <a:pt x="3022232" y="2361506"/>
                  </a:lnTo>
                  <a:lnTo>
                    <a:pt x="3022378" y="2361506"/>
                  </a:lnTo>
                  <a:lnTo>
                    <a:pt x="3022378" y="2360882"/>
                  </a:lnTo>
                  <a:lnTo>
                    <a:pt x="3022523" y="2360882"/>
                  </a:lnTo>
                  <a:lnTo>
                    <a:pt x="3022668" y="2360882"/>
                  </a:lnTo>
                  <a:lnTo>
                    <a:pt x="3022814" y="2360882"/>
                  </a:lnTo>
                  <a:lnTo>
                    <a:pt x="3022959" y="2360882"/>
                  </a:lnTo>
                  <a:lnTo>
                    <a:pt x="3023105" y="2360882"/>
                  </a:lnTo>
                  <a:lnTo>
                    <a:pt x="3023250" y="2360882"/>
                  </a:lnTo>
                  <a:lnTo>
                    <a:pt x="3023396" y="2360882"/>
                  </a:lnTo>
                  <a:lnTo>
                    <a:pt x="3023541" y="2360882"/>
                  </a:lnTo>
                  <a:lnTo>
                    <a:pt x="3023686" y="2360882"/>
                  </a:lnTo>
                  <a:lnTo>
                    <a:pt x="3023832" y="2360882"/>
                  </a:lnTo>
                  <a:lnTo>
                    <a:pt x="3023977" y="2360882"/>
                  </a:lnTo>
                  <a:lnTo>
                    <a:pt x="3024123" y="2360882"/>
                  </a:lnTo>
                  <a:lnTo>
                    <a:pt x="3024268" y="2360882"/>
                  </a:lnTo>
                  <a:lnTo>
                    <a:pt x="3024268" y="2360259"/>
                  </a:lnTo>
                  <a:lnTo>
                    <a:pt x="3024414" y="2360259"/>
                  </a:lnTo>
                  <a:lnTo>
                    <a:pt x="3024559" y="2360259"/>
                  </a:lnTo>
                  <a:lnTo>
                    <a:pt x="3024704" y="2360259"/>
                  </a:lnTo>
                  <a:lnTo>
                    <a:pt x="3024850" y="2360259"/>
                  </a:lnTo>
                  <a:lnTo>
                    <a:pt x="3024995" y="2360259"/>
                  </a:lnTo>
                  <a:lnTo>
                    <a:pt x="3025141" y="2360259"/>
                  </a:lnTo>
                  <a:lnTo>
                    <a:pt x="3025286" y="2360259"/>
                  </a:lnTo>
                  <a:lnTo>
                    <a:pt x="3025431" y="2360259"/>
                  </a:lnTo>
                  <a:lnTo>
                    <a:pt x="3025431" y="2359635"/>
                  </a:lnTo>
                  <a:lnTo>
                    <a:pt x="3025577" y="2359635"/>
                  </a:lnTo>
                  <a:lnTo>
                    <a:pt x="3025722" y="2359635"/>
                  </a:lnTo>
                  <a:lnTo>
                    <a:pt x="3025868" y="2359635"/>
                  </a:lnTo>
                  <a:lnTo>
                    <a:pt x="3026013" y="2359635"/>
                  </a:lnTo>
                  <a:lnTo>
                    <a:pt x="3026159" y="2359635"/>
                  </a:lnTo>
                  <a:lnTo>
                    <a:pt x="3026304" y="2359635"/>
                  </a:lnTo>
                  <a:lnTo>
                    <a:pt x="3026449" y="2359635"/>
                  </a:lnTo>
                  <a:lnTo>
                    <a:pt x="3026595" y="2359635"/>
                  </a:lnTo>
                  <a:lnTo>
                    <a:pt x="3026740" y="2359635"/>
                  </a:lnTo>
                  <a:lnTo>
                    <a:pt x="3026740" y="2359011"/>
                  </a:lnTo>
                  <a:lnTo>
                    <a:pt x="3026886" y="2359011"/>
                  </a:lnTo>
                  <a:lnTo>
                    <a:pt x="3027031" y="2359011"/>
                  </a:lnTo>
                  <a:lnTo>
                    <a:pt x="3027177" y="2359011"/>
                  </a:lnTo>
                  <a:lnTo>
                    <a:pt x="3027322" y="2359011"/>
                  </a:lnTo>
                  <a:lnTo>
                    <a:pt x="3027467" y="2359011"/>
                  </a:lnTo>
                  <a:lnTo>
                    <a:pt x="3027613" y="2359011"/>
                  </a:lnTo>
                  <a:lnTo>
                    <a:pt x="3027613" y="2358388"/>
                  </a:lnTo>
                  <a:lnTo>
                    <a:pt x="3027758" y="2358388"/>
                  </a:lnTo>
                  <a:lnTo>
                    <a:pt x="3027758" y="2357764"/>
                  </a:lnTo>
                  <a:lnTo>
                    <a:pt x="3027758" y="2357141"/>
                  </a:lnTo>
                  <a:lnTo>
                    <a:pt x="3027904" y="2357141"/>
                  </a:lnTo>
                  <a:lnTo>
                    <a:pt x="3028049" y="2357141"/>
                  </a:lnTo>
                  <a:lnTo>
                    <a:pt x="3028195" y="2357141"/>
                  </a:lnTo>
                  <a:lnTo>
                    <a:pt x="3028340" y="2357141"/>
                  </a:lnTo>
                  <a:lnTo>
                    <a:pt x="3028340" y="2356517"/>
                  </a:lnTo>
                  <a:lnTo>
                    <a:pt x="3028485" y="2356517"/>
                  </a:lnTo>
                  <a:lnTo>
                    <a:pt x="3028631" y="2356517"/>
                  </a:lnTo>
                  <a:lnTo>
                    <a:pt x="3028776" y="2356517"/>
                  </a:lnTo>
                  <a:lnTo>
                    <a:pt x="3028922" y="2356517"/>
                  </a:lnTo>
                  <a:lnTo>
                    <a:pt x="3029067" y="2356517"/>
                  </a:lnTo>
                  <a:lnTo>
                    <a:pt x="3029213" y="2356517"/>
                  </a:lnTo>
                  <a:lnTo>
                    <a:pt x="3029358" y="2356517"/>
                  </a:lnTo>
                  <a:lnTo>
                    <a:pt x="3029503" y="2356517"/>
                  </a:lnTo>
                  <a:lnTo>
                    <a:pt x="3029649" y="2356517"/>
                  </a:lnTo>
                  <a:lnTo>
                    <a:pt x="3029794" y="2356517"/>
                  </a:lnTo>
                  <a:lnTo>
                    <a:pt x="3029940" y="2356517"/>
                  </a:lnTo>
                  <a:lnTo>
                    <a:pt x="3030085" y="2356517"/>
                  </a:lnTo>
                  <a:lnTo>
                    <a:pt x="3030231" y="2356517"/>
                  </a:lnTo>
                  <a:lnTo>
                    <a:pt x="3030376" y="2356517"/>
                  </a:lnTo>
                  <a:lnTo>
                    <a:pt x="3030521" y="2356517"/>
                  </a:lnTo>
                  <a:lnTo>
                    <a:pt x="3030667" y="2356517"/>
                  </a:lnTo>
                  <a:lnTo>
                    <a:pt x="3030812" y="2356517"/>
                  </a:lnTo>
                  <a:lnTo>
                    <a:pt x="3030958" y="2356517"/>
                  </a:lnTo>
                  <a:lnTo>
                    <a:pt x="3031103" y="2356517"/>
                  </a:lnTo>
                  <a:lnTo>
                    <a:pt x="3031249" y="2356517"/>
                  </a:lnTo>
                  <a:lnTo>
                    <a:pt x="3031394" y="2356517"/>
                  </a:lnTo>
                  <a:lnTo>
                    <a:pt x="3031539" y="2356517"/>
                  </a:lnTo>
                  <a:lnTo>
                    <a:pt x="3031685" y="2356517"/>
                  </a:lnTo>
                  <a:lnTo>
                    <a:pt x="3031830" y="2356517"/>
                  </a:lnTo>
                  <a:lnTo>
                    <a:pt x="3031976" y="2356517"/>
                  </a:lnTo>
                  <a:lnTo>
                    <a:pt x="3032121" y="2356517"/>
                  </a:lnTo>
                  <a:lnTo>
                    <a:pt x="3032266" y="2356517"/>
                  </a:lnTo>
                  <a:lnTo>
                    <a:pt x="3032412" y="2356517"/>
                  </a:lnTo>
                  <a:lnTo>
                    <a:pt x="3032557" y="2356517"/>
                  </a:lnTo>
                  <a:lnTo>
                    <a:pt x="3032703" y="2356517"/>
                  </a:lnTo>
                  <a:lnTo>
                    <a:pt x="3032848" y="2356517"/>
                  </a:lnTo>
                  <a:lnTo>
                    <a:pt x="3032994" y="2356517"/>
                  </a:lnTo>
                  <a:lnTo>
                    <a:pt x="3033139" y="2356517"/>
                  </a:lnTo>
                  <a:lnTo>
                    <a:pt x="3033139" y="2355894"/>
                  </a:lnTo>
                  <a:lnTo>
                    <a:pt x="3033284" y="2355894"/>
                  </a:lnTo>
                  <a:lnTo>
                    <a:pt x="3033284" y="2355270"/>
                  </a:lnTo>
                  <a:lnTo>
                    <a:pt x="3033284" y="2354646"/>
                  </a:lnTo>
                  <a:lnTo>
                    <a:pt x="3033430" y="2354646"/>
                  </a:lnTo>
                  <a:lnTo>
                    <a:pt x="3033575" y="2354646"/>
                  </a:lnTo>
                  <a:lnTo>
                    <a:pt x="3033575" y="2354023"/>
                  </a:lnTo>
                  <a:lnTo>
                    <a:pt x="3033721" y="2354023"/>
                  </a:lnTo>
                  <a:lnTo>
                    <a:pt x="3033866" y="2354023"/>
                  </a:lnTo>
                  <a:lnTo>
                    <a:pt x="3033866" y="2353399"/>
                  </a:lnTo>
                  <a:lnTo>
                    <a:pt x="3034012" y="2353399"/>
                  </a:lnTo>
                  <a:lnTo>
                    <a:pt x="3034157" y="2353399"/>
                  </a:lnTo>
                  <a:lnTo>
                    <a:pt x="3034157" y="2352776"/>
                  </a:lnTo>
                  <a:lnTo>
                    <a:pt x="3034302" y="2352776"/>
                  </a:lnTo>
                  <a:lnTo>
                    <a:pt x="3034302" y="2352152"/>
                  </a:lnTo>
                  <a:lnTo>
                    <a:pt x="3034448" y="2352152"/>
                  </a:lnTo>
                  <a:lnTo>
                    <a:pt x="3034593" y="2352152"/>
                  </a:lnTo>
                  <a:lnTo>
                    <a:pt x="3034739" y="2352152"/>
                  </a:lnTo>
                  <a:lnTo>
                    <a:pt x="3034884" y="2352152"/>
                  </a:lnTo>
                  <a:lnTo>
                    <a:pt x="3035030" y="2352152"/>
                  </a:lnTo>
                  <a:lnTo>
                    <a:pt x="3035175" y="2352152"/>
                  </a:lnTo>
                  <a:lnTo>
                    <a:pt x="3035320" y="2352152"/>
                  </a:lnTo>
                  <a:lnTo>
                    <a:pt x="3035320" y="2351528"/>
                  </a:lnTo>
                  <a:lnTo>
                    <a:pt x="3035466" y="2351528"/>
                  </a:lnTo>
                  <a:lnTo>
                    <a:pt x="3035611" y="2351528"/>
                  </a:lnTo>
                  <a:lnTo>
                    <a:pt x="3035757" y="2351528"/>
                  </a:lnTo>
                  <a:lnTo>
                    <a:pt x="3035757" y="2350905"/>
                  </a:lnTo>
                  <a:lnTo>
                    <a:pt x="3035902" y="2350905"/>
                  </a:lnTo>
                  <a:lnTo>
                    <a:pt x="3035902" y="2350281"/>
                  </a:lnTo>
                  <a:lnTo>
                    <a:pt x="3036048" y="2350281"/>
                  </a:lnTo>
                  <a:lnTo>
                    <a:pt x="3036193" y="2350281"/>
                  </a:lnTo>
                  <a:lnTo>
                    <a:pt x="3036193" y="2349658"/>
                  </a:lnTo>
                  <a:lnTo>
                    <a:pt x="3036338" y="2349658"/>
                  </a:lnTo>
                  <a:lnTo>
                    <a:pt x="3036484" y="2349658"/>
                  </a:lnTo>
                  <a:lnTo>
                    <a:pt x="3036629" y="2349658"/>
                  </a:lnTo>
                  <a:lnTo>
                    <a:pt x="3036775" y="2349658"/>
                  </a:lnTo>
                  <a:lnTo>
                    <a:pt x="3036920" y="2349658"/>
                  </a:lnTo>
                  <a:lnTo>
                    <a:pt x="3036920" y="2349034"/>
                  </a:lnTo>
                  <a:lnTo>
                    <a:pt x="3037066" y="2349034"/>
                  </a:lnTo>
                  <a:lnTo>
                    <a:pt x="3037211" y="2349034"/>
                  </a:lnTo>
                  <a:lnTo>
                    <a:pt x="3037356" y="2349034"/>
                  </a:lnTo>
                  <a:lnTo>
                    <a:pt x="3037356" y="2348411"/>
                  </a:lnTo>
                  <a:lnTo>
                    <a:pt x="3037502" y="2348411"/>
                  </a:lnTo>
                  <a:lnTo>
                    <a:pt x="3037502" y="2347787"/>
                  </a:lnTo>
                  <a:lnTo>
                    <a:pt x="3037502" y="2347163"/>
                  </a:lnTo>
                  <a:lnTo>
                    <a:pt x="3037647" y="2347163"/>
                  </a:lnTo>
                  <a:lnTo>
                    <a:pt x="3037793" y="2347163"/>
                  </a:lnTo>
                  <a:lnTo>
                    <a:pt x="3037938" y="2347163"/>
                  </a:lnTo>
                  <a:lnTo>
                    <a:pt x="3037938" y="2346540"/>
                  </a:lnTo>
                  <a:lnTo>
                    <a:pt x="3038084" y="2346540"/>
                  </a:lnTo>
                  <a:lnTo>
                    <a:pt x="3038084" y="2345916"/>
                  </a:lnTo>
                  <a:lnTo>
                    <a:pt x="3038084" y="2345293"/>
                  </a:lnTo>
                  <a:lnTo>
                    <a:pt x="3038229" y="2345293"/>
                  </a:lnTo>
                  <a:lnTo>
                    <a:pt x="3038374" y="2345293"/>
                  </a:lnTo>
                  <a:lnTo>
                    <a:pt x="3038520" y="2345293"/>
                  </a:lnTo>
                  <a:lnTo>
                    <a:pt x="3038665" y="2345293"/>
                  </a:lnTo>
                  <a:lnTo>
                    <a:pt x="3038811" y="2345293"/>
                  </a:lnTo>
                  <a:lnTo>
                    <a:pt x="3038956" y="2345293"/>
                  </a:lnTo>
                  <a:lnTo>
                    <a:pt x="3039101" y="2345293"/>
                  </a:lnTo>
                  <a:lnTo>
                    <a:pt x="3039247" y="2345293"/>
                  </a:lnTo>
                  <a:lnTo>
                    <a:pt x="3039247" y="2344669"/>
                  </a:lnTo>
                  <a:lnTo>
                    <a:pt x="3039392" y="2344669"/>
                  </a:lnTo>
                  <a:lnTo>
                    <a:pt x="3039538" y="2344669"/>
                  </a:lnTo>
                  <a:lnTo>
                    <a:pt x="3039683" y="2344669"/>
                  </a:lnTo>
                  <a:lnTo>
                    <a:pt x="3039829" y="2344669"/>
                  </a:lnTo>
                  <a:lnTo>
                    <a:pt x="3039974" y="2344669"/>
                  </a:lnTo>
                  <a:lnTo>
                    <a:pt x="3040119" y="2344669"/>
                  </a:lnTo>
                  <a:lnTo>
                    <a:pt x="3040265" y="2344669"/>
                  </a:lnTo>
                  <a:lnTo>
                    <a:pt x="3040410" y="2344669"/>
                  </a:lnTo>
                  <a:lnTo>
                    <a:pt x="3040556" y="2344669"/>
                  </a:lnTo>
                  <a:lnTo>
                    <a:pt x="3040701" y="2344669"/>
                  </a:lnTo>
                  <a:lnTo>
                    <a:pt x="3040847" y="2344669"/>
                  </a:lnTo>
                  <a:lnTo>
                    <a:pt x="3040992" y="2344669"/>
                  </a:lnTo>
                  <a:lnTo>
                    <a:pt x="3041137" y="2344669"/>
                  </a:lnTo>
                  <a:lnTo>
                    <a:pt x="3041283" y="2344669"/>
                  </a:lnTo>
                  <a:lnTo>
                    <a:pt x="3041428" y="2344669"/>
                  </a:lnTo>
                  <a:lnTo>
                    <a:pt x="3041574" y="2344669"/>
                  </a:lnTo>
                  <a:lnTo>
                    <a:pt x="3041719" y="2344669"/>
                  </a:lnTo>
                  <a:lnTo>
                    <a:pt x="3041865" y="2344669"/>
                  </a:lnTo>
                  <a:lnTo>
                    <a:pt x="3041865" y="2344045"/>
                  </a:lnTo>
                  <a:lnTo>
                    <a:pt x="3042010" y="2344045"/>
                  </a:lnTo>
                  <a:lnTo>
                    <a:pt x="3042155" y="2344045"/>
                  </a:lnTo>
                  <a:lnTo>
                    <a:pt x="3042301" y="2344045"/>
                  </a:lnTo>
                  <a:lnTo>
                    <a:pt x="3042446" y="2344045"/>
                  </a:lnTo>
                  <a:lnTo>
                    <a:pt x="3042592" y="2344045"/>
                  </a:lnTo>
                  <a:lnTo>
                    <a:pt x="3042737" y="2344045"/>
                  </a:lnTo>
                  <a:lnTo>
                    <a:pt x="3042883" y="2344045"/>
                  </a:lnTo>
                  <a:lnTo>
                    <a:pt x="3042883" y="2343422"/>
                  </a:lnTo>
                  <a:lnTo>
                    <a:pt x="3043028" y="2343422"/>
                  </a:lnTo>
                  <a:lnTo>
                    <a:pt x="3043173" y="2343422"/>
                  </a:lnTo>
                  <a:lnTo>
                    <a:pt x="3043173" y="2342798"/>
                  </a:lnTo>
                  <a:lnTo>
                    <a:pt x="3043319" y="2342798"/>
                  </a:lnTo>
                  <a:lnTo>
                    <a:pt x="3043464" y="2342798"/>
                  </a:lnTo>
                  <a:lnTo>
                    <a:pt x="3043610" y="2342798"/>
                  </a:lnTo>
                  <a:lnTo>
                    <a:pt x="3043610" y="2342175"/>
                  </a:lnTo>
                  <a:lnTo>
                    <a:pt x="3043755" y="2342175"/>
                  </a:lnTo>
                  <a:lnTo>
                    <a:pt x="3043901" y="2342175"/>
                  </a:lnTo>
                  <a:lnTo>
                    <a:pt x="3043901" y="2341551"/>
                  </a:lnTo>
                  <a:lnTo>
                    <a:pt x="3044046" y="2341551"/>
                  </a:lnTo>
                  <a:lnTo>
                    <a:pt x="3044191" y="2341551"/>
                  </a:lnTo>
                  <a:lnTo>
                    <a:pt x="3044337" y="2341551"/>
                  </a:lnTo>
                  <a:lnTo>
                    <a:pt x="3044337" y="2340928"/>
                  </a:lnTo>
                  <a:lnTo>
                    <a:pt x="3044482" y="2340928"/>
                  </a:lnTo>
                  <a:lnTo>
                    <a:pt x="3044482" y="2340304"/>
                  </a:lnTo>
                  <a:lnTo>
                    <a:pt x="3044628" y="2340304"/>
                  </a:lnTo>
                  <a:lnTo>
                    <a:pt x="3044773" y="2340304"/>
                  </a:lnTo>
                  <a:lnTo>
                    <a:pt x="3044919" y="2340304"/>
                  </a:lnTo>
                  <a:lnTo>
                    <a:pt x="3045064" y="2340304"/>
                  </a:lnTo>
                  <a:lnTo>
                    <a:pt x="3045209" y="2340304"/>
                  </a:lnTo>
                  <a:lnTo>
                    <a:pt x="3045355" y="2340304"/>
                  </a:lnTo>
                  <a:lnTo>
                    <a:pt x="3045500" y="2340304"/>
                  </a:lnTo>
                  <a:lnTo>
                    <a:pt x="3045646" y="2340304"/>
                  </a:lnTo>
                  <a:lnTo>
                    <a:pt x="3045646" y="2339680"/>
                  </a:lnTo>
                  <a:lnTo>
                    <a:pt x="3045791" y="2339680"/>
                  </a:lnTo>
                  <a:lnTo>
                    <a:pt x="3045791" y="2339057"/>
                  </a:lnTo>
                  <a:lnTo>
                    <a:pt x="3045936" y="2339057"/>
                  </a:lnTo>
                  <a:lnTo>
                    <a:pt x="3045936" y="2338433"/>
                  </a:lnTo>
                  <a:lnTo>
                    <a:pt x="3046082" y="2338433"/>
                  </a:lnTo>
                  <a:lnTo>
                    <a:pt x="3046227" y="2338433"/>
                  </a:lnTo>
                  <a:lnTo>
                    <a:pt x="3046373" y="2338433"/>
                  </a:lnTo>
                  <a:lnTo>
                    <a:pt x="3046518" y="2338433"/>
                  </a:lnTo>
                  <a:lnTo>
                    <a:pt x="3046664" y="2338433"/>
                  </a:lnTo>
                  <a:lnTo>
                    <a:pt x="3046809" y="2338433"/>
                  </a:lnTo>
                  <a:lnTo>
                    <a:pt x="3046954" y="2338433"/>
                  </a:lnTo>
                  <a:lnTo>
                    <a:pt x="3047100" y="2338433"/>
                  </a:lnTo>
                  <a:lnTo>
                    <a:pt x="3047245" y="2338433"/>
                  </a:lnTo>
                  <a:lnTo>
                    <a:pt x="3047391" y="2338433"/>
                  </a:lnTo>
                  <a:lnTo>
                    <a:pt x="3047536" y="2338433"/>
                  </a:lnTo>
                  <a:lnTo>
                    <a:pt x="3047682" y="2338433"/>
                  </a:lnTo>
                  <a:lnTo>
                    <a:pt x="3047827" y="2338433"/>
                  </a:lnTo>
                  <a:lnTo>
                    <a:pt x="3047972" y="2338433"/>
                  </a:lnTo>
                  <a:lnTo>
                    <a:pt x="3048118" y="2338433"/>
                  </a:lnTo>
                  <a:lnTo>
                    <a:pt x="3048263" y="2338433"/>
                  </a:lnTo>
                  <a:lnTo>
                    <a:pt x="3048409" y="2338433"/>
                  </a:lnTo>
                  <a:lnTo>
                    <a:pt x="3048554" y="2338433"/>
                  </a:lnTo>
                  <a:lnTo>
                    <a:pt x="3048700" y="2338433"/>
                  </a:lnTo>
                  <a:lnTo>
                    <a:pt x="3048845" y="2338433"/>
                  </a:lnTo>
                  <a:lnTo>
                    <a:pt x="3048990" y="2338433"/>
                  </a:lnTo>
                  <a:lnTo>
                    <a:pt x="3049136" y="2338433"/>
                  </a:lnTo>
                  <a:lnTo>
                    <a:pt x="3049281" y="2338433"/>
                  </a:lnTo>
                  <a:lnTo>
                    <a:pt x="3049427" y="2338433"/>
                  </a:lnTo>
                  <a:lnTo>
                    <a:pt x="3049572" y="2338433"/>
                  </a:lnTo>
                  <a:lnTo>
                    <a:pt x="3049718" y="2338433"/>
                  </a:lnTo>
                  <a:lnTo>
                    <a:pt x="3049863" y="2338433"/>
                  </a:lnTo>
                  <a:lnTo>
                    <a:pt x="3050008" y="2338433"/>
                  </a:lnTo>
                  <a:lnTo>
                    <a:pt x="3050154" y="2338433"/>
                  </a:lnTo>
                  <a:lnTo>
                    <a:pt x="3050299" y="2338433"/>
                  </a:lnTo>
                  <a:lnTo>
                    <a:pt x="3050445" y="2338433"/>
                  </a:lnTo>
                  <a:lnTo>
                    <a:pt x="3050590" y="2338433"/>
                  </a:lnTo>
                  <a:lnTo>
                    <a:pt x="3050590" y="2337810"/>
                  </a:lnTo>
                  <a:lnTo>
                    <a:pt x="3050736" y="2337810"/>
                  </a:lnTo>
                  <a:lnTo>
                    <a:pt x="3050881" y="2337810"/>
                  </a:lnTo>
                  <a:lnTo>
                    <a:pt x="3051026" y="2337810"/>
                  </a:lnTo>
                  <a:lnTo>
                    <a:pt x="3051172" y="2337810"/>
                  </a:lnTo>
                  <a:lnTo>
                    <a:pt x="3051317" y="2337810"/>
                  </a:lnTo>
                  <a:lnTo>
                    <a:pt x="3051463" y="2337810"/>
                  </a:lnTo>
                  <a:lnTo>
                    <a:pt x="3051608" y="2337810"/>
                  </a:lnTo>
                  <a:lnTo>
                    <a:pt x="3051753" y="2337810"/>
                  </a:lnTo>
                  <a:lnTo>
                    <a:pt x="3051899" y="2337810"/>
                  </a:lnTo>
                  <a:lnTo>
                    <a:pt x="3052044" y="2337810"/>
                  </a:lnTo>
                  <a:lnTo>
                    <a:pt x="3052190" y="2337810"/>
                  </a:lnTo>
                  <a:lnTo>
                    <a:pt x="3052335" y="2337810"/>
                  </a:lnTo>
                  <a:lnTo>
                    <a:pt x="3052481" y="2337810"/>
                  </a:lnTo>
                  <a:lnTo>
                    <a:pt x="3052626" y="2337810"/>
                  </a:lnTo>
                  <a:lnTo>
                    <a:pt x="3052771" y="2337810"/>
                  </a:lnTo>
                  <a:lnTo>
                    <a:pt x="3052917" y="2337810"/>
                  </a:lnTo>
                  <a:lnTo>
                    <a:pt x="3053062" y="2337810"/>
                  </a:lnTo>
                  <a:lnTo>
                    <a:pt x="3053208" y="2337810"/>
                  </a:lnTo>
                  <a:lnTo>
                    <a:pt x="3053208" y="2337186"/>
                  </a:lnTo>
                  <a:lnTo>
                    <a:pt x="3053353" y="2337186"/>
                  </a:lnTo>
                  <a:lnTo>
                    <a:pt x="3053499" y="2337186"/>
                  </a:lnTo>
                  <a:lnTo>
                    <a:pt x="3053644" y="2337186"/>
                  </a:lnTo>
                  <a:lnTo>
                    <a:pt x="3053789" y="2337186"/>
                  </a:lnTo>
                  <a:lnTo>
                    <a:pt x="3053935" y="2337186"/>
                  </a:lnTo>
                  <a:lnTo>
                    <a:pt x="3054080" y="2337186"/>
                  </a:lnTo>
                  <a:lnTo>
                    <a:pt x="3054226" y="2337186"/>
                  </a:lnTo>
                  <a:lnTo>
                    <a:pt x="3054371" y="2337186"/>
                  </a:lnTo>
                  <a:lnTo>
                    <a:pt x="3054517" y="2337186"/>
                  </a:lnTo>
                  <a:lnTo>
                    <a:pt x="3054662" y="2337186"/>
                  </a:lnTo>
                  <a:lnTo>
                    <a:pt x="3054807" y="2337186"/>
                  </a:lnTo>
                  <a:lnTo>
                    <a:pt x="3054953" y="2337186"/>
                  </a:lnTo>
                  <a:lnTo>
                    <a:pt x="3055098" y="2337186"/>
                  </a:lnTo>
                  <a:lnTo>
                    <a:pt x="3055244" y="2337186"/>
                  </a:lnTo>
                  <a:lnTo>
                    <a:pt x="3055244" y="2336562"/>
                  </a:lnTo>
                  <a:lnTo>
                    <a:pt x="3055389" y="2336562"/>
                  </a:lnTo>
                  <a:lnTo>
                    <a:pt x="3055535" y="2336562"/>
                  </a:lnTo>
                  <a:lnTo>
                    <a:pt x="3055680" y="2336562"/>
                  </a:lnTo>
                  <a:lnTo>
                    <a:pt x="3055825" y="2336562"/>
                  </a:lnTo>
                  <a:lnTo>
                    <a:pt x="3055971" y="2336562"/>
                  </a:lnTo>
                  <a:lnTo>
                    <a:pt x="3056116" y="2336562"/>
                  </a:lnTo>
                  <a:lnTo>
                    <a:pt x="3056116" y="2335939"/>
                  </a:lnTo>
                  <a:lnTo>
                    <a:pt x="3056262" y="2335939"/>
                  </a:lnTo>
                  <a:lnTo>
                    <a:pt x="3056407" y="2335939"/>
                  </a:lnTo>
                  <a:lnTo>
                    <a:pt x="3056553" y="2335939"/>
                  </a:lnTo>
                  <a:lnTo>
                    <a:pt x="3056698" y="2335939"/>
                  </a:lnTo>
                  <a:lnTo>
                    <a:pt x="3056843" y="2335939"/>
                  </a:lnTo>
                  <a:lnTo>
                    <a:pt x="3056989" y="2335939"/>
                  </a:lnTo>
                  <a:lnTo>
                    <a:pt x="3057134" y="2335939"/>
                  </a:lnTo>
                  <a:lnTo>
                    <a:pt x="3057280" y="2335939"/>
                  </a:lnTo>
                  <a:lnTo>
                    <a:pt x="3057425" y="2335939"/>
                  </a:lnTo>
                  <a:lnTo>
                    <a:pt x="3057571" y="2335939"/>
                  </a:lnTo>
                  <a:lnTo>
                    <a:pt x="3057716" y="2335939"/>
                  </a:lnTo>
                  <a:lnTo>
                    <a:pt x="3057861" y="2335939"/>
                  </a:lnTo>
                  <a:lnTo>
                    <a:pt x="3058007" y="2335939"/>
                  </a:lnTo>
                  <a:lnTo>
                    <a:pt x="3058152" y="2335939"/>
                  </a:lnTo>
                  <a:lnTo>
                    <a:pt x="3058298" y="2335939"/>
                  </a:lnTo>
                  <a:lnTo>
                    <a:pt x="3058443" y="2335939"/>
                  </a:lnTo>
                  <a:lnTo>
                    <a:pt x="3058588" y="2335939"/>
                  </a:lnTo>
                  <a:lnTo>
                    <a:pt x="3058734" y="2335939"/>
                  </a:lnTo>
                  <a:lnTo>
                    <a:pt x="3058879" y="2335939"/>
                  </a:lnTo>
                  <a:lnTo>
                    <a:pt x="3059025" y="2335939"/>
                  </a:lnTo>
                  <a:lnTo>
                    <a:pt x="3059170" y="2335939"/>
                  </a:lnTo>
                  <a:lnTo>
                    <a:pt x="3059316" y="2335939"/>
                  </a:lnTo>
                  <a:lnTo>
                    <a:pt x="3059461" y="2335939"/>
                  </a:lnTo>
                  <a:lnTo>
                    <a:pt x="3059606" y="2335939"/>
                  </a:lnTo>
                  <a:lnTo>
                    <a:pt x="3059752" y="2335939"/>
                  </a:lnTo>
                  <a:lnTo>
                    <a:pt x="3059897" y="2335939"/>
                  </a:lnTo>
                  <a:lnTo>
                    <a:pt x="3060043" y="2335939"/>
                  </a:lnTo>
                  <a:lnTo>
                    <a:pt x="3060188" y="2335939"/>
                  </a:lnTo>
                  <a:lnTo>
                    <a:pt x="3060334" y="2335939"/>
                  </a:lnTo>
                  <a:lnTo>
                    <a:pt x="3060479" y="2335939"/>
                  </a:lnTo>
                  <a:lnTo>
                    <a:pt x="3060624" y="2335939"/>
                  </a:lnTo>
                  <a:lnTo>
                    <a:pt x="3060770" y="2335939"/>
                  </a:lnTo>
                  <a:lnTo>
                    <a:pt x="3060915" y="2335939"/>
                  </a:lnTo>
                  <a:lnTo>
                    <a:pt x="3061061" y="2335939"/>
                  </a:lnTo>
                  <a:lnTo>
                    <a:pt x="3061206" y="2335939"/>
                  </a:lnTo>
                  <a:lnTo>
                    <a:pt x="3061352" y="2335939"/>
                  </a:lnTo>
                  <a:lnTo>
                    <a:pt x="3061497" y="2335939"/>
                  </a:lnTo>
                  <a:lnTo>
                    <a:pt x="3061642" y="2335939"/>
                  </a:lnTo>
                  <a:lnTo>
                    <a:pt x="3061642" y="2335315"/>
                  </a:lnTo>
                  <a:lnTo>
                    <a:pt x="3061788" y="2335315"/>
                  </a:lnTo>
                  <a:lnTo>
                    <a:pt x="3061933" y="2335315"/>
                  </a:lnTo>
                  <a:lnTo>
                    <a:pt x="3061933" y="2334692"/>
                  </a:lnTo>
                  <a:lnTo>
                    <a:pt x="3062079" y="2334692"/>
                  </a:lnTo>
                  <a:lnTo>
                    <a:pt x="3062224" y="2334692"/>
                  </a:lnTo>
                  <a:lnTo>
                    <a:pt x="3062370" y="2334692"/>
                  </a:lnTo>
                  <a:lnTo>
                    <a:pt x="3062515" y="2334692"/>
                  </a:lnTo>
                  <a:lnTo>
                    <a:pt x="3062660" y="2334692"/>
                  </a:lnTo>
                  <a:lnTo>
                    <a:pt x="3062806" y="2334692"/>
                  </a:lnTo>
                  <a:lnTo>
                    <a:pt x="3062806" y="2334068"/>
                  </a:lnTo>
                  <a:lnTo>
                    <a:pt x="3062951" y="2334068"/>
                  </a:lnTo>
                  <a:lnTo>
                    <a:pt x="3063097" y="2334068"/>
                  </a:lnTo>
                  <a:lnTo>
                    <a:pt x="3063242" y="2334068"/>
                  </a:lnTo>
                  <a:lnTo>
                    <a:pt x="3063242" y="2333445"/>
                  </a:lnTo>
                  <a:lnTo>
                    <a:pt x="3063388" y="2333445"/>
                  </a:lnTo>
                  <a:lnTo>
                    <a:pt x="3063533" y="2333445"/>
                  </a:lnTo>
                  <a:lnTo>
                    <a:pt x="3063678" y="2333445"/>
                  </a:lnTo>
                  <a:lnTo>
                    <a:pt x="3063824" y="2333445"/>
                  </a:lnTo>
                  <a:lnTo>
                    <a:pt x="3063824" y="2332821"/>
                  </a:lnTo>
                  <a:lnTo>
                    <a:pt x="3063969" y="2332821"/>
                  </a:lnTo>
                  <a:lnTo>
                    <a:pt x="3063969" y="2332197"/>
                  </a:lnTo>
                  <a:lnTo>
                    <a:pt x="3064115" y="2332197"/>
                  </a:lnTo>
                  <a:lnTo>
                    <a:pt x="3064260" y="2332197"/>
                  </a:lnTo>
                  <a:lnTo>
                    <a:pt x="3064406" y="2332197"/>
                  </a:lnTo>
                  <a:lnTo>
                    <a:pt x="3064551" y="2332197"/>
                  </a:lnTo>
                  <a:lnTo>
                    <a:pt x="3064696" y="2332197"/>
                  </a:lnTo>
                  <a:lnTo>
                    <a:pt x="3064842" y="2332197"/>
                  </a:lnTo>
                  <a:lnTo>
                    <a:pt x="3064987" y="2332197"/>
                  </a:lnTo>
                  <a:lnTo>
                    <a:pt x="3065133" y="2332197"/>
                  </a:lnTo>
                  <a:lnTo>
                    <a:pt x="3065133" y="2331574"/>
                  </a:lnTo>
                  <a:lnTo>
                    <a:pt x="3065278" y="2331574"/>
                  </a:lnTo>
                  <a:lnTo>
                    <a:pt x="3065423" y="2331574"/>
                  </a:lnTo>
                  <a:lnTo>
                    <a:pt x="3065569" y="2331574"/>
                  </a:lnTo>
                  <a:lnTo>
                    <a:pt x="3065714" y="2331574"/>
                  </a:lnTo>
                  <a:lnTo>
                    <a:pt x="3065860" y="2331574"/>
                  </a:lnTo>
                  <a:lnTo>
                    <a:pt x="3066005" y="2331574"/>
                  </a:lnTo>
                  <a:lnTo>
                    <a:pt x="3066151" y="2331574"/>
                  </a:lnTo>
                  <a:lnTo>
                    <a:pt x="3066151" y="2330950"/>
                  </a:lnTo>
                  <a:lnTo>
                    <a:pt x="3066296" y="2330950"/>
                  </a:lnTo>
                  <a:lnTo>
                    <a:pt x="3066441" y="2330950"/>
                  </a:lnTo>
                  <a:lnTo>
                    <a:pt x="3066587" y="2330950"/>
                  </a:lnTo>
                  <a:lnTo>
                    <a:pt x="3066732" y="2330950"/>
                  </a:lnTo>
                  <a:lnTo>
                    <a:pt x="3066878" y="2330950"/>
                  </a:lnTo>
                  <a:lnTo>
                    <a:pt x="3067023" y="2330950"/>
                  </a:lnTo>
                  <a:lnTo>
                    <a:pt x="3067169" y="2330950"/>
                  </a:lnTo>
                  <a:lnTo>
                    <a:pt x="3067169" y="2330327"/>
                  </a:lnTo>
                  <a:lnTo>
                    <a:pt x="3067169" y="2329703"/>
                  </a:lnTo>
                  <a:lnTo>
                    <a:pt x="3067314" y="2329703"/>
                  </a:lnTo>
                  <a:lnTo>
                    <a:pt x="3067459" y="2329703"/>
                  </a:lnTo>
                  <a:lnTo>
                    <a:pt x="3067459" y="2329079"/>
                  </a:lnTo>
                  <a:lnTo>
                    <a:pt x="3067605" y="2329079"/>
                  </a:lnTo>
                  <a:lnTo>
                    <a:pt x="3067605" y="2328456"/>
                  </a:lnTo>
                  <a:lnTo>
                    <a:pt x="3067750" y="2328456"/>
                  </a:lnTo>
                  <a:lnTo>
                    <a:pt x="3067896" y="2328456"/>
                  </a:lnTo>
                  <a:lnTo>
                    <a:pt x="3068041" y="2328456"/>
                  </a:lnTo>
                  <a:lnTo>
                    <a:pt x="3068187" y="2328456"/>
                  </a:lnTo>
                  <a:lnTo>
                    <a:pt x="3068187" y="2327832"/>
                  </a:lnTo>
                  <a:lnTo>
                    <a:pt x="3068332" y="2327832"/>
                  </a:lnTo>
                  <a:lnTo>
                    <a:pt x="3068477" y="2327832"/>
                  </a:lnTo>
                  <a:lnTo>
                    <a:pt x="3068477" y="2327209"/>
                  </a:lnTo>
                  <a:lnTo>
                    <a:pt x="3068623" y="2327209"/>
                  </a:lnTo>
                  <a:lnTo>
                    <a:pt x="3068623" y="2326585"/>
                  </a:lnTo>
                  <a:lnTo>
                    <a:pt x="3068623" y="2325962"/>
                  </a:lnTo>
                  <a:lnTo>
                    <a:pt x="3068768" y="2325962"/>
                  </a:lnTo>
                  <a:lnTo>
                    <a:pt x="3068914" y="2325962"/>
                  </a:lnTo>
                  <a:lnTo>
                    <a:pt x="3069059" y="2325962"/>
                  </a:lnTo>
                  <a:lnTo>
                    <a:pt x="3069205" y="2325962"/>
                  </a:lnTo>
                  <a:lnTo>
                    <a:pt x="3069205" y="2325338"/>
                  </a:lnTo>
                  <a:lnTo>
                    <a:pt x="3069350" y="2325338"/>
                  </a:lnTo>
                  <a:lnTo>
                    <a:pt x="3069495" y="2325338"/>
                  </a:lnTo>
                  <a:lnTo>
                    <a:pt x="3069641" y="2325338"/>
                  </a:lnTo>
                  <a:lnTo>
                    <a:pt x="3069786" y="2325338"/>
                  </a:lnTo>
                  <a:lnTo>
                    <a:pt x="3069932" y="2325338"/>
                  </a:lnTo>
                  <a:lnTo>
                    <a:pt x="3070077" y="2325338"/>
                  </a:lnTo>
                  <a:lnTo>
                    <a:pt x="3070223" y="2325338"/>
                  </a:lnTo>
                  <a:lnTo>
                    <a:pt x="3070368" y="2325338"/>
                  </a:lnTo>
                  <a:lnTo>
                    <a:pt x="3070513" y="2325338"/>
                  </a:lnTo>
                  <a:lnTo>
                    <a:pt x="3070513" y="2324714"/>
                  </a:lnTo>
                  <a:lnTo>
                    <a:pt x="3070659" y="2324714"/>
                  </a:lnTo>
                  <a:lnTo>
                    <a:pt x="3070804" y="2324714"/>
                  </a:lnTo>
                  <a:lnTo>
                    <a:pt x="3070950" y="2324714"/>
                  </a:lnTo>
                  <a:lnTo>
                    <a:pt x="3071095" y="2324714"/>
                  </a:lnTo>
                  <a:lnTo>
                    <a:pt x="3071241" y="2324714"/>
                  </a:lnTo>
                  <a:lnTo>
                    <a:pt x="3071386" y="2324714"/>
                  </a:lnTo>
                  <a:lnTo>
                    <a:pt x="3071531" y="2324714"/>
                  </a:lnTo>
                  <a:lnTo>
                    <a:pt x="3071531" y="2324091"/>
                  </a:lnTo>
                  <a:lnTo>
                    <a:pt x="3071677" y="2324091"/>
                  </a:lnTo>
                  <a:lnTo>
                    <a:pt x="3071822" y="2324091"/>
                  </a:lnTo>
                  <a:lnTo>
                    <a:pt x="3071968" y="2324091"/>
                  </a:lnTo>
                  <a:lnTo>
                    <a:pt x="3072113" y="2324091"/>
                  </a:lnTo>
                  <a:lnTo>
                    <a:pt x="3072258" y="2324091"/>
                  </a:lnTo>
                  <a:lnTo>
                    <a:pt x="3072404" y="2324091"/>
                  </a:lnTo>
                  <a:lnTo>
                    <a:pt x="3072549" y="2324091"/>
                  </a:lnTo>
                  <a:lnTo>
                    <a:pt x="3072549" y="2323467"/>
                  </a:lnTo>
                  <a:lnTo>
                    <a:pt x="3072695" y="2323467"/>
                  </a:lnTo>
                  <a:lnTo>
                    <a:pt x="3072840" y="2323467"/>
                  </a:lnTo>
                  <a:lnTo>
                    <a:pt x="3072840" y="2322844"/>
                  </a:lnTo>
                  <a:lnTo>
                    <a:pt x="3072840" y="2322220"/>
                  </a:lnTo>
                  <a:lnTo>
                    <a:pt x="3072986" y="2322220"/>
                  </a:lnTo>
                  <a:lnTo>
                    <a:pt x="3073131" y="2322220"/>
                  </a:lnTo>
                  <a:lnTo>
                    <a:pt x="3073131" y="2321596"/>
                  </a:lnTo>
                  <a:lnTo>
                    <a:pt x="3073276" y="2321596"/>
                  </a:lnTo>
                  <a:lnTo>
                    <a:pt x="3073422" y="2321596"/>
                  </a:lnTo>
                  <a:lnTo>
                    <a:pt x="3073567" y="2321596"/>
                  </a:lnTo>
                  <a:lnTo>
                    <a:pt x="3073713" y="2321596"/>
                  </a:lnTo>
                  <a:lnTo>
                    <a:pt x="3073858" y="2321596"/>
                  </a:lnTo>
                  <a:lnTo>
                    <a:pt x="3074004" y="2321596"/>
                  </a:lnTo>
                  <a:lnTo>
                    <a:pt x="3074149" y="2321596"/>
                  </a:lnTo>
                  <a:lnTo>
                    <a:pt x="3074149" y="2320973"/>
                  </a:lnTo>
                  <a:lnTo>
                    <a:pt x="3074294" y="2320973"/>
                  </a:lnTo>
                  <a:lnTo>
                    <a:pt x="3074440" y="2320973"/>
                  </a:lnTo>
                  <a:lnTo>
                    <a:pt x="3074585" y="2320973"/>
                  </a:lnTo>
                  <a:lnTo>
                    <a:pt x="3074585" y="2320349"/>
                  </a:lnTo>
                  <a:lnTo>
                    <a:pt x="3074731" y="2320349"/>
                  </a:lnTo>
                  <a:lnTo>
                    <a:pt x="3074876" y="2320349"/>
                  </a:lnTo>
                  <a:lnTo>
                    <a:pt x="3075022" y="2320349"/>
                  </a:lnTo>
                  <a:lnTo>
                    <a:pt x="3075167" y="2320349"/>
                  </a:lnTo>
                  <a:lnTo>
                    <a:pt x="3075312" y="2320349"/>
                  </a:lnTo>
                  <a:lnTo>
                    <a:pt x="3075458" y="2320349"/>
                  </a:lnTo>
                  <a:lnTo>
                    <a:pt x="3075603" y="2320349"/>
                  </a:lnTo>
                  <a:lnTo>
                    <a:pt x="3075603" y="2319726"/>
                  </a:lnTo>
                  <a:lnTo>
                    <a:pt x="3075749" y="2319726"/>
                  </a:lnTo>
                  <a:lnTo>
                    <a:pt x="3075894" y="2319726"/>
                  </a:lnTo>
                  <a:lnTo>
                    <a:pt x="3075894" y="2319102"/>
                  </a:lnTo>
                  <a:lnTo>
                    <a:pt x="3075894" y="2318479"/>
                  </a:lnTo>
                  <a:lnTo>
                    <a:pt x="3076040" y="2318479"/>
                  </a:lnTo>
                  <a:lnTo>
                    <a:pt x="3076185" y="2318479"/>
                  </a:lnTo>
                  <a:lnTo>
                    <a:pt x="3076330" y="2318479"/>
                  </a:lnTo>
                  <a:lnTo>
                    <a:pt x="3076476" y="2318479"/>
                  </a:lnTo>
                  <a:lnTo>
                    <a:pt x="3076621" y="2318479"/>
                  </a:lnTo>
                  <a:lnTo>
                    <a:pt x="3076767" y="2318479"/>
                  </a:lnTo>
                  <a:lnTo>
                    <a:pt x="3076767" y="2317855"/>
                  </a:lnTo>
                  <a:lnTo>
                    <a:pt x="3076912" y="2317855"/>
                  </a:lnTo>
                  <a:lnTo>
                    <a:pt x="3077058" y="2317855"/>
                  </a:lnTo>
                  <a:lnTo>
                    <a:pt x="3077203" y="2317855"/>
                  </a:lnTo>
                  <a:lnTo>
                    <a:pt x="3077348" y="2317855"/>
                  </a:lnTo>
                  <a:lnTo>
                    <a:pt x="3077494" y="2317855"/>
                  </a:lnTo>
                  <a:lnTo>
                    <a:pt x="3077639" y="2317855"/>
                  </a:lnTo>
                  <a:lnTo>
                    <a:pt x="3077785" y="2317855"/>
                  </a:lnTo>
                  <a:lnTo>
                    <a:pt x="3077930" y="2317855"/>
                  </a:lnTo>
                  <a:lnTo>
                    <a:pt x="3077930" y="2317231"/>
                  </a:lnTo>
                  <a:lnTo>
                    <a:pt x="3078076" y="2317231"/>
                  </a:lnTo>
                  <a:lnTo>
                    <a:pt x="3078221" y="2317231"/>
                  </a:lnTo>
                  <a:lnTo>
                    <a:pt x="3078366" y="2317231"/>
                  </a:lnTo>
                  <a:lnTo>
                    <a:pt x="3078512" y="2317231"/>
                  </a:lnTo>
                  <a:lnTo>
                    <a:pt x="3078657" y="2317231"/>
                  </a:lnTo>
                  <a:lnTo>
                    <a:pt x="3078803" y="2317231"/>
                  </a:lnTo>
                  <a:lnTo>
                    <a:pt x="3078948" y="2317231"/>
                  </a:lnTo>
                  <a:lnTo>
                    <a:pt x="3079093" y="2317231"/>
                  </a:lnTo>
                  <a:lnTo>
                    <a:pt x="3079239" y="2317231"/>
                  </a:lnTo>
                  <a:lnTo>
                    <a:pt x="3079384" y="2317231"/>
                  </a:lnTo>
                  <a:lnTo>
                    <a:pt x="3079530" y="2317231"/>
                  </a:lnTo>
                  <a:lnTo>
                    <a:pt x="3079675" y="2317231"/>
                  </a:lnTo>
                  <a:lnTo>
                    <a:pt x="3079821" y="2317231"/>
                  </a:lnTo>
                  <a:lnTo>
                    <a:pt x="3079966" y="2317231"/>
                  </a:lnTo>
                  <a:lnTo>
                    <a:pt x="3080111" y="2317231"/>
                  </a:lnTo>
                  <a:lnTo>
                    <a:pt x="3080257" y="2317231"/>
                  </a:lnTo>
                  <a:lnTo>
                    <a:pt x="3080402" y="2317231"/>
                  </a:lnTo>
                  <a:lnTo>
                    <a:pt x="3080402" y="2316608"/>
                  </a:lnTo>
                  <a:lnTo>
                    <a:pt x="3080548" y="2316608"/>
                  </a:lnTo>
                  <a:lnTo>
                    <a:pt x="3080693" y="2316608"/>
                  </a:lnTo>
                  <a:lnTo>
                    <a:pt x="3080839" y="2316608"/>
                  </a:lnTo>
                  <a:lnTo>
                    <a:pt x="3080984" y="2316608"/>
                  </a:lnTo>
                  <a:lnTo>
                    <a:pt x="3081129" y="2316608"/>
                  </a:lnTo>
                  <a:lnTo>
                    <a:pt x="3081275" y="2316608"/>
                  </a:lnTo>
                  <a:lnTo>
                    <a:pt x="3081420" y="2316608"/>
                  </a:lnTo>
                  <a:lnTo>
                    <a:pt x="3081566" y="2316608"/>
                  </a:lnTo>
                  <a:lnTo>
                    <a:pt x="3081711" y="2316608"/>
                  </a:lnTo>
                  <a:lnTo>
                    <a:pt x="3081857" y="2316608"/>
                  </a:lnTo>
                  <a:lnTo>
                    <a:pt x="3082002" y="2316608"/>
                  </a:lnTo>
                  <a:lnTo>
                    <a:pt x="3082147" y="2316608"/>
                  </a:lnTo>
                  <a:lnTo>
                    <a:pt x="3082293" y="2316608"/>
                  </a:lnTo>
                  <a:lnTo>
                    <a:pt x="3082293" y="2315984"/>
                  </a:lnTo>
                  <a:lnTo>
                    <a:pt x="3082293" y="2315361"/>
                  </a:lnTo>
                  <a:lnTo>
                    <a:pt x="3082438" y="2315361"/>
                  </a:lnTo>
                  <a:lnTo>
                    <a:pt x="3082584" y="2315361"/>
                  </a:lnTo>
                  <a:lnTo>
                    <a:pt x="3082729" y="2315361"/>
                  </a:lnTo>
                  <a:lnTo>
                    <a:pt x="3082875" y="2315361"/>
                  </a:lnTo>
                  <a:lnTo>
                    <a:pt x="3082875" y="2314737"/>
                  </a:lnTo>
                  <a:lnTo>
                    <a:pt x="3083020" y="2314737"/>
                  </a:lnTo>
                  <a:lnTo>
                    <a:pt x="3083165" y="2314737"/>
                  </a:lnTo>
                  <a:lnTo>
                    <a:pt x="3083311" y="2314737"/>
                  </a:lnTo>
                  <a:lnTo>
                    <a:pt x="3083311" y="2314113"/>
                  </a:lnTo>
                  <a:lnTo>
                    <a:pt x="3083456" y="2314113"/>
                  </a:lnTo>
                  <a:lnTo>
                    <a:pt x="3083602" y="2314113"/>
                  </a:lnTo>
                  <a:lnTo>
                    <a:pt x="3083602" y="2313490"/>
                  </a:lnTo>
                  <a:lnTo>
                    <a:pt x="3083747" y="2313490"/>
                  </a:lnTo>
                  <a:lnTo>
                    <a:pt x="3083893" y="2313490"/>
                  </a:lnTo>
                  <a:lnTo>
                    <a:pt x="3084038" y="2313490"/>
                  </a:lnTo>
                  <a:lnTo>
                    <a:pt x="3084183" y="2313490"/>
                  </a:lnTo>
                  <a:lnTo>
                    <a:pt x="3084329" y="2313490"/>
                  </a:lnTo>
                  <a:lnTo>
                    <a:pt x="3084474" y="2313490"/>
                  </a:lnTo>
                  <a:lnTo>
                    <a:pt x="3084620" y="2313490"/>
                  </a:lnTo>
                  <a:lnTo>
                    <a:pt x="3084620" y="2312866"/>
                  </a:lnTo>
                  <a:lnTo>
                    <a:pt x="3084765" y="2312866"/>
                  </a:lnTo>
                  <a:lnTo>
                    <a:pt x="3084911" y="2312866"/>
                  </a:lnTo>
                  <a:lnTo>
                    <a:pt x="3085056" y="2312866"/>
                  </a:lnTo>
                  <a:lnTo>
                    <a:pt x="3085201" y="2312866"/>
                  </a:lnTo>
                  <a:lnTo>
                    <a:pt x="3085347" y="2312866"/>
                  </a:lnTo>
                  <a:lnTo>
                    <a:pt x="3085492" y="2312866"/>
                  </a:lnTo>
                  <a:lnTo>
                    <a:pt x="3085638" y="2312866"/>
                  </a:lnTo>
                  <a:lnTo>
                    <a:pt x="3085783" y="2312866"/>
                  </a:lnTo>
                  <a:lnTo>
                    <a:pt x="3085928" y="2312866"/>
                  </a:lnTo>
                  <a:lnTo>
                    <a:pt x="3085928" y="2312243"/>
                  </a:lnTo>
                  <a:lnTo>
                    <a:pt x="3086074" y="2312243"/>
                  </a:lnTo>
                  <a:lnTo>
                    <a:pt x="3086219" y="2312243"/>
                  </a:lnTo>
                  <a:lnTo>
                    <a:pt x="3086365" y="2312243"/>
                  </a:lnTo>
                  <a:lnTo>
                    <a:pt x="3086510" y="2312243"/>
                  </a:lnTo>
                  <a:lnTo>
                    <a:pt x="3086656" y="2312243"/>
                  </a:lnTo>
                  <a:lnTo>
                    <a:pt x="3086801" y="2312243"/>
                  </a:lnTo>
                  <a:lnTo>
                    <a:pt x="3086946" y="2312243"/>
                  </a:lnTo>
                  <a:lnTo>
                    <a:pt x="3087092" y="2312243"/>
                  </a:lnTo>
                  <a:lnTo>
                    <a:pt x="3087237" y="2312243"/>
                  </a:lnTo>
                  <a:lnTo>
                    <a:pt x="3087237" y="2311619"/>
                  </a:lnTo>
                  <a:lnTo>
                    <a:pt x="3087383" y="2311619"/>
                  </a:lnTo>
                  <a:lnTo>
                    <a:pt x="3087528" y="2311619"/>
                  </a:lnTo>
                  <a:lnTo>
                    <a:pt x="3087674" y="2311619"/>
                  </a:lnTo>
                  <a:lnTo>
                    <a:pt x="3087819" y="2311619"/>
                  </a:lnTo>
                  <a:lnTo>
                    <a:pt x="3087964" y="2311619"/>
                  </a:lnTo>
                  <a:lnTo>
                    <a:pt x="3088110" y="2311619"/>
                  </a:lnTo>
                  <a:lnTo>
                    <a:pt x="3088255" y="2311619"/>
                  </a:lnTo>
                  <a:lnTo>
                    <a:pt x="3088401" y="2311619"/>
                  </a:lnTo>
                  <a:lnTo>
                    <a:pt x="3088546" y="2311619"/>
                  </a:lnTo>
                  <a:lnTo>
                    <a:pt x="3088692" y="2311619"/>
                  </a:lnTo>
                  <a:lnTo>
                    <a:pt x="3088837" y="2311619"/>
                  </a:lnTo>
                  <a:lnTo>
                    <a:pt x="3088982" y="2311619"/>
                  </a:lnTo>
                  <a:lnTo>
                    <a:pt x="3089128" y="2311619"/>
                  </a:lnTo>
                  <a:lnTo>
                    <a:pt x="3089273" y="2311619"/>
                  </a:lnTo>
                  <a:lnTo>
                    <a:pt x="3089419" y="2311619"/>
                  </a:lnTo>
                  <a:lnTo>
                    <a:pt x="3089564" y="2311619"/>
                  </a:lnTo>
                  <a:lnTo>
                    <a:pt x="3089564" y="2310996"/>
                  </a:lnTo>
                  <a:lnTo>
                    <a:pt x="3089564" y="2310372"/>
                  </a:lnTo>
                  <a:lnTo>
                    <a:pt x="3089710" y="2310372"/>
                  </a:lnTo>
                  <a:lnTo>
                    <a:pt x="3089855" y="2310372"/>
                  </a:lnTo>
                  <a:lnTo>
                    <a:pt x="3090000" y="2310372"/>
                  </a:lnTo>
                  <a:lnTo>
                    <a:pt x="3090146" y="2310372"/>
                  </a:lnTo>
                  <a:lnTo>
                    <a:pt x="3090291" y="2310372"/>
                  </a:lnTo>
                  <a:lnTo>
                    <a:pt x="3090437" y="2310372"/>
                  </a:lnTo>
                  <a:lnTo>
                    <a:pt x="3090582" y="2310372"/>
                  </a:lnTo>
                  <a:lnTo>
                    <a:pt x="3090728" y="2310372"/>
                  </a:lnTo>
                  <a:lnTo>
                    <a:pt x="3090873" y="2310372"/>
                  </a:lnTo>
                  <a:lnTo>
                    <a:pt x="3090873" y="2309748"/>
                  </a:lnTo>
                  <a:lnTo>
                    <a:pt x="3091018" y="2309748"/>
                  </a:lnTo>
                  <a:lnTo>
                    <a:pt x="3091164" y="2309748"/>
                  </a:lnTo>
                  <a:lnTo>
                    <a:pt x="3091164" y="2309125"/>
                  </a:lnTo>
                  <a:lnTo>
                    <a:pt x="3091309" y="2309125"/>
                  </a:lnTo>
                  <a:lnTo>
                    <a:pt x="3091455" y="2309125"/>
                  </a:lnTo>
                  <a:lnTo>
                    <a:pt x="3091600" y="2309125"/>
                  </a:lnTo>
                  <a:lnTo>
                    <a:pt x="3091746" y="2309125"/>
                  </a:lnTo>
                  <a:lnTo>
                    <a:pt x="3091891" y="2309125"/>
                  </a:lnTo>
                  <a:lnTo>
                    <a:pt x="3092036" y="2309125"/>
                  </a:lnTo>
                  <a:lnTo>
                    <a:pt x="3092182" y="2309125"/>
                  </a:lnTo>
                  <a:lnTo>
                    <a:pt x="3092182" y="2308501"/>
                  </a:lnTo>
                  <a:lnTo>
                    <a:pt x="3092327" y="2308501"/>
                  </a:lnTo>
                  <a:lnTo>
                    <a:pt x="3092327" y="2307878"/>
                  </a:lnTo>
                  <a:lnTo>
                    <a:pt x="3092473" y="2307878"/>
                  </a:lnTo>
                  <a:lnTo>
                    <a:pt x="3092618" y="2307878"/>
                  </a:lnTo>
                  <a:lnTo>
                    <a:pt x="3092763" y="2307878"/>
                  </a:lnTo>
                  <a:lnTo>
                    <a:pt x="3092909" y="2307878"/>
                  </a:lnTo>
                  <a:lnTo>
                    <a:pt x="3092909" y="2307254"/>
                  </a:lnTo>
                  <a:lnTo>
                    <a:pt x="3093054" y="2307254"/>
                  </a:lnTo>
                  <a:lnTo>
                    <a:pt x="3093054" y="2306630"/>
                  </a:lnTo>
                  <a:lnTo>
                    <a:pt x="3093200" y="2306630"/>
                  </a:lnTo>
                  <a:lnTo>
                    <a:pt x="3093345" y="2306630"/>
                  </a:lnTo>
                  <a:lnTo>
                    <a:pt x="3093491" y="2306630"/>
                  </a:lnTo>
                  <a:lnTo>
                    <a:pt x="3093636" y="2306630"/>
                  </a:lnTo>
                  <a:lnTo>
                    <a:pt x="3093781" y="2306630"/>
                  </a:lnTo>
                  <a:lnTo>
                    <a:pt x="3093927" y="2306630"/>
                  </a:lnTo>
                  <a:lnTo>
                    <a:pt x="3094072" y="2306630"/>
                  </a:lnTo>
                  <a:lnTo>
                    <a:pt x="3094218" y="2306630"/>
                  </a:lnTo>
                  <a:lnTo>
                    <a:pt x="3094363" y="2306630"/>
                  </a:lnTo>
                  <a:lnTo>
                    <a:pt x="3094509" y="2306630"/>
                  </a:lnTo>
                  <a:lnTo>
                    <a:pt x="3094654" y="2306630"/>
                  </a:lnTo>
                  <a:lnTo>
                    <a:pt x="3094799" y="2306630"/>
                  </a:lnTo>
                  <a:lnTo>
                    <a:pt x="3094945" y="2306630"/>
                  </a:lnTo>
                  <a:lnTo>
                    <a:pt x="3095090" y="2306630"/>
                  </a:lnTo>
                  <a:lnTo>
                    <a:pt x="3095236" y="2306630"/>
                  </a:lnTo>
                  <a:lnTo>
                    <a:pt x="3095381" y="2306630"/>
                  </a:lnTo>
                  <a:lnTo>
                    <a:pt x="3095527" y="2306630"/>
                  </a:lnTo>
                  <a:lnTo>
                    <a:pt x="3095672" y="2306630"/>
                  </a:lnTo>
                  <a:lnTo>
                    <a:pt x="3095817" y="2306630"/>
                  </a:lnTo>
                  <a:lnTo>
                    <a:pt x="3095963" y="2306630"/>
                  </a:lnTo>
                  <a:lnTo>
                    <a:pt x="3096108" y="2306630"/>
                  </a:lnTo>
                  <a:lnTo>
                    <a:pt x="3096254" y="2306630"/>
                  </a:lnTo>
                  <a:lnTo>
                    <a:pt x="3096399" y="2306630"/>
                  </a:lnTo>
                  <a:lnTo>
                    <a:pt x="3096545" y="2306630"/>
                  </a:lnTo>
                  <a:lnTo>
                    <a:pt x="3096690" y="2306630"/>
                  </a:lnTo>
                  <a:lnTo>
                    <a:pt x="3096690" y="2306007"/>
                  </a:lnTo>
                  <a:lnTo>
                    <a:pt x="3096835" y="2306007"/>
                  </a:lnTo>
                  <a:lnTo>
                    <a:pt x="3096981" y="2306007"/>
                  </a:lnTo>
                  <a:lnTo>
                    <a:pt x="3097126" y="2306007"/>
                  </a:lnTo>
                  <a:lnTo>
                    <a:pt x="3097272" y="2306007"/>
                  </a:lnTo>
                  <a:lnTo>
                    <a:pt x="3097272" y="2305383"/>
                  </a:lnTo>
                  <a:lnTo>
                    <a:pt x="3097417" y="2305383"/>
                  </a:lnTo>
                  <a:lnTo>
                    <a:pt x="3097563" y="2305383"/>
                  </a:lnTo>
                  <a:lnTo>
                    <a:pt x="3097708" y="2305383"/>
                  </a:lnTo>
                  <a:lnTo>
                    <a:pt x="3097853" y="2305383"/>
                  </a:lnTo>
                  <a:lnTo>
                    <a:pt x="3097999" y="2305383"/>
                  </a:lnTo>
                  <a:lnTo>
                    <a:pt x="3098144" y="2305383"/>
                  </a:lnTo>
                  <a:lnTo>
                    <a:pt x="3098290" y="2305383"/>
                  </a:lnTo>
                  <a:lnTo>
                    <a:pt x="3098435" y="2305383"/>
                  </a:lnTo>
                  <a:lnTo>
                    <a:pt x="3098581" y="2305383"/>
                  </a:lnTo>
                  <a:lnTo>
                    <a:pt x="3098726" y="2305383"/>
                  </a:lnTo>
                  <a:lnTo>
                    <a:pt x="3098871" y="2305383"/>
                  </a:lnTo>
                  <a:lnTo>
                    <a:pt x="3099017" y="2305383"/>
                  </a:lnTo>
                  <a:lnTo>
                    <a:pt x="3099017" y="2304760"/>
                  </a:lnTo>
                  <a:lnTo>
                    <a:pt x="3099162" y="2304760"/>
                  </a:lnTo>
                  <a:lnTo>
                    <a:pt x="3099308" y="2304760"/>
                  </a:lnTo>
                  <a:lnTo>
                    <a:pt x="3099453" y="2304760"/>
                  </a:lnTo>
                  <a:lnTo>
                    <a:pt x="3099598" y="2304760"/>
                  </a:lnTo>
                  <a:lnTo>
                    <a:pt x="3099598" y="2304136"/>
                  </a:lnTo>
                  <a:lnTo>
                    <a:pt x="3099744" y="2304136"/>
                  </a:lnTo>
                  <a:lnTo>
                    <a:pt x="3099889" y="2304136"/>
                  </a:lnTo>
                  <a:lnTo>
                    <a:pt x="3099889" y="2303513"/>
                  </a:lnTo>
                  <a:lnTo>
                    <a:pt x="3100035" y="2303513"/>
                  </a:lnTo>
                  <a:lnTo>
                    <a:pt x="3100180" y="2303513"/>
                  </a:lnTo>
                  <a:lnTo>
                    <a:pt x="3100326" y="2303513"/>
                  </a:lnTo>
                  <a:lnTo>
                    <a:pt x="3100471" y="2303513"/>
                  </a:lnTo>
                  <a:lnTo>
                    <a:pt x="3100616" y="2303513"/>
                  </a:lnTo>
                  <a:lnTo>
                    <a:pt x="3100616" y="2302889"/>
                  </a:lnTo>
                  <a:lnTo>
                    <a:pt x="3100762" y="2302889"/>
                  </a:lnTo>
                  <a:lnTo>
                    <a:pt x="3100907" y="2302889"/>
                  </a:lnTo>
                  <a:lnTo>
                    <a:pt x="3101053" y="2302889"/>
                  </a:lnTo>
                  <a:lnTo>
                    <a:pt x="3101198" y="2302889"/>
                  </a:lnTo>
                  <a:lnTo>
                    <a:pt x="3101344" y="2302889"/>
                  </a:lnTo>
                  <a:lnTo>
                    <a:pt x="3101489" y="2302889"/>
                  </a:lnTo>
                  <a:lnTo>
                    <a:pt x="3101634" y="2302889"/>
                  </a:lnTo>
                  <a:lnTo>
                    <a:pt x="3101634" y="2302265"/>
                  </a:lnTo>
                  <a:lnTo>
                    <a:pt x="3101780" y="2302265"/>
                  </a:lnTo>
                  <a:lnTo>
                    <a:pt x="3101780" y="2301642"/>
                  </a:lnTo>
                  <a:lnTo>
                    <a:pt x="3101925" y="2301642"/>
                  </a:lnTo>
                  <a:lnTo>
                    <a:pt x="3102071" y="2301642"/>
                  </a:lnTo>
                  <a:lnTo>
                    <a:pt x="3102216" y="2301642"/>
                  </a:lnTo>
                  <a:lnTo>
                    <a:pt x="3102362" y="2301642"/>
                  </a:lnTo>
                  <a:lnTo>
                    <a:pt x="3102507" y="2301642"/>
                  </a:lnTo>
                  <a:lnTo>
                    <a:pt x="3102652" y="2301642"/>
                  </a:lnTo>
                  <a:lnTo>
                    <a:pt x="3102798" y="2301642"/>
                  </a:lnTo>
                  <a:lnTo>
                    <a:pt x="3102943" y="2301642"/>
                  </a:lnTo>
                  <a:lnTo>
                    <a:pt x="3103089" y="2301642"/>
                  </a:lnTo>
                  <a:lnTo>
                    <a:pt x="3103089" y="2301018"/>
                  </a:lnTo>
                  <a:lnTo>
                    <a:pt x="3103089" y="2300395"/>
                  </a:lnTo>
                  <a:lnTo>
                    <a:pt x="3103089" y="2299771"/>
                  </a:lnTo>
                  <a:lnTo>
                    <a:pt x="3103089" y="2299148"/>
                  </a:lnTo>
                  <a:lnTo>
                    <a:pt x="3103234" y="2299148"/>
                  </a:lnTo>
                  <a:lnTo>
                    <a:pt x="3103380" y="2299148"/>
                  </a:lnTo>
                  <a:lnTo>
                    <a:pt x="3103525" y="2299148"/>
                  </a:lnTo>
                  <a:lnTo>
                    <a:pt x="3103670" y="2299148"/>
                  </a:lnTo>
                  <a:lnTo>
                    <a:pt x="3103816" y="2299148"/>
                  </a:lnTo>
                  <a:lnTo>
                    <a:pt x="3103961" y="2299148"/>
                  </a:lnTo>
                  <a:lnTo>
                    <a:pt x="3104107" y="2299148"/>
                  </a:lnTo>
                  <a:lnTo>
                    <a:pt x="3104107" y="2298524"/>
                  </a:lnTo>
                  <a:lnTo>
                    <a:pt x="3104252" y="2298524"/>
                  </a:lnTo>
                  <a:lnTo>
                    <a:pt x="3104398" y="2298524"/>
                  </a:lnTo>
                  <a:lnTo>
                    <a:pt x="3104543" y="2298524"/>
                  </a:lnTo>
                  <a:lnTo>
                    <a:pt x="3104688" y="2298524"/>
                  </a:lnTo>
                  <a:lnTo>
                    <a:pt x="3104834" y="2298524"/>
                  </a:lnTo>
                  <a:lnTo>
                    <a:pt x="3104979" y="2298524"/>
                  </a:lnTo>
                  <a:lnTo>
                    <a:pt x="3105125" y="2298524"/>
                  </a:lnTo>
                  <a:lnTo>
                    <a:pt x="3105270" y="2298524"/>
                  </a:lnTo>
                  <a:lnTo>
                    <a:pt x="3105416" y="2298524"/>
                  </a:lnTo>
                  <a:lnTo>
                    <a:pt x="3105561" y="2298524"/>
                  </a:lnTo>
                  <a:lnTo>
                    <a:pt x="3105706" y="2298524"/>
                  </a:lnTo>
                  <a:lnTo>
                    <a:pt x="3105852" y="2298524"/>
                  </a:lnTo>
                  <a:lnTo>
                    <a:pt x="3105997" y="2298524"/>
                  </a:lnTo>
                  <a:lnTo>
                    <a:pt x="3106143" y="2298524"/>
                  </a:lnTo>
                  <a:lnTo>
                    <a:pt x="3106288" y="2298524"/>
                  </a:lnTo>
                  <a:lnTo>
                    <a:pt x="3106433" y="2298524"/>
                  </a:lnTo>
                  <a:lnTo>
                    <a:pt x="3106579" y="2298524"/>
                  </a:lnTo>
                  <a:lnTo>
                    <a:pt x="3106724" y="2298524"/>
                  </a:lnTo>
                  <a:lnTo>
                    <a:pt x="3106870" y="2298524"/>
                  </a:lnTo>
                  <a:lnTo>
                    <a:pt x="3107015" y="2298524"/>
                  </a:lnTo>
                  <a:lnTo>
                    <a:pt x="3107161" y="2298524"/>
                  </a:lnTo>
                  <a:lnTo>
                    <a:pt x="3107306" y="2298524"/>
                  </a:lnTo>
                  <a:lnTo>
                    <a:pt x="3107451" y="2298524"/>
                  </a:lnTo>
                  <a:lnTo>
                    <a:pt x="3107597" y="2298524"/>
                  </a:lnTo>
                  <a:lnTo>
                    <a:pt x="3107742" y="2298524"/>
                  </a:lnTo>
                  <a:lnTo>
                    <a:pt x="3107888" y="2298524"/>
                  </a:lnTo>
                  <a:lnTo>
                    <a:pt x="3108033" y="2298524"/>
                  </a:lnTo>
                  <a:lnTo>
                    <a:pt x="3108179" y="2298524"/>
                  </a:lnTo>
                  <a:lnTo>
                    <a:pt x="3108324" y="2298524"/>
                  </a:lnTo>
                  <a:lnTo>
                    <a:pt x="3108469" y="2298524"/>
                  </a:lnTo>
                  <a:lnTo>
                    <a:pt x="3108615" y="2298524"/>
                  </a:lnTo>
                  <a:lnTo>
                    <a:pt x="3108760" y="2298524"/>
                  </a:lnTo>
                  <a:lnTo>
                    <a:pt x="3108906" y="2298524"/>
                  </a:lnTo>
                  <a:lnTo>
                    <a:pt x="3109051" y="2298524"/>
                  </a:lnTo>
                  <a:lnTo>
                    <a:pt x="3109197" y="2298524"/>
                  </a:lnTo>
                  <a:lnTo>
                    <a:pt x="3109342" y="2298524"/>
                  </a:lnTo>
                  <a:lnTo>
                    <a:pt x="3109487" y="2298524"/>
                  </a:lnTo>
                  <a:lnTo>
                    <a:pt x="3109633" y="2298524"/>
                  </a:lnTo>
                  <a:lnTo>
                    <a:pt x="3109778" y="2298524"/>
                  </a:lnTo>
                  <a:lnTo>
                    <a:pt x="3109924" y="2298524"/>
                  </a:lnTo>
                  <a:lnTo>
                    <a:pt x="3110069" y="2298524"/>
                  </a:lnTo>
                  <a:lnTo>
                    <a:pt x="3110215" y="2298524"/>
                  </a:lnTo>
                  <a:lnTo>
                    <a:pt x="3110360" y="2298524"/>
                  </a:lnTo>
                  <a:lnTo>
                    <a:pt x="3110505" y="2298524"/>
                  </a:lnTo>
                  <a:lnTo>
                    <a:pt x="3110651" y="2298524"/>
                  </a:lnTo>
                  <a:lnTo>
                    <a:pt x="3110796" y="2298524"/>
                  </a:lnTo>
                  <a:lnTo>
                    <a:pt x="3110942" y="2298524"/>
                  </a:lnTo>
                  <a:lnTo>
                    <a:pt x="3111087" y="2298524"/>
                  </a:lnTo>
                  <a:lnTo>
                    <a:pt x="3111087" y="2297900"/>
                  </a:lnTo>
                  <a:lnTo>
                    <a:pt x="3111087" y="2297277"/>
                  </a:lnTo>
                  <a:lnTo>
                    <a:pt x="3111233" y="2297277"/>
                  </a:lnTo>
                  <a:lnTo>
                    <a:pt x="3111378" y="2297277"/>
                  </a:lnTo>
                  <a:lnTo>
                    <a:pt x="3111523" y="2297277"/>
                  </a:lnTo>
                  <a:lnTo>
                    <a:pt x="3111523" y="2296653"/>
                  </a:lnTo>
                  <a:lnTo>
                    <a:pt x="3111669" y="2296653"/>
                  </a:lnTo>
                  <a:lnTo>
                    <a:pt x="3111814" y="2296653"/>
                  </a:lnTo>
                  <a:lnTo>
                    <a:pt x="3111960" y="2296653"/>
                  </a:lnTo>
                  <a:lnTo>
                    <a:pt x="3111960" y="2296030"/>
                  </a:lnTo>
                  <a:lnTo>
                    <a:pt x="3112105" y="2296030"/>
                  </a:lnTo>
                  <a:lnTo>
                    <a:pt x="3112251" y="2296030"/>
                  </a:lnTo>
                  <a:lnTo>
                    <a:pt x="3112396" y="2296030"/>
                  </a:lnTo>
                  <a:lnTo>
                    <a:pt x="3112541" y="2296030"/>
                  </a:lnTo>
                  <a:lnTo>
                    <a:pt x="3112687" y="2296030"/>
                  </a:lnTo>
                  <a:lnTo>
                    <a:pt x="3112832" y="2296030"/>
                  </a:lnTo>
                  <a:lnTo>
                    <a:pt x="3112978" y="2296030"/>
                  </a:lnTo>
                  <a:lnTo>
                    <a:pt x="3112978" y="2295406"/>
                  </a:lnTo>
                  <a:lnTo>
                    <a:pt x="3113123" y="2295406"/>
                  </a:lnTo>
                  <a:lnTo>
                    <a:pt x="3113268" y="2295406"/>
                  </a:lnTo>
                  <a:lnTo>
                    <a:pt x="3113414" y="2295406"/>
                  </a:lnTo>
                  <a:lnTo>
                    <a:pt x="3113414" y="2294782"/>
                  </a:lnTo>
                  <a:lnTo>
                    <a:pt x="3113559" y="2294782"/>
                  </a:lnTo>
                  <a:lnTo>
                    <a:pt x="3113705" y="2294782"/>
                  </a:lnTo>
                  <a:lnTo>
                    <a:pt x="3113850" y="2294782"/>
                  </a:lnTo>
                  <a:lnTo>
                    <a:pt x="3113996" y="2294782"/>
                  </a:lnTo>
                  <a:lnTo>
                    <a:pt x="3114141" y="2294782"/>
                  </a:lnTo>
                  <a:lnTo>
                    <a:pt x="3114286" y="2294782"/>
                  </a:lnTo>
                  <a:lnTo>
                    <a:pt x="3114432" y="2294782"/>
                  </a:lnTo>
                  <a:lnTo>
                    <a:pt x="3114577" y="2294782"/>
                  </a:lnTo>
                  <a:lnTo>
                    <a:pt x="3114723" y="2294782"/>
                  </a:lnTo>
                  <a:lnTo>
                    <a:pt x="3114868" y="2294782"/>
                  </a:lnTo>
                  <a:lnTo>
                    <a:pt x="3114868" y="2294159"/>
                  </a:lnTo>
                  <a:lnTo>
                    <a:pt x="3115014" y="2294159"/>
                  </a:lnTo>
                  <a:lnTo>
                    <a:pt x="3115159" y="2294159"/>
                  </a:lnTo>
                  <a:lnTo>
                    <a:pt x="3115304" y="2294159"/>
                  </a:lnTo>
                  <a:lnTo>
                    <a:pt x="3115450" y="2294159"/>
                  </a:lnTo>
                  <a:lnTo>
                    <a:pt x="3115595" y="2294159"/>
                  </a:lnTo>
                  <a:lnTo>
                    <a:pt x="3115595" y="2293535"/>
                  </a:lnTo>
                  <a:lnTo>
                    <a:pt x="3115741" y="2293535"/>
                  </a:lnTo>
                  <a:lnTo>
                    <a:pt x="3115886" y="2293535"/>
                  </a:lnTo>
                  <a:lnTo>
                    <a:pt x="3116032" y="2293535"/>
                  </a:lnTo>
                  <a:lnTo>
                    <a:pt x="3116177" y="2293535"/>
                  </a:lnTo>
                  <a:lnTo>
                    <a:pt x="3116322" y="2293535"/>
                  </a:lnTo>
                  <a:lnTo>
                    <a:pt x="3116468" y="2293535"/>
                  </a:lnTo>
                  <a:lnTo>
                    <a:pt x="3116613" y="2293535"/>
                  </a:lnTo>
                  <a:lnTo>
                    <a:pt x="3116613" y="2292912"/>
                  </a:lnTo>
                  <a:lnTo>
                    <a:pt x="3116759" y="2292912"/>
                  </a:lnTo>
                  <a:lnTo>
                    <a:pt x="3116759" y="2292288"/>
                  </a:lnTo>
                  <a:lnTo>
                    <a:pt x="3116904" y="2292288"/>
                  </a:lnTo>
                  <a:lnTo>
                    <a:pt x="3117050" y="2292288"/>
                  </a:lnTo>
                  <a:lnTo>
                    <a:pt x="3117195" y="2292288"/>
                  </a:lnTo>
                  <a:lnTo>
                    <a:pt x="3117340" y="2292288"/>
                  </a:lnTo>
                  <a:lnTo>
                    <a:pt x="3117486" y="2292288"/>
                  </a:lnTo>
                  <a:lnTo>
                    <a:pt x="3117486" y="2291665"/>
                  </a:lnTo>
                  <a:lnTo>
                    <a:pt x="3117486" y="2291041"/>
                  </a:lnTo>
                  <a:lnTo>
                    <a:pt x="3117631" y="2291041"/>
                  </a:lnTo>
                  <a:lnTo>
                    <a:pt x="3117777" y="2291041"/>
                  </a:lnTo>
                  <a:lnTo>
                    <a:pt x="3117777" y="2290417"/>
                  </a:lnTo>
                  <a:lnTo>
                    <a:pt x="3117922" y="2290417"/>
                  </a:lnTo>
                  <a:lnTo>
                    <a:pt x="3118068" y="2290417"/>
                  </a:lnTo>
                  <a:lnTo>
                    <a:pt x="3118213" y="2290417"/>
                  </a:lnTo>
                  <a:lnTo>
                    <a:pt x="3118358" y="2290417"/>
                  </a:lnTo>
                  <a:lnTo>
                    <a:pt x="3118358" y="2289794"/>
                  </a:lnTo>
                  <a:lnTo>
                    <a:pt x="3118504" y="2289794"/>
                  </a:lnTo>
                  <a:lnTo>
                    <a:pt x="3118504" y="2289170"/>
                  </a:lnTo>
                  <a:lnTo>
                    <a:pt x="3118649" y="2289170"/>
                  </a:lnTo>
                  <a:lnTo>
                    <a:pt x="3118795" y="2289170"/>
                  </a:lnTo>
                  <a:lnTo>
                    <a:pt x="3118940" y="2289170"/>
                  </a:lnTo>
                  <a:lnTo>
                    <a:pt x="3119086" y="2289170"/>
                  </a:lnTo>
                  <a:lnTo>
                    <a:pt x="3119231" y="2289170"/>
                  </a:lnTo>
                  <a:lnTo>
                    <a:pt x="3119376" y="2289170"/>
                  </a:lnTo>
                  <a:lnTo>
                    <a:pt x="3119522" y="2289170"/>
                  </a:lnTo>
                  <a:lnTo>
                    <a:pt x="3119522" y="2288547"/>
                  </a:lnTo>
                  <a:lnTo>
                    <a:pt x="3119667" y="2288547"/>
                  </a:lnTo>
                  <a:lnTo>
                    <a:pt x="3119813" y="2288547"/>
                  </a:lnTo>
                  <a:lnTo>
                    <a:pt x="3119813" y="2287923"/>
                  </a:lnTo>
                  <a:lnTo>
                    <a:pt x="3119958" y="2287923"/>
                  </a:lnTo>
                  <a:lnTo>
                    <a:pt x="3120103" y="2287923"/>
                  </a:lnTo>
                  <a:lnTo>
                    <a:pt x="3120249" y="2287923"/>
                  </a:lnTo>
                  <a:lnTo>
                    <a:pt x="3120394" y="2287923"/>
                  </a:lnTo>
                  <a:lnTo>
                    <a:pt x="3120540" y="2287923"/>
                  </a:lnTo>
                  <a:lnTo>
                    <a:pt x="3120685" y="2287923"/>
                  </a:lnTo>
                  <a:lnTo>
                    <a:pt x="3120831" y="2287923"/>
                  </a:lnTo>
                  <a:lnTo>
                    <a:pt x="3120976" y="2287923"/>
                  </a:lnTo>
                  <a:lnTo>
                    <a:pt x="3121121" y="2287923"/>
                  </a:lnTo>
                  <a:lnTo>
                    <a:pt x="3121267" y="2287923"/>
                  </a:lnTo>
                  <a:lnTo>
                    <a:pt x="3121412" y="2287923"/>
                  </a:lnTo>
                  <a:lnTo>
                    <a:pt x="3121558" y="2287923"/>
                  </a:lnTo>
                  <a:lnTo>
                    <a:pt x="3121558" y="2287299"/>
                  </a:lnTo>
                  <a:lnTo>
                    <a:pt x="3121703" y="2287299"/>
                  </a:lnTo>
                  <a:lnTo>
                    <a:pt x="3121849" y="2287299"/>
                  </a:lnTo>
                  <a:lnTo>
                    <a:pt x="3121994" y="2287299"/>
                  </a:lnTo>
                  <a:lnTo>
                    <a:pt x="3122139" y="2287299"/>
                  </a:lnTo>
                  <a:lnTo>
                    <a:pt x="3122285" y="2287299"/>
                  </a:lnTo>
                  <a:lnTo>
                    <a:pt x="3122430" y="2287299"/>
                  </a:lnTo>
                  <a:lnTo>
                    <a:pt x="3122576" y="2287299"/>
                  </a:lnTo>
                  <a:lnTo>
                    <a:pt x="3122721" y="2287299"/>
                  </a:lnTo>
                  <a:lnTo>
                    <a:pt x="3122867" y="2287299"/>
                  </a:lnTo>
                  <a:lnTo>
                    <a:pt x="3122867" y="2286676"/>
                  </a:lnTo>
                  <a:lnTo>
                    <a:pt x="3123012" y="2286676"/>
                  </a:lnTo>
                  <a:lnTo>
                    <a:pt x="3123157" y="2286676"/>
                  </a:lnTo>
                  <a:lnTo>
                    <a:pt x="3123303" y="2286676"/>
                  </a:lnTo>
                  <a:lnTo>
                    <a:pt x="3123448" y="2286676"/>
                  </a:lnTo>
                  <a:lnTo>
                    <a:pt x="3123594" y="2286676"/>
                  </a:lnTo>
                  <a:lnTo>
                    <a:pt x="3123739" y="2286676"/>
                  </a:lnTo>
                  <a:lnTo>
                    <a:pt x="3123885" y="2286676"/>
                  </a:lnTo>
                  <a:lnTo>
                    <a:pt x="3124030" y="2286676"/>
                  </a:lnTo>
                  <a:lnTo>
                    <a:pt x="3124175" y="2286676"/>
                  </a:lnTo>
                  <a:lnTo>
                    <a:pt x="3124321" y="2286676"/>
                  </a:lnTo>
                  <a:lnTo>
                    <a:pt x="3124466" y="2286676"/>
                  </a:lnTo>
                  <a:lnTo>
                    <a:pt x="3124612" y="2286676"/>
                  </a:lnTo>
                  <a:lnTo>
                    <a:pt x="3124612" y="2286052"/>
                  </a:lnTo>
                  <a:lnTo>
                    <a:pt x="3124757" y="2286052"/>
                  </a:lnTo>
                  <a:lnTo>
                    <a:pt x="3124757" y="2285429"/>
                  </a:lnTo>
                  <a:lnTo>
                    <a:pt x="3124903" y="2285429"/>
                  </a:lnTo>
                  <a:lnTo>
                    <a:pt x="3124903" y="2284805"/>
                  </a:lnTo>
                  <a:lnTo>
                    <a:pt x="3125048" y="2284805"/>
                  </a:lnTo>
                  <a:lnTo>
                    <a:pt x="3125193" y="2284805"/>
                  </a:lnTo>
                  <a:lnTo>
                    <a:pt x="3125339" y="2284805"/>
                  </a:lnTo>
                  <a:lnTo>
                    <a:pt x="3125484" y="2284805"/>
                  </a:lnTo>
                  <a:lnTo>
                    <a:pt x="3125630" y="2284805"/>
                  </a:lnTo>
                  <a:lnTo>
                    <a:pt x="3125775" y="2284805"/>
                  </a:lnTo>
                  <a:lnTo>
                    <a:pt x="3125921" y="2284805"/>
                  </a:lnTo>
                  <a:lnTo>
                    <a:pt x="3126066" y="2284805"/>
                  </a:lnTo>
                  <a:lnTo>
                    <a:pt x="3126211" y="2284805"/>
                  </a:lnTo>
                  <a:lnTo>
                    <a:pt x="3126357" y="2284805"/>
                  </a:lnTo>
                  <a:lnTo>
                    <a:pt x="3126357" y="2284182"/>
                  </a:lnTo>
                  <a:lnTo>
                    <a:pt x="3126502" y="2284182"/>
                  </a:lnTo>
                  <a:lnTo>
                    <a:pt x="3126502" y="2283558"/>
                  </a:lnTo>
                  <a:lnTo>
                    <a:pt x="3126648" y="2283558"/>
                  </a:lnTo>
                  <a:lnTo>
                    <a:pt x="3126793" y="2283558"/>
                  </a:lnTo>
                  <a:lnTo>
                    <a:pt x="3126938" y="2283558"/>
                  </a:lnTo>
                  <a:lnTo>
                    <a:pt x="3126938" y="2282934"/>
                  </a:lnTo>
                  <a:lnTo>
                    <a:pt x="3127084" y="2282934"/>
                  </a:lnTo>
                  <a:lnTo>
                    <a:pt x="3127229" y="2282934"/>
                  </a:lnTo>
                  <a:lnTo>
                    <a:pt x="3127229" y="2282311"/>
                  </a:lnTo>
                  <a:lnTo>
                    <a:pt x="3127375" y="2282311"/>
                  </a:lnTo>
                  <a:lnTo>
                    <a:pt x="3127520" y="2282311"/>
                  </a:lnTo>
                  <a:lnTo>
                    <a:pt x="3127666" y="2282311"/>
                  </a:lnTo>
                  <a:lnTo>
                    <a:pt x="3127811" y="2282311"/>
                  </a:lnTo>
                  <a:lnTo>
                    <a:pt x="3127956" y="2282311"/>
                  </a:lnTo>
                  <a:lnTo>
                    <a:pt x="3128102" y="2282311"/>
                  </a:lnTo>
                  <a:lnTo>
                    <a:pt x="3128247" y="2282311"/>
                  </a:lnTo>
                  <a:lnTo>
                    <a:pt x="3128393" y="2282311"/>
                  </a:lnTo>
                  <a:lnTo>
                    <a:pt x="3128538" y="2282311"/>
                  </a:lnTo>
                  <a:lnTo>
                    <a:pt x="3128684" y="2282311"/>
                  </a:lnTo>
                  <a:lnTo>
                    <a:pt x="3128829" y="2282311"/>
                  </a:lnTo>
                  <a:lnTo>
                    <a:pt x="3128829" y="2281687"/>
                  </a:lnTo>
                  <a:lnTo>
                    <a:pt x="3128829" y="2281064"/>
                  </a:lnTo>
                  <a:lnTo>
                    <a:pt x="3128974" y="2281064"/>
                  </a:lnTo>
                  <a:lnTo>
                    <a:pt x="3129120" y="2281064"/>
                  </a:lnTo>
                  <a:lnTo>
                    <a:pt x="3129265" y="2281064"/>
                  </a:lnTo>
                  <a:lnTo>
                    <a:pt x="3129411" y="2281064"/>
                  </a:lnTo>
                  <a:lnTo>
                    <a:pt x="3129556" y="2281064"/>
                  </a:lnTo>
                  <a:lnTo>
                    <a:pt x="3129702" y="2281064"/>
                  </a:lnTo>
                  <a:lnTo>
                    <a:pt x="3129847" y="2281064"/>
                  </a:lnTo>
                  <a:lnTo>
                    <a:pt x="3129992" y="2281064"/>
                  </a:lnTo>
                  <a:lnTo>
                    <a:pt x="3130138" y="2281064"/>
                  </a:lnTo>
                  <a:lnTo>
                    <a:pt x="3130283" y="2281064"/>
                  </a:lnTo>
                  <a:lnTo>
                    <a:pt x="3130429" y="2281064"/>
                  </a:lnTo>
                  <a:lnTo>
                    <a:pt x="3130574" y="2281064"/>
                  </a:lnTo>
                  <a:lnTo>
                    <a:pt x="3130720" y="2281064"/>
                  </a:lnTo>
                  <a:lnTo>
                    <a:pt x="3130865" y="2281064"/>
                  </a:lnTo>
                  <a:lnTo>
                    <a:pt x="3131010" y="2281064"/>
                  </a:lnTo>
                  <a:lnTo>
                    <a:pt x="3131156" y="2281064"/>
                  </a:lnTo>
                  <a:lnTo>
                    <a:pt x="3131301" y="2281064"/>
                  </a:lnTo>
                  <a:lnTo>
                    <a:pt x="3131447" y="2281064"/>
                  </a:lnTo>
                  <a:lnTo>
                    <a:pt x="3131592" y="2281064"/>
                  </a:lnTo>
                  <a:lnTo>
                    <a:pt x="3131592" y="2280440"/>
                  </a:lnTo>
                  <a:lnTo>
                    <a:pt x="3131738" y="2280440"/>
                  </a:lnTo>
                  <a:lnTo>
                    <a:pt x="3131883" y="2280440"/>
                  </a:lnTo>
                  <a:lnTo>
                    <a:pt x="3132028" y="2280440"/>
                  </a:lnTo>
                  <a:lnTo>
                    <a:pt x="3132174" y="2280440"/>
                  </a:lnTo>
                  <a:lnTo>
                    <a:pt x="3132174" y="2279816"/>
                  </a:lnTo>
                  <a:lnTo>
                    <a:pt x="3132174" y="2279193"/>
                  </a:lnTo>
                  <a:lnTo>
                    <a:pt x="3132174" y="2278569"/>
                  </a:lnTo>
                  <a:lnTo>
                    <a:pt x="3132319" y="2278569"/>
                  </a:lnTo>
                  <a:lnTo>
                    <a:pt x="3132465" y="2278569"/>
                  </a:lnTo>
                  <a:lnTo>
                    <a:pt x="3132610" y="2278569"/>
                  </a:lnTo>
                  <a:lnTo>
                    <a:pt x="3132756" y="2278569"/>
                  </a:lnTo>
                  <a:lnTo>
                    <a:pt x="3132901" y="2278569"/>
                  </a:lnTo>
                  <a:lnTo>
                    <a:pt x="3133046" y="2278569"/>
                  </a:lnTo>
                  <a:lnTo>
                    <a:pt x="3133046" y="2277946"/>
                  </a:lnTo>
                  <a:lnTo>
                    <a:pt x="3133192" y="2277946"/>
                  </a:lnTo>
                  <a:lnTo>
                    <a:pt x="3133337" y="2277946"/>
                  </a:lnTo>
                  <a:lnTo>
                    <a:pt x="3133483" y="2277946"/>
                  </a:lnTo>
                  <a:lnTo>
                    <a:pt x="3133628" y="2277946"/>
                  </a:lnTo>
                  <a:lnTo>
                    <a:pt x="3133628" y="2277322"/>
                  </a:lnTo>
                  <a:lnTo>
                    <a:pt x="3133773" y="2277322"/>
                  </a:lnTo>
                  <a:lnTo>
                    <a:pt x="3133919" y="2277322"/>
                  </a:lnTo>
                  <a:lnTo>
                    <a:pt x="3134064" y="2277322"/>
                  </a:lnTo>
                  <a:lnTo>
                    <a:pt x="3134210" y="2277322"/>
                  </a:lnTo>
                  <a:lnTo>
                    <a:pt x="3134355" y="2277322"/>
                  </a:lnTo>
                  <a:lnTo>
                    <a:pt x="3134501" y="2277322"/>
                  </a:lnTo>
                  <a:lnTo>
                    <a:pt x="3134646" y="2277322"/>
                  </a:lnTo>
                  <a:lnTo>
                    <a:pt x="3134791" y="2277322"/>
                  </a:lnTo>
                  <a:lnTo>
                    <a:pt x="3134937" y="2277322"/>
                  </a:lnTo>
                  <a:lnTo>
                    <a:pt x="3135082" y="2277322"/>
                  </a:lnTo>
                  <a:lnTo>
                    <a:pt x="3135228" y="2277322"/>
                  </a:lnTo>
                  <a:lnTo>
                    <a:pt x="3135373" y="2277322"/>
                  </a:lnTo>
                  <a:lnTo>
                    <a:pt x="3135519" y="2277322"/>
                  </a:lnTo>
                  <a:lnTo>
                    <a:pt x="3135664" y="2277322"/>
                  </a:lnTo>
                  <a:lnTo>
                    <a:pt x="3135809" y="2277322"/>
                  </a:lnTo>
                  <a:lnTo>
                    <a:pt x="3135809" y="2276699"/>
                  </a:lnTo>
                  <a:lnTo>
                    <a:pt x="3135955" y="2276699"/>
                  </a:lnTo>
                  <a:lnTo>
                    <a:pt x="3136100" y="2276699"/>
                  </a:lnTo>
                  <a:lnTo>
                    <a:pt x="3136246" y="2276699"/>
                  </a:lnTo>
                  <a:lnTo>
                    <a:pt x="3136391" y="2276699"/>
                  </a:lnTo>
                  <a:lnTo>
                    <a:pt x="3136537" y="2276699"/>
                  </a:lnTo>
                  <a:lnTo>
                    <a:pt x="3136682" y="2276699"/>
                  </a:lnTo>
                  <a:lnTo>
                    <a:pt x="3136827" y="2276699"/>
                  </a:lnTo>
                  <a:lnTo>
                    <a:pt x="3136973" y="2276699"/>
                  </a:lnTo>
                  <a:lnTo>
                    <a:pt x="3137118" y="2276699"/>
                  </a:lnTo>
                  <a:lnTo>
                    <a:pt x="3137264" y="2276699"/>
                  </a:lnTo>
                  <a:lnTo>
                    <a:pt x="3137409" y="2276699"/>
                  </a:lnTo>
                  <a:lnTo>
                    <a:pt x="3137409" y="2276075"/>
                  </a:lnTo>
                  <a:lnTo>
                    <a:pt x="3137555" y="2276075"/>
                  </a:lnTo>
                  <a:lnTo>
                    <a:pt x="3137700" y="2276075"/>
                  </a:lnTo>
                  <a:lnTo>
                    <a:pt x="3137845" y="2276075"/>
                  </a:lnTo>
                  <a:lnTo>
                    <a:pt x="3137991" y="2276075"/>
                  </a:lnTo>
                  <a:lnTo>
                    <a:pt x="3138136" y="2276075"/>
                  </a:lnTo>
                  <a:lnTo>
                    <a:pt x="3138282" y="2276075"/>
                  </a:lnTo>
                  <a:lnTo>
                    <a:pt x="3138427" y="2276075"/>
                  </a:lnTo>
                  <a:lnTo>
                    <a:pt x="3138573" y="2276075"/>
                  </a:lnTo>
                  <a:lnTo>
                    <a:pt x="3138718" y="2276075"/>
                  </a:lnTo>
                  <a:lnTo>
                    <a:pt x="3138863" y="2276075"/>
                  </a:lnTo>
                  <a:lnTo>
                    <a:pt x="3139009" y="2276075"/>
                  </a:lnTo>
                  <a:lnTo>
                    <a:pt x="3139154" y="2276075"/>
                  </a:lnTo>
                  <a:lnTo>
                    <a:pt x="3139300" y="2276075"/>
                  </a:lnTo>
                  <a:lnTo>
                    <a:pt x="3139300" y="2275451"/>
                  </a:lnTo>
                  <a:lnTo>
                    <a:pt x="3139445" y="2275451"/>
                  </a:lnTo>
                  <a:lnTo>
                    <a:pt x="3139590" y="2275451"/>
                  </a:lnTo>
                  <a:lnTo>
                    <a:pt x="3139736" y="2275451"/>
                  </a:lnTo>
                  <a:lnTo>
                    <a:pt x="3139881" y="2275451"/>
                  </a:lnTo>
                  <a:lnTo>
                    <a:pt x="3139881" y="2274828"/>
                  </a:lnTo>
                  <a:lnTo>
                    <a:pt x="3140027" y="2274828"/>
                  </a:lnTo>
                  <a:lnTo>
                    <a:pt x="3140027" y="2274204"/>
                  </a:lnTo>
                  <a:lnTo>
                    <a:pt x="3140172" y="2274204"/>
                  </a:lnTo>
                  <a:lnTo>
                    <a:pt x="3140318" y="2274204"/>
                  </a:lnTo>
                  <a:lnTo>
                    <a:pt x="3140463" y="2274204"/>
                  </a:lnTo>
                  <a:lnTo>
                    <a:pt x="3140608" y="2274204"/>
                  </a:lnTo>
                  <a:lnTo>
                    <a:pt x="3140754" y="2274204"/>
                  </a:lnTo>
                  <a:lnTo>
                    <a:pt x="3140899" y="2274204"/>
                  </a:lnTo>
                  <a:lnTo>
                    <a:pt x="3141045" y="2274204"/>
                  </a:lnTo>
                  <a:lnTo>
                    <a:pt x="3141190" y="2274204"/>
                  </a:lnTo>
                  <a:lnTo>
                    <a:pt x="3141336" y="2274204"/>
                  </a:lnTo>
                  <a:lnTo>
                    <a:pt x="3141481" y="2274204"/>
                  </a:lnTo>
                  <a:lnTo>
                    <a:pt x="3141626" y="2274204"/>
                  </a:lnTo>
                  <a:lnTo>
                    <a:pt x="3141772" y="2274204"/>
                  </a:lnTo>
                  <a:lnTo>
                    <a:pt x="3141917" y="2274204"/>
                  </a:lnTo>
                  <a:lnTo>
                    <a:pt x="3141917" y="2273581"/>
                  </a:lnTo>
                  <a:lnTo>
                    <a:pt x="3142063" y="2273581"/>
                  </a:lnTo>
                  <a:lnTo>
                    <a:pt x="3142063" y="2272957"/>
                  </a:lnTo>
                  <a:lnTo>
                    <a:pt x="3142063" y="2272333"/>
                  </a:lnTo>
                  <a:lnTo>
                    <a:pt x="3142208" y="2272333"/>
                  </a:lnTo>
                  <a:lnTo>
                    <a:pt x="3142354" y="2272333"/>
                  </a:lnTo>
                  <a:lnTo>
                    <a:pt x="3142499" y="2272333"/>
                  </a:lnTo>
                  <a:lnTo>
                    <a:pt x="3142644" y="2272333"/>
                  </a:lnTo>
                  <a:lnTo>
                    <a:pt x="3142790" y="2272333"/>
                  </a:lnTo>
                  <a:lnTo>
                    <a:pt x="3142935" y="2272333"/>
                  </a:lnTo>
                  <a:lnTo>
                    <a:pt x="3143081" y="2272333"/>
                  </a:lnTo>
                  <a:lnTo>
                    <a:pt x="3143226" y="2272333"/>
                  </a:lnTo>
                  <a:lnTo>
                    <a:pt x="3143372" y="2272333"/>
                  </a:lnTo>
                  <a:lnTo>
                    <a:pt x="3143517" y="2272333"/>
                  </a:lnTo>
                  <a:lnTo>
                    <a:pt x="3143662" y="2272333"/>
                  </a:lnTo>
                  <a:lnTo>
                    <a:pt x="3143808" y="2272333"/>
                  </a:lnTo>
                  <a:lnTo>
                    <a:pt x="3143953" y="2272333"/>
                  </a:lnTo>
                  <a:lnTo>
                    <a:pt x="3143953" y="2271710"/>
                  </a:lnTo>
                  <a:lnTo>
                    <a:pt x="3144099" y="2271710"/>
                  </a:lnTo>
                  <a:lnTo>
                    <a:pt x="3144244" y="2271710"/>
                  </a:lnTo>
                  <a:lnTo>
                    <a:pt x="3144390" y="2271710"/>
                  </a:lnTo>
                  <a:lnTo>
                    <a:pt x="3144535" y="2271710"/>
                  </a:lnTo>
                  <a:lnTo>
                    <a:pt x="3144680" y="2271710"/>
                  </a:lnTo>
                  <a:lnTo>
                    <a:pt x="3144826" y="2271710"/>
                  </a:lnTo>
                  <a:lnTo>
                    <a:pt x="3144971" y="2271710"/>
                  </a:lnTo>
                  <a:lnTo>
                    <a:pt x="3145117" y="2271710"/>
                  </a:lnTo>
                  <a:lnTo>
                    <a:pt x="3145262" y="2271710"/>
                  </a:lnTo>
                  <a:lnTo>
                    <a:pt x="3145408" y="2271710"/>
                  </a:lnTo>
                  <a:lnTo>
                    <a:pt x="3145408" y="2271086"/>
                  </a:lnTo>
                  <a:lnTo>
                    <a:pt x="3145553" y="2271086"/>
                  </a:lnTo>
                  <a:lnTo>
                    <a:pt x="3145698" y="2271086"/>
                  </a:lnTo>
                  <a:lnTo>
                    <a:pt x="3145844" y="2271086"/>
                  </a:lnTo>
                  <a:lnTo>
                    <a:pt x="3145989" y="2271086"/>
                  </a:lnTo>
                  <a:lnTo>
                    <a:pt x="3146135" y="2271086"/>
                  </a:lnTo>
                  <a:lnTo>
                    <a:pt x="3146280" y="2271086"/>
                  </a:lnTo>
                  <a:lnTo>
                    <a:pt x="3146425" y="2271086"/>
                  </a:lnTo>
                  <a:lnTo>
                    <a:pt x="3146571" y="2271086"/>
                  </a:lnTo>
                  <a:lnTo>
                    <a:pt x="3146716" y="2271086"/>
                  </a:lnTo>
                  <a:lnTo>
                    <a:pt x="3146862" y="2271086"/>
                  </a:lnTo>
                  <a:lnTo>
                    <a:pt x="3147007" y="2271086"/>
                  </a:lnTo>
                  <a:lnTo>
                    <a:pt x="3147007" y="2270463"/>
                  </a:lnTo>
                  <a:lnTo>
                    <a:pt x="3147153" y="2270463"/>
                  </a:lnTo>
                  <a:lnTo>
                    <a:pt x="3147298" y="2270463"/>
                  </a:lnTo>
                  <a:lnTo>
                    <a:pt x="3147443" y="2270463"/>
                  </a:lnTo>
                  <a:lnTo>
                    <a:pt x="3147443" y="2269839"/>
                  </a:lnTo>
                  <a:lnTo>
                    <a:pt x="3147589" y="2269839"/>
                  </a:lnTo>
                  <a:lnTo>
                    <a:pt x="3147734" y="2269839"/>
                  </a:lnTo>
                  <a:lnTo>
                    <a:pt x="3147880" y="2269839"/>
                  </a:lnTo>
                  <a:lnTo>
                    <a:pt x="3148025" y="2269839"/>
                  </a:lnTo>
                  <a:lnTo>
                    <a:pt x="3148171" y="2269839"/>
                  </a:lnTo>
                  <a:lnTo>
                    <a:pt x="3148171" y="2269216"/>
                  </a:lnTo>
                  <a:lnTo>
                    <a:pt x="3148316" y="2269216"/>
                  </a:lnTo>
                  <a:lnTo>
                    <a:pt x="3148461" y="2269216"/>
                  </a:lnTo>
                  <a:lnTo>
                    <a:pt x="3148607" y="2269216"/>
                  </a:lnTo>
                  <a:lnTo>
                    <a:pt x="3148752" y="2269216"/>
                  </a:lnTo>
                  <a:lnTo>
                    <a:pt x="3148898" y="2269216"/>
                  </a:lnTo>
                  <a:lnTo>
                    <a:pt x="3149043" y="2269216"/>
                  </a:lnTo>
                  <a:lnTo>
                    <a:pt x="3149189" y="2269216"/>
                  </a:lnTo>
                  <a:lnTo>
                    <a:pt x="3149334" y="2269216"/>
                  </a:lnTo>
                  <a:lnTo>
                    <a:pt x="3149479" y="2269216"/>
                  </a:lnTo>
                  <a:lnTo>
                    <a:pt x="3149625" y="2269216"/>
                  </a:lnTo>
                  <a:lnTo>
                    <a:pt x="3149625" y="2268592"/>
                  </a:lnTo>
                  <a:lnTo>
                    <a:pt x="3149625" y="2267968"/>
                  </a:lnTo>
                  <a:lnTo>
                    <a:pt x="3149770" y="2267968"/>
                  </a:lnTo>
                  <a:lnTo>
                    <a:pt x="3149916" y="2267968"/>
                  </a:lnTo>
                  <a:lnTo>
                    <a:pt x="3150061" y="2267968"/>
                  </a:lnTo>
                  <a:lnTo>
                    <a:pt x="3150207" y="2267968"/>
                  </a:lnTo>
                  <a:lnTo>
                    <a:pt x="3150352" y="2267968"/>
                  </a:lnTo>
                  <a:lnTo>
                    <a:pt x="3150497" y="2267968"/>
                  </a:lnTo>
                  <a:lnTo>
                    <a:pt x="3150643" y="2267968"/>
                  </a:lnTo>
                  <a:lnTo>
                    <a:pt x="3150788" y="2267968"/>
                  </a:lnTo>
                  <a:lnTo>
                    <a:pt x="3150788" y="2267345"/>
                  </a:lnTo>
                  <a:lnTo>
                    <a:pt x="3150934" y="2267345"/>
                  </a:lnTo>
                  <a:lnTo>
                    <a:pt x="3151079" y="2267345"/>
                  </a:lnTo>
                  <a:lnTo>
                    <a:pt x="3151225" y="2267345"/>
                  </a:lnTo>
                  <a:lnTo>
                    <a:pt x="3151370" y="2267345"/>
                  </a:lnTo>
                  <a:lnTo>
                    <a:pt x="3151515" y="2267345"/>
                  </a:lnTo>
                  <a:lnTo>
                    <a:pt x="3151661" y="2267345"/>
                  </a:lnTo>
                  <a:lnTo>
                    <a:pt x="3151806" y="2267345"/>
                  </a:lnTo>
                  <a:lnTo>
                    <a:pt x="3151806" y="2266721"/>
                  </a:lnTo>
                  <a:lnTo>
                    <a:pt x="3151952" y="2266721"/>
                  </a:lnTo>
                  <a:lnTo>
                    <a:pt x="3152097" y="2266721"/>
                  </a:lnTo>
                  <a:lnTo>
                    <a:pt x="3152243" y="2266721"/>
                  </a:lnTo>
                  <a:lnTo>
                    <a:pt x="3152388" y="2266721"/>
                  </a:lnTo>
                  <a:lnTo>
                    <a:pt x="3152388" y="2266098"/>
                  </a:lnTo>
                  <a:lnTo>
                    <a:pt x="3152533" y="2266098"/>
                  </a:lnTo>
                  <a:lnTo>
                    <a:pt x="3152679" y="2266098"/>
                  </a:lnTo>
                  <a:lnTo>
                    <a:pt x="3152824" y="2266098"/>
                  </a:lnTo>
                  <a:lnTo>
                    <a:pt x="3152824" y="2265474"/>
                  </a:lnTo>
                  <a:lnTo>
                    <a:pt x="3152970" y="2265474"/>
                  </a:lnTo>
                  <a:lnTo>
                    <a:pt x="3153115" y="2265474"/>
                  </a:lnTo>
                  <a:lnTo>
                    <a:pt x="3153260" y="2265474"/>
                  </a:lnTo>
                  <a:lnTo>
                    <a:pt x="3153406" y="2265474"/>
                  </a:lnTo>
                  <a:lnTo>
                    <a:pt x="3153551" y="2265474"/>
                  </a:lnTo>
                  <a:lnTo>
                    <a:pt x="3153551" y="2264850"/>
                  </a:lnTo>
                  <a:lnTo>
                    <a:pt x="3153697" y="2264850"/>
                  </a:lnTo>
                  <a:lnTo>
                    <a:pt x="3153842" y="2264850"/>
                  </a:lnTo>
                  <a:lnTo>
                    <a:pt x="3153988" y="2264850"/>
                  </a:lnTo>
                  <a:lnTo>
                    <a:pt x="3154133" y="2264850"/>
                  </a:lnTo>
                  <a:lnTo>
                    <a:pt x="3154278" y="2264850"/>
                  </a:lnTo>
                  <a:lnTo>
                    <a:pt x="3154424" y="2264850"/>
                  </a:lnTo>
                  <a:lnTo>
                    <a:pt x="3154569" y="2264850"/>
                  </a:lnTo>
                  <a:lnTo>
                    <a:pt x="3154715" y="2264850"/>
                  </a:lnTo>
                  <a:lnTo>
                    <a:pt x="3154860" y="2264850"/>
                  </a:lnTo>
                  <a:lnTo>
                    <a:pt x="3155006" y="2264850"/>
                  </a:lnTo>
                  <a:lnTo>
                    <a:pt x="3155151" y="2264850"/>
                  </a:lnTo>
                  <a:lnTo>
                    <a:pt x="3155151" y="2264227"/>
                  </a:lnTo>
                  <a:lnTo>
                    <a:pt x="3155296" y="2264227"/>
                  </a:lnTo>
                  <a:lnTo>
                    <a:pt x="3155442" y="2264227"/>
                  </a:lnTo>
                  <a:lnTo>
                    <a:pt x="3155442" y="2263603"/>
                  </a:lnTo>
                  <a:lnTo>
                    <a:pt x="3155442" y="2262980"/>
                  </a:lnTo>
                  <a:lnTo>
                    <a:pt x="3155587" y="2262980"/>
                  </a:lnTo>
                  <a:lnTo>
                    <a:pt x="3155733" y="2262980"/>
                  </a:lnTo>
                  <a:lnTo>
                    <a:pt x="3155878" y="2262980"/>
                  </a:lnTo>
                  <a:lnTo>
                    <a:pt x="3156024" y="2262980"/>
                  </a:lnTo>
                  <a:lnTo>
                    <a:pt x="3156169" y="2262980"/>
                  </a:lnTo>
                  <a:lnTo>
                    <a:pt x="3156314" y="2262980"/>
                  </a:lnTo>
                  <a:lnTo>
                    <a:pt x="3156460" y="2262980"/>
                  </a:lnTo>
                  <a:lnTo>
                    <a:pt x="3156605" y="2262980"/>
                  </a:lnTo>
                  <a:lnTo>
                    <a:pt x="3156751" y="2262980"/>
                  </a:lnTo>
                  <a:lnTo>
                    <a:pt x="3156896" y="2262980"/>
                  </a:lnTo>
                  <a:lnTo>
                    <a:pt x="3156896" y="2262356"/>
                  </a:lnTo>
                  <a:lnTo>
                    <a:pt x="3157042" y="2262356"/>
                  </a:lnTo>
                  <a:lnTo>
                    <a:pt x="3157187" y="2262356"/>
                  </a:lnTo>
                  <a:lnTo>
                    <a:pt x="3157332" y="2262356"/>
                  </a:lnTo>
                  <a:lnTo>
                    <a:pt x="3157478" y="2262356"/>
                  </a:lnTo>
                  <a:lnTo>
                    <a:pt x="3157623" y="2262356"/>
                  </a:lnTo>
                  <a:lnTo>
                    <a:pt x="3157769" y="2262356"/>
                  </a:lnTo>
                  <a:lnTo>
                    <a:pt x="3157914" y="2262356"/>
                  </a:lnTo>
                  <a:lnTo>
                    <a:pt x="3158060" y="2262356"/>
                  </a:lnTo>
                  <a:lnTo>
                    <a:pt x="3158060" y="2261733"/>
                  </a:lnTo>
                  <a:lnTo>
                    <a:pt x="3158205" y="2261733"/>
                  </a:lnTo>
                  <a:lnTo>
                    <a:pt x="3158350" y="2261733"/>
                  </a:lnTo>
                  <a:lnTo>
                    <a:pt x="3158496" y="2261733"/>
                  </a:lnTo>
                  <a:lnTo>
                    <a:pt x="3158641" y="2261733"/>
                  </a:lnTo>
                  <a:lnTo>
                    <a:pt x="3158787" y="2261733"/>
                  </a:lnTo>
                  <a:lnTo>
                    <a:pt x="3158932" y="2261733"/>
                  </a:lnTo>
                  <a:lnTo>
                    <a:pt x="3159078" y="2261733"/>
                  </a:lnTo>
                  <a:lnTo>
                    <a:pt x="3159223" y="2261733"/>
                  </a:lnTo>
                  <a:lnTo>
                    <a:pt x="3159368" y="2261733"/>
                  </a:lnTo>
                  <a:lnTo>
                    <a:pt x="3159514" y="2261733"/>
                  </a:lnTo>
                  <a:lnTo>
                    <a:pt x="3159659" y="2261733"/>
                  </a:lnTo>
                  <a:lnTo>
                    <a:pt x="3159659" y="2261109"/>
                  </a:lnTo>
                  <a:lnTo>
                    <a:pt x="3159805" y="2261109"/>
                  </a:lnTo>
                  <a:lnTo>
                    <a:pt x="3159950" y="2261109"/>
                  </a:lnTo>
                  <a:lnTo>
                    <a:pt x="3160095" y="2261109"/>
                  </a:lnTo>
                  <a:lnTo>
                    <a:pt x="3160241" y="2261109"/>
                  </a:lnTo>
                  <a:lnTo>
                    <a:pt x="3160386" y="2261109"/>
                  </a:lnTo>
                  <a:lnTo>
                    <a:pt x="3160386" y="2260485"/>
                  </a:lnTo>
                  <a:lnTo>
                    <a:pt x="3160386" y="2259862"/>
                  </a:lnTo>
                  <a:lnTo>
                    <a:pt x="3160532" y="2259862"/>
                  </a:lnTo>
                  <a:lnTo>
                    <a:pt x="3160532" y="2259238"/>
                  </a:lnTo>
                  <a:lnTo>
                    <a:pt x="3160677" y="2259238"/>
                  </a:lnTo>
                  <a:lnTo>
                    <a:pt x="3160823" y="2259238"/>
                  </a:lnTo>
                  <a:lnTo>
                    <a:pt x="3160968" y="2259238"/>
                  </a:lnTo>
                  <a:lnTo>
                    <a:pt x="3161113" y="2259238"/>
                  </a:lnTo>
                  <a:lnTo>
                    <a:pt x="3161259" y="2259238"/>
                  </a:lnTo>
                  <a:lnTo>
                    <a:pt x="3161404" y="2259238"/>
                  </a:lnTo>
                  <a:lnTo>
                    <a:pt x="3161404" y="2258615"/>
                  </a:lnTo>
                  <a:lnTo>
                    <a:pt x="3161550" y="2258615"/>
                  </a:lnTo>
                  <a:lnTo>
                    <a:pt x="3161695" y="2258615"/>
                  </a:lnTo>
                  <a:lnTo>
                    <a:pt x="3161841" y="2258615"/>
                  </a:lnTo>
                  <a:lnTo>
                    <a:pt x="3161986" y="2258615"/>
                  </a:lnTo>
                  <a:lnTo>
                    <a:pt x="3162131" y="2258615"/>
                  </a:lnTo>
                  <a:lnTo>
                    <a:pt x="3162277" y="2258615"/>
                  </a:lnTo>
                  <a:lnTo>
                    <a:pt x="3162277" y="2257991"/>
                  </a:lnTo>
                  <a:lnTo>
                    <a:pt x="3162422" y="2257991"/>
                  </a:lnTo>
                  <a:lnTo>
                    <a:pt x="3162568" y="2257991"/>
                  </a:lnTo>
                  <a:lnTo>
                    <a:pt x="3162713" y="2257991"/>
                  </a:lnTo>
                  <a:lnTo>
                    <a:pt x="3162859" y="2257991"/>
                  </a:lnTo>
                  <a:lnTo>
                    <a:pt x="3162859" y="2257367"/>
                  </a:lnTo>
                  <a:lnTo>
                    <a:pt x="3163004" y="2257367"/>
                  </a:lnTo>
                  <a:lnTo>
                    <a:pt x="3163149" y="2257367"/>
                  </a:lnTo>
                  <a:lnTo>
                    <a:pt x="3163295" y="2257367"/>
                  </a:lnTo>
                  <a:lnTo>
                    <a:pt x="3163440" y="2257367"/>
                  </a:lnTo>
                  <a:lnTo>
                    <a:pt x="3163586" y="2257367"/>
                  </a:lnTo>
                  <a:lnTo>
                    <a:pt x="3163586" y="2256744"/>
                  </a:lnTo>
                  <a:lnTo>
                    <a:pt x="3163586" y="2256120"/>
                  </a:lnTo>
                  <a:lnTo>
                    <a:pt x="3163586" y="2255497"/>
                  </a:lnTo>
                  <a:lnTo>
                    <a:pt x="3163586" y="2254873"/>
                  </a:lnTo>
                  <a:lnTo>
                    <a:pt x="3163731" y="2254873"/>
                  </a:lnTo>
                  <a:lnTo>
                    <a:pt x="3163877" y="2254873"/>
                  </a:lnTo>
                  <a:lnTo>
                    <a:pt x="3164022" y="2254873"/>
                  </a:lnTo>
                  <a:lnTo>
                    <a:pt x="3164167" y="2254873"/>
                  </a:lnTo>
                  <a:lnTo>
                    <a:pt x="3164167" y="2254250"/>
                  </a:lnTo>
                  <a:lnTo>
                    <a:pt x="3164313" y="2254250"/>
                  </a:lnTo>
                  <a:lnTo>
                    <a:pt x="3164313" y="2253626"/>
                  </a:lnTo>
                  <a:lnTo>
                    <a:pt x="3164458" y="2253626"/>
                  </a:lnTo>
                  <a:lnTo>
                    <a:pt x="3164604" y="2253626"/>
                  </a:lnTo>
                  <a:lnTo>
                    <a:pt x="3164604" y="2253002"/>
                  </a:lnTo>
                  <a:lnTo>
                    <a:pt x="3164749" y="2253002"/>
                  </a:lnTo>
                  <a:lnTo>
                    <a:pt x="3164895" y="2253002"/>
                  </a:lnTo>
                  <a:lnTo>
                    <a:pt x="3165040" y="2253002"/>
                  </a:lnTo>
                  <a:lnTo>
                    <a:pt x="3165185" y="2253002"/>
                  </a:lnTo>
                  <a:lnTo>
                    <a:pt x="3165331" y="2253002"/>
                  </a:lnTo>
                  <a:lnTo>
                    <a:pt x="3165476" y="2253002"/>
                  </a:lnTo>
                  <a:lnTo>
                    <a:pt x="3165622" y="2253002"/>
                  </a:lnTo>
                  <a:lnTo>
                    <a:pt x="3165767" y="2253002"/>
                  </a:lnTo>
                  <a:lnTo>
                    <a:pt x="3165913" y="2253002"/>
                  </a:lnTo>
                  <a:lnTo>
                    <a:pt x="3165913" y="2252379"/>
                  </a:lnTo>
                  <a:lnTo>
                    <a:pt x="3166058" y="2252379"/>
                  </a:lnTo>
                  <a:lnTo>
                    <a:pt x="3166058" y="2251755"/>
                  </a:lnTo>
                  <a:lnTo>
                    <a:pt x="3166203" y="2251755"/>
                  </a:lnTo>
                  <a:lnTo>
                    <a:pt x="3166349" y="2251755"/>
                  </a:lnTo>
                  <a:lnTo>
                    <a:pt x="3166494" y="2251755"/>
                  </a:lnTo>
                  <a:lnTo>
                    <a:pt x="3166640" y="2251755"/>
                  </a:lnTo>
                  <a:lnTo>
                    <a:pt x="3166785" y="2251755"/>
                  </a:lnTo>
                  <a:lnTo>
                    <a:pt x="3166930" y="2251755"/>
                  </a:lnTo>
                  <a:lnTo>
                    <a:pt x="3167076" y="2251755"/>
                  </a:lnTo>
                  <a:lnTo>
                    <a:pt x="3167221" y="2251755"/>
                  </a:lnTo>
                  <a:lnTo>
                    <a:pt x="3167367" y="2251755"/>
                  </a:lnTo>
                  <a:lnTo>
                    <a:pt x="3167512" y="2251755"/>
                  </a:lnTo>
                  <a:lnTo>
                    <a:pt x="3167658" y="2251755"/>
                  </a:lnTo>
                  <a:lnTo>
                    <a:pt x="3167803" y="2251755"/>
                  </a:lnTo>
                  <a:lnTo>
                    <a:pt x="3167948" y="2251755"/>
                  </a:lnTo>
                  <a:lnTo>
                    <a:pt x="3168094" y="2251755"/>
                  </a:lnTo>
                  <a:lnTo>
                    <a:pt x="3168094" y="2251132"/>
                  </a:lnTo>
                  <a:lnTo>
                    <a:pt x="3168239" y="2251132"/>
                  </a:lnTo>
                  <a:lnTo>
                    <a:pt x="3168239" y="2250508"/>
                  </a:lnTo>
                  <a:lnTo>
                    <a:pt x="3168385" y="2250508"/>
                  </a:lnTo>
                  <a:lnTo>
                    <a:pt x="3168530" y="2250508"/>
                  </a:lnTo>
                  <a:lnTo>
                    <a:pt x="3168676" y="2250508"/>
                  </a:lnTo>
                  <a:lnTo>
                    <a:pt x="3168821" y="2250508"/>
                  </a:lnTo>
                  <a:lnTo>
                    <a:pt x="3168966" y="2250508"/>
                  </a:lnTo>
                  <a:lnTo>
                    <a:pt x="3169112" y="2250508"/>
                  </a:lnTo>
                  <a:lnTo>
                    <a:pt x="3169112" y="2249885"/>
                  </a:lnTo>
                  <a:lnTo>
                    <a:pt x="3169257" y="2249885"/>
                  </a:lnTo>
                  <a:lnTo>
                    <a:pt x="3169403" y="2249885"/>
                  </a:lnTo>
                  <a:lnTo>
                    <a:pt x="3169548" y="2249885"/>
                  </a:lnTo>
                  <a:lnTo>
                    <a:pt x="3169694" y="2249885"/>
                  </a:lnTo>
                  <a:lnTo>
                    <a:pt x="3169839" y="2249885"/>
                  </a:lnTo>
                  <a:lnTo>
                    <a:pt x="3169839" y="2249261"/>
                  </a:lnTo>
                  <a:lnTo>
                    <a:pt x="3169984" y="2249261"/>
                  </a:lnTo>
                  <a:lnTo>
                    <a:pt x="3170130" y="2249261"/>
                  </a:lnTo>
                  <a:lnTo>
                    <a:pt x="3170275" y="2249261"/>
                  </a:lnTo>
                  <a:lnTo>
                    <a:pt x="3170275" y="2248637"/>
                  </a:lnTo>
                  <a:lnTo>
                    <a:pt x="3170421" y="2248637"/>
                  </a:lnTo>
                  <a:lnTo>
                    <a:pt x="3170566" y="2248637"/>
                  </a:lnTo>
                  <a:lnTo>
                    <a:pt x="3170566" y="2248014"/>
                  </a:lnTo>
                  <a:lnTo>
                    <a:pt x="3170712" y="2248014"/>
                  </a:lnTo>
                  <a:lnTo>
                    <a:pt x="3170712" y="2247390"/>
                  </a:lnTo>
                  <a:lnTo>
                    <a:pt x="3170857" y="2247390"/>
                  </a:lnTo>
                  <a:lnTo>
                    <a:pt x="3171002" y="2247390"/>
                  </a:lnTo>
                  <a:lnTo>
                    <a:pt x="3171002" y="2246767"/>
                  </a:lnTo>
                  <a:lnTo>
                    <a:pt x="3171148" y="2246767"/>
                  </a:lnTo>
                  <a:lnTo>
                    <a:pt x="3171293" y="2246767"/>
                  </a:lnTo>
                  <a:lnTo>
                    <a:pt x="3171293" y="2246143"/>
                  </a:lnTo>
                  <a:lnTo>
                    <a:pt x="3171439" y="2246143"/>
                  </a:lnTo>
                  <a:lnTo>
                    <a:pt x="3171584" y="2246143"/>
                  </a:lnTo>
                  <a:lnTo>
                    <a:pt x="3171730" y="2246143"/>
                  </a:lnTo>
                  <a:lnTo>
                    <a:pt x="3171875" y="2246143"/>
                  </a:lnTo>
                  <a:lnTo>
                    <a:pt x="3172020" y="2246143"/>
                  </a:lnTo>
                  <a:lnTo>
                    <a:pt x="3172020" y="2245519"/>
                  </a:lnTo>
                  <a:lnTo>
                    <a:pt x="3172166" y="2245519"/>
                  </a:lnTo>
                  <a:lnTo>
                    <a:pt x="3172311" y="2245519"/>
                  </a:lnTo>
                  <a:lnTo>
                    <a:pt x="3172457" y="2245519"/>
                  </a:lnTo>
                  <a:lnTo>
                    <a:pt x="3172602" y="2245519"/>
                  </a:lnTo>
                  <a:lnTo>
                    <a:pt x="3172748" y="2245519"/>
                  </a:lnTo>
                  <a:lnTo>
                    <a:pt x="3172893" y="2245519"/>
                  </a:lnTo>
                  <a:lnTo>
                    <a:pt x="3173038" y="2245519"/>
                  </a:lnTo>
                  <a:lnTo>
                    <a:pt x="3173184" y="2245519"/>
                  </a:lnTo>
                  <a:lnTo>
                    <a:pt x="3173329" y="2245519"/>
                  </a:lnTo>
                  <a:lnTo>
                    <a:pt x="3173475" y="2245519"/>
                  </a:lnTo>
                  <a:lnTo>
                    <a:pt x="3173475" y="2244896"/>
                  </a:lnTo>
                  <a:lnTo>
                    <a:pt x="3173620" y="2244896"/>
                  </a:lnTo>
                  <a:lnTo>
                    <a:pt x="3173765" y="2244896"/>
                  </a:lnTo>
                  <a:lnTo>
                    <a:pt x="3173911" y="2244896"/>
                  </a:lnTo>
                  <a:lnTo>
                    <a:pt x="3174056" y="2244896"/>
                  </a:lnTo>
                  <a:lnTo>
                    <a:pt x="3174202" y="2244896"/>
                  </a:lnTo>
                  <a:lnTo>
                    <a:pt x="3174347" y="2244896"/>
                  </a:lnTo>
                  <a:lnTo>
                    <a:pt x="3174493" y="2244896"/>
                  </a:lnTo>
                  <a:lnTo>
                    <a:pt x="3174638" y="2244896"/>
                  </a:lnTo>
                  <a:lnTo>
                    <a:pt x="3174783" y="2244896"/>
                  </a:lnTo>
                  <a:lnTo>
                    <a:pt x="3174929" y="2244896"/>
                  </a:lnTo>
                  <a:lnTo>
                    <a:pt x="3175074" y="2244896"/>
                  </a:lnTo>
                  <a:lnTo>
                    <a:pt x="3175220" y="2244896"/>
                  </a:lnTo>
                  <a:lnTo>
                    <a:pt x="3175365" y="2244896"/>
                  </a:lnTo>
                  <a:lnTo>
                    <a:pt x="3175511" y="2244896"/>
                  </a:lnTo>
                  <a:lnTo>
                    <a:pt x="3175656" y="2244896"/>
                  </a:lnTo>
                  <a:lnTo>
                    <a:pt x="3175801" y="2244896"/>
                  </a:lnTo>
                  <a:lnTo>
                    <a:pt x="3175947" y="2244896"/>
                  </a:lnTo>
                  <a:lnTo>
                    <a:pt x="3175947" y="2244272"/>
                  </a:lnTo>
                  <a:lnTo>
                    <a:pt x="3176092" y="2244272"/>
                  </a:lnTo>
                  <a:lnTo>
                    <a:pt x="3176238" y="2244272"/>
                  </a:lnTo>
                  <a:lnTo>
                    <a:pt x="3176383" y="2244272"/>
                  </a:lnTo>
                  <a:lnTo>
                    <a:pt x="3176529" y="2244272"/>
                  </a:lnTo>
                  <a:lnTo>
                    <a:pt x="3176674" y="2244272"/>
                  </a:lnTo>
                  <a:lnTo>
                    <a:pt x="3176819" y="2244272"/>
                  </a:lnTo>
                  <a:lnTo>
                    <a:pt x="3176819" y="2243649"/>
                  </a:lnTo>
                  <a:lnTo>
                    <a:pt x="3176965" y="2243649"/>
                  </a:lnTo>
                  <a:lnTo>
                    <a:pt x="3176965" y="2243025"/>
                  </a:lnTo>
                  <a:lnTo>
                    <a:pt x="3177110" y="2243025"/>
                  </a:lnTo>
                  <a:lnTo>
                    <a:pt x="3177256" y="2243025"/>
                  </a:lnTo>
                  <a:lnTo>
                    <a:pt x="3177401" y="2243025"/>
                  </a:lnTo>
                  <a:lnTo>
                    <a:pt x="3177547" y="2243025"/>
                  </a:lnTo>
                  <a:lnTo>
                    <a:pt x="3177692" y="2243025"/>
                  </a:lnTo>
                  <a:lnTo>
                    <a:pt x="3177837" y="2243025"/>
                  </a:lnTo>
                  <a:lnTo>
                    <a:pt x="3177983" y="2243025"/>
                  </a:lnTo>
                  <a:lnTo>
                    <a:pt x="3178128" y="2243025"/>
                  </a:lnTo>
                  <a:lnTo>
                    <a:pt x="3178274" y="2243025"/>
                  </a:lnTo>
                  <a:lnTo>
                    <a:pt x="3178419" y="2243025"/>
                  </a:lnTo>
                  <a:lnTo>
                    <a:pt x="3178565" y="2243025"/>
                  </a:lnTo>
                  <a:lnTo>
                    <a:pt x="3178710" y="2243025"/>
                  </a:lnTo>
                  <a:lnTo>
                    <a:pt x="3178855" y="2243025"/>
                  </a:lnTo>
                  <a:lnTo>
                    <a:pt x="3179001" y="2243025"/>
                  </a:lnTo>
                  <a:lnTo>
                    <a:pt x="3179146" y="2243025"/>
                  </a:lnTo>
                  <a:lnTo>
                    <a:pt x="3179292" y="2243025"/>
                  </a:lnTo>
                  <a:lnTo>
                    <a:pt x="3179437" y="2243025"/>
                  </a:lnTo>
                  <a:lnTo>
                    <a:pt x="3179583" y="2243025"/>
                  </a:lnTo>
                  <a:lnTo>
                    <a:pt x="3179728" y="2243025"/>
                  </a:lnTo>
                  <a:lnTo>
                    <a:pt x="3179873" y="2243025"/>
                  </a:lnTo>
                  <a:lnTo>
                    <a:pt x="3180019" y="2243025"/>
                  </a:lnTo>
                  <a:lnTo>
                    <a:pt x="3180164" y="2243025"/>
                  </a:lnTo>
                  <a:lnTo>
                    <a:pt x="3180164" y="2242402"/>
                  </a:lnTo>
                  <a:lnTo>
                    <a:pt x="3180310" y="2242402"/>
                  </a:lnTo>
                  <a:lnTo>
                    <a:pt x="3180455" y="2242402"/>
                  </a:lnTo>
                  <a:lnTo>
                    <a:pt x="3180600" y="2242402"/>
                  </a:lnTo>
                  <a:lnTo>
                    <a:pt x="3180746" y="2242402"/>
                  </a:lnTo>
                  <a:lnTo>
                    <a:pt x="3180891" y="2242402"/>
                  </a:lnTo>
                  <a:lnTo>
                    <a:pt x="3181037" y="2242402"/>
                  </a:lnTo>
                  <a:lnTo>
                    <a:pt x="3181182" y="2242402"/>
                  </a:lnTo>
                  <a:lnTo>
                    <a:pt x="3181328" y="2242402"/>
                  </a:lnTo>
                  <a:lnTo>
                    <a:pt x="3181328" y="2241778"/>
                  </a:lnTo>
                  <a:lnTo>
                    <a:pt x="3181328" y="2241154"/>
                  </a:lnTo>
                  <a:lnTo>
                    <a:pt x="3181473" y="2241154"/>
                  </a:lnTo>
                  <a:lnTo>
                    <a:pt x="3181618" y="2241154"/>
                  </a:lnTo>
                  <a:lnTo>
                    <a:pt x="3181764" y="2241154"/>
                  </a:lnTo>
                  <a:lnTo>
                    <a:pt x="3181909" y="2241154"/>
                  </a:lnTo>
                  <a:lnTo>
                    <a:pt x="3181909" y="2240531"/>
                  </a:lnTo>
                  <a:lnTo>
                    <a:pt x="3182055" y="2240531"/>
                  </a:lnTo>
                  <a:lnTo>
                    <a:pt x="3182055" y="2239907"/>
                  </a:lnTo>
                  <a:lnTo>
                    <a:pt x="3182055" y="2239284"/>
                  </a:lnTo>
                  <a:lnTo>
                    <a:pt x="3182055" y="2238660"/>
                  </a:lnTo>
                  <a:lnTo>
                    <a:pt x="3182200" y="2238660"/>
                  </a:lnTo>
                  <a:lnTo>
                    <a:pt x="3182200" y="2238036"/>
                  </a:lnTo>
                  <a:lnTo>
                    <a:pt x="3182200" y="2237413"/>
                  </a:lnTo>
                  <a:lnTo>
                    <a:pt x="3182346" y="2237413"/>
                  </a:lnTo>
                  <a:lnTo>
                    <a:pt x="3182491" y="2237413"/>
                  </a:lnTo>
                  <a:lnTo>
                    <a:pt x="3182636" y="2237413"/>
                  </a:lnTo>
                  <a:lnTo>
                    <a:pt x="3182636" y="2236789"/>
                  </a:lnTo>
                  <a:lnTo>
                    <a:pt x="3182782" y="2236789"/>
                  </a:lnTo>
                  <a:lnTo>
                    <a:pt x="3182927" y="2236789"/>
                  </a:lnTo>
                  <a:lnTo>
                    <a:pt x="3183073" y="2236789"/>
                  </a:lnTo>
                  <a:lnTo>
                    <a:pt x="3183218" y="2236789"/>
                  </a:lnTo>
                  <a:lnTo>
                    <a:pt x="3183218" y="2236166"/>
                  </a:lnTo>
                  <a:lnTo>
                    <a:pt x="3183364" y="2236166"/>
                  </a:lnTo>
                  <a:lnTo>
                    <a:pt x="3183509" y="2236166"/>
                  </a:lnTo>
                  <a:lnTo>
                    <a:pt x="3183509" y="2235542"/>
                  </a:lnTo>
                  <a:lnTo>
                    <a:pt x="3183654" y="2235542"/>
                  </a:lnTo>
                  <a:lnTo>
                    <a:pt x="3183800" y="2235542"/>
                  </a:lnTo>
                  <a:lnTo>
                    <a:pt x="3183945" y="2235542"/>
                  </a:lnTo>
                  <a:lnTo>
                    <a:pt x="3184091" y="2235542"/>
                  </a:lnTo>
                  <a:lnTo>
                    <a:pt x="3184236" y="2235542"/>
                  </a:lnTo>
                  <a:lnTo>
                    <a:pt x="3184382" y="2235542"/>
                  </a:lnTo>
                  <a:lnTo>
                    <a:pt x="3184382" y="2234919"/>
                  </a:lnTo>
                  <a:lnTo>
                    <a:pt x="3184527" y="2234919"/>
                  </a:lnTo>
                  <a:lnTo>
                    <a:pt x="3184672" y="2234919"/>
                  </a:lnTo>
                  <a:lnTo>
                    <a:pt x="3184672" y="2234295"/>
                  </a:lnTo>
                  <a:lnTo>
                    <a:pt x="3184818" y="2234295"/>
                  </a:lnTo>
                  <a:lnTo>
                    <a:pt x="3184963" y="2234295"/>
                  </a:lnTo>
                  <a:lnTo>
                    <a:pt x="3185109" y="2234295"/>
                  </a:lnTo>
                  <a:lnTo>
                    <a:pt x="3185254" y="2234295"/>
                  </a:lnTo>
                  <a:lnTo>
                    <a:pt x="3185400" y="2234295"/>
                  </a:lnTo>
                  <a:lnTo>
                    <a:pt x="3185545" y="2234295"/>
                  </a:lnTo>
                  <a:lnTo>
                    <a:pt x="3185690" y="2234295"/>
                  </a:lnTo>
                  <a:lnTo>
                    <a:pt x="3185836" y="2234295"/>
                  </a:lnTo>
                  <a:lnTo>
                    <a:pt x="3185836" y="2233671"/>
                  </a:lnTo>
                  <a:lnTo>
                    <a:pt x="3185981" y="2233671"/>
                  </a:lnTo>
                  <a:lnTo>
                    <a:pt x="3186127" y="2233671"/>
                  </a:lnTo>
                  <a:lnTo>
                    <a:pt x="3186272" y="2233671"/>
                  </a:lnTo>
                  <a:lnTo>
                    <a:pt x="3186418" y="2233671"/>
                  </a:lnTo>
                  <a:lnTo>
                    <a:pt x="3186418" y="2233048"/>
                  </a:lnTo>
                  <a:lnTo>
                    <a:pt x="3186563" y="2233048"/>
                  </a:lnTo>
                  <a:lnTo>
                    <a:pt x="3186708" y="2233048"/>
                  </a:lnTo>
                  <a:lnTo>
                    <a:pt x="3186854" y="2233048"/>
                  </a:lnTo>
                  <a:lnTo>
                    <a:pt x="3186999" y="2233048"/>
                  </a:lnTo>
                  <a:lnTo>
                    <a:pt x="3187145" y="2233048"/>
                  </a:lnTo>
                  <a:lnTo>
                    <a:pt x="3187290" y="2233048"/>
                  </a:lnTo>
                  <a:lnTo>
                    <a:pt x="3187435" y="2233048"/>
                  </a:lnTo>
                  <a:lnTo>
                    <a:pt x="3187581" y="2233048"/>
                  </a:lnTo>
                  <a:lnTo>
                    <a:pt x="3187726" y="2233048"/>
                  </a:lnTo>
                  <a:lnTo>
                    <a:pt x="3187872" y="2233048"/>
                  </a:lnTo>
                  <a:lnTo>
                    <a:pt x="3187872" y="2232424"/>
                  </a:lnTo>
                  <a:lnTo>
                    <a:pt x="3187872" y="2231801"/>
                  </a:lnTo>
                  <a:lnTo>
                    <a:pt x="3187872" y="2231177"/>
                  </a:lnTo>
                  <a:lnTo>
                    <a:pt x="3187872" y="2230553"/>
                  </a:lnTo>
                  <a:lnTo>
                    <a:pt x="3188017" y="2230553"/>
                  </a:lnTo>
                  <a:lnTo>
                    <a:pt x="3188163" y="2230553"/>
                  </a:lnTo>
                  <a:lnTo>
                    <a:pt x="3188308" y="2230553"/>
                  </a:lnTo>
                  <a:lnTo>
                    <a:pt x="3188453" y="2230553"/>
                  </a:lnTo>
                  <a:lnTo>
                    <a:pt x="3188599" y="2230553"/>
                  </a:lnTo>
                  <a:lnTo>
                    <a:pt x="3188744" y="2230553"/>
                  </a:lnTo>
                  <a:lnTo>
                    <a:pt x="3188890" y="2230553"/>
                  </a:lnTo>
                  <a:lnTo>
                    <a:pt x="3189035" y="2230553"/>
                  </a:lnTo>
                  <a:lnTo>
                    <a:pt x="3189181" y="2230553"/>
                  </a:lnTo>
                  <a:lnTo>
                    <a:pt x="3189326" y="2230553"/>
                  </a:lnTo>
                  <a:lnTo>
                    <a:pt x="3189471" y="2230553"/>
                  </a:lnTo>
                  <a:lnTo>
                    <a:pt x="3189617" y="2230553"/>
                  </a:lnTo>
                  <a:lnTo>
                    <a:pt x="3189762" y="2230553"/>
                  </a:lnTo>
                  <a:lnTo>
                    <a:pt x="3189908" y="2230553"/>
                  </a:lnTo>
                  <a:lnTo>
                    <a:pt x="3190053" y="2230553"/>
                  </a:lnTo>
                  <a:lnTo>
                    <a:pt x="3190199" y="2230553"/>
                  </a:lnTo>
                  <a:lnTo>
                    <a:pt x="3190344" y="2230553"/>
                  </a:lnTo>
                  <a:lnTo>
                    <a:pt x="3190489" y="2230553"/>
                  </a:lnTo>
                  <a:lnTo>
                    <a:pt x="3190489" y="2229930"/>
                  </a:lnTo>
                  <a:lnTo>
                    <a:pt x="3190635" y="2229930"/>
                  </a:lnTo>
                  <a:lnTo>
                    <a:pt x="3190780" y="2229930"/>
                  </a:lnTo>
                  <a:lnTo>
                    <a:pt x="3190780" y="2229306"/>
                  </a:lnTo>
                  <a:lnTo>
                    <a:pt x="3190926" y="2229306"/>
                  </a:lnTo>
                  <a:lnTo>
                    <a:pt x="3190926" y="2228683"/>
                  </a:lnTo>
                  <a:lnTo>
                    <a:pt x="3191071" y="2228683"/>
                  </a:lnTo>
                  <a:lnTo>
                    <a:pt x="3191217" y="2228683"/>
                  </a:lnTo>
                  <a:lnTo>
                    <a:pt x="3191362" y="2228683"/>
                  </a:lnTo>
                  <a:lnTo>
                    <a:pt x="3191507" y="2228683"/>
                  </a:lnTo>
                  <a:lnTo>
                    <a:pt x="3191507" y="2228059"/>
                  </a:lnTo>
                  <a:lnTo>
                    <a:pt x="3191653" y="2228059"/>
                  </a:lnTo>
                  <a:lnTo>
                    <a:pt x="3191798" y="2228059"/>
                  </a:lnTo>
                  <a:lnTo>
                    <a:pt x="3191944" y="2228059"/>
                  </a:lnTo>
                  <a:lnTo>
                    <a:pt x="3192089" y="2228059"/>
                  </a:lnTo>
                  <a:lnTo>
                    <a:pt x="3192235" y="2228059"/>
                  </a:lnTo>
                  <a:lnTo>
                    <a:pt x="3192380" y="2228059"/>
                  </a:lnTo>
                  <a:lnTo>
                    <a:pt x="3192525" y="2228059"/>
                  </a:lnTo>
                  <a:lnTo>
                    <a:pt x="3192671" y="2228059"/>
                  </a:lnTo>
                  <a:lnTo>
                    <a:pt x="3192816" y="2228059"/>
                  </a:lnTo>
                  <a:lnTo>
                    <a:pt x="3192962" y="2228059"/>
                  </a:lnTo>
                  <a:lnTo>
                    <a:pt x="3193107" y="2228059"/>
                  </a:lnTo>
                  <a:lnTo>
                    <a:pt x="3193107" y="2227436"/>
                  </a:lnTo>
                  <a:lnTo>
                    <a:pt x="3193107" y="2226812"/>
                  </a:lnTo>
                  <a:lnTo>
                    <a:pt x="3193253" y="2226812"/>
                  </a:lnTo>
                  <a:lnTo>
                    <a:pt x="3193398" y="2226812"/>
                  </a:lnTo>
                  <a:lnTo>
                    <a:pt x="3193543" y="2226812"/>
                  </a:lnTo>
                  <a:lnTo>
                    <a:pt x="3193689" y="2226812"/>
                  </a:lnTo>
                  <a:lnTo>
                    <a:pt x="3193834" y="2226812"/>
                  </a:lnTo>
                  <a:lnTo>
                    <a:pt x="3193980" y="2226812"/>
                  </a:lnTo>
                  <a:lnTo>
                    <a:pt x="3194125" y="2226812"/>
                  </a:lnTo>
                  <a:lnTo>
                    <a:pt x="3194270" y="2226812"/>
                  </a:lnTo>
                  <a:lnTo>
                    <a:pt x="3194416" y="2226812"/>
                  </a:lnTo>
                  <a:lnTo>
                    <a:pt x="3194561" y="2226812"/>
                  </a:lnTo>
                  <a:lnTo>
                    <a:pt x="3194707" y="2226812"/>
                  </a:lnTo>
                  <a:lnTo>
                    <a:pt x="3194852" y="2226812"/>
                  </a:lnTo>
                  <a:lnTo>
                    <a:pt x="3194998" y="2226812"/>
                  </a:lnTo>
                  <a:lnTo>
                    <a:pt x="3195143" y="2226812"/>
                  </a:lnTo>
                  <a:lnTo>
                    <a:pt x="3195143" y="2226188"/>
                  </a:lnTo>
                  <a:lnTo>
                    <a:pt x="3195288" y="2226188"/>
                  </a:lnTo>
                  <a:lnTo>
                    <a:pt x="3195434" y="2226188"/>
                  </a:lnTo>
                  <a:lnTo>
                    <a:pt x="3195579" y="2226188"/>
                  </a:lnTo>
                  <a:lnTo>
                    <a:pt x="3195725" y="2226188"/>
                  </a:lnTo>
                  <a:lnTo>
                    <a:pt x="3195870" y="2226188"/>
                  </a:lnTo>
                  <a:lnTo>
                    <a:pt x="3196016" y="2226188"/>
                  </a:lnTo>
                  <a:lnTo>
                    <a:pt x="3196161" y="2226188"/>
                  </a:lnTo>
                  <a:lnTo>
                    <a:pt x="3196306" y="2226188"/>
                  </a:lnTo>
                  <a:lnTo>
                    <a:pt x="3196452" y="2226188"/>
                  </a:lnTo>
                  <a:lnTo>
                    <a:pt x="3196597" y="2226188"/>
                  </a:lnTo>
                  <a:lnTo>
                    <a:pt x="3196743" y="2226188"/>
                  </a:lnTo>
                  <a:lnTo>
                    <a:pt x="3196888" y="2226188"/>
                  </a:lnTo>
                  <a:lnTo>
                    <a:pt x="3196888" y="2225565"/>
                  </a:lnTo>
                  <a:lnTo>
                    <a:pt x="3197034" y="2225565"/>
                  </a:lnTo>
                  <a:lnTo>
                    <a:pt x="3197179" y="2225565"/>
                  </a:lnTo>
                  <a:lnTo>
                    <a:pt x="3197324" y="2225565"/>
                  </a:lnTo>
                  <a:lnTo>
                    <a:pt x="3197324" y="2224941"/>
                  </a:lnTo>
                  <a:lnTo>
                    <a:pt x="3197324" y="2224318"/>
                  </a:lnTo>
                  <a:lnTo>
                    <a:pt x="3197324" y="2223694"/>
                  </a:lnTo>
                  <a:lnTo>
                    <a:pt x="3197470" y="2223694"/>
                  </a:lnTo>
                  <a:lnTo>
                    <a:pt x="3197615" y="2223694"/>
                  </a:lnTo>
                  <a:lnTo>
                    <a:pt x="3197761" y="2223694"/>
                  </a:lnTo>
                  <a:lnTo>
                    <a:pt x="3197906" y="2223694"/>
                  </a:lnTo>
                  <a:lnTo>
                    <a:pt x="3198052" y="2223694"/>
                  </a:lnTo>
                  <a:lnTo>
                    <a:pt x="3198197" y="2223694"/>
                  </a:lnTo>
                  <a:lnTo>
                    <a:pt x="3198197" y="2223070"/>
                  </a:lnTo>
                  <a:lnTo>
                    <a:pt x="3198342" y="2223070"/>
                  </a:lnTo>
                  <a:lnTo>
                    <a:pt x="3198342" y="2222447"/>
                  </a:lnTo>
                  <a:lnTo>
                    <a:pt x="3198488" y="2222447"/>
                  </a:lnTo>
                  <a:lnTo>
                    <a:pt x="3198633" y="2222447"/>
                  </a:lnTo>
                  <a:lnTo>
                    <a:pt x="3198779" y="2222447"/>
                  </a:lnTo>
                  <a:lnTo>
                    <a:pt x="3198779" y="2221823"/>
                  </a:lnTo>
                  <a:lnTo>
                    <a:pt x="3198924" y="2221823"/>
                  </a:lnTo>
                  <a:lnTo>
                    <a:pt x="3199070" y="2221823"/>
                  </a:lnTo>
                  <a:lnTo>
                    <a:pt x="3199215" y="2221823"/>
                  </a:lnTo>
                  <a:lnTo>
                    <a:pt x="3199215" y="2221200"/>
                  </a:lnTo>
                  <a:lnTo>
                    <a:pt x="3199215" y="2220576"/>
                  </a:lnTo>
                  <a:lnTo>
                    <a:pt x="3199360" y="2220576"/>
                  </a:lnTo>
                  <a:lnTo>
                    <a:pt x="3199360" y="2219953"/>
                  </a:lnTo>
                  <a:lnTo>
                    <a:pt x="3199506" y="2219953"/>
                  </a:lnTo>
                  <a:lnTo>
                    <a:pt x="3199651" y="2219953"/>
                  </a:lnTo>
                  <a:lnTo>
                    <a:pt x="3199797" y="2219953"/>
                  </a:lnTo>
                  <a:lnTo>
                    <a:pt x="3199942" y="2219953"/>
                  </a:lnTo>
                  <a:lnTo>
                    <a:pt x="3200088" y="2219953"/>
                  </a:lnTo>
                  <a:lnTo>
                    <a:pt x="3200233" y="2219953"/>
                  </a:lnTo>
                  <a:lnTo>
                    <a:pt x="3200378" y="2219953"/>
                  </a:lnTo>
                  <a:lnTo>
                    <a:pt x="3200524" y="2219953"/>
                  </a:lnTo>
                  <a:lnTo>
                    <a:pt x="3200669" y="2219953"/>
                  </a:lnTo>
                  <a:lnTo>
                    <a:pt x="3200815" y="2219953"/>
                  </a:lnTo>
                  <a:lnTo>
                    <a:pt x="3200960" y="2219953"/>
                  </a:lnTo>
                  <a:lnTo>
                    <a:pt x="3201105" y="2219953"/>
                  </a:lnTo>
                  <a:lnTo>
                    <a:pt x="3201251" y="2219953"/>
                  </a:lnTo>
                  <a:lnTo>
                    <a:pt x="3201396" y="2219953"/>
                  </a:lnTo>
                  <a:lnTo>
                    <a:pt x="3201542" y="2219953"/>
                  </a:lnTo>
                  <a:lnTo>
                    <a:pt x="3201687" y="2219953"/>
                  </a:lnTo>
                  <a:lnTo>
                    <a:pt x="3201833" y="2219953"/>
                  </a:lnTo>
                  <a:lnTo>
                    <a:pt x="3201978" y="2219953"/>
                  </a:lnTo>
                  <a:lnTo>
                    <a:pt x="3201978" y="2219329"/>
                  </a:lnTo>
                  <a:lnTo>
                    <a:pt x="3202123" y="2219329"/>
                  </a:lnTo>
                  <a:lnTo>
                    <a:pt x="3202269" y="2219329"/>
                  </a:lnTo>
                  <a:lnTo>
                    <a:pt x="3202414" y="2219329"/>
                  </a:lnTo>
                  <a:lnTo>
                    <a:pt x="3202560" y="2219329"/>
                  </a:lnTo>
                  <a:lnTo>
                    <a:pt x="3202705" y="2219329"/>
                  </a:lnTo>
                  <a:lnTo>
                    <a:pt x="3202851" y="2219329"/>
                  </a:lnTo>
                  <a:lnTo>
                    <a:pt x="3202996" y="2219329"/>
                  </a:lnTo>
                  <a:lnTo>
                    <a:pt x="3203141" y="2219329"/>
                  </a:lnTo>
                  <a:lnTo>
                    <a:pt x="3203287" y="2219329"/>
                  </a:lnTo>
                  <a:lnTo>
                    <a:pt x="3203432" y="2219329"/>
                  </a:lnTo>
                  <a:lnTo>
                    <a:pt x="3203578" y="2219329"/>
                  </a:lnTo>
                  <a:lnTo>
                    <a:pt x="3203723" y="2219329"/>
                  </a:lnTo>
                  <a:lnTo>
                    <a:pt x="3203869" y="2219329"/>
                  </a:lnTo>
                  <a:lnTo>
                    <a:pt x="3204014" y="2219329"/>
                  </a:lnTo>
                  <a:lnTo>
                    <a:pt x="3204159" y="2219329"/>
                  </a:lnTo>
                  <a:lnTo>
                    <a:pt x="3204305" y="2219329"/>
                  </a:lnTo>
                  <a:lnTo>
                    <a:pt x="3204305" y="2218705"/>
                  </a:lnTo>
                  <a:lnTo>
                    <a:pt x="3204450" y="2218705"/>
                  </a:lnTo>
                  <a:lnTo>
                    <a:pt x="3204596" y="2218705"/>
                  </a:lnTo>
                  <a:lnTo>
                    <a:pt x="3204741" y="2218705"/>
                  </a:lnTo>
                  <a:lnTo>
                    <a:pt x="3204887" y="2218705"/>
                  </a:lnTo>
                  <a:lnTo>
                    <a:pt x="3205032" y="2218705"/>
                  </a:lnTo>
                  <a:lnTo>
                    <a:pt x="3205177" y="2218705"/>
                  </a:lnTo>
                  <a:lnTo>
                    <a:pt x="3205323" y="2218705"/>
                  </a:lnTo>
                  <a:lnTo>
                    <a:pt x="3205468" y="2218705"/>
                  </a:lnTo>
                  <a:lnTo>
                    <a:pt x="3205468" y="2218082"/>
                  </a:lnTo>
                  <a:lnTo>
                    <a:pt x="3205614" y="2218082"/>
                  </a:lnTo>
                  <a:lnTo>
                    <a:pt x="3205759" y="2218082"/>
                  </a:lnTo>
                  <a:lnTo>
                    <a:pt x="3205905" y="2218082"/>
                  </a:lnTo>
                  <a:lnTo>
                    <a:pt x="3206050" y="2218082"/>
                  </a:lnTo>
                  <a:lnTo>
                    <a:pt x="3206195" y="2218082"/>
                  </a:lnTo>
                  <a:lnTo>
                    <a:pt x="3206341" y="2218082"/>
                  </a:lnTo>
                  <a:lnTo>
                    <a:pt x="3206486" y="2218082"/>
                  </a:lnTo>
                  <a:lnTo>
                    <a:pt x="3206632" y="2218082"/>
                  </a:lnTo>
                  <a:lnTo>
                    <a:pt x="3206777" y="2218082"/>
                  </a:lnTo>
                  <a:lnTo>
                    <a:pt x="3206923" y="2218082"/>
                  </a:lnTo>
                  <a:lnTo>
                    <a:pt x="3207068" y="2218082"/>
                  </a:lnTo>
                  <a:lnTo>
                    <a:pt x="3207213" y="2218082"/>
                  </a:lnTo>
                  <a:lnTo>
                    <a:pt x="3207359" y="2218082"/>
                  </a:lnTo>
                  <a:lnTo>
                    <a:pt x="3207359" y="2217458"/>
                  </a:lnTo>
                  <a:lnTo>
                    <a:pt x="3207504" y="2217458"/>
                  </a:lnTo>
                  <a:lnTo>
                    <a:pt x="3207504" y="2216835"/>
                  </a:lnTo>
                  <a:lnTo>
                    <a:pt x="3207650" y="2216835"/>
                  </a:lnTo>
                  <a:lnTo>
                    <a:pt x="3207795" y="2216835"/>
                  </a:lnTo>
                  <a:lnTo>
                    <a:pt x="3207940" y="2216835"/>
                  </a:lnTo>
                  <a:lnTo>
                    <a:pt x="3207940" y="2216211"/>
                  </a:lnTo>
                  <a:lnTo>
                    <a:pt x="3207940" y="2215587"/>
                  </a:lnTo>
                  <a:lnTo>
                    <a:pt x="3207940" y="2214964"/>
                  </a:lnTo>
                  <a:lnTo>
                    <a:pt x="3207940" y="2214340"/>
                  </a:lnTo>
                  <a:lnTo>
                    <a:pt x="3208086" y="2214340"/>
                  </a:lnTo>
                  <a:lnTo>
                    <a:pt x="3208086" y="2213717"/>
                  </a:lnTo>
                  <a:lnTo>
                    <a:pt x="3208231" y="2213717"/>
                  </a:lnTo>
                  <a:lnTo>
                    <a:pt x="3208231" y="2213093"/>
                  </a:lnTo>
                  <a:lnTo>
                    <a:pt x="3208377" y="2213093"/>
                  </a:lnTo>
                  <a:lnTo>
                    <a:pt x="3208377" y="2212470"/>
                  </a:lnTo>
                  <a:lnTo>
                    <a:pt x="3208522" y="2212470"/>
                  </a:lnTo>
                  <a:lnTo>
                    <a:pt x="3208668" y="2212470"/>
                  </a:lnTo>
                  <a:lnTo>
                    <a:pt x="3208813" y="2212470"/>
                  </a:lnTo>
                  <a:lnTo>
                    <a:pt x="3208958" y="2212470"/>
                  </a:lnTo>
                  <a:lnTo>
                    <a:pt x="3209104" y="2212470"/>
                  </a:lnTo>
                  <a:lnTo>
                    <a:pt x="3209249" y="2212470"/>
                  </a:lnTo>
                  <a:lnTo>
                    <a:pt x="3209395" y="2212470"/>
                  </a:lnTo>
                  <a:lnTo>
                    <a:pt x="3209540" y="2212470"/>
                  </a:lnTo>
                  <a:lnTo>
                    <a:pt x="3209540" y="2211846"/>
                  </a:lnTo>
                  <a:lnTo>
                    <a:pt x="3209686" y="2211846"/>
                  </a:lnTo>
                  <a:lnTo>
                    <a:pt x="3209686" y="2211222"/>
                  </a:lnTo>
                  <a:lnTo>
                    <a:pt x="3209686" y="2210599"/>
                  </a:lnTo>
                  <a:lnTo>
                    <a:pt x="3209831" y="2210599"/>
                  </a:lnTo>
                  <a:lnTo>
                    <a:pt x="3209831" y="2209975"/>
                  </a:lnTo>
                  <a:lnTo>
                    <a:pt x="3209976" y="2209975"/>
                  </a:lnTo>
                  <a:lnTo>
                    <a:pt x="3210122" y="2209975"/>
                  </a:lnTo>
                  <a:lnTo>
                    <a:pt x="3210267" y="2209975"/>
                  </a:lnTo>
                  <a:lnTo>
                    <a:pt x="3210413" y="2209975"/>
                  </a:lnTo>
                  <a:lnTo>
                    <a:pt x="3210558" y="2209975"/>
                  </a:lnTo>
                  <a:lnTo>
                    <a:pt x="3210704" y="2209975"/>
                  </a:lnTo>
                  <a:lnTo>
                    <a:pt x="3210704" y="2209352"/>
                  </a:lnTo>
                  <a:lnTo>
                    <a:pt x="3210849" y="2209352"/>
                  </a:lnTo>
                  <a:lnTo>
                    <a:pt x="3210994" y="2209352"/>
                  </a:lnTo>
                  <a:lnTo>
                    <a:pt x="3210994" y="2208728"/>
                  </a:lnTo>
                  <a:lnTo>
                    <a:pt x="3211140" y="2208728"/>
                  </a:lnTo>
                  <a:lnTo>
                    <a:pt x="3211285" y="2208728"/>
                  </a:lnTo>
                  <a:lnTo>
                    <a:pt x="3211431" y="2208728"/>
                  </a:lnTo>
                  <a:lnTo>
                    <a:pt x="3211576" y="2208728"/>
                  </a:lnTo>
                  <a:lnTo>
                    <a:pt x="3211576" y="2208104"/>
                  </a:lnTo>
                  <a:lnTo>
                    <a:pt x="3211722" y="2208104"/>
                  </a:lnTo>
                  <a:lnTo>
                    <a:pt x="3211867" y="2208104"/>
                  </a:lnTo>
                  <a:lnTo>
                    <a:pt x="3212012" y="2208104"/>
                  </a:lnTo>
                  <a:lnTo>
                    <a:pt x="3212158" y="2208104"/>
                  </a:lnTo>
                  <a:lnTo>
                    <a:pt x="3212303" y="2208104"/>
                  </a:lnTo>
                  <a:lnTo>
                    <a:pt x="3212303" y="2207481"/>
                  </a:lnTo>
                  <a:lnTo>
                    <a:pt x="3212449" y="2207481"/>
                  </a:lnTo>
                  <a:lnTo>
                    <a:pt x="3212594" y="2207481"/>
                  </a:lnTo>
                  <a:lnTo>
                    <a:pt x="3212740" y="2207481"/>
                  </a:lnTo>
                  <a:lnTo>
                    <a:pt x="3212740" y="2206857"/>
                  </a:lnTo>
                  <a:lnTo>
                    <a:pt x="3212740" y="2206234"/>
                  </a:lnTo>
                  <a:lnTo>
                    <a:pt x="3212885" y="2206234"/>
                  </a:lnTo>
                  <a:lnTo>
                    <a:pt x="3213030" y="2206234"/>
                  </a:lnTo>
                  <a:lnTo>
                    <a:pt x="3213176" y="2206234"/>
                  </a:lnTo>
                  <a:lnTo>
                    <a:pt x="3213321" y="2206234"/>
                  </a:lnTo>
                  <a:lnTo>
                    <a:pt x="3213467" y="2206234"/>
                  </a:lnTo>
                  <a:lnTo>
                    <a:pt x="3213467" y="2205610"/>
                  </a:lnTo>
                  <a:lnTo>
                    <a:pt x="3213612" y="2205610"/>
                  </a:lnTo>
                  <a:lnTo>
                    <a:pt x="3213758" y="2205610"/>
                  </a:lnTo>
                  <a:lnTo>
                    <a:pt x="3213903" y="2205610"/>
                  </a:lnTo>
                  <a:lnTo>
                    <a:pt x="3214048" y="2205610"/>
                  </a:lnTo>
                  <a:lnTo>
                    <a:pt x="3214194" y="2205610"/>
                  </a:lnTo>
                  <a:lnTo>
                    <a:pt x="3214339" y="2205610"/>
                  </a:lnTo>
                  <a:lnTo>
                    <a:pt x="3214485" y="2205610"/>
                  </a:lnTo>
                  <a:lnTo>
                    <a:pt x="3214630" y="2205610"/>
                  </a:lnTo>
                  <a:lnTo>
                    <a:pt x="3214775" y="2205610"/>
                  </a:lnTo>
                  <a:lnTo>
                    <a:pt x="3214921" y="2205610"/>
                  </a:lnTo>
                  <a:lnTo>
                    <a:pt x="3215066" y="2205610"/>
                  </a:lnTo>
                  <a:lnTo>
                    <a:pt x="3215212" y="2205610"/>
                  </a:lnTo>
                  <a:lnTo>
                    <a:pt x="3215357" y="2205610"/>
                  </a:lnTo>
                  <a:lnTo>
                    <a:pt x="3215357" y="2204987"/>
                  </a:lnTo>
                  <a:lnTo>
                    <a:pt x="3215357" y="2204363"/>
                  </a:lnTo>
                  <a:lnTo>
                    <a:pt x="3215503" y="2204363"/>
                  </a:lnTo>
                  <a:lnTo>
                    <a:pt x="3215648" y="2204363"/>
                  </a:lnTo>
                  <a:lnTo>
                    <a:pt x="3215648" y="2203739"/>
                  </a:lnTo>
                  <a:lnTo>
                    <a:pt x="3215793" y="2203739"/>
                  </a:lnTo>
                  <a:lnTo>
                    <a:pt x="3215939" y="2203739"/>
                  </a:lnTo>
                  <a:lnTo>
                    <a:pt x="3216084" y="2203739"/>
                  </a:lnTo>
                  <a:lnTo>
                    <a:pt x="3216230" y="2203739"/>
                  </a:lnTo>
                  <a:lnTo>
                    <a:pt x="3216375" y="2203739"/>
                  </a:lnTo>
                  <a:lnTo>
                    <a:pt x="3216521" y="2203739"/>
                  </a:lnTo>
                  <a:lnTo>
                    <a:pt x="3216666" y="2203739"/>
                  </a:lnTo>
                  <a:lnTo>
                    <a:pt x="3216811" y="2203739"/>
                  </a:lnTo>
                  <a:lnTo>
                    <a:pt x="3216811" y="2203116"/>
                  </a:lnTo>
                  <a:lnTo>
                    <a:pt x="3216957" y="2203116"/>
                  </a:lnTo>
                  <a:lnTo>
                    <a:pt x="3217102" y="2203116"/>
                  </a:lnTo>
                  <a:lnTo>
                    <a:pt x="3217248" y="2203116"/>
                  </a:lnTo>
                  <a:lnTo>
                    <a:pt x="3217393" y="2203116"/>
                  </a:lnTo>
                  <a:lnTo>
                    <a:pt x="3217539" y="2203116"/>
                  </a:lnTo>
                  <a:lnTo>
                    <a:pt x="3217684" y="2203116"/>
                  </a:lnTo>
                  <a:lnTo>
                    <a:pt x="3217829" y="2203116"/>
                  </a:lnTo>
                  <a:lnTo>
                    <a:pt x="3217975" y="2203116"/>
                  </a:lnTo>
                  <a:lnTo>
                    <a:pt x="3218120" y="2203116"/>
                  </a:lnTo>
                  <a:lnTo>
                    <a:pt x="3218266" y="2203116"/>
                  </a:lnTo>
                  <a:lnTo>
                    <a:pt x="3218411" y="2203116"/>
                  </a:lnTo>
                  <a:lnTo>
                    <a:pt x="3218557" y="2203116"/>
                  </a:lnTo>
                  <a:lnTo>
                    <a:pt x="3218557" y="2202492"/>
                  </a:lnTo>
                  <a:lnTo>
                    <a:pt x="3218702" y="2202492"/>
                  </a:lnTo>
                  <a:lnTo>
                    <a:pt x="3218847" y="2202492"/>
                  </a:lnTo>
                  <a:lnTo>
                    <a:pt x="3218993" y="2202492"/>
                  </a:lnTo>
                  <a:lnTo>
                    <a:pt x="3219138" y="2202492"/>
                  </a:lnTo>
                  <a:lnTo>
                    <a:pt x="3219284" y="2202492"/>
                  </a:lnTo>
                  <a:lnTo>
                    <a:pt x="3219429" y="2202492"/>
                  </a:lnTo>
                  <a:lnTo>
                    <a:pt x="3219429" y="2201869"/>
                  </a:lnTo>
                  <a:lnTo>
                    <a:pt x="3219429" y="2201245"/>
                  </a:lnTo>
                  <a:lnTo>
                    <a:pt x="3219429" y="2200622"/>
                  </a:lnTo>
                  <a:lnTo>
                    <a:pt x="3219429" y="2199998"/>
                  </a:lnTo>
                  <a:lnTo>
                    <a:pt x="3219575" y="2199998"/>
                  </a:lnTo>
                  <a:lnTo>
                    <a:pt x="3219720" y="2199998"/>
                  </a:lnTo>
                  <a:lnTo>
                    <a:pt x="3219720" y="2199374"/>
                  </a:lnTo>
                  <a:lnTo>
                    <a:pt x="3219865" y="2199374"/>
                  </a:lnTo>
                  <a:lnTo>
                    <a:pt x="3220011" y="2199374"/>
                  </a:lnTo>
                  <a:lnTo>
                    <a:pt x="3220011" y="2198751"/>
                  </a:lnTo>
                  <a:lnTo>
                    <a:pt x="3220156" y="2198751"/>
                  </a:lnTo>
                  <a:lnTo>
                    <a:pt x="3220302" y="2198751"/>
                  </a:lnTo>
                  <a:lnTo>
                    <a:pt x="3220447" y="2198751"/>
                  </a:lnTo>
                  <a:lnTo>
                    <a:pt x="3220592" y="2198751"/>
                  </a:lnTo>
                  <a:lnTo>
                    <a:pt x="3220738" y="2198751"/>
                  </a:lnTo>
                  <a:lnTo>
                    <a:pt x="3220883" y="2198751"/>
                  </a:lnTo>
                  <a:lnTo>
                    <a:pt x="3221029" y="2198751"/>
                  </a:lnTo>
                  <a:lnTo>
                    <a:pt x="3221174" y="2198751"/>
                  </a:lnTo>
                  <a:lnTo>
                    <a:pt x="3221174" y="2198127"/>
                  </a:lnTo>
                  <a:lnTo>
                    <a:pt x="3221320" y="2198127"/>
                  </a:lnTo>
                  <a:lnTo>
                    <a:pt x="3221465" y="2198127"/>
                  </a:lnTo>
                  <a:lnTo>
                    <a:pt x="3221610" y="2198127"/>
                  </a:lnTo>
                  <a:lnTo>
                    <a:pt x="3221756" y="2198127"/>
                  </a:lnTo>
                  <a:lnTo>
                    <a:pt x="3221901" y="2198127"/>
                  </a:lnTo>
                  <a:lnTo>
                    <a:pt x="3222047" y="2198127"/>
                  </a:lnTo>
                  <a:lnTo>
                    <a:pt x="3222047" y="2197504"/>
                  </a:lnTo>
                  <a:lnTo>
                    <a:pt x="3222192" y="2197504"/>
                  </a:lnTo>
                  <a:lnTo>
                    <a:pt x="3222338" y="2197504"/>
                  </a:lnTo>
                  <a:lnTo>
                    <a:pt x="3222483" y="2197504"/>
                  </a:lnTo>
                  <a:lnTo>
                    <a:pt x="3222483" y="2196880"/>
                  </a:lnTo>
                  <a:lnTo>
                    <a:pt x="3222628" y="2196880"/>
                  </a:lnTo>
                  <a:lnTo>
                    <a:pt x="3222774" y="2196880"/>
                  </a:lnTo>
                  <a:lnTo>
                    <a:pt x="3222919" y="2196880"/>
                  </a:lnTo>
                  <a:lnTo>
                    <a:pt x="3223065" y="2196880"/>
                  </a:lnTo>
                  <a:lnTo>
                    <a:pt x="3223210" y="2196880"/>
                  </a:lnTo>
                  <a:lnTo>
                    <a:pt x="3223356" y="2196880"/>
                  </a:lnTo>
                  <a:lnTo>
                    <a:pt x="3223501" y="2196880"/>
                  </a:lnTo>
                  <a:lnTo>
                    <a:pt x="3223646" y="2196880"/>
                  </a:lnTo>
                  <a:lnTo>
                    <a:pt x="3223792" y="2196880"/>
                  </a:lnTo>
                  <a:lnTo>
                    <a:pt x="3223937" y="2196880"/>
                  </a:lnTo>
                  <a:lnTo>
                    <a:pt x="3224083" y="2196880"/>
                  </a:lnTo>
                  <a:lnTo>
                    <a:pt x="3224083" y="2196256"/>
                  </a:lnTo>
                  <a:lnTo>
                    <a:pt x="3224228" y="2196256"/>
                  </a:lnTo>
                  <a:lnTo>
                    <a:pt x="3224374" y="2196256"/>
                  </a:lnTo>
                  <a:lnTo>
                    <a:pt x="3224519" y="2196256"/>
                  </a:lnTo>
                  <a:lnTo>
                    <a:pt x="3224664" y="2196256"/>
                  </a:lnTo>
                  <a:lnTo>
                    <a:pt x="3224810" y="2196256"/>
                  </a:lnTo>
                  <a:lnTo>
                    <a:pt x="3224955" y="2196256"/>
                  </a:lnTo>
                  <a:lnTo>
                    <a:pt x="3225101" y="2196256"/>
                  </a:lnTo>
                  <a:lnTo>
                    <a:pt x="3225246" y="2196256"/>
                  </a:lnTo>
                  <a:lnTo>
                    <a:pt x="3225392" y="2196256"/>
                  </a:lnTo>
                  <a:lnTo>
                    <a:pt x="3225537" y="2196256"/>
                  </a:lnTo>
                  <a:lnTo>
                    <a:pt x="3225682" y="2196256"/>
                  </a:lnTo>
                  <a:lnTo>
                    <a:pt x="3225828" y="2196256"/>
                  </a:lnTo>
                  <a:lnTo>
                    <a:pt x="3225973" y="2196256"/>
                  </a:lnTo>
                  <a:lnTo>
                    <a:pt x="3225973" y="2195633"/>
                  </a:lnTo>
                  <a:lnTo>
                    <a:pt x="3226119" y="2195633"/>
                  </a:lnTo>
                  <a:lnTo>
                    <a:pt x="3226264" y="2195633"/>
                  </a:lnTo>
                  <a:lnTo>
                    <a:pt x="3226264" y="2195009"/>
                  </a:lnTo>
                  <a:lnTo>
                    <a:pt x="3226410" y="2195009"/>
                  </a:lnTo>
                  <a:lnTo>
                    <a:pt x="3226410" y="2194386"/>
                  </a:lnTo>
                  <a:lnTo>
                    <a:pt x="3226410" y="2193762"/>
                  </a:lnTo>
                  <a:lnTo>
                    <a:pt x="3226555" y="2193762"/>
                  </a:lnTo>
                  <a:lnTo>
                    <a:pt x="3226700" y="2193762"/>
                  </a:lnTo>
                  <a:lnTo>
                    <a:pt x="3226846" y="2193762"/>
                  </a:lnTo>
                  <a:lnTo>
                    <a:pt x="3226991" y="2193762"/>
                  </a:lnTo>
                  <a:lnTo>
                    <a:pt x="3227137" y="2193762"/>
                  </a:lnTo>
                  <a:lnTo>
                    <a:pt x="3227137" y="2193139"/>
                  </a:lnTo>
                  <a:lnTo>
                    <a:pt x="3227282" y="2193139"/>
                  </a:lnTo>
                  <a:lnTo>
                    <a:pt x="3227427" y="2193139"/>
                  </a:lnTo>
                  <a:lnTo>
                    <a:pt x="3227427" y="2192515"/>
                  </a:lnTo>
                  <a:lnTo>
                    <a:pt x="3227427" y="2191891"/>
                  </a:lnTo>
                  <a:lnTo>
                    <a:pt x="3227573" y="2191891"/>
                  </a:lnTo>
                  <a:lnTo>
                    <a:pt x="3227718" y="2191891"/>
                  </a:lnTo>
                  <a:lnTo>
                    <a:pt x="3227864" y="2191891"/>
                  </a:lnTo>
                  <a:lnTo>
                    <a:pt x="3228009" y="2191891"/>
                  </a:lnTo>
                  <a:lnTo>
                    <a:pt x="3228155" y="2191891"/>
                  </a:lnTo>
                  <a:lnTo>
                    <a:pt x="3228300" y="2191891"/>
                  </a:lnTo>
                  <a:lnTo>
                    <a:pt x="3228300" y="2191268"/>
                  </a:lnTo>
                  <a:lnTo>
                    <a:pt x="3228445" y="2191268"/>
                  </a:lnTo>
                  <a:lnTo>
                    <a:pt x="3228591" y="2191268"/>
                  </a:lnTo>
                  <a:lnTo>
                    <a:pt x="3228736" y="2191268"/>
                  </a:lnTo>
                  <a:lnTo>
                    <a:pt x="3228882" y="2191268"/>
                  </a:lnTo>
                  <a:lnTo>
                    <a:pt x="3229027" y="2191268"/>
                  </a:lnTo>
                  <a:lnTo>
                    <a:pt x="3229027" y="2190644"/>
                  </a:lnTo>
                  <a:lnTo>
                    <a:pt x="3229173" y="2190644"/>
                  </a:lnTo>
                  <a:lnTo>
                    <a:pt x="3229318" y="2190644"/>
                  </a:lnTo>
                  <a:lnTo>
                    <a:pt x="3229318" y="2190021"/>
                  </a:lnTo>
                  <a:lnTo>
                    <a:pt x="3229463" y="2190021"/>
                  </a:lnTo>
                  <a:lnTo>
                    <a:pt x="3229463" y="2189397"/>
                  </a:lnTo>
                  <a:lnTo>
                    <a:pt x="3229609" y="2189397"/>
                  </a:lnTo>
                  <a:lnTo>
                    <a:pt x="3229754" y="2189397"/>
                  </a:lnTo>
                  <a:lnTo>
                    <a:pt x="3229900" y="2189397"/>
                  </a:lnTo>
                  <a:lnTo>
                    <a:pt x="3230045" y="2189397"/>
                  </a:lnTo>
                  <a:lnTo>
                    <a:pt x="3230191" y="2189397"/>
                  </a:lnTo>
                  <a:lnTo>
                    <a:pt x="3230336" y="2189397"/>
                  </a:lnTo>
                  <a:lnTo>
                    <a:pt x="3230481" y="2189397"/>
                  </a:lnTo>
                  <a:lnTo>
                    <a:pt x="3230627" y="2189397"/>
                  </a:lnTo>
                  <a:lnTo>
                    <a:pt x="3230772" y="2189397"/>
                  </a:lnTo>
                  <a:lnTo>
                    <a:pt x="3230918" y="2189397"/>
                  </a:lnTo>
                  <a:lnTo>
                    <a:pt x="3231063" y="2189397"/>
                  </a:lnTo>
                  <a:lnTo>
                    <a:pt x="3231209" y="2189397"/>
                  </a:lnTo>
                  <a:lnTo>
                    <a:pt x="3231354" y="2189397"/>
                  </a:lnTo>
                  <a:lnTo>
                    <a:pt x="3231499" y="2189397"/>
                  </a:lnTo>
                  <a:lnTo>
                    <a:pt x="3231645" y="2189397"/>
                  </a:lnTo>
                  <a:lnTo>
                    <a:pt x="3231790" y="2189397"/>
                  </a:lnTo>
                  <a:lnTo>
                    <a:pt x="3231936" y="2189397"/>
                  </a:lnTo>
                  <a:lnTo>
                    <a:pt x="3232081" y="2189397"/>
                  </a:lnTo>
                  <a:lnTo>
                    <a:pt x="3232227" y="2189397"/>
                  </a:lnTo>
                  <a:lnTo>
                    <a:pt x="3232372" y="2189397"/>
                  </a:lnTo>
                  <a:lnTo>
                    <a:pt x="3232517" y="2189397"/>
                  </a:lnTo>
                  <a:lnTo>
                    <a:pt x="3232663" y="2189397"/>
                  </a:lnTo>
                  <a:lnTo>
                    <a:pt x="3232808" y="2189397"/>
                  </a:lnTo>
                  <a:lnTo>
                    <a:pt x="3232954" y="2189397"/>
                  </a:lnTo>
                  <a:lnTo>
                    <a:pt x="3233099" y="2189397"/>
                  </a:lnTo>
                  <a:lnTo>
                    <a:pt x="3233099" y="2188773"/>
                  </a:lnTo>
                  <a:lnTo>
                    <a:pt x="3233245" y="2188773"/>
                  </a:lnTo>
                  <a:lnTo>
                    <a:pt x="3233390" y="2188773"/>
                  </a:lnTo>
                  <a:lnTo>
                    <a:pt x="3233535" y="2188773"/>
                  </a:lnTo>
                  <a:lnTo>
                    <a:pt x="3233535" y="2188150"/>
                  </a:lnTo>
                  <a:lnTo>
                    <a:pt x="3233535" y="2187526"/>
                  </a:lnTo>
                  <a:lnTo>
                    <a:pt x="3233681" y="2187526"/>
                  </a:lnTo>
                  <a:lnTo>
                    <a:pt x="3233681" y="2186903"/>
                  </a:lnTo>
                  <a:lnTo>
                    <a:pt x="3233826" y="2186903"/>
                  </a:lnTo>
                  <a:lnTo>
                    <a:pt x="3233972" y="2186903"/>
                  </a:lnTo>
                  <a:lnTo>
                    <a:pt x="3234117" y="2186903"/>
                  </a:lnTo>
                  <a:lnTo>
                    <a:pt x="3234262" y="2186903"/>
                  </a:lnTo>
                  <a:lnTo>
                    <a:pt x="3234408" y="2186903"/>
                  </a:lnTo>
                  <a:lnTo>
                    <a:pt x="3234553" y="2186903"/>
                  </a:lnTo>
                  <a:lnTo>
                    <a:pt x="3234699" y="2186903"/>
                  </a:lnTo>
                  <a:lnTo>
                    <a:pt x="3234699" y="2186279"/>
                  </a:lnTo>
                  <a:lnTo>
                    <a:pt x="3234844" y="2186279"/>
                  </a:lnTo>
                  <a:lnTo>
                    <a:pt x="3234990" y="2186279"/>
                  </a:lnTo>
                  <a:lnTo>
                    <a:pt x="3234990" y="2185656"/>
                  </a:lnTo>
                  <a:lnTo>
                    <a:pt x="3235135" y="2185656"/>
                  </a:lnTo>
                  <a:lnTo>
                    <a:pt x="3235280" y="2185656"/>
                  </a:lnTo>
                  <a:lnTo>
                    <a:pt x="3235426" y="2185656"/>
                  </a:lnTo>
                  <a:lnTo>
                    <a:pt x="3235571" y="2185656"/>
                  </a:lnTo>
                  <a:lnTo>
                    <a:pt x="3235717" y="2185656"/>
                  </a:lnTo>
                  <a:lnTo>
                    <a:pt x="3235717" y="2185032"/>
                  </a:lnTo>
                  <a:lnTo>
                    <a:pt x="3235862" y="2185032"/>
                  </a:lnTo>
                  <a:lnTo>
                    <a:pt x="3236008" y="2185032"/>
                  </a:lnTo>
                  <a:lnTo>
                    <a:pt x="3236153" y="2185032"/>
                  </a:lnTo>
                  <a:lnTo>
                    <a:pt x="3236153" y="2184408"/>
                  </a:lnTo>
                  <a:lnTo>
                    <a:pt x="3236298" y="2184408"/>
                  </a:lnTo>
                  <a:lnTo>
                    <a:pt x="3236444" y="2184408"/>
                  </a:lnTo>
                  <a:lnTo>
                    <a:pt x="3236589" y="2184408"/>
                  </a:lnTo>
                  <a:lnTo>
                    <a:pt x="3236735" y="2184408"/>
                  </a:lnTo>
                  <a:lnTo>
                    <a:pt x="3236735" y="2183785"/>
                  </a:lnTo>
                  <a:lnTo>
                    <a:pt x="3236880" y="2183785"/>
                  </a:lnTo>
                  <a:lnTo>
                    <a:pt x="3237026" y="2183785"/>
                  </a:lnTo>
                  <a:lnTo>
                    <a:pt x="3237171" y="2183785"/>
                  </a:lnTo>
                  <a:lnTo>
                    <a:pt x="3237171" y="2183161"/>
                  </a:lnTo>
                  <a:lnTo>
                    <a:pt x="3237316" y="2183161"/>
                  </a:lnTo>
                  <a:lnTo>
                    <a:pt x="3237316" y="2182538"/>
                  </a:lnTo>
                  <a:lnTo>
                    <a:pt x="3237462" y="2182538"/>
                  </a:lnTo>
                  <a:lnTo>
                    <a:pt x="3237462" y="2181914"/>
                  </a:lnTo>
                  <a:lnTo>
                    <a:pt x="3237462" y="2181290"/>
                  </a:lnTo>
                  <a:lnTo>
                    <a:pt x="3237607" y="2181290"/>
                  </a:lnTo>
                  <a:lnTo>
                    <a:pt x="3237753" y="2181290"/>
                  </a:lnTo>
                  <a:lnTo>
                    <a:pt x="3237898" y="2181290"/>
                  </a:lnTo>
                  <a:lnTo>
                    <a:pt x="3238044" y="2181290"/>
                  </a:lnTo>
                  <a:lnTo>
                    <a:pt x="3238189" y="2181290"/>
                  </a:lnTo>
                  <a:lnTo>
                    <a:pt x="3238334" y="2181290"/>
                  </a:lnTo>
                  <a:lnTo>
                    <a:pt x="3238480" y="2181290"/>
                  </a:lnTo>
                  <a:lnTo>
                    <a:pt x="3238625" y="2181290"/>
                  </a:lnTo>
                  <a:lnTo>
                    <a:pt x="3238771" y="2181290"/>
                  </a:lnTo>
                  <a:lnTo>
                    <a:pt x="3238771" y="2180667"/>
                  </a:lnTo>
                  <a:lnTo>
                    <a:pt x="3238916" y="2180667"/>
                  </a:lnTo>
                  <a:lnTo>
                    <a:pt x="3239062" y="2180667"/>
                  </a:lnTo>
                  <a:lnTo>
                    <a:pt x="3239207" y="2180667"/>
                  </a:lnTo>
                  <a:lnTo>
                    <a:pt x="3239207" y="2180043"/>
                  </a:lnTo>
                  <a:lnTo>
                    <a:pt x="3239352" y="2180043"/>
                  </a:lnTo>
                  <a:lnTo>
                    <a:pt x="3239498" y="2180043"/>
                  </a:lnTo>
                  <a:lnTo>
                    <a:pt x="3239643" y="2180043"/>
                  </a:lnTo>
                  <a:lnTo>
                    <a:pt x="3239789" y="2180043"/>
                  </a:lnTo>
                  <a:lnTo>
                    <a:pt x="3239789" y="2179420"/>
                  </a:lnTo>
                  <a:lnTo>
                    <a:pt x="3239934" y="2179420"/>
                  </a:lnTo>
                  <a:lnTo>
                    <a:pt x="3240080" y="2179420"/>
                  </a:lnTo>
                  <a:lnTo>
                    <a:pt x="3240225" y="2179420"/>
                  </a:lnTo>
                  <a:lnTo>
                    <a:pt x="3240370" y="2179420"/>
                  </a:lnTo>
                  <a:lnTo>
                    <a:pt x="3240370" y="2178796"/>
                  </a:lnTo>
                  <a:lnTo>
                    <a:pt x="3240516" y="2178796"/>
                  </a:lnTo>
                  <a:lnTo>
                    <a:pt x="3240516" y="2178173"/>
                  </a:lnTo>
                  <a:lnTo>
                    <a:pt x="3240661" y="2178173"/>
                  </a:lnTo>
                  <a:lnTo>
                    <a:pt x="3240807" y="2178173"/>
                  </a:lnTo>
                  <a:lnTo>
                    <a:pt x="3240807" y="2177549"/>
                  </a:lnTo>
                  <a:lnTo>
                    <a:pt x="3240952" y="2177549"/>
                  </a:lnTo>
                  <a:lnTo>
                    <a:pt x="3241097" y="2177549"/>
                  </a:lnTo>
                  <a:lnTo>
                    <a:pt x="3241243" y="2177549"/>
                  </a:lnTo>
                  <a:lnTo>
                    <a:pt x="3241243" y="2176925"/>
                  </a:lnTo>
                  <a:lnTo>
                    <a:pt x="3241388" y="2176925"/>
                  </a:lnTo>
                  <a:lnTo>
                    <a:pt x="3241534" y="2176925"/>
                  </a:lnTo>
                  <a:lnTo>
                    <a:pt x="3241679" y="2176925"/>
                  </a:lnTo>
                  <a:lnTo>
                    <a:pt x="3241825" y="2176925"/>
                  </a:lnTo>
                  <a:lnTo>
                    <a:pt x="3241970" y="2176925"/>
                  </a:lnTo>
                  <a:lnTo>
                    <a:pt x="3242115" y="2176925"/>
                  </a:lnTo>
                  <a:lnTo>
                    <a:pt x="3242261" y="2176925"/>
                  </a:lnTo>
                  <a:lnTo>
                    <a:pt x="3242406" y="2176925"/>
                  </a:lnTo>
                  <a:lnTo>
                    <a:pt x="3242552" y="2176925"/>
                  </a:lnTo>
                  <a:lnTo>
                    <a:pt x="3242697" y="2176925"/>
                  </a:lnTo>
                  <a:lnTo>
                    <a:pt x="3242843" y="2176925"/>
                  </a:lnTo>
                  <a:lnTo>
                    <a:pt x="3242988" y="2176925"/>
                  </a:lnTo>
                  <a:lnTo>
                    <a:pt x="3243133" y="2176925"/>
                  </a:lnTo>
                  <a:lnTo>
                    <a:pt x="3243279" y="2176925"/>
                  </a:lnTo>
                  <a:lnTo>
                    <a:pt x="3243424" y="2176925"/>
                  </a:lnTo>
                  <a:lnTo>
                    <a:pt x="3243570" y="2176925"/>
                  </a:lnTo>
                  <a:lnTo>
                    <a:pt x="3243715" y="2176925"/>
                  </a:lnTo>
                  <a:lnTo>
                    <a:pt x="3243861" y="2176925"/>
                  </a:lnTo>
                  <a:lnTo>
                    <a:pt x="3244006" y="2176925"/>
                  </a:lnTo>
                  <a:lnTo>
                    <a:pt x="3244151" y="2176925"/>
                  </a:lnTo>
                  <a:lnTo>
                    <a:pt x="3244297" y="2176925"/>
                  </a:lnTo>
                  <a:lnTo>
                    <a:pt x="3244297" y="2176302"/>
                  </a:lnTo>
                  <a:lnTo>
                    <a:pt x="3244442" y="2176302"/>
                  </a:lnTo>
                  <a:lnTo>
                    <a:pt x="3244588" y="2176302"/>
                  </a:lnTo>
                  <a:lnTo>
                    <a:pt x="3244733" y="2176302"/>
                  </a:lnTo>
                  <a:lnTo>
                    <a:pt x="3244879" y="2176302"/>
                  </a:lnTo>
                  <a:lnTo>
                    <a:pt x="3245024" y="2176302"/>
                  </a:lnTo>
                  <a:lnTo>
                    <a:pt x="3245169" y="2176302"/>
                  </a:lnTo>
                  <a:lnTo>
                    <a:pt x="3245315" y="2176302"/>
                  </a:lnTo>
                  <a:lnTo>
                    <a:pt x="3245460" y="2176302"/>
                  </a:lnTo>
                  <a:lnTo>
                    <a:pt x="3245606" y="2176302"/>
                  </a:lnTo>
                  <a:lnTo>
                    <a:pt x="3245606" y="2175678"/>
                  </a:lnTo>
                  <a:lnTo>
                    <a:pt x="3245751" y="2175678"/>
                  </a:lnTo>
                  <a:lnTo>
                    <a:pt x="3245897" y="2175678"/>
                  </a:lnTo>
                  <a:lnTo>
                    <a:pt x="3245897" y="2175055"/>
                  </a:lnTo>
                  <a:lnTo>
                    <a:pt x="3246042" y="2175055"/>
                  </a:lnTo>
                  <a:lnTo>
                    <a:pt x="3246187" y="2175055"/>
                  </a:lnTo>
                  <a:lnTo>
                    <a:pt x="3246333" y="2175055"/>
                  </a:lnTo>
                  <a:lnTo>
                    <a:pt x="3246478" y="2175055"/>
                  </a:lnTo>
                  <a:lnTo>
                    <a:pt x="3246624" y="2175055"/>
                  </a:lnTo>
                  <a:lnTo>
                    <a:pt x="3246769" y="2175055"/>
                  </a:lnTo>
                  <a:lnTo>
                    <a:pt x="3246915" y="2175055"/>
                  </a:lnTo>
                  <a:lnTo>
                    <a:pt x="3247060" y="2175055"/>
                  </a:lnTo>
                  <a:lnTo>
                    <a:pt x="3247205" y="2175055"/>
                  </a:lnTo>
                  <a:lnTo>
                    <a:pt x="3247351" y="2175055"/>
                  </a:lnTo>
                  <a:lnTo>
                    <a:pt x="3247496" y="2175055"/>
                  </a:lnTo>
                  <a:lnTo>
                    <a:pt x="3247642" y="2175055"/>
                  </a:lnTo>
                  <a:lnTo>
                    <a:pt x="3247787" y="2175055"/>
                  </a:lnTo>
                  <a:lnTo>
                    <a:pt x="3247932" y="2175055"/>
                  </a:lnTo>
                  <a:lnTo>
                    <a:pt x="3248078" y="2175055"/>
                  </a:lnTo>
                  <a:lnTo>
                    <a:pt x="3248223" y="2175055"/>
                  </a:lnTo>
                  <a:lnTo>
                    <a:pt x="3248369" y="2175055"/>
                  </a:lnTo>
                  <a:lnTo>
                    <a:pt x="3248514" y="2175055"/>
                  </a:lnTo>
                  <a:lnTo>
                    <a:pt x="3248660" y="2175055"/>
                  </a:lnTo>
                  <a:lnTo>
                    <a:pt x="3248660" y="2174431"/>
                  </a:lnTo>
                  <a:lnTo>
                    <a:pt x="3248805" y="2174431"/>
                  </a:lnTo>
                  <a:lnTo>
                    <a:pt x="3248805" y="2173807"/>
                  </a:lnTo>
                  <a:lnTo>
                    <a:pt x="3248950" y="2173807"/>
                  </a:lnTo>
                  <a:lnTo>
                    <a:pt x="3249096" y="2173807"/>
                  </a:lnTo>
                  <a:lnTo>
                    <a:pt x="3249241" y="2173807"/>
                  </a:lnTo>
                  <a:lnTo>
                    <a:pt x="3249241" y="2173184"/>
                  </a:lnTo>
                  <a:lnTo>
                    <a:pt x="3249387" y="2173184"/>
                  </a:lnTo>
                  <a:lnTo>
                    <a:pt x="3249532" y="2173184"/>
                  </a:lnTo>
                  <a:lnTo>
                    <a:pt x="3249678" y="2173184"/>
                  </a:lnTo>
                  <a:lnTo>
                    <a:pt x="3249823" y="2173184"/>
                  </a:lnTo>
                  <a:lnTo>
                    <a:pt x="3249968" y="2173184"/>
                  </a:lnTo>
                  <a:lnTo>
                    <a:pt x="3250114" y="2173184"/>
                  </a:lnTo>
                  <a:lnTo>
                    <a:pt x="3250259" y="2173184"/>
                  </a:lnTo>
                  <a:lnTo>
                    <a:pt x="3250405" y="2173184"/>
                  </a:lnTo>
                  <a:lnTo>
                    <a:pt x="3250550" y="2173184"/>
                  </a:lnTo>
                  <a:lnTo>
                    <a:pt x="3250696" y="2173184"/>
                  </a:lnTo>
                  <a:lnTo>
                    <a:pt x="3250841" y="2173184"/>
                  </a:lnTo>
                  <a:lnTo>
                    <a:pt x="3250986" y="2173184"/>
                  </a:lnTo>
                  <a:lnTo>
                    <a:pt x="3251132" y="2173184"/>
                  </a:lnTo>
                  <a:lnTo>
                    <a:pt x="3251277" y="2173184"/>
                  </a:lnTo>
                  <a:lnTo>
                    <a:pt x="3251423" y="2173184"/>
                  </a:lnTo>
                  <a:lnTo>
                    <a:pt x="3251423" y="2172560"/>
                  </a:lnTo>
                  <a:lnTo>
                    <a:pt x="3251568" y="2172560"/>
                  </a:lnTo>
                  <a:lnTo>
                    <a:pt x="3251714" y="2172560"/>
                  </a:lnTo>
                  <a:lnTo>
                    <a:pt x="3251714" y="2171937"/>
                  </a:lnTo>
                  <a:lnTo>
                    <a:pt x="3251859" y="2171937"/>
                  </a:lnTo>
                  <a:lnTo>
                    <a:pt x="3252004" y="2171937"/>
                  </a:lnTo>
                  <a:lnTo>
                    <a:pt x="3252150" y="2171937"/>
                  </a:lnTo>
                  <a:lnTo>
                    <a:pt x="3252295" y="2171937"/>
                  </a:lnTo>
                  <a:lnTo>
                    <a:pt x="3252441" y="2171937"/>
                  </a:lnTo>
                  <a:lnTo>
                    <a:pt x="3252586" y="2171937"/>
                  </a:lnTo>
                  <a:lnTo>
                    <a:pt x="3252732" y="2171937"/>
                  </a:lnTo>
                  <a:lnTo>
                    <a:pt x="3252877" y="2171937"/>
                  </a:lnTo>
                  <a:lnTo>
                    <a:pt x="3253022" y="2171937"/>
                  </a:lnTo>
                  <a:lnTo>
                    <a:pt x="3253168" y="2171937"/>
                  </a:lnTo>
                  <a:lnTo>
                    <a:pt x="3253313" y="2171937"/>
                  </a:lnTo>
                  <a:lnTo>
                    <a:pt x="3253459" y="2171937"/>
                  </a:lnTo>
                  <a:lnTo>
                    <a:pt x="3253604" y="2171937"/>
                  </a:lnTo>
                  <a:lnTo>
                    <a:pt x="3253750" y="2171937"/>
                  </a:lnTo>
                  <a:lnTo>
                    <a:pt x="3253895" y="2171937"/>
                  </a:lnTo>
                  <a:lnTo>
                    <a:pt x="3253895" y="2171313"/>
                  </a:lnTo>
                  <a:lnTo>
                    <a:pt x="3254040" y="2171313"/>
                  </a:lnTo>
                  <a:lnTo>
                    <a:pt x="3254186" y="2171313"/>
                  </a:lnTo>
                  <a:lnTo>
                    <a:pt x="3254331" y="2171313"/>
                  </a:lnTo>
                  <a:lnTo>
                    <a:pt x="3254477" y="2171313"/>
                  </a:lnTo>
                  <a:lnTo>
                    <a:pt x="3254477" y="2170690"/>
                  </a:lnTo>
                  <a:lnTo>
                    <a:pt x="3254622" y="2170690"/>
                  </a:lnTo>
                  <a:lnTo>
                    <a:pt x="3254767" y="2170690"/>
                  </a:lnTo>
                  <a:lnTo>
                    <a:pt x="3254913" y="2170690"/>
                  </a:lnTo>
                  <a:lnTo>
                    <a:pt x="3255058" y="2170690"/>
                  </a:lnTo>
                  <a:lnTo>
                    <a:pt x="3255204" y="2170690"/>
                  </a:lnTo>
                  <a:lnTo>
                    <a:pt x="3255349" y="2170690"/>
                  </a:lnTo>
                  <a:lnTo>
                    <a:pt x="3255495" y="2170690"/>
                  </a:lnTo>
                  <a:lnTo>
                    <a:pt x="3255640" y="2170690"/>
                  </a:lnTo>
                  <a:lnTo>
                    <a:pt x="3255785" y="2170690"/>
                  </a:lnTo>
                  <a:lnTo>
                    <a:pt x="3255931" y="2170690"/>
                  </a:lnTo>
                  <a:lnTo>
                    <a:pt x="3256076" y="2170690"/>
                  </a:lnTo>
                  <a:lnTo>
                    <a:pt x="3256076" y="2170066"/>
                  </a:lnTo>
                  <a:lnTo>
                    <a:pt x="3256222" y="2170066"/>
                  </a:lnTo>
                  <a:lnTo>
                    <a:pt x="3256367" y="2170066"/>
                  </a:lnTo>
                  <a:lnTo>
                    <a:pt x="3256367" y="2169442"/>
                  </a:lnTo>
                  <a:lnTo>
                    <a:pt x="3256513" y="2169442"/>
                  </a:lnTo>
                  <a:lnTo>
                    <a:pt x="3256658" y="2169442"/>
                  </a:lnTo>
                  <a:lnTo>
                    <a:pt x="3256803" y="2169442"/>
                  </a:lnTo>
                  <a:lnTo>
                    <a:pt x="3256949" y="2169442"/>
                  </a:lnTo>
                  <a:lnTo>
                    <a:pt x="3257094" y="2169442"/>
                  </a:lnTo>
                  <a:lnTo>
                    <a:pt x="3257240" y="2169442"/>
                  </a:lnTo>
                  <a:lnTo>
                    <a:pt x="3257385" y="2169442"/>
                  </a:lnTo>
                  <a:lnTo>
                    <a:pt x="3257531" y="2169442"/>
                  </a:lnTo>
                  <a:lnTo>
                    <a:pt x="3257676" y="2169442"/>
                  </a:lnTo>
                  <a:lnTo>
                    <a:pt x="3257676" y="2168819"/>
                  </a:lnTo>
                  <a:lnTo>
                    <a:pt x="3257676" y="2168195"/>
                  </a:lnTo>
                  <a:lnTo>
                    <a:pt x="3257821" y="2168195"/>
                  </a:lnTo>
                  <a:lnTo>
                    <a:pt x="3257967" y="2168195"/>
                  </a:lnTo>
                  <a:lnTo>
                    <a:pt x="3258112" y="2168195"/>
                  </a:lnTo>
                  <a:lnTo>
                    <a:pt x="3258258" y="2168195"/>
                  </a:lnTo>
                  <a:lnTo>
                    <a:pt x="3258403" y="2168195"/>
                  </a:lnTo>
                  <a:lnTo>
                    <a:pt x="3258403" y="2167572"/>
                  </a:lnTo>
                  <a:lnTo>
                    <a:pt x="3258549" y="2167572"/>
                  </a:lnTo>
                  <a:lnTo>
                    <a:pt x="3258549" y="2166948"/>
                  </a:lnTo>
                  <a:lnTo>
                    <a:pt x="3258694" y="2166948"/>
                  </a:lnTo>
                  <a:lnTo>
                    <a:pt x="3258839" y="2166948"/>
                  </a:lnTo>
                  <a:lnTo>
                    <a:pt x="3258839" y="2166324"/>
                  </a:lnTo>
                  <a:lnTo>
                    <a:pt x="3258985" y="2166324"/>
                  </a:lnTo>
                  <a:lnTo>
                    <a:pt x="3259130" y="2166324"/>
                  </a:lnTo>
                  <a:lnTo>
                    <a:pt x="3259276" y="2166324"/>
                  </a:lnTo>
                  <a:lnTo>
                    <a:pt x="3259421" y="2166324"/>
                  </a:lnTo>
                  <a:lnTo>
                    <a:pt x="3259567" y="2166324"/>
                  </a:lnTo>
                  <a:lnTo>
                    <a:pt x="3259712" y="2166324"/>
                  </a:lnTo>
                  <a:lnTo>
                    <a:pt x="3259857" y="2166324"/>
                  </a:lnTo>
                  <a:lnTo>
                    <a:pt x="3259857" y="2165701"/>
                  </a:lnTo>
                  <a:lnTo>
                    <a:pt x="3259857" y="2165077"/>
                  </a:lnTo>
                  <a:lnTo>
                    <a:pt x="3260003" y="2165077"/>
                  </a:lnTo>
                  <a:lnTo>
                    <a:pt x="3260148" y="2165077"/>
                  </a:lnTo>
                  <a:lnTo>
                    <a:pt x="3260294" y="2165077"/>
                  </a:lnTo>
                  <a:lnTo>
                    <a:pt x="3260439" y="2165077"/>
                  </a:lnTo>
                  <a:lnTo>
                    <a:pt x="3260585" y="2165077"/>
                  </a:lnTo>
                  <a:lnTo>
                    <a:pt x="3260730" y="2165077"/>
                  </a:lnTo>
                  <a:lnTo>
                    <a:pt x="3260875" y="2165077"/>
                  </a:lnTo>
                  <a:lnTo>
                    <a:pt x="3261021" y="2165077"/>
                  </a:lnTo>
                  <a:lnTo>
                    <a:pt x="3261021" y="2164454"/>
                  </a:lnTo>
                  <a:lnTo>
                    <a:pt x="3261166" y="2164454"/>
                  </a:lnTo>
                  <a:lnTo>
                    <a:pt x="3261312" y="2164454"/>
                  </a:lnTo>
                  <a:lnTo>
                    <a:pt x="3261457" y="2164454"/>
                  </a:lnTo>
                  <a:lnTo>
                    <a:pt x="3261602" y="2164454"/>
                  </a:lnTo>
                  <a:lnTo>
                    <a:pt x="3261748" y="2164454"/>
                  </a:lnTo>
                  <a:lnTo>
                    <a:pt x="3261893" y="2164454"/>
                  </a:lnTo>
                  <a:lnTo>
                    <a:pt x="3262039" y="2164454"/>
                  </a:lnTo>
                  <a:lnTo>
                    <a:pt x="3262184" y="2164454"/>
                  </a:lnTo>
                  <a:lnTo>
                    <a:pt x="3262184" y="2163830"/>
                  </a:lnTo>
                  <a:lnTo>
                    <a:pt x="3262330" y="2163830"/>
                  </a:lnTo>
                  <a:lnTo>
                    <a:pt x="3262475" y="2163830"/>
                  </a:lnTo>
                  <a:lnTo>
                    <a:pt x="3262620" y="2163830"/>
                  </a:lnTo>
                  <a:lnTo>
                    <a:pt x="3262620" y="2163207"/>
                  </a:lnTo>
                  <a:lnTo>
                    <a:pt x="3262766" y="2163207"/>
                  </a:lnTo>
                  <a:lnTo>
                    <a:pt x="3262911" y="2163207"/>
                  </a:lnTo>
                  <a:lnTo>
                    <a:pt x="3263057" y="2163207"/>
                  </a:lnTo>
                  <a:lnTo>
                    <a:pt x="3263202" y="2163207"/>
                  </a:lnTo>
                  <a:lnTo>
                    <a:pt x="3263348" y="2163207"/>
                  </a:lnTo>
                  <a:lnTo>
                    <a:pt x="3263493" y="2163207"/>
                  </a:lnTo>
                  <a:lnTo>
                    <a:pt x="3263638" y="2163207"/>
                  </a:lnTo>
                  <a:lnTo>
                    <a:pt x="3263784" y="2163207"/>
                  </a:lnTo>
                  <a:lnTo>
                    <a:pt x="3263929" y="2163207"/>
                  </a:lnTo>
                  <a:lnTo>
                    <a:pt x="3264075" y="2163207"/>
                  </a:lnTo>
                  <a:lnTo>
                    <a:pt x="3264220" y="2163207"/>
                  </a:lnTo>
                  <a:lnTo>
                    <a:pt x="3264220" y="2162583"/>
                  </a:lnTo>
                  <a:lnTo>
                    <a:pt x="3264220" y="2161959"/>
                  </a:lnTo>
                  <a:lnTo>
                    <a:pt x="3264220" y="2161336"/>
                  </a:lnTo>
                  <a:lnTo>
                    <a:pt x="3264366" y="2161336"/>
                  </a:lnTo>
                  <a:lnTo>
                    <a:pt x="3264511" y="2161336"/>
                  </a:lnTo>
                  <a:lnTo>
                    <a:pt x="3264656" y="2161336"/>
                  </a:lnTo>
                  <a:lnTo>
                    <a:pt x="3264802" y="2161336"/>
                  </a:lnTo>
                  <a:lnTo>
                    <a:pt x="3264947" y="2161336"/>
                  </a:lnTo>
                  <a:lnTo>
                    <a:pt x="3265093" y="2161336"/>
                  </a:lnTo>
                  <a:lnTo>
                    <a:pt x="3265238" y="2161336"/>
                  </a:lnTo>
                  <a:lnTo>
                    <a:pt x="3265384" y="2161336"/>
                  </a:lnTo>
                  <a:lnTo>
                    <a:pt x="3265529" y="2161336"/>
                  </a:lnTo>
                  <a:lnTo>
                    <a:pt x="3265529" y="2160712"/>
                  </a:lnTo>
                  <a:lnTo>
                    <a:pt x="3265529" y="2160089"/>
                  </a:lnTo>
                  <a:lnTo>
                    <a:pt x="3265674" y="2160089"/>
                  </a:lnTo>
                  <a:lnTo>
                    <a:pt x="3265820" y="2160089"/>
                  </a:lnTo>
                  <a:lnTo>
                    <a:pt x="3265820" y="2159465"/>
                  </a:lnTo>
                  <a:lnTo>
                    <a:pt x="3265965" y="2159465"/>
                  </a:lnTo>
                  <a:lnTo>
                    <a:pt x="3265965" y="2158841"/>
                  </a:lnTo>
                  <a:lnTo>
                    <a:pt x="3266111" y="2158841"/>
                  </a:lnTo>
                  <a:lnTo>
                    <a:pt x="3266256" y="2158841"/>
                  </a:lnTo>
                  <a:lnTo>
                    <a:pt x="3266402" y="2158841"/>
                  </a:lnTo>
                  <a:lnTo>
                    <a:pt x="3266547" y="2158841"/>
                  </a:lnTo>
                  <a:lnTo>
                    <a:pt x="3266547" y="2158218"/>
                  </a:lnTo>
                  <a:lnTo>
                    <a:pt x="3266692" y="2158218"/>
                  </a:lnTo>
                  <a:lnTo>
                    <a:pt x="3266692" y="2157594"/>
                  </a:lnTo>
                  <a:lnTo>
                    <a:pt x="3266838" y="2157594"/>
                  </a:lnTo>
                  <a:lnTo>
                    <a:pt x="3266983" y="2157594"/>
                  </a:lnTo>
                  <a:lnTo>
                    <a:pt x="3267129" y="2157594"/>
                  </a:lnTo>
                  <a:lnTo>
                    <a:pt x="3267129" y="2156971"/>
                  </a:lnTo>
                  <a:lnTo>
                    <a:pt x="3267274" y="2156971"/>
                  </a:lnTo>
                  <a:lnTo>
                    <a:pt x="3267420" y="2156971"/>
                  </a:lnTo>
                  <a:lnTo>
                    <a:pt x="3267565" y="2156971"/>
                  </a:lnTo>
                  <a:lnTo>
                    <a:pt x="3267710" y="2156971"/>
                  </a:lnTo>
                  <a:lnTo>
                    <a:pt x="3267710" y="2156347"/>
                  </a:lnTo>
                  <a:lnTo>
                    <a:pt x="3267856" y="2156347"/>
                  </a:lnTo>
                  <a:lnTo>
                    <a:pt x="3268001" y="2156347"/>
                  </a:lnTo>
                  <a:lnTo>
                    <a:pt x="3268147" y="2156347"/>
                  </a:lnTo>
                  <a:lnTo>
                    <a:pt x="3268292" y="2156347"/>
                  </a:lnTo>
                  <a:lnTo>
                    <a:pt x="3268437" y="2156347"/>
                  </a:lnTo>
                  <a:lnTo>
                    <a:pt x="3268583" y="2156347"/>
                  </a:lnTo>
                  <a:lnTo>
                    <a:pt x="3268728" y="2156347"/>
                  </a:lnTo>
                  <a:lnTo>
                    <a:pt x="3268874" y="2156347"/>
                  </a:lnTo>
                  <a:lnTo>
                    <a:pt x="3268874" y="2155724"/>
                  </a:lnTo>
                  <a:lnTo>
                    <a:pt x="3269019" y="2155724"/>
                  </a:lnTo>
                  <a:lnTo>
                    <a:pt x="3269165" y="2155724"/>
                  </a:lnTo>
                  <a:lnTo>
                    <a:pt x="3269310" y="2155724"/>
                  </a:lnTo>
                  <a:lnTo>
                    <a:pt x="3269455" y="2155724"/>
                  </a:lnTo>
                  <a:lnTo>
                    <a:pt x="3269601" y="2155724"/>
                  </a:lnTo>
                  <a:lnTo>
                    <a:pt x="3269746" y="2155724"/>
                  </a:lnTo>
                  <a:lnTo>
                    <a:pt x="3269892" y="2155724"/>
                  </a:lnTo>
                  <a:lnTo>
                    <a:pt x="3270037" y="2155724"/>
                  </a:lnTo>
                  <a:lnTo>
                    <a:pt x="3270183" y="2155724"/>
                  </a:lnTo>
                  <a:lnTo>
                    <a:pt x="3270328" y="2155724"/>
                  </a:lnTo>
                  <a:lnTo>
                    <a:pt x="3270473" y="2155724"/>
                  </a:lnTo>
                  <a:lnTo>
                    <a:pt x="3270619" y="2155724"/>
                  </a:lnTo>
                  <a:lnTo>
                    <a:pt x="3270764" y="2155724"/>
                  </a:lnTo>
                  <a:lnTo>
                    <a:pt x="3270764" y="2155100"/>
                  </a:lnTo>
                  <a:lnTo>
                    <a:pt x="3270764" y="2154476"/>
                  </a:lnTo>
                  <a:lnTo>
                    <a:pt x="3270764" y="2153853"/>
                  </a:lnTo>
                  <a:lnTo>
                    <a:pt x="3270910" y="2153853"/>
                  </a:lnTo>
                  <a:lnTo>
                    <a:pt x="3271055" y="2153853"/>
                  </a:lnTo>
                  <a:lnTo>
                    <a:pt x="3271201" y="2153853"/>
                  </a:lnTo>
                  <a:lnTo>
                    <a:pt x="3271346" y="2153853"/>
                  </a:lnTo>
                  <a:lnTo>
                    <a:pt x="3271491" y="2153853"/>
                  </a:lnTo>
                  <a:lnTo>
                    <a:pt x="3271637" y="2153853"/>
                  </a:lnTo>
                  <a:lnTo>
                    <a:pt x="3271637" y="2153229"/>
                  </a:lnTo>
                  <a:lnTo>
                    <a:pt x="3271782" y="2153229"/>
                  </a:lnTo>
                  <a:lnTo>
                    <a:pt x="3271928" y="2153229"/>
                  </a:lnTo>
                  <a:lnTo>
                    <a:pt x="3272073" y="2153229"/>
                  </a:lnTo>
                  <a:lnTo>
                    <a:pt x="3272219" y="2153229"/>
                  </a:lnTo>
                  <a:lnTo>
                    <a:pt x="3272364" y="2153229"/>
                  </a:lnTo>
                  <a:lnTo>
                    <a:pt x="3272509" y="2153229"/>
                  </a:lnTo>
                  <a:lnTo>
                    <a:pt x="3272509" y="2152606"/>
                  </a:lnTo>
                  <a:lnTo>
                    <a:pt x="3272509" y="2151982"/>
                  </a:lnTo>
                  <a:lnTo>
                    <a:pt x="3272655" y="2151982"/>
                  </a:lnTo>
                  <a:lnTo>
                    <a:pt x="3272800" y="2151982"/>
                  </a:lnTo>
                  <a:lnTo>
                    <a:pt x="3272946" y="2151982"/>
                  </a:lnTo>
                  <a:lnTo>
                    <a:pt x="3272946" y="2151359"/>
                  </a:lnTo>
                  <a:lnTo>
                    <a:pt x="3273091" y="2151359"/>
                  </a:lnTo>
                  <a:lnTo>
                    <a:pt x="3273237" y="2151359"/>
                  </a:lnTo>
                  <a:lnTo>
                    <a:pt x="3273382" y="2151359"/>
                  </a:lnTo>
                  <a:lnTo>
                    <a:pt x="3273382" y="2150735"/>
                  </a:lnTo>
                  <a:lnTo>
                    <a:pt x="3273527" y="2150735"/>
                  </a:lnTo>
                  <a:lnTo>
                    <a:pt x="3273673" y="2150735"/>
                  </a:lnTo>
                  <a:lnTo>
                    <a:pt x="3273818" y="2150735"/>
                  </a:lnTo>
                  <a:lnTo>
                    <a:pt x="3273964" y="2150735"/>
                  </a:lnTo>
                  <a:lnTo>
                    <a:pt x="3274109" y="2150735"/>
                  </a:lnTo>
                  <a:lnTo>
                    <a:pt x="3274255" y="2150735"/>
                  </a:lnTo>
                  <a:lnTo>
                    <a:pt x="3274400" y="2150735"/>
                  </a:lnTo>
                  <a:lnTo>
                    <a:pt x="3274545" y="2150735"/>
                  </a:lnTo>
                  <a:lnTo>
                    <a:pt x="3274545" y="2150111"/>
                  </a:lnTo>
                  <a:lnTo>
                    <a:pt x="3274691" y="2150111"/>
                  </a:lnTo>
                  <a:lnTo>
                    <a:pt x="3274836" y="2150111"/>
                  </a:lnTo>
                  <a:lnTo>
                    <a:pt x="3274982" y="2150111"/>
                  </a:lnTo>
                  <a:lnTo>
                    <a:pt x="3275127" y="2150111"/>
                  </a:lnTo>
                  <a:lnTo>
                    <a:pt x="3275272" y="2150111"/>
                  </a:lnTo>
                  <a:lnTo>
                    <a:pt x="3275418" y="2150111"/>
                  </a:lnTo>
                  <a:lnTo>
                    <a:pt x="3275418" y="2149488"/>
                  </a:lnTo>
                  <a:lnTo>
                    <a:pt x="3275563" y="2149488"/>
                  </a:lnTo>
                  <a:lnTo>
                    <a:pt x="3275709" y="2149488"/>
                  </a:lnTo>
                  <a:lnTo>
                    <a:pt x="3275854" y="2149488"/>
                  </a:lnTo>
                  <a:lnTo>
                    <a:pt x="3276000" y="2149488"/>
                  </a:lnTo>
                  <a:lnTo>
                    <a:pt x="3276145" y="2149488"/>
                  </a:lnTo>
                  <a:lnTo>
                    <a:pt x="3276290" y="2149488"/>
                  </a:lnTo>
                  <a:lnTo>
                    <a:pt x="3276290" y="2148864"/>
                  </a:lnTo>
                  <a:lnTo>
                    <a:pt x="3276290" y="2148241"/>
                  </a:lnTo>
                  <a:lnTo>
                    <a:pt x="3276436" y="2148241"/>
                  </a:lnTo>
                  <a:lnTo>
                    <a:pt x="3276581" y="2148241"/>
                  </a:lnTo>
                  <a:lnTo>
                    <a:pt x="3276727" y="2148241"/>
                  </a:lnTo>
                  <a:lnTo>
                    <a:pt x="3276872" y="2148241"/>
                  </a:lnTo>
                  <a:lnTo>
                    <a:pt x="3276872" y="2147617"/>
                  </a:lnTo>
                  <a:lnTo>
                    <a:pt x="3276872" y="2146993"/>
                  </a:lnTo>
                  <a:lnTo>
                    <a:pt x="3277018" y="2146993"/>
                  </a:lnTo>
                  <a:lnTo>
                    <a:pt x="3277163" y="2146993"/>
                  </a:lnTo>
                  <a:lnTo>
                    <a:pt x="3277163" y="2146370"/>
                  </a:lnTo>
                  <a:lnTo>
                    <a:pt x="3277308" y="2146370"/>
                  </a:lnTo>
                  <a:lnTo>
                    <a:pt x="3277454" y="2146370"/>
                  </a:lnTo>
                  <a:lnTo>
                    <a:pt x="3277454" y="2145746"/>
                  </a:lnTo>
                  <a:lnTo>
                    <a:pt x="3277454" y="2145123"/>
                  </a:lnTo>
                  <a:lnTo>
                    <a:pt x="3277599" y="2145123"/>
                  </a:lnTo>
                  <a:lnTo>
                    <a:pt x="3277745" y="2145123"/>
                  </a:lnTo>
                  <a:lnTo>
                    <a:pt x="3277890" y="2145123"/>
                  </a:lnTo>
                  <a:lnTo>
                    <a:pt x="3278036" y="2145123"/>
                  </a:lnTo>
                  <a:lnTo>
                    <a:pt x="3278181" y="2145123"/>
                  </a:lnTo>
                  <a:lnTo>
                    <a:pt x="3278326" y="2145123"/>
                  </a:lnTo>
                  <a:lnTo>
                    <a:pt x="3278472" y="2145123"/>
                  </a:lnTo>
                  <a:lnTo>
                    <a:pt x="3278617" y="2145123"/>
                  </a:lnTo>
                  <a:lnTo>
                    <a:pt x="3278763" y="2145123"/>
                  </a:lnTo>
                  <a:lnTo>
                    <a:pt x="3278908" y="2145123"/>
                  </a:lnTo>
                  <a:lnTo>
                    <a:pt x="3278908" y="2144499"/>
                  </a:lnTo>
                  <a:lnTo>
                    <a:pt x="3278908" y="2143876"/>
                  </a:lnTo>
                  <a:lnTo>
                    <a:pt x="3279054" y="2143876"/>
                  </a:lnTo>
                  <a:lnTo>
                    <a:pt x="3279054" y="2143252"/>
                  </a:lnTo>
                  <a:lnTo>
                    <a:pt x="3279199" y="2143252"/>
                  </a:lnTo>
                  <a:lnTo>
                    <a:pt x="3279344" y="2143252"/>
                  </a:lnTo>
                  <a:lnTo>
                    <a:pt x="3279490" y="2143252"/>
                  </a:lnTo>
                  <a:lnTo>
                    <a:pt x="3279635" y="2143252"/>
                  </a:lnTo>
                  <a:lnTo>
                    <a:pt x="3279781" y="2143252"/>
                  </a:lnTo>
                  <a:lnTo>
                    <a:pt x="3279926" y="2143252"/>
                  </a:lnTo>
                  <a:lnTo>
                    <a:pt x="3280072" y="2143252"/>
                  </a:lnTo>
                  <a:lnTo>
                    <a:pt x="3280217" y="2143252"/>
                  </a:lnTo>
                  <a:lnTo>
                    <a:pt x="3280362" y="2143252"/>
                  </a:lnTo>
                  <a:lnTo>
                    <a:pt x="3280508" y="2143252"/>
                  </a:lnTo>
                  <a:lnTo>
                    <a:pt x="3280653" y="2143252"/>
                  </a:lnTo>
                  <a:lnTo>
                    <a:pt x="3280799" y="2143252"/>
                  </a:lnTo>
                  <a:lnTo>
                    <a:pt x="3280944" y="2143252"/>
                  </a:lnTo>
                  <a:lnTo>
                    <a:pt x="3280944" y="2142628"/>
                  </a:lnTo>
                  <a:lnTo>
                    <a:pt x="3281090" y="2142628"/>
                  </a:lnTo>
                  <a:lnTo>
                    <a:pt x="3281235" y="2142628"/>
                  </a:lnTo>
                  <a:lnTo>
                    <a:pt x="3281380" y="2142628"/>
                  </a:lnTo>
                  <a:lnTo>
                    <a:pt x="3281380" y="2142005"/>
                  </a:lnTo>
                  <a:lnTo>
                    <a:pt x="3281526" y="2142005"/>
                  </a:lnTo>
                  <a:lnTo>
                    <a:pt x="3281671" y="2142005"/>
                  </a:lnTo>
                  <a:lnTo>
                    <a:pt x="3281817" y="2142005"/>
                  </a:lnTo>
                  <a:lnTo>
                    <a:pt x="3281962" y="2142005"/>
                  </a:lnTo>
                  <a:lnTo>
                    <a:pt x="3282107" y="2142005"/>
                  </a:lnTo>
                  <a:lnTo>
                    <a:pt x="3282253" y="2142005"/>
                  </a:lnTo>
                  <a:lnTo>
                    <a:pt x="3282398" y="2142005"/>
                  </a:lnTo>
                  <a:lnTo>
                    <a:pt x="3282544" y="2142005"/>
                  </a:lnTo>
                  <a:lnTo>
                    <a:pt x="3282689" y="2142005"/>
                  </a:lnTo>
                  <a:lnTo>
                    <a:pt x="3282689" y="2141381"/>
                  </a:lnTo>
                  <a:lnTo>
                    <a:pt x="3282835" y="2141381"/>
                  </a:lnTo>
                  <a:lnTo>
                    <a:pt x="3282980" y="2141381"/>
                  </a:lnTo>
                  <a:lnTo>
                    <a:pt x="3283125" y="2141381"/>
                  </a:lnTo>
                  <a:lnTo>
                    <a:pt x="3283271" y="2141381"/>
                  </a:lnTo>
                  <a:lnTo>
                    <a:pt x="3283416" y="2141381"/>
                  </a:lnTo>
                  <a:lnTo>
                    <a:pt x="3283562" y="2141381"/>
                  </a:lnTo>
                  <a:lnTo>
                    <a:pt x="3283707" y="2141381"/>
                  </a:lnTo>
                  <a:lnTo>
                    <a:pt x="3283853" y="2141381"/>
                  </a:lnTo>
                  <a:lnTo>
                    <a:pt x="3283998" y="2141381"/>
                  </a:lnTo>
                  <a:lnTo>
                    <a:pt x="3283998" y="2140758"/>
                  </a:lnTo>
                  <a:lnTo>
                    <a:pt x="3284143" y="2140758"/>
                  </a:lnTo>
                  <a:lnTo>
                    <a:pt x="3284289" y="2140758"/>
                  </a:lnTo>
                  <a:lnTo>
                    <a:pt x="3284434" y="2140758"/>
                  </a:lnTo>
                  <a:lnTo>
                    <a:pt x="3284580" y="2140758"/>
                  </a:lnTo>
                  <a:lnTo>
                    <a:pt x="3284725" y="2140758"/>
                  </a:lnTo>
                  <a:lnTo>
                    <a:pt x="3284871" y="2140758"/>
                  </a:lnTo>
                  <a:lnTo>
                    <a:pt x="3285016" y="2140758"/>
                  </a:lnTo>
                  <a:lnTo>
                    <a:pt x="3285161" y="2140758"/>
                  </a:lnTo>
                  <a:lnTo>
                    <a:pt x="3285161" y="2140134"/>
                  </a:lnTo>
                  <a:lnTo>
                    <a:pt x="3285307" y="2140134"/>
                  </a:lnTo>
                  <a:lnTo>
                    <a:pt x="3285452" y="2140134"/>
                  </a:lnTo>
                  <a:lnTo>
                    <a:pt x="3285598" y="2140134"/>
                  </a:lnTo>
                  <a:lnTo>
                    <a:pt x="3285743" y="2140134"/>
                  </a:lnTo>
                  <a:lnTo>
                    <a:pt x="3285889" y="2140134"/>
                  </a:lnTo>
                  <a:lnTo>
                    <a:pt x="3286034" y="2140134"/>
                  </a:lnTo>
                  <a:lnTo>
                    <a:pt x="3286179" y="2140134"/>
                  </a:lnTo>
                  <a:lnTo>
                    <a:pt x="3286179" y="2139510"/>
                  </a:lnTo>
                  <a:lnTo>
                    <a:pt x="3286325" y="2139510"/>
                  </a:lnTo>
                  <a:lnTo>
                    <a:pt x="3286470" y="2139510"/>
                  </a:lnTo>
                  <a:lnTo>
                    <a:pt x="3286616" y="2139510"/>
                  </a:lnTo>
                  <a:lnTo>
                    <a:pt x="3286616" y="2138887"/>
                  </a:lnTo>
                  <a:lnTo>
                    <a:pt x="3286616" y="2138263"/>
                  </a:lnTo>
                  <a:lnTo>
                    <a:pt x="3286616" y="2137640"/>
                  </a:lnTo>
                  <a:lnTo>
                    <a:pt x="3286761" y="2137640"/>
                  </a:lnTo>
                  <a:lnTo>
                    <a:pt x="3286907" y="2137640"/>
                  </a:lnTo>
                  <a:lnTo>
                    <a:pt x="3287052" y="2137640"/>
                  </a:lnTo>
                  <a:lnTo>
                    <a:pt x="3287052" y="2137016"/>
                  </a:lnTo>
                  <a:lnTo>
                    <a:pt x="3287197" y="2137016"/>
                  </a:lnTo>
                  <a:lnTo>
                    <a:pt x="3287343" y="2137016"/>
                  </a:lnTo>
                  <a:lnTo>
                    <a:pt x="3287488" y="2137016"/>
                  </a:lnTo>
                  <a:lnTo>
                    <a:pt x="3287488" y="2136393"/>
                  </a:lnTo>
                  <a:lnTo>
                    <a:pt x="3287634" y="2136393"/>
                  </a:lnTo>
                  <a:lnTo>
                    <a:pt x="3287779" y="2136393"/>
                  </a:lnTo>
                  <a:lnTo>
                    <a:pt x="3287925" y="2136393"/>
                  </a:lnTo>
                  <a:lnTo>
                    <a:pt x="3287925" y="2135769"/>
                  </a:lnTo>
                  <a:lnTo>
                    <a:pt x="3288070" y="2135769"/>
                  </a:lnTo>
                  <a:lnTo>
                    <a:pt x="3288215" y="2135769"/>
                  </a:lnTo>
                  <a:lnTo>
                    <a:pt x="3288361" y="2135769"/>
                  </a:lnTo>
                  <a:lnTo>
                    <a:pt x="3288506" y="2135769"/>
                  </a:lnTo>
                  <a:lnTo>
                    <a:pt x="3288506" y="2135145"/>
                  </a:lnTo>
                  <a:lnTo>
                    <a:pt x="3288652" y="2135145"/>
                  </a:lnTo>
                  <a:lnTo>
                    <a:pt x="3288797" y="2135145"/>
                  </a:lnTo>
                  <a:lnTo>
                    <a:pt x="3288942" y="2135145"/>
                  </a:lnTo>
                  <a:lnTo>
                    <a:pt x="3289088" y="2135145"/>
                  </a:lnTo>
                  <a:lnTo>
                    <a:pt x="3289233" y="2135145"/>
                  </a:lnTo>
                  <a:lnTo>
                    <a:pt x="3289379" y="2135145"/>
                  </a:lnTo>
                  <a:lnTo>
                    <a:pt x="3289524" y="2135145"/>
                  </a:lnTo>
                  <a:lnTo>
                    <a:pt x="3289670" y="2135145"/>
                  </a:lnTo>
                  <a:lnTo>
                    <a:pt x="3289815" y="2135145"/>
                  </a:lnTo>
                  <a:lnTo>
                    <a:pt x="3289960" y="2135145"/>
                  </a:lnTo>
                  <a:lnTo>
                    <a:pt x="3290106" y="2135145"/>
                  </a:lnTo>
                  <a:lnTo>
                    <a:pt x="3290251" y="2135145"/>
                  </a:lnTo>
                  <a:lnTo>
                    <a:pt x="3290397" y="2135145"/>
                  </a:lnTo>
                  <a:lnTo>
                    <a:pt x="3290542" y="2135145"/>
                  </a:lnTo>
                  <a:lnTo>
                    <a:pt x="3290688" y="2135145"/>
                  </a:lnTo>
                  <a:lnTo>
                    <a:pt x="3290833" y="2135145"/>
                  </a:lnTo>
                  <a:lnTo>
                    <a:pt x="3290833" y="2134522"/>
                  </a:lnTo>
                  <a:lnTo>
                    <a:pt x="3290833" y="2133898"/>
                  </a:lnTo>
                  <a:lnTo>
                    <a:pt x="3290978" y="2133898"/>
                  </a:lnTo>
                  <a:lnTo>
                    <a:pt x="3291124" y="2133898"/>
                  </a:lnTo>
                  <a:lnTo>
                    <a:pt x="3291269" y="2133898"/>
                  </a:lnTo>
                  <a:lnTo>
                    <a:pt x="3291415" y="2133898"/>
                  </a:lnTo>
                  <a:lnTo>
                    <a:pt x="3291560" y="2133898"/>
                  </a:lnTo>
                  <a:lnTo>
                    <a:pt x="3291706" y="2133898"/>
                  </a:lnTo>
                  <a:lnTo>
                    <a:pt x="3291851" y="2133898"/>
                  </a:lnTo>
                  <a:lnTo>
                    <a:pt x="3291996" y="2133898"/>
                  </a:lnTo>
                  <a:lnTo>
                    <a:pt x="3292142" y="2133898"/>
                  </a:lnTo>
                  <a:lnTo>
                    <a:pt x="3292142" y="2133275"/>
                  </a:lnTo>
                  <a:lnTo>
                    <a:pt x="3292287" y="2133275"/>
                  </a:lnTo>
                  <a:lnTo>
                    <a:pt x="3292433" y="2133275"/>
                  </a:lnTo>
                  <a:lnTo>
                    <a:pt x="3292433" y="2132651"/>
                  </a:lnTo>
                  <a:lnTo>
                    <a:pt x="3292433" y="2132027"/>
                  </a:lnTo>
                  <a:lnTo>
                    <a:pt x="3292578" y="2132027"/>
                  </a:lnTo>
                  <a:lnTo>
                    <a:pt x="3292724" y="2132027"/>
                  </a:lnTo>
                  <a:lnTo>
                    <a:pt x="3292869" y="2132027"/>
                  </a:lnTo>
                  <a:lnTo>
                    <a:pt x="3293014" y="2132027"/>
                  </a:lnTo>
                  <a:lnTo>
                    <a:pt x="3293160" y="2132027"/>
                  </a:lnTo>
                  <a:lnTo>
                    <a:pt x="3293305" y="2132027"/>
                  </a:lnTo>
                  <a:lnTo>
                    <a:pt x="3293451" y="2132027"/>
                  </a:lnTo>
                  <a:lnTo>
                    <a:pt x="3293596" y="2132027"/>
                  </a:lnTo>
                  <a:lnTo>
                    <a:pt x="3293742" y="2132027"/>
                  </a:lnTo>
                  <a:lnTo>
                    <a:pt x="3293887" y="2132027"/>
                  </a:lnTo>
                  <a:lnTo>
                    <a:pt x="3294032" y="2132027"/>
                  </a:lnTo>
                  <a:lnTo>
                    <a:pt x="3294178" y="2132027"/>
                  </a:lnTo>
                  <a:lnTo>
                    <a:pt x="3294323" y="2132027"/>
                  </a:lnTo>
                  <a:lnTo>
                    <a:pt x="3294469" y="2132027"/>
                  </a:lnTo>
                  <a:lnTo>
                    <a:pt x="3294614" y="2132027"/>
                  </a:lnTo>
                  <a:lnTo>
                    <a:pt x="3294760" y="2132027"/>
                  </a:lnTo>
                  <a:lnTo>
                    <a:pt x="3294905" y="2132027"/>
                  </a:lnTo>
                  <a:lnTo>
                    <a:pt x="3295050" y="2132027"/>
                  </a:lnTo>
                  <a:lnTo>
                    <a:pt x="3295196" y="2132027"/>
                  </a:lnTo>
                  <a:lnTo>
                    <a:pt x="3295341" y="2132027"/>
                  </a:lnTo>
                  <a:lnTo>
                    <a:pt x="3295487" y="2132027"/>
                  </a:lnTo>
                  <a:lnTo>
                    <a:pt x="3295487" y="2131404"/>
                  </a:lnTo>
                  <a:lnTo>
                    <a:pt x="3295632" y="2131404"/>
                  </a:lnTo>
                  <a:lnTo>
                    <a:pt x="3295777" y="2131404"/>
                  </a:lnTo>
                  <a:lnTo>
                    <a:pt x="3295777" y="2130780"/>
                  </a:lnTo>
                  <a:lnTo>
                    <a:pt x="3295923" y="2130780"/>
                  </a:lnTo>
                  <a:lnTo>
                    <a:pt x="3296068" y="2130780"/>
                  </a:lnTo>
                  <a:lnTo>
                    <a:pt x="3296214" y="2130780"/>
                  </a:lnTo>
                  <a:lnTo>
                    <a:pt x="3296359" y="2130780"/>
                  </a:lnTo>
                  <a:lnTo>
                    <a:pt x="3296505" y="2130780"/>
                  </a:lnTo>
                  <a:lnTo>
                    <a:pt x="3296650" y="2130780"/>
                  </a:lnTo>
                  <a:lnTo>
                    <a:pt x="3296650" y="2130157"/>
                  </a:lnTo>
                  <a:lnTo>
                    <a:pt x="3296795" y="2130157"/>
                  </a:lnTo>
                  <a:lnTo>
                    <a:pt x="3296941" y="2130157"/>
                  </a:lnTo>
                  <a:lnTo>
                    <a:pt x="3297086" y="2130157"/>
                  </a:lnTo>
                  <a:lnTo>
                    <a:pt x="3297232" y="2130157"/>
                  </a:lnTo>
                  <a:lnTo>
                    <a:pt x="3297377" y="2130157"/>
                  </a:lnTo>
                  <a:lnTo>
                    <a:pt x="3297523" y="2130157"/>
                  </a:lnTo>
                  <a:lnTo>
                    <a:pt x="3297668" y="2130157"/>
                  </a:lnTo>
                  <a:lnTo>
                    <a:pt x="3297813" y="2130157"/>
                  </a:lnTo>
                  <a:lnTo>
                    <a:pt x="3297959" y="2130157"/>
                  </a:lnTo>
                  <a:lnTo>
                    <a:pt x="3297959" y="2129533"/>
                  </a:lnTo>
                  <a:lnTo>
                    <a:pt x="3298104" y="2129533"/>
                  </a:lnTo>
                  <a:lnTo>
                    <a:pt x="3298250" y="2129533"/>
                  </a:lnTo>
                  <a:lnTo>
                    <a:pt x="3298395" y="2129533"/>
                  </a:lnTo>
                  <a:lnTo>
                    <a:pt x="3298541" y="2129533"/>
                  </a:lnTo>
                  <a:lnTo>
                    <a:pt x="3298686" y="2129533"/>
                  </a:lnTo>
                  <a:lnTo>
                    <a:pt x="3298831" y="2129533"/>
                  </a:lnTo>
                  <a:lnTo>
                    <a:pt x="3298977" y="2129533"/>
                  </a:lnTo>
                  <a:lnTo>
                    <a:pt x="3298977" y="2128910"/>
                  </a:lnTo>
                  <a:lnTo>
                    <a:pt x="3299122" y="2128910"/>
                  </a:lnTo>
                  <a:lnTo>
                    <a:pt x="3299268" y="2128910"/>
                  </a:lnTo>
                  <a:lnTo>
                    <a:pt x="3299413" y="2128910"/>
                  </a:lnTo>
                  <a:lnTo>
                    <a:pt x="3299559" y="2128910"/>
                  </a:lnTo>
                  <a:lnTo>
                    <a:pt x="3299704" y="2128910"/>
                  </a:lnTo>
                  <a:lnTo>
                    <a:pt x="3299849" y="2128910"/>
                  </a:lnTo>
                  <a:lnTo>
                    <a:pt x="3299995" y="2128910"/>
                  </a:lnTo>
                  <a:lnTo>
                    <a:pt x="3300140" y="2128910"/>
                  </a:lnTo>
                  <a:lnTo>
                    <a:pt x="3300286" y="2128910"/>
                  </a:lnTo>
                  <a:lnTo>
                    <a:pt x="3300431" y="2128910"/>
                  </a:lnTo>
                  <a:lnTo>
                    <a:pt x="3300577" y="2128910"/>
                  </a:lnTo>
                  <a:lnTo>
                    <a:pt x="3300577" y="2128286"/>
                  </a:lnTo>
                  <a:lnTo>
                    <a:pt x="3300722" y="2128286"/>
                  </a:lnTo>
                  <a:lnTo>
                    <a:pt x="3300867" y="2128286"/>
                  </a:lnTo>
                  <a:lnTo>
                    <a:pt x="3301013" y="2128286"/>
                  </a:lnTo>
                  <a:lnTo>
                    <a:pt x="3301158" y="2128286"/>
                  </a:lnTo>
                  <a:lnTo>
                    <a:pt x="3301304" y="2128286"/>
                  </a:lnTo>
                  <a:lnTo>
                    <a:pt x="3301449" y="2128286"/>
                  </a:lnTo>
                  <a:lnTo>
                    <a:pt x="3301594" y="2128286"/>
                  </a:lnTo>
                  <a:lnTo>
                    <a:pt x="3301740" y="2128286"/>
                  </a:lnTo>
                  <a:lnTo>
                    <a:pt x="3301885" y="2128286"/>
                  </a:lnTo>
                  <a:lnTo>
                    <a:pt x="3301885" y="2127662"/>
                  </a:lnTo>
                  <a:lnTo>
                    <a:pt x="3302031" y="2127662"/>
                  </a:lnTo>
                  <a:lnTo>
                    <a:pt x="3302031" y="2127039"/>
                  </a:lnTo>
                  <a:lnTo>
                    <a:pt x="3302176" y="2127039"/>
                  </a:lnTo>
                  <a:lnTo>
                    <a:pt x="3302322" y="2127039"/>
                  </a:lnTo>
                  <a:lnTo>
                    <a:pt x="3302322" y="2126415"/>
                  </a:lnTo>
                  <a:lnTo>
                    <a:pt x="3302467" y="2126415"/>
                  </a:lnTo>
                  <a:lnTo>
                    <a:pt x="3302612" y="2126415"/>
                  </a:lnTo>
                  <a:lnTo>
                    <a:pt x="3302612" y="2125792"/>
                  </a:lnTo>
                  <a:lnTo>
                    <a:pt x="3302758" y="2125792"/>
                  </a:lnTo>
                  <a:lnTo>
                    <a:pt x="3302903" y="2125792"/>
                  </a:lnTo>
                  <a:lnTo>
                    <a:pt x="3302903" y="2125168"/>
                  </a:lnTo>
                  <a:lnTo>
                    <a:pt x="3303049" y="2125168"/>
                  </a:lnTo>
                  <a:lnTo>
                    <a:pt x="3303049" y="2124544"/>
                  </a:lnTo>
                  <a:lnTo>
                    <a:pt x="3303194" y="2124544"/>
                  </a:lnTo>
                  <a:lnTo>
                    <a:pt x="3303340" y="2124544"/>
                  </a:lnTo>
                  <a:lnTo>
                    <a:pt x="3303340" y="2123921"/>
                  </a:lnTo>
                  <a:lnTo>
                    <a:pt x="3303340" y="2123297"/>
                  </a:lnTo>
                  <a:lnTo>
                    <a:pt x="3303485" y="2123297"/>
                  </a:lnTo>
                  <a:lnTo>
                    <a:pt x="3303630" y="2123297"/>
                  </a:lnTo>
                  <a:lnTo>
                    <a:pt x="3303776" y="2123297"/>
                  </a:lnTo>
                  <a:lnTo>
                    <a:pt x="3303776" y="2122674"/>
                  </a:lnTo>
                  <a:lnTo>
                    <a:pt x="3303921" y="2122674"/>
                  </a:lnTo>
                  <a:lnTo>
                    <a:pt x="3304067" y="2122674"/>
                  </a:lnTo>
                  <a:lnTo>
                    <a:pt x="3304212" y="2122674"/>
                  </a:lnTo>
                  <a:lnTo>
                    <a:pt x="3304358" y="2122674"/>
                  </a:lnTo>
                  <a:lnTo>
                    <a:pt x="3304358" y="2122050"/>
                  </a:lnTo>
                  <a:lnTo>
                    <a:pt x="3304503" y="2122050"/>
                  </a:lnTo>
                  <a:lnTo>
                    <a:pt x="3304648" y="2122050"/>
                  </a:lnTo>
                  <a:lnTo>
                    <a:pt x="3304794" y="2122050"/>
                  </a:lnTo>
                  <a:lnTo>
                    <a:pt x="3304939" y="2122050"/>
                  </a:lnTo>
                  <a:lnTo>
                    <a:pt x="3305085" y="2122050"/>
                  </a:lnTo>
                  <a:lnTo>
                    <a:pt x="3305230" y="2122050"/>
                  </a:lnTo>
                  <a:lnTo>
                    <a:pt x="3305376" y="2122050"/>
                  </a:lnTo>
                  <a:lnTo>
                    <a:pt x="3305521" y="2122050"/>
                  </a:lnTo>
                  <a:lnTo>
                    <a:pt x="3305666" y="2122050"/>
                  </a:lnTo>
                  <a:lnTo>
                    <a:pt x="3305666" y="2121427"/>
                  </a:lnTo>
                  <a:lnTo>
                    <a:pt x="3305666" y="2120803"/>
                  </a:lnTo>
                  <a:lnTo>
                    <a:pt x="3305812" y="2120803"/>
                  </a:lnTo>
                  <a:lnTo>
                    <a:pt x="3305957" y="2120803"/>
                  </a:lnTo>
                  <a:lnTo>
                    <a:pt x="3306103" y="2120803"/>
                  </a:lnTo>
                  <a:lnTo>
                    <a:pt x="3306248" y="2120803"/>
                  </a:lnTo>
                  <a:lnTo>
                    <a:pt x="3306394" y="2120803"/>
                  </a:lnTo>
                  <a:lnTo>
                    <a:pt x="3306394" y="2120179"/>
                  </a:lnTo>
                  <a:lnTo>
                    <a:pt x="3306539" y="2120179"/>
                  </a:lnTo>
                  <a:lnTo>
                    <a:pt x="3306684" y="2120179"/>
                  </a:lnTo>
                  <a:lnTo>
                    <a:pt x="3306830" y="2120179"/>
                  </a:lnTo>
                  <a:lnTo>
                    <a:pt x="3306975" y="2120179"/>
                  </a:lnTo>
                  <a:lnTo>
                    <a:pt x="3307121" y="2120179"/>
                  </a:lnTo>
                  <a:lnTo>
                    <a:pt x="3307266" y="2120179"/>
                  </a:lnTo>
                  <a:lnTo>
                    <a:pt x="3307412" y="2120179"/>
                  </a:lnTo>
                  <a:lnTo>
                    <a:pt x="3307557" y="2120179"/>
                  </a:lnTo>
                  <a:lnTo>
                    <a:pt x="3307702" y="2120179"/>
                  </a:lnTo>
                  <a:lnTo>
                    <a:pt x="3307848" y="2120179"/>
                  </a:lnTo>
                  <a:lnTo>
                    <a:pt x="3307993" y="2120179"/>
                  </a:lnTo>
                  <a:lnTo>
                    <a:pt x="3307993" y="2119556"/>
                  </a:lnTo>
                  <a:lnTo>
                    <a:pt x="3308139" y="2119556"/>
                  </a:lnTo>
                  <a:lnTo>
                    <a:pt x="3308284" y="2119556"/>
                  </a:lnTo>
                  <a:lnTo>
                    <a:pt x="3308429" y="2119556"/>
                  </a:lnTo>
                  <a:lnTo>
                    <a:pt x="3308575" y="2119556"/>
                  </a:lnTo>
                  <a:lnTo>
                    <a:pt x="3308720" y="2119556"/>
                  </a:lnTo>
                  <a:lnTo>
                    <a:pt x="3308866" y="2119556"/>
                  </a:lnTo>
                  <a:lnTo>
                    <a:pt x="3309011" y="2119556"/>
                  </a:lnTo>
                  <a:lnTo>
                    <a:pt x="3309157" y="2119556"/>
                  </a:lnTo>
                  <a:lnTo>
                    <a:pt x="3309302" y="2119556"/>
                  </a:lnTo>
                  <a:lnTo>
                    <a:pt x="3309447" y="2119556"/>
                  </a:lnTo>
                  <a:lnTo>
                    <a:pt x="3309593" y="2119556"/>
                  </a:lnTo>
                  <a:lnTo>
                    <a:pt x="3309738" y="2119556"/>
                  </a:lnTo>
                  <a:lnTo>
                    <a:pt x="3309884" y="2119556"/>
                  </a:lnTo>
                  <a:lnTo>
                    <a:pt x="3310029" y="2119556"/>
                  </a:lnTo>
                  <a:lnTo>
                    <a:pt x="3310175" y="2119556"/>
                  </a:lnTo>
                  <a:lnTo>
                    <a:pt x="3310320" y="2119556"/>
                  </a:lnTo>
                  <a:lnTo>
                    <a:pt x="3310320" y="2118932"/>
                  </a:lnTo>
                  <a:lnTo>
                    <a:pt x="3310465" y="2118932"/>
                  </a:lnTo>
                  <a:lnTo>
                    <a:pt x="3310611" y="2118932"/>
                  </a:lnTo>
                  <a:lnTo>
                    <a:pt x="3310756" y="2118932"/>
                  </a:lnTo>
                  <a:lnTo>
                    <a:pt x="3310902" y="2118932"/>
                  </a:lnTo>
                  <a:lnTo>
                    <a:pt x="3311047" y="2118932"/>
                  </a:lnTo>
                  <a:lnTo>
                    <a:pt x="3311193" y="2118932"/>
                  </a:lnTo>
                  <a:lnTo>
                    <a:pt x="3311338" y="2118932"/>
                  </a:lnTo>
                  <a:lnTo>
                    <a:pt x="3311483" y="2118932"/>
                  </a:lnTo>
                  <a:lnTo>
                    <a:pt x="3311483" y="2118309"/>
                  </a:lnTo>
                  <a:lnTo>
                    <a:pt x="3311629" y="2118309"/>
                  </a:lnTo>
                  <a:lnTo>
                    <a:pt x="3311774" y="2118309"/>
                  </a:lnTo>
                  <a:lnTo>
                    <a:pt x="3311920" y="2118309"/>
                  </a:lnTo>
                  <a:lnTo>
                    <a:pt x="3312065" y="2118309"/>
                  </a:lnTo>
                  <a:lnTo>
                    <a:pt x="3312211" y="2118309"/>
                  </a:lnTo>
                  <a:lnTo>
                    <a:pt x="3312356" y="2118309"/>
                  </a:lnTo>
                  <a:lnTo>
                    <a:pt x="3312501" y="2118309"/>
                  </a:lnTo>
                  <a:lnTo>
                    <a:pt x="3312647" y="2118309"/>
                  </a:lnTo>
                  <a:lnTo>
                    <a:pt x="3312792" y="2118309"/>
                  </a:lnTo>
                  <a:lnTo>
                    <a:pt x="3312792" y="2117685"/>
                  </a:lnTo>
                  <a:lnTo>
                    <a:pt x="3312938" y="2117685"/>
                  </a:lnTo>
                  <a:lnTo>
                    <a:pt x="3313083" y="2117685"/>
                  </a:lnTo>
                  <a:lnTo>
                    <a:pt x="3313229" y="2117685"/>
                  </a:lnTo>
                  <a:lnTo>
                    <a:pt x="3313374" y="2117685"/>
                  </a:lnTo>
                  <a:lnTo>
                    <a:pt x="3313374" y="2117061"/>
                  </a:lnTo>
                  <a:lnTo>
                    <a:pt x="3313519" y="2117061"/>
                  </a:lnTo>
                  <a:lnTo>
                    <a:pt x="3313519" y="2116438"/>
                  </a:lnTo>
                  <a:lnTo>
                    <a:pt x="3313665" y="2116438"/>
                  </a:lnTo>
                  <a:lnTo>
                    <a:pt x="3313810" y="2116438"/>
                  </a:lnTo>
                  <a:lnTo>
                    <a:pt x="3313956" y="2116438"/>
                  </a:lnTo>
                  <a:lnTo>
                    <a:pt x="3313956" y="2115814"/>
                  </a:lnTo>
                  <a:lnTo>
                    <a:pt x="3314101" y="2115814"/>
                  </a:lnTo>
                  <a:lnTo>
                    <a:pt x="3314247" y="2115814"/>
                  </a:lnTo>
                  <a:lnTo>
                    <a:pt x="3314392" y="2115814"/>
                  </a:lnTo>
                  <a:lnTo>
                    <a:pt x="3314392" y="2115191"/>
                  </a:lnTo>
                  <a:lnTo>
                    <a:pt x="3314537" y="2115191"/>
                  </a:lnTo>
                  <a:lnTo>
                    <a:pt x="3314683" y="2115191"/>
                  </a:lnTo>
                  <a:lnTo>
                    <a:pt x="3314828" y="2115191"/>
                  </a:lnTo>
                  <a:lnTo>
                    <a:pt x="3314974" y="2115191"/>
                  </a:lnTo>
                  <a:lnTo>
                    <a:pt x="3315119" y="2115191"/>
                  </a:lnTo>
                  <a:lnTo>
                    <a:pt x="3315264" y="2115191"/>
                  </a:lnTo>
                  <a:lnTo>
                    <a:pt x="3315410" y="2115191"/>
                  </a:lnTo>
                  <a:lnTo>
                    <a:pt x="3315555" y="2115191"/>
                  </a:lnTo>
                  <a:lnTo>
                    <a:pt x="3315701" y="2115191"/>
                  </a:lnTo>
                  <a:lnTo>
                    <a:pt x="3315846" y="2115191"/>
                  </a:lnTo>
                  <a:lnTo>
                    <a:pt x="3315992" y="2115191"/>
                  </a:lnTo>
                  <a:lnTo>
                    <a:pt x="3316137" y="2115191"/>
                  </a:lnTo>
                  <a:lnTo>
                    <a:pt x="3316282" y="2115191"/>
                  </a:lnTo>
                  <a:lnTo>
                    <a:pt x="3316428" y="2115191"/>
                  </a:lnTo>
                  <a:lnTo>
                    <a:pt x="3316573" y="2115191"/>
                  </a:lnTo>
                  <a:lnTo>
                    <a:pt x="3316719" y="2115191"/>
                  </a:lnTo>
                  <a:lnTo>
                    <a:pt x="3316719" y="2114567"/>
                  </a:lnTo>
                  <a:lnTo>
                    <a:pt x="3316864" y="2114567"/>
                  </a:lnTo>
                  <a:lnTo>
                    <a:pt x="3317010" y="2114567"/>
                  </a:lnTo>
                  <a:lnTo>
                    <a:pt x="3317155" y="2114567"/>
                  </a:lnTo>
                  <a:lnTo>
                    <a:pt x="3317300" y="2114567"/>
                  </a:lnTo>
                  <a:lnTo>
                    <a:pt x="3317446" y="2114567"/>
                  </a:lnTo>
                  <a:lnTo>
                    <a:pt x="3317591" y="2114567"/>
                  </a:lnTo>
                  <a:lnTo>
                    <a:pt x="3317591" y="2113944"/>
                  </a:lnTo>
                  <a:lnTo>
                    <a:pt x="3317737" y="2113944"/>
                  </a:lnTo>
                  <a:lnTo>
                    <a:pt x="3317882" y="2113944"/>
                  </a:lnTo>
                  <a:lnTo>
                    <a:pt x="3318028" y="2113944"/>
                  </a:lnTo>
                  <a:lnTo>
                    <a:pt x="3318028" y="2113320"/>
                  </a:lnTo>
                  <a:lnTo>
                    <a:pt x="3318173" y="2113320"/>
                  </a:lnTo>
                  <a:lnTo>
                    <a:pt x="3318318" y="2113320"/>
                  </a:lnTo>
                  <a:lnTo>
                    <a:pt x="3318464" y="2113320"/>
                  </a:lnTo>
                  <a:lnTo>
                    <a:pt x="3318464" y="2112696"/>
                  </a:lnTo>
                  <a:lnTo>
                    <a:pt x="3318609" y="2112696"/>
                  </a:lnTo>
                  <a:lnTo>
                    <a:pt x="3318609" y="2112073"/>
                  </a:lnTo>
                  <a:lnTo>
                    <a:pt x="3318755" y="2112073"/>
                  </a:lnTo>
                  <a:lnTo>
                    <a:pt x="3318755" y="2111449"/>
                  </a:lnTo>
                  <a:lnTo>
                    <a:pt x="3318900" y="2111449"/>
                  </a:lnTo>
                  <a:lnTo>
                    <a:pt x="3318900" y="2110826"/>
                  </a:lnTo>
                  <a:lnTo>
                    <a:pt x="3319046" y="2110826"/>
                  </a:lnTo>
                  <a:lnTo>
                    <a:pt x="3319191" y="2110826"/>
                  </a:lnTo>
                  <a:lnTo>
                    <a:pt x="3319336" y="2110826"/>
                  </a:lnTo>
                  <a:lnTo>
                    <a:pt x="3319336" y="2110202"/>
                  </a:lnTo>
                  <a:lnTo>
                    <a:pt x="3319482" y="2110202"/>
                  </a:lnTo>
                  <a:lnTo>
                    <a:pt x="3319627" y="2110202"/>
                  </a:lnTo>
                  <a:lnTo>
                    <a:pt x="3319773" y="2110202"/>
                  </a:lnTo>
                  <a:lnTo>
                    <a:pt x="3319773" y="2109578"/>
                  </a:lnTo>
                  <a:lnTo>
                    <a:pt x="3319918" y="2109578"/>
                  </a:lnTo>
                  <a:lnTo>
                    <a:pt x="3319918" y="2108955"/>
                  </a:lnTo>
                  <a:lnTo>
                    <a:pt x="3320064" y="2108955"/>
                  </a:lnTo>
                  <a:lnTo>
                    <a:pt x="3320209" y="2108955"/>
                  </a:lnTo>
                  <a:lnTo>
                    <a:pt x="3320354" y="2108955"/>
                  </a:lnTo>
                  <a:lnTo>
                    <a:pt x="3320500" y="2108955"/>
                  </a:lnTo>
                  <a:lnTo>
                    <a:pt x="3320645" y="2108955"/>
                  </a:lnTo>
                  <a:lnTo>
                    <a:pt x="3320791" y="2108955"/>
                  </a:lnTo>
                  <a:lnTo>
                    <a:pt x="3320936" y="2108955"/>
                  </a:lnTo>
                  <a:lnTo>
                    <a:pt x="3321082" y="2108955"/>
                  </a:lnTo>
                  <a:lnTo>
                    <a:pt x="3321227" y="2108955"/>
                  </a:lnTo>
                  <a:lnTo>
                    <a:pt x="3321372" y="2108955"/>
                  </a:lnTo>
                  <a:lnTo>
                    <a:pt x="3321518" y="2108955"/>
                  </a:lnTo>
                  <a:lnTo>
                    <a:pt x="3321663" y="2108955"/>
                  </a:lnTo>
                  <a:lnTo>
                    <a:pt x="3321809" y="2108955"/>
                  </a:lnTo>
                  <a:lnTo>
                    <a:pt x="3321954" y="2108955"/>
                  </a:lnTo>
                  <a:lnTo>
                    <a:pt x="3322099" y="2108955"/>
                  </a:lnTo>
                  <a:lnTo>
                    <a:pt x="3322245" y="2108955"/>
                  </a:lnTo>
                  <a:lnTo>
                    <a:pt x="3322245" y="2108331"/>
                  </a:lnTo>
                  <a:lnTo>
                    <a:pt x="3322245" y="2107708"/>
                  </a:lnTo>
                  <a:lnTo>
                    <a:pt x="3322390" y="2107708"/>
                  </a:lnTo>
                  <a:lnTo>
                    <a:pt x="3322390" y="2107084"/>
                  </a:lnTo>
                  <a:lnTo>
                    <a:pt x="3322536" y="2107084"/>
                  </a:lnTo>
                  <a:lnTo>
                    <a:pt x="3322681" y="2107084"/>
                  </a:lnTo>
                  <a:lnTo>
                    <a:pt x="3322827" y="2107084"/>
                  </a:lnTo>
                  <a:lnTo>
                    <a:pt x="3322972" y="2107084"/>
                  </a:lnTo>
                  <a:lnTo>
                    <a:pt x="3323117" y="2107084"/>
                  </a:lnTo>
                  <a:lnTo>
                    <a:pt x="3323263" y="2107084"/>
                  </a:lnTo>
                  <a:lnTo>
                    <a:pt x="3323408" y="2107084"/>
                  </a:lnTo>
                  <a:lnTo>
                    <a:pt x="3323554" y="2107084"/>
                  </a:lnTo>
                  <a:lnTo>
                    <a:pt x="3323699" y="2107084"/>
                  </a:lnTo>
                  <a:lnTo>
                    <a:pt x="3323845" y="2107084"/>
                  </a:lnTo>
                  <a:lnTo>
                    <a:pt x="3323990" y="2107084"/>
                  </a:lnTo>
                  <a:lnTo>
                    <a:pt x="3324135" y="2107084"/>
                  </a:lnTo>
                  <a:lnTo>
                    <a:pt x="3324281" y="2107084"/>
                  </a:lnTo>
                  <a:lnTo>
                    <a:pt x="3324426" y="2107084"/>
                  </a:lnTo>
                  <a:lnTo>
                    <a:pt x="3324572" y="2107084"/>
                  </a:lnTo>
                  <a:lnTo>
                    <a:pt x="3324717" y="2107084"/>
                  </a:lnTo>
                  <a:lnTo>
                    <a:pt x="3324863" y="2107084"/>
                  </a:lnTo>
                  <a:lnTo>
                    <a:pt x="3325008" y="2107084"/>
                  </a:lnTo>
                  <a:lnTo>
                    <a:pt x="3325153" y="2107084"/>
                  </a:lnTo>
                  <a:lnTo>
                    <a:pt x="3325299" y="2107084"/>
                  </a:lnTo>
                  <a:lnTo>
                    <a:pt x="3325444" y="2107084"/>
                  </a:lnTo>
                  <a:lnTo>
                    <a:pt x="3325590" y="2107084"/>
                  </a:lnTo>
                  <a:lnTo>
                    <a:pt x="3325735" y="2107084"/>
                  </a:lnTo>
                  <a:lnTo>
                    <a:pt x="3325881" y="2107084"/>
                  </a:lnTo>
                  <a:lnTo>
                    <a:pt x="3326026" y="2107084"/>
                  </a:lnTo>
                  <a:lnTo>
                    <a:pt x="3326171" y="2107084"/>
                  </a:lnTo>
                  <a:lnTo>
                    <a:pt x="3326317" y="2107084"/>
                  </a:lnTo>
                  <a:lnTo>
                    <a:pt x="3326317" y="2106461"/>
                  </a:lnTo>
                  <a:lnTo>
                    <a:pt x="3326462" y="2106461"/>
                  </a:lnTo>
                  <a:lnTo>
                    <a:pt x="3326608" y="2106461"/>
                  </a:lnTo>
                  <a:lnTo>
                    <a:pt x="3326753" y="2106461"/>
                  </a:lnTo>
                  <a:lnTo>
                    <a:pt x="3326899" y="2106461"/>
                  </a:lnTo>
                  <a:lnTo>
                    <a:pt x="3327044" y="2106461"/>
                  </a:lnTo>
                  <a:lnTo>
                    <a:pt x="3327189" y="2106461"/>
                  </a:lnTo>
                  <a:lnTo>
                    <a:pt x="3327335" y="2106461"/>
                  </a:lnTo>
                  <a:lnTo>
                    <a:pt x="3327480" y="2106461"/>
                  </a:lnTo>
                  <a:lnTo>
                    <a:pt x="3327626" y="2106461"/>
                  </a:lnTo>
                  <a:lnTo>
                    <a:pt x="3327771" y="2106461"/>
                  </a:lnTo>
                  <a:lnTo>
                    <a:pt x="3327917" y="2106461"/>
                  </a:lnTo>
                  <a:lnTo>
                    <a:pt x="3328062" y="2106461"/>
                  </a:lnTo>
                  <a:lnTo>
                    <a:pt x="3328207" y="2106461"/>
                  </a:lnTo>
                  <a:lnTo>
                    <a:pt x="3328353" y="2106461"/>
                  </a:lnTo>
                  <a:lnTo>
                    <a:pt x="3328498" y="2106461"/>
                  </a:lnTo>
                  <a:lnTo>
                    <a:pt x="3328644" y="2106461"/>
                  </a:lnTo>
                  <a:lnTo>
                    <a:pt x="3328644" y="2105837"/>
                  </a:lnTo>
                  <a:lnTo>
                    <a:pt x="3328789" y="2105837"/>
                  </a:lnTo>
                  <a:lnTo>
                    <a:pt x="3328934" y="2105837"/>
                  </a:lnTo>
                  <a:lnTo>
                    <a:pt x="3329080" y="2105837"/>
                  </a:lnTo>
                  <a:lnTo>
                    <a:pt x="3329225" y="2105837"/>
                  </a:lnTo>
                  <a:lnTo>
                    <a:pt x="3329371" y="2105837"/>
                  </a:lnTo>
                  <a:lnTo>
                    <a:pt x="3329516" y="2105837"/>
                  </a:lnTo>
                  <a:lnTo>
                    <a:pt x="3329516" y="2105213"/>
                  </a:lnTo>
                  <a:lnTo>
                    <a:pt x="3329662" y="2105213"/>
                  </a:lnTo>
                  <a:lnTo>
                    <a:pt x="3329807" y="2105213"/>
                  </a:lnTo>
                  <a:lnTo>
                    <a:pt x="3329952" y="2105213"/>
                  </a:lnTo>
                  <a:lnTo>
                    <a:pt x="3330098" y="2105213"/>
                  </a:lnTo>
                  <a:lnTo>
                    <a:pt x="3330243" y="2105213"/>
                  </a:lnTo>
                  <a:lnTo>
                    <a:pt x="3330389" y="2105213"/>
                  </a:lnTo>
                  <a:lnTo>
                    <a:pt x="3330534" y="2105213"/>
                  </a:lnTo>
                  <a:lnTo>
                    <a:pt x="3330534" y="2104590"/>
                  </a:lnTo>
                  <a:lnTo>
                    <a:pt x="3330680" y="2104590"/>
                  </a:lnTo>
                  <a:lnTo>
                    <a:pt x="3330825" y="2104590"/>
                  </a:lnTo>
                  <a:lnTo>
                    <a:pt x="3330970" y="2104590"/>
                  </a:lnTo>
                  <a:lnTo>
                    <a:pt x="3331116" y="2104590"/>
                  </a:lnTo>
                  <a:lnTo>
                    <a:pt x="3331261" y="2104590"/>
                  </a:lnTo>
                  <a:lnTo>
                    <a:pt x="3331407" y="2104590"/>
                  </a:lnTo>
                  <a:lnTo>
                    <a:pt x="3331552" y="2104590"/>
                  </a:lnTo>
                  <a:lnTo>
                    <a:pt x="3331698" y="2104590"/>
                  </a:lnTo>
                  <a:lnTo>
                    <a:pt x="3331843" y="2104590"/>
                  </a:lnTo>
                  <a:lnTo>
                    <a:pt x="3331988" y="2104590"/>
                  </a:lnTo>
                  <a:lnTo>
                    <a:pt x="3332134" y="2104590"/>
                  </a:lnTo>
                  <a:lnTo>
                    <a:pt x="3332134" y="2103966"/>
                  </a:lnTo>
                  <a:lnTo>
                    <a:pt x="3332279" y="2103966"/>
                  </a:lnTo>
                  <a:lnTo>
                    <a:pt x="3332425" y="2103966"/>
                  </a:lnTo>
                  <a:lnTo>
                    <a:pt x="3332570" y="2103966"/>
                  </a:lnTo>
                  <a:lnTo>
                    <a:pt x="3332570" y="2103343"/>
                  </a:lnTo>
                  <a:lnTo>
                    <a:pt x="3332716" y="2103343"/>
                  </a:lnTo>
                  <a:lnTo>
                    <a:pt x="3332861" y="2103343"/>
                  </a:lnTo>
                  <a:lnTo>
                    <a:pt x="3332861" y="2102719"/>
                  </a:lnTo>
                  <a:lnTo>
                    <a:pt x="3333006" y="2102719"/>
                  </a:lnTo>
                  <a:lnTo>
                    <a:pt x="3333152" y="2102719"/>
                  </a:lnTo>
                  <a:lnTo>
                    <a:pt x="3333297" y="2102719"/>
                  </a:lnTo>
                  <a:lnTo>
                    <a:pt x="3333443" y="2102719"/>
                  </a:lnTo>
                  <a:lnTo>
                    <a:pt x="3333588" y="2102719"/>
                  </a:lnTo>
                  <a:lnTo>
                    <a:pt x="3333734" y="2102719"/>
                  </a:lnTo>
                  <a:lnTo>
                    <a:pt x="3333734" y="2102095"/>
                  </a:lnTo>
                  <a:lnTo>
                    <a:pt x="3333879" y="2102095"/>
                  </a:lnTo>
                  <a:lnTo>
                    <a:pt x="3334024" y="2102095"/>
                  </a:lnTo>
                  <a:lnTo>
                    <a:pt x="3334024" y="2101472"/>
                  </a:lnTo>
                  <a:lnTo>
                    <a:pt x="3334170" y="2101472"/>
                  </a:lnTo>
                  <a:lnTo>
                    <a:pt x="3334315" y="2101472"/>
                  </a:lnTo>
                  <a:lnTo>
                    <a:pt x="3334315" y="2100848"/>
                  </a:lnTo>
                  <a:lnTo>
                    <a:pt x="3334315" y="2100225"/>
                  </a:lnTo>
                  <a:lnTo>
                    <a:pt x="3334461" y="2100225"/>
                  </a:lnTo>
                  <a:lnTo>
                    <a:pt x="3334606" y="2100225"/>
                  </a:lnTo>
                  <a:lnTo>
                    <a:pt x="3334606" y="2099601"/>
                  </a:lnTo>
                  <a:lnTo>
                    <a:pt x="3334752" y="2099601"/>
                  </a:lnTo>
                  <a:lnTo>
                    <a:pt x="3334897" y="2099601"/>
                  </a:lnTo>
                  <a:lnTo>
                    <a:pt x="3334897" y="2098978"/>
                  </a:lnTo>
                  <a:lnTo>
                    <a:pt x="3335042" y="2098978"/>
                  </a:lnTo>
                  <a:lnTo>
                    <a:pt x="3335188" y="2098978"/>
                  </a:lnTo>
                  <a:lnTo>
                    <a:pt x="3335333" y="2098978"/>
                  </a:lnTo>
                  <a:lnTo>
                    <a:pt x="3335479" y="2098978"/>
                  </a:lnTo>
                  <a:lnTo>
                    <a:pt x="3335624" y="2098978"/>
                  </a:lnTo>
                  <a:lnTo>
                    <a:pt x="3335769" y="2098978"/>
                  </a:lnTo>
                  <a:lnTo>
                    <a:pt x="3335915" y="2098978"/>
                  </a:lnTo>
                  <a:lnTo>
                    <a:pt x="3336060" y="2098978"/>
                  </a:lnTo>
                  <a:lnTo>
                    <a:pt x="3336206" y="2098978"/>
                  </a:lnTo>
                  <a:lnTo>
                    <a:pt x="3336351" y="2098978"/>
                  </a:lnTo>
                  <a:lnTo>
                    <a:pt x="3336497" y="2098978"/>
                  </a:lnTo>
                  <a:lnTo>
                    <a:pt x="3336497" y="2098354"/>
                  </a:lnTo>
                  <a:lnTo>
                    <a:pt x="3336642" y="2098354"/>
                  </a:lnTo>
                  <a:lnTo>
                    <a:pt x="3336642" y="2097730"/>
                  </a:lnTo>
                  <a:lnTo>
                    <a:pt x="3336787" y="2097730"/>
                  </a:lnTo>
                  <a:lnTo>
                    <a:pt x="3336933" y="2097730"/>
                  </a:lnTo>
                  <a:lnTo>
                    <a:pt x="3337078" y="2097730"/>
                  </a:lnTo>
                  <a:lnTo>
                    <a:pt x="3337224" y="2097730"/>
                  </a:lnTo>
                  <a:lnTo>
                    <a:pt x="3337369" y="2097730"/>
                  </a:lnTo>
                  <a:lnTo>
                    <a:pt x="3337515" y="2097730"/>
                  </a:lnTo>
                  <a:lnTo>
                    <a:pt x="3337660" y="2097730"/>
                  </a:lnTo>
                  <a:lnTo>
                    <a:pt x="3337805" y="2097730"/>
                  </a:lnTo>
                  <a:lnTo>
                    <a:pt x="3337951" y="2097730"/>
                  </a:lnTo>
                  <a:lnTo>
                    <a:pt x="3338096" y="2097730"/>
                  </a:lnTo>
                  <a:lnTo>
                    <a:pt x="3338242" y="2097730"/>
                  </a:lnTo>
                  <a:lnTo>
                    <a:pt x="3338387" y="2097730"/>
                  </a:lnTo>
                  <a:lnTo>
                    <a:pt x="3338533" y="2097730"/>
                  </a:lnTo>
                  <a:lnTo>
                    <a:pt x="3338533" y="2097107"/>
                  </a:lnTo>
                  <a:lnTo>
                    <a:pt x="3338678" y="2097107"/>
                  </a:lnTo>
                  <a:lnTo>
                    <a:pt x="3338823" y="2097107"/>
                  </a:lnTo>
                  <a:lnTo>
                    <a:pt x="3338969" y="2097107"/>
                  </a:lnTo>
                  <a:lnTo>
                    <a:pt x="3338969" y="2096483"/>
                  </a:lnTo>
                  <a:lnTo>
                    <a:pt x="3339114" y="2096483"/>
                  </a:lnTo>
                  <a:lnTo>
                    <a:pt x="3339260" y="2096483"/>
                  </a:lnTo>
                  <a:lnTo>
                    <a:pt x="3339405" y="2096483"/>
                  </a:lnTo>
                  <a:lnTo>
                    <a:pt x="3339551" y="2096483"/>
                  </a:lnTo>
                  <a:lnTo>
                    <a:pt x="3339551" y="2095860"/>
                  </a:lnTo>
                  <a:lnTo>
                    <a:pt x="3339696" y="2095860"/>
                  </a:lnTo>
                  <a:lnTo>
                    <a:pt x="3339841" y="2095860"/>
                  </a:lnTo>
                  <a:lnTo>
                    <a:pt x="3339987" y="2095860"/>
                  </a:lnTo>
                  <a:lnTo>
                    <a:pt x="3340132" y="2095860"/>
                  </a:lnTo>
                  <a:lnTo>
                    <a:pt x="3340278" y="2095860"/>
                  </a:lnTo>
                  <a:lnTo>
                    <a:pt x="3340423" y="2095860"/>
                  </a:lnTo>
                  <a:lnTo>
                    <a:pt x="3340569" y="2095860"/>
                  </a:lnTo>
                  <a:lnTo>
                    <a:pt x="3340714" y="2095860"/>
                  </a:lnTo>
                  <a:lnTo>
                    <a:pt x="3340859" y="2095860"/>
                  </a:lnTo>
                  <a:lnTo>
                    <a:pt x="3341005" y="2095860"/>
                  </a:lnTo>
                  <a:lnTo>
                    <a:pt x="3341150" y="2095860"/>
                  </a:lnTo>
                  <a:lnTo>
                    <a:pt x="3341296" y="2095860"/>
                  </a:lnTo>
                  <a:lnTo>
                    <a:pt x="3341441" y="2095860"/>
                  </a:lnTo>
                  <a:lnTo>
                    <a:pt x="3341587" y="2095860"/>
                  </a:lnTo>
                  <a:lnTo>
                    <a:pt x="3341732" y="2095860"/>
                  </a:lnTo>
                  <a:lnTo>
                    <a:pt x="3341877" y="2095860"/>
                  </a:lnTo>
                  <a:lnTo>
                    <a:pt x="3342023" y="2095860"/>
                  </a:lnTo>
                  <a:lnTo>
                    <a:pt x="3342023" y="2095236"/>
                  </a:lnTo>
                  <a:lnTo>
                    <a:pt x="3342168" y="2095236"/>
                  </a:lnTo>
                  <a:lnTo>
                    <a:pt x="3342314" y="2095236"/>
                  </a:lnTo>
                  <a:lnTo>
                    <a:pt x="3342459" y="2095236"/>
                  </a:lnTo>
                  <a:lnTo>
                    <a:pt x="3342604" y="2095236"/>
                  </a:lnTo>
                  <a:lnTo>
                    <a:pt x="3342750" y="2095236"/>
                  </a:lnTo>
                  <a:lnTo>
                    <a:pt x="3342750" y="2094613"/>
                  </a:lnTo>
                  <a:lnTo>
                    <a:pt x="3342895" y="2094613"/>
                  </a:lnTo>
                  <a:lnTo>
                    <a:pt x="3343041" y="2094613"/>
                  </a:lnTo>
                  <a:lnTo>
                    <a:pt x="3343186" y="2094613"/>
                  </a:lnTo>
                  <a:lnTo>
                    <a:pt x="3343332" y="2094613"/>
                  </a:lnTo>
                  <a:lnTo>
                    <a:pt x="3343477" y="2094613"/>
                  </a:lnTo>
                  <a:lnTo>
                    <a:pt x="3343622" y="2094613"/>
                  </a:lnTo>
                  <a:lnTo>
                    <a:pt x="3343768" y="2094613"/>
                  </a:lnTo>
                  <a:lnTo>
                    <a:pt x="3343913" y="2094613"/>
                  </a:lnTo>
                  <a:lnTo>
                    <a:pt x="3343913" y="2093989"/>
                  </a:lnTo>
                  <a:lnTo>
                    <a:pt x="3344059" y="2093989"/>
                  </a:lnTo>
                  <a:lnTo>
                    <a:pt x="3344204" y="2093989"/>
                  </a:lnTo>
                  <a:lnTo>
                    <a:pt x="3344350" y="2093989"/>
                  </a:lnTo>
                  <a:lnTo>
                    <a:pt x="3344495" y="2093989"/>
                  </a:lnTo>
                  <a:lnTo>
                    <a:pt x="3344495" y="2093365"/>
                  </a:lnTo>
                  <a:lnTo>
                    <a:pt x="3344640" y="2093365"/>
                  </a:lnTo>
                  <a:lnTo>
                    <a:pt x="3344786" y="2093365"/>
                  </a:lnTo>
                  <a:lnTo>
                    <a:pt x="3344786" y="2092742"/>
                  </a:lnTo>
                  <a:lnTo>
                    <a:pt x="3344931" y="2092742"/>
                  </a:lnTo>
                  <a:lnTo>
                    <a:pt x="3344931" y="2092118"/>
                  </a:lnTo>
                  <a:lnTo>
                    <a:pt x="3345077" y="2092118"/>
                  </a:lnTo>
                  <a:lnTo>
                    <a:pt x="3345222" y="2092118"/>
                  </a:lnTo>
                  <a:lnTo>
                    <a:pt x="3345222" y="2091495"/>
                  </a:lnTo>
                  <a:lnTo>
                    <a:pt x="3345368" y="2091495"/>
                  </a:lnTo>
                  <a:lnTo>
                    <a:pt x="3345513" y="2091495"/>
                  </a:lnTo>
                  <a:lnTo>
                    <a:pt x="3345658" y="2091495"/>
                  </a:lnTo>
                  <a:lnTo>
                    <a:pt x="3345804" y="2091495"/>
                  </a:lnTo>
                  <a:lnTo>
                    <a:pt x="3345804" y="2090871"/>
                  </a:lnTo>
                  <a:lnTo>
                    <a:pt x="3345949" y="2090871"/>
                  </a:lnTo>
                  <a:lnTo>
                    <a:pt x="3346095" y="2090871"/>
                  </a:lnTo>
                  <a:lnTo>
                    <a:pt x="3346240" y="2090871"/>
                  </a:lnTo>
                  <a:lnTo>
                    <a:pt x="3346386" y="2090871"/>
                  </a:lnTo>
                  <a:lnTo>
                    <a:pt x="3346531" y="2090871"/>
                  </a:lnTo>
                  <a:lnTo>
                    <a:pt x="3346676" y="2090871"/>
                  </a:lnTo>
                  <a:lnTo>
                    <a:pt x="3346822" y="2090871"/>
                  </a:lnTo>
                  <a:lnTo>
                    <a:pt x="3346967" y="2090871"/>
                  </a:lnTo>
                  <a:lnTo>
                    <a:pt x="3347113" y="2090871"/>
                  </a:lnTo>
                  <a:lnTo>
                    <a:pt x="3347258" y="2090871"/>
                  </a:lnTo>
                  <a:lnTo>
                    <a:pt x="3347404" y="2090871"/>
                  </a:lnTo>
                  <a:lnTo>
                    <a:pt x="3347549" y="2090871"/>
                  </a:lnTo>
                  <a:lnTo>
                    <a:pt x="3347694" y="2090871"/>
                  </a:lnTo>
                  <a:lnTo>
                    <a:pt x="3347840" y="2090871"/>
                  </a:lnTo>
                  <a:lnTo>
                    <a:pt x="3347985" y="2090871"/>
                  </a:lnTo>
                  <a:lnTo>
                    <a:pt x="3348131" y="2090871"/>
                  </a:lnTo>
                  <a:lnTo>
                    <a:pt x="3348276" y="2090871"/>
                  </a:lnTo>
                  <a:lnTo>
                    <a:pt x="3348422" y="2090871"/>
                  </a:lnTo>
                  <a:lnTo>
                    <a:pt x="3348567" y="2090871"/>
                  </a:lnTo>
                  <a:lnTo>
                    <a:pt x="3348567" y="2090247"/>
                  </a:lnTo>
                  <a:lnTo>
                    <a:pt x="3348567" y="2089624"/>
                  </a:lnTo>
                  <a:lnTo>
                    <a:pt x="3348712" y="2089624"/>
                  </a:lnTo>
                  <a:lnTo>
                    <a:pt x="3348858" y="2089624"/>
                  </a:lnTo>
                  <a:lnTo>
                    <a:pt x="3349003" y="2089624"/>
                  </a:lnTo>
                  <a:lnTo>
                    <a:pt x="3349149" y="2089624"/>
                  </a:lnTo>
                  <a:lnTo>
                    <a:pt x="3349294" y="2089624"/>
                  </a:lnTo>
                  <a:lnTo>
                    <a:pt x="3349439" y="2089624"/>
                  </a:lnTo>
                  <a:lnTo>
                    <a:pt x="3349585" y="2089624"/>
                  </a:lnTo>
                  <a:lnTo>
                    <a:pt x="3349730" y="2089624"/>
                  </a:lnTo>
                  <a:lnTo>
                    <a:pt x="3349876" y="2089624"/>
                  </a:lnTo>
                  <a:lnTo>
                    <a:pt x="3350021" y="2089624"/>
                  </a:lnTo>
                  <a:lnTo>
                    <a:pt x="3350021" y="2089000"/>
                  </a:lnTo>
                  <a:lnTo>
                    <a:pt x="3350167" y="2089000"/>
                  </a:lnTo>
                  <a:lnTo>
                    <a:pt x="3350312" y="2089000"/>
                  </a:lnTo>
                  <a:lnTo>
                    <a:pt x="3350457" y="2089000"/>
                  </a:lnTo>
                  <a:lnTo>
                    <a:pt x="3350603" y="2089000"/>
                  </a:lnTo>
                  <a:lnTo>
                    <a:pt x="3350748" y="2089000"/>
                  </a:lnTo>
                  <a:lnTo>
                    <a:pt x="3350748" y="2088377"/>
                  </a:lnTo>
                  <a:lnTo>
                    <a:pt x="3350894" y="2088377"/>
                  </a:lnTo>
                  <a:lnTo>
                    <a:pt x="3350894" y="2087753"/>
                  </a:lnTo>
                  <a:lnTo>
                    <a:pt x="3351039" y="2087753"/>
                  </a:lnTo>
                  <a:lnTo>
                    <a:pt x="3351185" y="2087753"/>
                  </a:lnTo>
                  <a:lnTo>
                    <a:pt x="3351330" y="2087753"/>
                  </a:lnTo>
                  <a:lnTo>
                    <a:pt x="3351330" y="2087130"/>
                  </a:lnTo>
                  <a:lnTo>
                    <a:pt x="3351475" y="2087130"/>
                  </a:lnTo>
                  <a:lnTo>
                    <a:pt x="3351621" y="2087130"/>
                  </a:lnTo>
                  <a:lnTo>
                    <a:pt x="3351766" y="2087130"/>
                  </a:lnTo>
                  <a:lnTo>
                    <a:pt x="3351912" y="2087130"/>
                  </a:lnTo>
                  <a:lnTo>
                    <a:pt x="3352057" y="2087130"/>
                  </a:lnTo>
                  <a:lnTo>
                    <a:pt x="3352203" y="2087130"/>
                  </a:lnTo>
                  <a:lnTo>
                    <a:pt x="3352348" y="2087130"/>
                  </a:lnTo>
                  <a:lnTo>
                    <a:pt x="3352493" y="2087130"/>
                  </a:lnTo>
                  <a:lnTo>
                    <a:pt x="3352639" y="2087130"/>
                  </a:lnTo>
                  <a:lnTo>
                    <a:pt x="3352639" y="2086506"/>
                  </a:lnTo>
                  <a:lnTo>
                    <a:pt x="3352639" y="2085882"/>
                  </a:lnTo>
                  <a:lnTo>
                    <a:pt x="3352784" y="2085882"/>
                  </a:lnTo>
                  <a:lnTo>
                    <a:pt x="3352930" y="2085882"/>
                  </a:lnTo>
                  <a:lnTo>
                    <a:pt x="3353075" y="2085882"/>
                  </a:lnTo>
                  <a:lnTo>
                    <a:pt x="3353075" y="2085259"/>
                  </a:lnTo>
                  <a:lnTo>
                    <a:pt x="3353221" y="2085259"/>
                  </a:lnTo>
                  <a:lnTo>
                    <a:pt x="3353221" y="2084635"/>
                  </a:lnTo>
                  <a:lnTo>
                    <a:pt x="3353366" y="2084635"/>
                  </a:lnTo>
                  <a:lnTo>
                    <a:pt x="3353511" y="2084635"/>
                  </a:lnTo>
                  <a:lnTo>
                    <a:pt x="3353511" y="2084012"/>
                  </a:lnTo>
                  <a:lnTo>
                    <a:pt x="3353511" y="2083388"/>
                  </a:lnTo>
                  <a:lnTo>
                    <a:pt x="3353657" y="2083388"/>
                  </a:lnTo>
                  <a:lnTo>
                    <a:pt x="3353802" y="2083388"/>
                  </a:lnTo>
                  <a:lnTo>
                    <a:pt x="3353948" y="2083388"/>
                  </a:lnTo>
                  <a:lnTo>
                    <a:pt x="3354093" y="2083388"/>
                  </a:lnTo>
                  <a:lnTo>
                    <a:pt x="3354239" y="2083388"/>
                  </a:lnTo>
                  <a:lnTo>
                    <a:pt x="3354384" y="2083388"/>
                  </a:lnTo>
                  <a:lnTo>
                    <a:pt x="3354529" y="2083388"/>
                  </a:lnTo>
                  <a:lnTo>
                    <a:pt x="3354675" y="2083388"/>
                  </a:lnTo>
                  <a:lnTo>
                    <a:pt x="3354820" y="2083388"/>
                  </a:lnTo>
                  <a:lnTo>
                    <a:pt x="3354966" y="2083388"/>
                  </a:lnTo>
                  <a:lnTo>
                    <a:pt x="3354966" y="2082764"/>
                  </a:lnTo>
                  <a:lnTo>
                    <a:pt x="3355111" y="2082764"/>
                  </a:lnTo>
                  <a:lnTo>
                    <a:pt x="3355111" y="2082141"/>
                  </a:lnTo>
                  <a:lnTo>
                    <a:pt x="3355111" y="2081517"/>
                  </a:lnTo>
                  <a:lnTo>
                    <a:pt x="3355257" y="2081517"/>
                  </a:lnTo>
                  <a:lnTo>
                    <a:pt x="3355402" y="2081517"/>
                  </a:lnTo>
                  <a:lnTo>
                    <a:pt x="3355547" y="2081517"/>
                  </a:lnTo>
                  <a:lnTo>
                    <a:pt x="3355693" y="2081517"/>
                  </a:lnTo>
                  <a:lnTo>
                    <a:pt x="3355838" y="2081517"/>
                  </a:lnTo>
                  <a:lnTo>
                    <a:pt x="3355984" y="2081517"/>
                  </a:lnTo>
                  <a:lnTo>
                    <a:pt x="3356129" y="2081517"/>
                  </a:lnTo>
                  <a:lnTo>
                    <a:pt x="3356274" y="2081517"/>
                  </a:lnTo>
                  <a:lnTo>
                    <a:pt x="3356420" y="2081517"/>
                  </a:lnTo>
                  <a:lnTo>
                    <a:pt x="3356565" y="2081517"/>
                  </a:lnTo>
                  <a:lnTo>
                    <a:pt x="3356711" y="2081517"/>
                  </a:lnTo>
                  <a:lnTo>
                    <a:pt x="3356856" y="2081517"/>
                  </a:lnTo>
                  <a:lnTo>
                    <a:pt x="3357002" y="2081517"/>
                  </a:lnTo>
                  <a:lnTo>
                    <a:pt x="3357002" y="2080894"/>
                  </a:lnTo>
                  <a:lnTo>
                    <a:pt x="3357147" y="2080894"/>
                  </a:lnTo>
                  <a:lnTo>
                    <a:pt x="3357292" y="2080894"/>
                  </a:lnTo>
                  <a:lnTo>
                    <a:pt x="3357438" y="2080894"/>
                  </a:lnTo>
                  <a:lnTo>
                    <a:pt x="3357438" y="2080270"/>
                  </a:lnTo>
                  <a:lnTo>
                    <a:pt x="3357583" y="2080270"/>
                  </a:lnTo>
                  <a:lnTo>
                    <a:pt x="3357729" y="2080270"/>
                  </a:lnTo>
                  <a:lnTo>
                    <a:pt x="3357874" y="2080270"/>
                  </a:lnTo>
                  <a:lnTo>
                    <a:pt x="3358020" y="2080270"/>
                  </a:lnTo>
                  <a:lnTo>
                    <a:pt x="3358165" y="2080270"/>
                  </a:lnTo>
                  <a:lnTo>
                    <a:pt x="3358310" y="2080270"/>
                  </a:lnTo>
                  <a:lnTo>
                    <a:pt x="3358456" y="2080270"/>
                  </a:lnTo>
                  <a:lnTo>
                    <a:pt x="3358601" y="2080270"/>
                  </a:lnTo>
                  <a:lnTo>
                    <a:pt x="3358747" y="2080270"/>
                  </a:lnTo>
                  <a:lnTo>
                    <a:pt x="3358892" y="2080270"/>
                  </a:lnTo>
                  <a:lnTo>
                    <a:pt x="3359038" y="2080270"/>
                  </a:lnTo>
                  <a:lnTo>
                    <a:pt x="3359183" y="2080270"/>
                  </a:lnTo>
                  <a:lnTo>
                    <a:pt x="3359328" y="2080270"/>
                  </a:lnTo>
                  <a:lnTo>
                    <a:pt x="3359328" y="2079647"/>
                  </a:lnTo>
                  <a:lnTo>
                    <a:pt x="3359474" y="2079647"/>
                  </a:lnTo>
                  <a:lnTo>
                    <a:pt x="3359619" y="2079647"/>
                  </a:lnTo>
                  <a:lnTo>
                    <a:pt x="3359619" y="2079023"/>
                  </a:lnTo>
                  <a:lnTo>
                    <a:pt x="3359765" y="2079023"/>
                  </a:lnTo>
                  <a:lnTo>
                    <a:pt x="3359910" y="2079023"/>
                  </a:lnTo>
                  <a:lnTo>
                    <a:pt x="3360056" y="2079023"/>
                  </a:lnTo>
                  <a:lnTo>
                    <a:pt x="3360056" y="2078399"/>
                  </a:lnTo>
                  <a:lnTo>
                    <a:pt x="3360201" y="2078399"/>
                  </a:lnTo>
                  <a:lnTo>
                    <a:pt x="3360346" y="2078399"/>
                  </a:lnTo>
                  <a:lnTo>
                    <a:pt x="3360492" y="2078399"/>
                  </a:lnTo>
                  <a:lnTo>
                    <a:pt x="3360637" y="2078399"/>
                  </a:lnTo>
                  <a:lnTo>
                    <a:pt x="3360783" y="2078399"/>
                  </a:lnTo>
                  <a:lnTo>
                    <a:pt x="3360928" y="2078399"/>
                  </a:lnTo>
                  <a:lnTo>
                    <a:pt x="3361074" y="2078399"/>
                  </a:lnTo>
                  <a:lnTo>
                    <a:pt x="3361219" y="2078399"/>
                  </a:lnTo>
                  <a:lnTo>
                    <a:pt x="3361219" y="2077776"/>
                  </a:lnTo>
                  <a:lnTo>
                    <a:pt x="3361364" y="2077776"/>
                  </a:lnTo>
                  <a:lnTo>
                    <a:pt x="3361510" y="2077776"/>
                  </a:lnTo>
                  <a:lnTo>
                    <a:pt x="3361655" y="2077776"/>
                  </a:lnTo>
                  <a:lnTo>
                    <a:pt x="3361801" y="2077776"/>
                  </a:lnTo>
                  <a:lnTo>
                    <a:pt x="3361946" y="2077776"/>
                  </a:lnTo>
                  <a:lnTo>
                    <a:pt x="3361946" y="2077152"/>
                  </a:lnTo>
                  <a:lnTo>
                    <a:pt x="3362092" y="2077152"/>
                  </a:lnTo>
                  <a:lnTo>
                    <a:pt x="3362237" y="2077152"/>
                  </a:lnTo>
                  <a:lnTo>
                    <a:pt x="3362382" y="2077152"/>
                  </a:lnTo>
                  <a:lnTo>
                    <a:pt x="3362382" y="2076529"/>
                  </a:lnTo>
                  <a:lnTo>
                    <a:pt x="3362382" y="2075905"/>
                  </a:lnTo>
                  <a:lnTo>
                    <a:pt x="3362528" y="2075905"/>
                  </a:lnTo>
                  <a:lnTo>
                    <a:pt x="3362528" y="2075281"/>
                  </a:lnTo>
                  <a:lnTo>
                    <a:pt x="3362673" y="2075281"/>
                  </a:lnTo>
                  <a:lnTo>
                    <a:pt x="3362819" y="2075281"/>
                  </a:lnTo>
                  <a:lnTo>
                    <a:pt x="3362819" y="2074658"/>
                  </a:lnTo>
                  <a:lnTo>
                    <a:pt x="3362819" y="2074034"/>
                  </a:lnTo>
                  <a:lnTo>
                    <a:pt x="3362819" y="2073411"/>
                  </a:lnTo>
                  <a:lnTo>
                    <a:pt x="3362964" y="2073411"/>
                  </a:lnTo>
                  <a:lnTo>
                    <a:pt x="3363109" y="2073411"/>
                  </a:lnTo>
                  <a:lnTo>
                    <a:pt x="3363255" y="2073411"/>
                  </a:lnTo>
                  <a:lnTo>
                    <a:pt x="3363400" y="2073411"/>
                  </a:lnTo>
                  <a:lnTo>
                    <a:pt x="3363546" y="2073411"/>
                  </a:lnTo>
                  <a:lnTo>
                    <a:pt x="3363691" y="2073411"/>
                  </a:lnTo>
                  <a:lnTo>
                    <a:pt x="3363837" y="2073411"/>
                  </a:lnTo>
                  <a:lnTo>
                    <a:pt x="3363982" y="2073411"/>
                  </a:lnTo>
                  <a:lnTo>
                    <a:pt x="3364127" y="2073411"/>
                  </a:lnTo>
                  <a:lnTo>
                    <a:pt x="3364273" y="2073411"/>
                  </a:lnTo>
                  <a:lnTo>
                    <a:pt x="3364418" y="2073411"/>
                  </a:lnTo>
                  <a:lnTo>
                    <a:pt x="3364564" y="2073411"/>
                  </a:lnTo>
                  <a:lnTo>
                    <a:pt x="3364709" y="2073411"/>
                  </a:lnTo>
                  <a:lnTo>
                    <a:pt x="3364855" y="2073411"/>
                  </a:lnTo>
                  <a:lnTo>
                    <a:pt x="3365000" y="2073411"/>
                  </a:lnTo>
                  <a:lnTo>
                    <a:pt x="3365145" y="2073411"/>
                  </a:lnTo>
                  <a:lnTo>
                    <a:pt x="3365291" y="2073411"/>
                  </a:lnTo>
                  <a:lnTo>
                    <a:pt x="3365436" y="2073411"/>
                  </a:lnTo>
                  <a:lnTo>
                    <a:pt x="3365582" y="2073411"/>
                  </a:lnTo>
                  <a:lnTo>
                    <a:pt x="3365727" y="2073411"/>
                  </a:lnTo>
                  <a:lnTo>
                    <a:pt x="3365873" y="2073411"/>
                  </a:lnTo>
                  <a:lnTo>
                    <a:pt x="3366018" y="2073411"/>
                  </a:lnTo>
                  <a:lnTo>
                    <a:pt x="3366163" y="2073411"/>
                  </a:lnTo>
                  <a:lnTo>
                    <a:pt x="3366309" y="2073411"/>
                  </a:lnTo>
                  <a:lnTo>
                    <a:pt x="3366454" y="2073411"/>
                  </a:lnTo>
                  <a:lnTo>
                    <a:pt x="3366600" y="2073411"/>
                  </a:lnTo>
                  <a:lnTo>
                    <a:pt x="3366745" y="2073411"/>
                  </a:lnTo>
                  <a:lnTo>
                    <a:pt x="3366745" y="2072787"/>
                  </a:lnTo>
                  <a:lnTo>
                    <a:pt x="3366891" y="2072787"/>
                  </a:lnTo>
                  <a:lnTo>
                    <a:pt x="3366891" y="2072164"/>
                  </a:lnTo>
                  <a:lnTo>
                    <a:pt x="3367036" y="2072164"/>
                  </a:lnTo>
                  <a:lnTo>
                    <a:pt x="3367181" y="2072164"/>
                  </a:lnTo>
                  <a:lnTo>
                    <a:pt x="3367327" y="2072164"/>
                  </a:lnTo>
                  <a:lnTo>
                    <a:pt x="3367472" y="2072164"/>
                  </a:lnTo>
                  <a:lnTo>
                    <a:pt x="3367618" y="2072164"/>
                  </a:lnTo>
                  <a:lnTo>
                    <a:pt x="3367763" y="2072164"/>
                  </a:lnTo>
                  <a:lnTo>
                    <a:pt x="3367909" y="2072164"/>
                  </a:lnTo>
                  <a:lnTo>
                    <a:pt x="3367909" y="2071540"/>
                  </a:lnTo>
                  <a:lnTo>
                    <a:pt x="3368054" y="2071540"/>
                  </a:lnTo>
                  <a:lnTo>
                    <a:pt x="3368199" y="2071540"/>
                  </a:lnTo>
                  <a:lnTo>
                    <a:pt x="3368345" y="2071540"/>
                  </a:lnTo>
                  <a:lnTo>
                    <a:pt x="3368490" y="2071540"/>
                  </a:lnTo>
                  <a:lnTo>
                    <a:pt x="3368636" y="2071540"/>
                  </a:lnTo>
                  <a:lnTo>
                    <a:pt x="3368781" y="2071540"/>
                  </a:lnTo>
                  <a:lnTo>
                    <a:pt x="3368927" y="2071540"/>
                  </a:lnTo>
                  <a:lnTo>
                    <a:pt x="3369072" y="2071540"/>
                  </a:lnTo>
                  <a:lnTo>
                    <a:pt x="3369217" y="2071540"/>
                  </a:lnTo>
                  <a:lnTo>
                    <a:pt x="3369217" y="2070916"/>
                  </a:lnTo>
                  <a:lnTo>
                    <a:pt x="3369363" y="2070916"/>
                  </a:lnTo>
                  <a:lnTo>
                    <a:pt x="3369508" y="2070916"/>
                  </a:lnTo>
                  <a:lnTo>
                    <a:pt x="3369654" y="2070916"/>
                  </a:lnTo>
                  <a:lnTo>
                    <a:pt x="3369799" y="2070916"/>
                  </a:lnTo>
                  <a:lnTo>
                    <a:pt x="3369944" y="2070916"/>
                  </a:lnTo>
                  <a:lnTo>
                    <a:pt x="3370090" y="2070916"/>
                  </a:lnTo>
                  <a:lnTo>
                    <a:pt x="3370235" y="2070916"/>
                  </a:lnTo>
                  <a:lnTo>
                    <a:pt x="3370381" y="2070916"/>
                  </a:lnTo>
                  <a:lnTo>
                    <a:pt x="3370526" y="2070916"/>
                  </a:lnTo>
                  <a:lnTo>
                    <a:pt x="3370526" y="2070293"/>
                  </a:lnTo>
                  <a:lnTo>
                    <a:pt x="3370672" y="2070293"/>
                  </a:lnTo>
                  <a:lnTo>
                    <a:pt x="3370817" y="2070293"/>
                  </a:lnTo>
                  <a:lnTo>
                    <a:pt x="3370962" y="2070293"/>
                  </a:lnTo>
                  <a:lnTo>
                    <a:pt x="3371108" y="2070293"/>
                  </a:lnTo>
                  <a:lnTo>
                    <a:pt x="3371253" y="2070293"/>
                  </a:lnTo>
                  <a:lnTo>
                    <a:pt x="3371399" y="2070293"/>
                  </a:lnTo>
                  <a:lnTo>
                    <a:pt x="3371399" y="2069669"/>
                  </a:lnTo>
                  <a:lnTo>
                    <a:pt x="3371544" y="2069669"/>
                  </a:lnTo>
                  <a:lnTo>
                    <a:pt x="3371690" y="2069669"/>
                  </a:lnTo>
                  <a:lnTo>
                    <a:pt x="3371835" y="2069669"/>
                  </a:lnTo>
                  <a:lnTo>
                    <a:pt x="3371980" y="2069669"/>
                  </a:lnTo>
                  <a:lnTo>
                    <a:pt x="3371980" y="2069046"/>
                  </a:lnTo>
                  <a:lnTo>
                    <a:pt x="3372126" y="2069046"/>
                  </a:lnTo>
                  <a:lnTo>
                    <a:pt x="3372271" y="2069046"/>
                  </a:lnTo>
                  <a:lnTo>
                    <a:pt x="3372271" y="2068422"/>
                  </a:lnTo>
                  <a:lnTo>
                    <a:pt x="3372417" y="2068422"/>
                  </a:lnTo>
                  <a:lnTo>
                    <a:pt x="3372417" y="2067798"/>
                  </a:lnTo>
                  <a:lnTo>
                    <a:pt x="3372562" y="2067798"/>
                  </a:lnTo>
                  <a:lnTo>
                    <a:pt x="3372708" y="2067798"/>
                  </a:lnTo>
                  <a:lnTo>
                    <a:pt x="3372853" y="2067798"/>
                  </a:lnTo>
                  <a:lnTo>
                    <a:pt x="3372998" y="2067798"/>
                  </a:lnTo>
                  <a:lnTo>
                    <a:pt x="3373144" y="2067798"/>
                  </a:lnTo>
                  <a:lnTo>
                    <a:pt x="3373289" y="2067798"/>
                  </a:lnTo>
                  <a:lnTo>
                    <a:pt x="3373435" y="2067798"/>
                  </a:lnTo>
                  <a:lnTo>
                    <a:pt x="3373580" y="2067798"/>
                  </a:lnTo>
                  <a:lnTo>
                    <a:pt x="3373726" y="2067798"/>
                  </a:lnTo>
                  <a:lnTo>
                    <a:pt x="3373871" y="2067798"/>
                  </a:lnTo>
                  <a:lnTo>
                    <a:pt x="3374016" y="2067798"/>
                  </a:lnTo>
                  <a:lnTo>
                    <a:pt x="3374162" y="2067798"/>
                  </a:lnTo>
                  <a:lnTo>
                    <a:pt x="3374307" y="2067798"/>
                  </a:lnTo>
                  <a:lnTo>
                    <a:pt x="3374453" y="2067798"/>
                  </a:lnTo>
                  <a:lnTo>
                    <a:pt x="3374598" y="2067798"/>
                  </a:lnTo>
                  <a:lnTo>
                    <a:pt x="3374744" y="2067798"/>
                  </a:lnTo>
                  <a:lnTo>
                    <a:pt x="3374889" y="2067798"/>
                  </a:lnTo>
                  <a:lnTo>
                    <a:pt x="3375034" y="2067798"/>
                  </a:lnTo>
                  <a:lnTo>
                    <a:pt x="3375180" y="2067798"/>
                  </a:lnTo>
                  <a:lnTo>
                    <a:pt x="3375180" y="2067175"/>
                  </a:lnTo>
                  <a:lnTo>
                    <a:pt x="3375325" y="2067175"/>
                  </a:lnTo>
                  <a:lnTo>
                    <a:pt x="3375471" y="2067175"/>
                  </a:lnTo>
                  <a:lnTo>
                    <a:pt x="3375616" y="2067175"/>
                  </a:lnTo>
                  <a:lnTo>
                    <a:pt x="3375616" y="2066551"/>
                  </a:lnTo>
                  <a:lnTo>
                    <a:pt x="3375762" y="2066551"/>
                  </a:lnTo>
                  <a:lnTo>
                    <a:pt x="3375907" y="2066551"/>
                  </a:lnTo>
                  <a:lnTo>
                    <a:pt x="3376052" y="2066551"/>
                  </a:lnTo>
                  <a:lnTo>
                    <a:pt x="3376198" y="2066551"/>
                  </a:lnTo>
                  <a:lnTo>
                    <a:pt x="3376198" y="2065928"/>
                  </a:lnTo>
                  <a:lnTo>
                    <a:pt x="3376343" y="2065928"/>
                  </a:lnTo>
                  <a:lnTo>
                    <a:pt x="3376343" y="2065304"/>
                  </a:lnTo>
                  <a:lnTo>
                    <a:pt x="3376489" y="2065304"/>
                  </a:lnTo>
                  <a:lnTo>
                    <a:pt x="3376634" y="2065304"/>
                  </a:lnTo>
                  <a:lnTo>
                    <a:pt x="3376779" y="2065304"/>
                  </a:lnTo>
                  <a:lnTo>
                    <a:pt x="3376925" y="2065304"/>
                  </a:lnTo>
                  <a:lnTo>
                    <a:pt x="3377070" y="2065304"/>
                  </a:lnTo>
                  <a:lnTo>
                    <a:pt x="3377216" y="2065304"/>
                  </a:lnTo>
                  <a:lnTo>
                    <a:pt x="3377361" y="2065304"/>
                  </a:lnTo>
                  <a:lnTo>
                    <a:pt x="3377361" y="2064681"/>
                  </a:lnTo>
                  <a:lnTo>
                    <a:pt x="3377507" y="2064681"/>
                  </a:lnTo>
                  <a:lnTo>
                    <a:pt x="3377652" y="2064681"/>
                  </a:lnTo>
                  <a:lnTo>
                    <a:pt x="3377797" y="2064681"/>
                  </a:lnTo>
                  <a:lnTo>
                    <a:pt x="3377943" y="2064681"/>
                  </a:lnTo>
                  <a:lnTo>
                    <a:pt x="3377943" y="2064057"/>
                  </a:lnTo>
                  <a:lnTo>
                    <a:pt x="3378088" y="2064057"/>
                  </a:lnTo>
                  <a:lnTo>
                    <a:pt x="3378234" y="2064057"/>
                  </a:lnTo>
                  <a:lnTo>
                    <a:pt x="3378379" y="2064057"/>
                  </a:lnTo>
                  <a:lnTo>
                    <a:pt x="3378525" y="2064057"/>
                  </a:lnTo>
                  <a:lnTo>
                    <a:pt x="3378670" y="2064057"/>
                  </a:lnTo>
                  <a:lnTo>
                    <a:pt x="3378815" y="2064057"/>
                  </a:lnTo>
                  <a:lnTo>
                    <a:pt x="3378961" y="2064057"/>
                  </a:lnTo>
                  <a:lnTo>
                    <a:pt x="3379106" y="2064057"/>
                  </a:lnTo>
                  <a:lnTo>
                    <a:pt x="3379252" y="2064057"/>
                  </a:lnTo>
                  <a:lnTo>
                    <a:pt x="3379397" y="2064057"/>
                  </a:lnTo>
                  <a:lnTo>
                    <a:pt x="3379397" y="2063433"/>
                  </a:lnTo>
                  <a:lnTo>
                    <a:pt x="3379543" y="2063433"/>
                  </a:lnTo>
                  <a:lnTo>
                    <a:pt x="3379688" y="2063433"/>
                  </a:lnTo>
                  <a:lnTo>
                    <a:pt x="3379833" y="2063433"/>
                  </a:lnTo>
                  <a:lnTo>
                    <a:pt x="3379833" y="2062810"/>
                  </a:lnTo>
                  <a:lnTo>
                    <a:pt x="3379979" y="2062810"/>
                  </a:lnTo>
                  <a:lnTo>
                    <a:pt x="3380124" y="2062810"/>
                  </a:lnTo>
                  <a:lnTo>
                    <a:pt x="3380270" y="2062810"/>
                  </a:lnTo>
                  <a:lnTo>
                    <a:pt x="3380415" y="2062810"/>
                  </a:lnTo>
                  <a:lnTo>
                    <a:pt x="3380561" y="2062810"/>
                  </a:lnTo>
                  <a:lnTo>
                    <a:pt x="3380706" y="2062810"/>
                  </a:lnTo>
                  <a:lnTo>
                    <a:pt x="3380851" y="2062810"/>
                  </a:lnTo>
                  <a:lnTo>
                    <a:pt x="3380997" y="2062810"/>
                  </a:lnTo>
                  <a:lnTo>
                    <a:pt x="3381142" y="2062810"/>
                  </a:lnTo>
                  <a:lnTo>
                    <a:pt x="3381288" y="2062810"/>
                  </a:lnTo>
                  <a:lnTo>
                    <a:pt x="3381433" y="2062810"/>
                  </a:lnTo>
                  <a:lnTo>
                    <a:pt x="3381579" y="2062810"/>
                  </a:lnTo>
                  <a:lnTo>
                    <a:pt x="3381724" y="2062810"/>
                  </a:lnTo>
                  <a:lnTo>
                    <a:pt x="3381869" y="2062810"/>
                  </a:lnTo>
                  <a:lnTo>
                    <a:pt x="3382015" y="2062810"/>
                  </a:lnTo>
                  <a:lnTo>
                    <a:pt x="3382160" y="2062810"/>
                  </a:lnTo>
                  <a:lnTo>
                    <a:pt x="3382306" y="2062810"/>
                  </a:lnTo>
                  <a:lnTo>
                    <a:pt x="3382451" y="2062810"/>
                  </a:lnTo>
                  <a:lnTo>
                    <a:pt x="3382596" y="2062810"/>
                  </a:lnTo>
                  <a:lnTo>
                    <a:pt x="3382596" y="2062186"/>
                  </a:lnTo>
                  <a:lnTo>
                    <a:pt x="3382742" y="2062186"/>
                  </a:lnTo>
                  <a:lnTo>
                    <a:pt x="3382887" y="2062186"/>
                  </a:lnTo>
                  <a:lnTo>
                    <a:pt x="3383033" y="2062186"/>
                  </a:lnTo>
                  <a:lnTo>
                    <a:pt x="3383178" y="2062186"/>
                  </a:lnTo>
                  <a:lnTo>
                    <a:pt x="3383324" y="2062186"/>
                  </a:lnTo>
                  <a:lnTo>
                    <a:pt x="3383469" y="2062186"/>
                  </a:lnTo>
                  <a:lnTo>
                    <a:pt x="3383614" y="2062186"/>
                  </a:lnTo>
                  <a:lnTo>
                    <a:pt x="3383760" y="2062186"/>
                  </a:lnTo>
                  <a:lnTo>
                    <a:pt x="3383760" y="2061563"/>
                  </a:lnTo>
                  <a:lnTo>
                    <a:pt x="3383905" y="2061563"/>
                  </a:lnTo>
                  <a:lnTo>
                    <a:pt x="3383905" y="2060939"/>
                  </a:lnTo>
                  <a:lnTo>
                    <a:pt x="3384051" y="2060939"/>
                  </a:lnTo>
                  <a:lnTo>
                    <a:pt x="3384196" y="2060939"/>
                  </a:lnTo>
                  <a:lnTo>
                    <a:pt x="3384342" y="2060939"/>
                  </a:lnTo>
                  <a:lnTo>
                    <a:pt x="3384487" y="2060939"/>
                  </a:lnTo>
                  <a:lnTo>
                    <a:pt x="3384632" y="2060939"/>
                  </a:lnTo>
                  <a:lnTo>
                    <a:pt x="3384632" y="2060315"/>
                  </a:lnTo>
                  <a:lnTo>
                    <a:pt x="3384778" y="2060315"/>
                  </a:lnTo>
                  <a:lnTo>
                    <a:pt x="3384778" y="2059692"/>
                  </a:lnTo>
                  <a:lnTo>
                    <a:pt x="3384923" y="2059692"/>
                  </a:lnTo>
                  <a:lnTo>
                    <a:pt x="3385069" y="2059692"/>
                  </a:lnTo>
                  <a:lnTo>
                    <a:pt x="3385214" y="2059692"/>
                  </a:lnTo>
                  <a:lnTo>
                    <a:pt x="3385214" y="2059068"/>
                  </a:lnTo>
                  <a:lnTo>
                    <a:pt x="3385360" y="2059068"/>
                  </a:lnTo>
                  <a:lnTo>
                    <a:pt x="3385505" y="2059068"/>
                  </a:lnTo>
                  <a:lnTo>
                    <a:pt x="3385650" y="2059068"/>
                  </a:lnTo>
                  <a:lnTo>
                    <a:pt x="3385796" y="2059068"/>
                  </a:lnTo>
                  <a:lnTo>
                    <a:pt x="3385941" y="2059068"/>
                  </a:lnTo>
                  <a:lnTo>
                    <a:pt x="3386087" y="2059068"/>
                  </a:lnTo>
                  <a:lnTo>
                    <a:pt x="3386232" y="2059068"/>
                  </a:lnTo>
                  <a:lnTo>
                    <a:pt x="3386378" y="2059068"/>
                  </a:lnTo>
                  <a:lnTo>
                    <a:pt x="3386523" y="2059068"/>
                  </a:lnTo>
                  <a:lnTo>
                    <a:pt x="3386668" y="2059068"/>
                  </a:lnTo>
                  <a:lnTo>
                    <a:pt x="3386814" y="2059068"/>
                  </a:lnTo>
                  <a:lnTo>
                    <a:pt x="3386959" y="2059068"/>
                  </a:lnTo>
                  <a:lnTo>
                    <a:pt x="3387105" y="2059068"/>
                  </a:lnTo>
                  <a:lnTo>
                    <a:pt x="3387250" y="2059068"/>
                  </a:lnTo>
                  <a:lnTo>
                    <a:pt x="3387396" y="2059068"/>
                  </a:lnTo>
                  <a:lnTo>
                    <a:pt x="3387541" y="2059068"/>
                  </a:lnTo>
                  <a:lnTo>
                    <a:pt x="3387686" y="2059068"/>
                  </a:lnTo>
                  <a:lnTo>
                    <a:pt x="3387832" y="2059068"/>
                  </a:lnTo>
                  <a:lnTo>
                    <a:pt x="3387977" y="2059068"/>
                  </a:lnTo>
                  <a:lnTo>
                    <a:pt x="3388123" y="2059068"/>
                  </a:lnTo>
                  <a:lnTo>
                    <a:pt x="3388268" y="2059068"/>
                  </a:lnTo>
                  <a:lnTo>
                    <a:pt x="3388414" y="2059068"/>
                  </a:lnTo>
                  <a:lnTo>
                    <a:pt x="3388559" y="2059068"/>
                  </a:lnTo>
                  <a:lnTo>
                    <a:pt x="3388704" y="2059068"/>
                  </a:lnTo>
                  <a:lnTo>
                    <a:pt x="3388850" y="2059068"/>
                  </a:lnTo>
                  <a:lnTo>
                    <a:pt x="3388995" y="2059068"/>
                  </a:lnTo>
                  <a:lnTo>
                    <a:pt x="3389141" y="2059068"/>
                  </a:lnTo>
                  <a:lnTo>
                    <a:pt x="3389286" y="2059068"/>
                  </a:lnTo>
                  <a:lnTo>
                    <a:pt x="3389431" y="2059068"/>
                  </a:lnTo>
                  <a:lnTo>
                    <a:pt x="3389577" y="2059068"/>
                  </a:lnTo>
                  <a:lnTo>
                    <a:pt x="3389722" y="2059068"/>
                  </a:lnTo>
                  <a:lnTo>
                    <a:pt x="3389722" y="2058445"/>
                  </a:lnTo>
                  <a:lnTo>
                    <a:pt x="3389868" y="2058445"/>
                  </a:lnTo>
                  <a:lnTo>
                    <a:pt x="3390013" y="2058445"/>
                  </a:lnTo>
                  <a:lnTo>
                    <a:pt x="3390159" y="2058445"/>
                  </a:lnTo>
                  <a:lnTo>
                    <a:pt x="3390304" y="2058445"/>
                  </a:lnTo>
                  <a:lnTo>
                    <a:pt x="3390304" y="2057821"/>
                  </a:lnTo>
                  <a:lnTo>
                    <a:pt x="3390449" y="2057821"/>
                  </a:lnTo>
                  <a:lnTo>
                    <a:pt x="3390595" y="2057821"/>
                  </a:lnTo>
                  <a:lnTo>
                    <a:pt x="3390595" y="2057198"/>
                  </a:lnTo>
                  <a:lnTo>
                    <a:pt x="3390740" y="2057198"/>
                  </a:lnTo>
                  <a:lnTo>
                    <a:pt x="3390886" y="2057198"/>
                  </a:lnTo>
                  <a:lnTo>
                    <a:pt x="3390886" y="2056574"/>
                  </a:lnTo>
                  <a:lnTo>
                    <a:pt x="3390886" y="2055950"/>
                  </a:lnTo>
                  <a:lnTo>
                    <a:pt x="3390886" y="2055327"/>
                  </a:lnTo>
                  <a:lnTo>
                    <a:pt x="3391031" y="2055327"/>
                  </a:lnTo>
                  <a:lnTo>
                    <a:pt x="3391031" y="2054703"/>
                  </a:lnTo>
                  <a:lnTo>
                    <a:pt x="3391177" y="2054703"/>
                  </a:lnTo>
                  <a:lnTo>
                    <a:pt x="3391322" y="2054703"/>
                  </a:lnTo>
                  <a:lnTo>
                    <a:pt x="3391467" y="2054703"/>
                  </a:lnTo>
                  <a:lnTo>
                    <a:pt x="3391613" y="2054703"/>
                  </a:lnTo>
                  <a:lnTo>
                    <a:pt x="3391758" y="2054703"/>
                  </a:lnTo>
                  <a:lnTo>
                    <a:pt x="3391758" y="2054080"/>
                  </a:lnTo>
                  <a:lnTo>
                    <a:pt x="3391904" y="2054080"/>
                  </a:lnTo>
                  <a:lnTo>
                    <a:pt x="3392049" y="2054080"/>
                  </a:lnTo>
                  <a:lnTo>
                    <a:pt x="3392195" y="2054080"/>
                  </a:lnTo>
                  <a:lnTo>
                    <a:pt x="3392340" y="2054080"/>
                  </a:lnTo>
                  <a:lnTo>
                    <a:pt x="3392485" y="2054080"/>
                  </a:lnTo>
                  <a:lnTo>
                    <a:pt x="3392631" y="2054080"/>
                  </a:lnTo>
                  <a:lnTo>
                    <a:pt x="3392776" y="2054080"/>
                  </a:lnTo>
                  <a:lnTo>
                    <a:pt x="3392922" y="2054080"/>
                  </a:lnTo>
                  <a:lnTo>
                    <a:pt x="3393067" y="2054080"/>
                  </a:lnTo>
                  <a:lnTo>
                    <a:pt x="3393213" y="2054080"/>
                  </a:lnTo>
                  <a:lnTo>
                    <a:pt x="3393358" y="2054080"/>
                  </a:lnTo>
                  <a:lnTo>
                    <a:pt x="3393503" y="2054080"/>
                  </a:lnTo>
                  <a:lnTo>
                    <a:pt x="3393649" y="2054080"/>
                  </a:lnTo>
                  <a:lnTo>
                    <a:pt x="3393794" y="2054080"/>
                  </a:lnTo>
                  <a:lnTo>
                    <a:pt x="3393940" y="2054080"/>
                  </a:lnTo>
                  <a:lnTo>
                    <a:pt x="3393940" y="2053456"/>
                  </a:lnTo>
                  <a:lnTo>
                    <a:pt x="3394085" y="2053456"/>
                  </a:lnTo>
                  <a:lnTo>
                    <a:pt x="3394231" y="2053456"/>
                  </a:lnTo>
                  <a:lnTo>
                    <a:pt x="3394376" y="2053456"/>
                  </a:lnTo>
                  <a:lnTo>
                    <a:pt x="3394521" y="2053456"/>
                  </a:lnTo>
                  <a:lnTo>
                    <a:pt x="3394667" y="2053456"/>
                  </a:lnTo>
                  <a:lnTo>
                    <a:pt x="3394812" y="2053456"/>
                  </a:lnTo>
                  <a:lnTo>
                    <a:pt x="3394958" y="2053456"/>
                  </a:lnTo>
                  <a:lnTo>
                    <a:pt x="3395103" y="2053456"/>
                  </a:lnTo>
                  <a:lnTo>
                    <a:pt x="3395249" y="2053456"/>
                  </a:lnTo>
                  <a:lnTo>
                    <a:pt x="3395394" y="2053456"/>
                  </a:lnTo>
                  <a:lnTo>
                    <a:pt x="3395539" y="2053456"/>
                  </a:lnTo>
                  <a:lnTo>
                    <a:pt x="3395685" y="2053456"/>
                  </a:lnTo>
                  <a:lnTo>
                    <a:pt x="3395830" y="2053456"/>
                  </a:lnTo>
                  <a:lnTo>
                    <a:pt x="3395976" y="2053456"/>
                  </a:lnTo>
                  <a:lnTo>
                    <a:pt x="3396121" y="2053456"/>
                  </a:lnTo>
                  <a:lnTo>
                    <a:pt x="3396121" y="2052832"/>
                  </a:lnTo>
                  <a:lnTo>
                    <a:pt x="3396266" y="2052832"/>
                  </a:lnTo>
                  <a:lnTo>
                    <a:pt x="3396412" y="2052832"/>
                  </a:lnTo>
                  <a:lnTo>
                    <a:pt x="3396557" y="2052832"/>
                  </a:lnTo>
                  <a:lnTo>
                    <a:pt x="3396703" y="2052832"/>
                  </a:lnTo>
                  <a:lnTo>
                    <a:pt x="3396848" y="2052832"/>
                  </a:lnTo>
                  <a:lnTo>
                    <a:pt x="3396994" y="2052832"/>
                  </a:lnTo>
                  <a:lnTo>
                    <a:pt x="3397139" y="2052832"/>
                  </a:lnTo>
                  <a:lnTo>
                    <a:pt x="3397284" y="2052832"/>
                  </a:lnTo>
                  <a:lnTo>
                    <a:pt x="3397430" y="2052832"/>
                  </a:lnTo>
                  <a:lnTo>
                    <a:pt x="3397575" y="2052832"/>
                  </a:lnTo>
                  <a:lnTo>
                    <a:pt x="3397721" y="2052832"/>
                  </a:lnTo>
                  <a:lnTo>
                    <a:pt x="3397866" y="2052832"/>
                  </a:lnTo>
                  <a:lnTo>
                    <a:pt x="3398012" y="2052832"/>
                  </a:lnTo>
                  <a:lnTo>
                    <a:pt x="3398157" y="2052832"/>
                  </a:lnTo>
                  <a:lnTo>
                    <a:pt x="3398302" y="2052832"/>
                  </a:lnTo>
                  <a:lnTo>
                    <a:pt x="3398302" y="2052209"/>
                  </a:lnTo>
                  <a:lnTo>
                    <a:pt x="3398448" y="2052209"/>
                  </a:lnTo>
                  <a:lnTo>
                    <a:pt x="3398593" y="2052209"/>
                  </a:lnTo>
                  <a:lnTo>
                    <a:pt x="3398739" y="2052209"/>
                  </a:lnTo>
                  <a:lnTo>
                    <a:pt x="3398884" y="2052209"/>
                  </a:lnTo>
                  <a:lnTo>
                    <a:pt x="3399030" y="2052209"/>
                  </a:lnTo>
                  <a:lnTo>
                    <a:pt x="3399175" y="2052209"/>
                  </a:lnTo>
                  <a:lnTo>
                    <a:pt x="3399320" y="2052209"/>
                  </a:lnTo>
                  <a:lnTo>
                    <a:pt x="3399320" y="2051585"/>
                  </a:lnTo>
                  <a:lnTo>
                    <a:pt x="3399466" y="2051585"/>
                  </a:lnTo>
                  <a:lnTo>
                    <a:pt x="3399611" y="2051585"/>
                  </a:lnTo>
                  <a:lnTo>
                    <a:pt x="3399611" y="2050962"/>
                  </a:lnTo>
                  <a:lnTo>
                    <a:pt x="3399757" y="2050962"/>
                  </a:lnTo>
                  <a:lnTo>
                    <a:pt x="3399757" y="2050338"/>
                  </a:lnTo>
                  <a:lnTo>
                    <a:pt x="3399902" y="2050338"/>
                  </a:lnTo>
                  <a:lnTo>
                    <a:pt x="3400048" y="2050338"/>
                  </a:lnTo>
                  <a:lnTo>
                    <a:pt x="3400193" y="2050338"/>
                  </a:lnTo>
                  <a:lnTo>
                    <a:pt x="3400338" y="2050338"/>
                  </a:lnTo>
                  <a:lnTo>
                    <a:pt x="3400484" y="2050338"/>
                  </a:lnTo>
                  <a:lnTo>
                    <a:pt x="3400629" y="2050338"/>
                  </a:lnTo>
                  <a:lnTo>
                    <a:pt x="3400629" y="2049715"/>
                  </a:lnTo>
                  <a:lnTo>
                    <a:pt x="3400775" y="2049715"/>
                  </a:lnTo>
                  <a:lnTo>
                    <a:pt x="3400920" y="2049715"/>
                  </a:lnTo>
                  <a:lnTo>
                    <a:pt x="3401066" y="2049715"/>
                  </a:lnTo>
                  <a:lnTo>
                    <a:pt x="3401066" y="2049091"/>
                  </a:lnTo>
                  <a:lnTo>
                    <a:pt x="3401211" y="2049091"/>
                  </a:lnTo>
                  <a:lnTo>
                    <a:pt x="3401356" y="2049091"/>
                  </a:lnTo>
                  <a:lnTo>
                    <a:pt x="3401502" y="2049091"/>
                  </a:lnTo>
                  <a:lnTo>
                    <a:pt x="3401647" y="2049091"/>
                  </a:lnTo>
                  <a:lnTo>
                    <a:pt x="3401793" y="2049091"/>
                  </a:lnTo>
                  <a:lnTo>
                    <a:pt x="3401938" y="2049091"/>
                  </a:lnTo>
                  <a:lnTo>
                    <a:pt x="3402084" y="2049091"/>
                  </a:lnTo>
                  <a:lnTo>
                    <a:pt x="3402229" y="2049091"/>
                  </a:lnTo>
                  <a:lnTo>
                    <a:pt x="3402374" y="2049091"/>
                  </a:lnTo>
                  <a:lnTo>
                    <a:pt x="3402374" y="2048467"/>
                  </a:lnTo>
                  <a:lnTo>
                    <a:pt x="3402520" y="2048467"/>
                  </a:lnTo>
                  <a:lnTo>
                    <a:pt x="3402665" y="2048467"/>
                  </a:lnTo>
                  <a:lnTo>
                    <a:pt x="3402811" y="2048467"/>
                  </a:lnTo>
                  <a:lnTo>
                    <a:pt x="3402956" y="2048467"/>
                  </a:lnTo>
                  <a:lnTo>
                    <a:pt x="3402956" y="2047844"/>
                  </a:lnTo>
                  <a:lnTo>
                    <a:pt x="3403101" y="2047844"/>
                  </a:lnTo>
                  <a:lnTo>
                    <a:pt x="3403247" y="2047844"/>
                  </a:lnTo>
                  <a:lnTo>
                    <a:pt x="3403392" y="2047844"/>
                  </a:lnTo>
                  <a:lnTo>
                    <a:pt x="3403538" y="2047844"/>
                  </a:lnTo>
                  <a:lnTo>
                    <a:pt x="3403538" y="2047220"/>
                  </a:lnTo>
                  <a:lnTo>
                    <a:pt x="3403683" y="2047220"/>
                  </a:lnTo>
                  <a:lnTo>
                    <a:pt x="3403683" y="2046597"/>
                  </a:lnTo>
                  <a:lnTo>
                    <a:pt x="3403683" y="2045973"/>
                  </a:lnTo>
                  <a:lnTo>
                    <a:pt x="3403829" y="2045973"/>
                  </a:lnTo>
                  <a:lnTo>
                    <a:pt x="3403974" y="2045973"/>
                  </a:lnTo>
                  <a:lnTo>
                    <a:pt x="3403974" y="2045350"/>
                  </a:lnTo>
                  <a:lnTo>
                    <a:pt x="3404119" y="2045350"/>
                  </a:lnTo>
                  <a:lnTo>
                    <a:pt x="3404265" y="2045350"/>
                  </a:lnTo>
                  <a:lnTo>
                    <a:pt x="3404410" y="2045350"/>
                  </a:lnTo>
                  <a:lnTo>
                    <a:pt x="3404556" y="2045350"/>
                  </a:lnTo>
                  <a:lnTo>
                    <a:pt x="3404701" y="2045350"/>
                  </a:lnTo>
                  <a:lnTo>
                    <a:pt x="3404847" y="2045350"/>
                  </a:lnTo>
                  <a:lnTo>
                    <a:pt x="3404992" y="2045350"/>
                  </a:lnTo>
                  <a:lnTo>
                    <a:pt x="3405137" y="2045350"/>
                  </a:lnTo>
                  <a:lnTo>
                    <a:pt x="3405283" y="2045350"/>
                  </a:lnTo>
                  <a:lnTo>
                    <a:pt x="3405428" y="2045350"/>
                  </a:lnTo>
                  <a:lnTo>
                    <a:pt x="3405574" y="2045350"/>
                  </a:lnTo>
                  <a:lnTo>
                    <a:pt x="3405719" y="2045350"/>
                  </a:lnTo>
                  <a:lnTo>
                    <a:pt x="3405865" y="2045350"/>
                  </a:lnTo>
                  <a:lnTo>
                    <a:pt x="3406010" y="2045350"/>
                  </a:lnTo>
                  <a:lnTo>
                    <a:pt x="3406155" y="2045350"/>
                  </a:lnTo>
                  <a:lnTo>
                    <a:pt x="3406301" y="2045350"/>
                  </a:lnTo>
                  <a:lnTo>
                    <a:pt x="3406446" y="2045350"/>
                  </a:lnTo>
                  <a:lnTo>
                    <a:pt x="3406592" y="2045350"/>
                  </a:lnTo>
                  <a:lnTo>
                    <a:pt x="3406592" y="2044726"/>
                  </a:lnTo>
                  <a:lnTo>
                    <a:pt x="3406592" y="2044102"/>
                  </a:lnTo>
                  <a:lnTo>
                    <a:pt x="3406737" y="2044102"/>
                  </a:lnTo>
                  <a:lnTo>
                    <a:pt x="3406883" y="2044102"/>
                  </a:lnTo>
                  <a:lnTo>
                    <a:pt x="3407028" y="2044102"/>
                  </a:lnTo>
                  <a:lnTo>
                    <a:pt x="3407173" y="2044102"/>
                  </a:lnTo>
                  <a:lnTo>
                    <a:pt x="3407319" y="2044102"/>
                  </a:lnTo>
                  <a:lnTo>
                    <a:pt x="3407319" y="2043479"/>
                  </a:lnTo>
                  <a:lnTo>
                    <a:pt x="3407464" y="2043479"/>
                  </a:lnTo>
                  <a:lnTo>
                    <a:pt x="3407610" y="2043479"/>
                  </a:lnTo>
                  <a:lnTo>
                    <a:pt x="3407755" y="2043479"/>
                  </a:lnTo>
                  <a:lnTo>
                    <a:pt x="3407901" y="2043479"/>
                  </a:lnTo>
                  <a:lnTo>
                    <a:pt x="3407901" y="2042855"/>
                  </a:lnTo>
                  <a:lnTo>
                    <a:pt x="3408046" y="2042855"/>
                  </a:lnTo>
                  <a:lnTo>
                    <a:pt x="3408191" y="2042855"/>
                  </a:lnTo>
                  <a:lnTo>
                    <a:pt x="3408337" y="2042855"/>
                  </a:lnTo>
                  <a:lnTo>
                    <a:pt x="3408337" y="2042232"/>
                  </a:lnTo>
                  <a:lnTo>
                    <a:pt x="3408482" y="2042232"/>
                  </a:lnTo>
                  <a:lnTo>
                    <a:pt x="3408628" y="2042232"/>
                  </a:lnTo>
                  <a:lnTo>
                    <a:pt x="3408773" y="2042232"/>
                  </a:lnTo>
                  <a:lnTo>
                    <a:pt x="3408773" y="2041608"/>
                  </a:lnTo>
                  <a:lnTo>
                    <a:pt x="3408919" y="2041608"/>
                  </a:lnTo>
                  <a:lnTo>
                    <a:pt x="3409064" y="2041608"/>
                  </a:lnTo>
                  <a:lnTo>
                    <a:pt x="3409209" y="2041608"/>
                  </a:lnTo>
                  <a:lnTo>
                    <a:pt x="3409355" y="2041608"/>
                  </a:lnTo>
                  <a:lnTo>
                    <a:pt x="3409500" y="2041608"/>
                  </a:lnTo>
                  <a:lnTo>
                    <a:pt x="3409646" y="2041608"/>
                  </a:lnTo>
                  <a:lnTo>
                    <a:pt x="3409791" y="2041608"/>
                  </a:lnTo>
                  <a:lnTo>
                    <a:pt x="3409936" y="2041608"/>
                  </a:lnTo>
                  <a:lnTo>
                    <a:pt x="3410082" y="2041608"/>
                  </a:lnTo>
                  <a:lnTo>
                    <a:pt x="3410227" y="2041608"/>
                  </a:lnTo>
                  <a:lnTo>
                    <a:pt x="3410373" y="2041608"/>
                  </a:lnTo>
                  <a:lnTo>
                    <a:pt x="3410518" y="2041608"/>
                  </a:lnTo>
                  <a:lnTo>
                    <a:pt x="3410664" y="2041608"/>
                  </a:lnTo>
                  <a:lnTo>
                    <a:pt x="3410809" y="2041608"/>
                  </a:lnTo>
                  <a:lnTo>
                    <a:pt x="3410954" y="2041608"/>
                  </a:lnTo>
                  <a:lnTo>
                    <a:pt x="3410954" y="2040984"/>
                  </a:lnTo>
                  <a:lnTo>
                    <a:pt x="3411100" y="2040984"/>
                  </a:lnTo>
                  <a:lnTo>
                    <a:pt x="3411245" y="2040984"/>
                  </a:lnTo>
                  <a:lnTo>
                    <a:pt x="3411391" y="2040984"/>
                  </a:lnTo>
                  <a:lnTo>
                    <a:pt x="3411536" y="2040984"/>
                  </a:lnTo>
                  <a:lnTo>
                    <a:pt x="3411682" y="2040984"/>
                  </a:lnTo>
                  <a:lnTo>
                    <a:pt x="3411827" y="2040984"/>
                  </a:lnTo>
                  <a:lnTo>
                    <a:pt x="3411827" y="2040361"/>
                  </a:lnTo>
                  <a:lnTo>
                    <a:pt x="3411972" y="2040361"/>
                  </a:lnTo>
                  <a:lnTo>
                    <a:pt x="3412118" y="2040361"/>
                  </a:lnTo>
                  <a:lnTo>
                    <a:pt x="3412263" y="2040361"/>
                  </a:lnTo>
                  <a:lnTo>
                    <a:pt x="3412409" y="2040361"/>
                  </a:lnTo>
                  <a:lnTo>
                    <a:pt x="3412554" y="2040361"/>
                  </a:lnTo>
                  <a:lnTo>
                    <a:pt x="3412700" y="2040361"/>
                  </a:lnTo>
                  <a:lnTo>
                    <a:pt x="3412845" y="2040361"/>
                  </a:lnTo>
                  <a:lnTo>
                    <a:pt x="3412990" y="2040361"/>
                  </a:lnTo>
                  <a:lnTo>
                    <a:pt x="3412990" y="2039737"/>
                  </a:lnTo>
                  <a:lnTo>
                    <a:pt x="3413136" y="2039737"/>
                  </a:lnTo>
                  <a:lnTo>
                    <a:pt x="3413281" y="2039737"/>
                  </a:lnTo>
                  <a:lnTo>
                    <a:pt x="3413427" y="2039737"/>
                  </a:lnTo>
                  <a:lnTo>
                    <a:pt x="3413572" y="2039737"/>
                  </a:lnTo>
                  <a:lnTo>
                    <a:pt x="3413718" y="2039737"/>
                  </a:lnTo>
                  <a:lnTo>
                    <a:pt x="3413863" y="2039737"/>
                  </a:lnTo>
                  <a:lnTo>
                    <a:pt x="3414008" y="2039737"/>
                  </a:lnTo>
                  <a:lnTo>
                    <a:pt x="3414154" y="2039737"/>
                  </a:lnTo>
                  <a:lnTo>
                    <a:pt x="3414299" y="2039737"/>
                  </a:lnTo>
                  <a:lnTo>
                    <a:pt x="3414299" y="2039114"/>
                  </a:lnTo>
                  <a:lnTo>
                    <a:pt x="3414445" y="2039114"/>
                  </a:lnTo>
                  <a:lnTo>
                    <a:pt x="3414590" y="2039114"/>
                  </a:lnTo>
                  <a:lnTo>
                    <a:pt x="3414736" y="2039114"/>
                  </a:lnTo>
                  <a:lnTo>
                    <a:pt x="3414881" y="2039114"/>
                  </a:lnTo>
                  <a:lnTo>
                    <a:pt x="3415026" y="2039114"/>
                  </a:lnTo>
                  <a:lnTo>
                    <a:pt x="3415026" y="2038490"/>
                  </a:lnTo>
                  <a:lnTo>
                    <a:pt x="3415172" y="2038490"/>
                  </a:lnTo>
                  <a:lnTo>
                    <a:pt x="3415172" y="2037867"/>
                  </a:lnTo>
                  <a:lnTo>
                    <a:pt x="3415317" y="2037867"/>
                  </a:lnTo>
                  <a:lnTo>
                    <a:pt x="3415463" y="2037867"/>
                  </a:lnTo>
                  <a:lnTo>
                    <a:pt x="3415608" y="2037867"/>
                  </a:lnTo>
                  <a:lnTo>
                    <a:pt x="3415754" y="2037867"/>
                  </a:lnTo>
                  <a:lnTo>
                    <a:pt x="3415899" y="2037867"/>
                  </a:lnTo>
                  <a:lnTo>
                    <a:pt x="3416044" y="2037867"/>
                  </a:lnTo>
                  <a:lnTo>
                    <a:pt x="3416190" y="2037867"/>
                  </a:lnTo>
                  <a:lnTo>
                    <a:pt x="3416335" y="2037867"/>
                  </a:lnTo>
                  <a:lnTo>
                    <a:pt x="3416335" y="2037243"/>
                  </a:lnTo>
                  <a:lnTo>
                    <a:pt x="3416481" y="2037243"/>
                  </a:lnTo>
                  <a:lnTo>
                    <a:pt x="3416626" y="2037243"/>
                  </a:lnTo>
                  <a:lnTo>
                    <a:pt x="3416771" y="2037243"/>
                  </a:lnTo>
                  <a:lnTo>
                    <a:pt x="3416917" y="2037243"/>
                  </a:lnTo>
                  <a:lnTo>
                    <a:pt x="3417062" y="2037243"/>
                  </a:lnTo>
                  <a:lnTo>
                    <a:pt x="3417062" y="2036619"/>
                  </a:lnTo>
                  <a:lnTo>
                    <a:pt x="3417208" y="2036619"/>
                  </a:lnTo>
                  <a:lnTo>
                    <a:pt x="3417353" y="2036619"/>
                  </a:lnTo>
                  <a:lnTo>
                    <a:pt x="3417353" y="2035996"/>
                  </a:lnTo>
                  <a:lnTo>
                    <a:pt x="3417353" y="2035372"/>
                  </a:lnTo>
                  <a:lnTo>
                    <a:pt x="3417499" y="2035372"/>
                  </a:lnTo>
                  <a:lnTo>
                    <a:pt x="3417644" y="2035372"/>
                  </a:lnTo>
                  <a:lnTo>
                    <a:pt x="3417789" y="2035372"/>
                  </a:lnTo>
                  <a:lnTo>
                    <a:pt x="3417935" y="2035372"/>
                  </a:lnTo>
                  <a:lnTo>
                    <a:pt x="3418080" y="2035372"/>
                  </a:lnTo>
                  <a:lnTo>
                    <a:pt x="3418226" y="2035372"/>
                  </a:lnTo>
                  <a:lnTo>
                    <a:pt x="3418226" y="2034749"/>
                  </a:lnTo>
                  <a:lnTo>
                    <a:pt x="3418226" y="2034125"/>
                  </a:lnTo>
                  <a:lnTo>
                    <a:pt x="3418371" y="2034125"/>
                  </a:lnTo>
                  <a:lnTo>
                    <a:pt x="3418371" y="2033501"/>
                  </a:lnTo>
                  <a:lnTo>
                    <a:pt x="3418371" y="2032878"/>
                  </a:lnTo>
                  <a:lnTo>
                    <a:pt x="3418371" y="2032254"/>
                  </a:lnTo>
                  <a:lnTo>
                    <a:pt x="3418517" y="2032254"/>
                  </a:lnTo>
                  <a:lnTo>
                    <a:pt x="3418662" y="2032254"/>
                  </a:lnTo>
                  <a:lnTo>
                    <a:pt x="3418807" y="2032254"/>
                  </a:lnTo>
                  <a:lnTo>
                    <a:pt x="3418953" y="2032254"/>
                  </a:lnTo>
                  <a:lnTo>
                    <a:pt x="3419098" y="2032254"/>
                  </a:lnTo>
                  <a:lnTo>
                    <a:pt x="3419244" y="2032254"/>
                  </a:lnTo>
                  <a:lnTo>
                    <a:pt x="3419389" y="2032254"/>
                  </a:lnTo>
                  <a:lnTo>
                    <a:pt x="3419535" y="2032254"/>
                  </a:lnTo>
                  <a:lnTo>
                    <a:pt x="3419680" y="2032254"/>
                  </a:lnTo>
                  <a:lnTo>
                    <a:pt x="3419825" y="2032254"/>
                  </a:lnTo>
                  <a:lnTo>
                    <a:pt x="3419971" y="2032254"/>
                  </a:lnTo>
                  <a:lnTo>
                    <a:pt x="3420116" y="2032254"/>
                  </a:lnTo>
                  <a:lnTo>
                    <a:pt x="3420262" y="2032254"/>
                  </a:lnTo>
                  <a:lnTo>
                    <a:pt x="3420407" y="2032254"/>
                  </a:lnTo>
                  <a:lnTo>
                    <a:pt x="3420553" y="2032254"/>
                  </a:lnTo>
                  <a:lnTo>
                    <a:pt x="3420553" y="2031631"/>
                  </a:lnTo>
                  <a:lnTo>
                    <a:pt x="3420698" y="2031631"/>
                  </a:lnTo>
                  <a:lnTo>
                    <a:pt x="3420843" y="2031631"/>
                  </a:lnTo>
                  <a:lnTo>
                    <a:pt x="3420989" y="2031631"/>
                  </a:lnTo>
                  <a:lnTo>
                    <a:pt x="3421134" y="2031631"/>
                  </a:lnTo>
                  <a:lnTo>
                    <a:pt x="3421280" y="2031631"/>
                  </a:lnTo>
                  <a:lnTo>
                    <a:pt x="3421280" y="2031007"/>
                  </a:lnTo>
                  <a:lnTo>
                    <a:pt x="3421425" y="2031007"/>
                  </a:lnTo>
                  <a:lnTo>
                    <a:pt x="3421571" y="2031007"/>
                  </a:lnTo>
                  <a:lnTo>
                    <a:pt x="3421716" y="2031007"/>
                  </a:lnTo>
                  <a:lnTo>
                    <a:pt x="3421861" y="2031007"/>
                  </a:lnTo>
                  <a:lnTo>
                    <a:pt x="3422007" y="2031007"/>
                  </a:lnTo>
                  <a:lnTo>
                    <a:pt x="3422152" y="2031007"/>
                  </a:lnTo>
                  <a:lnTo>
                    <a:pt x="3422298" y="2031007"/>
                  </a:lnTo>
                  <a:lnTo>
                    <a:pt x="3422443" y="2031007"/>
                  </a:lnTo>
                  <a:lnTo>
                    <a:pt x="3422589" y="2031007"/>
                  </a:lnTo>
                  <a:lnTo>
                    <a:pt x="3422734" y="2031007"/>
                  </a:lnTo>
                  <a:lnTo>
                    <a:pt x="3422879" y="2031007"/>
                  </a:lnTo>
                  <a:lnTo>
                    <a:pt x="3423025" y="2031007"/>
                  </a:lnTo>
                  <a:lnTo>
                    <a:pt x="3423170" y="2031007"/>
                  </a:lnTo>
                  <a:lnTo>
                    <a:pt x="3423316" y="2031007"/>
                  </a:lnTo>
                  <a:lnTo>
                    <a:pt x="3423461" y="2031007"/>
                  </a:lnTo>
                  <a:lnTo>
                    <a:pt x="3423606" y="2031007"/>
                  </a:lnTo>
                  <a:lnTo>
                    <a:pt x="3423752" y="2031007"/>
                  </a:lnTo>
                  <a:lnTo>
                    <a:pt x="3423752" y="2030384"/>
                  </a:lnTo>
                  <a:lnTo>
                    <a:pt x="3423897" y="2030384"/>
                  </a:lnTo>
                  <a:lnTo>
                    <a:pt x="3424043" y="2030384"/>
                  </a:lnTo>
                  <a:lnTo>
                    <a:pt x="3424043" y="2029760"/>
                  </a:lnTo>
                  <a:lnTo>
                    <a:pt x="3424188" y="2029760"/>
                  </a:lnTo>
                  <a:lnTo>
                    <a:pt x="3424334" y="2029760"/>
                  </a:lnTo>
                  <a:lnTo>
                    <a:pt x="3424479" y="2029760"/>
                  </a:lnTo>
                  <a:lnTo>
                    <a:pt x="3424624" y="2029760"/>
                  </a:lnTo>
                  <a:lnTo>
                    <a:pt x="3424770" y="2029760"/>
                  </a:lnTo>
                  <a:lnTo>
                    <a:pt x="3424770" y="2029136"/>
                  </a:lnTo>
                  <a:lnTo>
                    <a:pt x="3424915" y="2029136"/>
                  </a:lnTo>
                  <a:lnTo>
                    <a:pt x="3425061" y="2029136"/>
                  </a:lnTo>
                  <a:lnTo>
                    <a:pt x="3425206" y="2029136"/>
                  </a:lnTo>
                  <a:lnTo>
                    <a:pt x="3425352" y="2029136"/>
                  </a:lnTo>
                  <a:lnTo>
                    <a:pt x="3425497" y="2029136"/>
                  </a:lnTo>
                  <a:lnTo>
                    <a:pt x="3425497" y="2028513"/>
                  </a:lnTo>
                  <a:lnTo>
                    <a:pt x="3425642" y="2028513"/>
                  </a:lnTo>
                  <a:lnTo>
                    <a:pt x="3425788" y="2028513"/>
                  </a:lnTo>
                  <a:lnTo>
                    <a:pt x="3425788" y="2027889"/>
                  </a:lnTo>
                  <a:lnTo>
                    <a:pt x="3425933" y="2027889"/>
                  </a:lnTo>
                  <a:lnTo>
                    <a:pt x="3426079" y="2027889"/>
                  </a:lnTo>
                  <a:lnTo>
                    <a:pt x="3426079" y="2027266"/>
                  </a:lnTo>
                  <a:lnTo>
                    <a:pt x="3426079" y="2026642"/>
                  </a:lnTo>
                  <a:lnTo>
                    <a:pt x="3426224" y="2026642"/>
                  </a:lnTo>
                  <a:lnTo>
                    <a:pt x="3426370" y="2026642"/>
                  </a:lnTo>
                  <a:lnTo>
                    <a:pt x="3426515" y="2026642"/>
                  </a:lnTo>
                  <a:lnTo>
                    <a:pt x="3426515" y="2026018"/>
                  </a:lnTo>
                  <a:lnTo>
                    <a:pt x="3426515" y="2025395"/>
                  </a:lnTo>
                  <a:lnTo>
                    <a:pt x="3426660" y="2025395"/>
                  </a:lnTo>
                  <a:lnTo>
                    <a:pt x="3426806" y="2025395"/>
                  </a:lnTo>
                  <a:lnTo>
                    <a:pt x="3426951" y="2025395"/>
                  </a:lnTo>
                  <a:lnTo>
                    <a:pt x="3427097" y="2025395"/>
                  </a:lnTo>
                  <a:lnTo>
                    <a:pt x="3427242" y="2025395"/>
                  </a:lnTo>
                  <a:lnTo>
                    <a:pt x="3427388" y="2025395"/>
                  </a:lnTo>
                  <a:lnTo>
                    <a:pt x="3427533" y="2025395"/>
                  </a:lnTo>
                  <a:lnTo>
                    <a:pt x="3427678" y="2025395"/>
                  </a:lnTo>
                  <a:lnTo>
                    <a:pt x="3427824" y="2025395"/>
                  </a:lnTo>
                  <a:lnTo>
                    <a:pt x="3427824" y="2024771"/>
                  </a:lnTo>
                  <a:lnTo>
                    <a:pt x="3427969" y="2024771"/>
                  </a:lnTo>
                  <a:lnTo>
                    <a:pt x="3427969" y="2024148"/>
                  </a:lnTo>
                  <a:lnTo>
                    <a:pt x="3428115" y="2024148"/>
                  </a:lnTo>
                  <a:lnTo>
                    <a:pt x="3428260" y="2024148"/>
                  </a:lnTo>
                  <a:lnTo>
                    <a:pt x="3428260" y="2023524"/>
                  </a:lnTo>
                  <a:lnTo>
                    <a:pt x="3428406" y="2023524"/>
                  </a:lnTo>
                  <a:lnTo>
                    <a:pt x="3428551" y="2023524"/>
                  </a:lnTo>
                  <a:lnTo>
                    <a:pt x="3428696" y="2023524"/>
                  </a:lnTo>
                  <a:lnTo>
                    <a:pt x="3428842" y="2023524"/>
                  </a:lnTo>
                  <a:lnTo>
                    <a:pt x="3428987" y="2023524"/>
                  </a:lnTo>
                  <a:lnTo>
                    <a:pt x="3429133" y="2023524"/>
                  </a:lnTo>
                  <a:lnTo>
                    <a:pt x="3429278" y="2023524"/>
                  </a:lnTo>
                  <a:lnTo>
                    <a:pt x="3429278" y="2022901"/>
                  </a:lnTo>
                  <a:lnTo>
                    <a:pt x="3429424" y="2022901"/>
                  </a:lnTo>
                  <a:lnTo>
                    <a:pt x="3429424" y="2022277"/>
                  </a:lnTo>
                  <a:lnTo>
                    <a:pt x="3429424" y="2021653"/>
                  </a:lnTo>
                  <a:lnTo>
                    <a:pt x="3429424" y="2021030"/>
                  </a:lnTo>
                  <a:lnTo>
                    <a:pt x="3429569" y="2021030"/>
                  </a:lnTo>
                  <a:lnTo>
                    <a:pt x="3429714" y="2021030"/>
                  </a:lnTo>
                  <a:lnTo>
                    <a:pt x="3429860" y="2021030"/>
                  </a:lnTo>
                  <a:lnTo>
                    <a:pt x="3430005" y="2021030"/>
                  </a:lnTo>
                  <a:lnTo>
                    <a:pt x="3430151" y="2021030"/>
                  </a:lnTo>
                  <a:lnTo>
                    <a:pt x="3430296" y="2021030"/>
                  </a:lnTo>
                  <a:lnTo>
                    <a:pt x="3430441" y="2021030"/>
                  </a:lnTo>
                  <a:lnTo>
                    <a:pt x="3430587" y="2021030"/>
                  </a:lnTo>
                  <a:lnTo>
                    <a:pt x="3430732" y="2021030"/>
                  </a:lnTo>
                  <a:lnTo>
                    <a:pt x="3430878" y="2021030"/>
                  </a:lnTo>
                  <a:lnTo>
                    <a:pt x="3430878" y="2020406"/>
                  </a:lnTo>
                  <a:lnTo>
                    <a:pt x="3431023" y="2020406"/>
                  </a:lnTo>
                  <a:lnTo>
                    <a:pt x="3431023" y="2019783"/>
                  </a:lnTo>
                  <a:lnTo>
                    <a:pt x="3431169" y="2019783"/>
                  </a:lnTo>
                  <a:lnTo>
                    <a:pt x="3431314" y="2019783"/>
                  </a:lnTo>
                  <a:lnTo>
                    <a:pt x="3431314" y="2019159"/>
                  </a:lnTo>
                  <a:lnTo>
                    <a:pt x="3431459" y="2019159"/>
                  </a:lnTo>
                  <a:lnTo>
                    <a:pt x="3431605" y="2019159"/>
                  </a:lnTo>
                  <a:lnTo>
                    <a:pt x="3431750" y="2019159"/>
                  </a:lnTo>
                  <a:lnTo>
                    <a:pt x="3431896" y="2019159"/>
                  </a:lnTo>
                  <a:lnTo>
                    <a:pt x="3432041" y="2019159"/>
                  </a:lnTo>
                  <a:lnTo>
                    <a:pt x="3432187" y="2019159"/>
                  </a:lnTo>
                  <a:lnTo>
                    <a:pt x="3432187" y="2018535"/>
                  </a:lnTo>
                  <a:lnTo>
                    <a:pt x="3432332" y="2018535"/>
                  </a:lnTo>
                  <a:lnTo>
                    <a:pt x="3432332" y="2017912"/>
                  </a:lnTo>
                  <a:lnTo>
                    <a:pt x="3432477" y="2017912"/>
                  </a:lnTo>
                  <a:lnTo>
                    <a:pt x="3432623" y="2017912"/>
                  </a:lnTo>
                  <a:lnTo>
                    <a:pt x="3432768" y="2017912"/>
                  </a:lnTo>
                  <a:lnTo>
                    <a:pt x="3432914" y="2017912"/>
                  </a:lnTo>
                  <a:lnTo>
                    <a:pt x="3433059" y="2017912"/>
                  </a:lnTo>
                  <a:lnTo>
                    <a:pt x="3433059" y="2017288"/>
                  </a:lnTo>
                  <a:lnTo>
                    <a:pt x="3433205" y="2017288"/>
                  </a:lnTo>
                  <a:lnTo>
                    <a:pt x="3433350" y="2017288"/>
                  </a:lnTo>
                  <a:lnTo>
                    <a:pt x="3433495" y="2017288"/>
                  </a:lnTo>
                  <a:lnTo>
                    <a:pt x="3433641" y="2017288"/>
                  </a:lnTo>
                  <a:lnTo>
                    <a:pt x="3433786" y="2017288"/>
                  </a:lnTo>
                  <a:lnTo>
                    <a:pt x="3433932" y="2017288"/>
                  </a:lnTo>
                  <a:lnTo>
                    <a:pt x="3434077" y="2017288"/>
                  </a:lnTo>
                  <a:lnTo>
                    <a:pt x="3434223" y="2017288"/>
                  </a:lnTo>
                  <a:lnTo>
                    <a:pt x="3434368" y="2017288"/>
                  </a:lnTo>
                  <a:lnTo>
                    <a:pt x="3434513" y="2017288"/>
                  </a:lnTo>
                  <a:lnTo>
                    <a:pt x="3434659" y="2017288"/>
                  </a:lnTo>
                  <a:lnTo>
                    <a:pt x="3434804" y="2017288"/>
                  </a:lnTo>
                  <a:lnTo>
                    <a:pt x="3434950" y="2017288"/>
                  </a:lnTo>
                  <a:lnTo>
                    <a:pt x="3434950" y="2016665"/>
                  </a:lnTo>
                  <a:lnTo>
                    <a:pt x="3434950" y="2016041"/>
                  </a:lnTo>
                  <a:lnTo>
                    <a:pt x="3435095" y="2016041"/>
                  </a:lnTo>
                  <a:lnTo>
                    <a:pt x="3435241" y="2016041"/>
                  </a:lnTo>
                  <a:lnTo>
                    <a:pt x="3435386" y="2016041"/>
                  </a:lnTo>
                  <a:lnTo>
                    <a:pt x="3435386" y="2015418"/>
                  </a:lnTo>
                  <a:lnTo>
                    <a:pt x="3435386" y="2014794"/>
                  </a:lnTo>
                  <a:lnTo>
                    <a:pt x="3435531" y="2014794"/>
                  </a:lnTo>
                  <a:lnTo>
                    <a:pt x="3435677" y="2014794"/>
                  </a:lnTo>
                  <a:lnTo>
                    <a:pt x="3435822" y="2014794"/>
                  </a:lnTo>
                  <a:lnTo>
                    <a:pt x="3435968" y="2014794"/>
                  </a:lnTo>
                  <a:lnTo>
                    <a:pt x="3436113" y="2014794"/>
                  </a:lnTo>
                  <a:lnTo>
                    <a:pt x="3436113" y="2014170"/>
                  </a:lnTo>
                  <a:lnTo>
                    <a:pt x="3436259" y="2014170"/>
                  </a:lnTo>
                  <a:lnTo>
                    <a:pt x="3436404" y="2014170"/>
                  </a:lnTo>
                  <a:lnTo>
                    <a:pt x="3436549" y="2014170"/>
                  </a:lnTo>
                  <a:lnTo>
                    <a:pt x="3436695" y="2014170"/>
                  </a:lnTo>
                  <a:lnTo>
                    <a:pt x="3436840" y="2014170"/>
                  </a:lnTo>
                  <a:lnTo>
                    <a:pt x="3436986" y="2014170"/>
                  </a:lnTo>
                  <a:lnTo>
                    <a:pt x="3437131" y="2014170"/>
                  </a:lnTo>
                  <a:lnTo>
                    <a:pt x="3437276" y="2014170"/>
                  </a:lnTo>
                  <a:lnTo>
                    <a:pt x="3437422" y="2014170"/>
                  </a:lnTo>
                  <a:lnTo>
                    <a:pt x="3437567" y="2014170"/>
                  </a:lnTo>
                  <a:lnTo>
                    <a:pt x="3437713" y="2014170"/>
                  </a:lnTo>
                  <a:lnTo>
                    <a:pt x="3437858" y="2014170"/>
                  </a:lnTo>
                  <a:lnTo>
                    <a:pt x="3437858" y="2013547"/>
                  </a:lnTo>
                  <a:lnTo>
                    <a:pt x="3438004" y="2013547"/>
                  </a:lnTo>
                  <a:lnTo>
                    <a:pt x="3438149" y="2013547"/>
                  </a:lnTo>
                  <a:lnTo>
                    <a:pt x="3438294" y="2013547"/>
                  </a:lnTo>
                  <a:lnTo>
                    <a:pt x="3438440" y="2013547"/>
                  </a:lnTo>
                  <a:lnTo>
                    <a:pt x="3438585" y="2013547"/>
                  </a:lnTo>
                  <a:lnTo>
                    <a:pt x="3438731" y="2013547"/>
                  </a:lnTo>
                  <a:lnTo>
                    <a:pt x="3438876" y="2013547"/>
                  </a:lnTo>
                  <a:lnTo>
                    <a:pt x="3439022" y="2013547"/>
                  </a:lnTo>
                  <a:lnTo>
                    <a:pt x="3439167" y="2013547"/>
                  </a:lnTo>
                  <a:lnTo>
                    <a:pt x="3439312" y="2013547"/>
                  </a:lnTo>
                  <a:lnTo>
                    <a:pt x="3439458" y="2013547"/>
                  </a:lnTo>
                  <a:lnTo>
                    <a:pt x="3439603" y="2013547"/>
                  </a:lnTo>
                  <a:lnTo>
                    <a:pt x="3439749" y="2013547"/>
                  </a:lnTo>
                  <a:lnTo>
                    <a:pt x="3439894" y="2013547"/>
                  </a:lnTo>
                  <a:lnTo>
                    <a:pt x="3439894" y="2012923"/>
                  </a:lnTo>
                  <a:lnTo>
                    <a:pt x="3440040" y="2012923"/>
                  </a:lnTo>
                  <a:lnTo>
                    <a:pt x="3440185" y="2012923"/>
                  </a:lnTo>
                  <a:lnTo>
                    <a:pt x="3440330" y="2012923"/>
                  </a:lnTo>
                  <a:lnTo>
                    <a:pt x="3440476" y="2012923"/>
                  </a:lnTo>
                  <a:lnTo>
                    <a:pt x="3440621" y="2012923"/>
                  </a:lnTo>
                  <a:lnTo>
                    <a:pt x="3440767" y="2012923"/>
                  </a:lnTo>
                  <a:lnTo>
                    <a:pt x="3440912" y="2012923"/>
                  </a:lnTo>
                  <a:lnTo>
                    <a:pt x="3441058" y="2012923"/>
                  </a:lnTo>
                  <a:lnTo>
                    <a:pt x="3441058" y="2012300"/>
                  </a:lnTo>
                  <a:lnTo>
                    <a:pt x="3441203" y="2012300"/>
                  </a:lnTo>
                  <a:lnTo>
                    <a:pt x="3441348" y="2012300"/>
                  </a:lnTo>
                  <a:lnTo>
                    <a:pt x="3441494" y="2012300"/>
                  </a:lnTo>
                  <a:lnTo>
                    <a:pt x="3441639" y="2012300"/>
                  </a:lnTo>
                  <a:lnTo>
                    <a:pt x="3441785" y="2012300"/>
                  </a:lnTo>
                  <a:lnTo>
                    <a:pt x="3441930" y="2012300"/>
                  </a:lnTo>
                  <a:lnTo>
                    <a:pt x="3442076" y="2012300"/>
                  </a:lnTo>
                  <a:lnTo>
                    <a:pt x="3442221" y="2012300"/>
                  </a:lnTo>
                  <a:lnTo>
                    <a:pt x="3442366" y="2012300"/>
                  </a:lnTo>
                  <a:lnTo>
                    <a:pt x="3442512" y="2012300"/>
                  </a:lnTo>
                  <a:lnTo>
                    <a:pt x="3442657" y="2012300"/>
                  </a:lnTo>
                  <a:lnTo>
                    <a:pt x="3442657" y="2011676"/>
                  </a:lnTo>
                  <a:lnTo>
                    <a:pt x="3442803" y="2011676"/>
                  </a:lnTo>
                  <a:lnTo>
                    <a:pt x="3442948" y="2011676"/>
                  </a:lnTo>
                  <a:lnTo>
                    <a:pt x="3443094" y="2011676"/>
                  </a:lnTo>
                  <a:lnTo>
                    <a:pt x="3443239" y="2011676"/>
                  </a:lnTo>
                  <a:lnTo>
                    <a:pt x="3443384" y="2011676"/>
                  </a:lnTo>
                  <a:lnTo>
                    <a:pt x="3443530" y="2011676"/>
                  </a:lnTo>
                  <a:lnTo>
                    <a:pt x="3443675" y="2011676"/>
                  </a:lnTo>
                  <a:lnTo>
                    <a:pt x="3443821" y="2011676"/>
                  </a:lnTo>
                  <a:lnTo>
                    <a:pt x="3443966" y="2011676"/>
                  </a:lnTo>
                  <a:lnTo>
                    <a:pt x="3444111" y="2011676"/>
                  </a:lnTo>
                  <a:lnTo>
                    <a:pt x="3444111" y="2011052"/>
                  </a:lnTo>
                  <a:lnTo>
                    <a:pt x="3444257" y="2011052"/>
                  </a:lnTo>
                  <a:lnTo>
                    <a:pt x="3444257" y="2010429"/>
                  </a:lnTo>
                  <a:lnTo>
                    <a:pt x="3444402" y="2010429"/>
                  </a:lnTo>
                  <a:lnTo>
                    <a:pt x="3444548" y="2010429"/>
                  </a:lnTo>
                  <a:lnTo>
                    <a:pt x="3444548" y="2009805"/>
                  </a:lnTo>
                  <a:lnTo>
                    <a:pt x="3444693" y="2009805"/>
                  </a:lnTo>
                  <a:lnTo>
                    <a:pt x="3444839" y="2009805"/>
                  </a:lnTo>
                  <a:lnTo>
                    <a:pt x="3444984" y="2009805"/>
                  </a:lnTo>
                  <a:lnTo>
                    <a:pt x="3445129" y="2009805"/>
                  </a:lnTo>
                  <a:lnTo>
                    <a:pt x="3445129" y="2009182"/>
                  </a:lnTo>
                  <a:lnTo>
                    <a:pt x="3445129" y="2008558"/>
                  </a:lnTo>
                  <a:lnTo>
                    <a:pt x="3445275" y="2008558"/>
                  </a:lnTo>
                  <a:lnTo>
                    <a:pt x="3445420" y="2008558"/>
                  </a:lnTo>
                  <a:lnTo>
                    <a:pt x="3445420" y="2007935"/>
                  </a:lnTo>
                  <a:lnTo>
                    <a:pt x="3445566" y="2007935"/>
                  </a:lnTo>
                  <a:lnTo>
                    <a:pt x="3445711" y="2007935"/>
                  </a:lnTo>
                  <a:lnTo>
                    <a:pt x="3445857" y="2007935"/>
                  </a:lnTo>
                  <a:lnTo>
                    <a:pt x="3446002" y="2007935"/>
                  </a:lnTo>
                  <a:lnTo>
                    <a:pt x="3446147" y="2007935"/>
                  </a:lnTo>
                  <a:lnTo>
                    <a:pt x="3446293" y="2007935"/>
                  </a:lnTo>
                  <a:lnTo>
                    <a:pt x="3446438" y="2007935"/>
                  </a:lnTo>
                  <a:lnTo>
                    <a:pt x="3446584" y="2007935"/>
                  </a:lnTo>
                  <a:lnTo>
                    <a:pt x="3446729" y="2007935"/>
                  </a:lnTo>
                  <a:lnTo>
                    <a:pt x="3446875" y="2007935"/>
                  </a:lnTo>
                  <a:lnTo>
                    <a:pt x="3447020" y="2007935"/>
                  </a:lnTo>
                  <a:lnTo>
                    <a:pt x="3447020" y="2007311"/>
                  </a:lnTo>
                  <a:lnTo>
                    <a:pt x="3447165" y="2007311"/>
                  </a:lnTo>
                  <a:lnTo>
                    <a:pt x="3447165" y="2006687"/>
                  </a:lnTo>
                  <a:lnTo>
                    <a:pt x="3447311" y="2006687"/>
                  </a:lnTo>
                  <a:lnTo>
                    <a:pt x="3447456" y="2006687"/>
                  </a:lnTo>
                  <a:lnTo>
                    <a:pt x="3447602" y="2006687"/>
                  </a:lnTo>
                  <a:lnTo>
                    <a:pt x="3447602" y="2006064"/>
                  </a:lnTo>
                  <a:lnTo>
                    <a:pt x="3447747" y="2006064"/>
                  </a:lnTo>
                  <a:lnTo>
                    <a:pt x="3447893" y="2006064"/>
                  </a:lnTo>
                  <a:lnTo>
                    <a:pt x="3447893" y="2005440"/>
                  </a:lnTo>
                  <a:lnTo>
                    <a:pt x="3448038" y="2005440"/>
                  </a:lnTo>
                  <a:lnTo>
                    <a:pt x="3448183" y="2005440"/>
                  </a:lnTo>
                  <a:lnTo>
                    <a:pt x="3448329" y="2005440"/>
                  </a:lnTo>
                  <a:lnTo>
                    <a:pt x="3448474" y="2005440"/>
                  </a:lnTo>
                  <a:lnTo>
                    <a:pt x="3448620" y="2005440"/>
                  </a:lnTo>
                  <a:lnTo>
                    <a:pt x="3448765" y="2005440"/>
                  </a:lnTo>
                  <a:lnTo>
                    <a:pt x="3448911" y="2005440"/>
                  </a:lnTo>
                  <a:lnTo>
                    <a:pt x="3449056" y="2005440"/>
                  </a:lnTo>
                  <a:lnTo>
                    <a:pt x="3449201" y="2005440"/>
                  </a:lnTo>
                  <a:lnTo>
                    <a:pt x="3449347" y="2005440"/>
                  </a:lnTo>
                  <a:lnTo>
                    <a:pt x="3449347" y="2004817"/>
                  </a:lnTo>
                  <a:lnTo>
                    <a:pt x="3449492" y="2004817"/>
                  </a:lnTo>
                  <a:lnTo>
                    <a:pt x="3449492" y="2004193"/>
                  </a:lnTo>
                  <a:lnTo>
                    <a:pt x="3449638" y="2004193"/>
                  </a:lnTo>
                  <a:lnTo>
                    <a:pt x="3449783" y="2004193"/>
                  </a:lnTo>
                  <a:lnTo>
                    <a:pt x="3449929" y="2004193"/>
                  </a:lnTo>
                  <a:lnTo>
                    <a:pt x="3450074" y="2004193"/>
                  </a:lnTo>
                  <a:lnTo>
                    <a:pt x="3450219" y="2004193"/>
                  </a:lnTo>
                  <a:lnTo>
                    <a:pt x="3450365" y="2004193"/>
                  </a:lnTo>
                  <a:lnTo>
                    <a:pt x="3450510" y="2004193"/>
                  </a:lnTo>
                  <a:lnTo>
                    <a:pt x="3450656" y="2004193"/>
                  </a:lnTo>
                  <a:lnTo>
                    <a:pt x="3450656" y="2003569"/>
                  </a:lnTo>
                  <a:lnTo>
                    <a:pt x="3450801" y="2003569"/>
                  </a:lnTo>
                  <a:lnTo>
                    <a:pt x="3450801" y="2002946"/>
                  </a:lnTo>
                  <a:lnTo>
                    <a:pt x="3450946" y="2002946"/>
                  </a:lnTo>
                  <a:lnTo>
                    <a:pt x="3451092" y="2002946"/>
                  </a:lnTo>
                  <a:lnTo>
                    <a:pt x="3451237" y="2002946"/>
                  </a:lnTo>
                  <a:lnTo>
                    <a:pt x="3451383" y="2002946"/>
                  </a:lnTo>
                  <a:lnTo>
                    <a:pt x="3451528" y="2002946"/>
                  </a:lnTo>
                  <a:lnTo>
                    <a:pt x="3451674" y="2002946"/>
                  </a:lnTo>
                  <a:lnTo>
                    <a:pt x="3451674" y="2002322"/>
                  </a:lnTo>
                  <a:lnTo>
                    <a:pt x="3451819" y="2002322"/>
                  </a:lnTo>
                  <a:lnTo>
                    <a:pt x="3451964" y="2002322"/>
                  </a:lnTo>
                  <a:lnTo>
                    <a:pt x="3452110" y="2002322"/>
                  </a:lnTo>
                  <a:lnTo>
                    <a:pt x="3452255" y="2002322"/>
                  </a:lnTo>
                  <a:lnTo>
                    <a:pt x="3452401" y="2002322"/>
                  </a:lnTo>
                  <a:lnTo>
                    <a:pt x="3452546" y="2002322"/>
                  </a:lnTo>
                  <a:lnTo>
                    <a:pt x="3452692" y="2002322"/>
                  </a:lnTo>
                  <a:lnTo>
                    <a:pt x="3452837" y="2002322"/>
                  </a:lnTo>
                  <a:lnTo>
                    <a:pt x="3452982" y="2002322"/>
                  </a:lnTo>
                  <a:lnTo>
                    <a:pt x="3453128" y="2002322"/>
                  </a:lnTo>
                  <a:lnTo>
                    <a:pt x="3453273" y="2002322"/>
                  </a:lnTo>
                  <a:lnTo>
                    <a:pt x="3453419" y="2002322"/>
                  </a:lnTo>
                  <a:lnTo>
                    <a:pt x="3453564" y="2002322"/>
                  </a:lnTo>
                  <a:lnTo>
                    <a:pt x="3453710" y="2002322"/>
                  </a:lnTo>
                  <a:lnTo>
                    <a:pt x="3453855" y="2002322"/>
                  </a:lnTo>
                  <a:lnTo>
                    <a:pt x="3454000" y="2002322"/>
                  </a:lnTo>
                  <a:lnTo>
                    <a:pt x="3454146" y="2002322"/>
                  </a:lnTo>
                  <a:lnTo>
                    <a:pt x="3454291" y="2002322"/>
                  </a:lnTo>
                  <a:lnTo>
                    <a:pt x="3454437" y="2002322"/>
                  </a:lnTo>
                  <a:lnTo>
                    <a:pt x="3454582" y="2002322"/>
                  </a:lnTo>
                  <a:lnTo>
                    <a:pt x="3454728" y="2002322"/>
                  </a:lnTo>
                  <a:lnTo>
                    <a:pt x="3454873" y="2002322"/>
                  </a:lnTo>
                  <a:lnTo>
                    <a:pt x="3455018" y="2002322"/>
                  </a:lnTo>
                  <a:lnTo>
                    <a:pt x="3455164" y="2002322"/>
                  </a:lnTo>
                  <a:lnTo>
                    <a:pt x="3455309" y="2002322"/>
                  </a:lnTo>
                  <a:lnTo>
                    <a:pt x="3455455" y="2002322"/>
                  </a:lnTo>
                  <a:lnTo>
                    <a:pt x="3455455" y="2001699"/>
                  </a:lnTo>
                  <a:lnTo>
                    <a:pt x="3455600" y="2001699"/>
                  </a:lnTo>
                  <a:lnTo>
                    <a:pt x="3455746" y="2001699"/>
                  </a:lnTo>
                  <a:lnTo>
                    <a:pt x="3455891" y="2001699"/>
                  </a:lnTo>
                  <a:lnTo>
                    <a:pt x="3456036" y="2001699"/>
                  </a:lnTo>
                  <a:lnTo>
                    <a:pt x="3456182" y="2001699"/>
                  </a:lnTo>
                  <a:lnTo>
                    <a:pt x="3456327" y="2001699"/>
                  </a:lnTo>
                  <a:lnTo>
                    <a:pt x="3456473" y="2001699"/>
                  </a:lnTo>
                  <a:lnTo>
                    <a:pt x="3456473" y="2001075"/>
                  </a:lnTo>
                  <a:lnTo>
                    <a:pt x="3456618" y="2001075"/>
                  </a:lnTo>
                  <a:lnTo>
                    <a:pt x="3456764" y="2001075"/>
                  </a:lnTo>
                  <a:lnTo>
                    <a:pt x="3456764" y="2000452"/>
                  </a:lnTo>
                  <a:lnTo>
                    <a:pt x="3456909" y="2000452"/>
                  </a:lnTo>
                  <a:lnTo>
                    <a:pt x="3457054" y="2000452"/>
                  </a:lnTo>
                  <a:lnTo>
                    <a:pt x="3457200" y="2000452"/>
                  </a:lnTo>
                  <a:lnTo>
                    <a:pt x="3457345" y="2000452"/>
                  </a:lnTo>
                  <a:lnTo>
                    <a:pt x="3457491" y="2000452"/>
                  </a:lnTo>
                  <a:lnTo>
                    <a:pt x="3457636" y="2000452"/>
                  </a:lnTo>
                  <a:lnTo>
                    <a:pt x="3457781" y="2000452"/>
                  </a:lnTo>
                  <a:lnTo>
                    <a:pt x="3457927" y="2000452"/>
                  </a:lnTo>
                  <a:lnTo>
                    <a:pt x="3458072" y="2000452"/>
                  </a:lnTo>
                  <a:lnTo>
                    <a:pt x="3458218" y="2000452"/>
                  </a:lnTo>
                  <a:lnTo>
                    <a:pt x="3458363" y="2000452"/>
                  </a:lnTo>
                  <a:lnTo>
                    <a:pt x="3458509" y="2000452"/>
                  </a:lnTo>
                  <a:lnTo>
                    <a:pt x="3458654" y="2000452"/>
                  </a:lnTo>
                  <a:lnTo>
                    <a:pt x="3458799" y="2000452"/>
                  </a:lnTo>
                  <a:lnTo>
                    <a:pt x="3458945" y="2000452"/>
                  </a:lnTo>
                  <a:lnTo>
                    <a:pt x="3458945" y="1999828"/>
                  </a:lnTo>
                  <a:lnTo>
                    <a:pt x="3459090" y="1999828"/>
                  </a:lnTo>
                  <a:lnTo>
                    <a:pt x="3459236" y="1999828"/>
                  </a:lnTo>
                  <a:lnTo>
                    <a:pt x="3459381" y="1999828"/>
                  </a:lnTo>
                  <a:lnTo>
                    <a:pt x="3459527" y="1999828"/>
                  </a:lnTo>
                  <a:lnTo>
                    <a:pt x="3459672" y="1999828"/>
                  </a:lnTo>
                  <a:lnTo>
                    <a:pt x="3459817" y="1999828"/>
                  </a:lnTo>
                  <a:lnTo>
                    <a:pt x="3459963" y="1999828"/>
                  </a:lnTo>
                  <a:lnTo>
                    <a:pt x="3460108" y="1999828"/>
                  </a:lnTo>
                  <a:lnTo>
                    <a:pt x="3460254" y="1999828"/>
                  </a:lnTo>
                  <a:lnTo>
                    <a:pt x="3460254" y="1999204"/>
                  </a:lnTo>
                  <a:lnTo>
                    <a:pt x="3460254" y="1998581"/>
                  </a:lnTo>
                  <a:lnTo>
                    <a:pt x="3460399" y="1998581"/>
                  </a:lnTo>
                  <a:lnTo>
                    <a:pt x="3460545" y="1998581"/>
                  </a:lnTo>
                  <a:lnTo>
                    <a:pt x="3460545" y="1997957"/>
                  </a:lnTo>
                  <a:lnTo>
                    <a:pt x="3460690" y="1997957"/>
                  </a:lnTo>
                  <a:lnTo>
                    <a:pt x="3460835" y="1997957"/>
                  </a:lnTo>
                  <a:lnTo>
                    <a:pt x="3460835" y="1997334"/>
                  </a:lnTo>
                  <a:lnTo>
                    <a:pt x="3460981" y="1997334"/>
                  </a:lnTo>
                  <a:lnTo>
                    <a:pt x="3461126" y="1997334"/>
                  </a:lnTo>
                  <a:lnTo>
                    <a:pt x="3461272" y="1997334"/>
                  </a:lnTo>
                  <a:lnTo>
                    <a:pt x="3461417" y="1997334"/>
                  </a:lnTo>
                  <a:lnTo>
                    <a:pt x="3461563" y="1997334"/>
                  </a:lnTo>
                  <a:lnTo>
                    <a:pt x="3461708" y="1997334"/>
                  </a:lnTo>
                  <a:lnTo>
                    <a:pt x="3461853" y="1997334"/>
                  </a:lnTo>
                  <a:lnTo>
                    <a:pt x="3461999" y="1997334"/>
                  </a:lnTo>
                  <a:lnTo>
                    <a:pt x="3462144" y="1997334"/>
                  </a:lnTo>
                  <a:lnTo>
                    <a:pt x="3462290" y="1997334"/>
                  </a:lnTo>
                  <a:lnTo>
                    <a:pt x="3462435" y="1997334"/>
                  </a:lnTo>
                  <a:lnTo>
                    <a:pt x="3462581" y="1997334"/>
                  </a:lnTo>
                  <a:lnTo>
                    <a:pt x="3462726" y="1997334"/>
                  </a:lnTo>
                  <a:lnTo>
                    <a:pt x="3462871" y="1997334"/>
                  </a:lnTo>
                  <a:lnTo>
                    <a:pt x="3463017" y="1997334"/>
                  </a:lnTo>
                  <a:lnTo>
                    <a:pt x="3463162" y="1997334"/>
                  </a:lnTo>
                  <a:lnTo>
                    <a:pt x="3463308" y="1997334"/>
                  </a:lnTo>
                  <a:lnTo>
                    <a:pt x="3463453" y="1997334"/>
                  </a:lnTo>
                  <a:lnTo>
                    <a:pt x="3463598" y="1997334"/>
                  </a:lnTo>
                  <a:lnTo>
                    <a:pt x="3463744" y="1997334"/>
                  </a:lnTo>
                  <a:lnTo>
                    <a:pt x="3463889" y="1997334"/>
                  </a:lnTo>
                  <a:lnTo>
                    <a:pt x="3464035" y="1997334"/>
                  </a:lnTo>
                  <a:lnTo>
                    <a:pt x="3464180" y="1997334"/>
                  </a:lnTo>
                  <a:lnTo>
                    <a:pt x="3464326" y="1997334"/>
                  </a:lnTo>
                  <a:lnTo>
                    <a:pt x="3464326" y="1996710"/>
                  </a:lnTo>
                  <a:lnTo>
                    <a:pt x="3464471" y="1996710"/>
                  </a:lnTo>
                  <a:lnTo>
                    <a:pt x="3464471" y="1996087"/>
                  </a:lnTo>
                  <a:lnTo>
                    <a:pt x="3464616" y="1996087"/>
                  </a:lnTo>
                  <a:lnTo>
                    <a:pt x="3464762" y="1996087"/>
                  </a:lnTo>
                  <a:lnTo>
                    <a:pt x="3464762" y="1995463"/>
                  </a:lnTo>
                  <a:lnTo>
                    <a:pt x="3464907" y="1995463"/>
                  </a:lnTo>
                  <a:lnTo>
                    <a:pt x="3465053" y="1995463"/>
                  </a:lnTo>
                  <a:lnTo>
                    <a:pt x="3465198" y="1995463"/>
                  </a:lnTo>
                  <a:lnTo>
                    <a:pt x="3465344" y="1995463"/>
                  </a:lnTo>
                  <a:lnTo>
                    <a:pt x="3465489" y="1995463"/>
                  </a:lnTo>
                  <a:lnTo>
                    <a:pt x="3465634" y="1995463"/>
                  </a:lnTo>
                  <a:lnTo>
                    <a:pt x="3465634" y="1994839"/>
                  </a:lnTo>
                  <a:lnTo>
                    <a:pt x="3465780" y="1994839"/>
                  </a:lnTo>
                  <a:lnTo>
                    <a:pt x="3465780" y="1994216"/>
                  </a:lnTo>
                  <a:lnTo>
                    <a:pt x="3465925" y="1994216"/>
                  </a:lnTo>
                  <a:lnTo>
                    <a:pt x="3466071" y="1994216"/>
                  </a:lnTo>
                  <a:lnTo>
                    <a:pt x="3466216" y="1994216"/>
                  </a:lnTo>
                  <a:lnTo>
                    <a:pt x="3466362" y="1994216"/>
                  </a:lnTo>
                  <a:lnTo>
                    <a:pt x="3466507" y="1994216"/>
                  </a:lnTo>
                  <a:lnTo>
                    <a:pt x="3466652" y="1994216"/>
                  </a:lnTo>
                  <a:lnTo>
                    <a:pt x="3466652" y="1993592"/>
                  </a:lnTo>
                  <a:lnTo>
                    <a:pt x="3466652" y="1992969"/>
                  </a:lnTo>
                  <a:lnTo>
                    <a:pt x="3466798" y="1992969"/>
                  </a:lnTo>
                  <a:lnTo>
                    <a:pt x="3466943" y="1992969"/>
                  </a:lnTo>
                  <a:lnTo>
                    <a:pt x="3467089" y="1992969"/>
                  </a:lnTo>
                  <a:lnTo>
                    <a:pt x="3467234" y="1992969"/>
                  </a:lnTo>
                  <a:lnTo>
                    <a:pt x="3467380" y="1992969"/>
                  </a:lnTo>
                  <a:lnTo>
                    <a:pt x="3467525" y="1992969"/>
                  </a:lnTo>
                  <a:lnTo>
                    <a:pt x="3467670" y="1992969"/>
                  </a:lnTo>
                  <a:lnTo>
                    <a:pt x="3467816" y="1992969"/>
                  </a:lnTo>
                  <a:lnTo>
                    <a:pt x="3467816" y="1992345"/>
                  </a:lnTo>
                  <a:lnTo>
                    <a:pt x="3467816" y="1991721"/>
                  </a:lnTo>
                  <a:lnTo>
                    <a:pt x="3467816" y="1991098"/>
                  </a:lnTo>
                  <a:lnTo>
                    <a:pt x="3467961" y="1991098"/>
                  </a:lnTo>
                  <a:lnTo>
                    <a:pt x="3468107" y="1991098"/>
                  </a:lnTo>
                  <a:lnTo>
                    <a:pt x="3468252" y="1991098"/>
                  </a:lnTo>
                  <a:lnTo>
                    <a:pt x="3468252" y="1990474"/>
                  </a:lnTo>
                  <a:lnTo>
                    <a:pt x="3468252" y="1989851"/>
                  </a:lnTo>
                  <a:lnTo>
                    <a:pt x="3468398" y="1989851"/>
                  </a:lnTo>
                  <a:lnTo>
                    <a:pt x="3468543" y="1989851"/>
                  </a:lnTo>
                  <a:lnTo>
                    <a:pt x="3468688" y="1989851"/>
                  </a:lnTo>
                  <a:lnTo>
                    <a:pt x="3468834" y="1989851"/>
                  </a:lnTo>
                  <a:lnTo>
                    <a:pt x="3468979" y="1989851"/>
                  </a:lnTo>
                  <a:lnTo>
                    <a:pt x="3469125" y="1989851"/>
                  </a:lnTo>
                  <a:lnTo>
                    <a:pt x="3469270" y="1989851"/>
                  </a:lnTo>
                  <a:lnTo>
                    <a:pt x="3469416" y="1989851"/>
                  </a:lnTo>
                  <a:lnTo>
                    <a:pt x="3469561" y="1989851"/>
                  </a:lnTo>
                  <a:lnTo>
                    <a:pt x="3469706" y="1989851"/>
                  </a:lnTo>
                  <a:lnTo>
                    <a:pt x="3469852" y="1989851"/>
                  </a:lnTo>
                  <a:lnTo>
                    <a:pt x="3469997" y="1989851"/>
                  </a:lnTo>
                  <a:lnTo>
                    <a:pt x="3470143" y="1989851"/>
                  </a:lnTo>
                  <a:lnTo>
                    <a:pt x="3470288" y="1989851"/>
                  </a:lnTo>
                  <a:lnTo>
                    <a:pt x="3470288" y="1989227"/>
                  </a:lnTo>
                  <a:lnTo>
                    <a:pt x="3470433" y="1989227"/>
                  </a:lnTo>
                  <a:lnTo>
                    <a:pt x="3470579" y="1989227"/>
                  </a:lnTo>
                  <a:lnTo>
                    <a:pt x="3470724" y="1989227"/>
                  </a:lnTo>
                  <a:lnTo>
                    <a:pt x="3470724" y="1988604"/>
                  </a:lnTo>
                  <a:lnTo>
                    <a:pt x="3470870" y="1988604"/>
                  </a:lnTo>
                  <a:lnTo>
                    <a:pt x="3470870" y="1987980"/>
                  </a:lnTo>
                  <a:lnTo>
                    <a:pt x="3471015" y="1987980"/>
                  </a:lnTo>
                  <a:lnTo>
                    <a:pt x="3471161" y="1987980"/>
                  </a:lnTo>
                  <a:lnTo>
                    <a:pt x="3471306" y="1987980"/>
                  </a:lnTo>
                  <a:lnTo>
                    <a:pt x="3471451" y="1987980"/>
                  </a:lnTo>
                  <a:lnTo>
                    <a:pt x="3471597" y="1987980"/>
                  </a:lnTo>
                  <a:lnTo>
                    <a:pt x="3471742" y="1987980"/>
                  </a:lnTo>
                  <a:lnTo>
                    <a:pt x="3471888" y="1987980"/>
                  </a:lnTo>
                  <a:lnTo>
                    <a:pt x="3472033" y="1987980"/>
                  </a:lnTo>
                  <a:lnTo>
                    <a:pt x="3472179" y="1987980"/>
                  </a:lnTo>
                  <a:lnTo>
                    <a:pt x="3472324" y="1987980"/>
                  </a:lnTo>
                  <a:lnTo>
                    <a:pt x="3472469" y="1987980"/>
                  </a:lnTo>
                  <a:lnTo>
                    <a:pt x="3472615" y="1987980"/>
                  </a:lnTo>
                  <a:lnTo>
                    <a:pt x="3472760" y="1987980"/>
                  </a:lnTo>
                  <a:lnTo>
                    <a:pt x="3472906" y="1987980"/>
                  </a:lnTo>
                  <a:lnTo>
                    <a:pt x="3473051" y="1987980"/>
                  </a:lnTo>
                  <a:lnTo>
                    <a:pt x="3473197" y="1987980"/>
                  </a:lnTo>
                  <a:lnTo>
                    <a:pt x="3473197" y="1987356"/>
                  </a:lnTo>
                  <a:lnTo>
                    <a:pt x="3473197" y="1986733"/>
                  </a:lnTo>
                  <a:lnTo>
                    <a:pt x="3473342" y="1986733"/>
                  </a:lnTo>
                  <a:lnTo>
                    <a:pt x="3473487" y="1986733"/>
                  </a:lnTo>
                  <a:lnTo>
                    <a:pt x="3473633" y="1986733"/>
                  </a:lnTo>
                  <a:lnTo>
                    <a:pt x="3473778" y="1986733"/>
                  </a:lnTo>
                  <a:lnTo>
                    <a:pt x="3473924" y="1986733"/>
                  </a:lnTo>
                  <a:lnTo>
                    <a:pt x="3474069" y="1986733"/>
                  </a:lnTo>
                  <a:lnTo>
                    <a:pt x="3474215" y="1986733"/>
                  </a:lnTo>
                  <a:lnTo>
                    <a:pt x="3474360" y="1986733"/>
                  </a:lnTo>
                  <a:lnTo>
                    <a:pt x="3474360" y="1986109"/>
                  </a:lnTo>
                  <a:lnTo>
                    <a:pt x="3474505" y="1986109"/>
                  </a:lnTo>
                  <a:lnTo>
                    <a:pt x="3474651" y="1986109"/>
                  </a:lnTo>
                  <a:lnTo>
                    <a:pt x="3474796" y="1986109"/>
                  </a:lnTo>
                  <a:lnTo>
                    <a:pt x="3474942" y="1986109"/>
                  </a:lnTo>
                  <a:lnTo>
                    <a:pt x="3475087" y="1986109"/>
                  </a:lnTo>
                  <a:lnTo>
                    <a:pt x="3475233" y="1986109"/>
                  </a:lnTo>
                  <a:lnTo>
                    <a:pt x="3475378" y="1986109"/>
                  </a:lnTo>
                  <a:lnTo>
                    <a:pt x="3475523" y="1986109"/>
                  </a:lnTo>
                  <a:lnTo>
                    <a:pt x="3475523" y="1985486"/>
                  </a:lnTo>
                  <a:lnTo>
                    <a:pt x="3475669" y="1985486"/>
                  </a:lnTo>
                  <a:lnTo>
                    <a:pt x="3475814" y="1985486"/>
                  </a:lnTo>
                  <a:lnTo>
                    <a:pt x="3475960" y="1985486"/>
                  </a:lnTo>
                  <a:lnTo>
                    <a:pt x="3476105" y="1985486"/>
                  </a:lnTo>
                  <a:lnTo>
                    <a:pt x="3476251" y="1985486"/>
                  </a:lnTo>
                  <a:lnTo>
                    <a:pt x="3476396" y="1985486"/>
                  </a:lnTo>
                  <a:lnTo>
                    <a:pt x="3476541" y="1985486"/>
                  </a:lnTo>
                  <a:lnTo>
                    <a:pt x="3476687" y="1985486"/>
                  </a:lnTo>
                  <a:lnTo>
                    <a:pt x="3476687" y="1984862"/>
                  </a:lnTo>
                  <a:lnTo>
                    <a:pt x="3476832" y="1984862"/>
                  </a:lnTo>
                  <a:lnTo>
                    <a:pt x="3476832" y="1984238"/>
                  </a:lnTo>
                  <a:lnTo>
                    <a:pt x="3476978" y="1984238"/>
                  </a:lnTo>
                  <a:lnTo>
                    <a:pt x="3477123" y="1984238"/>
                  </a:lnTo>
                  <a:lnTo>
                    <a:pt x="3477123" y="1983615"/>
                  </a:lnTo>
                  <a:lnTo>
                    <a:pt x="3477268" y="1983615"/>
                  </a:lnTo>
                  <a:lnTo>
                    <a:pt x="3477414" y="1983615"/>
                  </a:lnTo>
                  <a:lnTo>
                    <a:pt x="3477559" y="1983615"/>
                  </a:lnTo>
                  <a:lnTo>
                    <a:pt x="3477705" y="1983615"/>
                  </a:lnTo>
                  <a:lnTo>
                    <a:pt x="3477850" y="1983615"/>
                  </a:lnTo>
                  <a:lnTo>
                    <a:pt x="3477996" y="1983615"/>
                  </a:lnTo>
                  <a:lnTo>
                    <a:pt x="3478141" y="1983615"/>
                  </a:lnTo>
                  <a:lnTo>
                    <a:pt x="3478286" y="1983615"/>
                  </a:lnTo>
                  <a:lnTo>
                    <a:pt x="3478286" y="1982991"/>
                  </a:lnTo>
                  <a:lnTo>
                    <a:pt x="3478432" y="1982991"/>
                  </a:lnTo>
                  <a:lnTo>
                    <a:pt x="3478432" y="1982368"/>
                  </a:lnTo>
                  <a:lnTo>
                    <a:pt x="3478432" y="1981744"/>
                  </a:lnTo>
                  <a:lnTo>
                    <a:pt x="3478577" y="1981744"/>
                  </a:lnTo>
                  <a:lnTo>
                    <a:pt x="3478723" y="1981744"/>
                  </a:lnTo>
                  <a:lnTo>
                    <a:pt x="3478868" y="1981744"/>
                  </a:lnTo>
                  <a:lnTo>
                    <a:pt x="3479014" y="1981744"/>
                  </a:lnTo>
                  <a:lnTo>
                    <a:pt x="3479159" y="1981744"/>
                  </a:lnTo>
                  <a:lnTo>
                    <a:pt x="3479304" y="1981744"/>
                  </a:lnTo>
                  <a:lnTo>
                    <a:pt x="3479450" y="1981744"/>
                  </a:lnTo>
                  <a:lnTo>
                    <a:pt x="3479595" y="1981744"/>
                  </a:lnTo>
                  <a:lnTo>
                    <a:pt x="3479741" y="1981744"/>
                  </a:lnTo>
                  <a:lnTo>
                    <a:pt x="3479886" y="1981744"/>
                  </a:lnTo>
                  <a:lnTo>
                    <a:pt x="3480032" y="1981744"/>
                  </a:lnTo>
                  <a:lnTo>
                    <a:pt x="3480177" y="1981744"/>
                  </a:lnTo>
                  <a:lnTo>
                    <a:pt x="3480322" y="1981744"/>
                  </a:lnTo>
                  <a:lnTo>
                    <a:pt x="3480468" y="1981744"/>
                  </a:lnTo>
                  <a:lnTo>
                    <a:pt x="3480613" y="1981744"/>
                  </a:lnTo>
                  <a:lnTo>
                    <a:pt x="3480613" y="1981121"/>
                  </a:lnTo>
                  <a:lnTo>
                    <a:pt x="3480759" y="1981121"/>
                  </a:lnTo>
                  <a:lnTo>
                    <a:pt x="3480904" y="1981121"/>
                  </a:lnTo>
                  <a:lnTo>
                    <a:pt x="3481050" y="1981121"/>
                  </a:lnTo>
                  <a:lnTo>
                    <a:pt x="3481195" y="1981121"/>
                  </a:lnTo>
                  <a:lnTo>
                    <a:pt x="3481340" y="1981121"/>
                  </a:lnTo>
                  <a:lnTo>
                    <a:pt x="3481486" y="1981121"/>
                  </a:lnTo>
                  <a:lnTo>
                    <a:pt x="3481631" y="1981121"/>
                  </a:lnTo>
                  <a:lnTo>
                    <a:pt x="3481777" y="1981121"/>
                  </a:lnTo>
                  <a:lnTo>
                    <a:pt x="3481922" y="1981121"/>
                  </a:lnTo>
                  <a:lnTo>
                    <a:pt x="3482068" y="1981121"/>
                  </a:lnTo>
                  <a:lnTo>
                    <a:pt x="3482213" y="1981121"/>
                  </a:lnTo>
                  <a:lnTo>
                    <a:pt x="3482358" y="1981121"/>
                  </a:lnTo>
                  <a:lnTo>
                    <a:pt x="3482504" y="1981121"/>
                  </a:lnTo>
                  <a:lnTo>
                    <a:pt x="3482649" y="1981121"/>
                  </a:lnTo>
                  <a:lnTo>
                    <a:pt x="3482795" y="1981121"/>
                  </a:lnTo>
                  <a:lnTo>
                    <a:pt x="3482940" y="1981121"/>
                  </a:lnTo>
                  <a:lnTo>
                    <a:pt x="3483086" y="1981121"/>
                  </a:lnTo>
                  <a:lnTo>
                    <a:pt x="3483231" y="1981121"/>
                  </a:lnTo>
                  <a:lnTo>
                    <a:pt x="3483376" y="1981121"/>
                  </a:lnTo>
                  <a:lnTo>
                    <a:pt x="3483522" y="1981121"/>
                  </a:lnTo>
                  <a:lnTo>
                    <a:pt x="3483667" y="1981121"/>
                  </a:lnTo>
                  <a:lnTo>
                    <a:pt x="3483813" y="1981121"/>
                  </a:lnTo>
                  <a:lnTo>
                    <a:pt x="3483958" y="1981121"/>
                  </a:lnTo>
                  <a:lnTo>
                    <a:pt x="3484103" y="1981121"/>
                  </a:lnTo>
                  <a:lnTo>
                    <a:pt x="3484249" y="1981121"/>
                  </a:lnTo>
                  <a:lnTo>
                    <a:pt x="3484394" y="1981121"/>
                  </a:lnTo>
                  <a:lnTo>
                    <a:pt x="3484540" y="1981121"/>
                  </a:lnTo>
                  <a:lnTo>
                    <a:pt x="3484685" y="1981121"/>
                  </a:lnTo>
                  <a:lnTo>
                    <a:pt x="3484831" y="1981121"/>
                  </a:lnTo>
                  <a:lnTo>
                    <a:pt x="3484976" y="1981121"/>
                  </a:lnTo>
                  <a:lnTo>
                    <a:pt x="3485121" y="1981121"/>
                  </a:lnTo>
                  <a:lnTo>
                    <a:pt x="3485267" y="1981121"/>
                  </a:lnTo>
                  <a:lnTo>
                    <a:pt x="3485412" y="1981121"/>
                  </a:lnTo>
                  <a:lnTo>
                    <a:pt x="3485412" y="1980497"/>
                  </a:lnTo>
                  <a:lnTo>
                    <a:pt x="3485558" y="1980497"/>
                  </a:lnTo>
                  <a:lnTo>
                    <a:pt x="3485703" y="1980497"/>
                  </a:lnTo>
                  <a:lnTo>
                    <a:pt x="3485849" y="1980497"/>
                  </a:lnTo>
                  <a:lnTo>
                    <a:pt x="3485994" y="1980497"/>
                  </a:lnTo>
                  <a:lnTo>
                    <a:pt x="3486139" y="1980497"/>
                  </a:lnTo>
                  <a:lnTo>
                    <a:pt x="3486285" y="1980497"/>
                  </a:lnTo>
                  <a:lnTo>
                    <a:pt x="3486430" y="1980497"/>
                  </a:lnTo>
                  <a:lnTo>
                    <a:pt x="3486576" y="1980497"/>
                  </a:lnTo>
                  <a:lnTo>
                    <a:pt x="3486721" y="1980497"/>
                  </a:lnTo>
                  <a:lnTo>
                    <a:pt x="3486867" y="1980497"/>
                  </a:lnTo>
                  <a:lnTo>
                    <a:pt x="3487012" y="1980497"/>
                  </a:lnTo>
                  <a:lnTo>
                    <a:pt x="3487157" y="1980497"/>
                  </a:lnTo>
                  <a:lnTo>
                    <a:pt x="3487303" y="1980497"/>
                  </a:lnTo>
                  <a:lnTo>
                    <a:pt x="3487448" y="1980497"/>
                  </a:lnTo>
                  <a:lnTo>
                    <a:pt x="3487594" y="1980497"/>
                  </a:lnTo>
                  <a:lnTo>
                    <a:pt x="3487739" y="1980497"/>
                  </a:lnTo>
                  <a:lnTo>
                    <a:pt x="3487885" y="1980497"/>
                  </a:lnTo>
                  <a:lnTo>
                    <a:pt x="3488030" y="1980497"/>
                  </a:lnTo>
                  <a:lnTo>
                    <a:pt x="3488175" y="1980497"/>
                  </a:lnTo>
                  <a:lnTo>
                    <a:pt x="3488321" y="1980497"/>
                  </a:lnTo>
                  <a:lnTo>
                    <a:pt x="3488466" y="1980497"/>
                  </a:lnTo>
                  <a:lnTo>
                    <a:pt x="3488466" y="1979873"/>
                  </a:lnTo>
                  <a:lnTo>
                    <a:pt x="3488612" y="1979873"/>
                  </a:lnTo>
                  <a:lnTo>
                    <a:pt x="3488757" y="1979873"/>
                  </a:lnTo>
                  <a:lnTo>
                    <a:pt x="3488903" y="1979873"/>
                  </a:lnTo>
                  <a:lnTo>
                    <a:pt x="3488903" y="1979250"/>
                  </a:lnTo>
                  <a:lnTo>
                    <a:pt x="3489048" y="1979250"/>
                  </a:lnTo>
                  <a:lnTo>
                    <a:pt x="3489193" y="1979250"/>
                  </a:lnTo>
                  <a:lnTo>
                    <a:pt x="3489339" y="1979250"/>
                  </a:lnTo>
                  <a:lnTo>
                    <a:pt x="3489339" y="1978626"/>
                  </a:lnTo>
                  <a:lnTo>
                    <a:pt x="3489484" y="1978626"/>
                  </a:lnTo>
                  <a:lnTo>
                    <a:pt x="3489484" y="1978003"/>
                  </a:lnTo>
                  <a:lnTo>
                    <a:pt x="3489630" y="1978003"/>
                  </a:lnTo>
                  <a:lnTo>
                    <a:pt x="3489775" y="1978003"/>
                  </a:lnTo>
                  <a:lnTo>
                    <a:pt x="3489775" y="1977379"/>
                  </a:lnTo>
                  <a:lnTo>
                    <a:pt x="3489921" y="1977379"/>
                  </a:lnTo>
                  <a:lnTo>
                    <a:pt x="3490066" y="1977379"/>
                  </a:lnTo>
                  <a:lnTo>
                    <a:pt x="3490211" y="1977379"/>
                  </a:lnTo>
                  <a:lnTo>
                    <a:pt x="3490357" y="1977379"/>
                  </a:lnTo>
                  <a:lnTo>
                    <a:pt x="3490502" y="1977379"/>
                  </a:lnTo>
                  <a:lnTo>
                    <a:pt x="3490502" y="1976755"/>
                  </a:lnTo>
                  <a:lnTo>
                    <a:pt x="3490648" y="1976755"/>
                  </a:lnTo>
                  <a:lnTo>
                    <a:pt x="3490648" y="1976132"/>
                  </a:lnTo>
                  <a:lnTo>
                    <a:pt x="3490648" y="1975508"/>
                  </a:lnTo>
                  <a:lnTo>
                    <a:pt x="3490793" y="1975508"/>
                  </a:lnTo>
                  <a:lnTo>
                    <a:pt x="3490793" y="1974885"/>
                  </a:lnTo>
                  <a:lnTo>
                    <a:pt x="3490938" y="1974885"/>
                  </a:lnTo>
                  <a:lnTo>
                    <a:pt x="3491084" y="1974885"/>
                  </a:lnTo>
                  <a:lnTo>
                    <a:pt x="3491229" y="1974885"/>
                  </a:lnTo>
                  <a:lnTo>
                    <a:pt x="3491229" y="1974261"/>
                  </a:lnTo>
                  <a:lnTo>
                    <a:pt x="3491375" y="1974261"/>
                  </a:lnTo>
                  <a:lnTo>
                    <a:pt x="3491520" y="1974261"/>
                  </a:lnTo>
                  <a:lnTo>
                    <a:pt x="3491520" y="1973638"/>
                  </a:lnTo>
                  <a:lnTo>
                    <a:pt x="3491666" y="1973638"/>
                  </a:lnTo>
                  <a:lnTo>
                    <a:pt x="3491811" y="1973638"/>
                  </a:lnTo>
                  <a:lnTo>
                    <a:pt x="3491956" y="1973638"/>
                  </a:lnTo>
                  <a:lnTo>
                    <a:pt x="3491956" y="1973014"/>
                  </a:lnTo>
                  <a:lnTo>
                    <a:pt x="3492102" y="1973014"/>
                  </a:lnTo>
                  <a:lnTo>
                    <a:pt x="3492247" y="1973014"/>
                  </a:lnTo>
                  <a:lnTo>
                    <a:pt x="3492247" y="1972390"/>
                  </a:lnTo>
                  <a:lnTo>
                    <a:pt x="3492393" y="1972390"/>
                  </a:lnTo>
                  <a:lnTo>
                    <a:pt x="3492538" y="1972390"/>
                  </a:lnTo>
                  <a:lnTo>
                    <a:pt x="3492684" y="1972390"/>
                  </a:lnTo>
                  <a:lnTo>
                    <a:pt x="3492684" y="1971767"/>
                  </a:lnTo>
                  <a:lnTo>
                    <a:pt x="3492829" y="1971767"/>
                  </a:lnTo>
                  <a:lnTo>
                    <a:pt x="3492974" y="1971767"/>
                  </a:lnTo>
                  <a:lnTo>
                    <a:pt x="3493120" y="1971767"/>
                  </a:lnTo>
                  <a:lnTo>
                    <a:pt x="3493265" y="1971767"/>
                  </a:lnTo>
                  <a:lnTo>
                    <a:pt x="3493411" y="1971767"/>
                  </a:lnTo>
                  <a:lnTo>
                    <a:pt x="3493411" y="1971143"/>
                  </a:lnTo>
                  <a:lnTo>
                    <a:pt x="3493556" y="1971143"/>
                  </a:lnTo>
                  <a:lnTo>
                    <a:pt x="3493702" y="1971143"/>
                  </a:lnTo>
                  <a:lnTo>
                    <a:pt x="3493847" y="1971143"/>
                  </a:lnTo>
                  <a:lnTo>
                    <a:pt x="3493992" y="1971143"/>
                  </a:lnTo>
                  <a:lnTo>
                    <a:pt x="3494138" y="1971143"/>
                  </a:lnTo>
                  <a:lnTo>
                    <a:pt x="3494283" y="1971143"/>
                  </a:lnTo>
                  <a:lnTo>
                    <a:pt x="3494283" y="1970520"/>
                  </a:lnTo>
                  <a:lnTo>
                    <a:pt x="3494429" y="1970520"/>
                  </a:lnTo>
                  <a:lnTo>
                    <a:pt x="3494574" y="1970520"/>
                  </a:lnTo>
                  <a:lnTo>
                    <a:pt x="3494720" y="1970520"/>
                  </a:lnTo>
                  <a:lnTo>
                    <a:pt x="3494865" y="1970520"/>
                  </a:lnTo>
                  <a:lnTo>
                    <a:pt x="3494865" y="1969896"/>
                  </a:lnTo>
                  <a:lnTo>
                    <a:pt x="3495010" y="1969896"/>
                  </a:lnTo>
                  <a:lnTo>
                    <a:pt x="3495156" y="1969896"/>
                  </a:lnTo>
                  <a:lnTo>
                    <a:pt x="3495156" y="1969272"/>
                  </a:lnTo>
                  <a:lnTo>
                    <a:pt x="3495156" y="1968649"/>
                  </a:lnTo>
                  <a:lnTo>
                    <a:pt x="3495301" y="1968649"/>
                  </a:lnTo>
                  <a:lnTo>
                    <a:pt x="3495447" y="1968649"/>
                  </a:lnTo>
                  <a:lnTo>
                    <a:pt x="3495592" y="1968649"/>
                  </a:lnTo>
                  <a:lnTo>
                    <a:pt x="3495738" y="1968649"/>
                  </a:lnTo>
                  <a:lnTo>
                    <a:pt x="3495883" y="1968649"/>
                  </a:lnTo>
                  <a:lnTo>
                    <a:pt x="3496028" y="1968649"/>
                  </a:lnTo>
                  <a:lnTo>
                    <a:pt x="3496174" y="1968649"/>
                  </a:lnTo>
                  <a:lnTo>
                    <a:pt x="3496319" y="1968649"/>
                  </a:lnTo>
                  <a:lnTo>
                    <a:pt x="3496465" y="1968649"/>
                  </a:lnTo>
                  <a:lnTo>
                    <a:pt x="3496465" y="1968025"/>
                  </a:lnTo>
                  <a:lnTo>
                    <a:pt x="3496610" y="1968025"/>
                  </a:lnTo>
                  <a:lnTo>
                    <a:pt x="3496756" y="1968025"/>
                  </a:lnTo>
                  <a:lnTo>
                    <a:pt x="3496901" y="1968025"/>
                  </a:lnTo>
                  <a:lnTo>
                    <a:pt x="3497046" y="1968025"/>
                  </a:lnTo>
                  <a:lnTo>
                    <a:pt x="3497192" y="1968025"/>
                  </a:lnTo>
                  <a:lnTo>
                    <a:pt x="3497337" y="1968025"/>
                  </a:lnTo>
                  <a:lnTo>
                    <a:pt x="3497483" y="1968025"/>
                  </a:lnTo>
                  <a:lnTo>
                    <a:pt x="3497628" y="1968025"/>
                  </a:lnTo>
                  <a:lnTo>
                    <a:pt x="3497628" y="1967402"/>
                  </a:lnTo>
                  <a:lnTo>
                    <a:pt x="3497773" y="1967402"/>
                  </a:lnTo>
                  <a:lnTo>
                    <a:pt x="3497919" y="1967402"/>
                  </a:lnTo>
                  <a:lnTo>
                    <a:pt x="3498064" y="1967402"/>
                  </a:lnTo>
                  <a:lnTo>
                    <a:pt x="3498210" y="1967402"/>
                  </a:lnTo>
                  <a:lnTo>
                    <a:pt x="3498355" y="1967402"/>
                  </a:lnTo>
                  <a:lnTo>
                    <a:pt x="3498501" y="1967402"/>
                  </a:lnTo>
                  <a:lnTo>
                    <a:pt x="3498646" y="1967402"/>
                  </a:lnTo>
                  <a:lnTo>
                    <a:pt x="3498646" y="1966778"/>
                  </a:lnTo>
                  <a:lnTo>
                    <a:pt x="3498791" y="1966778"/>
                  </a:lnTo>
                  <a:lnTo>
                    <a:pt x="3498937" y="1966778"/>
                  </a:lnTo>
                  <a:lnTo>
                    <a:pt x="3499082" y="1966778"/>
                  </a:lnTo>
                  <a:lnTo>
                    <a:pt x="3499082" y="1966155"/>
                  </a:lnTo>
                  <a:lnTo>
                    <a:pt x="3499228" y="1966155"/>
                  </a:lnTo>
                  <a:lnTo>
                    <a:pt x="3499373" y="1966155"/>
                  </a:lnTo>
                  <a:lnTo>
                    <a:pt x="3499519" y="1966155"/>
                  </a:lnTo>
                  <a:lnTo>
                    <a:pt x="3499664" y="1966155"/>
                  </a:lnTo>
                  <a:lnTo>
                    <a:pt x="3499664" y="1965531"/>
                  </a:lnTo>
                  <a:lnTo>
                    <a:pt x="3499664" y="1964907"/>
                  </a:lnTo>
                  <a:lnTo>
                    <a:pt x="3499809" y="1964907"/>
                  </a:lnTo>
                  <a:lnTo>
                    <a:pt x="3499955" y="1964907"/>
                  </a:lnTo>
                  <a:lnTo>
                    <a:pt x="3500100" y="1964907"/>
                  </a:lnTo>
                  <a:lnTo>
                    <a:pt x="3500246" y="1964907"/>
                  </a:lnTo>
                  <a:lnTo>
                    <a:pt x="3500391" y="1964907"/>
                  </a:lnTo>
                  <a:lnTo>
                    <a:pt x="3500537" y="1964907"/>
                  </a:lnTo>
                  <a:lnTo>
                    <a:pt x="3500682" y="1964907"/>
                  </a:lnTo>
                  <a:lnTo>
                    <a:pt x="3500827" y="1964907"/>
                  </a:lnTo>
                  <a:lnTo>
                    <a:pt x="3500827" y="1964284"/>
                  </a:lnTo>
                  <a:lnTo>
                    <a:pt x="3500973" y="1964284"/>
                  </a:lnTo>
                  <a:lnTo>
                    <a:pt x="3501118" y="1964284"/>
                  </a:lnTo>
                  <a:lnTo>
                    <a:pt x="3501264" y="1964284"/>
                  </a:lnTo>
                  <a:lnTo>
                    <a:pt x="3501409" y="1964284"/>
                  </a:lnTo>
                  <a:lnTo>
                    <a:pt x="3501555" y="1964284"/>
                  </a:lnTo>
                  <a:lnTo>
                    <a:pt x="3501700" y="1964284"/>
                  </a:lnTo>
                  <a:lnTo>
                    <a:pt x="3501845" y="1964284"/>
                  </a:lnTo>
                  <a:lnTo>
                    <a:pt x="3501991" y="1964284"/>
                  </a:lnTo>
                  <a:lnTo>
                    <a:pt x="3502136" y="1964284"/>
                  </a:lnTo>
                  <a:lnTo>
                    <a:pt x="3502136" y="1963660"/>
                  </a:lnTo>
                  <a:lnTo>
                    <a:pt x="3502282" y="1963660"/>
                  </a:lnTo>
                  <a:lnTo>
                    <a:pt x="3502427" y="1963660"/>
                  </a:lnTo>
                  <a:lnTo>
                    <a:pt x="3502573" y="1963660"/>
                  </a:lnTo>
                  <a:lnTo>
                    <a:pt x="3502718" y="1963660"/>
                  </a:lnTo>
                  <a:lnTo>
                    <a:pt x="3502863" y="1963660"/>
                  </a:lnTo>
                  <a:lnTo>
                    <a:pt x="3503009" y="1963660"/>
                  </a:lnTo>
                  <a:lnTo>
                    <a:pt x="3503154" y="1963660"/>
                  </a:lnTo>
                  <a:lnTo>
                    <a:pt x="3503300" y="1963660"/>
                  </a:lnTo>
                  <a:lnTo>
                    <a:pt x="3503300" y="1963037"/>
                  </a:lnTo>
                  <a:lnTo>
                    <a:pt x="3503445" y="1963037"/>
                  </a:lnTo>
                  <a:lnTo>
                    <a:pt x="3503591" y="1963037"/>
                  </a:lnTo>
                  <a:lnTo>
                    <a:pt x="3503736" y="1963037"/>
                  </a:lnTo>
                  <a:lnTo>
                    <a:pt x="3503881" y="1963037"/>
                  </a:lnTo>
                  <a:lnTo>
                    <a:pt x="3504027" y="1963037"/>
                  </a:lnTo>
                  <a:lnTo>
                    <a:pt x="3504172" y="1963037"/>
                  </a:lnTo>
                  <a:lnTo>
                    <a:pt x="3504318" y="1963037"/>
                  </a:lnTo>
                  <a:lnTo>
                    <a:pt x="3504463" y="1963037"/>
                  </a:lnTo>
                  <a:lnTo>
                    <a:pt x="3504608" y="1963037"/>
                  </a:lnTo>
                  <a:lnTo>
                    <a:pt x="3504754" y="1963037"/>
                  </a:lnTo>
                  <a:lnTo>
                    <a:pt x="3504899" y="1963037"/>
                  </a:lnTo>
                  <a:lnTo>
                    <a:pt x="3505045" y="1963037"/>
                  </a:lnTo>
                  <a:lnTo>
                    <a:pt x="3505190" y="1963037"/>
                  </a:lnTo>
                  <a:lnTo>
                    <a:pt x="3505336" y="1963037"/>
                  </a:lnTo>
                  <a:lnTo>
                    <a:pt x="3505481" y="1963037"/>
                  </a:lnTo>
                  <a:lnTo>
                    <a:pt x="3505626" y="1963037"/>
                  </a:lnTo>
                  <a:lnTo>
                    <a:pt x="3505772" y="1963037"/>
                  </a:lnTo>
                  <a:lnTo>
                    <a:pt x="3505917" y="1963037"/>
                  </a:lnTo>
                  <a:lnTo>
                    <a:pt x="3505917" y="1962413"/>
                  </a:lnTo>
                  <a:lnTo>
                    <a:pt x="3505917" y="1961789"/>
                  </a:lnTo>
                  <a:lnTo>
                    <a:pt x="3506063" y="1961789"/>
                  </a:lnTo>
                  <a:lnTo>
                    <a:pt x="3506208" y="1961789"/>
                  </a:lnTo>
                  <a:lnTo>
                    <a:pt x="3506354" y="1961789"/>
                  </a:lnTo>
                  <a:lnTo>
                    <a:pt x="3506499" y="1961789"/>
                  </a:lnTo>
                  <a:lnTo>
                    <a:pt x="3506499" y="1961166"/>
                  </a:lnTo>
                  <a:lnTo>
                    <a:pt x="3506644" y="1961166"/>
                  </a:lnTo>
                  <a:lnTo>
                    <a:pt x="3506790" y="1961166"/>
                  </a:lnTo>
                  <a:lnTo>
                    <a:pt x="3506790" y="1960542"/>
                  </a:lnTo>
                  <a:lnTo>
                    <a:pt x="3506790" y="1959919"/>
                  </a:lnTo>
                  <a:lnTo>
                    <a:pt x="3506935" y="1959919"/>
                  </a:lnTo>
                  <a:lnTo>
                    <a:pt x="3506935" y="1959295"/>
                  </a:lnTo>
                  <a:lnTo>
                    <a:pt x="3507081" y="1959295"/>
                  </a:lnTo>
                  <a:lnTo>
                    <a:pt x="3507226" y="1959295"/>
                  </a:lnTo>
                  <a:lnTo>
                    <a:pt x="3507372" y="1959295"/>
                  </a:lnTo>
                  <a:lnTo>
                    <a:pt x="3507517" y="1959295"/>
                  </a:lnTo>
                  <a:lnTo>
                    <a:pt x="3507662" y="1959295"/>
                  </a:lnTo>
                  <a:lnTo>
                    <a:pt x="3507808" y="1959295"/>
                  </a:lnTo>
                  <a:lnTo>
                    <a:pt x="3507953" y="1959295"/>
                  </a:lnTo>
                  <a:lnTo>
                    <a:pt x="3508099" y="1959295"/>
                  </a:lnTo>
                  <a:lnTo>
                    <a:pt x="3508244" y="1959295"/>
                  </a:lnTo>
                  <a:lnTo>
                    <a:pt x="3508244" y="1958672"/>
                  </a:lnTo>
                  <a:lnTo>
                    <a:pt x="3508390" y="1958672"/>
                  </a:lnTo>
                  <a:lnTo>
                    <a:pt x="3508535" y="1958672"/>
                  </a:lnTo>
                  <a:lnTo>
                    <a:pt x="3508535" y="1958048"/>
                  </a:lnTo>
                  <a:lnTo>
                    <a:pt x="3508680" y="1958048"/>
                  </a:lnTo>
                  <a:lnTo>
                    <a:pt x="3508826" y="1958048"/>
                  </a:lnTo>
                  <a:lnTo>
                    <a:pt x="3508971" y="1958048"/>
                  </a:lnTo>
                  <a:lnTo>
                    <a:pt x="3508971" y="1957424"/>
                  </a:lnTo>
                  <a:lnTo>
                    <a:pt x="3509117" y="1957424"/>
                  </a:lnTo>
                  <a:lnTo>
                    <a:pt x="3509262" y="1957424"/>
                  </a:lnTo>
                  <a:lnTo>
                    <a:pt x="3509408" y="1957424"/>
                  </a:lnTo>
                  <a:lnTo>
                    <a:pt x="3509408" y="1956801"/>
                  </a:lnTo>
                  <a:lnTo>
                    <a:pt x="3509553" y="1956801"/>
                  </a:lnTo>
                  <a:lnTo>
                    <a:pt x="3509698" y="1956801"/>
                  </a:lnTo>
                  <a:lnTo>
                    <a:pt x="3509844" y="1956801"/>
                  </a:lnTo>
                  <a:lnTo>
                    <a:pt x="3509989" y="1956801"/>
                  </a:lnTo>
                  <a:lnTo>
                    <a:pt x="3510135" y="1956801"/>
                  </a:lnTo>
                  <a:lnTo>
                    <a:pt x="3510280" y="1956801"/>
                  </a:lnTo>
                  <a:lnTo>
                    <a:pt x="3510426" y="1956801"/>
                  </a:lnTo>
                  <a:lnTo>
                    <a:pt x="3510571" y="1956801"/>
                  </a:lnTo>
                  <a:lnTo>
                    <a:pt x="3510716" y="1956801"/>
                  </a:lnTo>
                  <a:lnTo>
                    <a:pt x="3510716" y="1956177"/>
                  </a:lnTo>
                  <a:lnTo>
                    <a:pt x="3510716" y="1955554"/>
                  </a:lnTo>
                  <a:lnTo>
                    <a:pt x="3510862" y="1955554"/>
                  </a:lnTo>
                  <a:lnTo>
                    <a:pt x="3511007" y="1955554"/>
                  </a:lnTo>
                  <a:lnTo>
                    <a:pt x="3511153" y="1955554"/>
                  </a:lnTo>
                  <a:lnTo>
                    <a:pt x="3511153" y="1954930"/>
                  </a:lnTo>
                  <a:lnTo>
                    <a:pt x="3511298" y="1954930"/>
                  </a:lnTo>
                  <a:lnTo>
                    <a:pt x="3511443" y="1954930"/>
                  </a:lnTo>
                  <a:lnTo>
                    <a:pt x="3511443" y="1954306"/>
                  </a:lnTo>
                  <a:lnTo>
                    <a:pt x="3511589" y="1954306"/>
                  </a:lnTo>
                  <a:lnTo>
                    <a:pt x="3511734" y="1954306"/>
                  </a:lnTo>
                  <a:lnTo>
                    <a:pt x="3511734" y="1953683"/>
                  </a:lnTo>
                  <a:lnTo>
                    <a:pt x="3511880" y="1953683"/>
                  </a:lnTo>
                  <a:lnTo>
                    <a:pt x="3512025" y="1953683"/>
                  </a:lnTo>
                  <a:lnTo>
                    <a:pt x="3512171" y="1953683"/>
                  </a:lnTo>
                  <a:lnTo>
                    <a:pt x="3512316" y="1953683"/>
                  </a:lnTo>
                  <a:lnTo>
                    <a:pt x="3512316" y="1953059"/>
                  </a:lnTo>
                  <a:lnTo>
                    <a:pt x="3512461" y="1953059"/>
                  </a:lnTo>
                  <a:lnTo>
                    <a:pt x="3512607" y="1953059"/>
                  </a:lnTo>
                  <a:lnTo>
                    <a:pt x="3512752" y="1953059"/>
                  </a:lnTo>
                  <a:lnTo>
                    <a:pt x="3512752" y="1952436"/>
                  </a:lnTo>
                  <a:lnTo>
                    <a:pt x="3512898" y="1952436"/>
                  </a:lnTo>
                  <a:lnTo>
                    <a:pt x="3513043" y="1952436"/>
                  </a:lnTo>
                  <a:lnTo>
                    <a:pt x="3513189" y="1952436"/>
                  </a:lnTo>
                  <a:lnTo>
                    <a:pt x="3513334" y="1952436"/>
                  </a:lnTo>
                  <a:lnTo>
                    <a:pt x="3513479" y="1952436"/>
                  </a:lnTo>
                  <a:lnTo>
                    <a:pt x="3513625" y="1952436"/>
                  </a:lnTo>
                  <a:lnTo>
                    <a:pt x="3513770" y="1952436"/>
                  </a:lnTo>
                  <a:lnTo>
                    <a:pt x="3513916" y="1952436"/>
                  </a:lnTo>
                  <a:lnTo>
                    <a:pt x="3514061" y="1952436"/>
                  </a:lnTo>
                  <a:lnTo>
                    <a:pt x="3514207" y="1952436"/>
                  </a:lnTo>
                  <a:lnTo>
                    <a:pt x="3514352" y="1952436"/>
                  </a:lnTo>
                  <a:lnTo>
                    <a:pt x="3514497" y="1952436"/>
                  </a:lnTo>
                  <a:lnTo>
                    <a:pt x="3514497" y="1951812"/>
                  </a:lnTo>
                  <a:lnTo>
                    <a:pt x="3514643" y="1951812"/>
                  </a:lnTo>
                  <a:lnTo>
                    <a:pt x="3514788" y="1951812"/>
                  </a:lnTo>
                  <a:lnTo>
                    <a:pt x="3514934" y="1951812"/>
                  </a:lnTo>
                  <a:lnTo>
                    <a:pt x="3515079" y="1951812"/>
                  </a:lnTo>
                  <a:lnTo>
                    <a:pt x="3515225" y="1951812"/>
                  </a:lnTo>
                  <a:lnTo>
                    <a:pt x="3515370" y="1951812"/>
                  </a:lnTo>
                  <a:lnTo>
                    <a:pt x="3515515" y="1951812"/>
                  </a:lnTo>
                  <a:lnTo>
                    <a:pt x="3515661" y="1951812"/>
                  </a:lnTo>
                  <a:lnTo>
                    <a:pt x="3515661" y="1951189"/>
                  </a:lnTo>
                  <a:lnTo>
                    <a:pt x="3515806" y="1951189"/>
                  </a:lnTo>
                  <a:lnTo>
                    <a:pt x="3515806" y="1950565"/>
                  </a:lnTo>
                  <a:lnTo>
                    <a:pt x="3515952" y="1950565"/>
                  </a:lnTo>
                  <a:lnTo>
                    <a:pt x="3516097" y="1950565"/>
                  </a:lnTo>
                  <a:lnTo>
                    <a:pt x="3516243" y="1950565"/>
                  </a:lnTo>
                  <a:lnTo>
                    <a:pt x="3516243" y="1949941"/>
                  </a:lnTo>
                  <a:lnTo>
                    <a:pt x="3516388" y="1949941"/>
                  </a:lnTo>
                  <a:lnTo>
                    <a:pt x="3516533" y="1949941"/>
                  </a:lnTo>
                  <a:lnTo>
                    <a:pt x="3516679" y="1949941"/>
                  </a:lnTo>
                  <a:lnTo>
                    <a:pt x="3516824" y="1949941"/>
                  </a:lnTo>
                  <a:lnTo>
                    <a:pt x="3516970" y="1949941"/>
                  </a:lnTo>
                  <a:lnTo>
                    <a:pt x="3517115" y="1949941"/>
                  </a:lnTo>
                  <a:lnTo>
                    <a:pt x="3517261" y="1949941"/>
                  </a:lnTo>
                  <a:lnTo>
                    <a:pt x="3517406" y="1949941"/>
                  </a:lnTo>
                  <a:lnTo>
                    <a:pt x="3517551" y="1949941"/>
                  </a:lnTo>
                  <a:lnTo>
                    <a:pt x="3517697" y="1949941"/>
                  </a:lnTo>
                  <a:lnTo>
                    <a:pt x="3517697" y="1949318"/>
                  </a:lnTo>
                  <a:lnTo>
                    <a:pt x="3517697" y="1948694"/>
                  </a:lnTo>
                  <a:lnTo>
                    <a:pt x="3517697" y="1948071"/>
                  </a:lnTo>
                  <a:lnTo>
                    <a:pt x="3517842" y="1948071"/>
                  </a:lnTo>
                  <a:lnTo>
                    <a:pt x="3517988" y="1948071"/>
                  </a:lnTo>
                  <a:lnTo>
                    <a:pt x="3518133" y="1948071"/>
                  </a:lnTo>
                  <a:lnTo>
                    <a:pt x="3518278" y="1948071"/>
                  </a:lnTo>
                  <a:lnTo>
                    <a:pt x="3518424" y="1948071"/>
                  </a:lnTo>
                  <a:lnTo>
                    <a:pt x="3518569" y="1948071"/>
                  </a:lnTo>
                  <a:lnTo>
                    <a:pt x="3518715" y="1948071"/>
                  </a:lnTo>
                  <a:lnTo>
                    <a:pt x="3518860" y="1948071"/>
                  </a:lnTo>
                  <a:lnTo>
                    <a:pt x="3519006" y="1948071"/>
                  </a:lnTo>
                  <a:lnTo>
                    <a:pt x="3519151" y="1948071"/>
                  </a:lnTo>
                  <a:lnTo>
                    <a:pt x="3519296" y="1948071"/>
                  </a:lnTo>
                  <a:lnTo>
                    <a:pt x="3519442" y="1948071"/>
                  </a:lnTo>
                  <a:lnTo>
                    <a:pt x="3519587" y="1948071"/>
                  </a:lnTo>
                  <a:lnTo>
                    <a:pt x="3519733" y="1948071"/>
                  </a:lnTo>
                  <a:lnTo>
                    <a:pt x="3519878" y="1948071"/>
                  </a:lnTo>
                  <a:lnTo>
                    <a:pt x="3520024" y="1948071"/>
                  </a:lnTo>
                  <a:lnTo>
                    <a:pt x="3520169" y="1948071"/>
                  </a:lnTo>
                  <a:lnTo>
                    <a:pt x="3520314" y="1948071"/>
                  </a:lnTo>
                  <a:lnTo>
                    <a:pt x="3520460" y="1948071"/>
                  </a:lnTo>
                  <a:lnTo>
                    <a:pt x="3520460" y="1947447"/>
                  </a:lnTo>
                  <a:lnTo>
                    <a:pt x="3520605" y="1947447"/>
                  </a:lnTo>
                  <a:lnTo>
                    <a:pt x="3520751" y="1947447"/>
                  </a:lnTo>
                  <a:lnTo>
                    <a:pt x="3520751" y="1946824"/>
                  </a:lnTo>
                  <a:lnTo>
                    <a:pt x="3520896" y="1946824"/>
                  </a:lnTo>
                  <a:lnTo>
                    <a:pt x="3521042" y="1946824"/>
                  </a:lnTo>
                  <a:lnTo>
                    <a:pt x="3521187" y="1946824"/>
                  </a:lnTo>
                  <a:lnTo>
                    <a:pt x="3521332" y="1946824"/>
                  </a:lnTo>
                  <a:lnTo>
                    <a:pt x="3521478" y="1946824"/>
                  </a:lnTo>
                  <a:lnTo>
                    <a:pt x="3521478" y="1946200"/>
                  </a:lnTo>
                  <a:lnTo>
                    <a:pt x="3521623" y="1946200"/>
                  </a:lnTo>
                  <a:lnTo>
                    <a:pt x="3521623" y="1945576"/>
                  </a:lnTo>
                  <a:lnTo>
                    <a:pt x="3521769" y="1945576"/>
                  </a:lnTo>
                  <a:lnTo>
                    <a:pt x="3521914" y="1945576"/>
                  </a:lnTo>
                  <a:lnTo>
                    <a:pt x="3522060" y="1945576"/>
                  </a:lnTo>
                  <a:lnTo>
                    <a:pt x="3522205" y="1945576"/>
                  </a:lnTo>
                  <a:lnTo>
                    <a:pt x="3522350" y="1945576"/>
                  </a:lnTo>
                  <a:lnTo>
                    <a:pt x="3522350" y="1944953"/>
                  </a:lnTo>
                  <a:lnTo>
                    <a:pt x="3522496" y="1944953"/>
                  </a:lnTo>
                  <a:lnTo>
                    <a:pt x="3522641" y="1944953"/>
                  </a:lnTo>
                  <a:lnTo>
                    <a:pt x="3522787" y="1944953"/>
                  </a:lnTo>
                  <a:lnTo>
                    <a:pt x="3522932" y="1944953"/>
                  </a:lnTo>
                  <a:lnTo>
                    <a:pt x="3523078" y="1944953"/>
                  </a:lnTo>
                  <a:lnTo>
                    <a:pt x="3523223" y="1944953"/>
                  </a:lnTo>
                  <a:lnTo>
                    <a:pt x="3523368" y="1944953"/>
                  </a:lnTo>
                  <a:lnTo>
                    <a:pt x="3523514" y="1944953"/>
                  </a:lnTo>
                  <a:lnTo>
                    <a:pt x="3523659" y="1944953"/>
                  </a:lnTo>
                  <a:lnTo>
                    <a:pt x="3523659" y="1944329"/>
                  </a:lnTo>
                  <a:lnTo>
                    <a:pt x="3523805" y="1944329"/>
                  </a:lnTo>
                  <a:lnTo>
                    <a:pt x="3523950" y="1944329"/>
                  </a:lnTo>
                  <a:lnTo>
                    <a:pt x="3524096" y="1944329"/>
                  </a:lnTo>
                  <a:lnTo>
                    <a:pt x="3524241" y="1944329"/>
                  </a:lnTo>
                  <a:lnTo>
                    <a:pt x="3524241" y="1943706"/>
                  </a:lnTo>
                  <a:lnTo>
                    <a:pt x="3524386" y="1943706"/>
                  </a:lnTo>
                  <a:lnTo>
                    <a:pt x="3524532" y="1943706"/>
                  </a:lnTo>
                  <a:lnTo>
                    <a:pt x="3524677" y="1943706"/>
                  </a:lnTo>
                  <a:lnTo>
                    <a:pt x="3524823" y="1943706"/>
                  </a:lnTo>
                  <a:lnTo>
                    <a:pt x="3524968" y="1943706"/>
                  </a:lnTo>
                  <a:lnTo>
                    <a:pt x="3525113" y="1943706"/>
                  </a:lnTo>
                  <a:lnTo>
                    <a:pt x="3525259" y="1943706"/>
                  </a:lnTo>
                  <a:lnTo>
                    <a:pt x="3525404" y="1943706"/>
                  </a:lnTo>
                  <a:lnTo>
                    <a:pt x="3525550" y="1943706"/>
                  </a:lnTo>
                  <a:lnTo>
                    <a:pt x="3525695" y="1943706"/>
                  </a:lnTo>
                  <a:lnTo>
                    <a:pt x="3525841" y="1943706"/>
                  </a:lnTo>
                  <a:lnTo>
                    <a:pt x="3525841" y="1943082"/>
                  </a:lnTo>
                  <a:lnTo>
                    <a:pt x="3525986" y="1943082"/>
                  </a:lnTo>
                  <a:lnTo>
                    <a:pt x="3526131" y="1943082"/>
                  </a:lnTo>
                  <a:lnTo>
                    <a:pt x="3526131" y="1942458"/>
                  </a:lnTo>
                  <a:lnTo>
                    <a:pt x="3526277" y="1942458"/>
                  </a:lnTo>
                  <a:lnTo>
                    <a:pt x="3526422" y="1942458"/>
                  </a:lnTo>
                  <a:lnTo>
                    <a:pt x="3526568" y="1942458"/>
                  </a:lnTo>
                  <a:lnTo>
                    <a:pt x="3526568" y="1941835"/>
                  </a:lnTo>
                  <a:lnTo>
                    <a:pt x="3526568" y="1941211"/>
                  </a:lnTo>
                  <a:lnTo>
                    <a:pt x="3526713" y="1941211"/>
                  </a:lnTo>
                  <a:lnTo>
                    <a:pt x="3526859" y="1941211"/>
                  </a:lnTo>
                  <a:lnTo>
                    <a:pt x="3527004" y="1941211"/>
                  </a:lnTo>
                  <a:lnTo>
                    <a:pt x="3527149" y="1941211"/>
                  </a:lnTo>
                  <a:lnTo>
                    <a:pt x="3527295" y="1941211"/>
                  </a:lnTo>
                  <a:lnTo>
                    <a:pt x="3527440" y="1941211"/>
                  </a:lnTo>
                  <a:lnTo>
                    <a:pt x="3527440" y="1940588"/>
                  </a:lnTo>
                  <a:lnTo>
                    <a:pt x="3527586" y="1940588"/>
                  </a:lnTo>
                  <a:lnTo>
                    <a:pt x="3527731" y="1940588"/>
                  </a:lnTo>
                  <a:lnTo>
                    <a:pt x="3527877" y="1940588"/>
                  </a:lnTo>
                  <a:lnTo>
                    <a:pt x="3527877" y="1939964"/>
                  </a:lnTo>
                  <a:lnTo>
                    <a:pt x="3528022" y="1939964"/>
                  </a:lnTo>
                  <a:lnTo>
                    <a:pt x="3528167" y="1939964"/>
                  </a:lnTo>
                  <a:lnTo>
                    <a:pt x="3528313" y="1939964"/>
                  </a:lnTo>
                  <a:lnTo>
                    <a:pt x="3528313" y="1939341"/>
                  </a:lnTo>
                  <a:lnTo>
                    <a:pt x="3528458" y="1939341"/>
                  </a:lnTo>
                  <a:lnTo>
                    <a:pt x="3528604" y="1939341"/>
                  </a:lnTo>
                  <a:lnTo>
                    <a:pt x="3528749" y="1939341"/>
                  </a:lnTo>
                  <a:lnTo>
                    <a:pt x="3528895" y="1939341"/>
                  </a:lnTo>
                  <a:lnTo>
                    <a:pt x="3529040" y="1939341"/>
                  </a:lnTo>
                  <a:lnTo>
                    <a:pt x="3529185" y="1939341"/>
                  </a:lnTo>
                  <a:lnTo>
                    <a:pt x="3529331" y="1939341"/>
                  </a:lnTo>
                  <a:lnTo>
                    <a:pt x="3529476" y="1939341"/>
                  </a:lnTo>
                  <a:lnTo>
                    <a:pt x="3529622" y="1939341"/>
                  </a:lnTo>
                  <a:lnTo>
                    <a:pt x="3529622" y="1938717"/>
                  </a:lnTo>
                  <a:lnTo>
                    <a:pt x="3529622" y="1938093"/>
                  </a:lnTo>
                  <a:lnTo>
                    <a:pt x="3529767" y="1938093"/>
                  </a:lnTo>
                  <a:lnTo>
                    <a:pt x="3529767" y="1937470"/>
                  </a:lnTo>
                  <a:lnTo>
                    <a:pt x="3529913" y="1937470"/>
                  </a:lnTo>
                  <a:lnTo>
                    <a:pt x="3529913" y="1936846"/>
                  </a:lnTo>
                  <a:lnTo>
                    <a:pt x="3530058" y="1936846"/>
                  </a:lnTo>
                  <a:lnTo>
                    <a:pt x="3530203" y="1936846"/>
                  </a:lnTo>
                  <a:lnTo>
                    <a:pt x="3530349" y="1936846"/>
                  </a:lnTo>
                  <a:lnTo>
                    <a:pt x="3530494" y="1936846"/>
                  </a:lnTo>
                  <a:lnTo>
                    <a:pt x="3530640" y="1936846"/>
                  </a:lnTo>
                  <a:lnTo>
                    <a:pt x="3530640" y="1936223"/>
                  </a:lnTo>
                  <a:lnTo>
                    <a:pt x="3530785" y="1936223"/>
                  </a:lnTo>
                  <a:lnTo>
                    <a:pt x="3530931" y="1936223"/>
                  </a:lnTo>
                  <a:lnTo>
                    <a:pt x="3530931" y="1935599"/>
                  </a:lnTo>
                  <a:lnTo>
                    <a:pt x="3531076" y="1935599"/>
                  </a:lnTo>
                  <a:lnTo>
                    <a:pt x="3531221" y="1935599"/>
                  </a:lnTo>
                  <a:lnTo>
                    <a:pt x="3531367" y="1935599"/>
                  </a:lnTo>
                  <a:lnTo>
                    <a:pt x="3531512" y="1935599"/>
                  </a:lnTo>
                  <a:lnTo>
                    <a:pt x="3531658" y="1935599"/>
                  </a:lnTo>
                  <a:lnTo>
                    <a:pt x="3531803" y="1935599"/>
                  </a:lnTo>
                  <a:lnTo>
                    <a:pt x="3531803" y="1934975"/>
                  </a:lnTo>
                  <a:lnTo>
                    <a:pt x="3531948" y="1934975"/>
                  </a:lnTo>
                  <a:lnTo>
                    <a:pt x="3532094" y="1934975"/>
                  </a:lnTo>
                  <a:lnTo>
                    <a:pt x="3532239" y="1934975"/>
                  </a:lnTo>
                  <a:lnTo>
                    <a:pt x="3532385" y="1934975"/>
                  </a:lnTo>
                  <a:lnTo>
                    <a:pt x="3532530" y="1934975"/>
                  </a:lnTo>
                  <a:lnTo>
                    <a:pt x="3532676" y="1934975"/>
                  </a:lnTo>
                  <a:lnTo>
                    <a:pt x="3532821" y="1934975"/>
                  </a:lnTo>
                  <a:lnTo>
                    <a:pt x="3532966" y="1934975"/>
                  </a:lnTo>
                  <a:lnTo>
                    <a:pt x="3533112" y="1934975"/>
                  </a:lnTo>
                  <a:lnTo>
                    <a:pt x="3533257" y="1934975"/>
                  </a:lnTo>
                  <a:lnTo>
                    <a:pt x="3533257" y="1934352"/>
                  </a:lnTo>
                  <a:lnTo>
                    <a:pt x="3533403" y="1934352"/>
                  </a:lnTo>
                  <a:lnTo>
                    <a:pt x="3533548" y="1934352"/>
                  </a:lnTo>
                  <a:lnTo>
                    <a:pt x="3533694" y="1934352"/>
                  </a:lnTo>
                  <a:lnTo>
                    <a:pt x="3533839" y="1934352"/>
                  </a:lnTo>
                  <a:lnTo>
                    <a:pt x="3533984" y="1934352"/>
                  </a:lnTo>
                  <a:lnTo>
                    <a:pt x="3534130" y="1934352"/>
                  </a:lnTo>
                  <a:lnTo>
                    <a:pt x="3534275" y="1934352"/>
                  </a:lnTo>
                  <a:lnTo>
                    <a:pt x="3534421" y="1934352"/>
                  </a:lnTo>
                  <a:lnTo>
                    <a:pt x="3534566" y="1934352"/>
                  </a:lnTo>
                  <a:lnTo>
                    <a:pt x="3534712" y="1934352"/>
                  </a:lnTo>
                  <a:lnTo>
                    <a:pt x="3534857" y="1934352"/>
                  </a:lnTo>
                  <a:lnTo>
                    <a:pt x="3535002" y="1934352"/>
                  </a:lnTo>
                  <a:lnTo>
                    <a:pt x="3535148" y="1934352"/>
                  </a:lnTo>
                  <a:lnTo>
                    <a:pt x="3535293" y="1934352"/>
                  </a:lnTo>
                  <a:lnTo>
                    <a:pt x="3535439" y="1934352"/>
                  </a:lnTo>
                  <a:lnTo>
                    <a:pt x="3535584" y="1934352"/>
                  </a:lnTo>
                  <a:lnTo>
                    <a:pt x="3535730" y="1934352"/>
                  </a:lnTo>
                  <a:lnTo>
                    <a:pt x="3535875" y="1934352"/>
                  </a:lnTo>
                  <a:lnTo>
                    <a:pt x="3536020" y="1934352"/>
                  </a:lnTo>
                  <a:lnTo>
                    <a:pt x="3536166" y="1934352"/>
                  </a:lnTo>
                  <a:lnTo>
                    <a:pt x="3536311" y="1934352"/>
                  </a:lnTo>
                  <a:lnTo>
                    <a:pt x="3536457" y="1934352"/>
                  </a:lnTo>
                  <a:lnTo>
                    <a:pt x="3536602" y="1934352"/>
                  </a:lnTo>
                  <a:lnTo>
                    <a:pt x="3536748" y="1934352"/>
                  </a:lnTo>
                  <a:lnTo>
                    <a:pt x="3536893" y="1934352"/>
                  </a:lnTo>
                  <a:lnTo>
                    <a:pt x="3537038" y="1934352"/>
                  </a:lnTo>
                  <a:lnTo>
                    <a:pt x="3537184" y="1934352"/>
                  </a:lnTo>
                  <a:lnTo>
                    <a:pt x="3537184" y="1933728"/>
                  </a:lnTo>
                  <a:lnTo>
                    <a:pt x="3537329" y="1933728"/>
                  </a:lnTo>
                  <a:lnTo>
                    <a:pt x="3537475" y="1933728"/>
                  </a:lnTo>
                  <a:lnTo>
                    <a:pt x="3537475" y="1933105"/>
                  </a:lnTo>
                  <a:lnTo>
                    <a:pt x="3537620" y="1933105"/>
                  </a:lnTo>
                  <a:lnTo>
                    <a:pt x="3537766" y="1933105"/>
                  </a:lnTo>
                  <a:lnTo>
                    <a:pt x="3537911" y="1933105"/>
                  </a:lnTo>
                  <a:lnTo>
                    <a:pt x="3537911" y="1932481"/>
                  </a:lnTo>
                  <a:lnTo>
                    <a:pt x="3538056" y="1932481"/>
                  </a:lnTo>
                  <a:lnTo>
                    <a:pt x="3538202" y="1932481"/>
                  </a:lnTo>
                  <a:lnTo>
                    <a:pt x="3538347" y="1932481"/>
                  </a:lnTo>
                  <a:lnTo>
                    <a:pt x="3538493" y="1932481"/>
                  </a:lnTo>
                  <a:lnTo>
                    <a:pt x="3538493" y="1931858"/>
                  </a:lnTo>
                  <a:lnTo>
                    <a:pt x="3538638" y="1931858"/>
                  </a:lnTo>
                  <a:lnTo>
                    <a:pt x="3538783" y="1931858"/>
                  </a:lnTo>
                  <a:lnTo>
                    <a:pt x="3538929" y="1931858"/>
                  </a:lnTo>
                  <a:lnTo>
                    <a:pt x="3538929" y="1931234"/>
                  </a:lnTo>
                  <a:lnTo>
                    <a:pt x="3539074" y="1931234"/>
                  </a:lnTo>
                  <a:lnTo>
                    <a:pt x="3539220" y="1931234"/>
                  </a:lnTo>
                  <a:lnTo>
                    <a:pt x="3539365" y="1931234"/>
                  </a:lnTo>
                  <a:lnTo>
                    <a:pt x="3539365" y="1930610"/>
                  </a:lnTo>
                  <a:lnTo>
                    <a:pt x="3539365" y="1929987"/>
                  </a:lnTo>
                  <a:lnTo>
                    <a:pt x="3539511" y="1929987"/>
                  </a:lnTo>
                  <a:lnTo>
                    <a:pt x="3539656" y="1929987"/>
                  </a:lnTo>
                  <a:lnTo>
                    <a:pt x="3539801" y="1929987"/>
                  </a:lnTo>
                  <a:lnTo>
                    <a:pt x="3539947" y="1929987"/>
                  </a:lnTo>
                  <a:lnTo>
                    <a:pt x="3540092" y="1929987"/>
                  </a:lnTo>
                  <a:lnTo>
                    <a:pt x="3540238" y="1929987"/>
                  </a:lnTo>
                  <a:lnTo>
                    <a:pt x="3540383" y="1929987"/>
                  </a:lnTo>
                  <a:lnTo>
                    <a:pt x="3540529" y="1929987"/>
                  </a:lnTo>
                  <a:lnTo>
                    <a:pt x="3540529" y="1929363"/>
                  </a:lnTo>
                  <a:lnTo>
                    <a:pt x="3540674" y="1929363"/>
                  </a:lnTo>
                  <a:lnTo>
                    <a:pt x="3540819" y="1929363"/>
                  </a:lnTo>
                  <a:lnTo>
                    <a:pt x="3540819" y="1928740"/>
                  </a:lnTo>
                  <a:lnTo>
                    <a:pt x="3540965" y="1928740"/>
                  </a:lnTo>
                  <a:lnTo>
                    <a:pt x="3541110" y="1928740"/>
                  </a:lnTo>
                  <a:lnTo>
                    <a:pt x="3541256" y="1928740"/>
                  </a:lnTo>
                  <a:lnTo>
                    <a:pt x="3541401" y="1928740"/>
                  </a:lnTo>
                  <a:lnTo>
                    <a:pt x="3541547" y="1928740"/>
                  </a:lnTo>
                  <a:lnTo>
                    <a:pt x="3541692" y="1928740"/>
                  </a:lnTo>
                  <a:lnTo>
                    <a:pt x="3541837" y="1928740"/>
                  </a:lnTo>
                  <a:lnTo>
                    <a:pt x="3541983" y="1928740"/>
                  </a:lnTo>
                  <a:lnTo>
                    <a:pt x="3542128" y="1928740"/>
                  </a:lnTo>
                  <a:lnTo>
                    <a:pt x="3542274" y="1928740"/>
                  </a:lnTo>
                  <a:lnTo>
                    <a:pt x="3542419" y="1928740"/>
                  </a:lnTo>
                  <a:lnTo>
                    <a:pt x="3542565" y="1928740"/>
                  </a:lnTo>
                  <a:lnTo>
                    <a:pt x="3542565" y="1928116"/>
                  </a:lnTo>
                  <a:lnTo>
                    <a:pt x="3542710" y="1928116"/>
                  </a:lnTo>
                  <a:lnTo>
                    <a:pt x="3542855" y="1928116"/>
                  </a:lnTo>
                  <a:lnTo>
                    <a:pt x="3543001" y="1928116"/>
                  </a:lnTo>
                  <a:lnTo>
                    <a:pt x="3543146" y="1928116"/>
                  </a:lnTo>
                  <a:lnTo>
                    <a:pt x="3543292" y="1928116"/>
                  </a:lnTo>
                  <a:lnTo>
                    <a:pt x="3543437" y="1928116"/>
                  </a:lnTo>
                  <a:lnTo>
                    <a:pt x="3543583" y="1928116"/>
                  </a:lnTo>
                  <a:lnTo>
                    <a:pt x="3543728" y="1928116"/>
                  </a:lnTo>
                  <a:lnTo>
                    <a:pt x="3543728" y="1927492"/>
                  </a:lnTo>
                  <a:lnTo>
                    <a:pt x="3543873" y="1927492"/>
                  </a:lnTo>
                  <a:lnTo>
                    <a:pt x="3544019" y="1927492"/>
                  </a:lnTo>
                  <a:lnTo>
                    <a:pt x="3544019" y="1926869"/>
                  </a:lnTo>
                  <a:lnTo>
                    <a:pt x="3544164" y="1926869"/>
                  </a:lnTo>
                  <a:lnTo>
                    <a:pt x="3544310" y="1926869"/>
                  </a:lnTo>
                  <a:lnTo>
                    <a:pt x="3544310" y="1926245"/>
                  </a:lnTo>
                  <a:lnTo>
                    <a:pt x="3544455" y="1926245"/>
                  </a:lnTo>
                  <a:lnTo>
                    <a:pt x="3544601" y="1926245"/>
                  </a:lnTo>
                  <a:lnTo>
                    <a:pt x="3544746" y="1926245"/>
                  </a:lnTo>
                  <a:lnTo>
                    <a:pt x="3544891" y="1926245"/>
                  </a:lnTo>
                  <a:lnTo>
                    <a:pt x="3545037" y="1926245"/>
                  </a:lnTo>
                  <a:lnTo>
                    <a:pt x="3545182" y="1926245"/>
                  </a:lnTo>
                  <a:lnTo>
                    <a:pt x="3545328" y="1926245"/>
                  </a:lnTo>
                  <a:lnTo>
                    <a:pt x="3545473" y="1926245"/>
                  </a:lnTo>
                  <a:lnTo>
                    <a:pt x="3545618" y="1926245"/>
                  </a:lnTo>
                  <a:lnTo>
                    <a:pt x="3545764" y="1926245"/>
                  </a:lnTo>
                  <a:lnTo>
                    <a:pt x="3545909" y="1926245"/>
                  </a:lnTo>
                  <a:lnTo>
                    <a:pt x="3546055" y="1926245"/>
                  </a:lnTo>
                  <a:lnTo>
                    <a:pt x="3546200" y="1926245"/>
                  </a:lnTo>
                  <a:lnTo>
                    <a:pt x="3546346" y="1926245"/>
                  </a:lnTo>
                  <a:lnTo>
                    <a:pt x="3546346" y="1925622"/>
                  </a:lnTo>
                  <a:lnTo>
                    <a:pt x="3546491" y="1925622"/>
                  </a:lnTo>
                  <a:lnTo>
                    <a:pt x="3546636" y="1925622"/>
                  </a:lnTo>
                  <a:lnTo>
                    <a:pt x="3546636" y="1924998"/>
                  </a:lnTo>
                  <a:lnTo>
                    <a:pt x="3546636" y="1924375"/>
                  </a:lnTo>
                  <a:lnTo>
                    <a:pt x="3546782" y="1924375"/>
                  </a:lnTo>
                  <a:lnTo>
                    <a:pt x="3546927" y="1924375"/>
                  </a:lnTo>
                  <a:lnTo>
                    <a:pt x="3546927" y="1923751"/>
                  </a:lnTo>
                  <a:lnTo>
                    <a:pt x="3547073" y="1923751"/>
                  </a:lnTo>
                  <a:lnTo>
                    <a:pt x="3547218" y="1923751"/>
                  </a:lnTo>
                  <a:lnTo>
                    <a:pt x="3547364" y="1923751"/>
                  </a:lnTo>
                  <a:lnTo>
                    <a:pt x="3547509" y="1923751"/>
                  </a:lnTo>
                  <a:lnTo>
                    <a:pt x="3547509" y="1923127"/>
                  </a:lnTo>
                  <a:lnTo>
                    <a:pt x="3547654" y="1923127"/>
                  </a:lnTo>
                  <a:lnTo>
                    <a:pt x="3547800" y="1923127"/>
                  </a:lnTo>
                  <a:lnTo>
                    <a:pt x="3547945" y="1923127"/>
                  </a:lnTo>
                  <a:lnTo>
                    <a:pt x="3548091" y="1923127"/>
                  </a:lnTo>
                  <a:lnTo>
                    <a:pt x="3548236" y="1923127"/>
                  </a:lnTo>
                  <a:lnTo>
                    <a:pt x="3548382" y="1923127"/>
                  </a:lnTo>
                  <a:lnTo>
                    <a:pt x="3548527" y="1923127"/>
                  </a:lnTo>
                  <a:lnTo>
                    <a:pt x="3548672" y="1923127"/>
                  </a:lnTo>
                  <a:lnTo>
                    <a:pt x="3548818" y="1923127"/>
                  </a:lnTo>
                  <a:lnTo>
                    <a:pt x="3548963" y="1923127"/>
                  </a:lnTo>
                  <a:lnTo>
                    <a:pt x="3549109" y="1923127"/>
                  </a:lnTo>
                  <a:lnTo>
                    <a:pt x="3549254" y="1923127"/>
                  </a:lnTo>
                  <a:lnTo>
                    <a:pt x="3549400" y="1923127"/>
                  </a:lnTo>
                  <a:lnTo>
                    <a:pt x="3549545" y="1923127"/>
                  </a:lnTo>
                  <a:lnTo>
                    <a:pt x="3549690" y="1923127"/>
                  </a:lnTo>
                  <a:lnTo>
                    <a:pt x="3549836" y="1923127"/>
                  </a:lnTo>
                  <a:lnTo>
                    <a:pt x="3549981" y="1923127"/>
                  </a:lnTo>
                  <a:lnTo>
                    <a:pt x="3549981" y="1922504"/>
                  </a:lnTo>
                  <a:lnTo>
                    <a:pt x="3549981" y="1921880"/>
                  </a:lnTo>
                  <a:lnTo>
                    <a:pt x="3550127" y="1921880"/>
                  </a:lnTo>
                  <a:lnTo>
                    <a:pt x="3550272" y="1921880"/>
                  </a:lnTo>
                  <a:lnTo>
                    <a:pt x="3550418" y="1921880"/>
                  </a:lnTo>
                  <a:lnTo>
                    <a:pt x="3550563" y="1921880"/>
                  </a:lnTo>
                  <a:lnTo>
                    <a:pt x="3550708" y="1921880"/>
                  </a:lnTo>
                  <a:lnTo>
                    <a:pt x="3550854" y="1921880"/>
                  </a:lnTo>
                  <a:lnTo>
                    <a:pt x="3550999" y="1921880"/>
                  </a:lnTo>
                  <a:lnTo>
                    <a:pt x="3551145" y="1921880"/>
                  </a:lnTo>
                  <a:lnTo>
                    <a:pt x="3551290" y="1921880"/>
                  </a:lnTo>
                  <a:lnTo>
                    <a:pt x="3551435" y="1921880"/>
                  </a:lnTo>
                  <a:lnTo>
                    <a:pt x="3551581" y="1921880"/>
                  </a:lnTo>
                  <a:lnTo>
                    <a:pt x="3551726" y="1921880"/>
                  </a:lnTo>
                  <a:lnTo>
                    <a:pt x="3551726" y="1921257"/>
                  </a:lnTo>
                  <a:lnTo>
                    <a:pt x="3551872" y="1921257"/>
                  </a:lnTo>
                  <a:lnTo>
                    <a:pt x="3552017" y="1921257"/>
                  </a:lnTo>
                  <a:lnTo>
                    <a:pt x="3552163" y="1921257"/>
                  </a:lnTo>
                  <a:lnTo>
                    <a:pt x="3552308" y="1921257"/>
                  </a:lnTo>
                  <a:lnTo>
                    <a:pt x="3552453" y="1921257"/>
                  </a:lnTo>
                  <a:lnTo>
                    <a:pt x="3552599" y="1921257"/>
                  </a:lnTo>
                  <a:lnTo>
                    <a:pt x="3552744" y="1921257"/>
                  </a:lnTo>
                  <a:lnTo>
                    <a:pt x="3552890" y="1921257"/>
                  </a:lnTo>
                  <a:lnTo>
                    <a:pt x="3552890" y="1920633"/>
                  </a:lnTo>
                  <a:lnTo>
                    <a:pt x="3553035" y="1920633"/>
                  </a:lnTo>
                  <a:lnTo>
                    <a:pt x="3553035" y="1920009"/>
                  </a:lnTo>
                  <a:lnTo>
                    <a:pt x="3553181" y="1920009"/>
                  </a:lnTo>
                  <a:lnTo>
                    <a:pt x="3553326" y="1920009"/>
                  </a:lnTo>
                  <a:lnTo>
                    <a:pt x="3553471" y="1920009"/>
                  </a:lnTo>
                  <a:lnTo>
                    <a:pt x="3553471" y="1919386"/>
                  </a:lnTo>
                  <a:lnTo>
                    <a:pt x="3553617" y="1919386"/>
                  </a:lnTo>
                  <a:lnTo>
                    <a:pt x="3553762" y="1919386"/>
                  </a:lnTo>
                  <a:lnTo>
                    <a:pt x="3553908" y="1919386"/>
                  </a:lnTo>
                  <a:lnTo>
                    <a:pt x="3553908" y="1918762"/>
                  </a:lnTo>
                  <a:lnTo>
                    <a:pt x="3554053" y="1918762"/>
                  </a:lnTo>
                  <a:lnTo>
                    <a:pt x="3554199" y="1918762"/>
                  </a:lnTo>
                  <a:lnTo>
                    <a:pt x="3554199" y="1918139"/>
                  </a:lnTo>
                  <a:lnTo>
                    <a:pt x="3554344" y="1918139"/>
                  </a:lnTo>
                  <a:lnTo>
                    <a:pt x="3554489" y="1918139"/>
                  </a:lnTo>
                  <a:lnTo>
                    <a:pt x="3554635" y="1918139"/>
                  </a:lnTo>
                  <a:lnTo>
                    <a:pt x="3554780" y="1918139"/>
                  </a:lnTo>
                  <a:lnTo>
                    <a:pt x="3554926" y="1918139"/>
                  </a:lnTo>
                  <a:lnTo>
                    <a:pt x="3555071" y="1918139"/>
                  </a:lnTo>
                  <a:lnTo>
                    <a:pt x="3555217" y="1918139"/>
                  </a:lnTo>
                  <a:lnTo>
                    <a:pt x="3555362" y="1918139"/>
                  </a:lnTo>
                  <a:lnTo>
                    <a:pt x="3555507" y="1918139"/>
                  </a:lnTo>
                  <a:lnTo>
                    <a:pt x="3555653" y="1918139"/>
                  </a:lnTo>
                  <a:lnTo>
                    <a:pt x="3555798" y="1918139"/>
                  </a:lnTo>
                  <a:lnTo>
                    <a:pt x="3555944" y="1918139"/>
                  </a:lnTo>
                  <a:lnTo>
                    <a:pt x="3556089" y="1918139"/>
                  </a:lnTo>
                  <a:lnTo>
                    <a:pt x="3556235" y="1918139"/>
                  </a:lnTo>
                  <a:lnTo>
                    <a:pt x="3556380" y="1918139"/>
                  </a:lnTo>
                  <a:lnTo>
                    <a:pt x="3556525" y="1918139"/>
                  </a:lnTo>
                  <a:lnTo>
                    <a:pt x="3556671" y="1918139"/>
                  </a:lnTo>
                  <a:lnTo>
                    <a:pt x="3556816" y="1918139"/>
                  </a:lnTo>
                  <a:lnTo>
                    <a:pt x="3556962" y="1918139"/>
                  </a:lnTo>
                  <a:lnTo>
                    <a:pt x="3557107" y="1918139"/>
                  </a:lnTo>
                  <a:lnTo>
                    <a:pt x="3557253" y="1918139"/>
                  </a:lnTo>
                  <a:lnTo>
                    <a:pt x="3557253" y="1917515"/>
                  </a:lnTo>
                  <a:lnTo>
                    <a:pt x="3557398" y="1917515"/>
                  </a:lnTo>
                  <a:lnTo>
                    <a:pt x="3557543" y="1917515"/>
                  </a:lnTo>
                  <a:lnTo>
                    <a:pt x="3557689" y="1917515"/>
                  </a:lnTo>
                  <a:lnTo>
                    <a:pt x="3557834" y="1917515"/>
                  </a:lnTo>
                  <a:lnTo>
                    <a:pt x="3557834" y="1916892"/>
                  </a:lnTo>
                  <a:lnTo>
                    <a:pt x="3557980" y="1916892"/>
                  </a:lnTo>
                  <a:lnTo>
                    <a:pt x="3558125" y="1916892"/>
                  </a:lnTo>
                  <a:lnTo>
                    <a:pt x="3558270" y="1916892"/>
                  </a:lnTo>
                  <a:lnTo>
                    <a:pt x="3558416" y="1916892"/>
                  </a:lnTo>
                  <a:lnTo>
                    <a:pt x="3558561" y="1916892"/>
                  </a:lnTo>
                  <a:lnTo>
                    <a:pt x="3558707" y="1916892"/>
                  </a:lnTo>
                  <a:lnTo>
                    <a:pt x="3558852" y="1916892"/>
                  </a:lnTo>
                  <a:lnTo>
                    <a:pt x="3558998" y="1916892"/>
                  </a:lnTo>
                  <a:lnTo>
                    <a:pt x="3559143" y="1916892"/>
                  </a:lnTo>
                  <a:lnTo>
                    <a:pt x="3559288" y="1916892"/>
                  </a:lnTo>
                  <a:lnTo>
                    <a:pt x="3559434" y="1916892"/>
                  </a:lnTo>
                  <a:lnTo>
                    <a:pt x="3559579" y="1916892"/>
                  </a:lnTo>
                  <a:lnTo>
                    <a:pt x="3559725" y="1916892"/>
                  </a:lnTo>
                  <a:lnTo>
                    <a:pt x="3559870" y="1916892"/>
                  </a:lnTo>
                  <a:lnTo>
                    <a:pt x="3560016" y="1916892"/>
                  </a:lnTo>
                  <a:lnTo>
                    <a:pt x="3560161" y="1916892"/>
                  </a:lnTo>
                  <a:lnTo>
                    <a:pt x="3560306" y="1916892"/>
                  </a:lnTo>
                  <a:lnTo>
                    <a:pt x="3560452" y="1916892"/>
                  </a:lnTo>
                  <a:lnTo>
                    <a:pt x="3560597" y="1916892"/>
                  </a:lnTo>
                  <a:lnTo>
                    <a:pt x="3560597" y="1916268"/>
                  </a:lnTo>
                  <a:lnTo>
                    <a:pt x="3560743" y="1916268"/>
                  </a:lnTo>
                  <a:lnTo>
                    <a:pt x="3560888" y="1916268"/>
                  </a:lnTo>
                  <a:lnTo>
                    <a:pt x="3561034" y="1916268"/>
                  </a:lnTo>
                  <a:lnTo>
                    <a:pt x="3561179" y="1916268"/>
                  </a:lnTo>
                  <a:lnTo>
                    <a:pt x="3561324" y="1916268"/>
                  </a:lnTo>
                  <a:lnTo>
                    <a:pt x="3561470" y="1916268"/>
                  </a:lnTo>
                  <a:lnTo>
                    <a:pt x="3561615" y="1916268"/>
                  </a:lnTo>
                  <a:lnTo>
                    <a:pt x="3561761" y="1916268"/>
                  </a:lnTo>
                  <a:lnTo>
                    <a:pt x="3561906" y="1916268"/>
                  </a:lnTo>
                  <a:lnTo>
                    <a:pt x="3562052" y="1916268"/>
                  </a:lnTo>
                  <a:lnTo>
                    <a:pt x="3562197" y="1916268"/>
                  </a:lnTo>
                  <a:lnTo>
                    <a:pt x="3562342" y="1916268"/>
                  </a:lnTo>
                  <a:lnTo>
                    <a:pt x="3562342" y="1915644"/>
                  </a:lnTo>
                  <a:lnTo>
                    <a:pt x="3562488" y="1915644"/>
                  </a:lnTo>
                  <a:lnTo>
                    <a:pt x="3562633" y="1915644"/>
                  </a:lnTo>
                  <a:lnTo>
                    <a:pt x="3562779" y="1915644"/>
                  </a:lnTo>
                  <a:lnTo>
                    <a:pt x="3562924" y="1915644"/>
                  </a:lnTo>
                  <a:lnTo>
                    <a:pt x="3563070" y="1915644"/>
                  </a:lnTo>
                  <a:lnTo>
                    <a:pt x="3563215" y="1915644"/>
                  </a:lnTo>
                  <a:lnTo>
                    <a:pt x="3563215" y="1915021"/>
                  </a:lnTo>
                  <a:lnTo>
                    <a:pt x="3563360" y="1915021"/>
                  </a:lnTo>
                  <a:lnTo>
                    <a:pt x="3563506" y="1915021"/>
                  </a:lnTo>
                  <a:lnTo>
                    <a:pt x="3563651" y="1915021"/>
                  </a:lnTo>
                  <a:lnTo>
                    <a:pt x="3563797" y="1915021"/>
                  </a:lnTo>
                  <a:lnTo>
                    <a:pt x="3563942" y="1915021"/>
                  </a:lnTo>
                  <a:lnTo>
                    <a:pt x="3564088" y="1915021"/>
                  </a:lnTo>
                  <a:lnTo>
                    <a:pt x="3564088" y="1914397"/>
                  </a:lnTo>
                  <a:lnTo>
                    <a:pt x="3564233" y="1914397"/>
                  </a:lnTo>
                  <a:lnTo>
                    <a:pt x="3564378" y="1914397"/>
                  </a:lnTo>
                  <a:lnTo>
                    <a:pt x="3564524" y="1914397"/>
                  </a:lnTo>
                  <a:lnTo>
                    <a:pt x="3564669" y="1914397"/>
                  </a:lnTo>
                  <a:lnTo>
                    <a:pt x="3564815" y="1914397"/>
                  </a:lnTo>
                  <a:lnTo>
                    <a:pt x="3564960" y="1914397"/>
                  </a:lnTo>
                  <a:lnTo>
                    <a:pt x="3565105" y="1914397"/>
                  </a:lnTo>
                  <a:lnTo>
                    <a:pt x="3565251" y="1914397"/>
                  </a:lnTo>
                  <a:lnTo>
                    <a:pt x="3565396" y="1914397"/>
                  </a:lnTo>
                  <a:lnTo>
                    <a:pt x="3565542" y="1914397"/>
                  </a:lnTo>
                  <a:lnTo>
                    <a:pt x="3565687" y="1914397"/>
                  </a:lnTo>
                  <a:lnTo>
                    <a:pt x="3565833" y="1914397"/>
                  </a:lnTo>
                  <a:lnTo>
                    <a:pt x="3565978" y="1914397"/>
                  </a:lnTo>
                  <a:lnTo>
                    <a:pt x="3566123" y="1914397"/>
                  </a:lnTo>
                  <a:lnTo>
                    <a:pt x="3566123" y="1913774"/>
                  </a:lnTo>
                  <a:lnTo>
                    <a:pt x="3566269" y="1913774"/>
                  </a:lnTo>
                  <a:lnTo>
                    <a:pt x="3566414" y="1913774"/>
                  </a:lnTo>
                  <a:lnTo>
                    <a:pt x="3566560" y="1913774"/>
                  </a:lnTo>
                  <a:lnTo>
                    <a:pt x="3566705" y="1913774"/>
                  </a:lnTo>
                  <a:lnTo>
                    <a:pt x="3566851" y="1913774"/>
                  </a:lnTo>
                  <a:lnTo>
                    <a:pt x="3566996" y="1913774"/>
                  </a:lnTo>
                  <a:lnTo>
                    <a:pt x="3566996" y="1913150"/>
                  </a:lnTo>
                  <a:lnTo>
                    <a:pt x="3567141" y="1913150"/>
                  </a:lnTo>
                  <a:lnTo>
                    <a:pt x="3567287" y="1913150"/>
                  </a:lnTo>
                  <a:lnTo>
                    <a:pt x="3567432" y="1913150"/>
                  </a:lnTo>
                  <a:lnTo>
                    <a:pt x="3567578" y="1913150"/>
                  </a:lnTo>
                  <a:lnTo>
                    <a:pt x="3567723" y="1913150"/>
                  </a:lnTo>
                  <a:lnTo>
                    <a:pt x="3567869" y="1913150"/>
                  </a:lnTo>
                  <a:lnTo>
                    <a:pt x="3568014" y="1913150"/>
                  </a:lnTo>
                  <a:lnTo>
                    <a:pt x="3568159" y="1913150"/>
                  </a:lnTo>
                  <a:lnTo>
                    <a:pt x="3568305" y="1913150"/>
                  </a:lnTo>
                  <a:lnTo>
                    <a:pt x="3568450" y="1913150"/>
                  </a:lnTo>
                  <a:lnTo>
                    <a:pt x="3568596" y="1913150"/>
                  </a:lnTo>
                  <a:lnTo>
                    <a:pt x="3568596" y="1912526"/>
                  </a:lnTo>
                  <a:lnTo>
                    <a:pt x="3568741" y="1912526"/>
                  </a:lnTo>
                  <a:lnTo>
                    <a:pt x="3568887" y="1912526"/>
                  </a:lnTo>
                  <a:lnTo>
                    <a:pt x="3569032" y="1912526"/>
                  </a:lnTo>
                  <a:lnTo>
                    <a:pt x="3569177" y="1912526"/>
                  </a:lnTo>
                  <a:lnTo>
                    <a:pt x="3569323" y="1912526"/>
                  </a:lnTo>
                  <a:lnTo>
                    <a:pt x="3569468" y="1912526"/>
                  </a:lnTo>
                  <a:lnTo>
                    <a:pt x="3569614" y="1912526"/>
                  </a:lnTo>
                  <a:lnTo>
                    <a:pt x="3569759" y="1912526"/>
                  </a:lnTo>
                  <a:lnTo>
                    <a:pt x="3569905" y="1912526"/>
                  </a:lnTo>
                  <a:lnTo>
                    <a:pt x="3570050" y="1912526"/>
                  </a:lnTo>
                  <a:lnTo>
                    <a:pt x="3570195" y="1912526"/>
                  </a:lnTo>
                  <a:lnTo>
                    <a:pt x="3570341" y="1912526"/>
                  </a:lnTo>
                  <a:lnTo>
                    <a:pt x="3570486" y="1912526"/>
                  </a:lnTo>
                  <a:lnTo>
                    <a:pt x="3570632" y="1912526"/>
                  </a:lnTo>
                  <a:lnTo>
                    <a:pt x="3570777" y="1912526"/>
                  </a:lnTo>
                  <a:lnTo>
                    <a:pt x="3570923" y="1912526"/>
                  </a:lnTo>
                  <a:lnTo>
                    <a:pt x="3570923" y="1911903"/>
                  </a:lnTo>
                  <a:lnTo>
                    <a:pt x="3570923" y="1911279"/>
                  </a:lnTo>
                  <a:lnTo>
                    <a:pt x="3571068" y="1911279"/>
                  </a:lnTo>
                  <a:lnTo>
                    <a:pt x="3571213" y="1911279"/>
                  </a:lnTo>
                  <a:lnTo>
                    <a:pt x="3571213" y="1910656"/>
                  </a:lnTo>
                  <a:lnTo>
                    <a:pt x="3571359" y="1910656"/>
                  </a:lnTo>
                  <a:lnTo>
                    <a:pt x="3571504" y="1910656"/>
                  </a:lnTo>
                  <a:lnTo>
                    <a:pt x="3571650" y="1910656"/>
                  </a:lnTo>
                  <a:lnTo>
                    <a:pt x="3571795" y="1910656"/>
                  </a:lnTo>
                  <a:lnTo>
                    <a:pt x="3571940" y="1910656"/>
                  </a:lnTo>
                  <a:lnTo>
                    <a:pt x="3571940" y="1910032"/>
                  </a:lnTo>
                  <a:lnTo>
                    <a:pt x="3572086" y="1910032"/>
                  </a:lnTo>
                  <a:lnTo>
                    <a:pt x="3572231" y="1910032"/>
                  </a:lnTo>
                  <a:lnTo>
                    <a:pt x="3572377" y="1910032"/>
                  </a:lnTo>
                  <a:lnTo>
                    <a:pt x="3572522" y="1910032"/>
                  </a:lnTo>
                  <a:lnTo>
                    <a:pt x="3572668" y="1910032"/>
                  </a:lnTo>
                  <a:lnTo>
                    <a:pt x="3572813" y="1910032"/>
                  </a:lnTo>
                  <a:lnTo>
                    <a:pt x="3572958" y="1910032"/>
                  </a:lnTo>
                  <a:lnTo>
                    <a:pt x="3573104" y="1910032"/>
                  </a:lnTo>
                  <a:lnTo>
                    <a:pt x="3573249" y="1910032"/>
                  </a:lnTo>
                  <a:lnTo>
                    <a:pt x="3573249" y="1909409"/>
                  </a:lnTo>
                  <a:lnTo>
                    <a:pt x="3573395" y="1909409"/>
                  </a:lnTo>
                  <a:lnTo>
                    <a:pt x="3573395" y="1908785"/>
                  </a:lnTo>
                  <a:lnTo>
                    <a:pt x="3573540" y="1908785"/>
                  </a:lnTo>
                  <a:lnTo>
                    <a:pt x="3573686" y="1908785"/>
                  </a:lnTo>
                  <a:lnTo>
                    <a:pt x="3573831" y="1908785"/>
                  </a:lnTo>
                  <a:lnTo>
                    <a:pt x="3573976" y="1908785"/>
                  </a:lnTo>
                  <a:lnTo>
                    <a:pt x="3573976" y="1908161"/>
                  </a:lnTo>
                  <a:lnTo>
                    <a:pt x="3573976" y="1907538"/>
                  </a:lnTo>
                  <a:lnTo>
                    <a:pt x="3574122" y="1907538"/>
                  </a:lnTo>
                  <a:lnTo>
                    <a:pt x="3574267" y="1907538"/>
                  </a:lnTo>
                  <a:lnTo>
                    <a:pt x="3574267" y="1906914"/>
                  </a:lnTo>
                  <a:lnTo>
                    <a:pt x="3574413" y="1906914"/>
                  </a:lnTo>
                  <a:lnTo>
                    <a:pt x="3574558" y="1906914"/>
                  </a:lnTo>
                  <a:lnTo>
                    <a:pt x="3574704" y="1906914"/>
                  </a:lnTo>
                  <a:lnTo>
                    <a:pt x="3574704" y="1906291"/>
                  </a:lnTo>
                  <a:lnTo>
                    <a:pt x="3574849" y="1906291"/>
                  </a:lnTo>
                  <a:lnTo>
                    <a:pt x="3574994" y="1906291"/>
                  </a:lnTo>
                  <a:lnTo>
                    <a:pt x="3574994" y="1905667"/>
                  </a:lnTo>
                  <a:lnTo>
                    <a:pt x="3575140" y="1905667"/>
                  </a:lnTo>
                  <a:lnTo>
                    <a:pt x="3575285" y="1905667"/>
                  </a:lnTo>
                  <a:lnTo>
                    <a:pt x="3575431" y="1905667"/>
                  </a:lnTo>
                  <a:lnTo>
                    <a:pt x="3575576" y="1905667"/>
                  </a:lnTo>
                  <a:lnTo>
                    <a:pt x="3575722" y="1905667"/>
                  </a:lnTo>
                  <a:lnTo>
                    <a:pt x="3575867" y="1905667"/>
                  </a:lnTo>
                  <a:lnTo>
                    <a:pt x="3576012" y="1905667"/>
                  </a:lnTo>
                  <a:lnTo>
                    <a:pt x="3576158" y="1905667"/>
                  </a:lnTo>
                  <a:lnTo>
                    <a:pt x="3576303" y="1905667"/>
                  </a:lnTo>
                  <a:lnTo>
                    <a:pt x="3576449" y="1905667"/>
                  </a:lnTo>
                  <a:lnTo>
                    <a:pt x="3576449" y="1905043"/>
                  </a:lnTo>
                  <a:lnTo>
                    <a:pt x="3576594" y="1905043"/>
                  </a:lnTo>
                  <a:lnTo>
                    <a:pt x="3576740" y="1905043"/>
                  </a:lnTo>
                  <a:lnTo>
                    <a:pt x="3576885" y="1905043"/>
                  </a:lnTo>
                  <a:lnTo>
                    <a:pt x="3577030" y="1905043"/>
                  </a:lnTo>
                  <a:lnTo>
                    <a:pt x="3577176" y="1905043"/>
                  </a:lnTo>
                  <a:lnTo>
                    <a:pt x="3577321" y="1905043"/>
                  </a:lnTo>
                  <a:lnTo>
                    <a:pt x="3577467" y="1905043"/>
                  </a:lnTo>
                  <a:lnTo>
                    <a:pt x="3577612" y="1905043"/>
                  </a:lnTo>
                  <a:lnTo>
                    <a:pt x="3577758" y="1905043"/>
                  </a:lnTo>
                  <a:lnTo>
                    <a:pt x="3577903" y="1905043"/>
                  </a:lnTo>
                  <a:lnTo>
                    <a:pt x="3578048" y="1905043"/>
                  </a:lnTo>
                  <a:lnTo>
                    <a:pt x="3578194" y="1905043"/>
                  </a:lnTo>
                  <a:lnTo>
                    <a:pt x="3578339" y="1905043"/>
                  </a:lnTo>
                  <a:lnTo>
                    <a:pt x="3578485" y="1905043"/>
                  </a:lnTo>
                  <a:lnTo>
                    <a:pt x="3578630" y="1905043"/>
                  </a:lnTo>
                  <a:lnTo>
                    <a:pt x="3578775" y="1905043"/>
                  </a:lnTo>
                  <a:lnTo>
                    <a:pt x="3578921" y="1905043"/>
                  </a:lnTo>
                  <a:lnTo>
                    <a:pt x="3579066" y="1905043"/>
                  </a:lnTo>
                  <a:lnTo>
                    <a:pt x="3579212" y="1905043"/>
                  </a:lnTo>
                  <a:lnTo>
                    <a:pt x="3579357" y="1905043"/>
                  </a:lnTo>
                  <a:lnTo>
                    <a:pt x="3579503" y="1905043"/>
                  </a:lnTo>
                  <a:lnTo>
                    <a:pt x="3579648" y="1905043"/>
                  </a:lnTo>
                  <a:lnTo>
                    <a:pt x="3579793" y="1905043"/>
                  </a:lnTo>
                  <a:lnTo>
                    <a:pt x="3579939" y="1905043"/>
                  </a:lnTo>
                  <a:lnTo>
                    <a:pt x="3580084" y="1905043"/>
                  </a:lnTo>
                  <a:lnTo>
                    <a:pt x="3580230" y="1905043"/>
                  </a:lnTo>
                  <a:lnTo>
                    <a:pt x="3580375" y="1905043"/>
                  </a:lnTo>
                  <a:lnTo>
                    <a:pt x="3580521" y="1905043"/>
                  </a:lnTo>
                  <a:lnTo>
                    <a:pt x="3580666" y="1905043"/>
                  </a:lnTo>
                  <a:lnTo>
                    <a:pt x="3580811" y="1905043"/>
                  </a:lnTo>
                  <a:lnTo>
                    <a:pt x="3580957" y="1905043"/>
                  </a:lnTo>
                  <a:lnTo>
                    <a:pt x="3581102" y="1905043"/>
                  </a:lnTo>
                  <a:lnTo>
                    <a:pt x="3581248" y="1905043"/>
                  </a:lnTo>
                  <a:lnTo>
                    <a:pt x="3581393" y="1905043"/>
                  </a:lnTo>
                  <a:lnTo>
                    <a:pt x="3581539" y="1905043"/>
                  </a:lnTo>
                  <a:lnTo>
                    <a:pt x="3581684" y="1905043"/>
                  </a:lnTo>
                  <a:lnTo>
                    <a:pt x="3581829" y="1905043"/>
                  </a:lnTo>
                  <a:lnTo>
                    <a:pt x="3581975" y="1905043"/>
                  </a:lnTo>
                  <a:lnTo>
                    <a:pt x="3582120" y="1905043"/>
                  </a:lnTo>
                  <a:lnTo>
                    <a:pt x="3582266" y="1905043"/>
                  </a:lnTo>
                  <a:lnTo>
                    <a:pt x="3582411" y="1905043"/>
                  </a:lnTo>
                  <a:lnTo>
                    <a:pt x="3582557" y="1905043"/>
                  </a:lnTo>
                  <a:lnTo>
                    <a:pt x="3582702" y="1905043"/>
                  </a:lnTo>
                  <a:lnTo>
                    <a:pt x="3582847" y="1905043"/>
                  </a:lnTo>
                  <a:lnTo>
                    <a:pt x="3582993" y="1905043"/>
                  </a:lnTo>
                  <a:lnTo>
                    <a:pt x="3583138" y="1905043"/>
                  </a:lnTo>
                  <a:lnTo>
                    <a:pt x="3583284" y="1905043"/>
                  </a:lnTo>
                  <a:lnTo>
                    <a:pt x="3583284" y="1904420"/>
                  </a:lnTo>
                  <a:lnTo>
                    <a:pt x="3583429" y="1904420"/>
                  </a:lnTo>
                  <a:lnTo>
                    <a:pt x="3583575" y="1904420"/>
                  </a:lnTo>
                  <a:lnTo>
                    <a:pt x="3583720" y="1904420"/>
                  </a:lnTo>
                  <a:lnTo>
                    <a:pt x="3583865" y="1904420"/>
                  </a:lnTo>
                  <a:lnTo>
                    <a:pt x="3584011" y="1904420"/>
                  </a:lnTo>
                  <a:lnTo>
                    <a:pt x="3584156" y="1904420"/>
                  </a:lnTo>
                  <a:lnTo>
                    <a:pt x="3584302" y="1904420"/>
                  </a:lnTo>
                  <a:lnTo>
                    <a:pt x="3584447" y="1904420"/>
                  </a:lnTo>
                  <a:lnTo>
                    <a:pt x="3584593" y="1904420"/>
                  </a:lnTo>
                  <a:lnTo>
                    <a:pt x="3584738" y="1904420"/>
                  </a:lnTo>
                  <a:lnTo>
                    <a:pt x="3584738" y="1903796"/>
                  </a:lnTo>
                  <a:lnTo>
                    <a:pt x="3584883" y="1903796"/>
                  </a:lnTo>
                  <a:lnTo>
                    <a:pt x="3584883" y="1903173"/>
                  </a:lnTo>
                  <a:lnTo>
                    <a:pt x="3585029" y="1903173"/>
                  </a:lnTo>
                  <a:lnTo>
                    <a:pt x="3585174" y="1903173"/>
                  </a:lnTo>
                  <a:lnTo>
                    <a:pt x="3585320" y="1903173"/>
                  </a:lnTo>
                  <a:lnTo>
                    <a:pt x="3585465" y="1903173"/>
                  </a:lnTo>
                  <a:lnTo>
                    <a:pt x="3585610" y="1903173"/>
                  </a:lnTo>
                  <a:lnTo>
                    <a:pt x="3585756" y="1903173"/>
                  </a:lnTo>
                  <a:lnTo>
                    <a:pt x="3585901" y="1903173"/>
                  </a:lnTo>
                  <a:lnTo>
                    <a:pt x="3586047" y="1903173"/>
                  </a:lnTo>
                  <a:lnTo>
                    <a:pt x="3586192" y="1903173"/>
                  </a:lnTo>
                  <a:lnTo>
                    <a:pt x="3586338" y="1903173"/>
                  </a:lnTo>
                  <a:lnTo>
                    <a:pt x="3586483" y="1903173"/>
                  </a:lnTo>
                  <a:lnTo>
                    <a:pt x="3586483" y="1902549"/>
                  </a:lnTo>
                  <a:lnTo>
                    <a:pt x="3586628" y="1902549"/>
                  </a:lnTo>
                  <a:lnTo>
                    <a:pt x="3586774" y="1902549"/>
                  </a:lnTo>
                  <a:lnTo>
                    <a:pt x="3586919" y="1902549"/>
                  </a:lnTo>
                  <a:lnTo>
                    <a:pt x="3586919" y="1901926"/>
                  </a:lnTo>
                  <a:lnTo>
                    <a:pt x="3586919" y="1901302"/>
                  </a:lnTo>
                  <a:lnTo>
                    <a:pt x="3587065" y="1901302"/>
                  </a:lnTo>
                  <a:lnTo>
                    <a:pt x="3587210" y="1901302"/>
                  </a:lnTo>
                  <a:lnTo>
                    <a:pt x="3587210" y="1900678"/>
                  </a:lnTo>
                  <a:lnTo>
                    <a:pt x="3587356" y="1900678"/>
                  </a:lnTo>
                  <a:lnTo>
                    <a:pt x="3587501" y="1900678"/>
                  </a:lnTo>
                  <a:lnTo>
                    <a:pt x="3587646" y="1900678"/>
                  </a:lnTo>
                  <a:lnTo>
                    <a:pt x="3587792" y="1900678"/>
                  </a:lnTo>
                  <a:lnTo>
                    <a:pt x="3587937" y="1900678"/>
                  </a:lnTo>
                  <a:lnTo>
                    <a:pt x="3588083" y="1900678"/>
                  </a:lnTo>
                  <a:lnTo>
                    <a:pt x="3588228" y="1900678"/>
                  </a:lnTo>
                  <a:lnTo>
                    <a:pt x="3588374" y="1900678"/>
                  </a:lnTo>
                  <a:lnTo>
                    <a:pt x="3588519" y="1900678"/>
                  </a:lnTo>
                  <a:lnTo>
                    <a:pt x="3588519" y="1900055"/>
                  </a:lnTo>
                  <a:lnTo>
                    <a:pt x="3588664" y="1900055"/>
                  </a:lnTo>
                  <a:lnTo>
                    <a:pt x="3588810" y="1900055"/>
                  </a:lnTo>
                  <a:lnTo>
                    <a:pt x="3588810" y="1899431"/>
                  </a:lnTo>
                  <a:lnTo>
                    <a:pt x="3588955" y="1899431"/>
                  </a:lnTo>
                  <a:lnTo>
                    <a:pt x="3589101" y="1899431"/>
                  </a:lnTo>
                  <a:lnTo>
                    <a:pt x="3589246" y="1899431"/>
                  </a:lnTo>
                  <a:lnTo>
                    <a:pt x="3589392" y="1899431"/>
                  </a:lnTo>
                  <a:lnTo>
                    <a:pt x="3589537" y="1899431"/>
                  </a:lnTo>
                  <a:lnTo>
                    <a:pt x="3589682" y="1899431"/>
                  </a:lnTo>
                  <a:lnTo>
                    <a:pt x="3589828" y="1899431"/>
                  </a:lnTo>
                  <a:lnTo>
                    <a:pt x="3589973" y="1899431"/>
                  </a:lnTo>
                  <a:lnTo>
                    <a:pt x="3590119" y="1899431"/>
                  </a:lnTo>
                  <a:lnTo>
                    <a:pt x="3590264" y="1899431"/>
                  </a:lnTo>
                  <a:lnTo>
                    <a:pt x="3590410" y="1899431"/>
                  </a:lnTo>
                  <a:lnTo>
                    <a:pt x="3590555" y="1899431"/>
                  </a:lnTo>
                  <a:lnTo>
                    <a:pt x="3590700" y="1899431"/>
                  </a:lnTo>
                  <a:lnTo>
                    <a:pt x="3590700" y="1898808"/>
                  </a:lnTo>
                  <a:lnTo>
                    <a:pt x="3590846" y="1898808"/>
                  </a:lnTo>
                  <a:lnTo>
                    <a:pt x="3590846" y="1898184"/>
                  </a:lnTo>
                  <a:lnTo>
                    <a:pt x="3590991" y="1898184"/>
                  </a:lnTo>
                  <a:lnTo>
                    <a:pt x="3591137" y="1898184"/>
                  </a:lnTo>
                  <a:lnTo>
                    <a:pt x="3591137" y="1897560"/>
                  </a:lnTo>
                  <a:lnTo>
                    <a:pt x="3591137" y="1896937"/>
                  </a:lnTo>
                  <a:lnTo>
                    <a:pt x="3591282" y="1896937"/>
                  </a:lnTo>
                  <a:lnTo>
                    <a:pt x="3591428" y="1896937"/>
                  </a:lnTo>
                  <a:lnTo>
                    <a:pt x="3591573" y="1896937"/>
                  </a:lnTo>
                  <a:lnTo>
                    <a:pt x="3591573" y="1896313"/>
                  </a:lnTo>
                  <a:lnTo>
                    <a:pt x="3591718" y="1896313"/>
                  </a:lnTo>
                  <a:lnTo>
                    <a:pt x="3591864" y="1896313"/>
                  </a:lnTo>
                  <a:lnTo>
                    <a:pt x="3592009" y="1896313"/>
                  </a:lnTo>
                  <a:lnTo>
                    <a:pt x="3592155" y="1896313"/>
                  </a:lnTo>
                  <a:lnTo>
                    <a:pt x="3592300" y="1896313"/>
                  </a:lnTo>
                  <a:lnTo>
                    <a:pt x="3592445" y="1896313"/>
                  </a:lnTo>
                  <a:lnTo>
                    <a:pt x="3592591" y="1896313"/>
                  </a:lnTo>
                  <a:lnTo>
                    <a:pt x="3592591" y="1895690"/>
                  </a:lnTo>
                  <a:lnTo>
                    <a:pt x="3592591" y="1895066"/>
                  </a:lnTo>
                  <a:lnTo>
                    <a:pt x="3592591" y="1894443"/>
                  </a:lnTo>
                  <a:lnTo>
                    <a:pt x="3592736" y="1894443"/>
                  </a:lnTo>
                  <a:lnTo>
                    <a:pt x="3592882" y="1894443"/>
                  </a:lnTo>
                  <a:lnTo>
                    <a:pt x="3593027" y="1894443"/>
                  </a:lnTo>
                  <a:lnTo>
                    <a:pt x="3593173" y="1894443"/>
                  </a:lnTo>
                  <a:lnTo>
                    <a:pt x="3593318" y="1894443"/>
                  </a:lnTo>
                  <a:lnTo>
                    <a:pt x="3593463" y="1894443"/>
                  </a:lnTo>
                  <a:lnTo>
                    <a:pt x="3593609" y="1894443"/>
                  </a:lnTo>
                  <a:lnTo>
                    <a:pt x="3593609" y="1893819"/>
                  </a:lnTo>
                  <a:lnTo>
                    <a:pt x="3593754" y="1893819"/>
                  </a:lnTo>
                  <a:lnTo>
                    <a:pt x="3593900" y="1893819"/>
                  </a:lnTo>
                  <a:lnTo>
                    <a:pt x="3594045" y="1893819"/>
                  </a:lnTo>
                  <a:lnTo>
                    <a:pt x="3594045" y="1893195"/>
                  </a:lnTo>
                  <a:lnTo>
                    <a:pt x="3594191" y="1893195"/>
                  </a:lnTo>
                  <a:lnTo>
                    <a:pt x="3594191" y="1892572"/>
                  </a:lnTo>
                  <a:lnTo>
                    <a:pt x="3594191" y="1891948"/>
                  </a:lnTo>
                  <a:lnTo>
                    <a:pt x="3594336" y="1891948"/>
                  </a:lnTo>
                  <a:lnTo>
                    <a:pt x="3594481" y="1891948"/>
                  </a:lnTo>
                  <a:lnTo>
                    <a:pt x="3594627" y="1891948"/>
                  </a:lnTo>
                  <a:lnTo>
                    <a:pt x="3594772" y="1891948"/>
                  </a:lnTo>
                  <a:lnTo>
                    <a:pt x="3594772" y="1891325"/>
                  </a:lnTo>
                  <a:lnTo>
                    <a:pt x="3594918" y="1891325"/>
                  </a:lnTo>
                  <a:lnTo>
                    <a:pt x="3595063" y="1891325"/>
                  </a:lnTo>
                  <a:lnTo>
                    <a:pt x="3595209" y="1891325"/>
                  </a:lnTo>
                  <a:lnTo>
                    <a:pt x="3595354" y="1891325"/>
                  </a:lnTo>
                  <a:lnTo>
                    <a:pt x="3595499" y="1891325"/>
                  </a:lnTo>
                  <a:lnTo>
                    <a:pt x="3595645" y="1891325"/>
                  </a:lnTo>
                  <a:lnTo>
                    <a:pt x="3595790" y="1891325"/>
                  </a:lnTo>
                  <a:lnTo>
                    <a:pt x="3595936" y="1891325"/>
                  </a:lnTo>
                  <a:lnTo>
                    <a:pt x="3596081" y="1891325"/>
                  </a:lnTo>
                  <a:lnTo>
                    <a:pt x="3596081" y="1890701"/>
                  </a:lnTo>
                  <a:lnTo>
                    <a:pt x="3596227" y="1890701"/>
                  </a:lnTo>
                  <a:lnTo>
                    <a:pt x="3596372" y="1890701"/>
                  </a:lnTo>
                  <a:lnTo>
                    <a:pt x="3596517" y="1890701"/>
                  </a:lnTo>
                  <a:lnTo>
                    <a:pt x="3596663" y="1890701"/>
                  </a:lnTo>
                  <a:lnTo>
                    <a:pt x="3596808" y="1890701"/>
                  </a:lnTo>
                  <a:lnTo>
                    <a:pt x="3596954" y="1890701"/>
                  </a:lnTo>
                  <a:lnTo>
                    <a:pt x="3597099" y="1890701"/>
                  </a:lnTo>
                  <a:lnTo>
                    <a:pt x="3597245" y="1890701"/>
                  </a:lnTo>
                  <a:lnTo>
                    <a:pt x="3597390" y="1890701"/>
                  </a:lnTo>
                  <a:lnTo>
                    <a:pt x="3597535" y="1890701"/>
                  </a:lnTo>
                  <a:lnTo>
                    <a:pt x="3597681" y="1890701"/>
                  </a:lnTo>
                  <a:lnTo>
                    <a:pt x="3597681" y="1890078"/>
                  </a:lnTo>
                  <a:lnTo>
                    <a:pt x="3597826" y="1890078"/>
                  </a:lnTo>
                  <a:lnTo>
                    <a:pt x="3597972" y="1890078"/>
                  </a:lnTo>
                  <a:lnTo>
                    <a:pt x="3598117" y="1890078"/>
                  </a:lnTo>
                  <a:lnTo>
                    <a:pt x="3598263" y="1890078"/>
                  </a:lnTo>
                  <a:lnTo>
                    <a:pt x="3598408" y="1890078"/>
                  </a:lnTo>
                  <a:lnTo>
                    <a:pt x="3598553" y="1890078"/>
                  </a:lnTo>
                  <a:lnTo>
                    <a:pt x="3598699" y="1890078"/>
                  </a:lnTo>
                  <a:lnTo>
                    <a:pt x="3598699" y="1889454"/>
                  </a:lnTo>
                  <a:lnTo>
                    <a:pt x="3598699" y="1888830"/>
                  </a:lnTo>
                  <a:lnTo>
                    <a:pt x="3598699" y="1888207"/>
                  </a:lnTo>
                  <a:lnTo>
                    <a:pt x="3598844" y="1888207"/>
                  </a:lnTo>
                  <a:lnTo>
                    <a:pt x="3598990" y="1888207"/>
                  </a:lnTo>
                  <a:lnTo>
                    <a:pt x="3599135" y="1888207"/>
                  </a:lnTo>
                  <a:lnTo>
                    <a:pt x="3599280" y="1888207"/>
                  </a:lnTo>
                  <a:lnTo>
                    <a:pt x="3599426" y="1888207"/>
                  </a:lnTo>
                  <a:lnTo>
                    <a:pt x="3599426" y="1887583"/>
                  </a:lnTo>
                  <a:lnTo>
                    <a:pt x="3599571" y="1887583"/>
                  </a:lnTo>
                  <a:lnTo>
                    <a:pt x="3599571" y="1886960"/>
                  </a:lnTo>
                  <a:lnTo>
                    <a:pt x="3599717" y="1886960"/>
                  </a:lnTo>
                  <a:lnTo>
                    <a:pt x="3599862" y="1886960"/>
                  </a:lnTo>
                  <a:lnTo>
                    <a:pt x="3600008" y="1886960"/>
                  </a:lnTo>
                  <a:lnTo>
                    <a:pt x="3600153" y="1886960"/>
                  </a:lnTo>
                  <a:lnTo>
                    <a:pt x="3600298" y="1886960"/>
                  </a:lnTo>
                  <a:lnTo>
                    <a:pt x="3600444" y="1886960"/>
                  </a:lnTo>
                  <a:lnTo>
                    <a:pt x="3600589" y="1886960"/>
                  </a:lnTo>
                  <a:lnTo>
                    <a:pt x="3600735" y="1886960"/>
                  </a:lnTo>
                  <a:lnTo>
                    <a:pt x="3600880" y="1886960"/>
                  </a:lnTo>
                  <a:lnTo>
                    <a:pt x="3601026" y="1886960"/>
                  </a:lnTo>
                  <a:lnTo>
                    <a:pt x="3601171" y="1886960"/>
                  </a:lnTo>
                  <a:lnTo>
                    <a:pt x="3601316" y="1886960"/>
                  </a:lnTo>
                  <a:lnTo>
                    <a:pt x="3601462" y="1886960"/>
                  </a:lnTo>
                  <a:lnTo>
                    <a:pt x="3601607" y="1886960"/>
                  </a:lnTo>
                  <a:lnTo>
                    <a:pt x="3601753" y="1886960"/>
                  </a:lnTo>
                  <a:lnTo>
                    <a:pt x="3601898" y="1886960"/>
                  </a:lnTo>
                  <a:lnTo>
                    <a:pt x="3602044" y="1886960"/>
                  </a:lnTo>
                  <a:lnTo>
                    <a:pt x="3602044" y="1886336"/>
                  </a:lnTo>
                  <a:lnTo>
                    <a:pt x="3602189" y="1886336"/>
                  </a:lnTo>
                  <a:lnTo>
                    <a:pt x="3602334" y="1886336"/>
                  </a:lnTo>
                  <a:lnTo>
                    <a:pt x="3602480" y="1886336"/>
                  </a:lnTo>
                  <a:lnTo>
                    <a:pt x="3602480" y="1885712"/>
                  </a:lnTo>
                  <a:lnTo>
                    <a:pt x="3602625" y="1885712"/>
                  </a:lnTo>
                  <a:lnTo>
                    <a:pt x="3602771" y="1885712"/>
                  </a:lnTo>
                  <a:lnTo>
                    <a:pt x="3602916" y="1885712"/>
                  </a:lnTo>
                  <a:lnTo>
                    <a:pt x="3603062" y="1885712"/>
                  </a:lnTo>
                  <a:lnTo>
                    <a:pt x="3603062" y="1885089"/>
                  </a:lnTo>
                  <a:lnTo>
                    <a:pt x="3603207" y="1885089"/>
                  </a:lnTo>
                  <a:lnTo>
                    <a:pt x="3603352" y="1885089"/>
                  </a:lnTo>
                  <a:lnTo>
                    <a:pt x="3603498" y="1885089"/>
                  </a:lnTo>
                  <a:lnTo>
                    <a:pt x="3603643" y="1885089"/>
                  </a:lnTo>
                  <a:lnTo>
                    <a:pt x="3603789" y="1885089"/>
                  </a:lnTo>
                  <a:lnTo>
                    <a:pt x="3603934" y="1885089"/>
                  </a:lnTo>
                  <a:lnTo>
                    <a:pt x="3604080" y="1885089"/>
                  </a:lnTo>
                  <a:lnTo>
                    <a:pt x="3604225" y="1885089"/>
                  </a:lnTo>
                  <a:lnTo>
                    <a:pt x="3604370" y="1885089"/>
                  </a:lnTo>
                  <a:lnTo>
                    <a:pt x="3604516" y="1885089"/>
                  </a:lnTo>
                  <a:lnTo>
                    <a:pt x="3604661" y="1885089"/>
                  </a:lnTo>
                  <a:lnTo>
                    <a:pt x="3604807" y="1885089"/>
                  </a:lnTo>
                  <a:lnTo>
                    <a:pt x="3604952" y="1885089"/>
                  </a:lnTo>
                  <a:lnTo>
                    <a:pt x="3605098" y="1885089"/>
                  </a:lnTo>
                  <a:lnTo>
                    <a:pt x="3605243" y="1885089"/>
                  </a:lnTo>
                  <a:lnTo>
                    <a:pt x="3605388" y="1885089"/>
                  </a:lnTo>
                  <a:lnTo>
                    <a:pt x="3605534" y="1885089"/>
                  </a:lnTo>
                  <a:lnTo>
                    <a:pt x="3605679" y="1885089"/>
                  </a:lnTo>
                  <a:lnTo>
                    <a:pt x="3605825" y="1885089"/>
                  </a:lnTo>
                  <a:lnTo>
                    <a:pt x="3605970" y="1885089"/>
                  </a:lnTo>
                  <a:lnTo>
                    <a:pt x="3606115" y="1885089"/>
                  </a:lnTo>
                  <a:lnTo>
                    <a:pt x="3606261" y="1885089"/>
                  </a:lnTo>
                  <a:lnTo>
                    <a:pt x="3606406" y="1885089"/>
                  </a:lnTo>
                  <a:lnTo>
                    <a:pt x="3606552" y="1885089"/>
                  </a:lnTo>
                  <a:lnTo>
                    <a:pt x="3606697" y="1885089"/>
                  </a:lnTo>
                  <a:lnTo>
                    <a:pt x="3606843" y="1885089"/>
                  </a:lnTo>
                  <a:lnTo>
                    <a:pt x="3606988" y="1885089"/>
                  </a:lnTo>
                  <a:lnTo>
                    <a:pt x="3607133" y="1885089"/>
                  </a:lnTo>
                  <a:lnTo>
                    <a:pt x="3607279" y="1885089"/>
                  </a:lnTo>
                  <a:lnTo>
                    <a:pt x="3607279" y="1884465"/>
                  </a:lnTo>
                  <a:lnTo>
                    <a:pt x="3607424" y="1884465"/>
                  </a:lnTo>
                  <a:lnTo>
                    <a:pt x="3607570" y="1884465"/>
                  </a:lnTo>
                  <a:lnTo>
                    <a:pt x="3607715" y="1884465"/>
                  </a:lnTo>
                  <a:lnTo>
                    <a:pt x="3607861" y="1884465"/>
                  </a:lnTo>
                  <a:lnTo>
                    <a:pt x="3607861" y="1883842"/>
                  </a:lnTo>
                  <a:lnTo>
                    <a:pt x="3608006" y="1883842"/>
                  </a:lnTo>
                  <a:lnTo>
                    <a:pt x="3608151" y="1883842"/>
                  </a:lnTo>
                  <a:lnTo>
                    <a:pt x="3608297" y="1883842"/>
                  </a:lnTo>
                  <a:lnTo>
                    <a:pt x="3608442" y="1883842"/>
                  </a:lnTo>
                  <a:lnTo>
                    <a:pt x="3608588" y="1883842"/>
                  </a:lnTo>
                  <a:lnTo>
                    <a:pt x="3608733" y="1883842"/>
                  </a:lnTo>
                  <a:lnTo>
                    <a:pt x="3608879" y="1883842"/>
                  </a:lnTo>
                  <a:lnTo>
                    <a:pt x="3609024" y="1883842"/>
                  </a:lnTo>
                  <a:lnTo>
                    <a:pt x="3609169" y="1883842"/>
                  </a:lnTo>
                  <a:lnTo>
                    <a:pt x="3609315" y="1883842"/>
                  </a:lnTo>
                  <a:lnTo>
                    <a:pt x="3609460" y="1883842"/>
                  </a:lnTo>
                  <a:lnTo>
                    <a:pt x="3609606" y="1883842"/>
                  </a:lnTo>
                  <a:lnTo>
                    <a:pt x="3609751" y="1883842"/>
                  </a:lnTo>
                  <a:lnTo>
                    <a:pt x="3609897" y="1883842"/>
                  </a:lnTo>
                  <a:lnTo>
                    <a:pt x="3610042" y="1883842"/>
                  </a:lnTo>
                  <a:lnTo>
                    <a:pt x="3610187" y="1883842"/>
                  </a:lnTo>
                  <a:lnTo>
                    <a:pt x="3610333" y="1883842"/>
                  </a:lnTo>
                  <a:lnTo>
                    <a:pt x="3610478" y="1883842"/>
                  </a:lnTo>
                  <a:lnTo>
                    <a:pt x="3610624" y="1883842"/>
                  </a:lnTo>
                  <a:lnTo>
                    <a:pt x="3610769" y="1883842"/>
                  </a:lnTo>
                  <a:lnTo>
                    <a:pt x="3610915" y="1883842"/>
                  </a:lnTo>
                  <a:lnTo>
                    <a:pt x="3611060" y="1883842"/>
                  </a:lnTo>
                  <a:lnTo>
                    <a:pt x="3611205" y="1883842"/>
                  </a:lnTo>
                  <a:lnTo>
                    <a:pt x="3611351" y="1883842"/>
                  </a:lnTo>
                  <a:lnTo>
                    <a:pt x="3611496" y="1883842"/>
                  </a:lnTo>
                  <a:lnTo>
                    <a:pt x="3611496" y="1883218"/>
                  </a:lnTo>
                  <a:lnTo>
                    <a:pt x="3611642" y="1883218"/>
                  </a:lnTo>
                  <a:lnTo>
                    <a:pt x="3611787" y="1883218"/>
                  </a:lnTo>
                  <a:lnTo>
                    <a:pt x="3611933" y="1883218"/>
                  </a:lnTo>
                  <a:lnTo>
                    <a:pt x="3611933" y="1882595"/>
                  </a:lnTo>
                  <a:lnTo>
                    <a:pt x="3612078" y="1882595"/>
                  </a:lnTo>
                  <a:lnTo>
                    <a:pt x="3612078" y="1881971"/>
                  </a:lnTo>
                  <a:lnTo>
                    <a:pt x="3612078" y="1881347"/>
                  </a:lnTo>
                  <a:lnTo>
                    <a:pt x="3612223" y="1881347"/>
                  </a:lnTo>
                  <a:lnTo>
                    <a:pt x="3612369" y="1881347"/>
                  </a:lnTo>
                  <a:lnTo>
                    <a:pt x="3612514" y="1881347"/>
                  </a:lnTo>
                  <a:lnTo>
                    <a:pt x="3612514" y="1880724"/>
                  </a:lnTo>
                  <a:lnTo>
                    <a:pt x="3612660" y="1880724"/>
                  </a:lnTo>
                  <a:lnTo>
                    <a:pt x="3612805" y="1880724"/>
                  </a:lnTo>
                  <a:lnTo>
                    <a:pt x="3612950" y="1880724"/>
                  </a:lnTo>
                  <a:lnTo>
                    <a:pt x="3613096" y="1880724"/>
                  </a:lnTo>
                  <a:lnTo>
                    <a:pt x="3613241" y="1880724"/>
                  </a:lnTo>
                  <a:lnTo>
                    <a:pt x="3613387" y="1880724"/>
                  </a:lnTo>
                  <a:lnTo>
                    <a:pt x="3613387" y="1880100"/>
                  </a:lnTo>
                  <a:lnTo>
                    <a:pt x="3613532" y="1880100"/>
                  </a:lnTo>
                  <a:lnTo>
                    <a:pt x="3613678" y="1880100"/>
                  </a:lnTo>
                  <a:lnTo>
                    <a:pt x="3613678" y="1879477"/>
                  </a:lnTo>
                  <a:lnTo>
                    <a:pt x="3613823" y="1879477"/>
                  </a:lnTo>
                  <a:lnTo>
                    <a:pt x="3613968" y="1879477"/>
                  </a:lnTo>
                  <a:lnTo>
                    <a:pt x="3614114" y="1879477"/>
                  </a:lnTo>
                  <a:lnTo>
                    <a:pt x="3614259" y="1879477"/>
                  </a:lnTo>
                  <a:lnTo>
                    <a:pt x="3614405" y="1879477"/>
                  </a:lnTo>
                  <a:lnTo>
                    <a:pt x="3614405" y="1878853"/>
                  </a:lnTo>
                  <a:lnTo>
                    <a:pt x="3614550" y="1878853"/>
                  </a:lnTo>
                  <a:lnTo>
                    <a:pt x="3614696" y="1878853"/>
                  </a:lnTo>
                  <a:lnTo>
                    <a:pt x="3614841" y="1878853"/>
                  </a:lnTo>
                  <a:lnTo>
                    <a:pt x="3614986" y="1878853"/>
                  </a:lnTo>
                  <a:lnTo>
                    <a:pt x="3615132" y="1878853"/>
                  </a:lnTo>
                  <a:lnTo>
                    <a:pt x="3615277" y="1878853"/>
                  </a:lnTo>
                  <a:lnTo>
                    <a:pt x="3615423" y="1878853"/>
                  </a:lnTo>
                  <a:lnTo>
                    <a:pt x="3615568" y="1878853"/>
                  </a:lnTo>
                  <a:lnTo>
                    <a:pt x="3615714" y="1878853"/>
                  </a:lnTo>
                  <a:lnTo>
                    <a:pt x="3615859" y="1878853"/>
                  </a:lnTo>
                  <a:lnTo>
                    <a:pt x="3616004" y="1878853"/>
                  </a:lnTo>
                  <a:lnTo>
                    <a:pt x="3616150" y="1878853"/>
                  </a:lnTo>
                  <a:lnTo>
                    <a:pt x="3616150" y="1878229"/>
                  </a:lnTo>
                  <a:lnTo>
                    <a:pt x="3616295" y="1878229"/>
                  </a:lnTo>
                  <a:lnTo>
                    <a:pt x="3616441" y="1878229"/>
                  </a:lnTo>
                  <a:lnTo>
                    <a:pt x="3616586" y="1878229"/>
                  </a:lnTo>
                  <a:lnTo>
                    <a:pt x="3616732" y="1878229"/>
                  </a:lnTo>
                  <a:lnTo>
                    <a:pt x="3616877" y="1878229"/>
                  </a:lnTo>
                  <a:lnTo>
                    <a:pt x="3617022" y="1878229"/>
                  </a:lnTo>
                  <a:lnTo>
                    <a:pt x="3617168" y="1878229"/>
                  </a:lnTo>
                  <a:lnTo>
                    <a:pt x="3617168" y="1877606"/>
                  </a:lnTo>
                  <a:lnTo>
                    <a:pt x="3617313" y="1877606"/>
                  </a:lnTo>
                  <a:lnTo>
                    <a:pt x="3617313" y="1876982"/>
                  </a:lnTo>
                  <a:lnTo>
                    <a:pt x="3617459" y="1876982"/>
                  </a:lnTo>
                  <a:lnTo>
                    <a:pt x="3617604" y="1876982"/>
                  </a:lnTo>
                  <a:lnTo>
                    <a:pt x="3617750" y="1876982"/>
                  </a:lnTo>
                  <a:lnTo>
                    <a:pt x="3617895" y="1876982"/>
                  </a:lnTo>
                  <a:lnTo>
                    <a:pt x="3618040" y="1876982"/>
                  </a:lnTo>
                  <a:lnTo>
                    <a:pt x="3618186" y="1876982"/>
                  </a:lnTo>
                  <a:lnTo>
                    <a:pt x="3618331" y="1876982"/>
                  </a:lnTo>
                  <a:lnTo>
                    <a:pt x="3618477" y="1876982"/>
                  </a:lnTo>
                  <a:lnTo>
                    <a:pt x="3618622" y="1876982"/>
                  </a:lnTo>
                  <a:lnTo>
                    <a:pt x="3618768" y="1876982"/>
                  </a:lnTo>
                  <a:lnTo>
                    <a:pt x="3618913" y="1876982"/>
                  </a:lnTo>
                  <a:lnTo>
                    <a:pt x="3619058" y="1876982"/>
                  </a:lnTo>
                  <a:lnTo>
                    <a:pt x="3619204" y="1876982"/>
                  </a:lnTo>
                  <a:lnTo>
                    <a:pt x="3619204" y="1876359"/>
                  </a:lnTo>
                  <a:lnTo>
                    <a:pt x="3619349" y="1876359"/>
                  </a:lnTo>
                  <a:lnTo>
                    <a:pt x="3619495" y="1876359"/>
                  </a:lnTo>
                  <a:lnTo>
                    <a:pt x="3619640" y="1876359"/>
                  </a:lnTo>
                  <a:lnTo>
                    <a:pt x="3619785" y="1876359"/>
                  </a:lnTo>
                  <a:lnTo>
                    <a:pt x="3619931" y="1876359"/>
                  </a:lnTo>
                  <a:lnTo>
                    <a:pt x="3620076" y="1876359"/>
                  </a:lnTo>
                  <a:lnTo>
                    <a:pt x="3620076" y="1875735"/>
                  </a:lnTo>
                  <a:lnTo>
                    <a:pt x="3620076" y="1875112"/>
                  </a:lnTo>
                  <a:lnTo>
                    <a:pt x="3620076" y="1874488"/>
                  </a:lnTo>
                  <a:lnTo>
                    <a:pt x="3620222" y="1874488"/>
                  </a:lnTo>
                  <a:lnTo>
                    <a:pt x="3620367" y="1874488"/>
                  </a:lnTo>
                  <a:lnTo>
                    <a:pt x="3620367" y="1873864"/>
                  </a:lnTo>
                  <a:lnTo>
                    <a:pt x="3620513" y="1873864"/>
                  </a:lnTo>
                  <a:lnTo>
                    <a:pt x="3620658" y="1873864"/>
                  </a:lnTo>
                  <a:lnTo>
                    <a:pt x="3620803" y="1873864"/>
                  </a:lnTo>
                  <a:lnTo>
                    <a:pt x="3620949" y="1873864"/>
                  </a:lnTo>
                  <a:lnTo>
                    <a:pt x="3621094" y="1873864"/>
                  </a:lnTo>
                  <a:lnTo>
                    <a:pt x="3621240" y="1873864"/>
                  </a:lnTo>
                  <a:lnTo>
                    <a:pt x="3621385" y="1873864"/>
                  </a:lnTo>
                  <a:lnTo>
                    <a:pt x="3621531" y="1873864"/>
                  </a:lnTo>
                  <a:lnTo>
                    <a:pt x="3621676" y="1873864"/>
                  </a:lnTo>
                  <a:lnTo>
                    <a:pt x="3621676" y="1873241"/>
                  </a:lnTo>
                  <a:lnTo>
                    <a:pt x="3621821" y="1873241"/>
                  </a:lnTo>
                  <a:lnTo>
                    <a:pt x="3621967" y="1873241"/>
                  </a:lnTo>
                  <a:lnTo>
                    <a:pt x="3622112" y="1873241"/>
                  </a:lnTo>
                  <a:lnTo>
                    <a:pt x="3622258" y="1873241"/>
                  </a:lnTo>
                  <a:lnTo>
                    <a:pt x="3622403" y="1873241"/>
                  </a:lnTo>
                  <a:lnTo>
                    <a:pt x="3622403" y="1872617"/>
                  </a:lnTo>
                  <a:lnTo>
                    <a:pt x="3622549" y="1872617"/>
                  </a:lnTo>
                  <a:lnTo>
                    <a:pt x="3622694" y="1872617"/>
                  </a:lnTo>
                  <a:lnTo>
                    <a:pt x="3622839" y="1872617"/>
                  </a:lnTo>
                  <a:lnTo>
                    <a:pt x="3622985" y="1872617"/>
                  </a:lnTo>
                  <a:lnTo>
                    <a:pt x="3622985" y="1871994"/>
                  </a:lnTo>
                  <a:lnTo>
                    <a:pt x="3623130" y="1871994"/>
                  </a:lnTo>
                  <a:lnTo>
                    <a:pt x="3623276" y="1871994"/>
                  </a:lnTo>
                  <a:lnTo>
                    <a:pt x="3623421" y="1871994"/>
                  </a:lnTo>
                  <a:lnTo>
                    <a:pt x="3623567" y="1871994"/>
                  </a:lnTo>
                  <a:lnTo>
                    <a:pt x="3623712" y="1871994"/>
                  </a:lnTo>
                  <a:lnTo>
                    <a:pt x="3623712" y="1871370"/>
                  </a:lnTo>
                  <a:lnTo>
                    <a:pt x="3623857" y="1871370"/>
                  </a:lnTo>
                  <a:lnTo>
                    <a:pt x="3624003" y="1871370"/>
                  </a:lnTo>
                  <a:lnTo>
                    <a:pt x="3624148" y="1871370"/>
                  </a:lnTo>
                  <a:lnTo>
                    <a:pt x="3624294" y="1871370"/>
                  </a:lnTo>
                  <a:lnTo>
                    <a:pt x="3624294" y="1870746"/>
                  </a:lnTo>
                  <a:lnTo>
                    <a:pt x="3624294" y="1870123"/>
                  </a:lnTo>
                  <a:lnTo>
                    <a:pt x="3624439" y="1870123"/>
                  </a:lnTo>
                  <a:lnTo>
                    <a:pt x="3624585" y="1870123"/>
                  </a:lnTo>
                  <a:lnTo>
                    <a:pt x="3624730" y="1870123"/>
                  </a:lnTo>
                  <a:lnTo>
                    <a:pt x="3624730" y="1869499"/>
                  </a:lnTo>
                  <a:lnTo>
                    <a:pt x="3624875" y="1869499"/>
                  </a:lnTo>
                  <a:lnTo>
                    <a:pt x="3625021" y="1869499"/>
                  </a:lnTo>
                  <a:lnTo>
                    <a:pt x="3625166" y="1869499"/>
                  </a:lnTo>
                  <a:lnTo>
                    <a:pt x="3625312" y="1869499"/>
                  </a:lnTo>
                  <a:lnTo>
                    <a:pt x="3625457" y="1869499"/>
                  </a:lnTo>
                  <a:lnTo>
                    <a:pt x="3625457" y="1868876"/>
                  </a:lnTo>
                  <a:lnTo>
                    <a:pt x="3625603" y="1868876"/>
                  </a:lnTo>
                  <a:lnTo>
                    <a:pt x="3625748" y="1868876"/>
                  </a:lnTo>
                  <a:lnTo>
                    <a:pt x="3625893" y="1868876"/>
                  </a:lnTo>
                  <a:lnTo>
                    <a:pt x="3626039" y="1868876"/>
                  </a:lnTo>
                  <a:lnTo>
                    <a:pt x="3626039" y="1868252"/>
                  </a:lnTo>
                  <a:lnTo>
                    <a:pt x="3626184" y="1868252"/>
                  </a:lnTo>
                  <a:lnTo>
                    <a:pt x="3626330" y="1868252"/>
                  </a:lnTo>
                  <a:lnTo>
                    <a:pt x="3626475" y="1868252"/>
                  </a:lnTo>
                  <a:lnTo>
                    <a:pt x="3626620" y="1868252"/>
                  </a:lnTo>
                  <a:lnTo>
                    <a:pt x="3626766" y="1868252"/>
                  </a:lnTo>
                  <a:lnTo>
                    <a:pt x="3626911" y="1868252"/>
                  </a:lnTo>
                  <a:lnTo>
                    <a:pt x="3627057" y="1868252"/>
                  </a:lnTo>
                  <a:lnTo>
                    <a:pt x="3627202" y="1868252"/>
                  </a:lnTo>
                  <a:lnTo>
                    <a:pt x="3627348" y="1868252"/>
                  </a:lnTo>
                  <a:lnTo>
                    <a:pt x="3627493" y="1868252"/>
                  </a:lnTo>
                  <a:lnTo>
                    <a:pt x="3627638" y="1868252"/>
                  </a:lnTo>
                  <a:lnTo>
                    <a:pt x="3627784" y="1868252"/>
                  </a:lnTo>
                  <a:lnTo>
                    <a:pt x="3627929" y="1868252"/>
                  </a:lnTo>
                  <a:lnTo>
                    <a:pt x="3628075" y="1868252"/>
                  </a:lnTo>
                  <a:lnTo>
                    <a:pt x="3628075" y="1867629"/>
                  </a:lnTo>
                  <a:lnTo>
                    <a:pt x="3628220" y="1867629"/>
                  </a:lnTo>
                  <a:lnTo>
                    <a:pt x="3628366" y="1867629"/>
                  </a:lnTo>
                  <a:lnTo>
                    <a:pt x="3628511" y="1867629"/>
                  </a:lnTo>
                  <a:lnTo>
                    <a:pt x="3628511" y="1867005"/>
                  </a:lnTo>
                  <a:lnTo>
                    <a:pt x="3628656" y="1867005"/>
                  </a:lnTo>
                  <a:lnTo>
                    <a:pt x="3628802" y="1867005"/>
                  </a:lnTo>
                  <a:lnTo>
                    <a:pt x="3628947" y="1867005"/>
                  </a:lnTo>
                  <a:lnTo>
                    <a:pt x="3629093" y="1867005"/>
                  </a:lnTo>
                  <a:lnTo>
                    <a:pt x="3629238" y="1867005"/>
                  </a:lnTo>
                  <a:lnTo>
                    <a:pt x="3629238" y="1866381"/>
                  </a:lnTo>
                  <a:lnTo>
                    <a:pt x="3629384" y="1866381"/>
                  </a:lnTo>
                  <a:lnTo>
                    <a:pt x="3629529" y="1866381"/>
                  </a:lnTo>
                  <a:lnTo>
                    <a:pt x="3629674" y="1866381"/>
                  </a:lnTo>
                  <a:lnTo>
                    <a:pt x="3629674" y="1865758"/>
                  </a:lnTo>
                  <a:lnTo>
                    <a:pt x="3629674" y="1865134"/>
                  </a:lnTo>
                  <a:lnTo>
                    <a:pt x="3629820" y="1865134"/>
                  </a:lnTo>
                  <a:lnTo>
                    <a:pt x="3629965" y="1865134"/>
                  </a:lnTo>
                  <a:lnTo>
                    <a:pt x="3630111" y="1865134"/>
                  </a:lnTo>
                  <a:lnTo>
                    <a:pt x="3630256" y="1865134"/>
                  </a:lnTo>
                  <a:lnTo>
                    <a:pt x="3630402" y="1865134"/>
                  </a:lnTo>
                  <a:lnTo>
                    <a:pt x="3630402" y="1864511"/>
                  </a:lnTo>
                  <a:lnTo>
                    <a:pt x="3630547" y="1864511"/>
                  </a:lnTo>
                  <a:lnTo>
                    <a:pt x="3630692" y="1864511"/>
                  </a:lnTo>
                  <a:lnTo>
                    <a:pt x="3630838" y="1864511"/>
                  </a:lnTo>
                  <a:lnTo>
                    <a:pt x="3630838" y="1863887"/>
                  </a:lnTo>
                  <a:lnTo>
                    <a:pt x="3630983" y="1863887"/>
                  </a:lnTo>
                  <a:lnTo>
                    <a:pt x="3631129" y="1863887"/>
                  </a:lnTo>
                  <a:lnTo>
                    <a:pt x="3631274" y="1863887"/>
                  </a:lnTo>
                  <a:lnTo>
                    <a:pt x="3631420" y="1863887"/>
                  </a:lnTo>
                  <a:lnTo>
                    <a:pt x="3631565" y="1863887"/>
                  </a:lnTo>
                  <a:lnTo>
                    <a:pt x="3631710" y="1863887"/>
                  </a:lnTo>
                  <a:lnTo>
                    <a:pt x="3631856" y="1863887"/>
                  </a:lnTo>
                  <a:lnTo>
                    <a:pt x="3632001" y="1863887"/>
                  </a:lnTo>
                  <a:lnTo>
                    <a:pt x="3632147" y="1863887"/>
                  </a:lnTo>
                  <a:lnTo>
                    <a:pt x="3632292" y="1863887"/>
                  </a:lnTo>
                  <a:lnTo>
                    <a:pt x="3632437" y="1863887"/>
                  </a:lnTo>
                  <a:lnTo>
                    <a:pt x="3632583" y="1863887"/>
                  </a:lnTo>
                  <a:lnTo>
                    <a:pt x="3632728" y="1863887"/>
                  </a:lnTo>
                  <a:lnTo>
                    <a:pt x="3632874" y="1863887"/>
                  </a:lnTo>
                  <a:lnTo>
                    <a:pt x="3633019" y="1863887"/>
                  </a:lnTo>
                  <a:lnTo>
                    <a:pt x="3633019" y="1863263"/>
                  </a:lnTo>
                  <a:lnTo>
                    <a:pt x="3633165" y="1863263"/>
                  </a:lnTo>
                  <a:lnTo>
                    <a:pt x="3633310" y="1863263"/>
                  </a:lnTo>
                  <a:lnTo>
                    <a:pt x="3633455" y="1863263"/>
                  </a:lnTo>
                  <a:lnTo>
                    <a:pt x="3633455" y="1862640"/>
                  </a:lnTo>
                  <a:lnTo>
                    <a:pt x="3633455" y="1862016"/>
                  </a:lnTo>
                  <a:lnTo>
                    <a:pt x="3633601" y="1862016"/>
                  </a:lnTo>
                  <a:lnTo>
                    <a:pt x="3633601" y="1861393"/>
                  </a:lnTo>
                  <a:lnTo>
                    <a:pt x="3633746" y="1861393"/>
                  </a:lnTo>
                  <a:lnTo>
                    <a:pt x="3633892" y="1861393"/>
                  </a:lnTo>
                  <a:lnTo>
                    <a:pt x="3633892" y="1860769"/>
                  </a:lnTo>
                  <a:lnTo>
                    <a:pt x="3634037" y="1860769"/>
                  </a:lnTo>
                  <a:lnTo>
                    <a:pt x="3634037" y="1860146"/>
                  </a:lnTo>
                  <a:lnTo>
                    <a:pt x="3634183" y="1860146"/>
                  </a:lnTo>
                  <a:lnTo>
                    <a:pt x="3634328" y="1860146"/>
                  </a:lnTo>
                  <a:lnTo>
                    <a:pt x="3634473" y="1860146"/>
                  </a:lnTo>
                  <a:lnTo>
                    <a:pt x="3634619" y="1860146"/>
                  </a:lnTo>
                  <a:lnTo>
                    <a:pt x="3634764" y="1860146"/>
                  </a:lnTo>
                  <a:lnTo>
                    <a:pt x="3634910" y="1860146"/>
                  </a:lnTo>
                  <a:lnTo>
                    <a:pt x="3635055" y="1860146"/>
                  </a:lnTo>
                  <a:lnTo>
                    <a:pt x="3635201" y="1860146"/>
                  </a:lnTo>
                  <a:lnTo>
                    <a:pt x="3635346" y="1860146"/>
                  </a:lnTo>
                  <a:lnTo>
                    <a:pt x="3635491" y="1860146"/>
                  </a:lnTo>
                  <a:lnTo>
                    <a:pt x="3635637" y="1860146"/>
                  </a:lnTo>
                  <a:lnTo>
                    <a:pt x="3635782" y="1860146"/>
                  </a:lnTo>
                  <a:lnTo>
                    <a:pt x="3635782" y="1859522"/>
                  </a:lnTo>
                  <a:lnTo>
                    <a:pt x="3635928" y="1859522"/>
                  </a:lnTo>
                  <a:lnTo>
                    <a:pt x="3636073" y="1859522"/>
                  </a:lnTo>
                  <a:lnTo>
                    <a:pt x="3636219" y="1859522"/>
                  </a:lnTo>
                  <a:lnTo>
                    <a:pt x="3636364" y="1859522"/>
                  </a:lnTo>
                  <a:lnTo>
                    <a:pt x="3636509" y="1859522"/>
                  </a:lnTo>
                  <a:lnTo>
                    <a:pt x="3636655" y="1859522"/>
                  </a:lnTo>
                  <a:lnTo>
                    <a:pt x="3636800" y="1859522"/>
                  </a:lnTo>
                  <a:lnTo>
                    <a:pt x="3636946" y="1859522"/>
                  </a:lnTo>
                  <a:lnTo>
                    <a:pt x="3637091" y="1859522"/>
                  </a:lnTo>
                  <a:lnTo>
                    <a:pt x="3637237" y="1859522"/>
                  </a:lnTo>
                  <a:lnTo>
                    <a:pt x="3637237" y="1858898"/>
                  </a:lnTo>
                  <a:lnTo>
                    <a:pt x="3637382" y="1858898"/>
                  </a:lnTo>
                  <a:lnTo>
                    <a:pt x="3637527" y="1858898"/>
                  </a:lnTo>
                  <a:lnTo>
                    <a:pt x="3637527" y="1858275"/>
                  </a:lnTo>
                  <a:lnTo>
                    <a:pt x="3637673" y="1858275"/>
                  </a:lnTo>
                  <a:lnTo>
                    <a:pt x="3637818" y="1858275"/>
                  </a:lnTo>
                  <a:lnTo>
                    <a:pt x="3637964" y="1858275"/>
                  </a:lnTo>
                  <a:lnTo>
                    <a:pt x="3638109" y="1858275"/>
                  </a:lnTo>
                  <a:lnTo>
                    <a:pt x="3638255" y="1858275"/>
                  </a:lnTo>
                  <a:lnTo>
                    <a:pt x="3638255" y="1857651"/>
                  </a:lnTo>
                  <a:lnTo>
                    <a:pt x="3638400" y="1857651"/>
                  </a:lnTo>
                  <a:lnTo>
                    <a:pt x="3638400" y="1857028"/>
                  </a:lnTo>
                  <a:lnTo>
                    <a:pt x="3638400" y="1856404"/>
                  </a:lnTo>
                  <a:lnTo>
                    <a:pt x="3638545" y="1856404"/>
                  </a:lnTo>
                  <a:lnTo>
                    <a:pt x="3638545" y="1855780"/>
                  </a:lnTo>
                  <a:lnTo>
                    <a:pt x="3638691" y="1855780"/>
                  </a:lnTo>
                  <a:lnTo>
                    <a:pt x="3638836" y="1855780"/>
                  </a:lnTo>
                  <a:lnTo>
                    <a:pt x="3638982" y="1855780"/>
                  </a:lnTo>
                  <a:lnTo>
                    <a:pt x="3639127" y="1855780"/>
                  </a:lnTo>
                  <a:lnTo>
                    <a:pt x="3639272" y="1855780"/>
                  </a:lnTo>
                  <a:lnTo>
                    <a:pt x="3639418" y="1855780"/>
                  </a:lnTo>
                  <a:lnTo>
                    <a:pt x="3639563" y="1855780"/>
                  </a:lnTo>
                  <a:lnTo>
                    <a:pt x="3639709" y="1855780"/>
                  </a:lnTo>
                  <a:lnTo>
                    <a:pt x="3639854" y="1855780"/>
                  </a:lnTo>
                  <a:lnTo>
                    <a:pt x="3640000" y="1855780"/>
                  </a:lnTo>
                  <a:lnTo>
                    <a:pt x="3640000" y="1855157"/>
                  </a:lnTo>
                  <a:lnTo>
                    <a:pt x="3640000" y="1854533"/>
                  </a:lnTo>
                  <a:lnTo>
                    <a:pt x="3640145" y="1854533"/>
                  </a:lnTo>
                  <a:lnTo>
                    <a:pt x="3640290" y="1854533"/>
                  </a:lnTo>
                  <a:lnTo>
                    <a:pt x="3640436" y="1854533"/>
                  </a:lnTo>
                  <a:lnTo>
                    <a:pt x="3640581" y="1854533"/>
                  </a:lnTo>
                  <a:lnTo>
                    <a:pt x="3640727" y="1854533"/>
                  </a:lnTo>
                  <a:lnTo>
                    <a:pt x="3640727" y="1853910"/>
                  </a:lnTo>
                  <a:lnTo>
                    <a:pt x="3640872" y="1853910"/>
                  </a:lnTo>
                  <a:lnTo>
                    <a:pt x="3641018" y="1853910"/>
                  </a:lnTo>
                  <a:lnTo>
                    <a:pt x="3641018" y="1853286"/>
                  </a:lnTo>
                  <a:lnTo>
                    <a:pt x="3641018" y="1852663"/>
                  </a:lnTo>
                  <a:lnTo>
                    <a:pt x="3641163" y="1852663"/>
                  </a:lnTo>
                  <a:lnTo>
                    <a:pt x="3641308" y="1852663"/>
                  </a:lnTo>
                  <a:lnTo>
                    <a:pt x="3641308" y="1852039"/>
                  </a:lnTo>
                  <a:lnTo>
                    <a:pt x="3641454" y="1852039"/>
                  </a:lnTo>
                  <a:lnTo>
                    <a:pt x="3641599" y="1852039"/>
                  </a:lnTo>
                  <a:lnTo>
                    <a:pt x="3641745" y="1852039"/>
                  </a:lnTo>
                  <a:lnTo>
                    <a:pt x="3641745" y="1851415"/>
                  </a:lnTo>
                  <a:lnTo>
                    <a:pt x="3641890" y="1851415"/>
                  </a:lnTo>
                  <a:lnTo>
                    <a:pt x="3641890" y="1850792"/>
                  </a:lnTo>
                  <a:lnTo>
                    <a:pt x="3642036" y="1850792"/>
                  </a:lnTo>
                  <a:lnTo>
                    <a:pt x="3642181" y="1850792"/>
                  </a:lnTo>
                  <a:lnTo>
                    <a:pt x="3642326" y="1850792"/>
                  </a:lnTo>
                  <a:lnTo>
                    <a:pt x="3642472" y="1850792"/>
                  </a:lnTo>
                  <a:lnTo>
                    <a:pt x="3642617" y="1850792"/>
                  </a:lnTo>
                  <a:lnTo>
                    <a:pt x="3642763" y="1850792"/>
                  </a:lnTo>
                  <a:lnTo>
                    <a:pt x="3642908" y="1850792"/>
                  </a:lnTo>
                  <a:lnTo>
                    <a:pt x="3643054" y="1850792"/>
                  </a:lnTo>
                  <a:lnTo>
                    <a:pt x="3643199" y="1850792"/>
                  </a:lnTo>
                  <a:lnTo>
                    <a:pt x="3643344" y="1850792"/>
                  </a:lnTo>
                  <a:lnTo>
                    <a:pt x="3643490" y="1850792"/>
                  </a:lnTo>
                  <a:lnTo>
                    <a:pt x="3643635" y="1850792"/>
                  </a:lnTo>
                  <a:lnTo>
                    <a:pt x="3643781" y="1850792"/>
                  </a:lnTo>
                  <a:lnTo>
                    <a:pt x="3643926" y="1850792"/>
                  </a:lnTo>
                  <a:lnTo>
                    <a:pt x="3644072" y="1850792"/>
                  </a:lnTo>
                  <a:lnTo>
                    <a:pt x="3644217" y="1850792"/>
                  </a:lnTo>
                  <a:lnTo>
                    <a:pt x="3644362" y="1850792"/>
                  </a:lnTo>
                  <a:lnTo>
                    <a:pt x="3644362" y="1850168"/>
                  </a:lnTo>
                  <a:lnTo>
                    <a:pt x="3644508" y="1850168"/>
                  </a:lnTo>
                  <a:lnTo>
                    <a:pt x="3644653" y="1850168"/>
                  </a:lnTo>
                  <a:lnTo>
                    <a:pt x="3644799" y="1850168"/>
                  </a:lnTo>
                  <a:lnTo>
                    <a:pt x="3644944" y="1850168"/>
                  </a:lnTo>
                  <a:lnTo>
                    <a:pt x="3645090" y="1850168"/>
                  </a:lnTo>
                  <a:lnTo>
                    <a:pt x="3645090" y="1849545"/>
                  </a:lnTo>
                  <a:lnTo>
                    <a:pt x="3645090" y="1848921"/>
                  </a:lnTo>
                  <a:lnTo>
                    <a:pt x="3645235" y="1848921"/>
                  </a:lnTo>
                  <a:lnTo>
                    <a:pt x="3645380" y="1848921"/>
                  </a:lnTo>
                  <a:lnTo>
                    <a:pt x="3645526" y="1848921"/>
                  </a:lnTo>
                  <a:lnTo>
                    <a:pt x="3645671" y="1848921"/>
                  </a:lnTo>
                  <a:lnTo>
                    <a:pt x="3645817" y="1848921"/>
                  </a:lnTo>
                  <a:lnTo>
                    <a:pt x="3645962" y="1848921"/>
                  </a:lnTo>
                  <a:lnTo>
                    <a:pt x="3646107" y="1848921"/>
                  </a:lnTo>
                  <a:lnTo>
                    <a:pt x="3646253" y="1848921"/>
                  </a:lnTo>
                  <a:lnTo>
                    <a:pt x="3646398" y="1848921"/>
                  </a:lnTo>
                  <a:lnTo>
                    <a:pt x="3646398" y="1848297"/>
                  </a:lnTo>
                  <a:lnTo>
                    <a:pt x="3646544" y="1848297"/>
                  </a:lnTo>
                  <a:lnTo>
                    <a:pt x="3646689" y="1848297"/>
                  </a:lnTo>
                  <a:lnTo>
                    <a:pt x="3646835" y="1848297"/>
                  </a:lnTo>
                  <a:lnTo>
                    <a:pt x="3646980" y="1848297"/>
                  </a:lnTo>
                  <a:lnTo>
                    <a:pt x="3647125" y="1848297"/>
                  </a:lnTo>
                  <a:lnTo>
                    <a:pt x="3647271" y="1848297"/>
                  </a:lnTo>
                  <a:lnTo>
                    <a:pt x="3647416" y="1848297"/>
                  </a:lnTo>
                  <a:lnTo>
                    <a:pt x="3647562" y="1848297"/>
                  </a:lnTo>
                  <a:lnTo>
                    <a:pt x="3647707" y="1848297"/>
                  </a:lnTo>
                  <a:lnTo>
                    <a:pt x="3647853" y="1848297"/>
                  </a:lnTo>
                  <a:lnTo>
                    <a:pt x="3647998" y="1848297"/>
                  </a:lnTo>
                  <a:lnTo>
                    <a:pt x="3647998" y="1847674"/>
                  </a:lnTo>
                  <a:lnTo>
                    <a:pt x="3648143" y="1847674"/>
                  </a:lnTo>
                  <a:lnTo>
                    <a:pt x="3648289" y="1847674"/>
                  </a:lnTo>
                  <a:lnTo>
                    <a:pt x="3648434" y="1847674"/>
                  </a:lnTo>
                  <a:lnTo>
                    <a:pt x="3648580" y="1847674"/>
                  </a:lnTo>
                  <a:lnTo>
                    <a:pt x="3648725" y="1847674"/>
                  </a:lnTo>
                  <a:lnTo>
                    <a:pt x="3648725" y="1847050"/>
                  </a:lnTo>
                  <a:lnTo>
                    <a:pt x="3648871" y="1847050"/>
                  </a:lnTo>
                  <a:lnTo>
                    <a:pt x="3649016" y="1847050"/>
                  </a:lnTo>
                  <a:lnTo>
                    <a:pt x="3649161" y="1847050"/>
                  </a:lnTo>
                  <a:lnTo>
                    <a:pt x="3649307" y="1847050"/>
                  </a:lnTo>
                  <a:lnTo>
                    <a:pt x="3649452" y="1847050"/>
                  </a:lnTo>
                  <a:lnTo>
                    <a:pt x="3649598" y="1847050"/>
                  </a:lnTo>
                  <a:lnTo>
                    <a:pt x="3649743" y="1847050"/>
                  </a:lnTo>
                  <a:lnTo>
                    <a:pt x="3649889" y="1847050"/>
                  </a:lnTo>
                  <a:lnTo>
                    <a:pt x="3649889" y="1846427"/>
                  </a:lnTo>
                  <a:lnTo>
                    <a:pt x="3650034" y="1846427"/>
                  </a:lnTo>
                  <a:lnTo>
                    <a:pt x="3650179" y="1846427"/>
                  </a:lnTo>
                  <a:lnTo>
                    <a:pt x="3650325" y="1846427"/>
                  </a:lnTo>
                  <a:lnTo>
                    <a:pt x="3650470" y="1846427"/>
                  </a:lnTo>
                  <a:lnTo>
                    <a:pt x="3650616" y="1846427"/>
                  </a:lnTo>
                  <a:lnTo>
                    <a:pt x="3650761" y="1846427"/>
                  </a:lnTo>
                  <a:lnTo>
                    <a:pt x="3650907" y="1846427"/>
                  </a:lnTo>
                  <a:lnTo>
                    <a:pt x="3651052" y="1846427"/>
                  </a:lnTo>
                  <a:lnTo>
                    <a:pt x="3651197" y="1846427"/>
                  </a:lnTo>
                  <a:lnTo>
                    <a:pt x="3651343" y="1846427"/>
                  </a:lnTo>
                  <a:lnTo>
                    <a:pt x="3651488" y="1846427"/>
                  </a:lnTo>
                  <a:lnTo>
                    <a:pt x="3651634" y="1846427"/>
                  </a:lnTo>
                  <a:lnTo>
                    <a:pt x="3651779" y="1846427"/>
                  </a:lnTo>
                  <a:lnTo>
                    <a:pt x="3651925" y="1846427"/>
                  </a:lnTo>
                  <a:lnTo>
                    <a:pt x="3652070" y="1846427"/>
                  </a:lnTo>
                  <a:lnTo>
                    <a:pt x="3652215" y="1846427"/>
                  </a:lnTo>
                  <a:lnTo>
                    <a:pt x="3652361" y="1846427"/>
                  </a:lnTo>
                  <a:lnTo>
                    <a:pt x="3652506" y="1846427"/>
                  </a:lnTo>
                  <a:lnTo>
                    <a:pt x="3652506" y="1845803"/>
                  </a:lnTo>
                  <a:lnTo>
                    <a:pt x="3652506" y="1845180"/>
                  </a:lnTo>
                  <a:lnTo>
                    <a:pt x="3652652" y="1845180"/>
                  </a:lnTo>
                  <a:lnTo>
                    <a:pt x="3652797" y="1845180"/>
                  </a:lnTo>
                  <a:lnTo>
                    <a:pt x="3652942" y="1845180"/>
                  </a:lnTo>
                  <a:lnTo>
                    <a:pt x="3653088" y="1845180"/>
                  </a:lnTo>
                  <a:lnTo>
                    <a:pt x="3653088" y="1844556"/>
                  </a:lnTo>
                  <a:lnTo>
                    <a:pt x="3653233" y="1844556"/>
                  </a:lnTo>
                  <a:lnTo>
                    <a:pt x="3653379" y="1844556"/>
                  </a:lnTo>
                  <a:lnTo>
                    <a:pt x="3653524" y="1844556"/>
                  </a:lnTo>
                  <a:lnTo>
                    <a:pt x="3653670" y="1844556"/>
                  </a:lnTo>
                  <a:lnTo>
                    <a:pt x="3653815" y="1844556"/>
                  </a:lnTo>
                  <a:lnTo>
                    <a:pt x="3653960" y="1844556"/>
                  </a:lnTo>
                  <a:lnTo>
                    <a:pt x="3654106" y="1844556"/>
                  </a:lnTo>
                  <a:lnTo>
                    <a:pt x="3654251" y="1844556"/>
                  </a:lnTo>
                  <a:lnTo>
                    <a:pt x="3654397" y="1844556"/>
                  </a:lnTo>
                  <a:lnTo>
                    <a:pt x="3654542" y="1844556"/>
                  </a:lnTo>
                  <a:lnTo>
                    <a:pt x="3654688" y="1844556"/>
                  </a:lnTo>
                  <a:lnTo>
                    <a:pt x="3654833" y="1844556"/>
                  </a:lnTo>
                  <a:lnTo>
                    <a:pt x="3654978" y="1844556"/>
                  </a:lnTo>
                  <a:lnTo>
                    <a:pt x="3655124" y="1844556"/>
                  </a:lnTo>
                  <a:lnTo>
                    <a:pt x="3655124" y="1843932"/>
                  </a:lnTo>
                  <a:lnTo>
                    <a:pt x="3655269" y="1843932"/>
                  </a:lnTo>
                  <a:lnTo>
                    <a:pt x="3655415" y="1843932"/>
                  </a:lnTo>
                  <a:lnTo>
                    <a:pt x="3655560" y="1843932"/>
                  </a:lnTo>
                  <a:lnTo>
                    <a:pt x="3655706" y="1843932"/>
                  </a:lnTo>
                  <a:lnTo>
                    <a:pt x="3655706" y="1843309"/>
                  </a:lnTo>
                  <a:lnTo>
                    <a:pt x="3655706" y="1842685"/>
                  </a:lnTo>
                  <a:lnTo>
                    <a:pt x="3655851" y="1842685"/>
                  </a:lnTo>
                  <a:lnTo>
                    <a:pt x="3655996" y="1842685"/>
                  </a:lnTo>
                  <a:lnTo>
                    <a:pt x="3656142" y="1842685"/>
                  </a:lnTo>
                  <a:lnTo>
                    <a:pt x="3656287" y="1842685"/>
                  </a:lnTo>
                  <a:lnTo>
                    <a:pt x="3656433" y="1842685"/>
                  </a:lnTo>
                  <a:lnTo>
                    <a:pt x="3656578" y="1842685"/>
                  </a:lnTo>
                  <a:lnTo>
                    <a:pt x="3656724" y="1842685"/>
                  </a:lnTo>
                  <a:lnTo>
                    <a:pt x="3656869" y="1842685"/>
                  </a:lnTo>
                  <a:lnTo>
                    <a:pt x="3657014" y="1842685"/>
                  </a:lnTo>
                  <a:lnTo>
                    <a:pt x="3657160" y="1842685"/>
                  </a:lnTo>
                  <a:lnTo>
                    <a:pt x="3657305" y="1842685"/>
                  </a:lnTo>
                  <a:lnTo>
                    <a:pt x="3657451" y="1842685"/>
                  </a:lnTo>
                  <a:lnTo>
                    <a:pt x="3657596" y="1842685"/>
                  </a:lnTo>
                  <a:lnTo>
                    <a:pt x="3657596" y="1842062"/>
                  </a:lnTo>
                  <a:lnTo>
                    <a:pt x="3657742" y="1842062"/>
                  </a:lnTo>
                  <a:lnTo>
                    <a:pt x="3657887" y="1842062"/>
                  </a:lnTo>
                  <a:lnTo>
                    <a:pt x="3658032" y="1842062"/>
                  </a:lnTo>
                  <a:lnTo>
                    <a:pt x="3658178" y="1842062"/>
                  </a:lnTo>
                  <a:lnTo>
                    <a:pt x="3658323" y="1842062"/>
                  </a:lnTo>
                  <a:lnTo>
                    <a:pt x="3658469" y="1842062"/>
                  </a:lnTo>
                  <a:lnTo>
                    <a:pt x="3658614" y="1842062"/>
                  </a:lnTo>
                  <a:lnTo>
                    <a:pt x="3658614" y="1841438"/>
                  </a:lnTo>
                  <a:lnTo>
                    <a:pt x="3658760" y="1841438"/>
                  </a:lnTo>
                  <a:lnTo>
                    <a:pt x="3658905" y="1841438"/>
                  </a:lnTo>
                  <a:lnTo>
                    <a:pt x="3659050" y="1841438"/>
                  </a:lnTo>
                  <a:lnTo>
                    <a:pt x="3659196" y="1841438"/>
                  </a:lnTo>
                  <a:lnTo>
                    <a:pt x="3659341" y="1841438"/>
                  </a:lnTo>
                  <a:lnTo>
                    <a:pt x="3659487" y="1841438"/>
                  </a:lnTo>
                  <a:lnTo>
                    <a:pt x="3659632" y="1841438"/>
                  </a:lnTo>
                  <a:lnTo>
                    <a:pt x="3659777" y="1841438"/>
                  </a:lnTo>
                  <a:lnTo>
                    <a:pt x="3659777" y="1840815"/>
                  </a:lnTo>
                  <a:lnTo>
                    <a:pt x="3659923" y="1840815"/>
                  </a:lnTo>
                  <a:lnTo>
                    <a:pt x="3659923" y="1840191"/>
                  </a:lnTo>
                  <a:lnTo>
                    <a:pt x="3660068" y="1840191"/>
                  </a:lnTo>
                  <a:lnTo>
                    <a:pt x="3660214" y="1840191"/>
                  </a:lnTo>
                  <a:lnTo>
                    <a:pt x="3660359" y="1840191"/>
                  </a:lnTo>
                  <a:lnTo>
                    <a:pt x="3660359" y="1839567"/>
                  </a:lnTo>
                  <a:lnTo>
                    <a:pt x="3660505" y="1839567"/>
                  </a:lnTo>
                  <a:lnTo>
                    <a:pt x="3660650" y="1839567"/>
                  </a:lnTo>
                  <a:lnTo>
                    <a:pt x="3660795" y="1839567"/>
                  </a:lnTo>
                  <a:lnTo>
                    <a:pt x="3660941" y="1839567"/>
                  </a:lnTo>
                  <a:lnTo>
                    <a:pt x="3660941" y="1838944"/>
                  </a:lnTo>
                  <a:lnTo>
                    <a:pt x="3660941" y="1838320"/>
                  </a:lnTo>
                  <a:lnTo>
                    <a:pt x="3661086" y="1838320"/>
                  </a:lnTo>
                  <a:lnTo>
                    <a:pt x="3661232" y="1838320"/>
                  </a:lnTo>
                  <a:lnTo>
                    <a:pt x="3661232" y="1837697"/>
                  </a:lnTo>
                  <a:lnTo>
                    <a:pt x="3661377" y="1837697"/>
                  </a:lnTo>
                  <a:lnTo>
                    <a:pt x="3661523" y="1837697"/>
                  </a:lnTo>
                  <a:lnTo>
                    <a:pt x="3661668" y="1837697"/>
                  </a:lnTo>
                  <a:lnTo>
                    <a:pt x="3661813" y="1837697"/>
                  </a:lnTo>
                  <a:lnTo>
                    <a:pt x="3661959" y="1837697"/>
                  </a:lnTo>
                  <a:lnTo>
                    <a:pt x="3662104" y="1837697"/>
                  </a:lnTo>
                  <a:lnTo>
                    <a:pt x="3662250" y="1837697"/>
                  </a:lnTo>
                  <a:lnTo>
                    <a:pt x="3662395" y="1837697"/>
                  </a:lnTo>
                  <a:lnTo>
                    <a:pt x="3662541" y="1837697"/>
                  </a:lnTo>
                  <a:lnTo>
                    <a:pt x="3662541" y="1837073"/>
                  </a:lnTo>
                  <a:lnTo>
                    <a:pt x="3662686" y="1837073"/>
                  </a:lnTo>
                  <a:lnTo>
                    <a:pt x="3662831" y="1837073"/>
                  </a:lnTo>
                  <a:lnTo>
                    <a:pt x="3662977" y="1837073"/>
                  </a:lnTo>
                  <a:lnTo>
                    <a:pt x="3663122" y="1837073"/>
                  </a:lnTo>
                  <a:lnTo>
                    <a:pt x="3663268" y="1837073"/>
                  </a:lnTo>
                  <a:lnTo>
                    <a:pt x="3663413" y="1837073"/>
                  </a:lnTo>
                  <a:lnTo>
                    <a:pt x="3663559" y="1837073"/>
                  </a:lnTo>
                  <a:lnTo>
                    <a:pt x="3663704" y="1837073"/>
                  </a:lnTo>
                  <a:lnTo>
                    <a:pt x="3663849" y="1837073"/>
                  </a:lnTo>
                  <a:lnTo>
                    <a:pt x="3663995" y="1837073"/>
                  </a:lnTo>
                  <a:lnTo>
                    <a:pt x="3664140" y="1837073"/>
                  </a:lnTo>
                  <a:lnTo>
                    <a:pt x="3664140" y="1836449"/>
                  </a:lnTo>
                  <a:lnTo>
                    <a:pt x="3664286" y="1836449"/>
                  </a:lnTo>
                  <a:lnTo>
                    <a:pt x="3664431" y="1836449"/>
                  </a:lnTo>
                  <a:lnTo>
                    <a:pt x="3664431" y="1835826"/>
                  </a:lnTo>
                  <a:lnTo>
                    <a:pt x="3664577" y="1835826"/>
                  </a:lnTo>
                  <a:lnTo>
                    <a:pt x="3664577" y="1835202"/>
                  </a:lnTo>
                  <a:lnTo>
                    <a:pt x="3664722" y="1835202"/>
                  </a:lnTo>
                  <a:lnTo>
                    <a:pt x="3664867" y="1835202"/>
                  </a:lnTo>
                  <a:lnTo>
                    <a:pt x="3665013" y="1835202"/>
                  </a:lnTo>
                  <a:lnTo>
                    <a:pt x="3665158" y="1835202"/>
                  </a:lnTo>
                  <a:lnTo>
                    <a:pt x="3665304" y="1835202"/>
                  </a:lnTo>
                  <a:lnTo>
                    <a:pt x="3665449" y="1835202"/>
                  </a:lnTo>
                  <a:lnTo>
                    <a:pt x="3665595" y="1835202"/>
                  </a:lnTo>
                  <a:lnTo>
                    <a:pt x="3665740" y="1835202"/>
                  </a:lnTo>
                  <a:lnTo>
                    <a:pt x="3665885" y="1835202"/>
                  </a:lnTo>
                  <a:lnTo>
                    <a:pt x="3665885" y="1834579"/>
                  </a:lnTo>
                  <a:lnTo>
                    <a:pt x="3666031" y="1834579"/>
                  </a:lnTo>
                  <a:lnTo>
                    <a:pt x="3666176" y="1834579"/>
                  </a:lnTo>
                  <a:lnTo>
                    <a:pt x="3666322" y="1834579"/>
                  </a:lnTo>
                  <a:lnTo>
                    <a:pt x="3666467" y="1834579"/>
                  </a:lnTo>
                  <a:lnTo>
                    <a:pt x="3666612" y="1834579"/>
                  </a:lnTo>
                  <a:lnTo>
                    <a:pt x="3666612" y="1833955"/>
                  </a:lnTo>
                  <a:lnTo>
                    <a:pt x="3666612" y="1833332"/>
                  </a:lnTo>
                  <a:lnTo>
                    <a:pt x="3666758" y="1833332"/>
                  </a:lnTo>
                  <a:lnTo>
                    <a:pt x="3666758" y="1832708"/>
                  </a:lnTo>
                  <a:lnTo>
                    <a:pt x="3666903" y="1832708"/>
                  </a:lnTo>
                  <a:lnTo>
                    <a:pt x="3667049" y="1832708"/>
                  </a:lnTo>
                  <a:lnTo>
                    <a:pt x="3667194" y="1832708"/>
                  </a:lnTo>
                  <a:lnTo>
                    <a:pt x="3667340" y="1832708"/>
                  </a:lnTo>
                  <a:lnTo>
                    <a:pt x="3667485" y="1832708"/>
                  </a:lnTo>
                  <a:lnTo>
                    <a:pt x="3667630" y="1832708"/>
                  </a:lnTo>
                  <a:lnTo>
                    <a:pt x="3667776" y="1832708"/>
                  </a:lnTo>
                  <a:lnTo>
                    <a:pt x="3667921" y="1832708"/>
                  </a:lnTo>
                  <a:lnTo>
                    <a:pt x="3668067" y="1832708"/>
                  </a:lnTo>
                  <a:lnTo>
                    <a:pt x="3668212" y="1832708"/>
                  </a:lnTo>
                  <a:lnTo>
                    <a:pt x="3668212" y="1832084"/>
                  </a:lnTo>
                  <a:lnTo>
                    <a:pt x="3668358" y="1832084"/>
                  </a:lnTo>
                  <a:lnTo>
                    <a:pt x="3668358" y="1831461"/>
                  </a:lnTo>
                  <a:lnTo>
                    <a:pt x="3668503" y="1831461"/>
                  </a:lnTo>
                  <a:lnTo>
                    <a:pt x="3668648" y="1831461"/>
                  </a:lnTo>
                  <a:lnTo>
                    <a:pt x="3668794" y="1831461"/>
                  </a:lnTo>
                  <a:lnTo>
                    <a:pt x="3668939" y="1831461"/>
                  </a:lnTo>
                  <a:lnTo>
                    <a:pt x="3669085" y="1831461"/>
                  </a:lnTo>
                  <a:lnTo>
                    <a:pt x="3669230" y="1831461"/>
                  </a:lnTo>
                  <a:lnTo>
                    <a:pt x="3669376" y="1831461"/>
                  </a:lnTo>
                  <a:lnTo>
                    <a:pt x="3669521" y="1831461"/>
                  </a:lnTo>
                  <a:lnTo>
                    <a:pt x="3669666" y="1831461"/>
                  </a:lnTo>
                  <a:lnTo>
                    <a:pt x="3669812" y="1831461"/>
                  </a:lnTo>
                  <a:lnTo>
                    <a:pt x="3669957" y="1831461"/>
                  </a:lnTo>
                  <a:lnTo>
                    <a:pt x="3670103" y="1831461"/>
                  </a:lnTo>
                  <a:lnTo>
                    <a:pt x="3670248" y="1831461"/>
                  </a:lnTo>
                  <a:lnTo>
                    <a:pt x="3670394" y="1831461"/>
                  </a:lnTo>
                  <a:lnTo>
                    <a:pt x="3670539" y="1831461"/>
                  </a:lnTo>
                  <a:lnTo>
                    <a:pt x="3670684" y="1831461"/>
                  </a:lnTo>
                  <a:lnTo>
                    <a:pt x="3670830" y="1831461"/>
                  </a:lnTo>
                  <a:lnTo>
                    <a:pt x="3670975" y="1831461"/>
                  </a:lnTo>
                  <a:lnTo>
                    <a:pt x="3671121" y="1831461"/>
                  </a:lnTo>
                  <a:lnTo>
                    <a:pt x="3671266" y="1831461"/>
                  </a:lnTo>
                  <a:lnTo>
                    <a:pt x="3671412" y="1831461"/>
                  </a:lnTo>
                  <a:lnTo>
                    <a:pt x="3671412" y="1830837"/>
                  </a:lnTo>
                  <a:lnTo>
                    <a:pt x="3671557" y="1830837"/>
                  </a:lnTo>
                  <a:lnTo>
                    <a:pt x="3671702" y="1830837"/>
                  </a:lnTo>
                  <a:lnTo>
                    <a:pt x="3671848" y="1830837"/>
                  </a:lnTo>
                  <a:lnTo>
                    <a:pt x="3671993" y="1830837"/>
                  </a:lnTo>
                  <a:lnTo>
                    <a:pt x="3671993" y="1830214"/>
                  </a:lnTo>
                  <a:lnTo>
                    <a:pt x="3672139" y="1830214"/>
                  </a:lnTo>
                  <a:lnTo>
                    <a:pt x="3672284" y="1830214"/>
                  </a:lnTo>
                  <a:lnTo>
                    <a:pt x="3672430" y="1830214"/>
                  </a:lnTo>
                  <a:lnTo>
                    <a:pt x="3672430" y="1829590"/>
                  </a:lnTo>
                  <a:lnTo>
                    <a:pt x="3672575" y="1829590"/>
                  </a:lnTo>
                  <a:lnTo>
                    <a:pt x="3672720" y="1829590"/>
                  </a:lnTo>
                  <a:lnTo>
                    <a:pt x="3672866" y="1829590"/>
                  </a:lnTo>
                  <a:lnTo>
                    <a:pt x="3673011" y="1829590"/>
                  </a:lnTo>
                  <a:lnTo>
                    <a:pt x="3673157" y="1829590"/>
                  </a:lnTo>
                  <a:lnTo>
                    <a:pt x="3673302" y="1829590"/>
                  </a:lnTo>
                  <a:lnTo>
                    <a:pt x="3673447" y="1829590"/>
                  </a:lnTo>
                  <a:lnTo>
                    <a:pt x="3673593" y="1829590"/>
                  </a:lnTo>
                  <a:lnTo>
                    <a:pt x="3673738" y="1829590"/>
                  </a:lnTo>
                  <a:lnTo>
                    <a:pt x="3673884" y="1829590"/>
                  </a:lnTo>
                  <a:lnTo>
                    <a:pt x="3674029" y="1829590"/>
                  </a:lnTo>
                  <a:lnTo>
                    <a:pt x="3674175" y="1829590"/>
                  </a:lnTo>
                  <a:lnTo>
                    <a:pt x="3674320" y="1829590"/>
                  </a:lnTo>
                  <a:lnTo>
                    <a:pt x="3674465" y="1829590"/>
                  </a:lnTo>
                  <a:lnTo>
                    <a:pt x="3674611" y="1829590"/>
                  </a:lnTo>
                  <a:lnTo>
                    <a:pt x="3674756" y="1829590"/>
                  </a:lnTo>
                  <a:lnTo>
                    <a:pt x="3674902" y="1829590"/>
                  </a:lnTo>
                  <a:lnTo>
                    <a:pt x="3675047" y="1829590"/>
                  </a:lnTo>
                  <a:lnTo>
                    <a:pt x="3675047" y="1828966"/>
                  </a:lnTo>
                  <a:lnTo>
                    <a:pt x="3675193" y="1828966"/>
                  </a:lnTo>
                  <a:lnTo>
                    <a:pt x="3675338" y="1828966"/>
                  </a:lnTo>
                  <a:lnTo>
                    <a:pt x="3675483" y="1828966"/>
                  </a:lnTo>
                  <a:lnTo>
                    <a:pt x="3675629" y="1828966"/>
                  </a:lnTo>
                  <a:lnTo>
                    <a:pt x="3675774" y="1828966"/>
                  </a:lnTo>
                  <a:lnTo>
                    <a:pt x="3675920" y="1828966"/>
                  </a:lnTo>
                  <a:lnTo>
                    <a:pt x="3676065" y="1828966"/>
                  </a:lnTo>
                  <a:lnTo>
                    <a:pt x="3676211" y="1828966"/>
                  </a:lnTo>
                  <a:lnTo>
                    <a:pt x="3676211" y="1828343"/>
                  </a:lnTo>
                  <a:lnTo>
                    <a:pt x="3676356" y="1828343"/>
                  </a:lnTo>
                  <a:lnTo>
                    <a:pt x="3676356" y="1827719"/>
                  </a:lnTo>
                  <a:lnTo>
                    <a:pt x="3676501" y="1827719"/>
                  </a:lnTo>
                  <a:lnTo>
                    <a:pt x="3676647" y="1827719"/>
                  </a:lnTo>
                  <a:lnTo>
                    <a:pt x="3676792" y="1827719"/>
                  </a:lnTo>
                  <a:lnTo>
                    <a:pt x="3676938" y="1827719"/>
                  </a:lnTo>
                  <a:lnTo>
                    <a:pt x="3677083" y="1827719"/>
                  </a:lnTo>
                  <a:lnTo>
                    <a:pt x="3677229" y="1827719"/>
                  </a:lnTo>
                  <a:lnTo>
                    <a:pt x="3677374" y="1827719"/>
                  </a:lnTo>
                  <a:lnTo>
                    <a:pt x="3677519" y="1827719"/>
                  </a:lnTo>
                  <a:lnTo>
                    <a:pt x="3677665" y="1827719"/>
                  </a:lnTo>
                  <a:lnTo>
                    <a:pt x="3677810" y="1827719"/>
                  </a:lnTo>
                  <a:lnTo>
                    <a:pt x="3677956" y="1827719"/>
                  </a:lnTo>
                  <a:lnTo>
                    <a:pt x="3678101" y="1827719"/>
                  </a:lnTo>
                  <a:lnTo>
                    <a:pt x="3678247" y="1827719"/>
                  </a:lnTo>
                  <a:lnTo>
                    <a:pt x="3678392" y="1827719"/>
                  </a:lnTo>
                  <a:lnTo>
                    <a:pt x="3678537" y="1827719"/>
                  </a:lnTo>
                  <a:lnTo>
                    <a:pt x="3678683" y="1827719"/>
                  </a:lnTo>
                  <a:lnTo>
                    <a:pt x="3678828" y="1827719"/>
                  </a:lnTo>
                  <a:lnTo>
                    <a:pt x="3678974" y="1827719"/>
                  </a:lnTo>
                  <a:lnTo>
                    <a:pt x="3678974" y="1827096"/>
                  </a:lnTo>
                  <a:lnTo>
                    <a:pt x="3679119" y="1827096"/>
                  </a:lnTo>
                  <a:lnTo>
                    <a:pt x="3679265" y="1827096"/>
                  </a:lnTo>
                  <a:lnTo>
                    <a:pt x="3679410" y="1827096"/>
                  </a:lnTo>
                  <a:lnTo>
                    <a:pt x="3679555" y="1827096"/>
                  </a:lnTo>
                  <a:lnTo>
                    <a:pt x="3679701" y="1827096"/>
                  </a:lnTo>
                  <a:lnTo>
                    <a:pt x="3679701" y="1826472"/>
                  </a:lnTo>
                  <a:lnTo>
                    <a:pt x="3679846" y="1826472"/>
                  </a:lnTo>
                  <a:lnTo>
                    <a:pt x="3679992" y="1826472"/>
                  </a:lnTo>
                  <a:lnTo>
                    <a:pt x="3680137" y="1826472"/>
                  </a:lnTo>
                  <a:lnTo>
                    <a:pt x="3680137" y="1825849"/>
                  </a:lnTo>
                  <a:lnTo>
                    <a:pt x="3680282" y="1825849"/>
                  </a:lnTo>
                  <a:lnTo>
                    <a:pt x="3680428" y="1825849"/>
                  </a:lnTo>
                  <a:lnTo>
                    <a:pt x="3680573" y="1825849"/>
                  </a:lnTo>
                  <a:lnTo>
                    <a:pt x="3680719" y="1825849"/>
                  </a:lnTo>
                  <a:lnTo>
                    <a:pt x="3680864" y="1825849"/>
                  </a:lnTo>
                  <a:lnTo>
                    <a:pt x="3681010" y="1825849"/>
                  </a:lnTo>
                  <a:lnTo>
                    <a:pt x="3681155" y="1825849"/>
                  </a:lnTo>
                  <a:lnTo>
                    <a:pt x="3681300" y="1825849"/>
                  </a:lnTo>
                  <a:lnTo>
                    <a:pt x="3681300" y="1825225"/>
                  </a:lnTo>
                  <a:lnTo>
                    <a:pt x="3681446" y="1825225"/>
                  </a:lnTo>
                  <a:lnTo>
                    <a:pt x="3681591" y="1825225"/>
                  </a:lnTo>
                  <a:lnTo>
                    <a:pt x="3681737" y="1825225"/>
                  </a:lnTo>
                  <a:lnTo>
                    <a:pt x="3681882" y="1825225"/>
                  </a:lnTo>
                  <a:lnTo>
                    <a:pt x="3682028" y="1825225"/>
                  </a:lnTo>
                  <a:lnTo>
                    <a:pt x="3682173" y="1825225"/>
                  </a:lnTo>
                  <a:lnTo>
                    <a:pt x="3682318" y="1825225"/>
                  </a:lnTo>
                  <a:lnTo>
                    <a:pt x="3682318" y="1824601"/>
                  </a:lnTo>
                  <a:lnTo>
                    <a:pt x="3682464" y="1824601"/>
                  </a:lnTo>
                  <a:lnTo>
                    <a:pt x="3682464" y="1823978"/>
                  </a:lnTo>
                  <a:lnTo>
                    <a:pt x="3682609" y="1823978"/>
                  </a:lnTo>
                  <a:lnTo>
                    <a:pt x="3682755" y="1823978"/>
                  </a:lnTo>
                  <a:lnTo>
                    <a:pt x="3682900" y="1823978"/>
                  </a:lnTo>
                  <a:lnTo>
                    <a:pt x="3682900" y="1823354"/>
                  </a:lnTo>
                  <a:lnTo>
                    <a:pt x="3683046" y="1823354"/>
                  </a:lnTo>
                  <a:lnTo>
                    <a:pt x="3683191" y="1823354"/>
                  </a:lnTo>
                  <a:lnTo>
                    <a:pt x="3683336" y="1823354"/>
                  </a:lnTo>
                  <a:lnTo>
                    <a:pt x="3683336" y="1822731"/>
                  </a:lnTo>
                  <a:lnTo>
                    <a:pt x="3683482" y="1822731"/>
                  </a:lnTo>
                  <a:lnTo>
                    <a:pt x="3683627" y="1822731"/>
                  </a:lnTo>
                  <a:lnTo>
                    <a:pt x="3683773" y="1822731"/>
                  </a:lnTo>
                  <a:lnTo>
                    <a:pt x="3683918" y="1822731"/>
                  </a:lnTo>
                  <a:lnTo>
                    <a:pt x="3683918" y="1822107"/>
                  </a:lnTo>
                  <a:lnTo>
                    <a:pt x="3684064" y="1822107"/>
                  </a:lnTo>
                  <a:lnTo>
                    <a:pt x="3684064" y="1821483"/>
                  </a:lnTo>
                  <a:lnTo>
                    <a:pt x="3684209" y="1821483"/>
                  </a:lnTo>
                  <a:lnTo>
                    <a:pt x="3684354" y="1821483"/>
                  </a:lnTo>
                  <a:lnTo>
                    <a:pt x="3684500" y="1821483"/>
                  </a:lnTo>
                  <a:lnTo>
                    <a:pt x="3684500" y="1820860"/>
                  </a:lnTo>
                  <a:lnTo>
                    <a:pt x="3684645" y="1820860"/>
                  </a:lnTo>
                  <a:lnTo>
                    <a:pt x="3684791" y="1820860"/>
                  </a:lnTo>
                  <a:lnTo>
                    <a:pt x="3684936" y="1820860"/>
                  </a:lnTo>
                  <a:lnTo>
                    <a:pt x="3685082" y="1820860"/>
                  </a:lnTo>
                  <a:lnTo>
                    <a:pt x="3685227" y="1820860"/>
                  </a:lnTo>
                  <a:lnTo>
                    <a:pt x="3685372" y="1820860"/>
                  </a:lnTo>
                  <a:lnTo>
                    <a:pt x="3685518" y="1820860"/>
                  </a:lnTo>
                  <a:lnTo>
                    <a:pt x="3685663" y="1820860"/>
                  </a:lnTo>
                  <a:lnTo>
                    <a:pt x="3685809" y="1820860"/>
                  </a:lnTo>
                  <a:lnTo>
                    <a:pt x="3685954" y="1820860"/>
                  </a:lnTo>
                  <a:lnTo>
                    <a:pt x="3686100" y="1820860"/>
                  </a:lnTo>
                  <a:lnTo>
                    <a:pt x="3686245" y="1820860"/>
                  </a:lnTo>
                  <a:lnTo>
                    <a:pt x="3686390" y="1820860"/>
                  </a:lnTo>
                  <a:lnTo>
                    <a:pt x="3686536" y="1820860"/>
                  </a:lnTo>
                  <a:lnTo>
                    <a:pt x="3686536" y="1820236"/>
                  </a:lnTo>
                  <a:lnTo>
                    <a:pt x="3686681" y="1820236"/>
                  </a:lnTo>
                  <a:lnTo>
                    <a:pt x="3686827" y="1820236"/>
                  </a:lnTo>
                  <a:lnTo>
                    <a:pt x="3686972" y="1820236"/>
                  </a:lnTo>
                  <a:lnTo>
                    <a:pt x="3687117" y="1820236"/>
                  </a:lnTo>
                  <a:lnTo>
                    <a:pt x="3687263" y="1820236"/>
                  </a:lnTo>
                  <a:lnTo>
                    <a:pt x="3687263" y="1819613"/>
                  </a:lnTo>
                  <a:lnTo>
                    <a:pt x="3687408" y="1819613"/>
                  </a:lnTo>
                  <a:lnTo>
                    <a:pt x="3687408" y="1818989"/>
                  </a:lnTo>
                  <a:lnTo>
                    <a:pt x="3687554" y="1818989"/>
                  </a:lnTo>
                  <a:lnTo>
                    <a:pt x="3687699" y="1818989"/>
                  </a:lnTo>
                  <a:lnTo>
                    <a:pt x="3687845" y="1818989"/>
                  </a:lnTo>
                  <a:lnTo>
                    <a:pt x="3687990" y="1818989"/>
                  </a:lnTo>
                  <a:lnTo>
                    <a:pt x="3688135" y="1818989"/>
                  </a:lnTo>
                  <a:lnTo>
                    <a:pt x="3688281" y="1818989"/>
                  </a:lnTo>
                  <a:lnTo>
                    <a:pt x="3688426" y="1818989"/>
                  </a:lnTo>
                  <a:lnTo>
                    <a:pt x="3688572" y="1818989"/>
                  </a:lnTo>
                  <a:lnTo>
                    <a:pt x="3688717" y="1818989"/>
                  </a:lnTo>
                  <a:lnTo>
                    <a:pt x="3688863" y="1818989"/>
                  </a:lnTo>
                  <a:lnTo>
                    <a:pt x="3688863" y="1818366"/>
                  </a:lnTo>
                  <a:lnTo>
                    <a:pt x="3689008" y="1818366"/>
                  </a:lnTo>
                  <a:lnTo>
                    <a:pt x="3689008" y="1817742"/>
                  </a:lnTo>
                  <a:lnTo>
                    <a:pt x="3689153" y="1817742"/>
                  </a:lnTo>
                  <a:lnTo>
                    <a:pt x="3689299" y="1817742"/>
                  </a:lnTo>
                  <a:lnTo>
                    <a:pt x="3689444" y="1817742"/>
                  </a:lnTo>
                  <a:lnTo>
                    <a:pt x="3689590" y="1817742"/>
                  </a:lnTo>
                  <a:lnTo>
                    <a:pt x="3689735" y="1817742"/>
                  </a:lnTo>
                  <a:lnTo>
                    <a:pt x="3689881" y="1817742"/>
                  </a:lnTo>
                  <a:lnTo>
                    <a:pt x="3689881" y="1817118"/>
                  </a:lnTo>
                  <a:lnTo>
                    <a:pt x="3690026" y="1817118"/>
                  </a:lnTo>
                  <a:lnTo>
                    <a:pt x="3690171" y="1817118"/>
                  </a:lnTo>
                  <a:lnTo>
                    <a:pt x="3690317" y="1817118"/>
                  </a:lnTo>
                  <a:lnTo>
                    <a:pt x="3690462" y="1817118"/>
                  </a:lnTo>
                  <a:lnTo>
                    <a:pt x="3690608" y="1817118"/>
                  </a:lnTo>
                  <a:lnTo>
                    <a:pt x="3690753" y="1817118"/>
                  </a:lnTo>
                  <a:lnTo>
                    <a:pt x="3690899" y="1817118"/>
                  </a:lnTo>
                  <a:lnTo>
                    <a:pt x="3690899" y="1816495"/>
                  </a:lnTo>
                  <a:lnTo>
                    <a:pt x="3691044" y="1816495"/>
                  </a:lnTo>
                  <a:lnTo>
                    <a:pt x="3691189" y="1816495"/>
                  </a:lnTo>
                  <a:lnTo>
                    <a:pt x="3691335" y="1816495"/>
                  </a:lnTo>
                  <a:lnTo>
                    <a:pt x="3691480" y="1816495"/>
                  </a:lnTo>
                  <a:lnTo>
                    <a:pt x="3691626" y="1816495"/>
                  </a:lnTo>
                  <a:lnTo>
                    <a:pt x="3691771" y="1816495"/>
                  </a:lnTo>
                  <a:lnTo>
                    <a:pt x="3691917" y="1816495"/>
                  </a:lnTo>
                  <a:lnTo>
                    <a:pt x="3692062" y="1816495"/>
                  </a:lnTo>
                  <a:lnTo>
                    <a:pt x="3692207" y="1816495"/>
                  </a:lnTo>
                  <a:lnTo>
                    <a:pt x="3692353" y="1816495"/>
                  </a:lnTo>
                  <a:lnTo>
                    <a:pt x="3692498" y="1816495"/>
                  </a:lnTo>
                  <a:lnTo>
                    <a:pt x="3692644" y="1816495"/>
                  </a:lnTo>
                  <a:lnTo>
                    <a:pt x="3692789" y="1816495"/>
                  </a:lnTo>
                  <a:lnTo>
                    <a:pt x="3692935" y="1816495"/>
                  </a:lnTo>
                  <a:lnTo>
                    <a:pt x="3693080" y="1816495"/>
                  </a:lnTo>
                  <a:lnTo>
                    <a:pt x="3693225" y="1816495"/>
                  </a:lnTo>
                  <a:lnTo>
                    <a:pt x="3693371" y="1816495"/>
                  </a:lnTo>
                  <a:lnTo>
                    <a:pt x="3693371" y="1815871"/>
                  </a:lnTo>
                  <a:lnTo>
                    <a:pt x="3693516" y="1815871"/>
                  </a:lnTo>
                  <a:lnTo>
                    <a:pt x="3693662" y="1815871"/>
                  </a:lnTo>
                  <a:lnTo>
                    <a:pt x="3693662" y="1815248"/>
                  </a:lnTo>
                  <a:lnTo>
                    <a:pt x="3693662" y="1814624"/>
                  </a:lnTo>
                  <a:lnTo>
                    <a:pt x="3693807" y="1814624"/>
                  </a:lnTo>
                  <a:lnTo>
                    <a:pt x="3693952" y="1814624"/>
                  </a:lnTo>
                  <a:lnTo>
                    <a:pt x="3693952" y="1814000"/>
                  </a:lnTo>
                  <a:lnTo>
                    <a:pt x="3694098" y="1814000"/>
                  </a:lnTo>
                  <a:lnTo>
                    <a:pt x="3694243" y="1814000"/>
                  </a:lnTo>
                  <a:lnTo>
                    <a:pt x="3694389" y="1814000"/>
                  </a:lnTo>
                  <a:lnTo>
                    <a:pt x="3694389" y="1813377"/>
                  </a:lnTo>
                  <a:lnTo>
                    <a:pt x="3694534" y="1813377"/>
                  </a:lnTo>
                  <a:lnTo>
                    <a:pt x="3694680" y="1813377"/>
                  </a:lnTo>
                  <a:lnTo>
                    <a:pt x="3694825" y="1813377"/>
                  </a:lnTo>
                  <a:lnTo>
                    <a:pt x="3694970" y="1813377"/>
                  </a:lnTo>
                  <a:lnTo>
                    <a:pt x="3695116" y="1813377"/>
                  </a:lnTo>
                  <a:lnTo>
                    <a:pt x="3695261" y="1813377"/>
                  </a:lnTo>
                  <a:lnTo>
                    <a:pt x="3695407" y="1813377"/>
                  </a:lnTo>
                  <a:lnTo>
                    <a:pt x="3695552" y="1813377"/>
                  </a:lnTo>
                  <a:lnTo>
                    <a:pt x="3695698" y="1813377"/>
                  </a:lnTo>
                  <a:lnTo>
                    <a:pt x="3695843" y="1813377"/>
                  </a:lnTo>
                  <a:lnTo>
                    <a:pt x="3695988" y="1813377"/>
                  </a:lnTo>
                  <a:lnTo>
                    <a:pt x="3696134" y="1813377"/>
                  </a:lnTo>
                  <a:lnTo>
                    <a:pt x="3696279" y="1813377"/>
                  </a:lnTo>
                  <a:lnTo>
                    <a:pt x="3696425" y="1813377"/>
                  </a:lnTo>
                  <a:lnTo>
                    <a:pt x="3696425" y="1812753"/>
                  </a:lnTo>
                  <a:lnTo>
                    <a:pt x="3696570" y="1812753"/>
                  </a:lnTo>
                  <a:lnTo>
                    <a:pt x="3696716" y="1812753"/>
                  </a:lnTo>
                  <a:lnTo>
                    <a:pt x="3696861" y="1812753"/>
                  </a:lnTo>
                  <a:lnTo>
                    <a:pt x="3697006" y="1812753"/>
                  </a:lnTo>
                  <a:lnTo>
                    <a:pt x="3697152" y="1812753"/>
                  </a:lnTo>
                  <a:lnTo>
                    <a:pt x="3697297" y="1812753"/>
                  </a:lnTo>
                  <a:lnTo>
                    <a:pt x="3697297" y="1812130"/>
                  </a:lnTo>
                  <a:lnTo>
                    <a:pt x="3697297" y="1811506"/>
                  </a:lnTo>
                  <a:lnTo>
                    <a:pt x="3697297" y="1810883"/>
                  </a:lnTo>
                  <a:lnTo>
                    <a:pt x="3697443" y="1810883"/>
                  </a:lnTo>
                  <a:lnTo>
                    <a:pt x="3697443" y="1810259"/>
                  </a:lnTo>
                  <a:lnTo>
                    <a:pt x="3697588" y="1810259"/>
                  </a:lnTo>
                  <a:lnTo>
                    <a:pt x="3697734" y="1810259"/>
                  </a:lnTo>
                  <a:lnTo>
                    <a:pt x="3697879" y="1810259"/>
                  </a:lnTo>
                  <a:lnTo>
                    <a:pt x="3697879" y="1809635"/>
                  </a:lnTo>
                  <a:lnTo>
                    <a:pt x="3698024" y="1809635"/>
                  </a:lnTo>
                  <a:lnTo>
                    <a:pt x="3698170" y="1809635"/>
                  </a:lnTo>
                  <a:lnTo>
                    <a:pt x="3698315" y="1809635"/>
                  </a:lnTo>
                  <a:lnTo>
                    <a:pt x="3698461" y="1809635"/>
                  </a:lnTo>
                  <a:lnTo>
                    <a:pt x="3698606" y="1809635"/>
                  </a:lnTo>
                  <a:lnTo>
                    <a:pt x="3698752" y="1809635"/>
                  </a:lnTo>
                  <a:lnTo>
                    <a:pt x="3698897" y="1809635"/>
                  </a:lnTo>
                  <a:lnTo>
                    <a:pt x="3698897" y="1809012"/>
                  </a:lnTo>
                  <a:lnTo>
                    <a:pt x="3699042" y="1809012"/>
                  </a:lnTo>
                  <a:lnTo>
                    <a:pt x="3699188" y="1809012"/>
                  </a:lnTo>
                  <a:lnTo>
                    <a:pt x="3699333" y="1809012"/>
                  </a:lnTo>
                  <a:lnTo>
                    <a:pt x="3699479" y="1809012"/>
                  </a:lnTo>
                  <a:lnTo>
                    <a:pt x="3699624" y="1809012"/>
                  </a:lnTo>
                  <a:lnTo>
                    <a:pt x="3699770" y="1809012"/>
                  </a:lnTo>
                  <a:lnTo>
                    <a:pt x="3699915" y="1809012"/>
                  </a:lnTo>
                  <a:lnTo>
                    <a:pt x="3699915" y="1808388"/>
                  </a:lnTo>
                  <a:lnTo>
                    <a:pt x="3700060" y="1808388"/>
                  </a:lnTo>
                  <a:lnTo>
                    <a:pt x="3700206" y="1808388"/>
                  </a:lnTo>
                  <a:lnTo>
                    <a:pt x="3700351" y="1808388"/>
                  </a:lnTo>
                  <a:lnTo>
                    <a:pt x="3700497" y="1808388"/>
                  </a:lnTo>
                  <a:lnTo>
                    <a:pt x="3700497" y="1807765"/>
                  </a:lnTo>
                  <a:lnTo>
                    <a:pt x="3700642" y="1807765"/>
                  </a:lnTo>
                  <a:lnTo>
                    <a:pt x="3700642" y="1807141"/>
                  </a:lnTo>
                  <a:lnTo>
                    <a:pt x="3700787" y="1807141"/>
                  </a:lnTo>
                  <a:lnTo>
                    <a:pt x="3700787" y="1806517"/>
                  </a:lnTo>
                  <a:lnTo>
                    <a:pt x="3700933" y="1806517"/>
                  </a:lnTo>
                  <a:lnTo>
                    <a:pt x="3701078" y="1806517"/>
                  </a:lnTo>
                  <a:lnTo>
                    <a:pt x="3701224" y="1806517"/>
                  </a:lnTo>
                  <a:lnTo>
                    <a:pt x="3701369" y="1806517"/>
                  </a:lnTo>
                  <a:lnTo>
                    <a:pt x="3701515" y="1806517"/>
                  </a:lnTo>
                  <a:lnTo>
                    <a:pt x="3701515" y="1805894"/>
                  </a:lnTo>
                  <a:lnTo>
                    <a:pt x="3701660" y="1805894"/>
                  </a:lnTo>
                  <a:lnTo>
                    <a:pt x="3701660" y="1805270"/>
                  </a:lnTo>
                  <a:lnTo>
                    <a:pt x="3701805" y="1805270"/>
                  </a:lnTo>
                  <a:lnTo>
                    <a:pt x="3701951" y="1805270"/>
                  </a:lnTo>
                  <a:lnTo>
                    <a:pt x="3702096" y="1805270"/>
                  </a:lnTo>
                  <a:lnTo>
                    <a:pt x="3702242" y="1805270"/>
                  </a:lnTo>
                  <a:lnTo>
                    <a:pt x="3702387" y="1805270"/>
                  </a:lnTo>
                  <a:lnTo>
                    <a:pt x="3702533" y="1805270"/>
                  </a:lnTo>
                  <a:lnTo>
                    <a:pt x="3702678" y="1805270"/>
                  </a:lnTo>
                  <a:lnTo>
                    <a:pt x="3702823" y="1805270"/>
                  </a:lnTo>
                  <a:lnTo>
                    <a:pt x="3702969" y="1805270"/>
                  </a:lnTo>
                  <a:lnTo>
                    <a:pt x="3703114" y="1805270"/>
                  </a:lnTo>
                  <a:lnTo>
                    <a:pt x="3703114" y="1804647"/>
                  </a:lnTo>
                  <a:lnTo>
                    <a:pt x="3703260" y="1804647"/>
                  </a:lnTo>
                  <a:lnTo>
                    <a:pt x="3703405" y="1804647"/>
                  </a:lnTo>
                  <a:lnTo>
                    <a:pt x="3703551" y="1804647"/>
                  </a:lnTo>
                  <a:lnTo>
                    <a:pt x="3703696" y="1804647"/>
                  </a:lnTo>
                  <a:lnTo>
                    <a:pt x="3703841" y="1804647"/>
                  </a:lnTo>
                  <a:lnTo>
                    <a:pt x="3703841" y="1804023"/>
                  </a:lnTo>
                  <a:lnTo>
                    <a:pt x="3703987" y="1804023"/>
                  </a:lnTo>
                  <a:lnTo>
                    <a:pt x="3704132" y="1804023"/>
                  </a:lnTo>
                  <a:lnTo>
                    <a:pt x="3704278" y="1804023"/>
                  </a:lnTo>
                  <a:lnTo>
                    <a:pt x="3704423" y="1804023"/>
                  </a:lnTo>
                  <a:lnTo>
                    <a:pt x="3704569" y="1804023"/>
                  </a:lnTo>
                  <a:lnTo>
                    <a:pt x="3704714" y="1804023"/>
                  </a:lnTo>
                  <a:lnTo>
                    <a:pt x="3704714" y="1803400"/>
                  </a:lnTo>
                  <a:lnTo>
                    <a:pt x="3704859" y="1803400"/>
                  </a:lnTo>
                  <a:lnTo>
                    <a:pt x="3705005" y="1803400"/>
                  </a:lnTo>
                  <a:lnTo>
                    <a:pt x="3705150" y="1803400"/>
                  </a:lnTo>
                  <a:lnTo>
                    <a:pt x="3705296" y="1803400"/>
                  </a:lnTo>
                  <a:lnTo>
                    <a:pt x="3705441" y="1803400"/>
                  </a:lnTo>
                  <a:lnTo>
                    <a:pt x="3705441" y="1802776"/>
                  </a:lnTo>
                  <a:lnTo>
                    <a:pt x="3705587" y="1802776"/>
                  </a:lnTo>
                  <a:lnTo>
                    <a:pt x="3705732" y="1802776"/>
                  </a:lnTo>
                  <a:lnTo>
                    <a:pt x="3705877" y="1802776"/>
                  </a:lnTo>
                  <a:lnTo>
                    <a:pt x="3706023" y="1802776"/>
                  </a:lnTo>
                  <a:lnTo>
                    <a:pt x="3706023" y="1802152"/>
                  </a:lnTo>
                  <a:lnTo>
                    <a:pt x="3706168" y="1802152"/>
                  </a:lnTo>
                  <a:lnTo>
                    <a:pt x="3706314" y="1802152"/>
                  </a:lnTo>
                  <a:lnTo>
                    <a:pt x="3706314" y="1801529"/>
                  </a:lnTo>
                  <a:lnTo>
                    <a:pt x="3706459" y="1801529"/>
                  </a:lnTo>
                  <a:lnTo>
                    <a:pt x="3706605" y="1801529"/>
                  </a:lnTo>
                  <a:lnTo>
                    <a:pt x="3706750" y="1801529"/>
                  </a:lnTo>
                  <a:lnTo>
                    <a:pt x="3706895" y="1801529"/>
                  </a:lnTo>
                  <a:lnTo>
                    <a:pt x="3707041" y="1801529"/>
                  </a:lnTo>
                  <a:lnTo>
                    <a:pt x="3707186" y="1801529"/>
                  </a:lnTo>
                  <a:lnTo>
                    <a:pt x="3707186" y="1800905"/>
                  </a:lnTo>
                  <a:lnTo>
                    <a:pt x="3707332" y="1800905"/>
                  </a:lnTo>
                  <a:lnTo>
                    <a:pt x="3707477" y="1800905"/>
                  </a:lnTo>
                  <a:lnTo>
                    <a:pt x="3707622" y="1800905"/>
                  </a:lnTo>
                  <a:lnTo>
                    <a:pt x="3707768" y="1800905"/>
                  </a:lnTo>
                  <a:lnTo>
                    <a:pt x="3707913" y="1800905"/>
                  </a:lnTo>
                  <a:lnTo>
                    <a:pt x="3707913" y="1800282"/>
                  </a:lnTo>
                  <a:lnTo>
                    <a:pt x="3708059" y="1800282"/>
                  </a:lnTo>
                  <a:lnTo>
                    <a:pt x="3708204" y="1800282"/>
                  </a:lnTo>
                  <a:lnTo>
                    <a:pt x="3708350" y="1800282"/>
                  </a:lnTo>
                  <a:lnTo>
                    <a:pt x="3708495" y="1800282"/>
                  </a:lnTo>
                  <a:lnTo>
                    <a:pt x="3708640" y="1800282"/>
                  </a:lnTo>
                  <a:lnTo>
                    <a:pt x="3708786" y="1800282"/>
                  </a:lnTo>
                  <a:lnTo>
                    <a:pt x="3708931" y="1800282"/>
                  </a:lnTo>
                  <a:lnTo>
                    <a:pt x="3709077" y="1800282"/>
                  </a:lnTo>
                  <a:lnTo>
                    <a:pt x="3709222" y="1800282"/>
                  </a:lnTo>
                  <a:lnTo>
                    <a:pt x="3709368" y="1800282"/>
                  </a:lnTo>
                  <a:lnTo>
                    <a:pt x="3709368" y="1799658"/>
                  </a:lnTo>
                  <a:lnTo>
                    <a:pt x="3709368" y="1799034"/>
                  </a:lnTo>
                  <a:lnTo>
                    <a:pt x="3709368" y="1798411"/>
                  </a:lnTo>
                  <a:lnTo>
                    <a:pt x="3709513" y="1798411"/>
                  </a:lnTo>
                  <a:lnTo>
                    <a:pt x="3709658" y="1798411"/>
                  </a:lnTo>
                  <a:lnTo>
                    <a:pt x="3709804" y="1798411"/>
                  </a:lnTo>
                  <a:lnTo>
                    <a:pt x="3709949" y="1798411"/>
                  </a:lnTo>
                  <a:lnTo>
                    <a:pt x="3710095" y="1798411"/>
                  </a:lnTo>
                  <a:lnTo>
                    <a:pt x="3710240" y="1798411"/>
                  </a:lnTo>
                  <a:lnTo>
                    <a:pt x="3710240" y="1797787"/>
                  </a:lnTo>
                  <a:lnTo>
                    <a:pt x="3710386" y="1797787"/>
                  </a:lnTo>
                  <a:lnTo>
                    <a:pt x="3710531" y="1797787"/>
                  </a:lnTo>
                  <a:lnTo>
                    <a:pt x="3710676" y="1797787"/>
                  </a:lnTo>
                  <a:lnTo>
                    <a:pt x="3710822" y="1797787"/>
                  </a:lnTo>
                  <a:lnTo>
                    <a:pt x="3710967" y="1797787"/>
                  </a:lnTo>
                  <a:lnTo>
                    <a:pt x="3711113" y="1797787"/>
                  </a:lnTo>
                  <a:lnTo>
                    <a:pt x="3711258" y="1797787"/>
                  </a:lnTo>
                  <a:lnTo>
                    <a:pt x="3711404" y="1797787"/>
                  </a:lnTo>
                  <a:lnTo>
                    <a:pt x="3711549" y="1797787"/>
                  </a:lnTo>
                  <a:lnTo>
                    <a:pt x="3711694" y="1797787"/>
                  </a:lnTo>
                  <a:lnTo>
                    <a:pt x="3711840" y="1797787"/>
                  </a:lnTo>
                  <a:lnTo>
                    <a:pt x="3711985" y="1797787"/>
                  </a:lnTo>
                  <a:lnTo>
                    <a:pt x="3712131" y="1797787"/>
                  </a:lnTo>
                  <a:lnTo>
                    <a:pt x="3712276" y="1797787"/>
                  </a:lnTo>
                  <a:lnTo>
                    <a:pt x="3712422" y="1797787"/>
                  </a:lnTo>
                  <a:lnTo>
                    <a:pt x="3712567" y="1797787"/>
                  </a:lnTo>
                  <a:lnTo>
                    <a:pt x="3712712" y="1797787"/>
                  </a:lnTo>
                  <a:lnTo>
                    <a:pt x="3712858" y="1797787"/>
                  </a:lnTo>
                  <a:lnTo>
                    <a:pt x="3713003" y="1797787"/>
                  </a:lnTo>
                  <a:lnTo>
                    <a:pt x="3713149" y="1797787"/>
                  </a:lnTo>
                  <a:lnTo>
                    <a:pt x="3713149" y="1797164"/>
                  </a:lnTo>
                  <a:lnTo>
                    <a:pt x="3713294" y="1797164"/>
                  </a:lnTo>
                  <a:lnTo>
                    <a:pt x="3713439" y="1797164"/>
                  </a:lnTo>
                  <a:lnTo>
                    <a:pt x="3713439" y="1796540"/>
                  </a:lnTo>
                  <a:lnTo>
                    <a:pt x="3713585" y="1796540"/>
                  </a:lnTo>
                  <a:lnTo>
                    <a:pt x="3713730" y="1796540"/>
                  </a:lnTo>
                  <a:lnTo>
                    <a:pt x="3713876" y="1796540"/>
                  </a:lnTo>
                  <a:lnTo>
                    <a:pt x="3714021" y="1796540"/>
                  </a:lnTo>
                  <a:lnTo>
                    <a:pt x="3714167" y="1796540"/>
                  </a:lnTo>
                  <a:lnTo>
                    <a:pt x="3714312" y="1796540"/>
                  </a:lnTo>
                  <a:lnTo>
                    <a:pt x="3714312" y="1795917"/>
                  </a:lnTo>
                  <a:lnTo>
                    <a:pt x="3714457" y="1795917"/>
                  </a:lnTo>
                  <a:lnTo>
                    <a:pt x="3714603" y="1795917"/>
                  </a:lnTo>
                  <a:lnTo>
                    <a:pt x="3714748" y="1795917"/>
                  </a:lnTo>
                  <a:lnTo>
                    <a:pt x="3714894" y="1795917"/>
                  </a:lnTo>
                  <a:lnTo>
                    <a:pt x="3715039" y="1795917"/>
                  </a:lnTo>
                  <a:lnTo>
                    <a:pt x="3715185" y="1795917"/>
                  </a:lnTo>
                  <a:lnTo>
                    <a:pt x="3715330" y="1795917"/>
                  </a:lnTo>
                  <a:lnTo>
                    <a:pt x="3715475" y="1795917"/>
                  </a:lnTo>
                  <a:lnTo>
                    <a:pt x="3715621" y="1795917"/>
                  </a:lnTo>
                  <a:lnTo>
                    <a:pt x="3715766" y="1795917"/>
                  </a:lnTo>
                  <a:lnTo>
                    <a:pt x="3715912" y="1795917"/>
                  </a:lnTo>
                  <a:lnTo>
                    <a:pt x="3716057" y="1795917"/>
                  </a:lnTo>
                  <a:lnTo>
                    <a:pt x="3716203" y="1795917"/>
                  </a:lnTo>
                  <a:lnTo>
                    <a:pt x="3716348" y="1795917"/>
                  </a:lnTo>
                  <a:lnTo>
                    <a:pt x="3716493" y="1795917"/>
                  </a:lnTo>
                  <a:lnTo>
                    <a:pt x="3716639" y="1795917"/>
                  </a:lnTo>
                  <a:lnTo>
                    <a:pt x="3716639" y="1795293"/>
                  </a:lnTo>
                  <a:lnTo>
                    <a:pt x="3716784" y="1795293"/>
                  </a:lnTo>
                  <a:lnTo>
                    <a:pt x="3716930" y="1795293"/>
                  </a:lnTo>
                  <a:lnTo>
                    <a:pt x="3717075" y="1795293"/>
                  </a:lnTo>
                  <a:lnTo>
                    <a:pt x="3717221" y="1795293"/>
                  </a:lnTo>
                  <a:lnTo>
                    <a:pt x="3717366" y="1795293"/>
                  </a:lnTo>
                  <a:lnTo>
                    <a:pt x="3717511" y="1795293"/>
                  </a:lnTo>
                  <a:lnTo>
                    <a:pt x="3717657" y="1795293"/>
                  </a:lnTo>
                  <a:lnTo>
                    <a:pt x="3717802" y="1795293"/>
                  </a:lnTo>
                  <a:lnTo>
                    <a:pt x="3717948" y="1795293"/>
                  </a:lnTo>
                  <a:lnTo>
                    <a:pt x="3718093" y="1795293"/>
                  </a:lnTo>
                  <a:lnTo>
                    <a:pt x="3718239" y="1795293"/>
                  </a:lnTo>
                  <a:lnTo>
                    <a:pt x="3718384" y="1795293"/>
                  </a:lnTo>
                  <a:lnTo>
                    <a:pt x="3718529" y="1795293"/>
                  </a:lnTo>
                  <a:lnTo>
                    <a:pt x="3718675" y="1795293"/>
                  </a:lnTo>
                  <a:lnTo>
                    <a:pt x="3718820" y="1795293"/>
                  </a:lnTo>
                  <a:lnTo>
                    <a:pt x="3718966" y="1795293"/>
                  </a:lnTo>
                  <a:lnTo>
                    <a:pt x="3719111" y="1795293"/>
                  </a:lnTo>
                  <a:lnTo>
                    <a:pt x="3719257" y="1795293"/>
                  </a:lnTo>
                  <a:lnTo>
                    <a:pt x="3719402" y="1795293"/>
                  </a:lnTo>
                  <a:lnTo>
                    <a:pt x="3719547" y="1795293"/>
                  </a:lnTo>
                  <a:lnTo>
                    <a:pt x="3719693" y="1795293"/>
                  </a:lnTo>
                  <a:lnTo>
                    <a:pt x="3719838" y="1795293"/>
                  </a:lnTo>
                  <a:lnTo>
                    <a:pt x="3719984" y="1795293"/>
                  </a:lnTo>
                  <a:lnTo>
                    <a:pt x="3720129" y="1795293"/>
                  </a:lnTo>
                  <a:lnTo>
                    <a:pt x="3720274" y="1795293"/>
                  </a:lnTo>
                  <a:lnTo>
                    <a:pt x="3720420" y="1795293"/>
                  </a:lnTo>
                  <a:lnTo>
                    <a:pt x="3720420" y="1794669"/>
                  </a:lnTo>
                  <a:lnTo>
                    <a:pt x="3720565" y="1794669"/>
                  </a:lnTo>
                  <a:lnTo>
                    <a:pt x="3720711" y="1794669"/>
                  </a:lnTo>
                  <a:lnTo>
                    <a:pt x="3720856" y="1794669"/>
                  </a:lnTo>
                  <a:lnTo>
                    <a:pt x="3720856" y="1794046"/>
                  </a:lnTo>
                  <a:lnTo>
                    <a:pt x="3720856" y="1793422"/>
                  </a:lnTo>
                  <a:lnTo>
                    <a:pt x="3720856" y="1792799"/>
                  </a:lnTo>
                  <a:lnTo>
                    <a:pt x="3720856" y="1792175"/>
                  </a:lnTo>
                  <a:lnTo>
                    <a:pt x="3721002" y="1792175"/>
                  </a:lnTo>
                  <a:lnTo>
                    <a:pt x="3721147" y="1792175"/>
                  </a:lnTo>
                  <a:lnTo>
                    <a:pt x="3721147" y="1791552"/>
                  </a:lnTo>
                  <a:lnTo>
                    <a:pt x="3721292" y="1791552"/>
                  </a:lnTo>
                  <a:lnTo>
                    <a:pt x="3721438" y="1791552"/>
                  </a:lnTo>
                  <a:lnTo>
                    <a:pt x="3721583" y="1791552"/>
                  </a:lnTo>
                  <a:lnTo>
                    <a:pt x="3721729" y="1791552"/>
                  </a:lnTo>
                  <a:lnTo>
                    <a:pt x="3721874" y="1791552"/>
                  </a:lnTo>
                  <a:lnTo>
                    <a:pt x="3722020" y="1791552"/>
                  </a:lnTo>
                  <a:lnTo>
                    <a:pt x="3722020" y="1790928"/>
                  </a:lnTo>
                  <a:lnTo>
                    <a:pt x="3722165" y="1790928"/>
                  </a:lnTo>
                  <a:lnTo>
                    <a:pt x="3722310" y="1790928"/>
                  </a:lnTo>
                  <a:lnTo>
                    <a:pt x="3722456" y="1790928"/>
                  </a:lnTo>
                  <a:lnTo>
                    <a:pt x="3722601" y="1790928"/>
                  </a:lnTo>
                  <a:lnTo>
                    <a:pt x="3722601" y="1790304"/>
                  </a:lnTo>
                  <a:lnTo>
                    <a:pt x="3722601" y="1789681"/>
                  </a:lnTo>
                  <a:lnTo>
                    <a:pt x="3722747" y="1789681"/>
                  </a:lnTo>
                  <a:lnTo>
                    <a:pt x="3722747" y="1789057"/>
                  </a:lnTo>
                  <a:lnTo>
                    <a:pt x="3722892" y="1789057"/>
                  </a:lnTo>
                  <a:lnTo>
                    <a:pt x="3723038" y="1789057"/>
                  </a:lnTo>
                  <a:lnTo>
                    <a:pt x="3723038" y="1788434"/>
                  </a:lnTo>
                  <a:lnTo>
                    <a:pt x="3723183" y="1788434"/>
                  </a:lnTo>
                  <a:lnTo>
                    <a:pt x="3723328" y="1788434"/>
                  </a:lnTo>
                  <a:lnTo>
                    <a:pt x="3723474" y="1788434"/>
                  </a:lnTo>
                  <a:lnTo>
                    <a:pt x="3723474" y="1787810"/>
                  </a:lnTo>
                  <a:lnTo>
                    <a:pt x="3723619" y="1787810"/>
                  </a:lnTo>
                  <a:lnTo>
                    <a:pt x="3723765" y="1787810"/>
                  </a:lnTo>
                  <a:lnTo>
                    <a:pt x="3723910" y="1787810"/>
                  </a:lnTo>
                  <a:lnTo>
                    <a:pt x="3723910" y="1787186"/>
                  </a:lnTo>
                  <a:lnTo>
                    <a:pt x="3723910" y="1786563"/>
                  </a:lnTo>
                  <a:lnTo>
                    <a:pt x="3724056" y="1786563"/>
                  </a:lnTo>
                  <a:lnTo>
                    <a:pt x="3724201" y="1786563"/>
                  </a:lnTo>
                  <a:lnTo>
                    <a:pt x="3724346" y="1786563"/>
                  </a:lnTo>
                  <a:lnTo>
                    <a:pt x="3724492" y="1786563"/>
                  </a:lnTo>
                  <a:lnTo>
                    <a:pt x="3724637" y="1786563"/>
                  </a:lnTo>
                  <a:lnTo>
                    <a:pt x="3724783" y="1786563"/>
                  </a:lnTo>
                  <a:lnTo>
                    <a:pt x="3724928" y="1786563"/>
                  </a:lnTo>
                  <a:lnTo>
                    <a:pt x="3725074" y="1786563"/>
                  </a:lnTo>
                  <a:lnTo>
                    <a:pt x="3725074" y="1785939"/>
                  </a:lnTo>
                  <a:lnTo>
                    <a:pt x="3725219" y="1785939"/>
                  </a:lnTo>
                  <a:lnTo>
                    <a:pt x="3725364" y="1785939"/>
                  </a:lnTo>
                  <a:lnTo>
                    <a:pt x="3725510" y="1785939"/>
                  </a:lnTo>
                  <a:lnTo>
                    <a:pt x="3725655" y="1785939"/>
                  </a:lnTo>
                  <a:lnTo>
                    <a:pt x="3725801" y="1785939"/>
                  </a:lnTo>
                  <a:lnTo>
                    <a:pt x="3725801" y="1785316"/>
                  </a:lnTo>
                  <a:lnTo>
                    <a:pt x="3725946" y="1785316"/>
                  </a:lnTo>
                  <a:lnTo>
                    <a:pt x="3725946" y="1784692"/>
                  </a:lnTo>
                  <a:lnTo>
                    <a:pt x="3726092" y="1784692"/>
                  </a:lnTo>
                  <a:lnTo>
                    <a:pt x="3726237" y="1784692"/>
                  </a:lnTo>
                  <a:lnTo>
                    <a:pt x="3726382" y="1784692"/>
                  </a:lnTo>
                  <a:lnTo>
                    <a:pt x="3726528" y="1784692"/>
                  </a:lnTo>
                  <a:lnTo>
                    <a:pt x="3726673" y="1784692"/>
                  </a:lnTo>
                  <a:lnTo>
                    <a:pt x="3726673" y="1784069"/>
                  </a:lnTo>
                  <a:lnTo>
                    <a:pt x="3726819" y="1784069"/>
                  </a:lnTo>
                  <a:lnTo>
                    <a:pt x="3726964" y="1784069"/>
                  </a:lnTo>
                  <a:lnTo>
                    <a:pt x="3727109" y="1784069"/>
                  </a:lnTo>
                  <a:lnTo>
                    <a:pt x="3727255" y="1784069"/>
                  </a:lnTo>
                  <a:lnTo>
                    <a:pt x="3727400" y="1784069"/>
                  </a:lnTo>
                  <a:lnTo>
                    <a:pt x="3727546" y="1784069"/>
                  </a:lnTo>
                  <a:lnTo>
                    <a:pt x="3727691" y="1784069"/>
                  </a:lnTo>
                  <a:lnTo>
                    <a:pt x="3727837" y="1784069"/>
                  </a:lnTo>
                  <a:lnTo>
                    <a:pt x="3727982" y="1784069"/>
                  </a:lnTo>
                  <a:lnTo>
                    <a:pt x="3728127" y="1784069"/>
                  </a:lnTo>
                  <a:lnTo>
                    <a:pt x="3728273" y="1784069"/>
                  </a:lnTo>
                  <a:lnTo>
                    <a:pt x="3728418" y="1784069"/>
                  </a:lnTo>
                  <a:lnTo>
                    <a:pt x="3728418" y="1783445"/>
                  </a:lnTo>
                  <a:lnTo>
                    <a:pt x="3728564" y="1783445"/>
                  </a:lnTo>
                  <a:lnTo>
                    <a:pt x="3728709" y="1783445"/>
                  </a:lnTo>
                  <a:lnTo>
                    <a:pt x="3728855" y="1783445"/>
                  </a:lnTo>
                  <a:lnTo>
                    <a:pt x="3729000" y="1783445"/>
                  </a:lnTo>
                  <a:lnTo>
                    <a:pt x="3729145" y="1783445"/>
                  </a:lnTo>
                  <a:lnTo>
                    <a:pt x="3729291" y="1783445"/>
                  </a:lnTo>
                  <a:lnTo>
                    <a:pt x="3729436" y="1783445"/>
                  </a:lnTo>
                  <a:lnTo>
                    <a:pt x="3729582" y="1783445"/>
                  </a:lnTo>
                  <a:lnTo>
                    <a:pt x="3729582" y="1782821"/>
                  </a:lnTo>
                  <a:lnTo>
                    <a:pt x="3729727" y="1782821"/>
                  </a:lnTo>
                  <a:lnTo>
                    <a:pt x="3729873" y="1782821"/>
                  </a:lnTo>
                  <a:lnTo>
                    <a:pt x="3730018" y="1782821"/>
                  </a:lnTo>
                  <a:lnTo>
                    <a:pt x="3730163" y="1782821"/>
                  </a:lnTo>
                  <a:lnTo>
                    <a:pt x="3730309" y="1782821"/>
                  </a:lnTo>
                  <a:lnTo>
                    <a:pt x="3730454" y="1782821"/>
                  </a:lnTo>
                  <a:lnTo>
                    <a:pt x="3730454" y="1782198"/>
                  </a:lnTo>
                  <a:lnTo>
                    <a:pt x="3730600" y="1782198"/>
                  </a:lnTo>
                  <a:lnTo>
                    <a:pt x="3730745" y="1782198"/>
                  </a:lnTo>
                  <a:lnTo>
                    <a:pt x="3730891" y="1782198"/>
                  </a:lnTo>
                  <a:lnTo>
                    <a:pt x="3731036" y="1782198"/>
                  </a:lnTo>
                  <a:lnTo>
                    <a:pt x="3731181" y="1782198"/>
                  </a:lnTo>
                  <a:lnTo>
                    <a:pt x="3731327" y="1782198"/>
                  </a:lnTo>
                  <a:lnTo>
                    <a:pt x="3731472" y="1782198"/>
                  </a:lnTo>
                  <a:lnTo>
                    <a:pt x="3731618" y="1782198"/>
                  </a:lnTo>
                  <a:lnTo>
                    <a:pt x="3731763" y="1782198"/>
                  </a:lnTo>
                  <a:lnTo>
                    <a:pt x="3731763" y="1781574"/>
                  </a:lnTo>
                  <a:lnTo>
                    <a:pt x="3731909" y="1781574"/>
                  </a:lnTo>
                  <a:lnTo>
                    <a:pt x="3732054" y="1781574"/>
                  </a:lnTo>
                  <a:lnTo>
                    <a:pt x="3732199" y="1781574"/>
                  </a:lnTo>
                  <a:lnTo>
                    <a:pt x="3732345" y="1781574"/>
                  </a:lnTo>
                  <a:lnTo>
                    <a:pt x="3732490" y="1781574"/>
                  </a:lnTo>
                  <a:lnTo>
                    <a:pt x="3732490" y="1780951"/>
                  </a:lnTo>
                  <a:lnTo>
                    <a:pt x="3732636" y="1780951"/>
                  </a:lnTo>
                  <a:lnTo>
                    <a:pt x="3732781" y="1780951"/>
                  </a:lnTo>
                  <a:lnTo>
                    <a:pt x="3732927" y="1780951"/>
                  </a:lnTo>
                  <a:lnTo>
                    <a:pt x="3733072" y="1780951"/>
                  </a:lnTo>
                  <a:lnTo>
                    <a:pt x="3733217" y="1780951"/>
                  </a:lnTo>
                  <a:lnTo>
                    <a:pt x="3733363" y="1780951"/>
                  </a:lnTo>
                  <a:lnTo>
                    <a:pt x="3733508" y="1780951"/>
                  </a:lnTo>
                  <a:lnTo>
                    <a:pt x="3733654" y="1780951"/>
                  </a:lnTo>
                  <a:lnTo>
                    <a:pt x="3733799" y="1780951"/>
                  </a:lnTo>
                  <a:lnTo>
                    <a:pt x="3733944" y="1780951"/>
                  </a:lnTo>
                  <a:lnTo>
                    <a:pt x="3734090" y="1780951"/>
                  </a:lnTo>
                  <a:lnTo>
                    <a:pt x="3734235" y="1780951"/>
                  </a:lnTo>
                  <a:lnTo>
                    <a:pt x="3734381" y="1780951"/>
                  </a:lnTo>
                  <a:lnTo>
                    <a:pt x="3734526" y="1780951"/>
                  </a:lnTo>
                  <a:lnTo>
                    <a:pt x="3734672" y="1780951"/>
                  </a:lnTo>
                  <a:lnTo>
                    <a:pt x="3734817" y="1780951"/>
                  </a:lnTo>
                  <a:lnTo>
                    <a:pt x="3734962" y="1780951"/>
                  </a:lnTo>
                  <a:lnTo>
                    <a:pt x="3735108" y="1780951"/>
                  </a:lnTo>
                  <a:lnTo>
                    <a:pt x="3735253" y="1780951"/>
                  </a:lnTo>
                  <a:lnTo>
                    <a:pt x="3735253" y="1780327"/>
                  </a:lnTo>
                  <a:lnTo>
                    <a:pt x="3735399" y="1780327"/>
                  </a:lnTo>
                  <a:lnTo>
                    <a:pt x="3735544" y="1780327"/>
                  </a:lnTo>
                  <a:lnTo>
                    <a:pt x="3735690" y="1780327"/>
                  </a:lnTo>
                  <a:lnTo>
                    <a:pt x="3735835" y="1780327"/>
                  </a:lnTo>
                  <a:lnTo>
                    <a:pt x="3735980" y="1780327"/>
                  </a:lnTo>
                  <a:lnTo>
                    <a:pt x="3736126" y="1780327"/>
                  </a:lnTo>
                  <a:lnTo>
                    <a:pt x="3736271" y="1780327"/>
                  </a:lnTo>
                  <a:lnTo>
                    <a:pt x="3736417" y="1780327"/>
                  </a:lnTo>
                  <a:lnTo>
                    <a:pt x="3736562" y="1780327"/>
                  </a:lnTo>
                  <a:lnTo>
                    <a:pt x="3736708" y="1780327"/>
                  </a:lnTo>
                  <a:lnTo>
                    <a:pt x="3736853" y="1780327"/>
                  </a:lnTo>
                  <a:lnTo>
                    <a:pt x="3736853" y="1779703"/>
                  </a:lnTo>
                  <a:lnTo>
                    <a:pt x="3736998" y="1779703"/>
                  </a:lnTo>
                  <a:lnTo>
                    <a:pt x="3737144" y="1779703"/>
                  </a:lnTo>
                  <a:lnTo>
                    <a:pt x="3737289" y="1779703"/>
                  </a:lnTo>
                  <a:lnTo>
                    <a:pt x="3737435" y="1779703"/>
                  </a:lnTo>
                  <a:lnTo>
                    <a:pt x="3737580" y="1779703"/>
                  </a:lnTo>
                  <a:lnTo>
                    <a:pt x="3737726" y="1779703"/>
                  </a:lnTo>
                  <a:lnTo>
                    <a:pt x="3737726" y="1779080"/>
                  </a:lnTo>
                  <a:lnTo>
                    <a:pt x="3737871" y="1779080"/>
                  </a:lnTo>
                  <a:lnTo>
                    <a:pt x="3737871" y="1778456"/>
                  </a:lnTo>
                  <a:lnTo>
                    <a:pt x="3737871" y="1777833"/>
                  </a:lnTo>
                  <a:lnTo>
                    <a:pt x="3738016" y="1777833"/>
                  </a:lnTo>
                  <a:lnTo>
                    <a:pt x="3738162" y="1777833"/>
                  </a:lnTo>
                  <a:lnTo>
                    <a:pt x="3738307" y="1777833"/>
                  </a:lnTo>
                  <a:lnTo>
                    <a:pt x="3738453" y="1777833"/>
                  </a:lnTo>
                  <a:lnTo>
                    <a:pt x="3738598" y="1777833"/>
                  </a:lnTo>
                  <a:lnTo>
                    <a:pt x="3738744" y="1777833"/>
                  </a:lnTo>
                  <a:lnTo>
                    <a:pt x="3738889" y="1777833"/>
                  </a:lnTo>
                  <a:lnTo>
                    <a:pt x="3739034" y="1777833"/>
                  </a:lnTo>
                  <a:lnTo>
                    <a:pt x="3739180" y="1777833"/>
                  </a:lnTo>
                  <a:lnTo>
                    <a:pt x="3739325" y="1777833"/>
                  </a:lnTo>
                  <a:lnTo>
                    <a:pt x="3739471" y="1777833"/>
                  </a:lnTo>
                  <a:lnTo>
                    <a:pt x="3739616" y="1777833"/>
                  </a:lnTo>
                  <a:lnTo>
                    <a:pt x="3739762" y="1777833"/>
                  </a:lnTo>
                  <a:lnTo>
                    <a:pt x="3739907" y="1777833"/>
                  </a:lnTo>
                  <a:lnTo>
                    <a:pt x="3739907" y="1777209"/>
                  </a:lnTo>
                  <a:lnTo>
                    <a:pt x="3740052" y="1777209"/>
                  </a:lnTo>
                  <a:lnTo>
                    <a:pt x="3740198" y="1777209"/>
                  </a:lnTo>
                  <a:lnTo>
                    <a:pt x="3740343" y="1777209"/>
                  </a:lnTo>
                  <a:lnTo>
                    <a:pt x="3740489" y="1777209"/>
                  </a:lnTo>
                  <a:lnTo>
                    <a:pt x="3740634" y="1777209"/>
                  </a:lnTo>
                  <a:lnTo>
                    <a:pt x="3740779" y="1777209"/>
                  </a:lnTo>
                  <a:lnTo>
                    <a:pt x="3740925" y="1777209"/>
                  </a:lnTo>
                  <a:lnTo>
                    <a:pt x="3741070" y="1777209"/>
                  </a:lnTo>
                  <a:lnTo>
                    <a:pt x="3741216" y="1777209"/>
                  </a:lnTo>
                  <a:lnTo>
                    <a:pt x="3741361" y="1777209"/>
                  </a:lnTo>
                  <a:lnTo>
                    <a:pt x="3741507" y="1777209"/>
                  </a:lnTo>
                  <a:lnTo>
                    <a:pt x="3741652" y="1777209"/>
                  </a:lnTo>
                  <a:lnTo>
                    <a:pt x="3741797" y="1777209"/>
                  </a:lnTo>
                  <a:lnTo>
                    <a:pt x="3741943" y="1777209"/>
                  </a:lnTo>
                  <a:lnTo>
                    <a:pt x="3742088" y="1777209"/>
                  </a:lnTo>
                  <a:lnTo>
                    <a:pt x="3742088" y="1776586"/>
                  </a:lnTo>
                  <a:lnTo>
                    <a:pt x="3742088" y="1775962"/>
                  </a:lnTo>
                  <a:lnTo>
                    <a:pt x="3742234" y="1775962"/>
                  </a:lnTo>
                  <a:lnTo>
                    <a:pt x="3742234" y="1775338"/>
                  </a:lnTo>
                  <a:lnTo>
                    <a:pt x="3742379" y="1775338"/>
                  </a:lnTo>
                  <a:lnTo>
                    <a:pt x="3742525" y="1775338"/>
                  </a:lnTo>
                  <a:lnTo>
                    <a:pt x="3742670" y="1775338"/>
                  </a:lnTo>
                  <a:lnTo>
                    <a:pt x="3742815" y="1775338"/>
                  </a:lnTo>
                  <a:lnTo>
                    <a:pt x="3742961" y="1775338"/>
                  </a:lnTo>
                  <a:lnTo>
                    <a:pt x="3743106" y="1775338"/>
                  </a:lnTo>
                  <a:lnTo>
                    <a:pt x="3743252" y="1775338"/>
                  </a:lnTo>
                  <a:lnTo>
                    <a:pt x="3743397" y="1775338"/>
                  </a:lnTo>
                  <a:lnTo>
                    <a:pt x="3743543" y="1775338"/>
                  </a:lnTo>
                  <a:lnTo>
                    <a:pt x="3743688" y="1775338"/>
                  </a:lnTo>
                  <a:lnTo>
                    <a:pt x="3743833" y="1775338"/>
                  </a:lnTo>
                  <a:lnTo>
                    <a:pt x="3743833" y="1774715"/>
                  </a:lnTo>
                  <a:lnTo>
                    <a:pt x="3743979" y="1774715"/>
                  </a:lnTo>
                  <a:lnTo>
                    <a:pt x="3744124" y="1774715"/>
                  </a:lnTo>
                  <a:lnTo>
                    <a:pt x="3744270" y="1774715"/>
                  </a:lnTo>
                  <a:lnTo>
                    <a:pt x="3744415" y="1774715"/>
                  </a:lnTo>
                  <a:lnTo>
                    <a:pt x="3744561" y="1774715"/>
                  </a:lnTo>
                  <a:lnTo>
                    <a:pt x="3744706" y="1774715"/>
                  </a:lnTo>
                  <a:lnTo>
                    <a:pt x="3744851" y="1774715"/>
                  </a:lnTo>
                  <a:lnTo>
                    <a:pt x="3744997" y="1774715"/>
                  </a:lnTo>
                  <a:lnTo>
                    <a:pt x="3745142" y="1774715"/>
                  </a:lnTo>
                  <a:lnTo>
                    <a:pt x="3745288" y="1774715"/>
                  </a:lnTo>
                  <a:lnTo>
                    <a:pt x="3745433" y="1774715"/>
                  </a:lnTo>
                  <a:lnTo>
                    <a:pt x="3745579" y="1774715"/>
                  </a:lnTo>
                  <a:lnTo>
                    <a:pt x="3745724" y="1774715"/>
                  </a:lnTo>
                  <a:lnTo>
                    <a:pt x="3745869" y="1774715"/>
                  </a:lnTo>
                  <a:lnTo>
                    <a:pt x="3746015" y="1774715"/>
                  </a:lnTo>
                  <a:lnTo>
                    <a:pt x="3746160" y="1774715"/>
                  </a:lnTo>
                  <a:lnTo>
                    <a:pt x="3746306" y="1774715"/>
                  </a:lnTo>
                  <a:lnTo>
                    <a:pt x="3746451" y="1774715"/>
                  </a:lnTo>
                  <a:lnTo>
                    <a:pt x="3746597" y="1774715"/>
                  </a:lnTo>
                  <a:lnTo>
                    <a:pt x="3746742" y="1774715"/>
                  </a:lnTo>
                  <a:lnTo>
                    <a:pt x="3746887" y="1774715"/>
                  </a:lnTo>
                  <a:lnTo>
                    <a:pt x="3747033" y="1774715"/>
                  </a:lnTo>
                  <a:lnTo>
                    <a:pt x="3747178" y="1774715"/>
                  </a:lnTo>
                  <a:lnTo>
                    <a:pt x="3747324" y="1774715"/>
                  </a:lnTo>
                  <a:lnTo>
                    <a:pt x="3747469" y="1774715"/>
                  </a:lnTo>
                  <a:lnTo>
                    <a:pt x="3747614" y="1774715"/>
                  </a:lnTo>
                  <a:lnTo>
                    <a:pt x="3747760" y="1774715"/>
                  </a:lnTo>
                  <a:lnTo>
                    <a:pt x="3747760" y="1774091"/>
                  </a:lnTo>
                  <a:lnTo>
                    <a:pt x="3747760" y="1773468"/>
                  </a:lnTo>
                  <a:lnTo>
                    <a:pt x="3747905" y="1773468"/>
                  </a:lnTo>
                  <a:lnTo>
                    <a:pt x="3747905" y="1772844"/>
                  </a:lnTo>
                  <a:lnTo>
                    <a:pt x="3748051" y="1772844"/>
                  </a:lnTo>
                  <a:lnTo>
                    <a:pt x="3748196" y="1772844"/>
                  </a:lnTo>
                  <a:lnTo>
                    <a:pt x="3748342" y="1772844"/>
                  </a:lnTo>
                  <a:lnTo>
                    <a:pt x="3748487" y="1772844"/>
                  </a:lnTo>
                  <a:lnTo>
                    <a:pt x="3748632" y="1772844"/>
                  </a:lnTo>
                  <a:lnTo>
                    <a:pt x="3748778" y="1772844"/>
                  </a:lnTo>
                  <a:lnTo>
                    <a:pt x="3748923" y="1772844"/>
                  </a:lnTo>
                  <a:lnTo>
                    <a:pt x="3749069" y="1772844"/>
                  </a:lnTo>
                  <a:lnTo>
                    <a:pt x="3749214" y="1772844"/>
                  </a:lnTo>
                  <a:lnTo>
                    <a:pt x="3749360" y="1772844"/>
                  </a:lnTo>
                  <a:lnTo>
                    <a:pt x="3749505" y="1772844"/>
                  </a:lnTo>
                  <a:lnTo>
                    <a:pt x="3749650" y="1772844"/>
                  </a:lnTo>
                  <a:lnTo>
                    <a:pt x="3749796" y="1772844"/>
                  </a:lnTo>
                  <a:lnTo>
                    <a:pt x="3749941" y="1772844"/>
                  </a:lnTo>
                  <a:lnTo>
                    <a:pt x="3750087" y="1772844"/>
                  </a:lnTo>
                  <a:lnTo>
                    <a:pt x="3750232" y="1772844"/>
                  </a:lnTo>
                  <a:lnTo>
                    <a:pt x="3750378" y="1772844"/>
                  </a:lnTo>
                  <a:lnTo>
                    <a:pt x="3750523" y="1772844"/>
                  </a:lnTo>
                  <a:lnTo>
                    <a:pt x="3750668" y="1772844"/>
                  </a:lnTo>
                  <a:lnTo>
                    <a:pt x="3750668" y="1772220"/>
                  </a:lnTo>
                  <a:lnTo>
                    <a:pt x="3750668" y="1771597"/>
                  </a:lnTo>
                  <a:lnTo>
                    <a:pt x="3750814" y="1771597"/>
                  </a:lnTo>
                  <a:lnTo>
                    <a:pt x="3750959" y="1771597"/>
                  </a:lnTo>
                  <a:lnTo>
                    <a:pt x="3751105" y="1771597"/>
                  </a:lnTo>
                  <a:lnTo>
                    <a:pt x="3751250" y="1771597"/>
                  </a:lnTo>
                  <a:lnTo>
                    <a:pt x="3751250" y="1770973"/>
                  </a:lnTo>
                  <a:lnTo>
                    <a:pt x="3751396" y="1770973"/>
                  </a:lnTo>
                  <a:lnTo>
                    <a:pt x="3751396" y="1770350"/>
                  </a:lnTo>
                  <a:lnTo>
                    <a:pt x="3751541" y="1770350"/>
                  </a:lnTo>
                  <a:lnTo>
                    <a:pt x="3751686" y="1770350"/>
                  </a:lnTo>
                  <a:lnTo>
                    <a:pt x="3751832" y="1770350"/>
                  </a:lnTo>
                  <a:lnTo>
                    <a:pt x="3751977" y="1770350"/>
                  </a:lnTo>
                  <a:lnTo>
                    <a:pt x="3752123" y="1770350"/>
                  </a:lnTo>
                  <a:lnTo>
                    <a:pt x="3752268" y="1770350"/>
                  </a:lnTo>
                  <a:lnTo>
                    <a:pt x="3752414" y="1770350"/>
                  </a:lnTo>
                  <a:lnTo>
                    <a:pt x="3752559" y="1770350"/>
                  </a:lnTo>
                  <a:lnTo>
                    <a:pt x="3752704" y="1770350"/>
                  </a:lnTo>
                  <a:lnTo>
                    <a:pt x="3752850" y="1770350"/>
                  </a:lnTo>
                  <a:lnTo>
                    <a:pt x="3752995" y="1770350"/>
                  </a:lnTo>
                  <a:lnTo>
                    <a:pt x="3753141" y="1770350"/>
                  </a:lnTo>
                  <a:lnTo>
                    <a:pt x="3753286" y="1770350"/>
                  </a:lnTo>
                  <a:lnTo>
                    <a:pt x="3753432" y="1770350"/>
                  </a:lnTo>
                  <a:lnTo>
                    <a:pt x="3753577" y="1770350"/>
                  </a:lnTo>
                  <a:lnTo>
                    <a:pt x="3753722" y="1770350"/>
                  </a:lnTo>
                  <a:lnTo>
                    <a:pt x="3753868" y="1770350"/>
                  </a:lnTo>
                  <a:lnTo>
                    <a:pt x="3754013" y="1770350"/>
                  </a:lnTo>
                  <a:lnTo>
                    <a:pt x="3754159" y="1770350"/>
                  </a:lnTo>
                  <a:lnTo>
                    <a:pt x="3754304" y="1770350"/>
                  </a:lnTo>
                  <a:lnTo>
                    <a:pt x="3754449" y="1770350"/>
                  </a:lnTo>
                  <a:lnTo>
                    <a:pt x="3754595" y="1770350"/>
                  </a:lnTo>
                  <a:lnTo>
                    <a:pt x="3754595" y="1769726"/>
                  </a:lnTo>
                  <a:lnTo>
                    <a:pt x="3754740" y="1769726"/>
                  </a:lnTo>
                  <a:lnTo>
                    <a:pt x="3754886" y="1769726"/>
                  </a:lnTo>
                  <a:lnTo>
                    <a:pt x="3755031" y="1769726"/>
                  </a:lnTo>
                  <a:lnTo>
                    <a:pt x="3755177" y="1769726"/>
                  </a:lnTo>
                  <a:lnTo>
                    <a:pt x="3755322" y="1769726"/>
                  </a:lnTo>
                  <a:lnTo>
                    <a:pt x="3755467" y="1769726"/>
                  </a:lnTo>
                  <a:lnTo>
                    <a:pt x="3755613" y="1769726"/>
                  </a:lnTo>
                  <a:lnTo>
                    <a:pt x="3755758" y="1769726"/>
                  </a:lnTo>
                  <a:lnTo>
                    <a:pt x="3755904" y="1769726"/>
                  </a:lnTo>
                  <a:lnTo>
                    <a:pt x="3756049" y="1769726"/>
                  </a:lnTo>
                  <a:lnTo>
                    <a:pt x="3756195" y="1769726"/>
                  </a:lnTo>
                  <a:lnTo>
                    <a:pt x="3756195" y="1769103"/>
                  </a:lnTo>
                  <a:lnTo>
                    <a:pt x="3756340" y="1769103"/>
                  </a:lnTo>
                  <a:lnTo>
                    <a:pt x="3756485" y="1769103"/>
                  </a:lnTo>
                  <a:lnTo>
                    <a:pt x="3756631" y="1769103"/>
                  </a:lnTo>
                  <a:lnTo>
                    <a:pt x="3756776" y="1769103"/>
                  </a:lnTo>
                  <a:lnTo>
                    <a:pt x="3756776" y="1768479"/>
                  </a:lnTo>
                  <a:lnTo>
                    <a:pt x="3756922" y="1768479"/>
                  </a:lnTo>
                  <a:lnTo>
                    <a:pt x="3757067" y="1768479"/>
                  </a:lnTo>
                  <a:lnTo>
                    <a:pt x="3757213" y="1768479"/>
                  </a:lnTo>
                  <a:lnTo>
                    <a:pt x="3757358" y="1768479"/>
                  </a:lnTo>
                  <a:lnTo>
                    <a:pt x="3757503" y="1768479"/>
                  </a:lnTo>
                  <a:lnTo>
                    <a:pt x="3757649" y="1768479"/>
                  </a:lnTo>
                  <a:lnTo>
                    <a:pt x="3757794" y="1768479"/>
                  </a:lnTo>
                  <a:lnTo>
                    <a:pt x="3757940" y="1768479"/>
                  </a:lnTo>
                  <a:lnTo>
                    <a:pt x="3758085" y="1768479"/>
                  </a:lnTo>
                  <a:lnTo>
                    <a:pt x="3758085" y="1767855"/>
                  </a:lnTo>
                  <a:lnTo>
                    <a:pt x="3758085" y="1767232"/>
                  </a:lnTo>
                  <a:lnTo>
                    <a:pt x="3758231" y="1767232"/>
                  </a:lnTo>
                  <a:lnTo>
                    <a:pt x="3758376" y="1767232"/>
                  </a:lnTo>
                  <a:lnTo>
                    <a:pt x="3758521" y="1767232"/>
                  </a:lnTo>
                  <a:lnTo>
                    <a:pt x="3758521" y="1766608"/>
                  </a:lnTo>
                  <a:lnTo>
                    <a:pt x="3758667" y="1766608"/>
                  </a:lnTo>
                  <a:lnTo>
                    <a:pt x="3758812" y="1766608"/>
                  </a:lnTo>
                  <a:lnTo>
                    <a:pt x="3758958" y="1766608"/>
                  </a:lnTo>
                  <a:lnTo>
                    <a:pt x="3759103" y="1766608"/>
                  </a:lnTo>
                  <a:lnTo>
                    <a:pt x="3759249" y="1766608"/>
                  </a:lnTo>
                  <a:lnTo>
                    <a:pt x="3759394" y="1766608"/>
                  </a:lnTo>
                  <a:lnTo>
                    <a:pt x="3759539" y="1766608"/>
                  </a:lnTo>
                  <a:lnTo>
                    <a:pt x="3759685" y="1766608"/>
                  </a:lnTo>
                  <a:lnTo>
                    <a:pt x="3759830" y="1766608"/>
                  </a:lnTo>
                  <a:lnTo>
                    <a:pt x="3759976" y="1766608"/>
                  </a:lnTo>
                  <a:lnTo>
                    <a:pt x="3760121" y="1766608"/>
                  </a:lnTo>
                  <a:lnTo>
                    <a:pt x="3760267" y="1766608"/>
                  </a:lnTo>
                  <a:lnTo>
                    <a:pt x="3760412" y="1766608"/>
                  </a:lnTo>
                  <a:lnTo>
                    <a:pt x="3760557" y="1766608"/>
                  </a:lnTo>
                  <a:lnTo>
                    <a:pt x="3760557" y="1765985"/>
                  </a:lnTo>
                  <a:lnTo>
                    <a:pt x="3760703" y="1765985"/>
                  </a:lnTo>
                  <a:lnTo>
                    <a:pt x="3760848" y="1765985"/>
                  </a:lnTo>
                  <a:lnTo>
                    <a:pt x="3760994" y="1765985"/>
                  </a:lnTo>
                  <a:lnTo>
                    <a:pt x="3761139" y="1765985"/>
                  </a:lnTo>
                  <a:lnTo>
                    <a:pt x="3761284" y="1765985"/>
                  </a:lnTo>
                  <a:lnTo>
                    <a:pt x="3761430" y="1765985"/>
                  </a:lnTo>
                  <a:lnTo>
                    <a:pt x="3761575" y="1765985"/>
                  </a:lnTo>
                  <a:lnTo>
                    <a:pt x="3761721" y="1765985"/>
                  </a:lnTo>
                  <a:lnTo>
                    <a:pt x="3761866" y="1765985"/>
                  </a:lnTo>
                  <a:lnTo>
                    <a:pt x="3762012" y="1765985"/>
                  </a:lnTo>
                  <a:lnTo>
                    <a:pt x="3762157" y="1765985"/>
                  </a:lnTo>
                  <a:lnTo>
                    <a:pt x="3762157" y="1765361"/>
                  </a:lnTo>
                  <a:lnTo>
                    <a:pt x="3762302" y="1765361"/>
                  </a:lnTo>
                  <a:lnTo>
                    <a:pt x="3762448" y="1765361"/>
                  </a:lnTo>
                  <a:lnTo>
                    <a:pt x="3762593" y="1765361"/>
                  </a:lnTo>
                  <a:lnTo>
                    <a:pt x="3762739" y="1765361"/>
                  </a:lnTo>
                  <a:lnTo>
                    <a:pt x="3762739" y="1764737"/>
                  </a:lnTo>
                  <a:lnTo>
                    <a:pt x="3762884" y="1764737"/>
                  </a:lnTo>
                  <a:lnTo>
                    <a:pt x="3763030" y="1764737"/>
                  </a:lnTo>
                  <a:lnTo>
                    <a:pt x="3763175" y="1764737"/>
                  </a:lnTo>
                  <a:lnTo>
                    <a:pt x="3763320" y="1764737"/>
                  </a:lnTo>
                  <a:lnTo>
                    <a:pt x="3763466" y="1764737"/>
                  </a:lnTo>
                  <a:lnTo>
                    <a:pt x="3763611" y="1764737"/>
                  </a:lnTo>
                  <a:lnTo>
                    <a:pt x="3763757" y="1764737"/>
                  </a:lnTo>
                  <a:lnTo>
                    <a:pt x="3763902" y="1764737"/>
                  </a:lnTo>
                  <a:lnTo>
                    <a:pt x="3764048" y="1764737"/>
                  </a:lnTo>
                  <a:lnTo>
                    <a:pt x="3764048" y="1764114"/>
                  </a:lnTo>
                  <a:lnTo>
                    <a:pt x="3764193" y="1764114"/>
                  </a:lnTo>
                  <a:lnTo>
                    <a:pt x="3764338" y="1764114"/>
                  </a:lnTo>
                  <a:lnTo>
                    <a:pt x="3764484" y="1764114"/>
                  </a:lnTo>
                  <a:lnTo>
                    <a:pt x="3764629" y="1764114"/>
                  </a:lnTo>
                  <a:lnTo>
                    <a:pt x="3764775" y="1764114"/>
                  </a:lnTo>
                  <a:lnTo>
                    <a:pt x="3764920" y="1764114"/>
                  </a:lnTo>
                  <a:lnTo>
                    <a:pt x="3765066" y="1764114"/>
                  </a:lnTo>
                  <a:lnTo>
                    <a:pt x="3765211" y="1764114"/>
                  </a:lnTo>
                  <a:lnTo>
                    <a:pt x="3765356" y="1764114"/>
                  </a:lnTo>
                  <a:lnTo>
                    <a:pt x="3765502" y="1764114"/>
                  </a:lnTo>
                  <a:lnTo>
                    <a:pt x="3765502" y="1763490"/>
                  </a:lnTo>
                  <a:lnTo>
                    <a:pt x="3765502" y="1762867"/>
                  </a:lnTo>
                  <a:lnTo>
                    <a:pt x="3765647" y="1762867"/>
                  </a:lnTo>
                  <a:lnTo>
                    <a:pt x="3765793" y="1762867"/>
                  </a:lnTo>
                  <a:lnTo>
                    <a:pt x="3765793" y="1762243"/>
                  </a:lnTo>
                  <a:lnTo>
                    <a:pt x="3765938" y="1762243"/>
                  </a:lnTo>
                  <a:lnTo>
                    <a:pt x="3766084" y="1762243"/>
                  </a:lnTo>
                  <a:lnTo>
                    <a:pt x="3766229" y="1762243"/>
                  </a:lnTo>
                  <a:lnTo>
                    <a:pt x="3766374" y="1762243"/>
                  </a:lnTo>
                  <a:lnTo>
                    <a:pt x="3766520" y="1762243"/>
                  </a:lnTo>
                  <a:lnTo>
                    <a:pt x="3766665" y="1762243"/>
                  </a:lnTo>
                  <a:lnTo>
                    <a:pt x="3766811" y="1762243"/>
                  </a:lnTo>
                  <a:lnTo>
                    <a:pt x="3766956" y="1762243"/>
                  </a:lnTo>
                  <a:lnTo>
                    <a:pt x="3767102" y="1762243"/>
                  </a:lnTo>
                  <a:lnTo>
                    <a:pt x="3767247" y="1762243"/>
                  </a:lnTo>
                  <a:lnTo>
                    <a:pt x="3767392" y="1762243"/>
                  </a:lnTo>
                  <a:lnTo>
                    <a:pt x="3767538" y="1762243"/>
                  </a:lnTo>
                  <a:lnTo>
                    <a:pt x="3767538" y="1761620"/>
                  </a:lnTo>
                  <a:lnTo>
                    <a:pt x="3767538" y="1760996"/>
                  </a:lnTo>
                  <a:lnTo>
                    <a:pt x="3767683" y="1760996"/>
                  </a:lnTo>
                  <a:lnTo>
                    <a:pt x="3767829" y="1760996"/>
                  </a:lnTo>
                  <a:lnTo>
                    <a:pt x="3767974" y="1760996"/>
                  </a:lnTo>
                  <a:lnTo>
                    <a:pt x="3768119" y="1760996"/>
                  </a:lnTo>
                  <a:lnTo>
                    <a:pt x="3768119" y="1760372"/>
                  </a:lnTo>
                  <a:lnTo>
                    <a:pt x="3768265" y="1760372"/>
                  </a:lnTo>
                  <a:lnTo>
                    <a:pt x="3768410" y="1760372"/>
                  </a:lnTo>
                  <a:lnTo>
                    <a:pt x="3768556" y="1760372"/>
                  </a:lnTo>
                  <a:lnTo>
                    <a:pt x="3768701" y="1760372"/>
                  </a:lnTo>
                  <a:lnTo>
                    <a:pt x="3768847" y="1760372"/>
                  </a:lnTo>
                  <a:lnTo>
                    <a:pt x="3768847" y="1759749"/>
                  </a:lnTo>
                  <a:lnTo>
                    <a:pt x="3768992" y="1759749"/>
                  </a:lnTo>
                  <a:lnTo>
                    <a:pt x="3769137" y="1759749"/>
                  </a:lnTo>
                  <a:lnTo>
                    <a:pt x="3769137" y="1759125"/>
                  </a:lnTo>
                  <a:lnTo>
                    <a:pt x="3769283" y="1759125"/>
                  </a:lnTo>
                  <a:lnTo>
                    <a:pt x="3769428" y="1759125"/>
                  </a:lnTo>
                  <a:lnTo>
                    <a:pt x="3769574" y="1759125"/>
                  </a:lnTo>
                  <a:lnTo>
                    <a:pt x="3769574" y="1758502"/>
                  </a:lnTo>
                  <a:lnTo>
                    <a:pt x="3769719" y="1758502"/>
                  </a:lnTo>
                  <a:lnTo>
                    <a:pt x="3769865" y="1758502"/>
                  </a:lnTo>
                  <a:lnTo>
                    <a:pt x="3770010" y="1758502"/>
                  </a:lnTo>
                  <a:lnTo>
                    <a:pt x="3770155" y="1758502"/>
                  </a:lnTo>
                  <a:lnTo>
                    <a:pt x="3770301" y="1758502"/>
                  </a:lnTo>
                  <a:lnTo>
                    <a:pt x="3770446" y="1758502"/>
                  </a:lnTo>
                  <a:lnTo>
                    <a:pt x="3770592" y="1758502"/>
                  </a:lnTo>
                  <a:lnTo>
                    <a:pt x="3770737" y="1758502"/>
                  </a:lnTo>
                  <a:lnTo>
                    <a:pt x="3770737" y="1757878"/>
                  </a:lnTo>
                  <a:lnTo>
                    <a:pt x="3770883" y="1757878"/>
                  </a:lnTo>
                  <a:lnTo>
                    <a:pt x="3771028" y="1757878"/>
                  </a:lnTo>
                  <a:lnTo>
                    <a:pt x="3771173" y="1757878"/>
                  </a:lnTo>
                  <a:lnTo>
                    <a:pt x="3771319" y="1757878"/>
                  </a:lnTo>
                  <a:lnTo>
                    <a:pt x="3771464" y="1757878"/>
                  </a:lnTo>
                  <a:lnTo>
                    <a:pt x="3771610" y="1757878"/>
                  </a:lnTo>
                  <a:lnTo>
                    <a:pt x="3771755" y="1757878"/>
                  </a:lnTo>
                  <a:lnTo>
                    <a:pt x="3771901" y="1757878"/>
                  </a:lnTo>
                  <a:lnTo>
                    <a:pt x="3771901" y="1757254"/>
                  </a:lnTo>
                  <a:lnTo>
                    <a:pt x="3771901" y="1756631"/>
                  </a:lnTo>
                  <a:lnTo>
                    <a:pt x="3772046" y="1756631"/>
                  </a:lnTo>
                  <a:lnTo>
                    <a:pt x="3772191" y="1756631"/>
                  </a:lnTo>
                  <a:lnTo>
                    <a:pt x="3772337" y="1756631"/>
                  </a:lnTo>
                  <a:lnTo>
                    <a:pt x="3772482" y="1756631"/>
                  </a:lnTo>
                  <a:lnTo>
                    <a:pt x="3772628" y="1756631"/>
                  </a:lnTo>
                  <a:lnTo>
                    <a:pt x="3772773" y="1756631"/>
                  </a:lnTo>
                  <a:lnTo>
                    <a:pt x="3772919" y="1756631"/>
                  </a:lnTo>
                  <a:lnTo>
                    <a:pt x="3773064" y="1756631"/>
                  </a:lnTo>
                  <a:lnTo>
                    <a:pt x="3773209" y="1756631"/>
                  </a:lnTo>
                  <a:lnTo>
                    <a:pt x="3773355" y="1756631"/>
                  </a:lnTo>
                  <a:lnTo>
                    <a:pt x="3773500" y="1756631"/>
                  </a:lnTo>
                  <a:lnTo>
                    <a:pt x="3773646" y="1756631"/>
                  </a:lnTo>
                  <a:lnTo>
                    <a:pt x="3773791" y="1756631"/>
                  </a:lnTo>
                  <a:lnTo>
                    <a:pt x="3773937" y="1756631"/>
                  </a:lnTo>
                  <a:lnTo>
                    <a:pt x="3773937" y="1756007"/>
                  </a:lnTo>
                  <a:lnTo>
                    <a:pt x="3774082" y="1756007"/>
                  </a:lnTo>
                  <a:lnTo>
                    <a:pt x="3774227" y="1756007"/>
                  </a:lnTo>
                  <a:lnTo>
                    <a:pt x="3774373" y="1756007"/>
                  </a:lnTo>
                  <a:lnTo>
                    <a:pt x="3774518" y="1756007"/>
                  </a:lnTo>
                  <a:lnTo>
                    <a:pt x="3774664" y="1756007"/>
                  </a:lnTo>
                  <a:lnTo>
                    <a:pt x="3774809" y="1756007"/>
                  </a:lnTo>
                  <a:lnTo>
                    <a:pt x="3774809" y="1755384"/>
                  </a:lnTo>
                  <a:lnTo>
                    <a:pt x="3774809" y="1754760"/>
                  </a:lnTo>
                  <a:lnTo>
                    <a:pt x="3774954" y="1754760"/>
                  </a:lnTo>
                  <a:lnTo>
                    <a:pt x="3775100" y="1754760"/>
                  </a:lnTo>
                  <a:lnTo>
                    <a:pt x="3775245" y="1754760"/>
                  </a:lnTo>
                  <a:lnTo>
                    <a:pt x="3775391" y="1754760"/>
                  </a:lnTo>
                  <a:lnTo>
                    <a:pt x="3775536" y="1754760"/>
                  </a:lnTo>
                  <a:lnTo>
                    <a:pt x="3775682" y="1754760"/>
                  </a:lnTo>
                  <a:lnTo>
                    <a:pt x="3775827" y="1754760"/>
                  </a:lnTo>
                  <a:lnTo>
                    <a:pt x="3775827" y="1754137"/>
                  </a:lnTo>
                  <a:lnTo>
                    <a:pt x="3775972" y="1754137"/>
                  </a:lnTo>
                  <a:lnTo>
                    <a:pt x="3776118" y="1754137"/>
                  </a:lnTo>
                  <a:lnTo>
                    <a:pt x="3776263" y="1754137"/>
                  </a:lnTo>
                  <a:lnTo>
                    <a:pt x="3776409" y="1754137"/>
                  </a:lnTo>
                  <a:lnTo>
                    <a:pt x="3776554" y="1754137"/>
                  </a:lnTo>
                  <a:lnTo>
                    <a:pt x="3776554" y="1753513"/>
                  </a:lnTo>
                  <a:lnTo>
                    <a:pt x="3776554" y="1752889"/>
                  </a:lnTo>
                  <a:lnTo>
                    <a:pt x="3776700" y="1752889"/>
                  </a:lnTo>
                  <a:lnTo>
                    <a:pt x="3776845" y="1752889"/>
                  </a:lnTo>
                  <a:lnTo>
                    <a:pt x="3776990" y="1752889"/>
                  </a:lnTo>
                  <a:lnTo>
                    <a:pt x="3776990" y="1752266"/>
                  </a:lnTo>
                  <a:lnTo>
                    <a:pt x="3777136" y="1752266"/>
                  </a:lnTo>
                  <a:lnTo>
                    <a:pt x="3777281" y="1752266"/>
                  </a:lnTo>
                  <a:lnTo>
                    <a:pt x="3777427" y="1752266"/>
                  </a:lnTo>
                  <a:lnTo>
                    <a:pt x="3777572" y="1752266"/>
                  </a:lnTo>
                  <a:lnTo>
                    <a:pt x="3777718" y="1752266"/>
                  </a:lnTo>
                  <a:lnTo>
                    <a:pt x="3777863" y="1752266"/>
                  </a:lnTo>
                  <a:lnTo>
                    <a:pt x="3778008" y="1752266"/>
                  </a:lnTo>
                  <a:lnTo>
                    <a:pt x="3778154" y="1752266"/>
                  </a:lnTo>
                  <a:lnTo>
                    <a:pt x="3778154" y="1751642"/>
                  </a:lnTo>
                  <a:lnTo>
                    <a:pt x="3778299" y="1751642"/>
                  </a:lnTo>
                  <a:lnTo>
                    <a:pt x="3778299" y="1751019"/>
                  </a:lnTo>
                  <a:lnTo>
                    <a:pt x="3778299" y="1750395"/>
                  </a:lnTo>
                  <a:lnTo>
                    <a:pt x="3778445" y="1750395"/>
                  </a:lnTo>
                  <a:lnTo>
                    <a:pt x="3778445" y="1749771"/>
                  </a:lnTo>
                  <a:lnTo>
                    <a:pt x="3778590" y="1749771"/>
                  </a:lnTo>
                  <a:lnTo>
                    <a:pt x="3778736" y="1749771"/>
                  </a:lnTo>
                  <a:lnTo>
                    <a:pt x="3778881" y="1749771"/>
                  </a:lnTo>
                  <a:lnTo>
                    <a:pt x="3779026" y="1749771"/>
                  </a:lnTo>
                  <a:lnTo>
                    <a:pt x="3779172" y="1749771"/>
                  </a:lnTo>
                  <a:lnTo>
                    <a:pt x="3779317" y="1749771"/>
                  </a:lnTo>
                  <a:lnTo>
                    <a:pt x="3779463" y="1749771"/>
                  </a:lnTo>
                  <a:lnTo>
                    <a:pt x="3779608" y="1749771"/>
                  </a:lnTo>
                  <a:lnTo>
                    <a:pt x="3779754" y="1749771"/>
                  </a:lnTo>
                  <a:lnTo>
                    <a:pt x="3779899" y="1749771"/>
                  </a:lnTo>
                  <a:lnTo>
                    <a:pt x="3780044" y="1749771"/>
                  </a:lnTo>
                  <a:lnTo>
                    <a:pt x="3780190" y="1749771"/>
                  </a:lnTo>
                  <a:lnTo>
                    <a:pt x="3780190" y="1749148"/>
                  </a:lnTo>
                  <a:lnTo>
                    <a:pt x="3780335" y="1749148"/>
                  </a:lnTo>
                  <a:lnTo>
                    <a:pt x="3780335" y="1748524"/>
                  </a:lnTo>
                  <a:lnTo>
                    <a:pt x="3780481" y="1748524"/>
                  </a:lnTo>
                  <a:lnTo>
                    <a:pt x="3780626" y="1748524"/>
                  </a:lnTo>
                  <a:lnTo>
                    <a:pt x="3780772" y="1748524"/>
                  </a:lnTo>
                  <a:lnTo>
                    <a:pt x="3780917" y="1748524"/>
                  </a:lnTo>
                  <a:lnTo>
                    <a:pt x="3781062" y="1748524"/>
                  </a:lnTo>
                  <a:lnTo>
                    <a:pt x="3781208" y="1748524"/>
                  </a:lnTo>
                  <a:lnTo>
                    <a:pt x="3781208" y="1747901"/>
                  </a:lnTo>
                  <a:lnTo>
                    <a:pt x="3781208" y="1747277"/>
                  </a:lnTo>
                  <a:lnTo>
                    <a:pt x="3781353" y="1747277"/>
                  </a:lnTo>
                  <a:lnTo>
                    <a:pt x="3781499" y="1747277"/>
                  </a:lnTo>
                  <a:lnTo>
                    <a:pt x="3781644" y="1747277"/>
                  </a:lnTo>
                  <a:lnTo>
                    <a:pt x="3781789" y="1747277"/>
                  </a:lnTo>
                  <a:lnTo>
                    <a:pt x="3781935" y="1747277"/>
                  </a:lnTo>
                  <a:lnTo>
                    <a:pt x="3781935" y="1746654"/>
                  </a:lnTo>
                  <a:lnTo>
                    <a:pt x="3782080" y="1746654"/>
                  </a:lnTo>
                  <a:lnTo>
                    <a:pt x="3782226" y="1746654"/>
                  </a:lnTo>
                  <a:lnTo>
                    <a:pt x="3782371" y="1746654"/>
                  </a:lnTo>
                  <a:lnTo>
                    <a:pt x="3782517" y="1746654"/>
                  </a:lnTo>
                  <a:lnTo>
                    <a:pt x="3782662" y="1746654"/>
                  </a:lnTo>
                  <a:lnTo>
                    <a:pt x="3782807" y="1746654"/>
                  </a:lnTo>
                  <a:lnTo>
                    <a:pt x="3782953" y="1746654"/>
                  </a:lnTo>
                  <a:lnTo>
                    <a:pt x="3783098" y="1746654"/>
                  </a:lnTo>
                  <a:lnTo>
                    <a:pt x="3783244" y="1746654"/>
                  </a:lnTo>
                  <a:lnTo>
                    <a:pt x="3783244" y="1746030"/>
                  </a:lnTo>
                  <a:lnTo>
                    <a:pt x="3783389" y="1746030"/>
                  </a:lnTo>
                  <a:lnTo>
                    <a:pt x="3783389" y="1745406"/>
                  </a:lnTo>
                  <a:lnTo>
                    <a:pt x="3783535" y="1745406"/>
                  </a:lnTo>
                  <a:lnTo>
                    <a:pt x="3783680" y="1745406"/>
                  </a:lnTo>
                  <a:lnTo>
                    <a:pt x="3783825" y="1745406"/>
                  </a:lnTo>
                  <a:lnTo>
                    <a:pt x="3783971" y="1745406"/>
                  </a:lnTo>
                  <a:lnTo>
                    <a:pt x="3784116" y="1745406"/>
                  </a:lnTo>
                  <a:lnTo>
                    <a:pt x="3784262" y="1745406"/>
                  </a:lnTo>
                  <a:lnTo>
                    <a:pt x="3784407" y="1745406"/>
                  </a:lnTo>
                  <a:lnTo>
                    <a:pt x="3784407" y="1744783"/>
                  </a:lnTo>
                  <a:lnTo>
                    <a:pt x="3784553" y="1744783"/>
                  </a:lnTo>
                  <a:lnTo>
                    <a:pt x="3784698" y="1744783"/>
                  </a:lnTo>
                  <a:lnTo>
                    <a:pt x="3784843" y="1744783"/>
                  </a:lnTo>
                  <a:lnTo>
                    <a:pt x="3784989" y="1744783"/>
                  </a:lnTo>
                  <a:lnTo>
                    <a:pt x="3785134" y="1744783"/>
                  </a:lnTo>
                  <a:lnTo>
                    <a:pt x="3785280" y="1744783"/>
                  </a:lnTo>
                  <a:lnTo>
                    <a:pt x="3785425" y="1744783"/>
                  </a:lnTo>
                  <a:lnTo>
                    <a:pt x="3785571" y="1744783"/>
                  </a:lnTo>
                  <a:lnTo>
                    <a:pt x="3785716" y="1744783"/>
                  </a:lnTo>
                  <a:lnTo>
                    <a:pt x="3785861" y="1744783"/>
                  </a:lnTo>
                  <a:lnTo>
                    <a:pt x="3786007" y="1744783"/>
                  </a:lnTo>
                  <a:lnTo>
                    <a:pt x="3786152" y="1744783"/>
                  </a:lnTo>
                  <a:lnTo>
                    <a:pt x="3786298" y="1744783"/>
                  </a:lnTo>
                  <a:lnTo>
                    <a:pt x="3786443" y="1744783"/>
                  </a:lnTo>
                  <a:lnTo>
                    <a:pt x="3786589" y="1744783"/>
                  </a:lnTo>
                  <a:lnTo>
                    <a:pt x="3786734" y="1744783"/>
                  </a:lnTo>
                  <a:lnTo>
                    <a:pt x="3786879" y="1744783"/>
                  </a:lnTo>
                  <a:lnTo>
                    <a:pt x="3787025" y="1744783"/>
                  </a:lnTo>
                  <a:lnTo>
                    <a:pt x="3787170" y="1744783"/>
                  </a:lnTo>
                  <a:lnTo>
                    <a:pt x="3787316" y="1744783"/>
                  </a:lnTo>
                  <a:lnTo>
                    <a:pt x="3787461" y="1744783"/>
                  </a:lnTo>
                  <a:lnTo>
                    <a:pt x="3787607" y="1744783"/>
                  </a:lnTo>
                  <a:lnTo>
                    <a:pt x="3787752" y="1744783"/>
                  </a:lnTo>
                  <a:lnTo>
                    <a:pt x="3787897" y="1744783"/>
                  </a:lnTo>
                  <a:lnTo>
                    <a:pt x="3788043" y="1744783"/>
                  </a:lnTo>
                  <a:lnTo>
                    <a:pt x="3788188" y="1744783"/>
                  </a:lnTo>
                  <a:lnTo>
                    <a:pt x="3788188" y="1744159"/>
                  </a:lnTo>
                  <a:lnTo>
                    <a:pt x="3788334" y="1744159"/>
                  </a:lnTo>
                  <a:lnTo>
                    <a:pt x="3788479" y="1744159"/>
                  </a:lnTo>
                  <a:lnTo>
                    <a:pt x="3788624" y="1744159"/>
                  </a:lnTo>
                  <a:lnTo>
                    <a:pt x="3788770" y="1744159"/>
                  </a:lnTo>
                  <a:lnTo>
                    <a:pt x="3788915" y="1744159"/>
                  </a:lnTo>
                  <a:lnTo>
                    <a:pt x="3789061" y="1744159"/>
                  </a:lnTo>
                  <a:lnTo>
                    <a:pt x="3789061" y="1743536"/>
                  </a:lnTo>
                  <a:lnTo>
                    <a:pt x="3789206" y="1743536"/>
                  </a:lnTo>
                  <a:lnTo>
                    <a:pt x="3789352" y="1743536"/>
                  </a:lnTo>
                  <a:lnTo>
                    <a:pt x="3789497" y="1743536"/>
                  </a:lnTo>
                  <a:lnTo>
                    <a:pt x="3789642" y="1743536"/>
                  </a:lnTo>
                  <a:lnTo>
                    <a:pt x="3789642" y="1742912"/>
                  </a:lnTo>
                  <a:lnTo>
                    <a:pt x="3789788" y="1742912"/>
                  </a:lnTo>
                  <a:lnTo>
                    <a:pt x="3789933" y="1742912"/>
                  </a:lnTo>
                  <a:lnTo>
                    <a:pt x="3790079" y="1742912"/>
                  </a:lnTo>
                  <a:lnTo>
                    <a:pt x="3790224" y="1742912"/>
                  </a:lnTo>
                  <a:lnTo>
                    <a:pt x="3790224" y="1742288"/>
                  </a:lnTo>
                  <a:lnTo>
                    <a:pt x="3790370" y="1742288"/>
                  </a:lnTo>
                  <a:lnTo>
                    <a:pt x="3790515" y="1742288"/>
                  </a:lnTo>
                  <a:lnTo>
                    <a:pt x="3790660" y="1742288"/>
                  </a:lnTo>
                  <a:lnTo>
                    <a:pt x="3790806" y="1742288"/>
                  </a:lnTo>
                  <a:lnTo>
                    <a:pt x="3790951" y="1742288"/>
                  </a:lnTo>
                  <a:lnTo>
                    <a:pt x="3791097" y="1742288"/>
                  </a:lnTo>
                  <a:lnTo>
                    <a:pt x="3791242" y="1742288"/>
                  </a:lnTo>
                  <a:lnTo>
                    <a:pt x="3791242" y="1741665"/>
                  </a:lnTo>
                  <a:lnTo>
                    <a:pt x="3791388" y="1741665"/>
                  </a:lnTo>
                  <a:lnTo>
                    <a:pt x="3791533" y="1741665"/>
                  </a:lnTo>
                  <a:lnTo>
                    <a:pt x="3791678" y="1741665"/>
                  </a:lnTo>
                  <a:lnTo>
                    <a:pt x="3791824" y="1741665"/>
                  </a:lnTo>
                  <a:lnTo>
                    <a:pt x="3791969" y="1741665"/>
                  </a:lnTo>
                  <a:lnTo>
                    <a:pt x="3792115" y="1741665"/>
                  </a:lnTo>
                  <a:lnTo>
                    <a:pt x="3792260" y="1741665"/>
                  </a:lnTo>
                  <a:lnTo>
                    <a:pt x="3792406" y="1741665"/>
                  </a:lnTo>
                  <a:lnTo>
                    <a:pt x="3792406" y="1741041"/>
                  </a:lnTo>
                  <a:lnTo>
                    <a:pt x="3792551" y="1741041"/>
                  </a:lnTo>
                  <a:lnTo>
                    <a:pt x="3792696" y="1741041"/>
                  </a:lnTo>
                  <a:lnTo>
                    <a:pt x="3792842" y="1741041"/>
                  </a:lnTo>
                  <a:lnTo>
                    <a:pt x="3792987" y="1741041"/>
                  </a:lnTo>
                  <a:lnTo>
                    <a:pt x="3793133" y="1741041"/>
                  </a:lnTo>
                  <a:lnTo>
                    <a:pt x="3793278" y="1741041"/>
                  </a:lnTo>
                  <a:lnTo>
                    <a:pt x="3793424" y="1741041"/>
                  </a:lnTo>
                  <a:lnTo>
                    <a:pt x="3793424" y="1740418"/>
                  </a:lnTo>
                  <a:lnTo>
                    <a:pt x="3793569" y="1740418"/>
                  </a:lnTo>
                  <a:lnTo>
                    <a:pt x="3793714" y="1740418"/>
                  </a:lnTo>
                  <a:lnTo>
                    <a:pt x="3793860" y="1740418"/>
                  </a:lnTo>
                  <a:lnTo>
                    <a:pt x="3794005" y="1740418"/>
                  </a:lnTo>
                  <a:lnTo>
                    <a:pt x="3794151" y="1740418"/>
                  </a:lnTo>
                  <a:lnTo>
                    <a:pt x="3794151" y="1739794"/>
                  </a:lnTo>
                  <a:lnTo>
                    <a:pt x="3794151" y="1739171"/>
                  </a:lnTo>
                  <a:lnTo>
                    <a:pt x="3794151" y="1738547"/>
                  </a:lnTo>
                  <a:lnTo>
                    <a:pt x="3794296" y="1738547"/>
                  </a:lnTo>
                  <a:lnTo>
                    <a:pt x="3794441" y="1738547"/>
                  </a:lnTo>
                  <a:lnTo>
                    <a:pt x="3794587" y="1738547"/>
                  </a:lnTo>
                  <a:lnTo>
                    <a:pt x="3794732" y="1738547"/>
                  </a:lnTo>
                  <a:lnTo>
                    <a:pt x="3794878" y="1738547"/>
                  </a:lnTo>
                  <a:lnTo>
                    <a:pt x="3795023" y="1738547"/>
                  </a:lnTo>
                  <a:lnTo>
                    <a:pt x="3795169" y="1738547"/>
                  </a:lnTo>
                  <a:lnTo>
                    <a:pt x="3795314" y="1738547"/>
                  </a:lnTo>
                  <a:lnTo>
                    <a:pt x="3795459" y="1738547"/>
                  </a:lnTo>
                  <a:lnTo>
                    <a:pt x="3795459" y="1737923"/>
                  </a:lnTo>
                  <a:lnTo>
                    <a:pt x="3795605" y="1737923"/>
                  </a:lnTo>
                  <a:lnTo>
                    <a:pt x="3795750" y="1737923"/>
                  </a:lnTo>
                  <a:lnTo>
                    <a:pt x="3795896" y="1737923"/>
                  </a:lnTo>
                  <a:lnTo>
                    <a:pt x="3796041" y="1737923"/>
                  </a:lnTo>
                  <a:lnTo>
                    <a:pt x="3796187" y="1737923"/>
                  </a:lnTo>
                  <a:lnTo>
                    <a:pt x="3796332" y="1737923"/>
                  </a:lnTo>
                  <a:lnTo>
                    <a:pt x="3796477" y="1737923"/>
                  </a:lnTo>
                  <a:lnTo>
                    <a:pt x="3796623" y="1737923"/>
                  </a:lnTo>
                  <a:lnTo>
                    <a:pt x="3796768" y="1737923"/>
                  </a:lnTo>
                  <a:lnTo>
                    <a:pt x="3796914" y="1737923"/>
                  </a:lnTo>
                  <a:lnTo>
                    <a:pt x="3796914" y="1737300"/>
                  </a:lnTo>
                  <a:lnTo>
                    <a:pt x="3797059" y="1737300"/>
                  </a:lnTo>
                  <a:lnTo>
                    <a:pt x="3797205" y="1737300"/>
                  </a:lnTo>
                  <a:lnTo>
                    <a:pt x="3797350" y="1737300"/>
                  </a:lnTo>
                  <a:lnTo>
                    <a:pt x="3797350" y="1736676"/>
                  </a:lnTo>
                  <a:lnTo>
                    <a:pt x="3797495" y="1736676"/>
                  </a:lnTo>
                  <a:lnTo>
                    <a:pt x="3797641" y="1736676"/>
                  </a:lnTo>
                  <a:lnTo>
                    <a:pt x="3797786" y="1736676"/>
                  </a:lnTo>
                  <a:lnTo>
                    <a:pt x="3797932" y="1736676"/>
                  </a:lnTo>
                  <a:lnTo>
                    <a:pt x="3798077" y="1736676"/>
                  </a:lnTo>
                  <a:lnTo>
                    <a:pt x="3798223" y="1736676"/>
                  </a:lnTo>
                  <a:lnTo>
                    <a:pt x="3798368" y="1736676"/>
                  </a:lnTo>
                  <a:lnTo>
                    <a:pt x="3798513" y="1736676"/>
                  </a:lnTo>
                  <a:lnTo>
                    <a:pt x="3798659" y="1736676"/>
                  </a:lnTo>
                  <a:lnTo>
                    <a:pt x="3798804" y="1736676"/>
                  </a:lnTo>
                  <a:lnTo>
                    <a:pt x="3798950" y="1736676"/>
                  </a:lnTo>
                  <a:lnTo>
                    <a:pt x="3799095" y="1736676"/>
                  </a:lnTo>
                  <a:lnTo>
                    <a:pt x="3799241" y="1736676"/>
                  </a:lnTo>
                  <a:lnTo>
                    <a:pt x="3799386" y="1736676"/>
                  </a:lnTo>
                  <a:lnTo>
                    <a:pt x="3799531" y="1736676"/>
                  </a:lnTo>
                  <a:lnTo>
                    <a:pt x="3799677" y="1736676"/>
                  </a:lnTo>
                  <a:lnTo>
                    <a:pt x="3799822" y="1736676"/>
                  </a:lnTo>
                  <a:lnTo>
                    <a:pt x="3799968" y="1736676"/>
                  </a:lnTo>
                  <a:lnTo>
                    <a:pt x="3800113" y="1736676"/>
                  </a:lnTo>
                  <a:lnTo>
                    <a:pt x="3800259" y="1736676"/>
                  </a:lnTo>
                  <a:lnTo>
                    <a:pt x="3800404" y="1736676"/>
                  </a:lnTo>
                  <a:lnTo>
                    <a:pt x="3800549" y="1736676"/>
                  </a:lnTo>
                  <a:lnTo>
                    <a:pt x="3800695" y="1736676"/>
                  </a:lnTo>
                  <a:lnTo>
                    <a:pt x="3800840" y="1736676"/>
                  </a:lnTo>
                  <a:lnTo>
                    <a:pt x="3800986" y="1736676"/>
                  </a:lnTo>
                  <a:lnTo>
                    <a:pt x="3801131" y="1736676"/>
                  </a:lnTo>
                  <a:lnTo>
                    <a:pt x="3801131" y="1736053"/>
                  </a:lnTo>
                  <a:lnTo>
                    <a:pt x="3801276" y="1736053"/>
                  </a:lnTo>
                  <a:lnTo>
                    <a:pt x="3801422" y="1736053"/>
                  </a:lnTo>
                  <a:lnTo>
                    <a:pt x="3801567" y="1736053"/>
                  </a:lnTo>
                  <a:lnTo>
                    <a:pt x="3801713" y="1736053"/>
                  </a:lnTo>
                  <a:lnTo>
                    <a:pt x="3801858" y="1736053"/>
                  </a:lnTo>
                  <a:lnTo>
                    <a:pt x="3802004" y="1736053"/>
                  </a:lnTo>
                  <a:lnTo>
                    <a:pt x="3802149" y="1736053"/>
                  </a:lnTo>
                  <a:lnTo>
                    <a:pt x="3802294" y="1736053"/>
                  </a:lnTo>
                  <a:lnTo>
                    <a:pt x="3802440" y="1736053"/>
                  </a:lnTo>
                  <a:lnTo>
                    <a:pt x="3802585" y="1736053"/>
                  </a:lnTo>
                  <a:lnTo>
                    <a:pt x="3802731" y="1736053"/>
                  </a:lnTo>
                  <a:lnTo>
                    <a:pt x="3802731" y="1735429"/>
                  </a:lnTo>
                  <a:lnTo>
                    <a:pt x="3802876" y="1735429"/>
                  </a:lnTo>
                  <a:lnTo>
                    <a:pt x="3803022" y="1735429"/>
                  </a:lnTo>
                  <a:lnTo>
                    <a:pt x="3803167" y="1735429"/>
                  </a:lnTo>
                  <a:lnTo>
                    <a:pt x="3803167" y="1734806"/>
                  </a:lnTo>
                  <a:lnTo>
                    <a:pt x="3803312" y="1734806"/>
                  </a:lnTo>
                  <a:lnTo>
                    <a:pt x="3803458" y="1734806"/>
                  </a:lnTo>
                  <a:lnTo>
                    <a:pt x="3803458" y="1734182"/>
                  </a:lnTo>
                  <a:lnTo>
                    <a:pt x="3803603" y="1734182"/>
                  </a:lnTo>
                  <a:lnTo>
                    <a:pt x="3803749" y="1734182"/>
                  </a:lnTo>
                  <a:lnTo>
                    <a:pt x="3803894" y="1734182"/>
                  </a:lnTo>
                  <a:lnTo>
                    <a:pt x="3804040" y="1734182"/>
                  </a:lnTo>
                  <a:lnTo>
                    <a:pt x="3804185" y="1734182"/>
                  </a:lnTo>
                  <a:lnTo>
                    <a:pt x="3804330" y="1734182"/>
                  </a:lnTo>
                  <a:lnTo>
                    <a:pt x="3804476" y="1734182"/>
                  </a:lnTo>
                  <a:lnTo>
                    <a:pt x="3804621" y="1734182"/>
                  </a:lnTo>
                  <a:lnTo>
                    <a:pt x="3804767" y="1734182"/>
                  </a:lnTo>
                  <a:lnTo>
                    <a:pt x="3804912" y="1734182"/>
                  </a:lnTo>
                  <a:lnTo>
                    <a:pt x="3804912" y="1733558"/>
                  </a:lnTo>
                  <a:lnTo>
                    <a:pt x="3805058" y="1733558"/>
                  </a:lnTo>
                  <a:lnTo>
                    <a:pt x="3805058" y="1732935"/>
                  </a:lnTo>
                  <a:lnTo>
                    <a:pt x="3805203" y="1732935"/>
                  </a:lnTo>
                  <a:lnTo>
                    <a:pt x="3805348" y="1732935"/>
                  </a:lnTo>
                  <a:lnTo>
                    <a:pt x="3805494" y="1732935"/>
                  </a:lnTo>
                  <a:lnTo>
                    <a:pt x="3805639" y="1732935"/>
                  </a:lnTo>
                  <a:lnTo>
                    <a:pt x="3805785" y="1732935"/>
                  </a:lnTo>
                  <a:lnTo>
                    <a:pt x="3805930" y="1732935"/>
                  </a:lnTo>
                  <a:lnTo>
                    <a:pt x="3806076" y="1732935"/>
                  </a:lnTo>
                  <a:lnTo>
                    <a:pt x="3806221" y="1732935"/>
                  </a:lnTo>
                  <a:lnTo>
                    <a:pt x="3806366" y="1732935"/>
                  </a:lnTo>
                  <a:lnTo>
                    <a:pt x="3806366" y="1732311"/>
                  </a:lnTo>
                  <a:lnTo>
                    <a:pt x="3806512" y="1732311"/>
                  </a:lnTo>
                  <a:lnTo>
                    <a:pt x="3806657" y="1732311"/>
                  </a:lnTo>
                  <a:lnTo>
                    <a:pt x="3806803" y="1732311"/>
                  </a:lnTo>
                  <a:lnTo>
                    <a:pt x="3806803" y="1731688"/>
                  </a:lnTo>
                  <a:lnTo>
                    <a:pt x="3806948" y="1731688"/>
                  </a:lnTo>
                  <a:lnTo>
                    <a:pt x="3807094" y="1731688"/>
                  </a:lnTo>
                  <a:lnTo>
                    <a:pt x="3807239" y="1731688"/>
                  </a:lnTo>
                  <a:lnTo>
                    <a:pt x="3807384" y="1731688"/>
                  </a:lnTo>
                  <a:lnTo>
                    <a:pt x="3807530" y="1731688"/>
                  </a:lnTo>
                  <a:lnTo>
                    <a:pt x="3807530" y="1731064"/>
                  </a:lnTo>
                  <a:lnTo>
                    <a:pt x="3807675" y="1731064"/>
                  </a:lnTo>
                  <a:lnTo>
                    <a:pt x="3807675" y="1730440"/>
                  </a:lnTo>
                  <a:lnTo>
                    <a:pt x="3807821" y="1730440"/>
                  </a:lnTo>
                  <a:lnTo>
                    <a:pt x="3807966" y="1730440"/>
                  </a:lnTo>
                  <a:lnTo>
                    <a:pt x="3807966" y="1729817"/>
                  </a:lnTo>
                  <a:lnTo>
                    <a:pt x="3807966" y="1729193"/>
                  </a:lnTo>
                  <a:lnTo>
                    <a:pt x="3808111" y="1729193"/>
                  </a:lnTo>
                  <a:lnTo>
                    <a:pt x="3808111" y="1728570"/>
                  </a:lnTo>
                  <a:lnTo>
                    <a:pt x="3808257" y="1728570"/>
                  </a:lnTo>
                  <a:lnTo>
                    <a:pt x="3808402" y="1728570"/>
                  </a:lnTo>
                  <a:lnTo>
                    <a:pt x="3808548" y="1728570"/>
                  </a:lnTo>
                  <a:lnTo>
                    <a:pt x="3808693" y="1728570"/>
                  </a:lnTo>
                  <a:lnTo>
                    <a:pt x="3808839" y="1728570"/>
                  </a:lnTo>
                  <a:lnTo>
                    <a:pt x="3808984" y="1728570"/>
                  </a:lnTo>
                  <a:lnTo>
                    <a:pt x="3809129" y="1728570"/>
                  </a:lnTo>
                  <a:lnTo>
                    <a:pt x="3809275" y="1728570"/>
                  </a:lnTo>
                  <a:lnTo>
                    <a:pt x="3809420" y="1728570"/>
                  </a:lnTo>
                  <a:lnTo>
                    <a:pt x="3809420" y="1727946"/>
                  </a:lnTo>
                  <a:lnTo>
                    <a:pt x="3809566" y="1727946"/>
                  </a:lnTo>
                  <a:lnTo>
                    <a:pt x="3809711" y="1727946"/>
                  </a:lnTo>
                  <a:lnTo>
                    <a:pt x="3809857" y="1727946"/>
                  </a:lnTo>
                  <a:lnTo>
                    <a:pt x="3810002" y="1727946"/>
                  </a:lnTo>
                  <a:lnTo>
                    <a:pt x="3810147" y="1727946"/>
                  </a:lnTo>
                  <a:lnTo>
                    <a:pt x="3810293" y="1727946"/>
                  </a:lnTo>
                  <a:lnTo>
                    <a:pt x="3810438" y="1727946"/>
                  </a:lnTo>
                  <a:lnTo>
                    <a:pt x="3810584" y="1727946"/>
                  </a:lnTo>
                  <a:lnTo>
                    <a:pt x="3810584" y="1727323"/>
                  </a:lnTo>
                  <a:lnTo>
                    <a:pt x="3810729" y="1727323"/>
                  </a:lnTo>
                  <a:lnTo>
                    <a:pt x="3810729" y="1726699"/>
                  </a:lnTo>
                  <a:lnTo>
                    <a:pt x="3810875" y="1726699"/>
                  </a:lnTo>
                  <a:lnTo>
                    <a:pt x="3811020" y="1726699"/>
                  </a:lnTo>
                  <a:lnTo>
                    <a:pt x="3811165" y="1726699"/>
                  </a:lnTo>
                  <a:lnTo>
                    <a:pt x="3811311" y="1726699"/>
                  </a:lnTo>
                  <a:lnTo>
                    <a:pt x="3811456" y="1726699"/>
                  </a:lnTo>
                  <a:lnTo>
                    <a:pt x="3811602" y="1726699"/>
                  </a:lnTo>
                  <a:lnTo>
                    <a:pt x="3811747" y="1726699"/>
                  </a:lnTo>
                  <a:lnTo>
                    <a:pt x="3811893" y="1726699"/>
                  </a:lnTo>
                  <a:lnTo>
                    <a:pt x="3812038" y="1726699"/>
                  </a:lnTo>
                  <a:lnTo>
                    <a:pt x="3812183" y="1726699"/>
                  </a:lnTo>
                  <a:lnTo>
                    <a:pt x="3812183" y="1726075"/>
                  </a:lnTo>
                  <a:lnTo>
                    <a:pt x="3812329" y="1726075"/>
                  </a:lnTo>
                  <a:lnTo>
                    <a:pt x="3812474" y="1726075"/>
                  </a:lnTo>
                  <a:lnTo>
                    <a:pt x="3812620" y="1726075"/>
                  </a:lnTo>
                  <a:lnTo>
                    <a:pt x="3812765" y="1726075"/>
                  </a:lnTo>
                  <a:lnTo>
                    <a:pt x="3812911" y="1726075"/>
                  </a:lnTo>
                  <a:lnTo>
                    <a:pt x="3813056" y="1726075"/>
                  </a:lnTo>
                  <a:lnTo>
                    <a:pt x="3813201" y="1726075"/>
                  </a:lnTo>
                  <a:lnTo>
                    <a:pt x="3813347" y="1726075"/>
                  </a:lnTo>
                  <a:lnTo>
                    <a:pt x="3813347" y="1725452"/>
                  </a:lnTo>
                  <a:lnTo>
                    <a:pt x="3813492" y="1725452"/>
                  </a:lnTo>
                  <a:lnTo>
                    <a:pt x="3813638" y="1725452"/>
                  </a:lnTo>
                  <a:lnTo>
                    <a:pt x="3813783" y="1725452"/>
                  </a:lnTo>
                  <a:lnTo>
                    <a:pt x="3813929" y="1725452"/>
                  </a:lnTo>
                  <a:lnTo>
                    <a:pt x="3814074" y="1725452"/>
                  </a:lnTo>
                  <a:lnTo>
                    <a:pt x="3814074" y="1724828"/>
                  </a:lnTo>
                  <a:lnTo>
                    <a:pt x="3814074" y="1724205"/>
                  </a:lnTo>
                  <a:lnTo>
                    <a:pt x="3814219" y="1724205"/>
                  </a:lnTo>
                  <a:lnTo>
                    <a:pt x="3814365" y="1724205"/>
                  </a:lnTo>
                  <a:lnTo>
                    <a:pt x="3814510" y="1724205"/>
                  </a:lnTo>
                  <a:lnTo>
                    <a:pt x="3814656" y="1724205"/>
                  </a:lnTo>
                  <a:lnTo>
                    <a:pt x="3814801" y="1724205"/>
                  </a:lnTo>
                  <a:lnTo>
                    <a:pt x="3814946" y="1724205"/>
                  </a:lnTo>
                  <a:lnTo>
                    <a:pt x="3815092" y="1724205"/>
                  </a:lnTo>
                  <a:lnTo>
                    <a:pt x="3815237" y="1724205"/>
                  </a:lnTo>
                  <a:lnTo>
                    <a:pt x="3815383" y="1724205"/>
                  </a:lnTo>
                  <a:lnTo>
                    <a:pt x="3815528" y="1724205"/>
                  </a:lnTo>
                  <a:lnTo>
                    <a:pt x="3815674" y="1724205"/>
                  </a:lnTo>
                  <a:lnTo>
                    <a:pt x="3815819" y="1724205"/>
                  </a:lnTo>
                  <a:lnTo>
                    <a:pt x="3815964" y="1724205"/>
                  </a:lnTo>
                  <a:lnTo>
                    <a:pt x="3816110" y="1724205"/>
                  </a:lnTo>
                  <a:lnTo>
                    <a:pt x="3816255" y="1724205"/>
                  </a:lnTo>
                  <a:lnTo>
                    <a:pt x="3816401" y="1724205"/>
                  </a:lnTo>
                  <a:lnTo>
                    <a:pt x="3816546" y="1724205"/>
                  </a:lnTo>
                  <a:lnTo>
                    <a:pt x="3816692" y="1724205"/>
                  </a:lnTo>
                  <a:lnTo>
                    <a:pt x="3816837" y="1724205"/>
                  </a:lnTo>
                  <a:lnTo>
                    <a:pt x="3816982" y="1724205"/>
                  </a:lnTo>
                  <a:lnTo>
                    <a:pt x="3817128" y="1724205"/>
                  </a:lnTo>
                  <a:lnTo>
                    <a:pt x="3817273" y="1724205"/>
                  </a:lnTo>
                  <a:lnTo>
                    <a:pt x="3817419" y="1724205"/>
                  </a:lnTo>
                  <a:lnTo>
                    <a:pt x="3817564" y="1724205"/>
                  </a:lnTo>
                  <a:lnTo>
                    <a:pt x="3817710" y="1724205"/>
                  </a:lnTo>
                  <a:lnTo>
                    <a:pt x="3817855" y="1724205"/>
                  </a:lnTo>
                  <a:lnTo>
                    <a:pt x="3818000" y="1724205"/>
                  </a:lnTo>
                  <a:lnTo>
                    <a:pt x="3818146" y="1724205"/>
                  </a:lnTo>
                  <a:lnTo>
                    <a:pt x="3818291" y="1724205"/>
                  </a:lnTo>
                  <a:lnTo>
                    <a:pt x="3818437" y="1724205"/>
                  </a:lnTo>
                  <a:lnTo>
                    <a:pt x="3818582" y="1724205"/>
                  </a:lnTo>
                  <a:lnTo>
                    <a:pt x="3818728" y="1724205"/>
                  </a:lnTo>
                  <a:lnTo>
                    <a:pt x="3818873" y="1724205"/>
                  </a:lnTo>
                  <a:lnTo>
                    <a:pt x="3819018" y="1724205"/>
                  </a:lnTo>
                  <a:lnTo>
                    <a:pt x="3819164" y="1724205"/>
                  </a:lnTo>
                  <a:lnTo>
                    <a:pt x="3819164" y="1723581"/>
                  </a:lnTo>
                  <a:lnTo>
                    <a:pt x="3819309" y="1723581"/>
                  </a:lnTo>
                  <a:lnTo>
                    <a:pt x="3819455" y="1723581"/>
                  </a:lnTo>
                  <a:lnTo>
                    <a:pt x="3819600" y="1723581"/>
                  </a:lnTo>
                  <a:lnTo>
                    <a:pt x="3819746" y="1723581"/>
                  </a:lnTo>
                  <a:lnTo>
                    <a:pt x="3819746" y="1722957"/>
                  </a:lnTo>
                  <a:lnTo>
                    <a:pt x="3819891" y="1722957"/>
                  </a:lnTo>
                  <a:lnTo>
                    <a:pt x="3820036" y="1722957"/>
                  </a:lnTo>
                  <a:lnTo>
                    <a:pt x="3820182" y="1722957"/>
                  </a:lnTo>
                  <a:lnTo>
                    <a:pt x="3820327" y="1722957"/>
                  </a:lnTo>
                  <a:lnTo>
                    <a:pt x="3820473" y="1722957"/>
                  </a:lnTo>
                  <a:lnTo>
                    <a:pt x="3820618" y="1722957"/>
                  </a:lnTo>
                  <a:lnTo>
                    <a:pt x="3820764" y="1722957"/>
                  </a:lnTo>
                  <a:lnTo>
                    <a:pt x="3820909" y="1722957"/>
                  </a:lnTo>
                  <a:lnTo>
                    <a:pt x="3821054" y="1722957"/>
                  </a:lnTo>
                  <a:lnTo>
                    <a:pt x="3821200" y="1722957"/>
                  </a:lnTo>
                  <a:lnTo>
                    <a:pt x="3821345" y="1722957"/>
                  </a:lnTo>
                  <a:lnTo>
                    <a:pt x="3821345" y="1722334"/>
                  </a:lnTo>
                  <a:lnTo>
                    <a:pt x="3821491" y="1722334"/>
                  </a:lnTo>
                  <a:lnTo>
                    <a:pt x="3821636" y="1722334"/>
                  </a:lnTo>
                  <a:lnTo>
                    <a:pt x="3821781" y="1722334"/>
                  </a:lnTo>
                  <a:lnTo>
                    <a:pt x="3821927" y="1722334"/>
                  </a:lnTo>
                  <a:lnTo>
                    <a:pt x="3822072" y="1722334"/>
                  </a:lnTo>
                  <a:lnTo>
                    <a:pt x="3822218" y="1722334"/>
                  </a:lnTo>
                  <a:lnTo>
                    <a:pt x="3822363" y="1722334"/>
                  </a:lnTo>
                  <a:lnTo>
                    <a:pt x="3822509" y="1722334"/>
                  </a:lnTo>
                  <a:lnTo>
                    <a:pt x="3822654" y="1722334"/>
                  </a:lnTo>
                  <a:lnTo>
                    <a:pt x="3822799" y="1722334"/>
                  </a:lnTo>
                  <a:lnTo>
                    <a:pt x="3822945" y="1722334"/>
                  </a:lnTo>
                  <a:lnTo>
                    <a:pt x="3822945" y="1721710"/>
                  </a:lnTo>
                  <a:lnTo>
                    <a:pt x="3823090" y="1721710"/>
                  </a:lnTo>
                  <a:lnTo>
                    <a:pt x="3823236" y="1721710"/>
                  </a:lnTo>
                  <a:lnTo>
                    <a:pt x="3823381" y="1721710"/>
                  </a:lnTo>
                  <a:lnTo>
                    <a:pt x="3823527" y="1721710"/>
                  </a:lnTo>
                  <a:lnTo>
                    <a:pt x="3823672" y="1721710"/>
                  </a:lnTo>
                  <a:lnTo>
                    <a:pt x="3823817" y="1721710"/>
                  </a:lnTo>
                  <a:lnTo>
                    <a:pt x="3823817" y="1721087"/>
                  </a:lnTo>
                  <a:lnTo>
                    <a:pt x="3823817" y="1720463"/>
                  </a:lnTo>
                  <a:lnTo>
                    <a:pt x="3823963" y="1720463"/>
                  </a:lnTo>
                  <a:lnTo>
                    <a:pt x="3824108" y="1720463"/>
                  </a:lnTo>
                  <a:lnTo>
                    <a:pt x="3824254" y="1720463"/>
                  </a:lnTo>
                  <a:lnTo>
                    <a:pt x="3824399" y="1720463"/>
                  </a:lnTo>
                  <a:lnTo>
                    <a:pt x="3824545" y="1720463"/>
                  </a:lnTo>
                  <a:lnTo>
                    <a:pt x="3824690" y="1720463"/>
                  </a:lnTo>
                  <a:lnTo>
                    <a:pt x="3824690" y="1719840"/>
                  </a:lnTo>
                  <a:lnTo>
                    <a:pt x="3824690" y="1719216"/>
                  </a:lnTo>
                  <a:lnTo>
                    <a:pt x="3824835" y="1719216"/>
                  </a:lnTo>
                  <a:lnTo>
                    <a:pt x="3824981" y="1719216"/>
                  </a:lnTo>
                  <a:lnTo>
                    <a:pt x="3825126" y="1719216"/>
                  </a:lnTo>
                  <a:lnTo>
                    <a:pt x="3825272" y="1719216"/>
                  </a:lnTo>
                  <a:lnTo>
                    <a:pt x="3825417" y="1719216"/>
                  </a:lnTo>
                  <a:lnTo>
                    <a:pt x="3825563" y="1719216"/>
                  </a:lnTo>
                  <a:lnTo>
                    <a:pt x="3825708" y="1719216"/>
                  </a:lnTo>
                  <a:lnTo>
                    <a:pt x="3825853" y="1719216"/>
                  </a:lnTo>
                  <a:lnTo>
                    <a:pt x="3825999" y="1719216"/>
                  </a:lnTo>
                  <a:lnTo>
                    <a:pt x="3825999" y="1718592"/>
                  </a:lnTo>
                  <a:lnTo>
                    <a:pt x="3826144" y="1718592"/>
                  </a:lnTo>
                  <a:lnTo>
                    <a:pt x="3826290" y="1718592"/>
                  </a:lnTo>
                  <a:lnTo>
                    <a:pt x="3826290" y="1717969"/>
                  </a:lnTo>
                  <a:lnTo>
                    <a:pt x="3826435" y="1717969"/>
                  </a:lnTo>
                  <a:lnTo>
                    <a:pt x="3826581" y="1717969"/>
                  </a:lnTo>
                  <a:lnTo>
                    <a:pt x="3826726" y="1717969"/>
                  </a:lnTo>
                  <a:lnTo>
                    <a:pt x="3826871" y="1717969"/>
                  </a:lnTo>
                  <a:lnTo>
                    <a:pt x="3826871" y="1717345"/>
                  </a:lnTo>
                  <a:lnTo>
                    <a:pt x="3827017" y="1717345"/>
                  </a:lnTo>
                  <a:lnTo>
                    <a:pt x="3827162" y="1717345"/>
                  </a:lnTo>
                  <a:lnTo>
                    <a:pt x="3827308" y="1717345"/>
                  </a:lnTo>
                  <a:lnTo>
                    <a:pt x="3827453" y="1717345"/>
                  </a:lnTo>
                  <a:lnTo>
                    <a:pt x="3827599" y="1717345"/>
                  </a:lnTo>
                  <a:lnTo>
                    <a:pt x="3827744" y="1717345"/>
                  </a:lnTo>
                  <a:lnTo>
                    <a:pt x="3827889" y="1717345"/>
                  </a:lnTo>
                  <a:lnTo>
                    <a:pt x="3828035" y="1717345"/>
                  </a:lnTo>
                  <a:lnTo>
                    <a:pt x="3828180" y="1717345"/>
                  </a:lnTo>
                  <a:lnTo>
                    <a:pt x="3828326" y="1717345"/>
                  </a:lnTo>
                  <a:lnTo>
                    <a:pt x="3828326" y="1716722"/>
                  </a:lnTo>
                  <a:lnTo>
                    <a:pt x="3828471" y="1716722"/>
                  </a:lnTo>
                  <a:lnTo>
                    <a:pt x="3828616" y="1716722"/>
                  </a:lnTo>
                  <a:lnTo>
                    <a:pt x="3828762" y="1716722"/>
                  </a:lnTo>
                  <a:lnTo>
                    <a:pt x="3828907" y="1716722"/>
                  </a:lnTo>
                  <a:lnTo>
                    <a:pt x="3829053" y="1716722"/>
                  </a:lnTo>
                  <a:lnTo>
                    <a:pt x="3829198" y="1716722"/>
                  </a:lnTo>
                  <a:lnTo>
                    <a:pt x="3829344" y="1716722"/>
                  </a:lnTo>
                  <a:lnTo>
                    <a:pt x="3829489" y="1716722"/>
                  </a:lnTo>
                  <a:lnTo>
                    <a:pt x="3829489" y="1716098"/>
                  </a:lnTo>
                  <a:lnTo>
                    <a:pt x="3829634" y="1716098"/>
                  </a:lnTo>
                  <a:lnTo>
                    <a:pt x="3829780" y="1716098"/>
                  </a:lnTo>
                  <a:lnTo>
                    <a:pt x="3829925" y="1716098"/>
                  </a:lnTo>
                  <a:lnTo>
                    <a:pt x="3830071" y="1716098"/>
                  </a:lnTo>
                  <a:lnTo>
                    <a:pt x="3830216" y="1716098"/>
                  </a:lnTo>
                  <a:lnTo>
                    <a:pt x="3830362" y="1716098"/>
                  </a:lnTo>
                  <a:lnTo>
                    <a:pt x="3830507" y="1716098"/>
                  </a:lnTo>
                  <a:lnTo>
                    <a:pt x="3830652" y="1716098"/>
                  </a:lnTo>
                  <a:lnTo>
                    <a:pt x="3830798" y="1716098"/>
                  </a:lnTo>
                  <a:lnTo>
                    <a:pt x="3830943" y="1716098"/>
                  </a:lnTo>
                  <a:lnTo>
                    <a:pt x="3831089" y="1716098"/>
                  </a:lnTo>
                  <a:lnTo>
                    <a:pt x="3831234" y="1716098"/>
                  </a:lnTo>
                  <a:lnTo>
                    <a:pt x="3831380" y="1716098"/>
                  </a:lnTo>
                  <a:lnTo>
                    <a:pt x="3831525" y="1716098"/>
                  </a:lnTo>
                  <a:lnTo>
                    <a:pt x="3831670" y="1716098"/>
                  </a:lnTo>
                  <a:lnTo>
                    <a:pt x="3831816" y="1716098"/>
                  </a:lnTo>
                  <a:lnTo>
                    <a:pt x="3831961" y="1716098"/>
                  </a:lnTo>
                  <a:lnTo>
                    <a:pt x="3832107" y="1716098"/>
                  </a:lnTo>
                  <a:lnTo>
                    <a:pt x="3832252" y="1716098"/>
                  </a:lnTo>
                  <a:lnTo>
                    <a:pt x="3832398" y="1716098"/>
                  </a:lnTo>
                  <a:lnTo>
                    <a:pt x="3832543" y="1716098"/>
                  </a:lnTo>
                  <a:lnTo>
                    <a:pt x="3832688" y="1716098"/>
                  </a:lnTo>
                  <a:lnTo>
                    <a:pt x="3832834" y="1716098"/>
                  </a:lnTo>
                  <a:lnTo>
                    <a:pt x="3832979" y="1716098"/>
                  </a:lnTo>
                  <a:lnTo>
                    <a:pt x="3832979" y="1715474"/>
                  </a:lnTo>
                  <a:lnTo>
                    <a:pt x="3833125" y="1715474"/>
                  </a:lnTo>
                  <a:lnTo>
                    <a:pt x="3833270" y="1715474"/>
                  </a:lnTo>
                  <a:lnTo>
                    <a:pt x="3833416" y="1715474"/>
                  </a:lnTo>
                  <a:lnTo>
                    <a:pt x="3833561" y="1715474"/>
                  </a:lnTo>
                  <a:lnTo>
                    <a:pt x="3833706" y="1715474"/>
                  </a:lnTo>
                  <a:lnTo>
                    <a:pt x="3833852" y="1715474"/>
                  </a:lnTo>
                  <a:lnTo>
                    <a:pt x="3833997" y="1715474"/>
                  </a:lnTo>
                  <a:lnTo>
                    <a:pt x="3834143" y="1715474"/>
                  </a:lnTo>
                  <a:lnTo>
                    <a:pt x="3834288" y="1715474"/>
                  </a:lnTo>
                  <a:lnTo>
                    <a:pt x="3834434" y="1715474"/>
                  </a:lnTo>
                  <a:lnTo>
                    <a:pt x="3834579" y="1715474"/>
                  </a:lnTo>
                  <a:lnTo>
                    <a:pt x="3834724" y="1715474"/>
                  </a:lnTo>
                  <a:lnTo>
                    <a:pt x="3834870" y="1715474"/>
                  </a:lnTo>
                  <a:lnTo>
                    <a:pt x="3835015" y="1715474"/>
                  </a:lnTo>
                  <a:lnTo>
                    <a:pt x="3835161" y="1715474"/>
                  </a:lnTo>
                  <a:lnTo>
                    <a:pt x="3835306" y="1715474"/>
                  </a:lnTo>
                  <a:lnTo>
                    <a:pt x="3835306" y="1714851"/>
                  </a:lnTo>
                  <a:lnTo>
                    <a:pt x="3835451" y="1714851"/>
                  </a:lnTo>
                  <a:lnTo>
                    <a:pt x="3835597" y="1714851"/>
                  </a:lnTo>
                  <a:lnTo>
                    <a:pt x="3835742" y="1714851"/>
                  </a:lnTo>
                  <a:lnTo>
                    <a:pt x="3835888" y="1714851"/>
                  </a:lnTo>
                  <a:lnTo>
                    <a:pt x="3836033" y="1714851"/>
                  </a:lnTo>
                  <a:lnTo>
                    <a:pt x="3836179" y="1714851"/>
                  </a:lnTo>
                  <a:lnTo>
                    <a:pt x="3836324" y="1714851"/>
                  </a:lnTo>
                  <a:lnTo>
                    <a:pt x="3836469" y="1714851"/>
                  </a:lnTo>
                  <a:lnTo>
                    <a:pt x="3836615" y="1714851"/>
                  </a:lnTo>
                  <a:lnTo>
                    <a:pt x="3836760" y="1714851"/>
                  </a:lnTo>
                  <a:lnTo>
                    <a:pt x="3836906" y="1714851"/>
                  </a:lnTo>
                  <a:lnTo>
                    <a:pt x="3837051" y="1714851"/>
                  </a:lnTo>
                  <a:lnTo>
                    <a:pt x="3837197" y="1714851"/>
                  </a:lnTo>
                  <a:lnTo>
                    <a:pt x="3837342" y="1714851"/>
                  </a:lnTo>
                  <a:lnTo>
                    <a:pt x="3837487" y="1714851"/>
                  </a:lnTo>
                  <a:lnTo>
                    <a:pt x="3837633" y="1714851"/>
                  </a:lnTo>
                  <a:lnTo>
                    <a:pt x="3837778" y="1714851"/>
                  </a:lnTo>
                  <a:lnTo>
                    <a:pt x="3837924" y="1714851"/>
                  </a:lnTo>
                  <a:lnTo>
                    <a:pt x="3838069" y="1714851"/>
                  </a:lnTo>
                  <a:lnTo>
                    <a:pt x="3838215" y="1714851"/>
                  </a:lnTo>
                  <a:lnTo>
                    <a:pt x="3838360" y="1714851"/>
                  </a:lnTo>
                  <a:lnTo>
                    <a:pt x="3838505" y="1714851"/>
                  </a:lnTo>
                  <a:lnTo>
                    <a:pt x="3838651" y="1714851"/>
                  </a:lnTo>
                  <a:lnTo>
                    <a:pt x="3838796" y="1714851"/>
                  </a:lnTo>
                  <a:lnTo>
                    <a:pt x="3838942" y="1714851"/>
                  </a:lnTo>
                  <a:lnTo>
                    <a:pt x="3839087" y="1714851"/>
                  </a:lnTo>
                  <a:lnTo>
                    <a:pt x="3839233" y="1714851"/>
                  </a:lnTo>
                  <a:lnTo>
                    <a:pt x="3839378" y="1714851"/>
                  </a:lnTo>
                  <a:lnTo>
                    <a:pt x="3839523" y="1714851"/>
                  </a:lnTo>
                  <a:lnTo>
                    <a:pt x="3839669" y="1714851"/>
                  </a:lnTo>
                  <a:lnTo>
                    <a:pt x="3839669" y="1714227"/>
                  </a:lnTo>
                  <a:lnTo>
                    <a:pt x="3839814" y="1714227"/>
                  </a:lnTo>
                  <a:lnTo>
                    <a:pt x="3839960" y="1714227"/>
                  </a:lnTo>
                  <a:lnTo>
                    <a:pt x="3840105" y="1714227"/>
                  </a:lnTo>
                  <a:lnTo>
                    <a:pt x="3840251" y="1714227"/>
                  </a:lnTo>
                  <a:lnTo>
                    <a:pt x="3840396" y="1714227"/>
                  </a:lnTo>
                  <a:lnTo>
                    <a:pt x="3840541" y="1714227"/>
                  </a:lnTo>
                  <a:lnTo>
                    <a:pt x="3840687" y="1714227"/>
                  </a:lnTo>
                  <a:lnTo>
                    <a:pt x="3840832" y="1714227"/>
                  </a:lnTo>
                  <a:lnTo>
                    <a:pt x="3840978" y="1714227"/>
                  </a:lnTo>
                  <a:lnTo>
                    <a:pt x="3841123" y="1714227"/>
                  </a:lnTo>
                  <a:lnTo>
                    <a:pt x="3841123" y="1713604"/>
                  </a:lnTo>
                  <a:lnTo>
                    <a:pt x="3841269" y="1713604"/>
                  </a:lnTo>
                  <a:lnTo>
                    <a:pt x="3841414" y="1713604"/>
                  </a:lnTo>
                  <a:lnTo>
                    <a:pt x="3841559" y="1713604"/>
                  </a:lnTo>
                  <a:lnTo>
                    <a:pt x="3841705" y="1713604"/>
                  </a:lnTo>
                  <a:lnTo>
                    <a:pt x="3841705" y="1712980"/>
                  </a:lnTo>
                  <a:lnTo>
                    <a:pt x="3841850" y="1712980"/>
                  </a:lnTo>
                  <a:lnTo>
                    <a:pt x="3841996" y="1712980"/>
                  </a:lnTo>
                  <a:lnTo>
                    <a:pt x="3842141" y="1712980"/>
                  </a:lnTo>
                  <a:lnTo>
                    <a:pt x="3842286" y="1712980"/>
                  </a:lnTo>
                  <a:lnTo>
                    <a:pt x="3842432" y="1712980"/>
                  </a:lnTo>
                  <a:lnTo>
                    <a:pt x="3842577" y="1712980"/>
                  </a:lnTo>
                  <a:lnTo>
                    <a:pt x="3842723" y="1712980"/>
                  </a:lnTo>
                  <a:lnTo>
                    <a:pt x="3842868" y="1712980"/>
                  </a:lnTo>
                  <a:lnTo>
                    <a:pt x="3843014" y="1712980"/>
                  </a:lnTo>
                  <a:lnTo>
                    <a:pt x="3843159" y="1712980"/>
                  </a:lnTo>
                  <a:lnTo>
                    <a:pt x="3843159" y="1712357"/>
                  </a:lnTo>
                  <a:lnTo>
                    <a:pt x="3843159" y="1711733"/>
                  </a:lnTo>
                  <a:lnTo>
                    <a:pt x="3843304" y="1711733"/>
                  </a:lnTo>
                  <a:lnTo>
                    <a:pt x="3843450" y="1711733"/>
                  </a:lnTo>
                  <a:lnTo>
                    <a:pt x="3843595" y="1711733"/>
                  </a:lnTo>
                  <a:lnTo>
                    <a:pt x="3843741" y="1711733"/>
                  </a:lnTo>
                  <a:lnTo>
                    <a:pt x="3843886" y="1711733"/>
                  </a:lnTo>
                  <a:lnTo>
                    <a:pt x="3844032" y="1711733"/>
                  </a:lnTo>
                  <a:lnTo>
                    <a:pt x="3844177" y="1711733"/>
                  </a:lnTo>
                  <a:lnTo>
                    <a:pt x="3844322" y="1711733"/>
                  </a:lnTo>
                  <a:lnTo>
                    <a:pt x="3844322" y="1711109"/>
                  </a:lnTo>
                  <a:lnTo>
                    <a:pt x="3844322" y="1710486"/>
                  </a:lnTo>
                  <a:lnTo>
                    <a:pt x="3844322" y="1709862"/>
                  </a:lnTo>
                  <a:lnTo>
                    <a:pt x="3844468" y="1709862"/>
                  </a:lnTo>
                  <a:lnTo>
                    <a:pt x="3844468" y="1709239"/>
                  </a:lnTo>
                  <a:lnTo>
                    <a:pt x="3844613" y="1709239"/>
                  </a:lnTo>
                  <a:lnTo>
                    <a:pt x="3844759" y="1709239"/>
                  </a:lnTo>
                  <a:lnTo>
                    <a:pt x="3844759" y="1708615"/>
                  </a:lnTo>
                  <a:lnTo>
                    <a:pt x="3844904" y="1708615"/>
                  </a:lnTo>
                  <a:lnTo>
                    <a:pt x="3845050" y="1708615"/>
                  </a:lnTo>
                  <a:lnTo>
                    <a:pt x="3845195" y="1708615"/>
                  </a:lnTo>
                  <a:lnTo>
                    <a:pt x="3845340" y="1708615"/>
                  </a:lnTo>
                  <a:lnTo>
                    <a:pt x="3845486" y="1708615"/>
                  </a:lnTo>
                  <a:lnTo>
                    <a:pt x="3845631" y="1708615"/>
                  </a:lnTo>
                  <a:lnTo>
                    <a:pt x="3845777" y="1708615"/>
                  </a:lnTo>
                  <a:lnTo>
                    <a:pt x="3845922" y="1708615"/>
                  </a:lnTo>
                  <a:lnTo>
                    <a:pt x="3846068" y="1708615"/>
                  </a:lnTo>
                  <a:lnTo>
                    <a:pt x="3846213" y="1708615"/>
                  </a:lnTo>
                  <a:lnTo>
                    <a:pt x="3846358" y="1708615"/>
                  </a:lnTo>
                  <a:lnTo>
                    <a:pt x="3846358" y="1707991"/>
                  </a:lnTo>
                  <a:lnTo>
                    <a:pt x="3846504" y="1707991"/>
                  </a:lnTo>
                  <a:lnTo>
                    <a:pt x="3846649" y="1707991"/>
                  </a:lnTo>
                  <a:lnTo>
                    <a:pt x="3846795" y="1707991"/>
                  </a:lnTo>
                  <a:lnTo>
                    <a:pt x="3846940" y="1707991"/>
                  </a:lnTo>
                  <a:lnTo>
                    <a:pt x="3847086" y="1707991"/>
                  </a:lnTo>
                  <a:lnTo>
                    <a:pt x="3847231" y="1707991"/>
                  </a:lnTo>
                  <a:lnTo>
                    <a:pt x="3847376" y="1707991"/>
                  </a:lnTo>
                  <a:lnTo>
                    <a:pt x="3847522" y="1707991"/>
                  </a:lnTo>
                  <a:lnTo>
                    <a:pt x="3847667" y="1707991"/>
                  </a:lnTo>
                  <a:lnTo>
                    <a:pt x="3847813" y="1707991"/>
                  </a:lnTo>
                  <a:lnTo>
                    <a:pt x="3847958" y="1707991"/>
                  </a:lnTo>
                  <a:lnTo>
                    <a:pt x="3848104" y="1707991"/>
                  </a:lnTo>
                  <a:lnTo>
                    <a:pt x="3848249" y="1707991"/>
                  </a:lnTo>
                  <a:lnTo>
                    <a:pt x="3848394" y="1707991"/>
                  </a:lnTo>
                  <a:lnTo>
                    <a:pt x="3848540" y="1707991"/>
                  </a:lnTo>
                  <a:lnTo>
                    <a:pt x="3848685" y="1707991"/>
                  </a:lnTo>
                  <a:lnTo>
                    <a:pt x="3848831" y="1707991"/>
                  </a:lnTo>
                  <a:lnTo>
                    <a:pt x="3848976" y="1707991"/>
                  </a:lnTo>
                  <a:lnTo>
                    <a:pt x="3849121" y="1707991"/>
                  </a:lnTo>
                  <a:lnTo>
                    <a:pt x="3849267" y="1707991"/>
                  </a:lnTo>
                  <a:lnTo>
                    <a:pt x="3849412" y="1707991"/>
                  </a:lnTo>
                  <a:lnTo>
                    <a:pt x="3849558" y="1707991"/>
                  </a:lnTo>
                  <a:lnTo>
                    <a:pt x="3849703" y="1707991"/>
                  </a:lnTo>
                  <a:lnTo>
                    <a:pt x="3849849" y="1707991"/>
                  </a:lnTo>
                  <a:lnTo>
                    <a:pt x="3849994" y="1707991"/>
                  </a:lnTo>
                  <a:lnTo>
                    <a:pt x="3850139" y="1707991"/>
                  </a:lnTo>
                  <a:lnTo>
                    <a:pt x="3850285" y="1707991"/>
                  </a:lnTo>
                  <a:lnTo>
                    <a:pt x="3850430" y="1707991"/>
                  </a:lnTo>
                  <a:lnTo>
                    <a:pt x="3850576" y="1707991"/>
                  </a:lnTo>
                  <a:lnTo>
                    <a:pt x="3850721" y="1707991"/>
                  </a:lnTo>
                  <a:lnTo>
                    <a:pt x="3850867" y="1707991"/>
                  </a:lnTo>
                  <a:lnTo>
                    <a:pt x="3851012" y="1707991"/>
                  </a:lnTo>
                  <a:lnTo>
                    <a:pt x="3851157" y="1707991"/>
                  </a:lnTo>
                  <a:lnTo>
                    <a:pt x="3851303" y="1707991"/>
                  </a:lnTo>
                  <a:lnTo>
                    <a:pt x="3851303" y="1707368"/>
                  </a:lnTo>
                  <a:lnTo>
                    <a:pt x="3851448" y="1707368"/>
                  </a:lnTo>
                  <a:lnTo>
                    <a:pt x="3851594" y="1707368"/>
                  </a:lnTo>
                  <a:lnTo>
                    <a:pt x="3851594" y="1706744"/>
                  </a:lnTo>
                  <a:lnTo>
                    <a:pt x="3851739" y="1706744"/>
                  </a:lnTo>
                  <a:lnTo>
                    <a:pt x="3851885" y="1706744"/>
                  </a:lnTo>
                  <a:lnTo>
                    <a:pt x="3852030" y="1706744"/>
                  </a:lnTo>
                  <a:lnTo>
                    <a:pt x="3852175" y="1706744"/>
                  </a:lnTo>
                  <a:lnTo>
                    <a:pt x="3852175" y="1706121"/>
                  </a:lnTo>
                  <a:lnTo>
                    <a:pt x="3852321" y="1706121"/>
                  </a:lnTo>
                  <a:lnTo>
                    <a:pt x="3852466" y="1706121"/>
                  </a:lnTo>
                  <a:lnTo>
                    <a:pt x="3852612" y="1706121"/>
                  </a:lnTo>
                  <a:lnTo>
                    <a:pt x="3852757" y="1706121"/>
                  </a:lnTo>
                  <a:lnTo>
                    <a:pt x="3852903" y="1706121"/>
                  </a:lnTo>
                  <a:lnTo>
                    <a:pt x="3853048" y="1706121"/>
                  </a:lnTo>
                  <a:lnTo>
                    <a:pt x="3853048" y="1705497"/>
                  </a:lnTo>
                  <a:lnTo>
                    <a:pt x="3853193" y="1705497"/>
                  </a:lnTo>
                  <a:lnTo>
                    <a:pt x="3853339" y="1705497"/>
                  </a:lnTo>
                  <a:lnTo>
                    <a:pt x="3853484" y="1705497"/>
                  </a:lnTo>
                  <a:lnTo>
                    <a:pt x="3853630" y="1705497"/>
                  </a:lnTo>
                  <a:lnTo>
                    <a:pt x="3853775" y="1705497"/>
                  </a:lnTo>
                  <a:lnTo>
                    <a:pt x="3853775" y="1704874"/>
                  </a:lnTo>
                  <a:lnTo>
                    <a:pt x="3853921" y="1704874"/>
                  </a:lnTo>
                  <a:lnTo>
                    <a:pt x="3854066" y="1704874"/>
                  </a:lnTo>
                  <a:lnTo>
                    <a:pt x="3854066" y="1704250"/>
                  </a:lnTo>
                  <a:lnTo>
                    <a:pt x="3854066" y="1703626"/>
                  </a:lnTo>
                  <a:lnTo>
                    <a:pt x="3854211" y="1703626"/>
                  </a:lnTo>
                  <a:lnTo>
                    <a:pt x="3854357" y="1703626"/>
                  </a:lnTo>
                  <a:lnTo>
                    <a:pt x="3854502" y="1703626"/>
                  </a:lnTo>
                  <a:lnTo>
                    <a:pt x="3854648" y="1703626"/>
                  </a:lnTo>
                  <a:lnTo>
                    <a:pt x="3854793" y="1703626"/>
                  </a:lnTo>
                  <a:lnTo>
                    <a:pt x="3854939" y="1703626"/>
                  </a:lnTo>
                  <a:lnTo>
                    <a:pt x="3855084" y="1703626"/>
                  </a:lnTo>
                  <a:lnTo>
                    <a:pt x="3855229" y="1703626"/>
                  </a:lnTo>
                  <a:lnTo>
                    <a:pt x="3855375" y="1703626"/>
                  </a:lnTo>
                  <a:lnTo>
                    <a:pt x="3855520" y="1703626"/>
                  </a:lnTo>
                  <a:lnTo>
                    <a:pt x="3855666" y="1703626"/>
                  </a:lnTo>
                  <a:lnTo>
                    <a:pt x="3855811" y="1703626"/>
                  </a:lnTo>
                  <a:lnTo>
                    <a:pt x="3855811" y="1703003"/>
                  </a:lnTo>
                  <a:lnTo>
                    <a:pt x="3855956" y="1703003"/>
                  </a:lnTo>
                  <a:lnTo>
                    <a:pt x="3856102" y="1703003"/>
                  </a:lnTo>
                  <a:lnTo>
                    <a:pt x="3856247" y="1703003"/>
                  </a:lnTo>
                  <a:lnTo>
                    <a:pt x="3856393" y="1703003"/>
                  </a:lnTo>
                  <a:lnTo>
                    <a:pt x="3856538" y="1703003"/>
                  </a:lnTo>
                  <a:lnTo>
                    <a:pt x="3856684" y="1703003"/>
                  </a:lnTo>
                  <a:lnTo>
                    <a:pt x="3856829" y="1703003"/>
                  </a:lnTo>
                  <a:lnTo>
                    <a:pt x="3856974" y="1703003"/>
                  </a:lnTo>
                  <a:lnTo>
                    <a:pt x="3857120" y="1703003"/>
                  </a:lnTo>
                  <a:lnTo>
                    <a:pt x="3857265" y="1703003"/>
                  </a:lnTo>
                  <a:lnTo>
                    <a:pt x="3857411" y="1703003"/>
                  </a:lnTo>
                  <a:lnTo>
                    <a:pt x="3857556" y="1703003"/>
                  </a:lnTo>
                  <a:lnTo>
                    <a:pt x="3857702" y="1703003"/>
                  </a:lnTo>
                  <a:lnTo>
                    <a:pt x="3857847" y="1703003"/>
                  </a:lnTo>
                  <a:lnTo>
                    <a:pt x="3857847" y="1702379"/>
                  </a:lnTo>
                  <a:lnTo>
                    <a:pt x="3857992" y="1702379"/>
                  </a:lnTo>
                  <a:lnTo>
                    <a:pt x="3858138" y="1702379"/>
                  </a:lnTo>
                  <a:lnTo>
                    <a:pt x="3858283" y="1702379"/>
                  </a:lnTo>
                  <a:lnTo>
                    <a:pt x="3858429" y="1702379"/>
                  </a:lnTo>
                  <a:lnTo>
                    <a:pt x="3858574" y="1702379"/>
                  </a:lnTo>
                  <a:lnTo>
                    <a:pt x="3858720" y="1702379"/>
                  </a:lnTo>
                  <a:lnTo>
                    <a:pt x="3858865" y="1702379"/>
                  </a:lnTo>
                  <a:lnTo>
                    <a:pt x="3858865" y="1701756"/>
                  </a:lnTo>
                  <a:lnTo>
                    <a:pt x="3859010" y="1701756"/>
                  </a:lnTo>
                  <a:lnTo>
                    <a:pt x="3859156" y="1701756"/>
                  </a:lnTo>
                  <a:lnTo>
                    <a:pt x="3859301" y="1701756"/>
                  </a:lnTo>
                  <a:lnTo>
                    <a:pt x="3859447" y="1701756"/>
                  </a:lnTo>
                  <a:lnTo>
                    <a:pt x="3859592" y="1701756"/>
                  </a:lnTo>
                  <a:lnTo>
                    <a:pt x="3859738" y="1701756"/>
                  </a:lnTo>
                  <a:lnTo>
                    <a:pt x="3859883" y="1701756"/>
                  </a:lnTo>
                  <a:lnTo>
                    <a:pt x="3860028" y="1701756"/>
                  </a:lnTo>
                  <a:lnTo>
                    <a:pt x="3860174" y="1701756"/>
                  </a:lnTo>
                  <a:lnTo>
                    <a:pt x="3860319" y="1701756"/>
                  </a:lnTo>
                  <a:lnTo>
                    <a:pt x="3860465" y="1701756"/>
                  </a:lnTo>
                  <a:lnTo>
                    <a:pt x="3860610" y="1701756"/>
                  </a:lnTo>
                  <a:lnTo>
                    <a:pt x="3860756" y="1701756"/>
                  </a:lnTo>
                  <a:lnTo>
                    <a:pt x="3860756" y="1701132"/>
                  </a:lnTo>
                  <a:lnTo>
                    <a:pt x="3860756" y="1700508"/>
                  </a:lnTo>
                  <a:lnTo>
                    <a:pt x="3860756" y="1699885"/>
                  </a:lnTo>
                  <a:lnTo>
                    <a:pt x="3860901" y="1699885"/>
                  </a:lnTo>
                  <a:lnTo>
                    <a:pt x="3861046" y="1699885"/>
                  </a:lnTo>
                  <a:lnTo>
                    <a:pt x="3861046" y="1699261"/>
                  </a:lnTo>
                  <a:lnTo>
                    <a:pt x="3861192" y="1699261"/>
                  </a:lnTo>
                  <a:lnTo>
                    <a:pt x="3861337" y="1699261"/>
                  </a:lnTo>
                  <a:lnTo>
                    <a:pt x="3861483" y="1699261"/>
                  </a:lnTo>
                  <a:lnTo>
                    <a:pt x="3861483" y="1698638"/>
                  </a:lnTo>
                  <a:lnTo>
                    <a:pt x="3861628" y="1698638"/>
                  </a:lnTo>
                  <a:lnTo>
                    <a:pt x="3861628" y="1698014"/>
                  </a:lnTo>
                  <a:lnTo>
                    <a:pt x="3861628" y="1697391"/>
                  </a:lnTo>
                  <a:lnTo>
                    <a:pt x="3861774" y="1697391"/>
                  </a:lnTo>
                  <a:lnTo>
                    <a:pt x="3861919" y="1697391"/>
                  </a:lnTo>
                  <a:lnTo>
                    <a:pt x="3862064" y="1697391"/>
                  </a:lnTo>
                  <a:lnTo>
                    <a:pt x="3862210" y="1697391"/>
                  </a:lnTo>
                  <a:lnTo>
                    <a:pt x="3862210" y="1696767"/>
                  </a:lnTo>
                  <a:lnTo>
                    <a:pt x="3862355" y="1696767"/>
                  </a:lnTo>
                  <a:lnTo>
                    <a:pt x="3862501" y="1696767"/>
                  </a:lnTo>
                  <a:lnTo>
                    <a:pt x="3862646" y="1696767"/>
                  </a:lnTo>
                  <a:lnTo>
                    <a:pt x="3862791" y="1696767"/>
                  </a:lnTo>
                  <a:lnTo>
                    <a:pt x="3862937" y="1696767"/>
                  </a:lnTo>
                  <a:lnTo>
                    <a:pt x="3863082" y="1696767"/>
                  </a:lnTo>
                  <a:lnTo>
                    <a:pt x="3863228" y="1696767"/>
                  </a:lnTo>
                  <a:lnTo>
                    <a:pt x="3863373" y="1696767"/>
                  </a:lnTo>
                  <a:lnTo>
                    <a:pt x="3863519" y="1696767"/>
                  </a:lnTo>
                  <a:lnTo>
                    <a:pt x="3863664" y="1696767"/>
                  </a:lnTo>
                  <a:lnTo>
                    <a:pt x="3863664" y="1696143"/>
                  </a:lnTo>
                  <a:lnTo>
                    <a:pt x="3863809" y="1696143"/>
                  </a:lnTo>
                  <a:lnTo>
                    <a:pt x="3863809" y="1695520"/>
                  </a:lnTo>
                  <a:lnTo>
                    <a:pt x="3863955" y="1695520"/>
                  </a:lnTo>
                  <a:lnTo>
                    <a:pt x="3863955" y="1694896"/>
                  </a:lnTo>
                  <a:lnTo>
                    <a:pt x="3864100" y="1694896"/>
                  </a:lnTo>
                  <a:lnTo>
                    <a:pt x="3864246" y="1694896"/>
                  </a:lnTo>
                  <a:lnTo>
                    <a:pt x="3864391" y="1694896"/>
                  </a:lnTo>
                  <a:lnTo>
                    <a:pt x="3864391" y="1694273"/>
                  </a:lnTo>
                  <a:lnTo>
                    <a:pt x="3864537" y="1694273"/>
                  </a:lnTo>
                  <a:lnTo>
                    <a:pt x="3864682" y="1694273"/>
                  </a:lnTo>
                  <a:lnTo>
                    <a:pt x="3864827" y="1694273"/>
                  </a:lnTo>
                  <a:lnTo>
                    <a:pt x="3864973" y="1694273"/>
                  </a:lnTo>
                  <a:lnTo>
                    <a:pt x="3865118" y="1694273"/>
                  </a:lnTo>
                  <a:lnTo>
                    <a:pt x="3865264" y="1694273"/>
                  </a:lnTo>
                  <a:lnTo>
                    <a:pt x="3865264" y="1693649"/>
                  </a:lnTo>
                  <a:lnTo>
                    <a:pt x="3865409" y="1693649"/>
                  </a:lnTo>
                  <a:lnTo>
                    <a:pt x="3865555" y="1693649"/>
                  </a:lnTo>
                  <a:lnTo>
                    <a:pt x="3865700" y="1693649"/>
                  </a:lnTo>
                  <a:lnTo>
                    <a:pt x="3865845" y="1693649"/>
                  </a:lnTo>
                  <a:lnTo>
                    <a:pt x="3865845" y="1693025"/>
                  </a:lnTo>
                  <a:lnTo>
                    <a:pt x="3865991" y="1693025"/>
                  </a:lnTo>
                  <a:lnTo>
                    <a:pt x="3866136" y="1693025"/>
                  </a:lnTo>
                  <a:lnTo>
                    <a:pt x="3866282" y="1693025"/>
                  </a:lnTo>
                  <a:lnTo>
                    <a:pt x="3866427" y="1693025"/>
                  </a:lnTo>
                  <a:lnTo>
                    <a:pt x="3866573" y="1693025"/>
                  </a:lnTo>
                  <a:lnTo>
                    <a:pt x="3866718" y="1693025"/>
                  </a:lnTo>
                  <a:lnTo>
                    <a:pt x="3866863" y="1693025"/>
                  </a:lnTo>
                  <a:lnTo>
                    <a:pt x="3867009" y="1693025"/>
                  </a:lnTo>
                  <a:lnTo>
                    <a:pt x="3867154" y="1693025"/>
                  </a:lnTo>
                  <a:lnTo>
                    <a:pt x="3867300" y="1693025"/>
                  </a:lnTo>
                  <a:lnTo>
                    <a:pt x="3867445" y="1693025"/>
                  </a:lnTo>
                  <a:lnTo>
                    <a:pt x="3867445" y="1692402"/>
                  </a:lnTo>
                  <a:lnTo>
                    <a:pt x="3867591" y="1692402"/>
                  </a:lnTo>
                  <a:lnTo>
                    <a:pt x="3867736" y="1692402"/>
                  </a:lnTo>
                  <a:lnTo>
                    <a:pt x="3867881" y="1692402"/>
                  </a:lnTo>
                  <a:lnTo>
                    <a:pt x="3868027" y="1692402"/>
                  </a:lnTo>
                  <a:lnTo>
                    <a:pt x="3868027" y="1691778"/>
                  </a:lnTo>
                  <a:lnTo>
                    <a:pt x="3868027" y="1691155"/>
                  </a:lnTo>
                  <a:lnTo>
                    <a:pt x="3868027" y="1690531"/>
                  </a:lnTo>
                  <a:lnTo>
                    <a:pt x="3868027" y="1689908"/>
                  </a:lnTo>
                  <a:lnTo>
                    <a:pt x="3868172" y="1689908"/>
                  </a:lnTo>
                  <a:lnTo>
                    <a:pt x="3868318" y="1689908"/>
                  </a:lnTo>
                  <a:lnTo>
                    <a:pt x="3868463" y="1689908"/>
                  </a:lnTo>
                  <a:lnTo>
                    <a:pt x="3868463" y="1689284"/>
                  </a:lnTo>
                  <a:lnTo>
                    <a:pt x="3868609" y="1689284"/>
                  </a:lnTo>
                  <a:lnTo>
                    <a:pt x="3868609" y="1688660"/>
                  </a:lnTo>
                  <a:lnTo>
                    <a:pt x="3868609" y="1688037"/>
                  </a:lnTo>
                  <a:lnTo>
                    <a:pt x="3868754" y="1688037"/>
                  </a:lnTo>
                  <a:lnTo>
                    <a:pt x="3868754" y="1687413"/>
                  </a:lnTo>
                  <a:lnTo>
                    <a:pt x="3868899" y="1687413"/>
                  </a:lnTo>
                  <a:lnTo>
                    <a:pt x="3869045" y="1687413"/>
                  </a:lnTo>
                  <a:lnTo>
                    <a:pt x="3869190" y="1687413"/>
                  </a:lnTo>
                  <a:lnTo>
                    <a:pt x="3869336" y="1687413"/>
                  </a:lnTo>
                  <a:lnTo>
                    <a:pt x="3869481" y="1687413"/>
                  </a:lnTo>
                  <a:lnTo>
                    <a:pt x="3869626" y="1687413"/>
                  </a:lnTo>
                  <a:lnTo>
                    <a:pt x="3869772" y="1687413"/>
                  </a:lnTo>
                  <a:lnTo>
                    <a:pt x="3869772" y="1686790"/>
                  </a:lnTo>
                  <a:lnTo>
                    <a:pt x="3869917" y="1686790"/>
                  </a:lnTo>
                  <a:lnTo>
                    <a:pt x="3870063" y="1686790"/>
                  </a:lnTo>
                  <a:lnTo>
                    <a:pt x="3870208" y="1686790"/>
                  </a:lnTo>
                  <a:lnTo>
                    <a:pt x="3870354" y="1686790"/>
                  </a:lnTo>
                  <a:lnTo>
                    <a:pt x="3870499" y="1686790"/>
                  </a:lnTo>
                  <a:lnTo>
                    <a:pt x="3870644" y="1686790"/>
                  </a:lnTo>
                  <a:lnTo>
                    <a:pt x="3870790" y="1686790"/>
                  </a:lnTo>
                  <a:lnTo>
                    <a:pt x="3870935" y="1686790"/>
                  </a:lnTo>
                  <a:lnTo>
                    <a:pt x="3871081" y="1686790"/>
                  </a:lnTo>
                  <a:lnTo>
                    <a:pt x="3871226" y="1686790"/>
                  </a:lnTo>
                  <a:lnTo>
                    <a:pt x="3871372" y="1686790"/>
                  </a:lnTo>
                  <a:lnTo>
                    <a:pt x="3871517" y="1686790"/>
                  </a:lnTo>
                  <a:lnTo>
                    <a:pt x="3871662" y="1686790"/>
                  </a:lnTo>
                  <a:lnTo>
                    <a:pt x="3871808" y="1686790"/>
                  </a:lnTo>
                  <a:lnTo>
                    <a:pt x="3871953" y="1686790"/>
                  </a:lnTo>
                  <a:lnTo>
                    <a:pt x="3872099" y="1686790"/>
                  </a:lnTo>
                  <a:lnTo>
                    <a:pt x="3872244" y="1686790"/>
                  </a:lnTo>
                  <a:lnTo>
                    <a:pt x="3872390" y="1686790"/>
                  </a:lnTo>
                  <a:lnTo>
                    <a:pt x="3872535" y="1686790"/>
                  </a:lnTo>
                  <a:lnTo>
                    <a:pt x="3872680" y="1686790"/>
                  </a:lnTo>
                  <a:lnTo>
                    <a:pt x="3872826" y="1686790"/>
                  </a:lnTo>
                  <a:lnTo>
                    <a:pt x="3872971" y="1686790"/>
                  </a:lnTo>
                  <a:lnTo>
                    <a:pt x="3873117" y="1686790"/>
                  </a:lnTo>
                  <a:lnTo>
                    <a:pt x="3873262" y="1686790"/>
                  </a:lnTo>
                  <a:lnTo>
                    <a:pt x="3873408" y="1686790"/>
                  </a:lnTo>
                  <a:lnTo>
                    <a:pt x="3873408" y="1686166"/>
                  </a:lnTo>
                  <a:lnTo>
                    <a:pt x="3873553" y="1686166"/>
                  </a:lnTo>
                  <a:lnTo>
                    <a:pt x="3873698" y="1686166"/>
                  </a:lnTo>
                  <a:lnTo>
                    <a:pt x="3873844" y="1686166"/>
                  </a:lnTo>
                  <a:lnTo>
                    <a:pt x="3873989" y="1686166"/>
                  </a:lnTo>
                  <a:lnTo>
                    <a:pt x="3874135" y="1686166"/>
                  </a:lnTo>
                  <a:lnTo>
                    <a:pt x="3874280" y="1686166"/>
                  </a:lnTo>
                  <a:lnTo>
                    <a:pt x="3874426" y="1686166"/>
                  </a:lnTo>
                  <a:lnTo>
                    <a:pt x="3874571" y="1686166"/>
                  </a:lnTo>
                  <a:lnTo>
                    <a:pt x="3874716" y="1686166"/>
                  </a:lnTo>
                  <a:lnTo>
                    <a:pt x="3874862" y="1686166"/>
                  </a:lnTo>
                  <a:lnTo>
                    <a:pt x="3875007" y="1686166"/>
                  </a:lnTo>
                  <a:lnTo>
                    <a:pt x="3875153" y="1686166"/>
                  </a:lnTo>
                  <a:lnTo>
                    <a:pt x="3875298" y="1686166"/>
                  </a:lnTo>
                  <a:lnTo>
                    <a:pt x="3875443" y="1686166"/>
                  </a:lnTo>
                  <a:lnTo>
                    <a:pt x="3875443" y="1685543"/>
                  </a:lnTo>
                  <a:lnTo>
                    <a:pt x="3875589" y="1685543"/>
                  </a:lnTo>
                  <a:lnTo>
                    <a:pt x="3875734" y="1685543"/>
                  </a:lnTo>
                  <a:lnTo>
                    <a:pt x="3875880" y="1685543"/>
                  </a:lnTo>
                  <a:lnTo>
                    <a:pt x="3876025" y="1685543"/>
                  </a:lnTo>
                  <a:lnTo>
                    <a:pt x="3876171" y="1685543"/>
                  </a:lnTo>
                  <a:lnTo>
                    <a:pt x="3876316" y="1685543"/>
                  </a:lnTo>
                  <a:lnTo>
                    <a:pt x="3876461" y="1685543"/>
                  </a:lnTo>
                  <a:lnTo>
                    <a:pt x="3876607" y="1685543"/>
                  </a:lnTo>
                  <a:lnTo>
                    <a:pt x="3876752" y="1685543"/>
                  </a:lnTo>
                  <a:lnTo>
                    <a:pt x="3876752" y="1684919"/>
                  </a:lnTo>
                  <a:lnTo>
                    <a:pt x="3876898" y="1684919"/>
                  </a:lnTo>
                  <a:lnTo>
                    <a:pt x="3877043" y="1684919"/>
                  </a:lnTo>
                  <a:lnTo>
                    <a:pt x="3877189" y="1684919"/>
                  </a:lnTo>
                  <a:lnTo>
                    <a:pt x="3877334" y="1684919"/>
                  </a:lnTo>
                  <a:lnTo>
                    <a:pt x="3877479" y="1684919"/>
                  </a:lnTo>
                  <a:lnTo>
                    <a:pt x="3877625" y="1684919"/>
                  </a:lnTo>
                  <a:lnTo>
                    <a:pt x="3877770" y="1684919"/>
                  </a:lnTo>
                  <a:lnTo>
                    <a:pt x="3877916" y="1684919"/>
                  </a:lnTo>
                  <a:lnTo>
                    <a:pt x="3878061" y="1684919"/>
                  </a:lnTo>
                  <a:lnTo>
                    <a:pt x="3878207" y="1684919"/>
                  </a:lnTo>
                  <a:lnTo>
                    <a:pt x="3878352" y="1684919"/>
                  </a:lnTo>
                  <a:lnTo>
                    <a:pt x="3878497" y="1684919"/>
                  </a:lnTo>
                  <a:lnTo>
                    <a:pt x="3878497" y="1684295"/>
                  </a:lnTo>
                  <a:lnTo>
                    <a:pt x="3878643" y="1684295"/>
                  </a:lnTo>
                  <a:lnTo>
                    <a:pt x="3878788" y="1684295"/>
                  </a:lnTo>
                  <a:lnTo>
                    <a:pt x="3878934" y="1684295"/>
                  </a:lnTo>
                  <a:lnTo>
                    <a:pt x="3879079" y="1684295"/>
                  </a:lnTo>
                  <a:lnTo>
                    <a:pt x="3879225" y="1684295"/>
                  </a:lnTo>
                  <a:lnTo>
                    <a:pt x="3879370" y="1684295"/>
                  </a:lnTo>
                  <a:lnTo>
                    <a:pt x="3879515" y="1684295"/>
                  </a:lnTo>
                  <a:lnTo>
                    <a:pt x="3879661" y="1684295"/>
                  </a:lnTo>
                  <a:lnTo>
                    <a:pt x="3879661" y="1683672"/>
                  </a:lnTo>
                  <a:lnTo>
                    <a:pt x="3879806" y="1683672"/>
                  </a:lnTo>
                  <a:lnTo>
                    <a:pt x="3879952" y="1683672"/>
                  </a:lnTo>
                  <a:lnTo>
                    <a:pt x="3880097" y="1683672"/>
                  </a:lnTo>
                  <a:lnTo>
                    <a:pt x="3880243" y="1683672"/>
                  </a:lnTo>
                  <a:lnTo>
                    <a:pt x="3880388" y="1683672"/>
                  </a:lnTo>
                  <a:lnTo>
                    <a:pt x="3880533" y="1683672"/>
                  </a:lnTo>
                  <a:lnTo>
                    <a:pt x="3880679" y="1683672"/>
                  </a:lnTo>
                  <a:lnTo>
                    <a:pt x="3880824" y="1683672"/>
                  </a:lnTo>
                  <a:lnTo>
                    <a:pt x="3880970" y="1683672"/>
                  </a:lnTo>
                  <a:lnTo>
                    <a:pt x="3881115" y="1683672"/>
                  </a:lnTo>
                  <a:lnTo>
                    <a:pt x="3881261" y="1683672"/>
                  </a:lnTo>
                  <a:lnTo>
                    <a:pt x="3881406" y="1683672"/>
                  </a:lnTo>
                  <a:lnTo>
                    <a:pt x="3881551" y="1683672"/>
                  </a:lnTo>
                  <a:lnTo>
                    <a:pt x="3881551" y="1683048"/>
                  </a:lnTo>
                  <a:lnTo>
                    <a:pt x="3881697" y="1683048"/>
                  </a:lnTo>
                  <a:lnTo>
                    <a:pt x="3881842" y="1683048"/>
                  </a:lnTo>
                  <a:lnTo>
                    <a:pt x="3881988" y="1683048"/>
                  </a:lnTo>
                  <a:lnTo>
                    <a:pt x="3882133" y="1683048"/>
                  </a:lnTo>
                  <a:lnTo>
                    <a:pt x="3882278" y="1683048"/>
                  </a:lnTo>
                  <a:lnTo>
                    <a:pt x="3882424" y="1683048"/>
                  </a:lnTo>
                  <a:lnTo>
                    <a:pt x="3882569" y="1683048"/>
                  </a:lnTo>
                  <a:lnTo>
                    <a:pt x="3882715" y="1683048"/>
                  </a:lnTo>
                  <a:lnTo>
                    <a:pt x="3882860" y="1683048"/>
                  </a:lnTo>
                  <a:lnTo>
                    <a:pt x="3883006" y="1683048"/>
                  </a:lnTo>
                  <a:lnTo>
                    <a:pt x="3883151" y="1683048"/>
                  </a:lnTo>
                  <a:lnTo>
                    <a:pt x="3883296" y="1683048"/>
                  </a:lnTo>
                  <a:lnTo>
                    <a:pt x="3883296" y="1682425"/>
                  </a:lnTo>
                  <a:lnTo>
                    <a:pt x="3883442" y="1682425"/>
                  </a:lnTo>
                  <a:lnTo>
                    <a:pt x="3883587" y="1682425"/>
                  </a:lnTo>
                  <a:lnTo>
                    <a:pt x="3883733" y="1682425"/>
                  </a:lnTo>
                  <a:lnTo>
                    <a:pt x="3883878" y="1682425"/>
                  </a:lnTo>
                  <a:lnTo>
                    <a:pt x="3884024" y="1682425"/>
                  </a:lnTo>
                  <a:lnTo>
                    <a:pt x="3884169" y="1682425"/>
                  </a:lnTo>
                  <a:lnTo>
                    <a:pt x="3884314" y="1682425"/>
                  </a:lnTo>
                  <a:lnTo>
                    <a:pt x="3884314" y="1681801"/>
                  </a:lnTo>
                  <a:lnTo>
                    <a:pt x="3884460" y="1681801"/>
                  </a:lnTo>
                  <a:lnTo>
                    <a:pt x="3884605" y="1681801"/>
                  </a:lnTo>
                  <a:lnTo>
                    <a:pt x="3884751" y="1681801"/>
                  </a:lnTo>
                  <a:lnTo>
                    <a:pt x="3884896" y="1681801"/>
                  </a:lnTo>
                  <a:lnTo>
                    <a:pt x="3885042" y="1681801"/>
                  </a:lnTo>
                  <a:lnTo>
                    <a:pt x="3885187" y="1681801"/>
                  </a:lnTo>
                  <a:lnTo>
                    <a:pt x="3885332" y="1681801"/>
                  </a:lnTo>
                  <a:lnTo>
                    <a:pt x="3885478" y="1681801"/>
                  </a:lnTo>
                  <a:lnTo>
                    <a:pt x="3885623" y="1681801"/>
                  </a:lnTo>
                  <a:lnTo>
                    <a:pt x="3885623" y="1681177"/>
                  </a:lnTo>
                  <a:lnTo>
                    <a:pt x="3885769" y="1681177"/>
                  </a:lnTo>
                  <a:lnTo>
                    <a:pt x="3885914" y="1681177"/>
                  </a:lnTo>
                  <a:lnTo>
                    <a:pt x="3886060" y="1681177"/>
                  </a:lnTo>
                  <a:lnTo>
                    <a:pt x="3886205" y="1681177"/>
                  </a:lnTo>
                  <a:lnTo>
                    <a:pt x="3886350" y="1681177"/>
                  </a:lnTo>
                  <a:lnTo>
                    <a:pt x="3886496" y="1681177"/>
                  </a:lnTo>
                  <a:lnTo>
                    <a:pt x="3886496" y="1680554"/>
                  </a:lnTo>
                  <a:lnTo>
                    <a:pt x="3886641" y="1680554"/>
                  </a:lnTo>
                  <a:lnTo>
                    <a:pt x="3886787" y="1680554"/>
                  </a:lnTo>
                  <a:lnTo>
                    <a:pt x="3886932" y="1680554"/>
                  </a:lnTo>
                  <a:lnTo>
                    <a:pt x="3887078" y="1680554"/>
                  </a:lnTo>
                  <a:lnTo>
                    <a:pt x="3887223" y="1680554"/>
                  </a:lnTo>
                  <a:lnTo>
                    <a:pt x="3887368" y="1680554"/>
                  </a:lnTo>
                  <a:lnTo>
                    <a:pt x="3887514" y="1680554"/>
                  </a:lnTo>
                  <a:lnTo>
                    <a:pt x="3887659" y="1680554"/>
                  </a:lnTo>
                  <a:lnTo>
                    <a:pt x="3887805" y="1680554"/>
                  </a:lnTo>
                  <a:lnTo>
                    <a:pt x="3887950" y="1680554"/>
                  </a:lnTo>
                  <a:lnTo>
                    <a:pt x="3888096" y="1680554"/>
                  </a:lnTo>
                  <a:lnTo>
                    <a:pt x="3888241" y="1680554"/>
                  </a:lnTo>
                  <a:lnTo>
                    <a:pt x="3888386" y="1680554"/>
                  </a:lnTo>
                  <a:lnTo>
                    <a:pt x="3888532" y="1680554"/>
                  </a:lnTo>
                  <a:lnTo>
                    <a:pt x="3888532" y="1679930"/>
                  </a:lnTo>
                  <a:lnTo>
                    <a:pt x="3888677" y="1679930"/>
                  </a:lnTo>
                  <a:lnTo>
                    <a:pt x="3888823" y="1679930"/>
                  </a:lnTo>
                  <a:lnTo>
                    <a:pt x="3888968" y="1679930"/>
                  </a:lnTo>
                  <a:lnTo>
                    <a:pt x="3889113" y="1679930"/>
                  </a:lnTo>
                  <a:lnTo>
                    <a:pt x="3889259" y="1679930"/>
                  </a:lnTo>
                  <a:lnTo>
                    <a:pt x="3889404" y="1679930"/>
                  </a:lnTo>
                  <a:lnTo>
                    <a:pt x="3889550" y="1679930"/>
                  </a:lnTo>
                  <a:lnTo>
                    <a:pt x="3889695" y="1679930"/>
                  </a:lnTo>
                  <a:lnTo>
                    <a:pt x="3889841" y="1679930"/>
                  </a:lnTo>
                  <a:lnTo>
                    <a:pt x="3889986" y="1679930"/>
                  </a:lnTo>
                  <a:lnTo>
                    <a:pt x="3890131" y="1679930"/>
                  </a:lnTo>
                  <a:lnTo>
                    <a:pt x="3890277" y="1679930"/>
                  </a:lnTo>
                  <a:lnTo>
                    <a:pt x="3890422" y="1679930"/>
                  </a:lnTo>
                  <a:lnTo>
                    <a:pt x="3890422" y="1679307"/>
                  </a:lnTo>
                  <a:lnTo>
                    <a:pt x="3890568" y="1679307"/>
                  </a:lnTo>
                  <a:lnTo>
                    <a:pt x="3890713" y="1679307"/>
                  </a:lnTo>
                  <a:lnTo>
                    <a:pt x="3890859" y="1679307"/>
                  </a:lnTo>
                  <a:lnTo>
                    <a:pt x="3891004" y="1679307"/>
                  </a:lnTo>
                  <a:lnTo>
                    <a:pt x="3891149" y="1679307"/>
                  </a:lnTo>
                  <a:lnTo>
                    <a:pt x="3891295" y="1679307"/>
                  </a:lnTo>
                  <a:lnTo>
                    <a:pt x="3891440" y="1679307"/>
                  </a:lnTo>
                  <a:lnTo>
                    <a:pt x="3891586" y="1679307"/>
                  </a:lnTo>
                  <a:lnTo>
                    <a:pt x="3891731" y="1679307"/>
                  </a:lnTo>
                  <a:lnTo>
                    <a:pt x="3891877" y="1679307"/>
                  </a:lnTo>
                  <a:lnTo>
                    <a:pt x="3892022" y="1679307"/>
                  </a:lnTo>
                  <a:lnTo>
                    <a:pt x="3892167" y="1679307"/>
                  </a:lnTo>
                  <a:lnTo>
                    <a:pt x="3892167" y="1678683"/>
                  </a:lnTo>
                  <a:lnTo>
                    <a:pt x="3892313" y="1678683"/>
                  </a:lnTo>
                  <a:lnTo>
                    <a:pt x="3892458" y="1678683"/>
                  </a:lnTo>
                  <a:lnTo>
                    <a:pt x="3892604" y="1678683"/>
                  </a:lnTo>
                  <a:lnTo>
                    <a:pt x="3892749" y="1678683"/>
                  </a:lnTo>
                  <a:lnTo>
                    <a:pt x="3892895" y="1678683"/>
                  </a:lnTo>
                  <a:lnTo>
                    <a:pt x="3893040" y="1678683"/>
                  </a:lnTo>
                  <a:lnTo>
                    <a:pt x="3893185" y="1678683"/>
                  </a:lnTo>
                  <a:lnTo>
                    <a:pt x="3893331" y="1678683"/>
                  </a:lnTo>
                  <a:lnTo>
                    <a:pt x="3893476" y="1678683"/>
                  </a:lnTo>
                  <a:lnTo>
                    <a:pt x="3893622" y="1678683"/>
                  </a:lnTo>
                  <a:lnTo>
                    <a:pt x="3893622" y="1678060"/>
                  </a:lnTo>
                  <a:lnTo>
                    <a:pt x="3893767" y="1678060"/>
                  </a:lnTo>
                  <a:lnTo>
                    <a:pt x="3893913" y="1678060"/>
                  </a:lnTo>
                  <a:lnTo>
                    <a:pt x="3894058" y="1678060"/>
                  </a:lnTo>
                  <a:lnTo>
                    <a:pt x="3894203" y="1678060"/>
                  </a:lnTo>
                  <a:lnTo>
                    <a:pt x="3894349" y="1678060"/>
                  </a:lnTo>
                  <a:lnTo>
                    <a:pt x="3894494" y="1678060"/>
                  </a:lnTo>
                  <a:lnTo>
                    <a:pt x="3894640" y="1678060"/>
                  </a:lnTo>
                  <a:lnTo>
                    <a:pt x="3894785" y="1678060"/>
                  </a:lnTo>
                  <a:lnTo>
                    <a:pt x="3894931" y="1678060"/>
                  </a:lnTo>
                  <a:lnTo>
                    <a:pt x="3895076" y="1678060"/>
                  </a:lnTo>
                  <a:lnTo>
                    <a:pt x="3895221" y="1678060"/>
                  </a:lnTo>
                  <a:lnTo>
                    <a:pt x="3895367" y="1678060"/>
                  </a:lnTo>
                  <a:lnTo>
                    <a:pt x="3895512" y="1678060"/>
                  </a:lnTo>
                  <a:lnTo>
                    <a:pt x="3895658" y="1678060"/>
                  </a:lnTo>
                  <a:lnTo>
                    <a:pt x="3895803" y="1678060"/>
                  </a:lnTo>
                  <a:lnTo>
                    <a:pt x="3895948" y="1678060"/>
                  </a:lnTo>
                  <a:lnTo>
                    <a:pt x="3896094" y="1678060"/>
                  </a:lnTo>
                  <a:lnTo>
                    <a:pt x="3896239" y="1678060"/>
                  </a:lnTo>
                  <a:lnTo>
                    <a:pt x="3896239" y="1677436"/>
                  </a:lnTo>
                  <a:lnTo>
                    <a:pt x="3896385" y="1677436"/>
                  </a:lnTo>
                  <a:lnTo>
                    <a:pt x="3896530" y="1677436"/>
                  </a:lnTo>
                  <a:lnTo>
                    <a:pt x="3896676" y="1677436"/>
                  </a:lnTo>
                  <a:lnTo>
                    <a:pt x="3896821" y="1677436"/>
                  </a:lnTo>
                  <a:lnTo>
                    <a:pt x="3896966" y="1677436"/>
                  </a:lnTo>
                  <a:lnTo>
                    <a:pt x="3897112" y="1677436"/>
                  </a:lnTo>
                  <a:lnTo>
                    <a:pt x="3897112" y="1676812"/>
                  </a:lnTo>
                  <a:lnTo>
                    <a:pt x="3897257" y="1676812"/>
                  </a:lnTo>
                  <a:lnTo>
                    <a:pt x="3897403" y="1676812"/>
                  </a:lnTo>
                  <a:lnTo>
                    <a:pt x="3897403" y="1676189"/>
                  </a:lnTo>
                  <a:lnTo>
                    <a:pt x="3897548" y="1676189"/>
                  </a:lnTo>
                  <a:lnTo>
                    <a:pt x="3897694" y="1676189"/>
                  </a:lnTo>
                  <a:lnTo>
                    <a:pt x="3897839" y="1676189"/>
                  </a:lnTo>
                  <a:lnTo>
                    <a:pt x="3897984" y="1676189"/>
                  </a:lnTo>
                  <a:lnTo>
                    <a:pt x="3898130" y="1676189"/>
                  </a:lnTo>
                  <a:lnTo>
                    <a:pt x="3898275" y="1676189"/>
                  </a:lnTo>
                  <a:lnTo>
                    <a:pt x="3898421" y="1676189"/>
                  </a:lnTo>
                  <a:lnTo>
                    <a:pt x="3898566" y="1676189"/>
                  </a:lnTo>
                  <a:lnTo>
                    <a:pt x="3898712" y="1676189"/>
                  </a:lnTo>
                  <a:lnTo>
                    <a:pt x="3898857" y="1676189"/>
                  </a:lnTo>
                  <a:lnTo>
                    <a:pt x="3899002" y="1676189"/>
                  </a:lnTo>
                  <a:lnTo>
                    <a:pt x="3899148" y="1676189"/>
                  </a:lnTo>
                  <a:lnTo>
                    <a:pt x="3899148" y="1675565"/>
                  </a:lnTo>
                  <a:lnTo>
                    <a:pt x="3899293" y="1675565"/>
                  </a:lnTo>
                  <a:lnTo>
                    <a:pt x="3899439" y="1675565"/>
                  </a:lnTo>
                  <a:lnTo>
                    <a:pt x="3899584" y="1675565"/>
                  </a:lnTo>
                  <a:lnTo>
                    <a:pt x="3899730" y="1675565"/>
                  </a:lnTo>
                  <a:lnTo>
                    <a:pt x="3899875" y="1675565"/>
                  </a:lnTo>
                  <a:lnTo>
                    <a:pt x="3900020" y="1675565"/>
                  </a:lnTo>
                  <a:lnTo>
                    <a:pt x="3900166" y="1675565"/>
                  </a:lnTo>
                  <a:lnTo>
                    <a:pt x="3900311" y="1675565"/>
                  </a:lnTo>
                  <a:lnTo>
                    <a:pt x="3900457" y="1675565"/>
                  </a:lnTo>
                  <a:lnTo>
                    <a:pt x="3900602" y="1675565"/>
                  </a:lnTo>
                  <a:lnTo>
                    <a:pt x="3900748" y="1675565"/>
                  </a:lnTo>
                  <a:lnTo>
                    <a:pt x="3900748" y="1674942"/>
                  </a:lnTo>
                  <a:lnTo>
                    <a:pt x="3900893" y="1674942"/>
                  </a:lnTo>
                  <a:lnTo>
                    <a:pt x="3900893" y="1674318"/>
                  </a:lnTo>
                  <a:lnTo>
                    <a:pt x="3901038" y="1674318"/>
                  </a:lnTo>
                  <a:lnTo>
                    <a:pt x="3901184" y="1674318"/>
                  </a:lnTo>
                  <a:lnTo>
                    <a:pt x="3901329" y="1674318"/>
                  </a:lnTo>
                  <a:lnTo>
                    <a:pt x="3901475" y="1674318"/>
                  </a:lnTo>
                  <a:lnTo>
                    <a:pt x="3901620" y="1674318"/>
                  </a:lnTo>
                  <a:lnTo>
                    <a:pt x="3901766" y="1674318"/>
                  </a:lnTo>
                  <a:lnTo>
                    <a:pt x="3901911" y="1674318"/>
                  </a:lnTo>
                  <a:lnTo>
                    <a:pt x="3902056" y="1674318"/>
                  </a:lnTo>
                  <a:lnTo>
                    <a:pt x="3902202" y="1674318"/>
                  </a:lnTo>
                  <a:lnTo>
                    <a:pt x="3902347" y="1674318"/>
                  </a:lnTo>
                  <a:lnTo>
                    <a:pt x="3902493" y="1674318"/>
                  </a:lnTo>
                  <a:lnTo>
                    <a:pt x="3902638" y="1674318"/>
                  </a:lnTo>
                  <a:lnTo>
                    <a:pt x="3902783" y="1674318"/>
                  </a:lnTo>
                  <a:lnTo>
                    <a:pt x="3902929" y="1674318"/>
                  </a:lnTo>
                  <a:lnTo>
                    <a:pt x="3902929" y="1673694"/>
                  </a:lnTo>
                  <a:lnTo>
                    <a:pt x="3903074" y="1673694"/>
                  </a:lnTo>
                  <a:lnTo>
                    <a:pt x="3903220" y="1673694"/>
                  </a:lnTo>
                  <a:lnTo>
                    <a:pt x="3903365" y="1673694"/>
                  </a:lnTo>
                  <a:lnTo>
                    <a:pt x="3903511" y="1673694"/>
                  </a:lnTo>
                  <a:lnTo>
                    <a:pt x="3903656" y="1673694"/>
                  </a:lnTo>
                  <a:lnTo>
                    <a:pt x="3903801" y="1673694"/>
                  </a:lnTo>
                  <a:lnTo>
                    <a:pt x="3903947" y="1673694"/>
                  </a:lnTo>
                  <a:lnTo>
                    <a:pt x="3904092" y="1673694"/>
                  </a:lnTo>
                  <a:lnTo>
                    <a:pt x="3904238" y="1673694"/>
                  </a:lnTo>
                  <a:lnTo>
                    <a:pt x="3904383" y="1673694"/>
                  </a:lnTo>
                  <a:lnTo>
                    <a:pt x="3904529" y="1673694"/>
                  </a:lnTo>
                  <a:lnTo>
                    <a:pt x="3904674" y="1673694"/>
                  </a:lnTo>
                  <a:lnTo>
                    <a:pt x="3904819" y="1673694"/>
                  </a:lnTo>
                  <a:lnTo>
                    <a:pt x="3904965" y="1673694"/>
                  </a:lnTo>
                  <a:lnTo>
                    <a:pt x="3905110" y="1673694"/>
                  </a:lnTo>
                  <a:lnTo>
                    <a:pt x="3905110" y="1673071"/>
                  </a:lnTo>
                  <a:lnTo>
                    <a:pt x="3905256" y="1673071"/>
                  </a:lnTo>
                  <a:lnTo>
                    <a:pt x="3905401" y="1673071"/>
                  </a:lnTo>
                  <a:lnTo>
                    <a:pt x="3905547" y="1673071"/>
                  </a:lnTo>
                  <a:lnTo>
                    <a:pt x="3905692" y="1673071"/>
                  </a:lnTo>
                  <a:lnTo>
                    <a:pt x="3905837" y="1673071"/>
                  </a:lnTo>
                  <a:lnTo>
                    <a:pt x="3905837" y="1672447"/>
                  </a:lnTo>
                  <a:lnTo>
                    <a:pt x="3905983" y="1672447"/>
                  </a:lnTo>
                  <a:lnTo>
                    <a:pt x="3906128" y="1672447"/>
                  </a:lnTo>
                  <a:lnTo>
                    <a:pt x="3906274" y="1672447"/>
                  </a:lnTo>
                  <a:lnTo>
                    <a:pt x="3906274" y="1671824"/>
                  </a:lnTo>
                  <a:lnTo>
                    <a:pt x="3906274" y="1671200"/>
                  </a:lnTo>
                  <a:lnTo>
                    <a:pt x="3906419" y="1671200"/>
                  </a:lnTo>
                  <a:lnTo>
                    <a:pt x="3906565" y="1671200"/>
                  </a:lnTo>
                  <a:lnTo>
                    <a:pt x="3906565" y="1670577"/>
                  </a:lnTo>
                  <a:lnTo>
                    <a:pt x="3906710" y="1670577"/>
                  </a:lnTo>
                  <a:lnTo>
                    <a:pt x="3906855" y="1670577"/>
                  </a:lnTo>
                  <a:lnTo>
                    <a:pt x="3907001" y="1670577"/>
                  </a:lnTo>
                  <a:lnTo>
                    <a:pt x="3907146" y="1670577"/>
                  </a:lnTo>
                  <a:lnTo>
                    <a:pt x="3907292" y="1670577"/>
                  </a:lnTo>
                  <a:lnTo>
                    <a:pt x="3907437" y="1670577"/>
                  </a:lnTo>
                  <a:lnTo>
                    <a:pt x="3907583" y="1670577"/>
                  </a:lnTo>
                  <a:lnTo>
                    <a:pt x="3907728" y="1670577"/>
                  </a:lnTo>
                  <a:lnTo>
                    <a:pt x="3907873" y="1670577"/>
                  </a:lnTo>
                  <a:lnTo>
                    <a:pt x="3907873" y="1669953"/>
                  </a:lnTo>
                  <a:lnTo>
                    <a:pt x="3908019" y="1669953"/>
                  </a:lnTo>
                  <a:lnTo>
                    <a:pt x="3908164" y="1669953"/>
                  </a:lnTo>
                  <a:lnTo>
                    <a:pt x="3908310" y="1669953"/>
                  </a:lnTo>
                  <a:lnTo>
                    <a:pt x="3908310" y="1669329"/>
                  </a:lnTo>
                  <a:lnTo>
                    <a:pt x="3908455" y="1669329"/>
                  </a:lnTo>
                  <a:lnTo>
                    <a:pt x="3908601" y="1669329"/>
                  </a:lnTo>
                  <a:lnTo>
                    <a:pt x="3908746" y="1669329"/>
                  </a:lnTo>
                  <a:lnTo>
                    <a:pt x="3908891" y="1669329"/>
                  </a:lnTo>
                  <a:lnTo>
                    <a:pt x="3909037" y="1669329"/>
                  </a:lnTo>
                  <a:lnTo>
                    <a:pt x="3909182" y="1669329"/>
                  </a:lnTo>
                  <a:lnTo>
                    <a:pt x="3909328" y="1669329"/>
                  </a:lnTo>
                  <a:lnTo>
                    <a:pt x="3909473" y="1669329"/>
                  </a:lnTo>
                  <a:lnTo>
                    <a:pt x="3909473" y="1668706"/>
                  </a:lnTo>
                  <a:lnTo>
                    <a:pt x="3909618" y="1668706"/>
                  </a:lnTo>
                  <a:lnTo>
                    <a:pt x="3909764" y="1668706"/>
                  </a:lnTo>
                  <a:lnTo>
                    <a:pt x="3909909" y="1668706"/>
                  </a:lnTo>
                  <a:lnTo>
                    <a:pt x="3910055" y="1668706"/>
                  </a:lnTo>
                  <a:lnTo>
                    <a:pt x="3910200" y="1668706"/>
                  </a:lnTo>
                  <a:lnTo>
                    <a:pt x="3910346" y="1668706"/>
                  </a:lnTo>
                  <a:lnTo>
                    <a:pt x="3910491" y="1668706"/>
                  </a:lnTo>
                  <a:lnTo>
                    <a:pt x="3910636" y="1668706"/>
                  </a:lnTo>
                  <a:lnTo>
                    <a:pt x="3910782" y="1668706"/>
                  </a:lnTo>
                  <a:lnTo>
                    <a:pt x="3910927" y="1668706"/>
                  </a:lnTo>
                  <a:lnTo>
                    <a:pt x="3911073" y="1668706"/>
                  </a:lnTo>
                  <a:lnTo>
                    <a:pt x="3911073" y="1668082"/>
                  </a:lnTo>
                  <a:lnTo>
                    <a:pt x="3911218" y="1668082"/>
                  </a:lnTo>
                  <a:lnTo>
                    <a:pt x="3911364" y="1668082"/>
                  </a:lnTo>
                  <a:lnTo>
                    <a:pt x="3911509" y="1668082"/>
                  </a:lnTo>
                  <a:lnTo>
                    <a:pt x="3911509" y="1667459"/>
                  </a:lnTo>
                  <a:lnTo>
                    <a:pt x="3911654" y="1667459"/>
                  </a:lnTo>
                  <a:lnTo>
                    <a:pt x="3911800" y="1667459"/>
                  </a:lnTo>
                  <a:lnTo>
                    <a:pt x="3911945" y="1667459"/>
                  </a:lnTo>
                  <a:lnTo>
                    <a:pt x="3911945" y="1666835"/>
                  </a:lnTo>
                  <a:lnTo>
                    <a:pt x="3912091" y="1666835"/>
                  </a:lnTo>
                  <a:lnTo>
                    <a:pt x="3912091" y="1666211"/>
                  </a:lnTo>
                  <a:lnTo>
                    <a:pt x="3912236" y="1666211"/>
                  </a:lnTo>
                  <a:lnTo>
                    <a:pt x="3912382" y="1666211"/>
                  </a:lnTo>
                  <a:lnTo>
                    <a:pt x="3912527" y="1666211"/>
                  </a:lnTo>
                  <a:lnTo>
                    <a:pt x="3912672" y="1666211"/>
                  </a:lnTo>
                  <a:lnTo>
                    <a:pt x="3912818" y="1666211"/>
                  </a:lnTo>
                  <a:lnTo>
                    <a:pt x="3912963" y="1666211"/>
                  </a:lnTo>
                  <a:lnTo>
                    <a:pt x="3912963" y="1665588"/>
                  </a:lnTo>
                  <a:lnTo>
                    <a:pt x="3913109" y="1665588"/>
                  </a:lnTo>
                  <a:lnTo>
                    <a:pt x="3913109" y="1664964"/>
                  </a:lnTo>
                  <a:lnTo>
                    <a:pt x="3913254" y="1664964"/>
                  </a:lnTo>
                  <a:lnTo>
                    <a:pt x="3913254" y="1664341"/>
                  </a:lnTo>
                  <a:lnTo>
                    <a:pt x="3913400" y="1664341"/>
                  </a:lnTo>
                  <a:lnTo>
                    <a:pt x="3913545" y="1664341"/>
                  </a:lnTo>
                  <a:lnTo>
                    <a:pt x="3913690" y="1664341"/>
                  </a:lnTo>
                  <a:lnTo>
                    <a:pt x="3913836" y="1664341"/>
                  </a:lnTo>
                  <a:lnTo>
                    <a:pt x="3913981" y="1664341"/>
                  </a:lnTo>
                  <a:lnTo>
                    <a:pt x="3913981" y="1663717"/>
                  </a:lnTo>
                  <a:lnTo>
                    <a:pt x="3914127" y="1663717"/>
                  </a:lnTo>
                  <a:lnTo>
                    <a:pt x="3914272" y="1663717"/>
                  </a:lnTo>
                  <a:lnTo>
                    <a:pt x="3914272" y="1663094"/>
                  </a:lnTo>
                  <a:lnTo>
                    <a:pt x="3914418" y="1663094"/>
                  </a:lnTo>
                  <a:lnTo>
                    <a:pt x="3914563" y="1663094"/>
                  </a:lnTo>
                  <a:lnTo>
                    <a:pt x="3914708" y="1663094"/>
                  </a:lnTo>
                  <a:lnTo>
                    <a:pt x="3914854" y="1663094"/>
                  </a:lnTo>
                  <a:lnTo>
                    <a:pt x="3914999" y="1663094"/>
                  </a:lnTo>
                  <a:lnTo>
                    <a:pt x="3914999" y="1662470"/>
                  </a:lnTo>
                  <a:lnTo>
                    <a:pt x="3915145" y="1662470"/>
                  </a:lnTo>
                  <a:lnTo>
                    <a:pt x="3915290" y="1662470"/>
                  </a:lnTo>
                  <a:lnTo>
                    <a:pt x="3915436" y="1662470"/>
                  </a:lnTo>
                  <a:lnTo>
                    <a:pt x="3915581" y="1662470"/>
                  </a:lnTo>
                  <a:lnTo>
                    <a:pt x="3915581" y="1661846"/>
                  </a:lnTo>
                  <a:lnTo>
                    <a:pt x="3915726" y="1661846"/>
                  </a:lnTo>
                  <a:lnTo>
                    <a:pt x="3915872" y="1661846"/>
                  </a:lnTo>
                  <a:lnTo>
                    <a:pt x="3916017" y="1661846"/>
                  </a:lnTo>
                  <a:lnTo>
                    <a:pt x="3916163" y="1661846"/>
                  </a:lnTo>
                  <a:lnTo>
                    <a:pt x="3916308" y="1661846"/>
                  </a:lnTo>
                  <a:lnTo>
                    <a:pt x="3916453" y="1661846"/>
                  </a:lnTo>
                  <a:lnTo>
                    <a:pt x="3916599" y="1661846"/>
                  </a:lnTo>
                  <a:lnTo>
                    <a:pt x="3916744" y="1661846"/>
                  </a:lnTo>
                  <a:lnTo>
                    <a:pt x="3916744" y="1661223"/>
                  </a:lnTo>
                  <a:lnTo>
                    <a:pt x="3916890" y="1661223"/>
                  </a:lnTo>
                  <a:lnTo>
                    <a:pt x="3917035" y="1661223"/>
                  </a:lnTo>
                  <a:lnTo>
                    <a:pt x="3917181" y="1661223"/>
                  </a:lnTo>
                  <a:lnTo>
                    <a:pt x="3917326" y="1661223"/>
                  </a:lnTo>
                  <a:lnTo>
                    <a:pt x="3917471" y="1661223"/>
                  </a:lnTo>
                  <a:lnTo>
                    <a:pt x="3917471" y="1660599"/>
                  </a:lnTo>
                  <a:lnTo>
                    <a:pt x="3917617" y="1660599"/>
                  </a:lnTo>
                  <a:lnTo>
                    <a:pt x="3917762" y="1660599"/>
                  </a:lnTo>
                  <a:lnTo>
                    <a:pt x="3917762" y="1659976"/>
                  </a:lnTo>
                  <a:lnTo>
                    <a:pt x="3917762" y="1659352"/>
                  </a:lnTo>
                  <a:lnTo>
                    <a:pt x="3917762" y="1658728"/>
                  </a:lnTo>
                  <a:lnTo>
                    <a:pt x="3917908" y="1658728"/>
                  </a:lnTo>
                  <a:lnTo>
                    <a:pt x="3918053" y="1658728"/>
                  </a:lnTo>
                  <a:lnTo>
                    <a:pt x="3918199" y="1658728"/>
                  </a:lnTo>
                  <a:lnTo>
                    <a:pt x="3918344" y="1658728"/>
                  </a:lnTo>
                  <a:lnTo>
                    <a:pt x="3918489" y="1658728"/>
                  </a:lnTo>
                  <a:lnTo>
                    <a:pt x="3918635" y="1658728"/>
                  </a:lnTo>
                  <a:lnTo>
                    <a:pt x="3918635" y="1658105"/>
                  </a:lnTo>
                  <a:lnTo>
                    <a:pt x="3918635" y="1657481"/>
                  </a:lnTo>
                  <a:lnTo>
                    <a:pt x="3918780" y="1657481"/>
                  </a:lnTo>
                  <a:lnTo>
                    <a:pt x="3918926" y="1657481"/>
                  </a:lnTo>
                  <a:lnTo>
                    <a:pt x="3919071" y="1657481"/>
                  </a:lnTo>
                  <a:lnTo>
                    <a:pt x="3919217" y="1657481"/>
                  </a:lnTo>
                  <a:lnTo>
                    <a:pt x="3919362" y="1657481"/>
                  </a:lnTo>
                  <a:lnTo>
                    <a:pt x="3919507" y="1657481"/>
                  </a:lnTo>
                  <a:lnTo>
                    <a:pt x="3919653" y="1657481"/>
                  </a:lnTo>
                  <a:lnTo>
                    <a:pt x="3919798" y="1657481"/>
                  </a:lnTo>
                  <a:lnTo>
                    <a:pt x="3919944" y="1657481"/>
                  </a:lnTo>
                  <a:lnTo>
                    <a:pt x="3920089" y="1657481"/>
                  </a:lnTo>
                  <a:lnTo>
                    <a:pt x="3920235" y="1657481"/>
                  </a:lnTo>
                  <a:lnTo>
                    <a:pt x="3920380" y="1657481"/>
                  </a:lnTo>
                  <a:lnTo>
                    <a:pt x="3920525" y="1657481"/>
                  </a:lnTo>
                  <a:lnTo>
                    <a:pt x="3920671" y="1657481"/>
                  </a:lnTo>
                  <a:lnTo>
                    <a:pt x="3920816" y="1657481"/>
                  </a:lnTo>
                  <a:lnTo>
                    <a:pt x="3920962" y="1657481"/>
                  </a:lnTo>
                  <a:lnTo>
                    <a:pt x="3921107" y="1657481"/>
                  </a:lnTo>
                  <a:lnTo>
                    <a:pt x="3921107" y="1656858"/>
                  </a:lnTo>
                  <a:lnTo>
                    <a:pt x="3921253" y="1656858"/>
                  </a:lnTo>
                  <a:lnTo>
                    <a:pt x="3921398" y="1656858"/>
                  </a:lnTo>
                  <a:lnTo>
                    <a:pt x="3921398" y="1656234"/>
                  </a:lnTo>
                  <a:lnTo>
                    <a:pt x="3921543" y="1656234"/>
                  </a:lnTo>
                  <a:lnTo>
                    <a:pt x="3921689" y="1656234"/>
                  </a:lnTo>
                  <a:lnTo>
                    <a:pt x="3921834" y="1656234"/>
                  </a:lnTo>
                  <a:lnTo>
                    <a:pt x="3921980" y="1656234"/>
                  </a:lnTo>
                  <a:lnTo>
                    <a:pt x="3921980" y="1655611"/>
                  </a:lnTo>
                  <a:lnTo>
                    <a:pt x="3922125" y="1655611"/>
                  </a:lnTo>
                  <a:lnTo>
                    <a:pt x="3922271" y="1655611"/>
                  </a:lnTo>
                  <a:lnTo>
                    <a:pt x="3922416" y="1655611"/>
                  </a:lnTo>
                  <a:lnTo>
                    <a:pt x="3922561" y="1655611"/>
                  </a:lnTo>
                  <a:lnTo>
                    <a:pt x="3922707" y="1655611"/>
                  </a:lnTo>
                  <a:lnTo>
                    <a:pt x="3922852" y="1655611"/>
                  </a:lnTo>
                  <a:lnTo>
                    <a:pt x="3922998" y="1655611"/>
                  </a:lnTo>
                  <a:lnTo>
                    <a:pt x="3923143" y="1655611"/>
                  </a:lnTo>
                  <a:lnTo>
                    <a:pt x="3923288" y="1655611"/>
                  </a:lnTo>
                  <a:lnTo>
                    <a:pt x="3923434" y="1655611"/>
                  </a:lnTo>
                  <a:lnTo>
                    <a:pt x="3923434" y="1654987"/>
                  </a:lnTo>
                  <a:lnTo>
                    <a:pt x="3923579" y="1654987"/>
                  </a:lnTo>
                  <a:lnTo>
                    <a:pt x="3923725" y="1654987"/>
                  </a:lnTo>
                  <a:lnTo>
                    <a:pt x="3923870" y="1654987"/>
                  </a:lnTo>
                  <a:lnTo>
                    <a:pt x="3924016" y="1654987"/>
                  </a:lnTo>
                  <a:lnTo>
                    <a:pt x="3924016" y="1654363"/>
                  </a:lnTo>
                  <a:lnTo>
                    <a:pt x="3924161" y="1654363"/>
                  </a:lnTo>
                  <a:lnTo>
                    <a:pt x="3924161" y="1653740"/>
                  </a:lnTo>
                  <a:lnTo>
                    <a:pt x="3924161" y="1653116"/>
                  </a:lnTo>
                  <a:lnTo>
                    <a:pt x="3924161" y="1652493"/>
                  </a:lnTo>
                  <a:lnTo>
                    <a:pt x="3924161" y="1651869"/>
                  </a:lnTo>
                  <a:lnTo>
                    <a:pt x="3924306" y="1651869"/>
                  </a:lnTo>
                  <a:lnTo>
                    <a:pt x="3924306" y="1651245"/>
                  </a:lnTo>
                  <a:lnTo>
                    <a:pt x="3924452" y="1651245"/>
                  </a:lnTo>
                  <a:lnTo>
                    <a:pt x="3924452" y="1650622"/>
                  </a:lnTo>
                  <a:lnTo>
                    <a:pt x="3924597" y="1650622"/>
                  </a:lnTo>
                  <a:lnTo>
                    <a:pt x="3924743" y="1650622"/>
                  </a:lnTo>
                  <a:lnTo>
                    <a:pt x="3924888" y="1650622"/>
                  </a:lnTo>
                  <a:lnTo>
                    <a:pt x="3925034" y="1650622"/>
                  </a:lnTo>
                  <a:lnTo>
                    <a:pt x="3925179" y="1650622"/>
                  </a:lnTo>
                  <a:lnTo>
                    <a:pt x="3925324" y="1650622"/>
                  </a:lnTo>
                  <a:lnTo>
                    <a:pt x="3925470" y="1650622"/>
                  </a:lnTo>
                  <a:lnTo>
                    <a:pt x="3925615" y="1650622"/>
                  </a:lnTo>
                  <a:lnTo>
                    <a:pt x="3925761" y="1650622"/>
                  </a:lnTo>
                  <a:lnTo>
                    <a:pt x="3925906" y="1650622"/>
                  </a:lnTo>
                  <a:lnTo>
                    <a:pt x="3925906" y="1649998"/>
                  </a:lnTo>
                  <a:lnTo>
                    <a:pt x="3926052" y="1649998"/>
                  </a:lnTo>
                  <a:lnTo>
                    <a:pt x="3926197" y="1649998"/>
                  </a:lnTo>
                  <a:lnTo>
                    <a:pt x="3926342" y="1649998"/>
                  </a:lnTo>
                  <a:lnTo>
                    <a:pt x="3926488" y="1649998"/>
                  </a:lnTo>
                  <a:lnTo>
                    <a:pt x="3926633" y="1649998"/>
                  </a:lnTo>
                  <a:lnTo>
                    <a:pt x="3926779" y="1649998"/>
                  </a:lnTo>
                  <a:lnTo>
                    <a:pt x="3926924" y="1649998"/>
                  </a:lnTo>
                  <a:lnTo>
                    <a:pt x="3927070" y="1649998"/>
                  </a:lnTo>
                  <a:lnTo>
                    <a:pt x="3927215" y="1649998"/>
                  </a:lnTo>
                  <a:lnTo>
                    <a:pt x="3927360" y="1649998"/>
                  </a:lnTo>
                  <a:lnTo>
                    <a:pt x="3927506" y="1649998"/>
                  </a:lnTo>
                  <a:lnTo>
                    <a:pt x="3927651" y="1649998"/>
                  </a:lnTo>
                  <a:lnTo>
                    <a:pt x="3927797" y="1649998"/>
                  </a:lnTo>
                  <a:lnTo>
                    <a:pt x="3927942" y="1649998"/>
                  </a:lnTo>
                  <a:lnTo>
                    <a:pt x="3928088" y="1649998"/>
                  </a:lnTo>
                  <a:lnTo>
                    <a:pt x="3928233" y="1649998"/>
                  </a:lnTo>
                  <a:lnTo>
                    <a:pt x="3928378" y="1649998"/>
                  </a:lnTo>
                  <a:lnTo>
                    <a:pt x="3928524" y="1649998"/>
                  </a:lnTo>
                  <a:lnTo>
                    <a:pt x="3928669" y="1649998"/>
                  </a:lnTo>
                  <a:lnTo>
                    <a:pt x="3928815" y="1649998"/>
                  </a:lnTo>
                  <a:lnTo>
                    <a:pt x="3928960" y="1649998"/>
                  </a:lnTo>
                  <a:lnTo>
                    <a:pt x="3929106" y="1649998"/>
                  </a:lnTo>
                  <a:lnTo>
                    <a:pt x="3929251" y="1649998"/>
                  </a:lnTo>
                  <a:lnTo>
                    <a:pt x="3929396" y="1649998"/>
                  </a:lnTo>
                  <a:lnTo>
                    <a:pt x="3929396" y="1649375"/>
                  </a:lnTo>
                  <a:lnTo>
                    <a:pt x="3929542" y="1649375"/>
                  </a:lnTo>
                  <a:lnTo>
                    <a:pt x="3929687" y="1649375"/>
                  </a:lnTo>
                  <a:lnTo>
                    <a:pt x="3929687" y="1648751"/>
                  </a:lnTo>
                  <a:lnTo>
                    <a:pt x="3929833" y="1648751"/>
                  </a:lnTo>
                  <a:lnTo>
                    <a:pt x="3929978" y="1648751"/>
                  </a:lnTo>
                  <a:lnTo>
                    <a:pt x="3930123" y="1648751"/>
                  </a:lnTo>
                  <a:lnTo>
                    <a:pt x="3930269" y="1648751"/>
                  </a:lnTo>
                  <a:lnTo>
                    <a:pt x="3930414" y="1648751"/>
                  </a:lnTo>
                  <a:lnTo>
                    <a:pt x="3930560" y="1648751"/>
                  </a:lnTo>
                  <a:lnTo>
                    <a:pt x="3930705" y="1648751"/>
                  </a:lnTo>
                  <a:lnTo>
                    <a:pt x="3930705" y="1648128"/>
                  </a:lnTo>
                  <a:lnTo>
                    <a:pt x="3930851" y="1648128"/>
                  </a:lnTo>
                  <a:lnTo>
                    <a:pt x="3930996" y="1648128"/>
                  </a:lnTo>
                  <a:lnTo>
                    <a:pt x="3931141" y="1648128"/>
                  </a:lnTo>
                  <a:lnTo>
                    <a:pt x="3931287" y="1648128"/>
                  </a:lnTo>
                  <a:lnTo>
                    <a:pt x="3931432" y="1648128"/>
                  </a:lnTo>
                  <a:lnTo>
                    <a:pt x="3931578" y="1648128"/>
                  </a:lnTo>
                  <a:lnTo>
                    <a:pt x="3931723" y="1648128"/>
                  </a:lnTo>
                  <a:lnTo>
                    <a:pt x="3931869" y="1648128"/>
                  </a:lnTo>
                  <a:lnTo>
                    <a:pt x="3932014" y="1648128"/>
                  </a:lnTo>
                  <a:lnTo>
                    <a:pt x="3932159" y="1648128"/>
                  </a:lnTo>
                  <a:lnTo>
                    <a:pt x="3932305" y="1648128"/>
                  </a:lnTo>
                  <a:lnTo>
                    <a:pt x="3932450" y="1648128"/>
                  </a:lnTo>
                  <a:lnTo>
                    <a:pt x="3932596" y="1648128"/>
                  </a:lnTo>
                  <a:lnTo>
                    <a:pt x="3932741" y="1648128"/>
                  </a:lnTo>
                  <a:lnTo>
                    <a:pt x="3932887" y="1648128"/>
                  </a:lnTo>
                  <a:lnTo>
                    <a:pt x="3933032" y="1648128"/>
                  </a:lnTo>
                  <a:lnTo>
                    <a:pt x="3933032" y="1647504"/>
                  </a:lnTo>
                  <a:lnTo>
                    <a:pt x="3933177" y="1647504"/>
                  </a:lnTo>
                  <a:lnTo>
                    <a:pt x="3933323" y="1647504"/>
                  </a:lnTo>
                  <a:lnTo>
                    <a:pt x="3933323" y="1646880"/>
                  </a:lnTo>
                  <a:lnTo>
                    <a:pt x="3933468" y="1646880"/>
                  </a:lnTo>
                  <a:lnTo>
                    <a:pt x="3933614" y="1646880"/>
                  </a:lnTo>
                  <a:lnTo>
                    <a:pt x="3933759" y="1646880"/>
                  </a:lnTo>
                  <a:lnTo>
                    <a:pt x="3933905" y="1646880"/>
                  </a:lnTo>
                  <a:lnTo>
                    <a:pt x="3933905" y="1646257"/>
                  </a:lnTo>
                  <a:lnTo>
                    <a:pt x="3934050" y="1646257"/>
                  </a:lnTo>
                  <a:lnTo>
                    <a:pt x="3934195" y="1646257"/>
                  </a:lnTo>
                  <a:lnTo>
                    <a:pt x="3934341" y="1646257"/>
                  </a:lnTo>
                  <a:lnTo>
                    <a:pt x="3934486" y="1646257"/>
                  </a:lnTo>
                  <a:lnTo>
                    <a:pt x="3934632" y="1646257"/>
                  </a:lnTo>
                  <a:lnTo>
                    <a:pt x="3934777" y="1646257"/>
                  </a:lnTo>
                  <a:lnTo>
                    <a:pt x="3934777" y="1645633"/>
                  </a:lnTo>
                  <a:lnTo>
                    <a:pt x="3934923" y="1645633"/>
                  </a:lnTo>
                  <a:lnTo>
                    <a:pt x="3934923" y="1645010"/>
                  </a:lnTo>
                  <a:lnTo>
                    <a:pt x="3934923" y="1644386"/>
                  </a:lnTo>
                  <a:lnTo>
                    <a:pt x="3935068" y="1644386"/>
                  </a:lnTo>
                  <a:lnTo>
                    <a:pt x="3935068" y="1643762"/>
                  </a:lnTo>
                  <a:lnTo>
                    <a:pt x="3935068" y="1643139"/>
                  </a:lnTo>
                  <a:lnTo>
                    <a:pt x="3935213" y="1643139"/>
                  </a:lnTo>
                  <a:lnTo>
                    <a:pt x="3935359" y="1643139"/>
                  </a:lnTo>
                  <a:lnTo>
                    <a:pt x="3935504" y="1643139"/>
                  </a:lnTo>
                  <a:lnTo>
                    <a:pt x="3935650" y="1643139"/>
                  </a:lnTo>
                  <a:lnTo>
                    <a:pt x="3935650" y="1642515"/>
                  </a:lnTo>
                  <a:lnTo>
                    <a:pt x="3935795" y="1642515"/>
                  </a:lnTo>
                  <a:lnTo>
                    <a:pt x="3935941" y="1642515"/>
                  </a:lnTo>
                  <a:lnTo>
                    <a:pt x="3936086" y="1642515"/>
                  </a:lnTo>
                  <a:lnTo>
                    <a:pt x="3936231" y="1642515"/>
                  </a:lnTo>
                  <a:lnTo>
                    <a:pt x="3936377" y="1642515"/>
                  </a:lnTo>
                  <a:lnTo>
                    <a:pt x="3936377" y="1641892"/>
                  </a:lnTo>
                  <a:lnTo>
                    <a:pt x="3936522" y="1641892"/>
                  </a:lnTo>
                  <a:lnTo>
                    <a:pt x="3936668" y="1641892"/>
                  </a:lnTo>
                  <a:lnTo>
                    <a:pt x="3936668" y="1641268"/>
                  </a:lnTo>
                  <a:lnTo>
                    <a:pt x="3936813" y="1641268"/>
                  </a:lnTo>
                  <a:lnTo>
                    <a:pt x="3936958" y="1641268"/>
                  </a:lnTo>
                  <a:lnTo>
                    <a:pt x="3937104" y="1641268"/>
                  </a:lnTo>
                  <a:lnTo>
                    <a:pt x="3937249" y="1641268"/>
                  </a:lnTo>
                  <a:lnTo>
                    <a:pt x="3937249" y="1640645"/>
                  </a:lnTo>
                  <a:lnTo>
                    <a:pt x="3937395" y="1640645"/>
                  </a:lnTo>
                  <a:lnTo>
                    <a:pt x="3937395" y="1640021"/>
                  </a:lnTo>
                  <a:lnTo>
                    <a:pt x="3937540" y="1640021"/>
                  </a:lnTo>
                  <a:lnTo>
                    <a:pt x="3937686" y="1640021"/>
                  </a:lnTo>
                  <a:lnTo>
                    <a:pt x="3937831" y="1640021"/>
                  </a:lnTo>
                  <a:lnTo>
                    <a:pt x="3937976" y="1640021"/>
                  </a:lnTo>
                  <a:lnTo>
                    <a:pt x="3938122" y="1640021"/>
                  </a:lnTo>
                  <a:lnTo>
                    <a:pt x="3938267" y="1640021"/>
                  </a:lnTo>
                  <a:lnTo>
                    <a:pt x="3938413" y="1640021"/>
                  </a:lnTo>
                  <a:lnTo>
                    <a:pt x="3938558" y="1640021"/>
                  </a:lnTo>
                  <a:lnTo>
                    <a:pt x="3938704" y="1640021"/>
                  </a:lnTo>
                  <a:lnTo>
                    <a:pt x="3938704" y="1639397"/>
                  </a:lnTo>
                  <a:lnTo>
                    <a:pt x="3938704" y="1638774"/>
                  </a:lnTo>
                  <a:lnTo>
                    <a:pt x="3938849" y="1638774"/>
                  </a:lnTo>
                  <a:lnTo>
                    <a:pt x="3938994" y="1638774"/>
                  </a:lnTo>
                  <a:lnTo>
                    <a:pt x="3939140" y="1638774"/>
                  </a:lnTo>
                  <a:lnTo>
                    <a:pt x="3939285" y="1638774"/>
                  </a:lnTo>
                  <a:lnTo>
                    <a:pt x="3939431" y="1638774"/>
                  </a:lnTo>
                  <a:lnTo>
                    <a:pt x="3939576" y="1638774"/>
                  </a:lnTo>
                  <a:lnTo>
                    <a:pt x="3939722" y="1638774"/>
                  </a:lnTo>
                  <a:lnTo>
                    <a:pt x="3939867" y="1638774"/>
                  </a:lnTo>
                  <a:lnTo>
                    <a:pt x="3940012" y="1638774"/>
                  </a:lnTo>
                  <a:lnTo>
                    <a:pt x="3940158" y="1638774"/>
                  </a:lnTo>
                  <a:lnTo>
                    <a:pt x="3940303" y="1638774"/>
                  </a:lnTo>
                  <a:lnTo>
                    <a:pt x="3940303" y="1638150"/>
                  </a:lnTo>
                  <a:lnTo>
                    <a:pt x="3940449" y="1638150"/>
                  </a:lnTo>
                  <a:lnTo>
                    <a:pt x="3940594" y="1638150"/>
                  </a:lnTo>
                  <a:lnTo>
                    <a:pt x="3940740" y="1638150"/>
                  </a:lnTo>
                  <a:lnTo>
                    <a:pt x="3940740" y="1637527"/>
                  </a:lnTo>
                  <a:lnTo>
                    <a:pt x="3940885" y="1637527"/>
                  </a:lnTo>
                  <a:lnTo>
                    <a:pt x="3940885" y="1636903"/>
                  </a:lnTo>
                  <a:lnTo>
                    <a:pt x="3941030" y="1636903"/>
                  </a:lnTo>
                  <a:lnTo>
                    <a:pt x="3941176" y="1636903"/>
                  </a:lnTo>
                  <a:lnTo>
                    <a:pt x="3941321" y="1636903"/>
                  </a:lnTo>
                  <a:lnTo>
                    <a:pt x="3941467" y="1636903"/>
                  </a:lnTo>
                  <a:lnTo>
                    <a:pt x="3941612" y="1636903"/>
                  </a:lnTo>
                  <a:lnTo>
                    <a:pt x="3941758" y="1636903"/>
                  </a:lnTo>
                  <a:lnTo>
                    <a:pt x="3941903" y="1636903"/>
                  </a:lnTo>
                  <a:lnTo>
                    <a:pt x="3942048" y="1636903"/>
                  </a:lnTo>
                  <a:lnTo>
                    <a:pt x="3942194" y="1636903"/>
                  </a:lnTo>
                  <a:lnTo>
                    <a:pt x="3942339" y="1636903"/>
                  </a:lnTo>
                  <a:lnTo>
                    <a:pt x="3942485" y="1636903"/>
                  </a:lnTo>
                  <a:lnTo>
                    <a:pt x="3942630" y="1636903"/>
                  </a:lnTo>
                  <a:lnTo>
                    <a:pt x="3942776" y="1636903"/>
                  </a:lnTo>
                  <a:lnTo>
                    <a:pt x="3942921" y="1636903"/>
                  </a:lnTo>
                  <a:lnTo>
                    <a:pt x="3943066" y="1636903"/>
                  </a:lnTo>
                  <a:lnTo>
                    <a:pt x="3943212" y="1636903"/>
                  </a:lnTo>
                  <a:lnTo>
                    <a:pt x="3943357" y="1636903"/>
                  </a:lnTo>
                  <a:lnTo>
                    <a:pt x="3943503" y="1636903"/>
                  </a:lnTo>
                  <a:lnTo>
                    <a:pt x="3943648" y="1636903"/>
                  </a:lnTo>
                  <a:lnTo>
                    <a:pt x="3943793" y="1636903"/>
                  </a:lnTo>
                  <a:lnTo>
                    <a:pt x="3943939" y="1636903"/>
                  </a:lnTo>
                  <a:lnTo>
                    <a:pt x="3944084" y="1636903"/>
                  </a:lnTo>
                  <a:lnTo>
                    <a:pt x="3944084" y="1636280"/>
                  </a:lnTo>
                  <a:lnTo>
                    <a:pt x="3944230" y="1636280"/>
                  </a:lnTo>
                  <a:lnTo>
                    <a:pt x="3944375" y="1636280"/>
                  </a:lnTo>
                  <a:lnTo>
                    <a:pt x="3944521" y="1636280"/>
                  </a:lnTo>
                  <a:lnTo>
                    <a:pt x="3944666" y="1636280"/>
                  </a:lnTo>
                  <a:lnTo>
                    <a:pt x="3944811" y="1636280"/>
                  </a:lnTo>
                  <a:lnTo>
                    <a:pt x="3944957" y="1636280"/>
                  </a:lnTo>
                  <a:lnTo>
                    <a:pt x="3945102" y="1636280"/>
                  </a:lnTo>
                  <a:lnTo>
                    <a:pt x="3945248" y="1636280"/>
                  </a:lnTo>
                  <a:lnTo>
                    <a:pt x="3945393" y="1636280"/>
                  </a:lnTo>
                  <a:lnTo>
                    <a:pt x="3945539" y="1636280"/>
                  </a:lnTo>
                  <a:lnTo>
                    <a:pt x="3945684" y="1636280"/>
                  </a:lnTo>
                  <a:lnTo>
                    <a:pt x="3945829" y="1636280"/>
                  </a:lnTo>
                  <a:lnTo>
                    <a:pt x="3945975" y="1636280"/>
                  </a:lnTo>
                  <a:lnTo>
                    <a:pt x="3946120" y="1636280"/>
                  </a:lnTo>
                  <a:lnTo>
                    <a:pt x="3946266" y="1636280"/>
                  </a:lnTo>
                  <a:lnTo>
                    <a:pt x="3946411" y="1636280"/>
                  </a:lnTo>
                  <a:lnTo>
                    <a:pt x="3946557" y="1636280"/>
                  </a:lnTo>
                  <a:lnTo>
                    <a:pt x="3946702" y="1636280"/>
                  </a:lnTo>
                  <a:lnTo>
                    <a:pt x="3946847" y="1636280"/>
                  </a:lnTo>
                  <a:lnTo>
                    <a:pt x="3946993" y="1636280"/>
                  </a:lnTo>
                  <a:lnTo>
                    <a:pt x="3947138" y="1636280"/>
                  </a:lnTo>
                  <a:lnTo>
                    <a:pt x="3947284" y="1636280"/>
                  </a:lnTo>
                  <a:lnTo>
                    <a:pt x="3947429" y="1636280"/>
                  </a:lnTo>
                  <a:lnTo>
                    <a:pt x="3947429" y="1635656"/>
                  </a:lnTo>
                  <a:lnTo>
                    <a:pt x="3947575" y="1635656"/>
                  </a:lnTo>
                  <a:lnTo>
                    <a:pt x="3947720" y="1635656"/>
                  </a:lnTo>
                  <a:lnTo>
                    <a:pt x="3947865" y="1635656"/>
                  </a:lnTo>
                  <a:lnTo>
                    <a:pt x="3948011" y="1635656"/>
                  </a:lnTo>
                  <a:lnTo>
                    <a:pt x="3948011" y="1635032"/>
                  </a:lnTo>
                  <a:lnTo>
                    <a:pt x="3948156" y="1635032"/>
                  </a:lnTo>
                  <a:lnTo>
                    <a:pt x="3948302" y="1635032"/>
                  </a:lnTo>
                  <a:lnTo>
                    <a:pt x="3948302" y="1634409"/>
                  </a:lnTo>
                  <a:lnTo>
                    <a:pt x="3948447" y="1634409"/>
                  </a:lnTo>
                  <a:lnTo>
                    <a:pt x="3948593" y="1634409"/>
                  </a:lnTo>
                  <a:lnTo>
                    <a:pt x="3948738" y="1634409"/>
                  </a:lnTo>
                  <a:lnTo>
                    <a:pt x="3948883" y="1634409"/>
                  </a:lnTo>
                  <a:lnTo>
                    <a:pt x="3949029" y="1634409"/>
                  </a:lnTo>
                  <a:lnTo>
                    <a:pt x="3949174" y="1634409"/>
                  </a:lnTo>
                  <a:lnTo>
                    <a:pt x="3949320" y="1634409"/>
                  </a:lnTo>
                  <a:lnTo>
                    <a:pt x="3949465" y="1634409"/>
                  </a:lnTo>
                  <a:lnTo>
                    <a:pt x="3949611" y="1634409"/>
                  </a:lnTo>
                  <a:lnTo>
                    <a:pt x="3949756" y="1634409"/>
                  </a:lnTo>
                  <a:lnTo>
                    <a:pt x="3949901" y="1634409"/>
                  </a:lnTo>
                  <a:lnTo>
                    <a:pt x="3950047" y="1634409"/>
                  </a:lnTo>
                  <a:lnTo>
                    <a:pt x="3950192" y="1634409"/>
                  </a:lnTo>
                  <a:lnTo>
                    <a:pt x="3950338" y="1634409"/>
                  </a:lnTo>
                  <a:lnTo>
                    <a:pt x="3950338" y="1633785"/>
                  </a:lnTo>
                  <a:lnTo>
                    <a:pt x="3950483" y="1633785"/>
                  </a:lnTo>
                  <a:lnTo>
                    <a:pt x="3950628" y="1633785"/>
                  </a:lnTo>
                  <a:lnTo>
                    <a:pt x="3950774" y="1633785"/>
                  </a:lnTo>
                  <a:lnTo>
                    <a:pt x="3950919" y="1633785"/>
                  </a:lnTo>
                  <a:lnTo>
                    <a:pt x="3950919" y="1633162"/>
                  </a:lnTo>
                  <a:lnTo>
                    <a:pt x="3951065" y="1633162"/>
                  </a:lnTo>
                  <a:lnTo>
                    <a:pt x="3951210" y="1633162"/>
                  </a:lnTo>
                  <a:lnTo>
                    <a:pt x="3951356" y="1633162"/>
                  </a:lnTo>
                  <a:lnTo>
                    <a:pt x="3951501" y="1633162"/>
                  </a:lnTo>
                  <a:lnTo>
                    <a:pt x="3951646" y="1633162"/>
                  </a:lnTo>
                  <a:lnTo>
                    <a:pt x="3951646" y="1632538"/>
                  </a:lnTo>
                  <a:lnTo>
                    <a:pt x="3951792" y="1632538"/>
                  </a:lnTo>
                  <a:lnTo>
                    <a:pt x="3951937" y="1632538"/>
                  </a:lnTo>
                  <a:lnTo>
                    <a:pt x="3952083" y="1632538"/>
                  </a:lnTo>
                  <a:lnTo>
                    <a:pt x="3952228" y="1632538"/>
                  </a:lnTo>
                  <a:lnTo>
                    <a:pt x="3952374" y="1632538"/>
                  </a:lnTo>
                  <a:lnTo>
                    <a:pt x="3952519" y="1632538"/>
                  </a:lnTo>
                  <a:lnTo>
                    <a:pt x="3952664" y="1632538"/>
                  </a:lnTo>
                  <a:lnTo>
                    <a:pt x="3952664" y="1631914"/>
                  </a:lnTo>
                  <a:lnTo>
                    <a:pt x="3952810" y="1631914"/>
                  </a:lnTo>
                  <a:lnTo>
                    <a:pt x="3952955" y="1631914"/>
                  </a:lnTo>
                  <a:lnTo>
                    <a:pt x="3952955" y="1631291"/>
                  </a:lnTo>
                  <a:lnTo>
                    <a:pt x="3953101" y="1631291"/>
                  </a:lnTo>
                  <a:lnTo>
                    <a:pt x="3953101" y="1630667"/>
                  </a:lnTo>
                  <a:lnTo>
                    <a:pt x="3953246" y="1630667"/>
                  </a:lnTo>
                  <a:lnTo>
                    <a:pt x="3953392" y="1630667"/>
                  </a:lnTo>
                  <a:lnTo>
                    <a:pt x="3953537" y="1630667"/>
                  </a:lnTo>
                  <a:lnTo>
                    <a:pt x="3953537" y="1630044"/>
                  </a:lnTo>
                  <a:lnTo>
                    <a:pt x="3953682" y="1630044"/>
                  </a:lnTo>
                  <a:lnTo>
                    <a:pt x="3953828" y="1630044"/>
                  </a:lnTo>
                  <a:lnTo>
                    <a:pt x="3953973" y="1630044"/>
                  </a:lnTo>
                  <a:lnTo>
                    <a:pt x="3954119" y="1630044"/>
                  </a:lnTo>
                  <a:lnTo>
                    <a:pt x="3954119" y="1629420"/>
                  </a:lnTo>
                  <a:lnTo>
                    <a:pt x="3954264" y="1629420"/>
                  </a:lnTo>
                  <a:lnTo>
                    <a:pt x="3954410" y="1629420"/>
                  </a:lnTo>
                  <a:lnTo>
                    <a:pt x="3954410" y="1628797"/>
                  </a:lnTo>
                  <a:lnTo>
                    <a:pt x="3954555" y="1628797"/>
                  </a:lnTo>
                  <a:lnTo>
                    <a:pt x="3954555" y="1628173"/>
                  </a:lnTo>
                  <a:lnTo>
                    <a:pt x="3954555" y="1627549"/>
                  </a:lnTo>
                  <a:lnTo>
                    <a:pt x="3954700" y="1627549"/>
                  </a:lnTo>
                  <a:lnTo>
                    <a:pt x="3954846" y="1627549"/>
                  </a:lnTo>
                  <a:lnTo>
                    <a:pt x="3954991" y="1627549"/>
                  </a:lnTo>
                  <a:lnTo>
                    <a:pt x="3955137" y="1627549"/>
                  </a:lnTo>
                  <a:lnTo>
                    <a:pt x="3955282" y="1627549"/>
                  </a:lnTo>
                  <a:lnTo>
                    <a:pt x="3955428" y="1627549"/>
                  </a:lnTo>
                  <a:lnTo>
                    <a:pt x="3955573" y="1627549"/>
                  </a:lnTo>
                  <a:lnTo>
                    <a:pt x="3955718" y="1627549"/>
                  </a:lnTo>
                  <a:lnTo>
                    <a:pt x="3955718" y="1626926"/>
                  </a:lnTo>
                  <a:lnTo>
                    <a:pt x="3955864" y="1626926"/>
                  </a:lnTo>
                  <a:lnTo>
                    <a:pt x="3956009" y="1626926"/>
                  </a:lnTo>
                  <a:lnTo>
                    <a:pt x="3956155" y="1626926"/>
                  </a:lnTo>
                  <a:lnTo>
                    <a:pt x="3956300" y="1626926"/>
                  </a:lnTo>
                  <a:lnTo>
                    <a:pt x="3956446" y="1626926"/>
                  </a:lnTo>
                  <a:lnTo>
                    <a:pt x="3956446" y="1626302"/>
                  </a:lnTo>
                  <a:lnTo>
                    <a:pt x="3956591" y="1626302"/>
                  </a:lnTo>
                  <a:lnTo>
                    <a:pt x="3956591" y="1625679"/>
                  </a:lnTo>
                  <a:lnTo>
                    <a:pt x="3956736" y="1625679"/>
                  </a:lnTo>
                  <a:lnTo>
                    <a:pt x="3956882" y="1625679"/>
                  </a:lnTo>
                  <a:lnTo>
                    <a:pt x="3957027" y="1625679"/>
                  </a:lnTo>
                  <a:lnTo>
                    <a:pt x="3957173" y="1625679"/>
                  </a:lnTo>
                  <a:lnTo>
                    <a:pt x="3957318" y="1625679"/>
                  </a:lnTo>
                  <a:lnTo>
                    <a:pt x="3957463" y="1625679"/>
                  </a:lnTo>
                  <a:lnTo>
                    <a:pt x="3957609" y="1625679"/>
                  </a:lnTo>
                  <a:lnTo>
                    <a:pt x="3957754" y="1625679"/>
                  </a:lnTo>
                  <a:lnTo>
                    <a:pt x="3957900" y="1625679"/>
                  </a:lnTo>
                  <a:lnTo>
                    <a:pt x="3958045" y="1625679"/>
                  </a:lnTo>
                  <a:lnTo>
                    <a:pt x="3958191" y="1625679"/>
                  </a:lnTo>
                  <a:lnTo>
                    <a:pt x="3958336" y="1625679"/>
                  </a:lnTo>
                  <a:lnTo>
                    <a:pt x="3958481" y="1625679"/>
                  </a:lnTo>
                  <a:lnTo>
                    <a:pt x="3958627" y="1625679"/>
                  </a:lnTo>
                  <a:lnTo>
                    <a:pt x="3958772" y="1625679"/>
                  </a:lnTo>
                  <a:lnTo>
                    <a:pt x="3958918" y="1625679"/>
                  </a:lnTo>
                  <a:lnTo>
                    <a:pt x="3959063" y="1625679"/>
                  </a:lnTo>
                  <a:lnTo>
                    <a:pt x="3959209" y="1625679"/>
                  </a:lnTo>
                  <a:lnTo>
                    <a:pt x="3959354" y="1625679"/>
                  </a:lnTo>
                  <a:lnTo>
                    <a:pt x="3959499" y="1625679"/>
                  </a:lnTo>
                  <a:lnTo>
                    <a:pt x="3959645" y="1625679"/>
                  </a:lnTo>
                  <a:lnTo>
                    <a:pt x="3959790" y="1625679"/>
                  </a:lnTo>
                  <a:lnTo>
                    <a:pt x="3959936" y="1625679"/>
                  </a:lnTo>
                  <a:lnTo>
                    <a:pt x="3960081" y="1625679"/>
                  </a:lnTo>
                  <a:lnTo>
                    <a:pt x="3960227" y="1625679"/>
                  </a:lnTo>
                  <a:lnTo>
                    <a:pt x="3960372" y="1625679"/>
                  </a:lnTo>
                  <a:lnTo>
                    <a:pt x="3960517" y="1625679"/>
                  </a:lnTo>
                  <a:lnTo>
                    <a:pt x="3960663" y="1625679"/>
                  </a:lnTo>
                  <a:lnTo>
                    <a:pt x="3960808" y="1625679"/>
                  </a:lnTo>
                  <a:lnTo>
                    <a:pt x="3960954" y="1625679"/>
                  </a:lnTo>
                  <a:lnTo>
                    <a:pt x="3961099" y="1625679"/>
                  </a:lnTo>
                  <a:lnTo>
                    <a:pt x="3961245" y="1625679"/>
                  </a:lnTo>
                  <a:lnTo>
                    <a:pt x="3961390" y="1625679"/>
                  </a:lnTo>
                  <a:lnTo>
                    <a:pt x="3961535" y="1625679"/>
                  </a:lnTo>
                  <a:lnTo>
                    <a:pt x="3961681" y="1625679"/>
                  </a:lnTo>
                  <a:lnTo>
                    <a:pt x="3961826" y="1625679"/>
                  </a:lnTo>
                  <a:lnTo>
                    <a:pt x="3961972" y="1625679"/>
                  </a:lnTo>
                  <a:lnTo>
                    <a:pt x="3961972" y="1625055"/>
                  </a:lnTo>
                  <a:lnTo>
                    <a:pt x="3962117" y="1625055"/>
                  </a:lnTo>
                  <a:lnTo>
                    <a:pt x="3962117" y="1624431"/>
                  </a:lnTo>
                  <a:lnTo>
                    <a:pt x="3962117" y="1623808"/>
                  </a:lnTo>
                  <a:lnTo>
                    <a:pt x="3962117" y="1623184"/>
                  </a:lnTo>
                  <a:lnTo>
                    <a:pt x="3962263" y="1623184"/>
                  </a:lnTo>
                  <a:lnTo>
                    <a:pt x="3962408" y="1623184"/>
                  </a:lnTo>
                  <a:lnTo>
                    <a:pt x="3962553" y="1623184"/>
                  </a:lnTo>
                  <a:lnTo>
                    <a:pt x="3962699" y="1623184"/>
                  </a:lnTo>
                  <a:lnTo>
                    <a:pt x="3962844" y="1623184"/>
                  </a:lnTo>
                  <a:lnTo>
                    <a:pt x="3962990" y="1623184"/>
                  </a:lnTo>
                  <a:lnTo>
                    <a:pt x="3963135" y="1623184"/>
                  </a:lnTo>
                  <a:lnTo>
                    <a:pt x="3963135" y="1622561"/>
                  </a:lnTo>
                  <a:lnTo>
                    <a:pt x="3963280" y="1622561"/>
                  </a:lnTo>
                  <a:lnTo>
                    <a:pt x="3963280" y="1621937"/>
                  </a:lnTo>
                  <a:lnTo>
                    <a:pt x="3963426" y="1621937"/>
                  </a:lnTo>
                  <a:lnTo>
                    <a:pt x="3963571" y="1621937"/>
                  </a:lnTo>
                  <a:lnTo>
                    <a:pt x="3963717" y="1621937"/>
                  </a:lnTo>
                  <a:lnTo>
                    <a:pt x="3963862" y="1621937"/>
                  </a:lnTo>
                  <a:lnTo>
                    <a:pt x="3964008" y="1621937"/>
                  </a:lnTo>
                  <a:lnTo>
                    <a:pt x="3964153" y="1621937"/>
                  </a:lnTo>
                  <a:lnTo>
                    <a:pt x="3964153" y="1621314"/>
                  </a:lnTo>
                  <a:lnTo>
                    <a:pt x="3964298" y="1621314"/>
                  </a:lnTo>
                  <a:lnTo>
                    <a:pt x="3964298" y="1620690"/>
                  </a:lnTo>
                  <a:lnTo>
                    <a:pt x="3964444" y="1620690"/>
                  </a:lnTo>
                  <a:lnTo>
                    <a:pt x="3964589" y="1620690"/>
                  </a:lnTo>
                  <a:lnTo>
                    <a:pt x="3964735" y="1620690"/>
                  </a:lnTo>
                  <a:lnTo>
                    <a:pt x="3964880" y="1620690"/>
                  </a:lnTo>
                  <a:lnTo>
                    <a:pt x="3965026" y="1620690"/>
                  </a:lnTo>
                  <a:lnTo>
                    <a:pt x="3965171" y="1620690"/>
                  </a:lnTo>
                  <a:lnTo>
                    <a:pt x="3965171" y="1620066"/>
                  </a:lnTo>
                  <a:lnTo>
                    <a:pt x="3965316" y="1620066"/>
                  </a:lnTo>
                  <a:lnTo>
                    <a:pt x="3965316" y="1619443"/>
                  </a:lnTo>
                  <a:lnTo>
                    <a:pt x="3965462" y="1619443"/>
                  </a:lnTo>
                  <a:lnTo>
                    <a:pt x="3965607" y="1619443"/>
                  </a:lnTo>
                  <a:lnTo>
                    <a:pt x="3965607" y="1618819"/>
                  </a:lnTo>
                  <a:lnTo>
                    <a:pt x="3965607" y="1618196"/>
                  </a:lnTo>
                  <a:lnTo>
                    <a:pt x="3965753" y="1618196"/>
                  </a:lnTo>
                  <a:lnTo>
                    <a:pt x="3965898" y="1618196"/>
                  </a:lnTo>
                  <a:lnTo>
                    <a:pt x="3966044" y="1618196"/>
                  </a:lnTo>
                  <a:lnTo>
                    <a:pt x="3966189" y="1618196"/>
                  </a:lnTo>
                  <a:lnTo>
                    <a:pt x="3966334" y="1618196"/>
                  </a:lnTo>
                  <a:lnTo>
                    <a:pt x="3966480" y="1618196"/>
                  </a:lnTo>
                  <a:lnTo>
                    <a:pt x="3966625" y="1618196"/>
                  </a:lnTo>
                  <a:lnTo>
                    <a:pt x="3966625" y="1617572"/>
                  </a:lnTo>
                  <a:lnTo>
                    <a:pt x="3966771" y="1617572"/>
                  </a:lnTo>
                  <a:lnTo>
                    <a:pt x="3966916" y="1617572"/>
                  </a:lnTo>
                  <a:lnTo>
                    <a:pt x="3966916" y="1616948"/>
                  </a:lnTo>
                  <a:lnTo>
                    <a:pt x="3967062" y="1616948"/>
                  </a:lnTo>
                  <a:lnTo>
                    <a:pt x="3967207" y="1616948"/>
                  </a:lnTo>
                  <a:lnTo>
                    <a:pt x="3967352" y="1616948"/>
                  </a:lnTo>
                  <a:lnTo>
                    <a:pt x="3967498" y="1616948"/>
                  </a:lnTo>
                  <a:lnTo>
                    <a:pt x="3967643" y="1616948"/>
                  </a:lnTo>
                  <a:lnTo>
                    <a:pt x="3967789" y="1616948"/>
                  </a:lnTo>
                  <a:lnTo>
                    <a:pt x="3967934" y="1616948"/>
                  </a:lnTo>
                  <a:lnTo>
                    <a:pt x="3967934" y="1616325"/>
                  </a:lnTo>
                  <a:lnTo>
                    <a:pt x="3968080" y="1616325"/>
                  </a:lnTo>
                  <a:lnTo>
                    <a:pt x="3968225" y="1616325"/>
                  </a:lnTo>
                  <a:lnTo>
                    <a:pt x="3968370" y="1616325"/>
                  </a:lnTo>
                  <a:lnTo>
                    <a:pt x="3968516" y="1616325"/>
                  </a:lnTo>
                  <a:lnTo>
                    <a:pt x="3968661" y="1616325"/>
                  </a:lnTo>
                  <a:lnTo>
                    <a:pt x="3968807" y="1616325"/>
                  </a:lnTo>
                  <a:lnTo>
                    <a:pt x="3968952" y="1616325"/>
                  </a:lnTo>
                  <a:lnTo>
                    <a:pt x="3968952" y="1615701"/>
                  </a:lnTo>
                  <a:lnTo>
                    <a:pt x="3969098" y="1615701"/>
                  </a:lnTo>
                  <a:lnTo>
                    <a:pt x="3969243" y="1615701"/>
                  </a:lnTo>
                  <a:lnTo>
                    <a:pt x="3969388" y="1615701"/>
                  </a:lnTo>
                  <a:lnTo>
                    <a:pt x="3969534" y="1615701"/>
                  </a:lnTo>
                  <a:lnTo>
                    <a:pt x="3969679" y="1615701"/>
                  </a:lnTo>
                  <a:lnTo>
                    <a:pt x="3969825" y="1615701"/>
                  </a:lnTo>
                  <a:lnTo>
                    <a:pt x="3969970" y="1615701"/>
                  </a:lnTo>
                  <a:lnTo>
                    <a:pt x="3970115" y="1615701"/>
                  </a:lnTo>
                  <a:lnTo>
                    <a:pt x="3970261" y="1615701"/>
                  </a:lnTo>
                  <a:lnTo>
                    <a:pt x="3970406" y="1615701"/>
                  </a:lnTo>
                  <a:lnTo>
                    <a:pt x="3970406" y="1615078"/>
                  </a:lnTo>
                  <a:lnTo>
                    <a:pt x="3970552" y="1615078"/>
                  </a:lnTo>
                  <a:lnTo>
                    <a:pt x="3970697" y="1615078"/>
                  </a:lnTo>
                  <a:lnTo>
                    <a:pt x="3970843" y="1615078"/>
                  </a:lnTo>
                  <a:lnTo>
                    <a:pt x="3970988" y="1615078"/>
                  </a:lnTo>
                  <a:lnTo>
                    <a:pt x="3971133" y="1615078"/>
                  </a:lnTo>
                  <a:lnTo>
                    <a:pt x="3971279" y="1615078"/>
                  </a:lnTo>
                  <a:lnTo>
                    <a:pt x="3971424" y="1615078"/>
                  </a:lnTo>
                  <a:lnTo>
                    <a:pt x="3971570" y="1615078"/>
                  </a:lnTo>
                  <a:lnTo>
                    <a:pt x="3971570" y="1614454"/>
                  </a:lnTo>
                  <a:lnTo>
                    <a:pt x="3971715" y="1614454"/>
                  </a:lnTo>
                  <a:lnTo>
                    <a:pt x="3971861" y="1614454"/>
                  </a:lnTo>
                  <a:lnTo>
                    <a:pt x="3972006" y="1614454"/>
                  </a:lnTo>
                  <a:lnTo>
                    <a:pt x="3972151" y="1614454"/>
                  </a:lnTo>
                  <a:lnTo>
                    <a:pt x="3972297" y="1614454"/>
                  </a:lnTo>
                  <a:lnTo>
                    <a:pt x="3972442" y="1614454"/>
                  </a:lnTo>
                  <a:lnTo>
                    <a:pt x="3972442" y="1613831"/>
                  </a:lnTo>
                  <a:lnTo>
                    <a:pt x="3972588" y="1613831"/>
                  </a:lnTo>
                  <a:lnTo>
                    <a:pt x="3972733" y="1613831"/>
                  </a:lnTo>
                  <a:lnTo>
                    <a:pt x="3972733" y="1613207"/>
                  </a:lnTo>
                  <a:lnTo>
                    <a:pt x="3972879" y="1613207"/>
                  </a:lnTo>
                  <a:lnTo>
                    <a:pt x="3973024" y="1613207"/>
                  </a:lnTo>
                  <a:lnTo>
                    <a:pt x="3973169" y="1613207"/>
                  </a:lnTo>
                  <a:lnTo>
                    <a:pt x="3973169" y="1612583"/>
                  </a:lnTo>
                  <a:lnTo>
                    <a:pt x="3973315" y="1612583"/>
                  </a:lnTo>
                  <a:lnTo>
                    <a:pt x="3973460" y="1612583"/>
                  </a:lnTo>
                  <a:lnTo>
                    <a:pt x="3973606" y="1612583"/>
                  </a:lnTo>
                  <a:lnTo>
                    <a:pt x="3973751" y="1612583"/>
                  </a:lnTo>
                  <a:lnTo>
                    <a:pt x="3973751" y="1611960"/>
                  </a:lnTo>
                  <a:lnTo>
                    <a:pt x="3973897" y="1611960"/>
                  </a:lnTo>
                  <a:lnTo>
                    <a:pt x="3974042" y="1611960"/>
                  </a:lnTo>
                  <a:lnTo>
                    <a:pt x="3974187" y="1611960"/>
                  </a:lnTo>
                  <a:lnTo>
                    <a:pt x="3974333" y="1611960"/>
                  </a:lnTo>
                  <a:lnTo>
                    <a:pt x="3974478" y="1611960"/>
                  </a:lnTo>
                  <a:lnTo>
                    <a:pt x="3974624" y="1611960"/>
                  </a:lnTo>
                  <a:lnTo>
                    <a:pt x="3974769" y="1611960"/>
                  </a:lnTo>
                  <a:lnTo>
                    <a:pt x="3974915" y="1611960"/>
                  </a:lnTo>
                  <a:lnTo>
                    <a:pt x="3975060" y="1611960"/>
                  </a:lnTo>
                  <a:lnTo>
                    <a:pt x="3975205" y="1611960"/>
                  </a:lnTo>
                  <a:lnTo>
                    <a:pt x="3975351" y="1611960"/>
                  </a:lnTo>
                  <a:lnTo>
                    <a:pt x="3975496" y="1611960"/>
                  </a:lnTo>
                  <a:lnTo>
                    <a:pt x="3975642" y="1611960"/>
                  </a:lnTo>
                  <a:lnTo>
                    <a:pt x="3975787" y="1611960"/>
                  </a:lnTo>
                  <a:lnTo>
                    <a:pt x="3975787" y="1611336"/>
                  </a:lnTo>
                  <a:lnTo>
                    <a:pt x="3975933" y="1611336"/>
                  </a:lnTo>
                  <a:lnTo>
                    <a:pt x="3976078" y="1611336"/>
                  </a:lnTo>
                  <a:lnTo>
                    <a:pt x="3976223" y="1611336"/>
                  </a:lnTo>
                  <a:lnTo>
                    <a:pt x="3976369" y="1611336"/>
                  </a:lnTo>
                  <a:lnTo>
                    <a:pt x="3976514" y="1611336"/>
                  </a:lnTo>
                  <a:lnTo>
                    <a:pt x="3976660" y="1611336"/>
                  </a:lnTo>
                  <a:lnTo>
                    <a:pt x="3976805" y="1611336"/>
                  </a:lnTo>
                  <a:lnTo>
                    <a:pt x="3976950" y="1611336"/>
                  </a:lnTo>
                  <a:lnTo>
                    <a:pt x="3977096" y="1611336"/>
                  </a:lnTo>
                  <a:lnTo>
                    <a:pt x="3977241" y="1611336"/>
                  </a:lnTo>
                  <a:lnTo>
                    <a:pt x="3977387" y="1611336"/>
                  </a:lnTo>
                  <a:lnTo>
                    <a:pt x="3977532" y="1611336"/>
                  </a:lnTo>
                  <a:lnTo>
                    <a:pt x="3977532" y="1610713"/>
                  </a:lnTo>
                  <a:lnTo>
                    <a:pt x="3977678" y="1610713"/>
                  </a:lnTo>
                  <a:lnTo>
                    <a:pt x="3977823" y="1610713"/>
                  </a:lnTo>
                  <a:lnTo>
                    <a:pt x="3977968" y="1610713"/>
                  </a:lnTo>
                  <a:lnTo>
                    <a:pt x="3978114" y="1610713"/>
                  </a:lnTo>
                  <a:lnTo>
                    <a:pt x="3978259" y="1610713"/>
                  </a:lnTo>
                  <a:lnTo>
                    <a:pt x="3978405" y="1610713"/>
                  </a:lnTo>
                  <a:lnTo>
                    <a:pt x="3978550" y="1610713"/>
                  </a:lnTo>
                  <a:lnTo>
                    <a:pt x="3978696" y="1610713"/>
                  </a:lnTo>
                  <a:lnTo>
                    <a:pt x="3978841" y="1610713"/>
                  </a:lnTo>
                  <a:lnTo>
                    <a:pt x="3978841" y="1610089"/>
                  </a:lnTo>
                  <a:lnTo>
                    <a:pt x="3978986" y="1610089"/>
                  </a:lnTo>
                  <a:lnTo>
                    <a:pt x="3978986" y="1609465"/>
                  </a:lnTo>
                  <a:lnTo>
                    <a:pt x="3979132" y="1609465"/>
                  </a:lnTo>
                  <a:lnTo>
                    <a:pt x="3979277" y="1609465"/>
                  </a:lnTo>
                  <a:lnTo>
                    <a:pt x="3979423" y="1609465"/>
                  </a:lnTo>
                  <a:lnTo>
                    <a:pt x="3979568" y="1609465"/>
                  </a:lnTo>
                  <a:lnTo>
                    <a:pt x="3979714" y="1609465"/>
                  </a:lnTo>
                  <a:lnTo>
                    <a:pt x="3979859" y="1609465"/>
                  </a:lnTo>
                  <a:lnTo>
                    <a:pt x="3980004" y="1609465"/>
                  </a:lnTo>
                  <a:lnTo>
                    <a:pt x="3980150" y="1609465"/>
                  </a:lnTo>
                  <a:lnTo>
                    <a:pt x="3980295" y="1609465"/>
                  </a:lnTo>
                  <a:lnTo>
                    <a:pt x="3980441" y="1609465"/>
                  </a:lnTo>
                  <a:lnTo>
                    <a:pt x="3980586" y="1609465"/>
                  </a:lnTo>
                  <a:lnTo>
                    <a:pt x="3980732" y="1609465"/>
                  </a:lnTo>
                  <a:lnTo>
                    <a:pt x="3980877" y="1609465"/>
                  </a:lnTo>
                  <a:lnTo>
                    <a:pt x="3981022" y="1609465"/>
                  </a:lnTo>
                  <a:lnTo>
                    <a:pt x="3981168" y="1609465"/>
                  </a:lnTo>
                  <a:lnTo>
                    <a:pt x="3981313" y="1609465"/>
                  </a:lnTo>
                  <a:lnTo>
                    <a:pt x="3981459" y="1609465"/>
                  </a:lnTo>
                  <a:lnTo>
                    <a:pt x="3981604" y="1609465"/>
                  </a:lnTo>
                  <a:lnTo>
                    <a:pt x="3981750" y="1609465"/>
                  </a:lnTo>
                  <a:lnTo>
                    <a:pt x="3981895" y="1609465"/>
                  </a:lnTo>
                  <a:lnTo>
                    <a:pt x="3982040" y="1609465"/>
                  </a:lnTo>
                  <a:lnTo>
                    <a:pt x="3982040" y="1608842"/>
                  </a:lnTo>
                  <a:lnTo>
                    <a:pt x="3982186" y="1608842"/>
                  </a:lnTo>
                  <a:lnTo>
                    <a:pt x="3982331" y="1608842"/>
                  </a:lnTo>
                  <a:lnTo>
                    <a:pt x="3982477" y="1608842"/>
                  </a:lnTo>
                  <a:lnTo>
                    <a:pt x="3982622" y="1608842"/>
                  </a:lnTo>
                  <a:lnTo>
                    <a:pt x="3982768" y="1608842"/>
                  </a:lnTo>
                  <a:lnTo>
                    <a:pt x="3982913" y="1608842"/>
                  </a:lnTo>
                  <a:lnTo>
                    <a:pt x="3983058" y="1608842"/>
                  </a:lnTo>
                  <a:lnTo>
                    <a:pt x="3983204" y="1608842"/>
                  </a:lnTo>
                  <a:lnTo>
                    <a:pt x="3983349" y="1608842"/>
                  </a:lnTo>
                  <a:lnTo>
                    <a:pt x="3983495" y="1608842"/>
                  </a:lnTo>
                  <a:lnTo>
                    <a:pt x="3983495" y="1608218"/>
                  </a:lnTo>
                  <a:lnTo>
                    <a:pt x="3983640" y="1608218"/>
                  </a:lnTo>
                  <a:lnTo>
                    <a:pt x="3983785" y="1608218"/>
                  </a:lnTo>
                  <a:lnTo>
                    <a:pt x="3983785" y="1607595"/>
                  </a:lnTo>
                  <a:lnTo>
                    <a:pt x="3983931" y="1607595"/>
                  </a:lnTo>
                  <a:lnTo>
                    <a:pt x="3984076" y="1607595"/>
                  </a:lnTo>
                  <a:lnTo>
                    <a:pt x="3984222" y="1607595"/>
                  </a:lnTo>
                  <a:lnTo>
                    <a:pt x="3984367" y="1607595"/>
                  </a:lnTo>
                  <a:lnTo>
                    <a:pt x="3984513" y="1607595"/>
                  </a:lnTo>
                  <a:lnTo>
                    <a:pt x="3984658" y="1607595"/>
                  </a:lnTo>
                  <a:lnTo>
                    <a:pt x="3984803" y="1607595"/>
                  </a:lnTo>
                  <a:lnTo>
                    <a:pt x="3984949" y="1607595"/>
                  </a:lnTo>
                  <a:lnTo>
                    <a:pt x="3985094" y="1607595"/>
                  </a:lnTo>
                  <a:lnTo>
                    <a:pt x="3985240" y="1607595"/>
                  </a:lnTo>
                  <a:lnTo>
                    <a:pt x="3985385" y="1607595"/>
                  </a:lnTo>
                  <a:lnTo>
                    <a:pt x="3985531" y="1607595"/>
                  </a:lnTo>
                  <a:lnTo>
                    <a:pt x="3985676" y="1607595"/>
                  </a:lnTo>
                  <a:lnTo>
                    <a:pt x="3985821" y="1607595"/>
                  </a:lnTo>
                  <a:lnTo>
                    <a:pt x="3985967" y="1607595"/>
                  </a:lnTo>
                  <a:lnTo>
                    <a:pt x="3986112" y="1607595"/>
                  </a:lnTo>
                  <a:lnTo>
                    <a:pt x="3986112" y="1606971"/>
                  </a:lnTo>
                  <a:lnTo>
                    <a:pt x="3986112" y="1606348"/>
                  </a:lnTo>
                  <a:lnTo>
                    <a:pt x="3986112" y="1605724"/>
                  </a:lnTo>
                  <a:lnTo>
                    <a:pt x="3986258" y="1605724"/>
                  </a:lnTo>
                  <a:lnTo>
                    <a:pt x="3986403" y="1605724"/>
                  </a:lnTo>
                  <a:lnTo>
                    <a:pt x="3986549" y="1605724"/>
                  </a:lnTo>
                  <a:lnTo>
                    <a:pt x="3986694" y="1605724"/>
                  </a:lnTo>
                  <a:lnTo>
                    <a:pt x="3986839" y="1605724"/>
                  </a:lnTo>
                  <a:lnTo>
                    <a:pt x="3986985" y="1605724"/>
                  </a:lnTo>
                  <a:lnTo>
                    <a:pt x="3987130" y="1605724"/>
                  </a:lnTo>
                  <a:lnTo>
                    <a:pt x="3987276" y="1605724"/>
                  </a:lnTo>
                  <a:lnTo>
                    <a:pt x="3987421" y="1605724"/>
                  </a:lnTo>
                  <a:lnTo>
                    <a:pt x="3987567" y="1605724"/>
                  </a:lnTo>
                  <a:lnTo>
                    <a:pt x="3987567" y="1605100"/>
                  </a:lnTo>
                  <a:lnTo>
                    <a:pt x="3987712" y="1605100"/>
                  </a:lnTo>
                  <a:lnTo>
                    <a:pt x="3987857" y="1605100"/>
                  </a:lnTo>
                  <a:lnTo>
                    <a:pt x="3988003" y="1605100"/>
                  </a:lnTo>
                  <a:lnTo>
                    <a:pt x="3988003" y="1604477"/>
                  </a:lnTo>
                  <a:lnTo>
                    <a:pt x="3988148" y="1604477"/>
                  </a:lnTo>
                  <a:lnTo>
                    <a:pt x="3988294" y="1604477"/>
                  </a:lnTo>
                  <a:lnTo>
                    <a:pt x="3988294" y="1603853"/>
                  </a:lnTo>
                  <a:lnTo>
                    <a:pt x="3988439" y="1603853"/>
                  </a:lnTo>
                  <a:lnTo>
                    <a:pt x="3988585" y="1603853"/>
                  </a:lnTo>
                  <a:lnTo>
                    <a:pt x="3988730" y="1603853"/>
                  </a:lnTo>
                  <a:lnTo>
                    <a:pt x="3988875" y="1603853"/>
                  </a:lnTo>
                  <a:lnTo>
                    <a:pt x="3989021" y="1603853"/>
                  </a:lnTo>
                  <a:lnTo>
                    <a:pt x="3989166" y="1603853"/>
                  </a:lnTo>
                  <a:lnTo>
                    <a:pt x="3989312" y="1603853"/>
                  </a:lnTo>
                  <a:lnTo>
                    <a:pt x="3989457" y="1603853"/>
                  </a:lnTo>
                  <a:lnTo>
                    <a:pt x="3989603" y="1603853"/>
                  </a:lnTo>
                  <a:lnTo>
                    <a:pt x="3989748" y="1603853"/>
                  </a:lnTo>
                  <a:lnTo>
                    <a:pt x="3989893" y="1603853"/>
                  </a:lnTo>
                  <a:lnTo>
                    <a:pt x="3990039" y="1603853"/>
                  </a:lnTo>
                  <a:lnTo>
                    <a:pt x="3990184" y="1603853"/>
                  </a:lnTo>
                  <a:lnTo>
                    <a:pt x="3990330" y="1603853"/>
                  </a:lnTo>
                  <a:lnTo>
                    <a:pt x="3990475" y="1603853"/>
                  </a:lnTo>
                  <a:lnTo>
                    <a:pt x="3990620" y="1603853"/>
                  </a:lnTo>
                  <a:lnTo>
                    <a:pt x="3990766" y="1603853"/>
                  </a:lnTo>
                  <a:lnTo>
                    <a:pt x="3990766" y="1603230"/>
                  </a:lnTo>
                  <a:lnTo>
                    <a:pt x="3990911" y="1603230"/>
                  </a:lnTo>
                  <a:lnTo>
                    <a:pt x="3991057" y="1603230"/>
                  </a:lnTo>
                  <a:lnTo>
                    <a:pt x="3991202" y="1603230"/>
                  </a:lnTo>
                  <a:lnTo>
                    <a:pt x="3991202" y="1602606"/>
                  </a:lnTo>
                  <a:lnTo>
                    <a:pt x="3991348" y="1602606"/>
                  </a:lnTo>
                  <a:lnTo>
                    <a:pt x="3991348" y="1601982"/>
                  </a:lnTo>
                  <a:lnTo>
                    <a:pt x="3991493" y="1601982"/>
                  </a:lnTo>
                  <a:lnTo>
                    <a:pt x="3991638" y="1601982"/>
                  </a:lnTo>
                  <a:lnTo>
                    <a:pt x="3991638" y="1601359"/>
                  </a:lnTo>
                  <a:lnTo>
                    <a:pt x="3991784" y="1601359"/>
                  </a:lnTo>
                  <a:lnTo>
                    <a:pt x="3991929" y="1601359"/>
                  </a:lnTo>
                  <a:lnTo>
                    <a:pt x="3992075" y="1601359"/>
                  </a:lnTo>
                  <a:lnTo>
                    <a:pt x="3992075" y="1600735"/>
                  </a:lnTo>
                  <a:lnTo>
                    <a:pt x="3992220" y="1600735"/>
                  </a:lnTo>
                  <a:lnTo>
                    <a:pt x="3992366" y="1600735"/>
                  </a:lnTo>
                  <a:lnTo>
                    <a:pt x="3992511" y="1600735"/>
                  </a:lnTo>
                  <a:lnTo>
                    <a:pt x="3992656" y="1600735"/>
                  </a:lnTo>
                  <a:lnTo>
                    <a:pt x="3992802" y="1600735"/>
                  </a:lnTo>
                  <a:lnTo>
                    <a:pt x="3992947" y="1600735"/>
                  </a:lnTo>
                  <a:lnTo>
                    <a:pt x="3992947" y="1600112"/>
                  </a:lnTo>
                  <a:lnTo>
                    <a:pt x="3992947" y="1599488"/>
                  </a:lnTo>
                  <a:lnTo>
                    <a:pt x="3993093" y="1599488"/>
                  </a:lnTo>
                  <a:lnTo>
                    <a:pt x="3993238" y="1599488"/>
                  </a:lnTo>
                  <a:lnTo>
                    <a:pt x="3993384" y="1599488"/>
                  </a:lnTo>
                  <a:lnTo>
                    <a:pt x="3993529" y="1599488"/>
                  </a:lnTo>
                  <a:lnTo>
                    <a:pt x="3993674" y="1599488"/>
                  </a:lnTo>
                  <a:lnTo>
                    <a:pt x="3993820" y="1599488"/>
                  </a:lnTo>
                  <a:lnTo>
                    <a:pt x="3993965" y="1599488"/>
                  </a:lnTo>
                  <a:lnTo>
                    <a:pt x="3994111" y="1599488"/>
                  </a:lnTo>
                  <a:lnTo>
                    <a:pt x="3994256" y="1599488"/>
                  </a:lnTo>
                  <a:lnTo>
                    <a:pt x="3994402" y="1599488"/>
                  </a:lnTo>
                  <a:lnTo>
                    <a:pt x="3994547" y="1599488"/>
                  </a:lnTo>
                  <a:lnTo>
                    <a:pt x="3994547" y="1598865"/>
                  </a:lnTo>
                  <a:lnTo>
                    <a:pt x="3994547" y="1598241"/>
                  </a:lnTo>
                  <a:lnTo>
                    <a:pt x="3994692" y="1598241"/>
                  </a:lnTo>
                  <a:lnTo>
                    <a:pt x="3994838" y="1598241"/>
                  </a:lnTo>
                  <a:lnTo>
                    <a:pt x="3994983" y="1598241"/>
                  </a:lnTo>
                  <a:lnTo>
                    <a:pt x="3995129" y="1598241"/>
                  </a:lnTo>
                  <a:lnTo>
                    <a:pt x="3995274" y="1598241"/>
                  </a:lnTo>
                  <a:lnTo>
                    <a:pt x="3995420" y="1598241"/>
                  </a:lnTo>
                  <a:lnTo>
                    <a:pt x="3995565" y="1598241"/>
                  </a:lnTo>
                  <a:lnTo>
                    <a:pt x="3995565" y="1597617"/>
                  </a:lnTo>
                  <a:lnTo>
                    <a:pt x="3995710" y="1597617"/>
                  </a:lnTo>
                  <a:lnTo>
                    <a:pt x="3995710" y="1596994"/>
                  </a:lnTo>
                  <a:lnTo>
                    <a:pt x="3995856" y="1596994"/>
                  </a:lnTo>
                  <a:lnTo>
                    <a:pt x="3995856" y="1596370"/>
                  </a:lnTo>
                  <a:lnTo>
                    <a:pt x="3996001" y="1596370"/>
                  </a:lnTo>
                  <a:lnTo>
                    <a:pt x="3996147" y="1596370"/>
                  </a:lnTo>
                  <a:lnTo>
                    <a:pt x="3996292" y="1596370"/>
                  </a:lnTo>
                  <a:lnTo>
                    <a:pt x="3996438" y="1596370"/>
                  </a:lnTo>
                  <a:lnTo>
                    <a:pt x="3996583" y="1596370"/>
                  </a:lnTo>
                  <a:lnTo>
                    <a:pt x="3996728" y="1596370"/>
                  </a:lnTo>
                  <a:lnTo>
                    <a:pt x="3996874" y="1596370"/>
                  </a:lnTo>
                  <a:lnTo>
                    <a:pt x="3996874" y="1595747"/>
                  </a:lnTo>
                  <a:lnTo>
                    <a:pt x="3996874" y="1595123"/>
                  </a:lnTo>
                  <a:lnTo>
                    <a:pt x="3997019" y="1595123"/>
                  </a:lnTo>
                  <a:lnTo>
                    <a:pt x="3997019" y="1594499"/>
                  </a:lnTo>
                  <a:lnTo>
                    <a:pt x="3997165" y="1594499"/>
                  </a:lnTo>
                  <a:lnTo>
                    <a:pt x="3997165" y="1593876"/>
                  </a:lnTo>
                  <a:lnTo>
                    <a:pt x="3997310" y="1593876"/>
                  </a:lnTo>
                  <a:lnTo>
                    <a:pt x="3997455" y="1593876"/>
                  </a:lnTo>
                  <a:lnTo>
                    <a:pt x="3997455" y="1593252"/>
                  </a:lnTo>
                  <a:lnTo>
                    <a:pt x="3997601" y="1593252"/>
                  </a:lnTo>
                  <a:lnTo>
                    <a:pt x="3997746" y="1593252"/>
                  </a:lnTo>
                  <a:lnTo>
                    <a:pt x="3997892" y="1593252"/>
                  </a:lnTo>
                  <a:lnTo>
                    <a:pt x="3998037" y="1593252"/>
                  </a:lnTo>
                  <a:lnTo>
                    <a:pt x="3998183" y="1593252"/>
                  </a:lnTo>
                  <a:lnTo>
                    <a:pt x="3998328" y="1593252"/>
                  </a:lnTo>
                  <a:lnTo>
                    <a:pt x="3998473" y="1593252"/>
                  </a:lnTo>
                  <a:lnTo>
                    <a:pt x="3998619" y="1593252"/>
                  </a:lnTo>
                  <a:lnTo>
                    <a:pt x="3998764" y="1593252"/>
                  </a:lnTo>
                  <a:lnTo>
                    <a:pt x="3998910" y="1593252"/>
                  </a:lnTo>
                  <a:lnTo>
                    <a:pt x="3999055" y="1593252"/>
                  </a:lnTo>
                  <a:lnTo>
                    <a:pt x="3999201" y="1593252"/>
                  </a:lnTo>
                  <a:lnTo>
                    <a:pt x="3999346" y="1593252"/>
                  </a:lnTo>
                  <a:lnTo>
                    <a:pt x="3999346" y="1592629"/>
                  </a:lnTo>
                  <a:lnTo>
                    <a:pt x="3999491" y="1592629"/>
                  </a:lnTo>
                  <a:lnTo>
                    <a:pt x="3999637" y="1592629"/>
                  </a:lnTo>
                  <a:lnTo>
                    <a:pt x="3999782" y="1592629"/>
                  </a:lnTo>
                  <a:lnTo>
                    <a:pt x="3999928" y="1592629"/>
                  </a:lnTo>
                  <a:lnTo>
                    <a:pt x="4000073" y="1592629"/>
                  </a:lnTo>
                  <a:lnTo>
                    <a:pt x="4000073" y="1592005"/>
                  </a:lnTo>
                  <a:lnTo>
                    <a:pt x="4000219" y="1592005"/>
                  </a:lnTo>
                  <a:lnTo>
                    <a:pt x="4000364" y="1592005"/>
                  </a:lnTo>
                  <a:lnTo>
                    <a:pt x="4000509" y="1592005"/>
                  </a:lnTo>
                  <a:lnTo>
                    <a:pt x="4000655" y="1592005"/>
                  </a:lnTo>
                  <a:lnTo>
                    <a:pt x="4000800" y="1592005"/>
                  </a:lnTo>
                  <a:lnTo>
                    <a:pt x="4000946" y="1592005"/>
                  </a:lnTo>
                  <a:lnTo>
                    <a:pt x="4001091" y="1592005"/>
                  </a:lnTo>
                  <a:lnTo>
                    <a:pt x="4001237" y="1592005"/>
                  </a:lnTo>
                  <a:lnTo>
                    <a:pt x="4001382" y="1592005"/>
                  </a:lnTo>
                  <a:lnTo>
                    <a:pt x="4001527" y="1592005"/>
                  </a:lnTo>
                  <a:lnTo>
                    <a:pt x="4001673" y="1592005"/>
                  </a:lnTo>
                  <a:lnTo>
                    <a:pt x="4001818" y="1592005"/>
                  </a:lnTo>
                  <a:lnTo>
                    <a:pt x="4001964" y="1592005"/>
                  </a:lnTo>
                  <a:lnTo>
                    <a:pt x="4002109" y="1592005"/>
                  </a:lnTo>
                  <a:lnTo>
                    <a:pt x="4002109" y="1591382"/>
                  </a:lnTo>
                  <a:lnTo>
                    <a:pt x="4002255" y="1591382"/>
                  </a:lnTo>
                  <a:lnTo>
                    <a:pt x="4002400" y="1591382"/>
                  </a:lnTo>
                  <a:lnTo>
                    <a:pt x="4002545" y="1591382"/>
                  </a:lnTo>
                  <a:lnTo>
                    <a:pt x="4002691" y="1591382"/>
                  </a:lnTo>
                  <a:lnTo>
                    <a:pt x="4002836" y="1591382"/>
                  </a:lnTo>
                  <a:lnTo>
                    <a:pt x="4002836" y="1590758"/>
                  </a:lnTo>
                  <a:lnTo>
                    <a:pt x="4002982" y="1590758"/>
                  </a:lnTo>
                  <a:lnTo>
                    <a:pt x="4002982" y="1590134"/>
                  </a:lnTo>
                  <a:lnTo>
                    <a:pt x="4003127" y="1590134"/>
                  </a:lnTo>
                  <a:lnTo>
                    <a:pt x="4003273" y="1590134"/>
                  </a:lnTo>
                  <a:lnTo>
                    <a:pt x="4003418" y="1590134"/>
                  </a:lnTo>
                  <a:lnTo>
                    <a:pt x="4003418" y="1589511"/>
                  </a:lnTo>
                  <a:lnTo>
                    <a:pt x="4003563" y="1589511"/>
                  </a:lnTo>
                  <a:lnTo>
                    <a:pt x="4003709" y="1589511"/>
                  </a:lnTo>
                  <a:lnTo>
                    <a:pt x="4003854" y="1589511"/>
                  </a:lnTo>
                  <a:lnTo>
                    <a:pt x="4004000" y="1589511"/>
                  </a:lnTo>
                  <a:lnTo>
                    <a:pt x="4004145" y="1589511"/>
                  </a:lnTo>
                  <a:lnTo>
                    <a:pt x="4004290" y="1589511"/>
                  </a:lnTo>
                  <a:lnTo>
                    <a:pt x="4004436" y="1589511"/>
                  </a:lnTo>
                  <a:lnTo>
                    <a:pt x="4004581" y="1589511"/>
                  </a:lnTo>
                  <a:lnTo>
                    <a:pt x="4004727" y="1589511"/>
                  </a:lnTo>
                  <a:lnTo>
                    <a:pt x="4004872" y="1589511"/>
                  </a:lnTo>
                  <a:lnTo>
                    <a:pt x="4005018" y="1589511"/>
                  </a:lnTo>
                  <a:lnTo>
                    <a:pt x="4005163" y="1589511"/>
                  </a:lnTo>
                  <a:lnTo>
                    <a:pt x="4005308" y="1589511"/>
                  </a:lnTo>
                  <a:lnTo>
                    <a:pt x="4005454" y="1589511"/>
                  </a:lnTo>
                  <a:lnTo>
                    <a:pt x="4005599" y="1589511"/>
                  </a:lnTo>
                  <a:lnTo>
                    <a:pt x="4005745" y="1589511"/>
                  </a:lnTo>
                  <a:lnTo>
                    <a:pt x="4005890" y="1589511"/>
                  </a:lnTo>
                  <a:lnTo>
                    <a:pt x="4006036" y="1589511"/>
                  </a:lnTo>
                  <a:lnTo>
                    <a:pt x="4006181" y="1589511"/>
                  </a:lnTo>
                  <a:lnTo>
                    <a:pt x="4006326" y="1589511"/>
                  </a:lnTo>
                  <a:lnTo>
                    <a:pt x="4006472" y="1589511"/>
                  </a:lnTo>
                  <a:lnTo>
                    <a:pt x="4006617" y="1589511"/>
                  </a:lnTo>
                  <a:lnTo>
                    <a:pt x="4006763" y="1589511"/>
                  </a:lnTo>
                  <a:lnTo>
                    <a:pt x="4006763" y="1588887"/>
                  </a:lnTo>
                  <a:lnTo>
                    <a:pt x="4006763" y="1588264"/>
                  </a:lnTo>
                  <a:lnTo>
                    <a:pt x="4006908" y="1588264"/>
                  </a:lnTo>
                  <a:lnTo>
                    <a:pt x="4006908" y="1587640"/>
                  </a:lnTo>
                  <a:lnTo>
                    <a:pt x="4006908" y="1587017"/>
                  </a:lnTo>
                  <a:lnTo>
                    <a:pt x="4007054" y="1587017"/>
                  </a:lnTo>
                  <a:lnTo>
                    <a:pt x="4007199" y="1587017"/>
                  </a:lnTo>
                  <a:lnTo>
                    <a:pt x="4007344" y="1587017"/>
                  </a:lnTo>
                  <a:lnTo>
                    <a:pt x="4007490" y="1587017"/>
                  </a:lnTo>
                  <a:lnTo>
                    <a:pt x="4007490" y="1586393"/>
                  </a:lnTo>
                  <a:lnTo>
                    <a:pt x="4007635" y="1586393"/>
                  </a:lnTo>
                  <a:lnTo>
                    <a:pt x="4007781" y="1586393"/>
                  </a:lnTo>
                  <a:lnTo>
                    <a:pt x="4007926" y="1586393"/>
                  </a:lnTo>
                  <a:lnTo>
                    <a:pt x="4008072" y="1586393"/>
                  </a:lnTo>
                  <a:lnTo>
                    <a:pt x="4008217" y="1586393"/>
                  </a:lnTo>
                  <a:lnTo>
                    <a:pt x="4008362" y="1586393"/>
                  </a:lnTo>
                  <a:lnTo>
                    <a:pt x="4008508" y="1586393"/>
                  </a:lnTo>
                  <a:lnTo>
                    <a:pt x="4008653" y="1586393"/>
                  </a:lnTo>
                  <a:lnTo>
                    <a:pt x="4008653" y="1585769"/>
                  </a:lnTo>
                  <a:lnTo>
                    <a:pt x="4008799" y="1585769"/>
                  </a:lnTo>
                  <a:lnTo>
                    <a:pt x="4008799" y="1585146"/>
                  </a:lnTo>
                  <a:lnTo>
                    <a:pt x="4008944" y="1585146"/>
                  </a:lnTo>
                  <a:lnTo>
                    <a:pt x="4009090" y="1585146"/>
                  </a:lnTo>
                  <a:lnTo>
                    <a:pt x="4009235" y="1585146"/>
                  </a:lnTo>
                  <a:lnTo>
                    <a:pt x="4009380" y="1585146"/>
                  </a:lnTo>
                  <a:lnTo>
                    <a:pt x="4009526" y="1585146"/>
                  </a:lnTo>
                  <a:lnTo>
                    <a:pt x="4009671" y="1585146"/>
                  </a:lnTo>
                  <a:lnTo>
                    <a:pt x="4009671" y="1584522"/>
                  </a:lnTo>
                  <a:lnTo>
                    <a:pt x="4009817" y="1584522"/>
                  </a:lnTo>
                  <a:lnTo>
                    <a:pt x="4009817" y="1583899"/>
                  </a:lnTo>
                  <a:lnTo>
                    <a:pt x="4009962" y="1583899"/>
                  </a:lnTo>
                  <a:lnTo>
                    <a:pt x="4010108" y="1583899"/>
                  </a:lnTo>
                  <a:lnTo>
                    <a:pt x="4010253" y="1583899"/>
                  </a:lnTo>
                  <a:lnTo>
                    <a:pt x="4010398" y="1583899"/>
                  </a:lnTo>
                  <a:lnTo>
                    <a:pt x="4010544" y="1583899"/>
                  </a:lnTo>
                  <a:lnTo>
                    <a:pt x="4010689" y="1583899"/>
                  </a:lnTo>
                  <a:lnTo>
                    <a:pt x="4010835" y="1583899"/>
                  </a:lnTo>
                  <a:lnTo>
                    <a:pt x="4010980" y="1583899"/>
                  </a:lnTo>
                  <a:lnTo>
                    <a:pt x="4010980" y="1583275"/>
                  </a:lnTo>
                  <a:lnTo>
                    <a:pt x="4010980" y="1582651"/>
                  </a:lnTo>
                  <a:lnTo>
                    <a:pt x="4011125" y="1582651"/>
                  </a:lnTo>
                  <a:lnTo>
                    <a:pt x="4011271" y="1582651"/>
                  </a:lnTo>
                  <a:lnTo>
                    <a:pt x="4011271" y="1582028"/>
                  </a:lnTo>
                  <a:lnTo>
                    <a:pt x="4011416" y="1582028"/>
                  </a:lnTo>
                  <a:lnTo>
                    <a:pt x="4011562" y="1582028"/>
                  </a:lnTo>
                  <a:lnTo>
                    <a:pt x="4011707" y="1582028"/>
                  </a:lnTo>
                  <a:lnTo>
                    <a:pt x="4011707" y="1581404"/>
                  </a:lnTo>
                  <a:lnTo>
                    <a:pt x="4011853" y="1581404"/>
                  </a:lnTo>
                  <a:lnTo>
                    <a:pt x="4011998" y="1581404"/>
                  </a:lnTo>
                  <a:lnTo>
                    <a:pt x="4012143" y="1581404"/>
                  </a:lnTo>
                  <a:lnTo>
                    <a:pt x="4012289" y="1581404"/>
                  </a:lnTo>
                  <a:lnTo>
                    <a:pt x="4012289" y="1580781"/>
                  </a:lnTo>
                  <a:lnTo>
                    <a:pt x="4012289" y="1580157"/>
                  </a:lnTo>
                  <a:lnTo>
                    <a:pt x="4012434" y="1580157"/>
                  </a:lnTo>
                  <a:lnTo>
                    <a:pt x="4012580" y="1580157"/>
                  </a:lnTo>
                  <a:lnTo>
                    <a:pt x="4012725" y="1580157"/>
                  </a:lnTo>
                  <a:lnTo>
                    <a:pt x="4012871" y="1580157"/>
                  </a:lnTo>
                  <a:lnTo>
                    <a:pt x="4013016" y="1580157"/>
                  </a:lnTo>
                  <a:lnTo>
                    <a:pt x="4013161" y="1580157"/>
                  </a:lnTo>
                  <a:lnTo>
                    <a:pt x="4013307" y="1580157"/>
                  </a:lnTo>
                  <a:lnTo>
                    <a:pt x="4013452" y="1580157"/>
                  </a:lnTo>
                  <a:lnTo>
                    <a:pt x="4013598" y="1580157"/>
                  </a:lnTo>
                  <a:lnTo>
                    <a:pt x="4013743" y="1580157"/>
                  </a:lnTo>
                  <a:lnTo>
                    <a:pt x="4013889" y="1580157"/>
                  </a:lnTo>
                  <a:lnTo>
                    <a:pt x="4013889" y="1579534"/>
                  </a:lnTo>
                  <a:lnTo>
                    <a:pt x="4014034" y="1579534"/>
                  </a:lnTo>
                  <a:lnTo>
                    <a:pt x="4014179" y="1579534"/>
                  </a:lnTo>
                  <a:lnTo>
                    <a:pt x="4014325" y="1579534"/>
                  </a:lnTo>
                  <a:lnTo>
                    <a:pt x="4014470" y="1579534"/>
                  </a:lnTo>
                  <a:lnTo>
                    <a:pt x="4014616" y="1579534"/>
                  </a:lnTo>
                  <a:lnTo>
                    <a:pt x="4014761" y="1579534"/>
                  </a:lnTo>
                  <a:lnTo>
                    <a:pt x="4014907" y="1579534"/>
                  </a:lnTo>
                  <a:lnTo>
                    <a:pt x="4015052" y="1579534"/>
                  </a:lnTo>
                  <a:lnTo>
                    <a:pt x="4015197" y="1579534"/>
                  </a:lnTo>
                  <a:lnTo>
                    <a:pt x="4015343" y="1579534"/>
                  </a:lnTo>
                  <a:lnTo>
                    <a:pt x="4015343" y="1578910"/>
                  </a:lnTo>
                  <a:lnTo>
                    <a:pt x="4015488" y="1578910"/>
                  </a:lnTo>
                  <a:lnTo>
                    <a:pt x="4015634" y="1578910"/>
                  </a:lnTo>
                  <a:lnTo>
                    <a:pt x="4015779" y="1578910"/>
                  </a:lnTo>
                  <a:lnTo>
                    <a:pt x="4015925" y="1578910"/>
                  </a:lnTo>
                  <a:lnTo>
                    <a:pt x="4016070" y="1578910"/>
                  </a:lnTo>
                  <a:lnTo>
                    <a:pt x="4016215" y="1578910"/>
                  </a:lnTo>
                  <a:lnTo>
                    <a:pt x="4016361" y="1578910"/>
                  </a:lnTo>
                  <a:lnTo>
                    <a:pt x="4016506" y="1578910"/>
                  </a:lnTo>
                  <a:lnTo>
                    <a:pt x="4016652" y="1578910"/>
                  </a:lnTo>
                  <a:lnTo>
                    <a:pt x="4016797" y="1578910"/>
                  </a:lnTo>
                  <a:lnTo>
                    <a:pt x="4016943" y="1578910"/>
                  </a:lnTo>
                  <a:lnTo>
                    <a:pt x="4017088" y="1578910"/>
                  </a:lnTo>
                  <a:lnTo>
                    <a:pt x="4017233" y="1578910"/>
                  </a:lnTo>
                  <a:lnTo>
                    <a:pt x="4017379" y="1578910"/>
                  </a:lnTo>
                  <a:lnTo>
                    <a:pt x="4017524" y="1578910"/>
                  </a:lnTo>
                  <a:lnTo>
                    <a:pt x="4017670" y="1578910"/>
                  </a:lnTo>
                  <a:lnTo>
                    <a:pt x="4017815" y="1578910"/>
                  </a:lnTo>
                  <a:lnTo>
                    <a:pt x="4017960" y="1578910"/>
                  </a:lnTo>
                  <a:lnTo>
                    <a:pt x="4018106" y="1578910"/>
                  </a:lnTo>
                  <a:lnTo>
                    <a:pt x="4018106" y="1578286"/>
                  </a:lnTo>
                  <a:lnTo>
                    <a:pt x="4018251" y="1578286"/>
                  </a:lnTo>
                  <a:lnTo>
                    <a:pt x="4018397" y="1578286"/>
                  </a:lnTo>
                  <a:lnTo>
                    <a:pt x="4018542" y="1578286"/>
                  </a:lnTo>
                  <a:lnTo>
                    <a:pt x="4018688" y="1578286"/>
                  </a:lnTo>
                  <a:lnTo>
                    <a:pt x="4018833" y="1578286"/>
                  </a:lnTo>
                  <a:lnTo>
                    <a:pt x="4018978" y="1578286"/>
                  </a:lnTo>
                  <a:lnTo>
                    <a:pt x="4019124" y="1578286"/>
                  </a:lnTo>
                  <a:lnTo>
                    <a:pt x="4019269" y="1578286"/>
                  </a:lnTo>
                  <a:lnTo>
                    <a:pt x="4019415" y="1578286"/>
                  </a:lnTo>
                  <a:lnTo>
                    <a:pt x="4019560" y="1578286"/>
                  </a:lnTo>
                  <a:lnTo>
                    <a:pt x="4019706" y="1578286"/>
                  </a:lnTo>
                  <a:lnTo>
                    <a:pt x="4019851" y="1578286"/>
                  </a:lnTo>
                  <a:lnTo>
                    <a:pt x="4019996" y="1578286"/>
                  </a:lnTo>
                  <a:lnTo>
                    <a:pt x="4020142" y="1578286"/>
                  </a:lnTo>
                  <a:lnTo>
                    <a:pt x="4020287" y="1578286"/>
                  </a:lnTo>
                  <a:lnTo>
                    <a:pt x="4020433" y="1578286"/>
                  </a:lnTo>
                  <a:lnTo>
                    <a:pt x="4020578" y="1578286"/>
                  </a:lnTo>
                  <a:lnTo>
                    <a:pt x="4020724" y="1578286"/>
                  </a:lnTo>
                  <a:lnTo>
                    <a:pt x="4020869" y="1578286"/>
                  </a:lnTo>
                  <a:lnTo>
                    <a:pt x="4020869" y="1577663"/>
                  </a:lnTo>
                  <a:lnTo>
                    <a:pt x="4021014" y="1577663"/>
                  </a:lnTo>
                  <a:lnTo>
                    <a:pt x="4021160" y="1577663"/>
                  </a:lnTo>
                  <a:lnTo>
                    <a:pt x="4021160" y="1577039"/>
                  </a:lnTo>
                  <a:lnTo>
                    <a:pt x="4021305" y="1577039"/>
                  </a:lnTo>
                  <a:lnTo>
                    <a:pt x="4021451" y="1577039"/>
                  </a:lnTo>
                  <a:lnTo>
                    <a:pt x="4021596" y="1577039"/>
                  </a:lnTo>
                  <a:lnTo>
                    <a:pt x="4021742" y="1577039"/>
                  </a:lnTo>
                  <a:lnTo>
                    <a:pt x="4021887" y="1577039"/>
                  </a:lnTo>
                  <a:lnTo>
                    <a:pt x="4022032" y="1577039"/>
                  </a:lnTo>
                  <a:lnTo>
                    <a:pt x="4022178" y="1577039"/>
                  </a:lnTo>
                  <a:lnTo>
                    <a:pt x="4022323" y="1577039"/>
                  </a:lnTo>
                  <a:lnTo>
                    <a:pt x="4022323" y="1576416"/>
                  </a:lnTo>
                  <a:lnTo>
                    <a:pt x="4022469" y="1576416"/>
                  </a:lnTo>
                  <a:lnTo>
                    <a:pt x="4022614" y="1576416"/>
                  </a:lnTo>
                  <a:lnTo>
                    <a:pt x="4022760" y="1576416"/>
                  </a:lnTo>
                  <a:lnTo>
                    <a:pt x="4022905" y="1576416"/>
                  </a:lnTo>
                  <a:lnTo>
                    <a:pt x="4023050" y="1576416"/>
                  </a:lnTo>
                  <a:lnTo>
                    <a:pt x="4023196" y="1576416"/>
                  </a:lnTo>
                  <a:lnTo>
                    <a:pt x="4023196" y="1575792"/>
                  </a:lnTo>
                  <a:lnTo>
                    <a:pt x="4023341" y="1575792"/>
                  </a:lnTo>
                  <a:lnTo>
                    <a:pt x="4023487" y="1575792"/>
                  </a:lnTo>
                  <a:lnTo>
                    <a:pt x="4023632" y="1575792"/>
                  </a:lnTo>
                  <a:lnTo>
                    <a:pt x="4023778" y="1575792"/>
                  </a:lnTo>
                  <a:lnTo>
                    <a:pt x="4023923" y="1575792"/>
                  </a:lnTo>
                  <a:lnTo>
                    <a:pt x="4024068" y="1575792"/>
                  </a:lnTo>
                  <a:lnTo>
                    <a:pt x="4024214" y="1575792"/>
                  </a:lnTo>
                  <a:lnTo>
                    <a:pt x="4024359" y="1575792"/>
                  </a:lnTo>
                  <a:lnTo>
                    <a:pt x="4024505" y="1575792"/>
                  </a:lnTo>
                  <a:lnTo>
                    <a:pt x="4024650" y="1575792"/>
                  </a:lnTo>
                  <a:lnTo>
                    <a:pt x="4024795" y="1575792"/>
                  </a:lnTo>
                  <a:lnTo>
                    <a:pt x="4024941" y="1575792"/>
                  </a:lnTo>
                  <a:lnTo>
                    <a:pt x="4025086" y="1575792"/>
                  </a:lnTo>
                  <a:lnTo>
                    <a:pt x="4025232" y="1575792"/>
                  </a:lnTo>
                  <a:lnTo>
                    <a:pt x="4025377" y="1575792"/>
                  </a:lnTo>
                  <a:lnTo>
                    <a:pt x="4025523" y="1575792"/>
                  </a:lnTo>
                  <a:lnTo>
                    <a:pt x="4025668" y="1575792"/>
                  </a:lnTo>
                  <a:lnTo>
                    <a:pt x="4025813" y="1575792"/>
                  </a:lnTo>
                  <a:lnTo>
                    <a:pt x="4025959" y="1575792"/>
                  </a:lnTo>
                  <a:lnTo>
                    <a:pt x="4026104" y="1575792"/>
                  </a:lnTo>
                  <a:lnTo>
                    <a:pt x="4026104" y="1575168"/>
                  </a:lnTo>
                  <a:lnTo>
                    <a:pt x="4026250" y="1575168"/>
                  </a:lnTo>
                  <a:lnTo>
                    <a:pt x="4026395" y="1575168"/>
                  </a:lnTo>
                  <a:lnTo>
                    <a:pt x="4026395" y="1574545"/>
                  </a:lnTo>
                  <a:lnTo>
                    <a:pt x="4026541" y="1574545"/>
                  </a:lnTo>
                  <a:lnTo>
                    <a:pt x="4026686" y="1574545"/>
                  </a:lnTo>
                  <a:lnTo>
                    <a:pt x="4026831" y="1574545"/>
                  </a:lnTo>
                  <a:lnTo>
                    <a:pt x="4026977" y="1574545"/>
                  </a:lnTo>
                  <a:lnTo>
                    <a:pt x="4027122" y="1574545"/>
                  </a:lnTo>
                  <a:lnTo>
                    <a:pt x="4027268" y="1574545"/>
                  </a:lnTo>
                  <a:lnTo>
                    <a:pt x="4027413" y="1574545"/>
                  </a:lnTo>
                  <a:lnTo>
                    <a:pt x="4027559" y="1574545"/>
                  </a:lnTo>
                  <a:lnTo>
                    <a:pt x="4027704" y="1574545"/>
                  </a:lnTo>
                  <a:lnTo>
                    <a:pt x="4027849" y="1574545"/>
                  </a:lnTo>
                  <a:lnTo>
                    <a:pt x="4027849" y="1573921"/>
                  </a:lnTo>
                  <a:lnTo>
                    <a:pt x="4027995" y="1573921"/>
                  </a:lnTo>
                  <a:lnTo>
                    <a:pt x="4028140" y="1573921"/>
                  </a:lnTo>
                  <a:lnTo>
                    <a:pt x="4028286" y="1573921"/>
                  </a:lnTo>
                  <a:lnTo>
                    <a:pt x="4028431" y="1573921"/>
                  </a:lnTo>
                  <a:lnTo>
                    <a:pt x="4028431" y="1573298"/>
                  </a:lnTo>
                  <a:lnTo>
                    <a:pt x="4028577" y="1573298"/>
                  </a:lnTo>
                  <a:lnTo>
                    <a:pt x="4028577" y="1572674"/>
                  </a:lnTo>
                  <a:lnTo>
                    <a:pt x="4028722" y="1572674"/>
                  </a:lnTo>
                  <a:lnTo>
                    <a:pt x="4028722" y="1572051"/>
                  </a:lnTo>
                  <a:lnTo>
                    <a:pt x="4028867" y="1572051"/>
                  </a:lnTo>
                  <a:lnTo>
                    <a:pt x="4029013" y="1572051"/>
                  </a:lnTo>
                  <a:lnTo>
                    <a:pt x="4029158" y="1572051"/>
                  </a:lnTo>
                  <a:lnTo>
                    <a:pt x="4029304" y="1572051"/>
                  </a:lnTo>
                  <a:lnTo>
                    <a:pt x="4029449" y="1572051"/>
                  </a:lnTo>
                  <a:lnTo>
                    <a:pt x="4029449" y="1571427"/>
                  </a:lnTo>
                  <a:lnTo>
                    <a:pt x="4029595" y="1571427"/>
                  </a:lnTo>
                  <a:lnTo>
                    <a:pt x="4029740" y="1571427"/>
                  </a:lnTo>
                  <a:lnTo>
                    <a:pt x="4029885" y="1571427"/>
                  </a:lnTo>
                  <a:lnTo>
                    <a:pt x="4030031" y="1571427"/>
                  </a:lnTo>
                  <a:lnTo>
                    <a:pt x="4030176" y="1571427"/>
                  </a:lnTo>
                  <a:lnTo>
                    <a:pt x="4030322" y="1571427"/>
                  </a:lnTo>
                  <a:lnTo>
                    <a:pt x="4030467" y="1571427"/>
                  </a:lnTo>
                  <a:lnTo>
                    <a:pt x="4030613" y="1571427"/>
                  </a:lnTo>
                  <a:lnTo>
                    <a:pt x="4030758" y="1571427"/>
                  </a:lnTo>
                  <a:lnTo>
                    <a:pt x="4030758" y="1570803"/>
                  </a:lnTo>
                  <a:lnTo>
                    <a:pt x="4030903" y="1570803"/>
                  </a:lnTo>
                  <a:lnTo>
                    <a:pt x="4031049" y="1570803"/>
                  </a:lnTo>
                  <a:lnTo>
                    <a:pt x="4031194" y="1570803"/>
                  </a:lnTo>
                  <a:lnTo>
                    <a:pt x="4031340" y="1570803"/>
                  </a:lnTo>
                  <a:lnTo>
                    <a:pt x="4031485" y="1570803"/>
                  </a:lnTo>
                  <a:lnTo>
                    <a:pt x="4031630" y="1570803"/>
                  </a:lnTo>
                  <a:lnTo>
                    <a:pt x="4031776" y="1570803"/>
                  </a:lnTo>
                  <a:lnTo>
                    <a:pt x="4031921" y="1570803"/>
                  </a:lnTo>
                  <a:lnTo>
                    <a:pt x="4032067" y="1570803"/>
                  </a:lnTo>
                  <a:lnTo>
                    <a:pt x="4032212" y="1570803"/>
                  </a:lnTo>
                  <a:lnTo>
                    <a:pt x="4032358" y="1570803"/>
                  </a:lnTo>
                  <a:lnTo>
                    <a:pt x="4032503" y="1570803"/>
                  </a:lnTo>
                  <a:lnTo>
                    <a:pt x="4032648" y="1570803"/>
                  </a:lnTo>
                  <a:lnTo>
                    <a:pt x="4032794" y="1570803"/>
                  </a:lnTo>
                  <a:lnTo>
                    <a:pt x="4032939" y="1570803"/>
                  </a:lnTo>
                  <a:lnTo>
                    <a:pt x="4032939" y="1570180"/>
                  </a:lnTo>
                  <a:lnTo>
                    <a:pt x="4033085" y="1570180"/>
                  </a:lnTo>
                  <a:lnTo>
                    <a:pt x="4033230" y="1570180"/>
                  </a:lnTo>
                  <a:lnTo>
                    <a:pt x="4033376" y="1570180"/>
                  </a:lnTo>
                  <a:lnTo>
                    <a:pt x="4033521" y="1570180"/>
                  </a:lnTo>
                  <a:lnTo>
                    <a:pt x="4033666" y="1570180"/>
                  </a:lnTo>
                  <a:lnTo>
                    <a:pt x="4033812" y="1570180"/>
                  </a:lnTo>
                  <a:lnTo>
                    <a:pt x="4033957" y="1570180"/>
                  </a:lnTo>
                  <a:lnTo>
                    <a:pt x="4034103" y="1570180"/>
                  </a:lnTo>
                  <a:lnTo>
                    <a:pt x="4034248" y="1570180"/>
                  </a:lnTo>
                  <a:lnTo>
                    <a:pt x="4034394" y="1570180"/>
                  </a:lnTo>
                  <a:lnTo>
                    <a:pt x="4034394" y="1569556"/>
                  </a:lnTo>
                  <a:lnTo>
                    <a:pt x="4034539" y="1569556"/>
                  </a:lnTo>
                  <a:lnTo>
                    <a:pt x="4034684" y="1569556"/>
                  </a:lnTo>
                  <a:lnTo>
                    <a:pt x="4034830" y="1569556"/>
                  </a:lnTo>
                  <a:lnTo>
                    <a:pt x="4034830" y="1568933"/>
                  </a:lnTo>
                  <a:lnTo>
                    <a:pt x="4034975" y="1568933"/>
                  </a:lnTo>
                  <a:lnTo>
                    <a:pt x="4035121" y="1568933"/>
                  </a:lnTo>
                  <a:lnTo>
                    <a:pt x="4035266" y="1568933"/>
                  </a:lnTo>
                  <a:lnTo>
                    <a:pt x="4035412" y="1568933"/>
                  </a:lnTo>
                  <a:lnTo>
                    <a:pt x="4035557" y="1568933"/>
                  </a:lnTo>
                  <a:lnTo>
                    <a:pt x="4035702" y="1568933"/>
                  </a:lnTo>
                  <a:lnTo>
                    <a:pt x="4035848" y="1568933"/>
                  </a:lnTo>
                  <a:lnTo>
                    <a:pt x="4035993" y="1568933"/>
                  </a:lnTo>
                  <a:lnTo>
                    <a:pt x="4036139" y="1568933"/>
                  </a:lnTo>
                  <a:lnTo>
                    <a:pt x="4036284" y="1568933"/>
                  </a:lnTo>
                  <a:lnTo>
                    <a:pt x="4036284" y="1568309"/>
                  </a:lnTo>
                  <a:lnTo>
                    <a:pt x="4036430" y="1568309"/>
                  </a:lnTo>
                  <a:lnTo>
                    <a:pt x="4036575" y="1568309"/>
                  </a:lnTo>
                  <a:lnTo>
                    <a:pt x="4036575" y="1567685"/>
                  </a:lnTo>
                  <a:lnTo>
                    <a:pt x="4036720" y="1567685"/>
                  </a:lnTo>
                  <a:lnTo>
                    <a:pt x="4036720" y="1567062"/>
                  </a:lnTo>
                  <a:lnTo>
                    <a:pt x="4036866" y="1567062"/>
                  </a:lnTo>
                  <a:lnTo>
                    <a:pt x="4037011" y="1567062"/>
                  </a:lnTo>
                  <a:lnTo>
                    <a:pt x="4037157" y="1567062"/>
                  </a:lnTo>
                  <a:lnTo>
                    <a:pt x="4037302" y="1567062"/>
                  </a:lnTo>
                  <a:lnTo>
                    <a:pt x="4037448" y="1567062"/>
                  </a:lnTo>
                  <a:lnTo>
                    <a:pt x="4037593" y="1567062"/>
                  </a:lnTo>
                  <a:lnTo>
                    <a:pt x="4037738" y="1567062"/>
                  </a:lnTo>
                  <a:lnTo>
                    <a:pt x="4037884" y="1567062"/>
                  </a:lnTo>
                  <a:lnTo>
                    <a:pt x="4038029" y="1567062"/>
                  </a:lnTo>
                  <a:lnTo>
                    <a:pt x="4038175" y="1567062"/>
                  </a:lnTo>
                  <a:lnTo>
                    <a:pt x="4038320" y="1567062"/>
                  </a:lnTo>
                  <a:lnTo>
                    <a:pt x="4038465" y="1567062"/>
                  </a:lnTo>
                  <a:lnTo>
                    <a:pt x="4038611" y="1567062"/>
                  </a:lnTo>
                  <a:lnTo>
                    <a:pt x="4038756" y="1567062"/>
                  </a:lnTo>
                  <a:lnTo>
                    <a:pt x="4038902" y="1567062"/>
                  </a:lnTo>
                  <a:lnTo>
                    <a:pt x="4039047" y="1567062"/>
                  </a:lnTo>
                  <a:lnTo>
                    <a:pt x="4039193" y="1567062"/>
                  </a:lnTo>
                  <a:lnTo>
                    <a:pt x="4039338" y="1567062"/>
                  </a:lnTo>
                  <a:lnTo>
                    <a:pt x="4039483" y="1567062"/>
                  </a:lnTo>
                  <a:lnTo>
                    <a:pt x="4039629" y="1567062"/>
                  </a:lnTo>
                  <a:lnTo>
                    <a:pt x="4039774" y="1567062"/>
                  </a:lnTo>
                  <a:lnTo>
                    <a:pt x="4039920" y="1567062"/>
                  </a:lnTo>
                  <a:lnTo>
                    <a:pt x="4040065" y="1567062"/>
                  </a:lnTo>
                  <a:lnTo>
                    <a:pt x="4040211" y="1567062"/>
                  </a:lnTo>
                  <a:lnTo>
                    <a:pt x="4040356" y="1567062"/>
                  </a:lnTo>
                  <a:lnTo>
                    <a:pt x="4040501" y="1567062"/>
                  </a:lnTo>
                  <a:lnTo>
                    <a:pt x="4040647" y="1567062"/>
                  </a:lnTo>
                  <a:lnTo>
                    <a:pt x="4040792" y="1567062"/>
                  </a:lnTo>
                  <a:lnTo>
                    <a:pt x="4040938" y="1567062"/>
                  </a:lnTo>
                  <a:lnTo>
                    <a:pt x="4041083" y="1567062"/>
                  </a:lnTo>
                  <a:lnTo>
                    <a:pt x="4041229" y="1567062"/>
                  </a:lnTo>
                  <a:lnTo>
                    <a:pt x="4041229" y="1566438"/>
                  </a:lnTo>
                  <a:lnTo>
                    <a:pt x="4041229" y="1565815"/>
                  </a:lnTo>
                  <a:lnTo>
                    <a:pt x="4041374" y="1565815"/>
                  </a:lnTo>
                  <a:lnTo>
                    <a:pt x="4041519" y="1565815"/>
                  </a:lnTo>
                  <a:lnTo>
                    <a:pt x="4041665" y="1565815"/>
                  </a:lnTo>
                  <a:lnTo>
                    <a:pt x="4041810" y="1565815"/>
                  </a:lnTo>
                  <a:lnTo>
                    <a:pt x="4041956" y="1565815"/>
                  </a:lnTo>
                  <a:lnTo>
                    <a:pt x="4042101" y="1565815"/>
                  </a:lnTo>
                  <a:lnTo>
                    <a:pt x="4042247" y="1565815"/>
                  </a:lnTo>
                  <a:lnTo>
                    <a:pt x="4042392" y="1565815"/>
                  </a:lnTo>
                  <a:lnTo>
                    <a:pt x="4042537" y="1565815"/>
                  </a:lnTo>
                  <a:lnTo>
                    <a:pt x="4042683" y="1565815"/>
                  </a:lnTo>
                  <a:lnTo>
                    <a:pt x="4042828" y="1565815"/>
                  </a:lnTo>
                  <a:lnTo>
                    <a:pt x="4042974" y="1565815"/>
                  </a:lnTo>
                  <a:lnTo>
                    <a:pt x="4043119" y="1565815"/>
                  </a:lnTo>
                  <a:lnTo>
                    <a:pt x="4043265" y="1565815"/>
                  </a:lnTo>
                  <a:lnTo>
                    <a:pt x="4043410" y="1565815"/>
                  </a:lnTo>
                  <a:lnTo>
                    <a:pt x="4043555" y="1565815"/>
                  </a:lnTo>
                  <a:lnTo>
                    <a:pt x="4043701" y="1565815"/>
                  </a:lnTo>
                  <a:lnTo>
                    <a:pt x="4043846" y="1565815"/>
                  </a:lnTo>
                  <a:lnTo>
                    <a:pt x="4043992" y="1565815"/>
                  </a:lnTo>
                  <a:lnTo>
                    <a:pt x="4044137" y="1565815"/>
                  </a:lnTo>
                  <a:lnTo>
                    <a:pt x="4044282" y="1565815"/>
                  </a:lnTo>
                  <a:lnTo>
                    <a:pt x="4044428" y="1565815"/>
                  </a:lnTo>
                  <a:lnTo>
                    <a:pt x="4044573" y="1565815"/>
                  </a:lnTo>
                  <a:lnTo>
                    <a:pt x="4044719" y="1565815"/>
                  </a:lnTo>
                  <a:lnTo>
                    <a:pt x="4044864" y="1565815"/>
                  </a:lnTo>
                  <a:lnTo>
                    <a:pt x="4045010" y="1565815"/>
                  </a:lnTo>
                  <a:lnTo>
                    <a:pt x="4045155" y="1565815"/>
                  </a:lnTo>
                  <a:lnTo>
                    <a:pt x="4045300" y="1565815"/>
                  </a:lnTo>
                  <a:lnTo>
                    <a:pt x="4045446" y="1565815"/>
                  </a:lnTo>
                  <a:lnTo>
                    <a:pt x="4045591" y="1565815"/>
                  </a:lnTo>
                  <a:lnTo>
                    <a:pt x="4045591" y="1565191"/>
                  </a:lnTo>
                  <a:lnTo>
                    <a:pt x="4045737" y="1565191"/>
                  </a:lnTo>
                  <a:lnTo>
                    <a:pt x="4045737" y="1564568"/>
                  </a:lnTo>
                  <a:lnTo>
                    <a:pt x="4045737" y="1563944"/>
                  </a:lnTo>
                  <a:lnTo>
                    <a:pt x="4045882" y="1563944"/>
                  </a:lnTo>
                  <a:lnTo>
                    <a:pt x="4046028" y="1563944"/>
                  </a:lnTo>
                  <a:lnTo>
                    <a:pt x="4046173" y="1563944"/>
                  </a:lnTo>
                  <a:lnTo>
                    <a:pt x="4046318" y="1563944"/>
                  </a:lnTo>
                  <a:lnTo>
                    <a:pt x="4046464" y="1563944"/>
                  </a:lnTo>
                  <a:lnTo>
                    <a:pt x="4046609" y="1563944"/>
                  </a:lnTo>
                  <a:lnTo>
                    <a:pt x="4046755" y="1563944"/>
                  </a:lnTo>
                  <a:lnTo>
                    <a:pt x="4046900" y="1563944"/>
                  </a:lnTo>
                  <a:lnTo>
                    <a:pt x="4047046" y="1563944"/>
                  </a:lnTo>
                  <a:lnTo>
                    <a:pt x="4047191" y="1563944"/>
                  </a:lnTo>
                  <a:lnTo>
                    <a:pt x="4047191" y="1563320"/>
                  </a:lnTo>
                  <a:lnTo>
                    <a:pt x="4047191" y="1562697"/>
                  </a:lnTo>
                  <a:lnTo>
                    <a:pt x="4047336" y="1562697"/>
                  </a:lnTo>
                  <a:lnTo>
                    <a:pt x="4047482" y="1562697"/>
                  </a:lnTo>
                  <a:lnTo>
                    <a:pt x="4047627" y="1562697"/>
                  </a:lnTo>
                  <a:lnTo>
                    <a:pt x="4047773" y="1562697"/>
                  </a:lnTo>
                  <a:lnTo>
                    <a:pt x="4047773" y="1562073"/>
                  </a:lnTo>
                  <a:lnTo>
                    <a:pt x="4047918" y="1562073"/>
                  </a:lnTo>
                  <a:lnTo>
                    <a:pt x="4048064" y="1562073"/>
                  </a:lnTo>
                  <a:lnTo>
                    <a:pt x="4048209" y="1562073"/>
                  </a:lnTo>
                  <a:lnTo>
                    <a:pt x="4048354" y="1562073"/>
                  </a:lnTo>
                  <a:lnTo>
                    <a:pt x="4048500" y="1562073"/>
                  </a:lnTo>
                  <a:lnTo>
                    <a:pt x="4048645" y="1562073"/>
                  </a:lnTo>
                  <a:lnTo>
                    <a:pt x="4048791" y="1562073"/>
                  </a:lnTo>
                  <a:lnTo>
                    <a:pt x="4048936" y="1562073"/>
                  </a:lnTo>
                  <a:lnTo>
                    <a:pt x="4049082" y="1562073"/>
                  </a:lnTo>
                  <a:lnTo>
                    <a:pt x="4049082" y="1561450"/>
                  </a:lnTo>
                  <a:lnTo>
                    <a:pt x="4049227" y="1561450"/>
                  </a:lnTo>
                  <a:lnTo>
                    <a:pt x="4049372" y="1561450"/>
                  </a:lnTo>
                  <a:lnTo>
                    <a:pt x="4049518" y="1561450"/>
                  </a:lnTo>
                  <a:lnTo>
                    <a:pt x="4049663" y="1561450"/>
                  </a:lnTo>
                  <a:lnTo>
                    <a:pt x="4049809" y="1561450"/>
                  </a:lnTo>
                  <a:lnTo>
                    <a:pt x="4049954" y="1561450"/>
                  </a:lnTo>
                  <a:lnTo>
                    <a:pt x="4050100" y="1561450"/>
                  </a:lnTo>
                  <a:lnTo>
                    <a:pt x="4050245" y="1561450"/>
                  </a:lnTo>
                  <a:lnTo>
                    <a:pt x="4050390" y="1561450"/>
                  </a:lnTo>
                  <a:lnTo>
                    <a:pt x="4050390" y="1560826"/>
                  </a:lnTo>
                  <a:lnTo>
                    <a:pt x="4050390" y="1560202"/>
                  </a:lnTo>
                  <a:lnTo>
                    <a:pt x="4050536" y="1560202"/>
                  </a:lnTo>
                  <a:lnTo>
                    <a:pt x="4050536" y="1559579"/>
                  </a:lnTo>
                  <a:lnTo>
                    <a:pt x="4050681" y="1559579"/>
                  </a:lnTo>
                  <a:lnTo>
                    <a:pt x="4050827" y="1559579"/>
                  </a:lnTo>
                  <a:lnTo>
                    <a:pt x="4050972" y="1559579"/>
                  </a:lnTo>
                  <a:lnTo>
                    <a:pt x="4051117" y="1559579"/>
                  </a:lnTo>
                  <a:lnTo>
                    <a:pt x="4051263" y="1559579"/>
                  </a:lnTo>
                  <a:lnTo>
                    <a:pt x="4051408" y="1559579"/>
                  </a:lnTo>
                  <a:lnTo>
                    <a:pt x="4051554" y="1559579"/>
                  </a:lnTo>
                  <a:lnTo>
                    <a:pt x="4051554" y="1558955"/>
                  </a:lnTo>
                  <a:lnTo>
                    <a:pt x="4051699" y="1558955"/>
                  </a:lnTo>
                  <a:lnTo>
                    <a:pt x="4051845" y="1558955"/>
                  </a:lnTo>
                  <a:lnTo>
                    <a:pt x="4051990" y="1558955"/>
                  </a:lnTo>
                  <a:lnTo>
                    <a:pt x="4052135" y="1558955"/>
                  </a:lnTo>
                  <a:lnTo>
                    <a:pt x="4052281" y="1558955"/>
                  </a:lnTo>
                  <a:lnTo>
                    <a:pt x="4052426" y="1558955"/>
                  </a:lnTo>
                  <a:lnTo>
                    <a:pt x="4052426" y="1558332"/>
                  </a:lnTo>
                  <a:lnTo>
                    <a:pt x="4052572" y="1558332"/>
                  </a:lnTo>
                  <a:lnTo>
                    <a:pt x="4052717" y="1558332"/>
                  </a:lnTo>
                  <a:lnTo>
                    <a:pt x="4052863" y="1558332"/>
                  </a:lnTo>
                  <a:lnTo>
                    <a:pt x="4053008" y="1558332"/>
                  </a:lnTo>
                  <a:lnTo>
                    <a:pt x="4053153" y="1558332"/>
                  </a:lnTo>
                  <a:lnTo>
                    <a:pt x="4053299" y="1558332"/>
                  </a:lnTo>
                  <a:lnTo>
                    <a:pt x="4053299" y="1557708"/>
                  </a:lnTo>
                  <a:lnTo>
                    <a:pt x="4053444" y="1557708"/>
                  </a:lnTo>
                  <a:lnTo>
                    <a:pt x="4053590" y="1557708"/>
                  </a:lnTo>
                  <a:lnTo>
                    <a:pt x="4053735" y="1557708"/>
                  </a:lnTo>
                  <a:lnTo>
                    <a:pt x="4053881" y="1557708"/>
                  </a:lnTo>
                  <a:lnTo>
                    <a:pt x="4054026" y="1557708"/>
                  </a:lnTo>
                  <a:lnTo>
                    <a:pt x="4054171" y="1557708"/>
                  </a:lnTo>
                  <a:lnTo>
                    <a:pt x="4054317" y="1557708"/>
                  </a:lnTo>
                  <a:lnTo>
                    <a:pt x="4054317" y="1557085"/>
                  </a:lnTo>
                  <a:lnTo>
                    <a:pt x="4054462" y="1557085"/>
                  </a:lnTo>
                  <a:lnTo>
                    <a:pt x="4054608" y="1557085"/>
                  </a:lnTo>
                  <a:lnTo>
                    <a:pt x="4054753" y="1557085"/>
                  </a:lnTo>
                  <a:lnTo>
                    <a:pt x="4054899" y="1557085"/>
                  </a:lnTo>
                  <a:lnTo>
                    <a:pt x="4055044" y="1557085"/>
                  </a:lnTo>
                  <a:lnTo>
                    <a:pt x="4055189" y="1557085"/>
                  </a:lnTo>
                  <a:lnTo>
                    <a:pt x="4055335" y="1557085"/>
                  </a:lnTo>
                  <a:lnTo>
                    <a:pt x="4055480" y="1557085"/>
                  </a:lnTo>
                  <a:lnTo>
                    <a:pt x="4055626" y="1557085"/>
                  </a:lnTo>
                  <a:lnTo>
                    <a:pt x="4055626" y="1556461"/>
                  </a:lnTo>
                  <a:lnTo>
                    <a:pt x="4055771" y="1556461"/>
                  </a:lnTo>
                  <a:lnTo>
                    <a:pt x="4055771" y="1555837"/>
                  </a:lnTo>
                  <a:lnTo>
                    <a:pt x="4055917" y="1555837"/>
                  </a:lnTo>
                  <a:lnTo>
                    <a:pt x="4056062" y="1555837"/>
                  </a:lnTo>
                  <a:lnTo>
                    <a:pt x="4056207" y="1555837"/>
                  </a:lnTo>
                  <a:lnTo>
                    <a:pt x="4056353" y="1555837"/>
                  </a:lnTo>
                  <a:lnTo>
                    <a:pt x="4056498" y="1555837"/>
                  </a:lnTo>
                  <a:lnTo>
                    <a:pt x="4056644" y="1555837"/>
                  </a:lnTo>
                  <a:lnTo>
                    <a:pt x="4056644" y="1555214"/>
                  </a:lnTo>
                  <a:lnTo>
                    <a:pt x="4056789" y="1555214"/>
                  </a:lnTo>
                  <a:lnTo>
                    <a:pt x="4056935" y="1555214"/>
                  </a:lnTo>
                  <a:lnTo>
                    <a:pt x="4056935" y="1554590"/>
                  </a:lnTo>
                  <a:lnTo>
                    <a:pt x="4057080" y="1554590"/>
                  </a:lnTo>
                  <a:lnTo>
                    <a:pt x="4057080" y="1553967"/>
                  </a:lnTo>
                  <a:lnTo>
                    <a:pt x="4057225" y="1553967"/>
                  </a:lnTo>
                  <a:lnTo>
                    <a:pt x="4057371" y="1553967"/>
                  </a:lnTo>
                  <a:lnTo>
                    <a:pt x="4057516" y="1553967"/>
                  </a:lnTo>
                  <a:lnTo>
                    <a:pt x="4057662" y="1553967"/>
                  </a:lnTo>
                  <a:lnTo>
                    <a:pt x="4057807" y="1553967"/>
                  </a:lnTo>
                  <a:lnTo>
                    <a:pt x="4057807" y="1553343"/>
                  </a:lnTo>
                  <a:lnTo>
                    <a:pt x="4057952" y="1553343"/>
                  </a:lnTo>
                  <a:lnTo>
                    <a:pt x="4057952" y="1552719"/>
                  </a:lnTo>
                  <a:lnTo>
                    <a:pt x="4057952" y="1552096"/>
                  </a:lnTo>
                  <a:lnTo>
                    <a:pt x="4058098" y="1552096"/>
                  </a:lnTo>
                  <a:lnTo>
                    <a:pt x="4058243" y="1552096"/>
                  </a:lnTo>
                  <a:lnTo>
                    <a:pt x="4058389" y="1552096"/>
                  </a:lnTo>
                  <a:lnTo>
                    <a:pt x="4058534" y="1552096"/>
                  </a:lnTo>
                  <a:lnTo>
                    <a:pt x="4058680" y="1552096"/>
                  </a:lnTo>
                  <a:lnTo>
                    <a:pt x="4058825" y="1552096"/>
                  </a:lnTo>
                  <a:lnTo>
                    <a:pt x="4058970" y="1552096"/>
                  </a:lnTo>
                  <a:lnTo>
                    <a:pt x="4059116" y="1552096"/>
                  </a:lnTo>
                  <a:lnTo>
                    <a:pt x="4059261" y="1552096"/>
                  </a:lnTo>
                  <a:lnTo>
                    <a:pt x="4059407" y="1552096"/>
                  </a:lnTo>
                  <a:lnTo>
                    <a:pt x="4059407" y="1551472"/>
                  </a:lnTo>
                  <a:lnTo>
                    <a:pt x="4059552" y="1551472"/>
                  </a:lnTo>
                  <a:lnTo>
                    <a:pt x="4059698" y="1551472"/>
                  </a:lnTo>
                  <a:lnTo>
                    <a:pt x="4059843" y="1551472"/>
                  </a:lnTo>
                  <a:lnTo>
                    <a:pt x="4059988" y="1551472"/>
                  </a:lnTo>
                  <a:lnTo>
                    <a:pt x="4060134" y="1551472"/>
                  </a:lnTo>
                  <a:lnTo>
                    <a:pt x="4060134" y="1550849"/>
                  </a:lnTo>
                  <a:lnTo>
                    <a:pt x="4060279" y="1550849"/>
                  </a:lnTo>
                  <a:lnTo>
                    <a:pt x="4060425" y="1550849"/>
                  </a:lnTo>
                  <a:lnTo>
                    <a:pt x="4060570" y="1550849"/>
                  </a:lnTo>
                  <a:lnTo>
                    <a:pt x="4060716" y="1550849"/>
                  </a:lnTo>
                  <a:lnTo>
                    <a:pt x="4060861" y="1550849"/>
                  </a:lnTo>
                  <a:lnTo>
                    <a:pt x="4061006" y="1550849"/>
                  </a:lnTo>
                  <a:lnTo>
                    <a:pt x="4061152" y="1550849"/>
                  </a:lnTo>
                  <a:lnTo>
                    <a:pt x="4061297" y="1550849"/>
                  </a:lnTo>
                  <a:lnTo>
                    <a:pt x="4061443" y="1550849"/>
                  </a:lnTo>
                  <a:lnTo>
                    <a:pt x="4061588" y="1550849"/>
                  </a:lnTo>
                  <a:lnTo>
                    <a:pt x="4061734" y="1550849"/>
                  </a:lnTo>
                  <a:lnTo>
                    <a:pt x="4061879" y="1550849"/>
                  </a:lnTo>
                  <a:lnTo>
                    <a:pt x="4062024" y="1550849"/>
                  </a:lnTo>
                  <a:lnTo>
                    <a:pt x="4062170" y="1550849"/>
                  </a:lnTo>
                  <a:lnTo>
                    <a:pt x="4062315" y="1550849"/>
                  </a:lnTo>
                  <a:lnTo>
                    <a:pt x="4062461" y="1550849"/>
                  </a:lnTo>
                  <a:lnTo>
                    <a:pt x="4062606" y="1550849"/>
                  </a:lnTo>
                  <a:lnTo>
                    <a:pt x="4062752" y="1550849"/>
                  </a:lnTo>
                  <a:lnTo>
                    <a:pt x="4062752" y="1550225"/>
                  </a:lnTo>
                  <a:lnTo>
                    <a:pt x="4062897" y="1550225"/>
                  </a:lnTo>
                  <a:lnTo>
                    <a:pt x="4063042" y="1550225"/>
                  </a:lnTo>
                  <a:lnTo>
                    <a:pt x="4063188" y="1550225"/>
                  </a:lnTo>
                  <a:lnTo>
                    <a:pt x="4063333" y="1550225"/>
                  </a:lnTo>
                  <a:lnTo>
                    <a:pt x="4063479" y="1550225"/>
                  </a:lnTo>
                  <a:lnTo>
                    <a:pt x="4063624" y="1550225"/>
                  </a:lnTo>
                  <a:lnTo>
                    <a:pt x="4063770" y="1550225"/>
                  </a:lnTo>
                  <a:lnTo>
                    <a:pt x="4063915" y="1550225"/>
                  </a:lnTo>
                  <a:lnTo>
                    <a:pt x="4064060" y="1550225"/>
                  </a:lnTo>
                  <a:lnTo>
                    <a:pt x="4064206" y="1550225"/>
                  </a:lnTo>
                  <a:lnTo>
                    <a:pt x="4064351" y="1550225"/>
                  </a:lnTo>
                  <a:lnTo>
                    <a:pt x="4064497" y="1550225"/>
                  </a:lnTo>
                  <a:lnTo>
                    <a:pt x="4064642" y="1550225"/>
                  </a:lnTo>
                  <a:lnTo>
                    <a:pt x="4064787" y="1550225"/>
                  </a:lnTo>
                  <a:lnTo>
                    <a:pt x="4064933" y="1550225"/>
                  </a:lnTo>
                  <a:lnTo>
                    <a:pt x="4065078" y="1550225"/>
                  </a:lnTo>
                  <a:lnTo>
                    <a:pt x="4065224" y="1550225"/>
                  </a:lnTo>
                  <a:lnTo>
                    <a:pt x="4065369" y="1550225"/>
                  </a:lnTo>
                  <a:lnTo>
                    <a:pt x="4065515" y="1550225"/>
                  </a:lnTo>
                  <a:lnTo>
                    <a:pt x="4065515" y="1549602"/>
                  </a:lnTo>
                  <a:lnTo>
                    <a:pt x="4065660" y="1549602"/>
                  </a:lnTo>
                  <a:lnTo>
                    <a:pt x="4065805" y="1549602"/>
                  </a:lnTo>
                  <a:lnTo>
                    <a:pt x="4065951" y="1549602"/>
                  </a:lnTo>
                  <a:lnTo>
                    <a:pt x="4065951" y="1548978"/>
                  </a:lnTo>
                  <a:lnTo>
                    <a:pt x="4066096" y="1548978"/>
                  </a:lnTo>
                  <a:lnTo>
                    <a:pt x="4066242" y="1548978"/>
                  </a:lnTo>
                  <a:lnTo>
                    <a:pt x="4066242" y="1548354"/>
                  </a:lnTo>
                  <a:lnTo>
                    <a:pt x="4066242" y="1547731"/>
                  </a:lnTo>
                  <a:lnTo>
                    <a:pt x="4066387" y="1547731"/>
                  </a:lnTo>
                  <a:lnTo>
                    <a:pt x="4066533" y="1547731"/>
                  </a:lnTo>
                  <a:lnTo>
                    <a:pt x="4066678" y="1547731"/>
                  </a:lnTo>
                  <a:lnTo>
                    <a:pt x="4066823" y="1547731"/>
                  </a:lnTo>
                  <a:lnTo>
                    <a:pt x="4066969" y="1547731"/>
                  </a:lnTo>
                  <a:lnTo>
                    <a:pt x="4067114" y="1547731"/>
                  </a:lnTo>
                  <a:lnTo>
                    <a:pt x="4067260" y="1547731"/>
                  </a:lnTo>
                  <a:lnTo>
                    <a:pt x="4067405" y="1547731"/>
                  </a:lnTo>
                  <a:lnTo>
                    <a:pt x="4067551" y="1547731"/>
                  </a:lnTo>
                  <a:lnTo>
                    <a:pt x="4067696" y="1547731"/>
                  </a:lnTo>
                  <a:lnTo>
                    <a:pt x="4067841" y="1547731"/>
                  </a:lnTo>
                  <a:lnTo>
                    <a:pt x="4067987" y="1547731"/>
                  </a:lnTo>
                  <a:lnTo>
                    <a:pt x="4068132" y="1547731"/>
                  </a:lnTo>
                  <a:lnTo>
                    <a:pt x="4068278" y="1547731"/>
                  </a:lnTo>
                  <a:lnTo>
                    <a:pt x="4068423" y="1547731"/>
                  </a:lnTo>
                  <a:lnTo>
                    <a:pt x="4068569" y="1547731"/>
                  </a:lnTo>
                  <a:lnTo>
                    <a:pt x="4068714" y="1547731"/>
                  </a:lnTo>
                  <a:lnTo>
                    <a:pt x="4068859" y="1547731"/>
                  </a:lnTo>
                  <a:lnTo>
                    <a:pt x="4069005" y="1547731"/>
                  </a:lnTo>
                  <a:lnTo>
                    <a:pt x="4069150" y="1547731"/>
                  </a:lnTo>
                  <a:lnTo>
                    <a:pt x="4069150" y="1547107"/>
                  </a:lnTo>
                  <a:lnTo>
                    <a:pt x="4069296" y="1547107"/>
                  </a:lnTo>
                  <a:lnTo>
                    <a:pt x="4069441" y="1547107"/>
                  </a:lnTo>
                  <a:lnTo>
                    <a:pt x="4069587" y="1547107"/>
                  </a:lnTo>
                  <a:lnTo>
                    <a:pt x="4069732" y="1547107"/>
                  </a:lnTo>
                  <a:lnTo>
                    <a:pt x="4069877" y="1547107"/>
                  </a:lnTo>
                  <a:lnTo>
                    <a:pt x="4070023" y="1547107"/>
                  </a:lnTo>
                  <a:lnTo>
                    <a:pt x="4070168" y="1547107"/>
                  </a:lnTo>
                  <a:lnTo>
                    <a:pt x="4070314" y="1547107"/>
                  </a:lnTo>
                  <a:lnTo>
                    <a:pt x="4070459" y="1547107"/>
                  </a:lnTo>
                  <a:lnTo>
                    <a:pt x="4070459" y="1546484"/>
                  </a:lnTo>
                  <a:lnTo>
                    <a:pt x="4070605" y="1546484"/>
                  </a:lnTo>
                  <a:lnTo>
                    <a:pt x="4070605" y="1545860"/>
                  </a:lnTo>
                  <a:lnTo>
                    <a:pt x="4070605" y="1545236"/>
                  </a:lnTo>
                  <a:lnTo>
                    <a:pt x="4070750" y="1545236"/>
                  </a:lnTo>
                  <a:lnTo>
                    <a:pt x="4070895" y="1545236"/>
                  </a:lnTo>
                  <a:lnTo>
                    <a:pt x="4071041" y="1545236"/>
                  </a:lnTo>
                  <a:lnTo>
                    <a:pt x="4071186" y="1545236"/>
                  </a:lnTo>
                  <a:lnTo>
                    <a:pt x="4071186" y="1544613"/>
                  </a:lnTo>
                  <a:lnTo>
                    <a:pt x="4071186" y="1543989"/>
                  </a:lnTo>
                  <a:lnTo>
                    <a:pt x="4071332" y="1543989"/>
                  </a:lnTo>
                  <a:lnTo>
                    <a:pt x="4071477" y="1543989"/>
                  </a:lnTo>
                  <a:lnTo>
                    <a:pt x="4071622" y="1543989"/>
                  </a:lnTo>
                  <a:lnTo>
                    <a:pt x="4071768" y="1543989"/>
                  </a:lnTo>
                  <a:lnTo>
                    <a:pt x="4071913" y="1543989"/>
                  </a:lnTo>
                  <a:lnTo>
                    <a:pt x="4072059" y="1543989"/>
                  </a:lnTo>
                  <a:lnTo>
                    <a:pt x="4072204" y="1543989"/>
                  </a:lnTo>
                  <a:lnTo>
                    <a:pt x="4072350" y="1543989"/>
                  </a:lnTo>
                  <a:lnTo>
                    <a:pt x="4072495" y="1543989"/>
                  </a:lnTo>
                  <a:lnTo>
                    <a:pt x="4072640" y="1543989"/>
                  </a:lnTo>
                  <a:lnTo>
                    <a:pt x="4072640" y="1543366"/>
                  </a:lnTo>
                  <a:lnTo>
                    <a:pt x="4072786" y="1543366"/>
                  </a:lnTo>
                  <a:lnTo>
                    <a:pt x="4072786" y="1542742"/>
                  </a:lnTo>
                  <a:lnTo>
                    <a:pt x="4072931" y="1542742"/>
                  </a:lnTo>
                  <a:lnTo>
                    <a:pt x="4073077" y="1542742"/>
                  </a:lnTo>
                  <a:lnTo>
                    <a:pt x="4073077" y="1542119"/>
                  </a:lnTo>
                  <a:lnTo>
                    <a:pt x="4073222" y="1542119"/>
                  </a:lnTo>
                  <a:lnTo>
                    <a:pt x="4073368" y="1542119"/>
                  </a:lnTo>
                  <a:lnTo>
                    <a:pt x="4073513" y="1542119"/>
                  </a:lnTo>
                  <a:lnTo>
                    <a:pt x="4073658" y="1542119"/>
                  </a:lnTo>
                  <a:lnTo>
                    <a:pt x="4073804" y="1542119"/>
                  </a:lnTo>
                  <a:lnTo>
                    <a:pt x="4073949" y="1542119"/>
                  </a:lnTo>
                  <a:lnTo>
                    <a:pt x="4073949" y="1541495"/>
                  </a:lnTo>
                  <a:lnTo>
                    <a:pt x="4074095" y="1541495"/>
                  </a:lnTo>
                  <a:lnTo>
                    <a:pt x="4074240" y="1541495"/>
                  </a:lnTo>
                  <a:lnTo>
                    <a:pt x="4074386" y="1541495"/>
                  </a:lnTo>
                  <a:lnTo>
                    <a:pt x="4074386" y="1540871"/>
                  </a:lnTo>
                  <a:lnTo>
                    <a:pt x="4074531" y="1540871"/>
                  </a:lnTo>
                  <a:lnTo>
                    <a:pt x="4074531" y="1540248"/>
                  </a:lnTo>
                  <a:lnTo>
                    <a:pt x="4074676" y="1540248"/>
                  </a:lnTo>
                  <a:lnTo>
                    <a:pt x="4074676" y="1539624"/>
                  </a:lnTo>
                  <a:lnTo>
                    <a:pt x="4074822" y="1539624"/>
                  </a:lnTo>
                  <a:lnTo>
                    <a:pt x="4074967" y="1539624"/>
                  </a:lnTo>
                  <a:lnTo>
                    <a:pt x="4075113" y="1539624"/>
                  </a:lnTo>
                  <a:lnTo>
                    <a:pt x="4075258" y="1539624"/>
                  </a:lnTo>
                  <a:lnTo>
                    <a:pt x="4075404" y="1539624"/>
                  </a:lnTo>
                  <a:lnTo>
                    <a:pt x="4075549" y="1539624"/>
                  </a:lnTo>
                  <a:lnTo>
                    <a:pt x="4075549" y="1539001"/>
                  </a:lnTo>
                  <a:lnTo>
                    <a:pt x="4075694" y="1539001"/>
                  </a:lnTo>
                  <a:lnTo>
                    <a:pt x="4075694" y="1538377"/>
                  </a:lnTo>
                  <a:lnTo>
                    <a:pt x="4075840" y="1538377"/>
                  </a:lnTo>
                  <a:lnTo>
                    <a:pt x="4075840" y="1537753"/>
                  </a:lnTo>
                  <a:lnTo>
                    <a:pt x="4075985" y="1537753"/>
                  </a:lnTo>
                  <a:lnTo>
                    <a:pt x="4076131" y="1537753"/>
                  </a:lnTo>
                  <a:lnTo>
                    <a:pt x="4076276" y="1537753"/>
                  </a:lnTo>
                  <a:lnTo>
                    <a:pt x="4076422" y="1537753"/>
                  </a:lnTo>
                  <a:lnTo>
                    <a:pt x="4076567" y="1537753"/>
                  </a:lnTo>
                  <a:lnTo>
                    <a:pt x="4076712" y="1537753"/>
                  </a:lnTo>
                  <a:lnTo>
                    <a:pt x="4076858" y="1537753"/>
                  </a:lnTo>
                  <a:lnTo>
                    <a:pt x="4077003" y="1537753"/>
                  </a:lnTo>
                  <a:lnTo>
                    <a:pt x="4077149" y="1537753"/>
                  </a:lnTo>
                  <a:lnTo>
                    <a:pt x="4077294" y="1537753"/>
                  </a:lnTo>
                  <a:lnTo>
                    <a:pt x="4077440" y="1537753"/>
                  </a:lnTo>
                  <a:lnTo>
                    <a:pt x="4077585" y="1537753"/>
                  </a:lnTo>
                  <a:lnTo>
                    <a:pt x="4077730" y="1537753"/>
                  </a:lnTo>
                  <a:lnTo>
                    <a:pt x="4077730" y="1537130"/>
                  </a:lnTo>
                  <a:lnTo>
                    <a:pt x="4077876" y="1537130"/>
                  </a:lnTo>
                  <a:lnTo>
                    <a:pt x="4078021" y="1537130"/>
                  </a:lnTo>
                  <a:lnTo>
                    <a:pt x="4078167" y="1537130"/>
                  </a:lnTo>
                  <a:lnTo>
                    <a:pt x="4078312" y="1537130"/>
                  </a:lnTo>
                  <a:lnTo>
                    <a:pt x="4078457" y="1537130"/>
                  </a:lnTo>
                  <a:lnTo>
                    <a:pt x="4078603" y="1537130"/>
                  </a:lnTo>
                  <a:lnTo>
                    <a:pt x="4078603" y="1536506"/>
                  </a:lnTo>
                  <a:lnTo>
                    <a:pt x="4078748" y="1536506"/>
                  </a:lnTo>
                  <a:lnTo>
                    <a:pt x="4078894" y="1536506"/>
                  </a:lnTo>
                  <a:lnTo>
                    <a:pt x="4079039" y="1536506"/>
                  </a:lnTo>
                  <a:lnTo>
                    <a:pt x="4079185" y="1536506"/>
                  </a:lnTo>
                  <a:lnTo>
                    <a:pt x="4079330" y="1536506"/>
                  </a:lnTo>
                  <a:lnTo>
                    <a:pt x="4079475" y="1536506"/>
                  </a:lnTo>
                  <a:lnTo>
                    <a:pt x="4079621" y="1536506"/>
                  </a:lnTo>
                  <a:lnTo>
                    <a:pt x="4079766" y="1536506"/>
                  </a:lnTo>
                  <a:lnTo>
                    <a:pt x="4079912" y="1536506"/>
                  </a:lnTo>
                  <a:lnTo>
                    <a:pt x="4079912" y="1535883"/>
                  </a:lnTo>
                  <a:lnTo>
                    <a:pt x="4080057" y="1535883"/>
                  </a:lnTo>
                  <a:lnTo>
                    <a:pt x="4080203" y="1535883"/>
                  </a:lnTo>
                  <a:lnTo>
                    <a:pt x="4080348" y="1535883"/>
                  </a:lnTo>
                  <a:lnTo>
                    <a:pt x="4080493" y="1535883"/>
                  </a:lnTo>
                  <a:lnTo>
                    <a:pt x="4080493" y="1535259"/>
                  </a:lnTo>
                  <a:lnTo>
                    <a:pt x="4080639" y="1535259"/>
                  </a:lnTo>
                  <a:lnTo>
                    <a:pt x="4080784" y="1535259"/>
                  </a:lnTo>
                  <a:lnTo>
                    <a:pt x="4080930" y="1535259"/>
                  </a:lnTo>
                  <a:lnTo>
                    <a:pt x="4081075" y="1535259"/>
                  </a:lnTo>
                  <a:lnTo>
                    <a:pt x="4081221" y="1535259"/>
                  </a:lnTo>
                  <a:lnTo>
                    <a:pt x="4081366" y="1535259"/>
                  </a:lnTo>
                  <a:lnTo>
                    <a:pt x="4081511" y="1535259"/>
                  </a:lnTo>
                  <a:lnTo>
                    <a:pt x="4081657" y="1535259"/>
                  </a:lnTo>
                  <a:lnTo>
                    <a:pt x="4081802" y="1535259"/>
                  </a:lnTo>
                  <a:lnTo>
                    <a:pt x="4081948" y="1535259"/>
                  </a:lnTo>
                  <a:lnTo>
                    <a:pt x="4082093" y="1535259"/>
                  </a:lnTo>
                  <a:lnTo>
                    <a:pt x="4082239" y="1535259"/>
                  </a:lnTo>
                  <a:lnTo>
                    <a:pt x="4082384" y="1535259"/>
                  </a:lnTo>
                  <a:lnTo>
                    <a:pt x="4082529" y="1535259"/>
                  </a:lnTo>
                  <a:lnTo>
                    <a:pt x="4082675" y="1535259"/>
                  </a:lnTo>
                  <a:lnTo>
                    <a:pt x="4082820" y="1535259"/>
                  </a:lnTo>
                  <a:lnTo>
                    <a:pt x="4082966" y="1535259"/>
                  </a:lnTo>
                  <a:lnTo>
                    <a:pt x="4083111" y="1535259"/>
                  </a:lnTo>
                  <a:lnTo>
                    <a:pt x="4083257" y="1535259"/>
                  </a:lnTo>
                  <a:lnTo>
                    <a:pt x="4083257" y="1534636"/>
                  </a:lnTo>
                  <a:lnTo>
                    <a:pt x="4083402" y="1534636"/>
                  </a:lnTo>
                  <a:lnTo>
                    <a:pt x="4083547" y="1534636"/>
                  </a:lnTo>
                  <a:lnTo>
                    <a:pt x="4083693" y="1534636"/>
                  </a:lnTo>
                  <a:lnTo>
                    <a:pt x="4083838" y="1534636"/>
                  </a:lnTo>
                  <a:lnTo>
                    <a:pt x="4083984" y="1534636"/>
                  </a:lnTo>
                  <a:lnTo>
                    <a:pt x="4084129" y="1534636"/>
                  </a:lnTo>
                  <a:lnTo>
                    <a:pt x="4084275" y="1534636"/>
                  </a:lnTo>
                  <a:lnTo>
                    <a:pt x="4084420" y="1534636"/>
                  </a:lnTo>
                  <a:lnTo>
                    <a:pt x="4084565" y="1534636"/>
                  </a:lnTo>
                  <a:lnTo>
                    <a:pt x="4084711" y="1534636"/>
                  </a:lnTo>
                  <a:lnTo>
                    <a:pt x="4084856" y="1534636"/>
                  </a:lnTo>
                  <a:lnTo>
                    <a:pt x="4085002" y="1534636"/>
                  </a:lnTo>
                  <a:lnTo>
                    <a:pt x="4085147" y="1534636"/>
                  </a:lnTo>
                  <a:lnTo>
                    <a:pt x="4085147" y="1534012"/>
                  </a:lnTo>
                  <a:lnTo>
                    <a:pt x="4085292" y="1534012"/>
                  </a:lnTo>
                  <a:lnTo>
                    <a:pt x="4085438" y="1534012"/>
                  </a:lnTo>
                  <a:lnTo>
                    <a:pt x="4085583" y="1534012"/>
                  </a:lnTo>
                  <a:lnTo>
                    <a:pt x="4085729" y="1534012"/>
                  </a:lnTo>
                  <a:lnTo>
                    <a:pt x="4085874" y="1534012"/>
                  </a:lnTo>
                  <a:lnTo>
                    <a:pt x="4086020" y="1534012"/>
                  </a:lnTo>
                  <a:lnTo>
                    <a:pt x="4086165" y="1534012"/>
                  </a:lnTo>
                  <a:lnTo>
                    <a:pt x="4086310" y="1534012"/>
                  </a:lnTo>
                  <a:lnTo>
                    <a:pt x="4086456" y="1534012"/>
                  </a:lnTo>
                  <a:lnTo>
                    <a:pt x="4086601" y="1534012"/>
                  </a:lnTo>
                  <a:lnTo>
                    <a:pt x="4086747" y="1534012"/>
                  </a:lnTo>
                  <a:lnTo>
                    <a:pt x="4086892" y="1534012"/>
                  </a:lnTo>
                  <a:lnTo>
                    <a:pt x="4087038" y="1534012"/>
                  </a:lnTo>
                  <a:lnTo>
                    <a:pt x="4087038" y="1533388"/>
                  </a:lnTo>
                  <a:lnTo>
                    <a:pt x="4087183" y="1533388"/>
                  </a:lnTo>
                  <a:lnTo>
                    <a:pt x="4087328" y="1533388"/>
                  </a:lnTo>
                  <a:lnTo>
                    <a:pt x="4087474" y="1533388"/>
                  </a:lnTo>
                  <a:lnTo>
                    <a:pt x="4087474" y="1532765"/>
                  </a:lnTo>
                  <a:lnTo>
                    <a:pt x="4087619" y="1532765"/>
                  </a:lnTo>
                  <a:lnTo>
                    <a:pt x="4087765" y="1532765"/>
                  </a:lnTo>
                  <a:lnTo>
                    <a:pt x="4087910" y="1532765"/>
                  </a:lnTo>
                  <a:lnTo>
                    <a:pt x="4088056" y="1532765"/>
                  </a:lnTo>
                  <a:lnTo>
                    <a:pt x="4088056" y="1532141"/>
                  </a:lnTo>
                  <a:lnTo>
                    <a:pt x="4088201" y="1532141"/>
                  </a:lnTo>
                  <a:lnTo>
                    <a:pt x="4088346" y="1532141"/>
                  </a:lnTo>
                  <a:lnTo>
                    <a:pt x="4088492" y="1532141"/>
                  </a:lnTo>
                  <a:lnTo>
                    <a:pt x="4088637" y="1532141"/>
                  </a:lnTo>
                  <a:lnTo>
                    <a:pt x="4088637" y="1531518"/>
                  </a:lnTo>
                  <a:lnTo>
                    <a:pt x="4088783" y="1531518"/>
                  </a:lnTo>
                  <a:lnTo>
                    <a:pt x="4088928" y="1531518"/>
                  </a:lnTo>
                  <a:lnTo>
                    <a:pt x="4089074" y="1531518"/>
                  </a:lnTo>
                  <a:lnTo>
                    <a:pt x="4089219" y="1531518"/>
                  </a:lnTo>
                  <a:lnTo>
                    <a:pt x="4089364" y="1531518"/>
                  </a:lnTo>
                  <a:lnTo>
                    <a:pt x="4089510" y="1531518"/>
                  </a:lnTo>
                  <a:lnTo>
                    <a:pt x="4089655" y="1531518"/>
                  </a:lnTo>
                  <a:lnTo>
                    <a:pt x="4089801" y="1531518"/>
                  </a:lnTo>
                  <a:lnTo>
                    <a:pt x="4089946" y="1531518"/>
                  </a:lnTo>
                  <a:lnTo>
                    <a:pt x="4090092" y="1531518"/>
                  </a:lnTo>
                  <a:lnTo>
                    <a:pt x="4090237" y="1531518"/>
                  </a:lnTo>
                  <a:lnTo>
                    <a:pt x="4090382" y="1531518"/>
                  </a:lnTo>
                  <a:lnTo>
                    <a:pt x="4090528" y="1531518"/>
                  </a:lnTo>
                  <a:lnTo>
                    <a:pt x="4090673" y="1531518"/>
                  </a:lnTo>
                  <a:lnTo>
                    <a:pt x="4090819" y="1531518"/>
                  </a:lnTo>
                  <a:lnTo>
                    <a:pt x="4090819" y="1530894"/>
                  </a:lnTo>
                  <a:lnTo>
                    <a:pt x="4090964" y="1530894"/>
                  </a:lnTo>
                  <a:lnTo>
                    <a:pt x="4091110" y="1530894"/>
                  </a:lnTo>
                  <a:lnTo>
                    <a:pt x="4091255" y="1530894"/>
                  </a:lnTo>
                  <a:lnTo>
                    <a:pt x="4091400" y="1530894"/>
                  </a:lnTo>
                  <a:lnTo>
                    <a:pt x="4091546" y="1530894"/>
                  </a:lnTo>
                  <a:lnTo>
                    <a:pt x="4091691" y="1530894"/>
                  </a:lnTo>
                  <a:lnTo>
                    <a:pt x="4091837" y="1530894"/>
                  </a:lnTo>
                  <a:lnTo>
                    <a:pt x="4091982" y="1530894"/>
                  </a:lnTo>
                  <a:lnTo>
                    <a:pt x="4092127" y="1530894"/>
                  </a:lnTo>
                  <a:lnTo>
                    <a:pt x="4092273" y="1530894"/>
                  </a:lnTo>
                  <a:lnTo>
                    <a:pt x="4092418" y="1530894"/>
                  </a:lnTo>
                  <a:lnTo>
                    <a:pt x="4092564" y="1530894"/>
                  </a:lnTo>
                  <a:lnTo>
                    <a:pt x="4092709" y="1530894"/>
                  </a:lnTo>
                  <a:lnTo>
                    <a:pt x="4092855" y="1530894"/>
                  </a:lnTo>
                  <a:lnTo>
                    <a:pt x="4093000" y="1530894"/>
                  </a:lnTo>
                  <a:lnTo>
                    <a:pt x="4093145" y="1530894"/>
                  </a:lnTo>
                  <a:lnTo>
                    <a:pt x="4093291" y="1530894"/>
                  </a:lnTo>
                  <a:lnTo>
                    <a:pt x="4093291" y="1530271"/>
                  </a:lnTo>
                  <a:lnTo>
                    <a:pt x="4093436" y="1530271"/>
                  </a:lnTo>
                  <a:lnTo>
                    <a:pt x="4093582" y="1530271"/>
                  </a:lnTo>
                  <a:lnTo>
                    <a:pt x="4093727" y="1530271"/>
                  </a:lnTo>
                  <a:lnTo>
                    <a:pt x="4093873" y="1530271"/>
                  </a:lnTo>
                  <a:lnTo>
                    <a:pt x="4094018" y="1530271"/>
                  </a:lnTo>
                  <a:lnTo>
                    <a:pt x="4094163" y="1530271"/>
                  </a:lnTo>
                  <a:lnTo>
                    <a:pt x="4094309" y="1530271"/>
                  </a:lnTo>
                  <a:lnTo>
                    <a:pt x="4094454" y="1530271"/>
                  </a:lnTo>
                  <a:lnTo>
                    <a:pt x="4094600" y="1530271"/>
                  </a:lnTo>
                  <a:lnTo>
                    <a:pt x="4094600" y="1529647"/>
                  </a:lnTo>
                  <a:lnTo>
                    <a:pt x="4094745" y="1529647"/>
                  </a:lnTo>
                  <a:lnTo>
                    <a:pt x="4094891" y="1529647"/>
                  </a:lnTo>
                  <a:lnTo>
                    <a:pt x="4095036" y="1529647"/>
                  </a:lnTo>
                  <a:lnTo>
                    <a:pt x="4095036" y="1529023"/>
                  </a:lnTo>
                  <a:lnTo>
                    <a:pt x="4095181" y="1529023"/>
                  </a:lnTo>
                  <a:lnTo>
                    <a:pt x="4095327" y="1529023"/>
                  </a:lnTo>
                  <a:lnTo>
                    <a:pt x="4095472" y="1529023"/>
                  </a:lnTo>
                  <a:lnTo>
                    <a:pt x="4095618" y="1529023"/>
                  </a:lnTo>
                  <a:lnTo>
                    <a:pt x="4095763" y="1529023"/>
                  </a:lnTo>
                  <a:lnTo>
                    <a:pt x="4095909" y="1529023"/>
                  </a:lnTo>
                  <a:lnTo>
                    <a:pt x="4096054" y="1529023"/>
                  </a:lnTo>
                  <a:lnTo>
                    <a:pt x="4096199" y="1529023"/>
                  </a:lnTo>
                  <a:lnTo>
                    <a:pt x="4096199" y="1528400"/>
                  </a:lnTo>
                  <a:lnTo>
                    <a:pt x="4096345" y="1528400"/>
                  </a:lnTo>
                  <a:lnTo>
                    <a:pt x="4096490" y="1528400"/>
                  </a:lnTo>
                  <a:lnTo>
                    <a:pt x="4096636" y="1528400"/>
                  </a:lnTo>
                  <a:lnTo>
                    <a:pt x="4096781" y="1528400"/>
                  </a:lnTo>
                  <a:lnTo>
                    <a:pt x="4096927" y="1528400"/>
                  </a:lnTo>
                  <a:lnTo>
                    <a:pt x="4097072" y="1528400"/>
                  </a:lnTo>
                  <a:lnTo>
                    <a:pt x="4097217" y="1528400"/>
                  </a:lnTo>
                  <a:lnTo>
                    <a:pt x="4097363" y="1528400"/>
                  </a:lnTo>
                  <a:lnTo>
                    <a:pt x="4097363" y="1527776"/>
                  </a:lnTo>
                  <a:lnTo>
                    <a:pt x="4097508" y="1527776"/>
                  </a:lnTo>
                  <a:lnTo>
                    <a:pt x="4097654" y="1527776"/>
                  </a:lnTo>
                  <a:lnTo>
                    <a:pt x="4097799" y="1527776"/>
                  </a:lnTo>
                  <a:lnTo>
                    <a:pt x="4097945" y="1527776"/>
                  </a:lnTo>
                  <a:lnTo>
                    <a:pt x="4098090" y="1527776"/>
                  </a:lnTo>
                  <a:lnTo>
                    <a:pt x="4098235" y="1527776"/>
                  </a:lnTo>
                  <a:lnTo>
                    <a:pt x="4098235" y="1527153"/>
                  </a:lnTo>
                  <a:lnTo>
                    <a:pt x="4098381" y="1527153"/>
                  </a:lnTo>
                  <a:lnTo>
                    <a:pt x="4098526" y="1527153"/>
                  </a:lnTo>
                  <a:lnTo>
                    <a:pt x="4098672" y="1527153"/>
                  </a:lnTo>
                  <a:lnTo>
                    <a:pt x="4098672" y="1526529"/>
                  </a:lnTo>
                  <a:lnTo>
                    <a:pt x="4098817" y="1526529"/>
                  </a:lnTo>
                  <a:lnTo>
                    <a:pt x="4098962" y="1526529"/>
                  </a:lnTo>
                  <a:lnTo>
                    <a:pt x="4099108" y="1526529"/>
                  </a:lnTo>
                  <a:lnTo>
                    <a:pt x="4099253" y="1526529"/>
                  </a:lnTo>
                  <a:lnTo>
                    <a:pt x="4099253" y="1525905"/>
                  </a:lnTo>
                  <a:lnTo>
                    <a:pt x="4099399" y="1525905"/>
                  </a:lnTo>
                  <a:lnTo>
                    <a:pt x="4099544" y="1525905"/>
                  </a:lnTo>
                  <a:lnTo>
                    <a:pt x="4099690" y="1525905"/>
                  </a:lnTo>
                  <a:lnTo>
                    <a:pt x="4099835" y="1525905"/>
                  </a:lnTo>
                  <a:lnTo>
                    <a:pt x="4099980" y="1525905"/>
                  </a:lnTo>
                  <a:lnTo>
                    <a:pt x="4100126" y="1525905"/>
                  </a:lnTo>
                  <a:lnTo>
                    <a:pt x="4100271" y="1525905"/>
                  </a:lnTo>
                  <a:lnTo>
                    <a:pt x="4100271" y="1525282"/>
                  </a:lnTo>
                  <a:lnTo>
                    <a:pt x="4100417" y="1525282"/>
                  </a:lnTo>
                  <a:lnTo>
                    <a:pt x="4100562" y="1525282"/>
                  </a:lnTo>
                  <a:lnTo>
                    <a:pt x="4100708" y="1525282"/>
                  </a:lnTo>
                  <a:lnTo>
                    <a:pt x="4100853" y="1525282"/>
                  </a:lnTo>
                  <a:lnTo>
                    <a:pt x="4100998" y="1525282"/>
                  </a:lnTo>
                  <a:lnTo>
                    <a:pt x="4101144" y="1525282"/>
                  </a:lnTo>
                  <a:lnTo>
                    <a:pt x="4101289" y="1525282"/>
                  </a:lnTo>
                  <a:lnTo>
                    <a:pt x="4101435" y="1525282"/>
                  </a:lnTo>
                  <a:lnTo>
                    <a:pt x="4101580" y="1525282"/>
                  </a:lnTo>
                  <a:lnTo>
                    <a:pt x="4101726" y="1525282"/>
                  </a:lnTo>
                  <a:lnTo>
                    <a:pt x="4101871" y="1525282"/>
                  </a:lnTo>
                  <a:lnTo>
                    <a:pt x="4101871" y="1524658"/>
                  </a:lnTo>
                  <a:lnTo>
                    <a:pt x="4102016" y="1524658"/>
                  </a:lnTo>
                  <a:lnTo>
                    <a:pt x="4102162" y="1524658"/>
                  </a:lnTo>
                  <a:lnTo>
                    <a:pt x="4102307" y="1524658"/>
                  </a:lnTo>
                  <a:lnTo>
                    <a:pt x="4102453" y="1524658"/>
                  </a:lnTo>
                  <a:lnTo>
                    <a:pt x="4102453" y="1524035"/>
                  </a:lnTo>
                  <a:lnTo>
                    <a:pt x="4102598" y="1524035"/>
                  </a:lnTo>
                  <a:lnTo>
                    <a:pt x="4102744" y="1524035"/>
                  </a:lnTo>
                  <a:lnTo>
                    <a:pt x="4102889" y="1524035"/>
                  </a:lnTo>
                  <a:lnTo>
                    <a:pt x="4103034" y="1524035"/>
                  </a:lnTo>
                  <a:lnTo>
                    <a:pt x="4103180" y="1524035"/>
                  </a:lnTo>
                  <a:lnTo>
                    <a:pt x="4103325" y="1524035"/>
                  </a:lnTo>
                  <a:lnTo>
                    <a:pt x="4103471" y="1524035"/>
                  </a:lnTo>
                  <a:lnTo>
                    <a:pt x="4103616" y="1524035"/>
                  </a:lnTo>
                  <a:lnTo>
                    <a:pt x="4103762" y="1524035"/>
                  </a:lnTo>
                  <a:lnTo>
                    <a:pt x="4103907" y="1524035"/>
                  </a:lnTo>
                  <a:lnTo>
                    <a:pt x="4103907" y="1523411"/>
                  </a:lnTo>
                  <a:lnTo>
                    <a:pt x="4104052" y="1523411"/>
                  </a:lnTo>
                  <a:lnTo>
                    <a:pt x="4104198" y="1523411"/>
                  </a:lnTo>
                  <a:lnTo>
                    <a:pt x="4104343" y="1523411"/>
                  </a:lnTo>
                  <a:lnTo>
                    <a:pt x="4104489" y="1523411"/>
                  </a:lnTo>
                  <a:lnTo>
                    <a:pt x="4104634" y="1523411"/>
                  </a:lnTo>
                  <a:lnTo>
                    <a:pt x="4104780" y="1523411"/>
                  </a:lnTo>
                  <a:lnTo>
                    <a:pt x="4104925" y="1523411"/>
                  </a:lnTo>
                  <a:lnTo>
                    <a:pt x="4105070" y="1523411"/>
                  </a:lnTo>
                  <a:lnTo>
                    <a:pt x="4105216" y="1523411"/>
                  </a:lnTo>
                  <a:lnTo>
                    <a:pt x="4105361" y="1523411"/>
                  </a:lnTo>
                  <a:lnTo>
                    <a:pt x="4105361" y="1522788"/>
                  </a:lnTo>
                  <a:lnTo>
                    <a:pt x="4105507" y="1522788"/>
                  </a:lnTo>
                  <a:lnTo>
                    <a:pt x="4105507" y="1522164"/>
                  </a:lnTo>
                  <a:lnTo>
                    <a:pt x="4105652" y="1522164"/>
                  </a:lnTo>
                  <a:lnTo>
                    <a:pt x="4105797" y="1522164"/>
                  </a:lnTo>
                  <a:lnTo>
                    <a:pt x="4105797" y="1521540"/>
                  </a:lnTo>
                  <a:lnTo>
                    <a:pt x="4105943" y="1521540"/>
                  </a:lnTo>
                  <a:lnTo>
                    <a:pt x="4106088" y="1521540"/>
                  </a:lnTo>
                  <a:lnTo>
                    <a:pt x="4106234" y="1521540"/>
                  </a:lnTo>
                  <a:lnTo>
                    <a:pt x="4106234" y="1520917"/>
                  </a:lnTo>
                  <a:lnTo>
                    <a:pt x="4106379" y="1520917"/>
                  </a:lnTo>
                  <a:lnTo>
                    <a:pt x="4106525" y="1520917"/>
                  </a:lnTo>
                  <a:lnTo>
                    <a:pt x="4106670" y="1520917"/>
                  </a:lnTo>
                  <a:lnTo>
                    <a:pt x="4106815" y="1520917"/>
                  </a:lnTo>
                  <a:lnTo>
                    <a:pt x="4106961" y="1520917"/>
                  </a:lnTo>
                  <a:lnTo>
                    <a:pt x="4107106" y="1520917"/>
                  </a:lnTo>
                  <a:lnTo>
                    <a:pt x="4107106" y="1520293"/>
                  </a:lnTo>
                  <a:lnTo>
                    <a:pt x="4107252" y="1520293"/>
                  </a:lnTo>
                  <a:lnTo>
                    <a:pt x="4107397" y="1520293"/>
                  </a:lnTo>
                  <a:lnTo>
                    <a:pt x="4107543" y="1520293"/>
                  </a:lnTo>
                  <a:lnTo>
                    <a:pt x="4107543" y="1519670"/>
                  </a:lnTo>
                  <a:lnTo>
                    <a:pt x="4107688" y="1519670"/>
                  </a:lnTo>
                  <a:lnTo>
                    <a:pt x="4107833" y="1519670"/>
                  </a:lnTo>
                  <a:lnTo>
                    <a:pt x="4107979" y="1519670"/>
                  </a:lnTo>
                  <a:lnTo>
                    <a:pt x="4108124" y="1519670"/>
                  </a:lnTo>
                  <a:lnTo>
                    <a:pt x="4108270" y="1519670"/>
                  </a:lnTo>
                  <a:lnTo>
                    <a:pt x="4108415" y="1519670"/>
                  </a:lnTo>
                  <a:lnTo>
                    <a:pt x="4108561" y="1519670"/>
                  </a:lnTo>
                  <a:lnTo>
                    <a:pt x="4108706" y="1519670"/>
                  </a:lnTo>
                  <a:lnTo>
                    <a:pt x="4108851" y="1519670"/>
                  </a:lnTo>
                  <a:lnTo>
                    <a:pt x="4108997" y="1519670"/>
                  </a:lnTo>
                  <a:lnTo>
                    <a:pt x="4109142" y="1519670"/>
                  </a:lnTo>
                  <a:lnTo>
                    <a:pt x="4109288" y="1519670"/>
                  </a:lnTo>
                  <a:lnTo>
                    <a:pt x="4109433" y="1519670"/>
                  </a:lnTo>
                  <a:lnTo>
                    <a:pt x="4109579" y="1519670"/>
                  </a:lnTo>
                  <a:lnTo>
                    <a:pt x="4109724" y="1519670"/>
                  </a:lnTo>
                  <a:lnTo>
                    <a:pt x="4109869" y="1519670"/>
                  </a:lnTo>
                  <a:lnTo>
                    <a:pt x="4110015" y="1519670"/>
                  </a:lnTo>
                  <a:lnTo>
                    <a:pt x="4110160" y="1519670"/>
                  </a:lnTo>
                  <a:lnTo>
                    <a:pt x="4110306" y="1519670"/>
                  </a:lnTo>
                  <a:lnTo>
                    <a:pt x="4110451" y="1519670"/>
                  </a:lnTo>
                  <a:lnTo>
                    <a:pt x="4110597" y="1519670"/>
                  </a:lnTo>
                  <a:lnTo>
                    <a:pt x="4110597" y="1519046"/>
                  </a:lnTo>
                  <a:lnTo>
                    <a:pt x="4110742" y="1519046"/>
                  </a:lnTo>
                  <a:lnTo>
                    <a:pt x="4110887" y="1519046"/>
                  </a:lnTo>
                  <a:lnTo>
                    <a:pt x="4111033" y="1519046"/>
                  </a:lnTo>
                  <a:lnTo>
                    <a:pt x="4111178" y="1519046"/>
                  </a:lnTo>
                  <a:lnTo>
                    <a:pt x="4111324" y="1519046"/>
                  </a:lnTo>
                  <a:lnTo>
                    <a:pt x="4111469" y="1519046"/>
                  </a:lnTo>
                  <a:lnTo>
                    <a:pt x="4111615" y="1519046"/>
                  </a:lnTo>
                  <a:lnTo>
                    <a:pt x="4111760" y="1519046"/>
                  </a:lnTo>
                  <a:lnTo>
                    <a:pt x="4111905" y="1519046"/>
                  </a:lnTo>
                  <a:lnTo>
                    <a:pt x="4112051" y="1519046"/>
                  </a:lnTo>
                  <a:lnTo>
                    <a:pt x="4112196" y="1519046"/>
                  </a:lnTo>
                  <a:lnTo>
                    <a:pt x="4112342" y="1519046"/>
                  </a:lnTo>
                  <a:lnTo>
                    <a:pt x="4112487" y="1519046"/>
                  </a:lnTo>
                  <a:lnTo>
                    <a:pt x="4112632" y="1519046"/>
                  </a:lnTo>
                  <a:lnTo>
                    <a:pt x="4112778" y="1519046"/>
                  </a:lnTo>
                  <a:lnTo>
                    <a:pt x="4112778" y="1518422"/>
                  </a:lnTo>
                  <a:lnTo>
                    <a:pt x="4112778" y="1517799"/>
                  </a:lnTo>
                  <a:lnTo>
                    <a:pt x="4112923" y="1517799"/>
                  </a:lnTo>
                  <a:lnTo>
                    <a:pt x="4113069" y="1517799"/>
                  </a:lnTo>
                  <a:lnTo>
                    <a:pt x="4113214" y="1517799"/>
                  </a:lnTo>
                  <a:lnTo>
                    <a:pt x="4113360" y="1517799"/>
                  </a:lnTo>
                  <a:lnTo>
                    <a:pt x="4113360" y="1517175"/>
                  </a:lnTo>
                  <a:lnTo>
                    <a:pt x="4113505" y="1517175"/>
                  </a:lnTo>
                  <a:lnTo>
                    <a:pt x="4113650" y="1517175"/>
                  </a:lnTo>
                  <a:lnTo>
                    <a:pt x="4113796" y="1517175"/>
                  </a:lnTo>
                  <a:lnTo>
                    <a:pt x="4113941" y="1517175"/>
                  </a:lnTo>
                  <a:lnTo>
                    <a:pt x="4114087" y="1517175"/>
                  </a:lnTo>
                  <a:lnTo>
                    <a:pt x="4114232" y="1517175"/>
                  </a:lnTo>
                  <a:lnTo>
                    <a:pt x="4114378" y="1517175"/>
                  </a:lnTo>
                  <a:lnTo>
                    <a:pt x="4114523" y="1517175"/>
                  </a:lnTo>
                  <a:lnTo>
                    <a:pt x="4114668" y="1517175"/>
                  </a:lnTo>
                  <a:lnTo>
                    <a:pt x="4114814" y="1517175"/>
                  </a:lnTo>
                  <a:lnTo>
                    <a:pt x="4114814" y="1516552"/>
                  </a:lnTo>
                  <a:lnTo>
                    <a:pt x="4114959" y="1516552"/>
                  </a:lnTo>
                  <a:lnTo>
                    <a:pt x="4115105" y="1516552"/>
                  </a:lnTo>
                  <a:lnTo>
                    <a:pt x="4115250" y="1516552"/>
                  </a:lnTo>
                  <a:lnTo>
                    <a:pt x="4115396" y="1516552"/>
                  </a:lnTo>
                  <a:lnTo>
                    <a:pt x="4115541" y="1516552"/>
                  </a:lnTo>
                  <a:lnTo>
                    <a:pt x="4115686" y="1516552"/>
                  </a:lnTo>
                  <a:lnTo>
                    <a:pt x="4115686" y="1515928"/>
                  </a:lnTo>
                  <a:lnTo>
                    <a:pt x="4115686" y="1515305"/>
                  </a:lnTo>
                  <a:lnTo>
                    <a:pt x="4115832" y="1515305"/>
                  </a:lnTo>
                  <a:lnTo>
                    <a:pt x="4115977" y="1515305"/>
                  </a:lnTo>
                  <a:lnTo>
                    <a:pt x="4115977" y="1514681"/>
                  </a:lnTo>
                  <a:lnTo>
                    <a:pt x="4116123" y="1514681"/>
                  </a:lnTo>
                  <a:lnTo>
                    <a:pt x="4116123" y="1514057"/>
                  </a:lnTo>
                  <a:lnTo>
                    <a:pt x="4116268" y="1514057"/>
                  </a:lnTo>
                  <a:lnTo>
                    <a:pt x="4116414" y="1514057"/>
                  </a:lnTo>
                  <a:lnTo>
                    <a:pt x="4116559" y="1514057"/>
                  </a:lnTo>
                  <a:lnTo>
                    <a:pt x="4116704" y="1514057"/>
                  </a:lnTo>
                  <a:lnTo>
                    <a:pt x="4116850" y="1514057"/>
                  </a:lnTo>
                  <a:lnTo>
                    <a:pt x="4116995" y="1514057"/>
                  </a:lnTo>
                  <a:lnTo>
                    <a:pt x="4117141" y="1514057"/>
                  </a:lnTo>
                  <a:lnTo>
                    <a:pt x="4117286" y="1514057"/>
                  </a:lnTo>
                  <a:lnTo>
                    <a:pt x="4117286" y="1513434"/>
                  </a:lnTo>
                  <a:lnTo>
                    <a:pt x="4117432" y="1513434"/>
                  </a:lnTo>
                  <a:lnTo>
                    <a:pt x="4117432" y="1512810"/>
                  </a:lnTo>
                  <a:lnTo>
                    <a:pt x="4117577" y="1512810"/>
                  </a:lnTo>
                  <a:lnTo>
                    <a:pt x="4117722" y="1512810"/>
                  </a:lnTo>
                  <a:lnTo>
                    <a:pt x="4117868" y="1512810"/>
                  </a:lnTo>
                  <a:lnTo>
                    <a:pt x="4118013" y="1512810"/>
                  </a:lnTo>
                  <a:lnTo>
                    <a:pt x="4118159" y="1512810"/>
                  </a:lnTo>
                  <a:lnTo>
                    <a:pt x="4118304" y="1512810"/>
                  </a:lnTo>
                  <a:lnTo>
                    <a:pt x="4118450" y="1512810"/>
                  </a:lnTo>
                  <a:lnTo>
                    <a:pt x="4118595" y="1512810"/>
                  </a:lnTo>
                  <a:lnTo>
                    <a:pt x="4118740" y="1512810"/>
                  </a:lnTo>
                  <a:lnTo>
                    <a:pt x="4118886" y="1512810"/>
                  </a:lnTo>
                  <a:lnTo>
                    <a:pt x="4118886" y="1512187"/>
                  </a:lnTo>
                  <a:lnTo>
                    <a:pt x="4119031" y="1512187"/>
                  </a:lnTo>
                  <a:lnTo>
                    <a:pt x="4119177" y="1512187"/>
                  </a:lnTo>
                  <a:lnTo>
                    <a:pt x="4119322" y="1512187"/>
                  </a:lnTo>
                  <a:lnTo>
                    <a:pt x="4119322" y="1511563"/>
                  </a:lnTo>
                  <a:lnTo>
                    <a:pt x="4119467" y="1511563"/>
                  </a:lnTo>
                  <a:lnTo>
                    <a:pt x="4119467" y="1510939"/>
                  </a:lnTo>
                  <a:lnTo>
                    <a:pt x="4119613" y="1510939"/>
                  </a:lnTo>
                  <a:lnTo>
                    <a:pt x="4119758" y="1510939"/>
                  </a:lnTo>
                  <a:lnTo>
                    <a:pt x="4119758" y="1510316"/>
                  </a:lnTo>
                  <a:lnTo>
                    <a:pt x="4119904" y="1510316"/>
                  </a:lnTo>
                  <a:lnTo>
                    <a:pt x="4120049" y="1510316"/>
                  </a:lnTo>
                  <a:lnTo>
                    <a:pt x="4120195" y="1510316"/>
                  </a:lnTo>
                  <a:lnTo>
                    <a:pt x="4120340" y="1510316"/>
                  </a:lnTo>
                  <a:lnTo>
                    <a:pt x="4120485" y="1510316"/>
                  </a:lnTo>
                  <a:lnTo>
                    <a:pt x="4120631" y="1510316"/>
                  </a:lnTo>
                  <a:lnTo>
                    <a:pt x="4120776" y="1510316"/>
                  </a:lnTo>
                  <a:lnTo>
                    <a:pt x="4120922" y="1510316"/>
                  </a:lnTo>
                  <a:lnTo>
                    <a:pt x="4121067" y="1510316"/>
                  </a:lnTo>
                  <a:lnTo>
                    <a:pt x="4121213" y="1510316"/>
                  </a:lnTo>
                  <a:lnTo>
                    <a:pt x="4121358" y="1510316"/>
                  </a:lnTo>
                  <a:lnTo>
                    <a:pt x="4121358" y="1509692"/>
                  </a:lnTo>
                  <a:lnTo>
                    <a:pt x="4121503" y="1509692"/>
                  </a:lnTo>
                  <a:lnTo>
                    <a:pt x="4121503" y="1509069"/>
                  </a:lnTo>
                  <a:lnTo>
                    <a:pt x="4121649" y="1509069"/>
                  </a:lnTo>
                  <a:lnTo>
                    <a:pt x="4121794" y="1509069"/>
                  </a:lnTo>
                  <a:lnTo>
                    <a:pt x="4121940" y="1509069"/>
                  </a:lnTo>
                  <a:lnTo>
                    <a:pt x="4122085" y="1509069"/>
                  </a:lnTo>
                  <a:lnTo>
                    <a:pt x="4122231" y="1509069"/>
                  </a:lnTo>
                  <a:lnTo>
                    <a:pt x="4122376" y="1509069"/>
                  </a:lnTo>
                  <a:lnTo>
                    <a:pt x="4122521" y="1509069"/>
                  </a:lnTo>
                  <a:lnTo>
                    <a:pt x="4122667" y="1509069"/>
                  </a:lnTo>
                  <a:lnTo>
                    <a:pt x="4122812" y="1509069"/>
                  </a:lnTo>
                  <a:lnTo>
                    <a:pt x="4122958" y="1509069"/>
                  </a:lnTo>
                  <a:lnTo>
                    <a:pt x="4123103" y="1509069"/>
                  </a:lnTo>
                  <a:lnTo>
                    <a:pt x="4123249" y="1509069"/>
                  </a:lnTo>
                  <a:lnTo>
                    <a:pt x="4123394" y="1509069"/>
                  </a:lnTo>
                  <a:lnTo>
                    <a:pt x="4123539" y="1509069"/>
                  </a:lnTo>
                  <a:lnTo>
                    <a:pt x="4123685" y="1509069"/>
                  </a:lnTo>
                  <a:lnTo>
                    <a:pt x="4123830" y="1509069"/>
                  </a:lnTo>
                  <a:lnTo>
                    <a:pt x="4123976" y="1509069"/>
                  </a:lnTo>
                  <a:lnTo>
                    <a:pt x="4123976" y="1508445"/>
                  </a:lnTo>
                  <a:lnTo>
                    <a:pt x="4124121" y="1508445"/>
                  </a:lnTo>
                  <a:lnTo>
                    <a:pt x="4124267" y="1508445"/>
                  </a:lnTo>
                  <a:lnTo>
                    <a:pt x="4124412" y="1508445"/>
                  </a:lnTo>
                  <a:lnTo>
                    <a:pt x="4124557" y="1508445"/>
                  </a:lnTo>
                  <a:lnTo>
                    <a:pt x="4124703" y="1508445"/>
                  </a:lnTo>
                  <a:lnTo>
                    <a:pt x="4124848" y="1508445"/>
                  </a:lnTo>
                  <a:lnTo>
                    <a:pt x="4124994" y="1508445"/>
                  </a:lnTo>
                  <a:lnTo>
                    <a:pt x="4125139" y="1508445"/>
                  </a:lnTo>
                  <a:lnTo>
                    <a:pt x="4125284" y="1508445"/>
                  </a:lnTo>
                  <a:lnTo>
                    <a:pt x="4125430" y="1508445"/>
                  </a:lnTo>
                  <a:lnTo>
                    <a:pt x="4125575" y="1508445"/>
                  </a:lnTo>
                  <a:lnTo>
                    <a:pt x="4125575" y="1507822"/>
                  </a:lnTo>
                  <a:lnTo>
                    <a:pt x="4125575" y="1507198"/>
                  </a:lnTo>
                  <a:lnTo>
                    <a:pt x="4125721" y="1507198"/>
                  </a:lnTo>
                  <a:lnTo>
                    <a:pt x="4125866" y="1507198"/>
                  </a:lnTo>
                  <a:lnTo>
                    <a:pt x="4125866" y="1506574"/>
                  </a:lnTo>
                  <a:lnTo>
                    <a:pt x="4126012" y="1506574"/>
                  </a:lnTo>
                  <a:lnTo>
                    <a:pt x="4126157" y="1506574"/>
                  </a:lnTo>
                  <a:lnTo>
                    <a:pt x="4126302" y="1506574"/>
                  </a:lnTo>
                  <a:lnTo>
                    <a:pt x="4126448" y="1506574"/>
                  </a:lnTo>
                  <a:lnTo>
                    <a:pt x="4126593" y="1506574"/>
                  </a:lnTo>
                  <a:lnTo>
                    <a:pt x="4126739" y="1506574"/>
                  </a:lnTo>
                  <a:lnTo>
                    <a:pt x="4126884" y="1506574"/>
                  </a:lnTo>
                  <a:lnTo>
                    <a:pt x="4127030" y="1506574"/>
                  </a:lnTo>
                  <a:lnTo>
                    <a:pt x="4127175" y="1506574"/>
                  </a:lnTo>
                  <a:lnTo>
                    <a:pt x="4127320" y="1506574"/>
                  </a:lnTo>
                  <a:lnTo>
                    <a:pt x="4127320" y="1505951"/>
                  </a:lnTo>
                  <a:lnTo>
                    <a:pt x="4127466" y="1505951"/>
                  </a:lnTo>
                  <a:lnTo>
                    <a:pt x="4127611" y="1505951"/>
                  </a:lnTo>
                  <a:lnTo>
                    <a:pt x="4127757" y="1505951"/>
                  </a:lnTo>
                  <a:lnTo>
                    <a:pt x="4127902" y="1505951"/>
                  </a:lnTo>
                  <a:lnTo>
                    <a:pt x="4128048" y="1505951"/>
                  </a:lnTo>
                  <a:lnTo>
                    <a:pt x="4128193" y="1505951"/>
                  </a:lnTo>
                  <a:lnTo>
                    <a:pt x="4128338" y="1505951"/>
                  </a:lnTo>
                  <a:lnTo>
                    <a:pt x="4128484" y="1505951"/>
                  </a:lnTo>
                  <a:lnTo>
                    <a:pt x="4128629" y="1505951"/>
                  </a:lnTo>
                  <a:lnTo>
                    <a:pt x="4128775" y="1505951"/>
                  </a:lnTo>
                  <a:lnTo>
                    <a:pt x="4128920" y="1505951"/>
                  </a:lnTo>
                  <a:lnTo>
                    <a:pt x="4129066" y="1505951"/>
                  </a:lnTo>
                  <a:lnTo>
                    <a:pt x="4129211" y="1505951"/>
                  </a:lnTo>
                  <a:lnTo>
                    <a:pt x="4129356" y="1505951"/>
                  </a:lnTo>
                  <a:lnTo>
                    <a:pt x="4129502" y="1505951"/>
                  </a:lnTo>
                  <a:lnTo>
                    <a:pt x="4129647" y="1505951"/>
                  </a:lnTo>
                  <a:lnTo>
                    <a:pt x="4129793" y="1505951"/>
                  </a:lnTo>
                  <a:lnTo>
                    <a:pt x="4129938" y="1505951"/>
                  </a:lnTo>
                  <a:lnTo>
                    <a:pt x="4130084" y="1505951"/>
                  </a:lnTo>
                  <a:lnTo>
                    <a:pt x="4130229" y="1505951"/>
                  </a:lnTo>
                  <a:lnTo>
                    <a:pt x="4130374" y="1505951"/>
                  </a:lnTo>
                  <a:lnTo>
                    <a:pt x="4130520" y="1505951"/>
                  </a:lnTo>
                  <a:lnTo>
                    <a:pt x="4130520" y="1505327"/>
                  </a:lnTo>
                  <a:lnTo>
                    <a:pt x="4130520" y="1504704"/>
                  </a:lnTo>
                  <a:lnTo>
                    <a:pt x="4130665" y="1504704"/>
                  </a:lnTo>
                  <a:lnTo>
                    <a:pt x="4130811" y="1504704"/>
                  </a:lnTo>
                  <a:lnTo>
                    <a:pt x="4130811" y="1504080"/>
                  </a:lnTo>
                  <a:lnTo>
                    <a:pt x="4130956" y="1504080"/>
                  </a:lnTo>
                  <a:lnTo>
                    <a:pt x="4131102" y="1504080"/>
                  </a:lnTo>
                  <a:lnTo>
                    <a:pt x="4131247" y="1504080"/>
                  </a:lnTo>
                  <a:lnTo>
                    <a:pt x="4131392" y="1504080"/>
                  </a:lnTo>
                  <a:lnTo>
                    <a:pt x="4131538" y="1504080"/>
                  </a:lnTo>
                  <a:lnTo>
                    <a:pt x="4131683" y="1504080"/>
                  </a:lnTo>
                  <a:lnTo>
                    <a:pt x="4131829" y="1504080"/>
                  </a:lnTo>
                  <a:lnTo>
                    <a:pt x="4131974" y="1504080"/>
                  </a:lnTo>
                  <a:lnTo>
                    <a:pt x="4132119" y="1504080"/>
                  </a:lnTo>
                  <a:lnTo>
                    <a:pt x="4132265" y="1504080"/>
                  </a:lnTo>
                  <a:lnTo>
                    <a:pt x="4132410" y="1504080"/>
                  </a:lnTo>
                  <a:lnTo>
                    <a:pt x="4132556" y="1504080"/>
                  </a:lnTo>
                  <a:lnTo>
                    <a:pt x="4132701" y="1504080"/>
                  </a:lnTo>
                  <a:lnTo>
                    <a:pt x="4132847" y="1504080"/>
                  </a:lnTo>
                  <a:lnTo>
                    <a:pt x="4132992" y="1504080"/>
                  </a:lnTo>
                  <a:lnTo>
                    <a:pt x="4133137" y="1504080"/>
                  </a:lnTo>
                  <a:lnTo>
                    <a:pt x="4133283" y="1504080"/>
                  </a:lnTo>
                  <a:lnTo>
                    <a:pt x="4133428" y="1504080"/>
                  </a:lnTo>
                  <a:lnTo>
                    <a:pt x="4133574" y="1504080"/>
                  </a:lnTo>
                  <a:lnTo>
                    <a:pt x="4133719" y="1504080"/>
                  </a:lnTo>
                  <a:lnTo>
                    <a:pt x="4133865" y="1504080"/>
                  </a:lnTo>
                  <a:lnTo>
                    <a:pt x="4134010" y="1504080"/>
                  </a:lnTo>
                  <a:lnTo>
                    <a:pt x="4134010" y="1503456"/>
                  </a:lnTo>
                  <a:lnTo>
                    <a:pt x="4134010" y="1502833"/>
                  </a:lnTo>
                  <a:lnTo>
                    <a:pt x="4134155" y="1502833"/>
                  </a:lnTo>
                  <a:lnTo>
                    <a:pt x="4134301" y="1502833"/>
                  </a:lnTo>
                  <a:lnTo>
                    <a:pt x="4134446" y="1502833"/>
                  </a:lnTo>
                  <a:lnTo>
                    <a:pt x="4134592" y="1502833"/>
                  </a:lnTo>
                  <a:lnTo>
                    <a:pt x="4134737" y="1502833"/>
                  </a:lnTo>
                  <a:lnTo>
                    <a:pt x="4134883" y="1502833"/>
                  </a:lnTo>
                  <a:lnTo>
                    <a:pt x="4134883" y="1502209"/>
                  </a:lnTo>
                  <a:lnTo>
                    <a:pt x="4135028" y="1502209"/>
                  </a:lnTo>
                  <a:lnTo>
                    <a:pt x="4135173" y="1502209"/>
                  </a:lnTo>
                  <a:lnTo>
                    <a:pt x="4135319" y="1502209"/>
                  </a:lnTo>
                  <a:lnTo>
                    <a:pt x="4135464" y="1502209"/>
                  </a:lnTo>
                  <a:lnTo>
                    <a:pt x="4135610" y="1502209"/>
                  </a:lnTo>
                  <a:lnTo>
                    <a:pt x="4135610" y="1501586"/>
                  </a:lnTo>
                  <a:lnTo>
                    <a:pt x="4135755" y="1501586"/>
                  </a:lnTo>
                  <a:lnTo>
                    <a:pt x="4135901" y="1501586"/>
                  </a:lnTo>
                  <a:lnTo>
                    <a:pt x="4136046" y="1501586"/>
                  </a:lnTo>
                  <a:lnTo>
                    <a:pt x="4136191" y="1501586"/>
                  </a:lnTo>
                  <a:lnTo>
                    <a:pt x="4136337" y="1501586"/>
                  </a:lnTo>
                  <a:lnTo>
                    <a:pt x="4136482" y="1501586"/>
                  </a:lnTo>
                  <a:lnTo>
                    <a:pt x="4136482" y="1500962"/>
                  </a:lnTo>
                  <a:lnTo>
                    <a:pt x="4136628" y="1500962"/>
                  </a:lnTo>
                  <a:lnTo>
                    <a:pt x="4136773" y="1500962"/>
                  </a:lnTo>
                  <a:lnTo>
                    <a:pt x="4136919" y="1500962"/>
                  </a:lnTo>
                  <a:lnTo>
                    <a:pt x="4137064" y="1500962"/>
                  </a:lnTo>
                  <a:lnTo>
                    <a:pt x="4137064" y="1500339"/>
                  </a:lnTo>
                  <a:lnTo>
                    <a:pt x="4137209" y="1500339"/>
                  </a:lnTo>
                  <a:lnTo>
                    <a:pt x="4137355" y="1500339"/>
                  </a:lnTo>
                  <a:lnTo>
                    <a:pt x="4137500" y="1500339"/>
                  </a:lnTo>
                  <a:lnTo>
                    <a:pt x="4137646" y="1500339"/>
                  </a:lnTo>
                  <a:lnTo>
                    <a:pt x="4137791" y="1500339"/>
                  </a:lnTo>
                  <a:lnTo>
                    <a:pt x="4137937" y="1500339"/>
                  </a:lnTo>
                  <a:lnTo>
                    <a:pt x="4137937" y="1499715"/>
                  </a:lnTo>
                  <a:lnTo>
                    <a:pt x="4138082" y="1499715"/>
                  </a:lnTo>
                  <a:lnTo>
                    <a:pt x="4138227" y="1499715"/>
                  </a:lnTo>
                  <a:lnTo>
                    <a:pt x="4138373" y="1499715"/>
                  </a:lnTo>
                  <a:lnTo>
                    <a:pt x="4138373" y="1499091"/>
                  </a:lnTo>
                  <a:lnTo>
                    <a:pt x="4138518" y="1499091"/>
                  </a:lnTo>
                  <a:lnTo>
                    <a:pt x="4138664" y="1499091"/>
                  </a:lnTo>
                  <a:lnTo>
                    <a:pt x="4138664" y="1498468"/>
                  </a:lnTo>
                  <a:lnTo>
                    <a:pt x="4138809" y="1498468"/>
                  </a:lnTo>
                  <a:lnTo>
                    <a:pt x="4138954" y="1498468"/>
                  </a:lnTo>
                  <a:lnTo>
                    <a:pt x="4139100" y="1498468"/>
                  </a:lnTo>
                  <a:lnTo>
                    <a:pt x="4139245" y="1498468"/>
                  </a:lnTo>
                  <a:lnTo>
                    <a:pt x="4139391" y="1498468"/>
                  </a:lnTo>
                  <a:lnTo>
                    <a:pt x="4139536" y="1498468"/>
                  </a:lnTo>
                  <a:lnTo>
                    <a:pt x="4139682" y="1498468"/>
                  </a:lnTo>
                  <a:lnTo>
                    <a:pt x="4139682" y="1497844"/>
                  </a:lnTo>
                  <a:lnTo>
                    <a:pt x="4139827" y="1497844"/>
                  </a:lnTo>
                  <a:lnTo>
                    <a:pt x="4139972" y="1497844"/>
                  </a:lnTo>
                  <a:lnTo>
                    <a:pt x="4140118" y="1497844"/>
                  </a:lnTo>
                  <a:lnTo>
                    <a:pt x="4140263" y="1497844"/>
                  </a:lnTo>
                  <a:lnTo>
                    <a:pt x="4140409" y="1497844"/>
                  </a:lnTo>
                  <a:lnTo>
                    <a:pt x="4140554" y="1497844"/>
                  </a:lnTo>
                  <a:lnTo>
                    <a:pt x="4140700" y="1497844"/>
                  </a:lnTo>
                  <a:lnTo>
                    <a:pt x="4140845" y="1497844"/>
                  </a:lnTo>
                  <a:lnTo>
                    <a:pt x="4140990" y="1497844"/>
                  </a:lnTo>
                  <a:lnTo>
                    <a:pt x="4140990" y="1497221"/>
                  </a:lnTo>
                  <a:lnTo>
                    <a:pt x="4141136" y="1497221"/>
                  </a:lnTo>
                  <a:lnTo>
                    <a:pt x="4141281" y="1497221"/>
                  </a:lnTo>
                  <a:lnTo>
                    <a:pt x="4141427" y="1497221"/>
                  </a:lnTo>
                  <a:lnTo>
                    <a:pt x="4141572" y="1497221"/>
                  </a:lnTo>
                  <a:lnTo>
                    <a:pt x="4141718" y="1497221"/>
                  </a:lnTo>
                  <a:lnTo>
                    <a:pt x="4141863" y="1497221"/>
                  </a:lnTo>
                  <a:lnTo>
                    <a:pt x="4142008" y="1497221"/>
                  </a:lnTo>
                  <a:lnTo>
                    <a:pt x="4142154" y="1497221"/>
                  </a:lnTo>
                  <a:lnTo>
                    <a:pt x="4142299" y="1497221"/>
                  </a:lnTo>
                  <a:lnTo>
                    <a:pt x="4142445" y="1497221"/>
                  </a:lnTo>
                  <a:lnTo>
                    <a:pt x="4142590" y="1497221"/>
                  </a:lnTo>
                  <a:lnTo>
                    <a:pt x="4142736" y="1497221"/>
                  </a:lnTo>
                  <a:lnTo>
                    <a:pt x="4142736" y="1496597"/>
                  </a:lnTo>
                  <a:lnTo>
                    <a:pt x="4142881" y="1496597"/>
                  </a:lnTo>
                  <a:lnTo>
                    <a:pt x="4143026" y="1496597"/>
                  </a:lnTo>
                  <a:lnTo>
                    <a:pt x="4143172" y="1496597"/>
                  </a:lnTo>
                  <a:lnTo>
                    <a:pt x="4143172" y="1495973"/>
                  </a:lnTo>
                  <a:lnTo>
                    <a:pt x="4143317" y="1495973"/>
                  </a:lnTo>
                  <a:lnTo>
                    <a:pt x="4143463" y="1495973"/>
                  </a:lnTo>
                  <a:lnTo>
                    <a:pt x="4143463" y="1495350"/>
                  </a:lnTo>
                  <a:lnTo>
                    <a:pt x="4143608" y="1495350"/>
                  </a:lnTo>
                  <a:lnTo>
                    <a:pt x="4143754" y="1495350"/>
                  </a:lnTo>
                  <a:lnTo>
                    <a:pt x="4143899" y="1495350"/>
                  </a:lnTo>
                  <a:lnTo>
                    <a:pt x="4144044" y="1495350"/>
                  </a:lnTo>
                  <a:lnTo>
                    <a:pt x="4144044" y="1494726"/>
                  </a:lnTo>
                  <a:lnTo>
                    <a:pt x="4144190" y="1494726"/>
                  </a:lnTo>
                  <a:lnTo>
                    <a:pt x="4144335" y="1494726"/>
                  </a:lnTo>
                  <a:lnTo>
                    <a:pt x="4144481" y="1494726"/>
                  </a:lnTo>
                  <a:lnTo>
                    <a:pt x="4144626" y="1494726"/>
                  </a:lnTo>
                  <a:lnTo>
                    <a:pt x="4144772" y="1494726"/>
                  </a:lnTo>
                  <a:lnTo>
                    <a:pt x="4144917" y="1494726"/>
                  </a:lnTo>
                  <a:lnTo>
                    <a:pt x="4145062" y="1494726"/>
                  </a:lnTo>
                  <a:lnTo>
                    <a:pt x="4145208" y="1494726"/>
                  </a:lnTo>
                  <a:lnTo>
                    <a:pt x="4145353" y="1494726"/>
                  </a:lnTo>
                  <a:lnTo>
                    <a:pt x="4145499" y="1494726"/>
                  </a:lnTo>
                  <a:lnTo>
                    <a:pt x="4145644" y="1494726"/>
                  </a:lnTo>
                  <a:lnTo>
                    <a:pt x="4145789" y="1494726"/>
                  </a:lnTo>
                  <a:lnTo>
                    <a:pt x="4145935" y="1494726"/>
                  </a:lnTo>
                  <a:lnTo>
                    <a:pt x="4146080" y="1494726"/>
                  </a:lnTo>
                  <a:lnTo>
                    <a:pt x="4146226" y="1494726"/>
                  </a:lnTo>
                  <a:lnTo>
                    <a:pt x="4146371" y="1494726"/>
                  </a:lnTo>
                  <a:lnTo>
                    <a:pt x="4146517" y="1494726"/>
                  </a:lnTo>
                  <a:lnTo>
                    <a:pt x="4146662" y="1494726"/>
                  </a:lnTo>
                  <a:lnTo>
                    <a:pt x="4146807" y="1494726"/>
                  </a:lnTo>
                  <a:lnTo>
                    <a:pt x="4146807" y="1494103"/>
                  </a:lnTo>
                  <a:lnTo>
                    <a:pt x="4146953" y="1494103"/>
                  </a:lnTo>
                  <a:lnTo>
                    <a:pt x="4147098" y="1494103"/>
                  </a:lnTo>
                  <a:lnTo>
                    <a:pt x="4147244" y="1494103"/>
                  </a:lnTo>
                  <a:lnTo>
                    <a:pt x="4147389" y="1494103"/>
                  </a:lnTo>
                  <a:lnTo>
                    <a:pt x="4147535" y="1494103"/>
                  </a:lnTo>
                  <a:lnTo>
                    <a:pt x="4147680" y="1494103"/>
                  </a:lnTo>
                  <a:lnTo>
                    <a:pt x="4147825" y="1494103"/>
                  </a:lnTo>
                  <a:lnTo>
                    <a:pt x="4147971" y="1494103"/>
                  </a:lnTo>
                  <a:lnTo>
                    <a:pt x="4148116" y="1494103"/>
                  </a:lnTo>
                  <a:lnTo>
                    <a:pt x="4148262" y="1494103"/>
                  </a:lnTo>
                  <a:lnTo>
                    <a:pt x="4148407" y="1494103"/>
                  </a:lnTo>
                  <a:lnTo>
                    <a:pt x="4148407" y="1493479"/>
                  </a:lnTo>
                  <a:lnTo>
                    <a:pt x="4148553" y="1493479"/>
                  </a:lnTo>
                  <a:lnTo>
                    <a:pt x="4148698" y="1493479"/>
                  </a:lnTo>
                  <a:lnTo>
                    <a:pt x="4148843" y="1493479"/>
                  </a:lnTo>
                  <a:lnTo>
                    <a:pt x="4148989" y="1493479"/>
                  </a:lnTo>
                  <a:lnTo>
                    <a:pt x="4149134" y="1493479"/>
                  </a:lnTo>
                  <a:lnTo>
                    <a:pt x="4149280" y="1493479"/>
                  </a:lnTo>
                  <a:lnTo>
                    <a:pt x="4149280" y="1492856"/>
                  </a:lnTo>
                  <a:lnTo>
                    <a:pt x="4149425" y="1492856"/>
                  </a:lnTo>
                  <a:lnTo>
                    <a:pt x="4149571" y="1492856"/>
                  </a:lnTo>
                  <a:lnTo>
                    <a:pt x="4149716" y="1492856"/>
                  </a:lnTo>
                  <a:lnTo>
                    <a:pt x="4149861" y="1492856"/>
                  </a:lnTo>
                  <a:lnTo>
                    <a:pt x="4150007" y="1492856"/>
                  </a:lnTo>
                  <a:lnTo>
                    <a:pt x="4150152" y="1492856"/>
                  </a:lnTo>
                  <a:lnTo>
                    <a:pt x="4150298" y="1492856"/>
                  </a:lnTo>
                  <a:lnTo>
                    <a:pt x="4150298" y="1492232"/>
                  </a:lnTo>
                  <a:lnTo>
                    <a:pt x="4150298" y="1491608"/>
                  </a:lnTo>
                  <a:lnTo>
                    <a:pt x="4150443" y="1491608"/>
                  </a:lnTo>
                  <a:lnTo>
                    <a:pt x="4150589" y="1491608"/>
                  </a:lnTo>
                  <a:lnTo>
                    <a:pt x="4150734" y="1491608"/>
                  </a:lnTo>
                  <a:lnTo>
                    <a:pt x="4150879" y="1491608"/>
                  </a:lnTo>
                  <a:lnTo>
                    <a:pt x="4151025" y="1491608"/>
                  </a:lnTo>
                  <a:lnTo>
                    <a:pt x="4151170" y="1491608"/>
                  </a:lnTo>
                  <a:lnTo>
                    <a:pt x="4151316" y="1491608"/>
                  </a:lnTo>
                  <a:lnTo>
                    <a:pt x="4151461" y="1491608"/>
                  </a:lnTo>
                  <a:lnTo>
                    <a:pt x="4151607" y="1491608"/>
                  </a:lnTo>
                  <a:lnTo>
                    <a:pt x="4151752" y="1491608"/>
                  </a:lnTo>
                  <a:lnTo>
                    <a:pt x="4151897" y="1491608"/>
                  </a:lnTo>
                  <a:lnTo>
                    <a:pt x="4152043" y="1491608"/>
                  </a:lnTo>
                  <a:lnTo>
                    <a:pt x="4152188" y="1491608"/>
                  </a:lnTo>
                  <a:lnTo>
                    <a:pt x="4152334" y="1491608"/>
                  </a:lnTo>
                  <a:lnTo>
                    <a:pt x="4152479" y="1491608"/>
                  </a:lnTo>
                  <a:lnTo>
                    <a:pt x="4152624" y="1491608"/>
                  </a:lnTo>
                  <a:lnTo>
                    <a:pt x="4152770" y="1491608"/>
                  </a:lnTo>
                  <a:lnTo>
                    <a:pt x="4152915" y="1491608"/>
                  </a:lnTo>
                  <a:lnTo>
                    <a:pt x="4153061" y="1491608"/>
                  </a:lnTo>
                  <a:lnTo>
                    <a:pt x="4153206" y="1491608"/>
                  </a:lnTo>
                  <a:lnTo>
                    <a:pt x="4153352" y="1491608"/>
                  </a:lnTo>
                  <a:lnTo>
                    <a:pt x="4153497" y="1491608"/>
                  </a:lnTo>
                  <a:lnTo>
                    <a:pt x="4153642" y="1491608"/>
                  </a:lnTo>
                  <a:lnTo>
                    <a:pt x="4153788" y="1491608"/>
                  </a:lnTo>
                  <a:lnTo>
                    <a:pt x="4153933" y="1491608"/>
                  </a:lnTo>
                  <a:lnTo>
                    <a:pt x="4153933" y="1490985"/>
                  </a:lnTo>
                  <a:lnTo>
                    <a:pt x="4154079" y="1490985"/>
                  </a:lnTo>
                  <a:lnTo>
                    <a:pt x="4154079" y="1490361"/>
                  </a:lnTo>
                  <a:lnTo>
                    <a:pt x="4154224" y="1490361"/>
                  </a:lnTo>
                  <a:lnTo>
                    <a:pt x="4154370" y="1490361"/>
                  </a:lnTo>
                  <a:lnTo>
                    <a:pt x="4154515" y="1490361"/>
                  </a:lnTo>
                  <a:lnTo>
                    <a:pt x="4154660" y="1490361"/>
                  </a:lnTo>
                  <a:lnTo>
                    <a:pt x="4154806" y="1490361"/>
                  </a:lnTo>
                  <a:lnTo>
                    <a:pt x="4154951" y="1490361"/>
                  </a:lnTo>
                  <a:lnTo>
                    <a:pt x="4155097" y="1490361"/>
                  </a:lnTo>
                  <a:lnTo>
                    <a:pt x="4155242" y="1490361"/>
                  </a:lnTo>
                  <a:lnTo>
                    <a:pt x="4155388" y="1490361"/>
                  </a:lnTo>
                  <a:lnTo>
                    <a:pt x="4155533" y="1490361"/>
                  </a:lnTo>
                  <a:lnTo>
                    <a:pt x="4155678" y="1490361"/>
                  </a:lnTo>
                  <a:lnTo>
                    <a:pt x="4155824" y="1490361"/>
                  </a:lnTo>
                  <a:lnTo>
                    <a:pt x="4155969" y="1490361"/>
                  </a:lnTo>
                  <a:lnTo>
                    <a:pt x="4156115" y="1490361"/>
                  </a:lnTo>
                  <a:lnTo>
                    <a:pt x="4156260" y="1490361"/>
                  </a:lnTo>
                  <a:lnTo>
                    <a:pt x="4156406" y="1490361"/>
                  </a:lnTo>
                  <a:lnTo>
                    <a:pt x="4156551" y="1490361"/>
                  </a:lnTo>
                  <a:lnTo>
                    <a:pt x="4156551" y="1489738"/>
                  </a:lnTo>
                  <a:lnTo>
                    <a:pt x="4156696" y="1489738"/>
                  </a:lnTo>
                  <a:lnTo>
                    <a:pt x="4156696" y="1489114"/>
                  </a:lnTo>
                  <a:lnTo>
                    <a:pt x="4156842" y="1489114"/>
                  </a:lnTo>
                  <a:lnTo>
                    <a:pt x="4156987" y="1489114"/>
                  </a:lnTo>
                  <a:lnTo>
                    <a:pt x="4157133" y="1489114"/>
                  </a:lnTo>
                  <a:lnTo>
                    <a:pt x="4157278" y="1489114"/>
                  </a:lnTo>
                  <a:lnTo>
                    <a:pt x="4157424" y="1489114"/>
                  </a:lnTo>
                  <a:lnTo>
                    <a:pt x="4157569" y="1489114"/>
                  </a:lnTo>
                  <a:lnTo>
                    <a:pt x="4157714" y="1489114"/>
                  </a:lnTo>
                  <a:lnTo>
                    <a:pt x="4157714" y="1488490"/>
                  </a:lnTo>
                  <a:lnTo>
                    <a:pt x="4157860" y="1488490"/>
                  </a:lnTo>
                  <a:lnTo>
                    <a:pt x="4157860" y="1487867"/>
                  </a:lnTo>
                  <a:lnTo>
                    <a:pt x="4158005" y="1487867"/>
                  </a:lnTo>
                  <a:lnTo>
                    <a:pt x="4158151" y="1487867"/>
                  </a:lnTo>
                  <a:lnTo>
                    <a:pt x="4158296" y="1487867"/>
                  </a:lnTo>
                  <a:lnTo>
                    <a:pt x="4158296" y="1487243"/>
                  </a:lnTo>
                  <a:lnTo>
                    <a:pt x="4158442" y="1487243"/>
                  </a:lnTo>
                  <a:lnTo>
                    <a:pt x="4158587" y="1487243"/>
                  </a:lnTo>
                  <a:lnTo>
                    <a:pt x="4158732" y="1487243"/>
                  </a:lnTo>
                  <a:lnTo>
                    <a:pt x="4158878" y="1487243"/>
                  </a:lnTo>
                  <a:lnTo>
                    <a:pt x="4159023" y="1487243"/>
                  </a:lnTo>
                  <a:lnTo>
                    <a:pt x="4159169" y="1487243"/>
                  </a:lnTo>
                  <a:lnTo>
                    <a:pt x="4159314" y="1487243"/>
                  </a:lnTo>
                  <a:lnTo>
                    <a:pt x="4159459" y="1487243"/>
                  </a:lnTo>
                  <a:lnTo>
                    <a:pt x="4159459" y="1486620"/>
                  </a:lnTo>
                  <a:lnTo>
                    <a:pt x="4159605" y="1486620"/>
                  </a:lnTo>
                  <a:lnTo>
                    <a:pt x="4159750" y="1486620"/>
                  </a:lnTo>
                  <a:lnTo>
                    <a:pt x="4159896" y="1486620"/>
                  </a:lnTo>
                  <a:lnTo>
                    <a:pt x="4160041" y="1486620"/>
                  </a:lnTo>
                  <a:lnTo>
                    <a:pt x="4160187" y="1486620"/>
                  </a:lnTo>
                  <a:lnTo>
                    <a:pt x="4160332" y="1486620"/>
                  </a:lnTo>
                  <a:lnTo>
                    <a:pt x="4160477" y="1486620"/>
                  </a:lnTo>
                  <a:lnTo>
                    <a:pt x="4160623" y="1486620"/>
                  </a:lnTo>
                  <a:lnTo>
                    <a:pt x="4160768" y="1486620"/>
                  </a:lnTo>
                  <a:lnTo>
                    <a:pt x="4160914" y="1486620"/>
                  </a:lnTo>
                  <a:lnTo>
                    <a:pt x="4161059" y="1486620"/>
                  </a:lnTo>
                  <a:lnTo>
                    <a:pt x="4161059" y="1485996"/>
                  </a:lnTo>
                  <a:lnTo>
                    <a:pt x="4161205" y="1485996"/>
                  </a:lnTo>
                  <a:lnTo>
                    <a:pt x="4161205" y="1485373"/>
                  </a:lnTo>
                  <a:lnTo>
                    <a:pt x="4161350" y="1485373"/>
                  </a:lnTo>
                  <a:lnTo>
                    <a:pt x="4161495" y="1485373"/>
                  </a:lnTo>
                  <a:lnTo>
                    <a:pt x="4161641" y="1485373"/>
                  </a:lnTo>
                  <a:lnTo>
                    <a:pt x="4161786" y="1485373"/>
                  </a:lnTo>
                  <a:lnTo>
                    <a:pt x="4161932" y="1485373"/>
                  </a:lnTo>
                  <a:lnTo>
                    <a:pt x="4162077" y="1485373"/>
                  </a:lnTo>
                  <a:lnTo>
                    <a:pt x="4162223" y="1485373"/>
                  </a:lnTo>
                  <a:lnTo>
                    <a:pt x="4162368" y="1485373"/>
                  </a:lnTo>
                  <a:lnTo>
                    <a:pt x="4162513" y="1485373"/>
                  </a:lnTo>
                  <a:lnTo>
                    <a:pt x="4162659" y="1485373"/>
                  </a:lnTo>
                  <a:lnTo>
                    <a:pt x="4162804" y="1485373"/>
                  </a:lnTo>
                  <a:lnTo>
                    <a:pt x="4162950" y="1485373"/>
                  </a:lnTo>
                  <a:lnTo>
                    <a:pt x="4163095" y="1485373"/>
                  </a:lnTo>
                  <a:lnTo>
                    <a:pt x="4163241" y="1485373"/>
                  </a:lnTo>
                  <a:lnTo>
                    <a:pt x="4163386" y="1485373"/>
                  </a:lnTo>
                  <a:lnTo>
                    <a:pt x="4163531" y="1485373"/>
                  </a:lnTo>
                  <a:lnTo>
                    <a:pt x="4163677" y="1485373"/>
                  </a:lnTo>
                  <a:lnTo>
                    <a:pt x="4163822" y="1485373"/>
                  </a:lnTo>
                  <a:lnTo>
                    <a:pt x="4163968" y="1485373"/>
                  </a:lnTo>
                  <a:lnTo>
                    <a:pt x="4163968" y="1484749"/>
                  </a:lnTo>
                  <a:lnTo>
                    <a:pt x="4164113" y="1484749"/>
                  </a:lnTo>
                  <a:lnTo>
                    <a:pt x="4164259" y="1484749"/>
                  </a:lnTo>
                  <a:lnTo>
                    <a:pt x="4164404" y="1484749"/>
                  </a:lnTo>
                  <a:lnTo>
                    <a:pt x="4164549" y="1484749"/>
                  </a:lnTo>
                  <a:lnTo>
                    <a:pt x="4164695" y="1484749"/>
                  </a:lnTo>
                  <a:lnTo>
                    <a:pt x="4164840" y="1484749"/>
                  </a:lnTo>
                  <a:lnTo>
                    <a:pt x="4164840" y="1484125"/>
                  </a:lnTo>
                  <a:lnTo>
                    <a:pt x="4164986" y="1484125"/>
                  </a:lnTo>
                  <a:lnTo>
                    <a:pt x="4165131" y="1484125"/>
                  </a:lnTo>
                  <a:lnTo>
                    <a:pt x="4165277" y="1484125"/>
                  </a:lnTo>
                  <a:lnTo>
                    <a:pt x="4165422" y="1484125"/>
                  </a:lnTo>
                  <a:lnTo>
                    <a:pt x="4165567" y="1484125"/>
                  </a:lnTo>
                  <a:lnTo>
                    <a:pt x="4165713" y="1484125"/>
                  </a:lnTo>
                  <a:lnTo>
                    <a:pt x="4165858" y="1484125"/>
                  </a:lnTo>
                  <a:lnTo>
                    <a:pt x="4165858" y="1483502"/>
                  </a:lnTo>
                  <a:lnTo>
                    <a:pt x="4166004" y="1483502"/>
                  </a:lnTo>
                  <a:lnTo>
                    <a:pt x="4166149" y="1483502"/>
                  </a:lnTo>
                  <a:lnTo>
                    <a:pt x="4166294" y="1483502"/>
                  </a:lnTo>
                  <a:lnTo>
                    <a:pt x="4166294" y="1482878"/>
                  </a:lnTo>
                  <a:lnTo>
                    <a:pt x="4166440" y="1482878"/>
                  </a:lnTo>
                  <a:lnTo>
                    <a:pt x="4166585" y="1482878"/>
                  </a:lnTo>
                  <a:lnTo>
                    <a:pt x="4166585" y="1482255"/>
                  </a:lnTo>
                  <a:lnTo>
                    <a:pt x="4166585" y="1481631"/>
                  </a:lnTo>
                  <a:lnTo>
                    <a:pt x="4166731" y="1481631"/>
                  </a:lnTo>
                  <a:lnTo>
                    <a:pt x="4166876" y="1481631"/>
                  </a:lnTo>
                  <a:lnTo>
                    <a:pt x="4167022" y="1481631"/>
                  </a:lnTo>
                  <a:lnTo>
                    <a:pt x="4167022" y="1481008"/>
                  </a:lnTo>
                  <a:lnTo>
                    <a:pt x="4167167" y="1481008"/>
                  </a:lnTo>
                  <a:lnTo>
                    <a:pt x="4167312" y="1481008"/>
                  </a:lnTo>
                  <a:lnTo>
                    <a:pt x="4167458" y="1481008"/>
                  </a:lnTo>
                  <a:lnTo>
                    <a:pt x="4167603" y="1481008"/>
                  </a:lnTo>
                  <a:lnTo>
                    <a:pt x="4167749" y="1481008"/>
                  </a:lnTo>
                  <a:lnTo>
                    <a:pt x="4167894" y="1481008"/>
                  </a:lnTo>
                  <a:lnTo>
                    <a:pt x="4168040" y="1481008"/>
                  </a:lnTo>
                  <a:lnTo>
                    <a:pt x="4168185" y="1481008"/>
                  </a:lnTo>
                  <a:lnTo>
                    <a:pt x="4168330" y="1481008"/>
                  </a:lnTo>
                  <a:lnTo>
                    <a:pt x="4168476" y="1481008"/>
                  </a:lnTo>
                  <a:lnTo>
                    <a:pt x="4168621" y="1481008"/>
                  </a:lnTo>
                  <a:lnTo>
                    <a:pt x="4168621" y="1480384"/>
                  </a:lnTo>
                  <a:lnTo>
                    <a:pt x="4168767" y="1480384"/>
                  </a:lnTo>
                  <a:lnTo>
                    <a:pt x="4168912" y="1480384"/>
                  </a:lnTo>
                  <a:lnTo>
                    <a:pt x="4169058" y="1480384"/>
                  </a:lnTo>
                  <a:lnTo>
                    <a:pt x="4169203" y="1480384"/>
                  </a:lnTo>
                  <a:lnTo>
                    <a:pt x="4169203" y="1479760"/>
                  </a:lnTo>
                  <a:lnTo>
                    <a:pt x="4169203" y="1479137"/>
                  </a:lnTo>
                  <a:lnTo>
                    <a:pt x="4169348" y="1479137"/>
                  </a:lnTo>
                  <a:lnTo>
                    <a:pt x="4169348" y="1478513"/>
                  </a:lnTo>
                  <a:lnTo>
                    <a:pt x="4169494" y="1478513"/>
                  </a:lnTo>
                  <a:lnTo>
                    <a:pt x="4169639" y="1478513"/>
                  </a:lnTo>
                  <a:lnTo>
                    <a:pt x="4169785" y="1478513"/>
                  </a:lnTo>
                  <a:lnTo>
                    <a:pt x="4169930" y="1478513"/>
                  </a:lnTo>
                  <a:lnTo>
                    <a:pt x="4170076" y="1478513"/>
                  </a:lnTo>
                  <a:lnTo>
                    <a:pt x="4170221" y="1478513"/>
                  </a:lnTo>
                  <a:lnTo>
                    <a:pt x="4170366" y="1478513"/>
                  </a:lnTo>
                  <a:lnTo>
                    <a:pt x="4170512" y="1478513"/>
                  </a:lnTo>
                  <a:lnTo>
                    <a:pt x="4170657" y="1478513"/>
                  </a:lnTo>
                  <a:lnTo>
                    <a:pt x="4170803" y="1478513"/>
                  </a:lnTo>
                  <a:lnTo>
                    <a:pt x="4170948" y="1478513"/>
                  </a:lnTo>
                  <a:lnTo>
                    <a:pt x="4171094" y="1478513"/>
                  </a:lnTo>
                  <a:lnTo>
                    <a:pt x="4171239" y="1478513"/>
                  </a:lnTo>
                  <a:lnTo>
                    <a:pt x="4171384" y="1478513"/>
                  </a:lnTo>
                  <a:lnTo>
                    <a:pt x="4171530" y="1478513"/>
                  </a:lnTo>
                  <a:lnTo>
                    <a:pt x="4171675" y="1478513"/>
                  </a:lnTo>
                  <a:lnTo>
                    <a:pt x="4171821" y="1478513"/>
                  </a:lnTo>
                  <a:lnTo>
                    <a:pt x="4171966" y="1478513"/>
                  </a:lnTo>
                  <a:lnTo>
                    <a:pt x="4172112" y="1478513"/>
                  </a:lnTo>
                  <a:lnTo>
                    <a:pt x="4172257" y="1478513"/>
                  </a:lnTo>
                  <a:lnTo>
                    <a:pt x="4172402" y="1478513"/>
                  </a:lnTo>
                  <a:lnTo>
                    <a:pt x="4172548" y="1478513"/>
                  </a:lnTo>
                  <a:lnTo>
                    <a:pt x="4172693" y="1478513"/>
                  </a:lnTo>
                  <a:lnTo>
                    <a:pt x="4172839" y="1478513"/>
                  </a:lnTo>
                  <a:lnTo>
                    <a:pt x="4172984" y="1478513"/>
                  </a:lnTo>
                  <a:lnTo>
                    <a:pt x="4173129" y="1478513"/>
                  </a:lnTo>
                  <a:lnTo>
                    <a:pt x="4173129" y="1477890"/>
                  </a:lnTo>
                  <a:lnTo>
                    <a:pt x="4173275" y="1477890"/>
                  </a:lnTo>
                  <a:lnTo>
                    <a:pt x="4173275" y="1477266"/>
                  </a:lnTo>
                  <a:lnTo>
                    <a:pt x="4173420" y="1477266"/>
                  </a:lnTo>
                  <a:lnTo>
                    <a:pt x="4173566" y="1477266"/>
                  </a:lnTo>
                  <a:lnTo>
                    <a:pt x="4173711" y="1477266"/>
                  </a:lnTo>
                  <a:lnTo>
                    <a:pt x="4173857" y="1477266"/>
                  </a:lnTo>
                  <a:lnTo>
                    <a:pt x="4174002" y="1477266"/>
                  </a:lnTo>
                  <a:lnTo>
                    <a:pt x="4174147" y="1477266"/>
                  </a:lnTo>
                  <a:lnTo>
                    <a:pt x="4174293" y="1477266"/>
                  </a:lnTo>
                  <a:lnTo>
                    <a:pt x="4174438" y="1477266"/>
                  </a:lnTo>
                  <a:lnTo>
                    <a:pt x="4174584" y="1477266"/>
                  </a:lnTo>
                  <a:lnTo>
                    <a:pt x="4174729" y="1477266"/>
                  </a:lnTo>
                  <a:lnTo>
                    <a:pt x="4174875" y="1477266"/>
                  </a:lnTo>
                  <a:lnTo>
                    <a:pt x="4175020" y="1477266"/>
                  </a:lnTo>
                  <a:lnTo>
                    <a:pt x="4175165" y="1477266"/>
                  </a:lnTo>
                  <a:lnTo>
                    <a:pt x="4175311" y="1477266"/>
                  </a:lnTo>
                  <a:lnTo>
                    <a:pt x="4175456" y="1477266"/>
                  </a:lnTo>
                  <a:lnTo>
                    <a:pt x="4175602" y="1477266"/>
                  </a:lnTo>
                  <a:lnTo>
                    <a:pt x="4175747" y="1477266"/>
                  </a:lnTo>
                  <a:lnTo>
                    <a:pt x="4175893" y="1477266"/>
                  </a:lnTo>
                  <a:lnTo>
                    <a:pt x="4176038" y="1477266"/>
                  </a:lnTo>
                  <a:lnTo>
                    <a:pt x="4176183" y="1477266"/>
                  </a:lnTo>
                  <a:lnTo>
                    <a:pt x="4176329" y="1477266"/>
                  </a:lnTo>
                  <a:lnTo>
                    <a:pt x="4176474" y="1477266"/>
                  </a:lnTo>
                  <a:lnTo>
                    <a:pt x="4176620" y="1477266"/>
                  </a:lnTo>
                  <a:lnTo>
                    <a:pt x="4176765" y="1477266"/>
                  </a:lnTo>
                  <a:lnTo>
                    <a:pt x="4176911" y="1477266"/>
                  </a:lnTo>
                  <a:lnTo>
                    <a:pt x="4177056" y="1477266"/>
                  </a:lnTo>
                  <a:lnTo>
                    <a:pt x="4177056" y="1476642"/>
                  </a:lnTo>
                  <a:lnTo>
                    <a:pt x="4177056" y="1476019"/>
                  </a:lnTo>
                  <a:lnTo>
                    <a:pt x="4177056" y="1475395"/>
                  </a:lnTo>
                  <a:lnTo>
                    <a:pt x="4177201" y="1475395"/>
                  </a:lnTo>
                  <a:lnTo>
                    <a:pt x="4177347" y="1475395"/>
                  </a:lnTo>
                  <a:lnTo>
                    <a:pt x="4177492" y="1475395"/>
                  </a:lnTo>
                  <a:lnTo>
                    <a:pt x="4177638" y="1475395"/>
                  </a:lnTo>
                  <a:lnTo>
                    <a:pt x="4177783" y="1475395"/>
                  </a:lnTo>
                  <a:lnTo>
                    <a:pt x="4177929" y="1475395"/>
                  </a:lnTo>
                  <a:lnTo>
                    <a:pt x="4178074" y="1475395"/>
                  </a:lnTo>
                  <a:lnTo>
                    <a:pt x="4178219" y="1475395"/>
                  </a:lnTo>
                  <a:lnTo>
                    <a:pt x="4178365" y="1475395"/>
                  </a:lnTo>
                  <a:lnTo>
                    <a:pt x="4178365" y="1474772"/>
                  </a:lnTo>
                  <a:lnTo>
                    <a:pt x="4178365" y="1474148"/>
                  </a:lnTo>
                  <a:lnTo>
                    <a:pt x="4178365" y="1473525"/>
                  </a:lnTo>
                  <a:lnTo>
                    <a:pt x="4178510" y="1473525"/>
                  </a:lnTo>
                  <a:lnTo>
                    <a:pt x="4178656" y="1473525"/>
                  </a:lnTo>
                  <a:lnTo>
                    <a:pt x="4178801" y="1473525"/>
                  </a:lnTo>
                  <a:lnTo>
                    <a:pt x="4178947" y="1473525"/>
                  </a:lnTo>
                  <a:lnTo>
                    <a:pt x="4178947" y="1472901"/>
                  </a:lnTo>
                  <a:lnTo>
                    <a:pt x="4179092" y="1472901"/>
                  </a:lnTo>
                  <a:lnTo>
                    <a:pt x="4179092" y="1472277"/>
                  </a:lnTo>
                  <a:lnTo>
                    <a:pt x="4179237" y="1472277"/>
                  </a:lnTo>
                  <a:lnTo>
                    <a:pt x="4179237" y="1471654"/>
                  </a:lnTo>
                  <a:lnTo>
                    <a:pt x="4179383" y="1471654"/>
                  </a:lnTo>
                  <a:lnTo>
                    <a:pt x="4179528" y="1471654"/>
                  </a:lnTo>
                  <a:lnTo>
                    <a:pt x="4179674" y="1471654"/>
                  </a:lnTo>
                  <a:lnTo>
                    <a:pt x="4179819" y="1471654"/>
                  </a:lnTo>
                  <a:lnTo>
                    <a:pt x="4179964" y="1471654"/>
                  </a:lnTo>
                  <a:lnTo>
                    <a:pt x="4179964" y="1471030"/>
                  </a:lnTo>
                  <a:lnTo>
                    <a:pt x="4180110" y="1471030"/>
                  </a:lnTo>
                  <a:lnTo>
                    <a:pt x="4180255" y="1471030"/>
                  </a:lnTo>
                  <a:lnTo>
                    <a:pt x="4180401" y="1471030"/>
                  </a:lnTo>
                  <a:lnTo>
                    <a:pt x="4180546" y="1471030"/>
                  </a:lnTo>
                  <a:lnTo>
                    <a:pt x="4180692" y="1471030"/>
                  </a:lnTo>
                  <a:lnTo>
                    <a:pt x="4180837" y="1471030"/>
                  </a:lnTo>
                  <a:lnTo>
                    <a:pt x="4180982" y="1471030"/>
                  </a:lnTo>
                  <a:lnTo>
                    <a:pt x="4181128" y="1471030"/>
                  </a:lnTo>
                  <a:lnTo>
                    <a:pt x="4181273" y="1471030"/>
                  </a:lnTo>
                  <a:lnTo>
                    <a:pt x="4181419" y="1471030"/>
                  </a:lnTo>
                  <a:lnTo>
                    <a:pt x="4181564" y="1471030"/>
                  </a:lnTo>
                  <a:lnTo>
                    <a:pt x="4181710" y="1471030"/>
                  </a:lnTo>
                  <a:lnTo>
                    <a:pt x="4181855" y="1471030"/>
                  </a:lnTo>
                  <a:lnTo>
                    <a:pt x="4181855" y="1470407"/>
                  </a:lnTo>
                  <a:lnTo>
                    <a:pt x="4182000" y="1470407"/>
                  </a:lnTo>
                  <a:lnTo>
                    <a:pt x="4182000" y="1469783"/>
                  </a:lnTo>
                  <a:lnTo>
                    <a:pt x="4182000" y="1469159"/>
                  </a:lnTo>
                  <a:lnTo>
                    <a:pt x="4182146" y="1469159"/>
                  </a:lnTo>
                  <a:lnTo>
                    <a:pt x="4182291" y="1469159"/>
                  </a:lnTo>
                  <a:lnTo>
                    <a:pt x="4182291" y="1468536"/>
                  </a:lnTo>
                  <a:lnTo>
                    <a:pt x="4182437" y="1468536"/>
                  </a:lnTo>
                  <a:lnTo>
                    <a:pt x="4182582" y="1468536"/>
                  </a:lnTo>
                  <a:lnTo>
                    <a:pt x="4182728" y="1468536"/>
                  </a:lnTo>
                  <a:lnTo>
                    <a:pt x="4182873" y="1468536"/>
                  </a:lnTo>
                  <a:lnTo>
                    <a:pt x="4183018" y="1468536"/>
                  </a:lnTo>
                  <a:lnTo>
                    <a:pt x="4183164" y="1468536"/>
                  </a:lnTo>
                  <a:lnTo>
                    <a:pt x="4183309" y="1468536"/>
                  </a:lnTo>
                  <a:lnTo>
                    <a:pt x="4183455" y="1468536"/>
                  </a:lnTo>
                  <a:lnTo>
                    <a:pt x="4183600" y="1468536"/>
                  </a:lnTo>
                  <a:lnTo>
                    <a:pt x="4183746" y="1468536"/>
                  </a:lnTo>
                  <a:lnTo>
                    <a:pt x="4183746" y="1467912"/>
                  </a:lnTo>
                  <a:lnTo>
                    <a:pt x="4183891" y="1467912"/>
                  </a:lnTo>
                  <a:lnTo>
                    <a:pt x="4184036" y="1467912"/>
                  </a:lnTo>
                  <a:lnTo>
                    <a:pt x="4184182" y="1467912"/>
                  </a:lnTo>
                  <a:lnTo>
                    <a:pt x="4184327" y="1467912"/>
                  </a:lnTo>
                  <a:lnTo>
                    <a:pt x="4184473" y="1467912"/>
                  </a:lnTo>
                  <a:lnTo>
                    <a:pt x="4184618" y="1467912"/>
                  </a:lnTo>
                  <a:lnTo>
                    <a:pt x="4184764" y="1467912"/>
                  </a:lnTo>
                  <a:lnTo>
                    <a:pt x="4184764" y="1467289"/>
                  </a:lnTo>
                  <a:lnTo>
                    <a:pt x="4184909" y="1467289"/>
                  </a:lnTo>
                  <a:lnTo>
                    <a:pt x="4185054" y="1467289"/>
                  </a:lnTo>
                  <a:lnTo>
                    <a:pt x="4185200" y="1467289"/>
                  </a:lnTo>
                  <a:lnTo>
                    <a:pt x="4185200" y="1466665"/>
                  </a:lnTo>
                  <a:lnTo>
                    <a:pt x="4185345" y="1466665"/>
                  </a:lnTo>
                  <a:lnTo>
                    <a:pt x="4185491" y="1466665"/>
                  </a:lnTo>
                  <a:lnTo>
                    <a:pt x="4185636" y="1466665"/>
                  </a:lnTo>
                  <a:lnTo>
                    <a:pt x="4185782" y="1466665"/>
                  </a:lnTo>
                  <a:lnTo>
                    <a:pt x="4185927" y="1466665"/>
                  </a:lnTo>
                  <a:lnTo>
                    <a:pt x="4186072" y="1466665"/>
                  </a:lnTo>
                  <a:lnTo>
                    <a:pt x="4186218" y="1466665"/>
                  </a:lnTo>
                  <a:lnTo>
                    <a:pt x="4186363" y="1466665"/>
                  </a:lnTo>
                  <a:lnTo>
                    <a:pt x="4186509" y="1466665"/>
                  </a:lnTo>
                  <a:lnTo>
                    <a:pt x="4186654" y="1466665"/>
                  </a:lnTo>
                  <a:lnTo>
                    <a:pt x="4186799" y="1466665"/>
                  </a:lnTo>
                  <a:lnTo>
                    <a:pt x="4186945" y="1466665"/>
                  </a:lnTo>
                  <a:lnTo>
                    <a:pt x="4187090" y="1466665"/>
                  </a:lnTo>
                  <a:lnTo>
                    <a:pt x="4187090" y="1466042"/>
                  </a:lnTo>
                  <a:lnTo>
                    <a:pt x="4187236" y="1466042"/>
                  </a:lnTo>
                  <a:lnTo>
                    <a:pt x="4187236" y="1465418"/>
                  </a:lnTo>
                  <a:lnTo>
                    <a:pt x="4187381" y="1465418"/>
                  </a:lnTo>
                  <a:lnTo>
                    <a:pt x="4187527" y="1465418"/>
                  </a:lnTo>
                  <a:lnTo>
                    <a:pt x="4187672" y="1465418"/>
                  </a:lnTo>
                  <a:lnTo>
                    <a:pt x="4187817" y="1465418"/>
                  </a:lnTo>
                  <a:lnTo>
                    <a:pt x="4187963" y="1465418"/>
                  </a:lnTo>
                  <a:lnTo>
                    <a:pt x="4188108" y="1465418"/>
                  </a:lnTo>
                  <a:lnTo>
                    <a:pt x="4188254" y="1465418"/>
                  </a:lnTo>
                  <a:lnTo>
                    <a:pt x="4188399" y="1465418"/>
                  </a:lnTo>
                  <a:lnTo>
                    <a:pt x="4188545" y="1465418"/>
                  </a:lnTo>
                  <a:lnTo>
                    <a:pt x="4188690" y="1465418"/>
                  </a:lnTo>
                  <a:lnTo>
                    <a:pt x="4188835" y="1465418"/>
                  </a:lnTo>
                  <a:lnTo>
                    <a:pt x="4188981" y="1465418"/>
                  </a:lnTo>
                  <a:lnTo>
                    <a:pt x="4189126" y="1465418"/>
                  </a:lnTo>
                  <a:lnTo>
                    <a:pt x="4189272" y="1465418"/>
                  </a:lnTo>
                  <a:lnTo>
                    <a:pt x="4189417" y="1465418"/>
                  </a:lnTo>
                  <a:lnTo>
                    <a:pt x="4189563" y="1465418"/>
                  </a:lnTo>
                  <a:lnTo>
                    <a:pt x="4189708" y="1465418"/>
                  </a:lnTo>
                  <a:lnTo>
                    <a:pt x="4189853" y="1465418"/>
                  </a:lnTo>
                  <a:lnTo>
                    <a:pt x="4189853" y="1464794"/>
                  </a:lnTo>
                  <a:lnTo>
                    <a:pt x="4189999" y="1464794"/>
                  </a:lnTo>
                  <a:lnTo>
                    <a:pt x="4190144" y="1464794"/>
                  </a:lnTo>
                  <a:lnTo>
                    <a:pt x="4190290" y="1464794"/>
                  </a:lnTo>
                  <a:lnTo>
                    <a:pt x="4190290" y="1464171"/>
                  </a:lnTo>
                  <a:lnTo>
                    <a:pt x="4190435" y="1464171"/>
                  </a:lnTo>
                  <a:lnTo>
                    <a:pt x="4190581" y="1464171"/>
                  </a:lnTo>
                  <a:lnTo>
                    <a:pt x="4190581" y="1463547"/>
                  </a:lnTo>
                  <a:lnTo>
                    <a:pt x="4190726" y="1463547"/>
                  </a:lnTo>
                  <a:lnTo>
                    <a:pt x="4190726" y="1462924"/>
                  </a:lnTo>
                  <a:lnTo>
                    <a:pt x="4190871" y="1462924"/>
                  </a:lnTo>
                  <a:lnTo>
                    <a:pt x="4191017" y="1462924"/>
                  </a:lnTo>
                  <a:lnTo>
                    <a:pt x="4191162" y="1462924"/>
                  </a:lnTo>
                  <a:lnTo>
                    <a:pt x="4191308" y="1462924"/>
                  </a:lnTo>
                  <a:lnTo>
                    <a:pt x="4191308" y="1462300"/>
                  </a:lnTo>
                  <a:lnTo>
                    <a:pt x="4191453" y="1462300"/>
                  </a:lnTo>
                  <a:lnTo>
                    <a:pt x="4191599" y="1462300"/>
                  </a:lnTo>
                  <a:lnTo>
                    <a:pt x="4191744" y="1462300"/>
                  </a:lnTo>
                  <a:lnTo>
                    <a:pt x="4191889" y="1462300"/>
                  </a:lnTo>
                  <a:lnTo>
                    <a:pt x="4192035" y="1462300"/>
                  </a:lnTo>
                  <a:lnTo>
                    <a:pt x="4192180" y="1462300"/>
                  </a:lnTo>
                  <a:lnTo>
                    <a:pt x="4192326" y="1462300"/>
                  </a:lnTo>
                  <a:lnTo>
                    <a:pt x="4192326" y="1461676"/>
                  </a:lnTo>
                  <a:lnTo>
                    <a:pt x="4192471" y="1461676"/>
                  </a:lnTo>
                  <a:lnTo>
                    <a:pt x="4192617" y="1461676"/>
                  </a:lnTo>
                  <a:lnTo>
                    <a:pt x="4192762" y="1461676"/>
                  </a:lnTo>
                  <a:lnTo>
                    <a:pt x="4192907" y="1461676"/>
                  </a:lnTo>
                  <a:lnTo>
                    <a:pt x="4193053" y="1461676"/>
                  </a:lnTo>
                  <a:lnTo>
                    <a:pt x="4193198" y="1461676"/>
                  </a:lnTo>
                  <a:lnTo>
                    <a:pt x="4193344" y="1461676"/>
                  </a:lnTo>
                  <a:lnTo>
                    <a:pt x="4193489" y="1461676"/>
                  </a:lnTo>
                  <a:lnTo>
                    <a:pt x="4193489" y="1461053"/>
                  </a:lnTo>
                  <a:lnTo>
                    <a:pt x="4193634" y="1461053"/>
                  </a:lnTo>
                  <a:lnTo>
                    <a:pt x="4193780" y="1461053"/>
                  </a:lnTo>
                  <a:lnTo>
                    <a:pt x="4193925" y="1461053"/>
                  </a:lnTo>
                  <a:lnTo>
                    <a:pt x="4193925" y="1460429"/>
                  </a:lnTo>
                  <a:lnTo>
                    <a:pt x="4194071" y="1460429"/>
                  </a:lnTo>
                  <a:lnTo>
                    <a:pt x="4194216" y="1460429"/>
                  </a:lnTo>
                  <a:lnTo>
                    <a:pt x="4194362" y="1460429"/>
                  </a:lnTo>
                  <a:lnTo>
                    <a:pt x="4194362" y="1459806"/>
                  </a:lnTo>
                  <a:lnTo>
                    <a:pt x="4194507" y="1459806"/>
                  </a:lnTo>
                  <a:lnTo>
                    <a:pt x="4194652" y="1459806"/>
                  </a:lnTo>
                  <a:lnTo>
                    <a:pt x="4194798" y="1459806"/>
                  </a:lnTo>
                  <a:lnTo>
                    <a:pt x="4194943" y="1459806"/>
                  </a:lnTo>
                  <a:lnTo>
                    <a:pt x="4195089" y="1459806"/>
                  </a:lnTo>
                  <a:lnTo>
                    <a:pt x="4195234" y="1459806"/>
                  </a:lnTo>
                  <a:lnTo>
                    <a:pt x="4195380" y="1459806"/>
                  </a:lnTo>
                  <a:lnTo>
                    <a:pt x="4195525" y="1459806"/>
                  </a:lnTo>
                  <a:lnTo>
                    <a:pt x="4195670" y="1459806"/>
                  </a:lnTo>
                  <a:lnTo>
                    <a:pt x="4195816" y="1459806"/>
                  </a:lnTo>
                  <a:lnTo>
                    <a:pt x="4195816" y="1459182"/>
                  </a:lnTo>
                  <a:lnTo>
                    <a:pt x="4195961" y="1459182"/>
                  </a:lnTo>
                  <a:lnTo>
                    <a:pt x="4196107" y="1459182"/>
                  </a:lnTo>
                  <a:lnTo>
                    <a:pt x="4196252" y="1459182"/>
                  </a:lnTo>
                  <a:lnTo>
                    <a:pt x="4196398" y="1459182"/>
                  </a:lnTo>
                  <a:lnTo>
                    <a:pt x="4196543" y="1459182"/>
                  </a:lnTo>
                  <a:lnTo>
                    <a:pt x="4196688" y="1459182"/>
                  </a:lnTo>
                  <a:lnTo>
                    <a:pt x="4196834" y="1459182"/>
                  </a:lnTo>
                  <a:lnTo>
                    <a:pt x="4196979" y="1459182"/>
                  </a:lnTo>
                  <a:lnTo>
                    <a:pt x="4197125" y="1459182"/>
                  </a:lnTo>
                  <a:lnTo>
                    <a:pt x="4197270" y="1459182"/>
                  </a:lnTo>
                  <a:lnTo>
                    <a:pt x="4197416" y="1459182"/>
                  </a:lnTo>
                  <a:lnTo>
                    <a:pt x="4197561" y="1459182"/>
                  </a:lnTo>
                  <a:lnTo>
                    <a:pt x="4197706" y="1459182"/>
                  </a:lnTo>
                  <a:lnTo>
                    <a:pt x="4197852" y="1459182"/>
                  </a:lnTo>
                  <a:lnTo>
                    <a:pt x="4197997" y="1459182"/>
                  </a:lnTo>
                  <a:lnTo>
                    <a:pt x="4198143" y="1459182"/>
                  </a:lnTo>
                  <a:lnTo>
                    <a:pt x="4198288" y="1459182"/>
                  </a:lnTo>
                  <a:lnTo>
                    <a:pt x="4198434" y="1459182"/>
                  </a:lnTo>
                  <a:lnTo>
                    <a:pt x="4198579" y="1459182"/>
                  </a:lnTo>
                  <a:lnTo>
                    <a:pt x="4198724" y="1459182"/>
                  </a:lnTo>
                  <a:lnTo>
                    <a:pt x="4198870" y="1459182"/>
                  </a:lnTo>
                  <a:lnTo>
                    <a:pt x="4199015" y="1459182"/>
                  </a:lnTo>
                  <a:lnTo>
                    <a:pt x="4199161" y="1459182"/>
                  </a:lnTo>
                  <a:lnTo>
                    <a:pt x="4199306" y="1459182"/>
                  </a:lnTo>
                  <a:lnTo>
                    <a:pt x="4199452" y="1459182"/>
                  </a:lnTo>
                  <a:lnTo>
                    <a:pt x="4199597" y="1459182"/>
                  </a:lnTo>
                  <a:lnTo>
                    <a:pt x="4199597" y="1458559"/>
                  </a:lnTo>
                  <a:lnTo>
                    <a:pt x="4199597" y="1457935"/>
                  </a:lnTo>
                  <a:lnTo>
                    <a:pt x="4199742" y="1457935"/>
                  </a:lnTo>
                  <a:lnTo>
                    <a:pt x="4199888" y="1457935"/>
                  </a:lnTo>
                  <a:lnTo>
                    <a:pt x="4200033" y="1457935"/>
                  </a:lnTo>
                  <a:lnTo>
                    <a:pt x="4200179" y="1457935"/>
                  </a:lnTo>
                  <a:lnTo>
                    <a:pt x="4200324" y="1457935"/>
                  </a:lnTo>
                  <a:lnTo>
                    <a:pt x="4200469" y="1457935"/>
                  </a:lnTo>
                  <a:lnTo>
                    <a:pt x="4200469" y="1457311"/>
                  </a:lnTo>
                  <a:lnTo>
                    <a:pt x="4200469" y="1456688"/>
                  </a:lnTo>
                  <a:lnTo>
                    <a:pt x="4200615" y="1456688"/>
                  </a:lnTo>
                  <a:lnTo>
                    <a:pt x="4200760" y="1456688"/>
                  </a:lnTo>
                  <a:lnTo>
                    <a:pt x="4200906" y="1456688"/>
                  </a:lnTo>
                  <a:lnTo>
                    <a:pt x="4201051" y="1456688"/>
                  </a:lnTo>
                  <a:lnTo>
                    <a:pt x="4201197" y="1456688"/>
                  </a:lnTo>
                  <a:lnTo>
                    <a:pt x="4201342" y="1456688"/>
                  </a:lnTo>
                  <a:lnTo>
                    <a:pt x="4201487" y="1456688"/>
                  </a:lnTo>
                  <a:lnTo>
                    <a:pt x="4201487" y="1456064"/>
                  </a:lnTo>
                  <a:lnTo>
                    <a:pt x="4201633" y="1456064"/>
                  </a:lnTo>
                  <a:lnTo>
                    <a:pt x="4201778" y="1456064"/>
                  </a:lnTo>
                  <a:lnTo>
                    <a:pt x="4201924" y="1456064"/>
                  </a:lnTo>
                  <a:lnTo>
                    <a:pt x="4202069" y="1456064"/>
                  </a:lnTo>
                  <a:lnTo>
                    <a:pt x="4202215" y="1456064"/>
                  </a:lnTo>
                  <a:lnTo>
                    <a:pt x="4202215" y="1455441"/>
                  </a:lnTo>
                  <a:lnTo>
                    <a:pt x="4202215" y="1454817"/>
                  </a:lnTo>
                  <a:lnTo>
                    <a:pt x="4202360" y="1454817"/>
                  </a:lnTo>
                  <a:lnTo>
                    <a:pt x="4202505" y="1454817"/>
                  </a:lnTo>
                  <a:lnTo>
                    <a:pt x="4202651" y="1454817"/>
                  </a:lnTo>
                  <a:lnTo>
                    <a:pt x="4202651" y="1454193"/>
                  </a:lnTo>
                  <a:lnTo>
                    <a:pt x="4202796" y="1454193"/>
                  </a:lnTo>
                  <a:lnTo>
                    <a:pt x="4202942" y="1454193"/>
                  </a:lnTo>
                  <a:lnTo>
                    <a:pt x="4203087" y="1454193"/>
                  </a:lnTo>
                  <a:lnTo>
                    <a:pt x="4203233" y="1454193"/>
                  </a:lnTo>
                  <a:lnTo>
                    <a:pt x="4203233" y="1453570"/>
                  </a:lnTo>
                  <a:lnTo>
                    <a:pt x="4203378" y="1453570"/>
                  </a:lnTo>
                  <a:lnTo>
                    <a:pt x="4203523" y="1453570"/>
                  </a:lnTo>
                  <a:lnTo>
                    <a:pt x="4203669" y="1453570"/>
                  </a:lnTo>
                  <a:lnTo>
                    <a:pt x="4203669" y="1452946"/>
                  </a:lnTo>
                  <a:lnTo>
                    <a:pt x="4203814" y="1452946"/>
                  </a:lnTo>
                  <a:lnTo>
                    <a:pt x="4203814" y="1452323"/>
                  </a:lnTo>
                  <a:lnTo>
                    <a:pt x="4203814" y="1451699"/>
                  </a:lnTo>
                  <a:lnTo>
                    <a:pt x="4203960" y="1451699"/>
                  </a:lnTo>
                  <a:lnTo>
                    <a:pt x="4204105" y="1451699"/>
                  </a:lnTo>
                  <a:lnTo>
                    <a:pt x="4204251" y="1451699"/>
                  </a:lnTo>
                  <a:lnTo>
                    <a:pt x="4204396" y="1451699"/>
                  </a:lnTo>
                  <a:lnTo>
                    <a:pt x="4204541" y="1451699"/>
                  </a:lnTo>
                  <a:lnTo>
                    <a:pt x="4204687" y="1451699"/>
                  </a:lnTo>
                  <a:lnTo>
                    <a:pt x="4204832" y="1451699"/>
                  </a:lnTo>
                  <a:lnTo>
                    <a:pt x="4204978" y="1451699"/>
                  </a:lnTo>
                  <a:lnTo>
                    <a:pt x="4205123" y="1451699"/>
                  </a:lnTo>
                  <a:lnTo>
                    <a:pt x="4205269" y="1451699"/>
                  </a:lnTo>
                  <a:lnTo>
                    <a:pt x="4205414" y="1451699"/>
                  </a:lnTo>
                  <a:lnTo>
                    <a:pt x="4205559" y="1451699"/>
                  </a:lnTo>
                  <a:lnTo>
                    <a:pt x="4205705" y="1451699"/>
                  </a:lnTo>
                  <a:lnTo>
                    <a:pt x="4205850" y="1451699"/>
                  </a:lnTo>
                  <a:lnTo>
                    <a:pt x="4205996" y="1451699"/>
                  </a:lnTo>
                  <a:lnTo>
                    <a:pt x="4205996" y="1451076"/>
                  </a:lnTo>
                  <a:lnTo>
                    <a:pt x="4205996" y="1450452"/>
                  </a:lnTo>
                  <a:lnTo>
                    <a:pt x="4206141" y="1450452"/>
                  </a:lnTo>
                  <a:lnTo>
                    <a:pt x="4206286" y="1450452"/>
                  </a:lnTo>
                  <a:lnTo>
                    <a:pt x="4206432" y="1450452"/>
                  </a:lnTo>
                  <a:lnTo>
                    <a:pt x="4206432" y="1449828"/>
                  </a:lnTo>
                  <a:lnTo>
                    <a:pt x="4206577" y="1449828"/>
                  </a:lnTo>
                  <a:lnTo>
                    <a:pt x="4206577" y="1449205"/>
                  </a:lnTo>
                  <a:lnTo>
                    <a:pt x="4206723" y="1449205"/>
                  </a:lnTo>
                  <a:lnTo>
                    <a:pt x="4206868" y="1449205"/>
                  </a:lnTo>
                  <a:lnTo>
                    <a:pt x="4207014" y="1449205"/>
                  </a:lnTo>
                  <a:lnTo>
                    <a:pt x="4207159" y="1449205"/>
                  </a:lnTo>
                  <a:lnTo>
                    <a:pt x="4207304" y="1449205"/>
                  </a:lnTo>
                  <a:lnTo>
                    <a:pt x="4207304" y="1448581"/>
                  </a:lnTo>
                  <a:lnTo>
                    <a:pt x="4207450" y="1448581"/>
                  </a:lnTo>
                  <a:lnTo>
                    <a:pt x="4207595" y="1448581"/>
                  </a:lnTo>
                  <a:lnTo>
                    <a:pt x="4207741" y="1448581"/>
                  </a:lnTo>
                  <a:lnTo>
                    <a:pt x="4207886" y="1448581"/>
                  </a:lnTo>
                  <a:lnTo>
                    <a:pt x="4208032" y="1448581"/>
                  </a:lnTo>
                  <a:lnTo>
                    <a:pt x="4208177" y="1448581"/>
                  </a:lnTo>
                  <a:lnTo>
                    <a:pt x="4208177" y="1447958"/>
                  </a:lnTo>
                  <a:lnTo>
                    <a:pt x="4208322" y="1447958"/>
                  </a:lnTo>
                  <a:lnTo>
                    <a:pt x="4208468" y="1447958"/>
                  </a:lnTo>
                  <a:lnTo>
                    <a:pt x="4208468" y="1447334"/>
                  </a:lnTo>
                  <a:lnTo>
                    <a:pt x="4208613" y="1447334"/>
                  </a:lnTo>
                  <a:lnTo>
                    <a:pt x="4208613" y="1446710"/>
                  </a:lnTo>
                  <a:lnTo>
                    <a:pt x="4208759" y="1446710"/>
                  </a:lnTo>
                  <a:lnTo>
                    <a:pt x="4208904" y="1446710"/>
                  </a:lnTo>
                  <a:lnTo>
                    <a:pt x="4209050" y="1446710"/>
                  </a:lnTo>
                  <a:lnTo>
                    <a:pt x="4209195" y="1446710"/>
                  </a:lnTo>
                  <a:lnTo>
                    <a:pt x="4209340" y="1446710"/>
                  </a:lnTo>
                  <a:lnTo>
                    <a:pt x="4209486" y="1446710"/>
                  </a:lnTo>
                  <a:lnTo>
                    <a:pt x="4209631" y="1446710"/>
                  </a:lnTo>
                  <a:lnTo>
                    <a:pt x="4209777" y="1446710"/>
                  </a:lnTo>
                  <a:lnTo>
                    <a:pt x="4209922" y="1446710"/>
                  </a:lnTo>
                  <a:lnTo>
                    <a:pt x="4210068" y="1446710"/>
                  </a:lnTo>
                  <a:lnTo>
                    <a:pt x="4210213" y="1446710"/>
                  </a:lnTo>
                  <a:lnTo>
                    <a:pt x="4210358" y="1446710"/>
                  </a:lnTo>
                  <a:lnTo>
                    <a:pt x="4210504" y="1446710"/>
                  </a:lnTo>
                  <a:lnTo>
                    <a:pt x="4210504" y="1446087"/>
                  </a:lnTo>
                  <a:lnTo>
                    <a:pt x="4210649" y="1446087"/>
                  </a:lnTo>
                  <a:lnTo>
                    <a:pt x="4210795" y="1446087"/>
                  </a:lnTo>
                  <a:lnTo>
                    <a:pt x="4210940" y="1446087"/>
                  </a:lnTo>
                  <a:lnTo>
                    <a:pt x="4211086" y="1446087"/>
                  </a:lnTo>
                  <a:lnTo>
                    <a:pt x="4211231" y="1446087"/>
                  </a:lnTo>
                  <a:lnTo>
                    <a:pt x="4211231" y="1445463"/>
                  </a:lnTo>
                  <a:lnTo>
                    <a:pt x="4211376" y="1445463"/>
                  </a:lnTo>
                  <a:lnTo>
                    <a:pt x="4211522" y="1445463"/>
                  </a:lnTo>
                  <a:lnTo>
                    <a:pt x="4211667" y="1445463"/>
                  </a:lnTo>
                  <a:lnTo>
                    <a:pt x="4211813" y="1445463"/>
                  </a:lnTo>
                  <a:lnTo>
                    <a:pt x="4211958" y="1445463"/>
                  </a:lnTo>
                  <a:lnTo>
                    <a:pt x="4212104" y="1445463"/>
                  </a:lnTo>
                  <a:lnTo>
                    <a:pt x="4212249" y="1445463"/>
                  </a:lnTo>
                  <a:lnTo>
                    <a:pt x="4212394" y="1445463"/>
                  </a:lnTo>
                  <a:lnTo>
                    <a:pt x="4212540" y="1445463"/>
                  </a:lnTo>
                  <a:lnTo>
                    <a:pt x="4212540" y="1444840"/>
                  </a:lnTo>
                  <a:lnTo>
                    <a:pt x="4212685" y="1444840"/>
                  </a:lnTo>
                  <a:lnTo>
                    <a:pt x="4212831" y="1444840"/>
                  </a:lnTo>
                  <a:lnTo>
                    <a:pt x="4212976" y="1444840"/>
                  </a:lnTo>
                  <a:lnTo>
                    <a:pt x="4213121" y="1444840"/>
                  </a:lnTo>
                  <a:lnTo>
                    <a:pt x="4213267" y="1444840"/>
                  </a:lnTo>
                  <a:lnTo>
                    <a:pt x="4213412" y="1444840"/>
                  </a:lnTo>
                  <a:lnTo>
                    <a:pt x="4213558" y="1444840"/>
                  </a:lnTo>
                  <a:lnTo>
                    <a:pt x="4213703" y="1444840"/>
                  </a:lnTo>
                  <a:lnTo>
                    <a:pt x="4213849" y="1444840"/>
                  </a:lnTo>
                  <a:lnTo>
                    <a:pt x="4213994" y="1444840"/>
                  </a:lnTo>
                  <a:lnTo>
                    <a:pt x="4214139" y="1444840"/>
                  </a:lnTo>
                  <a:lnTo>
                    <a:pt x="4214285" y="1444840"/>
                  </a:lnTo>
                  <a:lnTo>
                    <a:pt x="4214430" y="1444840"/>
                  </a:lnTo>
                  <a:lnTo>
                    <a:pt x="4214576" y="1444840"/>
                  </a:lnTo>
                  <a:lnTo>
                    <a:pt x="4214721" y="1444840"/>
                  </a:lnTo>
                  <a:lnTo>
                    <a:pt x="4214721" y="1444216"/>
                  </a:lnTo>
                  <a:lnTo>
                    <a:pt x="4214867" y="1444216"/>
                  </a:lnTo>
                  <a:lnTo>
                    <a:pt x="4214867" y="1443593"/>
                  </a:lnTo>
                  <a:lnTo>
                    <a:pt x="4215012" y="1443593"/>
                  </a:lnTo>
                  <a:lnTo>
                    <a:pt x="4215012" y="1442969"/>
                  </a:lnTo>
                  <a:lnTo>
                    <a:pt x="4215157" y="1442969"/>
                  </a:lnTo>
                  <a:lnTo>
                    <a:pt x="4215303" y="1442969"/>
                  </a:lnTo>
                  <a:lnTo>
                    <a:pt x="4215448" y="1442969"/>
                  </a:lnTo>
                  <a:lnTo>
                    <a:pt x="4215594" y="1442969"/>
                  </a:lnTo>
                  <a:lnTo>
                    <a:pt x="4215739" y="1442969"/>
                  </a:lnTo>
                  <a:lnTo>
                    <a:pt x="4215885" y="1442969"/>
                  </a:lnTo>
                  <a:lnTo>
                    <a:pt x="4216030" y="1442969"/>
                  </a:lnTo>
                  <a:lnTo>
                    <a:pt x="4216030" y="1442345"/>
                  </a:lnTo>
                  <a:lnTo>
                    <a:pt x="4216030" y="1441722"/>
                  </a:lnTo>
                  <a:lnTo>
                    <a:pt x="4216175" y="1441722"/>
                  </a:lnTo>
                  <a:lnTo>
                    <a:pt x="4216321" y="1441722"/>
                  </a:lnTo>
                  <a:lnTo>
                    <a:pt x="4216321" y="1441098"/>
                  </a:lnTo>
                  <a:lnTo>
                    <a:pt x="4216466" y="1441098"/>
                  </a:lnTo>
                  <a:lnTo>
                    <a:pt x="4216612" y="1441098"/>
                  </a:lnTo>
                  <a:lnTo>
                    <a:pt x="4216757" y="1441098"/>
                  </a:lnTo>
                  <a:lnTo>
                    <a:pt x="4216757" y="1440475"/>
                  </a:lnTo>
                  <a:lnTo>
                    <a:pt x="4216903" y="1440475"/>
                  </a:lnTo>
                  <a:lnTo>
                    <a:pt x="4217048" y="1440475"/>
                  </a:lnTo>
                  <a:lnTo>
                    <a:pt x="4217193" y="1440475"/>
                  </a:lnTo>
                  <a:lnTo>
                    <a:pt x="4217339" y="1440475"/>
                  </a:lnTo>
                  <a:lnTo>
                    <a:pt x="4217484" y="1440475"/>
                  </a:lnTo>
                  <a:lnTo>
                    <a:pt x="4217630" y="1440475"/>
                  </a:lnTo>
                  <a:lnTo>
                    <a:pt x="4217775" y="1440475"/>
                  </a:lnTo>
                  <a:lnTo>
                    <a:pt x="4217921" y="1440475"/>
                  </a:lnTo>
                  <a:lnTo>
                    <a:pt x="4218066" y="1440475"/>
                  </a:lnTo>
                  <a:lnTo>
                    <a:pt x="4218211" y="1440475"/>
                  </a:lnTo>
                  <a:lnTo>
                    <a:pt x="4218357" y="1440475"/>
                  </a:lnTo>
                  <a:lnTo>
                    <a:pt x="4218502" y="1440475"/>
                  </a:lnTo>
                  <a:lnTo>
                    <a:pt x="4218648" y="1440475"/>
                  </a:lnTo>
                  <a:lnTo>
                    <a:pt x="4218793" y="1440475"/>
                  </a:lnTo>
                  <a:lnTo>
                    <a:pt x="4218939" y="1440475"/>
                  </a:lnTo>
                  <a:lnTo>
                    <a:pt x="4219084" y="1440475"/>
                  </a:lnTo>
                  <a:lnTo>
                    <a:pt x="4219229" y="1440475"/>
                  </a:lnTo>
                  <a:lnTo>
                    <a:pt x="4219375" y="1440475"/>
                  </a:lnTo>
                  <a:lnTo>
                    <a:pt x="4219520" y="1440475"/>
                  </a:lnTo>
                  <a:lnTo>
                    <a:pt x="4219666" y="1440475"/>
                  </a:lnTo>
                  <a:lnTo>
                    <a:pt x="4219811" y="1440475"/>
                  </a:lnTo>
                  <a:lnTo>
                    <a:pt x="4219811" y="1439851"/>
                  </a:lnTo>
                  <a:lnTo>
                    <a:pt x="4219811" y="1439227"/>
                  </a:lnTo>
                  <a:lnTo>
                    <a:pt x="4219811" y="1438604"/>
                  </a:lnTo>
                  <a:lnTo>
                    <a:pt x="4219956" y="1438604"/>
                  </a:lnTo>
                  <a:lnTo>
                    <a:pt x="4220102" y="1438604"/>
                  </a:lnTo>
                  <a:lnTo>
                    <a:pt x="4220247" y="1438604"/>
                  </a:lnTo>
                  <a:lnTo>
                    <a:pt x="4220393" y="1438604"/>
                  </a:lnTo>
                  <a:lnTo>
                    <a:pt x="4220538" y="1438604"/>
                  </a:lnTo>
                  <a:lnTo>
                    <a:pt x="4220684" y="1438604"/>
                  </a:lnTo>
                  <a:lnTo>
                    <a:pt x="4220829" y="1438604"/>
                  </a:lnTo>
                  <a:lnTo>
                    <a:pt x="4220974" y="1438604"/>
                  </a:lnTo>
                  <a:lnTo>
                    <a:pt x="4221120" y="1438604"/>
                  </a:lnTo>
                  <a:lnTo>
                    <a:pt x="4221265" y="1438604"/>
                  </a:lnTo>
                  <a:lnTo>
                    <a:pt x="4221411" y="1438604"/>
                  </a:lnTo>
                  <a:lnTo>
                    <a:pt x="4221556" y="1438604"/>
                  </a:lnTo>
                  <a:lnTo>
                    <a:pt x="4221702" y="1438604"/>
                  </a:lnTo>
                  <a:lnTo>
                    <a:pt x="4221847" y="1438604"/>
                  </a:lnTo>
                  <a:lnTo>
                    <a:pt x="4221992" y="1438604"/>
                  </a:lnTo>
                  <a:lnTo>
                    <a:pt x="4221992" y="1437980"/>
                  </a:lnTo>
                  <a:lnTo>
                    <a:pt x="4222138" y="1437980"/>
                  </a:lnTo>
                  <a:lnTo>
                    <a:pt x="4222283" y="1437980"/>
                  </a:lnTo>
                  <a:lnTo>
                    <a:pt x="4222429" y="1437980"/>
                  </a:lnTo>
                  <a:lnTo>
                    <a:pt x="4222429" y="1437357"/>
                  </a:lnTo>
                  <a:lnTo>
                    <a:pt x="4222574" y="1437357"/>
                  </a:lnTo>
                  <a:lnTo>
                    <a:pt x="4222720" y="1437357"/>
                  </a:lnTo>
                  <a:lnTo>
                    <a:pt x="4222865" y="1437357"/>
                  </a:lnTo>
                  <a:lnTo>
                    <a:pt x="4223010" y="1437357"/>
                  </a:lnTo>
                  <a:lnTo>
                    <a:pt x="4223156" y="1437357"/>
                  </a:lnTo>
                  <a:lnTo>
                    <a:pt x="4223156" y="1436733"/>
                  </a:lnTo>
                  <a:lnTo>
                    <a:pt x="4223156" y="1436110"/>
                  </a:lnTo>
                  <a:lnTo>
                    <a:pt x="4223301" y="1436110"/>
                  </a:lnTo>
                  <a:lnTo>
                    <a:pt x="4223447" y="1436110"/>
                  </a:lnTo>
                  <a:lnTo>
                    <a:pt x="4223592" y="1436110"/>
                  </a:lnTo>
                  <a:lnTo>
                    <a:pt x="4223738" y="1436110"/>
                  </a:lnTo>
                  <a:lnTo>
                    <a:pt x="4223883" y="1436110"/>
                  </a:lnTo>
                  <a:lnTo>
                    <a:pt x="4224028" y="1436110"/>
                  </a:lnTo>
                  <a:lnTo>
                    <a:pt x="4224174" y="1436110"/>
                  </a:lnTo>
                  <a:lnTo>
                    <a:pt x="4224319" y="1436110"/>
                  </a:lnTo>
                  <a:lnTo>
                    <a:pt x="4224319" y="1435486"/>
                  </a:lnTo>
                  <a:lnTo>
                    <a:pt x="4224465" y="1435486"/>
                  </a:lnTo>
                  <a:lnTo>
                    <a:pt x="4224610" y="1435486"/>
                  </a:lnTo>
                  <a:lnTo>
                    <a:pt x="4224756" y="1435486"/>
                  </a:lnTo>
                  <a:lnTo>
                    <a:pt x="4224901" y="1435486"/>
                  </a:lnTo>
                  <a:lnTo>
                    <a:pt x="4225046" y="1435486"/>
                  </a:lnTo>
                  <a:lnTo>
                    <a:pt x="4225192" y="1435486"/>
                  </a:lnTo>
                  <a:lnTo>
                    <a:pt x="4225192" y="1434862"/>
                  </a:lnTo>
                  <a:lnTo>
                    <a:pt x="4225337" y="1434862"/>
                  </a:lnTo>
                  <a:lnTo>
                    <a:pt x="4225483" y="1434862"/>
                  </a:lnTo>
                  <a:lnTo>
                    <a:pt x="4225628" y="1434862"/>
                  </a:lnTo>
                  <a:lnTo>
                    <a:pt x="4225774" y="1434862"/>
                  </a:lnTo>
                  <a:lnTo>
                    <a:pt x="4225919" y="1434862"/>
                  </a:lnTo>
                  <a:lnTo>
                    <a:pt x="4226064" y="1434862"/>
                  </a:lnTo>
                  <a:lnTo>
                    <a:pt x="4226064" y="1434239"/>
                  </a:lnTo>
                  <a:lnTo>
                    <a:pt x="4226064" y="1433615"/>
                  </a:lnTo>
                  <a:lnTo>
                    <a:pt x="4226210" y="1433615"/>
                  </a:lnTo>
                  <a:lnTo>
                    <a:pt x="4226355" y="1433615"/>
                  </a:lnTo>
                  <a:lnTo>
                    <a:pt x="4226355" y="1432992"/>
                  </a:lnTo>
                  <a:lnTo>
                    <a:pt x="4226501" y="1432992"/>
                  </a:lnTo>
                  <a:lnTo>
                    <a:pt x="4226646" y="1432992"/>
                  </a:lnTo>
                  <a:lnTo>
                    <a:pt x="4226791" y="1432992"/>
                  </a:lnTo>
                  <a:lnTo>
                    <a:pt x="4226937" y="1432992"/>
                  </a:lnTo>
                  <a:lnTo>
                    <a:pt x="4227082" y="1432992"/>
                  </a:lnTo>
                  <a:lnTo>
                    <a:pt x="4227228" y="1432992"/>
                  </a:lnTo>
                  <a:lnTo>
                    <a:pt x="4227373" y="1432992"/>
                  </a:lnTo>
                  <a:lnTo>
                    <a:pt x="4227519" y="1432992"/>
                  </a:lnTo>
                  <a:lnTo>
                    <a:pt x="4227519" y="1432368"/>
                  </a:lnTo>
                  <a:lnTo>
                    <a:pt x="4227519" y="1431745"/>
                  </a:lnTo>
                  <a:lnTo>
                    <a:pt x="4227664" y="1431745"/>
                  </a:lnTo>
                  <a:lnTo>
                    <a:pt x="4227809" y="1431745"/>
                  </a:lnTo>
                  <a:lnTo>
                    <a:pt x="4227809" y="1431121"/>
                  </a:lnTo>
                  <a:lnTo>
                    <a:pt x="4227955" y="1431121"/>
                  </a:lnTo>
                  <a:lnTo>
                    <a:pt x="4228100" y="1431121"/>
                  </a:lnTo>
                  <a:lnTo>
                    <a:pt x="4228246" y="1431121"/>
                  </a:lnTo>
                  <a:lnTo>
                    <a:pt x="4228391" y="1431121"/>
                  </a:lnTo>
                  <a:lnTo>
                    <a:pt x="4228537" y="1431121"/>
                  </a:lnTo>
                  <a:lnTo>
                    <a:pt x="4228682" y="1431121"/>
                  </a:lnTo>
                  <a:lnTo>
                    <a:pt x="4228827" y="1431121"/>
                  </a:lnTo>
                  <a:lnTo>
                    <a:pt x="4228973" y="1431121"/>
                  </a:lnTo>
                  <a:lnTo>
                    <a:pt x="4228973" y="1430497"/>
                  </a:lnTo>
                  <a:lnTo>
                    <a:pt x="4228973" y="1429874"/>
                  </a:lnTo>
                  <a:lnTo>
                    <a:pt x="4229118" y="1429874"/>
                  </a:lnTo>
                  <a:lnTo>
                    <a:pt x="4229264" y="1429874"/>
                  </a:lnTo>
                  <a:lnTo>
                    <a:pt x="4229409" y="1429874"/>
                  </a:lnTo>
                  <a:lnTo>
                    <a:pt x="4229555" y="1429874"/>
                  </a:lnTo>
                  <a:lnTo>
                    <a:pt x="4229700" y="1429874"/>
                  </a:lnTo>
                  <a:lnTo>
                    <a:pt x="4229845" y="1429874"/>
                  </a:lnTo>
                  <a:lnTo>
                    <a:pt x="4229991" y="1429874"/>
                  </a:lnTo>
                  <a:lnTo>
                    <a:pt x="4230136" y="1429874"/>
                  </a:lnTo>
                  <a:lnTo>
                    <a:pt x="4230136" y="1429250"/>
                  </a:lnTo>
                  <a:lnTo>
                    <a:pt x="4230282" y="1429250"/>
                  </a:lnTo>
                  <a:lnTo>
                    <a:pt x="4230427" y="1429250"/>
                  </a:lnTo>
                  <a:lnTo>
                    <a:pt x="4230573" y="1429250"/>
                  </a:lnTo>
                  <a:lnTo>
                    <a:pt x="4230718" y="1429250"/>
                  </a:lnTo>
                  <a:lnTo>
                    <a:pt x="4230863" y="1429250"/>
                  </a:lnTo>
                  <a:lnTo>
                    <a:pt x="4231009" y="1429250"/>
                  </a:lnTo>
                  <a:lnTo>
                    <a:pt x="4231154" y="1429250"/>
                  </a:lnTo>
                  <a:lnTo>
                    <a:pt x="4231300" y="1429250"/>
                  </a:lnTo>
                  <a:lnTo>
                    <a:pt x="4231300" y="1428627"/>
                  </a:lnTo>
                  <a:lnTo>
                    <a:pt x="4231445" y="1428627"/>
                  </a:lnTo>
                  <a:lnTo>
                    <a:pt x="4231591" y="1428627"/>
                  </a:lnTo>
                  <a:lnTo>
                    <a:pt x="4231736" y="1428627"/>
                  </a:lnTo>
                  <a:lnTo>
                    <a:pt x="4231881" y="1428627"/>
                  </a:lnTo>
                  <a:lnTo>
                    <a:pt x="4232027" y="1428627"/>
                  </a:lnTo>
                  <a:lnTo>
                    <a:pt x="4232172" y="1428627"/>
                  </a:lnTo>
                  <a:lnTo>
                    <a:pt x="4232318" y="1428627"/>
                  </a:lnTo>
                  <a:lnTo>
                    <a:pt x="4232463" y="1428627"/>
                  </a:lnTo>
                  <a:lnTo>
                    <a:pt x="4232609" y="1428627"/>
                  </a:lnTo>
                  <a:lnTo>
                    <a:pt x="4232754" y="1428627"/>
                  </a:lnTo>
                  <a:lnTo>
                    <a:pt x="4232899" y="1428627"/>
                  </a:lnTo>
                  <a:lnTo>
                    <a:pt x="4233045" y="1428627"/>
                  </a:lnTo>
                  <a:lnTo>
                    <a:pt x="4233190" y="1428627"/>
                  </a:lnTo>
                  <a:lnTo>
                    <a:pt x="4233190" y="1428003"/>
                  </a:lnTo>
                  <a:lnTo>
                    <a:pt x="4233336" y="1428003"/>
                  </a:lnTo>
                  <a:lnTo>
                    <a:pt x="4233481" y="1428003"/>
                  </a:lnTo>
                  <a:lnTo>
                    <a:pt x="4233626" y="1428003"/>
                  </a:lnTo>
                  <a:lnTo>
                    <a:pt x="4233772" y="1428003"/>
                  </a:lnTo>
                  <a:lnTo>
                    <a:pt x="4233917" y="1428003"/>
                  </a:lnTo>
                  <a:lnTo>
                    <a:pt x="4234063" y="1428003"/>
                  </a:lnTo>
                  <a:lnTo>
                    <a:pt x="4234208" y="1428003"/>
                  </a:lnTo>
                  <a:lnTo>
                    <a:pt x="4234354" y="1428003"/>
                  </a:lnTo>
                  <a:lnTo>
                    <a:pt x="4234499" y="1428003"/>
                  </a:lnTo>
                  <a:lnTo>
                    <a:pt x="4234499" y="1427379"/>
                  </a:lnTo>
                  <a:lnTo>
                    <a:pt x="4234644" y="1427379"/>
                  </a:lnTo>
                  <a:lnTo>
                    <a:pt x="4234644" y="1426756"/>
                  </a:lnTo>
                  <a:lnTo>
                    <a:pt x="4234790" y="1426756"/>
                  </a:lnTo>
                  <a:lnTo>
                    <a:pt x="4234790" y="1426132"/>
                  </a:lnTo>
                  <a:lnTo>
                    <a:pt x="4234935" y="1426132"/>
                  </a:lnTo>
                  <a:lnTo>
                    <a:pt x="4234935" y="1425509"/>
                  </a:lnTo>
                  <a:lnTo>
                    <a:pt x="4235081" y="1425509"/>
                  </a:lnTo>
                  <a:lnTo>
                    <a:pt x="4235226" y="1425509"/>
                  </a:lnTo>
                  <a:lnTo>
                    <a:pt x="4235226" y="1424885"/>
                  </a:lnTo>
                  <a:lnTo>
                    <a:pt x="4235372" y="1424885"/>
                  </a:lnTo>
                  <a:lnTo>
                    <a:pt x="4235517" y="1424885"/>
                  </a:lnTo>
                  <a:lnTo>
                    <a:pt x="4235662" y="1424885"/>
                  </a:lnTo>
                  <a:lnTo>
                    <a:pt x="4235808" y="1424885"/>
                  </a:lnTo>
                  <a:lnTo>
                    <a:pt x="4235808" y="1424262"/>
                  </a:lnTo>
                  <a:lnTo>
                    <a:pt x="4235808" y="1423638"/>
                  </a:lnTo>
                  <a:lnTo>
                    <a:pt x="4235953" y="1423638"/>
                  </a:lnTo>
                  <a:lnTo>
                    <a:pt x="4236099" y="1423638"/>
                  </a:lnTo>
                  <a:lnTo>
                    <a:pt x="4236244" y="1423638"/>
                  </a:lnTo>
                  <a:lnTo>
                    <a:pt x="4236390" y="1423638"/>
                  </a:lnTo>
                  <a:lnTo>
                    <a:pt x="4236535" y="1423638"/>
                  </a:lnTo>
                  <a:lnTo>
                    <a:pt x="4236680" y="1423638"/>
                  </a:lnTo>
                  <a:lnTo>
                    <a:pt x="4236826" y="1423638"/>
                  </a:lnTo>
                  <a:lnTo>
                    <a:pt x="4236826" y="1423014"/>
                  </a:lnTo>
                  <a:lnTo>
                    <a:pt x="4236971" y="1423014"/>
                  </a:lnTo>
                  <a:lnTo>
                    <a:pt x="4237117" y="1423014"/>
                  </a:lnTo>
                  <a:lnTo>
                    <a:pt x="4237262" y="1423014"/>
                  </a:lnTo>
                  <a:lnTo>
                    <a:pt x="4237408" y="1423014"/>
                  </a:lnTo>
                  <a:lnTo>
                    <a:pt x="4237553" y="1423014"/>
                  </a:lnTo>
                  <a:lnTo>
                    <a:pt x="4237698" y="1423014"/>
                  </a:lnTo>
                  <a:lnTo>
                    <a:pt x="4237844" y="1423014"/>
                  </a:lnTo>
                  <a:lnTo>
                    <a:pt x="4237989" y="1423014"/>
                  </a:lnTo>
                  <a:lnTo>
                    <a:pt x="4238135" y="1423014"/>
                  </a:lnTo>
                  <a:lnTo>
                    <a:pt x="4238280" y="1423014"/>
                  </a:lnTo>
                  <a:lnTo>
                    <a:pt x="4238426" y="1423014"/>
                  </a:lnTo>
                  <a:lnTo>
                    <a:pt x="4238571" y="1423014"/>
                  </a:lnTo>
                  <a:lnTo>
                    <a:pt x="4238571" y="1422391"/>
                  </a:lnTo>
                  <a:lnTo>
                    <a:pt x="4238571" y="1421767"/>
                  </a:lnTo>
                  <a:lnTo>
                    <a:pt x="4238716" y="1421767"/>
                  </a:lnTo>
                  <a:lnTo>
                    <a:pt x="4238862" y="1421767"/>
                  </a:lnTo>
                  <a:lnTo>
                    <a:pt x="4239007" y="1421767"/>
                  </a:lnTo>
                  <a:lnTo>
                    <a:pt x="4239153" y="1421767"/>
                  </a:lnTo>
                  <a:lnTo>
                    <a:pt x="4239153" y="1421144"/>
                  </a:lnTo>
                  <a:lnTo>
                    <a:pt x="4239298" y="1421144"/>
                  </a:lnTo>
                  <a:lnTo>
                    <a:pt x="4239444" y="1421144"/>
                  </a:lnTo>
                  <a:lnTo>
                    <a:pt x="4239589" y="1421144"/>
                  </a:lnTo>
                  <a:lnTo>
                    <a:pt x="4239734" y="1421144"/>
                  </a:lnTo>
                  <a:lnTo>
                    <a:pt x="4239880" y="1421144"/>
                  </a:lnTo>
                  <a:lnTo>
                    <a:pt x="4240025" y="1421144"/>
                  </a:lnTo>
                  <a:lnTo>
                    <a:pt x="4240171" y="1421144"/>
                  </a:lnTo>
                  <a:lnTo>
                    <a:pt x="4240316" y="1421144"/>
                  </a:lnTo>
                  <a:lnTo>
                    <a:pt x="4240461" y="1421144"/>
                  </a:lnTo>
                  <a:lnTo>
                    <a:pt x="4240607" y="1421144"/>
                  </a:lnTo>
                  <a:lnTo>
                    <a:pt x="4240752" y="1421144"/>
                  </a:lnTo>
                  <a:lnTo>
                    <a:pt x="4240898" y="1421144"/>
                  </a:lnTo>
                  <a:lnTo>
                    <a:pt x="4241043" y="1421144"/>
                  </a:lnTo>
                  <a:lnTo>
                    <a:pt x="4241189" y="1421144"/>
                  </a:lnTo>
                  <a:lnTo>
                    <a:pt x="4241334" y="1421144"/>
                  </a:lnTo>
                  <a:lnTo>
                    <a:pt x="4241479" y="1421144"/>
                  </a:lnTo>
                  <a:lnTo>
                    <a:pt x="4241625" y="1421144"/>
                  </a:lnTo>
                  <a:lnTo>
                    <a:pt x="4241770" y="1421144"/>
                  </a:lnTo>
                  <a:lnTo>
                    <a:pt x="4241916" y="1421144"/>
                  </a:lnTo>
                  <a:lnTo>
                    <a:pt x="4242061" y="1421144"/>
                  </a:lnTo>
                  <a:lnTo>
                    <a:pt x="4242207" y="1421144"/>
                  </a:lnTo>
                  <a:lnTo>
                    <a:pt x="4242352" y="1421144"/>
                  </a:lnTo>
                  <a:lnTo>
                    <a:pt x="4242497" y="1421144"/>
                  </a:lnTo>
                  <a:lnTo>
                    <a:pt x="4242643" y="1421144"/>
                  </a:lnTo>
                  <a:lnTo>
                    <a:pt x="4242788" y="1421144"/>
                  </a:lnTo>
                  <a:lnTo>
                    <a:pt x="4242788" y="1420520"/>
                  </a:lnTo>
                  <a:lnTo>
                    <a:pt x="4242934" y="1420520"/>
                  </a:lnTo>
                  <a:lnTo>
                    <a:pt x="4243079" y="1420520"/>
                  </a:lnTo>
                  <a:lnTo>
                    <a:pt x="4243225" y="1420520"/>
                  </a:lnTo>
                  <a:lnTo>
                    <a:pt x="4243370" y="1420520"/>
                  </a:lnTo>
                  <a:lnTo>
                    <a:pt x="4243515" y="1420520"/>
                  </a:lnTo>
                  <a:lnTo>
                    <a:pt x="4243661" y="1420520"/>
                  </a:lnTo>
                  <a:lnTo>
                    <a:pt x="4243806" y="1420520"/>
                  </a:lnTo>
                  <a:lnTo>
                    <a:pt x="4243952" y="1420520"/>
                  </a:lnTo>
                  <a:lnTo>
                    <a:pt x="4243952" y="1419896"/>
                  </a:lnTo>
                  <a:lnTo>
                    <a:pt x="4244097" y="1419896"/>
                  </a:lnTo>
                  <a:lnTo>
                    <a:pt x="4244243" y="1419896"/>
                  </a:lnTo>
                  <a:lnTo>
                    <a:pt x="4244388" y="1419896"/>
                  </a:lnTo>
                  <a:lnTo>
                    <a:pt x="4244533" y="1419896"/>
                  </a:lnTo>
                  <a:lnTo>
                    <a:pt x="4244679" y="1419896"/>
                  </a:lnTo>
                  <a:lnTo>
                    <a:pt x="4244824" y="1419896"/>
                  </a:lnTo>
                  <a:lnTo>
                    <a:pt x="4244970" y="1419896"/>
                  </a:lnTo>
                  <a:lnTo>
                    <a:pt x="4245115" y="1419896"/>
                  </a:lnTo>
                  <a:lnTo>
                    <a:pt x="4245261" y="1419896"/>
                  </a:lnTo>
                  <a:lnTo>
                    <a:pt x="4245406" y="1419896"/>
                  </a:lnTo>
                  <a:lnTo>
                    <a:pt x="4245551" y="1419896"/>
                  </a:lnTo>
                  <a:lnTo>
                    <a:pt x="4245697" y="1419896"/>
                  </a:lnTo>
                  <a:lnTo>
                    <a:pt x="4245842" y="1419896"/>
                  </a:lnTo>
                  <a:lnTo>
                    <a:pt x="4245988" y="1419896"/>
                  </a:lnTo>
                  <a:lnTo>
                    <a:pt x="4246133" y="1419896"/>
                  </a:lnTo>
                  <a:lnTo>
                    <a:pt x="4246279" y="1419896"/>
                  </a:lnTo>
                  <a:lnTo>
                    <a:pt x="4246279" y="1419273"/>
                  </a:lnTo>
                  <a:lnTo>
                    <a:pt x="4246424" y="1419273"/>
                  </a:lnTo>
                  <a:lnTo>
                    <a:pt x="4246569" y="1419273"/>
                  </a:lnTo>
                  <a:lnTo>
                    <a:pt x="4246569" y="1418649"/>
                  </a:lnTo>
                  <a:lnTo>
                    <a:pt x="4246715" y="1418649"/>
                  </a:lnTo>
                  <a:lnTo>
                    <a:pt x="4246860" y="1418649"/>
                  </a:lnTo>
                  <a:lnTo>
                    <a:pt x="4247006" y="1418649"/>
                  </a:lnTo>
                  <a:lnTo>
                    <a:pt x="4247006" y="1418026"/>
                  </a:lnTo>
                  <a:lnTo>
                    <a:pt x="4247006" y="1417402"/>
                  </a:lnTo>
                  <a:lnTo>
                    <a:pt x="4247151" y="1417402"/>
                  </a:lnTo>
                  <a:lnTo>
                    <a:pt x="4247296" y="1417402"/>
                  </a:lnTo>
                  <a:lnTo>
                    <a:pt x="4247442" y="1417402"/>
                  </a:lnTo>
                  <a:lnTo>
                    <a:pt x="4247587" y="1417402"/>
                  </a:lnTo>
                  <a:lnTo>
                    <a:pt x="4247733" y="1417402"/>
                  </a:lnTo>
                  <a:lnTo>
                    <a:pt x="4247878" y="1417402"/>
                  </a:lnTo>
                  <a:lnTo>
                    <a:pt x="4248024" y="1417402"/>
                  </a:lnTo>
                  <a:lnTo>
                    <a:pt x="4248169" y="1417402"/>
                  </a:lnTo>
                  <a:lnTo>
                    <a:pt x="4248314" y="1417402"/>
                  </a:lnTo>
                  <a:lnTo>
                    <a:pt x="4248460" y="1417402"/>
                  </a:lnTo>
                  <a:lnTo>
                    <a:pt x="4248605" y="1417402"/>
                  </a:lnTo>
                  <a:lnTo>
                    <a:pt x="4248751" y="1417402"/>
                  </a:lnTo>
                  <a:lnTo>
                    <a:pt x="4248896" y="1417402"/>
                  </a:lnTo>
                  <a:lnTo>
                    <a:pt x="4249042" y="1417402"/>
                  </a:lnTo>
                  <a:lnTo>
                    <a:pt x="4249187" y="1417402"/>
                  </a:lnTo>
                  <a:lnTo>
                    <a:pt x="4249332" y="1417402"/>
                  </a:lnTo>
                  <a:lnTo>
                    <a:pt x="4249478" y="1417402"/>
                  </a:lnTo>
                  <a:lnTo>
                    <a:pt x="4249623" y="1417402"/>
                  </a:lnTo>
                  <a:lnTo>
                    <a:pt x="4249769" y="1417402"/>
                  </a:lnTo>
                  <a:lnTo>
                    <a:pt x="4249914" y="1417402"/>
                  </a:lnTo>
                  <a:lnTo>
                    <a:pt x="4250060" y="1417402"/>
                  </a:lnTo>
                  <a:lnTo>
                    <a:pt x="4250205" y="1417402"/>
                  </a:lnTo>
                  <a:lnTo>
                    <a:pt x="4250350" y="1417402"/>
                  </a:lnTo>
                  <a:lnTo>
                    <a:pt x="4250496" y="1417402"/>
                  </a:lnTo>
                  <a:lnTo>
                    <a:pt x="4250641" y="1417402"/>
                  </a:lnTo>
                  <a:lnTo>
                    <a:pt x="4250641" y="1416779"/>
                  </a:lnTo>
                  <a:lnTo>
                    <a:pt x="4250787" y="1416779"/>
                  </a:lnTo>
                  <a:lnTo>
                    <a:pt x="4250932" y="1416779"/>
                  </a:lnTo>
                  <a:lnTo>
                    <a:pt x="4251078" y="1416779"/>
                  </a:lnTo>
                  <a:lnTo>
                    <a:pt x="4251078" y="1416155"/>
                  </a:lnTo>
                  <a:lnTo>
                    <a:pt x="4251223" y="1416155"/>
                  </a:lnTo>
                  <a:lnTo>
                    <a:pt x="4251368" y="1416155"/>
                  </a:lnTo>
                  <a:lnTo>
                    <a:pt x="4251514" y="1416155"/>
                  </a:lnTo>
                  <a:lnTo>
                    <a:pt x="4251659" y="1416155"/>
                  </a:lnTo>
                  <a:lnTo>
                    <a:pt x="4251805" y="1416155"/>
                  </a:lnTo>
                  <a:lnTo>
                    <a:pt x="4251950" y="1416155"/>
                  </a:lnTo>
                  <a:lnTo>
                    <a:pt x="4252096" y="1416155"/>
                  </a:lnTo>
                  <a:lnTo>
                    <a:pt x="4252241" y="1416155"/>
                  </a:lnTo>
                  <a:lnTo>
                    <a:pt x="4252386" y="1416155"/>
                  </a:lnTo>
                  <a:lnTo>
                    <a:pt x="4252386" y="1415531"/>
                  </a:lnTo>
                  <a:lnTo>
                    <a:pt x="4252532" y="1415531"/>
                  </a:lnTo>
                  <a:lnTo>
                    <a:pt x="4252677" y="1415531"/>
                  </a:lnTo>
                  <a:lnTo>
                    <a:pt x="4252823" y="1415531"/>
                  </a:lnTo>
                  <a:lnTo>
                    <a:pt x="4252968" y="1415531"/>
                  </a:lnTo>
                  <a:lnTo>
                    <a:pt x="4253114" y="1415531"/>
                  </a:lnTo>
                  <a:lnTo>
                    <a:pt x="4253259" y="1415531"/>
                  </a:lnTo>
                  <a:lnTo>
                    <a:pt x="4253404" y="1415531"/>
                  </a:lnTo>
                  <a:lnTo>
                    <a:pt x="4253550" y="1415531"/>
                  </a:lnTo>
                  <a:lnTo>
                    <a:pt x="4253695" y="1415531"/>
                  </a:lnTo>
                  <a:lnTo>
                    <a:pt x="4253841" y="1415531"/>
                  </a:lnTo>
                  <a:lnTo>
                    <a:pt x="4253986" y="1415531"/>
                  </a:lnTo>
                  <a:lnTo>
                    <a:pt x="4254131" y="1415531"/>
                  </a:lnTo>
                  <a:lnTo>
                    <a:pt x="4254277" y="1415531"/>
                  </a:lnTo>
                  <a:lnTo>
                    <a:pt x="4254422" y="1415531"/>
                  </a:lnTo>
                  <a:lnTo>
                    <a:pt x="4254568" y="1415531"/>
                  </a:lnTo>
                  <a:lnTo>
                    <a:pt x="4254713" y="1415531"/>
                  </a:lnTo>
                  <a:lnTo>
                    <a:pt x="4254859" y="1415531"/>
                  </a:lnTo>
                  <a:lnTo>
                    <a:pt x="4255004" y="1415531"/>
                  </a:lnTo>
                  <a:lnTo>
                    <a:pt x="4255149" y="1415531"/>
                  </a:lnTo>
                  <a:lnTo>
                    <a:pt x="4255149" y="1414908"/>
                  </a:lnTo>
                  <a:lnTo>
                    <a:pt x="4255149" y="1414284"/>
                  </a:lnTo>
                  <a:lnTo>
                    <a:pt x="4255295" y="1414284"/>
                  </a:lnTo>
                  <a:lnTo>
                    <a:pt x="4255440" y="1414284"/>
                  </a:lnTo>
                  <a:lnTo>
                    <a:pt x="4255586" y="1414284"/>
                  </a:lnTo>
                  <a:lnTo>
                    <a:pt x="4255731" y="1414284"/>
                  </a:lnTo>
                  <a:lnTo>
                    <a:pt x="4255877" y="1414284"/>
                  </a:lnTo>
                  <a:lnTo>
                    <a:pt x="4256022" y="1414284"/>
                  </a:lnTo>
                  <a:lnTo>
                    <a:pt x="4256167" y="1414284"/>
                  </a:lnTo>
                  <a:lnTo>
                    <a:pt x="4256313" y="1414284"/>
                  </a:lnTo>
                  <a:lnTo>
                    <a:pt x="4256458" y="1414284"/>
                  </a:lnTo>
                  <a:lnTo>
                    <a:pt x="4256604" y="1414284"/>
                  </a:lnTo>
                  <a:lnTo>
                    <a:pt x="4256749" y="1414284"/>
                  </a:lnTo>
                  <a:lnTo>
                    <a:pt x="4256895" y="1414284"/>
                  </a:lnTo>
                  <a:lnTo>
                    <a:pt x="4257040" y="1414284"/>
                  </a:lnTo>
                  <a:lnTo>
                    <a:pt x="4257185" y="1414284"/>
                  </a:lnTo>
                  <a:lnTo>
                    <a:pt x="4257331" y="1414284"/>
                  </a:lnTo>
                  <a:lnTo>
                    <a:pt x="4257476" y="1414284"/>
                  </a:lnTo>
                  <a:lnTo>
                    <a:pt x="4257622" y="1414284"/>
                  </a:lnTo>
                  <a:lnTo>
                    <a:pt x="4257767" y="1414284"/>
                  </a:lnTo>
                  <a:lnTo>
                    <a:pt x="4257913" y="1414284"/>
                  </a:lnTo>
                  <a:lnTo>
                    <a:pt x="4257913" y="1413661"/>
                  </a:lnTo>
                  <a:lnTo>
                    <a:pt x="4258058" y="1413661"/>
                  </a:lnTo>
                  <a:lnTo>
                    <a:pt x="4258058" y="1413037"/>
                  </a:lnTo>
                  <a:lnTo>
                    <a:pt x="4258203" y="1413037"/>
                  </a:lnTo>
                  <a:lnTo>
                    <a:pt x="4258349" y="1413037"/>
                  </a:lnTo>
                  <a:lnTo>
                    <a:pt x="4258494" y="1413037"/>
                  </a:lnTo>
                  <a:lnTo>
                    <a:pt x="4258640" y="1413037"/>
                  </a:lnTo>
                  <a:lnTo>
                    <a:pt x="4258785" y="1413037"/>
                  </a:lnTo>
                  <a:lnTo>
                    <a:pt x="4258931" y="1413037"/>
                  </a:lnTo>
                  <a:lnTo>
                    <a:pt x="4259076" y="1413037"/>
                  </a:lnTo>
                  <a:lnTo>
                    <a:pt x="4259221" y="1413037"/>
                  </a:lnTo>
                  <a:lnTo>
                    <a:pt x="4259221" y="1412413"/>
                  </a:lnTo>
                  <a:lnTo>
                    <a:pt x="4259367" y="1412413"/>
                  </a:lnTo>
                  <a:lnTo>
                    <a:pt x="4259512" y="1412413"/>
                  </a:lnTo>
                  <a:lnTo>
                    <a:pt x="4259512" y="1411790"/>
                  </a:lnTo>
                  <a:lnTo>
                    <a:pt x="4259658" y="1411790"/>
                  </a:lnTo>
                  <a:lnTo>
                    <a:pt x="4259658" y="1411166"/>
                  </a:lnTo>
                  <a:lnTo>
                    <a:pt x="4259803" y="1411166"/>
                  </a:lnTo>
                  <a:lnTo>
                    <a:pt x="4259803" y="1410543"/>
                  </a:lnTo>
                  <a:lnTo>
                    <a:pt x="4259949" y="1410543"/>
                  </a:lnTo>
                  <a:lnTo>
                    <a:pt x="4260094" y="1410543"/>
                  </a:lnTo>
                  <a:lnTo>
                    <a:pt x="4260094" y="1409919"/>
                  </a:lnTo>
                  <a:lnTo>
                    <a:pt x="4260239" y="1409919"/>
                  </a:lnTo>
                  <a:lnTo>
                    <a:pt x="4260385" y="1409919"/>
                  </a:lnTo>
                  <a:lnTo>
                    <a:pt x="4260530" y="1409919"/>
                  </a:lnTo>
                  <a:lnTo>
                    <a:pt x="4260676" y="1409919"/>
                  </a:lnTo>
                  <a:lnTo>
                    <a:pt x="4260676" y="1409296"/>
                  </a:lnTo>
                  <a:lnTo>
                    <a:pt x="4260821" y="1409296"/>
                  </a:lnTo>
                  <a:lnTo>
                    <a:pt x="4260966" y="1409296"/>
                  </a:lnTo>
                  <a:lnTo>
                    <a:pt x="4261112" y="1409296"/>
                  </a:lnTo>
                  <a:lnTo>
                    <a:pt x="4261112" y="1408672"/>
                  </a:lnTo>
                  <a:lnTo>
                    <a:pt x="4261257" y="1408672"/>
                  </a:lnTo>
                  <a:lnTo>
                    <a:pt x="4261403" y="1408672"/>
                  </a:lnTo>
                  <a:lnTo>
                    <a:pt x="4261548" y="1408672"/>
                  </a:lnTo>
                  <a:lnTo>
                    <a:pt x="4261694" y="1408672"/>
                  </a:lnTo>
                  <a:lnTo>
                    <a:pt x="4261839" y="1408672"/>
                  </a:lnTo>
                  <a:lnTo>
                    <a:pt x="4261984" y="1408672"/>
                  </a:lnTo>
                  <a:lnTo>
                    <a:pt x="4262130" y="1408672"/>
                  </a:lnTo>
                  <a:lnTo>
                    <a:pt x="4262275" y="1408672"/>
                  </a:lnTo>
                  <a:lnTo>
                    <a:pt x="4262421" y="1408672"/>
                  </a:lnTo>
                  <a:lnTo>
                    <a:pt x="4262421" y="1408048"/>
                  </a:lnTo>
                  <a:lnTo>
                    <a:pt x="4262566" y="1408048"/>
                  </a:lnTo>
                  <a:lnTo>
                    <a:pt x="4262712" y="1408048"/>
                  </a:lnTo>
                  <a:lnTo>
                    <a:pt x="4262857" y="1408048"/>
                  </a:lnTo>
                  <a:lnTo>
                    <a:pt x="4263002" y="1408048"/>
                  </a:lnTo>
                  <a:lnTo>
                    <a:pt x="4263148" y="1408048"/>
                  </a:lnTo>
                  <a:lnTo>
                    <a:pt x="4263293" y="1408048"/>
                  </a:lnTo>
                  <a:lnTo>
                    <a:pt x="4263293" y="1407425"/>
                  </a:lnTo>
                  <a:lnTo>
                    <a:pt x="4263439" y="1407425"/>
                  </a:lnTo>
                  <a:lnTo>
                    <a:pt x="4263584" y="1407425"/>
                  </a:lnTo>
                  <a:lnTo>
                    <a:pt x="4263730" y="1407425"/>
                  </a:lnTo>
                  <a:lnTo>
                    <a:pt x="4263875" y="1407425"/>
                  </a:lnTo>
                  <a:lnTo>
                    <a:pt x="4264020" y="1407425"/>
                  </a:lnTo>
                  <a:lnTo>
                    <a:pt x="4264166" y="1407425"/>
                  </a:lnTo>
                  <a:lnTo>
                    <a:pt x="4264311" y="1407425"/>
                  </a:lnTo>
                  <a:lnTo>
                    <a:pt x="4264457" y="1407425"/>
                  </a:lnTo>
                  <a:lnTo>
                    <a:pt x="4264602" y="1407425"/>
                  </a:lnTo>
                  <a:lnTo>
                    <a:pt x="4264602" y="1406801"/>
                  </a:lnTo>
                  <a:lnTo>
                    <a:pt x="4264748" y="1406801"/>
                  </a:lnTo>
                  <a:lnTo>
                    <a:pt x="4264893" y="1406801"/>
                  </a:lnTo>
                  <a:lnTo>
                    <a:pt x="4265038" y="1406801"/>
                  </a:lnTo>
                  <a:lnTo>
                    <a:pt x="4265184" y="1406801"/>
                  </a:lnTo>
                  <a:lnTo>
                    <a:pt x="4265329" y="1406801"/>
                  </a:lnTo>
                  <a:lnTo>
                    <a:pt x="4265475" y="1406801"/>
                  </a:lnTo>
                  <a:lnTo>
                    <a:pt x="4265475" y="1406178"/>
                  </a:lnTo>
                  <a:lnTo>
                    <a:pt x="4265475" y="1405554"/>
                  </a:lnTo>
                  <a:lnTo>
                    <a:pt x="4265620" y="1405554"/>
                  </a:lnTo>
                  <a:lnTo>
                    <a:pt x="4265766" y="1405554"/>
                  </a:lnTo>
                  <a:lnTo>
                    <a:pt x="4265911" y="1405554"/>
                  </a:lnTo>
                  <a:lnTo>
                    <a:pt x="4266056" y="1405554"/>
                  </a:lnTo>
                  <a:lnTo>
                    <a:pt x="4266202" y="1405554"/>
                  </a:lnTo>
                  <a:lnTo>
                    <a:pt x="4266347" y="1405554"/>
                  </a:lnTo>
                  <a:lnTo>
                    <a:pt x="4266493" y="1405554"/>
                  </a:lnTo>
                  <a:lnTo>
                    <a:pt x="4266638" y="1405554"/>
                  </a:lnTo>
                  <a:lnTo>
                    <a:pt x="4266638" y="1404930"/>
                  </a:lnTo>
                  <a:lnTo>
                    <a:pt x="4266784" y="1404930"/>
                  </a:lnTo>
                  <a:lnTo>
                    <a:pt x="4266929" y="1404930"/>
                  </a:lnTo>
                  <a:lnTo>
                    <a:pt x="4267074" y="1404930"/>
                  </a:lnTo>
                  <a:lnTo>
                    <a:pt x="4267220" y="1404930"/>
                  </a:lnTo>
                  <a:lnTo>
                    <a:pt x="4267365" y="1404930"/>
                  </a:lnTo>
                  <a:lnTo>
                    <a:pt x="4267511" y="1404930"/>
                  </a:lnTo>
                  <a:lnTo>
                    <a:pt x="4267656" y="1404930"/>
                  </a:lnTo>
                  <a:lnTo>
                    <a:pt x="4267801" y="1404930"/>
                  </a:lnTo>
                  <a:lnTo>
                    <a:pt x="4267947" y="1404930"/>
                  </a:lnTo>
                  <a:lnTo>
                    <a:pt x="4267947" y="1404307"/>
                  </a:lnTo>
                  <a:lnTo>
                    <a:pt x="4268092" y="1404307"/>
                  </a:lnTo>
                  <a:lnTo>
                    <a:pt x="4268238" y="1404307"/>
                  </a:lnTo>
                  <a:lnTo>
                    <a:pt x="4268383" y="1404307"/>
                  </a:lnTo>
                  <a:lnTo>
                    <a:pt x="4268529" y="1404307"/>
                  </a:lnTo>
                  <a:lnTo>
                    <a:pt x="4268674" y="1404307"/>
                  </a:lnTo>
                  <a:lnTo>
                    <a:pt x="4268819" y="1404307"/>
                  </a:lnTo>
                  <a:lnTo>
                    <a:pt x="4268965" y="1404307"/>
                  </a:lnTo>
                  <a:lnTo>
                    <a:pt x="4269110" y="1404307"/>
                  </a:lnTo>
                  <a:lnTo>
                    <a:pt x="4269256" y="1404307"/>
                  </a:lnTo>
                  <a:lnTo>
                    <a:pt x="4269401" y="1404307"/>
                  </a:lnTo>
                  <a:lnTo>
                    <a:pt x="4269547" y="1404307"/>
                  </a:lnTo>
                  <a:lnTo>
                    <a:pt x="4269547" y="1403683"/>
                  </a:lnTo>
                  <a:lnTo>
                    <a:pt x="4269692" y="1403683"/>
                  </a:lnTo>
                  <a:lnTo>
                    <a:pt x="4269837" y="1403683"/>
                  </a:lnTo>
                  <a:lnTo>
                    <a:pt x="4269983" y="1403683"/>
                  </a:lnTo>
                  <a:lnTo>
                    <a:pt x="4270128" y="1403683"/>
                  </a:lnTo>
                  <a:lnTo>
                    <a:pt x="4270274" y="1403683"/>
                  </a:lnTo>
                  <a:lnTo>
                    <a:pt x="4270419" y="1403683"/>
                  </a:lnTo>
                  <a:lnTo>
                    <a:pt x="4270565" y="1403683"/>
                  </a:lnTo>
                  <a:lnTo>
                    <a:pt x="4270565" y="1403060"/>
                  </a:lnTo>
                  <a:lnTo>
                    <a:pt x="4270710" y="1403060"/>
                  </a:lnTo>
                  <a:lnTo>
                    <a:pt x="4270855" y="1403060"/>
                  </a:lnTo>
                  <a:lnTo>
                    <a:pt x="4270855" y="1402436"/>
                  </a:lnTo>
                  <a:lnTo>
                    <a:pt x="4271001" y="1402436"/>
                  </a:lnTo>
                  <a:lnTo>
                    <a:pt x="4271146" y="1402436"/>
                  </a:lnTo>
                  <a:lnTo>
                    <a:pt x="4271292" y="1402436"/>
                  </a:lnTo>
                  <a:lnTo>
                    <a:pt x="4271437" y="1402436"/>
                  </a:lnTo>
                  <a:lnTo>
                    <a:pt x="4271583" y="1402436"/>
                  </a:lnTo>
                  <a:lnTo>
                    <a:pt x="4271728" y="1402436"/>
                  </a:lnTo>
                  <a:lnTo>
                    <a:pt x="4271873" y="1402436"/>
                  </a:lnTo>
                  <a:lnTo>
                    <a:pt x="4272019" y="1402436"/>
                  </a:lnTo>
                  <a:lnTo>
                    <a:pt x="4272164" y="1402436"/>
                  </a:lnTo>
                  <a:lnTo>
                    <a:pt x="4272164" y="1401813"/>
                  </a:lnTo>
                  <a:lnTo>
                    <a:pt x="4272310" y="1401813"/>
                  </a:lnTo>
                  <a:lnTo>
                    <a:pt x="4272455" y="1401813"/>
                  </a:lnTo>
                  <a:lnTo>
                    <a:pt x="4272601" y="1401813"/>
                  </a:lnTo>
                  <a:lnTo>
                    <a:pt x="4272746" y="1401813"/>
                  </a:lnTo>
                  <a:lnTo>
                    <a:pt x="4272891" y="1401813"/>
                  </a:lnTo>
                  <a:lnTo>
                    <a:pt x="4273037" y="1401813"/>
                  </a:lnTo>
                  <a:lnTo>
                    <a:pt x="4273182" y="1401813"/>
                  </a:lnTo>
                  <a:lnTo>
                    <a:pt x="4273328" y="1401813"/>
                  </a:lnTo>
                  <a:lnTo>
                    <a:pt x="4273473" y="1401813"/>
                  </a:lnTo>
                  <a:lnTo>
                    <a:pt x="4273619" y="1401813"/>
                  </a:lnTo>
                  <a:lnTo>
                    <a:pt x="4273764" y="1401813"/>
                  </a:lnTo>
                  <a:lnTo>
                    <a:pt x="4273909" y="1401813"/>
                  </a:lnTo>
                  <a:lnTo>
                    <a:pt x="4274055" y="1401813"/>
                  </a:lnTo>
                  <a:lnTo>
                    <a:pt x="4274200" y="1401813"/>
                  </a:lnTo>
                  <a:lnTo>
                    <a:pt x="4274346" y="1401813"/>
                  </a:lnTo>
                  <a:lnTo>
                    <a:pt x="4274491" y="1401813"/>
                  </a:lnTo>
                  <a:lnTo>
                    <a:pt x="4274636" y="1401813"/>
                  </a:lnTo>
                  <a:lnTo>
                    <a:pt x="4274636" y="1401189"/>
                  </a:lnTo>
                  <a:lnTo>
                    <a:pt x="4274782" y="1401189"/>
                  </a:lnTo>
                  <a:lnTo>
                    <a:pt x="4274927" y="1401189"/>
                  </a:lnTo>
                  <a:lnTo>
                    <a:pt x="4275073" y="1401189"/>
                  </a:lnTo>
                  <a:lnTo>
                    <a:pt x="4275218" y="1401189"/>
                  </a:lnTo>
                  <a:lnTo>
                    <a:pt x="4275364" y="1401189"/>
                  </a:lnTo>
                  <a:lnTo>
                    <a:pt x="4275509" y="1401189"/>
                  </a:lnTo>
                  <a:lnTo>
                    <a:pt x="4275654" y="1401189"/>
                  </a:lnTo>
                  <a:lnTo>
                    <a:pt x="4275654" y="1400565"/>
                  </a:lnTo>
                  <a:lnTo>
                    <a:pt x="4275800" y="1400565"/>
                  </a:lnTo>
                  <a:lnTo>
                    <a:pt x="4275945" y="1400565"/>
                  </a:lnTo>
                  <a:lnTo>
                    <a:pt x="4276091" y="1400565"/>
                  </a:lnTo>
                  <a:lnTo>
                    <a:pt x="4276236" y="1400565"/>
                  </a:lnTo>
                  <a:lnTo>
                    <a:pt x="4276382" y="1400565"/>
                  </a:lnTo>
                  <a:lnTo>
                    <a:pt x="4276527" y="1400565"/>
                  </a:lnTo>
                  <a:lnTo>
                    <a:pt x="4276672" y="1400565"/>
                  </a:lnTo>
                  <a:lnTo>
                    <a:pt x="4276818" y="1400565"/>
                  </a:lnTo>
                  <a:lnTo>
                    <a:pt x="4276818" y="1399942"/>
                  </a:lnTo>
                  <a:lnTo>
                    <a:pt x="4276963" y="1399942"/>
                  </a:lnTo>
                  <a:lnTo>
                    <a:pt x="4277109" y="1399942"/>
                  </a:lnTo>
                  <a:lnTo>
                    <a:pt x="4277254" y="1399942"/>
                  </a:lnTo>
                  <a:lnTo>
                    <a:pt x="4277400" y="1399942"/>
                  </a:lnTo>
                  <a:lnTo>
                    <a:pt x="4277545" y="1399942"/>
                  </a:lnTo>
                  <a:lnTo>
                    <a:pt x="4277690" y="1399942"/>
                  </a:lnTo>
                  <a:lnTo>
                    <a:pt x="4277836" y="1399942"/>
                  </a:lnTo>
                  <a:lnTo>
                    <a:pt x="4277836" y="1399318"/>
                  </a:lnTo>
                  <a:lnTo>
                    <a:pt x="4277836" y="1398695"/>
                  </a:lnTo>
                  <a:lnTo>
                    <a:pt x="4277981" y="1398695"/>
                  </a:lnTo>
                  <a:lnTo>
                    <a:pt x="4278127" y="1398695"/>
                  </a:lnTo>
                  <a:lnTo>
                    <a:pt x="4278272" y="1398695"/>
                  </a:lnTo>
                  <a:lnTo>
                    <a:pt x="4278272" y="1398071"/>
                  </a:lnTo>
                  <a:lnTo>
                    <a:pt x="4278418" y="1398071"/>
                  </a:lnTo>
                  <a:lnTo>
                    <a:pt x="4278563" y="1398071"/>
                  </a:lnTo>
                  <a:lnTo>
                    <a:pt x="4278708" y="1398071"/>
                  </a:lnTo>
                  <a:lnTo>
                    <a:pt x="4278854" y="1398071"/>
                  </a:lnTo>
                  <a:lnTo>
                    <a:pt x="4278999" y="1398071"/>
                  </a:lnTo>
                  <a:lnTo>
                    <a:pt x="4279145" y="1398071"/>
                  </a:lnTo>
                  <a:lnTo>
                    <a:pt x="4279290" y="1398071"/>
                  </a:lnTo>
                  <a:lnTo>
                    <a:pt x="4279436" y="1398071"/>
                  </a:lnTo>
                  <a:lnTo>
                    <a:pt x="4279581" y="1398071"/>
                  </a:lnTo>
                  <a:lnTo>
                    <a:pt x="4279726" y="1398071"/>
                  </a:lnTo>
                  <a:lnTo>
                    <a:pt x="4279872" y="1398071"/>
                  </a:lnTo>
                  <a:lnTo>
                    <a:pt x="4280017" y="1398071"/>
                  </a:lnTo>
                  <a:lnTo>
                    <a:pt x="4280163" y="1398071"/>
                  </a:lnTo>
                  <a:lnTo>
                    <a:pt x="4280308" y="1398071"/>
                  </a:lnTo>
                  <a:lnTo>
                    <a:pt x="4280454" y="1398071"/>
                  </a:lnTo>
                  <a:lnTo>
                    <a:pt x="4280599" y="1398071"/>
                  </a:lnTo>
                  <a:lnTo>
                    <a:pt x="4280744" y="1398071"/>
                  </a:lnTo>
                  <a:lnTo>
                    <a:pt x="4280890" y="1398071"/>
                  </a:lnTo>
                  <a:lnTo>
                    <a:pt x="4281035" y="1398071"/>
                  </a:lnTo>
                  <a:lnTo>
                    <a:pt x="4281181" y="1398071"/>
                  </a:lnTo>
                  <a:lnTo>
                    <a:pt x="4281326" y="1398071"/>
                  </a:lnTo>
                  <a:lnTo>
                    <a:pt x="4281471" y="1398071"/>
                  </a:lnTo>
                  <a:lnTo>
                    <a:pt x="4281471" y="1397447"/>
                  </a:lnTo>
                  <a:lnTo>
                    <a:pt x="4281617" y="1397447"/>
                  </a:lnTo>
                  <a:lnTo>
                    <a:pt x="4281762" y="1397447"/>
                  </a:lnTo>
                  <a:lnTo>
                    <a:pt x="4281908" y="1397447"/>
                  </a:lnTo>
                  <a:lnTo>
                    <a:pt x="4282053" y="1397447"/>
                  </a:lnTo>
                  <a:lnTo>
                    <a:pt x="4282199" y="1397447"/>
                  </a:lnTo>
                  <a:lnTo>
                    <a:pt x="4282344" y="1397447"/>
                  </a:lnTo>
                  <a:lnTo>
                    <a:pt x="4282489" y="1397447"/>
                  </a:lnTo>
                  <a:lnTo>
                    <a:pt x="4282635" y="1397447"/>
                  </a:lnTo>
                  <a:lnTo>
                    <a:pt x="4282780" y="1397447"/>
                  </a:lnTo>
                  <a:lnTo>
                    <a:pt x="4282780" y="1396824"/>
                  </a:lnTo>
                  <a:lnTo>
                    <a:pt x="4282926" y="1396824"/>
                  </a:lnTo>
                  <a:lnTo>
                    <a:pt x="4282926" y="1396200"/>
                  </a:lnTo>
                  <a:lnTo>
                    <a:pt x="4282926" y="1395577"/>
                  </a:lnTo>
                  <a:lnTo>
                    <a:pt x="4283071" y="1395577"/>
                  </a:lnTo>
                  <a:lnTo>
                    <a:pt x="4283217" y="1395577"/>
                  </a:lnTo>
                  <a:lnTo>
                    <a:pt x="4283362" y="1395577"/>
                  </a:lnTo>
                  <a:lnTo>
                    <a:pt x="4283507" y="1395577"/>
                  </a:lnTo>
                  <a:lnTo>
                    <a:pt x="4283507" y="1394953"/>
                  </a:lnTo>
                  <a:lnTo>
                    <a:pt x="4283653" y="1394953"/>
                  </a:lnTo>
                  <a:lnTo>
                    <a:pt x="4283798" y="1394953"/>
                  </a:lnTo>
                  <a:lnTo>
                    <a:pt x="4283944" y="1394953"/>
                  </a:lnTo>
                  <a:lnTo>
                    <a:pt x="4284089" y="1394953"/>
                  </a:lnTo>
                  <a:lnTo>
                    <a:pt x="4284235" y="1394953"/>
                  </a:lnTo>
                  <a:lnTo>
                    <a:pt x="4284380" y="1394953"/>
                  </a:lnTo>
                  <a:lnTo>
                    <a:pt x="4284525" y="1394953"/>
                  </a:lnTo>
                  <a:lnTo>
                    <a:pt x="4284671" y="1394953"/>
                  </a:lnTo>
                  <a:lnTo>
                    <a:pt x="4284816" y="1394953"/>
                  </a:lnTo>
                  <a:lnTo>
                    <a:pt x="4284962" y="1394953"/>
                  </a:lnTo>
                  <a:lnTo>
                    <a:pt x="4285107" y="1394953"/>
                  </a:lnTo>
                  <a:lnTo>
                    <a:pt x="4285253" y="1394953"/>
                  </a:lnTo>
                  <a:lnTo>
                    <a:pt x="4285398" y="1394953"/>
                  </a:lnTo>
                  <a:lnTo>
                    <a:pt x="4285543" y="1394953"/>
                  </a:lnTo>
                  <a:lnTo>
                    <a:pt x="4285689" y="1394953"/>
                  </a:lnTo>
                  <a:lnTo>
                    <a:pt x="4285834" y="1394953"/>
                  </a:lnTo>
                  <a:lnTo>
                    <a:pt x="4285834" y="1394330"/>
                  </a:lnTo>
                  <a:lnTo>
                    <a:pt x="4285980" y="1394330"/>
                  </a:lnTo>
                  <a:lnTo>
                    <a:pt x="4286125" y="1394330"/>
                  </a:lnTo>
                  <a:lnTo>
                    <a:pt x="4286271" y="1394330"/>
                  </a:lnTo>
                  <a:lnTo>
                    <a:pt x="4286416" y="1394330"/>
                  </a:lnTo>
                  <a:lnTo>
                    <a:pt x="4286561" y="1394330"/>
                  </a:lnTo>
                  <a:lnTo>
                    <a:pt x="4286707" y="1394330"/>
                  </a:lnTo>
                  <a:lnTo>
                    <a:pt x="4286852" y="1394330"/>
                  </a:lnTo>
                  <a:lnTo>
                    <a:pt x="4286998" y="1394330"/>
                  </a:lnTo>
                  <a:lnTo>
                    <a:pt x="4287143" y="1394330"/>
                  </a:lnTo>
                  <a:lnTo>
                    <a:pt x="4287143" y="1393706"/>
                  </a:lnTo>
                  <a:lnTo>
                    <a:pt x="4287288" y="1393706"/>
                  </a:lnTo>
                  <a:lnTo>
                    <a:pt x="4287288" y="1393082"/>
                  </a:lnTo>
                  <a:lnTo>
                    <a:pt x="4287434" y="1393082"/>
                  </a:lnTo>
                  <a:lnTo>
                    <a:pt x="4287579" y="1393082"/>
                  </a:lnTo>
                  <a:lnTo>
                    <a:pt x="4287725" y="1393082"/>
                  </a:lnTo>
                  <a:lnTo>
                    <a:pt x="4287870" y="1393082"/>
                  </a:lnTo>
                  <a:lnTo>
                    <a:pt x="4288016" y="1393082"/>
                  </a:lnTo>
                  <a:lnTo>
                    <a:pt x="4288161" y="1393082"/>
                  </a:lnTo>
                  <a:lnTo>
                    <a:pt x="4288161" y="1392459"/>
                  </a:lnTo>
                  <a:lnTo>
                    <a:pt x="4288306" y="1392459"/>
                  </a:lnTo>
                  <a:lnTo>
                    <a:pt x="4288452" y="1392459"/>
                  </a:lnTo>
                  <a:lnTo>
                    <a:pt x="4288597" y="1392459"/>
                  </a:lnTo>
                  <a:lnTo>
                    <a:pt x="4288743" y="1392459"/>
                  </a:lnTo>
                  <a:lnTo>
                    <a:pt x="4288888" y="1392459"/>
                  </a:lnTo>
                  <a:lnTo>
                    <a:pt x="4289034" y="1392459"/>
                  </a:lnTo>
                  <a:lnTo>
                    <a:pt x="4289179" y="1392459"/>
                  </a:lnTo>
                  <a:lnTo>
                    <a:pt x="4289324" y="1392459"/>
                  </a:lnTo>
                  <a:lnTo>
                    <a:pt x="4289470" y="1392459"/>
                  </a:lnTo>
                  <a:lnTo>
                    <a:pt x="4289615" y="1392459"/>
                  </a:lnTo>
                  <a:lnTo>
                    <a:pt x="4289761" y="1392459"/>
                  </a:lnTo>
                  <a:lnTo>
                    <a:pt x="4289761" y="1391835"/>
                  </a:lnTo>
                  <a:lnTo>
                    <a:pt x="4289906" y="1391835"/>
                  </a:lnTo>
                  <a:lnTo>
                    <a:pt x="4290052" y="1391835"/>
                  </a:lnTo>
                  <a:lnTo>
                    <a:pt x="4290052" y="1391212"/>
                  </a:lnTo>
                  <a:lnTo>
                    <a:pt x="4290197" y="1391212"/>
                  </a:lnTo>
                  <a:lnTo>
                    <a:pt x="4290342" y="1391212"/>
                  </a:lnTo>
                  <a:lnTo>
                    <a:pt x="4290488" y="1391212"/>
                  </a:lnTo>
                  <a:lnTo>
                    <a:pt x="4290633" y="1391212"/>
                  </a:lnTo>
                  <a:lnTo>
                    <a:pt x="4290779" y="1391212"/>
                  </a:lnTo>
                  <a:lnTo>
                    <a:pt x="4290924" y="1391212"/>
                  </a:lnTo>
                  <a:lnTo>
                    <a:pt x="4290924" y="1390588"/>
                  </a:lnTo>
                  <a:lnTo>
                    <a:pt x="4290924" y="1389964"/>
                  </a:lnTo>
                  <a:lnTo>
                    <a:pt x="4291070" y="1389964"/>
                  </a:lnTo>
                  <a:lnTo>
                    <a:pt x="4291215" y="1389964"/>
                  </a:lnTo>
                  <a:lnTo>
                    <a:pt x="4291360" y="1389964"/>
                  </a:lnTo>
                  <a:lnTo>
                    <a:pt x="4291506" y="1389964"/>
                  </a:lnTo>
                  <a:lnTo>
                    <a:pt x="4291651" y="1389964"/>
                  </a:lnTo>
                  <a:lnTo>
                    <a:pt x="4291797" y="1389964"/>
                  </a:lnTo>
                  <a:lnTo>
                    <a:pt x="4291942" y="1389964"/>
                  </a:lnTo>
                  <a:lnTo>
                    <a:pt x="4292088" y="1389964"/>
                  </a:lnTo>
                  <a:lnTo>
                    <a:pt x="4292233" y="1389964"/>
                  </a:lnTo>
                  <a:lnTo>
                    <a:pt x="4292378" y="1389964"/>
                  </a:lnTo>
                  <a:lnTo>
                    <a:pt x="4292524" y="1389964"/>
                  </a:lnTo>
                  <a:lnTo>
                    <a:pt x="4292669" y="1389964"/>
                  </a:lnTo>
                  <a:lnTo>
                    <a:pt x="4292815" y="1389964"/>
                  </a:lnTo>
                  <a:lnTo>
                    <a:pt x="4292960" y="1389964"/>
                  </a:lnTo>
                  <a:lnTo>
                    <a:pt x="4293106" y="1389964"/>
                  </a:lnTo>
                  <a:lnTo>
                    <a:pt x="4293251" y="1389964"/>
                  </a:lnTo>
                  <a:lnTo>
                    <a:pt x="4293396" y="1389964"/>
                  </a:lnTo>
                  <a:lnTo>
                    <a:pt x="4293542" y="1389964"/>
                  </a:lnTo>
                  <a:lnTo>
                    <a:pt x="4293687" y="1389964"/>
                  </a:lnTo>
                  <a:lnTo>
                    <a:pt x="4293833" y="1389964"/>
                  </a:lnTo>
                  <a:lnTo>
                    <a:pt x="4293978" y="1389964"/>
                  </a:lnTo>
                  <a:lnTo>
                    <a:pt x="4294123" y="1389964"/>
                  </a:lnTo>
                  <a:lnTo>
                    <a:pt x="4294269" y="1389964"/>
                  </a:lnTo>
                  <a:lnTo>
                    <a:pt x="4294414" y="1389964"/>
                  </a:lnTo>
                  <a:lnTo>
                    <a:pt x="4294560" y="1389964"/>
                  </a:lnTo>
                  <a:lnTo>
                    <a:pt x="4294560" y="1389341"/>
                  </a:lnTo>
                  <a:lnTo>
                    <a:pt x="4294705" y="1389341"/>
                  </a:lnTo>
                  <a:lnTo>
                    <a:pt x="4294851" y="1389341"/>
                  </a:lnTo>
                  <a:lnTo>
                    <a:pt x="4294996" y="1389341"/>
                  </a:lnTo>
                  <a:lnTo>
                    <a:pt x="4294996" y="1388717"/>
                  </a:lnTo>
                  <a:lnTo>
                    <a:pt x="4295141" y="1388717"/>
                  </a:lnTo>
                  <a:lnTo>
                    <a:pt x="4295287" y="1388717"/>
                  </a:lnTo>
                  <a:lnTo>
                    <a:pt x="4295432" y="1388717"/>
                  </a:lnTo>
                  <a:lnTo>
                    <a:pt x="4295578" y="1388717"/>
                  </a:lnTo>
                  <a:lnTo>
                    <a:pt x="4295578" y="1388094"/>
                  </a:lnTo>
                  <a:lnTo>
                    <a:pt x="4295723" y="1388094"/>
                  </a:lnTo>
                  <a:lnTo>
                    <a:pt x="4295869" y="1388094"/>
                  </a:lnTo>
                  <a:lnTo>
                    <a:pt x="4296014" y="1388094"/>
                  </a:lnTo>
                  <a:lnTo>
                    <a:pt x="4296014" y="1387470"/>
                  </a:lnTo>
                  <a:lnTo>
                    <a:pt x="4296014" y="1386847"/>
                  </a:lnTo>
                  <a:lnTo>
                    <a:pt x="4296159" y="1386847"/>
                  </a:lnTo>
                  <a:lnTo>
                    <a:pt x="4296305" y="1386847"/>
                  </a:lnTo>
                  <a:lnTo>
                    <a:pt x="4296450" y="1386847"/>
                  </a:lnTo>
                  <a:lnTo>
                    <a:pt x="4296450" y="1386223"/>
                  </a:lnTo>
                  <a:lnTo>
                    <a:pt x="4296596" y="1386223"/>
                  </a:lnTo>
                  <a:lnTo>
                    <a:pt x="4296741" y="1386223"/>
                  </a:lnTo>
                  <a:lnTo>
                    <a:pt x="4296887" y="1386223"/>
                  </a:lnTo>
                  <a:lnTo>
                    <a:pt x="4297032" y="1386223"/>
                  </a:lnTo>
                  <a:lnTo>
                    <a:pt x="4297177" y="1386223"/>
                  </a:lnTo>
                  <a:lnTo>
                    <a:pt x="4297323" y="1386223"/>
                  </a:lnTo>
                  <a:lnTo>
                    <a:pt x="4297468" y="1386223"/>
                  </a:lnTo>
                  <a:lnTo>
                    <a:pt x="4297614" y="1386223"/>
                  </a:lnTo>
                  <a:lnTo>
                    <a:pt x="4297759" y="1386223"/>
                  </a:lnTo>
                  <a:lnTo>
                    <a:pt x="4297905" y="1386223"/>
                  </a:lnTo>
                  <a:lnTo>
                    <a:pt x="4298050" y="1386223"/>
                  </a:lnTo>
                  <a:lnTo>
                    <a:pt x="4298195" y="1386223"/>
                  </a:lnTo>
                  <a:lnTo>
                    <a:pt x="4298341" y="1386223"/>
                  </a:lnTo>
                  <a:lnTo>
                    <a:pt x="4298486" y="1386223"/>
                  </a:lnTo>
                  <a:lnTo>
                    <a:pt x="4298632" y="1386223"/>
                  </a:lnTo>
                  <a:lnTo>
                    <a:pt x="4298777" y="1386223"/>
                  </a:lnTo>
                  <a:lnTo>
                    <a:pt x="4298923" y="1386223"/>
                  </a:lnTo>
                  <a:lnTo>
                    <a:pt x="4299068" y="1386223"/>
                  </a:lnTo>
                  <a:lnTo>
                    <a:pt x="4299213" y="1386223"/>
                  </a:lnTo>
                  <a:lnTo>
                    <a:pt x="4299359" y="1386223"/>
                  </a:lnTo>
                  <a:lnTo>
                    <a:pt x="4299504" y="1386223"/>
                  </a:lnTo>
                  <a:lnTo>
                    <a:pt x="4299650" y="1386223"/>
                  </a:lnTo>
                  <a:lnTo>
                    <a:pt x="4299795" y="1386223"/>
                  </a:lnTo>
                  <a:lnTo>
                    <a:pt x="4299941" y="1386223"/>
                  </a:lnTo>
                  <a:lnTo>
                    <a:pt x="4300086" y="1386223"/>
                  </a:lnTo>
                  <a:lnTo>
                    <a:pt x="4300231" y="1386223"/>
                  </a:lnTo>
                  <a:lnTo>
                    <a:pt x="4300377" y="1386223"/>
                  </a:lnTo>
                  <a:lnTo>
                    <a:pt x="4300522" y="1386223"/>
                  </a:lnTo>
                  <a:lnTo>
                    <a:pt x="4300522" y="1385599"/>
                  </a:lnTo>
                  <a:lnTo>
                    <a:pt x="4300668" y="1385599"/>
                  </a:lnTo>
                  <a:lnTo>
                    <a:pt x="4300813" y="1385599"/>
                  </a:lnTo>
                  <a:lnTo>
                    <a:pt x="4300958" y="1385599"/>
                  </a:lnTo>
                  <a:lnTo>
                    <a:pt x="4301104" y="1385599"/>
                  </a:lnTo>
                  <a:lnTo>
                    <a:pt x="4301104" y="1384976"/>
                  </a:lnTo>
                  <a:lnTo>
                    <a:pt x="4301249" y="1384976"/>
                  </a:lnTo>
                  <a:lnTo>
                    <a:pt x="4301249" y="1384352"/>
                  </a:lnTo>
                  <a:lnTo>
                    <a:pt x="4301395" y="1384352"/>
                  </a:lnTo>
                  <a:lnTo>
                    <a:pt x="4301540" y="1384352"/>
                  </a:lnTo>
                  <a:lnTo>
                    <a:pt x="4301686" y="1384352"/>
                  </a:lnTo>
                  <a:lnTo>
                    <a:pt x="4301831" y="1384352"/>
                  </a:lnTo>
                  <a:lnTo>
                    <a:pt x="4301976" y="1384352"/>
                  </a:lnTo>
                  <a:lnTo>
                    <a:pt x="4302122" y="1384352"/>
                  </a:lnTo>
                  <a:lnTo>
                    <a:pt x="4302267" y="1384352"/>
                  </a:lnTo>
                  <a:lnTo>
                    <a:pt x="4302267" y="1383729"/>
                  </a:lnTo>
                  <a:lnTo>
                    <a:pt x="4302413" y="1383729"/>
                  </a:lnTo>
                  <a:lnTo>
                    <a:pt x="4302558" y="1383729"/>
                  </a:lnTo>
                  <a:lnTo>
                    <a:pt x="4302558" y="1383105"/>
                  </a:lnTo>
                  <a:lnTo>
                    <a:pt x="4302704" y="1383105"/>
                  </a:lnTo>
                  <a:lnTo>
                    <a:pt x="4302849" y="1383105"/>
                  </a:lnTo>
                  <a:lnTo>
                    <a:pt x="4302994" y="1383105"/>
                  </a:lnTo>
                  <a:lnTo>
                    <a:pt x="4303140" y="1383105"/>
                  </a:lnTo>
                  <a:lnTo>
                    <a:pt x="4303285" y="1383105"/>
                  </a:lnTo>
                  <a:lnTo>
                    <a:pt x="4303431" y="1383105"/>
                  </a:lnTo>
                  <a:lnTo>
                    <a:pt x="4303576" y="1383105"/>
                  </a:lnTo>
                  <a:lnTo>
                    <a:pt x="4303576" y="1382482"/>
                  </a:lnTo>
                  <a:lnTo>
                    <a:pt x="4303722" y="1382482"/>
                  </a:lnTo>
                  <a:lnTo>
                    <a:pt x="4303867" y="1382482"/>
                  </a:lnTo>
                  <a:lnTo>
                    <a:pt x="4304012" y="1382482"/>
                  </a:lnTo>
                  <a:lnTo>
                    <a:pt x="4304158" y="1382482"/>
                  </a:lnTo>
                  <a:lnTo>
                    <a:pt x="4304303" y="1382482"/>
                  </a:lnTo>
                  <a:lnTo>
                    <a:pt x="4304449" y="1382482"/>
                  </a:lnTo>
                  <a:lnTo>
                    <a:pt x="4304594" y="1382482"/>
                  </a:lnTo>
                  <a:lnTo>
                    <a:pt x="4304740" y="1382482"/>
                  </a:lnTo>
                  <a:lnTo>
                    <a:pt x="4304885" y="1382482"/>
                  </a:lnTo>
                  <a:lnTo>
                    <a:pt x="4305030" y="1382482"/>
                  </a:lnTo>
                  <a:lnTo>
                    <a:pt x="4305030" y="1381858"/>
                  </a:lnTo>
                  <a:lnTo>
                    <a:pt x="4305176" y="1381858"/>
                  </a:lnTo>
                  <a:lnTo>
                    <a:pt x="4305321" y="1381858"/>
                  </a:lnTo>
                  <a:lnTo>
                    <a:pt x="4305467" y="1381858"/>
                  </a:lnTo>
                  <a:lnTo>
                    <a:pt x="4305612" y="1381858"/>
                  </a:lnTo>
                  <a:lnTo>
                    <a:pt x="4305758" y="1381858"/>
                  </a:lnTo>
                  <a:lnTo>
                    <a:pt x="4305903" y="1381858"/>
                  </a:lnTo>
                  <a:lnTo>
                    <a:pt x="4306048" y="1381858"/>
                  </a:lnTo>
                  <a:lnTo>
                    <a:pt x="4306194" y="1381858"/>
                  </a:lnTo>
                  <a:lnTo>
                    <a:pt x="4306194" y="1381234"/>
                  </a:lnTo>
                  <a:lnTo>
                    <a:pt x="4306339" y="1381234"/>
                  </a:lnTo>
                  <a:lnTo>
                    <a:pt x="4306485" y="1381234"/>
                  </a:lnTo>
                  <a:lnTo>
                    <a:pt x="4306630" y="1381234"/>
                  </a:lnTo>
                  <a:lnTo>
                    <a:pt x="4306776" y="1381234"/>
                  </a:lnTo>
                  <a:lnTo>
                    <a:pt x="4306921" y="1381234"/>
                  </a:lnTo>
                  <a:lnTo>
                    <a:pt x="4307066" y="1381234"/>
                  </a:lnTo>
                  <a:lnTo>
                    <a:pt x="4307212" y="1381234"/>
                  </a:lnTo>
                  <a:lnTo>
                    <a:pt x="4307357" y="1381234"/>
                  </a:lnTo>
                  <a:lnTo>
                    <a:pt x="4307503" y="1381234"/>
                  </a:lnTo>
                  <a:lnTo>
                    <a:pt x="4307648" y="1381234"/>
                  </a:lnTo>
                  <a:lnTo>
                    <a:pt x="4307793" y="1381234"/>
                  </a:lnTo>
                  <a:lnTo>
                    <a:pt x="4307939" y="1381234"/>
                  </a:lnTo>
                  <a:lnTo>
                    <a:pt x="4308084" y="1381234"/>
                  </a:lnTo>
                  <a:lnTo>
                    <a:pt x="4308230" y="1381234"/>
                  </a:lnTo>
                  <a:lnTo>
                    <a:pt x="4308230" y="1380611"/>
                  </a:lnTo>
                  <a:lnTo>
                    <a:pt x="4308375" y="1380611"/>
                  </a:lnTo>
                  <a:lnTo>
                    <a:pt x="4308521" y="1380611"/>
                  </a:lnTo>
                  <a:lnTo>
                    <a:pt x="4308666" y="1380611"/>
                  </a:lnTo>
                  <a:lnTo>
                    <a:pt x="4308811" y="1380611"/>
                  </a:lnTo>
                  <a:lnTo>
                    <a:pt x="4308957" y="1380611"/>
                  </a:lnTo>
                  <a:lnTo>
                    <a:pt x="4309102" y="1380611"/>
                  </a:lnTo>
                  <a:lnTo>
                    <a:pt x="4309248" y="1380611"/>
                  </a:lnTo>
                  <a:lnTo>
                    <a:pt x="4309248" y="1379987"/>
                  </a:lnTo>
                  <a:lnTo>
                    <a:pt x="4309393" y="1379987"/>
                  </a:lnTo>
                  <a:lnTo>
                    <a:pt x="4309393" y="1379364"/>
                  </a:lnTo>
                  <a:lnTo>
                    <a:pt x="4309539" y="1379364"/>
                  </a:lnTo>
                  <a:lnTo>
                    <a:pt x="4309684" y="1379364"/>
                  </a:lnTo>
                  <a:lnTo>
                    <a:pt x="4309829" y="1379364"/>
                  </a:lnTo>
                  <a:lnTo>
                    <a:pt x="4309975" y="1379364"/>
                  </a:lnTo>
                  <a:lnTo>
                    <a:pt x="4309975" y="1378740"/>
                  </a:lnTo>
                  <a:lnTo>
                    <a:pt x="4310120" y="1378740"/>
                  </a:lnTo>
                  <a:lnTo>
                    <a:pt x="4310266" y="1378740"/>
                  </a:lnTo>
                  <a:lnTo>
                    <a:pt x="4310411" y="1378740"/>
                  </a:lnTo>
                  <a:lnTo>
                    <a:pt x="4310411" y="1378116"/>
                  </a:lnTo>
                  <a:lnTo>
                    <a:pt x="4310557" y="1378116"/>
                  </a:lnTo>
                  <a:lnTo>
                    <a:pt x="4310702" y="1378116"/>
                  </a:lnTo>
                  <a:lnTo>
                    <a:pt x="4310847" y="1378116"/>
                  </a:lnTo>
                  <a:lnTo>
                    <a:pt x="4310993" y="1378116"/>
                  </a:lnTo>
                  <a:lnTo>
                    <a:pt x="4311138" y="1378116"/>
                  </a:lnTo>
                  <a:lnTo>
                    <a:pt x="4311284" y="1378116"/>
                  </a:lnTo>
                  <a:lnTo>
                    <a:pt x="4311429" y="1378116"/>
                  </a:lnTo>
                  <a:lnTo>
                    <a:pt x="4311575" y="1378116"/>
                  </a:lnTo>
                  <a:lnTo>
                    <a:pt x="4311720" y="1378116"/>
                  </a:lnTo>
                  <a:lnTo>
                    <a:pt x="4311720" y="1377493"/>
                  </a:lnTo>
                  <a:lnTo>
                    <a:pt x="4311865" y="1377493"/>
                  </a:lnTo>
                  <a:lnTo>
                    <a:pt x="4311865" y="1376869"/>
                  </a:lnTo>
                  <a:lnTo>
                    <a:pt x="4312011" y="1376869"/>
                  </a:lnTo>
                  <a:lnTo>
                    <a:pt x="4312156" y="1376869"/>
                  </a:lnTo>
                  <a:lnTo>
                    <a:pt x="4312302" y="1376869"/>
                  </a:lnTo>
                  <a:lnTo>
                    <a:pt x="4312447" y="1376869"/>
                  </a:lnTo>
                  <a:lnTo>
                    <a:pt x="4312447" y="1376246"/>
                  </a:lnTo>
                  <a:lnTo>
                    <a:pt x="4312593" y="1376246"/>
                  </a:lnTo>
                  <a:lnTo>
                    <a:pt x="4312593" y="1375622"/>
                  </a:lnTo>
                  <a:lnTo>
                    <a:pt x="4312738" y="1375622"/>
                  </a:lnTo>
                  <a:lnTo>
                    <a:pt x="4312883" y="1375622"/>
                  </a:lnTo>
                  <a:lnTo>
                    <a:pt x="4313029" y="1375622"/>
                  </a:lnTo>
                  <a:lnTo>
                    <a:pt x="4313174" y="1375622"/>
                  </a:lnTo>
                  <a:lnTo>
                    <a:pt x="4313320" y="1375622"/>
                  </a:lnTo>
                  <a:lnTo>
                    <a:pt x="4313320" y="1374999"/>
                  </a:lnTo>
                  <a:lnTo>
                    <a:pt x="4313465" y="1374999"/>
                  </a:lnTo>
                  <a:lnTo>
                    <a:pt x="4313611" y="1374999"/>
                  </a:lnTo>
                  <a:lnTo>
                    <a:pt x="4313756" y="1374999"/>
                  </a:lnTo>
                  <a:lnTo>
                    <a:pt x="4313901" y="1374999"/>
                  </a:lnTo>
                  <a:lnTo>
                    <a:pt x="4314047" y="1374999"/>
                  </a:lnTo>
                  <a:lnTo>
                    <a:pt x="4314192" y="1374999"/>
                  </a:lnTo>
                  <a:lnTo>
                    <a:pt x="4314338" y="1374999"/>
                  </a:lnTo>
                  <a:lnTo>
                    <a:pt x="4314483" y="1374999"/>
                  </a:lnTo>
                  <a:lnTo>
                    <a:pt x="4314628" y="1374999"/>
                  </a:lnTo>
                  <a:lnTo>
                    <a:pt x="4314774" y="1374999"/>
                  </a:lnTo>
                  <a:lnTo>
                    <a:pt x="4314919" y="1374999"/>
                  </a:lnTo>
                  <a:lnTo>
                    <a:pt x="4315065" y="1374999"/>
                  </a:lnTo>
                  <a:lnTo>
                    <a:pt x="4315210" y="1374999"/>
                  </a:lnTo>
                  <a:lnTo>
                    <a:pt x="4315356" y="1374999"/>
                  </a:lnTo>
                  <a:lnTo>
                    <a:pt x="4315501" y="1374999"/>
                  </a:lnTo>
                  <a:lnTo>
                    <a:pt x="4315646" y="1374999"/>
                  </a:lnTo>
                  <a:lnTo>
                    <a:pt x="4315792" y="1374999"/>
                  </a:lnTo>
                  <a:lnTo>
                    <a:pt x="4315792" y="1374375"/>
                  </a:lnTo>
                  <a:lnTo>
                    <a:pt x="4315792" y="1373751"/>
                  </a:lnTo>
                  <a:lnTo>
                    <a:pt x="4315937" y="1373751"/>
                  </a:lnTo>
                  <a:lnTo>
                    <a:pt x="4316083" y="1373751"/>
                  </a:lnTo>
                  <a:lnTo>
                    <a:pt x="4316228" y="1373751"/>
                  </a:lnTo>
                  <a:lnTo>
                    <a:pt x="4316374" y="1373751"/>
                  </a:lnTo>
                  <a:lnTo>
                    <a:pt x="4316519" y="1373751"/>
                  </a:lnTo>
                  <a:lnTo>
                    <a:pt x="4316664" y="1373751"/>
                  </a:lnTo>
                  <a:lnTo>
                    <a:pt x="4316810" y="1373751"/>
                  </a:lnTo>
                  <a:lnTo>
                    <a:pt x="4316810" y="1373128"/>
                  </a:lnTo>
                  <a:lnTo>
                    <a:pt x="4316955" y="1373128"/>
                  </a:lnTo>
                  <a:lnTo>
                    <a:pt x="4317101" y="1373128"/>
                  </a:lnTo>
                  <a:lnTo>
                    <a:pt x="4317246" y="1373128"/>
                  </a:lnTo>
                  <a:lnTo>
                    <a:pt x="4317392" y="1373128"/>
                  </a:lnTo>
                  <a:lnTo>
                    <a:pt x="4317537" y="1373128"/>
                  </a:lnTo>
                  <a:lnTo>
                    <a:pt x="4317682" y="1373128"/>
                  </a:lnTo>
                  <a:lnTo>
                    <a:pt x="4317828" y="1373128"/>
                  </a:lnTo>
                  <a:lnTo>
                    <a:pt x="4317973" y="1373128"/>
                  </a:lnTo>
                  <a:lnTo>
                    <a:pt x="4318119" y="1373128"/>
                  </a:lnTo>
                  <a:lnTo>
                    <a:pt x="4318264" y="1373128"/>
                  </a:lnTo>
                  <a:lnTo>
                    <a:pt x="4318410" y="1373128"/>
                  </a:lnTo>
                  <a:lnTo>
                    <a:pt x="4318555" y="1373128"/>
                  </a:lnTo>
                  <a:lnTo>
                    <a:pt x="4318700" y="1373128"/>
                  </a:lnTo>
                  <a:lnTo>
                    <a:pt x="4318846" y="1373128"/>
                  </a:lnTo>
                  <a:lnTo>
                    <a:pt x="4318991" y="1373128"/>
                  </a:lnTo>
                  <a:lnTo>
                    <a:pt x="4319137" y="1373128"/>
                  </a:lnTo>
                  <a:lnTo>
                    <a:pt x="4319282" y="1373128"/>
                  </a:lnTo>
                  <a:lnTo>
                    <a:pt x="4319428" y="1373128"/>
                  </a:lnTo>
                  <a:lnTo>
                    <a:pt x="4319573" y="1373128"/>
                  </a:lnTo>
                  <a:lnTo>
                    <a:pt x="4319718" y="1373128"/>
                  </a:lnTo>
                  <a:lnTo>
                    <a:pt x="4319864" y="1373128"/>
                  </a:lnTo>
                  <a:lnTo>
                    <a:pt x="4320009" y="1373128"/>
                  </a:lnTo>
                  <a:lnTo>
                    <a:pt x="4320155" y="1373128"/>
                  </a:lnTo>
                  <a:lnTo>
                    <a:pt x="4320300" y="1373128"/>
                  </a:lnTo>
                  <a:lnTo>
                    <a:pt x="4320446" y="1373128"/>
                  </a:lnTo>
                  <a:lnTo>
                    <a:pt x="4320591" y="1373128"/>
                  </a:lnTo>
                  <a:lnTo>
                    <a:pt x="4320736" y="1373128"/>
                  </a:lnTo>
                  <a:lnTo>
                    <a:pt x="4320736" y="1372504"/>
                  </a:lnTo>
                  <a:lnTo>
                    <a:pt x="4320882" y="1372504"/>
                  </a:lnTo>
                  <a:lnTo>
                    <a:pt x="4320882" y="1371881"/>
                  </a:lnTo>
                  <a:lnTo>
                    <a:pt x="4321027" y="1371881"/>
                  </a:lnTo>
                  <a:lnTo>
                    <a:pt x="4321173" y="1371881"/>
                  </a:lnTo>
                  <a:lnTo>
                    <a:pt x="4321318" y="1371881"/>
                  </a:lnTo>
                  <a:lnTo>
                    <a:pt x="4321463" y="1371881"/>
                  </a:lnTo>
                  <a:lnTo>
                    <a:pt x="4321609" y="1371881"/>
                  </a:lnTo>
                  <a:lnTo>
                    <a:pt x="4321754" y="1371881"/>
                  </a:lnTo>
                  <a:lnTo>
                    <a:pt x="4321754" y="1371257"/>
                  </a:lnTo>
                  <a:lnTo>
                    <a:pt x="4321900" y="1371257"/>
                  </a:lnTo>
                  <a:lnTo>
                    <a:pt x="4321900" y="1370633"/>
                  </a:lnTo>
                  <a:lnTo>
                    <a:pt x="4322045" y="1370633"/>
                  </a:lnTo>
                  <a:lnTo>
                    <a:pt x="4322191" y="1370633"/>
                  </a:lnTo>
                  <a:lnTo>
                    <a:pt x="4322336" y="1370633"/>
                  </a:lnTo>
                  <a:lnTo>
                    <a:pt x="4322481" y="1370633"/>
                  </a:lnTo>
                  <a:lnTo>
                    <a:pt x="4322481" y="1370010"/>
                  </a:lnTo>
                  <a:lnTo>
                    <a:pt x="4322627" y="1370010"/>
                  </a:lnTo>
                  <a:lnTo>
                    <a:pt x="4322772" y="1370010"/>
                  </a:lnTo>
                  <a:lnTo>
                    <a:pt x="4322918" y="1370010"/>
                  </a:lnTo>
                  <a:lnTo>
                    <a:pt x="4322918" y="1369386"/>
                  </a:lnTo>
                  <a:lnTo>
                    <a:pt x="4323063" y="1369386"/>
                  </a:lnTo>
                  <a:lnTo>
                    <a:pt x="4323209" y="1369386"/>
                  </a:lnTo>
                  <a:lnTo>
                    <a:pt x="4323354" y="1369386"/>
                  </a:lnTo>
                  <a:lnTo>
                    <a:pt x="4323499" y="1369386"/>
                  </a:lnTo>
                  <a:lnTo>
                    <a:pt x="4323499" y="1368763"/>
                  </a:lnTo>
                  <a:lnTo>
                    <a:pt x="4323645" y="1368763"/>
                  </a:lnTo>
                  <a:lnTo>
                    <a:pt x="4323790" y="1368763"/>
                  </a:lnTo>
                  <a:lnTo>
                    <a:pt x="4323790" y="1368139"/>
                  </a:lnTo>
                  <a:lnTo>
                    <a:pt x="4323936" y="1368139"/>
                  </a:lnTo>
                  <a:lnTo>
                    <a:pt x="4324081" y="1368139"/>
                  </a:lnTo>
                  <a:lnTo>
                    <a:pt x="4324227" y="1368139"/>
                  </a:lnTo>
                  <a:lnTo>
                    <a:pt x="4324372" y="1368139"/>
                  </a:lnTo>
                  <a:lnTo>
                    <a:pt x="4324517" y="1368139"/>
                  </a:lnTo>
                  <a:lnTo>
                    <a:pt x="4324663" y="1368139"/>
                  </a:lnTo>
                  <a:lnTo>
                    <a:pt x="4324808" y="1368139"/>
                  </a:lnTo>
                  <a:lnTo>
                    <a:pt x="4324954" y="1368139"/>
                  </a:lnTo>
                  <a:lnTo>
                    <a:pt x="4325099" y="1368139"/>
                  </a:lnTo>
                  <a:lnTo>
                    <a:pt x="4325245" y="1368139"/>
                  </a:lnTo>
                  <a:lnTo>
                    <a:pt x="4325245" y="1367516"/>
                  </a:lnTo>
                  <a:lnTo>
                    <a:pt x="4325390" y="1367516"/>
                  </a:lnTo>
                  <a:lnTo>
                    <a:pt x="4325535" y="1367516"/>
                  </a:lnTo>
                  <a:lnTo>
                    <a:pt x="4325681" y="1367516"/>
                  </a:lnTo>
                  <a:lnTo>
                    <a:pt x="4325681" y="1366892"/>
                  </a:lnTo>
                  <a:lnTo>
                    <a:pt x="4325826" y="1366892"/>
                  </a:lnTo>
                  <a:lnTo>
                    <a:pt x="4325972" y="1366892"/>
                  </a:lnTo>
                  <a:lnTo>
                    <a:pt x="4326117" y="1366892"/>
                  </a:lnTo>
                  <a:lnTo>
                    <a:pt x="4326263" y="1366892"/>
                  </a:lnTo>
                  <a:lnTo>
                    <a:pt x="4326408" y="1366892"/>
                  </a:lnTo>
                  <a:lnTo>
                    <a:pt x="4326553" y="1366892"/>
                  </a:lnTo>
                  <a:lnTo>
                    <a:pt x="4326699" y="1366892"/>
                  </a:lnTo>
                  <a:lnTo>
                    <a:pt x="4326844" y="1366892"/>
                  </a:lnTo>
                  <a:lnTo>
                    <a:pt x="4326990" y="1366892"/>
                  </a:lnTo>
                  <a:lnTo>
                    <a:pt x="4327135" y="1366892"/>
                  </a:lnTo>
                  <a:lnTo>
                    <a:pt x="4327281" y="1366892"/>
                  </a:lnTo>
                  <a:lnTo>
                    <a:pt x="4327281" y="1366268"/>
                  </a:lnTo>
                  <a:lnTo>
                    <a:pt x="4327426" y="1366268"/>
                  </a:lnTo>
                  <a:lnTo>
                    <a:pt x="4327571" y="1366268"/>
                  </a:lnTo>
                  <a:lnTo>
                    <a:pt x="4327717" y="1366268"/>
                  </a:lnTo>
                  <a:lnTo>
                    <a:pt x="4327862" y="1366268"/>
                  </a:lnTo>
                  <a:lnTo>
                    <a:pt x="4328008" y="1366268"/>
                  </a:lnTo>
                  <a:lnTo>
                    <a:pt x="4328153" y="1366268"/>
                  </a:lnTo>
                  <a:lnTo>
                    <a:pt x="4328298" y="1366268"/>
                  </a:lnTo>
                  <a:lnTo>
                    <a:pt x="4328444" y="1366268"/>
                  </a:lnTo>
                  <a:lnTo>
                    <a:pt x="4328589" y="1366268"/>
                  </a:lnTo>
                  <a:lnTo>
                    <a:pt x="4328735" y="1366268"/>
                  </a:lnTo>
                  <a:lnTo>
                    <a:pt x="4328880" y="1366268"/>
                  </a:lnTo>
                  <a:lnTo>
                    <a:pt x="4329026" y="1366268"/>
                  </a:lnTo>
                  <a:lnTo>
                    <a:pt x="4329026" y="1365645"/>
                  </a:lnTo>
                  <a:lnTo>
                    <a:pt x="4329171" y="1365645"/>
                  </a:lnTo>
                  <a:lnTo>
                    <a:pt x="4329316" y="1365645"/>
                  </a:lnTo>
                  <a:lnTo>
                    <a:pt x="4329316" y="1365021"/>
                  </a:lnTo>
                  <a:lnTo>
                    <a:pt x="4329462" y="1365021"/>
                  </a:lnTo>
                  <a:lnTo>
                    <a:pt x="4329607" y="1365021"/>
                  </a:lnTo>
                  <a:lnTo>
                    <a:pt x="4329753" y="1365021"/>
                  </a:lnTo>
                  <a:lnTo>
                    <a:pt x="4329898" y="1365021"/>
                  </a:lnTo>
                  <a:lnTo>
                    <a:pt x="4330044" y="1365021"/>
                  </a:lnTo>
                  <a:lnTo>
                    <a:pt x="4330189" y="1365021"/>
                  </a:lnTo>
                  <a:lnTo>
                    <a:pt x="4330189" y="1364398"/>
                  </a:lnTo>
                  <a:lnTo>
                    <a:pt x="4330334" y="1364398"/>
                  </a:lnTo>
                  <a:lnTo>
                    <a:pt x="4330480" y="1364398"/>
                  </a:lnTo>
                  <a:lnTo>
                    <a:pt x="4330625" y="1364398"/>
                  </a:lnTo>
                  <a:lnTo>
                    <a:pt x="4330625" y="1363774"/>
                  </a:lnTo>
                  <a:lnTo>
                    <a:pt x="4330771" y="1363774"/>
                  </a:lnTo>
                  <a:lnTo>
                    <a:pt x="4330916" y="1363774"/>
                  </a:lnTo>
                  <a:lnTo>
                    <a:pt x="4331062" y="1363774"/>
                  </a:lnTo>
                  <a:lnTo>
                    <a:pt x="4331207" y="1363774"/>
                  </a:lnTo>
                  <a:lnTo>
                    <a:pt x="4331352" y="1363774"/>
                  </a:lnTo>
                  <a:lnTo>
                    <a:pt x="4331498" y="1363774"/>
                  </a:lnTo>
                  <a:lnTo>
                    <a:pt x="4331643" y="1363774"/>
                  </a:lnTo>
                  <a:lnTo>
                    <a:pt x="4331643" y="1363150"/>
                  </a:lnTo>
                  <a:lnTo>
                    <a:pt x="4331789" y="1363150"/>
                  </a:lnTo>
                  <a:lnTo>
                    <a:pt x="4331789" y="1362527"/>
                  </a:lnTo>
                  <a:lnTo>
                    <a:pt x="4331934" y="1362527"/>
                  </a:lnTo>
                  <a:lnTo>
                    <a:pt x="4332080" y="1362527"/>
                  </a:lnTo>
                  <a:lnTo>
                    <a:pt x="4332080" y="1361903"/>
                  </a:lnTo>
                  <a:lnTo>
                    <a:pt x="4332225" y="1361903"/>
                  </a:lnTo>
                  <a:lnTo>
                    <a:pt x="4332370" y="1361903"/>
                  </a:lnTo>
                  <a:lnTo>
                    <a:pt x="4332516" y="1361903"/>
                  </a:lnTo>
                  <a:lnTo>
                    <a:pt x="4332661" y="1361903"/>
                  </a:lnTo>
                  <a:lnTo>
                    <a:pt x="4332807" y="1361903"/>
                  </a:lnTo>
                  <a:lnTo>
                    <a:pt x="4332952" y="1361903"/>
                  </a:lnTo>
                  <a:lnTo>
                    <a:pt x="4332952" y="1361280"/>
                  </a:lnTo>
                  <a:lnTo>
                    <a:pt x="4333098" y="1361280"/>
                  </a:lnTo>
                  <a:lnTo>
                    <a:pt x="4333243" y="1361280"/>
                  </a:lnTo>
                  <a:lnTo>
                    <a:pt x="4333388" y="1361280"/>
                  </a:lnTo>
                  <a:lnTo>
                    <a:pt x="4333388" y="1360656"/>
                  </a:lnTo>
                  <a:lnTo>
                    <a:pt x="4333534" y="1360656"/>
                  </a:lnTo>
                  <a:lnTo>
                    <a:pt x="4333679" y="1360656"/>
                  </a:lnTo>
                  <a:lnTo>
                    <a:pt x="4333825" y="1360656"/>
                  </a:lnTo>
                  <a:lnTo>
                    <a:pt x="4333970" y="1360656"/>
                  </a:lnTo>
                  <a:lnTo>
                    <a:pt x="4334116" y="1360656"/>
                  </a:lnTo>
                  <a:lnTo>
                    <a:pt x="4334261" y="1360656"/>
                  </a:lnTo>
                  <a:lnTo>
                    <a:pt x="4334406" y="1360656"/>
                  </a:lnTo>
                  <a:lnTo>
                    <a:pt x="4334406" y="1360033"/>
                  </a:lnTo>
                  <a:lnTo>
                    <a:pt x="4334552" y="1360033"/>
                  </a:lnTo>
                  <a:lnTo>
                    <a:pt x="4334697" y="1360033"/>
                  </a:lnTo>
                  <a:lnTo>
                    <a:pt x="4334843" y="1360033"/>
                  </a:lnTo>
                  <a:lnTo>
                    <a:pt x="4334988" y="1360033"/>
                  </a:lnTo>
                  <a:lnTo>
                    <a:pt x="4335133" y="1360033"/>
                  </a:lnTo>
                  <a:lnTo>
                    <a:pt x="4335133" y="1359409"/>
                  </a:lnTo>
                  <a:lnTo>
                    <a:pt x="4335133" y="1358785"/>
                  </a:lnTo>
                  <a:lnTo>
                    <a:pt x="4335279" y="1358785"/>
                  </a:lnTo>
                  <a:lnTo>
                    <a:pt x="4335424" y="1358785"/>
                  </a:lnTo>
                  <a:lnTo>
                    <a:pt x="4335570" y="1358785"/>
                  </a:lnTo>
                  <a:lnTo>
                    <a:pt x="4335715" y="1358785"/>
                  </a:lnTo>
                  <a:lnTo>
                    <a:pt x="4335861" y="1358785"/>
                  </a:lnTo>
                  <a:lnTo>
                    <a:pt x="4336006" y="1358785"/>
                  </a:lnTo>
                  <a:lnTo>
                    <a:pt x="4336151" y="1358785"/>
                  </a:lnTo>
                  <a:lnTo>
                    <a:pt x="4336297" y="1358785"/>
                  </a:lnTo>
                  <a:lnTo>
                    <a:pt x="4336442" y="1358785"/>
                  </a:lnTo>
                  <a:lnTo>
                    <a:pt x="4336588" y="1358785"/>
                  </a:lnTo>
                  <a:lnTo>
                    <a:pt x="4336733" y="1358785"/>
                  </a:lnTo>
                  <a:lnTo>
                    <a:pt x="4336879" y="1358785"/>
                  </a:lnTo>
                  <a:lnTo>
                    <a:pt x="4337024" y="1358785"/>
                  </a:lnTo>
                  <a:lnTo>
                    <a:pt x="4337169" y="1358785"/>
                  </a:lnTo>
                  <a:lnTo>
                    <a:pt x="4337315" y="1358785"/>
                  </a:lnTo>
                  <a:lnTo>
                    <a:pt x="4337460" y="1358785"/>
                  </a:lnTo>
                  <a:lnTo>
                    <a:pt x="4337606" y="1358785"/>
                  </a:lnTo>
                  <a:lnTo>
                    <a:pt x="4337606" y="1358162"/>
                  </a:lnTo>
                  <a:lnTo>
                    <a:pt x="4337751" y="1358162"/>
                  </a:lnTo>
                  <a:lnTo>
                    <a:pt x="4337897" y="1358162"/>
                  </a:lnTo>
                  <a:lnTo>
                    <a:pt x="4338042" y="1358162"/>
                  </a:lnTo>
                  <a:lnTo>
                    <a:pt x="4338187" y="1358162"/>
                  </a:lnTo>
                  <a:lnTo>
                    <a:pt x="4338333" y="1358162"/>
                  </a:lnTo>
                  <a:lnTo>
                    <a:pt x="4338478" y="1358162"/>
                  </a:lnTo>
                  <a:lnTo>
                    <a:pt x="4338478" y="1357538"/>
                  </a:lnTo>
                  <a:lnTo>
                    <a:pt x="4338624" y="1357538"/>
                  </a:lnTo>
                  <a:lnTo>
                    <a:pt x="4338769" y="1357538"/>
                  </a:lnTo>
                  <a:lnTo>
                    <a:pt x="4338915" y="1357538"/>
                  </a:lnTo>
                  <a:lnTo>
                    <a:pt x="4339060" y="1357538"/>
                  </a:lnTo>
                  <a:lnTo>
                    <a:pt x="4339205" y="1357538"/>
                  </a:lnTo>
                  <a:lnTo>
                    <a:pt x="4339351" y="1357538"/>
                  </a:lnTo>
                  <a:lnTo>
                    <a:pt x="4339496" y="1357538"/>
                  </a:lnTo>
                  <a:lnTo>
                    <a:pt x="4339496" y="1356915"/>
                  </a:lnTo>
                  <a:lnTo>
                    <a:pt x="4339642" y="1356915"/>
                  </a:lnTo>
                  <a:lnTo>
                    <a:pt x="4339642" y="1356291"/>
                  </a:lnTo>
                  <a:lnTo>
                    <a:pt x="4339787" y="1356291"/>
                  </a:lnTo>
                  <a:lnTo>
                    <a:pt x="4339933" y="1356291"/>
                  </a:lnTo>
                  <a:lnTo>
                    <a:pt x="4340078" y="1356291"/>
                  </a:lnTo>
                  <a:lnTo>
                    <a:pt x="4340223" y="1356291"/>
                  </a:lnTo>
                  <a:lnTo>
                    <a:pt x="4340369" y="1356291"/>
                  </a:lnTo>
                  <a:lnTo>
                    <a:pt x="4340514" y="1356291"/>
                  </a:lnTo>
                  <a:lnTo>
                    <a:pt x="4340660" y="1356291"/>
                  </a:lnTo>
                  <a:lnTo>
                    <a:pt x="4340805" y="1356291"/>
                  </a:lnTo>
                  <a:lnTo>
                    <a:pt x="4340951" y="1356291"/>
                  </a:lnTo>
                  <a:lnTo>
                    <a:pt x="4341096" y="1356291"/>
                  </a:lnTo>
                  <a:lnTo>
                    <a:pt x="4341241" y="1356291"/>
                  </a:lnTo>
                  <a:lnTo>
                    <a:pt x="4341387" y="1356291"/>
                  </a:lnTo>
                  <a:lnTo>
                    <a:pt x="4341532" y="1356291"/>
                  </a:lnTo>
                  <a:lnTo>
                    <a:pt x="4341678" y="1356291"/>
                  </a:lnTo>
                  <a:lnTo>
                    <a:pt x="4341823" y="1356291"/>
                  </a:lnTo>
                  <a:lnTo>
                    <a:pt x="4341968" y="1356291"/>
                  </a:lnTo>
                  <a:lnTo>
                    <a:pt x="4341968" y="1355667"/>
                  </a:lnTo>
                  <a:lnTo>
                    <a:pt x="4342114" y="1355667"/>
                  </a:lnTo>
                  <a:lnTo>
                    <a:pt x="4342259" y="1355667"/>
                  </a:lnTo>
                  <a:lnTo>
                    <a:pt x="4342405" y="1355667"/>
                  </a:lnTo>
                  <a:lnTo>
                    <a:pt x="4342550" y="1355667"/>
                  </a:lnTo>
                  <a:lnTo>
                    <a:pt x="4342696" y="1355667"/>
                  </a:lnTo>
                  <a:lnTo>
                    <a:pt x="4342841" y="1355667"/>
                  </a:lnTo>
                  <a:lnTo>
                    <a:pt x="4342986" y="1355667"/>
                  </a:lnTo>
                  <a:lnTo>
                    <a:pt x="4343132" y="1355667"/>
                  </a:lnTo>
                  <a:lnTo>
                    <a:pt x="4343277" y="1355667"/>
                  </a:lnTo>
                  <a:lnTo>
                    <a:pt x="4343423" y="1355667"/>
                  </a:lnTo>
                  <a:lnTo>
                    <a:pt x="4343568" y="1355667"/>
                  </a:lnTo>
                  <a:lnTo>
                    <a:pt x="4343714" y="1355667"/>
                  </a:lnTo>
                  <a:lnTo>
                    <a:pt x="4343859" y="1355667"/>
                  </a:lnTo>
                  <a:lnTo>
                    <a:pt x="4343859" y="1355044"/>
                  </a:lnTo>
                  <a:lnTo>
                    <a:pt x="4344004" y="1355044"/>
                  </a:lnTo>
                  <a:lnTo>
                    <a:pt x="4344150" y="1355044"/>
                  </a:lnTo>
                  <a:lnTo>
                    <a:pt x="4344295" y="1355044"/>
                  </a:lnTo>
                  <a:lnTo>
                    <a:pt x="4344441" y="1355044"/>
                  </a:lnTo>
                  <a:lnTo>
                    <a:pt x="4344586" y="1355044"/>
                  </a:lnTo>
                  <a:lnTo>
                    <a:pt x="4344732" y="1355044"/>
                  </a:lnTo>
                  <a:lnTo>
                    <a:pt x="4344732" y="1354420"/>
                  </a:lnTo>
                  <a:lnTo>
                    <a:pt x="4344877" y="1354420"/>
                  </a:lnTo>
                  <a:lnTo>
                    <a:pt x="4345022" y="1354420"/>
                  </a:lnTo>
                  <a:lnTo>
                    <a:pt x="4345168" y="1354420"/>
                  </a:lnTo>
                  <a:lnTo>
                    <a:pt x="4345313" y="1354420"/>
                  </a:lnTo>
                  <a:lnTo>
                    <a:pt x="4345459" y="1354420"/>
                  </a:lnTo>
                  <a:lnTo>
                    <a:pt x="4345604" y="1354420"/>
                  </a:lnTo>
                  <a:lnTo>
                    <a:pt x="4345750" y="1354420"/>
                  </a:lnTo>
                  <a:lnTo>
                    <a:pt x="4345895" y="1354420"/>
                  </a:lnTo>
                  <a:lnTo>
                    <a:pt x="4345895" y="1353797"/>
                  </a:lnTo>
                  <a:lnTo>
                    <a:pt x="4346040" y="1353797"/>
                  </a:lnTo>
                  <a:lnTo>
                    <a:pt x="4346186" y="1353797"/>
                  </a:lnTo>
                  <a:lnTo>
                    <a:pt x="4346331" y="1353797"/>
                  </a:lnTo>
                  <a:lnTo>
                    <a:pt x="4346477" y="1353797"/>
                  </a:lnTo>
                  <a:lnTo>
                    <a:pt x="4346622" y="1353797"/>
                  </a:lnTo>
                  <a:lnTo>
                    <a:pt x="4346768" y="1353797"/>
                  </a:lnTo>
                  <a:lnTo>
                    <a:pt x="4346913" y="1353797"/>
                  </a:lnTo>
                  <a:lnTo>
                    <a:pt x="4347058" y="1353797"/>
                  </a:lnTo>
                  <a:lnTo>
                    <a:pt x="4347204" y="1353797"/>
                  </a:lnTo>
                  <a:lnTo>
                    <a:pt x="4347349" y="1353797"/>
                  </a:lnTo>
                  <a:lnTo>
                    <a:pt x="4347495" y="1353797"/>
                  </a:lnTo>
                  <a:lnTo>
                    <a:pt x="4347640" y="1353797"/>
                  </a:lnTo>
                  <a:lnTo>
                    <a:pt x="4347786" y="1353797"/>
                  </a:lnTo>
                  <a:lnTo>
                    <a:pt x="4347931" y="1353797"/>
                  </a:lnTo>
                  <a:lnTo>
                    <a:pt x="4348076" y="1353797"/>
                  </a:lnTo>
                  <a:lnTo>
                    <a:pt x="4348222" y="1353797"/>
                  </a:lnTo>
                  <a:lnTo>
                    <a:pt x="4348367" y="1353797"/>
                  </a:lnTo>
                  <a:lnTo>
                    <a:pt x="4348513" y="1353797"/>
                  </a:lnTo>
                  <a:lnTo>
                    <a:pt x="4348658" y="1353797"/>
                  </a:lnTo>
                  <a:lnTo>
                    <a:pt x="4348803" y="1353797"/>
                  </a:lnTo>
                  <a:lnTo>
                    <a:pt x="4348949" y="1353797"/>
                  </a:lnTo>
                  <a:lnTo>
                    <a:pt x="4349094" y="1353797"/>
                  </a:lnTo>
                  <a:lnTo>
                    <a:pt x="4349094" y="1353173"/>
                  </a:lnTo>
                  <a:lnTo>
                    <a:pt x="4349240" y="1353173"/>
                  </a:lnTo>
                  <a:lnTo>
                    <a:pt x="4349385" y="1353173"/>
                  </a:lnTo>
                  <a:lnTo>
                    <a:pt x="4349531" y="1353173"/>
                  </a:lnTo>
                  <a:lnTo>
                    <a:pt x="4349676" y="1353173"/>
                  </a:lnTo>
                  <a:lnTo>
                    <a:pt x="4349821" y="1353173"/>
                  </a:lnTo>
                  <a:lnTo>
                    <a:pt x="4349967" y="1353173"/>
                  </a:lnTo>
                  <a:lnTo>
                    <a:pt x="4350112" y="1353173"/>
                  </a:lnTo>
                  <a:lnTo>
                    <a:pt x="4350112" y="1352550"/>
                  </a:lnTo>
                  <a:lnTo>
                    <a:pt x="4350258" y="1352550"/>
                  </a:lnTo>
                  <a:lnTo>
                    <a:pt x="4350403" y="1352550"/>
                  </a:lnTo>
                  <a:lnTo>
                    <a:pt x="4350549" y="1352550"/>
                  </a:lnTo>
                  <a:lnTo>
                    <a:pt x="4350694" y="1352550"/>
                  </a:lnTo>
                  <a:lnTo>
                    <a:pt x="4350694" y="1351926"/>
                  </a:lnTo>
                  <a:lnTo>
                    <a:pt x="4350839" y="1351926"/>
                  </a:lnTo>
                  <a:lnTo>
                    <a:pt x="4350985" y="1351926"/>
                  </a:lnTo>
                  <a:lnTo>
                    <a:pt x="4351130" y="1351926"/>
                  </a:lnTo>
                  <a:lnTo>
                    <a:pt x="4351276" y="1351926"/>
                  </a:lnTo>
                  <a:lnTo>
                    <a:pt x="4351421" y="1351926"/>
                  </a:lnTo>
                  <a:lnTo>
                    <a:pt x="4351567" y="1351926"/>
                  </a:lnTo>
                  <a:lnTo>
                    <a:pt x="4351567" y="1351302"/>
                  </a:lnTo>
                  <a:lnTo>
                    <a:pt x="4351712" y="1351302"/>
                  </a:lnTo>
                  <a:lnTo>
                    <a:pt x="4351857" y="1351302"/>
                  </a:lnTo>
                  <a:lnTo>
                    <a:pt x="4352003" y="1351302"/>
                  </a:lnTo>
                  <a:lnTo>
                    <a:pt x="4352148" y="1351302"/>
                  </a:lnTo>
                  <a:lnTo>
                    <a:pt x="4352294" y="1351302"/>
                  </a:lnTo>
                  <a:lnTo>
                    <a:pt x="4352439" y="1351302"/>
                  </a:lnTo>
                  <a:lnTo>
                    <a:pt x="4352585" y="1351302"/>
                  </a:lnTo>
                  <a:lnTo>
                    <a:pt x="4352730" y="1351302"/>
                  </a:lnTo>
                  <a:lnTo>
                    <a:pt x="4352875" y="1351302"/>
                  </a:lnTo>
                  <a:lnTo>
                    <a:pt x="4352875" y="1350679"/>
                  </a:lnTo>
                  <a:lnTo>
                    <a:pt x="4353021" y="1350679"/>
                  </a:lnTo>
                  <a:lnTo>
                    <a:pt x="4353166" y="1350679"/>
                  </a:lnTo>
                  <a:lnTo>
                    <a:pt x="4353312" y="1350679"/>
                  </a:lnTo>
                  <a:lnTo>
                    <a:pt x="4353457" y="1350679"/>
                  </a:lnTo>
                  <a:lnTo>
                    <a:pt x="4353457" y="1350055"/>
                  </a:lnTo>
                  <a:lnTo>
                    <a:pt x="4353603" y="1350055"/>
                  </a:lnTo>
                  <a:lnTo>
                    <a:pt x="4353748" y="1350055"/>
                  </a:lnTo>
                  <a:lnTo>
                    <a:pt x="4353893" y="1350055"/>
                  </a:lnTo>
                  <a:lnTo>
                    <a:pt x="4354039" y="1350055"/>
                  </a:lnTo>
                  <a:lnTo>
                    <a:pt x="4354184" y="1350055"/>
                  </a:lnTo>
                  <a:lnTo>
                    <a:pt x="4354330" y="1350055"/>
                  </a:lnTo>
                  <a:lnTo>
                    <a:pt x="4354330" y="1349432"/>
                  </a:lnTo>
                  <a:lnTo>
                    <a:pt x="4354475" y="1349432"/>
                  </a:lnTo>
                  <a:lnTo>
                    <a:pt x="4354621" y="1349432"/>
                  </a:lnTo>
                  <a:lnTo>
                    <a:pt x="4354621" y="1348808"/>
                  </a:lnTo>
                  <a:lnTo>
                    <a:pt x="4354766" y="1348808"/>
                  </a:lnTo>
                  <a:lnTo>
                    <a:pt x="4354911" y="1348808"/>
                  </a:lnTo>
                  <a:lnTo>
                    <a:pt x="4355057" y="1348808"/>
                  </a:lnTo>
                  <a:lnTo>
                    <a:pt x="4355202" y="1348808"/>
                  </a:lnTo>
                  <a:lnTo>
                    <a:pt x="4355348" y="1348808"/>
                  </a:lnTo>
                  <a:lnTo>
                    <a:pt x="4355493" y="1348808"/>
                  </a:lnTo>
                  <a:lnTo>
                    <a:pt x="4355638" y="1348808"/>
                  </a:lnTo>
                  <a:lnTo>
                    <a:pt x="4355784" y="1348808"/>
                  </a:lnTo>
                  <a:lnTo>
                    <a:pt x="4355929" y="1348808"/>
                  </a:lnTo>
                  <a:lnTo>
                    <a:pt x="4356075" y="1348808"/>
                  </a:lnTo>
                  <a:lnTo>
                    <a:pt x="4356220" y="1348808"/>
                  </a:lnTo>
                  <a:lnTo>
                    <a:pt x="4356366" y="1348808"/>
                  </a:lnTo>
                  <a:lnTo>
                    <a:pt x="4356511" y="1348808"/>
                  </a:lnTo>
                  <a:lnTo>
                    <a:pt x="4356656" y="1348808"/>
                  </a:lnTo>
                  <a:lnTo>
                    <a:pt x="4356802" y="1348808"/>
                  </a:lnTo>
                  <a:lnTo>
                    <a:pt x="4356947" y="1348808"/>
                  </a:lnTo>
                  <a:lnTo>
                    <a:pt x="4357093" y="1348808"/>
                  </a:lnTo>
                  <a:lnTo>
                    <a:pt x="4357238" y="1348808"/>
                  </a:lnTo>
                  <a:lnTo>
                    <a:pt x="4357384" y="1348808"/>
                  </a:lnTo>
                  <a:lnTo>
                    <a:pt x="4357529" y="1348808"/>
                  </a:lnTo>
                  <a:lnTo>
                    <a:pt x="4357674" y="1348808"/>
                  </a:lnTo>
                  <a:lnTo>
                    <a:pt x="4357820" y="1348808"/>
                  </a:lnTo>
                  <a:lnTo>
                    <a:pt x="4357965" y="1348808"/>
                  </a:lnTo>
                  <a:lnTo>
                    <a:pt x="4358111" y="1348808"/>
                  </a:lnTo>
                  <a:lnTo>
                    <a:pt x="4358256" y="1348808"/>
                  </a:lnTo>
                  <a:lnTo>
                    <a:pt x="4358402" y="1348808"/>
                  </a:lnTo>
                  <a:lnTo>
                    <a:pt x="4358547" y="1348808"/>
                  </a:lnTo>
                  <a:lnTo>
                    <a:pt x="4358692" y="1348808"/>
                  </a:lnTo>
                  <a:lnTo>
                    <a:pt x="4358692" y="1348184"/>
                  </a:lnTo>
                  <a:lnTo>
                    <a:pt x="4358838" y="1348184"/>
                  </a:lnTo>
                  <a:lnTo>
                    <a:pt x="4358983" y="1348184"/>
                  </a:lnTo>
                  <a:lnTo>
                    <a:pt x="4359129" y="1348184"/>
                  </a:lnTo>
                  <a:lnTo>
                    <a:pt x="4359129" y="1347561"/>
                  </a:lnTo>
                  <a:lnTo>
                    <a:pt x="4359274" y="1347561"/>
                  </a:lnTo>
                  <a:lnTo>
                    <a:pt x="4359420" y="1347561"/>
                  </a:lnTo>
                  <a:lnTo>
                    <a:pt x="4359420" y="1346937"/>
                  </a:lnTo>
                  <a:lnTo>
                    <a:pt x="4359565" y="1346937"/>
                  </a:lnTo>
                  <a:lnTo>
                    <a:pt x="4359565" y="1346314"/>
                  </a:lnTo>
                  <a:lnTo>
                    <a:pt x="4359565" y="1345690"/>
                  </a:lnTo>
                  <a:lnTo>
                    <a:pt x="4359565" y="1345067"/>
                  </a:lnTo>
                  <a:lnTo>
                    <a:pt x="4359710" y="1345067"/>
                  </a:lnTo>
                  <a:lnTo>
                    <a:pt x="4359856" y="1345067"/>
                  </a:lnTo>
                  <a:lnTo>
                    <a:pt x="4360001" y="1345067"/>
                  </a:lnTo>
                  <a:lnTo>
                    <a:pt x="4360147" y="1345067"/>
                  </a:lnTo>
                  <a:lnTo>
                    <a:pt x="4360292" y="1345067"/>
                  </a:lnTo>
                  <a:lnTo>
                    <a:pt x="4360438" y="1345067"/>
                  </a:lnTo>
                  <a:lnTo>
                    <a:pt x="4360583" y="1345067"/>
                  </a:lnTo>
                  <a:lnTo>
                    <a:pt x="4360728" y="1345067"/>
                  </a:lnTo>
                  <a:lnTo>
                    <a:pt x="4360874" y="1345067"/>
                  </a:lnTo>
                  <a:lnTo>
                    <a:pt x="4361019" y="1345067"/>
                  </a:lnTo>
                  <a:lnTo>
                    <a:pt x="4361165" y="1345067"/>
                  </a:lnTo>
                  <a:lnTo>
                    <a:pt x="4361165" y="1344443"/>
                  </a:lnTo>
                  <a:lnTo>
                    <a:pt x="4361310" y="1344443"/>
                  </a:lnTo>
                  <a:lnTo>
                    <a:pt x="4361456" y="1344443"/>
                  </a:lnTo>
                  <a:lnTo>
                    <a:pt x="4361601" y="1344443"/>
                  </a:lnTo>
                  <a:lnTo>
                    <a:pt x="4361746" y="1344443"/>
                  </a:lnTo>
                  <a:lnTo>
                    <a:pt x="4361892" y="1344443"/>
                  </a:lnTo>
                  <a:lnTo>
                    <a:pt x="4362037" y="1344443"/>
                  </a:lnTo>
                  <a:lnTo>
                    <a:pt x="4362183" y="1344443"/>
                  </a:lnTo>
                  <a:lnTo>
                    <a:pt x="4362183" y="1343819"/>
                  </a:lnTo>
                  <a:lnTo>
                    <a:pt x="4362328" y="1343819"/>
                  </a:lnTo>
                  <a:lnTo>
                    <a:pt x="4362473" y="1343819"/>
                  </a:lnTo>
                  <a:lnTo>
                    <a:pt x="4362473" y="1343196"/>
                  </a:lnTo>
                  <a:lnTo>
                    <a:pt x="4362619" y="1343196"/>
                  </a:lnTo>
                  <a:lnTo>
                    <a:pt x="4362764" y="1343196"/>
                  </a:lnTo>
                  <a:lnTo>
                    <a:pt x="4362910" y="1343196"/>
                  </a:lnTo>
                  <a:lnTo>
                    <a:pt x="4363055" y="1343196"/>
                  </a:lnTo>
                  <a:lnTo>
                    <a:pt x="4363201" y="1343196"/>
                  </a:lnTo>
                  <a:lnTo>
                    <a:pt x="4363201" y="1342572"/>
                  </a:lnTo>
                  <a:lnTo>
                    <a:pt x="4363346" y="1342572"/>
                  </a:lnTo>
                  <a:lnTo>
                    <a:pt x="4363491" y="1342572"/>
                  </a:lnTo>
                  <a:lnTo>
                    <a:pt x="4363637" y="1342572"/>
                  </a:lnTo>
                  <a:lnTo>
                    <a:pt x="4363637" y="1341949"/>
                  </a:lnTo>
                  <a:lnTo>
                    <a:pt x="4363782" y="1341949"/>
                  </a:lnTo>
                  <a:lnTo>
                    <a:pt x="4363928" y="1341949"/>
                  </a:lnTo>
                  <a:lnTo>
                    <a:pt x="4364073" y="1341949"/>
                  </a:lnTo>
                  <a:lnTo>
                    <a:pt x="4364219" y="1341949"/>
                  </a:lnTo>
                  <a:lnTo>
                    <a:pt x="4364364" y="1341949"/>
                  </a:lnTo>
                  <a:lnTo>
                    <a:pt x="4364509" y="1341949"/>
                  </a:lnTo>
                  <a:lnTo>
                    <a:pt x="4364509" y="1341325"/>
                  </a:lnTo>
                  <a:lnTo>
                    <a:pt x="4364655" y="1341325"/>
                  </a:lnTo>
                  <a:lnTo>
                    <a:pt x="4364800" y="1341325"/>
                  </a:lnTo>
                  <a:lnTo>
                    <a:pt x="4364946" y="1341325"/>
                  </a:lnTo>
                  <a:lnTo>
                    <a:pt x="4364946" y="1340701"/>
                  </a:lnTo>
                  <a:lnTo>
                    <a:pt x="4365091" y="1340701"/>
                  </a:lnTo>
                  <a:lnTo>
                    <a:pt x="4365091" y="1340078"/>
                  </a:lnTo>
                  <a:lnTo>
                    <a:pt x="4365091" y="1339454"/>
                  </a:lnTo>
                  <a:lnTo>
                    <a:pt x="4365091" y="1338831"/>
                  </a:lnTo>
                  <a:lnTo>
                    <a:pt x="4365091" y="1338207"/>
                  </a:lnTo>
                  <a:lnTo>
                    <a:pt x="4365091" y="1337584"/>
                  </a:lnTo>
                  <a:lnTo>
                    <a:pt x="4365237" y="1337584"/>
                  </a:lnTo>
                  <a:lnTo>
                    <a:pt x="4365382" y="1337584"/>
                  </a:lnTo>
                  <a:lnTo>
                    <a:pt x="4365527" y="1337584"/>
                  </a:lnTo>
                  <a:lnTo>
                    <a:pt x="4365673" y="1337584"/>
                  </a:lnTo>
                  <a:lnTo>
                    <a:pt x="4365818" y="1337584"/>
                  </a:lnTo>
                  <a:lnTo>
                    <a:pt x="4365964" y="1337584"/>
                  </a:lnTo>
                  <a:lnTo>
                    <a:pt x="4366109" y="1337584"/>
                  </a:lnTo>
                  <a:lnTo>
                    <a:pt x="4366255" y="1337584"/>
                  </a:lnTo>
                  <a:lnTo>
                    <a:pt x="4366255" y="1336960"/>
                  </a:lnTo>
                  <a:lnTo>
                    <a:pt x="4366400" y="1336960"/>
                  </a:lnTo>
                  <a:lnTo>
                    <a:pt x="4366400" y="1336336"/>
                  </a:lnTo>
                  <a:lnTo>
                    <a:pt x="4366545" y="1336336"/>
                  </a:lnTo>
                  <a:lnTo>
                    <a:pt x="4366691" y="1336336"/>
                  </a:lnTo>
                  <a:lnTo>
                    <a:pt x="4366836" y="1336336"/>
                  </a:lnTo>
                  <a:lnTo>
                    <a:pt x="4366982" y="1336336"/>
                  </a:lnTo>
                  <a:lnTo>
                    <a:pt x="4367127" y="1336336"/>
                  </a:lnTo>
                  <a:lnTo>
                    <a:pt x="4367273" y="1336336"/>
                  </a:lnTo>
                  <a:lnTo>
                    <a:pt x="4367418" y="1336336"/>
                  </a:lnTo>
                  <a:lnTo>
                    <a:pt x="4367563" y="1336336"/>
                  </a:lnTo>
                  <a:lnTo>
                    <a:pt x="4367709" y="1336336"/>
                  </a:lnTo>
                  <a:lnTo>
                    <a:pt x="4367854" y="1336336"/>
                  </a:lnTo>
                  <a:lnTo>
                    <a:pt x="4368000" y="1336336"/>
                  </a:lnTo>
                  <a:lnTo>
                    <a:pt x="4368145" y="1336336"/>
                  </a:lnTo>
                  <a:lnTo>
                    <a:pt x="4368291" y="1336336"/>
                  </a:lnTo>
                  <a:lnTo>
                    <a:pt x="4368291" y="1335713"/>
                  </a:lnTo>
                  <a:lnTo>
                    <a:pt x="4368436" y="1335713"/>
                  </a:lnTo>
                  <a:lnTo>
                    <a:pt x="4368436" y="1335089"/>
                  </a:lnTo>
                  <a:lnTo>
                    <a:pt x="4368581" y="1335089"/>
                  </a:lnTo>
                  <a:lnTo>
                    <a:pt x="4368581" y="1334466"/>
                  </a:lnTo>
                  <a:lnTo>
                    <a:pt x="4368727" y="1334466"/>
                  </a:lnTo>
                  <a:lnTo>
                    <a:pt x="4368872" y="1334466"/>
                  </a:lnTo>
                  <a:lnTo>
                    <a:pt x="4369018" y="1334466"/>
                  </a:lnTo>
                  <a:lnTo>
                    <a:pt x="4369163" y="1334466"/>
                  </a:lnTo>
                  <a:lnTo>
                    <a:pt x="4369308" y="1334466"/>
                  </a:lnTo>
                  <a:lnTo>
                    <a:pt x="4369454" y="1334466"/>
                  </a:lnTo>
                  <a:lnTo>
                    <a:pt x="4369599" y="1334466"/>
                  </a:lnTo>
                  <a:lnTo>
                    <a:pt x="4369745" y="1334466"/>
                  </a:lnTo>
                  <a:lnTo>
                    <a:pt x="4369890" y="1334466"/>
                  </a:lnTo>
                  <a:lnTo>
                    <a:pt x="4370036" y="1334466"/>
                  </a:lnTo>
                  <a:lnTo>
                    <a:pt x="4370181" y="1334466"/>
                  </a:lnTo>
                  <a:lnTo>
                    <a:pt x="4370326" y="1334466"/>
                  </a:lnTo>
                  <a:lnTo>
                    <a:pt x="4370472" y="1334466"/>
                  </a:lnTo>
                  <a:lnTo>
                    <a:pt x="4370617" y="1334466"/>
                  </a:lnTo>
                  <a:lnTo>
                    <a:pt x="4370763" y="1334466"/>
                  </a:lnTo>
                  <a:lnTo>
                    <a:pt x="4370908" y="1334466"/>
                  </a:lnTo>
                  <a:lnTo>
                    <a:pt x="4371054" y="1334466"/>
                  </a:lnTo>
                  <a:lnTo>
                    <a:pt x="4371199" y="1334466"/>
                  </a:lnTo>
                  <a:lnTo>
                    <a:pt x="4371344" y="1334466"/>
                  </a:lnTo>
                  <a:lnTo>
                    <a:pt x="4371344" y="1333842"/>
                  </a:lnTo>
                  <a:lnTo>
                    <a:pt x="4371490" y="1333842"/>
                  </a:lnTo>
                  <a:lnTo>
                    <a:pt x="4371635" y="1333842"/>
                  </a:lnTo>
                  <a:lnTo>
                    <a:pt x="4371781" y="1333842"/>
                  </a:lnTo>
                  <a:lnTo>
                    <a:pt x="4371781" y="1333218"/>
                  </a:lnTo>
                  <a:lnTo>
                    <a:pt x="4371926" y="1333218"/>
                  </a:lnTo>
                  <a:lnTo>
                    <a:pt x="4372072" y="1333218"/>
                  </a:lnTo>
                  <a:lnTo>
                    <a:pt x="4372217" y="1333218"/>
                  </a:lnTo>
                  <a:lnTo>
                    <a:pt x="4372362" y="1333218"/>
                  </a:lnTo>
                  <a:lnTo>
                    <a:pt x="4372508" y="1333218"/>
                  </a:lnTo>
                  <a:lnTo>
                    <a:pt x="4372653" y="1333218"/>
                  </a:lnTo>
                  <a:lnTo>
                    <a:pt x="4372799" y="1333218"/>
                  </a:lnTo>
                  <a:lnTo>
                    <a:pt x="4372944" y="1333218"/>
                  </a:lnTo>
                  <a:lnTo>
                    <a:pt x="4373090" y="1333218"/>
                  </a:lnTo>
                  <a:lnTo>
                    <a:pt x="4373235" y="1333218"/>
                  </a:lnTo>
                  <a:lnTo>
                    <a:pt x="4373380" y="1333218"/>
                  </a:lnTo>
                  <a:lnTo>
                    <a:pt x="4373526" y="1333218"/>
                  </a:lnTo>
                  <a:lnTo>
                    <a:pt x="4373671" y="1333218"/>
                  </a:lnTo>
                  <a:lnTo>
                    <a:pt x="4373817" y="1333218"/>
                  </a:lnTo>
                  <a:lnTo>
                    <a:pt x="4373962" y="1333218"/>
                  </a:lnTo>
                  <a:lnTo>
                    <a:pt x="4373962" y="1332595"/>
                  </a:lnTo>
                  <a:lnTo>
                    <a:pt x="4374108" y="1332595"/>
                  </a:lnTo>
                  <a:lnTo>
                    <a:pt x="4374253" y="1332595"/>
                  </a:lnTo>
                  <a:lnTo>
                    <a:pt x="4374398" y="1332595"/>
                  </a:lnTo>
                  <a:lnTo>
                    <a:pt x="4374398" y="1331971"/>
                  </a:lnTo>
                  <a:lnTo>
                    <a:pt x="4374544" y="1331971"/>
                  </a:lnTo>
                  <a:lnTo>
                    <a:pt x="4374689" y="1331971"/>
                  </a:lnTo>
                  <a:lnTo>
                    <a:pt x="4374835" y="1331971"/>
                  </a:lnTo>
                  <a:lnTo>
                    <a:pt x="4374980" y="1331971"/>
                  </a:lnTo>
                  <a:lnTo>
                    <a:pt x="4375125" y="1331971"/>
                  </a:lnTo>
                  <a:lnTo>
                    <a:pt x="4375271" y="1331971"/>
                  </a:lnTo>
                  <a:lnTo>
                    <a:pt x="4375416" y="1331971"/>
                  </a:lnTo>
                  <a:lnTo>
                    <a:pt x="4375562" y="1331971"/>
                  </a:lnTo>
                  <a:lnTo>
                    <a:pt x="4375562" y="1331348"/>
                  </a:lnTo>
                  <a:lnTo>
                    <a:pt x="4375707" y="1331348"/>
                  </a:lnTo>
                  <a:lnTo>
                    <a:pt x="4375853" y="1331348"/>
                  </a:lnTo>
                  <a:lnTo>
                    <a:pt x="4375998" y="1331348"/>
                  </a:lnTo>
                  <a:lnTo>
                    <a:pt x="4375998" y="1330724"/>
                  </a:lnTo>
                  <a:lnTo>
                    <a:pt x="4376143" y="1330724"/>
                  </a:lnTo>
                  <a:lnTo>
                    <a:pt x="4376289" y="1330724"/>
                  </a:lnTo>
                  <a:lnTo>
                    <a:pt x="4376434" y="1330724"/>
                  </a:lnTo>
                  <a:lnTo>
                    <a:pt x="4376580" y="1330724"/>
                  </a:lnTo>
                  <a:lnTo>
                    <a:pt x="4376725" y="1330724"/>
                  </a:lnTo>
                  <a:lnTo>
                    <a:pt x="4376871" y="1330724"/>
                  </a:lnTo>
                  <a:lnTo>
                    <a:pt x="4376871" y="1330101"/>
                  </a:lnTo>
                  <a:lnTo>
                    <a:pt x="4377016" y="1330101"/>
                  </a:lnTo>
                  <a:lnTo>
                    <a:pt x="4377161" y="1330101"/>
                  </a:lnTo>
                  <a:lnTo>
                    <a:pt x="4377307" y="1330101"/>
                  </a:lnTo>
                  <a:lnTo>
                    <a:pt x="4377452" y="1330101"/>
                  </a:lnTo>
                  <a:lnTo>
                    <a:pt x="4377598" y="1330101"/>
                  </a:lnTo>
                  <a:lnTo>
                    <a:pt x="4377743" y="1330101"/>
                  </a:lnTo>
                  <a:lnTo>
                    <a:pt x="4377889" y="1330101"/>
                  </a:lnTo>
                  <a:lnTo>
                    <a:pt x="4378034" y="1330101"/>
                  </a:lnTo>
                  <a:lnTo>
                    <a:pt x="4378179" y="1330101"/>
                  </a:lnTo>
                  <a:lnTo>
                    <a:pt x="4378325" y="1330101"/>
                  </a:lnTo>
                  <a:lnTo>
                    <a:pt x="4378470" y="1330101"/>
                  </a:lnTo>
                  <a:lnTo>
                    <a:pt x="4378616" y="1330101"/>
                  </a:lnTo>
                  <a:lnTo>
                    <a:pt x="4378761" y="1330101"/>
                  </a:lnTo>
                  <a:lnTo>
                    <a:pt x="4378907" y="1330101"/>
                  </a:lnTo>
                  <a:lnTo>
                    <a:pt x="4379052" y="1330101"/>
                  </a:lnTo>
                  <a:lnTo>
                    <a:pt x="4379197" y="1330101"/>
                  </a:lnTo>
                  <a:lnTo>
                    <a:pt x="4379343" y="1330101"/>
                  </a:lnTo>
                  <a:lnTo>
                    <a:pt x="4379488" y="1330101"/>
                  </a:lnTo>
                  <a:lnTo>
                    <a:pt x="4379634" y="1330101"/>
                  </a:lnTo>
                  <a:lnTo>
                    <a:pt x="4379779" y="1330101"/>
                  </a:lnTo>
                  <a:lnTo>
                    <a:pt x="4379925" y="1330101"/>
                  </a:lnTo>
                  <a:lnTo>
                    <a:pt x="4380070" y="1330101"/>
                  </a:lnTo>
                  <a:lnTo>
                    <a:pt x="4380215" y="1330101"/>
                  </a:lnTo>
                  <a:lnTo>
                    <a:pt x="4380215" y="1329477"/>
                  </a:lnTo>
                  <a:lnTo>
                    <a:pt x="4380361" y="1329477"/>
                  </a:lnTo>
                  <a:lnTo>
                    <a:pt x="4380506" y="1329477"/>
                  </a:lnTo>
                  <a:lnTo>
                    <a:pt x="4380652" y="1329477"/>
                  </a:lnTo>
                  <a:lnTo>
                    <a:pt x="4380797" y="1329477"/>
                  </a:lnTo>
                  <a:lnTo>
                    <a:pt x="4380943" y="1329477"/>
                  </a:lnTo>
                  <a:lnTo>
                    <a:pt x="4380943" y="1328853"/>
                  </a:lnTo>
                  <a:lnTo>
                    <a:pt x="4381088" y="1328853"/>
                  </a:lnTo>
                  <a:lnTo>
                    <a:pt x="4381233" y="1328853"/>
                  </a:lnTo>
                  <a:lnTo>
                    <a:pt x="4381233" y="1328230"/>
                  </a:lnTo>
                  <a:lnTo>
                    <a:pt x="4381233" y="1327606"/>
                  </a:lnTo>
                  <a:lnTo>
                    <a:pt x="4381379" y="1327606"/>
                  </a:lnTo>
                  <a:lnTo>
                    <a:pt x="4381524" y="1327606"/>
                  </a:lnTo>
                  <a:lnTo>
                    <a:pt x="4381670" y="1327606"/>
                  </a:lnTo>
                  <a:lnTo>
                    <a:pt x="4381815" y="1327606"/>
                  </a:lnTo>
                  <a:lnTo>
                    <a:pt x="4381960" y="1327606"/>
                  </a:lnTo>
                  <a:lnTo>
                    <a:pt x="4382106" y="1327606"/>
                  </a:lnTo>
                  <a:lnTo>
                    <a:pt x="4382251" y="1327606"/>
                  </a:lnTo>
                  <a:lnTo>
                    <a:pt x="4382251" y="1326983"/>
                  </a:lnTo>
                  <a:lnTo>
                    <a:pt x="4382397" y="1326983"/>
                  </a:lnTo>
                  <a:lnTo>
                    <a:pt x="4382542" y="1326983"/>
                  </a:lnTo>
                  <a:lnTo>
                    <a:pt x="4382688" y="1326983"/>
                  </a:lnTo>
                  <a:lnTo>
                    <a:pt x="4382833" y="1326983"/>
                  </a:lnTo>
                  <a:lnTo>
                    <a:pt x="4382978" y="1326983"/>
                  </a:lnTo>
                  <a:lnTo>
                    <a:pt x="4383124" y="1326983"/>
                  </a:lnTo>
                  <a:lnTo>
                    <a:pt x="4383269" y="1326983"/>
                  </a:lnTo>
                  <a:lnTo>
                    <a:pt x="4383415" y="1326983"/>
                  </a:lnTo>
                  <a:lnTo>
                    <a:pt x="4383560" y="1326983"/>
                  </a:lnTo>
                  <a:lnTo>
                    <a:pt x="4383560" y="1326359"/>
                  </a:lnTo>
                  <a:lnTo>
                    <a:pt x="4383706" y="1326359"/>
                  </a:lnTo>
                  <a:lnTo>
                    <a:pt x="4383851" y="1326359"/>
                  </a:lnTo>
                  <a:lnTo>
                    <a:pt x="4383996" y="1326359"/>
                  </a:lnTo>
                  <a:lnTo>
                    <a:pt x="4384142" y="1326359"/>
                  </a:lnTo>
                  <a:lnTo>
                    <a:pt x="4384287" y="1326359"/>
                  </a:lnTo>
                  <a:lnTo>
                    <a:pt x="4384433" y="1326359"/>
                  </a:lnTo>
                  <a:lnTo>
                    <a:pt x="4384433" y="1325736"/>
                  </a:lnTo>
                  <a:lnTo>
                    <a:pt x="4384433" y="1325112"/>
                  </a:lnTo>
                  <a:lnTo>
                    <a:pt x="4384578" y="1325112"/>
                  </a:lnTo>
                  <a:lnTo>
                    <a:pt x="4384724" y="1325112"/>
                  </a:lnTo>
                  <a:lnTo>
                    <a:pt x="4384724" y="1324488"/>
                  </a:lnTo>
                  <a:lnTo>
                    <a:pt x="4384869" y="1324488"/>
                  </a:lnTo>
                  <a:lnTo>
                    <a:pt x="4385014" y="1324488"/>
                  </a:lnTo>
                  <a:lnTo>
                    <a:pt x="4385160" y="1324488"/>
                  </a:lnTo>
                  <a:lnTo>
                    <a:pt x="4385305" y="1324488"/>
                  </a:lnTo>
                  <a:lnTo>
                    <a:pt x="4385451" y="1324488"/>
                  </a:lnTo>
                  <a:lnTo>
                    <a:pt x="4385596" y="1324488"/>
                  </a:lnTo>
                  <a:lnTo>
                    <a:pt x="4385742" y="1324488"/>
                  </a:lnTo>
                  <a:lnTo>
                    <a:pt x="4385742" y="1323865"/>
                  </a:lnTo>
                  <a:lnTo>
                    <a:pt x="4385887" y="1323865"/>
                  </a:lnTo>
                  <a:lnTo>
                    <a:pt x="4385887" y="1323241"/>
                  </a:lnTo>
                  <a:lnTo>
                    <a:pt x="4385887" y="1322618"/>
                  </a:lnTo>
                  <a:lnTo>
                    <a:pt x="4386032" y="1322618"/>
                  </a:lnTo>
                  <a:lnTo>
                    <a:pt x="4386032" y="1321994"/>
                  </a:lnTo>
                  <a:lnTo>
                    <a:pt x="4386178" y="1321994"/>
                  </a:lnTo>
                  <a:lnTo>
                    <a:pt x="4386323" y="1321994"/>
                  </a:lnTo>
                  <a:lnTo>
                    <a:pt x="4386469" y="1321994"/>
                  </a:lnTo>
                  <a:lnTo>
                    <a:pt x="4386614" y="1321994"/>
                  </a:lnTo>
                  <a:lnTo>
                    <a:pt x="4386760" y="1321994"/>
                  </a:lnTo>
                  <a:lnTo>
                    <a:pt x="4386905" y="1321994"/>
                  </a:lnTo>
                  <a:lnTo>
                    <a:pt x="4387050" y="1321994"/>
                  </a:lnTo>
                  <a:lnTo>
                    <a:pt x="4387196" y="1321994"/>
                  </a:lnTo>
                  <a:lnTo>
                    <a:pt x="4387341" y="1321994"/>
                  </a:lnTo>
                  <a:lnTo>
                    <a:pt x="4387487" y="1321994"/>
                  </a:lnTo>
                  <a:lnTo>
                    <a:pt x="4387487" y="1321370"/>
                  </a:lnTo>
                  <a:lnTo>
                    <a:pt x="4387632" y="1321370"/>
                  </a:lnTo>
                  <a:lnTo>
                    <a:pt x="4387632" y="1320747"/>
                  </a:lnTo>
                  <a:lnTo>
                    <a:pt x="4387632" y="1320123"/>
                  </a:lnTo>
                  <a:lnTo>
                    <a:pt x="4387632" y="1319500"/>
                  </a:lnTo>
                  <a:lnTo>
                    <a:pt x="4387632" y="1318876"/>
                  </a:lnTo>
                  <a:lnTo>
                    <a:pt x="4387778" y="1318876"/>
                  </a:lnTo>
                  <a:lnTo>
                    <a:pt x="4387923" y="1318876"/>
                  </a:lnTo>
                  <a:lnTo>
                    <a:pt x="4388068" y="1318876"/>
                  </a:lnTo>
                  <a:lnTo>
                    <a:pt x="4388068" y="1318253"/>
                  </a:lnTo>
                  <a:lnTo>
                    <a:pt x="4388214" y="1318253"/>
                  </a:lnTo>
                  <a:lnTo>
                    <a:pt x="4388359" y="1318253"/>
                  </a:lnTo>
                  <a:lnTo>
                    <a:pt x="4388505" y="1318253"/>
                  </a:lnTo>
                  <a:lnTo>
                    <a:pt x="4388650" y="1318253"/>
                  </a:lnTo>
                  <a:lnTo>
                    <a:pt x="4388795" y="1318253"/>
                  </a:lnTo>
                  <a:lnTo>
                    <a:pt x="4388941" y="1318253"/>
                  </a:lnTo>
                  <a:lnTo>
                    <a:pt x="4389086" y="1318253"/>
                  </a:lnTo>
                  <a:lnTo>
                    <a:pt x="4389232" y="1318253"/>
                  </a:lnTo>
                  <a:lnTo>
                    <a:pt x="4389377" y="1318253"/>
                  </a:lnTo>
                  <a:lnTo>
                    <a:pt x="4389523" y="1318253"/>
                  </a:lnTo>
                  <a:lnTo>
                    <a:pt x="4389668" y="1318253"/>
                  </a:lnTo>
                  <a:lnTo>
                    <a:pt x="4389813" y="1318253"/>
                  </a:lnTo>
                  <a:lnTo>
                    <a:pt x="4389959" y="1318253"/>
                  </a:lnTo>
                  <a:lnTo>
                    <a:pt x="4390104" y="1318253"/>
                  </a:lnTo>
                  <a:lnTo>
                    <a:pt x="4390250" y="1318253"/>
                  </a:lnTo>
                  <a:lnTo>
                    <a:pt x="4390395" y="1318253"/>
                  </a:lnTo>
                  <a:lnTo>
                    <a:pt x="4390541" y="1318253"/>
                  </a:lnTo>
                  <a:lnTo>
                    <a:pt x="4390686" y="1318253"/>
                  </a:lnTo>
                  <a:lnTo>
                    <a:pt x="4390831" y="1318253"/>
                  </a:lnTo>
                  <a:lnTo>
                    <a:pt x="4390977" y="1318253"/>
                  </a:lnTo>
                  <a:lnTo>
                    <a:pt x="4391122" y="1318253"/>
                  </a:lnTo>
                  <a:lnTo>
                    <a:pt x="4391268" y="1318253"/>
                  </a:lnTo>
                  <a:lnTo>
                    <a:pt x="4391413" y="1318253"/>
                  </a:lnTo>
                  <a:lnTo>
                    <a:pt x="4391559" y="1318253"/>
                  </a:lnTo>
                  <a:lnTo>
                    <a:pt x="4391559" y="1317629"/>
                  </a:lnTo>
                  <a:lnTo>
                    <a:pt x="4391704" y="1317629"/>
                  </a:lnTo>
                  <a:lnTo>
                    <a:pt x="4391849" y="1317629"/>
                  </a:lnTo>
                  <a:lnTo>
                    <a:pt x="4391849" y="1317005"/>
                  </a:lnTo>
                  <a:lnTo>
                    <a:pt x="4391995" y="1317005"/>
                  </a:lnTo>
                  <a:lnTo>
                    <a:pt x="4392140" y="1317005"/>
                  </a:lnTo>
                  <a:lnTo>
                    <a:pt x="4392286" y="1317005"/>
                  </a:lnTo>
                  <a:lnTo>
                    <a:pt x="4392431" y="1317005"/>
                  </a:lnTo>
                  <a:lnTo>
                    <a:pt x="4392577" y="1317005"/>
                  </a:lnTo>
                  <a:lnTo>
                    <a:pt x="4392722" y="1317005"/>
                  </a:lnTo>
                  <a:lnTo>
                    <a:pt x="4392867" y="1317005"/>
                  </a:lnTo>
                  <a:lnTo>
                    <a:pt x="4393013" y="1317005"/>
                  </a:lnTo>
                  <a:lnTo>
                    <a:pt x="4393158" y="1317005"/>
                  </a:lnTo>
                  <a:lnTo>
                    <a:pt x="4393304" y="1317005"/>
                  </a:lnTo>
                  <a:lnTo>
                    <a:pt x="4393449" y="1317005"/>
                  </a:lnTo>
                  <a:lnTo>
                    <a:pt x="4393595" y="1317005"/>
                  </a:lnTo>
                  <a:lnTo>
                    <a:pt x="4393740" y="1317005"/>
                  </a:lnTo>
                  <a:lnTo>
                    <a:pt x="4393740" y="1316382"/>
                  </a:lnTo>
                  <a:lnTo>
                    <a:pt x="4393885" y="1316382"/>
                  </a:lnTo>
                  <a:lnTo>
                    <a:pt x="4394031" y="1316382"/>
                  </a:lnTo>
                  <a:lnTo>
                    <a:pt x="4394031" y="1315758"/>
                  </a:lnTo>
                  <a:lnTo>
                    <a:pt x="4394176" y="1315758"/>
                  </a:lnTo>
                  <a:lnTo>
                    <a:pt x="4394322" y="1315758"/>
                  </a:lnTo>
                  <a:lnTo>
                    <a:pt x="4394467" y="1315758"/>
                  </a:lnTo>
                  <a:lnTo>
                    <a:pt x="4394613" y="1315758"/>
                  </a:lnTo>
                  <a:lnTo>
                    <a:pt x="4394758" y="1315758"/>
                  </a:lnTo>
                  <a:lnTo>
                    <a:pt x="4394903" y="1315758"/>
                  </a:lnTo>
                  <a:lnTo>
                    <a:pt x="4394903" y="1315135"/>
                  </a:lnTo>
                  <a:lnTo>
                    <a:pt x="4395049" y="1315135"/>
                  </a:lnTo>
                  <a:lnTo>
                    <a:pt x="4395194" y="1315135"/>
                  </a:lnTo>
                  <a:lnTo>
                    <a:pt x="4395340" y="1315135"/>
                  </a:lnTo>
                  <a:lnTo>
                    <a:pt x="4395485" y="1315135"/>
                  </a:lnTo>
                  <a:lnTo>
                    <a:pt x="4395630" y="1315135"/>
                  </a:lnTo>
                  <a:lnTo>
                    <a:pt x="4395776" y="1315135"/>
                  </a:lnTo>
                  <a:lnTo>
                    <a:pt x="4395921" y="1315135"/>
                  </a:lnTo>
                  <a:lnTo>
                    <a:pt x="4396067" y="1315135"/>
                  </a:lnTo>
                  <a:lnTo>
                    <a:pt x="4396212" y="1315135"/>
                  </a:lnTo>
                  <a:lnTo>
                    <a:pt x="4396358" y="1315135"/>
                  </a:lnTo>
                  <a:lnTo>
                    <a:pt x="4396503" y="1315135"/>
                  </a:lnTo>
                  <a:lnTo>
                    <a:pt x="4396648" y="1315135"/>
                  </a:lnTo>
                  <a:lnTo>
                    <a:pt x="4396794" y="1315135"/>
                  </a:lnTo>
                  <a:lnTo>
                    <a:pt x="4396939" y="1315135"/>
                  </a:lnTo>
                  <a:lnTo>
                    <a:pt x="4397085" y="1315135"/>
                  </a:lnTo>
                  <a:lnTo>
                    <a:pt x="4397230" y="1315135"/>
                  </a:lnTo>
                  <a:lnTo>
                    <a:pt x="4397376" y="1315135"/>
                  </a:lnTo>
                  <a:lnTo>
                    <a:pt x="4397521" y="1315135"/>
                  </a:lnTo>
                  <a:lnTo>
                    <a:pt x="4397666" y="1315135"/>
                  </a:lnTo>
                  <a:lnTo>
                    <a:pt x="4397812" y="1315135"/>
                  </a:lnTo>
                  <a:lnTo>
                    <a:pt x="4397957" y="1315135"/>
                  </a:lnTo>
                  <a:lnTo>
                    <a:pt x="4398103" y="1315135"/>
                  </a:lnTo>
                  <a:lnTo>
                    <a:pt x="4398248" y="1315135"/>
                  </a:lnTo>
                  <a:lnTo>
                    <a:pt x="4398394" y="1315135"/>
                  </a:lnTo>
                  <a:lnTo>
                    <a:pt x="4398539" y="1315135"/>
                  </a:lnTo>
                  <a:lnTo>
                    <a:pt x="4398539" y="1314511"/>
                  </a:lnTo>
                  <a:lnTo>
                    <a:pt x="4398684" y="1314511"/>
                  </a:lnTo>
                  <a:lnTo>
                    <a:pt x="4398830" y="1314511"/>
                  </a:lnTo>
                  <a:lnTo>
                    <a:pt x="4398975" y="1314511"/>
                  </a:lnTo>
                  <a:lnTo>
                    <a:pt x="4399121" y="1314511"/>
                  </a:lnTo>
                  <a:lnTo>
                    <a:pt x="4399266" y="1314511"/>
                  </a:lnTo>
                  <a:lnTo>
                    <a:pt x="4399412" y="1314511"/>
                  </a:lnTo>
                  <a:lnTo>
                    <a:pt x="4399557" y="1314511"/>
                  </a:lnTo>
                  <a:lnTo>
                    <a:pt x="4399702" y="1314511"/>
                  </a:lnTo>
                  <a:lnTo>
                    <a:pt x="4399848" y="1314511"/>
                  </a:lnTo>
                  <a:lnTo>
                    <a:pt x="4399993" y="1314511"/>
                  </a:lnTo>
                  <a:lnTo>
                    <a:pt x="4399993" y="1313887"/>
                  </a:lnTo>
                  <a:lnTo>
                    <a:pt x="4399993" y="1313264"/>
                  </a:lnTo>
                  <a:lnTo>
                    <a:pt x="4399993" y="1312640"/>
                  </a:lnTo>
                  <a:lnTo>
                    <a:pt x="4400139" y="1312640"/>
                  </a:lnTo>
                  <a:lnTo>
                    <a:pt x="4400284" y="1312640"/>
                  </a:lnTo>
                  <a:lnTo>
                    <a:pt x="4400430" y="1312640"/>
                  </a:lnTo>
                  <a:lnTo>
                    <a:pt x="4400575" y="1312640"/>
                  </a:lnTo>
                  <a:lnTo>
                    <a:pt x="4400720" y="1312640"/>
                  </a:lnTo>
                  <a:lnTo>
                    <a:pt x="4400866" y="1312640"/>
                  </a:lnTo>
                  <a:lnTo>
                    <a:pt x="4400866" y="1312017"/>
                  </a:lnTo>
                  <a:lnTo>
                    <a:pt x="4401011" y="1312017"/>
                  </a:lnTo>
                  <a:lnTo>
                    <a:pt x="4401157" y="1312017"/>
                  </a:lnTo>
                  <a:lnTo>
                    <a:pt x="4401157" y="1311393"/>
                  </a:lnTo>
                  <a:lnTo>
                    <a:pt x="4401302" y="1311393"/>
                  </a:lnTo>
                  <a:lnTo>
                    <a:pt x="4401448" y="1311393"/>
                  </a:lnTo>
                  <a:lnTo>
                    <a:pt x="4401593" y="1311393"/>
                  </a:lnTo>
                  <a:lnTo>
                    <a:pt x="4401738" y="1311393"/>
                  </a:lnTo>
                  <a:lnTo>
                    <a:pt x="4401884" y="1311393"/>
                  </a:lnTo>
                  <a:lnTo>
                    <a:pt x="4402029" y="1311393"/>
                  </a:lnTo>
                  <a:lnTo>
                    <a:pt x="4402175" y="1311393"/>
                  </a:lnTo>
                  <a:lnTo>
                    <a:pt x="4402175" y="1310770"/>
                  </a:lnTo>
                  <a:lnTo>
                    <a:pt x="4402320" y="1310770"/>
                  </a:lnTo>
                  <a:lnTo>
                    <a:pt x="4402465" y="1310770"/>
                  </a:lnTo>
                  <a:lnTo>
                    <a:pt x="4402611" y="1310770"/>
                  </a:lnTo>
                  <a:lnTo>
                    <a:pt x="4402756" y="1310770"/>
                  </a:lnTo>
                  <a:lnTo>
                    <a:pt x="4402902" y="1310770"/>
                  </a:lnTo>
                  <a:lnTo>
                    <a:pt x="4403047" y="1310770"/>
                  </a:lnTo>
                  <a:lnTo>
                    <a:pt x="4403193" y="1310770"/>
                  </a:lnTo>
                  <a:lnTo>
                    <a:pt x="4403338" y="1310770"/>
                  </a:lnTo>
                  <a:lnTo>
                    <a:pt x="4403338" y="1310146"/>
                  </a:lnTo>
                  <a:lnTo>
                    <a:pt x="4403483" y="1310146"/>
                  </a:lnTo>
                  <a:lnTo>
                    <a:pt x="4403629" y="1310146"/>
                  </a:lnTo>
                  <a:lnTo>
                    <a:pt x="4403774" y="1310146"/>
                  </a:lnTo>
                  <a:lnTo>
                    <a:pt x="4403920" y="1310146"/>
                  </a:lnTo>
                  <a:lnTo>
                    <a:pt x="4404065" y="1310146"/>
                  </a:lnTo>
                  <a:lnTo>
                    <a:pt x="4404211" y="1310146"/>
                  </a:lnTo>
                  <a:lnTo>
                    <a:pt x="4404356" y="1310146"/>
                  </a:lnTo>
                  <a:lnTo>
                    <a:pt x="4404501" y="1310146"/>
                  </a:lnTo>
                  <a:lnTo>
                    <a:pt x="4404647" y="1310146"/>
                  </a:lnTo>
                  <a:lnTo>
                    <a:pt x="4404792" y="1310146"/>
                  </a:lnTo>
                  <a:lnTo>
                    <a:pt x="4404792" y="1309522"/>
                  </a:lnTo>
                  <a:lnTo>
                    <a:pt x="4404938" y="1309522"/>
                  </a:lnTo>
                  <a:lnTo>
                    <a:pt x="4405083" y="1309522"/>
                  </a:lnTo>
                  <a:lnTo>
                    <a:pt x="4405229" y="1309522"/>
                  </a:lnTo>
                  <a:lnTo>
                    <a:pt x="4405374" y="1309522"/>
                  </a:lnTo>
                  <a:lnTo>
                    <a:pt x="4405519" y="1309522"/>
                  </a:lnTo>
                  <a:lnTo>
                    <a:pt x="4405665" y="1309522"/>
                  </a:lnTo>
                  <a:lnTo>
                    <a:pt x="4405810" y="1309522"/>
                  </a:lnTo>
                  <a:lnTo>
                    <a:pt x="4405810" y="1308899"/>
                  </a:lnTo>
                  <a:lnTo>
                    <a:pt x="4405956" y="1308899"/>
                  </a:lnTo>
                  <a:lnTo>
                    <a:pt x="4406101" y="1308899"/>
                  </a:lnTo>
                  <a:lnTo>
                    <a:pt x="4406247" y="1308899"/>
                  </a:lnTo>
                  <a:lnTo>
                    <a:pt x="4406247" y="1308275"/>
                  </a:lnTo>
                  <a:lnTo>
                    <a:pt x="4406392" y="1308275"/>
                  </a:lnTo>
                  <a:lnTo>
                    <a:pt x="4406537" y="1308275"/>
                  </a:lnTo>
                  <a:lnTo>
                    <a:pt x="4406683" y="1308275"/>
                  </a:lnTo>
                  <a:lnTo>
                    <a:pt x="4406828" y="1308275"/>
                  </a:lnTo>
                  <a:lnTo>
                    <a:pt x="4406974" y="1308275"/>
                  </a:lnTo>
                  <a:lnTo>
                    <a:pt x="4407119" y="1308275"/>
                  </a:lnTo>
                  <a:lnTo>
                    <a:pt x="4407265" y="1308275"/>
                  </a:lnTo>
                  <a:lnTo>
                    <a:pt x="4407410" y="1308275"/>
                  </a:lnTo>
                  <a:lnTo>
                    <a:pt x="4407555" y="1308275"/>
                  </a:lnTo>
                  <a:lnTo>
                    <a:pt x="4407701" y="1308275"/>
                  </a:lnTo>
                  <a:lnTo>
                    <a:pt x="4407701" y="1307652"/>
                  </a:lnTo>
                  <a:lnTo>
                    <a:pt x="4407701" y="1307028"/>
                  </a:lnTo>
                  <a:lnTo>
                    <a:pt x="4407846" y="1307028"/>
                  </a:lnTo>
                  <a:lnTo>
                    <a:pt x="4407992" y="1307028"/>
                  </a:lnTo>
                  <a:lnTo>
                    <a:pt x="4408137" y="1307028"/>
                  </a:lnTo>
                  <a:lnTo>
                    <a:pt x="4408283" y="1307028"/>
                  </a:lnTo>
                  <a:lnTo>
                    <a:pt x="4408428" y="1307028"/>
                  </a:lnTo>
                  <a:lnTo>
                    <a:pt x="4408573" y="1307028"/>
                  </a:lnTo>
                  <a:lnTo>
                    <a:pt x="4408573" y="1306404"/>
                  </a:lnTo>
                  <a:lnTo>
                    <a:pt x="4408719" y="1306404"/>
                  </a:lnTo>
                  <a:lnTo>
                    <a:pt x="4408864" y="1306404"/>
                  </a:lnTo>
                  <a:lnTo>
                    <a:pt x="4409010" y="1306404"/>
                  </a:lnTo>
                  <a:lnTo>
                    <a:pt x="4409010" y="1305781"/>
                  </a:lnTo>
                  <a:lnTo>
                    <a:pt x="4409155" y="1305781"/>
                  </a:lnTo>
                  <a:lnTo>
                    <a:pt x="4409300" y="1305781"/>
                  </a:lnTo>
                  <a:lnTo>
                    <a:pt x="4409446" y="1305781"/>
                  </a:lnTo>
                  <a:lnTo>
                    <a:pt x="4409591" y="1305781"/>
                  </a:lnTo>
                  <a:lnTo>
                    <a:pt x="4409737" y="1305781"/>
                  </a:lnTo>
                  <a:lnTo>
                    <a:pt x="4409882" y="1305781"/>
                  </a:lnTo>
                  <a:lnTo>
                    <a:pt x="4410028" y="1305781"/>
                  </a:lnTo>
                  <a:lnTo>
                    <a:pt x="4410028" y="1305157"/>
                  </a:lnTo>
                  <a:lnTo>
                    <a:pt x="4410173" y="1305157"/>
                  </a:lnTo>
                  <a:lnTo>
                    <a:pt x="4410173" y="1304534"/>
                  </a:lnTo>
                  <a:lnTo>
                    <a:pt x="4410318" y="1304534"/>
                  </a:lnTo>
                  <a:lnTo>
                    <a:pt x="4410464" y="1304534"/>
                  </a:lnTo>
                  <a:lnTo>
                    <a:pt x="4410464" y="1303910"/>
                  </a:lnTo>
                  <a:lnTo>
                    <a:pt x="4410609" y="1303910"/>
                  </a:lnTo>
                  <a:lnTo>
                    <a:pt x="4410755" y="1303910"/>
                  </a:lnTo>
                  <a:lnTo>
                    <a:pt x="4410900" y="1303910"/>
                  </a:lnTo>
                  <a:lnTo>
                    <a:pt x="4411046" y="1303910"/>
                  </a:lnTo>
                  <a:lnTo>
                    <a:pt x="4411191" y="1303910"/>
                  </a:lnTo>
                  <a:lnTo>
                    <a:pt x="4411336" y="1303910"/>
                  </a:lnTo>
                  <a:lnTo>
                    <a:pt x="4411482" y="1303910"/>
                  </a:lnTo>
                  <a:lnTo>
                    <a:pt x="4411627" y="1303910"/>
                  </a:lnTo>
                  <a:lnTo>
                    <a:pt x="4411773" y="1303910"/>
                  </a:lnTo>
                  <a:lnTo>
                    <a:pt x="4411918" y="1303910"/>
                  </a:lnTo>
                  <a:lnTo>
                    <a:pt x="4412064" y="1303910"/>
                  </a:lnTo>
                  <a:lnTo>
                    <a:pt x="4412209" y="1303910"/>
                  </a:lnTo>
                  <a:lnTo>
                    <a:pt x="4412354" y="1303910"/>
                  </a:lnTo>
                  <a:lnTo>
                    <a:pt x="4412500" y="1303910"/>
                  </a:lnTo>
                  <a:lnTo>
                    <a:pt x="4412645" y="1303910"/>
                  </a:lnTo>
                  <a:lnTo>
                    <a:pt x="4412791" y="1303910"/>
                  </a:lnTo>
                  <a:lnTo>
                    <a:pt x="4412936" y="1303910"/>
                  </a:lnTo>
                  <a:lnTo>
                    <a:pt x="4412936" y="1303287"/>
                  </a:lnTo>
                  <a:lnTo>
                    <a:pt x="4413082" y="1303287"/>
                  </a:lnTo>
                  <a:lnTo>
                    <a:pt x="4413227" y="1303287"/>
                  </a:lnTo>
                  <a:lnTo>
                    <a:pt x="4413227" y="1302663"/>
                  </a:lnTo>
                  <a:lnTo>
                    <a:pt x="4413372" y="1302663"/>
                  </a:lnTo>
                  <a:lnTo>
                    <a:pt x="4413518" y="1302663"/>
                  </a:lnTo>
                  <a:lnTo>
                    <a:pt x="4413663" y="1302663"/>
                  </a:lnTo>
                  <a:lnTo>
                    <a:pt x="4413809" y="1302663"/>
                  </a:lnTo>
                  <a:lnTo>
                    <a:pt x="4413954" y="1302663"/>
                  </a:lnTo>
                  <a:lnTo>
                    <a:pt x="4414100" y="1302663"/>
                  </a:lnTo>
                  <a:lnTo>
                    <a:pt x="4414245" y="1302663"/>
                  </a:lnTo>
                  <a:lnTo>
                    <a:pt x="4414390" y="1302663"/>
                  </a:lnTo>
                  <a:lnTo>
                    <a:pt x="4414536" y="1302663"/>
                  </a:lnTo>
                  <a:lnTo>
                    <a:pt x="4414681" y="1302663"/>
                  </a:lnTo>
                  <a:lnTo>
                    <a:pt x="4414827" y="1302663"/>
                  </a:lnTo>
                  <a:lnTo>
                    <a:pt x="4414972" y="1302663"/>
                  </a:lnTo>
                  <a:lnTo>
                    <a:pt x="4415118" y="1302663"/>
                  </a:lnTo>
                  <a:lnTo>
                    <a:pt x="4415263" y="1302663"/>
                  </a:lnTo>
                  <a:lnTo>
                    <a:pt x="4415408" y="1302663"/>
                  </a:lnTo>
                  <a:lnTo>
                    <a:pt x="4415554" y="1302663"/>
                  </a:lnTo>
                  <a:lnTo>
                    <a:pt x="4415699" y="1302663"/>
                  </a:lnTo>
                  <a:lnTo>
                    <a:pt x="4415845" y="1302663"/>
                  </a:lnTo>
                  <a:lnTo>
                    <a:pt x="4415990" y="1302663"/>
                  </a:lnTo>
                  <a:lnTo>
                    <a:pt x="4416135" y="1302663"/>
                  </a:lnTo>
                  <a:lnTo>
                    <a:pt x="4416135" y="1302039"/>
                  </a:lnTo>
                  <a:lnTo>
                    <a:pt x="4416281" y="1302039"/>
                  </a:lnTo>
                  <a:lnTo>
                    <a:pt x="4416426" y="1302039"/>
                  </a:lnTo>
                  <a:lnTo>
                    <a:pt x="4416426" y="1301416"/>
                  </a:lnTo>
                  <a:lnTo>
                    <a:pt x="4416572" y="1301416"/>
                  </a:lnTo>
                  <a:lnTo>
                    <a:pt x="4416717" y="1301416"/>
                  </a:lnTo>
                  <a:lnTo>
                    <a:pt x="4416863" y="1301416"/>
                  </a:lnTo>
                  <a:lnTo>
                    <a:pt x="4417008" y="1301416"/>
                  </a:lnTo>
                  <a:lnTo>
                    <a:pt x="4417153" y="1301416"/>
                  </a:lnTo>
                  <a:lnTo>
                    <a:pt x="4417299" y="1301416"/>
                  </a:lnTo>
                  <a:lnTo>
                    <a:pt x="4417444" y="1301416"/>
                  </a:lnTo>
                  <a:lnTo>
                    <a:pt x="4417590" y="1301416"/>
                  </a:lnTo>
                  <a:lnTo>
                    <a:pt x="4417735" y="1301416"/>
                  </a:lnTo>
                  <a:lnTo>
                    <a:pt x="4417881" y="1301416"/>
                  </a:lnTo>
                  <a:lnTo>
                    <a:pt x="4417881" y="1300792"/>
                  </a:lnTo>
                  <a:lnTo>
                    <a:pt x="4418026" y="1300792"/>
                  </a:lnTo>
                  <a:lnTo>
                    <a:pt x="4418026" y="1300169"/>
                  </a:lnTo>
                  <a:lnTo>
                    <a:pt x="4418026" y="1299545"/>
                  </a:lnTo>
                  <a:lnTo>
                    <a:pt x="4418171" y="1299545"/>
                  </a:lnTo>
                  <a:lnTo>
                    <a:pt x="4418171" y="1298921"/>
                  </a:lnTo>
                  <a:lnTo>
                    <a:pt x="4418317" y="1298921"/>
                  </a:lnTo>
                  <a:lnTo>
                    <a:pt x="4418317" y="1298298"/>
                  </a:lnTo>
                  <a:lnTo>
                    <a:pt x="4418462" y="1298298"/>
                  </a:lnTo>
                  <a:lnTo>
                    <a:pt x="4418608" y="1298298"/>
                  </a:lnTo>
                  <a:lnTo>
                    <a:pt x="4418608" y="1297674"/>
                  </a:lnTo>
                  <a:lnTo>
                    <a:pt x="4418753" y="1297674"/>
                  </a:lnTo>
                  <a:lnTo>
                    <a:pt x="4418899" y="1297674"/>
                  </a:lnTo>
                  <a:lnTo>
                    <a:pt x="4419044" y="1297674"/>
                  </a:lnTo>
                  <a:lnTo>
                    <a:pt x="4419189" y="1297674"/>
                  </a:lnTo>
                  <a:lnTo>
                    <a:pt x="4419335" y="1297674"/>
                  </a:lnTo>
                  <a:lnTo>
                    <a:pt x="4419480" y="1297674"/>
                  </a:lnTo>
                  <a:lnTo>
                    <a:pt x="4419626" y="1297674"/>
                  </a:lnTo>
                  <a:lnTo>
                    <a:pt x="4419771" y="1297674"/>
                  </a:lnTo>
                  <a:lnTo>
                    <a:pt x="4419917" y="1297674"/>
                  </a:lnTo>
                  <a:lnTo>
                    <a:pt x="4420062" y="1297674"/>
                  </a:lnTo>
                  <a:lnTo>
                    <a:pt x="4420207" y="1297674"/>
                  </a:lnTo>
                  <a:lnTo>
                    <a:pt x="4420353" y="1297674"/>
                  </a:lnTo>
                  <a:lnTo>
                    <a:pt x="4420498" y="1297674"/>
                  </a:lnTo>
                  <a:lnTo>
                    <a:pt x="4420644" y="1297674"/>
                  </a:lnTo>
                  <a:lnTo>
                    <a:pt x="4420644" y="1297051"/>
                  </a:lnTo>
                  <a:lnTo>
                    <a:pt x="4420789" y="1297051"/>
                  </a:lnTo>
                  <a:lnTo>
                    <a:pt x="4420935" y="1297051"/>
                  </a:lnTo>
                  <a:lnTo>
                    <a:pt x="4420935" y="1296427"/>
                  </a:lnTo>
                  <a:lnTo>
                    <a:pt x="4421080" y="1296427"/>
                  </a:lnTo>
                  <a:lnTo>
                    <a:pt x="4421080" y="1295804"/>
                  </a:lnTo>
                  <a:lnTo>
                    <a:pt x="4421225" y="1295804"/>
                  </a:lnTo>
                  <a:lnTo>
                    <a:pt x="4421371" y="1295804"/>
                  </a:lnTo>
                  <a:lnTo>
                    <a:pt x="4421516" y="1295804"/>
                  </a:lnTo>
                  <a:lnTo>
                    <a:pt x="4421662" y="1295804"/>
                  </a:lnTo>
                  <a:lnTo>
                    <a:pt x="4421807" y="1295804"/>
                  </a:lnTo>
                  <a:lnTo>
                    <a:pt x="4421953" y="1295804"/>
                  </a:lnTo>
                  <a:lnTo>
                    <a:pt x="4422098" y="1295804"/>
                  </a:lnTo>
                  <a:lnTo>
                    <a:pt x="4422243" y="1295804"/>
                  </a:lnTo>
                  <a:lnTo>
                    <a:pt x="4422243" y="1295180"/>
                  </a:lnTo>
                  <a:lnTo>
                    <a:pt x="4422389" y="1295180"/>
                  </a:lnTo>
                  <a:lnTo>
                    <a:pt x="4422389" y="1294556"/>
                  </a:lnTo>
                  <a:lnTo>
                    <a:pt x="4422389" y="1293933"/>
                  </a:lnTo>
                  <a:lnTo>
                    <a:pt x="4422534" y="1293933"/>
                  </a:lnTo>
                  <a:lnTo>
                    <a:pt x="4422680" y="1293933"/>
                  </a:lnTo>
                  <a:lnTo>
                    <a:pt x="4422825" y="1293933"/>
                  </a:lnTo>
                  <a:lnTo>
                    <a:pt x="4422970" y="1293933"/>
                  </a:lnTo>
                  <a:lnTo>
                    <a:pt x="4423116" y="1293933"/>
                  </a:lnTo>
                  <a:lnTo>
                    <a:pt x="4423261" y="1293933"/>
                  </a:lnTo>
                  <a:lnTo>
                    <a:pt x="4423407" y="1293933"/>
                  </a:lnTo>
                  <a:lnTo>
                    <a:pt x="4423407" y="1293309"/>
                  </a:lnTo>
                  <a:lnTo>
                    <a:pt x="4423552" y="1293309"/>
                  </a:lnTo>
                  <a:lnTo>
                    <a:pt x="4423698" y="1293309"/>
                  </a:lnTo>
                  <a:lnTo>
                    <a:pt x="4423698" y="1292686"/>
                  </a:lnTo>
                  <a:lnTo>
                    <a:pt x="4423698" y="1292062"/>
                  </a:lnTo>
                  <a:lnTo>
                    <a:pt x="4423843" y="1292062"/>
                  </a:lnTo>
                  <a:lnTo>
                    <a:pt x="4423988" y="1292062"/>
                  </a:lnTo>
                  <a:lnTo>
                    <a:pt x="4424134" y="1292062"/>
                  </a:lnTo>
                  <a:lnTo>
                    <a:pt x="4424279" y="1292062"/>
                  </a:lnTo>
                  <a:lnTo>
                    <a:pt x="4424425" y="1292062"/>
                  </a:lnTo>
                  <a:lnTo>
                    <a:pt x="4424570" y="1292062"/>
                  </a:lnTo>
                  <a:lnTo>
                    <a:pt x="4424716" y="1292062"/>
                  </a:lnTo>
                  <a:lnTo>
                    <a:pt x="4424861" y="1292062"/>
                  </a:lnTo>
                  <a:lnTo>
                    <a:pt x="4425006" y="1292062"/>
                  </a:lnTo>
                  <a:lnTo>
                    <a:pt x="4425152" y="1292062"/>
                  </a:lnTo>
                  <a:lnTo>
                    <a:pt x="4425152" y="1291438"/>
                  </a:lnTo>
                  <a:lnTo>
                    <a:pt x="4425297" y="1291438"/>
                  </a:lnTo>
                  <a:lnTo>
                    <a:pt x="4425443" y="1291438"/>
                  </a:lnTo>
                  <a:lnTo>
                    <a:pt x="4425588" y="1291438"/>
                  </a:lnTo>
                  <a:lnTo>
                    <a:pt x="4425734" y="1291438"/>
                  </a:lnTo>
                  <a:lnTo>
                    <a:pt x="4425879" y="1291438"/>
                  </a:lnTo>
                  <a:lnTo>
                    <a:pt x="4426024" y="1291438"/>
                  </a:lnTo>
                  <a:lnTo>
                    <a:pt x="4426170" y="1291438"/>
                  </a:lnTo>
                  <a:lnTo>
                    <a:pt x="4426315" y="1291438"/>
                  </a:lnTo>
                  <a:lnTo>
                    <a:pt x="4426461" y="1291438"/>
                  </a:lnTo>
                  <a:lnTo>
                    <a:pt x="4426606" y="1291438"/>
                  </a:lnTo>
                  <a:lnTo>
                    <a:pt x="4426752" y="1291438"/>
                  </a:lnTo>
                  <a:lnTo>
                    <a:pt x="4426897" y="1291438"/>
                  </a:lnTo>
                  <a:lnTo>
                    <a:pt x="4427042" y="1291438"/>
                  </a:lnTo>
                  <a:lnTo>
                    <a:pt x="4427188" y="1291438"/>
                  </a:lnTo>
                  <a:lnTo>
                    <a:pt x="4427333" y="1291438"/>
                  </a:lnTo>
                  <a:lnTo>
                    <a:pt x="4427479" y="1291438"/>
                  </a:lnTo>
                  <a:lnTo>
                    <a:pt x="4427624" y="1291438"/>
                  </a:lnTo>
                  <a:lnTo>
                    <a:pt x="4427770" y="1291438"/>
                  </a:lnTo>
                  <a:lnTo>
                    <a:pt x="4427915" y="1291438"/>
                  </a:lnTo>
                  <a:lnTo>
                    <a:pt x="4427915" y="1290815"/>
                  </a:lnTo>
                  <a:lnTo>
                    <a:pt x="4428060" y="1290815"/>
                  </a:lnTo>
                  <a:lnTo>
                    <a:pt x="4428206" y="1290815"/>
                  </a:lnTo>
                  <a:lnTo>
                    <a:pt x="4428351" y="1290815"/>
                  </a:lnTo>
                  <a:lnTo>
                    <a:pt x="4428497" y="1290815"/>
                  </a:lnTo>
                  <a:lnTo>
                    <a:pt x="4428642" y="1290815"/>
                  </a:lnTo>
                  <a:lnTo>
                    <a:pt x="4428788" y="1290815"/>
                  </a:lnTo>
                  <a:lnTo>
                    <a:pt x="4428933" y="1290815"/>
                  </a:lnTo>
                  <a:lnTo>
                    <a:pt x="4429078" y="1290815"/>
                  </a:lnTo>
                  <a:lnTo>
                    <a:pt x="4429078" y="1290191"/>
                  </a:lnTo>
                  <a:lnTo>
                    <a:pt x="4429224" y="1290191"/>
                  </a:lnTo>
                  <a:lnTo>
                    <a:pt x="4429369" y="1290191"/>
                  </a:lnTo>
                  <a:lnTo>
                    <a:pt x="4429515" y="1290191"/>
                  </a:lnTo>
                  <a:lnTo>
                    <a:pt x="4429660" y="1290191"/>
                  </a:lnTo>
                  <a:lnTo>
                    <a:pt x="4429805" y="1290191"/>
                  </a:lnTo>
                  <a:lnTo>
                    <a:pt x="4429951" y="1290191"/>
                  </a:lnTo>
                  <a:lnTo>
                    <a:pt x="4430096" y="1290191"/>
                  </a:lnTo>
                  <a:lnTo>
                    <a:pt x="4430242" y="1290191"/>
                  </a:lnTo>
                  <a:lnTo>
                    <a:pt x="4430387" y="1290191"/>
                  </a:lnTo>
                  <a:lnTo>
                    <a:pt x="4430533" y="1290191"/>
                  </a:lnTo>
                  <a:lnTo>
                    <a:pt x="4430678" y="1290191"/>
                  </a:lnTo>
                  <a:lnTo>
                    <a:pt x="4430678" y="1289568"/>
                  </a:lnTo>
                  <a:lnTo>
                    <a:pt x="4430678" y="1288944"/>
                  </a:lnTo>
                  <a:lnTo>
                    <a:pt x="4430823" y="1288944"/>
                  </a:lnTo>
                  <a:lnTo>
                    <a:pt x="4430969" y="1288944"/>
                  </a:lnTo>
                  <a:lnTo>
                    <a:pt x="4431114" y="1288944"/>
                  </a:lnTo>
                  <a:lnTo>
                    <a:pt x="4431260" y="1288944"/>
                  </a:lnTo>
                  <a:lnTo>
                    <a:pt x="4431405" y="1288944"/>
                  </a:lnTo>
                  <a:lnTo>
                    <a:pt x="4431551" y="1288944"/>
                  </a:lnTo>
                  <a:lnTo>
                    <a:pt x="4431696" y="1288944"/>
                  </a:lnTo>
                  <a:lnTo>
                    <a:pt x="4431841" y="1288944"/>
                  </a:lnTo>
                  <a:lnTo>
                    <a:pt x="4431841" y="1288321"/>
                  </a:lnTo>
                  <a:lnTo>
                    <a:pt x="4431987" y="1288321"/>
                  </a:lnTo>
                  <a:lnTo>
                    <a:pt x="4432132" y="1288321"/>
                  </a:lnTo>
                  <a:lnTo>
                    <a:pt x="4432132" y="1287697"/>
                  </a:lnTo>
                  <a:lnTo>
                    <a:pt x="4432278" y="1287697"/>
                  </a:lnTo>
                  <a:lnTo>
                    <a:pt x="4432423" y="1287697"/>
                  </a:lnTo>
                  <a:lnTo>
                    <a:pt x="4432569" y="1287697"/>
                  </a:lnTo>
                  <a:lnTo>
                    <a:pt x="4432714" y="1287697"/>
                  </a:lnTo>
                  <a:lnTo>
                    <a:pt x="4432714" y="1287073"/>
                  </a:lnTo>
                  <a:lnTo>
                    <a:pt x="4432859" y="1287073"/>
                  </a:lnTo>
                  <a:lnTo>
                    <a:pt x="4432859" y="1286450"/>
                  </a:lnTo>
                  <a:lnTo>
                    <a:pt x="4433005" y="1286450"/>
                  </a:lnTo>
                  <a:lnTo>
                    <a:pt x="4433150" y="1286450"/>
                  </a:lnTo>
                  <a:lnTo>
                    <a:pt x="4433296" y="1286450"/>
                  </a:lnTo>
                  <a:lnTo>
                    <a:pt x="4433441" y="1286450"/>
                  </a:lnTo>
                  <a:lnTo>
                    <a:pt x="4433587" y="1286450"/>
                  </a:lnTo>
                  <a:lnTo>
                    <a:pt x="4433732" y="1286450"/>
                  </a:lnTo>
                  <a:lnTo>
                    <a:pt x="4433877" y="1286450"/>
                  </a:lnTo>
                  <a:lnTo>
                    <a:pt x="4433877" y="1285826"/>
                  </a:lnTo>
                  <a:lnTo>
                    <a:pt x="4434023" y="1285826"/>
                  </a:lnTo>
                  <a:lnTo>
                    <a:pt x="4434168" y="1285826"/>
                  </a:lnTo>
                  <a:lnTo>
                    <a:pt x="4434314" y="1285826"/>
                  </a:lnTo>
                  <a:lnTo>
                    <a:pt x="4434459" y="1285826"/>
                  </a:lnTo>
                  <a:lnTo>
                    <a:pt x="4434605" y="1285826"/>
                  </a:lnTo>
                  <a:lnTo>
                    <a:pt x="4434750" y="1285826"/>
                  </a:lnTo>
                  <a:lnTo>
                    <a:pt x="4434895" y="1285826"/>
                  </a:lnTo>
                  <a:lnTo>
                    <a:pt x="4435041" y="1285826"/>
                  </a:lnTo>
                  <a:lnTo>
                    <a:pt x="4435186" y="1285826"/>
                  </a:lnTo>
                  <a:lnTo>
                    <a:pt x="4435332" y="1285826"/>
                  </a:lnTo>
                  <a:lnTo>
                    <a:pt x="4435477" y="1285826"/>
                  </a:lnTo>
                  <a:lnTo>
                    <a:pt x="4435623" y="1285826"/>
                  </a:lnTo>
                  <a:lnTo>
                    <a:pt x="4435768" y="1285826"/>
                  </a:lnTo>
                  <a:lnTo>
                    <a:pt x="4435913" y="1285826"/>
                  </a:lnTo>
                  <a:lnTo>
                    <a:pt x="4436059" y="1285826"/>
                  </a:lnTo>
                  <a:lnTo>
                    <a:pt x="4436204" y="1285826"/>
                  </a:lnTo>
                  <a:lnTo>
                    <a:pt x="4436350" y="1285826"/>
                  </a:lnTo>
                  <a:lnTo>
                    <a:pt x="4436495" y="1285826"/>
                  </a:lnTo>
                  <a:lnTo>
                    <a:pt x="4436640" y="1285826"/>
                  </a:lnTo>
                  <a:lnTo>
                    <a:pt x="4436786" y="1285826"/>
                  </a:lnTo>
                  <a:lnTo>
                    <a:pt x="4436931" y="1285826"/>
                  </a:lnTo>
                  <a:lnTo>
                    <a:pt x="4437077" y="1285826"/>
                  </a:lnTo>
                  <a:lnTo>
                    <a:pt x="4437222" y="1285826"/>
                  </a:lnTo>
                  <a:lnTo>
                    <a:pt x="4437368" y="1285826"/>
                  </a:lnTo>
                  <a:lnTo>
                    <a:pt x="4437513" y="1285826"/>
                  </a:lnTo>
                  <a:lnTo>
                    <a:pt x="4437658" y="1285826"/>
                  </a:lnTo>
                  <a:lnTo>
                    <a:pt x="4437804" y="1285826"/>
                  </a:lnTo>
                  <a:lnTo>
                    <a:pt x="4437804" y="1285203"/>
                  </a:lnTo>
                  <a:lnTo>
                    <a:pt x="4437949" y="1285203"/>
                  </a:lnTo>
                  <a:lnTo>
                    <a:pt x="4438095" y="1285203"/>
                  </a:lnTo>
                  <a:lnTo>
                    <a:pt x="4438240" y="1285203"/>
                  </a:lnTo>
                  <a:lnTo>
                    <a:pt x="4438386" y="1285203"/>
                  </a:lnTo>
                  <a:lnTo>
                    <a:pt x="4438531" y="1285203"/>
                  </a:lnTo>
                  <a:lnTo>
                    <a:pt x="4438676" y="1285203"/>
                  </a:lnTo>
                  <a:lnTo>
                    <a:pt x="4438676" y="1284579"/>
                  </a:lnTo>
                  <a:lnTo>
                    <a:pt x="4438822" y="1284579"/>
                  </a:lnTo>
                  <a:lnTo>
                    <a:pt x="4438967" y="1284579"/>
                  </a:lnTo>
                  <a:lnTo>
                    <a:pt x="4439113" y="1284579"/>
                  </a:lnTo>
                  <a:lnTo>
                    <a:pt x="4439258" y="1284579"/>
                  </a:lnTo>
                  <a:lnTo>
                    <a:pt x="4439404" y="1284579"/>
                  </a:lnTo>
                  <a:lnTo>
                    <a:pt x="4439549" y="1284579"/>
                  </a:lnTo>
                  <a:lnTo>
                    <a:pt x="4439694" y="1284579"/>
                  </a:lnTo>
                  <a:lnTo>
                    <a:pt x="4439694" y="1283955"/>
                  </a:lnTo>
                  <a:lnTo>
                    <a:pt x="4439840" y="1283955"/>
                  </a:lnTo>
                  <a:lnTo>
                    <a:pt x="4439985" y="1283955"/>
                  </a:lnTo>
                  <a:lnTo>
                    <a:pt x="4439985" y="1283332"/>
                  </a:lnTo>
                  <a:lnTo>
                    <a:pt x="4440131" y="1283332"/>
                  </a:lnTo>
                  <a:lnTo>
                    <a:pt x="4440276" y="1283332"/>
                  </a:lnTo>
                  <a:lnTo>
                    <a:pt x="4440422" y="1283332"/>
                  </a:lnTo>
                  <a:lnTo>
                    <a:pt x="4440567" y="1283332"/>
                  </a:lnTo>
                  <a:lnTo>
                    <a:pt x="4440567" y="1282708"/>
                  </a:lnTo>
                  <a:lnTo>
                    <a:pt x="4440712" y="1282708"/>
                  </a:lnTo>
                  <a:lnTo>
                    <a:pt x="4440858" y="1282708"/>
                  </a:lnTo>
                  <a:lnTo>
                    <a:pt x="4441003" y="1282708"/>
                  </a:lnTo>
                  <a:lnTo>
                    <a:pt x="4441149" y="1282708"/>
                  </a:lnTo>
                  <a:lnTo>
                    <a:pt x="4441294" y="1282708"/>
                  </a:lnTo>
                  <a:lnTo>
                    <a:pt x="4441440" y="1282708"/>
                  </a:lnTo>
                  <a:lnTo>
                    <a:pt x="4441585" y="1282708"/>
                  </a:lnTo>
                  <a:lnTo>
                    <a:pt x="4441730" y="1282708"/>
                  </a:lnTo>
                  <a:lnTo>
                    <a:pt x="4441876" y="1282708"/>
                  </a:lnTo>
                  <a:lnTo>
                    <a:pt x="4442021" y="1282708"/>
                  </a:lnTo>
                  <a:lnTo>
                    <a:pt x="4442167" y="1282708"/>
                  </a:lnTo>
                  <a:lnTo>
                    <a:pt x="4442312" y="1282708"/>
                  </a:lnTo>
                  <a:lnTo>
                    <a:pt x="4442458" y="1282708"/>
                  </a:lnTo>
                  <a:lnTo>
                    <a:pt x="4442603" y="1282708"/>
                  </a:lnTo>
                  <a:lnTo>
                    <a:pt x="4442748" y="1282708"/>
                  </a:lnTo>
                  <a:lnTo>
                    <a:pt x="4442894" y="1282708"/>
                  </a:lnTo>
                  <a:lnTo>
                    <a:pt x="4443039" y="1282708"/>
                  </a:lnTo>
                  <a:lnTo>
                    <a:pt x="4443185" y="1282708"/>
                  </a:lnTo>
                  <a:lnTo>
                    <a:pt x="4443330" y="1282708"/>
                  </a:lnTo>
                  <a:lnTo>
                    <a:pt x="4443475" y="1282708"/>
                  </a:lnTo>
                  <a:lnTo>
                    <a:pt x="4443621" y="1282708"/>
                  </a:lnTo>
                  <a:lnTo>
                    <a:pt x="4443621" y="1282085"/>
                  </a:lnTo>
                  <a:lnTo>
                    <a:pt x="4443621" y="1281461"/>
                  </a:lnTo>
                  <a:lnTo>
                    <a:pt x="4443766" y="1281461"/>
                  </a:lnTo>
                  <a:lnTo>
                    <a:pt x="4443912" y="1281461"/>
                  </a:lnTo>
                  <a:lnTo>
                    <a:pt x="4444057" y="1281461"/>
                  </a:lnTo>
                  <a:lnTo>
                    <a:pt x="4444203" y="1281461"/>
                  </a:lnTo>
                  <a:lnTo>
                    <a:pt x="4444348" y="1281461"/>
                  </a:lnTo>
                  <a:lnTo>
                    <a:pt x="4444493" y="1281461"/>
                  </a:lnTo>
                  <a:lnTo>
                    <a:pt x="4444493" y="1280838"/>
                  </a:lnTo>
                  <a:lnTo>
                    <a:pt x="4444639" y="1280838"/>
                  </a:lnTo>
                  <a:lnTo>
                    <a:pt x="4444784" y="1280838"/>
                  </a:lnTo>
                  <a:lnTo>
                    <a:pt x="4444930" y="1280838"/>
                  </a:lnTo>
                  <a:lnTo>
                    <a:pt x="4444930" y="1280214"/>
                  </a:lnTo>
                  <a:lnTo>
                    <a:pt x="4445075" y="1280214"/>
                  </a:lnTo>
                  <a:lnTo>
                    <a:pt x="4445221" y="1280214"/>
                  </a:lnTo>
                  <a:lnTo>
                    <a:pt x="4445366" y="1280214"/>
                  </a:lnTo>
                  <a:lnTo>
                    <a:pt x="4445511" y="1280214"/>
                  </a:lnTo>
                  <a:lnTo>
                    <a:pt x="4445657" y="1280214"/>
                  </a:lnTo>
                  <a:lnTo>
                    <a:pt x="4445802" y="1280214"/>
                  </a:lnTo>
                  <a:lnTo>
                    <a:pt x="4445948" y="1280214"/>
                  </a:lnTo>
                  <a:lnTo>
                    <a:pt x="4445948" y="1279590"/>
                  </a:lnTo>
                  <a:lnTo>
                    <a:pt x="4446093" y="1279590"/>
                  </a:lnTo>
                  <a:lnTo>
                    <a:pt x="4446239" y="1279590"/>
                  </a:lnTo>
                  <a:lnTo>
                    <a:pt x="4446384" y="1279590"/>
                  </a:lnTo>
                  <a:lnTo>
                    <a:pt x="4446384" y="1278967"/>
                  </a:lnTo>
                  <a:lnTo>
                    <a:pt x="4446384" y="1278343"/>
                  </a:lnTo>
                  <a:lnTo>
                    <a:pt x="4446529" y="1278343"/>
                  </a:lnTo>
                  <a:lnTo>
                    <a:pt x="4446675" y="1278343"/>
                  </a:lnTo>
                  <a:lnTo>
                    <a:pt x="4446820" y="1278343"/>
                  </a:lnTo>
                  <a:lnTo>
                    <a:pt x="4446966" y="1278343"/>
                  </a:lnTo>
                  <a:lnTo>
                    <a:pt x="4447111" y="1278343"/>
                  </a:lnTo>
                  <a:lnTo>
                    <a:pt x="4447257" y="1278343"/>
                  </a:lnTo>
                  <a:lnTo>
                    <a:pt x="4447402" y="1278343"/>
                  </a:lnTo>
                  <a:lnTo>
                    <a:pt x="4447547" y="1278343"/>
                  </a:lnTo>
                  <a:lnTo>
                    <a:pt x="4447693" y="1278343"/>
                  </a:lnTo>
                  <a:lnTo>
                    <a:pt x="4447838" y="1278343"/>
                  </a:lnTo>
                  <a:lnTo>
                    <a:pt x="4447984" y="1278343"/>
                  </a:lnTo>
                  <a:lnTo>
                    <a:pt x="4448129" y="1278343"/>
                  </a:lnTo>
                  <a:lnTo>
                    <a:pt x="4448275" y="1278343"/>
                  </a:lnTo>
                  <a:lnTo>
                    <a:pt x="4448420" y="1278343"/>
                  </a:lnTo>
                  <a:lnTo>
                    <a:pt x="4448565" y="1278343"/>
                  </a:lnTo>
                  <a:lnTo>
                    <a:pt x="4448565" y="1277720"/>
                  </a:lnTo>
                  <a:lnTo>
                    <a:pt x="4448711" y="1277720"/>
                  </a:lnTo>
                  <a:lnTo>
                    <a:pt x="4448711" y="1277096"/>
                  </a:lnTo>
                  <a:lnTo>
                    <a:pt x="4448856" y="1277096"/>
                  </a:lnTo>
                  <a:lnTo>
                    <a:pt x="4449002" y="1277096"/>
                  </a:lnTo>
                  <a:lnTo>
                    <a:pt x="4449147" y="1277096"/>
                  </a:lnTo>
                  <a:lnTo>
                    <a:pt x="4449293" y="1277096"/>
                  </a:lnTo>
                  <a:lnTo>
                    <a:pt x="4449438" y="1277096"/>
                  </a:lnTo>
                  <a:lnTo>
                    <a:pt x="4449583" y="1277096"/>
                  </a:lnTo>
                  <a:lnTo>
                    <a:pt x="4449729" y="1277096"/>
                  </a:lnTo>
                  <a:lnTo>
                    <a:pt x="4449729" y="1276473"/>
                  </a:lnTo>
                  <a:lnTo>
                    <a:pt x="4449874" y="1276473"/>
                  </a:lnTo>
                  <a:lnTo>
                    <a:pt x="4450020" y="1276473"/>
                  </a:lnTo>
                  <a:lnTo>
                    <a:pt x="4450165" y="1276473"/>
                  </a:lnTo>
                  <a:lnTo>
                    <a:pt x="4450310" y="1276473"/>
                  </a:lnTo>
                  <a:lnTo>
                    <a:pt x="4450310" y="1275849"/>
                  </a:lnTo>
                  <a:lnTo>
                    <a:pt x="4450456" y="1275849"/>
                  </a:lnTo>
                  <a:lnTo>
                    <a:pt x="4450601" y="1275849"/>
                  </a:lnTo>
                  <a:lnTo>
                    <a:pt x="4450747" y="1275849"/>
                  </a:lnTo>
                  <a:lnTo>
                    <a:pt x="4450892" y="1275849"/>
                  </a:lnTo>
                  <a:lnTo>
                    <a:pt x="4451038" y="1275849"/>
                  </a:lnTo>
                  <a:lnTo>
                    <a:pt x="4451183" y="1275849"/>
                  </a:lnTo>
                  <a:lnTo>
                    <a:pt x="4451183" y="1275225"/>
                  </a:lnTo>
                  <a:lnTo>
                    <a:pt x="4451183" y="1274602"/>
                  </a:lnTo>
                  <a:lnTo>
                    <a:pt x="4451328" y="1274602"/>
                  </a:lnTo>
                  <a:lnTo>
                    <a:pt x="4451474" y="1274602"/>
                  </a:lnTo>
                  <a:lnTo>
                    <a:pt x="4451619" y="1274602"/>
                  </a:lnTo>
                  <a:lnTo>
                    <a:pt x="4451765" y="1274602"/>
                  </a:lnTo>
                  <a:lnTo>
                    <a:pt x="4451910" y="1274602"/>
                  </a:lnTo>
                  <a:lnTo>
                    <a:pt x="4452056" y="1274602"/>
                  </a:lnTo>
                  <a:lnTo>
                    <a:pt x="4452201" y="1274602"/>
                  </a:lnTo>
                  <a:lnTo>
                    <a:pt x="4452346" y="1274602"/>
                  </a:lnTo>
                  <a:lnTo>
                    <a:pt x="4452492" y="1274602"/>
                  </a:lnTo>
                  <a:lnTo>
                    <a:pt x="4452637" y="1274602"/>
                  </a:lnTo>
                  <a:lnTo>
                    <a:pt x="4452783" y="1274602"/>
                  </a:lnTo>
                  <a:lnTo>
                    <a:pt x="4452928" y="1274602"/>
                  </a:lnTo>
                  <a:lnTo>
                    <a:pt x="4453074" y="1274602"/>
                  </a:lnTo>
                  <a:lnTo>
                    <a:pt x="4453219" y="1274602"/>
                  </a:lnTo>
                  <a:lnTo>
                    <a:pt x="4453364" y="1274602"/>
                  </a:lnTo>
                  <a:lnTo>
                    <a:pt x="4453510" y="1274602"/>
                  </a:lnTo>
                  <a:lnTo>
                    <a:pt x="4453655" y="1274602"/>
                  </a:lnTo>
                  <a:lnTo>
                    <a:pt x="4453655" y="1273978"/>
                  </a:lnTo>
                  <a:lnTo>
                    <a:pt x="4453801" y="1273978"/>
                  </a:lnTo>
                  <a:lnTo>
                    <a:pt x="4453946" y="1273978"/>
                  </a:lnTo>
                  <a:lnTo>
                    <a:pt x="4454092" y="1273978"/>
                  </a:lnTo>
                  <a:lnTo>
                    <a:pt x="4454237" y="1273978"/>
                  </a:lnTo>
                  <a:lnTo>
                    <a:pt x="4454382" y="1273978"/>
                  </a:lnTo>
                  <a:lnTo>
                    <a:pt x="4454528" y="1273978"/>
                  </a:lnTo>
                  <a:lnTo>
                    <a:pt x="4454528" y="1273355"/>
                  </a:lnTo>
                  <a:lnTo>
                    <a:pt x="4454673" y="1273355"/>
                  </a:lnTo>
                  <a:lnTo>
                    <a:pt x="4454819" y="1273355"/>
                  </a:lnTo>
                  <a:lnTo>
                    <a:pt x="4454964" y="1273355"/>
                  </a:lnTo>
                  <a:lnTo>
                    <a:pt x="4455110" y="1273355"/>
                  </a:lnTo>
                  <a:lnTo>
                    <a:pt x="4455255" y="1273355"/>
                  </a:lnTo>
                  <a:lnTo>
                    <a:pt x="4455400" y="1273355"/>
                  </a:lnTo>
                  <a:lnTo>
                    <a:pt x="4455546" y="1273355"/>
                  </a:lnTo>
                  <a:lnTo>
                    <a:pt x="4455691" y="1273355"/>
                  </a:lnTo>
                  <a:lnTo>
                    <a:pt x="4455837" y="1273355"/>
                  </a:lnTo>
                  <a:lnTo>
                    <a:pt x="4455982" y="1273355"/>
                  </a:lnTo>
                  <a:lnTo>
                    <a:pt x="4456127" y="1273355"/>
                  </a:lnTo>
                  <a:lnTo>
                    <a:pt x="4456273" y="1273355"/>
                  </a:lnTo>
                  <a:lnTo>
                    <a:pt x="4456418" y="1273355"/>
                  </a:lnTo>
                  <a:lnTo>
                    <a:pt x="4456564" y="1273355"/>
                  </a:lnTo>
                  <a:lnTo>
                    <a:pt x="4456709" y="1273355"/>
                  </a:lnTo>
                  <a:lnTo>
                    <a:pt x="4456855" y="1273355"/>
                  </a:lnTo>
                  <a:lnTo>
                    <a:pt x="4457000" y="1273355"/>
                  </a:lnTo>
                  <a:lnTo>
                    <a:pt x="4457145" y="1273355"/>
                  </a:lnTo>
                  <a:lnTo>
                    <a:pt x="4457291" y="1273355"/>
                  </a:lnTo>
                  <a:lnTo>
                    <a:pt x="4457436" y="1273355"/>
                  </a:lnTo>
                  <a:lnTo>
                    <a:pt x="4457436" y="1272731"/>
                  </a:lnTo>
                  <a:lnTo>
                    <a:pt x="4457582" y="1272731"/>
                  </a:lnTo>
                  <a:lnTo>
                    <a:pt x="4457727" y="1272731"/>
                  </a:lnTo>
                  <a:lnTo>
                    <a:pt x="4457873" y="1272731"/>
                  </a:lnTo>
                  <a:lnTo>
                    <a:pt x="4458018" y="1272731"/>
                  </a:lnTo>
                  <a:lnTo>
                    <a:pt x="4458163" y="1272731"/>
                  </a:lnTo>
                  <a:lnTo>
                    <a:pt x="4458309" y="1272731"/>
                  </a:lnTo>
                  <a:lnTo>
                    <a:pt x="4458309" y="1272107"/>
                  </a:lnTo>
                  <a:lnTo>
                    <a:pt x="4458454" y="1272107"/>
                  </a:lnTo>
                  <a:lnTo>
                    <a:pt x="4458600" y="1272107"/>
                  </a:lnTo>
                  <a:lnTo>
                    <a:pt x="4458745" y="1272107"/>
                  </a:lnTo>
                  <a:lnTo>
                    <a:pt x="4458891" y="1272107"/>
                  </a:lnTo>
                  <a:lnTo>
                    <a:pt x="4459036" y="1272107"/>
                  </a:lnTo>
                  <a:lnTo>
                    <a:pt x="4459181" y="1272107"/>
                  </a:lnTo>
                  <a:lnTo>
                    <a:pt x="4459327" y="1272107"/>
                  </a:lnTo>
                  <a:lnTo>
                    <a:pt x="4459472" y="1272107"/>
                  </a:lnTo>
                  <a:lnTo>
                    <a:pt x="4459618" y="1272107"/>
                  </a:lnTo>
                  <a:lnTo>
                    <a:pt x="4459618" y="1271484"/>
                  </a:lnTo>
                  <a:lnTo>
                    <a:pt x="4459618" y="1270860"/>
                  </a:lnTo>
                  <a:lnTo>
                    <a:pt x="4459763" y="1270860"/>
                  </a:lnTo>
                  <a:lnTo>
                    <a:pt x="4459909" y="1270860"/>
                  </a:lnTo>
                  <a:lnTo>
                    <a:pt x="4459909" y="1270237"/>
                  </a:lnTo>
                  <a:lnTo>
                    <a:pt x="4459909" y="1269613"/>
                  </a:lnTo>
                  <a:lnTo>
                    <a:pt x="4459909" y="1268990"/>
                  </a:lnTo>
                  <a:lnTo>
                    <a:pt x="4460054" y="1268990"/>
                  </a:lnTo>
                  <a:lnTo>
                    <a:pt x="4460199" y="1268990"/>
                  </a:lnTo>
                  <a:lnTo>
                    <a:pt x="4460345" y="1268990"/>
                  </a:lnTo>
                  <a:lnTo>
                    <a:pt x="4460490" y="1268990"/>
                  </a:lnTo>
                  <a:lnTo>
                    <a:pt x="4460636" y="1268990"/>
                  </a:lnTo>
                  <a:lnTo>
                    <a:pt x="4460781" y="1268990"/>
                  </a:lnTo>
                  <a:lnTo>
                    <a:pt x="4460927" y="1268990"/>
                  </a:lnTo>
                  <a:lnTo>
                    <a:pt x="4461072" y="1268990"/>
                  </a:lnTo>
                  <a:lnTo>
                    <a:pt x="4461217" y="1268990"/>
                  </a:lnTo>
                  <a:lnTo>
                    <a:pt x="4461217" y="1268366"/>
                  </a:lnTo>
                  <a:lnTo>
                    <a:pt x="4461363" y="1268366"/>
                  </a:lnTo>
                  <a:lnTo>
                    <a:pt x="4461508" y="1268366"/>
                  </a:lnTo>
                  <a:lnTo>
                    <a:pt x="4461654" y="1268366"/>
                  </a:lnTo>
                  <a:lnTo>
                    <a:pt x="4461799" y="1268366"/>
                  </a:lnTo>
                  <a:lnTo>
                    <a:pt x="4461799" y="1267742"/>
                  </a:lnTo>
                  <a:lnTo>
                    <a:pt x="4461945" y="1267742"/>
                  </a:lnTo>
                  <a:lnTo>
                    <a:pt x="4462090" y="1267742"/>
                  </a:lnTo>
                  <a:lnTo>
                    <a:pt x="4462235" y="1267742"/>
                  </a:lnTo>
                  <a:lnTo>
                    <a:pt x="4462381" y="1267742"/>
                  </a:lnTo>
                  <a:lnTo>
                    <a:pt x="4462526" y="1267742"/>
                  </a:lnTo>
                  <a:lnTo>
                    <a:pt x="4462672" y="1267742"/>
                  </a:lnTo>
                  <a:lnTo>
                    <a:pt x="4462817" y="1267742"/>
                  </a:lnTo>
                  <a:lnTo>
                    <a:pt x="4462962" y="1267742"/>
                  </a:lnTo>
                  <a:lnTo>
                    <a:pt x="4463108" y="1267742"/>
                  </a:lnTo>
                  <a:lnTo>
                    <a:pt x="4463253" y="1267742"/>
                  </a:lnTo>
                  <a:lnTo>
                    <a:pt x="4463399" y="1267742"/>
                  </a:lnTo>
                  <a:lnTo>
                    <a:pt x="4463544" y="1267742"/>
                  </a:lnTo>
                  <a:lnTo>
                    <a:pt x="4463690" y="1267742"/>
                  </a:lnTo>
                  <a:lnTo>
                    <a:pt x="4463835" y="1267742"/>
                  </a:lnTo>
                  <a:lnTo>
                    <a:pt x="4463980" y="1267742"/>
                  </a:lnTo>
                  <a:lnTo>
                    <a:pt x="4464126" y="1267742"/>
                  </a:lnTo>
                  <a:lnTo>
                    <a:pt x="4464271" y="1267742"/>
                  </a:lnTo>
                  <a:lnTo>
                    <a:pt x="4464417" y="1267742"/>
                  </a:lnTo>
                  <a:lnTo>
                    <a:pt x="4464562" y="1267742"/>
                  </a:lnTo>
                  <a:lnTo>
                    <a:pt x="4464708" y="1267742"/>
                  </a:lnTo>
                  <a:lnTo>
                    <a:pt x="4464708" y="1267119"/>
                  </a:lnTo>
                  <a:lnTo>
                    <a:pt x="4464853" y="1267119"/>
                  </a:lnTo>
                  <a:lnTo>
                    <a:pt x="4464998" y="1267119"/>
                  </a:lnTo>
                  <a:lnTo>
                    <a:pt x="4465144" y="1267119"/>
                  </a:lnTo>
                  <a:lnTo>
                    <a:pt x="4465289" y="1267119"/>
                  </a:lnTo>
                  <a:lnTo>
                    <a:pt x="4465435" y="1267119"/>
                  </a:lnTo>
                  <a:lnTo>
                    <a:pt x="4465580" y="1267119"/>
                  </a:lnTo>
                  <a:lnTo>
                    <a:pt x="4465580" y="1266495"/>
                  </a:lnTo>
                  <a:lnTo>
                    <a:pt x="4465726" y="1266495"/>
                  </a:lnTo>
                  <a:lnTo>
                    <a:pt x="4465871" y="1266495"/>
                  </a:lnTo>
                  <a:lnTo>
                    <a:pt x="4466016" y="1266495"/>
                  </a:lnTo>
                  <a:lnTo>
                    <a:pt x="4466162" y="1266495"/>
                  </a:lnTo>
                  <a:lnTo>
                    <a:pt x="4466307" y="1266495"/>
                  </a:lnTo>
                  <a:lnTo>
                    <a:pt x="4466453" y="1266495"/>
                  </a:lnTo>
                  <a:lnTo>
                    <a:pt x="4466598" y="1266495"/>
                  </a:lnTo>
                  <a:lnTo>
                    <a:pt x="4466598" y="1265872"/>
                  </a:lnTo>
                  <a:lnTo>
                    <a:pt x="4466744" y="1265872"/>
                  </a:lnTo>
                  <a:lnTo>
                    <a:pt x="4466744" y="1265248"/>
                  </a:lnTo>
                  <a:lnTo>
                    <a:pt x="4466889" y="1265248"/>
                  </a:lnTo>
                  <a:lnTo>
                    <a:pt x="4467034" y="1265248"/>
                  </a:lnTo>
                  <a:lnTo>
                    <a:pt x="4467180" y="1265248"/>
                  </a:lnTo>
                  <a:lnTo>
                    <a:pt x="4467325" y="1265248"/>
                  </a:lnTo>
                  <a:lnTo>
                    <a:pt x="4467471" y="1265248"/>
                  </a:lnTo>
                  <a:lnTo>
                    <a:pt x="4467616" y="1265248"/>
                  </a:lnTo>
                  <a:lnTo>
                    <a:pt x="4467762" y="1265248"/>
                  </a:lnTo>
                  <a:lnTo>
                    <a:pt x="4467907" y="1265248"/>
                  </a:lnTo>
                  <a:lnTo>
                    <a:pt x="4468052" y="1265248"/>
                  </a:lnTo>
                  <a:lnTo>
                    <a:pt x="4468198" y="1265248"/>
                  </a:lnTo>
                  <a:lnTo>
                    <a:pt x="4468343" y="1265248"/>
                  </a:lnTo>
                  <a:lnTo>
                    <a:pt x="4468489" y="1265248"/>
                  </a:lnTo>
                  <a:lnTo>
                    <a:pt x="4468634" y="1265248"/>
                  </a:lnTo>
                  <a:lnTo>
                    <a:pt x="4468780" y="1265248"/>
                  </a:lnTo>
                  <a:lnTo>
                    <a:pt x="4468925" y="1265248"/>
                  </a:lnTo>
                  <a:lnTo>
                    <a:pt x="4469070" y="1265248"/>
                  </a:lnTo>
                  <a:lnTo>
                    <a:pt x="4469070" y="1264624"/>
                  </a:lnTo>
                  <a:lnTo>
                    <a:pt x="4469216" y="1264624"/>
                  </a:lnTo>
                  <a:lnTo>
                    <a:pt x="4469361" y="1264624"/>
                  </a:lnTo>
                  <a:lnTo>
                    <a:pt x="4469507" y="1264624"/>
                  </a:lnTo>
                  <a:lnTo>
                    <a:pt x="4469652" y="1264624"/>
                  </a:lnTo>
                  <a:lnTo>
                    <a:pt x="4469797" y="1264624"/>
                  </a:lnTo>
                  <a:lnTo>
                    <a:pt x="4469943" y="1264624"/>
                  </a:lnTo>
                  <a:lnTo>
                    <a:pt x="4469943" y="1264001"/>
                  </a:lnTo>
                  <a:lnTo>
                    <a:pt x="4469943" y="1263377"/>
                  </a:lnTo>
                  <a:lnTo>
                    <a:pt x="4470088" y="1263377"/>
                  </a:lnTo>
                  <a:lnTo>
                    <a:pt x="4470234" y="1263377"/>
                  </a:lnTo>
                  <a:lnTo>
                    <a:pt x="4470379" y="1263377"/>
                  </a:lnTo>
                  <a:lnTo>
                    <a:pt x="4470525" y="1263377"/>
                  </a:lnTo>
                  <a:lnTo>
                    <a:pt x="4470670" y="1263377"/>
                  </a:lnTo>
                  <a:lnTo>
                    <a:pt x="4470815" y="1263377"/>
                  </a:lnTo>
                  <a:lnTo>
                    <a:pt x="4470961" y="1263377"/>
                  </a:lnTo>
                  <a:lnTo>
                    <a:pt x="4471106" y="1263377"/>
                  </a:lnTo>
                  <a:lnTo>
                    <a:pt x="4471252" y="1263377"/>
                  </a:lnTo>
                  <a:lnTo>
                    <a:pt x="4471397" y="1263377"/>
                  </a:lnTo>
                  <a:lnTo>
                    <a:pt x="4471397" y="1262754"/>
                  </a:lnTo>
                  <a:lnTo>
                    <a:pt x="4471543" y="1262754"/>
                  </a:lnTo>
                  <a:lnTo>
                    <a:pt x="4471688" y="1262754"/>
                  </a:lnTo>
                  <a:lnTo>
                    <a:pt x="4471833" y="1262754"/>
                  </a:lnTo>
                  <a:lnTo>
                    <a:pt x="4471979" y="1262754"/>
                  </a:lnTo>
                  <a:lnTo>
                    <a:pt x="4472124" y="1262754"/>
                  </a:lnTo>
                  <a:lnTo>
                    <a:pt x="4472270" y="1262754"/>
                  </a:lnTo>
                  <a:lnTo>
                    <a:pt x="4472415" y="1262754"/>
                  </a:lnTo>
                  <a:lnTo>
                    <a:pt x="4472561" y="1262754"/>
                  </a:lnTo>
                  <a:lnTo>
                    <a:pt x="4472706" y="1262754"/>
                  </a:lnTo>
                  <a:lnTo>
                    <a:pt x="4472851" y="1262754"/>
                  </a:lnTo>
                  <a:lnTo>
                    <a:pt x="4472997" y="1262754"/>
                  </a:lnTo>
                  <a:lnTo>
                    <a:pt x="4473142" y="1262754"/>
                  </a:lnTo>
                  <a:lnTo>
                    <a:pt x="4473288" y="1262754"/>
                  </a:lnTo>
                  <a:lnTo>
                    <a:pt x="4473288" y="1262130"/>
                  </a:lnTo>
                  <a:lnTo>
                    <a:pt x="4473433" y="1262130"/>
                  </a:lnTo>
                  <a:lnTo>
                    <a:pt x="4473579" y="1262130"/>
                  </a:lnTo>
                  <a:lnTo>
                    <a:pt x="4473724" y="1262130"/>
                  </a:lnTo>
                  <a:lnTo>
                    <a:pt x="4473869" y="1262130"/>
                  </a:lnTo>
                  <a:lnTo>
                    <a:pt x="4474015" y="1262130"/>
                  </a:lnTo>
                  <a:lnTo>
                    <a:pt x="4474160" y="1262130"/>
                  </a:lnTo>
                  <a:lnTo>
                    <a:pt x="4474306" y="1262130"/>
                  </a:lnTo>
                  <a:lnTo>
                    <a:pt x="4474451" y="1262130"/>
                  </a:lnTo>
                  <a:lnTo>
                    <a:pt x="4474597" y="1262130"/>
                  </a:lnTo>
                  <a:lnTo>
                    <a:pt x="4474742" y="1262130"/>
                  </a:lnTo>
                  <a:lnTo>
                    <a:pt x="4474887" y="1262130"/>
                  </a:lnTo>
                  <a:lnTo>
                    <a:pt x="4475033" y="1262130"/>
                  </a:lnTo>
                  <a:lnTo>
                    <a:pt x="4475178" y="1262130"/>
                  </a:lnTo>
                  <a:lnTo>
                    <a:pt x="4475324" y="1262130"/>
                  </a:lnTo>
                  <a:lnTo>
                    <a:pt x="4475324" y="1261507"/>
                  </a:lnTo>
                  <a:lnTo>
                    <a:pt x="4475469" y="1261507"/>
                  </a:lnTo>
                  <a:lnTo>
                    <a:pt x="4475615" y="1261507"/>
                  </a:lnTo>
                  <a:lnTo>
                    <a:pt x="4475760" y="1261507"/>
                  </a:lnTo>
                  <a:lnTo>
                    <a:pt x="4475905" y="1261507"/>
                  </a:lnTo>
                  <a:lnTo>
                    <a:pt x="4476051" y="1261507"/>
                  </a:lnTo>
                  <a:lnTo>
                    <a:pt x="4476051" y="1260883"/>
                  </a:lnTo>
                  <a:lnTo>
                    <a:pt x="4476196" y="1260883"/>
                  </a:lnTo>
                  <a:lnTo>
                    <a:pt x="4476342" y="1260883"/>
                  </a:lnTo>
                  <a:lnTo>
                    <a:pt x="4476487" y="1260883"/>
                  </a:lnTo>
                  <a:lnTo>
                    <a:pt x="4476632" y="1260883"/>
                  </a:lnTo>
                  <a:lnTo>
                    <a:pt x="4476778" y="1260883"/>
                  </a:lnTo>
                  <a:lnTo>
                    <a:pt x="4476923" y="1260883"/>
                  </a:lnTo>
                  <a:lnTo>
                    <a:pt x="4477069" y="1260883"/>
                  </a:lnTo>
                  <a:lnTo>
                    <a:pt x="4477214" y="1260883"/>
                  </a:lnTo>
                  <a:lnTo>
                    <a:pt x="4477360" y="1260883"/>
                  </a:lnTo>
                  <a:lnTo>
                    <a:pt x="4477505" y="1260883"/>
                  </a:lnTo>
                  <a:lnTo>
                    <a:pt x="4477650" y="1260883"/>
                  </a:lnTo>
                  <a:lnTo>
                    <a:pt x="4477650" y="1260259"/>
                  </a:lnTo>
                  <a:lnTo>
                    <a:pt x="4477796" y="1260259"/>
                  </a:lnTo>
                  <a:lnTo>
                    <a:pt x="4477941" y="1260259"/>
                  </a:lnTo>
                  <a:lnTo>
                    <a:pt x="4478087" y="1260259"/>
                  </a:lnTo>
                  <a:lnTo>
                    <a:pt x="4478232" y="1260259"/>
                  </a:lnTo>
                  <a:lnTo>
                    <a:pt x="4478378" y="1260259"/>
                  </a:lnTo>
                  <a:lnTo>
                    <a:pt x="4478523" y="1260259"/>
                  </a:lnTo>
                  <a:lnTo>
                    <a:pt x="4478668" y="1260259"/>
                  </a:lnTo>
                  <a:lnTo>
                    <a:pt x="4478668" y="1259636"/>
                  </a:lnTo>
                  <a:lnTo>
                    <a:pt x="4478814" y="1259636"/>
                  </a:lnTo>
                  <a:lnTo>
                    <a:pt x="4478814" y="1259012"/>
                  </a:lnTo>
                  <a:lnTo>
                    <a:pt x="4478959" y="1259012"/>
                  </a:lnTo>
                  <a:lnTo>
                    <a:pt x="4479105" y="1259012"/>
                  </a:lnTo>
                  <a:lnTo>
                    <a:pt x="4479250" y="1259012"/>
                  </a:lnTo>
                  <a:lnTo>
                    <a:pt x="4479396" y="1259012"/>
                  </a:lnTo>
                  <a:lnTo>
                    <a:pt x="4479541" y="1259012"/>
                  </a:lnTo>
                  <a:lnTo>
                    <a:pt x="4479686" y="1259012"/>
                  </a:lnTo>
                  <a:lnTo>
                    <a:pt x="4479832" y="1259012"/>
                  </a:lnTo>
                  <a:lnTo>
                    <a:pt x="4479977" y="1259012"/>
                  </a:lnTo>
                  <a:lnTo>
                    <a:pt x="4480123" y="1259012"/>
                  </a:lnTo>
                  <a:lnTo>
                    <a:pt x="4480268" y="1259012"/>
                  </a:lnTo>
                  <a:lnTo>
                    <a:pt x="4480414" y="1259012"/>
                  </a:lnTo>
                  <a:lnTo>
                    <a:pt x="4480559" y="1259012"/>
                  </a:lnTo>
                  <a:lnTo>
                    <a:pt x="4480704" y="1259012"/>
                  </a:lnTo>
                  <a:lnTo>
                    <a:pt x="4480850" y="1259012"/>
                  </a:lnTo>
                  <a:lnTo>
                    <a:pt x="4480995" y="1259012"/>
                  </a:lnTo>
                  <a:lnTo>
                    <a:pt x="4481141" y="1259012"/>
                  </a:lnTo>
                  <a:lnTo>
                    <a:pt x="4481286" y="1259012"/>
                  </a:lnTo>
                  <a:lnTo>
                    <a:pt x="4481432" y="1259012"/>
                  </a:lnTo>
                  <a:lnTo>
                    <a:pt x="4481577" y="1259012"/>
                  </a:lnTo>
                  <a:lnTo>
                    <a:pt x="4481722" y="1259012"/>
                  </a:lnTo>
                  <a:lnTo>
                    <a:pt x="4481868" y="1259012"/>
                  </a:lnTo>
                  <a:lnTo>
                    <a:pt x="4482013" y="1259012"/>
                  </a:lnTo>
                  <a:lnTo>
                    <a:pt x="4482159" y="1259012"/>
                  </a:lnTo>
                  <a:lnTo>
                    <a:pt x="4482304" y="1259012"/>
                  </a:lnTo>
                  <a:lnTo>
                    <a:pt x="4482450" y="1259012"/>
                  </a:lnTo>
                  <a:lnTo>
                    <a:pt x="4482595" y="1259012"/>
                  </a:lnTo>
                  <a:lnTo>
                    <a:pt x="4482740" y="1259012"/>
                  </a:lnTo>
                  <a:lnTo>
                    <a:pt x="4482886" y="1259012"/>
                  </a:lnTo>
                  <a:lnTo>
                    <a:pt x="4483031" y="1259012"/>
                  </a:lnTo>
                  <a:lnTo>
                    <a:pt x="4483177" y="1259012"/>
                  </a:lnTo>
                  <a:lnTo>
                    <a:pt x="4483322" y="1259012"/>
                  </a:lnTo>
                  <a:lnTo>
                    <a:pt x="4483322" y="1258389"/>
                  </a:lnTo>
                  <a:lnTo>
                    <a:pt x="4483467" y="1258389"/>
                  </a:lnTo>
                  <a:lnTo>
                    <a:pt x="4483613" y="1258389"/>
                  </a:lnTo>
                  <a:lnTo>
                    <a:pt x="4483613" y="1257765"/>
                  </a:lnTo>
                  <a:lnTo>
                    <a:pt x="4483758" y="1257765"/>
                  </a:lnTo>
                  <a:lnTo>
                    <a:pt x="4483904" y="1257765"/>
                  </a:lnTo>
                  <a:lnTo>
                    <a:pt x="4484049" y="1257765"/>
                  </a:lnTo>
                  <a:lnTo>
                    <a:pt x="4484195" y="1257765"/>
                  </a:lnTo>
                  <a:lnTo>
                    <a:pt x="4484340" y="1257765"/>
                  </a:lnTo>
                  <a:lnTo>
                    <a:pt x="4484485" y="1257765"/>
                  </a:lnTo>
                  <a:lnTo>
                    <a:pt x="4484631" y="1257765"/>
                  </a:lnTo>
                  <a:lnTo>
                    <a:pt x="4484776" y="1257765"/>
                  </a:lnTo>
                  <a:lnTo>
                    <a:pt x="4484922" y="1257765"/>
                  </a:lnTo>
                  <a:lnTo>
                    <a:pt x="4485067" y="1257765"/>
                  </a:lnTo>
                  <a:lnTo>
                    <a:pt x="4485213" y="1257765"/>
                  </a:lnTo>
                  <a:lnTo>
                    <a:pt x="4485358" y="1257765"/>
                  </a:lnTo>
                  <a:lnTo>
                    <a:pt x="4485503" y="1257765"/>
                  </a:lnTo>
                  <a:lnTo>
                    <a:pt x="4485649" y="1257765"/>
                  </a:lnTo>
                  <a:lnTo>
                    <a:pt x="4485794" y="1257765"/>
                  </a:lnTo>
                  <a:lnTo>
                    <a:pt x="4485940" y="1257765"/>
                  </a:lnTo>
                  <a:lnTo>
                    <a:pt x="4486085" y="1257765"/>
                  </a:lnTo>
                  <a:lnTo>
                    <a:pt x="4486231" y="1257765"/>
                  </a:lnTo>
                  <a:lnTo>
                    <a:pt x="4486376" y="1257765"/>
                  </a:lnTo>
                  <a:lnTo>
                    <a:pt x="4486376" y="1257141"/>
                  </a:lnTo>
                  <a:lnTo>
                    <a:pt x="4486521" y="1257141"/>
                  </a:lnTo>
                  <a:lnTo>
                    <a:pt x="4486667" y="1257141"/>
                  </a:lnTo>
                  <a:lnTo>
                    <a:pt x="4486812" y="1257141"/>
                  </a:lnTo>
                  <a:lnTo>
                    <a:pt x="4486958" y="1257141"/>
                  </a:lnTo>
                  <a:lnTo>
                    <a:pt x="4486958" y="1256518"/>
                  </a:lnTo>
                  <a:lnTo>
                    <a:pt x="4487103" y="1256518"/>
                  </a:lnTo>
                  <a:lnTo>
                    <a:pt x="4487249" y="1256518"/>
                  </a:lnTo>
                  <a:lnTo>
                    <a:pt x="4487394" y="1256518"/>
                  </a:lnTo>
                  <a:lnTo>
                    <a:pt x="4487539" y="1256518"/>
                  </a:lnTo>
                  <a:lnTo>
                    <a:pt x="4487685" y="1256518"/>
                  </a:lnTo>
                  <a:lnTo>
                    <a:pt x="4487830" y="1256518"/>
                  </a:lnTo>
                  <a:lnTo>
                    <a:pt x="4487976" y="1256518"/>
                  </a:lnTo>
                  <a:lnTo>
                    <a:pt x="4488121" y="1256518"/>
                  </a:lnTo>
                  <a:lnTo>
                    <a:pt x="4488267" y="1256518"/>
                  </a:lnTo>
                  <a:lnTo>
                    <a:pt x="4488412" y="1256518"/>
                  </a:lnTo>
                  <a:lnTo>
                    <a:pt x="4488557" y="1256518"/>
                  </a:lnTo>
                  <a:lnTo>
                    <a:pt x="4488703" y="1256518"/>
                  </a:lnTo>
                  <a:lnTo>
                    <a:pt x="4488848" y="1256518"/>
                  </a:lnTo>
                  <a:lnTo>
                    <a:pt x="4488994" y="1256518"/>
                  </a:lnTo>
                  <a:lnTo>
                    <a:pt x="4489139" y="1256518"/>
                  </a:lnTo>
                  <a:lnTo>
                    <a:pt x="4489285" y="1256518"/>
                  </a:lnTo>
                  <a:lnTo>
                    <a:pt x="4489430" y="1256518"/>
                  </a:lnTo>
                  <a:lnTo>
                    <a:pt x="4489575" y="1256518"/>
                  </a:lnTo>
                  <a:lnTo>
                    <a:pt x="4489721" y="1256518"/>
                  </a:lnTo>
                  <a:lnTo>
                    <a:pt x="4489866" y="1256518"/>
                  </a:lnTo>
                  <a:lnTo>
                    <a:pt x="4490012" y="1256518"/>
                  </a:lnTo>
                  <a:lnTo>
                    <a:pt x="4490157" y="1256518"/>
                  </a:lnTo>
                  <a:lnTo>
                    <a:pt x="4490302" y="1256518"/>
                  </a:lnTo>
                  <a:lnTo>
                    <a:pt x="4490448" y="1256518"/>
                  </a:lnTo>
                  <a:lnTo>
                    <a:pt x="4490593" y="1256518"/>
                  </a:lnTo>
                  <a:lnTo>
                    <a:pt x="4490739" y="1256518"/>
                  </a:lnTo>
                  <a:lnTo>
                    <a:pt x="4490884" y="1256518"/>
                  </a:lnTo>
                  <a:lnTo>
                    <a:pt x="4491030" y="1256518"/>
                  </a:lnTo>
                  <a:lnTo>
                    <a:pt x="4491175" y="1256518"/>
                  </a:lnTo>
                  <a:lnTo>
                    <a:pt x="4491320" y="1256518"/>
                  </a:lnTo>
                  <a:lnTo>
                    <a:pt x="4491466" y="1256518"/>
                  </a:lnTo>
                  <a:lnTo>
                    <a:pt x="4491611" y="1256518"/>
                  </a:lnTo>
                  <a:lnTo>
                    <a:pt x="4491757" y="1256518"/>
                  </a:lnTo>
                  <a:lnTo>
                    <a:pt x="4491757" y="1255894"/>
                  </a:lnTo>
                  <a:lnTo>
                    <a:pt x="4491757" y="1255271"/>
                  </a:lnTo>
                  <a:lnTo>
                    <a:pt x="4491757" y="1254647"/>
                  </a:lnTo>
                  <a:lnTo>
                    <a:pt x="4491902" y="1254647"/>
                  </a:lnTo>
                  <a:lnTo>
                    <a:pt x="4492048" y="1254647"/>
                  </a:lnTo>
                  <a:lnTo>
                    <a:pt x="4492193" y="1254647"/>
                  </a:lnTo>
                  <a:lnTo>
                    <a:pt x="4492338" y="1254647"/>
                  </a:lnTo>
                  <a:lnTo>
                    <a:pt x="4492484" y="1254647"/>
                  </a:lnTo>
                  <a:lnTo>
                    <a:pt x="4492629" y="1254647"/>
                  </a:lnTo>
                  <a:lnTo>
                    <a:pt x="4492775" y="1254647"/>
                  </a:lnTo>
                  <a:lnTo>
                    <a:pt x="4492920" y="1254647"/>
                  </a:lnTo>
                  <a:lnTo>
                    <a:pt x="4493066" y="1254647"/>
                  </a:lnTo>
                  <a:lnTo>
                    <a:pt x="4493211" y="1254647"/>
                  </a:lnTo>
                  <a:lnTo>
                    <a:pt x="4493356" y="1254647"/>
                  </a:lnTo>
                  <a:lnTo>
                    <a:pt x="4493502" y="1254647"/>
                  </a:lnTo>
                  <a:lnTo>
                    <a:pt x="4493647" y="1254647"/>
                  </a:lnTo>
                  <a:lnTo>
                    <a:pt x="4493793" y="1254647"/>
                  </a:lnTo>
                  <a:lnTo>
                    <a:pt x="4493938" y="1254647"/>
                  </a:lnTo>
                  <a:lnTo>
                    <a:pt x="4494084" y="1254647"/>
                  </a:lnTo>
                  <a:lnTo>
                    <a:pt x="4494229" y="1254647"/>
                  </a:lnTo>
                  <a:lnTo>
                    <a:pt x="4494374" y="1254647"/>
                  </a:lnTo>
                  <a:lnTo>
                    <a:pt x="4494520" y="1254647"/>
                  </a:lnTo>
                  <a:lnTo>
                    <a:pt x="4494665" y="1254647"/>
                  </a:lnTo>
                  <a:lnTo>
                    <a:pt x="4494811" y="1254647"/>
                  </a:lnTo>
                  <a:lnTo>
                    <a:pt x="4494956" y="1254647"/>
                  </a:lnTo>
                  <a:lnTo>
                    <a:pt x="4495102" y="1254647"/>
                  </a:lnTo>
                  <a:lnTo>
                    <a:pt x="4495247" y="1254647"/>
                  </a:lnTo>
                  <a:lnTo>
                    <a:pt x="4495392" y="1254647"/>
                  </a:lnTo>
                  <a:lnTo>
                    <a:pt x="4495538" y="1254647"/>
                  </a:lnTo>
                  <a:lnTo>
                    <a:pt x="4495538" y="1254024"/>
                  </a:lnTo>
                  <a:lnTo>
                    <a:pt x="4495683" y="1254024"/>
                  </a:lnTo>
                  <a:lnTo>
                    <a:pt x="4495829" y="1254024"/>
                  </a:lnTo>
                  <a:lnTo>
                    <a:pt x="4495974" y="1254024"/>
                  </a:lnTo>
                  <a:lnTo>
                    <a:pt x="4496120" y="1254024"/>
                  </a:lnTo>
                  <a:lnTo>
                    <a:pt x="4496265" y="1254024"/>
                  </a:lnTo>
                  <a:lnTo>
                    <a:pt x="4496410" y="1254024"/>
                  </a:lnTo>
                  <a:lnTo>
                    <a:pt x="4496556" y="1254024"/>
                  </a:lnTo>
                  <a:lnTo>
                    <a:pt x="4496701" y="1254024"/>
                  </a:lnTo>
                  <a:lnTo>
                    <a:pt x="4496701" y="1253400"/>
                  </a:lnTo>
                  <a:lnTo>
                    <a:pt x="4496701" y="1252776"/>
                  </a:lnTo>
                  <a:lnTo>
                    <a:pt x="4496847" y="1252776"/>
                  </a:lnTo>
                  <a:lnTo>
                    <a:pt x="4496992" y="1252776"/>
                  </a:lnTo>
                  <a:lnTo>
                    <a:pt x="4497137" y="1252776"/>
                  </a:lnTo>
                  <a:lnTo>
                    <a:pt x="4497283" y="1252776"/>
                  </a:lnTo>
                  <a:lnTo>
                    <a:pt x="4497283" y="1252153"/>
                  </a:lnTo>
                  <a:lnTo>
                    <a:pt x="4497428" y="1252153"/>
                  </a:lnTo>
                  <a:lnTo>
                    <a:pt x="4497574" y="1252153"/>
                  </a:lnTo>
                  <a:lnTo>
                    <a:pt x="4497719" y="1252153"/>
                  </a:lnTo>
                  <a:lnTo>
                    <a:pt x="4497865" y="1252153"/>
                  </a:lnTo>
                  <a:lnTo>
                    <a:pt x="4498010" y="1252153"/>
                  </a:lnTo>
                  <a:lnTo>
                    <a:pt x="4498155" y="1252153"/>
                  </a:lnTo>
                  <a:lnTo>
                    <a:pt x="4498155" y="1251529"/>
                  </a:lnTo>
                  <a:lnTo>
                    <a:pt x="4498155" y="1250906"/>
                  </a:lnTo>
                  <a:lnTo>
                    <a:pt x="4498301" y="1250906"/>
                  </a:lnTo>
                  <a:lnTo>
                    <a:pt x="4498446" y="1250906"/>
                  </a:lnTo>
                  <a:lnTo>
                    <a:pt x="4498446" y="1250282"/>
                  </a:lnTo>
                  <a:lnTo>
                    <a:pt x="4498592" y="1250282"/>
                  </a:lnTo>
                  <a:lnTo>
                    <a:pt x="4498737" y="1250282"/>
                  </a:lnTo>
                  <a:lnTo>
                    <a:pt x="4498737" y="1249658"/>
                  </a:lnTo>
                  <a:lnTo>
                    <a:pt x="4498883" y="1249658"/>
                  </a:lnTo>
                  <a:lnTo>
                    <a:pt x="4499028" y="1249658"/>
                  </a:lnTo>
                  <a:lnTo>
                    <a:pt x="4499028" y="1249035"/>
                  </a:lnTo>
                  <a:lnTo>
                    <a:pt x="4499173" y="1249035"/>
                  </a:lnTo>
                  <a:lnTo>
                    <a:pt x="4499319" y="1249035"/>
                  </a:lnTo>
                  <a:lnTo>
                    <a:pt x="4499464" y="1249035"/>
                  </a:lnTo>
                  <a:lnTo>
                    <a:pt x="4499610" y="1249035"/>
                  </a:lnTo>
                  <a:lnTo>
                    <a:pt x="4499610" y="1248411"/>
                  </a:lnTo>
                  <a:lnTo>
                    <a:pt x="4499755" y="1248411"/>
                  </a:lnTo>
                  <a:lnTo>
                    <a:pt x="4499901" y="1248411"/>
                  </a:lnTo>
                  <a:lnTo>
                    <a:pt x="4500046" y="1248411"/>
                  </a:lnTo>
                  <a:lnTo>
                    <a:pt x="4500191" y="1248411"/>
                  </a:lnTo>
                  <a:lnTo>
                    <a:pt x="4500337" y="1248411"/>
                  </a:lnTo>
                  <a:lnTo>
                    <a:pt x="4500482" y="1248411"/>
                  </a:lnTo>
                  <a:lnTo>
                    <a:pt x="4500628" y="1248411"/>
                  </a:lnTo>
                  <a:lnTo>
                    <a:pt x="4500773" y="1248411"/>
                  </a:lnTo>
                  <a:lnTo>
                    <a:pt x="4500919" y="1248411"/>
                  </a:lnTo>
                  <a:lnTo>
                    <a:pt x="4501064" y="1248411"/>
                  </a:lnTo>
                  <a:lnTo>
                    <a:pt x="4501209" y="1248411"/>
                  </a:lnTo>
                  <a:lnTo>
                    <a:pt x="4501355" y="1248411"/>
                  </a:lnTo>
                  <a:lnTo>
                    <a:pt x="4501500" y="1248411"/>
                  </a:lnTo>
                  <a:lnTo>
                    <a:pt x="4501646" y="1248411"/>
                  </a:lnTo>
                  <a:lnTo>
                    <a:pt x="4501791" y="1248411"/>
                  </a:lnTo>
                  <a:lnTo>
                    <a:pt x="4501937" y="1248411"/>
                  </a:lnTo>
                  <a:lnTo>
                    <a:pt x="4502082" y="1248411"/>
                  </a:lnTo>
                  <a:lnTo>
                    <a:pt x="4502227" y="1248411"/>
                  </a:lnTo>
                  <a:lnTo>
                    <a:pt x="4502373" y="1248411"/>
                  </a:lnTo>
                  <a:lnTo>
                    <a:pt x="4502518" y="1248411"/>
                  </a:lnTo>
                  <a:lnTo>
                    <a:pt x="4502664" y="1248411"/>
                  </a:lnTo>
                  <a:lnTo>
                    <a:pt x="4502809" y="1248411"/>
                  </a:lnTo>
                  <a:lnTo>
                    <a:pt x="4502955" y="1248411"/>
                  </a:lnTo>
                  <a:lnTo>
                    <a:pt x="4503100" y="1248411"/>
                  </a:lnTo>
                  <a:lnTo>
                    <a:pt x="4503245" y="1248411"/>
                  </a:lnTo>
                  <a:lnTo>
                    <a:pt x="4503245" y="1247788"/>
                  </a:lnTo>
                  <a:lnTo>
                    <a:pt x="4503245" y="1247164"/>
                  </a:lnTo>
                  <a:lnTo>
                    <a:pt x="4503391" y="1247164"/>
                  </a:lnTo>
                  <a:lnTo>
                    <a:pt x="4503536" y="1247164"/>
                  </a:lnTo>
                  <a:lnTo>
                    <a:pt x="4503682" y="1247164"/>
                  </a:lnTo>
                  <a:lnTo>
                    <a:pt x="4503827" y="1247164"/>
                  </a:lnTo>
                  <a:lnTo>
                    <a:pt x="4503972" y="1247164"/>
                  </a:lnTo>
                  <a:lnTo>
                    <a:pt x="4504118" y="1247164"/>
                  </a:lnTo>
                  <a:lnTo>
                    <a:pt x="4504263" y="1247164"/>
                  </a:lnTo>
                  <a:lnTo>
                    <a:pt x="4504263" y="1246541"/>
                  </a:lnTo>
                  <a:lnTo>
                    <a:pt x="4504409" y="1246541"/>
                  </a:lnTo>
                  <a:lnTo>
                    <a:pt x="4504554" y="1246541"/>
                  </a:lnTo>
                  <a:lnTo>
                    <a:pt x="4504700" y="1246541"/>
                  </a:lnTo>
                  <a:lnTo>
                    <a:pt x="4504845" y="1246541"/>
                  </a:lnTo>
                  <a:lnTo>
                    <a:pt x="4504990" y="1246541"/>
                  </a:lnTo>
                  <a:lnTo>
                    <a:pt x="4505136" y="1246541"/>
                  </a:lnTo>
                  <a:lnTo>
                    <a:pt x="4505281" y="1246541"/>
                  </a:lnTo>
                  <a:lnTo>
                    <a:pt x="4505281" y="1245917"/>
                  </a:lnTo>
                  <a:lnTo>
                    <a:pt x="4505427" y="1245917"/>
                  </a:lnTo>
                  <a:lnTo>
                    <a:pt x="4505572" y="1245917"/>
                  </a:lnTo>
                  <a:lnTo>
                    <a:pt x="4505718" y="1245917"/>
                  </a:lnTo>
                  <a:lnTo>
                    <a:pt x="4505863" y="1245917"/>
                  </a:lnTo>
                  <a:lnTo>
                    <a:pt x="4505863" y="1245293"/>
                  </a:lnTo>
                  <a:lnTo>
                    <a:pt x="4505863" y="1244670"/>
                  </a:lnTo>
                  <a:lnTo>
                    <a:pt x="4506008" y="1244670"/>
                  </a:lnTo>
                  <a:lnTo>
                    <a:pt x="4506008" y="1244046"/>
                  </a:lnTo>
                  <a:lnTo>
                    <a:pt x="4506154" y="1244046"/>
                  </a:lnTo>
                  <a:lnTo>
                    <a:pt x="4506299" y="1244046"/>
                  </a:lnTo>
                  <a:lnTo>
                    <a:pt x="4506299" y="1243423"/>
                  </a:lnTo>
                  <a:lnTo>
                    <a:pt x="4506445" y="1243423"/>
                  </a:lnTo>
                  <a:lnTo>
                    <a:pt x="4506590" y="1243423"/>
                  </a:lnTo>
                  <a:lnTo>
                    <a:pt x="4506736" y="1243423"/>
                  </a:lnTo>
                  <a:lnTo>
                    <a:pt x="4506881" y="1243423"/>
                  </a:lnTo>
                  <a:lnTo>
                    <a:pt x="4507026" y="1243423"/>
                  </a:lnTo>
                  <a:lnTo>
                    <a:pt x="4507172" y="1243423"/>
                  </a:lnTo>
                  <a:lnTo>
                    <a:pt x="4507317" y="1243423"/>
                  </a:lnTo>
                  <a:lnTo>
                    <a:pt x="4507463" y="1243423"/>
                  </a:lnTo>
                  <a:lnTo>
                    <a:pt x="4507608" y="1243423"/>
                  </a:lnTo>
                  <a:lnTo>
                    <a:pt x="4507608" y="1242799"/>
                  </a:lnTo>
                  <a:lnTo>
                    <a:pt x="4507754" y="1242799"/>
                  </a:lnTo>
                  <a:lnTo>
                    <a:pt x="4507899" y="1242799"/>
                  </a:lnTo>
                  <a:lnTo>
                    <a:pt x="4508044" y="1242799"/>
                  </a:lnTo>
                  <a:lnTo>
                    <a:pt x="4508190" y="1242799"/>
                  </a:lnTo>
                  <a:lnTo>
                    <a:pt x="4508335" y="1242799"/>
                  </a:lnTo>
                  <a:lnTo>
                    <a:pt x="4508481" y="1242799"/>
                  </a:lnTo>
                  <a:lnTo>
                    <a:pt x="4508626" y="1242799"/>
                  </a:lnTo>
                  <a:lnTo>
                    <a:pt x="4508626" y="1242175"/>
                  </a:lnTo>
                  <a:lnTo>
                    <a:pt x="4508772" y="1242175"/>
                  </a:lnTo>
                  <a:lnTo>
                    <a:pt x="4508917" y="1242175"/>
                  </a:lnTo>
                  <a:lnTo>
                    <a:pt x="4508917" y="1241552"/>
                  </a:lnTo>
                  <a:lnTo>
                    <a:pt x="4509062" y="1241552"/>
                  </a:lnTo>
                  <a:lnTo>
                    <a:pt x="4509062" y="1240928"/>
                  </a:lnTo>
                  <a:lnTo>
                    <a:pt x="4509208" y="1240928"/>
                  </a:lnTo>
                  <a:lnTo>
                    <a:pt x="4509353" y="1240928"/>
                  </a:lnTo>
                  <a:lnTo>
                    <a:pt x="4509499" y="1240928"/>
                  </a:lnTo>
                  <a:lnTo>
                    <a:pt x="4509644" y="1240928"/>
                  </a:lnTo>
                  <a:lnTo>
                    <a:pt x="4509790" y="1240928"/>
                  </a:lnTo>
                  <a:lnTo>
                    <a:pt x="4509935" y="1240928"/>
                  </a:lnTo>
                  <a:lnTo>
                    <a:pt x="4510080" y="1240928"/>
                  </a:lnTo>
                  <a:lnTo>
                    <a:pt x="4510226" y="1240928"/>
                  </a:lnTo>
                  <a:lnTo>
                    <a:pt x="4510371" y="1240928"/>
                  </a:lnTo>
                  <a:lnTo>
                    <a:pt x="4510517" y="1240928"/>
                  </a:lnTo>
                  <a:lnTo>
                    <a:pt x="4510517" y="1240305"/>
                  </a:lnTo>
                  <a:lnTo>
                    <a:pt x="4510662" y="1240305"/>
                  </a:lnTo>
                  <a:lnTo>
                    <a:pt x="4510807" y="1240305"/>
                  </a:lnTo>
                  <a:lnTo>
                    <a:pt x="4510953" y="1240305"/>
                  </a:lnTo>
                  <a:lnTo>
                    <a:pt x="4511098" y="1240305"/>
                  </a:lnTo>
                  <a:lnTo>
                    <a:pt x="4511244" y="1240305"/>
                  </a:lnTo>
                  <a:lnTo>
                    <a:pt x="4511389" y="1240305"/>
                  </a:lnTo>
                  <a:lnTo>
                    <a:pt x="4511535" y="1240305"/>
                  </a:lnTo>
                  <a:lnTo>
                    <a:pt x="4511680" y="1240305"/>
                  </a:lnTo>
                  <a:lnTo>
                    <a:pt x="4511825" y="1240305"/>
                  </a:lnTo>
                  <a:lnTo>
                    <a:pt x="4511825" y="1239681"/>
                  </a:lnTo>
                  <a:lnTo>
                    <a:pt x="4511971" y="1239681"/>
                  </a:lnTo>
                  <a:lnTo>
                    <a:pt x="4512116" y="1239681"/>
                  </a:lnTo>
                  <a:lnTo>
                    <a:pt x="4512262" y="1239681"/>
                  </a:lnTo>
                  <a:lnTo>
                    <a:pt x="4512407" y="1239681"/>
                  </a:lnTo>
                  <a:lnTo>
                    <a:pt x="4512553" y="1239681"/>
                  </a:lnTo>
                  <a:lnTo>
                    <a:pt x="4512698" y="1239681"/>
                  </a:lnTo>
                  <a:lnTo>
                    <a:pt x="4512843" y="1239681"/>
                  </a:lnTo>
                  <a:lnTo>
                    <a:pt x="4512989" y="1239681"/>
                  </a:lnTo>
                  <a:lnTo>
                    <a:pt x="4513134" y="1239681"/>
                  </a:lnTo>
                  <a:lnTo>
                    <a:pt x="4513134" y="1239058"/>
                  </a:lnTo>
                  <a:lnTo>
                    <a:pt x="4513280" y="1239058"/>
                  </a:lnTo>
                  <a:lnTo>
                    <a:pt x="4513425" y="1239058"/>
                  </a:lnTo>
                  <a:lnTo>
                    <a:pt x="4513425" y="1238434"/>
                  </a:lnTo>
                  <a:lnTo>
                    <a:pt x="4513571" y="1238434"/>
                  </a:lnTo>
                  <a:lnTo>
                    <a:pt x="4513716" y="1238434"/>
                  </a:lnTo>
                  <a:lnTo>
                    <a:pt x="4513861" y="1238434"/>
                  </a:lnTo>
                  <a:lnTo>
                    <a:pt x="4514007" y="1238434"/>
                  </a:lnTo>
                  <a:lnTo>
                    <a:pt x="4514152" y="1238434"/>
                  </a:lnTo>
                  <a:lnTo>
                    <a:pt x="4514298" y="1238434"/>
                  </a:lnTo>
                  <a:lnTo>
                    <a:pt x="4514443" y="1238434"/>
                  </a:lnTo>
                  <a:lnTo>
                    <a:pt x="4514589" y="1238434"/>
                  </a:lnTo>
                  <a:lnTo>
                    <a:pt x="4514734" y="1238434"/>
                  </a:lnTo>
                  <a:lnTo>
                    <a:pt x="4514879" y="1238434"/>
                  </a:lnTo>
                  <a:lnTo>
                    <a:pt x="4515025" y="1238434"/>
                  </a:lnTo>
                  <a:lnTo>
                    <a:pt x="4515025" y="1237810"/>
                  </a:lnTo>
                  <a:lnTo>
                    <a:pt x="4515170" y="1237810"/>
                  </a:lnTo>
                  <a:lnTo>
                    <a:pt x="4515316" y="1237810"/>
                  </a:lnTo>
                  <a:lnTo>
                    <a:pt x="4515461" y="1237810"/>
                  </a:lnTo>
                  <a:lnTo>
                    <a:pt x="4515607" y="1237810"/>
                  </a:lnTo>
                  <a:lnTo>
                    <a:pt x="4515607" y="1237187"/>
                  </a:lnTo>
                  <a:lnTo>
                    <a:pt x="4515752" y="1237187"/>
                  </a:lnTo>
                  <a:lnTo>
                    <a:pt x="4515897" y="1237187"/>
                  </a:lnTo>
                  <a:lnTo>
                    <a:pt x="4515897" y="1236563"/>
                  </a:lnTo>
                  <a:lnTo>
                    <a:pt x="4516043" y="1236563"/>
                  </a:lnTo>
                  <a:lnTo>
                    <a:pt x="4516188" y="1236563"/>
                  </a:lnTo>
                  <a:lnTo>
                    <a:pt x="4516334" y="1236563"/>
                  </a:lnTo>
                  <a:lnTo>
                    <a:pt x="4516479" y="1236563"/>
                  </a:lnTo>
                  <a:lnTo>
                    <a:pt x="4516479" y="1235940"/>
                  </a:lnTo>
                  <a:lnTo>
                    <a:pt x="4516479" y="1235316"/>
                  </a:lnTo>
                  <a:lnTo>
                    <a:pt x="4516625" y="1235316"/>
                  </a:lnTo>
                  <a:lnTo>
                    <a:pt x="4516770" y="1235316"/>
                  </a:lnTo>
                  <a:lnTo>
                    <a:pt x="4516915" y="1235316"/>
                  </a:lnTo>
                  <a:lnTo>
                    <a:pt x="4517061" y="1235316"/>
                  </a:lnTo>
                  <a:lnTo>
                    <a:pt x="4517206" y="1235316"/>
                  </a:lnTo>
                  <a:lnTo>
                    <a:pt x="4517352" y="1235316"/>
                  </a:lnTo>
                  <a:lnTo>
                    <a:pt x="4517497" y="1235316"/>
                  </a:lnTo>
                  <a:lnTo>
                    <a:pt x="4517642" y="1235316"/>
                  </a:lnTo>
                  <a:lnTo>
                    <a:pt x="4517788" y="1235316"/>
                  </a:lnTo>
                  <a:lnTo>
                    <a:pt x="4517933" y="1235316"/>
                  </a:lnTo>
                  <a:lnTo>
                    <a:pt x="4518079" y="1235316"/>
                  </a:lnTo>
                  <a:lnTo>
                    <a:pt x="4518224" y="1235316"/>
                  </a:lnTo>
                  <a:lnTo>
                    <a:pt x="4518370" y="1235316"/>
                  </a:lnTo>
                  <a:lnTo>
                    <a:pt x="4518370" y="1234692"/>
                  </a:lnTo>
                  <a:lnTo>
                    <a:pt x="4518515" y="1234692"/>
                  </a:lnTo>
                  <a:lnTo>
                    <a:pt x="4518660" y="1234692"/>
                  </a:lnTo>
                  <a:lnTo>
                    <a:pt x="4518806" y="1234692"/>
                  </a:lnTo>
                  <a:lnTo>
                    <a:pt x="4518951" y="1234692"/>
                  </a:lnTo>
                  <a:lnTo>
                    <a:pt x="4519097" y="1234692"/>
                  </a:lnTo>
                  <a:lnTo>
                    <a:pt x="4519242" y="1234692"/>
                  </a:lnTo>
                  <a:lnTo>
                    <a:pt x="4519388" y="1234692"/>
                  </a:lnTo>
                  <a:lnTo>
                    <a:pt x="4519533" y="1234692"/>
                  </a:lnTo>
                  <a:lnTo>
                    <a:pt x="4519678" y="1234692"/>
                  </a:lnTo>
                  <a:lnTo>
                    <a:pt x="4519824" y="1234692"/>
                  </a:lnTo>
                  <a:lnTo>
                    <a:pt x="4519969" y="1234692"/>
                  </a:lnTo>
                  <a:lnTo>
                    <a:pt x="4520115" y="1234692"/>
                  </a:lnTo>
                  <a:lnTo>
                    <a:pt x="4520260" y="1234692"/>
                  </a:lnTo>
                  <a:lnTo>
                    <a:pt x="4520406" y="1234692"/>
                  </a:lnTo>
                  <a:lnTo>
                    <a:pt x="4520551" y="1234692"/>
                  </a:lnTo>
                  <a:lnTo>
                    <a:pt x="4520696" y="1234692"/>
                  </a:lnTo>
                  <a:lnTo>
                    <a:pt x="4520842" y="1234692"/>
                  </a:lnTo>
                  <a:lnTo>
                    <a:pt x="4520987" y="1234692"/>
                  </a:lnTo>
                  <a:lnTo>
                    <a:pt x="4520987" y="1234069"/>
                  </a:lnTo>
                  <a:lnTo>
                    <a:pt x="4521133" y="1234069"/>
                  </a:lnTo>
                  <a:lnTo>
                    <a:pt x="4521278" y="1234069"/>
                  </a:lnTo>
                  <a:lnTo>
                    <a:pt x="4521424" y="1234069"/>
                  </a:lnTo>
                  <a:lnTo>
                    <a:pt x="4521569" y="1234069"/>
                  </a:lnTo>
                  <a:lnTo>
                    <a:pt x="4521714" y="1234069"/>
                  </a:lnTo>
                  <a:lnTo>
                    <a:pt x="4521860" y="1234069"/>
                  </a:lnTo>
                  <a:lnTo>
                    <a:pt x="4521860" y="1233445"/>
                  </a:lnTo>
                  <a:lnTo>
                    <a:pt x="4521860" y="1232822"/>
                  </a:lnTo>
                  <a:lnTo>
                    <a:pt x="4522005" y="1232822"/>
                  </a:lnTo>
                  <a:lnTo>
                    <a:pt x="4522151" y="1232822"/>
                  </a:lnTo>
                  <a:lnTo>
                    <a:pt x="4522296" y="1232822"/>
                  </a:lnTo>
                  <a:lnTo>
                    <a:pt x="4522442" y="1232822"/>
                  </a:lnTo>
                  <a:lnTo>
                    <a:pt x="4522587" y="1232822"/>
                  </a:lnTo>
                  <a:lnTo>
                    <a:pt x="4522732" y="1232822"/>
                  </a:lnTo>
                  <a:lnTo>
                    <a:pt x="4522878" y="1232822"/>
                  </a:lnTo>
                  <a:lnTo>
                    <a:pt x="4523023" y="1232822"/>
                  </a:lnTo>
                  <a:lnTo>
                    <a:pt x="4523169" y="1232822"/>
                  </a:lnTo>
                  <a:lnTo>
                    <a:pt x="4523314" y="1232822"/>
                  </a:lnTo>
                  <a:lnTo>
                    <a:pt x="4523314" y="1232198"/>
                  </a:lnTo>
                  <a:lnTo>
                    <a:pt x="4523460" y="1232198"/>
                  </a:lnTo>
                  <a:lnTo>
                    <a:pt x="4523605" y="1232198"/>
                  </a:lnTo>
                  <a:lnTo>
                    <a:pt x="4523750" y="1232198"/>
                  </a:lnTo>
                  <a:lnTo>
                    <a:pt x="4523896" y="1232198"/>
                  </a:lnTo>
                  <a:lnTo>
                    <a:pt x="4523896" y="1231575"/>
                  </a:lnTo>
                  <a:lnTo>
                    <a:pt x="4524041" y="1231575"/>
                  </a:lnTo>
                  <a:lnTo>
                    <a:pt x="4524187" y="1231575"/>
                  </a:lnTo>
                  <a:lnTo>
                    <a:pt x="4524332" y="1231575"/>
                  </a:lnTo>
                  <a:lnTo>
                    <a:pt x="4524477" y="1231575"/>
                  </a:lnTo>
                  <a:lnTo>
                    <a:pt x="4524623" y="1231575"/>
                  </a:lnTo>
                  <a:lnTo>
                    <a:pt x="4524768" y="1231575"/>
                  </a:lnTo>
                  <a:lnTo>
                    <a:pt x="4524914" y="1231575"/>
                  </a:lnTo>
                  <a:lnTo>
                    <a:pt x="4525059" y="1231575"/>
                  </a:lnTo>
                  <a:lnTo>
                    <a:pt x="4525205" y="1231575"/>
                  </a:lnTo>
                  <a:lnTo>
                    <a:pt x="4525350" y="1231575"/>
                  </a:lnTo>
                  <a:lnTo>
                    <a:pt x="4525495" y="1231575"/>
                  </a:lnTo>
                  <a:lnTo>
                    <a:pt x="4525495" y="1230951"/>
                  </a:lnTo>
                  <a:lnTo>
                    <a:pt x="4525641" y="1230951"/>
                  </a:lnTo>
                  <a:lnTo>
                    <a:pt x="4525786" y="1230951"/>
                  </a:lnTo>
                  <a:lnTo>
                    <a:pt x="4525932" y="1230951"/>
                  </a:lnTo>
                  <a:lnTo>
                    <a:pt x="4526077" y="1230951"/>
                  </a:lnTo>
                  <a:lnTo>
                    <a:pt x="4526223" y="1230951"/>
                  </a:lnTo>
                  <a:lnTo>
                    <a:pt x="4526368" y="1230951"/>
                  </a:lnTo>
                  <a:lnTo>
                    <a:pt x="4526513" y="1230951"/>
                  </a:lnTo>
                  <a:lnTo>
                    <a:pt x="4526659" y="1230951"/>
                  </a:lnTo>
                  <a:lnTo>
                    <a:pt x="4526804" y="1230951"/>
                  </a:lnTo>
                  <a:lnTo>
                    <a:pt x="4526950" y="1230951"/>
                  </a:lnTo>
                  <a:lnTo>
                    <a:pt x="4527095" y="1230951"/>
                  </a:lnTo>
                  <a:lnTo>
                    <a:pt x="4527241" y="1230951"/>
                  </a:lnTo>
                  <a:lnTo>
                    <a:pt x="4527386" y="1230951"/>
                  </a:lnTo>
                  <a:lnTo>
                    <a:pt x="4527531" y="1230951"/>
                  </a:lnTo>
                  <a:lnTo>
                    <a:pt x="4527677" y="1230951"/>
                  </a:lnTo>
                  <a:lnTo>
                    <a:pt x="4527822" y="1230951"/>
                  </a:lnTo>
                  <a:lnTo>
                    <a:pt x="4527822" y="1230327"/>
                  </a:lnTo>
                  <a:lnTo>
                    <a:pt x="4527968" y="1230327"/>
                  </a:lnTo>
                  <a:lnTo>
                    <a:pt x="4528113" y="1230327"/>
                  </a:lnTo>
                  <a:lnTo>
                    <a:pt x="4528259" y="1230327"/>
                  </a:lnTo>
                  <a:lnTo>
                    <a:pt x="4528404" y="1230327"/>
                  </a:lnTo>
                  <a:lnTo>
                    <a:pt x="4528404" y="1229704"/>
                  </a:lnTo>
                  <a:lnTo>
                    <a:pt x="4528404" y="1229080"/>
                  </a:lnTo>
                  <a:lnTo>
                    <a:pt x="4528404" y="1228457"/>
                  </a:lnTo>
                  <a:lnTo>
                    <a:pt x="4528549" y="1228457"/>
                  </a:lnTo>
                  <a:lnTo>
                    <a:pt x="4528695" y="1228457"/>
                  </a:lnTo>
                  <a:lnTo>
                    <a:pt x="4528840" y="1228457"/>
                  </a:lnTo>
                  <a:lnTo>
                    <a:pt x="4528986" y="1228457"/>
                  </a:lnTo>
                  <a:lnTo>
                    <a:pt x="4529131" y="1228457"/>
                  </a:lnTo>
                  <a:lnTo>
                    <a:pt x="4529277" y="1228457"/>
                  </a:lnTo>
                  <a:lnTo>
                    <a:pt x="4529422" y="1228457"/>
                  </a:lnTo>
                  <a:lnTo>
                    <a:pt x="4529567" y="1228457"/>
                  </a:lnTo>
                  <a:lnTo>
                    <a:pt x="4529713" y="1228457"/>
                  </a:lnTo>
                  <a:lnTo>
                    <a:pt x="4529858" y="1228457"/>
                  </a:lnTo>
                  <a:lnTo>
                    <a:pt x="4530004" y="1228457"/>
                  </a:lnTo>
                  <a:lnTo>
                    <a:pt x="4530149" y="1228457"/>
                  </a:lnTo>
                  <a:lnTo>
                    <a:pt x="4530295" y="1228457"/>
                  </a:lnTo>
                  <a:lnTo>
                    <a:pt x="4530440" y="1228457"/>
                  </a:lnTo>
                  <a:lnTo>
                    <a:pt x="4530585" y="1228457"/>
                  </a:lnTo>
                  <a:lnTo>
                    <a:pt x="4530731" y="1228457"/>
                  </a:lnTo>
                  <a:lnTo>
                    <a:pt x="4530876" y="1228457"/>
                  </a:lnTo>
                  <a:lnTo>
                    <a:pt x="4531022" y="1228457"/>
                  </a:lnTo>
                  <a:lnTo>
                    <a:pt x="4531167" y="1228457"/>
                  </a:lnTo>
                  <a:lnTo>
                    <a:pt x="4531312" y="1228457"/>
                  </a:lnTo>
                  <a:lnTo>
                    <a:pt x="4531458" y="1228457"/>
                  </a:lnTo>
                  <a:lnTo>
                    <a:pt x="4531603" y="1228457"/>
                  </a:lnTo>
                  <a:lnTo>
                    <a:pt x="4531749" y="1228457"/>
                  </a:lnTo>
                  <a:lnTo>
                    <a:pt x="4531894" y="1228457"/>
                  </a:lnTo>
                  <a:lnTo>
                    <a:pt x="4532040" y="1228457"/>
                  </a:lnTo>
                  <a:lnTo>
                    <a:pt x="4532040" y="1227833"/>
                  </a:lnTo>
                  <a:lnTo>
                    <a:pt x="4532185" y="1227833"/>
                  </a:lnTo>
                  <a:lnTo>
                    <a:pt x="4532330" y="1227833"/>
                  </a:lnTo>
                  <a:lnTo>
                    <a:pt x="4532476" y="1227833"/>
                  </a:lnTo>
                  <a:lnTo>
                    <a:pt x="4532621" y="1227833"/>
                  </a:lnTo>
                  <a:lnTo>
                    <a:pt x="4532621" y="1227210"/>
                  </a:lnTo>
                  <a:lnTo>
                    <a:pt x="4532767" y="1227210"/>
                  </a:lnTo>
                  <a:lnTo>
                    <a:pt x="4532912" y="1227210"/>
                  </a:lnTo>
                  <a:lnTo>
                    <a:pt x="4533058" y="1227210"/>
                  </a:lnTo>
                  <a:lnTo>
                    <a:pt x="4533203" y="1227210"/>
                  </a:lnTo>
                  <a:lnTo>
                    <a:pt x="4533348" y="1227210"/>
                  </a:lnTo>
                  <a:lnTo>
                    <a:pt x="4533494" y="1227210"/>
                  </a:lnTo>
                  <a:lnTo>
                    <a:pt x="4533639" y="1227210"/>
                  </a:lnTo>
                  <a:lnTo>
                    <a:pt x="4533639" y="1226586"/>
                  </a:lnTo>
                  <a:lnTo>
                    <a:pt x="4533639" y="1225962"/>
                  </a:lnTo>
                  <a:lnTo>
                    <a:pt x="4533785" y="1225962"/>
                  </a:lnTo>
                  <a:lnTo>
                    <a:pt x="4533930" y="1225962"/>
                  </a:lnTo>
                  <a:lnTo>
                    <a:pt x="4534076" y="1225962"/>
                  </a:lnTo>
                  <a:lnTo>
                    <a:pt x="4534221" y="1225962"/>
                  </a:lnTo>
                  <a:lnTo>
                    <a:pt x="4534366" y="1225962"/>
                  </a:lnTo>
                  <a:lnTo>
                    <a:pt x="4534512" y="1225962"/>
                  </a:lnTo>
                  <a:lnTo>
                    <a:pt x="4534657" y="1225962"/>
                  </a:lnTo>
                  <a:lnTo>
                    <a:pt x="4534803" y="1225962"/>
                  </a:lnTo>
                  <a:lnTo>
                    <a:pt x="4534948" y="1225962"/>
                  </a:lnTo>
                  <a:lnTo>
                    <a:pt x="4535094" y="1225962"/>
                  </a:lnTo>
                  <a:lnTo>
                    <a:pt x="4535239" y="1225962"/>
                  </a:lnTo>
                  <a:lnTo>
                    <a:pt x="4535384" y="1225962"/>
                  </a:lnTo>
                  <a:lnTo>
                    <a:pt x="4535530" y="1225962"/>
                  </a:lnTo>
                  <a:lnTo>
                    <a:pt x="4535675" y="1225962"/>
                  </a:lnTo>
                  <a:lnTo>
                    <a:pt x="4535821" y="1225962"/>
                  </a:lnTo>
                  <a:lnTo>
                    <a:pt x="4535966" y="1225962"/>
                  </a:lnTo>
                  <a:lnTo>
                    <a:pt x="4536112" y="1225962"/>
                  </a:lnTo>
                  <a:lnTo>
                    <a:pt x="4536257" y="1225962"/>
                  </a:lnTo>
                  <a:lnTo>
                    <a:pt x="4536402" y="1225962"/>
                  </a:lnTo>
                  <a:lnTo>
                    <a:pt x="4536548" y="1225962"/>
                  </a:lnTo>
                  <a:lnTo>
                    <a:pt x="4536693" y="1225962"/>
                  </a:lnTo>
                  <a:lnTo>
                    <a:pt x="4536839" y="1225962"/>
                  </a:lnTo>
                  <a:lnTo>
                    <a:pt x="4536984" y="1225962"/>
                  </a:lnTo>
                  <a:lnTo>
                    <a:pt x="4536984" y="1225339"/>
                  </a:lnTo>
                  <a:lnTo>
                    <a:pt x="4537129" y="1225339"/>
                  </a:lnTo>
                  <a:lnTo>
                    <a:pt x="4537275" y="1225339"/>
                  </a:lnTo>
                  <a:lnTo>
                    <a:pt x="4537420" y="1225339"/>
                  </a:lnTo>
                  <a:lnTo>
                    <a:pt x="4537420" y="1224715"/>
                  </a:lnTo>
                  <a:lnTo>
                    <a:pt x="4537566" y="1224715"/>
                  </a:lnTo>
                  <a:lnTo>
                    <a:pt x="4537711" y="1224715"/>
                  </a:lnTo>
                  <a:lnTo>
                    <a:pt x="4537857" y="1224715"/>
                  </a:lnTo>
                  <a:lnTo>
                    <a:pt x="4538002" y="1224715"/>
                  </a:lnTo>
                  <a:lnTo>
                    <a:pt x="4538147" y="1224715"/>
                  </a:lnTo>
                  <a:lnTo>
                    <a:pt x="4538293" y="1224715"/>
                  </a:lnTo>
                  <a:lnTo>
                    <a:pt x="4538438" y="1224715"/>
                  </a:lnTo>
                  <a:lnTo>
                    <a:pt x="4538584" y="1224715"/>
                  </a:lnTo>
                  <a:lnTo>
                    <a:pt x="4538729" y="1224715"/>
                  </a:lnTo>
                  <a:lnTo>
                    <a:pt x="4538875" y="1224715"/>
                  </a:lnTo>
                  <a:lnTo>
                    <a:pt x="4538875" y="1224092"/>
                  </a:lnTo>
                  <a:lnTo>
                    <a:pt x="4539020" y="1224092"/>
                  </a:lnTo>
                  <a:lnTo>
                    <a:pt x="4539020" y="1223468"/>
                  </a:lnTo>
                  <a:lnTo>
                    <a:pt x="4539165" y="1223468"/>
                  </a:lnTo>
                  <a:lnTo>
                    <a:pt x="4539165" y="1222844"/>
                  </a:lnTo>
                  <a:lnTo>
                    <a:pt x="4539311" y="1222844"/>
                  </a:lnTo>
                  <a:lnTo>
                    <a:pt x="4539456" y="1222844"/>
                  </a:lnTo>
                  <a:lnTo>
                    <a:pt x="4539602" y="1222844"/>
                  </a:lnTo>
                  <a:lnTo>
                    <a:pt x="4539747" y="1222844"/>
                  </a:lnTo>
                  <a:lnTo>
                    <a:pt x="4539893" y="1222844"/>
                  </a:lnTo>
                  <a:lnTo>
                    <a:pt x="4540038" y="1222844"/>
                  </a:lnTo>
                  <a:lnTo>
                    <a:pt x="4540183" y="1222844"/>
                  </a:lnTo>
                  <a:lnTo>
                    <a:pt x="4540329" y="1222844"/>
                  </a:lnTo>
                  <a:lnTo>
                    <a:pt x="4540474" y="1222844"/>
                  </a:lnTo>
                  <a:lnTo>
                    <a:pt x="4540620" y="1222844"/>
                  </a:lnTo>
                  <a:lnTo>
                    <a:pt x="4540765" y="1222844"/>
                  </a:lnTo>
                  <a:lnTo>
                    <a:pt x="4540911" y="1222844"/>
                  </a:lnTo>
                  <a:lnTo>
                    <a:pt x="4541056" y="1222844"/>
                  </a:lnTo>
                  <a:lnTo>
                    <a:pt x="4541201" y="1222844"/>
                  </a:lnTo>
                  <a:lnTo>
                    <a:pt x="4541347" y="1222844"/>
                  </a:lnTo>
                  <a:lnTo>
                    <a:pt x="4541347" y="1222221"/>
                  </a:lnTo>
                  <a:lnTo>
                    <a:pt x="4541492" y="1222221"/>
                  </a:lnTo>
                  <a:lnTo>
                    <a:pt x="4541638" y="1222221"/>
                  </a:lnTo>
                  <a:lnTo>
                    <a:pt x="4541783" y="1222221"/>
                  </a:lnTo>
                  <a:lnTo>
                    <a:pt x="4541929" y="1222221"/>
                  </a:lnTo>
                  <a:lnTo>
                    <a:pt x="4542074" y="1222221"/>
                  </a:lnTo>
                  <a:lnTo>
                    <a:pt x="4542219" y="1222221"/>
                  </a:lnTo>
                  <a:lnTo>
                    <a:pt x="4542365" y="1222221"/>
                  </a:lnTo>
                  <a:lnTo>
                    <a:pt x="4542510" y="1222221"/>
                  </a:lnTo>
                  <a:lnTo>
                    <a:pt x="4542656" y="1222221"/>
                  </a:lnTo>
                  <a:lnTo>
                    <a:pt x="4542801" y="1222221"/>
                  </a:lnTo>
                  <a:lnTo>
                    <a:pt x="4542947" y="1222221"/>
                  </a:lnTo>
                  <a:lnTo>
                    <a:pt x="4543092" y="1222221"/>
                  </a:lnTo>
                  <a:lnTo>
                    <a:pt x="4543237" y="1222221"/>
                  </a:lnTo>
                  <a:lnTo>
                    <a:pt x="4543383" y="1222221"/>
                  </a:lnTo>
                  <a:lnTo>
                    <a:pt x="4543528" y="1222221"/>
                  </a:lnTo>
                  <a:lnTo>
                    <a:pt x="4543674" y="1222221"/>
                  </a:lnTo>
                  <a:lnTo>
                    <a:pt x="4543819" y="1222221"/>
                  </a:lnTo>
                  <a:lnTo>
                    <a:pt x="4543964" y="1222221"/>
                  </a:lnTo>
                  <a:lnTo>
                    <a:pt x="4544110" y="1222221"/>
                  </a:lnTo>
                  <a:lnTo>
                    <a:pt x="4544110" y="1221597"/>
                  </a:lnTo>
                  <a:lnTo>
                    <a:pt x="4544255" y="1221597"/>
                  </a:lnTo>
                  <a:lnTo>
                    <a:pt x="4544401" y="1221597"/>
                  </a:lnTo>
                  <a:lnTo>
                    <a:pt x="4544546" y="1221597"/>
                  </a:lnTo>
                  <a:lnTo>
                    <a:pt x="4544692" y="1221597"/>
                  </a:lnTo>
                  <a:lnTo>
                    <a:pt x="4544837" y="1221597"/>
                  </a:lnTo>
                  <a:lnTo>
                    <a:pt x="4544982" y="1221597"/>
                  </a:lnTo>
                  <a:lnTo>
                    <a:pt x="4545128" y="1221597"/>
                  </a:lnTo>
                  <a:lnTo>
                    <a:pt x="4545273" y="1221597"/>
                  </a:lnTo>
                  <a:lnTo>
                    <a:pt x="4545419" y="1221597"/>
                  </a:lnTo>
                  <a:lnTo>
                    <a:pt x="4545564" y="1221597"/>
                  </a:lnTo>
                  <a:lnTo>
                    <a:pt x="4545564" y="1220974"/>
                  </a:lnTo>
                  <a:lnTo>
                    <a:pt x="4545710" y="1220974"/>
                  </a:lnTo>
                  <a:lnTo>
                    <a:pt x="4545855" y="1220974"/>
                  </a:lnTo>
                  <a:lnTo>
                    <a:pt x="4545855" y="1220350"/>
                  </a:lnTo>
                  <a:lnTo>
                    <a:pt x="4546000" y="1220350"/>
                  </a:lnTo>
                  <a:lnTo>
                    <a:pt x="4546146" y="1220350"/>
                  </a:lnTo>
                  <a:lnTo>
                    <a:pt x="4546291" y="1220350"/>
                  </a:lnTo>
                  <a:lnTo>
                    <a:pt x="4546291" y="1219727"/>
                  </a:lnTo>
                  <a:lnTo>
                    <a:pt x="4546437" y="1219727"/>
                  </a:lnTo>
                  <a:lnTo>
                    <a:pt x="4546582" y="1219727"/>
                  </a:lnTo>
                  <a:lnTo>
                    <a:pt x="4546728" y="1219727"/>
                  </a:lnTo>
                  <a:lnTo>
                    <a:pt x="4546873" y="1219727"/>
                  </a:lnTo>
                  <a:lnTo>
                    <a:pt x="4547018" y="1219727"/>
                  </a:lnTo>
                  <a:lnTo>
                    <a:pt x="4547164" y="1219727"/>
                  </a:lnTo>
                  <a:lnTo>
                    <a:pt x="4547309" y="1219727"/>
                  </a:lnTo>
                  <a:lnTo>
                    <a:pt x="4547309" y="1219103"/>
                  </a:lnTo>
                  <a:lnTo>
                    <a:pt x="4547455" y="1219103"/>
                  </a:lnTo>
                  <a:lnTo>
                    <a:pt x="4547600" y="1219103"/>
                  </a:lnTo>
                  <a:lnTo>
                    <a:pt x="4547746" y="1219103"/>
                  </a:lnTo>
                  <a:lnTo>
                    <a:pt x="4547891" y="1219103"/>
                  </a:lnTo>
                  <a:lnTo>
                    <a:pt x="4548036" y="1219103"/>
                  </a:lnTo>
                  <a:lnTo>
                    <a:pt x="4548182" y="1219103"/>
                  </a:lnTo>
                  <a:lnTo>
                    <a:pt x="4548327" y="1219103"/>
                  </a:lnTo>
                  <a:lnTo>
                    <a:pt x="4548473" y="1219103"/>
                  </a:lnTo>
                  <a:lnTo>
                    <a:pt x="4548618" y="1219103"/>
                  </a:lnTo>
                  <a:lnTo>
                    <a:pt x="4548764" y="1219103"/>
                  </a:lnTo>
                  <a:lnTo>
                    <a:pt x="4548909" y="1219103"/>
                  </a:lnTo>
                  <a:lnTo>
                    <a:pt x="4549054" y="1219103"/>
                  </a:lnTo>
                  <a:lnTo>
                    <a:pt x="4549200" y="1219103"/>
                  </a:lnTo>
                  <a:lnTo>
                    <a:pt x="4549345" y="1219103"/>
                  </a:lnTo>
                  <a:lnTo>
                    <a:pt x="4549491" y="1219103"/>
                  </a:lnTo>
                  <a:lnTo>
                    <a:pt x="4549636" y="1219103"/>
                  </a:lnTo>
                  <a:lnTo>
                    <a:pt x="4549636" y="1218479"/>
                  </a:lnTo>
                  <a:lnTo>
                    <a:pt x="4549636" y="1217856"/>
                  </a:lnTo>
                  <a:lnTo>
                    <a:pt x="4549782" y="1217856"/>
                  </a:lnTo>
                  <a:lnTo>
                    <a:pt x="4549927" y="1217856"/>
                  </a:lnTo>
                  <a:lnTo>
                    <a:pt x="4550072" y="1217856"/>
                  </a:lnTo>
                  <a:lnTo>
                    <a:pt x="4550218" y="1217856"/>
                  </a:lnTo>
                  <a:lnTo>
                    <a:pt x="4550363" y="1217856"/>
                  </a:lnTo>
                  <a:lnTo>
                    <a:pt x="4550509" y="1217856"/>
                  </a:lnTo>
                  <a:lnTo>
                    <a:pt x="4550654" y="1217856"/>
                  </a:lnTo>
                  <a:lnTo>
                    <a:pt x="4550799" y="1217856"/>
                  </a:lnTo>
                  <a:lnTo>
                    <a:pt x="4550945" y="1217856"/>
                  </a:lnTo>
                  <a:lnTo>
                    <a:pt x="4551090" y="1217856"/>
                  </a:lnTo>
                  <a:lnTo>
                    <a:pt x="4551236" y="1217856"/>
                  </a:lnTo>
                  <a:lnTo>
                    <a:pt x="4551381" y="1217856"/>
                  </a:lnTo>
                  <a:lnTo>
                    <a:pt x="4551527" y="1217856"/>
                  </a:lnTo>
                  <a:lnTo>
                    <a:pt x="4551672" y="1217856"/>
                  </a:lnTo>
                  <a:lnTo>
                    <a:pt x="4551817" y="1217856"/>
                  </a:lnTo>
                  <a:lnTo>
                    <a:pt x="4551963" y="1217856"/>
                  </a:lnTo>
                  <a:lnTo>
                    <a:pt x="4552108" y="1217856"/>
                  </a:lnTo>
                  <a:lnTo>
                    <a:pt x="4552254" y="1217856"/>
                  </a:lnTo>
                  <a:lnTo>
                    <a:pt x="4552399" y="1217856"/>
                  </a:lnTo>
                  <a:lnTo>
                    <a:pt x="4552545" y="1217856"/>
                  </a:lnTo>
                  <a:lnTo>
                    <a:pt x="4552690" y="1217856"/>
                  </a:lnTo>
                  <a:lnTo>
                    <a:pt x="4552835" y="1217856"/>
                  </a:lnTo>
                  <a:lnTo>
                    <a:pt x="4552981" y="1217856"/>
                  </a:lnTo>
                  <a:lnTo>
                    <a:pt x="4553126" y="1217856"/>
                  </a:lnTo>
                  <a:lnTo>
                    <a:pt x="4553272" y="1217856"/>
                  </a:lnTo>
                  <a:lnTo>
                    <a:pt x="4553417" y="1217856"/>
                  </a:lnTo>
                  <a:lnTo>
                    <a:pt x="4553563" y="1217856"/>
                  </a:lnTo>
                  <a:lnTo>
                    <a:pt x="4553563" y="1217232"/>
                  </a:lnTo>
                  <a:lnTo>
                    <a:pt x="4553708" y="1217232"/>
                  </a:lnTo>
                  <a:lnTo>
                    <a:pt x="4553853" y="1217232"/>
                  </a:lnTo>
                  <a:lnTo>
                    <a:pt x="4553999" y="1217232"/>
                  </a:lnTo>
                  <a:lnTo>
                    <a:pt x="4554144" y="1217232"/>
                  </a:lnTo>
                  <a:lnTo>
                    <a:pt x="4554290" y="1217232"/>
                  </a:lnTo>
                  <a:lnTo>
                    <a:pt x="4554435" y="1217232"/>
                  </a:lnTo>
                  <a:lnTo>
                    <a:pt x="4554581" y="1217232"/>
                  </a:lnTo>
                  <a:lnTo>
                    <a:pt x="4554726" y="1217232"/>
                  </a:lnTo>
                  <a:lnTo>
                    <a:pt x="4554871" y="1217232"/>
                  </a:lnTo>
                  <a:lnTo>
                    <a:pt x="4555017" y="1217232"/>
                  </a:lnTo>
                  <a:lnTo>
                    <a:pt x="4555162" y="1217232"/>
                  </a:lnTo>
                  <a:lnTo>
                    <a:pt x="4555308" y="1217232"/>
                  </a:lnTo>
                  <a:lnTo>
                    <a:pt x="4555453" y="1217232"/>
                  </a:lnTo>
                  <a:lnTo>
                    <a:pt x="4555599" y="1217232"/>
                  </a:lnTo>
                  <a:lnTo>
                    <a:pt x="4555744" y="1217232"/>
                  </a:lnTo>
                  <a:lnTo>
                    <a:pt x="4555889" y="1217232"/>
                  </a:lnTo>
                  <a:lnTo>
                    <a:pt x="4556035" y="1217232"/>
                  </a:lnTo>
                  <a:lnTo>
                    <a:pt x="4556180" y="1217232"/>
                  </a:lnTo>
                  <a:lnTo>
                    <a:pt x="4556326" y="1217232"/>
                  </a:lnTo>
                  <a:lnTo>
                    <a:pt x="4556471" y="1217232"/>
                  </a:lnTo>
                  <a:lnTo>
                    <a:pt x="4556617" y="1217232"/>
                  </a:lnTo>
                  <a:lnTo>
                    <a:pt x="4556762" y="1217232"/>
                  </a:lnTo>
                  <a:lnTo>
                    <a:pt x="4556907" y="1217232"/>
                  </a:lnTo>
                  <a:lnTo>
                    <a:pt x="4557053" y="1217232"/>
                  </a:lnTo>
                  <a:lnTo>
                    <a:pt x="4557198" y="1217232"/>
                  </a:lnTo>
                  <a:lnTo>
                    <a:pt x="4557344" y="1217232"/>
                  </a:lnTo>
                  <a:lnTo>
                    <a:pt x="4557489" y="1217232"/>
                  </a:lnTo>
                  <a:lnTo>
                    <a:pt x="4557489" y="1216609"/>
                  </a:lnTo>
                  <a:lnTo>
                    <a:pt x="4557634" y="1216609"/>
                  </a:lnTo>
                  <a:lnTo>
                    <a:pt x="4557634" y="1215985"/>
                  </a:lnTo>
                  <a:lnTo>
                    <a:pt x="4557780" y="1215985"/>
                  </a:lnTo>
                  <a:lnTo>
                    <a:pt x="4557925" y="1215985"/>
                  </a:lnTo>
                  <a:lnTo>
                    <a:pt x="4558071" y="1215985"/>
                  </a:lnTo>
                  <a:lnTo>
                    <a:pt x="4558216" y="1215985"/>
                  </a:lnTo>
                  <a:lnTo>
                    <a:pt x="4558362" y="1215985"/>
                  </a:lnTo>
                  <a:lnTo>
                    <a:pt x="4558507" y="1215985"/>
                  </a:lnTo>
                  <a:lnTo>
                    <a:pt x="4558652" y="1215985"/>
                  </a:lnTo>
                  <a:lnTo>
                    <a:pt x="4558798" y="1215985"/>
                  </a:lnTo>
                  <a:lnTo>
                    <a:pt x="4558943" y="1215985"/>
                  </a:lnTo>
                  <a:lnTo>
                    <a:pt x="4559089" y="1215985"/>
                  </a:lnTo>
                  <a:lnTo>
                    <a:pt x="4559234" y="1215985"/>
                  </a:lnTo>
                  <a:lnTo>
                    <a:pt x="4559380" y="1215985"/>
                  </a:lnTo>
                  <a:lnTo>
                    <a:pt x="4559525" y="1215985"/>
                  </a:lnTo>
                  <a:lnTo>
                    <a:pt x="4559670" y="1215985"/>
                  </a:lnTo>
                  <a:lnTo>
                    <a:pt x="4559816" y="1215985"/>
                  </a:lnTo>
                  <a:lnTo>
                    <a:pt x="4559961" y="1215985"/>
                  </a:lnTo>
                  <a:lnTo>
                    <a:pt x="4560107" y="1215985"/>
                  </a:lnTo>
                  <a:lnTo>
                    <a:pt x="4560252" y="1215985"/>
                  </a:lnTo>
                  <a:lnTo>
                    <a:pt x="4560398" y="1215985"/>
                  </a:lnTo>
                  <a:lnTo>
                    <a:pt x="4560398" y="1215361"/>
                  </a:lnTo>
                  <a:lnTo>
                    <a:pt x="4560543" y="1215361"/>
                  </a:lnTo>
                  <a:lnTo>
                    <a:pt x="4560688" y="1215361"/>
                  </a:lnTo>
                  <a:lnTo>
                    <a:pt x="4560834" y="1215361"/>
                  </a:lnTo>
                  <a:lnTo>
                    <a:pt x="4560979" y="1215361"/>
                  </a:lnTo>
                  <a:lnTo>
                    <a:pt x="4561125" y="1215361"/>
                  </a:lnTo>
                  <a:lnTo>
                    <a:pt x="4561270" y="1215361"/>
                  </a:lnTo>
                  <a:lnTo>
                    <a:pt x="4561416" y="1215361"/>
                  </a:lnTo>
                  <a:lnTo>
                    <a:pt x="4561561" y="1215361"/>
                  </a:lnTo>
                  <a:lnTo>
                    <a:pt x="4561706" y="1215361"/>
                  </a:lnTo>
                  <a:lnTo>
                    <a:pt x="4561852" y="1215361"/>
                  </a:lnTo>
                  <a:lnTo>
                    <a:pt x="4561997" y="1215361"/>
                  </a:lnTo>
                  <a:lnTo>
                    <a:pt x="4561997" y="1214738"/>
                  </a:lnTo>
                  <a:lnTo>
                    <a:pt x="4562143" y="1214738"/>
                  </a:lnTo>
                  <a:lnTo>
                    <a:pt x="4562288" y="1214738"/>
                  </a:lnTo>
                  <a:lnTo>
                    <a:pt x="4562288" y="1214114"/>
                  </a:lnTo>
                  <a:lnTo>
                    <a:pt x="4562288" y="1213491"/>
                  </a:lnTo>
                  <a:lnTo>
                    <a:pt x="4562434" y="1213491"/>
                  </a:lnTo>
                  <a:lnTo>
                    <a:pt x="4562579" y="1213491"/>
                  </a:lnTo>
                  <a:lnTo>
                    <a:pt x="4562724" y="1213491"/>
                  </a:lnTo>
                  <a:lnTo>
                    <a:pt x="4562870" y="1213491"/>
                  </a:lnTo>
                  <a:lnTo>
                    <a:pt x="4563015" y="1213491"/>
                  </a:lnTo>
                  <a:lnTo>
                    <a:pt x="4563161" y="1213491"/>
                  </a:lnTo>
                  <a:lnTo>
                    <a:pt x="4563306" y="1213491"/>
                  </a:lnTo>
                  <a:lnTo>
                    <a:pt x="4563306" y="1212867"/>
                  </a:lnTo>
                  <a:lnTo>
                    <a:pt x="4563452" y="1212867"/>
                  </a:lnTo>
                  <a:lnTo>
                    <a:pt x="4563597" y="1212867"/>
                  </a:lnTo>
                  <a:lnTo>
                    <a:pt x="4563597" y="1212244"/>
                  </a:lnTo>
                  <a:lnTo>
                    <a:pt x="4563742" y="1212244"/>
                  </a:lnTo>
                  <a:lnTo>
                    <a:pt x="4563888" y="1212244"/>
                  </a:lnTo>
                  <a:lnTo>
                    <a:pt x="4564033" y="1212244"/>
                  </a:lnTo>
                  <a:lnTo>
                    <a:pt x="4564179" y="1212244"/>
                  </a:lnTo>
                  <a:lnTo>
                    <a:pt x="4564324" y="1212244"/>
                  </a:lnTo>
                  <a:lnTo>
                    <a:pt x="4564469" y="1212244"/>
                  </a:lnTo>
                  <a:lnTo>
                    <a:pt x="4564615" y="1212244"/>
                  </a:lnTo>
                  <a:lnTo>
                    <a:pt x="4564615" y="1211620"/>
                  </a:lnTo>
                  <a:lnTo>
                    <a:pt x="4564760" y="1211620"/>
                  </a:lnTo>
                  <a:lnTo>
                    <a:pt x="4564906" y="1211620"/>
                  </a:lnTo>
                  <a:lnTo>
                    <a:pt x="4565051" y="1211620"/>
                  </a:lnTo>
                  <a:lnTo>
                    <a:pt x="4565197" y="1211620"/>
                  </a:lnTo>
                  <a:lnTo>
                    <a:pt x="4565342" y="1211620"/>
                  </a:lnTo>
                  <a:lnTo>
                    <a:pt x="4565487" y="1211620"/>
                  </a:lnTo>
                  <a:lnTo>
                    <a:pt x="4565633" y="1211620"/>
                  </a:lnTo>
                  <a:lnTo>
                    <a:pt x="4565778" y="1211620"/>
                  </a:lnTo>
                  <a:lnTo>
                    <a:pt x="4565924" y="1211620"/>
                  </a:lnTo>
                  <a:lnTo>
                    <a:pt x="4566069" y="1211620"/>
                  </a:lnTo>
                  <a:lnTo>
                    <a:pt x="4566215" y="1211620"/>
                  </a:lnTo>
                  <a:lnTo>
                    <a:pt x="4566215" y="1210996"/>
                  </a:lnTo>
                  <a:lnTo>
                    <a:pt x="4566360" y="1210996"/>
                  </a:lnTo>
                  <a:lnTo>
                    <a:pt x="4566505" y="1210996"/>
                  </a:lnTo>
                  <a:lnTo>
                    <a:pt x="4566651" y="1210996"/>
                  </a:lnTo>
                  <a:lnTo>
                    <a:pt x="4566796" y="1210996"/>
                  </a:lnTo>
                  <a:lnTo>
                    <a:pt x="4566796" y="1210373"/>
                  </a:lnTo>
                  <a:lnTo>
                    <a:pt x="4566942" y="1210373"/>
                  </a:lnTo>
                  <a:lnTo>
                    <a:pt x="4567087" y="1210373"/>
                  </a:lnTo>
                  <a:lnTo>
                    <a:pt x="4567233" y="1210373"/>
                  </a:lnTo>
                  <a:lnTo>
                    <a:pt x="4567378" y="1210373"/>
                  </a:lnTo>
                  <a:lnTo>
                    <a:pt x="4567378" y="1209749"/>
                  </a:lnTo>
                  <a:lnTo>
                    <a:pt x="4567523" y="1209749"/>
                  </a:lnTo>
                  <a:lnTo>
                    <a:pt x="4567669" y="1209749"/>
                  </a:lnTo>
                  <a:lnTo>
                    <a:pt x="4567814" y="1209749"/>
                  </a:lnTo>
                  <a:lnTo>
                    <a:pt x="4567960" y="1209749"/>
                  </a:lnTo>
                  <a:lnTo>
                    <a:pt x="4568105" y="1209749"/>
                  </a:lnTo>
                  <a:lnTo>
                    <a:pt x="4568251" y="1209749"/>
                  </a:lnTo>
                  <a:lnTo>
                    <a:pt x="4568396" y="1209749"/>
                  </a:lnTo>
                  <a:lnTo>
                    <a:pt x="4568541" y="1209749"/>
                  </a:lnTo>
                  <a:lnTo>
                    <a:pt x="4568687" y="1209749"/>
                  </a:lnTo>
                  <a:lnTo>
                    <a:pt x="4568832" y="1209749"/>
                  </a:lnTo>
                  <a:lnTo>
                    <a:pt x="4568978" y="1209749"/>
                  </a:lnTo>
                  <a:lnTo>
                    <a:pt x="4569123" y="1209749"/>
                  </a:lnTo>
                  <a:lnTo>
                    <a:pt x="4569269" y="1209749"/>
                  </a:lnTo>
                  <a:lnTo>
                    <a:pt x="4569414" y="1209749"/>
                  </a:lnTo>
                  <a:lnTo>
                    <a:pt x="4569559" y="1209749"/>
                  </a:lnTo>
                  <a:lnTo>
                    <a:pt x="4569559" y="1209126"/>
                  </a:lnTo>
                  <a:lnTo>
                    <a:pt x="4569705" y="1209126"/>
                  </a:lnTo>
                  <a:lnTo>
                    <a:pt x="4569850" y="1209126"/>
                  </a:lnTo>
                  <a:lnTo>
                    <a:pt x="4569996" y="1209126"/>
                  </a:lnTo>
                  <a:lnTo>
                    <a:pt x="4570141" y="1209126"/>
                  </a:lnTo>
                  <a:lnTo>
                    <a:pt x="4570287" y="1209126"/>
                  </a:lnTo>
                  <a:lnTo>
                    <a:pt x="4570432" y="1209126"/>
                  </a:lnTo>
                  <a:lnTo>
                    <a:pt x="4570577" y="1209126"/>
                  </a:lnTo>
                  <a:lnTo>
                    <a:pt x="4570723" y="1209126"/>
                  </a:lnTo>
                  <a:lnTo>
                    <a:pt x="4570868" y="1209126"/>
                  </a:lnTo>
                  <a:lnTo>
                    <a:pt x="4571014" y="1209126"/>
                  </a:lnTo>
                  <a:lnTo>
                    <a:pt x="4571014" y="1208502"/>
                  </a:lnTo>
                  <a:lnTo>
                    <a:pt x="4571159" y="1208502"/>
                  </a:lnTo>
                  <a:lnTo>
                    <a:pt x="4571159" y="1207878"/>
                  </a:lnTo>
                  <a:lnTo>
                    <a:pt x="4571304" y="1207878"/>
                  </a:lnTo>
                  <a:lnTo>
                    <a:pt x="4571304" y="1207255"/>
                  </a:lnTo>
                  <a:lnTo>
                    <a:pt x="4571450" y="1207255"/>
                  </a:lnTo>
                  <a:lnTo>
                    <a:pt x="4571595" y="1207255"/>
                  </a:lnTo>
                  <a:lnTo>
                    <a:pt x="4571595" y="1206631"/>
                  </a:lnTo>
                  <a:lnTo>
                    <a:pt x="4571741" y="1206631"/>
                  </a:lnTo>
                  <a:lnTo>
                    <a:pt x="4571886" y="1206631"/>
                  </a:lnTo>
                  <a:lnTo>
                    <a:pt x="4572032" y="1206631"/>
                  </a:lnTo>
                  <a:lnTo>
                    <a:pt x="4572177" y="1206631"/>
                  </a:lnTo>
                  <a:lnTo>
                    <a:pt x="4572177" y="1206008"/>
                  </a:lnTo>
                  <a:lnTo>
                    <a:pt x="4572322" y="1206008"/>
                  </a:lnTo>
                  <a:lnTo>
                    <a:pt x="4572468" y="1206008"/>
                  </a:lnTo>
                  <a:lnTo>
                    <a:pt x="4572613" y="1206008"/>
                  </a:lnTo>
                  <a:lnTo>
                    <a:pt x="4572759" y="1206008"/>
                  </a:lnTo>
                  <a:lnTo>
                    <a:pt x="4572904" y="1206008"/>
                  </a:lnTo>
                  <a:lnTo>
                    <a:pt x="4573050" y="1206008"/>
                  </a:lnTo>
                  <a:lnTo>
                    <a:pt x="4573195" y="1206008"/>
                  </a:lnTo>
                  <a:lnTo>
                    <a:pt x="4573340" y="1206008"/>
                  </a:lnTo>
                  <a:lnTo>
                    <a:pt x="4573486" y="1206008"/>
                  </a:lnTo>
                  <a:lnTo>
                    <a:pt x="4573631" y="1206008"/>
                  </a:lnTo>
                  <a:lnTo>
                    <a:pt x="4573631" y="1205384"/>
                  </a:lnTo>
                  <a:lnTo>
                    <a:pt x="4573777" y="1205384"/>
                  </a:lnTo>
                  <a:lnTo>
                    <a:pt x="4573922" y="1205384"/>
                  </a:lnTo>
                  <a:lnTo>
                    <a:pt x="4574068" y="1205384"/>
                  </a:lnTo>
                  <a:lnTo>
                    <a:pt x="4574213" y="1205384"/>
                  </a:lnTo>
                  <a:lnTo>
                    <a:pt x="4574358" y="1205384"/>
                  </a:lnTo>
                  <a:lnTo>
                    <a:pt x="4574504" y="1205384"/>
                  </a:lnTo>
                  <a:lnTo>
                    <a:pt x="4574649" y="1205384"/>
                  </a:lnTo>
                  <a:lnTo>
                    <a:pt x="4574795" y="1205384"/>
                  </a:lnTo>
                  <a:lnTo>
                    <a:pt x="4574940" y="1205384"/>
                  </a:lnTo>
                  <a:lnTo>
                    <a:pt x="4575086" y="1205384"/>
                  </a:lnTo>
                  <a:lnTo>
                    <a:pt x="4575231" y="1205384"/>
                  </a:lnTo>
                  <a:lnTo>
                    <a:pt x="4575376" y="1205384"/>
                  </a:lnTo>
                  <a:lnTo>
                    <a:pt x="4575376" y="1204761"/>
                  </a:lnTo>
                  <a:lnTo>
                    <a:pt x="4575522" y="1204761"/>
                  </a:lnTo>
                  <a:lnTo>
                    <a:pt x="4575667" y="1204761"/>
                  </a:lnTo>
                  <a:lnTo>
                    <a:pt x="4575813" y="1204761"/>
                  </a:lnTo>
                  <a:lnTo>
                    <a:pt x="4575958" y="1204761"/>
                  </a:lnTo>
                  <a:lnTo>
                    <a:pt x="4576104" y="1204761"/>
                  </a:lnTo>
                  <a:lnTo>
                    <a:pt x="4576249" y="1204761"/>
                  </a:lnTo>
                  <a:lnTo>
                    <a:pt x="4576394" y="1204761"/>
                  </a:lnTo>
                  <a:lnTo>
                    <a:pt x="4576540" y="1204761"/>
                  </a:lnTo>
                  <a:lnTo>
                    <a:pt x="4576685" y="1204761"/>
                  </a:lnTo>
                  <a:lnTo>
                    <a:pt x="4576831" y="1204761"/>
                  </a:lnTo>
                  <a:lnTo>
                    <a:pt x="4576976" y="1204761"/>
                  </a:lnTo>
                  <a:lnTo>
                    <a:pt x="4577122" y="1204761"/>
                  </a:lnTo>
                  <a:lnTo>
                    <a:pt x="4577267" y="1204761"/>
                  </a:lnTo>
                  <a:lnTo>
                    <a:pt x="4577412" y="1204761"/>
                  </a:lnTo>
                  <a:lnTo>
                    <a:pt x="4577558" y="1204761"/>
                  </a:lnTo>
                  <a:lnTo>
                    <a:pt x="4577703" y="1204761"/>
                  </a:lnTo>
                  <a:lnTo>
                    <a:pt x="4577849" y="1204761"/>
                  </a:lnTo>
                  <a:lnTo>
                    <a:pt x="4577994" y="1204761"/>
                  </a:lnTo>
                  <a:lnTo>
                    <a:pt x="4578139" y="1204761"/>
                  </a:lnTo>
                  <a:lnTo>
                    <a:pt x="4578139" y="1204137"/>
                  </a:lnTo>
                  <a:lnTo>
                    <a:pt x="4578285" y="1204137"/>
                  </a:lnTo>
                  <a:lnTo>
                    <a:pt x="4578430" y="1204137"/>
                  </a:lnTo>
                  <a:lnTo>
                    <a:pt x="4578576" y="1204137"/>
                  </a:lnTo>
                  <a:lnTo>
                    <a:pt x="4578721" y="1204137"/>
                  </a:lnTo>
                  <a:lnTo>
                    <a:pt x="4578867" y="1204137"/>
                  </a:lnTo>
                  <a:lnTo>
                    <a:pt x="4579012" y="1204137"/>
                  </a:lnTo>
                  <a:lnTo>
                    <a:pt x="4579157" y="1204137"/>
                  </a:lnTo>
                  <a:lnTo>
                    <a:pt x="4579303" y="1204137"/>
                  </a:lnTo>
                  <a:lnTo>
                    <a:pt x="4579448" y="1204137"/>
                  </a:lnTo>
                  <a:lnTo>
                    <a:pt x="4579594" y="1204137"/>
                  </a:lnTo>
                  <a:lnTo>
                    <a:pt x="4579739" y="1204137"/>
                  </a:lnTo>
                  <a:lnTo>
                    <a:pt x="4579885" y="1204137"/>
                  </a:lnTo>
                  <a:lnTo>
                    <a:pt x="4580030" y="1204137"/>
                  </a:lnTo>
                  <a:lnTo>
                    <a:pt x="4580175" y="1204137"/>
                  </a:lnTo>
                  <a:lnTo>
                    <a:pt x="4580321" y="1204137"/>
                  </a:lnTo>
                  <a:lnTo>
                    <a:pt x="4580466" y="1204137"/>
                  </a:lnTo>
                  <a:lnTo>
                    <a:pt x="4580612" y="1204137"/>
                  </a:lnTo>
                  <a:lnTo>
                    <a:pt x="4580757" y="1204137"/>
                  </a:lnTo>
                  <a:lnTo>
                    <a:pt x="4580903" y="1204137"/>
                  </a:lnTo>
                  <a:lnTo>
                    <a:pt x="4581048" y="1204137"/>
                  </a:lnTo>
                  <a:lnTo>
                    <a:pt x="4581193" y="1204137"/>
                  </a:lnTo>
                  <a:lnTo>
                    <a:pt x="4581339" y="1204137"/>
                  </a:lnTo>
                  <a:lnTo>
                    <a:pt x="4581484" y="1204137"/>
                  </a:lnTo>
                  <a:lnTo>
                    <a:pt x="4581630" y="1204137"/>
                  </a:lnTo>
                  <a:lnTo>
                    <a:pt x="4581775" y="1204137"/>
                  </a:lnTo>
                  <a:lnTo>
                    <a:pt x="4581921" y="1204137"/>
                  </a:lnTo>
                  <a:lnTo>
                    <a:pt x="4582066" y="1204137"/>
                  </a:lnTo>
                  <a:lnTo>
                    <a:pt x="4582211" y="1204137"/>
                  </a:lnTo>
                  <a:lnTo>
                    <a:pt x="4582357" y="1204137"/>
                  </a:lnTo>
                  <a:lnTo>
                    <a:pt x="4582502" y="1204137"/>
                  </a:lnTo>
                  <a:lnTo>
                    <a:pt x="4582648" y="1204137"/>
                  </a:lnTo>
                  <a:lnTo>
                    <a:pt x="4582793" y="1204137"/>
                  </a:lnTo>
                  <a:lnTo>
                    <a:pt x="4582939" y="1204137"/>
                  </a:lnTo>
                  <a:lnTo>
                    <a:pt x="4583084" y="1204137"/>
                  </a:lnTo>
                  <a:lnTo>
                    <a:pt x="4583229" y="1204137"/>
                  </a:lnTo>
                  <a:lnTo>
                    <a:pt x="4583375" y="1204137"/>
                  </a:lnTo>
                  <a:lnTo>
                    <a:pt x="4583520" y="1204137"/>
                  </a:lnTo>
                  <a:lnTo>
                    <a:pt x="4583666" y="1204137"/>
                  </a:lnTo>
                  <a:lnTo>
                    <a:pt x="4583811" y="1204137"/>
                  </a:lnTo>
                  <a:lnTo>
                    <a:pt x="4583957" y="1204137"/>
                  </a:lnTo>
                  <a:lnTo>
                    <a:pt x="4584102" y="1204137"/>
                  </a:lnTo>
                  <a:lnTo>
                    <a:pt x="4584247" y="1204137"/>
                  </a:lnTo>
                  <a:lnTo>
                    <a:pt x="4584393" y="1204137"/>
                  </a:lnTo>
                  <a:lnTo>
                    <a:pt x="4584538" y="1204137"/>
                  </a:lnTo>
                  <a:lnTo>
                    <a:pt x="4584684" y="1204137"/>
                  </a:lnTo>
                  <a:lnTo>
                    <a:pt x="4584829" y="1204137"/>
                  </a:lnTo>
                  <a:lnTo>
                    <a:pt x="4584974" y="1204137"/>
                  </a:lnTo>
                  <a:lnTo>
                    <a:pt x="4585120" y="1204137"/>
                  </a:lnTo>
                  <a:lnTo>
                    <a:pt x="4585265" y="1204137"/>
                  </a:lnTo>
                  <a:lnTo>
                    <a:pt x="4585411" y="1204137"/>
                  </a:lnTo>
                  <a:lnTo>
                    <a:pt x="4585556" y="1204137"/>
                  </a:lnTo>
                  <a:lnTo>
                    <a:pt x="4585702" y="1204137"/>
                  </a:lnTo>
                  <a:lnTo>
                    <a:pt x="4585702" y="1203513"/>
                  </a:lnTo>
                  <a:lnTo>
                    <a:pt x="4585847" y="1203513"/>
                  </a:lnTo>
                  <a:lnTo>
                    <a:pt x="4585992" y="1203513"/>
                  </a:lnTo>
                  <a:lnTo>
                    <a:pt x="4585992" y="1202890"/>
                  </a:lnTo>
                  <a:lnTo>
                    <a:pt x="4586138" y="1202890"/>
                  </a:lnTo>
                  <a:lnTo>
                    <a:pt x="4586283" y="1202890"/>
                  </a:lnTo>
                  <a:lnTo>
                    <a:pt x="4586429" y="1202890"/>
                  </a:lnTo>
                  <a:lnTo>
                    <a:pt x="4586429" y="1202266"/>
                  </a:lnTo>
                  <a:lnTo>
                    <a:pt x="4586574" y="1202266"/>
                  </a:lnTo>
                  <a:lnTo>
                    <a:pt x="4586720" y="1202266"/>
                  </a:lnTo>
                  <a:lnTo>
                    <a:pt x="4586865" y="1202266"/>
                  </a:lnTo>
                  <a:lnTo>
                    <a:pt x="4587010" y="1202266"/>
                  </a:lnTo>
                  <a:lnTo>
                    <a:pt x="4587010" y="1201643"/>
                  </a:lnTo>
                  <a:lnTo>
                    <a:pt x="4587156" y="1201643"/>
                  </a:lnTo>
                  <a:lnTo>
                    <a:pt x="4587301" y="1201643"/>
                  </a:lnTo>
                  <a:lnTo>
                    <a:pt x="4587447" y="1201643"/>
                  </a:lnTo>
                  <a:lnTo>
                    <a:pt x="4587447" y="1201019"/>
                  </a:lnTo>
                  <a:lnTo>
                    <a:pt x="4587592" y="1201019"/>
                  </a:lnTo>
                  <a:lnTo>
                    <a:pt x="4587738" y="1201019"/>
                  </a:lnTo>
                  <a:lnTo>
                    <a:pt x="4587883" y="1201019"/>
                  </a:lnTo>
                  <a:lnTo>
                    <a:pt x="4588028" y="1201019"/>
                  </a:lnTo>
                  <a:lnTo>
                    <a:pt x="4588174" y="1201019"/>
                  </a:lnTo>
                  <a:lnTo>
                    <a:pt x="4588319" y="1201019"/>
                  </a:lnTo>
                  <a:lnTo>
                    <a:pt x="4588319" y="1200395"/>
                  </a:lnTo>
                  <a:lnTo>
                    <a:pt x="4588319" y="1199772"/>
                  </a:lnTo>
                  <a:lnTo>
                    <a:pt x="4588465" y="1199772"/>
                  </a:lnTo>
                  <a:lnTo>
                    <a:pt x="4588465" y="1199148"/>
                  </a:lnTo>
                  <a:lnTo>
                    <a:pt x="4588610" y="1199148"/>
                  </a:lnTo>
                  <a:lnTo>
                    <a:pt x="4588756" y="1199148"/>
                  </a:lnTo>
                  <a:lnTo>
                    <a:pt x="4588901" y="1199148"/>
                  </a:lnTo>
                  <a:lnTo>
                    <a:pt x="4589046" y="1199148"/>
                  </a:lnTo>
                  <a:lnTo>
                    <a:pt x="4589192" y="1199148"/>
                  </a:lnTo>
                  <a:lnTo>
                    <a:pt x="4589337" y="1199148"/>
                  </a:lnTo>
                  <a:lnTo>
                    <a:pt x="4589483" y="1199148"/>
                  </a:lnTo>
                  <a:lnTo>
                    <a:pt x="4589628" y="1199148"/>
                  </a:lnTo>
                  <a:lnTo>
                    <a:pt x="4589774" y="1199148"/>
                  </a:lnTo>
                  <a:lnTo>
                    <a:pt x="4589919" y="1199148"/>
                  </a:lnTo>
                  <a:lnTo>
                    <a:pt x="4590064" y="1199148"/>
                  </a:lnTo>
                  <a:lnTo>
                    <a:pt x="4590210" y="1199148"/>
                  </a:lnTo>
                  <a:lnTo>
                    <a:pt x="4590355" y="1199148"/>
                  </a:lnTo>
                  <a:lnTo>
                    <a:pt x="4590355" y="1198525"/>
                  </a:lnTo>
                  <a:lnTo>
                    <a:pt x="4590501" y="1198525"/>
                  </a:lnTo>
                  <a:lnTo>
                    <a:pt x="4590646" y="1198525"/>
                  </a:lnTo>
                  <a:lnTo>
                    <a:pt x="4590792" y="1198525"/>
                  </a:lnTo>
                  <a:lnTo>
                    <a:pt x="4590937" y="1198525"/>
                  </a:lnTo>
                  <a:lnTo>
                    <a:pt x="4591082" y="1198525"/>
                  </a:lnTo>
                  <a:lnTo>
                    <a:pt x="4591228" y="1198525"/>
                  </a:lnTo>
                  <a:lnTo>
                    <a:pt x="4591373" y="1198525"/>
                  </a:lnTo>
                  <a:lnTo>
                    <a:pt x="4591519" y="1198525"/>
                  </a:lnTo>
                  <a:lnTo>
                    <a:pt x="4591664" y="1198525"/>
                  </a:lnTo>
                  <a:lnTo>
                    <a:pt x="4591809" y="1198525"/>
                  </a:lnTo>
                  <a:lnTo>
                    <a:pt x="4591809" y="1197901"/>
                  </a:lnTo>
                  <a:lnTo>
                    <a:pt x="4591955" y="1197901"/>
                  </a:lnTo>
                  <a:lnTo>
                    <a:pt x="4592100" y="1197901"/>
                  </a:lnTo>
                  <a:lnTo>
                    <a:pt x="4592100" y="1197278"/>
                  </a:lnTo>
                  <a:lnTo>
                    <a:pt x="4592246" y="1197278"/>
                  </a:lnTo>
                  <a:lnTo>
                    <a:pt x="4592391" y="1197278"/>
                  </a:lnTo>
                  <a:lnTo>
                    <a:pt x="4592391" y="1196654"/>
                  </a:lnTo>
                  <a:lnTo>
                    <a:pt x="4592537" y="1196654"/>
                  </a:lnTo>
                  <a:lnTo>
                    <a:pt x="4592682" y="1196654"/>
                  </a:lnTo>
                  <a:lnTo>
                    <a:pt x="4592827" y="1196654"/>
                  </a:lnTo>
                  <a:lnTo>
                    <a:pt x="4592973" y="1196654"/>
                  </a:lnTo>
                  <a:lnTo>
                    <a:pt x="4593118" y="1196654"/>
                  </a:lnTo>
                  <a:lnTo>
                    <a:pt x="4593264" y="1196654"/>
                  </a:lnTo>
                  <a:lnTo>
                    <a:pt x="4593264" y="1196030"/>
                  </a:lnTo>
                  <a:lnTo>
                    <a:pt x="4593409" y="1196030"/>
                  </a:lnTo>
                  <a:lnTo>
                    <a:pt x="4593555" y="1196030"/>
                  </a:lnTo>
                  <a:lnTo>
                    <a:pt x="4593700" y="1196030"/>
                  </a:lnTo>
                  <a:lnTo>
                    <a:pt x="4593700" y="1195407"/>
                  </a:lnTo>
                  <a:lnTo>
                    <a:pt x="4593845" y="1195407"/>
                  </a:lnTo>
                  <a:lnTo>
                    <a:pt x="4593991" y="1195407"/>
                  </a:lnTo>
                  <a:lnTo>
                    <a:pt x="4594136" y="1195407"/>
                  </a:lnTo>
                  <a:lnTo>
                    <a:pt x="4594282" y="1195407"/>
                  </a:lnTo>
                  <a:lnTo>
                    <a:pt x="4594427" y="1195407"/>
                  </a:lnTo>
                  <a:lnTo>
                    <a:pt x="4594573" y="1195407"/>
                  </a:lnTo>
                  <a:lnTo>
                    <a:pt x="4594573" y="1194783"/>
                  </a:lnTo>
                  <a:lnTo>
                    <a:pt x="4594718" y="1194783"/>
                  </a:lnTo>
                  <a:lnTo>
                    <a:pt x="4594863" y="1194783"/>
                  </a:lnTo>
                  <a:lnTo>
                    <a:pt x="4595009" y="1194783"/>
                  </a:lnTo>
                  <a:lnTo>
                    <a:pt x="4595009" y="1194160"/>
                  </a:lnTo>
                  <a:lnTo>
                    <a:pt x="4595154" y="1194160"/>
                  </a:lnTo>
                  <a:lnTo>
                    <a:pt x="4595300" y="1194160"/>
                  </a:lnTo>
                  <a:lnTo>
                    <a:pt x="4595445" y="1194160"/>
                  </a:lnTo>
                  <a:lnTo>
                    <a:pt x="4595591" y="1194160"/>
                  </a:lnTo>
                  <a:lnTo>
                    <a:pt x="4595591" y="1193536"/>
                  </a:lnTo>
                  <a:lnTo>
                    <a:pt x="4595736" y="1193536"/>
                  </a:lnTo>
                  <a:lnTo>
                    <a:pt x="4595881" y="1193536"/>
                  </a:lnTo>
                  <a:lnTo>
                    <a:pt x="4596027" y="1193536"/>
                  </a:lnTo>
                  <a:lnTo>
                    <a:pt x="4596027" y="1192912"/>
                  </a:lnTo>
                  <a:lnTo>
                    <a:pt x="4596027" y="1192289"/>
                  </a:lnTo>
                  <a:lnTo>
                    <a:pt x="4596172" y="1192289"/>
                  </a:lnTo>
                  <a:lnTo>
                    <a:pt x="4596318" y="1192289"/>
                  </a:lnTo>
                  <a:lnTo>
                    <a:pt x="4596463" y="1192289"/>
                  </a:lnTo>
                  <a:lnTo>
                    <a:pt x="4596463" y="1191665"/>
                  </a:lnTo>
                  <a:lnTo>
                    <a:pt x="4596463" y="1191042"/>
                  </a:lnTo>
                  <a:lnTo>
                    <a:pt x="4596609" y="1191042"/>
                  </a:lnTo>
                  <a:lnTo>
                    <a:pt x="4596754" y="1191042"/>
                  </a:lnTo>
                  <a:lnTo>
                    <a:pt x="4596899" y="1191042"/>
                  </a:lnTo>
                  <a:lnTo>
                    <a:pt x="4597045" y="1191042"/>
                  </a:lnTo>
                  <a:lnTo>
                    <a:pt x="4597190" y="1191042"/>
                  </a:lnTo>
                  <a:lnTo>
                    <a:pt x="4597336" y="1191042"/>
                  </a:lnTo>
                  <a:lnTo>
                    <a:pt x="4597481" y="1191042"/>
                  </a:lnTo>
                  <a:lnTo>
                    <a:pt x="4597627" y="1191042"/>
                  </a:lnTo>
                  <a:lnTo>
                    <a:pt x="4597772" y="1191042"/>
                  </a:lnTo>
                  <a:lnTo>
                    <a:pt x="4597917" y="1191042"/>
                  </a:lnTo>
                  <a:lnTo>
                    <a:pt x="4598063" y="1191042"/>
                  </a:lnTo>
                  <a:lnTo>
                    <a:pt x="4598208" y="1191042"/>
                  </a:lnTo>
                  <a:lnTo>
                    <a:pt x="4598354" y="1191042"/>
                  </a:lnTo>
                  <a:lnTo>
                    <a:pt x="4598499" y="1191042"/>
                  </a:lnTo>
                  <a:lnTo>
                    <a:pt x="4598499" y="1190418"/>
                  </a:lnTo>
                  <a:lnTo>
                    <a:pt x="4598644" y="1190418"/>
                  </a:lnTo>
                  <a:lnTo>
                    <a:pt x="4598790" y="1190418"/>
                  </a:lnTo>
                  <a:lnTo>
                    <a:pt x="4598790" y="1189795"/>
                  </a:lnTo>
                  <a:lnTo>
                    <a:pt x="4598935" y="1189795"/>
                  </a:lnTo>
                  <a:lnTo>
                    <a:pt x="4599081" y="1189795"/>
                  </a:lnTo>
                  <a:lnTo>
                    <a:pt x="4599226" y="1189795"/>
                  </a:lnTo>
                  <a:lnTo>
                    <a:pt x="4599372" y="1189795"/>
                  </a:lnTo>
                  <a:lnTo>
                    <a:pt x="4599517" y="1189795"/>
                  </a:lnTo>
                  <a:lnTo>
                    <a:pt x="4599662" y="1189795"/>
                  </a:lnTo>
                  <a:lnTo>
                    <a:pt x="4599808" y="1189795"/>
                  </a:lnTo>
                  <a:lnTo>
                    <a:pt x="4599953" y="1189795"/>
                  </a:lnTo>
                  <a:lnTo>
                    <a:pt x="4599953" y="1189171"/>
                  </a:lnTo>
                  <a:lnTo>
                    <a:pt x="4599953" y="1188547"/>
                  </a:lnTo>
                  <a:lnTo>
                    <a:pt x="4600099" y="1188547"/>
                  </a:lnTo>
                  <a:lnTo>
                    <a:pt x="4600244" y="1188547"/>
                  </a:lnTo>
                  <a:lnTo>
                    <a:pt x="4600244" y="1187924"/>
                  </a:lnTo>
                  <a:lnTo>
                    <a:pt x="4600390" y="1187924"/>
                  </a:lnTo>
                  <a:lnTo>
                    <a:pt x="4600535" y="1187924"/>
                  </a:lnTo>
                  <a:lnTo>
                    <a:pt x="4600680" y="1187924"/>
                  </a:lnTo>
                  <a:lnTo>
                    <a:pt x="4600826" y="1187924"/>
                  </a:lnTo>
                  <a:lnTo>
                    <a:pt x="4600971" y="1187924"/>
                  </a:lnTo>
                  <a:lnTo>
                    <a:pt x="4601117" y="1187924"/>
                  </a:lnTo>
                  <a:lnTo>
                    <a:pt x="4601262" y="1187924"/>
                  </a:lnTo>
                  <a:lnTo>
                    <a:pt x="4601408" y="1187924"/>
                  </a:lnTo>
                  <a:lnTo>
                    <a:pt x="4601553" y="1187924"/>
                  </a:lnTo>
                  <a:lnTo>
                    <a:pt x="4601698" y="1187924"/>
                  </a:lnTo>
                  <a:lnTo>
                    <a:pt x="4601844" y="1187924"/>
                  </a:lnTo>
                  <a:lnTo>
                    <a:pt x="4601844" y="1187300"/>
                  </a:lnTo>
                  <a:lnTo>
                    <a:pt x="4601989" y="1187300"/>
                  </a:lnTo>
                  <a:lnTo>
                    <a:pt x="4601989" y="1186677"/>
                  </a:lnTo>
                  <a:lnTo>
                    <a:pt x="4602135" y="1186677"/>
                  </a:lnTo>
                  <a:lnTo>
                    <a:pt x="4602280" y="1186677"/>
                  </a:lnTo>
                  <a:lnTo>
                    <a:pt x="4602426" y="1186677"/>
                  </a:lnTo>
                  <a:lnTo>
                    <a:pt x="4602571" y="1186677"/>
                  </a:lnTo>
                  <a:lnTo>
                    <a:pt x="4602571" y="1186053"/>
                  </a:lnTo>
                  <a:lnTo>
                    <a:pt x="4602716" y="1186053"/>
                  </a:lnTo>
                  <a:lnTo>
                    <a:pt x="4602862" y="1186053"/>
                  </a:lnTo>
                  <a:lnTo>
                    <a:pt x="4603007" y="1186053"/>
                  </a:lnTo>
                  <a:lnTo>
                    <a:pt x="4603153" y="1186053"/>
                  </a:lnTo>
                  <a:lnTo>
                    <a:pt x="4603153" y="1185429"/>
                  </a:lnTo>
                  <a:lnTo>
                    <a:pt x="4603298" y="1185429"/>
                  </a:lnTo>
                  <a:lnTo>
                    <a:pt x="4603444" y="1185429"/>
                  </a:lnTo>
                  <a:lnTo>
                    <a:pt x="4603589" y="1185429"/>
                  </a:lnTo>
                  <a:lnTo>
                    <a:pt x="4603734" y="1185429"/>
                  </a:lnTo>
                  <a:lnTo>
                    <a:pt x="4603880" y="1185429"/>
                  </a:lnTo>
                  <a:lnTo>
                    <a:pt x="4604025" y="1185429"/>
                  </a:lnTo>
                  <a:lnTo>
                    <a:pt x="4604171" y="1185429"/>
                  </a:lnTo>
                  <a:lnTo>
                    <a:pt x="4604171" y="1184806"/>
                  </a:lnTo>
                  <a:lnTo>
                    <a:pt x="4604171" y="1184182"/>
                  </a:lnTo>
                  <a:lnTo>
                    <a:pt x="4604316" y="1184182"/>
                  </a:lnTo>
                  <a:lnTo>
                    <a:pt x="4604462" y="1184182"/>
                  </a:lnTo>
                  <a:lnTo>
                    <a:pt x="4604607" y="1184182"/>
                  </a:lnTo>
                  <a:lnTo>
                    <a:pt x="4604752" y="1184182"/>
                  </a:lnTo>
                  <a:lnTo>
                    <a:pt x="4604752" y="1183559"/>
                  </a:lnTo>
                  <a:lnTo>
                    <a:pt x="4604898" y="1183559"/>
                  </a:lnTo>
                  <a:lnTo>
                    <a:pt x="4605043" y="1183559"/>
                  </a:lnTo>
                  <a:lnTo>
                    <a:pt x="4605189" y="1183559"/>
                  </a:lnTo>
                  <a:lnTo>
                    <a:pt x="4605334" y="1183559"/>
                  </a:lnTo>
                  <a:lnTo>
                    <a:pt x="4605479" y="1183559"/>
                  </a:lnTo>
                  <a:lnTo>
                    <a:pt x="4605479" y="1182935"/>
                  </a:lnTo>
                  <a:lnTo>
                    <a:pt x="4605625" y="1182935"/>
                  </a:lnTo>
                  <a:lnTo>
                    <a:pt x="4605770" y="1182935"/>
                  </a:lnTo>
                  <a:lnTo>
                    <a:pt x="4605770" y="1182312"/>
                  </a:lnTo>
                  <a:lnTo>
                    <a:pt x="4605770" y="1181688"/>
                  </a:lnTo>
                  <a:lnTo>
                    <a:pt x="4605916" y="1181688"/>
                  </a:lnTo>
                  <a:lnTo>
                    <a:pt x="4606061" y="1181688"/>
                  </a:lnTo>
                  <a:lnTo>
                    <a:pt x="4606061" y="1181064"/>
                  </a:lnTo>
                  <a:lnTo>
                    <a:pt x="4606207" y="1181064"/>
                  </a:lnTo>
                  <a:lnTo>
                    <a:pt x="4606207" y="1180441"/>
                  </a:lnTo>
                  <a:lnTo>
                    <a:pt x="4606352" y="1180441"/>
                  </a:lnTo>
                  <a:lnTo>
                    <a:pt x="4606497" y="1180441"/>
                  </a:lnTo>
                  <a:lnTo>
                    <a:pt x="4606497" y="1179817"/>
                  </a:lnTo>
                  <a:lnTo>
                    <a:pt x="4606497" y="1179194"/>
                  </a:lnTo>
                  <a:lnTo>
                    <a:pt x="4606643" y="1179194"/>
                  </a:lnTo>
                  <a:lnTo>
                    <a:pt x="4606788" y="1179194"/>
                  </a:lnTo>
                  <a:lnTo>
                    <a:pt x="4606934" y="1179194"/>
                  </a:lnTo>
                  <a:lnTo>
                    <a:pt x="4607079" y="1179194"/>
                  </a:lnTo>
                  <a:lnTo>
                    <a:pt x="4607225" y="1179194"/>
                  </a:lnTo>
                  <a:lnTo>
                    <a:pt x="4607225" y="1178570"/>
                  </a:lnTo>
                  <a:lnTo>
                    <a:pt x="4607370" y="1178570"/>
                  </a:lnTo>
                  <a:lnTo>
                    <a:pt x="4607370" y="1177947"/>
                  </a:lnTo>
                  <a:lnTo>
                    <a:pt x="4607515" y="1177947"/>
                  </a:lnTo>
                  <a:lnTo>
                    <a:pt x="4607661" y="1177947"/>
                  </a:lnTo>
                  <a:lnTo>
                    <a:pt x="4607806" y="1177947"/>
                  </a:lnTo>
                  <a:lnTo>
                    <a:pt x="4607952" y="1177947"/>
                  </a:lnTo>
                  <a:lnTo>
                    <a:pt x="4607952" y="1177323"/>
                  </a:lnTo>
                  <a:lnTo>
                    <a:pt x="4608097" y="1177323"/>
                  </a:lnTo>
                  <a:lnTo>
                    <a:pt x="4608243" y="1177323"/>
                  </a:lnTo>
                  <a:lnTo>
                    <a:pt x="4608388" y="1177323"/>
                  </a:lnTo>
                  <a:lnTo>
                    <a:pt x="4608533" y="1177323"/>
                  </a:lnTo>
                  <a:lnTo>
                    <a:pt x="4608679" y="1177323"/>
                  </a:lnTo>
                  <a:lnTo>
                    <a:pt x="4608824" y="1177323"/>
                  </a:lnTo>
                  <a:lnTo>
                    <a:pt x="4608970" y="1177323"/>
                  </a:lnTo>
                  <a:lnTo>
                    <a:pt x="4609115" y="1177323"/>
                  </a:lnTo>
                  <a:lnTo>
                    <a:pt x="4609261" y="1177323"/>
                  </a:lnTo>
                  <a:lnTo>
                    <a:pt x="4609406" y="1177323"/>
                  </a:lnTo>
                  <a:lnTo>
                    <a:pt x="4609551" y="1177323"/>
                  </a:lnTo>
                  <a:lnTo>
                    <a:pt x="4609697" y="1177323"/>
                  </a:lnTo>
                  <a:lnTo>
                    <a:pt x="4609842" y="1177323"/>
                  </a:lnTo>
                  <a:lnTo>
                    <a:pt x="4609988" y="1177323"/>
                  </a:lnTo>
                  <a:lnTo>
                    <a:pt x="4610133" y="1177323"/>
                  </a:lnTo>
                  <a:lnTo>
                    <a:pt x="4610279" y="1177323"/>
                  </a:lnTo>
                  <a:lnTo>
                    <a:pt x="4610424" y="1177323"/>
                  </a:lnTo>
                  <a:lnTo>
                    <a:pt x="4610569" y="1177323"/>
                  </a:lnTo>
                  <a:lnTo>
                    <a:pt x="4610715" y="1177323"/>
                  </a:lnTo>
                  <a:lnTo>
                    <a:pt x="4610860" y="1177323"/>
                  </a:lnTo>
                  <a:lnTo>
                    <a:pt x="4611006" y="1177323"/>
                  </a:lnTo>
                  <a:lnTo>
                    <a:pt x="4611151" y="1177323"/>
                  </a:lnTo>
                  <a:lnTo>
                    <a:pt x="4611297" y="1177323"/>
                  </a:lnTo>
                  <a:lnTo>
                    <a:pt x="4611442" y="1177323"/>
                  </a:lnTo>
                  <a:lnTo>
                    <a:pt x="4611587" y="1177323"/>
                  </a:lnTo>
                  <a:lnTo>
                    <a:pt x="4611733" y="1177323"/>
                  </a:lnTo>
                  <a:lnTo>
                    <a:pt x="4611878" y="1177323"/>
                  </a:lnTo>
                  <a:lnTo>
                    <a:pt x="4612024" y="1177323"/>
                  </a:lnTo>
                  <a:lnTo>
                    <a:pt x="4612169" y="1177323"/>
                  </a:lnTo>
                  <a:lnTo>
                    <a:pt x="4612314" y="1177323"/>
                  </a:lnTo>
                  <a:lnTo>
                    <a:pt x="4612460" y="1177323"/>
                  </a:lnTo>
                  <a:lnTo>
                    <a:pt x="4612605" y="1177323"/>
                  </a:lnTo>
                  <a:lnTo>
                    <a:pt x="4612751" y="1177323"/>
                  </a:lnTo>
                  <a:lnTo>
                    <a:pt x="4612896" y="1177323"/>
                  </a:lnTo>
                  <a:lnTo>
                    <a:pt x="4613042" y="1177323"/>
                  </a:lnTo>
                  <a:lnTo>
                    <a:pt x="4613187" y="1177323"/>
                  </a:lnTo>
                  <a:lnTo>
                    <a:pt x="4613332" y="1177323"/>
                  </a:lnTo>
                  <a:lnTo>
                    <a:pt x="4613478" y="1177323"/>
                  </a:lnTo>
                  <a:lnTo>
                    <a:pt x="4613623" y="1177323"/>
                  </a:lnTo>
                  <a:lnTo>
                    <a:pt x="4613769" y="1177323"/>
                  </a:lnTo>
                  <a:lnTo>
                    <a:pt x="4613914" y="1177323"/>
                  </a:lnTo>
                  <a:lnTo>
                    <a:pt x="4614060" y="1177323"/>
                  </a:lnTo>
                  <a:lnTo>
                    <a:pt x="4614060" y="1176699"/>
                  </a:lnTo>
                  <a:lnTo>
                    <a:pt x="4614205" y="1176699"/>
                  </a:lnTo>
                  <a:lnTo>
                    <a:pt x="4614350" y="1176699"/>
                  </a:lnTo>
                  <a:lnTo>
                    <a:pt x="4614496" y="1176699"/>
                  </a:lnTo>
                  <a:lnTo>
                    <a:pt x="4614641" y="1176699"/>
                  </a:lnTo>
                  <a:lnTo>
                    <a:pt x="4614787" y="1176699"/>
                  </a:lnTo>
                  <a:lnTo>
                    <a:pt x="4614932" y="1176699"/>
                  </a:lnTo>
                  <a:lnTo>
                    <a:pt x="4615078" y="1176699"/>
                  </a:lnTo>
                  <a:lnTo>
                    <a:pt x="4615223" y="1176699"/>
                  </a:lnTo>
                  <a:lnTo>
                    <a:pt x="4615368" y="1176699"/>
                  </a:lnTo>
                  <a:lnTo>
                    <a:pt x="4615514" y="1176699"/>
                  </a:lnTo>
                  <a:lnTo>
                    <a:pt x="4615659" y="1176699"/>
                  </a:lnTo>
                  <a:lnTo>
                    <a:pt x="4615805" y="1176699"/>
                  </a:lnTo>
                  <a:lnTo>
                    <a:pt x="4615950" y="1176699"/>
                  </a:lnTo>
                  <a:lnTo>
                    <a:pt x="4616096" y="1176699"/>
                  </a:lnTo>
                  <a:lnTo>
                    <a:pt x="4616241" y="1176699"/>
                  </a:lnTo>
                  <a:lnTo>
                    <a:pt x="4616386" y="1176699"/>
                  </a:lnTo>
                  <a:lnTo>
                    <a:pt x="4616532" y="1176699"/>
                  </a:lnTo>
                  <a:lnTo>
                    <a:pt x="4616677" y="1176699"/>
                  </a:lnTo>
                  <a:lnTo>
                    <a:pt x="4616823" y="1176699"/>
                  </a:lnTo>
                  <a:lnTo>
                    <a:pt x="4616968" y="1176699"/>
                  </a:lnTo>
                  <a:lnTo>
                    <a:pt x="4617114" y="1176699"/>
                  </a:lnTo>
                  <a:lnTo>
                    <a:pt x="4617114" y="1176076"/>
                  </a:lnTo>
                  <a:lnTo>
                    <a:pt x="4617114" y="1175452"/>
                  </a:lnTo>
                  <a:lnTo>
                    <a:pt x="4617259" y="1175452"/>
                  </a:lnTo>
                  <a:lnTo>
                    <a:pt x="4617404" y="1175452"/>
                  </a:lnTo>
                  <a:lnTo>
                    <a:pt x="4617550" y="1175452"/>
                  </a:lnTo>
                  <a:lnTo>
                    <a:pt x="4617695" y="1175452"/>
                  </a:lnTo>
                  <a:lnTo>
                    <a:pt x="4617841" y="1175452"/>
                  </a:lnTo>
                  <a:lnTo>
                    <a:pt x="4617986" y="1175452"/>
                  </a:lnTo>
                  <a:lnTo>
                    <a:pt x="4618131" y="1175452"/>
                  </a:lnTo>
                  <a:lnTo>
                    <a:pt x="4618277" y="1175452"/>
                  </a:lnTo>
                  <a:lnTo>
                    <a:pt x="4618422" y="1175452"/>
                  </a:lnTo>
                  <a:lnTo>
                    <a:pt x="4618568" y="1175452"/>
                  </a:lnTo>
                  <a:lnTo>
                    <a:pt x="4618713" y="1175452"/>
                  </a:lnTo>
                  <a:lnTo>
                    <a:pt x="4618859" y="1175452"/>
                  </a:lnTo>
                  <a:lnTo>
                    <a:pt x="4619004" y="1175452"/>
                  </a:lnTo>
                  <a:lnTo>
                    <a:pt x="4619149" y="1175452"/>
                  </a:lnTo>
                  <a:lnTo>
                    <a:pt x="4619295" y="1175452"/>
                  </a:lnTo>
                  <a:lnTo>
                    <a:pt x="4619440" y="1175452"/>
                  </a:lnTo>
                  <a:lnTo>
                    <a:pt x="4619586" y="1175452"/>
                  </a:lnTo>
                  <a:lnTo>
                    <a:pt x="4619731" y="1175452"/>
                  </a:lnTo>
                  <a:lnTo>
                    <a:pt x="4619731" y="1174829"/>
                  </a:lnTo>
                  <a:lnTo>
                    <a:pt x="4619877" y="1174829"/>
                  </a:lnTo>
                  <a:lnTo>
                    <a:pt x="4620022" y="1174829"/>
                  </a:lnTo>
                  <a:lnTo>
                    <a:pt x="4620167" y="1174829"/>
                  </a:lnTo>
                  <a:lnTo>
                    <a:pt x="4620313" y="1174829"/>
                  </a:lnTo>
                  <a:lnTo>
                    <a:pt x="4620458" y="1174829"/>
                  </a:lnTo>
                  <a:lnTo>
                    <a:pt x="4620604" y="1174829"/>
                  </a:lnTo>
                  <a:lnTo>
                    <a:pt x="4620749" y="1174829"/>
                  </a:lnTo>
                  <a:lnTo>
                    <a:pt x="4620895" y="1174829"/>
                  </a:lnTo>
                  <a:lnTo>
                    <a:pt x="4620895" y="1174205"/>
                  </a:lnTo>
                  <a:lnTo>
                    <a:pt x="4621040" y="1174205"/>
                  </a:lnTo>
                  <a:lnTo>
                    <a:pt x="4621185" y="1174205"/>
                  </a:lnTo>
                  <a:lnTo>
                    <a:pt x="4621331" y="1174205"/>
                  </a:lnTo>
                  <a:lnTo>
                    <a:pt x="4621331" y="1173581"/>
                  </a:lnTo>
                  <a:lnTo>
                    <a:pt x="4621476" y="1173581"/>
                  </a:lnTo>
                  <a:lnTo>
                    <a:pt x="4621622" y="1173581"/>
                  </a:lnTo>
                  <a:lnTo>
                    <a:pt x="4621767" y="1173581"/>
                  </a:lnTo>
                  <a:lnTo>
                    <a:pt x="4621913" y="1173581"/>
                  </a:lnTo>
                  <a:lnTo>
                    <a:pt x="4622058" y="1173581"/>
                  </a:lnTo>
                  <a:lnTo>
                    <a:pt x="4622203" y="1173581"/>
                  </a:lnTo>
                  <a:lnTo>
                    <a:pt x="4622349" y="1173581"/>
                  </a:lnTo>
                  <a:lnTo>
                    <a:pt x="4622494" y="1173581"/>
                  </a:lnTo>
                  <a:lnTo>
                    <a:pt x="4622640" y="1173581"/>
                  </a:lnTo>
                  <a:lnTo>
                    <a:pt x="4622785" y="1173581"/>
                  </a:lnTo>
                  <a:lnTo>
                    <a:pt x="4622931" y="1173581"/>
                  </a:lnTo>
                  <a:lnTo>
                    <a:pt x="4623076" y="1173581"/>
                  </a:lnTo>
                  <a:lnTo>
                    <a:pt x="4623221" y="1173581"/>
                  </a:lnTo>
                  <a:lnTo>
                    <a:pt x="4623367" y="1173581"/>
                  </a:lnTo>
                  <a:lnTo>
                    <a:pt x="4623512" y="1173581"/>
                  </a:lnTo>
                  <a:lnTo>
                    <a:pt x="4623658" y="1173581"/>
                  </a:lnTo>
                  <a:lnTo>
                    <a:pt x="4623803" y="1173581"/>
                  </a:lnTo>
                  <a:lnTo>
                    <a:pt x="4623949" y="1173581"/>
                  </a:lnTo>
                  <a:lnTo>
                    <a:pt x="4624094" y="1173581"/>
                  </a:lnTo>
                  <a:lnTo>
                    <a:pt x="4624239" y="1173581"/>
                  </a:lnTo>
                  <a:lnTo>
                    <a:pt x="4624385" y="1173581"/>
                  </a:lnTo>
                  <a:lnTo>
                    <a:pt x="4624530" y="1173581"/>
                  </a:lnTo>
                  <a:lnTo>
                    <a:pt x="4624676" y="1173581"/>
                  </a:lnTo>
                  <a:lnTo>
                    <a:pt x="4624821" y="1173581"/>
                  </a:lnTo>
                  <a:lnTo>
                    <a:pt x="4624966" y="1173581"/>
                  </a:lnTo>
                  <a:lnTo>
                    <a:pt x="4625112" y="1173581"/>
                  </a:lnTo>
                  <a:lnTo>
                    <a:pt x="4625257" y="1173581"/>
                  </a:lnTo>
                  <a:lnTo>
                    <a:pt x="4625403" y="1173581"/>
                  </a:lnTo>
                  <a:lnTo>
                    <a:pt x="4625548" y="1173581"/>
                  </a:lnTo>
                  <a:lnTo>
                    <a:pt x="4625694" y="1173581"/>
                  </a:lnTo>
                  <a:lnTo>
                    <a:pt x="4625839" y="1173581"/>
                  </a:lnTo>
                  <a:lnTo>
                    <a:pt x="4625984" y="1173581"/>
                  </a:lnTo>
                  <a:lnTo>
                    <a:pt x="4626130" y="1173581"/>
                  </a:lnTo>
                  <a:lnTo>
                    <a:pt x="4626275" y="1173581"/>
                  </a:lnTo>
                  <a:lnTo>
                    <a:pt x="4626275" y="1172958"/>
                  </a:lnTo>
                  <a:lnTo>
                    <a:pt x="4626421" y="1172958"/>
                  </a:lnTo>
                  <a:lnTo>
                    <a:pt x="4626566" y="1172958"/>
                  </a:lnTo>
                  <a:lnTo>
                    <a:pt x="4626712" y="1172958"/>
                  </a:lnTo>
                  <a:lnTo>
                    <a:pt x="4626712" y="1172334"/>
                  </a:lnTo>
                  <a:lnTo>
                    <a:pt x="4626712" y="1171711"/>
                  </a:lnTo>
                  <a:lnTo>
                    <a:pt x="4626857" y="1171711"/>
                  </a:lnTo>
                  <a:lnTo>
                    <a:pt x="4627002" y="1171711"/>
                  </a:lnTo>
                  <a:lnTo>
                    <a:pt x="4627148" y="1171711"/>
                  </a:lnTo>
                  <a:lnTo>
                    <a:pt x="4627293" y="1171711"/>
                  </a:lnTo>
                  <a:lnTo>
                    <a:pt x="4627439" y="1171711"/>
                  </a:lnTo>
                  <a:lnTo>
                    <a:pt x="4627439" y="1171087"/>
                  </a:lnTo>
                  <a:lnTo>
                    <a:pt x="4627439" y="1170464"/>
                  </a:lnTo>
                  <a:lnTo>
                    <a:pt x="4627584" y="1170464"/>
                  </a:lnTo>
                  <a:lnTo>
                    <a:pt x="4627730" y="1170464"/>
                  </a:lnTo>
                  <a:lnTo>
                    <a:pt x="4627875" y="1170464"/>
                  </a:lnTo>
                  <a:lnTo>
                    <a:pt x="4628020" y="1170464"/>
                  </a:lnTo>
                  <a:lnTo>
                    <a:pt x="4628166" y="1170464"/>
                  </a:lnTo>
                  <a:lnTo>
                    <a:pt x="4628311" y="1170464"/>
                  </a:lnTo>
                  <a:lnTo>
                    <a:pt x="4628457" y="1170464"/>
                  </a:lnTo>
                  <a:lnTo>
                    <a:pt x="4628602" y="1170464"/>
                  </a:lnTo>
                  <a:lnTo>
                    <a:pt x="4628748" y="1170464"/>
                  </a:lnTo>
                  <a:lnTo>
                    <a:pt x="4628893" y="1170464"/>
                  </a:lnTo>
                  <a:lnTo>
                    <a:pt x="4628893" y="1169840"/>
                  </a:lnTo>
                  <a:lnTo>
                    <a:pt x="4629038" y="1169840"/>
                  </a:lnTo>
                  <a:lnTo>
                    <a:pt x="4629184" y="1169840"/>
                  </a:lnTo>
                  <a:lnTo>
                    <a:pt x="4629184" y="1169216"/>
                  </a:lnTo>
                  <a:lnTo>
                    <a:pt x="4629329" y="1169216"/>
                  </a:lnTo>
                  <a:lnTo>
                    <a:pt x="4629329" y="1168593"/>
                  </a:lnTo>
                  <a:lnTo>
                    <a:pt x="4629475" y="1168593"/>
                  </a:lnTo>
                  <a:lnTo>
                    <a:pt x="4629620" y="1168593"/>
                  </a:lnTo>
                  <a:lnTo>
                    <a:pt x="4629766" y="1168593"/>
                  </a:lnTo>
                  <a:lnTo>
                    <a:pt x="4629911" y="1168593"/>
                  </a:lnTo>
                  <a:lnTo>
                    <a:pt x="4630056" y="1168593"/>
                  </a:lnTo>
                  <a:lnTo>
                    <a:pt x="4630202" y="1168593"/>
                  </a:lnTo>
                  <a:lnTo>
                    <a:pt x="4630347" y="1168593"/>
                  </a:lnTo>
                  <a:lnTo>
                    <a:pt x="4630493" y="1168593"/>
                  </a:lnTo>
                  <a:lnTo>
                    <a:pt x="4630638" y="1168593"/>
                  </a:lnTo>
                  <a:lnTo>
                    <a:pt x="4630784" y="1168593"/>
                  </a:lnTo>
                  <a:lnTo>
                    <a:pt x="4630929" y="1168593"/>
                  </a:lnTo>
                  <a:lnTo>
                    <a:pt x="4631074" y="1168593"/>
                  </a:lnTo>
                  <a:lnTo>
                    <a:pt x="4631220" y="1168593"/>
                  </a:lnTo>
                  <a:lnTo>
                    <a:pt x="4631365" y="1168593"/>
                  </a:lnTo>
                  <a:lnTo>
                    <a:pt x="4631365" y="1167969"/>
                  </a:lnTo>
                  <a:lnTo>
                    <a:pt x="4631511" y="1167969"/>
                  </a:lnTo>
                  <a:lnTo>
                    <a:pt x="4631656" y="1167969"/>
                  </a:lnTo>
                  <a:lnTo>
                    <a:pt x="4631801" y="1167969"/>
                  </a:lnTo>
                  <a:lnTo>
                    <a:pt x="4631947" y="1167969"/>
                  </a:lnTo>
                  <a:lnTo>
                    <a:pt x="4632092" y="1167969"/>
                  </a:lnTo>
                  <a:lnTo>
                    <a:pt x="4632238" y="1167969"/>
                  </a:lnTo>
                  <a:lnTo>
                    <a:pt x="4632383" y="1167969"/>
                  </a:lnTo>
                  <a:lnTo>
                    <a:pt x="4632529" y="1167969"/>
                  </a:lnTo>
                  <a:lnTo>
                    <a:pt x="4632674" y="1167969"/>
                  </a:lnTo>
                  <a:lnTo>
                    <a:pt x="4632819" y="1167969"/>
                  </a:lnTo>
                  <a:lnTo>
                    <a:pt x="4632965" y="1167969"/>
                  </a:lnTo>
                  <a:lnTo>
                    <a:pt x="4633110" y="1167969"/>
                  </a:lnTo>
                  <a:lnTo>
                    <a:pt x="4633256" y="1167969"/>
                  </a:lnTo>
                  <a:lnTo>
                    <a:pt x="4633401" y="1167969"/>
                  </a:lnTo>
                  <a:lnTo>
                    <a:pt x="4633547" y="1167969"/>
                  </a:lnTo>
                  <a:lnTo>
                    <a:pt x="4633692" y="1167969"/>
                  </a:lnTo>
                  <a:lnTo>
                    <a:pt x="4633837" y="1167969"/>
                  </a:lnTo>
                  <a:lnTo>
                    <a:pt x="4633983" y="1167969"/>
                  </a:lnTo>
                  <a:lnTo>
                    <a:pt x="4634128" y="1167969"/>
                  </a:lnTo>
                  <a:lnTo>
                    <a:pt x="4634274" y="1167969"/>
                  </a:lnTo>
                  <a:lnTo>
                    <a:pt x="4634419" y="1167969"/>
                  </a:lnTo>
                  <a:lnTo>
                    <a:pt x="4634565" y="1167969"/>
                  </a:lnTo>
                  <a:lnTo>
                    <a:pt x="4634710" y="1167969"/>
                  </a:lnTo>
                  <a:lnTo>
                    <a:pt x="4634855" y="1167969"/>
                  </a:lnTo>
                  <a:lnTo>
                    <a:pt x="4635001" y="1167969"/>
                  </a:lnTo>
                  <a:lnTo>
                    <a:pt x="4635146" y="1167969"/>
                  </a:lnTo>
                  <a:lnTo>
                    <a:pt x="4635292" y="1167969"/>
                  </a:lnTo>
                  <a:lnTo>
                    <a:pt x="4635292" y="1167346"/>
                  </a:lnTo>
                  <a:lnTo>
                    <a:pt x="4635437" y="1167346"/>
                  </a:lnTo>
                  <a:lnTo>
                    <a:pt x="4635583" y="1167346"/>
                  </a:lnTo>
                  <a:lnTo>
                    <a:pt x="4635728" y="1167346"/>
                  </a:lnTo>
                  <a:lnTo>
                    <a:pt x="4635873" y="1167346"/>
                  </a:lnTo>
                  <a:lnTo>
                    <a:pt x="4636019" y="1167346"/>
                  </a:lnTo>
                  <a:lnTo>
                    <a:pt x="4636164" y="1167346"/>
                  </a:lnTo>
                  <a:lnTo>
                    <a:pt x="4636310" y="1167346"/>
                  </a:lnTo>
                  <a:lnTo>
                    <a:pt x="4636455" y="1167346"/>
                  </a:lnTo>
                  <a:lnTo>
                    <a:pt x="4636601" y="1167346"/>
                  </a:lnTo>
                  <a:lnTo>
                    <a:pt x="4636601" y="1166722"/>
                  </a:lnTo>
                  <a:lnTo>
                    <a:pt x="4636746" y="1166722"/>
                  </a:lnTo>
                  <a:lnTo>
                    <a:pt x="4636891" y="1166722"/>
                  </a:lnTo>
                  <a:lnTo>
                    <a:pt x="4637037" y="1166722"/>
                  </a:lnTo>
                  <a:lnTo>
                    <a:pt x="4637182" y="1166722"/>
                  </a:lnTo>
                  <a:lnTo>
                    <a:pt x="4637328" y="1166722"/>
                  </a:lnTo>
                  <a:lnTo>
                    <a:pt x="4637473" y="1166722"/>
                  </a:lnTo>
                  <a:lnTo>
                    <a:pt x="4637619" y="1166722"/>
                  </a:lnTo>
                  <a:lnTo>
                    <a:pt x="4637619" y="1166098"/>
                  </a:lnTo>
                  <a:lnTo>
                    <a:pt x="4637764" y="1166098"/>
                  </a:lnTo>
                  <a:lnTo>
                    <a:pt x="4637909" y="1166098"/>
                  </a:lnTo>
                  <a:lnTo>
                    <a:pt x="4638055" y="1166098"/>
                  </a:lnTo>
                  <a:lnTo>
                    <a:pt x="4638200" y="1166098"/>
                  </a:lnTo>
                  <a:lnTo>
                    <a:pt x="4638346" y="1166098"/>
                  </a:lnTo>
                  <a:lnTo>
                    <a:pt x="4638491" y="1166098"/>
                  </a:lnTo>
                  <a:lnTo>
                    <a:pt x="4638491" y="1165475"/>
                  </a:lnTo>
                  <a:lnTo>
                    <a:pt x="4638636" y="1165475"/>
                  </a:lnTo>
                  <a:lnTo>
                    <a:pt x="4638636" y="1164851"/>
                  </a:lnTo>
                  <a:lnTo>
                    <a:pt x="4638782" y="1164851"/>
                  </a:lnTo>
                  <a:lnTo>
                    <a:pt x="4638927" y="1164851"/>
                  </a:lnTo>
                  <a:lnTo>
                    <a:pt x="4639073" y="1164851"/>
                  </a:lnTo>
                  <a:lnTo>
                    <a:pt x="4639218" y="1164851"/>
                  </a:lnTo>
                  <a:lnTo>
                    <a:pt x="4639364" y="1164851"/>
                  </a:lnTo>
                  <a:lnTo>
                    <a:pt x="4639509" y="1164851"/>
                  </a:lnTo>
                  <a:lnTo>
                    <a:pt x="4639654" y="1164851"/>
                  </a:lnTo>
                  <a:lnTo>
                    <a:pt x="4639800" y="1164851"/>
                  </a:lnTo>
                  <a:lnTo>
                    <a:pt x="4639945" y="1164851"/>
                  </a:lnTo>
                  <a:lnTo>
                    <a:pt x="4640091" y="1164851"/>
                  </a:lnTo>
                  <a:lnTo>
                    <a:pt x="4640236" y="1164851"/>
                  </a:lnTo>
                  <a:lnTo>
                    <a:pt x="4640382" y="1164851"/>
                  </a:lnTo>
                  <a:lnTo>
                    <a:pt x="4640527" y="1164851"/>
                  </a:lnTo>
                  <a:lnTo>
                    <a:pt x="4640672" y="1164851"/>
                  </a:lnTo>
                  <a:lnTo>
                    <a:pt x="4640818" y="1164851"/>
                  </a:lnTo>
                  <a:lnTo>
                    <a:pt x="4640963" y="1164851"/>
                  </a:lnTo>
                  <a:lnTo>
                    <a:pt x="4641109" y="1164851"/>
                  </a:lnTo>
                  <a:lnTo>
                    <a:pt x="4641254" y="1164851"/>
                  </a:lnTo>
                  <a:lnTo>
                    <a:pt x="4641400" y="1164851"/>
                  </a:lnTo>
                  <a:lnTo>
                    <a:pt x="4641545" y="1164851"/>
                  </a:lnTo>
                  <a:lnTo>
                    <a:pt x="4641690" y="1164851"/>
                  </a:lnTo>
                  <a:lnTo>
                    <a:pt x="4641836" y="1164851"/>
                  </a:lnTo>
                  <a:lnTo>
                    <a:pt x="4641836" y="1164228"/>
                  </a:lnTo>
                  <a:lnTo>
                    <a:pt x="4641981" y="1164228"/>
                  </a:lnTo>
                  <a:lnTo>
                    <a:pt x="4642127" y="1164228"/>
                  </a:lnTo>
                  <a:lnTo>
                    <a:pt x="4642127" y="1163604"/>
                  </a:lnTo>
                  <a:lnTo>
                    <a:pt x="4642272" y="1163604"/>
                  </a:lnTo>
                  <a:lnTo>
                    <a:pt x="4642418" y="1163604"/>
                  </a:lnTo>
                  <a:lnTo>
                    <a:pt x="4642563" y="1163604"/>
                  </a:lnTo>
                  <a:lnTo>
                    <a:pt x="4642708" y="1163604"/>
                  </a:lnTo>
                  <a:lnTo>
                    <a:pt x="4642854" y="1163604"/>
                  </a:lnTo>
                  <a:lnTo>
                    <a:pt x="4642999" y="1163604"/>
                  </a:lnTo>
                  <a:lnTo>
                    <a:pt x="4642999" y="1162981"/>
                  </a:lnTo>
                  <a:lnTo>
                    <a:pt x="4643145" y="1162981"/>
                  </a:lnTo>
                  <a:lnTo>
                    <a:pt x="4643290" y="1162981"/>
                  </a:lnTo>
                  <a:lnTo>
                    <a:pt x="4643290" y="1162357"/>
                  </a:lnTo>
                  <a:lnTo>
                    <a:pt x="4643436" y="1162357"/>
                  </a:lnTo>
                  <a:lnTo>
                    <a:pt x="4643581" y="1162357"/>
                  </a:lnTo>
                  <a:lnTo>
                    <a:pt x="4643581" y="1161733"/>
                  </a:lnTo>
                  <a:lnTo>
                    <a:pt x="4643581" y="1161110"/>
                  </a:lnTo>
                  <a:lnTo>
                    <a:pt x="4643581" y="1160486"/>
                  </a:lnTo>
                  <a:lnTo>
                    <a:pt x="4643726" y="1160486"/>
                  </a:lnTo>
                  <a:lnTo>
                    <a:pt x="4643872" y="1160486"/>
                  </a:lnTo>
                  <a:lnTo>
                    <a:pt x="4643872" y="1159863"/>
                  </a:lnTo>
                  <a:lnTo>
                    <a:pt x="4644017" y="1159863"/>
                  </a:lnTo>
                  <a:lnTo>
                    <a:pt x="4644163" y="1159863"/>
                  </a:lnTo>
                  <a:lnTo>
                    <a:pt x="4644308" y="1159863"/>
                  </a:lnTo>
                  <a:lnTo>
                    <a:pt x="4644454" y="1159863"/>
                  </a:lnTo>
                  <a:lnTo>
                    <a:pt x="4644599" y="1159863"/>
                  </a:lnTo>
                  <a:lnTo>
                    <a:pt x="4644744" y="1159863"/>
                  </a:lnTo>
                  <a:lnTo>
                    <a:pt x="4644890" y="1159863"/>
                  </a:lnTo>
                  <a:lnTo>
                    <a:pt x="4645035" y="1159863"/>
                  </a:lnTo>
                  <a:lnTo>
                    <a:pt x="4645035" y="1159239"/>
                  </a:lnTo>
                  <a:lnTo>
                    <a:pt x="4645181" y="1159239"/>
                  </a:lnTo>
                  <a:lnTo>
                    <a:pt x="4645181" y="1158615"/>
                  </a:lnTo>
                  <a:lnTo>
                    <a:pt x="4645326" y="1158615"/>
                  </a:lnTo>
                  <a:lnTo>
                    <a:pt x="4645471" y="1158615"/>
                  </a:lnTo>
                  <a:lnTo>
                    <a:pt x="4645617" y="1158615"/>
                  </a:lnTo>
                  <a:lnTo>
                    <a:pt x="4645762" y="1158615"/>
                  </a:lnTo>
                  <a:lnTo>
                    <a:pt x="4645908" y="1158615"/>
                  </a:lnTo>
                  <a:lnTo>
                    <a:pt x="4646053" y="1158615"/>
                  </a:lnTo>
                  <a:lnTo>
                    <a:pt x="4646199" y="1158615"/>
                  </a:lnTo>
                  <a:lnTo>
                    <a:pt x="4646344" y="1158615"/>
                  </a:lnTo>
                  <a:lnTo>
                    <a:pt x="4646489" y="1158615"/>
                  </a:lnTo>
                  <a:lnTo>
                    <a:pt x="4646635" y="1158615"/>
                  </a:lnTo>
                  <a:lnTo>
                    <a:pt x="4646635" y="1157992"/>
                  </a:lnTo>
                  <a:lnTo>
                    <a:pt x="4646780" y="1157992"/>
                  </a:lnTo>
                  <a:lnTo>
                    <a:pt x="4646926" y="1157992"/>
                  </a:lnTo>
                  <a:lnTo>
                    <a:pt x="4647071" y="1157992"/>
                  </a:lnTo>
                  <a:lnTo>
                    <a:pt x="4647217" y="1157992"/>
                  </a:lnTo>
                  <a:lnTo>
                    <a:pt x="4647217" y="1157368"/>
                  </a:lnTo>
                  <a:lnTo>
                    <a:pt x="4647362" y="1157368"/>
                  </a:lnTo>
                  <a:lnTo>
                    <a:pt x="4647507" y="1157368"/>
                  </a:lnTo>
                  <a:lnTo>
                    <a:pt x="4647653" y="1157368"/>
                  </a:lnTo>
                  <a:lnTo>
                    <a:pt x="4647798" y="1157368"/>
                  </a:lnTo>
                  <a:lnTo>
                    <a:pt x="4647944" y="1157368"/>
                  </a:lnTo>
                  <a:lnTo>
                    <a:pt x="4648089" y="1157368"/>
                  </a:lnTo>
                  <a:lnTo>
                    <a:pt x="4648089" y="1156745"/>
                  </a:lnTo>
                  <a:lnTo>
                    <a:pt x="4648235" y="1156745"/>
                  </a:lnTo>
                  <a:lnTo>
                    <a:pt x="4648380" y="1156745"/>
                  </a:lnTo>
                  <a:lnTo>
                    <a:pt x="4648525" y="1156745"/>
                  </a:lnTo>
                  <a:lnTo>
                    <a:pt x="4648671" y="1156745"/>
                  </a:lnTo>
                  <a:lnTo>
                    <a:pt x="4648816" y="1156745"/>
                  </a:lnTo>
                  <a:lnTo>
                    <a:pt x="4648962" y="1156745"/>
                  </a:lnTo>
                  <a:lnTo>
                    <a:pt x="4648962" y="1156121"/>
                  </a:lnTo>
                  <a:lnTo>
                    <a:pt x="4649107" y="1156121"/>
                  </a:lnTo>
                  <a:lnTo>
                    <a:pt x="4649253" y="1156121"/>
                  </a:lnTo>
                  <a:lnTo>
                    <a:pt x="4649398" y="1156121"/>
                  </a:lnTo>
                  <a:lnTo>
                    <a:pt x="4649543" y="1156121"/>
                  </a:lnTo>
                  <a:lnTo>
                    <a:pt x="4649689" y="1156121"/>
                  </a:lnTo>
                  <a:lnTo>
                    <a:pt x="4649834" y="1156121"/>
                  </a:lnTo>
                  <a:lnTo>
                    <a:pt x="4649980" y="1156121"/>
                  </a:lnTo>
                  <a:lnTo>
                    <a:pt x="4650125" y="1156121"/>
                  </a:lnTo>
                  <a:lnTo>
                    <a:pt x="4650271" y="1156121"/>
                  </a:lnTo>
                  <a:lnTo>
                    <a:pt x="4650416" y="1156121"/>
                  </a:lnTo>
                  <a:lnTo>
                    <a:pt x="4650561" y="1156121"/>
                  </a:lnTo>
                  <a:lnTo>
                    <a:pt x="4650707" y="1156121"/>
                  </a:lnTo>
                  <a:lnTo>
                    <a:pt x="4650852" y="1156121"/>
                  </a:lnTo>
                  <a:lnTo>
                    <a:pt x="4650998" y="1156121"/>
                  </a:lnTo>
                  <a:lnTo>
                    <a:pt x="4651143" y="1156121"/>
                  </a:lnTo>
                  <a:lnTo>
                    <a:pt x="4651289" y="1156121"/>
                  </a:lnTo>
                  <a:lnTo>
                    <a:pt x="4651434" y="1156121"/>
                  </a:lnTo>
                  <a:lnTo>
                    <a:pt x="4651579" y="1156121"/>
                  </a:lnTo>
                  <a:lnTo>
                    <a:pt x="4651725" y="1156121"/>
                  </a:lnTo>
                  <a:lnTo>
                    <a:pt x="4651870" y="1156121"/>
                  </a:lnTo>
                  <a:lnTo>
                    <a:pt x="4651870" y="1155498"/>
                  </a:lnTo>
                  <a:lnTo>
                    <a:pt x="4651870" y="1154874"/>
                  </a:lnTo>
                  <a:lnTo>
                    <a:pt x="4652016" y="1154874"/>
                  </a:lnTo>
                  <a:lnTo>
                    <a:pt x="4652161" y="1154874"/>
                  </a:lnTo>
                  <a:lnTo>
                    <a:pt x="4652306" y="1154874"/>
                  </a:lnTo>
                  <a:lnTo>
                    <a:pt x="4652452" y="1154874"/>
                  </a:lnTo>
                  <a:lnTo>
                    <a:pt x="4652452" y="1154250"/>
                  </a:lnTo>
                  <a:lnTo>
                    <a:pt x="4652597" y="1154250"/>
                  </a:lnTo>
                  <a:lnTo>
                    <a:pt x="4652743" y="1154250"/>
                  </a:lnTo>
                  <a:lnTo>
                    <a:pt x="4652888" y="1154250"/>
                  </a:lnTo>
                  <a:lnTo>
                    <a:pt x="4653034" y="1154250"/>
                  </a:lnTo>
                  <a:lnTo>
                    <a:pt x="4653179" y="1154250"/>
                  </a:lnTo>
                  <a:lnTo>
                    <a:pt x="4653324" y="1154250"/>
                  </a:lnTo>
                  <a:lnTo>
                    <a:pt x="4653470" y="1154250"/>
                  </a:lnTo>
                  <a:lnTo>
                    <a:pt x="4653615" y="1154250"/>
                  </a:lnTo>
                  <a:lnTo>
                    <a:pt x="4653761" y="1154250"/>
                  </a:lnTo>
                  <a:lnTo>
                    <a:pt x="4653906" y="1154250"/>
                  </a:lnTo>
                  <a:lnTo>
                    <a:pt x="4653906" y="1153627"/>
                  </a:lnTo>
                  <a:lnTo>
                    <a:pt x="4654052" y="1153627"/>
                  </a:lnTo>
                  <a:lnTo>
                    <a:pt x="4654197" y="1153627"/>
                  </a:lnTo>
                  <a:lnTo>
                    <a:pt x="4654342" y="1153627"/>
                  </a:lnTo>
                  <a:lnTo>
                    <a:pt x="4654488" y="1153627"/>
                  </a:lnTo>
                  <a:lnTo>
                    <a:pt x="4654633" y="1153627"/>
                  </a:lnTo>
                  <a:lnTo>
                    <a:pt x="4654779" y="1153627"/>
                  </a:lnTo>
                  <a:lnTo>
                    <a:pt x="4654924" y="1153627"/>
                  </a:lnTo>
                  <a:lnTo>
                    <a:pt x="4654924" y="1153003"/>
                  </a:lnTo>
                  <a:lnTo>
                    <a:pt x="4655070" y="1153003"/>
                  </a:lnTo>
                  <a:lnTo>
                    <a:pt x="4655215" y="1153003"/>
                  </a:lnTo>
                  <a:lnTo>
                    <a:pt x="4655360" y="1153003"/>
                  </a:lnTo>
                  <a:lnTo>
                    <a:pt x="4655506" y="1153003"/>
                  </a:lnTo>
                  <a:lnTo>
                    <a:pt x="4655651" y="1153003"/>
                  </a:lnTo>
                  <a:lnTo>
                    <a:pt x="4655797" y="1153003"/>
                  </a:lnTo>
                  <a:lnTo>
                    <a:pt x="4655942" y="1153003"/>
                  </a:lnTo>
                  <a:lnTo>
                    <a:pt x="4655942" y="1152380"/>
                  </a:lnTo>
                  <a:lnTo>
                    <a:pt x="4656088" y="1152380"/>
                  </a:lnTo>
                  <a:lnTo>
                    <a:pt x="4656233" y="1152380"/>
                  </a:lnTo>
                  <a:lnTo>
                    <a:pt x="4656378" y="1152380"/>
                  </a:lnTo>
                  <a:lnTo>
                    <a:pt x="4656524" y="1152380"/>
                  </a:lnTo>
                  <a:lnTo>
                    <a:pt x="4656669" y="1152380"/>
                  </a:lnTo>
                  <a:lnTo>
                    <a:pt x="4656815" y="1152380"/>
                  </a:lnTo>
                  <a:lnTo>
                    <a:pt x="4656960" y="1152380"/>
                  </a:lnTo>
                  <a:lnTo>
                    <a:pt x="4657106" y="1152380"/>
                  </a:lnTo>
                  <a:lnTo>
                    <a:pt x="4657251" y="1152380"/>
                  </a:lnTo>
                  <a:lnTo>
                    <a:pt x="4657396" y="1152380"/>
                  </a:lnTo>
                  <a:lnTo>
                    <a:pt x="4657542" y="1152380"/>
                  </a:lnTo>
                  <a:lnTo>
                    <a:pt x="4657542" y="1151756"/>
                  </a:lnTo>
                  <a:lnTo>
                    <a:pt x="4657542" y="1151132"/>
                  </a:lnTo>
                  <a:lnTo>
                    <a:pt x="4657687" y="1151132"/>
                  </a:lnTo>
                  <a:lnTo>
                    <a:pt x="4657833" y="1151132"/>
                  </a:lnTo>
                  <a:lnTo>
                    <a:pt x="4657978" y="1151132"/>
                  </a:lnTo>
                  <a:lnTo>
                    <a:pt x="4658124" y="1151132"/>
                  </a:lnTo>
                  <a:lnTo>
                    <a:pt x="4658269" y="1151132"/>
                  </a:lnTo>
                  <a:lnTo>
                    <a:pt x="4658414" y="1151132"/>
                  </a:lnTo>
                  <a:lnTo>
                    <a:pt x="4658560" y="1151132"/>
                  </a:lnTo>
                  <a:lnTo>
                    <a:pt x="4658705" y="1151132"/>
                  </a:lnTo>
                  <a:lnTo>
                    <a:pt x="4658851" y="1151132"/>
                  </a:lnTo>
                  <a:lnTo>
                    <a:pt x="4658996" y="1151132"/>
                  </a:lnTo>
                  <a:lnTo>
                    <a:pt x="4659141" y="1151132"/>
                  </a:lnTo>
                  <a:lnTo>
                    <a:pt x="4659287" y="1151132"/>
                  </a:lnTo>
                  <a:lnTo>
                    <a:pt x="4659432" y="1151132"/>
                  </a:lnTo>
                  <a:lnTo>
                    <a:pt x="4659578" y="1151132"/>
                  </a:lnTo>
                  <a:lnTo>
                    <a:pt x="4659723" y="1151132"/>
                  </a:lnTo>
                  <a:lnTo>
                    <a:pt x="4659869" y="1151132"/>
                  </a:lnTo>
                  <a:lnTo>
                    <a:pt x="4660014" y="1151132"/>
                  </a:lnTo>
                  <a:lnTo>
                    <a:pt x="4660159" y="1151132"/>
                  </a:lnTo>
                  <a:lnTo>
                    <a:pt x="4660305" y="1151132"/>
                  </a:lnTo>
                  <a:lnTo>
                    <a:pt x="4660450" y="1151132"/>
                  </a:lnTo>
                  <a:lnTo>
                    <a:pt x="4660596" y="1151132"/>
                  </a:lnTo>
                  <a:lnTo>
                    <a:pt x="4660741" y="1151132"/>
                  </a:lnTo>
                  <a:lnTo>
                    <a:pt x="4660887" y="1151132"/>
                  </a:lnTo>
                  <a:lnTo>
                    <a:pt x="4661032" y="1151132"/>
                  </a:lnTo>
                  <a:lnTo>
                    <a:pt x="4661177" y="1151132"/>
                  </a:lnTo>
                  <a:lnTo>
                    <a:pt x="4661323" y="1151132"/>
                  </a:lnTo>
                  <a:lnTo>
                    <a:pt x="4661468" y="1151132"/>
                  </a:lnTo>
                  <a:lnTo>
                    <a:pt x="4661614" y="1151132"/>
                  </a:lnTo>
                  <a:lnTo>
                    <a:pt x="4661759" y="1151132"/>
                  </a:lnTo>
                  <a:lnTo>
                    <a:pt x="4661905" y="1151132"/>
                  </a:lnTo>
                  <a:lnTo>
                    <a:pt x="4662050" y="1151132"/>
                  </a:lnTo>
                  <a:lnTo>
                    <a:pt x="4662195" y="1151132"/>
                  </a:lnTo>
                  <a:lnTo>
                    <a:pt x="4662341" y="1151132"/>
                  </a:lnTo>
                  <a:lnTo>
                    <a:pt x="4662486" y="1151132"/>
                  </a:lnTo>
                  <a:lnTo>
                    <a:pt x="4662632" y="1151132"/>
                  </a:lnTo>
                  <a:lnTo>
                    <a:pt x="4662777" y="1151132"/>
                  </a:lnTo>
                  <a:lnTo>
                    <a:pt x="4662923" y="1151132"/>
                  </a:lnTo>
                  <a:lnTo>
                    <a:pt x="4663068" y="1151132"/>
                  </a:lnTo>
                  <a:lnTo>
                    <a:pt x="4663213" y="1151132"/>
                  </a:lnTo>
                  <a:lnTo>
                    <a:pt x="4663359" y="1151132"/>
                  </a:lnTo>
                  <a:lnTo>
                    <a:pt x="4663504" y="1151132"/>
                  </a:lnTo>
                  <a:lnTo>
                    <a:pt x="4663650" y="1151132"/>
                  </a:lnTo>
                  <a:lnTo>
                    <a:pt x="4663795" y="1151132"/>
                  </a:lnTo>
                  <a:lnTo>
                    <a:pt x="4663941" y="1151132"/>
                  </a:lnTo>
                  <a:lnTo>
                    <a:pt x="4664086" y="1151132"/>
                  </a:lnTo>
                  <a:lnTo>
                    <a:pt x="4664231" y="1151132"/>
                  </a:lnTo>
                  <a:lnTo>
                    <a:pt x="4664377" y="1151132"/>
                  </a:lnTo>
                  <a:lnTo>
                    <a:pt x="4664522" y="1151132"/>
                  </a:lnTo>
                  <a:lnTo>
                    <a:pt x="4664668" y="1151132"/>
                  </a:lnTo>
                  <a:lnTo>
                    <a:pt x="4664813" y="1151132"/>
                  </a:lnTo>
                  <a:lnTo>
                    <a:pt x="4664813" y="1150509"/>
                  </a:lnTo>
                  <a:lnTo>
                    <a:pt x="4664959" y="1150509"/>
                  </a:lnTo>
                  <a:lnTo>
                    <a:pt x="4665104" y="1150509"/>
                  </a:lnTo>
                  <a:lnTo>
                    <a:pt x="4665104" y="1149885"/>
                  </a:lnTo>
                  <a:lnTo>
                    <a:pt x="4665249" y="1149885"/>
                  </a:lnTo>
                  <a:lnTo>
                    <a:pt x="4665395" y="1149885"/>
                  </a:lnTo>
                  <a:lnTo>
                    <a:pt x="4665540" y="1149885"/>
                  </a:lnTo>
                  <a:lnTo>
                    <a:pt x="4665686" y="1149885"/>
                  </a:lnTo>
                  <a:lnTo>
                    <a:pt x="4665831" y="1149885"/>
                  </a:lnTo>
                  <a:lnTo>
                    <a:pt x="4665976" y="1149885"/>
                  </a:lnTo>
                  <a:lnTo>
                    <a:pt x="4666122" y="1149885"/>
                  </a:lnTo>
                  <a:lnTo>
                    <a:pt x="4666122" y="1149262"/>
                  </a:lnTo>
                  <a:lnTo>
                    <a:pt x="4666122" y="1148638"/>
                  </a:lnTo>
                  <a:lnTo>
                    <a:pt x="4666267" y="1148638"/>
                  </a:lnTo>
                  <a:lnTo>
                    <a:pt x="4666413" y="1148638"/>
                  </a:lnTo>
                  <a:lnTo>
                    <a:pt x="4666558" y="1148638"/>
                  </a:lnTo>
                  <a:lnTo>
                    <a:pt x="4666704" y="1148638"/>
                  </a:lnTo>
                  <a:lnTo>
                    <a:pt x="4666849" y="1148638"/>
                  </a:lnTo>
                  <a:lnTo>
                    <a:pt x="4666849" y="1148015"/>
                  </a:lnTo>
                  <a:lnTo>
                    <a:pt x="4666849" y="1147391"/>
                  </a:lnTo>
                  <a:lnTo>
                    <a:pt x="4666994" y="1147391"/>
                  </a:lnTo>
                  <a:lnTo>
                    <a:pt x="4667140" y="1147391"/>
                  </a:lnTo>
                  <a:lnTo>
                    <a:pt x="4667285" y="1147391"/>
                  </a:lnTo>
                  <a:lnTo>
                    <a:pt x="4667431" y="1147391"/>
                  </a:lnTo>
                  <a:lnTo>
                    <a:pt x="4667576" y="1147391"/>
                  </a:lnTo>
                  <a:lnTo>
                    <a:pt x="4667722" y="1147391"/>
                  </a:lnTo>
                  <a:lnTo>
                    <a:pt x="4667867" y="1147391"/>
                  </a:lnTo>
                  <a:lnTo>
                    <a:pt x="4668012" y="1147391"/>
                  </a:lnTo>
                  <a:lnTo>
                    <a:pt x="4668012" y="1146767"/>
                  </a:lnTo>
                  <a:lnTo>
                    <a:pt x="4668158" y="1146767"/>
                  </a:lnTo>
                  <a:lnTo>
                    <a:pt x="4668303" y="1146767"/>
                  </a:lnTo>
                  <a:lnTo>
                    <a:pt x="4668449" y="1146767"/>
                  </a:lnTo>
                  <a:lnTo>
                    <a:pt x="4668594" y="1146767"/>
                  </a:lnTo>
                  <a:lnTo>
                    <a:pt x="4668740" y="1146767"/>
                  </a:lnTo>
                  <a:lnTo>
                    <a:pt x="4668885" y="1146767"/>
                  </a:lnTo>
                  <a:lnTo>
                    <a:pt x="4669030" y="1146767"/>
                  </a:lnTo>
                  <a:lnTo>
                    <a:pt x="4669176" y="1146767"/>
                  </a:lnTo>
                  <a:lnTo>
                    <a:pt x="4669176" y="1146144"/>
                  </a:lnTo>
                  <a:lnTo>
                    <a:pt x="4669321" y="1146144"/>
                  </a:lnTo>
                  <a:lnTo>
                    <a:pt x="4669467" y="1146144"/>
                  </a:lnTo>
                  <a:lnTo>
                    <a:pt x="4669612" y="1146144"/>
                  </a:lnTo>
                  <a:lnTo>
                    <a:pt x="4669758" y="1146144"/>
                  </a:lnTo>
                  <a:lnTo>
                    <a:pt x="4669903" y="1146144"/>
                  </a:lnTo>
                  <a:lnTo>
                    <a:pt x="4670048" y="1146144"/>
                  </a:lnTo>
                  <a:lnTo>
                    <a:pt x="4670194" y="1146144"/>
                  </a:lnTo>
                  <a:lnTo>
                    <a:pt x="4670339" y="1146144"/>
                  </a:lnTo>
                  <a:lnTo>
                    <a:pt x="4670485" y="1146144"/>
                  </a:lnTo>
                  <a:lnTo>
                    <a:pt x="4670630" y="1146144"/>
                  </a:lnTo>
                  <a:lnTo>
                    <a:pt x="4670630" y="1145520"/>
                  </a:lnTo>
                  <a:lnTo>
                    <a:pt x="4670776" y="1145520"/>
                  </a:lnTo>
                  <a:lnTo>
                    <a:pt x="4670921" y="1145520"/>
                  </a:lnTo>
                  <a:lnTo>
                    <a:pt x="4671066" y="1145520"/>
                  </a:lnTo>
                  <a:lnTo>
                    <a:pt x="4671212" y="1145520"/>
                  </a:lnTo>
                  <a:lnTo>
                    <a:pt x="4671357" y="1145520"/>
                  </a:lnTo>
                  <a:lnTo>
                    <a:pt x="4671503" y="1145520"/>
                  </a:lnTo>
                  <a:lnTo>
                    <a:pt x="4671648" y="1145520"/>
                  </a:lnTo>
                  <a:lnTo>
                    <a:pt x="4671794" y="1145520"/>
                  </a:lnTo>
                  <a:lnTo>
                    <a:pt x="4671939" y="1145520"/>
                  </a:lnTo>
                  <a:lnTo>
                    <a:pt x="4672084" y="1145520"/>
                  </a:lnTo>
                  <a:lnTo>
                    <a:pt x="4672230" y="1145520"/>
                  </a:lnTo>
                  <a:lnTo>
                    <a:pt x="4672375" y="1145520"/>
                  </a:lnTo>
                  <a:lnTo>
                    <a:pt x="4672521" y="1145520"/>
                  </a:lnTo>
                  <a:lnTo>
                    <a:pt x="4672666" y="1145520"/>
                  </a:lnTo>
                  <a:lnTo>
                    <a:pt x="4672811" y="1145520"/>
                  </a:lnTo>
                  <a:lnTo>
                    <a:pt x="4672957" y="1145520"/>
                  </a:lnTo>
                  <a:lnTo>
                    <a:pt x="4673102" y="1145520"/>
                  </a:lnTo>
                  <a:lnTo>
                    <a:pt x="4673102" y="1144897"/>
                  </a:lnTo>
                  <a:lnTo>
                    <a:pt x="4673248" y="1144897"/>
                  </a:lnTo>
                  <a:lnTo>
                    <a:pt x="4673393" y="1144897"/>
                  </a:lnTo>
                  <a:lnTo>
                    <a:pt x="4673539" y="1144897"/>
                  </a:lnTo>
                  <a:lnTo>
                    <a:pt x="4673684" y="1144897"/>
                  </a:lnTo>
                  <a:lnTo>
                    <a:pt x="4673829" y="1144897"/>
                  </a:lnTo>
                  <a:lnTo>
                    <a:pt x="4673975" y="1144897"/>
                  </a:lnTo>
                  <a:lnTo>
                    <a:pt x="4674120" y="1144897"/>
                  </a:lnTo>
                  <a:lnTo>
                    <a:pt x="4674266" y="1144897"/>
                  </a:lnTo>
                  <a:lnTo>
                    <a:pt x="4674266" y="1144273"/>
                  </a:lnTo>
                  <a:lnTo>
                    <a:pt x="4674411" y="1144273"/>
                  </a:lnTo>
                  <a:lnTo>
                    <a:pt x="4674557" y="1144273"/>
                  </a:lnTo>
                  <a:lnTo>
                    <a:pt x="4674557" y="1143649"/>
                  </a:lnTo>
                  <a:lnTo>
                    <a:pt x="4674702" y="1143649"/>
                  </a:lnTo>
                  <a:lnTo>
                    <a:pt x="4674847" y="1143649"/>
                  </a:lnTo>
                  <a:lnTo>
                    <a:pt x="4674993" y="1143649"/>
                  </a:lnTo>
                  <a:lnTo>
                    <a:pt x="4674993" y="1143026"/>
                  </a:lnTo>
                  <a:lnTo>
                    <a:pt x="4675138" y="1143026"/>
                  </a:lnTo>
                  <a:lnTo>
                    <a:pt x="4675284" y="1143026"/>
                  </a:lnTo>
                  <a:lnTo>
                    <a:pt x="4675429" y="1143026"/>
                  </a:lnTo>
                  <a:lnTo>
                    <a:pt x="4675575" y="1143026"/>
                  </a:lnTo>
                  <a:lnTo>
                    <a:pt x="4675720" y="1143026"/>
                  </a:lnTo>
                  <a:lnTo>
                    <a:pt x="4675865" y="1143026"/>
                  </a:lnTo>
                  <a:lnTo>
                    <a:pt x="4676011" y="1143026"/>
                  </a:lnTo>
                  <a:lnTo>
                    <a:pt x="4676156" y="1143026"/>
                  </a:lnTo>
                  <a:lnTo>
                    <a:pt x="4676302" y="1143026"/>
                  </a:lnTo>
                  <a:lnTo>
                    <a:pt x="4676447" y="1143026"/>
                  </a:lnTo>
                  <a:lnTo>
                    <a:pt x="4676593" y="1143026"/>
                  </a:lnTo>
                  <a:lnTo>
                    <a:pt x="4676738" y="1143026"/>
                  </a:lnTo>
                  <a:lnTo>
                    <a:pt x="4676883" y="1143026"/>
                  </a:lnTo>
                  <a:lnTo>
                    <a:pt x="4677029" y="1143026"/>
                  </a:lnTo>
                  <a:lnTo>
                    <a:pt x="4677174" y="1143026"/>
                  </a:lnTo>
                  <a:lnTo>
                    <a:pt x="4677320" y="1143026"/>
                  </a:lnTo>
                  <a:lnTo>
                    <a:pt x="4677465" y="1143026"/>
                  </a:lnTo>
                  <a:lnTo>
                    <a:pt x="4677465" y="1142402"/>
                  </a:lnTo>
                  <a:lnTo>
                    <a:pt x="4677465" y="1141779"/>
                  </a:lnTo>
                  <a:lnTo>
                    <a:pt x="4677611" y="1141779"/>
                  </a:lnTo>
                  <a:lnTo>
                    <a:pt x="4677756" y="1141779"/>
                  </a:lnTo>
                  <a:lnTo>
                    <a:pt x="4677901" y="1141779"/>
                  </a:lnTo>
                  <a:lnTo>
                    <a:pt x="4678047" y="1141779"/>
                  </a:lnTo>
                  <a:lnTo>
                    <a:pt x="4678192" y="1141779"/>
                  </a:lnTo>
                  <a:lnTo>
                    <a:pt x="4678338" y="1141779"/>
                  </a:lnTo>
                  <a:lnTo>
                    <a:pt x="4678338" y="1141155"/>
                  </a:lnTo>
                  <a:lnTo>
                    <a:pt x="4678338" y="1140532"/>
                  </a:lnTo>
                  <a:lnTo>
                    <a:pt x="4678483" y="1140532"/>
                  </a:lnTo>
                  <a:lnTo>
                    <a:pt x="4678629" y="1140532"/>
                  </a:lnTo>
                  <a:lnTo>
                    <a:pt x="4678774" y="1140532"/>
                  </a:lnTo>
                  <a:lnTo>
                    <a:pt x="4678919" y="1140532"/>
                  </a:lnTo>
                  <a:lnTo>
                    <a:pt x="4679065" y="1140532"/>
                  </a:lnTo>
                  <a:lnTo>
                    <a:pt x="4679210" y="1140532"/>
                  </a:lnTo>
                  <a:lnTo>
                    <a:pt x="4679356" y="1140532"/>
                  </a:lnTo>
                  <a:lnTo>
                    <a:pt x="4679501" y="1140532"/>
                  </a:lnTo>
                  <a:lnTo>
                    <a:pt x="4679501" y="1139908"/>
                  </a:lnTo>
                  <a:lnTo>
                    <a:pt x="4679646" y="1139908"/>
                  </a:lnTo>
                  <a:lnTo>
                    <a:pt x="4679792" y="1139908"/>
                  </a:lnTo>
                  <a:lnTo>
                    <a:pt x="4679937" y="1139908"/>
                  </a:lnTo>
                  <a:lnTo>
                    <a:pt x="4680083" y="1139908"/>
                  </a:lnTo>
                  <a:lnTo>
                    <a:pt x="4680228" y="1139908"/>
                  </a:lnTo>
                  <a:lnTo>
                    <a:pt x="4680374" y="1139908"/>
                  </a:lnTo>
                  <a:lnTo>
                    <a:pt x="4680519" y="1139908"/>
                  </a:lnTo>
                  <a:lnTo>
                    <a:pt x="4680519" y="1139284"/>
                  </a:lnTo>
                  <a:lnTo>
                    <a:pt x="4680664" y="1139284"/>
                  </a:lnTo>
                  <a:lnTo>
                    <a:pt x="4680664" y="1138661"/>
                  </a:lnTo>
                  <a:lnTo>
                    <a:pt x="4680810" y="1138661"/>
                  </a:lnTo>
                  <a:lnTo>
                    <a:pt x="4680955" y="1138661"/>
                  </a:lnTo>
                  <a:lnTo>
                    <a:pt x="4681101" y="1138661"/>
                  </a:lnTo>
                  <a:lnTo>
                    <a:pt x="4681101" y="1138037"/>
                  </a:lnTo>
                  <a:lnTo>
                    <a:pt x="4681246" y="1138037"/>
                  </a:lnTo>
                  <a:lnTo>
                    <a:pt x="4681392" y="1138037"/>
                  </a:lnTo>
                  <a:lnTo>
                    <a:pt x="4681537" y="1138037"/>
                  </a:lnTo>
                  <a:lnTo>
                    <a:pt x="4681682" y="1138037"/>
                  </a:lnTo>
                  <a:lnTo>
                    <a:pt x="4681828" y="1138037"/>
                  </a:lnTo>
                  <a:lnTo>
                    <a:pt x="4681973" y="1138037"/>
                  </a:lnTo>
                  <a:lnTo>
                    <a:pt x="4682119" y="1138037"/>
                  </a:lnTo>
                  <a:lnTo>
                    <a:pt x="4682264" y="1138037"/>
                  </a:lnTo>
                  <a:lnTo>
                    <a:pt x="4682410" y="1138037"/>
                  </a:lnTo>
                  <a:lnTo>
                    <a:pt x="4682410" y="1137414"/>
                  </a:lnTo>
                  <a:lnTo>
                    <a:pt x="4682555" y="1137414"/>
                  </a:lnTo>
                  <a:lnTo>
                    <a:pt x="4682700" y="1137414"/>
                  </a:lnTo>
                  <a:lnTo>
                    <a:pt x="4682846" y="1137414"/>
                  </a:lnTo>
                  <a:lnTo>
                    <a:pt x="4682846" y="1136790"/>
                  </a:lnTo>
                  <a:lnTo>
                    <a:pt x="4682991" y="1136790"/>
                  </a:lnTo>
                  <a:lnTo>
                    <a:pt x="4683137" y="1136790"/>
                  </a:lnTo>
                  <a:lnTo>
                    <a:pt x="4683282" y="1136790"/>
                  </a:lnTo>
                  <a:lnTo>
                    <a:pt x="4683428" y="1136790"/>
                  </a:lnTo>
                  <a:lnTo>
                    <a:pt x="4683573" y="1136790"/>
                  </a:lnTo>
                  <a:lnTo>
                    <a:pt x="4683718" y="1136790"/>
                  </a:lnTo>
                  <a:lnTo>
                    <a:pt x="4683718" y="1136166"/>
                  </a:lnTo>
                  <a:lnTo>
                    <a:pt x="4683718" y="1135543"/>
                  </a:lnTo>
                  <a:lnTo>
                    <a:pt x="4683864" y="1135543"/>
                  </a:lnTo>
                  <a:lnTo>
                    <a:pt x="4684009" y="1135543"/>
                  </a:lnTo>
                  <a:lnTo>
                    <a:pt x="4684155" y="1135543"/>
                  </a:lnTo>
                  <a:lnTo>
                    <a:pt x="4684300" y="1135543"/>
                  </a:lnTo>
                  <a:lnTo>
                    <a:pt x="4684446" y="1135543"/>
                  </a:lnTo>
                  <a:lnTo>
                    <a:pt x="4684591" y="1135543"/>
                  </a:lnTo>
                  <a:lnTo>
                    <a:pt x="4684736" y="1135543"/>
                  </a:lnTo>
                  <a:lnTo>
                    <a:pt x="4684736" y="1134919"/>
                  </a:lnTo>
                  <a:lnTo>
                    <a:pt x="4684882" y="1134919"/>
                  </a:lnTo>
                  <a:lnTo>
                    <a:pt x="4685027" y="1134919"/>
                  </a:lnTo>
                  <a:lnTo>
                    <a:pt x="4685173" y="1134919"/>
                  </a:lnTo>
                  <a:lnTo>
                    <a:pt x="4685173" y="1134296"/>
                  </a:lnTo>
                  <a:lnTo>
                    <a:pt x="4685318" y="1134296"/>
                  </a:lnTo>
                  <a:lnTo>
                    <a:pt x="4685464" y="1134296"/>
                  </a:lnTo>
                  <a:lnTo>
                    <a:pt x="4685609" y="1134296"/>
                  </a:lnTo>
                  <a:lnTo>
                    <a:pt x="4685754" y="1134296"/>
                  </a:lnTo>
                  <a:lnTo>
                    <a:pt x="4685900" y="1134296"/>
                  </a:lnTo>
                  <a:lnTo>
                    <a:pt x="4686045" y="1134296"/>
                  </a:lnTo>
                  <a:lnTo>
                    <a:pt x="4686191" y="1134296"/>
                  </a:lnTo>
                  <a:lnTo>
                    <a:pt x="4686336" y="1134296"/>
                  </a:lnTo>
                  <a:lnTo>
                    <a:pt x="4686481" y="1134296"/>
                  </a:lnTo>
                  <a:lnTo>
                    <a:pt x="4686627" y="1134296"/>
                  </a:lnTo>
                  <a:lnTo>
                    <a:pt x="4686772" y="1134296"/>
                  </a:lnTo>
                  <a:lnTo>
                    <a:pt x="4686918" y="1134296"/>
                  </a:lnTo>
                  <a:lnTo>
                    <a:pt x="4687063" y="1134296"/>
                  </a:lnTo>
                  <a:lnTo>
                    <a:pt x="4687209" y="1134296"/>
                  </a:lnTo>
                  <a:lnTo>
                    <a:pt x="4687354" y="1134296"/>
                  </a:lnTo>
                  <a:lnTo>
                    <a:pt x="4687499" y="1134296"/>
                  </a:lnTo>
                  <a:lnTo>
                    <a:pt x="4687645" y="1134296"/>
                  </a:lnTo>
                  <a:lnTo>
                    <a:pt x="4687790" y="1134296"/>
                  </a:lnTo>
                  <a:lnTo>
                    <a:pt x="4687936" y="1134296"/>
                  </a:lnTo>
                  <a:lnTo>
                    <a:pt x="4688081" y="1134296"/>
                  </a:lnTo>
                  <a:lnTo>
                    <a:pt x="4688227" y="1134296"/>
                  </a:lnTo>
                  <a:lnTo>
                    <a:pt x="4688372" y="1134296"/>
                  </a:lnTo>
                  <a:lnTo>
                    <a:pt x="4688517" y="1134296"/>
                  </a:lnTo>
                  <a:lnTo>
                    <a:pt x="4688663" y="1134296"/>
                  </a:lnTo>
                  <a:lnTo>
                    <a:pt x="4688808" y="1134296"/>
                  </a:lnTo>
                  <a:lnTo>
                    <a:pt x="4688954" y="1134296"/>
                  </a:lnTo>
                  <a:lnTo>
                    <a:pt x="4689099" y="1134296"/>
                  </a:lnTo>
                  <a:lnTo>
                    <a:pt x="4689245" y="1134296"/>
                  </a:lnTo>
                  <a:lnTo>
                    <a:pt x="4689390" y="1134296"/>
                  </a:lnTo>
                  <a:lnTo>
                    <a:pt x="4689535" y="1134296"/>
                  </a:lnTo>
                  <a:lnTo>
                    <a:pt x="4689681" y="1134296"/>
                  </a:lnTo>
                  <a:lnTo>
                    <a:pt x="4689826" y="1134296"/>
                  </a:lnTo>
                  <a:lnTo>
                    <a:pt x="4689972" y="1134296"/>
                  </a:lnTo>
                  <a:lnTo>
                    <a:pt x="4690117" y="1134296"/>
                  </a:lnTo>
                  <a:lnTo>
                    <a:pt x="4690263" y="1134296"/>
                  </a:lnTo>
                  <a:lnTo>
                    <a:pt x="4690263" y="1133672"/>
                  </a:lnTo>
                  <a:lnTo>
                    <a:pt x="4690408" y="1133672"/>
                  </a:lnTo>
                  <a:lnTo>
                    <a:pt x="4690553" y="1133672"/>
                  </a:lnTo>
                  <a:lnTo>
                    <a:pt x="4690699" y="1133672"/>
                  </a:lnTo>
                  <a:lnTo>
                    <a:pt x="4690844" y="1133672"/>
                  </a:lnTo>
                  <a:lnTo>
                    <a:pt x="4690990" y="1133672"/>
                  </a:lnTo>
                  <a:lnTo>
                    <a:pt x="4691135" y="1133672"/>
                  </a:lnTo>
                  <a:lnTo>
                    <a:pt x="4691281" y="1133672"/>
                  </a:lnTo>
                  <a:lnTo>
                    <a:pt x="4691426" y="1133672"/>
                  </a:lnTo>
                  <a:lnTo>
                    <a:pt x="4691571" y="1133672"/>
                  </a:lnTo>
                  <a:lnTo>
                    <a:pt x="4691717" y="1133672"/>
                  </a:lnTo>
                  <a:lnTo>
                    <a:pt x="4691862" y="1133672"/>
                  </a:lnTo>
                  <a:lnTo>
                    <a:pt x="4692008" y="1133672"/>
                  </a:lnTo>
                  <a:lnTo>
                    <a:pt x="4692153" y="1133672"/>
                  </a:lnTo>
                  <a:lnTo>
                    <a:pt x="4692299" y="1133672"/>
                  </a:lnTo>
                  <a:lnTo>
                    <a:pt x="4692444" y="1133672"/>
                  </a:lnTo>
                  <a:lnTo>
                    <a:pt x="4692589" y="1133672"/>
                  </a:lnTo>
                  <a:lnTo>
                    <a:pt x="4692735" y="1133672"/>
                  </a:lnTo>
                  <a:lnTo>
                    <a:pt x="4692880" y="1133672"/>
                  </a:lnTo>
                  <a:lnTo>
                    <a:pt x="4692880" y="1133049"/>
                  </a:lnTo>
                  <a:lnTo>
                    <a:pt x="4693026" y="1133049"/>
                  </a:lnTo>
                  <a:lnTo>
                    <a:pt x="4693171" y="1133049"/>
                  </a:lnTo>
                  <a:lnTo>
                    <a:pt x="4693316" y="1133049"/>
                  </a:lnTo>
                  <a:lnTo>
                    <a:pt x="4693462" y="1133049"/>
                  </a:lnTo>
                  <a:lnTo>
                    <a:pt x="4693607" y="1133049"/>
                  </a:lnTo>
                  <a:lnTo>
                    <a:pt x="4693753" y="1133049"/>
                  </a:lnTo>
                  <a:lnTo>
                    <a:pt x="4693898" y="1133049"/>
                  </a:lnTo>
                  <a:lnTo>
                    <a:pt x="4694044" y="1133049"/>
                  </a:lnTo>
                  <a:lnTo>
                    <a:pt x="4694189" y="1133049"/>
                  </a:lnTo>
                  <a:lnTo>
                    <a:pt x="4694334" y="1133049"/>
                  </a:lnTo>
                  <a:lnTo>
                    <a:pt x="4694480" y="1133049"/>
                  </a:lnTo>
                  <a:lnTo>
                    <a:pt x="4694625" y="1133049"/>
                  </a:lnTo>
                  <a:lnTo>
                    <a:pt x="4694771" y="1133049"/>
                  </a:lnTo>
                  <a:lnTo>
                    <a:pt x="4694916" y="1133049"/>
                  </a:lnTo>
                  <a:lnTo>
                    <a:pt x="4695062" y="1133049"/>
                  </a:lnTo>
                  <a:lnTo>
                    <a:pt x="4695207" y="1133049"/>
                  </a:lnTo>
                  <a:lnTo>
                    <a:pt x="4695352" y="1133049"/>
                  </a:lnTo>
                  <a:lnTo>
                    <a:pt x="4695498" y="1133049"/>
                  </a:lnTo>
                  <a:lnTo>
                    <a:pt x="4695643" y="1133049"/>
                  </a:lnTo>
                  <a:lnTo>
                    <a:pt x="4695789" y="1133049"/>
                  </a:lnTo>
                  <a:lnTo>
                    <a:pt x="4695934" y="1133049"/>
                  </a:lnTo>
                  <a:lnTo>
                    <a:pt x="4696080" y="1133049"/>
                  </a:lnTo>
                  <a:lnTo>
                    <a:pt x="4696225" y="1133049"/>
                  </a:lnTo>
                  <a:lnTo>
                    <a:pt x="4696370" y="1133049"/>
                  </a:lnTo>
                  <a:lnTo>
                    <a:pt x="4696516" y="1133049"/>
                  </a:lnTo>
                  <a:lnTo>
                    <a:pt x="4696516" y="1132425"/>
                  </a:lnTo>
                  <a:lnTo>
                    <a:pt x="4696661" y="1132425"/>
                  </a:lnTo>
                  <a:lnTo>
                    <a:pt x="4696807" y="1132425"/>
                  </a:lnTo>
                  <a:lnTo>
                    <a:pt x="4696952" y="1132425"/>
                  </a:lnTo>
                  <a:lnTo>
                    <a:pt x="4697098" y="1132425"/>
                  </a:lnTo>
                  <a:lnTo>
                    <a:pt x="4697243" y="1132425"/>
                  </a:lnTo>
                  <a:lnTo>
                    <a:pt x="4697388" y="1132425"/>
                  </a:lnTo>
                  <a:lnTo>
                    <a:pt x="4697534" y="1132425"/>
                  </a:lnTo>
                  <a:lnTo>
                    <a:pt x="4697679" y="1132425"/>
                  </a:lnTo>
                  <a:lnTo>
                    <a:pt x="4697825" y="1132425"/>
                  </a:lnTo>
                  <a:lnTo>
                    <a:pt x="4697970" y="1132425"/>
                  </a:lnTo>
                  <a:lnTo>
                    <a:pt x="4698116" y="1132425"/>
                  </a:lnTo>
                  <a:lnTo>
                    <a:pt x="4698261" y="1132425"/>
                  </a:lnTo>
                  <a:lnTo>
                    <a:pt x="4698406" y="1132425"/>
                  </a:lnTo>
                  <a:lnTo>
                    <a:pt x="4698406" y="1131801"/>
                  </a:lnTo>
                  <a:lnTo>
                    <a:pt x="4698552" y="1131801"/>
                  </a:lnTo>
                  <a:lnTo>
                    <a:pt x="4698697" y="1131801"/>
                  </a:lnTo>
                  <a:lnTo>
                    <a:pt x="4698697" y="1131178"/>
                  </a:lnTo>
                  <a:lnTo>
                    <a:pt x="4698843" y="1131178"/>
                  </a:lnTo>
                  <a:lnTo>
                    <a:pt x="4698988" y="1131178"/>
                  </a:lnTo>
                  <a:lnTo>
                    <a:pt x="4699134" y="1131178"/>
                  </a:lnTo>
                  <a:lnTo>
                    <a:pt x="4699279" y="1131178"/>
                  </a:lnTo>
                  <a:lnTo>
                    <a:pt x="4699424" y="1131178"/>
                  </a:lnTo>
                  <a:lnTo>
                    <a:pt x="4699570" y="1131178"/>
                  </a:lnTo>
                  <a:lnTo>
                    <a:pt x="4699570" y="1130554"/>
                  </a:lnTo>
                  <a:lnTo>
                    <a:pt x="4699715" y="1130554"/>
                  </a:lnTo>
                  <a:lnTo>
                    <a:pt x="4699861" y="1130554"/>
                  </a:lnTo>
                  <a:lnTo>
                    <a:pt x="4700006" y="1130554"/>
                  </a:lnTo>
                  <a:lnTo>
                    <a:pt x="4700151" y="1130554"/>
                  </a:lnTo>
                  <a:lnTo>
                    <a:pt x="4700151" y="1129931"/>
                  </a:lnTo>
                  <a:lnTo>
                    <a:pt x="4700297" y="1129931"/>
                  </a:lnTo>
                  <a:lnTo>
                    <a:pt x="4700297" y="1129307"/>
                  </a:lnTo>
                  <a:lnTo>
                    <a:pt x="4700442" y="1129307"/>
                  </a:lnTo>
                  <a:lnTo>
                    <a:pt x="4700588" y="1129307"/>
                  </a:lnTo>
                  <a:lnTo>
                    <a:pt x="4700733" y="1129307"/>
                  </a:lnTo>
                  <a:lnTo>
                    <a:pt x="4700879" y="1129307"/>
                  </a:lnTo>
                  <a:lnTo>
                    <a:pt x="4700879" y="1128683"/>
                  </a:lnTo>
                  <a:lnTo>
                    <a:pt x="4701024" y="1128683"/>
                  </a:lnTo>
                  <a:lnTo>
                    <a:pt x="4701169" y="1128683"/>
                  </a:lnTo>
                  <a:lnTo>
                    <a:pt x="4701315" y="1128683"/>
                  </a:lnTo>
                  <a:lnTo>
                    <a:pt x="4701460" y="1128683"/>
                  </a:lnTo>
                  <a:lnTo>
                    <a:pt x="4701606" y="1128683"/>
                  </a:lnTo>
                  <a:lnTo>
                    <a:pt x="4701751" y="1128683"/>
                  </a:lnTo>
                  <a:lnTo>
                    <a:pt x="4701897" y="1128683"/>
                  </a:lnTo>
                  <a:lnTo>
                    <a:pt x="4702042" y="1128683"/>
                  </a:lnTo>
                  <a:lnTo>
                    <a:pt x="4702042" y="1128060"/>
                  </a:lnTo>
                  <a:lnTo>
                    <a:pt x="4702187" y="1128060"/>
                  </a:lnTo>
                  <a:lnTo>
                    <a:pt x="4702333" y="1128060"/>
                  </a:lnTo>
                  <a:lnTo>
                    <a:pt x="4702478" y="1128060"/>
                  </a:lnTo>
                  <a:lnTo>
                    <a:pt x="4702624" y="1128060"/>
                  </a:lnTo>
                  <a:lnTo>
                    <a:pt x="4702624" y="1127436"/>
                  </a:lnTo>
                  <a:lnTo>
                    <a:pt x="4702769" y="1127436"/>
                  </a:lnTo>
                  <a:lnTo>
                    <a:pt x="4702915" y="1127436"/>
                  </a:lnTo>
                  <a:lnTo>
                    <a:pt x="4703060" y="1127436"/>
                  </a:lnTo>
                  <a:lnTo>
                    <a:pt x="4703060" y="1126813"/>
                  </a:lnTo>
                  <a:lnTo>
                    <a:pt x="4703205" y="1126813"/>
                  </a:lnTo>
                  <a:lnTo>
                    <a:pt x="4703351" y="1126813"/>
                  </a:lnTo>
                  <a:lnTo>
                    <a:pt x="4703496" y="1126813"/>
                  </a:lnTo>
                  <a:lnTo>
                    <a:pt x="4703642" y="1126813"/>
                  </a:lnTo>
                  <a:lnTo>
                    <a:pt x="4703787" y="1126813"/>
                  </a:lnTo>
                  <a:lnTo>
                    <a:pt x="4703933" y="1126813"/>
                  </a:lnTo>
                  <a:lnTo>
                    <a:pt x="4704078" y="1126813"/>
                  </a:lnTo>
                  <a:lnTo>
                    <a:pt x="4704223" y="1126813"/>
                  </a:lnTo>
                  <a:lnTo>
                    <a:pt x="4704369" y="1126813"/>
                  </a:lnTo>
                  <a:lnTo>
                    <a:pt x="4704514" y="1126813"/>
                  </a:lnTo>
                  <a:lnTo>
                    <a:pt x="4704660" y="1126813"/>
                  </a:lnTo>
                  <a:lnTo>
                    <a:pt x="4704805" y="1126813"/>
                  </a:lnTo>
                  <a:lnTo>
                    <a:pt x="4704951" y="1126813"/>
                  </a:lnTo>
                  <a:lnTo>
                    <a:pt x="4705096" y="1126813"/>
                  </a:lnTo>
                  <a:lnTo>
                    <a:pt x="4705241" y="1126813"/>
                  </a:lnTo>
                  <a:lnTo>
                    <a:pt x="4705387" y="1126813"/>
                  </a:lnTo>
                  <a:lnTo>
                    <a:pt x="4705532" y="1126813"/>
                  </a:lnTo>
                  <a:lnTo>
                    <a:pt x="4705678" y="1126813"/>
                  </a:lnTo>
                  <a:lnTo>
                    <a:pt x="4705823" y="1126813"/>
                  </a:lnTo>
                  <a:lnTo>
                    <a:pt x="4705968" y="1126813"/>
                  </a:lnTo>
                  <a:lnTo>
                    <a:pt x="4706114" y="1126813"/>
                  </a:lnTo>
                  <a:lnTo>
                    <a:pt x="4706259" y="1126813"/>
                  </a:lnTo>
                  <a:lnTo>
                    <a:pt x="4706259" y="1126189"/>
                  </a:lnTo>
                  <a:lnTo>
                    <a:pt x="4706405" y="1126189"/>
                  </a:lnTo>
                  <a:lnTo>
                    <a:pt x="4706550" y="1126189"/>
                  </a:lnTo>
                  <a:lnTo>
                    <a:pt x="4706696" y="1126189"/>
                  </a:lnTo>
                  <a:lnTo>
                    <a:pt x="4706841" y="1126189"/>
                  </a:lnTo>
                  <a:lnTo>
                    <a:pt x="4706986" y="1126189"/>
                  </a:lnTo>
                  <a:lnTo>
                    <a:pt x="4707132" y="1126189"/>
                  </a:lnTo>
                  <a:lnTo>
                    <a:pt x="4707277" y="1126189"/>
                  </a:lnTo>
                  <a:lnTo>
                    <a:pt x="4707423" y="1126189"/>
                  </a:lnTo>
                  <a:lnTo>
                    <a:pt x="4707568" y="1126189"/>
                  </a:lnTo>
                  <a:lnTo>
                    <a:pt x="4707714" y="1126189"/>
                  </a:lnTo>
                  <a:lnTo>
                    <a:pt x="4707859" y="1126189"/>
                  </a:lnTo>
                  <a:lnTo>
                    <a:pt x="4707859" y="1125566"/>
                  </a:lnTo>
                  <a:lnTo>
                    <a:pt x="4708004" y="1125566"/>
                  </a:lnTo>
                  <a:lnTo>
                    <a:pt x="4708150" y="1125566"/>
                  </a:lnTo>
                  <a:lnTo>
                    <a:pt x="4708295" y="1125566"/>
                  </a:lnTo>
                  <a:lnTo>
                    <a:pt x="4708441" y="1125566"/>
                  </a:lnTo>
                  <a:lnTo>
                    <a:pt x="4708586" y="1125566"/>
                  </a:lnTo>
                  <a:lnTo>
                    <a:pt x="4708732" y="1125566"/>
                  </a:lnTo>
                  <a:lnTo>
                    <a:pt x="4708877" y="1125566"/>
                  </a:lnTo>
                  <a:lnTo>
                    <a:pt x="4709022" y="1125566"/>
                  </a:lnTo>
                  <a:lnTo>
                    <a:pt x="4709168" y="1125566"/>
                  </a:lnTo>
                  <a:lnTo>
                    <a:pt x="4709313" y="1125566"/>
                  </a:lnTo>
                  <a:lnTo>
                    <a:pt x="4709459" y="1125566"/>
                  </a:lnTo>
                  <a:lnTo>
                    <a:pt x="4709604" y="1125566"/>
                  </a:lnTo>
                  <a:lnTo>
                    <a:pt x="4709750" y="1125566"/>
                  </a:lnTo>
                  <a:lnTo>
                    <a:pt x="4709895" y="1125566"/>
                  </a:lnTo>
                  <a:lnTo>
                    <a:pt x="4710040" y="1125566"/>
                  </a:lnTo>
                  <a:lnTo>
                    <a:pt x="4710186" y="1125566"/>
                  </a:lnTo>
                  <a:lnTo>
                    <a:pt x="4710331" y="1125566"/>
                  </a:lnTo>
                  <a:lnTo>
                    <a:pt x="4710331" y="1124942"/>
                  </a:lnTo>
                  <a:lnTo>
                    <a:pt x="4710477" y="1124942"/>
                  </a:lnTo>
                  <a:lnTo>
                    <a:pt x="4710622" y="1124942"/>
                  </a:lnTo>
                  <a:lnTo>
                    <a:pt x="4710768" y="1124942"/>
                  </a:lnTo>
                  <a:lnTo>
                    <a:pt x="4710913" y="1124942"/>
                  </a:lnTo>
                  <a:lnTo>
                    <a:pt x="4711058" y="1124942"/>
                  </a:lnTo>
                  <a:lnTo>
                    <a:pt x="4711204" y="1124942"/>
                  </a:lnTo>
                  <a:lnTo>
                    <a:pt x="4711349" y="1124942"/>
                  </a:lnTo>
                  <a:lnTo>
                    <a:pt x="4711495" y="1124942"/>
                  </a:lnTo>
                  <a:lnTo>
                    <a:pt x="4711640" y="1124942"/>
                  </a:lnTo>
                  <a:lnTo>
                    <a:pt x="4711786" y="1124942"/>
                  </a:lnTo>
                  <a:lnTo>
                    <a:pt x="4711931" y="1124942"/>
                  </a:lnTo>
                  <a:lnTo>
                    <a:pt x="4711931" y="1124318"/>
                  </a:lnTo>
                  <a:lnTo>
                    <a:pt x="4712076" y="1124318"/>
                  </a:lnTo>
                  <a:lnTo>
                    <a:pt x="4712222" y="1124318"/>
                  </a:lnTo>
                  <a:lnTo>
                    <a:pt x="4712367" y="1124318"/>
                  </a:lnTo>
                  <a:lnTo>
                    <a:pt x="4712513" y="1124318"/>
                  </a:lnTo>
                  <a:lnTo>
                    <a:pt x="4712658" y="1124318"/>
                  </a:lnTo>
                  <a:lnTo>
                    <a:pt x="4712803" y="1124318"/>
                  </a:lnTo>
                  <a:lnTo>
                    <a:pt x="4712949" y="1124318"/>
                  </a:lnTo>
                  <a:lnTo>
                    <a:pt x="4712949" y="1123695"/>
                  </a:lnTo>
                  <a:lnTo>
                    <a:pt x="4713094" y="1123695"/>
                  </a:lnTo>
                  <a:lnTo>
                    <a:pt x="4713240" y="1123695"/>
                  </a:lnTo>
                  <a:lnTo>
                    <a:pt x="4713385" y="1123695"/>
                  </a:lnTo>
                  <a:lnTo>
                    <a:pt x="4713531" y="1123695"/>
                  </a:lnTo>
                  <a:lnTo>
                    <a:pt x="4713676" y="1123695"/>
                  </a:lnTo>
                  <a:lnTo>
                    <a:pt x="4713821" y="1123695"/>
                  </a:lnTo>
                  <a:lnTo>
                    <a:pt x="4713967" y="1123695"/>
                  </a:lnTo>
                  <a:lnTo>
                    <a:pt x="4714112" y="1123695"/>
                  </a:lnTo>
                  <a:lnTo>
                    <a:pt x="4714258" y="1123695"/>
                  </a:lnTo>
                  <a:lnTo>
                    <a:pt x="4714403" y="1123695"/>
                  </a:lnTo>
                  <a:lnTo>
                    <a:pt x="4714549" y="1123695"/>
                  </a:lnTo>
                  <a:lnTo>
                    <a:pt x="4714694" y="1123695"/>
                  </a:lnTo>
                  <a:lnTo>
                    <a:pt x="4714839" y="1123695"/>
                  </a:lnTo>
                  <a:lnTo>
                    <a:pt x="4714839" y="1123071"/>
                  </a:lnTo>
                  <a:lnTo>
                    <a:pt x="4714985" y="1123071"/>
                  </a:lnTo>
                  <a:lnTo>
                    <a:pt x="4715130" y="1123071"/>
                  </a:lnTo>
                  <a:lnTo>
                    <a:pt x="4715276" y="1123071"/>
                  </a:lnTo>
                  <a:lnTo>
                    <a:pt x="4715421" y="1123071"/>
                  </a:lnTo>
                  <a:lnTo>
                    <a:pt x="4715567" y="1123071"/>
                  </a:lnTo>
                  <a:lnTo>
                    <a:pt x="4715712" y="1123071"/>
                  </a:lnTo>
                  <a:lnTo>
                    <a:pt x="4715857" y="1123071"/>
                  </a:lnTo>
                  <a:lnTo>
                    <a:pt x="4715857" y="1122448"/>
                  </a:lnTo>
                  <a:lnTo>
                    <a:pt x="4716003" y="1122448"/>
                  </a:lnTo>
                  <a:lnTo>
                    <a:pt x="4716148" y="1122448"/>
                  </a:lnTo>
                  <a:lnTo>
                    <a:pt x="4716294" y="1122448"/>
                  </a:lnTo>
                  <a:lnTo>
                    <a:pt x="4716439" y="1122448"/>
                  </a:lnTo>
                  <a:lnTo>
                    <a:pt x="4716585" y="1122448"/>
                  </a:lnTo>
                  <a:lnTo>
                    <a:pt x="4716730" y="1122448"/>
                  </a:lnTo>
                  <a:lnTo>
                    <a:pt x="4716730" y="1121824"/>
                  </a:lnTo>
                  <a:lnTo>
                    <a:pt x="4716875" y="1121824"/>
                  </a:lnTo>
                  <a:lnTo>
                    <a:pt x="4717021" y="1121824"/>
                  </a:lnTo>
                  <a:lnTo>
                    <a:pt x="4717166" y="1121824"/>
                  </a:lnTo>
                  <a:lnTo>
                    <a:pt x="4717312" y="1121824"/>
                  </a:lnTo>
                  <a:lnTo>
                    <a:pt x="4717457" y="1121824"/>
                  </a:lnTo>
                  <a:lnTo>
                    <a:pt x="4717603" y="1121824"/>
                  </a:lnTo>
                  <a:lnTo>
                    <a:pt x="4717748" y="1121824"/>
                  </a:lnTo>
                  <a:lnTo>
                    <a:pt x="4717893" y="1121824"/>
                  </a:lnTo>
                  <a:lnTo>
                    <a:pt x="4718039" y="1121824"/>
                  </a:lnTo>
                  <a:lnTo>
                    <a:pt x="4718184" y="1121824"/>
                  </a:lnTo>
                  <a:lnTo>
                    <a:pt x="4718330" y="1121824"/>
                  </a:lnTo>
                  <a:lnTo>
                    <a:pt x="4718475" y="1121824"/>
                  </a:lnTo>
                  <a:lnTo>
                    <a:pt x="4718621" y="1121824"/>
                  </a:lnTo>
                  <a:lnTo>
                    <a:pt x="4718766" y="1121824"/>
                  </a:lnTo>
                  <a:lnTo>
                    <a:pt x="4718911" y="1121824"/>
                  </a:lnTo>
                  <a:lnTo>
                    <a:pt x="4719057" y="1121824"/>
                  </a:lnTo>
                  <a:lnTo>
                    <a:pt x="4719202" y="1121824"/>
                  </a:lnTo>
                  <a:lnTo>
                    <a:pt x="4719348" y="1121824"/>
                  </a:lnTo>
                  <a:lnTo>
                    <a:pt x="4719493" y="1121824"/>
                  </a:lnTo>
                  <a:lnTo>
                    <a:pt x="4719638" y="1121824"/>
                  </a:lnTo>
                  <a:lnTo>
                    <a:pt x="4719784" y="1121824"/>
                  </a:lnTo>
                  <a:lnTo>
                    <a:pt x="4719929" y="1121824"/>
                  </a:lnTo>
                  <a:lnTo>
                    <a:pt x="4720075" y="1121824"/>
                  </a:lnTo>
                  <a:lnTo>
                    <a:pt x="4720220" y="1121824"/>
                  </a:lnTo>
                  <a:lnTo>
                    <a:pt x="4720366" y="1121824"/>
                  </a:lnTo>
                  <a:lnTo>
                    <a:pt x="4720511" y="1121824"/>
                  </a:lnTo>
                  <a:lnTo>
                    <a:pt x="4720656" y="1121824"/>
                  </a:lnTo>
                  <a:lnTo>
                    <a:pt x="4720802" y="1121824"/>
                  </a:lnTo>
                  <a:lnTo>
                    <a:pt x="4720802" y="1121201"/>
                  </a:lnTo>
                  <a:lnTo>
                    <a:pt x="4720947" y="1121201"/>
                  </a:lnTo>
                  <a:lnTo>
                    <a:pt x="4721093" y="1121201"/>
                  </a:lnTo>
                  <a:lnTo>
                    <a:pt x="4721238" y="1121201"/>
                  </a:lnTo>
                  <a:lnTo>
                    <a:pt x="4721384" y="1121201"/>
                  </a:lnTo>
                  <a:lnTo>
                    <a:pt x="4721529" y="1121201"/>
                  </a:lnTo>
                  <a:lnTo>
                    <a:pt x="4721674" y="1121201"/>
                  </a:lnTo>
                  <a:lnTo>
                    <a:pt x="4721820" y="1121201"/>
                  </a:lnTo>
                  <a:lnTo>
                    <a:pt x="4721965" y="1121201"/>
                  </a:lnTo>
                  <a:lnTo>
                    <a:pt x="4722111" y="1121201"/>
                  </a:lnTo>
                  <a:lnTo>
                    <a:pt x="4722256" y="1121201"/>
                  </a:lnTo>
                  <a:lnTo>
                    <a:pt x="4722402" y="1121201"/>
                  </a:lnTo>
                  <a:lnTo>
                    <a:pt x="4722402" y="1120577"/>
                  </a:lnTo>
                  <a:lnTo>
                    <a:pt x="4722547" y="1120577"/>
                  </a:lnTo>
                  <a:lnTo>
                    <a:pt x="4722692" y="1120577"/>
                  </a:lnTo>
                  <a:lnTo>
                    <a:pt x="4722838" y="1120577"/>
                  </a:lnTo>
                  <a:lnTo>
                    <a:pt x="4722983" y="1120577"/>
                  </a:lnTo>
                  <a:lnTo>
                    <a:pt x="4723129" y="1120577"/>
                  </a:lnTo>
                  <a:lnTo>
                    <a:pt x="4723129" y="1119953"/>
                  </a:lnTo>
                  <a:lnTo>
                    <a:pt x="4723274" y="1119953"/>
                  </a:lnTo>
                  <a:lnTo>
                    <a:pt x="4723420" y="1119953"/>
                  </a:lnTo>
                  <a:lnTo>
                    <a:pt x="4723565" y="1119953"/>
                  </a:lnTo>
                  <a:lnTo>
                    <a:pt x="4723710" y="1119953"/>
                  </a:lnTo>
                  <a:lnTo>
                    <a:pt x="4723856" y="1119953"/>
                  </a:lnTo>
                  <a:lnTo>
                    <a:pt x="4724001" y="1119953"/>
                  </a:lnTo>
                  <a:lnTo>
                    <a:pt x="4724147" y="1119953"/>
                  </a:lnTo>
                  <a:lnTo>
                    <a:pt x="4724292" y="1119953"/>
                  </a:lnTo>
                  <a:lnTo>
                    <a:pt x="4724438" y="1119953"/>
                  </a:lnTo>
                  <a:lnTo>
                    <a:pt x="4724583" y="1119953"/>
                  </a:lnTo>
                  <a:lnTo>
                    <a:pt x="4724728" y="1119953"/>
                  </a:lnTo>
                  <a:lnTo>
                    <a:pt x="4724874" y="1119953"/>
                  </a:lnTo>
                  <a:lnTo>
                    <a:pt x="4725019" y="1119953"/>
                  </a:lnTo>
                  <a:lnTo>
                    <a:pt x="4725165" y="1119953"/>
                  </a:lnTo>
                  <a:lnTo>
                    <a:pt x="4725310" y="1119953"/>
                  </a:lnTo>
                  <a:lnTo>
                    <a:pt x="4725456" y="1119953"/>
                  </a:lnTo>
                  <a:lnTo>
                    <a:pt x="4725601" y="1119953"/>
                  </a:lnTo>
                  <a:lnTo>
                    <a:pt x="4725746" y="1119953"/>
                  </a:lnTo>
                  <a:lnTo>
                    <a:pt x="4725892" y="1119953"/>
                  </a:lnTo>
                  <a:lnTo>
                    <a:pt x="4726037" y="1119953"/>
                  </a:lnTo>
                  <a:lnTo>
                    <a:pt x="4726183" y="1119953"/>
                  </a:lnTo>
                  <a:lnTo>
                    <a:pt x="4726328" y="1119953"/>
                  </a:lnTo>
                  <a:lnTo>
                    <a:pt x="4726473" y="1119953"/>
                  </a:lnTo>
                  <a:lnTo>
                    <a:pt x="4726619" y="1119953"/>
                  </a:lnTo>
                  <a:lnTo>
                    <a:pt x="4726764" y="1119953"/>
                  </a:lnTo>
                  <a:lnTo>
                    <a:pt x="4726910" y="1119953"/>
                  </a:lnTo>
                  <a:lnTo>
                    <a:pt x="4726910" y="1119330"/>
                  </a:lnTo>
                  <a:lnTo>
                    <a:pt x="4727055" y="1119330"/>
                  </a:lnTo>
                  <a:lnTo>
                    <a:pt x="4727201" y="1119330"/>
                  </a:lnTo>
                  <a:lnTo>
                    <a:pt x="4727346" y="1119330"/>
                  </a:lnTo>
                  <a:lnTo>
                    <a:pt x="4727491" y="1119330"/>
                  </a:lnTo>
                  <a:lnTo>
                    <a:pt x="4727637" y="1119330"/>
                  </a:lnTo>
                  <a:lnTo>
                    <a:pt x="4727782" y="1119330"/>
                  </a:lnTo>
                  <a:lnTo>
                    <a:pt x="4727928" y="1119330"/>
                  </a:lnTo>
                  <a:lnTo>
                    <a:pt x="4728073" y="1119330"/>
                  </a:lnTo>
                  <a:lnTo>
                    <a:pt x="4728219" y="1119330"/>
                  </a:lnTo>
                  <a:lnTo>
                    <a:pt x="4728364" y="1119330"/>
                  </a:lnTo>
                  <a:lnTo>
                    <a:pt x="4728509" y="1119330"/>
                  </a:lnTo>
                  <a:lnTo>
                    <a:pt x="4728655" y="1119330"/>
                  </a:lnTo>
                  <a:lnTo>
                    <a:pt x="4728800" y="1119330"/>
                  </a:lnTo>
                  <a:lnTo>
                    <a:pt x="4728946" y="1119330"/>
                  </a:lnTo>
                  <a:lnTo>
                    <a:pt x="4729091" y="1119330"/>
                  </a:lnTo>
                  <a:lnTo>
                    <a:pt x="4729237" y="1119330"/>
                  </a:lnTo>
                  <a:lnTo>
                    <a:pt x="4729237" y="1118706"/>
                  </a:lnTo>
                  <a:lnTo>
                    <a:pt x="4729382" y="1118706"/>
                  </a:lnTo>
                  <a:lnTo>
                    <a:pt x="4729527" y="1118706"/>
                  </a:lnTo>
                  <a:lnTo>
                    <a:pt x="4729673" y="1118706"/>
                  </a:lnTo>
                  <a:lnTo>
                    <a:pt x="4729818" y="1118706"/>
                  </a:lnTo>
                  <a:lnTo>
                    <a:pt x="4729964" y="1118706"/>
                  </a:lnTo>
                  <a:lnTo>
                    <a:pt x="4730109" y="1118706"/>
                  </a:lnTo>
                  <a:lnTo>
                    <a:pt x="4730255" y="1118706"/>
                  </a:lnTo>
                  <a:lnTo>
                    <a:pt x="4730400" y="1118706"/>
                  </a:lnTo>
                  <a:lnTo>
                    <a:pt x="4730545" y="1118706"/>
                  </a:lnTo>
                  <a:lnTo>
                    <a:pt x="4730545" y="1118083"/>
                  </a:lnTo>
                  <a:lnTo>
                    <a:pt x="4730691" y="1118083"/>
                  </a:lnTo>
                  <a:lnTo>
                    <a:pt x="4730836" y="1118083"/>
                  </a:lnTo>
                  <a:lnTo>
                    <a:pt x="4730982" y="1118083"/>
                  </a:lnTo>
                  <a:lnTo>
                    <a:pt x="4731127" y="1118083"/>
                  </a:lnTo>
                  <a:lnTo>
                    <a:pt x="4731127" y="1117459"/>
                  </a:lnTo>
                  <a:lnTo>
                    <a:pt x="4731127" y="1116835"/>
                  </a:lnTo>
                  <a:lnTo>
                    <a:pt x="4731273" y="1116835"/>
                  </a:lnTo>
                  <a:lnTo>
                    <a:pt x="4731418" y="1116835"/>
                  </a:lnTo>
                  <a:lnTo>
                    <a:pt x="4731563" y="1116835"/>
                  </a:lnTo>
                  <a:lnTo>
                    <a:pt x="4731709" y="1116835"/>
                  </a:lnTo>
                  <a:lnTo>
                    <a:pt x="4731854" y="1116835"/>
                  </a:lnTo>
                  <a:lnTo>
                    <a:pt x="4732000" y="1116835"/>
                  </a:lnTo>
                  <a:lnTo>
                    <a:pt x="4732145" y="1116835"/>
                  </a:lnTo>
                  <a:lnTo>
                    <a:pt x="4732291" y="1116835"/>
                  </a:lnTo>
                  <a:lnTo>
                    <a:pt x="4732436" y="1116835"/>
                  </a:lnTo>
                  <a:lnTo>
                    <a:pt x="4732436" y="1116212"/>
                  </a:lnTo>
                  <a:lnTo>
                    <a:pt x="4732436" y="1115588"/>
                  </a:lnTo>
                  <a:lnTo>
                    <a:pt x="4732581" y="1115588"/>
                  </a:lnTo>
                  <a:lnTo>
                    <a:pt x="4732727" y="1115588"/>
                  </a:lnTo>
                  <a:lnTo>
                    <a:pt x="4732872" y="1115588"/>
                  </a:lnTo>
                  <a:lnTo>
                    <a:pt x="4733018" y="1115588"/>
                  </a:lnTo>
                  <a:lnTo>
                    <a:pt x="4733163" y="1115588"/>
                  </a:lnTo>
                  <a:lnTo>
                    <a:pt x="4733308" y="1115588"/>
                  </a:lnTo>
                  <a:lnTo>
                    <a:pt x="4733454" y="1115588"/>
                  </a:lnTo>
                  <a:lnTo>
                    <a:pt x="4733599" y="1115588"/>
                  </a:lnTo>
                  <a:lnTo>
                    <a:pt x="4733745" y="1115588"/>
                  </a:lnTo>
                  <a:lnTo>
                    <a:pt x="4733890" y="1115588"/>
                  </a:lnTo>
                  <a:lnTo>
                    <a:pt x="4734036" y="1115588"/>
                  </a:lnTo>
                  <a:lnTo>
                    <a:pt x="4734036" y="1114965"/>
                  </a:lnTo>
                  <a:lnTo>
                    <a:pt x="4734181" y="1114965"/>
                  </a:lnTo>
                  <a:lnTo>
                    <a:pt x="4734326" y="1114965"/>
                  </a:lnTo>
                  <a:lnTo>
                    <a:pt x="4734472" y="1114965"/>
                  </a:lnTo>
                  <a:lnTo>
                    <a:pt x="4734617" y="1114965"/>
                  </a:lnTo>
                  <a:lnTo>
                    <a:pt x="4734763" y="1114965"/>
                  </a:lnTo>
                  <a:lnTo>
                    <a:pt x="4734763" y="1114341"/>
                  </a:lnTo>
                  <a:lnTo>
                    <a:pt x="4734908" y="1114341"/>
                  </a:lnTo>
                  <a:lnTo>
                    <a:pt x="4735054" y="1114341"/>
                  </a:lnTo>
                  <a:lnTo>
                    <a:pt x="4735199" y="1114341"/>
                  </a:lnTo>
                  <a:lnTo>
                    <a:pt x="4735344" y="1114341"/>
                  </a:lnTo>
                  <a:lnTo>
                    <a:pt x="4735490" y="1114341"/>
                  </a:lnTo>
                  <a:lnTo>
                    <a:pt x="4735635" y="1114341"/>
                  </a:lnTo>
                  <a:lnTo>
                    <a:pt x="4735781" y="1114341"/>
                  </a:lnTo>
                  <a:lnTo>
                    <a:pt x="4735926" y="1114341"/>
                  </a:lnTo>
                  <a:lnTo>
                    <a:pt x="4736072" y="1114341"/>
                  </a:lnTo>
                  <a:lnTo>
                    <a:pt x="4736217" y="1114341"/>
                  </a:lnTo>
                  <a:lnTo>
                    <a:pt x="4736217" y="1113718"/>
                  </a:lnTo>
                  <a:lnTo>
                    <a:pt x="4736362" y="1113718"/>
                  </a:lnTo>
                  <a:lnTo>
                    <a:pt x="4736508" y="1113718"/>
                  </a:lnTo>
                  <a:lnTo>
                    <a:pt x="4736653" y="1113718"/>
                  </a:lnTo>
                  <a:lnTo>
                    <a:pt x="4736799" y="1113718"/>
                  </a:lnTo>
                  <a:lnTo>
                    <a:pt x="4736944" y="1113718"/>
                  </a:lnTo>
                  <a:lnTo>
                    <a:pt x="4737090" y="1113718"/>
                  </a:lnTo>
                  <a:lnTo>
                    <a:pt x="4737235" y="1113718"/>
                  </a:lnTo>
                  <a:lnTo>
                    <a:pt x="4737380" y="1113718"/>
                  </a:lnTo>
                  <a:lnTo>
                    <a:pt x="4737526" y="1113718"/>
                  </a:lnTo>
                  <a:lnTo>
                    <a:pt x="4737671" y="1113718"/>
                  </a:lnTo>
                  <a:lnTo>
                    <a:pt x="4737817" y="1113718"/>
                  </a:lnTo>
                  <a:lnTo>
                    <a:pt x="4737962" y="1113718"/>
                  </a:lnTo>
                  <a:lnTo>
                    <a:pt x="4738108" y="1113718"/>
                  </a:lnTo>
                  <a:lnTo>
                    <a:pt x="4738253" y="1113718"/>
                  </a:lnTo>
                  <a:lnTo>
                    <a:pt x="4738398" y="1113718"/>
                  </a:lnTo>
                  <a:lnTo>
                    <a:pt x="4738544" y="1113718"/>
                  </a:lnTo>
                  <a:lnTo>
                    <a:pt x="4738689" y="1113718"/>
                  </a:lnTo>
                  <a:lnTo>
                    <a:pt x="4738689" y="1113094"/>
                  </a:lnTo>
                  <a:lnTo>
                    <a:pt x="4738835" y="1113094"/>
                  </a:lnTo>
                  <a:lnTo>
                    <a:pt x="4738980" y="1113094"/>
                  </a:lnTo>
                  <a:lnTo>
                    <a:pt x="4739126" y="1113094"/>
                  </a:lnTo>
                  <a:lnTo>
                    <a:pt x="4739271" y="1113094"/>
                  </a:lnTo>
                  <a:lnTo>
                    <a:pt x="4739416" y="1113094"/>
                  </a:lnTo>
                  <a:lnTo>
                    <a:pt x="4739562" y="1113094"/>
                  </a:lnTo>
                  <a:lnTo>
                    <a:pt x="4739707" y="1113094"/>
                  </a:lnTo>
                  <a:lnTo>
                    <a:pt x="4739853" y="1113094"/>
                  </a:lnTo>
                  <a:lnTo>
                    <a:pt x="4739853" y="1112470"/>
                  </a:lnTo>
                  <a:lnTo>
                    <a:pt x="4739998" y="1112470"/>
                  </a:lnTo>
                  <a:lnTo>
                    <a:pt x="4740143" y="1112470"/>
                  </a:lnTo>
                  <a:lnTo>
                    <a:pt x="4740289" y="1112470"/>
                  </a:lnTo>
                  <a:lnTo>
                    <a:pt x="4740434" y="1112470"/>
                  </a:lnTo>
                  <a:lnTo>
                    <a:pt x="4740580" y="1112470"/>
                  </a:lnTo>
                  <a:lnTo>
                    <a:pt x="4740725" y="1112470"/>
                  </a:lnTo>
                  <a:lnTo>
                    <a:pt x="4740725" y="1111847"/>
                  </a:lnTo>
                  <a:lnTo>
                    <a:pt x="4740871" y="1111847"/>
                  </a:lnTo>
                  <a:lnTo>
                    <a:pt x="4741016" y="1111847"/>
                  </a:lnTo>
                  <a:lnTo>
                    <a:pt x="4741016" y="1111223"/>
                  </a:lnTo>
                  <a:lnTo>
                    <a:pt x="4741016" y="1110600"/>
                  </a:lnTo>
                  <a:lnTo>
                    <a:pt x="4741161" y="1110600"/>
                  </a:lnTo>
                  <a:lnTo>
                    <a:pt x="4741307" y="1110600"/>
                  </a:lnTo>
                  <a:lnTo>
                    <a:pt x="4741452" y="1110600"/>
                  </a:lnTo>
                  <a:lnTo>
                    <a:pt x="4741452" y="1109976"/>
                  </a:lnTo>
                  <a:lnTo>
                    <a:pt x="4741598" y="1109976"/>
                  </a:lnTo>
                  <a:lnTo>
                    <a:pt x="4741598" y="1109352"/>
                  </a:lnTo>
                  <a:lnTo>
                    <a:pt x="4741743" y="1109352"/>
                  </a:lnTo>
                  <a:lnTo>
                    <a:pt x="4741889" y="1109352"/>
                  </a:lnTo>
                  <a:lnTo>
                    <a:pt x="4741889" y="1108729"/>
                  </a:lnTo>
                  <a:lnTo>
                    <a:pt x="4742034" y="1108729"/>
                  </a:lnTo>
                  <a:lnTo>
                    <a:pt x="4742179" y="1108729"/>
                  </a:lnTo>
                  <a:lnTo>
                    <a:pt x="4742179" y="1108105"/>
                  </a:lnTo>
                  <a:lnTo>
                    <a:pt x="4742325" y="1108105"/>
                  </a:lnTo>
                  <a:lnTo>
                    <a:pt x="4742470" y="1108105"/>
                  </a:lnTo>
                  <a:lnTo>
                    <a:pt x="4742616" y="1108105"/>
                  </a:lnTo>
                  <a:lnTo>
                    <a:pt x="4742761" y="1108105"/>
                  </a:lnTo>
                  <a:lnTo>
                    <a:pt x="4742907" y="1108105"/>
                  </a:lnTo>
                  <a:lnTo>
                    <a:pt x="4743052" y="1108105"/>
                  </a:lnTo>
                  <a:lnTo>
                    <a:pt x="4743197" y="1108105"/>
                  </a:lnTo>
                  <a:lnTo>
                    <a:pt x="4743343" y="1108105"/>
                  </a:lnTo>
                  <a:lnTo>
                    <a:pt x="4743488" y="1108105"/>
                  </a:lnTo>
                  <a:lnTo>
                    <a:pt x="4743634" y="1108105"/>
                  </a:lnTo>
                  <a:lnTo>
                    <a:pt x="4743779" y="1108105"/>
                  </a:lnTo>
                  <a:lnTo>
                    <a:pt x="4743925" y="1108105"/>
                  </a:lnTo>
                  <a:lnTo>
                    <a:pt x="4743925" y="1107482"/>
                  </a:lnTo>
                  <a:lnTo>
                    <a:pt x="4744070" y="1107482"/>
                  </a:lnTo>
                  <a:lnTo>
                    <a:pt x="4744215" y="1107482"/>
                  </a:lnTo>
                  <a:lnTo>
                    <a:pt x="4744361" y="1107482"/>
                  </a:lnTo>
                  <a:lnTo>
                    <a:pt x="4744506" y="1107482"/>
                  </a:lnTo>
                  <a:lnTo>
                    <a:pt x="4744652" y="1107482"/>
                  </a:lnTo>
                  <a:lnTo>
                    <a:pt x="4744797" y="1107482"/>
                  </a:lnTo>
                  <a:lnTo>
                    <a:pt x="4744943" y="1107482"/>
                  </a:lnTo>
                  <a:lnTo>
                    <a:pt x="4745088" y="1107482"/>
                  </a:lnTo>
                  <a:lnTo>
                    <a:pt x="4745233" y="1107482"/>
                  </a:lnTo>
                  <a:lnTo>
                    <a:pt x="4745379" y="1107482"/>
                  </a:lnTo>
                  <a:lnTo>
                    <a:pt x="4745524" y="1107482"/>
                  </a:lnTo>
                  <a:lnTo>
                    <a:pt x="4745670" y="1107482"/>
                  </a:lnTo>
                  <a:lnTo>
                    <a:pt x="4745815" y="1107482"/>
                  </a:lnTo>
                  <a:lnTo>
                    <a:pt x="4745961" y="1107482"/>
                  </a:lnTo>
                  <a:lnTo>
                    <a:pt x="4746106" y="1107482"/>
                  </a:lnTo>
                  <a:lnTo>
                    <a:pt x="4746251" y="1107482"/>
                  </a:lnTo>
                  <a:lnTo>
                    <a:pt x="4746397" y="1107482"/>
                  </a:lnTo>
                  <a:lnTo>
                    <a:pt x="4746542" y="1107482"/>
                  </a:lnTo>
                  <a:lnTo>
                    <a:pt x="4746542" y="1106858"/>
                  </a:lnTo>
                  <a:lnTo>
                    <a:pt x="4746688" y="1106858"/>
                  </a:lnTo>
                  <a:lnTo>
                    <a:pt x="4746833" y="1106858"/>
                  </a:lnTo>
                  <a:lnTo>
                    <a:pt x="4746978" y="1106858"/>
                  </a:lnTo>
                  <a:lnTo>
                    <a:pt x="4747124" y="1106858"/>
                  </a:lnTo>
                  <a:lnTo>
                    <a:pt x="4747269" y="1106858"/>
                  </a:lnTo>
                  <a:lnTo>
                    <a:pt x="4747415" y="1106858"/>
                  </a:lnTo>
                  <a:lnTo>
                    <a:pt x="4747415" y="1106235"/>
                  </a:lnTo>
                  <a:lnTo>
                    <a:pt x="4747560" y="1106235"/>
                  </a:lnTo>
                  <a:lnTo>
                    <a:pt x="4747706" y="1106235"/>
                  </a:lnTo>
                  <a:lnTo>
                    <a:pt x="4747851" y="1106235"/>
                  </a:lnTo>
                  <a:lnTo>
                    <a:pt x="4747851" y="1105611"/>
                  </a:lnTo>
                  <a:lnTo>
                    <a:pt x="4747996" y="1105611"/>
                  </a:lnTo>
                  <a:lnTo>
                    <a:pt x="4748142" y="1105611"/>
                  </a:lnTo>
                  <a:lnTo>
                    <a:pt x="4748142" y="1104987"/>
                  </a:lnTo>
                  <a:lnTo>
                    <a:pt x="4748287" y="1104987"/>
                  </a:lnTo>
                  <a:lnTo>
                    <a:pt x="4748433" y="1104987"/>
                  </a:lnTo>
                  <a:lnTo>
                    <a:pt x="4748578" y="1104987"/>
                  </a:lnTo>
                  <a:lnTo>
                    <a:pt x="4748724" y="1104987"/>
                  </a:lnTo>
                  <a:lnTo>
                    <a:pt x="4748869" y="1104987"/>
                  </a:lnTo>
                  <a:lnTo>
                    <a:pt x="4748869" y="1104364"/>
                  </a:lnTo>
                  <a:lnTo>
                    <a:pt x="4748869" y="1103740"/>
                  </a:lnTo>
                  <a:lnTo>
                    <a:pt x="4749014" y="1103740"/>
                  </a:lnTo>
                  <a:lnTo>
                    <a:pt x="4749160" y="1103740"/>
                  </a:lnTo>
                  <a:lnTo>
                    <a:pt x="4749305" y="1103740"/>
                  </a:lnTo>
                  <a:lnTo>
                    <a:pt x="4749305" y="1103117"/>
                  </a:lnTo>
                  <a:lnTo>
                    <a:pt x="4749451" y="1103117"/>
                  </a:lnTo>
                  <a:lnTo>
                    <a:pt x="4749596" y="1103117"/>
                  </a:lnTo>
                  <a:lnTo>
                    <a:pt x="4749596" y="1102493"/>
                  </a:lnTo>
                  <a:lnTo>
                    <a:pt x="4749742" y="1102493"/>
                  </a:lnTo>
                  <a:lnTo>
                    <a:pt x="4749887" y="1102493"/>
                  </a:lnTo>
                  <a:lnTo>
                    <a:pt x="4750032" y="1102493"/>
                  </a:lnTo>
                  <a:lnTo>
                    <a:pt x="4750178" y="1102493"/>
                  </a:lnTo>
                  <a:lnTo>
                    <a:pt x="4750323" y="1102493"/>
                  </a:lnTo>
                  <a:lnTo>
                    <a:pt x="4750469" y="1102493"/>
                  </a:lnTo>
                  <a:lnTo>
                    <a:pt x="4750614" y="1102493"/>
                  </a:lnTo>
                  <a:lnTo>
                    <a:pt x="4750760" y="1102493"/>
                  </a:lnTo>
                  <a:lnTo>
                    <a:pt x="4750905" y="1102493"/>
                  </a:lnTo>
                  <a:lnTo>
                    <a:pt x="4751050" y="1102493"/>
                  </a:lnTo>
                  <a:lnTo>
                    <a:pt x="4751196" y="1102493"/>
                  </a:lnTo>
                  <a:lnTo>
                    <a:pt x="4751341" y="1102493"/>
                  </a:lnTo>
                  <a:lnTo>
                    <a:pt x="4751487" y="1102493"/>
                  </a:lnTo>
                  <a:lnTo>
                    <a:pt x="4751632" y="1102493"/>
                  </a:lnTo>
                  <a:lnTo>
                    <a:pt x="4751778" y="1102493"/>
                  </a:lnTo>
                  <a:lnTo>
                    <a:pt x="4751923" y="1102493"/>
                  </a:lnTo>
                  <a:lnTo>
                    <a:pt x="4752068" y="1102493"/>
                  </a:lnTo>
                  <a:lnTo>
                    <a:pt x="4752214" y="1102493"/>
                  </a:lnTo>
                  <a:lnTo>
                    <a:pt x="4752359" y="1102493"/>
                  </a:lnTo>
                  <a:lnTo>
                    <a:pt x="4752505" y="1102493"/>
                  </a:lnTo>
                  <a:lnTo>
                    <a:pt x="4752650" y="1102493"/>
                  </a:lnTo>
                  <a:lnTo>
                    <a:pt x="4752796" y="1102493"/>
                  </a:lnTo>
                  <a:lnTo>
                    <a:pt x="4752941" y="1102493"/>
                  </a:lnTo>
                  <a:lnTo>
                    <a:pt x="4753086" y="1102493"/>
                  </a:lnTo>
                  <a:lnTo>
                    <a:pt x="4753086" y="1101869"/>
                  </a:lnTo>
                  <a:lnTo>
                    <a:pt x="4753086" y="1101246"/>
                  </a:lnTo>
                  <a:lnTo>
                    <a:pt x="4753232" y="1101246"/>
                  </a:lnTo>
                  <a:lnTo>
                    <a:pt x="4753377" y="1101246"/>
                  </a:lnTo>
                  <a:lnTo>
                    <a:pt x="4753523" y="1101246"/>
                  </a:lnTo>
                  <a:lnTo>
                    <a:pt x="4753668" y="1101246"/>
                  </a:lnTo>
                  <a:lnTo>
                    <a:pt x="4753813" y="1101246"/>
                  </a:lnTo>
                  <a:lnTo>
                    <a:pt x="4753959" y="1101246"/>
                  </a:lnTo>
                  <a:lnTo>
                    <a:pt x="4753959" y="1100622"/>
                  </a:lnTo>
                  <a:lnTo>
                    <a:pt x="4754104" y="1100622"/>
                  </a:lnTo>
                  <a:lnTo>
                    <a:pt x="4754250" y="1100622"/>
                  </a:lnTo>
                  <a:lnTo>
                    <a:pt x="4754395" y="1100622"/>
                  </a:lnTo>
                  <a:lnTo>
                    <a:pt x="4754541" y="1100622"/>
                  </a:lnTo>
                  <a:lnTo>
                    <a:pt x="4754541" y="1099999"/>
                  </a:lnTo>
                  <a:lnTo>
                    <a:pt x="4754686" y="1099999"/>
                  </a:lnTo>
                  <a:lnTo>
                    <a:pt x="4754831" y="1099999"/>
                  </a:lnTo>
                  <a:lnTo>
                    <a:pt x="4754977" y="1099999"/>
                  </a:lnTo>
                  <a:lnTo>
                    <a:pt x="4755122" y="1099999"/>
                  </a:lnTo>
                  <a:lnTo>
                    <a:pt x="4755268" y="1099999"/>
                  </a:lnTo>
                  <a:lnTo>
                    <a:pt x="4755413" y="1099999"/>
                  </a:lnTo>
                  <a:lnTo>
                    <a:pt x="4755559" y="1099999"/>
                  </a:lnTo>
                  <a:lnTo>
                    <a:pt x="4755704" y="1099999"/>
                  </a:lnTo>
                  <a:lnTo>
                    <a:pt x="4755849" y="1099999"/>
                  </a:lnTo>
                  <a:lnTo>
                    <a:pt x="4755995" y="1099999"/>
                  </a:lnTo>
                  <a:lnTo>
                    <a:pt x="4756140" y="1099999"/>
                  </a:lnTo>
                  <a:lnTo>
                    <a:pt x="4756286" y="1099999"/>
                  </a:lnTo>
                  <a:lnTo>
                    <a:pt x="4756431" y="1099999"/>
                  </a:lnTo>
                  <a:lnTo>
                    <a:pt x="4756431" y="1099375"/>
                  </a:lnTo>
                  <a:lnTo>
                    <a:pt x="4756577" y="1099375"/>
                  </a:lnTo>
                  <a:lnTo>
                    <a:pt x="4756722" y="1099375"/>
                  </a:lnTo>
                  <a:lnTo>
                    <a:pt x="4756867" y="1099375"/>
                  </a:lnTo>
                  <a:lnTo>
                    <a:pt x="4756867" y="1098752"/>
                  </a:lnTo>
                  <a:lnTo>
                    <a:pt x="4757013" y="1098752"/>
                  </a:lnTo>
                  <a:lnTo>
                    <a:pt x="4757158" y="1098752"/>
                  </a:lnTo>
                  <a:lnTo>
                    <a:pt x="4757304" y="1098752"/>
                  </a:lnTo>
                  <a:lnTo>
                    <a:pt x="4757449" y="1098752"/>
                  </a:lnTo>
                  <a:lnTo>
                    <a:pt x="4757595" y="1098752"/>
                  </a:lnTo>
                  <a:lnTo>
                    <a:pt x="4757740" y="1098752"/>
                  </a:lnTo>
                  <a:lnTo>
                    <a:pt x="4757885" y="1098752"/>
                  </a:lnTo>
                  <a:lnTo>
                    <a:pt x="4758031" y="1098752"/>
                  </a:lnTo>
                  <a:lnTo>
                    <a:pt x="4758176" y="1098752"/>
                  </a:lnTo>
                  <a:lnTo>
                    <a:pt x="4758322" y="1098752"/>
                  </a:lnTo>
                  <a:lnTo>
                    <a:pt x="4758467" y="1098752"/>
                  </a:lnTo>
                  <a:lnTo>
                    <a:pt x="4758613" y="1098752"/>
                  </a:lnTo>
                  <a:lnTo>
                    <a:pt x="4758758" y="1098752"/>
                  </a:lnTo>
                  <a:lnTo>
                    <a:pt x="4758903" y="1098752"/>
                  </a:lnTo>
                  <a:lnTo>
                    <a:pt x="4759049" y="1098752"/>
                  </a:lnTo>
                  <a:lnTo>
                    <a:pt x="4759194" y="1098752"/>
                  </a:lnTo>
                  <a:lnTo>
                    <a:pt x="4759340" y="1098752"/>
                  </a:lnTo>
                  <a:lnTo>
                    <a:pt x="4759485" y="1098752"/>
                  </a:lnTo>
                  <a:lnTo>
                    <a:pt x="4759631" y="1098752"/>
                  </a:lnTo>
                  <a:lnTo>
                    <a:pt x="4759776" y="1098752"/>
                  </a:lnTo>
                  <a:lnTo>
                    <a:pt x="4759921" y="1098752"/>
                  </a:lnTo>
                  <a:lnTo>
                    <a:pt x="4760067" y="1098752"/>
                  </a:lnTo>
                  <a:lnTo>
                    <a:pt x="4760212" y="1098752"/>
                  </a:lnTo>
                  <a:lnTo>
                    <a:pt x="4760358" y="1098752"/>
                  </a:lnTo>
                  <a:lnTo>
                    <a:pt x="4760503" y="1098752"/>
                  </a:lnTo>
                  <a:lnTo>
                    <a:pt x="4760648" y="1098752"/>
                  </a:lnTo>
                  <a:lnTo>
                    <a:pt x="4760794" y="1098752"/>
                  </a:lnTo>
                  <a:lnTo>
                    <a:pt x="4760939" y="1098752"/>
                  </a:lnTo>
                  <a:lnTo>
                    <a:pt x="4761085" y="1098752"/>
                  </a:lnTo>
                  <a:lnTo>
                    <a:pt x="4761230" y="1098752"/>
                  </a:lnTo>
                  <a:lnTo>
                    <a:pt x="4761376" y="1098752"/>
                  </a:lnTo>
                  <a:lnTo>
                    <a:pt x="4761521" y="1098752"/>
                  </a:lnTo>
                  <a:lnTo>
                    <a:pt x="4761666" y="1098752"/>
                  </a:lnTo>
                  <a:lnTo>
                    <a:pt x="4761812" y="1098752"/>
                  </a:lnTo>
                  <a:lnTo>
                    <a:pt x="4761957" y="1098752"/>
                  </a:lnTo>
                  <a:lnTo>
                    <a:pt x="4762103" y="1098752"/>
                  </a:lnTo>
                  <a:lnTo>
                    <a:pt x="4762248" y="1098752"/>
                  </a:lnTo>
                  <a:lnTo>
                    <a:pt x="4762394" y="1098752"/>
                  </a:lnTo>
                  <a:lnTo>
                    <a:pt x="4762539" y="1098752"/>
                  </a:lnTo>
                  <a:lnTo>
                    <a:pt x="4762684" y="1098752"/>
                  </a:lnTo>
                  <a:lnTo>
                    <a:pt x="4762830" y="1098752"/>
                  </a:lnTo>
                  <a:lnTo>
                    <a:pt x="4762975" y="1098752"/>
                  </a:lnTo>
                  <a:lnTo>
                    <a:pt x="4763121" y="1098752"/>
                  </a:lnTo>
                  <a:lnTo>
                    <a:pt x="4763121" y="1098128"/>
                  </a:lnTo>
                  <a:lnTo>
                    <a:pt x="4763266" y="1098128"/>
                  </a:lnTo>
                  <a:lnTo>
                    <a:pt x="4763412" y="1098128"/>
                  </a:lnTo>
                  <a:lnTo>
                    <a:pt x="4763557" y="1098128"/>
                  </a:lnTo>
                  <a:lnTo>
                    <a:pt x="4763702" y="1098128"/>
                  </a:lnTo>
                  <a:lnTo>
                    <a:pt x="4763848" y="1098128"/>
                  </a:lnTo>
                  <a:lnTo>
                    <a:pt x="4763848" y="1097504"/>
                  </a:lnTo>
                  <a:lnTo>
                    <a:pt x="4763993" y="1097504"/>
                  </a:lnTo>
                  <a:lnTo>
                    <a:pt x="4764139" y="1097504"/>
                  </a:lnTo>
                  <a:lnTo>
                    <a:pt x="4764284" y="1097504"/>
                  </a:lnTo>
                  <a:lnTo>
                    <a:pt x="4764430" y="1097504"/>
                  </a:lnTo>
                  <a:lnTo>
                    <a:pt x="4764575" y="1097504"/>
                  </a:lnTo>
                  <a:lnTo>
                    <a:pt x="4764720" y="1097504"/>
                  </a:lnTo>
                  <a:lnTo>
                    <a:pt x="4764866" y="1097504"/>
                  </a:lnTo>
                  <a:lnTo>
                    <a:pt x="4765011" y="1097504"/>
                  </a:lnTo>
                  <a:lnTo>
                    <a:pt x="4765157" y="1097504"/>
                  </a:lnTo>
                  <a:lnTo>
                    <a:pt x="4765302" y="1097504"/>
                  </a:lnTo>
                  <a:lnTo>
                    <a:pt x="4765302" y="1096881"/>
                  </a:lnTo>
                  <a:lnTo>
                    <a:pt x="4765448" y="1096881"/>
                  </a:lnTo>
                  <a:lnTo>
                    <a:pt x="4765448" y="1096257"/>
                  </a:lnTo>
                  <a:lnTo>
                    <a:pt x="4765448" y="1095634"/>
                  </a:lnTo>
                  <a:lnTo>
                    <a:pt x="4765593" y="1095634"/>
                  </a:lnTo>
                  <a:lnTo>
                    <a:pt x="4765738" y="1095634"/>
                  </a:lnTo>
                  <a:lnTo>
                    <a:pt x="4765884" y="1095634"/>
                  </a:lnTo>
                  <a:lnTo>
                    <a:pt x="4766029" y="1095634"/>
                  </a:lnTo>
                  <a:lnTo>
                    <a:pt x="4766175" y="1095634"/>
                  </a:lnTo>
                  <a:lnTo>
                    <a:pt x="4766320" y="1095634"/>
                  </a:lnTo>
                  <a:lnTo>
                    <a:pt x="4766466" y="1095634"/>
                  </a:lnTo>
                  <a:lnTo>
                    <a:pt x="4766611" y="1095634"/>
                  </a:lnTo>
                  <a:lnTo>
                    <a:pt x="4766756" y="1095634"/>
                  </a:lnTo>
                  <a:lnTo>
                    <a:pt x="4766902" y="1095634"/>
                  </a:lnTo>
                  <a:lnTo>
                    <a:pt x="4767047" y="1095634"/>
                  </a:lnTo>
                  <a:lnTo>
                    <a:pt x="4767193" y="1095634"/>
                  </a:lnTo>
                  <a:lnTo>
                    <a:pt x="4767338" y="1095634"/>
                  </a:lnTo>
                  <a:lnTo>
                    <a:pt x="4767483" y="1095634"/>
                  </a:lnTo>
                  <a:lnTo>
                    <a:pt x="4767629" y="1095634"/>
                  </a:lnTo>
                  <a:lnTo>
                    <a:pt x="4767629" y="1095010"/>
                  </a:lnTo>
                  <a:lnTo>
                    <a:pt x="4767774" y="1095010"/>
                  </a:lnTo>
                  <a:lnTo>
                    <a:pt x="4767920" y="1095010"/>
                  </a:lnTo>
                  <a:lnTo>
                    <a:pt x="4768065" y="1095010"/>
                  </a:lnTo>
                  <a:lnTo>
                    <a:pt x="4768211" y="1095010"/>
                  </a:lnTo>
                  <a:lnTo>
                    <a:pt x="4768356" y="1095010"/>
                  </a:lnTo>
                  <a:lnTo>
                    <a:pt x="4768501" y="1095010"/>
                  </a:lnTo>
                  <a:lnTo>
                    <a:pt x="4768647" y="1095010"/>
                  </a:lnTo>
                  <a:lnTo>
                    <a:pt x="4768792" y="1095010"/>
                  </a:lnTo>
                  <a:lnTo>
                    <a:pt x="4768938" y="1095010"/>
                  </a:lnTo>
                  <a:lnTo>
                    <a:pt x="4769083" y="1095010"/>
                  </a:lnTo>
                  <a:lnTo>
                    <a:pt x="4769229" y="1095010"/>
                  </a:lnTo>
                  <a:lnTo>
                    <a:pt x="4769374" y="1095010"/>
                  </a:lnTo>
                  <a:lnTo>
                    <a:pt x="4769519" y="1095010"/>
                  </a:lnTo>
                  <a:lnTo>
                    <a:pt x="4769665" y="1095010"/>
                  </a:lnTo>
                  <a:lnTo>
                    <a:pt x="4769810" y="1095010"/>
                  </a:lnTo>
                  <a:lnTo>
                    <a:pt x="4769956" y="1095010"/>
                  </a:lnTo>
                  <a:lnTo>
                    <a:pt x="4770101" y="1095010"/>
                  </a:lnTo>
                  <a:lnTo>
                    <a:pt x="4770247" y="1095010"/>
                  </a:lnTo>
                  <a:lnTo>
                    <a:pt x="4770392" y="1095010"/>
                  </a:lnTo>
                  <a:lnTo>
                    <a:pt x="4770537" y="1095010"/>
                  </a:lnTo>
                  <a:lnTo>
                    <a:pt x="4770683" y="1095010"/>
                  </a:lnTo>
                  <a:lnTo>
                    <a:pt x="4770828" y="1095010"/>
                  </a:lnTo>
                  <a:lnTo>
                    <a:pt x="4770974" y="1095010"/>
                  </a:lnTo>
                  <a:lnTo>
                    <a:pt x="4770974" y="1094386"/>
                  </a:lnTo>
                  <a:lnTo>
                    <a:pt x="4771119" y="1094386"/>
                  </a:lnTo>
                  <a:lnTo>
                    <a:pt x="4771265" y="1094386"/>
                  </a:lnTo>
                  <a:lnTo>
                    <a:pt x="4771410" y="1094386"/>
                  </a:lnTo>
                  <a:lnTo>
                    <a:pt x="4771555" y="1094386"/>
                  </a:lnTo>
                  <a:lnTo>
                    <a:pt x="4771555" y="1093763"/>
                  </a:lnTo>
                  <a:lnTo>
                    <a:pt x="4771701" y="1093763"/>
                  </a:lnTo>
                  <a:lnTo>
                    <a:pt x="4771846" y="1093763"/>
                  </a:lnTo>
                  <a:lnTo>
                    <a:pt x="4771992" y="1093763"/>
                  </a:lnTo>
                  <a:lnTo>
                    <a:pt x="4772137" y="1093763"/>
                  </a:lnTo>
                  <a:lnTo>
                    <a:pt x="4772283" y="1093763"/>
                  </a:lnTo>
                  <a:lnTo>
                    <a:pt x="4772283" y="1093139"/>
                  </a:lnTo>
                  <a:lnTo>
                    <a:pt x="4772428" y="1093139"/>
                  </a:lnTo>
                  <a:lnTo>
                    <a:pt x="4772573" y="1093139"/>
                  </a:lnTo>
                  <a:lnTo>
                    <a:pt x="4772719" y="1093139"/>
                  </a:lnTo>
                  <a:lnTo>
                    <a:pt x="4772864" y="1093139"/>
                  </a:lnTo>
                  <a:lnTo>
                    <a:pt x="4772864" y="1092516"/>
                  </a:lnTo>
                  <a:lnTo>
                    <a:pt x="4773010" y="1092516"/>
                  </a:lnTo>
                  <a:lnTo>
                    <a:pt x="4773155" y="1092516"/>
                  </a:lnTo>
                  <a:lnTo>
                    <a:pt x="4773301" y="1092516"/>
                  </a:lnTo>
                  <a:lnTo>
                    <a:pt x="4773446" y="1092516"/>
                  </a:lnTo>
                  <a:lnTo>
                    <a:pt x="4773591" y="1092516"/>
                  </a:lnTo>
                  <a:lnTo>
                    <a:pt x="4773737" y="1092516"/>
                  </a:lnTo>
                  <a:lnTo>
                    <a:pt x="4773882" y="1092516"/>
                  </a:lnTo>
                  <a:lnTo>
                    <a:pt x="4774028" y="1092516"/>
                  </a:lnTo>
                  <a:lnTo>
                    <a:pt x="4774173" y="1092516"/>
                  </a:lnTo>
                  <a:lnTo>
                    <a:pt x="4774173" y="1091892"/>
                  </a:lnTo>
                  <a:lnTo>
                    <a:pt x="4774318" y="1091892"/>
                  </a:lnTo>
                  <a:lnTo>
                    <a:pt x="4774464" y="1091892"/>
                  </a:lnTo>
                  <a:lnTo>
                    <a:pt x="4774609" y="1091892"/>
                  </a:lnTo>
                  <a:lnTo>
                    <a:pt x="4774755" y="1091892"/>
                  </a:lnTo>
                  <a:lnTo>
                    <a:pt x="4774755" y="1091269"/>
                  </a:lnTo>
                  <a:lnTo>
                    <a:pt x="4774900" y="1091269"/>
                  </a:lnTo>
                  <a:lnTo>
                    <a:pt x="4775046" y="1091269"/>
                  </a:lnTo>
                  <a:lnTo>
                    <a:pt x="4775191" y="1091269"/>
                  </a:lnTo>
                  <a:lnTo>
                    <a:pt x="4775336" y="1091269"/>
                  </a:lnTo>
                  <a:lnTo>
                    <a:pt x="4775482" y="1091269"/>
                  </a:lnTo>
                  <a:lnTo>
                    <a:pt x="4775627" y="1091269"/>
                  </a:lnTo>
                  <a:lnTo>
                    <a:pt x="4775773" y="1091269"/>
                  </a:lnTo>
                  <a:lnTo>
                    <a:pt x="4775773" y="1090645"/>
                  </a:lnTo>
                  <a:lnTo>
                    <a:pt x="4775918" y="1090645"/>
                  </a:lnTo>
                  <a:lnTo>
                    <a:pt x="4776064" y="1090645"/>
                  </a:lnTo>
                  <a:lnTo>
                    <a:pt x="4776209" y="1090645"/>
                  </a:lnTo>
                  <a:lnTo>
                    <a:pt x="4776209" y="1090021"/>
                  </a:lnTo>
                  <a:lnTo>
                    <a:pt x="4776354" y="1090021"/>
                  </a:lnTo>
                  <a:lnTo>
                    <a:pt x="4776500" y="1090021"/>
                  </a:lnTo>
                  <a:lnTo>
                    <a:pt x="4776645" y="1090021"/>
                  </a:lnTo>
                  <a:lnTo>
                    <a:pt x="4776791" y="1090021"/>
                  </a:lnTo>
                  <a:lnTo>
                    <a:pt x="4776936" y="1090021"/>
                  </a:lnTo>
                  <a:lnTo>
                    <a:pt x="4776936" y="1089398"/>
                  </a:lnTo>
                  <a:lnTo>
                    <a:pt x="4777082" y="1089398"/>
                  </a:lnTo>
                  <a:lnTo>
                    <a:pt x="4777227" y="1089398"/>
                  </a:lnTo>
                  <a:lnTo>
                    <a:pt x="4777372" y="1089398"/>
                  </a:lnTo>
                  <a:lnTo>
                    <a:pt x="4777518" y="1089398"/>
                  </a:lnTo>
                  <a:lnTo>
                    <a:pt x="4777663" y="1089398"/>
                  </a:lnTo>
                  <a:lnTo>
                    <a:pt x="4777809" y="1089398"/>
                  </a:lnTo>
                  <a:lnTo>
                    <a:pt x="4777954" y="1089398"/>
                  </a:lnTo>
                  <a:lnTo>
                    <a:pt x="4778100" y="1089398"/>
                  </a:lnTo>
                  <a:lnTo>
                    <a:pt x="4778245" y="1089398"/>
                  </a:lnTo>
                  <a:lnTo>
                    <a:pt x="4778390" y="1089398"/>
                  </a:lnTo>
                  <a:lnTo>
                    <a:pt x="4778536" y="1089398"/>
                  </a:lnTo>
                  <a:lnTo>
                    <a:pt x="4778681" y="1089398"/>
                  </a:lnTo>
                  <a:lnTo>
                    <a:pt x="4778827" y="1089398"/>
                  </a:lnTo>
                  <a:lnTo>
                    <a:pt x="4778972" y="1089398"/>
                  </a:lnTo>
                  <a:lnTo>
                    <a:pt x="4778972" y="1088774"/>
                  </a:lnTo>
                  <a:lnTo>
                    <a:pt x="4779118" y="1088774"/>
                  </a:lnTo>
                  <a:lnTo>
                    <a:pt x="4779263" y="1088774"/>
                  </a:lnTo>
                  <a:lnTo>
                    <a:pt x="4779408" y="1088774"/>
                  </a:lnTo>
                  <a:lnTo>
                    <a:pt x="4779554" y="1088774"/>
                  </a:lnTo>
                  <a:lnTo>
                    <a:pt x="4779699" y="1088774"/>
                  </a:lnTo>
                  <a:lnTo>
                    <a:pt x="4779699" y="1088151"/>
                  </a:lnTo>
                  <a:lnTo>
                    <a:pt x="4779845" y="1088151"/>
                  </a:lnTo>
                  <a:lnTo>
                    <a:pt x="4779990" y="1088151"/>
                  </a:lnTo>
                  <a:lnTo>
                    <a:pt x="4780136" y="1088151"/>
                  </a:lnTo>
                  <a:lnTo>
                    <a:pt x="4780281" y="1088151"/>
                  </a:lnTo>
                  <a:lnTo>
                    <a:pt x="4780426" y="1088151"/>
                  </a:lnTo>
                  <a:lnTo>
                    <a:pt x="4780426" y="1087527"/>
                  </a:lnTo>
                  <a:lnTo>
                    <a:pt x="4780572" y="1087527"/>
                  </a:lnTo>
                  <a:lnTo>
                    <a:pt x="4780717" y="1087527"/>
                  </a:lnTo>
                  <a:lnTo>
                    <a:pt x="4780863" y="1087527"/>
                  </a:lnTo>
                  <a:lnTo>
                    <a:pt x="4781008" y="1087527"/>
                  </a:lnTo>
                  <a:lnTo>
                    <a:pt x="4781153" y="1087527"/>
                  </a:lnTo>
                  <a:lnTo>
                    <a:pt x="4781299" y="1087527"/>
                  </a:lnTo>
                  <a:lnTo>
                    <a:pt x="4781444" y="1087527"/>
                  </a:lnTo>
                  <a:lnTo>
                    <a:pt x="4781590" y="1087527"/>
                  </a:lnTo>
                  <a:lnTo>
                    <a:pt x="4781735" y="1087527"/>
                  </a:lnTo>
                  <a:lnTo>
                    <a:pt x="4781881" y="1087527"/>
                  </a:lnTo>
                  <a:lnTo>
                    <a:pt x="4782026" y="1087527"/>
                  </a:lnTo>
                  <a:lnTo>
                    <a:pt x="4782171" y="1087527"/>
                  </a:lnTo>
                  <a:lnTo>
                    <a:pt x="4782317" y="1087527"/>
                  </a:lnTo>
                  <a:lnTo>
                    <a:pt x="4782462" y="1087527"/>
                  </a:lnTo>
                  <a:lnTo>
                    <a:pt x="4782608" y="1087527"/>
                  </a:lnTo>
                  <a:lnTo>
                    <a:pt x="4782753" y="1087527"/>
                  </a:lnTo>
                  <a:lnTo>
                    <a:pt x="4782899" y="1087527"/>
                  </a:lnTo>
                  <a:lnTo>
                    <a:pt x="4783044" y="1087527"/>
                  </a:lnTo>
                  <a:lnTo>
                    <a:pt x="4783189" y="1087527"/>
                  </a:lnTo>
                  <a:lnTo>
                    <a:pt x="4783335" y="1087527"/>
                  </a:lnTo>
                  <a:lnTo>
                    <a:pt x="4783480" y="1087527"/>
                  </a:lnTo>
                  <a:lnTo>
                    <a:pt x="4783626" y="1087527"/>
                  </a:lnTo>
                  <a:lnTo>
                    <a:pt x="4783626" y="1086903"/>
                  </a:lnTo>
                  <a:lnTo>
                    <a:pt x="4783771" y="1086903"/>
                  </a:lnTo>
                  <a:lnTo>
                    <a:pt x="4783917" y="1086903"/>
                  </a:lnTo>
                  <a:lnTo>
                    <a:pt x="4784062" y="1086903"/>
                  </a:lnTo>
                  <a:lnTo>
                    <a:pt x="4784207" y="1086903"/>
                  </a:lnTo>
                  <a:lnTo>
                    <a:pt x="4784353" y="1086903"/>
                  </a:lnTo>
                  <a:lnTo>
                    <a:pt x="4784498" y="1086903"/>
                  </a:lnTo>
                  <a:lnTo>
                    <a:pt x="4784644" y="1086903"/>
                  </a:lnTo>
                  <a:lnTo>
                    <a:pt x="4784789" y="1086903"/>
                  </a:lnTo>
                  <a:lnTo>
                    <a:pt x="4784935" y="1086903"/>
                  </a:lnTo>
                  <a:lnTo>
                    <a:pt x="4785080" y="1086903"/>
                  </a:lnTo>
                  <a:lnTo>
                    <a:pt x="4785080" y="1086280"/>
                  </a:lnTo>
                  <a:lnTo>
                    <a:pt x="4785225" y="1086280"/>
                  </a:lnTo>
                  <a:lnTo>
                    <a:pt x="4785371" y="1086280"/>
                  </a:lnTo>
                  <a:lnTo>
                    <a:pt x="4785516" y="1086280"/>
                  </a:lnTo>
                  <a:lnTo>
                    <a:pt x="4785516" y="1085656"/>
                  </a:lnTo>
                  <a:lnTo>
                    <a:pt x="4785662" y="1085656"/>
                  </a:lnTo>
                  <a:lnTo>
                    <a:pt x="4785807" y="1085656"/>
                  </a:lnTo>
                  <a:lnTo>
                    <a:pt x="4785953" y="1085656"/>
                  </a:lnTo>
                  <a:lnTo>
                    <a:pt x="4786098" y="1085656"/>
                  </a:lnTo>
                  <a:lnTo>
                    <a:pt x="4786243" y="1085656"/>
                  </a:lnTo>
                  <a:lnTo>
                    <a:pt x="4786389" y="1085656"/>
                  </a:lnTo>
                  <a:lnTo>
                    <a:pt x="4786534" y="1085656"/>
                  </a:lnTo>
                  <a:lnTo>
                    <a:pt x="4786534" y="1085033"/>
                  </a:lnTo>
                  <a:lnTo>
                    <a:pt x="4786534" y="1084409"/>
                  </a:lnTo>
                  <a:lnTo>
                    <a:pt x="4786534" y="1083786"/>
                  </a:lnTo>
                  <a:lnTo>
                    <a:pt x="4786680" y="1083786"/>
                  </a:lnTo>
                  <a:lnTo>
                    <a:pt x="4786825" y="1083786"/>
                  </a:lnTo>
                  <a:lnTo>
                    <a:pt x="4786970" y="1083786"/>
                  </a:lnTo>
                  <a:lnTo>
                    <a:pt x="4787116" y="1083786"/>
                  </a:lnTo>
                  <a:lnTo>
                    <a:pt x="4787261" y="1083786"/>
                  </a:lnTo>
                  <a:lnTo>
                    <a:pt x="4787407" y="1083786"/>
                  </a:lnTo>
                  <a:lnTo>
                    <a:pt x="4787552" y="1083786"/>
                  </a:lnTo>
                  <a:lnTo>
                    <a:pt x="4787698" y="1083786"/>
                  </a:lnTo>
                  <a:lnTo>
                    <a:pt x="4787698" y="1083162"/>
                  </a:lnTo>
                  <a:lnTo>
                    <a:pt x="4787843" y="1083162"/>
                  </a:lnTo>
                  <a:lnTo>
                    <a:pt x="4787843" y="1082538"/>
                  </a:lnTo>
                  <a:lnTo>
                    <a:pt x="4787988" y="1082538"/>
                  </a:lnTo>
                  <a:lnTo>
                    <a:pt x="4788134" y="1082538"/>
                  </a:lnTo>
                  <a:lnTo>
                    <a:pt x="4788279" y="1082538"/>
                  </a:lnTo>
                  <a:lnTo>
                    <a:pt x="4788279" y="1081915"/>
                  </a:lnTo>
                  <a:lnTo>
                    <a:pt x="4788425" y="1081915"/>
                  </a:lnTo>
                  <a:lnTo>
                    <a:pt x="4788425" y="1081291"/>
                  </a:lnTo>
                  <a:lnTo>
                    <a:pt x="4788425" y="1080668"/>
                  </a:lnTo>
                  <a:lnTo>
                    <a:pt x="4788570" y="1080668"/>
                  </a:lnTo>
                  <a:lnTo>
                    <a:pt x="4788716" y="1080668"/>
                  </a:lnTo>
                  <a:lnTo>
                    <a:pt x="4788861" y="1080668"/>
                  </a:lnTo>
                  <a:lnTo>
                    <a:pt x="4789006" y="1080668"/>
                  </a:lnTo>
                  <a:lnTo>
                    <a:pt x="4789006" y="1080044"/>
                  </a:lnTo>
                  <a:lnTo>
                    <a:pt x="4789152" y="1080044"/>
                  </a:lnTo>
                  <a:lnTo>
                    <a:pt x="4789297" y="1080044"/>
                  </a:lnTo>
                  <a:lnTo>
                    <a:pt x="4789443" y="1080044"/>
                  </a:lnTo>
                  <a:lnTo>
                    <a:pt x="4789588" y="1080044"/>
                  </a:lnTo>
                  <a:lnTo>
                    <a:pt x="4789734" y="1080044"/>
                  </a:lnTo>
                  <a:lnTo>
                    <a:pt x="4789879" y="1080044"/>
                  </a:lnTo>
                  <a:lnTo>
                    <a:pt x="4790024" y="1080044"/>
                  </a:lnTo>
                  <a:lnTo>
                    <a:pt x="4790170" y="1080044"/>
                  </a:lnTo>
                  <a:lnTo>
                    <a:pt x="4790315" y="1080044"/>
                  </a:lnTo>
                  <a:lnTo>
                    <a:pt x="4790461" y="1080044"/>
                  </a:lnTo>
                  <a:lnTo>
                    <a:pt x="4790606" y="1080044"/>
                  </a:lnTo>
                  <a:lnTo>
                    <a:pt x="4790752" y="1080044"/>
                  </a:lnTo>
                  <a:lnTo>
                    <a:pt x="4790897" y="1080044"/>
                  </a:lnTo>
                  <a:lnTo>
                    <a:pt x="4791042" y="1080044"/>
                  </a:lnTo>
                  <a:lnTo>
                    <a:pt x="4791188" y="1080044"/>
                  </a:lnTo>
                  <a:lnTo>
                    <a:pt x="4791333" y="1080044"/>
                  </a:lnTo>
                  <a:lnTo>
                    <a:pt x="4791479" y="1080044"/>
                  </a:lnTo>
                  <a:lnTo>
                    <a:pt x="4791624" y="1080044"/>
                  </a:lnTo>
                  <a:lnTo>
                    <a:pt x="4791770" y="1080044"/>
                  </a:lnTo>
                  <a:lnTo>
                    <a:pt x="4791915" y="1080044"/>
                  </a:lnTo>
                  <a:lnTo>
                    <a:pt x="4791915" y="1079420"/>
                  </a:lnTo>
                  <a:lnTo>
                    <a:pt x="4792060" y="1079420"/>
                  </a:lnTo>
                  <a:lnTo>
                    <a:pt x="4792060" y="1078797"/>
                  </a:lnTo>
                  <a:lnTo>
                    <a:pt x="4792206" y="1078797"/>
                  </a:lnTo>
                  <a:lnTo>
                    <a:pt x="4792206" y="1078173"/>
                  </a:lnTo>
                  <a:lnTo>
                    <a:pt x="4792206" y="1077550"/>
                  </a:lnTo>
                  <a:lnTo>
                    <a:pt x="4792351" y="1077550"/>
                  </a:lnTo>
                  <a:lnTo>
                    <a:pt x="4792497" y="1077550"/>
                  </a:lnTo>
                  <a:lnTo>
                    <a:pt x="4792642" y="1077550"/>
                  </a:lnTo>
                  <a:lnTo>
                    <a:pt x="4792788" y="1077550"/>
                  </a:lnTo>
                  <a:lnTo>
                    <a:pt x="4792788" y="1076926"/>
                  </a:lnTo>
                  <a:lnTo>
                    <a:pt x="4792788" y="1076303"/>
                  </a:lnTo>
                  <a:lnTo>
                    <a:pt x="4792933" y="1076303"/>
                  </a:lnTo>
                  <a:lnTo>
                    <a:pt x="4793078" y="1076303"/>
                  </a:lnTo>
                  <a:lnTo>
                    <a:pt x="4793224" y="1076303"/>
                  </a:lnTo>
                  <a:lnTo>
                    <a:pt x="4793369" y="1076303"/>
                  </a:lnTo>
                  <a:lnTo>
                    <a:pt x="4793515" y="1076303"/>
                  </a:lnTo>
                  <a:lnTo>
                    <a:pt x="4793660" y="1076303"/>
                  </a:lnTo>
                  <a:lnTo>
                    <a:pt x="4793660" y="1075679"/>
                  </a:lnTo>
                  <a:lnTo>
                    <a:pt x="4793805" y="1075679"/>
                  </a:lnTo>
                  <a:lnTo>
                    <a:pt x="4793951" y="1075679"/>
                  </a:lnTo>
                  <a:lnTo>
                    <a:pt x="4794096" y="1075679"/>
                  </a:lnTo>
                  <a:lnTo>
                    <a:pt x="4794242" y="1075679"/>
                  </a:lnTo>
                  <a:lnTo>
                    <a:pt x="4794242" y="1075055"/>
                  </a:lnTo>
                  <a:lnTo>
                    <a:pt x="4794387" y="1075055"/>
                  </a:lnTo>
                  <a:lnTo>
                    <a:pt x="4794533" y="1075055"/>
                  </a:lnTo>
                  <a:lnTo>
                    <a:pt x="4794678" y="1075055"/>
                  </a:lnTo>
                  <a:lnTo>
                    <a:pt x="4794823" y="1075055"/>
                  </a:lnTo>
                  <a:lnTo>
                    <a:pt x="4794969" y="1075055"/>
                  </a:lnTo>
                  <a:lnTo>
                    <a:pt x="4794969" y="1074432"/>
                  </a:lnTo>
                  <a:lnTo>
                    <a:pt x="4795114" y="1074432"/>
                  </a:lnTo>
                  <a:lnTo>
                    <a:pt x="4795260" y="1074432"/>
                  </a:lnTo>
                  <a:lnTo>
                    <a:pt x="4795405" y="1074432"/>
                  </a:lnTo>
                  <a:lnTo>
                    <a:pt x="4795551" y="1074432"/>
                  </a:lnTo>
                  <a:lnTo>
                    <a:pt x="4795696" y="1074432"/>
                  </a:lnTo>
                  <a:lnTo>
                    <a:pt x="4795841" y="1074432"/>
                  </a:lnTo>
                  <a:lnTo>
                    <a:pt x="4795987" y="1074432"/>
                  </a:lnTo>
                  <a:lnTo>
                    <a:pt x="4796132" y="1074432"/>
                  </a:lnTo>
                  <a:lnTo>
                    <a:pt x="4796278" y="1074432"/>
                  </a:lnTo>
                  <a:lnTo>
                    <a:pt x="4796423" y="1074432"/>
                  </a:lnTo>
                  <a:lnTo>
                    <a:pt x="4796423" y="1073808"/>
                  </a:lnTo>
                  <a:lnTo>
                    <a:pt x="4796423" y="1073185"/>
                  </a:lnTo>
                  <a:lnTo>
                    <a:pt x="4796423" y="1072561"/>
                  </a:lnTo>
                  <a:lnTo>
                    <a:pt x="4796569" y="1072561"/>
                  </a:lnTo>
                  <a:lnTo>
                    <a:pt x="4796714" y="1072561"/>
                  </a:lnTo>
                  <a:lnTo>
                    <a:pt x="4796859" y="1072561"/>
                  </a:lnTo>
                  <a:lnTo>
                    <a:pt x="4797005" y="1072561"/>
                  </a:lnTo>
                  <a:lnTo>
                    <a:pt x="4797005" y="1071938"/>
                  </a:lnTo>
                  <a:lnTo>
                    <a:pt x="4797150" y="1071938"/>
                  </a:lnTo>
                  <a:lnTo>
                    <a:pt x="4797296" y="1071938"/>
                  </a:lnTo>
                  <a:lnTo>
                    <a:pt x="4797441" y="1071938"/>
                  </a:lnTo>
                  <a:lnTo>
                    <a:pt x="4797587" y="1071938"/>
                  </a:lnTo>
                  <a:lnTo>
                    <a:pt x="4797732" y="1071938"/>
                  </a:lnTo>
                  <a:lnTo>
                    <a:pt x="4797732" y="1071314"/>
                  </a:lnTo>
                  <a:lnTo>
                    <a:pt x="4797877" y="1071314"/>
                  </a:lnTo>
                  <a:lnTo>
                    <a:pt x="4798023" y="1071314"/>
                  </a:lnTo>
                  <a:lnTo>
                    <a:pt x="4798168" y="1071314"/>
                  </a:lnTo>
                  <a:lnTo>
                    <a:pt x="4798314" y="1071314"/>
                  </a:lnTo>
                  <a:lnTo>
                    <a:pt x="4798459" y="1071314"/>
                  </a:lnTo>
                  <a:lnTo>
                    <a:pt x="4798605" y="1071314"/>
                  </a:lnTo>
                  <a:lnTo>
                    <a:pt x="4798605" y="1070690"/>
                  </a:lnTo>
                  <a:lnTo>
                    <a:pt x="4798750" y="1070690"/>
                  </a:lnTo>
                  <a:lnTo>
                    <a:pt x="4798750" y="1070067"/>
                  </a:lnTo>
                  <a:lnTo>
                    <a:pt x="4798895" y="1070067"/>
                  </a:lnTo>
                  <a:lnTo>
                    <a:pt x="4799041" y="1070067"/>
                  </a:lnTo>
                  <a:lnTo>
                    <a:pt x="4799186" y="1070067"/>
                  </a:lnTo>
                  <a:lnTo>
                    <a:pt x="4799332" y="1070067"/>
                  </a:lnTo>
                  <a:lnTo>
                    <a:pt x="4799477" y="1070067"/>
                  </a:lnTo>
                  <a:lnTo>
                    <a:pt x="4799623" y="1070067"/>
                  </a:lnTo>
                  <a:lnTo>
                    <a:pt x="4799623" y="1069443"/>
                  </a:lnTo>
                  <a:lnTo>
                    <a:pt x="4799768" y="1069443"/>
                  </a:lnTo>
                  <a:lnTo>
                    <a:pt x="4799913" y="1069443"/>
                  </a:lnTo>
                  <a:lnTo>
                    <a:pt x="4800059" y="1069443"/>
                  </a:lnTo>
                  <a:lnTo>
                    <a:pt x="4800204" y="1069443"/>
                  </a:lnTo>
                  <a:lnTo>
                    <a:pt x="4800350" y="1069443"/>
                  </a:lnTo>
                  <a:lnTo>
                    <a:pt x="4800495" y="1069443"/>
                  </a:lnTo>
                  <a:lnTo>
                    <a:pt x="4800640" y="1069443"/>
                  </a:lnTo>
                  <a:lnTo>
                    <a:pt x="4800786" y="1069443"/>
                  </a:lnTo>
                  <a:lnTo>
                    <a:pt x="4800931" y="1069443"/>
                  </a:lnTo>
                  <a:lnTo>
                    <a:pt x="4800931" y="1068820"/>
                  </a:lnTo>
                  <a:lnTo>
                    <a:pt x="4801077" y="1068820"/>
                  </a:lnTo>
                  <a:lnTo>
                    <a:pt x="4801222" y="1068820"/>
                  </a:lnTo>
                  <a:lnTo>
                    <a:pt x="4801368" y="1068820"/>
                  </a:lnTo>
                  <a:lnTo>
                    <a:pt x="4801513" y="1068820"/>
                  </a:lnTo>
                  <a:lnTo>
                    <a:pt x="4801658" y="1068820"/>
                  </a:lnTo>
                  <a:lnTo>
                    <a:pt x="4801804" y="1068820"/>
                  </a:lnTo>
                  <a:lnTo>
                    <a:pt x="4801949" y="1068820"/>
                  </a:lnTo>
                  <a:lnTo>
                    <a:pt x="4801949" y="1068196"/>
                  </a:lnTo>
                  <a:lnTo>
                    <a:pt x="4802095" y="1068196"/>
                  </a:lnTo>
                  <a:lnTo>
                    <a:pt x="4802240" y="1068196"/>
                  </a:lnTo>
                  <a:lnTo>
                    <a:pt x="4802386" y="1068196"/>
                  </a:lnTo>
                  <a:lnTo>
                    <a:pt x="4802531" y="1068196"/>
                  </a:lnTo>
                  <a:lnTo>
                    <a:pt x="4802531" y="1067572"/>
                  </a:lnTo>
                  <a:lnTo>
                    <a:pt x="4802676" y="1067572"/>
                  </a:lnTo>
                  <a:lnTo>
                    <a:pt x="4802822" y="1067572"/>
                  </a:lnTo>
                  <a:lnTo>
                    <a:pt x="4802967" y="1067572"/>
                  </a:lnTo>
                  <a:lnTo>
                    <a:pt x="4803113" y="1067572"/>
                  </a:lnTo>
                  <a:lnTo>
                    <a:pt x="4803258" y="1067572"/>
                  </a:lnTo>
                  <a:lnTo>
                    <a:pt x="4803404" y="1067572"/>
                  </a:lnTo>
                  <a:lnTo>
                    <a:pt x="4803549" y="1067572"/>
                  </a:lnTo>
                  <a:lnTo>
                    <a:pt x="4803694" y="1067572"/>
                  </a:lnTo>
                  <a:lnTo>
                    <a:pt x="4803840" y="1067572"/>
                  </a:lnTo>
                  <a:lnTo>
                    <a:pt x="4803985" y="1067572"/>
                  </a:lnTo>
                  <a:lnTo>
                    <a:pt x="4804131" y="1067572"/>
                  </a:lnTo>
                  <a:lnTo>
                    <a:pt x="4804276" y="1067572"/>
                  </a:lnTo>
                  <a:lnTo>
                    <a:pt x="4804422" y="1067572"/>
                  </a:lnTo>
                  <a:lnTo>
                    <a:pt x="4804567" y="1067572"/>
                  </a:lnTo>
                  <a:lnTo>
                    <a:pt x="4804712" y="1067572"/>
                  </a:lnTo>
                  <a:lnTo>
                    <a:pt x="4804858" y="1067572"/>
                  </a:lnTo>
                  <a:lnTo>
                    <a:pt x="4805003" y="1067572"/>
                  </a:lnTo>
                  <a:lnTo>
                    <a:pt x="4805149" y="1067572"/>
                  </a:lnTo>
                  <a:lnTo>
                    <a:pt x="4805294" y="1067572"/>
                  </a:lnTo>
                  <a:lnTo>
                    <a:pt x="4805440" y="1067572"/>
                  </a:lnTo>
                  <a:lnTo>
                    <a:pt x="4805585" y="1067572"/>
                  </a:lnTo>
                  <a:lnTo>
                    <a:pt x="4805730" y="1067572"/>
                  </a:lnTo>
                  <a:lnTo>
                    <a:pt x="4805876" y="1067572"/>
                  </a:lnTo>
                  <a:lnTo>
                    <a:pt x="4806021" y="1067572"/>
                  </a:lnTo>
                  <a:lnTo>
                    <a:pt x="4806167" y="1067572"/>
                  </a:lnTo>
                  <a:lnTo>
                    <a:pt x="4806167" y="1066949"/>
                  </a:lnTo>
                  <a:lnTo>
                    <a:pt x="4806312" y="1066949"/>
                  </a:lnTo>
                  <a:lnTo>
                    <a:pt x="4806458" y="1066949"/>
                  </a:lnTo>
                  <a:lnTo>
                    <a:pt x="4806603" y="1066949"/>
                  </a:lnTo>
                  <a:lnTo>
                    <a:pt x="4806603" y="1066325"/>
                  </a:lnTo>
                  <a:lnTo>
                    <a:pt x="4806748" y="1066325"/>
                  </a:lnTo>
                  <a:lnTo>
                    <a:pt x="4806894" y="1066325"/>
                  </a:lnTo>
                  <a:lnTo>
                    <a:pt x="4807039" y="1066325"/>
                  </a:lnTo>
                  <a:lnTo>
                    <a:pt x="4807039" y="1065702"/>
                  </a:lnTo>
                  <a:lnTo>
                    <a:pt x="4807039" y="1065078"/>
                  </a:lnTo>
                  <a:lnTo>
                    <a:pt x="4807039" y="1064455"/>
                  </a:lnTo>
                  <a:lnTo>
                    <a:pt x="4807185" y="1064455"/>
                  </a:lnTo>
                  <a:lnTo>
                    <a:pt x="4807330" y="1064455"/>
                  </a:lnTo>
                  <a:lnTo>
                    <a:pt x="4807475" y="1064455"/>
                  </a:lnTo>
                  <a:lnTo>
                    <a:pt x="4807621" y="1064455"/>
                  </a:lnTo>
                  <a:lnTo>
                    <a:pt x="4807766" y="1064455"/>
                  </a:lnTo>
                  <a:lnTo>
                    <a:pt x="4807912" y="1064455"/>
                  </a:lnTo>
                  <a:lnTo>
                    <a:pt x="4808057" y="1064455"/>
                  </a:lnTo>
                  <a:lnTo>
                    <a:pt x="4808203" y="1064455"/>
                  </a:lnTo>
                  <a:lnTo>
                    <a:pt x="4808348" y="1064455"/>
                  </a:lnTo>
                  <a:lnTo>
                    <a:pt x="4808493" y="1064455"/>
                  </a:lnTo>
                  <a:lnTo>
                    <a:pt x="4808493" y="1063831"/>
                  </a:lnTo>
                  <a:lnTo>
                    <a:pt x="4808639" y="1063831"/>
                  </a:lnTo>
                  <a:lnTo>
                    <a:pt x="4808784" y="1063831"/>
                  </a:lnTo>
                  <a:lnTo>
                    <a:pt x="4808930" y="1063831"/>
                  </a:lnTo>
                  <a:lnTo>
                    <a:pt x="4809075" y="1063831"/>
                  </a:lnTo>
                  <a:lnTo>
                    <a:pt x="4809221" y="1063831"/>
                  </a:lnTo>
                  <a:lnTo>
                    <a:pt x="4809366" y="1063831"/>
                  </a:lnTo>
                  <a:lnTo>
                    <a:pt x="4809366" y="1063207"/>
                  </a:lnTo>
                  <a:lnTo>
                    <a:pt x="4809511" y="1063207"/>
                  </a:lnTo>
                  <a:lnTo>
                    <a:pt x="4809657" y="1063207"/>
                  </a:lnTo>
                  <a:lnTo>
                    <a:pt x="4809657" y="1062584"/>
                  </a:lnTo>
                  <a:lnTo>
                    <a:pt x="4809802" y="1062584"/>
                  </a:lnTo>
                  <a:lnTo>
                    <a:pt x="4809948" y="1062584"/>
                  </a:lnTo>
                  <a:lnTo>
                    <a:pt x="4810093" y="1062584"/>
                  </a:lnTo>
                  <a:lnTo>
                    <a:pt x="4810093" y="1061960"/>
                  </a:lnTo>
                  <a:lnTo>
                    <a:pt x="4810239" y="1061960"/>
                  </a:lnTo>
                  <a:lnTo>
                    <a:pt x="4810384" y="1061960"/>
                  </a:lnTo>
                  <a:lnTo>
                    <a:pt x="4810384" y="1061337"/>
                  </a:lnTo>
                  <a:lnTo>
                    <a:pt x="4810529" y="1061337"/>
                  </a:lnTo>
                  <a:lnTo>
                    <a:pt x="4810675" y="1061337"/>
                  </a:lnTo>
                  <a:lnTo>
                    <a:pt x="4810820" y="1061337"/>
                  </a:lnTo>
                  <a:lnTo>
                    <a:pt x="4810966" y="1061337"/>
                  </a:lnTo>
                  <a:lnTo>
                    <a:pt x="4811111" y="1061337"/>
                  </a:lnTo>
                  <a:lnTo>
                    <a:pt x="4811257" y="1061337"/>
                  </a:lnTo>
                  <a:lnTo>
                    <a:pt x="4811402" y="1061337"/>
                  </a:lnTo>
                  <a:lnTo>
                    <a:pt x="4811547" y="1061337"/>
                  </a:lnTo>
                  <a:lnTo>
                    <a:pt x="4811693" y="1061337"/>
                  </a:lnTo>
                  <a:lnTo>
                    <a:pt x="4811838" y="1061337"/>
                  </a:lnTo>
                  <a:lnTo>
                    <a:pt x="4811984" y="1061337"/>
                  </a:lnTo>
                  <a:lnTo>
                    <a:pt x="4812129" y="1061337"/>
                  </a:lnTo>
                  <a:lnTo>
                    <a:pt x="4812275" y="1061337"/>
                  </a:lnTo>
                  <a:lnTo>
                    <a:pt x="4812420" y="1061337"/>
                  </a:lnTo>
                  <a:lnTo>
                    <a:pt x="4812565" y="1061337"/>
                  </a:lnTo>
                  <a:lnTo>
                    <a:pt x="4812711" y="1061337"/>
                  </a:lnTo>
                  <a:lnTo>
                    <a:pt x="4812856" y="1061337"/>
                  </a:lnTo>
                  <a:lnTo>
                    <a:pt x="4813002" y="1061337"/>
                  </a:lnTo>
                  <a:lnTo>
                    <a:pt x="4813147" y="1061337"/>
                  </a:lnTo>
                  <a:lnTo>
                    <a:pt x="4813293" y="1061337"/>
                  </a:lnTo>
                  <a:lnTo>
                    <a:pt x="4813438" y="1061337"/>
                  </a:lnTo>
                  <a:lnTo>
                    <a:pt x="4813583" y="1061337"/>
                  </a:lnTo>
                  <a:lnTo>
                    <a:pt x="4813583" y="1060713"/>
                  </a:lnTo>
                  <a:lnTo>
                    <a:pt x="4813729" y="1060713"/>
                  </a:lnTo>
                  <a:lnTo>
                    <a:pt x="4813874" y="1060713"/>
                  </a:lnTo>
                  <a:lnTo>
                    <a:pt x="4814020" y="1060713"/>
                  </a:lnTo>
                  <a:lnTo>
                    <a:pt x="4814020" y="1060089"/>
                  </a:lnTo>
                  <a:lnTo>
                    <a:pt x="4814165" y="1060089"/>
                  </a:lnTo>
                  <a:lnTo>
                    <a:pt x="4814310" y="1060089"/>
                  </a:lnTo>
                  <a:lnTo>
                    <a:pt x="4814456" y="1060089"/>
                  </a:lnTo>
                  <a:lnTo>
                    <a:pt x="4814601" y="1060089"/>
                  </a:lnTo>
                  <a:lnTo>
                    <a:pt x="4814747" y="1060089"/>
                  </a:lnTo>
                  <a:lnTo>
                    <a:pt x="4814892" y="1060089"/>
                  </a:lnTo>
                  <a:lnTo>
                    <a:pt x="4815038" y="1060089"/>
                  </a:lnTo>
                  <a:lnTo>
                    <a:pt x="4815183" y="1060089"/>
                  </a:lnTo>
                  <a:lnTo>
                    <a:pt x="4815328" y="1060089"/>
                  </a:lnTo>
                  <a:lnTo>
                    <a:pt x="4815474" y="1060089"/>
                  </a:lnTo>
                  <a:lnTo>
                    <a:pt x="4815619" y="1060089"/>
                  </a:lnTo>
                  <a:lnTo>
                    <a:pt x="4815765" y="1060089"/>
                  </a:lnTo>
                  <a:lnTo>
                    <a:pt x="4815910" y="1060089"/>
                  </a:lnTo>
                  <a:lnTo>
                    <a:pt x="4816056" y="1060089"/>
                  </a:lnTo>
                  <a:lnTo>
                    <a:pt x="4816201" y="1060089"/>
                  </a:lnTo>
                  <a:lnTo>
                    <a:pt x="4816346" y="1060089"/>
                  </a:lnTo>
                  <a:lnTo>
                    <a:pt x="4816492" y="1060089"/>
                  </a:lnTo>
                  <a:lnTo>
                    <a:pt x="4816637" y="1060089"/>
                  </a:lnTo>
                  <a:lnTo>
                    <a:pt x="4816783" y="1060089"/>
                  </a:lnTo>
                  <a:lnTo>
                    <a:pt x="4816928" y="1060089"/>
                  </a:lnTo>
                  <a:lnTo>
                    <a:pt x="4816928" y="1059466"/>
                  </a:lnTo>
                  <a:lnTo>
                    <a:pt x="4816928" y="1058842"/>
                  </a:lnTo>
                  <a:lnTo>
                    <a:pt x="4816928" y="1058219"/>
                  </a:lnTo>
                  <a:lnTo>
                    <a:pt x="4817074" y="1058219"/>
                  </a:lnTo>
                  <a:lnTo>
                    <a:pt x="4817219" y="1058219"/>
                  </a:lnTo>
                  <a:lnTo>
                    <a:pt x="4817364" y="1058219"/>
                  </a:lnTo>
                  <a:lnTo>
                    <a:pt x="4817510" y="1058219"/>
                  </a:lnTo>
                  <a:lnTo>
                    <a:pt x="4817655" y="1058219"/>
                  </a:lnTo>
                  <a:lnTo>
                    <a:pt x="4817801" y="1058219"/>
                  </a:lnTo>
                  <a:lnTo>
                    <a:pt x="4817946" y="1058219"/>
                  </a:lnTo>
                  <a:lnTo>
                    <a:pt x="4818092" y="1058219"/>
                  </a:lnTo>
                  <a:lnTo>
                    <a:pt x="4818237" y="1058219"/>
                  </a:lnTo>
                  <a:lnTo>
                    <a:pt x="4818382" y="1058219"/>
                  </a:lnTo>
                  <a:lnTo>
                    <a:pt x="4818528" y="1058219"/>
                  </a:lnTo>
                  <a:lnTo>
                    <a:pt x="4818673" y="1058219"/>
                  </a:lnTo>
                  <a:lnTo>
                    <a:pt x="4818819" y="1058219"/>
                  </a:lnTo>
                  <a:lnTo>
                    <a:pt x="4818964" y="1058219"/>
                  </a:lnTo>
                  <a:lnTo>
                    <a:pt x="4819110" y="1058219"/>
                  </a:lnTo>
                  <a:lnTo>
                    <a:pt x="4819255" y="1058219"/>
                  </a:lnTo>
                  <a:lnTo>
                    <a:pt x="4819400" y="1058219"/>
                  </a:lnTo>
                  <a:lnTo>
                    <a:pt x="4819546" y="1058219"/>
                  </a:lnTo>
                  <a:lnTo>
                    <a:pt x="4819691" y="1058219"/>
                  </a:lnTo>
                  <a:lnTo>
                    <a:pt x="4819837" y="1058219"/>
                  </a:lnTo>
                  <a:lnTo>
                    <a:pt x="4819982" y="1058219"/>
                  </a:lnTo>
                  <a:lnTo>
                    <a:pt x="4820128" y="1058219"/>
                  </a:lnTo>
                  <a:lnTo>
                    <a:pt x="4820273" y="1058219"/>
                  </a:lnTo>
                  <a:lnTo>
                    <a:pt x="4820418" y="1058219"/>
                  </a:lnTo>
                  <a:lnTo>
                    <a:pt x="4820564" y="1058219"/>
                  </a:lnTo>
                  <a:lnTo>
                    <a:pt x="4820564" y="1057595"/>
                  </a:lnTo>
                  <a:lnTo>
                    <a:pt x="4820709" y="1057595"/>
                  </a:lnTo>
                  <a:lnTo>
                    <a:pt x="4820855" y="1057595"/>
                  </a:lnTo>
                  <a:lnTo>
                    <a:pt x="4821000" y="1057595"/>
                  </a:lnTo>
                  <a:lnTo>
                    <a:pt x="4821145" y="1057595"/>
                  </a:lnTo>
                  <a:lnTo>
                    <a:pt x="4821291" y="1057595"/>
                  </a:lnTo>
                  <a:lnTo>
                    <a:pt x="4821436" y="1057595"/>
                  </a:lnTo>
                  <a:lnTo>
                    <a:pt x="4821582" y="1057595"/>
                  </a:lnTo>
                  <a:lnTo>
                    <a:pt x="4821727" y="1057595"/>
                  </a:lnTo>
                  <a:lnTo>
                    <a:pt x="4821873" y="1057595"/>
                  </a:lnTo>
                  <a:lnTo>
                    <a:pt x="4822018" y="1057595"/>
                  </a:lnTo>
                  <a:lnTo>
                    <a:pt x="4822163" y="1057595"/>
                  </a:lnTo>
                  <a:lnTo>
                    <a:pt x="4822309" y="1057595"/>
                  </a:lnTo>
                  <a:lnTo>
                    <a:pt x="4822454" y="1057595"/>
                  </a:lnTo>
                  <a:lnTo>
                    <a:pt x="4822600" y="1057595"/>
                  </a:lnTo>
                  <a:lnTo>
                    <a:pt x="4822745" y="1057595"/>
                  </a:lnTo>
                  <a:lnTo>
                    <a:pt x="4822891" y="1057595"/>
                  </a:lnTo>
                  <a:lnTo>
                    <a:pt x="4823036" y="1057595"/>
                  </a:lnTo>
                  <a:lnTo>
                    <a:pt x="4823181" y="1057595"/>
                  </a:lnTo>
                  <a:lnTo>
                    <a:pt x="4823327" y="1057595"/>
                  </a:lnTo>
                  <a:lnTo>
                    <a:pt x="4823327" y="1056972"/>
                  </a:lnTo>
                  <a:lnTo>
                    <a:pt x="4823472" y="1056972"/>
                  </a:lnTo>
                  <a:lnTo>
                    <a:pt x="4823618" y="1056972"/>
                  </a:lnTo>
                  <a:lnTo>
                    <a:pt x="4823763" y="1056972"/>
                  </a:lnTo>
                  <a:lnTo>
                    <a:pt x="4823909" y="1056972"/>
                  </a:lnTo>
                  <a:lnTo>
                    <a:pt x="4824054" y="1056972"/>
                  </a:lnTo>
                  <a:lnTo>
                    <a:pt x="4824199" y="1056972"/>
                  </a:lnTo>
                  <a:lnTo>
                    <a:pt x="4824345" y="1056972"/>
                  </a:lnTo>
                  <a:lnTo>
                    <a:pt x="4824490" y="1056972"/>
                  </a:lnTo>
                  <a:lnTo>
                    <a:pt x="4824636" y="1056972"/>
                  </a:lnTo>
                  <a:lnTo>
                    <a:pt x="4824781" y="1056972"/>
                  </a:lnTo>
                  <a:lnTo>
                    <a:pt x="4824927" y="1056972"/>
                  </a:lnTo>
                  <a:lnTo>
                    <a:pt x="4825072" y="1056972"/>
                  </a:lnTo>
                  <a:lnTo>
                    <a:pt x="4825217" y="1056972"/>
                  </a:lnTo>
                  <a:lnTo>
                    <a:pt x="4825363" y="1056972"/>
                  </a:lnTo>
                  <a:lnTo>
                    <a:pt x="4825508" y="1056972"/>
                  </a:lnTo>
                  <a:lnTo>
                    <a:pt x="4825654" y="1056972"/>
                  </a:lnTo>
                  <a:lnTo>
                    <a:pt x="4825799" y="1056972"/>
                  </a:lnTo>
                  <a:lnTo>
                    <a:pt x="4825945" y="1056972"/>
                  </a:lnTo>
                  <a:lnTo>
                    <a:pt x="4826090" y="1056972"/>
                  </a:lnTo>
                  <a:lnTo>
                    <a:pt x="4826235" y="1056972"/>
                  </a:lnTo>
                  <a:lnTo>
                    <a:pt x="4826381" y="1056972"/>
                  </a:lnTo>
                  <a:lnTo>
                    <a:pt x="4826526" y="1056972"/>
                  </a:lnTo>
                  <a:lnTo>
                    <a:pt x="4826672" y="1056972"/>
                  </a:lnTo>
                  <a:lnTo>
                    <a:pt x="4826817" y="1056972"/>
                  </a:lnTo>
                  <a:lnTo>
                    <a:pt x="4826963" y="1056972"/>
                  </a:lnTo>
                  <a:lnTo>
                    <a:pt x="4827108" y="1056972"/>
                  </a:lnTo>
                  <a:lnTo>
                    <a:pt x="4827253" y="1056972"/>
                  </a:lnTo>
                  <a:lnTo>
                    <a:pt x="4827399" y="1056972"/>
                  </a:lnTo>
                  <a:lnTo>
                    <a:pt x="4827544" y="1056972"/>
                  </a:lnTo>
                  <a:lnTo>
                    <a:pt x="4827690" y="1056972"/>
                  </a:lnTo>
                  <a:lnTo>
                    <a:pt x="4827835" y="1056972"/>
                  </a:lnTo>
                  <a:lnTo>
                    <a:pt x="4827980" y="1056972"/>
                  </a:lnTo>
                  <a:lnTo>
                    <a:pt x="4828126" y="1056972"/>
                  </a:lnTo>
                  <a:lnTo>
                    <a:pt x="4828126" y="1056348"/>
                  </a:lnTo>
                  <a:lnTo>
                    <a:pt x="4828271" y="1056348"/>
                  </a:lnTo>
                  <a:lnTo>
                    <a:pt x="4828417" y="1056348"/>
                  </a:lnTo>
                  <a:lnTo>
                    <a:pt x="4828562" y="1056348"/>
                  </a:lnTo>
                  <a:lnTo>
                    <a:pt x="4828708" y="1056348"/>
                  </a:lnTo>
                  <a:lnTo>
                    <a:pt x="4828853" y="1056348"/>
                  </a:lnTo>
                  <a:lnTo>
                    <a:pt x="4828998" y="1056348"/>
                  </a:lnTo>
                  <a:lnTo>
                    <a:pt x="4829144" y="1056348"/>
                  </a:lnTo>
                  <a:lnTo>
                    <a:pt x="4829289" y="1056348"/>
                  </a:lnTo>
                  <a:lnTo>
                    <a:pt x="4829289" y="1055724"/>
                  </a:lnTo>
                  <a:lnTo>
                    <a:pt x="4829435" y="1055724"/>
                  </a:lnTo>
                  <a:lnTo>
                    <a:pt x="4829580" y="1055724"/>
                  </a:lnTo>
                  <a:lnTo>
                    <a:pt x="4829726" y="1055724"/>
                  </a:lnTo>
                  <a:lnTo>
                    <a:pt x="4829726" y="1055101"/>
                  </a:lnTo>
                  <a:lnTo>
                    <a:pt x="4829871" y="1055101"/>
                  </a:lnTo>
                  <a:lnTo>
                    <a:pt x="4830016" y="1055101"/>
                  </a:lnTo>
                  <a:lnTo>
                    <a:pt x="4830162" y="1055101"/>
                  </a:lnTo>
                  <a:lnTo>
                    <a:pt x="4830307" y="1055101"/>
                  </a:lnTo>
                  <a:lnTo>
                    <a:pt x="4830453" y="1055101"/>
                  </a:lnTo>
                  <a:lnTo>
                    <a:pt x="4830598" y="1055101"/>
                  </a:lnTo>
                  <a:lnTo>
                    <a:pt x="4830744" y="1055101"/>
                  </a:lnTo>
                  <a:lnTo>
                    <a:pt x="4830889" y="1055101"/>
                  </a:lnTo>
                  <a:lnTo>
                    <a:pt x="4831034" y="1055101"/>
                  </a:lnTo>
                  <a:lnTo>
                    <a:pt x="4831180" y="1055101"/>
                  </a:lnTo>
                  <a:lnTo>
                    <a:pt x="4831325" y="1055101"/>
                  </a:lnTo>
                  <a:lnTo>
                    <a:pt x="4831471" y="1055101"/>
                  </a:lnTo>
                  <a:lnTo>
                    <a:pt x="4831616" y="1055101"/>
                  </a:lnTo>
                  <a:lnTo>
                    <a:pt x="4831762" y="1055101"/>
                  </a:lnTo>
                  <a:lnTo>
                    <a:pt x="4831907" y="1055101"/>
                  </a:lnTo>
                  <a:lnTo>
                    <a:pt x="4832052" y="1055101"/>
                  </a:lnTo>
                  <a:lnTo>
                    <a:pt x="4832198" y="1055101"/>
                  </a:lnTo>
                  <a:lnTo>
                    <a:pt x="4832343" y="1055101"/>
                  </a:lnTo>
                  <a:lnTo>
                    <a:pt x="4832489" y="1055101"/>
                  </a:lnTo>
                  <a:lnTo>
                    <a:pt x="4832634" y="1055101"/>
                  </a:lnTo>
                  <a:lnTo>
                    <a:pt x="4832780" y="1055101"/>
                  </a:lnTo>
                  <a:lnTo>
                    <a:pt x="4832925" y="1055101"/>
                  </a:lnTo>
                  <a:lnTo>
                    <a:pt x="4833070" y="1055101"/>
                  </a:lnTo>
                  <a:lnTo>
                    <a:pt x="4833216" y="1055101"/>
                  </a:lnTo>
                  <a:lnTo>
                    <a:pt x="4833361" y="1055101"/>
                  </a:lnTo>
                  <a:lnTo>
                    <a:pt x="4833507" y="1055101"/>
                  </a:lnTo>
                  <a:lnTo>
                    <a:pt x="4833652" y="1055101"/>
                  </a:lnTo>
                  <a:lnTo>
                    <a:pt x="4833798" y="1055101"/>
                  </a:lnTo>
                  <a:lnTo>
                    <a:pt x="4833943" y="1055101"/>
                  </a:lnTo>
                  <a:lnTo>
                    <a:pt x="4834088" y="1055101"/>
                  </a:lnTo>
                  <a:lnTo>
                    <a:pt x="4834234" y="1055101"/>
                  </a:lnTo>
                  <a:lnTo>
                    <a:pt x="4834379" y="1055101"/>
                  </a:lnTo>
                  <a:lnTo>
                    <a:pt x="4834525" y="1055101"/>
                  </a:lnTo>
                  <a:lnTo>
                    <a:pt x="4834525" y="1054477"/>
                  </a:lnTo>
                  <a:lnTo>
                    <a:pt x="4834670" y="1054477"/>
                  </a:lnTo>
                  <a:lnTo>
                    <a:pt x="4834670" y="1053854"/>
                  </a:lnTo>
                  <a:lnTo>
                    <a:pt x="4834815" y="1053854"/>
                  </a:lnTo>
                  <a:lnTo>
                    <a:pt x="4834815" y="1053230"/>
                  </a:lnTo>
                  <a:lnTo>
                    <a:pt x="4834961" y="1053230"/>
                  </a:lnTo>
                  <a:lnTo>
                    <a:pt x="4835106" y="1053230"/>
                  </a:lnTo>
                  <a:lnTo>
                    <a:pt x="4835106" y="1052606"/>
                  </a:lnTo>
                  <a:lnTo>
                    <a:pt x="4835252" y="1052606"/>
                  </a:lnTo>
                  <a:lnTo>
                    <a:pt x="4835397" y="1052606"/>
                  </a:lnTo>
                  <a:lnTo>
                    <a:pt x="4835543" y="1052606"/>
                  </a:lnTo>
                  <a:lnTo>
                    <a:pt x="4835688" y="1052606"/>
                  </a:lnTo>
                  <a:lnTo>
                    <a:pt x="4835833" y="1052606"/>
                  </a:lnTo>
                  <a:lnTo>
                    <a:pt x="4835979" y="1052606"/>
                  </a:lnTo>
                  <a:lnTo>
                    <a:pt x="4836124" y="1052606"/>
                  </a:lnTo>
                  <a:lnTo>
                    <a:pt x="4836270" y="1052606"/>
                  </a:lnTo>
                  <a:lnTo>
                    <a:pt x="4836415" y="1052606"/>
                  </a:lnTo>
                  <a:lnTo>
                    <a:pt x="4836561" y="1052606"/>
                  </a:lnTo>
                  <a:lnTo>
                    <a:pt x="4836706" y="1052606"/>
                  </a:lnTo>
                  <a:lnTo>
                    <a:pt x="4836851" y="1052606"/>
                  </a:lnTo>
                  <a:lnTo>
                    <a:pt x="4836997" y="1052606"/>
                  </a:lnTo>
                  <a:lnTo>
                    <a:pt x="4837142" y="1052606"/>
                  </a:lnTo>
                  <a:lnTo>
                    <a:pt x="4837288" y="1052606"/>
                  </a:lnTo>
                  <a:lnTo>
                    <a:pt x="4837433" y="1052606"/>
                  </a:lnTo>
                  <a:lnTo>
                    <a:pt x="4837579" y="1052606"/>
                  </a:lnTo>
                  <a:lnTo>
                    <a:pt x="4837724" y="1052606"/>
                  </a:lnTo>
                  <a:lnTo>
                    <a:pt x="4837869" y="1052606"/>
                  </a:lnTo>
                  <a:lnTo>
                    <a:pt x="4838015" y="1052606"/>
                  </a:lnTo>
                  <a:lnTo>
                    <a:pt x="4838160" y="1052606"/>
                  </a:lnTo>
                  <a:lnTo>
                    <a:pt x="4838306" y="1052606"/>
                  </a:lnTo>
                  <a:lnTo>
                    <a:pt x="4838451" y="1052606"/>
                  </a:lnTo>
                  <a:lnTo>
                    <a:pt x="4838597" y="1052606"/>
                  </a:lnTo>
                  <a:lnTo>
                    <a:pt x="4838742" y="1052606"/>
                  </a:lnTo>
                  <a:lnTo>
                    <a:pt x="4838887" y="1052606"/>
                  </a:lnTo>
                  <a:lnTo>
                    <a:pt x="4839033" y="1052606"/>
                  </a:lnTo>
                  <a:lnTo>
                    <a:pt x="4839178" y="1052606"/>
                  </a:lnTo>
                  <a:lnTo>
                    <a:pt x="4839324" y="1052606"/>
                  </a:lnTo>
                  <a:lnTo>
                    <a:pt x="4839469" y="1052606"/>
                  </a:lnTo>
                  <a:lnTo>
                    <a:pt x="4839615" y="1052606"/>
                  </a:lnTo>
                  <a:lnTo>
                    <a:pt x="4839760" y="1052606"/>
                  </a:lnTo>
                  <a:lnTo>
                    <a:pt x="4839760" y="1051983"/>
                  </a:lnTo>
                  <a:lnTo>
                    <a:pt x="4839905" y="1051983"/>
                  </a:lnTo>
                  <a:lnTo>
                    <a:pt x="4839905" y="1051359"/>
                  </a:lnTo>
                  <a:lnTo>
                    <a:pt x="4840051" y="1051359"/>
                  </a:lnTo>
                  <a:lnTo>
                    <a:pt x="4840196" y="1051359"/>
                  </a:lnTo>
                  <a:lnTo>
                    <a:pt x="4840196" y="1050736"/>
                  </a:lnTo>
                  <a:lnTo>
                    <a:pt x="4840342" y="1050736"/>
                  </a:lnTo>
                  <a:lnTo>
                    <a:pt x="4840342" y="1050112"/>
                  </a:lnTo>
                  <a:lnTo>
                    <a:pt x="4840487" y="1050112"/>
                  </a:lnTo>
                  <a:lnTo>
                    <a:pt x="4840633" y="1050112"/>
                  </a:lnTo>
                  <a:lnTo>
                    <a:pt x="4840778" y="1050112"/>
                  </a:lnTo>
                  <a:lnTo>
                    <a:pt x="4840923" y="1050112"/>
                  </a:lnTo>
                  <a:lnTo>
                    <a:pt x="4841069" y="1050112"/>
                  </a:lnTo>
                  <a:lnTo>
                    <a:pt x="4841214" y="1050112"/>
                  </a:lnTo>
                  <a:lnTo>
                    <a:pt x="4841360" y="1050112"/>
                  </a:lnTo>
                  <a:lnTo>
                    <a:pt x="4841505" y="1050112"/>
                  </a:lnTo>
                  <a:lnTo>
                    <a:pt x="4841650" y="1050112"/>
                  </a:lnTo>
                  <a:lnTo>
                    <a:pt x="4841650" y="1049489"/>
                  </a:lnTo>
                  <a:lnTo>
                    <a:pt x="4841650" y="1048865"/>
                  </a:lnTo>
                  <a:lnTo>
                    <a:pt x="4841796" y="1048865"/>
                  </a:lnTo>
                  <a:lnTo>
                    <a:pt x="4841941" y="1048865"/>
                  </a:lnTo>
                  <a:lnTo>
                    <a:pt x="4842087" y="1048865"/>
                  </a:lnTo>
                  <a:lnTo>
                    <a:pt x="4842232" y="1048865"/>
                  </a:lnTo>
                  <a:lnTo>
                    <a:pt x="4842378" y="1048865"/>
                  </a:lnTo>
                  <a:lnTo>
                    <a:pt x="4842378" y="1048241"/>
                  </a:lnTo>
                  <a:lnTo>
                    <a:pt x="4842523" y="1048241"/>
                  </a:lnTo>
                  <a:lnTo>
                    <a:pt x="4842668" y="1048241"/>
                  </a:lnTo>
                  <a:lnTo>
                    <a:pt x="4842814" y="1048241"/>
                  </a:lnTo>
                  <a:lnTo>
                    <a:pt x="4842959" y="1048241"/>
                  </a:lnTo>
                  <a:lnTo>
                    <a:pt x="4843105" y="1048241"/>
                  </a:lnTo>
                  <a:lnTo>
                    <a:pt x="4843105" y="1047618"/>
                  </a:lnTo>
                  <a:lnTo>
                    <a:pt x="4843250" y="1047618"/>
                  </a:lnTo>
                  <a:lnTo>
                    <a:pt x="4843396" y="1047618"/>
                  </a:lnTo>
                  <a:lnTo>
                    <a:pt x="4843541" y="1047618"/>
                  </a:lnTo>
                  <a:lnTo>
                    <a:pt x="4843686" y="1047618"/>
                  </a:lnTo>
                  <a:lnTo>
                    <a:pt x="4843686" y="1046994"/>
                  </a:lnTo>
                  <a:lnTo>
                    <a:pt x="4843832" y="1046994"/>
                  </a:lnTo>
                  <a:lnTo>
                    <a:pt x="4843977" y="1046994"/>
                  </a:lnTo>
                  <a:lnTo>
                    <a:pt x="4844123" y="1046994"/>
                  </a:lnTo>
                  <a:lnTo>
                    <a:pt x="4844268" y="1046994"/>
                  </a:lnTo>
                  <a:lnTo>
                    <a:pt x="4844414" y="1046994"/>
                  </a:lnTo>
                  <a:lnTo>
                    <a:pt x="4844559" y="1046994"/>
                  </a:lnTo>
                  <a:lnTo>
                    <a:pt x="4844559" y="1046371"/>
                  </a:lnTo>
                  <a:lnTo>
                    <a:pt x="4844704" y="1046371"/>
                  </a:lnTo>
                  <a:lnTo>
                    <a:pt x="4844850" y="1046371"/>
                  </a:lnTo>
                  <a:lnTo>
                    <a:pt x="4844995" y="1046371"/>
                  </a:lnTo>
                  <a:lnTo>
                    <a:pt x="4845141" y="1046371"/>
                  </a:lnTo>
                  <a:lnTo>
                    <a:pt x="4845286" y="1046371"/>
                  </a:lnTo>
                  <a:lnTo>
                    <a:pt x="4845286" y="1045747"/>
                  </a:lnTo>
                  <a:lnTo>
                    <a:pt x="4845432" y="1045747"/>
                  </a:lnTo>
                  <a:lnTo>
                    <a:pt x="4845577" y="1045747"/>
                  </a:lnTo>
                  <a:lnTo>
                    <a:pt x="4845722" y="1045747"/>
                  </a:lnTo>
                  <a:lnTo>
                    <a:pt x="4845722" y="1045123"/>
                  </a:lnTo>
                  <a:lnTo>
                    <a:pt x="4845868" y="1045123"/>
                  </a:lnTo>
                  <a:lnTo>
                    <a:pt x="4846013" y="1045123"/>
                  </a:lnTo>
                  <a:lnTo>
                    <a:pt x="4846159" y="1045123"/>
                  </a:lnTo>
                  <a:lnTo>
                    <a:pt x="4846304" y="1045123"/>
                  </a:lnTo>
                  <a:lnTo>
                    <a:pt x="4846450" y="1045123"/>
                  </a:lnTo>
                  <a:lnTo>
                    <a:pt x="4846595" y="1045123"/>
                  </a:lnTo>
                  <a:lnTo>
                    <a:pt x="4846740" y="1045123"/>
                  </a:lnTo>
                  <a:lnTo>
                    <a:pt x="4846886" y="1045123"/>
                  </a:lnTo>
                  <a:lnTo>
                    <a:pt x="4847031" y="1045123"/>
                  </a:lnTo>
                  <a:lnTo>
                    <a:pt x="4847031" y="1044500"/>
                  </a:lnTo>
                  <a:lnTo>
                    <a:pt x="4847177" y="1044500"/>
                  </a:lnTo>
                  <a:lnTo>
                    <a:pt x="4847322" y="1044500"/>
                  </a:lnTo>
                  <a:lnTo>
                    <a:pt x="4847468" y="1044500"/>
                  </a:lnTo>
                  <a:lnTo>
                    <a:pt x="4847613" y="1044500"/>
                  </a:lnTo>
                  <a:lnTo>
                    <a:pt x="4847758" y="1044500"/>
                  </a:lnTo>
                  <a:lnTo>
                    <a:pt x="4847904" y="1044500"/>
                  </a:lnTo>
                  <a:lnTo>
                    <a:pt x="4848049" y="1044500"/>
                  </a:lnTo>
                  <a:lnTo>
                    <a:pt x="4848195" y="1044500"/>
                  </a:lnTo>
                  <a:lnTo>
                    <a:pt x="4848340" y="1044500"/>
                  </a:lnTo>
                  <a:lnTo>
                    <a:pt x="4848485" y="1044500"/>
                  </a:lnTo>
                  <a:lnTo>
                    <a:pt x="4848631" y="1044500"/>
                  </a:lnTo>
                  <a:lnTo>
                    <a:pt x="4848776" y="1044500"/>
                  </a:lnTo>
                  <a:lnTo>
                    <a:pt x="4848922" y="1044500"/>
                  </a:lnTo>
                  <a:lnTo>
                    <a:pt x="4849067" y="1044500"/>
                  </a:lnTo>
                  <a:lnTo>
                    <a:pt x="4849213" y="1044500"/>
                  </a:lnTo>
                  <a:lnTo>
                    <a:pt x="4849358" y="1044500"/>
                  </a:lnTo>
                  <a:lnTo>
                    <a:pt x="4849503" y="1044500"/>
                  </a:lnTo>
                  <a:lnTo>
                    <a:pt x="4849649" y="1044500"/>
                  </a:lnTo>
                  <a:lnTo>
                    <a:pt x="4849794" y="1044500"/>
                  </a:lnTo>
                  <a:lnTo>
                    <a:pt x="4849940" y="1044500"/>
                  </a:lnTo>
                  <a:lnTo>
                    <a:pt x="4850085" y="1044500"/>
                  </a:lnTo>
                  <a:lnTo>
                    <a:pt x="4850231" y="1044500"/>
                  </a:lnTo>
                  <a:lnTo>
                    <a:pt x="4850376" y="1044500"/>
                  </a:lnTo>
                  <a:lnTo>
                    <a:pt x="4850376" y="1043876"/>
                  </a:lnTo>
                  <a:lnTo>
                    <a:pt x="4850521" y="1043876"/>
                  </a:lnTo>
                  <a:lnTo>
                    <a:pt x="4850667" y="1043876"/>
                  </a:lnTo>
                  <a:lnTo>
                    <a:pt x="4850812" y="1043876"/>
                  </a:lnTo>
                  <a:lnTo>
                    <a:pt x="4850958" y="1043876"/>
                  </a:lnTo>
                  <a:lnTo>
                    <a:pt x="4850958" y="1043253"/>
                  </a:lnTo>
                  <a:lnTo>
                    <a:pt x="4851103" y="1043253"/>
                  </a:lnTo>
                  <a:lnTo>
                    <a:pt x="4851249" y="1043253"/>
                  </a:lnTo>
                  <a:lnTo>
                    <a:pt x="4851394" y="1043253"/>
                  </a:lnTo>
                  <a:lnTo>
                    <a:pt x="4851539" y="1043253"/>
                  </a:lnTo>
                  <a:lnTo>
                    <a:pt x="4851685" y="1043253"/>
                  </a:lnTo>
                  <a:lnTo>
                    <a:pt x="4851830" y="1043253"/>
                  </a:lnTo>
                  <a:lnTo>
                    <a:pt x="4851976" y="1043253"/>
                  </a:lnTo>
                  <a:lnTo>
                    <a:pt x="4852121" y="1043253"/>
                  </a:lnTo>
                  <a:lnTo>
                    <a:pt x="4852267" y="1043253"/>
                  </a:lnTo>
                  <a:lnTo>
                    <a:pt x="4852412" y="1043253"/>
                  </a:lnTo>
                  <a:lnTo>
                    <a:pt x="4852557" y="1043253"/>
                  </a:lnTo>
                  <a:lnTo>
                    <a:pt x="4852703" y="1043253"/>
                  </a:lnTo>
                  <a:lnTo>
                    <a:pt x="4852848" y="1043253"/>
                  </a:lnTo>
                  <a:lnTo>
                    <a:pt x="4852994" y="1043253"/>
                  </a:lnTo>
                  <a:lnTo>
                    <a:pt x="4853139" y="1043253"/>
                  </a:lnTo>
                  <a:lnTo>
                    <a:pt x="4853285" y="1043253"/>
                  </a:lnTo>
                  <a:lnTo>
                    <a:pt x="4853285" y="1042629"/>
                  </a:lnTo>
                  <a:lnTo>
                    <a:pt x="4853285" y="1042006"/>
                  </a:lnTo>
                  <a:lnTo>
                    <a:pt x="4853430" y="1042006"/>
                  </a:lnTo>
                  <a:lnTo>
                    <a:pt x="4853575" y="1042006"/>
                  </a:lnTo>
                  <a:lnTo>
                    <a:pt x="4853721" y="1042006"/>
                  </a:lnTo>
                  <a:lnTo>
                    <a:pt x="4853866" y="1042006"/>
                  </a:lnTo>
                  <a:lnTo>
                    <a:pt x="4854012" y="1042006"/>
                  </a:lnTo>
                  <a:lnTo>
                    <a:pt x="4854157" y="1042006"/>
                  </a:lnTo>
                  <a:lnTo>
                    <a:pt x="4854303" y="1042006"/>
                  </a:lnTo>
                  <a:lnTo>
                    <a:pt x="4854448" y="1042006"/>
                  </a:lnTo>
                  <a:lnTo>
                    <a:pt x="4854593" y="1042006"/>
                  </a:lnTo>
                  <a:lnTo>
                    <a:pt x="4854593" y="1041382"/>
                  </a:lnTo>
                  <a:lnTo>
                    <a:pt x="4854739" y="1041382"/>
                  </a:lnTo>
                  <a:lnTo>
                    <a:pt x="4854884" y="1041382"/>
                  </a:lnTo>
                  <a:lnTo>
                    <a:pt x="4855030" y="1041382"/>
                  </a:lnTo>
                  <a:lnTo>
                    <a:pt x="4855175" y="1041382"/>
                  </a:lnTo>
                  <a:lnTo>
                    <a:pt x="4855320" y="1041382"/>
                  </a:lnTo>
                  <a:lnTo>
                    <a:pt x="4855320" y="1040758"/>
                  </a:lnTo>
                  <a:lnTo>
                    <a:pt x="4855466" y="1040758"/>
                  </a:lnTo>
                  <a:lnTo>
                    <a:pt x="4855611" y="1040758"/>
                  </a:lnTo>
                  <a:lnTo>
                    <a:pt x="4855757" y="1040758"/>
                  </a:lnTo>
                  <a:lnTo>
                    <a:pt x="4855902" y="1040758"/>
                  </a:lnTo>
                  <a:lnTo>
                    <a:pt x="4856048" y="1040758"/>
                  </a:lnTo>
                  <a:lnTo>
                    <a:pt x="4856048" y="1040135"/>
                  </a:lnTo>
                  <a:lnTo>
                    <a:pt x="4856193" y="1040135"/>
                  </a:lnTo>
                  <a:lnTo>
                    <a:pt x="4856338" y="1040135"/>
                  </a:lnTo>
                  <a:lnTo>
                    <a:pt x="4856338" y="1039511"/>
                  </a:lnTo>
                  <a:lnTo>
                    <a:pt x="4856484" y="1039511"/>
                  </a:lnTo>
                  <a:lnTo>
                    <a:pt x="4856629" y="1039511"/>
                  </a:lnTo>
                  <a:lnTo>
                    <a:pt x="4856775" y="1039511"/>
                  </a:lnTo>
                  <a:lnTo>
                    <a:pt x="4856920" y="1039511"/>
                  </a:lnTo>
                  <a:lnTo>
                    <a:pt x="4857066" y="1039511"/>
                  </a:lnTo>
                  <a:lnTo>
                    <a:pt x="4857211" y="1039511"/>
                  </a:lnTo>
                  <a:lnTo>
                    <a:pt x="4857356" y="1039511"/>
                  </a:lnTo>
                  <a:lnTo>
                    <a:pt x="4857502" y="1039511"/>
                  </a:lnTo>
                  <a:lnTo>
                    <a:pt x="4857647" y="1039511"/>
                  </a:lnTo>
                  <a:lnTo>
                    <a:pt x="4857793" y="1039511"/>
                  </a:lnTo>
                  <a:lnTo>
                    <a:pt x="4857938" y="1039511"/>
                  </a:lnTo>
                  <a:lnTo>
                    <a:pt x="4858084" y="1039511"/>
                  </a:lnTo>
                  <a:lnTo>
                    <a:pt x="4858229" y="1039511"/>
                  </a:lnTo>
                  <a:lnTo>
                    <a:pt x="4858374" y="1039511"/>
                  </a:lnTo>
                  <a:lnTo>
                    <a:pt x="4858520" y="1039511"/>
                  </a:lnTo>
                  <a:lnTo>
                    <a:pt x="4858665" y="1039511"/>
                  </a:lnTo>
                  <a:lnTo>
                    <a:pt x="4858665" y="1038888"/>
                  </a:lnTo>
                  <a:lnTo>
                    <a:pt x="4858811" y="1038888"/>
                  </a:lnTo>
                  <a:lnTo>
                    <a:pt x="4858956" y="1038888"/>
                  </a:lnTo>
                  <a:lnTo>
                    <a:pt x="4859102" y="1038888"/>
                  </a:lnTo>
                  <a:lnTo>
                    <a:pt x="4859247" y="1038888"/>
                  </a:lnTo>
                  <a:lnTo>
                    <a:pt x="4859392" y="1038888"/>
                  </a:lnTo>
                  <a:lnTo>
                    <a:pt x="4859538" y="1038888"/>
                  </a:lnTo>
                  <a:lnTo>
                    <a:pt x="4859683" y="1038888"/>
                  </a:lnTo>
                  <a:lnTo>
                    <a:pt x="4859829" y="1038888"/>
                  </a:lnTo>
                  <a:lnTo>
                    <a:pt x="4859974" y="1038888"/>
                  </a:lnTo>
                  <a:lnTo>
                    <a:pt x="4860120" y="1038888"/>
                  </a:lnTo>
                  <a:lnTo>
                    <a:pt x="4860265" y="1038888"/>
                  </a:lnTo>
                  <a:lnTo>
                    <a:pt x="4860265" y="1038264"/>
                  </a:lnTo>
                  <a:lnTo>
                    <a:pt x="4860410" y="1038264"/>
                  </a:lnTo>
                  <a:lnTo>
                    <a:pt x="4860556" y="1038264"/>
                  </a:lnTo>
                  <a:lnTo>
                    <a:pt x="4860701" y="1038264"/>
                  </a:lnTo>
                  <a:lnTo>
                    <a:pt x="4860701" y="1037640"/>
                  </a:lnTo>
                  <a:lnTo>
                    <a:pt x="4860847" y="1037640"/>
                  </a:lnTo>
                  <a:lnTo>
                    <a:pt x="4860992" y="1037640"/>
                  </a:lnTo>
                  <a:lnTo>
                    <a:pt x="4861138" y="1037640"/>
                  </a:lnTo>
                  <a:lnTo>
                    <a:pt x="4861283" y="1037640"/>
                  </a:lnTo>
                  <a:lnTo>
                    <a:pt x="4861283" y="1037017"/>
                  </a:lnTo>
                  <a:lnTo>
                    <a:pt x="4861283" y="1036393"/>
                  </a:lnTo>
                  <a:lnTo>
                    <a:pt x="4861428" y="1036393"/>
                  </a:lnTo>
                  <a:lnTo>
                    <a:pt x="4861574" y="1036393"/>
                  </a:lnTo>
                  <a:lnTo>
                    <a:pt x="4861574" y="1035770"/>
                  </a:lnTo>
                  <a:lnTo>
                    <a:pt x="4861719" y="1035770"/>
                  </a:lnTo>
                  <a:lnTo>
                    <a:pt x="4861865" y="1035770"/>
                  </a:lnTo>
                  <a:lnTo>
                    <a:pt x="4862010" y="1035770"/>
                  </a:lnTo>
                  <a:lnTo>
                    <a:pt x="4862155" y="1035770"/>
                  </a:lnTo>
                  <a:lnTo>
                    <a:pt x="4862301" y="1035770"/>
                  </a:lnTo>
                  <a:lnTo>
                    <a:pt x="4862446" y="1035770"/>
                  </a:lnTo>
                  <a:lnTo>
                    <a:pt x="4862592" y="1035770"/>
                  </a:lnTo>
                  <a:lnTo>
                    <a:pt x="4862737" y="1035770"/>
                  </a:lnTo>
                  <a:lnTo>
                    <a:pt x="4862737" y="1035146"/>
                  </a:lnTo>
                  <a:lnTo>
                    <a:pt x="4862883" y="1035146"/>
                  </a:lnTo>
                  <a:lnTo>
                    <a:pt x="4863028" y="1035146"/>
                  </a:lnTo>
                  <a:lnTo>
                    <a:pt x="4863173" y="1035146"/>
                  </a:lnTo>
                  <a:lnTo>
                    <a:pt x="4863319" y="1035146"/>
                  </a:lnTo>
                  <a:lnTo>
                    <a:pt x="4863464" y="1035146"/>
                  </a:lnTo>
                  <a:lnTo>
                    <a:pt x="4863610" y="1035146"/>
                  </a:lnTo>
                  <a:lnTo>
                    <a:pt x="4863755" y="1035146"/>
                  </a:lnTo>
                  <a:lnTo>
                    <a:pt x="4863901" y="1035146"/>
                  </a:lnTo>
                  <a:lnTo>
                    <a:pt x="4864046" y="1035146"/>
                  </a:lnTo>
                  <a:lnTo>
                    <a:pt x="4864191" y="1035146"/>
                  </a:lnTo>
                  <a:lnTo>
                    <a:pt x="4864337" y="1035146"/>
                  </a:lnTo>
                  <a:lnTo>
                    <a:pt x="4864482" y="1035146"/>
                  </a:lnTo>
                  <a:lnTo>
                    <a:pt x="4864628" y="1035146"/>
                  </a:lnTo>
                  <a:lnTo>
                    <a:pt x="4864773" y="1035146"/>
                  </a:lnTo>
                  <a:lnTo>
                    <a:pt x="4864919" y="1035146"/>
                  </a:lnTo>
                  <a:lnTo>
                    <a:pt x="4865064" y="1035146"/>
                  </a:lnTo>
                  <a:lnTo>
                    <a:pt x="4865209" y="1035146"/>
                  </a:lnTo>
                  <a:lnTo>
                    <a:pt x="4865355" y="1035146"/>
                  </a:lnTo>
                  <a:lnTo>
                    <a:pt x="4865500" y="1035146"/>
                  </a:lnTo>
                  <a:lnTo>
                    <a:pt x="4865646" y="1035146"/>
                  </a:lnTo>
                  <a:lnTo>
                    <a:pt x="4865791" y="1035146"/>
                  </a:lnTo>
                  <a:lnTo>
                    <a:pt x="4865937" y="1035146"/>
                  </a:lnTo>
                  <a:lnTo>
                    <a:pt x="4866082" y="1035146"/>
                  </a:lnTo>
                  <a:lnTo>
                    <a:pt x="4866227" y="1035146"/>
                  </a:lnTo>
                  <a:lnTo>
                    <a:pt x="4866373" y="1035146"/>
                  </a:lnTo>
                  <a:lnTo>
                    <a:pt x="4866518" y="1035146"/>
                  </a:lnTo>
                  <a:lnTo>
                    <a:pt x="4866518" y="1034523"/>
                  </a:lnTo>
                  <a:lnTo>
                    <a:pt x="4866664" y="1034523"/>
                  </a:lnTo>
                  <a:lnTo>
                    <a:pt x="4866809" y="1034523"/>
                  </a:lnTo>
                  <a:lnTo>
                    <a:pt x="4866955" y="1034523"/>
                  </a:lnTo>
                  <a:lnTo>
                    <a:pt x="4867100" y="1034523"/>
                  </a:lnTo>
                  <a:lnTo>
                    <a:pt x="4867245" y="1034523"/>
                  </a:lnTo>
                  <a:lnTo>
                    <a:pt x="4867391" y="1034523"/>
                  </a:lnTo>
                  <a:lnTo>
                    <a:pt x="4867536" y="1034523"/>
                  </a:lnTo>
                  <a:lnTo>
                    <a:pt x="4867682" y="1034523"/>
                  </a:lnTo>
                  <a:lnTo>
                    <a:pt x="4867827" y="1034523"/>
                  </a:lnTo>
                  <a:lnTo>
                    <a:pt x="4867972" y="1034523"/>
                  </a:lnTo>
                  <a:lnTo>
                    <a:pt x="4868118" y="1034523"/>
                  </a:lnTo>
                  <a:lnTo>
                    <a:pt x="4868263" y="1034523"/>
                  </a:lnTo>
                  <a:lnTo>
                    <a:pt x="4868409" y="1034523"/>
                  </a:lnTo>
                  <a:lnTo>
                    <a:pt x="4868409" y="1033899"/>
                  </a:lnTo>
                  <a:lnTo>
                    <a:pt x="4868554" y="1033899"/>
                  </a:lnTo>
                  <a:lnTo>
                    <a:pt x="4868700" y="1033899"/>
                  </a:lnTo>
                  <a:lnTo>
                    <a:pt x="4868845" y="1033899"/>
                  </a:lnTo>
                  <a:lnTo>
                    <a:pt x="4868990" y="1033899"/>
                  </a:lnTo>
                  <a:lnTo>
                    <a:pt x="4869136" y="1033899"/>
                  </a:lnTo>
                  <a:lnTo>
                    <a:pt x="4869281" y="1033899"/>
                  </a:lnTo>
                  <a:lnTo>
                    <a:pt x="4869427" y="1033899"/>
                  </a:lnTo>
                  <a:lnTo>
                    <a:pt x="4869572" y="1033899"/>
                  </a:lnTo>
                  <a:lnTo>
                    <a:pt x="4869572" y="1033275"/>
                  </a:lnTo>
                  <a:lnTo>
                    <a:pt x="4869718" y="1033275"/>
                  </a:lnTo>
                  <a:lnTo>
                    <a:pt x="4869863" y="1033275"/>
                  </a:lnTo>
                  <a:lnTo>
                    <a:pt x="4870008" y="1033275"/>
                  </a:lnTo>
                  <a:lnTo>
                    <a:pt x="4870008" y="1032652"/>
                  </a:lnTo>
                  <a:lnTo>
                    <a:pt x="4870154" y="1032652"/>
                  </a:lnTo>
                  <a:lnTo>
                    <a:pt x="4870299" y="1032652"/>
                  </a:lnTo>
                  <a:lnTo>
                    <a:pt x="4870299" y="1032028"/>
                  </a:lnTo>
                  <a:lnTo>
                    <a:pt x="4870445" y="1032028"/>
                  </a:lnTo>
                  <a:lnTo>
                    <a:pt x="4870590" y="1032028"/>
                  </a:lnTo>
                  <a:lnTo>
                    <a:pt x="4870736" y="1032028"/>
                  </a:lnTo>
                  <a:lnTo>
                    <a:pt x="4870881" y="1032028"/>
                  </a:lnTo>
                  <a:lnTo>
                    <a:pt x="4871026" y="1032028"/>
                  </a:lnTo>
                  <a:lnTo>
                    <a:pt x="4871172" y="1032028"/>
                  </a:lnTo>
                  <a:lnTo>
                    <a:pt x="4871172" y="1031405"/>
                  </a:lnTo>
                  <a:lnTo>
                    <a:pt x="4871317" y="1031405"/>
                  </a:lnTo>
                  <a:lnTo>
                    <a:pt x="4871463" y="1031405"/>
                  </a:lnTo>
                  <a:lnTo>
                    <a:pt x="4871608" y="1031405"/>
                  </a:lnTo>
                  <a:lnTo>
                    <a:pt x="4871754" y="1031405"/>
                  </a:lnTo>
                  <a:lnTo>
                    <a:pt x="4871754" y="1030781"/>
                  </a:lnTo>
                  <a:lnTo>
                    <a:pt x="4871899" y="1030781"/>
                  </a:lnTo>
                  <a:lnTo>
                    <a:pt x="4871899" y="1030157"/>
                  </a:lnTo>
                  <a:lnTo>
                    <a:pt x="4872044" y="1030157"/>
                  </a:lnTo>
                  <a:lnTo>
                    <a:pt x="4872190" y="1030157"/>
                  </a:lnTo>
                  <a:lnTo>
                    <a:pt x="4872335" y="1030157"/>
                  </a:lnTo>
                  <a:lnTo>
                    <a:pt x="4872481" y="1030157"/>
                  </a:lnTo>
                  <a:lnTo>
                    <a:pt x="4872626" y="1030157"/>
                  </a:lnTo>
                  <a:lnTo>
                    <a:pt x="4872772" y="1030157"/>
                  </a:lnTo>
                  <a:lnTo>
                    <a:pt x="4872917" y="1030157"/>
                  </a:lnTo>
                  <a:lnTo>
                    <a:pt x="4873062" y="1030157"/>
                  </a:lnTo>
                  <a:lnTo>
                    <a:pt x="4873208" y="1030157"/>
                  </a:lnTo>
                  <a:lnTo>
                    <a:pt x="4873208" y="1029534"/>
                  </a:lnTo>
                  <a:lnTo>
                    <a:pt x="4873208" y="1028910"/>
                  </a:lnTo>
                  <a:lnTo>
                    <a:pt x="4873353" y="1028910"/>
                  </a:lnTo>
                  <a:lnTo>
                    <a:pt x="4873499" y="1028910"/>
                  </a:lnTo>
                  <a:lnTo>
                    <a:pt x="4873644" y="1028910"/>
                  </a:lnTo>
                  <a:lnTo>
                    <a:pt x="4873790" y="1028910"/>
                  </a:lnTo>
                  <a:lnTo>
                    <a:pt x="4873935" y="1028910"/>
                  </a:lnTo>
                  <a:lnTo>
                    <a:pt x="4874080" y="1028910"/>
                  </a:lnTo>
                  <a:lnTo>
                    <a:pt x="4874226" y="1028910"/>
                  </a:lnTo>
                  <a:lnTo>
                    <a:pt x="4874371" y="1028910"/>
                  </a:lnTo>
                  <a:lnTo>
                    <a:pt x="4874517" y="1028910"/>
                  </a:lnTo>
                  <a:lnTo>
                    <a:pt x="4874662" y="1028910"/>
                  </a:lnTo>
                  <a:lnTo>
                    <a:pt x="4874807" y="1028910"/>
                  </a:lnTo>
                  <a:lnTo>
                    <a:pt x="4874953" y="1028910"/>
                  </a:lnTo>
                  <a:lnTo>
                    <a:pt x="4875098" y="1028910"/>
                  </a:lnTo>
                  <a:lnTo>
                    <a:pt x="4875244" y="1028910"/>
                  </a:lnTo>
                  <a:lnTo>
                    <a:pt x="4875389" y="1028910"/>
                  </a:lnTo>
                  <a:lnTo>
                    <a:pt x="4875535" y="1028910"/>
                  </a:lnTo>
                  <a:lnTo>
                    <a:pt x="4875680" y="1028910"/>
                  </a:lnTo>
                  <a:lnTo>
                    <a:pt x="4875680" y="1028287"/>
                  </a:lnTo>
                  <a:lnTo>
                    <a:pt x="4875825" y="1028287"/>
                  </a:lnTo>
                  <a:lnTo>
                    <a:pt x="4875971" y="1028287"/>
                  </a:lnTo>
                  <a:lnTo>
                    <a:pt x="4875971" y="1027663"/>
                  </a:lnTo>
                  <a:lnTo>
                    <a:pt x="4876116" y="1027663"/>
                  </a:lnTo>
                  <a:lnTo>
                    <a:pt x="4876262" y="1027663"/>
                  </a:lnTo>
                  <a:lnTo>
                    <a:pt x="4876407" y="1027663"/>
                  </a:lnTo>
                  <a:lnTo>
                    <a:pt x="4876553" y="1027663"/>
                  </a:lnTo>
                  <a:lnTo>
                    <a:pt x="4876698" y="1027663"/>
                  </a:lnTo>
                  <a:lnTo>
                    <a:pt x="4876843" y="1027663"/>
                  </a:lnTo>
                  <a:lnTo>
                    <a:pt x="4876989" y="1027663"/>
                  </a:lnTo>
                  <a:lnTo>
                    <a:pt x="4877134" y="1027663"/>
                  </a:lnTo>
                  <a:lnTo>
                    <a:pt x="4877280" y="1027663"/>
                  </a:lnTo>
                  <a:lnTo>
                    <a:pt x="4877425" y="1027663"/>
                  </a:lnTo>
                  <a:lnTo>
                    <a:pt x="4877571" y="1027663"/>
                  </a:lnTo>
                  <a:lnTo>
                    <a:pt x="4877716" y="1027663"/>
                  </a:lnTo>
                  <a:lnTo>
                    <a:pt x="4877861" y="1027663"/>
                  </a:lnTo>
                  <a:lnTo>
                    <a:pt x="4878007" y="1027663"/>
                  </a:lnTo>
                  <a:lnTo>
                    <a:pt x="4878152" y="1027663"/>
                  </a:lnTo>
                  <a:lnTo>
                    <a:pt x="4878298" y="1027663"/>
                  </a:lnTo>
                  <a:lnTo>
                    <a:pt x="4878443" y="1027663"/>
                  </a:lnTo>
                  <a:lnTo>
                    <a:pt x="4878589" y="1027663"/>
                  </a:lnTo>
                  <a:lnTo>
                    <a:pt x="4878734" y="1027663"/>
                  </a:lnTo>
                  <a:lnTo>
                    <a:pt x="4878879" y="1027663"/>
                  </a:lnTo>
                  <a:lnTo>
                    <a:pt x="4879025" y="1027663"/>
                  </a:lnTo>
                  <a:lnTo>
                    <a:pt x="4879170" y="1027663"/>
                  </a:lnTo>
                  <a:lnTo>
                    <a:pt x="4879316" y="1027663"/>
                  </a:lnTo>
                  <a:lnTo>
                    <a:pt x="4879461" y="1027663"/>
                  </a:lnTo>
                  <a:lnTo>
                    <a:pt x="4879607" y="1027663"/>
                  </a:lnTo>
                  <a:lnTo>
                    <a:pt x="4879752" y="1027663"/>
                  </a:lnTo>
                  <a:lnTo>
                    <a:pt x="4879897" y="1027663"/>
                  </a:lnTo>
                  <a:lnTo>
                    <a:pt x="4880043" y="1027663"/>
                  </a:lnTo>
                  <a:lnTo>
                    <a:pt x="4880043" y="1027040"/>
                  </a:lnTo>
                  <a:lnTo>
                    <a:pt x="4880188" y="1027040"/>
                  </a:lnTo>
                  <a:lnTo>
                    <a:pt x="4880334" y="1027040"/>
                  </a:lnTo>
                  <a:lnTo>
                    <a:pt x="4880479" y="1027040"/>
                  </a:lnTo>
                  <a:lnTo>
                    <a:pt x="4880625" y="1027040"/>
                  </a:lnTo>
                  <a:lnTo>
                    <a:pt x="4880770" y="1027040"/>
                  </a:lnTo>
                  <a:lnTo>
                    <a:pt x="4880770" y="1026416"/>
                  </a:lnTo>
                  <a:lnTo>
                    <a:pt x="4880770" y="1025792"/>
                  </a:lnTo>
                  <a:lnTo>
                    <a:pt x="4880915" y="1025792"/>
                  </a:lnTo>
                  <a:lnTo>
                    <a:pt x="4881061" y="1025792"/>
                  </a:lnTo>
                  <a:lnTo>
                    <a:pt x="4881206" y="1025792"/>
                  </a:lnTo>
                  <a:lnTo>
                    <a:pt x="4881352" y="1025792"/>
                  </a:lnTo>
                  <a:lnTo>
                    <a:pt x="4881497" y="1025792"/>
                  </a:lnTo>
                  <a:lnTo>
                    <a:pt x="4881642" y="1025792"/>
                  </a:lnTo>
                  <a:lnTo>
                    <a:pt x="4881788" y="1025792"/>
                  </a:lnTo>
                  <a:lnTo>
                    <a:pt x="4881788" y="1025169"/>
                  </a:lnTo>
                  <a:lnTo>
                    <a:pt x="4881933" y="1025169"/>
                  </a:lnTo>
                  <a:lnTo>
                    <a:pt x="4882079" y="1025169"/>
                  </a:lnTo>
                  <a:lnTo>
                    <a:pt x="4882224" y="1025169"/>
                  </a:lnTo>
                  <a:lnTo>
                    <a:pt x="4882370" y="1025169"/>
                  </a:lnTo>
                  <a:lnTo>
                    <a:pt x="4882515" y="1025169"/>
                  </a:lnTo>
                  <a:lnTo>
                    <a:pt x="4882660" y="1025169"/>
                  </a:lnTo>
                  <a:lnTo>
                    <a:pt x="4882806" y="1025169"/>
                  </a:lnTo>
                  <a:lnTo>
                    <a:pt x="4882951" y="1025169"/>
                  </a:lnTo>
                  <a:lnTo>
                    <a:pt x="4883097" y="1025169"/>
                  </a:lnTo>
                  <a:lnTo>
                    <a:pt x="4883242" y="1025169"/>
                  </a:lnTo>
                  <a:lnTo>
                    <a:pt x="4883388" y="1025169"/>
                  </a:lnTo>
                  <a:lnTo>
                    <a:pt x="4883533" y="1025169"/>
                  </a:lnTo>
                  <a:lnTo>
                    <a:pt x="4883678" y="1025169"/>
                  </a:lnTo>
                  <a:lnTo>
                    <a:pt x="4883824" y="1025169"/>
                  </a:lnTo>
                  <a:lnTo>
                    <a:pt x="4883969" y="1025169"/>
                  </a:lnTo>
                  <a:lnTo>
                    <a:pt x="4884115" y="1025169"/>
                  </a:lnTo>
                  <a:lnTo>
                    <a:pt x="4884115" y="1024545"/>
                  </a:lnTo>
                  <a:lnTo>
                    <a:pt x="4884260" y="1024545"/>
                  </a:lnTo>
                  <a:lnTo>
                    <a:pt x="4884406" y="1024545"/>
                  </a:lnTo>
                  <a:lnTo>
                    <a:pt x="4884551" y="1024545"/>
                  </a:lnTo>
                  <a:lnTo>
                    <a:pt x="4884696" y="1024545"/>
                  </a:lnTo>
                  <a:lnTo>
                    <a:pt x="4884696" y="1023922"/>
                  </a:lnTo>
                  <a:lnTo>
                    <a:pt x="4884696" y="1023298"/>
                  </a:lnTo>
                  <a:lnTo>
                    <a:pt x="4884842" y="1023298"/>
                  </a:lnTo>
                  <a:lnTo>
                    <a:pt x="4884987" y="1023298"/>
                  </a:lnTo>
                  <a:lnTo>
                    <a:pt x="4885133" y="1023298"/>
                  </a:lnTo>
                  <a:lnTo>
                    <a:pt x="4885278" y="1023298"/>
                  </a:lnTo>
                  <a:lnTo>
                    <a:pt x="4885424" y="1023298"/>
                  </a:lnTo>
                  <a:lnTo>
                    <a:pt x="4885569" y="1023298"/>
                  </a:lnTo>
                  <a:lnTo>
                    <a:pt x="4885714" y="1023298"/>
                  </a:lnTo>
                  <a:lnTo>
                    <a:pt x="4885860" y="1023298"/>
                  </a:lnTo>
                  <a:lnTo>
                    <a:pt x="4886005" y="1023298"/>
                  </a:lnTo>
                  <a:lnTo>
                    <a:pt x="4886151" y="1023298"/>
                  </a:lnTo>
                  <a:lnTo>
                    <a:pt x="4886296" y="1023298"/>
                  </a:lnTo>
                  <a:lnTo>
                    <a:pt x="4886442" y="1023298"/>
                  </a:lnTo>
                  <a:lnTo>
                    <a:pt x="4886442" y="1022675"/>
                  </a:lnTo>
                  <a:lnTo>
                    <a:pt x="4886442" y="1022051"/>
                  </a:lnTo>
                  <a:lnTo>
                    <a:pt x="4886587" y="1022051"/>
                  </a:lnTo>
                  <a:lnTo>
                    <a:pt x="4886732" y="1022051"/>
                  </a:lnTo>
                  <a:lnTo>
                    <a:pt x="4886732" y="1021427"/>
                  </a:lnTo>
                  <a:lnTo>
                    <a:pt x="4886878" y="1021427"/>
                  </a:lnTo>
                  <a:lnTo>
                    <a:pt x="4887023" y="1021427"/>
                  </a:lnTo>
                  <a:lnTo>
                    <a:pt x="4887169" y="1021427"/>
                  </a:lnTo>
                  <a:lnTo>
                    <a:pt x="4887314" y="1021427"/>
                  </a:lnTo>
                  <a:lnTo>
                    <a:pt x="4887460" y="1021427"/>
                  </a:lnTo>
                  <a:lnTo>
                    <a:pt x="4887605" y="1021427"/>
                  </a:lnTo>
                  <a:lnTo>
                    <a:pt x="4887750" y="1021427"/>
                  </a:lnTo>
                  <a:lnTo>
                    <a:pt x="4887896" y="1021427"/>
                  </a:lnTo>
                  <a:lnTo>
                    <a:pt x="4888041" y="1021427"/>
                  </a:lnTo>
                  <a:lnTo>
                    <a:pt x="4888187" y="1021427"/>
                  </a:lnTo>
                  <a:lnTo>
                    <a:pt x="4888332" y="1021427"/>
                  </a:lnTo>
                  <a:lnTo>
                    <a:pt x="4888477" y="1021427"/>
                  </a:lnTo>
                  <a:lnTo>
                    <a:pt x="4888477" y="1020804"/>
                  </a:lnTo>
                  <a:lnTo>
                    <a:pt x="4888623" y="1020804"/>
                  </a:lnTo>
                  <a:lnTo>
                    <a:pt x="4888623" y="1020180"/>
                  </a:lnTo>
                  <a:lnTo>
                    <a:pt x="4888768" y="1020180"/>
                  </a:lnTo>
                  <a:lnTo>
                    <a:pt x="4888914" y="1020180"/>
                  </a:lnTo>
                  <a:lnTo>
                    <a:pt x="4889059" y="1020180"/>
                  </a:lnTo>
                  <a:lnTo>
                    <a:pt x="4889205" y="1020180"/>
                  </a:lnTo>
                  <a:lnTo>
                    <a:pt x="4889350" y="1020180"/>
                  </a:lnTo>
                  <a:lnTo>
                    <a:pt x="4889495" y="1020180"/>
                  </a:lnTo>
                  <a:lnTo>
                    <a:pt x="4889641" y="1020180"/>
                  </a:lnTo>
                  <a:lnTo>
                    <a:pt x="4889786" y="1020180"/>
                  </a:lnTo>
                  <a:lnTo>
                    <a:pt x="4889932" y="1020180"/>
                  </a:lnTo>
                  <a:lnTo>
                    <a:pt x="4890077" y="1020180"/>
                  </a:lnTo>
                  <a:lnTo>
                    <a:pt x="4890223" y="1020180"/>
                  </a:lnTo>
                  <a:lnTo>
                    <a:pt x="4890368" y="1020180"/>
                  </a:lnTo>
                  <a:lnTo>
                    <a:pt x="4890513" y="1020180"/>
                  </a:lnTo>
                  <a:lnTo>
                    <a:pt x="4890513" y="1019557"/>
                  </a:lnTo>
                  <a:lnTo>
                    <a:pt x="4890659" y="1019557"/>
                  </a:lnTo>
                  <a:lnTo>
                    <a:pt x="4890804" y="1019557"/>
                  </a:lnTo>
                  <a:lnTo>
                    <a:pt x="4890950" y="1019557"/>
                  </a:lnTo>
                  <a:lnTo>
                    <a:pt x="4891095" y="1019557"/>
                  </a:lnTo>
                  <a:lnTo>
                    <a:pt x="4891241" y="1019557"/>
                  </a:lnTo>
                  <a:lnTo>
                    <a:pt x="4891386" y="1019557"/>
                  </a:lnTo>
                  <a:lnTo>
                    <a:pt x="4891531" y="1019557"/>
                  </a:lnTo>
                  <a:lnTo>
                    <a:pt x="4891677" y="1019557"/>
                  </a:lnTo>
                  <a:lnTo>
                    <a:pt x="4891822" y="1019557"/>
                  </a:lnTo>
                  <a:lnTo>
                    <a:pt x="4891968" y="1019557"/>
                  </a:lnTo>
                  <a:lnTo>
                    <a:pt x="4891968" y="1018933"/>
                  </a:lnTo>
                  <a:lnTo>
                    <a:pt x="4892113" y="1018933"/>
                  </a:lnTo>
                  <a:lnTo>
                    <a:pt x="4892259" y="1018933"/>
                  </a:lnTo>
                  <a:lnTo>
                    <a:pt x="4892404" y="1018933"/>
                  </a:lnTo>
                  <a:lnTo>
                    <a:pt x="4892549" y="1018933"/>
                  </a:lnTo>
                  <a:lnTo>
                    <a:pt x="4892695" y="1018933"/>
                  </a:lnTo>
                  <a:lnTo>
                    <a:pt x="4892840" y="1018933"/>
                  </a:lnTo>
                  <a:lnTo>
                    <a:pt x="4892986" y="1018933"/>
                  </a:lnTo>
                  <a:lnTo>
                    <a:pt x="4893131" y="1018933"/>
                  </a:lnTo>
                  <a:lnTo>
                    <a:pt x="4893277" y="1018933"/>
                  </a:lnTo>
                  <a:lnTo>
                    <a:pt x="4893422" y="1018933"/>
                  </a:lnTo>
                  <a:lnTo>
                    <a:pt x="4893567" y="1018933"/>
                  </a:lnTo>
                  <a:lnTo>
                    <a:pt x="4893713" y="1018933"/>
                  </a:lnTo>
                  <a:lnTo>
                    <a:pt x="4893858" y="1018933"/>
                  </a:lnTo>
                  <a:lnTo>
                    <a:pt x="4894004" y="1018933"/>
                  </a:lnTo>
                  <a:lnTo>
                    <a:pt x="4894004" y="1018309"/>
                  </a:lnTo>
                  <a:lnTo>
                    <a:pt x="4894149" y="1018309"/>
                  </a:lnTo>
                  <a:lnTo>
                    <a:pt x="4894295" y="1018309"/>
                  </a:lnTo>
                  <a:lnTo>
                    <a:pt x="4894440" y="1018309"/>
                  </a:lnTo>
                  <a:lnTo>
                    <a:pt x="4894585" y="1018309"/>
                  </a:lnTo>
                  <a:lnTo>
                    <a:pt x="4894731" y="1018309"/>
                  </a:lnTo>
                  <a:lnTo>
                    <a:pt x="4894876" y="1018309"/>
                  </a:lnTo>
                  <a:lnTo>
                    <a:pt x="4895022" y="1018309"/>
                  </a:lnTo>
                  <a:lnTo>
                    <a:pt x="4895167" y="1018309"/>
                  </a:lnTo>
                  <a:lnTo>
                    <a:pt x="4895312" y="1018309"/>
                  </a:lnTo>
                  <a:lnTo>
                    <a:pt x="4895458" y="1018309"/>
                  </a:lnTo>
                  <a:lnTo>
                    <a:pt x="4895603" y="1018309"/>
                  </a:lnTo>
                  <a:lnTo>
                    <a:pt x="4895749" y="1018309"/>
                  </a:lnTo>
                  <a:lnTo>
                    <a:pt x="4895894" y="1018309"/>
                  </a:lnTo>
                  <a:lnTo>
                    <a:pt x="4896040" y="1018309"/>
                  </a:lnTo>
                  <a:lnTo>
                    <a:pt x="4896185" y="1018309"/>
                  </a:lnTo>
                  <a:lnTo>
                    <a:pt x="4896185" y="1017686"/>
                  </a:lnTo>
                  <a:lnTo>
                    <a:pt x="4896330" y="1017686"/>
                  </a:lnTo>
                  <a:lnTo>
                    <a:pt x="4896476" y="1017686"/>
                  </a:lnTo>
                  <a:lnTo>
                    <a:pt x="4896476" y="1017062"/>
                  </a:lnTo>
                  <a:lnTo>
                    <a:pt x="4896621" y="1017062"/>
                  </a:lnTo>
                  <a:lnTo>
                    <a:pt x="4896767" y="1017062"/>
                  </a:lnTo>
                  <a:lnTo>
                    <a:pt x="4896912" y="1017062"/>
                  </a:lnTo>
                  <a:lnTo>
                    <a:pt x="4897058" y="1017062"/>
                  </a:lnTo>
                  <a:lnTo>
                    <a:pt x="4897203" y="1017062"/>
                  </a:lnTo>
                  <a:lnTo>
                    <a:pt x="4897203" y="1016439"/>
                  </a:lnTo>
                  <a:lnTo>
                    <a:pt x="4897348" y="1016439"/>
                  </a:lnTo>
                  <a:lnTo>
                    <a:pt x="4897494" y="1016439"/>
                  </a:lnTo>
                  <a:lnTo>
                    <a:pt x="4897639" y="1016439"/>
                  </a:lnTo>
                  <a:lnTo>
                    <a:pt x="4897639" y="1015815"/>
                  </a:lnTo>
                  <a:lnTo>
                    <a:pt x="4897639" y="1015192"/>
                  </a:lnTo>
                  <a:lnTo>
                    <a:pt x="4897785" y="1015192"/>
                  </a:lnTo>
                  <a:lnTo>
                    <a:pt x="4897930" y="1015192"/>
                  </a:lnTo>
                  <a:lnTo>
                    <a:pt x="4898076" y="1015192"/>
                  </a:lnTo>
                  <a:lnTo>
                    <a:pt x="4898221" y="1015192"/>
                  </a:lnTo>
                  <a:lnTo>
                    <a:pt x="4898366" y="1015192"/>
                  </a:lnTo>
                  <a:lnTo>
                    <a:pt x="4898512" y="1015192"/>
                  </a:lnTo>
                  <a:lnTo>
                    <a:pt x="4898657" y="1015192"/>
                  </a:lnTo>
                  <a:lnTo>
                    <a:pt x="4898803" y="1015192"/>
                  </a:lnTo>
                  <a:lnTo>
                    <a:pt x="4898948" y="1015192"/>
                  </a:lnTo>
                  <a:lnTo>
                    <a:pt x="4899094" y="1015192"/>
                  </a:lnTo>
                  <a:lnTo>
                    <a:pt x="4899239" y="1015192"/>
                  </a:lnTo>
                  <a:lnTo>
                    <a:pt x="4899384" y="1015192"/>
                  </a:lnTo>
                  <a:lnTo>
                    <a:pt x="4899530" y="1015192"/>
                  </a:lnTo>
                  <a:lnTo>
                    <a:pt x="4899675" y="1015192"/>
                  </a:lnTo>
                  <a:lnTo>
                    <a:pt x="4899821" y="1015192"/>
                  </a:lnTo>
                  <a:lnTo>
                    <a:pt x="4899966" y="1015192"/>
                  </a:lnTo>
                  <a:lnTo>
                    <a:pt x="4900112" y="1015192"/>
                  </a:lnTo>
                  <a:lnTo>
                    <a:pt x="4900112" y="1014568"/>
                  </a:lnTo>
                  <a:lnTo>
                    <a:pt x="4900257" y="1014568"/>
                  </a:lnTo>
                  <a:lnTo>
                    <a:pt x="4900402" y="1014568"/>
                  </a:lnTo>
                  <a:lnTo>
                    <a:pt x="4900548" y="1014568"/>
                  </a:lnTo>
                  <a:lnTo>
                    <a:pt x="4900693" y="1014568"/>
                  </a:lnTo>
                  <a:lnTo>
                    <a:pt x="4900839" y="1014568"/>
                  </a:lnTo>
                  <a:lnTo>
                    <a:pt x="4900984" y="1014568"/>
                  </a:lnTo>
                  <a:lnTo>
                    <a:pt x="4901130" y="1014568"/>
                  </a:lnTo>
                  <a:lnTo>
                    <a:pt x="4901275" y="1014568"/>
                  </a:lnTo>
                  <a:lnTo>
                    <a:pt x="4901420" y="1014568"/>
                  </a:lnTo>
                  <a:lnTo>
                    <a:pt x="4901566" y="1014568"/>
                  </a:lnTo>
                  <a:lnTo>
                    <a:pt x="4901711" y="1014568"/>
                  </a:lnTo>
                  <a:lnTo>
                    <a:pt x="4901711" y="1013944"/>
                  </a:lnTo>
                  <a:lnTo>
                    <a:pt x="4901857" y="1013944"/>
                  </a:lnTo>
                  <a:lnTo>
                    <a:pt x="4902002" y="1013944"/>
                  </a:lnTo>
                  <a:lnTo>
                    <a:pt x="4902147" y="1013944"/>
                  </a:lnTo>
                  <a:lnTo>
                    <a:pt x="4902293" y="1013944"/>
                  </a:lnTo>
                  <a:lnTo>
                    <a:pt x="4902438" y="1013944"/>
                  </a:lnTo>
                  <a:lnTo>
                    <a:pt x="4902584" y="1013944"/>
                  </a:lnTo>
                  <a:lnTo>
                    <a:pt x="4902584" y="1013321"/>
                  </a:lnTo>
                  <a:lnTo>
                    <a:pt x="4902729" y="1013321"/>
                  </a:lnTo>
                  <a:lnTo>
                    <a:pt x="4902875" y="1013321"/>
                  </a:lnTo>
                  <a:lnTo>
                    <a:pt x="4903020" y="1013321"/>
                  </a:lnTo>
                  <a:lnTo>
                    <a:pt x="4903165" y="1013321"/>
                  </a:lnTo>
                  <a:lnTo>
                    <a:pt x="4903311" y="1013321"/>
                  </a:lnTo>
                  <a:lnTo>
                    <a:pt x="4903456" y="1013321"/>
                  </a:lnTo>
                  <a:lnTo>
                    <a:pt x="4903456" y="1012697"/>
                  </a:lnTo>
                  <a:lnTo>
                    <a:pt x="4903602" y="1012697"/>
                  </a:lnTo>
                  <a:lnTo>
                    <a:pt x="4903747" y="1012697"/>
                  </a:lnTo>
                  <a:lnTo>
                    <a:pt x="4903893" y="1012697"/>
                  </a:lnTo>
                  <a:lnTo>
                    <a:pt x="4904038" y="1012697"/>
                  </a:lnTo>
                  <a:lnTo>
                    <a:pt x="4904183" y="1012697"/>
                  </a:lnTo>
                  <a:lnTo>
                    <a:pt x="4904329" y="1012697"/>
                  </a:lnTo>
                  <a:lnTo>
                    <a:pt x="4904474" y="1012697"/>
                  </a:lnTo>
                  <a:lnTo>
                    <a:pt x="4904474" y="1012074"/>
                  </a:lnTo>
                  <a:lnTo>
                    <a:pt x="4904620" y="1012074"/>
                  </a:lnTo>
                  <a:lnTo>
                    <a:pt x="4904765" y="1012074"/>
                  </a:lnTo>
                  <a:lnTo>
                    <a:pt x="4904911" y="1012074"/>
                  </a:lnTo>
                  <a:lnTo>
                    <a:pt x="4905056" y="1012074"/>
                  </a:lnTo>
                  <a:lnTo>
                    <a:pt x="4905201" y="1012074"/>
                  </a:lnTo>
                  <a:lnTo>
                    <a:pt x="4905347" y="1012074"/>
                  </a:lnTo>
                  <a:lnTo>
                    <a:pt x="4905492" y="1012074"/>
                  </a:lnTo>
                  <a:lnTo>
                    <a:pt x="4905638" y="1012074"/>
                  </a:lnTo>
                  <a:lnTo>
                    <a:pt x="4905783" y="1012074"/>
                  </a:lnTo>
                  <a:lnTo>
                    <a:pt x="4905929" y="1012074"/>
                  </a:lnTo>
                  <a:lnTo>
                    <a:pt x="4905929" y="1011450"/>
                  </a:lnTo>
                  <a:lnTo>
                    <a:pt x="4906074" y="1011450"/>
                  </a:lnTo>
                  <a:lnTo>
                    <a:pt x="4906074" y="1010826"/>
                  </a:lnTo>
                  <a:lnTo>
                    <a:pt x="4906219" y="1010826"/>
                  </a:lnTo>
                  <a:lnTo>
                    <a:pt x="4906365" y="1010826"/>
                  </a:lnTo>
                  <a:lnTo>
                    <a:pt x="4906510" y="1010826"/>
                  </a:lnTo>
                  <a:lnTo>
                    <a:pt x="4906656" y="1010826"/>
                  </a:lnTo>
                  <a:lnTo>
                    <a:pt x="4906801" y="1010826"/>
                  </a:lnTo>
                  <a:lnTo>
                    <a:pt x="4906947" y="1010826"/>
                  </a:lnTo>
                  <a:lnTo>
                    <a:pt x="4907092" y="1010826"/>
                  </a:lnTo>
                  <a:lnTo>
                    <a:pt x="4907237" y="1010826"/>
                  </a:lnTo>
                  <a:lnTo>
                    <a:pt x="4907383" y="1010826"/>
                  </a:lnTo>
                  <a:lnTo>
                    <a:pt x="4907528" y="1010826"/>
                  </a:lnTo>
                  <a:lnTo>
                    <a:pt x="4907674" y="1010826"/>
                  </a:lnTo>
                  <a:lnTo>
                    <a:pt x="4907819" y="1010826"/>
                  </a:lnTo>
                  <a:lnTo>
                    <a:pt x="4907965" y="1010826"/>
                  </a:lnTo>
                  <a:lnTo>
                    <a:pt x="4908110" y="1010826"/>
                  </a:lnTo>
                  <a:lnTo>
                    <a:pt x="4908255" y="1010826"/>
                  </a:lnTo>
                  <a:lnTo>
                    <a:pt x="4908401" y="1010826"/>
                  </a:lnTo>
                  <a:lnTo>
                    <a:pt x="4908546" y="1010826"/>
                  </a:lnTo>
                  <a:lnTo>
                    <a:pt x="4908692" y="1010826"/>
                  </a:lnTo>
                  <a:lnTo>
                    <a:pt x="4908692" y="1010203"/>
                  </a:lnTo>
                  <a:lnTo>
                    <a:pt x="4908837" y="1010203"/>
                  </a:lnTo>
                  <a:lnTo>
                    <a:pt x="4908982" y="1010203"/>
                  </a:lnTo>
                  <a:lnTo>
                    <a:pt x="4909128" y="1010203"/>
                  </a:lnTo>
                  <a:lnTo>
                    <a:pt x="4909273" y="1010203"/>
                  </a:lnTo>
                  <a:lnTo>
                    <a:pt x="4909419" y="1010203"/>
                  </a:lnTo>
                  <a:lnTo>
                    <a:pt x="4909419" y="1009579"/>
                  </a:lnTo>
                  <a:lnTo>
                    <a:pt x="4909564" y="1009579"/>
                  </a:lnTo>
                  <a:lnTo>
                    <a:pt x="4909710" y="1009579"/>
                  </a:lnTo>
                  <a:lnTo>
                    <a:pt x="4909855" y="1009579"/>
                  </a:lnTo>
                  <a:lnTo>
                    <a:pt x="4910000" y="1009579"/>
                  </a:lnTo>
                  <a:lnTo>
                    <a:pt x="4910000" y="1008956"/>
                  </a:lnTo>
                  <a:lnTo>
                    <a:pt x="4910146" y="1008956"/>
                  </a:lnTo>
                  <a:lnTo>
                    <a:pt x="4910291" y="1008956"/>
                  </a:lnTo>
                  <a:lnTo>
                    <a:pt x="4910437" y="1008956"/>
                  </a:lnTo>
                  <a:lnTo>
                    <a:pt x="4910582" y="1008956"/>
                  </a:lnTo>
                  <a:lnTo>
                    <a:pt x="4910728" y="1008956"/>
                  </a:lnTo>
                  <a:lnTo>
                    <a:pt x="4910728" y="1008332"/>
                  </a:lnTo>
                  <a:lnTo>
                    <a:pt x="4910873" y="1008332"/>
                  </a:lnTo>
                  <a:lnTo>
                    <a:pt x="4911018" y="1008332"/>
                  </a:lnTo>
                  <a:lnTo>
                    <a:pt x="4911164" y="1008332"/>
                  </a:lnTo>
                  <a:lnTo>
                    <a:pt x="4911309" y="1008332"/>
                  </a:lnTo>
                  <a:lnTo>
                    <a:pt x="4911455" y="1008332"/>
                  </a:lnTo>
                  <a:lnTo>
                    <a:pt x="4911600" y="1008332"/>
                  </a:lnTo>
                  <a:lnTo>
                    <a:pt x="4911746" y="1008332"/>
                  </a:lnTo>
                  <a:lnTo>
                    <a:pt x="4911891" y="1008332"/>
                  </a:lnTo>
                  <a:lnTo>
                    <a:pt x="4912036" y="1008332"/>
                  </a:lnTo>
                  <a:lnTo>
                    <a:pt x="4912182" y="1008332"/>
                  </a:lnTo>
                  <a:lnTo>
                    <a:pt x="4912327" y="1008332"/>
                  </a:lnTo>
                  <a:lnTo>
                    <a:pt x="4912327" y="1007709"/>
                  </a:lnTo>
                  <a:lnTo>
                    <a:pt x="4912473" y="1007709"/>
                  </a:lnTo>
                  <a:lnTo>
                    <a:pt x="4912618" y="1007709"/>
                  </a:lnTo>
                  <a:lnTo>
                    <a:pt x="4912764" y="1007709"/>
                  </a:lnTo>
                  <a:lnTo>
                    <a:pt x="4912909" y="1007709"/>
                  </a:lnTo>
                  <a:lnTo>
                    <a:pt x="4913054" y="1007709"/>
                  </a:lnTo>
                  <a:lnTo>
                    <a:pt x="4913200" y="1007709"/>
                  </a:lnTo>
                  <a:lnTo>
                    <a:pt x="4913345" y="1007709"/>
                  </a:lnTo>
                  <a:lnTo>
                    <a:pt x="4913491" y="1007709"/>
                  </a:lnTo>
                  <a:lnTo>
                    <a:pt x="4913491" y="1007085"/>
                  </a:lnTo>
                  <a:lnTo>
                    <a:pt x="4913636" y="1007085"/>
                  </a:lnTo>
                  <a:lnTo>
                    <a:pt x="4913782" y="1007085"/>
                  </a:lnTo>
                  <a:lnTo>
                    <a:pt x="4913927" y="1007085"/>
                  </a:lnTo>
                  <a:lnTo>
                    <a:pt x="4914072" y="1007085"/>
                  </a:lnTo>
                  <a:lnTo>
                    <a:pt x="4914218" y="1007085"/>
                  </a:lnTo>
                  <a:lnTo>
                    <a:pt x="4914363" y="1007085"/>
                  </a:lnTo>
                  <a:lnTo>
                    <a:pt x="4914509" y="1007085"/>
                  </a:lnTo>
                  <a:lnTo>
                    <a:pt x="4914654" y="1007085"/>
                  </a:lnTo>
                  <a:lnTo>
                    <a:pt x="4914800" y="1007085"/>
                  </a:lnTo>
                  <a:lnTo>
                    <a:pt x="4914945" y="1007085"/>
                  </a:lnTo>
                  <a:lnTo>
                    <a:pt x="4915090" y="1007085"/>
                  </a:lnTo>
                  <a:lnTo>
                    <a:pt x="4915236" y="1007085"/>
                  </a:lnTo>
                  <a:lnTo>
                    <a:pt x="4915381" y="1007085"/>
                  </a:lnTo>
                  <a:lnTo>
                    <a:pt x="4915527" y="1007085"/>
                  </a:lnTo>
                  <a:lnTo>
                    <a:pt x="4915672" y="1007085"/>
                  </a:lnTo>
                  <a:lnTo>
                    <a:pt x="4915817" y="1007085"/>
                  </a:lnTo>
                  <a:lnTo>
                    <a:pt x="4915963" y="1007085"/>
                  </a:lnTo>
                  <a:lnTo>
                    <a:pt x="4916108" y="1007085"/>
                  </a:lnTo>
                  <a:lnTo>
                    <a:pt x="4916108" y="1006461"/>
                  </a:lnTo>
                  <a:lnTo>
                    <a:pt x="4916254" y="1006461"/>
                  </a:lnTo>
                  <a:lnTo>
                    <a:pt x="4916399" y="1006461"/>
                  </a:lnTo>
                  <a:lnTo>
                    <a:pt x="4916545" y="1006461"/>
                  </a:lnTo>
                  <a:lnTo>
                    <a:pt x="4916690" y="1006461"/>
                  </a:lnTo>
                  <a:lnTo>
                    <a:pt x="4916835" y="1006461"/>
                  </a:lnTo>
                  <a:lnTo>
                    <a:pt x="4916981" y="1006461"/>
                  </a:lnTo>
                  <a:lnTo>
                    <a:pt x="4917126" y="1006461"/>
                  </a:lnTo>
                  <a:lnTo>
                    <a:pt x="4917272" y="1006461"/>
                  </a:lnTo>
                  <a:lnTo>
                    <a:pt x="4917417" y="1006461"/>
                  </a:lnTo>
                  <a:lnTo>
                    <a:pt x="4917417" y="1005838"/>
                  </a:lnTo>
                  <a:lnTo>
                    <a:pt x="4917563" y="1005838"/>
                  </a:lnTo>
                  <a:lnTo>
                    <a:pt x="4917563" y="1005214"/>
                  </a:lnTo>
                  <a:lnTo>
                    <a:pt x="4917708" y="1005214"/>
                  </a:lnTo>
                  <a:lnTo>
                    <a:pt x="4917853" y="1005214"/>
                  </a:lnTo>
                  <a:lnTo>
                    <a:pt x="4917999" y="1005214"/>
                  </a:lnTo>
                  <a:lnTo>
                    <a:pt x="4918144" y="1005214"/>
                  </a:lnTo>
                  <a:lnTo>
                    <a:pt x="4918290" y="1005214"/>
                  </a:lnTo>
                  <a:lnTo>
                    <a:pt x="4918435" y="1005214"/>
                  </a:lnTo>
                  <a:lnTo>
                    <a:pt x="4918581" y="1005214"/>
                  </a:lnTo>
                  <a:lnTo>
                    <a:pt x="4918726" y="1005214"/>
                  </a:lnTo>
                  <a:lnTo>
                    <a:pt x="4918871" y="1005214"/>
                  </a:lnTo>
                  <a:lnTo>
                    <a:pt x="4919017" y="1005214"/>
                  </a:lnTo>
                  <a:lnTo>
                    <a:pt x="4919162" y="1005214"/>
                  </a:lnTo>
                  <a:lnTo>
                    <a:pt x="4919308" y="1005214"/>
                  </a:lnTo>
                  <a:lnTo>
                    <a:pt x="4919453" y="1005214"/>
                  </a:lnTo>
                  <a:lnTo>
                    <a:pt x="4919599" y="1005214"/>
                  </a:lnTo>
                  <a:lnTo>
                    <a:pt x="4919744" y="1005214"/>
                  </a:lnTo>
                  <a:lnTo>
                    <a:pt x="4919889" y="1005214"/>
                  </a:lnTo>
                  <a:lnTo>
                    <a:pt x="4920035" y="1005214"/>
                  </a:lnTo>
                  <a:lnTo>
                    <a:pt x="4920180" y="1005214"/>
                  </a:lnTo>
                  <a:lnTo>
                    <a:pt x="4920180" y="1004591"/>
                  </a:lnTo>
                  <a:lnTo>
                    <a:pt x="4920326" y="1004591"/>
                  </a:lnTo>
                  <a:lnTo>
                    <a:pt x="4920471" y="1004591"/>
                  </a:lnTo>
                  <a:lnTo>
                    <a:pt x="4920617" y="1004591"/>
                  </a:lnTo>
                  <a:lnTo>
                    <a:pt x="4920762" y="1004591"/>
                  </a:lnTo>
                  <a:lnTo>
                    <a:pt x="4920907" y="1004591"/>
                  </a:lnTo>
                  <a:lnTo>
                    <a:pt x="4920907" y="1003967"/>
                  </a:lnTo>
                  <a:lnTo>
                    <a:pt x="4921053" y="1003967"/>
                  </a:lnTo>
                  <a:lnTo>
                    <a:pt x="4921198" y="1003967"/>
                  </a:lnTo>
                  <a:lnTo>
                    <a:pt x="4921344" y="1003967"/>
                  </a:lnTo>
                  <a:lnTo>
                    <a:pt x="4921489" y="1003967"/>
                  </a:lnTo>
                  <a:lnTo>
                    <a:pt x="4921635" y="1003967"/>
                  </a:lnTo>
                  <a:lnTo>
                    <a:pt x="4921780" y="1003967"/>
                  </a:lnTo>
                  <a:lnTo>
                    <a:pt x="4921925" y="1003967"/>
                  </a:lnTo>
                  <a:lnTo>
                    <a:pt x="4922071" y="1003967"/>
                  </a:lnTo>
                  <a:lnTo>
                    <a:pt x="4922216" y="1003967"/>
                  </a:lnTo>
                  <a:lnTo>
                    <a:pt x="4922362" y="1003967"/>
                  </a:lnTo>
                  <a:lnTo>
                    <a:pt x="4922507" y="1003967"/>
                  </a:lnTo>
                  <a:lnTo>
                    <a:pt x="4922652" y="1003967"/>
                  </a:lnTo>
                  <a:lnTo>
                    <a:pt x="4922798" y="1003967"/>
                  </a:lnTo>
                  <a:lnTo>
                    <a:pt x="4922943" y="1003967"/>
                  </a:lnTo>
                  <a:lnTo>
                    <a:pt x="4923089" y="1003967"/>
                  </a:lnTo>
                  <a:lnTo>
                    <a:pt x="4923234" y="1003967"/>
                  </a:lnTo>
                  <a:lnTo>
                    <a:pt x="4923380" y="1003967"/>
                  </a:lnTo>
                  <a:lnTo>
                    <a:pt x="4923380" y="1003343"/>
                  </a:lnTo>
                  <a:lnTo>
                    <a:pt x="4923525" y="1003343"/>
                  </a:lnTo>
                  <a:lnTo>
                    <a:pt x="4923670" y="1003343"/>
                  </a:lnTo>
                  <a:lnTo>
                    <a:pt x="4923816" y="1003343"/>
                  </a:lnTo>
                  <a:lnTo>
                    <a:pt x="4923961" y="1003343"/>
                  </a:lnTo>
                  <a:lnTo>
                    <a:pt x="4924107" y="1003343"/>
                  </a:lnTo>
                  <a:lnTo>
                    <a:pt x="4924252" y="1003343"/>
                  </a:lnTo>
                  <a:lnTo>
                    <a:pt x="4924252" y="1002720"/>
                  </a:lnTo>
                  <a:lnTo>
                    <a:pt x="4924398" y="1002720"/>
                  </a:lnTo>
                  <a:lnTo>
                    <a:pt x="4924543" y="1002720"/>
                  </a:lnTo>
                  <a:lnTo>
                    <a:pt x="4924688" y="1002720"/>
                  </a:lnTo>
                  <a:lnTo>
                    <a:pt x="4924834" y="1002720"/>
                  </a:lnTo>
                  <a:lnTo>
                    <a:pt x="4924979" y="1002720"/>
                  </a:lnTo>
                  <a:lnTo>
                    <a:pt x="4925125" y="1002720"/>
                  </a:lnTo>
                  <a:lnTo>
                    <a:pt x="4925270" y="1002720"/>
                  </a:lnTo>
                  <a:lnTo>
                    <a:pt x="4925416" y="1002720"/>
                  </a:lnTo>
                  <a:lnTo>
                    <a:pt x="4925561" y="1002720"/>
                  </a:lnTo>
                  <a:lnTo>
                    <a:pt x="4925706" y="1002720"/>
                  </a:lnTo>
                  <a:lnTo>
                    <a:pt x="4925852" y="1002720"/>
                  </a:lnTo>
                  <a:lnTo>
                    <a:pt x="4925997" y="1002720"/>
                  </a:lnTo>
                  <a:lnTo>
                    <a:pt x="4926143" y="1002720"/>
                  </a:lnTo>
                  <a:lnTo>
                    <a:pt x="4926288" y="1002720"/>
                  </a:lnTo>
                  <a:lnTo>
                    <a:pt x="4926434" y="1002720"/>
                  </a:lnTo>
                  <a:lnTo>
                    <a:pt x="4926579" y="1002720"/>
                  </a:lnTo>
                  <a:lnTo>
                    <a:pt x="4926724" y="1002720"/>
                  </a:lnTo>
                  <a:lnTo>
                    <a:pt x="4926870" y="1002720"/>
                  </a:lnTo>
                  <a:lnTo>
                    <a:pt x="4926870" y="1002096"/>
                  </a:lnTo>
                  <a:lnTo>
                    <a:pt x="4927015" y="1002096"/>
                  </a:lnTo>
                  <a:lnTo>
                    <a:pt x="4927161" y="1002096"/>
                  </a:lnTo>
                  <a:lnTo>
                    <a:pt x="4927306" y="1002096"/>
                  </a:lnTo>
                  <a:lnTo>
                    <a:pt x="4927452" y="1002096"/>
                  </a:lnTo>
                  <a:lnTo>
                    <a:pt x="4927597" y="1002096"/>
                  </a:lnTo>
                  <a:lnTo>
                    <a:pt x="4927742" y="1002096"/>
                  </a:lnTo>
                  <a:lnTo>
                    <a:pt x="4927888" y="1002096"/>
                  </a:lnTo>
                  <a:lnTo>
                    <a:pt x="4928033" y="1002096"/>
                  </a:lnTo>
                  <a:lnTo>
                    <a:pt x="4928179" y="1002096"/>
                  </a:lnTo>
                  <a:lnTo>
                    <a:pt x="4928324" y="1002096"/>
                  </a:lnTo>
                  <a:lnTo>
                    <a:pt x="4928470" y="1002096"/>
                  </a:lnTo>
                  <a:lnTo>
                    <a:pt x="4928470" y="1001473"/>
                  </a:lnTo>
                  <a:lnTo>
                    <a:pt x="4928615" y="1001473"/>
                  </a:lnTo>
                  <a:lnTo>
                    <a:pt x="4928760" y="1001473"/>
                  </a:lnTo>
                  <a:lnTo>
                    <a:pt x="4928906" y="1001473"/>
                  </a:lnTo>
                  <a:lnTo>
                    <a:pt x="4929051" y="1001473"/>
                  </a:lnTo>
                  <a:lnTo>
                    <a:pt x="4929197" y="1001473"/>
                  </a:lnTo>
                  <a:lnTo>
                    <a:pt x="4929342" y="1001473"/>
                  </a:lnTo>
                  <a:lnTo>
                    <a:pt x="4929342" y="1000849"/>
                  </a:lnTo>
                  <a:lnTo>
                    <a:pt x="4929487" y="1000849"/>
                  </a:lnTo>
                  <a:lnTo>
                    <a:pt x="4929633" y="1000849"/>
                  </a:lnTo>
                  <a:lnTo>
                    <a:pt x="4929778" y="1000849"/>
                  </a:lnTo>
                  <a:lnTo>
                    <a:pt x="4929924" y="1000849"/>
                  </a:lnTo>
                  <a:lnTo>
                    <a:pt x="4930069" y="1000849"/>
                  </a:lnTo>
                  <a:lnTo>
                    <a:pt x="4930215" y="1000849"/>
                  </a:lnTo>
                  <a:lnTo>
                    <a:pt x="4930360" y="1000849"/>
                  </a:lnTo>
                  <a:lnTo>
                    <a:pt x="4930505" y="1000849"/>
                  </a:lnTo>
                  <a:lnTo>
                    <a:pt x="4930651" y="1000849"/>
                  </a:lnTo>
                  <a:lnTo>
                    <a:pt x="4930796" y="1000849"/>
                  </a:lnTo>
                  <a:lnTo>
                    <a:pt x="4930942" y="1000849"/>
                  </a:lnTo>
                  <a:lnTo>
                    <a:pt x="4931087" y="1000849"/>
                  </a:lnTo>
                  <a:lnTo>
                    <a:pt x="4931233" y="1000849"/>
                  </a:lnTo>
                  <a:lnTo>
                    <a:pt x="4931378" y="1000849"/>
                  </a:lnTo>
                  <a:lnTo>
                    <a:pt x="4931523" y="1000849"/>
                  </a:lnTo>
                  <a:lnTo>
                    <a:pt x="4931669" y="1000849"/>
                  </a:lnTo>
                  <a:lnTo>
                    <a:pt x="4931814" y="1000849"/>
                  </a:lnTo>
                  <a:lnTo>
                    <a:pt x="4931960" y="1000849"/>
                  </a:lnTo>
                  <a:lnTo>
                    <a:pt x="4932105" y="1000849"/>
                  </a:lnTo>
                  <a:lnTo>
                    <a:pt x="4932251" y="1000849"/>
                  </a:lnTo>
                  <a:lnTo>
                    <a:pt x="4932396" y="1000849"/>
                  </a:lnTo>
                  <a:lnTo>
                    <a:pt x="4932541" y="1000849"/>
                  </a:lnTo>
                  <a:lnTo>
                    <a:pt x="4932541" y="1000226"/>
                  </a:lnTo>
                  <a:lnTo>
                    <a:pt x="4932687" y="1000226"/>
                  </a:lnTo>
                  <a:lnTo>
                    <a:pt x="4932832" y="1000226"/>
                  </a:lnTo>
                  <a:lnTo>
                    <a:pt x="4932832" y="999602"/>
                  </a:lnTo>
                  <a:lnTo>
                    <a:pt x="4932832" y="998978"/>
                  </a:lnTo>
                  <a:lnTo>
                    <a:pt x="4932978" y="998978"/>
                  </a:lnTo>
                  <a:lnTo>
                    <a:pt x="4933123" y="998978"/>
                  </a:lnTo>
                  <a:lnTo>
                    <a:pt x="4933269" y="998978"/>
                  </a:lnTo>
                  <a:lnTo>
                    <a:pt x="4933414" y="998978"/>
                  </a:lnTo>
                  <a:lnTo>
                    <a:pt x="4933559" y="998978"/>
                  </a:lnTo>
                  <a:lnTo>
                    <a:pt x="4933705" y="998978"/>
                  </a:lnTo>
                  <a:lnTo>
                    <a:pt x="4933850" y="998978"/>
                  </a:lnTo>
                  <a:lnTo>
                    <a:pt x="4933850" y="998355"/>
                  </a:lnTo>
                  <a:lnTo>
                    <a:pt x="4933850" y="997731"/>
                  </a:lnTo>
                  <a:lnTo>
                    <a:pt x="4933996" y="997731"/>
                  </a:lnTo>
                  <a:lnTo>
                    <a:pt x="4934141" y="997731"/>
                  </a:lnTo>
                  <a:lnTo>
                    <a:pt x="4934287" y="997731"/>
                  </a:lnTo>
                  <a:lnTo>
                    <a:pt x="4934432" y="997731"/>
                  </a:lnTo>
                  <a:lnTo>
                    <a:pt x="4934577" y="997731"/>
                  </a:lnTo>
                  <a:lnTo>
                    <a:pt x="4934723" y="997731"/>
                  </a:lnTo>
                  <a:lnTo>
                    <a:pt x="4934868" y="997731"/>
                  </a:lnTo>
                  <a:lnTo>
                    <a:pt x="4935014" y="997731"/>
                  </a:lnTo>
                  <a:lnTo>
                    <a:pt x="4935159" y="997731"/>
                  </a:lnTo>
                  <a:lnTo>
                    <a:pt x="4935305" y="997731"/>
                  </a:lnTo>
                  <a:lnTo>
                    <a:pt x="4935450" y="997731"/>
                  </a:lnTo>
                  <a:lnTo>
                    <a:pt x="4935595" y="997731"/>
                  </a:lnTo>
                  <a:lnTo>
                    <a:pt x="4935741" y="997731"/>
                  </a:lnTo>
                  <a:lnTo>
                    <a:pt x="4935886" y="997731"/>
                  </a:lnTo>
                  <a:lnTo>
                    <a:pt x="4936032" y="997731"/>
                  </a:lnTo>
                  <a:lnTo>
                    <a:pt x="4936177" y="997731"/>
                  </a:lnTo>
                  <a:lnTo>
                    <a:pt x="4936322" y="997731"/>
                  </a:lnTo>
                  <a:lnTo>
                    <a:pt x="4936468" y="997731"/>
                  </a:lnTo>
                  <a:lnTo>
                    <a:pt x="4936613" y="997731"/>
                  </a:lnTo>
                  <a:lnTo>
                    <a:pt x="4936759" y="997731"/>
                  </a:lnTo>
                  <a:lnTo>
                    <a:pt x="4936904" y="997731"/>
                  </a:lnTo>
                  <a:lnTo>
                    <a:pt x="4937050" y="997731"/>
                  </a:lnTo>
                  <a:lnTo>
                    <a:pt x="4937195" y="997731"/>
                  </a:lnTo>
                  <a:lnTo>
                    <a:pt x="4937340" y="997731"/>
                  </a:lnTo>
                  <a:lnTo>
                    <a:pt x="4937486" y="997731"/>
                  </a:lnTo>
                  <a:lnTo>
                    <a:pt x="4937631" y="997731"/>
                  </a:lnTo>
                  <a:lnTo>
                    <a:pt x="4937777" y="997731"/>
                  </a:lnTo>
                  <a:lnTo>
                    <a:pt x="4937922" y="997731"/>
                  </a:lnTo>
                  <a:lnTo>
                    <a:pt x="4938068" y="997731"/>
                  </a:lnTo>
                  <a:lnTo>
                    <a:pt x="4938213" y="997731"/>
                  </a:lnTo>
                  <a:lnTo>
                    <a:pt x="4938358" y="997731"/>
                  </a:lnTo>
                  <a:lnTo>
                    <a:pt x="4938504" y="997731"/>
                  </a:lnTo>
                  <a:lnTo>
                    <a:pt x="4938649" y="997731"/>
                  </a:lnTo>
                  <a:lnTo>
                    <a:pt x="4938795" y="997731"/>
                  </a:lnTo>
                  <a:lnTo>
                    <a:pt x="4938940" y="997731"/>
                  </a:lnTo>
                  <a:lnTo>
                    <a:pt x="4939086" y="997731"/>
                  </a:lnTo>
                  <a:lnTo>
                    <a:pt x="4939231" y="997731"/>
                  </a:lnTo>
                  <a:lnTo>
                    <a:pt x="4939376" y="997731"/>
                  </a:lnTo>
                  <a:lnTo>
                    <a:pt x="4939522" y="997731"/>
                  </a:lnTo>
                  <a:lnTo>
                    <a:pt x="4939667" y="997731"/>
                  </a:lnTo>
                  <a:lnTo>
                    <a:pt x="4939813" y="997731"/>
                  </a:lnTo>
                  <a:lnTo>
                    <a:pt x="4939958" y="997731"/>
                  </a:lnTo>
                  <a:lnTo>
                    <a:pt x="4940104" y="997731"/>
                  </a:lnTo>
                  <a:lnTo>
                    <a:pt x="4940249" y="997731"/>
                  </a:lnTo>
                  <a:lnTo>
                    <a:pt x="4940394" y="997731"/>
                  </a:lnTo>
                  <a:lnTo>
                    <a:pt x="4940540" y="997731"/>
                  </a:lnTo>
                  <a:lnTo>
                    <a:pt x="4940685" y="997731"/>
                  </a:lnTo>
                  <a:lnTo>
                    <a:pt x="4940831" y="997731"/>
                  </a:lnTo>
                  <a:lnTo>
                    <a:pt x="4940976" y="997731"/>
                  </a:lnTo>
                  <a:lnTo>
                    <a:pt x="4941122" y="997731"/>
                  </a:lnTo>
                  <a:lnTo>
                    <a:pt x="4941122" y="997108"/>
                  </a:lnTo>
                  <a:lnTo>
                    <a:pt x="4941267" y="997108"/>
                  </a:lnTo>
                  <a:lnTo>
                    <a:pt x="4941412" y="997108"/>
                  </a:lnTo>
                  <a:lnTo>
                    <a:pt x="4941412" y="996484"/>
                  </a:lnTo>
                  <a:lnTo>
                    <a:pt x="4941558" y="996484"/>
                  </a:lnTo>
                  <a:lnTo>
                    <a:pt x="4941703" y="996484"/>
                  </a:lnTo>
                  <a:lnTo>
                    <a:pt x="4941849" y="996484"/>
                  </a:lnTo>
                  <a:lnTo>
                    <a:pt x="4941994" y="996484"/>
                  </a:lnTo>
                  <a:lnTo>
                    <a:pt x="4942140" y="996484"/>
                  </a:lnTo>
                  <a:lnTo>
                    <a:pt x="4942285" y="996484"/>
                  </a:lnTo>
                  <a:lnTo>
                    <a:pt x="4942430" y="996484"/>
                  </a:lnTo>
                  <a:lnTo>
                    <a:pt x="4942576" y="996484"/>
                  </a:lnTo>
                  <a:lnTo>
                    <a:pt x="4942721" y="996484"/>
                  </a:lnTo>
                  <a:lnTo>
                    <a:pt x="4942721" y="995860"/>
                  </a:lnTo>
                  <a:lnTo>
                    <a:pt x="4942867" y="995860"/>
                  </a:lnTo>
                  <a:lnTo>
                    <a:pt x="4943012" y="995860"/>
                  </a:lnTo>
                  <a:lnTo>
                    <a:pt x="4943157" y="995860"/>
                  </a:lnTo>
                  <a:lnTo>
                    <a:pt x="4943303" y="995860"/>
                  </a:lnTo>
                  <a:lnTo>
                    <a:pt x="4943448" y="995860"/>
                  </a:lnTo>
                  <a:lnTo>
                    <a:pt x="4943594" y="995860"/>
                  </a:lnTo>
                  <a:lnTo>
                    <a:pt x="4943739" y="995860"/>
                  </a:lnTo>
                  <a:lnTo>
                    <a:pt x="4943885" y="995860"/>
                  </a:lnTo>
                  <a:lnTo>
                    <a:pt x="4944030" y="995860"/>
                  </a:lnTo>
                  <a:lnTo>
                    <a:pt x="4944175" y="995860"/>
                  </a:lnTo>
                  <a:lnTo>
                    <a:pt x="4944321" y="995860"/>
                  </a:lnTo>
                  <a:lnTo>
                    <a:pt x="4944466" y="995860"/>
                  </a:lnTo>
                  <a:lnTo>
                    <a:pt x="4944612" y="995860"/>
                  </a:lnTo>
                  <a:lnTo>
                    <a:pt x="4944757" y="995860"/>
                  </a:lnTo>
                  <a:lnTo>
                    <a:pt x="4944903" y="995860"/>
                  </a:lnTo>
                  <a:lnTo>
                    <a:pt x="4945048" y="995860"/>
                  </a:lnTo>
                  <a:lnTo>
                    <a:pt x="4945193" y="995860"/>
                  </a:lnTo>
                  <a:lnTo>
                    <a:pt x="4945339" y="995860"/>
                  </a:lnTo>
                  <a:lnTo>
                    <a:pt x="4945484" y="995860"/>
                  </a:lnTo>
                  <a:lnTo>
                    <a:pt x="4945630" y="995860"/>
                  </a:lnTo>
                  <a:lnTo>
                    <a:pt x="4945775" y="995860"/>
                  </a:lnTo>
                  <a:lnTo>
                    <a:pt x="4945921" y="995860"/>
                  </a:lnTo>
                  <a:lnTo>
                    <a:pt x="4946066" y="995860"/>
                  </a:lnTo>
                  <a:lnTo>
                    <a:pt x="4946066" y="995237"/>
                  </a:lnTo>
                  <a:lnTo>
                    <a:pt x="4946211" y="995237"/>
                  </a:lnTo>
                  <a:lnTo>
                    <a:pt x="4946357" y="995237"/>
                  </a:lnTo>
                  <a:lnTo>
                    <a:pt x="4946502" y="995237"/>
                  </a:lnTo>
                  <a:lnTo>
                    <a:pt x="4946648" y="995237"/>
                  </a:lnTo>
                  <a:lnTo>
                    <a:pt x="4946793" y="995237"/>
                  </a:lnTo>
                  <a:lnTo>
                    <a:pt x="4946939" y="995237"/>
                  </a:lnTo>
                  <a:lnTo>
                    <a:pt x="4947084" y="995237"/>
                  </a:lnTo>
                  <a:lnTo>
                    <a:pt x="4947229" y="995237"/>
                  </a:lnTo>
                  <a:lnTo>
                    <a:pt x="4947229" y="994613"/>
                  </a:lnTo>
                  <a:lnTo>
                    <a:pt x="4947375" y="994613"/>
                  </a:lnTo>
                  <a:lnTo>
                    <a:pt x="4947520" y="994613"/>
                  </a:lnTo>
                  <a:lnTo>
                    <a:pt x="4947666" y="994613"/>
                  </a:lnTo>
                  <a:lnTo>
                    <a:pt x="4947811" y="994613"/>
                  </a:lnTo>
                  <a:lnTo>
                    <a:pt x="4947957" y="994613"/>
                  </a:lnTo>
                  <a:lnTo>
                    <a:pt x="4948102" y="994613"/>
                  </a:lnTo>
                  <a:lnTo>
                    <a:pt x="4948247" y="994613"/>
                  </a:lnTo>
                  <a:lnTo>
                    <a:pt x="4948393" y="994613"/>
                  </a:lnTo>
                  <a:lnTo>
                    <a:pt x="4948538" y="994613"/>
                  </a:lnTo>
                  <a:lnTo>
                    <a:pt x="4948684" y="994613"/>
                  </a:lnTo>
                  <a:lnTo>
                    <a:pt x="4948829" y="994613"/>
                  </a:lnTo>
                  <a:lnTo>
                    <a:pt x="4948974" y="994613"/>
                  </a:lnTo>
                  <a:lnTo>
                    <a:pt x="4949120" y="994613"/>
                  </a:lnTo>
                  <a:lnTo>
                    <a:pt x="4949265" y="994613"/>
                  </a:lnTo>
                  <a:lnTo>
                    <a:pt x="4949411" y="994613"/>
                  </a:lnTo>
                  <a:lnTo>
                    <a:pt x="4949556" y="994613"/>
                  </a:lnTo>
                  <a:lnTo>
                    <a:pt x="4949556" y="993990"/>
                  </a:lnTo>
                  <a:lnTo>
                    <a:pt x="4949556" y="993366"/>
                  </a:lnTo>
                  <a:lnTo>
                    <a:pt x="4949702" y="993366"/>
                  </a:lnTo>
                  <a:lnTo>
                    <a:pt x="4949847" y="993366"/>
                  </a:lnTo>
                  <a:lnTo>
                    <a:pt x="4949992" y="993366"/>
                  </a:lnTo>
                  <a:lnTo>
                    <a:pt x="4950138" y="993366"/>
                  </a:lnTo>
                  <a:lnTo>
                    <a:pt x="4950283" y="993366"/>
                  </a:lnTo>
                  <a:lnTo>
                    <a:pt x="4950283" y="992743"/>
                  </a:lnTo>
                  <a:lnTo>
                    <a:pt x="4950429" y="992743"/>
                  </a:lnTo>
                  <a:lnTo>
                    <a:pt x="4950429" y="992119"/>
                  </a:lnTo>
                  <a:lnTo>
                    <a:pt x="4950574" y="992119"/>
                  </a:lnTo>
                  <a:lnTo>
                    <a:pt x="4950720" y="992119"/>
                  </a:lnTo>
                  <a:lnTo>
                    <a:pt x="4950720" y="991495"/>
                  </a:lnTo>
                  <a:lnTo>
                    <a:pt x="4950865" y="991495"/>
                  </a:lnTo>
                  <a:lnTo>
                    <a:pt x="4951010" y="991495"/>
                  </a:lnTo>
                  <a:lnTo>
                    <a:pt x="4951010" y="990872"/>
                  </a:lnTo>
                  <a:lnTo>
                    <a:pt x="4951156" y="990872"/>
                  </a:lnTo>
                  <a:lnTo>
                    <a:pt x="4951301" y="990872"/>
                  </a:lnTo>
                  <a:lnTo>
                    <a:pt x="4951447" y="990872"/>
                  </a:lnTo>
                  <a:lnTo>
                    <a:pt x="4951592" y="990872"/>
                  </a:lnTo>
                  <a:lnTo>
                    <a:pt x="4951738" y="990872"/>
                  </a:lnTo>
                  <a:lnTo>
                    <a:pt x="4951883" y="990872"/>
                  </a:lnTo>
                  <a:lnTo>
                    <a:pt x="4952028" y="990872"/>
                  </a:lnTo>
                  <a:lnTo>
                    <a:pt x="4952174" y="990872"/>
                  </a:lnTo>
                  <a:lnTo>
                    <a:pt x="4952319" y="990872"/>
                  </a:lnTo>
                  <a:lnTo>
                    <a:pt x="4952465" y="990872"/>
                  </a:lnTo>
                  <a:lnTo>
                    <a:pt x="4952465" y="990248"/>
                  </a:lnTo>
                  <a:lnTo>
                    <a:pt x="4952610" y="990248"/>
                  </a:lnTo>
                  <a:lnTo>
                    <a:pt x="4952756" y="990248"/>
                  </a:lnTo>
                  <a:lnTo>
                    <a:pt x="4952901" y="990248"/>
                  </a:lnTo>
                  <a:lnTo>
                    <a:pt x="4953046" y="990248"/>
                  </a:lnTo>
                  <a:lnTo>
                    <a:pt x="4953046" y="989625"/>
                  </a:lnTo>
                  <a:lnTo>
                    <a:pt x="4953192" y="989625"/>
                  </a:lnTo>
                  <a:lnTo>
                    <a:pt x="4953337" y="989625"/>
                  </a:lnTo>
                  <a:lnTo>
                    <a:pt x="4953483" y="989625"/>
                  </a:lnTo>
                  <a:lnTo>
                    <a:pt x="4953483" y="989001"/>
                  </a:lnTo>
                  <a:lnTo>
                    <a:pt x="4953628" y="989001"/>
                  </a:lnTo>
                  <a:lnTo>
                    <a:pt x="4953774" y="989001"/>
                  </a:lnTo>
                  <a:lnTo>
                    <a:pt x="4953919" y="989001"/>
                  </a:lnTo>
                  <a:lnTo>
                    <a:pt x="4954064" y="989001"/>
                  </a:lnTo>
                  <a:lnTo>
                    <a:pt x="4954064" y="988377"/>
                  </a:lnTo>
                  <a:lnTo>
                    <a:pt x="4954210" y="988377"/>
                  </a:lnTo>
                  <a:lnTo>
                    <a:pt x="4954355" y="988377"/>
                  </a:lnTo>
                  <a:lnTo>
                    <a:pt x="4954501" y="988377"/>
                  </a:lnTo>
                  <a:lnTo>
                    <a:pt x="4954646" y="988377"/>
                  </a:lnTo>
                  <a:lnTo>
                    <a:pt x="4954792" y="988377"/>
                  </a:lnTo>
                  <a:lnTo>
                    <a:pt x="4954937" y="988377"/>
                  </a:lnTo>
                  <a:lnTo>
                    <a:pt x="4955082" y="988377"/>
                  </a:lnTo>
                  <a:lnTo>
                    <a:pt x="4955228" y="988377"/>
                  </a:lnTo>
                  <a:lnTo>
                    <a:pt x="4955373" y="988377"/>
                  </a:lnTo>
                  <a:lnTo>
                    <a:pt x="4955519" y="988377"/>
                  </a:lnTo>
                  <a:lnTo>
                    <a:pt x="4955664" y="988377"/>
                  </a:lnTo>
                  <a:lnTo>
                    <a:pt x="4955809" y="988377"/>
                  </a:lnTo>
                  <a:lnTo>
                    <a:pt x="4955955" y="988377"/>
                  </a:lnTo>
                  <a:lnTo>
                    <a:pt x="4955955" y="987754"/>
                  </a:lnTo>
                  <a:lnTo>
                    <a:pt x="4956100" y="987754"/>
                  </a:lnTo>
                  <a:lnTo>
                    <a:pt x="4956246" y="987754"/>
                  </a:lnTo>
                  <a:lnTo>
                    <a:pt x="4956391" y="987754"/>
                  </a:lnTo>
                  <a:lnTo>
                    <a:pt x="4956537" y="987754"/>
                  </a:lnTo>
                  <a:lnTo>
                    <a:pt x="4956682" y="987754"/>
                  </a:lnTo>
                  <a:lnTo>
                    <a:pt x="4956827" y="987754"/>
                  </a:lnTo>
                  <a:lnTo>
                    <a:pt x="4956827" y="987130"/>
                  </a:lnTo>
                  <a:lnTo>
                    <a:pt x="4956973" y="987130"/>
                  </a:lnTo>
                  <a:lnTo>
                    <a:pt x="4957118" y="987130"/>
                  </a:lnTo>
                  <a:lnTo>
                    <a:pt x="4957264" y="987130"/>
                  </a:lnTo>
                  <a:lnTo>
                    <a:pt x="4957409" y="987130"/>
                  </a:lnTo>
                  <a:lnTo>
                    <a:pt x="4957555" y="987130"/>
                  </a:lnTo>
                  <a:lnTo>
                    <a:pt x="4957700" y="987130"/>
                  </a:lnTo>
                  <a:lnTo>
                    <a:pt x="4957845" y="987130"/>
                  </a:lnTo>
                  <a:lnTo>
                    <a:pt x="4957991" y="987130"/>
                  </a:lnTo>
                  <a:lnTo>
                    <a:pt x="4958136" y="987130"/>
                  </a:lnTo>
                  <a:lnTo>
                    <a:pt x="4958136" y="986507"/>
                  </a:lnTo>
                  <a:lnTo>
                    <a:pt x="4958282" y="986507"/>
                  </a:lnTo>
                  <a:lnTo>
                    <a:pt x="4958427" y="986507"/>
                  </a:lnTo>
                  <a:lnTo>
                    <a:pt x="4958573" y="986507"/>
                  </a:lnTo>
                  <a:lnTo>
                    <a:pt x="4958573" y="985883"/>
                  </a:lnTo>
                  <a:lnTo>
                    <a:pt x="4958718" y="985883"/>
                  </a:lnTo>
                  <a:lnTo>
                    <a:pt x="4958863" y="985883"/>
                  </a:lnTo>
                  <a:lnTo>
                    <a:pt x="4959009" y="985883"/>
                  </a:lnTo>
                  <a:lnTo>
                    <a:pt x="4959009" y="985260"/>
                  </a:lnTo>
                  <a:lnTo>
                    <a:pt x="4959154" y="985260"/>
                  </a:lnTo>
                  <a:lnTo>
                    <a:pt x="4959300" y="985260"/>
                  </a:lnTo>
                  <a:lnTo>
                    <a:pt x="4959445" y="985260"/>
                  </a:lnTo>
                  <a:lnTo>
                    <a:pt x="4959591" y="985260"/>
                  </a:lnTo>
                  <a:lnTo>
                    <a:pt x="4959591" y="984636"/>
                  </a:lnTo>
                  <a:lnTo>
                    <a:pt x="4959736" y="984636"/>
                  </a:lnTo>
                  <a:lnTo>
                    <a:pt x="4959881" y="984636"/>
                  </a:lnTo>
                  <a:lnTo>
                    <a:pt x="4959881" y="984012"/>
                  </a:lnTo>
                  <a:lnTo>
                    <a:pt x="4960027" y="984012"/>
                  </a:lnTo>
                  <a:lnTo>
                    <a:pt x="4960172" y="984012"/>
                  </a:lnTo>
                  <a:lnTo>
                    <a:pt x="4960172" y="983389"/>
                  </a:lnTo>
                  <a:lnTo>
                    <a:pt x="4960318" y="983389"/>
                  </a:lnTo>
                  <a:lnTo>
                    <a:pt x="4960463" y="983389"/>
                  </a:lnTo>
                  <a:lnTo>
                    <a:pt x="4960463" y="982765"/>
                  </a:lnTo>
                  <a:lnTo>
                    <a:pt x="4960609" y="982765"/>
                  </a:lnTo>
                  <a:lnTo>
                    <a:pt x="4960754" y="982765"/>
                  </a:lnTo>
                  <a:lnTo>
                    <a:pt x="4960899" y="982765"/>
                  </a:lnTo>
                  <a:lnTo>
                    <a:pt x="4960899" y="982142"/>
                  </a:lnTo>
                  <a:lnTo>
                    <a:pt x="4961045" y="982142"/>
                  </a:lnTo>
                  <a:lnTo>
                    <a:pt x="4961190" y="982142"/>
                  </a:lnTo>
                  <a:lnTo>
                    <a:pt x="4961336" y="982142"/>
                  </a:lnTo>
                  <a:lnTo>
                    <a:pt x="4961481" y="982142"/>
                  </a:lnTo>
                  <a:lnTo>
                    <a:pt x="4961627" y="982142"/>
                  </a:lnTo>
                  <a:lnTo>
                    <a:pt x="4961772" y="982142"/>
                  </a:lnTo>
                  <a:lnTo>
                    <a:pt x="4961917" y="982142"/>
                  </a:lnTo>
                  <a:lnTo>
                    <a:pt x="4962063" y="982142"/>
                  </a:lnTo>
                  <a:lnTo>
                    <a:pt x="4962208" y="982142"/>
                  </a:lnTo>
                  <a:lnTo>
                    <a:pt x="4962354" y="982142"/>
                  </a:lnTo>
                  <a:lnTo>
                    <a:pt x="4962499" y="982142"/>
                  </a:lnTo>
                  <a:lnTo>
                    <a:pt x="4962644" y="982142"/>
                  </a:lnTo>
                  <a:lnTo>
                    <a:pt x="4962790" y="982142"/>
                  </a:lnTo>
                  <a:lnTo>
                    <a:pt x="4962935" y="982142"/>
                  </a:lnTo>
                  <a:lnTo>
                    <a:pt x="4963081" y="982142"/>
                  </a:lnTo>
                  <a:lnTo>
                    <a:pt x="4963226" y="982142"/>
                  </a:lnTo>
                  <a:lnTo>
                    <a:pt x="4963226" y="981518"/>
                  </a:lnTo>
                  <a:lnTo>
                    <a:pt x="4963372" y="981518"/>
                  </a:lnTo>
                  <a:lnTo>
                    <a:pt x="4963517" y="981518"/>
                  </a:lnTo>
                  <a:lnTo>
                    <a:pt x="4963662" y="981518"/>
                  </a:lnTo>
                  <a:lnTo>
                    <a:pt x="4963808" y="981518"/>
                  </a:lnTo>
                  <a:lnTo>
                    <a:pt x="4963953" y="981518"/>
                  </a:lnTo>
                  <a:lnTo>
                    <a:pt x="4964099" y="981518"/>
                  </a:lnTo>
                  <a:lnTo>
                    <a:pt x="4964244" y="981518"/>
                  </a:lnTo>
                  <a:lnTo>
                    <a:pt x="4964390" y="981518"/>
                  </a:lnTo>
                  <a:lnTo>
                    <a:pt x="4964390" y="980894"/>
                  </a:lnTo>
                  <a:lnTo>
                    <a:pt x="4964390" y="980271"/>
                  </a:lnTo>
                  <a:lnTo>
                    <a:pt x="4964535" y="980271"/>
                  </a:lnTo>
                  <a:lnTo>
                    <a:pt x="4964680" y="980271"/>
                  </a:lnTo>
                  <a:lnTo>
                    <a:pt x="4964826" y="980271"/>
                  </a:lnTo>
                  <a:lnTo>
                    <a:pt x="4964971" y="980271"/>
                  </a:lnTo>
                  <a:lnTo>
                    <a:pt x="4965117" y="980271"/>
                  </a:lnTo>
                  <a:lnTo>
                    <a:pt x="4965262" y="980271"/>
                  </a:lnTo>
                  <a:lnTo>
                    <a:pt x="4965408" y="980271"/>
                  </a:lnTo>
                  <a:lnTo>
                    <a:pt x="4965553" y="980271"/>
                  </a:lnTo>
                  <a:lnTo>
                    <a:pt x="4965698" y="980271"/>
                  </a:lnTo>
                  <a:lnTo>
                    <a:pt x="4965844" y="980271"/>
                  </a:lnTo>
                  <a:lnTo>
                    <a:pt x="4965844" y="979647"/>
                  </a:lnTo>
                  <a:lnTo>
                    <a:pt x="4965989" y="979647"/>
                  </a:lnTo>
                  <a:lnTo>
                    <a:pt x="4966135" y="979647"/>
                  </a:lnTo>
                  <a:lnTo>
                    <a:pt x="4966280" y="979647"/>
                  </a:lnTo>
                  <a:lnTo>
                    <a:pt x="4966426" y="979647"/>
                  </a:lnTo>
                  <a:lnTo>
                    <a:pt x="4966571" y="979647"/>
                  </a:lnTo>
                  <a:lnTo>
                    <a:pt x="4966716" y="979647"/>
                  </a:lnTo>
                  <a:lnTo>
                    <a:pt x="4966862" y="979647"/>
                  </a:lnTo>
                  <a:lnTo>
                    <a:pt x="4966862" y="979024"/>
                  </a:lnTo>
                  <a:lnTo>
                    <a:pt x="4967007" y="979024"/>
                  </a:lnTo>
                  <a:lnTo>
                    <a:pt x="4967153" y="979024"/>
                  </a:lnTo>
                  <a:lnTo>
                    <a:pt x="4967298" y="979024"/>
                  </a:lnTo>
                  <a:lnTo>
                    <a:pt x="4967444" y="979024"/>
                  </a:lnTo>
                  <a:lnTo>
                    <a:pt x="4967444" y="978400"/>
                  </a:lnTo>
                  <a:lnTo>
                    <a:pt x="4967589" y="978400"/>
                  </a:lnTo>
                  <a:lnTo>
                    <a:pt x="4967734" y="978400"/>
                  </a:lnTo>
                  <a:lnTo>
                    <a:pt x="4967880" y="978400"/>
                  </a:lnTo>
                  <a:lnTo>
                    <a:pt x="4968025" y="978400"/>
                  </a:lnTo>
                  <a:lnTo>
                    <a:pt x="4968171" y="978400"/>
                  </a:lnTo>
                  <a:lnTo>
                    <a:pt x="4968316" y="978400"/>
                  </a:lnTo>
                  <a:lnTo>
                    <a:pt x="4968462" y="978400"/>
                  </a:lnTo>
                  <a:lnTo>
                    <a:pt x="4968607" y="978400"/>
                  </a:lnTo>
                  <a:lnTo>
                    <a:pt x="4968752" y="978400"/>
                  </a:lnTo>
                  <a:lnTo>
                    <a:pt x="4968752" y="977777"/>
                  </a:lnTo>
                  <a:lnTo>
                    <a:pt x="4968752" y="977153"/>
                  </a:lnTo>
                  <a:lnTo>
                    <a:pt x="4968898" y="977153"/>
                  </a:lnTo>
                  <a:lnTo>
                    <a:pt x="4969043" y="977153"/>
                  </a:lnTo>
                  <a:lnTo>
                    <a:pt x="4969189" y="977153"/>
                  </a:lnTo>
                  <a:lnTo>
                    <a:pt x="4969334" y="977153"/>
                  </a:lnTo>
                  <a:lnTo>
                    <a:pt x="4969479" y="977153"/>
                  </a:lnTo>
                  <a:lnTo>
                    <a:pt x="4969625" y="977153"/>
                  </a:lnTo>
                  <a:lnTo>
                    <a:pt x="4969770" y="977153"/>
                  </a:lnTo>
                  <a:lnTo>
                    <a:pt x="4969916" y="977153"/>
                  </a:lnTo>
                  <a:lnTo>
                    <a:pt x="4969916" y="976529"/>
                  </a:lnTo>
                  <a:lnTo>
                    <a:pt x="4970061" y="976529"/>
                  </a:lnTo>
                  <a:lnTo>
                    <a:pt x="4970207" y="976529"/>
                  </a:lnTo>
                  <a:lnTo>
                    <a:pt x="4970352" y="976529"/>
                  </a:lnTo>
                  <a:lnTo>
                    <a:pt x="4970497" y="976529"/>
                  </a:lnTo>
                  <a:lnTo>
                    <a:pt x="4970643" y="976529"/>
                  </a:lnTo>
                  <a:lnTo>
                    <a:pt x="4970643" y="975906"/>
                  </a:lnTo>
                  <a:lnTo>
                    <a:pt x="4970788" y="975906"/>
                  </a:lnTo>
                  <a:lnTo>
                    <a:pt x="4970788" y="975282"/>
                  </a:lnTo>
                  <a:lnTo>
                    <a:pt x="4970934" y="975282"/>
                  </a:lnTo>
                  <a:lnTo>
                    <a:pt x="4971079" y="975282"/>
                  </a:lnTo>
                  <a:lnTo>
                    <a:pt x="4971225" y="975282"/>
                  </a:lnTo>
                  <a:lnTo>
                    <a:pt x="4971370" y="975282"/>
                  </a:lnTo>
                  <a:lnTo>
                    <a:pt x="4971515" y="975282"/>
                  </a:lnTo>
                  <a:lnTo>
                    <a:pt x="4971661" y="975282"/>
                  </a:lnTo>
                  <a:lnTo>
                    <a:pt x="4971806" y="975282"/>
                  </a:lnTo>
                  <a:lnTo>
                    <a:pt x="4971952" y="975282"/>
                  </a:lnTo>
                  <a:lnTo>
                    <a:pt x="4972097" y="975282"/>
                  </a:lnTo>
                  <a:lnTo>
                    <a:pt x="4972097" y="974659"/>
                  </a:lnTo>
                  <a:lnTo>
                    <a:pt x="4972243" y="974659"/>
                  </a:lnTo>
                  <a:lnTo>
                    <a:pt x="4972243" y="974035"/>
                  </a:lnTo>
                  <a:lnTo>
                    <a:pt x="4972388" y="974035"/>
                  </a:lnTo>
                  <a:lnTo>
                    <a:pt x="4972533" y="974035"/>
                  </a:lnTo>
                  <a:lnTo>
                    <a:pt x="4972679" y="974035"/>
                  </a:lnTo>
                  <a:lnTo>
                    <a:pt x="4972824" y="974035"/>
                  </a:lnTo>
                  <a:lnTo>
                    <a:pt x="4972970" y="974035"/>
                  </a:lnTo>
                  <a:lnTo>
                    <a:pt x="4973115" y="974035"/>
                  </a:lnTo>
                  <a:lnTo>
                    <a:pt x="4973115" y="973412"/>
                  </a:lnTo>
                  <a:lnTo>
                    <a:pt x="4973261" y="973412"/>
                  </a:lnTo>
                  <a:lnTo>
                    <a:pt x="4973406" y="973412"/>
                  </a:lnTo>
                  <a:lnTo>
                    <a:pt x="4973551" y="973412"/>
                  </a:lnTo>
                  <a:lnTo>
                    <a:pt x="4973551" y="972788"/>
                  </a:lnTo>
                  <a:lnTo>
                    <a:pt x="4973697" y="972788"/>
                  </a:lnTo>
                  <a:lnTo>
                    <a:pt x="4973842" y="972788"/>
                  </a:lnTo>
                  <a:lnTo>
                    <a:pt x="4973988" y="972788"/>
                  </a:lnTo>
                  <a:lnTo>
                    <a:pt x="4974133" y="972788"/>
                  </a:lnTo>
                  <a:lnTo>
                    <a:pt x="4974279" y="972788"/>
                  </a:lnTo>
                  <a:lnTo>
                    <a:pt x="4974424" y="972788"/>
                  </a:lnTo>
                  <a:lnTo>
                    <a:pt x="4974424" y="972164"/>
                  </a:lnTo>
                  <a:lnTo>
                    <a:pt x="4974569" y="972164"/>
                  </a:lnTo>
                  <a:lnTo>
                    <a:pt x="4974715" y="972164"/>
                  </a:lnTo>
                  <a:lnTo>
                    <a:pt x="4974860" y="972164"/>
                  </a:lnTo>
                  <a:lnTo>
                    <a:pt x="4975006" y="972164"/>
                  </a:lnTo>
                  <a:lnTo>
                    <a:pt x="4975151" y="972164"/>
                  </a:lnTo>
                  <a:lnTo>
                    <a:pt x="4975151" y="971541"/>
                  </a:lnTo>
                  <a:lnTo>
                    <a:pt x="4975297" y="971541"/>
                  </a:lnTo>
                  <a:lnTo>
                    <a:pt x="4975442" y="971541"/>
                  </a:lnTo>
                  <a:lnTo>
                    <a:pt x="4975587" y="971541"/>
                  </a:lnTo>
                  <a:lnTo>
                    <a:pt x="4975733" y="971541"/>
                  </a:lnTo>
                  <a:lnTo>
                    <a:pt x="4975878" y="971541"/>
                  </a:lnTo>
                  <a:lnTo>
                    <a:pt x="4976024" y="971541"/>
                  </a:lnTo>
                  <a:lnTo>
                    <a:pt x="4976169" y="971541"/>
                  </a:lnTo>
                  <a:lnTo>
                    <a:pt x="4976314" y="971541"/>
                  </a:lnTo>
                  <a:lnTo>
                    <a:pt x="4976460" y="971541"/>
                  </a:lnTo>
                  <a:lnTo>
                    <a:pt x="4976605" y="971541"/>
                  </a:lnTo>
                  <a:lnTo>
                    <a:pt x="4976751" y="971541"/>
                  </a:lnTo>
                  <a:lnTo>
                    <a:pt x="4976751" y="970917"/>
                  </a:lnTo>
                  <a:lnTo>
                    <a:pt x="4976896" y="970917"/>
                  </a:lnTo>
                  <a:lnTo>
                    <a:pt x="4977042" y="970917"/>
                  </a:lnTo>
                  <a:lnTo>
                    <a:pt x="4977187" y="970917"/>
                  </a:lnTo>
                  <a:lnTo>
                    <a:pt x="4977187" y="970294"/>
                  </a:lnTo>
                  <a:lnTo>
                    <a:pt x="4977332" y="970294"/>
                  </a:lnTo>
                  <a:lnTo>
                    <a:pt x="4977478" y="970294"/>
                  </a:lnTo>
                  <a:lnTo>
                    <a:pt x="4977623" y="970294"/>
                  </a:lnTo>
                  <a:lnTo>
                    <a:pt x="4977769" y="970294"/>
                  </a:lnTo>
                  <a:lnTo>
                    <a:pt x="4977914" y="970294"/>
                  </a:lnTo>
                  <a:lnTo>
                    <a:pt x="4978060" y="970294"/>
                  </a:lnTo>
                  <a:lnTo>
                    <a:pt x="4978205" y="970294"/>
                  </a:lnTo>
                  <a:lnTo>
                    <a:pt x="4978350" y="970294"/>
                  </a:lnTo>
                  <a:lnTo>
                    <a:pt x="4978496" y="970294"/>
                  </a:lnTo>
                  <a:lnTo>
                    <a:pt x="4978496" y="969670"/>
                  </a:lnTo>
                  <a:lnTo>
                    <a:pt x="4978641" y="969670"/>
                  </a:lnTo>
                  <a:lnTo>
                    <a:pt x="4978787" y="969670"/>
                  </a:lnTo>
                  <a:lnTo>
                    <a:pt x="4978932" y="969670"/>
                  </a:lnTo>
                  <a:lnTo>
                    <a:pt x="4979078" y="969670"/>
                  </a:lnTo>
                  <a:lnTo>
                    <a:pt x="4979223" y="969670"/>
                  </a:lnTo>
                  <a:lnTo>
                    <a:pt x="4979368" y="969670"/>
                  </a:lnTo>
                  <a:lnTo>
                    <a:pt x="4979368" y="969046"/>
                  </a:lnTo>
                  <a:lnTo>
                    <a:pt x="4979514" y="969046"/>
                  </a:lnTo>
                  <a:lnTo>
                    <a:pt x="4979659" y="969046"/>
                  </a:lnTo>
                  <a:lnTo>
                    <a:pt x="4979659" y="968423"/>
                  </a:lnTo>
                  <a:lnTo>
                    <a:pt x="4979659" y="967799"/>
                  </a:lnTo>
                  <a:lnTo>
                    <a:pt x="4979659" y="967176"/>
                  </a:lnTo>
                  <a:lnTo>
                    <a:pt x="4979805" y="967176"/>
                  </a:lnTo>
                  <a:lnTo>
                    <a:pt x="4979950" y="967176"/>
                  </a:lnTo>
                  <a:lnTo>
                    <a:pt x="4980096" y="967176"/>
                  </a:lnTo>
                  <a:lnTo>
                    <a:pt x="4980241" y="967176"/>
                  </a:lnTo>
                  <a:lnTo>
                    <a:pt x="4980386" y="967176"/>
                  </a:lnTo>
                  <a:lnTo>
                    <a:pt x="4980386" y="966552"/>
                  </a:lnTo>
                  <a:lnTo>
                    <a:pt x="4980386" y="965929"/>
                  </a:lnTo>
                  <a:lnTo>
                    <a:pt x="4980532" y="965929"/>
                  </a:lnTo>
                  <a:lnTo>
                    <a:pt x="4980532" y="965305"/>
                  </a:lnTo>
                  <a:lnTo>
                    <a:pt x="4980677" y="965305"/>
                  </a:lnTo>
                  <a:lnTo>
                    <a:pt x="4980823" y="965305"/>
                  </a:lnTo>
                  <a:lnTo>
                    <a:pt x="4980968" y="965305"/>
                  </a:lnTo>
                  <a:lnTo>
                    <a:pt x="4981114" y="965305"/>
                  </a:lnTo>
                  <a:lnTo>
                    <a:pt x="4981259" y="965305"/>
                  </a:lnTo>
                  <a:lnTo>
                    <a:pt x="4981404" y="965305"/>
                  </a:lnTo>
                  <a:lnTo>
                    <a:pt x="4981550" y="965305"/>
                  </a:lnTo>
                  <a:lnTo>
                    <a:pt x="4981695" y="965305"/>
                  </a:lnTo>
                  <a:lnTo>
                    <a:pt x="4981841" y="965305"/>
                  </a:lnTo>
                  <a:lnTo>
                    <a:pt x="4981986" y="965305"/>
                  </a:lnTo>
                  <a:lnTo>
                    <a:pt x="4982132" y="965305"/>
                  </a:lnTo>
                  <a:lnTo>
                    <a:pt x="4982277" y="965305"/>
                  </a:lnTo>
                  <a:lnTo>
                    <a:pt x="4982422" y="965305"/>
                  </a:lnTo>
                  <a:lnTo>
                    <a:pt x="4982422" y="964681"/>
                  </a:lnTo>
                  <a:lnTo>
                    <a:pt x="4982422" y="964058"/>
                  </a:lnTo>
                  <a:lnTo>
                    <a:pt x="4982568" y="964058"/>
                  </a:lnTo>
                  <a:lnTo>
                    <a:pt x="4982713" y="964058"/>
                  </a:lnTo>
                  <a:lnTo>
                    <a:pt x="4982859" y="964058"/>
                  </a:lnTo>
                  <a:lnTo>
                    <a:pt x="4983004" y="964058"/>
                  </a:lnTo>
                  <a:lnTo>
                    <a:pt x="4983149" y="964058"/>
                  </a:lnTo>
                  <a:lnTo>
                    <a:pt x="4983295" y="964058"/>
                  </a:lnTo>
                  <a:lnTo>
                    <a:pt x="4983440" y="964058"/>
                  </a:lnTo>
                  <a:lnTo>
                    <a:pt x="4983586" y="964058"/>
                  </a:lnTo>
                  <a:lnTo>
                    <a:pt x="4983731" y="964058"/>
                  </a:lnTo>
                  <a:lnTo>
                    <a:pt x="4983877" y="964058"/>
                  </a:lnTo>
                  <a:lnTo>
                    <a:pt x="4984022" y="964058"/>
                  </a:lnTo>
                  <a:lnTo>
                    <a:pt x="4984167" y="964058"/>
                  </a:lnTo>
                  <a:lnTo>
                    <a:pt x="4984313" y="964058"/>
                  </a:lnTo>
                  <a:lnTo>
                    <a:pt x="4984313" y="963434"/>
                  </a:lnTo>
                  <a:lnTo>
                    <a:pt x="4984458" y="963434"/>
                  </a:lnTo>
                  <a:lnTo>
                    <a:pt x="4984604" y="963434"/>
                  </a:lnTo>
                  <a:lnTo>
                    <a:pt x="4984604" y="962811"/>
                  </a:lnTo>
                  <a:lnTo>
                    <a:pt x="4984604" y="962187"/>
                  </a:lnTo>
                  <a:lnTo>
                    <a:pt x="4984749" y="962187"/>
                  </a:lnTo>
                  <a:lnTo>
                    <a:pt x="4984895" y="962187"/>
                  </a:lnTo>
                  <a:lnTo>
                    <a:pt x="4985040" y="962187"/>
                  </a:lnTo>
                  <a:lnTo>
                    <a:pt x="4985185" y="962187"/>
                  </a:lnTo>
                  <a:lnTo>
                    <a:pt x="4985185" y="961563"/>
                  </a:lnTo>
                  <a:lnTo>
                    <a:pt x="4985331" y="961563"/>
                  </a:lnTo>
                  <a:lnTo>
                    <a:pt x="4985476" y="961563"/>
                  </a:lnTo>
                  <a:lnTo>
                    <a:pt x="4985622" y="961563"/>
                  </a:lnTo>
                  <a:lnTo>
                    <a:pt x="4985767" y="961563"/>
                  </a:lnTo>
                  <a:lnTo>
                    <a:pt x="4985767" y="960940"/>
                  </a:lnTo>
                  <a:lnTo>
                    <a:pt x="4985913" y="960940"/>
                  </a:lnTo>
                  <a:lnTo>
                    <a:pt x="4986058" y="960940"/>
                  </a:lnTo>
                  <a:lnTo>
                    <a:pt x="4986203" y="960940"/>
                  </a:lnTo>
                  <a:lnTo>
                    <a:pt x="4986349" y="960940"/>
                  </a:lnTo>
                  <a:lnTo>
                    <a:pt x="4986494" y="960940"/>
                  </a:lnTo>
                  <a:lnTo>
                    <a:pt x="4986640" y="960940"/>
                  </a:lnTo>
                  <a:lnTo>
                    <a:pt x="4986785" y="960940"/>
                  </a:lnTo>
                  <a:lnTo>
                    <a:pt x="4986931" y="960940"/>
                  </a:lnTo>
                  <a:lnTo>
                    <a:pt x="4987076" y="960940"/>
                  </a:lnTo>
                  <a:lnTo>
                    <a:pt x="4987221" y="960940"/>
                  </a:lnTo>
                  <a:lnTo>
                    <a:pt x="4987367" y="960940"/>
                  </a:lnTo>
                  <a:lnTo>
                    <a:pt x="4987512" y="960940"/>
                  </a:lnTo>
                  <a:lnTo>
                    <a:pt x="4987658" y="960940"/>
                  </a:lnTo>
                  <a:lnTo>
                    <a:pt x="4987803" y="960940"/>
                  </a:lnTo>
                  <a:lnTo>
                    <a:pt x="4987803" y="960316"/>
                  </a:lnTo>
                  <a:lnTo>
                    <a:pt x="4987949" y="960316"/>
                  </a:lnTo>
                  <a:lnTo>
                    <a:pt x="4988094" y="960316"/>
                  </a:lnTo>
                  <a:lnTo>
                    <a:pt x="4988239" y="960316"/>
                  </a:lnTo>
                  <a:lnTo>
                    <a:pt x="4988385" y="960316"/>
                  </a:lnTo>
                  <a:lnTo>
                    <a:pt x="4988530" y="960316"/>
                  </a:lnTo>
                  <a:lnTo>
                    <a:pt x="4988676" y="960316"/>
                  </a:lnTo>
                  <a:lnTo>
                    <a:pt x="4988821" y="960316"/>
                  </a:lnTo>
                  <a:lnTo>
                    <a:pt x="4988967" y="960316"/>
                  </a:lnTo>
                  <a:lnTo>
                    <a:pt x="4989112" y="960316"/>
                  </a:lnTo>
                  <a:lnTo>
                    <a:pt x="4989112" y="959693"/>
                  </a:lnTo>
                  <a:lnTo>
                    <a:pt x="4989257" y="959693"/>
                  </a:lnTo>
                  <a:lnTo>
                    <a:pt x="4989403" y="959693"/>
                  </a:lnTo>
                  <a:lnTo>
                    <a:pt x="4989548" y="959693"/>
                  </a:lnTo>
                  <a:lnTo>
                    <a:pt x="4989548" y="959069"/>
                  </a:lnTo>
                  <a:lnTo>
                    <a:pt x="4989694" y="959069"/>
                  </a:lnTo>
                  <a:lnTo>
                    <a:pt x="4989839" y="959069"/>
                  </a:lnTo>
                  <a:lnTo>
                    <a:pt x="4989984" y="959069"/>
                  </a:lnTo>
                  <a:lnTo>
                    <a:pt x="4989984" y="958446"/>
                  </a:lnTo>
                  <a:lnTo>
                    <a:pt x="4990130" y="958446"/>
                  </a:lnTo>
                  <a:lnTo>
                    <a:pt x="4990275" y="958446"/>
                  </a:lnTo>
                  <a:lnTo>
                    <a:pt x="4990421" y="958446"/>
                  </a:lnTo>
                  <a:lnTo>
                    <a:pt x="4990566" y="958446"/>
                  </a:lnTo>
                  <a:lnTo>
                    <a:pt x="4990712" y="958446"/>
                  </a:lnTo>
                  <a:lnTo>
                    <a:pt x="4990857" y="958446"/>
                  </a:lnTo>
                  <a:lnTo>
                    <a:pt x="4991002" y="958446"/>
                  </a:lnTo>
                  <a:lnTo>
                    <a:pt x="4991148" y="958446"/>
                  </a:lnTo>
                  <a:lnTo>
                    <a:pt x="4991148" y="957822"/>
                  </a:lnTo>
                  <a:lnTo>
                    <a:pt x="4991293" y="957822"/>
                  </a:lnTo>
                  <a:lnTo>
                    <a:pt x="4991439" y="957822"/>
                  </a:lnTo>
                  <a:lnTo>
                    <a:pt x="4991584" y="957822"/>
                  </a:lnTo>
                  <a:lnTo>
                    <a:pt x="4991730" y="957822"/>
                  </a:lnTo>
                  <a:lnTo>
                    <a:pt x="4991875" y="957822"/>
                  </a:lnTo>
                  <a:lnTo>
                    <a:pt x="4992020" y="957822"/>
                  </a:lnTo>
                  <a:lnTo>
                    <a:pt x="4992166" y="957822"/>
                  </a:lnTo>
                  <a:lnTo>
                    <a:pt x="4992311" y="957822"/>
                  </a:lnTo>
                  <a:lnTo>
                    <a:pt x="4992457" y="957822"/>
                  </a:lnTo>
                  <a:lnTo>
                    <a:pt x="4992602" y="957822"/>
                  </a:lnTo>
                  <a:lnTo>
                    <a:pt x="4992748" y="957822"/>
                  </a:lnTo>
                  <a:lnTo>
                    <a:pt x="4992893" y="957822"/>
                  </a:lnTo>
                  <a:lnTo>
                    <a:pt x="4993038" y="957822"/>
                  </a:lnTo>
                  <a:lnTo>
                    <a:pt x="4993184" y="957822"/>
                  </a:lnTo>
                  <a:lnTo>
                    <a:pt x="4993329" y="957822"/>
                  </a:lnTo>
                  <a:lnTo>
                    <a:pt x="4993475" y="957822"/>
                  </a:lnTo>
                  <a:lnTo>
                    <a:pt x="4993620" y="957822"/>
                  </a:lnTo>
                  <a:lnTo>
                    <a:pt x="4993766" y="957822"/>
                  </a:lnTo>
                  <a:lnTo>
                    <a:pt x="4993911" y="957822"/>
                  </a:lnTo>
                  <a:lnTo>
                    <a:pt x="4994056" y="957822"/>
                  </a:lnTo>
                  <a:lnTo>
                    <a:pt x="4994202" y="957822"/>
                  </a:lnTo>
                  <a:lnTo>
                    <a:pt x="4994202" y="957198"/>
                  </a:lnTo>
                  <a:lnTo>
                    <a:pt x="4994347" y="957198"/>
                  </a:lnTo>
                  <a:lnTo>
                    <a:pt x="4994493" y="957198"/>
                  </a:lnTo>
                  <a:lnTo>
                    <a:pt x="4994638" y="957198"/>
                  </a:lnTo>
                  <a:lnTo>
                    <a:pt x="4994784" y="957198"/>
                  </a:lnTo>
                  <a:lnTo>
                    <a:pt x="4994929" y="957198"/>
                  </a:lnTo>
                  <a:lnTo>
                    <a:pt x="4995074" y="957198"/>
                  </a:lnTo>
                  <a:lnTo>
                    <a:pt x="4995220" y="957198"/>
                  </a:lnTo>
                  <a:lnTo>
                    <a:pt x="4995365" y="957198"/>
                  </a:lnTo>
                  <a:lnTo>
                    <a:pt x="4995511" y="957198"/>
                  </a:lnTo>
                  <a:lnTo>
                    <a:pt x="4995656" y="957198"/>
                  </a:lnTo>
                  <a:lnTo>
                    <a:pt x="4995802" y="957198"/>
                  </a:lnTo>
                  <a:lnTo>
                    <a:pt x="4995947" y="957198"/>
                  </a:lnTo>
                  <a:lnTo>
                    <a:pt x="4996092" y="957198"/>
                  </a:lnTo>
                  <a:lnTo>
                    <a:pt x="4996092" y="956575"/>
                  </a:lnTo>
                  <a:lnTo>
                    <a:pt x="4996238" y="956575"/>
                  </a:lnTo>
                  <a:lnTo>
                    <a:pt x="4996383" y="956575"/>
                  </a:lnTo>
                  <a:lnTo>
                    <a:pt x="4996383" y="955951"/>
                  </a:lnTo>
                  <a:lnTo>
                    <a:pt x="4996529" y="955951"/>
                  </a:lnTo>
                  <a:lnTo>
                    <a:pt x="4996529" y="955328"/>
                  </a:lnTo>
                  <a:lnTo>
                    <a:pt x="4996674" y="955328"/>
                  </a:lnTo>
                  <a:lnTo>
                    <a:pt x="4996819" y="955328"/>
                  </a:lnTo>
                  <a:lnTo>
                    <a:pt x="4996965" y="955328"/>
                  </a:lnTo>
                  <a:lnTo>
                    <a:pt x="4996965" y="954704"/>
                  </a:lnTo>
                  <a:lnTo>
                    <a:pt x="4997110" y="954704"/>
                  </a:lnTo>
                  <a:lnTo>
                    <a:pt x="4997110" y="954080"/>
                  </a:lnTo>
                  <a:lnTo>
                    <a:pt x="4997256" y="954080"/>
                  </a:lnTo>
                  <a:lnTo>
                    <a:pt x="4997401" y="954080"/>
                  </a:lnTo>
                  <a:lnTo>
                    <a:pt x="4997547" y="954080"/>
                  </a:lnTo>
                  <a:lnTo>
                    <a:pt x="4997692" y="954080"/>
                  </a:lnTo>
                  <a:lnTo>
                    <a:pt x="4997837" y="954080"/>
                  </a:lnTo>
                  <a:lnTo>
                    <a:pt x="4997983" y="954080"/>
                  </a:lnTo>
                  <a:lnTo>
                    <a:pt x="4998128" y="954080"/>
                  </a:lnTo>
                  <a:lnTo>
                    <a:pt x="4998274" y="954080"/>
                  </a:lnTo>
                  <a:lnTo>
                    <a:pt x="4998419" y="954080"/>
                  </a:lnTo>
                  <a:lnTo>
                    <a:pt x="4998565" y="954080"/>
                  </a:lnTo>
                  <a:lnTo>
                    <a:pt x="4998710" y="954080"/>
                  </a:lnTo>
                  <a:lnTo>
                    <a:pt x="4998855" y="954080"/>
                  </a:lnTo>
                  <a:lnTo>
                    <a:pt x="4999001" y="954080"/>
                  </a:lnTo>
                  <a:lnTo>
                    <a:pt x="4999146" y="954080"/>
                  </a:lnTo>
                  <a:lnTo>
                    <a:pt x="4999292" y="954080"/>
                  </a:lnTo>
                  <a:lnTo>
                    <a:pt x="4999437" y="954080"/>
                  </a:lnTo>
                  <a:lnTo>
                    <a:pt x="4999583" y="954080"/>
                  </a:lnTo>
                  <a:lnTo>
                    <a:pt x="4999728" y="954080"/>
                  </a:lnTo>
                  <a:lnTo>
                    <a:pt x="4999873" y="954080"/>
                  </a:lnTo>
                  <a:lnTo>
                    <a:pt x="5000019" y="954080"/>
                  </a:lnTo>
                  <a:lnTo>
                    <a:pt x="5000164" y="954080"/>
                  </a:lnTo>
                  <a:lnTo>
                    <a:pt x="5000310" y="954080"/>
                  </a:lnTo>
                  <a:lnTo>
                    <a:pt x="5000455" y="954080"/>
                  </a:lnTo>
                  <a:lnTo>
                    <a:pt x="5000601" y="954080"/>
                  </a:lnTo>
                  <a:lnTo>
                    <a:pt x="5000601" y="953457"/>
                  </a:lnTo>
                  <a:lnTo>
                    <a:pt x="5000746" y="953457"/>
                  </a:lnTo>
                  <a:lnTo>
                    <a:pt x="5000891" y="953457"/>
                  </a:lnTo>
                  <a:lnTo>
                    <a:pt x="5001037" y="953457"/>
                  </a:lnTo>
                  <a:lnTo>
                    <a:pt x="5001182" y="953457"/>
                  </a:lnTo>
                  <a:lnTo>
                    <a:pt x="5001328" y="953457"/>
                  </a:lnTo>
                  <a:lnTo>
                    <a:pt x="5001473" y="953457"/>
                  </a:lnTo>
                  <a:lnTo>
                    <a:pt x="5001473" y="952833"/>
                  </a:lnTo>
                  <a:lnTo>
                    <a:pt x="5001619" y="952833"/>
                  </a:lnTo>
                  <a:lnTo>
                    <a:pt x="5001619" y="952210"/>
                  </a:lnTo>
                  <a:lnTo>
                    <a:pt x="5001764" y="952210"/>
                  </a:lnTo>
                  <a:lnTo>
                    <a:pt x="5001909" y="952210"/>
                  </a:lnTo>
                  <a:lnTo>
                    <a:pt x="5002055" y="952210"/>
                  </a:lnTo>
                  <a:lnTo>
                    <a:pt x="5002200" y="952210"/>
                  </a:lnTo>
                  <a:lnTo>
                    <a:pt x="5002346" y="952210"/>
                  </a:lnTo>
                  <a:lnTo>
                    <a:pt x="5002491" y="952210"/>
                  </a:lnTo>
                  <a:lnTo>
                    <a:pt x="5002637" y="952210"/>
                  </a:lnTo>
                  <a:lnTo>
                    <a:pt x="5002637" y="951586"/>
                  </a:lnTo>
                  <a:lnTo>
                    <a:pt x="5002782" y="951586"/>
                  </a:lnTo>
                  <a:lnTo>
                    <a:pt x="5002927" y="951586"/>
                  </a:lnTo>
                  <a:lnTo>
                    <a:pt x="5003073" y="951586"/>
                  </a:lnTo>
                  <a:lnTo>
                    <a:pt x="5003218" y="951586"/>
                  </a:lnTo>
                  <a:lnTo>
                    <a:pt x="5003364" y="951586"/>
                  </a:lnTo>
                  <a:lnTo>
                    <a:pt x="5003509" y="951586"/>
                  </a:lnTo>
                  <a:lnTo>
                    <a:pt x="5003654" y="951586"/>
                  </a:lnTo>
                  <a:lnTo>
                    <a:pt x="5003800" y="951586"/>
                  </a:lnTo>
                  <a:lnTo>
                    <a:pt x="5003945" y="951586"/>
                  </a:lnTo>
                  <a:lnTo>
                    <a:pt x="5004091" y="951586"/>
                  </a:lnTo>
                  <a:lnTo>
                    <a:pt x="5004236" y="951586"/>
                  </a:lnTo>
                  <a:lnTo>
                    <a:pt x="5004382" y="951586"/>
                  </a:lnTo>
                  <a:lnTo>
                    <a:pt x="5004527" y="951586"/>
                  </a:lnTo>
                  <a:lnTo>
                    <a:pt x="5004672" y="951586"/>
                  </a:lnTo>
                  <a:lnTo>
                    <a:pt x="5004818" y="951586"/>
                  </a:lnTo>
                  <a:lnTo>
                    <a:pt x="5004963" y="951586"/>
                  </a:lnTo>
                  <a:lnTo>
                    <a:pt x="5005109" y="951586"/>
                  </a:lnTo>
                  <a:lnTo>
                    <a:pt x="5005254" y="951586"/>
                  </a:lnTo>
                  <a:lnTo>
                    <a:pt x="5005400" y="951586"/>
                  </a:lnTo>
                  <a:lnTo>
                    <a:pt x="5005545" y="951586"/>
                  </a:lnTo>
                  <a:lnTo>
                    <a:pt x="5005690" y="951586"/>
                  </a:lnTo>
                  <a:lnTo>
                    <a:pt x="5005836" y="951586"/>
                  </a:lnTo>
                  <a:lnTo>
                    <a:pt x="5005981" y="951586"/>
                  </a:lnTo>
                  <a:lnTo>
                    <a:pt x="5005981" y="950963"/>
                  </a:lnTo>
                  <a:lnTo>
                    <a:pt x="5006127" y="950963"/>
                  </a:lnTo>
                  <a:lnTo>
                    <a:pt x="5006272" y="950963"/>
                  </a:lnTo>
                  <a:lnTo>
                    <a:pt x="5006418" y="950963"/>
                  </a:lnTo>
                  <a:lnTo>
                    <a:pt x="5006563" y="950963"/>
                  </a:lnTo>
                  <a:lnTo>
                    <a:pt x="5006708" y="950963"/>
                  </a:lnTo>
                  <a:lnTo>
                    <a:pt x="5006854" y="950963"/>
                  </a:lnTo>
                  <a:lnTo>
                    <a:pt x="5006999" y="950963"/>
                  </a:lnTo>
                  <a:lnTo>
                    <a:pt x="5007145" y="950963"/>
                  </a:lnTo>
                  <a:lnTo>
                    <a:pt x="5007290" y="950963"/>
                  </a:lnTo>
                  <a:lnTo>
                    <a:pt x="5007436" y="950963"/>
                  </a:lnTo>
                  <a:lnTo>
                    <a:pt x="5007581" y="950963"/>
                  </a:lnTo>
                  <a:lnTo>
                    <a:pt x="5007726" y="950963"/>
                  </a:lnTo>
                  <a:lnTo>
                    <a:pt x="5007726" y="950339"/>
                  </a:lnTo>
                  <a:lnTo>
                    <a:pt x="5007872" y="950339"/>
                  </a:lnTo>
                  <a:lnTo>
                    <a:pt x="5008017" y="950339"/>
                  </a:lnTo>
                  <a:lnTo>
                    <a:pt x="5008017" y="949715"/>
                  </a:lnTo>
                  <a:lnTo>
                    <a:pt x="5008163" y="949715"/>
                  </a:lnTo>
                  <a:lnTo>
                    <a:pt x="5008308" y="949715"/>
                  </a:lnTo>
                  <a:lnTo>
                    <a:pt x="5008454" y="949715"/>
                  </a:lnTo>
                  <a:lnTo>
                    <a:pt x="5008454" y="949092"/>
                  </a:lnTo>
                  <a:lnTo>
                    <a:pt x="5008599" y="949092"/>
                  </a:lnTo>
                  <a:lnTo>
                    <a:pt x="5008744" y="949092"/>
                  </a:lnTo>
                  <a:lnTo>
                    <a:pt x="5008890" y="949092"/>
                  </a:lnTo>
                  <a:lnTo>
                    <a:pt x="5009035" y="949092"/>
                  </a:lnTo>
                  <a:lnTo>
                    <a:pt x="5009035" y="948468"/>
                  </a:lnTo>
                  <a:lnTo>
                    <a:pt x="5009035" y="947845"/>
                  </a:lnTo>
                  <a:lnTo>
                    <a:pt x="5009181" y="947845"/>
                  </a:lnTo>
                  <a:lnTo>
                    <a:pt x="5009326" y="947845"/>
                  </a:lnTo>
                  <a:lnTo>
                    <a:pt x="5009472" y="947845"/>
                  </a:lnTo>
                  <a:lnTo>
                    <a:pt x="5009617" y="947845"/>
                  </a:lnTo>
                  <a:lnTo>
                    <a:pt x="5009762" y="947845"/>
                  </a:lnTo>
                  <a:lnTo>
                    <a:pt x="5009908" y="947845"/>
                  </a:lnTo>
                  <a:lnTo>
                    <a:pt x="5010053" y="947845"/>
                  </a:lnTo>
                  <a:lnTo>
                    <a:pt x="5010053" y="947221"/>
                  </a:lnTo>
                  <a:lnTo>
                    <a:pt x="5010199" y="947221"/>
                  </a:lnTo>
                  <a:lnTo>
                    <a:pt x="5010344" y="947221"/>
                  </a:lnTo>
                  <a:lnTo>
                    <a:pt x="5010489" y="947221"/>
                  </a:lnTo>
                  <a:lnTo>
                    <a:pt x="5010635" y="947221"/>
                  </a:lnTo>
                  <a:lnTo>
                    <a:pt x="5010780" y="947221"/>
                  </a:lnTo>
                  <a:lnTo>
                    <a:pt x="5010926" y="947221"/>
                  </a:lnTo>
                  <a:lnTo>
                    <a:pt x="5011071" y="947221"/>
                  </a:lnTo>
                  <a:lnTo>
                    <a:pt x="5011217" y="947221"/>
                  </a:lnTo>
                  <a:lnTo>
                    <a:pt x="5011362" y="947221"/>
                  </a:lnTo>
                  <a:lnTo>
                    <a:pt x="5011507" y="947221"/>
                  </a:lnTo>
                  <a:lnTo>
                    <a:pt x="5011507" y="946597"/>
                  </a:lnTo>
                  <a:lnTo>
                    <a:pt x="5011653" y="946597"/>
                  </a:lnTo>
                  <a:lnTo>
                    <a:pt x="5011653" y="945974"/>
                  </a:lnTo>
                  <a:lnTo>
                    <a:pt x="5011798" y="945974"/>
                  </a:lnTo>
                  <a:lnTo>
                    <a:pt x="5011944" y="945974"/>
                  </a:lnTo>
                  <a:lnTo>
                    <a:pt x="5012089" y="945974"/>
                  </a:lnTo>
                  <a:lnTo>
                    <a:pt x="5012235" y="945974"/>
                  </a:lnTo>
                  <a:lnTo>
                    <a:pt x="5012380" y="945974"/>
                  </a:lnTo>
                  <a:lnTo>
                    <a:pt x="5012525" y="945974"/>
                  </a:lnTo>
                  <a:lnTo>
                    <a:pt x="5012671" y="945974"/>
                  </a:lnTo>
                  <a:lnTo>
                    <a:pt x="5012816" y="945974"/>
                  </a:lnTo>
                  <a:lnTo>
                    <a:pt x="5012816" y="945350"/>
                  </a:lnTo>
                  <a:lnTo>
                    <a:pt x="5012962" y="945350"/>
                  </a:lnTo>
                  <a:lnTo>
                    <a:pt x="5013107" y="945350"/>
                  </a:lnTo>
                  <a:lnTo>
                    <a:pt x="5013253" y="945350"/>
                  </a:lnTo>
                  <a:lnTo>
                    <a:pt x="5013398" y="945350"/>
                  </a:lnTo>
                  <a:lnTo>
                    <a:pt x="5013543" y="945350"/>
                  </a:lnTo>
                  <a:lnTo>
                    <a:pt x="5013689" y="945350"/>
                  </a:lnTo>
                  <a:lnTo>
                    <a:pt x="5013834" y="945350"/>
                  </a:lnTo>
                  <a:lnTo>
                    <a:pt x="5013834" y="944727"/>
                  </a:lnTo>
                  <a:lnTo>
                    <a:pt x="5013980" y="944727"/>
                  </a:lnTo>
                  <a:lnTo>
                    <a:pt x="5014125" y="944727"/>
                  </a:lnTo>
                  <a:lnTo>
                    <a:pt x="5014271" y="944727"/>
                  </a:lnTo>
                  <a:lnTo>
                    <a:pt x="5014271" y="944103"/>
                  </a:lnTo>
                  <a:lnTo>
                    <a:pt x="5014416" y="944103"/>
                  </a:lnTo>
                  <a:lnTo>
                    <a:pt x="5014416" y="943480"/>
                  </a:lnTo>
                  <a:lnTo>
                    <a:pt x="5014561" y="943480"/>
                  </a:lnTo>
                  <a:lnTo>
                    <a:pt x="5014707" y="943480"/>
                  </a:lnTo>
                  <a:lnTo>
                    <a:pt x="5014707" y="942856"/>
                  </a:lnTo>
                  <a:lnTo>
                    <a:pt x="5014852" y="942856"/>
                  </a:lnTo>
                  <a:lnTo>
                    <a:pt x="5014998" y="942856"/>
                  </a:lnTo>
                  <a:lnTo>
                    <a:pt x="5015143" y="942856"/>
                  </a:lnTo>
                  <a:lnTo>
                    <a:pt x="5015143" y="942232"/>
                  </a:lnTo>
                  <a:lnTo>
                    <a:pt x="5015143" y="941609"/>
                  </a:lnTo>
                  <a:lnTo>
                    <a:pt x="5015289" y="941609"/>
                  </a:lnTo>
                  <a:lnTo>
                    <a:pt x="5015434" y="941609"/>
                  </a:lnTo>
                  <a:lnTo>
                    <a:pt x="5015579" y="941609"/>
                  </a:lnTo>
                  <a:lnTo>
                    <a:pt x="5015725" y="941609"/>
                  </a:lnTo>
                  <a:lnTo>
                    <a:pt x="5015870" y="941609"/>
                  </a:lnTo>
                  <a:lnTo>
                    <a:pt x="5016016" y="941609"/>
                  </a:lnTo>
                  <a:lnTo>
                    <a:pt x="5016161" y="941609"/>
                  </a:lnTo>
                  <a:lnTo>
                    <a:pt x="5016307" y="941609"/>
                  </a:lnTo>
                  <a:lnTo>
                    <a:pt x="5016307" y="940985"/>
                  </a:lnTo>
                  <a:lnTo>
                    <a:pt x="5016452" y="940985"/>
                  </a:lnTo>
                  <a:lnTo>
                    <a:pt x="5016597" y="940985"/>
                  </a:lnTo>
                  <a:lnTo>
                    <a:pt x="5016743" y="940985"/>
                  </a:lnTo>
                  <a:lnTo>
                    <a:pt x="5016743" y="940362"/>
                  </a:lnTo>
                  <a:lnTo>
                    <a:pt x="5016888" y="940362"/>
                  </a:lnTo>
                  <a:lnTo>
                    <a:pt x="5017034" y="940362"/>
                  </a:lnTo>
                  <a:lnTo>
                    <a:pt x="5017179" y="940362"/>
                  </a:lnTo>
                  <a:lnTo>
                    <a:pt x="5017324" y="940362"/>
                  </a:lnTo>
                  <a:lnTo>
                    <a:pt x="5017324" y="939738"/>
                  </a:lnTo>
                  <a:lnTo>
                    <a:pt x="5017324" y="939114"/>
                  </a:lnTo>
                  <a:lnTo>
                    <a:pt x="5017470" y="939114"/>
                  </a:lnTo>
                  <a:lnTo>
                    <a:pt x="5017615" y="939114"/>
                  </a:lnTo>
                  <a:lnTo>
                    <a:pt x="5017615" y="938491"/>
                  </a:lnTo>
                  <a:lnTo>
                    <a:pt x="5017761" y="938491"/>
                  </a:lnTo>
                  <a:lnTo>
                    <a:pt x="5017906" y="938491"/>
                  </a:lnTo>
                  <a:lnTo>
                    <a:pt x="5017906" y="937867"/>
                  </a:lnTo>
                  <a:lnTo>
                    <a:pt x="5018052" y="937867"/>
                  </a:lnTo>
                  <a:lnTo>
                    <a:pt x="5018052" y="937244"/>
                  </a:lnTo>
                  <a:lnTo>
                    <a:pt x="5018197" y="937244"/>
                  </a:lnTo>
                  <a:lnTo>
                    <a:pt x="5018342" y="937244"/>
                  </a:lnTo>
                  <a:lnTo>
                    <a:pt x="5018488" y="937244"/>
                  </a:lnTo>
                  <a:lnTo>
                    <a:pt x="5018488" y="936620"/>
                  </a:lnTo>
                  <a:lnTo>
                    <a:pt x="5018633" y="936620"/>
                  </a:lnTo>
                  <a:lnTo>
                    <a:pt x="5018779" y="936620"/>
                  </a:lnTo>
                  <a:lnTo>
                    <a:pt x="5018924" y="936620"/>
                  </a:lnTo>
                  <a:lnTo>
                    <a:pt x="5019070" y="936620"/>
                  </a:lnTo>
                  <a:lnTo>
                    <a:pt x="5019215" y="936620"/>
                  </a:lnTo>
                  <a:lnTo>
                    <a:pt x="5019360" y="936620"/>
                  </a:lnTo>
                  <a:lnTo>
                    <a:pt x="5019360" y="935997"/>
                  </a:lnTo>
                  <a:lnTo>
                    <a:pt x="5019506" y="935997"/>
                  </a:lnTo>
                  <a:lnTo>
                    <a:pt x="5019651" y="935997"/>
                  </a:lnTo>
                  <a:lnTo>
                    <a:pt x="5019797" y="935997"/>
                  </a:lnTo>
                  <a:lnTo>
                    <a:pt x="5019942" y="935997"/>
                  </a:lnTo>
                  <a:lnTo>
                    <a:pt x="5020088" y="935997"/>
                  </a:lnTo>
                  <a:lnTo>
                    <a:pt x="5020233" y="935997"/>
                  </a:lnTo>
                  <a:lnTo>
                    <a:pt x="5020378" y="935997"/>
                  </a:lnTo>
                  <a:lnTo>
                    <a:pt x="5020524" y="935997"/>
                  </a:lnTo>
                  <a:lnTo>
                    <a:pt x="5020669" y="935997"/>
                  </a:lnTo>
                  <a:lnTo>
                    <a:pt x="5020815" y="935997"/>
                  </a:lnTo>
                  <a:lnTo>
                    <a:pt x="5020960" y="935997"/>
                  </a:lnTo>
                  <a:lnTo>
                    <a:pt x="5020960" y="935373"/>
                  </a:lnTo>
                  <a:lnTo>
                    <a:pt x="5021106" y="935373"/>
                  </a:lnTo>
                  <a:lnTo>
                    <a:pt x="5021251" y="935373"/>
                  </a:lnTo>
                  <a:lnTo>
                    <a:pt x="5021251" y="934749"/>
                  </a:lnTo>
                  <a:lnTo>
                    <a:pt x="5021396" y="934749"/>
                  </a:lnTo>
                  <a:lnTo>
                    <a:pt x="5021542" y="934749"/>
                  </a:lnTo>
                  <a:lnTo>
                    <a:pt x="5021687" y="934749"/>
                  </a:lnTo>
                  <a:lnTo>
                    <a:pt x="5021833" y="934749"/>
                  </a:lnTo>
                  <a:lnTo>
                    <a:pt x="5021978" y="934749"/>
                  </a:lnTo>
                  <a:lnTo>
                    <a:pt x="5022124" y="934749"/>
                  </a:lnTo>
                  <a:lnTo>
                    <a:pt x="5022269" y="934749"/>
                  </a:lnTo>
                  <a:lnTo>
                    <a:pt x="5022414" y="934749"/>
                  </a:lnTo>
                  <a:lnTo>
                    <a:pt x="5022560" y="934749"/>
                  </a:lnTo>
                  <a:lnTo>
                    <a:pt x="5022705" y="934749"/>
                  </a:lnTo>
                  <a:lnTo>
                    <a:pt x="5022705" y="934126"/>
                  </a:lnTo>
                  <a:lnTo>
                    <a:pt x="5022851" y="934126"/>
                  </a:lnTo>
                  <a:lnTo>
                    <a:pt x="5022996" y="934126"/>
                  </a:lnTo>
                  <a:lnTo>
                    <a:pt x="5023142" y="934126"/>
                  </a:lnTo>
                  <a:lnTo>
                    <a:pt x="5023287" y="934126"/>
                  </a:lnTo>
                  <a:lnTo>
                    <a:pt x="5023432" y="934126"/>
                  </a:lnTo>
                  <a:lnTo>
                    <a:pt x="5023578" y="934126"/>
                  </a:lnTo>
                  <a:lnTo>
                    <a:pt x="5023723" y="934126"/>
                  </a:lnTo>
                  <a:lnTo>
                    <a:pt x="5023869" y="934126"/>
                  </a:lnTo>
                  <a:lnTo>
                    <a:pt x="5024014" y="934126"/>
                  </a:lnTo>
                  <a:lnTo>
                    <a:pt x="5024159" y="934126"/>
                  </a:lnTo>
                  <a:lnTo>
                    <a:pt x="5024305" y="934126"/>
                  </a:lnTo>
                  <a:lnTo>
                    <a:pt x="5024450" y="934126"/>
                  </a:lnTo>
                  <a:lnTo>
                    <a:pt x="5024596" y="934126"/>
                  </a:lnTo>
                  <a:lnTo>
                    <a:pt x="5024741" y="934126"/>
                  </a:lnTo>
                  <a:lnTo>
                    <a:pt x="5024887" y="934126"/>
                  </a:lnTo>
                  <a:lnTo>
                    <a:pt x="5025032" y="934126"/>
                  </a:lnTo>
                  <a:lnTo>
                    <a:pt x="5025177" y="934126"/>
                  </a:lnTo>
                  <a:lnTo>
                    <a:pt x="5025323" y="934126"/>
                  </a:lnTo>
                  <a:lnTo>
                    <a:pt x="5025468" y="934126"/>
                  </a:lnTo>
                  <a:lnTo>
                    <a:pt x="5025614" y="934126"/>
                  </a:lnTo>
                  <a:lnTo>
                    <a:pt x="5025759" y="934126"/>
                  </a:lnTo>
                  <a:lnTo>
                    <a:pt x="5025905" y="934126"/>
                  </a:lnTo>
                  <a:lnTo>
                    <a:pt x="5026050" y="934126"/>
                  </a:lnTo>
                  <a:lnTo>
                    <a:pt x="5026195" y="934126"/>
                  </a:lnTo>
                  <a:lnTo>
                    <a:pt x="5026341" y="934126"/>
                  </a:lnTo>
                  <a:lnTo>
                    <a:pt x="5026486" y="934126"/>
                  </a:lnTo>
                  <a:lnTo>
                    <a:pt x="5026632" y="934126"/>
                  </a:lnTo>
                  <a:lnTo>
                    <a:pt x="5026777" y="934126"/>
                  </a:lnTo>
                  <a:lnTo>
                    <a:pt x="5026923" y="934126"/>
                  </a:lnTo>
                  <a:lnTo>
                    <a:pt x="5027068" y="934126"/>
                  </a:lnTo>
                  <a:lnTo>
                    <a:pt x="5027213" y="934126"/>
                  </a:lnTo>
                  <a:lnTo>
                    <a:pt x="5027359" y="934126"/>
                  </a:lnTo>
                  <a:lnTo>
                    <a:pt x="5027504" y="934126"/>
                  </a:lnTo>
                  <a:lnTo>
                    <a:pt x="5027650" y="934126"/>
                  </a:lnTo>
                  <a:lnTo>
                    <a:pt x="5027795" y="934126"/>
                  </a:lnTo>
                  <a:lnTo>
                    <a:pt x="5027941" y="934126"/>
                  </a:lnTo>
                  <a:lnTo>
                    <a:pt x="5028086" y="934126"/>
                  </a:lnTo>
                  <a:lnTo>
                    <a:pt x="5028231" y="934126"/>
                  </a:lnTo>
                  <a:lnTo>
                    <a:pt x="5028377" y="934126"/>
                  </a:lnTo>
                  <a:lnTo>
                    <a:pt x="5028522" y="934126"/>
                  </a:lnTo>
                  <a:lnTo>
                    <a:pt x="5028668" y="934126"/>
                  </a:lnTo>
                  <a:lnTo>
                    <a:pt x="5028813" y="934126"/>
                  </a:lnTo>
                  <a:lnTo>
                    <a:pt x="5028959" y="934126"/>
                  </a:lnTo>
                  <a:lnTo>
                    <a:pt x="5029104" y="934126"/>
                  </a:lnTo>
                  <a:lnTo>
                    <a:pt x="5029104" y="933502"/>
                  </a:lnTo>
                  <a:lnTo>
                    <a:pt x="5029249" y="933502"/>
                  </a:lnTo>
                  <a:lnTo>
                    <a:pt x="5029395" y="933502"/>
                  </a:lnTo>
                  <a:lnTo>
                    <a:pt x="5029540" y="933502"/>
                  </a:lnTo>
                  <a:lnTo>
                    <a:pt x="5029686" y="933502"/>
                  </a:lnTo>
                  <a:lnTo>
                    <a:pt x="5029686" y="932879"/>
                  </a:lnTo>
                  <a:lnTo>
                    <a:pt x="5029831" y="932879"/>
                  </a:lnTo>
                  <a:lnTo>
                    <a:pt x="5029976" y="932879"/>
                  </a:lnTo>
                  <a:lnTo>
                    <a:pt x="5030122" y="932879"/>
                  </a:lnTo>
                  <a:lnTo>
                    <a:pt x="5030267" y="932879"/>
                  </a:lnTo>
                  <a:lnTo>
                    <a:pt x="5030413" y="932879"/>
                  </a:lnTo>
                  <a:lnTo>
                    <a:pt x="5030558" y="932879"/>
                  </a:lnTo>
                  <a:lnTo>
                    <a:pt x="5030558" y="932255"/>
                  </a:lnTo>
                  <a:lnTo>
                    <a:pt x="5030704" y="932255"/>
                  </a:lnTo>
                  <a:lnTo>
                    <a:pt x="5030849" y="932255"/>
                  </a:lnTo>
                  <a:lnTo>
                    <a:pt x="5030994" y="932255"/>
                  </a:lnTo>
                  <a:lnTo>
                    <a:pt x="5031140" y="932255"/>
                  </a:lnTo>
                  <a:lnTo>
                    <a:pt x="5031285" y="932255"/>
                  </a:lnTo>
                  <a:lnTo>
                    <a:pt x="5031431" y="932255"/>
                  </a:lnTo>
                  <a:lnTo>
                    <a:pt x="5031576" y="932255"/>
                  </a:lnTo>
                  <a:lnTo>
                    <a:pt x="5031722" y="932255"/>
                  </a:lnTo>
                  <a:lnTo>
                    <a:pt x="5031867" y="932255"/>
                  </a:lnTo>
                  <a:lnTo>
                    <a:pt x="5032012" y="932255"/>
                  </a:lnTo>
                  <a:lnTo>
                    <a:pt x="5032158" y="932255"/>
                  </a:lnTo>
                  <a:lnTo>
                    <a:pt x="5032158" y="931631"/>
                  </a:lnTo>
                  <a:lnTo>
                    <a:pt x="5032303" y="931631"/>
                  </a:lnTo>
                  <a:lnTo>
                    <a:pt x="5032303" y="931008"/>
                  </a:lnTo>
                  <a:lnTo>
                    <a:pt x="5032449" y="931008"/>
                  </a:lnTo>
                  <a:lnTo>
                    <a:pt x="5032594" y="931008"/>
                  </a:lnTo>
                  <a:lnTo>
                    <a:pt x="5032740" y="931008"/>
                  </a:lnTo>
                  <a:lnTo>
                    <a:pt x="5032885" y="931008"/>
                  </a:lnTo>
                  <a:lnTo>
                    <a:pt x="5033030" y="931008"/>
                  </a:lnTo>
                  <a:lnTo>
                    <a:pt x="5033176" y="931008"/>
                  </a:lnTo>
                  <a:lnTo>
                    <a:pt x="5033321" y="931008"/>
                  </a:lnTo>
                  <a:lnTo>
                    <a:pt x="5033467" y="931008"/>
                  </a:lnTo>
                  <a:lnTo>
                    <a:pt x="5033612" y="931008"/>
                  </a:lnTo>
                  <a:lnTo>
                    <a:pt x="5033612" y="930384"/>
                  </a:lnTo>
                  <a:lnTo>
                    <a:pt x="5033758" y="930384"/>
                  </a:lnTo>
                  <a:lnTo>
                    <a:pt x="5033903" y="930384"/>
                  </a:lnTo>
                  <a:lnTo>
                    <a:pt x="5034048" y="930384"/>
                  </a:lnTo>
                  <a:lnTo>
                    <a:pt x="5034194" y="930384"/>
                  </a:lnTo>
                  <a:lnTo>
                    <a:pt x="5034339" y="930384"/>
                  </a:lnTo>
                  <a:lnTo>
                    <a:pt x="5034485" y="930384"/>
                  </a:lnTo>
                  <a:lnTo>
                    <a:pt x="5034485" y="929761"/>
                  </a:lnTo>
                  <a:lnTo>
                    <a:pt x="5034485" y="929137"/>
                  </a:lnTo>
                  <a:lnTo>
                    <a:pt x="5034630" y="929137"/>
                  </a:lnTo>
                  <a:lnTo>
                    <a:pt x="5034776" y="929137"/>
                  </a:lnTo>
                  <a:lnTo>
                    <a:pt x="5034921" y="929137"/>
                  </a:lnTo>
                  <a:lnTo>
                    <a:pt x="5035066" y="929137"/>
                  </a:lnTo>
                  <a:lnTo>
                    <a:pt x="5035212" y="929137"/>
                  </a:lnTo>
                  <a:lnTo>
                    <a:pt x="5035357" y="929137"/>
                  </a:lnTo>
                  <a:lnTo>
                    <a:pt x="5035503" y="929137"/>
                  </a:lnTo>
                  <a:lnTo>
                    <a:pt x="5035648" y="929137"/>
                  </a:lnTo>
                  <a:lnTo>
                    <a:pt x="5035794" y="929137"/>
                  </a:lnTo>
                  <a:lnTo>
                    <a:pt x="5035939" y="929137"/>
                  </a:lnTo>
                  <a:lnTo>
                    <a:pt x="5036084" y="929137"/>
                  </a:lnTo>
                  <a:lnTo>
                    <a:pt x="5036230" y="929137"/>
                  </a:lnTo>
                  <a:lnTo>
                    <a:pt x="5036375" y="929137"/>
                  </a:lnTo>
                  <a:lnTo>
                    <a:pt x="5036521" y="929137"/>
                  </a:lnTo>
                  <a:lnTo>
                    <a:pt x="5036666" y="929137"/>
                  </a:lnTo>
                  <a:lnTo>
                    <a:pt x="5036811" y="929137"/>
                  </a:lnTo>
                  <a:lnTo>
                    <a:pt x="5036957" y="929137"/>
                  </a:lnTo>
                  <a:lnTo>
                    <a:pt x="5037102" y="929137"/>
                  </a:lnTo>
                  <a:lnTo>
                    <a:pt x="5037248" y="929137"/>
                  </a:lnTo>
                  <a:lnTo>
                    <a:pt x="5037393" y="929137"/>
                  </a:lnTo>
                  <a:lnTo>
                    <a:pt x="5037539" y="929137"/>
                  </a:lnTo>
                  <a:lnTo>
                    <a:pt x="5037684" y="929137"/>
                  </a:lnTo>
                  <a:lnTo>
                    <a:pt x="5037829" y="929137"/>
                  </a:lnTo>
                  <a:lnTo>
                    <a:pt x="5037975" y="929137"/>
                  </a:lnTo>
                  <a:lnTo>
                    <a:pt x="5038120" y="929137"/>
                  </a:lnTo>
                  <a:lnTo>
                    <a:pt x="5038266" y="929137"/>
                  </a:lnTo>
                  <a:lnTo>
                    <a:pt x="5038411" y="929137"/>
                  </a:lnTo>
                  <a:lnTo>
                    <a:pt x="5038557" y="929137"/>
                  </a:lnTo>
                  <a:lnTo>
                    <a:pt x="5038702" y="929137"/>
                  </a:lnTo>
                  <a:lnTo>
                    <a:pt x="5038847" y="929137"/>
                  </a:lnTo>
                  <a:lnTo>
                    <a:pt x="5038847" y="928514"/>
                  </a:lnTo>
                  <a:lnTo>
                    <a:pt x="5038993" y="928514"/>
                  </a:lnTo>
                  <a:lnTo>
                    <a:pt x="5039138" y="928514"/>
                  </a:lnTo>
                  <a:lnTo>
                    <a:pt x="5039138" y="927890"/>
                  </a:lnTo>
                  <a:lnTo>
                    <a:pt x="5039284" y="927890"/>
                  </a:lnTo>
                  <a:lnTo>
                    <a:pt x="5039429" y="927890"/>
                  </a:lnTo>
                  <a:lnTo>
                    <a:pt x="5039575" y="927890"/>
                  </a:lnTo>
                  <a:lnTo>
                    <a:pt x="5039720" y="927890"/>
                  </a:lnTo>
                  <a:lnTo>
                    <a:pt x="5039865" y="927890"/>
                  </a:lnTo>
                  <a:lnTo>
                    <a:pt x="5040011" y="927890"/>
                  </a:lnTo>
                  <a:lnTo>
                    <a:pt x="5040011" y="927266"/>
                  </a:lnTo>
                  <a:lnTo>
                    <a:pt x="5040156" y="927266"/>
                  </a:lnTo>
                  <a:lnTo>
                    <a:pt x="5040302" y="927266"/>
                  </a:lnTo>
                  <a:lnTo>
                    <a:pt x="5040447" y="927266"/>
                  </a:lnTo>
                  <a:lnTo>
                    <a:pt x="5040593" y="927266"/>
                  </a:lnTo>
                  <a:lnTo>
                    <a:pt x="5040738" y="927266"/>
                  </a:lnTo>
                  <a:lnTo>
                    <a:pt x="5040883" y="927266"/>
                  </a:lnTo>
                  <a:lnTo>
                    <a:pt x="5041029" y="927266"/>
                  </a:lnTo>
                  <a:lnTo>
                    <a:pt x="5041174" y="927266"/>
                  </a:lnTo>
                  <a:lnTo>
                    <a:pt x="5041320" y="927266"/>
                  </a:lnTo>
                  <a:lnTo>
                    <a:pt x="5041465" y="927266"/>
                  </a:lnTo>
                  <a:lnTo>
                    <a:pt x="5041611" y="927266"/>
                  </a:lnTo>
                  <a:lnTo>
                    <a:pt x="5041756" y="927266"/>
                  </a:lnTo>
                  <a:lnTo>
                    <a:pt x="5041901" y="927266"/>
                  </a:lnTo>
                  <a:lnTo>
                    <a:pt x="5042047" y="927266"/>
                  </a:lnTo>
                  <a:lnTo>
                    <a:pt x="5042192" y="927266"/>
                  </a:lnTo>
                  <a:lnTo>
                    <a:pt x="5042338" y="927266"/>
                  </a:lnTo>
                  <a:lnTo>
                    <a:pt x="5042338" y="926643"/>
                  </a:lnTo>
                  <a:lnTo>
                    <a:pt x="5042483" y="926643"/>
                  </a:lnTo>
                  <a:lnTo>
                    <a:pt x="5042629" y="926643"/>
                  </a:lnTo>
                  <a:lnTo>
                    <a:pt x="5042774" y="926643"/>
                  </a:lnTo>
                  <a:lnTo>
                    <a:pt x="5042919" y="926643"/>
                  </a:lnTo>
                  <a:lnTo>
                    <a:pt x="5042919" y="926019"/>
                  </a:lnTo>
                  <a:lnTo>
                    <a:pt x="5043065" y="926019"/>
                  </a:lnTo>
                  <a:lnTo>
                    <a:pt x="5043210" y="926019"/>
                  </a:lnTo>
                  <a:lnTo>
                    <a:pt x="5043356" y="926019"/>
                  </a:lnTo>
                  <a:lnTo>
                    <a:pt x="5043356" y="925396"/>
                  </a:lnTo>
                  <a:lnTo>
                    <a:pt x="5043501" y="925396"/>
                  </a:lnTo>
                  <a:lnTo>
                    <a:pt x="5043646" y="925396"/>
                  </a:lnTo>
                  <a:lnTo>
                    <a:pt x="5043646" y="924772"/>
                  </a:lnTo>
                  <a:lnTo>
                    <a:pt x="5043792" y="924772"/>
                  </a:lnTo>
                  <a:lnTo>
                    <a:pt x="5043937" y="924772"/>
                  </a:lnTo>
                  <a:lnTo>
                    <a:pt x="5044083" y="924772"/>
                  </a:lnTo>
                  <a:lnTo>
                    <a:pt x="5044083" y="924148"/>
                  </a:lnTo>
                  <a:lnTo>
                    <a:pt x="5044228" y="924148"/>
                  </a:lnTo>
                  <a:lnTo>
                    <a:pt x="5044374" y="924148"/>
                  </a:lnTo>
                  <a:lnTo>
                    <a:pt x="5044519" y="924148"/>
                  </a:lnTo>
                  <a:lnTo>
                    <a:pt x="5044519" y="923525"/>
                  </a:lnTo>
                  <a:lnTo>
                    <a:pt x="5044664" y="923525"/>
                  </a:lnTo>
                  <a:lnTo>
                    <a:pt x="5044810" y="923525"/>
                  </a:lnTo>
                  <a:lnTo>
                    <a:pt x="5044810" y="922901"/>
                  </a:lnTo>
                  <a:lnTo>
                    <a:pt x="5044955" y="922901"/>
                  </a:lnTo>
                  <a:lnTo>
                    <a:pt x="5045101" y="922901"/>
                  </a:lnTo>
                  <a:lnTo>
                    <a:pt x="5045246" y="922901"/>
                  </a:lnTo>
                  <a:lnTo>
                    <a:pt x="5045246" y="922278"/>
                  </a:lnTo>
                  <a:lnTo>
                    <a:pt x="5045392" y="922278"/>
                  </a:lnTo>
                  <a:lnTo>
                    <a:pt x="5045537" y="922278"/>
                  </a:lnTo>
                  <a:lnTo>
                    <a:pt x="5045682" y="922278"/>
                  </a:lnTo>
                  <a:lnTo>
                    <a:pt x="5045828" y="922278"/>
                  </a:lnTo>
                  <a:lnTo>
                    <a:pt x="5045973" y="922278"/>
                  </a:lnTo>
                  <a:lnTo>
                    <a:pt x="5046119" y="922278"/>
                  </a:lnTo>
                  <a:lnTo>
                    <a:pt x="5046264" y="922278"/>
                  </a:lnTo>
                  <a:lnTo>
                    <a:pt x="5046410" y="922278"/>
                  </a:lnTo>
                  <a:lnTo>
                    <a:pt x="5046555" y="922278"/>
                  </a:lnTo>
                  <a:lnTo>
                    <a:pt x="5046555" y="921654"/>
                  </a:lnTo>
                  <a:lnTo>
                    <a:pt x="5046700" y="921654"/>
                  </a:lnTo>
                  <a:lnTo>
                    <a:pt x="5046846" y="921654"/>
                  </a:lnTo>
                  <a:lnTo>
                    <a:pt x="5046991" y="921654"/>
                  </a:lnTo>
                  <a:lnTo>
                    <a:pt x="5047137" y="921654"/>
                  </a:lnTo>
                  <a:lnTo>
                    <a:pt x="5047282" y="921654"/>
                  </a:lnTo>
                  <a:lnTo>
                    <a:pt x="5047428" y="921654"/>
                  </a:lnTo>
                  <a:lnTo>
                    <a:pt x="5047573" y="921654"/>
                  </a:lnTo>
                  <a:lnTo>
                    <a:pt x="5047718" y="921654"/>
                  </a:lnTo>
                  <a:lnTo>
                    <a:pt x="5047718" y="921031"/>
                  </a:lnTo>
                  <a:lnTo>
                    <a:pt x="5047864" y="921031"/>
                  </a:lnTo>
                  <a:lnTo>
                    <a:pt x="5048009" y="921031"/>
                  </a:lnTo>
                  <a:lnTo>
                    <a:pt x="5048155" y="921031"/>
                  </a:lnTo>
                  <a:lnTo>
                    <a:pt x="5048300" y="921031"/>
                  </a:lnTo>
                  <a:lnTo>
                    <a:pt x="5048446" y="921031"/>
                  </a:lnTo>
                  <a:lnTo>
                    <a:pt x="5048591" y="921031"/>
                  </a:lnTo>
                  <a:lnTo>
                    <a:pt x="5048736" y="921031"/>
                  </a:lnTo>
                  <a:lnTo>
                    <a:pt x="5048882" y="921031"/>
                  </a:lnTo>
                  <a:lnTo>
                    <a:pt x="5048882" y="920407"/>
                  </a:lnTo>
                  <a:lnTo>
                    <a:pt x="5049027" y="920407"/>
                  </a:lnTo>
                  <a:lnTo>
                    <a:pt x="5049173" y="920407"/>
                  </a:lnTo>
                  <a:lnTo>
                    <a:pt x="5049318" y="920407"/>
                  </a:lnTo>
                  <a:lnTo>
                    <a:pt x="5049464" y="920407"/>
                  </a:lnTo>
                  <a:lnTo>
                    <a:pt x="5049609" y="920407"/>
                  </a:lnTo>
                  <a:lnTo>
                    <a:pt x="5049754" y="920407"/>
                  </a:lnTo>
                  <a:lnTo>
                    <a:pt x="5049900" y="920407"/>
                  </a:lnTo>
                  <a:lnTo>
                    <a:pt x="5050045" y="920407"/>
                  </a:lnTo>
                  <a:lnTo>
                    <a:pt x="5050191" y="920407"/>
                  </a:lnTo>
                  <a:lnTo>
                    <a:pt x="5050336" y="920407"/>
                  </a:lnTo>
                  <a:lnTo>
                    <a:pt x="5050481" y="920407"/>
                  </a:lnTo>
                  <a:lnTo>
                    <a:pt x="5050627" y="920407"/>
                  </a:lnTo>
                  <a:lnTo>
                    <a:pt x="5050772" y="920407"/>
                  </a:lnTo>
                  <a:lnTo>
                    <a:pt x="5050918" y="920407"/>
                  </a:lnTo>
                  <a:lnTo>
                    <a:pt x="5051063" y="920407"/>
                  </a:lnTo>
                  <a:lnTo>
                    <a:pt x="5051209" y="920407"/>
                  </a:lnTo>
                  <a:lnTo>
                    <a:pt x="5051354" y="920407"/>
                  </a:lnTo>
                  <a:lnTo>
                    <a:pt x="5051499" y="920407"/>
                  </a:lnTo>
                  <a:lnTo>
                    <a:pt x="5051645" y="920407"/>
                  </a:lnTo>
                  <a:lnTo>
                    <a:pt x="5051790" y="920407"/>
                  </a:lnTo>
                  <a:lnTo>
                    <a:pt x="5051790" y="919783"/>
                  </a:lnTo>
                  <a:lnTo>
                    <a:pt x="5051936" y="919783"/>
                  </a:lnTo>
                  <a:lnTo>
                    <a:pt x="5051936" y="919160"/>
                  </a:lnTo>
                  <a:lnTo>
                    <a:pt x="5051936" y="918536"/>
                  </a:lnTo>
                  <a:lnTo>
                    <a:pt x="5052081" y="918536"/>
                  </a:lnTo>
                  <a:lnTo>
                    <a:pt x="5052227" y="918536"/>
                  </a:lnTo>
                  <a:lnTo>
                    <a:pt x="5052372" y="918536"/>
                  </a:lnTo>
                  <a:lnTo>
                    <a:pt x="5052517" y="918536"/>
                  </a:lnTo>
                  <a:lnTo>
                    <a:pt x="5052663" y="918536"/>
                  </a:lnTo>
                  <a:lnTo>
                    <a:pt x="5052808" y="918536"/>
                  </a:lnTo>
                  <a:lnTo>
                    <a:pt x="5052954" y="918536"/>
                  </a:lnTo>
                  <a:lnTo>
                    <a:pt x="5053099" y="918536"/>
                  </a:lnTo>
                  <a:lnTo>
                    <a:pt x="5053245" y="918536"/>
                  </a:lnTo>
                  <a:lnTo>
                    <a:pt x="5053390" y="918536"/>
                  </a:lnTo>
                  <a:lnTo>
                    <a:pt x="5053535" y="918536"/>
                  </a:lnTo>
                  <a:lnTo>
                    <a:pt x="5053681" y="918536"/>
                  </a:lnTo>
                  <a:lnTo>
                    <a:pt x="5053826" y="918536"/>
                  </a:lnTo>
                  <a:lnTo>
                    <a:pt x="5053972" y="918536"/>
                  </a:lnTo>
                  <a:lnTo>
                    <a:pt x="5054117" y="918536"/>
                  </a:lnTo>
                  <a:lnTo>
                    <a:pt x="5054263" y="918536"/>
                  </a:lnTo>
                  <a:lnTo>
                    <a:pt x="5054408" y="918536"/>
                  </a:lnTo>
                  <a:lnTo>
                    <a:pt x="5054553" y="918536"/>
                  </a:lnTo>
                  <a:lnTo>
                    <a:pt x="5054699" y="918536"/>
                  </a:lnTo>
                  <a:lnTo>
                    <a:pt x="5054844" y="918536"/>
                  </a:lnTo>
                  <a:lnTo>
                    <a:pt x="5054990" y="918536"/>
                  </a:lnTo>
                  <a:lnTo>
                    <a:pt x="5055135" y="918536"/>
                  </a:lnTo>
                  <a:lnTo>
                    <a:pt x="5055281" y="918536"/>
                  </a:lnTo>
                  <a:lnTo>
                    <a:pt x="5055426" y="918536"/>
                  </a:lnTo>
                  <a:lnTo>
                    <a:pt x="5055571" y="918536"/>
                  </a:lnTo>
                  <a:lnTo>
                    <a:pt x="5055717" y="918536"/>
                  </a:lnTo>
                  <a:lnTo>
                    <a:pt x="5055862" y="918536"/>
                  </a:lnTo>
                  <a:lnTo>
                    <a:pt x="5056008" y="918536"/>
                  </a:lnTo>
                  <a:lnTo>
                    <a:pt x="5056153" y="918536"/>
                  </a:lnTo>
                  <a:lnTo>
                    <a:pt x="5056299" y="918536"/>
                  </a:lnTo>
                  <a:lnTo>
                    <a:pt x="5056444" y="918536"/>
                  </a:lnTo>
                  <a:lnTo>
                    <a:pt x="5056589" y="918536"/>
                  </a:lnTo>
                  <a:lnTo>
                    <a:pt x="5056735" y="918536"/>
                  </a:lnTo>
                  <a:lnTo>
                    <a:pt x="5056880" y="918536"/>
                  </a:lnTo>
                  <a:lnTo>
                    <a:pt x="5057026" y="918536"/>
                  </a:lnTo>
                  <a:lnTo>
                    <a:pt x="5057171" y="918536"/>
                  </a:lnTo>
                  <a:lnTo>
                    <a:pt x="5057316" y="918536"/>
                  </a:lnTo>
                  <a:lnTo>
                    <a:pt x="5057462" y="918536"/>
                  </a:lnTo>
                  <a:lnTo>
                    <a:pt x="5057607" y="918536"/>
                  </a:lnTo>
                  <a:lnTo>
                    <a:pt x="5057607" y="917913"/>
                  </a:lnTo>
                  <a:lnTo>
                    <a:pt x="5057753" y="917913"/>
                  </a:lnTo>
                  <a:lnTo>
                    <a:pt x="5057753" y="917289"/>
                  </a:lnTo>
                  <a:lnTo>
                    <a:pt x="5057898" y="917289"/>
                  </a:lnTo>
                  <a:lnTo>
                    <a:pt x="5058044" y="917289"/>
                  </a:lnTo>
                  <a:lnTo>
                    <a:pt x="5058189" y="917289"/>
                  </a:lnTo>
                  <a:lnTo>
                    <a:pt x="5058334" y="917289"/>
                  </a:lnTo>
                  <a:lnTo>
                    <a:pt x="5058480" y="917289"/>
                  </a:lnTo>
                  <a:lnTo>
                    <a:pt x="5058625" y="917289"/>
                  </a:lnTo>
                  <a:lnTo>
                    <a:pt x="5058771" y="917289"/>
                  </a:lnTo>
                  <a:lnTo>
                    <a:pt x="5058916" y="917289"/>
                  </a:lnTo>
                  <a:lnTo>
                    <a:pt x="5059062" y="917289"/>
                  </a:lnTo>
                  <a:lnTo>
                    <a:pt x="5059062" y="916666"/>
                  </a:lnTo>
                  <a:lnTo>
                    <a:pt x="5059207" y="916666"/>
                  </a:lnTo>
                  <a:lnTo>
                    <a:pt x="5059352" y="916666"/>
                  </a:lnTo>
                  <a:lnTo>
                    <a:pt x="5059498" y="916666"/>
                  </a:lnTo>
                  <a:lnTo>
                    <a:pt x="5059643" y="916666"/>
                  </a:lnTo>
                  <a:lnTo>
                    <a:pt x="5059789" y="916666"/>
                  </a:lnTo>
                  <a:lnTo>
                    <a:pt x="5059934" y="916666"/>
                  </a:lnTo>
                  <a:lnTo>
                    <a:pt x="5060080" y="916666"/>
                  </a:lnTo>
                  <a:lnTo>
                    <a:pt x="5060225" y="916666"/>
                  </a:lnTo>
                  <a:lnTo>
                    <a:pt x="5060370" y="916666"/>
                  </a:lnTo>
                  <a:lnTo>
                    <a:pt x="5060516" y="916666"/>
                  </a:lnTo>
                  <a:lnTo>
                    <a:pt x="5060661" y="916666"/>
                  </a:lnTo>
                  <a:lnTo>
                    <a:pt x="5060807" y="916666"/>
                  </a:lnTo>
                  <a:lnTo>
                    <a:pt x="5060952" y="916666"/>
                  </a:lnTo>
                  <a:lnTo>
                    <a:pt x="5061098" y="916666"/>
                  </a:lnTo>
                  <a:lnTo>
                    <a:pt x="5061243" y="916666"/>
                  </a:lnTo>
                  <a:lnTo>
                    <a:pt x="5061388" y="916666"/>
                  </a:lnTo>
                  <a:lnTo>
                    <a:pt x="5061534" y="916666"/>
                  </a:lnTo>
                  <a:lnTo>
                    <a:pt x="5061679" y="916666"/>
                  </a:lnTo>
                  <a:lnTo>
                    <a:pt x="5061825" y="916666"/>
                  </a:lnTo>
                  <a:lnTo>
                    <a:pt x="5061970" y="916666"/>
                  </a:lnTo>
                  <a:lnTo>
                    <a:pt x="5062116" y="916666"/>
                  </a:lnTo>
                  <a:lnTo>
                    <a:pt x="5062116" y="916042"/>
                  </a:lnTo>
                  <a:lnTo>
                    <a:pt x="5062261" y="916042"/>
                  </a:lnTo>
                  <a:lnTo>
                    <a:pt x="5062406" y="916042"/>
                  </a:lnTo>
                  <a:lnTo>
                    <a:pt x="5062552" y="916042"/>
                  </a:lnTo>
                  <a:lnTo>
                    <a:pt x="5062697" y="916042"/>
                  </a:lnTo>
                  <a:lnTo>
                    <a:pt x="5062843" y="916042"/>
                  </a:lnTo>
                  <a:lnTo>
                    <a:pt x="5062988" y="916042"/>
                  </a:lnTo>
                  <a:lnTo>
                    <a:pt x="5063134" y="916042"/>
                  </a:lnTo>
                  <a:lnTo>
                    <a:pt x="5063134" y="915418"/>
                  </a:lnTo>
                  <a:lnTo>
                    <a:pt x="5063279" y="915418"/>
                  </a:lnTo>
                  <a:lnTo>
                    <a:pt x="5063424" y="915418"/>
                  </a:lnTo>
                  <a:lnTo>
                    <a:pt x="5063570" y="915418"/>
                  </a:lnTo>
                  <a:lnTo>
                    <a:pt x="5063715" y="915418"/>
                  </a:lnTo>
                  <a:lnTo>
                    <a:pt x="5063861" y="915418"/>
                  </a:lnTo>
                  <a:lnTo>
                    <a:pt x="5064006" y="915418"/>
                  </a:lnTo>
                  <a:lnTo>
                    <a:pt x="5064151" y="915418"/>
                  </a:lnTo>
                  <a:lnTo>
                    <a:pt x="5064297" y="915418"/>
                  </a:lnTo>
                  <a:lnTo>
                    <a:pt x="5064442" y="915418"/>
                  </a:lnTo>
                  <a:lnTo>
                    <a:pt x="5064588" y="915418"/>
                  </a:lnTo>
                  <a:lnTo>
                    <a:pt x="5064733" y="915418"/>
                  </a:lnTo>
                  <a:lnTo>
                    <a:pt x="5064879" y="915418"/>
                  </a:lnTo>
                  <a:lnTo>
                    <a:pt x="5065024" y="915418"/>
                  </a:lnTo>
                  <a:lnTo>
                    <a:pt x="5065169" y="915418"/>
                  </a:lnTo>
                  <a:lnTo>
                    <a:pt x="5065315" y="915418"/>
                  </a:lnTo>
                  <a:lnTo>
                    <a:pt x="5065315" y="914795"/>
                  </a:lnTo>
                  <a:lnTo>
                    <a:pt x="5065315" y="914171"/>
                  </a:lnTo>
                  <a:lnTo>
                    <a:pt x="5065460" y="914171"/>
                  </a:lnTo>
                  <a:lnTo>
                    <a:pt x="5065606" y="914171"/>
                  </a:lnTo>
                  <a:lnTo>
                    <a:pt x="5065751" y="914171"/>
                  </a:lnTo>
                  <a:lnTo>
                    <a:pt x="5065897" y="914171"/>
                  </a:lnTo>
                  <a:lnTo>
                    <a:pt x="5065897" y="913548"/>
                  </a:lnTo>
                  <a:lnTo>
                    <a:pt x="5066042" y="913548"/>
                  </a:lnTo>
                  <a:lnTo>
                    <a:pt x="5066187" y="913548"/>
                  </a:lnTo>
                  <a:lnTo>
                    <a:pt x="5066333" y="913548"/>
                  </a:lnTo>
                  <a:lnTo>
                    <a:pt x="5066478" y="913548"/>
                  </a:lnTo>
                  <a:lnTo>
                    <a:pt x="5066624" y="913548"/>
                  </a:lnTo>
                  <a:lnTo>
                    <a:pt x="5066769" y="913548"/>
                  </a:lnTo>
                  <a:lnTo>
                    <a:pt x="5066915" y="913548"/>
                  </a:lnTo>
                  <a:lnTo>
                    <a:pt x="5066915" y="912924"/>
                  </a:lnTo>
                  <a:lnTo>
                    <a:pt x="5067060" y="912924"/>
                  </a:lnTo>
                  <a:lnTo>
                    <a:pt x="5067205" y="912924"/>
                  </a:lnTo>
                  <a:lnTo>
                    <a:pt x="5067351" y="912924"/>
                  </a:lnTo>
                  <a:lnTo>
                    <a:pt x="5067496" y="912924"/>
                  </a:lnTo>
                  <a:lnTo>
                    <a:pt x="5067642" y="912924"/>
                  </a:lnTo>
                  <a:lnTo>
                    <a:pt x="5067787" y="912924"/>
                  </a:lnTo>
                  <a:lnTo>
                    <a:pt x="5067933" y="912924"/>
                  </a:lnTo>
                  <a:lnTo>
                    <a:pt x="5068078" y="912924"/>
                  </a:lnTo>
                  <a:lnTo>
                    <a:pt x="5068223" y="912924"/>
                  </a:lnTo>
                  <a:lnTo>
                    <a:pt x="5068369" y="912924"/>
                  </a:lnTo>
                  <a:lnTo>
                    <a:pt x="5068514" y="912924"/>
                  </a:lnTo>
                  <a:lnTo>
                    <a:pt x="5068660" y="912924"/>
                  </a:lnTo>
                  <a:lnTo>
                    <a:pt x="5068805" y="912924"/>
                  </a:lnTo>
                  <a:lnTo>
                    <a:pt x="5068951" y="912924"/>
                  </a:lnTo>
                  <a:lnTo>
                    <a:pt x="5069096" y="912924"/>
                  </a:lnTo>
                  <a:lnTo>
                    <a:pt x="5069241" y="912924"/>
                  </a:lnTo>
                  <a:lnTo>
                    <a:pt x="5069387" y="912924"/>
                  </a:lnTo>
                  <a:lnTo>
                    <a:pt x="5069532" y="912924"/>
                  </a:lnTo>
                  <a:lnTo>
                    <a:pt x="5069678" y="912924"/>
                  </a:lnTo>
                  <a:lnTo>
                    <a:pt x="5069823" y="912924"/>
                  </a:lnTo>
                  <a:lnTo>
                    <a:pt x="5069969" y="912924"/>
                  </a:lnTo>
                  <a:lnTo>
                    <a:pt x="5070114" y="912924"/>
                  </a:lnTo>
                  <a:lnTo>
                    <a:pt x="5070259" y="912924"/>
                  </a:lnTo>
                  <a:lnTo>
                    <a:pt x="5070405" y="912924"/>
                  </a:lnTo>
                  <a:lnTo>
                    <a:pt x="5070550" y="912924"/>
                  </a:lnTo>
                  <a:lnTo>
                    <a:pt x="5070696" y="912924"/>
                  </a:lnTo>
                  <a:lnTo>
                    <a:pt x="5070841" y="912924"/>
                  </a:lnTo>
                  <a:lnTo>
                    <a:pt x="5070986" y="912924"/>
                  </a:lnTo>
                  <a:lnTo>
                    <a:pt x="5071132" y="912924"/>
                  </a:lnTo>
                  <a:lnTo>
                    <a:pt x="5071277" y="912924"/>
                  </a:lnTo>
                  <a:lnTo>
                    <a:pt x="5071423" y="912924"/>
                  </a:lnTo>
                  <a:lnTo>
                    <a:pt x="5071568" y="912924"/>
                  </a:lnTo>
                  <a:lnTo>
                    <a:pt x="5071714" y="912924"/>
                  </a:lnTo>
                  <a:lnTo>
                    <a:pt x="5071859" y="912924"/>
                  </a:lnTo>
                  <a:lnTo>
                    <a:pt x="5072004" y="912924"/>
                  </a:lnTo>
                  <a:lnTo>
                    <a:pt x="5072004" y="912300"/>
                  </a:lnTo>
                  <a:lnTo>
                    <a:pt x="5072150" y="912300"/>
                  </a:lnTo>
                  <a:lnTo>
                    <a:pt x="5072295" y="912300"/>
                  </a:lnTo>
                  <a:lnTo>
                    <a:pt x="5072441" y="912300"/>
                  </a:lnTo>
                  <a:lnTo>
                    <a:pt x="5072586" y="912300"/>
                  </a:lnTo>
                  <a:lnTo>
                    <a:pt x="5072732" y="912300"/>
                  </a:lnTo>
                  <a:lnTo>
                    <a:pt x="5072877" y="912300"/>
                  </a:lnTo>
                  <a:lnTo>
                    <a:pt x="5073022" y="912300"/>
                  </a:lnTo>
                  <a:lnTo>
                    <a:pt x="5073168" y="912300"/>
                  </a:lnTo>
                  <a:lnTo>
                    <a:pt x="5073313" y="912300"/>
                  </a:lnTo>
                  <a:lnTo>
                    <a:pt x="5073459" y="912300"/>
                  </a:lnTo>
                  <a:lnTo>
                    <a:pt x="5073604" y="912300"/>
                  </a:lnTo>
                  <a:lnTo>
                    <a:pt x="5073750" y="912300"/>
                  </a:lnTo>
                  <a:lnTo>
                    <a:pt x="5073895" y="912300"/>
                  </a:lnTo>
                  <a:lnTo>
                    <a:pt x="5074040" y="912300"/>
                  </a:lnTo>
                  <a:lnTo>
                    <a:pt x="5074186" y="912300"/>
                  </a:lnTo>
                  <a:lnTo>
                    <a:pt x="5074331" y="912300"/>
                  </a:lnTo>
                  <a:lnTo>
                    <a:pt x="5074477" y="912300"/>
                  </a:lnTo>
                  <a:lnTo>
                    <a:pt x="5074477" y="911677"/>
                  </a:lnTo>
                  <a:lnTo>
                    <a:pt x="5074622" y="911677"/>
                  </a:lnTo>
                  <a:lnTo>
                    <a:pt x="5074768" y="911677"/>
                  </a:lnTo>
                  <a:lnTo>
                    <a:pt x="5074913" y="911677"/>
                  </a:lnTo>
                  <a:lnTo>
                    <a:pt x="5075058" y="911677"/>
                  </a:lnTo>
                  <a:lnTo>
                    <a:pt x="5075204" y="911677"/>
                  </a:lnTo>
                  <a:lnTo>
                    <a:pt x="5075349" y="911677"/>
                  </a:lnTo>
                  <a:lnTo>
                    <a:pt x="5075349" y="911053"/>
                  </a:lnTo>
                  <a:lnTo>
                    <a:pt x="5075495" y="911053"/>
                  </a:lnTo>
                  <a:lnTo>
                    <a:pt x="5075640" y="911053"/>
                  </a:lnTo>
                  <a:lnTo>
                    <a:pt x="5075786" y="911053"/>
                  </a:lnTo>
                  <a:lnTo>
                    <a:pt x="5075931" y="911053"/>
                  </a:lnTo>
                  <a:lnTo>
                    <a:pt x="5076076" y="911053"/>
                  </a:lnTo>
                  <a:lnTo>
                    <a:pt x="5076222" y="911053"/>
                  </a:lnTo>
                  <a:lnTo>
                    <a:pt x="5076367" y="911053"/>
                  </a:lnTo>
                  <a:lnTo>
                    <a:pt x="5076513" y="911053"/>
                  </a:lnTo>
                  <a:lnTo>
                    <a:pt x="5076513" y="910430"/>
                  </a:lnTo>
                  <a:lnTo>
                    <a:pt x="5076658" y="910430"/>
                  </a:lnTo>
                  <a:lnTo>
                    <a:pt x="5076804" y="910430"/>
                  </a:lnTo>
                  <a:lnTo>
                    <a:pt x="5076949" y="910430"/>
                  </a:lnTo>
                  <a:lnTo>
                    <a:pt x="5077094" y="910430"/>
                  </a:lnTo>
                  <a:lnTo>
                    <a:pt x="5077094" y="909806"/>
                  </a:lnTo>
                  <a:lnTo>
                    <a:pt x="5077240" y="909806"/>
                  </a:lnTo>
                  <a:lnTo>
                    <a:pt x="5077240" y="909183"/>
                  </a:lnTo>
                  <a:lnTo>
                    <a:pt x="5077385" y="909183"/>
                  </a:lnTo>
                  <a:lnTo>
                    <a:pt x="5077531" y="909183"/>
                  </a:lnTo>
                  <a:lnTo>
                    <a:pt x="5077676" y="909183"/>
                  </a:lnTo>
                  <a:lnTo>
                    <a:pt x="5077821" y="909183"/>
                  </a:lnTo>
                  <a:lnTo>
                    <a:pt x="5077967" y="909183"/>
                  </a:lnTo>
                  <a:lnTo>
                    <a:pt x="5078112" y="909183"/>
                  </a:lnTo>
                  <a:lnTo>
                    <a:pt x="5078112" y="908559"/>
                  </a:lnTo>
                  <a:lnTo>
                    <a:pt x="5078258" y="908559"/>
                  </a:lnTo>
                  <a:lnTo>
                    <a:pt x="5078403" y="908559"/>
                  </a:lnTo>
                  <a:lnTo>
                    <a:pt x="5078549" y="908559"/>
                  </a:lnTo>
                  <a:lnTo>
                    <a:pt x="5078549" y="907935"/>
                  </a:lnTo>
                  <a:lnTo>
                    <a:pt x="5078694" y="907935"/>
                  </a:lnTo>
                  <a:lnTo>
                    <a:pt x="5078839" y="907935"/>
                  </a:lnTo>
                  <a:lnTo>
                    <a:pt x="5078839" y="907312"/>
                  </a:lnTo>
                  <a:lnTo>
                    <a:pt x="5078839" y="906688"/>
                  </a:lnTo>
                  <a:lnTo>
                    <a:pt x="5078985" y="906688"/>
                  </a:lnTo>
                  <a:lnTo>
                    <a:pt x="5079130" y="906688"/>
                  </a:lnTo>
                  <a:lnTo>
                    <a:pt x="5079276" y="906688"/>
                  </a:lnTo>
                  <a:lnTo>
                    <a:pt x="5079421" y="906688"/>
                  </a:lnTo>
                  <a:lnTo>
                    <a:pt x="5079567" y="906688"/>
                  </a:lnTo>
                  <a:lnTo>
                    <a:pt x="5079712" y="906688"/>
                  </a:lnTo>
                  <a:lnTo>
                    <a:pt x="5079857" y="906688"/>
                  </a:lnTo>
                  <a:lnTo>
                    <a:pt x="5080003" y="906688"/>
                  </a:lnTo>
                  <a:lnTo>
                    <a:pt x="5080148" y="906688"/>
                  </a:lnTo>
                  <a:lnTo>
                    <a:pt x="5080294" y="906688"/>
                  </a:lnTo>
                  <a:lnTo>
                    <a:pt x="5080439" y="906688"/>
                  </a:lnTo>
                  <a:lnTo>
                    <a:pt x="5080585" y="906688"/>
                  </a:lnTo>
                  <a:lnTo>
                    <a:pt x="5080730" y="906688"/>
                  </a:lnTo>
                  <a:lnTo>
                    <a:pt x="5080875" y="906688"/>
                  </a:lnTo>
                  <a:lnTo>
                    <a:pt x="5081021" y="906688"/>
                  </a:lnTo>
                  <a:lnTo>
                    <a:pt x="5081166" y="906688"/>
                  </a:lnTo>
                  <a:lnTo>
                    <a:pt x="5081166" y="906065"/>
                  </a:lnTo>
                  <a:lnTo>
                    <a:pt x="5081312" y="906065"/>
                  </a:lnTo>
                  <a:lnTo>
                    <a:pt x="5081457" y="906065"/>
                  </a:lnTo>
                  <a:lnTo>
                    <a:pt x="5081603" y="906065"/>
                  </a:lnTo>
                  <a:lnTo>
                    <a:pt x="5081603" y="905441"/>
                  </a:lnTo>
                  <a:lnTo>
                    <a:pt x="5081748" y="905441"/>
                  </a:lnTo>
                  <a:lnTo>
                    <a:pt x="5081748" y="904817"/>
                  </a:lnTo>
                  <a:lnTo>
                    <a:pt x="5081748" y="904194"/>
                  </a:lnTo>
                  <a:lnTo>
                    <a:pt x="5081748" y="903570"/>
                  </a:lnTo>
                  <a:lnTo>
                    <a:pt x="5081748" y="902947"/>
                  </a:lnTo>
                  <a:lnTo>
                    <a:pt x="5081893" y="902947"/>
                  </a:lnTo>
                  <a:lnTo>
                    <a:pt x="5082039" y="902947"/>
                  </a:lnTo>
                  <a:lnTo>
                    <a:pt x="5082184" y="902947"/>
                  </a:lnTo>
                  <a:lnTo>
                    <a:pt x="5082330" y="902947"/>
                  </a:lnTo>
                  <a:lnTo>
                    <a:pt x="5082475" y="902947"/>
                  </a:lnTo>
                  <a:lnTo>
                    <a:pt x="5082621" y="902947"/>
                  </a:lnTo>
                  <a:lnTo>
                    <a:pt x="5082766" y="902947"/>
                  </a:lnTo>
                  <a:lnTo>
                    <a:pt x="5082911" y="902947"/>
                  </a:lnTo>
                  <a:lnTo>
                    <a:pt x="5083057" y="902947"/>
                  </a:lnTo>
                  <a:lnTo>
                    <a:pt x="5083202" y="902947"/>
                  </a:lnTo>
                  <a:lnTo>
                    <a:pt x="5083348" y="902947"/>
                  </a:lnTo>
                  <a:lnTo>
                    <a:pt x="5083493" y="902947"/>
                  </a:lnTo>
                  <a:lnTo>
                    <a:pt x="5083639" y="902947"/>
                  </a:lnTo>
                  <a:lnTo>
                    <a:pt x="5083784" y="902947"/>
                  </a:lnTo>
                  <a:lnTo>
                    <a:pt x="5083929" y="902947"/>
                  </a:lnTo>
                  <a:lnTo>
                    <a:pt x="5084075" y="902947"/>
                  </a:lnTo>
                  <a:lnTo>
                    <a:pt x="5084075" y="902323"/>
                  </a:lnTo>
                  <a:lnTo>
                    <a:pt x="5084220" y="902323"/>
                  </a:lnTo>
                  <a:lnTo>
                    <a:pt x="5084366" y="902323"/>
                  </a:lnTo>
                  <a:lnTo>
                    <a:pt x="5084511" y="902323"/>
                  </a:lnTo>
                  <a:lnTo>
                    <a:pt x="5084656" y="902323"/>
                  </a:lnTo>
                  <a:lnTo>
                    <a:pt x="5084802" y="902323"/>
                  </a:lnTo>
                  <a:lnTo>
                    <a:pt x="5084947" y="902323"/>
                  </a:lnTo>
                  <a:lnTo>
                    <a:pt x="5084947" y="901700"/>
                  </a:lnTo>
                  <a:lnTo>
                    <a:pt x="5085093" y="901700"/>
                  </a:lnTo>
                  <a:lnTo>
                    <a:pt x="5085238" y="901700"/>
                  </a:lnTo>
                  <a:lnTo>
                    <a:pt x="5085384" y="901700"/>
                  </a:lnTo>
                  <a:lnTo>
                    <a:pt x="5085529" y="901700"/>
                  </a:lnTo>
                  <a:lnTo>
                    <a:pt x="5085674" y="901700"/>
                  </a:lnTo>
                  <a:lnTo>
                    <a:pt x="5085820" y="901700"/>
                  </a:lnTo>
                  <a:lnTo>
                    <a:pt x="5085965" y="901700"/>
                  </a:lnTo>
                  <a:lnTo>
                    <a:pt x="5086111" y="901700"/>
                  </a:lnTo>
                  <a:lnTo>
                    <a:pt x="5086256" y="901700"/>
                  </a:lnTo>
                  <a:lnTo>
                    <a:pt x="5086402" y="901700"/>
                  </a:lnTo>
                  <a:lnTo>
                    <a:pt x="5086547" y="901700"/>
                  </a:lnTo>
                  <a:lnTo>
                    <a:pt x="5086692" y="901700"/>
                  </a:lnTo>
                  <a:lnTo>
                    <a:pt x="5086838" y="901700"/>
                  </a:lnTo>
                  <a:lnTo>
                    <a:pt x="5086983" y="901700"/>
                  </a:lnTo>
                  <a:lnTo>
                    <a:pt x="5086983" y="901076"/>
                  </a:lnTo>
                  <a:lnTo>
                    <a:pt x="5087129" y="901076"/>
                  </a:lnTo>
                  <a:lnTo>
                    <a:pt x="5087274" y="901076"/>
                  </a:lnTo>
                  <a:lnTo>
                    <a:pt x="5087420" y="901076"/>
                  </a:lnTo>
                  <a:lnTo>
                    <a:pt x="5087565" y="901076"/>
                  </a:lnTo>
                  <a:lnTo>
                    <a:pt x="5087710" y="901076"/>
                  </a:lnTo>
                  <a:lnTo>
                    <a:pt x="5087856" y="901076"/>
                  </a:lnTo>
                  <a:lnTo>
                    <a:pt x="5087856" y="900452"/>
                  </a:lnTo>
                  <a:lnTo>
                    <a:pt x="5088001" y="900452"/>
                  </a:lnTo>
                  <a:lnTo>
                    <a:pt x="5088147" y="900452"/>
                  </a:lnTo>
                  <a:lnTo>
                    <a:pt x="5088292" y="900452"/>
                  </a:lnTo>
                  <a:lnTo>
                    <a:pt x="5088292" y="899829"/>
                  </a:lnTo>
                  <a:lnTo>
                    <a:pt x="5088438" y="899829"/>
                  </a:lnTo>
                  <a:lnTo>
                    <a:pt x="5088583" y="899829"/>
                  </a:lnTo>
                  <a:lnTo>
                    <a:pt x="5088728" y="899829"/>
                  </a:lnTo>
                  <a:lnTo>
                    <a:pt x="5088874" y="899829"/>
                  </a:lnTo>
                  <a:lnTo>
                    <a:pt x="5089019" y="899829"/>
                  </a:lnTo>
                  <a:lnTo>
                    <a:pt x="5089165" y="899829"/>
                  </a:lnTo>
                  <a:lnTo>
                    <a:pt x="5089310" y="899829"/>
                  </a:lnTo>
                  <a:lnTo>
                    <a:pt x="5089456" y="899829"/>
                  </a:lnTo>
                  <a:lnTo>
                    <a:pt x="5089601" y="899829"/>
                  </a:lnTo>
                  <a:lnTo>
                    <a:pt x="5089601" y="899205"/>
                  </a:lnTo>
                  <a:lnTo>
                    <a:pt x="5089746" y="899205"/>
                  </a:lnTo>
                  <a:lnTo>
                    <a:pt x="5089892" y="899205"/>
                  </a:lnTo>
                  <a:lnTo>
                    <a:pt x="5090037" y="899205"/>
                  </a:lnTo>
                  <a:lnTo>
                    <a:pt x="5090183" y="899205"/>
                  </a:lnTo>
                  <a:lnTo>
                    <a:pt x="5090328" y="899205"/>
                  </a:lnTo>
                  <a:lnTo>
                    <a:pt x="5090474" y="899205"/>
                  </a:lnTo>
                  <a:lnTo>
                    <a:pt x="5090619" y="899205"/>
                  </a:lnTo>
                  <a:lnTo>
                    <a:pt x="5090764" y="899205"/>
                  </a:lnTo>
                  <a:lnTo>
                    <a:pt x="5090910" y="899205"/>
                  </a:lnTo>
                  <a:lnTo>
                    <a:pt x="5091055" y="899205"/>
                  </a:lnTo>
                  <a:lnTo>
                    <a:pt x="5091201" y="899205"/>
                  </a:lnTo>
                  <a:lnTo>
                    <a:pt x="5091346" y="899205"/>
                  </a:lnTo>
                  <a:lnTo>
                    <a:pt x="5091491" y="899205"/>
                  </a:lnTo>
                  <a:lnTo>
                    <a:pt x="5091637" y="899205"/>
                  </a:lnTo>
                  <a:lnTo>
                    <a:pt x="5091782" y="899205"/>
                  </a:lnTo>
                  <a:lnTo>
                    <a:pt x="5091928" y="899205"/>
                  </a:lnTo>
                  <a:lnTo>
                    <a:pt x="5092073" y="899205"/>
                  </a:lnTo>
                  <a:lnTo>
                    <a:pt x="5092219" y="899205"/>
                  </a:lnTo>
                  <a:lnTo>
                    <a:pt x="5092364" y="899205"/>
                  </a:lnTo>
                  <a:lnTo>
                    <a:pt x="5092509" y="899205"/>
                  </a:lnTo>
                  <a:lnTo>
                    <a:pt x="5092655" y="899205"/>
                  </a:lnTo>
                  <a:lnTo>
                    <a:pt x="5092800" y="899205"/>
                  </a:lnTo>
                  <a:lnTo>
                    <a:pt x="5092946" y="899205"/>
                  </a:lnTo>
                  <a:lnTo>
                    <a:pt x="5092946" y="898582"/>
                  </a:lnTo>
                  <a:lnTo>
                    <a:pt x="5093091" y="898582"/>
                  </a:lnTo>
                  <a:lnTo>
                    <a:pt x="5093237" y="898582"/>
                  </a:lnTo>
                  <a:lnTo>
                    <a:pt x="5093382" y="898582"/>
                  </a:lnTo>
                  <a:lnTo>
                    <a:pt x="5093382" y="897958"/>
                  </a:lnTo>
                  <a:lnTo>
                    <a:pt x="5093527" y="897958"/>
                  </a:lnTo>
                  <a:lnTo>
                    <a:pt x="5093673" y="897958"/>
                  </a:lnTo>
                  <a:lnTo>
                    <a:pt x="5093673" y="897334"/>
                  </a:lnTo>
                  <a:lnTo>
                    <a:pt x="5093818" y="897334"/>
                  </a:lnTo>
                  <a:lnTo>
                    <a:pt x="5093818" y="896711"/>
                  </a:lnTo>
                  <a:lnTo>
                    <a:pt x="5093818" y="896087"/>
                  </a:lnTo>
                  <a:lnTo>
                    <a:pt x="5093964" y="896087"/>
                  </a:lnTo>
                  <a:lnTo>
                    <a:pt x="5094109" y="896087"/>
                  </a:lnTo>
                  <a:lnTo>
                    <a:pt x="5094255" y="896087"/>
                  </a:lnTo>
                  <a:lnTo>
                    <a:pt x="5094400" y="896087"/>
                  </a:lnTo>
                  <a:lnTo>
                    <a:pt x="5094545" y="896087"/>
                  </a:lnTo>
                  <a:lnTo>
                    <a:pt x="5094691" y="896087"/>
                  </a:lnTo>
                  <a:lnTo>
                    <a:pt x="5094836" y="896087"/>
                  </a:lnTo>
                  <a:lnTo>
                    <a:pt x="5094982" y="896087"/>
                  </a:lnTo>
                  <a:lnTo>
                    <a:pt x="5095127" y="896087"/>
                  </a:lnTo>
                  <a:lnTo>
                    <a:pt x="5095273" y="896087"/>
                  </a:lnTo>
                  <a:lnTo>
                    <a:pt x="5095418" y="896087"/>
                  </a:lnTo>
                  <a:lnTo>
                    <a:pt x="5095563" y="896087"/>
                  </a:lnTo>
                  <a:lnTo>
                    <a:pt x="5095709" y="896087"/>
                  </a:lnTo>
                  <a:lnTo>
                    <a:pt x="5095854" y="896087"/>
                  </a:lnTo>
                  <a:lnTo>
                    <a:pt x="5095854" y="895464"/>
                  </a:lnTo>
                  <a:lnTo>
                    <a:pt x="5096000" y="895464"/>
                  </a:lnTo>
                  <a:lnTo>
                    <a:pt x="5096145" y="895464"/>
                  </a:lnTo>
                  <a:lnTo>
                    <a:pt x="5096291" y="895464"/>
                  </a:lnTo>
                  <a:lnTo>
                    <a:pt x="5096436" y="895464"/>
                  </a:lnTo>
                  <a:lnTo>
                    <a:pt x="5096581" y="895464"/>
                  </a:lnTo>
                  <a:lnTo>
                    <a:pt x="5096727" y="895464"/>
                  </a:lnTo>
                  <a:lnTo>
                    <a:pt x="5096872" y="895464"/>
                  </a:lnTo>
                  <a:lnTo>
                    <a:pt x="5096872" y="894840"/>
                  </a:lnTo>
                  <a:lnTo>
                    <a:pt x="5097018" y="894840"/>
                  </a:lnTo>
                  <a:lnTo>
                    <a:pt x="5097163" y="894840"/>
                  </a:lnTo>
                  <a:lnTo>
                    <a:pt x="5097309" y="894840"/>
                  </a:lnTo>
                  <a:lnTo>
                    <a:pt x="5097454" y="894840"/>
                  </a:lnTo>
                  <a:lnTo>
                    <a:pt x="5097599" y="894840"/>
                  </a:lnTo>
                  <a:lnTo>
                    <a:pt x="5097745" y="894840"/>
                  </a:lnTo>
                  <a:lnTo>
                    <a:pt x="5097890" y="894840"/>
                  </a:lnTo>
                  <a:lnTo>
                    <a:pt x="5098036" y="894840"/>
                  </a:lnTo>
                  <a:lnTo>
                    <a:pt x="5098181" y="894840"/>
                  </a:lnTo>
                  <a:lnTo>
                    <a:pt x="5098326" y="894840"/>
                  </a:lnTo>
                  <a:lnTo>
                    <a:pt x="5098472" y="894840"/>
                  </a:lnTo>
                  <a:lnTo>
                    <a:pt x="5098617" y="894840"/>
                  </a:lnTo>
                  <a:lnTo>
                    <a:pt x="5098763" y="894840"/>
                  </a:lnTo>
                  <a:lnTo>
                    <a:pt x="5098763" y="894217"/>
                  </a:lnTo>
                  <a:lnTo>
                    <a:pt x="5098908" y="894217"/>
                  </a:lnTo>
                  <a:lnTo>
                    <a:pt x="5099054" y="894217"/>
                  </a:lnTo>
                  <a:lnTo>
                    <a:pt x="5099199" y="894217"/>
                  </a:lnTo>
                  <a:lnTo>
                    <a:pt x="5099344" y="894217"/>
                  </a:lnTo>
                  <a:lnTo>
                    <a:pt x="5099490" y="894217"/>
                  </a:lnTo>
                  <a:lnTo>
                    <a:pt x="5099490" y="893593"/>
                  </a:lnTo>
                  <a:lnTo>
                    <a:pt x="5099490" y="892969"/>
                  </a:lnTo>
                  <a:lnTo>
                    <a:pt x="5099635" y="892969"/>
                  </a:lnTo>
                  <a:lnTo>
                    <a:pt x="5099781" y="892969"/>
                  </a:lnTo>
                  <a:lnTo>
                    <a:pt x="5099926" y="892969"/>
                  </a:lnTo>
                  <a:lnTo>
                    <a:pt x="5100072" y="892969"/>
                  </a:lnTo>
                  <a:lnTo>
                    <a:pt x="5100072" y="892346"/>
                  </a:lnTo>
                  <a:lnTo>
                    <a:pt x="5100217" y="892346"/>
                  </a:lnTo>
                  <a:lnTo>
                    <a:pt x="5100362" y="892346"/>
                  </a:lnTo>
                  <a:lnTo>
                    <a:pt x="5100508" y="892346"/>
                  </a:lnTo>
                  <a:lnTo>
                    <a:pt x="5100653" y="892346"/>
                  </a:lnTo>
                  <a:lnTo>
                    <a:pt x="5100799" y="892346"/>
                  </a:lnTo>
                  <a:lnTo>
                    <a:pt x="5100944" y="892346"/>
                  </a:lnTo>
                  <a:lnTo>
                    <a:pt x="5101090" y="892346"/>
                  </a:lnTo>
                  <a:lnTo>
                    <a:pt x="5101090" y="891722"/>
                  </a:lnTo>
                  <a:lnTo>
                    <a:pt x="5101235" y="891722"/>
                  </a:lnTo>
                  <a:lnTo>
                    <a:pt x="5101380" y="891722"/>
                  </a:lnTo>
                  <a:lnTo>
                    <a:pt x="5101526" y="891722"/>
                  </a:lnTo>
                  <a:lnTo>
                    <a:pt x="5101671" y="891722"/>
                  </a:lnTo>
                  <a:lnTo>
                    <a:pt x="5101817" y="891722"/>
                  </a:lnTo>
                  <a:lnTo>
                    <a:pt x="5101962" y="891722"/>
                  </a:lnTo>
                  <a:lnTo>
                    <a:pt x="5101962" y="891099"/>
                  </a:lnTo>
                  <a:lnTo>
                    <a:pt x="5102108" y="891099"/>
                  </a:lnTo>
                  <a:lnTo>
                    <a:pt x="5102253" y="891099"/>
                  </a:lnTo>
                  <a:lnTo>
                    <a:pt x="5102398" y="891099"/>
                  </a:lnTo>
                  <a:lnTo>
                    <a:pt x="5102544" y="891099"/>
                  </a:lnTo>
                  <a:lnTo>
                    <a:pt x="5102689" y="891099"/>
                  </a:lnTo>
                  <a:lnTo>
                    <a:pt x="5102835" y="891099"/>
                  </a:lnTo>
                  <a:lnTo>
                    <a:pt x="5102980" y="891099"/>
                  </a:lnTo>
                  <a:lnTo>
                    <a:pt x="5103126" y="891099"/>
                  </a:lnTo>
                  <a:lnTo>
                    <a:pt x="5103271" y="891099"/>
                  </a:lnTo>
                  <a:lnTo>
                    <a:pt x="5103416" y="891099"/>
                  </a:lnTo>
                  <a:lnTo>
                    <a:pt x="5103562" y="891099"/>
                  </a:lnTo>
                  <a:lnTo>
                    <a:pt x="5103707" y="891099"/>
                  </a:lnTo>
                  <a:lnTo>
                    <a:pt x="5103853" y="891099"/>
                  </a:lnTo>
                  <a:lnTo>
                    <a:pt x="5103998" y="891099"/>
                  </a:lnTo>
                  <a:lnTo>
                    <a:pt x="5104144" y="891099"/>
                  </a:lnTo>
                  <a:lnTo>
                    <a:pt x="5104289" y="891099"/>
                  </a:lnTo>
                  <a:lnTo>
                    <a:pt x="5104434" y="891099"/>
                  </a:lnTo>
                  <a:lnTo>
                    <a:pt x="5104434" y="890475"/>
                  </a:lnTo>
                  <a:lnTo>
                    <a:pt x="5104580" y="890475"/>
                  </a:lnTo>
                  <a:lnTo>
                    <a:pt x="5104725" y="890475"/>
                  </a:lnTo>
                  <a:lnTo>
                    <a:pt x="5104871" y="890475"/>
                  </a:lnTo>
                  <a:lnTo>
                    <a:pt x="5105016" y="890475"/>
                  </a:lnTo>
                  <a:lnTo>
                    <a:pt x="5105161" y="890475"/>
                  </a:lnTo>
                  <a:lnTo>
                    <a:pt x="5105161" y="889851"/>
                  </a:lnTo>
                  <a:lnTo>
                    <a:pt x="5105307" y="889851"/>
                  </a:lnTo>
                  <a:lnTo>
                    <a:pt x="5105452" y="889851"/>
                  </a:lnTo>
                  <a:lnTo>
                    <a:pt x="5105598" y="889851"/>
                  </a:lnTo>
                  <a:lnTo>
                    <a:pt x="5105743" y="889851"/>
                  </a:lnTo>
                  <a:lnTo>
                    <a:pt x="5105889" y="889851"/>
                  </a:lnTo>
                  <a:lnTo>
                    <a:pt x="5106034" y="889851"/>
                  </a:lnTo>
                  <a:lnTo>
                    <a:pt x="5106179" y="889851"/>
                  </a:lnTo>
                  <a:lnTo>
                    <a:pt x="5106325" y="889851"/>
                  </a:lnTo>
                  <a:lnTo>
                    <a:pt x="5106470" y="889851"/>
                  </a:lnTo>
                  <a:lnTo>
                    <a:pt x="5106616" y="889851"/>
                  </a:lnTo>
                  <a:lnTo>
                    <a:pt x="5106761" y="889851"/>
                  </a:lnTo>
                  <a:lnTo>
                    <a:pt x="5106907" y="889851"/>
                  </a:lnTo>
                  <a:lnTo>
                    <a:pt x="5106907" y="889228"/>
                  </a:lnTo>
                  <a:lnTo>
                    <a:pt x="5107052" y="889228"/>
                  </a:lnTo>
                  <a:lnTo>
                    <a:pt x="5107197" y="889228"/>
                  </a:lnTo>
                  <a:lnTo>
                    <a:pt x="5107343" y="889228"/>
                  </a:lnTo>
                  <a:lnTo>
                    <a:pt x="5107488" y="889228"/>
                  </a:lnTo>
                  <a:lnTo>
                    <a:pt x="5107634" y="889228"/>
                  </a:lnTo>
                  <a:lnTo>
                    <a:pt x="5107779" y="889228"/>
                  </a:lnTo>
                  <a:lnTo>
                    <a:pt x="5107925" y="889228"/>
                  </a:lnTo>
                  <a:lnTo>
                    <a:pt x="5108070" y="889228"/>
                  </a:lnTo>
                  <a:lnTo>
                    <a:pt x="5108215" y="889228"/>
                  </a:lnTo>
                  <a:lnTo>
                    <a:pt x="5108361" y="889228"/>
                  </a:lnTo>
                  <a:lnTo>
                    <a:pt x="5108506" y="889228"/>
                  </a:lnTo>
                  <a:lnTo>
                    <a:pt x="5108652" y="889228"/>
                  </a:lnTo>
                  <a:lnTo>
                    <a:pt x="5108652" y="888604"/>
                  </a:lnTo>
                  <a:lnTo>
                    <a:pt x="5108797" y="888604"/>
                  </a:lnTo>
                  <a:lnTo>
                    <a:pt x="5108943" y="888604"/>
                  </a:lnTo>
                  <a:lnTo>
                    <a:pt x="5109088" y="888604"/>
                  </a:lnTo>
                  <a:lnTo>
                    <a:pt x="5109233" y="888604"/>
                  </a:lnTo>
                  <a:lnTo>
                    <a:pt x="5109379" y="888604"/>
                  </a:lnTo>
                  <a:lnTo>
                    <a:pt x="5109524" y="888604"/>
                  </a:lnTo>
                  <a:lnTo>
                    <a:pt x="5109670" y="888604"/>
                  </a:lnTo>
                  <a:lnTo>
                    <a:pt x="5109670" y="887981"/>
                  </a:lnTo>
                  <a:lnTo>
                    <a:pt x="5109815" y="887981"/>
                  </a:lnTo>
                  <a:lnTo>
                    <a:pt x="5109961" y="887981"/>
                  </a:lnTo>
                  <a:lnTo>
                    <a:pt x="5109961" y="887357"/>
                  </a:lnTo>
                  <a:lnTo>
                    <a:pt x="5110106" y="887357"/>
                  </a:lnTo>
                  <a:lnTo>
                    <a:pt x="5110251" y="887357"/>
                  </a:lnTo>
                  <a:lnTo>
                    <a:pt x="5110397" y="887357"/>
                  </a:lnTo>
                  <a:lnTo>
                    <a:pt x="5110542" y="887357"/>
                  </a:lnTo>
                  <a:lnTo>
                    <a:pt x="5110688" y="887357"/>
                  </a:lnTo>
                  <a:lnTo>
                    <a:pt x="5110833" y="887357"/>
                  </a:lnTo>
                  <a:lnTo>
                    <a:pt x="5110979" y="887357"/>
                  </a:lnTo>
                  <a:lnTo>
                    <a:pt x="5111124" y="887357"/>
                  </a:lnTo>
                  <a:lnTo>
                    <a:pt x="5111124" y="886734"/>
                  </a:lnTo>
                  <a:lnTo>
                    <a:pt x="5111269" y="886734"/>
                  </a:lnTo>
                  <a:lnTo>
                    <a:pt x="5111415" y="886734"/>
                  </a:lnTo>
                  <a:lnTo>
                    <a:pt x="5111415" y="886110"/>
                  </a:lnTo>
                  <a:lnTo>
                    <a:pt x="5111560" y="886110"/>
                  </a:lnTo>
                  <a:lnTo>
                    <a:pt x="5111706" y="886110"/>
                  </a:lnTo>
                  <a:lnTo>
                    <a:pt x="5111851" y="886110"/>
                  </a:lnTo>
                  <a:lnTo>
                    <a:pt x="5111996" y="886110"/>
                  </a:lnTo>
                  <a:lnTo>
                    <a:pt x="5112142" y="886110"/>
                  </a:lnTo>
                  <a:lnTo>
                    <a:pt x="5112287" y="886110"/>
                  </a:lnTo>
                  <a:lnTo>
                    <a:pt x="5112433" y="886110"/>
                  </a:lnTo>
                  <a:lnTo>
                    <a:pt x="5112578" y="886110"/>
                  </a:lnTo>
                  <a:lnTo>
                    <a:pt x="5112724" y="886110"/>
                  </a:lnTo>
                  <a:lnTo>
                    <a:pt x="5112869" y="886110"/>
                  </a:lnTo>
                  <a:lnTo>
                    <a:pt x="5113014" y="886110"/>
                  </a:lnTo>
                  <a:lnTo>
                    <a:pt x="5113160" y="886110"/>
                  </a:lnTo>
                  <a:lnTo>
                    <a:pt x="5113305" y="886110"/>
                  </a:lnTo>
                  <a:lnTo>
                    <a:pt x="5113451" y="886110"/>
                  </a:lnTo>
                  <a:lnTo>
                    <a:pt x="5113596" y="886110"/>
                  </a:lnTo>
                  <a:lnTo>
                    <a:pt x="5113742" y="886110"/>
                  </a:lnTo>
                  <a:lnTo>
                    <a:pt x="5113887" y="886110"/>
                  </a:lnTo>
                  <a:lnTo>
                    <a:pt x="5114032" y="886110"/>
                  </a:lnTo>
                  <a:lnTo>
                    <a:pt x="5114178" y="886110"/>
                  </a:lnTo>
                  <a:lnTo>
                    <a:pt x="5114178" y="885486"/>
                  </a:lnTo>
                  <a:lnTo>
                    <a:pt x="5114323" y="885486"/>
                  </a:lnTo>
                  <a:lnTo>
                    <a:pt x="5114469" y="885486"/>
                  </a:lnTo>
                  <a:lnTo>
                    <a:pt x="5114614" y="885486"/>
                  </a:lnTo>
                  <a:lnTo>
                    <a:pt x="5114760" y="885486"/>
                  </a:lnTo>
                  <a:lnTo>
                    <a:pt x="5114905" y="885486"/>
                  </a:lnTo>
                  <a:lnTo>
                    <a:pt x="5115050" y="885486"/>
                  </a:lnTo>
                  <a:lnTo>
                    <a:pt x="5115050" y="884863"/>
                  </a:lnTo>
                  <a:lnTo>
                    <a:pt x="5115196" y="884863"/>
                  </a:lnTo>
                  <a:lnTo>
                    <a:pt x="5115341" y="884863"/>
                  </a:lnTo>
                  <a:lnTo>
                    <a:pt x="5115487" y="884863"/>
                  </a:lnTo>
                  <a:lnTo>
                    <a:pt x="5115487" y="884239"/>
                  </a:lnTo>
                  <a:lnTo>
                    <a:pt x="5115632" y="884239"/>
                  </a:lnTo>
                  <a:lnTo>
                    <a:pt x="5115778" y="884239"/>
                  </a:lnTo>
                  <a:lnTo>
                    <a:pt x="5115778" y="883616"/>
                  </a:lnTo>
                  <a:lnTo>
                    <a:pt x="5115923" y="883616"/>
                  </a:lnTo>
                  <a:lnTo>
                    <a:pt x="5116068" y="883616"/>
                  </a:lnTo>
                  <a:lnTo>
                    <a:pt x="5116214" y="883616"/>
                  </a:lnTo>
                  <a:lnTo>
                    <a:pt x="5116359" y="883616"/>
                  </a:lnTo>
                  <a:lnTo>
                    <a:pt x="5116505" y="883616"/>
                  </a:lnTo>
                  <a:lnTo>
                    <a:pt x="5116650" y="883616"/>
                  </a:lnTo>
                  <a:lnTo>
                    <a:pt x="5116650" y="882992"/>
                  </a:lnTo>
                  <a:lnTo>
                    <a:pt x="5116796" y="882992"/>
                  </a:lnTo>
                  <a:lnTo>
                    <a:pt x="5116941" y="882992"/>
                  </a:lnTo>
                  <a:lnTo>
                    <a:pt x="5117086" y="882992"/>
                  </a:lnTo>
                  <a:lnTo>
                    <a:pt x="5117232" y="882992"/>
                  </a:lnTo>
                  <a:lnTo>
                    <a:pt x="5117377" y="882992"/>
                  </a:lnTo>
                  <a:lnTo>
                    <a:pt x="5117523" y="882992"/>
                  </a:lnTo>
                  <a:lnTo>
                    <a:pt x="5117668" y="882992"/>
                  </a:lnTo>
                  <a:lnTo>
                    <a:pt x="5117813" y="882992"/>
                  </a:lnTo>
                  <a:lnTo>
                    <a:pt x="5117959" y="882992"/>
                  </a:lnTo>
                  <a:lnTo>
                    <a:pt x="5118104" y="882992"/>
                  </a:lnTo>
                  <a:lnTo>
                    <a:pt x="5118250" y="882992"/>
                  </a:lnTo>
                  <a:lnTo>
                    <a:pt x="5118395" y="882992"/>
                  </a:lnTo>
                  <a:lnTo>
                    <a:pt x="5118541" y="882992"/>
                  </a:lnTo>
                  <a:lnTo>
                    <a:pt x="5118541" y="882368"/>
                  </a:lnTo>
                  <a:lnTo>
                    <a:pt x="5118686" y="882368"/>
                  </a:lnTo>
                  <a:lnTo>
                    <a:pt x="5118831" y="882368"/>
                  </a:lnTo>
                  <a:lnTo>
                    <a:pt x="5118831" y="881745"/>
                  </a:lnTo>
                  <a:lnTo>
                    <a:pt x="5118977" y="881745"/>
                  </a:lnTo>
                  <a:lnTo>
                    <a:pt x="5119122" y="881745"/>
                  </a:lnTo>
                  <a:lnTo>
                    <a:pt x="5119268" y="881745"/>
                  </a:lnTo>
                  <a:lnTo>
                    <a:pt x="5119413" y="881745"/>
                  </a:lnTo>
                  <a:lnTo>
                    <a:pt x="5119559" y="881745"/>
                  </a:lnTo>
                  <a:lnTo>
                    <a:pt x="5119704" y="881745"/>
                  </a:lnTo>
                  <a:lnTo>
                    <a:pt x="5119849" y="881745"/>
                  </a:lnTo>
                  <a:lnTo>
                    <a:pt x="5119995" y="881745"/>
                  </a:lnTo>
                  <a:lnTo>
                    <a:pt x="5120140" y="881745"/>
                  </a:lnTo>
                  <a:lnTo>
                    <a:pt x="5120140" y="881121"/>
                  </a:lnTo>
                  <a:lnTo>
                    <a:pt x="5120286" y="881121"/>
                  </a:lnTo>
                  <a:lnTo>
                    <a:pt x="5120431" y="881121"/>
                  </a:lnTo>
                  <a:lnTo>
                    <a:pt x="5120577" y="881121"/>
                  </a:lnTo>
                  <a:lnTo>
                    <a:pt x="5120722" y="881121"/>
                  </a:lnTo>
                  <a:lnTo>
                    <a:pt x="5120867" y="881121"/>
                  </a:lnTo>
                  <a:lnTo>
                    <a:pt x="5121013" y="881121"/>
                  </a:lnTo>
                  <a:lnTo>
                    <a:pt x="5121158" y="881121"/>
                  </a:lnTo>
                  <a:lnTo>
                    <a:pt x="5121158" y="880498"/>
                  </a:lnTo>
                  <a:lnTo>
                    <a:pt x="5121304" y="880498"/>
                  </a:lnTo>
                  <a:lnTo>
                    <a:pt x="5121449" y="880498"/>
                  </a:lnTo>
                  <a:lnTo>
                    <a:pt x="5121595" y="880498"/>
                  </a:lnTo>
                  <a:lnTo>
                    <a:pt x="5121740" y="880498"/>
                  </a:lnTo>
                  <a:lnTo>
                    <a:pt x="5121885" y="880498"/>
                  </a:lnTo>
                  <a:lnTo>
                    <a:pt x="5121885" y="879874"/>
                  </a:lnTo>
                  <a:lnTo>
                    <a:pt x="5122031" y="879874"/>
                  </a:lnTo>
                  <a:lnTo>
                    <a:pt x="5122176" y="879874"/>
                  </a:lnTo>
                  <a:lnTo>
                    <a:pt x="5122322" y="879874"/>
                  </a:lnTo>
                  <a:lnTo>
                    <a:pt x="5122467" y="879874"/>
                  </a:lnTo>
                  <a:lnTo>
                    <a:pt x="5122613" y="879874"/>
                  </a:lnTo>
                  <a:lnTo>
                    <a:pt x="5122758" y="879874"/>
                  </a:lnTo>
                  <a:lnTo>
                    <a:pt x="5122903" y="879874"/>
                  </a:lnTo>
                  <a:lnTo>
                    <a:pt x="5122903" y="879251"/>
                  </a:lnTo>
                  <a:lnTo>
                    <a:pt x="5123049" y="879251"/>
                  </a:lnTo>
                  <a:lnTo>
                    <a:pt x="5123194" y="879251"/>
                  </a:lnTo>
                  <a:lnTo>
                    <a:pt x="5123340" y="879251"/>
                  </a:lnTo>
                  <a:lnTo>
                    <a:pt x="5123485" y="879251"/>
                  </a:lnTo>
                  <a:lnTo>
                    <a:pt x="5123485" y="878627"/>
                  </a:lnTo>
                  <a:lnTo>
                    <a:pt x="5123485" y="878003"/>
                  </a:lnTo>
                  <a:lnTo>
                    <a:pt x="5123631" y="878003"/>
                  </a:lnTo>
                  <a:lnTo>
                    <a:pt x="5123776" y="878003"/>
                  </a:lnTo>
                  <a:lnTo>
                    <a:pt x="5123921" y="878003"/>
                  </a:lnTo>
                  <a:lnTo>
                    <a:pt x="5124067" y="878003"/>
                  </a:lnTo>
                  <a:lnTo>
                    <a:pt x="5124212" y="878003"/>
                  </a:lnTo>
                  <a:lnTo>
                    <a:pt x="5124358" y="878003"/>
                  </a:lnTo>
                  <a:lnTo>
                    <a:pt x="5124503" y="878003"/>
                  </a:lnTo>
                  <a:lnTo>
                    <a:pt x="5124648" y="878003"/>
                  </a:lnTo>
                  <a:lnTo>
                    <a:pt x="5124794" y="878003"/>
                  </a:lnTo>
                  <a:lnTo>
                    <a:pt x="5124939" y="878003"/>
                  </a:lnTo>
                  <a:lnTo>
                    <a:pt x="5125085" y="878003"/>
                  </a:lnTo>
                  <a:lnTo>
                    <a:pt x="5125230" y="878003"/>
                  </a:lnTo>
                  <a:lnTo>
                    <a:pt x="5125376" y="878003"/>
                  </a:lnTo>
                  <a:lnTo>
                    <a:pt x="5125521" y="878003"/>
                  </a:lnTo>
                  <a:lnTo>
                    <a:pt x="5125666" y="878003"/>
                  </a:lnTo>
                  <a:lnTo>
                    <a:pt x="5125812" y="878003"/>
                  </a:lnTo>
                  <a:lnTo>
                    <a:pt x="5125957" y="878003"/>
                  </a:lnTo>
                  <a:lnTo>
                    <a:pt x="5126103" y="878003"/>
                  </a:lnTo>
                  <a:lnTo>
                    <a:pt x="5126248" y="878003"/>
                  </a:lnTo>
                  <a:lnTo>
                    <a:pt x="5126394" y="878003"/>
                  </a:lnTo>
                  <a:lnTo>
                    <a:pt x="5126539" y="878003"/>
                  </a:lnTo>
                  <a:lnTo>
                    <a:pt x="5126684" y="878003"/>
                  </a:lnTo>
                  <a:lnTo>
                    <a:pt x="5126830" y="878003"/>
                  </a:lnTo>
                  <a:lnTo>
                    <a:pt x="5126975" y="878003"/>
                  </a:lnTo>
                  <a:lnTo>
                    <a:pt x="5127121" y="878003"/>
                  </a:lnTo>
                  <a:lnTo>
                    <a:pt x="5127266" y="878003"/>
                  </a:lnTo>
                  <a:lnTo>
                    <a:pt x="5127412" y="878003"/>
                  </a:lnTo>
                  <a:lnTo>
                    <a:pt x="5127557" y="878003"/>
                  </a:lnTo>
                  <a:lnTo>
                    <a:pt x="5127702" y="878003"/>
                  </a:lnTo>
                  <a:lnTo>
                    <a:pt x="5127848" y="878003"/>
                  </a:lnTo>
                  <a:lnTo>
                    <a:pt x="5127993" y="878003"/>
                  </a:lnTo>
                  <a:lnTo>
                    <a:pt x="5128139" y="878003"/>
                  </a:lnTo>
                  <a:lnTo>
                    <a:pt x="5128284" y="878003"/>
                  </a:lnTo>
                  <a:lnTo>
                    <a:pt x="5128430" y="878003"/>
                  </a:lnTo>
                  <a:lnTo>
                    <a:pt x="5128575" y="878003"/>
                  </a:lnTo>
                  <a:lnTo>
                    <a:pt x="5128720" y="878003"/>
                  </a:lnTo>
                  <a:lnTo>
                    <a:pt x="5128866" y="878003"/>
                  </a:lnTo>
                  <a:lnTo>
                    <a:pt x="5129011" y="878003"/>
                  </a:lnTo>
                  <a:lnTo>
                    <a:pt x="5129011" y="877380"/>
                  </a:lnTo>
                  <a:lnTo>
                    <a:pt x="5129157" y="877380"/>
                  </a:lnTo>
                  <a:lnTo>
                    <a:pt x="5129302" y="877380"/>
                  </a:lnTo>
                  <a:lnTo>
                    <a:pt x="5129448" y="877380"/>
                  </a:lnTo>
                  <a:lnTo>
                    <a:pt x="5129593" y="877380"/>
                  </a:lnTo>
                  <a:lnTo>
                    <a:pt x="5129738" y="877380"/>
                  </a:lnTo>
                  <a:lnTo>
                    <a:pt x="5129884" y="877380"/>
                  </a:lnTo>
                  <a:lnTo>
                    <a:pt x="5130029" y="877380"/>
                  </a:lnTo>
                  <a:lnTo>
                    <a:pt x="5130175" y="877380"/>
                  </a:lnTo>
                  <a:lnTo>
                    <a:pt x="5130320" y="877380"/>
                  </a:lnTo>
                  <a:lnTo>
                    <a:pt x="5130466" y="877380"/>
                  </a:lnTo>
                  <a:lnTo>
                    <a:pt x="5130611" y="877380"/>
                  </a:lnTo>
                  <a:lnTo>
                    <a:pt x="5130756" y="877380"/>
                  </a:lnTo>
                  <a:lnTo>
                    <a:pt x="5130902" y="877380"/>
                  </a:lnTo>
                  <a:lnTo>
                    <a:pt x="5131047" y="877380"/>
                  </a:lnTo>
                  <a:lnTo>
                    <a:pt x="5131193" y="877380"/>
                  </a:lnTo>
                  <a:lnTo>
                    <a:pt x="5131338" y="877380"/>
                  </a:lnTo>
                  <a:lnTo>
                    <a:pt x="5131483" y="877380"/>
                  </a:lnTo>
                  <a:lnTo>
                    <a:pt x="5131483" y="876756"/>
                  </a:lnTo>
                  <a:lnTo>
                    <a:pt x="5131629" y="876756"/>
                  </a:lnTo>
                  <a:lnTo>
                    <a:pt x="5131774" y="876756"/>
                  </a:lnTo>
                  <a:lnTo>
                    <a:pt x="5131920" y="876756"/>
                  </a:lnTo>
                  <a:lnTo>
                    <a:pt x="5132065" y="876756"/>
                  </a:lnTo>
                  <a:lnTo>
                    <a:pt x="5132211" y="876756"/>
                  </a:lnTo>
                  <a:lnTo>
                    <a:pt x="5132356" y="876756"/>
                  </a:lnTo>
                  <a:lnTo>
                    <a:pt x="5132356" y="876133"/>
                  </a:lnTo>
                  <a:lnTo>
                    <a:pt x="5132356" y="875509"/>
                  </a:lnTo>
                  <a:lnTo>
                    <a:pt x="5132501" y="875509"/>
                  </a:lnTo>
                  <a:lnTo>
                    <a:pt x="5132501" y="874885"/>
                  </a:lnTo>
                  <a:lnTo>
                    <a:pt x="5132647" y="874885"/>
                  </a:lnTo>
                  <a:lnTo>
                    <a:pt x="5132792" y="874885"/>
                  </a:lnTo>
                  <a:lnTo>
                    <a:pt x="5132938" y="874885"/>
                  </a:lnTo>
                  <a:lnTo>
                    <a:pt x="5132938" y="874262"/>
                  </a:lnTo>
                  <a:lnTo>
                    <a:pt x="5133083" y="874262"/>
                  </a:lnTo>
                  <a:lnTo>
                    <a:pt x="5133229" y="874262"/>
                  </a:lnTo>
                  <a:lnTo>
                    <a:pt x="5133374" y="874262"/>
                  </a:lnTo>
                  <a:lnTo>
                    <a:pt x="5133519" y="874262"/>
                  </a:lnTo>
                  <a:lnTo>
                    <a:pt x="5133665" y="874262"/>
                  </a:lnTo>
                  <a:lnTo>
                    <a:pt x="5133810" y="874262"/>
                  </a:lnTo>
                  <a:lnTo>
                    <a:pt x="5133956" y="874262"/>
                  </a:lnTo>
                  <a:lnTo>
                    <a:pt x="5133956" y="873638"/>
                  </a:lnTo>
                  <a:lnTo>
                    <a:pt x="5134101" y="873638"/>
                  </a:lnTo>
                  <a:lnTo>
                    <a:pt x="5134101" y="873015"/>
                  </a:lnTo>
                  <a:lnTo>
                    <a:pt x="5134247" y="873015"/>
                  </a:lnTo>
                  <a:lnTo>
                    <a:pt x="5134392" y="873015"/>
                  </a:lnTo>
                  <a:lnTo>
                    <a:pt x="5134537" y="873015"/>
                  </a:lnTo>
                  <a:lnTo>
                    <a:pt x="5134683" y="873015"/>
                  </a:lnTo>
                  <a:lnTo>
                    <a:pt x="5134828" y="873015"/>
                  </a:lnTo>
                  <a:lnTo>
                    <a:pt x="5134974" y="873015"/>
                  </a:lnTo>
                  <a:lnTo>
                    <a:pt x="5135119" y="873015"/>
                  </a:lnTo>
                  <a:lnTo>
                    <a:pt x="5135265" y="873015"/>
                  </a:lnTo>
                  <a:lnTo>
                    <a:pt x="5135410" y="873015"/>
                  </a:lnTo>
                  <a:lnTo>
                    <a:pt x="5135555" y="873015"/>
                  </a:lnTo>
                  <a:lnTo>
                    <a:pt x="5135701" y="873015"/>
                  </a:lnTo>
                  <a:lnTo>
                    <a:pt x="5135846" y="873015"/>
                  </a:lnTo>
                  <a:lnTo>
                    <a:pt x="5135846" y="872391"/>
                  </a:lnTo>
                  <a:lnTo>
                    <a:pt x="5135992" y="872391"/>
                  </a:lnTo>
                  <a:lnTo>
                    <a:pt x="5136137" y="872391"/>
                  </a:lnTo>
                  <a:lnTo>
                    <a:pt x="5136283" y="872391"/>
                  </a:lnTo>
                  <a:lnTo>
                    <a:pt x="5136428" y="872391"/>
                  </a:lnTo>
                  <a:lnTo>
                    <a:pt x="5136573" y="872391"/>
                  </a:lnTo>
                  <a:lnTo>
                    <a:pt x="5136573" y="871768"/>
                  </a:lnTo>
                  <a:lnTo>
                    <a:pt x="5136719" y="871768"/>
                  </a:lnTo>
                  <a:lnTo>
                    <a:pt x="5136864" y="871768"/>
                  </a:lnTo>
                  <a:lnTo>
                    <a:pt x="5137010" y="871768"/>
                  </a:lnTo>
                  <a:lnTo>
                    <a:pt x="5137010" y="871144"/>
                  </a:lnTo>
                  <a:lnTo>
                    <a:pt x="5137155" y="871144"/>
                  </a:lnTo>
                  <a:lnTo>
                    <a:pt x="5137301" y="871144"/>
                  </a:lnTo>
                  <a:lnTo>
                    <a:pt x="5137446" y="871144"/>
                  </a:lnTo>
                  <a:lnTo>
                    <a:pt x="5137591" y="871144"/>
                  </a:lnTo>
                  <a:lnTo>
                    <a:pt x="5137737" y="871144"/>
                  </a:lnTo>
                  <a:lnTo>
                    <a:pt x="5137882" y="871144"/>
                  </a:lnTo>
                  <a:lnTo>
                    <a:pt x="5138028" y="871144"/>
                  </a:lnTo>
                  <a:lnTo>
                    <a:pt x="5138173" y="871144"/>
                  </a:lnTo>
                  <a:lnTo>
                    <a:pt x="5138318" y="871144"/>
                  </a:lnTo>
                  <a:lnTo>
                    <a:pt x="5138464" y="871144"/>
                  </a:lnTo>
                  <a:lnTo>
                    <a:pt x="5138609" y="871144"/>
                  </a:lnTo>
                  <a:lnTo>
                    <a:pt x="5138609" y="870520"/>
                  </a:lnTo>
                  <a:lnTo>
                    <a:pt x="5138755" y="870520"/>
                  </a:lnTo>
                  <a:lnTo>
                    <a:pt x="5138900" y="870520"/>
                  </a:lnTo>
                  <a:lnTo>
                    <a:pt x="5139046" y="870520"/>
                  </a:lnTo>
                  <a:lnTo>
                    <a:pt x="5139191" y="870520"/>
                  </a:lnTo>
                  <a:lnTo>
                    <a:pt x="5139336" y="870520"/>
                  </a:lnTo>
                  <a:lnTo>
                    <a:pt x="5139482" y="870520"/>
                  </a:lnTo>
                  <a:lnTo>
                    <a:pt x="5139627" y="870520"/>
                  </a:lnTo>
                  <a:lnTo>
                    <a:pt x="5139773" y="870520"/>
                  </a:lnTo>
                  <a:lnTo>
                    <a:pt x="5139918" y="870520"/>
                  </a:lnTo>
                  <a:lnTo>
                    <a:pt x="5140064" y="870520"/>
                  </a:lnTo>
                  <a:lnTo>
                    <a:pt x="5140209" y="870520"/>
                  </a:lnTo>
                  <a:lnTo>
                    <a:pt x="5140354" y="870520"/>
                  </a:lnTo>
                  <a:lnTo>
                    <a:pt x="5140500" y="870520"/>
                  </a:lnTo>
                  <a:lnTo>
                    <a:pt x="5140645" y="870520"/>
                  </a:lnTo>
                  <a:lnTo>
                    <a:pt x="5140791" y="870520"/>
                  </a:lnTo>
                  <a:lnTo>
                    <a:pt x="5140936" y="870520"/>
                  </a:lnTo>
                  <a:lnTo>
                    <a:pt x="5141082" y="870520"/>
                  </a:lnTo>
                  <a:lnTo>
                    <a:pt x="5141227" y="870520"/>
                  </a:lnTo>
                  <a:lnTo>
                    <a:pt x="5141372" y="870520"/>
                  </a:lnTo>
                  <a:lnTo>
                    <a:pt x="5141518" y="870520"/>
                  </a:lnTo>
                  <a:lnTo>
                    <a:pt x="5141663" y="870520"/>
                  </a:lnTo>
                  <a:lnTo>
                    <a:pt x="5141809" y="870520"/>
                  </a:lnTo>
                  <a:lnTo>
                    <a:pt x="5141954" y="870520"/>
                  </a:lnTo>
                  <a:lnTo>
                    <a:pt x="5142100" y="870520"/>
                  </a:lnTo>
                  <a:lnTo>
                    <a:pt x="5142245" y="870520"/>
                  </a:lnTo>
                  <a:lnTo>
                    <a:pt x="5142390" y="870520"/>
                  </a:lnTo>
                  <a:lnTo>
                    <a:pt x="5142536" y="870520"/>
                  </a:lnTo>
                  <a:lnTo>
                    <a:pt x="5142681" y="870520"/>
                  </a:lnTo>
                  <a:lnTo>
                    <a:pt x="5142827" y="870520"/>
                  </a:lnTo>
                  <a:lnTo>
                    <a:pt x="5142972" y="870520"/>
                  </a:lnTo>
                  <a:lnTo>
                    <a:pt x="5143118" y="870520"/>
                  </a:lnTo>
                  <a:lnTo>
                    <a:pt x="5143263" y="870520"/>
                  </a:lnTo>
                  <a:lnTo>
                    <a:pt x="5143408" y="870520"/>
                  </a:lnTo>
                  <a:lnTo>
                    <a:pt x="5143554" y="870520"/>
                  </a:lnTo>
                  <a:lnTo>
                    <a:pt x="5143699" y="870520"/>
                  </a:lnTo>
                  <a:lnTo>
                    <a:pt x="5143845" y="870520"/>
                  </a:lnTo>
                  <a:lnTo>
                    <a:pt x="5143990" y="870520"/>
                  </a:lnTo>
                  <a:lnTo>
                    <a:pt x="5144136" y="870520"/>
                  </a:lnTo>
                  <a:lnTo>
                    <a:pt x="5144281" y="870520"/>
                  </a:lnTo>
                  <a:lnTo>
                    <a:pt x="5144426" y="870520"/>
                  </a:lnTo>
                  <a:lnTo>
                    <a:pt x="5144572" y="870520"/>
                  </a:lnTo>
                  <a:lnTo>
                    <a:pt x="5144717" y="870520"/>
                  </a:lnTo>
                  <a:lnTo>
                    <a:pt x="5144717" y="869897"/>
                  </a:lnTo>
                  <a:lnTo>
                    <a:pt x="5144863" y="869897"/>
                  </a:lnTo>
                  <a:lnTo>
                    <a:pt x="5145008" y="869897"/>
                  </a:lnTo>
                  <a:lnTo>
                    <a:pt x="5145153" y="869897"/>
                  </a:lnTo>
                  <a:lnTo>
                    <a:pt x="5145153" y="869273"/>
                  </a:lnTo>
                  <a:lnTo>
                    <a:pt x="5145153" y="868650"/>
                  </a:lnTo>
                  <a:lnTo>
                    <a:pt x="5145299" y="868650"/>
                  </a:lnTo>
                  <a:lnTo>
                    <a:pt x="5145444" y="868650"/>
                  </a:lnTo>
                  <a:lnTo>
                    <a:pt x="5145444" y="868026"/>
                  </a:lnTo>
                  <a:lnTo>
                    <a:pt x="5145590" y="868026"/>
                  </a:lnTo>
                  <a:lnTo>
                    <a:pt x="5145735" y="868026"/>
                  </a:lnTo>
                  <a:lnTo>
                    <a:pt x="5145881" y="868026"/>
                  </a:lnTo>
                  <a:lnTo>
                    <a:pt x="5146026" y="868026"/>
                  </a:lnTo>
                  <a:lnTo>
                    <a:pt x="5146171" y="868026"/>
                  </a:lnTo>
                  <a:lnTo>
                    <a:pt x="5146317" y="868026"/>
                  </a:lnTo>
                  <a:lnTo>
                    <a:pt x="5146317" y="867403"/>
                  </a:lnTo>
                  <a:lnTo>
                    <a:pt x="5146462" y="867403"/>
                  </a:lnTo>
                  <a:lnTo>
                    <a:pt x="5146608" y="867403"/>
                  </a:lnTo>
                  <a:lnTo>
                    <a:pt x="5146753" y="867403"/>
                  </a:lnTo>
                  <a:lnTo>
                    <a:pt x="5146899" y="867403"/>
                  </a:lnTo>
                  <a:lnTo>
                    <a:pt x="5147044" y="867403"/>
                  </a:lnTo>
                  <a:lnTo>
                    <a:pt x="5147189" y="867403"/>
                  </a:lnTo>
                  <a:lnTo>
                    <a:pt x="5147189" y="866779"/>
                  </a:lnTo>
                  <a:lnTo>
                    <a:pt x="5147335" y="866779"/>
                  </a:lnTo>
                  <a:lnTo>
                    <a:pt x="5147480" y="866779"/>
                  </a:lnTo>
                  <a:lnTo>
                    <a:pt x="5147626" y="866779"/>
                  </a:lnTo>
                  <a:lnTo>
                    <a:pt x="5147771" y="866779"/>
                  </a:lnTo>
                  <a:lnTo>
                    <a:pt x="5147917" y="866779"/>
                  </a:lnTo>
                  <a:lnTo>
                    <a:pt x="5148062" y="866779"/>
                  </a:lnTo>
                  <a:lnTo>
                    <a:pt x="5148207" y="866779"/>
                  </a:lnTo>
                  <a:lnTo>
                    <a:pt x="5148353" y="866779"/>
                  </a:lnTo>
                  <a:lnTo>
                    <a:pt x="5148498" y="866779"/>
                  </a:lnTo>
                  <a:lnTo>
                    <a:pt x="5148644" y="866779"/>
                  </a:lnTo>
                  <a:lnTo>
                    <a:pt x="5148789" y="866779"/>
                  </a:lnTo>
                  <a:lnTo>
                    <a:pt x="5148935" y="866779"/>
                  </a:lnTo>
                  <a:lnTo>
                    <a:pt x="5148935" y="866155"/>
                  </a:lnTo>
                  <a:lnTo>
                    <a:pt x="5148935" y="865532"/>
                  </a:lnTo>
                  <a:lnTo>
                    <a:pt x="5148935" y="864908"/>
                  </a:lnTo>
                  <a:lnTo>
                    <a:pt x="5149080" y="864908"/>
                  </a:lnTo>
                  <a:lnTo>
                    <a:pt x="5149225" y="864908"/>
                  </a:lnTo>
                  <a:lnTo>
                    <a:pt x="5149225" y="864285"/>
                  </a:lnTo>
                  <a:lnTo>
                    <a:pt x="5149371" y="864285"/>
                  </a:lnTo>
                  <a:lnTo>
                    <a:pt x="5149371" y="863661"/>
                  </a:lnTo>
                  <a:lnTo>
                    <a:pt x="5149516" y="863661"/>
                  </a:lnTo>
                  <a:lnTo>
                    <a:pt x="5149662" y="863661"/>
                  </a:lnTo>
                  <a:lnTo>
                    <a:pt x="5149807" y="863661"/>
                  </a:lnTo>
                  <a:lnTo>
                    <a:pt x="5149953" y="863661"/>
                  </a:lnTo>
                  <a:lnTo>
                    <a:pt x="5150098" y="863661"/>
                  </a:lnTo>
                  <a:lnTo>
                    <a:pt x="5150243" y="863661"/>
                  </a:lnTo>
                  <a:lnTo>
                    <a:pt x="5150389" y="863661"/>
                  </a:lnTo>
                  <a:lnTo>
                    <a:pt x="5150534" y="863661"/>
                  </a:lnTo>
                  <a:lnTo>
                    <a:pt x="5150680" y="863661"/>
                  </a:lnTo>
                  <a:lnTo>
                    <a:pt x="5150825" y="863661"/>
                  </a:lnTo>
                  <a:lnTo>
                    <a:pt x="5150971" y="863661"/>
                  </a:lnTo>
                  <a:lnTo>
                    <a:pt x="5151116" y="863661"/>
                  </a:lnTo>
                  <a:lnTo>
                    <a:pt x="5151261" y="863661"/>
                  </a:lnTo>
                  <a:lnTo>
                    <a:pt x="5151407" y="863661"/>
                  </a:lnTo>
                  <a:lnTo>
                    <a:pt x="5151552" y="863661"/>
                  </a:lnTo>
                  <a:lnTo>
                    <a:pt x="5151698" y="863661"/>
                  </a:lnTo>
                  <a:lnTo>
                    <a:pt x="5151843" y="863661"/>
                  </a:lnTo>
                  <a:lnTo>
                    <a:pt x="5151988" y="863661"/>
                  </a:lnTo>
                  <a:lnTo>
                    <a:pt x="5152134" y="863661"/>
                  </a:lnTo>
                  <a:lnTo>
                    <a:pt x="5152279" y="863661"/>
                  </a:lnTo>
                  <a:lnTo>
                    <a:pt x="5152425" y="863661"/>
                  </a:lnTo>
                  <a:lnTo>
                    <a:pt x="5152570" y="863661"/>
                  </a:lnTo>
                  <a:lnTo>
                    <a:pt x="5152570" y="863037"/>
                  </a:lnTo>
                  <a:lnTo>
                    <a:pt x="5152716" y="863037"/>
                  </a:lnTo>
                  <a:lnTo>
                    <a:pt x="5152861" y="863037"/>
                  </a:lnTo>
                  <a:lnTo>
                    <a:pt x="5153006" y="863037"/>
                  </a:lnTo>
                  <a:lnTo>
                    <a:pt x="5153152" y="863037"/>
                  </a:lnTo>
                  <a:lnTo>
                    <a:pt x="5153297" y="863037"/>
                  </a:lnTo>
                  <a:lnTo>
                    <a:pt x="5153443" y="863037"/>
                  </a:lnTo>
                  <a:lnTo>
                    <a:pt x="5153588" y="863037"/>
                  </a:lnTo>
                  <a:lnTo>
                    <a:pt x="5153588" y="862414"/>
                  </a:lnTo>
                  <a:lnTo>
                    <a:pt x="5153734" y="862414"/>
                  </a:lnTo>
                  <a:lnTo>
                    <a:pt x="5153879" y="862414"/>
                  </a:lnTo>
                  <a:lnTo>
                    <a:pt x="5154024" y="862414"/>
                  </a:lnTo>
                  <a:lnTo>
                    <a:pt x="5154170" y="862414"/>
                  </a:lnTo>
                  <a:lnTo>
                    <a:pt x="5154315" y="862414"/>
                  </a:lnTo>
                  <a:lnTo>
                    <a:pt x="5154315" y="861790"/>
                  </a:lnTo>
                  <a:lnTo>
                    <a:pt x="5154461" y="861790"/>
                  </a:lnTo>
                  <a:lnTo>
                    <a:pt x="5154606" y="861790"/>
                  </a:lnTo>
                  <a:lnTo>
                    <a:pt x="5154752" y="861790"/>
                  </a:lnTo>
                  <a:lnTo>
                    <a:pt x="5154897" y="861790"/>
                  </a:lnTo>
                  <a:lnTo>
                    <a:pt x="5155042" y="861790"/>
                  </a:lnTo>
                  <a:lnTo>
                    <a:pt x="5155188" y="861790"/>
                  </a:lnTo>
                  <a:lnTo>
                    <a:pt x="5155333" y="861790"/>
                  </a:lnTo>
                  <a:lnTo>
                    <a:pt x="5155479" y="861790"/>
                  </a:lnTo>
                  <a:lnTo>
                    <a:pt x="5155624" y="861790"/>
                  </a:lnTo>
                  <a:lnTo>
                    <a:pt x="5155770" y="861790"/>
                  </a:lnTo>
                  <a:lnTo>
                    <a:pt x="5155915" y="861790"/>
                  </a:lnTo>
                  <a:lnTo>
                    <a:pt x="5156060" y="861790"/>
                  </a:lnTo>
                  <a:lnTo>
                    <a:pt x="5156206" y="861790"/>
                  </a:lnTo>
                  <a:lnTo>
                    <a:pt x="5156351" y="861790"/>
                  </a:lnTo>
                  <a:lnTo>
                    <a:pt x="5156497" y="861790"/>
                  </a:lnTo>
                  <a:lnTo>
                    <a:pt x="5156642" y="861790"/>
                  </a:lnTo>
                  <a:lnTo>
                    <a:pt x="5156788" y="861790"/>
                  </a:lnTo>
                  <a:lnTo>
                    <a:pt x="5156933" y="861790"/>
                  </a:lnTo>
                  <a:lnTo>
                    <a:pt x="5157078" y="861790"/>
                  </a:lnTo>
                  <a:lnTo>
                    <a:pt x="5157224" y="861790"/>
                  </a:lnTo>
                  <a:lnTo>
                    <a:pt x="5157369" y="861790"/>
                  </a:lnTo>
                  <a:lnTo>
                    <a:pt x="5157515" y="861790"/>
                  </a:lnTo>
                  <a:lnTo>
                    <a:pt x="5157660" y="861790"/>
                  </a:lnTo>
                  <a:lnTo>
                    <a:pt x="5157806" y="861790"/>
                  </a:lnTo>
                  <a:lnTo>
                    <a:pt x="5157951" y="861790"/>
                  </a:lnTo>
                  <a:lnTo>
                    <a:pt x="5158096" y="861790"/>
                  </a:lnTo>
                  <a:lnTo>
                    <a:pt x="5158096" y="861167"/>
                  </a:lnTo>
                  <a:lnTo>
                    <a:pt x="5158242" y="861167"/>
                  </a:lnTo>
                  <a:lnTo>
                    <a:pt x="5158387" y="861167"/>
                  </a:lnTo>
                  <a:lnTo>
                    <a:pt x="5158533" y="861167"/>
                  </a:lnTo>
                  <a:lnTo>
                    <a:pt x="5158678" y="861167"/>
                  </a:lnTo>
                  <a:lnTo>
                    <a:pt x="5158823" y="861167"/>
                  </a:lnTo>
                  <a:lnTo>
                    <a:pt x="5158969" y="861167"/>
                  </a:lnTo>
                  <a:lnTo>
                    <a:pt x="5159114" y="861167"/>
                  </a:lnTo>
                  <a:lnTo>
                    <a:pt x="5159260" y="861167"/>
                  </a:lnTo>
                  <a:lnTo>
                    <a:pt x="5159405" y="861167"/>
                  </a:lnTo>
                  <a:lnTo>
                    <a:pt x="5159551" y="861167"/>
                  </a:lnTo>
                  <a:lnTo>
                    <a:pt x="5159696" y="861167"/>
                  </a:lnTo>
                  <a:lnTo>
                    <a:pt x="5159841" y="861167"/>
                  </a:lnTo>
                  <a:lnTo>
                    <a:pt x="5159987" y="861167"/>
                  </a:lnTo>
                  <a:lnTo>
                    <a:pt x="5160132" y="861167"/>
                  </a:lnTo>
                  <a:lnTo>
                    <a:pt x="5160132" y="860543"/>
                  </a:lnTo>
                  <a:lnTo>
                    <a:pt x="5160278" y="860543"/>
                  </a:lnTo>
                  <a:lnTo>
                    <a:pt x="5160423" y="860543"/>
                  </a:lnTo>
                  <a:lnTo>
                    <a:pt x="5160569" y="860543"/>
                  </a:lnTo>
                  <a:lnTo>
                    <a:pt x="5160714" y="860543"/>
                  </a:lnTo>
                  <a:lnTo>
                    <a:pt x="5160859" y="860543"/>
                  </a:lnTo>
                  <a:lnTo>
                    <a:pt x="5160859" y="859920"/>
                  </a:lnTo>
                  <a:lnTo>
                    <a:pt x="5161005" y="859920"/>
                  </a:lnTo>
                  <a:lnTo>
                    <a:pt x="5161150" y="859920"/>
                  </a:lnTo>
                  <a:lnTo>
                    <a:pt x="5161296" y="859920"/>
                  </a:lnTo>
                  <a:lnTo>
                    <a:pt x="5161441" y="859920"/>
                  </a:lnTo>
                  <a:lnTo>
                    <a:pt x="5161587" y="859920"/>
                  </a:lnTo>
                  <a:lnTo>
                    <a:pt x="5161732" y="859920"/>
                  </a:lnTo>
                  <a:lnTo>
                    <a:pt x="5161877" y="859920"/>
                  </a:lnTo>
                  <a:lnTo>
                    <a:pt x="5162023" y="859920"/>
                  </a:lnTo>
                  <a:lnTo>
                    <a:pt x="5162168" y="859920"/>
                  </a:lnTo>
                  <a:lnTo>
                    <a:pt x="5162314" y="859920"/>
                  </a:lnTo>
                  <a:lnTo>
                    <a:pt x="5162459" y="859920"/>
                  </a:lnTo>
                  <a:lnTo>
                    <a:pt x="5162605" y="859920"/>
                  </a:lnTo>
                  <a:lnTo>
                    <a:pt x="5162750" y="859920"/>
                  </a:lnTo>
                  <a:lnTo>
                    <a:pt x="5162895" y="859920"/>
                  </a:lnTo>
                  <a:lnTo>
                    <a:pt x="5163041" y="859920"/>
                  </a:lnTo>
                  <a:lnTo>
                    <a:pt x="5163186" y="859920"/>
                  </a:lnTo>
                  <a:lnTo>
                    <a:pt x="5163332" y="859920"/>
                  </a:lnTo>
                  <a:lnTo>
                    <a:pt x="5163477" y="859920"/>
                  </a:lnTo>
                  <a:lnTo>
                    <a:pt x="5163623" y="859920"/>
                  </a:lnTo>
                  <a:lnTo>
                    <a:pt x="5163768" y="859920"/>
                  </a:lnTo>
                  <a:lnTo>
                    <a:pt x="5163913" y="859920"/>
                  </a:lnTo>
                  <a:lnTo>
                    <a:pt x="5164059" y="859920"/>
                  </a:lnTo>
                  <a:lnTo>
                    <a:pt x="5164204" y="859920"/>
                  </a:lnTo>
                  <a:lnTo>
                    <a:pt x="5164350" y="859920"/>
                  </a:lnTo>
                  <a:lnTo>
                    <a:pt x="5164495" y="859920"/>
                  </a:lnTo>
                  <a:lnTo>
                    <a:pt x="5164641" y="859920"/>
                  </a:lnTo>
                  <a:lnTo>
                    <a:pt x="5164786" y="859920"/>
                  </a:lnTo>
                  <a:lnTo>
                    <a:pt x="5164786" y="859296"/>
                  </a:lnTo>
                  <a:lnTo>
                    <a:pt x="5164931" y="859296"/>
                  </a:lnTo>
                  <a:lnTo>
                    <a:pt x="5165077" y="859296"/>
                  </a:lnTo>
                  <a:lnTo>
                    <a:pt x="5165222" y="859296"/>
                  </a:lnTo>
                  <a:lnTo>
                    <a:pt x="5165368" y="859296"/>
                  </a:lnTo>
                  <a:lnTo>
                    <a:pt x="5165513" y="859296"/>
                  </a:lnTo>
                  <a:lnTo>
                    <a:pt x="5165658" y="859296"/>
                  </a:lnTo>
                  <a:lnTo>
                    <a:pt x="5165804" y="859296"/>
                  </a:lnTo>
                  <a:lnTo>
                    <a:pt x="5165949" y="859296"/>
                  </a:lnTo>
                  <a:lnTo>
                    <a:pt x="5166095" y="859296"/>
                  </a:lnTo>
                  <a:lnTo>
                    <a:pt x="5166240" y="859296"/>
                  </a:lnTo>
                  <a:lnTo>
                    <a:pt x="5166386" y="859296"/>
                  </a:lnTo>
                  <a:lnTo>
                    <a:pt x="5166386" y="858672"/>
                  </a:lnTo>
                  <a:lnTo>
                    <a:pt x="5166386" y="858049"/>
                  </a:lnTo>
                  <a:lnTo>
                    <a:pt x="5166531" y="858049"/>
                  </a:lnTo>
                  <a:lnTo>
                    <a:pt x="5166676" y="858049"/>
                  </a:lnTo>
                  <a:lnTo>
                    <a:pt x="5166822" y="858049"/>
                  </a:lnTo>
                  <a:lnTo>
                    <a:pt x="5166967" y="858049"/>
                  </a:lnTo>
                  <a:lnTo>
                    <a:pt x="5167113" y="858049"/>
                  </a:lnTo>
                  <a:lnTo>
                    <a:pt x="5167258" y="858049"/>
                  </a:lnTo>
                  <a:lnTo>
                    <a:pt x="5167258" y="857425"/>
                  </a:lnTo>
                  <a:lnTo>
                    <a:pt x="5167404" y="857425"/>
                  </a:lnTo>
                  <a:lnTo>
                    <a:pt x="5167549" y="857425"/>
                  </a:lnTo>
                  <a:lnTo>
                    <a:pt x="5167694" y="857425"/>
                  </a:lnTo>
                  <a:lnTo>
                    <a:pt x="5167840" y="857425"/>
                  </a:lnTo>
                  <a:lnTo>
                    <a:pt x="5167985" y="857425"/>
                  </a:lnTo>
                  <a:lnTo>
                    <a:pt x="5168131" y="857425"/>
                  </a:lnTo>
                  <a:lnTo>
                    <a:pt x="5168276" y="857425"/>
                  </a:lnTo>
                  <a:lnTo>
                    <a:pt x="5168422" y="857425"/>
                  </a:lnTo>
                  <a:lnTo>
                    <a:pt x="5168567" y="857425"/>
                  </a:lnTo>
                  <a:lnTo>
                    <a:pt x="5168712" y="857425"/>
                  </a:lnTo>
                  <a:lnTo>
                    <a:pt x="5168858" y="857425"/>
                  </a:lnTo>
                  <a:lnTo>
                    <a:pt x="5169003" y="857425"/>
                  </a:lnTo>
                  <a:lnTo>
                    <a:pt x="5169149" y="857425"/>
                  </a:lnTo>
                  <a:lnTo>
                    <a:pt x="5169294" y="857425"/>
                  </a:lnTo>
                  <a:lnTo>
                    <a:pt x="5169440" y="857425"/>
                  </a:lnTo>
                  <a:lnTo>
                    <a:pt x="5169585" y="857425"/>
                  </a:lnTo>
                  <a:lnTo>
                    <a:pt x="5169730" y="857425"/>
                  </a:lnTo>
                  <a:lnTo>
                    <a:pt x="5169876" y="857425"/>
                  </a:lnTo>
                  <a:lnTo>
                    <a:pt x="5169876" y="856802"/>
                  </a:lnTo>
                  <a:lnTo>
                    <a:pt x="5169876" y="856178"/>
                  </a:lnTo>
                  <a:lnTo>
                    <a:pt x="5170021" y="856178"/>
                  </a:lnTo>
                  <a:lnTo>
                    <a:pt x="5170167" y="856178"/>
                  </a:lnTo>
                  <a:lnTo>
                    <a:pt x="5170312" y="856178"/>
                  </a:lnTo>
                  <a:lnTo>
                    <a:pt x="5170458" y="856178"/>
                  </a:lnTo>
                  <a:lnTo>
                    <a:pt x="5170603" y="856178"/>
                  </a:lnTo>
                  <a:lnTo>
                    <a:pt x="5170748" y="856178"/>
                  </a:lnTo>
                  <a:lnTo>
                    <a:pt x="5170894" y="856178"/>
                  </a:lnTo>
                  <a:lnTo>
                    <a:pt x="5171039" y="856178"/>
                  </a:lnTo>
                  <a:lnTo>
                    <a:pt x="5171039" y="855554"/>
                  </a:lnTo>
                  <a:lnTo>
                    <a:pt x="5171185" y="855554"/>
                  </a:lnTo>
                  <a:lnTo>
                    <a:pt x="5171330" y="855554"/>
                  </a:lnTo>
                  <a:lnTo>
                    <a:pt x="5171476" y="855554"/>
                  </a:lnTo>
                  <a:lnTo>
                    <a:pt x="5171621" y="855554"/>
                  </a:lnTo>
                  <a:lnTo>
                    <a:pt x="5171766" y="855554"/>
                  </a:lnTo>
                  <a:lnTo>
                    <a:pt x="5171912" y="855554"/>
                  </a:lnTo>
                  <a:lnTo>
                    <a:pt x="5172057" y="855554"/>
                  </a:lnTo>
                  <a:lnTo>
                    <a:pt x="5172203" y="855554"/>
                  </a:lnTo>
                  <a:lnTo>
                    <a:pt x="5172348" y="855554"/>
                  </a:lnTo>
                  <a:lnTo>
                    <a:pt x="5172493" y="855554"/>
                  </a:lnTo>
                  <a:lnTo>
                    <a:pt x="5172493" y="854931"/>
                  </a:lnTo>
                  <a:lnTo>
                    <a:pt x="5172639" y="854931"/>
                  </a:lnTo>
                  <a:lnTo>
                    <a:pt x="5172784" y="854931"/>
                  </a:lnTo>
                  <a:lnTo>
                    <a:pt x="5172930" y="854931"/>
                  </a:lnTo>
                  <a:lnTo>
                    <a:pt x="5173075" y="854931"/>
                  </a:lnTo>
                  <a:lnTo>
                    <a:pt x="5173221" y="854931"/>
                  </a:lnTo>
                  <a:lnTo>
                    <a:pt x="5173221" y="854307"/>
                  </a:lnTo>
                  <a:lnTo>
                    <a:pt x="5173366" y="854307"/>
                  </a:lnTo>
                  <a:lnTo>
                    <a:pt x="5173511" y="854307"/>
                  </a:lnTo>
                  <a:lnTo>
                    <a:pt x="5173657" y="854307"/>
                  </a:lnTo>
                  <a:lnTo>
                    <a:pt x="5173802" y="854307"/>
                  </a:lnTo>
                  <a:lnTo>
                    <a:pt x="5173802" y="853684"/>
                  </a:lnTo>
                  <a:lnTo>
                    <a:pt x="5173948" y="853684"/>
                  </a:lnTo>
                  <a:lnTo>
                    <a:pt x="5174093" y="853684"/>
                  </a:lnTo>
                  <a:lnTo>
                    <a:pt x="5174239" y="853684"/>
                  </a:lnTo>
                  <a:lnTo>
                    <a:pt x="5174384" y="853684"/>
                  </a:lnTo>
                  <a:lnTo>
                    <a:pt x="5174529" y="853684"/>
                  </a:lnTo>
                  <a:lnTo>
                    <a:pt x="5174675" y="853684"/>
                  </a:lnTo>
                  <a:lnTo>
                    <a:pt x="5174675" y="853060"/>
                  </a:lnTo>
                  <a:lnTo>
                    <a:pt x="5174675" y="852437"/>
                  </a:lnTo>
                  <a:lnTo>
                    <a:pt x="5174820" y="852437"/>
                  </a:lnTo>
                  <a:lnTo>
                    <a:pt x="5174966" y="852437"/>
                  </a:lnTo>
                  <a:lnTo>
                    <a:pt x="5175111" y="852437"/>
                  </a:lnTo>
                  <a:lnTo>
                    <a:pt x="5175257" y="852437"/>
                  </a:lnTo>
                  <a:lnTo>
                    <a:pt x="5175402" y="852437"/>
                  </a:lnTo>
                  <a:lnTo>
                    <a:pt x="5175547" y="852437"/>
                  </a:lnTo>
                  <a:lnTo>
                    <a:pt x="5175693" y="852437"/>
                  </a:lnTo>
                  <a:lnTo>
                    <a:pt x="5175838" y="852437"/>
                  </a:lnTo>
                  <a:lnTo>
                    <a:pt x="5175984" y="852437"/>
                  </a:lnTo>
                  <a:lnTo>
                    <a:pt x="5176129" y="852437"/>
                  </a:lnTo>
                  <a:lnTo>
                    <a:pt x="5176275" y="852437"/>
                  </a:lnTo>
                  <a:lnTo>
                    <a:pt x="5176420" y="852437"/>
                  </a:lnTo>
                  <a:lnTo>
                    <a:pt x="5176565" y="852437"/>
                  </a:lnTo>
                  <a:lnTo>
                    <a:pt x="5176565" y="851813"/>
                  </a:lnTo>
                  <a:lnTo>
                    <a:pt x="5176711" y="851813"/>
                  </a:lnTo>
                  <a:lnTo>
                    <a:pt x="5176856" y="851813"/>
                  </a:lnTo>
                  <a:lnTo>
                    <a:pt x="5177002" y="851813"/>
                  </a:lnTo>
                  <a:lnTo>
                    <a:pt x="5177147" y="851813"/>
                  </a:lnTo>
                  <a:lnTo>
                    <a:pt x="5177293" y="851813"/>
                  </a:lnTo>
                  <a:lnTo>
                    <a:pt x="5177438" y="851813"/>
                  </a:lnTo>
                  <a:lnTo>
                    <a:pt x="5177583" y="851813"/>
                  </a:lnTo>
                  <a:lnTo>
                    <a:pt x="5177729" y="851813"/>
                  </a:lnTo>
                  <a:lnTo>
                    <a:pt x="5177874" y="851813"/>
                  </a:lnTo>
                  <a:lnTo>
                    <a:pt x="5178020" y="851813"/>
                  </a:lnTo>
                  <a:lnTo>
                    <a:pt x="5178165" y="851813"/>
                  </a:lnTo>
                  <a:lnTo>
                    <a:pt x="5178311" y="851813"/>
                  </a:lnTo>
                  <a:lnTo>
                    <a:pt x="5178456" y="851813"/>
                  </a:lnTo>
                  <a:lnTo>
                    <a:pt x="5178601" y="851813"/>
                  </a:lnTo>
                  <a:lnTo>
                    <a:pt x="5178747" y="851813"/>
                  </a:lnTo>
                  <a:lnTo>
                    <a:pt x="5178892" y="851813"/>
                  </a:lnTo>
                  <a:lnTo>
                    <a:pt x="5179038" y="851813"/>
                  </a:lnTo>
                  <a:lnTo>
                    <a:pt x="5179183" y="851813"/>
                  </a:lnTo>
                  <a:lnTo>
                    <a:pt x="5179328" y="851813"/>
                  </a:lnTo>
                  <a:lnTo>
                    <a:pt x="5179474" y="851813"/>
                  </a:lnTo>
                  <a:lnTo>
                    <a:pt x="5179619" y="851813"/>
                  </a:lnTo>
                  <a:lnTo>
                    <a:pt x="5179619" y="851189"/>
                  </a:lnTo>
                  <a:lnTo>
                    <a:pt x="5179765" y="851189"/>
                  </a:lnTo>
                  <a:lnTo>
                    <a:pt x="5179910" y="851189"/>
                  </a:lnTo>
                  <a:lnTo>
                    <a:pt x="5180056" y="851189"/>
                  </a:lnTo>
                  <a:lnTo>
                    <a:pt x="5180201" y="851189"/>
                  </a:lnTo>
                  <a:lnTo>
                    <a:pt x="5180346" y="851189"/>
                  </a:lnTo>
                  <a:lnTo>
                    <a:pt x="5180492" y="851189"/>
                  </a:lnTo>
                  <a:lnTo>
                    <a:pt x="5180492" y="850566"/>
                  </a:lnTo>
                  <a:lnTo>
                    <a:pt x="5180637" y="850566"/>
                  </a:lnTo>
                  <a:lnTo>
                    <a:pt x="5180783" y="850566"/>
                  </a:lnTo>
                  <a:lnTo>
                    <a:pt x="5180928" y="850566"/>
                  </a:lnTo>
                  <a:lnTo>
                    <a:pt x="5181074" y="850566"/>
                  </a:lnTo>
                  <a:lnTo>
                    <a:pt x="5181074" y="849942"/>
                  </a:lnTo>
                  <a:lnTo>
                    <a:pt x="5181219" y="849942"/>
                  </a:lnTo>
                  <a:lnTo>
                    <a:pt x="5181364" y="849942"/>
                  </a:lnTo>
                  <a:lnTo>
                    <a:pt x="5181510" y="849942"/>
                  </a:lnTo>
                  <a:lnTo>
                    <a:pt x="5181510" y="849319"/>
                  </a:lnTo>
                  <a:lnTo>
                    <a:pt x="5181655" y="849319"/>
                  </a:lnTo>
                  <a:lnTo>
                    <a:pt x="5181655" y="848695"/>
                  </a:lnTo>
                  <a:lnTo>
                    <a:pt x="5181801" y="848695"/>
                  </a:lnTo>
                  <a:lnTo>
                    <a:pt x="5181946" y="848695"/>
                  </a:lnTo>
                  <a:lnTo>
                    <a:pt x="5182092" y="848695"/>
                  </a:lnTo>
                  <a:lnTo>
                    <a:pt x="5182237" y="848695"/>
                  </a:lnTo>
                  <a:lnTo>
                    <a:pt x="5182382" y="848695"/>
                  </a:lnTo>
                  <a:lnTo>
                    <a:pt x="5182382" y="848071"/>
                  </a:lnTo>
                  <a:lnTo>
                    <a:pt x="5182528" y="848071"/>
                  </a:lnTo>
                  <a:lnTo>
                    <a:pt x="5182673" y="848071"/>
                  </a:lnTo>
                  <a:lnTo>
                    <a:pt x="5182673" y="847448"/>
                  </a:lnTo>
                  <a:lnTo>
                    <a:pt x="5182819" y="847448"/>
                  </a:lnTo>
                  <a:lnTo>
                    <a:pt x="5182819" y="846824"/>
                  </a:lnTo>
                  <a:lnTo>
                    <a:pt x="5182964" y="846824"/>
                  </a:lnTo>
                  <a:lnTo>
                    <a:pt x="5183110" y="846824"/>
                  </a:lnTo>
                  <a:lnTo>
                    <a:pt x="5183255" y="846824"/>
                  </a:lnTo>
                  <a:lnTo>
                    <a:pt x="5183400" y="846824"/>
                  </a:lnTo>
                  <a:lnTo>
                    <a:pt x="5183546" y="846824"/>
                  </a:lnTo>
                  <a:lnTo>
                    <a:pt x="5183691" y="846824"/>
                  </a:lnTo>
                  <a:lnTo>
                    <a:pt x="5183837" y="846824"/>
                  </a:lnTo>
                  <a:lnTo>
                    <a:pt x="5183982" y="846824"/>
                  </a:lnTo>
                  <a:lnTo>
                    <a:pt x="5183982" y="846201"/>
                  </a:lnTo>
                  <a:lnTo>
                    <a:pt x="5184128" y="846201"/>
                  </a:lnTo>
                  <a:lnTo>
                    <a:pt x="5184273" y="846201"/>
                  </a:lnTo>
                  <a:lnTo>
                    <a:pt x="5184418" y="846201"/>
                  </a:lnTo>
                  <a:lnTo>
                    <a:pt x="5184564" y="846201"/>
                  </a:lnTo>
                  <a:lnTo>
                    <a:pt x="5184709" y="846201"/>
                  </a:lnTo>
                  <a:lnTo>
                    <a:pt x="5184855" y="846201"/>
                  </a:lnTo>
                  <a:lnTo>
                    <a:pt x="5185000" y="846201"/>
                  </a:lnTo>
                  <a:lnTo>
                    <a:pt x="5185146" y="846201"/>
                  </a:lnTo>
                  <a:lnTo>
                    <a:pt x="5185146" y="845577"/>
                  </a:lnTo>
                  <a:lnTo>
                    <a:pt x="5185291" y="845577"/>
                  </a:lnTo>
                  <a:lnTo>
                    <a:pt x="5185436" y="845577"/>
                  </a:lnTo>
                  <a:lnTo>
                    <a:pt x="5185582" y="845577"/>
                  </a:lnTo>
                  <a:lnTo>
                    <a:pt x="5185727" y="845577"/>
                  </a:lnTo>
                  <a:lnTo>
                    <a:pt x="5185873" y="845577"/>
                  </a:lnTo>
                  <a:lnTo>
                    <a:pt x="5186018" y="845577"/>
                  </a:lnTo>
                  <a:lnTo>
                    <a:pt x="5186163" y="845577"/>
                  </a:lnTo>
                  <a:lnTo>
                    <a:pt x="5186309" y="845577"/>
                  </a:lnTo>
                  <a:lnTo>
                    <a:pt x="5186454" y="845577"/>
                  </a:lnTo>
                  <a:lnTo>
                    <a:pt x="5186600" y="845577"/>
                  </a:lnTo>
                  <a:lnTo>
                    <a:pt x="5186745" y="845577"/>
                  </a:lnTo>
                  <a:lnTo>
                    <a:pt x="5186891" y="845577"/>
                  </a:lnTo>
                  <a:lnTo>
                    <a:pt x="5187036" y="845577"/>
                  </a:lnTo>
                  <a:lnTo>
                    <a:pt x="5187181" y="845577"/>
                  </a:lnTo>
                  <a:lnTo>
                    <a:pt x="5187327" y="845577"/>
                  </a:lnTo>
                  <a:lnTo>
                    <a:pt x="5187472" y="845577"/>
                  </a:lnTo>
                  <a:lnTo>
                    <a:pt x="5187618" y="845577"/>
                  </a:lnTo>
                  <a:lnTo>
                    <a:pt x="5187763" y="845577"/>
                  </a:lnTo>
                  <a:lnTo>
                    <a:pt x="5187909" y="845577"/>
                  </a:lnTo>
                  <a:lnTo>
                    <a:pt x="5187909" y="844954"/>
                  </a:lnTo>
                  <a:lnTo>
                    <a:pt x="5188054" y="844954"/>
                  </a:lnTo>
                  <a:lnTo>
                    <a:pt x="5188199" y="844954"/>
                  </a:lnTo>
                  <a:lnTo>
                    <a:pt x="5188345" y="844954"/>
                  </a:lnTo>
                  <a:lnTo>
                    <a:pt x="5188490" y="844954"/>
                  </a:lnTo>
                  <a:lnTo>
                    <a:pt x="5188636" y="844954"/>
                  </a:lnTo>
                  <a:lnTo>
                    <a:pt x="5188781" y="844954"/>
                  </a:lnTo>
                  <a:lnTo>
                    <a:pt x="5188927" y="844954"/>
                  </a:lnTo>
                  <a:lnTo>
                    <a:pt x="5189072" y="844954"/>
                  </a:lnTo>
                  <a:lnTo>
                    <a:pt x="5189072" y="844330"/>
                  </a:lnTo>
                  <a:lnTo>
                    <a:pt x="5189072" y="843706"/>
                  </a:lnTo>
                  <a:lnTo>
                    <a:pt x="5189217" y="843706"/>
                  </a:lnTo>
                  <a:lnTo>
                    <a:pt x="5189363" y="843706"/>
                  </a:lnTo>
                  <a:lnTo>
                    <a:pt x="5189508" y="843706"/>
                  </a:lnTo>
                  <a:lnTo>
                    <a:pt x="5189654" y="843706"/>
                  </a:lnTo>
                  <a:lnTo>
                    <a:pt x="5189799" y="843706"/>
                  </a:lnTo>
                  <a:lnTo>
                    <a:pt x="5189799" y="843083"/>
                  </a:lnTo>
                  <a:lnTo>
                    <a:pt x="5189945" y="843083"/>
                  </a:lnTo>
                  <a:lnTo>
                    <a:pt x="5190090" y="843083"/>
                  </a:lnTo>
                  <a:lnTo>
                    <a:pt x="5190235" y="843083"/>
                  </a:lnTo>
                  <a:lnTo>
                    <a:pt x="5190381" y="843083"/>
                  </a:lnTo>
                  <a:lnTo>
                    <a:pt x="5190381" y="842459"/>
                  </a:lnTo>
                  <a:lnTo>
                    <a:pt x="5190526" y="842459"/>
                  </a:lnTo>
                  <a:lnTo>
                    <a:pt x="5190672" y="842459"/>
                  </a:lnTo>
                  <a:lnTo>
                    <a:pt x="5190817" y="842459"/>
                  </a:lnTo>
                  <a:lnTo>
                    <a:pt x="5190963" y="842459"/>
                  </a:lnTo>
                  <a:lnTo>
                    <a:pt x="5191108" y="842459"/>
                  </a:lnTo>
                  <a:lnTo>
                    <a:pt x="5191253" y="842459"/>
                  </a:lnTo>
                  <a:lnTo>
                    <a:pt x="5191399" y="842459"/>
                  </a:lnTo>
                  <a:lnTo>
                    <a:pt x="5191544" y="842459"/>
                  </a:lnTo>
                  <a:lnTo>
                    <a:pt x="5191690" y="842459"/>
                  </a:lnTo>
                  <a:lnTo>
                    <a:pt x="5191690" y="841836"/>
                  </a:lnTo>
                  <a:lnTo>
                    <a:pt x="5191835" y="841836"/>
                  </a:lnTo>
                  <a:lnTo>
                    <a:pt x="5191981" y="841836"/>
                  </a:lnTo>
                  <a:lnTo>
                    <a:pt x="5192126" y="841836"/>
                  </a:lnTo>
                  <a:lnTo>
                    <a:pt x="5192271" y="841836"/>
                  </a:lnTo>
                  <a:lnTo>
                    <a:pt x="5192417" y="841836"/>
                  </a:lnTo>
                  <a:lnTo>
                    <a:pt x="5192562" y="841836"/>
                  </a:lnTo>
                  <a:lnTo>
                    <a:pt x="5192708" y="841836"/>
                  </a:lnTo>
                  <a:lnTo>
                    <a:pt x="5192853" y="841836"/>
                  </a:lnTo>
                  <a:lnTo>
                    <a:pt x="5192998" y="841836"/>
                  </a:lnTo>
                  <a:lnTo>
                    <a:pt x="5193144" y="841836"/>
                  </a:lnTo>
                  <a:lnTo>
                    <a:pt x="5193144" y="841212"/>
                  </a:lnTo>
                  <a:lnTo>
                    <a:pt x="5193289" y="841212"/>
                  </a:lnTo>
                  <a:lnTo>
                    <a:pt x="5193435" y="841212"/>
                  </a:lnTo>
                  <a:lnTo>
                    <a:pt x="5193580" y="841212"/>
                  </a:lnTo>
                  <a:lnTo>
                    <a:pt x="5193580" y="840588"/>
                  </a:lnTo>
                  <a:lnTo>
                    <a:pt x="5193726" y="840588"/>
                  </a:lnTo>
                  <a:lnTo>
                    <a:pt x="5193871" y="840588"/>
                  </a:lnTo>
                  <a:lnTo>
                    <a:pt x="5194016" y="840588"/>
                  </a:lnTo>
                  <a:lnTo>
                    <a:pt x="5194162" y="840588"/>
                  </a:lnTo>
                  <a:lnTo>
                    <a:pt x="5194307" y="840588"/>
                  </a:lnTo>
                  <a:lnTo>
                    <a:pt x="5194453" y="840588"/>
                  </a:lnTo>
                  <a:lnTo>
                    <a:pt x="5194598" y="840588"/>
                  </a:lnTo>
                  <a:lnTo>
                    <a:pt x="5194744" y="840588"/>
                  </a:lnTo>
                  <a:lnTo>
                    <a:pt x="5194889" y="840588"/>
                  </a:lnTo>
                  <a:lnTo>
                    <a:pt x="5194889" y="839965"/>
                  </a:lnTo>
                  <a:lnTo>
                    <a:pt x="5195034" y="839965"/>
                  </a:lnTo>
                  <a:lnTo>
                    <a:pt x="5195180" y="839965"/>
                  </a:lnTo>
                  <a:lnTo>
                    <a:pt x="5195325" y="839965"/>
                  </a:lnTo>
                  <a:lnTo>
                    <a:pt x="5195471" y="839965"/>
                  </a:lnTo>
                  <a:lnTo>
                    <a:pt x="5195616" y="839965"/>
                  </a:lnTo>
                  <a:lnTo>
                    <a:pt x="5195762" y="839965"/>
                  </a:lnTo>
                  <a:lnTo>
                    <a:pt x="5195762" y="839341"/>
                  </a:lnTo>
                  <a:lnTo>
                    <a:pt x="5195762" y="838718"/>
                  </a:lnTo>
                  <a:lnTo>
                    <a:pt x="5195907" y="838718"/>
                  </a:lnTo>
                  <a:lnTo>
                    <a:pt x="5195907" y="838094"/>
                  </a:lnTo>
                  <a:lnTo>
                    <a:pt x="5196052" y="838094"/>
                  </a:lnTo>
                  <a:lnTo>
                    <a:pt x="5196198" y="838094"/>
                  </a:lnTo>
                  <a:lnTo>
                    <a:pt x="5196343" y="838094"/>
                  </a:lnTo>
                  <a:lnTo>
                    <a:pt x="5196489" y="838094"/>
                  </a:lnTo>
                  <a:lnTo>
                    <a:pt x="5196634" y="838094"/>
                  </a:lnTo>
                  <a:lnTo>
                    <a:pt x="5196780" y="838094"/>
                  </a:lnTo>
                  <a:lnTo>
                    <a:pt x="5196925" y="838094"/>
                  </a:lnTo>
                  <a:lnTo>
                    <a:pt x="5197070" y="838094"/>
                  </a:lnTo>
                  <a:lnTo>
                    <a:pt x="5197216" y="838094"/>
                  </a:lnTo>
                  <a:lnTo>
                    <a:pt x="5197361" y="838094"/>
                  </a:lnTo>
                  <a:lnTo>
                    <a:pt x="5197507" y="838094"/>
                  </a:lnTo>
                  <a:lnTo>
                    <a:pt x="5197652" y="838094"/>
                  </a:lnTo>
                  <a:lnTo>
                    <a:pt x="5197798" y="838094"/>
                  </a:lnTo>
                  <a:lnTo>
                    <a:pt x="5197943" y="838094"/>
                  </a:lnTo>
                  <a:lnTo>
                    <a:pt x="5198088" y="838094"/>
                  </a:lnTo>
                  <a:lnTo>
                    <a:pt x="5198234" y="838094"/>
                  </a:lnTo>
                  <a:lnTo>
                    <a:pt x="5198379" y="838094"/>
                  </a:lnTo>
                  <a:lnTo>
                    <a:pt x="5198525" y="838094"/>
                  </a:lnTo>
                  <a:lnTo>
                    <a:pt x="5198670" y="838094"/>
                  </a:lnTo>
                  <a:lnTo>
                    <a:pt x="5198815" y="838094"/>
                  </a:lnTo>
                  <a:lnTo>
                    <a:pt x="5198961" y="838094"/>
                  </a:lnTo>
                  <a:lnTo>
                    <a:pt x="5199106" y="838094"/>
                  </a:lnTo>
                  <a:lnTo>
                    <a:pt x="5199252" y="838094"/>
                  </a:lnTo>
                  <a:lnTo>
                    <a:pt x="5199397" y="838094"/>
                  </a:lnTo>
                  <a:lnTo>
                    <a:pt x="5199543" y="838094"/>
                  </a:lnTo>
                  <a:lnTo>
                    <a:pt x="5199688" y="838094"/>
                  </a:lnTo>
                  <a:lnTo>
                    <a:pt x="5199688" y="837471"/>
                  </a:lnTo>
                  <a:lnTo>
                    <a:pt x="5199833" y="837471"/>
                  </a:lnTo>
                  <a:lnTo>
                    <a:pt x="5199979" y="837471"/>
                  </a:lnTo>
                  <a:lnTo>
                    <a:pt x="5200124" y="837471"/>
                  </a:lnTo>
                  <a:lnTo>
                    <a:pt x="5200124" y="836847"/>
                  </a:lnTo>
                  <a:lnTo>
                    <a:pt x="5200270" y="836847"/>
                  </a:lnTo>
                  <a:lnTo>
                    <a:pt x="5200415" y="836847"/>
                  </a:lnTo>
                  <a:lnTo>
                    <a:pt x="5200561" y="836847"/>
                  </a:lnTo>
                  <a:lnTo>
                    <a:pt x="5200706" y="836847"/>
                  </a:lnTo>
                  <a:lnTo>
                    <a:pt x="5200851" y="836847"/>
                  </a:lnTo>
                  <a:lnTo>
                    <a:pt x="5200997" y="836847"/>
                  </a:lnTo>
                  <a:lnTo>
                    <a:pt x="5201142" y="836847"/>
                  </a:lnTo>
                  <a:lnTo>
                    <a:pt x="5201288" y="836847"/>
                  </a:lnTo>
                  <a:lnTo>
                    <a:pt x="5201433" y="836847"/>
                  </a:lnTo>
                  <a:lnTo>
                    <a:pt x="5201579" y="836847"/>
                  </a:lnTo>
                  <a:lnTo>
                    <a:pt x="5201724" y="836847"/>
                  </a:lnTo>
                  <a:lnTo>
                    <a:pt x="5201869" y="836847"/>
                  </a:lnTo>
                  <a:lnTo>
                    <a:pt x="5202015" y="836847"/>
                  </a:lnTo>
                  <a:lnTo>
                    <a:pt x="5202160" y="836847"/>
                  </a:lnTo>
                  <a:lnTo>
                    <a:pt x="5202306" y="836847"/>
                  </a:lnTo>
                  <a:lnTo>
                    <a:pt x="5202306" y="836223"/>
                  </a:lnTo>
                  <a:lnTo>
                    <a:pt x="5202451" y="836223"/>
                  </a:lnTo>
                  <a:lnTo>
                    <a:pt x="5202597" y="836223"/>
                  </a:lnTo>
                  <a:lnTo>
                    <a:pt x="5202742" y="836223"/>
                  </a:lnTo>
                  <a:lnTo>
                    <a:pt x="5202887" y="836223"/>
                  </a:lnTo>
                  <a:lnTo>
                    <a:pt x="5203033" y="836223"/>
                  </a:lnTo>
                  <a:lnTo>
                    <a:pt x="5203178" y="836223"/>
                  </a:lnTo>
                  <a:lnTo>
                    <a:pt x="5203324" y="836223"/>
                  </a:lnTo>
                  <a:lnTo>
                    <a:pt x="5203469" y="836223"/>
                  </a:lnTo>
                  <a:lnTo>
                    <a:pt x="5203615" y="836223"/>
                  </a:lnTo>
                  <a:lnTo>
                    <a:pt x="5203760" y="836223"/>
                  </a:lnTo>
                  <a:lnTo>
                    <a:pt x="5203905" y="836223"/>
                  </a:lnTo>
                  <a:lnTo>
                    <a:pt x="5204051" y="836223"/>
                  </a:lnTo>
                  <a:lnTo>
                    <a:pt x="5204196" y="836223"/>
                  </a:lnTo>
                  <a:lnTo>
                    <a:pt x="5204342" y="836223"/>
                  </a:lnTo>
                  <a:lnTo>
                    <a:pt x="5204487" y="836223"/>
                  </a:lnTo>
                  <a:lnTo>
                    <a:pt x="5204633" y="836223"/>
                  </a:lnTo>
                  <a:lnTo>
                    <a:pt x="5204778" y="836223"/>
                  </a:lnTo>
                  <a:lnTo>
                    <a:pt x="5204778" y="835600"/>
                  </a:lnTo>
                  <a:lnTo>
                    <a:pt x="5204778" y="834976"/>
                  </a:lnTo>
                  <a:lnTo>
                    <a:pt x="5204923" y="834976"/>
                  </a:lnTo>
                  <a:lnTo>
                    <a:pt x="5205069" y="834976"/>
                  </a:lnTo>
                  <a:lnTo>
                    <a:pt x="5205214" y="834976"/>
                  </a:lnTo>
                  <a:lnTo>
                    <a:pt x="5205360" y="834976"/>
                  </a:lnTo>
                  <a:lnTo>
                    <a:pt x="5205505" y="834976"/>
                  </a:lnTo>
                  <a:lnTo>
                    <a:pt x="5205650" y="834976"/>
                  </a:lnTo>
                  <a:lnTo>
                    <a:pt x="5205796" y="834976"/>
                  </a:lnTo>
                  <a:lnTo>
                    <a:pt x="5205941" y="834976"/>
                  </a:lnTo>
                  <a:lnTo>
                    <a:pt x="5206087" y="834976"/>
                  </a:lnTo>
                  <a:lnTo>
                    <a:pt x="5206232" y="834976"/>
                  </a:lnTo>
                  <a:lnTo>
                    <a:pt x="5206378" y="834976"/>
                  </a:lnTo>
                  <a:lnTo>
                    <a:pt x="5206523" y="834976"/>
                  </a:lnTo>
                  <a:lnTo>
                    <a:pt x="5206668" y="834976"/>
                  </a:lnTo>
                  <a:lnTo>
                    <a:pt x="5206814" y="834976"/>
                  </a:lnTo>
                  <a:lnTo>
                    <a:pt x="5206959" y="834976"/>
                  </a:lnTo>
                  <a:lnTo>
                    <a:pt x="5206959" y="834353"/>
                  </a:lnTo>
                  <a:lnTo>
                    <a:pt x="5207105" y="834353"/>
                  </a:lnTo>
                  <a:lnTo>
                    <a:pt x="5207250" y="834353"/>
                  </a:lnTo>
                  <a:lnTo>
                    <a:pt x="5207396" y="834353"/>
                  </a:lnTo>
                  <a:lnTo>
                    <a:pt x="5207541" y="834353"/>
                  </a:lnTo>
                  <a:lnTo>
                    <a:pt x="5207686" y="834353"/>
                  </a:lnTo>
                  <a:lnTo>
                    <a:pt x="5207832" y="834353"/>
                  </a:lnTo>
                  <a:lnTo>
                    <a:pt x="5207977" y="834353"/>
                  </a:lnTo>
                  <a:lnTo>
                    <a:pt x="5208123" y="834353"/>
                  </a:lnTo>
                  <a:lnTo>
                    <a:pt x="5208268" y="834353"/>
                  </a:lnTo>
                  <a:lnTo>
                    <a:pt x="5208414" y="834353"/>
                  </a:lnTo>
                  <a:lnTo>
                    <a:pt x="5208559" y="834353"/>
                  </a:lnTo>
                  <a:lnTo>
                    <a:pt x="5208559" y="833729"/>
                  </a:lnTo>
                  <a:lnTo>
                    <a:pt x="5208704" y="833729"/>
                  </a:lnTo>
                  <a:lnTo>
                    <a:pt x="5208850" y="833729"/>
                  </a:lnTo>
                  <a:lnTo>
                    <a:pt x="5208995" y="833729"/>
                  </a:lnTo>
                  <a:lnTo>
                    <a:pt x="5209141" y="833729"/>
                  </a:lnTo>
                  <a:lnTo>
                    <a:pt x="5209286" y="833729"/>
                  </a:lnTo>
                  <a:lnTo>
                    <a:pt x="5209432" y="833729"/>
                  </a:lnTo>
                  <a:lnTo>
                    <a:pt x="5209432" y="833105"/>
                  </a:lnTo>
                  <a:lnTo>
                    <a:pt x="5209577" y="833105"/>
                  </a:lnTo>
                  <a:lnTo>
                    <a:pt x="5209722" y="833105"/>
                  </a:lnTo>
                  <a:lnTo>
                    <a:pt x="5209868" y="833105"/>
                  </a:lnTo>
                  <a:lnTo>
                    <a:pt x="5210013" y="833105"/>
                  </a:lnTo>
                  <a:lnTo>
                    <a:pt x="5210013" y="832482"/>
                  </a:lnTo>
                  <a:lnTo>
                    <a:pt x="5210159" y="832482"/>
                  </a:lnTo>
                  <a:lnTo>
                    <a:pt x="5210304" y="832482"/>
                  </a:lnTo>
                  <a:lnTo>
                    <a:pt x="5210450" y="832482"/>
                  </a:lnTo>
                  <a:lnTo>
                    <a:pt x="5210595" y="832482"/>
                  </a:lnTo>
                  <a:lnTo>
                    <a:pt x="5210740" y="832482"/>
                  </a:lnTo>
                  <a:lnTo>
                    <a:pt x="5210886" y="832482"/>
                  </a:lnTo>
                  <a:lnTo>
                    <a:pt x="5211031" y="832482"/>
                  </a:lnTo>
                  <a:lnTo>
                    <a:pt x="5211031" y="831858"/>
                  </a:lnTo>
                  <a:lnTo>
                    <a:pt x="5211031" y="831235"/>
                  </a:lnTo>
                  <a:lnTo>
                    <a:pt x="5211031" y="830611"/>
                  </a:lnTo>
                  <a:lnTo>
                    <a:pt x="5211177" y="830611"/>
                  </a:lnTo>
                  <a:lnTo>
                    <a:pt x="5211322" y="830611"/>
                  </a:lnTo>
                  <a:lnTo>
                    <a:pt x="5211468" y="830611"/>
                  </a:lnTo>
                  <a:lnTo>
                    <a:pt x="5211613" y="830611"/>
                  </a:lnTo>
                  <a:lnTo>
                    <a:pt x="5211758" y="830611"/>
                  </a:lnTo>
                  <a:lnTo>
                    <a:pt x="5211904" y="830611"/>
                  </a:lnTo>
                  <a:lnTo>
                    <a:pt x="5212049" y="830611"/>
                  </a:lnTo>
                  <a:lnTo>
                    <a:pt x="5212195" y="830611"/>
                  </a:lnTo>
                  <a:lnTo>
                    <a:pt x="5212340" y="830611"/>
                  </a:lnTo>
                  <a:lnTo>
                    <a:pt x="5212485" y="830611"/>
                  </a:lnTo>
                  <a:lnTo>
                    <a:pt x="5212631" y="830611"/>
                  </a:lnTo>
                  <a:lnTo>
                    <a:pt x="5212776" y="830611"/>
                  </a:lnTo>
                  <a:lnTo>
                    <a:pt x="5212922" y="830611"/>
                  </a:lnTo>
                  <a:lnTo>
                    <a:pt x="5213067" y="830611"/>
                  </a:lnTo>
                  <a:lnTo>
                    <a:pt x="5213213" y="830611"/>
                  </a:lnTo>
                  <a:lnTo>
                    <a:pt x="5213358" y="830611"/>
                  </a:lnTo>
                  <a:lnTo>
                    <a:pt x="5213503" y="830611"/>
                  </a:lnTo>
                  <a:lnTo>
                    <a:pt x="5213649" y="830611"/>
                  </a:lnTo>
                  <a:lnTo>
                    <a:pt x="5213794" y="830611"/>
                  </a:lnTo>
                  <a:lnTo>
                    <a:pt x="5213940" y="830611"/>
                  </a:lnTo>
                  <a:lnTo>
                    <a:pt x="5214085" y="830611"/>
                  </a:lnTo>
                  <a:lnTo>
                    <a:pt x="5214231" y="830611"/>
                  </a:lnTo>
                  <a:lnTo>
                    <a:pt x="5214376" y="830611"/>
                  </a:lnTo>
                  <a:lnTo>
                    <a:pt x="5214521" y="830611"/>
                  </a:lnTo>
                  <a:lnTo>
                    <a:pt x="5214667" y="830611"/>
                  </a:lnTo>
                  <a:lnTo>
                    <a:pt x="5214812" y="830611"/>
                  </a:lnTo>
                  <a:lnTo>
                    <a:pt x="5214958" y="830611"/>
                  </a:lnTo>
                  <a:lnTo>
                    <a:pt x="5215103" y="830611"/>
                  </a:lnTo>
                  <a:lnTo>
                    <a:pt x="5215249" y="830611"/>
                  </a:lnTo>
                  <a:lnTo>
                    <a:pt x="5215394" y="830611"/>
                  </a:lnTo>
                  <a:lnTo>
                    <a:pt x="5215539" y="830611"/>
                  </a:lnTo>
                  <a:lnTo>
                    <a:pt x="5215685" y="830611"/>
                  </a:lnTo>
                  <a:lnTo>
                    <a:pt x="5215830" y="830611"/>
                  </a:lnTo>
                  <a:lnTo>
                    <a:pt x="5215976" y="830611"/>
                  </a:lnTo>
                  <a:lnTo>
                    <a:pt x="5216121" y="830611"/>
                  </a:lnTo>
                  <a:lnTo>
                    <a:pt x="5216267" y="830611"/>
                  </a:lnTo>
                  <a:lnTo>
                    <a:pt x="5216412" y="830611"/>
                  </a:lnTo>
                  <a:lnTo>
                    <a:pt x="5216557" y="830611"/>
                  </a:lnTo>
                  <a:lnTo>
                    <a:pt x="5216703" y="830611"/>
                  </a:lnTo>
                  <a:lnTo>
                    <a:pt x="5216848" y="830611"/>
                  </a:lnTo>
                  <a:lnTo>
                    <a:pt x="5216994" y="830611"/>
                  </a:lnTo>
                  <a:lnTo>
                    <a:pt x="5217139" y="830611"/>
                  </a:lnTo>
                  <a:lnTo>
                    <a:pt x="5217285" y="830611"/>
                  </a:lnTo>
                  <a:lnTo>
                    <a:pt x="5217430" y="830611"/>
                  </a:lnTo>
                  <a:lnTo>
                    <a:pt x="5217575" y="830611"/>
                  </a:lnTo>
                  <a:lnTo>
                    <a:pt x="5217721" y="830611"/>
                  </a:lnTo>
                  <a:lnTo>
                    <a:pt x="5217866" y="830611"/>
                  </a:lnTo>
                  <a:lnTo>
                    <a:pt x="5218012" y="830611"/>
                  </a:lnTo>
                  <a:lnTo>
                    <a:pt x="5218157" y="830611"/>
                  </a:lnTo>
                  <a:lnTo>
                    <a:pt x="5218303" y="830611"/>
                  </a:lnTo>
                  <a:lnTo>
                    <a:pt x="5218448" y="830611"/>
                  </a:lnTo>
                  <a:lnTo>
                    <a:pt x="5218448" y="829988"/>
                  </a:lnTo>
                  <a:lnTo>
                    <a:pt x="5218593" y="829988"/>
                  </a:lnTo>
                  <a:lnTo>
                    <a:pt x="5218739" y="829988"/>
                  </a:lnTo>
                  <a:lnTo>
                    <a:pt x="5218739" y="829364"/>
                  </a:lnTo>
                  <a:lnTo>
                    <a:pt x="5218884" y="829364"/>
                  </a:lnTo>
                  <a:lnTo>
                    <a:pt x="5219030" y="829364"/>
                  </a:lnTo>
                  <a:lnTo>
                    <a:pt x="5219030" y="828740"/>
                  </a:lnTo>
                  <a:lnTo>
                    <a:pt x="5219175" y="828740"/>
                  </a:lnTo>
                  <a:lnTo>
                    <a:pt x="5219320" y="828740"/>
                  </a:lnTo>
                  <a:lnTo>
                    <a:pt x="5219466" y="828740"/>
                  </a:lnTo>
                  <a:lnTo>
                    <a:pt x="5219611" y="828740"/>
                  </a:lnTo>
                  <a:lnTo>
                    <a:pt x="5219757" y="828740"/>
                  </a:lnTo>
                  <a:lnTo>
                    <a:pt x="5219757" y="828117"/>
                  </a:lnTo>
                  <a:lnTo>
                    <a:pt x="5219902" y="828117"/>
                  </a:lnTo>
                  <a:lnTo>
                    <a:pt x="5219902" y="827493"/>
                  </a:lnTo>
                  <a:lnTo>
                    <a:pt x="5220048" y="827493"/>
                  </a:lnTo>
                  <a:lnTo>
                    <a:pt x="5220193" y="827493"/>
                  </a:lnTo>
                  <a:lnTo>
                    <a:pt x="5220338" y="827493"/>
                  </a:lnTo>
                  <a:lnTo>
                    <a:pt x="5220484" y="827493"/>
                  </a:lnTo>
                  <a:lnTo>
                    <a:pt x="5220629" y="827493"/>
                  </a:lnTo>
                  <a:lnTo>
                    <a:pt x="5220775" y="827493"/>
                  </a:lnTo>
                  <a:lnTo>
                    <a:pt x="5220920" y="827493"/>
                  </a:lnTo>
                  <a:lnTo>
                    <a:pt x="5221066" y="827493"/>
                  </a:lnTo>
                  <a:lnTo>
                    <a:pt x="5221211" y="827493"/>
                  </a:lnTo>
                  <a:lnTo>
                    <a:pt x="5221356" y="827493"/>
                  </a:lnTo>
                  <a:lnTo>
                    <a:pt x="5221502" y="827493"/>
                  </a:lnTo>
                  <a:lnTo>
                    <a:pt x="5221647" y="827493"/>
                  </a:lnTo>
                  <a:lnTo>
                    <a:pt x="5221793" y="827493"/>
                  </a:lnTo>
                  <a:lnTo>
                    <a:pt x="5221938" y="827493"/>
                  </a:lnTo>
                  <a:lnTo>
                    <a:pt x="5222084" y="827493"/>
                  </a:lnTo>
                  <a:lnTo>
                    <a:pt x="5222084" y="826870"/>
                  </a:lnTo>
                  <a:lnTo>
                    <a:pt x="5222229" y="826870"/>
                  </a:lnTo>
                  <a:lnTo>
                    <a:pt x="5222374" y="826870"/>
                  </a:lnTo>
                  <a:lnTo>
                    <a:pt x="5222520" y="826870"/>
                  </a:lnTo>
                  <a:lnTo>
                    <a:pt x="5222665" y="826870"/>
                  </a:lnTo>
                  <a:lnTo>
                    <a:pt x="5222811" y="826870"/>
                  </a:lnTo>
                  <a:lnTo>
                    <a:pt x="5222956" y="826870"/>
                  </a:lnTo>
                  <a:lnTo>
                    <a:pt x="5223102" y="826870"/>
                  </a:lnTo>
                  <a:lnTo>
                    <a:pt x="5223247" y="826870"/>
                  </a:lnTo>
                  <a:lnTo>
                    <a:pt x="5223392" y="826870"/>
                  </a:lnTo>
                  <a:lnTo>
                    <a:pt x="5223538" y="826870"/>
                  </a:lnTo>
                  <a:lnTo>
                    <a:pt x="5223683" y="826870"/>
                  </a:lnTo>
                  <a:lnTo>
                    <a:pt x="5223829" y="826870"/>
                  </a:lnTo>
                  <a:lnTo>
                    <a:pt x="5223974" y="826870"/>
                  </a:lnTo>
                  <a:lnTo>
                    <a:pt x="5224120" y="826870"/>
                  </a:lnTo>
                  <a:lnTo>
                    <a:pt x="5224265" y="826870"/>
                  </a:lnTo>
                  <a:lnTo>
                    <a:pt x="5224265" y="826246"/>
                  </a:lnTo>
                  <a:lnTo>
                    <a:pt x="5224410" y="826246"/>
                  </a:lnTo>
                  <a:lnTo>
                    <a:pt x="5224410" y="825622"/>
                  </a:lnTo>
                  <a:lnTo>
                    <a:pt x="5224556" y="825622"/>
                  </a:lnTo>
                  <a:lnTo>
                    <a:pt x="5224556" y="824999"/>
                  </a:lnTo>
                  <a:lnTo>
                    <a:pt x="5224701" y="824999"/>
                  </a:lnTo>
                  <a:lnTo>
                    <a:pt x="5224847" y="824999"/>
                  </a:lnTo>
                  <a:lnTo>
                    <a:pt x="5224992" y="824999"/>
                  </a:lnTo>
                  <a:lnTo>
                    <a:pt x="5225138" y="824999"/>
                  </a:lnTo>
                  <a:lnTo>
                    <a:pt x="5225283" y="824999"/>
                  </a:lnTo>
                  <a:lnTo>
                    <a:pt x="5225428" y="824999"/>
                  </a:lnTo>
                  <a:lnTo>
                    <a:pt x="5225574" y="824999"/>
                  </a:lnTo>
                  <a:lnTo>
                    <a:pt x="5225719" y="824999"/>
                  </a:lnTo>
                  <a:lnTo>
                    <a:pt x="5225865" y="824999"/>
                  </a:lnTo>
                  <a:lnTo>
                    <a:pt x="5225865" y="824375"/>
                  </a:lnTo>
                  <a:lnTo>
                    <a:pt x="5226010" y="824375"/>
                  </a:lnTo>
                  <a:lnTo>
                    <a:pt x="5226155" y="824375"/>
                  </a:lnTo>
                  <a:lnTo>
                    <a:pt x="5226155" y="823752"/>
                  </a:lnTo>
                  <a:lnTo>
                    <a:pt x="5226301" y="823752"/>
                  </a:lnTo>
                  <a:lnTo>
                    <a:pt x="5226446" y="823752"/>
                  </a:lnTo>
                  <a:lnTo>
                    <a:pt x="5226592" y="823752"/>
                  </a:lnTo>
                  <a:lnTo>
                    <a:pt x="5226737" y="823752"/>
                  </a:lnTo>
                  <a:lnTo>
                    <a:pt x="5226883" y="823752"/>
                  </a:lnTo>
                  <a:lnTo>
                    <a:pt x="5227028" y="823752"/>
                  </a:lnTo>
                  <a:lnTo>
                    <a:pt x="5227028" y="823128"/>
                  </a:lnTo>
                  <a:lnTo>
                    <a:pt x="5227173" y="823128"/>
                  </a:lnTo>
                  <a:lnTo>
                    <a:pt x="5227319" y="823128"/>
                  </a:lnTo>
                  <a:lnTo>
                    <a:pt x="5227464" y="823128"/>
                  </a:lnTo>
                  <a:lnTo>
                    <a:pt x="5227610" y="823128"/>
                  </a:lnTo>
                  <a:lnTo>
                    <a:pt x="5227755" y="823128"/>
                  </a:lnTo>
                  <a:lnTo>
                    <a:pt x="5227901" y="823128"/>
                  </a:lnTo>
                  <a:lnTo>
                    <a:pt x="5228046" y="823128"/>
                  </a:lnTo>
                  <a:lnTo>
                    <a:pt x="5228191" y="823128"/>
                  </a:lnTo>
                  <a:lnTo>
                    <a:pt x="5228337" y="823128"/>
                  </a:lnTo>
                  <a:lnTo>
                    <a:pt x="5228482" y="823128"/>
                  </a:lnTo>
                  <a:lnTo>
                    <a:pt x="5228628" y="823128"/>
                  </a:lnTo>
                  <a:lnTo>
                    <a:pt x="5228773" y="823128"/>
                  </a:lnTo>
                  <a:lnTo>
                    <a:pt x="5228919" y="823128"/>
                  </a:lnTo>
                  <a:lnTo>
                    <a:pt x="5229064" y="823128"/>
                  </a:lnTo>
                  <a:lnTo>
                    <a:pt x="5229209" y="823128"/>
                  </a:lnTo>
                  <a:lnTo>
                    <a:pt x="5229355" y="823128"/>
                  </a:lnTo>
                  <a:lnTo>
                    <a:pt x="5229500" y="823128"/>
                  </a:lnTo>
                  <a:lnTo>
                    <a:pt x="5229646" y="823128"/>
                  </a:lnTo>
                  <a:lnTo>
                    <a:pt x="5229791" y="823128"/>
                  </a:lnTo>
                  <a:lnTo>
                    <a:pt x="5229937" y="823128"/>
                  </a:lnTo>
                  <a:lnTo>
                    <a:pt x="5230082" y="823128"/>
                  </a:lnTo>
                  <a:lnTo>
                    <a:pt x="5230227" y="823128"/>
                  </a:lnTo>
                  <a:lnTo>
                    <a:pt x="5230373" y="823128"/>
                  </a:lnTo>
                  <a:lnTo>
                    <a:pt x="5230373" y="822505"/>
                  </a:lnTo>
                  <a:lnTo>
                    <a:pt x="5230518" y="822505"/>
                  </a:lnTo>
                  <a:lnTo>
                    <a:pt x="5230664" y="822505"/>
                  </a:lnTo>
                  <a:lnTo>
                    <a:pt x="5230809" y="822505"/>
                  </a:lnTo>
                  <a:lnTo>
                    <a:pt x="5230955" y="822505"/>
                  </a:lnTo>
                  <a:lnTo>
                    <a:pt x="5231100" y="822505"/>
                  </a:lnTo>
                  <a:lnTo>
                    <a:pt x="5231245" y="822505"/>
                  </a:lnTo>
                  <a:lnTo>
                    <a:pt x="5231391" y="822505"/>
                  </a:lnTo>
                  <a:lnTo>
                    <a:pt x="5231536" y="822505"/>
                  </a:lnTo>
                  <a:lnTo>
                    <a:pt x="5231682" y="822505"/>
                  </a:lnTo>
                  <a:lnTo>
                    <a:pt x="5231682" y="821881"/>
                  </a:lnTo>
                  <a:lnTo>
                    <a:pt x="5231827" y="821881"/>
                  </a:lnTo>
                  <a:lnTo>
                    <a:pt x="5231973" y="821881"/>
                  </a:lnTo>
                  <a:lnTo>
                    <a:pt x="5232118" y="821881"/>
                  </a:lnTo>
                  <a:lnTo>
                    <a:pt x="5232263" y="821881"/>
                  </a:lnTo>
                  <a:lnTo>
                    <a:pt x="5232409" y="821881"/>
                  </a:lnTo>
                  <a:lnTo>
                    <a:pt x="5232409" y="821257"/>
                  </a:lnTo>
                  <a:lnTo>
                    <a:pt x="5232554" y="821257"/>
                  </a:lnTo>
                  <a:lnTo>
                    <a:pt x="5232700" y="821257"/>
                  </a:lnTo>
                  <a:lnTo>
                    <a:pt x="5232845" y="821257"/>
                  </a:lnTo>
                  <a:lnTo>
                    <a:pt x="5232990" y="821257"/>
                  </a:lnTo>
                  <a:lnTo>
                    <a:pt x="5233136" y="821257"/>
                  </a:lnTo>
                  <a:lnTo>
                    <a:pt x="5233136" y="820634"/>
                  </a:lnTo>
                  <a:lnTo>
                    <a:pt x="5233281" y="820634"/>
                  </a:lnTo>
                  <a:lnTo>
                    <a:pt x="5233427" y="820634"/>
                  </a:lnTo>
                  <a:lnTo>
                    <a:pt x="5233572" y="820634"/>
                  </a:lnTo>
                  <a:lnTo>
                    <a:pt x="5233718" y="820634"/>
                  </a:lnTo>
                  <a:lnTo>
                    <a:pt x="5233863" y="820634"/>
                  </a:lnTo>
                  <a:lnTo>
                    <a:pt x="5234008" y="820634"/>
                  </a:lnTo>
                  <a:lnTo>
                    <a:pt x="5234154" y="820634"/>
                  </a:lnTo>
                  <a:lnTo>
                    <a:pt x="5234299" y="820634"/>
                  </a:lnTo>
                  <a:lnTo>
                    <a:pt x="5234445" y="820634"/>
                  </a:lnTo>
                  <a:lnTo>
                    <a:pt x="5234590" y="820634"/>
                  </a:lnTo>
                  <a:lnTo>
                    <a:pt x="5234736" y="820634"/>
                  </a:lnTo>
                  <a:lnTo>
                    <a:pt x="5234736" y="820010"/>
                  </a:lnTo>
                  <a:lnTo>
                    <a:pt x="5234881" y="820010"/>
                  </a:lnTo>
                  <a:lnTo>
                    <a:pt x="5235026" y="820010"/>
                  </a:lnTo>
                  <a:lnTo>
                    <a:pt x="5235172" y="820010"/>
                  </a:lnTo>
                  <a:lnTo>
                    <a:pt x="5235317" y="820010"/>
                  </a:lnTo>
                  <a:lnTo>
                    <a:pt x="5235463" y="820010"/>
                  </a:lnTo>
                  <a:lnTo>
                    <a:pt x="5235608" y="820010"/>
                  </a:lnTo>
                  <a:lnTo>
                    <a:pt x="5235754" y="820010"/>
                  </a:lnTo>
                  <a:lnTo>
                    <a:pt x="5235899" y="820010"/>
                  </a:lnTo>
                  <a:lnTo>
                    <a:pt x="5236044" y="820010"/>
                  </a:lnTo>
                  <a:lnTo>
                    <a:pt x="5236190" y="820010"/>
                  </a:lnTo>
                  <a:lnTo>
                    <a:pt x="5236335" y="820010"/>
                  </a:lnTo>
                  <a:lnTo>
                    <a:pt x="5236481" y="820010"/>
                  </a:lnTo>
                  <a:lnTo>
                    <a:pt x="5236626" y="820010"/>
                  </a:lnTo>
                  <a:lnTo>
                    <a:pt x="5236772" y="820010"/>
                  </a:lnTo>
                  <a:lnTo>
                    <a:pt x="5236917" y="820010"/>
                  </a:lnTo>
                  <a:lnTo>
                    <a:pt x="5237062" y="820010"/>
                  </a:lnTo>
                  <a:lnTo>
                    <a:pt x="5237208" y="820010"/>
                  </a:lnTo>
                  <a:lnTo>
                    <a:pt x="5237353" y="820010"/>
                  </a:lnTo>
                  <a:lnTo>
                    <a:pt x="5237499" y="820010"/>
                  </a:lnTo>
                  <a:lnTo>
                    <a:pt x="5237644" y="820010"/>
                  </a:lnTo>
                  <a:lnTo>
                    <a:pt x="5237790" y="820010"/>
                  </a:lnTo>
                  <a:lnTo>
                    <a:pt x="5237935" y="820010"/>
                  </a:lnTo>
                  <a:lnTo>
                    <a:pt x="5238080" y="820010"/>
                  </a:lnTo>
                  <a:lnTo>
                    <a:pt x="5238226" y="820010"/>
                  </a:lnTo>
                  <a:lnTo>
                    <a:pt x="5238371" y="820010"/>
                  </a:lnTo>
                  <a:lnTo>
                    <a:pt x="5238517" y="820010"/>
                  </a:lnTo>
                  <a:lnTo>
                    <a:pt x="5238662" y="820010"/>
                  </a:lnTo>
                  <a:lnTo>
                    <a:pt x="5238808" y="820010"/>
                  </a:lnTo>
                  <a:lnTo>
                    <a:pt x="5238953" y="820010"/>
                  </a:lnTo>
                  <a:lnTo>
                    <a:pt x="5238953" y="819387"/>
                  </a:lnTo>
                  <a:lnTo>
                    <a:pt x="5239098" y="819387"/>
                  </a:lnTo>
                  <a:lnTo>
                    <a:pt x="5239244" y="819387"/>
                  </a:lnTo>
                  <a:lnTo>
                    <a:pt x="5239389" y="819387"/>
                  </a:lnTo>
                  <a:lnTo>
                    <a:pt x="5239389" y="818763"/>
                  </a:lnTo>
                  <a:lnTo>
                    <a:pt x="5239535" y="818763"/>
                  </a:lnTo>
                  <a:lnTo>
                    <a:pt x="5239680" y="818763"/>
                  </a:lnTo>
                  <a:lnTo>
                    <a:pt x="5239680" y="818140"/>
                  </a:lnTo>
                  <a:lnTo>
                    <a:pt x="5239825" y="818140"/>
                  </a:lnTo>
                  <a:lnTo>
                    <a:pt x="5239971" y="818140"/>
                  </a:lnTo>
                  <a:lnTo>
                    <a:pt x="5240116" y="818140"/>
                  </a:lnTo>
                  <a:lnTo>
                    <a:pt x="5240116" y="817516"/>
                  </a:lnTo>
                  <a:lnTo>
                    <a:pt x="5240262" y="817516"/>
                  </a:lnTo>
                  <a:lnTo>
                    <a:pt x="5240407" y="817516"/>
                  </a:lnTo>
                  <a:lnTo>
                    <a:pt x="5240553" y="817516"/>
                  </a:lnTo>
                  <a:lnTo>
                    <a:pt x="5240698" y="817516"/>
                  </a:lnTo>
                  <a:lnTo>
                    <a:pt x="5240843" y="817516"/>
                  </a:lnTo>
                  <a:lnTo>
                    <a:pt x="5240989" y="817516"/>
                  </a:lnTo>
                  <a:lnTo>
                    <a:pt x="5241134" y="817516"/>
                  </a:lnTo>
                  <a:lnTo>
                    <a:pt x="5241280" y="817516"/>
                  </a:lnTo>
                  <a:lnTo>
                    <a:pt x="5241425" y="817516"/>
                  </a:lnTo>
                  <a:lnTo>
                    <a:pt x="5241571" y="817516"/>
                  </a:lnTo>
                  <a:lnTo>
                    <a:pt x="5241716" y="817516"/>
                  </a:lnTo>
                  <a:lnTo>
                    <a:pt x="5241861" y="817516"/>
                  </a:lnTo>
                  <a:lnTo>
                    <a:pt x="5242007" y="817516"/>
                  </a:lnTo>
                  <a:lnTo>
                    <a:pt x="5242152" y="817516"/>
                  </a:lnTo>
                  <a:lnTo>
                    <a:pt x="5242298" y="817516"/>
                  </a:lnTo>
                  <a:lnTo>
                    <a:pt x="5242443" y="817516"/>
                  </a:lnTo>
                  <a:lnTo>
                    <a:pt x="5242589" y="817516"/>
                  </a:lnTo>
                  <a:lnTo>
                    <a:pt x="5242734" y="817516"/>
                  </a:lnTo>
                  <a:lnTo>
                    <a:pt x="5242879" y="817516"/>
                  </a:lnTo>
                  <a:lnTo>
                    <a:pt x="5243025" y="817516"/>
                  </a:lnTo>
                  <a:lnTo>
                    <a:pt x="5243170" y="817516"/>
                  </a:lnTo>
                  <a:lnTo>
                    <a:pt x="5243316" y="817516"/>
                  </a:lnTo>
                  <a:lnTo>
                    <a:pt x="5243461" y="817516"/>
                  </a:lnTo>
                  <a:lnTo>
                    <a:pt x="5243607" y="817516"/>
                  </a:lnTo>
                  <a:lnTo>
                    <a:pt x="5243752" y="817516"/>
                  </a:lnTo>
                  <a:lnTo>
                    <a:pt x="5243897" y="817516"/>
                  </a:lnTo>
                  <a:lnTo>
                    <a:pt x="5244043" y="817516"/>
                  </a:lnTo>
                  <a:lnTo>
                    <a:pt x="5244043" y="816892"/>
                  </a:lnTo>
                  <a:lnTo>
                    <a:pt x="5244188" y="816892"/>
                  </a:lnTo>
                  <a:lnTo>
                    <a:pt x="5244334" y="816892"/>
                  </a:lnTo>
                  <a:lnTo>
                    <a:pt x="5244479" y="816892"/>
                  </a:lnTo>
                  <a:lnTo>
                    <a:pt x="5244479" y="816269"/>
                  </a:lnTo>
                  <a:lnTo>
                    <a:pt x="5244625" y="816269"/>
                  </a:lnTo>
                  <a:lnTo>
                    <a:pt x="5244770" y="816269"/>
                  </a:lnTo>
                  <a:lnTo>
                    <a:pt x="5244915" y="816269"/>
                  </a:lnTo>
                  <a:lnTo>
                    <a:pt x="5245061" y="816269"/>
                  </a:lnTo>
                  <a:lnTo>
                    <a:pt x="5245206" y="816269"/>
                  </a:lnTo>
                  <a:lnTo>
                    <a:pt x="5245352" y="816269"/>
                  </a:lnTo>
                  <a:lnTo>
                    <a:pt x="5245497" y="816269"/>
                  </a:lnTo>
                  <a:lnTo>
                    <a:pt x="5245643" y="816269"/>
                  </a:lnTo>
                  <a:lnTo>
                    <a:pt x="5245788" y="816269"/>
                  </a:lnTo>
                  <a:lnTo>
                    <a:pt x="5245933" y="816269"/>
                  </a:lnTo>
                  <a:lnTo>
                    <a:pt x="5246079" y="816269"/>
                  </a:lnTo>
                  <a:lnTo>
                    <a:pt x="5246079" y="815645"/>
                  </a:lnTo>
                  <a:lnTo>
                    <a:pt x="5246224" y="815645"/>
                  </a:lnTo>
                  <a:lnTo>
                    <a:pt x="5246370" y="815645"/>
                  </a:lnTo>
                  <a:lnTo>
                    <a:pt x="5246515" y="815645"/>
                  </a:lnTo>
                  <a:lnTo>
                    <a:pt x="5246660" y="815645"/>
                  </a:lnTo>
                  <a:lnTo>
                    <a:pt x="5246806" y="815645"/>
                  </a:lnTo>
                  <a:lnTo>
                    <a:pt x="5246951" y="815645"/>
                  </a:lnTo>
                  <a:lnTo>
                    <a:pt x="5246951" y="815022"/>
                  </a:lnTo>
                  <a:lnTo>
                    <a:pt x="5247097" y="815022"/>
                  </a:lnTo>
                  <a:lnTo>
                    <a:pt x="5247097" y="814398"/>
                  </a:lnTo>
                  <a:lnTo>
                    <a:pt x="5247242" y="814398"/>
                  </a:lnTo>
                  <a:lnTo>
                    <a:pt x="5247388" y="814398"/>
                  </a:lnTo>
                  <a:lnTo>
                    <a:pt x="5247388" y="813774"/>
                  </a:lnTo>
                  <a:lnTo>
                    <a:pt x="5247533" y="813774"/>
                  </a:lnTo>
                  <a:lnTo>
                    <a:pt x="5247678" y="813774"/>
                  </a:lnTo>
                  <a:lnTo>
                    <a:pt x="5247824" y="813774"/>
                  </a:lnTo>
                  <a:lnTo>
                    <a:pt x="5247969" y="813774"/>
                  </a:lnTo>
                  <a:lnTo>
                    <a:pt x="5248115" y="813774"/>
                  </a:lnTo>
                  <a:lnTo>
                    <a:pt x="5248260" y="813774"/>
                  </a:lnTo>
                  <a:lnTo>
                    <a:pt x="5248406" y="813774"/>
                  </a:lnTo>
                  <a:lnTo>
                    <a:pt x="5248551" y="813774"/>
                  </a:lnTo>
                  <a:lnTo>
                    <a:pt x="5248696" y="813774"/>
                  </a:lnTo>
                  <a:lnTo>
                    <a:pt x="5248842" y="813774"/>
                  </a:lnTo>
                  <a:lnTo>
                    <a:pt x="5248987" y="813774"/>
                  </a:lnTo>
                  <a:lnTo>
                    <a:pt x="5249133" y="813774"/>
                  </a:lnTo>
                  <a:lnTo>
                    <a:pt x="5249278" y="813774"/>
                  </a:lnTo>
                  <a:lnTo>
                    <a:pt x="5249424" y="813774"/>
                  </a:lnTo>
                  <a:lnTo>
                    <a:pt x="5249569" y="813774"/>
                  </a:lnTo>
                  <a:lnTo>
                    <a:pt x="5249714" y="813774"/>
                  </a:lnTo>
                  <a:lnTo>
                    <a:pt x="5249860" y="813774"/>
                  </a:lnTo>
                  <a:lnTo>
                    <a:pt x="5250005" y="813774"/>
                  </a:lnTo>
                  <a:lnTo>
                    <a:pt x="5250151" y="813774"/>
                  </a:lnTo>
                  <a:lnTo>
                    <a:pt x="5250296" y="813774"/>
                  </a:lnTo>
                  <a:lnTo>
                    <a:pt x="5250442" y="813774"/>
                  </a:lnTo>
                  <a:lnTo>
                    <a:pt x="5250587" y="813774"/>
                  </a:lnTo>
                  <a:lnTo>
                    <a:pt x="5250732" y="813774"/>
                  </a:lnTo>
                  <a:lnTo>
                    <a:pt x="5250878" y="813774"/>
                  </a:lnTo>
                  <a:lnTo>
                    <a:pt x="5251023" y="813774"/>
                  </a:lnTo>
                  <a:lnTo>
                    <a:pt x="5251169" y="813774"/>
                  </a:lnTo>
                  <a:lnTo>
                    <a:pt x="5251314" y="813774"/>
                  </a:lnTo>
                  <a:lnTo>
                    <a:pt x="5251460" y="813774"/>
                  </a:lnTo>
                  <a:lnTo>
                    <a:pt x="5251605" y="813774"/>
                  </a:lnTo>
                  <a:lnTo>
                    <a:pt x="5251750" y="813774"/>
                  </a:lnTo>
                  <a:lnTo>
                    <a:pt x="5251896" y="813774"/>
                  </a:lnTo>
                  <a:lnTo>
                    <a:pt x="5252041" y="813774"/>
                  </a:lnTo>
                  <a:lnTo>
                    <a:pt x="5252187" y="813774"/>
                  </a:lnTo>
                  <a:lnTo>
                    <a:pt x="5252332" y="813774"/>
                  </a:lnTo>
                  <a:lnTo>
                    <a:pt x="5252478" y="813774"/>
                  </a:lnTo>
                  <a:lnTo>
                    <a:pt x="5252478" y="813151"/>
                  </a:lnTo>
                  <a:lnTo>
                    <a:pt x="5252623" y="813151"/>
                  </a:lnTo>
                  <a:lnTo>
                    <a:pt x="5252768" y="813151"/>
                  </a:lnTo>
                  <a:lnTo>
                    <a:pt x="5252914" y="813151"/>
                  </a:lnTo>
                  <a:lnTo>
                    <a:pt x="5253059" y="813151"/>
                  </a:lnTo>
                  <a:lnTo>
                    <a:pt x="5253205" y="813151"/>
                  </a:lnTo>
                  <a:lnTo>
                    <a:pt x="5253350" y="813151"/>
                  </a:lnTo>
                  <a:lnTo>
                    <a:pt x="5253495" y="813151"/>
                  </a:lnTo>
                  <a:lnTo>
                    <a:pt x="5253641" y="813151"/>
                  </a:lnTo>
                  <a:lnTo>
                    <a:pt x="5253786" y="813151"/>
                  </a:lnTo>
                  <a:lnTo>
                    <a:pt x="5253932" y="813151"/>
                  </a:lnTo>
                  <a:lnTo>
                    <a:pt x="5254077" y="813151"/>
                  </a:lnTo>
                  <a:lnTo>
                    <a:pt x="5254223" y="813151"/>
                  </a:lnTo>
                  <a:lnTo>
                    <a:pt x="5254368" y="813151"/>
                  </a:lnTo>
                  <a:lnTo>
                    <a:pt x="5254513" y="813151"/>
                  </a:lnTo>
                  <a:lnTo>
                    <a:pt x="5254659" y="813151"/>
                  </a:lnTo>
                  <a:lnTo>
                    <a:pt x="5254804" y="813151"/>
                  </a:lnTo>
                  <a:lnTo>
                    <a:pt x="5254950" y="813151"/>
                  </a:lnTo>
                  <a:lnTo>
                    <a:pt x="5255095" y="813151"/>
                  </a:lnTo>
                  <a:lnTo>
                    <a:pt x="5255241" y="813151"/>
                  </a:lnTo>
                  <a:lnTo>
                    <a:pt x="5255386" y="813151"/>
                  </a:lnTo>
                  <a:lnTo>
                    <a:pt x="5255531" y="813151"/>
                  </a:lnTo>
                  <a:lnTo>
                    <a:pt x="5255677" y="813151"/>
                  </a:lnTo>
                  <a:lnTo>
                    <a:pt x="5255822" y="813151"/>
                  </a:lnTo>
                  <a:lnTo>
                    <a:pt x="5255968" y="813151"/>
                  </a:lnTo>
                  <a:lnTo>
                    <a:pt x="5256113" y="813151"/>
                  </a:lnTo>
                  <a:lnTo>
                    <a:pt x="5256259" y="813151"/>
                  </a:lnTo>
                  <a:lnTo>
                    <a:pt x="5256404" y="813151"/>
                  </a:lnTo>
                  <a:lnTo>
                    <a:pt x="5256549" y="813151"/>
                  </a:lnTo>
                  <a:lnTo>
                    <a:pt x="5256695" y="813151"/>
                  </a:lnTo>
                  <a:lnTo>
                    <a:pt x="5256840" y="813151"/>
                  </a:lnTo>
                  <a:lnTo>
                    <a:pt x="5256840" y="812527"/>
                  </a:lnTo>
                  <a:lnTo>
                    <a:pt x="5256986" y="812527"/>
                  </a:lnTo>
                  <a:lnTo>
                    <a:pt x="5257131" y="812527"/>
                  </a:lnTo>
                  <a:lnTo>
                    <a:pt x="5257277" y="812527"/>
                  </a:lnTo>
                  <a:lnTo>
                    <a:pt x="5257422" y="812527"/>
                  </a:lnTo>
                  <a:lnTo>
                    <a:pt x="5257567" y="812527"/>
                  </a:lnTo>
                  <a:lnTo>
                    <a:pt x="5257713" y="812527"/>
                  </a:lnTo>
                  <a:lnTo>
                    <a:pt x="5257858" y="812527"/>
                  </a:lnTo>
                  <a:lnTo>
                    <a:pt x="5258004" y="812527"/>
                  </a:lnTo>
                  <a:lnTo>
                    <a:pt x="5258149" y="812527"/>
                  </a:lnTo>
                  <a:lnTo>
                    <a:pt x="5258295" y="812527"/>
                  </a:lnTo>
                  <a:lnTo>
                    <a:pt x="5258440" y="812527"/>
                  </a:lnTo>
                  <a:lnTo>
                    <a:pt x="5258585" y="812527"/>
                  </a:lnTo>
                  <a:lnTo>
                    <a:pt x="5258585" y="811904"/>
                  </a:lnTo>
                  <a:lnTo>
                    <a:pt x="5258731" y="811904"/>
                  </a:lnTo>
                  <a:lnTo>
                    <a:pt x="5258876" y="811904"/>
                  </a:lnTo>
                  <a:lnTo>
                    <a:pt x="5259022" y="811904"/>
                  </a:lnTo>
                  <a:lnTo>
                    <a:pt x="5259167" y="811904"/>
                  </a:lnTo>
                  <a:lnTo>
                    <a:pt x="5259313" y="811904"/>
                  </a:lnTo>
                  <a:lnTo>
                    <a:pt x="5259458" y="811904"/>
                  </a:lnTo>
                  <a:lnTo>
                    <a:pt x="5259458" y="811280"/>
                  </a:lnTo>
                  <a:lnTo>
                    <a:pt x="5259603" y="811280"/>
                  </a:lnTo>
                  <a:lnTo>
                    <a:pt x="5259749" y="811280"/>
                  </a:lnTo>
                  <a:lnTo>
                    <a:pt x="5259894" y="811280"/>
                  </a:lnTo>
                  <a:lnTo>
                    <a:pt x="5260040" y="811280"/>
                  </a:lnTo>
                  <a:lnTo>
                    <a:pt x="5260040" y="810657"/>
                  </a:lnTo>
                  <a:lnTo>
                    <a:pt x="5260185" y="810657"/>
                  </a:lnTo>
                  <a:lnTo>
                    <a:pt x="5260330" y="810657"/>
                  </a:lnTo>
                  <a:lnTo>
                    <a:pt x="5260476" y="810657"/>
                  </a:lnTo>
                  <a:lnTo>
                    <a:pt x="5260621" y="810657"/>
                  </a:lnTo>
                  <a:lnTo>
                    <a:pt x="5260767" y="810657"/>
                  </a:lnTo>
                  <a:lnTo>
                    <a:pt x="5260912" y="810657"/>
                  </a:lnTo>
                  <a:lnTo>
                    <a:pt x="5261058" y="810657"/>
                  </a:lnTo>
                  <a:lnTo>
                    <a:pt x="5261203" y="810657"/>
                  </a:lnTo>
                  <a:lnTo>
                    <a:pt x="5261203" y="810033"/>
                  </a:lnTo>
                  <a:lnTo>
                    <a:pt x="5261348" y="810033"/>
                  </a:lnTo>
                  <a:lnTo>
                    <a:pt x="5261348" y="809409"/>
                  </a:lnTo>
                  <a:lnTo>
                    <a:pt x="5261494" y="809409"/>
                  </a:lnTo>
                  <a:lnTo>
                    <a:pt x="5261494" y="808786"/>
                  </a:lnTo>
                  <a:lnTo>
                    <a:pt x="5261639" y="808786"/>
                  </a:lnTo>
                  <a:lnTo>
                    <a:pt x="5261785" y="808786"/>
                  </a:lnTo>
                  <a:lnTo>
                    <a:pt x="5261930" y="808786"/>
                  </a:lnTo>
                  <a:lnTo>
                    <a:pt x="5262076" y="808786"/>
                  </a:lnTo>
                  <a:lnTo>
                    <a:pt x="5262221" y="808786"/>
                  </a:lnTo>
                  <a:lnTo>
                    <a:pt x="5262366" y="808786"/>
                  </a:lnTo>
                  <a:lnTo>
                    <a:pt x="5262512" y="808786"/>
                  </a:lnTo>
                  <a:lnTo>
                    <a:pt x="5262657" y="808786"/>
                  </a:lnTo>
                  <a:lnTo>
                    <a:pt x="5262803" y="808786"/>
                  </a:lnTo>
                  <a:lnTo>
                    <a:pt x="5262948" y="808786"/>
                  </a:lnTo>
                  <a:lnTo>
                    <a:pt x="5262948" y="808162"/>
                  </a:lnTo>
                  <a:lnTo>
                    <a:pt x="5263094" y="808162"/>
                  </a:lnTo>
                  <a:lnTo>
                    <a:pt x="5263094" y="807539"/>
                  </a:lnTo>
                  <a:lnTo>
                    <a:pt x="5263239" y="807539"/>
                  </a:lnTo>
                  <a:lnTo>
                    <a:pt x="5263384" y="807539"/>
                  </a:lnTo>
                  <a:lnTo>
                    <a:pt x="5263530" y="807539"/>
                  </a:lnTo>
                  <a:lnTo>
                    <a:pt x="5263675" y="807539"/>
                  </a:lnTo>
                  <a:lnTo>
                    <a:pt x="5263821" y="807539"/>
                  </a:lnTo>
                  <a:lnTo>
                    <a:pt x="5263966" y="807539"/>
                  </a:lnTo>
                  <a:lnTo>
                    <a:pt x="5264112" y="807539"/>
                  </a:lnTo>
                  <a:lnTo>
                    <a:pt x="5264257" y="807539"/>
                  </a:lnTo>
                  <a:lnTo>
                    <a:pt x="5264257" y="806915"/>
                  </a:lnTo>
                  <a:lnTo>
                    <a:pt x="5264402" y="806915"/>
                  </a:lnTo>
                  <a:lnTo>
                    <a:pt x="5264548" y="806915"/>
                  </a:lnTo>
                  <a:lnTo>
                    <a:pt x="5264693" y="806915"/>
                  </a:lnTo>
                  <a:lnTo>
                    <a:pt x="5264693" y="806291"/>
                  </a:lnTo>
                  <a:lnTo>
                    <a:pt x="5264839" y="806291"/>
                  </a:lnTo>
                  <a:lnTo>
                    <a:pt x="5264984" y="806291"/>
                  </a:lnTo>
                  <a:lnTo>
                    <a:pt x="5265130" y="806291"/>
                  </a:lnTo>
                  <a:lnTo>
                    <a:pt x="5265275" y="806291"/>
                  </a:lnTo>
                  <a:lnTo>
                    <a:pt x="5265275" y="805668"/>
                  </a:lnTo>
                  <a:lnTo>
                    <a:pt x="5265420" y="805668"/>
                  </a:lnTo>
                  <a:lnTo>
                    <a:pt x="5265566" y="805668"/>
                  </a:lnTo>
                  <a:lnTo>
                    <a:pt x="5265711" y="805668"/>
                  </a:lnTo>
                  <a:lnTo>
                    <a:pt x="5265857" y="805668"/>
                  </a:lnTo>
                  <a:lnTo>
                    <a:pt x="5266002" y="805668"/>
                  </a:lnTo>
                  <a:lnTo>
                    <a:pt x="5266148" y="805668"/>
                  </a:lnTo>
                  <a:lnTo>
                    <a:pt x="5266293" y="805668"/>
                  </a:lnTo>
                  <a:lnTo>
                    <a:pt x="5266438" y="805668"/>
                  </a:lnTo>
                  <a:lnTo>
                    <a:pt x="5266584" y="805668"/>
                  </a:lnTo>
                  <a:lnTo>
                    <a:pt x="5266729" y="805668"/>
                  </a:lnTo>
                  <a:lnTo>
                    <a:pt x="5266875" y="805668"/>
                  </a:lnTo>
                  <a:lnTo>
                    <a:pt x="5267020" y="805668"/>
                  </a:lnTo>
                  <a:lnTo>
                    <a:pt x="5267165" y="805668"/>
                  </a:lnTo>
                  <a:lnTo>
                    <a:pt x="5267311" y="805668"/>
                  </a:lnTo>
                  <a:lnTo>
                    <a:pt x="5267456" y="805668"/>
                  </a:lnTo>
                  <a:lnTo>
                    <a:pt x="5267602" y="805668"/>
                  </a:lnTo>
                  <a:lnTo>
                    <a:pt x="5267747" y="805668"/>
                  </a:lnTo>
                  <a:lnTo>
                    <a:pt x="5267893" y="805668"/>
                  </a:lnTo>
                  <a:lnTo>
                    <a:pt x="5268038" y="805668"/>
                  </a:lnTo>
                  <a:lnTo>
                    <a:pt x="5268183" y="805668"/>
                  </a:lnTo>
                  <a:lnTo>
                    <a:pt x="5268183" y="805044"/>
                  </a:lnTo>
                  <a:lnTo>
                    <a:pt x="5268329" y="805044"/>
                  </a:lnTo>
                  <a:lnTo>
                    <a:pt x="5268329" y="804421"/>
                  </a:lnTo>
                  <a:lnTo>
                    <a:pt x="5268474" y="804421"/>
                  </a:lnTo>
                  <a:lnTo>
                    <a:pt x="5268474" y="803797"/>
                  </a:lnTo>
                  <a:lnTo>
                    <a:pt x="5268620" y="803797"/>
                  </a:lnTo>
                  <a:lnTo>
                    <a:pt x="5268765" y="803797"/>
                  </a:lnTo>
                  <a:lnTo>
                    <a:pt x="5268911" y="803797"/>
                  </a:lnTo>
                  <a:lnTo>
                    <a:pt x="5269056" y="803797"/>
                  </a:lnTo>
                  <a:lnTo>
                    <a:pt x="5269201" y="803797"/>
                  </a:lnTo>
                  <a:lnTo>
                    <a:pt x="5269347" y="803797"/>
                  </a:lnTo>
                  <a:lnTo>
                    <a:pt x="5269492" y="803797"/>
                  </a:lnTo>
                  <a:lnTo>
                    <a:pt x="5269638" y="803797"/>
                  </a:lnTo>
                  <a:lnTo>
                    <a:pt x="5269783" y="803797"/>
                  </a:lnTo>
                  <a:lnTo>
                    <a:pt x="5269929" y="803797"/>
                  </a:lnTo>
                  <a:lnTo>
                    <a:pt x="5270074" y="803797"/>
                  </a:lnTo>
                  <a:lnTo>
                    <a:pt x="5270219" y="803797"/>
                  </a:lnTo>
                  <a:lnTo>
                    <a:pt x="5270365" y="803797"/>
                  </a:lnTo>
                  <a:lnTo>
                    <a:pt x="5270510" y="803797"/>
                  </a:lnTo>
                  <a:lnTo>
                    <a:pt x="5270656" y="803797"/>
                  </a:lnTo>
                  <a:lnTo>
                    <a:pt x="5270801" y="803797"/>
                  </a:lnTo>
                  <a:lnTo>
                    <a:pt x="5270947" y="803797"/>
                  </a:lnTo>
                  <a:lnTo>
                    <a:pt x="5271092" y="803797"/>
                  </a:lnTo>
                  <a:lnTo>
                    <a:pt x="5271092" y="803174"/>
                  </a:lnTo>
                  <a:lnTo>
                    <a:pt x="5271237" y="803174"/>
                  </a:lnTo>
                  <a:lnTo>
                    <a:pt x="5271383" y="803174"/>
                  </a:lnTo>
                  <a:lnTo>
                    <a:pt x="5271528" y="803174"/>
                  </a:lnTo>
                  <a:lnTo>
                    <a:pt x="5271674" y="803174"/>
                  </a:lnTo>
                  <a:lnTo>
                    <a:pt x="5271819" y="803174"/>
                  </a:lnTo>
                  <a:lnTo>
                    <a:pt x="5271965" y="803174"/>
                  </a:lnTo>
                  <a:lnTo>
                    <a:pt x="5272110" y="803174"/>
                  </a:lnTo>
                  <a:lnTo>
                    <a:pt x="5272255" y="803174"/>
                  </a:lnTo>
                  <a:lnTo>
                    <a:pt x="5272401" y="803174"/>
                  </a:lnTo>
                  <a:lnTo>
                    <a:pt x="5272546" y="803174"/>
                  </a:lnTo>
                  <a:lnTo>
                    <a:pt x="5272692" y="803174"/>
                  </a:lnTo>
                  <a:lnTo>
                    <a:pt x="5272837" y="803174"/>
                  </a:lnTo>
                  <a:lnTo>
                    <a:pt x="5272837" y="802550"/>
                  </a:lnTo>
                  <a:lnTo>
                    <a:pt x="5272983" y="802550"/>
                  </a:lnTo>
                  <a:lnTo>
                    <a:pt x="5273128" y="802550"/>
                  </a:lnTo>
                  <a:lnTo>
                    <a:pt x="5273273" y="802550"/>
                  </a:lnTo>
                  <a:lnTo>
                    <a:pt x="5273419" y="802550"/>
                  </a:lnTo>
                  <a:lnTo>
                    <a:pt x="5273564" y="802550"/>
                  </a:lnTo>
                  <a:lnTo>
                    <a:pt x="5273710" y="802550"/>
                  </a:lnTo>
                  <a:lnTo>
                    <a:pt x="5273855" y="802550"/>
                  </a:lnTo>
                  <a:lnTo>
                    <a:pt x="5274000" y="802550"/>
                  </a:lnTo>
                  <a:lnTo>
                    <a:pt x="5274146" y="802550"/>
                  </a:lnTo>
                  <a:lnTo>
                    <a:pt x="5274291" y="802550"/>
                  </a:lnTo>
                  <a:lnTo>
                    <a:pt x="5274437" y="802550"/>
                  </a:lnTo>
                  <a:lnTo>
                    <a:pt x="5274582" y="802550"/>
                  </a:lnTo>
                  <a:lnTo>
                    <a:pt x="5274582" y="801926"/>
                  </a:lnTo>
                  <a:lnTo>
                    <a:pt x="5274728" y="801926"/>
                  </a:lnTo>
                  <a:lnTo>
                    <a:pt x="5274873" y="801926"/>
                  </a:lnTo>
                  <a:lnTo>
                    <a:pt x="5275018" y="801926"/>
                  </a:lnTo>
                  <a:lnTo>
                    <a:pt x="5275164" y="801926"/>
                  </a:lnTo>
                  <a:lnTo>
                    <a:pt x="5275309" y="801926"/>
                  </a:lnTo>
                  <a:lnTo>
                    <a:pt x="5275455" y="801926"/>
                  </a:lnTo>
                  <a:lnTo>
                    <a:pt x="5275600" y="801926"/>
                  </a:lnTo>
                  <a:lnTo>
                    <a:pt x="5275600" y="801303"/>
                  </a:lnTo>
                  <a:lnTo>
                    <a:pt x="5275746" y="801303"/>
                  </a:lnTo>
                  <a:lnTo>
                    <a:pt x="5275746" y="800679"/>
                  </a:lnTo>
                  <a:lnTo>
                    <a:pt x="5275891" y="800679"/>
                  </a:lnTo>
                  <a:lnTo>
                    <a:pt x="5276036" y="800679"/>
                  </a:lnTo>
                  <a:lnTo>
                    <a:pt x="5276182" y="800679"/>
                  </a:lnTo>
                  <a:lnTo>
                    <a:pt x="5276182" y="800056"/>
                  </a:lnTo>
                  <a:lnTo>
                    <a:pt x="5276327" y="800056"/>
                  </a:lnTo>
                  <a:lnTo>
                    <a:pt x="5276327" y="799432"/>
                  </a:lnTo>
                  <a:lnTo>
                    <a:pt x="5276473" y="799432"/>
                  </a:lnTo>
                  <a:lnTo>
                    <a:pt x="5276473" y="798808"/>
                  </a:lnTo>
                  <a:lnTo>
                    <a:pt x="5276618" y="798808"/>
                  </a:lnTo>
                  <a:lnTo>
                    <a:pt x="5276764" y="798808"/>
                  </a:lnTo>
                  <a:lnTo>
                    <a:pt x="5276909" y="798808"/>
                  </a:lnTo>
                  <a:lnTo>
                    <a:pt x="5277054" y="798808"/>
                  </a:lnTo>
                  <a:lnTo>
                    <a:pt x="5277200" y="798808"/>
                  </a:lnTo>
                  <a:lnTo>
                    <a:pt x="5277345" y="798808"/>
                  </a:lnTo>
                  <a:lnTo>
                    <a:pt x="5277491" y="798808"/>
                  </a:lnTo>
                  <a:lnTo>
                    <a:pt x="5277636" y="798808"/>
                  </a:lnTo>
                  <a:lnTo>
                    <a:pt x="5277782" y="798808"/>
                  </a:lnTo>
                  <a:lnTo>
                    <a:pt x="5277927" y="798808"/>
                  </a:lnTo>
                  <a:lnTo>
                    <a:pt x="5278072" y="798808"/>
                  </a:lnTo>
                  <a:lnTo>
                    <a:pt x="5278218" y="798808"/>
                  </a:lnTo>
                  <a:lnTo>
                    <a:pt x="5278363" y="798808"/>
                  </a:lnTo>
                  <a:lnTo>
                    <a:pt x="5278509" y="798808"/>
                  </a:lnTo>
                  <a:lnTo>
                    <a:pt x="5278654" y="798808"/>
                  </a:lnTo>
                  <a:lnTo>
                    <a:pt x="5278800" y="798808"/>
                  </a:lnTo>
                  <a:lnTo>
                    <a:pt x="5278945" y="798808"/>
                  </a:lnTo>
                  <a:lnTo>
                    <a:pt x="5279090" y="798808"/>
                  </a:lnTo>
                  <a:lnTo>
                    <a:pt x="5279236" y="798808"/>
                  </a:lnTo>
                  <a:lnTo>
                    <a:pt x="5279381" y="798808"/>
                  </a:lnTo>
                  <a:lnTo>
                    <a:pt x="5279527" y="798808"/>
                  </a:lnTo>
                  <a:lnTo>
                    <a:pt x="5279672" y="798808"/>
                  </a:lnTo>
                  <a:lnTo>
                    <a:pt x="5279817" y="798808"/>
                  </a:lnTo>
                  <a:lnTo>
                    <a:pt x="5279963" y="798808"/>
                  </a:lnTo>
                  <a:lnTo>
                    <a:pt x="5280108" y="798808"/>
                  </a:lnTo>
                  <a:lnTo>
                    <a:pt x="5280254" y="798808"/>
                  </a:lnTo>
                  <a:lnTo>
                    <a:pt x="5280399" y="798808"/>
                  </a:lnTo>
                  <a:lnTo>
                    <a:pt x="5280545" y="798808"/>
                  </a:lnTo>
                  <a:lnTo>
                    <a:pt x="5280690" y="798808"/>
                  </a:lnTo>
                  <a:lnTo>
                    <a:pt x="5280835" y="798808"/>
                  </a:lnTo>
                  <a:lnTo>
                    <a:pt x="5280981" y="798808"/>
                  </a:lnTo>
                  <a:lnTo>
                    <a:pt x="5280981" y="798185"/>
                  </a:lnTo>
                  <a:lnTo>
                    <a:pt x="5281126" y="798185"/>
                  </a:lnTo>
                  <a:lnTo>
                    <a:pt x="5281272" y="798185"/>
                  </a:lnTo>
                  <a:lnTo>
                    <a:pt x="5281417" y="798185"/>
                  </a:lnTo>
                  <a:lnTo>
                    <a:pt x="5281563" y="798185"/>
                  </a:lnTo>
                  <a:lnTo>
                    <a:pt x="5281708" y="798185"/>
                  </a:lnTo>
                  <a:lnTo>
                    <a:pt x="5281853" y="798185"/>
                  </a:lnTo>
                  <a:lnTo>
                    <a:pt x="5281999" y="798185"/>
                  </a:lnTo>
                  <a:lnTo>
                    <a:pt x="5281999" y="797561"/>
                  </a:lnTo>
                  <a:lnTo>
                    <a:pt x="5282144" y="797561"/>
                  </a:lnTo>
                  <a:lnTo>
                    <a:pt x="5282144" y="796938"/>
                  </a:lnTo>
                  <a:lnTo>
                    <a:pt x="5282290" y="796938"/>
                  </a:lnTo>
                  <a:lnTo>
                    <a:pt x="5282435" y="796938"/>
                  </a:lnTo>
                  <a:lnTo>
                    <a:pt x="5282581" y="796938"/>
                  </a:lnTo>
                  <a:lnTo>
                    <a:pt x="5282726" y="796938"/>
                  </a:lnTo>
                  <a:lnTo>
                    <a:pt x="5282871" y="796938"/>
                  </a:lnTo>
                  <a:lnTo>
                    <a:pt x="5283017" y="796938"/>
                  </a:lnTo>
                  <a:lnTo>
                    <a:pt x="5283162" y="796938"/>
                  </a:lnTo>
                  <a:lnTo>
                    <a:pt x="5283308" y="796938"/>
                  </a:lnTo>
                  <a:lnTo>
                    <a:pt x="5283453" y="796938"/>
                  </a:lnTo>
                  <a:lnTo>
                    <a:pt x="5283453" y="796314"/>
                  </a:lnTo>
                  <a:lnTo>
                    <a:pt x="5283599" y="796314"/>
                  </a:lnTo>
                  <a:lnTo>
                    <a:pt x="5283744" y="796314"/>
                  </a:lnTo>
                  <a:lnTo>
                    <a:pt x="5283889" y="796314"/>
                  </a:lnTo>
                  <a:lnTo>
                    <a:pt x="5284035" y="796314"/>
                  </a:lnTo>
                  <a:lnTo>
                    <a:pt x="5284180" y="796314"/>
                  </a:lnTo>
                  <a:lnTo>
                    <a:pt x="5284326" y="796314"/>
                  </a:lnTo>
                  <a:lnTo>
                    <a:pt x="5284471" y="796314"/>
                  </a:lnTo>
                  <a:lnTo>
                    <a:pt x="5284617" y="796314"/>
                  </a:lnTo>
                  <a:lnTo>
                    <a:pt x="5284762" y="796314"/>
                  </a:lnTo>
                  <a:lnTo>
                    <a:pt x="5284907" y="796314"/>
                  </a:lnTo>
                  <a:lnTo>
                    <a:pt x="5285053" y="796314"/>
                  </a:lnTo>
                  <a:lnTo>
                    <a:pt x="5285198" y="796314"/>
                  </a:lnTo>
                  <a:lnTo>
                    <a:pt x="5285344" y="796314"/>
                  </a:lnTo>
                  <a:lnTo>
                    <a:pt x="5285489" y="796314"/>
                  </a:lnTo>
                  <a:lnTo>
                    <a:pt x="5285635" y="796314"/>
                  </a:lnTo>
                  <a:lnTo>
                    <a:pt x="5285780" y="796314"/>
                  </a:lnTo>
                  <a:lnTo>
                    <a:pt x="5285780" y="795691"/>
                  </a:lnTo>
                  <a:lnTo>
                    <a:pt x="5285925" y="795691"/>
                  </a:lnTo>
                  <a:lnTo>
                    <a:pt x="5286071" y="795691"/>
                  </a:lnTo>
                  <a:lnTo>
                    <a:pt x="5286216" y="795691"/>
                  </a:lnTo>
                  <a:lnTo>
                    <a:pt x="5286362" y="795691"/>
                  </a:lnTo>
                  <a:lnTo>
                    <a:pt x="5286507" y="795691"/>
                  </a:lnTo>
                  <a:lnTo>
                    <a:pt x="5286652" y="795691"/>
                  </a:lnTo>
                  <a:lnTo>
                    <a:pt x="5286798" y="795691"/>
                  </a:lnTo>
                  <a:lnTo>
                    <a:pt x="5286943" y="795691"/>
                  </a:lnTo>
                  <a:lnTo>
                    <a:pt x="5287089" y="795691"/>
                  </a:lnTo>
                  <a:lnTo>
                    <a:pt x="5287234" y="795691"/>
                  </a:lnTo>
                  <a:lnTo>
                    <a:pt x="5287380" y="795691"/>
                  </a:lnTo>
                  <a:lnTo>
                    <a:pt x="5287525" y="795691"/>
                  </a:lnTo>
                  <a:lnTo>
                    <a:pt x="5287670" y="795691"/>
                  </a:lnTo>
                  <a:lnTo>
                    <a:pt x="5287816" y="795691"/>
                  </a:lnTo>
                  <a:lnTo>
                    <a:pt x="5287961" y="795691"/>
                  </a:lnTo>
                  <a:lnTo>
                    <a:pt x="5288107" y="795691"/>
                  </a:lnTo>
                  <a:lnTo>
                    <a:pt x="5288107" y="795067"/>
                  </a:lnTo>
                  <a:lnTo>
                    <a:pt x="5288252" y="795067"/>
                  </a:lnTo>
                  <a:lnTo>
                    <a:pt x="5288398" y="795067"/>
                  </a:lnTo>
                  <a:lnTo>
                    <a:pt x="5288543" y="795067"/>
                  </a:lnTo>
                  <a:lnTo>
                    <a:pt x="5288543" y="794443"/>
                  </a:lnTo>
                  <a:lnTo>
                    <a:pt x="5288688" y="794443"/>
                  </a:lnTo>
                  <a:lnTo>
                    <a:pt x="5288834" y="794443"/>
                  </a:lnTo>
                  <a:lnTo>
                    <a:pt x="5288979" y="794443"/>
                  </a:lnTo>
                  <a:lnTo>
                    <a:pt x="5289125" y="794443"/>
                  </a:lnTo>
                  <a:lnTo>
                    <a:pt x="5289270" y="794443"/>
                  </a:lnTo>
                  <a:lnTo>
                    <a:pt x="5289416" y="794443"/>
                  </a:lnTo>
                  <a:lnTo>
                    <a:pt x="5289561" y="794443"/>
                  </a:lnTo>
                  <a:lnTo>
                    <a:pt x="5289706" y="794443"/>
                  </a:lnTo>
                  <a:lnTo>
                    <a:pt x="5289852" y="794443"/>
                  </a:lnTo>
                  <a:lnTo>
                    <a:pt x="5289997" y="794443"/>
                  </a:lnTo>
                  <a:lnTo>
                    <a:pt x="5290143" y="794443"/>
                  </a:lnTo>
                  <a:lnTo>
                    <a:pt x="5290288" y="794443"/>
                  </a:lnTo>
                  <a:lnTo>
                    <a:pt x="5290434" y="794443"/>
                  </a:lnTo>
                  <a:lnTo>
                    <a:pt x="5290579" y="794443"/>
                  </a:lnTo>
                  <a:lnTo>
                    <a:pt x="5290724" y="794443"/>
                  </a:lnTo>
                  <a:lnTo>
                    <a:pt x="5290724" y="793820"/>
                  </a:lnTo>
                  <a:lnTo>
                    <a:pt x="5290724" y="793196"/>
                  </a:lnTo>
                  <a:lnTo>
                    <a:pt x="5290870" y="793196"/>
                  </a:lnTo>
                  <a:lnTo>
                    <a:pt x="5291015" y="793196"/>
                  </a:lnTo>
                  <a:lnTo>
                    <a:pt x="5291161" y="793196"/>
                  </a:lnTo>
                  <a:lnTo>
                    <a:pt x="5291306" y="793196"/>
                  </a:lnTo>
                  <a:lnTo>
                    <a:pt x="5291452" y="793196"/>
                  </a:lnTo>
                  <a:lnTo>
                    <a:pt x="5291597" y="793196"/>
                  </a:lnTo>
                  <a:lnTo>
                    <a:pt x="5291597" y="792573"/>
                  </a:lnTo>
                  <a:lnTo>
                    <a:pt x="5291742" y="792573"/>
                  </a:lnTo>
                  <a:lnTo>
                    <a:pt x="5291888" y="792573"/>
                  </a:lnTo>
                  <a:lnTo>
                    <a:pt x="5292033" y="792573"/>
                  </a:lnTo>
                  <a:lnTo>
                    <a:pt x="5292033" y="791949"/>
                  </a:lnTo>
                  <a:lnTo>
                    <a:pt x="5292179" y="791949"/>
                  </a:lnTo>
                  <a:lnTo>
                    <a:pt x="5292324" y="791949"/>
                  </a:lnTo>
                  <a:lnTo>
                    <a:pt x="5292470" y="791949"/>
                  </a:lnTo>
                  <a:lnTo>
                    <a:pt x="5292615" y="791949"/>
                  </a:lnTo>
                  <a:lnTo>
                    <a:pt x="5292760" y="791949"/>
                  </a:lnTo>
                  <a:lnTo>
                    <a:pt x="5292906" y="791949"/>
                  </a:lnTo>
                  <a:lnTo>
                    <a:pt x="5293051" y="791949"/>
                  </a:lnTo>
                  <a:lnTo>
                    <a:pt x="5293197" y="791949"/>
                  </a:lnTo>
                  <a:lnTo>
                    <a:pt x="5293342" y="791949"/>
                  </a:lnTo>
                  <a:lnTo>
                    <a:pt x="5293487" y="791949"/>
                  </a:lnTo>
                  <a:lnTo>
                    <a:pt x="5293633" y="791949"/>
                  </a:lnTo>
                  <a:lnTo>
                    <a:pt x="5293778" y="791949"/>
                  </a:lnTo>
                  <a:lnTo>
                    <a:pt x="5293924" y="791949"/>
                  </a:lnTo>
                  <a:lnTo>
                    <a:pt x="5294069" y="791949"/>
                  </a:lnTo>
                  <a:lnTo>
                    <a:pt x="5294215" y="791949"/>
                  </a:lnTo>
                  <a:lnTo>
                    <a:pt x="5294360" y="791949"/>
                  </a:lnTo>
                  <a:lnTo>
                    <a:pt x="5294505" y="791949"/>
                  </a:lnTo>
                  <a:lnTo>
                    <a:pt x="5294651" y="791949"/>
                  </a:lnTo>
                  <a:lnTo>
                    <a:pt x="5294796" y="791949"/>
                  </a:lnTo>
                  <a:lnTo>
                    <a:pt x="5294942" y="791949"/>
                  </a:lnTo>
                  <a:lnTo>
                    <a:pt x="5295087" y="791949"/>
                  </a:lnTo>
                  <a:lnTo>
                    <a:pt x="5295233" y="791949"/>
                  </a:lnTo>
                  <a:lnTo>
                    <a:pt x="5295233" y="791325"/>
                  </a:lnTo>
                  <a:lnTo>
                    <a:pt x="5295378" y="791325"/>
                  </a:lnTo>
                  <a:lnTo>
                    <a:pt x="5295523" y="791325"/>
                  </a:lnTo>
                  <a:lnTo>
                    <a:pt x="5295669" y="791325"/>
                  </a:lnTo>
                  <a:lnTo>
                    <a:pt x="5295814" y="791325"/>
                  </a:lnTo>
                  <a:lnTo>
                    <a:pt x="5295960" y="791325"/>
                  </a:lnTo>
                  <a:lnTo>
                    <a:pt x="5296105" y="791325"/>
                  </a:lnTo>
                  <a:lnTo>
                    <a:pt x="5296251" y="791325"/>
                  </a:lnTo>
                  <a:lnTo>
                    <a:pt x="5296396" y="791325"/>
                  </a:lnTo>
                  <a:lnTo>
                    <a:pt x="5296541" y="791325"/>
                  </a:lnTo>
                  <a:lnTo>
                    <a:pt x="5296687" y="791325"/>
                  </a:lnTo>
                  <a:lnTo>
                    <a:pt x="5296832" y="791325"/>
                  </a:lnTo>
                  <a:lnTo>
                    <a:pt x="5296978" y="791325"/>
                  </a:lnTo>
                  <a:lnTo>
                    <a:pt x="5297123" y="791325"/>
                  </a:lnTo>
                  <a:lnTo>
                    <a:pt x="5297269" y="791325"/>
                  </a:lnTo>
                  <a:lnTo>
                    <a:pt x="5297269" y="790702"/>
                  </a:lnTo>
                  <a:lnTo>
                    <a:pt x="5297414" y="790702"/>
                  </a:lnTo>
                  <a:lnTo>
                    <a:pt x="5297559" y="790702"/>
                  </a:lnTo>
                  <a:lnTo>
                    <a:pt x="5297705" y="790702"/>
                  </a:lnTo>
                  <a:lnTo>
                    <a:pt x="5297850" y="790702"/>
                  </a:lnTo>
                  <a:lnTo>
                    <a:pt x="5297996" y="790702"/>
                  </a:lnTo>
                  <a:lnTo>
                    <a:pt x="5298141" y="790702"/>
                  </a:lnTo>
                  <a:lnTo>
                    <a:pt x="5298287" y="790702"/>
                  </a:lnTo>
                  <a:lnTo>
                    <a:pt x="5298287" y="790078"/>
                  </a:lnTo>
                  <a:lnTo>
                    <a:pt x="5298432" y="790078"/>
                  </a:lnTo>
                  <a:lnTo>
                    <a:pt x="5298577" y="790078"/>
                  </a:lnTo>
                  <a:lnTo>
                    <a:pt x="5298723" y="790078"/>
                  </a:lnTo>
                  <a:lnTo>
                    <a:pt x="5298868" y="790078"/>
                  </a:lnTo>
                  <a:lnTo>
                    <a:pt x="5299014" y="790078"/>
                  </a:lnTo>
                  <a:lnTo>
                    <a:pt x="5299159" y="790078"/>
                  </a:lnTo>
                  <a:lnTo>
                    <a:pt x="5299159" y="789455"/>
                  </a:lnTo>
                  <a:lnTo>
                    <a:pt x="5299305" y="789455"/>
                  </a:lnTo>
                  <a:lnTo>
                    <a:pt x="5299450" y="789455"/>
                  </a:lnTo>
                  <a:lnTo>
                    <a:pt x="5299595" y="789455"/>
                  </a:lnTo>
                  <a:lnTo>
                    <a:pt x="5299741" y="789455"/>
                  </a:lnTo>
                  <a:lnTo>
                    <a:pt x="5299886" y="789455"/>
                  </a:lnTo>
                  <a:lnTo>
                    <a:pt x="5300032" y="789455"/>
                  </a:lnTo>
                  <a:lnTo>
                    <a:pt x="5300177" y="789455"/>
                  </a:lnTo>
                  <a:lnTo>
                    <a:pt x="5300322" y="789455"/>
                  </a:lnTo>
                  <a:lnTo>
                    <a:pt x="5300468" y="789455"/>
                  </a:lnTo>
                  <a:lnTo>
                    <a:pt x="5300613" y="789455"/>
                  </a:lnTo>
                  <a:lnTo>
                    <a:pt x="5300759" y="789455"/>
                  </a:lnTo>
                  <a:lnTo>
                    <a:pt x="5300904" y="789455"/>
                  </a:lnTo>
                  <a:lnTo>
                    <a:pt x="5300904" y="788831"/>
                  </a:lnTo>
                  <a:lnTo>
                    <a:pt x="5301050" y="788831"/>
                  </a:lnTo>
                  <a:lnTo>
                    <a:pt x="5301195" y="788831"/>
                  </a:lnTo>
                  <a:lnTo>
                    <a:pt x="5301340" y="788831"/>
                  </a:lnTo>
                  <a:lnTo>
                    <a:pt x="5301486" y="788831"/>
                  </a:lnTo>
                  <a:lnTo>
                    <a:pt x="5301631" y="788831"/>
                  </a:lnTo>
                  <a:lnTo>
                    <a:pt x="5301777" y="788831"/>
                  </a:lnTo>
                  <a:lnTo>
                    <a:pt x="5301922" y="788831"/>
                  </a:lnTo>
                  <a:lnTo>
                    <a:pt x="5302068" y="788831"/>
                  </a:lnTo>
                  <a:lnTo>
                    <a:pt x="5302213" y="788831"/>
                  </a:lnTo>
                  <a:lnTo>
                    <a:pt x="5302358" y="788831"/>
                  </a:lnTo>
                  <a:lnTo>
                    <a:pt x="5302504" y="788831"/>
                  </a:lnTo>
                  <a:lnTo>
                    <a:pt x="5302649" y="788831"/>
                  </a:lnTo>
                  <a:lnTo>
                    <a:pt x="5302795" y="788831"/>
                  </a:lnTo>
                  <a:lnTo>
                    <a:pt x="5302940" y="788831"/>
                  </a:lnTo>
                  <a:lnTo>
                    <a:pt x="5303086" y="788831"/>
                  </a:lnTo>
                  <a:lnTo>
                    <a:pt x="5303231" y="788831"/>
                  </a:lnTo>
                  <a:lnTo>
                    <a:pt x="5303231" y="788208"/>
                  </a:lnTo>
                  <a:lnTo>
                    <a:pt x="5303376" y="788208"/>
                  </a:lnTo>
                  <a:lnTo>
                    <a:pt x="5303522" y="788208"/>
                  </a:lnTo>
                  <a:lnTo>
                    <a:pt x="5303667" y="788208"/>
                  </a:lnTo>
                  <a:lnTo>
                    <a:pt x="5303813" y="788208"/>
                  </a:lnTo>
                  <a:lnTo>
                    <a:pt x="5303813" y="787584"/>
                  </a:lnTo>
                  <a:lnTo>
                    <a:pt x="5303958" y="787584"/>
                  </a:lnTo>
                  <a:lnTo>
                    <a:pt x="5304104" y="787584"/>
                  </a:lnTo>
                  <a:lnTo>
                    <a:pt x="5304249" y="787584"/>
                  </a:lnTo>
                  <a:lnTo>
                    <a:pt x="5304394" y="787584"/>
                  </a:lnTo>
                  <a:lnTo>
                    <a:pt x="5304540" y="787584"/>
                  </a:lnTo>
                  <a:lnTo>
                    <a:pt x="5304685" y="787584"/>
                  </a:lnTo>
                  <a:lnTo>
                    <a:pt x="5304831" y="787584"/>
                  </a:lnTo>
                  <a:lnTo>
                    <a:pt x="5304976" y="787584"/>
                  </a:lnTo>
                  <a:lnTo>
                    <a:pt x="5305122" y="787584"/>
                  </a:lnTo>
                  <a:lnTo>
                    <a:pt x="5305267" y="787584"/>
                  </a:lnTo>
                  <a:lnTo>
                    <a:pt x="5305412" y="787584"/>
                  </a:lnTo>
                  <a:lnTo>
                    <a:pt x="5305558" y="787584"/>
                  </a:lnTo>
                  <a:lnTo>
                    <a:pt x="5305703" y="787584"/>
                  </a:lnTo>
                  <a:lnTo>
                    <a:pt x="5305849" y="787584"/>
                  </a:lnTo>
                  <a:lnTo>
                    <a:pt x="5305994" y="787584"/>
                  </a:lnTo>
                  <a:lnTo>
                    <a:pt x="5306140" y="787584"/>
                  </a:lnTo>
                  <a:lnTo>
                    <a:pt x="5306285" y="787584"/>
                  </a:lnTo>
                  <a:lnTo>
                    <a:pt x="5306430" y="787584"/>
                  </a:lnTo>
                  <a:lnTo>
                    <a:pt x="5306576" y="787584"/>
                  </a:lnTo>
                  <a:lnTo>
                    <a:pt x="5306721" y="787584"/>
                  </a:lnTo>
                  <a:lnTo>
                    <a:pt x="5306867" y="787584"/>
                  </a:lnTo>
                  <a:lnTo>
                    <a:pt x="5307012" y="787584"/>
                  </a:lnTo>
                  <a:lnTo>
                    <a:pt x="5307157" y="787584"/>
                  </a:lnTo>
                  <a:lnTo>
                    <a:pt x="5307303" y="787584"/>
                  </a:lnTo>
                  <a:lnTo>
                    <a:pt x="5307448" y="787584"/>
                  </a:lnTo>
                  <a:lnTo>
                    <a:pt x="5307594" y="787584"/>
                  </a:lnTo>
                  <a:lnTo>
                    <a:pt x="5307739" y="787584"/>
                  </a:lnTo>
                  <a:lnTo>
                    <a:pt x="5307885" y="787584"/>
                  </a:lnTo>
                  <a:lnTo>
                    <a:pt x="5308030" y="787584"/>
                  </a:lnTo>
                  <a:lnTo>
                    <a:pt x="5308175" y="787584"/>
                  </a:lnTo>
                  <a:lnTo>
                    <a:pt x="5308321" y="787584"/>
                  </a:lnTo>
                  <a:lnTo>
                    <a:pt x="5308466" y="787584"/>
                  </a:lnTo>
                  <a:lnTo>
                    <a:pt x="5308612" y="787584"/>
                  </a:lnTo>
                  <a:lnTo>
                    <a:pt x="5308757" y="787584"/>
                  </a:lnTo>
                  <a:lnTo>
                    <a:pt x="5308903" y="787584"/>
                  </a:lnTo>
                  <a:lnTo>
                    <a:pt x="5308903" y="786960"/>
                  </a:lnTo>
                  <a:lnTo>
                    <a:pt x="5309048" y="786960"/>
                  </a:lnTo>
                  <a:lnTo>
                    <a:pt x="5309193" y="786960"/>
                  </a:lnTo>
                  <a:lnTo>
                    <a:pt x="5309339" y="786960"/>
                  </a:lnTo>
                  <a:lnTo>
                    <a:pt x="5309484" y="786960"/>
                  </a:lnTo>
                  <a:lnTo>
                    <a:pt x="5309630" y="786960"/>
                  </a:lnTo>
                  <a:lnTo>
                    <a:pt x="5309775" y="786960"/>
                  </a:lnTo>
                  <a:lnTo>
                    <a:pt x="5309921" y="786960"/>
                  </a:lnTo>
                  <a:lnTo>
                    <a:pt x="5310066" y="786960"/>
                  </a:lnTo>
                  <a:lnTo>
                    <a:pt x="5310211" y="786960"/>
                  </a:lnTo>
                  <a:lnTo>
                    <a:pt x="5310357" y="786960"/>
                  </a:lnTo>
                  <a:lnTo>
                    <a:pt x="5310502" y="786960"/>
                  </a:lnTo>
                  <a:lnTo>
                    <a:pt x="5310648" y="786960"/>
                  </a:lnTo>
                  <a:lnTo>
                    <a:pt x="5310793" y="786960"/>
                  </a:lnTo>
                  <a:lnTo>
                    <a:pt x="5310793" y="786337"/>
                  </a:lnTo>
                  <a:lnTo>
                    <a:pt x="5310939" y="786337"/>
                  </a:lnTo>
                  <a:lnTo>
                    <a:pt x="5311084" y="786337"/>
                  </a:lnTo>
                  <a:lnTo>
                    <a:pt x="5311084" y="785713"/>
                  </a:lnTo>
                  <a:lnTo>
                    <a:pt x="5311229" y="785713"/>
                  </a:lnTo>
                  <a:lnTo>
                    <a:pt x="5311375" y="785713"/>
                  </a:lnTo>
                  <a:lnTo>
                    <a:pt x="5311520" y="785713"/>
                  </a:lnTo>
                  <a:lnTo>
                    <a:pt x="5311666" y="785713"/>
                  </a:lnTo>
                  <a:lnTo>
                    <a:pt x="5311811" y="785713"/>
                  </a:lnTo>
                  <a:lnTo>
                    <a:pt x="5311957" y="785713"/>
                  </a:lnTo>
                  <a:lnTo>
                    <a:pt x="5312102" y="785713"/>
                  </a:lnTo>
                  <a:lnTo>
                    <a:pt x="5312247" y="785713"/>
                  </a:lnTo>
                  <a:lnTo>
                    <a:pt x="5312393" y="785713"/>
                  </a:lnTo>
                  <a:lnTo>
                    <a:pt x="5312538" y="785713"/>
                  </a:lnTo>
                  <a:lnTo>
                    <a:pt x="5312684" y="785713"/>
                  </a:lnTo>
                  <a:lnTo>
                    <a:pt x="5312829" y="785713"/>
                  </a:lnTo>
                  <a:lnTo>
                    <a:pt x="5312975" y="785713"/>
                  </a:lnTo>
                  <a:lnTo>
                    <a:pt x="5313120" y="785713"/>
                  </a:lnTo>
                  <a:lnTo>
                    <a:pt x="5313265" y="785713"/>
                  </a:lnTo>
                  <a:lnTo>
                    <a:pt x="5313411" y="785713"/>
                  </a:lnTo>
                  <a:lnTo>
                    <a:pt x="5313556" y="785713"/>
                  </a:lnTo>
                  <a:lnTo>
                    <a:pt x="5313702" y="785713"/>
                  </a:lnTo>
                  <a:lnTo>
                    <a:pt x="5313847" y="785713"/>
                  </a:lnTo>
                  <a:lnTo>
                    <a:pt x="5313992" y="785713"/>
                  </a:lnTo>
                  <a:lnTo>
                    <a:pt x="5314138" y="785713"/>
                  </a:lnTo>
                  <a:lnTo>
                    <a:pt x="5314283" y="785713"/>
                  </a:lnTo>
                  <a:lnTo>
                    <a:pt x="5314429" y="785713"/>
                  </a:lnTo>
                  <a:lnTo>
                    <a:pt x="5314574" y="785713"/>
                  </a:lnTo>
                  <a:lnTo>
                    <a:pt x="5314574" y="785090"/>
                  </a:lnTo>
                  <a:lnTo>
                    <a:pt x="5314720" y="785090"/>
                  </a:lnTo>
                  <a:lnTo>
                    <a:pt x="5314865" y="785090"/>
                  </a:lnTo>
                  <a:lnTo>
                    <a:pt x="5315010" y="785090"/>
                  </a:lnTo>
                  <a:lnTo>
                    <a:pt x="5315156" y="785090"/>
                  </a:lnTo>
                  <a:lnTo>
                    <a:pt x="5315301" y="785090"/>
                  </a:lnTo>
                  <a:lnTo>
                    <a:pt x="5315447" y="785090"/>
                  </a:lnTo>
                  <a:lnTo>
                    <a:pt x="5315592" y="785090"/>
                  </a:lnTo>
                  <a:lnTo>
                    <a:pt x="5315738" y="785090"/>
                  </a:lnTo>
                  <a:lnTo>
                    <a:pt x="5315883" y="785090"/>
                  </a:lnTo>
                  <a:lnTo>
                    <a:pt x="5316028" y="785090"/>
                  </a:lnTo>
                  <a:lnTo>
                    <a:pt x="5316174" y="785090"/>
                  </a:lnTo>
                  <a:lnTo>
                    <a:pt x="5316319" y="785090"/>
                  </a:lnTo>
                  <a:lnTo>
                    <a:pt x="5316465" y="785090"/>
                  </a:lnTo>
                  <a:lnTo>
                    <a:pt x="5316610" y="785090"/>
                  </a:lnTo>
                  <a:lnTo>
                    <a:pt x="5316756" y="785090"/>
                  </a:lnTo>
                  <a:lnTo>
                    <a:pt x="5316901" y="785090"/>
                  </a:lnTo>
                  <a:lnTo>
                    <a:pt x="5316901" y="784466"/>
                  </a:lnTo>
                  <a:lnTo>
                    <a:pt x="5317046" y="784466"/>
                  </a:lnTo>
                  <a:lnTo>
                    <a:pt x="5317192" y="784466"/>
                  </a:lnTo>
                  <a:lnTo>
                    <a:pt x="5317337" y="784466"/>
                  </a:lnTo>
                  <a:lnTo>
                    <a:pt x="5317337" y="783842"/>
                  </a:lnTo>
                  <a:lnTo>
                    <a:pt x="5317483" y="783842"/>
                  </a:lnTo>
                  <a:lnTo>
                    <a:pt x="5317628" y="783842"/>
                  </a:lnTo>
                  <a:lnTo>
                    <a:pt x="5317774" y="783842"/>
                  </a:lnTo>
                  <a:lnTo>
                    <a:pt x="5317919" y="783842"/>
                  </a:lnTo>
                  <a:lnTo>
                    <a:pt x="5318064" y="783842"/>
                  </a:lnTo>
                  <a:lnTo>
                    <a:pt x="5318064" y="783219"/>
                  </a:lnTo>
                  <a:lnTo>
                    <a:pt x="5318210" y="783219"/>
                  </a:lnTo>
                  <a:lnTo>
                    <a:pt x="5318355" y="783219"/>
                  </a:lnTo>
                  <a:lnTo>
                    <a:pt x="5318501" y="783219"/>
                  </a:lnTo>
                  <a:lnTo>
                    <a:pt x="5318646" y="783219"/>
                  </a:lnTo>
                  <a:lnTo>
                    <a:pt x="5318792" y="783219"/>
                  </a:lnTo>
                  <a:lnTo>
                    <a:pt x="5318937" y="783219"/>
                  </a:lnTo>
                  <a:lnTo>
                    <a:pt x="5318937" y="782595"/>
                  </a:lnTo>
                  <a:lnTo>
                    <a:pt x="5319082" y="782595"/>
                  </a:lnTo>
                  <a:lnTo>
                    <a:pt x="5319228" y="782595"/>
                  </a:lnTo>
                  <a:lnTo>
                    <a:pt x="5319373" y="782595"/>
                  </a:lnTo>
                  <a:lnTo>
                    <a:pt x="5319519" y="782595"/>
                  </a:lnTo>
                  <a:lnTo>
                    <a:pt x="5319664" y="782595"/>
                  </a:lnTo>
                  <a:lnTo>
                    <a:pt x="5319810" y="782595"/>
                  </a:lnTo>
                  <a:lnTo>
                    <a:pt x="5319810" y="781972"/>
                  </a:lnTo>
                  <a:lnTo>
                    <a:pt x="5319955" y="781972"/>
                  </a:lnTo>
                  <a:lnTo>
                    <a:pt x="5320100" y="781972"/>
                  </a:lnTo>
                  <a:lnTo>
                    <a:pt x="5320246" y="781972"/>
                  </a:lnTo>
                  <a:lnTo>
                    <a:pt x="5320391" y="781972"/>
                  </a:lnTo>
                  <a:lnTo>
                    <a:pt x="5320537" y="781972"/>
                  </a:lnTo>
                  <a:lnTo>
                    <a:pt x="5320682" y="781972"/>
                  </a:lnTo>
                  <a:lnTo>
                    <a:pt x="5320682" y="781348"/>
                  </a:lnTo>
                  <a:lnTo>
                    <a:pt x="5320827" y="781348"/>
                  </a:lnTo>
                  <a:lnTo>
                    <a:pt x="5320973" y="781348"/>
                  </a:lnTo>
                  <a:lnTo>
                    <a:pt x="5320973" y="780725"/>
                  </a:lnTo>
                  <a:lnTo>
                    <a:pt x="5321118" y="780725"/>
                  </a:lnTo>
                  <a:lnTo>
                    <a:pt x="5321264" y="780725"/>
                  </a:lnTo>
                  <a:lnTo>
                    <a:pt x="5321264" y="780101"/>
                  </a:lnTo>
                  <a:lnTo>
                    <a:pt x="5321409" y="780101"/>
                  </a:lnTo>
                  <a:lnTo>
                    <a:pt x="5321555" y="780101"/>
                  </a:lnTo>
                  <a:lnTo>
                    <a:pt x="5321700" y="780101"/>
                  </a:lnTo>
                  <a:lnTo>
                    <a:pt x="5321845" y="780101"/>
                  </a:lnTo>
                  <a:lnTo>
                    <a:pt x="5321991" y="780101"/>
                  </a:lnTo>
                  <a:lnTo>
                    <a:pt x="5322136" y="780101"/>
                  </a:lnTo>
                  <a:lnTo>
                    <a:pt x="5322282" y="780101"/>
                  </a:lnTo>
                  <a:lnTo>
                    <a:pt x="5322427" y="780101"/>
                  </a:lnTo>
                  <a:lnTo>
                    <a:pt x="5322573" y="780101"/>
                  </a:lnTo>
                  <a:lnTo>
                    <a:pt x="5322718" y="780101"/>
                  </a:lnTo>
                  <a:lnTo>
                    <a:pt x="5322863" y="780101"/>
                  </a:lnTo>
                  <a:lnTo>
                    <a:pt x="5323009" y="780101"/>
                  </a:lnTo>
                  <a:lnTo>
                    <a:pt x="5323154" y="780101"/>
                  </a:lnTo>
                  <a:lnTo>
                    <a:pt x="5323300" y="780101"/>
                  </a:lnTo>
                  <a:lnTo>
                    <a:pt x="5323445" y="780101"/>
                  </a:lnTo>
                  <a:lnTo>
                    <a:pt x="5323591" y="780101"/>
                  </a:lnTo>
                  <a:lnTo>
                    <a:pt x="5323591" y="779477"/>
                  </a:lnTo>
                  <a:lnTo>
                    <a:pt x="5323736" y="779477"/>
                  </a:lnTo>
                  <a:lnTo>
                    <a:pt x="5323881" y="779477"/>
                  </a:lnTo>
                  <a:lnTo>
                    <a:pt x="5324027" y="779477"/>
                  </a:lnTo>
                  <a:lnTo>
                    <a:pt x="5324172" y="779477"/>
                  </a:lnTo>
                  <a:lnTo>
                    <a:pt x="5324318" y="779477"/>
                  </a:lnTo>
                  <a:lnTo>
                    <a:pt x="5324463" y="779477"/>
                  </a:lnTo>
                  <a:lnTo>
                    <a:pt x="5324609" y="779477"/>
                  </a:lnTo>
                  <a:lnTo>
                    <a:pt x="5324754" y="779477"/>
                  </a:lnTo>
                  <a:lnTo>
                    <a:pt x="5324899" y="779477"/>
                  </a:lnTo>
                  <a:lnTo>
                    <a:pt x="5325045" y="779477"/>
                  </a:lnTo>
                  <a:lnTo>
                    <a:pt x="5325190" y="779477"/>
                  </a:lnTo>
                  <a:lnTo>
                    <a:pt x="5325336" y="779477"/>
                  </a:lnTo>
                  <a:lnTo>
                    <a:pt x="5325336" y="778854"/>
                  </a:lnTo>
                  <a:lnTo>
                    <a:pt x="5325481" y="778854"/>
                  </a:lnTo>
                  <a:lnTo>
                    <a:pt x="5325627" y="778854"/>
                  </a:lnTo>
                  <a:lnTo>
                    <a:pt x="5325772" y="778854"/>
                  </a:lnTo>
                  <a:lnTo>
                    <a:pt x="5325917" y="778854"/>
                  </a:lnTo>
                  <a:lnTo>
                    <a:pt x="5326063" y="778854"/>
                  </a:lnTo>
                  <a:lnTo>
                    <a:pt x="5326208" y="778854"/>
                  </a:lnTo>
                  <a:lnTo>
                    <a:pt x="5326354" y="778854"/>
                  </a:lnTo>
                  <a:lnTo>
                    <a:pt x="5326499" y="778854"/>
                  </a:lnTo>
                  <a:lnTo>
                    <a:pt x="5326645" y="778854"/>
                  </a:lnTo>
                  <a:lnTo>
                    <a:pt x="5326790" y="778854"/>
                  </a:lnTo>
                  <a:lnTo>
                    <a:pt x="5326935" y="778854"/>
                  </a:lnTo>
                  <a:lnTo>
                    <a:pt x="5326935" y="778230"/>
                  </a:lnTo>
                  <a:lnTo>
                    <a:pt x="5326935" y="777607"/>
                  </a:lnTo>
                  <a:lnTo>
                    <a:pt x="5327081" y="777607"/>
                  </a:lnTo>
                  <a:lnTo>
                    <a:pt x="5327226" y="777607"/>
                  </a:lnTo>
                  <a:lnTo>
                    <a:pt x="5327372" y="777607"/>
                  </a:lnTo>
                  <a:lnTo>
                    <a:pt x="5327517" y="777607"/>
                  </a:lnTo>
                  <a:lnTo>
                    <a:pt x="5327662" y="777607"/>
                  </a:lnTo>
                  <a:lnTo>
                    <a:pt x="5327808" y="777607"/>
                  </a:lnTo>
                  <a:lnTo>
                    <a:pt x="5327953" y="777607"/>
                  </a:lnTo>
                  <a:lnTo>
                    <a:pt x="5328099" y="777607"/>
                  </a:lnTo>
                  <a:lnTo>
                    <a:pt x="5328244" y="777607"/>
                  </a:lnTo>
                  <a:lnTo>
                    <a:pt x="5328390" y="777607"/>
                  </a:lnTo>
                  <a:lnTo>
                    <a:pt x="5328535" y="777607"/>
                  </a:lnTo>
                  <a:lnTo>
                    <a:pt x="5328680" y="777607"/>
                  </a:lnTo>
                  <a:lnTo>
                    <a:pt x="5328826" y="777607"/>
                  </a:lnTo>
                  <a:lnTo>
                    <a:pt x="5328826" y="776983"/>
                  </a:lnTo>
                  <a:lnTo>
                    <a:pt x="5328971" y="776983"/>
                  </a:lnTo>
                  <a:lnTo>
                    <a:pt x="5328971" y="776359"/>
                  </a:lnTo>
                  <a:lnTo>
                    <a:pt x="5329117" y="776359"/>
                  </a:lnTo>
                  <a:lnTo>
                    <a:pt x="5329262" y="776359"/>
                  </a:lnTo>
                  <a:lnTo>
                    <a:pt x="5329408" y="776359"/>
                  </a:lnTo>
                  <a:lnTo>
                    <a:pt x="5329553" y="776359"/>
                  </a:lnTo>
                  <a:lnTo>
                    <a:pt x="5329698" y="776359"/>
                  </a:lnTo>
                  <a:lnTo>
                    <a:pt x="5329844" y="776359"/>
                  </a:lnTo>
                  <a:lnTo>
                    <a:pt x="5329989" y="776359"/>
                  </a:lnTo>
                  <a:lnTo>
                    <a:pt x="5330135" y="776359"/>
                  </a:lnTo>
                  <a:lnTo>
                    <a:pt x="5330280" y="776359"/>
                  </a:lnTo>
                  <a:lnTo>
                    <a:pt x="5330426" y="776359"/>
                  </a:lnTo>
                  <a:lnTo>
                    <a:pt x="5330571" y="776359"/>
                  </a:lnTo>
                  <a:lnTo>
                    <a:pt x="5330716" y="776359"/>
                  </a:lnTo>
                  <a:lnTo>
                    <a:pt x="5330862" y="776359"/>
                  </a:lnTo>
                  <a:lnTo>
                    <a:pt x="5331007" y="776359"/>
                  </a:lnTo>
                  <a:lnTo>
                    <a:pt x="5331153" y="776359"/>
                  </a:lnTo>
                  <a:lnTo>
                    <a:pt x="5331298" y="776359"/>
                  </a:lnTo>
                  <a:lnTo>
                    <a:pt x="5331444" y="776359"/>
                  </a:lnTo>
                  <a:lnTo>
                    <a:pt x="5331589" y="776359"/>
                  </a:lnTo>
                  <a:lnTo>
                    <a:pt x="5331734" y="776359"/>
                  </a:lnTo>
                  <a:lnTo>
                    <a:pt x="5331880" y="776359"/>
                  </a:lnTo>
                  <a:lnTo>
                    <a:pt x="5332025" y="776359"/>
                  </a:lnTo>
                  <a:lnTo>
                    <a:pt x="5332171" y="776359"/>
                  </a:lnTo>
                  <a:lnTo>
                    <a:pt x="5332316" y="776359"/>
                  </a:lnTo>
                  <a:lnTo>
                    <a:pt x="5332462" y="776359"/>
                  </a:lnTo>
                  <a:lnTo>
                    <a:pt x="5332607" y="776359"/>
                  </a:lnTo>
                  <a:lnTo>
                    <a:pt x="5332752" y="776359"/>
                  </a:lnTo>
                  <a:lnTo>
                    <a:pt x="5332898" y="776359"/>
                  </a:lnTo>
                  <a:lnTo>
                    <a:pt x="5333043" y="776359"/>
                  </a:lnTo>
                  <a:lnTo>
                    <a:pt x="5333189" y="776359"/>
                  </a:lnTo>
                  <a:lnTo>
                    <a:pt x="5333189" y="775736"/>
                  </a:lnTo>
                  <a:lnTo>
                    <a:pt x="5333334" y="775736"/>
                  </a:lnTo>
                  <a:lnTo>
                    <a:pt x="5333480" y="775736"/>
                  </a:lnTo>
                  <a:lnTo>
                    <a:pt x="5333625" y="775736"/>
                  </a:lnTo>
                  <a:lnTo>
                    <a:pt x="5333625" y="775112"/>
                  </a:lnTo>
                  <a:lnTo>
                    <a:pt x="5333770" y="775112"/>
                  </a:lnTo>
                  <a:lnTo>
                    <a:pt x="5333916" y="775112"/>
                  </a:lnTo>
                  <a:lnTo>
                    <a:pt x="5334061" y="775112"/>
                  </a:lnTo>
                  <a:lnTo>
                    <a:pt x="5334207" y="775112"/>
                  </a:lnTo>
                  <a:lnTo>
                    <a:pt x="5334352" y="775112"/>
                  </a:lnTo>
                  <a:lnTo>
                    <a:pt x="5334497" y="775112"/>
                  </a:lnTo>
                  <a:lnTo>
                    <a:pt x="5334497" y="774489"/>
                  </a:lnTo>
                  <a:lnTo>
                    <a:pt x="5334643" y="774489"/>
                  </a:lnTo>
                  <a:lnTo>
                    <a:pt x="5334788" y="774489"/>
                  </a:lnTo>
                  <a:lnTo>
                    <a:pt x="5334934" y="774489"/>
                  </a:lnTo>
                  <a:lnTo>
                    <a:pt x="5335079" y="774489"/>
                  </a:lnTo>
                  <a:lnTo>
                    <a:pt x="5335225" y="774489"/>
                  </a:lnTo>
                  <a:lnTo>
                    <a:pt x="5335225" y="773865"/>
                  </a:lnTo>
                  <a:lnTo>
                    <a:pt x="5335370" y="773865"/>
                  </a:lnTo>
                  <a:lnTo>
                    <a:pt x="5335515" y="773865"/>
                  </a:lnTo>
                  <a:lnTo>
                    <a:pt x="5335661" y="773865"/>
                  </a:lnTo>
                  <a:lnTo>
                    <a:pt x="5335806" y="773865"/>
                  </a:lnTo>
                  <a:lnTo>
                    <a:pt x="5335952" y="773865"/>
                  </a:lnTo>
                  <a:lnTo>
                    <a:pt x="5336097" y="773865"/>
                  </a:lnTo>
                  <a:lnTo>
                    <a:pt x="5336243" y="773865"/>
                  </a:lnTo>
                  <a:lnTo>
                    <a:pt x="5336388" y="773865"/>
                  </a:lnTo>
                  <a:lnTo>
                    <a:pt x="5336533" y="773865"/>
                  </a:lnTo>
                  <a:lnTo>
                    <a:pt x="5336679" y="773865"/>
                  </a:lnTo>
                  <a:lnTo>
                    <a:pt x="5336824" y="773865"/>
                  </a:lnTo>
                  <a:lnTo>
                    <a:pt x="5336970" y="773865"/>
                  </a:lnTo>
                  <a:lnTo>
                    <a:pt x="5337115" y="773865"/>
                  </a:lnTo>
                  <a:lnTo>
                    <a:pt x="5337261" y="773865"/>
                  </a:lnTo>
                  <a:lnTo>
                    <a:pt x="5337406" y="773865"/>
                  </a:lnTo>
                  <a:lnTo>
                    <a:pt x="5337406" y="773242"/>
                  </a:lnTo>
                  <a:lnTo>
                    <a:pt x="5337551" y="773242"/>
                  </a:lnTo>
                  <a:lnTo>
                    <a:pt x="5337697" y="773242"/>
                  </a:lnTo>
                  <a:lnTo>
                    <a:pt x="5337842" y="773242"/>
                  </a:lnTo>
                  <a:lnTo>
                    <a:pt x="5337988" y="773242"/>
                  </a:lnTo>
                  <a:lnTo>
                    <a:pt x="5338133" y="773242"/>
                  </a:lnTo>
                  <a:lnTo>
                    <a:pt x="5338279" y="773242"/>
                  </a:lnTo>
                  <a:lnTo>
                    <a:pt x="5338424" y="773242"/>
                  </a:lnTo>
                  <a:lnTo>
                    <a:pt x="5338569" y="773242"/>
                  </a:lnTo>
                  <a:lnTo>
                    <a:pt x="5338715" y="773242"/>
                  </a:lnTo>
                  <a:lnTo>
                    <a:pt x="5338860" y="773242"/>
                  </a:lnTo>
                  <a:lnTo>
                    <a:pt x="5339006" y="773242"/>
                  </a:lnTo>
                  <a:lnTo>
                    <a:pt x="5339006" y="772618"/>
                  </a:lnTo>
                  <a:lnTo>
                    <a:pt x="5339006" y="771994"/>
                  </a:lnTo>
                  <a:lnTo>
                    <a:pt x="5339151" y="771994"/>
                  </a:lnTo>
                  <a:lnTo>
                    <a:pt x="5339297" y="771994"/>
                  </a:lnTo>
                  <a:lnTo>
                    <a:pt x="5339442" y="771994"/>
                  </a:lnTo>
                  <a:lnTo>
                    <a:pt x="5339587" y="771994"/>
                  </a:lnTo>
                  <a:lnTo>
                    <a:pt x="5339733" y="771994"/>
                  </a:lnTo>
                  <a:lnTo>
                    <a:pt x="5339878" y="771994"/>
                  </a:lnTo>
                  <a:lnTo>
                    <a:pt x="5340024" y="771994"/>
                  </a:lnTo>
                  <a:lnTo>
                    <a:pt x="5340169" y="771994"/>
                  </a:lnTo>
                  <a:lnTo>
                    <a:pt x="5340315" y="771994"/>
                  </a:lnTo>
                  <a:lnTo>
                    <a:pt x="5340315" y="771371"/>
                  </a:lnTo>
                  <a:lnTo>
                    <a:pt x="5340460" y="771371"/>
                  </a:lnTo>
                  <a:lnTo>
                    <a:pt x="5340605" y="771371"/>
                  </a:lnTo>
                  <a:lnTo>
                    <a:pt x="5340751" y="771371"/>
                  </a:lnTo>
                  <a:lnTo>
                    <a:pt x="5340896" y="771371"/>
                  </a:lnTo>
                  <a:lnTo>
                    <a:pt x="5341042" y="771371"/>
                  </a:lnTo>
                  <a:lnTo>
                    <a:pt x="5341187" y="771371"/>
                  </a:lnTo>
                  <a:lnTo>
                    <a:pt x="5341187" y="770747"/>
                  </a:lnTo>
                  <a:lnTo>
                    <a:pt x="5341332" y="770747"/>
                  </a:lnTo>
                  <a:lnTo>
                    <a:pt x="5341478" y="770747"/>
                  </a:lnTo>
                  <a:lnTo>
                    <a:pt x="5341623" y="770747"/>
                  </a:lnTo>
                  <a:lnTo>
                    <a:pt x="5341769" y="770747"/>
                  </a:lnTo>
                  <a:lnTo>
                    <a:pt x="5341914" y="770747"/>
                  </a:lnTo>
                  <a:lnTo>
                    <a:pt x="5342060" y="770747"/>
                  </a:lnTo>
                  <a:lnTo>
                    <a:pt x="5342205" y="770747"/>
                  </a:lnTo>
                  <a:lnTo>
                    <a:pt x="5342350" y="770747"/>
                  </a:lnTo>
                  <a:lnTo>
                    <a:pt x="5342496" y="770747"/>
                  </a:lnTo>
                  <a:lnTo>
                    <a:pt x="5342496" y="770124"/>
                  </a:lnTo>
                  <a:lnTo>
                    <a:pt x="5342496" y="769500"/>
                  </a:lnTo>
                  <a:lnTo>
                    <a:pt x="5342641" y="769500"/>
                  </a:lnTo>
                  <a:lnTo>
                    <a:pt x="5342787" y="769500"/>
                  </a:lnTo>
                  <a:lnTo>
                    <a:pt x="5342932" y="769500"/>
                  </a:lnTo>
                  <a:lnTo>
                    <a:pt x="5343078" y="769500"/>
                  </a:lnTo>
                  <a:lnTo>
                    <a:pt x="5343223" y="769500"/>
                  </a:lnTo>
                  <a:lnTo>
                    <a:pt x="5343368" y="769500"/>
                  </a:lnTo>
                  <a:lnTo>
                    <a:pt x="5343514" y="769500"/>
                  </a:lnTo>
                  <a:lnTo>
                    <a:pt x="5343659" y="769500"/>
                  </a:lnTo>
                  <a:lnTo>
                    <a:pt x="5343805" y="769500"/>
                  </a:lnTo>
                  <a:lnTo>
                    <a:pt x="5343950" y="769500"/>
                  </a:lnTo>
                  <a:lnTo>
                    <a:pt x="5344096" y="769500"/>
                  </a:lnTo>
                  <a:lnTo>
                    <a:pt x="5344241" y="769500"/>
                  </a:lnTo>
                  <a:lnTo>
                    <a:pt x="5344386" y="769500"/>
                  </a:lnTo>
                  <a:lnTo>
                    <a:pt x="5344532" y="769500"/>
                  </a:lnTo>
                  <a:lnTo>
                    <a:pt x="5344677" y="769500"/>
                  </a:lnTo>
                  <a:lnTo>
                    <a:pt x="5344677" y="768876"/>
                  </a:lnTo>
                  <a:lnTo>
                    <a:pt x="5344823" y="768876"/>
                  </a:lnTo>
                  <a:lnTo>
                    <a:pt x="5344968" y="768876"/>
                  </a:lnTo>
                  <a:lnTo>
                    <a:pt x="5345114" y="768876"/>
                  </a:lnTo>
                  <a:lnTo>
                    <a:pt x="5345259" y="768876"/>
                  </a:lnTo>
                  <a:lnTo>
                    <a:pt x="5345404" y="768876"/>
                  </a:lnTo>
                  <a:lnTo>
                    <a:pt x="5345550" y="768876"/>
                  </a:lnTo>
                  <a:lnTo>
                    <a:pt x="5345695" y="768876"/>
                  </a:lnTo>
                  <a:lnTo>
                    <a:pt x="5345841" y="768876"/>
                  </a:lnTo>
                  <a:lnTo>
                    <a:pt x="5345986" y="768876"/>
                  </a:lnTo>
                  <a:lnTo>
                    <a:pt x="5345986" y="768253"/>
                  </a:lnTo>
                  <a:lnTo>
                    <a:pt x="5346132" y="768253"/>
                  </a:lnTo>
                  <a:lnTo>
                    <a:pt x="5346277" y="768253"/>
                  </a:lnTo>
                  <a:lnTo>
                    <a:pt x="5346422" y="768253"/>
                  </a:lnTo>
                  <a:lnTo>
                    <a:pt x="5346568" y="768253"/>
                  </a:lnTo>
                  <a:lnTo>
                    <a:pt x="5346713" y="768253"/>
                  </a:lnTo>
                  <a:lnTo>
                    <a:pt x="5346859" y="768253"/>
                  </a:lnTo>
                  <a:lnTo>
                    <a:pt x="5347004" y="768253"/>
                  </a:lnTo>
                  <a:lnTo>
                    <a:pt x="5347150" y="768253"/>
                  </a:lnTo>
                  <a:lnTo>
                    <a:pt x="5347295" y="768253"/>
                  </a:lnTo>
                  <a:lnTo>
                    <a:pt x="5347440" y="768253"/>
                  </a:lnTo>
                  <a:lnTo>
                    <a:pt x="5347586" y="768253"/>
                  </a:lnTo>
                  <a:lnTo>
                    <a:pt x="5347731" y="768253"/>
                  </a:lnTo>
                  <a:lnTo>
                    <a:pt x="5347877" y="768253"/>
                  </a:lnTo>
                  <a:lnTo>
                    <a:pt x="5348022" y="768253"/>
                  </a:lnTo>
                  <a:lnTo>
                    <a:pt x="5348167" y="768253"/>
                  </a:lnTo>
                  <a:lnTo>
                    <a:pt x="5348313" y="768253"/>
                  </a:lnTo>
                  <a:lnTo>
                    <a:pt x="5348458" y="768253"/>
                  </a:lnTo>
                  <a:lnTo>
                    <a:pt x="5348604" y="768253"/>
                  </a:lnTo>
                  <a:lnTo>
                    <a:pt x="5348749" y="768253"/>
                  </a:lnTo>
                  <a:lnTo>
                    <a:pt x="5348895" y="768253"/>
                  </a:lnTo>
                  <a:lnTo>
                    <a:pt x="5349040" y="768253"/>
                  </a:lnTo>
                  <a:lnTo>
                    <a:pt x="5349185" y="768253"/>
                  </a:lnTo>
                  <a:lnTo>
                    <a:pt x="5349331" y="768253"/>
                  </a:lnTo>
                  <a:lnTo>
                    <a:pt x="5349476" y="768253"/>
                  </a:lnTo>
                  <a:lnTo>
                    <a:pt x="5349622" y="768253"/>
                  </a:lnTo>
                  <a:lnTo>
                    <a:pt x="5349622" y="767629"/>
                  </a:lnTo>
                  <a:lnTo>
                    <a:pt x="5349767" y="767629"/>
                  </a:lnTo>
                  <a:lnTo>
                    <a:pt x="5349913" y="767629"/>
                  </a:lnTo>
                  <a:lnTo>
                    <a:pt x="5350058" y="767629"/>
                  </a:lnTo>
                  <a:lnTo>
                    <a:pt x="5350058" y="767006"/>
                  </a:lnTo>
                  <a:lnTo>
                    <a:pt x="5350058" y="766382"/>
                  </a:lnTo>
                  <a:lnTo>
                    <a:pt x="5350203" y="766382"/>
                  </a:lnTo>
                  <a:lnTo>
                    <a:pt x="5350349" y="766382"/>
                  </a:lnTo>
                  <a:lnTo>
                    <a:pt x="5350494" y="766382"/>
                  </a:lnTo>
                  <a:lnTo>
                    <a:pt x="5350640" y="766382"/>
                  </a:lnTo>
                  <a:lnTo>
                    <a:pt x="5350785" y="766382"/>
                  </a:lnTo>
                  <a:lnTo>
                    <a:pt x="5350931" y="766382"/>
                  </a:lnTo>
                  <a:lnTo>
                    <a:pt x="5351076" y="766382"/>
                  </a:lnTo>
                  <a:lnTo>
                    <a:pt x="5351221" y="766382"/>
                  </a:lnTo>
                  <a:lnTo>
                    <a:pt x="5351367" y="766382"/>
                  </a:lnTo>
                  <a:lnTo>
                    <a:pt x="5351512" y="766382"/>
                  </a:lnTo>
                  <a:lnTo>
                    <a:pt x="5351658" y="766382"/>
                  </a:lnTo>
                  <a:lnTo>
                    <a:pt x="5351803" y="766382"/>
                  </a:lnTo>
                  <a:lnTo>
                    <a:pt x="5351949" y="766382"/>
                  </a:lnTo>
                  <a:lnTo>
                    <a:pt x="5352094" y="766382"/>
                  </a:lnTo>
                  <a:lnTo>
                    <a:pt x="5352239" y="766382"/>
                  </a:lnTo>
                  <a:lnTo>
                    <a:pt x="5352239" y="765759"/>
                  </a:lnTo>
                  <a:lnTo>
                    <a:pt x="5352385" y="765759"/>
                  </a:lnTo>
                  <a:lnTo>
                    <a:pt x="5352530" y="765759"/>
                  </a:lnTo>
                  <a:lnTo>
                    <a:pt x="5352676" y="765759"/>
                  </a:lnTo>
                  <a:lnTo>
                    <a:pt x="5352821" y="765759"/>
                  </a:lnTo>
                  <a:lnTo>
                    <a:pt x="5352967" y="765759"/>
                  </a:lnTo>
                  <a:lnTo>
                    <a:pt x="5353112" y="765759"/>
                  </a:lnTo>
                  <a:lnTo>
                    <a:pt x="5353257" y="765759"/>
                  </a:lnTo>
                  <a:lnTo>
                    <a:pt x="5353403" y="765759"/>
                  </a:lnTo>
                  <a:lnTo>
                    <a:pt x="5353548" y="765759"/>
                  </a:lnTo>
                  <a:lnTo>
                    <a:pt x="5353694" y="765759"/>
                  </a:lnTo>
                  <a:lnTo>
                    <a:pt x="5353839" y="765759"/>
                  </a:lnTo>
                  <a:lnTo>
                    <a:pt x="5353985" y="765759"/>
                  </a:lnTo>
                  <a:lnTo>
                    <a:pt x="5354130" y="765759"/>
                  </a:lnTo>
                  <a:lnTo>
                    <a:pt x="5354275" y="765759"/>
                  </a:lnTo>
                  <a:lnTo>
                    <a:pt x="5354421" y="765759"/>
                  </a:lnTo>
                  <a:lnTo>
                    <a:pt x="5354566" y="765759"/>
                  </a:lnTo>
                  <a:lnTo>
                    <a:pt x="5354712" y="765759"/>
                  </a:lnTo>
                  <a:lnTo>
                    <a:pt x="5354857" y="765759"/>
                  </a:lnTo>
                  <a:lnTo>
                    <a:pt x="5355002" y="765759"/>
                  </a:lnTo>
                  <a:lnTo>
                    <a:pt x="5355148" y="765759"/>
                  </a:lnTo>
                  <a:lnTo>
                    <a:pt x="5355293" y="765759"/>
                  </a:lnTo>
                  <a:lnTo>
                    <a:pt x="5355439" y="765759"/>
                  </a:lnTo>
                  <a:lnTo>
                    <a:pt x="5355584" y="765759"/>
                  </a:lnTo>
                  <a:lnTo>
                    <a:pt x="5355584" y="765135"/>
                  </a:lnTo>
                  <a:lnTo>
                    <a:pt x="5355730" y="765135"/>
                  </a:lnTo>
                  <a:lnTo>
                    <a:pt x="5355875" y="765135"/>
                  </a:lnTo>
                  <a:lnTo>
                    <a:pt x="5356020" y="765135"/>
                  </a:lnTo>
                  <a:lnTo>
                    <a:pt x="5356020" y="764511"/>
                  </a:lnTo>
                  <a:lnTo>
                    <a:pt x="5356166" y="764511"/>
                  </a:lnTo>
                  <a:lnTo>
                    <a:pt x="5356311" y="764511"/>
                  </a:lnTo>
                  <a:lnTo>
                    <a:pt x="5356457" y="764511"/>
                  </a:lnTo>
                  <a:lnTo>
                    <a:pt x="5356602" y="764511"/>
                  </a:lnTo>
                  <a:lnTo>
                    <a:pt x="5356748" y="764511"/>
                  </a:lnTo>
                  <a:lnTo>
                    <a:pt x="5356893" y="764511"/>
                  </a:lnTo>
                  <a:lnTo>
                    <a:pt x="5357038" y="764511"/>
                  </a:lnTo>
                  <a:lnTo>
                    <a:pt x="5357184" y="764511"/>
                  </a:lnTo>
                  <a:lnTo>
                    <a:pt x="5357329" y="764511"/>
                  </a:lnTo>
                  <a:lnTo>
                    <a:pt x="5357475" y="764511"/>
                  </a:lnTo>
                  <a:lnTo>
                    <a:pt x="5357620" y="764511"/>
                  </a:lnTo>
                  <a:lnTo>
                    <a:pt x="5357766" y="764511"/>
                  </a:lnTo>
                  <a:lnTo>
                    <a:pt x="5357911" y="764511"/>
                  </a:lnTo>
                  <a:lnTo>
                    <a:pt x="5358056" y="764511"/>
                  </a:lnTo>
                  <a:lnTo>
                    <a:pt x="5358202" y="764511"/>
                  </a:lnTo>
                  <a:lnTo>
                    <a:pt x="5358347" y="764511"/>
                  </a:lnTo>
                  <a:lnTo>
                    <a:pt x="5358493" y="764511"/>
                  </a:lnTo>
                  <a:lnTo>
                    <a:pt x="5358638" y="764511"/>
                  </a:lnTo>
                  <a:lnTo>
                    <a:pt x="5358784" y="764511"/>
                  </a:lnTo>
                  <a:lnTo>
                    <a:pt x="5358929" y="764511"/>
                  </a:lnTo>
                  <a:lnTo>
                    <a:pt x="5359074" y="764511"/>
                  </a:lnTo>
                  <a:lnTo>
                    <a:pt x="5359220" y="764511"/>
                  </a:lnTo>
                  <a:lnTo>
                    <a:pt x="5359365" y="764511"/>
                  </a:lnTo>
                  <a:lnTo>
                    <a:pt x="5359511" y="764511"/>
                  </a:lnTo>
                  <a:lnTo>
                    <a:pt x="5359511" y="763888"/>
                  </a:lnTo>
                  <a:lnTo>
                    <a:pt x="5359656" y="763888"/>
                  </a:lnTo>
                  <a:lnTo>
                    <a:pt x="5359802" y="763888"/>
                  </a:lnTo>
                  <a:lnTo>
                    <a:pt x="5359947" y="763888"/>
                  </a:lnTo>
                  <a:lnTo>
                    <a:pt x="5360092" y="763888"/>
                  </a:lnTo>
                  <a:lnTo>
                    <a:pt x="5360238" y="763888"/>
                  </a:lnTo>
                  <a:lnTo>
                    <a:pt x="5360383" y="763888"/>
                  </a:lnTo>
                  <a:lnTo>
                    <a:pt x="5360529" y="763888"/>
                  </a:lnTo>
                  <a:lnTo>
                    <a:pt x="5360674" y="763888"/>
                  </a:lnTo>
                  <a:lnTo>
                    <a:pt x="5360819" y="763888"/>
                  </a:lnTo>
                  <a:lnTo>
                    <a:pt x="5360965" y="763888"/>
                  </a:lnTo>
                  <a:lnTo>
                    <a:pt x="5361110" y="763888"/>
                  </a:lnTo>
                  <a:lnTo>
                    <a:pt x="5361256" y="763888"/>
                  </a:lnTo>
                  <a:lnTo>
                    <a:pt x="5361401" y="763888"/>
                  </a:lnTo>
                  <a:lnTo>
                    <a:pt x="5361547" y="763888"/>
                  </a:lnTo>
                  <a:lnTo>
                    <a:pt x="5361692" y="763888"/>
                  </a:lnTo>
                  <a:lnTo>
                    <a:pt x="5361837" y="763888"/>
                  </a:lnTo>
                  <a:lnTo>
                    <a:pt x="5361983" y="763888"/>
                  </a:lnTo>
                  <a:lnTo>
                    <a:pt x="5362128" y="763888"/>
                  </a:lnTo>
                  <a:lnTo>
                    <a:pt x="5362274" y="763888"/>
                  </a:lnTo>
                  <a:lnTo>
                    <a:pt x="5362419" y="763888"/>
                  </a:lnTo>
                  <a:lnTo>
                    <a:pt x="5362565" y="763888"/>
                  </a:lnTo>
                  <a:lnTo>
                    <a:pt x="5362710" y="763888"/>
                  </a:lnTo>
                  <a:lnTo>
                    <a:pt x="5362855" y="763888"/>
                  </a:lnTo>
                  <a:lnTo>
                    <a:pt x="5363001" y="763888"/>
                  </a:lnTo>
                  <a:lnTo>
                    <a:pt x="5363146" y="763888"/>
                  </a:lnTo>
                  <a:lnTo>
                    <a:pt x="5363292" y="763888"/>
                  </a:lnTo>
                  <a:lnTo>
                    <a:pt x="5363437" y="763888"/>
                  </a:lnTo>
                  <a:lnTo>
                    <a:pt x="5363437" y="763264"/>
                  </a:lnTo>
                  <a:lnTo>
                    <a:pt x="5363583" y="763264"/>
                  </a:lnTo>
                  <a:lnTo>
                    <a:pt x="5363728" y="763264"/>
                  </a:lnTo>
                  <a:lnTo>
                    <a:pt x="5363873" y="763264"/>
                  </a:lnTo>
                  <a:lnTo>
                    <a:pt x="5364019" y="763264"/>
                  </a:lnTo>
                  <a:lnTo>
                    <a:pt x="5364164" y="763264"/>
                  </a:lnTo>
                  <a:lnTo>
                    <a:pt x="5364310" y="763264"/>
                  </a:lnTo>
                  <a:lnTo>
                    <a:pt x="5364455" y="763264"/>
                  </a:lnTo>
                  <a:lnTo>
                    <a:pt x="5364601" y="763264"/>
                  </a:lnTo>
                  <a:lnTo>
                    <a:pt x="5364746" y="763264"/>
                  </a:lnTo>
                  <a:lnTo>
                    <a:pt x="5364891" y="763264"/>
                  </a:lnTo>
                  <a:lnTo>
                    <a:pt x="5365037" y="763264"/>
                  </a:lnTo>
                  <a:lnTo>
                    <a:pt x="5365182" y="763264"/>
                  </a:lnTo>
                  <a:lnTo>
                    <a:pt x="5365328" y="763264"/>
                  </a:lnTo>
                  <a:lnTo>
                    <a:pt x="5365473" y="763264"/>
                  </a:lnTo>
                  <a:lnTo>
                    <a:pt x="5365473" y="762641"/>
                  </a:lnTo>
                  <a:lnTo>
                    <a:pt x="5365619" y="762641"/>
                  </a:lnTo>
                  <a:lnTo>
                    <a:pt x="5365764" y="762641"/>
                  </a:lnTo>
                  <a:lnTo>
                    <a:pt x="5365909" y="762641"/>
                  </a:lnTo>
                  <a:lnTo>
                    <a:pt x="5366055" y="762641"/>
                  </a:lnTo>
                  <a:lnTo>
                    <a:pt x="5366200" y="762641"/>
                  </a:lnTo>
                  <a:lnTo>
                    <a:pt x="5366346" y="762641"/>
                  </a:lnTo>
                  <a:lnTo>
                    <a:pt x="5366491" y="762641"/>
                  </a:lnTo>
                  <a:lnTo>
                    <a:pt x="5366637" y="762641"/>
                  </a:lnTo>
                  <a:lnTo>
                    <a:pt x="5366782" y="762641"/>
                  </a:lnTo>
                  <a:lnTo>
                    <a:pt x="5366927" y="762641"/>
                  </a:lnTo>
                  <a:lnTo>
                    <a:pt x="5367073" y="762641"/>
                  </a:lnTo>
                  <a:lnTo>
                    <a:pt x="5367218" y="762641"/>
                  </a:lnTo>
                  <a:lnTo>
                    <a:pt x="5367364" y="762641"/>
                  </a:lnTo>
                  <a:lnTo>
                    <a:pt x="5367509" y="762641"/>
                  </a:lnTo>
                  <a:lnTo>
                    <a:pt x="5367654" y="762641"/>
                  </a:lnTo>
                  <a:lnTo>
                    <a:pt x="5367800" y="762641"/>
                  </a:lnTo>
                  <a:lnTo>
                    <a:pt x="5367945" y="762641"/>
                  </a:lnTo>
                  <a:lnTo>
                    <a:pt x="5368091" y="762641"/>
                  </a:lnTo>
                  <a:lnTo>
                    <a:pt x="5368236" y="762641"/>
                  </a:lnTo>
                  <a:lnTo>
                    <a:pt x="5368382" y="762641"/>
                  </a:lnTo>
                  <a:lnTo>
                    <a:pt x="5368527" y="762641"/>
                  </a:lnTo>
                  <a:lnTo>
                    <a:pt x="5368672" y="762641"/>
                  </a:lnTo>
                  <a:lnTo>
                    <a:pt x="5368818" y="762641"/>
                  </a:lnTo>
                  <a:lnTo>
                    <a:pt x="5368963" y="762641"/>
                  </a:lnTo>
                  <a:lnTo>
                    <a:pt x="5369109" y="762641"/>
                  </a:lnTo>
                  <a:lnTo>
                    <a:pt x="5369254" y="762641"/>
                  </a:lnTo>
                  <a:lnTo>
                    <a:pt x="5369400" y="762641"/>
                  </a:lnTo>
                  <a:lnTo>
                    <a:pt x="5369545" y="762641"/>
                  </a:lnTo>
                  <a:lnTo>
                    <a:pt x="5369690" y="762641"/>
                  </a:lnTo>
                  <a:lnTo>
                    <a:pt x="5369836" y="762641"/>
                  </a:lnTo>
                  <a:lnTo>
                    <a:pt x="5369836" y="762017"/>
                  </a:lnTo>
                  <a:lnTo>
                    <a:pt x="5369981" y="762017"/>
                  </a:lnTo>
                  <a:lnTo>
                    <a:pt x="5370127" y="762017"/>
                  </a:lnTo>
                  <a:lnTo>
                    <a:pt x="5370272" y="762017"/>
                  </a:lnTo>
                  <a:lnTo>
                    <a:pt x="5370418" y="762017"/>
                  </a:lnTo>
                  <a:lnTo>
                    <a:pt x="5370563" y="762017"/>
                  </a:lnTo>
                  <a:lnTo>
                    <a:pt x="5370708" y="762017"/>
                  </a:lnTo>
                  <a:lnTo>
                    <a:pt x="5370854" y="762017"/>
                  </a:lnTo>
                  <a:lnTo>
                    <a:pt x="5370854" y="761394"/>
                  </a:lnTo>
                  <a:lnTo>
                    <a:pt x="5370999" y="761394"/>
                  </a:lnTo>
                  <a:lnTo>
                    <a:pt x="5370999" y="760770"/>
                  </a:lnTo>
                  <a:lnTo>
                    <a:pt x="5371145" y="760770"/>
                  </a:lnTo>
                  <a:lnTo>
                    <a:pt x="5371290" y="760770"/>
                  </a:lnTo>
                  <a:lnTo>
                    <a:pt x="5371436" y="760770"/>
                  </a:lnTo>
                  <a:lnTo>
                    <a:pt x="5371581" y="760770"/>
                  </a:lnTo>
                  <a:lnTo>
                    <a:pt x="5371726" y="760770"/>
                  </a:lnTo>
                  <a:lnTo>
                    <a:pt x="5371872" y="760770"/>
                  </a:lnTo>
                  <a:lnTo>
                    <a:pt x="5372017" y="760770"/>
                  </a:lnTo>
                  <a:lnTo>
                    <a:pt x="5372163" y="760770"/>
                  </a:lnTo>
                  <a:lnTo>
                    <a:pt x="5372308" y="760770"/>
                  </a:lnTo>
                  <a:lnTo>
                    <a:pt x="5372454" y="760770"/>
                  </a:lnTo>
                  <a:lnTo>
                    <a:pt x="5372599" y="760770"/>
                  </a:lnTo>
                  <a:lnTo>
                    <a:pt x="5372744" y="760770"/>
                  </a:lnTo>
                  <a:lnTo>
                    <a:pt x="5372890" y="760770"/>
                  </a:lnTo>
                  <a:lnTo>
                    <a:pt x="5373035" y="760770"/>
                  </a:lnTo>
                  <a:lnTo>
                    <a:pt x="5373181" y="760770"/>
                  </a:lnTo>
                  <a:lnTo>
                    <a:pt x="5373326" y="760770"/>
                  </a:lnTo>
                  <a:lnTo>
                    <a:pt x="5373472" y="760770"/>
                  </a:lnTo>
                  <a:lnTo>
                    <a:pt x="5373617" y="760770"/>
                  </a:lnTo>
                  <a:lnTo>
                    <a:pt x="5373762" y="760770"/>
                  </a:lnTo>
                  <a:lnTo>
                    <a:pt x="5373908" y="760770"/>
                  </a:lnTo>
                  <a:lnTo>
                    <a:pt x="5374053" y="760770"/>
                  </a:lnTo>
                  <a:lnTo>
                    <a:pt x="5374199" y="760770"/>
                  </a:lnTo>
                  <a:lnTo>
                    <a:pt x="5374344" y="760770"/>
                  </a:lnTo>
                  <a:lnTo>
                    <a:pt x="5374489" y="760770"/>
                  </a:lnTo>
                  <a:lnTo>
                    <a:pt x="5374635" y="760770"/>
                  </a:lnTo>
                  <a:lnTo>
                    <a:pt x="5374780" y="760770"/>
                  </a:lnTo>
                  <a:lnTo>
                    <a:pt x="5374926" y="760770"/>
                  </a:lnTo>
                  <a:lnTo>
                    <a:pt x="5375071" y="760770"/>
                  </a:lnTo>
                  <a:lnTo>
                    <a:pt x="5375071" y="760146"/>
                  </a:lnTo>
                  <a:lnTo>
                    <a:pt x="5375217" y="760146"/>
                  </a:lnTo>
                  <a:lnTo>
                    <a:pt x="5375362" y="760146"/>
                  </a:lnTo>
                  <a:lnTo>
                    <a:pt x="5375507" y="760146"/>
                  </a:lnTo>
                  <a:lnTo>
                    <a:pt x="5375653" y="760146"/>
                  </a:lnTo>
                  <a:lnTo>
                    <a:pt x="5375798" y="760146"/>
                  </a:lnTo>
                  <a:lnTo>
                    <a:pt x="5375944" y="760146"/>
                  </a:lnTo>
                  <a:lnTo>
                    <a:pt x="5376089" y="760146"/>
                  </a:lnTo>
                  <a:lnTo>
                    <a:pt x="5376235" y="760146"/>
                  </a:lnTo>
                  <a:lnTo>
                    <a:pt x="5376380" y="760146"/>
                  </a:lnTo>
                  <a:lnTo>
                    <a:pt x="5376525" y="760146"/>
                  </a:lnTo>
                  <a:lnTo>
                    <a:pt x="5376671" y="760146"/>
                  </a:lnTo>
                  <a:lnTo>
                    <a:pt x="5376816" y="760146"/>
                  </a:lnTo>
                  <a:lnTo>
                    <a:pt x="5376962" y="760146"/>
                  </a:lnTo>
                  <a:lnTo>
                    <a:pt x="5377107" y="760146"/>
                  </a:lnTo>
                  <a:lnTo>
                    <a:pt x="5377253" y="760146"/>
                  </a:lnTo>
                  <a:lnTo>
                    <a:pt x="5377398" y="760146"/>
                  </a:lnTo>
                  <a:lnTo>
                    <a:pt x="5377543" y="760146"/>
                  </a:lnTo>
                  <a:lnTo>
                    <a:pt x="5377689" y="760146"/>
                  </a:lnTo>
                  <a:lnTo>
                    <a:pt x="5377834" y="760146"/>
                  </a:lnTo>
                  <a:lnTo>
                    <a:pt x="5377980" y="760146"/>
                  </a:lnTo>
                  <a:lnTo>
                    <a:pt x="5377980" y="759523"/>
                  </a:lnTo>
                  <a:lnTo>
                    <a:pt x="5378125" y="759523"/>
                  </a:lnTo>
                  <a:lnTo>
                    <a:pt x="5378271" y="759523"/>
                  </a:lnTo>
                  <a:lnTo>
                    <a:pt x="5378416" y="759523"/>
                  </a:lnTo>
                  <a:lnTo>
                    <a:pt x="5378561" y="759523"/>
                  </a:lnTo>
                  <a:lnTo>
                    <a:pt x="5378707" y="759523"/>
                  </a:lnTo>
                  <a:lnTo>
                    <a:pt x="5378852" y="759523"/>
                  </a:lnTo>
                  <a:lnTo>
                    <a:pt x="5378998" y="759523"/>
                  </a:lnTo>
                  <a:lnTo>
                    <a:pt x="5378998" y="758899"/>
                  </a:lnTo>
                  <a:lnTo>
                    <a:pt x="5379143" y="758899"/>
                  </a:lnTo>
                  <a:lnTo>
                    <a:pt x="5379289" y="758899"/>
                  </a:lnTo>
                  <a:lnTo>
                    <a:pt x="5379434" y="758899"/>
                  </a:lnTo>
                  <a:lnTo>
                    <a:pt x="5379579" y="758899"/>
                  </a:lnTo>
                  <a:lnTo>
                    <a:pt x="5379725" y="758899"/>
                  </a:lnTo>
                  <a:lnTo>
                    <a:pt x="5379725" y="758276"/>
                  </a:lnTo>
                  <a:lnTo>
                    <a:pt x="5379870" y="758276"/>
                  </a:lnTo>
                  <a:lnTo>
                    <a:pt x="5380016" y="758276"/>
                  </a:lnTo>
                  <a:lnTo>
                    <a:pt x="5380161" y="758276"/>
                  </a:lnTo>
                  <a:lnTo>
                    <a:pt x="5380307" y="758276"/>
                  </a:lnTo>
                  <a:lnTo>
                    <a:pt x="5380452" y="758276"/>
                  </a:lnTo>
                  <a:lnTo>
                    <a:pt x="5380597" y="758276"/>
                  </a:lnTo>
                  <a:lnTo>
                    <a:pt x="5380743" y="758276"/>
                  </a:lnTo>
                  <a:lnTo>
                    <a:pt x="5380888" y="758276"/>
                  </a:lnTo>
                  <a:lnTo>
                    <a:pt x="5381034" y="758276"/>
                  </a:lnTo>
                  <a:lnTo>
                    <a:pt x="5381179" y="758276"/>
                  </a:lnTo>
                  <a:lnTo>
                    <a:pt x="5381179" y="757652"/>
                  </a:lnTo>
                  <a:lnTo>
                    <a:pt x="5381324" y="757652"/>
                  </a:lnTo>
                  <a:lnTo>
                    <a:pt x="5381470" y="757652"/>
                  </a:lnTo>
                  <a:lnTo>
                    <a:pt x="5381615" y="757652"/>
                  </a:lnTo>
                  <a:lnTo>
                    <a:pt x="5381761" y="757652"/>
                  </a:lnTo>
                  <a:lnTo>
                    <a:pt x="5381906" y="757652"/>
                  </a:lnTo>
                  <a:lnTo>
                    <a:pt x="5382052" y="757652"/>
                  </a:lnTo>
                  <a:lnTo>
                    <a:pt x="5382197" y="757652"/>
                  </a:lnTo>
                  <a:lnTo>
                    <a:pt x="5382342" y="757652"/>
                  </a:lnTo>
                  <a:lnTo>
                    <a:pt x="5382488" y="757652"/>
                  </a:lnTo>
                  <a:lnTo>
                    <a:pt x="5382633" y="757652"/>
                  </a:lnTo>
                  <a:lnTo>
                    <a:pt x="5382779" y="757652"/>
                  </a:lnTo>
                  <a:lnTo>
                    <a:pt x="5382924" y="757652"/>
                  </a:lnTo>
                  <a:lnTo>
                    <a:pt x="5383070" y="757652"/>
                  </a:lnTo>
                  <a:lnTo>
                    <a:pt x="5383215" y="757652"/>
                  </a:lnTo>
                  <a:lnTo>
                    <a:pt x="5383360" y="757652"/>
                  </a:lnTo>
                  <a:lnTo>
                    <a:pt x="5383506" y="757652"/>
                  </a:lnTo>
                  <a:lnTo>
                    <a:pt x="5383651" y="757652"/>
                  </a:lnTo>
                  <a:lnTo>
                    <a:pt x="5383797" y="757652"/>
                  </a:lnTo>
                  <a:lnTo>
                    <a:pt x="5383942" y="757652"/>
                  </a:lnTo>
                  <a:lnTo>
                    <a:pt x="5384088" y="757652"/>
                  </a:lnTo>
                  <a:lnTo>
                    <a:pt x="5384233" y="757652"/>
                  </a:lnTo>
                  <a:lnTo>
                    <a:pt x="5384378" y="757652"/>
                  </a:lnTo>
                  <a:lnTo>
                    <a:pt x="5384524" y="757652"/>
                  </a:lnTo>
                  <a:lnTo>
                    <a:pt x="5384669" y="757652"/>
                  </a:lnTo>
                  <a:lnTo>
                    <a:pt x="5384815" y="757652"/>
                  </a:lnTo>
                  <a:lnTo>
                    <a:pt x="5384960" y="757652"/>
                  </a:lnTo>
                  <a:lnTo>
                    <a:pt x="5385106" y="757652"/>
                  </a:lnTo>
                  <a:lnTo>
                    <a:pt x="5385251" y="757652"/>
                  </a:lnTo>
                  <a:lnTo>
                    <a:pt x="5385396" y="757652"/>
                  </a:lnTo>
                  <a:lnTo>
                    <a:pt x="5385542" y="757652"/>
                  </a:lnTo>
                  <a:lnTo>
                    <a:pt x="5385687" y="757652"/>
                  </a:lnTo>
                  <a:lnTo>
                    <a:pt x="5385833" y="757652"/>
                  </a:lnTo>
                  <a:lnTo>
                    <a:pt x="5385978" y="757652"/>
                  </a:lnTo>
                  <a:lnTo>
                    <a:pt x="5385978" y="757028"/>
                  </a:lnTo>
                  <a:lnTo>
                    <a:pt x="5386124" y="757028"/>
                  </a:lnTo>
                  <a:lnTo>
                    <a:pt x="5386269" y="757028"/>
                  </a:lnTo>
                  <a:lnTo>
                    <a:pt x="5386414" y="757028"/>
                  </a:lnTo>
                  <a:lnTo>
                    <a:pt x="5386560" y="757028"/>
                  </a:lnTo>
                  <a:lnTo>
                    <a:pt x="5386705" y="757028"/>
                  </a:lnTo>
                  <a:lnTo>
                    <a:pt x="5386851" y="757028"/>
                  </a:lnTo>
                  <a:lnTo>
                    <a:pt x="5386996" y="757028"/>
                  </a:lnTo>
                  <a:lnTo>
                    <a:pt x="5387142" y="757028"/>
                  </a:lnTo>
                  <a:lnTo>
                    <a:pt x="5387287" y="757028"/>
                  </a:lnTo>
                  <a:lnTo>
                    <a:pt x="5387432" y="757028"/>
                  </a:lnTo>
                  <a:lnTo>
                    <a:pt x="5387578" y="757028"/>
                  </a:lnTo>
                  <a:lnTo>
                    <a:pt x="5387723" y="757028"/>
                  </a:lnTo>
                  <a:lnTo>
                    <a:pt x="5387869" y="757028"/>
                  </a:lnTo>
                  <a:lnTo>
                    <a:pt x="5388014" y="757028"/>
                  </a:lnTo>
                  <a:lnTo>
                    <a:pt x="5388159" y="757028"/>
                  </a:lnTo>
                  <a:lnTo>
                    <a:pt x="5388305" y="757028"/>
                  </a:lnTo>
                  <a:lnTo>
                    <a:pt x="5388450" y="757028"/>
                  </a:lnTo>
                  <a:lnTo>
                    <a:pt x="5388596" y="757028"/>
                  </a:lnTo>
                  <a:lnTo>
                    <a:pt x="5388741" y="757028"/>
                  </a:lnTo>
                  <a:lnTo>
                    <a:pt x="5388887" y="757028"/>
                  </a:lnTo>
                  <a:lnTo>
                    <a:pt x="5389032" y="757028"/>
                  </a:lnTo>
                  <a:lnTo>
                    <a:pt x="5389177" y="757028"/>
                  </a:lnTo>
                  <a:lnTo>
                    <a:pt x="5389323" y="757028"/>
                  </a:lnTo>
                  <a:lnTo>
                    <a:pt x="5389468" y="757028"/>
                  </a:lnTo>
                  <a:lnTo>
                    <a:pt x="5389614" y="757028"/>
                  </a:lnTo>
                  <a:lnTo>
                    <a:pt x="5389759" y="757028"/>
                  </a:lnTo>
                  <a:lnTo>
                    <a:pt x="5389905" y="757028"/>
                  </a:lnTo>
                  <a:lnTo>
                    <a:pt x="5390050" y="757028"/>
                  </a:lnTo>
                  <a:lnTo>
                    <a:pt x="5390195" y="757028"/>
                  </a:lnTo>
                  <a:lnTo>
                    <a:pt x="5390341" y="757028"/>
                  </a:lnTo>
                  <a:lnTo>
                    <a:pt x="5390486" y="757028"/>
                  </a:lnTo>
                  <a:lnTo>
                    <a:pt x="5390632" y="757028"/>
                  </a:lnTo>
                  <a:lnTo>
                    <a:pt x="5390777" y="757028"/>
                  </a:lnTo>
                  <a:lnTo>
                    <a:pt x="5390923" y="757028"/>
                  </a:lnTo>
                  <a:lnTo>
                    <a:pt x="5391068" y="757028"/>
                  </a:lnTo>
                  <a:lnTo>
                    <a:pt x="5391213" y="757028"/>
                  </a:lnTo>
                  <a:lnTo>
                    <a:pt x="5391359" y="757028"/>
                  </a:lnTo>
                  <a:lnTo>
                    <a:pt x="5391359" y="756405"/>
                  </a:lnTo>
                  <a:lnTo>
                    <a:pt x="5391504" y="756405"/>
                  </a:lnTo>
                  <a:lnTo>
                    <a:pt x="5391650" y="756405"/>
                  </a:lnTo>
                  <a:lnTo>
                    <a:pt x="5391795" y="756405"/>
                  </a:lnTo>
                  <a:lnTo>
                    <a:pt x="5391941" y="756405"/>
                  </a:lnTo>
                  <a:lnTo>
                    <a:pt x="5392086" y="756405"/>
                  </a:lnTo>
                  <a:lnTo>
                    <a:pt x="5392231" y="756405"/>
                  </a:lnTo>
                  <a:lnTo>
                    <a:pt x="5392377" y="756405"/>
                  </a:lnTo>
                  <a:lnTo>
                    <a:pt x="5392522" y="756405"/>
                  </a:lnTo>
                  <a:lnTo>
                    <a:pt x="5392668" y="756405"/>
                  </a:lnTo>
                  <a:lnTo>
                    <a:pt x="5392668" y="755781"/>
                  </a:lnTo>
                  <a:lnTo>
                    <a:pt x="5392813" y="755781"/>
                  </a:lnTo>
                  <a:lnTo>
                    <a:pt x="5392959" y="755781"/>
                  </a:lnTo>
                  <a:lnTo>
                    <a:pt x="5393104" y="755781"/>
                  </a:lnTo>
                  <a:lnTo>
                    <a:pt x="5393249" y="755781"/>
                  </a:lnTo>
                  <a:lnTo>
                    <a:pt x="5393395" y="755781"/>
                  </a:lnTo>
                  <a:lnTo>
                    <a:pt x="5393540" y="755781"/>
                  </a:lnTo>
                  <a:lnTo>
                    <a:pt x="5393686" y="755781"/>
                  </a:lnTo>
                  <a:lnTo>
                    <a:pt x="5393831" y="755781"/>
                  </a:lnTo>
                  <a:lnTo>
                    <a:pt x="5393977" y="755781"/>
                  </a:lnTo>
                  <a:lnTo>
                    <a:pt x="5394122" y="755781"/>
                  </a:lnTo>
                  <a:lnTo>
                    <a:pt x="5394267" y="755781"/>
                  </a:lnTo>
                  <a:lnTo>
                    <a:pt x="5394413" y="755781"/>
                  </a:lnTo>
                  <a:lnTo>
                    <a:pt x="5394558" y="755781"/>
                  </a:lnTo>
                  <a:lnTo>
                    <a:pt x="5394704" y="755781"/>
                  </a:lnTo>
                  <a:lnTo>
                    <a:pt x="5394849" y="755781"/>
                  </a:lnTo>
                  <a:lnTo>
                    <a:pt x="5394994" y="755781"/>
                  </a:lnTo>
                  <a:lnTo>
                    <a:pt x="5395140" y="755781"/>
                  </a:lnTo>
                  <a:lnTo>
                    <a:pt x="5395285" y="755781"/>
                  </a:lnTo>
                  <a:lnTo>
                    <a:pt x="5395431" y="755781"/>
                  </a:lnTo>
                  <a:lnTo>
                    <a:pt x="5395576" y="755781"/>
                  </a:lnTo>
                  <a:lnTo>
                    <a:pt x="5395722" y="755781"/>
                  </a:lnTo>
                  <a:lnTo>
                    <a:pt x="5395867" y="755781"/>
                  </a:lnTo>
                  <a:lnTo>
                    <a:pt x="5396012" y="755781"/>
                  </a:lnTo>
                  <a:lnTo>
                    <a:pt x="5396158" y="755781"/>
                  </a:lnTo>
                  <a:lnTo>
                    <a:pt x="5396303" y="755781"/>
                  </a:lnTo>
                  <a:lnTo>
                    <a:pt x="5396449" y="755781"/>
                  </a:lnTo>
                  <a:lnTo>
                    <a:pt x="5396594" y="755781"/>
                  </a:lnTo>
                  <a:lnTo>
                    <a:pt x="5396594" y="755158"/>
                  </a:lnTo>
                  <a:lnTo>
                    <a:pt x="5396740" y="755158"/>
                  </a:lnTo>
                  <a:lnTo>
                    <a:pt x="5396885" y="755158"/>
                  </a:lnTo>
                  <a:lnTo>
                    <a:pt x="5397030" y="755158"/>
                  </a:lnTo>
                  <a:lnTo>
                    <a:pt x="5397176" y="755158"/>
                  </a:lnTo>
                  <a:lnTo>
                    <a:pt x="5397321" y="755158"/>
                  </a:lnTo>
                  <a:lnTo>
                    <a:pt x="5397467" y="755158"/>
                  </a:lnTo>
                  <a:lnTo>
                    <a:pt x="5397612" y="755158"/>
                  </a:lnTo>
                  <a:lnTo>
                    <a:pt x="5397758" y="755158"/>
                  </a:lnTo>
                  <a:lnTo>
                    <a:pt x="5397903" y="755158"/>
                  </a:lnTo>
                  <a:lnTo>
                    <a:pt x="5398048" y="755158"/>
                  </a:lnTo>
                  <a:lnTo>
                    <a:pt x="5398194" y="755158"/>
                  </a:lnTo>
                  <a:lnTo>
                    <a:pt x="5398339" y="755158"/>
                  </a:lnTo>
                  <a:lnTo>
                    <a:pt x="5398339" y="754534"/>
                  </a:lnTo>
                  <a:lnTo>
                    <a:pt x="5398485" y="754534"/>
                  </a:lnTo>
                  <a:lnTo>
                    <a:pt x="5398630" y="754534"/>
                  </a:lnTo>
                  <a:lnTo>
                    <a:pt x="5398776" y="754534"/>
                  </a:lnTo>
                  <a:lnTo>
                    <a:pt x="5398921" y="754534"/>
                  </a:lnTo>
                  <a:lnTo>
                    <a:pt x="5399066" y="754534"/>
                  </a:lnTo>
                  <a:lnTo>
                    <a:pt x="5399212" y="754534"/>
                  </a:lnTo>
                  <a:lnTo>
                    <a:pt x="5399357" y="754534"/>
                  </a:lnTo>
                  <a:lnTo>
                    <a:pt x="5399503" y="754534"/>
                  </a:lnTo>
                  <a:lnTo>
                    <a:pt x="5399648" y="754534"/>
                  </a:lnTo>
                  <a:lnTo>
                    <a:pt x="5399794" y="754534"/>
                  </a:lnTo>
                  <a:lnTo>
                    <a:pt x="5399939" y="754534"/>
                  </a:lnTo>
                  <a:lnTo>
                    <a:pt x="5400084" y="754534"/>
                  </a:lnTo>
                  <a:lnTo>
                    <a:pt x="5400230" y="754534"/>
                  </a:lnTo>
                  <a:lnTo>
                    <a:pt x="5400375" y="754534"/>
                  </a:lnTo>
                  <a:lnTo>
                    <a:pt x="5400521" y="754534"/>
                  </a:lnTo>
                  <a:lnTo>
                    <a:pt x="5400666" y="754534"/>
                  </a:lnTo>
                  <a:lnTo>
                    <a:pt x="5400812" y="754534"/>
                  </a:lnTo>
                  <a:lnTo>
                    <a:pt x="5400957" y="754534"/>
                  </a:lnTo>
                  <a:lnTo>
                    <a:pt x="5401102" y="754534"/>
                  </a:lnTo>
                  <a:lnTo>
                    <a:pt x="5401248" y="754534"/>
                  </a:lnTo>
                  <a:lnTo>
                    <a:pt x="5401393" y="754534"/>
                  </a:lnTo>
                  <a:lnTo>
                    <a:pt x="5401539" y="754534"/>
                  </a:lnTo>
                  <a:lnTo>
                    <a:pt x="5401684" y="754534"/>
                  </a:lnTo>
                  <a:lnTo>
                    <a:pt x="5401829" y="754534"/>
                  </a:lnTo>
                  <a:lnTo>
                    <a:pt x="5401975" y="754534"/>
                  </a:lnTo>
                  <a:lnTo>
                    <a:pt x="5402120" y="754534"/>
                  </a:lnTo>
                  <a:lnTo>
                    <a:pt x="5402266" y="754534"/>
                  </a:lnTo>
                  <a:lnTo>
                    <a:pt x="5402411" y="754534"/>
                  </a:lnTo>
                  <a:lnTo>
                    <a:pt x="5402557" y="754534"/>
                  </a:lnTo>
                  <a:lnTo>
                    <a:pt x="5402702" y="754534"/>
                  </a:lnTo>
                  <a:lnTo>
                    <a:pt x="5402847" y="754534"/>
                  </a:lnTo>
                  <a:lnTo>
                    <a:pt x="5402993" y="754534"/>
                  </a:lnTo>
                  <a:lnTo>
                    <a:pt x="5403138" y="754534"/>
                  </a:lnTo>
                  <a:lnTo>
                    <a:pt x="5403284" y="754534"/>
                  </a:lnTo>
                  <a:lnTo>
                    <a:pt x="5403429" y="754534"/>
                  </a:lnTo>
                  <a:lnTo>
                    <a:pt x="5403575" y="754534"/>
                  </a:lnTo>
                  <a:lnTo>
                    <a:pt x="5403720" y="754534"/>
                  </a:lnTo>
                  <a:lnTo>
                    <a:pt x="5403865" y="754534"/>
                  </a:lnTo>
                  <a:lnTo>
                    <a:pt x="5404011" y="754534"/>
                  </a:lnTo>
                  <a:lnTo>
                    <a:pt x="5404156" y="754534"/>
                  </a:lnTo>
                  <a:lnTo>
                    <a:pt x="5404302" y="754534"/>
                  </a:lnTo>
                  <a:lnTo>
                    <a:pt x="5404447" y="754534"/>
                  </a:lnTo>
                  <a:lnTo>
                    <a:pt x="5404593" y="754534"/>
                  </a:lnTo>
                  <a:lnTo>
                    <a:pt x="5404738" y="754534"/>
                  </a:lnTo>
                  <a:lnTo>
                    <a:pt x="5404883" y="754534"/>
                  </a:lnTo>
                  <a:lnTo>
                    <a:pt x="5405029" y="754534"/>
                  </a:lnTo>
                  <a:lnTo>
                    <a:pt x="5405029" y="753911"/>
                  </a:lnTo>
                  <a:lnTo>
                    <a:pt x="5405174" y="753911"/>
                  </a:lnTo>
                  <a:lnTo>
                    <a:pt x="5405320" y="753911"/>
                  </a:lnTo>
                  <a:lnTo>
                    <a:pt x="5405465" y="753911"/>
                  </a:lnTo>
                  <a:lnTo>
                    <a:pt x="5405611" y="753911"/>
                  </a:lnTo>
                  <a:lnTo>
                    <a:pt x="5405756" y="753911"/>
                  </a:lnTo>
                  <a:lnTo>
                    <a:pt x="5405756" y="753287"/>
                  </a:lnTo>
                  <a:lnTo>
                    <a:pt x="5405901" y="753287"/>
                  </a:lnTo>
                  <a:lnTo>
                    <a:pt x="5406047" y="753287"/>
                  </a:lnTo>
                  <a:lnTo>
                    <a:pt x="5406192" y="753287"/>
                  </a:lnTo>
                  <a:lnTo>
                    <a:pt x="5406338" y="753287"/>
                  </a:lnTo>
                  <a:lnTo>
                    <a:pt x="5406483" y="753287"/>
                  </a:lnTo>
                  <a:lnTo>
                    <a:pt x="5406629" y="753287"/>
                  </a:lnTo>
                  <a:lnTo>
                    <a:pt x="5406774" y="753287"/>
                  </a:lnTo>
                  <a:lnTo>
                    <a:pt x="5406919" y="753287"/>
                  </a:lnTo>
                  <a:lnTo>
                    <a:pt x="5407065" y="753287"/>
                  </a:lnTo>
                  <a:lnTo>
                    <a:pt x="5407065" y="752663"/>
                  </a:lnTo>
                  <a:lnTo>
                    <a:pt x="5407210" y="752663"/>
                  </a:lnTo>
                  <a:lnTo>
                    <a:pt x="5407210" y="752040"/>
                  </a:lnTo>
                  <a:lnTo>
                    <a:pt x="5407356" y="752040"/>
                  </a:lnTo>
                  <a:lnTo>
                    <a:pt x="5407501" y="752040"/>
                  </a:lnTo>
                  <a:lnTo>
                    <a:pt x="5407647" y="752040"/>
                  </a:lnTo>
                  <a:lnTo>
                    <a:pt x="5407792" y="752040"/>
                  </a:lnTo>
                  <a:lnTo>
                    <a:pt x="5407792" y="751416"/>
                  </a:lnTo>
                  <a:lnTo>
                    <a:pt x="5407937" y="751416"/>
                  </a:lnTo>
                  <a:lnTo>
                    <a:pt x="5408083" y="751416"/>
                  </a:lnTo>
                  <a:lnTo>
                    <a:pt x="5408228" y="751416"/>
                  </a:lnTo>
                  <a:lnTo>
                    <a:pt x="5408374" y="751416"/>
                  </a:lnTo>
                  <a:lnTo>
                    <a:pt x="5408519" y="751416"/>
                  </a:lnTo>
                  <a:lnTo>
                    <a:pt x="5408519" y="750793"/>
                  </a:lnTo>
                  <a:lnTo>
                    <a:pt x="5408664" y="750793"/>
                  </a:lnTo>
                  <a:lnTo>
                    <a:pt x="5408810" y="750793"/>
                  </a:lnTo>
                  <a:lnTo>
                    <a:pt x="5408955" y="750793"/>
                  </a:lnTo>
                  <a:lnTo>
                    <a:pt x="5409101" y="750793"/>
                  </a:lnTo>
                  <a:lnTo>
                    <a:pt x="5409246" y="750793"/>
                  </a:lnTo>
                  <a:lnTo>
                    <a:pt x="5409392" y="750793"/>
                  </a:lnTo>
                  <a:lnTo>
                    <a:pt x="5409537" y="750793"/>
                  </a:lnTo>
                  <a:lnTo>
                    <a:pt x="5409682" y="750793"/>
                  </a:lnTo>
                  <a:lnTo>
                    <a:pt x="5409828" y="750793"/>
                  </a:lnTo>
                  <a:lnTo>
                    <a:pt x="5409973" y="750793"/>
                  </a:lnTo>
                  <a:lnTo>
                    <a:pt x="5410119" y="750793"/>
                  </a:lnTo>
                  <a:lnTo>
                    <a:pt x="5410264" y="750793"/>
                  </a:lnTo>
                  <a:lnTo>
                    <a:pt x="5410410" y="750793"/>
                  </a:lnTo>
                  <a:lnTo>
                    <a:pt x="5410555" y="750793"/>
                  </a:lnTo>
                  <a:lnTo>
                    <a:pt x="5410700" y="750793"/>
                  </a:lnTo>
                  <a:lnTo>
                    <a:pt x="5410846" y="750793"/>
                  </a:lnTo>
                  <a:lnTo>
                    <a:pt x="5410846" y="750169"/>
                  </a:lnTo>
                  <a:lnTo>
                    <a:pt x="5410991" y="750169"/>
                  </a:lnTo>
                  <a:lnTo>
                    <a:pt x="5411137" y="750169"/>
                  </a:lnTo>
                  <a:lnTo>
                    <a:pt x="5411282" y="750169"/>
                  </a:lnTo>
                  <a:lnTo>
                    <a:pt x="5411428" y="750169"/>
                  </a:lnTo>
                  <a:lnTo>
                    <a:pt x="5411573" y="750169"/>
                  </a:lnTo>
                  <a:lnTo>
                    <a:pt x="5411718" y="750169"/>
                  </a:lnTo>
                  <a:lnTo>
                    <a:pt x="5411864" y="750169"/>
                  </a:lnTo>
                  <a:lnTo>
                    <a:pt x="5412009" y="750169"/>
                  </a:lnTo>
                  <a:lnTo>
                    <a:pt x="5412155" y="750169"/>
                  </a:lnTo>
                  <a:lnTo>
                    <a:pt x="5412300" y="750169"/>
                  </a:lnTo>
                  <a:lnTo>
                    <a:pt x="5412446" y="750169"/>
                  </a:lnTo>
                  <a:lnTo>
                    <a:pt x="5412446" y="749545"/>
                  </a:lnTo>
                  <a:lnTo>
                    <a:pt x="5412591" y="749545"/>
                  </a:lnTo>
                  <a:lnTo>
                    <a:pt x="5412736" y="749545"/>
                  </a:lnTo>
                  <a:lnTo>
                    <a:pt x="5412882" y="749545"/>
                  </a:lnTo>
                  <a:lnTo>
                    <a:pt x="5413027" y="749545"/>
                  </a:lnTo>
                  <a:lnTo>
                    <a:pt x="5413173" y="749545"/>
                  </a:lnTo>
                  <a:lnTo>
                    <a:pt x="5413318" y="749545"/>
                  </a:lnTo>
                  <a:lnTo>
                    <a:pt x="5413464" y="749545"/>
                  </a:lnTo>
                  <a:lnTo>
                    <a:pt x="5413609" y="749545"/>
                  </a:lnTo>
                  <a:lnTo>
                    <a:pt x="5413754" y="749545"/>
                  </a:lnTo>
                  <a:lnTo>
                    <a:pt x="5413900" y="749545"/>
                  </a:lnTo>
                  <a:lnTo>
                    <a:pt x="5414045" y="749545"/>
                  </a:lnTo>
                  <a:lnTo>
                    <a:pt x="5414191" y="749545"/>
                  </a:lnTo>
                  <a:lnTo>
                    <a:pt x="5414336" y="749545"/>
                  </a:lnTo>
                  <a:lnTo>
                    <a:pt x="5414336" y="748922"/>
                  </a:lnTo>
                  <a:lnTo>
                    <a:pt x="5414482" y="748922"/>
                  </a:lnTo>
                  <a:lnTo>
                    <a:pt x="5414627" y="748922"/>
                  </a:lnTo>
                  <a:lnTo>
                    <a:pt x="5414772" y="748922"/>
                  </a:lnTo>
                  <a:lnTo>
                    <a:pt x="5414918" y="748922"/>
                  </a:lnTo>
                  <a:lnTo>
                    <a:pt x="5415063" y="748922"/>
                  </a:lnTo>
                  <a:lnTo>
                    <a:pt x="5415209" y="748922"/>
                  </a:lnTo>
                  <a:lnTo>
                    <a:pt x="5415354" y="748922"/>
                  </a:lnTo>
                  <a:lnTo>
                    <a:pt x="5415499" y="748922"/>
                  </a:lnTo>
                  <a:lnTo>
                    <a:pt x="5415645" y="748922"/>
                  </a:lnTo>
                  <a:lnTo>
                    <a:pt x="5415790" y="748922"/>
                  </a:lnTo>
                  <a:lnTo>
                    <a:pt x="5415936" y="748922"/>
                  </a:lnTo>
                  <a:lnTo>
                    <a:pt x="5415936" y="748298"/>
                  </a:lnTo>
                  <a:lnTo>
                    <a:pt x="5416081" y="748298"/>
                  </a:lnTo>
                  <a:lnTo>
                    <a:pt x="5416227" y="748298"/>
                  </a:lnTo>
                  <a:lnTo>
                    <a:pt x="5416372" y="748298"/>
                  </a:lnTo>
                  <a:lnTo>
                    <a:pt x="5416372" y="747675"/>
                  </a:lnTo>
                  <a:lnTo>
                    <a:pt x="5416372" y="747051"/>
                  </a:lnTo>
                  <a:lnTo>
                    <a:pt x="5416517" y="747051"/>
                  </a:lnTo>
                  <a:lnTo>
                    <a:pt x="5416663" y="747051"/>
                  </a:lnTo>
                  <a:lnTo>
                    <a:pt x="5416808" y="747051"/>
                  </a:lnTo>
                  <a:lnTo>
                    <a:pt x="5416954" y="747051"/>
                  </a:lnTo>
                  <a:lnTo>
                    <a:pt x="5416954" y="746428"/>
                  </a:lnTo>
                  <a:lnTo>
                    <a:pt x="5417099" y="746428"/>
                  </a:lnTo>
                  <a:lnTo>
                    <a:pt x="5417245" y="746428"/>
                  </a:lnTo>
                  <a:lnTo>
                    <a:pt x="5417390" y="746428"/>
                  </a:lnTo>
                  <a:lnTo>
                    <a:pt x="5417535" y="746428"/>
                  </a:lnTo>
                  <a:lnTo>
                    <a:pt x="5417681" y="746428"/>
                  </a:lnTo>
                  <a:lnTo>
                    <a:pt x="5417681" y="745804"/>
                  </a:lnTo>
                  <a:lnTo>
                    <a:pt x="5417826" y="745804"/>
                  </a:lnTo>
                  <a:lnTo>
                    <a:pt x="5417972" y="745804"/>
                  </a:lnTo>
                  <a:lnTo>
                    <a:pt x="5418117" y="745804"/>
                  </a:lnTo>
                  <a:lnTo>
                    <a:pt x="5418263" y="745804"/>
                  </a:lnTo>
                  <a:lnTo>
                    <a:pt x="5418408" y="745804"/>
                  </a:lnTo>
                  <a:lnTo>
                    <a:pt x="5418553" y="745804"/>
                  </a:lnTo>
                  <a:lnTo>
                    <a:pt x="5418699" y="745804"/>
                  </a:lnTo>
                  <a:lnTo>
                    <a:pt x="5418844" y="745804"/>
                  </a:lnTo>
                  <a:lnTo>
                    <a:pt x="5418990" y="745804"/>
                  </a:lnTo>
                  <a:lnTo>
                    <a:pt x="5419135" y="745804"/>
                  </a:lnTo>
                  <a:lnTo>
                    <a:pt x="5419281" y="745804"/>
                  </a:lnTo>
                  <a:lnTo>
                    <a:pt x="5419426" y="745804"/>
                  </a:lnTo>
                  <a:lnTo>
                    <a:pt x="5419571" y="745804"/>
                  </a:lnTo>
                  <a:lnTo>
                    <a:pt x="5419571" y="745180"/>
                  </a:lnTo>
                  <a:lnTo>
                    <a:pt x="5419571" y="744557"/>
                  </a:lnTo>
                  <a:lnTo>
                    <a:pt x="5419717" y="744557"/>
                  </a:lnTo>
                  <a:lnTo>
                    <a:pt x="5419717" y="743933"/>
                  </a:lnTo>
                  <a:lnTo>
                    <a:pt x="5419862" y="743933"/>
                  </a:lnTo>
                  <a:lnTo>
                    <a:pt x="5420008" y="743933"/>
                  </a:lnTo>
                  <a:lnTo>
                    <a:pt x="5420153" y="743933"/>
                  </a:lnTo>
                  <a:lnTo>
                    <a:pt x="5420299" y="743933"/>
                  </a:lnTo>
                  <a:lnTo>
                    <a:pt x="5420444" y="743933"/>
                  </a:lnTo>
                  <a:lnTo>
                    <a:pt x="5420589" y="743933"/>
                  </a:lnTo>
                  <a:lnTo>
                    <a:pt x="5420735" y="743933"/>
                  </a:lnTo>
                  <a:lnTo>
                    <a:pt x="5420880" y="743933"/>
                  </a:lnTo>
                  <a:lnTo>
                    <a:pt x="5421026" y="743933"/>
                  </a:lnTo>
                  <a:lnTo>
                    <a:pt x="5421171" y="743933"/>
                  </a:lnTo>
                  <a:lnTo>
                    <a:pt x="5421317" y="743933"/>
                  </a:lnTo>
                  <a:lnTo>
                    <a:pt x="5421462" y="743933"/>
                  </a:lnTo>
                  <a:lnTo>
                    <a:pt x="5421607" y="743933"/>
                  </a:lnTo>
                  <a:lnTo>
                    <a:pt x="5421753" y="743933"/>
                  </a:lnTo>
                  <a:lnTo>
                    <a:pt x="5421898" y="743933"/>
                  </a:lnTo>
                  <a:lnTo>
                    <a:pt x="5422044" y="743933"/>
                  </a:lnTo>
                  <a:lnTo>
                    <a:pt x="5422189" y="743933"/>
                  </a:lnTo>
                  <a:lnTo>
                    <a:pt x="5422334" y="743933"/>
                  </a:lnTo>
                  <a:lnTo>
                    <a:pt x="5422480" y="743933"/>
                  </a:lnTo>
                  <a:lnTo>
                    <a:pt x="5422625" y="743933"/>
                  </a:lnTo>
                  <a:lnTo>
                    <a:pt x="5422771" y="743933"/>
                  </a:lnTo>
                  <a:lnTo>
                    <a:pt x="5422916" y="743933"/>
                  </a:lnTo>
                  <a:lnTo>
                    <a:pt x="5423062" y="743933"/>
                  </a:lnTo>
                  <a:lnTo>
                    <a:pt x="5423207" y="743933"/>
                  </a:lnTo>
                  <a:lnTo>
                    <a:pt x="5423352" y="743933"/>
                  </a:lnTo>
                  <a:lnTo>
                    <a:pt x="5423498" y="743933"/>
                  </a:lnTo>
                  <a:lnTo>
                    <a:pt x="5423643" y="743933"/>
                  </a:lnTo>
                  <a:lnTo>
                    <a:pt x="5423643" y="743310"/>
                  </a:lnTo>
                  <a:lnTo>
                    <a:pt x="5423789" y="743310"/>
                  </a:lnTo>
                  <a:lnTo>
                    <a:pt x="5423934" y="743310"/>
                  </a:lnTo>
                  <a:lnTo>
                    <a:pt x="5424080" y="743310"/>
                  </a:lnTo>
                  <a:lnTo>
                    <a:pt x="5424080" y="742686"/>
                  </a:lnTo>
                  <a:lnTo>
                    <a:pt x="5424225" y="742686"/>
                  </a:lnTo>
                  <a:lnTo>
                    <a:pt x="5424370" y="742686"/>
                  </a:lnTo>
                  <a:lnTo>
                    <a:pt x="5424516" y="742686"/>
                  </a:lnTo>
                  <a:lnTo>
                    <a:pt x="5424661" y="742686"/>
                  </a:lnTo>
                  <a:lnTo>
                    <a:pt x="5424807" y="742686"/>
                  </a:lnTo>
                  <a:lnTo>
                    <a:pt x="5424952" y="742686"/>
                  </a:lnTo>
                  <a:lnTo>
                    <a:pt x="5425098" y="742686"/>
                  </a:lnTo>
                  <a:lnTo>
                    <a:pt x="5425243" y="742686"/>
                  </a:lnTo>
                  <a:lnTo>
                    <a:pt x="5425388" y="742686"/>
                  </a:lnTo>
                  <a:lnTo>
                    <a:pt x="5425534" y="742686"/>
                  </a:lnTo>
                  <a:lnTo>
                    <a:pt x="5425679" y="742686"/>
                  </a:lnTo>
                  <a:lnTo>
                    <a:pt x="5425825" y="742686"/>
                  </a:lnTo>
                  <a:lnTo>
                    <a:pt x="5425970" y="742686"/>
                  </a:lnTo>
                  <a:lnTo>
                    <a:pt x="5426116" y="742686"/>
                  </a:lnTo>
                  <a:lnTo>
                    <a:pt x="5426261" y="742686"/>
                  </a:lnTo>
                  <a:lnTo>
                    <a:pt x="5426261" y="742062"/>
                  </a:lnTo>
                  <a:lnTo>
                    <a:pt x="5426406" y="742062"/>
                  </a:lnTo>
                  <a:lnTo>
                    <a:pt x="5426552" y="742062"/>
                  </a:lnTo>
                  <a:lnTo>
                    <a:pt x="5426697" y="742062"/>
                  </a:lnTo>
                  <a:lnTo>
                    <a:pt x="5426843" y="742062"/>
                  </a:lnTo>
                  <a:lnTo>
                    <a:pt x="5426988" y="742062"/>
                  </a:lnTo>
                  <a:lnTo>
                    <a:pt x="5427134" y="742062"/>
                  </a:lnTo>
                  <a:lnTo>
                    <a:pt x="5427134" y="741439"/>
                  </a:lnTo>
                  <a:lnTo>
                    <a:pt x="5427279" y="741439"/>
                  </a:lnTo>
                  <a:lnTo>
                    <a:pt x="5427424" y="741439"/>
                  </a:lnTo>
                  <a:lnTo>
                    <a:pt x="5427570" y="741439"/>
                  </a:lnTo>
                  <a:lnTo>
                    <a:pt x="5427715" y="741439"/>
                  </a:lnTo>
                  <a:lnTo>
                    <a:pt x="5427861" y="741439"/>
                  </a:lnTo>
                  <a:lnTo>
                    <a:pt x="5428006" y="741439"/>
                  </a:lnTo>
                  <a:lnTo>
                    <a:pt x="5428152" y="741439"/>
                  </a:lnTo>
                  <a:lnTo>
                    <a:pt x="5428297" y="741439"/>
                  </a:lnTo>
                  <a:lnTo>
                    <a:pt x="5428442" y="741439"/>
                  </a:lnTo>
                  <a:lnTo>
                    <a:pt x="5428588" y="741439"/>
                  </a:lnTo>
                  <a:lnTo>
                    <a:pt x="5428733" y="741439"/>
                  </a:lnTo>
                  <a:lnTo>
                    <a:pt x="5428879" y="741439"/>
                  </a:lnTo>
                  <a:lnTo>
                    <a:pt x="5429024" y="741439"/>
                  </a:lnTo>
                  <a:lnTo>
                    <a:pt x="5429169" y="741439"/>
                  </a:lnTo>
                  <a:lnTo>
                    <a:pt x="5429315" y="741439"/>
                  </a:lnTo>
                  <a:lnTo>
                    <a:pt x="5429460" y="741439"/>
                  </a:lnTo>
                  <a:lnTo>
                    <a:pt x="5429606" y="741439"/>
                  </a:lnTo>
                  <a:lnTo>
                    <a:pt x="5429751" y="741439"/>
                  </a:lnTo>
                  <a:lnTo>
                    <a:pt x="5429897" y="741439"/>
                  </a:lnTo>
                  <a:lnTo>
                    <a:pt x="5429897" y="740815"/>
                  </a:lnTo>
                  <a:lnTo>
                    <a:pt x="5430042" y="740815"/>
                  </a:lnTo>
                  <a:lnTo>
                    <a:pt x="5430187" y="740815"/>
                  </a:lnTo>
                  <a:lnTo>
                    <a:pt x="5430333" y="740815"/>
                  </a:lnTo>
                  <a:lnTo>
                    <a:pt x="5430478" y="740815"/>
                  </a:lnTo>
                  <a:lnTo>
                    <a:pt x="5430624" y="740815"/>
                  </a:lnTo>
                  <a:lnTo>
                    <a:pt x="5430769" y="740815"/>
                  </a:lnTo>
                  <a:lnTo>
                    <a:pt x="5430915" y="740815"/>
                  </a:lnTo>
                  <a:lnTo>
                    <a:pt x="5431060" y="740815"/>
                  </a:lnTo>
                  <a:lnTo>
                    <a:pt x="5431205" y="740815"/>
                  </a:lnTo>
                  <a:lnTo>
                    <a:pt x="5431205" y="740192"/>
                  </a:lnTo>
                  <a:lnTo>
                    <a:pt x="5431351" y="740192"/>
                  </a:lnTo>
                  <a:lnTo>
                    <a:pt x="5431496" y="740192"/>
                  </a:lnTo>
                  <a:lnTo>
                    <a:pt x="5431642" y="740192"/>
                  </a:lnTo>
                  <a:lnTo>
                    <a:pt x="5431787" y="740192"/>
                  </a:lnTo>
                  <a:lnTo>
                    <a:pt x="5431933" y="740192"/>
                  </a:lnTo>
                  <a:lnTo>
                    <a:pt x="5431933" y="739568"/>
                  </a:lnTo>
                  <a:lnTo>
                    <a:pt x="5432078" y="739568"/>
                  </a:lnTo>
                  <a:lnTo>
                    <a:pt x="5432223" y="739568"/>
                  </a:lnTo>
                  <a:lnTo>
                    <a:pt x="5432369" y="739568"/>
                  </a:lnTo>
                  <a:lnTo>
                    <a:pt x="5432514" y="739568"/>
                  </a:lnTo>
                  <a:lnTo>
                    <a:pt x="5432660" y="739568"/>
                  </a:lnTo>
                  <a:lnTo>
                    <a:pt x="5432805" y="739568"/>
                  </a:lnTo>
                  <a:lnTo>
                    <a:pt x="5432951" y="739568"/>
                  </a:lnTo>
                  <a:lnTo>
                    <a:pt x="5432951" y="738945"/>
                  </a:lnTo>
                  <a:lnTo>
                    <a:pt x="5433096" y="738945"/>
                  </a:lnTo>
                  <a:lnTo>
                    <a:pt x="5433241" y="738945"/>
                  </a:lnTo>
                  <a:lnTo>
                    <a:pt x="5433387" y="738945"/>
                  </a:lnTo>
                  <a:lnTo>
                    <a:pt x="5433532" y="738945"/>
                  </a:lnTo>
                  <a:lnTo>
                    <a:pt x="5433678" y="738945"/>
                  </a:lnTo>
                  <a:lnTo>
                    <a:pt x="5433823" y="738945"/>
                  </a:lnTo>
                  <a:lnTo>
                    <a:pt x="5433969" y="738945"/>
                  </a:lnTo>
                  <a:lnTo>
                    <a:pt x="5434114" y="738945"/>
                  </a:lnTo>
                  <a:lnTo>
                    <a:pt x="5434259" y="738945"/>
                  </a:lnTo>
                  <a:lnTo>
                    <a:pt x="5434405" y="738945"/>
                  </a:lnTo>
                  <a:lnTo>
                    <a:pt x="5434550" y="738945"/>
                  </a:lnTo>
                  <a:lnTo>
                    <a:pt x="5434696" y="738945"/>
                  </a:lnTo>
                  <a:lnTo>
                    <a:pt x="5434841" y="738945"/>
                  </a:lnTo>
                  <a:lnTo>
                    <a:pt x="5434987" y="738945"/>
                  </a:lnTo>
                  <a:lnTo>
                    <a:pt x="5435132" y="738945"/>
                  </a:lnTo>
                  <a:lnTo>
                    <a:pt x="5435277" y="738945"/>
                  </a:lnTo>
                  <a:lnTo>
                    <a:pt x="5435277" y="738321"/>
                  </a:lnTo>
                  <a:lnTo>
                    <a:pt x="5435423" y="738321"/>
                  </a:lnTo>
                  <a:lnTo>
                    <a:pt x="5435568" y="738321"/>
                  </a:lnTo>
                  <a:lnTo>
                    <a:pt x="5435714" y="738321"/>
                  </a:lnTo>
                  <a:lnTo>
                    <a:pt x="5435859" y="738321"/>
                  </a:lnTo>
                  <a:lnTo>
                    <a:pt x="5435859" y="737697"/>
                  </a:lnTo>
                  <a:lnTo>
                    <a:pt x="5436004" y="737697"/>
                  </a:lnTo>
                  <a:lnTo>
                    <a:pt x="5436150" y="737697"/>
                  </a:lnTo>
                  <a:lnTo>
                    <a:pt x="5436295" y="737697"/>
                  </a:lnTo>
                  <a:lnTo>
                    <a:pt x="5436441" y="737697"/>
                  </a:lnTo>
                  <a:lnTo>
                    <a:pt x="5436586" y="737697"/>
                  </a:lnTo>
                  <a:lnTo>
                    <a:pt x="5436732" y="737697"/>
                  </a:lnTo>
                  <a:lnTo>
                    <a:pt x="5436877" y="737697"/>
                  </a:lnTo>
                  <a:lnTo>
                    <a:pt x="5437022" y="737697"/>
                  </a:lnTo>
                  <a:lnTo>
                    <a:pt x="5437168" y="737697"/>
                  </a:lnTo>
                  <a:lnTo>
                    <a:pt x="5437313" y="737697"/>
                  </a:lnTo>
                  <a:lnTo>
                    <a:pt x="5437459" y="737697"/>
                  </a:lnTo>
                  <a:lnTo>
                    <a:pt x="5437604" y="737697"/>
                  </a:lnTo>
                  <a:lnTo>
                    <a:pt x="5437750" y="737697"/>
                  </a:lnTo>
                  <a:lnTo>
                    <a:pt x="5437895" y="737697"/>
                  </a:lnTo>
                  <a:lnTo>
                    <a:pt x="5438040" y="737697"/>
                  </a:lnTo>
                  <a:lnTo>
                    <a:pt x="5438186" y="737697"/>
                  </a:lnTo>
                  <a:lnTo>
                    <a:pt x="5438331" y="737697"/>
                  </a:lnTo>
                  <a:lnTo>
                    <a:pt x="5438477" y="737697"/>
                  </a:lnTo>
                  <a:lnTo>
                    <a:pt x="5438622" y="737697"/>
                  </a:lnTo>
                  <a:lnTo>
                    <a:pt x="5438768" y="737697"/>
                  </a:lnTo>
                  <a:lnTo>
                    <a:pt x="5438913" y="737697"/>
                  </a:lnTo>
                  <a:lnTo>
                    <a:pt x="5439058" y="737697"/>
                  </a:lnTo>
                  <a:lnTo>
                    <a:pt x="5439204" y="737697"/>
                  </a:lnTo>
                  <a:lnTo>
                    <a:pt x="5439204" y="737074"/>
                  </a:lnTo>
                  <a:lnTo>
                    <a:pt x="5439349" y="737074"/>
                  </a:lnTo>
                  <a:lnTo>
                    <a:pt x="5439495" y="737074"/>
                  </a:lnTo>
                  <a:lnTo>
                    <a:pt x="5439640" y="737074"/>
                  </a:lnTo>
                  <a:lnTo>
                    <a:pt x="5439786" y="737074"/>
                  </a:lnTo>
                  <a:lnTo>
                    <a:pt x="5439931" y="737074"/>
                  </a:lnTo>
                  <a:lnTo>
                    <a:pt x="5440076" y="737074"/>
                  </a:lnTo>
                  <a:lnTo>
                    <a:pt x="5440222" y="737074"/>
                  </a:lnTo>
                  <a:lnTo>
                    <a:pt x="5440367" y="737074"/>
                  </a:lnTo>
                  <a:lnTo>
                    <a:pt x="5440513" y="737074"/>
                  </a:lnTo>
                  <a:lnTo>
                    <a:pt x="5440658" y="737074"/>
                  </a:lnTo>
                  <a:lnTo>
                    <a:pt x="5440804" y="737074"/>
                  </a:lnTo>
                  <a:lnTo>
                    <a:pt x="5440949" y="737074"/>
                  </a:lnTo>
                  <a:lnTo>
                    <a:pt x="5441094" y="737074"/>
                  </a:lnTo>
                  <a:lnTo>
                    <a:pt x="5441094" y="736450"/>
                  </a:lnTo>
                  <a:lnTo>
                    <a:pt x="5441240" y="736450"/>
                  </a:lnTo>
                  <a:lnTo>
                    <a:pt x="5441385" y="736450"/>
                  </a:lnTo>
                  <a:lnTo>
                    <a:pt x="5441531" y="736450"/>
                  </a:lnTo>
                  <a:lnTo>
                    <a:pt x="5441676" y="736450"/>
                  </a:lnTo>
                  <a:lnTo>
                    <a:pt x="5441821" y="736450"/>
                  </a:lnTo>
                  <a:lnTo>
                    <a:pt x="5441967" y="736450"/>
                  </a:lnTo>
                  <a:lnTo>
                    <a:pt x="5442112" y="736450"/>
                  </a:lnTo>
                  <a:lnTo>
                    <a:pt x="5442258" y="736450"/>
                  </a:lnTo>
                  <a:lnTo>
                    <a:pt x="5442403" y="736450"/>
                  </a:lnTo>
                  <a:lnTo>
                    <a:pt x="5442403" y="735827"/>
                  </a:lnTo>
                  <a:lnTo>
                    <a:pt x="5442549" y="735827"/>
                  </a:lnTo>
                  <a:lnTo>
                    <a:pt x="5442549" y="735203"/>
                  </a:lnTo>
                  <a:lnTo>
                    <a:pt x="5442694" y="735203"/>
                  </a:lnTo>
                  <a:lnTo>
                    <a:pt x="5442839" y="735203"/>
                  </a:lnTo>
                  <a:lnTo>
                    <a:pt x="5442985" y="735203"/>
                  </a:lnTo>
                  <a:lnTo>
                    <a:pt x="5443130" y="735203"/>
                  </a:lnTo>
                  <a:lnTo>
                    <a:pt x="5443276" y="735203"/>
                  </a:lnTo>
                  <a:lnTo>
                    <a:pt x="5443421" y="735203"/>
                  </a:lnTo>
                  <a:lnTo>
                    <a:pt x="5443567" y="735203"/>
                  </a:lnTo>
                  <a:lnTo>
                    <a:pt x="5443712" y="735203"/>
                  </a:lnTo>
                  <a:lnTo>
                    <a:pt x="5443857" y="735203"/>
                  </a:lnTo>
                  <a:lnTo>
                    <a:pt x="5443857" y="734579"/>
                  </a:lnTo>
                  <a:lnTo>
                    <a:pt x="5444003" y="734579"/>
                  </a:lnTo>
                  <a:lnTo>
                    <a:pt x="5444148" y="734579"/>
                  </a:lnTo>
                  <a:lnTo>
                    <a:pt x="5444294" y="734579"/>
                  </a:lnTo>
                  <a:lnTo>
                    <a:pt x="5444439" y="734579"/>
                  </a:lnTo>
                  <a:lnTo>
                    <a:pt x="5444585" y="734579"/>
                  </a:lnTo>
                  <a:lnTo>
                    <a:pt x="5444730" y="734579"/>
                  </a:lnTo>
                  <a:lnTo>
                    <a:pt x="5444875" y="734579"/>
                  </a:lnTo>
                  <a:lnTo>
                    <a:pt x="5445021" y="734579"/>
                  </a:lnTo>
                  <a:lnTo>
                    <a:pt x="5445166" y="734579"/>
                  </a:lnTo>
                  <a:lnTo>
                    <a:pt x="5445312" y="734579"/>
                  </a:lnTo>
                  <a:lnTo>
                    <a:pt x="5445457" y="734579"/>
                  </a:lnTo>
                  <a:lnTo>
                    <a:pt x="5445603" y="734579"/>
                  </a:lnTo>
                  <a:lnTo>
                    <a:pt x="5445748" y="734579"/>
                  </a:lnTo>
                  <a:lnTo>
                    <a:pt x="5445893" y="734579"/>
                  </a:lnTo>
                  <a:lnTo>
                    <a:pt x="5446039" y="734579"/>
                  </a:lnTo>
                  <a:lnTo>
                    <a:pt x="5446184" y="734579"/>
                  </a:lnTo>
                  <a:lnTo>
                    <a:pt x="5446330" y="734579"/>
                  </a:lnTo>
                  <a:lnTo>
                    <a:pt x="5446475" y="734579"/>
                  </a:lnTo>
                  <a:lnTo>
                    <a:pt x="5446621" y="734579"/>
                  </a:lnTo>
                  <a:lnTo>
                    <a:pt x="5446766" y="734579"/>
                  </a:lnTo>
                  <a:lnTo>
                    <a:pt x="5446911" y="734579"/>
                  </a:lnTo>
                  <a:lnTo>
                    <a:pt x="5447057" y="734579"/>
                  </a:lnTo>
                  <a:lnTo>
                    <a:pt x="5447202" y="734579"/>
                  </a:lnTo>
                  <a:lnTo>
                    <a:pt x="5447348" y="734579"/>
                  </a:lnTo>
                  <a:lnTo>
                    <a:pt x="5447493" y="734579"/>
                  </a:lnTo>
                  <a:lnTo>
                    <a:pt x="5447639" y="734579"/>
                  </a:lnTo>
                  <a:lnTo>
                    <a:pt x="5447784" y="734579"/>
                  </a:lnTo>
                  <a:lnTo>
                    <a:pt x="5447929" y="734579"/>
                  </a:lnTo>
                  <a:lnTo>
                    <a:pt x="5448075" y="734579"/>
                  </a:lnTo>
                  <a:lnTo>
                    <a:pt x="5448220" y="734579"/>
                  </a:lnTo>
                  <a:lnTo>
                    <a:pt x="5448366" y="734579"/>
                  </a:lnTo>
                  <a:lnTo>
                    <a:pt x="5448511" y="734579"/>
                  </a:lnTo>
                  <a:lnTo>
                    <a:pt x="5448656" y="734579"/>
                  </a:lnTo>
                  <a:lnTo>
                    <a:pt x="5448802" y="734579"/>
                  </a:lnTo>
                  <a:lnTo>
                    <a:pt x="5448947" y="734579"/>
                  </a:lnTo>
                  <a:lnTo>
                    <a:pt x="5448947" y="733956"/>
                  </a:lnTo>
                  <a:lnTo>
                    <a:pt x="5449093" y="733956"/>
                  </a:lnTo>
                  <a:lnTo>
                    <a:pt x="5449238" y="733956"/>
                  </a:lnTo>
                  <a:lnTo>
                    <a:pt x="5449384" y="733956"/>
                  </a:lnTo>
                  <a:lnTo>
                    <a:pt x="5449529" y="733956"/>
                  </a:lnTo>
                  <a:lnTo>
                    <a:pt x="5449674" y="733956"/>
                  </a:lnTo>
                  <a:lnTo>
                    <a:pt x="5449820" y="733956"/>
                  </a:lnTo>
                  <a:lnTo>
                    <a:pt x="5449965" y="733956"/>
                  </a:lnTo>
                  <a:lnTo>
                    <a:pt x="5450111" y="733956"/>
                  </a:lnTo>
                  <a:lnTo>
                    <a:pt x="5450256" y="733956"/>
                  </a:lnTo>
                  <a:lnTo>
                    <a:pt x="5450402" y="733956"/>
                  </a:lnTo>
                  <a:lnTo>
                    <a:pt x="5450547" y="733956"/>
                  </a:lnTo>
                  <a:lnTo>
                    <a:pt x="5450692" y="733956"/>
                  </a:lnTo>
                  <a:lnTo>
                    <a:pt x="5450838" y="733956"/>
                  </a:lnTo>
                  <a:lnTo>
                    <a:pt x="5450983" y="733956"/>
                  </a:lnTo>
                  <a:lnTo>
                    <a:pt x="5451129" y="733956"/>
                  </a:lnTo>
                  <a:lnTo>
                    <a:pt x="5451129" y="733332"/>
                  </a:lnTo>
                  <a:lnTo>
                    <a:pt x="5451274" y="733332"/>
                  </a:lnTo>
                  <a:lnTo>
                    <a:pt x="5451420" y="733332"/>
                  </a:lnTo>
                  <a:lnTo>
                    <a:pt x="5451565" y="733332"/>
                  </a:lnTo>
                  <a:lnTo>
                    <a:pt x="5451710" y="733332"/>
                  </a:lnTo>
                  <a:lnTo>
                    <a:pt x="5451856" y="733332"/>
                  </a:lnTo>
                  <a:lnTo>
                    <a:pt x="5451856" y="732709"/>
                  </a:lnTo>
                  <a:lnTo>
                    <a:pt x="5452001" y="732709"/>
                  </a:lnTo>
                  <a:lnTo>
                    <a:pt x="5452147" y="732709"/>
                  </a:lnTo>
                  <a:lnTo>
                    <a:pt x="5452292" y="732709"/>
                  </a:lnTo>
                  <a:lnTo>
                    <a:pt x="5452438" y="732709"/>
                  </a:lnTo>
                  <a:lnTo>
                    <a:pt x="5452583" y="732709"/>
                  </a:lnTo>
                  <a:lnTo>
                    <a:pt x="5452728" y="732709"/>
                  </a:lnTo>
                  <a:lnTo>
                    <a:pt x="5452874" y="732709"/>
                  </a:lnTo>
                  <a:lnTo>
                    <a:pt x="5453019" y="732709"/>
                  </a:lnTo>
                  <a:lnTo>
                    <a:pt x="5453165" y="732709"/>
                  </a:lnTo>
                  <a:lnTo>
                    <a:pt x="5453310" y="732709"/>
                  </a:lnTo>
                  <a:lnTo>
                    <a:pt x="5453456" y="732709"/>
                  </a:lnTo>
                  <a:lnTo>
                    <a:pt x="5453601" y="732709"/>
                  </a:lnTo>
                  <a:lnTo>
                    <a:pt x="5453746" y="732709"/>
                  </a:lnTo>
                  <a:lnTo>
                    <a:pt x="5453892" y="732709"/>
                  </a:lnTo>
                  <a:lnTo>
                    <a:pt x="5454037" y="732709"/>
                  </a:lnTo>
                  <a:lnTo>
                    <a:pt x="5454183" y="732709"/>
                  </a:lnTo>
                  <a:lnTo>
                    <a:pt x="5454328" y="732709"/>
                  </a:lnTo>
                  <a:lnTo>
                    <a:pt x="5454474" y="732709"/>
                  </a:lnTo>
                  <a:lnTo>
                    <a:pt x="5454619" y="732709"/>
                  </a:lnTo>
                  <a:lnTo>
                    <a:pt x="5454764" y="732709"/>
                  </a:lnTo>
                  <a:lnTo>
                    <a:pt x="5454764" y="732085"/>
                  </a:lnTo>
                  <a:lnTo>
                    <a:pt x="5454910" y="732085"/>
                  </a:lnTo>
                  <a:lnTo>
                    <a:pt x="5455055" y="732085"/>
                  </a:lnTo>
                  <a:lnTo>
                    <a:pt x="5455201" y="732085"/>
                  </a:lnTo>
                  <a:lnTo>
                    <a:pt x="5455346" y="732085"/>
                  </a:lnTo>
                  <a:lnTo>
                    <a:pt x="5455491" y="732085"/>
                  </a:lnTo>
                  <a:lnTo>
                    <a:pt x="5455637" y="732085"/>
                  </a:lnTo>
                  <a:lnTo>
                    <a:pt x="5455782" y="732085"/>
                  </a:lnTo>
                  <a:lnTo>
                    <a:pt x="5455928" y="732085"/>
                  </a:lnTo>
                  <a:lnTo>
                    <a:pt x="5456073" y="732085"/>
                  </a:lnTo>
                  <a:lnTo>
                    <a:pt x="5456219" y="732085"/>
                  </a:lnTo>
                  <a:lnTo>
                    <a:pt x="5456364" y="732085"/>
                  </a:lnTo>
                  <a:lnTo>
                    <a:pt x="5456509" y="732085"/>
                  </a:lnTo>
                  <a:lnTo>
                    <a:pt x="5456655" y="732085"/>
                  </a:lnTo>
                  <a:lnTo>
                    <a:pt x="5456800" y="732085"/>
                  </a:lnTo>
                  <a:lnTo>
                    <a:pt x="5456946" y="732085"/>
                  </a:lnTo>
                  <a:lnTo>
                    <a:pt x="5457091" y="732085"/>
                  </a:lnTo>
                  <a:lnTo>
                    <a:pt x="5457237" y="732085"/>
                  </a:lnTo>
                  <a:lnTo>
                    <a:pt x="5457237" y="731462"/>
                  </a:lnTo>
                  <a:lnTo>
                    <a:pt x="5457382" y="731462"/>
                  </a:lnTo>
                  <a:lnTo>
                    <a:pt x="5457527" y="731462"/>
                  </a:lnTo>
                  <a:lnTo>
                    <a:pt x="5457527" y="730838"/>
                  </a:lnTo>
                  <a:lnTo>
                    <a:pt x="5457673" y="730838"/>
                  </a:lnTo>
                  <a:lnTo>
                    <a:pt x="5457818" y="730838"/>
                  </a:lnTo>
                  <a:lnTo>
                    <a:pt x="5457964" y="730838"/>
                  </a:lnTo>
                  <a:lnTo>
                    <a:pt x="5458109" y="730838"/>
                  </a:lnTo>
                  <a:lnTo>
                    <a:pt x="5458255" y="730838"/>
                  </a:lnTo>
                  <a:lnTo>
                    <a:pt x="5458400" y="730838"/>
                  </a:lnTo>
                  <a:lnTo>
                    <a:pt x="5458400" y="730214"/>
                  </a:lnTo>
                  <a:lnTo>
                    <a:pt x="5458545" y="730214"/>
                  </a:lnTo>
                  <a:lnTo>
                    <a:pt x="5458691" y="730214"/>
                  </a:lnTo>
                  <a:lnTo>
                    <a:pt x="5458836" y="730214"/>
                  </a:lnTo>
                  <a:lnTo>
                    <a:pt x="5458982" y="730214"/>
                  </a:lnTo>
                  <a:lnTo>
                    <a:pt x="5459127" y="730214"/>
                  </a:lnTo>
                  <a:lnTo>
                    <a:pt x="5459273" y="730214"/>
                  </a:lnTo>
                  <a:lnTo>
                    <a:pt x="5459418" y="730214"/>
                  </a:lnTo>
                  <a:lnTo>
                    <a:pt x="5459563" y="730214"/>
                  </a:lnTo>
                  <a:lnTo>
                    <a:pt x="5459709" y="730214"/>
                  </a:lnTo>
                  <a:lnTo>
                    <a:pt x="5459709" y="729591"/>
                  </a:lnTo>
                  <a:lnTo>
                    <a:pt x="5459709" y="728967"/>
                  </a:lnTo>
                  <a:lnTo>
                    <a:pt x="5459854" y="728967"/>
                  </a:lnTo>
                  <a:lnTo>
                    <a:pt x="5460000" y="728967"/>
                  </a:lnTo>
                  <a:lnTo>
                    <a:pt x="5460000" y="728344"/>
                  </a:lnTo>
                  <a:lnTo>
                    <a:pt x="5460145" y="728344"/>
                  </a:lnTo>
                  <a:lnTo>
                    <a:pt x="5460291" y="728344"/>
                  </a:lnTo>
                  <a:lnTo>
                    <a:pt x="5460436" y="728344"/>
                  </a:lnTo>
                  <a:lnTo>
                    <a:pt x="5460581" y="728344"/>
                  </a:lnTo>
                  <a:lnTo>
                    <a:pt x="5460727" y="728344"/>
                  </a:lnTo>
                  <a:lnTo>
                    <a:pt x="5460872" y="728344"/>
                  </a:lnTo>
                  <a:lnTo>
                    <a:pt x="5461018" y="728344"/>
                  </a:lnTo>
                  <a:lnTo>
                    <a:pt x="5461018" y="727720"/>
                  </a:lnTo>
                  <a:lnTo>
                    <a:pt x="5461163" y="727720"/>
                  </a:lnTo>
                  <a:lnTo>
                    <a:pt x="5461163" y="727096"/>
                  </a:lnTo>
                  <a:lnTo>
                    <a:pt x="5461309" y="727096"/>
                  </a:lnTo>
                  <a:lnTo>
                    <a:pt x="5461454" y="727096"/>
                  </a:lnTo>
                  <a:lnTo>
                    <a:pt x="5461599" y="727096"/>
                  </a:lnTo>
                  <a:lnTo>
                    <a:pt x="5461745" y="727096"/>
                  </a:lnTo>
                  <a:lnTo>
                    <a:pt x="5461890" y="727096"/>
                  </a:lnTo>
                  <a:lnTo>
                    <a:pt x="5462036" y="727096"/>
                  </a:lnTo>
                  <a:lnTo>
                    <a:pt x="5462181" y="727096"/>
                  </a:lnTo>
                  <a:lnTo>
                    <a:pt x="5462326" y="727096"/>
                  </a:lnTo>
                  <a:lnTo>
                    <a:pt x="5462472" y="727096"/>
                  </a:lnTo>
                  <a:lnTo>
                    <a:pt x="5462617" y="727096"/>
                  </a:lnTo>
                  <a:lnTo>
                    <a:pt x="5462763" y="727096"/>
                  </a:lnTo>
                  <a:lnTo>
                    <a:pt x="5462908" y="727096"/>
                  </a:lnTo>
                  <a:lnTo>
                    <a:pt x="5462908" y="726473"/>
                  </a:lnTo>
                  <a:lnTo>
                    <a:pt x="5463054" y="726473"/>
                  </a:lnTo>
                  <a:lnTo>
                    <a:pt x="5463199" y="726473"/>
                  </a:lnTo>
                  <a:lnTo>
                    <a:pt x="5463344" y="726473"/>
                  </a:lnTo>
                  <a:lnTo>
                    <a:pt x="5463490" y="726473"/>
                  </a:lnTo>
                  <a:lnTo>
                    <a:pt x="5463635" y="726473"/>
                  </a:lnTo>
                  <a:lnTo>
                    <a:pt x="5463781" y="726473"/>
                  </a:lnTo>
                  <a:lnTo>
                    <a:pt x="5463926" y="726473"/>
                  </a:lnTo>
                  <a:lnTo>
                    <a:pt x="5464072" y="726473"/>
                  </a:lnTo>
                  <a:lnTo>
                    <a:pt x="5464217" y="726473"/>
                  </a:lnTo>
                  <a:lnTo>
                    <a:pt x="5464362" y="726473"/>
                  </a:lnTo>
                  <a:lnTo>
                    <a:pt x="5464508" y="726473"/>
                  </a:lnTo>
                  <a:lnTo>
                    <a:pt x="5464653" y="726473"/>
                  </a:lnTo>
                  <a:lnTo>
                    <a:pt x="5464799" y="726473"/>
                  </a:lnTo>
                  <a:lnTo>
                    <a:pt x="5464944" y="726473"/>
                  </a:lnTo>
                  <a:lnTo>
                    <a:pt x="5465090" y="726473"/>
                  </a:lnTo>
                  <a:lnTo>
                    <a:pt x="5465235" y="726473"/>
                  </a:lnTo>
                  <a:lnTo>
                    <a:pt x="5465380" y="726473"/>
                  </a:lnTo>
                  <a:lnTo>
                    <a:pt x="5465526" y="726473"/>
                  </a:lnTo>
                  <a:lnTo>
                    <a:pt x="5465671" y="726473"/>
                  </a:lnTo>
                  <a:lnTo>
                    <a:pt x="5465817" y="726473"/>
                  </a:lnTo>
                  <a:lnTo>
                    <a:pt x="5465962" y="726473"/>
                  </a:lnTo>
                  <a:lnTo>
                    <a:pt x="5466108" y="726473"/>
                  </a:lnTo>
                  <a:lnTo>
                    <a:pt x="5466108" y="725849"/>
                  </a:lnTo>
                  <a:lnTo>
                    <a:pt x="5466253" y="725849"/>
                  </a:lnTo>
                  <a:lnTo>
                    <a:pt x="5466398" y="725849"/>
                  </a:lnTo>
                  <a:lnTo>
                    <a:pt x="5466544" y="725849"/>
                  </a:lnTo>
                  <a:lnTo>
                    <a:pt x="5466689" y="725849"/>
                  </a:lnTo>
                  <a:lnTo>
                    <a:pt x="5466835" y="725849"/>
                  </a:lnTo>
                  <a:lnTo>
                    <a:pt x="5466980" y="725849"/>
                  </a:lnTo>
                  <a:lnTo>
                    <a:pt x="5467126" y="725849"/>
                  </a:lnTo>
                  <a:lnTo>
                    <a:pt x="5467271" y="725849"/>
                  </a:lnTo>
                  <a:lnTo>
                    <a:pt x="5467416" y="725849"/>
                  </a:lnTo>
                  <a:lnTo>
                    <a:pt x="5467562" y="725849"/>
                  </a:lnTo>
                  <a:lnTo>
                    <a:pt x="5467707" y="725849"/>
                  </a:lnTo>
                  <a:lnTo>
                    <a:pt x="5467853" y="725849"/>
                  </a:lnTo>
                  <a:lnTo>
                    <a:pt x="5467998" y="725849"/>
                  </a:lnTo>
                  <a:lnTo>
                    <a:pt x="5468144" y="725849"/>
                  </a:lnTo>
                  <a:lnTo>
                    <a:pt x="5468289" y="725849"/>
                  </a:lnTo>
                  <a:lnTo>
                    <a:pt x="5468434" y="725849"/>
                  </a:lnTo>
                  <a:lnTo>
                    <a:pt x="5468580" y="725849"/>
                  </a:lnTo>
                  <a:lnTo>
                    <a:pt x="5468725" y="725849"/>
                  </a:lnTo>
                  <a:lnTo>
                    <a:pt x="5468871" y="725849"/>
                  </a:lnTo>
                  <a:lnTo>
                    <a:pt x="5468871" y="725226"/>
                  </a:lnTo>
                  <a:lnTo>
                    <a:pt x="5469016" y="725226"/>
                  </a:lnTo>
                  <a:lnTo>
                    <a:pt x="5469161" y="725226"/>
                  </a:lnTo>
                  <a:lnTo>
                    <a:pt x="5469307" y="725226"/>
                  </a:lnTo>
                  <a:lnTo>
                    <a:pt x="5469307" y="724602"/>
                  </a:lnTo>
                  <a:lnTo>
                    <a:pt x="5469452" y="724602"/>
                  </a:lnTo>
                  <a:lnTo>
                    <a:pt x="5469598" y="724602"/>
                  </a:lnTo>
                  <a:lnTo>
                    <a:pt x="5469743" y="724602"/>
                  </a:lnTo>
                  <a:lnTo>
                    <a:pt x="5469889" y="724602"/>
                  </a:lnTo>
                  <a:lnTo>
                    <a:pt x="5470034" y="724602"/>
                  </a:lnTo>
                  <a:lnTo>
                    <a:pt x="5470179" y="724602"/>
                  </a:lnTo>
                  <a:lnTo>
                    <a:pt x="5470325" y="724602"/>
                  </a:lnTo>
                  <a:lnTo>
                    <a:pt x="5470470" y="724602"/>
                  </a:lnTo>
                  <a:lnTo>
                    <a:pt x="5470616" y="724602"/>
                  </a:lnTo>
                  <a:lnTo>
                    <a:pt x="5470616" y="723979"/>
                  </a:lnTo>
                  <a:lnTo>
                    <a:pt x="5470761" y="723979"/>
                  </a:lnTo>
                  <a:lnTo>
                    <a:pt x="5470907" y="723979"/>
                  </a:lnTo>
                  <a:lnTo>
                    <a:pt x="5471052" y="723979"/>
                  </a:lnTo>
                  <a:lnTo>
                    <a:pt x="5471197" y="723979"/>
                  </a:lnTo>
                  <a:lnTo>
                    <a:pt x="5471343" y="723979"/>
                  </a:lnTo>
                  <a:lnTo>
                    <a:pt x="5471343" y="723355"/>
                  </a:lnTo>
                  <a:lnTo>
                    <a:pt x="5471488" y="723355"/>
                  </a:lnTo>
                  <a:lnTo>
                    <a:pt x="5471634" y="723355"/>
                  </a:lnTo>
                  <a:lnTo>
                    <a:pt x="5471779" y="723355"/>
                  </a:lnTo>
                  <a:lnTo>
                    <a:pt x="5471925" y="723355"/>
                  </a:lnTo>
                  <a:lnTo>
                    <a:pt x="5471925" y="722731"/>
                  </a:lnTo>
                  <a:lnTo>
                    <a:pt x="5472070" y="722731"/>
                  </a:lnTo>
                  <a:lnTo>
                    <a:pt x="5472070" y="722108"/>
                  </a:lnTo>
                  <a:lnTo>
                    <a:pt x="5472215" y="722108"/>
                  </a:lnTo>
                  <a:lnTo>
                    <a:pt x="5472361" y="722108"/>
                  </a:lnTo>
                  <a:lnTo>
                    <a:pt x="5472506" y="722108"/>
                  </a:lnTo>
                  <a:lnTo>
                    <a:pt x="5472652" y="722108"/>
                  </a:lnTo>
                  <a:lnTo>
                    <a:pt x="5472797" y="722108"/>
                  </a:lnTo>
                  <a:lnTo>
                    <a:pt x="5472943" y="722108"/>
                  </a:lnTo>
                  <a:lnTo>
                    <a:pt x="5472943" y="721484"/>
                  </a:lnTo>
                  <a:lnTo>
                    <a:pt x="5473088" y="721484"/>
                  </a:lnTo>
                  <a:lnTo>
                    <a:pt x="5473233" y="721484"/>
                  </a:lnTo>
                  <a:lnTo>
                    <a:pt x="5473379" y="721484"/>
                  </a:lnTo>
                  <a:lnTo>
                    <a:pt x="5473524" y="721484"/>
                  </a:lnTo>
                  <a:lnTo>
                    <a:pt x="5473670" y="721484"/>
                  </a:lnTo>
                  <a:lnTo>
                    <a:pt x="5473815" y="721484"/>
                  </a:lnTo>
                  <a:lnTo>
                    <a:pt x="5473961" y="721484"/>
                  </a:lnTo>
                  <a:lnTo>
                    <a:pt x="5474106" y="721484"/>
                  </a:lnTo>
                  <a:lnTo>
                    <a:pt x="5474251" y="721484"/>
                  </a:lnTo>
                  <a:lnTo>
                    <a:pt x="5474397" y="721484"/>
                  </a:lnTo>
                  <a:lnTo>
                    <a:pt x="5474542" y="721484"/>
                  </a:lnTo>
                  <a:lnTo>
                    <a:pt x="5474688" y="721484"/>
                  </a:lnTo>
                  <a:lnTo>
                    <a:pt x="5474833" y="721484"/>
                  </a:lnTo>
                  <a:lnTo>
                    <a:pt x="5474979" y="721484"/>
                  </a:lnTo>
                  <a:lnTo>
                    <a:pt x="5475124" y="721484"/>
                  </a:lnTo>
                  <a:lnTo>
                    <a:pt x="5475269" y="721484"/>
                  </a:lnTo>
                  <a:lnTo>
                    <a:pt x="5475415" y="721484"/>
                  </a:lnTo>
                  <a:lnTo>
                    <a:pt x="5475560" y="721484"/>
                  </a:lnTo>
                  <a:lnTo>
                    <a:pt x="5475706" y="721484"/>
                  </a:lnTo>
                  <a:lnTo>
                    <a:pt x="5475851" y="721484"/>
                  </a:lnTo>
                  <a:lnTo>
                    <a:pt x="5475996" y="721484"/>
                  </a:lnTo>
                  <a:lnTo>
                    <a:pt x="5476142" y="721484"/>
                  </a:lnTo>
                  <a:lnTo>
                    <a:pt x="5476287" y="721484"/>
                  </a:lnTo>
                  <a:lnTo>
                    <a:pt x="5476287" y="720861"/>
                  </a:lnTo>
                  <a:lnTo>
                    <a:pt x="5476433" y="720861"/>
                  </a:lnTo>
                  <a:lnTo>
                    <a:pt x="5476578" y="720861"/>
                  </a:lnTo>
                  <a:lnTo>
                    <a:pt x="5476724" y="720861"/>
                  </a:lnTo>
                  <a:lnTo>
                    <a:pt x="5476869" y="720861"/>
                  </a:lnTo>
                  <a:lnTo>
                    <a:pt x="5477014" y="720861"/>
                  </a:lnTo>
                  <a:lnTo>
                    <a:pt x="5477160" y="720861"/>
                  </a:lnTo>
                  <a:lnTo>
                    <a:pt x="5477305" y="720861"/>
                  </a:lnTo>
                  <a:lnTo>
                    <a:pt x="5477451" y="720861"/>
                  </a:lnTo>
                  <a:lnTo>
                    <a:pt x="5477596" y="720861"/>
                  </a:lnTo>
                  <a:lnTo>
                    <a:pt x="5477742" y="720861"/>
                  </a:lnTo>
                  <a:lnTo>
                    <a:pt x="5477887" y="720861"/>
                  </a:lnTo>
                  <a:lnTo>
                    <a:pt x="5477887" y="720237"/>
                  </a:lnTo>
                  <a:lnTo>
                    <a:pt x="5478032" y="720237"/>
                  </a:lnTo>
                  <a:lnTo>
                    <a:pt x="5478178" y="720237"/>
                  </a:lnTo>
                  <a:lnTo>
                    <a:pt x="5478323" y="720237"/>
                  </a:lnTo>
                  <a:lnTo>
                    <a:pt x="5478469" y="720237"/>
                  </a:lnTo>
                  <a:lnTo>
                    <a:pt x="5478469" y="719613"/>
                  </a:lnTo>
                  <a:lnTo>
                    <a:pt x="5478614" y="719613"/>
                  </a:lnTo>
                  <a:lnTo>
                    <a:pt x="5478760" y="719613"/>
                  </a:lnTo>
                  <a:lnTo>
                    <a:pt x="5478905" y="719613"/>
                  </a:lnTo>
                  <a:lnTo>
                    <a:pt x="5478905" y="718990"/>
                  </a:lnTo>
                  <a:lnTo>
                    <a:pt x="5479050" y="718990"/>
                  </a:lnTo>
                  <a:lnTo>
                    <a:pt x="5479196" y="718990"/>
                  </a:lnTo>
                  <a:lnTo>
                    <a:pt x="5479196" y="718366"/>
                  </a:lnTo>
                  <a:lnTo>
                    <a:pt x="5479341" y="718366"/>
                  </a:lnTo>
                  <a:lnTo>
                    <a:pt x="5479487" y="718366"/>
                  </a:lnTo>
                  <a:lnTo>
                    <a:pt x="5479632" y="718366"/>
                  </a:lnTo>
                  <a:lnTo>
                    <a:pt x="5479778" y="718366"/>
                  </a:lnTo>
                  <a:lnTo>
                    <a:pt x="5479923" y="718366"/>
                  </a:lnTo>
                  <a:lnTo>
                    <a:pt x="5480068" y="718366"/>
                  </a:lnTo>
                  <a:lnTo>
                    <a:pt x="5480214" y="718366"/>
                  </a:lnTo>
                  <a:lnTo>
                    <a:pt x="5480359" y="718366"/>
                  </a:lnTo>
                  <a:lnTo>
                    <a:pt x="5480505" y="718366"/>
                  </a:lnTo>
                  <a:lnTo>
                    <a:pt x="5480650" y="718366"/>
                  </a:lnTo>
                  <a:lnTo>
                    <a:pt x="5480650" y="717743"/>
                  </a:lnTo>
                  <a:lnTo>
                    <a:pt x="5480796" y="717743"/>
                  </a:lnTo>
                  <a:lnTo>
                    <a:pt x="5480941" y="717743"/>
                  </a:lnTo>
                  <a:lnTo>
                    <a:pt x="5481086" y="717743"/>
                  </a:lnTo>
                  <a:lnTo>
                    <a:pt x="5481232" y="717743"/>
                  </a:lnTo>
                  <a:lnTo>
                    <a:pt x="5481377" y="717743"/>
                  </a:lnTo>
                  <a:lnTo>
                    <a:pt x="5481523" y="717743"/>
                  </a:lnTo>
                  <a:lnTo>
                    <a:pt x="5481668" y="717743"/>
                  </a:lnTo>
                  <a:lnTo>
                    <a:pt x="5481814" y="717743"/>
                  </a:lnTo>
                  <a:lnTo>
                    <a:pt x="5481814" y="717119"/>
                  </a:lnTo>
                  <a:lnTo>
                    <a:pt x="5481959" y="717119"/>
                  </a:lnTo>
                  <a:lnTo>
                    <a:pt x="5482104" y="717119"/>
                  </a:lnTo>
                  <a:lnTo>
                    <a:pt x="5482250" y="717119"/>
                  </a:lnTo>
                  <a:lnTo>
                    <a:pt x="5482395" y="717119"/>
                  </a:lnTo>
                  <a:lnTo>
                    <a:pt x="5482541" y="717119"/>
                  </a:lnTo>
                  <a:lnTo>
                    <a:pt x="5482686" y="717119"/>
                  </a:lnTo>
                  <a:lnTo>
                    <a:pt x="5482831" y="717119"/>
                  </a:lnTo>
                  <a:lnTo>
                    <a:pt x="5482977" y="717119"/>
                  </a:lnTo>
                  <a:lnTo>
                    <a:pt x="5483122" y="717119"/>
                  </a:lnTo>
                  <a:lnTo>
                    <a:pt x="5483268" y="717119"/>
                  </a:lnTo>
                  <a:lnTo>
                    <a:pt x="5483413" y="717119"/>
                  </a:lnTo>
                  <a:lnTo>
                    <a:pt x="5483559" y="717119"/>
                  </a:lnTo>
                  <a:lnTo>
                    <a:pt x="5483704" y="717119"/>
                  </a:lnTo>
                  <a:lnTo>
                    <a:pt x="5483849" y="717119"/>
                  </a:lnTo>
                  <a:lnTo>
                    <a:pt x="5483995" y="717119"/>
                  </a:lnTo>
                  <a:lnTo>
                    <a:pt x="5483995" y="716496"/>
                  </a:lnTo>
                  <a:lnTo>
                    <a:pt x="5483995" y="715872"/>
                  </a:lnTo>
                  <a:lnTo>
                    <a:pt x="5484140" y="715872"/>
                  </a:lnTo>
                  <a:lnTo>
                    <a:pt x="5484286" y="715872"/>
                  </a:lnTo>
                  <a:lnTo>
                    <a:pt x="5484431" y="715872"/>
                  </a:lnTo>
                  <a:lnTo>
                    <a:pt x="5484577" y="715872"/>
                  </a:lnTo>
                  <a:lnTo>
                    <a:pt x="5484722" y="715872"/>
                  </a:lnTo>
                  <a:lnTo>
                    <a:pt x="5484867" y="715872"/>
                  </a:lnTo>
                  <a:lnTo>
                    <a:pt x="5484867" y="715248"/>
                  </a:lnTo>
                  <a:lnTo>
                    <a:pt x="5485013" y="715248"/>
                  </a:lnTo>
                  <a:lnTo>
                    <a:pt x="5485158" y="715248"/>
                  </a:lnTo>
                  <a:lnTo>
                    <a:pt x="5485304" y="715248"/>
                  </a:lnTo>
                  <a:lnTo>
                    <a:pt x="5485449" y="715248"/>
                  </a:lnTo>
                  <a:lnTo>
                    <a:pt x="5485595" y="715248"/>
                  </a:lnTo>
                  <a:lnTo>
                    <a:pt x="5485740" y="715248"/>
                  </a:lnTo>
                  <a:lnTo>
                    <a:pt x="5485885" y="715248"/>
                  </a:lnTo>
                  <a:lnTo>
                    <a:pt x="5486031" y="715248"/>
                  </a:lnTo>
                  <a:lnTo>
                    <a:pt x="5486176" y="715248"/>
                  </a:lnTo>
                  <a:lnTo>
                    <a:pt x="5486322" y="715248"/>
                  </a:lnTo>
                  <a:lnTo>
                    <a:pt x="5486467" y="715248"/>
                  </a:lnTo>
                  <a:lnTo>
                    <a:pt x="5486613" y="715248"/>
                  </a:lnTo>
                  <a:lnTo>
                    <a:pt x="5486613" y="714625"/>
                  </a:lnTo>
                  <a:lnTo>
                    <a:pt x="5486758" y="714625"/>
                  </a:lnTo>
                  <a:lnTo>
                    <a:pt x="5486903" y="714625"/>
                  </a:lnTo>
                  <a:lnTo>
                    <a:pt x="5487049" y="714625"/>
                  </a:lnTo>
                  <a:lnTo>
                    <a:pt x="5487049" y="714001"/>
                  </a:lnTo>
                  <a:lnTo>
                    <a:pt x="5487194" y="714001"/>
                  </a:lnTo>
                  <a:lnTo>
                    <a:pt x="5487194" y="713378"/>
                  </a:lnTo>
                  <a:lnTo>
                    <a:pt x="5487340" y="713378"/>
                  </a:lnTo>
                  <a:lnTo>
                    <a:pt x="5487485" y="713378"/>
                  </a:lnTo>
                  <a:lnTo>
                    <a:pt x="5487631" y="713378"/>
                  </a:lnTo>
                  <a:lnTo>
                    <a:pt x="5487776" y="713378"/>
                  </a:lnTo>
                  <a:lnTo>
                    <a:pt x="5487921" y="713378"/>
                  </a:lnTo>
                  <a:lnTo>
                    <a:pt x="5488067" y="713378"/>
                  </a:lnTo>
                  <a:lnTo>
                    <a:pt x="5488212" y="713378"/>
                  </a:lnTo>
                  <a:lnTo>
                    <a:pt x="5488358" y="713378"/>
                  </a:lnTo>
                  <a:lnTo>
                    <a:pt x="5488503" y="713378"/>
                  </a:lnTo>
                  <a:lnTo>
                    <a:pt x="5488649" y="713378"/>
                  </a:lnTo>
                  <a:lnTo>
                    <a:pt x="5488794" y="713378"/>
                  </a:lnTo>
                  <a:lnTo>
                    <a:pt x="5488939" y="713378"/>
                  </a:lnTo>
                  <a:lnTo>
                    <a:pt x="5489085" y="713378"/>
                  </a:lnTo>
                  <a:lnTo>
                    <a:pt x="5489230" y="713378"/>
                  </a:lnTo>
                  <a:lnTo>
                    <a:pt x="5489376" y="713378"/>
                  </a:lnTo>
                  <a:lnTo>
                    <a:pt x="5489521" y="713378"/>
                  </a:lnTo>
                  <a:lnTo>
                    <a:pt x="5489666" y="713378"/>
                  </a:lnTo>
                  <a:lnTo>
                    <a:pt x="5489812" y="713378"/>
                  </a:lnTo>
                  <a:lnTo>
                    <a:pt x="5489957" y="713378"/>
                  </a:lnTo>
                  <a:lnTo>
                    <a:pt x="5490103" y="713378"/>
                  </a:lnTo>
                  <a:lnTo>
                    <a:pt x="5490248" y="713378"/>
                  </a:lnTo>
                  <a:lnTo>
                    <a:pt x="5490394" y="713378"/>
                  </a:lnTo>
                  <a:lnTo>
                    <a:pt x="5490539" y="713378"/>
                  </a:lnTo>
                  <a:lnTo>
                    <a:pt x="5490684" y="713378"/>
                  </a:lnTo>
                  <a:lnTo>
                    <a:pt x="5490830" y="713378"/>
                  </a:lnTo>
                  <a:lnTo>
                    <a:pt x="5490975" y="713378"/>
                  </a:lnTo>
                  <a:lnTo>
                    <a:pt x="5491121" y="713378"/>
                  </a:lnTo>
                  <a:lnTo>
                    <a:pt x="5491121" y="712754"/>
                  </a:lnTo>
                  <a:lnTo>
                    <a:pt x="5491121" y="712131"/>
                  </a:lnTo>
                  <a:lnTo>
                    <a:pt x="5491266" y="712131"/>
                  </a:lnTo>
                  <a:lnTo>
                    <a:pt x="5491266" y="711507"/>
                  </a:lnTo>
                  <a:lnTo>
                    <a:pt x="5491412" y="711507"/>
                  </a:lnTo>
                  <a:lnTo>
                    <a:pt x="5491557" y="711507"/>
                  </a:lnTo>
                  <a:lnTo>
                    <a:pt x="5491702" y="711507"/>
                  </a:lnTo>
                  <a:lnTo>
                    <a:pt x="5491848" y="711507"/>
                  </a:lnTo>
                  <a:lnTo>
                    <a:pt x="5491993" y="711507"/>
                  </a:lnTo>
                  <a:lnTo>
                    <a:pt x="5492139" y="711507"/>
                  </a:lnTo>
                  <a:lnTo>
                    <a:pt x="5492284" y="711507"/>
                  </a:lnTo>
                  <a:lnTo>
                    <a:pt x="5492430" y="711507"/>
                  </a:lnTo>
                  <a:lnTo>
                    <a:pt x="5492575" y="711507"/>
                  </a:lnTo>
                  <a:lnTo>
                    <a:pt x="5492720" y="711507"/>
                  </a:lnTo>
                  <a:lnTo>
                    <a:pt x="5492866" y="711507"/>
                  </a:lnTo>
                  <a:lnTo>
                    <a:pt x="5493011" y="711507"/>
                  </a:lnTo>
                  <a:lnTo>
                    <a:pt x="5493157" y="711507"/>
                  </a:lnTo>
                  <a:lnTo>
                    <a:pt x="5493302" y="711507"/>
                  </a:lnTo>
                  <a:lnTo>
                    <a:pt x="5493448" y="711507"/>
                  </a:lnTo>
                  <a:lnTo>
                    <a:pt x="5493593" y="711507"/>
                  </a:lnTo>
                  <a:lnTo>
                    <a:pt x="5493738" y="711507"/>
                  </a:lnTo>
                  <a:lnTo>
                    <a:pt x="5493884" y="711507"/>
                  </a:lnTo>
                  <a:lnTo>
                    <a:pt x="5494029" y="711507"/>
                  </a:lnTo>
                  <a:lnTo>
                    <a:pt x="5494175" y="711507"/>
                  </a:lnTo>
                  <a:lnTo>
                    <a:pt x="5494320" y="711507"/>
                  </a:lnTo>
                  <a:lnTo>
                    <a:pt x="5494466" y="711507"/>
                  </a:lnTo>
                  <a:lnTo>
                    <a:pt x="5494466" y="710883"/>
                  </a:lnTo>
                  <a:lnTo>
                    <a:pt x="5494611" y="710883"/>
                  </a:lnTo>
                  <a:lnTo>
                    <a:pt x="5494756" y="710883"/>
                  </a:lnTo>
                  <a:lnTo>
                    <a:pt x="5494756" y="710260"/>
                  </a:lnTo>
                  <a:lnTo>
                    <a:pt x="5494902" y="710260"/>
                  </a:lnTo>
                  <a:lnTo>
                    <a:pt x="5495047" y="710260"/>
                  </a:lnTo>
                  <a:lnTo>
                    <a:pt x="5495193" y="710260"/>
                  </a:lnTo>
                  <a:lnTo>
                    <a:pt x="5495338" y="710260"/>
                  </a:lnTo>
                  <a:lnTo>
                    <a:pt x="5495338" y="709636"/>
                  </a:lnTo>
                  <a:lnTo>
                    <a:pt x="5495338" y="709013"/>
                  </a:lnTo>
                  <a:lnTo>
                    <a:pt x="5495484" y="709013"/>
                  </a:lnTo>
                  <a:lnTo>
                    <a:pt x="5495629" y="709013"/>
                  </a:lnTo>
                  <a:lnTo>
                    <a:pt x="5495774" y="709013"/>
                  </a:lnTo>
                  <a:lnTo>
                    <a:pt x="5495920" y="709013"/>
                  </a:lnTo>
                  <a:lnTo>
                    <a:pt x="5496065" y="709013"/>
                  </a:lnTo>
                  <a:lnTo>
                    <a:pt x="5496211" y="709013"/>
                  </a:lnTo>
                  <a:lnTo>
                    <a:pt x="5496356" y="709013"/>
                  </a:lnTo>
                  <a:lnTo>
                    <a:pt x="5496501" y="709013"/>
                  </a:lnTo>
                  <a:lnTo>
                    <a:pt x="5496647" y="709013"/>
                  </a:lnTo>
                  <a:lnTo>
                    <a:pt x="5496792" y="709013"/>
                  </a:lnTo>
                  <a:lnTo>
                    <a:pt x="5496792" y="708389"/>
                  </a:lnTo>
                  <a:lnTo>
                    <a:pt x="5496938" y="708389"/>
                  </a:lnTo>
                  <a:lnTo>
                    <a:pt x="5497083" y="708389"/>
                  </a:lnTo>
                  <a:lnTo>
                    <a:pt x="5497229" y="708389"/>
                  </a:lnTo>
                  <a:lnTo>
                    <a:pt x="5497374" y="708389"/>
                  </a:lnTo>
                  <a:lnTo>
                    <a:pt x="5497374" y="707765"/>
                  </a:lnTo>
                  <a:lnTo>
                    <a:pt x="5497519" y="707765"/>
                  </a:lnTo>
                  <a:lnTo>
                    <a:pt x="5497665" y="707765"/>
                  </a:lnTo>
                  <a:lnTo>
                    <a:pt x="5497810" y="707765"/>
                  </a:lnTo>
                  <a:lnTo>
                    <a:pt x="5497810" y="707142"/>
                  </a:lnTo>
                  <a:lnTo>
                    <a:pt x="5497956" y="707142"/>
                  </a:lnTo>
                  <a:lnTo>
                    <a:pt x="5498101" y="707142"/>
                  </a:lnTo>
                  <a:lnTo>
                    <a:pt x="5498247" y="707142"/>
                  </a:lnTo>
                  <a:lnTo>
                    <a:pt x="5498392" y="707142"/>
                  </a:lnTo>
                  <a:lnTo>
                    <a:pt x="5498392" y="706518"/>
                  </a:lnTo>
                  <a:lnTo>
                    <a:pt x="5498537" y="706518"/>
                  </a:lnTo>
                  <a:lnTo>
                    <a:pt x="5498683" y="706518"/>
                  </a:lnTo>
                  <a:lnTo>
                    <a:pt x="5498828" y="706518"/>
                  </a:lnTo>
                  <a:lnTo>
                    <a:pt x="5498974" y="706518"/>
                  </a:lnTo>
                  <a:lnTo>
                    <a:pt x="5499119" y="706518"/>
                  </a:lnTo>
                  <a:lnTo>
                    <a:pt x="5499265" y="706518"/>
                  </a:lnTo>
                  <a:lnTo>
                    <a:pt x="5499410" y="706518"/>
                  </a:lnTo>
                  <a:lnTo>
                    <a:pt x="5499555" y="706518"/>
                  </a:lnTo>
                  <a:lnTo>
                    <a:pt x="5499701" y="706518"/>
                  </a:lnTo>
                  <a:lnTo>
                    <a:pt x="5499701" y="705895"/>
                  </a:lnTo>
                  <a:lnTo>
                    <a:pt x="5499846" y="705895"/>
                  </a:lnTo>
                  <a:lnTo>
                    <a:pt x="5499846" y="705271"/>
                  </a:lnTo>
                  <a:lnTo>
                    <a:pt x="5499992" y="705271"/>
                  </a:lnTo>
                  <a:lnTo>
                    <a:pt x="5500137" y="705271"/>
                  </a:lnTo>
                  <a:lnTo>
                    <a:pt x="5500283" y="705271"/>
                  </a:lnTo>
                  <a:lnTo>
                    <a:pt x="5500428" y="705271"/>
                  </a:lnTo>
                  <a:lnTo>
                    <a:pt x="5500573" y="705271"/>
                  </a:lnTo>
                  <a:lnTo>
                    <a:pt x="5500719" y="705271"/>
                  </a:lnTo>
                  <a:lnTo>
                    <a:pt x="5500864" y="705271"/>
                  </a:lnTo>
                  <a:lnTo>
                    <a:pt x="5501010" y="705271"/>
                  </a:lnTo>
                  <a:lnTo>
                    <a:pt x="5501155" y="705271"/>
                  </a:lnTo>
                  <a:lnTo>
                    <a:pt x="5501301" y="705271"/>
                  </a:lnTo>
                  <a:lnTo>
                    <a:pt x="5501446" y="705271"/>
                  </a:lnTo>
                  <a:lnTo>
                    <a:pt x="5501591" y="705271"/>
                  </a:lnTo>
                  <a:lnTo>
                    <a:pt x="5501737" y="705271"/>
                  </a:lnTo>
                  <a:lnTo>
                    <a:pt x="5501882" y="705271"/>
                  </a:lnTo>
                  <a:lnTo>
                    <a:pt x="5501882" y="704648"/>
                  </a:lnTo>
                  <a:lnTo>
                    <a:pt x="5501882" y="704024"/>
                  </a:lnTo>
                  <a:lnTo>
                    <a:pt x="5502028" y="704024"/>
                  </a:lnTo>
                  <a:lnTo>
                    <a:pt x="5502173" y="704024"/>
                  </a:lnTo>
                  <a:lnTo>
                    <a:pt x="5502319" y="704024"/>
                  </a:lnTo>
                  <a:lnTo>
                    <a:pt x="5502464" y="704024"/>
                  </a:lnTo>
                  <a:lnTo>
                    <a:pt x="5502609" y="704024"/>
                  </a:lnTo>
                  <a:lnTo>
                    <a:pt x="5502755" y="704024"/>
                  </a:lnTo>
                  <a:lnTo>
                    <a:pt x="5502900" y="704024"/>
                  </a:lnTo>
                  <a:lnTo>
                    <a:pt x="5503046" y="704024"/>
                  </a:lnTo>
                  <a:lnTo>
                    <a:pt x="5503191" y="704024"/>
                  </a:lnTo>
                  <a:lnTo>
                    <a:pt x="5503336" y="704024"/>
                  </a:lnTo>
                  <a:lnTo>
                    <a:pt x="5503482" y="704024"/>
                  </a:lnTo>
                  <a:lnTo>
                    <a:pt x="5503627" y="704024"/>
                  </a:lnTo>
                  <a:lnTo>
                    <a:pt x="5503773" y="704024"/>
                  </a:lnTo>
                  <a:lnTo>
                    <a:pt x="5503918" y="704024"/>
                  </a:lnTo>
                  <a:lnTo>
                    <a:pt x="5504064" y="704024"/>
                  </a:lnTo>
                  <a:lnTo>
                    <a:pt x="5504209" y="704024"/>
                  </a:lnTo>
                  <a:lnTo>
                    <a:pt x="5504354" y="704024"/>
                  </a:lnTo>
                  <a:lnTo>
                    <a:pt x="5504500" y="704024"/>
                  </a:lnTo>
                  <a:lnTo>
                    <a:pt x="5504645" y="704024"/>
                  </a:lnTo>
                  <a:lnTo>
                    <a:pt x="5504791" y="704024"/>
                  </a:lnTo>
                  <a:lnTo>
                    <a:pt x="5504936" y="704024"/>
                  </a:lnTo>
                  <a:lnTo>
                    <a:pt x="5505082" y="704024"/>
                  </a:lnTo>
                  <a:lnTo>
                    <a:pt x="5505227" y="704024"/>
                  </a:lnTo>
                  <a:lnTo>
                    <a:pt x="5505372" y="704024"/>
                  </a:lnTo>
                  <a:lnTo>
                    <a:pt x="5505518" y="704024"/>
                  </a:lnTo>
                  <a:lnTo>
                    <a:pt x="5505663" y="704024"/>
                  </a:lnTo>
                  <a:lnTo>
                    <a:pt x="5505809" y="704024"/>
                  </a:lnTo>
                  <a:lnTo>
                    <a:pt x="5505809" y="703400"/>
                  </a:lnTo>
                  <a:lnTo>
                    <a:pt x="5505954" y="703400"/>
                  </a:lnTo>
                  <a:lnTo>
                    <a:pt x="5506100" y="703400"/>
                  </a:lnTo>
                  <a:lnTo>
                    <a:pt x="5506245" y="703400"/>
                  </a:lnTo>
                  <a:lnTo>
                    <a:pt x="5506390" y="703400"/>
                  </a:lnTo>
                  <a:lnTo>
                    <a:pt x="5506536" y="703400"/>
                  </a:lnTo>
                  <a:lnTo>
                    <a:pt x="5506681" y="703400"/>
                  </a:lnTo>
                  <a:lnTo>
                    <a:pt x="5506681" y="702777"/>
                  </a:lnTo>
                  <a:lnTo>
                    <a:pt x="5506827" y="702777"/>
                  </a:lnTo>
                  <a:lnTo>
                    <a:pt x="5506972" y="702777"/>
                  </a:lnTo>
                  <a:lnTo>
                    <a:pt x="5507118" y="702777"/>
                  </a:lnTo>
                  <a:lnTo>
                    <a:pt x="5507263" y="702777"/>
                  </a:lnTo>
                  <a:lnTo>
                    <a:pt x="5507263" y="702153"/>
                  </a:lnTo>
                  <a:lnTo>
                    <a:pt x="5507408" y="702153"/>
                  </a:lnTo>
                  <a:lnTo>
                    <a:pt x="5507554" y="702153"/>
                  </a:lnTo>
                  <a:lnTo>
                    <a:pt x="5507554" y="701530"/>
                  </a:lnTo>
                  <a:lnTo>
                    <a:pt x="5507699" y="701530"/>
                  </a:lnTo>
                  <a:lnTo>
                    <a:pt x="5507845" y="701530"/>
                  </a:lnTo>
                  <a:lnTo>
                    <a:pt x="5507990" y="701530"/>
                  </a:lnTo>
                  <a:lnTo>
                    <a:pt x="5508136" y="701530"/>
                  </a:lnTo>
                  <a:lnTo>
                    <a:pt x="5508281" y="701530"/>
                  </a:lnTo>
                  <a:lnTo>
                    <a:pt x="5508426" y="701530"/>
                  </a:lnTo>
                  <a:lnTo>
                    <a:pt x="5508572" y="701530"/>
                  </a:lnTo>
                  <a:lnTo>
                    <a:pt x="5508572" y="700906"/>
                  </a:lnTo>
                  <a:lnTo>
                    <a:pt x="5508717" y="700906"/>
                  </a:lnTo>
                  <a:lnTo>
                    <a:pt x="5508863" y="700906"/>
                  </a:lnTo>
                  <a:lnTo>
                    <a:pt x="5509008" y="700906"/>
                  </a:lnTo>
                  <a:lnTo>
                    <a:pt x="5509154" y="700906"/>
                  </a:lnTo>
                  <a:lnTo>
                    <a:pt x="5509299" y="700906"/>
                  </a:lnTo>
                  <a:lnTo>
                    <a:pt x="5509299" y="700282"/>
                  </a:lnTo>
                  <a:lnTo>
                    <a:pt x="5509444" y="700282"/>
                  </a:lnTo>
                  <a:lnTo>
                    <a:pt x="5509590" y="700282"/>
                  </a:lnTo>
                  <a:lnTo>
                    <a:pt x="5509735" y="700282"/>
                  </a:lnTo>
                  <a:lnTo>
                    <a:pt x="5509881" y="700282"/>
                  </a:lnTo>
                  <a:lnTo>
                    <a:pt x="5510026" y="700282"/>
                  </a:lnTo>
                  <a:lnTo>
                    <a:pt x="5510171" y="700282"/>
                  </a:lnTo>
                  <a:lnTo>
                    <a:pt x="5510317" y="700282"/>
                  </a:lnTo>
                  <a:lnTo>
                    <a:pt x="5510462" y="700282"/>
                  </a:lnTo>
                  <a:lnTo>
                    <a:pt x="5510608" y="700282"/>
                  </a:lnTo>
                  <a:lnTo>
                    <a:pt x="5510753" y="700282"/>
                  </a:lnTo>
                  <a:lnTo>
                    <a:pt x="5510899" y="700282"/>
                  </a:lnTo>
                  <a:lnTo>
                    <a:pt x="5511044" y="700282"/>
                  </a:lnTo>
                  <a:lnTo>
                    <a:pt x="5511189" y="700282"/>
                  </a:lnTo>
                  <a:lnTo>
                    <a:pt x="5511335" y="700282"/>
                  </a:lnTo>
                  <a:lnTo>
                    <a:pt x="5511480" y="700282"/>
                  </a:lnTo>
                  <a:lnTo>
                    <a:pt x="5511626" y="700282"/>
                  </a:lnTo>
                  <a:lnTo>
                    <a:pt x="5511626" y="699659"/>
                  </a:lnTo>
                  <a:lnTo>
                    <a:pt x="5511771" y="699659"/>
                  </a:lnTo>
                  <a:lnTo>
                    <a:pt x="5511917" y="699659"/>
                  </a:lnTo>
                  <a:lnTo>
                    <a:pt x="5512062" y="699659"/>
                  </a:lnTo>
                  <a:lnTo>
                    <a:pt x="5512207" y="699659"/>
                  </a:lnTo>
                  <a:lnTo>
                    <a:pt x="5512353" y="699659"/>
                  </a:lnTo>
                  <a:lnTo>
                    <a:pt x="5512498" y="699659"/>
                  </a:lnTo>
                  <a:lnTo>
                    <a:pt x="5512644" y="699659"/>
                  </a:lnTo>
                  <a:lnTo>
                    <a:pt x="5512789" y="699659"/>
                  </a:lnTo>
                  <a:lnTo>
                    <a:pt x="5512789" y="699035"/>
                  </a:lnTo>
                  <a:lnTo>
                    <a:pt x="5512935" y="699035"/>
                  </a:lnTo>
                  <a:lnTo>
                    <a:pt x="5513080" y="699035"/>
                  </a:lnTo>
                  <a:lnTo>
                    <a:pt x="5513225" y="699035"/>
                  </a:lnTo>
                  <a:lnTo>
                    <a:pt x="5513371" y="699035"/>
                  </a:lnTo>
                  <a:lnTo>
                    <a:pt x="5513516" y="699035"/>
                  </a:lnTo>
                  <a:lnTo>
                    <a:pt x="5513662" y="699035"/>
                  </a:lnTo>
                  <a:lnTo>
                    <a:pt x="5513807" y="699035"/>
                  </a:lnTo>
                  <a:lnTo>
                    <a:pt x="5513953" y="699035"/>
                  </a:lnTo>
                  <a:lnTo>
                    <a:pt x="5514098" y="699035"/>
                  </a:lnTo>
                  <a:lnTo>
                    <a:pt x="5514243" y="699035"/>
                  </a:lnTo>
                  <a:lnTo>
                    <a:pt x="5514389" y="699035"/>
                  </a:lnTo>
                  <a:lnTo>
                    <a:pt x="5514534" y="699035"/>
                  </a:lnTo>
                  <a:lnTo>
                    <a:pt x="5514680" y="699035"/>
                  </a:lnTo>
                  <a:lnTo>
                    <a:pt x="5514825" y="699035"/>
                  </a:lnTo>
                  <a:lnTo>
                    <a:pt x="5514971" y="699035"/>
                  </a:lnTo>
                  <a:lnTo>
                    <a:pt x="5515116" y="699035"/>
                  </a:lnTo>
                  <a:lnTo>
                    <a:pt x="5515261" y="699035"/>
                  </a:lnTo>
                  <a:lnTo>
                    <a:pt x="5515407" y="699035"/>
                  </a:lnTo>
                  <a:lnTo>
                    <a:pt x="5515552" y="699035"/>
                  </a:lnTo>
                  <a:lnTo>
                    <a:pt x="5515698" y="699035"/>
                  </a:lnTo>
                  <a:lnTo>
                    <a:pt x="5515843" y="699035"/>
                  </a:lnTo>
                  <a:lnTo>
                    <a:pt x="5515989" y="699035"/>
                  </a:lnTo>
                  <a:lnTo>
                    <a:pt x="5516134" y="699035"/>
                  </a:lnTo>
                  <a:lnTo>
                    <a:pt x="5516279" y="699035"/>
                  </a:lnTo>
                  <a:lnTo>
                    <a:pt x="5516425" y="699035"/>
                  </a:lnTo>
                  <a:lnTo>
                    <a:pt x="5516570" y="699035"/>
                  </a:lnTo>
                  <a:lnTo>
                    <a:pt x="5516716" y="699035"/>
                  </a:lnTo>
                  <a:lnTo>
                    <a:pt x="5516861" y="699035"/>
                  </a:lnTo>
                  <a:lnTo>
                    <a:pt x="5517006" y="699035"/>
                  </a:lnTo>
                  <a:lnTo>
                    <a:pt x="5517152" y="699035"/>
                  </a:lnTo>
                  <a:lnTo>
                    <a:pt x="5517297" y="699035"/>
                  </a:lnTo>
                  <a:lnTo>
                    <a:pt x="5517297" y="698412"/>
                  </a:lnTo>
                  <a:lnTo>
                    <a:pt x="5517443" y="698412"/>
                  </a:lnTo>
                  <a:lnTo>
                    <a:pt x="5517588" y="698412"/>
                  </a:lnTo>
                  <a:lnTo>
                    <a:pt x="5517734" y="698412"/>
                  </a:lnTo>
                  <a:lnTo>
                    <a:pt x="5517879" y="698412"/>
                  </a:lnTo>
                  <a:lnTo>
                    <a:pt x="5518024" y="698412"/>
                  </a:lnTo>
                  <a:lnTo>
                    <a:pt x="5518170" y="698412"/>
                  </a:lnTo>
                  <a:lnTo>
                    <a:pt x="5518315" y="698412"/>
                  </a:lnTo>
                  <a:lnTo>
                    <a:pt x="5518461" y="698412"/>
                  </a:lnTo>
                  <a:lnTo>
                    <a:pt x="5518606" y="698412"/>
                  </a:lnTo>
                  <a:lnTo>
                    <a:pt x="5518752" y="698412"/>
                  </a:lnTo>
                  <a:lnTo>
                    <a:pt x="5518897" y="698412"/>
                  </a:lnTo>
                  <a:lnTo>
                    <a:pt x="5519042" y="698412"/>
                  </a:lnTo>
                  <a:lnTo>
                    <a:pt x="5519188" y="698412"/>
                  </a:lnTo>
                  <a:lnTo>
                    <a:pt x="5519188" y="697788"/>
                  </a:lnTo>
                  <a:lnTo>
                    <a:pt x="5519333" y="697788"/>
                  </a:lnTo>
                  <a:lnTo>
                    <a:pt x="5519479" y="697788"/>
                  </a:lnTo>
                  <a:lnTo>
                    <a:pt x="5519624" y="697788"/>
                  </a:lnTo>
                  <a:lnTo>
                    <a:pt x="5519770" y="697788"/>
                  </a:lnTo>
                  <a:lnTo>
                    <a:pt x="5519915" y="697788"/>
                  </a:lnTo>
                  <a:lnTo>
                    <a:pt x="5519915" y="697165"/>
                  </a:lnTo>
                  <a:lnTo>
                    <a:pt x="5519915" y="696541"/>
                  </a:lnTo>
                  <a:lnTo>
                    <a:pt x="5520060" y="696541"/>
                  </a:lnTo>
                  <a:lnTo>
                    <a:pt x="5520206" y="696541"/>
                  </a:lnTo>
                  <a:lnTo>
                    <a:pt x="5520351" y="696541"/>
                  </a:lnTo>
                  <a:lnTo>
                    <a:pt x="5520497" y="696541"/>
                  </a:lnTo>
                  <a:lnTo>
                    <a:pt x="5520642" y="696541"/>
                  </a:lnTo>
                  <a:lnTo>
                    <a:pt x="5520642" y="695917"/>
                  </a:lnTo>
                  <a:lnTo>
                    <a:pt x="5520788" y="695917"/>
                  </a:lnTo>
                  <a:lnTo>
                    <a:pt x="5520933" y="695917"/>
                  </a:lnTo>
                  <a:lnTo>
                    <a:pt x="5521078" y="695917"/>
                  </a:lnTo>
                  <a:lnTo>
                    <a:pt x="5521224" y="695917"/>
                  </a:lnTo>
                  <a:lnTo>
                    <a:pt x="5521369" y="695917"/>
                  </a:lnTo>
                  <a:lnTo>
                    <a:pt x="5521515" y="695917"/>
                  </a:lnTo>
                  <a:lnTo>
                    <a:pt x="5521515" y="695294"/>
                  </a:lnTo>
                  <a:lnTo>
                    <a:pt x="5521660" y="695294"/>
                  </a:lnTo>
                  <a:lnTo>
                    <a:pt x="5521806" y="695294"/>
                  </a:lnTo>
                  <a:lnTo>
                    <a:pt x="5521951" y="695294"/>
                  </a:lnTo>
                  <a:lnTo>
                    <a:pt x="5522096" y="695294"/>
                  </a:lnTo>
                  <a:lnTo>
                    <a:pt x="5522242" y="695294"/>
                  </a:lnTo>
                  <a:lnTo>
                    <a:pt x="5522387" y="695294"/>
                  </a:lnTo>
                  <a:lnTo>
                    <a:pt x="5522533" y="695294"/>
                  </a:lnTo>
                  <a:lnTo>
                    <a:pt x="5522678" y="695294"/>
                  </a:lnTo>
                  <a:lnTo>
                    <a:pt x="5522824" y="695294"/>
                  </a:lnTo>
                  <a:lnTo>
                    <a:pt x="5522969" y="695294"/>
                  </a:lnTo>
                  <a:lnTo>
                    <a:pt x="5523114" y="695294"/>
                  </a:lnTo>
                  <a:lnTo>
                    <a:pt x="5523260" y="695294"/>
                  </a:lnTo>
                  <a:lnTo>
                    <a:pt x="5523405" y="695294"/>
                  </a:lnTo>
                  <a:lnTo>
                    <a:pt x="5523551" y="695294"/>
                  </a:lnTo>
                  <a:lnTo>
                    <a:pt x="5523696" y="695294"/>
                  </a:lnTo>
                  <a:lnTo>
                    <a:pt x="5523841" y="695294"/>
                  </a:lnTo>
                  <a:lnTo>
                    <a:pt x="5523987" y="695294"/>
                  </a:lnTo>
                  <a:lnTo>
                    <a:pt x="5524132" y="695294"/>
                  </a:lnTo>
                  <a:lnTo>
                    <a:pt x="5524278" y="695294"/>
                  </a:lnTo>
                  <a:lnTo>
                    <a:pt x="5524423" y="695294"/>
                  </a:lnTo>
                  <a:lnTo>
                    <a:pt x="5524569" y="695294"/>
                  </a:lnTo>
                  <a:lnTo>
                    <a:pt x="5524714" y="695294"/>
                  </a:lnTo>
                  <a:lnTo>
                    <a:pt x="5524714" y="694670"/>
                  </a:lnTo>
                  <a:lnTo>
                    <a:pt x="5524859" y="694670"/>
                  </a:lnTo>
                  <a:lnTo>
                    <a:pt x="5525005" y="694670"/>
                  </a:lnTo>
                  <a:lnTo>
                    <a:pt x="5525150" y="694670"/>
                  </a:lnTo>
                  <a:lnTo>
                    <a:pt x="5525296" y="694670"/>
                  </a:lnTo>
                  <a:lnTo>
                    <a:pt x="5525296" y="694047"/>
                  </a:lnTo>
                  <a:lnTo>
                    <a:pt x="5525441" y="694047"/>
                  </a:lnTo>
                  <a:lnTo>
                    <a:pt x="5525587" y="694047"/>
                  </a:lnTo>
                  <a:lnTo>
                    <a:pt x="5525732" y="694047"/>
                  </a:lnTo>
                  <a:lnTo>
                    <a:pt x="5525732" y="693423"/>
                  </a:lnTo>
                  <a:lnTo>
                    <a:pt x="5525732" y="692799"/>
                  </a:lnTo>
                  <a:lnTo>
                    <a:pt x="5525877" y="692799"/>
                  </a:lnTo>
                  <a:lnTo>
                    <a:pt x="5526023" y="692799"/>
                  </a:lnTo>
                  <a:lnTo>
                    <a:pt x="5526168" y="692799"/>
                  </a:lnTo>
                  <a:lnTo>
                    <a:pt x="5526314" y="692799"/>
                  </a:lnTo>
                  <a:lnTo>
                    <a:pt x="5526459" y="692799"/>
                  </a:lnTo>
                  <a:lnTo>
                    <a:pt x="5526605" y="692799"/>
                  </a:lnTo>
                  <a:lnTo>
                    <a:pt x="5526750" y="692799"/>
                  </a:lnTo>
                  <a:lnTo>
                    <a:pt x="5526750" y="692176"/>
                  </a:lnTo>
                  <a:lnTo>
                    <a:pt x="5526895" y="692176"/>
                  </a:lnTo>
                  <a:lnTo>
                    <a:pt x="5527041" y="692176"/>
                  </a:lnTo>
                  <a:lnTo>
                    <a:pt x="5527041" y="691552"/>
                  </a:lnTo>
                  <a:lnTo>
                    <a:pt x="5527186" y="691552"/>
                  </a:lnTo>
                  <a:lnTo>
                    <a:pt x="5527332" y="691552"/>
                  </a:lnTo>
                  <a:lnTo>
                    <a:pt x="5527477" y="691552"/>
                  </a:lnTo>
                  <a:lnTo>
                    <a:pt x="5527477" y="690929"/>
                  </a:lnTo>
                  <a:lnTo>
                    <a:pt x="5527623" y="690929"/>
                  </a:lnTo>
                  <a:lnTo>
                    <a:pt x="5527768" y="690929"/>
                  </a:lnTo>
                  <a:lnTo>
                    <a:pt x="5527913" y="690929"/>
                  </a:lnTo>
                  <a:lnTo>
                    <a:pt x="5527913" y="690305"/>
                  </a:lnTo>
                  <a:lnTo>
                    <a:pt x="5527913" y="689682"/>
                  </a:lnTo>
                  <a:lnTo>
                    <a:pt x="5528059" y="689682"/>
                  </a:lnTo>
                  <a:lnTo>
                    <a:pt x="5528204" y="689682"/>
                  </a:lnTo>
                  <a:lnTo>
                    <a:pt x="5528350" y="689682"/>
                  </a:lnTo>
                  <a:lnTo>
                    <a:pt x="5528495" y="689682"/>
                  </a:lnTo>
                  <a:lnTo>
                    <a:pt x="5528641" y="689682"/>
                  </a:lnTo>
                  <a:lnTo>
                    <a:pt x="5528786" y="689682"/>
                  </a:lnTo>
                  <a:lnTo>
                    <a:pt x="5528931" y="689682"/>
                  </a:lnTo>
                  <a:lnTo>
                    <a:pt x="5529077" y="689682"/>
                  </a:lnTo>
                  <a:lnTo>
                    <a:pt x="5529222" y="689682"/>
                  </a:lnTo>
                  <a:lnTo>
                    <a:pt x="5529368" y="689682"/>
                  </a:lnTo>
                  <a:lnTo>
                    <a:pt x="5529368" y="689058"/>
                  </a:lnTo>
                  <a:lnTo>
                    <a:pt x="5529368" y="688434"/>
                  </a:lnTo>
                  <a:lnTo>
                    <a:pt x="5529513" y="688434"/>
                  </a:lnTo>
                  <a:lnTo>
                    <a:pt x="5529658" y="688434"/>
                  </a:lnTo>
                  <a:lnTo>
                    <a:pt x="5529804" y="688434"/>
                  </a:lnTo>
                  <a:lnTo>
                    <a:pt x="5529949" y="688434"/>
                  </a:lnTo>
                  <a:lnTo>
                    <a:pt x="5530095" y="688434"/>
                  </a:lnTo>
                  <a:lnTo>
                    <a:pt x="5530240" y="688434"/>
                  </a:lnTo>
                  <a:lnTo>
                    <a:pt x="5530386" y="688434"/>
                  </a:lnTo>
                  <a:lnTo>
                    <a:pt x="5530531" y="688434"/>
                  </a:lnTo>
                  <a:lnTo>
                    <a:pt x="5530531" y="687811"/>
                  </a:lnTo>
                  <a:lnTo>
                    <a:pt x="5530676" y="687811"/>
                  </a:lnTo>
                  <a:lnTo>
                    <a:pt x="5530822" y="687811"/>
                  </a:lnTo>
                  <a:lnTo>
                    <a:pt x="5530967" y="687811"/>
                  </a:lnTo>
                  <a:lnTo>
                    <a:pt x="5531113" y="687811"/>
                  </a:lnTo>
                  <a:lnTo>
                    <a:pt x="5531258" y="687811"/>
                  </a:lnTo>
                  <a:lnTo>
                    <a:pt x="5531404" y="687811"/>
                  </a:lnTo>
                  <a:lnTo>
                    <a:pt x="5531549" y="687811"/>
                  </a:lnTo>
                  <a:lnTo>
                    <a:pt x="5531694" y="687811"/>
                  </a:lnTo>
                  <a:lnTo>
                    <a:pt x="5531840" y="687811"/>
                  </a:lnTo>
                  <a:lnTo>
                    <a:pt x="5531985" y="687811"/>
                  </a:lnTo>
                  <a:lnTo>
                    <a:pt x="5532131" y="687811"/>
                  </a:lnTo>
                  <a:lnTo>
                    <a:pt x="5532131" y="687187"/>
                  </a:lnTo>
                  <a:lnTo>
                    <a:pt x="5532276" y="687187"/>
                  </a:lnTo>
                  <a:lnTo>
                    <a:pt x="5532422" y="687187"/>
                  </a:lnTo>
                  <a:lnTo>
                    <a:pt x="5532567" y="687187"/>
                  </a:lnTo>
                  <a:lnTo>
                    <a:pt x="5532712" y="687187"/>
                  </a:lnTo>
                  <a:lnTo>
                    <a:pt x="5532858" y="687187"/>
                  </a:lnTo>
                  <a:lnTo>
                    <a:pt x="5533003" y="687187"/>
                  </a:lnTo>
                  <a:lnTo>
                    <a:pt x="5533149" y="687187"/>
                  </a:lnTo>
                  <a:lnTo>
                    <a:pt x="5533294" y="687187"/>
                  </a:lnTo>
                  <a:lnTo>
                    <a:pt x="5533440" y="687187"/>
                  </a:lnTo>
                  <a:lnTo>
                    <a:pt x="5533585" y="687187"/>
                  </a:lnTo>
                  <a:lnTo>
                    <a:pt x="5533585" y="686564"/>
                  </a:lnTo>
                  <a:lnTo>
                    <a:pt x="5533730" y="686564"/>
                  </a:lnTo>
                  <a:lnTo>
                    <a:pt x="5533876" y="686564"/>
                  </a:lnTo>
                  <a:lnTo>
                    <a:pt x="5534021" y="686564"/>
                  </a:lnTo>
                  <a:lnTo>
                    <a:pt x="5534167" y="686564"/>
                  </a:lnTo>
                  <a:lnTo>
                    <a:pt x="5534312" y="686564"/>
                  </a:lnTo>
                  <a:lnTo>
                    <a:pt x="5534458" y="686564"/>
                  </a:lnTo>
                  <a:lnTo>
                    <a:pt x="5534603" y="686564"/>
                  </a:lnTo>
                  <a:lnTo>
                    <a:pt x="5534748" y="686564"/>
                  </a:lnTo>
                  <a:lnTo>
                    <a:pt x="5534894" y="686564"/>
                  </a:lnTo>
                  <a:lnTo>
                    <a:pt x="5534894" y="685940"/>
                  </a:lnTo>
                  <a:lnTo>
                    <a:pt x="5535039" y="685940"/>
                  </a:lnTo>
                  <a:lnTo>
                    <a:pt x="5535185" y="685940"/>
                  </a:lnTo>
                  <a:lnTo>
                    <a:pt x="5535185" y="685316"/>
                  </a:lnTo>
                  <a:lnTo>
                    <a:pt x="5535330" y="685316"/>
                  </a:lnTo>
                  <a:lnTo>
                    <a:pt x="5535476" y="685316"/>
                  </a:lnTo>
                  <a:lnTo>
                    <a:pt x="5535621" y="685316"/>
                  </a:lnTo>
                  <a:lnTo>
                    <a:pt x="5535766" y="685316"/>
                  </a:lnTo>
                  <a:lnTo>
                    <a:pt x="5535912" y="685316"/>
                  </a:lnTo>
                  <a:lnTo>
                    <a:pt x="5536057" y="685316"/>
                  </a:lnTo>
                  <a:lnTo>
                    <a:pt x="5536203" y="685316"/>
                  </a:lnTo>
                  <a:lnTo>
                    <a:pt x="5536348" y="685316"/>
                  </a:lnTo>
                  <a:lnTo>
                    <a:pt x="5536493" y="685316"/>
                  </a:lnTo>
                  <a:lnTo>
                    <a:pt x="5536639" y="685316"/>
                  </a:lnTo>
                  <a:lnTo>
                    <a:pt x="5536784" y="685316"/>
                  </a:lnTo>
                  <a:lnTo>
                    <a:pt x="5536930" y="685316"/>
                  </a:lnTo>
                  <a:lnTo>
                    <a:pt x="5536930" y="684693"/>
                  </a:lnTo>
                  <a:lnTo>
                    <a:pt x="5537075" y="684693"/>
                  </a:lnTo>
                  <a:lnTo>
                    <a:pt x="5537221" y="684693"/>
                  </a:lnTo>
                  <a:lnTo>
                    <a:pt x="5537366" y="684693"/>
                  </a:lnTo>
                  <a:lnTo>
                    <a:pt x="5537511" y="684693"/>
                  </a:lnTo>
                  <a:lnTo>
                    <a:pt x="5537511" y="684069"/>
                  </a:lnTo>
                  <a:lnTo>
                    <a:pt x="5537657" y="684069"/>
                  </a:lnTo>
                  <a:lnTo>
                    <a:pt x="5537802" y="684069"/>
                  </a:lnTo>
                  <a:lnTo>
                    <a:pt x="5537948" y="684069"/>
                  </a:lnTo>
                  <a:lnTo>
                    <a:pt x="5538093" y="684069"/>
                  </a:lnTo>
                  <a:lnTo>
                    <a:pt x="5538239" y="684069"/>
                  </a:lnTo>
                  <a:lnTo>
                    <a:pt x="5538384" y="684069"/>
                  </a:lnTo>
                  <a:lnTo>
                    <a:pt x="5538529" y="684069"/>
                  </a:lnTo>
                  <a:lnTo>
                    <a:pt x="5538675" y="684069"/>
                  </a:lnTo>
                  <a:lnTo>
                    <a:pt x="5538820" y="684069"/>
                  </a:lnTo>
                  <a:lnTo>
                    <a:pt x="5538966" y="684069"/>
                  </a:lnTo>
                  <a:lnTo>
                    <a:pt x="5539111" y="684069"/>
                  </a:lnTo>
                  <a:lnTo>
                    <a:pt x="5539111" y="683446"/>
                  </a:lnTo>
                  <a:lnTo>
                    <a:pt x="5539257" y="683446"/>
                  </a:lnTo>
                  <a:lnTo>
                    <a:pt x="5539402" y="683446"/>
                  </a:lnTo>
                  <a:lnTo>
                    <a:pt x="5539547" y="683446"/>
                  </a:lnTo>
                  <a:lnTo>
                    <a:pt x="5539693" y="683446"/>
                  </a:lnTo>
                  <a:lnTo>
                    <a:pt x="5539838" y="683446"/>
                  </a:lnTo>
                  <a:lnTo>
                    <a:pt x="5539984" y="683446"/>
                  </a:lnTo>
                  <a:lnTo>
                    <a:pt x="5540129" y="683446"/>
                  </a:lnTo>
                  <a:lnTo>
                    <a:pt x="5540275" y="683446"/>
                  </a:lnTo>
                  <a:lnTo>
                    <a:pt x="5540420" y="683446"/>
                  </a:lnTo>
                  <a:lnTo>
                    <a:pt x="5540565" y="683446"/>
                  </a:lnTo>
                  <a:lnTo>
                    <a:pt x="5540711" y="683446"/>
                  </a:lnTo>
                  <a:lnTo>
                    <a:pt x="5540856" y="683446"/>
                  </a:lnTo>
                  <a:lnTo>
                    <a:pt x="5541002" y="683446"/>
                  </a:lnTo>
                  <a:lnTo>
                    <a:pt x="5541002" y="682822"/>
                  </a:lnTo>
                  <a:lnTo>
                    <a:pt x="5541147" y="682822"/>
                  </a:lnTo>
                  <a:lnTo>
                    <a:pt x="5541293" y="682822"/>
                  </a:lnTo>
                  <a:lnTo>
                    <a:pt x="5541438" y="682822"/>
                  </a:lnTo>
                  <a:lnTo>
                    <a:pt x="5541438" y="682199"/>
                  </a:lnTo>
                  <a:lnTo>
                    <a:pt x="5541583" y="682199"/>
                  </a:lnTo>
                  <a:lnTo>
                    <a:pt x="5541729" y="682199"/>
                  </a:lnTo>
                  <a:lnTo>
                    <a:pt x="5541874" y="682199"/>
                  </a:lnTo>
                  <a:lnTo>
                    <a:pt x="5542020" y="682199"/>
                  </a:lnTo>
                  <a:lnTo>
                    <a:pt x="5542165" y="682199"/>
                  </a:lnTo>
                  <a:lnTo>
                    <a:pt x="5542165" y="681575"/>
                  </a:lnTo>
                  <a:lnTo>
                    <a:pt x="5542311" y="681575"/>
                  </a:lnTo>
                  <a:lnTo>
                    <a:pt x="5542456" y="681575"/>
                  </a:lnTo>
                  <a:lnTo>
                    <a:pt x="5542601" y="681575"/>
                  </a:lnTo>
                  <a:lnTo>
                    <a:pt x="5542601" y="680951"/>
                  </a:lnTo>
                  <a:lnTo>
                    <a:pt x="5542747" y="680951"/>
                  </a:lnTo>
                  <a:lnTo>
                    <a:pt x="5542892" y="680951"/>
                  </a:lnTo>
                  <a:lnTo>
                    <a:pt x="5543038" y="680951"/>
                  </a:lnTo>
                  <a:lnTo>
                    <a:pt x="5543038" y="680328"/>
                  </a:lnTo>
                  <a:lnTo>
                    <a:pt x="5543183" y="680328"/>
                  </a:lnTo>
                  <a:lnTo>
                    <a:pt x="5543328" y="680328"/>
                  </a:lnTo>
                  <a:lnTo>
                    <a:pt x="5543474" y="680328"/>
                  </a:lnTo>
                  <a:lnTo>
                    <a:pt x="5543619" y="680328"/>
                  </a:lnTo>
                  <a:lnTo>
                    <a:pt x="5543765" y="680328"/>
                  </a:lnTo>
                  <a:lnTo>
                    <a:pt x="5543910" y="680328"/>
                  </a:lnTo>
                  <a:lnTo>
                    <a:pt x="5543910" y="679704"/>
                  </a:lnTo>
                  <a:lnTo>
                    <a:pt x="5544056" y="679704"/>
                  </a:lnTo>
                  <a:lnTo>
                    <a:pt x="5544056" y="679081"/>
                  </a:lnTo>
                  <a:lnTo>
                    <a:pt x="5544201" y="679081"/>
                  </a:lnTo>
                  <a:lnTo>
                    <a:pt x="5544346" y="679081"/>
                  </a:lnTo>
                  <a:lnTo>
                    <a:pt x="5544492" y="679081"/>
                  </a:lnTo>
                  <a:lnTo>
                    <a:pt x="5544637" y="679081"/>
                  </a:lnTo>
                  <a:lnTo>
                    <a:pt x="5544783" y="679081"/>
                  </a:lnTo>
                  <a:lnTo>
                    <a:pt x="5544928" y="679081"/>
                  </a:lnTo>
                  <a:lnTo>
                    <a:pt x="5545074" y="679081"/>
                  </a:lnTo>
                  <a:lnTo>
                    <a:pt x="5545219" y="679081"/>
                  </a:lnTo>
                  <a:lnTo>
                    <a:pt x="5545364" y="679081"/>
                  </a:lnTo>
                  <a:lnTo>
                    <a:pt x="5545510" y="679081"/>
                  </a:lnTo>
                  <a:lnTo>
                    <a:pt x="5545655" y="679081"/>
                  </a:lnTo>
                  <a:lnTo>
                    <a:pt x="5545655" y="678457"/>
                  </a:lnTo>
                  <a:lnTo>
                    <a:pt x="5545801" y="678457"/>
                  </a:lnTo>
                  <a:lnTo>
                    <a:pt x="5545946" y="678457"/>
                  </a:lnTo>
                  <a:lnTo>
                    <a:pt x="5546092" y="678457"/>
                  </a:lnTo>
                  <a:lnTo>
                    <a:pt x="5546237" y="678457"/>
                  </a:lnTo>
                  <a:lnTo>
                    <a:pt x="5546382" y="678457"/>
                  </a:lnTo>
                  <a:lnTo>
                    <a:pt x="5546528" y="678457"/>
                  </a:lnTo>
                  <a:lnTo>
                    <a:pt x="5546673" y="678457"/>
                  </a:lnTo>
                  <a:lnTo>
                    <a:pt x="5546819" y="678457"/>
                  </a:lnTo>
                  <a:lnTo>
                    <a:pt x="5546964" y="678457"/>
                  </a:lnTo>
                  <a:lnTo>
                    <a:pt x="5547110" y="678457"/>
                  </a:lnTo>
                  <a:lnTo>
                    <a:pt x="5547255" y="678457"/>
                  </a:lnTo>
                  <a:lnTo>
                    <a:pt x="5547400" y="678457"/>
                  </a:lnTo>
                  <a:lnTo>
                    <a:pt x="5547546" y="678457"/>
                  </a:lnTo>
                  <a:lnTo>
                    <a:pt x="5547691" y="678457"/>
                  </a:lnTo>
                  <a:lnTo>
                    <a:pt x="5547837" y="678457"/>
                  </a:lnTo>
                  <a:lnTo>
                    <a:pt x="5547982" y="678457"/>
                  </a:lnTo>
                  <a:lnTo>
                    <a:pt x="5548128" y="678457"/>
                  </a:lnTo>
                  <a:lnTo>
                    <a:pt x="5548273" y="678457"/>
                  </a:lnTo>
                  <a:lnTo>
                    <a:pt x="5548418" y="678457"/>
                  </a:lnTo>
                  <a:lnTo>
                    <a:pt x="5548564" y="678457"/>
                  </a:lnTo>
                  <a:lnTo>
                    <a:pt x="5548709" y="678457"/>
                  </a:lnTo>
                  <a:lnTo>
                    <a:pt x="5548855" y="678457"/>
                  </a:lnTo>
                  <a:lnTo>
                    <a:pt x="5549000" y="678457"/>
                  </a:lnTo>
                  <a:lnTo>
                    <a:pt x="5549146" y="678457"/>
                  </a:lnTo>
                  <a:lnTo>
                    <a:pt x="5549291" y="678457"/>
                  </a:lnTo>
                  <a:lnTo>
                    <a:pt x="5549436" y="678457"/>
                  </a:lnTo>
                  <a:lnTo>
                    <a:pt x="5549582" y="678457"/>
                  </a:lnTo>
                  <a:lnTo>
                    <a:pt x="5549727" y="678457"/>
                  </a:lnTo>
                  <a:lnTo>
                    <a:pt x="5549727" y="677833"/>
                  </a:lnTo>
                  <a:lnTo>
                    <a:pt x="5549873" y="677833"/>
                  </a:lnTo>
                  <a:lnTo>
                    <a:pt x="5550018" y="677833"/>
                  </a:lnTo>
                  <a:lnTo>
                    <a:pt x="5550163" y="677833"/>
                  </a:lnTo>
                  <a:lnTo>
                    <a:pt x="5550309" y="677833"/>
                  </a:lnTo>
                  <a:lnTo>
                    <a:pt x="5550454" y="677833"/>
                  </a:lnTo>
                  <a:lnTo>
                    <a:pt x="5550600" y="677833"/>
                  </a:lnTo>
                  <a:lnTo>
                    <a:pt x="5550745" y="677833"/>
                  </a:lnTo>
                  <a:lnTo>
                    <a:pt x="5550891" y="677833"/>
                  </a:lnTo>
                  <a:lnTo>
                    <a:pt x="5550891" y="677210"/>
                  </a:lnTo>
                  <a:lnTo>
                    <a:pt x="5551036" y="677210"/>
                  </a:lnTo>
                  <a:lnTo>
                    <a:pt x="5551036" y="676586"/>
                  </a:lnTo>
                  <a:lnTo>
                    <a:pt x="5551181" y="676586"/>
                  </a:lnTo>
                  <a:lnTo>
                    <a:pt x="5551327" y="676586"/>
                  </a:lnTo>
                  <a:lnTo>
                    <a:pt x="5551472" y="676586"/>
                  </a:lnTo>
                  <a:lnTo>
                    <a:pt x="5551618" y="676586"/>
                  </a:lnTo>
                  <a:lnTo>
                    <a:pt x="5551763" y="676586"/>
                  </a:lnTo>
                  <a:lnTo>
                    <a:pt x="5551909" y="676586"/>
                  </a:lnTo>
                  <a:lnTo>
                    <a:pt x="5552054" y="676586"/>
                  </a:lnTo>
                  <a:lnTo>
                    <a:pt x="5552199" y="676586"/>
                  </a:lnTo>
                  <a:lnTo>
                    <a:pt x="5552345" y="676586"/>
                  </a:lnTo>
                  <a:lnTo>
                    <a:pt x="5552490" y="676586"/>
                  </a:lnTo>
                  <a:lnTo>
                    <a:pt x="5552636" y="676586"/>
                  </a:lnTo>
                  <a:lnTo>
                    <a:pt x="5552781" y="676586"/>
                  </a:lnTo>
                  <a:lnTo>
                    <a:pt x="5552781" y="675963"/>
                  </a:lnTo>
                  <a:lnTo>
                    <a:pt x="5552927" y="675963"/>
                  </a:lnTo>
                  <a:lnTo>
                    <a:pt x="5553072" y="675963"/>
                  </a:lnTo>
                  <a:lnTo>
                    <a:pt x="5553217" y="675963"/>
                  </a:lnTo>
                  <a:lnTo>
                    <a:pt x="5553363" y="675963"/>
                  </a:lnTo>
                  <a:lnTo>
                    <a:pt x="5553508" y="675963"/>
                  </a:lnTo>
                  <a:lnTo>
                    <a:pt x="5553654" y="675963"/>
                  </a:lnTo>
                  <a:lnTo>
                    <a:pt x="5553799" y="675963"/>
                  </a:lnTo>
                  <a:lnTo>
                    <a:pt x="5553945" y="675963"/>
                  </a:lnTo>
                  <a:lnTo>
                    <a:pt x="5554090" y="675963"/>
                  </a:lnTo>
                  <a:lnTo>
                    <a:pt x="5554235" y="675963"/>
                  </a:lnTo>
                  <a:lnTo>
                    <a:pt x="5554381" y="675963"/>
                  </a:lnTo>
                  <a:lnTo>
                    <a:pt x="5554526" y="675963"/>
                  </a:lnTo>
                  <a:lnTo>
                    <a:pt x="5554526" y="675339"/>
                  </a:lnTo>
                  <a:lnTo>
                    <a:pt x="5554672" y="675339"/>
                  </a:lnTo>
                  <a:lnTo>
                    <a:pt x="5554817" y="675339"/>
                  </a:lnTo>
                  <a:lnTo>
                    <a:pt x="5554963" y="675339"/>
                  </a:lnTo>
                  <a:lnTo>
                    <a:pt x="5555108" y="675339"/>
                  </a:lnTo>
                  <a:lnTo>
                    <a:pt x="5555108" y="674716"/>
                  </a:lnTo>
                  <a:lnTo>
                    <a:pt x="5555253" y="674716"/>
                  </a:lnTo>
                  <a:lnTo>
                    <a:pt x="5555399" y="674716"/>
                  </a:lnTo>
                  <a:lnTo>
                    <a:pt x="5555544" y="674716"/>
                  </a:lnTo>
                  <a:lnTo>
                    <a:pt x="5555690" y="674716"/>
                  </a:lnTo>
                  <a:lnTo>
                    <a:pt x="5555835" y="674716"/>
                  </a:lnTo>
                  <a:lnTo>
                    <a:pt x="5555981" y="674716"/>
                  </a:lnTo>
                  <a:lnTo>
                    <a:pt x="5556126" y="674716"/>
                  </a:lnTo>
                  <a:lnTo>
                    <a:pt x="5556271" y="674716"/>
                  </a:lnTo>
                  <a:lnTo>
                    <a:pt x="5556417" y="674716"/>
                  </a:lnTo>
                  <a:lnTo>
                    <a:pt x="5556562" y="674716"/>
                  </a:lnTo>
                  <a:lnTo>
                    <a:pt x="5556708" y="674716"/>
                  </a:lnTo>
                  <a:lnTo>
                    <a:pt x="5556853" y="674716"/>
                  </a:lnTo>
                  <a:lnTo>
                    <a:pt x="5556998" y="674716"/>
                  </a:lnTo>
                  <a:lnTo>
                    <a:pt x="5556998" y="674092"/>
                  </a:lnTo>
                  <a:lnTo>
                    <a:pt x="5557144" y="674092"/>
                  </a:lnTo>
                  <a:lnTo>
                    <a:pt x="5557289" y="674092"/>
                  </a:lnTo>
                  <a:lnTo>
                    <a:pt x="5557435" y="674092"/>
                  </a:lnTo>
                  <a:lnTo>
                    <a:pt x="5557435" y="673468"/>
                  </a:lnTo>
                  <a:lnTo>
                    <a:pt x="5557580" y="673468"/>
                  </a:lnTo>
                  <a:lnTo>
                    <a:pt x="5557726" y="673468"/>
                  </a:lnTo>
                  <a:lnTo>
                    <a:pt x="5557726" y="672845"/>
                  </a:lnTo>
                  <a:lnTo>
                    <a:pt x="5557726" y="672221"/>
                  </a:lnTo>
                  <a:lnTo>
                    <a:pt x="5557871" y="672221"/>
                  </a:lnTo>
                  <a:lnTo>
                    <a:pt x="5557871" y="671598"/>
                  </a:lnTo>
                  <a:lnTo>
                    <a:pt x="5558016" y="671598"/>
                  </a:lnTo>
                  <a:lnTo>
                    <a:pt x="5558162" y="671598"/>
                  </a:lnTo>
                  <a:lnTo>
                    <a:pt x="5558307" y="671598"/>
                  </a:lnTo>
                  <a:lnTo>
                    <a:pt x="5558307" y="670974"/>
                  </a:lnTo>
                  <a:lnTo>
                    <a:pt x="5558453" y="670974"/>
                  </a:lnTo>
                  <a:lnTo>
                    <a:pt x="5558598" y="670974"/>
                  </a:lnTo>
                  <a:lnTo>
                    <a:pt x="5558744" y="670974"/>
                  </a:lnTo>
                  <a:lnTo>
                    <a:pt x="5558889" y="670974"/>
                  </a:lnTo>
                  <a:lnTo>
                    <a:pt x="5559034" y="670974"/>
                  </a:lnTo>
                  <a:lnTo>
                    <a:pt x="5559180" y="670974"/>
                  </a:lnTo>
                  <a:lnTo>
                    <a:pt x="5559325" y="670974"/>
                  </a:lnTo>
                  <a:lnTo>
                    <a:pt x="5559471" y="670974"/>
                  </a:lnTo>
                  <a:lnTo>
                    <a:pt x="5559616" y="670974"/>
                  </a:lnTo>
                  <a:lnTo>
                    <a:pt x="5559616" y="670350"/>
                  </a:lnTo>
                  <a:lnTo>
                    <a:pt x="5559762" y="670350"/>
                  </a:lnTo>
                  <a:lnTo>
                    <a:pt x="5559907" y="670350"/>
                  </a:lnTo>
                  <a:lnTo>
                    <a:pt x="5560052" y="670350"/>
                  </a:lnTo>
                  <a:lnTo>
                    <a:pt x="5560198" y="670350"/>
                  </a:lnTo>
                  <a:lnTo>
                    <a:pt x="5560343" y="670350"/>
                  </a:lnTo>
                  <a:lnTo>
                    <a:pt x="5560489" y="670350"/>
                  </a:lnTo>
                  <a:lnTo>
                    <a:pt x="5560634" y="670350"/>
                  </a:lnTo>
                  <a:lnTo>
                    <a:pt x="5560780" y="670350"/>
                  </a:lnTo>
                  <a:lnTo>
                    <a:pt x="5560925" y="670350"/>
                  </a:lnTo>
                  <a:lnTo>
                    <a:pt x="5561070" y="670350"/>
                  </a:lnTo>
                  <a:lnTo>
                    <a:pt x="5561216" y="670350"/>
                  </a:lnTo>
                  <a:lnTo>
                    <a:pt x="5561361" y="670350"/>
                  </a:lnTo>
                  <a:lnTo>
                    <a:pt x="5561507" y="670350"/>
                  </a:lnTo>
                  <a:lnTo>
                    <a:pt x="5561652" y="670350"/>
                  </a:lnTo>
                  <a:lnTo>
                    <a:pt x="5561798" y="670350"/>
                  </a:lnTo>
                  <a:lnTo>
                    <a:pt x="5561943" y="670350"/>
                  </a:lnTo>
                  <a:lnTo>
                    <a:pt x="5562088" y="670350"/>
                  </a:lnTo>
                  <a:lnTo>
                    <a:pt x="5562088" y="669727"/>
                  </a:lnTo>
                  <a:lnTo>
                    <a:pt x="5562234" y="669727"/>
                  </a:lnTo>
                  <a:lnTo>
                    <a:pt x="5562379" y="669727"/>
                  </a:lnTo>
                  <a:lnTo>
                    <a:pt x="5562525" y="669727"/>
                  </a:lnTo>
                  <a:lnTo>
                    <a:pt x="5562670" y="669727"/>
                  </a:lnTo>
                  <a:lnTo>
                    <a:pt x="5562816" y="669727"/>
                  </a:lnTo>
                  <a:lnTo>
                    <a:pt x="5562816" y="669103"/>
                  </a:lnTo>
                  <a:lnTo>
                    <a:pt x="5562961" y="669103"/>
                  </a:lnTo>
                  <a:lnTo>
                    <a:pt x="5563106" y="669103"/>
                  </a:lnTo>
                  <a:lnTo>
                    <a:pt x="5563252" y="669103"/>
                  </a:lnTo>
                  <a:lnTo>
                    <a:pt x="5563397" y="669103"/>
                  </a:lnTo>
                  <a:lnTo>
                    <a:pt x="5563543" y="669103"/>
                  </a:lnTo>
                  <a:lnTo>
                    <a:pt x="5563688" y="669103"/>
                  </a:lnTo>
                  <a:lnTo>
                    <a:pt x="5563833" y="669103"/>
                  </a:lnTo>
                  <a:lnTo>
                    <a:pt x="5563979" y="669103"/>
                  </a:lnTo>
                  <a:lnTo>
                    <a:pt x="5564124" y="669103"/>
                  </a:lnTo>
                  <a:lnTo>
                    <a:pt x="5564270" y="669103"/>
                  </a:lnTo>
                  <a:lnTo>
                    <a:pt x="5564415" y="669103"/>
                  </a:lnTo>
                  <a:lnTo>
                    <a:pt x="5564561" y="669103"/>
                  </a:lnTo>
                  <a:lnTo>
                    <a:pt x="5564706" y="669103"/>
                  </a:lnTo>
                  <a:lnTo>
                    <a:pt x="5564851" y="669103"/>
                  </a:lnTo>
                  <a:lnTo>
                    <a:pt x="5564997" y="669103"/>
                  </a:lnTo>
                  <a:lnTo>
                    <a:pt x="5565142" y="669103"/>
                  </a:lnTo>
                  <a:lnTo>
                    <a:pt x="5565288" y="669103"/>
                  </a:lnTo>
                  <a:lnTo>
                    <a:pt x="5565433" y="669103"/>
                  </a:lnTo>
                  <a:lnTo>
                    <a:pt x="5565579" y="669103"/>
                  </a:lnTo>
                  <a:lnTo>
                    <a:pt x="5565724" y="669103"/>
                  </a:lnTo>
                  <a:lnTo>
                    <a:pt x="5565869" y="669103"/>
                  </a:lnTo>
                  <a:lnTo>
                    <a:pt x="5566015" y="669103"/>
                  </a:lnTo>
                  <a:lnTo>
                    <a:pt x="5566160" y="669103"/>
                  </a:lnTo>
                  <a:lnTo>
                    <a:pt x="5566306" y="669103"/>
                  </a:lnTo>
                  <a:lnTo>
                    <a:pt x="5566451" y="669103"/>
                  </a:lnTo>
                  <a:lnTo>
                    <a:pt x="5566597" y="669103"/>
                  </a:lnTo>
                  <a:lnTo>
                    <a:pt x="5566742" y="669103"/>
                  </a:lnTo>
                  <a:lnTo>
                    <a:pt x="5566887" y="669103"/>
                  </a:lnTo>
                  <a:lnTo>
                    <a:pt x="5566887" y="668480"/>
                  </a:lnTo>
                  <a:lnTo>
                    <a:pt x="5567033" y="668480"/>
                  </a:lnTo>
                  <a:lnTo>
                    <a:pt x="5567178" y="668480"/>
                  </a:lnTo>
                  <a:lnTo>
                    <a:pt x="5567324" y="668480"/>
                  </a:lnTo>
                  <a:lnTo>
                    <a:pt x="5567469" y="668480"/>
                  </a:lnTo>
                  <a:lnTo>
                    <a:pt x="5567615" y="668480"/>
                  </a:lnTo>
                  <a:lnTo>
                    <a:pt x="5567760" y="668480"/>
                  </a:lnTo>
                  <a:lnTo>
                    <a:pt x="5567905" y="668480"/>
                  </a:lnTo>
                  <a:lnTo>
                    <a:pt x="5568051" y="668480"/>
                  </a:lnTo>
                  <a:lnTo>
                    <a:pt x="5568196" y="668480"/>
                  </a:lnTo>
                  <a:lnTo>
                    <a:pt x="5568342" y="668480"/>
                  </a:lnTo>
                  <a:lnTo>
                    <a:pt x="5568487" y="668480"/>
                  </a:lnTo>
                  <a:lnTo>
                    <a:pt x="5568487" y="667856"/>
                  </a:lnTo>
                  <a:lnTo>
                    <a:pt x="5568633" y="667856"/>
                  </a:lnTo>
                  <a:lnTo>
                    <a:pt x="5568778" y="667856"/>
                  </a:lnTo>
                  <a:lnTo>
                    <a:pt x="5568923" y="667856"/>
                  </a:lnTo>
                  <a:lnTo>
                    <a:pt x="5569069" y="667856"/>
                  </a:lnTo>
                  <a:lnTo>
                    <a:pt x="5569214" y="667856"/>
                  </a:lnTo>
                  <a:lnTo>
                    <a:pt x="5569360" y="667856"/>
                  </a:lnTo>
                  <a:lnTo>
                    <a:pt x="5569505" y="667856"/>
                  </a:lnTo>
                  <a:lnTo>
                    <a:pt x="5569651" y="667856"/>
                  </a:lnTo>
                  <a:lnTo>
                    <a:pt x="5569796" y="667856"/>
                  </a:lnTo>
                  <a:lnTo>
                    <a:pt x="5569941" y="667856"/>
                  </a:lnTo>
                  <a:lnTo>
                    <a:pt x="5570087" y="667856"/>
                  </a:lnTo>
                  <a:lnTo>
                    <a:pt x="5570232" y="667856"/>
                  </a:lnTo>
                  <a:lnTo>
                    <a:pt x="5570378" y="667856"/>
                  </a:lnTo>
                  <a:lnTo>
                    <a:pt x="5570523" y="667856"/>
                  </a:lnTo>
                  <a:lnTo>
                    <a:pt x="5570668" y="667856"/>
                  </a:lnTo>
                  <a:lnTo>
                    <a:pt x="5570814" y="667856"/>
                  </a:lnTo>
                  <a:lnTo>
                    <a:pt x="5570959" y="667856"/>
                  </a:lnTo>
                  <a:lnTo>
                    <a:pt x="5571105" y="667856"/>
                  </a:lnTo>
                  <a:lnTo>
                    <a:pt x="5571250" y="667856"/>
                  </a:lnTo>
                  <a:lnTo>
                    <a:pt x="5571396" y="667856"/>
                  </a:lnTo>
                  <a:lnTo>
                    <a:pt x="5571541" y="667856"/>
                  </a:lnTo>
                  <a:lnTo>
                    <a:pt x="5571686" y="667856"/>
                  </a:lnTo>
                  <a:lnTo>
                    <a:pt x="5571832" y="667856"/>
                  </a:lnTo>
                  <a:lnTo>
                    <a:pt x="5571977" y="667856"/>
                  </a:lnTo>
                  <a:lnTo>
                    <a:pt x="5571977" y="667233"/>
                  </a:lnTo>
                  <a:lnTo>
                    <a:pt x="5572123" y="667233"/>
                  </a:lnTo>
                  <a:lnTo>
                    <a:pt x="5572268" y="667233"/>
                  </a:lnTo>
                  <a:lnTo>
                    <a:pt x="5572414" y="667233"/>
                  </a:lnTo>
                  <a:lnTo>
                    <a:pt x="5572559" y="667233"/>
                  </a:lnTo>
                  <a:lnTo>
                    <a:pt x="5572704" y="667233"/>
                  </a:lnTo>
                  <a:lnTo>
                    <a:pt x="5572850" y="667233"/>
                  </a:lnTo>
                  <a:lnTo>
                    <a:pt x="5572995" y="667233"/>
                  </a:lnTo>
                  <a:lnTo>
                    <a:pt x="5573141" y="667233"/>
                  </a:lnTo>
                  <a:lnTo>
                    <a:pt x="5573286" y="667233"/>
                  </a:lnTo>
                  <a:lnTo>
                    <a:pt x="5573286" y="666609"/>
                  </a:lnTo>
                  <a:lnTo>
                    <a:pt x="5573432" y="666609"/>
                  </a:lnTo>
                  <a:lnTo>
                    <a:pt x="5573577" y="666609"/>
                  </a:lnTo>
                  <a:lnTo>
                    <a:pt x="5573722" y="666609"/>
                  </a:lnTo>
                  <a:lnTo>
                    <a:pt x="5573868" y="666609"/>
                  </a:lnTo>
                  <a:lnTo>
                    <a:pt x="5574013" y="666609"/>
                  </a:lnTo>
                  <a:lnTo>
                    <a:pt x="5574159" y="666609"/>
                  </a:lnTo>
                  <a:lnTo>
                    <a:pt x="5574304" y="666609"/>
                  </a:lnTo>
                  <a:lnTo>
                    <a:pt x="5574450" y="666609"/>
                  </a:lnTo>
                  <a:lnTo>
                    <a:pt x="5574595" y="666609"/>
                  </a:lnTo>
                  <a:lnTo>
                    <a:pt x="5574740" y="666609"/>
                  </a:lnTo>
                  <a:lnTo>
                    <a:pt x="5574740" y="665985"/>
                  </a:lnTo>
                  <a:lnTo>
                    <a:pt x="5574740" y="665362"/>
                  </a:lnTo>
                  <a:lnTo>
                    <a:pt x="5574886" y="665362"/>
                  </a:lnTo>
                  <a:lnTo>
                    <a:pt x="5575031" y="665362"/>
                  </a:lnTo>
                  <a:lnTo>
                    <a:pt x="5575177" y="665362"/>
                  </a:lnTo>
                  <a:lnTo>
                    <a:pt x="5575177" y="664738"/>
                  </a:lnTo>
                  <a:lnTo>
                    <a:pt x="5575322" y="664738"/>
                  </a:lnTo>
                  <a:lnTo>
                    <a:pt x="5575468" y="664738"/>
                  </a:lnTo>
                  <a:lnTo>
                    <a:pt x="5575613" y="664738"/>
                  </a:lnTo>
                  <a:lnTo>
                    <a:pt x="5575758" y="664738"/>
                  </a:lnTo>
                  <a:lnTo>
                    <a:pt x="5575904" y="664738"/>
                  </a:lnTo>
                  <a:lnTo>
                    <a:pt x="5576049" y="664738"/>
                  </a:lnTo>
                  <a:lnTo>
                    <a:pt x="5576195" y="664738"/>
                  </a:lnTo>
                  <a:lnTo>
                    <a:pt x="5576340" y="664738"/>
                  </a:lnTo>
                  <a:lnTo>
                    <a:pt x="5576486" y="664738"/>
                  </a:lnTo>
                  <a:lnTo>
                    <a:pt x="5576631" y="664738"/>
                  </a:lnTo>
                  <a:lnTo>
                    <a:pt x="5576776" y="664738"/>
                  </a:lnTo>
                  <a:lnTo>
                    <a:pt x="5576922" y="664738"/>
                  </a:lnTo>
                  <a:lnTo>
                    <a:pt x="5576922" y="664115"/>
                  </a:lnTo>
                  <a:lnTo>
                    <a:pt x="5577067" y="664115"/>
                  </a:lnTo>
                  <a:lnTo>
                    <a:pt x="5577213" y="664115"/>
                  </a:lnTo>
                  <a:lnTo>
                    <a:pt x="5577213" y="663491"/>
                  </a:lnTo>
                  <a:lnTo>
                    <a:pt x="5577358" y="663491"/>
                  </a:lnTo>
                  <a:lnTo>
                    <a:pt x="5577503" y="663491"/>
                  </a:lnTo>
                  <a:lnTo>
                    <a:pt x="5577503" y="662868"/>
                  </a:lnTo>
                  <a:lnTo>
                    <a:pt x="5577649" y="662868"/>
                  </a:lnTo>
                  <a:lnTo>
                    <a:pt x="5577794" y="662868"/>
                  </a:lnTo>
                  <a:lnTo>
                    <a:pt x="5577940" y="662868"/>
                  </a:lnTo>
                  <a:lnTo>
                    <a:pt x="5578085" y="662868"/>
                  </a:lnTo>
                  <a:lnTo>
                    <a:pt x="5578231" y="662868"/>
                  </a:lnTo>
                  <a:lnTo>
                    <a:pt x="5578376" y="662868"/>
                  </a:lnTo>
                  <a:lnTo>
                    <a:pt x="5578521" y="662868"/>
                  </a:lnTo>
                  <a:lnTo>
                    <a:pt x="5578667" y="662868"/>
                  </a:lnTo>
                  <a:lnTo>
                    <a:pt x="5578812" y="662868"/>
                  </a:lnTo>
                  <a:lnTo>
                    <a:pt x="5578958" y="662868"/>
                  </a:lnTo>
                  <a:lnTo>
                    <a:pt x="5579103" y="662868"/>
                  </a:lnTo>
                  <a:lnTo>
                    <a:pt x="5579249" y="662868"/>
                  </a:lnTo>
                  <a:lnTo>
                    <a:pt x="5579394" y="662868"/>
                  </a:lnTo>
                  <a:lnTo>
                    <a:pt x="5579539" y="662868"/>
                  </a:lnTo>
                  <a:lnTo>
                    <a:pt x="5579685" y="662868"/>
                  </a:lnTo>
                  <a:lnTo>
                    <a:pt x="5579830" y="662868"/>
                  </a:lnTo>
                  <a:lnTo>
                    <a:pt x="5579976" y="662868"/>
                  </a:lnTo>
                  <a:lnTo>
                    <a:pt x="5580121" y="662868"/>
                  </a:lnTo>
                  <a:lnTo>
                    <a:pt x="5580267" y="662868"/>
                  </a:lnTo>
                  <a:lnTo>
                    <a:pt x="5580412" y="662868"/>
                  </a:lnTo>
                  <a:lnTo>
                    <a:pt x="5580557" y="662868"/>
                  </a:lnTo>
                  <a:lnTo>
                    <a:pt x="5580703" y="662868"/>
                  </a:lnTo>
                  <a:lnTo>
                    <a:pt x="5580848" y="662868"/>
                  </a:lnTo>
                  <a:lnTo>
                    <a:pt x="5580994" y="662868"/>
                  </a:lnTo>
                  <a:lnTo>
                    <a:pt x="5581139" y="662868"/>
                  </a:lnTo>
                  <a:lnTo>
                    <a:pt x="5581285" y="662868"/>
                  </a:lnTo>
                  <a:lnTo>
                    <a:pt x="5581430" y="662868"/>
                  </a:lnTo>
                  <a:lnTo>
                    <a:pt x="5581575" y="662868"/>
                  </a:lnTo>
                  <a:lnTo>
                    <a:pt x="5581721" y="662868"/>
                  </a:lnTo>
                  <a:lnTo>
                    <a:pt x="5581866" y="662868"/>
                  </a:lnTo>
                  <a:lnTo>
                    <a:pt x="5582012" y="662868"/>
                  </a:lnTo>
                  <a:lnTo>
                    <a:pt x="5582157" y="662868"/>
                  </a:lnTo>
                  <a:lnTo>
                    <a:pt x="5582303" y="662868"/>
                  </a:lnTo>
                  <a:lnTo>
                    <a:pt x="5582448" y="662868"/>
                  </a:lnTo>
                  <a:lnTo>
                    <a:pt x="5582593" y="662868"/>
                  </a:lnTo>
                  <a:lnTo>
                    <a:pt x="5582739" y="662868"/>
                  </a:lnTo>
                  <a:lnTo>
                    <a:pt x="5582884" y="662868"/>
                  </a:lnTo>
                  <a:lnTo>
                    <a:pt x="5583030" y="662868"/>
                  </a:lnTo>
                  <a:lnTo>
                    <a:pt x="5583175" y="662868"/>
                  </a:lnTo>
                  <a:lnTo>
                    <a:pt x="5583321" y="662868"/>
                  </a:lnTo>
                  <a:lnTo>
                    <a:pt x="5583466" y="662868"/>
                  </a:lnTo>
                  <a:lnTo>
                    <a:pt x="5583611" y="662868"/>
                  </a:lnTo>
                  <a:lnTo>
                    <a:pt x="5583757" y="662868"/>
                  </a:lnTo>
                  <a:lnTo>
                    <a:pt x="5583902" y="662868"/>
                  </a:lnTo>
                  <a:lnTo>
                    <a:pt x="5584048" y="662868"/>
                  </a:lnTo>
                  <a:lnTo>
                    <a:pt x="5584048" y="662244"/>
                  </a:lnTo>
                  <a:lnTo>
                    <a:pt x="5584193" y="662244"/>
                  </a:lnTo>
                  <a:lnTo>
                    <a:pt x="5584338" y="662244"/>
                  </a:lnTo>
                  <a:lnTo>
                    <a:pt x="5584484" y="662244"/>
                  </a:lnTo>
                  <a:lnTo>
                    <a:pt x="5584629" y="662244"/>
                  </a:lnTo>
                  <a:lnTo>
                    <a:pt x="5584775" y="662244"/>
                  </a:lnTo>
                  <a:lnTo>
                    <a:pt x="5584920" y="662244"/>
                  </a:lnTo>
                  <a:lnTo>
                    <a:pt x="5585066" y="662244"/>
                  </a:lnTo>
                  <a:lnTo>
                    <a:pt x="5585066" y="661620"/>
                  </a:lnTo>
                  <a:lnTo>
                    <a:pt x="5585211" y="661620"/>
                  </a:lnTo>
                  <a:lnTo>
                    <a:pt x="5585356" y="661620"/>
                  </a:lnTo>
                  <a:lnTo>
                    <a:pt x="5585502" y="661620"/>
                  </a:lnTo>
                  <a:lnTo>
                    <a:pt x="5585647" y="661620"/>
                  </a:lnTo>
                  <a:lnTo>
                    <a:pt x="5585793" y="661620"/>
                  </a:lnTo>
                  <a:lnTo>
                    <a:pt x="5585938" y="661620"/>
                  </a:lnTo>
                  <a:lnTo>
                    <a:pt x="5586084" y="661620"/>
                  </a:lnTo>
                  <a:lnTo>
                    <a:pt x="5586229" y="661620"/>
                  </a:lnTo>
                  <a:lnTo>
                    <a:pt x="5586374" y="661620"/>
                  </a:lnTo>
                  <a:lnTo>
                    <a:pt x="5586520" y="661620"/>
                  </a:lnTo>
                  <a:lnTo>
                    <a:pt x="5586665" y="661620"/>
                  </a:lnTo>
                  <a:lnTo>
                    <a:pt x="5586811" y="661620"/>
                  </a:lnTo>
                  <a:lnTo>
                    <a:pt x="5586811" y="660997"/>
                  </a:lnTo>
                  <a:lnTo>
                    <a:pt x="5586956" y="660997"/>
                  </a:lnTo>
                  <a:lnTo>
                    <a:pt x="5587102" y="660997"/>
                  </a:lnTo>
                  <a:lnTo>
                    <a:pt x="5587247" y="660997"/>
                  </a:lnTo>
                  <a:lnTo>
                    <a:pt x="5587392" y="660997"/>
                  </a:lnTo>
                  <a:lnTo>
                    <a:pt x="5587538" y="660997"/>
                  </a:lnTo>
                  <a:lnTo>
                    <a:pt x="5587683" y="660997"/>
                  </a:lnTo>
                  <a:lnTo>
                    <a:pt x="5587829" y="660997"/>
                  </a:lnTo>
                  <a:lnTo>
                    <a:pt x="5587974" y="660997"/>
                  </a:lnTo>
                  <a:lnTo>
                    <a:pt x="5587974" y="660373"/>
                  </a:lnTo>
                  <a:lnTo>
                    <a:pt x="5588120" y="660373"/>
                  </a:lnTo>
                  <a:lnTo>
                    <a:pt x="5588265" y="660373"/>
                  </a:lnTo>
                  <a:lnTo>
                    <a:pt x="5588410" y="660373"/>
                  </a:lnTo>
                  <a:lnTo>
                    <a:pt x="5588556" y="660373"/>
                  </a:lnTo>
                  <a:lnTo>
                    <a:pt x="5588701" y="660373"/>
                  </a:lnTo>
                  <a:lnTo>
                    <a:pt x="5588847" y="660373"/>
                  </a:lnTo>
                  <a:lnTo>
                    <a:pt x="5588992" y="660373"/>
                  </a:lnTo>
                  <a:lnTo>
                    <a:pt x="5589138" y="660373"/>
                  </a:lnTo>
                  <a:lnTo>
                    <a:pt x="5589283" y="660373"/>
                  </a:lnTo>
                  <a:lnTo>
                    <a:pt x="5589428" y="660373"/>
                  </a:lnTo>
                  <a:lnTo>
                    <a:pt x="5589574" y="660373"/>
                  </a:lnTo>
                  <a:lnTo>
                    <a:pt x="5589719" y="660373"/>
                  </a:lnTo>
                  <a:lnTo>
                    <a:pt x="5589865" y="660373"/>
                  </a:lnTo>
                  <a:lnTo>
                    <a:pt x="5589865" y="659750"/>
                  </a:lnTo>
                  <a:lnTo>
                    <a:pt x="5590010" y="659750"/>
                  </a:lnTo>
                  <a:lnTo>
                    <a:pt x="5590156" y="659750"/>
                  </a:lnTo>
                  <a:lnTo>
                    <a:pt x="5590301" y="659750"/>
                  </a:lnTo>
                  <a:lnTo>
                    <a:pt x="5590446" y="659750"/>
                  </a:lnTo>
                  <a:lnTo>
                    <a:pt x="5590592" y="659750"/>
                  </a:lnTo>
                  <a:lnTo>
                    <a:pt x="5590737" y="659750"/>
                  </a:lnTo>
                  <a:lnTo>
                    <a:pt x="5590883" y="659750"/>
                  </a:lnTo>
                  <a:lnTo>
                    <a:pt x="5591028" y="659750"/>
                  </a:lnTo>
                  <a:lnTo>
                    <a:pt x="5591173" y="659750"/>
                  </a:lnTo>
                  <a:lnTo>
                    <a:pt x="5591319" y="659750"/>
                  </a:lnTo>
                  <a:lnTo>
                    <a:pt x="5591464" y="659750"/>
                  </a:lnTo>
                  <a:lnTo>
                    <a:pt x="5591610" y="659750"/>
                  </a:lnTo>
                  <a:lnTo>
                    <a:pt x="5591610" y="659126"/>
                  </a:lnTo>
                  <a:lnTo>
                    <a:pt x="5591755" y="659126"/>
                  </a:lnTo>
                  <a:lnTo>
                    <a:pt x="5591901" y="659126"/>
                  </a:lnTo>
                  <a:lnTo>
                    <a:pt x="5591901" y="658502"/>
                  </a:lnTo>
                  <a:lnTo>
                    <a:pt x="5592046" y="658502"/>
                  </a:lnTo>
                  <a:lnTo>
                    <a:pt x="5592191" y="658502"/>
                  </a:lnTo>
                  <a:lnTo>
                    <a:pt x="5592337" y="658502"/>
                  </a:lnTo>
                  <a:lnTo>
                    <a:pt x="5592482" y="658502"/>
                  </a:lnTo>
                  <a:lnTo>
                    <a:pt x="5592628" y="658502"/>
                  </a:lnTo>
                  <a:lnTo>
                    <a:pt x="5592773" y="658502"/>
                  </a:lnTo>
                  <a:lnTo>
                    <a:pt x="5592919" y="658502"/>
                  </a:lnTo>
                  <a:lnTo>
                    <a:pt x="5593064" y="658502"/>
                  </a:lnTo>
                  <a:lnTo>
                    <a:pt x="5593209" y="658502"/>
                  </a:lnTo>
                  <a:lnTo>
                    <a:pt x="5593355" y="658502"/>
                  </a:lnTo>
                  <a:lnTo>
                    <a:pt x="5593500" y="658502"/>
                  </a:lnTo>
                  <a:lnTo>
                    <a:pt x="5593646" y="658502"/>
                  </a:lnTo>
                  <a:lnTo>
                    <a:pt x="5593791" y="658502"/>
                  </a:lnTo>
                  <a:lnTo>
                    <a:pt x="5593937" y="658502"/>
                  </a:lnTo>
                  <a:lnTo>
                    <a:pt x="5594082" y="658502"/>
                  </a:lnTo>
                  <a:lnTo>
                    <a:pt x="5594227" y="658502"/>
                  </a:lnTo>
                  <a:lnTo>
                    <a:pt x="5594373" y="658502"/>
                  </a:lnTo>
                  <a:lnTo>
                    <a:pt x="5594518" y="658502"/>
                  </a:lnTo>
                  <a:lnTo>
                    <a:pt x="5594664" y="658502"/>
                  </a:lnTo>
                  <a:lnTo>
                    <a:pt x="5594809" y="658502"/>
                  </a:lnTo>
                  <a:lnTo>
                    <a:pt x="5594809" y="657879"/>
                  </a:lnTo>
                  <a:lnTo>
                    <a:pt x="5594955" y="657879"/>
                  </a:lnTo>
                  <a:lnTo>
                    <a:pt x="5595100" y="657879"/>
                  </a:lnTo>
                  <a:lnTo>
                    <a:pt x="5595245" y="657879"/>
                  </a:lnTo>
                  <a:lnTo>
                    <a:pt x="5595391" y="657879"/>
                  </a:lnTo>
                  <a:lnTo>
                    <a:pt x="5595536" y="657879"/>
                  </a:lnTo>
                  <a:lnTo>
                    <a:pt x="5595682" y="657879"/>
                  </a:lnTo>
                  <a:lnTo>
                    <a:pt x="5595827" y="657879"/>
                  </a:lnTo>
                  <a:lnTo>
                    <a:pt x="5595973" y="657879"/>
                  </a:lnTo>
                  <a:lnTo>
                    <a:pt x="5596118" y="657879"/>
                  </a:lnTo>
                  <a:lnTo>
                    <a:pt x="5596263" y="657879"/>
                  </a:lnTo>
                  <a:lnTo>
                    <a:pt x="5596409" y="657879"/>
                  </a:lnTo>
                  <a:lnTo>
                    <a:pt x="5596554" y="657879"/>
                  </a:lnTo>
                  <a:lnTo>
                    <a:pt x="5596700" y="657879"/>
                  </a:lnTo>
                  <a:lnTo>
                    <a:pt x="5596845" y="657879"/>
                  </a:lnTo>
                  <a:lnTo>
                    <a:pt x="5596991" y="657879"/>
                  </a:lnTo>
                  <a:lnTo>
                    <a:pt x="5597136" y="657879"/>
                  </a:lnTo>
                  <a:lnTo>
                    <a:pt x="5597281" y="657879"/>
                  </a:lnTo>
                  <a:lnTo>
                    <a:pt x="5597427" y="657879"/>
                  </a:lnTo>
                  <a:lnTo>
                    <a:pt x="5597572" y="657879"/>
                  </a:lnTo>
                  <a:lnTo>
                    <a:pt x="5597718" y="657879"/>
                  </a:lnTo>
                  <a:lnTo>
                    <a:pt x="5597863" y="657879"/>
                  </a:lnTo>
                  <a:lnTo>
                    <a:pt x="5598008" y="657879"/>
                  </a:lnTo>
                  <a:lnTo>
                    <a:pt x="5598154" y="657879"/>
                  </a:lnTo>
                  <a:lnTo>
                    <a:pt x="5598299" y="657879"/>
                  </a:lnTo>
                  <a:lnTo>
                    <a:pt x="5598445" y="657879"/>
                  </a:lnTo>
                  <a:lnTo>
                    <a:pt x="5598445" y="657255"/>
                  </a:lnTo>
                  <a:lnTo>
                    <a:pt x="5598590" y="657255"/>
                  </a:lnTo>
                  <a:lnTo>
                    <a:pt x="5598736" y="657255"/>
                  </a:lnTo>
                  <a:lnTo>
                    <a:pt x="5598881" y="657255"/>
                  </a:lnTo>
                  <a:lnTo>
                    <a:pt x="5599026" y="657255"/>
                  </a:lnTo>
                  <a:lnTo>
                    <a:pt x="5599172" y="657255"/>
                  </a:lnTo>
                  <a:lnTo>
                    <a:pt x="5599317" y="657255"/>
                  </a:lnTo>
                  <a:lnTo>
                    <a:pt x="5599463" y="657255"/>
                  </a:lnTo>
                  <a:lnTo>
                    <a:pt x="5599608" y="657255"/>
                  </a:lnTo>
                  <a:lnTo>
                    <a:pt x="5599754" y="657255"/>
                  </a:lnTo>
                  <a:lnTo>
                    <a:pt x="5599899" y="657255"/>
                  </a:lnTo>
                  <a:lnTo>
                    <a:pt x="5600044" y="657255"/>
                  </a:lnTo>
                  <a:lnTo>
                    <a:pt x="5600190" y="657255"/>
                  </a:lnTo>
                  <a:lnTo>
                    <a:pt x="5600335" y="657255"/>
                  </a:lnTo>
                  <a:lnTo>
                    <a:pt x="5600481" y="657255"/>
                  </a:lnTo>
                  <a:lnTo>
                    <a:pt x="5600626" y="657255"/>
                  </a:lnTo>
                  <a:lnTo>
                    <a:pt x="5600626" y="656632"/>
                  </a:lnTo>
                  <a:lnTo>
                    <a:pt x="5600772" y="656632"/>
                  </a:lnTo>
                  <a:lnTo>
                    <a:pt x="5600917" y="656632"/>
                  </a:lnTo>
                  <a:lnTo>
                    <a:pt x="5601062" y="656632"/>
                  </a:lnTo>
                  <a:lnTo>
                    <a:pt x="5601208" y="656632"/>
                  </a:lnTo>
                  <a:lnTo>
                    <a:pt x="5601353" y="656632"/>
                  </a:lnTo>
                  <a:lnTo>
                    <a:pt x="5601353" y="656008"/>
                  </a:lnTo>
                  <a:lnTo>
                    <a:pt x="5601499" y="656008"/>
                  </a:lnTo>
                  <a:lnTo>
                    <a:pt x="5601644" y="656008"/>
                  </a:lnTo>
                  <a:lnTo>
                    <a:pt x="5601790" y="656008"/>
                  </a:lnTo>
                  <a:lnTo>
                    <a:pt x="5601935" y="656008"/>
                  </a:lnTo>
                  <a:lnTo>
                    <a:pt x="5602080" y="656008"/>
                  </a:lnTo>
                  <a:lnTo>
                    <a:pt x="5602226" y="656008"/>
                  </a:lnTo>
                  <a:lnTo>
                    <a:pt x="5602371" y="656008"/>
                  </a:lnTo>
                  <a:lnTo>
                    <a:pt x="5602517" y="656008"/>
                  </a:lnTo>
                  <a:lnTo>
                    <a:pt x="5602662" y="656008"/>
                  </a:lnTo>
                  <a:lnTo>
                    <a:pt x="5602662" y="655385"/>
                  </a:lnTo>
                  <a:lnTo>
                    <a:pt x="5602808" y="655385"/>
                  </a:lnTo>
                  <a:lnTo>
                    <a:pt x="5602953" y="655385"/>
                  </a:lnTo>
                  <a:lnTo>
                    <a:pt x="5603098" y="655385"/>
                  </a:lnTo>
                  <a:lnTo>
                    <a:pt x="5603244" y="655385"/>
                  </a:lnTo>
                  <a:lnTo>
                    <a:pt x="5603389" y="655385"/>
                  </a:lnTo>
                  <a:lnTo>
                    <a:pt x="5603535" y="655385"/>
                  </a:lnTo>
                  <a:lnTo>
                    <a:pt x="5603680" y="655385"/>
                  </a:lnTo>
                  <a:lnTo>
                    <a:pt x="5603826" y="655385"/>
                  </a:lnTo>
                  <a:lnTo>
                    <a:pt x="5603971" y="655385"/>
                  </a:lnTo>
                  <a:lnTo>
                    <a:pt x="5604116" y="655385"/>
                  </a:lnTo>
                  <a:lnTo>
                    <a:pt x="5604262" y="655385"/>
                  </a:lnTo>
                  <a:lnTo>
                    <a:pt x="5604407" y="655385"/>
                  </a:lnTo>
                  <a:lnTo>
                    <a:pt x="5604553" y="655385"/>
                  </a:lnTo>
                  <a:lnTo>
                    <a:pt x="5604698" y="655385"/>
                  </a:lnTo>
                  <a:lnTo>
                    <a:pt x="5604843" y="655385"/>
                  </a:lnTo>
                  <a:lnTo>
                    <a:pt x="5604989" y="655385"/>
                  </a:lnTo>
                  <a:lnTo>
                    <a:pt x="5605134" y="655385"/>
                  </a:lnTo>
                  <a:lnTo>
                    <a:pt x="5605280" y="655385"/>
                  </a:lnTo>
                  <a:lnTo>
                    <a:pt x="5605425" y="655385"/>
                  </a:lnTo>
                  <a:lnTo>
                    <a:pt x="5605571" y="655385"/>
                  </a:lnTo>
                  <a:lnTo>
                    <a:pt x="5605716" y="655385"/>
                  </a:lnTo>
                  <a:lnTo>
                    <a:pt x="5605716" y="654761"/>
                  </a:lnTo>
                  <a:lnTo>
                    <a:pt x="5605861" y="654761"/>
                  </a:lnTo>
                  <a:lnTo>
                    <a:pt x="5606007" y="654761"/>
                  </a:lnTo>
                  <a:lnTo>
                    <a:pt x="5606152" y="654761"/>
                  </a:lnTo>
                  <a:lnTo>
                    <a:pt x="5606298" y="654761"/>
                  </a:lnTo>
                  <a:lnTo>
                    <a:pt x="5606443" y="654761"/>
                  </a:lnTo>
                  <a:lnTo>
                    <a:pt x="5606589" y="654761"/>
                  </a:lnTo>
                  <a:lnTo>
                    <a:pt x="5606734" y="654761"/>
                  </a:lnTo>
                  <a:lnTo>
                    <a:pt x="5606879" y="654761"/>
                  </a:lnTo>
                  <a:lnTo>
                    <a:pt x="5607025" y="654761"/>
                  </a:lnTo>
                  <a:lnTo>
                    <a:pt x="5607170" y="654761"/>
                  </a:lnTo>
                  <a:lnTo>
                    <a:pt x="5607316" y="654761"/>
                  </a:lnTo>
                  <a:lnTo>
                    <a:pt x="5607316" y="654137"/>
                  </a:lnTo>
                  <a:lnTo>
                    <a:pt x="5607461" y="654137"/>
                  </a:lnTo>
                  <a:lnTo>
                    <a:pt x="5607607" y="654137"/>
                  </a:lnTo>
                  <a:lnTo>
                    <a:pt x="5607752" y="654137"/>
                  </a:lnTo>
                  <a:lnTo>
                    <a:pt x="5607897" y="654137"/>
                  </a:lnTo>
                  <a:lnTo>
                    <a:pt x="5608043" y="654137"/>
                  </a:lnTo>
                  <a:lnTo>
                    <a:pt x="5608188" y="654137"/>
                  </a:lnTo>
                  <a:lnTo>
                    <a:pt x="5608188" y="653514"/>
                  </a:lnTo>
                  <a:lnTo>
                    <a:pt x="5608334" y="653514"/>
                  </a:lnTo>
                  <a:lnTo>
                    <a:pt x="5608479" y="653514"/>
                  </a:lnTo>
                  <a:lnTo>
                    <a:pt x="5608625" y="653514"/>
                  </a:lnTo>
                  <a:lnTo>
                    <a:pt x="5608770" y="653514"/>
                  </a:lnTo>
                  <a:lnTo>
                    <a:pt x="5608915" y="653514"/>
                  </a:lnTo>
                  <a:lnTo>
                    <a:pt x="5608915" y="652890"/>
                  </a:lnTo>
                  <a:lnTo>
                    <a:pt x="5609061" y="652890"/>
                  </a:lnTo>
                  <a:lnTo>
                    <a:pt x="5609206" y="652890"/>
                  </a:lnTo>
                  <a:lnTo>
                    <a:pt x="5609352" y="652890"/>
                  </a:lnTo>
                  <a:lnTo>
                    <a:pt x="5609497" y="652890"/>
                  </a:lnTo>
                  <a:lnTo>
                    <a:pt x="5609643" y="652890"/>
                  </a:lnTo>
                  <a:lnTo>
                    <a:pt x="5609788" y="652890"/>
                  </a:lnTo>
                  <a:lnTo>
                    <a:pt x="5609933" y="652890"/>
                  </a:lnTo>
                  <a:lnTo>
                    <a:pt x="5609933" y="652267"/>
                  </a:lnTo>
                  <a:lnTo>
                    <a:pt x="5610079" y="652267"/>
                  </a:lnTo>
                  <a:lnTo>
                    <a:pt x="5610224" y="652267"/>
                  </a:lnTo>
                  <a:lnTo>
                    <a:pt x="5610370" y="652267"/>
                  </a:lnTo>
                  <a:lnTo>
                    <a:pt x="5610370" y="651643"/>
                  </a:lnTo>
                  <a:lnTo>
                    <a:pt x="5610515" y="651643"/>
                  </a:lnTo>
                  <a:lnTo>
                    <a:pt x="5610660" y="651643"/>
                  </a:lnTo>
                  <a:lnTo>
                    <a:pt x="5610806" y="651643"/>
                  </a:lnTo>
                  <a:lnTo>
                    <a:pt x="5610951" y="651643"/>
                  </a:lnTo>
                  <a:lnTo>
                    <a:pt x="5611097" y="651643"/>
                  </a:lnTo>
                  <a:lnTo>
                    <a:pt x="5611242" y="651643"/>
                  </a:lnTo>
                  <a:lnTo>
                    <a:pt x="5611242" y="651019"/>
                  </a:lnTo>
                  <a:lnTo>
                    <a:pt x="5611388" y="651019"/>
                  </a:lnTo>
                  <a:lnTo>
                    <a:pt x="5611388" y="650396"/>
                  </a:lnTo>
                  <a:lnTo>
                    <a:pt x="5611533" y="650396"/>
                  </a:lnTo>
                  <a:lnTo>
                    <a:pt x="5611678" y="650396"/>
                  </a:lnTo>
                  <a:lnTo>
                    <a:pt x="5611824" y="650396"/>
                  </a:lnTo>
                  <a:lnTo>
                    <a:pt x="5611969" y="650396"/>
                  </a:lnTo>
                  <a:lnTo>
                    <a:pt x="5612115" y="650396"/>
                  </a:lnTo>
                  <a:lnTo>
                    <a:pt x="5612260" y="650396"/>
                  </a:lnTo>
                  <a:lnTo>
                    <a:pt x="5612406" y="650396"/>
                  </a:lnTo>
                  <a:lnTo>
                    <a:pt x="5612551" y="650396"/>
                  </a:lnTo>
                  <a:lnTo>
                    <a:pt x="5612696" y="650396"/>
                  </a:lnTo>
                  <a:lnTo>
                    <a:pt x="5612842" y="650396"/>
                  </a:lnTo>
                  <a:lnTo>
                    <a:pt x="5612987" y="650396"/>
                  </a:lnTo>
                  <a:lnTo>
                    <a:pt x="5613133" y="650396"/>
                  </a:lnTo>
                  <a:lnTo>
                    <a:pt x="5613133" y="649772"/>
                  </a:lnTo>
                  <a:lnTo>
                    <a:pt x="5613133" y="649149"/>
                  </a:lnTo>
                  <a:lnTo>
                    <a:pt x="5613278" y="649149"/>
                  </a:lnTo>
                  <a:lnTo>
                    <a:pt x="5613424" y="649149"/>
                  </a:lnTo>
                  <a:lnTo>
                    <a:pt x="5613569" y="649149"/>
                  </a:lnTo>
                  <a:lnTo>
                    <a:pt x="5613714" y="649149"/>
                  </a:lnTo>
                  <a:lnTo>
                    <a:pt x="5613860" y="649149"/>
                  </a:lnTo>
                  <a:lnTo>
                    <a:pt x="5614005" y="649149"/>
                  </a:lnTo>
                  <a:lnTo>
                    <a:pt x="5614151" y="649149"/>
                  </a:lnTo>
                  <a:lnTo>
                    <a:pt x="5614296" y="649149"/>
                  </a:lnTo>
                  <a:lnTo>
                    <a:pt x="5614442" y="649149"/>
                  </a:lnTo>
                  <a:lnTo>
                    <a:pt x="5614587" y="649149"/>
                  </a:lnTo>
                  <a:lnTo>
                    <a:pt x="5614732" y="649149"/>
                  </a:lnTo>
                  <a:lnTo>
                    <a:pt x="5614878" y="649149"/>
                  </a:lnTo>
                  <a:lnTo>
                    <a:pt x="5615023" y="649149"/>
                  </a:lnTo>
                  <a:lnTo>
                    <a:pt x="5615169" y="649149"/>
                  </a:lnTo>
                  <a:lnTo>
                    <a:pt x="5615169" y="648525"/>
                  </a:lnTo>
                  <a:lnTo>
                    <a:pt x="5615314" y="648525"/>
                  </a:lnTo>
                  <a:lnTo>
                    <a:pt x="5615460" y="648525"/>
                  </a:lnTo>
                  <a:lnTo>
                    <a:pt x="5615605" y="648525"/>
                  </a:lnTo>
                  <a:lnTo>
                    <a:pt x="5615750" y="648525"/>
                  </a:lnTo>
                  <a:lnTo>
                    <a:pt x="5615896" y="648525"/>
                  </a:lnTo>
                  <a:lnTo>
                    <a:pt x="5616041" y="648525"/>
                  </a:lnTo>
                  <a:lnTo>
                    <a:pt x="5616041" y="647902"/>
                  </a:lnTo>
                  <a:lnTo>
                    <a:pt x="5616187" y="647902"/>
                  </a:lnTo>
                  <a:lnTo>
                    <a:pt x="5616332" y="647902"/>
                  </a:lnTo>
                  <a:lnTo>
                    <a:pt x="5616478" y="647902"/>
                  </a:lnTo>
                  <a:lnTo>
                    <a:pt x="5616623" y="647902"/>
                  </a:lnTo>
                  <a:lnTo>
                    <a:pt x="5616768" y="647902"/>
                  </a:lnTo>
                  <a:lnTo>
                    <a:pt x="5616914" y="647902"/>
                  </a:lnTo>
                  <a:lnTo>
                    <a:pt x="5617059" y="647902"/>
                  </a:lnTo>
                  <a:lnTo>
                    <a:pt x="5617205" y="647902"/>
                  </a:lnTo>
                  <a:lnTo>
                    <a:pt x="5617350" y="647902"/>
                  </a:lnTo>
                  <a:lnTo>
                    <a:pt x="5617495" y="647902"/>
                  </a:lnTo>
                  <a:lnTo>
                    <a:pt x="5617641" y="647902"/>
                  </a:lnTo>
                  <a:lnTo>
                    <a:pt x="5617786" y="647902"/>
                  </a:lnTo>
                  <a:lnTo>
                    <a:pt x="5617932" y="647902"/>
                  </a:lnTo>
                  <a:lnTo>
                    <a:pt x="5618077" y="647902"/>
                  </a:lnTo>
                  <a:lnTo>
                    <a:pt x="5618223" y="647902"/>
                  </a:lnTo>
                  <a:lnTo>
                    <a:pt x="5618368" y="647902"/>
                  </a:lnTo>
                  <a:lnTo>
                    <a:pt x="5618513" y="647902"/>
                  </a:lnTo>
                  <a:lnTo>
                    <a:pt x="5618659" y="647902"/>
                  </a:lnTo>
                  <a:lnTo>
                    <a:pt x="5618804" y="647902"/>
                  </a:lnTo>
                  <a:lnTo>
                    <a:pt x="5618950" y="647902"/>
                  </a:lnTo>
                  <a:lnTo>
                    <a:pt x="5619095" y="647902"/>
                  </a:lnTo>
                  <a:lnTo>
                    <a:pt x="5619241" y="647902"/>
                  </a:lnTo>
                  <a:lnTo>
                    <a:pt x="5619241" y="647278"/>
                  </a:lnTo>
                  <a:lnTo>
                    <a:pt x="5619386" y="647278"/>
                  </a:lnTo>
                  <a:lnTo>
                    <a:pt x="5619531" y="647278"/>
                  </a:lnTo>
                  <a:lnTo>
                    <a:pt x="5619677" y="647278"/>
                  </a:lnTo>
                  <a:lnTo>
                    <a:pt x="5619822" y="647278"/>
                  </a:lnTo>
                  <a:lnTo>
                    <a:pt x="5619968" y="647278"/>
                  </a:lnTo>
                  <a:lnTo>
                    <a:pt x="5620113" y="647278"/>
                  </a:lnTo>
                  <a:lnTo>
                    <a:pt x="5620259" y="647278"/>
                  </a:lnTo>
                  <a:lnTo>
                    <a:pt x="5620404" y="647278"/>
                  </a:lnTo>
                  <a:lnTo>
                    <a:pt x="5620549" y="647278"/>
                  </a:lnTo>
                  <a:lnTo>
                    <a:pt x="5620695" y="647278"/>
                  </a:lnTo>
                  <a:lnTo>
                    <a:pt x="5620840" y="647278"/>
                  </a:lnTo>
                  <a:lnTo>
                    <a:pt x="5620986" y="647278"/>
                  </a:lnTo>
                  <a:lnTo>
                    <a:pt x="5621131" y="647278"/>
                  </a:lnTo>
                  <a:lnTo>
                    <a:pt x="5621277" y="647278"/>
                  </a:lnTo>
                  <a:lnTo>
                    <a:pt x="5621422" y="647278"/>
                  </a:lnTo>
                  <a:lnTo>
                    <a:pt x="5621567" y="647278"/>
                  </a:lnTo>
                  <a:lnTo>
                    <a:pt x="5621713" y="647278"/>
                  </a:lnTo>
                  <a:lnTo>
                    <a:pt x="5621858" y="647278"/>
                  </a:lnTo>
                  <a:lnTo>
                    <a:pt x="5622004" y="647278"/>
                  </a:lnTo>
                  <a:lnTo>
                    <a:pt x="5622149" y="647278"/>
                  </a:lnTo>
                  <a:lnTo>
                    <a:pt x="5622295" y="647278"/>
                  </a:lnTo>
                  <a:lnTo>
                    <a:pt x="5622440" y="647278"/>
                  </a:lnTo>
                  <a:lnTo>
                    <a:pt x="5622585" y="647278"/>
                  </a:lnTo>
                  <a:lnTo>
                    <a:pt x="5622731" y="647278"/>
                  </a:lnTo>
                  <a:lnTo>
                    <a:pt x="5622731" y="646654"/>
                  </a:lnTo>
                  <a:lnTo>
                    <a:pt x="5622731" y="646031"/>
                  </a:lnTo>
                  <a:lnTo>
                    <a:pt x="5622876" y="646031"/>
                  </a:lnTo>
                  <a:lnTo>
                    <a:pt x="5622876" y="645407"/>
                  </a:lnTo>
                  <a:lnTo>
                    <a:pt x="5623022" y="645407"/>
                  </a:lnTo>
                  <a:lnTo>
                    <a:pt x="5623167" y="645407"/>
                  </a:lnTo>
                  <a:lnTo>
                    <a:pt x="5623313" y="645407"/>
                  </a:lnTo>
                  <a:lnTo>
                    <a:pt x="5623458" y="645407"/>
                  </a:lnTo>
                  <a:lnTo>
                    <a:pt x="5623603" y="645407"/>
                  </a:lnTo>
                  <a:lnTo>
                    <a:pt x="5623749" y="645407"/>
                  </a:lnTo>
                  <a:lnTo>
                    <a:pt x="5623894" y="645407"/>
                  </a:lnTo>
                  <a:lnTo>
                    <a:pt x="5624040" y="645407"/>
                  </a:lnTo>
                  <a:lnTo>
                    <a:pt x="5624185" y="645407"/>
                  </a:lnTo>
                  <a:lnTo>
                    <a:pt x="5624330" y="645407"/>
                  </a:lnTo>
                  <a:lnTo>
                    <a:pt x="5624476" y="645407"/>
                  </a:lnTo>
                  <a:lnTo>
                    <a:pt x="5624621" y="645407"/>
                  </a:lnTo>
                  <a:lnTo>
                    <a:pt x="5624767" y="645407"/>
                  </a:lnTo>
                  <a:lnTo>
                    <a:pt x="5624912" y="645407"/>
                  </a:lnTo>
                  <a:lnTo>
                    <a:pt x="5624912" y="644784"/>
                  </a:lnTo>
                  <a:lnTo>
                    <a:pt x="5625058" y="644784"/>
                  </a:lnTo>
                  <a:lnTo>
                    <a:pt x="5625203" y="644784"/>
                  </a:lnTo>
                  <a:lnTo>
                    <a:pt x="5625348" y="644784"/>
                  </a:lnTo>
                  <a:lnTo>
                    <a:pt x="5625494" y="644784"/>
                  </a:lnTo>
                  <a:lnTo>
                    <a:pt x="5625639" y="644784"/>
                  </a:lnTo>
                  <a:lnTo>
                    <a:pt x="5625785" y="644784"/>
                  </a:lnTo>
                  <a:lnTo>
                    <a:pt x="5625930" y="644784"/>
                  </a:lnTo>
                  <a:lnTo>
                    <a:pt x="5626076" y="644784"/>
                  </a:lnTo>
                  <a:lnTo>
                    <a:pt x="5626221" y="644784"/>
                  </a:lnTo>
                  <a:lnTo>
                    <a:pt x="5626366" y="644784"/>
                  </a:lnTo>
                  <a:lnTo>
                    <a:pt x="5626512" y="644784"/>
                  </a:lnTo>
                  <a:lnTo>
                    <a:pt x="5626657" y="644784"/>
                  </a:lnTo>
                  <a:lnTo>
                    <a:pt x="5626803" y="644784"/>
                  </a:lnTo>
                  <a:lnTo>
                    <a:pt x="5626948" y="644784"/>
                  </a:lnTo>
                  <a:lnTo>
                    <a:pt x="5626948" y="644160"/>
                  </a:lnTo>
                  <a:lnTo>
                    <a:pt x="5627094" y="644160"/>
                  </a:lnTo>
                  <a:lnTo>
                    <a:pt x="5627239" y="644160"/>
                  </a:lnTo>
                  <a:lnTo>
                    <a:pt x="5627384" y="644160"/>
                  </a:lnTo>
                  <a:lnTo>
                    <a:pt x="5627530" y="644160"/>
                  </a:lnTo>
                  <a:lnTo>
                    <a:pt x="5627675" y="644160"/>
                  </a:lnTo>
                  <a:lnTo>
                    <a:pt x="5627821" y="644160"/>
                  </a:lnTo>
                  <a:lnTo>
                    <a:pt x="5627966" y="644160"/>
                  </a:lnTo>
                  <a:lnTo>
                    <a:pt x="5628112" y="644160"/>
                  </a:lnTo>
                  <a:lnTo>
                    <a:pt x="5628257" y="644160"/>
                  </a:lnTo>
                  <a:lnTo>
                    <a:pt x="5628402" y="644160"/>
                  </a:lnTo>
                  <a:lnTo>
                    <a:pt x="5628548" y="644160"/>
                  </a:lnTo>
                  <a:lnTo>
                    <a:pt x="5628693" y="644160"/>
                  </a:lnTo>
                  <a:lnTo>
                    <a:pt x="5628693" y="643536"/>
                  </a:lnTo>
                  <a:lnTo>
                    <a:pt x="5628693" y="642913"/>
                  </a:lnTo>
                  <a:lnTo>
                    <a:pt x="5628839" y="642913"/>
                  </a:lnTo>
                  <a:lnTo>
                    <a:pt x="5628839" y="642289"/>
                  </a:lnTo>
                  <a:lnTo>
                    <a:pt x="5628984" y="642289"/>
                  </a:lnTo>
                  <a:lnTo>
                    <a:pt x="5629130" y="642289"/>
                  </a:lnTo>
                  <a:lnTo>
                    <a:pt x="5629275" y="642289"/>
                  </a:lnTo>
                  <a:lnTo>
                    <a:pt x="5629420" y="642289"/>
                  </a:lnTo>
                  <a:lnTo>
                    <a:pt x="5629566" y="642289"/>
                  </a:lnTo>
                  <a:lnTo>
                    <a:pt x="5629566" y="641666"/>
                  </a:lnTo>
                  <a:lnTo>
                    <a:pt x="5629711" y="641666"/>
                  </a:lnTo>
                  <a:lnTo>
                    <a:pt x="5629857" y="641666"/>
                  </a:lnTo>
                  <a:lnTo>
                    <a:pt x="5630002" y="641666"/>
                  </a:lnTo>
                  <a:lnTo>
                    <a:pt x="5630148" y="641666"/>
                  </a:lnTo>
                  <a:lnTo>
                    <a:pt x="5630293" y="641666"/>
                  </a:lnTo>
                  <a:lnTo>
                    <a:pt x="5630438" y="641666"/>
                  </a:lnTo>
                  <a:lnTo>
                    <a:pt x="5630584" y="641666"/>
                  </a:lnTo>
                  <a:lnTo>
                    <a:pt x="5630729" y="641666"/>
                  </a:lnTo>
                  <a:lnTo>
                    <a:pt x="5630875" y="641666"/>
                  </a:lnTo>
                  <a:lnTo>
                    <a:pt x="5631020" y="641666"/>
                  </a:lnTo>
                  <a:lnTo>
                    <a:pt x="5631165" y="641666"/>
                  </a:lnTo>
                  <a:lnTo>
                    <a:pt x="5631311" y="641666"/>
                  </a:lnTo>
                  <a:lnTo>
                    <a:pt x="5631456" y="641666"/>
                  </a:lnTo>
                  <a:lnTo>
                    <a:pt x="5631602" y="641666"/>
                  </a:lnTo>
                  <a:lnTo>
                    <a:pt x="5631747" y="641666"/>
                  </a:lnTo>
                  <a:lnTo>
                    <a:pt x="5631893" y="641666"/>
                  </a:lnTo>
                  <a:lnTo>
                    <a:pt x="5632038" y="641666"/>
                  </a:lnTo>
                  <a:lnTo>
                    <a:pt x="5632183" y="641666"/>
                  </a:lnTo>
                  <a:lnTo>
                    <a:pt x="5632183" y="641042"/>
                  </a:lnTo>
                  <a:lnTo>
                    <a:pt x="5632329" y="641042"/>
                  </a:lnTo>
                  <a:lnTo>
                    <a:pt x="5632474" y="641042"/>
                  </a:lnTo>
                  <a:lnTo>
                    <a:pt x="5632620" y="641042"/>
                  </a:lnTo>
                  <a:lnTo>
                    <a:pt x="5632765" y="641042"/>
                  </a:lnTo>
                  <a:lnTo>
                    <a:pt x="5632911" y="641042"/>
                  </a:lnTo>
                  <a:lnTo>
                    <a:pt x="5633056" y="641042"/>
                  </a:lnTo>
                  <a:lnTo>
                    <a:pt x="5633201" y="641042"/>
                  </a:lnTo>
                  <a:lnTo>
                    <a:pt x="5633347" y="641042"/>
                  </a:lnTo>
                  <a:lnTo>
                    <a:pt x="5633492" y="641042"/>
                  </a:lnTo>
                  <a:lnTo>
                    <a:pt x="5633638" y="641042"/>
                  </a:lnTo>
                  <a:lnTo>
                    <a:pt x="5633783" y="641042"/>
                  </a:lnTo>
                  <a:lnTo>
                    <a:pt x="5633929" y="641042"/>
                  </a:lnTo>
                  <a:lnTo>
                    <a:pt x="5634074" y="641042"/>
                  </a:lnTo>
                  <a:lnTo>
                    <a:pt x="5634219" y="641042"/>
                  </a:lnTo>
                  <a:lnTo>
                    <a:pt x="5634219" y="640419"/>
                  </a:lnTo>
                  <a:lnTo>
                    <a:pt x="5634365" y="640419"/>
                  </a:lnTo>
                  <a:lnTo>
                    <a:pt x="5634510" y="640419"/>
                  </a:lnTo>
                  <a:lnTo>
                    <a:pt x="5634656" y="640419"/>
                  </a:lnTo>
                  <a:lnTo>
                    <a:pt x="5634801" y="640419"/>
                  </a:lnTo>
                  <a:lnTo>
                    <a:pt x="5634947" y="640419"/>
                  </a:lnTo>
                  <a:lnTo>
                    <a:pt x="5635092" y="640419"/>
                  </a:lnTo>
                  <a:lnTo>
                    <a:pt x="5635237" y="640419"/>
                  </a:lnTo>
                  <a:lnTo>
                    <a:pt x="5635383" y="640419"/>
                  </a:lnTo>
                  <a:lnTo>
                    <a:pt x="5635383" y="639795"/>
                  </a:lnTo>
                  <a:lnTo>
                    <a:pt x="5635528" y="639795"/>
                  </a:lnTo>
                  <a:lnTo>
                    <a:pt x="5635674" y="639795"/>
                  </a:lnTo>
                  <a:lnTo>
                    <a:pt x="5635819" y="639795"/>
                  </a:lnTo>
                  <a:lnTo>
                    <a:pt x="5635965" y="639795"/>
                  </a:lnTo>
                  <a:lnTo>
                    <a:pt x="5635965" y="639171"/>
                  </a:lnTo>
                  <a:lnTo>
                    <a:pt x="5636110" y="639171"/>
                  </a:lnTo>
                  <a:lnTo>
                    <a:pt x="5636255" y="639171"/>
                  </a:lnTo>
                  <a:lnTo>
                    <a:pt x="5636401" y="639171"/>
                  </a:lnTo>
                  <a:lnTo>
                    <a:pt x="5636546" y="639171"/>
                  </a:lnTo>
                  <a:lnTo>
                    <a:pt x="5636546" y="638548"/>
                  </a:lnTo>
                  <a:lnTo>
                    <a:pt x="5636546" y="637924"/>
                  </a:lnTo>
                  <a:lnTo>
                    <a:pt x="5636692" y="637924"/>
                  </a:lnTo>
                  <a:lnTo>
                    <a:pt x="5636837" y="637924"/>
                  </a:lnTo>
                  <a:lnTo>
                    <a:pt x="5636837" y="637301"/>
                  </a:lnTo>
                  <a:lnTo>
                    <a:pt x="5636983" y="637301"/>
                  </a:lnTo>
                  <a:lnTo>
                    <a:pt x="5637128" y="637301"/>
                  </a:lnTo>
                  <a:lnTo>
                    <a:pt x="5637273" y="637301"/>
                  </a:lnTo>
                  <a:lnTo>
                    <a:pt x="5637419" y="637301"/>
                  </a:lnTo>
                  <a:lnTo>
                    <a:pt x="5637564" y="637301"/>
                  </a:lnTo>
                  <a:lnTo>
                    <a:pt x="5637564" y="636677"/>
                  </a:lnTo>
                  <a:lnTo>
                    <a:pt x="5637710" y="636677"/>
                  </a:lnTo>
                  <a:lnTo>
                    <a:pt x="5637855" y="636677"/>
                  </a:lnTo>
                  <a:lnTo>
                    <a:pt x="5638000" y="636677"/>
                  </a:lnTo>
                  <a:lnTo>
                    <a:pt x="5638146" y="636677"/>
                  </a:lnTo>
                  <a:lnTo>
                    <a:pt x="5638291" y="636677"/>
                  </a:lnTo>
                  <a:lnTo>
                    <a:pt x="5638437" y="636677"/>
                  </a:lnTo>
                  <a:lnTo>
                    <a:pt x="5638582" y="636677"/>
                  </a:lnTo>
                  <a:lnTo>
                    <a:pt x="5638728" y="636677"/>
                  </a:lnTo>
                  <a:lnTo>
                    <a:pt x="5638873" y="636677"/>
                  </a:lnTo>
                  <a:lnTo>
                    <a:pt x="5639018" y="636677"/>
                  </a:lnTo>
                  <a:lnTo>
                    <a:pt x="5639164" y="636677"/>
                  </a:lnTo>
                  <a:lnTo>
                    <a:pt x="5639309" y="636677"/>
                  </a:lnTo>
                  <a:lnTo>
                    <a:pt x="5639455" y="636677"/>
                  </a:lnTo>
                  <a:lnTo>
                    <a:pt x="5639600" y="636677"/>
                  </a:lnTo>
                  <a:lnTo>
                    <a:pt x="5639746" y="636677"/>
                  </a:lnTo>
                  <a:lnTo>
                    <a:pt x="5639891" y="636677"/>
                  </a:lnTo>
                  <a:lnTo>
                    <a:pt x="5640036" y="636677"/>
                  </a:lnTo>
                  <a:lnTo>
                    <a:pt x="5640182" y="636677"/>
                  </a:lnTo>
                  <a:lnTo>
                    <a:pt x="5640327" y="636677"/>
                  </a:lnTo>
                  <a:lnTo>
                    <a:pt x="5640473" y="636677"/>
                  </a:lnTo>
                  <a:lnTo>
                    <a:pt x="5640618" y="636677"/>
                  </a:lnTo>
                  <a:lnTo>
                    <a:pt x="5640764" y="636677"/>
                  </a:lnTo>
                  <a:lnTo>
                    <a:pt x="5640909" y="636677"/>
                  </a:lnTo>
                  <a:lnTo>
                    <a:pt x="5641054" y="636677"/>
                  </a:lnTo>
                  <a:lnTo>
                    <a:pt x="5641200" y="636677"/>
                  </a:lnTo>
                  <a:lnTo>
                    <a:pt x="5641345" y="636677"/>
                  </a:lnTo>
                  <a:lnTo>
                    <a:pt x="5641345" y="636053"/>
                  </a:lnTo>
                  <a:lnTo>
                    <a:pt x="5641491" y="636053"/>
                  </a:lnTo>
                  <a:lnTo>
                    <a:pt x="5641636" y="636053"/>
                  </a:lnTo>
                  <a:lnTo>
                    <a:pt x="5641782" y="636053"/>
                  </a:lnTo>
                  <a:lnTo>
                    <a:pt x="5641927" y="636053"/>
                  </a:lnTo>
                  <a:lnTo>
                    <a:pt x="5642072" y="636053"/>
                  </a:lnTo>
                  <a:lnTo>
                    <a:pt x="5642218" y="636053"/>
                  </a:lnTo>
                  <a:lnTo>
                    <a:pt x="5642363" y="636053"/>
                  </a:lnTo>
                  <a:lnTo>
                    <a:pt x="5642509" y="636053"/>
                  </a:lnTo>
                  <a:lnTo>
                    <a:pt x="5642654" y="636053"/>
                  </a:lnTo>
                  <a:lnTo>
                    <a:pt x="5642800" y="636053"/>
                  </a:lnTo>
                  <a:lnTo>
                    <a:pt x="5642945" y="636053"/>
                  </a:lnTo>
                  <a:lnTo>
                    <a:pt x="5643090" y="636053"/>
                  </a:lnTo>
                  <a:lnTo>
                    <a:pt x="5643236" y="636053"/>
                  </a:lnTo>
                  <a:lnTo>
                    <a:pt x="5643381" y="636053"/>
                  </a:lnTo>
                  <a:lnTo>
                    <a:pt x="5643527" y="636053"/>
                  </a:lnTo>
                  <a:lnTo>
                    <a:pt x="5643672" y="636053"/>
                  </a:lnTo>
                  <a:lnTo>
                    <a:pt x="5643818" y="636053"/>
                  </a:lnTo>
                  <a:lnTo>
                    <a:pt x="5643963" y="636053"/>
                  </a:lnTo>
                  <a:lnTo>
                    <a:pt x="5644108" y="636053"/>
                  </a:lnTo>
                  <a:lnTo>
                    <a:pt x="5644254" y="636053"/>
                  </a:lnTo>
                  <a:lnTo>
                    <a:pt x="5644399" y="636053"/>
                  </a:lnTo>
                  <a:lnTo>
                    <a:pt x="5644545" y="636053"/>
                  </a:lnTo>
                  <a:lnTo>
                    <a:pt x="5644690" y="636053"/>
                  </a:lnTo>
                  <a:lnTo>
                    <a:pt x="5644835" y="636053"/>
                  </a:lnTo>
                  <a:lnTo>
                    <a:pt x="5644981" y="636053"/>
                  </a:lnTo>
                  <a:lnTo>
                    <a:pt x="5645126" y="636053"/>
                  </a:lnTo>
                  <a:lnTo>
                    <a:pt x="5645272" y="636053"/>
                  </a:lnTo>
                  <a:lnTo>
                    <a:pt x="5645272" y="635430"/>
                  </a:lnTo>
                  <a:lnTo>
                    <a:pt x="5645417" y="635430"/>
                  </a:lnTo>
                  <a:lnTo>
                    <a:pt x="5645563" y="635430"/>
                  </a:lnTo>
                  <a:lnTo>
                    <a:pt x="5645708" y="635430"/>
                  </a:lnTo>
                  <a:lnTo>
                    <a:pt x="5645853" y="635430"/>
                  </a:lnTo>
                  <a:lnTo>
                    <a:pt x="5645853" y="634806"/>
                  </a:lnTo>
                  <a:lnTo>
                    <a:pt x="5645999" y="634806"/>
                  </a:lnTo>
                  <a:lnTo>
                    <a:pt x="5646144" y="634806"/>
                  </a:lnTo>
                  <a:lnTo>
                    <a:pt x="5646290" y="634806"/>
                  </a:lnTo>
                  <a:lnTo>
                    <a:pt x="5646435" y="634806"/>
                  </a:lnTo>
                  <a:lnTo>
                    <a:pt x="5646581" y="634806"/>
                  </a:lnTo>
                  <a:lnTo>
                    <a:pt x="5646726" y="634806"/>
                  </a:lnTo>
                  <a:lnTo>
                    <a:pt x="5646871" y="634806"/>
                  </a:lnTo>
                  <a:lnTo>
                    <a:pt x="5647017" y="634806"/>
                  </a:lnTo>
                  <a:lnTo>
                    <a:pt x="5647162" y="634806"/>
                  </a:lnTo>
                  <a:lnTo>
                    <a:pt x="5647162" y="634183"/>
                  </a:lnTo>
                  <a:lnTo>
                    <a:pt x="5647308" y="634183"/>
                  </a:lnTo>
                  <a:lnTo>
                    <a:pt x="5647453" y="634183"/>
                  </a:lnTo>
                  <a:lnTo>
                    <a:pt x="5647599" y="634183"/>
                  </a:lnTo>
                  <a:lnTo>
                    <a:pt x="5647744" y="634183"/>
                  </a:lnTo>
                  <a:lnTo>
                    <a:pt x="5647889" y="634183"/>
                  </a:lnTo>
                  <a:lnTo>
                    <a:pt x="5647889" y="633559"/>
                  </a:lnTo>
                  <a:lnTo>
                    <a:pt x="5648035" y="633559"/>
                  </a:lnTo>
                  <a:lnTo>
                    <a:pt x="5648180" y="633559"/>
                  </a:lnTo>
                  <a:lnTo>
                    <a:pt x="5648326" y="633559"/>
                  </a:lnTo>
                  <a:lnTo>
                    <a:pt x="5648471" y="633559"/>
                  </a:lnTo>
                  <a:lnTo>
                    <a:pt x="5648617" y="633559"/>
                  </a:lnTo>
                  <a:lnTo>
                    <a:pt x="5648762" y="633559"/>
                  </a:lnTo>
                  <a:lnTo>
                    <a:pt x="5648907" y="633559"/>
                  </a:lnTo>
                  <a:lnTo>
                    <a:pt x="5649053" y="633559"/>
                  </a:lnTo>
                  <a:lnTo>
                    <a:pt x="5649198" y="633559"/>
                  </a:lnTo>
                  <a:lnTo>
                    <a:pt x="5649344" y="633559"/>
                  </a:lnTo>
                  <a:lnTo>
                    <a:pt x="5649489" y="633559"/>
                  </a:lnTo>
                  <a:lnTo>
                    <a:pt x="5649489" y="632936"/>
                  </a:lnTo>
                  <a:lnTo>
                    <a:pt x="5649635" y="632936"/>
                  </a:lnTo>
                  <a:lnTo>
                    <a:pt x="5649780" y="632936"/>
                  </a:lnTo>
                  <a:lnTo>
                    <a:pt x="5649925" y="632936"/>
                  </a:lnTo>
                  <a:lnTo>
                    <a:pt x="5650071" y="632936"/>
                  </a:lnTo>
                  <a:lnTo>
                    <a:pt x="5650071" y="632312"/>
                  </a:lnTo>
                  <a:lnTo>
                    <a:pt x="5650216" y="632312"/>
                  </a:lnTo>
                  <a:lnTo>
                    <a:pt x="5650362" y="632312"/>
                  </a:lnTo>
                  <a:lnTo>
                    <a:pt x="5650507" y="632312"/>
                  </a:lnTo>
                  <a:lnTo>
                    <a:pt x="5650653" y="632312"/>
                  </a:lnTo>
                  <a:lnTo>
                    <a:pt x="5650798" y="632312"/>
                  </a:lnTo>
                  <a:lnTo>
                    <a:pt x="5650943" y="632312"/>
                  </a:lnTo>
                  <a:lnTo>
                    <a:pt x="5651089" y="632312"/>
                  </a:lnTo>
                  <a:lnTo>
                    <a:pt x="5651089" y="631688"/>
                  </a:lnTo>
                  <a:lnTo>
                    <a:pt x="5651234" y="631688"/>
                  </a:lnTo>
                  <a:lnTo>
                    <a:pt x="5651380" y="631688"/>
                  </a:lnTo>
                  <a:lnTo>
                    <a:pt x="5651525" y="631688"/>
                  </a:lnTo>
                  <a:lnTo>
                    <a:pt x="5651670" y="631688"/>
                  </a:lnTo>
                  <a:lnTo>
                    <a:pt x="5651816" y="631688"/>
                  </a:lnTo>
                  <a:lnTo>
                    <a:pt x="5651961" y="631688"/>
                  </a:lnTo>
                  <a:lnTo>
                    <a:pt x="5652107" y="631688"/>
                  </a:lnTo>
                  <a:lnTo>
                    <a:pt x="5652252" y="631688"/>
                  </a:lnTo>
                  <a:lnTo>
                    <a:pt x="5652398" y="631688"/>
                  </a:lnTo>
                  <a:lnTo>
                    <a:pt x="5652543" y="631688"/>
                  </a:lnTo>
                  <a:lnTo>
                    <a:pt x="5652688" y="631688"/>
                  </a:lnTo>
                  <a:lnTo>
                    <a:pt x="5652834" y="631688"/>
                  </a:lnTo>
                  <a:lnTo>
                    <a:pt x="5652979" y="631688"/>
                  </a:lnTo>
                  <a:lnTo>
                    <a:pt x="5652979" y="631065"/>
                  </a:lnTo>
                  <a:lnTo>
                    <a:pt x="5653125" y="631065"/>
                  </a:lnTo>
                  <a:lnTo>
                    <a:pt x="5653270" y="631065"/>
                  </a:lnTo>
                  <a:lnTo>
                    <a:pt x="5653416" y="631065"/>
                  </a:lnTo>
                  <a:lnTo>
                    <a:pt x="5653561" y="631065"/>
                  </a:lnTo>
                  <a:lnTo>
                    <a:pt x="5653706" y="631065"/>
                  </a:lnTo>
                  <a:lnTo>
                    <a:pt x="5653852" y="631065"/>
                  </a:lnTo>
                  <a:lnTo>
                    <a:pt x="5653997" y="631065"/>
                  </a:lnTo>
                  <a:lnTo>
                    <a:pt x="5654143" y="631065"/>
                  </a:lnTo>
                  <a:lnTo>
                    <a:pt x="5654288" y="631065"/>
                  </a:lnTo>
                  <a:lnTo>
                    <a:pt x="5654434" y="631065"/>
                  </a:lnTo>
                  <a:lnTo>
                    <a:pt x="5654579" y="631065"/>
                  </a:lnTo>
                  <a:lnTo>
                    <a:pt x="5654724" y="631065"/>
                  </a:lnTo>
                  <a:lnTo>
                    <a:pt x="5654870" y="631065"/>
                  </a:lnTo>
                  <a:lnTo>
                    <a:pt x="5655015" y="631065"/>
                  </a:lnTo>
                  <a:lnTo>
                    <a:pt x="5655161" y="631065"/>
                  </a:lnTo>
                  <a:lnTo>
                    <a:pt x="5655306" y="631065"/>
                  </a:lnTo>
                  <a:lnTo>
                    <a:pt x="5655452" y="631065"/>
                  </a:lnTo>
                  <a:lnTo>
                    <a:pt x="5655597" y="631065"/>
                  </a:lnTo>
                  <a:lnTo>
                    <a:pt x="5655742" y="631065"/>
                  </a:lnTo>
                  <a:lnTo>
                    <a:pt x="5655742" y="630441"/>
                  </a:lnTo>
                  <a:lnTo>
                    <a:pt x="5655888" y="630441"/>
                  </a:lnTo>
                  <a:lnTo>
                    <a:pt x="5656033" y="630441"/>
                  </a:lnTo>
                  <a:lnTo>
                    <a:pt x="5656179" y="630441"/>
                  </a:lnTo>
                  <a:lnTo>
                    <a:pt x="5656324" y="630441"/>
                  </a:lnTo>
                  <a:lnTo>
                    <a:pt x="5656470" y="630441"/>
                  </a:lnTo>
                  <a:lnTo>
                    <a:pt x="5656615" y="630441"/>
                  </a:lnTo>
                  <a:lnTo>
                    <a:pt x="5656760" y="630441"/>
                  </a:lnTo>
                  <a:lnTo>
                    <a:pt x="5656906" y="630441"/>
                  </a:lnTo>
                  <a:lnTo>
                    <a:pt x="5656906" y="629818"/>
                  </a:lnTo>
                  <a:lnTo>
                    <a:pt x="5657051" y="629818"/>
                  </a:lnTo>
                  <a:lnTo>
                    <a:pt x="5657051" y="629194"/>
                  </a:lnTo>
                  <a:lnTo>
                    <a:pt x="5657197" y="629194"/>
                  </a:lnTo>
                  <a:lnTo>
                    <a:pt x="5657342" y="629194"/>
                  </a:lnTo>
                  <a:lnTo>
                    <a:pt x="5657488" y="629194"/>
                  </a:lnTo>
                  <a:lnTo>
                    <a:pt x="5657633" y="629194"/>
                  </a:lnTo>
                  <a:lnTo>
                    <a:pt x="5657633" y="628570"/>
                  </a:lnTo>
                  <a:lnTo>
                    <a:pt x="5657778" y="628570"/>
                  </a:lnTo>
                  <a:lnTo>
                    <a:pt x="5657924" y="628570"/>
                  </a:lnTo>
                  <a:lnTo>
                    <a:pt x="5658069" y="628570"/>
                  </a:lnTo>
                  <a:lnTo>
                    <a:pt x="5658215" y="628570"/>
                  </a:lnTo>
                  <a:lnTo>
                    <a:pt x="5658360" y="628570"/>
                  </a:lnTo>
                  <a:lnTo>
                    <a:pt x="5658505" y="628570"/>
                  </a:lnTo>
                  <a:lnTo>
                    <a:pt x="5658651" y="628570"/>
                  </a:lnTo>
                  <a:lnTo>
                    <a:pt x="5658796" y="628570"/>
                  </a:lnTo>
                  <a:lnTo>
                    <a:pt x="5658942" y="628570"/>
                  </a:lnTo>
                  <a:lnTo>
                    <a:pt x="5659087" y="628570"/>
                  </a:lnTo>
                  <a:lnTo>
                    <a:pt x="5659233" y="628570"/>
                  </a:lnTo>
                  <a:lnTo>
                    <a:pt x="5659378" y="628570"/>
                  </a:lnTo>
                  <a:lnTo>
                    <a:pt x="5659523" y="628570"/>
                  </a:lnTo>
                  <a:lnTo>
                    <a:pt x="5659669" y="628570"/>
                  </a:lnTo>
                  <a:lnTo>
                    <a:pt x="5659814" y="628570"/>
                  </a:lnTo>
                  <a:lnTo>
                    <a:pt x="5659960" y="628570"/>
                  </a:lnTo>
                  <a:lnTo>
                    <a:pt x="5660105" y="628570"/>
                  </a:lnTo>
                  <a:lnTo>
                    <a:pt x="5660251" y="628570"/>
                  </a:lnTo>
                  <a:lnTo>
                    <a:pt x="5660396" y="628570"/>
                  </a:lnTo>
                  <a:lnTo>
                    <a:pt x="5660541" y="628570"/>
                  </a:lnTo>
                  <a:lnTo>
                    <a:pt x="5660687" y="628570"/>
                  </a:lnTo>
                  <a:lnTo>
                    <a:pt x="5660832" y="628570"/>
                  </a:lnTo>
                  <a:lnTo>
                    <a:pt x="5660978" y="628570"/>
                  </a:lnTo>
                  <a:lnTo>
                    <a:pt x="5661123" y="628570"/>
                  </a:lnTo>
                  <a:lnTo>
                    <a:pt x="5661269" y="628570"/>
                  </a:lnTo>
                  <a:lnTo>
                    <a:pt x="5661414" y="628570"/>
                  </a:lnTo>
                  <a:lnTo>
                    <a:pt x="5661414" y="627947"/>
                  </a:lnTo>
                  <a:lnTo>
                    <a:pt x="5661559" y="627947"/>
                  </a:lnTo>
                  <a:lnTo>
                    <a:pt x="5661705" y="627947"/>
                  </a:lnTo>
                  <a:lnTo>
                    <a:pt x="5661850" y="627947"/>
                  </a:lnTo>
                  <a:lnTo>
                    <a:pt x="5661996" y="627947"/>
                  </a:lnTo>
                  <a:lnTo>
                    <a:pt x="5662141" y="627947"/>
                  </a:lnTo>
                  <a:lnTo>
                    <a:pt x="5662287" y="627947"/>
                  </a:lnTo>
                  <a:lnTo>
                    <a:pt x="5662432" y="627947"/>
                  </a:lnTo>
                  <a:lnTo>
                    <a:pt x="5662577" y="627947"/>
                  </a:lnTo>
                  <a:lnTo>
                    <a:pt x="5662723" y="627947"/>
                  </a:lnTo>
                  <a:lnTo>
                    <a:pt x="5662868" y="627947"/>
                  </a:lnTo>
                  <a:lnTo>
                    <a:pt x="5663014" y="627947"/>
                  </a:lnTo>
                  <a:lnTo>
                    <a:pt x="5663014" y="627323"/>
                  </a:lnTo>
                  <a:lnTo>
                    <a:pt x="5663159" y="627323"/>
                  </a:lnTo>
                  <a:lnTo>
                    <a:pt x="5663305" y="627323"/>
                  </a:lnTo>
                  <a:lnTo>
                    <a:pt x="5663305" y="626700"/>
                  </a:lnTo>
                  <a:lnTo>
                    <a:pt x="5663450" y="626700"/>
                  </a:lnTo>
                  <a:lnTo>
                    <a:pt x="5663595" y="626700"/>
                  </a:lnTo>
                  <a:lnTo>
                    <a:pt x="5663595" y="626076"/>
                  </a:lnTo>
                  <a:lnTo>
                    <a:pt x="5663741" y="626076"/>
                  </a:lnTo>
                  <a:lnTo>
                    <a:pt x="5663886" y="626076"/>
                  </a:lnTo>
                  <a:lnTo>
                    <a:pt x="5663886" y="625453"/>
                  </a:lnTo>
                  <a:lnTo>
                    <a:pt x="5664032" y="625453"/>
                  </a:lnTo>
                  <a:lnTo>
                    <a:pt x="5664177" y="625453"/>
                  </a:lnTo>
                  <a:lnTo>
                    <a:pt x="5664323" y="625453"/>
                  </a:lnTo>
                  <a:lnTo>
                    <a:pt x="5664468" y="625453"/>
                  </a:lnTo>
                  <a:lnTo>
                    <a:pt x="5664613" y="625453"/>
                  </a:lnTo>
                  <a:lnTo>
                    <a:pt x="5664759" y="625453"/>
                  </a:lnTo>
                  <a:lnTo>
                    <a:pt x="5664904" y="625453"/>
                  </a:lnTo>
                  <a:lnTo>
                    <a:pt x="5665050" y="625453"/>
                  </a:lnTo>
                  <a:lnTo>
                    <a:pt x="5665195" y="625453"/>
                  </a:lnTo>
                  <a:lnTo>
                    <a:pt x="5665340" y="625453"/>
                  </a:lnTo>
                  <a:lnTo>
                    <a:pt x="5665486" y="625453"/>
                  </a:lnTo>
                  <a:lnTo>
                    <a:pt x="5665631" y="625453"/>
                  </a:lnTo>
                  <a:lnTo>
                    <a:pt x="5665777" y="625453"/>
                  </a:lnTo>
                  <a:lnTo>
                    <a:pt x="5665922" y="625453"/>
                  </a:lnTo>
                  <a:lnTo>
                    <a:pt x="5666068" y="625453"/>
                  </a:lnTo>
                  <a:lnTo>
                    <a:pt x="5666213" y="625453"/>
                  </a:lnTo>
                  <a:lnTo>
                    <a:pt x="5666358" y="625453"/>
                  </a:lnTo>
                  <a:lnTo>
                    <a:pt x="5666504" y="625453"/>
                  </a:lnTo>
                  <a:lnTo>
                    <a:pt x="5666649" y="625453"/>
                  </a:lnTo>
                  <a:lnTo>
                    <a:pt x="5666795" y="625453"/>
                  </a:lnTo>
                  <a:lnTo>
                    <a:pt x="5666795" y="624829"/>
                  </a:lnTo>
                  <a:lnTo>
                    <a:pt x="5666940" y="624829"/>
                  </a:lnTo>
                  <a:lnTo>
                    <a:pt x="5667086" y="624829"/>
                  </a:lnTo>
                  <a:lnTo>
                    <a:pt x="5667086" y="624205"/>
                  </a:lnTo>
                  <a:lnTo>
                    <a:pt x="5667231" y="624205"/>
                  </a:lnTo>
                  <a:lnTo>
                    <a:pt x="5667376" y="624205"/>
                  </a:lnTo>
                  <a:lnTo>
                    <a:pt x="5667522" y="624205"/>
                  </a:lnTo>
                  <a:lnTo>
                    <a:pt x="5667667" y="624205"/>
                  </a:lnTo>
                  <a:lnTo>
                    <a:pt x="5667813" y="624205"/>
                  </a:lnTo>
                  <a:lnTo>
                    <a:pt x="5667958" y="624205"/>
                  </a:lnTo>
                  <a:lnTo>
                    <a:pt x="5667958" y="623582"/>
                  </a:lnTo>
                  <a:lnTo>
                    <a:pt x="5668104" y="623582"/>
                  </a:lnTo>
                  <a:lnTo>
                    <a:pt x="5668249" y="623582"/>
                  </a:lnTo>
                  <a:lnTo>
                    <a:pt x="5668394" y="623582"/>
                  </a:lnTo>
                  <a:lnTo>
                    <a:pt x="5668540" y="623582"/>
                  </a:lnTo>
                  <a:lnTo>
                    <a:pt x="5668685" y="623582"/>
                  </a:lnTo>
                  <a:lnTo>
                    <a:pt x="5668685" y="622958"/>
                  </a:lnTo>
                  <a:lnTo>
                    <a:pt x="5668685" y="622335"/>
                  </a:lnTo>
                  <a:lnTo>
                    <a:pt x="5668831" y="622335"/>
                  </a:lnTo>
                  <a:lnTo>
                    <a:pt x="5668976" y="622335"/>
                  </a:lnTo>
                  <a:lnTo>
                    <a:pt x="5669122" y="622335"/>
                  </a:lnTo>
                  <a:lnTo>
                    <a:pt x="5669267" y="622335"/>
                  </a:lnTo>
                  <a:lnTo>
                    <a:pt x="5669412" y="622335"/>
                  </a:lnTo>
                  <a:lnTo>
                    <a:pt x="5669558" y="622335"/>
                  </a:lnTo>
                  <a:lnTo>
                    <a:pt x="5669703" y="622335"/>
                  </a:lnTo>
                  <a:lnTo>
                    <a:pt x="5669849" y="622335"/>
                  </a:lnTo>
                  <a:lnTo>
                    <a:pt x="5669994" y="622335"/>
                  </a:lnTo>
                  <a:lnTo>
                    <a:pt x="5670140" y="622335"/>
                  </a:lnTo>
                  <a:lnTo>
                    <a:pt x="5670285" y="622335"/>
                  </a:lnTo>
                  <a:lnTo>
                    <a:pt x="5670430" y="622335"/>
                  </a:lnTo>
                  <a:lnTo>
                    <a:pt x="5670576" y="622335"/>
                  </a:lnTo>
                  <a:lnTo>
                    <a:pt x="5670721" y="622335"/>
                  </a:lnTo>
                  <a:lnTo>
                    <a:pt x="5670867" y="622335"/>
                  </a:lnTo>
                  <a:lnTo>
                    <a:pt x="5671012" y="622335"/>
                  </a:lnTo>
                  <a:lnTo>
                    <a:pt x="5671158" y="622335"/>
                  </a:lnTo>
                  <a:lnTo>
                    <a:pt x="5671303" y="622335"/>
                  </a:lnTo>
                  <a:lnTo>
                    <a:pt x="5671448" y="622335"/>
                  </a:lnTo>
                  <a:lnTo>
                    <a:pt x="5671594" y="622335"/>
                  </a:lnTo>
                  <a:lnTo>
                    <a:pt x="5671739" y="622335"/>
                  </a:lnTo>
                  <a:lnTo>
                    <a:pt x="5671885" y="622335"/>
                  </a:lnTo>
                  <a:lnTo>
                    <a:pt x="5672030" y="622335"/>
                  </a:lnTo>
                  <a:lnTo>
                    <a:pt x="5672175" y="622335"/>
                  </a:lnTo>
                  <a:lnTo>
                    <a:pt x="5672321" y="622335"/>
                  </a:lnTo>
                  <a:lnTo>
                    <a:pt x="5672466" y="622335"/>
                  </a:lnTo>
                  <a:lnTo>
                    <a:pt x="5672612" y="622335"/>
                  </a:lnTo>
                  <a:lnTo>
                    <a:pt x="5672757" y="622335"/>
                  </a:lnTo>
                  <a:lnTo>
                    <a:pt x="5672903" y="622335"/>
                  </a:lnTo>
                  <a:lnTo>
                    <a:pt x="5673048" y="622335"/>
                  </a:lnTo>
                  <a:lnTo>
                    <a:pt x="5673193" y="622335"/>
                  </a:lnTo>
                  <a:lnTo>
                    <a:pt x="5673339" y="622335"/>
                  </a:lnTo>
                  <a:lnTo>
                    <a:pt x="5673484" y="622335"/>
                  </a:lnTo>
                  <a:lnTo>
                    <a:pt x="5673630" y="622335"/>
                  </a:lnTo>
                  <a:lnTo>
                    <a:pt x="5673775" y="622335"/>
                  </a:lnTo>
                  <a:lnTo>
                    <a:pt x="5673921" y="622335"/>
                  </a:lnTo>
                  <a:lnTo>
                    <a:pt x="5674066" y="622335"/>
                  </a:lnTo>
                  <a:lnTo>
                    <a:pt x="5674211" y="622335"/>
                  </a:lnTo>
                  <a:lnTo>
                    <a:pt x="5674357" y="622335"/>
                  </a:lnTo>
                  <a:lnTo>
                    <a:pt x="5674502" y="622335"/>
                  </a:lnTo>
                  <a:lnTo>
                    <a:pt x="5674648" y="622335"/>
                  </a:lnTo>
                  <a:lnTo>
                    <a:pt x="5674793" y="622335"/>
                  </a:lnTo>
                  <a:lnTo>
                    <a:pt x="5674939" y="622335"/>
                  </a:lnTo>
                  <a:lnTo>
                    <a:pt x="5674939" y="621711"/>
                  </a:lnTo>
                  <a:lnTo>
                    <a:pt x="5675084" y="621711"/>
                  </a:lnTo>
                  <a:lnTo>
                    <a:pt x="5675229" y="621711"/>
                  </a:lnTo>
                  <a:lnTo>
                    <a:pt x="5675375" y="621711"/>
                  </a:lnTo>
                  <a:lnTo>
                    <a:pt x="5675520" y="621711"/>
                  </a:lnTo>
                  <a:lnTo>
                    <a:pt x="5675666" y="621711"/>
                  </a:lnTo>
                  <a:lnTo>
                    <a:pt x="5675811" y="621711"/>
                  </a:lnTo>
                  <a:lnTo>
                    <a:pt x="5675957" y="621711"/>
                  </a:lnTo>
                  <a:lnTo>
                    <a:pt x="5676102" y="621711"/>
                  </a:lnTo>
                  <a:lnTo>
                    <a:pt x="5676247" y="621711"/>
                  </a:lnTo>
                  <a:lnTo>
                    <a:pt x="5676393" y="621711"/>
                  </a:lnTo>
                  <a:lnTo>
                    <a:pt x="5676538" y="621711"/>
                  </a:lnTo>
                  <a:lnTo>
                    <a:pt x="5676684" y="621711"/>
                  </a:lnTo>
                  <a:lnTo>
                    <a:pt x="5676829" y="621711"/>
                  </a:lnTo>
                  <a:lnTo>
                    <a:pt x="5676975" y="621711"/>
                  </a:lnTo>
                  <a:lnTo>
                    <a:pt x="5677120" y="621711"/>
                  </a:lnTo>
                  <a:lnTo>
                    <a:pt x="5677265" y="621711"/>
                  </a:lnTo>
                  <a:lnTo>
                    <a:pt x="5677411" y="621711"/>
                  </a:lnTo>
                  <a:lnTo>
                    <a:pt x="5677556" y="621711"/>
                  </a:lnTo>
                  <a:lnTo>
                    <a:pt x="5677556" y="621087"/>
                  </a:lnTo>
                  <a:lnTo>
                    <a:pt x="5677702" y="621087"/>
                  </a:lnTo>
                  <a:lnTo>
                    <a:pt x="5677847" y="621087"/>
                  </a:lnTo>
                  <a:lnTo>
                    <a:pt x="5677993" y="621087"/>
                  </a:lnTo>
                  <a:lnTo>
                    <a:pt x="5677993" y="620464"/>
                  </a:lnTo>
                  <a:lnTo>
                    <a:pt x="5677993" y="619840"/>
                  </a:lnTo>
                  <a:lnTo>
                    <a:pt x="5678138" y="619840"/>
                  </a:lnTo>
                  <a:lnTo>
                    <a:pt x="5678283" y="619840"/>
                  </a:lnTo>
                  <a:lnTo>
                    <a:pt x="5678429" y="619840"/>
                  </a:lnTo>
                  <a:lnTo>
                    <a:pt x="5678574" y="619840"/>
                  </a:lnTo>
                  <a:lnTo>
                    <a:pt x="5678720" y="619840"/>
                  </a:lnTo>
                  <a:lnTo>
                    <a:pt x="5678865" y="619840"/>
                  </a:lnTo>
                  <a:lnTo>
                    <a:pt x="5679010" y="619840"/>
                  </a:lnTo>
                  <a:lnTo>
                    <a:pt x="5679156" y="619840"/>
                  </a:lnTo>
                  <a:lnTo>
                    <a:pt x="5679301" y="619840"/>
                  </a:lnTo>
                  <a:lnTo>
                    <a:pt x="5679447" y="619840"/>
                  </a:lnTo>
                  <a:lnTo>
                    <a:pt x="5679592" y="619840"/>
                  </a:lnTo>
                  <a:lnTo>
                    <a:pt x="5679738" y="619840"/>
                  </a:lnTo>
                  <a:lnTo>
                    <a:pt x="5679883" y="619840"/>
                  </a:lnTo>
                  <a:lnTo>
                    <a:pt x="5680028" y="619840"/>
                  </a:lnTo>
                  <a:lnTo>
                    <a:pt x="5680174" y="619840"/>
                  </a:lnTo>
                  <a:lnTo>
                    <a:pt x="5680174" y="619217"/>
                  </a:lnTo>
                  <a:lnTo>
                    <a:pt x="5680319" y="619217"/>
                  </a:lnTo>
                  <a:lnTo>
                    <a:pt x="5680465" y="619217"/>
                  </a:lnTo>
                  <a:lnTo>
                    <a:pt x="5680610" y="619217"/>
                  </a:lnTo>
                  <a:lnTo>
                    <a:pt x="5680756" y="619217"/>
                  </a:lnTo>
                  <a:lnTo>
                    <a:pt x="5680901" y="619217"/>
                  </a:lnTo>
                  <a:lnTo>
                    <a:pt x="5681046" y="619217"/>
                  </a:lnTo>
                  <a:lnTo>
                    <a:pt x="5681192" y="619217"/>
                  </a:lnTo>
                  <a:lnTo>
                    <a:pt x="5681337" y="619217"/>
                  </a:lnTo>
                  <a:lnTo>
                    <a:pt x="5681483" y="619217"/>
                  </a:lnTo>
                  <a:lnTo>
                    <a:pt x="5681628" y="619217"/>
                  </a:lnTo>
                  <a:lnTo>
                    <a:pt x="5681774" y="619217"/>
                  </a:lnTo>
                  <a:lnTo>
                    <a:pt x="5681919" y="619217"/>
                  </a:lnTo>
                  <a:lnTo>
                    <a:pt x="5682064" y="619217"/>
                  </a:lnTo>
                  <a:lnTo>
                    <a:pt x="5682210" y="619217"/>
                  </a:lnTo>
                  <a:lnTo>
                    <a:pt x="5682355" y="619217"/>
                  </a:lnTo>
                  <a:lnTo>
                    <a:pt x="5682501" y="619217"/>
                  </a:lnTo>
                  <a:lnTo>
                    <a:pt x="5682646" y="619217"/>
                  </a:lnTo>
                  <a:lnTo>
                    <a:pt x="5682792" y="619217"/>
                  </a:lnTo>
                  <a:lnTo>
                    <a:pt x="5682937" y="619217"/>
                  </a:lnTo>
                  <a:lnTo>
                    <a:pt x="5683082" y="619217"/>
                  </a:lnTo>
                  <a:lnTo>
                    <a:pt x="5683228" y="619217"/>
                  </a:lnTo>
                  <a:lnTo>
                    <a:pt x="5683373" y="619217"/>
                  </a:lnTo>
                  <a:lnTo>
                    <a:pt x="5683519" y="619217"/>
                  </a:lnTo>
                  <a:lnTo>
                    <a:pt x="5683664" y="619217"/>
                  </a:lnTo>
                  <a:lnTo>
                    <a:pt x="5683810" y="619217"/>
                  </a:lnTo>
                  <a:lnTo>
                    <a:pt x="5683955" y="619217"/>
                  </a:lnTo>
                  <a:lnTo>
                    <a:pt x="5684100" y="619217"/>
                  </a:lnTo>
                  <a:lnTo>
                    <a:pt x="5684246" y="619217"/>
                  </a:lnTo>
                  <a:lnTo>
                    <a:pt x="5684391" y="619217"/>
                  </a:lnTo>
                  <a:lnTo>
                    <a:pt x="5684537" y="619217"/>
                  </a:lnTo>
                  <a:lnTo>
                    <a:pt x="5684682" y="619217"/>
                  </a:lnTo>
                  <a:lnTo>
                    <a:pt x="5684828" y="619217"/>
                  </a:lnTo>
                  <a:lnTo>
                    <a:pt x="5684973" y="619217"/>
                  </a:lnTo>
                  <a:lnTo>
                    <a:pt x="5685118" y="619217"/>
                  </a:lnTo>
                  <a:lnTo>
                    <a:pt x="5685118" y="618593"/>
                  </a:lnTo>
                  <a:lnTo>
                    <a:pt x="5685264" y="618593"/>
                  </a:lnTo>
                  <a:lnTo>
                    <a:pt x="5685409" y="618593"/>
                  </a:lnTo>
                  <a:lnTo>
                    <a:pt x="5685555" y="618593"/>
                  </a:lnTo>
                  <a:lnTo>
                    <a:pt x="5685700" y="618593"/>
                  </a:lnTo>
                  <a:lnTo>
                    <a:pt x="5685845" y="618593"/>
                  </a:lnTo>
                  <a:lnTo>
                    <a:pt x="5685991" y="618593"/>
                  </a:lnTo>
                  <a:lnTo>
                    <a:pt x="5686136" y="618593"/>
                  </a:lnTo>
                  <a:lnTo>
                    <a:pt x="5686136" y="617970"/>
                  </a:lnTo>
                  <a:lnTo>
                    <a:pt x="5686282" y="617970"/>
                  </a:lnTo>
                  <a:lnTo>
                    <a:pt x="5686427" y="617970"/>
                  </a:lnTo>
                  <a:lnTo>
                    <a:pt x="5686427" y="617346"/>
                  </a:lnTo>
                  <a:lnTo>
                    <a:pt x="5686573" y="617346"/>
                  </a:lnTo>
                  <a:lnTo>
                    <a:pt x="5686718" y="617346"/>
                  </a:lnTo>
                  <a:lnTo>
                    <a:pt x="5686863" y="617346"/>
                  </a:lnTo>
                  <a:lnTo>
                    <a:pt x="5687009" y="617346"/>
                  </a:lnTo>
                  <a:lnTo>
                    <a:pt x="5687154" y="617346"/>
                  </a:lnTo>
                  <a:lnTo>
                    <a:pt x="5687300" y="617346"/>
                  </a:lnTo>
                  <a:lnTo>
                    <a:pt x="5687445" y="617346"/>
                  </a:lnTo>
                  <a:lnTo>
                    <a:pt x="5687591" y="617346"/>
                  </a:lnTo>
                  <a:lnTo>
                    <a:pt x="5687736" y="617346"/>
                  </a:lnTo>
                  <a:lnTo>
                    <a:pt x="5687881" y="617346"/>
                  </a:lnTo>
                  <a:lnTo>
                    <a:pt x="5688027" y="617346"/>
                  </a:lnTo>
                  <a:lnTo>
                    <a:pt x="5688027" y="616722"/>
                  </a:lnTo>
                  <a:lnTo>
                    <a:pt x="5688172" y="616722"/>
                  </a:lnTo>
                  <a:lnTo>
                    <a:pt x="5688318" y="616722"/>
                  </a:lnTo>
                  <a:lnTo>
                    <a:pt x="5688463" y="616722"/>
                  </a:lnTo>
                  <a:lnTo>
                    <a:pt x="5688609" y="616722"/>
                  </a:lnTo>
                  <a:lnTo>
                    <a:pt x="5688754" y="616722"/>
                  </a:lnTo>
                  <a:lnTo>
                    <a:pt x="5688899" y="616722"/>
                  </a:lnTo>
                  <a:lnTo>
                    <a:pt x="5689045" y="616722"/>
                  </a:lnTo>
                  <a:lnTo>
                    <a:pt x="5689190" y="616722"/>
                  </a:lnTo>
                  <a:lnTo>
                    <a:pt x="5689336" y="616722"/>
                  </a:lnTo>
                  <a:lnTo>
                    <a:pt x="5689481" y="616722"/>
                  </a:lnTo>
                  <a:lnTo>
                    <a:pt x="5689627" y="616722"/>
                  </a:lnTo>
                  <a:lnTo>
                    <a:pt x="5689772" y="616722"/>
                  </a:lnTo>
                  <a:lnTo>
                    <a:pt x="5689917" y="616722"/>
                  </a:lnTo>
                  <a:lnTo>
                    <a:pt x="5689917" y="616099"/>
                  </a:lnTo>
                  <a:lnTo>
                    <a:pt x="5690063" y="616099"/>
                  </a:lnTo>
                  <a:lnTo>
                    <a:pt x="5690208" y="616099"/>
                  </a:lnTo>
                  <a:lnTo>
                    <a:pt x="5690354" y="616099"/>
                  </a:lnTo>
                  <a:lnTo>
                    <a:pt x="5690499" y="616099"/>
                  </a:lnTo>
                  <a:lnTo>
                    <a:pt x="5690645" y="616099"/>
                  </a:lnTo>
                  <a:lnTo>
                    <a:pt x="5690790" y="616099"/>
                  </a:lnTo>
                  <a:lnTo>
                    <a:pt x="5690935" y="616099"/>
                  </a:lnTo>
                  <a:lnTo>
                    <a:pt x="5691081" y="616099"/>
                  </a:lnTo>
                  <a:lnTo>
                    <a:pt x="5691226" y="616099"/>
                  </a:lnTo>
                  <a:lnTo>
                    <a:pt x="5691372" y="616099"/>
                  </a:lnTo>
                  <a:lnTo>
                    <a:pt x="5691372" y="615475"/>
                  </a:lnTo>
                  <a:lnTo>
                    <a:pt x="5691517" y="615475"/>
                  </a:lnTo>
                  <a:lnTo>
                    <a:pt x="5691662" y="615475"/>
                  </a:lnTo>
                  <a:lnTo>
                    <a:pt x="5691808" y="615475"/>
                  </a:lnTo>
                  <a:lnTo>
                    <a:pt x="5691953" y="615475"/>
                  </a:lnTo>
                  <a:lnTo>
                    <a:pt x="5692099" y="615475"/>
                  </a:lnTo>
                  <a:lnTo>
                    <a:pt x="5692244" y="615475"/>
                  </a:lnTo>
                  <a:lnTo>
                    <a:pt x="5692390" y="615475"/>
                  </a:lnTo>
                  <a:lnTo>
                    <a:pt x="5692535" y="615475"/>
                  </a:lnTo>
                  <a:lnTo>
                    <a:pt x="5692680" y="615475"/>
                  </a:lnTo>
                  <a:lnTo>
                    <a:pt x="5692826" y="615475"/>
                  </a:lnTo>
                  <a:lnTo>
                    <a:pt x="5692971" y="615475"/>
                  </a:lnTo>
                  <a:lnTo>
                    <a:pt x="5693117" y="615475"/>
                  </a:lnTo>
                  <a:lnTo>
                    <a:pt x="5693262" y="615475"/>
                  </a:lnTo>
                  <a:lnTo>
                    <a:pt x="5693408" y="615475"/>
                  </a:lnTo>
                  <a:lnTo>
                    <a:pt x="5693553" y="615475"/>
                  </a:lnTo>
                  <a:lnTo>
                    <a:pt x="5693698" y="615475"/>
                  </a:lnTo>
                  <a:lnTo>
                    <a:pt x="5693844" y="615475"/>
                  </a:lnTo>
                  <a:lnTo>
                    <a:pt x="5693989" y="615475"/>
                  </a:lnTo>
                  <a:lnTo>
                    <a:pt x="5694135" y="615475"/>
                  </a:lnTo>
                  <a:lnTo>
                    <a:pt x="5694280" y="615475"/>
                  </a:lnTo>
                  <a:lnTo>
                    <a:pt x="5694426" y="615475"/>
                  </a:lnTo>
                  <a:lnTo>
                    <a:pt x="5694571" y="615475"/>
                  </a:lnTo>
                  <a:lnTo>
                    <a:pt x="5694716" y="615475"/>
                  </a:lnTo>
                  <a:lnTo>
                    <a:pt x="5694862" y="615475"/>
                  </a:lnTo>
                  <a:lnTo>
                    <a:pt x="5695007" y="615475"/>
                  </a:lnTo>
                  <a:lnTo>
                    <a:pt x="5695153" y="615475"/>
                  </a:lnTo>
                  <a:lnTo>
                    <a:pt x="5695298" y="615475"/>
                  </a:lnTo>
                  <a:lnTo>
                    <a:pt x="5695444" y="615475"/>
                  </a:lnTo>
                  <a:lnTo>
                    <a:pt x="5695589" y="615475"/>
                  </a:lnTo>
                  <a:lnTo>
                    <a:pt x="5695734" y="615475"/>
                  </a:lnTo>
                  <a:lnTo>
                    <a:pt x="5695880" y="615475"/>
                  </a:lnTo>
                  <a:lnTo>
                    <a:pt x="5695880" y="614852"/>
                  </a:lnTo>
                  <a:lnTo>
                    <a:pt x="5696025" y="614852"/>
                  </a:lnTo>
                  <a:lnTo>
                    <a:pt x="5696171" y="614852"/>
                  </a:lnTo>
                  <a:lnTo>
                    <a:pt x="5696316" y="614852"/>
                  </a:lnTo>
                  <a:lnTo>
                    <a:pt x="5696462" y="614852"/>
                  </a:lnTo>
                  <a:lnTo>
                    <a:pt x="5696607" y="614852"/>
                  </a:lnTo>
                  <a:lnTo>
                    <a:pt x="5696752" y="614852"/>
                  </a:lnTo>
                  <a:lnTo>
                    <a:pt x="5696898" y="614852"/>
                  </a:lnTo>
                  <a:lnTo>
                    <a:pt x="5697043" y="614852"/>
                  </a:lnTo>
                  <a:lnTo>
                    <a:pt x="5697189" y="614852"/>
                  </a:lnTo>
                  <a:lnTo>
                    <a:pt x="5697334" y="614852"/>
                  </a:lnTo>
                  <a:lnTo>
                    <a:pt x="5697480" y="614852"/>
                  </a:lnTo>
                  <a:lnTo>
                    <a:pt x="5697625" y="614852"/>
                  </a:lnTo>
                  <a:lnTo>
                    <a:pt x="5697770" y="614852"/>
                  </a:lnTo>
                  <a:lnTo>
                    <a:pt x="5697916" y="614852"/>
                  </a:lnTo>
                  <a:lnTo>
                    <a:pt x="5697916" y="614228"/>
                  </a:lnTo>
                  <a:lnTo>
                    <a:pt x="5698061" y="614228"/>
                  </a:lnTo>
                  <a:lnTo>
                    <a:pt x="5698207" y="614228"/>
                  </a:lnTo>
                  <a:lnTo>
                    <a:pt x="5698352" y="614228"/>
                  </a:lnTo>
                  <a:lnTo>
                    <a:pt x="5698497" y="614228"/>
                  </a:lnTo>
                  <a:lnTo>
                    <a:pt x="5698643" y="614228"/>
                  </a:lnTo>
                  <a:lnTo>
                    <a:pt x="5698788" y="614228"/>
                  </a:lnTo>
                  <a:lnTo>
                    <a:pt x="5698934" y="614228"/>
                  </a:lnTo>
                  <a:lnTo>
                    <a:pt x="5699079" y="614228"/>
                  </a:lnTo>
                  <a:lnTo>
                    <a:pt x="5699079" y="613605"/>
                  </a:lnTo>
                  <a:lnTo>
                    <a:pt x="5699079" y="612981"/>
                  </a:lnTo>
                  <a:lnTo>
                    <a:pt x="5699225" y="612981"/>
                  </a:lnTo>
                  <a:lnTo>
                    <a:pt x="5699370" y="612981"/>
                  </a:lnTo>
                  <a:lnTo>
                    <a:pt x="5699515" y="612981"/>
                  </a:lnTo>
                  <a:lnTo>
                    <a:pt x="5699661" y="612981"/>
                  </a:lnTo>
                  <a:lnTo>
                    <a:pt x="5699806" y="612981"/>
                  </a:lnTo>
                  <a:lnTo>
                    <a:pt x="5699952" y="612981"/>
                  </a:lnTo>
                  <a:lnTo>
                    <a:pt x="5699952" y="612357"/>
                  </a:lnTo>
                  <a:lnTo>
                    <a:pt x="5700097" y="612357"/>
                  </a:lnTo>
                  <a:lnTo>
                    <a:pt x="5700243" y="612357"/>
                  </a:lnTo>
                  <a:lnTo>
                    <a:pt x="5700388" y="612357"/>
                  </a:lnTo>
                  <a:lnTo>
                    <a:pt x="5700533" y="612357"/>
                  </a:lnTo>
                  <a:lnTo>
                    <a:pt x="5700679" y="612357"/>
                  </a:lnTo>
                  <a:lnTo>
                    <a:pt x="5700679" y="611734"/>
                  </a:lnTo>
                  <a:lnTo>
                    <a:pt x="5700679" y="611110"/>
                  </a:lnTo>
                  <a:lnTo>
                    <a:pt x="5700824" y="611110"/>
                  </a:lnTo>
                  <a:lnTo>
                    <a:pt x="5700970" y="611110"/>
                  </a:lnTo>
                  <a:lnTo>
                    <a:pt x="5700970" y="610487"/>
                  </a:lnTo>
                  <a:lnTo>
                    <a:pt x="5701115" y="610487"/>
                  </a:lnTo>
                  <a:lnTo>
                    <a:pt x="5701261" y="610487"/>
                  </a:lnTo>
                  <a:lnTo>
                    <a:pt x="5701406" y="610487"/>
                  </a:lnTo>
                  <a:lnTo>
                    <a:pt x="5701551" y="610487"/>
                  </a:lnTo>
                  <a:lnTo>
                    <a:pt x="5701697" y="610487"/>
                  </a:lnTo>
                  <a:lnTo>
                    <a:pt x="5701842" y="610487"/>
                  </a:lnTo>
                  <a:lnTo>
                    <a:pt x="5701988" y="610487"/>
                  </a:lnTo>
                  <a:lnTo>
                    <a:pt x="5701988" y="609863"/>
                  </a:lnTo>
                  <a:lnTo>
                    <a:pt x="5702133" y="609863"/>
                  </a:lnTo>
                  <a:lnTo>
                    <a:pt x="5702279" y="609863"/>
                  </a:lnTo>
                  <a:lnTo>
                    <a:pt x="5702424" y="609863"/>
                  </a:lnTo>
                  <a:lnTo>
                    <a:pt x="5702569" y="609863"/>
                  </a:lnTo>
                  <a:lnTo>
                    <a:pt x="5702715" y="609863"/>
                  </a:lnTo>
                  <a:lnTo>
                    <a:pt x="5702860" y="609863"/>
                  </a:lnTo>
                  <a:lnTo>
                    <a:pt x="5703006" y="609863"/>
                  </a:lnTo>
                  <a:lnTo>
                    <a:pt x="5703151" y="609863"/>
                  </a:lnTo>
                  <a:lnTo>
                    <a:pt x="5703297" y="609863"/>
                  </a:lnTo>
                  <a:lnTo>
                    <a:pt x="5703442" y="609863"/>
                  </a:lnTo>
                  <a:lnTo>
                    <a:pt x="5703587" y="609863"/>
                  </a:lnTo>
                  <a:lnTo>
                    <a:pt x="5703733" y="609863"/>
                  </a:lnTo>
                  <a:lnTo>
                    <a:pt x="5703878" y="609863"/>
                  </a:lnTo>
                  <a:lnTo>
                    <a:pt x="5704024" y="609863"/>
                  </a:lnTo>
                  <a:lnTo>
                    <a:pt x="5704169" y="609863"/>
                  </a:lnTo>
                  <a:lnTo>
                    <a:pt x="5704315" y="609863"/>
                  </a:lnTo>
                  <a:lnTo>
                    <a:pt x="5704315" y="609239"/>
                  </a:lnTo>
                  <a:lnTo>
                    <a:pt x="5704460" y="609239"/>
                  </a:lnTo>
                  <a:lnTo>
                    <a:pt x="5704605" y="609239"/>
                  </a:lnTo>
                  <a:lnTo>
                    <a:pt x="5704751" y="609239"/>
                  </a:lnTo>
                  <a:lnTo>
                    <a:pt x="5704896" y="609239"/>
                  </a:lnTo>
                  <a:lnTo>
                    <a:pt x="5705042" y="609239"/>
                  </a:lnTo>
                  <a:lnTo>
                    <a:pt x="5705187" y="609239"/>
                  </a:lnTo>
                  <a:lnTo>
                    <a:pt x="5705332" y="609239"/>
                  </a:lnTo>
                  <a:lnTo>
                    <a:pt x="5705478" y="609239"/>
                  </a:lnTo>
                  <a:lnTo>
                    <a:pt x="5705623" y="609239"/>
                  </a:lnTo>
                  <a:lnTo>
                    <a:pt x="5705623" y="608616"/>
                  </a:lnTo>
                  <a:lnTo>
                    <a:pt x="5705769" y="608616"/>
                  </a:lnTo>
                  <a:lnTo>
                    <a:pt x="5705914" y="608616"/>
                  </a:lnTo>
                  <a:lnTo>
                    <a:pt x="5706060" y="608616"/>
                  </a:lnTo>
                  <a:lnTo>
                    <a:pt x="5706205" y="608616"/>
                  </a:lnTo>
                  <a:lnTo>
                    <a:pt x="5706350" y="608616"/>
                  </a:lnTo>
                  <a:lnTo>
                    <a:pt x="5706496" y="608616"/>
                  </a:lnTo>
                  <a:lnTo>
                    <a:pt x="5706641" y="608616"/>
                  </a:lnTo>
                  <a:lnTo>
                    <a:pt x="5706787" y="608616"/>
                  </a:lnTo>
                  <a:lnTo>
                    <a:pt x="5706932" y="608616"/>
                  </a:lnTo>
                  <a:lnTo>
                    <a:pt x="5707078" y="608616"/>
                  </a:lnTo>
                  <a:lnTo>
                    <a:pt x="5707223" y="608616"/>
                  </a:lnTo>
                  <a:lnTo>
                    <a:pt x="5707368" y="608616"/>
                  </a:lnTo>
                  <a:lnTo>
                    <a:pt x="5707514" y="608616"/>
                  </a:lnTo>
                  <a:lnTo>
                    <a:pt x="5707659" y="608616"/>
                  </a:lnTo>
                  <a:lnTo>
                    <a:pt x="5707805" y="608616"/>
                  </a:lnTo>
                  <a:lnTo>
                    <a:pt x="5707950" y="608616"/>
                  </a:lnTo>
                  <a:lnTo>
                    <a:pt x="5708096" y="608616"/>
                  </a:lnTo>
                  <a:lnTo>
                    <a:pt x="5708241" y="608616"/>
                  </a:lnTo>
                  <a:lnTo>
                    <a:pt x="5708386" y="608616"/>
                  </a:lnTo>
                  <a:lnTo>
                    <a:pt x="5708386" y="607992"/>
                  </a:lnTo>
                  <a:lnTo>
                    <a:pt x="5708532" y="607992"/>
                  </a:lnTo>
                  <a:lnTo>
                    <a:pt x="5708677" y="607992"/>
                  </a:lnTo>
                  <a:lnTo>
                    <a:pt x="5708823" y="607992"/>
                  </a:lnTo>
                  <a:lnTo>
                    <a:pt x="5708968" y="607992"/>
                  </a:lnTo>
                  <a:lnTo>
                    <a:pt x="5709114" y="607992"/>
                  </a:lnTo>
                  <a:lnTo>
                    <a:pt x="5709259" y="607992"/>
                  </a:lnTo>
                  <a:lnTo>
                    <a:pt x="5709404" y="607992"/>
                  </a:lnTo>
                  <a:lnTo>
                    <a:pt x="5709550" y="607992"/>
                  </a:lnTo>
                  <a:lnTo>
                    <a:pt x="5709695" y="607992"/>
                  </a:lnTo>
                  <a:lnTo>
                    <a:pt x="5709695" y="607369"/>
                  </a:lnTo>
                  <a:lnTo>
                    <a:pt x="5709841" y="607369"/>
                  </a:lnTo>
                  <a:lnTo>
                    <a:pt x="5709986" y="607369"/>
                  </a:lnTo>
                  <a:lnTo>
                    <a:pt x="5710132" y="607369"/>
                  </a:lnTo>
                  <a:lnTo>
                    <a:pt x="5710277" y="607369"/>
                  </a:lnTo>
                  <a:lnTo>
                    <a:pt x="5710422" y="607369"/>
                  </a:lnTo>
                  <a:lnTo>
                    <a:pt x="5710568" y="607369"/>
                  </a:lnTo>
                  <a:lnTo>
                    <a:pt x="5710713" y="607369"/>
                  </a:lnTo>
                  <a:lnTo>
                    <a:pt x="5710859" y="607369"/>
                  </a:lnTo>
                  <a:lnTo>
                    <a:pt x="5711004" y="607369"/>
                  </a:lnTo>
                  <a:lnTo>
                    <a:pt x="5711150" y="607369"/>
                  </a:lnTo>
                  <a:lnTo>
                    <a:pt x="5711295" y="607369"/>
                  </a:lnTo>
                  <a:lnTo>
                    <a:pt x="5711440" y="607369"/>
                  </a:lnTo>
                  <a:lnTo>
                    <a:pt x="5711586" y="607369"/>
                  </a:lnTo>
                  <a:lnTo>
                    <a:pt x="5711586" y="606745"/>
                  </a:lnTo>
                  <a:lnTo>
                    <a:pt x="5711731" y="606745"/>
                  </a:lnTo>
                  <a:lnTo>
                    <a:pt x="5711877" y="606745"/>
                  </a:lnTo>
                  <a:lnTo>
                    <a:pt x="5712022" y="606745"/>
                  </a:lnTo>
                  <a:lnTo>
                    <a:pt x="5712167" y="606745"/>
                  </a:lnTo>
                  <a:lnTo>
                    <a:pt x="5712313" y="606745"/>
                  </a:lnTo>
                  <a:lnTo>
                    <a:pt x="5712458" y="606745"/>
                  </a:lnTo>
                  <a:lnTo>
                    <a:pt x="5712604" y="606745"/>
                  </a:lnTo>
                  <a:lnTo>
                    <a:pt x="5712749" y="606745"/>
                  </a:lnTo>
                  <a:lnTo>
                    <a:pt x="5712895" y="606745"/>
                  </a:lnTo>
                  <a:lnTo>
                    <a:pt x="5713040" y="606745"/>
                  </a:lnTo>
                  <a:lnTo>
                    <a:pt x="5713185" y="606745"/>
                  </a:lnTo>
                  <a:lnTo>
                    <a:pt x="5713185" y="606122"/>
                  </a:lnTo>
                  <a:lnTo>
                    <a:pt x="5713331" y="606122"/>
                  </a:lnTo>
                  <a:lnTo>
                    <a:pt x="5713476" y="606122"/>
                  </a:lnTo>
                  <a:lnTo>
                    <a:pt x="5713622" y="606122"/>
                  </a:lnTo>
                  <a:lnTo>
                    <a:pt x="5713767" y="606122"/>
                  </a:lnTo>
                  <a:lnTo>
                    <a:pt x="5713913" y="606122"/>
                  </a:lnTo>
                  <a:lnTo>
                    <a:pt x="5714058" y="606122"/>
                  </a:lnTo>
                  <a:lnTo>
                    <a:pt x="5714203" y="606122"/>
                  </a:lnTo>
                  <a:lnTo>
                    <a:pt x="5714349" y="606122"/>
                  </a:lnTo>
                  <a:lnTo>
                    <a:pt x="5714494" y="606122"/>
                  </a:lnTo>
                  <a:lnTo>
                    <a:pt x="5714640" y="606122"/>
                  </a:lnTo>
                  <a:lnTo>
                    <a:pt x="5714785" y="606122"/>
                  </a:lnTo>
                  <a:lnTo>
                    <a:pt x="5714931" y="606122"/>
                  </a:lnTo>
                  <a:lnTo>
                    <a:pt x="5715076" y="606122"/>
                  </a:lnTo>
                  <a:lnTo>
                    <a:pt x="5715221" y="606122"/>
                  </a:lnTo>
                  <a:lnTo>
                    <a:pt x="5715367" y="606122"/>
                  </a:lnTo>
                  <a:lnTo>
                    <a:pt x="5715512" y="606122"/>
                  </a:lnTo>
                  <a:lnTo>
                    <a:pt x="5715658" y="606122"/>
                  </a:lnTo>
                  <a:lnTo>
                    <a:pt x="5715803" y="606122"/>
                  </a:lnTo>
                  <a:lnTo>
                    <a:pt x="5715949" y="606122"/>
                  </a:lnTo>
                  <a:lnTo>
                    <a:pt x="5716094" y="606122"/>
                  </a:lnTo>
                  <a:lnTo>
                    <a:pt x="5716239" y="606122"/>
                  </a:lnTo>
                  <a:lnTo>
                    <a:pt x="5716385" y="606122"/>
                  </a:lnTo>
                  <a:lnTo>
                    <a:pt x="5716530" y="606122"/>
                  </a:lnTo>
                  <a:lnTo>
                    <a:pt x="5716676" y="606122"/>
                  </a:lnTo>
                  <a:lnTo>
                    <a:pt x="5716821" y="606122"/>
                  </a:lnTo>
                  <a:lnTo>
                    <a:pt x="5716821" y="605498"/>
                  </a:lnTo>
                  <a:lnTo>
                    <a:pt x="5716967" y="605498"/>
                  </a:lnTo>
                  <a:lnTo>
                    <a:pt x="5717112" y="605498"/>
                  </a:lnTo>
                  <a:lnTo>
                    <a:pt x="5717257" y="605498"/>
                  </a:lnTo>
                  <a:lnTo>
                    <a:pt x="5717403" y="605498"/>
                  </a:lnTo>
                  <a:lnTo>
                    <a:pt x="5717548" y="605498"/>
                  </a:lnTo>
                  <a:lnTo>
                    <a:pt x="5717694" y="605498"/>
                  </a:lnTo>
                  <a:lnTo>
                    <a:pt x="5717839" y="605498"/>
                  </a:lnTo>
                  <a:lnTo>
                    <a:pt x="5717839" y="604874"/>
                  </a:lnTo>
                  <a:lnTo>
                    <a:pt x="5717985" y="604874"/>
                  </a:lnTo>
                  <a:lnTo>
                    <a:pt x="5718130" y="604874"/>
                  </a:lnTo>
                  <a:lnTo>
                    <a:pt x="5718275" y="604874"/>
                  </a:lnTo>
                  <a:lnTo>
                    <a:pt x="5718421" y="604874"/>
                  </a:lnTo>
                  <a:lnTo>
                    <a:pt x="5718566" y="604874"/>
                  </a:lnTo>
                  <a:lnTo>
                    <a:pt x="5718712" y="604874"/>
                  </a:lnTo>
                  <a:lnTo>
                    <a:pt x="5718857" y="604874"/>
                  </a:lnTo>
                  <a:lnTo>
                    <a:pt x="5719002" y="604874"/>
                  </a:lnTo>
                  <a:lnTo>
                    <a:pt x="5719148" y="604874"/>
                  </a:lnTo>
                  <a:lnTo>
                    <a:pt x="5719293" y="604874"/>
                  </a:lnTo>
                  <a:lnTo>
                    <a:pt x="5719439" y="604874"/>
                  </a:lnTo>
                  <a:lnTo>
                    <a:pt x="5719584" y="604874"/>
                  </a:lnTo>
                  <a:lnTo>
                    <a:pt x="5719730" y="604874"/>
                  </a:lnTo>
                  <a:lnTo>
                    <a:pt x="5719875" y="604874"/>
                  </a:lnTo>
                  <a:lnTo>
                    <a:pt x="5720020" y="604874"/>
                  </a:lnTo>
                  <a:lnTo>
                    <a:pt x="5720166" y="604874"/>
                  </a:lnTo>
                  <a:lnTo>
                    <a:pt x="5720311" y="604874"/>
                  </a:lnTo>
                  <a:lnTo>
                    <a:pt x="5720457" y="604874"/>
                  </a:lnTo>
                  <a:lnTo>
                    <a:pt x="5720602" y="604874"/>
                  </a:lnTo>
                  <a:lnTo>
                    <a:pt x="5720748" y="604874"/>
                  </a:lnTo>
                  <a:lnTo>
                    <a:pt x="5720893" y="604874"/>
                  </a:lnTo>
                  <a:lnTo>
                    <a:pt x="5721038" y="604874"/>
                  </a:lnTo>
                  <a:lnTo>
                    <a:pt x="5721184" y="604874"/>
                  </a:lnTo>
                  <a:lnTo>
                    <a:pt x="5721329" y="604874"/>
                  </a:lnTo>
                  <a:lnTo>
                    <a:pt x="5721475" y="604874"/>
                  </a:lnTo>
                  <a:lnTo>
                    <a:pt x="5721620" y="604874"/>
                  </a:lnTo>
                  <a:lnTo>
                    <a:pt x="5721766" y="604874"/>
                  </a:lnTo>
                  <a:lnTo>
                    <a:pt x="5721911" y="604874"/>
                  </a:lnTo>
                  <a:lnTo>
                    <a:pt x="5722056" y="604874"/>
                  </a:lnTo>
                  <a:lnTo>
                    <a:pt x="5722202" y="604874"/>
                  </a:lnTo>
                  <a:lnTo>
                    <a:pt x="5722347" y="604874"/>
                  </a:lnTo>
                  <a:lnTo>
                    <a:pt x="5722347" y="604251"/>
                  </a:lnTo>
                  <a:lnTo>
                    <a:pt x="5722493" y="604251"/>
                  </a:lnTo>
                  <a:lnTo>
                    <a:pt x="5722638" y="604251"/>
                  </a:lnTo>
                  <a:lnTo>
                    <a:pt x="5722784" y="604251"/>
                  </a:lnTo>
                  <a:lnTo>
                    <a:pt x="5722929" y="604251"/>
                  </a:lnTo>
                  <a:lnTo>
                    <a:pt x="5723074" y="604251"/>
                  </a:lnTo>
                  <a:lnTo>
                    <a:pt x="5723220" y="604251"/>
                  </a:lnTo>
                  <a:lnTo>
                    <a:pt x="5723365" y="604251"/>
                  </a:lnTo>
                  <a:lnTo>
                    <a:pt x="5723511" y="604251"/>
                  </a:lnTo>
                  <a:lnTo>
                    <a:pt x="5723656" y="604251"/>
                  </a:lnTo>
                  <a:lnTo>
                    <a:pt x="5723802" y="604251"/>
                  </a:lnTo>
                  <a:lnTo>
                    <a:pt x="5723947" y="604251"/>
                  </a:lnTo>
                  <a:lnTo>
                    <a:pt x="5724092" y="604251"/>
                  </a:lnTo>
                  <a:lnTo>
                    <a:pt x="5724092" y="603627"/>
                  </a:lnTo>
                  <a:lnTo>
                    <a:pt x="5724238" y="603627"/>
                  </a:lnTo>
                  <a:lnTo>
                    <a:pt x="5724383" y="603627"/>
                  </a:lnTo>
                  <a:lnTo>
                    <a:pt x="5724529" y="603627"/>
                  </a:lnTo>
                  <a:lnTo>
                    <a:pt x="5724529" y="603004"/>
                  </a:lnTo>
                  <a:lnTo>
                    <a:pt x="5724674" y="603004"/>
                  </a:lnTo>
                  <a:lnTo>
                    <a:pt x="5724820" y="603004"/>
                  </a:lnTo>
                  <a:lnTo>
                    <a:pt x="5724965" y="603004"/>
                  </a:lnTo>
                  <a:lnTo>
                    <a:pt x="5725110" y="603004"/>
                  </a:lnTo>
                  <a:lnTo>
                    <a:pt x="5725256" y="603004"/>
                  </a:lnTo>
                  <a:lnTo>
                    <a:pt x="5725401" y="603004"/>
                  </a:lnTo>
                  <a:lnTo>
                    <a:pt x="5725547" y="603004"/>
                  </a:lnTo>
                  <a:lnTo>
                    <a:pt x="5725692" y="603004"/>
                  </a:lnTo>
                  <a:lnTo>
                    <a:pt x="5725837" y="603004"/>
                  </a:lnTo>
                  <a:lnTo>
                    <a:pt x="5725983" y="603004"/>
                  </a:lnTo>
                  <a:lnTo>
                    <a:pt x="5726128" y="603004"/>
                  </a:lnTo>
                  <a:lnTo>
                    <a:pt x="5726274" y="603004"/>
                  </a:lnTo>
                  <a:lnTo>
                    <a:pt x="5726274" y="602380"/>
                  </a:lnTo>
                  <a:lnTo>
                    <a:pt x="5726419" y="602380"/>
                  </a:lnTo>
                  <a:lnTo>
                    <a:pt x="5726565" y="602380"/>
                  </a:lnTo>
                  <a:lnTo>
                    <a:pt x="5726710" y="602380"/>
                  </a:lnTo>
                  <a:lnTo>
                    <a:pt x="5726855" y="602380"/>
                  </a:lnTo>
                  <a:lnTo>
                    <a:pt x="5727001" y="602380"/>
                  </a:lnTo>
                  <a:lnTo>
                    <a:pt x="5727146" y="602380"/>
                  </a:lnTo>
                  <a:lnTo>
                    <a:pt x="5727292" y="602380"/>
                  </a:lnTo>
                  <a:lnTo>
                    <a:pt x="5727437" y="602380"/>
                  </a:lnTo>
                  <a:lnTo>
                    <a:pt x="5727583" y="602380"/>
                  </a:lnTo>
                  <a:lnTo>
                    <a:pt x="5727728" y="602380"/>
                  </a:lnTo>
                  <a:lnTo>
                    <a:pt x="5727873" y="602380"/>
                  </a:lnTo>
                  <a:lnTo>
                    <a:pt x="5728019" y="602380"/>
                  </a:lnTo>
                  <a:lnTo>
                    <a:pt x="5728164" y="602380"/>
                  </a:lnTo>
                  <a:lnTo>
                    <a:pt x="5728310" y="602380"/>
                  </a:lnTo>
                  <a:lnTo>
                    <a:pt x="5728455" y="602380"/>
                  </a:lnTo>
                  <a:lnTo>
                    <a:pt x="5728601" y="602380"/>
                  </a:lnTo>
                  <a:lnTo>
                    <a:pt x="5728746" y="602380"/>
                  </a:lnTo>
                  <a:lnTo>
                    <a:pt x="5728891" y="602380"/>
                  </a:lnTo>
                  <a:lnTo>
                    <a:pt x="5729037" y="602380"/>
                  </a:lnTo>
                  <a:lnTo>
                    <a:pt x="5729182" y="602380"/>
                  </a:lnTo>
                  <a:lnTo>
                    <a:pt x="5729328" y="602380"/>
                  </a:lnTo>
                  <a:lnTo>
                    <a:pt x="5729473" y="602380"/>
                  </a:lnTo>
                  <a:lnTo>
                    <a:pt x="5729619" y="602380"/>
                  </a:lnTo>
                  <a:lnTo>
                    <a:pt x="5729764" y="602380"/>
                  </a:lnTo>
                  <a:lnTo>
                    <a:pt x="5729909" y="602380"/>
                  </a:lnTo>
                  <a:lnTo>
                    <a:pt x="5730055" y="602380"/>
                  </a:lnTo>
                  <a:lnTo>
                    <a:pt x="5730200" y="602380"/>
                  </a:lnTo>
                  <a:lnTo>
                    <a:pt x="5730346" y="602380"/>
                  </a:lnTo>
                  <a:lnTo>
                    <a:pt x="5730491" y="602380"/>
                  </a:lnTo>
                  <a:lnTo>
                    <a:pt x="5730637" y="602380"/>
                  </a:lnTo>
                  <a:lnTo>
                    <a:pt x="5730782" y="602380"/>
                  </a:lnTo>
                  <a:lnTo>
                    <a:pt x="5730927" y="602380"/>
                  </a:lnTo>
                  <a:lnTo>
                    <a:pt x="5731073" y="602380"/>
                  </a:lnTo>
                  <a:lnTo>
                    <a:pt x="5731218" y="602380"/>
                  </a:lnTo>
                  <a:lnTo>
                    <a:pt x="5731364" y="602380"/>
                  </a:lnTo>
                  <a:lnTo>
                    <a:pt x="5731509" y="602380"/>
                  </a:lnTo>
                  <a:lnTo>
                    <a:pt x="5731655" y="602380"/>
                  </a:lnTo>
                  <a:lnTo>
                    <a:pt x="5731655" y="601756"/>
                  </a:lnTo>
                  <a:lnTo>
                    <a:pt x="5731800" y="601756"/>
                  </a:lnTo>
                  <a:lnTo>
                    <a:pt x="5731945" y="601756"/>
                  </a:lnTo>
                  <a:lnTo>
                    <a:pt x="5732091" y="601756"/>
                  </a:lnTo>
                  <a:lnTo>
                    <a:pt x="5732236" y="601756"/>
                  </a:lnTo>
                  <a:lnTo>
                    <a:pt x="5732382" y="601756"/>
                  </a:lnTo>
                  <a:lnTo>
                    <a:pt x="5732527" y="601756"/>
                  </a:lnTo>
                  <a:lnTo>
                    <a:pt x="5732672" y="601756"/>
                  </a:lnTo>
                  <a:lnTo>
                    <a:pt x="5732818" y="601756"/>
                  </a:lnTo>
                  <a:lnTo>
                    <a:pt x="5732963" y="601756"/>
                  </a:lnTo>
                  <a:lnTo>
                    <a:pt x="5733109" y="601756"/>
                  </a:lnTo>
                  <a:lnTo>
                    <a:pt x="5733254" y="601756"/>
                  </a:lnTo>
                  <a:lnTo>
                    <a:pt x="5733400" y="601756"/>
                  </a:lnTo>
                  <a:lnTo>
                    <a:pt x="5733545" y="601756"/>
                  </a:lnTo>
                  <a:lnTo>
                    <a:pt x="5733690" y="601756"/>
                  </a:lnTo>
                  <a:lnTo>
                    <a:pt x="5733836" y="601756"/>
                  </a:lnTo>
                  <a:lnTo>
                    <a:pt x="5733981" y="601756"/>
                  </a:lnTo>
                  <a:lnTo>
                    <a:pt x="5733981" y="601133"/>
                  </a:lnTo>
                  <a:lnTo>
                    <a:pt x="5734127" y="601133"/>
                  </a:lnTo>
                  <a:lnTo>
                    <a:pt x="5734272" y="601133"/>
                  </a:lnTo>
                  <a:lnTo>
                    <a:pt x="5734418" y="601133"/>
                  </a:lnTo>
                  <a:lnTo>
                    <a:pt x="5734563" y="601133"/>
                  </a:lnTo>
                  <a:lnTo>
                    <a:pt x="5734708" y="601133"/>
                  </a:lnTo>
                  <a:lnTo>
                    <a:pt x="5734854" y="601133"/>
                  </a:lnTo>
                  <a:lnTo>
                    <a:pt x="5734999" y="601133"/>
                  </a:lnTo>
                  <a:lnTo>
                    <a:pt x="5735145" y="601133"/>
                  </a:lnTo>
                  <a:lnTo>
                    <a:pt x="5735290" y="601133"/>
                  </a:lnTo>
                  <a:lnTo>
                    <a:pt x="5735436" y="601133"/>
                  </a:lnTo>
                  <a:lnTo>
                    <a:pt x="5735436" y="600509"/>
                  </a:lnTo>
                  <a:lnTo>
                    <a:pt x="5735581" y="600509"/>
                  </a:lnTo>
                  <a:lnTo>
                    <a:pt x="5735726" y="600509"/>
                  </a:lnTo>
                  <a:lnTo>
                    <a:pt x="5735872" y="600509"/>
                  </a:lnTo>
                  <a:lnTo>
                    <a:pt x="5736017" y="600509"/>
                  </a:lnTo>
                  <a:lnTo>
                    <a:pt x="5736017" y="599886"/>
                  </a:lnTo>
                  <a:lnTo>
                    <a:pt x="5736163" y="599886"/>
                  </a:lnTo>
                  <a:lnTo>
                    <a:pt x="5736308" y="599886"/>
                  </a:lnTo>
                  <a:lnTo>
                    <a:pt x="5736454" y="599886"/>
                  </a:lnTo>
                  <a:lnTo>
                    <a:pt x="5736599" y="599886"/>
                  </a:lnTo>
                  <a:lnTo>
                    <a:pt x="5736744" y="599886"/>
                  </a:lnTo>
                  <a:lnTo>
                    <a:pt x="5736890" y="599886"/>
                  </a:lnTo>
                  <a:lnTo>
                    <a:pt x="5737035" y="599886"/>
                  </a:lnTo>
                  <a:lnTo>
                    <a:pt x="5737181" y="599886"/>
                  </a:lnTo>
                  <a:lnTo>
                    <a:pt x="5737326" y="599886"/>
                  </a:lnTo>
                  <a:lnTo>
                    <a:pt x="5737472" y="599886"/>
                  </a:lnTo>
                  <a:lnTo>
                    <a:pt x="5737617" y="599886"/>
                  </a:lnTo>
                  <a:lnTo>
                    <a:pt x="5737762" y="599886"/>
                  </a:lnTo>
                  <a:lnTo>
                    <a:pt x="5737908" y="599886"/>
                  </a:lnTo>
                  <a:lnTo>
                    <a:pt x="5738053" y="599886"/>
                  </a:lnTo>
                  <a:lnTo>
                    <a:pt x="5738199" y="599886"/>
                  </a:lnTo>
                  <a:lnTo>
                    <a:pt x="5738344" y="599886"/>
                  </a:lnTo>
                  <a:lnTo>
                    <a:pt x="5738490" y="599886"/>
                  </a:lnTo>
                  <a:lnTo>
                    <a:pt x="5738635" y="599886"/>
                  </a:lnTo>
                  <a:lnTo>
                    <a:pt x="5738780" y="599886"/>
                  </a:lnTo>
                  <a:lnTo>
                    <a:pt x="5738926" y="599886"/>
                  </a:lnTo>
                  <a:lnTo>
                    <a:pt x="5739071" y="599886"/>
                  </a:lnTo>
                  <a:lnTo>
                    <a:pt x="5739217" y="599886"/>
                  </a:lnTo>
                  <a:lnTo>
                    <a:pt x="5739362" y="599886"/>
                  </a:lnTo>
                  <a:lnTo>
                    <a:pt x="5739507" y="599886"/>
                  </a:lnTo>
                  <a:lnTo>
                    <a:pt x="5739653" y="599886"/>
                  </a:lnTo>
                  <a:lnTo>
                    <a:pt x="5739798" y="599886"/>
                  </a:lnTo>
                  <a:lnTo>
                    <a:pt x="5739798" y="599262"/>
                  </a:lnTo>
                  <a:lnTo>
                    <a:pt x="5739944" y="599262"/>
                  </a:lnTo>
                  <a:lnTo>
                    <a:pt x="5739944" y="598639"/>
                  </a:lnTo>
                  <a:lnTo>
                    <a:pt x="5740089" y="598639"/>
                  </a:lnTo>
                  <a:lnTo>
                    <a:pt x="5740235" y="598639"/>
                  </a:lnTo>
                  <a:lnTo>
                    <a:pt x="5740380" y="598639"/>
                  </a:lnTo>
                  <a:lnTo>
                    <a:pt x="5740525" y="598639"/>
                  </a:lnTo>
                  <a:lnTo>
                    <a:pt x="5740671" y="598639"/>
                  </a:lnTo>
                  <a:lnTo>
                    <a:pt x="5740671" y="598015"/>
                  </a:lnTo>
                  <a:lnTo>
                    <a:pt x="5740816" y="598015"/>
                  </a:lnTo>
                  <a:lnTo>
                    <a:pt x="5740962" y="598015"/>
                  </a:lnTo>
                  <a:lnTo>
                    <a:pt x="5741107" y="598015"/>
                  </a:lnTo>
                  <a:lnTo>
                    <a:pt x="5741107" y="597391"/>
                  </a:lnTo>
                  <a:lnTo>
                    <a:pt x="5741253" y="597391"/>
                  </a:lnTo>
                  <a:lnTo>
                    <a:pt x="5741398" y="597391"/>
                  </a:lnTo>
                  <a:lnTo>
                    <a:pt x="5741543" y="597391"/>
                  </a:lnTo>
                  <a:lnTo>
                    <a:pt x="5741689" y="597391"/>
                  </a:lnTo>
                  <a:lnTo>
                    <a:pt x="5741834" y="597391"/>
                  </a:lnTo>
                  <a:lnTo>
                    <a:pt x="5741980" y="597391"/>
                  </a:lnTo>
                  <a:lnTo>
                    <a:pt x="5742125" y="597391"/>
                  </a:lnTo>
                  <a:lnTo>
                    <a:pt x="5742271" y="597391"/>
                  </a:lnTo>
                  <a:lnTo>
                    <a:pt x="5742416" y="597391"/>
                  </a:lnTo>
                  <a:lnTo>
                    <a:pt x="5742561" y="597391"/>
                  </a:lnTo>
                  <a:lnTo>
                    <a:pt x="5742707" y="597391"/>
                  </a:lnTo>
                  <a:lnTo>
                    <a:pt x="5742852" y="597391"/>
                  </a:lnTo>
                  <a:lnTo>
                    <a:pt x="5742998" y="597391"/>
                  </a:lnTo>
                  <a:lnTo>
                    <a:pt x="5743143" y="597391"/>
                  </a:lnTo>
                  <a:lnTo>
                    <a:pt x="5743289" y="597391"/>
                  </a:lnTo>
                  <a:lnTo>
                    <a:pt x="5743434" y="597391"/>
                  </a:lnTo>
                  <a:lnTo>
                    <a:pt x="5743579" y="597391"/>
                  </a:lnTo>
                  <a:lnTo>
                    <a:pt x="5743725" y="597391"/>
                  </a:lnTo>
                  <a:lnTo>
                    <a:pt x="5743870" y="597391"/>
                  </a:lnTo>
                  <a:lnTo>
                    <a:pt x="5744016" y="597391"/>
                  </a:lnTo>
                  <a:lnTo>
                    <a:pt x="5744161" y="597391"/>
                  </a:lnTo>
                  <a:lnTo>
                    <a:pt x="5744307" y="597391"/>
                  </a:lnTo>
                  <a:lnTo>
                    <a:pt x="5744452" y="597391"/>
                  </a:lnTo>
                  <a:lnTo>
                    <a:pt x="5744597" y="597391"/>
                  </a:lnTo>
                  <a:lnTo>
                    <a:pt x="5744743" y="597391"/>
                  </a:lnTo>
                  <a:lnTo>
                    <a:pt x="5744888" y="597391"/>
                  </a:lnTo>
                  <a:lnTo>
                    <a:pt x="5745034" y="597391"/>
                  </a:lnTo>
                  <a:lnTo>
                    <a:pt x="5745179" y="597391"/>
                  </a:lnTo>
                  <a:lnTo>
                    <a:pt x="5745325" y="597391"/>
                  </a:lnTo>
                  <a:lnTo>
                    <a:pt x="5745470" y="597391"/>
                  </a:lnTo>
                  <a:lnTo>
                    <a:pt x="5745615" y="597391"/>
                  </a:lnTo>
                  <a:lnTo>
                    <a:pt x="5745761" y="597391"/>
                  </a:lnTo>
                  <a:lnTo>
                    <a:pt x="5745906" y="597391"/>
                  </a:lnTo>
                  <a:lnTo>
                    <a:pt x="5745906" y="596768"/>
                  </a:lnTo>
                  <a:lnTo>
                    <a:pt x="5746052" y="596768"/>
                  </a:lnTo>
                  <a:lnTo>
                    <a:pt x="5746197" y="596768"/>
                  </a:lnTo>
                  <a:lnTo>
                    <a:pt x="5746342" y="596768"/>
                  </a:lnTo>
                  <a:lnTo>
                    <a:pt x="5746488" y="596768"/>
                  </a:lnTo>
                  <a:lnTo>
                    <a:pt x="5746633" y="596768"/>
                  </a:lnTo>
                  <a:lnTo>
                    <a:pt x="5746779" y="596768"/>
                  </a:lnTo>
                  <a:lnTo>
                    <a:pt x="5746924" y="596768"/>
                  </a:lnTo>
                  <a:lnTo>
                    <a:pt x="5747070" y="596768"/>
                  </a:lnTo>
                  <a:lnTo>
                    <a:pt x="5747215" y="596768"/>
                  </a:lnTo>
                  <a:lnTo>
                    <a:pt x="5747360" y="596768"/>
                  </a:lnTo>
                  <a:lnTo>
                    <a:pt x="5747506" y="596768"/>
                  </a:lnTo>
                  <a:lnTo>
                    <a:pt x="5747651" y="596768"/>
                  </a:lnTo>
                  <a:lnTo>
                    <a:pt x="5747797" y="596768"/>
                  </a:lnTo>
                  <a:lnTo>
                    <a:pt x="5747942" y="596768"/>
                  </a:lnTo>
                  <a:lnTo>
                    <a:pt x="5748088" y="596768"/>
                  </a:lnTo>
                  <a:lnTo>
                    <a:pt x="5748233" y="596768"/>
                  </a:lnTo>
                  <a:lnTo>
                    <a:pt x="5748378" y="596768"/>
                  </a:lnTo>
                  <a:lnTo>
                    <a:pt x="5748524" y="596768"/>
                  </a:lnTo>
                  <a:lnTo>
                    <a:pt x="5748524" y="596144"/>
                  </a:lnTo>
                  <a:lnTo>
                    <a:pt x="5748669" y="596144"/>
                  </a:lnTo>
                  <a:lnTo>
                    <a:pt x="5748815" y="596144"/>
                  </a:lnTo>
                  <a:lnTo>
                    <a:pt x="5748960" y="596144"/>
                  </a:lnTo>
                  <a:lnTo>
                    <a:pt x="5749106" y="596144"/>
                  </a:lnTo>
                  <a:lnTo>
                    <a:pt x="5749251" y="596144"/>
                  </a:lnTo>
                  <a:lnTo>
                    <a:pt x="5749396" y="596144"/>
                  </a:lnTo>
                  <a:lnTo>
                    <a:pt x="5749542" y="596144"/>
                  </a:lnTo>
                  <a:lnTo>
                    <a:pt x="5749687" y="596144"/>
                  </a:lnTo>
                  <a:lnTo>
                    <a:pt x="5749833" y="596144"/>
                  </a:lnTo>
                  <a:lnTo>
                    <a:pt x="5749978" y="596144"/>
                  </a:lnTo>
                  <a:lnTo>
                    <a:pt x="5750124" y="596144"/>
                  </a:lnTo>
                  <a:lnTo>
                    <a:pt x="5750269" y="596144"/>
                  </a:lnTo>
                  <a:lnTo>
                    <a:pt x="5750414" y="596144"/>
                  </a:lnTo>
                  <a:lnTo>
                    <a:pt x="5750560" y="596144"/>
                  </a:lnTo>
                  <a:lnTo>
                    <a:pt x="5750705" y="596144"/>
                  </a:lnTo>
                  <a:lnTo>
                    <a:pt x="5750851" y="596144"/>
                  </a:lnTo>
                  <a:lnTo>
                    <a:pt x="5750996" y="596144"/>
                  </a:lnTo>
                  <a:lnTo>
                    <a:pt x="5751142" y="596144"/>
                  </a:lnTo>
                  <a:lnTo>
                    <a:pt x="5751287" y="596144"/>
                  </a:lnTo>
                  <a:lnTo>
                    <a:pt x="5751432" y="596144"/>
                  </a:lnTo>
                  <a:lnTo>
                    <a:pt x="5751578" y="596144"/>
                  </a:lnTo>
                  <a:lnTo>
                    <a:pt x="5751723" y="596144"/>
                  </a:lnTo>
                  <a:lnTo>
                    <a:pt x="5751869" y="596144"/>
                  </a:lnTo>
                  <a:lnTo>
                    <a:pt x="5752014" y="596144"/>
                  </a:lnTo>
                  <a:lnTo>
                    <a:pt x="5752160" y="596144"/>
                  </a:lnTo>
                  <a:lnTo>
                    <a:pt x="5752160" y="595521"/>
                  </a:lnTo>
                  <a:lnTo>
                    <a:pt x="5752305" y="595521"/>
                  </a:lnTo>
                  <a:lnTo>
                    <a:pt x="5752450" y="595521"/>
                  </a:lnTo>
                  <a:lnTo>
                    <a:pt x="5752596" y="595521"/>
                  </a:lnTo>
                  <a:lnTo>
                    <a:pt x="5752741" y="595521"/>
                  </a:lnTo>
                  <a:lnTo>
                    <a:pt x="5752887" y="595521"/>
                  </a:lnTo>
                  <a:lnTo>
                    <a:pt x="5753032" y="595521"/>
                  </a:lnTo>
                  <a:lnTo>
                    <a:pt x="5753177" y="595521"/>
                  </a:lnTo>
                  <a:lnTo>
                    <a:pt x="5753323" y="595521"/>
                  </a:lnTo>
                  <a:lnTo>
                    <a:pt x="5753468" y="595521"/>
                  </a:lnTo>
                  <a:lnTo>
                    <a:pt x="5753614" y="595521"/>
                  </a:lnTo>
                  <a:lnTo>
                    <a:pt x="5753759" y="595521"/>
                  </a:lnTo>
                  <a:lnTo>
                    <a:pt x="5753905" y="595521"/>
                  </a:lnTo>
                  <a:lnTo>
                    <a:pt x="5754050" y="595521"/>
                  </a:lnTo>
                  <a:lnTo>
                    <a:pt x="5754195" y="595521"/>
                  </a:lnTo>
                  <a:lnTo>
                    <a:pt x="5754341" y="595521"/>
                  </a:lnTo>
                  <a:lnTo>
                    <a:pt x="5754486" y="595521"/>
                  </a:lnTo>
                  <a:lnTo>
                    <a:pt x="5754632" y="595521"/>
                  </a:lnTo>
                  <a:lnTo>
                    <a:pt x="5754777" y="595521"/>
                  </a:lnTo>
                  <a:lnTo>
                    <a:pt x="5754923" y="595521"/>
                  </a:lnTo>
                  <a:lnTo>
                    <a:pt x="5755068" y="595521"/>
                  </a:lnTo>
                  <a:lnTo>
                    <a:pt x="5755213" y="595521"/>
                  </a:lnTo>
                  <a:lnTo>
                    <a:pt x="5755359" y="595521"/>
                  </a:lnTo>
                  <a:lnTo>
                    <a:pt x="5755504" y="595521"/>
                  </a:lnTo>
                  <a:lnTo>
                    <a:pt x="5755650" y="595521"/>
                  </a:lnTo>
                  <a:lnTo>
                    <a:pt x="5755795" y="595521"/>
                  </a:lnTo>
                  <a:lnTo>
                    <a:pt x="5755941" y="595521"/>
                  </a:lnTo>
                  <a:lnTo>
                    <a:pt x="5756086" y="595521"/>
                  </a:lnTo>
                  <a:lnTo>
                    <a:pt x="5756231" y="595521"/>
                  </a:lnTo>
                  <a:lnTo>
                    <a:pt x="5756377" y="595521"/>
                  </a:lnTo>
                  <a:lnTo>
                    <a:pt x="5756522" y="595521"/>
                  </a:lnTo>
                  <a:lnTo>
                    <a:pt x="5756668" y="595521"/>
                  </a:lnTo>
                  <a:lnTo>
                    <a:pt x="5756813" y="595521"/>
                  </a:lnTo>
                  <a:lnTo>
                    <a:pt x="5756959" y="595521"/>
                  </a:lnTo>
                  <a:lnTo>
                    <a:pt x="5757104" y="595521"/>
                  </a:lnTo>
                  <a:lnTo>
                    <a:pt x="5757249" y="595521"/>
                  </a:lnTo>
                  <a:lnTo>
                    <a:pt x="5757249" y="594897"/>
                  </a:lnTo>
                  <a:lnTo>
                    <a:pt x="5757395" y="594897"/>
                  </a:lnTo>
                  <a:lnTo>
                    <a:pt x="5757540" y="594897"/>
                  </a:lnTo>
                  <a:lnTo>
                    <a:pt x="5757686" y="594897"/>
                  </a:lnTo>
                  <a:lnTo>
                    <a:pt x="5757831" y="594897"/>
                  </a:lnTo>
                  <a:lnTo>
                    <a:pt x="5757977" y="594897"/>
                  </a:lnTo>
                  <a:lnTo>
                    <a:pt x="5757977" y="594273"/>
                  </a:lnTo>
                  <a:lnTo>
                    <a:pt x="5758122" y="594273"/>
                  </a:lnTo>
                  <a:lnTo>
                    <a:pt x="5758267" y="594273"/>
                  </a:lnTo>
                  <a:lnTo>
                    <a:pt x="5758413" y="594273"/>
                  </a:lnTo>
                  <a:lnTo>
                    <a:pt x="5758558" y="594273"/>
                  </a:lnTo>
                  <a:lnTo>
                    <a:pt x="5758704" y="594273"/>
                  </a:lnTo>
                  <a:lnTo>
                    <a:pt x="5758849" y="594273"/>
                  </a:lnTo>
                  <a:lnTo>
                    <a:pt x="5758995" y="594273"/>
                  </a:lnTo>
                  <a:lnTo>
                    <a:pt x="5759140" y="594273"/>
                  </a:lnTo>
                  <a:lnTo>
                    <a:pt x="5759140" y="593650"/>
                  </a:lnTo>
                  <a:lnTo>
                    <a:pt x="5759285" y="593650"/>
                  </a:lnTo>
                  <a:lnTo>
                    <a:pt x="5759431" y="593650"/>
                  </a:lnTo>
                  <a:lnTo>
                    <a:pt x="5759576" y="593650"/>
                  </a:lnTo>
                  <a:lnTo>
                    <a:pt x="5759722" y="593650"/>
                  </a:lnTo>
                  <a:lnTo>
                    <a:pt x="5759867" y="593650"/>
                  </a:lnTo>
                  <a:lnTo>
                    <a:pt x="5760012" y="593650"/>
                  </a:lnTo>
                  <a:lnTo>
                    <a:pt x="5760158" y="593650"/>
                  </a:lnTo>
                  <a:lnTo>
                    <a:pt x="5760303" y="593650"/>
                  </a:lnTo>
                  <a:lnTo>
                    <a:pt x="5760449" y="593650"/>
                  </a:lnTo>
                  <a:lnTo>
                    <a:pt x="5760594" y="593650"/>
                  </a:lnTo>
                  <a:lnTo>
                    <a:pt x="5760740" y="593650"/>
                  </a:lnTo>
                  <a:lnTo>
                    <a:pt x="5760885" y="593650"/>
                  </a:lnTo>
                  <a:lnTo>
                    <a:pt x="5761030" y="593650"/>
                  </a:lnTo>
                  <a:lnTo>
                    <a:pt x="5761176" y="593650"/>
                  </a:lnTo>
                  <a:lnTo>
                    <a:pt x="5761321" y="593650"/>
                  </a:lnTo>
                  <a:lnTo>
                    <a:pt x="5761467" y="593650"/>
                  </a:lnTo>
                  <a:lnTo>
                    <a:pt x="5761612" y="593650"/>
                  </a:lnTo>
                  <a:lnTo>
                    <a:pt x="5761758" y="593650"/>
                  </a:lnTo>
                  <a:lnTo>
                    <a:pt x="5761903" y="593650"/>
                  </a:lnTo>
                  <a:lnTo>
                    <a:pt x="5762048" y="593650"/>
                  </a:lnTo>
                  <a:lnTo>
                    <a:pt x="5762194" y="593650"/>
                  </a:lnTo>
                  <a:lnTo>
                    <a:pt x="5762339" y="593650"/>
                  </a:lnTo>
                  <a:lnTo>
                    <a:pt x="5762485" y="593650"/>
                  </a:lnTo>
                  <a:lnTo>
                    <a:pt x="5762630" y="593650"/>
                  </a:lnTo>
                  <a:lnTo>
                    <a:pt x="5762776" y="593650"/>
                  </a:lnTo>
                  <a:lnTo>
                    <a:pt x="5762776" y="593026"/>
                  </a:lnTo>
                  <a:lnTo>
                    <a:pt x="5762921" y="593026"/>
                  </a:lnTo>
                  <a:lnTo>
                    <a:pt x="5763066" y="593026"/>
                  </a:lnTo>
                  <a:lnTo>
                    <a:pt x="5763066" y="592403"/>
                  </a:lnTo>
                  <a:lnTo>
                    <a:pt x="5763212" y="592403"/>
                  </a:lnTo>
                  <a:lnTo>
                    <a:pt x="5763357" y="592403"/>
                  </a:lnTo>
                  <a:lnTo>
                    <a:pt x="5763503" y="592403"/>
                  </a:lnTo>
                  <a:lnTo>
                    <a:pt x="5763648" y="592403"/>
                  </a:lnTo>
                  <a:lnTo>
                    <a:pt x="5763648" y="591779"/>
                  </a:lnTo>
                  <a:lnTo>
                    <a:pt x="5763794" y="591779"/>
                  </a:lnTo>
                  <a:lnTo>
                    <a:pt x="5763794" y="591156"/>
                  </a:lnTo>
                  <a:lnTo>
                    <a:pt x="5763939" y="591156"/>
                  </a:lnTo>
                  <a:lnTo>
                    <a:pt x="5764084" y="591156"/>
                  </a:lnTo>
                  <a:lnTo>
                    <a:pt x="5764230" y="591156"/>
                  </a:lnTo>
                  <a:lnTo>
                    <a:pt x="5764375" y="591156"/>
                  </a:lnTo>
                  <a:lnTo>
                    <a:pt x="5764521" y="591156"/>
                  </a:lnTo>
                  <a:lnTo>
                    <a:pt x="5764666" y="591156"/>
                  </a:lnTo>
                  <a:lnTo>
                    <a:pt x="5764812" y="591156"/>
                  </a:lnTo>
                  <a:lnTo>
                    <a:pt x="5764957" y="591156"/>
                  </a:lnTo>
                  <a:lnTo>
                    <a:pt x="5765102" y="591156"/>
                  </a:lnTo>
                  <a:lnTo>
                    <a:pt x="5765248" y="591156"/>
                  </a:lnTo>
                  <a:lnTo>
                    <a:pt x="5765393" y="591156"/>
                  </a:lnTo>
                  <a:lnTo>
                    <a:pt x="5765539" y="591156"/>
                  </a:lnTo>
                  <a:lnTo>
                    <a:pt x="5765684" y="591156"/>
                  </a:lnTo>
                  <a:lnTo>
                    <a:pt x="5765830" y="591156"/>
                  </a:lnTo>
                  <a:lnTo>
                    <a:pt x="5765975" y="591156"/>
                  </a:lnTo>
                  <a:lnTo>
                    <a:pt x="5766120" y="591156"/>
                  </a:lnTo>
                  <a:lnTo>
                    <a:pt x="5766266" y="591156"/>
                  </a:lnTo>
                  <a:lnTo>
                    <a:pt x="5766411" y="591156"/>
                  </a:lnTo>
                  <a:lnTo>
                    <a:pt x="5766557" y="591156"/>
                  </a:lnTo>
                  <a:lnTo>
                    <a:pt x="5766702" y="591156"/>
                  </a:lnTo>
                  <a:lnTo>
                    <a:pt x="5766847" y="591156"/>
                  </a:lnTo>
                  <a:lnTo>
                    <a:pt x="5766993" y="591156"/>
                  </a:lnTo>
                  <a:lnTo>
                    <a:pt x="5767138" y="591156"/>
                  </a:lnTo>
                  <a:lnTo>
                    <a:pt x="5767284" y="591156"/>
                  </a:lnTo>
                  <a:lnTo>
                    <a:pt x="5767429" y="591156"/>
                  </a:lnTo>
                  <a:lnTo>
                    <a:pt x="5767429" y="590532"/>
                  </a:lnTo>
                  <a:lnTo>
                    <a:pt x="5767429" y="589908"/>
                  </a:lnTo>
                  <a:lnTo>
                    <a:pt x="5767429" y="589285"/>
                  </a:lnTo>
                  <a:lnTo>
                    <a:pt x="5767575" y="589285"/>
                  </a:lnTo>
                  <a:lnTo>
                    <a:pt x="5767720" y="589285"/>
                  </a:lnTo>
                  <a:lnTo>
                    <a:pt x="5767865" y="589285"/>
                  </a:lnTo>
                  <a:lnTo>
                    <a:pt x="5768011" y="589285"/>
                  </a:lnTo>
                  <a:lnTo>
                    <a:pt x="5768156" y="589285"/>
                  </a:lnTo>
                  <a:lnTo>
                    <a:pt x="5768302" y="589285"/>
                  </a:lnTo>
                  <a:lnTo>
                    <a:pt x="5768302" y="588661"/>
                  </a:lnTo>
                  <a:lnTo>
                    <a:pt x="5768447" y="588661"/>
                  </a:lnTo>
                  <a:lnTo>
                    <a:pt x="5768593" y="588661"/>
                  </a:lnTo>
                  <a:lnTo>
                    <a:pt x="5768738" y="588661"/>
                  </a:lnTo>
                  <a:lnTo>
                    <a:pt x="5768883" y="588661"/>
                  </a:lnTo>
                  <a:lnTo>
                    <a:pt x="5769029" y="588661"/>
                  </a:lnTo>
                  <a:lnTo>
                    <a:pt x="5769174" y="588661"/>
                  </a:lnTo>
                  <a:lnTo>
                    <a:pt x="5769320" y="588661"/>
                  </a:lnTo>
                  <a:lnTo>
                    <a:pt x="5769465" y="588661"/>
                  </a:lnTo>
                  <a:lnTo>
                    <a:pt x="5769611" y="588661"/>
                  </a:lnTo>
                  <a:lnTo>
                    <a:pt x="5769756" y="588661"/>
                  </a:lnTo>
                  <a:lnTo>
                    <a:pt x="5769901" y="588661"/>
                  </a:lnTo>
                  <a:lnTo>
                    <a:pt x="5770047" y="588661"/>
                  </a:lnTo>
                  <a:lnTo>
                    <a:pt x="5770192" y="588661"/>
                  </a:lnTo>
                  <a:lnTo>
                    <a:pt x="5770338" y="588661"/>
                  </a:lnTo>
                  <a:lnTo>
                    <a:pt x="5770483" y="588661"/>
                  </a:lnTo>
                  <a:lnTo>
                    <a:pt x="5770629" y="588661"/>
                  </a:lnTo>
                  <a:lnTo>
                    <a:pt x="5770774" y="588661"/>
                  </a:lnTo>
                  <a:lnTo>
                    <a:pt x="5770919" y="588661"/>
                  </a:lnTo>
                  <a:lnTo>
                    <a:pt x="5771065" y="588661"/>
                  </a:lnTo>
                  <a:lnTo>
                    <a:pt x="5771210" y="588661"/>
                  </a:lnTo>
                  <a:lnTo>
                    <a:pt x="5771356" y="588661"/>
                  </a:lnTo>
                  <a:lnTo>
                    <a:pt x="5771501" y="588661"/>
                  </a:lnTo>
                  <a:lnTo>
                    <a:pt x="5771647" y="588661"/>
                  </a:lnTo>
                  <a:lnTo>
                    <a:pt x="5771647" y="588038"/>
                  </a:lnTo>
                  <a:lnTo>
                    <a:pt x="5771792" y="588038"/>
                  </a:lnTo>
                  <a:lnTo>
                    <a:pt x="5771937" y="588038"/>
                  </a:lnTo>
                  <a:lnTo>
                    <a:pt x="5772083" y="588038"/>
                  </a:lnTo>
                  <a:lnTo>
                    <a:pt x="5772083" y="587414"/>
                  </a:lnTo>
                  <a:lnTo>
                    <a:pt x="5772228" y="587414"/>
                  </a:lnTo>
                  <a:lnTo>
                    <a:pt x="5772374" y="587414"/>
                  </a:lnTo>
                  <a:lnTo>
                    <a:pt x="5772519" y="587414"/>
                  </a:lnTo>
                  <a:lnTo>
                    <a:pt x="5772664" y="587414"/>
                  </a:lnTo>
                  <a:lnTo>
                    <a:pt x="5772810" y="587414"/>
                  </a:lnTo>
                  <a:lnTo>
                    <a:pt x="5772810" y="586790"/>
                  </a:lnTo>
                  <a:lnTo>
                    <a:pt x="5772955" y="586790"/>
                  </a:lnTo>
                  <a:lnTo>
                    <a:pt x="5773101" y="586790"/>
                  </a:lnTo>
                  <a:lnTo>
                    <a:pt x="5773246" y="586790"/>
                  </a:lnTo>
                  <a:lnTo>
                    <a:pt x="5773392" y="586790"/>
                  </a:lnTo>
                  <a:lnTo>
                    <a:pt x="5773537" y="586790"/>
                  </a:lnTo>
                  <a:lnTo>
                    <a:pt x="5773682" y="586790"/>
                  </a:lnTo>
                  <a:lnTo>
                    <a:pt x="5773828" y="586790"/>
                  </a:lnTo>
                  <a:lnTo>
                    <a:pt x="5773828" y="586167"/>
                  </a:lnTo>
                  <a:lnTo>
                    <a:pt x="5773973" y="586167"/>
                  </a:lnTo>
                  <a:lnTo>
                    <a:pt x="5774119" y="586167"/>
                  </a:lnTo>
                  <a:lnTo>
                    <a:pt x="5774119" y="585543"/>
                  </a:lnTo>
                  <a:lnTo>
                    <a:pt x="5774119" y="584920"/>
                  </a:lnTo>
                  <a:lnTo>
                    <a:pt x="5774264" y="584920"/>
                  </a:lnTo>
                  <a:lnTo>
                    <a:pt x="5774410" y="584920"/>
                  </a:lnTo>
                  <a:lnTo>
                    <a:pt x="5774555" y="584920"/>
                  </a:lnTo>
                  <a:lnTo>
                    <a:pt x="5774700" y="584920"/>
                  </a:lnTo>
                  <a:lnTo>
                    <a:pt x="5774846" y="584920"/>
                  </a:lnTo>
                  <a:lnTo>
                    <a:pt x="5774991" y="584920"/>
                  </a:lnTo>
                  <a:lnTo>
                    <a:pt x="5775137" y="584920"/>
                  </a:lnTo>
                  <a:lnTo>
                    <a:pt x="5775282" y="584920"/>
                  </a:lnTo>
                  <a:lnTo>
                    <a:pt x="5775428" y="584920"/>
                  </a:lnTo>
                  <a:lnTo>
                    <a:pt x="5775573" y="584920"/>
                  </a:lnTo>
                  <a:lnTo>
                    <a:pt x="5775718" y="584920"/>
                  </a:lnTo>
                  <a:lnTo>
                    <a:pt x="5775864" y="584920"/>
                  </a:lnTo>
                  <a:lnTo>
                    <a:pt x="5776009" y="584920"/>
                  </a:lnTo>
                  <a:lnTo>
                    <a:pt x="5776155" y="584920"/>
                  </a:lnTo>
                  <a:lnTo>
                    <a:pt x="5776300" y="584920"/>
                  </a:lnTo>
                  <a:lnTo>
                    <a:pt x="5776446" y="584920"/>
                  </a:lnTo>
                  <a:lnTo>
                    <a:pt x="5776591" y="584920"/>
                  </a:lnTo>
                  <a:lnTo>
                    <a:pt x="5776736" y="584920"/>
                  </a:lnTo>
                  <a:lnTo>
                    <a:pt x="5776882" y="584920"/>
                  </a:lnTo>
                  <a:lnTo>
                    <a:pt x="5777027" y="584920"/>
                  </a:lnTo>
                  <a:lnTo>
                    <a:pt x="5777173" y="584920"/>
                  </a:lnTo>
                  <a:lnTo>
                    <a:pt x="5777318" y="584920"/>
                  </a:lnTo>
                  <a:lnTo>
                    <a:pt x="5777464" y="584920"/>
                  </a:lnTo>
                  <a:lnTo>
                    <a:pt x="5777609" y="584920"/>
                  </a:lnTo>
                  <a:lnTo>
                    <a:pt x="5777754" y="584920"/>
                  </a:lnTo>
                  <a:lnTo>
                    <a:pt x="5777900" y="584920"/>
                  </a:lnTo>
                  <a:lnTo>
                    <a:pt x="5778045" y="584920"/>
                  </a:lnTo>
                  <a:lnTo>
                    <a:pt x="5778191" y="584920"/>
                  </a:lnTo>
                  <a:lnTo>
                    <a:pt x="5778336" y="584920"/>
                  </a:lnTo>
                  <a:lnTo>
                    <a:pt x="5778482" y="584920"/>
                  </a:lnTo>
                  <a:lnTo>
                    <a:pt x="5778627" y="584920"/>
                  </a:lnTo>
                  <a:lnTo>
                    <a:pt x="5778627" y="584296"/>
                  </a:lnTo>
                  <a:lnTo>
                    <a:pt x="5778772" y="584296"/>
                  </a:lnTo>
                  <a:lnTo>
                    <a:pt x="5778918" y="584296"/>
                  </a:lnTo>
                  <a:lnTo>
                    <a:pt x="5779063" y="584296"/>
                  </a:lnTo>
                  <a:lnTo>
                    <a:pt x="5779209" y="584296"/>
                  </a:lnTo>
                  <a:lnTo>
                    <a:pt x="5779354" y="584296"/>
                  </a:lnTo>
                  <a:lnTo>
                    <a:pt x="5779499" y="584296"/>
                  </a:lnTo>
                  <a:lnTo>
                    <a:pt x="5779645" y="584296"/>
                  </a:lnTo>
                  <a:lnTo>
                    <a:pt x="5779790" y="584296"/>
                  </a:lnTo>
                  <a:lnTo>
                    <a:pt x="5779936" y="584296"/>
                  </a:lnTo>
                  <a:lnTo>
                    <a:pt x="5780081" y="584296"/>
                  </a:lnTo>
                  <a:lnTo>
                    <a:pt x="5780227" y="584296"/>
                  </a:lnTo>
                  <a:lnTo>
                    <a:pt x="5780372" y="584296"/>
                  </a:lnTo>
                  <a:lnTo>
                    <a:pt x="5780517" y="584296"/>
                  </a:lnTo>
                  <a:lnTo>
                    <a:pt x="5780663" y="584296"/>
                  </a:lnTo>
                  <a:lnTo>
                    <a:pt x="5780663" y="583673"/>
                  </a:lnTo>
                  <a:lnTo>
                    <a:pt x="5780808" y="583673"/>
                  </a:lnTo>
                  <a:lnTo>
                    <a:pt x="5780954" y="583673"/>
                  </a:lnTo>
                  <a:lnTo>
                    <a:pt x="5780954" y="583049"/>
                  </a:lnTo>
                  <a:lnTo>
                    <a:pt x="5781099" y="583049"/>
                  </a:lnTo>
                  <a:lnTo>
                    <a:pt x="5781245" y="583049"/>
                  </a:lnTo>
                  <a:lnTo>
                    <a:pt x="5781390" y="583049"/>
                  </a:lnTo>
                  <a:lnTo>
                    <a:pt x="5781535" y="583049"/>
                  </a:lnTo>
                  <a:lnTo>
                    <a:pt x="5781681" y="583049"/>
                  </a:lnTo>
                  <a:lnTo>
                    <a:pt x="5781826" y="583049"/>
                  </a:lnTo>
                  <a:lnTo>
                    <a:pt x="5781972" y="583049"/>
                  </a:lnTo>
                  <a:lnTo>
                    <a:pt x="5782117" y="583049"/>
                  </a:lnTo>
                  <a:lnTo>
                    <a:pt x="5782263" y="583049"/>
                  </a:lnTo>
                  <a:lnTo>
                    <a:pt x="5782408" y="583049"/>
                  </a:lnTo>
                  <a:lnTo>
                    <a:pt x="5782553" y="583049"/>
                  </a:lnTo>
                  <a:lnTo>
                    <a:pt x="5782699" y="583049"/>
                  </a:lnTo>
                  <a:lnTo>
                    <a:pt x="5782844" y="583049"/>
                  </a:lnTo>
                  <a:lnTo>
                    <a:pt x="5782990" y="583049"/>
                  </a:lnTo>
                  <a:lnTo>
                    <a:pt x="5783135" y="583049"/>
                  </a:lnTo>
                  <a:lnTo>
                    <a:pt x="5783135" y="582425"/>
                  </a:lnTo>
                  <a:lnTo>
                    <a:pt x="5783281" y="582425"/>
                  </a:lnTo>
                  <a:lnTo>
                    <a:pt x="5783426" y="582425"/>
                  </a:lnTo>
                  <a:lnTo>
                    <a:pt x="5783571" y="582425"/>
                  </a:lnTo>
                  <a:lnTo>
                    <a:pt x="5783717" y="582425"/>
                  </a:lnTo>
                  <a:lnTo>
                    <a:pt x="5783717" y="581802"/>
                  </a:lnTo>
                  <a:lnTo>
                    <a:pt x="5783862" y="581802"/>
                  </a:lnTo>
                  <a:lnTo>
                    <a:pt x="5783862" y="581178"/>
                  </a:lnTo>
                  <a:lnTo>
                    <a:pt x="5784008" y="581178"/>
                  </a:lnTo>
                  <a:lnTo>
                    <a:pt x="5784008" y="580555"/>
                  </a:lnTo>
                  <a:lnTo>
                    <a:pt x="5784153" y="580555"/>
                  </a:lnTo>
                  <a:lnTo>
                    <a:pt x="5784299" y="580555"/>
                  </a:lnTo>
                  <a:lnTo>
                    <a:pt x="5784444" y="580555"/>
                  </a:lnTo>
                  <a:lnTo>
                    <a:pt x="5784589" y="580555"/>
                  </a:lnTo>
                  <a:lnTo>
                    <a:pt x="5784735" y="580555"/>
                  </a:lnTo>
                  <a:lnTo>
                    <a:pt x="5784880" y="580555"/>
                  </a:lnTo>
                  <a:lnTo>
                    <a:pt x="5785026" y="580555"/>
                  </a:lnTo>
                  <a:lnTo>
                    <a:pt x="5785171" y="580555"/>
                  </a:lnTo>
                  <a:lnTo>
                    <a:pt x="5785317" y="580555"/>
                  </a:lnTo>
                  <a:lnTo>
                    <a:pt x="5785462" y="580555"/>
                  </a:lnTo>
                  <a:lnTo>
                    <a:pt x="5785607" y="580555"/>
                  </a:lnTo>
                  <a:lnTo>
                    <a:pt x="5785753" y="580555"/>
                  </a:lnTo>
                  <a:lnTo>
                    <a:pt x="5785898" y="580555"/>
                  </a:lnTo>
                  <a:lnTo>
                    <a:pt x="5786044" y="580555"/>
                  </a:lnTo>
                  <a:lnTo>
                    <a:pt x="5786189" y="580555"/>
                  </a:lnTo>
                  <a:lnTo>
                    <a:pt x="5786334" y="580555"/>
                  </a:lnTo>
                  <a:lnTo>
                    <a:pt x="5786480" y="580555"/>
                  </a:lnTo>
                  <a:lnTo>
                    <a:pt x="5786625" y="580555"/>
                  </a:lnTo>
                  <a:lnTo>
                    <a:pt x="5786771" y="580555"/>
                  </a:lnTo>
                  <a:lnTo>
                    <a:pt x="5786916" y="580555"/>
                  </a:lnTo>
                  <a:lnTo>
                    <a:pt x="5787062" y="580555"/>
                  </a:lnTo>
                  <a:lnTo>
                    <a:pt x="5787207" y="580555"/>
                  </a:lnTo>
                  <a:lnTo>
                    <a:pt x="5787352" y="580555"/>
                  </a:lnTo>
                  <a:lnTo>
                    <a:pt x="5787498" y="580555"/>
                  </a:lnTo>
                  <a:lnTo>
                    <a:pt x="5787643" y="580555"/>
                  </a:lnTo>
                  <a:lnTo>
                    <a:pt x="5787789" y="580555"/>
                  </a:lnTo>
                  <a:lnTo>
                    <a:pt x="5787934" y="580555"/>
                  </a:lnTo>
                  <a:lnTo>
                    <a:pt x="5788080" y="580555"/>
                  </a:lnTo>
                  <a:lnTo>
                    <a:pt x="5788080" y="579931"/>
                  </a:lnTo>
                  <a:lnTo>
                    <a:pt x="5788225" y="579931"/>
                  </a:lnTo>
                  <a:lnTo>
                    <a:pt x="5788370" y="579931"/>
                  </a:lnTo>
                  <a:lnTo>
                    <a:pt x="5788516" y="579931"/>
                  </a:lnTo>
                  <a:lnTo>
                    <a:pt x="5788661" y="579931"/>
                  </a:lnTo>
                  <a:lnTo>
                    <a:pt x="5788807" y="579931"/>
                  </a:lnTo>
                  <a:lnTo>
                    <a:pt x="5788952" y="579931"/>
                  </a:lnTo>
                  <a:lnTo>
                    <a:pt x="5789098" y="579931"/>
                  </a:lnTo>
                  <a:lnTo>
                    <a:pt x="5789243" y="579931"/>
                  </a:lnTo>
                  <a:lnTo>
                    <a:pt x="5789388" y="579931"/>
                  </a:lnTo>
                  <a:lnTo>
                    <a:pt x="5789534" y="579931"/>
                  </a:lnTo>
                  <a:lnTo>
                    <a:pt x="5789534" y="579307"/>
                  </a:lnTo>
                  <a:lnTo>
                    <a:pt x="5789679" y="579307"/>
                  </a:lnTo>
                  <a:lnTo>
                    <a:pt x="5789825" y="579307"/>
                  </a:lnTo>
                  <a:lnTo>
                    <a:pt x="5789970" y="579307"/>
                  </a:lnTo>
                  <a:lnTo>
                    <a:pt x="5790116" y="579307"/>
                  </a:lnTo>
                  <a:lnTo>
                    <a:pt x="5790261" y="579307"/>
                  </a:lnTo>
                  <a:lnTo>
                    <a:pt x="5790406" y="579307"/>
                  </a:lnTo>
                  <a:lnTo>
                    <a:pt x="5790552" y="579307"/>
                  </a:lnTo>
                  <a:lnTo>
                    <a:pt x="5790697" y="579307"/>
                  </a:lnTo>
                  <a:lnTo>
                    <a:pt x="5790843" y="579307"/>
                  </a:lnTo>
                  <a:lnTo>
                    <a:pt x="5790988" y="579307"/>
                  </a:lnTo>
                  <a:lnTo>
                    <a:pt x="5791134" y="579307"/>
                  </a:lnTo>
                  <a:lnTo>
                    <a:pt x="5791279" y="579307"/>
                  </a:lnTo>
                  <a:lnTo>
                    <a:pt x="5791279" y="578684"/>
                  </a:lnTo>
                  <a:lnTo>
                    <a:pt x="5791424" y="578684"/>
                  </a:lnTo>
                  <a:lnTo>
                    <a:pt x="5791570" y="578684"/>
                  </a:lnTo>
                  <a:lnTo>
                    <a:pt x="5791715" y="578684"/>
                  </a:lnTo>
                  <a:lnTo>
                    <a:pt x="5791861" y="578684"/>
                  </a:lnTo>
                  <a:lnTo>
                    <a:pt x="5792006" y="578684"/>
                  </a:lnTo>
                  <a:lnTo>
                    <a:pt x="5792152" y="578684"/>
                  </a:lnTo>
                  <a:lnTo>
                    <a:pt x="5792297" y="578684"/>
                  </a:lnTo>
                  <a:lnTo>
                    <a:pt x="5792442" y="578684"/>
                  </a:lnTo>
                  <a:lnTo>
                    <a:pt x="5792588" y="578684"/>
                  </a:lnTo>
                  <a:lnTo>
                    <a:pt x="5792733" y="578684"/>
                  </a:lnTo>
                  <a:lnTo>
                    <a:pt x="5792879" y="578684"/>
                  </a:lnTo>
                  <a:lnTo>
                    <a:pt x="5793024" y="578684"/>
                  </a:lnTo>
                  <a:lnTo>
                    <a:pt x="5793169" y="578684"/>
                  </a:lnTo>
                  <a:lnTo>
                    <a:pt x="5793315" y="578684"/>
                  </a:lnTo>
                  <a:lnTo>
                    <a:pt x="5793460" y="578684"/>
                  </a:lnTo>
                  <a:lnTo>
                    <a:pt x="5793606" y="578684"/>
                  </a:lnTo>
                  <a:lnTo>
                    <a:pt x="5793751" y="578684"/>
                  </a:lnTo>
                  <a:lnTo>
                    <a:pt x="5793897" y="578684"/>
                  </a:lnTo>
                  <a:lnTo>
                    <a:pt x="5794042" y="578684"/>
                  </a:lnTo>
                  <a:lnTo>
                    <a:pt x="5794187" y="578684"/>
                  </a:lnTo>
                  <a:lnTo>
                    <a:pt x="5794333" y="578684"/>
                  </a:lnTo>
                  <a:lnTo>
                    <a:pt x="5794478" y="578684"/>
                  </a:lnTo>
                  <a:lnTo>
                    <a:pt x="5794624" y="578684"/>
                  </a:lnTo>
                  <a:lnTo>
                    <a:pt x="5794769" y="578684"/>
                  </a:lnTo>
                  <a:lnTo>
                    <a:pt x="5794915" y="578684"/>
                  </a:lnTo>
                  <a:lnTo>
                    <a:pt x="5795060" y="578684"/>
                  </a:lnTo>
                  <a:lnTo>
                    <a:pt x="5795205" y="578684"/>
                  </a:lnTo>
                  <a:lnTo>
                    <a:pt x="5795351" y="578684"/>
                  </a:lnTo>
                  <a:lnTo>
                    <a:pt x="5795496" y="578684"/>
                  </a:lnTo>
                  <a:lnTo>
                    <a:pt x="5795642" y="578684"/>
                  </a:lnTo>
                  <a:lnTo>
                    <a:pt x="5795787" y="578684"/>
                  </a:lnTo>
                  <a:lnTo>
                    <a:pt x="5795933" y="578684"/>
                  </a:lnTo>
                  <a:lnTo>
                    <a:pt x="5796078" y="578684"/>
                  </a:lnTo>
                  <a:lnTo>
                    <a:pt x="5796223" y="578684"/>
                  </a:lnTo>
                  <a:lnTo>
                    <a:pt x="5796369" y="578684"/>
                  </a:lnTo>
                  <a:lnTo>
                    <a:pt x="5796514" y="578684"/>
                  </a:lnTo>
                  <a:lnTo>
                    <a:pt x="5796660" y="578684"/>
                  </a:lnTo>
                  <a:lnTo>
                    <a:pt x="5796805" y="578684"/>
                  </a:lnTo>
                  <a:lnTo>
                    <a:pt x="5796805" y="578060"/>
                  </a:lnTo>
                  <a:lnTo>
                    <a:pt x="5796951" y="578060"/>
                  </a:lnTo>
                  <a:lnTo>
                    <a:pt x="5796951" y="577437"/>
                  </a:lnTo>
                  <a:lnTo>
                    <a:pt x="5796951" y="576813"/>
                  </a:lnTo>
                  <a:lnTo>
                    <a:pt x="5797096" y="576813"/>
                  </a:lnTo>
                  <a:lnTo>
                    <a:pt x="5797241" y="576813"/>
                  </a:lnTo>
                  <a:lnTo>
                    <a:pt x="5797387" y="576813"/>
                  </a:lnTo>
                  <a:lnTo>
                    <a:pt x="5797532" y="576813"/>
                  </a:lnTo>
                  <a:lnTo>
                    <a:pt x="5797678" y="576813"/>
                  </a:lnTo>
                  <a:lnTo>
                    <a:pt x="5797823" y="576813"/>
                  </a:lnTo>
                  <a:lnTo>
                    <a:pt x="5797969" y="576813"/>
                  </a:lnTo>
                  <a:lnTo>
                    <a:pt x="5798114" y="576813"/>
                  </a:lnTo>
                  <a:lnTo>
                    <a:pt x="5798259" y="576813"/>
                  </a:lnTo>
                  <a:lnTo>
                    <a:pt x="5798405" y="576813"/>
                  </a:lnTo>
                  <a:lnTo>
                    <a:pt x="5798550" y="576813"/>
                  </a:lnTo>
                  <a:lnTo>
                    <a:pt x="5798696" y="576813"/>
                  </a:lnTo>
                  <a:lnTo>
                    <a:pt x="5798841" y="576813"/>
                  </a:lnTo>
                  <a:lnTo>
                    <a:pt x="5798987" y="576813"/>
                  </a:lnTo>
                  <a:lnTo>
                    <a:pt x="5799132" y="576813"/>
                  </a:lnTo>
                  <a:lnTo>
                    <a:pt x="5799277" y="576813"/>
                  </a:lnTo>
                  <a:lnTo>
                    <a:pt x="5799423" y="576813"/>
                  </a:lnTo>
                  <a:lnTo>
                    <a:pt x="5799568" y="576813"/>
                  </a:lnTo>
                  <a:lnTo>
                    <a:pt x="5799714" y="576813"/>
                  </a:lnTo>
                  <a:lnTo>
                    <a:pt x="5799859" y="576813"/>
                  </a:lnTo>
                  <a:lnTo>
                    <a:pt x="5800004" y="576813"/>
                  </a:lnTo>
                  <a:lnTo>
                    <a:pt x="5800150" y="576813"/>
                  </a:lnTo>
                  <a:lnTo>
                    <a:pt x="5800295" y="576813"/>
                  </a:lnTo>
                  <a:lnTo>
                    <a:pt x="5800441" y="576813"/>
                  </a:lnTo>
                  <a:lnTo>
                    <a:pt x="5800586" y="576813"/>
                  </a:lnTo>
                  <a:lnTo>
                    <a:pt x="5800732" y="576813"/>
                  </a:lnTo>
                  <a:lnTo>
                    <a:pt x="5800877" y="576813"/>
                  </a:lnTo>
                  <a:lnTo>
                    <a:pt x="5801022" y="576813"/>
                  </a:lnTo>
                  <a:lnTo>
                    <a:pt x="5801168" y="576813"/>
                  </a:lnTo>
                  <a:lnTo>
                    <a:pt x="5801313" y="576813"/>
                  </a:lnTo>
                  <a:lnTo>
                    <a:pt x="5801459" y="576813"/>
                  </a:lnTo>
                  <a:lnTo>
                    <a:pt x="5801604" y="576813"/>
                  </a:lnTo>
                  <a:lnTo>
                    <a:pt x="5801750" y="576813"/>
                  </a:lnTo>
                  <a:lnTo>
                    <a:pt x="5801895" y="576813"/>
                  </a:lnTo>
                  <a:lnTo>
                    <a:pt x="5802040" y="576813"/>
                  </a:lnTo>
                  <a:lnTo>
                    <a:pt x="5802186" y="576813"/>
                  </a:lnTo>
                  <a:lnTo>
                    <a:pt x="5802186" y="576190"/>
                  </a:lnTo>
                  <a:lnTo>
                    <a:pt x="5802331" y="576190"/>
                  </a:lnTo>
                  <a:lnTo>
                    <a:pt x="5802477" y="576190"/>
                  </a:lnTo>
                  <a:lnTo>
                    <a:pt x="5802622" y="576190"/>
                  </a:lnTo>
                  <a:lnTo>
                    <a:pt x="5802768" y="576190"/>
                  </a:lnTo>
                  <a:lnTo>
                    <a:pt x="5802913" y="576190"/>
                  </a:lnTo>
                  <a:lnTo>
                    <a:pt x="5803058" y="576190"/>
                  </a:lnTo>
                  <a:lnTo>
                    <a:pt x="5803204" y="576190"/>
                  </a:lnTo>
                  <a:lnTo>
                    <a:pt x="5803349" y="576190"/>
                  </a:lnTo>
                  <a:lnTo>
                    <a:pt x="5803495" y="576190"/>
                  </a:lnTo>
                  <a:lnTo>
                    <a:pt x="5803640" y="576190"/>
                  </a:lnTo>
                  <a:lnTo>
                    <a:pt x="5803786" y="576190"/>
                  </a:lnTo>
                  <a:lnTo>
                    <a:pt x="5803931" y="576190"/>
                  </a:lnTo>
                  <a:lnTo>
                    <a:pt x="5804076" y="576190"/>
                  </a:lnTo>
                  <a:lnTo>
                    <a:pt x="5804222" y="576190"/>
                  </a:lnTo>
                  <a:lnTo>
                    <a:pt x="5804367" y="576190"/>
                  </a:lnTo>
                  <a:lnTo>
                    <a:pt x="5804513" y="576190"/>
                  </a:lnTo>
                  <a:lnTo>
                    <a:pt x="5804658" y="576190"/>
                  </a:lnTo>
                  <a:lnTo>
                    <a:pt x="5804804" y="576190"/>
                  </a:lnTo>
                  <a:lnTo>
                    <a:pt x="5804949" y="576190"/>
                  </a:lnTo>
                  <a:lnTo>
                    <a:pt x="5804949" y="575566"/>
                  </a:lnTo>
                  <a:lnTo>
                    <a:pt x="5805094" y="575566"/>
                  </a:lnTo>
                  <a:lnTo>
                    <a:pt x="5805240" y="575566"/>
                  </a:lnTo>
                  <a:lnTo>
                    <a:pt x="5805385" y="575566"/>
                  </a:lnTo>
                  <a:lnTo>
                    <a:pt x="5805385" y="574942"/>
                  </a:lnTo>
                  <a:lnTo>
                    <a:pt x="5805531" y="574942"/>
                  </a:lnTo>
                  <a:lnTo>
                    <a:pt x="5805676" y="574942"/>
                  </a:lnTo>
                  <a:lnTo>
                    <a:pt x="5805676" y="574319"/>
                  </a:lnTo>
                  <a:lnTo>
                    <a:pt x="5805822" y="574319"/>
                  </a:lnTo>
                  <a:lnTo>
                    <a:pt x="5805967" y="574319"/>
                  </a:lnTo>
                  <a:lnTo>
                    <a:pt x="5806112" y="574319"/>
                  </a:lnTo>
                  <a:lnTo>
                    <a:pt x="5806258" y="574319"/>
                  </a:lnTo>
                  <a:lnTo>
                    <a:pt x="5806403" y="574319"/>
                  </a:lnTo>
                  <a:lnTo>
                    <a:pt x="5806549" y="574319"/>
                  </a:lnTo>
                  <a:lnTo>
                    <a:pt x="5806694" y="574319"/>
                  </a:lnTo>
                  <a:lnTo>
                    <a:pt x="5806839" y="574319"/>
                  </a:lnTo>
                  <a:lnTo>
                    <a:pt x="5806839" y="573695"/>
                  </a:lnTo>
                  <a:lnTo>
                    <a:pt x="5806985" y="573695"/>
                  </a:lnTo>
                  <a:lnTo>
                    <a:pt x="5806985" y="573072"/>
                  </a:lnTo>
                  <a:lnTo>
                    <a:pt x="5806985" y="572448"/>
                  </a:lnTo>
                  <a:lnTo>
                    <a:pt x="5806985" y="571824"/>
                  </a:lnTo>
                  <a:lnTo>
                    <a:pt x="5807130" y="571824"/>
                  </a:lnTo>
                  <a:lnTo>
                    <a:pt x="5807276" y="571824"/>
                  </a:lnTo>
                  <a:lnTo>
                    <a:pt x="5807421" y="571824"/>
                  </a:lnTo>
                  <a:lnTo>
                    <a:pt x="5807567" y="571824"/>
                  </a:lnTo>
                  <a:lnTo>
                    <a:pt x="5807567" y="571201"/>
                  </a:lnTo>
                  <a:lnTo>
                    <a:pt x="5807712" y="571201"/>
                  </a:lnTo>
                  <a:lnTo>
                    <a:pt x="5807712" y="570577"/>
                  </a:lnTo>
                  <a:lnTo>
                    <a:pt x="5807857" y="570577"/>
                  </a:lnTo>
                  <a:lnTo>
                    <a:pt x="5808003" y="570577"/>
                  </a:lnTo>
                  <a:lnTo>
                    <a:pt x="5808148" y="570577"/>
                  </a:lnTo>
                  <a:lnTo>
                    <a:pt x="5808294" y="570577"/>
                  </a:lnTo>
                  <a:lnTo>
                    <a:pt x="5808439" y="570577"/>
                  </a:lnTo>
                  <a:lnTo>
                    <a:pt x="5808585" y="570577"/>
                  </a:lnTo>
                  <a:lnTo>
                    <a:pt x="5808730" y="570577"/>
                  </a:lnTo>
                  <a:lnTo>
                    <a:pt x="5808875" y="570577"/>
                  </a:lnTo>
                  <a:lnTo>
                    <a:pt x="5809021" y="570577"/>
                  </a:lnTo>
                  <a:lnTo>
                    <a:pt x="5809021" y="569954"/>
                  </a:lnTo>
                  <a:lnTo>
                    <a:pt x="5809166" y="569954"/>
                  </a:lnTo>
                  <a:lnTo>
                    <a:pt x="5809312" y="569954"/>
                  </a:lnTo>
                  <a:lnTo>
                    <a:pt x="5809457" y="569954"/>
                  </a:lnTo>
                  <a:lnTo>
                    <a:pt x="5809603" y="569954"/>
                  </a:lnTo>
                  <a:lnTo>
                    <a:pt x="5809748" y="569954"/>
                  </a:lnTo>
                  <a:lnTo>
                    <a:pt x="5809893" y="569954"/>
                  </a:lnTo>
                  <a:lnTo>
                    <a:pt x="5810039" y="569954"/>
                  </a:lnTo>
                  <a:lnTo>
                    <a:pt x="5810184" y="569954"/>
                  </a:lnTo>
                  <a:lnTo>
                    <a:pt x="5810330" y="569954"/>
                  </a:lnTo>
                  <a:lnTo>
                    <a:pt x="5810330" y="569330"/>
                  </a:lnTo>
                  <a:lnTo>
                    <a:pt x="5810475" y="569330"/>
                  </a:lnTo>
                  <a:lnTo>
                    <a:pt x="5810475" y="568707"/>
                  </a:lnTo>
                  <a:lnTo>
                    <a:pt x="5810621" y="568707"/>
                  </a:lnTo>
                  <a:lnTo>
                    <a:pt x="5810766" y="568707"/>
                  </a:lnTo>
                  <a:lnTo>
                    <a:pt x="5810911" y="568707"/>
                  </a:lnTo>
                  <a:lnTo>
                    <a:pt x="5811057" y="568707"/>
                  </a:lnTo>
                  <a:lnTo>
                    <a:pt x="5811202" y="568707"/>
                  </a:lnTo>
                  <a:lnTo>
                    <a:pt x="5811202" y="568083"/>
                  </a:lnTo>
                  <a:lnTo>
                    <a:pt x="5811348" y="568083"/>
                  </a:lnTo>
                  <a:lnTo>
                    <a:pt x="5811493" y="568083"/>
                  </a:lnTo>
                  <a:lnTo>
                    <a:pt x="5811639" y="568083"/>
                  </a:lnTo>
                  <a:lnTo>
                    <a:pt x="5811784" y="568083"/>
                  </a:lnTo>
                  <a:lnTo>
                    <a:pt x="5811929" y="568083"/>
                  </a:lnTo>
                  <a:lnTo>
                    <a:pt x="5812075" y="568083"/>
                  </a:lnTo>
                  <a:lnTo>
                    <a:pt x="5812220" y="568083"/>
                  </a:lnTo>
                  <a:lnTo>
                    <a:pt x="5812366" y="568083"/>
                  </a:lnTo>
                  <a:lnTo>
                    <a:pt x="5812366" y="567459"/>
                  </a:lnTo>
                  <a:lnTo>
                    <a:pt x="5812511" y="567459"/>
                  </a:lnTo>
                  <a:lnTo>
                    <a:pt x="5812657" y="567459"/>
                  </a:lnTo>
                  <a:lnTo>
                    <a:pt x="5812802" y="567459"/>
                  </a:lnTo>
                  <a:lnTo>
                    <a:pt x="5812947" y="567459"/>
                  </a:lnTo>
                  <a:lnTo>
                    <a:pt x="5813093" y="567459"/>
                  </a:lnTo>
                  <a:lnTo>
                    <a:pt x="5813238" y="567459"/>
                  </a:lnTo>
                  <a:lnTo>
                    <a:pt x="5813384" y="567459"/>
                  </a:lnTo>
                  <a:lnTo>
                    <a:pt x="5813529" y="567459"/>
                  </a:lnTo>
                  <a:lnTo>
                    <a:pt x="5813674" y="567459"/>
                  </a:lnTo>
                  <a:lnTo>
                    <a:pt x="5813820" y="567459"/>
                  </a:lnTo>
                  <a:lnTo>
                    <a:pt x="5813965" y="567459"/>
                  </a:lnTo>
                  <a:lnTo>
                    <a:pt x="5813965" y="566836"/>
                  </a:lnTo>
                  <a:lnTo>
                    <a:pt x="5814111" y="566836"/>
                  </a:lnTo>
                  <a:lnTo>
                    <a:pt x="5814256" y="566836"/>
                  </a:lnTo>
                  <a:lnTo>
                    <a:pt x="5814402" y="566836"/>
                  </a:lnTo>
                  <a:lnTo>
                    <a:pt x="5814547" y="566836"/>
                  </a:lnTo>
                  <a:lnTo>
                    <a:pt x="5814692" y="566836"/>
                  </a:lnTo>
                  <a:lnTo>
                    <a:pt x="5814692" y="566212"/>
                  </a:lnTo>
                  <a:lnTo>
                    <a:pt x="5814838" y="566212"/>
                  </a:lnTo>
                  <a:lnTo>
                    <a:pt x="5814983" y="566212"/>
                  </a:lnTo>
                  <a:lnTo>
                    <a:pt x="5815129" y="566212"/>
                  </a:lnTo>
                  <a:lnTo>
                    <a:pt x="5815274" y="566212"/>
                  </a:lnTo>
                  <a:lnTo>
                    <a:pt x="5815420" y="566212"/>
                  </a:lnTo>
                  <a:lnTo>
                    <a:pt x="5815565" y="566212"/>
                  </a:lnTo>
                  <a:lnTo>
                    <a:pt x="5815710" y="566212"/>
                  </a:lnTo>
                  <a:lnTo>
                    <a:pt x="5815856" y="566212"/>
                  </a:lnTo>
                  <a:lnTo>
                    <a:pt x="5816001" y="566212"/>
                  </a:lnTo>
                  <a:lnTo>
                    <a:pt x="5816147" y="566212"/>
                  </a:lnTo>
                  <a:lnTo>
                    <a:pt x="5816292" y="566212"/>
                  </a:lnTo>
                  <a:lnTo>
                    <a:pt x="5816438" y="566212"/>
                  </a:lnTo>
                  <a:lnTo>
                    <a:pt x="5816583" y="566212"/>
                  </a:lnTo>
                  <a:lnTo>
                    <a:pt x="5816728" y="566212"/>
                  </a:lnTo>
                  <a:lnTo>
                    <a:pt x="5816874" y="566212"/>
                  </a:lnTo>
                  <a:lnTo>
                    <a:pt x="5817019" y="566212"/>
                  </a:lnTo>
                  <a:lnTo>
                    <a:pt x="5817165" y="566212"/>
                  </a:lnTo>
                  <a:lnTo>
                    <a:pt x="5817310" y="566212"/>
                  </a:lnTo>
                  <a:lnTo>
                    <a:pt x="5817456" y="566212"/>
                  </a:lnTo>
                  <a:lnTo>
                    <a:pt x="5817601" y="566212"/>
                  </a:lnTo>
                  <a:lnTo>
                    <a:pt x="5817746" y="566212"/>
                  </a:lnTo>
                  <a:lnTo>
                    <a:pt x="5817892" y="566212"/>
                  </a:lnTo>
                  <a:lnTo>
                    <a:pt x="5818037" y="566212"/>
                  </a:lnTo>
                  <a:lnTo>
                    <a:pt x="5818183" y="566212"/>
                  </a:lnTo>
                  <a:lnTo>
                    <a:pt x="5818328" y="566212"/>
                  </a:lnTo>
                  <a:lnTo>
                    <a:pt x="5818474" y="566212"/>
                  </a:lnTo>
                  <a:lnTo>
                    <a:pt x="5818619" y="566212"/>
                  </a:lnTo>
                  <a:lnTo>
                    <a:pt x="5818764" y="566212"/>
                  </a:lnTo>
                  <a:lnTo>
                    <a:pt x="5818764" y="565589"/>
                  </a:lnTo>
                  <a:lnTo>
                    <a:pt x="5818764" y="564965"/>
                  </a:lnTo>
                  <a:lnTo>
                    <a:pt x="5818910" y="564965"/>
                  </a:lnTo>
                  <a:lnTo>
                    <a:pt x="5819055" y="564965"/>
                  </a:lnTo>
                  <a:lnTo>
                    <a:pt x="5819201" y="564965"/>
                  </a:lnTo>
                  <a:lnTo>
                    <a:pt x="5819346" y="564965"/>
                  </a:lnTo>
                  <a:lnTo>
                    <a:pt x="5819492" y="564965"/>
                  </a:lnTo>
                  <a:lnTo>
                    <a:pt x="5819637" y="564965"/>
                  </a:lnTo>
                  <a:lnTo>
                    <a:pt x="5819782" y="564965"/>
                  </a:lnTo>
                  <a:lnTo>
                    <a:pt x="5819928" y="564965"/>
                  </a:lnTo>
                  <a:lnTo>
                    <a:pt x="5820073" y="564965"/>
                  </a:lnTo>
                  <a:lnTo>
                    <a:pt x="5820073" y="564341"/>
                  </a:lnTo>
                  <a:lnTo>
                    <a:pt x="5820219" y="564341"/>
                  </a:lnTo>
                  <a:lnTo>
                    <a:pt x="5820219" y="563718"/>
                  </a:lnTo>
                  <a:lnTo>
                    <a:pt x="5820364" y="563718"/>
                  </a:lnTo>
                  <a:lnTo>
                    <a:pt x="5820509" y="563718"/>
                  </a:lnTo>
                  <a:lnTo>
                    <a:pt x="5820655" y="563718"/>
                  </a:lnTo>
                  <a:lnTo>
                    <a:pt x="5820800" y="563718"/>
                  </a:lnTo>
                  <a:lnTo>
                    <a:pt x="5820946" y="563718"/>
                  </a:lnTo>
                  <a:lnTo>
                    <a:pt x="5821091" y="563718"/>
                  </a:lnTo>
                  <a:lnTo>
                    <a:pt x="5821237" y="563718"/>
                  </a:lnTo>
                  <a:lnTo>
                    <a:pt x="5821382" y="563718"/>
                  </a:lnTo>
                  <a:lnTo>
                    <a:pt x="5821527" y="563718"/>
                  </a:lnTo>
                  <a:lnTo>
                    <a:pt x="5821673" y="563718"/>
                  </a:lnTo>
                  <a:lnTo>
                    <a:pt x="5821818" y="563718"/>
                  </a:lnTo>
                  <a:lnTo>
                    <a:pt x="5821818" y="563094"/>
                  </a:lnTo>
                  <a:lnTo>
                    <a:pt x="5821964" y="563094"/>
                  </a:lnTo>
                  <a:lnTo>
                    <a:pt x="5821964" y="562471"/>
                  </a:lnTo>
                  <a:lnTo>
                    <a:pt x="5822109" y="562471"/>
                  </a:lnTo>
                  <a:lnTo>
                    <a:pt x="5822255" y="562471"/>
                  </a:lnTo>
                  <a:lnTo>
                    <a:pt x="5822400" y="562471"/>
                  </a:lnTo>
                  <a:lnTo>
                    <a:pt x="5822400" y="561847"/>
                  </a:lnTo>
                  <a:lnTo>
                    <a:pt x="5822545" y="561847"/>
                  </a:lnTo>
                  <a:lnTo>
                    <a:pt x="5822691" y="561847"/>
                  </a:lnTo>
                  <a:lnTo>
                    <a:pt x="5822836" y="561847"/>
                  </a:lnTo>
                  <a:lnTo>
                    <a:pt x="5822982" y="561847"/>
                  </a:lnTo>
                  <a:lnTo>
                    <a:pt x="5823127" y="561847"/>
                  </a:lnTo>
                  <a:lnTo>
                    <a:pt x="5823127" y="561224"/>
                  </a:lnTo>
                  <a:lnTo>
                    <a:pt x="5823273" y="561224"/>
                  </a:lnTo>
                  <a:lnTo>
                    <a:pt x="5823418" y="561224"/>
                  </a:lnTo>
                  <a:lnTo>
                    <a:pt x="5823563" y="561224"/>
                  </a:lnTo>
                  <a:lnTo>
                    <a:pt x="5823709" y="561224"/>
                  </a:lnTo>
                  <a:lnTo>
                    <a:pt x="5823854" y="561224"/>
                  </a:lnTo>
                  <a:lnTo>
                    <a:pt x="5824000" y="561224"/>
                  </a:lnTo>
                  <a:lnTo>
                    <a:pt x="5824145" y="561224"/>
                  </a:lnTo>
                  <a:lnTo>
                    <a:pt x="5824291" y="561224"/>
                  </a:lnTo>
                  <a:lnTo>
                    <a:pt x="5824436" y="561224"/>
                  </a:lnTo>
                  <a:lnTo>
                    <a:pt x="5824581" y="561224"/>
                  </a:lnTo>
                  <a:lnTo>
                    <a:pt x="5824581" y="560600"/>
                  </a:lnTo>
                  <a:lnTo>
                    <a:pt x="5824727" y="560600"/>
                  </a:lnTo>
                  <a:lnTo>
                    <a:pt x="5824872" y="560600"/>
                  </a:lnTo>
                  <a:lnTo>
                    <a:pt x="5825018" y="560600"/>
                  </a:lnTo>
                  <a:lnTo>
                    <a:pt x="5825163" y="560600"/>
                  </a:lnTo>
                  <a:lnTo>
                    <a:pt x="5825309" y="560600"/>
                  </a:lnTo>
                  <a:lnTo>
                    <a:pt x="5825454" y="560600"/>
                  </a:lnTo>
                  <a:lnTo>
                    <a:pt x="5825599" y="560600"/>
                  </a:lnTo>
                  <a:lnTo>
                    <a:pt x="5825745" y="560600"/>
                  </a:lnTo>
                  <a:lnTo>
                    <a:pt x="5825745" y="559976"/>
                  </a:lnTo>
                  <a:lnTo>
                    <a:pt x="5825890" y="559976"/>
                  </a:lnTo>
                  <a:lnTo>
                    <a:pt x="5826036" y="559976"/>
                  </a:lnTo>
                  <a:lnTo>
                    <a:pt x="5826181" y="559976"/>
                  </a:lnTo>
                  <a:lnTo>
                    <a:pt x="5826327" y="559976"/>
                  </a:lnTo>
                  <a:lnTo>
                    <a:pt x="5826472" y="559976"/>
                  </a:lnTo>
                  <a:lnTo>
                    <a:pt x="5826617" y="559976"/>
                  </a:lnTo>
                  <a:lnTo>
                    <a:pt x="5826617" y="559353"/>
                  </a:lnTo>
                  <a:lnTo>
                    <a:pt x="5826763" y="559353"/>
                  </a:lnTo>
                  <a:lnTo>
                    <a:pt x="5826908" y="559353"/>
                  </a:lnTo>
                  <a:lnTo>
                    <a:pt x="5827054" y="559353"/>
                  </a:lnTo>
                  <a:lnTo>
                    <a:pt x="5827199" y="559353"/>
                  </a:lnTo>
                  <a:lnTo>
                    <a:pt x="5827344" y="559353"/>
                  </a:lnTo>
                  <a:lnTo>
                    <a:pt x="5827490" y="559353"/>
                  </a:lnTo>
                  <a:lnTo>
                    <a:pt x="5827635" y="559353"/>
                  </a:lnTo>
                  <a:lnTo>
                    <a:pt x="5827781" y="559353"/>
                  </a:lnTo>
                  <a:lnTo>
                    <a:pt x="5827926" y="559353"/>
                  </a:lnTo>
                  <a:lnTo>
                    <a:pt x="5828072" y="559353"/>
                  </a:lnTo>
                  <a:lnTo>
                    <a:pt x="5828217" y="559353"/>
                  </a:lnTo>
                  <a:lnTo>
                    <a:pt x="5828362" y="559353"/>
                  </a:lnTo>
                  <a:lnTo>
                    <a:pt x="5828508" y="559353"/>
                  </a:lnTo>
                  <a:lnTo>
                    <a:pt x="5828653" y="559353"/>
                  </a:lnTo>
                  <a:lnTo>
                    <a:pt x="5828799" y="559353"/>
                  </a:lnTo>
                  <a:lnTo>
                    <a:pt x="5828944" y="559353"/>
                  </a:lnTo>
                  <a:lnTo>
                    <a:pt x="5829090" y="559353"/>
                  </a:lnTo>
                  <a:lnTo>
                    <a:pt x="5829235" y="559353"/>
                  </a:lnTo>
                  <a:lnTo>
                    <a:pt x="5829380" y="559353"/>
                  </a:lnTo>
                  <a:lnTo>
                    <a:pt x="5829526" y="559353"/>
                  </a:lnTo>
                  <a:lnTo>
                    <a:pt x="5829671" y="559353"/>
                  </a:lnTo>
                  <a:lnTo>
                    <a:pt x="5829817" y="559353"/>
                  </a:lnTo>
                  <a:lnTo>
                    <a:pt x="5829962" y="559353"/>
                  </a:lnTo>
                  <a:lnTo>
                    <a:pt x="5830108" y="559353"/>
                  </a:lnTo>
                  <a:lnTo>
                    <a:pt x="5830253" y="559353"/>
                  </a:lnTo>
                  <a:lnTo>
                    <a:pt x="5830398" y="559353"/>
                  </a:lnTo>
                  <a:lnTo>
                    <a:pt x="5830544" y="559353"/>
                  </a:lnTo>
                  <a:lnTo>
                    <a:pt x="5830689" y="559353"/>
                  </a:lnTo>
                  <a:lnTo>
                    <a:pt x="5830835" y="559353"/>
                  </a:lnTo>
                  <a:lnTo>
                    <a:pt x="5830980" y="559353"/>
                  </a:lnTo>
                  <a:lnTo>
                    <a:pt x="5831126" y="559353"/>
                  </a:lnTo>
                  <a:lnTo>
                    <a:pt x="5831271" y="559353"/>
                  </a:lnTo>
                  <a:lnTo>
                    <a:pt x="5831416" y="559353"/>
                  </a:lnTo>
                  <a:lnTo>
                    <a:pt x="5831562" y="559353"/>
                  </a:lnTo>
                  <a:lnTo>
                    <a:pt x="5831707" y="559353"/>
                  </a:lnTo>
                  <a:lnTo>
                    <a:pt x="5831853" y="559353"/>
                  </a:lnTo>
                  <a:lnTo>
                    <a:pt x="5831998" y="559353"/>
                  </a:lnTo>
                  <a:lnTo>
                    <a:pt x="5832144" y="559353"/>
                  </a:lnTo>
                  <a:lnTo>
                    <a:pt x="5832144" y="558729"/>
                  </a:lnTo>
                  <a:lnTo>
                    <a:pt x="5832289" y="558729"/>
                  </a:lnTo>
                  <a:lnTo>
                    <a:pt x="5832434" y="558729"/>
                  </a:lnTo>
                  <a:lnTo>
                    <a:pt x="5832580" y="558729"/>
                  </a:lnTo>
                  <a:lnTo>
                    <a:pt x="5832725" y="558729"/>
                  </a:lnTo>
                  <a:lnTo>
                    <a:pt x="5832871" y="558729"/>
                  </a:lnTo>
                  <a:lnTo>
                    <a:pt x="5832871" y="558106"/>
                  </a:lnTo>
                  <a:lnTo>
                    <a:pt x="5833016" y="558106"/>
                  </a:lnTo>
                  <a:lnTo>
                    <a:pt x="5833162" y="558106"/>
                  </a:lnTo>
                  <a:lnTo>
                    <a:pt x="5833307" y="558106"/>
                  </a:lnTo>
                  <a:lnTo>
                    <a:pt x="5833452" y="558106"/>
                  </a:lnTo>
                  <a:lnTo>
                    <a:pt x="5833598" y="558106"/>
                  </a:lnTo>
                  <a:lnTo>
                    <a:pt x="5833743" y="558106"/>
                  </a:lnTo>
                  <a:lnTo>
                    <a:pt x="5833889" y="558106"/>
                  </a:lnTo>
                  <a:lnTo>
                    <a:pt x="5834034" y="558106"/>
                  </a:lnTo>
                  <a:lnTo>
                    <a:pt x="5834179" y="558106"/>
                  </a:lnTo>
                  <a:lnTo>
                    <a:pt x="5834325" y="558106"/>
                  </a:lnTo>
                  <a:lnTo>
                    <a:pt x="5834470" y="558106"/>
                  </a:lnTo>
                  <a:lnTo>
                    <a:pt x="5834616" y="558106"/>
                  </a:lnTo>
                  <a:lnTo>
                    <a:pt x="5834616" y="557482"/>
                  </a:lnTo>
                  <a:lnTo>
                    <a:pt x="5834761" y="557482"/>
                  </a:lnTo>
                  <a:lnTo>
                    <a:pt x="5834907" y="557482"/>
                  </a:lnTo>
                  <a:lnTo>
                    <a:pt x="5835052" y="557482"/>
                  </a:lnTo>
                  <a:lnTo>
                    <a:pt x="5835197" y="557482"/>
                  </a:lnTo>
                  <a:lnTo>
                    <a:pt x="5835343" y="557482"/>
                  </a:lnTo>
                  <a:lnTo>
                    <a:pt x="5835488" y="557482"/>
                  </a:lnTo>
                  <a:lnTo>
                    <a:pt x="5835488" y="556859"/>
                  </a:lnTo>
                  <a:lnTo>
                    <a:pt x="5835634" y="556859"/>
                  </a:lnTo>
                  <a:lnTo>
                    <a:pt x="5835779" y="556859"/>
                  </a:lnTo>
                  <a:lnTo>
                    <a:pt x="5835925" y="556859"/>
                  </a:lnTo>
                  <a:lnTo>
                    <a:pt x="5836070" y="556859"/>
                  </a:lnTo>
                  <a:lnTo>
                    <a:pt x="5836215" y="556859"/>
                  </a:lnTo>
                  <a:lnTo>
                    <a:pt x="5836361" y="556859"/>
                  </a:lnTo>
                  <a:lnTo>
                    <a:pt x="5836506" y="556859"/>
                  </a:lnTo>
                  <a:lnTo>
                    <a:pt x="5836652" y="556859"/>
                  </a:lnTo>
                  <a:lnTo>
                    <a:pt x="5836797" y="556859"/>
                  </a:lnTo>
                  <a:lnTo>
                    <a:pt x="5836943" y="556859"/>
                  </a:lnTo>
                  <a:lnTo>
                    <a:pt x="5837088" y="556859"/>
                  </a:lnTo>
                  <a:lnTo>
                    <a:pt x="5837233" y="556859"/>
                  </a:lnTo>
                  <a:lnTo>
                    <a:pt x="5837379" y="556859"/>
                  </a:lnTo>
                  <a:lnTo>
                    <a:pt x="5837379" y="556235"/>
                  </a:lnTo>
                  <a:lnTo>
                    <a:pt x="5837524" y="556235"/>
                  </a:lnTo>
                  <a:lnTo>
                    <a:pt x="5837670" y="556235"/>
                  </a:lnTo>
                  <a:lnTo>
                    <a:pt x="5837815" y="556235"/>
                  </a:lnTo>
                  <a:lnTo>
                    <a:pt x="5837961" y="556235"/>
                  </a:lnTo>
                  <a:lnTo>
                    <a:pt x="5838106" y="556235"/>
                  </a:lnTo>
                  <a:lnTo>
                    <a:pt x="5838251" y="556235"/>
                  </a:lnTo>
                  <a:lnTo>
                    <a:pt x="5838397" y="556235"/>
                  </a:lnTo>
                  <a:lnTo>
                    <a:pt x="5838542" y="556235"/>
                  </a:lnTo>
                  <a:lnTo>
                    <a:pt x="5838688" y="556235"/>
                  </a:lnTo>
                  <a:lnTo>
                    <a:pt x="5838833" y="556235"/>
                  </a:lnTo>
                  <a:lnTo>
                    <a:pt x="5838979" y="556235"/>
                  </a:lnTo>
                  <a:lnTo>
                    <a:pt x="5839124" y="556235"/>
                  </a:lnTo>
                  <a:lnTo>
                    <a:pt x="5839269" y="556235"/>
                  </a:lnTo>
                  <a:lnTo>
                    <a:pt x="5839415" y="556235"/>
                  </a:lnTo>
                  <a:lnTo>
                    <a:pt x="5839560" y="556235"/>
                  </a:lnTo>
                  <a:lnTo>
                    <a:pt x="5839706" y="556235"/>
                  </a:lnTo>
                  <a:lnTo>
                    <a:pt x="5839851" y="556235"/>
                  </a:lnTo>
                  <a:lnTo>
                    <a:pt x="5839997" y="556235"/>
                  </a:lnTo>
                  <a:lnTo>
                    <a:pt x="5840142" y="556235"/>
                  </a:lnTo>
                  <a:lnTo>
                    <a:pt x="5840287" y="556235"/>
                  </a:lnTo>
                  <a:lnTo>
                    <a:pt x="5840433" y="556235"/>
                  </a:lnTo>
                  <a:lnTo>
                    <a:pt x="5840578" y="556235"/>
                  </a:lnTo>
                  <a:lnTo>
                    <a:pt x="5840724" y="556235"/>
                  </a:lnTo>
                  <a:lnTo>
                    <a:pt x="5840724" y="555611"/>
                  </a:lnTo>
                  <a:lnTo>
                    <a:pt x="5840724" y="554988"/>
                  </a:lnTo>
                  <a:lnTo>
                    <a:pt x="5840869" y="554988"/>
                  </a:lnTo>
                  <a:lnTo>
                    <a:pt x="5841014" y="554988"/>
                  </a:lnTo>
                  <a:lnTo>
                    <a:pt x="5841160" y="554988"/>
                  </a:lnTo>
                  <a:lnTo>
                    <a:pt x="5841305" y="554988"/>
                  </a:lnTo>
                  <a:lnTo>
                    <a:pt x="5841451" y="554988"/>
                  </a:lnTo>
                  <a:lnTo>
                    <a:pt x="5841596" y="554988"/>
                  </a:lnTo>
                  <a:lnTo>
                    <a:pt x="5841742" y="554988"/>
                  </a:lnTo>
                  <a:lnTo>
                    <a:pt x="5841887" y="554988"/>
                  </a:lnTo>
                  <a:lnTo>
                    <a:pt x="5842032" y="554988"/>
                  </a:lnTo>
                  <a:lnTo>
                    <a:pt x="5842178" y="554988"/>
                  </a:lnTo>
                  <a:lnTo>
                    <a:pt x="5842323" y="554988"/>
                  </a:lnTo>
                  <a:lnTo>
                    <a:pt x="5842323" y="554364"/>
                  </a:lnTo>
                  <a:lnTo>
                    <a:pt x="5842469" y="554364"/>
                  </a:lnTo>
                  <a:lnTo>
                    <a:pt x="5842614" y="554364"/>
                  </a:lnTo>
                  <a:lnTo>
                    <a:pt x="5842760" y="554364"/>
                  </a:lnTo>
                  <a:lnTo>
                    <a:pt x="5842905" y="554364"/>
                  </a:lnTo>
                  <a:lnTo>
                    <a:pt x="5843050" y="554364"/>
                  </a:lnTo>
                  <a:lnTo>
                    <a:pt x="5843196" y="554364"/>
                  </a:lnTo>
                  <a:lnTo>
                    <a:pt x="5843341" y="554364"/>
                  </a:lnTo>
                  <a:lnTo>
                    <a:pt x="5843487" y="554364"/>
                  </a:lnTo>
                  <a:lnTo>
                    <a:pt x="5843632" y="554364"/>
                  </a:lnTo>
                  <a:lnTo>
                    <a:pt x="5843778" y="554364"/>
                  </a:lnTo>
                  <a:lnTo>
                    <a:pt x="5843923" y="554364"/>
                  </a:lnTo>
                  <a:lnTo>
                    <a:pt x="5844068" y="554364"/>
                  </a:lnTo>
                  <a:lnTo>
                    <a:pt x="5844214" y="554364"/>
                  </a:lnTo>
                  <a:lnTo>
                    <a:pt x="5844359" y="554364"/>
                  </a:lnTo>
                  <a:lnTo>
                    <a:pt x="5844505" y="554364"/>
                  </a:lnTo>
                  <a:lnTo>
                    <a:pt x="5844650" y="554364"/>
                  </a:lnTo>
                  <a:lnTo>
                    <a:pt x="5844796" y="554364"/>
                  </a:lnTo>
                  <a:lnTo>
                    <a:pt x="5844796" y="553741"/>
                  </a:lnTo>
                  <a:lnTo>
                    <a:pt x="5844941" y="553741"/>
                  </a:lnTo>
                  <a:lnTo>
                    <a:pt x="5845086" y="553741"/>
                  </a:lnTo>
                  <a:lnTo>
                    <a:pt x="5845232" y="553741"/>
                  </a:lnTo>
                  <a:lnTo>
                    <a:pt x="5845377" y="553741"/>
                  </a:lnTo>
                  <a:lnTo>
                    <a:pt x="5845523" y="553741"/>
                  </a:lnTo>
                  <a:lnTo>
                    <a:pt x="5845668" y="553741"/>
                  </a:lnTo>
                  <a:lnTo>
                    <a:pt x="5845814" y="553741"/>
                  </a:lnTo>
                  <a:lnTo>
                    <a:pt x="5845959" y="553741"/>
                  </a:lnTo>
                  <a:lnTo>
                    <a:pt x="5846104" y="553741"/>
                  </a:lnTo>
                  <a:lnTo>
                    <a:pt x="5846250" y="553741"/>
                  </a:lnTo>
                  <a:lnTo>
                    <a:pt x="5846395" y="553741"/>
                  </a:lnTo>
                  <a:lnTo>
                    <a:pt x="5846541" y="553741"/>
                  </a:lnTo>
                  <a:lnTo>
                    <a:pt x="5846686" y="553741"/>
                  </a:lnTo>
                  <a:lnTo>
                    <a:pt x="5846832" y="553741"/>
                  </a:lnTo>
                  <a:lnTo>
                    <a:pt x="5846977" y="553741"/>
                  </a:lnTo>
                  <a:lnTo>
                    <a:pt x="5847122" y="553741"/>
                  </a:lnTo>
                  <a:lnTo>
                    <a:pt x="5847268" y="553741"/>
                  </a:lnTo>
                  <a:lnTo>
                    <a:pt x="5847413" y="553741"/>
                  </a:lnTo>
                  <a:lnTo>
                    <a:pt x="5847559" y="553741"/>
                  </a:lnTo>
                  <a:lnTo>
                    <a:pt x="5847704" y="553741"/>
                  </a:lnTo>
                  <a:lnTo>
                    <a:pt x="5847849" y="553741"/>
                  </a:lnTo>
                  <a:lnTo>
                    <a:pt x="5847849" y="553117"/>
                  </a:lnTo>
                  <a:lnTo>
                    <a:pt x="5847995" y="553117"/>
                  </a:lnTo>
                  <a:lnTo>
                    <a:pt x="5848140" y="553117"/>
                  </a:lnTo>
                  <a:lnTo>
                    <a:pt x="5848286" y="553117"/>
                  </a:lnTo>
                  <a:lnTo>
                    <a:pt x="5848431" y="553117"/>
                  </a:lnTo>
                  <a:lnTo>
                    <a:pt x="5848577" y="553117"/>
                  </a:lnTo>
                  <a:lnTo>
                    <a:pt x="5848722" y="553117"/>
                  </a:lnTo>
                  <a:lnTo>
                    <a:pt x="5848867" y="553117"/>
                  </a:lnTo>
                  <a:lnTo>
                    <a:pt x="5849013" y="553117"/>
                  </a:lnTo>
                  <a:lnTo>
                    <a:pt x="5849158" y="553117"/>
                  </a:lnTo>
                  <a:lnTo>
                    <a:pt x="5849304" y="553117"/>
                  </a:lnTo>
                  <a:lnTo>
                    <a:pt x="5849449" y="553117"/>
                  </a:lnTo>
                  <a:lnTo>
                    <a:pt x="5849595" y="553117"/>
                  </a:lnTo>
                  <a:lnTo>
                    <a:pt x="5849740" y="553117"/>
                  </a:lnTo>
                  <a:lnTo>
                    <a:pt x="5849885" y="553117"/>
                  </a:lnTo>
                  <a:lnTo>
                    <a:pt x="5850031" y="553117"/>
                  </a:lnTo>
                  <a:lnTo>
                    <a:pt x="5850176" y="553117"/>
                  </a:lnTo>
                  <a:lnTo>
                    <a:pt x="5850322" y="553117"/>
                  </a:lnTo>
                  <a:lnTo>
                    <a:pt x="5850467" y="553117"/>
                  </a:lnTo>
                  <a:lnTo>
                    <a:pt x="5850613" y="553117"/>
                  </a:lnTo>
                  <a:lnTo>
                    <a:pt x="5850613" y="552493"/>
                  </a:lnTo>
                  <a:lnTo>
                    <a:pt x="5850758" y="552493"/>
                  </a:lnTo>
                  <a:lnTo>
                    <a:pt x="5850903" y="552493"/>
                  </a:lnTo>
                  <a:lnTo>
                    <a:pt x="5851049" y="552493"/>
                  </a:lnTo>
                  <a:lnTo>
                    <a:pt x="5851194" y="552493"/>
                  </a:lnTo>
                  <a:lnTo>
                    <a:pt x="5851340" y="552493"/>
                  </a:lnTo>
                  <a:lnTo>
                    <a:pt x="5851485" y="552493"/>
                  </a:lnTo>
                  <a:lnTo>
                    <a:pt x="5851631" y="552493"/>
                  </a:lnTo>
                  <a:lnTo>
                    <a:pt x="5851776" y="552493"/>
                  </a:lnTo>
                  <a:lnTo>
                    <a:pt x="5851921" y="552493"/>
                  </a:lnTo>
                  <a:lnTo>
                    <a:pt x="5852067" y="552493"/>
                  </a:lnTo>
                  <a:lnTo>
                    <a:pt x="5852212" y="552493"/>
                  </a:lnTo>
                  <a:lnTo>
                    <a:pt x="5852358" y="552493"/>
                  </a:lnTo>
                  <a:lnTo>
                    <a:pt x="5852358" y="551870"/>
                  </a:lnTo>
                  <a:lnTo>
                    <a:pt x="5852503" y="551870"/>
                  </a:lnTo>
                  <a:lnTo>
                    <a:pt x="5852649" y="551870"/>
                  </a:lnTo>
                  <a:lnTo>
                    <a:pt x="5852794" y="551870"/>
                  </a:lnTo>
                  <a:lnTo>
                    <a:pt x="5852939" y="551870"/>
                  </a:lnTo>
                  <a:lnTo>
                    <a:pt x="5852939" y="551246"/>
                  </a:lnTo>
                  <a:lnTo>
                    <a:pt x="5853085" y="551246"/>
                  </a:lnTo>
                  <a:lnTo>
                    <a:pt x="5853230" y="551246"/>
                  </a:lnTo>
                  <a:lnTo>
                    <a:pt x="5853376" y="551246"/>
                  </a:lnTo>
                  <a:lnTo>
                    <a:pt x="5853521" y="551246"/>
                  </a:lnTo>
                  <a:lnTo>
                    <a:pt x="5853667" y="551246"/>
                  </a:lnTo>
                  <a:lnTo>
                    <a:pt x="5853812" y="551246"/>
                  </a:lnTo>
                  <a:lnTo>
                    <a:pt x="5853957" y="551246"/>
                  </a:lnTo>
                  <a:lnTo>
                    <a:pt x="5854103" y="551246"/>
                  </a:lnTo>
                  <a:lnTo>
                    <a:pt x="5854248" y="551246"/>
                  </a:lnTo>
                  <a:lnTo>
                    <a:pt x="5854394" y="551246"/>
                  </a:lnTo>
                  <a:lnTo>
                    <a:pt x="5854539" y="551246"/>
                  </a:lnTo>
                  <a:lnTo>
                    <a:pt x="5854684" y="551246"/>
                  </a:lnTo>
                  <a:lnTo>
                    <a:pt x="5854830" y="551246"/>
                  </a:lnTo>
                  <a:lnTo>
                    <a:pt x="5854975" y="551246"/>
                  </a:lnTo>
                  <a:lnTo>
                    <a:pt x="5855121" y="551246"/>
                  </a:lnTo>
                  <a:lnTo>
                    <a:pt x="5855266" y="551246"/>
                  </a:lnTo>
                  <a:lnTo>
                    <a:pt x="5855412" y="551246"/>
                  </a:lnTo>
                  <a:lnTo>
                    <a:pt x="5855557" y="551246"/>
                  </a:lnTo>
                  <a:lnTo>
                    <a:pt x="5855702" y="551246"/>
                  </a:lnTo>
                  <a:lnTo>
                    <a:pt x="5855848" y="551246"/>
                  </a:lnTo>
                  <a:lnTo>
                    <a:pt x="5855848" y="550623"/>
                  </a:lnTo>
                  <a:lnTo>
                    <a:pt x="5855993" y="550623"/>
                  </a:lnTo>
                  <a:lnTo>
                    <a:pt x="5856139" y="550623"/>
                  </a:lnTo>
                  <a:lnTo>
                    <a:pt x="5856284" y="550623"/>
                  </a:lnTo>
                  <a:lnTo>
                    <a:pt x="5856430" y="550623"/>
                  </a:lnTo>
                  <a:lnTo>
                    <a:pt x="5856575" y="550623"/>
                  </a:lnTo>
                  <a:lnTo>
                    <a:pt x="5856720" y="550623"/>
                  </a:lnTo>
                  <a:lnTo>
                    <a:pt x="5856866" y="550623"/>
                  </a:lnTo>
                  <a:lnTo>
                    <a:pt x="5857011" y="550623"/>
                  </a:lnTo>
                  <a:lnTo>
                    <a:pt x="5857157" y="550623"/>
                  </a:lnTo>
                  <a:lnTo>
                    <a:pt x="5857302" y="550623"/>
                  </a:lnTo>
                  <a:lnTo>
                    <a:pt x="5857448" y="550623"/>
                  </a:lnTo>
                  <a:lnTo>
                    <a:pt x="5857593" y="550623"/>
                  </a:lnTo>
                  <a:lnTo>
                    <a:pt x="5857738" y="550623"/>
                  </a:lnTo>
                  <a:lnTo>
                    <a:pt x="5857884" y="550623"/>
                  </a:lnTo>
                  <a:lnTo>
                    <a:pt x="5858029" y="550623"/>
                  </a:lnTo>
                  <a:lnTo>
                    <a:pt x="5858175" y="550623"/>
                  </a:lnTo>
                  <a:lnTo>
                    <a:pt x="5858320" y="550623"/>
                  </a:lnTo>
                  <a:lnTo>
                    <a:pt x="5858466" y="550623"/>
                  </a:lnTo>
                  <a:lnTo>
                    <a:pt x="5858611" y="550623"/>
                  </a:lnTo>
                  <a:lnTo>
                    <a:pt x="5858756" y="550623"/>
                  </a:lnTo>
                  <a:lnTo>
                    <a:pt x="5858902" y="550623"/>
                  </a:lnTo>
                  <a:lnTo>
                    <a:pt x="5859047" y="550623"/>
                  </a:lnTo>
                  <a:lnTo>
                    <a:pt x="5859193" y="550623"/>
                  </a:lnTo>
                  <a:lnTo>
                    <a:pt x="5859338" y="550623"/>
                  </a:lnTo>
                  <a:lnTo>
                    <a:pt x="5859484" y="550623"/>
                  </a:lnTo>
                  <a:lnTo>
                    <a:pt x="5859629" y="550623"/>
                  </a:lnTo>
                  <a:lnTo>
                    <a:pt x="5859774" y="550623"/>
                  </a:lnTo>
                  <a:lnTo>
                    <a:pt x="5859920" y="550623"/>
                  </a:lnTo>
                  <a:lnTo>
                    <a:pt x="5860065" y="550623"/>
                  </a:lnTo>
                  <a:lnTo>
                    <a:pt x="5860211" y="550623"/>
                  </a:lnTo>
                  <a:lnTo>
                    <a:pt x="5860356" y="550623"/>
                  </a:lnTo>
                  <a:lnTo>
                    <a:pt x="5860501" y="550623"/>
                  </a:lnTo>
                  <a:lnTo>
                    <a:pt x="5860647" y="550623"/>
                  </a:lnTo>
                  <a:lnTo>
                    <a:pt x="5860792" y="550623"/>
                  </a:lnTo>
                  <a:lnTo>
                    <a:pt x="5860792" y="549999"/>
                  </a:lnTo>
                  <a:lnTo>
                    <a:pt x="5860938" y="549999"/>
                  </a:lnTo>
                  <a:lnTo>
                    <a:pt x="5861083" y="549999"/>
                  </a:lnTo>
                  <a:lnTo>
                    <a:pt x="5861229" y="549999"/>
                  </a:lnTo>
                  <a:lnTo>
                    <a:pt x="5861374" y="549999"/>
                  </a:lnTo>
                  <a:lnTo>
                    <a:pt x="5861519" y="549999"/>
                  </a:lnTo>
                  <a:lnTo>
                    <a:pt x="5861665" y="549999"/>
                  </a:lnTo>
                  <a:lnTo>
                    <a:pt x="5861810" y="549999"/>
                  </a:lnTo>
                  <a:lnTo>
                    <a:pt x="5861956" y="549999"/>
                  </a:lnTo>
                  <a:lnTo>
                    <a:pt x="5862101" y="549999"/>
                  </a:lnTo>
                  <a:lnTo>
                    <a:pt x="5862247" y="549999"/>
                  </a:lnTo>
                  <a:lnTo>
                    <a:pt x="5862392" y="549999"/>
                  </a:lnTo>
                  <a:lnTo>
                    <a:pt x="5862537" y="549999"/>
                  </a:lnTo>
                  <a:lnTo>
                    <a:pt x="5862683" y="549999"/>
                  </a:lnTo>
                  <a:lnTo>
                    <a:pt x="5862828" y="549999"/>
                  </a:lnTo>
                  <a:lnTo>
                    <a:pt x="5862974" y="549999"/>
                  </a:lnTo>
                  <a:lnTo>
                    <a:pt x="5863119" y="549999"/>
                  </a:lnTo>
                  <a:lnTo>
                    <a:pt x="5863265" y="549999"/>
                  </a:lnTo>
                  <a:lnTo>
                    <a:pt x="5863410" y="549999"/>
                  </a:lnTo>
                  <a:lnTo>
                    <a:pt x="5863410" y="549376"/>
                  </a:lnTo>
                  <a:lnTo>
                    <a:pt x="5863555" y="549376"/>
                  </a:lnTo>
                  <a:lnTo>
                    <a:pt x="5863701" y="549376"/>
                  </a:lnTo>
                  <a:lnTo>
                    <a:pt x="5863846" y="549376"/>
                  </a:lnTo>
                  <a:lnTo>
                    <a:pt x="5863846" y="548752"/>
                  </a:lnTo>
                  <a:lnTo>
                    <a:pt x="5863992" y="548752"/>
                  </a:lnTo>
                  <a:lnTo>
                    <a:pt x="5864137" y="548752"/>
                  </a:lnTo>
                  <a:lnTo>
                    <a:pt x="5864283" y="548752"/>
                  </a:lnTo>
                  <a:lnTo>
                    <a:pt x="5864428" y="548752"/>
                  </a:lnTo>
                  <a:lnTo>
                    <a:pt x="5864573" y="548752"/>
                  </a:lnTo>
                  <a:lnTo>
                    <a:pt x="5864719" y="548752"/>
                  </a:lnTo>
                  <a:lnTo>
                    <a:pt x="5864864" y="548752"/>
                  </a:lnTo>
                  <a:lnTo>
                    <a:pt x="5865010" y="548752"/>
                  </a:lnTo>
                  <a:lnTo>
                    <a:pt x="5865155" y="548752"/>
                  </a:lnTo>
                  <a:lnTo>
                    <a:pt x="5865301" y="548752"/>
                  </a:lnTo>
                  <a:lnTo>
                    <a:pt x="5865446" y="548752"/>
                  </a:lnTo>
                  <a:lnTo>
                    <a:pt x="5865591" y="548752"/>
                  </a:lnTo>
                  <a:lnTo>
                    <a:pt x="5865737" y="548752"/>
                  </a:lnTo>
                  <a:lnTo>
                    <a:pt x="5865882" y="548752"/>
                  </a:lnTo>
                  <a:lnTo>
                    <a:pt x="5866028" y="548752"/>
                  </a:lnTo>
                  <a:lnTo>
                    <a:pt x="5866173" y="548752"/>
                  </a:lnTo>
                  <a:lnTo>
                    <a:pt x="5866319" y="548752"/>
                  </a:lnTo>
                  <a:lnTo>
                    <a:pt x="5866464" y="548752"/>
                  </a:lnTo>
                  <a:lnTo>
                    <a:pt x="5866609" y="548752"/>
                  </a:lnTo>
                  <a:lnTo>
                    <a:pt x="5866755" y="548752"/>
                  </a:lnTo>
                  <a:lnTo>
                    <a:pt x="5866900" y="548752"/>
                  </a:lnTo>
                  <a:lnTo>
                    <a:pt x="5866900" y="548128"/>
                  </a:lnTo>
                  <a:lnTo>
                    <a:pt x="5867046" y="548128"/>
                  </a:lnTo>
                  <a:lnTo>
                    <a:pt x="5867191" y="548128"/>
                  </a:lnTo>
                  <a:lnTo>
                    <a:pt x="5867336" y="548128"/>
                  </a:lnTo>
                  <a:lnTo>
                    <a:pt x="5867482" y="548128"/>
                  </a:lnTo>
                  <a:lnTo>
                    <a:pt x="5867627" y="548128"/>
                  </a:lnTo>
                  <a:lnTo>
                    <a:pt x="5867773" y="548128"/>
                  </a:lnTo>
                  <a:lnTo>
                    <a:pt x="5867918" y="548128"/>
                  </a:lnTo>
                  <a:lnTo>
                    <a:pt x="5867918" y="547505"/>
                  </a:lnTo>
                  <a:lnTo>
                    <a:pt x="5868064" y="547505"/>
                  </a:lnTo>
                  <a:lnTo>
                    <a:pt x="5868209" y="547505"/>
                  </a:lnTo>
                  <a:lnTo>
                    <a:pt x="5868354" y="547505"/>
                  </a:lnTo>
                  <a:lnTo>
                    <a:pt x="5868500" y="547505"/>
                  </a:lnTo>
                  <a:lnTo>
                    <a:pt x="5868645" y="547505"/>
                  </a:lnTo>
                  <a:lnTo>
                    <a:pt x="5868791" y="547505"/>
                  </a:lnTo>
                  <a:lnTo>
                    <a:pt x="5868936" y="547505"/>
                  </a:lnTo>
                  <a:lnTo>
                    <a:pt x="5869082" y="547505"/>
                  </a:lnTo>
                  <a:lnTo>
                    <a:pt x="5869227" y="547505"/>
                  </a:lnTo>
                  <a:lnTo>
                    <a:pt x="5869372" y="547505"/>
                  </a:lnTo>
                  <a:lnTo>
                    <a:pt x="5869518" y="547505"/>
                  </a:lnTo>
                  <a:lnTo>
                    <a:pt x="5869663" y="547505"/>
                  </a:lnTo>
                  <a:lnTo>
                    <a:pt x="5869809" y="547505"/>
                  </a:lnTo>
                  <a:lnTo>
                    <a:pt x="5869954" y="547505"/>
                  </a:lnTo>
                  <a:lnTo>
                    <a:pt x="5870100" y="547505"/>
                  </a:lnTo>
                  <a:lnTo>
                    <a:pt x="5870245" y="547505"/>
                  </a:lnTo>
                  <a:lnTo>
                    <a:pt x="5870390" y="547505"/>
                  </a:lnTo>
                  <a:lnTo>
                    <a:pt x="5870390" y="546881"/>
                  </a:lnTo>
                  <a:lnTo>
                    <a:pt x="5870536" y="546881"/>
                  </a:lnTo>
                  <a:lnTo>
                    <a:pt x="5870681" y="546881"/>
                  </a:lnTo>
                  <a:lnTo>
                    <a:pt x="5870681" y="546258"/>
                  </a:lnTo>
                  <a:lnTo>
                    <a:pt x="5870827" y="546258"/>
                  </a:lnTo>
                  <a:lnTo>
                    <a:pt x="5870972" y="546258"/>
                  </a:lnTo>
                  <a:lnTo>
                    <a:pt x="5871118" y="546258"/>
                  </a:lnTo>
                  <a:lnTo>
                    <a:pt x="5871263" y="546258"/>
                  </a:lnTo>
                  <a:lnTo>
                    <a:pt x="5871408" y="546258"/>
                  </a:lnTo>
                  <a:lnTo>
                    <a:pt x="5871554" y="546258"/>
                  </a:lnTo>
                  <a:lnTo>
                    <a:pt x="5871699" y="546258"/>
                  </a:lnTo>
                  <a:lnTo>
                    <a:pt x="5871845" y="546258"/>
                  </a:lnTo>
                  <a:lnTo>
                    <a:pt x="5871990" y="546258"/>
                  </a:lnTo>
                  <a:lnTo>
                    <a:pt x="5872136" y="546258"/>
                  </a:lnTo>
                  <a:lnTo>
                    <a:pt x="5872281" y="546258"/>
                  </a:lnTo>
                  <a:lnTo>
                    <a:pt x="5872426" y="546258"/>
                  </a:lnTo>
                  <a:lnTo>
                    <a:pt x="5872572" y="546258"/>
                  </a:lnTo>
                  <a:lnTo>
                    <a:pt x="5872717" y="546258"/>
                  </a:lnTo>
                  <a:lnTo>
                    <a:pt x="5872863" y="546258"/>
                  </a:lnTo>
                  <a:lnTo>
                    <a:pt x="5873008" y="546258"/>
                  </a:lnTo>
                  <a:lnTo>
                    <a:pt x="5873154" y="546258"/>
                  </a:lnTo>
                  <a:lnTo>
                    <a:pt x="5873299" y="546258"/>
                  </a:lnTo>
                  <a:lnTo>
                    <a:pt x="5873299" y="545634"/>
                  </a:lnTo>
                  <a:lnTo>
                    <a:pt x="5873444" y="545634"/>
                  </a:lnTo>
                  <a:lnTo>
                    <a:pt x="5873590" y="545634"/>
                  </a:lnTo>
                  <a:lnTo>
                    <a:pt x="5873735" y="545634"/>
                  </a:lnTo>
                  <a:lnTo>
                    <a:pt x="5873881" y="545634"/>
                  </a:lnTo>
                  <a:lnTo>
                    <a:pt x="5874026" y="545634"/>
                  </a:lnTo>
                  <a:lnTo>
                    <a:pt x="5874171" y="545634"/>
                  </a:lnTo>
                  <a:lnTo>
                    <a:pt x="5874317" y="545634"/>
                  </a:lnTo>
                  <a:lnTo>
                    <a:pt x="5874462" y="545634"/>
                  </a:lnTo>
                  <a:lnTo>
                    <a:pt x="5874608" y="545634"/>
                  </a:lnTo>
                  <a:lnTo>
                    <a:pt x="5874608" y="545010"/>
                  </a:lnTo>
                  <a:lnTo>
                    <a:pt x="5874753" y="545010"/>
                  </a:lnTo>
                  <a:lnTo>
                    <a:pt x="5874899" y="545010"/>
                  </a:lnTo>
                  <a:lnTo>
                    <a:pt x="5875044" y="545010"/>
                  </a:lnTo>
                  <a:lnTo>
                    <a:pt x="5875189" y="545010"/>
                  </a:lnTo>
                  <a:lnTo>
                    <a:pt x="5875335" y="545010"/>
                  </a:lnTo>
                  <a:lnTo>
                    <a:pt x="5875480" y="545010"/>
                  </a:lnTo>
                  <a:lnTo>
                    <a:pt x="5875480" y="544387"/>
                  </a:lnTo>
                  <a:lnTo>
                    <a:pt x="5875626" y="544387"/>
                  </a:lnTo>
                  <a:lnTo>
                    <a:pt x="5875771" y="544387"/>
                  </a:lnTo>
                  <a:lnTo>
                    <a:pt x="5875917" y="544387"/>
                  </a:lnTo>
                  <a:lnTo>
                    <a:pt x="5876062" y="544387"/>
                  </a:lnTo>
                  <a:lnTo>
                    <a:pt x="5876207" y="544387"/>
                  </a:lnTo>
                  <a:lnTo>
                    <a:pt x="5876353" y="544387"/>
                  </a:lnTo>
                  <a:lnTo>
                    <a:pt x="5876498" y="544387"/>
                  </a:lnTo>
                  <a:lnTo>
                    <a:pt x="5876644" y="544387"/>
                  </a:lnTo>
                  <a:lnTo>
                    <a:pt x="5876789" y="544387"/>
                  </a:lnTo>
                  <a:lnTo>
                    <a:pt x="5876935" y="544387"/>
                  </a:lnTo>
                  <a:lnTo>
                    <a:pt x="5877080" y="544387"/>
                  </a:lnTo>
                  <a:lnTo>
                    <a:pt x="5877225" y="544387"/>
                  </a:lnTo>
                  <a:lnTo>
                    <a:pt x="5877371" y="544387"/>
                  </a:lnTo>
                  <a:lnTo>
                    <a:pt x="5877516" y="544387"/>
                  </a:lnTo>
                  <a:lnTo>
                    <a:pt x="5877662" y="544387"/>
                  </a:lnTo>
                  <a:lnTo>
                    <a:pt x="5877807" y="544387"/>
                  </a:lnTo>
                  <a:lnTo>
                    <a:pt x="5877953" y="544387"/>
                  </a:lnTo>
                  <a:lnTo>
                    <a:pt x="5878098" y="544387"/>
                  </a:lnTo>
                  <a:lnTo>
                    <a:pt x="5878243" y="544387"/>
                  </a:lnTo>
                  <a:lnTo>
                    <a:pt x="5878389" y="544387"/>
                  </a:lnTo>
                  <a:lnTo>
                    <a:pt x="5878534" y="544387"/>
                  </a:lnTo>
                  <a:lnTo>
                    <a:pt x="5878680" y="544387"/>
                  </a:lnTo>
                  <a:lnTo>
                    <a:pt x="5878825" y="544387"/>
                  </a:lnTo>
                  <a:lnTo>
                    <a:pt x="5878971" y="544387"/>
                  </a:lnTo>
                  <a:lnTo>
                    <a:pt x="5879116" y="544387"/>
                  </a:lnTo>
                  <a:lnTo>
                    <a:pt x="5879261" y="544387"/>
                  </a:lnTo>
                  <a:lnTo>
                    <a:pt x="5879407" y="544387"/>
                  </a:lnTo>
                  <a:lnTo>
                    <a:pt x="5879407" y="543763"/>
                  </a:lnTo>
                  <a:lnTo>
                    <a:pt x="5879552" y="543763"/>
                  </a:lnTo>
                  <a:lnTo>
                    <a:pt x="5879698" y="543763"/>
                  </a:lnTo>
                  <a:lnTo>
                    <a:pt x="5879698" y="543140"/>
                  </a:lnTo>
                  <a:lnTo>
                    <a:pt x="5879843" y="543140"/>
                  </a:lnTo>
                  <a:lnTo>
                    <a:pt x="5879989" y="543140"/>
                  </a:lnTo>
                  <a:lnTo>
                    <a:pt x="5880134" y="543140"/>
                  </a:lnTo>
                  <a:lnTo>
                    <a:pt x="5880279" y="543140"/>
                  </a:lnTo>
                  <a:lnTo>
                    <a:pt x="5880425" y="543140"/>
                  </a:lnTo>
                  <a:lnTo>
                    <a:pt x="5880570" y="543140"/>
                  </a:lnTo>
                  <a:lnTo>
                    <a:pt x="5880716" y="543140"/>
                  </a:lnTo>
                  <a:lnTo>
                    <a:pt x="5880861" y="543140"/>
                  </a:lnTo>
                  <a:lnTo>
                    <a:pt x="5881006" y="543140"/>
                  </a:lnTo>
                  <a:lnTo>
                    <a:pt x="5881152" y="543140"/>
                  </a:lnTo>
                  <a:lnTo>
                    <a:pt x="5881297" y="543140"/>
                  </a:lnTo>
                  <a:lnTo>
                    <a:pt x="5881443" y="543140"/>
                  </a:lnTo>
                  <a:lnTo>
                    <a:pt x="5881588" y="543140"/>
                  </a:lnTo>
                  <a:lnTo>
                    <a:pt x="5881734" y="543140"/>
                  </a:lnTo>
                  <a:lnTo>
                    <a:pt x="5881879" y="543140"/>
                  </a:lnTo>
                  <a:lnTo>
                    <a:pt x="5882024" y="543140"/>
                  </a:lnTo>
                  <a:lnTo>
                    <a:pt x="5882170" y="543140"/>
                  </a:lnTo>
                  <a:lnTo>
                    <a:pt x="5882315" y="543140"/>
                  </a:lnTo>
                  <a:lnTo>
                    <a:pt x="5882315" y="542516"/>
                  </a:lnTo>
                  <a:lnTo>
                    <a:pt x="5882461" y="542516"/>
                  </a:lnTo>
                  <a:lnTo>
                    <a:pt x="5882606" y="542516"/>
                  </a:lnTo>
                  <a:lnTo>
                    <a:pt x="5882752" y="542516"/>
                  </a:lnTo>
                  <a:lnTo>
                    <a:pt x="5882897" y="542516"/>
                  </a:lnTo>
                  <a:lnTo>
                    <a:pt x="5883042" y="542516"/>
                  </a:lnTo>
                  <a:lnTo>
                    <a:pt x="5883188" y="542516"/>
                  </a:lnTo>
                  <a:lnTo>
                    <a:pt x="5883333" y="542516"/>
                  </a:lnTo>
                  <a:lnTo>
                    <a:pt x="5883479" y="542516"/>
                  </a:lnTo>
                  <a:lnTo>
                    <a:pt x="5883624" y="542516"/>
                  </a:lnTo>
                  <a:lnTo>
                    <a:pt x="5883770" y="542516"/>
                  </a:lnTo>
                  <a:lnTo>
                    <a:pt x="5883915" y="542516"/>
                  </a:lnTo>
                  <a:lnTo>
                    <a:pt x="5884060" y="542516"/>
                  </a:lnTo>
                  <a:lnTo>
                    <a:pt x="5884206" y="542516"/>
                  </a:lnTo>
                  <a:lnTo>
                    <a:pt x="5884351" y="542516"/>
                  </a:lnTo>
                  <a:lnTo>
                    <a:pt x="5884497" y="542516"/>
                  </a:lnTo>
                  <a:lnTo>
                    <a:pt x="5884642" y="542516"/>
                  </a:lnTo>
                  <a:lnTo>
                    <a:pt x="5884642" y="541893"/>
                  </a:lnTo>
                  <a:lnTo>
                    <a:pt x="5884788" y="541893"/>
                  </a:lnTo>
                  <a:lnTo>
                    <a:pt x="5884933" y="541893"/>
                  </a:lnTo>
                  <a:lnTo>
                    <a:pt x="5885078" y="541893"/>
                  </a:lnTo>
                  <a:lnTo>
                    <a:pt x="5885224" y="541893"/>
                  </a:lnTo>
                  <a:lnTo>
                    <a:pt x="5885369" y="541893"/>
                  </a:lnTo>
                  <a:lnTo>
                    <a:pt x="5885515" y="541893"/>
                  </a:lnTo>
                  <a:lnTo>
                    <a:pt x="5885515" y="541269"/>
                  </a:lnTo>
                  <a:lnTo>
                    <a:pt x="5885660" y="541269"/>
                  </a:lnTo>
                  <a:lnTo>
                    <a:pt x="5885806" y="541269"/>
                  </a:lnTo>
                  <a:lnTo>
                    <a:pt x="5885951" y="541269"/>
                  </a:lnTo>
                  <a:lnTo>
                    <a:pt x="5886096" y="541269"/>
                  </a:lnTo>
                  <a:lnTo>
                    <a:pt x="5886242" y="541269"/>
                  </a:lnTo>
                  <a:lnTo>
                    <a:pt x="5886387" y="541269"/>
                  </a:lnTo>
                  <a:lnTo>
                    <a:pt x="5886533" y="541269"/>
                  </a:lnTo>
                  <a:lnTo>
                    <a:pt x="5886678" y="541269"/>
                  </a:lnTo>
                  <a:lnTo>
                    <a:pt x="5886824" y="541269"/>
                  </a:lnTo>
                  <a:lnTo>
                    <a:pt x="5886969" y="541269"/>
                  </a:lnTo>
                  <a:lnTo>
                    <a:pt x="5887114" y="541269"/>
                  </a:lnTo>
                  <a:lnTo>
                    <a:pt x="5887260" y="541269"/>
                  </a:lnTo>
                  <a:lnTo>
                    <a:pt x="5887405" y="541269"/>
                  </a:lnTo>
                  <a:lnTo>
                    <a:pt x="5887551" y="541269"/>
                  </a:lnTo>
                  <a:lnTo>
                    <a:pt x="5887696" y="541269"/>
                  </a:lnTo>
                  <a:lnTo>
                    <a:pt x="5887841" y="541269"/>
                  </a:lnTo>
                  <a:lnTo>
                    <a:pt x="5887987" y="541269"/>
                  </a:lnTo>
                  <a:lnTo>
                    <a:pt x="5888132" y="541269"/>
                  </a:lnTo>
                  <a:lnTo>
                    <a:pt x="5888278" y="541269"/>
                  </a:lnTo>
                  <a:lnTo>
                    <a:pt x="5888423" y="541269"/>
                  </a:lnTo>
                  <a:lnTo>
                    <a:pt x="5888569" y="541269"/>
                  </a:lnTo>
                  <a:lnTo>
                    <a:pt x="5888714" y="541269"/>
                  </a:lnTo>
                  <a:lnTo>
                    <a:pt x="5888859" y="541269"/>
                  </a:lnTo>
                  <a:lnTo>
                    <a:pt x="5889005" y="541269"/>
                  </a:lnTo>
                  <a:lnTo>
                    <a:pt x="5889150" y="541269"/>
                  </a:lnTo>
                  <a:lnTo>
                    <a:pt x="5889296" y="541269"/>
                  </a:lnTo>
                  <a:lnTo>
                    <a:pt x="5889441" y="541269"/>
                  </a:lnTo>
                  <a:lnTo>
                    <a:pt x="5889587" y="541269"/>
                  </a:lnTo>
                  <a:lnTo>
                    <a:pt x="5889732" y="541269"/>
                  </a:lnTo>
                  <a:lnTo>
                    <a:pt x="5889877" y="541269"/>
                  </a:lnTo>
                  <a:lnTo>
                    <a:pt x="5890023" y="541269"/>
                  </a:lnTo>
                  <a:lnTo>
                    <a:pt x="5890023" y="540645"/>
                  </a:lnTo>
                  <a:lnTo>
                    <a:pt x="5890168" y="540645"/>
                  </a:lnTo>
                  <a:lnTo>
                    <a:pt x="5890314" y="540645"/>
                  </a:lnTo>
                  <a:lnTo>
                    <a:pt x="5890459" y="540645"/>
                  </a:lnTo>
                  <a:lnTo>
                    <a:pt x="5890605" y="540645"/>
                  </a:lnTo>
                  <a:lnTo>
                    <a:pt x="5890750" y="540645"/>
                  </a:lnTo>
                  <a:lnTo>
                    <a:pt x="5890895" y="540645"/>
                  </a:lnTo>
                  <a:lnTo>
                    <a:pt x="5891041" y="540645"/>
                  </a:lnTo>
                  <a:lnTo>
                    <a:pt x="5891186" y="540645"/>
                  </a:lnTo>
                  <a:lnTo>
                    <a:pt x="5891332" y="540645"/>
                  </a:lnTo>
                  <a:lnTo>
                    <a:pt x="5891477" y="540645"/>
                  </a:lnTo>
                  <a:lnTo>
                    <a:pt x="5891623" y="540645"/>
                  </a:lnTo>
                  <a:lnTo>
                    <a:pt x="5891768" y="540645"/>
                  </a:lnTo>
                  <a:lnTo>
                    <a:pt x="5891913" y="540645"/>
                  </a:lnTo>
                  <a:lnTo>
                    <a:pt x="5892059" y="540645"/>
                  </a:lnTo>
                  <a:lnTo>
                    <a:pt x="5892204" y="540645"/>
                  </a:lnTo>
                  <a:lnTo>
                    <a:pt x="5892350" y="540645"/>
                  </a:lnTo>
                  <a:lnTo>
                    <a:pt x="5892495" y="540645"/>
                  </a:lnTo>
                  <a:lnTo>
                    <a:pt x="5892495" y="540022"/>
                  </a:lnTo>
                  <a:lnTo>
                    <a:pt x="5892641" y="540022"/>
                  </a:lnTo>
                  <a:lnTo>
                    <a:pt x="5892786" y="540022"/>
                  </a:lnTo>
                  <a:lnTo>
                    <a:pt x="5892931" y="540022"/>
                  </a:lnTo>
                  <a:lnTo>
                    <a:pt x="5893077" y="540022"/>
                  </a:lnTo>
                  <a:lnTo>
                    <a:pt x="5893222" y="540022"/>
                  </a:lnTo>
                  <a:lnTo>
                    <a:pt x="5893368" y="540022"/>
                  </a:lnTo>
                  <a:lnTo>
                    <a:pt x="5893513" y="540022"/>
                  </a:lnTo>
                  <a:lnTo>
                    <a:pt x="5893659" y="540022"/>
                  </a:lnTo>
                  <a:lnTo>
                    <a:pt x="5893804" y="540022"/>
                  </a:lnTo>
                  <a:lnTo>
                    <a:pt x="5893949" y="540022"/>
                  </a:lnTo>
                  <a:lnTo>
                    <a:pt x="5894095" y="540022"/>
                  </a:lnTo>
                  <a:lnTo>
                    <a:pt x="5894240" y="540022"/>
                  </a:lnTo>
                  <a:lnTo>
                    <a:pt x="5894386" y="540022"/>
                  </a:lnTo>
                  <a:lnTo>
                    <a:pt x="5894531" y="540022"/>
                  </a:lnTo>
                  <a:lnTo>
                    <a:pt x="5894676" y="540022"/>
                  </a:lnTo>
                  <a:lnTo>
                    <a:pt x="5894822" y="540022"/>
                  </a:lnTo>
                  <a:lnTo>
                    <a:pt x="5894967" y="540022"/>
                  </a:lnTo>
                  <a:lnTo>
                    <a:pt x="5895113" y="540022"/>
                  </a:lnTo>
                  <a:lnTo>
                    <a:pt x="5895258" y="540022"/>
                  </a:lnTo>
                  <a:lnTo>
                    <a:pt x="5895404" y="540022"/>
                  </a:lnTo>
                  <a:lnTo>
                    <a:pt x="5895549" y="540022"/>
                  </a:lnTo>
                  <a:lnTo>
                    <a:pt x="5895549" y="539398"/>
                  </a:lnTo>
                  <a:lnTo>
                    <a:pt x="5895694" y="539398"/>
                  </a:lnTo>
                  <a:lnTo>
                    <a:pt x="5895694" y="538775"/>
                  </a:lnTo>
                  <a:lnTo>
                    <a:pt x="5895840" y="538775"/>
                  </a:lnTo>
                  <a:lnTo>
                    <a:pt x="5895985" y="538775"/>
                  </a:lnTo>
                  <a:lnTo>
                    <a:pt x="5896131" y="538775"/>
                  </a:lnTo>
                  <a:lnTo>
                    <a:pt x="5896276" y="538775"/>
                  </a:lnTo>
                  <a:lnTo>
                    <a:pt x="5896422" y="538775"/>
                  </a:lnTo>
                  <a:lnTo>
                    <a:pt x="5896567" y="538775"/>
                  </a:lnTo>
                  <a:lnTo>
                    <a:pt x="5896712" y="538775"/>
                  </a:lnTo>
                  <a:lnTo>
                    <a:pt x="5896858" y="538775"/>
                  </a:lnTo>
                  <a:lnTo>
                    <a:pt x="5897003" y="538775"/>
                  </a:lnTo>
                  <a:lnTo>
                    <a:pt x="5897149" y="538775"/>
                  </a:lnTo>
                  <a:lnTo>
                    <a:pt x="5897294" y="538775"/>
                  </a:lnTo>
                  <a:lnTo>
                    <a:pt x="5897440" y="538775"/>
                  </a:lnTo>
                  <a:lnTo>
                    <a:pt x="5897585" y="538775"/>
                  </a:lnTo>
                  <a:lnTo>
                    <a:pt x="5897730" y="538775"/>
                  </a:lnTo>
                  <a:lnTo>
                    <a:pt x="5897876" y="538775"/>
                  </a:lnTo>
                  <a:lnTo>
                    <a:pt x="5898021" y="538775"/>
                  </a:lnTo>
                  <a:lnTo>
                    <a:pt x="5898167" y="538775"/>
                  </a:lnTo>
                  <a:lnTo>
                    <a:pt x="5898312" y="538775"/>
                  </a:lnTo>
                  <a:lnTo>
                    <a:pt x="5898312" y="538151"/>
                  </a:lnTo>
                  <a:lnTo>
                    <a:pt x="5898458" y="538151"/>
                  </a:lnTo>
                  <a:lnTo>
                    <a:pt x="5898603" y="538151"/>
                  </a:lnTo>
                  <a:lnTo>
                    <a:pt x="5898748" y="538151"/>
                  </a:lnTo>
                  <a:lnTo>
                    <a:pt x="5898894" y="538151"/>
                  </a:lnTo>
                  <a:lnTo>
                    <a:pt x="5899039" y="538151"/>
                  </a:lnTo>
                  <a:lnTo>
                    <a:pt x="5899185" y="538151"/>
                  </a:lnTo>
                  <a:lnTo>
                    <a:pt x="5899330" y="538151"/>
                  </a:lnTo>
                  <a:lnTo>
                    <a:pt x="5899476" y="538151"/>
                  </a:lnTo>
                  <a:lnTo>
                    <a:pt x="5899621" y="538151"/>
                  </a:lnTo>
                  <a:lnTo>
                    <a:pt x="5899766" y="538151"/>
                  </a:lnTo>
                  <a:lnTo>
                    <a:pt x="5899912" y="538151"/>
                  </a:lnTo>
                  <a:lnTo>
                    <a:pt x="5900057" y="538151"/>
                  </a:lnTo>
                  <a:lnTo>
                    <a:pt x="5900203" y="538151"/>
                  </a:lnTo>
                  <a:lnTo>
                    <a:pt x="5900348" y="538151"/>
                  </a:lnTo>
                  <a:lnTo>
                    <a:pt x="5900494" y="538151"/>
                  </a:lnTo>
                  <a:lnTo>
                    <a:pt x="5900639" y="538151"/>
                  </a:lnTo>
                  <a:lnTo>
                    <a:pt x="5900784" y="538151"/>
                  </a:lnTo>
                  <a:lnTo>
                    <a:pt x="5900930" y="538151"/>
                  </a:lnTo>
                  <a:lnTo>
                    <a:pt x="5901075" y="538151"/>
                  </a:lnTo>
                  <a:lnTo>
                    <a:pt x="5901221" y="538151"/>
                  </a:lnTo>
                  <a:lnTo>
                    <a:pt x="5901366" y="538151"/>
                  </a:lnTo>
                  <a:lnTo>
                    <a:pt x="5901511" y="538151"/>
                  </a:lnTo>
                  <a:lnTo>
                    <a:pt x="5901657" y="538151"/>
                  </a:lnTo>
                  <a:lnTo>
                    <a:pt x="5901802" y="538151"/>
                  </a:lnTo>
                  <a:lnTo>
                    <a:pt x="5901948" y="538151"/>
                  </a:lnTo>
                  <a:lnTo>
                    <a:pt x="5902093" y="538151"/>
                  </a:lnTo>
                  <a:lnTo>
                    <a:pt x="5902239" y="538151"/>
                  </a:lnTo>
                  <a:lnTo>
                    <a:pt x="5902384" y="538151"/>
                  </a:lnTo>
                  <a:lnTo>
                    <a:pt x="5902529" y="538151"/>
                  </a:lnTo>
                  <a:lnTo>
                    <a:pt x="5902675" y="538151"/>
                  </a:lnTo>
                  <a:lnTo>
                    <a:pt x="5902820" y="538151"/>
                  </a:lnTo>
                  <a:lnTo>
                    <a:pt x="5902966" y="538151"/>
                  </a:lnTo>
                  <a:lnTo>
                    <a:pt x="5903111" y="538151"/>
                  </a:lnTo>
                  <a:lnTo>
                    <a:pt x="5903257" y="538151"/>
                  </a:lnTo>
                  <a:lnTo>
                    <a:pt x="5903402" y="538151"/>
                  </a:lnTo>
                  <a:lnTo>
                    <a:pt x="5903547" y="538151"/>
                  </a:lnTo>
                  <a:lnTo>
                    <a:pt x="5903693" y="538151"/>
                  </a:lnTo>
                  <a:lnTo>
                    <a:pt x="5903838" y="538151"/>
                  </a:lnTo>
                  <a:lnTo>
                    <a:pt x="5903984" y="538151"/>
                  </a:lnTo>
                  <a:lnTo>
                    <a:pt x="5904129" y="538151"/>
                  </a:lnTo>
                  <a:lnTo>
                    <a:pt x="5904275" y="538151"/>
                  </a:lnTo>
                  <a:lnTo>
                    <a:pt x="5904420" y="538151"/>
                  </a:lnTo>
                  <a:lnTo>
                    <a:pt x="5904565" y="538151"/>
                  </a:lnTo>
                  <a:lnTo>
                    <a:pt x="5904711" y="538151"/>
                  </a:lnTo>
                  <a:lnTo>
                    <a:pt x="5904856" y="538151"/>
                  </a:lnTo>
                  <a:lnTo>
                    <a:pt x="5905002" y="538151"/>
                  </a:lnTo>
                  <a:lnTo>
                    <a:pt x="5905147" y="538151"/>
                  </a:lnTo>
                  <a:lnTo>
                    <a:pt x="5905293" y="538151"/>
                  </a:lnTo>
                  <a:lnTo>
                    <a:pt x="5905438" y="538151"/>
                  </a:lnTo>
                  <a:lnTo>
                    <a:pt x="5905583" y="538151"/>
                  </a:lnTo>
                  <a:lnTo>
                    <a:pt x="5905583" y="537527"/>
                  </a:lnTo>
                  <a:lnTo>
                    <a:pt x="5905729" y="537527"/>
                  </a:lnTo>
                  <a:lnTo>
                    <a:pt x="5905729" y="536904"/>
                  </a:lnTo>
                  <a:lnTo>
                    <a:pt x="5905729" y="536280"/>
                  </a:lnTo>
                  <a:lnTo>
                    <a:pt x="5905874" y="536280"/>
                  </a:lnTo>
                  <a:lnTo>
                    <a:pt x="5906020" y="536280"/>
                  </a:lnTo>
                  <a:lnTo>
                    <a:pt x="5906165" y="536280"/>
                  </a:lnTo>
                  <a:lnTo>
                    <a:pt x="5906311" y="536280"/>
                  </a:lnTo>
                  <a:lnTo>
                    <a:pt x="5906456" y="536280"/>
                  </a:lnTo>
                  <a:lnTo>
                    <a:pt x="5906601" y="536280"/>
                  </a:lnTo>
                  <a:lnTo>
                    <a:pt x="5906747" y="536280"/>
                  </a:lnTo>
                  <a:lnTo>
                    <a:pt x="5906892" y="536280"/>
                  </a:lnTo>
                  <a:lnTo>
                    <a:pt x="5907038" y="536280"/>
                  </a:lnTo>
                  <a:lnTo>
                    <a:pt x="5907183" y="536280"/>
                  </a:lnTo>
                  <a:lnTo>
                    <a:pt x="5907329" y="536280"/>
                  </a:lnTo>
                  <a:lnTo>
                    <a:pt x="5907474" y="536280"/>
                  </a:lnTo>
                  <a:lnTo>
                    <a:pt x="5907619" y="536280"/>
                  </a:lnTo>
                  <a:lnTo>
                    <a:pt x="5907765" y="536280"/>
                  </a:lnTo>
                  <a:lnTo>
                    <a:pt x="5907910" y="536280"/>
                  </a:lnTo>
                  <a:lnTo>
                    <a:pt x="5908056" y="536280"/>
                  </a:lnTo>
                  <a:lnTo>
                    <a:pt x="5908201" y="536280"/>
                  </a:lnTo>
                  <a:lnTo>
                    <a:pt x="5908346" y="536280"/>
                  </a:lnTo>
                  <a:lnTo>
                    <a:pt x="5908492" y="536280"/>
                  </a:lnTo>
                  <a:lnTo>
                    <a:pt x="5908637" y="536280"/>
                  </a:lnTo>
                  <a:lnTo>
                    <a:pt x="5908783" y="536280"/>
                  </a:lnTo>
                  <a:lnTo>
                    <a:pt x="5908928" y="536280"/>
                  </a:lnTo>
                  <a:lnTo>
                    <a:pt x="5909074" y="536280"/>
                  </a:lnTo>
                  <a:lnTo>
                    <a:pt x="5909219" y="536280"/>
                  </a:lnTo>
                  <a:lnTo>
                    <a:pt x="5909364" y="536280"/>
                  </a:lnTo>
                  <a:lnTo>
                    <a:pt x="5909510" y="536280"/>
                  </a:lnTo>
                  <a:lnTo>
                    <a:pt x="5909655" y="536280"/>
                  </a:lnTo>
                  <a:lnTo>
                    <a:pt x="5909801" y="536280"/>
                  </a:lnTo>
                  <a:lnTo>
                    <a:pt x="5909946" y="536280"/>
                  </a:lnTo>
                  <a:lnTo>
                    <a:pt x="5910092" y="536280"/>
                  </a:lnTo>
                  <a:lnTo>
                    <a:pt x="5910237" y="536280"/>
                  </a:lnTo>
                  <a:lnTo>
                    <a:pt x="5910382" y="536280"/>
                  </a:lnTo>
                  <a:lnTo>
                    <a:pt x="5910528" y="536280"/>
                  </a:lnTo>
                  <a:lnTo>
                    <a:pt x="5910673" y="536280"/>
                  </a:lnTo>
                  <a:lnTo>
                    <a:pt x="5910673" y="535657"/>
                  </a:lnTo>
                  <a:lnTo>
                    <a:pt x="5910819" y="535657"/>
                  </a:lnTo>
                  <a:lnTo>
                    <a:pt x="5910964" y="535657"/>
                  </a:lnTo>
                  <a:lnTo>
                    <a:pt x="5911110" y="535657"/>
                  </a:lnTo>
                  <a:lnTo>
                    <a:pt x="5911255" y="535657"/>
                  </a:lnTo>
                  <a:lnTo>
                    <a:pt x="5911400" y="535657"/>
                  </a:lnTo>
                  <a:lnTo>
                    <a:pt x="5911546" y="535657"/>
                  </a:lnTo>
                  <a:lnTo>
                    <a:pt x="5911691" y="535657"/>
                  </a:lnTo>
                  <a:lnTo>
                    <a:pt x="5911837" y="535657"/>
                  </a:lnTo>
                  <a:lnTo>
                    <a:pt x="5911982" y="535657"/>
                  </a:lnTo>
                  <a:lnTo>
                    <a:pt x="5912128" y="535657"/>
                  </a:lnTo>
                  <a:lnTo>
                    <a:pt x="5912273" y="535657"/>
                  </a:lnTo>
                  <a:lnTo>
                    <a:pt x="5912418" y="535657"/>
                  </a:lnTo>
                  <a:lnTo>
                    <a:pt x="5912564" y="535657"/>
                  </a:lnTo>
                  <a:lnTo>
                    <a:pt x="5912709" y="535657"/>
                  </a:lnTo>
                  <a:lnTo>
                    <a:pt x="5912855" y="535657"/>
                  </a:lnTo>
                  <a:lnTo>
                    <a:pt x="5912855" y="535033"/>
                  </a:lnTo>
                  <a:lnTo>
                    <a:pt x="5913000" y="535033"/>
                  </a:lnTo>
                  <a:lnTo>
                    <a:pt x="5913146" y="535033"/>
                  </a:lnTo>
                  <a:lnTo>
                    <a:pt x="5913291" y="535033"/>
                  </a:lnTo>
                  <a:lnTo>
                    <a:pt x="5913436" y="535033"/>
                  </a:lnTo>
                  <a:lnTo>
                    <a:pt x="5913582" y="535033"/>
                  </a:lnTo>
                  <a:lnTo>
                    <a:pt x="5913727" y="535033"/>
                  </a:lnTo>
                  <a:lnTo>
                    <a:pt x="5913873" y="535033"/>
                  </a:lnTo>
                  <a:lnTo>
                    <a:pt x="5914018" y="535033"/>
                  </a:lnTo>
                  <a:lnTo>
                    <a:pt x="5914164" y="535033"/>
                  </a:lnTo>
                  <a:lnTo>
                    <a:pt x="5914309" y="535033"/>
                  </a:lnTo>
                  <a:lnTo>
                    <a:pt x="5914454" y="535033"/>
                  </a:lnTo>
                  <a:lnTo>
                    <a:pt x="5914600" y="535033"/>
                  </a:lnTo>
                  <a:lnTo>
                    <a:pt x="5914745" y="535033"/>
                  </a:lnTo>
                  <a:lnTo>
                    <a:pt x="5914891" y="535033"/>
                  </a:lnTo>
                  <a:lnTo>
                    <a:pt x="5915036" y="535033"/>
                  </a:lnTo>
                  <a:lnTo>
                    <a:pt x="5915181" y="535033"/>
                  </a:lnTo>
                  <a:lnTo>
                    <a:pt x="5915327" y="535033"/>
                  </a:lnTo>
                  <a:lnTo>
                    <a:pt x="5915327" y="534410"/>
                  </a:lnTo>
                  <a:lnTo>
                    <a:pt x="5915472" y="534410"/>
                  </a:lnTo>
                  <a:lnTo>
                    <a:pt x="5915618" y="534410"/>
                  </a:lnTo>
                  <a:lnTo>
                    <a:pt x="5915763" y="534410"/>
                  </a:lnTo>
                  <a:lnTo>
                    <a:pt x="5915909" y="534410"/>
                  </a:lnTo>
                  <a:lnTo>
                    <a:pt x="5916054" y="534410"/>
                  </a:lnTo>
                  <a:lnTo>
                    <a:pt x="5916199" y="534410"/>
                  </a:lnTo>
                  <a:lnTo>
                    <a:pt x="5916345" y="534410"/>
                  </a:lnTo>
                  <a:lnTo>
                    <a:pt x="5916490" y="534410"/>
                  </a:lnTo>
                  <a:lnTo>
                    <a:pt x="5916636" y="534410"/>
                  </a:lnTo>
                  <a:lnTo>
                    <a:pt x="5916781" y="534410"/>
                  </a:lnTo>
                  <a:lnTo>
                    <a:pt x="5916927" y="534410"/>
                  </a:lnTo>
                  <a:lnTo>
                    <a:pt x="5917072" y="534410"/>
                  </a:lnTo>
                  <a:lnTo>
                    <a:pt x="5917217" y="534410"/>
                  </a:lnTo>
                  <a:lnTo>
                    <a:pt x="5917363" y="534410"/>
                  </a:lnTo>
                  <a:lnTo>
                    <a:pt x="5917508" y="534410"/>
                  </a:lnTo>
                  <a:lnTo>
                    <a:pt x="5917508" y="533786"/>
                  </a:lnTo>
                  <a:lnTo>
                    <a:pt x="5917654" y="533786"/>
                  </a:lnTo>
                  <a:lnTo>
                    <a:pt x="5917799" y="533786"/>
                  </a:lnTo>
                  <a:lnTo>
                    <a:pt x="5917945" y="533786"/>
                  </a:lnTo>
                  <a:lnTo>
                    <a:pt x="5918090" y="533786"/>
                  </a:lnTo>
                  <a:lnTo>
                    <a:pt x="5918235" y="533786"/>
                  </a:lnTo>
                  <a:lnTo>
                    <a:pt x="5918381" y="533786"/>
                  </a:lnTo>
                  <a:lnTo>
                    <a:pt x="5918526" y="533786"/>
                  </a:lnTo>
                  <a:lnTo>
                    <a:pt x="5918672" y="533786"/>
                  </a:lnTo>
                  <a:lnTo>
                    <a:pt x="5918817" y="533786"/>
                  </a:lnTo>
                  <a:lnTo>
                    <a:pt x="5918963" y="533786"/>
                  </a:lnTo>
                  <a:lnTo>
                    <a:pt x="5919108" y="533786"/>
                  </a:lnTo>
                  <a:lnTo>
                    <a:pt x="5919253" y="533786"/>
                  </a:lnTo>
                  <a:lnTo>
                    <a:pt x="5919399" y="533786"/>
                  </a:lnTo>
                  <a:lnTo>
                    <a:pt x="5919399" y="533162"/>
                  </a:lnTo>
                  <a:lnTo>
                    <a:pt x="5919544" y="533162"/>
                  </a:lnTo>
                  <a:lnTo>
                    <a:pt x="5919690" y="533162"/>
                  </a:lnTo>
                  <a:lnTo>
                    <a:pt x="5919835" y="533162"/>
                  </a:lnTo>
                  <a:lnTo>
                    <a:pt x="5919981" y="533162"/>
                  </a:lnTo>
                  <a:lnTo>
                    <a:pt x="5920126" y="533162"/>
                  </a:lnTo>
                  <a:lnTo>
                    <a:pt x="5920271" y="533162"/>
                  </a:lnTo>
                  <a:lnTo>
                    <a:pt x="5920417" y="533162"/>
                  </a:lnTo>
                  <a:lnTo>
                    <a:pt x="5920562" y="533162"/>
                  </a:lnTo>
                  <a:lnTo>
                    <a:pt x="5920708" y="533162"/>
                  </a:lnTo>
                  <a:lnTo>
                    <a:pt x="5920853" y="533162"/>
                  </a:lnTo>
                  <a:lnTo>
                    <a:pt x="5920999" y="533162"/>
                  </a:lnTo>
                  <a:lnTo>
                    <a:pt x="5921144" y="533162"/>
                  </a:lnTo>
                  <a:lnTo>
                    <a:pt x="5921289" y="533162"/>
                  </a:lnTo>
                  <a:lnTo>
                    <a:pt x="5921435" y="533162"/>
                  </a:lnTo>
                  <a:lnTo>
                    <a:pt x="5921580" y="533162"/>
                  </a:lnTo>
                  <a:lnTo>
                    <a:pt x="5921726" y="533162"/>
                  </a:lnTo>
                  <a:lnTo>
                    <a:pt x="5921871" y="533162"/>
                  </a:lnTo>
                  <a:lnTo>
                    <a:pt x="5922016" y="533162"/>
                  </a:lnTo>
                  <a:lnTo>
                    <a:pt x="5922162" y="533162"/>
                  </a:lnTo>
                  <a:lnTo>
                    <a:pt x="5922307" y="533162"/>
                  </a:lnTo>
                  <a:lnTo>
                    <a:pt x="5922453" y="533162"/>
                  </a:lnTo>
                  <a:lnTo>
                    <a:pt x="5922598" y="533162"/>
                  </a:lnTo>
                  <a:lnTo>
                    <a:pt x="5922744" y="533162"/>
                  </a:lnTo>
                  <a:lnTo>
                    <a:pt x="5922889" y="533162"/>
                  </a:lnTo>
                  <a:lnTo>
                    <a:pt x="5923034" y="533162"/>
                  </a:lnTo>
                  <a:lnTo>
                    <a:pt x="5923180" y="533162"/>
                  </a:lnTo>
                  <a:lnTo>
                    <a:pt x="5923325" y="533162"/>
                  </a:lnTo>
                  <a:lnTo>
                    <a:pt x="5923471" y="533162"/>
                  </a:lnTo>
                  <a:lnTo>
                    <a:pt x="5923616" y="533162"/>
                  </a:lnTo>
                  <a:lnTo>
                    <a:pt x="5923762" y="533162"/>
                  </a:lnTo>
                  <a:lnTo>
                    <a:pt x="5923907" y="533162"/>
                  </a:lnTo>
                  <a:lnTo>
                    <a:pt x="5924052" y="533162"/>
                  </a:lnTo>
                  <a:lnTo>
                    <a:pt x="5924052" y="532539"/>
                  </a:lnTo>
                  <a:lnTo>
                    <a:pt x="5924198" y="532539"/>
                  </a:lnTo>
                  <a:lnTo>
                    <a:pt x="5924343" y="532539"/>
                  </a:lnTo>
                  <a:lnTo>
                    <a:pt x="5924489" y="532539"/>
                  </a:lnTo>
                  <a:lnTo>
                    <a:pt x="5924634" y="532539"/>
                  </a:lnTo>
                  <a:lnTo>
                    <a:pt x="5924634" y="531915"/>
                  </a:lnTo>
                  <a:lnTo>
                    <a:pt x="5924780" y="531915"/>
                  </a:lnTo>
                  <a:lnTo>
                    <a:pt x="5924925" y="531915"/>
                  </a:lnTo>
                  <a:lnTo>
                    <a:pt x="5925070" y="531915"/>
                  </a:lnTo>
                  <a:lnTo>
                    <a:pt x="5925216" y="531915"/>
                  </a:lnTo>
                  <a:lnTo>
                    <a:pt x="5925361" y="531915"/>
                  </a:lnTo>
                  <a:lnTo>
                    <a:pt x="5925507" y="531915"/>
                  </a:lnTo>
                  <a:lnTo>
                    <a:pt x="5925652" y="531915"/>
                  </a:lnTo>
                  <a:lnTo>
                    <a:pt x="5925798" y="531915"/>
                  </a:lnTo>
                  <a:lnTo>
                    <a:pt x="5925943" y="531915"/>
                  </a:lnTo>
                  <a:lnTo>
                    <a:pt x="5925943" y="531292"/>
                  </a:lnTo>
                  <a:lnTo>
                    <a:pt x="5925943" y="530668"/>
                  </a:lnTo>
                  <a:lnTo>
                    <a:pt x="5926088" y="530668"/>
                  </a:lnTo>
                  <a:lnTo>
                    <a:pt x="5926234" y="530668"/>
                  </a:lnTo>
                  <a:lnTo>
                    <a:pt x="5926379" y="530668"/>
                  </a:lnTo>
                  <a:lnTo>
                    <a:pt x="5926525" y="530668"/>
                  </a:lnTo>
                  <a:lnTo>
                    <a:pt x="5926670" y="530668"/>
                  </a:lnTo>
                  <a:lnTo>
                    <a:pt x="5926816" y="530668"/>
                  </a:lnTo>
                  <a:lnTo>
                    <a:pt x="5926961" y="530668"/>
                  </a:lnTo>
                  <a:lnTo>
                    <a:pt x="5927106" y="530668"/>
                  </a:lnTo>
                  <a:lnTo>
                    <a:pt x="5927252" y="530668"/>
                  </a:lnTo>
                  <a:lnTo>
                    <a:pt x="5927397" y="530668"/>
                  </a:lnTo>
                  <a:lnTo>
                    <a:pt x="5927543" y="530668"/>
                  </a:lnTo>
                  <a:lnTo>
                    <a:pt x="5927688" y="530668"/>
                  </a:lnTo>
                  <a:lnTo>
                    <a:pt x="5927834" y="530668"/>
                  </a:lnTo>
                  <a:lnTo>
                    <a:pt x="5927979" y="530668"/>
                  </a:lnTo>
                  <a:lnTo>
                    <a:pt x="5928124" y="530668"/>
                  </a:lnTo>
                  <a:lnTo>
                    <a:pt x="5928270" y="530668"/>
                  </a:lnTo>
                  <a:lnTo>
                    <a:pt x="5928415" y="530668"/>
                  </a:lnTo>
                  <a:lnTo>
                    <a:pt x="5928561" y="530668"/>
                  </a:lnTo>
                  <a:lnTo>
                    <a:pt x="5928561" y="530044"/>
                  </a:lnTo>
                  <a:lnTo>
                    <a:pt x="5928706" y="530044"/>
                  </a:lnTo>
                  <a:lnTo>
                    <a:pt x="5928706" y="529421"/>
                  </a:lnTo>
                  <a:lnTo>
                    <a:pt x="5928851" y="529421"/>
                  </a:lnTo>
                  <a:lnTo>
                    <a:pt x="5928997" y="529421"/>
                  </a:lnTo>
                  <a:lnTo>
                    <a:pt x="5929142" y="529421"/>
                  </a:lnTo>
                  <a:lnTo>
                    <a:pt x="5929288" y="529421"/>
                  </a:lnTo>
                  <a:lnTo>
                    <a:pt x="5929288" y="528797"/>
                  </a:lnTo>
                  <a:lnTo>
                    <a:pt x="5929433" y="528797"/>
                  </a:lnTo>
                  <a:lnTo>
                    <a:pt x="5929579" y="528797"/>
                  </a:lnTo>
                  <a:lnTo>
                    <a:pt x="5929724" y="528797"/>
                  </a:lnTo>
                  <a:lnTo>
                    <a:pt x="5929869" y="528797"/>
                  </a:lnTo>
                  <a:lnTo>
                    <a:pt x="5930015" y="528797"/>
                  </a:lnTo>
                  <a:lnTo>
                    <a:pt x="5930160" y="528797"/>
                  </a:lnTo>
                  <a:lnTo>
                    <a:pt x="5930306" y="528797"/>
                  </a:lnTo>
                  <a:lnTo>
                    <a:pt x="5930451" y="528797"/>
                  </a:lnTo>
                  <a:lnTo>
                    <a:pt x="5930597" y="528797"/>
                  </a:lnTo>
                  <a:lnTo>
                    <a:pt x="5930742" y="528797"/>
                  </a:lnTo>
                  <a:lnTo>
                    <a:pt x="5930887" y="528797"/>
                  </a:lnTo>
                  <a:lnTo>
                    <a:pt x="5931033" y="528797"/>
                  </a:lnTo>
                  <a:lnTo>
                    <a:pt x="5931178" y="528797"/>
                  </a:lnTo>
                  <a:lnTo>
                    <a:pt x="5931324" y="528797"/>
                  </a:lnTo>
                  <a:lnTo>
                    <a:pt x="5931469" y="528797"/>
                  </a:lnTo>
                  <a:lnTo>
                    <a:pt x="5931615" y="528797"/>
                  </a:lnTo>
                  <a:lnTo>
                    <a:pt x="5931760" y="528797"/>
                  </a:lnTo>
                  <a:lnTo>
                    <a:pt x="5931905" y="528797"/>
                  </a:lnTo>
                  <a:lnTo>
                    <a:pt x="5932051" y="528797"/>
                  </a:lnTo>
                  <a:lnTo>
                    <a:pt x="5932196" y="528797"/>
                  </a:lnTo>
                  <a:lnTo>
                    <a:pt x="5932342" y="528797"/>
                  </a:lnTo>
                  <a:lnTo>
                    <a:pt x="5932487" y="528797"/>
                  </a:lnTo>
                  <a:lnTo>
                    <a:pt x="5932633" y="528797"/>
                  </a:lnTo>
                  <a:lnTo>
                    <a:pt x="5932778" y="528797"/>
                  </a:lnTo>
                  <a:lnTo>
                    <a:pt x="5932923" y="528797"/>
                  </a:lnTo>
                  <a:lnTo>
                    <a:pt x="5932923" y="528174"/>
                  </a:lnTo>
                  <a:lnTo>
                    <a:pt x="5933069" y="528174"/>
                  </a:lnTo>
                  <a:lnTo>
                    <a:pt x="5933214" y="528174"/>
                  </a:lnTo>
                  <a:lnTo>
                    <a:pt x="5933360" y="528174"/>
                  </a:lnTo>
                  <a:lnTo>
                    <a:pt x="5933505" y="528174"/>
                  </a:lnTo>
                  <a:lnTo>
                    <a:pt x="5933651" y="528174"/>
                  </a:lnTo>
                  <a:lnTo>
                    <a:pt x="5933796" y="528174"/>
                  </a:lnTo>
                  <a:lnTo>
                    <a:pt x="5933796" y="527550"/>
                  </a:lnTo>
                  <a:lnTo>
                    <a:pt x="5933941" y="527550"/>
                  </a:lnTo>
                  <a:lnTo>
                    <a:pt x="5934087" y="527550"/>
                  </a:lnTo>
                  <a:lnTo>
                    <a:pt x="5934232" y="527550"/>
                  </a:lnTo>
                  <a:lnTo>
                    <a:pt x="5934378" y="527550"/>
                  </a:lnTo>
                  <a:lnTo>
                    <a:pt x="5934523" y="527550"/>
                  </a:lnTo>
                  <a:lnTo>
                    <a:pt x="5934669" y="527550"/>
                  </a:lnTo>
                  <a:lnTo>
                    <a:pt x="5934814" y="527550"/>
                  </a:lnTo>
                  <a:lnTo>
                    <a:pt x="5934959" y="527550"/>
                  </a:lnTo>
                  <a:lnTo>
                    <a:pt x="5935105" y="527550"/>
                  </a:lnTo>
                  <a:lnTo>
                    <a:pt x="5935250" y="527550"/>
                  </a:lnTo>
                  <a:lnTo>
                    <a:pt x="5935396" y="527550"/>
                  </a:lnTo>
                  <a:lnTo>
                    <a:pt x="5935541" y="527550"/>
                  </a:lnTo>
                  <a:lnTo>
                    <a:pt x="5935686" y="527550"/>
                  </a:lnTo>
                  <a:lnTo>
                    <a:pt x="5935832" y="527550"/>
                  </a:lnTo>
                  <a:lnTo>
                    <a:pt x="5935977" y="527550"/>
                  </a:lnTo>
                  <a:lnTo>
                    <a:pt x="5935977" y="526927"/>
                  </a:lnTo>
                  <a:lnTo>
                    <a:pt x="5936123" y="526927"/>
                  </a:lnTo>
                  <a:lnTo>
                    <a:pt x="5936268" y="526927"/>
                  </a:lnTo>
                  <a:lnTo>
                    <a:pt x="5936414" y="526927"/>
                  </a:lnTo>
                  <a:lnTo>
                    <a:pt x="5936559" y="526927"/>
                  </a:lnTo>
                  <a:lnTo>
                    <a:pt x="5936559" y="526303"/>
                  </a:lnTo>
                  <a:lnTo>
                    <a:pt x="5936704" y="526303"/>
                  </a:lnTo>
                  <a:lnTo>
                    <a:pt x="5936850" y="526303"/>
                  </a:lnTo>
                  <a:lnTo>
                    <a:pt x="5936995" y="526303"/>
                  </a:lnTo>
                  <a:lnTo>
                    <a:pt x="5937141" y="526303"/>
                  </a:lnTo>
                  <a:lnTo>
                    <a:pt x="5937286" y="526303"/>
                  </a:lnTo>
                  <a:lnTo>
                    <a:pt x="5937432" y="526303"/>
                  </a:lnTo>
                  <a:lnTo>
                    <a:pt x="5937577" y="526303"/>
                  </a:lnTo>
                  <a:lnTo>
                    <a:pt x="5937722" y="526303"/>
                  </a:lnTo>
                  <a:lnTo>
                    <a:pt x="5937868" y="526303"/>
                  </a:lnTo>
                  <a:lnTo>
                    <a:pt x="5938013" y="526303"/>
                  </a:lnTo>
                  <a:lnTo>
                    <a:pt x="5938159" y="526303"/>
                  </a:lnTo>
                  <a:lnTo>
                    <a:pt x="5938159" y="525679"/>
                  </a:lnTo>
                  <a:lnTo>
                    <a:pt x="5938304" y="525679"/>
                  </a:lnTo>
                  <a:lnTo>
                    <a:pt x="5938450" y="525679"/>
                  </a:lnTo>
                  <a:lnTo>
                    <a:pt x="5938595" y="525679"/>
                  </a:lnTo>
                  <a:lnTo>
                    <a:pt x="5938740" y="525679"/>
                  </a:lnTo>
                  <a:lnTo>
                    <a:pt x="5938886" y="525679"/>
                  </a:lnTo>
                  <a:lnTo>
                    <a:pt x="5939031" y="525679"/>
                  </a:lnTo>
                  <a:lnTo>
                    <a:pt x="5939177" y="525679"/>
                  </a:lnTo>
                  <a:lnTo>
                    <a:pt x="5939322" y="525679"/>
                  </a:lnTo>
                  <a:lnTo>
                    <a:pt x="5939468" y="525679"/>
                  </a:lnTo>
                  <a:lnTo>
                    <a:pt x="5939613" y="525679"/>
                  </a:lnTo>
                  <a:lnTo>
                    <a:pt x="5939758" y="525679"/>
                  </a:lnTo>
                  <a:lnTo>
                    <a:pt x="5939904" y="525679"/>
                  </a:lnTo>
                  <a:lnTo>
                    <a:pt x="5940049" y="525679"/>
                  </a:lnTo>
                  <a:lnTo>
                    <a:pt x="5940195" y="525679"/>
                  </a:lnTo>
                  <a:lnTo>
                    <a:pt x="5940340" y="525679"/>
                  </a:lnTo>
                  <a:lnTo>
                    <a:pt x="5940486" y="525679"/>
                  </a:lnTo>
                  <a:lnTo>
                    <a:pt x="5940631" y="525679"/>
                  </a:lnTo>
                  <a:lnTo>
                    <a:pt x="5940776" y="525679"/>
                  </a:lnTo>
                  <a:lnTo>
                    <a:pt x="5940776" y="525056"/>
                  </a:lnTo>
                  <a:lnTo>
                    <a:pt x="5940922" y="525056"/>
                  </a:lnTo>
                  <a:lnTo>
                    <a:pt x="5941067" y="525056"/>
                  </a:lnTo>
                  <a:lnTo>
                    <a:pt x="5941213" y="525056"/>
                  </a:lnTo>
                  <a:lnTo>
                    <a:pt x="5941358" y="525056"/>
                  </a:lnTo>
                  <a:lnTo>
                    <a:pt x="5941503" y="525056"/>
                  </a:lnTo>
                  <a:lnTo>
                    <a:pt x="5941649" y="525056"/>
                  </a:lnTo>
                  <a:lnTo>
                    <a:pt x="5941794" y="525056"/>
                  </a:lnTo>
                  <a:lnTo>
                    <a:pt x="5941940" y="525056"/>
                  </a:lnTo>
                  <a:lnTo>
                    <a:pt x="5942085" y="525056"/>
                  </a:lnTo>
                  <a:lnTo>
                    <a:pt x="5942231" y="525056"/>
                  </a:lnTo>
                  <a:lnTo>
                    <a:pt x="5942376" y="525056"/>
                  </a:lnTo>
                  <a:lnTo>
                    <a:pt x="5942521" y="525056"/>
                  </a:lnTo>
                  <a:lnTo>
                    <a:pt x="5942667" y="525056"/>
                  </a:lnTo>
                  <a:lnTo>
                    <a:pt x="5942812" y="525056"/>
                  </a:lnTo>
                  <a:lnTo>
                    <a:pt x="5942958" y="525056"/>
                  </a:lnTo>
                  <a:lnTo>
                    <a:pt x="5943103" y="525056"/>
                  </a:lnTo>
                  <a:lnTo>
                    <a:pt x="5943103" y="524432"/>
                  </a:lnTo>
                  <a:lnTo>
                    <a:pt x="5943249" y="524432"/>
                  </a:lnTo>
                  <a:lnTo>
                    <a:pt x="5943394" y="524432"/>
                  </a:lnTo>
                  <a:lnTo>
                    <a:pt x="5943539" y="524432"/>
                  </a:lnTo>
                  <a:lnTo>
                    <a:pt x="5943685" y="524432"/>
                  </a:lnTo>
                  <a:lnTo>
                    <a:pt x="5943830" y="524432"/>
                  </a:lnTo>
                  <a:lnTo>
                    <a:pt x="5943976" y="524432"/>
                  </a:lnTo>
                  <a:lnTo>
                    <a:pt x="5944121" y="524432"/>
                  </a:lnTo>
                  <a:lnTo>
                    <a:pt x="5944267" y="524432"/>
                  </a:lnTo>
                  <a:lnTo>
                    <a:pt x="5944412" y="524432"/>
                  </a:lnTo>
                  <a:lnTo>
                    <a:pt x="5944557" y="524432"/>
                  </a:lnTo>
                  <a:lnTo>
                    <a:pt x="5944703" y="524432"/>
                  </a:lnTo>
                  <a:lnTo>
                    <a:pt x="5944848" y="524432"/>
                  </a:lnTo>
                  <a:lnTo>
                    <a:pt x="5944994" y="524432"/>
                  </a:lnTo>
                  <a:lnTo>
                    <a:pt x="5945139" y="524432"/>
                  </a:lnTo>
                  <a:lnTo>
                    <a:pt x="5945285" y="524432"/>
                  </a:lnTo>
                  <a:lnTo>
                    <a:pt x="5945430" y="524432"/>
                  </a:lnTo>
                  <a:lnTo>
                    <a:pt x="5945575" y="524432"/>
                  </a:lnTo>
                  <a:lnTo>
                    <a:pt x="5945721" y="524432"/>
                  </a:lnTo>
                  <a:lnTo>
                    <a:pt x="5945866" y="524432"/>
                  </a:lnTo>
                  <a:lnTo>
                    <a:pt x="5946012" y="524432"/>
                  </a:lnTo>
                  <a:lnTo>
                    <a:pt x="5946157" y="524432"/>
                  </a:lnTo>
                  <a:lnTo>
                    <a:pt x="5946303" y="524432"/>
                  </a:lnTo>
                  <a:lnTo>
                    <a:pt x="5946303" y="523809"/>
                  </a:lnTo>
                  <a:lnTo>
                    <a:pt x="5946303" y="523185"/>
                  </a:lnTo>
                  <a:lnTo>
                    <a:pt x="5946448" y="523185"/>
                  </a:lnTo>
                  <a:lnTo>
                    <a:pt x="5946593" y="523185"/>
                  </a:lnTo>
                  <a:lnTo>
                    <a:pt x="5946739" y="523185"/>
                  </a:lnTo>
                  <a:lnTo>
                    <a:pt x="5946884" y="523185"/>
                  </a:lnTo>
                  <a:lnTo>
                    <a:pt x="5947030" y="523185"/>
                  </a:lnTo>
                  <a:lnTo>
                    <a:pt x="5947175" y="523185"/>
                  </a:lnTo>
                  <a:lnTo>
                    <a:pt x="5947321" y="523185"/>
                  </a:lnTo>
                  <a:lnTo>
                    <a:pt x="5947466" y="523185"/>
                  </a:lnTo>
                  <a:lnTo>
                    <a:pt x="5947611" y="523185"/>
                  </a:lnTo>
                  <a:lnTo>
                    <a:pt x="5947757" y="523185"/>
                  </a:lnTo>
                  <a:lnTo>
                    <a:pt x="5947902" y="523185"/>
                  </a:lnTo>
                  <a:lnTo>
                    <a:pt x="5948048" y="523185"/>
                  </a:lnTo>
                  <a:lnTo>
                    <a:pt x="5948193" y="523185"/>
                  </a:lnTo>
                  <a:lnTo>
                    <a:pt x="5948338" y="523185"/>
                  </a:lnTo>
                  <a:lnTo>
                    <a:pt x="5948338" y="522561"/>
                  </a:lnTo>
                  <a:lnTo>
                    <a:pt x="5948484" y="522561"/>
                  </a:lnTo>
                  <a:lnTo>
                    <a:pt x="5948629" y="522561"/>
                  </a:lnTo>
                  <a:lnTo>
                    <a:pt x="5948775" y="522561"/>
                  </a:lnTo>
                  <a:lnTo>
                    <a:pt x="5948920" y="522561"/>
                  </a:lnTo>
                  <a:lnTo>
                    <a:pt x="5949066" y="522561"/>
                  </a:lnTo>
                  <a:lnTo>
                    <a:pt x="5949211" y="522561"/>
                  </a:lnTo>
                  <a:lnTo>
                    <a:pt x="5949356" y="522561"/>
                  </a:lnTo>
                  <a:lnTo>
                    <a:pt x="5949502" y="522561"/>
                  </a:lnTo>
                  <a:lnTo>
                    <a:pt x="5949647" y="522561"/>
                  </a:lnTo>
                  <a:lnTo>
                    <a:pt x="5949793" y="522561"/>
                  </a:lnTo>
                  <a:lnTo>
                    <a:pt x="5949938" y="522561"/>
                  </a:lnTo>
                  <a:lnTo>
                    <a:pt x="5950084" y="522561"/>
                  </a:lnTo>
                  <a:lnTo>
                    <a:pt x="5950229" y="522561"/>
                  </a:lnTo>
                  <a:lnTo>
                    <a:pt x="5950374" y="522561"/>
                  </a:lnTo>
                  <a:lnTo>
                    <a:pt x="5950520" y="522561"/>
                  </a:lnTo>
                  <a:lnTo>
                    <a:pt x="5950665" y="522561"/>
                  </a:lnTo>
                  <a:lnTo>
                    <a:pt x="5950665" y="521938"/>
                  </a:lnTo>
                  <a:lnTo>
                    <a:pt x="5950811" y="521938"/>
                  </a:lnTo>
                  <a:lnTo>
                    <a:pt x="5950956" y="521938"/>
                  </a:lnTo>
                  <a:lnTo>
                    <a:pt x="5951102" y="521938"/>
                  </a:lnTo>
                  <a:lnTo>
                    <a:pt x="5951247" y="521938"/>
                  </a:lnTo>
                  <a:lnTo>
                    <a:pt x="5951392" y="521938"/>
                  </a:lnTo>
                  <a:lnTo>
                    <a:pt x="5951538" y="521938"/>
                  </a:lnTo>
                  <a:lnTo>
                    <a:pt x="5951683" y="521938"/>
                  </a:lnTo>
                  <a:lnTo>
                    <a:pt x="5951829" y="521938"/>
                  </a:lnTo>
                  <a:lnTo>
                    <a:pt x="5951974" y="521938"/>
                  </a:lnTo>
                  <a:lnTo>
                    <a:pt x="5951974" y="521314"/>
                  </a:lnTo>
                  <a:lnTo>
                    <a:pt x="5952120" y="521314"/>
                  </a:lnTo>
                  <a:lnTo>
                    <a:pt x="5952265" y="521314"/>
                  </a:lnTo>
                  <a:lnTo>
                    <a:pt x="5952410" y="521314"/>
                  </a:lnTo>
                  <a:lnTo>
                    <a:pt x="5952556" y="521314"/>
                  </a:lnTo>
                  <a:lnTo>
                    <a:pt x="5952701" y="521314"/>
                  </a:lnTo>
                  <a:lnTo>
                    <a:pt x="5952847" y="521314"/>
                  </a:lnTo>
                  <a:lnTo>
                    <a:pt x="5952847" y="520691"/>
                  </a:lnTo>
                  <a:lnTo>
                    <a:pt x="5952992" y="520691"/>
                  </a:lnTo>
                  <a:lnTo>
                    <a:pt x="5953138" y="520691"/>
                  </a:lnTo>
                  <a:lnTo>
                    <a:pt x="5953283" y="520691"/>
                  </a:lnTo>
                  <a:lnTo>
                    <a:pt x="5953428" y="520691"/>
                  </a:lnTo>
                  <a:lnTo>
                    <a:pt x="5953574" y="520691"/>
                  </a:lnTo>
                  <a:lnTo>
                    <a:pt x="5953719" y="520691"/>
                  </a:lnTo>
                  <a:lnTo>
                    <a:pt x="5953865" y="520691"/>
                  </a:lnTo>
                  <a:lnTo>
                    <a:pt x="5954010" y="520691"/>
                  </a:lnTo>
                  <a:lnTo>
                    <a:pt x="5954156" y="520691"/>
                  </a:lnTo>
                  <a:lnTo>
                    <a:pt x="5954301" y="520691"/>
                  </a:lnTo>
                  <a:lnTo>
                    <a:pt x="5954446" y="520691"/>
                  </a:lnTo>
                  <a:lnTo>
                    <a:pt x="5954592" y="520691"/>
                  </a:lnTo>
                  <a:lnTo>
                    <a:pt x="5954737" y="520691"/>
                  </a:lnTo>
                  <a:lnTo>
                    <a:pt x="5954883" y="520691"/>
                  </a:lnTo>
                  <a:lnTo>
                    <a:pt x="5955028" y="520691"/>
                  </a:lnTo>
                  <a:lnTo>
                    <a:pt x="5955173" y="520691"/>
                  </a:lnTo>
                  <a:lnTo>
                    <a:pt x="5955319" y="520691"/>
                  </a:lnTo>
                  <a:lnTo>
                    <a:pt x="5955464" y="520691"/>
                  </a:lnTo>
                  <a:lnTo>
                    <a:pt x="5955610" y="520691"/>
                  </a:lnTo>
                  <a:lnTo>
                    <a:pt x="5955755" y="520691"/>
                  </a:lnTo>
                  <a:lnTo>
                    <a:pt x="5955901" y="520691"/>
                  </a:lnTo>
                  <a:lnTo>
                    <a:pt x="5956046" y="520691"/>
                  </a:lnTo>
                  <a:lnTo>
                    <a:pt x="5956191" y="520691"/>
                  </a:lnTo>
                  <a:lnTo>
                    <a:pt x="5956337" y="520691"/>
                  </a:lnTo>
                  <a:lnTo>
                    <a:pt x="5956482" y="520691"/>
                  </a:lnTo>
                  <a:lnTo>
                    <a:pt x="5956628" y="520691"/>
                  </a:lnTo>
                  <a:lnTo>
                    <a:pt x="5956773" y="520691"/>
                  </a:lnTo>
                  <a:lnTo>
                    <a:pt x="5956919" y="520691"/>
                  </a:lnTo>
                  <a:lnTo>
                    <a:pt x="5957064" y="520691"/>
                  </a:lnTo>
                  <a:lnTo>
                    <a:pt x="5957209" y="520691"/>
                  </a:lnTo>
                  <a:lnTo>
                    <a:pt x="5957209" y="520067"/>
                  </a:lnTo>
                  <a:lnTo>
                    <a:pt x="5957355" y="520067"/>
                  </a:lnTo>
                  <a:lnTo>
                    <a:pt x="5957500" y="520067"/>
                  </a:lnTo>
                  <a:lnTo>
                    <a:pt x="5957500" y="519444"/>
                  </a:lnTo>
                  <a:lnTo>
                    <a:pt x="5957646" y="519444"/>
                  </a:lnTo>
                  <a:lnTo>
                    <a:pt x="5957791" y="519444"/>
                  </a:lnTo>
                  <a:lnTo>
                    <a:pt x="5957937" y="519444"/>
                  </a:lnTo>
                  <a:lnTo>
                    <a:pt x="5958082" y="519444"/>
                  </a:lnTo>
                  <a:lnTo>
                    <a:pt x="5958227" y="519444"/>
                  </a:lnTo>
                  <a:lnTo>
                    <a:pt x="5958373" y="519444"/>
                  </a:lnTo>
                  <a:lnTo>
                    <a:pt x="5958518" y="519444"/>
                  </a:lnTo>
                  <a:lnTo>
                    <a:pt x="5958664" y="519444"/>
                  </a:lnTo>
                  <a:lnTo>
                    <a:pt x="5958809" y="519444"/>
                  </a:lnTo>
                  <a:lnTo>
                    <a:pt x="5958809" y="518820"/>
                  </a:lnTo>
                  <a:lnTo>
                    <a:pt x="5958955" y="518820"/>
                  </a:lnTo>
                  <a:lnTo>
                    <a:pt x="5959100" y="518820"/>
                  </a:lnTo>
                  <a:lnTo>
                    <a:pt x="5959245" y="518820"/>
                  </a:lnTo>
                  <a:lnTo>
                    <a:pt x="5959391" y="518820"/>
                  </a:lnTo>
                  <a:lnTo>
                    <a:pt x="5959536" y="518820"/>
                  </a:lnTo>
                  <a:lnTo>
                    <a:pt x="5959682" y="518820"/>
                  </a:lnTo>
                  <a:lnTo>
                    <a:pt x="5959827" y="518820"/>
                  </a:lnTo>
                  <a:lnTo>
                    <a:pt x="5959973" y="518820"/>
                  </a:lnTo>
                  <a:lnTo>
                    <a:pt x="5960118" y="518820"/>
                  </a:lnTo>
                  <a:lnTo>
                    <a:pt x="5960263" y="518820"/>
                  </a:lnTo>
                  <a:lnTo>
                    <a:pt x="5960263" y="518196"/>
                  </a:lnTo>
                  <a:lnTo>
                    <a:pt x="5960409" y="518196"/>
                  </a:lnTo>
                  <a:lnTo>
                    <a:pt x="5960554" y="518196"/>
                  </a:lnTo>
                  <a:lnTo>
                    <a:pt x="5960700" y="518196"/>
                  </a:lnTo>
                  <a:lnTo>
                    <a:pt x="5960845" y="518196"/>
                  </a:lnTo>
                  <a:lnTo>
                    <a:pt x="5960845" y="517573"/>
                  </a:lnTo>
                  <a:lnTo>
                    <a:pt x="5960991" y="517573"/>
                  </a:lnTo>
                  <a:lnTo>
                    <a:pt x="5961136" y="517573"/>
                  </a:lnTo>
                  <a:lnTo>
                    <a:pt x="5961281" y="517573"/>
                  </a:lnTo>
                  <a:lnTo>
                    <a:pt x="5961427" y="517573"/>
                  </a:lnTo>
                  <a:lnTo>
                    <a:pt x="5961572" y="517573"/>
                  </a:lnTo>
                  <a:lnTo>
                    <a:pt x="5961718" y="517573"/>
                  </a:lnTo>
                  <a:lnTo>
                    <a:pt x="5961863" y="517573"/>
                  </a:lnTo>
                  <a:lnTo>
                    <a:pt x="5962008" y="517573"/>
                  </a:lnTo>
                  <a:lnTo>
                    <a:pt x="5962154" y="517573"/>
                  </a:lnTo>
                  <a:lnTo>
                    <a:pt x="5962299" y="517573"/>
                  </a:lnTo>
                  <a:lnTo>
                    <a:pt x="5962445" y="517573"/>
                  </a:lnTo>
                  <a:lnTo>
                    <a:pt x="5962590" y="517573"/>
                  </a:lnTo>
                  <a:lnTo>
                    <a:pt x="5962736" y="517573"/>
                  </a:lnTo>
                  <a:lnTo>
                    <a:pt x="5962736" y="516949"/>
                  </a:lnTo>
                  <a:lnTo>
                    <a:pt x="5962881" y="516949"/>
                  </a:lnTo>
                  <a:lnTo>
                    <a:pt x="5963026" y="516949"/>
                  </a:lnTo>
                  <a:lnTo>
                    <a:pt x="5963026" y="516326"/>
                  </a:lnTo>
                  <a:lnTo>
                    <a:pt x="5963172" y="516326"/>
                  </a:lnTo>
                  <a:lnTo>
                    <a:pt x="5963317" y="516326"/>
                  </a:lnTo>
                  <a:lnTo>
                    <a:pt x="5963463" y="516326"/>
                  </a:lnTo>
                  <a:lnTo>
                    <a:pt x="5963608" y="516326"/>
                  </a:lnTo>
                  <a:lnTo>
                    <a:pt x="5963754" y="516326"/>
                  </a:lnTo>
                  <a:lnTo>
                    <a:pt x="5963899" y="516326"/>
                  </a:lnTo>
                  <a:lnTo>
                    <a:pt x="5964044" y="516326"/>
                  </a:lnTo>
                  <a:lnTo>
                    <a:pt x="5964190" y="516326"/>
                  </a:lnTo>
                  <a:lnTo>
                    <a:pt x="5964335" y="516326"/>
                  </a:lnTo>
                  <a:lnTo>
                    <a:pt x="5964481" y="516326"/>
                  </a:lnTo>
                  <a:lnTo>
                    <a:pt x="5964626" y="516326"/>
                  </a:lnTo>
                  <a:lnTo>
                    <a:pt x="5964626" y="515702"/>
                  </a:lnTo>
                  <a:lnTo>
                    <a:pt x="5964772" y="515702"/>
                  </a:lnTo>
                  <a:lnTo>
                    <a:pt x="5964917" y="515702"/>
                  </a:lnTo>
                  <a:lnTo>
                    <a:pt x="5965062" y="515702"/>
                  </a:lnTo>
                  <a:lnTo>
                    <a:pt x="5965208" y="515702"/>
                  </a:lnTo>
                  <a:lnTo>
                    <a:pt x="5965208" y="515078"/>
                  </a:lnTo>
                  <a:lnTo>
                    <a:pt x="5965353" y="515078"/>
                  </a:lnTo>
                  <a:lnTo>
                    <a:pt x="5965499" y="515078"/>
                  </a:lnTo>
                  <a:lnTo>
                    <a:pt x="5965644" y="515078"/>
                  </a:lnTo>
                  <a:lnTo>
                    <a:pt x="5965790" y="515078"/>
                  </a:lnTo>
                  <a:lnTo>
                    <a:pt x="5965935" y="515078"/>
                  </a:lnTo>
                  <a:lnTo>
                    <a:pt x="5966080" y="515078"/>
                  </a:lnTo>
                  <a:lnTo>
                    <a:pt x="5966226" y="515078"/>
                  </a:lnTo>
                  <a:lnTo>
                    <a:pt x="5966371" y="515078"/>
                  </a:lnTo>
                  <a:lnTo>
                    <a:pt x="5966517" y="515078"/>
                  </a:lnTo>
                  <a:lnTo>
                    <a:pt x="5966662" y="515078"/>
                  </a:lnTo>
                  <a:lnTo>
                    <a:pt x="5966808" y="515078"/>
                  </a:lnTo>
                  <a:lnTo>
                    <a:pt x="5966953" y="515078"/>
                  </a:lnTo>
                  <a:lnTo>
                    <a:pt x="5967098" y="515078"/>
                  </a:lnTo>
                  <a:lnTo>
                    <a:pt x="5967244" y="515078"/>
                  </a:lnTo>
                  <a:lnTo>
                    <a:pt x="5967389" y="515078"/>
                  </a:lnTo>
                  <a:lnTo>
                    <a:pt x="5967535" y="515078"/>
                  </a:lnTo>
                  <a:lnTo>
                    <a:pt x="5967680" y="515078"/>
                  </a:lnTo>
                  <a:lnTo>
                    <a:pt x="5967826" y="515078"/>
                  </a:lnTo>
                  <a:lnTo>
                    <a:pt x="5967971" y="515078"/>
                  </a:lnTo>
                  <a:lnTo>
                    <a:pt x="5968116" y="515078"/>
                  </a:lnTo>
                  <a:lnTo>
                    <a:pt x="5968262" y="515078"/>
                  </a:lnTo>
                  <a:lnTo>
                    <a:pt x="5968407" y="515078"/>
                  </a:lnTo>
                  <a:lnTo>
                    <a:pt x="5968553" y="515078"/>
                  </a:lnTo>
                  <a:lnTo>
                    <a:pt x="5968698" y="515078"/>
                  </a:lnTo>
                  <a:lnTo>
                    <a:pt x="5968843" y="515078"/>
                  </a:lnTo>
                  <a:lnTo>
                    <a:pt x="5968989" y="515078"/>
                  </a:lnTo>
                  <a:lnTo>
                    <a:pt x="5969134" y="515078"/>
                  </a:lnTo>
                  <a:lnTo>
                    <a:pt x="5969280" y="515078"/>
                  </a:lnTo>
                  <a:lnTo>
                    <a:pt x="5969425" y="515078"/>
                  </a:lnTo>
                  <a:lnTo>
                    <a:pt x="5969571" y="515078"/>
                  </a:lnTo>
                  <a:lnTo>
                    <a:pt x="5969716" y="515078"/>
                  </a:lnTo>
                  <a:lnTo>
                    <a:pt x="5969861" y="515078"/>
                  </a:lnTo>
                  <a:lnTo>
                    <a:pt x="5970007" y="515078"/>
                  </a:lnTo>
                  <a:lnTo>
                    <a:pt x="5970152" y="515078"/>
                  </a:lnTo>
                  <a:lnTo>
                    <a:pt x="5970298" y="515078"/>
                  </a:lnTo>
                  <a:lnTo>
                    <a:pt x="5970443" y="515078"/>
                  </a:lnTo>
                  <a:lnTo>
                    <a:pt x="5970589" y="515078"/>
                  </a:lnTo>
                  <a:lnTo>
                    <a:pt x="5970734" y="515078"/>
                  </a:lnTo>
                  <a:lnTo>
                    <a:pt x="5970879" y="515078"/>
                  </a:lnTo>
                  <a:lnTo>
                    <a:pt x="5971025" y="515078"/>
                  </a:lnTo>
                  <a:lnTo>
                    <a:pt x="5971170" y="515078"/>
                  </a:lnTo>
                  <a:lnTo>
                    <a:pt x="5971316" y="515078"/>
                  </a:lnTo>
                  <a:lnTo>
                    <a:pt x="5971461" y="515078"/>
                  </a:lnTo>
                  <a:lnTo>
                    <a:pt x="5971461" y="514455"/>
                  </a:lnTo>
                  <a:lnTo>
                    <a:pt x="5971607" y="514455"/>
                  </a:lnTo>
                  <a:lnTo>
                    <a:pt x="5971752" y="514455"/>
                  </a:lnTo>
                  <a:lnTo>
                    <a:pt x="5971897" y="514455"/>
                  </a:lnTo>
                  <a:lnTo>
                    <a:pt x="5972043" y="514455"/>
                  </a:lnTo>
                  <a:lnTo>
                    <a:pt x="5972188" y="514455"/>
                  </a:lnTo>
                  <a:lnTo>
                    <a:pt x="5972334" y="514455"/>
                  </a:lnTo>
                  <a:lnTo>
                    <a:pt x="5972479" y="514455"/>
                  </a:lnTo>
                  <a:lnTo>
                    <a:pt x="5972625" y="514455"/>
                  </a:lnTo>
                  <a:lnTo>
                    <a:pt x="5972770" y="514455"/>
                  </a:lnTo>
                  <a:lnTo>
                    <a:pt x="5972770" y="513831"/>
                  </a:lnTo>
                  <a:lnTo>
                    <a:pt x="5972770" y="513208"/>
                  </a:lnTo>
                  <a:lnTo>
                    <a:pt x="5972915" y="513208"/>
                  </a:lnTo>
                  <a:lnTo>
                    <a:pt x="5973061" y="513208"/>
                  </a:lnTo>
                  <a:lnTo>
                    <a:pt x="5973206" y="513208"/>
                  </a:lnTo>
                  <a:lnTo>
                    <a:pt x="5973352" y="513208"/>
                  </a:lnTo>
                  <a:lnTo>
                    <a:pt x="5973497" y="513208"/>
                  </a:lnTo>
                  <a:lnTo>
                    <a:pt x="5973643" y="513208"/>
                  </a:lnTo>
                  <a:lnTo>
                    <a:pt x="5973788" y="513208"/>
                  </a:lnTo>
                  <a:lnTo>
                    <a:pt x="5973933" y="513208"/>
                  </a:lnTo>
                  <a:lnTo>
                    <a:pt x="5974079" y="513208"/>
                  </a:lnTo>
                  <a:lnTo>
                    <a:pt x="5974224" y="513208"/>
                  </a:lnTo>
                  <a:lnTo>
                    <a:pt x="5974370" y="513208"/>
                  </a:lnTo>
                  <a:lnTo>
                    <a:pt x="5974515" y="513208"/>
                  </a:lnTo>
                  <a:lnTo>
                    <a:pt x="5974661" y="513208"/>
                  </a:lnTo>
                  <a:lnTo>
                    <a:pt x="5974806" y="513208"/>
                  </a:lnTo>
                  <a:lnTo>
                    <a:pt x="5974951" y="513208"/>
                  </a:lnTo>
                  <a:lnTo>
                    <a:pt x="5975097" y="513208"/>
                  </a:lnTo>
                  <a:lnTo>
                    <a:pt x="5975242" y="513208"/>
                  </a:lnTo>
                  <a:lnTo>
                    <a:pt x="5975388" y="513208"/>
                  </a:lnTo>
                  <a:lnTo>
                    <a:pt x="5975533" y="513208"/>
                  </a:lnTo>
                  <a:lnTo>
                    <a:pt x="5975678" y="513208"/>
                  </a:lnTo>
                  <a:lnTo>
                    <a:pt x="5975824" y="513208"/>
                  </a:lnTo>
                  <a:lnTo>
                    <a:pt x="5975969" y="513208"/>
                  </a:lnTo>
                  <a:lnTo>
                    <a:pt x="5975969" y="512584"/>
                  </a:lnTo>
                  <a:lnTo>
                    <a:pt x="5976115" y="512584"/>
                  </a:lnTo>
                  <a:lnTo>
                    <a:pt x="5976260" y="512584"/>
                  </a:lnTo>
                  <a:lnTo>
                    <a:pt x="5976406" y="512584"/>
                  </a:lnTo>
                  <a:lnTo>
                    <a:pt x="5976551" y="512584"/>
                  </a:lnTo>
                  <a:lnTo>
                    <a:pt x="5976696" y="512584"/>
                  </a:lnTo>
                  <a:lnTo>
                    <a:pt x="5976842" y="512584"/>
                  </a:lnTo>
                  <a:lnTo>
                    <a:pt x="5976987" y="512584"/>
                  </a:lnTo>
                  <a:lnTo>
                    <a:pt x="5977133" y="512584"/>
                  </a:lnTo>
                  <a:lnTo>
                    <a:pt x="5977278" y="512584"/>
                  </a:lnTo>
                  <a:lnTo>
                    <a:pt x="5977424" y="512584"/>
                  </a:lnTo>
                  <a:lnTo>
                    <a:pt x="5977569" y="512584"/>
                  </a:lnTo>
                  <a:lnTo>
                    <a:pt x="5977714" y="512584"/>
                  </a:lnTo>
                  <a:lnTo>
                    <a:pt x="5977860" y="512584"/>
                  </a:lnTo>
                  <a:lnTo>
                    <a:pt x="5978005" y="512584"/>
                  </a:lnTo>
                  <a:lnTo>
                    <a:pt x="5978151" y="512584"/>
                  </a:lnTo>
                  <a:lnTo>
                    <a:pt x="5978296" y="512584"/>
                  </a:lnTo>
                  <a:lnTo>
                    <a:pt x="5978296" y="511961"/>
                  </a:lnTo>
                  <a:lnTo>
                    <a:pt x="5978442" y="511961"/>
                  </a:lnTo>
                  <a:lnTo>
                    <a:pt x="5978587" y="511961"/>
                  </a:lnTo>
                  <a:lnTo>
                    <a:pt x="5978732" y="511961"/>
                  </a:lnTo>
                  <a:lnTo>
                    <a:pt x="5978878" y="511961"/>
                  </a:lnTo>
                  <a:lnTo>
                    <a:pt x="5979023" y="511961"/>
                  </a:lnTo>
                  <a:lnTo>
                    <a:pt x="5979169" y="511961"/>
                  </a:lnTo>
                  <a:lnTo>
                    <a:pt x="5979314" y="511961"/>
                  </a:lnTo>
                  <a:lnTo>
                    <a:pt x="5979460" y="511961"/>
                  </a:lnTo>
                  <a:lnTo>
                    <a:pt x="5979605" y="511961"/>
                  </a:lnTo>
                  <a:lnTo>
                    <a:pt x="5979750" y="511961"/>
                  </a:lnTo>
                  <a:lnTo>
                    <a:pt x="5979896" y="511961"/>
                  </a:lnTo>
                  <a:lnTo>
                    <a:pt x="5980041" y="511961"/>
                  </a:lnTo>
                  <a:lnTo>
                    <a:pt x="5980187" y="511961"/>
                  </a:lnTo>
                  <a:lnTo>
                    <a:pt x="5980332" y="511961"/>
                  </a:lnTo>
                  <a:lnTo>
                    <a:pt x="5980478" y="511961"/>
                  </a:lnTo>
                  <a:lnTo>
                    <a:pt x="5980623" y="511961"/>
                  </a:lnTo>
                  <a:lnTo>
                    <a:pt x="5980768" y="511961"/>
                  </a:lnTo>
                  <a:lnTo>
                    <a:pt x="5980914" y="511961"/>
                  </a:lnTo>
                  <a:lnTo>
                    <a:pt x="5981059" y="511961"/>
                  </a:lnTo>
                  <a:lnTo>
                    <a:pt x="5981205" y="511961"/>
                  </a:lnTo>
                  <a:lnTo>
                    <a:pt x="5981350" y="511961"/>
                  </a:lnTo>
                  <a:lnTo>
                    <a:pt x="5981496" y="511961"/>
                  </a:lnTo>
                  <a:lnTo>
                    <a:pt x="5981641" y="511961"/>
                  </a:lnTo>
                  <a:lnTo>
                    <a:pt x="5981786" y="511961"/>
                  </a:lnTo>
                  <a:lnTo>
                    <a:pt x="5981932" y="511961"/>
                  </a:lnTo>
                  <a:lnTo>
                    <a:pt x="5981932" y="511337"/>
                  </a:lnTo>
                  <a:lnTo>
                    <a:pt x="5982077" y="511337"/>
                  </a:lnTo>
                  <a:lnTo>
                    <a:pt x="5982223" y="511337"/>
                  </a:lnTo>
                  <a:lnTo>
                    <a:pt x="5982368" y="511337"/>
                  </a:lnTo>
                  <a:lnTo>
                    <a:pt x="5982513" y="511337"/>
                  </a:lnTo>
                  <a:lnTo>
                    <a:pt x="5982659" y="511337"/>
                  </a:lnTo>
                  <a:lnTo>
                    <a:pt x="5982804" y="511337"/>
                  </a:lnTo>
                  <a:lnTo>
                    <a:pt x="5982950" y="511337"/>
                  </a:lnTo>
                  <a:lnTo>
                    <a:pt x="5982950" y="510713"/>
                  </a:lnTo>
                  <a:lnTo>
                    <a:pt x="5983095" y="510713"/>
                  </a:lnTo>
                  <a:lnTo>
                    <a:pt x="5983241" y="510713"/>
                  </a:lnTo>
                  <a:lnTo>
                    <a:pt x="5983386" y="510713"/>
                  </a:lnTo>
                  <a:lnTo>
                    <a:pt x="5983531" y="510713"/>
                  </a:lnTo>
                  <a:lnTo>
                    <a:pt x="5983677" y="510713"/>
                  </a:lnTo>
                  <a:lnTo>
                    <a:pt x="5983822" y="510713"/>
                  </a:lnTo>
                  <a:lnTo>
                    <a:pt x="5983968" y="510713"/>
                  </a:lnTo>
                  <a:lnTo>
                    <a:pt x="5984113" y="510713"/>
                  </a:lnTo>
                  <a:lnTo>
                    <a:pt x="5984259" y="510713"/>
                  </a:lnTo>
                  <a:lnTo>
                    <a:pt x="5984404" y="510713"/>
                  </a:lnTo>
                  <a:lnTo>
                    <a:pt x="5984549" y="510713"/>
                  </a:lnTo>
                  <a:lnTo>
                    <a:pt x="5984695" y="510713"/>
                  </a:lnTo>
                  <a:lnTo>
                    <a:pt x="5984840" y="510713"/>
                  </a:lnTo>
                  <a:lnTo>
                    <a:pt x="5984840" y="510090"/>
                  </a:lnTo>
                  <a:lnTo>
                    <a:pt x="5984986" y="510090"/>
                  </a:lnTo>
                  <a:lnTo>
                    <a:pt x="5985131" y="510090"/>
                  </a:lnTo>
                  <a:lnTo>
                    <a:pt x="5985277" y="510090"/>
                  </a:lnTo>
                  <a:lnTo>
                    <a:pt x="5985277" y="509466"/>
                  </a:lnTo>
                  <a:lnTo>
                    <a:pt x="5985422" y="509466"/>
                  </a:lnTo>
                  <a:lnTo>
                    <a:pt x="5985567" y="509466"/>
                  </a:lnTo>
                  <a:lnTo>
                    <a:pt x="5985713" y="509466"/>
                  </a:lnTo>
                  <a:lnTo>
                    <a:pt x="5985858" y="509466"/>
                  </a:lnTo>
                  <a:lnTo>
                    <a:pt x="5986004" y="509466"/>
                  </a:lnTo>
                  <a:lnTo>
                    <a:pt x="5986149" y="509466"/>
                  </a:lnTo>
                  <a:lnTo>
                    <a:pt x="5986295" y="509466"/>
                  </a:lnTo>
                  <a:lnTo>
                    <a:pt x="5986440" y="509466"/>
                  </a:lnTo>
                  <a:lnTo>
                    <a:pt x="5986585" y="509466"/>
                  </a:lnTo>
                  <a:lnTo>
                    <a:pt x="5986731" y="509466"/>
                  </a:lnTo>
                  <a:lnTo>
                    <a:pt x="5986876" y="509466"/>
                  </a:lnTo>
                  <a:lnTo>
                    <a:pt x="5987022" y="509466"/>
                  </a:lnTo>
                  <a:lnTo>
                    <a:pt x="5987167" y="509466"/>
                  </a:lnTo>
                  <a:lnTo>
                    <a:pt x="5987313" y="509466"/>
                  </a:lnTo>
                  <a:lnTo>
                    <a:pt x="5987458" y="509466"/>
                  </a:lnTo>
                  <a:lnTo>
                    <a:pt x="5987603" y="509466"/>
                  </a:lnTo>
                  <a:lnTo>
                    <a:pt x="5987749" y="509466"/>
                  </a:lnTo>
                  <a:lnTo>
                    <a:pt x="5987894" y="509466"/>
                  </a:lnTo>
                  <a:lnTo>
                    <a:pt x="5988040" y="509466"/>
                  </a:lnTo>
                  <a:lnTo>
                    <a:pt x="5988185" y="509466"/>
                  </a:lnTo>
                  <a:lnTo>
                    <a:pt x="5988331" y="509466"/>
                  </a:lnTo>
                  <a:lnTo>
                    <a:pt x="5988476" y="509466"/>
                  </a:lnTo>
                  <a:lnTo>
                    <a:pt x="5988621" y="509466"/>
                  </a:lnTo>
                  <a:lnTo>
                    <a:pt x="5988767" y="509466"/>
                  </a:lnTo>
                  <a:lnTo>
                    <a:pt x="5988912" y="509466"/>
                  </a:lnTo>
                  <a:lnTo>
                    <a:pt x="5989058" y="509466"/>
                  </a:lnTo>
                  <a:lnTo>
                    <a:pt x="5989203" y="509466"/>
                  </a:lnTo>
                  <a:lnTo>
                    <a:pt x="5989348" y="509466"/>
                  </a:lnTo>
                  <a:lnTo>
                    <a:pt x="5989494" y="509466"/>
                  </a:lnTo>
                  <a:lnTo>
                    <a:pt x="5989494" y="508843"/>
                  </a:lnTo>
                  <a:lnTo>
                    <a:pt x="5989639" y="508843"/>
                  </a:lnTo>
                  <a:lnTo>
                    <a:pt x="5989785" y="508843"/>
                  </a:lnTo>
                  <a:lnTo>
                    <a:pt x="5989930" y="508843"/>
                  </a:lnTo>
                  <a:lnTo>
                    <a:pt x="5990076" y="508843"/>
                  </a:lnTo>
                  <a:lnTo>
                    <a:pt x="5990221" y="508843"/>
                  </a:lnTo>
                  <a:lnTo>
                    <a:pt x="5990366" y="508843"/>
                  </a:lnTo>
                  <a:lnTo>
                    <a:pt x="5990512" y="508843"/>
                  </a:lnTo>
                  <a:lnTo>
                    <a:pt x="5990657" y="508843"/>
                  </a:lnTo>
                  <a:lnTo>
                    <a:pt x="5990803" y="508843"/>
                  </a:lnTo>
                  <a:lnTo>
                    <a:pt x="5990948" y="508843"/>
                  </a:lnTo>
                  <a:lnTo>
                    <a:pt x="5991094" y="508843"/>
                  </a:lnTo>
                  <a:lnTo>
                    <a:pt x="5991239" y="508843"/>
                  </a:lnTo>
                  <a:lnTo>
                    <a:pt x="5991384" y="508843"/>
                  </a:lnTo>
                  <a:lnTo>
                    <a:pt x="5991530" y="508843"/>
                  </a:lnTo>
                  <a:lnTo>
                    <a:pt x="5991675" y="508843"/>
                  </a:lnTo>
                  <a:lnTo>
                    <a:pt x="5991821" y="508843"/>
                  </a:lnTo>
                  <a:lnTo>
                    <a:pt x="5991966" y="508843"/>
                  </a:lnTo>
                  <a:lnTo>
                    <a:pt x="5992112" y="508843"/>
                  </a:lnTo>
                  <a:lnTo>
                    <a:pt x="5992257" y="508843"/>
                  </a:lnTo>
                  <a:lnTo>
                    <a:pt x="5992402" y="508843"/>
                  </a:lnTo>
                  <a:lnTo>
                    <a:pt x="5992548" y="508843"/>
                  </a:lnTo>
                  <a:lnTo>
                    <a:pt x="5992693" y="508843"/>
                  </a:lnTo>
                  <a:lnTo>
                    <a:pt x="5992839" y="508843"/>
                  </a:lnTo>
                  <a:lnTo>
                    <a:pt x="5992984" y="508843"/>
                  </a:lnTo>
                  <a:lnTo>
                    <a:pt x="5992984" y="508219"/>
                  </a:lnTo>
                  <a:lnTo>
                    <a:pt x="5993130" y="508219"/>
                  </a:lnTo>
                  <a:lnTo>
                    <a:pt x="5993275" y="508219"/>
                  </a:lnTo>
                  <a:lnTo>
                    <a:pt x="5993420" y="508219"/>
                  </a:lnTo>
                  <a:lnTo>
                    <a:pt x="5993566" y="508219"/>
                  </a:lnTo>
                  <a:lnTo>
                    <a:pt x="5993711" y="508219"/>
                  </a:lnTo>
                  <a:lnTo>
                    <a:pt x="5993857" y="508219"/>
                  </a:lnTo>
                  <a:lnTo>
                    <a:pt x="5994002" y="508219"/>
                  </a:lnTo>
                  <a:lnTo>
                    <a:pt x="5994148" y="508219"/>
                  </a:lnTo>
                  <a:lnTo>
                    <a:pt x="5994293" y="508219"/>
                  </a:lnTo>
                  <a:lnTo>
                    <a:pt x="5994438" y="508219"/>
                  </a:lnTo>
                  <a:lnTo>
                    <a:pt x="5994584" y="508219"/>
                  </a:lnTo>
                  <a:lnTo>
                    <a:pt x="5994729" y="508219"/>
                  </a:lnTo>
                  <a:lnTo>
                    <a:pt x="5994875" y="508219"/>
                  </a:lnTo>
                  <a:lnTo>
                    <a:pt x="5995020" y="508219"/>
                  </a:lnTo>
                  <a:lnTo>
                    <a:pt x="5995166" y="508219"/>
                  </a:lnTo>
                  <a:lnTo>
                    <a:pt x="5995166" y="507596"/>
                  </a:lnTo>
                  <a:lnTo>
                    <a:pt x="5995311" y="507596"/>
                  </a:lnTo>
                  <a:lnTo>
                    <a:pt x="5995456" y="507596"/>
                  </a:lnTo>
                  <a:lnTo>
                    <a:pt x="5995602" y="507596"/>
                  </a:lnTo>
                  <a:lnTo>
                    <a:pt x="5995747" y="507596"/>
                  </a:lnTo>
                  <a:lnTo>
                    <a:pt x="5995893" y="507596"/>
                  </a:lnTo>
                  <a:lnTo>
                    <a:pt x="5996038" y="507596"/>
                  </a:lnTo>
                  <a:lnTo>
                    <a:pt x="5996183" y="507596"/>
                  </a:lnTo>
                  <a:lnTo>
                    <a:pt x="5996329" y="507596"/>
                  </a:lnTo>
                  <a:lnTo>
                    <a:pt x="5996474" y="507596"/>
                  </a:lnTo>
                  <a:lnTo>
                    <a:pt x="5996620" y="507596"/>
                  </a:lnTo>
                  <a:lnTo>
                    <a:pt x="5996765" y="507596"/>
                  </a:lnTo>
                  <a:lnTo>
                    <a:pt x="5996911" y="507596"/>
                  </a:lnTo>
                  <a:lnTo>
                    <a:pt x="5997056" y="507596"/>
                  </a:lnTo>
                  <a:lnTo>
                    <a:pt x="5997201" y="507596"/>
                  </a:lnTo>
                  <a:lnTo>
                    <a:pt x="5997201" y="506972"/>
                  </a:lnTo>
                  <a:lnTo>
                    <a:pt x="5997201" y="506348"/>
                  </a:lnTo>
                  <a:lnTo>
                    <a:pt x="5997347" y="506348"/>
                  </a:lnTo>
                  <a:lnTo>
                    <a:pt x="5997492" y="506348"/>
                  </a:lnTo>
                  <a:lnTo>
                    <a:pt x="5997638" y="506348"/>
                  </a:lnTo>
                  <a:lnTo>
                    <a:pt x="5997783" y="506348"/>
                  </a:lnTo>
                  <a:lnTo>
                    <a:pt x="5997929" y="506348"/>
                  </a:lnTo>
                  <a:lnTo>
                    <a:pt x="5998074" y="506348"/>
                  </a:lnTo>
                  <a:lnTo>
                    <a:pt x="5998219" y="506348"/>
                  </a:lnTo>
                  <a:lnTo>
                    <a:pt x="5998365" y="506348"/>
                  </a:lnTo>
                  <a:lnTo>
                    <a:pt x="5998510" y="506348"/>
                  </a:lnTo>
                  <a:lnTo>
                    <a:pt x="5998656" y="506348"/>
                  </a:lnTo>
                  <a:lnTo>
                    <a:pt x="5998801" y="506348"/>
                  </a:lnTo>
                  <a:lnTo>
                    <a:pt x="5998947" y="506348"/>
                  </a:lnTo>
                  <a:lnTo>
                    <a:pt x="5999092" y="506348"/>
                  </a:lnTo>
                  <a:lnTo>
                    <a:pt x="5999237" y="506348"/>
                  </a:lnTo>
                  <a:lnTo>
                    <a:pt x="5999383" y="506348"/>
                  </a:lnTo>
                  <a:lnTo>
                    <a:pt x="5999528" y="506348"/>
                  </a:lnTo>
                  <a:lnTo>
                    <a:pt x="5999528" y="505725"/>
                  </a:lnTo>
                  <a:lnTo>
                    <a:pt x="5999674" y="505725"/>
                  </a:lnTo>
                  <a:lnTo>
                    <a:pt x="5999674" y="505101"/>
                  </a:lnTo>
                  <a:lnTo>
                    <a:pt x="5999819" y="505101"/>
                  </a:lnTo>
                  <a:lnTo>
                    <a:pt x="5999965" y="505101"/>
                  </a:lnTo>
                  <a:lnTo>
                    <a:pt x="6000110" y="505101"/>
                  </a:lnTo>
                  <a:lnTo>
                    <a:pt x="6000255" y="505101"/>
                  </a:lnTo>
                  <a:lnTo>
                    <a:pt x="6000401" y="505101"/>
                  </a:lnTo>
                  <a:lnTo>
                    <a:pt x="6000546" y="505101"/>
                  </a:lnTo>
                  <a:lnTo>
                    <a:pt x="6000692" y="505101"/>
                  </a:lnTo>
                  <a:lnTo>
                    <a:pt x="6000837" y="505101"/>
                  </a:lnTo>
                  <a:lnTo>
                    <a:pt x="6000837" y="504478"/>
                  </a:lnTo>
                  <a:lnTo>
                    <a:pt x="6000837" y="503854"/>
                  </a:lnTo>
                  <a:lnTo>
                    <a:pt x="6000983" y="503854"/>
                  </a:lnTo>
                  <a:lnTo>
                    <a:pt x="6001128" y="503854"/>
                  </a:lnTo>
                  <a:lnTo>
                    <a:pt x="6001273" y="503854"/>
                  </a:lnTo>
                  <a:lnTo>
                    <a:pt x="6001419" y="503854"/>
                  </a:lnTo>
                  <a:lnTo>
                    <a:pt x="6001419" y="503230"/>
                  </a:lnTo>
                  <a:lnTo>
                    <a:pt x="6001564" y="503230"/>
                  </a:lnTo>
                  <a:lnTo>
                    <a:pt x="6001710" y="503230"/>
                  </a:lnTo>
                  <a:lnTo>
                    <a:pt x="6001855" y="503230"/>
                  </a:lnTo>
                  <a:lnTo>
                    <a:pt x="6002001" y="503230"/>
                  </a:lnTo>
                  <a:lnTo>
                    <a:pt x="6002146" y="503230"/>
                  </a:lnTo>
                  <a:lnTo>
                    <a:pt x="6002291" y="503230"/>
                  </a:lnTo>
                  <a:lnTo>
                    <a:pt x="6002437" y="503230"/>
                  </a:lnTo>
                  <a:lnTo>
                    <a:pt x="6002582" y="503230"/>
                  </a:lnTo>
                  <a:lnTo>
                    <a:pt x="6002728" y="503230"/>
                  </a:lnTo>
                  <a:lnTo>
                    <a:pt x="6002873" y="503230"/>
                  </a:lnTo>
                  <a:lnTo>
                    <a:pt x="6003018" y="503230"/>
                  </a:lnTo>
                  <a:lnTo>
                    <a:pt x="6003164" y="503230"/>
                  </a:lnTo>
                  <a:lnTo>
                    <a:pt x="6003309" y="503230"/>
                  </a:lnTo>
                  <a:lnTo>
                    <a:pt x="6003455" y="503230"/>
                  </a:lnTo>
                  <a:lnTo>
                    <a:pt x="6003600" y="503230"/>
                  </a:lnTo>
                  <a:lnTo>
                    <a:pt x="6003746" y="503230"/>
                  </a:lnTo>
                  <a:lnTo>
                    <a:pt x="6003891" y="503230"/>
                  </a:lnTo>
                  <a:lnTo>
                    <a:pt x="6004036" y="503230"/>
                  </a:lnTo>
                  <a:lnTo>
                    <a:pt x="6004182" y="503230"/>
                  </a:lnTo>
                  <a:lnTo>
                    <a:pt x="6004327" y="503230"/>
                  </a:lnTo>
                  <a:lnTo>
                    <a:pt x="6004473" y="503230"/>
                  </a:lnTo>
                  <a:lnTo>
                    <a:pt x="6004473" y="502607"/>
                  </a:lnTo>
                  <a:lnTo>
                    <a:pt x="6004473" y="501983"/>
                  </a:lnTo>
                  <a:lnTo>
                    <a:pt x="6004618" y="501983"/>
                  </a:lnTo>
                  <a:lnTo>
                    <a:pt x="6004764" y="501983"/>
                  </a:lnTo>
                  <a:lnTo>
                    <a:pt x="6004909" y="501983"/>
                  </a:lnTo>
                  <a:lnTo>
                    <a:pt x="6005054" y="501983"/>
                  </a:lnTo>
                  <a:lnTo>
                    <a:pt x="6005200" y="501983"/>
                  </a:lnTo>
                  <a:lnTo>
                    <a:pt x="6005345" y="501983"/>
                  </a:lnTo>
                  <a:lnTo>
                    <a:pt x="6005491" y="501983"/>
                  </a:lnTo>
                  <a:lnTo>
                    <a:pt x="6005636" y="501983"/>
                  </a:lnTo>
                  <a:lnTo>
                    <a:pt x="6005782" y="501983"/>
                  </a:lnTo>
                  <a:lnTo>
                    <a:pt x="6005927" y="501983"/>
                  </a:lnTo>
                  <a:lnTo>
                    <a:pt x="6006072" y="501983"/>
                  </a:lnTo>
                  <a:lnTo>
                    <a:pt x="6006218" y="501983"/>
                  </a:lnTo>
                  <a:lnTo>
                    <a:pt x="6006363" y="501983"/>
                  </a:lnTo>
                  <a:lnTo>
                    <a:pt x="6006363" y="501360"/>
                  </a:lnTo>
                  <a:lnTo>
                    <a:pt x="6006509" y="501360"/>
                  </a:lnTo>
                  <a:lnTo>
                    <a:pt x="6006654" y="501360"/>
                  </a:lnTo>
                  <a:lnTo>
                    <a:pt x="6006800" y="501360"/>
                  </a:lnTo>
                  <a:lnTo>
                    <a:pt x="6006945" y="501360"/>
                  </a:lnTo>
                  <a:lnTo>
                    <a:pt x="6007090" y="501360"/>
                  </a:lnTo>
                  <a:lnTo>
                    <a:pt x="6007236" y="501360"/>
                  </a:lnTo>
                  <a:lnTo>
                    <a:pt x="6007381" y="501360"/>
                  </a:lnTo>
                  <a:lnTo>
                    <a:pt x="6007381" y="500736"/>
                  </a:lnTo>
                  <a:lnTo>
                    <a:pt x="6007527" y="500736"/>
                  </a:lnTo>
                  <a:lnTo>
                    <a:pt x="6007672" y="500736"/>
                  </a:lnTo>
                  <a:lnTo>
                    <a:pt x="6007818" y="500736"/>
                  </a:lnTo>
                  <a:lnTo>
                    <a:pt x="6007963" y="500736"/>
                  </a:lnTo>
                  <a:lnTo>
                    <a:pt x="6008108" y="500736"/>
                  </a:lnTo>
                  <a:lnTo>
                    <a:pt x="6008254" y="500736"/>
                  </a:lnTo>
                  <a:lnTo>
                    <a:pt x="6008254" y="500113"/>
                  </a:lnTo>
                  <a:lnTo>
                    <a:pt x="6008399" y="500113"/>
                  </a:lnTo>
                  <a:lnTo>
                    <a:pt x="6008545" y="500113"/>
                  </a:lnTo>
                  <a:lnTo>
                    <a:pt x="6008690" y="500113"/>
                  </a:lnTo>
                  <a:lnTo>
                    <a:pt x="6008836" y="500113"/>
                  </a:lnTo>
                  <a:lnTo>
                    <a:pt x="6008981" y="500113"/>
                  </a:lnTo>
                  <a:lnTo>
                    <a:pt x="6008981" y="499489"/>
                  </a:lnTo>
                  <a:lnTo>
                    <a:pt x="6009126" y="499489"/>
                  </a:lnTo>
                  <a:lnTo>
                    <a:pt x="6009272" y="499489"/>
                  </a:lnTo>
                  <a:lnTo>
                    <a:pt x="6009417" y="499489"/>
                  </a:lnTo>
                  <a:lnTo>
                    <a:pt x="6009563" y="499489"/>
                  </a:lnTo>
                  <a:lnTo>
                    <a:pt x="6009708" y="499489"/>
                  </a:lnTo>
                  <a:lnTo>
                    <a:pt x="6009853" y="499489"/>
                  </a:lnTo>
                  <a:lnTo>
                    <a:pt x="6009999" y="499489"/>
                  </a:lnTo>
                  <a:lnTo>
                    <a:pt x="6010144" y="499489"/>
                  </a:lnTo>
                  <a:lnTo>
                    <a:pt x="6010290" y="499489"/>
                  </a:lnTo>
                  <a:lnTo>
                    <a:pt x="6010435" y="499489"/>
                  </a:lnTo>
                  <a:lnTo>
                    <a:pt x="6010581" y="499489"/>
                  </a:lnTo>
                  <a:lnTo>
                    <a:pt x="6010726" y="499489"/>
                  </a:lnTo>
                  <a:lnTo>
                    <a:pt x="6010871" y="499489"/>
                  </a:lnTo>
                  <a:lnTo>
                    <a:pt x="6010871" y="498865"/>
                  </a:lnTo>
                  <a:lnTo>
                    <a:pt x="6011017" y="498865"/>
                  </a:lnTo>
                  <a:lnTo>
                    <a:pt x="6011162" y="498865"/>
                  </a:lnTo>
                  <a:lnTo>
                    <a:pt x="6011308" y="498865"/>
                  </a:lnTo>
                  <a:lnTo>
                    <a:pt x="6011453" y="498865"/>
                  </a:lnTo>
                  <a:lnTo>
                    <a:pt x="6011599" y="498865"/>
                  </a:lnTo>
                  <a:lnTo>
                    <a:pt x="6011744" y="498865"/>
                  </a:lnTo>
                  <a:lnTo>
                    <a:pt x="6011744" y="498242"/>
                  </a:lnTo>
                  <a:lnTo>
                    <a:pt x="6011889" y="498242"/>
                  </a:lnTo>
                  <a:lnTo>
                    <a:pt x="6012035" y="498242"/>
                  </a:lnTo>
                  <a:lnTo>
                    <a:pt x="6012180" y="498242"/>
                  </a:lnTo>
                  <a:lnTo>
                    <a:pt x="6012326" y="498242"/>
                  </a:lnTo>
                  <a:lnTo>
                    <a:pt x="6012471" y="498242"/>
                  </a:lnTo>
                  <a:lnTo>
                    <a:pt x="6012617" y="498242"/>
                  </a:lnTo>
                  <a:lnTo>
                    <a:pt x="6012762" y="498242"/>
                  </a:lnTo>
                  <a:lnTo>
                    <a:pt x="6012907" y="498242"/>
                  </a:lnTo>
                  <a:lnTo>
                    <a:pt x="6012907" y="497618"/>
                  </a:lnTo>
                  <a:lnTo>
                    <a:pt x="6013053" y="497618"/>
                  </a:lnTo>
                  <a:lnTo>
                    <a:pt x="6013198" y="497618"/>
                  </a:lnTo>
                  <a:lnTo>
                    <a:pt x="6013344" y="497618"/>
                  </a:lnTo>
                  <a:lnTo>
                    <a:pt x="6013489" y="497618"/>
                  </a:lnTo>
                  <a:lnTo>
                    <a:pt x="6013635" y="497618"/>
                  </a:lnTo>
                  <a:lnTo>
                    <a:pt x="6013780" y="497618"/>
                  </a:lnTo>
                  <a:lnTo>
                    <a:pt x="6013925" y="497618"/>
                  </a:lnTo>
                  <a:lnTo>
                    <a:pt x="6014071" y="497618"/>
                  </a:lnTo>
                  <a:lnTo>
                    <a:pt x="6014216" y="497618"/>
                  </a:lnTo>
                  <a:lnTo>
                    <a:pt x="6014362" y="497618"/>
                  </a:lnTo>
                  <a:lnTo>
                    <a:pt x="6014507" y="497618"/>
                  </a:lnTo>
                  <a:lnTo>
                    <a:pt x="6014653" y="497618"/>
                  </a:lnTo>
                  <a:lnTo>
                    <a:pt x="6014798" y="497618"/>
                  </a:lnTo>
                  <a:lnTo>
                    <a:pt x="6014943" y="497618"/>
                  </a:lnTo>
                  <a:lnTo>
                    <a:pt x="6015089" y="497618"/>
                  </a:lnTo>
                  <a:lnTo>
                    <a:pt x="6015234" y="497618"/>
                  </a:lnTo>
                  <a:lnTo>
                    <a:pt x="6015380" y="497618"/>
                  </a:lnTo>
                  <a:lnTo>
                    <a:pt x="6015525" y="497618"/>
                  </a:lnTo>
                  <a:lnTo>
                    <a:pt x="6015671" y="497618"/>
                  </a:lnTo>
                  <a:lnTo>
                    <a:pt x="6015816" y="497618"/>
                  </a:lnTo>
                  <a:lnTo>
                    <a:pt x="6015961" y="497618"/>
                  </a:lnTo>
                  <a:lnTo>
                    <a:pt x="6016107" y="497618"/>
                  </a:lnTo>
                  <a:lnTo>
                    <a:pt x="6016252" y="497618"/>
                  </a:lnTo>
                  <a:lnTo>
                    <a:pt x="6016398" y="497618"/>
                  </a:lnTo>
                  <a:lnTo>
                    <a:pt x="6016543" y="497618"/>
                  </a:lnTo>
                  <a:lnTo>
                    <a:pt x="6016688" y="497618"/>
                  </a:lnTo>
                  <a:lnTo>
                    <a:pt x="6016834" y="497618"/>
                  </a:lnTo>
                  <a:lnTo>
                    <a:pt x="6016979" y="497618"/>
                  </a:lnTo>
                  <a:lnTo>
                    <a:pt x="6017125" y="497618"/>
                  </a:lnTo>
                  <a:lnTo>
                    <a:pt x="6017270" y="497618"/>
                  </a:lnTo>
                  <a:lnTo>
                    <a:pt x="6017416" y="497618"/>
                  </a:lnTo>
                  <a:lnTo>
                    <a:pt x="6017561" y="497618"/>
                  </a:lnTo>
                  <a:lnTo>
                    <a:pt x="6017706" y="497618"/>
                  </a:lnTo>
                  <a:lnTo>
                    <a:pt x="6017852" y="497618"/>
                  </a:lnTo>
                  <a:lnTo>
                    <a:pt x="6017997" y="497618"/>
                  </a:lnTo>
                  <a:lnTo>
                    <a:pt x="6018143" y="497618"/>
                  </a:lnTo>
                  <a:lnTo>
                    <a:pt x="6018288" y="497618"/>
                  </a:lnTo>
                  <a:lnTo>
                    <a:pt x="6018288" y="496995"/>
                  </a:lnTo>
                  <a:lnTo>
                    <a:pt x="6018434" y="496995"/>
                  </a:lnTo>
                  <a:lnTo>
                    <a:pt x="6018579" y="496995"/>
                  </a:lnTo>
                  <a:lnTo>
                    <a:pt x="6018724" y="496995"/>
                  </a:lnTo>
                  <a:lnTo>
                    <a:pt x="6018870" y="496995"/>
                  </a:lnTo>
                  <a:lnTo>
                    <a:pt x="6019015" y="496995"/>
                  </a:lnTo>
                  <a:lnTo>
                    <a:pt x="6019161" y="496995"/>
                  </a:lnTo>
                  <a:lnTo>
                    <a:pt x="6019306" y="496995"/>
                  </a:lnTo>
                  <a:lnTo>
                    <a:pt x="6019306" y="496371"/>
                  </a:lnTo>
                  <a:lnTo>
                    <a:pt x="6019452" y="496371"/>
                  </a:lnTo>
                  <a:lnTo>
                    <a:pt x="6019452" y="495747"/>
                  </a:lnTo>
                  <a:lnTo>
                    <a:pt x="6019597" y="495747"/>
                  </a:lnTo>
                  <a:lnTo>
                    <a:pt x="6019742" y="495747"/>
                  </a:lnTo>
                  <a:lnTo>
                    <a:pt x="6019888" y="495747"/>
                  </a:lnTo>
                  <a:lnTo>
                    <a:pt x="6020033" y="495747"/>
                  </a:lnTo>
                  <a:lnTo>
                    <a:pt x="6020179" y="495747"/>
                  </a:lnTo>
                  <a:lnTo>
                    <a:pt x="6020324" y="495747"/>
                  </a:lnTo>
                  <a:lnTo>
                    <a:pt x="6020324" y="495124"/>
                  </a:lnTo>
                  <a:lnTo>
                    <a:pt x="6020470" y="495124"/>
                  </a:lnTo>
                  <a:lnTo>
                    <a:pt x="6020470" y="494500"/>
                  </a:lnTo>
                  <a:lnTo>
                    <a:pt x="6020470" y="493877"/>
                  </a:lnTo>
                  <a:lnTo>
                    <a:pt x="6020615" y="493877"/>
                  </a:lnTo>
                  <a:lnTo>
                    <a:pt x="6020760" y="493877"/>
                  </a:lnTo>
                  <a:lnTo>
                    <a:pt x="6020906" y="493877"/>
                  </a:lnTo>
                  <a:lnTo>
                    <a:pt x="6021051" y="493877"/>
                  </a:lnTo>
                  <a:lnTo>
                    <a:pt x="6021197" y="493877"/>
                  </a:lnTo>
                  <a:lnTo>
                    <a:pt x="6021342" y="493877"/>
                  </a:lnTo>
                  <a:lnTo>
                    <a:pt x="6021488" y="493877"/>
                  </a:lnTo>
                  <a:lnTo>
                    <a:pt x="6021633" y="493877"/>
                  </a:lnTo>
                  <a:lnTo>
                    <a:pt x="6021778" y="493877"/>
                  </a:lnTo>
                  <a:lnTo>
                    <a:pt x="6021924" y="493877"/>
                  </a:lnTo>
                  <a:lnTo>
                    <a:pt x="6022069" y="493877"/>
                  </a:lnTo>
                  <a:lnTo>
                    <a:pt x="6022215" y="493877"/>
                  </a:lnTo>
                  <a:lnTo>
                    <a:pt x="6022360" y="493877"/>
                  </a:lnTo>
                  <a:lnTo>
                    <a:pt x="6022505" y="493877"/>
                  </a:lnTo>
                  <a:lnTo>
                    <a:pt x="6022651" y="493877"/>
                  </a:lnTo>
                  <a:lnTo>
                    <a:pt x="6022796" y="493877"/>
                  </a:lnTo>
                  <a:lnTo>
                    <a:pt x="6022942" y="493877"/>
                  </a:lnTo>
                  <a:lnTo>
                    <a:pt x="6023087" y="493877"/>
                  </a:lnTo>
                  <a:lnTo>
                    <a:pt x="6023233" y="493877"/>
                  </a:lnTo>
                  <a:lnTo>
                    <a:pt x="6023378" y="493877"/>
                  </a:lnTo>
                  <a:lnTo>
                    <a:pt x="6023523" y="493877"/>
                  </a:lnTo>
                  <a:lnTo>
                    <a:pt x="6023669" y="493877"/>
                  </a:lnTo>
                  <a:lnTo>
                    <a:pt x="6023814" y="493877"/>
                  </a:lnTo>
                  <a:lnTo>
                    <a:pt x="6023960" y="493877"/>
                  </a:lnTo>
                  <a:lnTo>
                    <a:pt x="6024105" y="493877"/>
                  </a:lnTo>
                  <a:lnTo>
                    <a:pt x="6024251" y="493877"/>
                  </a:lnTo>
                  <a:lnTo>
                    <a:pt x="6024396" y="493877"/>
                  </a:lnTo>
                  <a:lnTo>
                    <a:pt x="6024541" y="493877"/>
                  </a:lnTo>
                  <a:lnTo>
                    <a:pt x="6024541" y="493253"/>
                  </a:lnTo>
                  <a:lnTo>
                    <a:pt x="6024687" y="493253"/>
                  </a:lnTo>
                  <a:lnTo>
                    <a:pt x="6024832" y="493253"/>
                  </a:lnTo>
                  <a:lnTo>
                    <a:pt x="6024978" y="493253"/>
                  </a:lnTo>
                  <a:lnTo>
                    <a:pt x="6025123" y="493253"/>
                  </a:lnTo>
                  <a:lnTo>
                    <a:pt x="6025269" y="493253"/>
                  </a:lnTo>
                  <a:lnTo>
                    <a:pt x="6025414" y="493253"/>
                  </a:lnTo>
                  <a:lnTo>
                    <a:pt x="6025559" y="493253"/>
                  </a:lnTo>
                  <a:lnTo>
                    <a:pt x="6025705" y="493253"/>
                  </a:lnTo>
                  <a:lnTo>
                    <a:pt x="6025850" y="493253"/>
                  </a:lnTo>
                  <a:lnTo>
                    <a:pt x="6025850" y="492630"/>
                  </a:lnTo>
                  <a:lnTo>
                    <a:pt x="6025996" y="492630"/>
                  </a:lnTo>
                  <a:lnTo>
                    <a:pt x="6026141" y="492630"/>
                  </a:lnTo>
                  <a:lnTo>
                    <a:pt x="6026287" y="492630"/>
                  </a:lnTo>
                  <a:lnTo>
                    <a:pt x="6026432" y="492630"/>
                  </a:lnTo>
                  <a:lnTo>
                    <a:pt x="6026577" y="492630"/>
                  </a:lnTo>
                  <a:lnTo>
                    <a:pt x="6026723" y="492630"/>
                  </a:lnTo>
                  <a:lnTo>
                    <a:pt x="6026868" y="492630"/>
                  </a:lnTo>
                  <a:lnTo>
                    <a:pt x="6027014" y="492630"/>
                  </a:lnTo>
                  <a:lnTo>
                    <a:pt x="6027159" y="492630"/>
                  </a:lnTo>
                  <a:lnTo>
                    <a:pt x="6027305" y="492630"/>
                  </a:lnTo>
                  <a:lnTo>
                    <a:pt x="6027450" y="492630"/>
                  </a:lnTo>
                  <a:lnTo>
                    <a:pt x="6027595" y="492630"/>
                  </a:lnTo>
                  <a:lnTo>
                    <a:pt x="6027741" y="492630"/>
                  </a:lnTo>
                  <a:lnTo>
                    <a:pt x="6027886" y="492630"/>
                  </a:lnTo>
                  <a:lnTo>
                    <a:pt x="6028032" y="492630"/>
                  </a:lnTo>
                  <a:lnTo>
                    <a:pt x="6028177" y="492630"/>
                  </a:lnTo>
                  <a:lnTo>
                    <a:pt x="6028323" y="492630"/>
                  </a:lnTo>
                  <a:lnTo>
                    <a:pt x="6028468" y="492630"/>
                  </a:lnTo>
                  <a:lnTo>
                    <a:pt x="6028468" y="492006"/>
                  </a:lnTo>
                  <a:lnTo>
                    <a:pt x="6028468" y="491382"/>
                  </a:lnTo>
                  <a:lnTo>
                    <a:pt x="6028613" y="491382"/>
                  </a:lnTo>
                  <a:lnTo>
                    <a:pt x="6028759" y="491382"/>
                  </a:lnTo>
                  <a:lnTo>
                    <a:pt x="6028904" y="491382"/>
                  </a:lnTo>
                  <a:lnTo>
                    <a:pt x="6029050" y="491382"/>
                  </a:lnTo>
                  <a:lnTo>
                    <a:pt x="6029195" y="491382"/>
                  </a:lnTo>
                  <a:lnTo>
                    <a:pt x="6029340" y="491382"/>
                  </a:lnTo>
                  <a:lnTo>
                    <a:pt x="6029486" y="491382"/>
                  </a:lnTo>
                  <a:lnTo>
                    <a:pt x="6029631" y="491382"/>
                  </a:lnTo>
                  <a:lnTo>
                    <a:pt x="6029777" y="491382"/>
                  </a:lnTo>
                  <a:lnTo>
                    <a:pt x="6029922" y="491382"/>
                  </a:lnTo>
                  <a:lnTo>
                    <a:pt x="6030068" y="491382"/>
                  </a:lnTo>
                  <a:lnTo>
                    <a:pt x="6030068" y="490759"/>
                  </a:lnTo>
                  <a:lnTo>
                    <a:pt x="6030213" y="490759"/>
                  </a:lnTo>
                  <a:lnTo>
                    <a:pt x="6030358" y="490759"/>
                  </a:lnTo>
                  <a:lnTo>
                    <a:pt x="6030504" y="490759"/>
                  </a:lnTo>
                  <a:lnTo>
                    <a:pt x="6030504" y="490135"/>
                  </a:lnTo>
                  <a:lnTo>
                    <a:pt x="6030649" y="490135"/>
                  </a:lnTo>
                  <a:lnTo>
                    <a:pt x="6030795" y="490135"/>
                  </a:lnTo>
                  <a:lnTo>
                    <a:pt x="6030940" y="490135"/>
                  </a:lnTo>
                  <a:lnTo>
                    <a:pt x="6030940" y="489512"/>
                  </a:lnTo>
                  <a:lnTo>
                    <a:pt x="6031086" y="489512"/>
                  </a:lnTo>
                  <a:lnTo>
                    <a:pt x="6031231" y="489512"/>
                  </a:lnTo>
                  <a:lnTo>
                    <a:pt x="6031376" y="489512"/>
                  </a:lnTo>
                  <a:lnTo>
                    <a:pt x="6031522" y="489512"/>
                  </a:lnTo>
                  <a:lnTo>
                    <a:pt x="6031522" y="488888"/>
                  </a:lnTo>
                  <a:lnTo>
                    <a:pt x="6031667" y="488888"/>
                  </a:lnTo>
                  <a:lnTo>
                    <a:pt x="6031813" y="488888"/>
                  </a:lnTo>
                  <a:lnTo>
                    <a:pt x="6031958" y="488888"/>
                  </a:lnTo>
                  <a:lnTo>
                    <a:pt x="6032104" y="488888"/>
                  </a:lnTo>
                  <a:lnTo>
                    <a:pt x="6032249" y="488888"/>
                  </a:lnTo>
                  <a:lnTo>
                    <a:pt x="6032394" y="488888"/>
                  </a:lnTo>
                  <a:lnTo>
                    <a:pt x="6032540" y="488888"/>
                  </a:lnTo>
                  <a:lnTo>
                    <a:pt x="6032685" y="488888"/>
                  </a:lnTo>
                  <a:lnTo>
                    <a:pt x="6032831" y="488888"/>
                  </a:lnTo>
                  <a:lnTo>
                    <a:pt x="6032976" y="488888"/>
                  </a:lnTo>
                  <a:lnTo>
                    <a:pt x="6032976" y="488264"/>
                  </a:lnTo>
                  <a:lnTo>
                    <a:pt x="6033122" y="488264"/>
                  </a:lnTo>
                  <a:lnTo>
                    <a:pt x="6033267" y="488264"/>
                  </a:lnTo>
                  <a:lnTo>
                    <a:pt x="6033412" y="488264"/>
                  </a:lnTo>
                  <a:lnTo>
                    <a:pt x="6033558" y="488264"/>
                  </a:lnTo>
                  <a:lnTo>
                    <a:pt x="6033703" y="488264"/>
                  </a:lnTo>
                  <a:lnTo>
                    <a:pt x="6033849" y="488264"/>
                  </a:lnTo>
                  <a:lnTo>
                    <a:pt x="6033994" y="488264"/>
                  </a:lnTo>
                  <a:lnTo>
                    <a:pt x="6034140" y="488264"/>
                  </a:lnTo>
                  <a:lnTo>
                    <a:pt x="6034285" y="488264"/>
                  </a:lnTo>
                  <a:lnTo>
                    <a:pt x="6034285" y="487641"/>
                  </a:lnTo>
                  <a:lnTo>
                    <a:pt x="6034430" y="487641"/>
                  </a:lnTo>
                  <a:lnTo>
                    <a:pt x="6034576" y="487641"/>
                  </a:lnTo>
                  <a:lnTo>
                    <a:pt x="6034721" y="487641"/>
                  </a:lnTo>
                  <a:lnTo>
                    <a:pt x="6034867" y="487641"/>
                  </a:lnTo>
                  <a:lnTo>
                    <a:pt x="6035012" y="487641"/>
                  </a:lnTo>
                  <a:lnTo>
                    <a:pt x="6035012" y="487017"/>
                  </a:lnTo>
                  <a:lnTo>
                    <a:pt x="6035158" y="487017"/>
                  </a:lnTo>
                  <a:lnTo>
                    <a:pt x="6035158" y="486394"/>
                  </a:lnTo>
                  <a:lnTo>
                    <a:pt x="6035303" y="486394"/>
                  </a:lnTo>
                  <a:lnTo>
                    <a:pt x="6035448" y="486394"/>
                  </a:lnTo>
                  <a:lnTo>
                    <a:pt x="6035448" y="485770"/>
                  </a:lnTo>
                  <a:lnTo>
                    <a:pt x="6035594" y="485770"/>
                  </a:lnTo>
                  <a:lnTo>
                    <a:pt x="6035739" y="485770"/>
                  </a:lnTo>
                  <a:lnTo>
                    <a:pt x="6035885" y="485770"/>
                  </a:lnTo>
                  <a:lnTo>
                    <a:pt x="6036030" y="485770"/>
                  </a:lnTo>
                  <a:lnTo>
                    <a:pt x="6036175" y="485770"/>
                  </a:lnTo>
                  <a:lnTo>
                    <a:pt x="6036321" y="485770"/>
                  </a:lnTo>
                  <a:lnTo>
                    <a:pt x="6036466" y="485770"/>
                  </a:lnTo>
                  <a:lnTo>
                    <a:pt x="6036612" y="485770"/>
                  </a:lnTo>
                  <a:lnTo>
                    <a:pt x="6036757" y="485770"/>
                  </a:lnTo>
                  <a:lnTo>
                    <a:pt x="6036903" y="485770"/>
                  </a:lnTo>
                  <a:lnTo>
                    <a:pt x="6037048" y="485770"/>
                  </a:lnTo>
                  <a:lnTo>
                    <a:pt x="6037193" y="485770"/>
                  </a:lnTo>
                  <a:lnTo>
                    <a:pt x="6037339" y="485770"/>
                  </a:lnTo>
                  <a:lnTo>
                    <a:pt x="6037484" y="485770"/>
                  </a:lnTo>
                  <a:lnTo>
                    <a:pt x="6037630" y="485770"/>
                  </a:lnTo>
                  <a:lnTo>
                    <a:pt x="6037775" y="485770"/>
                  </a:lnTo>
                  <a:lnTo>
                    <a:pt x="6037921" y="485770"/>
                  </a:lnTo>
                  <a:lnTo>
                    <a:pt x="6038066" y="485770"/>
                  </a:lnTo>
                  <a:lnTo>
                    <a:pt x="6038211" y="485770"/>
                  </a:lnTo>
                  <a:lnTo>
                    <a:pt x="6038357" y="485770"/>
                  </a:lnTo>
                  <a:lnTo>
                    <a:pt x="6038502" y="485770"/>
                  </a:lnTo>
                  <a:lnTo>
                    <a:pt x="6038648" y="485770"/>
                  </a:lnTo>
                  <a:lnTo>
                    <a:pt x="6038793" y="485770"/>
                  </a:lnTo>
                  <a:lnTo>
                    <a:pt x="6038939" y="485770"/>
                  </a:lnTo>
                  <a:lnTo>
                    <a:pt x="6039084" y="485770"/>
                  </a:lnTo>
                  <a:lnTo>
                    <a:pt x="6039229" y="485770"/>
                  </a:lnTo>
                  <a:lnTo>
                    <a:pt x="6039375" y="485770"/>
                  </a:lnTo>
                  <a:lnTo>
                    <a:pt x="6039520" y="485770"/>
                  </a:lnTo>
                  <a:lnTo>
                    <a:pt x="6039666" y="485770"/>
                  </a:lnTo>
                  <a:lnTo>
                    <a:pt x="6039666" y="485147"/>
                  </a:lnTo>
                  <a:lnTo>
                    <a:pt x="6039811" y="485147"/>
                  </a:lnTo>
                  <a:lnTo>
                    <a:pt x="6039957" y="485147"/>
                  </a:lnTo>
                  <a:lnTo>
                    <a:pt x="6040102" y="485147"/>
                  </a:lnTo>
                  <a:lnTo>
                    <a:pt x="6040247" y="485147"/>
                  </a:lnTo>
                  <a:lnTo>
                    <a:pt x="6040393" y="485147"/>
                  </a:lnTo>
                  <a:lnTo>
                    <a:pt x="6040538" y="485147"/>
                  </a:lnTo>
                  <a:lnTo>
                    <a:pt x="6040684" y="485147"/>
                  </a:lnTo>
                  <a:lnTo>
                    <a:pt x="6040829" y="485147"/>
                  </a:lnTo>
                  <a:lnTo>
                    <a:pt x="6040829" y="484523"/>
                  </a:lnTo>
                  <a:lnTo>
                    <a:pt x="6040975" y="484523"/>
                  </a:lnTo>
                  <a:lnTo>
                    <a:pt x="6041120" y="484523"/>
                  </a:lnTo>
                  <a:lnTo>
                    <a:pt x="6041265" y="484523"/>
                  </a:lnTo>
                  <a:lnTo>
                    <a:pt x="6041411" y="484523"/>
                  </a:lnTo>
                  <a:lnTo>
                    <a:pt x="6041556" y="484523"/>
                  </a:lnTo>
                  <a:lnTo>
                    <a:pt x="6041702" y="484523"/>
                  </a:lnTo>
                  <a:lnTo>
                    <a:pt x="6041847" y="484523"/>
                  </a:lnTo>
                  <a:lnTo>
                    <a:pt x="6041993" y="484523"/>
                  </a:lnTo>
                  <a:lnTo>
                    <a:pt x="6042138" y="484523"/>
                  </a:lnTo>
                  <a:lnTo>
                    <a:pt x="6042283" y="484523"/>
                  </a:lnTo>
                  <a:lnTo>
                    <a:pt x="6042429" y="484523"/>
                  </a:lnTo>
                  <a:lnTo>
                    <a:pt x="6042574" y="484523"/>
                  </a:lnTo>
                  <a:lnTo>
                    <a:pt x="6042720" y="484523"/>
                  </a:lnTo>
                  <a:lnTo>
                    <a:pt x="6042865" y="484523"/>
                  </a:lnTo>
                  <a:lnTo>
                    <a:pt x="6043010" y="484523"/>
                  </a:lnTo>
                  <a:lnTo>
                    <a:pt x="6043156" y="484523"/>
                  </a:lnTo>
                  <a:lnTo>
                    <a:pt x="6043156" y="483899"/>
                  </a:lnTo>
                  <a:lnTo>
                    <a:pt x="6043301" y="483899"/>
                  </a:lnTo>
                  <a:lnTo>
                    <a:pt x="6043301" y="483276"/>
                  </a:lnTo>
                  <a:lnTo>
                    <a:pt x="6043447" y="483276"/>
                  </a:lnTo>
                  <a:lnTo>
                    <a:pt x="6043592" y="483276"/>
                  </a:lnTo>
                  <a:lnTo>
                    <a:pt x="6043738" y="483276"/>
                  </a:lnTo>
                  <a:lnTo>
                    <a:pt x="6043883" y="483276"/>
                  </a:lnTo>
                  <a:lnTo>
                    <a:pt x="6044028" y="483276"/>
                  </a:lnTo>
                  <a:lnTo>
                    <a:pt x="6044174" y="483276"/>
                  </a:lnTo>
                  <a:lnTo>
                    <a:pt x="6044319" y="483276"/>
                  </a:lnTo>
                  <a:lnTo>
                    <a:pt x="6044465" y="483276"/>
                  </a:lnTo>
                  <a:lnTo>
                    <a:pt x="6044465" y="482652"/>
                  </a:lnTo>
                  <a:lnTo>
                    <a:pt x="6044610" y="482652"/>
                  </a:lnTo>
                  <a:lnTo>
                    <a:pt x="6044756" y="482652"/>
                  </a:lnTo>
                  <a:lnTo>
                    <a:pt x="6044901" y="482652"/>
                  </a:lnTo>
                  <a:lnTo>
                    <a:pt x="6044901" y="482029"/>
                  </a:lnTo>
                  <a:lnTo>
                    <a:pt x="6045046" y="482029"/>
                  </a:lnTo>
                  <a:lnTo>
                    <a:pt x="6045192" y="482029"/>
                  </a:lnTo>
                  <a:lnTo>
                    <a:pt x="6045337" y="482029"/>
                  </a:lnTo>
                  <a:lnTo>
                    <a:pt x="6045483" y="482029"/>
                  </a:lnTo>
                  <a:lnTo>
                    <a:pt x="6045628" y="482029"/>
                  </a:lnTo>
                  <a:lnTo>
                    <a:pt x="6045774" y="482029"/>
                  </a:lnTo>
                  <a:lnTo>
                    <a:pt x="6045919" y="482029"/>
                  </a:lnTo>
                  <a:lnTo>
                    <a:pt x="6046064" y="482029"/>
                  </a:lnTo>
                  <a:lnTo>
                    <a:pt x="6046210" y="482029"/>
                  </a:lnTo>
                  <a:lnTo>
                    <a:pt x="6046355" y="482029"/>
                  </a:lnTo>
                  <a:lnTo>
                    <a:pt x="6046501" y="482029"/>
                  </a:lnTo>
                  <a:lnTo>
                    <a:pt x="6046646" y="482029"/>
                  </a:lnTo>
                  <a:lnTo>
                    <a:pt x="6046792" y="482029"/>
                  </a:lnTo>
                  <a:lnTo>
                    <a:pt x="6046937" y="482029"/>
                  </a:lnTo>
                  <a:lnTo>
                    <a:pt x="6047082" y="482029"/>
                  </a:lnTo>
                  <a:lnTo>
                    <a:pt x="6047082" y="481405"/>
                  </a:lnTo>
                  <a:lnTo>
                    <a:pt x="6047228" y="481405"/>
                  </a:lnTo>
                  <a:lnTo>
                    <a:pt x="6047373" y="481405"/>
                  </a:lnTo>
                  <a:lnTo>
                    <a:pt x="6047373" y="480781"/>
                  </a:lnTo>
                  <a:lnTo>
                    <a:pt x="6047373" y="480158"/>
                  </a:lnTo>
                  <a:lnTo>
                    <a:pt x="6047519" y="480158"/>
                  </a:lnTo>
                  <a:lnTo>
                    <a:pt x="6047664" y="480158"/>
                  </a:lnTo>
                  <a:lnTo>
                    <a:pt x="6047810" y="480158"/>
                  </a:lnTo>
                  <a:lnTo>
                    <a:pt x="6047955" y="480158"/>
                  </a:lnTo>
                  <a:lnTo>
                    <a:pt x="6047955" y="479534"/>
                  </a:lnTo>
                  <a:lnTo>
                    <a:pt x="6048100" y="479534"/>
                  </a:lnTo>
                  <a:lnTo>
                    <a:pt x="6048246" y="479534"/>
                  </a:lnTo>
                  <a:lnTo>
                    <a:pt x="6048391" y="479534"/>
                  </a:lnTo>
                  <a:lnTo>
                    <a:pt x="6048537" y="479534"/>
                  </a:lnTo>
                  <a:lnTo>
                    <a:pt x="6048537" y="478911"/>
                  </a:lnTo>
                  <a:lnTo>
                    <a:pt x="6048682" y="478911"/>
                  </a:lnTo>
                  <a:lnTo>
                    <a:pt x="6048828" y="478911"/>
                  </a:lnTo>
                  <a:lnTo>
                    <a:pt x="6048973" y="478911"/>
                  </a:lnTo>
                  <a:lnTo>
                    <a:pt x="6049118" y="478911"/>
                  </a:lnTo>
                  <a:lnTo>
                    <a:pt x="6049264" y="478911"/>
                  </a:lnTo>
                  <a:lnTo>
                    <a:pt x="6049409" y="478911"/>
                  </a:lnTo>
                  <a:lnTo>
                    <a:pt x="6049555" y="478911"/>
                  </a:lnTo>
                  <a:lnTo>
                    <a:pt x="6049700" y="478911"/>
                  </a:lnTo>
                  <a:lnTo>
                    <a:pt x="6049845" y="478911"/>
                  </a:lnTo>
                  <a:lnTo>
                    <a:pt x="6049991" y="478911"/>
                  </a:lnTo>
                  <a:lnTo>
                    <a:pt x="6050136" y="478911"/>
                  </a:lnTo>
                  <a:lnTo>
                    <a:pt x="6050282" y="478911"/>
                  </a:lnTo>
                  <a:lnTo>
                    <a:pt x="6050427" y="478911"/>
                  </a:lnTo>
                  <a:lnTo>
                    <a:pt x="6050427" y="478287"/>
                  </a:lnTo>
                  <a:lnTo>
                    <a:pt x="6050573" y="478287"/>
                  </a:lnTo>
                  <a:lnTo>
                    <a:pt x="6050718" y="478287"/>
                  </a:lnTo>
                  <a:lnTo>
                    <a:pt x="6050863" y="478287"/>
                  </a:lnTo>
                  <a:lnTo>
                    <a:pt x="6051009" y="478287"/>
                  </a:lnTo>
                  <a:lnTo>
                    <a:pt x="6051154" y="478287"/>
                  </a:lnTo>
                  <a:lnTo>
                    <a:pt x="6051154" y="477664"/>
                  </a:lnTo>
                  <a:lnTo>
                    <a:pt x="6051300" y="477664"/>
                  </a:lnTo>
                  <a:lnTo>
                    <a:pt x="6051445" y="477664"/>
                  </a:lnTo>
                  <a:lnTo>
                    <a:pt x="6051591" y="477664"/>
                  </a:lnTo>
                  <a:lnTo>
                    <a:pt x="6051736" y="477664"/>
                  </a:lnTo>
                  <a:lnTo>
                    <a:pt x="6051736" y="477040"/>
                  </a:lnTo>
                  <a:lnTo>
                    <a:pt x="6051881" y="477040"/>
                  </a:lnTo>
                  <a:lnTo>
                    <a:pt x="6052027" y="477040"/>
                  </a:lnTo>
                  <a:lnTo>
                    <a:pt x="6052027" y="476416"/>
                  </a:lnTo>
                  <a:lnTo>
                    <a:pt x="6052172" y="476416"/>
                  </a:lnTo>
                  <a:lnTo>
                    <a:pt x="6052318" y="476416"/>
                  </a:lnTo>
                  <a:lnTo>
                    <a:pt x="6052463" y="476416"/>
                  </a:lnTo>
                  <a:lnTo>
                    <a:pt x="6052609" y="476416"/>
                  </a:lnTo>
                  <a:lnTo>
                    <a:pt x="6052754" y="476416"/>
                  </a:lnTo>
                  <a:lnTo>
                    <a:pt x="6052899" y="476416"/>
                  </a:lnTo>
                  <a:lnTo>
                    <a:pt x="6053045" y="476416"/>
                  </a:lnTo>
                  <a:lnTo>
                    <a:pt x="6053190" y="476416"/>
                  </a:lnTo>
                  <a:lnTo>
                    <a:pt x="6053336" y="476416"/>
                  </a:lnTo>
                  <a:lnTo>
                    <a:pt x="6053481" y="476416"/>
                  </a:lnTo>
                  <a:lnTo>
                    <a:pt x="6053627" y="476416"/>
                  </a:lnTo>
                  <a:lnTo>
                    <a:pt x="6053627" y="475793"/>
                  </a:lnTo>
                  <a:lnTo>
                    <a:pt x="6053772" y="475793"/>
                  </a:lnTo>
                  <a:lnTo>
                    <a:pt x="6053917" y="475793"/>
                  </a:lnTo>
                  <a:lnTo>
                    <a:pt x="6054063" y="475793"/>
                  </a:lnTo>
                  <a:lnTo>
                    <a:pt x="6054208" y="475793"/>
                  </a:lnTo>
                  <a:lnTo>
                    <a:pt x="6054208" y="475169"/>
                  </a:lnTo>
                  <a:lnTo>
                    <a:pt x="6054208" y="474546"/>
                  </a:lnTo>
                  <a:lnTo>
                    <a:pt x="6054354" y="474546"/>
                  </a:lnTo>
                  <a:lnTo>
                    <a:pt x="6054499" y="474546"/>
                  </a:lnTo>
                  <a:lnTo>
                    <a:pt x="6054645" y="474546"/>
                  </a:lnTo>
                  <a:lnTo>
                    <a:pt x="6054790" y="474546"/>
                  </a:lnTo>
                  <a:lnTo>
                    <a:pt x="6054935" y="474546"/>
                  </a:lnTo>
                  <a:lnTo>
                    <a:pt x="6055081" y="474546"/>
                  </a:lnTo>
                  <a:lnTo>
                    <a:pt x="6055226" y="474546"/>
                  </a:lnTo>
                  <a:lnTo>
                    <a:pt x="6055372" y="474546"/>
                  </a:lnTo>
                  <a:lnTo>
                    <a:pt x="6055517" y="474546"/>
                  </a:lnTo>
                  <a:lnTo>
                    <a:pt x="6055517" y="473922"/>
                  </a:lnTo>
                  <a:lnTo>
                    <a:pt x="6055663" y="473922"/>
                  </a:lnTo>
                  <a:lnTo>
                    <a:pt x="6055808" y="473922"/>
                  </a:lnTo>
                  <a:lnTo>
                    <a:pt x="6055953" y="473922"/>
                  </a:lnTo>
                  <a:lnTo>
                    <a:pt x="6056099" y="473922"/>
                  </a:lnTo>
                  <a:lnTo>
                    <a:pt x="6056244" y="473922"/>
                  </a:lnTo>
                  <a:lnTo>
                    <a:pt x="6056390" y="473922"/>
                  </a:lnTo>
                  <a:lnTo>
                    <a:pt x="6056535" y="473922"/>
                  </a:lnTo>
                  <a:lnTo>
                    <a:pt x="6056680" y="473922"/>
                  </a:lnTo>
                  <a:lnTo>
                    <a:pt x="6056826" y="473922"/>
                  </a:lnTo>
                  <a:lnTo>
                    <a:pt x="6056971" y="473922"/>
                  </a:lnTo>
                  <a:lnTo>
                    <a:pt x="6057117" y="473922"/>
                  </a:lnTo>
                  <a:lnTo>
                    <a:pt x="6057262" y="473922"/>
                  </a:lnTo>
                  <a:lnTo>
                    <a:pt x="6057408" y="473922"/>
                  </a:lnTo>
                  <a:lnTo>
                    <a:pt x="6057553" y="473922"/>
                  </a:lnTo>
                  <a:lnTo>
                    <a:pt x="6057698" y="473922"/>
                  </a:lnTo>
                  <a:lnTo>
                    <a:pt x="6057844" y="473922"/>
                  </a:lnTo>
                  <a:lnTo>
                    <a:pt x="6057989" y="473922"/>
                  </a:lnTo>
                  <a:lnTo>
                    <a:pt x="6058135" y="473922"/>
                  </a:lnTo>
                  <a:lnTo>
                    <a:pt x="6058280" y="473922"/>
                  </a:lnTo>
                  <a:lnTo>
                    <a:pt x="6058426" y="473922"/>
                  </a:lnTo>
                  <a:lnTo>
                    <a:pt x="6058571" y="473922"/>
                  </a:lnTo>
                  <a:lnTo>
                    <a:pt x="6058716" y="473922"/>
                  </a:lnTo>
                  <a:lnTo>
                    <a:pt x="6058862" y="473922"/>
                  </a:lnTo>
                  <a:lnTo>
                    <a:pt x="6059007" y="473922"/>
                  </a:lnTo>
                  <a:lnTo>
                    <a:pt x="6059153" y="473922"/>
                  </a:lnTo>
                  <a:lnTo>
                    <a:pt x="6059298" y="473922"/>
                  </a:lnTo>
                  <a:lnTo>
                    <a:pt x="6059298" y="473298"/>
                  </a:lnTo>
                  <a:lnTo>
                    <a:pt x="6059298" y="472675"/>
                  </a:lnTo>
                  <a:lnTo>
                    <a:pt x="6059444" y="472675"/>
                  </a:lnTo>
                  <a:lnTo>
                    <a:pt x="6059589" y="472675"/>
                  </a:lnTo>
                  <a:lnTo>
                    <a:pt x="6059734" y="472675"/>
                  </a:lnTo>
                  <a:lnTo>
                    <a:pt x="6059880" y="472675"/>
                  </a:lnTo>
                  <a:lnTo>
                    <a:pt x="6060025" y="472675"/>
                  </a:lnTo>
                  <a:lnTo>
                    <a:pt x="6060171" y="472675"/>
                  </a:lnTo>
                  <a:lnTo>
                    <a:pt x="6060316" y="472675"/>
                  </a:lnTo>
                  <a:lnTo>
                    <a:pt x="6060462" y="472675"/>
                  </a:lnTo>
                  <a:lnTo>
                    <a:pt x="6060607" y="472675"/>
                  </a:lnTo>
                  <a:lnTo>
                    <a:pt x="6060752" y="472675"/>
                  </a:lnTo>
                  <a:lnTo>
                    <a:pt x="6060898" y="472675"/>
                  </a:lnTo>
                  <a:lnTo>
                    <a:pt x="6061043" y="472675"/>
                  </a:lnTo>
                  <a:lnTo>
                    <a:pt x="6061189" y="472675"/>
                  </a:lnTo>
                  <a:lnTo>
                    <a:pt x="6061334" y="472675"/>
                  </a:lnTo>
                  <a:lnTo>
                    <a:pt x="6061480" y="472675"/>
                  </a:lnTo>
                  <a:lnTo>
                    <a:pt x="6061625" y="472675"/>
                  </a:lnTo>
                  <a:lnTo>
                    <a:pt x="6061770" y="472675"/>
                  </a:lnTo>
                  <a:lnTo>
                    <a:pt x="6061916" y="472675"/>
                  </a:lnTo>
                  <a:lnTo>
                    <a:pt x="6061916" y="472051"/>
                  </a:lnTo>
                  <a:lnTo>
                    <a:pt x="6062061" y="472051"/>
                  </a:lnTo>
                  <a:lnTo>
                    <a:pt x="6062207" y="472051"/>
                  </a:lnTo>
                  <a:lnTo>
                    <a:pt x="6062352" y="472051"/>
                  </a:lnTo>
                  <a:lnTo>
                    <a:pt x="6062498" y="472051"/>
                  </a:lnTo>
                  <a:lnTo>
                    <a:pt x="6062643" y="472051"/>
                  </a:lnTo>
                  <a:lnTo>
                    <a:pt x="6062788" y="472051"/>
                  </a:lnTo>
                  <a:lnTo>
                    <a:pt x="6062934" y="472051"/>
                  </a:lnTo>
                  <a:lnTo>
                    <a:pt x="6063079" y="472051"/>
                  </a:lnTo>
                  <a:lnTo>
                    <a:pt x="6063225" y="472051"/>
                  </a:lnTo>
                  <a:lnTo>
                    <a:pt x="6063370" y="472051"/>
                  </a:lnTo>
                  <a:lnTo>
                    <a:pt x="6063515" y="472051"/>
                  </a:lnTo>
                  <a:lnTo>
                    <a:pt x="6063661" y="472051"/>
                  </a:lnTo>
                  <a:lnTo>
                    <a:pt x="6063806" y="472051"/>
                  </a:lnTo>
                  <a:lnTo>
                    <a:pt x="6063952" y="472051"/>
                  </a:lnTo>
                  <a:lnTo>
                    <a:pt x="6064097" y="472051"/>
                  </a:lnTo>
                  <a:lnTo>
                    <a:pt x="6064243" y="472051"/>
                  </a:lnTo>
                  <a:lnTo>
                    <a:pt x="6064243" y="471428"/>
                  </a:lnTo>
                  <a:lnTo>
                    <a:pt x="6064388" y="471428"/>
                  </a:lnTo>
                  <a:lnTo>
                    <a:pt x="6064533" y="471428"/>
                  </a:lnTo>
                  <a:lnTo>
                    <a:pt x="6064679" y="471428"/>
                  </a:lnTo>
                  <a:lnTo>
                    <a:pt x="6064679" y="470804"/>
                  </a:lnTo>
                  <a:lnTo>
                    <a:pt x="6064824" y="470804"/>
                  </a:lnTo>
                  <a:lnTo>
                    <a:pt x="6064824" y="470181"/>
                  </a:lnTo>
                  <a:lnTo>
                    <a:pt x="6064970" y="470181"/>
                  </a:lnTo>
                  <a:lnTo>
                    <a:pt x="6065115" y="470181"/>
                  </a:lnTo>
                  <a:lnTo>
                    <a:pt x="6065261" y="470181"/>
                  </a:lnTo>
                  <a:lnTo>
                    <a:pt x="6065406" y="470181"/>
                  </a:lnTo>
                  <a:lnTo>
                    <a:pt x="6065551" y="470181"/>
                  </a:lnTo>
                  <a:lnTo>
                    <a:pt x="6065697" y="470181"/>
                  </a:lnTo>
                  <a:lnTo>
                    <a:pt x="6065842" y="470181"/>
                  </a:lnTo>
                  <a:lnTo>
                    <a:pt x="6065988" y="470181"/>
                  </a:lnTo>
                  <a:lnTo>
                    <a:pt x="6066133" y="470181"/>
                  </a:lnTo>
                  <a:lnTo>
                    <a:pt x="6066279" y="470181"/>
                  </a:lnTo>
                  <a:lnTo>
                    <a:pt x="6066279" y="469557"/>
                  </a:lnTo>
                  <a:lnTo>
                    <a:pt x="6066424" y="469557"/>
                  </a:lnTo>
                  <a:lnTo>
                    <a:pt x="6066569" y="469557"/>
                  </a:lnTo>
                  <a:lnTo>
                    <a:pt x="6066715" y="469557"/>
                  </a:lnTo>
                  <a:lnTo>
                    <a:pt x="6066860" y="469557"/>
                  </a:lnTo>
                  <a:lnTo>
                    <a:pt x="6067006" y="469557"/>
                  </a:lnTo>
                  <a:lnTo>
                    <a:pt x="6067151" y="469557"/>
                  </a:lnTo>
                  <a:lnTo>
                    <a:pt x="6067297" y="469557"/>
                  </a:lnTo>
                  <a:lnTo>
                    <a:pt x="6067297" y="468933"/>
                  </a:lnTo>
                  <a:lnTo>
                    <a:pt x="6067442" y="468933"/>
                  </a:lnTo>
                  <a:lnTo>
                    <a:pt x="6067587" y="468933"/>
                  </a:lnTo>
                  <a:lnTo>
                    <a:pt x="6067733" y="468933"/>
                  </a:lnTo>
                  <a:lnTo>
                    <a:pt x="6067878" y="468933"/>
                  </a:lnTo>
                  <a:lnTo>
                    <a:pt x="6068024" y="468933"/>
                  </a:lnTo>
                  <a:lnTo>
                    <a:pt x="6068169" y="468933"/>
                  </a:lnTo>
                  <a:lnTo>
                    <a:pt x="6068315" y="468933"/>
                  </a:lnTo>
                  <a:lnTo>
                    <a:pt x="6068460" y="468933"/>
                  </a:lnTo>
                  <a:lnTo>
                    <a:pt x="6068460" y="468310"/>
                  </a:lnTo>
                  <a:lnTo>
                    <a:pt x="6068605" y="468310"/>
                  </a:lnTo>
                  <a:lnTo>
                    <a:pt x="6068751" y="468310"/>
                  </a:lnTo>
                  <a:lnTo>
                    <a:pt x="6068751" y="467686"/>
                  </a:lnTo>
                  <a:lnTo>
                    <a:pt x="6068896" y="467686"/>
                  </a:lnTo>
                  <a:lnTo>
                    <a:pt x="6069042" y="467686"/>
                  </a:lnTo>
                  <a:lnTo>
                    <a:pt x="6069187" y="467686"/>
                  </a:lnTo>
                  <a:lnTo>
                    <a:pt x="6069187" y="467063"/>
                  </a:lnTo>
                  <a:lnTo>
                    <a:pt x="6069333" y="467063"/>
                  </a:lnTo>
                  <a:lnTo>
                    <a:pt x="6069478" y="467063"/>
                  </a:lnTo>
                  <a:lnTo>
                    <a:pt x="6069623" y="467063"/>
                  </a:lnTo>
                  <a:lnTo>
                    <a:pt x="6069769" y="467063"/>
                  </a:lnTo>
                  <a:lnTo>
                    <a:pt x="6069914" y="467063"/>
                  </a:lnTo>
                  <a:lnTo>
                    <a:pt x="6070060" y="467063"/>
                  </a:lnTo>
                  <a:lnTo>
                    <a:pt x="6070205" y="467063"/>
                  </a:lnTo>
                  <a:lnTo>
                    <a:pt x="6070350" y="467063"/>
                  </a:lnTo>
                  <a:lnTo>
                    <a:pt x="6070496" y="467063"/>
                  </a:lnTo>
                  <a:lnTo>
                    <a:pt x="6070641" y="467063"/>
                  </a:lnTo>
                  <a:lnTo>
                    <a:pt x="6070787" y="467063"/>
                  </a:lnTo>
                  <a:lnTo>
                    <a:pt x="6070932" y="467063"/>
                  </a:lnTo>
                  <a:lnTo>
                    <a:pt x="6071078" y="467063"/>
                  </a:lnTo>
                  <a:lnTo>
                    <a:pt x="6071223" y="467063"/>
                  </a:lnTo>
                  <a:lnTo>
                    <a:pt x="6071368" y="467063"/>
                  </a:lnTo>
                  <a:lnTo>
                    <a:pt x="6071514" y="467063"/>
                  </a:lnTo>
                  <a:lnTo>
                    <a:pt x="6071659" y="467063"/>
                  </a:lnTo>
                  <a:lnTo>
                    <a:pt x="6071805" y="467063"/>
                  </a:lnTo>
                  <a:lnTo>
                    <a:pt x="6071950" y="467063"/>
                  </a:lnTo>
                  <a:lnTo>
                    <a:pt x="6072096" y="467063"/>
                  </a:lnTo>
                  <a:lnTo>
                    <a:pt x="6072241" y="467063"/>
                  </a:lnTo>
                  <a:lnTo>
                    <a:pt x="6072386" y="467063"/>
                  </a:lnTo>
                  <a:lnTo>
                    <a:pt x="6072532" y="467063"/>
                  </a:lnTo>
                  <a:lnTo>
                    <a:pt x="6072677" y="467063"/>
                  </a:lnTo>
                  <a:lnTo>
                    <a:pt x="6072823" y="467063"/>
                  </a:lnTo>
                  <a:lnTo>
                    <a:pt x="6072968" y="467063"/>
                  </a:lnTo>
                  <a:lnTo>
                    <a:pt x="6073114" y="467063"/>
                  </a:lnTo>
                  <a:lnTo>
                    <a:pt x="6073259" y="467063"/>
                  </a:lnTo>
                  <a:lnTo>
                    <a:pt x="6073404" y="467063"/>
                  </a:lnTo>
                  <a:lnTo>
                    <a:pt x="6073404" y="466439"/>
                  </a:lnTo>
                  <a:lnTo>
                    <a:pt x="6073404" y="465815"/>
                  </a:lnTo>
                  <a:lnTo>
                    <a:pt x="6073550" y="465815"/>
                  </a:lnTo>
                  <a:lnTo>
                    <a:pt x="6073550" y="465192"/>
                  </a:lnTo>
                  <a:lnTo>
                    <a:pt x="6073550" y="464568"/>
                  </a:lnTo>
                  <a:lnTo>
                    <a:pt x="6073695" y="464568"/>
                  </a:lnTo>
                  <a:lnTo>
                    <a:pt x="6073841" y="464568"/>
                  </a:lnTo>
                  <a:lnTo>
                    <a:pt x="6073986" y="464568"/>
                  </a:lnTo>
                  <a:lnTo>
                    <a:pt x="6074132" y="464568"/>
                  </a:lnTo>
                  <a:lnTo>
                    <a:pt x="6074277" y="464568"/>
                  </a:lnTo>
                  <a:lnTo>
                    <a:pt x="6074422" y="464568"/>
                  </a:lnTo>
                  <a:lnTo>
                    <a:pt x="6074568" y="464568"/>
                  </a:lnTo>
                  <a:lnTo>
                    <a:pt x="6074713" y="464568"/>
                  </a:lnTo>
                  <a:lnTo>
                    <a:pt x="6074859" y="464568"/>
                  </a:lnTo>
                  <a:lnTo>
                    <a:pt x="6075004" y="464568"/>
                  </a:lnTo>
                  <a:lnTo>
                    <a:pt x="6075150" y="464568"/>
                  </a:lnTo>
                  <a:lnTo>
                    <a:pt x="6075295" y="464568"/>
                  </a:lnTo>
                  <a:lnTo>
                    <a:pt x="6075440" y="464568"/>
                  </a:lnTo>
                  <a:lnTo>
                    <a:pt x="6075586" y="464568"/>
                  </a:lnTo>
                  <a:lnTo>
                    <a:pt x="6075731" y="464568"/>
                  </a:lnTo>
                  <a:lnTo>
                    <a:pt x="6075877" y="464568"/>
                  </a:lnTo>
                  <a:lnTo>
                    <a:pt x="6076022" y="464568"/>
                  </a:lnTo>
                  <a:lnTo>
                    <a:pt x="6076168" y="464568"/>
                  </a:lnTo>
                  <a:lnTo>
                    <a:pt x="6076313" y="464568"/>
                  </a:lnTo>
                  <a:lnTo>
                    <a:pt x="6076458" y="464568"/>
                  </a:lnTo>
                  <a:lnTo>
                    <a:pt x="6076604" y="464568"/>
                  </a:lnTo>
                  <a:lnTo>
                    <a:pt x="6076749" y="464568"/>
                  </a:lnTo>
                  <a:lnTo>
                    <a:pt x="6076895" y="464568"/>
                  </a:lnTo>
                  <a:lnTo>
                    <a:pt x="6077040" y="464568"/>
                  </a:lnTo>
                  <a:lnTo>
                    <a:pt x="6077185" y="464568"/>
                  </a:lnTo>
                  <a:lnTo>
                    <a:pt x="6077331" y="464568"/>
                  </a:lnTo>
                  <a:lnTo>
                    <a:pt x="6077476" y="464568"/>
                  </a:lnTo>
                  <a:lnTo>
                    <a:pt x="6077622" y="464568"/>
                  </a:lnTo>
                  <a:lnTo>
                    <a:pt x="6077767" y="464568"/>
                  </a:lnTo>
                  <a:lnTo>
                    <a:pt x="6077913" y="464568"/>
                  </a:lnTo>
                  <a:lnTo>
                    <a:pt x="6077913" y="463945"/>
                  </a:lnTo>
                  <a:lnTo>
                    <a:pt x="6077913" y="463321"/>
                  </a:lnTo>
                  <a:lnTo>
                    <a:pt x="6078058" y="463321"/>
                  </a:lnTo>
                  <a:lnTo>
                    <a:pt x="6078203" y="463321"/>
                  </a:lnTo>
                  <a:lnTo>
                    <a:pt x="6078349" y="463321"/>
                  </a:lnTo>
                  <a:lnTo>
                    <a:pt x="6078494" y="463321"/>
                  </a:lnTo>
                  <a:lnTo>
                    <a:pt x="6078640" y="463321"/>
                  </a:lnTo>
                  <a:lnTo>
                    <a:pt x="6078785" y="463321"/>
                  </a:lnTo>
                  <a:lnTo>
                    <a:pt x="6078931" y="463321"/>
                  </a:lnTo>
                  <a:lnTo>
                    <a:pt x="6079076" y="463321"/>
                  </a:lnTo>
                  <a:lnTo>
                    <a:pt x="6079221" y="463321"/>
                  </a:lnTo>
                  <a:lnTo>
                    <a:pt x="6079367" y="463321"/>
                  </a:lnTo>
                  <a:lnTo>
                    <a:pt x="6079512" y="463321"/>
                  </a:lnTo>
                  <a:lnTo>
                    <a:pt x="6079658" y="463321"/>
                  </a:lnTo>
                  <a:lnTo>
                    <a:pt x="6079803" y="463321"/>
                  </a:lnTo>
                  <a:lnTo>
                    <a:pt x="6079949" y="463321"/>
                  </a:lnTo>
                  <a:lnTo>
                    <a:pt x="6080094" y="463321"/>
                  </a:lnTo>
                  <a:lnTo>
                    <a:pt x="6080239" y="463321"/>
                  </a:lnTo>
                  <a:lnTo>
                    <a:pt x="6080385" y="463321"/>
                  </a:lnTo>
                  <a:lnTo>
                    <a:pt x="6080530" y="463321"/>
                  </a:lnTo>
                  <a:lnTo>
                    <a:pt x="6080676" y="463321"/>
                  </a:lnTo>
                  <a:lnTo>
                    <a:pt x="6080821" y="463321"/>
                  </a:lnTo>
                  <a:lnTo>
                    <a:pt x="6080967" y="463321"/>
                  </a:lnTo>
                  <a:lnTo>
                    <a:pt x="6081112" y="463321"/>
                  </a:lnTo>
                  <a:lnTo>
                    <a:pt x="6081257" y="463321"/>
                  </a:lnTo>
                  <a:lnTo>
                    <a:pt x="6081403" y="463321"/>
                  </a:lnTo>
                  <a:lnTo>
                    <a:pt x="6081548" y="463321"/>
                  </a:lnTo>
                  <a:lnTo>
                    <a:pt x="6081694" y="463321"/>
                  </a:lnTo>
                  <a:lnTo>
                    <a:pt x="6081839" y="463321"/>
                  </a:lnTo>
                  <a:lnTo>
                    <a:pt x="6081985" y="463321"/>
                  </a:lnTo>
                  <a:lnTo>
                    <a:pt x="6082130" y="463321"/>
                  </a:lnTo>
                  <a:lnTo>
                    <a:pt x="6082275" y="463321"/>
                  </a:lnTo>
                  <a:lnTo>
                    <a:pt x="6082421" y="463321"/>
                  </a:lnTo>
                  <a:lnTo>
                    <a:pt x="6082421" y="462698"/>
                  </a:lnTo>
                  <a:lnTo>
                    <a:pt x="6082566" y="462698"/>
                  </a:lnTo>
                  <a:lnTo>
                    <a:pt x="6082712" y="462698"/>
                  </a:lnTo>
                  <a:lnTo>
                    <a:pt x="6082857" y="462698"/>
                  </a:lnTo>
                  <a:lnTo>
                    <a:pt x="6083003" y="462698"/>
                  </a:lnTo>
                  <a:lnTo>
                    <a:pt x="6083148" y="462698"/>
                  </a:lnTo>
                  <a:lnTo>
                    <a:pt x="6083293" y="462698"/>
                  </a:lnTo>
                  <a:lnTo>
                    <a:pt x="6083439" y="462698"/>
                  </a:lnTo>
                  <a:lnTo>
                    <a:pt x="6083584" y="462698"/>
                  </a:lnTo>
                  <a:lnTo>
                    <a:pt x="6083730" y="462698"/>
                  </a:lnTo>
                  <a:lnTo>
                    <a:pt x="6083875" y="462698"/>
                  </a:lnTo>
                  <a:lnTo>
                    <a:pt x="6084020" y="462698"/>
                  </a:lnTo>
                  <a:lnTo>
                    <a:pt x="6084166" y="462698"/>
                  </a:lnTo>
                  <a:lnTo>
                    <a:pt x="6084311" y="462698"/>
                  </a:lnTo>
                  <a:lnTo>
                    <a:pt x="6084457" y="462698"/>
                  </a:lnTo>
                  <a:lnTo>
                    <a:pt x="6084602" y="462698"/>
                  </a:lnTo>
                  <a:lnTo>
                    <a:pt x="6084748" y="462698"/>
                  </a:lnTo>
                  <a:lnTo>
                    <a:pt x="6084893" y="462698"/>
                  </a:lnTo>
                  <a:lnTo>
                    <a:pt x="6085038" y="462698"/>
                  </a:lnTo>
                  <a:lnTo>
                    <a:pt x="6085038" y="462074"/>
                  </a:lnTo>
                  <a:lnTo>
                    <a:pt x="6085184" y="462074"/>
                  </a:lnTo>
                  <a:lnTo>
                    <a:pt x="6085184" y="461450"/>
                  </a:lnTo>
                  <a:lnTo>
                    <a:pt x="6085329" y="461450"/>
                  </a:lnTo>
                  <a:lnTo>
                    <a:pt x="6085475" y="461450"/>
                  </a:lnTo>
                  <a:lnTo>
                    <a:pt x="6085620" y="461450"/>
                  </a:lnTo>
                  <a:lnTo>
                    <a:pt x="6085620" y="460827"/>
                  </a:lnTo>
                  <a:lnTo>
                    <a:pt x="6085766" y="460827"/>
                  </a:lnTo>
                  <a:lnTo>
                    <a:pt x="6085911" y="460827"/>
                  </a:lnTo>
                  <a:lnTo>
                    <a:pt x="6086056" y="460827"/>
                  </a:lnTo>
                  <a:lnTo>
                    <a:pt x="6086202" y="460827"/>
                  </a:lnTo>
                  <a:lnTo>
                    <a:pt x="6086347" y="460827"/>
                  </a:lnTo>
                  <a:lnTo>
                    <a:pt x="6086493" y="460827"/>
                  </a:lnTo>
                  <a:lnTo>
                    <a:pt x="6086638" y="460827"/>
                  </a:lnTo>
                  <a:lnTo>
                    <a:pt x="6086784" y="460827"/>
                  </a:lnTo>
                  <a:lnTo>
                    <a:pt x="6086929" y="460827"/>
                  </a:lnTo>
                  <a:lnTo>
                    <a:pt x="6086929" y="460203"/>
                  </a:lnTo>
                  <a:lnTo>
                    <a:pt x="6087074" y="460203"/>
                  </a:lnTo>
                  <a:lnTo>
                    <a:pt x="6087220" y="460203"/>
                  </a:lnTo>
                  <a:lnTo>
                    <a:pt x="6087365" y="460203"/>
                  </a:lnTo>
                  <a:lnTo>
                    <a:pt x="6087511" y="460203"/>
                  </a:lnTo>
                  <a:lnTo>
                    <a:pt x="6087656" y="460203"/>
                  </a:lnTo>
                  <a:lnTo>
                    <a:pt x="6087802" y="460203"/>
                  </a:lnTo>
                  <a:lnTo>
                    <a:pt x="6087947" y="460203"/>
                  </a:lnTo>
                  <a:lnTo>
                    <a:pt x="6088092" y="460203"/>
                  </a:lnTo>
                  <a:lnTo>
                    <a:pt x="6088238" y="460203"/>
                  </a:lnTo>
                  <a:lnTo>
                    <a:pt x="6088383" y="460203"/>
                  </a:lnTo>
                  <a:lnTo>
                    <a:pt x="6088529" y="460203"/>
                  </a:lnTo>
                  <a:lnTo>
                    <a:pt x="6088674" y="460203"/>
                  </a:lnTo>
                  <a:lnTo>
                    <a:pt x="6088820" y="460203"/>
                  </a:lnTo>
                  <a:lnTo>
                    <a:pt x="6088965" y="460203"/>
                  </a:lnTo>
                  <a:lnTo>
                    <a:pt x="6089110" y="460203"/>
                  </a:lnTo>
                  <a:lnTo>
                    <a:pt x="6089110" y="459580"/>
                  </a:lnTo>
                  <a:lnTo>
                    <a:pt x="6089110" y="458956"/>
                  </a:lnTo>
                  <a:lnTo>
                    <a:pt x="6089256" y="458956"/>
                  </a:lnTo>
                  <a:lnTo>
                    <a:pt x="6089401" y="458956"/>
                  </a:lnTo>
                  <a:lnTo>
                    <a:pt x="6089547" y="458956"/>
                  </a:lnTo>
                  <a:lnTo>
                    <a:pt x="6089692" y="458956"/>
                  </a:lnTo>
                  <a:lnTo>
                    <a:pt x="6089838" y="458956"/>
                  </a:lnTo>
                  <a:lnTo>
                    <a:pt x="6089983" y="458956"/>
                  </a:lnTo>
                  <a:lnTo>
                    <a:pt x="6090128" y="458956"/>
                  </a:lnTo>
                  <a:lnTo>
                    <a:pt x="6090274" y="458956"/>
                  </a:lnTo>
                  <a:lnTo>
                    <a:pt x="6090419" y="458956"/>
                  </a:lnTo>
                  <a:lnTo>
                    <a:pt x="6090565" y="458956"/>
                  </a:lnTo>
                  <a:lnTo>
                    <a:pt x="6090710" y="458956"/>
                  </a:lnTo>
                  <a:lnTo>
                    <a:pt x="6090855" y="458956"/>
                  </a:lnTo>
                  <a:lnTo>
                    <a:pt x="6091001" y="458956"/>
                  </a:lnTo>
                  <a:lnTo>
                    <a:pt x="6091146" y="458956"/>
                  </a:lnTo>
                  <a:lnTo>
                    <a:pt x="6091292" y="458956"/>
                  </a:lnTo>
                  <a:lnTo>
                    <a:pt x="6091437" y="458956"/>
                  </a:lnTo>
                  <a:lnTo>
                    <a:pt x="6091583" y="458956"/>
                  </a:lnTo>
                  <a:lnTo>
                    <a:pt x="6091728" y="458956"/>
                  </a:lnTo>
                  <a:lnTo>
                    <a:pt x="6091873" y="458956"/>
                  </a:lnTo>
                  <a:lnTo>
                    <a:pt x="6092019" y="458956"/>
                  </a:lnTo>
                  <a:lnTo>
                    <a:pt x="6092164" y="458956"/>
                  </a:lnTo>
                  <a:lnTo>
                    <a:pt x="6092310" y="458956"/>
                  </a:lnTo>
                  <a:lnTo>
                    <a:pt x="6092455" y="458956"/>
                  </a:lnTo>
                  <a:lnTo>
                    <a:pt x="6092601" y="458956"/>
                  </a:lnTo>
                  <a:lnTo>
                    <a:pt x="6092746" y="458956"/>
                  </a:lnTo>
                  <a:lnTo>
                    <a:pt x="6092891" y="458956"/>
                  </a:lnTo>
                  <a:lnTo>
                    <a:pt x="6093037" y="458956"/>
                  </a:lnTo>
                  <a:lnTo>
                    <a:pt x="6093182" y="458956"/>
                  </a:lnTo>
                  <a:lnTo>
                    <a:pt x="6093328" y="458956"/>
                  </a:lnTo>
                  <a:lnTo>
                    <a:pt x="6093473" y="458956"/>
                  </a:lnTo>
                  <a:lnTo>
                    <a:pt x="6093619" y="458956"/>
                  </a:lnTo>
                  <a:lnTo>
                    <a:pt x="6093764" y="458956"/>
                  </a:lnTo>
                  <a:lnTo>
                    <a:pt x="6093764" y="458333"/>
                  </a:lnTo>
                  <a:lnTo>
                    <a:pt x="6093909" y="458333"/>
                  </a:lnTo>
                  <a:lnTo>
                    <a:pt x="6094055" y="458333"/>
                  </a:lnTo>
                  <a:lnTo>
                    <a:pt x="6094200" y="458333"/>
                  </a:lnTo>
                  <a:lnTo>
                    <a:pt x="6094346" y="458333"/>
                  </a:lnTo>
                  <a:lnTo>
                    <a:pt x="6094491" y="458333"/>
                  </a:lnTo>
                  <a:lnTo>
                    <a:pt x="6094637" y="458333"/>
                  </a:lnTo>
                  <a:lnTo>
                    <a:pt x="6094782" y="458333"/>
                  </a:lnTo>
                  <a:lnTo>
                    <a:pt x="6094927" y="458333"/>
                  </a:lnTo>
                  <a:lnTo>
                    <a:pt x="6095073" y="458333"/>
                  </a:lnTo>
                  <a:lnTo>
                    <a:pt x="6095218" y="458333"/>
                  </a:lnTo>
                  <a:lnTo>
                    <a:pt x="6095364" y="458333"/>
                  </a:lnTo>
                  <a:lnTo>
                    <a:pt x="6095509" y="458333"/>
                  </a:lnTo>
                  <a:lnTo>
                    <a:pt x="6095509" y="457709"/>
                  </a:lnTo>
                  <a:lnTo>
                    <a:pt x="6095655" y="457709"/>
                  </a:lnTo>
                  <a:lnTo>
                    <a:pt x="6095800" y="457709"/>
                  </a:lnTo>
                  <a:lnTo>
                    <a:pt x="6095945" y="457709"/>
                  </a:lnTo>
                  <a:lnTo>
                    <a:pt x="6096091" y="457709"/>
                  </a:lnTo>
                  <a:lnTo>
                    <a:pt x="6096236" y="457709"/>
                  </a:lnTo>
                  <a:lnTo>
                    <a:pt x="6096382" y="457709"/>
                  </a:lnTo>
                  <a:lnTo>
                    <a:pt x="6096527" y="457709"/>
                  </a:lnTo>
                  <a:lnTo>
                    <a:pt x="6096673" y="457709"/>
                  </a:lnTo>
                  <a:lnTo>
                    <a:pt x="6096818" y="457709"/>
                  </a:lnTo>
                  <a:lnTo>
                    <a:pt x="6096963" y="457709"/>
                  </a:lnTo>
                  <a:lnTo>
                    <a:pt x="6097109" y="457709"/>
                  </a:lnTo>
                  <a:lnTo>
                    <a:pt x="6097254" y="457709"/>
                  </a:lnTo>
                  <a:lnTo>
                    <a:pt x="6097400" y="457709"/>
                  </a:lnTo>
                  <a:lnTo>
                    <a:pt x="6097545" y="457709"/>
                  </a:lnTo>
                  <a:lnTo>
                    <a:pt x="6097690" y="457709"/>
                  </a:lnTo>
                  <a:lnTo>
                    <a:pt x="6097836" y="457709"/>
                  </a:lnTo>
                  <a:lnTo>
                    <a:pt x="6097981" y="457709"/>
                  </a:lnTo>
                  <a:lnTo>
                    <a:pt x="6098127" y="457709"/>
                  </a:lnTo>
                  <a:lnTo>
                    <a:pt x="6098272" y="457709"/>
                  </a:lnTo>
                  <a:lnTo>
                    <a:pt x="6098418" y="457709"/>
                  </a:lnTo>
                  <a:lnTo>
                    <a:pt x="6098563" y="457709"/>
                  </a:lnTo>
                  <a:lnTo>
                    <a:pt x="6098708" y="457709"/>
                  </a:lnTo>
                  <a:lnTo>
                    <a:pt x="6098854" y="457709"/>
                  </a:lnTo>
                  <a:lnTo>
                    <a:pt x="6098999" y="457709"/>
                  </a:lnTo>
                  <a:lnTo>
                    <a:pt x="6099145" y="457709"/>
                  </a:lnTo>
                  <a:lnTo>
                    <a:pt x="6099290" y="457709"/>
                  </a:lnTo>
                  <a:lnTo>
                    <a:pt x="6099436" y="457709"/>
                  </a:lnTo>
                  <a:lnTo>
                    <a:pt x="6099581" y="457709"/>
                  </a:lnTo>
                  <a:lnTo>
                    <a:pt x="6099726" y="457709"/>
                  </a:lnTo>
                  <a:lnTo>
                    <a:pt x="6099872" y="457709"/>
                  </a:lnTo>
                  <a:lnTo>
                    <a:pt x="6100017" y="457709"/>
                  </a:lnTo>
                  <a:lnTo>
                    <a:pt x="6100163" y="457709"/>
                  </a:lnTo>
                  <a:lnTo>
                    <a:pt x="6100308" y="457709"/>
                  </a:lnTo>
                  <a:lnTo>
                    <a:pt x="6100454" y="457709"/>
                  </a:lnTo>
                  <a:lnTo>
                    <a:pt x="6100599" y="457709"/>
                  </a:lnTo>
                  <a:lnTo>
                    <a:pt x="6100744" y="457709"/>
                  </a:lnTo>
                  <a:lnTo>
                    <a:pt x="6100890" y="457709"/>
                  </a:lnTo>
                  <a:lnTo>
                    <a:pt x="6101035" y="457709"/>
                  </a:lnTo>
                  <a:lnTo>
                    <a:pt x="6101181" y="457709"/>
                  </a:lnTo>
                  <a:lnTo>
                    <a:pt x="6101326" y="457709"/>
                  </a:lnTo>
                  <a:lnTo>
                    <a:pt x="6101472" y="457709"/>
                  </a:lnTo>
                  <a:lnTo>
                    <a:pt x="6101617" y="457709"/>
                  </a:lnTo>
                  <a:lnTo>
                    <a:pt x="6101762" y="457709"/>
                  </a:lnTo>
                  <a:lnTo>
                    <a:pt x="6101908" y="457709"/>
                  </a:lnTo>
                  <a:lnTo>
                    <a:pt x="6102053" y="457709"/>
                  </a:lnTo>
                  <a:lnTo>
                    <a:pt x="6102199" y="457709"/>
                  </a:lnTo>
                  <a:lnTo>
                    <a:pt x="6102344" y="457709"/>
                  </a:lnTo>
                  <a:lnTo>
                    <a:pt x="6102490" y="457709"/>
                  </a:lnTo>
                  <a:lnTo>
                    <a:pt x="6102635" y="457709"/>
                  </a:lnTo>
                  <a:lnTo>
                    <a:pt x="6102780" y="457709"/>
                  </a:lnTo>
                  <a:lnTo>
                    <a:pt x="6102926" y="457709"/>
                  </a:lnTo>
                  <a:lnTo>
                    <a:pt x="6103071" y="457709"/>
                  </a:lnTo>
                  <a:lnTo>
                    <a:pt x="6103217" y="457709"/>
                  </a:lnTo>
                  <a:lnTo>
                    <a:pt x="6103362" y="457709"/>
                  </a:lnTo>
                  <a:lnTo>
                    <a:pt x="6103507" y="457709"/>
                  </a:lnTo>
                  <a:lnTo>
                    <a:pt x="6103653" y="457709"/>
                  </a:lnTo>
                  <a:lnTo>
                    <a:pt x="6103798" y="457709"/>
                  </a:lnTo>
                  <a:lnTo>
                    <a:pt x="6103944" y="457709"/>
                  </a:lnTo>
                  <a:lnTo>
                    <a:pt x="6104089" y="457709"/>
                  </a:lnTo>
                  <a:lnTo>
                    <a:pt x="6104235" y="457709"/>
                  </a:lnTo>
                  <a:lnTo>
                    <a:pt x="6104380" y="457709"/>
                  </a:lnTo>
                  <a:lnTo>
                    <a:pt x="6104525" y="457709"/>
                  </a:lnTo>
                  <a:lnTo>
                    <a:pt x="6104671" y="457709"/>
                  </a:lnTo>
                  <a:lnTo>
                    <a:pt x="6104816" y="457709"/>
                  </a:lnTo>
                  <a:lnTo>
                    <a:pt x="6104962" y="457709"/>
                  </a:lnTo>
                  <a:lnTo>
                    <a:pt x="6105107" y="457709"/>
                  </a:lnTo>
                  <a:lnTo>
                    <a:pt x="6105107" y="457085"/>
                  </a:lnTo>
                  <a:lnTo>
                    <a:pt x="6105253" y="457085"/>
                  </a:lnTo>
                  <a:lnTo>
                    <a:pt x="6105398" y="457085"/>
                  </a:lnTo>
                  <a:lnTo>
                    <a:pt x="6105543" y="457085"/>
                  </a:lnTo>
                  <a:lnTo>
                    <a:pt x="6105689" y="457085"/>
                  </a:lnTo>
                  <a:lnTo>
                    <a:pt x="6105834" y="457085"/>
                  </a:lnTo>
                  <a:lnTo>
                    <a:pt x="6105980" y="457085"/>
                  </a:lnTo>
                  <a:lnTo>
                    <a:pt x="6106125" y="457085"/>
                  </a:lnTo>
                  <a:lnTo>
                    <a:pt x="6106271" y="457085"/>
                  </a:lnTo>
                  <a:lnTo>
                    <a:pt x="6106416" y="457085"/>
                  </a:lnTo>
                  <a:lnTo>
                    <a:pt x="6106561" y="457085"/>
                  </a:lnTo>
                  <a:lnTo>
                    <a:pt x="6106707" y="457085"/>
                  </a:lnTo>
                  <a:lnTo>
                    <a:pt x="6106852" y="457085"/>
                  </a:lnTo>
                  <a:lnTo>
                    <a:pt x="6106998" y="457085"/>
                  </a:lnTo>
                  <a:lnTo>
                    <a:pt x="6107143" y="457085"/>
                  </a:lnTo>
                  <a:lnTo>
                    <a:pt x="6107289" y="457085"/>
                  </a:lnTo>
                  <a:lnTo>
                    <a:pt x="6107434" y="457085"/>
                  </a:lnTo>
                  <a:lnTo>
                    <a:pt x="6107579" y="457085"/>
                  </a:lnTo>
                  <a:lnTo>
                    <a:pt x="6107725" y="457085"/>
                  </a:lnTo>
                  <a:lnTo>
                    <a:pt x="6107870" y="457085"/>
                  </a:lnTo>
                  <a:lnTo>
                    <a:pt x="6107870" y="456462"/>
                  </a:lnTo>
                  <a:lnTo>
                    <a:pt x="6107870" y="455838"/>
                  </a:lnTo>
                  <a:lnTo>
                    <a:pt x="6108016" y="455838"/>
                  </a:lnTo>
                  <a:lnTo>
                    <a:pt x="6108161" y="455838"/>
                  </a:lnTo>
                  <a:lnTo>
                    <a:pt x="6108307" y="455838"/>
                  </a:lnTo>
                  <a:lnTo>
                    <a:pt x="6108452" y="455838"/>
                  </a:lnTo>
                  <a:lnTo>
                    <a:pt x="6108597" y="455838"/>
                  </a:lnTo>
                  <a:lnTo>
                    <a:pt x="6108743" y="455838"/>
                  </a:lnTo>
                  <a:lnTo>
                    <a:pt x="6108888" y="455838"/>
                  </a:lnTo>
                  <a:lnTo>
                    <a:pt x="6109034" y="455838"/>
                  </a:lnTo>
                  <a:lnTo>
                    <a:pt x="6109179" y="455838"/>
                  </a:lnTo>
                  <a:lnTo>
                    <a:pt x="6109325" y="455838"/>
                  </a:lnTo>
                  <a:lnTo>
                    <a:pt x="6109470" y="455838"/>
                  </a:lnTo>
                  <a:lnTo>
                    <a:pt x="6109615" y="455838"/>
                  </a:lnTo>
                  <a:lnTo>
                    <a:pt x="6109761" y="455838"/>
                  </a:lnTo>
                  <a:lnTo>
                    <a:pt x="6109906" y="455838"/>
                  </a:lnTo>
                  <a:lnTo>
                    <a:pt x="6110052" y="455838"/>
                  </a:lnTo>
                  <a:lnTo>
                    <a:pt x="6110197" y="455838"/>
                  </a:lnTo>
                  <a:lnTo>
                    <a:pt x="6110342" y="455838"/>
                  </a:lnTo>
                  <a:lnTo>
                    <a:pt x="6110488" y="455838"/>
                  </a:lnTo>
                  <a:lnTo>
                    <a:pt x="6110488" y="455215"/>
                  </a:lnTo>
                  <a:lnTo>
                    <a:pt x="6110633" y="455215"/>
                  </a:lnTo>
                  <a:lnTo>
                    <a:pt x="6110779" y="455215"/>
                  </a:lnTo>
                  <a:lnTo>
                    <a:pt x="6110779" y="454591"/>
                  </a:lnTo>
                  <a:lnTo>
                    <a:pt x="6110924" y="454591"/>
                  </a:lnTo>
                  <a:lnTo>
                    <a:pt x="6111070" y="454591"/>
                  </a:lnTo>
                  <a:lnTo>
                    <a:pt x="6111215" y="454591"/>
                  </a:lnTo>
                  <a:lnTo>
                    <a:pt x="6111215" y="453967"/>
                  </a:lnTo>
                  <a:lnTo>
                    <a:pt x="6111360" y="453967"/>
                  </a:lnTo>
                  <a:lnTo>
                    <a:pt x="6111506" y="453967"/>
                  </a:lnTo>
                  <a:lnTo>
                    <a:pt x="6111651" y="453967"/>
                  </a:lnTo>
                  <a:lnTo>
                    <a:pt x="6111797" y="453967"/>
                  </a:lnTo>
                  <a:lnTo>
                    <a:pt x="6111942" y="453967"/>
                  </a:lnTo>
                  <a:lnTo>
                    <a:pt x="6111942" y="453344"/>
                  </a:lnTo>
                  <a:lnTo>
                    <a:pt x="6112088" y="453344"/>
                  </a:lnTo>
                  <a:lnTo>
                    <a:pt x="6112233" y="453344"/>
                  </a:lnTo>
                  <a:lnTo>
                    <a:pt x="6112378" y="453344"/>
                  </a:lnTo>
                  <a:lnTo>
                    <a:pt x="6112524" y="453344"/>
                  </a:lnTo>
                  <a:lnTo>
                    <a:pt x="6112669" y="453344"/>
                  </a:lnTo>
                  <a:lnTo>
                    <a:pt x="6112815" y="453344"/>
                  </a:lnTo>
                  <a:lnTo>
                    <a:pt x="6112960" y="453344"/>
                  </a:lnTo>
                  <a:lnTo>
                    <a:pt x="6113106" y="453344"/>
                  </a:lnTo>
                  <a:lnTo>
                    <a:pt x="6113251" y="453344"/>
                  </a:lnTo>
                  <a:lnTo>
                    <a:pt x="6113396" y="453344"/>
                  </a:lnTo>
                  <a:lnTo>
                    <a:pt x="6113542" y="453344"/>
                  </a:lnTo>
                  <a:lnTo>
                    <a:pt x="6113687" y="453344"/>
                  </a:lnTo>
                  <a:lnTo>
                    <a:pt x="6113687" y="452720"/>
                  </a:lnTo>
                  <a:lnTo>
                    <a:pt x="6113833" y="452720"/>
                  </a:lnTo>
                  <a:lnTo>
                    <a:pt x="6113978" y="452720"/>
                  </a:lnTo>
                  <a:lnTo>
                    <a:pt x="6114124" y="452720"/>
                  </a:lnTo>
                  <a:lnTo>
                    <a:pt x="6114269" y="452720"/>
                  </a:lnTo>
                  <a:lnTo>
                    <a:pt x="6114414" y="452720"/>
                  </a:lnTo>
                  <a:lnTo>
                    <a:pt x="6114560" y="452720"/>
                  </a:lnTo>
                  <a:lnTo>
                    <a:pt x="6114705" y="452720"/>
                  </a:lnTo>
                  <a:lnTo>
                    <a:pt x="6114851" y="452720"/>
                  </a:lnTo>
                  <a:lnTo>
                    <a:pt x="6114996" y="452720"/>
                  </a:lnTo>
                  <a:lnTo>
                    <a:pt x="6115142" y="452720"/>
                  </a:lnTo>
                  <a:lnTo>
                    <a:pt x="6115287" y="452720"/>
                  </a:lnTo>
                  <a:lnTo>
                    <a:pt x="6115432" y="452720"/>
                  </a:lnTo>
                  <a:lnTo>
                    <a:pt x="6115578" y="452720"/>
                  </a:lnTo>
                  <a:lnTo>
                    <a:pt x="6115723" y="452720"/>
                  </a:lnTo>
                  <a:lnTo>
                    <a:pt x="6115869" y="452720"/>
                  </a:lnTo>
                  <a:lnTo>
                    <a:pt x="6116014" y="452720"/>
                  </a:lnTo>
                  <a:lnTo>
                    <a:pt x="6116160" y="452720"/>
                  </a:lnTo>
                  <a:lnTo>
                    <a:pt x="6116305" y="452720"/>
                  </a:lnTo>
                  <a:lnTo>
                    <a:pt x="6116450" y="452720"/>
                  </a:lnTo>
                  <a:lnTo>
                    <a:pt x="6116596" y="452720"/>
                  </a:lnTo>
                  <a:lnTo>
                    <a:pt x="6116741" y="452720"/>
                  </a:lnTo>
                  <a:lnTo>
                    <a:pt x="6116887" y="452720"/>
                  </a:lnTo>
                  <a:lnTo>
                    <a:pt x="6117032" y="452720"/>
                  </a:lnTo>
                  <a:lnTo>
                    <a:pt x="6117177" y="452720"/>
                  </a:lnTo>
                  <a:lnTo>
                    <a:pt x="6117323" y="452720"/>
                  </a:lnTo>
                  <a:lnTo>
                    <a:pt x="6117323" y="452097"/>
                  </a:lnTo>
                  <a:lnTo>
                    <a:pt x="6117468" y="452097"/>
                  </a:lnTo>
                  <a:lnTo>
                    <a:pt x="6117614" y="452097"/>
                  </a:lnTo>
                  <a:lnTo>
                    <a:pt x="6117614" y="451473"/>
                  </a:lnTo>
                  <a:lnTo>
                    <a:pt x="6117759" y="451473"/>
                  </a:lnTo>
                  <a:lnTo>
                    <a:pt x="6117905" y="451473"/>
                  </a:lnTo>
                  <a:lnTo>
                    <a:pt x="6118050" y="451473"/>
                  </a:lnTo>
                  <a:lnTo>
                    <a:pt x="6118050" y="450850"/>
                  </a:lnTo>
                  <a:lnTo>
                    <a:pt x="6118195" y="450850"/>
                  </a:lnTo>
                  <a:lnTo>
                    <a:pt x="6118341" y="450850"/>
                  </a:lnTo>
                  <a:lnTo>
                    <a:pt x="6118486" y="450850"/>
                  </a:lnTo>
                  <a:lnTo>
                    <a:pt x="6118486" y="450226"/>
                  </a:lnTo>
                  <a:lnTo>
                    <a:pt x="6118632" y="450226"/>
                  </a:lnTo>
                  <a:lnTo>
                    <a:pt x="6118777" y="450226"/>
                  </a:lnTo>
                  <a:lnTo>
                    <a:pt x="6118923" y="450226"/>
                  </a:lnTo>
                  <a:lnTo>
                    <a:pt x="6119068" y="450226"/>
                  </a:lnTo>
                  <a:lnTo>
                    <a:pt x="6119213" y="450226"/>
                  </a:lnTo>
                  <a:lnTo>
                    <a:pt x="6119359" y="450226"/>
                  </a:lnTo>
                  <a:lnTo>
                    <a:pt x="6119504" y="450226"/>
                  </a:lnTo>
                  <a:lnTo>
                    <a:pt x="6119650" y="450226"/>
                  </a:lnTo>
                  <a:lnTo>
                    <a:pt x="6119795" y="450226"/>
                  </a:lnTo>
                  <a:lnTo>
                    <a:pt x="6119941" y="450226"/>
                  </a:lnTo>
                  <a:lnTo>
                    <a:pt x="6120086" y="450226"/>
                  </a:lnTo>
                  <a:lnTo>
                    <a:pt x="6120231" y="450226"/>
                  </a:lnTo>
                  <a:lnTo>
                    <a:pt x="6120231" y="449602"/>
                  </a:lnTo>
                  <a:lnTo>
                    <a:pt x="6120377" y="449602"/>
                  </a:lnTo>
                  <a:lnTo>
                    <a:pt x="6120522" y="449602"/>
                  </a:lnTo>
                  <a:lnTo>
                    <a:pt x="6120668" y="449602"/>
                  </a:lnTo>
                  <a:lnTo>
                    <a:pt x="6120813" y="449602"/>
                  </a:lnTo>
                  <a:lnTo>
                    <a:pt x="6120959" y="449602"/>
                  </a:lnTo>
                  <a:lnTo>
                    <a:pt x="6121104" y="449602"/>
                  </a:lnTo>
                  <a:lnTo>
                    <a:pt x="6121104" y="448979"/>
                  </a:lnTo>
                  <a:lnTo>
                    <a:pt x="6121249" y="448979"/>
                  </a:lnTo>
                  <a:lnTo>
                    <a:pt x="6121395" y="448979"/>
                  </a:lnTo>
                  <a:lnTo>
                    <a:pt x="6121540" y="448979"/>
                  </a:lnTo>
                  <a:lnTo>
                    <a:pt x="6121686" y="448979"/>
                  </a:lnTo>
                  <a:lnTo>
                    <a:pt x="6121831" y="448979"/>
                  </a:lnTo>
                  <a:lnTo>
                    <a:pt x="6121977" y="448979"/>
                  </a:lnTo>
                  <a:lnTo>
                    <a:pt x="6121977" y="448355"/>
                  </a:lnTo>
                  <a:lnTo>
                    <a:pt x="6122122" y="448355"/>
                  </a:lnTo>
                  <a:lnTo>
                    <a:pt x="6122122" y="447732"/>
                  </a:lnTo>
                  <a:lnTo>
                    <a:pt x="6122267" y="447732"/>
                  </a:lnTo>
                  <a:lnTo>
                    <a:pt x="6122413" y="447732"/>
                  </a:lnTo>
                  <a:lnTo>
                    <a:pt x="6122558" y="447732"/>
                  </a:lnTo>
                  <a:lnTo>
                    <a:pt x="6122704" y="447732"/>
                  </a:lnTo>
                  <a:lnTo>
                    <a:pt x="6122849" y="447732"/>
                  </a:lnTo>
                  <a:lnTo>
                    <a:pt x="6122995" y="447732"/>
                  </a:lnTo>
                  <a:lnTo>
                    <a:pt x="6123140" y="447732"/>
                  </a:lnTo>
                  <a:lnTo>
                    <a:pt x="6123285" y="447732"/>
                  </a:lnTo>
                  <a:lnTo>
                    <a:pt x="6123431" y="447732"/>
                  </a:lnTo>
                  <a:lnTo>
                    <a:pt x="6123576" y="447732"/>
                  </a:lnTo>
                  <a:lnTo>
                    <a:pt x="6123722" y="447732"/>
                  </a:lnTo>
                  <a:lnTo>
                    <a:pt x="6123722" y="447108"/>
                  </a:lnTo>
                  <a:lnTo>
                    <a:pt x="6123722" y="446484"/>
                  </a:lnTo>
                  <a:lnTo>
                    <a:pt x="6123867" y="446484"/>
                  </a:lnTo>
                  <a:lnTo>
                    <a:pt x="6124012" y="446484"/>
                  </a:lnTo>
                  <a:lnTo>
                    <a:pt x="6124158" y="446484"/>
                  </a:lnTo>
                  <a:lnTo>
                    <a:pt x="6124303" y="446484"/>
                  </a:lnTo>
                  <a:lnTo>
                    <a:pt x="6124449" y="446484"/>
                  </a:lnTo>
                  <a:lnTo>
                    <a:pt x="6124594" y="446484"/>
                  </a:lnTo>
                  <a:lnTo>
                    <a:pt x="6124740" y="446484"/>
                  </a:lnTo>
                  <a:lnTo>
                    <a:pt x="6124885" y="446484"/>
                  </a:lnTo>
                  <a:lnTo>
                    <a:pt x="6125030" y="446484"/>
                  </a:lnTo>
                  <a:lnTo>
                    <a:pt x="6125176" y="446484"/>
                  </a:lnTo>
                  <a:lnTo>
                    <a:pt x="6125321" y="446484"/>
                  </a:lnTo>
                  <a:lnTo>
                    <a:pt x="6125467" y="446484"/>
                  </a:lnTo>
                  <a:lnTo>
                    <a:pt x="6125612" y="446484"/>
                  </a:lnTo>
                  <a:lnTo>
                    <a:pt x="6125758" y="446484"/>
                  </a:lnTo>
                  <a:lnTo>
                    <a:pt x="6125758" y="445861"/>
                  </a:lnTo>
                  <a:lnTo>
                    <a:pt x="6125903" y="445861"/>
                  </a:lnTo>
                  <a:lnTo>
                    <a:pt x="6126048" y="445861"/>
                  </a:lnTo>
                  <a:lnTo>
                    <a:pt x="6126194" y="445861"/>
                  </a:lnTo>
                  <a:lnTo>
                    <a:pt x="6126339" y="445861"/>
                  </a:lnTo>
                  <a:lnTo>
                    <a:pt x="6126485" y="445861"/>
                  </a:lnTo>
                  <a:lnTo>
                    <a:pt x="6126630" y="445861"/>
                  </a:lnTo>
                  <a:lnTo>
                    <a:pt x="6126776" y="445861"/>
                  </a:lnTo>
                  <a:lnTo>
                    <a:pt x="6126921" y="445861"/>
                  </a:lnTo>
                  <a:lnTo>
                    <a:pt x="6126921" y="445237"/>
                  </a:lnTo>
                  <a:lnTo>
                    <a:pt x="6126921" y="444614"/>
                  </a:lnTo>
                  <a:lnTo>
                    <a:pt x="6126921" y="443990"/>
                  </a:lnTo>
                  <a:lnTo>
                    <a:pt x="6127066" y="443990"/>
                  </a:lnTo>
                  <a:lnTo>
                    <a:pt x="6127212" y="443990"/>
                  </a:lnTo>
                  <a:lnTo>
                    <a:pt x="6127357" y="443990"/>
                  </a:lnTo>
                  <a:lnTo>
                    <a:pt x="6127503" y="443990"/>
                  </a:lnTo>
                  <a:lnTo>
                    <a:pt x="6127648" y="443990"/>
                  </a:lnTo>
                  <a:lnTo>
                    <a:pt x="6127648" y="443367"/>
                  </a:lnTo>
                  <a:lnTo>
                    <a:pt x="6127794" y="443367"/>
                  </a:lnTo>
                  <a:lnTo>
                    <a:pt x="6127939" y="443367"/>
                  </a:lnTo>
                  <a:lnTo>
                    <a:pt x="6128084" y="443367"/>
                  </a:lnTo>
                  <a:lnTo>
                    <a:pt x="6128230" y="443367"/>
                  </a:lnTo>
                  <a:lnTo>
                    <a:pt x="6128375" y="443367"/>
                  </a:lnTo>
                  <a:lnTo>
                    <a:pt x="6128521" y="443367"/>
                  </a:lnTo>
                  <a:lnTo>
                    <a:pt x="6128521" y="442743"/>
                  </a:lnTo>
                  <a:lnTo>
                    <a:pt x="6128666" y="442743"/>
                  </a:lnTo>
                  <a:lnTo>
                    <a:pt x="6128812" y="442743"/>
                  </a:lnTo>
                  <a:lnTo>
                    <a:pt x="6128957" y="442743"/>
                  </a:lnTo>
                  <a:lnTo>
                    <a:pt x="6129102" y="442743"/>
                  </a:lnTo>
                  <a:lnTo>
                    <a:pt x="6129248" y="442743"/>
                  </a:lnTo>
                  <a:lnTo>
                    <a:pt x="6129393" y="442743"/>
                  </a:lnTo>
                  <a:lnTo>
                    <a:pt x="6129539" y="442743"/>
                  </a:lnTo>
                  <a:lnTo>
                    <a:pt x="6129684" y="442743"/>
                  </a:lnTo>
                  <a:lnTo>
                    <a:pt x="6129830" y="442743"/>
                  </a:lnTo>
                  <a:lnTo>
                    <a:pt x="6129975" y="442743"/>
                  </a:lnTo>
                  <a:lnTo>
                    <a:pt x="6130120" y="442743"/>
                  </a:lnTo>
                  <a:lnTo>
                    <a:pt x="6130266" y="442743"/>
                  </a:lnTo>
                  <a:lnTo>
                    <a:pt x="6130411" y="442743"/>
                  </a:lnTo>
                  <a:lnTo>
                    <a:pt x="6130557" y="442743"/>
                  </a:lnTo>
                  <a:lnTo>
                    <a:pt x="6130702" y="442743"/>
                  </a:lnTo>
                  <a:lnTo>
                    <a:pt x="6130847" y="442743"/>
                  </a:lnTo>
                  <a:lnTo>
                    <a:pt x="6130847" y="442119"/>
                  </a:lnTo>
                  <a:lnTo>
                    <a:pt x="6130993" y="442119"/>
                  </a:lnTo>
                  <a:lnTo>
                    <a:pt x="6131138" y="442119"/>
                  </a:lnTo>
                  <a:lnTo>
                    <a:pt x="6131284" y="442119"/>
                  </a:lnTo>
                  <a:lnTo>
                    <a:pt x="6131284" y="441496"/>
                  </a:lnTo>
                  <a:lnTo>
                    <a:pt x="6131429" y="441496"/>
                  </a:lnTo>
                  <a:lnTo>
                    <a:pt x="6131575" y="441496"/>
                  </a:lnTo>
                  <a:lnTo>
                    <a:pt x="6131720" y="441496"/>
                  </a:lnTo>
                  <a:lnTo>
                    <a:pt x="6131865" y="441496"/>
                  </a:lnTo>
                  <a:lnTo>
                    <a:pt x="6132011" y="441496"/>
                  </a:lnTo>
                  <a:lnTo>
                    <a:pt x="6132156" y="441496"/>
                  </a:lnTo>
                  <a:lnTo>
                    <a:pt x="6132302" y="441496"/>
                  </a:lnTo>
                  <a:lnTo>
                    <a:pt x="6132447" y="441496"/>
                  </a:lnTo>
                  <a:lnTo>
                    <a:pt x="6132593" y="441496"/>
                  </a:lnTo>
                  <a:lnTo>
                    <a:pt x="6132738" y="441496"/>
                  </a:lnTo>
                  <a:lnTo>
                    <a:pt x="6132883" y="441496"/>
                  </a:lnTo>
                  <a:lnTo>
                    <a:pt x="6133029" y="441496"/>
                  </a:lnTo>
                  <a:lnTo>
                    <a:pt x="6133174" y="441496"/>
                  </a:lnTo>
                  <a:lnTo>
                    <a:pt x="6133320" y="441496"/>
                  </a:lnTo>
                  <a:lnTo>
                    <a:pt x="6133465" y="441496"/>
                  </a:lnTo>
                  <a:lnTo>
                    <a:pt x="6133611" y="441496"/>
                  </a:lnTo>
                  <a:lnTo>
                    <a:pt x="6133756" y="441496"/>
                  </a:lnTo>
                  <a:lnTo>
                    <a:pt x="6133901" y="441496"/>
                  </a:lnTo>
                  <a:lnTo>
                    <a:pt x="6134047" y="441496"/>
                  </a:lnTo>
                  <a:lnTo>
                    <a:pt x="6134192" y="441496"/>
                  </a:lnTo>
                  <a:lnTo>
                    <a:pt x="6134338" y="441496"/>
                  </a:lnTo>
                  <a:lnTo>
                    <a:pt x="6134483" y="441496"/>
                  </a:lnTo>
                  <a:lnTo>
                    <a:pt x="6134483" y="440872"/>
                  </a:lnTo>
                  <a:lnTo>
                    <a:pt x="6134629" y="440872"/>
                  </a:lnTo>
                  <a:lnTo>
                    <a:pt x="6134774" y="440872"/>
                  </a:lnTo>
                  <a:lnTo>
                    <a:pt x="6134919" y="440872"/>
                  </a:lnTo>
                  <a:lnTo>
                    <a:pt x="6135065" y="440872"/>
                  </a:lnTo>
                  <a:lnTo>
                    <a:pt x="6135210" y="440872"/>
                  </a:lnTo>
                  <a:lnTo>
                    <a:pt x="6135356" y="440872"/>
                  </a:lnTo>
                  <a:lnTo>
                    <a:pt x="6135501" y="440872"/>
                  </a:lnTo>
                  <a:lnTo>
                    <a:pt x="6135647" y="440872"/>
                  </a:lnTo>
                  <a:lnTo>
                    <a:pt x="6135647" y="440249"/>
                  </a:lnTo>
                  <a:lnTo>
                    <a:pt x="6135792" y="440249"/>
                  </a:lnTo>
                  <a:lnTo>
                    <a:pt x="6135937" y="440249"/>
                  </a:lnTo>
                  <a:lnTo>
                    <a:pt x="6136083" y="440249"/>
                  </a:lnTo>
                  <a:lnTo>
                    <a:pt x="6136228" y="440249"/>
                  </a:lnTo>
                  <a:lnTo>
                    <a:pt x="6136228" y="439625"/>
                  </a:lnTo>
                  <a:lnTo>
                    <a:pt x="6136374" y="439625"/>
                  </a:lnTo>
                  <a:lnTo>
                    <a:pt x="6136519" y="439625"/>
                  </a:lnTo>
                  <a:lnTo>
                    <a:pt x="6136665" y="439625"/>
                  </a:lnTo>
                  <a:lnTo>
                    <a:pt x="6136810" y="439625"/>
                  </a:lnTo>
                  <a:lnTo>
                    <a:pt x="6136955" y="439625"/>
                  </a:lnTo>
                  <a:lnTo>
                    <a:pt x="6137101" y="439625"/>
                  </a:lnTo>
                  <a:lnTo>
                    <a:pt x="6137246" y="439625"/>
                  </a:lnTo>
                  <a:lnTo>
                    <a:pt x="6137392" y="439625"/>
                  </a:lnTo>
                  <a:lnTo>
                    <a:pt x="6137537" y="439625"/>
                  </a:lnTo>
                  <a:lnTo>
                    <a:pt x="6137682" y="439625"/>
                  </a:lnTo>
                  <a:lnTo>
                    <a:pt x="6137828" y="439625"/>
                  </a:lnTo>
                  <a:lnTo>
                    <a:pt x="6137973" y="439625"/>
                  </a:lnTo>
                  <a:lnTo>
                    <a:pt x="6138119" y="439625"/>
                  </a:lnTo>
                  <a:lnTo>
                    <a:pt x="6138264" y="439625"/>
                  </a:lnTo>
                  <a:lnTo>
                    <a:pt x="6138410" y="439625"/>
                  </a:lnTo>
                  <a:lnTo>
                    <a:pt x="6138555" y="439625"/>
                  </a:lnTo>
                  <a:lnTo>
                    <a:pt x="6138700" y="439625"/>
                  </a:lnTo>
                  <a:lnTo>
                    <a:pt x="6138846" y="439625"/>
                  </a:lnTo>
                  <a:lnTo>
                    <a:pt x="6138991" y="439625"/>
                  </a:lnTo>
                  <a:lnTo>
                    <a:pt x="6139137" y="439625"/>
                  </a:lnTo>
                  <a:lnTo>
                    <a:pt x="6139282" y="439625"/>
                  </a:lnTo>
                  <a:lnTo>
                    <a:pt x="6139428" y="439625"/>
                  </a:lnTo>
                  <a:lnTo>
                    <a:pt x="6139573" y="439625"/>
                  </a:lnTo>
                  <a:lnTo>
                    <a:pt x="6139718" y="439625"/>
                  </a:lnTo>
                  <a:lnTo>
                    <a:pt x="6139864" y="439625"/>
                  </a:lnTo>
                  <a:lnTo>
                    <a:pt x="6140009" y="439625"/>
                  </a:lnTo>
                  <a:lnTo>
                    <a:pt x="6140155" y="439625"/>
                  </a:lnTo>
                  <a:lnTo>
                    <a:pt x="6140300" y="439625"/>
                  </a:lnTo>
                  <a:lnTo>
                    <a:pt x="6140446" y="439625"/>
                  </a:lnTo>
                  <a:lnTo>
                    <a:pt x="6140591" y="439625"/>
                  </a:lnTo>
                  <a:lnTo>
                    <a:pt x="6140736" y="439625"/>
                  </a:lnTo>
                  <a:lnTo>
                    <a:pt x="6140736" y="439001"/>
                  </a:lnTo>
                  <a:lnTo>
                    <a:pt x="6140882" y="439001"/>
                  </a:lnTo>
                  <a:lnTo>
                    <a:pt x="6141027" y="439001"/>
                  </a:lnTo>
                  <a:lnTo>
                    <a:pt x="6141173" y="439001"/>
                  </a:lnTo>
                  <a:lnTo>
                    <a:pt x="6141318" y="439001"/>
                  </a:lnTo>
                  <a:lnTo>
                    <a:pt x="6141464" y="439001"/>
                  </a:lnTo>
                  <a:lnTo>
                    <a:pt x="6141609" y="439001"/>
                  </a:lnTo>
                  <a:lnTo>
                    <a:pt x="6141754" y="439001"/>
                  </a:lnTo>
                  <a:lnTo>
                    <a:pt x="6141900" y="439001"/>
                  </a:lnTo>
                  <a:lnTo>
                    <a:pt x="6142045" y="439001"/>
                  </a:lnTo>
                  <a:lnTo>
                    <a:pt x="6142191" y="439001"/>
                  </a:lnTo>
                  <a:lnTo>
                    <a:pt x="6142336" y="439001"/>
                  </a:lnTo>
                  <a:lnTo>
                    <a:pt x="6142482" y="439001"/>
                  </a:lnTo>
                  <a:lnTo>
                    <a:pt x="6142627" y="439001"/>
                  </a:lnTo>
                  <a:lnTo>
                    <a:pt x="6142772" y="439001"/>
                  </a:lnTo>
                  <a:lnTo>
                    <a:pt x="6142918" y="439001"/>
                  </a:lnTo>
                  <a:lnTo>
                    <a:pt x="6143063" y="439001"/>
                  </a:lnTo>
                  <a:lnTo>
                    <a:pt x="6143063" y="438378"/>
                  </a:lnTo>
                  <a:lnTo>
                    <a:pt x="6143209" y="438378"/>
                  </a:lnTo>
                  <a:lnTo>
                    <a:pt x="6143354" y="438378"/>
                  </a:lnTo>
                  <a:lnTo>
                    <a:pt x="6143500" y="438378"/>
                  </a:lnTo>
                  <a:lnTo>
                    <a:pt x="6143645" y="438378"/>
                  </a:lnTo>
                  <a:lnTo>
                    <a:pt x="6143645" y="437754"/>
                  </a:lnTo>
                  <a:lnTo>
                    <a:pt x="6143790" y="437754"/>
                  </a:lnTo>
                  <a:lnTo>
                    <a:pt x="6143936" y="437754"/>
                  </a:lnTo>
                  <a:lnTo>
                    <a:pt x="6144081" y="437754"/>
                  </a:lnTo>
                  <a:lnTo>
                    <a:pt x="6144227" y="437754"/>
                  </a:lnTo>
                  <a:lnTo>
                    <a:pt x="6144372" y="437754"/>
                  </a:lnTo>
                  <a:lnTo>
                    <a:pt x="6144517" y="437754"/>
                  </a:lnTo>
                  <a:lnTo>
                    <a:pt x="6144663" y="437754"/>
                  </a:lnTo>
                  <a:lnTo>
                    <a:pt x="6144808" y="437754"/>
                  </a:lnTo>
                  <a:lnTo>
                    <a:pt x="6144954" y="437754"/>
                  </a:lnTo>
                  <a:lnTo>
                    <a:pt x="6145099" y="437754"/>
                  </a:lnTo>
                  <a:lnTo>
                    <a:pt x="6145245" y="437754"/>
                  </a:lnTo>
                  <a:lnTo>
                    <a:pt x="6145390" y="437754"/>
                  </a:lnTo>
                  <a:lnTo>
                    <a:pt x="6145535" y="437754"/>
                  </a:lnTo>
                  <a:lnTo>
                    <a:pt x="6145681" y="437754"/>
                  </a:lnTo>
                  <a:lnTo>
                    <a:pt x="6145826" y="437754"/>
                  </a:lnTo>
                  <a:lnTo>
                    <a:pt x="6145972" y="437754"/>
                  </a:lnTo>
                  <a:lnTo>
                    <a:pt x="6146117" y="437754"/>
                  </a:lnTo>
                  <a:lnTo>
                    <a:pt x="6146263" y="437754"/>
                  </a:lnTo>
                  <a:lnTo>
                    <a:pt x="6146408" y="437754"/>
                  </a:lnTo>
                  <a:lnTo>
                    <a:pt x="6146553" y="437754"/>
                  </a:lnTo>
                  <a:lnTo>
                    <a:pt x="6146699" y="437754"/>
                  </a:lnTo>
                  <a:lnTo>
                    <a:pt x="6146844" y="437754"/>
                  </a:lnTo>
                  <a:lnTo>
                    <a:pt x="6146990" y="437754"/>
                  </a:lnTo>
                  <a:lnTo>
                    <a:pt x="6147135" y="437754"/>
                  </a:lnTo>
                  <a:lnTo>
                    <a:pt x="6147281" y="437754"/>
                  </a:lnTo>
                  <a:lnTo>
                    <a:pt x="6147426" y="437754"/>
                  </a:lnTo>
                  <a:lnTo>
                    <a:pt x="6147571" y="437754"/>
                  </a:lnTo>
                  <a:lnTo>
                    <a:pt x="6147717" y="437754"/>
                  </a:lnTo>
                  <a:lnTo>
                    <a:pt x="6147717" y="437131"/>
                  </a:lnTo>
                  <a:lnTo>
                    <a:pt x="6147862" y="437131"/>
                  </a:lnTo>
                  <a:lnTo>
                    <a:pt x="6147862" y="436507"/>
                  </a:lnTo>
                  <a:lnTo>
                    <a:pt x="6147862" y="435884"/>
                  </a:lnTo>
                  <a:lnTo>
                    <a:pt x="6148008" y="435884"/>
                  </a:lnTo>
                  <a:lnTo>
                    <a:pt x="6148153" y="435884"/>
                  </a:lnTo>
                  <a:lnTo>
                    <a:pt x="6148299" y="435884"/>
                  </a:lnTo>
                  <a:lnTo>
                    <a:pt x="6148444" y="435884"/>
                  </a:lnTo>
                  <a:lnTo>
                    <a:pt x="6148589" y="435884"/>
                  </a:lnTo>
                  <a:lnTo>
                    <a:pt x="6148735" y="435884"/>
                  </a:lnTo>
                  <a:lnTo>
                    <a:pt x="6148880" y="435884"/>
                  </a:lnTo>
                  <a:lnTo>
                    <a:pt x="6149026" y="435884"/>
                  </a:lnTo>
                  <a:lnTo>
                    <a:pt x="6149171" y="435884"/>
                  </a:lnTo>
                  <a:lnTo>
                    <a:pt x="6149317" y="435884"/>
                  </a:lnTo>
                  <a:lnTo>
                    <a:pt x="6149462" y="435884"/>
                  </a:lnTo>
                  <a:lnTo>
                    <a:pt x="6149607" y="435884"/>
                  </a:lnTo>
                  <a:lnTo>
                    <a:pt x="6149753" y="435884"/>
                  </a:lnTo>
                  <a:lnTo>
                    <a:pt x="6149898" y="435884"/>
                  </a:lnTo>
                  <a:lnTo>
                    <a:pt x="6150044" y="435884"/>
                  </a:lnTo>
                  <a:lnTo>
                    <a:pt x="6150189" y="435884"/>
                  </a:lnTo>
                  <a:lnTo>
                    <a:pt x="6150335" y="435884"/>
                  </a:lnTo>
                  <a:lnTo>
                    <a:pt x="6150480" y="435884"/>
                  </a:lnTo>
                  <a:lnTo>
                    <a:pt x="6150625" y="435884"/>
                  </a:lnTo>
                  <a:lnTo>
                    <a:pt x="6150771" y="435884"/>
                  </a:lnTo>
                  <a:lnTo>
                    <a:pt x="6150916" y="435884"/>
                  </a:lnTo>
                  <a:lnTo>
                    <a:pt x="6151062" y="435884"/>
                  </a:lnTo>
                  <a:lnTo>
                    <a:pt x="6151062" y="435260"/>
                  </a:lnTo>
                  <a:lnTo>
                    <a:pt x="6151207" y="435260"/>
                  </a:lnTo>
                  <a:lnTo>
                    <a:pt x="6151352" y="435260"/>
                  </a:lnTo>
                  <a:lnTo>
                    <a:pt x="6151498" y="435260"/>
                  </a:lnTo>
                  <a:lnTo>
                    <a:pt x="6151643" y="435260"/>
                  </a:lnTo>
                  <a:lnTo>
                    <a:pt x="6151789" y="435260"/>
                  </a:lnTo>
                  <a:lnTo>
                    <a:pt x="6151934" y="435260"/>
                  </a:lnTo>
                  <a:lnTo>
                    <a:pt x="6152080" y="435260"/>
                  </a:lnTo>
                  <a:lnTo>
                    <a:pt x="6152225" y="435260"/>
                  </a:lnTo>
                  <a:lnTo>
                    <a:pt x="6152370" y="435260"/>
                  </a:lnTo>
                  <a:lnTo>
                    <a:pt x="6152516" y="435260"/>
                  </a:lnTo>
                  <a:lnTo>
                    <a:pt x="6152661" y="435260"/>
                  </a:lnTo>
                  <a:lnTo>
                    <a:pt x="6152807" y="435260"/>
                  </a:lnTo>
                  <a:lnTo>
                    <a:pt x="6152952" y="435260"/>
                  </a:lnTo>
                  <a:lnTo>
                    <a:pt x="6153098" y="435260"/>
                  </a:lnTo>
                  <a:lnTo>
                    <a:pt x="6153243" y="435260"/>
                  </a:lnTo>
                  <a:lnTo>
                    <a:pt x="6153388" y="435260"/>
                  </a:lnTo>
                  <a:lnTo>
                    <a:pt x="6153534" y="435260"/>
                  </a:lnTo>
                  <a:lnTo>
                    <a:pt x="6153679" y="435260"/>
                  </a:lnTo>
                  <a:lnTo>
                    <a:pt x="6153679" y="434636"/>
                  </a:lnTo>
                  <a:lnTo>
                    <a:pt x="6153825" y="434636"/>
                  </a:lnTo>
                  <a:lnTo>
                    <a:pt x="6153970" y="434636"/>
                  </a:lnTo>
                  <a:lnTo>
                    <a:pt x="6154116" y="434636"/>
                  </a:lnTo>
                  <a:lnTo>
                    <a:pt x="6154261" y="434636"/>
                  </a:lnTo>
                  <a:lnTo>
                    <a:pt x="6154406" y="434636"/>
                  </a:lnTo>
                  <a:lnTo>
                    <a:pt x="6154552" y="434636"/>
                  </a:lnTo>
                  <a:lnTo>
                    <a:pt x="6154697" y="434636"/>
                  </a:lnTo>
                  <a:lnTo>
                    <a:pt x="6154843" y="434636"/>
                  </a:lnTo>
                  <a:lnTo>
                    <a:pt x="6154988" y="434636"/>
                  </a:lnTo>
                  <a:lnTo>
                    <a:pt x="6155134" y="434636"/>
                  </a:lnTo>
                  <a:lnTo>
                    <a:pt x="6155279" y="434636"/>
                  </a:lnTo>
                  <a:lnTo>
                    <a:pt x="6155424" y="434636"/>
                  </a:lnTo>
                  <a:lnTo>
                    <a:pt x="6155570" y="434636"/>
                  </a:lnTo>
                  <a:lnTo>
                    <a:pt x="6155715" y="434636"/>
                  </a:lnTo>
                  <a:lnTo>
                    <a:pt x="6155861" y="434636"/>
                  </a:lnTo>
                  <a:lnTo>
                    <a:pt x="6156006" y="434636"/>
                  </a:lnTo>
                  <a:lnTo>
                    <a:pt x="6156152" y="434636"/>
                  </a:lnTo>
                  <a:lnTo>
                    <a:pt x="6156297" y="434636"/>
                  </a:lnTo>
                  <a:lnTo>
                    <a:pt x="6156442" y="434636"/>
                  </a:lnTo>
                  <a:lnTo>
                    <a:pt x="6156588" y="434636"/>
                  </a:lnTo>
                  <a:lnTo>
                    <a:pt x="6156733" y="434636"/>
                  </a:lnTo>
                  <a:lnTo>
                    <a:pt x="6156879" y="434636"/>
                  </a:lnTo>
                  <a:lnTo>
                    <a:pt x="6157024" y="434636"/>
                  </a:lnTo>
                  <a:lnTo>
                    <a:pt x="6157170" y="434636"/>
                  </a:lnTo>
                  <a:lnTo>
                    <a:pt x="6157315" y="434636"/>
                  </a:lnTo>
                  <a:lnTo>
                    <a:pt x="6157460" y="434636"/>
                  </a:lnTo>
                  <a:lnTo>
                    <a:pt x="6157460" y="434013"/>
                  </a:lnTo>
                  <a:lnTo>
                    <a:pt x="6157606" y="434013"/>
                  </a:lnTo>
                  <a:lnTo>
                    <a:pt x="6157751" y="434013"/>
                  </a:lnTo>
                  <a:lnTo>
                    <a:pt x="6157897" y="434013"/>
                  </a:lnTo>
                  <a:lnTo>
                    <a:pt x="6158042" y="434013"/>
                  </a:lnTo>
                  <a:lnTo>
                    <a:pt x="6158187" y="434013"/>
                  </a:lnTo>
                  <a:lnTo>
                    <a:pt x="6158333" y="434013"/>
                  </a:lnTo>
                  <a:lnTo>
                    <a:pt x="6158478" y="434013"/>
                  </a:lnTo>
                  <a:lnTo>
                    <a:pt x="6158624" y="434013"/>
                  </a:lnTo>
                  <a:lnTo>
                    <a:pt x="6158769" y="434013"/>
                  </a:lnTo>
                  <a:lnTo>
                    <a:pt x="6158915" y="434013"/>
                  </a:lnTo>
                  <a:lnTo>
                    <a:pt x="6159060" y="434013"/>
                  </a:lnTo>
                  <a:lnTo>
                    <a:pt x="6159205" y="434013"/>
                  </a:lnTo>
                  <a:lnTo>
                    <a:pt x="6159205" y="433389"/>
                  </a:lnTo>
                  <a:lnTo>
                    <a:pt x="6159205" y="432766"/>
                  </a:lnTo>
                  <a:lnTo>
                    <a:pt x="6159351" y="432766"/>
                  </a:lnTo>
                  <a:lnTo>
                    <a:pt x="6159496" y="432766"/>
                  </a:lnTo>
                  <a:lnTo>
                    <a:pt x="6159642" y="432766"/>
                  </a:lnTo>
                  <a:lnTo>
                    <a:pt x="6159787" y="432766"/>
                  </a:lnTo>
                  <a:lnTo>
                    <a:pt x="6159933" y="432766"/>
                  </a:lnTo>
                  <a:lnTo>
                    <a:pt x="6160078" y="432766"/>
                  </a:lnTo>
                  <a:lnTo>
                    <a:pt x="6160223" y="432766"/>
                  </a:lnTo>
                  <a:lnTo>
                    <a:pt x="6160369" y="432766"/>
                  </a:lnTo>
                  <a:lnTo>
                    <a:pt x="6160514" y="432766"/>
                  </a:lnTo>
                  <a:lnTo>
                    <a:pt x="6160660" y="432766"/>
                  </a:lnTo>
                  <a:lnTo>
                    <a:pt x="6160805" y="432766"/>
                  </a:lnTo>
                  <a:lnTo>
                    <a:pt x="6160951" y="432766"/>
                  </a:lnTo>
                  <a:lnTo>
                    <a:pt x="6161096" y="432766"/>
                  </a:lnTo>
                  <a:lnTo>
                    <a:pt x="6161241" y="432766"/>
                  </a:lnTo>
                  <a:lnTo>
                    <a:pt x="6161387" y="432766"/>
                  </a:lnTo>
                  <a:lnTo>
                    <a:pt x="6161532" y="432766"/>
                  </a:lnTo>
                  <a:lnTo>
                    <a:pt x="6161678" y="432766"/>
                  </a:lnTo>
                  <a:lnTo>
                    <a:pt x="6161823" y="432766"/>
                  </a:lnTo>
                  <a:lnTo>
                    <a:pt x="6161969" y="432766"/>
                  </a:lnTo>
                  <a:lnTo>
                    <a:pt x="6162114" y="432766"/>
                  </a:lnTo>
                  <a:lnTo>
                    <a:pt x="6162259" y="432766"/>
                  </a:lnTo>
                  <a:lnTo>
                    <a:pt x="6162405" y="432766"/>
                  </a:lnTo>
                  <a:lnTo>
                    <a:pt x="6162550" y="432766"/>
                  </a:lnTo>
                  <a:lnTo>
                    <a:pt x="6162696" y="432766"/>
                  </a:lnTo>
                  <a:lnTo>
                    <a:pt x="6162841" y="432766"/>
                  </a:lnTo>
                  <a:lnTo>
                    <a:pt x="6162987" y="432766"/>
                  </a:lnTo>
                  <a:lnTo>
                    <a:pt x="6163132" y="432766"/>
                  </a:lnTo>
                  <a:lnTo>
                    <a:pt x="6163277" y="432766"/>
                  </a:lnTo>
                  <a:lnTo>
                    <a:pt x="6163423" y="432766"/>
                  </a:lnTo>
                  <a:lnTo>
                    <a:pt x="6163568" y="432766"/>
                  </a:lnTo>
                  <a:lnTo>
                    <a:pt x="6163714" y="432766"/>
                  </a:lnTo>
                  <a:lnTo>
                    <a:pt x="6163859" y="432766"/>
                  </a:lnTo>
                  <a:lnTo>
                    <a:pt x="6164005" y="432766"/>
                  </a:lnTo>
                  <a:lnTo>
                    <a:pt x="6164150" y="432766"/>
                  </a:lnTo>
                  <a:lnTo>
                    <a:pt x="6164295" y="432766"/>
                  </a:lnTo>
                  <a:lnTo>
                    <a:pt x="6164441" y="432766"/>
                  </a:lnTo>
                  <a:lnTo>
                    <a:pt x="6164586" y="432766"/>
                  </a:lnTo>
                  <a:lnTo>
                    <a:pt x="6164732" y="432766"/>
                  </a:lnTo>
                  <a:lnTo>
                    <a:pt x="6164877" y="432766"/>
                  </a:lnTo>
                  <a:lnTo>
                    <a:pt x="6165022" y="432766"/>
                  </a:lnTo>
                  <a:lnTo>
                    <a:pt x="6165168" y="432766"/>
                  </a:lnTo>
                  <a:lnTo>
                    <a:pt x="6165313" y="432766"/>
                  </a:lnTo>
                  <a:lnTo>
                    <a:pt x="6165459" y="432766"/>
                  </a:lnTo>
                  <a:lnTo>
                    <a:pt x="6165604" y="432766"/>
                  </a:lnTo>
                  <a:lnTo>
                    <a:pt x="6165750" y="432766"/>
                  </a:lnTo>
                  <a:lnTo>
                    <a:pt x="6165895" y="432766"/>
                  </a:lnTo>
                  <a:lnTo>
                    <a:pt x="6166040" y="432766"/>
                  </a:lnTo>
                  <a:lnTo>
                    <a:pt x="6166040" y="432142"/>
                  </a:lnTo>
                  <a:lnTo>
                    <a:pt x="6166186" y="432142"/>
                  </a:lnTo>
                  <a:lnTo>
                    <a:pt x="6166331" y="432142"/>
                  </a:lnTo>
                  <a:lnTo>
                    <a:pt x="6166477" y="432142"/>
                  </a:lnTo>
                  <a:lnTo>
                    <a:pt x="6166622" y="432142"/>
                  </a:lnTo>
                  <a:lnTo>
                    <a:pt x="6166768" y="432142"/>
                  </a:lnTo>
                  <a:lnTo>
                    <a:pt x="6166913" y="432142"/>
                  </a:lnTo>
                  <a:lnTo>
                    <a:pt x="6167058" y="432142"/>
                  </a:lnTo>
                  <a:lnTo>
                    <a:pt x="6167058" y="431518"/>
                  </a:lnTo>
                  <a:lnTo>
                    <a:pt x="6167204" y="431518"/>
                  </a:lnTo>
                  <a:lnTo>
                    <a:pt x="6167349" y="431518"/>
                  </a:lnTo>
                  <a:lnTo>
                    <a:pt x="6167495" y="431518"/>
                  </a:lnTo>
                  <a:lnTo>
                    <a:pt x="6167640" y="431518"/>
                  </a:lnTo>
                  <a:lnTo>
                    <a:pt x="6167786" y="431518"/>
                  </a:lnTo>
                  <a:lnTo>
                    <a:pt x="6167931" y="431518"/>
                  </a:lnTo>
                  <a:lnTo>
                    <a:pt x="6168076" y="431518"/>
                  </a:lnTo>
                  <a:lnTo>
                    <a:pt x="6168222" y="431518"/>
                  </a:lnTo>
                  <a:lnTo>
                    <a:pt x="6168367" y="431518"/>
                  </a:lnTo>
                  <a:lnTo>
                    <a:pt x="6168513" y="431518"/>
                  </a:lnTo>
                  <a:lnTo>
                    <a:pt x="6168658" y="431518"/>
                  </a:lnTo>
                  <a:lnTo>
                    <a:pt x="6168804" y="431518"/>
                  </a:lnTo>
                  <a:lnTo>
                    <a:pt x="6168949" y="431518"/>
                  </a:lnTo>
                  <a:lnTo>
                    <a:pt x="6169094" y="431518"/>
                  </a:lnTo>
                  <a:lnTo>
                    <a:pt x="6169240" y="431518"/>
                  </a:lnTo>
                  <a:lnTo>
                    <a:pt x="6169385" y="431518"/>
                  </a:lnTo>
                  <a:lnTo>
                    <a:pt x="6169531" y="431518"/>
                  </a:lnTo>
                  <a:lnTo>
                    <a:pt x="6169676" y="431518"/>
                  </a:lnTo>
                  <a:lnTo>
                    <a:pt x="6169822" y="431518"/>
                  </a:lnTo>
                  <a:lnTo>
                    <a:pt x="6169967" y="431518"/>
                  </a:lnTo>
                  <a:lnTo>
                    <a:pt x="6170112" y="431518"/>
                  </a:lnTo>
                  <a:lnTo>
                    <a:pt x="6170258" y="431518"/>
                  </a:lnTo>
                  <a:lnTo>
                    <a:pt x="6170403" y="431518"/>
                  </a:lnTo>
                  <a:lnTo>
                    <a:pt x="6170549" y="431518"/>
                  </a:lnTo>
                  <a:lnTo>
                    <a:pt x="6170694" y="431518"/>
                  </a:lnTo>
                  <a:lnTo>
                    <a:pt x="6170840" y="431518"/>
                  </a:lnTo>
                  <a:lnTo>
                    <a:pt x="6170985" y="431518"/>
                  </a:lnTo>
                  <a:lnTo>
                    <a:pt x="6171130" y="431518"/>
                  </a:lnTo>
                  <a:lnTo>
                    <a:pt x="6171276" y="431518"/>
                  </a:lnTo>
                  <a:lnTo>
                    <a:pt x="6171421" y="431518"/>
                  </a:lnTo>
                  <a:lnTo>
                    <a:pt x="6171567" y="431518"/>
                  </a:lnTo>
                  <a:lnTo>
                    <a:pt x="6171712" y="431518"/>
                  </a:lnTo>
                  <a:lnTo>
                    <a:pt x="6171857" y="431518"/>
                  </a:lnTo>
                  <a:lnTo>
                    <a:pt x="6172003" y="431518"/>
                  </a:lnTo>
                  <a:lnTo>
                    <a:pt x="6172148" y="431518"/>
                  </a:lnTo>
                  <a:lnTo>
                    <a:pt x="6172294" y="431518"/>
                  </a:lnTo>
                  <a:lnTo>
                    <a:pt x="6172439" y="431518"/>
                  </a:lnTo>
                  <a:lnTo>
                    <a:pt x="6172585" y="431518"/>
                  </a:lnTo>
                  <a:lnTo>
                    <a:pt x="6172730" y="431518"/>
                  </a:lnTo>
                  <a:lnTo>
                    <a:pt x="6172875" y="431518"/>
                  </a:lnTo>
                  <a:lnTo>
                    <a:pt x="6173021" y="431518"/>
                  </a:lnTo>
                  <a:lnTo>
                    <a:pt x="6173166" y="431518"/>
                  </a:lnTo>
                  <a:lnTo>
                    <a:pt x="6173312" y="431518"/>
                  </a:lnTo>
                  <a:lnTo>
                    <a:pt x="6173457" y="431518"/>
                  </a:lnTo>
                  <a:lnTo>
                    <a:pt x="6173603" y="431518"/>
                  </a:lnTo>
                  <a:lnTo>
                    <a:pt x="6173748" y="431518"/>
                  </a:lnTo>
                  <a:lnTo>
                    <a:pt x="6173893" y="431518"/>
                  </a:lnTo>
                  <a:lnTo>
                    <a:pt x="6173893" y="430895"/>
                  </a:lnTo>
                  <a:lnTo>
                    <a:pt x="6174039" y="430895"/>
                  </a:lnTo>
                  <a:lnTo>
                    <a:pt x="6174184" y="430895"/>
                  </a:lnTo>
                  <a:lnTo>
                    <a:pt x="6174330" y="430895"/>
                  </a:lnTo>
                  <a:lnTo>
                    <a:pt x="6174475" y="430895"/>
                  </a:lnTo>
                  <a:lnTo>
                    <a:pt x="6174621" y="430895"/>
                  </a:lnTo>
                  <a:lnTo>
                    <a:pt x="6174766" y="430895"/>
                  </a:lnTo>
                  <a:lnTo>
                    <a:pt x="6174911" y="430895"/>
                  </a:lnTo>
                  <a:lnTo>
                    <a:pt x="6175057" y="430895"/>
                  </a:lnTo>
                  <a:lnTo>
                    <a:pt x="6175202" y="430895"/>
                  </a:lnTo>
                  <a:lnTo>
                    <a:pt x="6175348" y="430895"/>
                  </a:lnTo>
                  <a:lnTo>
                    <a:pt x="6175493" y="430895"/>
                  </a:lnTo>
                  <a:lnTo>
                    <a:pt x="6175639" y="430895"/>
                  </a:lnTo>
                  <a:lnTo>
                    <a:pt x="6175784" y="430895"/>
                  </a:lnTo>
                  <a:lnTo>
                    <a:pt x="6175929" y="430895"/>
                  </a:lnTo>
                  <a:lnTo>
                    <a:pt x="6176075" y="430895"/>
                  </a:lnTo>
                  <a:lnTo>
                    <a:pt x="6176220" y="430895"/>
                  </a:lnTo>
                  <a:lnTo>
                    <a:pt x="6176366" y="430895"/>
                  </a:lnTo>
                  <a:lnTo>
                    <a:pt x="6176511" y="430895"/>
                  </a:lnTo>
                  <a:lnTo>
                    <a:pt x="6176657" y="430895"/>
                  </a:lnTo>
                  <a:lnTo>
                    <a:pt x="6176802" y="430895"/>
                  </a:lnTo>
                  <a:lnTo>
                    <a:pt x="6176947" y="430895"/>
                  </a:lnTo>
                  <a:lnTo>
                    <a:pt x="6177093" y="430895"/>
                  </a:lnTo>
                  <a:lnTo>
                    <a:pt x="6177238" y="430895"/>
                  </a:lnTo>
                  <a:lnTo>
                    <a:pt x="6177384" y="430895"/>
                  </a:lnTo>
                  <a:lnTo>
                    <a:pt x="6177529" y="430895"/>
                  </a:lnTo>
                  <a:lnTo>
                    <a:pt x="6177675" y="430895"/>
                  </a:lnTo>
                  <a:lnTo>
                    <a:pt x="6177820" y="430895"/>
                  </a:lnTo>
                  <a:lnTo>
                    <a:pt x="6177965" y="430895"/>
                  </a:lnTo>
                  <a:lnTo>
                    <a:pt x="6178111" y="430895"/>
                  </a:lnTo>
                  <a:lnTo>
                    <a:pt x="6178256" y="430895"/>
                  </a:lnTo>
                  <a:lnTo>
                    <a:pt x="6178402" y="430895"/>
                  </a:lnTo>
                  <a:lnTo>
                    <a:pt x="6178547" y="430895"/>
                  </a:lnTo>
                  <a:lnTo>
                    <a:pt x="6178692" y="430895"/>
                  </a:lnTo>
                  <a:lnTo>
                    <a:pt x="6178838" y="430895"/>
                  </a:lnTo>
                  <a:lnTo>
                    <a:pt x="6178983" y="430895"/>
                  </a:lnTo>
                  <a:lnTo>
                    <a:pt x="6179129" y="430895"/>
                  </a:lnTo>
                  <a:lnTo>
                    <a:pt x="6179129" y="430271"/>
                  </a:lnTo>
                  <a:lnTo>
                    <a:pt x="6179274" y="430271"/>
                  </a:lnTo>
                  <a:lnTo>
                    <a:pt x="6179420" y="430271"/>
                  </a:lnTo>
                  <a:lnTo>
                    <a:pt x="6179565" y="430271"/>
                  </a:lnTo>
                  <a:lnTo>
                    <a:pt x="6179710" y="430271"/>
                  </a:lnTo>
                  <a:lnTo>
                    <a:pt x="6179856" y="430271"/>
                  </a:lnTo>
                  <a:lnTo>
                    <a:pt x="6180001" y="430271"/>
                  </a:lnTo>
                  <a:lnTo>
                    <a:pt x="6180147" y="430271"/>
                  </a:lnTo>
                  <a:lnTo>
                    <a:pt x="6180292" y="430271"/>
                  </a:lnTo>
                  <a:lnTo>
                    <a:pt x="6180438" y="430271"/>
                  </a:lnTo>
                  <a:lnTo>
                    <a:pt x="6180583" y="430271"/>
                  </a:lnTo>
                  <a:lnTo>
                    <a:pt x="6180728" y="430271"/>
                  </a:lnTo>
                  <a:lnTo>
                    <a:pt x="6180874" y="430271"/>
                  </a:lnTo>
                  <a:lnTo>
                    <a:pt x="6181019" y="430271"/>
                  </a:lnTo>
                  <a:lnTo>
                    <a:pt x="6181019" y="429648"/>
                  </a:lnTo>
                  <a:lnTo>
                    <a:pt x="6181165" y="429648"/>
                  </a:lnTo>
                  <a:lnTo>
                    <a:pt x="6181310" y="429648"/>
                  </a:lnTo>
                  <a:lnTo>
                    <a:pt x="6181456" y="429648"/>
                  </a:lnTo>
                  <a:lnTo>
                    <a:pt x="6181601" y="429648"/>
                  </a:lnTo>
                  <a:lnTo>
                    <a:pt x="6181746" y="429648"/>
                  </a:lnTo>
                  <a:lnTo>
                    <a:pt x="6181892" y="429648"/>
                  </a:lnTo>
                  <a:lnTo>
                    <a:pt x="6182037" y="429648"/>
                  </a:lnTo>
                  <a:lnTo>
                    <a:pt x="6182183" y="429648"/>
                  </a:lnTo>
                  <a:lnTo>
                    <a:pt x="6182328" y="429648"/>
                  </a:lnTo>
                  <a:lnTo>
                    <a:pt x="6182474" y="429648"/>
                  </a:lnTo>
                  <a:lnTo>
                    <a:pt x="6182619" y="429648"/>
                  </a:lnTo>
                  <a:lnTo>
                    <a:pt x="6182764" y="429648"/>
                  </a:lnTo>
                  <a:lnTo>
                    <a:pt x="6182910" y="429648"/>
                  </a:lnTo>
                  <a:lnTo>
                    <a:pt x="6183055" y="429648"/>
                  </a:lnTo>
                  <a:lnTo>
                    <a:pt x="6183055" y="429024"/>
                  </a:lnTo>
                  <a:lnTo>
                    <a:pt x="6183201" y="429024"/>
                  </a:lnTo>
                  <a:lnTo>
                    <a:pt x="6183346" y="429024"/>
                  </a:lnTo>
                  <a:lnTo>
                    <a:pt x="6183492" y="429024"/>
                  </a:lnTo>
                  <a:lnTo>
                    <a:pt x="6183637" y="429024"/>
                  </a:lnTo>
                  <a:lnTo>
                    <a:pt x="6183782" y="429024"/>
                  </a:lnTo>
                  <a:lnTo>
                    <a:pt x="6183928" y="429024"/>
                  </a:lnTo>
                  <a:lnTo>
                    <a:pt x="6184073" y="429024"/>
                  </a:lnTo>
                  <a:lnTo>
                    <a:pt x="6184219" y="429024"/>
                  </a:lnTo>
                  <a:lnTo>
                    <a:pt x="6184364" y="429024"/>
                  </a:lnTo>
                  <a:lnTo>
                    <a:pt x="6184509" y="429024"/>
                  </a:lnTo>
                  <a:lnTo>
                    <a:pt x="6184655" y="429024"/>
                  </a:lnTo>
                  <a:lnTo>
                    <a:pt x="6184800" y="429024"/>
                  </a:lnTo>
                  <a:lnTo>
                    <a:pt x="6184946" y="429024"/>
                  </a:lnTo>
                  <a:lnTo>
                    <a:pt x="6185091" y="429024"/>
                  </a:lnTo>
                  <a:lnTo>
                    <a:pt x="6185237" y="429024"/>
                  </a:lnTo>
                  <a:lnTo>
                    <a:pt x="6185382" y="429024"/>
                  </a:lnTo>
                  <a:lnTo>
                    <a:pt x="6185527" y="429024"/>
                  </a:lnTo>
                  <a:lnTo>
                    <a:pt x="6185673" y="429024"/>
                  </a:lnTo>
                  <a:lnTo>
                    <a:pt x="6185818" y="429024"/>
                  </a:lnTo>
                  <a:lnTo>
                    <a:pt x="6185964" y="429024"/>
                  </a:lnTo>
                  <a:lnTo>
                    <a:pt x="6186109" y="429024"/>
                  </a:lnTo>
                  <a:lnTo>
                    <a:pt x="6186255" y="429024"/>
                  </a:lnTo>
                  <a:lnTo>
                    <a:pt x="6186400" y="429024"/>
                  </a:lnTo>
                  <a:lnTo>
                    <a:pt x="6186545" y="429024"/>
                  </a:lnTo>
                  <a:lnTo>
                    <a:pt x="6186691" y="429024"/>
                  </a:lnTo>
                  <a:lnTo>
                    <a:pt x="6186836" y="429024"/>
                  </a:lnTo>
                  <a:lnTo>
                    <a:pt x="6186982" y="429024"/>
                  </a:lnTo>
                  <a:lnTo>
                    <a:pt x="6187127" y="429024"/>
                  </a:lnTo>
                  <a:lnTo>
                    <a:pt x="6187273" y="429024"/>
                  </a:lnTo>
                  <a:lnTo>
                    <a:pt x="6187418" y="429024"/>
                  </a:lnTo>
                  <a:lnTo>
                    <a:pt x="6187563" y="429024"/>
                  </a:lnTo>
                  <a:lnTo>
                    <a:pt x="6187709" y="429024"/>
                  </a:lnTo>
                  <a:lnTo>
                    <a:pt x="6187854" y="429024"/>
                  </a:lnTo>
                  <a:lnTo>
                    <a:pt x="6188000" y="429024"/>
                  </a:lnTo>
                  <a:lnTo>
                    <a:pt x="6188145" y="429024"/>
                  </a:lnTo>
                  <a:lnTo>
                    <a:pt x="6188291" y="429024"/>
                  </a:lnTo>
                  <a:lnTo>
                    <a:pt x="6188436" y="429024"/>
                  </a:lnTo>
                  <a:lnTo>
                    <a:pt x="6188436" y="428401"/>
                  </a:lnTo>
                  <a:lnTo>
                    <a:pt x="6188581" y="428401"/>
                  </a:lnTo>
                  <a:lnTo>
                    <a:pt x="6188727" y="428401"/>
                  </a:lnTo>
                  <a:lnTo>
                    <a:pt x="6188872" y="428401"/>
                  </a:lnTo>
                  <a:lnTo>
                    <a:pt x="6189018" y="428401"/>
                  </a:lnTo>
                  <a:lnTo>
                    <a:pt x="6189163" y="428401"/>
                  </a:lnTo>
                  <a:lnTo>
                    <a:pt x="6189309" y="428401"/>
                  </a:lnTo>
                  <a:lnTo>
                    <a:pt x="6189454" y="428401"/>
                  </a:lnTo>
                  <a:lnTo>
                    <a:pt x="6189599" y="428401"/>
                  </a:lnTo>
                  <a:lnTo>
                    <a:pt x="6189745" y="428401"/>
                  </a:lnTo>
                  <a:lnTo>
                    <a:pt x="6189890" y="428401"/>
                  </a:lnTo>
                  <a:lnTo>
                    <a:pt x="6190036" y="428401"/>
                  </a:lnTo>
                  <a:lnTo>
                    <a:pt x="6190181" y="428401"/>
                  </a:lnTo>
                  <a:lnTo>
                    <a:pt x="6190327" y="428401"/>
                  </a:lnTo>
                  <a:lnTo>
                    <a:pt x="6190472" y="428401"/>
                  </a:lnTo>
                  <a:lnTo>
                    <a:pt x="6190617" y="428401"/>
                  </a:lnTo>
                  <a:lnTo>
                    <a:pt x="6190763" y="428401"/>
                  </a:lnTo>
                  <a:lnTo>
                    <a:pt x="6190908" y="428401"/>
                  </a:lnTo>
                  <a:lnTo>
                    <a:pt x="6191054" y="428401"/>
                  </a:lnTo>
                  <a:lnTo>
                    <a:pt x="6191199" y="428401"/>
                  </a:lnTo>
                  <a:lnTo>
                    <a:pt x="6191344" y="428401"/>
                  </a:lnTo>
                  <a:lnTo>
                    <a:pt x="6191490" y="428401"/>
                  </a:lnTo>
                  <a:lnTo>
                    <a:pt x="6191635" y="428401"/>
                  </a:lnTo>
                  <a:lnTo>
                    <a:pt x="6191781" y="428401"/>
                  </a:lnTo>
                  <a:lnTo>
                    <a:pt x="6191926" y="428401"/>
                  </a:lnTo>
                  <a:lnTo>
                    <a:pt x="6192072" y="428401"/>
                  </a:lnTo>
                  <a:lnTo>
                    <a:pt x="6192217" y="428401"/>
                  </a:lnTo>
                  <a:lnTo>
                    <a:pt x="6192362" y="428401"/>
                  </a:lnTo>
                  <a:lnTo>
                    <a:pt x="6192508" y="428401"/>
                  </a:lnTo>
                  <a:lnTo>
                    <a:pt x="6192653" y="428401"/>
                  </a:lnTo>
                  <a:lnTo>
                    <a:pt x="6192799" y="428401"/>
                  </a:lnTo>
                  <a:lnTo>
                    <a:pt x="6192944" y="428401"/>
                  </a:lnTo>
                  <a:lnTo>
                    <a:pt x="6193090" y="428401"/>
                  </a:lnTo>
                  <a:lnTo>
                    <a:pt x="6193235" y="428401"/>
                  </a:lnTo>
                  <a:lnTo>
                    <a:pt x="6193380" y="428401"/>
                  </a:lnTo>
                  <a:lnTo>
                    <a:pt x="6193526" y="428401"/>
                  </a:lnTo>
                  <a:lnTo>
                    <a:pt x="6193671" y="428401"/>
                  </a:lnTo>
                  <a:lnTo>
                    <a:pt x="6193817" y="428401"/>
                  </a:lnTo>
                  <a:lnTo>
                    <a:pt x="6193962" y="428401"/>
                  </a:lnTo>
                  <a:lnTo>
                    <a:pt x="6194108" y="428401"/>
                  </a:lnTo>
                  <a:lnTo>
                    <a:pt x="6194253" y="428401"/>
                  </a:lnTo>
                  <a:lnTo>
                    <a:pt x="6194398" y="428401"/>
                  </a:lnTo>
                  <a:lnTo>
                    <a:pt x="6194544" y="428401"/>
                  </a:lnTo>
                  <a:lnTo>
                    <a:pt x="6194544" y="427777"/>
                  </a:lnTo>
                  <a:lnTo>
                    <a:pt x="6194689" y="427777"/>
                  </a:lnTo>
                  <a:lnTo>
                    <a:pt x="6194835" y="427777"/>
                  </a:lnTo>
                  <a:lnTo>
                    <a:pt x="6194980" y="427777"/>
                  </a:lnTo>
                  <a:lnTo>
                    <a:pt x="6195126" y="427777"/>
                  </a:lnTo>
                  <a:lnTo>
                    <a:pt x="6195271" y="427777"/>
                  </a:lnTo>
                  <a:lnTo>
                    <a:pt x="6195416" y="427777"/>
                  </a:lnTo>
                  <a:lnTo>
                    <a:pt x="6195562" y="427777"/>
                  </a:lnTo>
                  <a:lnTo>
                    <a:pt x="6195707" y="427777"/>
                  </a:lnTo>
                  <a:lnTo>
                    <a:pt x="6195707" y="427153"/>
                  </a:lnTo>
                  <a:lnTo>
                    <a:pt x="6195853" y="427153"/>
                  </a:lnTo>
                  <a:lnTo>
                    <a:pt x="6195998" y="427153"/>
                  </a:lnTo>
                  <a:lnTo>
                    <a:pt x="6196144" y="427153"/>
                  </a:lnTo>
                  <a:lnTo>
                    <a:pt x="6196289" y="427153"/>
                  </a:lnTo>
                  <a:lnTo>
                    <a:pt x="6196434" y="427153"/>
                  </a:lnTo>
                  <a:lnTo>
                    <a:pt x="6196580" y="427153"/>
                  </a:lnTo>
                  <a:lnTo>
                    <a:pt x="6196725" y="427153"/>
                  </a:lnTo>
                  <a:lnTo>
                    <a:pt x="6196871" y="427153"/>
                  </a:lnTo>
                  <a:lnTo>
                    <a:pt x="6197016" y="427153"/>
                  </a:lnTo>
                  <a:lnTo>
                    <a:pt x="6197162" y="427153"/>
                  </a:lnTo>
                  <a:lnTo>
                    <a:pt x="6197307" y="427153"/>
                  </a:lnTo>
                  <a:lnTo>
                    <a:pt x="6197452" y="427153"/>
                  </a:lnTo>
                  <a:lnTo>
                    <a:pt x="6197598" y="427153"/>
                  </a:lnTo>
                  <a:lnTo>
                    <a:pt x="6197743" y="427153"/>
                  </a:lnTo>
                  <a:lnTo>
                    <a:pt x="6197743" y="426530"/>
                  </a:lnTo>
                  <a:lnTo>
                    <a:pt x="6197889" y="426530"/>
                  </a:lnTo>
                  <a:lnTo>
                    <a:pt x="6198034" y="426530"/>
                  </a:lnTo>
                  <a:lnTo>
                    <a:pt x="6198179" y="426530"/>
                  </a:lnTo>
                  <a:lnTo>
                    <a:pt x="6198325" y="426530"/>
                  </a:lnTo>
                  <a:lnTo>
                    <a:pt x="6198470" y="426530"/>
                  </a:lnTo>
                  <a:lnTo>
                    <a:pt x="6198616" y="426530"/>
                  </a:lnTo>
                  <a:lnTo>
                    <a:pt x="6198761" y="426530"/>
                  </a:lnTo>
                  <a:lnTo>
                    <a:pt x="6198907" y="426530"/>
                  </a:lnTo>
                  <a:lnTo>
                    <a:pt x="6199052" y="426530"/>
                  </a:lnTo>
                  <a:lnTo>
                    <a:pt x="6199197" y="426530"/>
                  </a:lnTo>
                  <a:lnTo>
                    <a:pt x="6199343" y="426530"/>
                  </a:lnTo>
                  <a:lnTo>
                    <a:pt x="6199488" y="426530"/>
                  </a:lnTo>
                  <a:lnTo>
                    <a:pt x="6199634" y="426530"/>
                  </a:lnTo>
                  <a:lnTo>
                    <a:pt x="6199779" y="426530"/>
                  </a:lnTo>
                  <a:lnTo>
                    <a:pt x="6199925" y="426530"/>
                  </a:lnTo>
                  <a:lnTo>
                    <a:pt x="6200070" y="426530"/>
                  </a:lnTo>
                  <a:lnTo>
                    <a:pt x="6200215" y="426530"/>
                  </a:lnTo>
                  <a:lnTo>
                    <a:pt x="6200361" y="426530"/>
                  </a:lnTo>
                  <a:lnTo>
                    <a:pt x="6200361" y="425906"/>
                  </a:lnTo>
                  <a:lnTo>
                    <a:pt x="6200506" y="425906"/>
                  </a:lnTo>
                  <a:lnTo>
                    <a:pt x="6200652" y="425906"/>
                  </a:lnTo>
                  <a:lnTo>
                    <a:pt x="6200797" y="425906"/>
                  </a:lnTo>
                  <a:lnTo>
                    <a:pt x="6200943" y="425906"/>
                  </a:lnTo>
                  <a:lnTo>
                    <a:pt x="6201088" y="425906"/>
                  </a:lnTo>
                  <a:lnTo>
                    <a:pt x="6201233" y="425906"/>
                  </a:lnTo>
                  <a:lnTo>
                    <a:pt x="6201379" y="425906"/>
                  </a:lnTo>
                  <a:lnTo>
                    <a:pt x="6201524" y="425906"/>
                  </a:lnTo>
                  <a:lnTo>
                    <a:pt x="6201670" y="425906"/>
                  </a:lnTo>
                  <a:lnTo>
                    <a:pt x="6201815" y="425906"/>
                  </a:lnTo>
                  <a:lnTo>
                    <a:pt x="6201961" y="425906"/>
                  </a:lnTo>
                  <a:lnTo>
                    <a:pt x="6202106" y="425906"/>
                  </a:lnTo>
                  <a:lnTo>
                    <a:pt x="6202251" y="425906"/>
                  </a:lnTo>
                  <a:lnTo>
                    <a:pt x="6202397" y="425906"/>
                  </a:lnTo>
                  <a:lnTo>
                    <a:pt x="6202542" y="425906"/>
                  </a:lnTo>
                  <a:lnTo>
                    <a:pt x="6202688" y="425906"/>
                  </a:lnTo>
                  <a:lnTo>
                    <a:pt x="6202833" y="425906"/>
                  </a:lnTo>
                  <a:lnTo>
                    <a:pt x="6202833" y="425283"/>
                  </a:lnTo>
                  <a:lnTo>
                    <a:pt x="6202979" y="425283"/>
                  </a:lnTo>
                  <a:lnTo>
                    <a:pt x="6203124" y="425283"/>
                  </a:lnTo>
                  <a:lnTo>
                    <a:pt x="6203124" y="424659"/>
                  </a:lnTo>
                  <a:lnTo>
                    <a:pt x="6203269" y="424659"/>
                  </a:lnTo>
                  <a:lnTo>
                    <a:pt x="6203269" y="424035"/>
                  </a:lnTo>
                  <a:lnTo>
                    <a:pt x="6203269" y="423412"/>
                  </a:lnTo>
                  <a:lnTo>
                    <a:pt x="6203415" y="423412"/>
                  </a:lnTo>
                  <a:lnTo>
                    <a:pt x="6203560" y="423412"/>
                  </a:lnTo>
                  <a:lnTo>
                    <a:pt x="6203706" y="423412"/>
                  </a:lnTo>
                  <a:lnTo>
                    <a:pt x="6203851" y="423412"/>
                  </a:lnTo>
                  <a:lnTo>
                    <a:pt x="6203997" y="423412"/>
                  </a:lnTo>
                  <a:lnTo>
                    <a:pt x="6203997" y="422788"/>
                  </a:lnTo>
                  <a:lnTo>
                    <a:pt x="6204142" y="422788"/>
                  </a:lnTo>
                  <a:lnTo>
                    <a:pt x="6204142" y="422165"/>
                  </a:lnTo>
                  <a:lnTo>
                    <a:pt x="6204287" y="422165"/>
                  </a:lnTo>
                  <a:lnTo>
                    <a:pt x="6204433" y="422165"/>
                  </a:lnTo>
                  <a:lnTo>
                    <a:pt x="6204433" y="421541"/>
                  </a:lnTo>
                  <a:lnTo>
                    <a:pt x="6204578" y="421541"/>
                  </a:lnTo>
                  <a:lnTo>
                    <a:pt x="6204724" y="421541"/>
                  </a:lnTo>
                  <a:lnTo>
                    <a:pt x="6204869" y="421541"/>
                  </a:lnTo>
                  <a:lnTo>
                    <a:pt x="6205014" y="421541"/>
                  </a:lnTo>
                  <a:lnTo>
                    <a:pt x="6205160" y="421541"/>
                  </a:lnTo>
                  <a:lnTo>
                    <a:pt x="6205305" y="421541"/>
                  </a:lnTo>
                  <a:lnTo>
                    <a:pt x="6205451" y="421541"/>
                  </a:lnTo>
                  <a:lnTo>
                    <a:pt x="6205596" y="421541"/>
                  </a:lnTo>
                  <a:lnTo>
                    <a:pt x="6205742" y="421541"/>
                  </a:lnTo>
                  <a:lnTo>
                    <a:pt x="6205887" y="421541"/>
                  </a:lnTo>
                  <a:lnTo>
                    <a:pt x="6206032" y="421541"/>
                  </a:lnTo>
                  <a:lnTo>
                    <a:pt x="6206178" y="421541"/>
                  </a:lnTo>
                  <a:lnTo>
                    <a:pt x="6206178" y="420918"/>
                  </a:lnTo>
                  <a:lnTo>
                    <a:pt x="6206323" y="420918"/>
                  </a:lnTo>
                  <a:lnTo>
                    <a:pt x="6206469" y="420918"/>
                  </a:lnTo>
                  <a:lnTo>
                    <a:pt x="6206614" y="420918"/>
                  </a:lnTo>
                  <a:lnTo>
                    <a:pt x="6206760" y="420918"/>
                  </a:lnTo>
                  <a:lnTo>
                    <a:pt x="6206905" y="420918"/>
                  </a:lnTo>
                  <a:lnTo>
                    <a:pt x="6207050" y="420918"/>
                  </a:lnTo>
                  <a:lnTo>
                    <a:pt x="6207196" y="420918"/>
                  </a:lnTo>
                  <a:lnTo>
                    <a:pt x="6207341" y="420918"/>
                  </a:lnTo>
                  <a:lnTo>
                    <a:pt x="6207487" y="420918"/>
                  </a:lnTo>
                  <a:lnTo>
                    <a:pt x="6207632" y="420918"/>
                  </a:lnTo>
                  <a:lnTo>
                    <a:pt x="6207778" y="420918"/>
                  </a:lnTo>
                  <a:lnTo>
                    <a:pt x="6207923" y="420918"/>
                  </a:lnTo>
                  <a:lnTo>
                    <a:pt x="6208068" y="420918"/>
                  </a:lnTo>
                  <a:lnTo>
                    <a:pt x="6208214" y="420918"/>
                  </a:lnTo>
                  <a:lnTo>
                    <a:pt x="6208359" y="420918"/>
                  </a:lnTo>
                  <a:lnTo>
                    <a:pt x="6208505" y="420918"/>
                  </a:lnTo>
                  <a:lnTo>
                    <a:pt x="6208650" y="420918"/>
                  </a:lnTo>
                  <a:lnTo>
                    <a:pt x="6208650" y="420294"/>
                  </a:lnTo>
                  <a:lnTo>
                    <a:pt x="6208796" y="420294"/>
                  </a:lnTo>
                  <a:lnTo>
                    <a:pt x="6208941" y="420294"/>
                  </a:lnTo>
                  <a:lnTo>
                    <a:pt x="6209086" y="420294"/>
                  </a:lnTo>
                  <a:lnTo>
                    <a:pt x="6209232" y="420294"/>
                  </a:lnTo>
                  <a:lnTo>
                    <a:pt x="6209377" y="420294"/>
                  </a:lnTo>
                  <a:lnTo>
                    <a:pt x="6209523" y="420294"/>
                  </a:lnTo>
                  <a:lnTo>
                    <a:pt x="6209668" y="420294"/>
                  </a:lnTo>
                  <a:lnTo>
                    <a:pt x="6209814" y="420294"/>
                  </a:lnTo>
                  <a:lnTo>
                    <a:pt x="6209959" y="420294"/>
                  </a:lnTo>
                  <a:lnTo>
                    <a:pt x="6210104" y="420294"/>
                  </a:lnTo>
                  <a:lnTo>
                    <a:pt x="6210250" y="420294"/>
                  </a:lnTo>
                  <a:lnTo>
                    <a:pt x="6210395" y="420294"/>
                  </a:lnTo>
                  <a:lnTo>
                    <a:pt x="6210541" y="420294"/>
                  </a:lnTo>
                  <a:lnTo>
                    <a:pt x="6210686" y="420294"/>
                  </a:lnTo>
                  <a:lnTo>
                    <a:pt x="6210686" y="419670"/>
                  </a:lnTo>
                  <a:lnTo>
                    <a:pt x="6210832" y="419670"/>
                  </a:lnTo>
                  <a:lnTo>
                    <a:pt x="6210977" y="419670"/>
                  </a:lnTo>
                  <a:lnTo>
                    <a:pt x="6211122" y="419670"/>
                  </a:lnTo>
                  <a:lnTo>
                    <a:pt x="6211268" y="419670"/>
                  </a:lnTo>
                  <a:lnTo>
                    <a:pt x="6211413" y="419670"/>
                  </a:lnTo>
                  <a:lnTo>
                    <a:pt x="6211559" y="419670"/>
                  </a:lnTo>
                  <a:lnTo>
                    <a:pt x="6211559" y="419047"/>
                  </a:lnTo>
                  <a:lnTo>
                    <a:pt x="6211704" y="419047"/>
                  </a:lnTo>
                  <a:lnTo>
                    <a:pt x="6211849" y="419047"/>
                  </a:lnTo>
                  <a:lnTo>
                    <a:pt x="6211995" y="419047"/>
                  </a:lnTo>
                  <a:lnTo>
                    <a:pt x="6212140" y="419047"/>
                  </a:lnTo>
                  <a:lnTo>
                    <a:pt x="6212286" y="419047"/>
                  </a:lnTo>
                  <a:lnTo>
                    <a:pt x="6212431" y="419047"/>
                  </a:lnTo>
                  <a:lnTo>
                    <a:pt x="6212577" y="419047"/>
                  </a:lnTo>
                  <a:lnTo>
                    <a:pt x="6212722" y="419047"/>
                  </a:lnTo>
                  <a:lnTo>
                    <a:pt x="6212867" y="419047"/>
                  </a:lnTo>
                  <a:lnTo>
                    <a:pt x="6213013" y="419047"/>
                  </a:lnTo>
                  <a:lnTo>
                    <a:pt x="6213158" y="419047"/>
                  </a:lnTo>
                  <a:lnTo>
                    <a:pt x="6213304" y="419047"/>
                  </a:lnTo>
                  <a:lnTo>
                    <a:pt x="6213449" y="419047"/>
                  </a:lnTo>
                  <a:lnTo>
                    <a:pt x="6213449" y="418423"/>
                  </a:lnTo>
                  <a:lnTo>
                    <a:pt x="6213595" y="418423"/>
                  </a:lnTo>
                  <a:lnTo>
                    <a:pt x="6213595" y="417800"/>
                  </a:lnTo>
                  <a:lnTo>
                    <a:pt x="6213740" y="417800"/>
                  </a:lnTo>
                  <a:lnTo>
                    <a:pt x="6213885" y="417800"/>
                  </a:lnTo>
                  <a:lnTo>
                    <a:pt x="6214031" y="417800"/>
                  </a:lnTo>
                  <a:lnTo>
                    <a:pt x="6214031" y="417176"/>
                  </a:lnTo>
                  <a:lnTo>
                    <a:pt x="6214176" y="417176"/>
                  </a:lnTo>
                  <a:lnTo>
                    <a:pt x="6214322" y="417176"/>
                  </a:lnTo>
                  <a:lnTo>
                    <a:pt x="6214467" y="417176"/>
                  </a:lnTo>
                  <a:lnTo>
                    <a:pt x="6214613" y="417176"/>
                  </a:lnTo>
                  <a:lnTo>
                    <a:pt x="6214758" y="417176"/>
                  </a:lnTo>
                  <a:lnTo>
                    <a:pt x="6214903" y="417176"/>
                  </a:lnTo>
                  <a:lnTo>
                    <a:pt x="6215049" y="417176"/>
                  </a:lnTo>
                  <a:lnTo>
                    <a:pt x="6215194" y="417176"/>
                  </a:lnTo>
                  <a:lnTo>
                    <a:pt x="6215340" y="417176"/>
                  </a:lnTo>
                  <a:lnTo>
                    <a:pt x="6215485" y="417176"/>
                  </a:lnTo>
                  <a:lnTo>
                    <a:pt x="6215631" y="417176"/>
                  </a:lnTo>
                  <a:lnTo>
                    <a:pt x="6215776" y="417176"/>
                  </a:lnTo>
                  <a:lnTo>
                    <a:pt x="6215921" y="417176"/>
                  </a:lnTo>
                  <a:lnTo>
                    <a:pt x="6216067" y="417176"/>
                  </a:lnTo>
                  <a:lnTo>
                    <a:pt x="6216212" y="417176"/>
                  </a:lnTo>
                  <a:lnTo>
                    <a:pt x="6216358" y="417176"/>
                  </a:lnTo>
                  <a:lnTo>
                    <a:pt x="6216503" y="417176"/>
                  </a:lnTo>
                  <a:lnTo>
                    <a:pt x="6216649" y="417176"/>
                  </a:lnTo>
                  <a:lnTo>
                    <a:pt x="6216794" y="417176"/>
                  </a:lnTo>
                  <a:lnTo>
                    <a:pt x="6216939" y="417176"/>
                  </a:lnTo>
                  <a:lnTo>
                    <a:pt x="6217085" y="417176"/>
                  </a:lnTo>
                  <a:lnTo>
                    <a:pt x="6217230" y="417176"/>
                  </a:lnTo>
                  <a:lnTo>
                    <a:pt x="6217376" y="417176"/>
                  </a:lnTo>
                  <a:lnTo>
                    <a:pt x="6217521" y="417176"/>
                  </a:lnTo>
                  <a:lnTo>
                    <a:pt x="6217667" y="417176"/>
                  </a:lnTo>
                  <a:lnTo>
                    <a:pt x="6217812" y="417176"/>
                  </a:lnTo>
                  <a:lnTo>
                    <a:pt x="6217957" y="417176"/>
                  </a:lnTo>
                  <a:lnTo>
                    <a:pt x="6218103" y="417176"/>
                  </a:lnTo>
                  <a:lnTo>
                    <a:pt x="6218248" y="417176"/>
                  </a:lnTo>
                  <a:lnTo>
                    <a:pt x="6218394" y="417176"/>
                  </a:lnTo>
                  <a:lnTo>
                    <a:pt x="6218539" y="417176"/>
                  </a:lnTo>
                  <a:lnTo>
                    <a:pt x="6218684" y="417176"/>
                  </a:lnTo>
                  <a:lnTo>
                    <a:pt x="6218830" y="417176"/>
                  </a:lnTo>
                  <a:lnTo>
                    <a:pt x="6218975" y="417176"/>
                  </a:lnTo>
                  <a:lnTo>
                    <a:pt x="6219121" y="417176"/>
                  </a:lnTo>
                  <a:lnTo>
                    <a:pt x="6219266" y="417176"/>
                  </a:lnTo>
                  <a:lnTo>
                    <a:pt x="6219412" y="417176"/>
                  </a:lnTo>
                  <a:lnTo>
                    <a:pt x="6219557" y="417176"/>
                  </a:lnTo>
                  <a:lnTo>
                    <a:pt x="6219702" y="417176"/>
                  </a:lnTo>
                  <a:lnTo>
                    <a:pt x="6219848" y="417176"/>
                  </a:lnTo>
                  <a:lnTo>
                    <a:pt x="6219993" y="417176"/>
                  </a:lnTo>
                  <a:lnTo>
                    <a:pt x="6220139" y="417176"/>
                  </a:lnTo>
                  <a:lnTo>
                    <a:pt x="6220284" y="417176"/>
                  </a:lnTo>
                  <a:lnTo>
                    <a:pt x="6220430" y="417176"/>
                  </a:lnTo>
                  <a:lnTo>
                    <a:pt x="6220575" y="417176"/>
                  </a:lnTo>
                  <a:lnTo>
                    <a:pt x="6220720" y="417176"/>
                  </a:lnTo>
                  <a:lnTo>
                    <a:pt x="6220866" y="417176"/>
                  </a:lnTo>
                  <a:lnTo>
                    <a:pt x="6221011" y="417176"/>
                  </a:lnTo>
                  <a:lnTo>
                    <a:pt x="6221157" y="417176"/>
                  </a:lnTo>
                  <a:lnTo>
                    <a:pt x="6221302" y="417176"/>
                  </a:lnTo>
                  <a:lnTo>
                    <a:pt x="6221448" y="417176"/>
                  </a:lnTo>
                  <a:lnTo>
                    <a:pt x="6221593" y="417176"/>
                  </a:lnTo>
                  <a:lnTo>
                    <a:pt x="6221738" y="417176"/>
                  </a:lnTo>
                  <a:lnTo>
                    <a:pt x="6221884" y="417176"/>
                  </a:lnTo>
                  <a:lnTo>
                    <a:pt x="6222029" y="417176"/>
                  </a:lnTo>
                  <a:lnTo>
                    <a:pt x="6222175" y="417176"/>
                  </a:lnTo>
                  <a:lnTo>
                    <a:pt x="6222320" y="417176"/>
                  </a:lnTo>
                  <a:lnTo>
                    <a:pt x="6222320" y="416552"/>
                  </a:lnTo>
                  <a:lnTo>
                    <a:pt x="6222320" y="415929"/>
                  </a:lnTo>
                  <a:lnTo>
                    <a:pt x="6222466" y="415929"/>
                  </a:lnTo>
                  <a:lnTo>
                    <a:pt x="6222611" y="415929"/>
                  </a:lnTo>
                  <a:lnTo>
                    <a:pt x="6222756" y="415929"/>
                  </a:lnTo>
                  <a:lnTo>
                    <a:pt x="6222902" y="415929"/>
                  </a:lnTo>
                  <a:lnTo>
                    <a:pt x="6223047" y="415929"/>
                  </a:lnTo>
                  <a:lnTo>
                    <a:pt x="6223193" y="415929"/>
                  </a:lnTo>
                  <a:lnTo>
                    <a:pt x="6223338" y="415929"/>
                  </a:lnTo>
                  <a:lnTo>
                    <a:pt x="6223338" y="415305"/>
                  </a:lnTo>
                  <a:lnTo>
                    <a:pt x="6223484" y="415305"/>
                  </a:lnTo>
                  <a:lnTo>
                    <a:pt x="6223629" y="415305"/>
                  </a:lnTo>
                  <a:lnTo>
                    <a:pt x="6223774" y="415305"/>
                  </a:lnTo>
                  <a:lnTo>
                    <a:pt x="6223920" y="415305"/>
                  </a:lnTo>
                  <a:lnTo>
                    <a:pt x="6224065" y="415305"/>
                  </a:lnTo>
                  <a:lnTo>
                    <a:pt x="6224211" y="415305"/>
                  </a:lnTo>
                  <a:lnTo>
                    <a:pt x="6224356" y="415305"/>
                  </a:lnTo>
                  <a:lnTo>
                    <a:pt x="6224502" y="415305"/>
                  </a:lnTo>
                  <a:lnTo>
                    <a:pt x="6224647" y="415305"/>
                  </a:lnTo>
                  <a:lnTo>
                    <a:pt x="6224792" y="415305"/>
                  </a:lnTo>
                  <a:lnTo>
                    <a:pt x="6224792" y="414682"/>
                  </a:lnTo>
                  <a:lnTo>
                    <a:pt x="6224792" y="414058"/>
                  </a:lnTo>
                  <a:lnTo>
                    <a:pt x="6224938" y="414058"/>
                  </a:lnTo>
                  <a:lnTo>
                    <a:pt x="6225083" y="414058"/>
                  </a:lnTo>
                  <a:lnTo>
                    <a:pt x="6225229" y="414058"/>
                  </a:lnTo>
                  <a:lnTo>
                    <a:pt x="6225374" y="414058"/>
                  </a:lnTo>
                  <a:lnTo>
                    <a:pt x="6225519" y="414058"/>
                  </a:lnTo>
                  <a:lnTo>
                    <a:pt x="6225665" y="414058"/>
                  </a:lnTo>
                  <a:lnTo>
                    <a:pt x="6225810" y="414058"/>
                  </a:lnTo>
                  <a:lnTo>
                    <a:pt x="6225956" y="414058"/>
                  </a:lnTo>
                  <a:lnTo>
                    <a:pt x="6226101" y="414058"/>
                  </a:lnTo>
                  <a:lnTo>
                    <a:pt x="6226247" y="414058"/>
                  </a:lnTo>
                  <a:lnTo>
                    <a:pt x="6226392" y="414058"/>
                  </a:lnTo>
                  <a:lnTo>
                    <a:pt x="6226537" y="414058"/>
                  </a:lnTo>
                  <a:lnTo>
                    <a:pt x="6226683" y="414058"/>
                  </a:lnTo>
                  <a:lnTo>
                    <a:pt x="6226828" y="414058"/>
                  </a:lnTo>
                  <a:lnTo>
                    <a:pt x="6226974" y="414058"/>
                  </a:lnTo>
                  <a:lnTo>
                    <a:pt x="6227119" y="414058"/>
                  </a:lnTo>
                  <a:lnTo>
                    <a:pt x="6227265" y="414058"/>
                  </a:lnTo>
                  <a:lnTo>
                    <a:pt x="6227410" y="414058"/>
                  </a:lnTo>
                  <a:lnTo>
                    <a:pt x="6227555" y="414058"/>
                  </a:lnTo>
                  <a:lnTo>
                    <a:pt x="6227701" y="414058"/>
                  </a:lnTo>
                  <a:lnTo>
                    <a:pt x="6227846" y="414058"/>
                  </a:lnTo>
                  <a:lnTo>
                    <a:pt x="6227992" y="414058"/>
                  </a:lnTo>
                  <a:lnTo>
                    <a:pt x="6228137" y="414058"/>
                  </a:lnTo>
                  <a:lnTo>
                    <a:pt x="6228283" y="414058"/>
                  </a:lnTo>
                  <a:lnTo>
                    <a:pt x="6228428" y="414058"/>
                  </a:lnTo>
                  <a:lnTo>
                    <a:pt x="6228428" y="413435"/>
                  </a:lnTo>
                  <a:lnTo>
                    <a:pt x="6228573" y="413435"/>
                  </a:lnTo>
                  <a:lnTo>
                    <a:pt x="6228719" y="413435"/>
                  </a:lnTo>
                  <a:lnTo>
                    <a:pt x="6228864" y="413435"/>
                  </a:lnTo>
                  <a:lnTo>
                    <a:pt x="6229010" y="413435"/>
                  </a:lnTo>
                  <a:lnTo>
                    <a:pt x="6229155" y="413435"/>
                  </a:lnTo>
                  <a:lnTo>
                    <a:pt x="6229301" y="413435"/>
                  </a:lnTo>
                  <a:lnTo>
                    <a:pt x="6229446" y="413435"/>
                  </a:lnTo>
                  <a:lnTo>
                    <a:pt x="6229591" y="413435"/>
                  </a:lnTo>
                  <a:lnTo>
                    <a:pt x="6229737" y="413435"/>
                  </a:lnTo>
                  <a:lnTo>
                    <a:pt x="6229882" y="413435"/>
                  </a:lnTo>
                  <a:lnTo>
                    <a:pt x="6230028" y="413435"/>
                  </a:lnTo>
                  <a:lnTo>
                    <a:pt x="6230173" y="413435"/>
                  </a:lnTo>
                  <a:lnTo>
                    <a:pt x="6230319" y="413435"/>
                  </a:lnTo>
                  <a:lnTo>
                    <a:pt x="6230464" y="413435"/>
                  </a:lnTo>
                  <a:lnTo>
                    <a:pt x="6230609" y="413435"/>
                  </a:lnTo>
                  <a:lnTo>
                    <a:pt x="6230755" y="413435"/>
                  </a:lnTo>
                  <a:lnTo>
                    <a:pt x="6230900" y="413435"/>
                  </a:lnTo>
                  <a:lnTo>
                    <a:pt x="6231046" y="413435"/>
                  </a:lnTo>
                  <a:lnTo>
                    <a:pt x="6231191" y="413435"/>
                  </a:lnTo>
                  <a:lnTo>
                    <a:pt x="6231337" y="413435"/>
                  </a:lnTo>
                  <a:lnTo>
                    <a:pt x="6231482" y="413435"/>
                  </a:lnTo>
                  <a:lnTo>
                    <a:pt x="6231627" y="413435"/>
                  </a:lnTo>
                  <a:lnTo>
                    <a:pt x="6231773" y="413435"/>
                  </a:lnTo>
                  <a:lnTo>
                    <a:pt x="6231918" y="413435"/>
                  </a:lnTo>
                  <a:lnTo>
                    <a:pt x="6232064" y="413435"/>
                  </a:lnTo>
                  <a:lnTo>
                    <a:pt x="6232064" y="412811"/>
                  </a:lnTo>
                  <a:lnTo>
                    <a:pt x="6232064" y="412187"/>
                  </a:lnTo>
                  <a:lnTo>
                    <a:pt x="6232209" y="412187"/>
                  </a:lnTo>
                  <a:lnTo>
                    <a:pt x="6232209" y="411564"/>
                  </a:lnTo>
                  <a:lnTo>
                    <a:pt x="6232354" y="411564"/>
                  </a:lnTo>
                  <a:lnTo>
                    <a:pt x="6232354" y="410940"/>
                  </a:lnTo>
                  <a:lnTo>
                    <a:pt x="6232500" y="410940"/>
                  </a:lnTo>
                  <a:lnTo>
                    <a:pt x="6232645" y="410940"/>
                  </a:lnTo>
                  <a:lnTo>
                    <a:pt x="6232791" y="410940"/>
                  </a:lnTo>
                  <a:lnTo>
                    <a:pt x="6232936" y="410940"/>
                  </a:lnTo>
                  <a:lnTo>
                    <a:pt x="6233082" y="410940"/>
                  </a:lnTo>
                  <a:lnTo>
                    <a:pt x="6233082" y="410317"/>
                  </a:lnTo>
                  <a:lnTo>
                    <a:pt x="6233227" y="410317"/>
                  </a:lnTo>
                  <a:lnTo>
                    <a:pt x="6233372" y="410317"/>
                  </a:lnTo>
                  <a:lnTo>
                    <a:pt x="6233372" y="409693"/>
                  </a:lnTo>
                  <a:lnTo>
                    <a:pt x="6233372" y="409070"/>
                  </a:lnTo>
                  <a:lnTo>
                    <a:pt x="6233518" y="409070"/>
                  </a:lnTo>
                  <a:lnTo>
                    <a:pt x="6233663" y="409070"/>
                  </a:lnTo>
                  <a:lnTo>
                    <a:pt x="6233809" y="409070"/>
                  </a:lnTo>
                  <a:lnTo>
                    <a:pt x="6233809" y="408446"/>
                  </a:lnTo>
                  <a:lnTo>
                    <a:pt x="6233809" y="407822"/>
                  </a:lnTo>
                  <a:lnTo>
                    <a:pt x="6233954" y="407822"/>
                  </a:lnTo>
                  <a:lnTo>
                    <a:pt x="6234100" y="407822"/>
                  </a:lnTo>
                  <a:lnTo>
                    <a:pt x="6234245" y="407822"/>
                  </a:lnTo>
                  <a:lnTo>
                    <a:pt x="6234390" y="407822"/>
                  </a:lnTo>
                  <a:lnTo>
                    <a:pt x="6234536" y="407822"/>
                  </a:lnTo>
                  <a:lnTo>
                    <a:pt x="6234681" y="407822"/>
                  </a:lnTo>
                  <a:lnTo>
                    <a:pt x="6234827" y="407822"/>
                  </a:lnTo>
                  <a:lnTo>
                    <a:pt x="6234972" y="407822"/>
                  </a:lnTo>
                  <a:lnTo>
                    <a:pt x="6235118" y="407822"/>
                  </a:lnTo>
                  <a:lnTo>
                    <a:pt x="6235263" y="407822"/>
                  </a:lnTo>
                  <a:lnTo>
                    <a:pt x="6235408" y="407822"/>
                  </a:lnTo>
                  <a:lnTo>
                    <a:pt x="6235554" y="407822"/>
                  </a:lnTo>
                  <a:lnTo>
                    <a:pt x="6235699" y="407822"/>
                  </a:lnTo>
                  <a:lnTo>
                    <a:pt x="6235845" y="407822"/>
                  </a:lnTo>
                  <a:lnTo>
                    <a:pt x="6235990" y="407822"/>
                  </a:lnTo>
                  <a:lnTo>
                    <a:pt x="6236136" y="407822"/>
                  </a:lnTo>
                  <a:lnTo>
                    <a:pt x="6236136" y="407199"/>
                  </a:lnTo>
                  <a:lnTo>
                    <a:pt x="6236281" y="407199"/>
                  </a:lnTo>
                  <a:lnTo>
                    <a:pt x="6236426" y="407199"/>
                  </a:lnTo>
                  <a:lnTo>
                    <a:pt x="6236572" y="407199"/>
                  </a:lnTo>
                  <a:lnTo>
                    <a:pt x="6236717" y="407199"/>
                  </a:lnTo>
                  <a:lnTo>
                    <a:pt x="6236863" y="407199"/>
                  </a:lnTo>
                  <a:lnTo>
                    <a:pt x="6237008" y="407199"/>
                  </a:lnTo>
                  <a:lnTo>
                    <a:pt x="6237154" y="407199"/>
                  </a:lnTo>
                  <a:lnTo>
                    <a:pt x="6237299" y="407199"/>
                  </a:lnTo>
                  <a:lnTo>
                    <a:pt x="6237444" y="407199"/>
                  </a:lnTo>
                  <a:lnTo>
                    <a:pt x="6237590" y="407199"/>
                  </a:lnTo>
                  <a:lnTo>
                    <a:pt x="6237735" y="407199"/>
                  </a:lnTo>
                  <a:lnTo>
                    <a:pt x="6237881" y="407199"/>
                  </a:lnTo>
                  <a:lnTo>
                    <a:pt x="6237881" y="406575"/>
                  </a:lnTo>
                  <a:lnTo>
                    <a:pt x="6238026" y="406575"/>
                  </a:lnTo>
                  <a:lnTo>
                    <a:pt x="6238172" y="406575"/>
                  </a:lnTo>
                  <a:lnTo>
                    <a:pt x="6238317" y="406575"/>
                  </a:lnTo>
                  <a:lnTo>
                    <a:pt x="6238462" y="406575"/>
                  </a:lnTo>
                  <a:lnTo>
                    <a:pt x="6238608" y="406575"/>
                  </a:lnTo>
                  <a:lnTo>
                    <a:pt x="6238753" y="406575"/>
                  </a:lnTo>
                  <a:lnTo>
                    <a:pt x="6238899" y="406575"/>
                  </a:lnTo>
                  <a:lnTo>
                    <a:pt x="6239044" y="406575"/>
                  </a:lnTo>
                  <a:lnTo>
                    <a:pt x="6239044" y="405952"/>
                  </a:lnTo>
                  <a:lnTo>
                    <a:pt x="6239189" y="405952"/>
                  </a:lnTo>
                  <a:lnTo>
                    <a:pt x="6239335" y="405952"/>
                  </a:lnTo>
                  <a:lnTo>
                    <a:pt x="6239480" y="405952"/>
                  </a:lnTo>
                  <a:lnTo>
                    <a:pt x="6239626" y="405952"/>
                  </a:lnTo>
                  <a:lnTo>
                    <a:pt x="6239626" y="405328"/>
                  </a:lnTo>
                  <a:lnTo>
                    <a:pt x="6239626" y="404704"/>
                  </a:lnTo>
                  <a:lnTo>
                    <a:pt x="6239771" y="404704"/>
                  </a:lnTo>
                  <a:lnTo>
                    <a:pt x="6239917" y="404704"/>
                  </a:lnTo>
                  <a:lnTo>
                    <a:pt x="6240062" y="404704"/>
                  </a:lnTo>
                  <a:lnTo>
                    <a:pt x="6240207" y="404704"/>
                  </a:lnTo>
                  <a:lnTo>
                    <a:pt x="6240353" y="404704"/>
                  </a:lnTo>
                  <a:lnTo>
                    <a:pt x="6240498" y="404704"/>
                  </a:lnTo>
                  <a:lnTo>
                    <a:pt x="6240644" y="404704"/>
                  </a:lnTo>
                  <a:lnTo>
                    <a:pt x="6240789" y="404704"/>
                  </a:lnTo>
                  <a:lnTo>
                    <a:pt x="6240789" y="404081"/>
                  </a:lnTo>
                  <a:lnTo>
                    <a:pt x="6240935" y="404081"/>
                  </a:lnTo>
                  <a:lnTo>
                    <a:pt x="6241080" y="404081"/>
                  </a:lnTo>
                  <a:lnTo>
                    <a:pt x="6241225" y="404081"/>
                  </a:lnTo>
                  <a:lnTo>
                    <a:pt x="6241225" y="403457"/>
                  </a:lnTo>
                  <a:lnTo>
                    <a:pt x="6241371" y="403457"/>
                  </a:lnTo>
                  <a:lnTo>
                    <a:pt x="6241516" y="403457"/>
                  </a:lnTo>
                  <a:lnTo>
                    <a:pt x="6241662" y="403457"/>
                  </a:lnTo>
                  <a:lnTo>
                    <a:pt x="6241807" y="403457"/>
                  </a:lnTo>
                  <a:lnTo>
                    <a:pt x="6241953" y="403457"/>
                  </a:lnTo>
                  <a:lnTo>
                    <a:pt x="6242098" y="403457"/>
                  </a:lnTo>
                  <a:lnTo>
                    <a:pt x="6242243" y="403457"/>
                  </a:lnTo>
                  <a:lnTo>
                    <a:pt x="6242389" y="403457"/>
                  </a:lnTo>
                  <a:lnTo>
                    <a:pt x="6242534" y="403457"/>
                  </a:lnTo>
                  <a:lnTo>
                    <a:pt x="6242680" y="403457"/>
                  </a:lnTo>
                  <a:lnTo>
                    <a:pt x="6242825" y="403457"/>
                  </a:lnTo>
                  <a:lnTo>
                    <a:pt x="6242971" y="403457"/>
                  </a:lnTo>
                  <a:lnTo>
                    <a:pt x="6243116" y="403457"/>
                  </a:lnTo>
                  <a:lnTo>
                    <a:pt x="6243261" y="403457"/>
                  </a:lnTo>
                  <a:lnTo>
                    <a:pt x="6243407" y="403457"/>
                  </a:lnTo>
                  <a:lnTo>
                    <a:pt x="6243552" y="403457"/>
                  </a:lnTo>
                  <a:lnTo>
                    <a:pt x="6243698" y="403457"/>
                  </a:lnTo>
                  <a:lnTo>
                    <a:pt x="6243843" y="403457"/>
                  </a:lnTo>
                  <a:lnTo>
                    <a:pt x="6243989" y="403457"/>
                  </a:lnTo>
                  <a:lnTo>
                    <a:pt x="6244134" y="403457"/>
                  </a:lnTo>
                  <a:lnTo>
                    <a:pt x="6244279" y="403457"/>
                  </a:lnTo>
                  <a:lnTo>
                    <a:pt x="6244425" y="403457"/>
                  </a:lnTo>
                  <a:lnTo>
                    <a:pt x="6244570" y="403457"/>
                  </a:lnTo>
                  <a:lnTo>
                    <a:pt x="6244716" y="403457"/>
                  </a:lnTo>
                  <a:lnTo>
                    <a:pt x="6244861" y="403457"/>
                  </a:lnTo>
                  <a:lnTo>
                    <a:pt x="6245007" y="403457"/>
                  </a:lnTo>
                  <a:lnTo>
                    <a:pt x="6245152" y="403457"/>
                  </a:lnTo>
                  <a:lnTo>
                    <a:pt x="6245297" y="403457"/>
                  </a:lnTo>
                  <a:lnTo>
                    <a:pt x="6245443" y="403457"/>
                  </a:lnTo>
                  <a:lnTo>
                    <a:pt x="6245588" y="403457"/>
                  </a:lnTo>
                  <a:lnTo>
                    <a:pt x="6245734" y="403457"/>
                  </a:lnTo>
                  <a:lnTo>
                    <a:pt x="6245879" y="403457"/>
                  </a:lnTo>
                  <a:lnTo>
                    <a:pt x="6246024" y="403457"/>
                  </a:lnTo>
                  <a:lnTo>
                    <a:pt x="6246170" y="403457"/>
                  </a:lnTo>
                  <a:lnTo>
                    <a:pt x="6246315" y="403457"/>
                  </a:lnTo>
                  <a:lnTo>
                    <a:pt x="6246461" y="403457"/>
                  </a:lnTo>
                  <a:lnTo>
                    <a:pt x="6246606" y="403457"/>
                  </a:lnTo>
                  <a:lnTo>
                    <a:pt x="6246752" y="403457"/>
                  </a:lnTo>
                  <a:lnTo>
                    <a:pt x="6246897" y="403457"/>
                  </a:lnTo>
                  <a:lnTo>
                    <a:pt x="6247042" y="403457"/>
                  </a:lnTo>
                  <a:lnTo>
                    <a:pt x="6247188" y="403457"/>
                  </a:lnTo>
                  <a:lnTo>
                    <a:pt x="6247333" y="403457"/>
                  </a:lnTo>
                  <a:lnTo>
                    <a:pt x="6247479" y="403457"/>
                  </a:lnTo>
                  <a:lnTo>
                    <a:pt x="6247624" y="403457"/>
                  </a:lnTo>
                  <a:lnTo>
                    <a:pt x="6247770" y="403457"/>
                  </a:lnTo>
                  <a:lnTo>
                    <a:pt x="6247915" y="403457"/>
                  </a:lnTo>
                  <a:lnTo>
                    <a:pt x="6248060" y="403457"/>
                  </a:lnTo>
                  <a:lnTo>
                    <a:pt x="6248206" y="403457"/>
                  </a:lnTo>
                  <a:lnTo>
                    <a:pt x="6248351" y="403457"/>
                  </a:lnTo>
                  <a:lnTo>
                    <a:pt x="6248497" y="403457"/>
                  </a:lnTo>
                  <a:lnTo>
                    <a:pt x="6248642" y="403457"/>
                  </a:lnTo>
                  <a:lnTo>
                    <a:pt x="6248788" y="403457"/>
                  </a:lnTo>
                  <a:lnTo>
                    <a:pt x="6248933" y="403457"/>
                  </a:lnTo>
                  <a:lnTo>
                    <a:pt x="6249078" y="403457"/>
                  </a:lnTo>
                  <a:lnTo>
                    <a:pt x="6249224" y="403457"/>
                  </a:lnTo>
                  <a:lnTo>
                    <a:pt x="6249369" y="403457"/>
                  </a:lnTo>
                  <a:lnTo>
                    <a:pt x="6249515" y="403457"/>
                  </a:lnTo>
                  <a:lnTo>
                    <a:pt x="6249660" y="403457"/>
                  </a:lnTo>
                  <a:lnTo>
                    <a:pt x="6249806" y="403457"/>
                  </a:lnTo>
                  <a:lnTo>
                    <a:pt x="6249951" y="403457"/>
                  </a:lnTo>
                  <a:lnTo>
                    <a:pt x="6250096" y="403457"/>
                  </a:lnTo>
                  <a:lnTo>
                    <a:pt x="6250242" y="403457"/>
                  </a:lnTo>
                  <a:lnTo>
                    <a:pt x="6250387" y="403457"/>
                  </a:lnTo>
                  <a:lnTo>
                    <a:pt x="6250533" y="403457"/>
                  </a:lnTo>
                  <a:lnTo>
                    <a:pt x="6250678" y="403457"/>
                  </a:lnTo>
                  <a:lnTo>
                    <a:pt x="6250824" y="403457"/>
                  </a:lnTo>
                  <a:lnTo>
                    <a:pt x="6250969" y="403457"/>
                  </a:lnTo>
                  <a:lnTo>
                    <a:pt x="6251114" y="403457"/>
                  </a:lnTo>
                  <a:lnTo>
                    <a:pt x="6251260" y="403457"/>
                  </a:lnTo>
                  <a:lnTo>
                    <a:pt x="6251405" y="403457"/>
                  </a:lnTo>
                  <a:lnTo>
                    <a:pt x="6251405" y="402834"/>
                  </a:lnTo>
                  <a:lnTo>
                    <a:pt x="6251551" y="402834"/>
                  </a:lnTo>
                  <a:lnTo>
                    <a:pt x="6251696" y="402834"/>
                  </a:lnTo>
                  <a:lnTo>
                    <a:pt x="6251842" y="402834"/>
                  </a:lnTo>
                  <a:lnTo>
                    <a:pt x="6251987" y="402834"/>
                  </a:lnTo>
                  <a:lnTo>
                    <a:pt x="6252132" y="402834"/>
                  </a:lnTo>
                  <a:lnTo>
                    <a:pt x="6252278" y="402834"/>
                  </a:lnTo>
                  <a:lnTo>
                    <a:pt x="6252423" y="402834"/>
                  </a:lnTo>
                  <a:lnTo>
                    <a:pt x="6252423" y="402210"/>
                  </a:lnTo>
                  <a:lnTo>
                    <a:pt x="6252569" y="402210"/>
                  </a:lnTo>
                  <a:lnTo>
                    <a:pt x="6252714" y="402210"/>
                  </a:lnTo>
                  <a:lnTo>
                    <a:pt x="6252859" y="402210"/>
                  </a:lnTo>
                  <a:lnTo>
                    <a:pt x="6253005" y="402210"/>
                  </a:lnTo>
                  <a:lnTo>
                    <a:pt x="6253150" y="402210"/>
                  </a:lnTo>
                  <a:lnTo>
                    <a:pt x="6253296" y="402210"/>
                  </a:lnTo>
                  <a:lnTo>
                    <a:pt x="6253441" y="402210"/>
                  </a:lnTo>
                  <a:lnTo>
                    <a:pt x="6253587" y="402210"/>
                  </a:lnTo>
                  <a:lnTo>
                    <a:pt x="6253732" y="402210"/>
                  </a:lnTo>
                  <a:lnTo>
                    <a:pt x="6253877" y="402210"/>
                  </a:lnTo>
                  <a:lnTo>
                    <a:pt x="6254023" y="402210"/>
                  </a:lnTo>
                  <a:lnTo>
                    <a:pt x="6254168" y="402210"/>
                  </a:lnTo>
                  <a:lnTo>
                    <a:pt x="6254168" y="401587"/>
                  </a:lnTo>
                  <a:lnTo>
                    <a:pt x="6254314" y="401587"/>
                  </a:lnTo>
                  <a:lnTo>
                    <a:pt x="6254459" y="401587"/>
                  </a:lnTo>
                  <a:lnTo>
                    <a:pt x="6254605" y="401587"/>
                  </a:lnTo>
                  <a:lnTo>
                    <a:pt x="6254750" y="401587"/>
                  </a:lnTo>
                  <a:lnTo>
                    <a:pt x="6254895" y="401587"/>
                  </a:lnTo>
                  <a:lnTo>
                    <a:pt x="6255041" y="401587"/>
                  </a:lnTo>
                  <a:lnTo>
                    <a:pt x="6255186" y="401587"/>
                  </a:lnTo>
                  <a:lnTo>
                    <a:pt x="6255332" y="401587"/>
                  </a:lnTo>
                  <a:lnTo>
                    <a:pt x="6255477" y="401587"/>
                  </a:lnTo>
                  <a:lnTo>
                    <a:pt x="6255623" y="401587"/>
                  </a:lnTo>
                  <a:lnTo>
                    <a:pt x="6255768" y="401587"/>
                  </a:lnTo>
                  <a:lnTo>
                    <a:pt x="6255913" y="401587"/>
                  </a:lnTo>
                  <a:lnTo>
                    <a:pt x="6256059" y="401587"/>
                  </a:lnTo>
                  <a:lnTo>
                    <a:pt x="6256204" y="401587"/>
                  </a:lnTo>
                  <a:lnTo>
                    <a:pt x="6256350" y="401587"/>
                  </a:lnTo>
                  <a:lnTo>
                    <a:pt x="6256495" y="401587"/>
                  </a:lnTo>
                  <a:lnTo>
                    <a:pt x="6256641" y="401587"/>
                  </a:lnTo>
                  <a:lnTo>
                    <a:pt x="6256786" y="401587"/>
                  </a:lnTo>
                  <a:lnTo>
                    <a:pt x="6256931" y="401587"/>
                  </a:lnTo>
                  <a:lnTo>
                    <a:pt x="6257077" y="401587"/>
                  </a:lnTo>
                  <a:lnTo>
                    <a:pt x="6257222" y="401587"/>
                  </a:lnTo>
                  <a:lnTo>
                    <a:pt x="6257368" y="401587"/>
                  </a:lnTo>
                  <a:lnTo>
                    <a:pt x="6257513" y="401587"/>
                  </a:lnTo>
                  <a:lnTo>
                    <a:pt x="6257659" y="401587"/>
                  </a:lnTo>
                  <a:lnTo>
                    <a:pt x="6257659" y="400963"/>
                  </a:lnTo>
                  <a:lnTo>
                    <a:pt x="6257804" y="400963"/>
                  </a:lnTo>
                  <a:lnTo>
                    <a:pt x="6257949" y="400963"/>
                  </a:lnTo>
                  <a:lnTo>
                    <a:pt x="6258095" y="400963"/>
                  </a:lnTo>
                  <a:lnTo>
                    <a:pt x="6258240" y="400963"/>
                  </a:lnTo>
                  <a:lnTo>
                    <a:pt x="6258386" y="400963"/>
                  </a:lnTo>
                  <a:lnTo>
                    <a:pt x="6258531" y="400963"/>
                  </a:lnTo>
                  <a:lnTo>
                    <a:pt x="6258677" y="400963"/>
                  </a:lnTo>
                  <a:lnTo>
                    <a:pt x="6258822" y="400963"/>
                  </a:lnTo>
                  <a:lnTo>
                    <a:pt x="6258967" y="400963"/>
                  </a:lnTo>
                  <a:lnTo>
                    <a:pt x="6259113" y="400963"/>
                  </a:lnTo>
                  <a:lnTo>
                    <a:pt x="6259258" y="400963"/>
                  </a:lnTo>
                  <a:lnTo>
                    <a:pt x="6259404" y="400963"/>
                  </a:lnTo>
                  <a:lnTo>
                    <a:pt x="6259549" y="400963"/>
                  </a:lnTo>
                  <a:lnTo>
                    <a:pt x="6259694" y="400963"/>
                  </a:lnTo>
                  <a:lnTo>
                    <a:pt x="6259840" y="400963"/>
                  </a:lnTo>
                  <a:lnTo>
                    <a:pt x="6259985" y="400963"/>
                  </a:lnTo>
                  <a:lnTo>
                    <a:pt x="6260131" y="400963"/>
                  </a:lnTo>
                  <a:lnTo>
                    <a:pt x="6260276" y="400963"/>
                  </a:lnTo>
                  <a:lnTo>
                    <a:pt x="6260422" y="400963"/>
                  </a:lnTo>
                  <a:lnTo>
                    <a:pt x="6260567" y="400963"/>
                  </a:lnTo>
                  <a:lnTo>
                    <a:pt x="6260712" y="400963"/>
                  </a:lnTo>
                  <a:lnTo>
                    <a:pt x="6260858" y="400963"/>
                  </a:lnTo>
                  <a:lnTo>
                    <a:pt x="6261003" y="400963"/>
                  </a:lnTo>
                  <a:lnTo>
                    <a:pt x="6261149" y="400963"/>
                  </a:lnTo>
                  <a:lnTo>
                    <a:pt x="6261294" y="400963"/>
                  </a:lnTo>
                  <a:lnTo>
                    <a:pt x="6261440" y="400963"/>
                  </a:lnTo>
                  <a:lnTo>
                    <a:pt x="6261585" y="400963"/>
                  </a:lnTo>
                  <a:lnTo>
                    <a:pt x="6261730" y="400963"/>
                  </a:lnTo>
                  <a:lnTo>
                    <a:pt x="6261876" y="400963"/>
                  </a:lnTo>
                  <a:lnTo>
                    <a:pt x="6261876" y="400339"/>
                  </a:lnTo>
                  <a:lnTo>
                    <a:pt x="6261876" y="399716"/>
                  </a:lnTo>
                  <a:lnTo>
                    <a:pt x="6262021" y="399716"/>
                  </a:lnTo>
                  <a:lnTo>
                    <a:pt x="6262167" y="399716"/>
                  </a:lnTo>
                  <a:lnTo>
                    <a:pt x="6262312" y="399716"/>
                  </a:lnTo>
                  <a:lnTo>
                    <a:pt x="6262458" y="399716"/>
                  </a:lnTo>
                  <a:lnTo>
                    <a:pt x="6262603" y="399716"/>
                  </a:lnTo>
                  <a:lnTo>
                    <a:pt x="6262748" y="399716"/>
                  </a:lnTo>
                  <a:lnTo>
                    <a:pt x="6262894" y="399716"/>
                  </a:lnTo>
                  <a:lnTo>
                    <a:pt x="6263039" y="399716"/>
                  </a:lnTo>
                  <a:lnTo>
                    <a:pt x="6263185" y="399716"/>
                  </a:lnTo>
                  <a:lnTo>
                    <a:pt x="6263330" y="399716"/>
                  </a:lnTo>
                  <a:lnTo>
                    <a:pt x="6263476" y="399716"/>
                  </a:lnTo>
                  <a:lnTo>
                    <a:pt x="6263621" y="399716"/>
                  </a:lnTo>
                  <a:lnTo>
                    <a:pt x="6263766" y="399716"/>
                  </a:lnTo>
                  <a:lnTo>
                    <a:pt x="6263912" y="399716"/>
                  </a:lnTo>
                  <a:lnTo>
                    <a:pt x="6264057" y="399716"/>
                  </a:lnTo>
                  <a:lnTo>
                    <a:pt x="6264203" y="399716"/>
                  </a:lnTo>
                  <a:lnTo>
                    <a:pt x="6264203" y="399092"/>
                  </a:lnTo>
                  <a:lnTo>
                    <a:pt x="6264348" y="399092"/>
                  </a:lnTo>
                  <a:lnTo>
                    <a:pt x="6264494" y="399092"/>
                  </a:lnTo>
                  <a:lnTo>
                    <a:pt x="6264639" y="399092"/>
                  </a:lnTo>
                  <a:lnTo>
                    <a:pt x="6264639" y="398469"/>
                  </a:lnTo>
                  <a:lnTo>
                    <a:pt x="6264784" y="398469"/>
                  </a:lnTo>
                  <a:lnTo>
                    <a:pt x="6264930" y="398469"/>
                  </a:lnTo>
                  <a:lnTo>
                    <a:pt x="6265075" y="398469"/>
                  </a:lnTo>
                  <a:lnTo>
                    <a:pt x="6265221" y="398469"/>
                  </a:lnTo>
                  <a:lnTo>
                    <a:pt x="6265366" y="398469"/>
                  </a:lnTo>
                  <a:lnTo>
                    <a:pt x="6265512" y="398469"/>
                  </a:lnTo>
                  <a:lnTo>
                    <a:pt x="6265512" y="397845"/>
                  </a:lnTo>
                  <a:lnTo>
                    <a:pt x="6265657" y="397845"/>
                  </a:lnTo>
                  <a:lnTo>
                    <a:pt x="6265802" y="397845"/>
                  </a:lnTo>
                  <a:lnTo>
                    <a:pt x="6265948" y="397845"/>
                  </a:lnTo>
                  <a:lnTo>
                    <a:pt x="6266093" y="397845"/>
                  </a:lnTo>
                  <a:lnTo>
                    <a:pt x="6266239" y="397845"/>
                  </a:lnTo>
                  <a:lnTo>
                    <a:pt x="6266384" y="397845"/>
                  </a:lnTo>
                  <a:lnTo>
                    <a:pt x="6266529" y="397845"/>
                  </a:lnTo>
                  <a:lnTo>
                    <a:pt x="6266675" y="397845"/>
                  </a:lnTo>
                  <a:lnTo>
                    <a:pt x="6266820" y="397845"/>
                  </a:lnTo>
                  <a:lnTo>
                    <a:pt x="6266966" y="397845"/>
                  </a:lnTo>
                  <a:lnTo>
                    <a:pt x="6267111" y="397845"/>
                  </a:lnTo>
                  <a:lnTo>
                    <a:pt x="6267257" y="397845"/>
                  </a:lnTo>
                  <a:lnTo>
                    <a:pt x="6267402" y="397845"/>
                  </a:lnTo>
                  <a:lnTo>
                    <a:pt x="6267547" y="397845"/>
                  </a:lnTo>
                  <a:lnTo>
                    <a:pt x="6267693" y="397845"/>
                  </a:lnTo>
                  <a:lnTo>
                    <a:pt x="6267838" y="397845"/>
                  </a:lnTo>
                  <a:lnTo>
                    <a:pt x="6267984" y="397845"/>
                  </a:lnTo>
                  <a:lnTo>
                    <a:pt x="6268129" y="397845"/>
                  </a:lnTo>
                  <a:lnTo>
                    <a:pt x="6268275" y="397845"/>
                  </a:lnTo>
                  <a:lnTo>
                    <a:pt x="6268420" y="397845"/>
                  </a:lnTo>
                  <a:lnTo>
                    <a:pt x="6268565" y="397845"/>
                  </a:lnTo>
                  <a:lnTo>
                    <a:pt x="6268711" y="397845"/>
                  </a:lnTo>
                  <a:lnTo>
                    <a:pt x="6268856" y="397845"/>
                  </a:lnTo>
                  <a:lnTo>
                    <a:pt x="6269002" y="397845"/>
                  </a:lnTo>
                  <a:lnTo>
                    <a:pt x="6269147" y="397845"/>
                  </a:lnTo>
                  <a:lnTo>
                    <a:pt x="6269293" y="397845"/>
                  </a:lnTo>
                  <a:lnTo>
                    <a:pt x="6269438" y="397845"/>
                  </a:lnTo>
                  <a:lnTo>
                    <a:pt x="6269583" y="397845"/>
                  </a:lnTo>
                  <a:lnTo>
                    <a:pt x="6269729" y="397845"/>
                  </a:lnTo>
                  <a:lnTo>
                    <a:pt x="6269874" y="397845"/>
                  </a:lnTo>
                  <a:lnTo>
                    <a:pt x="6270020" y="397845"/>
                  </a:lnTo>
                  <a:lnTo>
                    <a:pt x="6270165" y="397845"/>
                  </a:lnTo>
                  <a:lnTo>
                    <a:pt x="6270311" y="397845"/>
                  </a:lnTo>
                  <a:lnTo>
                    <a:pt x="6270456" y="397845"/>
                  </a:lnTo>
                  <a:lnTo>
                    <a:pt x="6270601" y="397845"/>
                  </a:lnTo>
                  <a:lnTo>
                    <a:pt x="6270747" y="397845"/>
                  </a:lnTo>
                  <a:lnTo>
                    <a:pt x="6270892" y="397845"/>
                  </a:lnTo>
                  <a:lnTo>
                    <a:pt x="6271038" y="397845"/>
                  </a:lnTo>
                  <a:lnTo>
                    <a:pt x="6271183" y="397845"/>
                  </a:lnTo>
                  <a:lnTo>
                    <a:pt x="6271329" y="397845"/>
                  </a:lnTo>
                  <a:lnTo>
                    <a:pt x="6271329" y="397221"/>
                  </a:lnTo>
                  <a:lnTo>
                    <a:pt x="6271474" y="397221"/>
                  </a:lnTo>
                  <a:lnTo>
                    <a:pt x="6271619" y="397221"/>
                  </a:lnTo>
                  <a:lnTo>
                    <a:pt x="6271765" y="397221"/>
                  </a:lnTo>
                  <a:lnTo>
                    <a:pt x="6271910" y="397221"/>
                  </a:lnTo>
                  <a:lnTo>
                    <a:pt x="6272056" y="397221"/>
                  </a:lnTo>
                  <a:lnTo>
                    <a:pt x="6272201" y="397221"/>
                  </a:lnTo>
                  <a:lnTo>
                    <a:pt x="6272346" y="397221"/>
                  </a:lnTo>
                  <a:lnTo>
                    <a:pt x="6272492" y="397221"/>
                  </a:lnTo>
                  <a:lnTo>
                    <a:pt x="6272637" y="397221"/>
                  </a:lnTo>
                  <a:lnTo>
                    <a:pt x="6272783" y="397221"/>
                  </a:lnTo>
                  <a:lnTo>
                    <a:pt x="6272928" y="397221"/>
                  </a:lnTo>
                  <a:lnTo>
                    <a:pt x="6273074" y="397221"/>
                  </a:lnTo>
                  <a:lnTo>
                    <a:pt x="6273074" y="396598"/>
                  </a:lnTo>
                  <a:lnTo>
                    <a:pt x="6273219" y="396598"/>
                  </a:lnTo>
                  <a:lnTo>
                    <a:pt x="6273364" y="396598"/>
                  </a:lnTo>
                  <a:lnTo>
                    <a:pt x="6273510" y="396598"/>
                  </a:lnTo>
                  <a:lnTo>
                    <a:pt x="6273655" y="396598"/>
                  </a:lnTo>
                  <a:lnTo>
                    <a:pt x="6273801" y="396598"/>
                  </a:lnTo>
                  <a:lnTo>
                    <a:pt x="6273946" y="396598"/>
                  </a:lnTo>
                  <a:lnTo>
                    <a:pt x="6274092" y="396598"/>
                  </a:lnTo>
                  <a:lnTo>
                    <a:pt x="6274237" y="396598"/>
                  </a:lnTo>
                  <a:lnTo>
                    <a:pt x="6274382" y="396598"/>
                  </a:lnTo>
                  <a:lnTo>
                    <a:pt x="6274382" y="395974"/>
                  </a:lnTo>
                  <a:lnTo>
                    <a:pt x="6274528" y="395974"/>
                  </a:lnTo>
                  <a:lnTo>
                    <a:pt x="6274673" y="395974"/>
                  </a:lnTo>
                  <a:lnTo>
                    <a:pt x="6274819" y="395974"/>
                  </a:lnTo>
                  <a:lnTo>
                    <a:pt x="6274964" y="395974"/>
                  </a:lnTo>
                  <a:lnTo>
                    <a:pt x="6275110" y="395974"/>
                  </a:lnTo>
                  <a:lnTo>
                    <a:pt x="6275255" y="395974"/>
                  </a:lnTo>
                  <a:lnTo>
                    <a:pt x="6275400" y="395974"/>
                  </a:lnTo>
                  <a:lnTo>
                    <a:pt x="6275546" y="395974"/>
                  </a:lnTo>
                  <a:lnTo>
                    <a:pt x="6275691" y="395974"/>
                  </a:lnTo>
                  <a:lnTo>
                    <a:pt x="6275691" y="395351"/>
                  </a:lnTo>
                  <a:lnTo>
                    <a:pt x="6275837" y="395351"/>
                  </a:lnTo>
                  <a:lnTo>
                    <a:pt x="6275837" y="394727"/>
                  </a:lnTo>
                  <a:lnTo>
                    <a:pt x="6275982" y="394727"/>
                  </a:lnTo>
                  <a:lnTo>
                    <a:pt x="6276128" y="394727"/>
                  </a:lnTo>
                  <a:lnTo>
                    <a:pt x="6276273" y="394727"/>
                  </a:lnTo>
                  <a:lnTo>
                    <a:pt x="6276418" y="394727"/>
                  </a:lnTo>
                  <a:lnTo>
                    <a:pt x="6276564" y="394727"/>
                  </a:lnTo>
                  <a:lnTo>
                    <a:pt x="6276709" y="394727"/>
                  </a:lnTo>
                  <a:lnTo>
                    <a:pt x="6276855" y="394727"/>
                  </a:lnTo>
                  <a:lnTo>
                    <a:pt x="6277000" y="394727"/>
                  </a:lnTo>
                  <a:lnTo>
                    <a:pt x="6277146" y="394727"/>
                  </a:lnTo>
                  <a:lnTo>
                    <a:pt x="6277146" y="394104"/>
                  </a:lnTo>
                  <a:lnTo>
                    <a:pt x="6277291" y="394104"/>
                  </a:lnTo>
                  <a:lnTo>
                    <a:pt x="6277436" y="394104"/>
                  </a:lnTo>
                  <a:lnTo>
                    <a:pt x="6277582" y="394104"/>
                  </a:lnTo>
                  <a:lnTo>
                    <a:pt x="6277727" y="394104"/>
                  </a:lnTo>
                  <a:lnTo>
                    <a:pt x="6277727" y="393480"/>
                  </a:lnTo>
                  <a:lnTo>
                    <a:pt x="6277873" y="393480"/>
                  </a:lnTo>
                  <a:lnTo>
                    <a:pt x="6278018" y="393480"/>
                  </a:lnTo>
                  <a:lnTo>
                    <a:pt x="6278164" y="393480"/>
                  </a:lnTo>
                  <a:lnTo>
                    <a:pt x="6278164" y="392856"/>
                  </a:lnTo>
                  <a:lnTo>
                    <a:pt x="6278164" y="392233"/>
                  </a:lnTo>
                  <a:lnTo>
                    <a:pt x="6278309" y="392233"/>
                  </a:lnTo>
                  <a:lnTo>
                    <a:pt x="6278309" y="391609"/>
                  </a:lnTo>
                  <a:lnTo>
                    <a:pt x="6278454" y="391609"/>
                  </a:lnTo>
                  <a:lnTo>
                    <a:pt x="6278600" y="391609"/>
                  </a:lnTo>
                  <a:lnTo>
                    <a:pt x="6278745" y="391609"/>
                  </a:lnTo>
                  <a:lnTo>
                    <a:pt x="6278891" y="391609"/>
                  </a:lnTo>
                  <a:lnTo>
                    <a:pt x="6279036" y="391609"/>
                  </a:lnTo>
                  <a:lnTo>
                    <a:pt x="6279181" y="391609"/>
                  </a:lnTo>
                  <a:lnTo>
                    <a:pt x="6279327" y="391609"/>
                  </a:lnTo>
                  <a:lnTo>
                    <a:pt x="6279327" y="390986"/>
                  </a:lnTo>
                  <a:lnTo>
                    <a:pt x="6279472" y="390986"/>
                  </a:lnTo>
                  <a:lnTo>
                    <a:pt x="6279618" y="390986"/>
                  </a:lnTo>
                  <a:lnTo>
                    <a:pt x="6279763" y="390986"/>
                  </a:lnTo>
                  <a:lnTo>
                    <a:pt x="6279909" y="390986"/>
                  </a:lnTo>
                  <a:lnTo>
                    <a:pt x="6280054" y="390986"/>
                  </a:lnTo>
                  <a:lnTo>
                    <a:pt x="6280199" y="390986"/>
                  </a:lnTo>
                  <a:lnTo>
                    <a:pt x="6280345" y="390986"/>
                  </a:lnTo>
                  <a:lnTo>
                    <a:pt x="6280490" y="390986"/>
                  </a:lnTo>
                  <a:lnTo>
                    <a:pt x="6280636" y="390986"/>
                  </a:lnTo>
                  <a:lnTo>
                    <a:pt x="6280781" y="390986"/>
                  </a:lnTo>
                  <a:lnTo>
                    <a:pt x="6280927" y="390986"/>
                  </a:lnTo>
                  <a:lnTo>
                    <a:pt x="6281072" y="390986"/>
                  </a:lnTo>
                  <a:lnTo>
                    <a:pt x="6281217" y="390986"/>
                  </a:lnTo>
                  <a:lnTo>
                    <a:pt x="6281363" y="390986"/>
                  </a:lnTo>
                  <a:lnTo>
                    <a:pt x="6281508" y="390986"/>
                  </a:lnTo>
                  <a:lnTo>
                    <a:pt x="6281654" y="390986"/>
                  </a:lnTo>
                  <a:lnTo>
                    <a:pt x="6281799" y="390986"/>
                  </a:lnTo>
                  <a:lnTo>
                    <a:pt x="6281945" y="390986"/>
                  </a:lnTo>
                  <a:lnTo>
                    <a:pt x="6282090" y="390986"/>
                  </a:lnTo>
                  <a:lnTo>
                    <a:pt x="6282235" y="390986"/>
                  </a:lnTo>
                  <a:lnTo>
                    <a:pt x="6282381" y="390986"/>
                  </a:lnTo>
                  <a:lnTo>
                    <a:pt x="6282526" y="390986"/>
                  </a:lnTo>
                  <a:lnTo>
                    <a:pt x="6282526" y="390362"/>
                  </a:lnTo>
                  <a:lnTo>
                    <a:pt x="6282672" y="390362"/>
                  </a:lnTo>
                  <a:lnTo>
                    <a:pt x="6282817" y="390362"/>
                  </a:lnTo>
                  <a:lnTo>
                    <a:pt x="6282963" y="390362"/>
                  </a:lnTo>
                  <a:lnTo>
                    <a:pt x="6283108" y="390362"/>
                  </a:lnTo>
                  <a:lnTo>
                    <a:pt x="6283253" y="390362"/>
                  </a:lnTo>
                  <a:lnTo>
                    <a:pt x="6283399" y="390362"/>
                  </a:lnTo>
                  <a:lnTo>
                    <a:pt x="6283544" y="390362"/>
                  </a:lnTo>
                  <a:lnTo>
                    <a:pt x="6283690" y="390362"/>
                  </a:lnTo>
                  <a:lnTo>
                    <a:pt x="6283835" y="390362"/>
                  </a:lnTo>
                  <a:lnTo>
                    <a:pt x="6283981" y="390362"/>
                  </a:lnTo>
                  <a:lnTo>
                    <a:pt x="6284126" y="390362"/>
                  </a:lnTo>
                  <a:lnTo>
                    <a:pt x="6284271" y="390362"/>
                  </a:lnTo>
                  <a:lnTo>
                    <a:pt x="6284417" y="390362"/>
                  </a:lnTo>
                  <a:lnTo>
                    <a:pt x="6284562" y="390362"/>
                  </a:lnTo>
                  <a:lnTo>
                    <a:pt x="6284708" y="390362"/>
                  </a:lnTo>
                  <a:lnTo>
                    <a:pt x="6284853" y="390362"/>
                  </a:lnTo>
                  <a:lnTo>
                    <a:pt x="6284999" y="390362"/>
                  </a:lnTo>
                  <a:lnTo>
                    <a:pt x="6285144" y="390362"/>
                  </a:lnTo>
                  <a:lnTo>
                    <a:pt x="6285289" y="390362"/>
                  </a:lnTo>
                  <a:lnTo>
                    <a:pt x="6285435" y="390362"/>
                  </a:lnTo>
                  <a:lnTo>
                    <a:pt x="6285580" y="390362"/>
                  </a:lnTo>
                  <a:lnTo>
                    <a:pt x="6285726" y="390362"/>
                  </a:lnTo>
                  <a:lnTo>
                    <a:pt x="6285871" y="390362"/>
                  </a:lnTo>
                  <a:lnTo>
                    <a:pt x="6286016" y="390362"/>
                  </a:lnTo>
                  <a:lnTo>
                    <a:pt x="6286162" y="390362"/>
                  </a:lnTo>
                  <a:lnTo>
                    <a:pt x="6286307" y="390362"/>
                  </a:lnTo>
                  <a:lnTo>
                    <a:pt x="6286453" y="390362"/>
                  </a:lnTo>
                  <a:lnTo>
                    <a:pt x="6286598" y="390362"/>
                  </a:lnTo>
                  <a:lnTo>
                    <a:pt x="6286744" y="390362"/>
                  </a:lnTo>
                  <a:lnTo>
                    <a:pt x="6286889" y="390362"/>
                  </a:lnTo>
                  <a:lnTo>
                    <a:pt x="6287034" y="390362"/>
                  </a:lnTo>
                  <a:lnTo>
                    <a:pt x="6287180" y="390362"/>
                  </a:lnTo>
                  <a:lnTo>
                    <a:pt x="6287325" y="390362"/>
                  </a:lnTo>
                  <a:lnTo>
                    <a:pt x="6287471" y="390362"/>
                  </a:lnTo>
                  <a:lnTo>
                    <a:pt x="6287616" y="390362"/>
                  </a:lnTo>
                  <a:lnTo>
                    <a:pt x="6287762" y="390362"/>
                  </a:lnTo>
                  <a:lnTo>
                    <a:pt x="6287907" y="390362"/>
                  </a:lnTo>
                  <a:lnTo>
                    <a:pt x="6288052" y="390362"/>
                  </a:lnTo>
                  <a:lnTo>
                    <a:pt x="6288198" y="390362"/>
                  </a:lnTo>
                  <a:lnTo>
                    <a:pt x="6288343" y="390362"/>
                  </a:lnTo>
                  <a:lnTo>
                    <a:pt x="6288343" y="389738"/>
                  </a:lnTo>
                  <a:lnTo>
                    <a:pt x="6288489" y="389738"/>
                  </a:lnTo>
                  <a:lnTo>
                    <a:pt x="6288634" y="389738"/>
                  </a:lnTo>
                  <a:lnTo>
                    <a:pt x="6288780" y="389738"/>
                  </a:lnTo>
                  <a:lnTo>
                    <a:pt x="6288780" y="389115"/>
                  </a:lnTo>
                  <a:lnTo>
                    <a:pt x="6288925" y="389115"/>
                  </a:lnTo>
                  <a:lnTo>
                    <a:pt x="6289070" y="389115"/>
                  </a:lnTo>
                  <a:lnTo>
                    <a:pt x="6289216" y="389115"/>
                  </a:lnTo>
                  <a:lnTo>
                    <a:pt x="6289361" y="389115"/>
                  </a:lnTo>
                  <a:lnTo>
                    <a:pt x="6289507" y="389115"/>
                  </a:lnTo>
                  <a:lnTo>
                    <a:pt x="6289652" y="389115"/>
                  </a:lnTo>
                  <a:lnTo>
                    <a:pt x="6289652" y="388491"/>
                  </a:lnTo>
                  <a:lnTo>
                    <a:pt x="6289798" y="388491"/>
                  </a:lnTo>
                  <a:lnTo>
                    <a:pt x="6289943" y="388491"/>
                  </a:lnTo>
                  <a:lnTo>
                    <a:pt x="6290088" y="388491"/>
                  </a:lnTo>
                  <a:lnTo>
                    <a:pt x="6290234" y="388491"/>
                  </a:lnTo>
                  <a:lnTo>
                    <a:pt x="6290379" y="388491"/>
                  </a:lnTo>
                  <a:lnTo>
                    <a:pt x="6290525" y="388491"/>
                  </a:lnTo>
                  <a:lnTo>
                    <a:pt x="6290670" y="388491"/>
                  </a:lnTo>
                  <a:lnTo>
                    <a:pt x="6290816" y="388491"/>
                  </a:lnTo>
                  <a:lnTo>
                    <a:pt x="6290961" y="388491"/>
                  </a:lnTo>
                  <a:lnTo>
                    <a:pt x="6291106" y="388491"/>
                  </a:lnTo>
                  <a:lnTo>
                    <a:pt x="6291252" y="388491"/>
                  </a:lnTo>
                  <a:lnTo>
                    <a:pt x="6291397" y="388491"/>
                  </a:lnTo>
                  <a:lnTo>
                    <a:pt x="6291543" y="388491"/>
                  </a:lnTo>
                  <a:lnTo>
                    <a:pt x="6291543" y="387868"/>
                  </a:lnTo>
                  <a:lnTo>
                    <a:pt x="6291688" y="387868"/>
                  </a:lnTo>
                  <a:lnTo>
                    <a:pt x="6291688" y="387244"/>
                  </a:lnTo>
                  <a:lnTo>
                    <a:pt x="6291688" y="386621"/>
                  </a:lnTo>
                  <a:lnTo>
                    <a:pt x="6291834" y="386621"/>
                  </a:lnTo>
                  <a:lnTo>
                    <a:pt x="6291979" y="386621"/>
                  </a:lnTo>
                  <a:lnTo>
                    <a:pt x="6292124" y="386621"/>
                  </a:lnTo>
                  <a:lnTo>
                    <a:pt x="6292270" y="386621"/>
                  </a:lnTo>
                  <a:lnTo>
                    <a:pt x="6292415" y="386621"/>
                  </a:lnTo>
                  <a:lnTo>
                    <a:pt x="6292415" y="385997"/>
                  </a:lnTo>
                  <a:lnTo>
                    <a:pt x="6292561" y="385997"/>
                  </a:lnTo>
                  <a:lnTo>
                    <a:pt x="6292706" y="385997"/>
                  </a:lnTo>
                  <a:lnTo>
                    <a:pt x="6292851" y="385997"/>
                  </a:lnTo>
                  <a:lnTo>
                    <a:pt x="6292997" y="385997"/>
                  </a:lnTo>
                  <a:lnTo>
                    <a:pt x="6293142" y="385997"/>
                  </a:lnTo>
                  <a:lnTo>
                    <a:pt x="6293288" y="385997"/>
                  </a:lnTo>
                  <a:lnTo>
                    <a:pt x="6293288" y="385373"/>
                  </a:lnTo>
                  <a:lnTo>
                    <a:pt x="6293433" y="385373"/>
                  </a:lnTo>
                  <a:lnTo>
                    <a:pt x="6293579" y="385373"/>
                  </a:lnTo>
                  <a:lnTo>
                    <a:pt x="6293724" y="385373"/>
                  </a:lnTo>
                  <a:lnTo>
                    <a:pt x="6293869" y="385373"/>
                  </a:lnTo>
                  <a:lnTo>
                    <a:pt x="6293869" y="384750"/>
                  </a:lnTo>
                  <a:lnTo>
                    <a:pt x="6294015" y="384750"/>
                  </a:lnTo>
                  <a:lnTo>
                    <a:pt x="6294160" y="384750"/>
                  </a:lnTo>
                  <a:lnTo>
                    <a:pt x="6294306" y="384750"/>
                  </a:lnTo>
                  <a:lnTo>
                    <a:pt x="6294451" y="384750"/>
                  </a:lnTo>
                  <a:lnTo>
                    <a:pt x="6294597" y="384750"/>
                  </a:lnTo>
                  <a:lnTo>
                    <a:pt x="6294742" y="384750"/>
                  </a:lnTo>
                  <a:lnTo>
                    <a:pt x="6294887" y="384750"/>
                  </a:lnTo>
                  <a:lnTo>
                    <a:pt x="6295033" y="384750"/>
                  </a:lnTo>
                  <a:lnTo>
                    <a:pt x="6295178" y="384750"/>
                  </a:lnTo>
                  <a:lnTo>
                    <a:pt x="6295324" y="384750"/>
                  </a:lnTo>
                  <a:lnTo>
                    <a:pt x="6295324" y="384126"/>
                  </a:lnTo>
                  <a:lnTo>
                    <a:pt x="6295469" y="384126"/>
                  </a:lnTo>
                  <a:lnTo>
                    <a:pt x="6295615" y="384126"/>
                  </a:lnTo>
                  <a:lnTo>
                    <a:pt x="6295760" y="384126"/>
                  </a:lnTo>
                  <a:lnTo>
                    <a:pt x="6295905" y="384126"/>
                  </a:lnTo>
                  <a:lnTo>
                    <a:pt x="6296051" y="384126"/>
                  </a:lnTo>
                  <a:lnTo>
                    <a:pt x="6296196" y="384126"/>
                  </a:lnTo>
                  <a:lnTo>
                    <a:pt x="6296342" y="384126"/>
                  </a:lnTo>
                  <a:lnTo>
                    <a:pt x="6296487" y="384126"/>
                  </a:lnTo>
                  <a:lnTo>
                    <a:pt x="6296633" y="384126"/>
                  </a:lnTo>
                  <a:lnTo>
                    <a:pt x="6296778" y="384126"/>
                  </a:lnTo>
                  <a:lnTo>
                    <a:pt x="6296923" y="384126"/>
                  </a:lnTo>
                  <a:lnTo>
                    <a:pt x="6297069" y="384126"/>
                  </a:lnTo>
                  <a:lnTo>
                    <a:pt x="6297214" y="384126"/>
                  </a:lnTo>
                  <a:lnTo>
                    <a:pt x="6297360" y="384126"/>
                  </a:lnTo>
                  <a:lnTo>
                    <a:pt x="6297505" y="384126"/>
                  </a:lnTo>
                  <a:lnTo>
                    <a:pt x="6297505" y="383503"/>
                  </a:lnTo>
                  <a:lnTo>
                    <a:pt x="6297651" y="383503"/>
                  </a:lnTo>
                  <a:lnTo>
                    <a:pt x="6297796" y="383503"/>
                  </a:lnTo>
                  <a:lnTo>
                    <a:pt x="6297941" y="383503"/>
                  </a:lnTo>
                  <a:lnTo>
                    <a:pt x="6298087" y="383503"/>
                  </a:lnTo>
                  <a:lnTo>
                    <a:pt x="6298232" y="383503"/>
                  </a:lnTo>
                  <a:lnTo>
                    <a:pt x="6298378" y="383503"/>
                  </a:lnTo>
                  <a:lnTo>
                    <a:pt x="6298523" y="383503"/>
                  </a:lnTo>
                  <a:lnTo>
                    <a:pt x="6298669" y="383503"/>
                  </a:lnTo>
                  <a:lnTo>
                    <a:pt x="6298814" y="383503"/>
                  </a:lnTo>
                  <a:lnTo>
                    <a:pt x="6298959" y="383503"/>
                  </a:lnTo>
                  <a:lnTo>
                    <a:pt x="6299105" y="383503"/>
                  </a:lnTo>
                  <a:lnTo>
                    <a:pt x="6299105" y="382879"/>
                  </a:lnTo>
                  <a:lnTo>
                    <a:pt x="6299250" y="382879"/>
                  </a:lnTo>
                  <a:lnTo>
                    <a:pt x="6299396" y="382879"/>
                  </a:lnTo>
                  <a:lnTo>
                    <a:pt x="6299541" y="382879"/>
                  </a:lnTo>
                  <a:lnTo>
                    <a:pt x="6299686" y="382879"/>
                  </a:lnTo>
                  <a:lnTo>
                    <a:pt x="6299832" y="382879"/>
                  </a:lnTo>
                  <a:lnTo>
                    <a:pt x="6299977" y="382879"/>
                  </a:lnTo>
                  <a:lnTo>
                    <a:pt x="6300123" y="382879"/>
                  </a:lnTo>
                  <a:lnTo>
                    <a:pt x="6300268" y="382879"/>
                  </a:lnTo>
                  <a:lnTo>
                    <a:pt x="6300414" y="382879"/>
                  </a:lnTo>
                  <a:lnTo>
                    <a:pt x="6300559" y="382879"/>
                  </a:lnTo>
                  <a:lnTo>
                    <a:pt x="6300704" y="382879"/>
                  </a:lnTo>
                  <a:lnTo>
                    <a:pt x="6300850" y="382879"/>
                  </a:lnTo>
                  <a:lnTo>
                    <a:pt x="6300995" y="382879"/>
                  </a:lnTo>
                  <a:lnTo>
                    <a:pt x="6301141" y="382879"/>
                  </a:lnTo>
                  <a:lnTo>
                    <a:pt x="6301286" y="382879"/>
                  </a:lnTo>
                  <a:lnTo>
                    <a:pt x="6301432" y="382879"/>
                  </a:lnTo>
                  <a:lnTo>
                    <a:pt x="6301577" y="382879"/>
                  </a:lnTo>
                  <a:lnTo>
                    <a:pt x="6301722" y="382879"/>
                  </a:lnTo>
                  <a:lnTo>
                    <a:pt x="6301868" y="382879"/>
                  </a:lnTo>
                  <a:lnTo>
                    <a:pt x="6302013" y="382879"/>
                  </a:lnTo>
                  <a:lnTo>
                    <a:pt x="6302159" y="382879"/>
                  </a:lnTo>
                  <a:lnTo>
                    <a:pt x="6302304" y="382879"/>
                  </a:lnTo>
                  <a:lnTo>
                    <a:pt x="6302450" y="382879"/>
                  </a:lnTo>
                  <a:lnTo>
                    <a:pt x="6302595" y="382879"/>
                  </a:lnTo>
                  <a:lnTo>
                    <a:pt x="6302740" y="382879"/>
                  </a:lnTo>
                  <a:lnTo>
                    <a:pt x="6302886" y="382879"/>
                  </a:lnTo>
                  <a:lnTo>
                    <a:pt x="6303031" y="382879"/>
                  </a:lnTo>
                  <a:lnTo>
                    <a:pt x="6303177" y="382879"/>
                  </a:lnTo>
                  <a:lnTo>
                    <a:pt x="6303322" y="382879"/>
                  </a:lnTo>
                  <a:lnTo>
                    <a:pt x="6303468" y="382879"/>
                  </a:lnTo>
                  <a:lnTo>
                    <a:pt x="6303613" y="382879"/>
                  </a:lnTo>
                  <a:lnTo>
                    <a:pt x="6303758" y="382879"/>
                  </a:lnTo>
                  <a:lnTo>
                    <a:pt x="6303904" y="382879"/>
                  </a:lnTo>
                  <a:lnTo>
                    <a:pt x="6304049" y="382879"/>
                  </a:lnTo>
                  <a:lnTo>
                    <a:pt x="6304195" y="382879"/>
                  </a:lnTo>
                  <a:lnTo>
                    <a:pt x="6304340" y="382879"/>
                  </a:lnTo>
                  <a:lnTo>
                    <a:pt x="6304486" y="382879"/>
                  </a:lnTo>
                  <a:lnTo>
                    <a:pt x="6304486" y="382255"/>
                  </a:lnTo>
                  <a:lnTo>
                    <a:pt x="6304486" y="381632"/>
                  </a:lnTo>
                  <a:lnTo>
                    <a:pt x="6304631" y="381632"/>
                  </a:lnTo>
                  <a:lnTo>
                    <a:pt x="6304776" y="381632"/>
                  </a:lnTo>
                  <a:lnTo>
                    <a:pt x="6304922" y="381632"/>
                  </a:lnTo>
                  <a:lnTo>
                    <a:pt x="6305067" y="381632"/>
                  </a:lnTo>
                  <a:lnTo>
                    <a:pt x="6305213" y="381632"/>
                  </a:lnTo>
                  <a:lnTo>
                    <a:pt x="6305358" y="381632"/>
                  </a:lnTo>
                  <a:lnTo>
                    <a:pt x="6305504" y="381632"/>
                  </a:lnTo>
                  <a:lnTo>
                    <a:pt x="6305504" y="381008"/>
                  </a:lnTo>
                  <a:lnTo>
                    <a:pt x="6305649" y="381008"/>
                  </a:lnTo>
                  <a:lnTo>
                    <a:pt x="6305794" y="381008"/>
                  </a:lnTo>
                  <a:lnTo>
                    <a:pt x="6305940" y="381008"/>
                  </a:lnTo>
                  <a:lnTo>
                    <a:pt x="6306085" y="381008"/>
                  </a:lnTo>
                  <a:lnTo>
                    <a:pt x="6306085" y="380385"/>
                  </a:lnTo>
                  <a:lnTo>
                    <a:pt x="6306231" y="380385"/>
                  </a:lnTo>
                  <a:lnTo>
                    <a:pt x="6306231" y="379761"/>
                  </a:lnTo>
                  <a:lnTo>
                    <a:pt x="6306376" y="379761"/>
                  </a:lnTo>
                  <a:lnTo>
                    <a:pt x="6306521" y="379761"/>
                  </a:lnTo>
                  <a:lnTo>
                    <a:pt x="6306667" y="379761"/>
                  </a:lnTo>
                  <a:lnTo>
                    <a:pt x="6306812" y="379761"/>
                  </a:lnTo>
                  <a:lnTo>
                    <a:pt x="6306958" y="379761"/>
                  </a:lnTo>
                  <a:lnTo>
                    <a:pt x="6307103" y="379761"/>
                  </a:lnTo>
                  <a:lnTo>
                    <a:pt x="6307249" y="379761"/>
                  </a:lnTo>
                  <a:lnTo>
                    <a:pt x="6307394" y="379761"/>
                  </a:lnTo>
                  <a:lnTo>
                    <a:pt x="6307539" y="379761"/>
                  </a:lnTo>
                  <a:lnTo>
                    <a:pt x="6307685" y="379761"/>
                  </a:lnTo>
                  <a:lnTo>
                    <a:pt x="6307830" y="379761"/>
                  </a:lnTo>
                  <a:lnTo>
                    <a:pt x="6307976" y="379761"/>
                  </a:lnTo>
                  <a:lnTo>
                    <a:pt x="6308121" y="379761"/>
                  </a:lnTo>
                  <a:lnTo>
                    <a:pt x="6308267" y="379761"/>
                  </a:lnTo>
                  <a:lnTo>
                    <a:pt x="6308412" y="379761"/>
                  </a:lnTo>
                  <a:lnTo>
                    <a:pt x="6308557" y="379761"/>
                  </a:lnTo>
                  <a:lnTo>
                    <a:pt x="6308703" y="379761"/>
                  </a:lnTo>
                  <a:lnTo>
                    <a:pt x="6308848" y="379761"/>
                  </a:lnTo>
                  <a:lnTo>
                    <a:pt x="6308994" y="379761"/>
                  </a:lnTo>
                  <a:lnTo>
                    <a:pt x="6309139" y="379761"/>
                  </a:lnTo>
                  <a:lnTo>
                    <a:pt x="6309285" y="379761"/>
                  </a:lnTo>
                  <a:lnTo>
                    <a:pt x="6309430" y="379761"/>
                  </a:lnTo>
                  <a:lnTo>
                    <a:pt x="6309575" y="379761"/>
                  </a:lnTo>
                  <a:lnTo>
                    <a:pt x="6309721" y="379761"/>
                  </a:lnTo>
                  <a:lnTo>
                    <a:pt x="6309866" y="379761"/>
                  </a:lnTo>
                  <a:lnTo>
                    <a:pt x="6309866" y="379138"/>
                  </a:lnTo>
                  <a:lnTo>
                    <a:pt x="6310012" y="379138"/>
                  </a:lnTo>
                  <a:lnTo>
                    <a:pt x="6310157" y="379138"/>
                  </a:lnTo>
                  <a:lnTo>
                    <a:pt x="6310303" y="379138"/>
                  </a:lnTo>
                  <a:lnTo>
                    <a:pt x="6310448" y="379138"/>
                  </a:lnTo>
                  <a:lnTo>
                    <a:pt x="6310593" y="379138"/>
                  </a:lnTo>
                  <a:lnTo>
                    <a:pt x="6310739" y="379138"/>
                  </a:lnTo>
                  <a:lnTo>
                    <a:pt x="6310884" y="379138"/>
                  </a:lnTo>
                  <a:lnTo>
                    <a:pt x="6311030" y="379138"/>
                  </a:lnTo>
                  <a:lnTo>
                    <a:pt x="6311030" y="378514"/>
                  </a:lnTo>
                  <a:lnTo>
                    <a:pt x="6311175" y="378514"/>
                  </a:lnTo>
                  <a:lnTo>
                    <a:pt x="6311321" y="378514"/>
                  </a:lnTo>
                  <a:lnTo>
                    <a:pt x="6311321" y="377890"/>
                  </a:lnTo>
                  <a:lnTo>
                    <a:pt x="6311466" y="377890"/>
                  </a:lnTo>
                  <a:lnTo>
                    <a:pt x="6311611" y="377890"/>
                  </a:lnTo>
                  <a:lnTo>
                    <a:pt x="6311757" y="377890"/>
                  </a:lnTo>
                  <a:lnTo>
                    <a:pt x="6311902" y="377890"/>
                  </a:lnTo>
                  <a:lnTo>
                    <a:pt x="6312048" y="377890"/>
                  </a:lnTo>
                  <a:lnTo>
                    <a:pt x="6312193" y="377890"/>
                  </a:lnTo>
                  <a:lnTo>
                    <a:pt x="6312339" y="377890"/>
                  </a:lnTo>
                  <a:lnTo>
                    <a:pt x="6312484" y="377890"/>
                  </a:lnTo>
                  <a:lnTo>
                    <a:pt x="6312629" y="377890"/>
                  </a:lnTo>
                  <a:lnTo>
                    <a:pt x="6312775" y="377890"/>
                  </a:lnTo>
                  <a:lnTo>
                    <a:pt x="6312920" y="377890"/>
                  </a:lnTo>
                  <a:lnTo>
                    <a:pt x="6312920" y="377267"/>
                  </a:lnTo>
                  <a:lnTo>
                    <a:pt x="6313066" y="377267"/>
                  </a:lnTo>
                  <a:lnTo>
                    <a:pt x="6313211" y="377267"/>
                  </a:lnTo>
                  <a:lnTo>
                    <a:pt x="6313356" y="377267"/>
                  </a:lnTo>
                  <a:lnTo>
                    <a:pt x="6313502" y="377267"/>
                  </a:lnTo>
                  <a:lnTo>
                    <a:pt x="6313647" y="377267"/>
                  </a:lnTo>
                  <a:lnTo>
                    <a:pt x="6313793" y="377267"/>
                  </a:lnTo>
                  <a:lnTo>
                    <a:pt x="6313938" y="377267"/>
                  </a:lnTo>
                  <a:lnTo>
                    <a:pt x="6314084" y="377267"/>
                  </a:lnTo>
                  <a:lnTo>
                    <a:pt x="6314229" y="377267"/>
                  </a:lnTo>
                  <a:lnTo>
                    <a:pt x="6314374" y="377267"/>
                  </a:lnTo>
                  <a:lnTo>
                    <a:pt x="6314520" y="377267"/>
                  </a:lnTo>
                  <a:lnTo>
                    <a:pt x="6314665" y="377267"/>
                  </a:lnTo>
                  <a:lnTo>
                    <a:pt x="6314811" y="377267"/>
                  </a:lnTo>
                  <a:lnTo>
                    <a:pt x="6314956" y="377267"/>
                  </a:lnTo>
                  <a:lnTo>
                    <a:pt x="6315102" y="377267"/>
                  </a:lnTo>
                  <a:lnTo>
                    <a:pt x="6315247" y="377267"/>
                  </a:lnTo>
                  <a:lnTo>
                    <a:pt x="6315392" y="377267"/>
                  </a:lnTo>
                  <a:lnTo>
                    <a:pt x="6315392" y="376643"/>
                  </a:lnTo>
                  <a:lnTo>
                    <a:pt x="6315538" y="376643"/>
                  </a:lnTo>
                  <a:lnTo>
                    <a:pt x="6315683" y="376643"/>
                  </a:lnTo>
                  <a:lnTo>
                    <a:pt x="6315829" y="376643"/>
                  </a:lnTo>
                  <a:lnTo>
                    <a:pt x="6315829" y="376020"/>
                  </a:lnTo>
                  <a:lnTo>
                    <a:pt x="6315974" y="376020"/>
                  </a:lnTo>
                  <a:lnTo>
                    <a:pt x="6316120" y="376020"/>
                  </a:lnTo>
                  <a:lnTo>
                    <a:pt x="6316120" y="375396"/>
                  </a:lnTo>
                  <a:lnTo>
                    <a:pt x="6316265" y="375396"/>
                  </a:lnTo>
                  <a:lnTo>
                    <a:pt x="6316410" y="375396"/>
                  </a:lnTo>
                  <a:lnTo>
                    <a:pt x="6316556" y="375396"/>
                  </a:lnTo>
                  <a:lnTo>
                    <a:pt x="6316701" y="375396"/>
                  </a:lnTo>
                  <a:lnTo>
                    <a:pt x="6316847" y="375396"/>
                  </a:lnTo>
                  <a:lnTo>
                    <a:pt x="6316992" y="375396"/>
                  </a:lnTo>
                  <a:lnTo>
                    <a:pt x="6317138" y="375396"/>
                  </a:lnTo>
                  <a:lnTo>
                    <a:pt x="6317283" y="375396"/>
                  </a:lnTo>
                  <a:lnTo>
                    <a:pt x="6317428" y="375396"/>
                  </a:lnTo>
                  <a:lnTo>
                    <a:pt x="6317574" y="375396"/>
                  </a:lnTo>
                  <a:lnTo>
                    <a:pt x="6317574" y="374772"/>
                  </a:lnTo>
                  <a:lnTo>
                    <a:pt x="6317719" y="374772"/>
                  </a:lnTo>
                  <a:lnTo>
                    <a:pt x="6317865" y="374772"/>
                  </a:lnTo>
                  <a:lnTo>
                    <a:pt x="6318010" y="374772"/>
                  </a:lnTo>
                  <a:lnTo>
                    <a:pt x="6318156" y="374772"/>
                  </a:lnTo>
                  <a:lnTo>
                    <a:pt x="6318301" y="374772"/>
                  </a:lnTo>
                  <a:lnTo>
                    <a:pt x="6318446" y="374772"/>
                  </a:lnTo>
                  <a:lnTo>
                    <a:pt x="6318592" y="374772"/>
                  </a:lnTo>
                  <a:lnTo>
                    <a:pt x="6318737" y="374772"/>
                  </a:lnTo>
                  <a:lnTo>
                    <a:pt x="6318883" y="374772"/>
                  </a:lnTo>
                  <a:lnTo>
                    <a:pt x="6319028" y="374772"/>
                  </a:lnTo>
                  <a:lnTo>
                    <a:pt x="6319174" y="374772"/>
                  </a:lnTo>
                  <a:lnTo>
                    <a:pt x="6319319" y="374772"/>
                  </a:lnTo>
                  <a:lnTo>
                    <a:pt x="6319464" y="374772"/>
                  </a:lnTo>
                  <a:lnTo>
                    <a:pt x="6319610" y="374772"/>
                  </a:lnTo>
                  <a:lnTo>
                    <a:pt x="6319755" y="374772"/>
                  </a:lnTo>
                  <a:lnTo>
                    <a:pt x="6319901" y="374772"/>
                  </a:lnTo>
                  <a:lnTo>
                    <a:pt x="6320046" y="374772"/>
                  </a:lnTo>
                  <a:lnTo>
                    <a:pt x="6320191" y="374772"/>
                  </a:lnTo>
                  <a:lnTo>
                    <a:pt x="6320337" y="374772"/>
                  </a:lnTo>
                  <a:lnTo>
                    <a:pt x="6320482" y="374772"/>
                  </a:lnTo>
                  <a:lnTo>
                    <a:pt x="6320628" y="374772"/>
                  </a:lnTo>
                  <a:lnTo>
                    <a:pt x="6320773" y="374772"/>
                  </a:lnTo>
                  <a:lnTo>
                    <a:pt x="6320919" y="374772"/>
                  </a:lnTo>
                  <a:lnTo>
                    <a:pt x="6321064" y="374772"/>
                  </a:lnTo>
                  <a:lnTo>
                    <a:pt x="6321209" y="374772"/>
                  </a:lnTo>
                  <a:lnTo>
                    <a:pt x="6321209" y="374149"/>
                  </a:lnTo>
                  <a:lnTo>
                    <a:pt x="6321355" y="374149"/>
                  </a:lnTo>
                  <a:lnTo>
                    <a:pt x="6321500" y="374149"/>
                  </a:lnTo>
                  <a:lnTo>
                    <a:pt x="6321646" y="374149"/>
                  </a:lnTo>
                  <a:lnTo>
                    <a:pt x="6321791" y="374149"/>
                  </a:lnTo>
                  <a:lnTo>
                    <a:pt x="6321937" y="374149"/>
                  </a:lnTo>
                  <a:lnTo>
                    <a:pt x="6322082" y="374149"/>
                  </a:lnTo>
                  <a:lnTo>
                    <a:pt x="6322227" y="374149"/>
                  </a:lnTo>
                  <a:lnTo>
                    <a:pt x="6322373" y="374149"/>
                  </a:lnTo>
                  <a:lnTo>
                    <a:pt x="6322518" y="374149"/>
                  </a:lnTo>
                  <a:lnTo>
                    <a:pt x="6322664" y="374149"/>
                  </a:lnTo>
                  <a:lnTo>
                    <a:pt x="6322809" y="374149"/>
                  </a:lnTo>
                  <a:lnTo>
                    <a:pt x="6322955" y="374149"/>
                  </a:lnTo>
                  <a:lnTo>
                    <a:pt x="6323100" y="374149"/>
                  </a:lnTo>
                  <a:lnTo>
                    <a:pt x="6323245" y="374149"/>
                  </a:lnTo>
                  <a:lnTo>
                    <a:pt x="6323391" y="374149"/>
                  </a:lnTo>
                  <a:lnTo>
                    <a:pt x="6323536" y="374149"/>
                  </a:lnTo>
                  <a:lnTo>
                    <a:pt x="6323682" y="374149"/>
                  </a:lnTo>
                  <a:lnTo>
                    <a:pt x="6323827" y="374149"/>
                  </a:lnTo>
                  <a:lnTo>
                    <a:pt x="6323973" y="374149"/>
                  </a:lnTo>
                  <a:lnTo>
                    <a:pt x="6324118" y="374149"/>
                  </a:lnTo>
                  <a:lnTo>
                    <a:pt x="6324263" y="374149"/>
                  </a:lnTo>
                  <a:lnTo>
                    <a:pt x="6324409" y="374149"/>
                  </a:lnTo>
                  <a:lnTo>
                    <a:pt x="6324554" y="374149"/>
                  </a:lnTo>
                  <a:lnTo>
                    <a:pt x="6324700" y="374149"/>
                  </a:lnTo>
                  <a:lnTo>
                    <a:pt x="6324845" y="374149"/>
                  </a:lnTo>
                  <a:lnTo>
                    <a:pt x="6324991" y="374149"/>
                  </a:lnTo>
                  <a:lnTo>
                    <a:pt x="6325136" y="374149"/>
                  </a:lnTo>
                  <a:lnTo>
                    <a:pt x="6325281" y="374149"/>
                  </a:lnTo>
                  <a:lnTo>
                    <a:pt x="6325427" y="374149"/>
                  </a:lnTo>
                  <a:lnTo>
                    <a:pt x="6325572" y="374149"/>
                  </a:lnTo>
                  <a:lnTo>
                    <a:pt x="6325572" y="373525"/>
                  </a:lnTo>
                  <a:lnTo>
                    <a:pt x="6325718" y="373525"/>
                  </a:lnTo>
                  <a:lnTo>
                    <a:pt x="6325863" y="373525"/>
                  </a:lnTo>
                  <a:lnTo>
                    <a:pt x="6326009" y="373525"/>
                  </a:lnTo>
                  <a:lnTo>
                    <a:pt x="6326154" y="373525"/>
                  </a:lnTo>
                  <a:lnTo>
                    <a:pt x="6326299" y="373525"/>
                  </a:lnTo>
                  <a:lnTo>
                    <a:pt x="6326445" y="373525"/>
                  </a:lnTo>
                  <a:lnTo>
                    <a:pt x="6326590" y="373525"/>
                  </a:lnTo>
                  <a:lnTo>
                    <a:pt x="6326736" y="373525"/>
                  </a:lnTo>
                  <a:lnTo>
                    <a:pt x="6326881" y="373525"/>
                  </a:lnTo>
                  <a:lnTo>
                    <a:pt x="6327026" y="373525"/>
                  </a:lnTo>
                  <a:lnTo>
                    <a:pt x="6327172" y="373525"/>
                  </a:lnTo>
                  <a:lnTo>
                    <a:pt x="6327317" y="373525"/>
                  </a:lnTo>
                  <a:lnTo>
                    <a:pt x="6327463" y="373525"/>
                  </a:lnTo>
                  <a:lnTo>
                    <a:pt x="6327608" y="373525"/>
                  </a:lnTo>
                  <a:lnTo>
                    <a:pt x="6327754" y="373525"/>
                  </a:lnTo>
                  <a:lnTo>
                    <a:pt x="6327899" y="373525"/>
                  </a:lnTo>
                  <a:lnTo>
                    <a:pt x="6328044" y="373525"/>
                  </a:lnTo>
                  <a:lnTo>
                    <a:pt x="6328190" y="373525"/>
                  </a:lnTo>
                  <a:lnTo>
                    <a:pt x="6328335" y="373525"/>
                  </a:lnTo>
                  <a:lnTo>
                    <a:pt x="6328481" y="373525"/>
                  </a:lnTo>
                  <a:lnTo>
                    <a:pt x="6328626" y="373525"/>
                  </a:lnTo>
                  <a:lnTo>
                    <a:pt x="6328772" y="373525"/>
                  </a:lnTo>
                  <a:lnTo>
                    <a:pt x="6328917" y="373525"/>
                  </a:lnTo>
                  <a:lnTo>
                    <a:pt x="6329062" y="373525"/>
                  </a:lnTo>
                  <a:lnTo>
                    <a:pt x="6329208" y="373525"/>
                  </a:lnTo>
                  <a:lnTo>
                    <a:pt x="6329353" y="373525"/>
                  </a:lnTo>
                  <a:lnTo>
                    <a:pt x="6329499" y="373525"/>
                  </a:lnTo>
                  <a:lnTo>
                    <a:pt x="6329644" y="373525"/>
                  </a:lnTo>
                  <a:lnTo>
                    <a:pt x="6329790" y="373525"/>
                  </a:lnTo>
                  <a:lnTo>
                    <a:pt x="6329935" y="373525"/>
                  </a:lnTo>
                  <a:lnTo>
                    <a:pt x="6330080" y="373525"/>
                  </a:lnTo>
                  <a:lnTo>
                    <a:pt x="6330226" y="373525"/>
                  </a:lnTo>
                  <a:lnTo>
                    <a:pt x="6330371" y="373525"/>
                  </a:lnTo>
                  <a:lnTo>
                    <a:pt x="6330517" y="373525"/>
                  </a:lnTo>
                  <a:lnTo>
                    <a:pt x="6330662" y="373525"/>
                  </a:lnTo>
                  <a:lnTo>
                    <a:pt x="6330808" y="373525"/>
                  </a:lnTo>
                  <a:lnTo>
                    <a:pt x="6330808" y="372902"/>
                  </a:lnTo>
                  <a:lnTo>
                    <a:pt x="6330953" y="372902"/>
                  </a:lnTo>
                  <a:lnTo>
                    <a:pt x="6331098" y="372902"/>
                  </a:lnTo>
                  <a:lnTo>
                    <a:pt x="6331244" y="372902"/>
                  </a:lnTo>
                  <a:lnTo>
                    <a:pt x="6331389" y="372902"/>
                  </a:lnTo>
                  <a:lnTo>
                    <a:pt x="6331389" y="372278"/>
                  </a:lnTo>
                  <a:lnTo>
                    <a:pt x="6331535" y="372278"/>
                  </a:lnTo>
                  <a:lnTo>
                    <a:pt x="6331680" y="372278"/>
                  </a:lnTo>
                  <a:lnTo>
                    <a:pt x="6331826" y="372278"/>
                  </a:lnTo>
                  <a:lnTo>
                    <a:pt x="6331971" y="372278"/>
                  </a:lnTo>
                  <a:lnTo>
                    <a:pt x="6332116" y="372278"/>
                  </a:lnTo>
                  <a:lnTo>
                    <a:pt x="6332262" y="372278"/>
                  </a:lnTo>
                  <a:lnTo>
                    <a:pt x="6332407" y="372278"/>
                  </a:lnTo>
                  <a:lnTo>
                    <a:pt x="6332553" y="372278"/>
                  </a:lnTo>
                  <a:lnTo>
                    <a:pt x="6332698" y="372278"/>
                  </a:lnTo>
                  <a:lnTo>
                    <a:pt x="6332844" y="372278"/>
                  </a:lnTo>
                  <a:lnTo>
                    <a:pt x="6332989" y="372278"/>
                  </a:lnTo>
                  <a:lnTo>
                    <a:pt x="6333134" y="372278"/>
                  </a:lnTo>
                  <a:lnTo>
                    <a:pt x="6333280" y="372278"/>
                  </a:lnTo>
                  <a:lnTo>
                    <a:pt x="6333425" y="372278"/>
                  </a:lnTo>
                  <a:lnTo>
                    <a:pt x="6333571" y="372278"/>
                  </a:lnTo>
                  <a:lnTo>
                    <a:pt x="6333716" y="372278"/>
                  </a:lnTo>
                  <a:lnTo>
                    <a:pt x="6333861" y="372278"/>
                  </a:lnTo>
                  <a:lnTo>
                    <a:pt x="6334007" y="372278"/>
                  </a:lnTo>
                  <a:lnTo>
                    <a:pt x="6334152" y="372278"/>
                  </a:lnTo>
                  <a:lnTo>
                    <a:pt x="6334298" y="372278"/>
                  </a:lnTo>
                  <a:lnTo>
                    <a:pt x="6334443" y="372278"/>
                  </a:lnTo>
                  <a:lnTo>
                    <a:pt x="6334589" y="372278"/>
                  </a:lnTo>
                  <a:lnTo>
                    <a:pt x="6334734" y="372278"/>
                  </a:lnTo>
                  <a:lnTo>
                    <a:pt x="6334879" y="372278"/>
                  </a:lnTo>
                  <a:lnTo>
                    <a:pt x="6335025" y="372278"/>
                  </a:lnTo>
                  <a:lnTo>
                    <a:pt x="6335170" y="372278"/>
                  </a:lnTo>
                  <a:lnTo>
                    <a:pt x="6335316" y="372278"/>
                  </a:lnTo>
                  <a:lnTo>
                    <a:pt x="6335316" y="371655"/>
                  </a:lnTo>
                  <a:lnTo>
                    <a:pt x="6335461" y="371655"/>
                  </a:lnTo>
                  <a:lnTo>
                    <a:pt x="6335607" y="371655"/>
                  </a:lnTo>
                  <a:lnTo>
                    <a:pt x="6335752" y="371655"/>
                  </a:lnTo>
                  <a:lnTo>
                    <a:pt x="6335897" y="371655"/>
                  </a:lnTo>
                  <a:lnTo>
                    <a:pt x="6336043" y="371655"/>
                  </a:lnTo>
                  <a:lnTo>
                    <a:pt x="6336188" y="371655"/>
                  </a:lnTo>
                  <a:lnTo>
                    <a:pt x="6336334" y="371655"/>
                  </a:lnTo>
                  <a:lnTo>
                    <a:pt x="6336479" y="371655"/>
                  </a:lnTo>
                  <a:lnTo>
                    <a:pt x="6336625" y="371655"/>
                  </a:lnTo>
                  <a:lnTo>
                    <a:pt x="6336770" y="371655"/>
                  </a:lnTo>
                  <a:lnTo>
                    <a:pt x="6336915" y="371655"/>
                  </a:lnTo>
                  <a:lnTo>
                    <a:pt x="6337061" y="371655"/>
                  </a:lnTo>
                  <a:lnTo>
                    <a:pt x="6337206" y="371655"/>
                  </a:lnTo>
                  <a:lnTo>
                    <a:pt x="6337352" y="371655"/>
                  </a:lnTo>
                  <a:lnTo>
                    <a:pt x="6337497" y="371655"/>
                  </a:lnTo>
                  <a:lnTo>
                    <a:pt x="6337643" y="371655"/>
                  </a:lnTo>
                  <a:lnTo>
                    <a:pt x="6337788" y="371655"/>
                  </a:lnTo>
                  <a:lnTo>
                    <a:pt x="6337933" y="371655"/>
                  </a:lnTo>
                  <a:lnTo>
                    <a:pt x="6338079" y="371655"/>
                  </a:lnTo>
                  <a:lnTo>
                    <a:pt x="6338224" y="371655"/>
                  </a:lnTo>
                  <a:lnTo>
                    <a:pt x="6338370" y="371655"/>
                  </a:lnTo>
                  <a:lnTo>
                    <a:pt x="6338515" y="371655"/>
                  </a:lnTo>
                  <a:lnTo>
                    <a:pt x="6338661" y="371655"/>
                  </a:lnTo>
                  <a:lnTo>
                    <a:pt x="6338806" y="371655"/>
                  </a:lnTo>
                  <a:lnTo>
                    <a:pt x="6338951" y="371655"/>
                  </a:lnTo>
                  <a:lnTo>
                    <a:pt x="6339097" y="371655"/>
                  </a:lnTo>
                  <a:lnTo>
                    <a:pt x="6339242" y="371655"/>
                  </a:lnTo>
                  <a:lnTo>
                    <a:pt x="6339388" y="371655"/>
                  </a:lnTo>
                  <a:lnTo>
                    <a:pt x="6339533" y="371655"/>
                  </a:lnTo>
                  <a:lnTo>
                    <a:pt x="6339679" y="371655"/>
                  </a:lnTo>
                  <a:lnTo>
                    <a:pt x="6339824" y="371655"/>
                  </a:lnTo>
                  <a:lnTo>
                    <a:pt x="6339969" y="371655"/>
                  </a:lnTo>
                  <a:lnTo>
                    <a:pt x="6340115" y="371655"/>
                  </a:lnTo>
                  <a:lnTo>
                    <a:pt x="6340260" y="371655"/>
                  </a:lnTo>
                  <a:lnTo>
                    <a:pt x="6340406" y="371655"/>
                  </a:lnTo>
                  <a:lnTo>
                    <a:pt x="6340551" y="371655"/>
                  </a:lnTo>
                  <a:lnTo>
                    <a:pt x="6340696" y="371655"/>
                  </a:lnTo>
                  <a:lnTo>
                    <a:pt x="6340842" y="371655"/>
                  </a:lnTo>
                  <a:lnTo>
                    <a:pt x="6340987" y="371655"/>
                  </a:lnTo>
                  <a:lnTo>
                    <a:pt x="6341133" y="371655"/>
                  </a:lnTo>
                  <a:lnTo>
                    <a:pt x="6341278" y="371655"/>
                  </a:lnTo>
                  <a:lnTo>
                    <a:pt x="6341424" y="371655"/>
                  </a:lnTo>
                  <a:lnTo>
                    <a:pt x="6341569" y="371655"/>
                  </a:lnTo>
                  <a:lnTo>
                    <a:pt x="6341714" y="371655"/>
                  </a:lnTo>
                  <a:lnTo>
                    <a:pt x="6341860" y="371655"/>
                  </a:lnTo>
                  <a:lnTo>
                    <a:pt x="6342005" y="371655"/>
                  </a:lnTo>
                  <a:lnTo>
                    <a:pt x="6342151" y="371655"/>
                  </a:lnTo>
                  <a:lnTo>
                    <a:pt x="6342296" y="371655"/>
                  </a:lnTo>
                  <a:lnTo>
                    <a:pt x="6342442" y="371655"/>
                  </a:lnTo>
                  <a:lnTo>
                    <a:pt x="6342587" y="371655"/>
                  </a:lnTo>
                  <a:lnTo>
                    <a:pt x="6342732" y="371655"/>
                  </a:lnTo>
                  <a:lnTo>
                    <a:pt x="6342878" y="371655"/>
                  </a:lnTo>
                  <a:lnTo>
                    <a:pt x="6343023" y="371655"/>
                  </a:lnTo>
                  <a:lnTo>
                    <a:pt x="6343169" y="371655"/>
                  </a:lnTo>
                  <a:lnTo>
                    <a:pt x="6343314" y="371655"/>
                  </a:lnTo>
                  <a:lnTo>
                    <a:pt x="6343460" y="371655"/>
                  </a:lnTo>
                  <a:lnTo>
                    <a:pt x="6343605" y="371655"/>
                  </a:lnTo>
                  <a:lnTo>
                    <a:pt x="6343750" y="371655"/>
                  </a:lnTo>
                  <a:lnTo>
                    <a:pt x="6343896" y="371655"/>
                  </a:lnTo>
                  <a:lnTo>
                    <a:pt x="6344041" y="371655"/>
                  </a:lnTo>
                  <a:lnTo>
                    <a:pt x="6344187" y="371655"/>
                  </a:lnTo>
                  <a:lnTo>
                    <a:pt x="6344332" y="371655"/>
                  </a:lnTo>
                  <a:lnTo>
                    <a:pt x="6344478" y="371655"/>
                  </a:lnTo>
                  <a:lnTo>
                    <a:pt x="6344623" y="371655"/>
                  </a:lnTo>
                  <a:lnTo>
                    <a:pt x="6344768" y="371655"/>
                  </a:lnTo>
                  <a:lnTo>
                    <a:pt x="6344914" y="371655"/>
                  </a:lnTo>
                  <a:lnTo>
                    <a:pt x="6345059" y="371655"/>
                  </a:lnTo>
                  <a:lnTo>
                    <a:pt x="6345205" y="371655"/>
                  </a:lnTo>
                  <a:lnTo>
                    <a:pt x="6345350" y="371655"/>
                  </a:lnTo>
                  <a:lnTo>
                    <a:pt x="6345496" y="371655"/>
                  </a:lnTo>
                  <a:lnTo>
                    <a:pt x="6345641" y="371655"/>
                  </a:lnTo>
                  <a:lnTo>
                    <a:pt x="6345786" y="371655"/>
                  </a:lnTo>
                  <a:lnTo>
                    <a:pt x="6345932" y="371655"/>
                  </a:lnTo>
                  <a:lnTo>
                    <a:pt x="6346077" y="371655"/>
                  </a:lnTo>
                  <a:lnTo>
                    <a:pt x="6346223" y="371655"/>
                  </a:lnTo>
                  <a:lnTo>
                    <a:pt x="6346368" y="371655"/>
                  </a:lnTo>
                  <a:lnTo>
                    <a:pt x="6346514" y="371655"/>
                  </a:lnTo>
                  <a:lnTo>
                    <a:pt x="6346514" y="371031"/>
                  </a:lnTo>
                  <a:lnTo>
                    <a:pt x="6346659" y="371031"/>
                  </a:lnTo>
                  <a:lnTo>
                    <a:pt x="6346804" y="371031"/>
                  </a:lnTo>
                  <a:lnTo>
                    <a:pt x="6346950" y="371031"/>
                  </a:lnTo>
                  <a:lnTo>
                    <a:pt x="6347095" y="371031"/>
                  </a:lnTo>
                  <a:lnTo>
                    <a:pt x="6347095" y="370407"/>
                  </a:lnTo>
                  <a:lnTo>
                    <a:pt x="6347241" y="370407"/>
                  </a:lnTo>
                  <a:lnTo>
                    <a:pt x="6347386" y="370407"/>
                  </a:lnTo>
                  <a:lnTo>
                    <a:pt x="6347531" y="370407"/>
                  </a:lnTo>
                  <a:lnTo>
                    <a:pt x="6347677" y="370407"/>
                  </a:lnTo>
                  <a:lnTo>
                    <a:pt x="6347822" y="370407"/>
                  </a:lnTo>
                  <a:lnTo>
                    <a:pt x="6347968" y="370407"/>
                  </a:lnTo>
                  <a:lnTo>
                    <a:pt x="6348113" y="370407"/>
                  </a:lnTo>
                  <a:lnTo>
                    <a:pt x="6348259" y="370407"/>
                  </a:lnTo>
                  <a:lnTo>
                    <a:pt x="6348404" y="370407"/>
                  </a:lnTo>
                  <a:lnTo>
                    <a:pt x="6348549" y="370407"/>
                  </a:lnTo>
                  <a:lnTo>
                    <a:pt x="6348695" y="370407"/>
                  </a:lnTo>
                  <a:lnTo>
                    <a:pt x="6348840" y="370407"/>
                  </a:lnTo>
                  <a:lnTo>
                    <a:pt x="6348986" y="370407"/>
                  </a:lnTo>
                  <a:lnTo>
                    <a:pt x="6349131" y="370407"/>
                  </a:lnTo>
                  <a:lnTo>
                    <a:pt x="6349277" y="370407"/>
                  </a:lnTo>
                  <a:lnTo>
                    <a:pt x="6349277" y="369784"/>
                  </a:lnTo>
                  <a:lnTo>
                    <a:pt x="6349422" y="369784"/>
                  </a:lnTo>
                  <a:lnTo>
                    <a:pt x="6349567" y="369784"/>
                  </a:lnTo>
                  <a:lnTo>
                    <a:pt x="6349713" y="369784"/>
                  </a:lnTo>
                  <a:lnTo>
                    <a:pt x="6349858" y="369784"/>
                  </a:lnTo>
                  <a:lnTo>
                    <a:pt x="6350004" y="369784"/>
                  </a:lnTo>
                  <a:lnTo>
                    <a:pt x="6350149" y="369784"/>
                  </a:lnTo>
                  <a:lnTo>
                    <a:pt x="6350295" y="369784"/>
                  </a:lnTo>
                  <a:lnTo>
                    <a:pt x="6350440" y="369784"/>
                  </a:lnTo>
                  <a:lnTo>
                    <a:pt x="6350585" y="369784"/>
                  </a:lnTo>
                  <a:lnTo>
                    <a:pt x="6350731" y="369784"/>
                  </a:lnTo>
                  <a:lnTo>
                    <a:pt x="6350876" y="369784"/>
                  </a:lnTo>
                  <a:lnTo>
                    <a:pt x="6351022" y="369784"/>
                  </a:lnTo>
                  <a:lnTo>
                    <a:pt x="6351167" y="369784"/>
                  </a:lnTo>
                  <a:lnTo>
                    <a:pt x="6351313" y="369784"/>
                  </a:lnTo>
                  <a:lnTo>
                    <a:pt x="6351458" y="369784"/>
                  </a:lnTo>
                  <a:lnTo>
                    <a:pt x="6351603" y="369784"/>
                  </a:lnTo>
                  <a:lnTo>
                    <a:pt x="6351749" y="369784"/>
                  </a:lnTo>
                  <a:lnTo>
                    <a:pt x="6351894" y="369784"/>
                  </a:lnTo>
                  <a:lnTo>
                    <a:pt x="6352040" y="369784"/>
                  </a:lnTo>
                  <a:lnTo>
                    <a:pt x="6352185" y="369784"/>
                  </a:lnTo>
                  <a:lnTo>
                    <a:pt x="6352331" y="369784"/>
                  </a:lnTo>
                  <a:lnTo>
                    <a:pt x="6352476" y="369784"/>
                  </a:lnTo>
                  <a:lnTo>
                    <a:pt x="6352621" y="369784"/>
                  </a:lnTo>
                  <a:lnTo>
                    <a:pt x="6352767" y="369784"/>
                  </a:lnTo>
                  <a:lnTo>
                    <a:pt x="6352912" y="369784"/>
                  </a:lnTo>
                  <a:lnTo>
                    <a:pt x="6352912" y="369160"/>
                  </a:lnTo>
                  <a:lnTo>
                    <a:pt x="6353058" y="369160"/>
                  </a:lnTo>
                  <a:lnTo>
                    <a:pt x="6353203" y="369160"/>
                  </a:lnTo>
                  <a:lnTo>
                    <a:pt x="6353348" y="369160"/>
                  </a:lnTo>
                  <a:lnTo>
                    <a:pt x="6353494" y="369160"/>
                  </a:lnTo>
                  <a:lnTo>
                    <a:pt x="6353639" y="369160"/>
                  </a:lnTo>
                  <a:lnTo>
                    <a:pt x="6353785" y="369160"/>
                  </a:lnTo>
                  <a:lnTo>
                    <a:pt x="6353930" y="369160"/>
                  </a:lnTo>
                  <a:lnTo>
                    <a:pt x="6354076" y="369160"/>
                  </a:lnTo>
                  <a:lnTo>
                    <a:pt x="6354221" y="369160"/>
                  </a:lnTo>
                  <a:lnTo>
                    <a:pt x="6354366" y="369160"/>
                  </a:lnTo>
                  <a:lnTo>
                    <a:pt x="6354512" y="369160"/>
                  </a:lnTo>
                  <a:lnTo>
                    <a:pt x="6354657" y="369160"/>
                  </a:lnTo>
                  <a:lnTo>
                    <a:pt x="6354803" y="369160"/>
                  </a:lnTo>
                  <a:lnTo>
                    <a:pt x="6354948" y="369160"/>
                  </a:lnTo>
                  <a:lnTo>
                    <a:pt x="6355094" y="369160"/>
                  </a:lnTo>
                  <a:lnTo>
                    <a:pt x="6355239" y="369160"/>
                  </a:lnTo>
                  <a:lnTo>
                    <a:pt x="6355384" y="369160"/>
                  </a:lnTo>
                  <a:lnTo>
                    <a:pt x="6355530" y="369160"/>
                  </a:lnTo>
                  <a:lnTo>
                    <a:pt x="6355675" y="369160"/>
                  </a:lnTo>
                  <a:lnTo>
                    <a:pt x="6355821" y="369160"/>
                  </a:lnTo>
                  <a:lnTo>
                    <a:pt x="6355966" y="369160"/>
                  </a:lnTo>
                  <a:lnTo>
                    <a:pt x="6356112" y="369160"/>
                  </a:lnTo>
                  <a:lnTo>
                    <a:pt x="6356257" y="369160"/>
                  </a:lnTo>
                  <a:lnTo>
                    <a:pt x="6356402" y="369160"/>
                  </a:lnTo>
                  <a:lnTo>
                    <a:pt x="6356548" y="369160"/>
                  </a:lnTo>
                  <a:lnTo>
                    <a:pt x="6356693" y="369160"/>
                  </a:lnTo>
                  <a:lnTo>
                    <a:pt x="6356839" y="369160"/>
                  </a:lnTo>
                  <a:lnTo>
                    <a:pt x="6356984" y="369160"/>
                  </a:lnTo>
                  <a:lnTo>
                    <a:pt x="6357130" y="369160"/>
                  </a:lnTo>
                  <a:lnTo>
                    <a:pt x="6357275" y="369160"/>
                  </a:lnTo>
                  <a:lnTo>
                    <a:pt x="6357420" y="369160"/>
                  </a:lnTo>
                  <a:lnTo>
                    <a:pt x="6357566" y="369160"/>
                  </a:lnTo>
                  <a:lnTo>
                    <a:pt x="6357711" y="369160"/>
                  </a:lnTo>
                  <a:lnTo>
                    <a:pt x="6357857" y="369160"/>
                  </a:lnTo>
                  <a:lnTo>
                    <a:pt x="6358002" y="369160"/>
                  </a:lnTo>
                  <a:lnTo>
                    <a:pt x="6358148" y="369160"/>
                  </a:lnTo>
                  <a:lnTo>
                    <a:pt x="6358293" y="369160"/>
                  </a:lnTo>
                  <a:lnTo>
                    <a:pt x="6358438" y="369160"/>
                  </a:lnTo>
                  <a:lnTo>
                    <a:pt x="6358584" y="369160"/>
                  </a:lnTo>
                  <a:lnTo>
                    <a:pt x="6358729" y="369160"/>
                  </a:lnTo>
                  <a:lnTo>
                    <a:pt x="6358875" y="369160"/>
                  </a:lnTo>
                  <a:lnTo>
                    <a:pt x="6359020" y="369160"/>
                  </a:lnTo>
                  <a:lnTo>
                    <a:pt x="6359166" y="369160"/>
                  </a:lnTo>
                  <a:lnTo>
                    <a:pt x="6359311" y="369160"/>
                  </a:lnTo>
                  <a:lnTo>
                    <a:pt x="6359456" y="369160"/>
                  </a:lnTo>
                  <a:lnTo>
                    <a:pt x="6359602" y="369160"/>
                  </a:lnTo>
                  <a:lnTo>
                    <a:pt x="6359747" y="369160"/>
                  </a:lnTo>
                  <a:lnTo>
                    <a:pt x="6359893" y="369160"/>
                  </a:lnTo>
                  <a:lnTo>
                    <a:pt x="6360038" y="369160"/>
                  </a:lnTo>
                  <a:lnTo>
                    <a:pt x="6360183" y="369160"/>
                  </a:lnTo>
                  <a:lnTo>
                    <a:pt x="6360329" y="369160"/>
                  </a:lnTo>
                  <a:lnTo>
                    <a:pt x="6360474" y="369160"/>
                  </a:lnTo>
                  <a:lnTo>
                    <a:pt x="6360620" y="369160"/>
                  </a:lnTo>
                  <a:lnTo>
                    <a:pt x="6360765" y="369160"/>
                  </a:lnTo>
                  <a:lnTo>
                    <a:pt x="6360911" y="369160"/>
                  </a:lnTo>
                  <a:lnTo>
                    <a:pt x="6361056" y="369160"/>
                  </a:lnTo>
                  <a:lnTo>
                    <a:pt x="6361201" y="369160"/>
                  </a:lnTo>
                  <a:lnTo>
                    <a:pt x="6361347" y="369160"/>
                  </a:lnTo>
                  <a:lnTo>
                    <a:pt x="6361492" y="369160"/>
                  </a:lnTo>
                  <a:lnTo>
                    <a:pt x="6361492" y="368537"/>
                  </a:lnTo>
                  <a:lnTo>
                    <a:pt x="6361638" y="368537"/>
                  </a:lnTo>
                  <a:lnTo>
                    <a:pt x="6361783" y="368537"/>
                  </a:lnTo>
                  <a:lnTo>
                    <a:pt x="6361929" y="368537"/>
                  </a:lnTo>
                  <a:lnTo>
                    <a:pt x="6362074" y="368537"/>
                  </a:lnTo>
                  <a:lnTo>
                    <a:pt x="6362219" y="368537"/>
                  </a:lnTo>
                  <a:lnTo>
                    <a:pt x="6362365" y="368537"/>
                  </a:lnTo>
                  <a:lnTo>
                    <a:pt x="6362510" y="368537"/>
                  </a:lnTo>
                  <a:lnTo>
                    <a:pt x="6362656" y="368537"/>
                  </a:lnTo>
                  <a:lnTo>
                    <a:pt x="6362801" y="368537"/>
                  </a:lnTo>
                  <a:lnTo>
                    <a:pt x="6362947" y="368537"/>
                  </a:lnTo>
                  <a:lnTo>
                    <a:pt x="6363092" y="368537"/>
                  </a:lnTo>
                  <a:lnTo>
                    <a:pt x="6363237" y="368537"/>
                  </a:lnTo>
                  <a:lnTo>
                    <a:pt x="6363383" y="368537"/>
                  </a:lnTo>
                  <a:lnTo>
                    <a:pt x="6363528" y="368537"/>
                  </a:lnTo>
                  <a:lnTo>
                    <a:pt x="6363674" y="368537"/>
                  </a:lnTo>
                  <a:lnTo>
                    <a:pt x="6363819" y="368537"/>
                  </a:lnTo>
                  <a:lnTo>
                    <a:pt x="6363965" y="368537"/>
                  </a:lnTo>
                  <a:lnTo>
                    <a:pt x="6364110" y="368537"/>
                  </a:lnTo>
                  <a:lnTo>
                    <a:pt x="6364255" y="368537"/>
                  </a:lnTo>
                  <a:lnTo>
                    <a:pt x="6364401" y="368537"/>
                  </a:lnTo>
                  <a:lnTo>
                    <a:pt x="6364546" y="368537"/>
                  </a:lnTo>
                  <a:lnTo>
                    <a:pt x="6364692" y="368537"/>
                  </a:lnTo>
                  <a:lnTo>
                    <a:pt x="6364837" y="368537"/>
                  </a:lnTo>
                  <a:lnTo>
                    <a:pt x="6364983" y="368537"/>
                  </a:lnTo>
                  <a:lnTo>
                    <a:pt x="6365128" y="368537"/>
                  </a:lnTo>
                  <a:lnTo>
                    <a:pt x="6365273" y="368537"/>
                  </a:lnTo>
                  <a:lnTo>
                    <a:pt x="6365419" y="368537"/>
                  </a:lnTo>
                  <a:lnTo>
                    <a:pt x="6365564" y="368537"/>
                  </a:lnTo>
                  <a:lnTo>
                    <a:pt x="6365710" y="368537"/>
                  </a:lnTo>
                  <a:lnTo>
                    <a:pt x="6365855" y="368537"/>
                  </a:lnTo>
                  <a:lnTo>
                    <a:pt x="6366001" y="368537"/>
                  </a:lnTo>
                  <a:lnTo>
                    <a:pt x="6366146" y="368537"/>
                  </a:lnTo>
                  <a:lnTo>
                    <a:pt x="6366291" y="368537"/>
                  </a:lnTo>
                  <a:lnTo>
                    <a:pt x="6366437" y="368537"/>
                  </a:lnTo>
                  <a:lnTo>
                    <a:pt x="6366582" y="368537"/>
                  </a:lnTo>
                  <a:lnTo>
                    <a:pt x="6366728" y="368537"/>
                  </a:lnTo>
                  <a:lnTo>
                    <a:pt x="6366873" y="368537"/>
                  </a:lnTo>
                  <a:lnTo>
                    <a:pt x="6367018" y="368537"/>
                  </a:lnTo>
                  <a:lnTo>
                    <a:pt x="6367164" y="368537"/>
                  </a:lnTo>
                  <a:lnTo>
                    <a:pt x="6367309" y="368537"/>
                  </a:lnTo>
                  <a:lnTo>
                    <a:pt x="6367455" y="368537"/>
                  </a:lnTo>
                  <a:lnTo>
                    <a:pt x="6367600" y="368537"/>
                  </a:lnTo>
                  <a:lnTo>
                    <a:pt x="6367746" y="368537"/>
                  </a:lnTo>
                  <a:lnTo>
                    <a:pt x="6367891" y="368537"/>
                  </a:lnTo>
                  <a:lnTo>
                    <a:pt x="6368036" y="368537"/>
                  </a:lnTo>
                  <a:lnTo>
                    <a:pt x="6368182" y="368537"/>
                  </a:lnTo>
                  <a:lnTo>
                    <a:pt x="6368327" y="368537"/>
                  </a:lnTo>
                  <a:lnTo>
                    <a:pt x="6368473" y="368537"/>
                  </a:lnTo>
                  <a:lnTo>
                    <a:pt x="6368618" y="368537"/>
                  </a:lnTo>
                  <a:lnTo>
                    <a:pt x="6368764" y="368537"/>
                  </a:lnTo>
                  <a:lnTo>
                    <a:pt x="6368909" y="368537"/>
                  </a:lnTo>
                  <a:lnTo>
                    <a:pt x="6369054" y="368537"/>
                  </a:lnTo>
                  <a:lnTo>
                    <a:pt x="6369200" y="368537"/>
                  </a:lnTo>
                  <a:lnTo>
                    <a:pt x="6369345" y="368537"/>
                  </a:lnTo>
                  <a:lnTo>
                    <a:pt x="6369491" y="368537"/>
                  </a:lnTo>
                  <a:lnTo>
                    <a:pt x="6369636" y="368537"/>
                  </a:lnTo>
                  <a:lnTo>
                    <a:pt x="6369782" y="368537"/>
                  </a:lnTo>
                  <a:lnTo>
                    <a:pt x="6369927" y="368537"/>
                  </a:lnTo>
                  <a:lnTo>
                    <a:pt x="6370072" y="368537"/>
                  </a:lnTo>
                  <a:lnTo>
                    <a:pt x="6370218" y="368537"/>
                  </a:lnTo>
                  <a:lnTo>
                    <a:pt x="6370363" y="368537"/>
                  </a:lnTo>
                  <a:lnTo>
                    <a:pt x="6370509" y="368537"/>
                  </a:lnTo>
                  <a:lnTo>
                    <a:pt x="6370654" y="368537"/>
                  </a:lnTo>
                  <a:lnTo>
                    <a:pt x="6370800" y="368537"/>
                  </a:lnTo>
                  <a:lnTo>
                    <a:pt x="6370945" y="368537"/>
                  </a:lnTo>
                  <a:lnTo>
                    <a:pt x="6371090" y="368537"/>
                  </a:lnTo>
                  <a:lnTo>
                    <a:pt x="6371236" y="368537"/>
                  </a:lnTo>
                  <a:lnTo>
                    <a:pt x="6371381" y="368537"/>
                  </a:lnTo>
                  <a:lnTo>
                    <a:pt x="6371527" y="368537"/>
                  </a:lnTo>
                  <a:lnTo>
                    <a:pt x="6371672" y="368537"/>
                  </a:lnTo>
                  <a:lnTo>
                    <a:pt x="6371818" y="368537"/>
                  </a:lnTo>
                  <a:lnTo>
                    <a:pt x="6371818" y="367913"/>
                  </a:lnTo>
                  <a:lnTo>
                    <a:pt x="6371963" y="367913"/>
                  </a:lnTo>
                  <a:lnTo>
                    <a:pt x="6372108" y="367913"/>
                  </a:lnTo>
                  <a:lnTo>
                    <a:pt x="6372254" y="367913"/>
                  </a:lnTo>
                  <a:lnTo>
                    <a:pt x="6372254" y="367289"/>
                  </a:lnTo>
                  <a:lnTo>
                    <a:pt x="6372399" y="367289"/>
                  </a:lnTo>
                  <a:lnTo>
                    <a:pt x="6372545" y="367289"/>
                  </a:lnTo>
                  <a:lnTo>
                    <a:pt x="6372690" y="367289"/>
                  </a:lnTo>
                  <a:lnTo>
                    <a:pt x="6372836" y="367289"/>
                  </a:lnTo>
                  <a:lnTo>
                    <a:pt x="6372981" y="367289"/>
                  </a:lnTo>
                  <a:lnTo>
                    <a:pt x="6373126" y="367289"/>
                  </a:lnTo>
                  <a:lnTo>
                    <a:pt x="6373272" y="367289"/>
                  </a:lnTo>
                  <a:lnTo>
                    <a:pt x="6373417" y="367289"/>
                  </a:lnTo>
                  <a:lnTo>
                    <a:pt x="6373563" y="367289"/>
                  </a:lnTo>
                  <a:lnTo>
                    <a:pt x="6373708" y="367289"/>
                  </a:lnTo>
                  <a:lnTo>
                    <a:pt x="6373853" y="367289"/>
                  </a:lnTo>
                  <a:lnTo>
                    <a:pt x="6373999" y="367289"/>
                  </a:lnTo>
                  <a:lnTo>
                    <a:pt x="6374144" y="367289"/>
                  </a:lnTo>
                  <a:lnTo>
                    <a:pt x="6374290" y="367289"/>
                  </a:lnTo>
                  <a:lnTo>
                    <a:pt x="6374435" y="367289"/>
                  </a:lnTo>
                  <a:lnTo>
                    <a:pt x="6374581" y="367289"/>
                  </a:lnTo>
                  <a:lnTo>
                    <a:pt x="6374726" y="367289"/>
                  </a:lnTo>
                  <a:lnTo>
                    <a:pt x="6374871" y="367289"/>
                  </a:lnTo>
                  <a:lnTo>
                    <a:pt x="6374871" y="366666"/>
                  </a:lnTo>
                  <a:lnTo>
                    <a:pt x="6375017" y="366666"/>
                  </a:lnTo>
                  <a:lnTo>
                    <a:pt x="6375162" y="366666"/>
                  </a:lnTo>
                  <a:lnTo>
                    <a:pt x="6375308" y="366666"/>
                  </a:lnTo>
                  <a:lnTo>
                    <a:pt x="6375453" y="366666"/>
                  </a:lnTo>
                  <a:lnTo>
                    <a:pt x="6375599" y="366666"/>
                  </a:lnTo>
                  <a:lnTo>
                    <a:pt x="6375599" y="366042"/>
                  </a:lnTo>
                  <a:lnTo>
                    <a:pt x="6375744" y="366042"/>
                  </a:lnTo>
                  <a:lnTo>
                    <a:pt x="6375889" y="366042"/>
                  </a:lnTo>
                  <a:lnTo>
                    <a:pt x="6376035" y="366042"/>
                  </a:lnTo>
                  <a:lnTo>
                    <a:pt x="6376180" y="366042"/>
                  </a:lnTo>
                  <a:lnTo>
                    <a:pt x="6376326" y="366042"/>
                  </a:lnTo>
                  <a:lnTo>
                    <a:pt x="6376471" y="366042"/>
                  </a:lnTo>
                  <a:lnTo>
                    <a:pt x="6376617" y="366042"/>
                  </a:lnTo>
                  <a:lnTo>
                    <a:pt x="6376762" y="366042"/>
                  </a:lnTo>
                  <a:lnTo>
                    <a:pt x="6376907" y="366042"/>
                  </a:lnTo>
                  <a:lnTo>
                    <a:pt x="6377053" y="366042"/>
                  </a:lnTo>
                  <a:lnTo>
                    <a:pt x="6377198" y="366042"/>
                  </a:lnTo>
                  <a:lnTo>
                    <a:pt x="6377344" y="366042"/>
                  </a:lnTo>
                  <a:lnTo>
                    <a:pt x="6377489" y="366042"/>
                  </a:lnTo>
                  <a:lnTo>
                    <a:pt x="6377635" y="366042"/>
                  </a:lnTo>
                  <a:lnTo>
                    <a:pt x="6377780" y="366042"/>
                  </a:lnTo>
                  <a:lnTo>
                    <a:pt x="6377925" y="366042"/>
                  </a:lnTo>
                  <a:lnTo>
                    <a:pt x="6378071" y="366042"/>
                  </a:lnTo>
                  <a:lnTo>
                    <a:pt x="6378216" y="366042"/>
                  </a:lnTo>
                  <a:lnTo>
                    <a:pt x="6378362" y="366042"/>
                  </a:lnTo>
                  <a:lnTo>
                    <a:pt x="6378507" y="366042"/>
                  </a:lnTo>
                  <a:lnTo>
                    <a:pt x="6378653" y="366042"/>
                  </a:lnTo>
                  <a:lnTo>
                    <a:pt x="6378798" y="366042"/>
                  </a:lnTo>
                  <a:lnTo>
                    <a:pt x="6378943" y="366042"/>
                  </a:lnTo>
                  <a:lnTo>
                    <a:pt x="6379089" y="366042"/>
                  </a:lnTo>
                  <a:lnTo>
                    <a:pt x="6379234" y="366042"/>
                  </a:lnTo>
                  <a:lnTo>
                    <a:pt x="6379380" y="366042"/>
                  </a:lnTo>
                  <a:lnTo>
                    <a:pt x="6379525" y="366042"/>
                  </a:lnTo>
                  <a:lnTo>
                    <a:pt x="6379671" y="366042"/>
                  </a:lnTo>
                  <a:lnTo>
                    <a:pt x="6379816" y="366042"/>
                  </a:lnTo>
                  <a:lnTo>
                    <a:pt x="6379961" y="366042"/>
                  </a:lnTo>
                  <a:lnTo>
                    <a:pt x="6380107" y="366042"/>
                  </a:lnTo>
                  <a:lnTo>
                    <a:pt x="6380252" y="366042"/>
                  </a:lnTo>
                  <a:lnTo>
                    <a:pt x="6380398" y="366042"/>
                  </a:lnTo>
                  <a:lnTo>
                    <a:pt x="6380543" y="366042"/>
                  </a:lnTo>
                  <a:lnTo>
                    <a:pt x="6380688" y="366042"/>
                  </a:lnTo>
                  <a:lnTo>
                    <a:pt x="6380834" y="366042"/>
                  </a:lnTo>
                  <a:lnTo>
                    <a:pt x="6380979" y="366042"/>
                  </a:lnTo>
                  <a:lnTo>
                    <a:pt x="6381125" y="366042"/>
                  </a:lnTo>
                  <a:lnTo>
                    <a:pt x="6381270" y="366042"/>
                  </a:lnTo>
                  <a:lnTo>
                    <a:pt x="6381416" y="366042"/>
                  </a:lnTo>
                  <a:lnTo>
                    <a:pt x="6381561" y="366042"/>
                  </a:lnTo>
                  <a:lnTo>
                    <a:pt x="6381706" y="366042"/>
                  </a:lnTo>
                  <a:lnTo>
                    <a:pt x="6381852" y="366042"/>
                  </a:lnTo>
                  <a:lnTo>
                    <a:pt x="6381997" y="366042"/>
                  </a:lnTo>
                  <a:lnTo>
                    <a:pt x="6382143" y="366042"/>
                  </a:lnTo>
                  <a:lnTo>
                    <a:pt x="6382288" y="366042"/>
                  </a:lnTo>
                  <a:lnTo>
                    <a:pt x="6382434" y="366042"/>
                  </a:lnTo>
                  <a:lnTo>
                    <a:pt x="6382579" y="366042"/>
                  </a:lnTo>
                  <a:lnTo>
                    <a:pt x="6382724" y="366042"/>
                  </a:lnTo>
                  <a:lnTo>
                    <a:pt x="6382870" y="366042"/>
                  </a:lnTo>
                  <a:lnTo>
                    <a:pt x="6383015" y="366042"/>
                  </a:lnTo>
                  <a:lnTo>
                    <a:pt x="6383161" y="366042"/>
                  </a:lnTo>
                  <a:lnTo>
                    <a:pt x="6383306" y="366042"/>
                  </a:lnTo>
                  <a:lnTo>
                    <a:pt x="6383452" y="366042"/>
                  </a:lnTo>
                  <a:lnTo>
                    <a:pt x="6383597" y="366042"/>
                  </a:lnTo>
                  <a:lnTo>
                    <a:pt x="6383742" y="366042"/>
                  </a:lnTo>
                  <a:lnTo>
                    <a:pt x="6383888" y="366042"/>
                  </a:lnTo>
                  <a:lnTo>
                    <a:pt x="6384033" y="366042"/>
                  </a:lnTo>
                  <a:lnTo>
                    <a:pt x="6384179" y="366042"/>
                  </a:lnTo>
                  <a:lnTo>
                    <a:pt x="6384324" y="366042"/>
                  </a:lnTo>
                  <a:lnTo>
                    <a:pt x="6384470" y="366042"/>
                  </a:lnTo>
                  <a:lnTo>
                    <a:pt x="6384615" y="366042"/>
                  </a:lnTo>
                  <a:lnTo>
                    <a:pt x="6384615" y="365419"/>
                  </a:lnTo>
                  <a:lnTo>
                    <a:pt x="6384760" y="365419"/>
                  </a:lnTo>
                  <a:lnTo>
                    <a:pt x="6384906" y="365419"/>
                  </a:lnTo>
                  <a:lnTo>
                    <a:pt x="6385051" y="365419"/>
                  </a:lnTo>
                  <a:lnTo>
                    <a:pt x="6385197" y="365419"/>
                  </a:lnTo>
                  <a:lnTo>
                    <a:pt x="6385342" y="365419"/>
                  </a:lnTo>
                  <a:lnTo>
                    <a:pt x="6385488" y="365419"/>
                  </a:lnTo>
                  <a:lnTo>
                    <a:pt x="6385633" y="365419"/>
                  </a:lnTo>
                  <a:lnTo>
                    <a:pt x="6385778" y="365419"/>
                  </a:lnTo>
                  <a:lnTo>
                    <a:pt x="6385924" y="365419"/>
                  </a:lnTo>
                  <a:lnTo>
                    <a:pt x="6386069" y="365419"/>
                  </a:lnTo>
                  <a:lnTo>
                    <a:pt x="6386069" y="364795"/>
                  </a:lnTo>
                  <a:lnTo>
                    <a:pt x="6386215" y="364795"/>
                  </a:lnTo>
                  <a:lnTo>
                    <a:pt x="6386360" y="364795"/>
                  </a:lnTo>
                  <a:lnTo>
                    <a:pt x="6386506" y="364795"/>
                  </a:lnTo>
                  <a:lnTo>
                    <a:pt x="6386651" y="364795"/>
                  </a:lnTo>
                  <a:lnTo>
                    <a:pt x="6386796" y="364795"/>
                  </a:lnTo>
                  <a:lnTo>
                    <a:pt x="6386942" y="364795"/>
                  </a:lnTo>
                  <a:lnTo>
                    <a:pt x="6387087" y="364795"/>
                  </a:lnTo>
                  <a:lnTo>
                    <a:pt x="6387233" y="364795"/>
                  </a:lnTo>
                  <a:lnTo>
                    <a:pt x="6387378" y="364795"/>
                  </a:lnTo>
                  <a:lnTo>
                    <a:pt x="6387523" y="364795"/>
                  </a:lnTo>
                  <a:lnTo>
                    <a:pt x="6387669" y="364795"/>
                  </a:lnTo>
                  <a:lnTo>
                    <a:pt x="6387669" y="364172"/>
                  </a:lnTo>
                  <a:lnTo>
                    <a:pt x="6387814" y="364172"/>
                  </a:lnTo>
                  <a:lnTo>
                    <a:pt x="6387960" y="364172"/>
                  </a:lnTo>
                  <a:lnTo>
                    <a:pt x="6388105" y="364172"/>
                  </a:lnTo>
                  <a:lnTo>
                    <a:pt x="6388251" y="364172"/>
                  </a:lnTo>
                  <a:lnTo>
                    <a:pt x="6388396" y="364172"/>
                  </a:lnTo>
                  <a:lnTo>
                    <a:pt x="6388541" y="364172"/>
                  </a:lnTo>
                  <a:lnTo>
                    <a:pt x="6388687" y="364172"/>
                  </a:lnTo>
                  <a:lnTo>
                    <a:pt x="6388832" y="364172"/>
                  </a:lnTo>
                  <a:lnTo>
                    <a:pt x="6388978" y="364172"/>
                  </a:lnTo>
                  <a:lnTo>
                    <a:pt x="6389123" y="364172"/>
                  </a:lnTo>
                  <a:lnTo>
                    <a:pt x="6389269" y="364172"/>
                  </a:lnTo>
                  <a:lnTo>
                    <a:pt x="6389414" y="364172"/>
                  </a:lnTo>
                  <a:lnTo>
                    <a:pt x="6389559" y="364172"/>
                  </a:lnTo>
                  <a:lnTo>
                    <a:pt x="6389705" y="364172"/>
                  </a:lnTo>
                  <a:lnTo>
                    <a:pt x="6389850" y="364172"/>
                  </a:lnTo>
                  <a:lnTo>
                    <a:pt x="6389996" y="364172"/>
                  </a:lnTo>
                  <a:lnTo>
                    <a:pt x="6390141" y="364172"/>
                  </a:lnTo>
                  <a:lnTo>
                    <a:pt x="6390287" y="364172"/>
                  </a:lnTo>
                  <a:lnTo>
                    <a:pt x="6390432" y="364172"/>
                  </a:lnTo>
                  <a:lnTo>
                    <a:pt x="6390577" y="364172"/>
                  </a:lnTo>
                  <a:lnTo>
                    <a:pt x="6390723" y="364172"/>
                  </a:lnTo>
                  <a:lnTo>
                    <a:pt x="6390868" y="364172"/>
                  </a:lnTo>
                  <a:lnTo>
                    <a:pt x="6391014" y="364172"/>
                  </a:lnTo>
                  <a:lnTo>
                    <a:pt x="6391159" y="364172"/>
                  </a:lnTo>
                  <a:lnTo>
                    <a:pt x="6391305" y="364172"/>
                  </a:lnTo>
                  <a:lnTo>
                    <a:pt x="6391450" y="364172"/>
                  </a:lnTo>
                  <a:lnTo>
                    <a:pt x="6391595" y="364172"/>
                  </a:lnTo>
                  <a:lnTo>
                    <a:pt x="6391741" y="364172"/>
                  </a:lnTo>
                  <a:lnTo>
                    <a:pt x="6391886" y="364172"/>
                  </a:lnTo>
                  <a:lnTo>
                    <a:pt x="6392032" y="364172"/>
                  </a:lnTo>
                  <a:lnTo>
                    <a:pt x="6392177" y="364172"/>
                  </a:lnTo>
                  <a:lnTo>
                    <a:pt x="6392323" y="364172"/>
                  </a:lnTo>
                  <a:lnTo>
                    <a:pt x="6392323" y="363548"/>
                  </a:lnTo>
                  <a:lnTo>
                    <a:pt x="6392468" y="363548"/>
                  </a:lnTo>
                  <a:lnTo>
                    <a:pt x="6392613" y="363548"/>
                  </a:lnTo>
                  <a:lnTo>
                    <a:pt x="6392759" y="363548"/>
                  </a:lnTo>
                  <a:lnTo>
                    <a:pt x="6392904" y="363548"/>
                  </a:lnTo>
                  <a:lnTo>
                    <a:pt x="6393050" y="363548"/>
                  </a:lnTo>
                  <a:lnTo>
                    <a:pt x="6393195" y="363548"/>
                  </a:lnTo>
                  <a:lnTo>
                    <a:pt x="6393341" y="363548"/>
                  </a:lnTo>
                  <a:lnTo>
                    <a:pt x="6393486" y="363548"/>
                  </a:lnTo>
                  <a:lnTo>
                    <a:pt x="6393631" y="363548"/>
                  </a:lnTo>
                  <a:lnTo>
                    <a:pt x="6393777" y="363548"/>
                  </a:lnTo>
                  <a:lnTo>
                    <a:pt x="6393922" y="363548"/>
                  </a:lnTo>
                  <a:lnTo>
                    <a:pt x="6393922" y="362924"/>
                  </a:lnTo>
                  <a:lnTo>
                    <a:pt x="6393922" y="362301"/>
                  </a:lnTo>
                  <a:lnTo>
                    <a:pt x="6394068" y="362301"/>
                  </a:lnTo>
                  <a:lnTo>
                    <a:pt x="6394068" y="361677"/>
                  </a:lnTo>
                  <a:lnTo>
                    <a:pt x="6394213" y="361677"/>
                  </a:lnTo>
                  <a:lnTo>
                    <a:pt x="6394358" y="361677"/>
                  </a:lnTo>
                  <a:lnTo>
                    <a:pt x="6394358" y="361054"/>
                  </a:lnTo>
                  <a:lnTo>
                    <a:pt x="6394504" y="361054"/>
                  </a:lnTo>
                  <a:lnTo>
                    <a:pt x="6394649" y="361054"/>
                  </a:lnTo>
                  <a:lnTo>
                    <a:pt x="6394795" y="361054"/>
                  </a:lnTo>
                  <a:lnTo>
                    <a:pt x="6394940" y="361054"/>
                  </a:lnTo>
                  <a:lnTo>
                    <a:pt x="6395086" y="361054"/>
                  </a:lnTo>
                  <a:lnTo>
                    <a:pt x="6395231" y="361054"/>
                  </a:lnTo>
                  <a:lnTo>
                    <a:pt x="6395376" y="361054"/>
                  </a:lnTo>
                  <a:lnTo>
                    <a:pt x="6395522" y="361054"/>
                  </a:lnTo>
                  <a:lnTo>
                    <a:pt x="6395667" y="361054"/>
                  </a:lnTo>
                  <a:lnTo>
                    <a:pt x="6395813" y="361054"/>
                  </a:lnTo>
                  <a:lnTo>
                    <a:pt x="6395958" y="361054"/>
                  </a:lnTo>
                  <a:lnTo>
                    <a:pt x="6395958" y="360430"/>
                  </a:lnTo>
                  <a:lnTo>
                    <a:pt x="6396104" y="360430"/>
                  </a:lnTo>
                  <a:lnTo>
                    <a:pt x="6396249" y="360430"/>
                  </a:lnTo>
                  <a:lnTo>
                    <a:pt x="6396394" y="360430"/>
                  </a:lnTo>
                  <a:lnTo>
                    <a:pt x="6396540" y="360430"/>
                  </a:lnTo>
                  <a:lnTo>
                    <a:pt x="6396685" y="360430"/>
                  </a:lnTo>
                  <a:lnTo>
                    <a:pt x="6396831" y="360430"/>
                  </a:lnTo>
                  <a:lnTo>
                    <a:pt x="6396976" y="360430"/>
                  </a:lnTo>
                  <a:lnTo>
                    <a:pt x="6397122" y="360430"/>
                  </a:lnTo>
                  <a:lnTo>
                    <a:pt x="6397267" y="360430"/>
                  </a:lnTo>
                  <a:lnTo>
                    <a:pt x="6397412" y="360430"/>
                  </a:lnTo>
                  <a:lnTo>
                    <a:pt x="6397558" y="360430"/>
                  </a:lnTo>
                  <a:lnTo>
                    <a:pt x="6397703" y="360430"/>
                  </a:lnTo>
                  <a:lnTo>
                    <a:pt x="6397849" y="360430"/>
                  </a:lnTo>
                  <a:lnTo>
                    <a:pt x="6397994" y="360430"/>
                  </a:lnTo>
                  <a:lnTo>
                    <a:pt x="6398140" y="360430"/>
                  </a:lnTo>
                  <a:lnTo>
                    <a:pt x="6398285" y="360430"/>
                  </a:lnTo>
                  <a:lnTo>
                    <a:pt x="6398430" y="360430"/>
                  </a:lnTo>
                  <a:lnTo>
                    <a:pt x="6398576" y="360430"/>
                  </a:lnTo>
                  <a:lnTo>
                    <a:pt x="6398576" y="359806"/>
                  </a:lnTo>
                  <a:lnTo>
                    <a:pt x="6398721" y="359806"/>
                  </a:lnTo>
                  <a:lnTo>
                    <a:pt x="6398867" y="359806"/>
                  </a:lnTo>
                  <a:lnTo>
                    <a:pt x="6399012" y="359806"/>
                  </a:lnTo>
                  <a:lnTo>
                    <a:pt x="6399158" y="359806"/>
                  </a:lnTo>
                  <a:lnTo>
                    <a:pt x="6399303" y="359806"/>
                  </a:lnTo>
                  <a:lnTo>
                    <a:pt x="6399303" y="359183"/>
                  </a:lnTo>
                  <a:lnTo>
                    <a:pt x="6399448" y="359183"/>
                  </a:lnTo>
                  <a:lnTo>
                    <a:pt x="6399594" y="359183"/>
                  </a:lnTo>
                  <a:lnTo>
                    <a:pt x="6399739" y="359183"/>
                  </a:lnTo>
                  <a:lnTo>
                    <a:pt x="6399885" y="359183"/>
                  </a:lnTo>
                  <a:lnTo>
                    <a:pt x="6400030" y="359183"/>
                  </a:lnTo>
                  <a:lnTo>
                    <a:pt x="6400030" y="358559"/>
                  </a:lnTo>
                  <a:lnTo>
                    <a:pt x="6400176" y="358559"/>
                  </a:lnTo>
                  <a:lnTo>
                    <a:pt x="6400321" y="358559"/>
                  </a:lnTo>
                  <a:lnTo>
                    <a:pt x="6400466" y="358559"/>
                  </a:lnTo>
                  <a:lnTo>
                    <a:pt x="6400612" y="358559"/>
                  </a:lnTo>
                  <a:lnTo>
                    <a:pt x="6400757" y="358559"/>
                  </a:lnTo>
                  <a:lnTo>
                    <a:pt x="6400903" y="358559"/>
                  </a:lnTo>
                  <a:lnTo>
                    <a:pt x="6401048" y="358559"/>
                  </a:lnTo>
                  <a:lnTo>
                    <a:pt x="6401193" y="358559"/>
                  </a:lnTo>
                  <a:lnTo>
                    <a:pt x="6401339" y="358559"/>
                  </a:lnTo>
                  <a:lnTo>
                    <a:pt x="6401484" y="358559"/>
                  </a:lnTo>
                  <a:lnTo>
                    <a:pt x="6401484" y="357936"/>
                  </a:lnTo>
                  <a:lnTo>
                    <a:pt x="6401630" y="357936"/>
                  </a:lnTo>
                  <a:lnTo>
                    <a:pt x="6401775" y="357936"/>
                  </a:lnTo>
                  <a:lnTo>
                    <a:pt x="6401921" y="357936"/>
                  </a:lnTo>
                  <a:lnTo>
                    <a:pt x="6402066" y="357936"/>
                  </a:lnTo>
                  <a:lnTo>
                    <a:pt x="6402211" y="357936"/>
                  </a:lnTo>
                  <a:lnTo>
                    <a:pt x="6402357" y="357936"/>
                  </a:lnTo>
                  <a:lnTo>
                    <a:pt x="6402502" y="357936"/>
                  </a:lnTo>
                  <a:lnTo>
                    <a:pt x="6402648" y="357936"/>
                  </a:lnTo>
                  <a:lnTo>
                    <a:pt x="6402793" y="357936"/>
                  </a:lnTo>
                  <a:lnTo>
                    <a:pt x="6402939" y="357936"/>
                  </a:lnTo>
                  <a:lnTo>
                    <a:pt x="6403084" y="357936"/>
                  </a:lnTo>
                  <a:lnTo>
                    <a:pt x="6403229" y="357936"/>
                  </a:lnTo>
                  <a:lnTo>
                    <a:pt x="6403375" y="357936"/>
                  </a:lnTo>
                  <a:lnTo>
                    <a:pt x="6403520" y="357936"/>
                  </a:lnTo>
                  <a:lnTo>
                    <a:pt x="6403520" y="357312"/>
                  </a:lnTo>
                  <a:lnTo>
                    <a:pt x="6403666" y="357312"/>
                  </a:lnTo>
                  <a:lnTo>
                    <a:pt x="6403811" y="357312"/>
                  </a:lnTo>
                  <a:lnTo>
                    <a:pt x="6403957" y="357312"/>
                  </a:lnTo>
                  <a:lnTo>
                    <a:pt x="6404102" y="357312"/>
                  </a:lnTo>
                  <a:lnTo>
                    <a:pt x="6404247" y="357312"/>
                  </a:lnTo>
                  <a:lnTo>
                    <a:pt x="6404247" y="356689"/>
                  </a:lnTo>
                  <a:lnTo>
                    <a:pt x="6404393" y="356689"/>
                  </a:lnTo>
                  <a:lnTo>
                    <a:pt x="6404538" y="356689"/>
                  </a:lnTo>
                  <a:lnTo>
                    <a:pt x="6404684" y="356689"/>
                  </a:lnTo>
                  <a:lnTo>
                    <a:pt x="6404829" y="356689"/>
                  </a:lnTo>
                  <a:lnTo>
                    <a:pt x="6404975" y="356689"/>
                  </a:lnTo>
                  <a:lnTo>
                    <a:pt x="6404975" y="356065"/>
                  </a:lnTo>
                  <a:lnTo>
                    <a:pt x="6405120" y="356065"/>
                  </a:lnTo>
                  <a:lnTo>
                    <a:pt x="6405265" y="356065"/>
                  </a:lnTo>
                  <a:lnTo>
                    <a:pt x="6405411" y="356065"/>
                  </a:lnTo>
                  <a:lnTo>
                    <a:pt x="6405556" y="356065"/>
                  </a:lnTo>
                  <a:lnTo>
                    <a:pt x="6405702" y="356065"/>
                  </a:lnTo>
                  <a:lnTo>
                    <a:pt x="6405847" y="356065"/>
                  </a:lnTo>
                  <a:lnTo>
                    <a:pt x="6405993" y="356065"/>
                  </a:lnTo>
                  <a:lnTo>
                    <a:pt x="6406138" y="356065"/>
                  </a:lnTo>
                  <a:lnTo>
                    <a:pt x="6406283" y="356065"/>
                  </a:lnTo>
                  <a:lnTo>
                    <a:pt x="6406429" y="356065"/>
                  </a:lnTo>
                  <a:lnTo>
                    <a:pt x="6406574" y="356065"/>
                  </a:lnTo>
                  <a:lnTo>
                    <a:pt x="6406720" y="356065"/>
                  </a:lnTo>
                  <a:lnTo>
                    <a:pt x="6406865" y="356065"/>
                  </a:lnTo>
                  <a:lnTo>
                    <a:pt x="6407011" y="356065"/>
                  </a:lnTo>
                  <a:lnTo>
                    <a:pt x="6407156" y="356065"/>
                  </a:lnTo>
                  <a:lnTo>
                    <a:pt x="6407301" y="356065"/>
                  </a:lnTo>
                  <a:lnTo>
                    <a:pt x="6407447" y="356065"/>
                  </a:lnTo>
                  <a:lnTo>
                    <a:pt x="6407592" y="356065"/>
                  </a:lnTo>
                  <a:lnTo>
                    <a:pt x="6407738" y="356065"/>
                  </a:lnTo>
                  <a:lnTo>
                    <a:pt x="6407883" y="356065"/>
                  </a:lnTo>
                  <a:lnTo>
                    <a:pt x="6408028" y="356065"/>
                  </a:lnTo>
                  <a:lnTo>
                    <a:pt x="6408174" y="356065"/>
                  </a:lnTo>
                  <a:lnTo>
                    <a:pt x="6408319" y="356065"/>
                  </a:lnTo>
                  <a:lnTo>
                    <a:pt x="6408465" y="356065"/>
                  </a:lnTo>
                  <a:lnTo>
                    <a:pt x="6408610" y="356065"/>
                  </a:lnTo>
                  <a:lnTo>
                    <a:pt x="6408756" y="356065"/>
                  </a:lnTo>
                  <a:lnTo>
                    <a:pt x="6408901" y="356065"/>
                  </a:lnTo>
                  <a:lnTo>
                    <a:pt x="6409046" y="356065"/>
                  </a:lnTo>
                  <a:lnTo>
                    <a:pt x="6409192" y="356065"/>
                  </a:lnTo>
                  <a:lnTo>
                    <a:pt x="6409337" y="356065"/>
                  </a:lnTo>
                  <a:lnTo>
                    <a:pt x="6409483" y="356065"/>
                  </a:lnTo>
                  <a:lnTo>
                    <a:pt x="6409628" y="356065"/>
                  </a:lnTo>
                  <a:lnTo>
                    <a:pt x="6409774" y="356065"/>
                  </a:lnTo>
                  <a:lnTo>
                    <a:pt x="6409919" y="356065"/>
                  </a:lnTo>
                  <a:lnTo>
                    <a:pt x="6410064" y="356065"/>
                  </a:lnTo>
                  <a:lnTo>
                    <a:pt x="6410210" y="356065"/>
                  </a:lnTo>
                  <a:lnTo>
                    <a:pt x="6410355" y="356065"/>
                  </a:lnTo>
                  <a:lnTo>
                    <a:pt x="6410501" y="356065"/>
                  </a:lnTo>
                  <a:lnTo>
                    <a:pt x="6410646" y="356065"/>
                  </a:lnTo>
                  <a:lnTo>
                    <a:pt x="6410792" y="356065"/>
                  </a:lnTo>
                  <a:lnTo>
                    <a:pt x="6410937" y="356065"/>
                  </a:lnTo>
                  <a:lnTo>
                    <a:pt x="6411082" y="356065"/>
                  </a:lnTo>
                  <a:lnTo>
                    <a:pt x="6411228" y="356065"/>
                  </a:lnTo>
                  <a:lnTo>
                    <a:pt x="6411373" y="356065"/>
                  </a:lnTo>
                  <a:lnTo>
                    <a:pt x="6411519" y="356065"/>
                  </a:lnTo>
                  <a:lnTo>
                    <a:pt x="6411519" y="355441"/>
                  </a:lnTo>
                  <a:lnTo>
                    <a:pt x="6411664" y="355441"/>
                  </a:lnTo>
                  <a:lnTo>
                    <a:pt x="6411810" y="355441"/>
                  </a:lnTo>
                  <a:lnTo>
                    <a:pt x="6411955" y="355441"/>
                  </a:lnTo>
                  <a:lnTo>
                    <a:pt x="6412100" y="355441"/>
                  </a:lnTo>
                  <a:lnTo>
                    <a:pt x="6412246" y="355441"/>
                  </a:lnTo>
                  <a:lnTo>
                    <a:pt x="6412391" y="355441"/>
                  </a:lnTo>
                  <a:lnTo>
                    <a:pt x="6412537" y="355441"/>
                  </a:lnTo>
                  <a:lnTo>
                    <a:pt x="6412682" y="355441"/>
                  </a:lnTo>
                  <a:lnTo>
                    <a:pt x="6412828" y="355441"/>
                  </a:lnTo>
                  <a:lnTo>
                    <a:pt x="6412973" y="355441"/>
                  </a:lnTo>
                  <a:lnTo>
                    <a:pt x="6413118" y="355441"/>
                  </a:lnTo>
                  <a:lnTo>
                    <a:pt x="6413264" y="355441"/>
                  </a:lnTo>
                  <a:lnTo>
                    <a:pt x="6413409" y="355441"/>
                  </a:lnTo>
                  <a:lnTo>
                    <a:pt x="6413555" y="355441"/>
                  </a:lnTo>
                  <a:lnTo>
                    <a:pt x="6413555" y="354818"/>
                  </a:lnTo>
                  <a:lnTo>
                    <a:pt x="6413700" y="354818"/>
                  </a:lnTo>
                  <a:lnTo>
                    <a:pt x="6413846" y="354818"/>
                  </a:lnTo>
                  <a:lnTo>
                    <a:pt x="6413991" y="354818"/>
                  </a:lnTo>
                  <a:lnTo>
                    <a:pt x="6414136" y="354818"/>
                  </a:lnTo>
                  <a:lnTo>
                    <a:pt x="6414282" y="354818"/>
                  </a:lnTo>
                  <a:lnTo>
                    <a:pt x="6414427" y="354818"/>
                  </a:lnTo>
                  <a:lnTo>
                    <a:pt x="6414573" y="354818"/>
                  </a:lnTo>
                  <a:lnTo>
                    <a:pt x="6414718" y="354818"/>
                  </a:lnTo>
                  <a:lnTo>
                    <a:pt x="6414863" y="354818"/>
                  </a:lnTo>
                  <a:lnTo>
                    <a:pt x="6415009" y="354818"/>
                  </a:lnTo>
                  <a:lnTo>
                    <a:pt x="6415154" y="354818"/>
                  </a:lnTo>
                  <a:lnTo>
                    <a:pt x="6415300" y="354818"/>
                  </a:lnTo>
                  <a:lnTo>
                    <a:pt x="6415445" y="354818"/>
                  </a:lnTo>
                  <a:lnTo>
                    <a:pt x="6415591" y="354818"/>
                  </a:lnTo>
                  <a:lnTo>
                    <a:pt x="6415736" y="354818"/>
                  </a:lnTo>
                  <a:lnTo>
                    <a:pt x="6415881" y="354818"/>
                  </a:lnTo>
                  <a:lnTo>
                    <a:pt x="6416027" y="354818"/>
                  </a:lnTo>
                  <a:lnTo>
                    <a:pt x="6416172" y="354818"/>
                  </a:lnTo>
                  <a:lnTo>
                    <a:pt x="6416318" y="354818"/>
                  </a:lnTo>
                  <a:lnTo>
                    <a:pt x="6416318" y="354194"/>
                  </a:lnTo>
                  <a:lnTo>
                    <a:pt x="6416463" y="354194"/>
                  </a:lnTo>
                  <a:lnTo>
                    <a:pt x="6416609" y="354194"/>
                  </a:lnTo>
                  <a:lnTo>
                    <a:pt x="6416754" y="354194"/>
                  </a:lnTo>
                  <a:lnTo>
                    <a:pt x="6416899" y="354194"/>
                  </a:lnTo>
                  <a:lnTo>
                    <a:pt x="6417045" y="354194"/>
                  </a:lnTo>
                  <a:lnTo>
                    <a:pt x="6417190" y="354194"/>
                  </a:lnTo>
                  <a:lnTo>
                    <a:pt x="6417336" y="354194"/>
                  </a:lnTo>
                  <a:lnTo>
                    <a:pt x="6417481" y="354194"/>
                  </a:lnTo>
                  <a:lnTo>
                    <a:pt x="6417627" y="354194"/>
                  </a:lnTo>
                  <a:lnTo>
                    <a:pt x="6417772" y="354194"/>
                  </a:lnTo>
                  <a:lnTo>
                    <a:pt x="6417917" y="354194"/>
                  </a:lnTo>
                  <a:lnTo>
                    <a:pt x="6418063" y="354194"/>
                  </a:lnTo>
                  <a:lnTo>
                    <a:pt x="6418208" y="354194"/>
                  </a:lnTo>
                  <a:lnTo>
                    <a:pt x="6418354" y="354194"/>
                  </a:lnTo>
                  <a:lnTo>
                    <a:pt x="6418499" y="354194"/>
                  </a:lnTo>
                  <a:lnTo>
                    <a:pt x="6418645" y="354194"/>
                  </a:lnTo>
                  <a:lnTo>
                    <a:pt x="6418790" y="354194"/>
                  </a:lnTo>
                  <a:lnTo>
                    <a:pt x="6418935" y="354194"/>
                  </a:lnTo>
                  <a:lnTo>
                    <a:pt x="6419081" y="354194"/>
                  </a:lnTo>
                  <a:lnTo>
                    <a:pt x="6419226" y="354194"/>
                  </a:lnTo>
                  <a:lnTo>
                    <a:pt x="6419372" y="354194"/>
                  </a:lnTo>
                  <a:lnTo>
                    <a:pt x="6419517" y="354194"/>
                  </a:lnTo>
                  <a:lnTo>
                    <a:pt x="6419663" y="354194"/>
                  </a:lnTo>
                  <a:lnTo>
                    <a:pt x="6419808" y="354194"/>
                  </a:lnTo>
                  <a:lnTo>
                    <a:pt x="6419953" y="354194"/>
                  </a:lnTo>
                  <a:lnTo>
                    <a:pt x="6420099" y="354194"/>
                  </a:lnTo>
                  <a:lnTo>
                    <a:pt x="6420244" y="354194"/>
                  </a:lnTo>
                  <a:lnTo>
                    <a:pt x="6420244" y="353571"/>
                  </a:lnTo>
                  <a:lnTo>
                    <a:pt x="6420390" y="353571"/>
                  </a:lnTo>
                  <a:lnTo>
                    <a:pt x="6420390" y="352947"/>
                  </a:lnTo>
                  <a:lnTo>
                    <a:pt x="6420535" y="352947"/>
                  </a:lnTo>
                  <a:lnTo>
                    <a:pt x="6420681" y="352947"/>
                  </a:lnTo>
                  <a:lnTo>
                    <a:pt x="6420826" y="352947"/>
                  </a:lnTo>
                  <a:lnTo>
                    <a:pt x="6420971" y="352947"/>
                  </a:lnTo>
                  <a:lnTo>
                    <a:pt x="6421117" y="352947"/>
                  </a:lnTo>
                  <a:lnTo>
                    <a:pt x="6421262" y="352947"/>
                  </a:lnTo>
                  <a:lnTo>
                    <a:pt x="6421408" y="352947"/>
                  </a:lnTo>
                  <a:lnTo>
                    <a:pt x="6421553" y="352947"/>
                  </a:lnTo>
                  <a:lnTo>
                    <a:pt x="6421698" y="352947"/>
                  </a:lnTo>
                  <a:lnTo>
                    <a:pt x="6421844" y="352947"/>
                  </a:lnTo>
                  <a:lnTo>
                    <a:pt x="6421989" y="352947"/>
                  </a:lnTo>
                  <a:lnTo>
                    <a:pt x="6422135" y="352947"/>
                  </a:lnTo>
                  <a:lnTo>
                    <a:pt x="6422280" y="352947"/>
                  </a:lnTo>
                  <a:lnTo>
                    <a:pt x="6422426" y="352947"/>
                  </a:lnTo>
                  <a:lnTo>
                    <a:pt x="6422571" y="352947"/>
                  </a:lnTo>
                  <a:lnTo>
                    <a:pt x="6422716" y="352947"/>
                  </a:lnTo>
                  <a:lnTo>
                    <a:pt x="6422862" y="352947"/>
                  </a:lnTo>
                  <a:lnTo>
                    <a:pt x="6423007" y="352947"/>
                  </a:lnTo>
                  <a:lnTo>
                    <a:pt x="6423153" y="352947"/>
                  </a:lnTo>
                  <a:lnTo>
                    <a:pt x="6423298" y="352947"/>
                  </a:lnTo>
                  <a:lnTo>
                    <a:pt x="6423444" y="352947"/>
                  </a:lnTo>
                  <a:lnTo>
                    <a:pt x="6423589" y="352947"/>
                  </a:lnTo>
                  <a:lnTo>
                    <a:pt x="6423734" y="352947"/>
                  </a:lnTo>
                  <a:lnTo>
                    <a:pt x="6423734" y="352324"/>
                  </a:lnTo>
                  <a:lnTo>
                    <a:pt x="6423880" y="352324"/>
                  </a:lnTo>
                  <a:lnTo>
                    <a:pt x="6424025" y="352324"/>
                  </a:lnTo>
                  <a:lnTo>
                    <a:pt x="6424025" y="351700"/>
                  </a:lnTo>
                  <a:lnTo>
                    <a:pt x="6424171" y="351700"/>
                  </a:lnTo>
                  <a:lnTo>
                    <a:pt x="6424316" y="351700"/>
                  </a:lnTo>
                  <a:lnTo>
                    <a:pt x="6424462" y="351700"/>
                  </a:lnTo>
                  <a:lnTo>
                    <a:pt x="6424607" y="351700"/>
                  </a:lnTo>
                  <a:lnTo>
                    <a:pt x="6424752" y="351700"/>
                  </a:lnTo>
                  <a:lnTo>
                    <a:pt x="6424898" y="351700"/>
                  </a:lnTo>
                  <a:lnTo>
                    <a:pt x="6425043" y="351700"/>
                  </a:lnTo>
                  <a:lnTo>
                    <a:pt x="6425043" y="351076"/>
                  </a:lnTo>
                  <a:lnTo>
                    <a:pt x="6425189" y="351076"/>
                  </a:lnTo>
                  <a:lnTo>
                    <a:pt x="6425334" y="351076"/>
                  </a:lnTo>
                  <a:lnTo>
                    <a:pt x="6425480" y="351076"/>
                  </a:lnTo>
                  <a:lnTo>
                    <a:pt x="6425625" y="351076"/>
                  </a:lnTo>
                  <a:lnTo>
                    <a:pt x="6425770" y="351076"/>
                  </a:lnTo>
                  <a:lnTo>
                    <a:pt x="6425916" y="351076"/>
                  </a:lnTo>
                  <a:lnTo>
                    <a:pt x="6426061" y="351076"/>
                  </a:lnTo>
                  <a:lnTo>
                    <a:pt x="6426207" y="351076"/>
                  </a:lnTo>
                  <a:lnTo>
                    <a:pt x="6426352" y="351076"/>
                  </a:lnTo>
                  <a:lnTo>
                    <a:pt x="6426498" y="351076"/>
                  </a:lnTo>
                  <a:lnTo>
                    <a:pt x="6426643" y="351076"/>
                  </a:lnTo>
                  <a:lnTo>
                    <a:pt x="6426788" y="351076"/>
                  </a:lnTo>
                  <a:lnTo>
                    <a:pt x="6426934" y="351076"/>
                  </a:lnTo>
                  <a:lnTo>
                    <a:pt x="6427079" y="351076"/>
                  </a:lnTo>
                  <a:lnTo>
                    <a:pt x="6427225" y="351076"/>
                  </a:lnTo>
                  <a:lnTo>
                    <a:pt x="6427370" y="351076"/>
                  </a:lnTo>
                  <a:lnTo>
                    <a:pt x="6427516" y="351076"/>
                  </a:lnTo>
                  <a:lnTo>
                    <a:pt x="6427661" y="351076"/>
                  </a:lnTo>
                  <a:lnTo>
                    <a:pt x="6427806" y="351076"/>
                  </a:lnTo>
                  <a:lnTo>
                    <a:pt x="6427952" y="351076"/>
                  </a:lnTo>
                  <a:lnTo>
                    <a:pt x="6427952" y="350453"/>
                  </a:lnTo>
                  <a:lnTo>
                    <a:pt x="6428097" y="350453"/>
                  </a:lnTo>
                  <a:lnTo>
                    <a:pt x="6428243" y="350453"/>
                  </a:lnTo>
                  <a:lnTo>
                    <a:pt x="6428388" y="350453"/>
                  </a:lnTo>
                  <a:lnTo>
                    <a:pt x="6428533" y="350453"/>
                  </a:lnTo>
                  <a:lnTo>
                    <a:pt x="6428679" y="350453"/>
                  </a:lnTo>
                  <a:lnTo>
                    <a:pt x="6428824" y="350453"/>
                  </a:lnTo>
                  <a:lnTo>
                    <a:pt x="6428970" y="350453"/>
                  </a:lnTo>
                  <a:lnTo>
                    <a:pt x="6429115" y="350453"/>
                  </a:lnTo>
                  <a:lnTo>
                    <a:pt x="6429261" y="350453"/>
                  </a:lnTo>
                  <a:lnTo>
                    <a:pt x="6429406" y="350453"/>
                  </a:lnTo>
                  <a:lnTo>
                    <a:pt x="6429551" y="350453"/>
                  </a:lnTo>
                  <a:lnTo>
                    <a:pt x="6429697" y="350453"/>
                  </a:lnTo>
                  <a:lnTo>
                    <a:pt x="6429842" y="350453"/>
                  </a:lnTo>
                  <a:lnTo>
                    <a:pt x="6429988" y="350453"/>
                  </a:lnTo>
                  <a:lnTo>
                    <a:pt x="6430133" y="350453"/>
                  </a:lnTo>
                  <a:lnTo>
                    <a:pt x="6430279" y="350453"/>
                  </a:lnTo>
                  <a:lnTo>
                    <a:pt x="6430424" y="350453"/>
                  </a:lnTo>
                  <a:lnTo>
                    <a:pt x="6430569" y="350453"/>
                  </a:lnTo>
                  <a:lnTo>
                    <a:pt x="6430715" y="350453"/>
                  </a:lnTo>
                  <a:lnTo>
                    <a:pt x="6430860" y="350453"/>
                  </a:lnTo>
                  <a:lnTo>
                    <a:pt x="6431006" y="350453"/>
                  </a:lnTo>
                  <a:lnTo>
                    <a:pt x="6431151" y="350453"/>
                  </a:lnTo>
                  <a:lnTo>
                    <a:pt x="6431297" y="350453"/>
                  </a:lnTo>
                  <a:lnTo>
                    <a:pt x="6431442" y="350453"/>
                  </a:lnTo>
                  <a:lnTo>
                    <a:pt x="6431587" y="350453"/>
                  </a:lnTo>
                  <a:lnTo>
                    <a:pt x="6431733" y="350453"/>
                  </a:lnTo>
                  <a:lnTo>
                    <a:pt x="6431878" y="350453"/>
                  </a:lnTo>
                  <a:lnTo>
                    <a:pt x="6432024" y="350453"/>
                  </a:lnTo>
                  <a:lnTo>
                    <a:pt x="6432169" y="350453"/>
                  </a:lnTo>
                  <a:lnTo>
                    <a:pt x="6432315" y="350453"/>
                  </a:lnTo>
                  <a:lnTo>
                    <a:pt x="6432460" y="350453"/>
                  </a:lnTo>
                  <a:lnTo>
                    <a:pt x="6432605" y="350453"/>
                  </a:lnTo>
                  <a:lnTo>
                    <a:pt x="6432751" y="350453"/>
                  </a:lnTo>
                  <a:lnTo>
                    <a:pt x="6432751" y="349829"/>
                  </a:lnTo>
                  <a:lnTo>
                    <a:pt x="6432896" y="349829"/>
                  </a:lnTo>
                  <a:lnTo>
                    <a:pt x="6433042" y="349829"/>
                  </a:lnTo>
                  <a:lnTo>
                    <a:pt x="6433187" y="349829"/>
                  </a:lnTo>
                  <a:lnTo>
                    <a:pt x="6433333" y="349829"/>
                  </a:lnTo>
                  <a:lnTo>
                    <a:pt x="6433478" y="349829"/>
                  </a:lnTo>
                  <a:lnTo>
                    <a:pt x="6433623" y="349829"/>
                  </a:lnTo>
                  <a:lnTo>
                    <a:pt x="6433769" y="349829"/>
                  </a:lnTo>
                  <a:lnTo>
                    <a:pt x="6433914" y="349829"/>
                  </a:lnTo>
                  <a:lnTo>
                    <a:pt x="6434060" y="349829"/>
                  </a:lnTo>
                  <a:lnTo>
                    <a:pt x="6434205" y="349829"/>
                  </a:lnTo>
                  <a:lnTo>
                    <a:pt x="6434350" y="349829"/>
                  </a:lnTo>
                  <a:lnTo>
                    <a:pt x="6434496" y="349829"/>
                  </a:lnTo>
                  <a:lnTo>
                    <a:pt x="6434496" y="349206"/>
                  </a:lnTo>
                  <a:lnTo>
                    <a:pt x="6434641" y="349206"/>
                  </a:lnTo>
                  <a:lnTo>
                    <a:pt x="6434787" y="349206"/>
                  </a:lnTo>
                  <a:lnTo>
                    <a:pt x="6434932" y="349206"/>
                  </a:lnTo>
                  <a:lnTo>
                    <a:pt x="6435078" y="349206"/>
                  </a:lnTo>
                  <a:lnTo>
                    <a:pt x="6435078" y="348582"/>
                  </a:lnTo>
                  <a:lnTo>
                    <a:pt x="6435223" y="348582"/>
                  </a:lnTo>
                  <a:lnTo>
                    <a:pt x="6435368" y="348582"/>
                  </a:lnTo>
                  <a:lnTo>
                    <a:pt x="6435514" y="348582"/>
                  </a:lnTo>
                  <a:lnTo>
                    <a:pt x="6435659" y="348582"/>
                  </a:lnTo>
                  <a:lnTo>
                    <a:pt x="6435805" y="348582"/>
                  </a:lnTo>
                  <a:lnTo>
                    <a:pt x="6435950" y="348582"/>
                  </a:lnTo>
                  <a:lnTo>
                    <a:pt x="6436096" y="348582"/>
                  </a:lnTo>
                  <a:lnTo>
                    <a:pt x="6436241" y="348582"/>
                  </a:lnTo>
                  <a:lnTo>
                    <a:pt x="6436386" y="348582"/>
                  </a:lnTo>
                  <a:lnTo>
                    <a:pt x="6436532" y="348582"/>
                  </a:lnTo>
                  <a:lnTo>
                    <a:pt x="6436677" y="348582"/>
                  </a:lnTo>
                  <a:lnTo>
                    <a:pt x="6436823" y="348582"/>
                  </a:lnTo>
                  <a:lnTo>
                    <a:pt x="6436968" y="348582"/>
                  </a:lnTo>
                  <a:lnTo>
                    <a:pt x="6437114" y="348582"/>
                  </a:lnTo>
                  <a:lnTo>
                    <a:pt x="6437259" y="348582"/>
                  </a:lnTo>
                  <a:lnTo>
                    <a:pt x="6437404" y="348582"/>
                  </a:lnTo>
                  <a:lnTo>
                    <a:pt x="6437550" y="348582"/>
                  </a:lnTo>
                  <a:lnTo>
                    <a:pt x="6437695" y="348582"/>
                  </a:lnTo>
                  <a:lnTo>
                    <a:pt x="6437841" y="348582"/>
                  </a:lnTo>
                  <a:lnTo>
                    <a:pt x="6437986" y="348582"/>
                  </a:lnTo>
                  <a:lnTo>
                    <a:pt x="6438132" y="348582"/>
                  </a:lnTo>
                  <a:lnTo>
                    <a:pt x="6438277" y="348582"/>
                  </a:lnTo>
                  <a:lnTo>
                    <a:pt x="6438422" y="348582"/>
                  </a:lnTo>
                  <a:lnTo>
                    <a:pt x="6438568" y="348582"/>
                  </a:lnTo>
                  <a:lnTo>
                    <a:pt x="6438713" y="348582"/>
                  </a:lnTo>
                  <a:lnTo>
                    <a:pt x="6438859" y="348582"/>
                  </a:lnTo>
                  <a:lnTo>
                    <a:pt x="6439004" y="348582"/>
                  </a:lnTo>
                  <a:lnTo>
                    <a:pt x="6439150" y="348582"/>
                  </a:lnTo>
                  <a:lnTo>
                    <a:pt x="6439295" y="348582"/>
                  </a:lnTo>
                  <a:lnTo>
                    <a:pt x="6439440" y="348582"/>
                  </a:lnTo>
                  <a:lnTo>
                    <a:pt x="6439586" y="348582"/>
                  </a:lnTo>
                  <a:lnTo>
                    <a:pt x="6439586" y="347958"/>
                  </a:lnTo>
                  <a:lnTo>
                    <a:pt x="6439731" y="347958"/>
                  </a:lnTo>
                  <a:lnTo>
                    <a:pt x="6439877" y="347958"/>
                  </a:lnTo>
                  <a:lnTo>
                    <a:pt x="6440022" y="347958"/>
                  </a:lnTo>
                  <a:lnTo>
                    <a:pt x="6440168" y="347958"/>
                  </a:lnTo>
                  <a:lnTo>
                    <a:pt x="6440313" y="347958"/>
                  </a:lnTo>
                  <a:lnTo>
                    <a:pt x="6440458" y="347958"/>
                  </a:lnTo>
                  <a:lnTo>
                    <a:pt x="6440604" y="347958"/>
                  </a:lnTo>
                  <a:lnTo>
                    <a:pt x="6440749" y="347958"/>
                  </a:lnTo>
                  <a:lnTo>
                    <a:pt x="6440895" y="347958"/>
                  </a:lnTo>
                  <a:lnTo>
                    <a:pt x="6441040" y="347958"/>
                  </a:lnTo>
                  <a:lnTo>
                    <a:pt x="6441185" y="347958"/>
                  </a:lnTo>
                  <a:lnTo>
                    <a:pt x="6441331" y="347958"/>
                  </a:lnTo>
                  <a:lnTo>
                    <a:pt x="6441476" y="347958"/>
                  </a:lnTo>
                  <a:lnTo>
                    <a:pt x="6441622" y="347958"/>
                  </a:lnTo>
                  <a:lnTo>
                    <a:pt x="6441767" y="347958"/>
                  </a:lnTo>
                  <a:lnTo>
                    <a:pt x="6441913" y="347958"/>
                  </a:lnTo>
                  <a:lnTo>
                    <a:pt x="6442058" y="347958"/>
                  </a:lnTo>
                  <a:lnTo>
                    <a:pt x="6442203" y="347958"/>
                  </a:lnTo>
                  <a:lnTo>
                    <a:pt x="6442349" y="347958"/>
                  </a:lnTo>
                  <a:lnTo>
                    <a:pt x="6442494" y="347958"/>
                  </a:lnTo>
                  <a:lnTo>
                    <a:pt x="6442640" y="347958"/>
                  </a:lnTo>
                  <a:lnTo>
                    <a:pt x="6442785" y="347958"/>
                  </a:lnTo>
                  <a:lnTo>
                    <a:pt x="6442931" y="347958"/>
                  </a:lnTo>
                  <a:lnTo>
                    <a:pt x="6443076" y="347958"/>
                  </a:lnTo>
                  <a:lnTo>
                    <a:pt x="6443221" y="347958"/>
                  </a:lnTo>
                  <a:lnTo>
                    <a:pt x="6443367" y="347958"/>
                  </a:lnTo>
                  <a:lnTo>
                    <a:pt x="6443512" y="347958"/>
                  </a:lnTo>
                  <a:lnTo>
                    <a:pt x="6443658" y="347958"/>
                  </a:lnTo>
                  <a:lnTo>
                    <a:pt x="6443803" y="347958"/>
                  </a:lnTo>
                  <a:lnTo>
                    <a:pt x="6443949" y="347958"/>
                  </a:lnTo>
                  <a:lnTo>
                    <a:pt x="6444094" y="347958"/>
                  </a:lnTo>
                  <a:lnTo>
                    <a:pt x="6444239" y="347958"/>
                  </a:lnTo>
                  <a:lnTo>
                    <a:pt x="6444385" y="347958"/>
                  </a:lnTo>
                  <a:lnTo>
                    <a:pt x="6444530" y="347958"/>
                  </a:lnTo>
                  <a:lnTo>
                    <a:pt x="6444676" y="347958"/>
                  </a:lnTo>
                  <a:lnTo>
                    <a:pt x="6444821" y="347958"/>
                  </a:lnTo>
                  <a:lnTo>
                    <a:pt x="6444967" y="347958"/>
                  </a:lnTo>
                  <a:lnTo>
                    <a:pt x="6445112" y="347958"/>
                  </a:lnTo>
                  <a:lnTo>
                    <a:pt x="6445257" y="347958"/>
                  </a:lnTo>
                  <a:lnTo>
                    <a:pt x="6445257" y="347335"/>
                  </a:lnTo>
                  <a:lnTo>
                    <a:pt x="6445403" y="347335"/>
                  </a:lnTo>
                  <a:lnTo>
                    <a:pt x="6445548" y="347335"/>
                  </a:lnTo>
                  <a:lnTo>
                    <a:pt x="6445694" y="347335"/>
                  </a:lnTo>
                  <a:lnTo>
                    <a:pt x="6445839" y="347335"/>
                  </a:lnTo>
                  <a:lnTo>
                    <a:pt x="6445985" y="347335"/>
                  </a:lnTo>
                  <a:lnTo>
                    <a:pt x="6446130" y="347335"/>
                  </a:lnTo>
                  <a:lnTo>
                    <a:pt x="6446275" y="347335"/>
                  </a:lnTo>
                  <a:lnTo>
                    <a:pt x="6446275" y="346711"/>
                  </a:lnTo>
                  <a:lnTo>
                    <a:pt x="6446421" y="346711"/>
                  </a:lnTo>
                  <a:lnTo>
                    <a:pt x="6446566" y="346711"/>
                  </a:lnTo>
                  <a:lnTo>
                    <a:pt x="6446712" y="346711"/>
                  </a:lnTo>
                  <a:lnTo>
                    <a:pt x="6446857" y="346711"/>
                  </a:lnTo>
                  <a:lnTo>
                    <a:pt x="6447003" y="346711"/>
                  </a:lnTo>
                  <a:lnTo>
                    <a:pt x="6447148" y="346711"/>
                  </a:lnTo>
                  <a:lnTo>
                    <a:pt x="6447293" y="346711"/>
                  </a:lnTo>
                  <a:lnTo>
                    <a:pt x="6447439" y="346711"/>
                  </a:lnTo>
                  <a:lnTo>
                    <a:pt x="6447584" y="346711"/>
                  </a:lnTo>
                  <a:lnTo>
                    <a:pt x="6447730" y="346711"/>
                  </a:lnTo>
                  <a:lnTo>
                    <a:pt x="6447875" y="346711"/>
                  </a:lnTo>
                  <a:lnTo>
                    <a:pt x="6448020" y="346711"/>
                  </a:lnTo>
                  <a:lnTo>
                    <a:pt x="6448166" y="346711"/>
                  </a:lnTo>
                  <a:lnTo>
                    <a:pt x="6448311" y="346711"/>
                  </a:lnTo>
                  <a:lnTo>
                    <a:pt x="6448457" y="346711"/>
                  </a:lnTo>
                  <a:lnTo>
                    <a:pt x="6448457" y="346088"/>
                  </a:lnTo>
                  <a:lnTo>
                    <a:pt x="6448602" y="346088"/>
                  </a:lnTo>
                  <a:lnTo>
                    <a:pt x="6448748" y="346088"/>
                  </a:lnTo>
                  <a:lnTo>
                    <a:pt x="6448893" y="346088"/>
                  </a:lnTo>
                  <a:lnTo>
                    <a:pt x="6449038" y="346088"/>
                  </a:lnTo>
                  <a:lnTo>
                    <a:pt x="6449184" y="346088"/>
                  </a:lnTo>
                  <a:lnTo>
                    <a:pt x="6449329" y="346088"/>
                  </a:lnTo>
                  <a:lnTo>
                    <a:pt x="6449475" y="346088"/>
                  </a:lnTo>
                  <a:lnTo>
                    <a:pt x="6449620" y="346088"/>
                  </a:lnTo>
                  <a:lnTo>
                    <a:pt x="6449766" y="346088"/>
                  </a:lnTo>
                  <a:lnTo>
                    <a:pt x="6449911" y="346088"/>
                  </a:lnTo>
                  <a:lnTo>
                    <a:pt x="6450056" y="346088"/>
                  </a:lnTo>
                  <a:lnTo>
                    <a:pt x="6450202" y="346088"/>
                  </a:lnTo>
                  <a:lnTo>
                    <a:pt x="6450202" y="345464"/>
                  </a:lnTo>
                  <a:lnTo>
                    <a:pt x="6450347" y="345464"/>
                  </a:lnTo>
                  <a:lnTo>
                    <a:pt x="6450493" y="345464"/>
                  </a:lnTo>
                  <a:lnTo>
                    <a:pt x="6450638" y="345464"/>
                  </a:lnTo>
                  <a:lnTo>
                    <a:pt x="6450784" y="345464"/>
                  </a:lnTo>
                  <a:lnTo>
                    <a:pt x="6450929" y="345464"/>
                  </a:lnTo>
                  <a:lnTo>
                    <a:pt x="6451074" y="345464"/>
                  </a:lnTo>
                  <a:lnTo>
                    <a:pt x="6451220" y="345464"/>
                  </a:lnTo>
                  <a:lnTo>
                    <a:pt x="6451365" y="345464"/>
                  </a:lnTo>
                  <a:lnTo>
                    <a:pt x="6451511" y="345464"/>
                  </a:lnTo>
                  <a:lnTo>
                    <a:pt x="6451656" y="345464"/>
                  </a:lnTo>
                  <a:lnTo>
                    <a:pt x="6451802" y="345464"/>
                  </a:lnTo>
                  <a:lnTo>
                    <a:pt x="6451947" y="345464"/>
                  </a:lnTo>
                  <a:lnTo>
                    <a:pt x="6452092" y="345464"/>
                  </a:lnTo>
                  <a:lnTo>
                    <a:pt x="6452238" y="345464"/>
                  </a:lnTo>
                  <a:lnTo>
                    <a:pt x="6452383" y="345464"/>
                  </a:lnTo>
                  <a:lnTo>
                    <a:pt x="6452529" y="345464"/>
                  </a:lnTo>
                  <a:lnTo>
                    <a:pt x="6452674" y="345464"/>
                  </a:lnTo>
                  <a:lnTo>
                    <a:pt x="6452820" y="345464"/>
                  </a:lnTo>
                  <a:lnTo>
                    <a:pt x="6452820" y="344841"/>
                  </a:lnTo>
                  <a:lnTo>
                    <a:pt x="6452965" y="344841"/>
                  </a:lnTo>
                  <a:lnTo>
                    <a:pt x="6453110" y="344841"/>
                  </a:lnTo>
                  <a:lnTo>
                    <a:pt x="6453110" y="344217"/>
                  </a:lnTo>
                  <a:lnTo>
                    <a:pt x="6453256" y="344217"/>
                  </a:lnTo>
                  <a:lnTo>
                    <a:pt x="6453401" y="344217"/>
                  </a:lnTo>
                  <a:lnTo>
                    <a:pt x="6453547" y="344217"/>
                  </a:lnTo>
                  <a:lnTo>
                    <a:pt x="6453692" y="344217"/>
                  </a:lnTo>
                  <a:lnTo>
                    <a:pt x="6453838" y="344217"/>
                  </a:lnTo>
                  <a:lnTo>
                    <a:pt x="6453983" y="344217"/>
                  </a:lnTo>
                  <a:lnTo>
                    <a:pt x="6454128" y="344217"/>
                  </a:lnTo>
                  <a:lnTo>
                    <a:pt x="6454274" y="344217"/>
                  </a:lnTo>
                  <a:lnTo>
                    <a:pt x="6454419" y="344217"/>
                  </a:lnTo>
                  <a:lnTo>
                    <a:pt x="6454565" y="344217"/>
                  </a:lnTo>
                  <a:lnTo>
                    <a:pt x="6454710" y="344217"/>
                  </a:lnTo>
                  <a:lnTo>
                    <a:pt x="6454855" y="344217"/>
                  </a:lnTo>
                  <a:lnTo>
                    <a:pt x="6455001" y="344217"/>
                  </a:lnTo>
                  <a:lnTo>
                    <a:pt x="6455146" y="344217"/>
                  </a:lnTo>
                  <a:lnTo>
                    <a:pt x="6455292" y="344217"/>
                  </a:lnTo>
                  <a:lnTo>
                    <a:pt x="6455437" y="344217"/>
                  </a:lnTo>
                  <a:lnTo>
                    <a:pt x="6455583" y="344217"/>
                  </a:lnTo>
                  <a:lnTo>
                    <a:pt x="6455728" y="344217"/>
                  </a:lnTo>
                  <a:lnTo>
                    <a:pt x="6455873" y="344217"/>
                  </a:lnTo>
                  <a:lnTo>
                    <a:pt x="6456019" y="344217"/>
                  </a:lnTo>
                  <a:lnTo>
                    <a:pt x="6456164" y="344217"/>
                  </a:lnTo>
                  <a:lnTo>
                    <a:pt x="6456310" y="344217"/>
                  </a:lnTo>
                  <a:lnTo>
                    <a:pt x="6456455" y="344217"/>
                  </a:lnTo>
                  <a:lnTo>
                    <a:pt x="6456601" y="344217"/>
                  </a:lnTo>
                  <a:lnTo>
                    <a:pt x="6456746" y="344217"/>
                  </a:lnTo>
                  <a:lnTo>
                    <a:pt x="6456891" y="344217"/>
                  </a:lnTo>
                  <a:lnTo>
                    <a:pt x="6457037" y="344217"/>
                  </a:lnTo>
                  <a:lnTo>
                    <a:pt x="6457182" y="344217"/>
                  </a:lnTo>
                  <a:lnTo>
                    <a:pt x="6457328" y="344217"/>
                  </a:lnTo>
                  <a:lnTo>
                    <a:pt x="6457473" y="344217"/>
                  </a:lnTo>
                  <a:lnTo>
                    <a:pt x="6457619" y="344217"/>
                  </a:lnTo>
                  <a:lnTo>
                    <a:pt x="6457619" y="343593"/>
                  </a:lnTo>
                  <a:lnTo>
                    <a:pt x="6457764" y="343593"/>
                  </a:lnTo>
                  <a:lnTo>
                    <a:pt x="6457909" y="343593"/>
                  </a:lnTo>
                  <a:lnTo>
                    <a:pt x="6458055" y="343593"/>
                  </a:lnTo>
                  <a:lnTo>
                    <a:pt x="6458200" y="343593"/>
                  </a:lnTo>
                  <a:lnTo>
                    <a:pt x="6458346" y="343593"/>
                  </a:lnTo>
                  <a:lnTo>
                    <a:pt x="6458491" y="343593"/>
                  </a:lnTo>
                  <a:lnTo>
                    <a:pt x="6458637" y="343593"/>
                  </a:lnTo>
                  <a:lnTo>
                    <a:pt x="6458782" y="343593"/>
                  </a:lnTo>
                  <a:lnTo>
                    <a:pt x="6458927" y="343593"/>
                  </a:lnTo>
                  <a:lnTo>
                    <a:pt x="6459073" y="343593"/>
                  </a:lnTo>
                  <a:lnTo>
                    <a:pt x="6459218" y="343593"/>
                  </a:lnTo>
                  <a:lnTo>
                    <a:pt x="6459364" y="343593"/>
                  </a:lnTo>
                  <a:lnTo>
                    <a:pt x="6459509" y="343593"/>
                  </a:lnTo>
                  <a:lnTo>
                    <a:pt x="6459655" y="343593"/>
                  </a:lnTo>
                  <a:lnTo>
                    <a:pt x="6459800" y="343593"/>
                  </a:lnTo>
                  <a:lnTo>
                    <a:pt x="6459800" y="342970"/>
                  </a:lnTo>
                  <a:lnTo>
                    <a:pt x="6459945" y="342970"/>
                  </a:lnTo>
                  <a:lnTo>
                    <a:pt x="6460091" y="342970"/>
                  </a:lnTo>
                  <a:lnTo>
                    <a:pt x="6460236" y="342970"/>
                  </a:lnTo>
                  <a:lnTo>
                    <a:pt x="6460382" y="342970"/>
                  </a:lnTo>
                  <a:lnTo>
                    <a:pt x="6460527" y="342970"/>
                  </a:lnTo>
                  <a:lnTo>
                    <a:pt x="6460673" y="342970"/>
                  </a:lnTo>
                  <a:lnTo>
                    <a:pt x="6460818" y="342970"/>
                  </a:lnTo>
                  <a:lnTo>
                    <a:pt x="6460963" y="342970"/>
                  </a:lnTo>
                  <a:lnTo>
                    <a:pt x="6461109" y="342970"/>
                  </a:lnTo>
                  <a:lnTo>
                    <a:pt x="6461254" y="342970"/>
                  </a:lnTo>
                  <a:lnTo>
                    <a:pt x="6461400" y="342970"/>
                  </a:lnTo>
                  <a:lnTo>
                    <a:pt x="6461545" y="342970"/>
                  </a:lnTo>
                  <a:lnTo>
                    <a:pt x="6461690" y="342970"/>
                  </a:lnTo>
                  <a:lnTo>
                    <a:pt x="6461836" y="342970"/>
                  </a:lnTo>
                  <a:lnTo>
                    <a:pt x="6461981" y="342970"/>
                  </a:lnTo>
                  <a:lnTo>
                    <a:pt x="6462127" y="342970"/>
                  </a:lnTo>
                  <a:lnTo>
                    <a:pt x="6462272" y="342970"/>
                  </a:lnTo>
                  <a:lnTo>
                    <a:pt x="6462418" y="342970"/>
                  </a:lnTo>
                  <a:lnTo>
                    <a:pt x="6462563" y="342970"/>
                  </a:lnTo>
                  <a:lnTo>
                    <a:pt x="6462708" y="342970"/>
                  </a:lnTo>
                  <a:lnTo>
                    <a:pt x="6462854" y="342970"/>
                  </a:lnTo>
                  <a:lnTo>
                    <a:pt x="6462999" y="342970"/>
                  </a:lnTo>
                  <a:lnTo>
                    <a:pt x="6463145" y="342970"/>
                  </a:lnTo>
                  <a:lnTo>
                    <a:pt x="6463290" y="342970"/>
                  </a:lnTo>
                  <a:lnTo>
                    <a:pt x="6463436" y="342970"/>
                  </a:lnTo>
                  <a:lnTo>
                    <a:pt x="6463436" y="342346"/>
                  </a:lnTo>
                  <a:lnTo>
                    <a:pt x="6463581" y="342346"/>
                  </a:lnTo>
                  <a:lnTo>
                    <a:pt x="6463726" y="342346"/>
                  </a:lnTo>
                  <a:lnTo>
                    <a:pt x="6463872" y="342346"/>
                  </a:lnTo>
                  <a:lnTo>
                    <a:pt x="6464017" y="342346"/>
                  </a:lnTo>
                  <a:lnTo>
                    <a:pt x="6464163" y="342346"/>
                  </a:lnTo>
                  <a:lnTo>
                    <a:pt x="6464163" y="341723"/>
                  </a:lnTo>
                  <a:lnTo>
                    <a:pt x="6464308" y="341723"/>
                  </a:lnTo>
                  <a:lnTo>
                    <a:pt x="6464454" y="341723"/>
                  </a:lnTo>
                  <a:lnTo>
                    <a:pt x="6464599" y="341723"/>
                  </a:lnTo>
                  <a:lnTo>
                    <a:pt x="6464599" y="341099"/>
                  </a:lnTo>
                  <a:lnTo>
                    <a:pt x="6464744" y="341099"/>
                  </a:lnTo>
                  <a:lnTo>
                    <a:pt x="6464890" y="341099"/>
                  </a:lnTo>
                  <a:lnTo>
                    <a:pt x="6465035" y="341099"/>
                  </a:lnTo>
                  <a:lnTo>
                    <a:pt x="6465181" y="341099"/>
                  </a:lnTo>
                  <a:lnTo>
                    <a:pt x="6465326" y="341099"/>
                  </a:lnTo>
                  <a:lnTo>
                    <a:pt x="6465472" y="341099"/>
                  </a:lnTo>
                  <a:lnTo>
                    <a:pt x="6465617" y="341099"/>
                  </a:lnTo>
                  <a:lnTo>
                    <a:pt x="6465762" y="341099"/>
                  </a:lnTo>
                  <a:lnTo>
                    <a:pt x="6465908" y="341099"/>
                  </a:lnTo>
                  <a:lnTo>
                    <a:pt x="6466053" y="341099"/>
                  </a:lnTo>
                  <a:lnTo>
                    <a:pt x="6466199" y="341099"/>
                  </a:lnTo>
                  <a:lnTo>
                    <a:pt x="6466344" y="341099"/>
                  </a:lnTo>
                  <a:lnTo>
                    <a:pt x="6466490" y="341099"/>
                  </a:lnTo>
                  <a:lnTo>
                    <a:pt x="6466635" y="341099"/>
                  </a:lnTo>
                  <a:lnTo>
                    <a:pt x="6466780" y="341099"/>
                  </a:lnTo>
                  <a:lnTo>
                    <a:pt x="6466926" y="341099"/>
                  </a:lnTo>
                  <a:lnTo>
                    <a:pt x="6467071" y="341099"/>
                  </a:lnTo>
                  <a:lnTo>
                    <a:pt x="6467217" y="341099"/>
                  </a:lnTo>
                  <a:lnTo>
                    <a:pt x="6467362" y="341099"/>
                  </a:lnTo>
                  <a:lnTo>
                    <a:pt x="6467508" y="341099"/>
                  </a:lnTo>
                  <a:lnTo>
                    <a:pt x="6467653" y="341099"/>
                  </a:lnTo>
                  <a:lnTo>
                    <a:pt x="6467798" y="341099"/>
                  </a:lnTo>
                  <a:lnTo>
                    <a:pt x="6467944" y="341099"/>
                  </a:lnTo>
                  <a:lnTo>
                    <a:pt x="6468089" y="341099"/>
                  </a:lnTo>
                  <a:lnTo>
                    <a:pt x="6468235" y="341099"/>
                  </a:lnTo>
                  <a:lnTo>
                    <a:pt x="6468380" y="341099"/>
                  </a:lnTo>
                  <a:lnTo>
                    <a:pt x="6468525" y="341099"/>
                  </a:lnTo>
                  <a:lnTo>
                    <a:pt x="6468671" y="341099"/>
                  </a:lnTo>
                  <a:lnTo>
                    <a:pt x="6468816" y="341099"/>
                  </a:lnTo>
                  <a:lnTo>
                    <a:pt x="6468962" y="341099"/>
                  </a:lnTo>
                  <a:lnTo>
                    <a:pt x="6469107" y="341099"/>
                  </a:lnTo>
                  <a:lnTo>
                    <a:pt x="6469253" y="341099"/>
                  </a:lnTo>
                  <a:lnTo>
                    <a:pt x="6469398" y="341099"/>
                  </a:lnTo>
                  <a:lnTo>
                    <a:pt x="6469398" y="340475"/>
                  </a:lnTo>
                  <a:lnTo>
                    <a:pt x="6469543" y="340475"/>
                  </a:lnTo>
                  <a:lnTo>
                    <a:pt x="6469689" y="340475"/>
                  </a:lnTo>
                  <a:lnTo>
                    <a:pt x="6469834" y="340475"/>
                  </a:lnTo>
                  <a:lnTo>
                    <a:pt x="6469980" y="340475"/>
                  </a:lnTo>
                  <a:lnTo>
                    <a:pt x="6470125" y="340475"/>
                  </a:lnTo>
                  <a:lnTo>
                    <a:pt x="6470271" y="340475"/>
                  </a:lnTo>
                  <a:lnTo>
                    <a:pt x="6470416" y="340475"/>
                  </a:lnTo>
                  <a:lnTo>
                    <a:pt x="6470561" y="340475"/>
                  </a:lnTo>
                  <a:lnTo>
                    <a:pt x="6470707" y="340475"/>
                  </a:lnTo>
                  <a:lnTo>
                    <a:pt x="6470852" y="340475"/>
                  </a:lnTo>
                  <a:lnTo>
                    <a:pt x="6470998" y="340475"/>
                  </a:lnTo>
                  <a:lnTo>
                    <a:pt x="6471143" y="340475"/>
                  </a:lnTo>
                  <a:lnTo>
                    <a:pt x="6471289" y="340475"/>
                  </a:lnTo>
                  <a:lnTo>
                    <a:pt x="6471434" y="340475"/>
                  </a:lnTo>
                  <a:lnTo>
                    <a:pt x="6471579" y="340475"/>
                  </a:lnTo>
                  <a:lnTo>
                    <a:pt x="6471725" y="340475"/>
                  </a:lnTo>
                  <a:lnTo>
                    <a:pt x="6471870" y="340475"/>
                  </a:lnTo>
                  <a:lnTo>
                    <a:pt x="6472016" y="340475"/>
                  </a:lnTo>
                  <a:lnTo>
                    <a:pt x="6472161" y="340475"/>
                  </a:lnTo>
                  <a:lnTo>
                    <a:pt x="6472307" y="340475"/>
                  </a:lnTo>
                  <a:lnTo>
                    <a:pt x="6472452" y="340475"/>
                  </a:lnTo>
                  <a:lnTo>
                    <a:pt x="6472597" y="340475"/>
                  </a:lnTo>
                  <a:lnTo>
                    <a:pt x="6472743" y="340475"/>
                  </a:lnTo>
                  <a:lnTo>
                    <a:pt x="6472888" y="340475"/>
                  </a:lnTo>
                  <a:lnTo>
                    <a:pt x="6473034" y="340475"/>
                  </a:lnTo>
                  <a:lnTo>
                    <a:pt x="6473179" y="340475"/>
                  </a:lnTo>
                  <a:lnTo>
                    <a:pt x="6473325" y="340475"/>
                  </a:lnTo>
                  <a:lnTo>
                    <a:pt x="6473470" y="340475"/>
                  </a:lnTo>
                  <a:lnTo>
                    <a:pt x="6473470" y="339852"/>
                  </a:lnTo>
                  <a:lnTo>
                    <a:pt x="6473615" y="339852"/>
                  </a:lnTo>
                  <a:lnTo>
                    <a:pt x="6473761" y="339852"/>
                  </a:lnTo>
                  <a:lnTo>
                    <a:pt x="6473906" y="339852"/>
                  </a:lnTo>
                  <a:lnTo>
                    <a:pt x="6474052" y="339852"/>
                  </a:lnTo>
                  <a:lnTo>
                    <a:pt x="6474197" y="339852"/>
                  </a:lnTo>
                  <a:lnTo>
                    <a:pt x="6474343" y="339852"/>
                  </a:lnTo>
                  <a:lnTo>
                    <a:pt x="6474343" y="339228"/>
                  </a:lnTo>
                  <a:lnTo>
                    <a:pt x="6474488" y="339228"/>
                  </a:lnTo>
                  <a:lnTo>
                    <a:pt x="6474633" y="339228"/>
                  </a:lnTo>
                  <a:lnTo>
                    <a:pt x="6474779" y="339228"/>
                  </a:lnTo>
                  <a:lnTo>
                    <a:pt x="6474924" y="339228"/>
                  </a:lnTo>
                  <a:lnTo>
                    <a:pt x="6475070" y="339228"/>
                  </a:lnTo>
                  <a:lnTo>
                    <a:pt x="6475215" y="339228"/>
                  </a:lnTo>
                  <a:lnTo>
                    <a:pt x="6475360" y="339228"/>
                  </a:lnTo>
                  <a:lnTo>
                    <a:pt x="6475506" y="339228"/>
                  </a:lnTo>
                  <a:lnTo>
                    <a:pt x="6475651" y="339228"/>
                  </a:lnTo>
                  <a:lnTo>
                    <a:pt x="6475797" y="339228"/>
                  </a:lnTo>
                  <a:lnTo>
                    <a:pt x="6475942" y="339228"/>
                  </a:lnTo>
                  <a:lnTo>
                    <a:pt x="6476088" y="339228"/>
                  </a:lnTo>
                  <a:lnTo>
                    <a:pt x="6476233" y="339228"/>
                  </a:lnTo>
                  <a:lnTo>
                    <a:pt x="6476378" y="339228"/>
                  </a:lnTo>
                  <a:lnTo>
                    <a:pt x="6476524" y="339228"/>
                  </a:lnTo>
                  <a:lnTo>
                    <a:pt x="6476669" y="339228"/>
                  </a:lnTo>
                  <a:lnTo>
                    <a:pt x="6476815" y="339228"/>
                  </a:lnTo>
                  <a:lnTo>
                    <a:pt x="6476960" y="339228"/>
                  </a:lnTo>
                  <a:lnTo>
                    <a:pt x="6477106" y="339228"/>
                  </a:lnTo>
                  <a:lnTo>
                    <a:pt x="6477251" y="339228"/>
                  </a:lnTo>
                  <a:lnTo>
                    <a:pt x="6477396" y="339228"/>
                  </a:lnTo>
                  <a:lnTo>
                    <a:pt x="6477542" y="339228"/>
                  </a:lnTo>
                  <a:lnTo>
                    <a:pt x="6477687" y="339228"/>
                  </a:lnTo>
                  <a:lnTo>
                    <a:pt x="6477833" y="339228"/>
                  </a:lnTo>
                  <a:lnTo>
                    <a:pt x="6477978" y="339228"/>
                  </a:lnTo>
                  <a:lnTo>
                    <a:pt x="6478124" y="339228"/>
                  </a:lnTo>
                  <a:lnTo>
                    <a:pt x="6478124" y="338605"/>
                  </a:lnTo>
                  <a:lnTo>
                    <a:pt x="6478269" y="338605"/>
                  </a:lnTo>
                  <a:lnTo>
                    <a:pt x="6478414" y="338605"/>
                  </a:lnTo>
                  <a:lnTo>
                    <a:pt x="6478560" y="338605"/>
                  </a:lnTo>
                  <a:lnTo>
                    <a:pt x="6478705" y="338605"/>
                  </a:lnTo>
                  <a:lnTo>
                    <a:pt x="6478851" y="338605"/>
                  </a:lnTo>
                  <a:lnTo>
                    <a:pt x="6478996" y="338605"/>
                  </a:lnTo>
                  <a:lnTo>
                    <a:pt x="6479142" y="338605"/>
                  </a:lnTo>
                  <a:lnTo>
                    <a:pt x="6479287" y="338605"/>
                  </a:lnTo>
                  <a:lnTo>
                    <a:pt x="6479432" y="338605"/>
                  </a:lnTo>
                  <a:lnTo>
                    <a:pt x="6479578" y="338605"/>
                  </a:lnTo>
                  <a:lnTo>
                    <a:pt x="6479723" y="338605"/>
                  </a:lnTo>
                  <a:lnTo>
                    <a:pt x="6479723" y="337981"/>
                  </a:lnTo>
                  <a:lnTo>
                    <a:pt x="6479869" y="337981"/>
                  </a:lnTo>
                  <a:lnTo>
                    <a:pt x="6480014" y="337981"/>
                  </a:lnTo>
                  <a:lnTo>
                    <a:pt x="6480014" y="337358"/>
                  </a:lnTo>
                  <a:lnTo>
                    <a:pt x="6480014" y="336734"/>
                  </a:lnTo>
                  <a:lnTo>
                    <a:pt x="6480160" y="336734"/>
                  </a:lnTo>
                  <a:lnTo>
                    <a:pt x="6480305" y="336734"/>
                  </a:lnTo>
                  <a:lnTo>
                    <a:pt x="6480450" y="336734"/>
                  </a:lnTo>
                  <a:lnTo>
                    <a:pt x="6480596" y="336734"/>
                  </a:lnTo>
                  <a:lnTo>
                    <a:pt x="6480741" y="336734"/>
                  </a:lnTo>
                  <a:lnTo>
                    <a:pt x="6480887" y="336734"/>
                  </a:lnTo>
                  <a:lnTo>
                    <a:pt x="6481032" y="336734"/>
                  </a:lnTo>
                  <a:lnTo>
                    <a:pt x="6481178" y="336734"/>
                  </a:lnTo>
                  <a:lnTo>
                    <a:pt x="6481323" y="336734"/>
                  </a:lnTo>
                  <a:lnTo>
                    <a:pt x="6481468" y="336734"/>
                  </a:lnTo>
                  <a:lnTo>
                    <a:pt x="6481614" y="336734"/>
                  </a:lnTo>
                  <a:lnTo>
                    <a:pt x="6481759" y="336734"/>
                  </a:lnTo>
                  <a:lnTo>
                    <a:pt x="6481905" y="336734"/>
                  </a:lnTo>
                  <a:lnTo>
                    <a:pt x="6482050" y="336734"/>
                  </a:lnTo>
                  <a:lnTo>
                    <a:pt x="6482195" y="336734"/>
                  </a:lnTo>
                  <a:lnTo>
                    <a:pt x="6482341" y="336734"/>
                  </a:lnTo>
                  <a:lnTo>
                    <a:pt x="6482486" y="336734"/>
                  </a:lnTo>
                  <a:lnTo>
                    <a:pt x="6482632" y="336734"/>
                  </a:lnTo>
                  <a:lnTo>
                    <a:pt x="6482777" y="336734"/>
                  </a:lnTo>
                  <a:lnTo>
                    <a:pt x="6482923" y="336734"/>
                  </a:lnTo>
                  <a:lnTo>
                    <a:pt x="6483068" y="336734"/>
                  </a:lnTo>
                  <a:lnTo>
                    <a:pt x="6483213" y="336734"/>
                  </a:lnTo>
                  <a:lnTo>
                    <a:pt x="6483359" y="336734"/>
                  </a:lnTo>
                  <a:lnTo>
                    <a:pt x="6483504" y="336734"/>
                  </a:lnTo>
                  <a:lnTo>
                    <a:pt x="6483650" y="336734"/>
                  </a:lnTo>
                  <a:lnTo>
                    <a:pt x="6483795" y="336734"/>
                  </a:lnTo>
                  <a:lnTo>
                    <a:pt x="6483795" y="336110"/>
                  </a:lnTo>
                  <a:lnTo>
                    <a:pt x="6483941" y="336110"/>
                  </a:lnTo>
                  <a:lnTo>
                    <a:pt x="6484086" y="336110"/>
                  </a:lnTo>
                  <a:lnTo>
                    <a:pt x="6484231" y="336110"/>
                  </a:lnTo>
                  <a:lnTo>
                    <a:pt x="6484377" y="336110"/>
                  </a:lnTo>
                  <a:lnTo>
                    <a:pt x="6484522" y="336110"/>
                  </a:lnTo>
                  <a:lnTo>
                    <a:pt x="6484668" y="336110"/>
                  </a:lnTo>
                  <a:lnTo>
                    <a:pt x="6484813" y="336110"/>
                  </a:lnTo>
                  <a:lnTo>
                    <a:pt x="6484959" y="336110"/>
                  </a:lnTo>
                  <a:lnTo>
                    <a:pt x="6485104" y="336110"/>
                  </a:lnTo>
                  <a:lnTo>
                    <a:pt x="6485249" y="336110"/>
                  </a:lnTo>
                  <a:lnTo>
                    <a:pt x="6485395" y="336110"/>
                  </a:lnTo>
                  <a:lnTo>
                    <a:pt x="6485540" y="336110"/>
                  </a:lnTo>
                  <a:lnTo>
                    <a:pt x="6485686" y="336110"/>
                  </a:lnTo>
                  <a:lnTo>
                    <a:pt x="6485831" y="336110"/>
                  </a:lnTo>
                  <a:lnTo>
                    <a:pt x="6485977" y="336110"/>
                  </a:lnTo>
                  <a:lnTo>
                    <a:pt x="6486122" y="336110"/>
                  </a:lnTo>
                  <a:lnTo>
                    <a:pt x="6486122" y="335487"/>
                  </a:lnTo>
                  <a:lnTo>
                    <a:pt x="6486267" y="335487"/>
                  </a:lnTo>
                  <a:lnTo>
                    <a:pt x="6486413" y="335487"/>
                  </a:lnTo>
                  <a:lnTo>
                    <a:pt x="6486558" y="335487"/>
                  </a:lnTo>
                  <a:lnTo>
                    <a:pt x="6486704" y="335487"/>
                  </a:lnTo>
                  <a:lnTo>
                    <a:pt x="6486849" y="335487"/>
                  </a:lnTo>
                  <a:lnTo>
                    <a:pt x="6486995" y="335487"/>
                  </a:lnTo>
                  <a:lnTo>
                    <a:pt x="6487140" y="335487"/>
                  </a:lnTo>
                  <a:lnTo>
                    <a:pt x="6487285" y="335487"/>
                  </a:lnTo>
                  <a:lnTo>
                    <a:pt x="6487431" y="335487"/>
                  </a:lnTo>
                  <a:lnTo>
                    <a:pt x="6487576" y="335487"/>
                  </a:lnTo>
                  <a:lnTo>
                    <a:pt x="6487722" y="335487"/>
                  </a:lnTo>
                  <a:lnTo>
                    <a:pt x="6487867" y="335487"/>
                  </a:lnTo>
                  <a:lnTo>
                    <a:pt x="6488013" y="335487"/>
                  </a:lnTo>
                  <a:lnTo>
                    <a:pt x="6488158" y="335487"/>
                  </a:lnTo>
                  <a:lnTo>
                    <a:pt x="6488303" y="335487"/>
                  </a:lnTo>
                  <a:lnTo>
                    <a:pt x="6488449" y="335487"/>
                  </a:lnTo>
                  <a:lnTo>
                    <a:pt x="6488594" y="335487"/>
                  </a:lnTo>
                  <a:lnTo>
                    <a:pt x="6488740" y="335487"/>
                  </a:lnTo>
                  <a:lnTo>
                    <a:pt x="6488885" y="335487"/>
                  </a:lnTo>
                  <a:lnTo>
                    <a:pt x="6489030" y="335487"/>
                  </a:lnTo>
                  <a:lnTo>
                    <a:pt x="6489176" y="335487"/>
                  </a:lnTo>
                  <a:lnTo>
                    <a:pt x="6489321" y="335487"/>
                  </a:lnTo>
                  <a:lnTo>
                    <a:pt x="6489467" y="335487"/>
                  </a:lnTo>
                  <a:lnTo>
                    <a:pt x="6489612" y="335487"/>
                  </a:lnTo>
                  <a:lnTo>
                    <a:pt x="6489758" y="335487"/>
                  </a:lnTo>
                  <a:lnTo>
                    <a:pt x="6489903" y="335487"/>
                  </a:lnTo>
                  <a:lnTo>
                    <a:pt x="6490048" y="335487"/>
                  </a:lnTo>
                  <a:lnTo>
                    <a:pt x="6490194" y="335487"/>
                  </a:lnTo>
                  <a:lnTo>
                    <a:pt x="6490339" y="335487"/>
                  </a:lnTo>
                  <a:lnTo>
                    <a:pt x="6490485" y="335487"/>
                  </a:lnTo>
                  <a:lnTo>
                    <a:pt x="6490630" y="335487"/>
                  </a:lnTo>
                  <a:lnTo>
                    <a:pt x="6490776" y="335487"/>
                  </a:lnTo>
                  <a:lnTo>
                    <a:pt x="6490921" y="335487"/>
                  </a:lnTo>
                  <a:lnTo>
                    <a:pt x="6491066" y="335487"/>
                  </a:lnTo>
                  <a:lnTo>
                    <a:pt x="6491212" y="335487"/>
                  </a:lnTo>
                  <a:lnTo>
                    <a:pt x="6491357" y="335487"/>
                  </a:lnTo>
                  <a:lnTo>
                    <a:pt x="6491503" y="335487"/>
                  </a:lnTo>
                  <a:lnTo>
                    <a:pt x="6491648" y="335487"/>
                  </a:lnTo>
                  <a:lnTo>
                    <a:pt x="6491794" y="335487"/>
                  </a:lnTo>
                  <a:lnTo>
                    <a:pt x="6491939" y="335487"/>
                  </a:lnTo>
                  <a:lnTo>
                    <a:pt x="6491939" y="334863"/>
                  </a:lnTo>
                  <a:lnTo>
                    <a:pt x="6492084" y="334863"/>
                  </a:lnTo>
                  <a:lnTo>
                    <a:pt x="6492230" y="334863"/>
                  </a:lnTo>
                  <a:lnTo>
                    <a:pt x="6492375" y="334863"/>
                  </a:lnTo>
                  <a:lnTo>
                    <a:pt x="6492521" y="334863"/>
                  </a:lnTo>
                  <a:lnTo>
                    <a:pt x="6492666" y="334863"/>
                  </a:lnTo>
                  <a:lnTo>
                    <a:pt x="6492812" y="334863"/>
                  </a:lnTo>
                  <a:lnTo>
                    <a:pt x="6492957" y="334863"/>
                  </a:lnTo>
                  <a:lnTo>
                    <a:pt x="6493102" y="334863"/>
                  </a:lnTo>
                  <a:lnTo>
                    <a:pt x="6493248" y="334863"/>
                  </a:lnTo>
                  <a:lnTo>
                    <a:pt x="6493393" y="334863"/>
                  </a:lnTo>
                  <a:lnTo>
                    <a:pt x="6493539" y="334863"/>
                  </a:lnTo>
                  <a:lnTo>
                    <a:pt x="6493684" y="334863"/>
                  </a:lnTo>
                  <a:lnTo>
                    <a:pt x="6493830" y="334863"/>
                  </a:lnTo>
                  <a:lnTo>
                    <a:pt x="6493830" y="334240"/>
                  </a:lnTo>
                  <a:lnTo>
                    <a:pt x="6493975" y="334240"/>
                  </a:lnTo>
                  <a:lnTo>
                    <a:pt x="6494120" y="334240"/>
                  </a:lnTo>
                  <a:lnTo>
                    <a:pt x="6494266" y="334240"/>
                  </a:lnTo>
                  <a:lnTo>
                    <a:pt x="6494411" y="334240"/>
                  </a:lnTo>
                  <a:lnTo>
                    <a:pt x="6494557" y="334240"/>
                  </a:lnTo>
                  <a:lnTo>
                    <a:pt x="6494702" y="334240"/>
                  </a:lnTo>
                  <a:lnTo>
                    <a:pt x="6494848" y="334240"/>
                  </a:lnTo>
                  <a:lnTo>
                    <a:pt x="6494993" y="334240"/>
                  </a:lnTo>
                  <a:lnTo>
                    <a:pt x="6495138" y="334240"/>
                  </a:lnTo>
                  <a:lnTo>
                    <a:pt x="6495284" y="334240"/>
                  </a:lnTo>
                  <a:lnTo>
                    <a:pt x="6495429" y="334240"/>
                  </a:lnTo>
                  <a:lnTo>
                    <a:pt x="6495429" y="333616"/>
                  </a:lnTo>
                  <a:lnTo>
                    <a:pt x="6495575" y="333616"/>
                  </a:lnTo>
                  <a:lnTo>
                    <a:pt x="6495720" y="333616"/>
                  </a:lnTo>
                  <a:lnTo>
                    <a:pt x="6495865" y="333616"/>
                  </a:lnTo>
                  <a:lnTo>
                    <a:pt x="6496011" y="333616"/>
                  </a:lnTo>
                  <a:lnTo>
                    <a:pt x="6496156" y="333616"/>
                  </a:lnTo>
                  <a:lnTo>
                    <a:pt x="6496302" y="333616"/>
                  </a:lnTo>
                  <a:lnTo>
                    <a:pt x="6496447" y="333616"/>
                  </a:lnTo>
                  <a:lnTo>
                    <a:pt x="6496593" y="333616"/>
                  </a:lnTo>
                  <a:lnTo>
                    <a:pt x="6496738" y="333616"/>
                  </a:lnTo>
                  <a:lnTo>
                    <a:pt x="6496883" y="333616"/>
                  </a:lnTo>
                  <a:lnTo>
                    <a:pt x="6497029" y="333616"/>
                  </a:lnTo>
                  <a:lnTo>
                    <a:pt x="6497174" y="333616"/>
                  </a:lnTo>
                  <a:lnTo>
                    <a:pt x="6497320" y="333616"/>
                  </a:lnTo>
                  <a:lnTo>
                    <a:pt x="6497465" y="333616"/>
                  </a:lnTo>
                  <a:lnTo>
                    <a:pt x="6497611" y="333616"/>
                  </a:lnTo>
                  <a:lnTo>
                    <a:pt x="6497756" y="333616"/>
                  </a:lnTo>
                  <a:lnTo>
                    <a:pt x="6497756" y="332992"/>
                  </a:lnTo>
                  <a:lnTo>
                    <a:pt x="6497901" y="332992"/>
                  </a:lnTo>
                  <a:lnTo>
                    <a:pt x="6498047" y="332992"/>
                  </a:lnTo>
                  <a:lnTo>
                    <a:pt x="6498192" y="332992"/>
                  </a:lnTo>
                  <a:lnTo>
                    <a:pt x="6498338" y="332992"/>
                  </a:lnTo>
                  <a:lnTo>
                    <a:pt x="6498483" y="332992"/>
                  </a:lnTo>
                  <a:lnTo>
                    <a:pt x="6498629" y="332992"/>
                  </a:lnTo>
                  <a:lnTo>
                    <a:pt x="6498774" y="332992"/>
                  </a:lnTo>
                  <a:lnTo>
                    <a:pt x="6498919" y="332992"/>
                  </a:lnTo>
                  <a:lnTo>
                    <a:pt x="6499065" y="332992"/>
                  </a:lnTo>
                  <a:lnTo>
                    <a:pt x="6499210" y="332992"/>
                  </a:lnTo>
                  <a:lnTo>
                    <a:pt x="6499356" y="332992"/>
                  </a:lnTo>
                  <a:lnTo>
                    <a:pt x="6499501" y="332992"/>
                  </a:lnTo>
                  <a:lnTo>
                    <a:pt x="6499647" y="332992"/>
                  </a:lnTo>
                  <a:lnTo>
                    <a:pt x="6499647" y="332369"/>
                  </a:lnTo>
                  <a:lnTo>
                    <a:pt x="6499792" y="332369"/>
                  </a:lnTo>
                  <a:lnTo>
                    <a:pt x="6499937" y="332369"/>
                  </a:lnTo>
                  <a:lnTo>
                    <a:pt x="6499937" y="331745"/>
                  </a:lnTo>
                  <a:lnTo>
                    <a:pt x="6500083" y="331745"/>
                  </a:lnTo>
                  <a:lnTo>
                    <a:pt x="6500228" y="331745"/>
                  </a:lnTo>
                  <a:lnTo>
                    <a:pt x="6500374" y="331745"/>
                  </a:lnTo>
                  <a:lnTo>
                    <a:pt x="6500519" y="331745"/>
                  </a:lnTo>
                  <a:lnTo>
                    <a:pt x="6500665" y="331745"/>
                  </a:lnTo>
                  <a:lnTo>
                    <a:pt x="6500665" y="331122"/>
                  </a:lnTo>
                  <a:lnTo>
                    <a:pt x="6500810" y="331122"/>
                  </a:lnTo>
                  <a:lnTo>
                    <a:pt x="6500955" y="331122"/>
                  </a:lnTo>
                  <a:lnTo>
                    <a:pt x="6501101" y="331122"/>
                  </a:lnTo>
                  <a:lnTo>
                    <a:pt x="6501246" y="331122"/>
                  </a:lnTo>
                  <a:lnTo>
                    <a:pt x="6501392" y="331122"/>
                  </a:lnTo>
                  <a:lnTo>
                    <a:pt x="6501537" y="331122"/>
                  </a:lnTo>
                  <a:lnTo>
                    <a:pt x="6501683" y="331122"/>
                  </a:lnTo>
                  <a:lnTo>
                    <a:pt x="6501828" y="331122"/>
                  </a:lnTo>
                  <a:lnTo>
                    <a:pt x="6501973" y="331122"/>
                  </a:lnTo>
                  <a:lnTo>
                    <a:pt x="6502119" y="331122"/>
                  </a:lnTo>
                  <a:lnTo>
                    <a:pt x="6502264" y="331122"/>
                  </a:lnTo>
                  <a:lnTo>
                    <a:pt x="6502410" y="331122"/>
                  </a:lnTo>
                  <a:lnTo>
                    <a:pt x="6502555" y="331122"/>
                  </a:lnTo>
                  <a:lnTo>
                    <a:pt x="6502700" y="331122"/>
                  </a:lnTo>
                  <a:lnTo>
                    <a:pt x="6502846" y="331122"/>
                  </a:lnTo>
                  <a:lnTo>
                    <a:pt x="6502991" y="331122"/>
                  </a:lnTo>
                  <a:lnTo>
                    <a:pt x="6503137" y="331122"/>
                  </a:lnTo>
                  <a:lnTo>
                    <a:pt x="6503282" y="331122"/>
                  </a:lnTo>
                  <a:lnTo>
                    <a:pt x="6503428" y="331122"/>
                  </a:lnTo>
                  <a:lnTo>
                    <a:pt x="6503573" y="331122"/>
                  </a:lnTo>
                  <a:lnTo>
                    <a:pt x="6503718" y="331122"/>
                  </a:lnTo>
                  <a:lnTo>
                    <a:pt x="6503864" y="331122"/>
                  </a:lnTo>
                  <a:lnTo>
                    <a:pt x="6504009" y="331122"/>
                  </a:lnTo>
                  <a:lnTo>
                    <a:pt x="6504155" y="331122"/>
                  </a:lnTo>
                  <a:lnTo>
                    <a:pt x="6504300" y="331122"/>
                  </a:lnTo>
                  <a:lnTo>
                    <a:pt x="6504446" y="331122"/>
                  </a:lnTo>
                  <a:lnTo>
                    <a:pt x="6504591" y="331122"/>
                  </a:lnTo>
                  <a:lnTo>
                    <a:pt x="6504736" y="331122"/>
                  </a:lnTo>
                  <a:lnTo>
                    <a:pt x="6504882" y="331122"/>
                  </a:lnTo>
                  <a:lnTo>
                    <a:pt x="6505027" y="331122"/>
                  </a:lnTo>
                  <a:lnTo>
                    <a:pt x="6505173" y="331122"/>
                  </a:lnTo>
                  <a:lnTo>
                    <a:pt x="6505318" y="331122"/>
                  </a:lnTo>
                  <a:lnTo>
                    <a:pt x="6505464" y="331122"/>
                  </a:lnTo>
                  <a:lnTo>
                    <a:pt x="6505609" y="331122"/>
                  </a:lnTo>
                  <a:lnTo>
                    <a:pt x="6505754" y="331122"/>
                  </a:lnTo>
                  <a:lnTo>
                    <a:pt x="6505900" y="331122"/>
                  </a:lnTo>
                  <a:lnTo>
                    <a:pt x="6506045" y="331122"/>
                  </a:lnTo>
                  <a:lnTo>
                    <a:pt x="6506191" y="331122"/>
                  </a:lnTo>
                  <a:lnTo>
                    <a:pt x="6506336" y="331122"/>
                  </a:lnTo>
                  <a:lnTo>
                    <a:pt x="6506482" y="331122"/>
                  </a:lnTo>
                  <a:lnTo>
                    <a:pt x="6506627" y="331122"/>
                  </a:lnTo>
                  <a:lnTo>
                    <a:pt x="6506627" y="330498"/>
                  </a:lnTo>
                  <a:lnTo>
                    <a:pt x="6506772" y="330498"/>
                  </a:lnTo>
                  <a:lnTo>
                    <a:pt x="6506918" y="330498"/>
                  </a:lnTo>
                  <a:lnTo>
                    <a:pt x="6507063" y="330498"/>
                  </a:lnTo>
                  <a:lnTo>
                    <a:pt x="6507209" y="330498"/>
                  </a:lnTo>
                  <a:lnTo>
                    <a:pt x="6507354" y="330498"/>
                  </a:lnTo>
                  <a:lnTo>
                    <a:pt x="6507500" y="330498"/>
                  </a:lnTo>
                  <a:lnTo>
                    <a:pt x="6507645" y="330498"/>
                  </a:lnTo>
                  <a:lnTo>
                    <a:pt x="6507790" y="330498"/>
                  </a:lnTo>
                  <a:lnTo>
                    <a:pt x="6507936" y="330498"/>
                  </a:lnTo>
                  <a:lnTo>
                    <a:pt x="6508081" y="330498"/>
                  </a:lnTo>
                  <a:lnTo>
                    <a:pt x="6508227" y="330498"/>
                  </a:lnTo>
                  <a:lnTo>
                    <a:pt x="6508372" y="330498"/>
                  </a:lnTo>
                  <a:lnTo>
                    <a:pt x="6508518" y="330498"/>
                  </a:lnTo>
                  <a:lnTo>
                    <a:pt x="6508663" y="330498"/>
                  </a:lnTo>
                  <a:lnTo>
                    <a:pt x="6508808" y="330498"/>
                  </a:lnTo>
                  <a:lnTo>
                    <a:pt x="6508954" y="330498"/>
                  </a:lnTo>
                  <a:lnTo>
                    <a:pt x="6509099" y="330498"/>
                  </a:lnTo>
                  <a:lnTo>
                    <a:pt x="6509245" y="330498"/>
                  </a:lnTo>
                  <a:lnTo>
                    <a:pt x="6509390" y="330498"/>
                  </a:lnTo>
                  <a:lnTo>
                    <a:pt x="6509535" y="330498"/>
                  </a:lnTo>
                  <a:lnTo>
                    <a:pt x="6509681" y="330498"/>
                  </a:lnTo>
                  <a:lnTo>
                    <a:pt x="6509826" y="330498"/>
                  </a:lnTo>
                  <a:lnTo>
                    <a:pt x="6509972" y="330498"/>
                  </a:lnTo>
                  <a:lnTo>
                    <a:pt x="6510117" y="330498"/>
                  </a:lnTo>
                  <a:lnTo>
                    <a:pt x="6510263" y="330498"/>
                  </a:lnTo>
                  <a:lnTo>
                    <a:pt x="6510408" y="330498"/>
                  </a:lnTo>
                  <a:lnTo>
                    <a:pt x="6510553" y="330498"/>
                  </a:lnTo>
                  <a:lnTo>
                    <a:pt x="6510699" y="330498"/>
                  </a:lnTo>
                  <a:lnTo>
                    <a:pt x="6510844" y="330498"/>
                  </a:lnTo>
                  <a:lnTo>
                    <a:pt x="6510990" y="330498"/>
                  </a:lnTo>
                  <a:lnTo>
                    <a:pt x="6511135" y="330498"/>
                  </a:lnTo>
                  <a:lnTo>
                    <a:pt x="6511281" y="330498"/>
                  </a:lnTo>
                  <a:lnTo>
                    <a:pt x="6511426" y="330498"/>
                  </a:lnTo>
                  <a:lnTo>
                    <a:pt x="6511571" y="330498"/>
                  </a:lnTo>
                  <a:lnTo>
                    <a:pt x="6511717" y="330498"/>
                  </a:lnTo>
                  <a:lnTo>
                    <a:pt x="6511862" y="330498"/>
                  </a:lnTo>
                  <a:lnTo>
                    <a:pt x="6512008" y="330498"/>
                  </a:lnTo>
                  <a:lnTo>
                    <a:pt x="6512153" y="330498"/>
                  </a:lnTo>
                  <a:lnTo>
                    <a:pt x="6512299" y="330498"/>
                  </a:lnTo>
                  <a:lnTo>
                    <a:pt x="6512444" y="330498"/>
                  </a:lnTo>
                  <a:lnTo>
                    <a:pt x="6512589" y="330498"/>
                  </a:lnTo>
                  <a:lnTo>
                    <a:pt x="6512735" y="330498"/>
                  </a:lnTo>
                  <a:lnTo>
                    <a:pt x="6512880" y="330498"/>
                  </a:lnTo>
                  <a:lnTo>
                    <a:pt x="6513026" y="330498"/>
                  </a:lnTo>
                  <a:lnTo>
                    <a:pt x="6513171" y="330498"/>
                  </a:lnTo>
                  <a:lnTo>
                    <a:pt x="6513317" y="330498"/>
                  </a:lnTo>
                  <a:lnTo>
                    <a:pt x="6513462" y="330498"/>
                  </a:lnTo>
                  <a:lnTo>
                    <a:pt x="6513462" y="329875"/>
                  </a:lnTo>
                  <a:lnTo>
                    <a:pt x="6513607" y="329875"/>
                  </a:lnTo>
                  <a:lnTo>
                    <a:pt x="6513753" y="329875"/>
                  </a:lnTo>
                  <a:lnTo>
                    <a:pt x="6513898" y="329875"/>
                  </a:lnTo>
                  <a:lnTo>
                    <a:pt x="6514044" y="329875"/>
                  </a:lnTo>
                  <a:lnTo>
                    <a:pt x="6514189" y="329875"/>
                  </a:lnTo>
                  <a:lnTo>
                    <a:pt x="6514335" y="329875"/>
                  </a:lnTo>
                  <a:lnTo>
                    <a:pt x="6514480" y="329875"/>
                  </a:lnTo>
                  <a:lnTo>
                    <a:pt x="6514625" y="329875"/>
                  </a:lnTo>
                  <a:lnTo>
                    <a:pt x="6514771" y="329875"/>
                  </a:lnTo>
                  <a:lnTo>
                    <a:pt x="6514916" y="329875"/>
                  </a:lnTo>
                  <a:lnTo>
                    <a:pt x="6515062" y="329875"/>
                  </a:lnTo>
                  <a:lnTo>
                    <a:pt x="6515207" y="329875"/>
                  </a:lnTo>
                  <a:lnTo>
                    <a:pt x="6515352" y="329875"/>
                  </a:lnTo>
                  <a:lnTo>
                    <a:pt x="6515498" y="329875"/>
                  </a:lnTo>
                  <a:lnTo>
                    <a:pt x="6515643" y="329875"/>
                  </a:lnTo>
                  <a:lnTo>
                    <a:pt x="6515789" y="329875"/>
                  </a:lnTo>
                  <a:lnTo>
                    <a:pt x="6515934" y="329875"/>
                  </a:lnTo>
                  <a:lnTo>
                    <a:pt x="6516080" y="329875"/>
                  </a:lnTo>
                  <a:lnTo>
                    <a:pt x="6516225" y="329875"/>
                  </a:lnTo>
                  <a:lnTo>
                    <a:pt x="6516370" y="329875"/>
                  </a:lnTo>
                  <a:lnTo>
                    <a:pt x="6516516" y="329875"/>
                  </a:lnTo>
                  <a:lnTo>
                    <a:pt x="6516661" y="329875"/>
                  </a:lnTo>
                  <a:lnTo>
                    <a:pt x="6516807" y="329875"/>
                  </a:lnTo>
                  <a:lnTo>
                    <a:pt x="6516952" y="329875"/>
                  </a:lnTo>
                  <a:lnTo>
                    <a:pt x="6517098" y="329875"/>
                  </a:lnTo>
                  <a:lnTo>
                    <a:pt x="6517243" y="329875"/>
                  </a:lnTo>
                  <a:lnTo>
                    <a:pt x="6517388" y="329875"/>
                  </a:lnTo>
                  <a:lnTo>
                    <a:pt x="6517534" y="329875"/>
                  </a:lnTo>
                  <a:lnTo>
                    <a:pt x="6517679" y="329875"/>
                  </a:lnTo>
                  <a:lnTo>
                    <a:pt x="6517825" y="329875"/>
                  </a:lnTo>
                  <a:lnTo>
                    <a:pt x="6517970" y="329875"/>
                  </a:lnTo>
                  <a:lnTo>
                    <a:pt x="6518116" y="329875"/>
                  </a:lnTo>
                  <a:lnTo>
                    <a:pt x="6518261" y="329875"/>
                  </a:lnTo>
                  <a:lnTo>
                    <a:pt x="6518406" y="329875"/>
                  </a:lnTo>
                  <a:lnTo>
                    <a:pt x="6518552" y="329875"/>
                  </a:lnTo>
                  <a:lnTo>
                    <a:pt x="6518697" y="329875"/>
                  </a:lnTo>
                  <a:lnTo>
                    <a:pt x="6518843" y="329875"/>
                  </a:lnTo>
                  <a:lnTo>
                    <a:pt x="6518988" y="329875"/>
                  </a:lnTo>
                  <a:lnTo>
                    <a:pt x="6519134" y="329875"/>
                  </a:lnTo>
                  <a:lnTo>
                    <a:pt x="6519279" y="329875"/>
                  </a:lnTo>
                  <a:lnTo>
                    <a:pt x="6519424" y="329875"/>
                  </a:lnTo>
                  <a:lnTo>
                    <a:pt x="6519570" y="329875"/>
                  </a:lnTo>
                  <a:lnTo>
                    <a:pt x="6519715" y="329875"/>
                  </a:lnTo>
                  <a:lnTo>
                    <a:pt x="6519861" y="329875"/>
                  </a:lnTo>
                  <a:lnTo>
                    <a:pt x="6520006" y="329875"/>
                  </a:lnTo>
                  <a:lnTo>
                    <a:pt x="6520152" y="329875"/>
                  </a:lnTo>
                  <a:lnTo>
                    <a:pt x="6520297" y="329875"/>
                  </a:lnTo>
                  <a:lnTo>
                    <a:pt x="6520442" y="329875"/>
                  </a:lnTo>
                  <a:lnTo>
                    <a:pt x="6520442" y="329251"/>
                  </a:lnTo>
                  <a:lnTo>
                    <a:pt x="6520588" y="329251"/>
                  </a:lnTo>
                  <a:lnTo>
                    <a:pt x="6520733" y="329251"/>
                  </a:lnTo>
                  <a:lnTo>
                    <a:pt x="6520879" y="329251"/>
                  </a:lnTo>
                  <a:lnTo>
                    <a:pt x="6521024" y="329251"/>
                  </a:lnTo>
                  <a:lnTo>
                    <a:pt x="6521170" y="329251"/>
                  </a:lnTo>
                  <a:lnTo>
                    <a:pt x="6521315" y="329251"/>
                  </a:lnTo>
                  <a:lnTo>
                    <a:pt x="6521460" y="329251"/>
                  </a:lnTo>
                  <a:lnTo>
                    <a:pt x="6521606" y="329251"/>
                  </a:lnTo>
                  <a:lnTo>
                    <a:pt x="6521751" y="329251"/>
                  </a:lnTo>
                  <a:lnTo>
                    <a:pt x="6521751" y="328627"/>
                  </a:lnTo>
                  <a:lnTo>
                    <a:pt x="6521751" y="328004"/>
                  </a:lnTo>
                  <a:lnTo>
                    <a:pt x="6521897" y="328004"/>
                  </a:lnTo>
                  <a:lnTo>
                    <a:pt x="6522042" y="328004"/>
                  </a:lnTo>
                  <a:lnTo>
                    <a:pt x="6522187" y="328004"/>
                  </a:lnTo>
                  <a:lnTo>
                    <a:pt x="6522333" y="328004"/>
                  </a:lnTo>
                  <a:lnTo>
                    <a:pt x="6522478" y="328004"/>
                  </a:lnTo>
                  <a:lnTo>
                    <a:pt x="6522624" y="328004"/>
                  </a:lnTo>
                  <a:lnTo>
                    <a:pt x="6522624" y="327380"/>
                  </a:lnTo>
                  <a:lnTo>
                    <a:pt x="6522769" y="327380"/>
                  </a:lnTo>
                  <a:lnTo>
                    <a:pt x="6522915" y="327380"/>
                  </a:lnTo>
                  <a:lnTo>
                    <a:pt x="6523060" y="327380"/>
                  </a:lnTo>
                  <a:lnTo>
                    <a:pt x="6523205" y="327380"/>
                  </a:lnTo>
                  <a:lnTo>
                    <a:pt x="6523351" y="327380"/>
                  </a:lnTo>
                  <a:lnTo>
                    <a:pt x="6523496" y="327380"/>
                  </a:lnTo>
                  <a:lnTo>
                    <a:pt x="6523642" y="327380"/>
                  </a:lnTo>
                  <a:lnTo>
                    <a:pt x="6523642" y="326757"/>
                  </a:lnTo>
                  <a:lnTo>
                    <a:pt x="6523787" y="326757"/>
                  </a:lnTo>
                  <a:lnTo>
                    <a:pt x="6523933" y="326757"/>
                  </a:lnTo>
                  <a:lnTo>
                    <a:pt x="6524078" y="326757"/>
                  </a:lnTo>
                  <a:lnTo>
                    <a:pt x="6524223" y="326757"/>
                  </a:lnTo>
                  <a:lnTo>
                    <a:pt x="6524369" y="326757"/>
                  </a:lnTo>
                  <a:lnTo>
                    <a:pt x="6524514" y="326757"/>
                  </a:lnTo>
                  <a:lnTo>
                    <a:pt x="6524660" y="326757"/>
                  </a:lnTo>
                  <a:lnTo>
                    <a:pt x="6524805" y="326757"/>
                  </a:lnTo>
                  <a:lnTo>
                    <a:pt x="6524951" y="326757"/>
                  </a:lnTo>
                  <a:lnTo>
                    <a:pt x="6525096" y="326757"/>
                  </a:lnTo>
                  <a:lnTo>
                    <a:pt x="6525241" y="326757"/>
                  </a:lnTo>
                  <a:lnTo>
                    <a:pt x="6525387" y="326757"/>
                  </a:lnTo>
                  <a:lnTo>
                    <a:pt x="6525532" y="326757"/>
                  </a:lnTo>
                  <a:lnTo>
                    <a:pt x="6525678" y="326757"/>
                  </a:lnTo>
                  <a:lnTo>
                    <a:pt x="6525678" y="326133"/>
                  </a:lnTo>
                  <a:lnTo>
                    <a:pt x="6525678" y="325509"/>
                  </a:lnTo>
                  <a:lnTo>
                    <a:pt x="6525823" y="325509"/>
                  </a:lnTo>
                  <a:lnTo>
                    <a:pt x="6525969" y="325509"/>
                  </a:lnTo>
                  <a:lnTo>
                    <a:pt x="6526114" y="325509"/>
                  </a:lnTo>
                  <a:lnTo>
                    <a:pt x="6526259" y="325509"/>
                  </a:lnTo>
                  <a:lnTo>
                    <a:pt x="6526405" y="325509"/>
                  </a:lnTo>
                  <a:lnTo>
                    <a:pt x="6526550" y="325509"/>
                  </a:lnTo>
                  <a:lnTo>
                    <a:pt x="6526696" y="325509"/>
                  </a:lnTo>
                  <a:lnTo>
                    <a:pt x="6526841" y="325509"/>
                  </a:lnTo>
                  <a:lnTo>
                    <a:pt x="6526987" y="325509"/>
                  </a:lnTo>
                  <a:lnTo>
                    <a:pt x="6527132" y="325509"/>
                  </a:lnTo>
                  <a:lnTo>
                    <a:pt x="6527277" y="325509"/>
                  </a:lnTo>
                  <a:lnTo>
                    <a:pt x="6527423" y="325509"/>
                  </a:lnTo>
                  <a:lnTo>
                    <a:pt x="6527568" y="325509"/>
                  </a:lnTo>
                  <a:lnTo>
                    <a:pt x="6527714" y="325509"/>
                  </a:lnTo>
                  <a:lnTo>
                    <a:pt x="6527859" y="325509"/>
                  </a:lnTo>
                  <a:lnTo>
                    <a:pt x="6528005" y="325509"/>
                  </a:lnTo>
                  <a:lnTo>
                    <a:pt x="6528150" y="325509"/>
                  </a:lnTo>
                  <a:lnTo>
                    <a:pt x="6528150" y="324886"/>
                  </a:lnTo>
                  <a:lnTo>
                    <a:pt x="6528295" y="324886"/>
                  </a:lnTo>
                  <a:lnTo>
                    <a:pt x="6528441" y="324886"/>
                  </a:lnTo>
                  <a:lnTo>
                    <a:pt x="6528586" y="324886"/>
                  </a:lnTo>
                  <a:lnTo>
                    <a:pt x="6528732" y="324886"/>
                  </a:lnTo>
                  <a:lnTo>
                    <a:pt x="6528732" y="324262"/>
                  </a:lnTo>
                  <a:lnTo>
                    <a:pt x="6528877" y="324262"/>
                  </a:lnTo>
                  <a:lnTo>
                    <a:pt x="6529022" y="324262"/>
                  </a:lnTo>
                  <a:lnTo>
                    <a:pt x="6529168" y="324262"/>
                  </a:lnTo>
                  <a:lnTo>
                    <a:pt x="6529313" y="324262"/>
                  </a:lnTo>
                  <a:lnTo>
                    <a:pt x="6529459" y="324262"/>
                  </a:lnTo>
                  <a:lnTo>
                    <a:pt x="6529604" y="324262"/>
                  </a:lnTo>
                  <a:lnTo>
                    <a:pt x="6529750" y="324262"/>
                  </a:lnTo>
                  <a:lnTo>
                    <a:pt x="6529895" y="324262"/>
                  </a:lnTo>
                  <a:lnTo>
                    <a:pt x="6530040" y="324262"/>
                  </a:lnTo>
                  <a:lnTo>
                    <a:pt x="6530186" y="324262"/>
                  </a:lnTo>
                  <a:lnTo>
                    <a:pt x="6530331" y="324262"/>
                  </a:lnTo>
                  <a:lnTo>
                    <a:pt x="6530477" y="324262"/>
                  </a:lnTo>
                  <a:lnTo>
                    <a:pt x="6530622" y="324262"/>
                  </a:lnTo>
                  <a:lnTo>
                    <a:pt x="6530768" y="324262"/>
                  </a:lnTo>
                  <a:lnTo>
                    <a:pt x="6530913" y="324262"/>
                  </a:lnTo>
                  <a:lnTo>
                    <a:pt x="6531058" y="324262"/>
                  </a:lnTo>
                  <a:lnTo>
                    <a:pt x="6531204" y="324262"/>
                  </a:lnTo>
                  <a:lnTo>
                    <a:pt x="6531349" y="324262"/>
                  </a:lnTo>
                  <a:lnTo>
                    <a:pt x="6531349" y="323639"/>
                  </a:lnTo>
                  <a:lnTo>
                    <a:pt x="6531495" y="323639"/>
                  </a:lnTo>
                  <a:lnTo>
                    <a:pt x="6531640" y="323639"/>
                  </a:lnTo>
                  <a:lnTo>
                    <a:pt x="6531786" y="323639"/>
                  </a:lnTo>
                  <a:lnTo>
                    <a:pt x="6531931" y="323639"/>
                  </a:lnTo>
                  <a:lnTo>
                    <a:pt x="6532076" y="323639"/>
                  </a:lnTo>
                  <a:lnTo>
                    <a:pt x="6532222" y="323639"/>
                  </a:lnTo>
                  <a:lnTo>
                    <a:pt x="6532367" y="323639"/>
                  </a:lnTo>
                  <a:lnTo>
                    <a:pt x="6532513" y="323639"/>
                  </a:lnTo>
                  <a:lnTo>
                    <a:pt x="6532658" y="323639"/>
                  </a:lnTo>
                  <a:lnTo>
                    <a:pt x="6532804" y="323639"/>
                  </a:lnTo>
                  <a:lnTo>
                    <a:pt x="6532949" y="323639"/>
                  </a:lnTo>
                  <a:lnTo>
                    <a:pt x="6533094" y="323639"/>
                  </a:lnTo>
                  <a:lnTo>
                    <a:pt x="6533240" y="323639"/>
                  </a:lnTo>
                  <a:lnTo>
                    <a:pt x="6533385" y="323639"/>
                  </a:lnTo>
                  <a:lnTo>
                    <a:pt x="6533531" y="323639"/>
                  </a:lnTo>
                  <a:lnTo>
                    <a:pt x="6533676" y="323639"/>
                  </a:lnTo>
                  <a:lnTo>
                    <a:pt x="6533822" y="323639"/>
                  </a:lnTo>
                  <a:lnTo>
                    <a:pt x="6533967" y="323639"/>
                  </a:lnTo>
                  <a:lnTo>
                    <a:pt x="6534112" y="323639"/>
                  </a:lnTo>
                  <a:lnTo>
                    <a:pt x="6534258" y="323639"/>
                  </a:lnTo>
                  <a:lnTo>
                    <a:pt x="6534258" y="323015"/>
                  </a:lnTo>
                  <a:lnTo>
                    <a:pt x="6534403" y="323015"/>
                  </a:lnTo>
                  <a:lnTo>
                    <a:pt x="6534549" y="323015"/>
                  </a:lnTo>
                  <a:lnTo>
                    <a:pt x="6534694" y="323015"/>
                  </a:lnTo>
                  <a:lnTo>
                    <a:pt x="6534840" y="323015"/>
                  </a:lnTo>
                  <a:lnTo>
                    <a:pt x="6534985" y="323015"/>
                  </a:lnTo>
                  <a:lnTo>
                    <a:pt x="6535130" y="323015"/>
                  </a:lnTo>
                  <a:lnTo>
                    <a:pt x="6535276" y="323015"/>
                  </a:lnTo>
                  <a:lnTo>
                    <a:pt x="6535421" y="323015"/>
                  </a:lnTo>
                  <a:lnTo>
                    <a:pt x="6535567" y="323015"/>
                  </a:lnTo>
                  <a:lnTo>
                    <a:pt x="6535712" y="323015"/>
                  </a:lnTo>
                  <a:lnTo>
                    <a:pt x="6535857" y="323015"/>
                  </a:lnTo>
                  <a:lnTo>
                    <a:pt x="6536003" y="323015"/>
                  </a:lnTo>
                  <a:lnTo>
                    <a:pt x="6536148" y="323015"/>
                  </a:lnTo>
                  <a:lnTo>
                    <a:pt x="6536294" y="323015"/>
                  </a:lnTo>
                  <a:lnTo>
                    <a:pt x="6536439" y="323015"/>
                  </a:lnTo>
                  <a:lnTo>
                    <a:pt x="6536585" y="323015"/>
                  </a:lnTo>
                  <a:lnTo>
                    <a:pt x="6536730" y="323015"/>
                  </a:lnTo>
                  <a:lnTo>
                    <a:pt x="6536875" y="323015"/>
                  </a:lnTo>
                  <a:lnTo>
                    <a:pt x="6537021" y="323015"/>
                  </a:lnTo>
                  <a:lnTo>
                    <a:pt x="6537166" y="323015"/>
                  </a:lnTo>
                  <a:lnTo>
                    <a:pt x="6537166" y="322392"/>
                  </a:lnTo>
                  <a:lnTo>
                    <a:pt x="6537312" y="322392"/>
                  </a:lnTo>
                  <a:lnTo>
                    <a:pt x="6537457" y="322392"/>
                  </a:lnTo>
                  <a:lnTo>
                    <a:pt x="6537457" y="321768"/>
                  </a:lnTo>
                  <a:lnTo>
                    <a:pt x="6537603" y="321768"/>
                  </a:lnTo>
                  <a:lnTo>
                    <a:pt x="6537748" y="321768"/>
                  </a:lnTo>
                  <a:lnTo>
                    <a:pt x="6537893" y="321768"/>
                  </a:lnTo>
                  <a:lnTo>
                    <a:pt x="6538039" y="321768"/>
                  </a:lnTo>
                  <a:lnTo>
                    <a:pt x="6538184" y="321768"/>
                  </a:lnTo>
                  <a:lnTo>
                    <a:pt x="6538330" y="321768"/>
                  </a:lnTo>
                  <a:lnTo>
                    <a:pt x="6538475" y="321768"/>
                  </a:lnTo>
                  <a:lnTo>
                    <a:pt x="6538621" y="321768"/>
                  </a:lnTo>
                  <a:lnTo>
                    <a:pt x="6538621" y="321144"/>
                  </a:lnTo>
                  <a:lnTo>
                    <a:pt x="6538766" y="321144"/>
                  </a:lnTo>
                  <a:lnTo>
                    <a:pt x="6538911" y="321144"/>
                  </a:lnTo>
                  <a:lnTo>
                    <a:pt x="6538911" y="320521"/>
                  </a:lnTo>
                  <a:lnTo>
                    <a:pt x="6539057" y="320521"/>
                  </a:lnTo>
                  <a:lnTo>
                    <a:pt x="6539057" y="319897"/>
                  </a:lnTo>
                  <a:lnTo>
                    <a:pt x="6539202" y="319897"/>
                  </a:lnTo>
                  <a:lnTo>
                    <a:pt x="6539348" y="319897"/>
                  </a:lnTo>
                  <a:lnTo>
                    <a:pt x="6539493" y="319897"/>
                  </a:lnTo>
                  <a:lnTo>
                    <a:pt x="6539493" y="319274"/>
                  </a:lnTo>
                  <a:lnTo>
                    <a:pt x="6539639" y="319274"/>
                  </a:lnTo>
                  <a:lnTo>
                    <a:pt x="6539784" y="319274"/>
                  </a:lnTo>
                  <a:lnTo>
                    <a:pt x="6539929" y="319274"/>
                  </a:lnTo>
                  <a:lnTo>
                    <a:pt x="6540075" y="319274"/>
                  </a:lnTo>
                  <a:lnTo>
                    <a:pt x="6540220" y="319274"/>
                  </a:lnTo>
                  <a:lnTo>
                    <a:pt x="6540366" y="319274"/>
                  </a:lnTo>
                  <a:lnTo>
                    <a:pt x="6540511" y="319274"/>
                  </a:lnTo>
                  <a:lnTo>
                    <a:pt x="6540657" y="319274"/>
                  </a:lnTo>
                  <a:lnTo>
                    <a:pt x="6540802" y="319274"/>
                  </a:lnTo>
                  <a:lnTo>
                    <a:pt x="6540947" y="319274"/>
                  </a:lnTo>
                  <a:lnTo>
                    <a:pt x="6541093" y="319274"/>
                  </a:lnTo>
                  <a:lnTo>
                    <a:pt x="6541238" y="319274"/>
                  </a:lnTo>
                  <a:lnTo>
                    <a:pt x="6541238" y="318650"/>
                  </a:lnTo>
                  <a:lnTo>
                    <a:pt x="6541384" y="318650"/>
                  </a:lnTo>
                  <a:lnTo>
                    <a:pt x="6541529" y="318650"/>
                  </a:lnTo>
                  <a:lnTo>
                    <a:pt x="6541675" y="318650"/>
                  </a:lnTo>
                  <a:lnTo>
                    <a:pt x="6541820" y="318650"/>
                  </a:lnTo>
                  <a:lnTo>
                    <a:pt x="6541965" y="318650"/>
                  </a:lnTo>
                  <a:lnTo>
                    <a:pt x="6542111" y="318650"/>
                  </a:lnTo>
                  <a:lnTo>
                    <a:pt x="6542256" y="318650"/>
                  </a:lnTo>
                  <a:lnTo>
                    <a:pt x="6542402" y="318650"/>
                  </a:lnTo>
                  <a:lnTo>
                    <a:pt x="6542547" y="318650"/>
                  </a:lnTo>
                  <a:lnTo>
                    <a:pt x="6542692" y="318650"/>
                  </a:lnTo>
                  <a:lnTo>
                    <a:pt x="6542692" y="318026"/>
                  </a:lnTo>
                  <a:lnTo>
                    <a:pt x="6542838" y="318026"/>
                  </a:lnTo>
                  <a:lnTo>
                    <a:pt x="6542983" y="318026"/>
                  </a:lnTo>
                  <a:lnTo>
                    <a:pt x="6543129" y="318026"/>
                  </a:lnTo>
                  <a:lnTo>
                    <a:pt x="6543274" y="318026"/>
                  </a:lnTo>
                  <a:lnTo>
                    <a:pt x="6543420" y="318026"/>
                  </a:lnTo>
                  <a:lnTo>
                    <a:pt x="6543565" y="318026"/>
                  </a:lnTo>
                  <a:lnTo>
                    <a:pt x="6543710" y="318026"/>
                  </a:lnTo>
                  <a:lnTo>
                    <a:pt x="6543856" y="318026"/>
                  </a:lnTo>
                  <a:lnTo>
                    <a:pt x="6544001" y="318026"/>
                  </a:lnTo>
                  <a:lnTo>
                    <a:pt x="6544147" y="318026"/>
                  </a:lnTo>
                  <a:lnTo>
                    <a:pt x="6544292" y="318026"/>
                  </a:lnTo>
                  <a:lnTo>
                    <a:pt x="6544438" y="318026"/>
                  </a:lnTo>
                  <a:lnTo>
                    <a:pt x="6544583" y="318026"/>
                  </a:lnTo>
                  <a:lnTo>
                    <a:pt x="6544728" y="318026"/>
                  </a:lnTo>
                  <a:lnTo>
                    <a:pt x="6544874" y="318026"/>
                  </a:lnTo>
                  <a:lnTo>
                    <a:pt x="6545019" y="318026"/>
                  </a:lnTo>
                  <a:lnTo>
                    <a:pt x="6545165" y="318026"/>
                  </a:lnTo>
                  <a:lnTo>
                    <a:pt x="6545310" y="318026"/>
                  </a:lnTo>
                  <a:lnTo>
                    <a:pt x="6545456" y="318026"/>
                  </a:lnTo>
                  <a:lnTo>
                    <a:pt x="6545601" y="318026"/>
                  </a:lnTo>
                  <a:lnTo>
                    <a:pt x="6545746" y="318026"/>
                  </a:lnTo>
                  <a:lnTo>
                    <a:pt x="6545892" y="318026"/>
                  </a:lnTo>
                  <a:lnTo>
                    <a:pt x="6546037" y="318026"/>
                  </a:lnTo>
                  <a:lnTo>
                    <a:pt x="6546183" y="318026"/>
                  </a:lnTo>
                  <a:lnTo>
                    <a:pt x="6546328" y="318026"/>
                  </a:lnTo>
                  <a:lnTo>
                    <a:pt x="6546328" y="317403"/>
                  </a:lnTo>
                  <a:lnTo>
                    <a:pt x="6546474" y="317403"/>
                  </a:lnTo>
                  <a:lnTo>
                    <a:pt x="6546619" y="317403"/>
                  </a:lnTo>
                  <a:lnTo>
                    <a:pt x="6546619" y="316779"/>
                  </a:lnTo>
                  <a:lnTo>
                    <a:pt x="6546764" y="316779"/>
                  </a:lnTo>
                  <a:lnTo>
                    <a:pt x="6546910" y="316779"/>
                  </a:lnTo>
                  <a:lnTo>
                    <a:pt x="6547055" y="316779"/>
                  </a:lnTo>
                  <a:lnTo>
                    <a:pt x="6547201" y="316779"/>
                  </a:lnTo>
                  <a:lnTo>
                    <a:pt x="6547346" y="316779"/>
                  </a:lnTo>
                  <a:lnTo>
                    <a:pt x="6547492" y="316779"/>
                  </a:lnTo>
                  <a:lnTo>
                    <a:pt x="6547637" y="316779"/>
                  </a:lnTo>
                  <a:lnTo>
                    <a:pt x="6547782" y="316779"/>
                  </a:lnTo>
                  <a:lnTo>
                    <a:pt x="6547928" y="316779"/>
                  </a:lnTo>
                  <a:lnTo>
                    <a:pt x="6548073" y="316779"/>
                  </a:lnTo>
                  <a:lnTo>
                    <a:pt x="6548219" y="316779"/>
                  </a:lnTo>
                  <a:lnTo>
                    <a:pt x="6548364" y="316779"/>
                  </a:lnTo>
                  <a:lnTo>
                    <a:pt x="6548510" y="316779"/>
                  </a:lnTo>
                  <a:lnTo>
                    <a:pt x="6548655" y="316779"/>
                  </a:lnTo>
                  <a:lnTo>
                    <a:pt x="6548800" y="316779"/>
                  </a:lnTo>
                  <a:lnTo>
                    <a:pt x="6548946" y="316779"/>
                  </a:lnTo>
                  <a:lnTo>
                    <a:pt x="6549091" y="316779"/>
                  </a:lnTo>
                  <a:lnTo>
                    <a:pt x="6549091" y="316156"/>
                  </a:lnTo>
                  <a:lnTo>
                    <a:pt x="6549237" y="316156"/>
                  </a:lnTo>
                  <a:lnTo>
                    <a:pt x="6549382" y="316156"/>
                  </a:lnTo>
                  <a:lnTo>
                    <a:pt x="6549527" y="316156"/>
                  </a:lnTo>
                  <a:lnTo>
                    <a:pt x="6549673" y="316156"/>
                  </a:lnTo>
                  <a:lnTo>
                    <a:pt x="6549818" y="316156"/>
                  </a:lnTo>
                  <a:lnTo>
                    <a:pt x="6549964" y="316156"/>
                  </a:lnTo>
                  <a:lnTo>
                    <a:pt x="6550109" y="316156"/>
                  </a:lnTo>
                  <a:lnTo>
                    <a:pt x="6550255" y="316156"/>
                  </a:lnTo>
                  <a:lnTo>
                    <a:pt x="6550400" y="316156"/>
                  </a:lnTo>
                  <a:lnTo>
                    <a:pt x="6550545" y="316156"/>
                  </a:lnTo>
                  <a:lnTo>
                    <a:pt x="6550691" y="316156"/>
                  </a:lnTo>
                  <a:lnTo>
                    <a:pt x="6550836" y="316156"/>
                  </a:lnTo>
                  <a:lnTo>
                    <a:pt x="6550982" y="316156"/>
                  </a:lnTo>
                  <a:lnTo>
                    <a:pt x="6551127" y="316156"/>
                  </a:lnTo>
                  <a:lnTo>
                    <a:pt x="6551273" y="316156"/>
                  </a:lnTo>
                  <a:lnTo>
                    <a:pt x="6551418" y="316156"/>
                  </a:lnTo>
                  <a:lnTo>
                    <a:pt x="6551563" y="316156"/>
                  </a:lnTo>
                  <a:lnTo>
                    <a:pt x="6551709" y="316156"/>
                  </a:lnTo>
                  <a:lnTo>
                    <a:pt x="6551854" y="316156"/>
                  </a:lnTo>
                  <a:lnTo>
                    <a:pt x="6552000" y="316156"/>
                  </a:lnTo>
                  <a:lnTo>
                    <a:pt x="6552145" y="316156"/>
                  </a:lnTo>
                  <a:lnTo>
                    <a:pt x="6552291" y="316156"/>
                  </a:lnTo>
                  <a:lnTo>
                    <a:pt x="6552436" y="316156"/>
                  </a:lnTo>
                  <a:lnTo>
                    <a:pt x="6552581" y="316156"/>
                  </a:lnTo>
                  <a:lnTo>
                    <a:pt x="6552727" y="316156"/>
                  </a:lnTo>
                  <a:lnTo>
                    <a:pt x="6552872" y="316156"/>
                  </a:lnTo>
                  <a:lnTo>
                    <a:pt x="6553018" y="316156"/>
                  </a:lnTo>
                  <a:lnTo>
                    <a:pt x="6553163" y="316156"/>
                  </a:lnTo>
                  <a:lnTo>
                    <a:pt x="6553309" y="316156"/>
                  </a:lnTo>
                  <a:lnTo>
                    <a:pt x="6553454" y="316156"/>
                  </a:lnTo>
                  <a:lnTo>
                    <a:pt x="6553599" y="316156"/>
                  </a:lnTo>
                  <a:lnTo>
                    <a:pt x="6553745" y="316156"/>
                  </a:lnTo>
                  <a:lnTo>
                    <a:pt x="6553890" y="316156"/>
                  </a:lnTo>
                  <a:lnTo>
                    <a:pt x="6554036" y="316156"/>
                  </a:lnTo>
                  <a:lnTo>
                    <a:pt x="6554181" y="316156"/>
                  </a:lnTo>
                  <a:lnTo>
                    <a:pt x="6554327" y="316156"/>
                  </a:lnTo>
                  <a:lnTo>
                    <a:pt x="6554472" y="316156"/>
                  </a:lnTo>
                  <a:lnTo>
                    <a:pt x="6554617" y="316156"/>
                  </a:lnTo>
                  <a:lnTo>
                    <a:pt x="6554763" y="316156"/>
                  </a:lnTo>
                  <a:lnTo>
                    <a:pt x="6554908" y="316156"/>
                  </a:lnTo>
                  <a:lnTo>
                    <a:pt x="6555054" y="316156"/>
                  </a:lnTo>
                  <a:lnTo>
                    <a:pt x="6555199" y="316156"/>
                  </a:lnTo>
                  <a:lnTo>
                    <a:pt x="6555345" y="316156"/>
                  </a:lnTo>
                  <a:lnTo>
                    <a:pt x="6555490" y="316156"/>
                  </a:lnTo>
                  <a:lnTo>
                    <a:pt x="6555635" y="316156"/>
                  </a:lnTo>
                  <a:lnTo>
                    <a:pt x="6555781" y="316156"/>
                  </a:lnTo>
                  <a:lnTo>
                    <a:pt x="6555926" y="316156"/>
                  </a:lnTo>
                  <a:lnTo>
                    <a:pt x="6556072" y="316156"/>
                  </a:lnTo>
                  <a:lnTo>
                    <a:pt x="6556072" y="315532"/>
                  </a:lnTo>
                  <a:lnTo>
                    <a:pt x="6556217" y="315532"/>
                  </a:lnTo>
                  <a:lnTo>
                    <a:pt x="6556362" y="315532"/>
                  </a:lnTo>
                  <a:lnTo>
                    <a:pt x="6556508" y="315532"/>
                  </a:lnTo>
                  <a:lnTo>
                    <a:pt x="6556653" y="315532"/>
                  </a:lnTo>
                  <a:lnTo>
                    <a:pt x="6556799" y="315532"/>
                  </a:lnTo>
                  <a:lnTo>
                    <a:pt x="6556944" y="315532"/>
                  </a:lnTo>
                  <a:lnTo>
                    <a:pt x="6557090" y="315532"/>
                  </a:lnTo>
                  <a:lnTo>
                    <a:pt x="6557235" y="315532"/>
                  </a:lnTo>
                  <a:lnTo>
                    <a:pt x="6557380" y="315532"/>
                  </a:lnTo>
                  <a:lnTo>
                    <a:pt x="6557526" y="315532"/>
                  </a:lnTo>
                  <a:lnTo>
                    <a:pt x="6557671" y="315532"/>
                  </a:lnTo>
                  <a:lnTo>
                    <a:pt x="6557817" y="315532"/>
                  </a:lnTo>
                  <a:lnTo>
                    <a:pt x="6557962" y="315532"/>
                  </a:lnTo>
                  <a:lnTo>
                    <a:pt x="6558108" y="315532"/>
                  </a:lnTo>
                  <a:lnTo>
                    <a:pt x="6558253" y="315532"/>
                  </a:lnTo>
                  <a:lnTo>
                    <a:pt x="6558398" y="315532"/>
                  </a:lnTo>
                  <a:lnTo>
                    <a:pt x="6558544" y="315532"/>
                  </a:lnTo>
                  <a:lnTo>
                    <a:pt x="6558689" y="315532"/>
                  </a:lnTo>
                  <a:lnTo>
                    <a:pt x="6558835" y="315532"/>
                  </a:lnTo>
                  <a:lnTo>
                    <a:pt x="6558980" y="315532"/>
                  </a:lnTo>
                  <a:lnTo>
                    <a:pt x="6558980" y="314909"/>
                  </a:lnTo>
                  <a:lnTo>
                    <a:pt x="6559126" y="314909"/>
                  </a:lnTo>
                  <a:lnTo>
                    <a:pt x="6559271" y="314909"/>
                  </a:lnTo>
                  <a:lnTo>
                    <a:pt x="6559416" y="314909"/>
                  </a:lnTo>
                  <a:lnTo>
                    <a:pt x="6559562" y="314909"/>
                  </a:lnTo>
                  <a:lnTo>
                    <a:pt x="6559707" y="314909"/>
                  </a:lnTo>
                  <a:lnTo>
                    <a:pt x="6559853" y="314909"/>
                  </a:lnTo>
                  <a:lnTo>
                    <a:pt x="6559998" y="314909"/>
                  </a:lnTo>
                  <a:lnTo>
                    <a:pt x="6560144" y="314909"/>
                  </a:lnTo>
                  <a:lnTo>
                    <a:pt x="6560289" y="314909"/>
                  </a:lnTo>
                  <a:lnTo>
                    <a:pt x="6560434" y="314909"/>
                  </a:lnTo>
                  <a:lnTo>
                    <a:pt x="6560580" y="314909"/>
                  </a:lnTo>
                  <a:lnTo>
                    <a:pt x="6560725" y="314909"/>
                  </a:lnTo>
                  <a:lnTo>
                    <a:pt x="6560871" y="314909"/>
                  </a:lnTo>
                  <a:lnTo>
                    <a:pt x="6560871" y="314285"/>
                  </a:lnTo>
                  <a:lnTo>
                    <a:pt x="6561016" y="314285"/>
                  </a:lnTo>
                  <a:lnTo>
                    <a:pt x="6561162" y="314285"/>
                  </a:lnTo>
                  <a:lnTo>
                    <a:pt x="6561307" y="314285"/>
                  </a:lnTo>
                  <a:lnTo>
                    <a:pt x="6561307" y="313661"/>
                  </a:lnTo>
                  <a:lnTo>
                    <a:pt x="6561452" y="313661"/>
                  </a:lnTo>
                  <a:lnTo>
                    <a:pt x="6561598" y="313661"/>
                  </a:lnTo>
                  <a:lnTo>
                    <a:pt x="6561743" y="313661"/>
                  </a:lnTo>
                  <a:lnTo>
                    <a:pt x="6561889" y="313661"/>
                  </a:lnTo>
                  <a:lnTo>
                    <a:pt x="6562034" y="313661"/>
                  </a:lnTo>
                  <a:lnTo>
                    <a:pt x="6562180" y="313661"/>
                  </a:lnTo>
                  <a:lnTo>
                    <a:pt x="6562325" y="313661"/>
                  </a:lnTo>
                  <a:lnTo>
                    <a:pt x="6562470" y="313661"/>
                  </a:lnTo>
                  <a:lnTo>
                    <a:pt x="6562616" y="313661"/>
                  </a:lnTo>
                  <a:lnTo>
                    <a:pt x="6562761" y="313661"/>
                  </a:lnTo>
                  <a:lnTo>
                    <a:pt x="6562907" y="313661"/>
                  </a:lnTo>
                  <a:lnTo>
                    <a:pt x="6563052" y="313661"/>
                  </a:lnTo>
                  <a:lnTo>
                    <a:pt x="6563197" y="313661"/>
                  </a:lnTo>
                  <a:lnTo>
                    <a:pt x="6563197" y="313038"/>
                  </a:lnTo>
                  <a:lnTo>
                    <a:pt x="6563343" y="313038"/>
                  </a:lnTo>
                  <a:lnTo>
                    <a:pt x="6563488" y="313038"/>
                  </a:lnTo>
                  <a:lnTo>
                    <a:pt x="6563634" y="313038"/>
                  </a:lnTo>
                  <a:lnTo>
                    <a:pt x="6563779" y="313038"/>
                  </a:lnTo>
                  <a:lnTo>
                    <a:pt x="6563925" y="313038"/>
                  </a:lnTo>
                  <a:lnTo>
                    <a:pt x="6564070" y="313038"/>
                  </a:lnTo>
                  <a:lnTo>
                    <a:pt x="6564215" y="313038"/>
                  </a:lnTo>
                  <a:lnTo>
                    <a:pt x="6564361" y="313038"/>
                  </a:lnTo>
                  <a:lnTo>
                    <a:pt x="6564506" y="313038"/>
                  </a:lnTo>
                  <a:lnTo>
                    <a:pt x="6564652" y="313038"/>
                  </a:lnTo>
                  <a:lnTo>
                    <a:pt x="6564797" y="313038"/>
                  </a:lnTo>
                  <a:lnTo>
                    <a:pt x="6564943" y="313038"/>
                  </a:lnTo>
                  <a:lnTo>
                    <a:pt x="6565088" y="313038"/>
                  </a:lnTo>
                  <a:lnTo>
                    <a:pt x="6565233" y="313038"/>
                  </a:lnTo>
                  <a:lnTo>
                    <a:pt x="6565379" y="313038"/>
                  </a:lnTo>
                  <a:lnTo>
                    <a:pt x="6565524" y="313038"/>
                  </a:lnTo>
                  <a:lnTo>
                    <a:pt x="6565670" y="313038"/>
                  </a:lnTo>
                  <a:lnTo>
                    <a:pt x="6565815" y="313038"/>
                  </a:lnTo>
                  <a:lnTo>
                    <a:pt x="6565961" y="313038"/>
                  </a:lnTo>
                  <a:lnTo>
                    <a:pt x="6566106" y="313038"/>
                  </a:lnTo>
                  <a:lnTo>
                    <a:pt x="6566251" y="313038"/>
                  </a:lnTo>
                  <a:lnTo>
                    <a:pt x="6566397" y="313038"/>
                  </a:lnTo>
                  <a:lnTo>
                    <a:pt x="6566542" y="313038"/>
                  </a:lnTo>
                  <a:lnTo>
                    <a:pt x="6566688" y="313038"/>
                  </a:lnTo>
                  <a:lnTo>
                    <a:pt x="6566833" y="313038"/>
                  </a:lnTo>
                  <a:lnTo>
                    <a:pt x="6566979" y="313038"/>
                  </a:lnTo>
                  <a:lnTo>
                    <a:pt x="6567124" y="313038"/>
                  </a:lnTo>
                  <a:lnTo>
                    <a:pt x="6567269" y="313038"/>
                  </a:lnTo>
                  <a:lnTo>
                    <a:pt x="6567415" y="313038"/>
                  </a:lnTo>
                  <a:lnTo>
                    <a:pt x="6567560" y="313038"/>
                  </a:lnTo>
                  <a:lnTo>
                    <a:pt x="6567706" y="313038"/>
                  </a:lnTo>
                  <a:lnTo>
                    <a:pt x="6567851" y="313038"/>
                  </a:lnTo>
                  <a:lnTo>
                    <a:pt x="6567997" y="313038"/>
                  </a:lnTo>
                  <a:lnTo>
                    <a:pt x="6568142" y="313038"/>
                  </a:lnTo>
                  <a:lnTo>
                    <a:pt x="6568287" y="313038"/>
                  </a:lnTo>
                  <a:lnTo>
                    <a:pt x="6568433" y="313038"/>
                  </a:lnTo>
                  <a:lnTo>
                    <a:pt x="6568578" y="313038"/>
                  </a:lnTo>
                  <a:lnTo>
                    <a:pt x="6568724" y="313038"/>
                  </a:lnTo>
                  <a:lnTo>
                    <a:pt x="6568869" y="313038"/>
                  </a:lnTo>
                  <a:lnTo>
                    <a:pt x="6569015" y="313038"/>
                  </a:lnTo>
                  <a:lnTo>
                    <a:pt x="6569160" y="313038"/>
                  </a:lnTo>
                  <a:lnTo>
                    <a:pt x="6569305" y="313038"/>
                  </a:lnTo>
                  <a:lnTo>
                    <a:pt x="6569451" y="313038"/>
                  </a:lnTo>
                  <a:lnTo>
                    <a:pt x="6569596" y="313038"/>
                  </a:lnTo>
                  <a:lnTo>
                    <a:pt x="6569742" y="313038"/>
                  </a:lnTo>
                  <a:lnTo>
                    <a:pt x="6569887" y="313038"/>
                  </a:lnTo>
                  <a:lnTo>
                    <a:pt x="6570032" y="313038"/>
                  </a:lnTo>
                  <a:lnTo>
                    <a:pt x="6570178" y="313038"/>
                  </a:lnTo>
                  <a:lnTo>
                    <a:pt x="6570323" y="313038"/>
                  </a:lnTo>
                  <a:lnTo>
                    <a:pt x="6570469" y="313038"/>
                  </a:lnTo>
                  <a:lnTo>
                    <a:pt x="6570614" y="313038"/>
                  </a:lnTo>
                  <a:lnTo>
                    <a:pt x="6570614" y="312414"/>
                  </a:lnTo>
                  <a:lnTo>
                    <a:pt x="6570760" y="312414"/>
                  </a:lnTo>
                  <a:lnTo>
                    <a:pt x="6570905" y="312414"/>
                  </a:lnTo>
                  <a:lnTo>
                    <a:pt x="6571050" y="312414"/>
                  </a:lnTo>
                  <a:lnTo>
                    <a:pt x="6571196" y="312414"/>
                  </a:lnTo>
                  <a:lnTo>
                    <a:pt x="6571341" y="312414"/>
                  </a:lnTo>
                  <a:lnTo>
                    <a:pt x="6571487" y="312414"/>
                  </a:lnTo>
                  <a:lnTo>
                    <a:pt x="6571632" y="312414"/>
                  </a:lnTo>
                  <a:lnTo>
                    <a:pt x="6571778" y="312414"/>
                  </a:lnTo>
                  <a:lnTo>
                    <a:pt x="6571923" y="312414"/>
                  </a:lnTo>
                  <a:lnTo>
                    <a:pt x="6572068" y="312414"/>
                  </a:lnTo>
                  <a:lnTo>
                    <a:pt x="6572214" y="312414"/>
                  </a:lnTo>
                  <a:lnTo>
                    <a:pt x="6572359" y="312414"/>
                  </a:lnTo>
                  <a:lnTo>
                    <a:pt x="6572505" y="312414"/>
                  </a:lnTo>
                  <a:lnTo>
                    <a:pt x="6572650" y="312414"/>
                  </a:lnTo>
                  <a:lnTo>
                    <a:pt x="6572796" y="312414"/>
                  </a:lnTo>
                  <a:lnTo>
                    <a:pt x="6572796" y="311791"/>
                  </a:lnTo>
                  <a:lnTo>
                    <a:pt x="6572941" y="311791"/>
                  </a:lnTo>
                  <a:lnTo>
                    <a:pt x="6573086" y="311791"/>
                  </a:lnTo>
                  <a:lnTo>
                    <a:pt x="6573232" y="311791"/>
                  </a:lnTo>
                  <a:lnTo>
                    <a:pt x="6573377" y="311791"/>
                  </a:lnTo>
                  <a:lnTo>
                    <a:pt x="6573523" y="311791"/>
                  </a:lnTo>
                  <a:lnTo>
                    <a:pt x="6573668" y="311791"/>
                  </a:lnTo>
                  <a:lnTo>
                    <a:pt x="6573814" y="311791"/>
                  </a:lnTo>
                  <a:lnTo>
                    <a:pt x="6573959" y="311791"/>
                  </a:lnTo>
                  <a:lnTo>
                    <a:pt x="6574104" y="311791"/>
                  </a:lnTo>
                  <a:lnTo>
                    <a:pt x="6574250" y="311791"/>
                  </a:lnTo>
                  <a:lnTo>
                    <a:pt x="6574395" y="311791"/>
                  </a:lnTo>
                  <a:lnTo>
                    <a:pt x="6574541" y="311791"/>
                  </a:lnTo>
                  <a:lnTo>
                    <a:pt x="6574686" y="311791"/>
                  </a:lnTo>
                  <a:lnTo>
                    <a:pt x="6574832" y="311791"/>
                  </a:lnTo>
                  <a:lnTo>
                    <a:pt x="6574977" y="311791"/>
                  </a:lnTo>
                  <a:lnTo>
                    <a:pt x="6575122" y="311791"/>
                  </a:lnTo>
                  <a:lnTo>
                    <a:pt x="6575268" y="311791"/>
                  </a:lnTo>
                  <a:lnTo>
                    <a:pt x="6575413" y="311791"/>
                  </a:lnTo>
                  <a:lnTo>
                    <a:pt x="6575559" y="311791"/>
                  </a:lnTo>
                  <a:lnTo>
                    <a:pt x="6575704" y="311791"/>
                  </a:lnTo>
                  <a:lnTo>
                    <a:pt x="6575850" y="311791"/>
                  </a:lnTo>
                  <a:lnTo>
                    <a:pt x="6575995" y="311791"/>
                  </a:lnTo>
                  <a:lnTo>
                    <a:pt x="6576140" y="311791"/>
                  </a:lnTo>
                  <a:lnTo>
                    <a:pt x="6576286" y="311791"/>
                  </a:lnTo>
                  <a:lnTo>
                    <a:pt x="6576431" y="311791"/>
                  </a:lnTo>
                  <a:lnTo>
                    <a:pt x="6576577" y="311791"/>
                  </a:lnTo>
                  <a:lnTo>
                    <a:pt x="6576722" y="311791"/>
                  </a:lnTo>
                  <a:lnTo>
                    <a:pt x="6576867" y="311791"/>
                  </a:lnTo>
                  <a:lnTo>
                    <a:pt x="6577013" y="311791"/>
                  </a:lnTo>
                  <a:lnTo>
                    <a:pt x="6577158" y="311791"/>
                  </a:lnTo>
                  <a:lnTo>
                    <a:pt x="6577304" y="311791"/>
                  </a:lnTo>
                  <a:lnTo>
                    <a:pt x="6577449" y="311791"/>
                  </a:lnTo>
                  <a:lnTo>
                    <a:pt x="6577595" y="311791"/>
                  </a:lnTo>
                  <a:lnTo>
                    <a:pt x="6577740" y="311791"/>
                  </a:lnTo>
                  <a:lnTo>
                    <a:pt x="6577885" y="311791"/>
                  </a:lnTo>
                  <a:lnTo>
                    <a:pt x="6578031" y="311791"/>
                  </a:lnTo>
                  <a:lnTo>
                    <a:pt x="6578176" y="311791"/>
                  </a:lnTo>
                  <a:lnTo>
                    <a:pt x="6578322" y="311791"/>
                  </a:lnTo>
                  <a:lnTo>
                    <a:pt x="6578467" y="311791"/>
                  </a:lnTo>
                  <a:lnTo>
                    <a:pt x="6578613" y="311791"/>
                  </a:lnTo>
                  <a:lnTo>
                    <a:pt x="6578758" y="311791"/>
                  </a:lnTo>
                  <a:lnTo>
                    <a:pt x="6578903" y="311791"/>
                  </a:lnTo>
                  <a:lnTo>
                    <a:pt x="6579049" y="311791"/>
                  </a:lnTo>
                  <a:lnTo>
                    <a:pt x="6579194" y="311791"/>
                  </a:lnTo>
                  <a:lnTo>
                    <a:pt x="6579340" y="311791"/>
                  </a:lnTo>
                  <a:lnTo>
                    <a:pt x="6579485" y="311791"/>
                  </a:lnTo>
                  <a:lnTo>
                    <a:pt x="6579631" y="311791"/>
                  </a:lnTo>
                  <a:lnTo>
                    <a:pt x="6579776" y="311791"/>
                  </a:lnTo>
                  <a:lnTo>
                    <a:pt x="6579921" y="311791"/>
                  </a:lnTo>
                  <a:lnTo>
                    <a:pt x="6580067" y="311791"/>
                  </a:lnTo>
                  <a:lnTo>
                    <a:pt x="6580212" y="311791"/>
                  </a:lnTo>
                  <a:lnTo>
                    <a:pt x="6580358" y="311791"/>
                  </a:lnTo>
                  <a:lnTo>
                    <a:pt x="6580503" y="311791"/>
                  </a:lnTo>
                  <a:lnTo>
                    <a:pt x="6580649" y="311791"/>
                  </a:lnTo>
                  <a:lnTo>
                    <a:pt x="6580794" y="311791"/>
                  </a:lnTo>
                  <a:lnTo>
                    <a:pt x="6580939" y="311791"/>
                  </a:lnTo>
                  <a:lnTo>
                    <a:pt x="6581085" y="311791"/>
                  </a:lnTo>
                  <a:lnTo>
                    <a:pt x="6581230" y="311791"/>
                  </a:lnTo>
                  <a:lnTo>
                    <a:pt x="6581376" y="311791"/>
                  </a:lnTo>
                  <a:lnTo>
                    <a:pt x="6581521" y="311791"/>
                  </a:lnTo>
                  <a:lnTo>
                    <a:pt x="6581667" y="311791"/>
                  </a:lnTo>
                  <a:lnTo>
                    <a:pt x="6581812" y="311791"/>
                  </a:lnTo>
                  <a:lnTo>
                    <a:pt x="6581957" y="311791"/>
                  </a:lnTo>
                  <a:lnTo>
                    <a:pt x="6582103" y="311791"/>
                  </a:lnTo>
                  <a:lnTo>
                    <a:pt x="6582248" y="311791"/>
                  </a:lnTo>
                  <a:lnTo>
                    <a:pt x="6582394" y="311791"/>
                  </a:lnTo>
                  <a:lnTo>
                    <a:pt x="6582539" y="311791"/>
                  </a:lnTo>
                  <a:lnTo>
                    <a:pt x="6582685" y="311791"/>
                  </a:lnTo>
                  <a:lnTo>
                    <a:pt x="6582830" y="311791"/>
                  </a:lnTo>
                  <a:lnTo>
                    <a:pt x="6582975" y="311791"/>
                  </a:lnTo>
                  <a:lnTo>
                    <a:pt x="6583121" y="311791"/>
                  </a:lnTo>
                  <a:lnTo>
                    <a:pt x="6583266" y="311791"/>
                  </a:lnTo>
                  <a:lnTo>
                    <a:pt x="6583412" y="311791"/>
                  </a:lnTo>
                  <a:lnTo>
                    <a:pt x="6583557" y="311791"/>
                  </a:lnTo>
                  <a:lnTo>
                    <a:pt x="6583702" y="311791"/>
                  </a:lnTo>
                  <a:lnTo>
                    <a:pt x="6583848" y="311791"/>
                  </a:lnTo>
                  <a:lnTo>
                    <a:pt x="6583848" y="311167"/>
                  </a:lnTo>
                  <a:lnTo>
                    <a:pt x="6583993" y="311167"/>
                  </a:lnTo>
                  <a:lnTo>
                    <a:pt x="6584139" y="311167"/>
                  </a:lnTo>
                  <a:lnTo>
                    <a:pt x="6584284" y="311167"/>
                  </a:lnTo>
                  <a:lnTo>
                    <a:pt x="6584430" y="311167"/>
                  </a:lnTo>
                  <a:lnTo>
                    <a:pt x="6584575" y="311167"/>
                  </a:lnTo>
                  <a:lnTo>
                    <a:pt x="6584720" y="311167"/>
                  </a:lnTo>
                  <a:lnTo>
                    <a:pt x="6584866" y="311167"/>
                  </a:lnTo>
                  <a:lnTo>
                    <a:pt x="6584866" y="310543"/>
                  </a:lnTo>
                  <a:lnTo>
                    <a:pt x="6585011" y="310543"/>
                  </a:lnTo>
                  <a:lnTo>
                    <a:pt x="6585157" y="310543"/>
                  </a:lnTo>
                  <a:lnTo>
                    <a:pt x="6585302" y="310543"/>
                  </a:lnTo>
                  <a:lnTo>
                    <a:pt x="6585448" y="310543"/>
                  </a:lnTo>
                  <a:lnTo>
                    <a:pt x="6585593" y="310543"/>
                  </a:lnTo>
                  <a:lnTo>
                    <a:pt x="6585738" y="310543"/>
                  </a:lnTo>
                  <a:lnTo>
                    <a:pt x="6585884" y="310543"/>
                  </a:lnTo>
                  <a:lnTo>
                    <a:pt x="6586029" y="310543"/>
                  </a:lnTo>
                  <a:lnTo>
                    <a:pt x="6586175" y="310543"/>
                  </a:lnTo>
                  <a:lnTo>
                    <a:pt x="6586320" y="310543"/>
                  </a:lnTo>
                  <a:lnTo>
                    <a:pt x="6586466" y="310543"/>
                  </a:lnTo>
                  <a:lnTo>
                    <a:pt x="6586611" y="310543"/>
                  </a:lnTo>
                  <a:lnTo>
                    <a:pt x="6586756" y="310543"/>
                  </a:lnTo>
                  <a:lnTo>
                    <a:pt x="6586902" y="310543"/>
                  </a:lnTo>
                  <a:lnTo>
                    <a:pt x="6587047" y="310543"/>
                  </a:lnTo>
                  <a:lnTo>
                    <a:pt x="6587193" y="310543"/>
                  </a:lnTo>
                  <a:lnTo>
                    <a:pt x="6587338" y="310543"/>
                  </a:lnTo>
                  <a:lnTo>
                    <a:pt x="6587484" y="310543"/>
                  </a:lnTo>
                  <a:lnTo>
                    <a:pt x="6587629" y="310543"/>
                  </a:lnTo>
                  <a:lnTo>
                    <a:pt x="6587774" y="310543"/>
                  </a:lnTo>
                  <a:lnTo>
                    <a:pt x="6587774" y="309920"/>
                  </a:lnTo>
                  <a:lnTo>
                    <a:pt x="6587920" y="309920"/>
                  </a:lnTo>
                  <a:lnTo>
                    <a:pt x="6588065" y="309920"/>
                  </a:lnTo>
                  <a:lnTo>
                    <a:pt x="6588211" y="309920"/>
                  </a:lnTo>
                  <a:lnTo>
                    <a:pt x="6588356" y="309920"/>
                  </a:lnTo>
                  <a:lnTo>
                    <a:pt x="6588502" y="309920"/>
                  </a:lnTo>
                  <a:lnTo>
                    <a:pt x="6588647" y="309920"/>
                  </a:lnTo>
                  <a:lnTo>
                    <a:pt x="6588792" y="309920"/>
                  </a:lnTo>
                  <a:lnTo>
                    <a:pt x="6588938" y="309920"/>
                  </a:lnTo>
                  <a:lnTo>
                    <a:pt x="6589083" y="309920"/>
                  </a:lnTo>
                  <a:lnTo>
                    <a:pt x="6589229" y="309920"/>
                  </a:lnTo>
                  <a:lnTo>
                    <a:pt x="6589374" y="309920"/>
                  </a:lnTo>
                  <a:lnTo>
                    <a:pt x="6589520" y="309920"/>
                  </a:lnTo>
                  <a:lnTo>
                    <a:pt x="6589665" y="309920"/>
                  </a:lnTo>
                  <a:lnTo>
                    <a:pt x="6589810" y="309920"/>
                  </a:lnTo>
                  <a:lnTo>
                    <a:pt x="6589956" y="309920"/>
                  </a:lnTo>
                  <a:lnTo>
                    <a:pt x="6590101" y="309920"/>
                  </a:lnTo>
                  <a:lnTo>
                    <a:pt x="6590247" y="309920"/>
                  </a:lnTo>
                  <a:lnTo>
                    <a:pt x="6590392" y="309920"/>
                  </a:lnTo>
                  <a:lnTo>
                    <a:pt x="6590537" y="309920"/>
                  </a:lnTo>
                  <a:lnTo>
                    <a:pt x="6590683" y="309920"/>
                  </a:lnTo>
                  <a:lnTo>
                    <a:pt x="6590828" y="309920"/>
                  </a:lnTo>
                  <a:lnTo>
                    <a:pt x="6590828" y="309296"/>
                  </a:lnTo>
                  <a:lnTo>
                    <a:pt x="6590974" y="309296"/>
                  </a:lnTo>
                  <a:lnTo>
                    <a:pt x="6591119" y="309296"/>
                  </a:lnTo>
                  <a:lnTo>
                    <a:pt x="6591265" y="309296"/>
                  </a:lnTo>
                  <a:lnTo>
                    <a:pt x="6591410" y="309296"/>
                  </a:lnTo>
                  <a:lnTo>
                    <a:pt x="6591555" y="309296"/>
                  </a:lnTo>
                  <a:lnTo>
                    <a:pt x="6591701" y="309296"/>
                  </a:lnTo>
                  <a:lnTo>
                    <a:pt x="6591846" y="309296"/>
                  </a:lnTo>
                  <a:lnTo>
                    <a:pt x="6591992" y="309296"/>
                  </a:lnTo>
                  <a:lnTo>
                    <a:pt x="6592137" y="309296"/>
                  </a:lnTo>
                  <a:lnTo>
                    <a:pt x="6592283" y="309296"/>
                  </a:lnTo>
                  <a:lnTo>
                    <a:pt x="6592428" y="309296"/>
                  </a:lnTo>
                  <a:lnTo>
                    <a:pt x="6592573" y="309296"/>
                  </a:lnTo>
                  <a:lnTo>
                    <a:pt x="6592719" y="309296"/>
                  </a:lnTo>
                  <a:lnTo>
                    <a:pt x="6592864" y="309296"/>
                  </a:lnTo>
                  <a:lnTo>
                    <a:pt x="6593010" y="309296"/>
                  </a:lnTo>
                  <a:lnTo>
                    <a:pt x="6593155" y="309296"/>
                  </a:lnTo>
                  <a:lnTo>
                    <a:pt x="6593301" y="309296"/>
                  </a:lnTo>
                  <a:lnTo>
                    <a:pt x="6593446" y="309296"/>
                  </a:lnTo>
                  <a:lnTo>
                    <a:pt x="6593591" y="309296"/>
                  </a:lnTo>
                  <a:lnTo>
                    <a:pt x="6593591" y="308673"/>
                  </a:lnTo>
                  <a:lnTo>
                    <a:pt x="6593737" y="308673"/>
                  </a:lnTo>
                  <a:lnTo>
                    <a:pt x="6593882" y="308673"/>
                  </a:lnTo>
                  <a:lnTo>
                    <a:pt x="6594028" y="308673"/>
                  </a:lnTo>
                  <a:lnTo>
                    <a:pt x="6594173" y="308673"/>
                  </a:lnTo>
                  <a:lnTo>
                    <a:pt x="6594319" y="308673"/>
                  </a:lnTo>
                  <a:lnTo>
                    <a:pt x="6594464" y="308673"/>
                  </a:lnTo>
                  <a:lnTo>
                    <a:pt x="6594609" y="308673"/>
                  </a:lnTo>
                  <a:lnTo>
                    <a:pt x="6594755" y="308673"/>
                  </a:lnTo>
                  <a:lnTo>
                    <a:pt x="6594900" y="308673"/>
                  </a:lnTo>
                  <a:lnTo>
                    <a:pt x="6595046" y="308673"/>
                  </a:lnTo>
                  <a:lnTo>
                    <a:pt x="6595191" y="308673"/>
                  </a:lnTo>
                  <a:lnTo>
                    <a:pt x="6595337" y="308673"/>
                  </a:lnTo>
                  <a:lnTo>
                    <a:pt x="6595337" y="308049"/>
                  </a:lnTo>
                  <a:lnTo>
                    <a:pt x="6595482" y="308049"/>
                  </a:lnTo>
                  <a:lnTo>
                    <a:pt x="6595627" y="308049"/>
                  </a:lnTo>
                  <a:lnTo>
                    <a:pt x="6595773" y="308049"/>
                  </a:lnTo>
                  <a:lnTo>
                    <a:pt x="6595918" y="308049"/>
                  </a:lnTo>
                  <a:lnTo>
                    <a:pt x="6596064" y="308049"/>
                  </a:lnTo>
                  <a:lnTo>
                    <a:pt x="6596209" y="308049"/>
                  </a:lnTo>
                  <a:lnTo>
                    <a:pt x="6596354" y="308049"/>
                  </a:lnTo>
                  <a:lnTo>
                    <a:pt x="6596500" y="308049"/>
                  </a:lnTo>
                  <a:lnTo>
                    <a:pt x="6596645" y="308049"/>
                  </a:lnTo>
                  <a:lnTo>
                    <a:pt x="6596791" y="308049"/>
                  </a:lnTo>
                  <a:lnTo>
                    <a:pt x="6596936" y="308049"/>
                  </a:lnTo>
                  <a:lnTo>
                    <a:pt x="6597082" y="308049"/>
                  </a:lnTo>
                  <a:lnTo>
                    <a:pt x="6597227" y="308049"/>
                  </a:lnTo>
                  <a:lnTo>
                    <a:pt x="6597372" y="308049"/>
                  </a:lnTo>
                  <a:lnTo>
                    <a:pt x="6597372" y="307426"/>
                  </a:lnTo>
                  <a:lnTo>
                    <a:pt x="6597518" y="307426"/>
                  </a:lnTo>
                  <a:lnTo>
                    <a:pt x="6597663" y="307426"/>
                  </a:lnTo>
                  <a:lnTo>
                    <a:pt x="6597809" y="307426"/>
                  </a:lnTo>
                  <a:lnTo>
                    <a:pt x="6597954" y="307426"/>
                  </a:lnTo>
                  <a:lnTo>
                    <a:pt x="6598100" y="307426"/>
                  </a:lnTo>
                  <a:lnTo>
                    <a:pt x="6598245" y="307426"/>
                  </a:lnTo>
                  <a:lnTo>
                    <a:pt x="6598390" y="307426"/>
                  </a:lnTo>
                  <a:lnTo>
                    <a:pt x="6598536" y="307426"/>
                  </a:lnTo>
                  <a:lnTo>
                    <a:pt x="6598681" y="307426"/>
                  </a:lnTo>
                  <a:lnTo>
                    <a:pt x="6598827" y="307426"/>
                  </a:lnTo>
                  <a:lnTo>
                    <a:pt x="6598972" y="307426"/>
                  </a:lnTo>
                  <a:lnTo>
                    <a:pt x="6599118" y="307426"/>
                  </a:lnTo>
                  <a:lnTo>
                    <a:pt x="6599263" y="307426"/>
                  </a:lnTo>
                  <a:lnTo>
                    <a:pt x="6599263" y="306802"/>
                  </a:lnTo>
                  <a:lnTo>
                    <a:pt x="6599408" y="306802"/>
                  </a:lnTo>
                  <a:lnTo>
                    <a:pt x="6599554" y="306802"/>
                  </a:lnTo>
                  <a:lnTo>
                    <a:pt x="6599699" y="306802"/>
                  </a:lnTo>
                  <a:lnTo>
                    <a:pt x="6599845" y="306802"/>
                  </a:lnTo>
                  <a:lnTo>
                    <a:pt x="6599990" y="306802"/>
                  </a:lnTo>
                  <a:lnTo>
                    <a:pt x="6600136" y="306802"/>
                  </a:lnTo>
                  <a:lnTo>
                    <a:pt x="6600281" y="306802"/>
                  </a:lnTo>
                  <a:lnTo>
                    <a:pt x="6600426" y="306802"/>
                  </a:lnTo>
                  <a:lnTo>
                    <a:pt x="6600572" y="306802"/>
                  </a:lnTo>
                  <a:lnTo>
                    <a:pt x="6600717" y="306802"/>
                  </a:lnTo>
                  <a:lnTo>
                    <a:pt x="6600863" y="306802"/>
                  </a:lnTo>
                  <a:lnTo>
                    <a:pt x="6601008" y="306802"/>
                  </a:lnTo>
                  <a:lnTo>
                    <a:pt x="6601008" y="306178"/>
                  </a:lnTo>
                  <a:lnTo>
                    <a:pt x="6601154" y="306178"/>
                  </a:lnTo>
                  <a:lnTo>
                    <a:pt x="6601299" y="306178"/>
                  </a:lnTo>
                  <a:lnTo>
                    <a:pt x="6601444" y="306178"/>
                  </a:lnTo>
                  <a:lnTo>
                    <a:pt x="6601590" y="306178"/>
                  </a:lnTo>
                  <a:lnTo>
                    <a:pt x="6601735" y="306178"/>
                  </a:lnTo>
                  <a:lnTo>
                    <a:pt x="6601881" y="306178"/>
                  </a:lnTo>
                  <a:lnTo>
                    <a:pt x="6602026" y="306178"/>
                  </a:lnTo>
                  <a:lnTo>
                    <a:pt x="6602172" y="306178"/>
                  </a:lnTo>
                  <a:lnTo>
                    <a:pt x="6602317" y="306178"/>
                  </a:lnTo>
                  <a:lnTo>
                    <a:pt x="6602462" y="306178"/>
                  </a:lnTo>
                  <a:lnTo>
                    <a:pt x="6602608" y="306178"/>
                  </a:lnTo>
                  <a:lnTo>
                    <a:pt x="6602753" y="306178"/>
                  </a:lnTo>
                  <a:lnTo>
                    <a:pt x="6602899" y="306178"/>
                  </a:lnTo>
                  <a:lnTo>
                    <a:pt x="6603044" y="306178"/>
                  </a:lnTo>
                  <a:lnTo>
                    <a:pt x="6603189" y="306178"/>
                  </a:lnTo>
                  <a:lnTo>
                    <a:pt x="6603335" y="306178"/>
                  </a:lnTo>
                  <a:lnTo>
                    <a:pt x="6603480" y="306178"/>
                  </a:lnTo>
                  <a:lnTo>
                    <a:pt x="6603626" y="306178"/>
                  </a:lnTo>
                  <a:lnTo>
                    <a:pt x="6603771" y="306178"/>
                  </a:lnTo>
                  <a:lnTo>
                    <a:pt x="6603917" y="306178"/>
                  </a:lnTo>
                  <a:lnTo>
                    <a:pt x="6604062" y="306178"/>
                  </a:lnTo>
                  <a:lnTo>
                    <a:pt x="6604062" y="305555"/>
                  </a:lnTo>
                  <a:lnTo>
                    <a:pt x="6604207" y="305555"/>
                  </a:lnTo>
                  <a:lnTo>
                    <a:pt x="6604353" y="305555"/>
                  </a:lnTo>
                  <a:lnTo>
                    <a:pt x="6604498" y="305555"/>
                  </a:lnTo>
                  <a:lnTo>
                    <a:pt x="6604644" y="305555"/>
                  </a:lnTo>
                  <a:lnTo>
                    <a:pt x="6604789" y="305555"/>
                  </a:lnTo>
                  <a:lnTo>
                    <a:pt x="6604789" y="304931"/>
                  </a:lnTo>
                  <a:lnTo>
                    <a:pt x="6604935" y="304931"/>
                  </a:lnTo>
                  <a:lnTo>
                    <a:pt x="6605080" y="304931"/>
                  </a:lnTo>
                  <a:lnTo>
                    <a:pt x="6605225" y="304931"/>
                  </a:lnTo>
                  <a:lnTo>
                    <a:pt x="6605371" y="304931"/>
                  </a:lnTo>
                  <a:lnTo>
                    <a:pt x="6605516" y="304931"/>
                  </a:lnTo>
                  <a:lnTo>
                    <a:pt x="6605662" y="304931"/>
                  </a:lnTo>
                  <a:lnTo>
                    <a:pt x="6605807" y="304931"/>
                  </a:lnTo>
                  <a:lnTo>
                    <a:pt x="6605953" y="304931"/>
                  </a:lnTo>
                  <a:lnTo>
                    <a:pt x="6606098" y="304931"/>
                  </a:lnTo>
                  <a:lnTo>
                    <a:pt x="6606243" y="304931"/>
                  </a:lnTo>
                  <a:lnTo>
                    <a:pt x="6606243" y="304308"/>
                  </a:lnTo>
                  <a:lnTo>
                    <a:pt x="6606389" y="304308"/>
                  </a:lnTo>
                  <a:lnTo>
                    <a:pt x="6606534" y="304308"/>
                  </a:lnTo>
                  <a:lnTo>
                    <a:pt x="6606680" y="304308"/>
                  </a:lnTo>
                  <a:lnTo>
                    <a:pt x="6606825" y="304308"/>
                  </a:lnTo>
                  <a:lnTo>
                    <a:pt x="6606971" y="304308"/>
                  </a:lnTo>
                  <a:lnTo>
                    <a:pt x="6607116" y="304308"/>
                  </a:lnTo>
                  <a:lnTo>
                    <a:pt x="6607116" y="303684"/>
                  </a:lnTo>
                  <a:lnTo>
                    <a:pt x="6607261" y="303684"/>
                  </a:lnTo>
                  <a:lnTo>
                    <a:pt x="6607407" y="303684"/>
                  </a:lnTo>
                  <a:lnTo>
                    <a:pt x="6607552" y="303684"/>
                  </a:lnTo>
                  <a:lnTo>
                    <a:pt x="6607698" y="303684"/>
                  </a:lnTo>
                  <a:lnTo>
                    <a:pt x="6607843" y="303684"/>
                  </a:lnTo>
                  <a:lnTo>
                    <a:pt x="6607989" y="303684"/>
                  </a:lnTo>
                  <a:lnTo>
                    <a:pt x="6608134" y="303684"/>
                  </a:lnTo>
                  <a:lnTo>
                    <a:pt x="6608279" y="303684"/>
                  </a:lnTo>
                  <a:lnTo>
                    <a:pt x="6608425" y="303684"/>
                  </a:lnTo>
                  <a:lnTo>
                    <a:pt x="6608570" y="303684"/>
                  </a:lnTo>
                  <a:lnTo>
                    <a:pt x="6608716" y="303684"/>
                  </a:lnTo>
                  <a:lnTo>
                    <a:pt x="6608861" y="303684"/>
                  </a:lnTo>
                  <a:lnTo>
                    <a:pt x="6609007" y="303684"/>
                  </a:lnTo>
                  <a:lnTo>
                    <a:pt x="6609152" y="303684"/>
                  </a:lnTo>
                  <a:lnTo>
                    <a:pt x="6609297" y="303684"/>
                  </a:lnTo>
                  <a:lnTo>
                    <a:pt x="6609443" y="303684"/>
                  </a:lnTo>
                  <a:lnTo>
                    <a:pt x="6609588" y="303684"/>
                  </a:lnTo>
                  <a:lnTo>
                    <a:pt x="6609734" y="303684"/>
                  </a:lnTo>
                  <a:lnTo>
                    <a:pt x="6609879" y="303684"/>
                  </a:lnTo>
                  <a:lnTo>
                    <a:pt x="6610024" y="303684"/>
                  </a:lnTo>
                  <a:lnTo>
                    <a:pt x="6610170" y="303684"/>
                  </a:lnTo>
                  <a:lnTo>
                    <a:pt x="6610315" y="303684"/>
                  </a:lnTo>
                  <a:lnTo>
                    <a:pt x="6610461" y="303684"/>
                  </a:lnTo>
                  <a:lnTo>
                    <a:pt x="6610606" y="303684"/>
                  </a:lnTo>
                  <a:lnTo>
                    <a:pt x="6610752" y="303684"/>
                  </a:lnTo>
                  <a:lnTo>
                    <a:pt x="6610897" y="303684"/>
                  </a:lnTo>
                  <a:lnTo>
                    <a:pt x="6611042" y="303684"/>
                  </a:lnTo>
                  <a:lnTo>
                    <a:pt x="6611188" y="303684"/>
                  </a:lnTo>
                  <a:lnTo>
                    <a:pt x="6611333" y="303684"/>
                  </a:lnTo>
                  <a:lnTo>
                    <a:pt x="6611479" y="303684"/>
                  </a:lnTo>
                  <a:lnTo>
                    <a:pt x="6611624" y="303684"/>
                  </a:lnTo>
                  <a:lnTo>
                    <a:pt x="6611624" y="303061"/>
                  </a:lnTo>
                  <a:lnTo>
                    <a:pt x="6611770" y="303061"/>
                  </a:lnTo>
                  <a:lnTo>
                    <a:pt x="6611915" y="303061"/>
                  </a:lnTo>
                  <a:lnTo>
                    <a:pt x="6612060" y="303061"/>
                  </a:lnTo>
                  <a:lnTo>
                    <a:pt x="6612206" y="303061"/>
                  </a:lnTo>
                  <a:lnTo>
                    <a:pt x="6612351" y="303061"/>
                  </a:lnTo>
                  <a:lnTo>
                    <a:pt x="6612497" y="303061"/>
                  </a:lnTo>
                  <a:lnTo>
                    <a:pt x="6612642" y="303061"/>
                  </a:lnTo>
                  <a:lnTo>
                    <a:pt x="6612788" y="303061"/>
                  </a:lnTo>
                  <a:lnTo>
                    <a:pt x="6612933" y="303061"/>
                  </a:lnTo>
                  <a:lnTo>
                    <a:pt x="6613078" y="303061"/>
                  </a:lnTo>
                  <a:lnTo>
                    <a:pt x="6613224" y="303061"/>
                  </a:lnTo>
                  <a:lnTo>
                    <a:pt x="6613369" y="303061"/>
                  </a:lnTo>
                  <a:lnTo>
                    <a:pt x="6613515" y="303061"/>
                  </a:lnTo>
                  <a:lnTo>
                    <a:pt x="6613660" y="303061"/>
                  </a:lnTo>
                  <a:lnTo>
                    <a:pt x="6613806" y="303061"/>
                  </a:lnTo>
                  <a:lnTo>
                    <a:pt x="6613951" y="303061"/>
                  </a:lnTo>
                  <a:lnTo>
                    <a:pt x="6614096" y="303061"/>
                  </a:lnTo>
                  <a:lnTo>
                    <a:pt x="6614242" y="303061"/>
                  </a:lnTo>
                  <a:lnTo>
                    <a:pt x="6614387" y="303061"/>
                  </a:lnTo>
                  <a:lnTo>
                    <a:pt x="6614533" y="303061"/>
                  </a:lnTo>
                  <a:lnTo>
                    <a:pt x="6614533" y="302437"/>
                  </a:lnTo>
                  <a:lnTo>
                    <a:pt x="6614678" y="302437"/>
                  </a:lnTo>
                  <a:lnTo>
                    <a:pt x="6614824" y="302437"/>
                  </a:lnTo>
                  <a:lnTo>
                    <a:pt x="6614969" y="302437"/>
                  </a:lnTo>
                  <a:lnTo>
                    <a:pt x="6615114" y="302437"/>
                  </a:lnTo>
                  <a:lnTo>
                    <a:pt x="6615260" y="302437"/>
                  </a:lnTo>
                  <a:lnTo>
                    <a:pt x="6615405" y="302437"/>
                  </a:lnTo>
                  <a:lnTo>
                    <a:pt x="6615551" y="302437"/>
                  </a:lnTo>
                  <a:lnTo>
                    <a:pt x="6615696" y="302437"/>
                  </a:lnTo>
                  <a:lnTo>
                    <a:pt x="6615842" y="302437"/>
                  </a:lnTo>
                  <a:lnTo>
                    <a:pt x="6615987" y="302437"/>
                  </a:lnTo>
                  <a:lnTo>
                    <a:pt x="6615987" y="301813"/>
                  </a:lnTo>
                  <a:lnTo>
                    <a:pt x="6616132" y="301813"/>
                  </a:lnTo>
                  <a:lnTo>
                    <a:pt x="6616278" y="301813"/>
                  </a:lnTo>
                  <a:lnTo>
                    <a:pt x="6616423" y="301813"/>
                  </a:lnTo>
                  <a:lnTo>
                    <a:pt x="6616569" y="301813"/>
                  </a:lnTo>
                  <a:lnTo>
                    <a:pt x="6616714" y="301813"/>
                  </a:lnTo>
                  <a:lnTo>
                    <a:pt x="6616859" y="301813"/>
                  </a:lnTo>
                  <a:lnTo>
                    <a:pt x="6617005" y="301813"/>
                  </a:lnTo>
                  <a:lnTo>
                    <a:pt x="6617150" y="301813"/>
                  </a:lnTo>
                  <a:lnTo>
                    <a:pt x="6617296" y="301813"/>
                  </a:lnTo>
                  <a:lnTo>
                    <a:pt x="6617441" y="301813"/>
                  </a:lnTo>
                  <a:lnTo>
                    <a:pt x="6617587" y="301813"/>
                  </a:lnTo>
                  <a:lnTo>
                    <a:pt x="6617732" y="301813"/>
                  </a:lnTo>
                  <a:lnTo>
                    <a:pt x="6617877" y="301813"/>
                  </a:lnTo>
                  <a:lnTo>
                    <a:pt x="6618023" y="301813"/>
                  </a:lnTo>
                  <a:lnTo>
                    <a:pt x="6618168" y="301813"/>
                  </a:lnTo>
                  <a:lnTo>
                    <a:pt x="6618314" y="301813"/>
                  </a:lnTo>
                  <a:lnTo>
                    <a:pt x="6618459" y="301813"/>
                  </a:lnTo>
                  <a:lnTo>
                    <a:pt x="6618605" y="301813"/>
                  </a:lnTo>
                  <a:lnTo>
                    <a:pt x="6618750" y="301813"/>
                  </a:lnTo>
                  <a:lnTo>
                    <a:pt x="6618895" y="301813"/>
                  </a:lnTo>
                  <a:lnTo>
                    <a:pt x="6619041" y="301813"/>
                  </a:lnTo>
                  <a:lnTo>
                    <a:pt x="6619186" y="301813"/>
                  </a:lnTo>
                  <a:lnTo>
                    <a:pt x="6619332" y="301813"/>
                  </a:lnTo>
                  <a:lnTo>
                    <a:pt x="6619477" y="301813"/>
                  </a:lnTo>
                  <a:lnTo>
                    <a:pt x="6619623" y="301813"/>
                  </a:lnTo>
                  <a:lnTo>
                    <a:pt x="6619768" y="301813"/>
                  </a:lnTo>
                  <a:lnTo>
                    <a:pt x="6619913" y="301813"/>
                  </a:lnTo>
                  <a:lnTo>
                    <a:pt x="6620059" y="301813"/>
                  </a:lnTo>
                  <a:lnTo>
                    <a:pt x="6620204" y="301813"/>
                  </a:lnTo>
                  <a:lnTo>
                    <a:pt x="6620350" y="301813"/>
                  </a:lnTo>
                  <a:lnTo>
                    <a:pt x="6620495" y="301813"/>
                  </a:lnTo>
                  <a:lnTo>
                    <a:pt x="6620641" y="301813"/>
                  </a:lnTo>
                  <a:lnTo>
                    <a:pt x="6620786" y="301813"/>
                  </a:lnTo>
                  <a:lnTo>
                    <a:pt x="6620931" y="301813"/>
                  </a:lnTo>
                  <a:lnTo>
                    <a:pt x="6621077" y="301813"/>
                  </a:lnTo>
                  <a:lnTo>
                    <a:pt x="6621222" y="301813"/>
                  </a:lnTo>
                  <a:lnTo>
                    <a:pt x="6621368" y="301813"/>
                  </a:lnTo>
                  <a:lnTo>
                    <a:pt x="6621368" y="301190"/>
                  </a:lnTo>
                  <a:lnTo>
                    <a:pt x="6621513" y="301190"/>
                  </a:lnTo>
                  <a:lnTo>
                    <a:pt x="6621659" y="301190"/>
                  </a:lnTo>
                  <a:lnTo>
                    <a:pt x="6621804" y="301190"/>
                  </a:lnTo>
                  <a:lnTo>
                    <a:pt x="6621949" y="301190"/>
                  </a:lnTo>
                  <a:lnTo>
                    <a:pt x="6622095" y="301190"/>
                  </a:lnTo>
                  <a:lnTo>
                    <a:pt x="6622240" y="301190"/>
                  </a:lnTo>
                  <a:lnTo>
                    <a:pt x="6622386" y="301190"/>
                  </a:lnTo>
                  <a:lnTo>
                    <a:pt x="6622531" y="301190"/>
                  </a:lnTo>
                  <a:lnTo>
                    <a:pt x="6622677" y="301190"/>
                  </a:lnTo>
                  <a:lnTo>
                    <a:pt x="6622822" y="301190"/>
                  </a:lnTo>
                  <a:lnTo>
                    <a:pt x="6622967" y="301190"/>
                  </a:lnTo>
                  <a:lnTo>
                    <a:pt x="6623113" y="301190"/>
                  </a:lnTo>
                  <a:lnTo>
                    <a:pt x="6623258" y="301190"/>
                  </a:lnTo>
                  <a:lnTo>
                    <a:pt x="6623404" y="301190"/>
                  </a:lnTo>
                  <a:lnTo>
                    <a:pt x="6623549" y="301190"/>
                  </a:lnTo>
                  <a:lnTo>
                    <a:pt x="6623694" y="301190"/>
                  </a:lnTo>
                  <a:lnTo>
                    <a:pt x="6623840" y="301190"/>
                  </a:lnTo>
                  <a:lnTo>
                    <a:pt x="6623985" y="301190"/>
                  </a:lnTo>
                  <a:lnTo>
                    <a:pt x="6624131" y="301190"/>
                  </a:lnTo>
                  <a:lnTo>
                    <a:pt x="6624276" y="301190"/>
                  </a:lnTo>
                  <a:lnTo>
                    <a:pt x="6624422" y="301190"/>
                  </a:lnTo>
                  <a:lnTo>
                    <a:pt x="6624567" y="301190"/>
                  </a:lnTo>
                  <a:lnTo>
                    <a:pt x="6624712" y="301190"/>
                  </a:lnTo>
                  <a:lnTo>
                    <a:pt x="6624858" y="301190"/>
                  </a:lnTo>
                  <a:lnTo>
                    <a:pt x="6625003" y="301190"/>
                  </a:lnTo>
                  <a:lnTo>
                    <a:pt x="6625149" y="301190"/>
                  </a:lnTo>
                  <a:lnTo>
                    <a:pt x="6625294" y="301190"/>
                  </a:lnTo>
                  <a:lnTo>
                    <a:pt x="6625440" y="301190"/>
                  </a:lnTo>
                  <a:lnTo>
                    <a:pt x="6625585" y="301190"/>
                  </a:lnTo>
                  <a:lnTo>
                    <a:pt x="6625730" y="301190"/>
                  </a:lnTo>
                  <a:lnTo>
                    <a:pt x="6625876" y="301190"/>
                  </a:lnTo>
                  <a:lnTo>
                    <a:pt x="6626021" y="301190"/>
                  </a:lnTo>
                  <a:lnTo>
                    <a:pt x="6626167" y="301190"/>
                  </a:lnTo>
                  <a:lnTo>
                    <a:pt x="6626312" y="301190"/>
                  </a:lnTo>
                  <a:lnTo>
                    <a:pt x="6626458" y="301190"/>
                  </a:lnTo>
                  <a:lnTo>
                    <a:pt x="6626603" y="301190"/>
                  </a:lnTo>
                  <a:lnTo>
                    <a:pt x="6626748" y="301190"/>
                  </a:lnTo>
                  <a:lnTo>
                    <a:pt x="6626894" y="301190"/>
                  </a:lnTo>
                  <a:lnTo>
                    <a:pt x="6627039" y="301190"/>
                  </a:lnTo>
                  <a:lnTo>
                    <a:pt x="6627185" y="301190"/>
                  </a:lnTo>
                  <a:lnTo>
                    <a:pt x="6627330" y="301190"/>
                  </a:lnTo>
                  <a:lnTo>
                    <a:pt x="6627476" y="301190"/>
                  </a:lnTo>
                  <a:lnTo>
                    <a:pt x="6627621" y="301190"/>
                  </a:lnTo>
                  <a:lnTo>
                    <a:pt x="6627766" y="301190"/>
                  </a:lnTo>
                  <a:lnTo>
                    <a:pt x="6627912" y="301190"/>
                  </a:lnTo>
                  <a:lnTo>
                    <a:pt x="6628057" y="301190"/>
                  </a:lnTo>
                  <a:lnTo>
                    <a:pt x="6628057" y="300566"/>
                  </a:lnTo>
                  <a:lnTo>
                    <a:pt x="6628203" y="300566"/>
                  </a:lnTo>
                  <a:lnTo>
                    <a:pt x="6628348" y="300566"/>
                  </a:lnTo>
                  <a:lnTo>
                    <a:pt x="6628494" y="300566"/>
                  </a:lnTo>
                  <a:lnTo>
                    <a:pt x="6628639" y="300566"/>
                  </a:lnTo>
                  <a:lnTo>
                    <a:pt x="6628784" y="300566"/>
                  </a:lnTo>
                  <a:lnTo>
                    <a:pt x="6628930" y="300566"/>
                  </a:lnTo>
                  <a:lnTo>
                    <a:pt x="6629075" y="300566"/>
                  </a:lnTo>
                  <a:lnTo>
                    <a:pt x="6629075" y="299943"/>
                  </a:lnTo>
                  <a:lnTo>
                    <a:pt x="6629221" y="299943"/>
                  </a:lnTo>
                  <a:lnTo>
                    <a:pt x="6629366" y="299943"/>
                  </a:lnTo>
                  <a:lnTo>
                    <a:pt x="6629512" y="299943"/>
                  </a:lnTo>
                  <a:lnTo>
                    <a:pt x="6629657" y="299943"/>
                  </a:lnTo>
                  <a:lnTo>
                    <a:pt x="6629802" y="299943"/>
                  </a:lnTo>
                  <a:lnTo>
                    <a:pt x="6629948" y="299943"/>
                  </a:lnTo>
                  <a:lnTo>
                    <a:pt x="6630093" y="299943"/>
                  </a:lnTo>
                  <a:lnTo>
                    <a:pt x="6630239" y="299943"/>
                  </a:lnTo>
                  <a:lnTo>
                    <a:pt x="6630384" y="299943"/>
                  </a:lnTo>
                  <a:lnTo>
                    <a:pt x="6630384" y="299319"/>
                  </a:lnTo>
                  <a:lnTo>
                    <a:pt x="6630529" y="299319"/>
                  </a:lnTo>
                  <a:lnTo>
                    <a:pt x="6630675" y="299319"/>
                  </a:lnTo>
                  <a:lnTo>
                    <a:pt x="6630820" y="299319"/>
                  </a:lnTo>
                  <a:lnTo>
                    <a:pt x="6630966" y="299319"/>
                  </a:lnTo>
                  <a:lnTo>
                    <a:pt x="6631111" y="299319"/>
                  </a:lnTo>
                  <a:lnTo>
                    <a:pt x="6631257" y="299319"/>
                  </a:lnTo>
                  <a:lnTo>
                    <a:pt x="6631402" y="299319"/>
                  </a:lnTo>
                  <a:lnTo>
                    <a:pt x="6631547" y="299319"/>
                  </a:lnTo>
                  <a:lnTo>
                    <a:pt x="6631693" y="299319"/>
                  </a:lnTo>
                  <a:lnTo>
                    <a:pt x="6631838" y="299319"/>
                  </a:lnTo>
                  <a:lnTo>
                    <a:pt x="6631984" y="299319"/>
                  </a:lnTo>
                  <a:lnTo>
                    <a:pt x="6632129" y="299319"/>
                  </a:lnTo>
                  <a:lnTo>
                    <a:pt x="6632275" y="299319"/>
                  </a:lnTo>
                  <a:lnTo>
                    <a:pt x="6632420" y="299319"/>
                  </a:lnTo>
                  <a:lnTo>
                    <a:pt x="6632565" y="299319"/>
                  </a:lnTo>
                  <a:lnTo>
                    <a:pt x="6632711" y="299319"/>
                  </a:lnTo>
                  <a:lnTo>
                    <a:pt x="6632856" y="299319"/>
                  </a:lnTo>
                  <a:lnTo>
                    <a:pt x="6633002" y="299319"/>
                  </a:lnTo>
                  <a:lnTo>
                    <a:pt x="6633147" y="299319"/>
                  </a:lnTo>
                  <a:lnTo>
                    <a:pt x="6633293" y="299319"/>
                  </a:lnTo>
                  <a:lnTo>
                    <a:pt x="6633438" y="299319"/>
                  </a:lnTo>
                  <a:lnTo>
                    <a:pt x="6633583" y="299319"/>
                  </a:lnTo>
                  <a:lnTo>
                    <a:pt x="6633729" y="299319"/>
                  </a:lnTo>
                  <a:lnTo>
                    <a:pt x="6633874" y="299319"/>
                  </a:lnTo>
                  <a:lnTo>
                    <a:pt x="6634020" y="299319"/>
                  </a:lnTo>
                  <a:lnTo>
                    <a:pt x="6634165" y="299319"/>
                  </a:lnTo>
                  <a:lnTo>
                    <a:pt x="6634311" y="299319"/>
                  </a:lnTo>
                  <a:lnTo>
                    <a:pt x="6634456" y="299319"/>
                  </a:lnTo>
                  <a:lnTo>
                    <a:pt x="6634601" y="299319"/>
                  </a:lnTo>
                  <a:lnTo>
                    <a:pt x="6634747" y="299319"/>
                  </a:lnTo>
                  <a:lnTo>
                    <a:pt x="6634892" y="299319"/>
                  </a:lnTo>
                  <a:lnTo>
                    <a:pt x="6635038" y="299319"/>
                  </a:lnTo>
                  <a:lnTo>
                    <a:pt x="6635183" y="299319"/>
                  </a:lnTo>
                  <a:lnTo>
                    <a:pt x="6635329" y="299319"/>
                  </a:lnTo>
                  <a:lnTo>
                    <a:pt x="6635474" y="299319"/>
                  </a:lnTo>
                  <a:lnTo>
                    <a:pt x="6635619" y="299319"/>
                  </a:lnTo>
                  <a:lnTo>
                    <a:pt x="6635765" y="299319"/>
                  </a:lnTo>
                  <a:lnTo>
                    <a:pt x="6635910" y="299319"/>
                  </a:lnTo>
                  <a:lnTo>
                    <a:pt x="6636056" y="299319"/>
                  </a:lnTo>
                  <a:lnTo>
                    <a:pt x="6636201" y="299319"/>
                  </a:lnTo>
                  <a:lnTo>
                    <a:pt x="6636347" y="299319"/>
                  </a:lnTo>
                  <a:lnTo>
                    <a:pt x="6636492" y="299319"/>
                  </a:lnTo>
                  <a:lnTo>
                    <a:pt x="6636637" y="299319"/>
                  </a:lnTo>
                  <a:lnTo>
                    <a:pt x="6636783" y="299319"/>
                  </a:lnTo>
                  <a:lnTo>
                    <a:pt x="6636783" y="298695"/>
                  </a:lnTo>
                  <a:lnTo>
                    <a:pt x="6636928" y="298695"/>
                  </a:lnTo>
                  <a:lnTo>
                    <a:pt x="6637074" y="298695"/>
                  </a:lnTo>
                  <a:lnTo>
                    <a:pt x="6637219" y="298695"/>
                  </a:lnTo>
                  <a:lnTo>
                    <a:pt x="6637364" y="298695"/>
                  </a:lnTo>
                  <a:lnTo>
                    <a:pt x="6637510" y="298695"/>
                  </a:lnTo>
                  <a:lnTo>
                    <a:pt x="6637510" y="298072"/>
                  </a:lnTo>
                  <a:lnTo>
                    <a:pt x="6637655" y="298072"/>
                  </a:lnTo>
                  <a:lnTo>
                    <a:pt x="6637801" y="298072"/>
                  </a:lnTo>
                  <a:lnTo>
                    <a:pt x="6637946" y="298072"/>
                  </a:lnTo>
                  <a:lnTo>
                    <a:pt x="6638092" y="298072"/>
                  </a:lnTo>
                  <a:lnTo>
                    <a:pt x="6638092" y="297448"/>
                  </a:lnTo>
                  <a:lnTo>
                    <a:pt x="6638237" y="297448"/>
                  </a:lnTo>
                  <a:lnTo>
                    <a:pt x="6638382" y="297448"/>
                  </a:lnTo>
                  <a:lnTo>
                    <a:pt x="6638382" y="296825"/>
                  </a:lnTo>
                  <a:lnTo>
                    <a:pt x="6638528" y="296825"/>
                  </a:lnTo>
                  <a:lnTo>
                    <a:pt x="6638673" y="296825"/>
                  </a:lnTo>
                  <a:lnTo>
                    <a:pt x="6638819" y="296825"/>
                  </a:lnTo>
                  <a:lnTo>
                    <a:pt x="6638964" y="296825"/>
                  </a:lnTo>
                  <a:lnTo>
                    <a:pt x="6639110" y="296825"/>
                  </a:lnTo>
                  <a:lnTo>
                    <a:pt x="6639255" y="296825"/>
                  </a:lnTo>
                  <a:lnTo>
                    <a:pt x="6639255" y="296201"/>
                  </a:lnTo>
                  <a:lnTo>
                    <a:pt x="6639400" y="296201"/>
                  </a:lnTo>
                  <a:lnTo>
                    <a:pt x="6639546" y="296201"/>
                  </a:lnTo>
                  <a:lnTo>
                    <a:pt x="6639691" y="296201"/>
                  </a:lnTo>
                  <a:lnTo>
                    <a:pt x="6639837" y="296201"/>
                  </a:lnTo>
                  <a:lnTo>
                    <a:pt x="6639982" y="296201"/>
                  </a:lnTo>
                  <a:lnTo>
                    <a:pt x="6640128" y="296201"/>
                  </a:lnTo>
                  <a:lnTo>
                    <a:pt x="6640273" y="296201"/>
                  </a:lnTo>
                  <a:lnTo>
                    <a:pt x="6640418" y="296201"/>
                  </a:lnTo>
                  <a:lnTo>
                    <a:pt x="6640564" y="296201"/>
                  </a:lnTo>
                  <a:lnTo>
                    <a:pt x="6640709" y="296201"/>
                  </a:lnTo>
                  <a:lnTo>
                    <a:pt x="6640855" y="296201"/>
                  </a:lnTo>
                  <a:lnTo>
                    <a:pt x="6641000" y="296201"/>
                  </a:lnTo>
                  <a:lnTo>
                    <a:pt x="6641146" y="296201"/>
                  </a:lnTo>
                  <a:lnTo>
                    <a:pt x="6641291" y="296201"/>
                  </a:lnTo>
                  <a:lnTo>
                    <a:pt x="6641436" y="296201"/>
                  </a:lnTo>
                  <a:lnTo>
                    <a:pt x="6641582" y="296201"/>
                  </a:lnTo>
                  <a:lnTo>
                    <a:pt x="6641727" y="296201"/>
                  </a:lnTo>
                  <a:lnTo>
                    <a:pt x="6641873" y="296201"/>
                  </a:lnTo>
                  <a:lnTo>
                    <a:pt x="6642018" y="296201"/>
                  </a:lnTo>
                  <a:lnTo>
                    <a:pt x="6642164" y="296201"/>
                  </a:lnTo>
                  <a:lnTo>
                    <a:pt x="6642309" y="296201"/>
                  </a:lnTo>
                  <a:lnTo>
                    <a:pt x="6642454" y="296201"/>
                  </a:lnTo>
                  <a:lnTo>
                    <a:pt x="6642600" y="296201"/>
                  </a:lnTo>
                  <a:lnTo>
                    <a:pt x="6642745" y="296201"/>
                  </a:lnTo>
                  <a:lnTo>
                    <a:pt x="6642891" y="296201"/>
                  </a:lnTo>
                  <a:lnTo>
                    <a:pt x="6643036" y="296201"/>
                  </a:lnTo>
                  <a:lnTo>
                    <a:pt x="6643182" y="296201"/>
                  </a:lnTo>
                  <a:lnTo>
                    <a:pt x="6643327" y="296201"/>
                  </a:lnTo>
                  <a:lnTo>
                    <a:pt x="6643327" y="295578"/>
                  </a:lnTo>
                  <a:lnTo>
                    <a:pt x="6643472" y="295578"/>
                  </a:lnTo>
                  <a:lnTo>
                    <a:pt x="6643618" y="295578"/>
                  </a:lnTo>
                  <a:lnTo>
                    <a:pt x="6643763" y="295578"/>
                  </a:lnTo>
                  <a:lnTo>
                    <a:pt x="6643909" y="295578"/>
                  </a:lnTo>
                  <a:lnTo>
                    <a:pt x="6644054" y="295578"/>
                  </a:lnTo>
                  <a:lnTo>
                    <a:pt x="6644199" y="295578"/>
                  </a:lnTo>
                  <a:lnTo>
                    <a:pt x="6644345" y="295578"/>
                  </a:lnTo>
                  <a:lnTo>
                    <a:pt x="6644490" y="295578"/>
                  </a:lnTo>
                  <a:lnTo>
                    <a:pt x="6644636" y="295578"/>
                  </a:lnTo>
                  <a:lnTo>
                    <a:pt x="6644781" y="295578"/>
                  </a:lnTo>
                  <a:lnTo>
                    <a:pt x="6644927" y="295578"/>
                  </a:lnTo>
                  <a:lnTo>
                    <a:pt x="6645072" y="295578"/>
                  </a:lnTo>
                  <a:lnTo>
                    <a:pt x="6645072" y="294954"/>
                  </a:lnTo>
                  <a:lnTo>
                    <a:pt x="6645217" y="294954"/>
                  </a:lnTo>
                  <a:lnTo>
                    <a:pt x="6645363" y="294954"/>
                  </a:lnTo>
                  <a:lnTo>
                    <a:pt x="6645508" y="294954"/>
                  </a:lnTo>
                  <a:lnTo>
                    <a:pt x="6645654" y="294954"/>
                  </a:lnTo>
                  <a:lnTo>
                    <a:pt x="6645799" y="294954"/>
                  </a:lnTo>
                  <a:lnTo>
                    <a:pt x="6645945" y="294954"/>
                  </a:lnTo>
                  <a:lnTo>
                    <a:pt x="6646090" y="294954"/>
                  </a:lnTo>
                  <a:lnTo>
                    <a:pt x="6646090" y="294330"/>
                  </a:lnTo>
                  <a:lnTo>
                    <a:pt x="6646235" y="294330"/>
                  </a:lnTo>
                  <a:lnTo>
                    <a:pt x="6646381" y="294330"/>
                  </a:lnTo>
                  <a:lnTo>
                    <a:pt x="6646526" y="294330"/>
                  </a:lnTo>
                  <a:lnTo>
                    <a:pt x="6646672" y="294330"/>
                  </a:lnTo>
                  <a:lnTo>
                    <a:pt x="6646817" y="294330"/>
                  </a:lnTo>
                  <a:lnTo>
                    <a:pt x="6646963" y="294330"/>
                  </a:lnTo>
                  <a:lnTo>
                    <a:pt x="6647108" y="294330"/>
                  </a:lnTo>
                  <a:lnTo>
                    <a:pt x="6647253" y="294330"/>
                  </a:lnTo>
                  <a:lnTo>
                    <a:pt x="6647399" y="294330"/>
                  </a:lnTo>
                  <a:lnTo>
                    <a:pt x="6647544" y="294330"/>
                  </a:lnTo>
                  <a:lnTo>
                    <a:pt x="6647690" y="294330"/>
                  </a:lnTo>
                  <a:lnTo>
                    <a:pt x="6647835" y="294330"/>
                  </a:lnTo>
                  <a:lnTo>
                    <a:pt x="6647981" y="294330"/>
                  </a:lnTo>
                  <a:lnTo>
                    <a:pt x="6648126" y="294330"/>
                  </a:lnTo>
                  <a:lnTo>
                    <a:pt x="6648271" y="294330"/>
                  </a:lnTo>
                  <a:lnTo>
                    <a:pt x="6648417" y="294330"/>
                  </a:lnTo>
                  <a:lnTo>
                    <a:pt x="6648562" y="294330"/>
                  </a:lnTo>
                  <a:lnTo>
                    <a:pt x="6648708" y="294330"/>
                  </a:lnTo>
                  <a:lnTo>
                    <a:pt x="6648853" y="294330"/>
                  </a:lnTo>
                  <a:lnTo>
                    <a:pt x="6648999" y="294330"/>
                  </a:lnTo>
                  <a:lnTo>
                    <a:pt x="6649144" y="294330"/>
                  </a:lnTo>
                  <a:lnTo>
                    <a:pt x="6649289" y="294330"/>
                  </a:lnTo>
                  <a:lnTo>
                    <a:pt x="6649435" y="294330"/>
                  </a:lnTo>
                  <a:lnTo>
                    <a:pt x="6649580" y="294330"/>
                  </a:lnTo>
                  <a:lnTo>
                    <a:pt x="6649726" y="294330"/>
                  </a:lnTo>
                  <a:lnTo>
                    <a:pt x="6649871" y="294330"/>
                  </a:lnTo>
                  <a:lnTo>
                    <a:pt x="6650017" y="294330"/>
                  </a:lnTo>
                  <a:lnTo>
                    <a:pt x="6650017" y="293707"/>
                  </a:lnTo>
                  <a:lnTo>
                    <a:pt x="6650162" y="293707"/>
                  </a:lnTo>
                  <a:lnTo>
                    <a:pt x="6650307" y="293707"/>
                  </a:lnTo>
                  <a:lnTo>
                    <a:pt x="6650453" y="293707"/>
                  </a:lnTo>
                  <a:lnTo>
                    <a:pt x="6650598" y="293707"/>
                  </a:lnTo>
                  <a:lnTo>
                    <a:pt x="6650744" y="293707"/>
                  </a:lnTo>
                  <a:lnTo>
                    <a:pt x="6650889" y="293707"/>
                  </a:lnTo>
                  <a:lnTo>
                    <a:pt x="6651034" y="293707"/>
                  </a:lnTo>
                  <a:lnTo>
                    <a:pt x="6651180" y="293707"/>
                  </a:lnTo>
                  <a:lnTo>
                    <a:pt x="6651325" y="293707"/>
                  </a:lnTo>
                  <a:lnTo>
                    <a:pt x="6651471" y="293707"/>
                  </a:lnTo>
                  <a:lnTo>
                    <a:pt x="6651616" y="293707"/>
                  </a:lnTo>
                  <a:lnTo>
                    <a:pt x="6651762" y="293707"/>
                  </a:lnTo>
                  <a:lnTo>
                    <a:pt x="6651907" y="293707"/>
                  </a:lnTo>
                  <a:lnTo>
                    <a:pt x="6652052" y="293707"/>
                  </a:lnTo>
                  <a:lnTo>
                    <a:pt x="6652198" y="293707"/>
                  </a:lnTo>
                  <a:lnTo>
                    <a:pt x="6652343" y="293707"/>
                  </a:lnTo>
                  <a:lnTo>
                    <a:pt x="6652489" y="293707"/>
                  </a:lnTo>
                  <a:lnTo>
                    <a:pt x="6652634" y="293707"/>
                  </a:lnTo>
                  <a:lnTo>
                    <a:pt x="6652780" y="293707"/>
                  </a:lnTo>
                  <a:lnTo>
                    <a:pt x="6652925" y="293707"/>
                  </a:lnTo>
                  <a:lnTo>
                    <a:pt x="6653070" y="293707"/>
                  </a:lnTo>
                  <a:lnTo>
                    <a:pt x="6653070" y="293083"/>
                  </a:lnTo>
                  <a:lnTo>
                    <a:pt x="6653216" y="293083"/>
                  </a:lnTo>
                  <a:lnTo>
                    <a:pt x="6653361" y="293083"/>
                  </a:lnTo>
                  <a:lnTo>
                    <a:pt x="6653507" y="293083"/>
                  </a:lnTo>
                  <a:lnTo>
                    <a:pt x="6653652" y="293083"/>
                  </a:lnTo>
                  <a:lnTo>
                    <a:pt x="6653652" y="292460"/>
                  </a:lnTo>
                  <a:lnTo>
                    <a:pt x="6653798" y="292460"/>
                  </a:lnTo>
                  <a:lnTo>
                    <a:pt x="6653943" y="292460"/>
                  </a:lnTo>
                  <a:lnTo>
                    <a:pt x="6654088" y="292460"/>
                  </a:lnTo>
                  <a:lnTo>
                    <a:pt x="6654234" y="292460"/>
                  </a:lnTo>
                  <a:lnTo>
                    <a:pt x="6654379" y="292460"/>
                  </a:lnTo>
                  <a:lnTo>
                    <a:pt x="6654525" y="292460"/>
                  </a:lnTo>
                  <a:lnTo>
                    <a:pt x="6654670" y="292460"/>
                  </a:lnTo>
                  <a:lnTo>
                    <a:pt x="6654816" y="292460"/>
                  </a:lnTo>
                  <a:lnTo>
                    <a:pt x="6654961" y="292460"/>
                  </a:lnTo>
                  <a:lnTo>
                    <a:pt x="6655106" y="292460"/>
                  </a:lnTo>
                  <a:lnTo>
                    <a:pt x="6655252" y="292460"/>
                  </a:lnTo>
                  <a:lnTo>
                    <a:pt x="6655397" y="292460"/>
                  </a:lnTo>
                  <a:lnTo>
                    <a:pt x="6655543" y="292460"/>
                  </a:lnTo>
                  <a:lnTo>
                    <a:pt x="6655688" y="292460"/>
                  </a:lnTo>
                  <a:lnTo>
                    <a:pt x="6655834" y="292460"/>
                  </a:lnTo>
                  <a:lnTo>
                    <a:pt x="6655979" y="292460"/>
                  </a:lnTo>
                  <a:lnTo>
                    <a:pt x="6656124" y="292460"/>
                  </a:lnTo>
                  <a:lnTo>
                    <a:pt x="6656270" y="292460"/>
                  </a:lnTo>
                  <a:lnTo>
                    <a:pt x="6656415" y="292460"/>
                  </a:lnTo>
                  <a:lnTo>
                    <a:pt x="6656561" y="292460"/>
                  </a:lnTo>
                  <a:lnTo>
                    <a:pt x="6656706" y="292460"/>
                  </a:lnTo>
                  <a:lnTo>
                    <a:pt x="6656852" y="292460"/>
                  </a:lnTo>
                  <a:lnTo>
                    <a:pt x="6656997" y="292460"/>
                  </a:lnTo>
                  <a:lnTo>
                    <a:pt x="6657142" y="292460"/>
                  </a:lnTo>
                  <a:lnTo>
                    <a:pt x="6657288" y="292460"/>
                  </a:lnTo>
                  <a:lnTo>
                    <a:pt x="6657433" y="292460"/>
                  </a:lnTo>
                  <a:lnTo>
                    <a:pt x="6657579" y="292460"/>
                  </a:lnTo>
                  <a:lnTo>
                    <a:pt x="6657724" y="292460"/>
                  </a:lnTo>
                  <a:lnTo>
                    <a:pt x="6657869" y="292460"/>
                  </a:lnTo>
                  <a:lnTo>
                    <a:pt x="6658015" y="292460"/>
                  </a:lnTo>
                  <a:lnTo>
                    <a:pt x="6658160" y="292460"/>
                  </a:lnTo>
                  <a:lnTo>
                    <a:pt x="6658160" y="291836"/>
                  </a:lnTo>
                  <a:lnTo>
                    <a:pt x="6658306" y="291836"/>
                  </a:lnTo>
                  <a:lnTo>
                    <a:pt x="6658451" y="291836"/>
                  </a:lnTo>
                  <a:lnTo>
                    <a:pt x="6658597" y="291836"/>
                  </a:lnTo>
                  <a:lnTo>
                    <a:pt x="6658742" y="291836"/>
                  </a:lnTo>
                  <a:lnTo>
                    <a:pt x="6658887" y="291836"/>
                  </a:lnTo>
                  <a:lnTo>
                    <a:pt x="6659033" y="291836"/>
                  </a:lnTo>
                  <a:lnTo>
                    <a:pt x="6659033" y="291212"/>
                  </a:lnTo>
                  <a:lnTo>
                    <a:pt x="6659178" y="291212"/>
                  </a:lnTo>
                  <a:lnTo>
                    <a:pt x="6659324" y="291212"/>
                  </a:lnTo>
                  <a:lnTo>
                    <a:pt x="6659469" y="291212"/>
                  </a:lnTo>
                  <a:lnTo>
                    <a:pt x="6659615" y="291212"/>
                  </a:lnTo>
                  <a:lnTo>
                    <a:pt x="6659760" y="291212"/>
                  </a:lnTo>
                  <a:lnTo>
                    <a:pt x="6659905" y="291212"/>
                  </a:lnTo>
                  <a:lnTo>
                    <a:pt x="6660051" y="291212"/>
                  </a:lnTo>
                  <a:lnTo>
                    <a:pt x="6660196" y="291212"/>
                  </a:lnTo>
                  <a:lnTo>
                    <a:pt x="6660342" y="291212"/>
                  </a:lnTo>
                  <a:lnTo>
                    <a:pt x="6660487" y="291212"/>
                  </a:lnTo>
                  <a:lnTo>
                    <a:pt x="6660633" y="291212"/>
                  </a:lnTo>
                  <a:lnTo>
                    <a:pt x="6660778" y="291212"/>
                  </a:lnTo>
                  <a:lnTo>
                    <a:pt x="6660923" y="291212"/>
                  </a:lnTo>
                  <a:lnTo>
                    <a:pt x="6661069" y="291212"/>
                  </a:lnTo>
                  <a:lnTo>
                    <a:pt x="6661214" y="291212"/>
                  </a:lnTo>
                  <a:lnTo>
                    <a:pt x="6661360" y="291212"/>
                  </a:lnTo>
                  <a:lnTo>
                    <a:pt x="6661505" y="291212"/>
                  </a:lnTo>
                  <a:lnTo>
                    <a:pt x="6661651" y="291212"/>
                  </a:lnTo>
                  <a:lnTo>
                    <a:pt x="6661796" y="291212"/>
                  </a:lnTo>
                  <a:lnTo>
                    <a:pt x="6661941" y="291212"/>
                  </a:lnTo>
                  <a:lnTo>
                    <a:pt x="6662087" y="291212"/>
                  </a:lnTo>
                  <a:lnTo>
                    <a:pt x="6662232" y="291212"/>
                  </a:lnTo>
                  <a:lnTo>
                    <a:pt x="6662378" y="291212"/>
                  </a:lnTo>
                  <a:lnTo>
                    <a:pt x="6662523" y="291212"/>
                  </a:lnTo>
                  <a:lnTo>
                    <a:pt x="6662669" y="291212"/>
                  </a:lnTo>
                  <a:lnTo>
                    <a:pt x="6662814" y="291212"/>
                  </a:lnTo>
                  <a:lnTo>
                    <a:pt x="6662959" y="291212"/>
                  </a:lnTo>
                  <a:lnTo>
                    <a:pt x="6663105" y="291212"/>
                  </a:lnTo>
                  <a:lnTo>
                    <a:pt x="6663250" y="291212"/>
                  </a:lnTo>
                  <a:lnTo>
                    <a:pt x="6663396" y="291212"/>
                  </a:lnTo>
                  <a:lnTo>
                    <a:pt x="6663541" y="291212"/>
                  </a:lnTo>
                  <a:lnTo>
                    <a:pt x="6663687" y="291212"/>
                  </a:lnTo>
                  <a:lnTo>
                    <a:pt x="6663832" y="291212"/>
                  </a:lnTo>
                  <a:lnTo>
                    <a:pt x="6663977" y="291212"/>
                  </a:lnTo>
                  <a:lnTo>
                    <a:pt x="6664123" y="291212"/>
                  </a:lnTo>
                  <a:lnTo>
                    <a:pt x="6664268" y="291212"/>
                  </a:lnTo>
                  <a:lnTo>
                    <a:pt x="6664414" y="291212"/>
                  </a:lnTo>
                  <a:lnTo>
                    <a:pt x="6664559" y="291212"/>
                  </a:lnTo>
                  <a:lnTo>
                    <a:pt x="6664704" y="291212"/>
                  </a:lnTo>
                  <a:lnTo>
                    <a:pt x="6664850" y="291212"/>
                  </a:lnTo>
                  <a:lnTo>
                    <a:pt x="6664995" y="291212"/>
                  </a:lnTo>
                  <a:lnTo>
                    <a:pt x="6665141" y="291212"/>
                  </a:lnTo>
                  <a:lnTo>
                    <a:pt x="6665286" y="291212"/>
                  </a:lnTo>
                  <a:lnTo>
                    <a:pt x="6665432" y="291212"/>
                  </a:lnTo>
                  <a:lnTo>
                    <a:pt x="6665577" y="291212"/>
                  </a:lnTo>
                  <a:lnTo>
                    <a:pt x="6665722" y="291212"/>
                  </a:lnTo>
                  <a:lnTo>
                    <a:pt x="6665868" y="291212"/>
                  </a:lnTo>
                  <a:lnTo>
                    <a:pt x="6666013" y="291212"/>
                  </a:lnTo>
                  <a:lnTo>
                    <a:pt x="6666159" y="291212"/>
                  </a:lnTo>
                  <a:lnTo>
                    <a:pt x="6666304" y="291212"/>
                  </a:lnTo>
                  <a:lnTo>
                    <a:pt x="6666450" y="291212"/>
                  </a:lnTo>
                  <a:lnTo>
                    <a:pt x="6666450" y="290589"/>
                  </a:lnTo>
                  <a:lnTo>
                    <a:pt x="6666595" y="290589"/>
                  </a:lnTo>
                  <a:lnTo>
                    <a:pt x="6666595" y="289965"/>
                  </a:lnTo>
                  <a:lnTo>
                    <a:pt x="6666740" y="289965"/>
                  </a:lnTo>
                  <a:lnTo>
                    <a:pt x="6666740" y="289342"/>
                  </a:lnTo>
                  <a:lnTo>
                    <a:pt x="6666886" y="289342"/>
                  </a:lnTo>
                  <a:lnTo>
                    <a:pt x="6667031" y="289342"/>
                  </a:lnTo>
                  <a:lnTo>
                    <a:pt x="6667177" y="289342"/>
                  </a:lnTo>
                  <a:lnTo>
                    <a:pt x="6667322" y="289342"/>
                  </a:lnTo>
                  <a:lnTo>
                    <a:pt x="6667468" y="289342"/>
                  </a:lnTo>
                  <a:lnTo>
                    <a:pt x="6667613" y="289342"/>
                  </a:lnTo>
                  <a:lnTo>
                    <a:pt x="6667758" y="289342"/>
                  </a:lnTo>
                  <a:lnTo>
                    <a:pt x="6667904" y="289342"/>
                  </a:lnTo>
                  <a:lnTo>
                    <a:pt x="6668049" y="289342"/>
                  </a:lnTo>
                  <a:lnTo>
                    <a:pt x="6668195" y="289342"/>
                  </a:lnTo>
                  <a:lnTo>
                    <a:pt x="6668340" y="289342"/>
                  </a:lnTo>
                  <a:lnTo>
                    <a:pt x="6668486" y="289342"/>
                  </a:lnTo>
                  <a:lnTo>
                    <a:pt x="6668631" y="289342"/>
                  </a:lnTo>
                  <a:lnTo>
                    <a:pt x="6668776" y="289342"/>
                  </a:lnTo>
                  <a:lnTo>
                    <a:pt x="6668922" y="289342"/>
                  </a:lnTo>
                  <a:lnTo>
                    <a:pt x="6669067" y="289342"/>
                  </a:lnTo>
                  <a:lnTo>
                    <a:pt x="6669213" y="289342"/>
                  </a:lnTo>
                  <a:lnTo>
                    <a:pt x="6669358" y="289342"/>
                  </a:lnTo>
                  <a:lnTo>
                    <a:pt x="6669504" y="289342"/>
                  </a:lnTo>
                  <a:lnTo>
                    <a:pt x="6669649" y="289342"/>
                  </a:lnTo>
                  <a:lnTo>
                    <a:pt x="6669794" y="289342"/>
                  </a:lnTo>
                  <a:lnTo>
                    <a:pt x="6669940" y="289342"/>
                  </a:lnTo>
                  <a:lnTo>
                    <a:pt x="6670085" y="289342"/>
                  </a:lnTo>
                  <a:lnTo>
                    <a:pt x="6670231" y="289342"/>
                  </a:lnTo>
                  <a:lnTo>
                    <a:pt x="6670376" y="289342"/>
                  </a:lnTo>
                  <a:lnTo>
                    <a:pt x="6670522" y="289342"/>
                  </a:lnTo>
                  <a:lnTo>
                    <a:pt x="6670667" y="289342"/>
                  </a:lnTo>
                  <a:lnTo>
                    <a:pt x="6670812" y="289342"/>
                  </a:lnTo>
                  <a:lnTo>
                    <a:pt x="6670812" y="288718"/>
                  </a:lnTo>
                  <a:lnTo>
                    <a:pt x="6670958" y="288718"/>
                  </a:lnTo>
                  <a:lnTo>
                    <a:pt x="6671103" y="288718"/>
                  </a:lnTo>
                  <a:lnTo>
                    <a:pt x="6671249" y="288718"/>
                  </a:lnTo>
                  <a:lnTo>
                    <a:pt x="6671394" y="288718"/>
                  </a:lnTo>
                  <a:lnTo>
                    <a:pt x="6671539" y="288718"/>
                  </a:lnTo>
                  <a:lnTo>
                    <a:pt x="6671539" y="288095"/>
                  </a:lnTo>
                  <a:lnTo>
                    <a:pt x="6671685" y="288095"/>
                  </a:lnTo>
                  <a:lnTo>
                    <a:pt x="6671830" y="288095"/>
                  </a:lnTo>
                  <a:lnTo>
                    <a:pt x="6671976" y="288095"/>
                  </a:lnTo>
                  <a:lnTo>
                    <a:pt x="6672121" y="288095"/>
                  </a:lnTo>
                  <a:lnTo>
                    <a:pt x="6672267" y="288095"/>
                  </a:lnTo>
                  <a:lnTo>
                    <a:pt x="6672412" y="288095"/>
                  </a:lnTo>
                  <a:lnTo>
                    <a:pt x="6672557" y="288095"/>
                  </a:lnTo>
                  <a:lnTo>
                    <a:pt x="6672703" y="288095"/>
                  </a:lnTo>
                  <a:lnTo>
                    <a:pt x="6672848" y="288095"/>
                  </a:lnTo>
                  <a:lnTo>
                    <a:pt x="6672994" y="288095"/>
                  </a:lnTo>
                  <a:lnTo>
                    <a:pt x="6672994" y="287471"/>
                  </a:lnTo>
                  <a:lnTo>
                    <a:pt x="6673139" y="287471"/>
                  </a:lnTo>
                  <a:lnTo>
                    <a:pt x="6673285" y="287471"/>
                  </a:lnTo>
                  <a:lnTo>
                    <a:pt x="6673430" y="287471"/>
                  </a:lnTo>
                  <a:lnTo>
                    <a:pt x="6673575" y="287471"/>
                  </a:lnTo>
                  <a:lnTo>
                    <a:pt x="6673721" y="287471"/>
                  </a:lnTo>
                  <a:lnTo>
                    <a:pt x="6673721" y="286847"/>
                  </a:lnTo>
                  <a:lnTo>
                    <a:pt x="6673866" y="286847"/>
                  </a:lnTo>
                  <a:lnTo>
                    <a:pt x="6674012" y="286847"/>
                  </a:lnTo>
                  <a:lnTo>
                    <a:pt x="6674157" y="286847"/>
                  </a:lnTo>
                  <a:lnTo>
                    <a:pt x="6674303" y="286847"/>
                  </a:lnTo>
                  <a:lnTo>
                    <a:pt x="6674303" y="286224"/>
                  </a:lnTo>
                  <a:lnTo>
                    <a:pt x="6674448" y="286224"/>
                  </a:lnTo>
                  <a:lnTo>
                    <a:pt x="6674593" y="286224"/>
                  </a:lnTo>
                  <a:lnTo>
                    <a:pt x="6674739" y="286224"/>
                  </a:lnTo>
                  <a:lnTo>
                    <a:pt x="6674884" y="286224"/>
                  </a:lnTo>
                  <a:lnTo>
                    <a:pt x="6675030" y="286224"/>
                  </a:lnTo>
                  <a:lnTo>
                    <a:pt x="6675030" y="285600"/>
                  </a:lnTo>
                  <a:lnTo>
                    <a:pt x="6675175" y="285600"/>
                  </a:lnTo>
                  <a:lnTo>
                    <a:pt x="6675175" y="284977"/>
                  </a:lnTo>
                  <a:lnTo>
                    <a:pt x="6675175" y="284353"/>
                  </a:lnTo>
                  <a:lnTo>
                    <a:pt x="6675321" y="284353"/>
                  </a:lnTo>
                  <a:lnTo>
                    <a:pt x="6675466" y="284353"/>
                  </a:lnTo>
                  <a:lnTo>
                    <a:pt x="6675611" y="284353"/>
                  </a:lnTo>
                  <a:lnTo>
                    <a:pt x="6675757" y="284353"/>
                  </a:lnTo>
                  <a:lnTo>
                    <a:pt x="6675902" y="284353"/>
                  </a:lnTo>
                  <a:lnTo>
                    <a:pt x="6676048" y="284353"/>
                  </a:lnTo>
                  <a:lnTo>
                    <a:pt x="6676193" y="284353"/>
                  </a:lnTo>
                  <a:lnTo>
                    <a:pt x="6676339" y="284353"/>
                  </a:lnTo>
                  <a:lnTo>
                    <a:pt x="6676484" y="284353"/>
                  </a:lnTo>
                  <a:lnTo>
                    <a:pt x="6676629" y="284353"/>
                  </a:lnTo>
                  <a:lnTo>
                    <a:pt x="6676775" y="284353"/>
                  </a:lnTo>
                  <a:lnTo>
                    <a:pt x="6676920" y="284353"/>
                  </a:lnTo>
                  <a:lnTo>
                    <a:pt x="6677066" y="284353"/>
                  </a:lnTo>
                  <a:lnTo>
                    <a:pt x="6677211" y="284353"/>
                  </a:lnTo>
                  <a:lnTo>
                    <a:pt x="6677357" y="284353"/>
                  </a:lnTo>
                  <a:lnTo>
                    <a:pt x="6677502" y="284353"/>
                  </a:lnTo>
                  <a:lnTo>
                    <a:pt x="6677647" y="284353"/>
                  </a:lnTo>
                  <a:lnTo>
                    <a:pt x="6677647" y="283729"/>
                  </a:lnTo>
                  <a:lnTo>
                    <a:pt x="6677793" y="283729"/>
                  </a:lnTo>
                  <a:lnTo>
                    <a:pt x="6677938" y="283729"/>
                  </a:lnTo>
                  <a:lnTo>
                    <a:pt x="6678084" y="283729"/>
                  </a:lnTo>
                  <a:lnTo>
                    <a:pt x="6678229" y="283729"/>
                  </a:lnTo>
                  <a:lnTo>
                    <a:pt x="6678374" y="283729"/>
                  </a:lnTo>
                  <a:lnTo>
                    <a:pt x="6678520" y="283729"/>
                  </a:lnTo>
                  <a:lnTo>
                    <a:pt x="6678665" y="283729"/>
                  </a:lnTo>
                  <a:lnTo>
                    <a:pt x="6678811" y="283729"/>
                  </a:lnTo>
                  <a:lnTo>
                    <a:pt x="6678956" y="283729"/>
                  </a:lnTo>
                  <a:lnTo>
                    <a:pt x="6679102" y="283729"/>
                  </a:lnTo>
                  <a:lnTo>
                    <a:pt x="6679247" y="283729"/>
                  </a:lnTo>
                  <a:lnTo>
                    <a:pt x="6679392" y="283729"/>
                  </a:lnTo>
                  <a:lnTo>
                    <a:pt x="6679538" y="283729"/>
                  </a:lnTo>
                  <a:lnTo>
                    <a:pt x="6679683" y="283729"/>
                  </a:lnTo>
                  <a:lnTo>
                    <a:pt x="6679829" y="283729"/>
                  </a:lnTo>
                  <a:lnTo>
                    <a:pt x="6679974" y="283729"/>
                  </a:lnTo>
                  <a:lnTo>
                    <a:pt x="6680120" y="283729"/>
                  </a:lnTo>
                  <a:lnTo>
                    <a:pt x="6680265" y="283729"/>
                  </a:lnTo>
                  <a:lnTo>
                    <a:pt x="6680410" y="283729"/>
                  </a:lnTo>
                  <a:lnTo>
                    <a:pt x="6680556" y="283729"/>
                  </a:lnTo>
                  <a:lnTo>
                    <a:pt x="6680701" y="283729"/>
                  </a:lnTo>
                  <a:lnTo>
                    <a:pt x="6680847" y="283729"/>
                  </a:lnTo>
                  <a:lnTo>
                    <a:pt x="6680992" y="283729"/>
                  </a:lnTo>
                  <a:lnTo>
                    <a:pt x="6681138" y="283729"/>
                  </a:lnTo>
                  <a:lnTo>
                    <a:pt x="6681283" y="283729"/>
                  </a:lnTo>
                  <a:lnTo>
                    <a:pt x="6681283" y="283106"/>
                  </a:lnTo>
                  <a:lnTo>
                    <a:pt x="6681428" y="283106"/>
                  </a:lnTo>
                  <a:lnTo>
                    <a:pt x="6681574" y="283106"/>
                  </a:lnTo>
                  <a:lnTo>
                    <a:pt x="6681719" y="283106"/>
                  </a:lnTo>
                  <a:lnTo>
                    <a:pt x="6681865" y="283106"/>
                  </a:lnTo>
                  <a:lnTo>
                    <a:pt x="6682010" y="283106"/>
                  </a:lnTo>
                  <a:lnTo>
                    <a:pt x="6682156" y="283106"/>
                  </a:lnTo>
                  <a:lnTo>
                    <a:pt x="6682301" y="283106"/>
                  </a:lnTo>
                  <a:lnTo>
                    <a:pt x="6682446" y="283106"/>
                  </a:lnTo>
                  <a:lnTo>
                    <a:pt x="6682592" y="283106"/>
                  </a:lnTo>
                  <a:lnTo>
                    <a:pt x="6682737" y="283106"/>
                  </a:lnTo>
                  <a:lnTo>
                    <a:pt x="6682883" y="283106"/>
                  </a:lnTo>
                  <a:lnTo>
                    <a:pt x="6682883" y="282482"/>
                  </a:lnTo>
                  <a:lnTo>
                    <a:pt x="6683028" y="282482"/>
                  </a:lnTo>
                  <a:lnTo>
                    <a:pt x="6683174" y="282482"/>
                  </a:lnTo>
                  <a:lnTo>
                    <a:pt x="6683319" y="282482"/>
                  </a:lnTo>
                  <a:lnTo>
                    <a:pt x="6683464" y="282482"/>
                  </a:lnTo>
                  <a:lnTo>
                    <a:pt x="6683610" y="282482"/>
                  </a:lnTo>
                  <a:lnTo>
                    <a:pt x="6683755" y="282482"/>
                  </a:lnTo>
                  <a:lnTo>
                    <a:pt x="6683901" y="282482"/>
                  </a:lnTo>
                  <a:lnTo>
                    <a:pt x="6684046" y="282482"/>
                  </a:lnTo>
                  <a:lnTo>
                    <a:pt x="6684191" y="282482"/>
                  </a:lnTo>
                  <a:lnTo>
                    <a:pt x="6684337" y="282482"/>
                  </a:lnTo>
                  <a:lnTo>
                    <a:pt x="6684482" y="282482"/>
                  </a:lnTo>
                  <a:lnTo>
                    <a:pt x="6684628" y="282482"/>
                  </a:lnTo>
                  <a:lnTo>
                    <a:pt x="6684773" y="282482"/>
                  </a:lnTo>
                  <a:lnTo>
                    <a:pt x="6684919" y="282482"/>
                  </a:lnTo>
                  <a:lnTo>
                    <a:pt x="6685064" y="282482"/>
                  </a:lnTo>
                  <a:lnTo>
                    <a:pt x="6685209" y="282482"/>
                  </a:lnTo>
                  <a:lnTo>
                    <a:pt x="6685355" y="282482"/>
                  </a:lnTo>
                  <a:lnTo>
                    <a:pt x="6685500" y="282482"/>
                  </a:lnTo>
                  <a:lnTo>
                    <a:pt x="6685646" y="282482"/>
                  </a:lnTo>
                  <a:lnTo>
                    <a:pt x="6685791" y="282482"/>
                  </a:lnTo>
                  <a:lnTo>
                    <a:pt x="6685791" y="281859"/>
                  </a:lnTo>
                  <a:lnTo>
                    <a:pt x="6685937" y="281859"/>
                  </a:lnTo>
                  <a:lnTo>
                    <a:pt x="6686082" y="281859"/>
                  </a:lnTo>
                  <a:lnTo>
                    <a:pt x="6686227" y="281859"/>
                  </a:lnTo>
                  <a:lnTo>
                    <a:pt x="6686373" y="281859"/>
                  </a:lnTo>
                  <a:lnTo>
                    <a:pt x="6686518" y="281859"/>
                  </a:lnTo>
                  <a:lnTo>
                    <a:pt x="6686664" y="281859"/>
                  </a:lnTo>
                  <a:lnTo>
                    <a:pt x="6686809" y="281859"/>
                  </a:lnTo>
                  <a:lnTo>
                    <a:pt x="6686955" y="281859"/>
                  </a:lnTo>
                  <a:lnTo>
                    <a:pt x="6687100" y="281859"/>
                  </a:lnTo>
                  <a:lnTo>
                    <a:pt x="6687245" y="281859"/>
                  </a:lnTo>
                  <a:lnTo>
                    <a:pt x="6687391" y="281859"/>
                  </a:lnTo>
                  <a:lnTo>
                    <a:pt x="6687536" y="281859"/>
                  </a:lnTo>
                  <a:lnTo>
                    <a:pt x="6687682" y="281859"/>
                  </a:lnTo>
                  <a:lnTo>
                    <a:pt x="6687827" y="281859"/>
                  </a:lnTo>
                  <a:lnTo>
                    <a:pt x="6687973" y="281859"/>
                  </a:lnTo>
                  <a:lnTo>
                    <a:pt x="6688118" y="281859"/>
                  </a:lnTo>
                  <a:lnTo>
                    <a:pt x="6688263" y="281859"/>
                  </a:lnTo>
                  <a:lnTo>
                    <a:pt x="6688409" y="281859"/>
                  </a:lnTo>
                  <a:lnTo>
                    <a:pt x="6688554" y="281859"/>
                  </a:lnTo>
                  <a:lnTo>
                    <a:pt x="6688700" y="281859"/>
                  </a:lnTo>
                  <a:lnTo>
                    <a:pt x="6688845" y="281859"/>
                  </a:lnTo>
                  <a:lnTo>
                    <a:pt x="6688991" y="281859"/>
                  </a:lnTo>
                  <a:lnTo>
                    <a:pt x="6689136" y="281859"/>
                  </a:lnTo>
                  <a:lnTo>
                    <a:pt x="6689281" y="281859"/>
                  </a:lnTo>
                  <a:lnTo>
                    <a:pt x="6689427" y="281859"/>
                  </a:lnTo>
                  <a:lnTo>
                    <a:pt x="6689572" y="281859"/>
                  </a:lnTo>
                  <a:lnTo>
                    <a:pt x="6689572" y="281235"/>
                  </a:lnTo>
                  <a:lnTo>
                    <a:pt x="6689718" y="281235"/>
                  </a:lnTo>
                  <a:lnTo>
                    <a:pt x="6689863" y="281235"/>
                  </a:lnTo>
                  <a:lnTo>
                    <a:pt x="6689863" y="280612"/>
                  </a:lnTo>
                  <a:lnTo>
                    <a:pt x="6689863" y="279988"/>
                  </a:lnTo>
                  <a:lnTo>
                    <a:pt x="6690009" y="279988"/>
                  </a:lnTo>
                  <a:lnTo>
                    <a:pt x="6690154" y="279988"/>
                  </a:lnTo>
                  <a:lnTo>
                    <a:pt x="6690299" y="279988"/>
                  </a:lnTo>
                  <a:lnTo>
                    <a:pt x="6690445" y="279988"/>
                  </a:lnTo>
                  <a:lnTo>
                    <a:pt x="6690590" y="279988"/>
                  </a:lnTo>
                  <a:lnTo>
                    <a:pt x="6690736" y="279988"/>
                  </a:lnTo>
                  <a:lnTo>
                    <a:pt x="6690881" y="279988"/>
                  </a:lnTo>
                  <a:lnTo>
                    <a:pt x="6691026" y="279988"/>
                  </a:lnTo>
                  <a:lnTo>
                    <a:pt x="6691172" y="279988"/>
                  </a:lnTo>
                  <a:lnTo>
                    <a:pt x="6691317" y="279988"/>
                  </a:lnTo>
                  <a:lnTo>
                    <a:pt x="6691463" y="279988"/>
                  </a:lnTo>
                  <a:lnTo>
                    <a:pt x="6691608" y="279988"/>
                  </a:lnTo>
                  <a:lnTo>
                    <a:pt x="6691754" y="279988"/>
                  </a:lnTo>
                  <a:lnTo>
                    <a:pt x="6691899" y="279988"/>
                  </a:lnTo>
                  <a:lnTo>
                    <a:pt x="6692044" y="279988"/>
                  </a:lnTo>
                  <a:lnTo>
                    <a:pt x="6692190" y="279988"/>
                  </a:lnTo>
                  <a:lnTo>
                    <a:pt x="6692335" y="279988"/>
                  </a:lnTo>
                  <a:lnTo>
                    <a:pt x="6692481" y="279988"/>
                  </a:lnTo>
                  <a:lnTo>
                    <a:pt x="6692626" y="279988"/>
                  </a:lnTo>
                  <a:lnTo>
                    <a:pt x="6692772" y="279988"/>
                  </a:lnTo>
                  <a:lnTo>
                    <a:pt x="6692772" y="279364"/>
                  </a:lnTo>
                  <a:lnTo>
                    <a:pt x="6692917" y="279364"/>
                  </a:lnTo>
                  <a:lnTo>
                    <a:pt x="6693062" y="279364"/>
                  </a:lnTo>
                  <a:lnTo>
                    <a:pt x="6693208" y="279364"/>
                  </a:lnTo>
                  <a:lnTo>
                    <a:pt x="6693353" y="279364"/>
                  </a:lnTo>
                  <a:lnTo>
                    <a:pt x="6693499" y="279364"/>
                  </a:lnTo>
                  <a:lnTo>
                    <a:pt x="6693644" y="279364"/>
                  </a:lnTo>
                  <a:lnTo>
                    <a:pt x="6693790" y="279364"/>
                  </a:lnTo>
                  <a:lnTo>
                    <a:pt x="6693935" y="279364"/>
                  </a:lnTo>
                  <a:lnTo>
                    <a:pt x="6694080" y="279364"/>
                  </a:lnTo>
                  <a:lnTo>
                    <a:pt x="6694226" y="279364"/>
                  </a:lnTo>
                  <a:lnTo>
                    <a:pt x="6694371" y="279364"/>
                  </a:lnTo>
                  <a:lnTo>
                    <a:pt x="6694517" y="279364"/>
                  </a:lnTo>
                  <a:lnTo>
                    <a:pt x="6694662" y="279364"/>
                  </a:lnTo>
                  <a:lnTo>
                    <a:pt x="6694808" y="279364"/>
                  </a:lnTo>
                  <a:lnTo>
                    <a:pt x="6694953" y="279364"/>
                  </a:lnTo>
                  <a:lnTo>
                    <a:pt x="6695098" y="279364"/>
                  </a:lnTo>
                  <a:lnTo>
                    <a:pt x="6695244" y="279364"/>
                  </a:lnTo>
                  <a:lnTo>
                    <a:pt x="6695389" y="279364"/>
                  </a:lnTo>
                  <a:lnTo>
                    <a:pt x="6695535" y="279364"/>
                  </a:lnTo>
                  <a:lnTo>
                    <a:pt x="6695680" y="279364"/>
                  </a:lnTo>
                  <a:lnTo>
                    <a:pt x="6695826" y="279364"/>
                  </a:lnTo>
                  <a:lnTo>
                    <a:pt x="6695971" y="279364"/>
                  </a:lnTo>
                  <a:lnTo>
                    <a:pt x="6695971" y="278741"/>
                  </a:lnTo>
                  <a:lnTo>
                    <a:pt x="6696116" y="278741"/>
                  </a:lnTo>
                  <a:lnTo>
                    <a:pt x="6696262" y="278741"/>
                  </a:lnTo>
                  <a:lnTo>
                    <a:pt x="6696407" y="278741"/>
                  </a:lnTo>
                  <a:lnTo>
                    <a:pt x="6696553" y="278741"/>
                  </a:lnTo>
                  <a:lnTo>
                    <a:pt x="6696698" y="278741"/>
                  </a:lnTo>
                  <a:lnTo>
                    <a:pt x="6696844" y="278741"/>
                  </a:lnTo>
                  <a:lnTo>
                    <a:pt x="6696989" y="278741"/>
                  </a:lnTo>
                  <a:lnTo>
                    <a:pt x="6697134" y="278741"/>
                  </a:lnTo>
                  <a:lnTo>
                    <a:pt x="6697280" y="278741"/>
                  </a:lnTo>
                  <a:lnTo>
                    <a:pt x="6697425" y="278741"/>
                  </a:lnTo>
                  <a:lnTo>
                    <a:pt x="6697425" y="278117"/>
                  </a:lnTo>
                  <a:lnTo>
                    <a:pt x="6697571" y="278117"/>
                  </a:lnTo>
                  <a:lnTo>
                    <a:pt x="6697716" y="278117"/>
                  </a:lnTo>
                  <a:lnTo>
                    <a:pt x="6697861" y="278117"/>
                  </a:lnTo>
                  <a:lnTo>
                    <a:pt x="6698007" y="278117"/>
                  </a:lnTo>
                  <a:lnTo>
                    <a:pt x="6698152" y="278117"/>
                  </a:lnTo>
                  <a:lnTo>
                    <a:pt x="6698298" y="278117"/>
                  </a:lnTo>
                  <a:lnTo>
                    <a:pt x="6698443" y="278117"/>
                  </a:lnTo>
                  <a:lnTo>
                    <a:pt x="6698589" y="278117"/>
                  </a:lnTo>
                  <a:lnTo>
                    <a:pt x="6698734" y="278117"/>
                  </a:lnTo>
                  <a:lnTo>
                    <a:pt x="6698879" y="278117"/>
                  </a:lnTo>
                  <a:lnTo>
                    <a:pt x="6699025" y="278117"/>
                  </a:lnTo>
                  <a:lnTo>
                    <a:pt x="6699170" y="278117"/>
                  </a:lnTo>
                  <a:lnTo>
                    <a:pt x="6699316" y="278117"/>
                  </a:lnTo>
                  <a:lnTo>
                    <a:pt x="6699461" y="278117"/>
                  </a:lnTo>
                  <a:lnTo>
                    <a:pt x="6699607" y="278117"/>
                  </a:lnTo>
                  <a:lnTo>
                    <a:pt x="6699752" y="278117"/>
                  </a:lnTo>
                  <a:lnTo>
                    <a:pt x="6699897" y="278117"/>
                  </a:lnTo>
                  <a:lnTo>
                    <a:pt x="6700043" y="278117"/>
                  </a:lnTo>
                  <a:lnTo>
                    <a:pt x="6700188" y="278117"/>
                  </a:lnTo>
                  <a:lnTo>
                    <a:pt x="6700334" y="278117"/>
                  </a:lnTo>
                  <a:lnTo>
                    <a:pt x="6700479" y="278117"/>
                  </a:lnTo>
                  <a:lnTo>
                    <a:pt x="6700625" y="278117"/>
                  </a:lnTo>
                  <a:lnTo>
                    <a:pt x="6700770" y="278117"/>
                  </a:lnTo>
                  <a:lnTo>
                    <a:pt x="6700915" y="278117"/>
                  </a:lnTo>
                  <a:lnTo>
                    <a:pt x="6701061" y="278117"/>
                  </a:lnTo>
                  <a:lnTo>
                    <a:pt x="6701206" y="278117"/>
                  </a:lnTo>
                  <a:lnTo>
                    <a:pt x="6701352" y="278117"/>
                  </a:lnTo>
                  <a:lnTo>
                    <a:pt x="6701497" y="278117"/>
                  </a:lnTo>
                  <a:lnTo>
                    <a:pt x="6701643" y="278117"/>
                  </a:lnTo>
                  <a:lnTo>
                    <a:pt x="6701788" y="278117"/>
                  </a:lnTo>
                  <a:lnTo>
                    <a:pt x="6701933" y="278117"/>
                  </a:lnTo>
                  <a:lnTo>
                    <a:pt x="6702079" y="278117"/>
                  </a:lnTo>
                  <a:lnTo>
                    <a:pt x="6702224" y="278117"/>
                  </a:lnTo>
                  <a:lnTo>
                    <a:pt x="6702370" y="278117"/>
                  </a:lnTo>
                  <a:lnTo>
                    <a:pt x="6702370" y="277494"/>
                  </a:lnTo>
                  <a:lnTo>
                    <a:pt x="6702515" y="277494"/>
                  </a:lnTo>
                  <a:lnTo>
                    <a:pt x="6702661" y="277494"/>
                  </a:lnTo>
                  <a:lnTo>
                    <a:pt x="6702806" y="277494"/>
                  </a:lnTo>
                  <a:lnTo>
                    <a:pt x="6702951" y="277494"/>
                  </a:lnTo>
                  <a:lnTo>
                    <a:pt x="6703097" y="277494"/>
                  </a:lnTo>
                  <a:lnTo>
                    <a:pt x="6703242" y="277494"/>
                  </a:lnTo>
                  <a:lnTo>
                    <a:pt x="6703388" y="277494"/>
                  </a:lnTo>
                  <a:lnTo>
                    <a:pt x="6703533" y="277494"/>
                  </a:lnTo>
                  <a:lnTo>
                    <a:pt x="6703679" y="277494"/>
                  </a:lnTo>
                  <a:lnTo>
                    <a:pt x="6703824" y="277494"/>
                  </a:lnTo>
                  <a:lnTo>
                    <a:pt x="6703969" y="277494"/>
                  </a:lnTo>
                  <a:lnTo>
                    <a:pt x="6704115" y="277494"/>
                  </a:lnTo>
                  <a:lnTo>
                    <a:pt x="6704115" y="276870"/>
                  </a:lnTo>
                  <a:lnTo>
                    <a:pt x="6704260" y="276870"/>
                  </a:lnTo>
                  <a:lnTo>
                    <a:pt x="6704406" y="276870"/>
                  </a:lnTo>
                  <a:lnTo>
                    <a:pt x="6704551" y="276870"/>
                  </a:lnTo>
                  <a:lnTo>
                    <a:pt x="6704696" y="276870"/>
                  </a:lnTo>
                  <a:lnTo>
                    <a:pt x="6704842" y="276870"/>
                  </a:lnTo>
                  <a:lnTo>
                    <a:pt x="6704987" y="276870"/>
                  </a:lnTo>
                  <a:lnTo>
                    <a:pt x="6705133" y="276870"/>
                  </a:lnTo>
                  <a:lnTo>
                    <a:pt x="6705278" y="276870"/>
                  </a:lnTo>
                  <a:lnTo>
                    <a:pt x="6705424" y="276870"/>
                  </a:lnTo>
                  <a:lnTo>
                    <a:pt x="6705569" y="276870"/>
                  </a:lnTo>
                  <a:lnTo>
                    <a:pt x="6705569" y="276246"/>
                  </a:lnTo>
                  <a:lnTo>
                    <a:pt x="6705714" y="276246"/>
                  </a:lnTo>
                  <a:lnTo>
                    <a:pt x="6705860" y="276246"/>
                  </a:lnTo>
                  <a:lnTo>
                    <a:pt x="6706005" y="276246"/>
                  </a:lnTo>
                  <a:lnTo>
                    <a:pt x="6706151" y="276246"/>
                  </a:lnTo>
                  <a:lnTo>
                    <a:pt x="6706296" y="276246"/>
                  </a:lnTo>
                  <a:lnTo>
                    <a:pt x="6706442" y="276246"/>
                  </a:lnTo>
                  <a:lnTo>
                    <a:pt x="6706587" y="276246"/>
                  </a:lnTo>
                  <a:lnTo>
                    <a:pt x="6706732" y="276246"/>
                  </a:lnTo>
                  <a:lnTo>
                    <a:pt x="6706878" y="276246"/>
                  </a:lnTo>
                  <a:lnTo>
                    <a:pt x="6707023" y="276246"/>
                  </a:lnTo>
                  <a:lnTo>
                    <a:pt x="6707169" y="276246"/>
                  </a:lnTo>
                  <a:lnTo>
                    <a:pt x="6707314" y="276246"/>
                  </a:lnTo>
                  <a:lnTo>
                    <a:pt x="6707460" y="276246"/>
                  </a:lnTo>
                  <a:lnTo>
                    <a:pt x="6707605" y="276246"/>
                  </a:lnTo>
                  <a:lnTo>
                    <a:pt x="6707750" y="276246"/>
                  </a:lnTo>
                  <a:lnTo>
                    <a:pt x="6707896" y="276246"/>
                  </a:lnTo>
                  <a:lnTo>
                    <a:pt x="6708041" y="276246"/>
                  </a:lnTo>
                  <a:lnTo>
                    <a:pt x="6708187" y="276246"/>
                  </a:lnTo>
                  <a:lnTo>
                    <a:pt x="6708332" y="276246"/>
                  </a:lnTo>
                  <a:lnTo>
                    <a:pt x="6708478" y="276246"/>
                  </a:lnTo>
                  <a:lnTo>
                    <a:pt x="6708623" y="276246"/>
                  </a:lnTo>
                  <a:lnTo>
                    <a:pt x="6708768" y="276246"/>
                  </a:lnTo>
                  <a:lnTo>
                    <a:pt x="6708914" y="276246"/>
                  </a:lnTo>
                  <a:lnTo>
                    <a:pt x="6709059" y="276246"/>
                  </a:lnTo>
                  <a:lnTo>
                    <a:pt x="6709205" y="276246"/>
                  </a:lnTo>
                  <a:lnTo>
                    <a:pt x="6709350" y="276246"/>
                  </a:lnTo>
                  <a:lnTo>
                    <a:pt x="6709496" y="276246"/>
                  </a:lnTo>
                  <a:lnTo>
                    <a:pt x="6709641" y="276246"/>
                  </a:lnTo>
                  <a:lnTo>
                    <a:pt x="6709786" y="276246"/>
                  </a:lnTo>
                  <a:lnTo>
                    <a:pt x="6709932" y="276246"/>
                  </a:lnTo>
                  <a:lnTo>
                    <a:pt x="6710077" y="276246"/>
                  </a:lnTo>
                  <a:lnTo>
                    <a:pt x="6710223" y="276246"/>
                  </a:lnTo>
                  <a:lnTo>
                    <a:pt x="6710368" y="276246"/>
                  </a:lnTo>
                  <a:lnTo>
                    <a:pt x="6710514" y="276246"/>
                  </a:lnTo>
                  <a:lnTo>
                    <a:pt x="6710659" y="276246"/>
                  </a:lnTo>
                  <a:lnTo>
                    <a:pt x="6710804" y="276246"/>
                  </a:lnTo>
                  <a:lnTo>
                    <a:pt x="6710950" y="276246"/>
                  </a:lnTo>
                  <a:lnTo>
                    <a:pt x="6711095" y="276246"/>
                  </a:lnTo>
                  <a:lnTo>
                    <a:pt x="6711241" y="276246"/>
                  </a:lnTo>
                  <a:lnTo>
                    <a:pt x="6711386" y="276246"/>
                  </a:lnTo>
                  <a:lnTo>
                    <a:pt x="6711531" y="276246"/>
                  </a:lnTo>
                  <a:lnTo>
                    <a:pt x="6711677" y="276246"/>
                  </a:lnTo>
                  <a:lnTo>
                    <a:pt x="6711822" y="276246"/>
                  </a:lnTo>
                  <a:lnTo>
                    <a:pt x="6711968" y="276246"/>
                  </a:lnTo>
                  <a:lnTo>
                    <a:pt x="6712113" y="276246"/>
                  </a:lnTo>
                  <a:lnTo>
                    <a:pt x="6712259" y="276246"/>
                  </a:lnTo>
                  <a:lnTo>
                    <a:pt x="6712259" y="275623"/>
                  </a:lnTo>
                  <a:lnTo>
                    <a:pt x="6712404" y="275623"/>
                  </a:lnTo>
                  <a:lnTo>
                    <a:pt x="6712549" y="275623"/>
                  </a:lnTo>
                  <a:lnTo>
                    <a:pt x="6712695" y="275623"/>
                  </a:lnTo>
                  <a:lnTo>
                    <a:pt x="6712840" y="275623"/>
                  </a:lnTo>
                  <a:lnTo>
                    <a:pt x="6712986" y="275623"/>
                  </a:lnTo>
                  <a:lnTo>
                    <a:pt x="6713131" y="275623"/>
                  </a:lnTo>
                  <a:lnTo>
                    <a:pt x="6713277" y="275623"/>
                  </a:lnTo>
                  <a:lnTo>
                    <a:pt x="6713422" y="275623"/>
                  </a:lnTo>
                  <a:lnTo>
                    <a:pt x="6713567" y="275623"/>
                  </a:lnTo>
                  <a:lnTo>
                    <a:pt x="6713713" y="275623"/>
                  </a:lnTo>
                  <a:lnTo>
                    <a:pt x="6713858" y="275623"/>
                  </a:lnTo>
                  <a:lnTo>
                    <a:pt x="6714004" y="275623"/>
                  </a:lnTo>
                  <a:lnTo>
                    <a:pt x="6714149" y="275623"/>
                  </a:lnTo>
                  <a:lnTo>
                    <a:pt x="6714295" y="275623"/>
                  </a:lnTo>
                  <a:lnTo>
                    <a:pt x="6714440" y="275623"/>
                  </a:lnTo>
                  <a:lnTo>
                    <a:pt x="6714585" y="275623"/>
                  </a:lnTo>
                  <a:lnTo>
                    <a:pt x="6714731" y="275623"/>
                  </a:lnTo>
                  <a:lnTo>
                    <a:pt x="6714876" y="275623"/>
                  </a:lnTo>
                  <a:lnTo>
                    <a:pt x="6715022" y="275623"/>
                  </a:lnTo>
                  <a:lnTo>
                    <a:pt x="6715022" y="274999"/>
                  </a:lnTo>
                  <a:lnTo>
                    <a:pt x="6715022" y="274376"/>
                  </a:lnTo>
                  <a:lnTo>
                    <a:pt x="6715167" y="274376"/>
                  </a:lnTo>
                  <a:lnTo>
                    <a:pt x="6715313" y="274376"/>
                  </a:lnTo>
                  <a:lnTo>
                    <a:pt x="6715458" y="274376"/>
                  </a:lnTo>
                  <a:lnTo>
                    <a:pt x="6715603" y="274376"/>
                  </a:lnTo>
                  <a:lnTo>
                    <a:pt x="6715749" y="274376"/>
                  </a:lnTo>
                  <a:lnTo>
                    <a:pt x="6715894" y="274376"/>
                  </a:lnTo>
                  <a:lnTo>
                    <a:pt x="6716040" y="274376"/>
                  </a:lnTo>
                  <a:lnTo>
                    <a:pt x="6716185" y="274376"/>
                  </a:lnTo>
                  <a:lnTo>
                    <a:pt x="6716331" y="274376"/>
                  </a:lnTo>
                  <a:lnTo>
                    <a:pt x="6716476" y="274376"/>
                  </a:lnTo>
                  <a:lnTo>
                    <a:pt x="6716621" y="274376"/>
                  </a:lnTo>
                  <a:lnTo>
                    <a:pt x="6716767" y="274376"/>
                  </a:lnTo>
                  <a:lnTo>
                    <a:pt x="6716912" y="274376"/>
                  </a:lnTo>
                  <a:lnTo>
                    <a:pt x="6717058" y="274376"/>
                  </a:lnTo>
                  <a:lnTo>
                    <a:pt x="6717203" y="274376"/>
                  </a:lnTo>
                  <a:lnTo>
                    <a:pt x="6717349" y="274376"/>
                  </a:lnTo>
                  <a:lnTo>
                    <a:pt x="6717494" y="274376"/>
                  </a:lnTo>
                  <a:lnTo>
                    <a:pt x="6717639" y="274376"/>
                  </a:lnTo>
                  <a:lnTo>
                    <a:pt x="6717785" y="274376"/>
                  </a:lnTo>
                  <a:lnTo>
                    <a:pt x="6717930" y="274376"/>
                  </a:lnTo>
                  <a:lnTo>
                    <a:pt x="6718076" y="274376"/>
                  </a:lnTo>
                  <a:lnTo>
                    <a:pt x="6718221" y="274376"/>
                  </a:lnTo>
                  <a:lnTo>
                    <a:pt x="6718366" y="274376"/>
                  </a:lnTo>
                  <a:lnTo>
                    <a:pt x="6718512" y="274376"/>
                  </a:lnTo>
                  <a:lnTo>
                    <a:pt x="6718657" y="274376"/>
                  </a:lnTo>
                  <a:lnTo>
                    <a:pt x="6718803" y="274376"/>
                  </a:lnTo>
                  <a:lnTo>
                    <a:pt x="6718948" y="274376"/>
                  </a:lnTo>
                  <a:lnTo>
                    <a:pt x="6719094" y="274376"/>
                  </a:lnTo>
                  <a:lnTo>
                    <a:pt x="6719239" y="274376"/>
                  </a:lnTo>
                  <a:lnTo>
                    <a:pt x="6719384" y="274376"/>
                  </a:lnTo>
                  <a:lnTo>
                    <a:pt x="6719530" y="274376"/>
                  </a:lnTo>
                  <a:lnTo>
                    <a:pt x="6719530" y="273752"/>
                  </a:lnTo>
                  <a:lnTo>
                    <a:pt x="6719675" y="273752"/>
                  </a:lnTo>
                  <a:lnTo>
                    <a:pt x="6719821" y="273752"/>
                  </a:lnTo>
                  <a:lnTo>
                    <a:pt x="6719966" y="273752"/>
                  </a:lnTo>
                  <a:lnTo>
                    <a:pt x="6720112" y="273752"/>
                  </a:lnTo>
                  <a:lnTo>
                    <a:pt x="6720257" y="273752"/>
                  </a:lnTo>
                  <a:lnTo>
                    <a:pt x="6720402" y="273752"/>
                  </a:lnTo>
                  <a:lnTo>
                    <a:pt x="6720548" y="273752"/>
                  </a:lnTo>
                  <a:lnTo>
                    <a:pt x="6720693" y="273752"/>
                  </a:lnTo>
                  <a:lnTo>
                    <a:pt x="6720839" y="273752"/>
                  </a:lnTo>
                  <a:lnTo>
                    <a:pt x="6720984" y="273752"/>
                  </a:lnTo>
                  <a:lnTo>
                    <a:pt x="6721130" y="273752"/>
                  </a:lnTo>
                  <a:lnTo>
                    <a:pt x="6721275" y="273752"/>
                  </a:lnTo>
                  <a:lnTo>
                    <a:pt x="6721420" y="273752"/>
                  </a:lnTo>
                  <a:lnTo>
                    <a:pt x="6721566" y="273752"/>
                  </a:lnTo>
                  <a:lnTo>
                    <a:pt x="6721711" y="273752"/>
                  </a:lnTo>
                  <a:lnTo>
                    <a:pt x="6721711" y="273129"/>
                  </a:lnTo>
                  <a:lnTo>
                    <a:pt x="6721857" y="273129"/>
                  </a:lnTo>
                  <a:lnTo>
                    <a:pt x="6722002" y="273129"/>
                  </a:lnTo>
                  <a:lnTo>
                    <a:pt x="6722148" y="273129"/>
                  </a:lnTo>
                  <a:lnTo>
                    <a:pt x="6722293" y="273129"/>
                  </a:lnTo>
                  <a:lnTo>
                    <a:pt x="6722438" y="273129"/>
                  </a:lnTo>
                  <a:lnTo>
                    <a:pt x="6722584" y="273129"/>
                  </a:lnTo>
                  <a:lnTo>
                    <a:pt x="6722729" y="273129"/>
                  </a:lnTo>
                  <a:lnTo>
                    <a:pt x="6722875" y="273129"/>
                  </a:lnTo>
                  <a:lnTo>
                    <a:pt x="6723020" y="273129"/>
                  </a:lnTo>
                  <a:lnTo>
                    <a:pt x="6723166" y="273129"/>
                  </a:lnTo>
                  <a:lnTo>
                    <a:pt x="6723311" y="273129"/>
                  </a:lnTo>
                  <a:lnTo>
                    <a:pt x="6723456" y="273129"/>
                  </a:lnTo>
                  <a:lnTo>
                    <a:pt x="6723602" y="273129"/>
                  </a:lnTo>
                  <a:lnTo>
                    <a:pt x="6723747" y="273129"/>
                  </a:lnTo>
                  <a:lnTo>
                    <a:pt x="6723747" y="272505"/>
                  </a:lnTo>
                  <a:lnTo>
                    <a:pt x="6723893" y="272505"/>
                  </a:lnTo>
                  <a:lnTo>
                    <a:pt x="6723893" y="271881"/>
                  </a:lnTo>
                  <a:lnTo>
                    <a:pt x="6724038" y="271881"/>
                  </a:lnTo>
                  <a:lnTo>
                    <a:pt x="6724184" y="271881"/>
                  </a:lnTo>
                  <a:lnTo>
                    <a:pt x="6724329" y="271881"/>
                  </a:lnTo>
                  <a:lnTo>
                    <a:pt x="6724474" y="271881"/>
                  </a:lnTo>
                  <a:lnTo>
                    <a:pt x="6724620" y="271881"/>
                  </a:lnTo>
                  <a:lnTo>
                    <a:pt x="6724765" y="271881"/>
                  </a:lnTo>
                  <a:lnTo>
                    <a:pt x="6724911" y="271881"/>
                  </a:lnTo>
                  <a:lnTo>
                    <a:pt x="6725056" y="271881"/>
                  </a:lnTo>
                  <a:lnTo>
                    <a:pt x="6725201" y="271881"/>
                  </a:lnTo>
                  <a:lnTo>
                    <a:pt x="6725347" y="271881"/>
                  </a:lnTo>
                  <a:lnTo>
                    <a:pt x="6725492" y="271881"/>
                  </a:lnTo>
                  <a:lnTo>
                    <a:pt x="6725638" y="271881"/>
                  </a:lnTo>
                  <a:lnTo>
                    <a:pt x="6725783" y="271881"/>
                  </a:lnTo>
                  <a:lnTo>
                    <a:pt x="6725929" y="271881"/>
                  </a:lnTo>
                  <a:lnTo>
                    <a:pt x="6726074" y="271881"/>
                  </a:lnTo>
                  <a:lnTo>
                    <a:pt x="6726219" y="271881"/>
                  </a:lnTo>
                  <a:lnTo>
                    <a:pt x="6726365" y="271881"/>
                  </a:lnTo>
                  <a:lnTo>
                    <a:pt x="6726510" y="271881"/>
                  </a:lnTo>
                  <a:lnTo>
                    <a:pt x="6726656" y="271881"/>
                  </a:lnTo>
                  <a:lnTo>
                    <a:pt x="6726801" y="271881"/>
                  </a:lnTo>
                  <a:lnTo>
                    <a:pt x="6726947" y="271881"/>
                  </a:lnTo>
                  <a:lnTo>
                    <a:pt x="6727092" y="271881"/>
                  </a:lnTo>
                  <a:lnTo>
                    <a:pt x="6727237" y="271881"/>
                  </a:lnTo>
                  <a:lnTo>
                    <a:pt x="6727237" y="271258"/>
                  </a:lnTo>
                  <a:lnTo>
                    <a:pt x="6727383" y="271258"/>
                  </a:lnTo>
                  <a:lnTo>
                    <a:pt x="6727528" y="271258"/>
                  </a:lnTo>
                  <a:lnTo>
                    <a:pt x="6727674" y="271258"/>
                  </a:lnTo>
                  <a:lnTo>
                    <a:pt x="6727819" y="271258"/>
                  </a:lnTo>
                  <a:lnTo>
                    <a:pt x="6727965" y="271258"/>
                  </a:lnTo>
                  <a:lnTo>
                    <a:pt x="6728110" y="271258"/>
                  </a:lnTo>
                  <a:lnTo>
                    <a:pt x="6728255" y="271258"/>
                  </a:lnTo>
                  <a:lnTo>
                    <a:pt x="6728401" y="271258"/>
                  </a:lnTo>
                  <a:lnTo>
                    <a:pt x="6728546" y="271258"/>
                  </a:lnTo>
                  <a:lnTo>
                    <a:pt x="6728692" y="271258"/>
                  </a:lnTo>
                  <a:lnTo>
                    <a:pt x="6728692" y="270634"/>
                  </a:lnTo>
                  <a:lnTo>
                    <a:pt x="6728837" y="270634"/>
                  </a:lnTo>
                  <a:lnTo>
                    <a:pt x="6728983" y="270634"/>
                  </a:lnTo>
                  <a:lnTo>
                    <a:pt x="6729128" y="270634"/>
                  </a:lnTo>
                  <a:lnTo>
                    <a:pt x="6729128" y="270011"/>
                  </a:lnTo>
                  <a:lnTo>
                    <a:pt x="6729128" y="269387"/>
                  </a:lnTo>
                  <a:lnTo>
                    <a:pt x="6729273" y="269387"/>
                  </a:lnTo>
                  <a:lnTo>
                    <a:pt x="6729419" y="269387"/>
                  </a:lnTo>
                  <a:lnTo>
                    <a:pt x="6729564" y="269387"/>
                  </a:lnTo>
                  <a:lnTo>
                    <a:pt x="6729710" y="269387"/>
                  </a:lnTo>
                  <a:lnTo>
                    <a:pt x="6729855" y="269387"/>
                  </a:lnTo>
                  <a:lnTo>
                    <a:pt x="6730001" y="269387"/>
                  </a:lnTo>
                  <a:lnTo>
                    <a:pt x="6730146" y="269387"/>
                  </a:lnTo>
                  <a:lnTo>
                    <a:pt x="6730291" y="269387"/>
                  </a:lnTo>
                  <a:lnTo>
                    <a:pt x="6730437" y="269387"/>
                  </a:lnTo>
                  <a:lnTo>
                    <a:pt x="6730582" y="269387"/>
                  </a:lnTo>
                  <a:lnTo>
                    <a:pt x="6730728" y="269387"/>
                  </a:lnTo>
                  <a:lnTo>
                    <a:pt x="6730873" y="269387"/>
                  </a:lnTo>
                  <a:lnTo>
                    <a:pt x="6731019" y="269387"/>
                  </a:lnTo>
                  <a:lnTo>
                    <a:pt x="6731164" y="269387"/>
                  </a:lnTo>
                  <a:lnTo>
                    <a:pt x="6731309" y="269387"/>
                  </a:lnTo>
                  <a:lnTo>
                    <a:pt x="6731455" y="269387"/>
                  </a:lnTo>
                  <a:lnTo>
                    <a:pt x="6731600" y="269387"/>
                  </a:lnTo>
                  <a:lnTo>
                    <a:pt x="6731746" y="269387"/>
                  </a:lnTo>
                  <a:lnTo>
                    <a:pt x="6731891" y="269387"/>
                  </a:lnTo>
                  <a:lnTo>
                    <a:pt x="6732036" y="269387"/>
                  </a:lnTo>
                  <a:lnTo>
                    <a:pt x="6732182" y="269387"/>
                  </a:lnTo>
                  <a:lnTo>
                    <a:pt x="6732327" y="269387"/>
                  </a:lnTo>
                  <a:lnTo>
                    <a:pt x="6732473" y="269387"/>
                  </a:lnTo>
                  <a:lnTo>
                    <a:pt x="6732618" y="269387"/>
                  </a:lnTo>
                  <a:lnTo>
                    <a:pt x="6732764" y="269387"/>
                  </a:lnTo>
                  <a:lnTo>
                    <a:pt x="6732909" y="269387"/>
                  </a:lnTo>
                  <a:lnTo>
                    <a:pt x="6733054" y="269387"/>
                  </a:lnTo>
                  <a:lnTo>
                    <a:pt x="6733054" y="268763"/>
                  </a:lnTo>
                  <a:lnTo>
                    <a:pt x="6733200" y="268763"/>
                  </a:lnTo>
                  <a:lnTo>
                    <a:pt x="6733345" y="268763"/>
                  </a:lnTo>
                  <a:lnTo>
                    <a:pt x="6733491" y="268763"/>
                  </a:lnTo>
                  <a:lnTo>
                    <a:pt x="6733636" y="268763"/>
                  </a:lnTo>
                  <a:lnTo>
                    <a:pt x="6733782" y="268763"/>
                  </a:lnTo>
                  <a:lnTo>
                    <a:pt x="6733927" y="268763"/>
                  </a:lnTo>
                  <a:lnTo>
                    <a:pt x="6734072" y="268763"/>
                  </a:lnTo>
                  <a:lnTo>
                    <a:pt x="6734218" y="268763"/>
                  </a:lnTo>
                  <a:lnTo>
                    <a:pt x="6734363" y="268763"/>
                  </a:lnTo>
                  <a:lnTo>
                    <a:pt x="6734509" y="268763"/>
                  </a:lnTo>
                  <a:lnTo>
                    <a:pt x="6734654" y="268763"/>
                  </a:lnTo>
                  <a:lnTo>
                    <a:pt x="6734800" y="268763"/>
                  </a:lnTo>
                  <a:lnTo>
                    <a:pt x="6734945" y="268763"/>
                  </a:lnTo>
                  <a:lnTo>
                    <a:pt x="6735090" y="268763"/>
                  </a:lnTo>
                  <a:lnTo>
                    <a:pt x="6735236" y="268763"/>
                  </a:lnTo>
                  <a:lnTo>
                    <a:pt x="6735381" y="268763"/>
                  </a:lnTo>
                  <a:lnTo>
                    <a:pt x="6735527" y="268763"/>
                  </a:lnTo>
                  <a:lnTo>
                    <a:pt x="6735527" y="268140"/>
                  </a:lnTo>
                  <a:lnTo>
                    <a:pt x="6735672" y="268140"/>
                  </a:lnTo>
                  <a:lnTo>
                    <a:pt x="6735818" y="268140"/>
                  </a:lnTo>
                  <a:lnTo>
                    <a:pt x="6735963" y="268140"/>
                  </a:lnTo>
                  <a:lnTo>
                    <a:pt x="6736108" y="268140"/>
                  </a:lnTo>
                  <a:lnTo>
                    <a:pt x="6736254" y="268140"/>
                  </a:lnTo>
                  <a:lnTo>
                    <a:pt x="6736399" y="268140"/>
                  </a:lnTo>
                  <a:lnTo>
                    <a:pt x="6736545" y="268140"/>
                  </a:lnTo>
                  <a:lnTo>
                    <a:pt x="6736690" y="268140"/>
                  </a:lnTo>
                  <a:lnTo>
                    <a:pt x="6736836" y="268140"/>
                  </a:lnTo>
                  <a:lnTo>
                    <a:pt x="6736981" y="268140"/>
                  </a:lnTo>
                  <a:lnTo>
                    <a:pt x="6737126" y="268140"/>
                  </a:lnTo>
                  <a:lnTo>
                    <a:pt x="6737272" y="268140"/>
                  </a:lnTo>
                  <a:lnTo>
                    <a:pt x="6737417" y="268140"/>
                  </a:lnTo>
                  <a:lnTo>
                    <a:pt x="6737563" y="268140"/>
                  </a:lnTo>
                  <a:lnTo>
                    <a:pt x="6737708" y="268140"/>
                  </a:lnTo>
                  <a:lnTo>
                    <a:pt x="6737854" y="268140"/>
                  </a:lnTo>
                  <a:lnTo>
                    <a:pt x="6737999" y="268140"/>
                  </a:lnTo>
                  <a:lnTo>
                    <a:pt x="6738144" y="268140"/>
                  </a:lnTo>
                  <a:lnTo>
                    <a:pt x="6738290" y="268140"/>
                  </a:lnTo>
                  <a:lnTo>
                    <a:pt x="6738435" y="268140"/>
                  </a:lnTo>
                  <a:lnTo>
                    <a:pt x="6738581" y="268140"/>
                  </a:lnTo>
                  <a:lnTo>
                    <a:pt x="6738726" y="268140"/>
                  </a:lnTo>
                  <a:lnTo>
                    <a:pt x="6738726" y="267516"/>
                  </a:lnTo>
                  <a:lnTo>
                    <a:pt x="6738871" y="267516"/>
                  </a:lnTo>
                  <a:lnTo>
                    <a:pt x="6739017" y="267516"/>
                  </a:lnTo>
                  <a:lnTo>
                    <a:pt x="6739162" y="267516"/>
                  </a:lnTo>
                  <a:lnTo>
                    <a:pt x="6739308" y="267516"/>
                  </a:lnTo>
                  <a:lnTo>
                    <a:pt x="6739453" y="267516"/>
                  </a:lnTo>
                  <a:lnTo>
                    <a:pt x="6739599" y="267516"/>
                  </a:lnTo>
                  <a:lnTo>
                    <a:pt x="6739744" y="267516"/>
                  </a:lnTo>
                  <a:lnTo>
                    <a:pt x="6739889" y="267516"/>
                  </a:lnTo>
                  <a:lnTo>
                    <a:pt x="6740035" y="267516"/>
                  </a:lnTo>
                  <a:lnTo>
                    <a:pt x="6740180" y="267516"/>
                  </a:lnTo>
                  <a:lnTo>
                    <a:pt x="6740180" y="266893"/>
                  </a:lnTo>
                  <a:lnTo>
                    <a:pt x="6740326" y="266893"/>
                  </a:lnTo>
                  <a:lnTo>
                    <a:pt x="6740471" y="266893"/>
                  </a:lnTo>
                  <a:lnTo>
                    <a:pt x="6740617" y="266893"/>
                  </a:lnTo>
                  <a:lnTo>
                    <a:pt x="6740762" y="266893"/>
                  </a:lnTo>
                  <a:lnTo>
                    <a:pt x="6740907" y="266893"/>
                  </a:lnTo>
                  <a:lnTo>
                    <a:pt x="6741053" y="266893"/>
                  </a:lnTo>
                  <a:lnTo>
                    <a:pt x="6741198" y="266893"/>
                  </a:lnTo>
                  <a:lnTo>
                    <a:pt x="6741344" y="266893"/>
                  </a:lnTo>
                  <a:lnTo>
                    <a:pt x="6741489" y="266893"/>
                  </a:lnTo>
                  <a:lnTo>
                    <a:pt x="6741635" y="266893"/>
                  </a:lnTo>
                  <a:lnTo>
                    <a:pt x="6741780" y="266893"/>
                  </a:lnTo>
                  <a:lnTo>
                    <a:pt x="6741925" y="266893"/>
                  </a:lnTo>
                  <a:lnTo>
                    <a:pt x="6742071" y="266893"/>
                  </a:lnTo>
                  <a:lnTo>
                    <a:pt x="6742216" y="266893"/>
                  </a:lnTo>
                  <a:lnTo>
                    <a:pt x="6742216" y="266269"/>
                  </a:lnTo>
                  <a:lnTo>
                    <a:pt x="6742362" y="266269"/>
                  </a:lnTo>
                  <a:lnTo>
                    <a:pt x="6742507" y="266269"/>
                  </a:lnTo>
                  <a:lnTo>
                    <a:pt x="6742653" y="266269"/>
                  </a:lnTo>
                  <a:lnTo>
                    <a:pt x="6742798" y="266269"/>
                  </a:lnTo>
                  <a:lnTo>
                    <a:pt x="6742943" y="266269"/>
                  </a:lnTo>
                  <a:lnTo>
                    <a:pt x="6743089" y="266269"/>
                  </a:lnTo>
                  <a:lnTo>
                    <a:pt x="6743234" y="266269"/>
                  </a:lnTo>
                  <a:lnTo>
                    <a:pt x="6743234" y="265646"/>
                  </a:lnTo>
                  <a:lnTo>
                    <a:pt x="6743380" y="265646"/>
                  </a:lnTo>
                  <a:lnTo>
                    <a:pt x="6743525" y="265646"/>
                  </a:lnTo>
                  <a:lnTo>
                    <a:pt x="6743671" y="265646"/>
                  </a:lnTo>
                  <a:lnTo>
                    <a:pt x="6743816" y="265646"/>
                  </a:lnTo>
                  <a:lnTo>
                    <a:pt x="6743961" y="265646"/>
                  </a:lnTo>
                  <a:lnTo>
                    <a:pt x="6744107" y="265646"/>
                  </a:lnTo>
                  <a:lnTo>
                    <a:pt x="6744252" y="265646"/>
                  </a:lnTo>
                  <a:lnTo>
                    <a:pt x="6744398" y="265646"/>
                  </a:lnTo>
                  <a:lnTo>
                    <a:pt x="6744543" y="265646"/>
                  </a:lnTo>
                  <a:lnTo>
                    <a:pt x="6744689" y="265646"/>
                  </a:lnTo>
                  <a:lnTo>
                    <a:pt x="6744834" y="265646"/>
                  </a:lnTo>
                  <a:lnTo>
                    <a:pt x="6744979" y="265646"/>
                  </a:lnTo>
                  <a:lnTo>
                    <a:pt x="6745125" y="265646"/>
                  </a:lnTo>
                  <a:lnTo>
                    <a:pt x="6745270" y="265646"/>
                  </a:lnTo>
                  <a:lnTo>
                    <a:pt x="6745416" y="265646"/>
                  </a:lnTo>
                  <a:lnTo>
                    <a:pt x="6745561" y="265646"/>
                  </a:lnTo>
                  <a:lnTo>
                    <a:pt x="6745706" y="265646"/>
                  </a:lnTo>
                  <a:lnTo>
                    <a:pt x="6745852" y="265646"/>
                  </a:lnTo>
                  <a:lnTo>
                    <a:pt x="6745997" y="265646"/>
                  </a:lnTo>
                  <a:lnTo>
                    <a:pt x="6746143" y="265646"/>
                  </a:lnTo>
                  <a:lnTo>
                    <a:pt x="6746288" y="265646"/>
                  </a:lnTo>
                  <a:lnTo>
                    <a:pt x="6746434" y="265646"/>
                  </a:lnTo>
                  <a:lnTo>
                    <a:pt x="6746579" y="265646"/>
                  </a:lnTo>
                  <a:lnTo>
                    <a:pt x="6746724" y="265646"/>
                  </a:lnTo>
                  <a:lnTo>
                    <a:pt x="6746870" y="265646"/>
                  </a:lnTo>
                  <a:lnTo>
                    <a:pt x="6747015" y="265646"/>
                  </a:lnTo>
                  <a:lnTo>
                    <a:pt x="6747161" y="265646"/>
                  </a:lnTo>
                  <a:lnTo>
                    <a:pt x="6747306" y="265646"/>
                  </a:lnTo>
                  <a:lnTo>
                    <a:pt x="6747452" y="265646"/>
                  </a:lnTo>
                  <a:lnTo>
                    <a:pt x="6747597" y="265646"/>
                  </a:lnTo>
                  <a:lnTo>
                    <a:pt x="6747742" y="265646"/>
                  </a:lnTo>
                  <a:lnTo>
                    <a:pt x="6747888" y="265646"/>
                  </a:lnTo>
                  <a:lnTo>
                    <a:pt x="6748033" y="265646"/>
                  </a:lnTo>
                  <a:lnTo>
                    <a:pt x="6748033" y="265022"/>
                  </a:lnTo>
                  <a:lnTo>
                    <a:pt x="6748179" y="265022"/>
                  </a:lnTo>
                  <a:lnTo>
                    <a:pt x="6748179" y="264398"/>
                  </a:lnTo>
                  <a:lnTo>
                    <a:pt x="6748324" y="264398"/>
                  </a:lnTo>
                  <a:lnTo>
                    <a:pt x="6748470" y="264398"/>
                  </a:lnTo>
                  <a:lnTo>
                    <a:pt x="6748615" y="264398"/>
                  </a:lnTo>
                  <a:lnTo>
                    <a:pt x="6748760" y="264398"/>
                  </a:lnTo>
                  <a:lnTo>
                    <a:pt x="6748906" y="264398"/>
                  </a:lnTo>
                  <a:lnTo>
                    <a:pt x="6749051" y="264398"/>
                  </a:lnTo>
                  <a:lnTo>
                    <a:pt x="6749051" y="263775"/>
                  </a:lnTo>
                  <a:lnTo>
                    <a:pt x="6749197" y="263775"/>
                  </a:lnTo>
                  <a:lnTo>
                    <a:pt x="6749342" y="263775"/>
                  </a:lnTo>
                  <a:lnTo>
                    <a:pt x="6749488" y="263775"/>
                  </a:lnTo>
                  <a:lnTo>
                    <a:pt x="6749633" y="263775"/>
                  </a:lnTo>
                  <a:lnTo>
                    <a:pt x="6749778" y="263775"/>
                  </a:lnTo>
                  <a:lnTo>
                    <a:pt x="6749924" y="263775"/>
                  </a:lnTo>
                  <a:lnTo>
                    <a:pt x="6750069" y="263775"/>
                  </a:lnTo>
                  <a:lnTo>
                    <a:pt x="6750215" y="263775"/>
                  </a:lnTo>
                  <a:lnTo>
                    <a:pt x="6750360" y="263775"/>
                  </a:lnTo>
                  <a:lnTo>
                    <a:pt x="6750506" y="263775"/>
                  </a:lnTo>
                  <a:lnTo>
                    <a:pt x="6750651" y="263775"/>
                  </a:lnTo>
                  <a:lnTo>
                    <a:pt x="6750796" y="263775"/>
                  </a:lnTo>
                  <a:lnTo>
                    <a:pt x="6750942" y="263775"/>
                  </a:lnTo>
                  <a:lnTo>
                    <a:pt x="6751087" y="263775"/>
                  </a:lnTo>
                  <a:lnTo>
                    <a:pt x="6751233" y="263775"/>
                  </a:lnTo>
                  <a:lnTo>
                    <a:pt x="6751378" y="263775"/>
                  </a:lnTo>
                  <a:lnTo>
                    <a:pt x="6751524" y="263775"/>
                  </a:lnTo>
                  <a:lnTo>
                    <a:pt x="6751669" y="263775"/>
                  </a:lnTo>
                  <a:lnTo>
                    <a:pt x="6751814" y="263775"/>
                  </a:lnTo>
                  <a:lnTo>
                    <a:pt x="6751960" y="263775"/>
                  </a:lnTo>
                  <a:lnTo>
                    <a:pt x="6752105" y="263775"/>
                  </a:lnTo>
                  <a:lnTo>
                    <a:pt x="6752251" y="263775"/>
                  </a:lnTo>
                  <a:lnTo>
                    <a:pt x="6752396" y="263775"/>
                  </a:lnTo>
                  <a:lnTo>
                    <a:pt x="6752541" y="263775"/>
                  </a:lnTo>
                  <a:lnTo>
                    <a:pt x="6752687" y="263775"/>
                  </a:lnTo>
                  <a:lnTo>
                    <a:pt x="6752832" y="263775"/>
                  </a:lnTo>
                  <a:lnTo>
                    <a:pt x="6752978" y="263775"/>
                  </a:lnTo>
                  <a:lnTo>
                    <a:pt x="6753123" y="263775"/>
                  </a:lnTo>
                  <a:lnTo>
                    <a:pt x="6753269" y="263775"/>
                  </a:lnTo>
                  <a:lnTo>
                    <a:pt x="6753414" y="263775"/>
                  </a:lnTo>
                  <a:lnTo>
                    <a:pt x="6753559" y="263775"/>
                  </a:lnTo>
                  <a:lnTo>
                    <a:pt x="6753705" y="263775"/>
                  </a:lnTo>
                  <a:lnTo>
                    <a:pt x="6753850" y="263775"/>
                  </a:lnTo>
                  <a:lnTo>
                    <a:pt x="6753996" y="263775"/>
                  </a:lnTo>
                  <a:lnTo>
                    <a:pt x="6754141" y="263775"/>
                  </a:lnTo>
                  <a:lnTo>
                    <a:pt x="6754287" y="263775"/>
                  </a:lnTo>
                  <a:lnTo>
                    <a:pt x="6754432" y="263775"/>
                  </a:lnTo>
                  <a:lnTo>
                    <a:pt x="6754577" y="263775"/>
                  </a:lnTo>
                  <a:lnTo>
                    <a:pt x="6754723" y="263775"/>
                  </a:lnTo>
                  <a:lnTo>
                    <a:pt x="6754868" y="263775"/>
                  </a:lnTo>
                  <a:lnTo>
                    <a:pt x="6755014" y="263775"/>
                  </a:lnTo>
                  <a:lnTo>
                    <a:pt x="6755159" y="263775"/>
                  </a:lnTo>
                  <a:lnTo>
                    <a:pt x="6755305" y="263775"/>
                  </a:lnTo>
                  <a:lnTo>
                    <a:pt x="6755450" y="263775"/>
                  </a:lnTo>
                  <a:lnTo>
                    <a:pt x="6755595" y="263775"/>
                  </a:lnTo>
                  <a:lnTo>
                    <a:pt x="6755741" y="263775"/>
                  </a:lnTo>
                  <a:lnTo>
                    <a:pt x="6755886" y="263775"/>
                  </a:lnTo>
                  <a:lnTo>
                    <a:pt x="6756032" y="263775"/>
                  </a:lnTo>
                  <a:lnTo>
                    <a:pt x="6756177" y="263775"/>
                  </a:lnTo>
                  <a:lnTo>
                    <a:pt x="6756177" y="263151"/>
                  </a:lnTo>
                  <a:lnTo>
                    <a:pt x="6756323" y="263151"/>
                  </a:lnTo>
                  <a:lnTo>
                    <a:pt x="6756468" y="263151"/>
                  </a:lnTo>
                  <a:lnTo>
                    <a:pt x="6756613" y="263151"/>
                  </a:lnTo>
                  <a:lnTo>
                    <a:pt x="6756759" y="263151"/>
                  </a:lnTo>
                  <a:lnTo>
                    <a:pt x="6756904" y="263151"/>
                  </a:lnTo>
                  <a:lnTo>
                    <a:pt x="6757050" y="263151"/>
                  </a:lnTo>
                  <a:lnTo>
                    <a:pt x="6757195" y="263151"/>
                  </a:lnTo>
                  <a:lnTo>
                    <a:pt x="6757341" y="263151"/>
                  </a:lnTo>
                  <a:lnTo>
                    <a:pt x="6757486" y="263151"/>
                  </a:lnTo>
                  <a:lnTo>
                    <a:pt x="6757631" y="263151"/>
                  </a:lnTo>
                  <a:lnTo>
                    <a:pt x="6757777" y="263151"/>
                  </a:lnTo>
                  <a:lnTo>
                    <a:pt x="6757922" y="263151"/>
                  </a:lnTo>
                  <a:lnTo>
                    <a:pt x="6758068" y="263151"/>
                  </a:lnTo>
                  <a:lnTo>
                    <a:pt x="6758213" y="263151"/>
                  </a:lnTo>
                  <a:lnTo>
                    <a:pt x="6758359" y="263151"/>
                  </a:lnTo>
                  <a:lnTo>
                    <a:pt x="6758504" y="263151"/>
                  </a:lnTo>
                  <a:lnTo>
                    <a:pt x="6758649" y="263151"/>
                  </a:lnTo>
                  <a:lnTo>
                    <a:pt x="6758795" y="263151"/>
                  </a:lnTo>
                  <a:lnTo>
                    <a:pt x="6758795" y="262528"/>
                  </a:lnTo>
                  <a:lnTo>
                    <a:pt x="6758940" y="262528"/>
                  </a:lnTo>
                  <a:lnTo>
                    <a:pt x="6759086" y="262528"/>
                  </a:lnTo>
                  <a:lnTo>
                    <a:pt x="6759231" y="262528"/>
                  </a:lnTo>
                  <a:lnTo>
                    <a:pt x="6759376" y="262528"/>
                  </a:lnTo>
                  <a:lnTo>
                    <a:pt x="6759522" y="262528"/>
                  </a:lnTo>
                  <a:lnTo>
                    <a:pt x="6759667" y="262528"/>
                  </a:lnTo>
                  <a:lnTo>
                    <a:pt x="6759813" y="262528"/>
                  </a:lnTo>
                  <a:lnTo>
                    <a:pt x="6759958" y="262528"/>
                  </a:lnTo>
                  <a:lnTo>
                    <a:pt x="6760104" y="262528"/>
                  </a:lnTo>
                  <a:lnTo>
                    <a:pt x="6760249" y="262528"/>
                  </a:lnTo>
                  <a:lnTo>
                    <a:pt x="6760394" y="262528"/>
                  </a:lnTo>
                  <a:lnTo>
                    <a:pt x="6760540" y="262528"/>
                  </a:lnTo>
                  <a:lnTo>
                    <a:pt x="6760685" y="262528"/>
                  </a:lnTo>
                  <a:lnTo>
                    <a:pt x="6760831" y="262528"/>
                  </a:lnTo>
                  <a:lnTo>
                    <a:pt x="6760976" y="262528"/>
                  </a:lnTo>
                  <a:lnTo>
                    <a:pt x="6761122" y="262528"/>
                  </a:lnTo>
                  <a:lnTo>
                    <a:pt x="6761267" y="262528"/>
                  </a:lnTo>
                  <a:lnTo>
                    <a:pt x="6761412" y="262528"/>
                  </a:lnTo>
                  <a:lnTo>
                    <a:pt x="6761558" y="262528"/>
                  </a:lnTo>
                  <a:lnTo>
                    <a:pt x="6761703" y="262528"/>
                  </a:lnTo>
                  <a:lnTo>
                    <a:pt x="6761849" y="262528"/>
                  </a:lnTo>
                  <a:lnTo>
                    <a:pt x="6761994" y="262528"/>
                  </a:lnTo>
                  <a:lnTo>
                    <a:pt x="6762140" y="262528"/>
                  </a:lnTo>
                  <a:lnTo>
                    <a:pt x="6762285" y="262528"/>
                  </a:lnTo>
                  <a:lnTo>
                    <a:pt x="6762430" y="262528"/>
                  </a:lnTo>
                  <a:lnTo>
                    <a:pt x="6762576" y="262528"/>
                  </a:lnTo>
                  <a:lnTo>
                    <a:pt x="6762721" y="262528"/>
                  </a:lnTo>
                  <a:lnTo>
                    <a:pt x="6762867" y="262528"/>
                  </a:lnTo>
                  <a:lnTo>
                    <a:pt x="6763012" y="262528"/>
                  </a:lnTo>
                  <a:lnTo>
                    <a:pt x="6763158" y="262528"/>
                  </a:lnTo>
                  <a:lnTo>
                    <a:pt x="6763303" y="262528"/>
                  </a:lnTo>
                  <a:lnTo>
                    <a:pt x="6763448" y="262528"/>
                  </a:lnTo>
                  <a:lnTo>
                    <a:pt x="6763594" y="262528"/>
                  </a:lnTo>
                  <a:lnTo>
                    <a:pt x="6763739" y="262528"/>
                  </a:lnTo>
                  <a:lnTo>
                    <a:pt x="6763885" y="262528"/>
                  </a:lnTo>
                  <a:lnTo>
                    <a:pt x="6764030" y="262528"/>
                  </a:lnTo>
                  <a:lnTo>
                    <a:pt x="6764176" y="262528"/>
                  </a:lnTo>
                  <a:lnTo>
                    <a:pt x="6764321" y="262528"/>
                  </a:lnTo>
                  <a:lnTo>
                    <a:pt x="6764466" y="262528"/>
                  </a:lnTo>
                  <a:lnTo>
                    <a:pt x="6764612" y="262528"/>
                  </a:lnTo>
                  <a:lnTo>
                    <a:pt x="6764757" y="262528"/>
                  </a:lnTo>
                  <a:lnTo>
                    <a:pt x="6764903" y="262528"/>
                  </a:lnTo>
                  <a:lnTo>
                    <a:pt x="6765048" y="262528"/>
                  </a:lnTo>
                  <a:lnTo>
                    <a:pt x="6765193" y="262528"/>
                  </a:lnTo>
                  <a:lnTo>
                    <a:pt x="6765339" y="262528"/>
                  </a:lnTo>
                  <a:lnTo>
                    <a:pt x="6765484" y="262528"/>
                  </a:lnTo>
                  <a:lnTo>
                    <a:pt x="6765630" y="262528"/>
                  </a:lnTo>
                  <a:lnTo>
                    <a:pt x="6765775" y="262528"/>
                  </a:lnTo>
                  <a:lnTo>
                    <a:pt x="6765921" y="262528"/>
                  </a:lnTo>
                  <a:lnTo>
                    <a:pt x="6766066" y="262528"/>
                  </a:lnTo>
                  <a:lnTo>
                    <a:pt x="6766066" y="261904"/>
                  </a:lnTo>
                  <a:lnTo>
                    <a:pt x="6766211" y="261904"/>
                  </a:lnTo>
                  <a:lnTo>
                    <a:pt x="6766357" y="261904"/>
                  </a:lnTo>
                  <a:lnTo>
                    <a:pt x="6766502" y="261904"/>
                  </a:lnTo>
                  <a:lnTo>
                    <a:pt x="6766648" y="261904"/>
                  </a:lnTo>
                  <a:lnTo>
                    <a:pt x="6766793" y="261904"/>
                  </a:lnTo>
                  <a:lnTo>
                    <a:pt x="6766939" y="261904"/>
                  </a:lnTo>
                  <a:lnTo>
                    <a:pt x="6767084" y="261904"/>
                  </a:lnTo>
                  <a:lnTo>
                    <a:pt x="6767229" y="261904"/>
                  </a:lnTo>
                  <a:lnTo>
                    <a:pt x="6767375" y="261904"/>
                  </a:lnTo>
                  <a:lnTo>
                    <a:pt x="6767520" y="261904"/>
                  </a:lnTo>
                  <a:lnTo>
                    <a:pt x="6767666" y="261904"/>
                  </a:lnTo>
                  <a:lnTo>
                    <a:pt x="6767811" y="261904"/>
                  </a:lnTo>
                  <a:lnTo>
                    <a:pt x="6767957" y="261904"/>
                  </a:lnTo>
                  <a:lnTo>
                    <a:pt x="6768102" y="261904"/>
                  </a:lnTo>
                  <a:lnTo>
                    <a:pt x="6768247" y="261904"/>
                  </a:lnTo>
                  <a:lnTo>
                    <a:pt x="6768393" y="261904"/>
                  </a:lnTo>
                  <a:lnTo>
                    <a:pt x="6768538" y="261904"/>
                  </a:lnTo>
                  <a:lnTo>
                    <a:pt x="6768684" y="261904"/>
                  </a:lnTo>
                  <a:lnTo>
                    <a:pt x="6768829" y="261904"/>
                  </a:lnTo>
                  <a:lnTo>
                    <a:pt x="6768829" y="261280"/>
                  </a:lnTo>
                  <a:lnTo>
                    <a:pt x="6768975" y="261280"/>
                  </a:lnTo>
                  <a:lnTo>
                    <a:pt x="6769120" y="261280"/>
                  </a:lnTo>
                  <a:lnTo>
                    <a:pt x="6769265" y="261280"/>
                  </a:lnTo>
                  <a:lnTo>
                    <a:pt x="6769411" y="261280"/>
                  </a:lnTo>
                  <a:lnTo>
                    <a:pt x="6769556" y="261280"/>
                  </a:lnTo>
                  <a:lnTo>
                    <a:pt x="6769702" y="261280"/>
                  </a:lnTo>
                  <a:lnTo>
                    <a:pt x="6769847" y="261280"/>
                  </a:lnTo>
                  <a:lnTo>
                    <a:pt x="6769993" y="261280"/>
                  </a:lnTo>
                  <a:lnTo>
                    <a:pt x="6769993" y="260657"/>
                  </a:lnTo>
                  <a:lnTo>
                    <a:pt x="6770138" y="260657"/>
                  </a:lnTo>
                  <a:lnTo>
                    <a:pt x="6770283" y="260657"/>
                  </a:lnTo>
                  <a:lnTo>
                    <a:pt x="6770429" y="260657"/>
                  </a:lnTo>
                  <a:lnTo>
                    <a:pt x="6770574" y="260657"/>
                  </a:lnTo>
                  <a:lnTo>
                    <a:pt x="6770720" y="260657"/>
                  </a:lnTo>
                  <a:lnTo>
                    <a:pt x="6770865" y="260657"/>
                  </a:lnTo>
                  <a:lnTo>
                    <a:pt x="6771011" y="260657"/>
                  </a:lnTo>
                  <a:lnTo>
                    <a:pt x="6771156" y="260657"/>
                  </a:lnTo>
                  <a:lnTo>
                    <a:pt x="6771301" y="260657"/>
                  </a:lnTo>
                  <a:lnTo>
                    <a:pt x="6771447" y="260657"/>
                  </a:lnTo>
                  <a:lnTo>
                    <a:pt x="6771592" y="260657"/>
                  </a:lnTo>
                  <a:lnTo>
                    <a:pt x="6771738" y="260657"/>
                  </a:lnTo>
                  <a:lnTo>
                    <a:pt x="6771883" y="260657"/>
                  </a:lnTo>
                  <a:lnTo>
                    <a:pt x="6772028" y="260657"/>
                  </a:lnTo>
                  <a:lnTo>
                    <a:pt x="6772028" y="260033"/>
                  </a:lnTo>
                  <a:lnTo>
                    <a:pt x="6772174" y="260033"/>
                  </a:lnTo>
                  <a:lnTo>
                    <a:pt x="6772319" y="260033"/>
                  </a:lnTo>
                  <a:lnTo>
                    <a:pt x="6772465" y="260033"/>
                  </a:lnTo>
                  <a:lnTo>
                    <a:pt x="6772610" y="260033"/>
                  </a:lnTo>
                  <a:lnTo>
                    <a:pt x="6772756" y="260033"/>
                  </a:lnTo>
                  <a:lnTo>
                    <a:pt x="6772901" y="260033"/>
                  </a:lnTo>
                  <a:lnTo>
                    <a:pt x="6773046" y="260033"/>
                  </a:lnTo>
                  <a:lnTo>
                    <a:pt x="6773192" y="260033"/>
                  </a:lnTo>
                  <a:lnTo>
                    <a:pt x="6773337" y="260033"/>
                  </a:lnTo>
                  <a:lnTo>
                    <a:pt x="6773483" y="260033"/>
                  </a:lnTo>
                  <a:lnTo>
                    <a:pt x="6773628" y="260033"/>
                  </a:lnTo>
                  <a:lnTo>
                    <a:pt x="6773774" y="260033"/>
                  </a:lnTo>
                  <a:lnTo>
                    <a:pt x="6773919" y="260033"/>
                  </a:lnTo>
                  <a:lnTo>
                    <a:pt x="6773919" y="259410"/>
                  </a:lnTo>
                  <a:lnTo>
                    <a:pt x="6773919" y="258786"/>
                  </a:lnTo>
                  <a:lnTo>
                    <a:pt x="6774064" y="258786"/>
                  </a:lnTo>
                  <a:lnTo>
                    <a:pt x="6774210" y="258786"/>
                  </a:lnTo>
                  <a:lnTo>
                    <a:pt x="6774355" y="258786"/>
                  </a:lnTo>
                  <a:lnTo>
                    <a:pt x="6774501" y="258786"/>
                  </a:lnTo>
                  <a:lnTo>
                    <a:pt x="6774646" y="258786"/>
                  </a:lnTo>
                  <a:lnTo>
                    <a:pt x="6774792" y="258786"/>
                  </a:lnTo>
                  <a:lnTo>
                    <a:pt x="6774937" y="258786"/>
                  </a:lnTo>
                  <a:lnTo>
                    <a:pt x="6774937" y="258163"/>
                  </a:lnTo>
                  <a:lnTo>
                    <a:pt x="6775082" y="258163"/>
                  </a:lnTo>
                  <a:lnTo>
                    <a:pt x="6775228" y="258163"/>
                  </a:lnTo>
                  <a:lnTo>
                    <a:pt x="6775373" y="258163"/>
                  </a:lnTo>
                  <a:lnTo>
                    <a:pt x="6775519" y="258163"/>
                  </a:lnTo>
                  <a:lnTo>
                    <a:pt x="6775664" y="258163"/>
                  </a:lnTo>
                  <a:lnTo>
                    <a:pt x="6775810" y="258163"/>
                  </a:lnTo>
                  <a:lnTo>
                    <a:pt x="6775955" y="258163"/>
                  </a:lnTo>
                  <a:lnTo>
                    <a:pt x="6776100" y="258163"/>
                  </a:lnTo>
                  <a:lnTo>
                    <a:pt x="6776246" y="258163"/>
                  </a:lnTo>
                  <a:lnTo>
                    <a:pt x="6776391" y="258163"/>
                  </a:lnTo>
                  <a:lnTo>
                    <a:pt x="6776537" y="258163"/>
                  </a:lnTo>
                  <a:lnTo>
                    <a:pt x="6776682" y="258163"/>
                  </a:lnTo>
                  <a:lnTo>
                    <a:pt x="6776828" y="258163"/>
                  </a:lnTo>
                  <a:lnTo>
                    <a:pt x="6776973" y="258163"/>
                  </a:lnTo>
                  <a:lnTo>
                    <a:pt x="6777118" y="258163"/>
                  </a:lnTo>
                  <a:lnTo>
                    <a:pt x="6777264" y="258163"/>
                  </a:lnTo>
                  <a:lnTo>
                    <a:pt x="6777409" y="258163"/>
                  </a:lnTo>
                  <a:lnTo>
                    <a:pt x="6777555" y="258163"/>
                  </a:lnTo>
                  <a:lnTo>
                    <a:pt x="6777555" y="257539"/>
                  </a:lnTo>
                  <a:lnTo>
                    <a:pt x="6777555" y="256915"/>
                  </a:lnTo>
                  <a:lnTo>
                    <a:pt x="6777700" y="256915"/>
                  </a:lnTo>
                  <a:lnTo>
                    <a:pt x="6777846" y="256915"/>
                  </a:lnTo>
                  <a:lnTo>
                    <a:pt x="6777991" y="256915"/>
                  </a:lnTo>
                  <a:lnTo>
                    <a:pt x="6778136" y="256915"/>
                  </a:lnTo>
                  <a:lnTo>
                    <a:pt x="6778282" y="256915"/>
                  </a:lnTo>
                  <a:lnTo>
                    <a:pt x="6778427" y="256915"/>
                  </a:lnTo>
                  <a:lnTo>
                    <a:pt x="6778573" y="256915"/>
                  </a:lnTo>
                  <a:lnTo>
                    <a:pt x="6778718" y="256915"/>
                  </a:lnTo>
                  <a:lnTo>
                    <a:pt x="6778863" y="256915"/>
                  </a:lnTo>
                  <a:lnTo>
                    <a:pt x="6779009" y="256915"/>
                  </a:lnTo>
                  <a:lnTo>
                    <a:pt x="6779154" y="256915"/>
                  </a:lnTo>
                  <a:lnTo>
                    <a:pt x="6779300" y="256915"/>
                  </a:lnTo>
                  <a:lnTo>
                    <a:pt x="6779445" y="256915"/>
                  </a:lnTo>
                  <a:lnTo>
                    <a:pt x="6779591" y="256915"/>
                  </a:lnTo>
                  <a:lnTo>
                    <a:pt x="6779736" y="256915"/>
                  </a:lnTo>
                  <a:lnTo>
                    <a:pt x="6779881" y="256915"/>
                  </a:lnTo>
                  <a:lnTo>
                    <a:pt x="6780027" y="256915"/>
                  </a:lnTo>
                  <a:lnTo>
                    <a:pt x="6780172" y="256915"/>
                  </a:lnTo>
                  <a:lnTo>
                    <a:pt x="6780318" y="256915"/>
                  </a:lnTo>
                  <a:lnTo>
                    <a:pt x="6780463" y="256915"/>
                  </a:lnTo>
                  <a:lnTo>
                    <a:pt x="6780463" y="256292"/>
                  </a:lnTo>
                  <a:lnTo>
                    <a:pt x="6780609" y="256292"/>
                  </a:lnTo>
                  <a:lnTo>
                    <a:pt x="6780754" y="256292"/>
                  </a:lnTo>
                  <a:lnTo>
                    <a:pt x="6780899" y="256292"/>
                  </a:lnTo>
                  <a:lnTo>
                    <a:pt x="6781045" y="256292"/>
                  </a:lnTo>
                  <a:lnTo>
                    <a:pt x="6781190" y="256292"/>
                  </a:lnTo>
                  <a:lnTo>
                    <a:pt x="6781336" y="256292"/>
                  </a:lnTo>
                  <a:lnTo>
                    <a:pt x="6781481" y="256292"/>
                  </a:lnTo>
                  <a:lnTo>
                    <a:pt x="6781627" y="256292"/>
                  </a:lnTo>
                  <a:lnTo>
                    <a:pt x="6781772" y="256292"/>
                  </a:lnTo>
                  <a:lnTo>
                    <a:pt x="6781917" y="256292"/>
                  </a:lnTo>
                  <a:lnTo>
                    <a:pt x="6781917" y="255668"/>
                  </a:lnTo>
                  <a:lnTo>
                    <a:pt x="6782063" y="255668"/>
                  </a:lnTo>
                  <a:lnTo>
                    <a:pt x="6782208" y="255668"/>
                  </a:lnTo>
                  <a:lnTo>
                    <a:pt x="6782354" y="255668"/>
                  </a:lnTo>
                  <a:lnTo>
                    <a:pt x="6782499" y="255668"/>
                  </a:lnTo>
                  <a:lnTo>
                    <a:pt x="6782645" y="255668"/>
                  </a:lnTo>
                  <a:lnTo>
                    <a:pt x="6782790" y="255668"/>
                  </a:lnTo>
                  <a:lnTo>
                    <a:pt x="6782935" y="255668"/>
                  </a:lnTo>
                  <a:lnTo>
                    <a:pt x="6783081" y="255668"/>
                  </a:lnTo>
                  <a:lnTo>
                    <a:pt x="6783226" y="255668"/>
                  </a:lnTo>
                  <a:lnTo>
                    <a:pt x="6783372" y="255668"/>
                  </a:lnTo>
                  <a:lnTo>
                    <a:pt x="6783517" y="255668"/>
                  </a:lnTo>
                  <a:lnTo>
                    <a:pt x="6783663" y="255668"/>
                  </a:lnTo>
                  <a:lnTo>
                    <a:pt x="6783808" y="255668"/>
                  </a:lnTo>
                  <a:lnTo>
                    <a:pt x="6783953" y="255668"/>
                  </a:lnTo>
                  <a:lnTo>
                    <a:pt x="6784099" y="255668"/>
                  </a:lnTo>
                  <a:lnTo>
                    <a:pt x="6784244" y="255668"/>
                  </a:lnTo>
                  <a:lnTo>
                    <a:pt x="6784390" y="255668"/>
                  </a:lnTo>
                  <a:lnTo>
                    <a:pt x="6784535" y="255668"/>
                  </a:lnTo>
                  <a:lnTo>
                    <a:pt x="6784681" y="255668"/>
                  </a:lnTo>
                  <a:lnTo>
                    <a:pt x="6784826" y="255668"/>
                  </a:lnTo>
                  <a:lnTo>
                    <a:pt x="6784971" y="255668"/>
                  </a:lnTo>
                  <a:lnTo>
                    <a:pt x="6785117" y="255668"/>
                  </a:lnTo>
                  <a:lnTo>
                    <a:pt x="6785262" y="255668"/>
                  </a:lnTo>
                  <a:lnTo>
                    <a:pt x="6785408" y="255668"/>
                  </a:lnTo>
                  <a:lnTo>
                    <a:pt x="6785553" y="255668"/>
                  </a:lnTo>
                  <a:lnTo>
                    <a:pt x="6785698" y="255668"/>
                  </a:lnTo>
                  <a:lnTo>
                    <a:pt x="6785844" y="255668"/>
                  </a:lnTo>
                  <a:lnTo>
                    <a:pt x="6785989" y="255668"/>
                  </a:lnTo>
                  <a:lnTo>
                    <a:pt x="6786135" y="255668"/>
                  </a:lnTo>
                  <a:lnTo>
                    <a:pt x="6786135" y="255045"/>
                  </a:lnTo>
                  <a:lnTo>
                    <a:pt x="6786280" y="255045"/>
                  </a:lnTo>
                  <a:lnTo>
                    <a:pt x="6786426" y="255045"/>
                  </a:lnTo>
                  <a:lnTo>
                    <a:pt x="6786571" y="255045"/>
                  </a:lnTo>
                  <a:lnTo>
                    <a:pt x="6786716" y="255045"/>
                  </a:lnTo>
                  <a:lnTo>
                    <a:pt x="6786862" y="255045"/>
                  </a:lnTo>
                  <a:lnTo>
                    <a:pt x="6787007" y="255045"/>
                  </a:lnTo>
                  <a:lnTo>
                    <a:pt x="6787153" y="255045"/>
                  </a:lnTo>
                  <a:lnTo>
                    <a:pt x="6787298" y="255045"/>
                  </a:lnTo>
                  <a:lnTo>
                    <a:pt x="6787444" y="255045"/>
                  </a:lnTo>
                  <a:lnTo>
                    <a:pt x="6787589" y="255045"/>
                  </a:lnTo>
                  <a:lnTo>
                    <a:pt x="6787734" y="255045"/>
                  </a:lnTo>
                  <a:lnTo>
                    <a:pt x="6787880" y="255045"/>
                  </a:lnTo>
                  <a:lnTo>
                    <a:pt x="6788025" y="255045"/>
                  </a:lnTo>
                  <a:lnTo>
                    <a:pt x="6788171" y="255045"/>
                  </a:lnTo>
                  <a:lnTo>
                    <a:pt x="6788316" y="255045"/>
                  </a:lnTo>
                  <a:lnTo>
                    <a:pt x="6788462" y="255045"/>
                  </a:lnTo>
                  <a:lnTo>
                    <a:pt x="6788607" y="255045"/>
                  </a:lnTo>
                  <a:lnTo>
                    <a:pt x="6788752" y="255045"/>
                  </a:lnTo>
                  <a:lnTo>
                    <a:pt x="6788898" y="255045"/>
                  </a:lnTo>
                  <a:lnTo>
                    <a:pt x="6789043" y="255045"/>
                  </a:lnTo>
                  <a:lnTo>
                    <a:pt x="6789189" y="255045"/>
                  </a:lnTo>
                  <a:lnTo>
                    <a:pt x="6789334" y="255045"/>
                  </a:lnTo>
                  <a:lnTo>
                    <a:pt x="6789334" y="254421"/>
                  </a:lnTo>
                  <a:lnTo>
                    <a:pt x="6789480" y="254421"/>
                  </a:lnTo>
                  <a:lnTo>
                    <a:pt x="6789625" y="254421"/>
                  </a:lnTo>
                  <a:lnTo>
                    <a:pt x="6789770" y="254421"/>
                  </a:lnTo>
                  <a:lnTo>
                    <a:pt x="6789916" y="254421"/>
                  </a:lnTo>
                  <a:lnTo>
                    <a:pt x="6790061" y="254421"/>
                  </a:lnTo>
                  <a:lnTo>
                    <a:pt x="6790207" y="254421"/>
                  </a:lnTo>
                  <a:lnTo>
                    <a:pt x="6790352" y="254421"/>
                  </a:lnTo>
                  <a:lnTo>
                    <a:pt x="6790498" y="254421"/>
                  </a:lnTo>
                  <a:lnTo>
                    <a:pt x="6790643" y="254421"/>
                  </a:lnTo>
                  <a:lnTo>
                    <a:pt x="6790788" y="254421"/>
                  </a:lnTo>
                  <a:lnTo>
                    <a:pt x="6790934" y="254421"/>
                  </a:lnTo>
                  <a:lnTo>
                    <a:pt x="6791079" y="254421"/>
                  </a:lnTo>
                  <a:lnTo>
                    <a:pt x="6791225" y="254421"/>
                  </a:lnTo>
                  <a:lnTo>
                    <a:pt x="6791370" y="254421"/>
                  </a:lnTo>
                  <a:lnTo>
                    <a:pt x="6791516" y="254421"/>
                  </a:lnTo>
                  <a:lnTo>
                    <a:pt x="6791661" y="254421"/>
                  </a:lnTo>
                  <a:lnTo>
                    <a:pt x="6791806" y="254421"/>
                  </a:lnTo>
                  <a:lnTo>
                    <a:pt x="6791952" y="254421"/>
                  </a:lnTo>
                  <a:lnTo>
                    <a:pt x="6792097" y="254421"/>
                  </a:lnTo>
                  <a:lnTo>
                    <a:pt x="6792243" y="254421"/>
                  </a:lnTo>
                  <a:lnTo>
                    <a:pt x="6792388" y="254421"/>
                  </a:lnTo>
                  <a:lnTo>
                    <a:pt x="6792388" y="253798"/>
                  </a:lnTo>
                  <a:lnTo>
                    <a:pt x="6792533" y="253798"/>
                  </a:lnTo>
                  <a:lnTo>
                    <a:pt x="6792679" y="253798"/>
                  </a:lnTo>
                  <a:lnTo>
                    <a:pt x="6792824" y="253798"/>
                  </a:lnTo>
                  <a:lnTo>
                    <a:pt x="6792970" y="253798"/>
                  </a:lnTo>
                  <a:lnTo>
                    <a:pt x="6793115" y="253798"/>
                  </a:lnTo>
                  <a:lnTo>
                    <a:pt x="6793261" y="253798"/>
                  </a:lnTo>
                  <a:lnTo>
                    <a:pt x="6793406" y="253798"/>
                  </a:lnTo>
                  <a:lnTo>
                    <a:pt x="6793551" y="253798"/>
                  </a:lnTo>
                  <a:lnTo>
                    <a:pt x="6793697" y="253798"/>
                  </a:lnTo>
                  <a:lnTo>
                    <a:pt x="6793842" y="253798"/>
                  </a:lnTo>
                  <a:lnTo>
                    <a:pt x="6793988" y="253798"/>
                  </a:lnTo>
                  <a:lnTo>
                    <a:pt x="6794133" y="253798"/>
                  </a:lnTo>
                  <a:lnTo>
                    <a:pt x="6794279" y="253798"/>
                  </a:lnTo>
                  <a:lnTo>
                    <a:pt x="6794424" y="253798"/>
                  </a:lnTo>
                  <a:lnTo>
                    <a:pt x="6794569" y="253798"/>
                  </a:lnTo>
                  <a:lnTo>
                    <a:pt x="6794715" y="253798"/>
                  </a:lnTo>
                  <a:lnTo>
                    <a:pt x="6794860" y="253798"/>
                  </a:lnTo>
                  <a:lnTo>
                    <a:pt x="6795006" y="253798"/>
                  </a:lnTo>
                  <a:lnTo>
                    <a:pt x="6795151" y="253798"/>
                  </a:lnTo>
                  <a:lnTo>
                    <a:pt x="6795151" y="253174"/>
                  </a:lnTo>
                  <a:lnTo>
                    <a:pt x="6795297" y="253174"/>
                  </a:lnTo>
                  <a:lnTo>
                    <a:pt x="6795442" y="253174"/>
                  </a:lnTo>
                  <a:lnTo>
                    <a:pt x="6795587" y="253174"/>
                  </a:lnTo>
                  <a:lnTo>
                    <a:pt x="6795733" y="253174"/>
                  </a:lnTo>
                  <a:lnTo>
                    <a:pt x="6795878" y="253174"/>
                  </a:lnTo>
                  <a:lnTo>
                    <a:pt x="6796024" y="253174"/>
                  </a:lnTo>
                  <a:lnTo>
                    <a:pt x="6796169" y="253174"/>
                  </a:lnTo>
                  <a:lnTo>
                    <a:pt x="6796315" y="253174"/>
                  </a:lnTo>
                  <a:lnTo>
                    <a:pt x="6796460" y="253174"/>
                  </a:lnTo>
                  <a:lnTo>
                    <a:pt x="6796605" y="253174"/>
                  </a:lnTo>
                  <a:lnTo>
                    <a:pt x="6796751" y="253174"/>
                  </a:lnTo>
                  <a:lnTo>
                    <a:pt x="6796896" y="253174"/>
                  </a:lnTo>
                  <a:lnTo>
                    <a:pt x="6797042" y="253174"/>
                  </a:lnTo>
                  <a:lnTo>
                    <a:pt x="6797187" y="253174"/>
                  </a:lnTo>
                  <a:lnTo>
                    <a:pt x="6797333" y="253174"/>
                  </a:lnTo>
                  <a:lnTo>
                    <a:pt x="6797478" y="253174"/>
                  </a:lnTo>
                  <a:lnTo>
                    <a:pt x="6797478" y="252550"/>
                  </a:lnTo>
                  <a:lnTo>
                    <a:pt x="6797623" y="252550"/>
                  </a:lnTo>
                  <a:lnTo>
                    <a:pt x="6797769" y="252550"/>
                  </a:lnTo>
                  <a:lnTo>
                    <a:pt x="6797914" y="252550"/>
                  </a:lnTo>
                  <a:lnTo>
                    <a:pt x="6798060" y="252550"/>
                  </a:lnTo>
                  <a:lnTo>
                    <a:pt x="6798205" y="252550"/>
                  </a:lnTo>
                  <a:lnTo>
                    <a:pt x="6798351" y="252550"/>
                  </a:lnTo>
                  <a:lnTo>
                    <a:pt x="6798496" y="252550"/>
                  </a:lnTo>
                  <a:lnTo>
                    <a:pt x="6798641" y="252550"/>
                  </a:lnTo>
                  <a:lnTo>
                    <a:pt x="6798787" y="252550"/>
                  </a:lnTo>
                  <a:lnTo>
                    <a:pt x="6798787" y="251927"/>
                  </a:lnTo>
                  <a:lnTo>
                    <a:pt x="6798932" y="251927"/>
                  </a:lnTo>
                  <a:lnTo>
                    <a:pt x="6799078" y="251927"/>
                  </a:lnTo>
                  <a:lnTo>
                    <a:pt x="6799078" y="251303"/>
                  </a:lnTo>
                  <a:lnTo>
                    <a:pt x="6799223" y="251303"/>
                  </a:lnTo>
                  <a:lnTo>
                    <a:pt x="6799368" y="251303"/>
                  </a:lnTo>
                  <a:lnTo>
                    <a:pt x="6799514" y="251303"/>
                  </a:lnTo>
                  <a:lnTo>
                    <a:pt x="6799659" y="251303"/>
                  </a:lnTo>
                  <a:lnTo>
                    <a:pt x="6799805" y="251303"/>
                  </a:lnTo>
                  <a:lnTo>
                    <a:pt x="6799950" y="251303"/>
                  </a:lnTo>
                  <a:lnTo>
                    <a:pt x="6800096" y="251303"/>
                  </a:lnTo>
                  <a:lnTo>
                    <a:pt x="6800241" y="251303"/>
                  </a:lnTo>
                  <a:lnTo>
                    <a:pt x="6800386" y="251303"/>
                  </a:lnTo>
                  <a:lnTo>
                    <a:pt x="6800532" y="251303"/>
                  </a:lnTo>
                  <a:lnTo>
                    <a:pt x="6800677" y="251303"/>
                  </a:lnTo>
                  <a:lnTo>
                    <a:pt x="6800823" y="251303"/>
                  </a:lnTo>
                  <a:lnTo>
                    <a:pt x="6800968" y="251303"/>
                  </a:lnTo>
                  <a:lnTo>
                    <a:pt x="6801114" y="251303"/>
                  </a:lnTo>
                  <a:lnTo>
                    <a:pt x="6801259" y="251303"/>
                  </a:lnTo>
                  <a:lnTo>
                    <a:pt x="6801404" y="251303"/>
                  </a:lnTo>
                  <a:lnTo>
                    <a:pt x="6801550" y="251303"/>
                  </a:lnTo>
                  <a:lnTo>
                    <a:pt x="6801695" y="251303"/>
                  </a:lnTo>
                  <a:lnTo>
                    <a:pt x="6801841" y="251303"/>
                  </a:lnTo>
                  <a:lnTo>
                    <a:pt x="6801986" y="251303"/>
                  </a:lnTo>
                  <a:lnTo>
                    <a:pt x="6802132" y="251303"/>
                  </a:lnTo>
                  <a:lnTo>
                    <a:pt x="6802277" y="251303"/>
                  </a:lnTo>
                  <a:lnTo>
                    <a:pt x="6802422" y="251303"/>
                  </a:lnTo>
                  <a:lnTo>
                    <a:pt x="6802568" y="251303"/>
                  </a:lnTo>
                  <a:lnTo>
                    <a:pt x="6802713" y="251303"/>
                  </a:lnTo>
                  <a:lnTo>
                    <a:pt x="6802859" y="251303"/>
                  </a:lnTo>
                  <a:lnTo>
                    <a:pt x="6803004" y="251303"/>
                  </a:lnTo>
                  <a:lnTo>
                    <a:pt x="6803150" y="251303"/>
                  </a:lnTo>
                  <a:lnTo>
                    <a:pt x="6803295" y="251303"/>
                  </a:lnTo>
                  <a:lnTo>
                    <a:pt x="6803440" y="251303"/>
                  </a:lnTo>
                  <a:lnTo>
                    <a:pt x="6803586" y="251303"/>
                  </a:lnTo>
                  <a:lnTo>
                    <a:pt x="6803731" y="251303"/>
                  </a:lnTo>
                  <a:lnTo>
                    <a:pt x="6803877" y="251303"/>
                  </a:lnTo>
                  <a:lnTo>
                    <a:pt x="6803877" y="250680"/>
                  </a:lnTo>
                  <a:lnTo>
                    <a:pt x="6804022" y="250680"/>
                  </a:lnTo>
                  <a:lnTo>
                    <a:pt x="6804168" y="250680"/>
                  </a:lnTo>
                  <a:lnTo>
                    <a:pt x="6804313" y="250680"/>
                  </a:lnTo>
                  <a:lnTo>
                    <a:pt x="6804458" y="250680"/>
                  </a:lnTo>
                  <a:lnTo>
                    <a:pt x="6804604" y="250680"/>
                  </a:lnTo>
                  <a:lnTo>
                    <a:pt x="6804749" y="250680"/>
                  </a:lnTo>
                  <a:lnTo>
                    <a:pt x="6804895" y="250680"/>
                  </a:lnTo>
                  <a:lnTo>
                    <a:pt x="6805040" y="250680"/>
                  </a:lnTo>
                  <a:lnTo>
                    <a:pt x="6805186" y="250680"/>
                  </a:lnTo>
                  <a:lnTo>
                    <a:pt x="6805331" y="250680"/>
                  </a:lnTo>
                  <a:lnTo>
                    <a:pt x="6805476" y="250680"/>
                  </a:lnTo>
                  <a:lnTo>
                    <a:pt x="6805622" y="250680"/>
                  </a:lnTo>
                  <a:lnTo>
                    <a:pt x="6805767" y="250680"/>
                  </a:lnTo>
                  <a:lnTo>
                    <a:pt x="6805913" y="250680"/>
                  </a:lnTo>
                  <a:lnTo>
                    <a:pt x="6806058" y="250680"/>
                  </a:lnTo>
                  <a:lnTo>
                    <a:pt x="6806203" y="250680"/>
                  </a:lnTo>
                  <a:lnTo>
                    <a:pt x="6806349" y="250680"/>
                  </a:lnTo>
                  <a:lnTo>
                    <a:pt x="6806494" y="250680"/>
                  </a:lnTo>
                  <a:lnTo>
                    <a:pt x="6806640" y="250680"/>
                  </a:lnTo>
                  <a:lnTo>
                    <a:pt x="6806785" y="250680"/>
                  </a:lnTo>
                  <a:lnTo>
                    <a:pt x="6806931" y="250680"/>
                  </a:lnTo>
                  <a:lnTo>
                    <a:pt x="6807076" y="250680"/>
                  </a:lnTo>
                  <a:lnTo>
                    <a:pt x="6807221" y="250680"/>
                  </a:lnTo>
                  <a:lnTo>
                    <a:pt x="6807367" y="250680"/>
                  </a:lnTo>
                  <a:lnTo>
                    <a:pt x="6807367" y="250056"/>
                  </a:lnTo>
                  <a:lnTo>
                    <a:pt x="6807512" y="250056"/>
                  </a:lnTo>
                  <a:lnTo>
                    <a:pt x="6807658" y="250056"/>
                  </a:lnTo>
                  <a:lnTo>
                    <a:pt x="6807803" y="250056"/>
                  </a:lnTo>
                  <a:lnTo>
                    <a:pt x="6807949" y="250056"/>
                  </a:lnTo>
                  <a:lnTo>
                    <a:pt x="6808094" y="250056"/>
                  </a:lnTo>
                  <a:lnTo>
                    <a:pt x="6808239" y="250056"/>
                  </a:lnTo>
                  <a:lnTo>
                    <a:pt x="6808385" y="250056"/>
                  </a:lnTo>
                  <a:lnTo>
                    <a:pt x="6808530" y="250056"/>
                  </a:lnTo>
                  <a:lnTo>
                    <a:pt x="6808676" y="250056"/>
                  </a:lnTo>
                  <a:lnTo>
                    <a:pt x="6808821" y="250056"/>
                  </a:lnTo>
                  <a:lnTo>
                    <a:pt x="6808967" y="250056"/>
                  </a:lnTo>
                  <a:lnTo>
                    <a:pt x="6809112" y="250056"/>
                  </a:lnTo>
                  <a:lnTo>
                    <a:pt x="6809112" y="249432"/>
                  </a:lnTo>
                  <a:lnTo>
                    <a:pt x="6809257" y="249432"/>
                  </a:lnTo>
                  <a:lnTo>
                    <a:pt x="6809403" y="249432"/>
                  </a:lnTo>
                  <a:lnTo>
                    <a:pt x="6809548" y="249432"/>
                  </a:lnTo>
                  <a:lnTo>
                    <a:pt x="6809694" y="249432"/>
                  </a:lnTo>
                  <a:lnTo>
                    <a:pt x="6809839" y="249432"/>
                  </a:lnTo>
                  <a:lnTo>
                    <a:pt x="6809985" y="249432"/>
                  </a:lnTo>
                  <a:lnTo>
                    <a:pt x="6810130" y="249432"/>
                  </a:lnTo>
                  <a:lnTo>
                    <a:pt x="6810275" y="249432"/>
                  </a:lnTo>
                  <a:lnTo>
                    <a:pt x="6810421" y="249432"/>
                  </a:lnTo>
                  <a:lnTo>
                    <a:pt x="6810566" y="249432"/>
                  </a:lnTo>
                  <a:lnTo>
                    <a:pt x="6810712" y="249432"/>
                  </a:lnTo>
                  <a:lnTo>
                    <a:pt x="6810857" y="249432"/>
                  </a:lnTo>
                  <a:lnTo>
                    <a:pt x="6811003" y="249432"/>
                  </a:lnTo>
                  <a:lnTo>
                    <a:pt x="6811148" y="249432"/>
                  </a:lnTo>
                  <a:lnTo>
                    <a:pt x="6811293" y="249432"/>
                  </a:lnTo>
                  <a:lnTo>
                    <a:pt x="6811439" y="249432"/>
                  </a:lnTo>
                  <a:lnTo>
                    <a:pt x="6811584" y="249432"/>
                  </a:lnTo>
                  <a:lnTo>
                    <a:pt x="6811730" y="249432"/>
                  </a:lnTo>
                  <a:lnTo>
                    <a:pt x="6811875" y="249432"/>
                  </a:lnTo>
                  <a:lnTo>
                    <a:pt x="6812021" y="249432"/>
                  </a:lnTo>
                  <a:lnTo>
                    <a:pt x="6812166" y="249432"/>
                  </a:lnTo>
                  <a:lnTo>
                    <a:pt x="6812311" y="249432"/>
                  </a:lnTo>
                  <a:lnTo>
                    <a:pt x="6812457" y="249432"/>
                  </a:lnTo>
                  <a:lnTo>
                    <a:pt x="6812457" y="248809"/>
                  </a:lnTo>
                  <a:lnTo>
                    <a:pt x="6812602" y="248809"/>
                  </a:lnTo>
                  <a:lnTo>
                    <a:pt x="6812748" y="248809"/>
                  </a:lnTo>
                  <a:lnTo>
                    <a:pt x="6812893" y="248809"/>
                  </a:lnTo>
                  <a:lnTo>
                    <a:pt x="6812893" y="248185"/>
                  </a:lnTo>
                  <a:lnTo>
                    <a:pt x="6813038" y="248185"/>
                  </a:lnTo>
                  <a:lnTo>
                    <a:pt x="6813184" y="248185"/>
                  </a:lnTo>
                  <a:lnTo>
                    <a:pt x="6813329" y="248185"/>
                  </a:lnTo>
                  <a:lnTo>
                    <a:pt x="6813475" y="248185"/>
                  </a:lnTo>
                  <a:lnTo>
                    <a:pt x="6813620" y="248185"/>
                  </a:lnTo>
                  <a:lnTo>
                    <a:pt x="6813766" y="248185"/>
                  </a:lnTo>
                  <a:lnTo>
                    <a:pt x="6813911" y="248185"/>
                  </a:lnTo>
                  <a:lnTo>
                    <a:pt x="6814056" y="248185"/>
                  </a:lnTo>
                  <a:lnTo>
                    <a:pt x="6814202" y="248185"/>
                  </a:lnTo>
                  <a:lnTo>
                    <a:pt x="6814347" y="248185"/>
                  </a:lnTo>
                  <a:lnTo>
                    <a:pt x="6814493" y="248185"/>
                  </a:lnTo>
                  <a:lnTo>
                    <a:pt x="6814638" y="248185"/>
                  </a:lnTo>
                  <a:lnTo>
                    <a:pt x="6814784" y="248185"/>
                  </a:lnTo>
                  <a:lnTo>
                    <a:pt x="6814929" y="248185"/>
                  </a:lnTo>
                  <a:lnTo>
                    <a:pt x="6815074" y="248185"/>
                  </a:lnTo>
                  <a:lnTo>
                    <a:pt x="6815220" y="248185"/>
                  </a:lnTo>
                  <a:lnTo>
                    <a:pt x="6815365" y="248185"/>
                  </a:lnTo>
                  <a:lnTo>
                    <a:pt x="6815511" y="248185"/>
                  </a:lnTo>
                  <a:lnTo>
                    <a:pt x="6815656" y="248185"/>
                  </a:lnTo>
                  <a:lnTo>
                    <a:pt x="6815802" y="248185"/>
                  </a:lnTo>
                  <a:lnTo>
                    <a:pt x="6815947" y="248185"/>
                  </a:lnTo>
                  <a:lnTo>
                    <a:pt x="6816092" y="248185"/>
                  </a:lnTo>
                  <a:lnTo>
                    <a:pt x="6816238" y="248185"/>
                  </a:lnTo>
                  <a:lnTo>
                    <a:pt x="6816383" y="248185"/>
                  </a:lnTo>
                  <a:lnTo>
                    <a:pt x="6816529" y="248185"/>
                  </a:lnTo>
                  <a:lnTo>
                    <a:pt x="6816674" y="248185"/>
                  </a:lnTo>
                  <a:lnTo>
                    <a:pt x="6816820" y="248185"/>
                  </a:lnTo>
                  <a:lnTo>
                    <a:pt x="6816965" y="248185"/>
                  </a:lnTo>
                  <a:lnTo>
                    <a:pt x="6817110" y="248185"/>
                  </a:lnTo>
                  <a:lnTo>
                    <a:pt x="6817256" y="248185"/>
                  </a:lnTo>
                  <a:lnTo>
                    <a:pt x="6817401" y="248185"/>
                  </a:lnTo>
                  <a:lnTo>
                    <a:pt x="6817547" y="248185"/>
                  </a:lnTo>
                  <a:lnTo>
                    <a:pt x="6817692" y="248185"/>
                  </a:lnTo>
                  <a:lnTo>
                    <a:pt x="6817838" y="248185"/>
                  </a:lnTo>
                  <a:lnTo>
                    <a:pt x="6817983" y="248185"/>
                  </a:lnTo>
                  <a:lnTo>
                    <a:pt x="6818128" y="248185"/>
                  </a:lnTo>
                  <a:lnTo>
                    <a:pt x="6818274" y="248185"/>
                  </a:lnTo>
                  <a:lnTo>
                    <a:pt x="6818419" y="248185"/>
                  </a:lnTo>
                  <a:lnTo>
                    <a:pt x="6818565" y="248185"/>
                  </a:lnTo>
                  <a:lnTo>
                    <a:pt x="6818710" y="248185"/>
                  </a:lnTo>
                  <a:lnTo>
                    <a:pt x="6818856" y="248185"/>
                  </a:lnTo>
                  <a:lnTo>
                    <a:pt x="6819001" y="248185"/>
                  </a:lnTo>
                  <a:lnTo>
                    <a:pt x="6819001" y="247562"/>
                  </a:lnTo>
                  <a:lnTo>
                    <a:pt x="6819146" y="247562"/>
                  </a:lnTo>
                  <a:lnTo>
                    <a:pt x="6819292" y="247562"/>
                  </a:lnTo>
                  <a:lnTo>
                    <a:pt x="6819437" y="247562"/>
                  </a:lnTo>
                  <a:lnTo>
                    <a:pt x="6819583" y="247562"/>
                  </a:lnTo>
                  <a:lnTo>
                    <a:pt x="6819583" y="246938"/>
                  </a:lnTo>
                  <a:lnTo>
                    <a:pt x="6819583" y="246315"/>
                  </a:lnTo>
                  <a:lnTo>
                    <a:pt x="6819728" y="246315"/>
                  </a:lnTo>
                  <a:lnTo>
                    <a:pt x="6819873" y="246315"/>
                  </a:lnTo>
                  <a:lnTo>
                    <a:pt x="6820019" y="246315"/>
                  </a:lnTo>
                  <a:lnTo>
                    <a:pt x="6820164" y="246315"/>
                  </a:lnTo>
                  <a:lnTo>
                    <a:pt x="6820164" y="245691"/>
                  </a:lnTo>
                  <a:lnTo>
                    <a:pt x="6820310" y="245691"/>
                  </a:lnTo>
                  <a:lnTo>
                    <a:pt x="6820455" y="245691"/>
                  </a:lnTo>
                  <a:lnTo>
                    <a:pt x="6820601" y="245691"/>
                  </a:lnTo>
                  <a:lnTo>
                    <a:pt x="6820746" y="245691"/>
                  </a:lnTo>
                  <a:lnTo>
                    <a:pt x="6820891" y="245691"/>
                  </a:lnTo>
                  <a:lnTo>
                    <a:pt x="6820891" y="245067"/>
                  </a:lnTo>
                  <a:lnTo>
                    <a:pt x="6821037" y="245067"/>
                  </a:lnTo>
                  <a:lnTo>
                    <a:pt x="6821182" y="245067"/>
                  </a:lnTo>
                  <a:lnTo>
                    <a:pt x="6821328" y="245067"/>
                  </a:lnTo>
                  <a:lnTo>
                    <a:pt x="6821473" y="245067"/>
                  </a:lnTo>
                  <a:lnTo>
                    <a:pt x="6821619" y="245067"/>
                  </a:lnTo>
                  <a:lnTo>
                    <a:pt x="6821764" y="245067"/>
                  </a:lnTo>
                  <a:lnTo>
                    <a:pt x="6821909" y="245067"/>
                  </a:lnTo>
                  <a:lnTo>
                    <a:pt x="6822055" y="245067"/>
                  </a:lnTo>
                  <a:lnTo>
                    <a:pt x="6822200" y="245067"/>
                  </a:lnTo>
                  <a:lnTo>
                    <a:pt x="6822346" y="245067"/>
                  </a:lnTo>
                  <a:lnTo>
                    <a:pt x="6822491" y="245067"/>
                  </a:lnTo>
                  <a:lnTo>
                    <a:pt x="6822637" y="245067"/>
                  </a:lnTo>
                  <a:lnTo>
                    <a:pt x="6822782" y="245067"/>
                  </a:lnTo>
                  <a:lnTo>
                    <a:pt x="6822927" y="245067"/>
                  </a:lnTo>
                  <a:lnTo>
                    <a:pt x="6823073" y="245067"/>
                  </a:lnTo>
                  <a:lnTo>
                    <a:pt x="6823218" y="245067"/>
                  </a:lnTo>
                  <a:lnTo>
                    <a:pt x="6823364" y="245067"/>
                  </a:lnTo>
                  <a:lnTo>
                    <a:pt x="6823509" y="245067"/>
                  </a:lnTo>
                  <a:lnTo>
                    <a:pt x="6823655" y="245067"/>
                  </a:lnTo>
                  <a:lnTo>
                    <a:pt x="6823800" y="245067"/>
                  </a:lnTo>
                  <a:lnTo>
                    <a:pt x="6823945" y="245067"/>
                  </a:lnTo>
                  <a:lnTo>
                    <a:pt x="6824091" y="245067"/>
                  </a:lnTo>
                  <a:lnTo>
                    <a:pt x="6824236" y="245067"/>
                  </a:lnTo>
                  <a:lnTo>
                    <a:pt x="6824382" y="245067"/>
                  </a:lnTo>
                  <a:lnTo>
                    <a:pt x="6824527" y="245067"/>
                  </a:lnTo>
                  <a:lnTo>
                    <a:pt x="6824673" y="245067"/>
                  </a:lnTo>
                  <a:lnTo>
                    <a:pt x="6824818" y="245067"/>
                  </a:lnTo>
                  <a:lnTo>
                    <a:pt x="6824963" y="245067"/>
                  </a:lnTo>
                  <a:lnTo>
                    <a:pt x="6825109" y="245067"/>
                  </a:lnTo>
                  <a:lnTo>
                    <a:pt x="6825254" y="245067"/>
                  </a:lnTo>
                  <a:lnTo>
                    <a:pt x="6825400" y="245067"/>
                  </a:lnTo>
                  <a:lnTo>
                    <a:pt x="6825545" y="245067"/>
                  </a:lnTo>
                  <a:lnTo>
                    <a:pt x="6825691" y="245067"/>
                  </a:lnTo>
                  <a:lnTo>
                    <a:pt x="6825836" y="245067"/>
                  </a:lnTo>
                  <a:lnTo>
                    <a:pt x="6825981" y="245067"/>
                  </a:lnTo>
                  <a:lnTo>
                    <a:pt x="6826127" y="245067"/>
                  </a:lnTo>
                  <a:lnTo>
                    <a:pt x="6826272" y="245067"/>
                  </a:lnTo>
                  <a:lnTo>
                    <a:pt x="6826418" y="245067"/>
                  </a:lnTo>
                  <a:lnTo>
                    <a:pt x="6826563" y="245067"/>
                  </a:lnTo>
                  <a:lnTo>
                    <a:pt x="6826708" y="245067"/>
                  </a:lnTo>
                  <a:lnTo>
                    <a:pt x="6826854" y="245067"/>
                  </a:lnTo>
                  <a:lnTo>
                    <a:pt x="6826999" y="245067"/>
                  </a:lnTo>
                  <a:lnTo>
                    <a:pt x="6827145" y="245067"/>
                  </a:lnTo>
                  <a:lnTo>
                    <a:pt x="6827290" y="245067"/>
                  </a:lnTo>
                  <a:lnTo>
                    <a:pt x="6827436" y="245067"/>
                  </a:lnTo>
                  <a:lnTo>
                    <a:pt x="6827581" y="245067"/>
                  </a:lnTo>
                  <a:lnTo>
                    <a:pt x="6827726" y="245067"/>
                  </a:lnTo>
                  <a:lnTo>
                    <a:pt x="6827872" y="245067"/>
                  </a:lnTo>
                  <a:lnTo>
                    <a:pt x="6828017" y="245067"/>
                  </a:lnTo>
                  <a:lnTo>
                    <a:pt x="6828163" y="245067"/>
                  </a:lnTo>
                  <a:lnTo>
                    <a:pt x="6828308" y="245067"/>
                  </a:lnTo>
                  <a:lnTo>
                    <a:pt x="6828454" y="245067"/>
                  </a:lnTo>
                  <a:lnTo>
                    <a:pt x="6828599" y="245067"/>
                  </a:lnTo>
                  <a:lnTo>
                    <a:pt x="6828744" y="245067"/>
                  </a:lnTo>
                  <a:lnTo>
                    <a:pt x="6828890" y="245067"/>
                  </a:lnTo>
                  <a:lnTo>
                    <a:pt x="6829035" y="245067"/>
                  </a:lnTo>
                  <a:lnTo>
                    <a:pt x="6829181" y="245067"/>
                  </a:lnTo>
                  <a:lnTo>
                    <a:pt x="6829326" y="245067"/>
                  </a:lnTo>
                  <a:lnTo>
                    <a:pt x="6829472" y="245067"/>
                  </a:lnTo>
                  <a:lnTo>
                    <a:pt x="6829617" y="245067"/>
                  </a:lnTo>
                  <a:lnTo>
                    <a:pt x="6829762" y="245067"/>
                  </a:lnTo>
                  <a:lnTo>
                    <a:pt x="6829908" y="245067"/>
                  </a:lnTo>
                  <a:lnTo>
                    <a:pt x="6830053" y="245067"/>
                  </a:lnTo>
                  <a:lnTo>
                    <a:pt x="6830199" y="245067"/>
                  </a:lnTo>
                  <a:lnTo>
                    <a:pt x="6830344" y="245067"/>
                  </a:lnTo>
                  <a:lnTo>
                    <a:pt x="6830490" y="245067"/>
                  </a:lnTo>
                  <a:lnTo>
                    <a:pt x="6830635" y="245067"/>
                  </a:lnTo>
                  <a:lnTo>
                    <a:pt x="6830780" y="245067"/>
                  </a:lnTo>
                  <a:lnTo>
                    <a:pt x="6830926" y="245067"/>
                  </a:lnTo>
                  <a:lnTo>
                    <a:pt x="6830926" y="244444"/>
                  </a:lnTo>
                  <a:lnTo>
                    <a:pt x="6831071" y="244444"/>
                  </a:lnTo>
                  <a:lnTo>
                    <a:pt x="6831217" y="244444"/>
                  </a:lnTo>
                  <a:lnTo>
                    <a:pt x="6831362" y="244444"/>
                  </a:lnTo>
                  <a:lnTo>
                    <a:pt x="6831508" y="244444"/>
                  </a:lnTo>
                  <a:lnTo>
                    <a:pt x="6831653" y="244444"/>
                  </a:lnTo>
                  <a:lnTo>
                    <a:pt x="6831798" y="244444"/>
                  </a:lnTo>
                  <a:lnTo>
                    <a:pt x="6831944" y="244444"/>
                  </a:lnTo>
                  <a:lnTo>
                    <a:pt x="6832089" y="244444"/>
                  </a:lnTo>
                  <a:lnTo>
                    <a:pt x="6832235" y="244444"/>
                  </a:lnTo>
                  <a:lnTo>
                    <a:pt x="6832380" y="244444"/>
                  </a:lnTo>
                  <a:lnTo>
                    <a:pt x="6832526" y="244444"/>
                  </a:lnTo>
                  <a:lnTo>
                    <a:pt x="6832671" y="244444"/>
                  </a:lnTo>
                  <a:lnTo>
                    <a:pt x="6832671" y="243820"/>
                  </a:lnTo>
                  <a:lnTo>
                    <a:pt x="6832816" y="243820"/>
                  </a:lnTo>
                  <a:lnTo>
                    <a:pt x="6832962" y="243820"/>
                  </a:lnTo>
                  <a:lnTo>
                    <a:pt x="6833107" y="243820"/>
                  </a:lnTo>
                  <a:lnTo>
                    <a:pt x="6833253" y="243820"/>
                  </a:lnTo>
                  <a:lnTo>
                    <a:pt x="6833398" y="243820"/>
                  </a:lnTo>
                  <a:lnTo>
                    <a:pt x="6833543" y="243820"/>
                  </a:lnTo>
                  <a:lnTo>
                    <a:pt x="6833689" y="243820"/>
                  </a:lnTo>
                  <a:lnTo>
                    <a:pt x="6833834" y="243820"/>
                  </a:lnTo>
                  <a:lnTo>
                    <a:pt x="6833980" y="243820"/>
                  </a:lnTo>
                  <a:lnTo>
                    <a:pt x="6834125" y="243820"/>
                  </a:lnTo>
                  <a:lnTo>
                    <a:pt x="6834271" y="243820"/>
                  </a:lnTo>
                  <a:lnTo>
                    <a:pt x="6834416" y="243820"/>
                  </a:lnTo>
                  <a:lnTo>
                    <a:pt x="6834561" y="243820"/>
                  </a:lnTo>
                  <a:lnTo>
                    <a:pt x="6834707" y="243820"/>
                  </a:lnTo>
                  <a:lnTo>
                    <a:pt x="6834707" y="243197"/>
                  </a:lnTo>
                  <a:lnTo>
                    <a:pt x="6834852" y="243197"/>
                  </a:lnTo>
                  <a:lnTo>
                    <a:pt x="6834998" y="243197"/>
                  </a:lnTo>
                  <a:lnTo>
                    <a:pt x="6835143" y="243197"/>
                  </a:lnTo>
                  <a:lnTo>
                    <a:pt x="6835289" y="243197"/>
                  </a:lnTo>
                  <a:lnTo>
                    <a:pt x="6835434" y="243197"/>
                  </a:lnTo>
                  <a:lnTo>
                    <a:pt x="6835434" y="242573"/>
                  </a:lnTo>
                  <a:lnTo>
                    <a:pt x="6835579" y="242573"/>
                  </a:lnTo>
                  <a:lnTo>
                    <a:pt x="6835725" y="242573"/>
                  </a:lnTo>
                  <a:lnTo>
                    <a:pt x="6835870" y="242573"/>
                  </a:lnTo>
                  <a:lnTo>
                    <a:pt x="6836016" y="242573"/>
                  </a:lnTo>
                  <a:lnTo>
                    <a:pt x="6836161" y="242573"/>
                  </a:lnTo>
                  <a:lnTo>
                    <a:pt x="6836307" y="242573"/>
                  </a:lnTo>
                  <a:lnTo>
                    <a:pt x="6836452" y="242573"/>
                  </a:lnTo>
                  <a:lnTo>
                    <a:pt x="6836597" y="242573"/>
                  </a:lnTo>
                  <a:lnTo>
                    <a:pt x="6836743" y="242573"/>
                  </a:lnTo>
                  <a:lnTo>
                    <a:pt x="6836888" y="242573"/>
                  </a:lnTo>
                  <a:lnTo>
                    <a:pt x="6837034" y="242573"/>
                  </a:lnTo>
                  <a:lnTo>
                    <a:pt x="6837179" y="242573"/>
                  </a:lnTo>
                  <a:lnTo>
                    <a:pt x="6837325" y="242573"/>
                  </a:lnTo>
                  <a:lnTo>
                    <a:pt x="6837470" y="242573"/>
                  </a:lnTo>
                  <a:lnTo>
                    <a:pt x="6837615" y="242573"/>
                  </a:lnTo>
                  <a:lnTo>
                    <a:pt x="6837761" y="242573"/>
                  </a:lnTo>
                  <a:lnTo>
                    <a:pt x="6837906" y="242573"/>
                  </a:lnTo>
                  <a:lnTo>
                    <a:pt x="6838052" y="242573"/>
                  </a:lnTo>
                  <a:lnTo>
                    <a:pt x="6838052" y="241949"/>
                  </a:lnTo>
                  <a:lnTo>
                    <a:pt x="6838197" y="241949"/>
                  </a:lnTo>
                  <a:lnTo>
                    <a:pt x="6838343" y="241949"/>
                  </a:lnTo>
                  <a:lnTo>
                    <a:pt x="6838488" y="241949"/>
                  </a:lnTo>
                  <a:lnTo>
                    <a:pt x="6838633" y="241949"/>
                  </a:lnTo>
                  <a:lnTo>
                    <a:pt x="6838779" y="241949"/>
                  </a:lnTo>
                  <a:lnTo>
                    <a:pt x="6838924" y="241949"/>
                  </a:lnTo>
                  <a:lnTo>
                    <a:pt x="6839070" y="241949"/>
                  </a:lnTo>
                  <a:lnTo>
                    <a:pt x="6839215" y="241949"/>
                  </a:lnTo>
                  <a:lnTo>
                    <a:pt x="6839361" y="241949"/>
                  </a:lnTo>
                  <a:lnTo>
                    <a:pt x="6839506" y="241949"/>
                  </a:lnTo>
                  <a:lnTo>
                    <a:pt x="6839651" y="241949"/>
                  </a:lnTo>
                  <a:lnTo>
                    <a:pt x="6839797" y="241949"/>
                  </a:lnTo>
                  <a:lnTo>
                    <a:pt x="6839942" y="241949"/>
                  </a:lnTo>
                  <a:lnTo>
                    <a:pt x="6840088" y="241949"/>
                  </a:lnTo>
                  <a:lnTo>
                    <a:pt x="6840233" y="241949"/>
                  </a:lnTo>
                  <a:lnTo>
                    <a:pt x="6840378" y="241949"/>
                  </a:lnTo>
                  <a:lnTo>
                    <a:pt x="6840524" y="241949"/>
                  </a:lnTo>
                  <a:lnTo>
                    <a:pt x="6840669" y="241949"/>
                  </a:lnTo>
                  <a:lnTo>
                    <a:pt x="6840815" y="241949"/>
                  </a:lnTo>
                  <a:lnTo>
                    <a:pt x="6840960" y="241949"/>
                  </a:lnTo>
                  <a:lnTo>
                    <a:pt x="6841106" y="241949"/>
                  </a:lnTo>
                  <a:lnTo>
                    <a:pt x="6841251" y="241949"/>
                  </a:lnTo>
                  <a:lnTo>
                    <a:pt x="6841396" y="241949"/>
                  </a:lnTo>
                  <a:lnTo>
                    <a:pt x="6841542" y="241949"/>
                  </a:lnTo>
                  <a:lnTo>
                    <a:pt x="6841687" y="241949"/>
                  </a:lnTo>
                  <a:lnTo>
                    <a:pt x="6841833" y="241949"/>
                  </a:lnTo>
                  <a:lnTo>
                    <a:pt x="6841978" y="241949"/>
                  </a:lnTo>
                  <a:lnTo>
                    <a:pt x="6842124" y="241949"/>
                  </a:lnTo>
                  <a:lnTo>
                    <a:pt x="6842269" y="241949"/>
                  </a:lnTo>
                  <a:lnTo>
                    <a:pt x="6842414" y="241949"/>
                  </a:lnTo>
                  <a:lnTo>
                    <a:pt x="6842560" y="241949"/>
                  </a:lnTo>
                  <a:lnTo>
                    <a:pt x="6842705" y="241949"/>
                  </a:lnTo>
                  <a:lnTo>
                    <a:pt x="6842851" y="241949"/>
                  </a:lnTo>
                  <a:lnTo>
                    <a:pt x="6842996" y="241949"/>
                  </a:lnTo>
                  <a:lnTo>
                    <a:pt x="6843142" y="241949"/>
                  </a:lnTo>
                  <a:lnTo>
                    <a:pt x="6843287" y="241949"/>
                  </a:lnTo>
                  <a:lnTo>
                    <a:pt x="6843432" y="241949"/>
                  </a:lnTo>
                  <a:lnTo>
                    <a:pt x="6843578" y="241949"/>
                  </a:lnTo>
                  <a:lnTo>
                    <a:pt x="6843723" y="241949"/>
                  </a:lnTo>
                  <a:lnTo>
                    <a:pt x="6843869" y="241949"/>
                  </a:lnTo>
                  <a:lnTo>
                    <a:pt x="6844014" y="241949"/>
                  </a:lnTo>
                  <a:lnTo>
                    <a:pt x="6844160" y="241949"/>
                  </a:lnTo>
                  <a:lnTo>
                    <a:pt x="6844305" y="241949"/>
                  </a:lnTo>
                  <a:lnTo>
                    <a:pt x="6844450" y="241949"/>
                  </a:lnTo>
                  <a:lnTo>
                    <a:pt x="6844596" y="241949"/>
                  </a:lnTo>
                  <a:lnTo>
                    <a:pt x="6844741" y="241949"/>
                  </a:lnTo>
                  <a:lnTo>
                    <a:pt x="6844887" y="241949"/>
                  </a:lnTo>
                  <a:lnTo>
                    <a:pt x="6845032" y="241949"/>
                  </a:lnTo>
                  <a:lnTo>
                    <a:pt x="6845178" y="241949"/>
                  </a:lnTo>
                  <a:lnTo>
                    <a:pt x="6845323" y="241949"/>
                  </a:lnTo>
                  <a:lnTo>
                    <a:pt x="6845468" y="241949"/>
                  </a:lnTo>
                  <a:lnTo>
                    <a:pt x="6845614" y="241949"/>
                  </a:lnTo>
                  <a:lnTo>
                    <a:pt x="6845759" y="241949"/>
                  </a:lnTo>
                  <a:lnTo>
                    <a:pt x="6845759" y="241326"/>
                  </a:lnTo>
                  <a:lnTo>
                    <a:pt x="6845905" y="241326"/>
                  </a:lnTo>
                  <a:lnTo>
                    <a:pt x="6846050" y="241326"/>
                  </a:lnTo>
                  <a:lnTo>
                    <a:pt x="6846195" y="241326"/>
                  </a:lnTo>
                  <a:lnTo>
                    <a:pt x="6846341" y="241326"/>
                  </a:lnTo>
                  <a:lnTo>
                    <a:pt x="6846486" y="241326"/>
                  </a:lnTo>
                  <a:lnTo>
                    <a:pt x="6846632" y="241326"/>
                  </a:lnTo>
                  <a:lnTo>
                    <a:pt x="6846777" y="241326"/>
                  </a:lnTo>
                  <a:lnTo>
                    <a:pt x="6846923" y="241326"/>
                  </a:lnTo>
                  <a:lnTo>
                    <a:pt x="6847068" y="241326"/>
                  </a:lnTo>
                  <a:lnTo>
                    <a:pt x="6847213" y="241326"/>
                  </a:lnTo>
                  <a:lnTo>
                    <a:pt x="6847359" y="241326"/>
                  </a:lnTo>
                  <a:lnTo>
                    <a:pt x="6847504" y="241326"/>
                  </a:lnTo>
                  <a:lnTo>
                    <a:pt x="6847650" y="241326"/>
                  </a:lnTo>
                  <a:lnTo>
                    <a:pt x="6847650" y="240702"/>
                  </a:lnTo>
                  <a:lnTo>
                    <a:pt x="6847795" y="240702"/>
                  </a:lnTo>
                  <a:lnTo>
                    <a:pt x="6847941" y="240702"/>
                  </a:lnTo>
                  <a:lnTo>
                    <a:pt x="6848086" y="240702"/>
                  </a:lnTo>
                  <a:lnTo>
                    <a:pt x="6848231" y="240702"/>
                  </a:lnTo>
                  <a:lnTo>
                    <a:pt x="6848377" y="240702"/>
                  </a:lnTo>
                  <a:lnTo>
                    <a:pt x="6848522" y="240702"/>
                  </a:lnTo>
                  <a:lnTo>
                    <a:pt x="6848668" y="240702"/>
                  </a:lnTo>
                  <a:lnTo>
                    <a:pt x="6848813" y="240702"/>
                  </a:lnTo>
                  <a:lnTo>
                    <a:pt x="6848959" y="240702"/>
                  </a:lnTo>
                  <a:lnTo>
                    <a:pt x="6849104" y="240702"/>
                  </a:lnTo>
                  <a:lnTo>
                    <a:pt x="6849249" y="240702"/>
                  </a:lnTo>
                  <a:lnTo>
                    <a:pt x="6849395" y="240702"/>
                  </a:lnTo>
                  <a:lnTo>
                    <a:pt x="6849540" y="240702"/>
                  </a:lnTo>
                  <a:lnTo>
                    <a:pt x="6849686" y="240702"/>
                  </a:lnTo>
                  <a:lnTo>
                    <a:pt x="6849831" y="240702"/>
                  </a:lnTo>
                  <a:lnTo>
                    <a:pt x="6849977" y="240702"/>
                  </a:lnTo>
                  <a:lnTo>
                    <a:pt x="6850122" y="240702"/>
                  </a:lnTo>
                  <a:lnTo>
                    <a:pt x="6850267" y="240702"/>
                  </a:lnTo>
                  <a:lnTo>
                    <a:pt x="6850413" y="240702"/>
                  </a:lnTo>
                  <a:lnTo>
                    <a:pt x="6850558" y="240702"/>
                  </a:lnTo>
                  <a:lnTo>
                    <a:pt x="6850704" y="240702"/>
                  </a:lnTo>
                  <a:lnTo>
                    <a:pt x="6850849" y="240702"/>
                  </a:lnTo>
                  <a:lnTo>
                    <a:pt x="6850995" y="240702"/>
                  </a:lnTo>
                  <a:lnTo>
                    <a:pt x="6851140" y="240702"/>
                  </a:lnTo>
                  <a:lnTo>
                    <a:pt x="6851285" y="240702"/>
                  </a:lnTo>
                  <a:lnTo>
                    <a:pt x="6851431" y="240702"/>
                  </a:lnTo>
                  <a:lnTo>
                    <a:pt x="6851576" y="240702"/>
                  </a:lnTo>
                  <a:lnTo>
                    <a:pt x="6851722" y="240702"/>
                  </a:lnTo>
                  <a:lnTo>
                    <a:pt x="6851867" y="240702"/>
                  </a:lnTo>
                  <a:lnTo>
                    <a:pt x="6852013" y="240702"/>
                  </a:lnTo>
                  <a:lnTo>
                    <a:pt x="6852013" y="240079"/>
                  </a:lnTo>
                  <a:lnTo>
                    <a:pt x="6852158" y="240079"/>
                  </a:lnTo>
                  <a:lnTo>
                    <a:pt x="6852303" y="240079"/>
                  </a:lnTo>
                  <a:lnTo>
                    <a:pt x="6852449" y="240079"/>
                  </a:lnTo>
                  <a:lnTo>
                    <a:pt x="6852594" y="240079"/>
                  </a:lnTo>
                  <a:lnTo>
                    <a:pt x="6852740" y="240079"/>
                  </a:lnTo>
                  <a:lnTo>
                    <a:pt x="6852885" y="240079"/>
                  </a:lnTo>
                  <a:lnTo>
                    <a:pt x="6853030" y="240079"/>
                  </a:lnTo>
                  <a:lnTo>
                    <a:pt x="6853176" y="240079"/>
                  </a:lnTo>
                  <a:lnTo>
                    <a:pt x="6853321" y="240079"/>
                  </a:lnTo>
                  <a:lnTo>
                    <a:pt x="6853467" y="240079"/>
                  </a:lnTo>
                  <a:lnTo>
                    <a:pt x="6853612" y="240079"/>
                  </a:lnTo>
                  <a:lnTo>
                    <a:pt x="6853758" y="240079"/>
                  </a:lnTo>
                  <a:lnTo>
                    <a:pt x="6853903" y="240079"/>
                  </a:lnTo>
                  <a:lnTo>
                    <a:pt x="6854048" y="240079"/>
                  </a:lnTo>
                  <a:lnTo>
                    <a:pt x="6854194" y="240079"/>
                  </a:lnTo>
                  <a:lnTo>
                    <a:pt x="6854339" y="240079"/>
                  </a:lnTo>
                  <a:lnTo>
                    <a:pt x="6854485" y="240079"/>
                  </a:lnTo>
                  <a:lnTo>
                    <a:pt x="6854630" y="240079"/>
                  </a:lnTo>
                  <a:lnTo>
                    <a:pt x="6854776" y="240079"/>
                  </a:lnTo>
                  <a:lnTo>
                    <a:pt x="6854921" y="240079"/>
                  </a:lnTo>
                  <a:lnTo>
                    <a:pt x="6855066" y="240079"/>
                  </a:lnTo>
                  <a:lnTo>
                    <a:pt x="6855066" y="239455"/>
                  </a:lnTo>
                  <a:lnTo>
                    <a:pt x="6855212" y="239455"/>
                  </a:lnTo>
                  <a:lnTo>
                    <a:pt x="6855357" y="239455"/>
                  </a:lnTo>
                  <a:lnTo>
                    <a:pt x="6855503" y="239455"/>
                  </a:lnTo>
                  <a:lnTo>
                    <a:pt x="6855648" y="239455"/>
                  </a:lnTo>
                  <a:lnTo>
                    <a:pt x="6855794" y="239455"/>
                  </a:lnTo>
                  <a:lnTo>
                    <a:pt x="6855939" y="239455"/>
                  </a:lnTo>
                  <a:lnTo>
                    <a:pt x="6856084" y="239455"/>
                  </a:lnTo>
                  <a:lnTo>
                    <a:pt x="6856230" y="239455"/>
                  </a:lnTo>
                  <a:lnTo>
                    <a:pt x="6856375" y="239455"/>
                  </a:lnTo>
                  <a:lnTo>
                    <a:pt x="6856521" y="239455"/>
                  </a:lnTo>
                  <a:lnTo>
                    <a:pt x="6856666" y="239455"/>
                  </a:lnTo>
                  <a:lnTo>
                    <a:pt x="6856812" y="239455"/>
                  </a:lnTo>
                  <a:lnTo>
                    <a:pt x="6856957" y="239455"/>
                  </a:lnTo>
                  <a:lnTo>
                    <a:pt x="6857102" y="239455"/>
                  </a:lnTo>
                  <a:lnTo>
                    <a:pt x="6857248" y="239455"/>
                  </a:lnTo>
                  <a:lnTo>
                    <a:pt x="6857393" y="239455"/>
                  </a:lnTo>
                  <a:lnTo>
                    <a:pt x="6857539" y="239455"/>
                  </a:lnTo>
                  <a:lnTo>
                    <a:pt x="6857684" y="239455"/>
                  </a:lnTo>
                  <a:lnTo>
                    <a:pt x="6857830" y="239455"/>
                  </a:lnTo>
                  <a:lnTo>
                    <a:pt x="6857975" y="239455"/>
                  </a:lnTo>
                  <a:lnTo>
                    <a:pt x="6858120" y="239455"/>
                  </a:lnTo>
                  <a:lnTo>
                    <a:pt x="6858266" y="239455"/>
                  </a:lnTo>
                  <a:lnTo>
                    <a:pt x="6858411" y="239455"/>
                  </a:lnTo>
                  <a:lnTo>
                    <a:pt x="6858557" y="239455"/>
                  </a:lnTo>
                  <a:lnTo>
                    <a:pt x="6858702" y="239455"/>
                  </a:lnTo>
                  <a:lnTo>
                    <a:pt x="6858848" y="239455"/>
                  </a:lnTo>
                  <a:lnTo>
                    <a:pt x="6858993" y="239455"/>
                  </a:lnTo>
                  <a:lnTo>
                    <a:pt x="6859138" y="239455"/>
                  </a:lnTo>
                  <a:lnTo>
                    <a:pt x="6859284" y="239455"/>
                  </a:lnTo>
                  <a:lnTo>
                    <a:pt x="6859429" y="239455"/>
                  </a:lnTo>
                  <a:lnTo>
                    <a:pt x="6859575" y="239455"/>
                  </a:lnTo>
                  <a:lnTo>
                    <a:pt x="6859720" y="239455"/>
                  </a:lnTo>
                  <a:lnTo>
                    <a:pt x="6859865" y="239455"/>
                  </a:lnTo>
                  <a:lnTo>
                    <a:pt x="6860011" y="239455"/>
                  </a:lnTo>
                  <a:lnTo>
                    <a:pt x="6860156" y="239455"/>
                  </a:lnTo>
                  <a:lnTo>
                    <a:pt x="6860302" y="239455"/>
                  </a:lnTo>
                  <a:lnTo>
                    <a:pt x="6860447" y="239455"/>
                  </a:lnTo>
                  <a:lnTo>
                    <a:pt x="6860593" y="239455"/>
                  </a:lnTo>
                  <a:lnTo>
                    <a:pt x="6860738" y="239455"/>
                  </a:lnTo>
                  <a:lnTo>
                    <a:pt x="6860883" y="239455"/>
                  </a:lnTo>
                  <a:lnTo>
                    <a:pt x="6861029" y="239455"/>
                  </a:lnTo>
                  <a:lnTo>
                    <a:pt x="6861174" y="239455"/>
                  </a:lnTo>
                  <a:lnTo>
                    <a:pt x="6861320" y="239455"/>
                  </a:lnTo>
                  <a:lnTo>
                    <a:pt x="6861465" y="239455"/>
                  </a:lnTo>
                  <a:lnTo>
                    <a:pt x="6861611" y="239455"/>
                  </a:lnTo>
                  <a:lnTo>
                    <a:pt x="6861756" y="239455"/>
                  </a:lnTo>
                  <a:lnTo>
                    <a:pt x="6861901" y="239455"/>
                  </a:lnTo>
                  <a:lnTo>
                    <a:pt x="6862047" y="239455"/>
                  </a:lnTo>
                  <a:lnTo>
                    <a:pt x="6862192" y="239455"/>
                  </a:lnTo>
                  <a:lnTo>
                    <a:pt x="6862338" y="239455"/>
                  </a:lnTo>
                  <a:lnTo>
                    <a:pt x="6862483" y="239455"/>
                  </a:lnTo>
                  <a:lnTo>
                    <a:pt x="6862629" y="239455"/>
                  </a:lnTo>
                  <a:lnTo>
                    <a:pt x="6862774" y="239455"/>
                  </a:lnTo>
                  <a:lnTo>
                    <a:pt x="6862919" y="239455"/>
                  </a:lnTo>
                  <a:lnTo>
                    <a:pt x="6863065" y="239455"/>
                  </a:lnTo>
                  <a:lnTo>
                    <a:pt x="6863210" y="239455"/>
                  </a:lnTo>
                  <a:lnTo>
                    <a:pt x="6863356" y="239455"/>
                  </a:lnTo>
                  <a:lnTo>
                    <a:pt x="6863501" y="239455"/>
                  </a:lnTo>
                  <a:lnTo>
                    <a:pt x="6863647" y="239455"/>
                  </a:lnTo>
                  <a:lnTo>
                    <a:pt x="6863792" y="239455"/>
                  </a:lnTo>
                  <a:lnTo>
                    <a:pt x="6863937" y="239455"/>
                  </a:lnTo>
                  <a:lnTo>
                    <a:pt x="6864083" y="239455"/>
                  </a:lnTo>
                  <a:lnTo>
                    <a:pt x="6864228" y="239455"/>
                  </a:lnTo>
                  <a:lnTo>
                    <a:pt x="6864374" y="239455"/>
                  </a:lnTo>
                  <a:lnTo>
                    <a:pt x="6864519" y="239455"/>
                  </a:lnTo>
                  <a:lnTo>
                    <a:pt x="6864665" y="239455"/>
                  </a:lnTo>
                  <a:lnTo>
                    <a:pt x="6864810" y="239455"/>
                  </a:lnTo>
                  <a:lnTo>
                    <a:pt x="6864955" y="239455"/>
                  </a:lnTo>
                  <a:lnTo>
                    <a:pt x="6865101" y="239455"/>
                  </a:lnTo>
                  <a:lnTo>
                    <a:pt x="6865246" y="239455"/>
                  </a:lnTo>
                  <a:lnTo>
                    <a:pt x="6865392" y="239455"/>
                  </a:lnTo>
                  <a:lnTo>
                    <a:pt x="6865537" y="239455"/>
                  </a:lnTo>
                  <a:lnTo>
                    <a:pt x="6865683" y="239455"/>
                  </a:lnTo>
                  <a:lnTo>
                    <a:pt x="6865828" y="239455"/>
                  </a:lnTo>
                  <a:lnTo>
                    <a:pt x="6865973" y="239455"/>
                  </a:lnTo>
                  <a:lnTo>
                    <a:pt x="6866119" y="239455"/>
                  </a:lnTo>
                  <a:lnTo>
                    <a:pt x="6866264" y="239455"/>
                  </a:lnTo>
                  <a:lnTo>
                    <a:pt x="6866264" y="238832"/>
                  </a:lnTo>
                  <a:lnTo>
                    <a:pt x="6866264" y="238208"/>
                  </a:lnTo>
                  <a:lnTo>
                    <a:pt x="6866410" y="238208"/>
                  </a:lnTo>
                  <a:lnTo>
                    <a:pt x="6866555" y="238208"/>
                  </a:lnTo>
                  <a:lnTo>
                    <a:pt x="6866700" y="238208"/>
                  </a:lnTo>
                  <a:lnTo>
                    <a:pt x="6866846" y="238208"/>
                  </a:lnTo>
                  <a:lnTo>
                    <a:pt x="6866846" y="237584"/>
                  </a:lnTo>
                  <a:lnTo>
                    <a:pt x="6866991" y="237584"/>
                  </a:lnTo>
                  <a:lnTo>
                    <a:pt x="6867137" y="237584"/>
                  </a:lnTo>
                  <a:lnTo>
                    <a:pt x="6867282" y="237584"/>
                  </a:lnTo>
                  <a:lnTo>
                    <a:pt x="6867428" y="237584"/>
                  </a:lnTo>
                  <a:lnTo>
                    <a:pt x="6867573" y="237584"/>
                  </a:lnTo>
                  <a:lnTo>
                    <a:pt x="6867718" y="237584"/>
                  </a:lnTo>
                  <a:lnTo>
                    <a:pt x="6867864" y="237584"/>
                  </a:lnTo>
                  <a:lnTo>
                    <a:pt x="6868009" y="237584"/>
                  </a:lnTo>
                  <a:lnTo>
                    <a:pt x="6868155" y="237584"/>
                  </a:lnTo>
                  <a:lnTo>
                    <a:pt x="6868155" y="236961"/>
                  </a:lnTo>
                  <a:lnTo>
                    <a:pt x="6868300" y="236961"/>
                  </a:lnTo>
                  <a:lnTo>
                    <a:pt x="6868446" y="236961"/>
                  </a:lnTo>
                  <a:lnTo>
                    <a:pt x="6868591" y="236961"/>
                  </a:lnTo>
                  <a:lnTo>
                    <a:pt x="6868736" y="236961"/>
                  </a:lnTo>
                  <a:lnTo>
                    <a:pt x="6868882" y="236961"/>
                  </a:lnTo>
                  <a:lnTo>
                    <a:pt x="6869027" y="236961"/>
                  </a:lnTo>
                  <a:lnTo>
                    <a:pt x="6869173" y="236961"/>
                  </a:lnTo>
                  <a:lnTo>
                    <a:pt x="6869318" y="236961"/>
                  </a:lnTo>
                  <a:lnTo>
                    <a:pt x="6869464" y="236961"/>
                  </a:lnTo>
                  <a:lnTo>
                    <a:pt x="6869609" y="236961"/>
                  </a:lnTo>
                  <a:lnTo>
                    <a:pt x="6869754" y="236961"/>
                  </a:lnTo>
                  <a:lnTo>
                    <a:pt x="6869900" y="236961"/>
                  </a:lnTo>
                  <a:lnTo>
                    <a:pt x="6870045" y="236961"/>
                  </a:lnTo>
                  <a:lnTo>
                    <a:pt x="6870045" y="236337"/>
                  </a:lnTo>
                  <a:lnTo>
                    <a:pt x="6870191" y="236337"/>
                  </a:lnTo>
                  <a:lnTo>
                    <a:pt x="6870336" y="236337"/>
                  </a:lnTo>
                  <a:lnTo>
                    <a:pt x="6870482" y="236337"/>
                  </a:lnTo>
                  <a:lnTo>
                    <a:pt x="6870627" y="236337"/>
                  </a:lnTo>
                  <a:lnTo>
                    <a:pt x="6870772" y="236337"/>
                  </a:lnTo>
                  <a:lnTo>
                    <a:pt x="6870918" y="236337"/>
                  </a:lnTo>
                  <a:lnTo>
                    <a:pt x="6871063" y="236337"/>
                  </a:lnTo>
                  <a:lnTo>
                    <a:pt x="6871209" y="236337"/>
                  </a:lnTo>
                  <a:lnTo>
                    <a:pt x="6871354" y="236337"/>
                  </a:lnTo>
                  <a:lnTo>
                    <a:pt x="6871500" y="236337"/>
                  </a:lnTo>
                  <a:lnTo>
                    <a:pt x="6871500" y="235714"/>
                  </a:lnTo>
                  <a:lnTo>
                    <a:pt x="6871645" y="235714"/>
                  </a:lnTo>
                  <a:lnTo>
                    <a:pt x="6871790" y="235714"/>
                  </a:lnTo>
                  <a:lnTo>
                    <a:pt x="6871936" y="235714"/>
                  </a:lnTo>
                  <a:lnTo>
                    <a:pt x="6872081" y="235714"/>
                  </a:lnTo>
                  <a:lnTo>
                    <a:pt x="6872227" y="235714"/>
                  </a:lnTo>
                  <a:lnTo>
                    <a:pt x="6872372" y="235714"/>
                  </a:lnTo>
                  <a:lnTo>
                    <a:pt x="6872518" y="235714"/>
                  </a:lnTo>
                  <a:lnTo>
                    <a:pt x="6872663" y="235714"/>
                  </a:lnTo>
                  <a:lnTo>
                    <a:pt x="6872808" y="235714"/>
                  </a:lnTo>
                  <a:lnTo>
                    <a:pt x="6872954" y="235714"/>
                  </a:lnTo>
                  <a:lnTo>
                    <a:pt x="6873099" y="235714"/>
                  </a:lnTo>
                  <a:lnTo>
                    <a:pt x="6873245" y="235714"/>
                  </a:lnTo>
                  <a:lnTo>
                    <a:pt x="6873390" y="235714"/>
                  </a:lnTo>
                  <a:lnTo>
                    <a:pt x="6873535" y="235714"/>
                  </a:lnTo>
                  <a:lnTo>
                    <a:pt x="6873681" y="235714"/>
                  </a:lnTo>
                  <a:lnTo>
                    <a:pt x="6873826" y="235714"/>
                  </a:lnTo>
                  <a:lnTo>
                    <a:pt x="6873826" y="235090"/>
                  </a:lnTo>
                  <a:lnTo>
                    <a:pt x="6873972" y="235090"/>
                  </a:lnTo>
                  <a:lnTo>
                    <a:pt x="6874117" y="235090"/>
                  </a:lnTo>
                  <a:lnTo>
                    <a:pt x="6874263" y="235090"/>
                  </a:lnTo>
                  <a:lnTo>
                    <a:pt x="6874408" y="235090"/>
                  </a:lnTo>
                  <a:lnTo>
                    <a:pt x="6874553" y="235090"/>
                  </a:lnTo>
                  <a:lnTo>
                    <a:pt x="6874699" y="235090"/>
                  </a:lnTo>
                  <a:lnTo>
                    <a:pt x="6874844" y="235090"/>
                  </a:lnTo>
                  <a:lnTo>
                    <a:pt x="6874990" y="235090"/>
                  </a:lnTo>
                  <a:lnTo>
                    <a:pt x="6875135" y="235090"/>
                  </a:lnTo>
                  <a:lnTo>
                    <a:pt x="6875281" y="235090"/>
                  </a:lnTo>
                  <a:lnTo>
                    <a:pt x="6875426" y="235090"/>
                  </a:lnTo>
                  <a:lnTo>
                    <a:pt x="6875571" y="235090"/>
                  </a:lnTo>
                  <a:lnTo>
                    <a:pt x="6875717" y="235090"/>
                  </a:lnTo>
                  <a:lnTo>
                    <a:pt x="6875717" y="234466"/>
                  </a:lnTo>
                  <a:lnTo>
                    <a:pt x="6875862" y="234466"/>
                  </a:lnTo>
                  <a:lnTo>
                    <a:pt x="6876008" y="234466"/>
                  </a:lnTo>
                  <a:lnTo>
                    <a:pt x="6876153" y="234466"/>
                  </a:lnTo>
                  <a:lnTo>
                    <a:pt x="6876299" y="234466"/>
                  </a:lnTo>
                  <a:lnTo>
                    <a:pt x="6876444" y="234466"/>
                  </a:lnTo>
                  <a:lnTo>
                    <a:pt x="6876589" y="234466"/>
                  </a:lnTo>
                  <a:lnTo>
                    <a:pt x="6876735" y="234466"/>
                  </a:lnTo>
                  <a:lnTo>
                    <a:pt x="6876880" y="234466"/>
                  </a:lnTo>
                  <a:lnTo>
                    <a:pt x="6877026" y="234466"/>
                  </a:lnTo>
                  <a:lnTo>
                    <a:pt x="6877171" y="234466"/>
                  </a:lnTo>
                  <a:lnTo>
                    <a:pt x="6877317" y="234466"/>
                  </a:lnTo>
                  <a:lnTo>
                    <a:pt x="6877462" y="234466"/>
                  </a:lnTo>
                  <a:lnTo>
                    <a:pt x="6877607" y="234466"/>
                  </a:lnTo>
                  <a:lnTo>
                    <a:pt x="6877753" y="234466"/>
                  </a:lnTo>
                  <a:lnTo>
                    <a:pt x="6877898" y="234466"/>
                  </a:lnTo>
                  <a:lnTo>
                    <a:pt x="6877898" y="233843"/>
                  </a:lnTo>
                  <a:lnTo>
                    <a:pt x="6878044" y="233843"/>
                  </a:lnTo>
                  <a:lnTo>
                    <a:pt x="6878189" y="233843"/>
                  </a:lnTo>
                  <a:lnTo>
                    <a:pt x="6878335" y="233843"/>
                  </a:lnTo>
                  <a:lnTo>
                    <a:pt x="6878480" y="233843"/>
                  </a:lnTo>
                  <a:lnTo>
                    <a:pt x="6878625" y="233843"/>
                  </a:lnTo>
                  <a:lnTo>
                    <a:pt x="6878771" y="233843"/>
                  </a:lnTo>
                  <a:lnTo>
                    <a:pt x="6878916" y="233843"/>
                  </a:lnTo>
                  <a:lnTo>
                    <a:pt x="6879062" y="233843"/>
                  </a:lnTo>
                  <a:lnTo>
                    <a:pt x="6879207" y="233843"/>
                  </a:lnTo>
                  <a:lnTo>
                    <a:pt x="6879353" y="233843"/>
                  </a:lnTo>
                  <a:lnTo>
                    <a:pt x="6879498" y="233843"/>
                  </a:lnTo>
                  <a:lnTo>
                    <a:pt x="6879643" y="233843"/>
                  </a:lnTo>
                  <a:lnTo>
                    <a:pt x="6879643" y="233219"/>
                  </a:lnTo>
                  <a:lnTo>
                    <a:pt x="6879789" y="233219"/>
                  </a:lnTo>
                  <a:lnTo>
                    <a:pt x="6879934" y="233219"/>
                  </a:lnTo>
                  <a:lnTo>
                    <a:pt x="6880080" y="233219"/>
                  </a:lnTo>
                  <a:lnTo>
                    <a:pt x="6880225" y="233219"/>
                  </a:lnTo>
                  <a:lnTo>
                    <a:pt x="6880370" y="233219"/>
                  </a:lnTo>
                  <a:lnTo>
                    <a:pt x="6880516" y="233219"/>
                  </a:lnTo>
                  <a:lnTo>
                    <a:pt x="6880661" y="233219"/>
                  </a:lnTo>
                  <a:lnTo>
                    <a:pt x="6880807" y="233219"/>
                  </a:lnTo>
                  <a:lnTo>
                    <a:pt x="6880952" y="233219"/>
                  </a:lnTo>
                  <a:lnTo>
                    <a:pt x="6881098" y="233219"/>
                  </a:lnTo>
                  <a:lnTo>
                    <a:pt x="6881243" y="233219"/>
                  </a:lnTo>
                  <a:lnTo>
                    <a:pt x="6881388" y="233219"/>
                  </a:lnTo>
                  <a:lnTo>
                    <a:pt x="6881534" y="233219"/>
                  </a:lnTo>
                  <a:lnTo>
                    <a:pt x="6881679" y="233219"/>
                  </a:lnTo>
                  <a:lnTo>
                    <a:pt x="6881679" y="232596"/>
                  </a:lnTo>
                  <a:lnTo>
                    <a:pt x="6881825" y="232596"/>
                  </a:lnTo>
                  <a:lnTo>
                    <a:pt x="6881970" y="232596"/>
                  </a:lnTo>
                  <a:lnTo>
                    <a:pt x="6882116" y="232596"/>
                  </a:lnTo>
                  <a:lnTo>
                    <a:pt x="6882261" y="232596"/>
                  </a:lnTo>
                  <a:lnTo>
                    <a:pt x="6882406" y="232596"/>
                  </a:lnTo>
                  <a:lnTo>
                    <a:pt x="6882552" y="232596"/>
                  </a:lnTo>
                  <a:lnTo>
                    <a:pt x="6882697" y="232596"/>
                  </a:lnTo>
                  <a:lnTo>
                    <a:pt x="6882843" y="232596"/>
                  </a:lnTo>
                  <a:lnTo>
                    <a:pt x="6882988" y="232596"/>
                  </a:lnTo>
                  <a:lnTo>
                    <a:pt x="6883134" y="232596"/>
                  </a:lnTo>
                  <a:lnTo>
                    <a:pt x="6883279" y="232596"/>
                  </a:lnTo>
                  <a:lnTo>
                    <a:pt x="6883424" y="232596"/>
                  </a:lnTo>
                  <a:lnTo>
                    <a:pt x="6883570" y="232596"/>
                  </a:lnTo>
                  <a:lnTo>
                    <a:pt x="6883715" y="232596"/>
                  </a:lnTo>
                  <a:lnTo>
                    <a:pt x="6883861" y="232596"/>
                  </a:lnTo>
                  <a:lnTo>
                    <a:pt x="6884006" y="232596"/>
                  </a:lnTo>
                  <a:lnTo>
                    <a:pt x="6884152" y="232596"/>
                  </a:lnTo>
                  <a:lnTo>
                    <a:pt x="6884297" y="232596"/>
                  </a:lnTo>
                  <a:lnTo>
                    <a:pt x="6884442" y="232596"/>
                  </a:lnTo>
                  <a:lnTo>
                    <a:pt x="6884442" y="231972"/>
                  </a:lnTo>
                  <a:lnTo>
                    <a:pt x="6884588" y="231972"/>
                  </a:lnTo>
                  <a:lnTo>
                    <a:pt x="6884733" y="231972"/>
                  </a:lnTo>
                  <a:lnTo>
                    <a:pt x="6884879" y="231972"/>
                  </a:lnTo>
                  <a:lnTo>
                    <a:pt x="6885024" y="231972"/>
                  </a:lnTo>
                  <a:lnTo>
                    <a:pt x="6885170" y="231972"/>
                  </a:lnTo>
                  <a:lnTo>
                    <a:pt x="6885315" y="231972"/>
                  </a:lnTo>
                  <a:lnTo>
                    <a:pt x="6885460" y="231972"/>
                  </a:lnTo>
                  <a:lnTo>
                    <a:pt x="6885606" y="231972"/>
                  </a:lnTo>
                  <a:lnTo>
                    <a:pt x="6885751" y="231972"/>
                  </a:lnTo>
                  <a:lnTo>
                    <a:pt x="6885897" y="231972"/>
                  </a:lnTo>
                  <a:lnTo>
                    <a:pt x="6886042" y="231972"/>
                  </a:lnTo>
                  <a:lnTo>
                    <a:pt x="6886188" y="231972"/>
                  </a:lnTo>
                  <a:lnTo>
                    <a:pt x="6886333" y="231972"/>
                  </a:lnTo>
                  <a:lnTo>
                    <a:pt x="6886478" y="231972"/>
                  </a:lnTo>
                  <a:lnTo>
                    <a:pt x="6886624" y="231972"/>
                  </a:lnTo>
                  <a:lnTo>
                    <a:pt x="6886769" y="231972"/>
                  </a:lnTo>
                  <a:lnTo>
                    <a:pt x="6886915" y="231972"/>
                  </a:lnTo>
                  <a:lnTo>
                    <a:pt x="6887060" y="231972"/>
                  </a:lnTo>
                  <a:lnTo>
                    <a:pt x="6887205" y="231972"/>
                  </a:lnTo>
                  <a:lnTo>
                    <a:pt x="6887351" y="231972"/>
                  </a:lnTo>
                  <a:lnTo>
                    <a:pt x="6887496" y="231972"/>
                  </a:lnTo>
                  <a:lnTo>
                    <a:pt x="6887642" y="231972"/>
                  </a:lnTo>
                  <a:lnTo>
                    <a:pt x="6887787" y="231972"/>
                  </a:lnTo>
                  <a:lnTo>
                    <a:pt x="6887933" y="231972"/>
                  </a:lnTo>
                  <a:lnTo>
                    <a:pt x="6888078" y="231972"/>
                  </a:lnTo>
                  <a:lnTo>
                    <a:pt x="6888223" y="231972"/>
                  </a:lnTo>
                  <a:lnTo>
                    <a:pt x="6888369" y="231972"/>
                  </a:lnTo>
                  <a:lnTo>
                    <a:pt x="6888514" y="231972"/>
                  </a:lnTo>
                  <a:lnTo>
                    <a:pt x="6888660" y="231972"/>
                  </a:lnTo>
                  <a:lnTo>
                    <a:pt x="6888805" y="231972"/>
                  </a:lnTo>
                  <a:lnTo>
                    <a:pt x="6888951" y="231972"/>
                  </a:lnTo>
                  <a:lnTo>
                    <a:pt x="6889096" y="231972"/>
                  </a:lnTo>
                  <a:lnTo>
                    <a:pt x="6889241" y="231972"/>
                  </a:lnTo>
                  <a:lnTo>
                    <a:pt x="6889387" y="231972"/>
                  </a:lnTo>
                  <a:lnTo>
                    <a:pt x="6889532" y="231972"/>
                  </a:lnTo>
                  <a:lnTo>
                    <a:pt x="6889678" y="231972"/>
                  </a:lnTo>
                  <a:lnTo>
                    <a:pt x="6889823" y="231972"/>
                  </a:lnTo>
                  <a:lnTo>
                    <a:pt x="6889969" y="231972"/>
                  </a:lnTo>
                  <a:lnTo>
                    <a:pt x="6890114" y="231972"/>
                  </a:lnTo>
                  <a:lnTo>
                    <a:pt x="6890259" y="231972"/>
                  </a:lnTo>
                  <a:lnTo>
                    <a:pt x="6890405" y="231972"/>
                  </a:lnTo>
                  <a:lnTo>
                    <a:pt x="6890550" y="231972"/>
                  </a:lnTo>
                  <a:lnTo>
                    <a:pt x="6890696" y="231972"/>
                  </a:lnTo>
                  <a:lnTo>
                    <a:pt x="6890841" y="231972"/>
                  </a:lnTo>
                  <a:lnTo>
                    <a:pt x="6890987" y="231972"/>
                  </a:lnTo>
                  <a:lnTo>
                    <a:pt x="6891132" y="231972"/>
                  </a:lnTo>
                  <a:lnTo>
                    <a:pt x="6891277" y="231972"/>
                  </a:lnTo>
                  <a:lnTo>
                    <a:pt x="6891423" y="231972"/>
                  </a:lnTo>
                  <a:lnTo>
                    <a:pt x="6891423" y="231349"/>
                  </a:lnTo>
                  <a:lnTo>
                    <a:pt x="6891568" y="231349"/>
                  </a:lnTo>
                  <a:lnTo>
                    <a:pt x="6891568" y="230725"/>
                  </a:lnTo>
                  <a:lnTo>
                    <a:pt x="6891714" y="230725"/>
                  </a:lnTo>
                  <a:lnTo>
                    <a:pt x="6891859" y="230725"/>
                  </a:lnTo>
                  <a:lnTo>
                    <a:pt x="6892005" y="230725"/>
                  </a:lnTo>
                  <a:lnTo>
                    <a:pt x="6892150" y="230725"/>
                  </a:lnTo>
                  <a:lnTo>
                    <a:pt x="6892295" y="230725"/>
                  </a:lnTo>
                  <a:lnTo>
                    <a:pt x="6892441" y="230725"/>
                  </a:lnTo>
                  <a:lnTo>
                    <a:pt x="6892441" y="230101"/>
                  </a:lnTo>
                  <a:lnTo>
                    <a:pt x="6892586" y="230101"/>
                  </a:lnTo>
                  <a:lnTo>
                    <a:pt x="6892732" y="230101"/>
                  </a:lnTo>
                  <a:lnTo>
                    <a:pt x="6892877" y="230101"/>
                  </a:lnTo>
                  <a:lnTo>
                    <a:pt x="6893023" y="230101"/>
                  </a:lnTo>
                  <a:lnTo>
                    <a:pt x="6893168" y="230101"/>
                  </a:lnTo>
                  <a:lnTo>
                    <a:pt x="6893313" y="230101"/>
                  </a:lnTo>
                  <a:lnTo>
                    <a:pt x="6893459" y="230101"/>
                  </a:lnTo>
                  <a:lnTo>
                    <a:pt x="6893459" y="229478"/>
                  </a:lnTo>
                  <a:lnTo>
                    <a:pt x="6893604" y="229478"/>
                  </a:lnTo>
                  <a:lnTo>
                    <a:pt x="6893750" y="229478"/>
                  </a:lnTo>
                  <a:lnTo>
                    <a:pt x="6893895" y="229478"/>
                  </a:lnTo>
                  <a:lnTo>
                    <a:pt x="6893895" y="228854"/>
                  </a:lnTo>
                  <a:lnTo>
                    <a:pt x="6894040" y="228854"/>
                  </a:lnTo>
                  <a:lnTo>
                    <a:pt x="6894186" y="228854"/>
                  </a:lnTo>
                  <a:lnTo>
                    <a:pt x="6894331" y="228854"/>
                  </a:lnTo>
                  <a:lnTo>
                    <a:pt x="6894477" y="228854"/>
                  </a:lnTo>
                  <a:lnTo>
                    <a:pt x="6894622" y="228854"/>
                  </a:lnTo>
                  <a:lnTo>
                    <a:pt x="6894768" y="228854"/>
                  </a:lnTo>
                  <a:lnTo>
                    <a:pt x="6894913" y="228854"/>
                  </a:lnTo>
                  <a:lnTo>
                    <a:pt x="6895058" y="228854"/>
                  </a:lnTo>
                  <a:lnTo>
                    <a:pt x="6895058" y="228231"/>
                  </a:lnTo>
                  <a:lnTo>
                    <a:pt x="6895204" y="228231"/>
                  </a:lnTo>
                  <a:lnTo>
                    <a:pt x="6895349" y="228231"/>
                  </a:lnTo>
                  <a:lnTo>
                    <a:pt x="6895495" y="228231"/>
                  </a:lnTo>
                  <a:lnTo>
                    <a:pt x="6895640" y="228231"/>
                  </a:lnTo>
                  <a:lnTo>
                    <a:pt x="6895786" y="228231"/>
                  </a:lnTo>
                  <a:lnTo>
                    <a:pt x="6895931" y="228231"/>
                  </a:lnTo>
                  <a:lnTo>
                    <a:pt x="6896076" y="228231"/>
                  </a:lnTo>
                  <a:lnTo>
                    <a:pt x="6896076" y="227607"/>
                  </a:lnTo>
                  <a:lnTo>
                    <a:pt x="6896222" y="227607"/>
                  </a:lnTo>
                  <a:lnTo>
                    <a:pt x="6896367" y="227607"/>
                  </a:lnTo>
                  <a:lnTo>
                    <a:pt x="6896513" y="227607"/>
                  </a:lnTo>
                  <a:lnTo>
                    <a:pt x="6896658" y="227607"/>
                  </a:lnTo>
                  <a:lnTo>
                    <a:pt x="6896804" y="227607"/>
                  </a:lnTo>
                  <a:lnTo>
                    <a:pt x="6896949" y="227607"/>
                  </a:lnTo>
                  <a:lnTo>
                    <a:pt x="6897094" y="227607"/>
                  </a:lnTo>
                  <a:lnTo>
                    <a:pt x="6897240" y="227607"/>
                  </a:lnTo>
                  <a:lnTo>
                    <a:pt x="6897385" y="227607"/>
                  </a:lnTo>
                  <a:lnTo>
                    <a:pt x="6897531" y="227607"/>
                  </a:lnTo>
                  <a:lnTo>
                    <a:pt x="6897676" y="227607"/>
                  </a:lnTo>
                  <a:lnTo>
                    <a:pt x="6897822" y="227607"/>
                  </a:lnTo>
                  <a:lnTo>
                    <a:pt x="6897967" y="227607"/>
                  </a:lnTo>
                  <a:lnTo>
                    <a:pt x="6898112" y="227607"/>
                  </a:lnTo>
                  <a:lnTo>
                    <a:pt x="6898258" y="227607"/>
                  </a:lnTo>
                  <a:lnTo>
                    <a:pt x="6898403" y="227607"/>
                  </a:lnTo>
                  <a:lnTo>
                    <a:pt x="6898549" y="227607"/>
                  </a:lnTo>
                  <a:lnTo>
                    <a:pt x="6898694" y="227607"/>
                  </a:lnTo>
                  <a:lnTo>
                    <a:pt x="6898840" y="227607"/>
                  </a:lnTo>
                  <a:lnTo>
                    <a:pt x="6898985" y="227607"/>
                  </a:lnTo>
                  <a:lnTo>
                    <a:pt x="6899130" y="227607"/>
                  </a:lnTo>
                  <a:lnTo>
                    <a:pt x="6899276" y="227607"/>
                  </a:lnTo>
                  <a:lnTo>
                    <a:pt x="6899421" y="227607"/>
                  </a:lnTo>
                  <a:lnTo>
                    <a:pt x="6899567" y="227607"/>
                  </a:lnTo>
                  <a:lnTo>
                    <a:pt x="6899712" y="227607"/>
                  </a:lnTo>
                  <a:lnTo>
                    <a:pt x="6899858" y="227607"/>
                  </a:lnTo>
                  <a:lnTo>
                    <a:pt x="6900003" y="227607"/>
                  </a:lnTo>
                  <a:lnTo>
                    <a:pt x="6900148" y="227607"/>
                  </a:lnTo>
                  <a:lnTo>
                    <a:pt x="6900294" y="227607"/>
                  </a:lnTo>
                  <a:lnTo>
                    <a:pt x="6900439" y="227607"/>
                  </a:lnTo>
                  <a:lnTo>
                    <a:pt x="6900585" y="227607"/>
                  </a:lnTo>
                  <a:lnTo>
                    <a:pt x="6900730" y="227607"/>
                  </a:lnTo>
                  <a:lnTo>
                    <a:pt x="6900875" y="227607"/>
                  </a:lnTo>
                  <a:lnTo>
                    <a:pt x="6901021" y="227607"/>
                  </a:lnTo>
                  <a:lnTo>
                    <a:pt x="6901166" y="227607"/>
                  </a:lnTo>
                  <a:lnTo>
                    <a:pt x="6901312" y="227607"/>
                  </a:lnTo>
                  <a:lnTo>
                    <a:pt x="6901457" y="227607"/>
                  </a:lnTo>
                  <a:lnTo>
                    <a:pt x="6901603" y="227607"/>
                  </a:lnTo>
                  <a:lnTo>
                    <a:pt x="6901748" y="227607"/>
                  </a:lnTo>
                  <a:lnTo>
                    <a:pt x="6901893" y="227607"/>
                  </a:lnTo>
                  <a:lnTo>
                    <a:pt x="6902039" y="227607"/>
                  </a:lnTo>
                  <a:lnTo>
                    <a:pt x="6902184" y="227607"/>
                  </a:lnTo>
                  <a:lnTo>
                    <a:pt x="6902330" y="227607"/>
                  </a:lnTo>
                  <a:lnTo>
                    <a:pt x="6902475" y="227607"/>
                  </a:lnTo>
                  <a:lnTo>
                    <a:pt x="6902621" y="227607"/>
                  </a:lnTo>
                  <a:lnTo>
                    <a:pt x="6902621" y="226983"/>
                  </a:lnTo>
                  <a:lnTo>
                    <a:pt x="6902766" y="226983"/>
                  </a:lnTo>
                  <a:lnTo>
                    <a:pt x="6902911" y="226983"/>
                  </a:lnTo>
                  <a:lnTo>
                    <a:pt x="6903057" y="226983"/>
                  </a:lnTo>
                  <a:lnTo>
                    <a:pt x="6903202" y="226983"/>
                  </a:lnTo>
                  <a:lnTo>
                    <a:pt x="6903348" y="226983"/>
                  </a:lnTo>
                  <a:lnTo>
                    <a:pt x="6903493" y="226983"/>
                  </a:lnTo>
                  <a:lnTo>
                    <a:pt x="6903639" y="226983"/>
                  </a:lnTo>
                  <a:lnTo>
                    <a:pt x="6903784" y="226983"/>
                  </a:lnTo>
                  <a:lnTo>
                    <a:pt x="6903929" y="226983"/>
                  </a:lnTo>
                  <a:lnTo>
                    <a:pt x="6904075" y="226983"/>
                  </a:lnTo>
                  <a:lnTo>
                    <a:pt x="6904220" y="226983"/>
                  </a:lnTo>
                  <a:lnTo>
                    <a:pt x="6904366" y="226983"/>
                  </a:lnTo>
                  <a:lnTo>
                    <a:pt x="6904511" y="226983"/>
                  </a:lnTo>
                  <a:lnTo>
                    <a:pt x="6904657" y="226983"/>
                  </a:lnTo>
                  <a:lnTo>
                    <a:pt x="6904802" y="226983"/>
                  </a:lnTo>
                  <a:lnTo>
                    <a:pt x="6904947" y="226983"/>
                  </a:lnTo>
                  <a:lnTo>
                    <a:pt x="6905093" y="226983"/>
                  </a:lnTo>
                  <a:lnTo>
                    <a:pt x="6905238" y="226983"/>
                  </a:lnTo>
                  <a:lnTo>
                    <a:pt x="6905384" y="226983"/>
                  </a:lnTo>
                  <a:lnTo>
                    <a:pt x="6905529" y="226983"/>
                  </a:lnTo>
                  <a:lnTo>
                    <a:pt x="6905529" y="226360"/>
                  </a:lnTo>
                  <a:lnTo>
                    <a:pt x="6905675" y="226360"/>
                  </a:lnTo>
                  <a:lnTo>
                    <a:pt x="6905820" y="226360"/>
                  </a:lnTo>
                  <a:lnTo>
                    <a:pt x="6905965" y="226360"/>
                  </a:lnTo>
                  <a:lnTo>
                    <a:pt x="6906111" y="226360"/>
                  </a:lnTo>
                  <a:lnTo>
                    <a:pt x="6906256" y="226360"/>
                  </a:lnTo>
                  <a:lnTo>
                    <a:pt x="6906402" y="226360"/>
                  </a:lnTo>
                  <a:lnTo>
                    <a:pt x="6906547" y="226360"/>
                  </a:lnTo>
                  <a:lnTo>
                    <a:pt x="6906693" y="226360"/>
                  </a:lnTo>
                  <a:lnTo>
                    <a:pt x="6906838" y="226360"/>
                  </a:lnTo>
                  <a:lnTo>
                    <a:pt x="6906983" y="226360"/>
                  </a:lnTo>
                  <a:lnTo>
                    <a:pt x="6907129" y="226360"/>
                  </a:lnTo>
                  <a:lnTo>
                    <a:pt x="6907129" y="225736"/>
                  </a:lnTo>
                  <a:lnTo>
                    <a:pt x="6907274" y="225736"/>
                  </a:lnTo>
                  <a:lnTo>
                    <a:pt x="6907420" y="225736"/>
                  </a:lnTo>
                  <a:lnTo>
                    <a:pt x="6907565" y="225736"/>
                  </a:lnTo>
                  <a:lnTo>
                    <a:pt x="6907710" y="225736"/>
                  </a:lnTo>
                  <a:lnTo>
                    <a:pt x="6907856" y="225736"/>
                  </a:lnTo>
                  <a:lnTo>
                    <a:pt x="6908001" y="225736"/>
                  </a:lnTo>
                  <a:lnTo>
                    <a:pt x="6908147" y="225736"/>
                  </a:lnTo>
                  <a:lnTo>
                    <a:pt x="6908292" y="225736"/>
                  </a:lnTo>
                  <a:lnTo>
                    <a:pt x="6908438" y="225736"/>
                  </a:lnTo>
                  <a:lnTo>
                    <a:pt x="6908583" y="225736"/>
                  </a:lnTo>
                  <a:lnTo>
                    <a:pt x="6908583" y="225113"/>
                  </a:lnTo>
                  <a:lnTo>
                    <a:pt x="6908728" y="225113"/>
                  </a:lnTo>
                  <a:lnTo>
                    <a:pt x="6908874" y="225113"/>
                  </a:lnTo>
                  <a:lnTo>
                    <a:pt x="6909019" y="225113"/>
                  </a:lnTo>
                  <a:lnTo>
                    <a:pt x="6909165" y="225113"/>
                  </a:lnTo>
                  <a:lnTo>
                    <a:pt x="6909310" y="225113"/>
                  </a:lnTo>
                  <a:lnTo>
                    <a:pt x="6909456" y="225113"/>
                  </a:lnTo>
                  <a:lnTo>
                    <a:pt x="6909601" y="225113"/>
                  </a:lnTo>
                  <a:lnTo>
                    <a:pt x="6909746" y="225113"/>
                  </a:lnTo>
                  <a:lnTo>
                    <a:pt x="6909892" y="225113"/>
                  </a:lnTo>
                  <a:lnTo>
                    <a:pt x="6910037" y="225113"/>
                  </a:lnTo>
                  <a:lnTo>
                    <a:pt x="6910183" y="225113"/>
                  </a:lnTo>
                  <a:lnTo>
                    <a:pt x="6910328" y="225113"/>
                  </a:lnTo>
                  <a:lnTo>
                    <a:pt x="6910474" y="225113"/>
                  </a:lnTo>
                  <a:lnTo>
                    <a:pt x="6910619" y="225113"/>
                  </a:lnTo>
                  <a:lnTo>
                    <a:pt x="6910764" y="225113"/>
                  </a:lnTo>
                  <a:lnTo>
                    <a:pt x="6910910" y="225113"/>
                  </a:lnTo>
                  <a:lnTo>
                    <a:pt x="6911055" y="225113"/>
                  </a:lnTo>
                  <a:lnTo>
                    <a:pt x="6911201" y="225113"/>
                  </a:lnTo>
                  <a:lnTo>
                    <a:pt x="6911346" y="225113"/>
                  </a:lnTo>
                  <a:lnTo>
                    <a:pt x="6911492" y="225113"/>
                  </a:lnTo>
                  <a:lnTo>
                    <a:pt x="6911637" y="225113"/>
                  </a:lnTo>
                  <a:lnTo>
                    <a:pt x="6911782" y="225113"/>
                  </a:lnTo>
                  <a:lnTo>
                    <a:pt x="6911928" y="225113"/>
                  </a:lnTo>
                  <a:lnTo>
                    <a:pt x="6912073" y="225113"/>
                  </a:lnTo>
                  <a:lnTo>
                    <a:pt x="6912219" y="225113"/>
                  </a:lnTo>
                  <a:lnTo>
                    <a:pt x="6912364" y="225113"/>
                  </a:lnTo>
                  <a:lnTo>
                    <a:pt x="6912510" y="225113"/>
                  </a:lnTo>
                  <a:lnTo>
                    <a:pt x="6912655" y="225113"/>
                  </a:lnTo>
                  <a:lnTo>
                    <a:pt x="6912800" y="225113"/>
                  </a:lnTo>
                  <a:lnTo>
                    <a:pt x="6912946" y="225113"/>
                  </a:lnTo>
                  <a:lnTo>
                    <a:pt x="6913091" y="225113"/>
                  </a:lnTo>
                  <a:lnTo>
                    <a:pt x="6913237" y="225113"/>
                  </a:lnTo>
                  <a:lnTo>
                    <a:pt x="6913382" y="225113"/>
                  </a:lnTo>
                  <a:lnTo>
                    <a:pt x="6913528" y="225113"/>
                  </a:lnTo>
                  <a:lnTo>
                    <a:pt x="6913673" y="225113"/>
                  </a:lnTo>
                  <a:lnTo>
                    <a:pt x="6913818" y="225113"/>
                  </a:lnTo>
                  <a:lnTo>
                    <a:pt x="6913964" y="225113"/>
                  </a:lnTo>
                  <a:lnTo>
                    <a:pt x="6914109" y="225113"/>
                  </a:lnTo>
                  <a:lnTo>
                    <a:pt x="6914255" y="225113"/>
                  </a:lnTo>
                  <a:lnTo>
                    <a:pt x="6914400" y="225113"/>
                  </a:lnTo>
                  <a:lnTo>
                    <a:pt x="6914545" y="225113"/>
                  </a:lnTo>
                  <a:lnTo>
                    <a:pt x="6914691" y="225113"/>
                  </a:lnTo>
                  <a:lnTo>
                    <a:pt x="6914836" y="225113"/>
                  </a:lnTo>
                  <a:lnTo>
                    <a:pt x="6914982" y="225113"/>
                  </a:lnTo>
                  <a:lnTo>
                    <a:pt x="6915127" y="225113"/>
                  </a:lnTo>
                  <a:lnTo>
                    <a:pt x="6915273" y="225113"/>
                  </a:lnTo>
                  <a:lnTo>
                    <a:pt x="6915418" y="225113"/>
                  </a:lnTo>
                  <a:lnTo>
                    <a:pt x="6915563" y="225113"/>
                  </a:lnTo>
                  <a:lnTo>
                    <a:pt x="6915709" y="225113"/>
                  </a:lnTo>
                  <a:lnTo>
                    <a:pt x="6915854" y="225113"/>
                  </a:lnTo>
                  <a:lnTo>
                    <a:pt x="6915854" y="224489"/>
                  </a:lnTo>
                  <a:lnTo>
                    <a:pt x="6916000" y="224489"/>
                  </a:lnTo>
                  <a:lnTo>
                    <a:pt x="6916145" y="224489"/>
                  </a:lnTo>
                  <a:lnTo>
                    <a:pt x="6916291" y="224489"/>
                  </a:lnTo>
                  <a:lnTo>
                    <a:pt x="6916436" y="224489"/>
                  </a:lnTo>
                  <a:lnTo>
                    <a:pt x="6916581" y="224489"/>
                  </a:lnTo>
                  <a:lnTo>
                    <a:pt x="6916727" y="224489"/>
                  </a:lnTo>
                  <a:lnTo>
                    <a:pt x="6916872" y="224489"/>
                  </a:lnTo>
                  <a:lnTo>
                    <a:pt x="6917018" y="224489"/>
                  </a:lnTo>
                  <a:lnTo>
                    <a:pt x="6917163" y="224489"/>
                  </a:lnTo>
                  <a:lnTo>
                    <a:pt x="6917309" y="224489"/>
                  </a:lnTo>
                  <a:lnTo>
                    <a:pt x="6917454" y="224489"/>
                  </a:lnTo>
                  <a:lnTo>
                    <a:pt x="6917599" y="224489"/>
                  </a:lnTo>
                  <a:lnTo>
                    <a:pt x="6917745" y="224489"/>
                  </a:lnTo>
                  <a:lnTo>
                    <a:pt x="6917890" y="224489"/>
                  </a:lnTo>
                  <a:lnTo>
                    <a:pt x="6918036" y="224489"/>
                  </a:lnTo>
                  <a:lnTo>
                    <a:pt x="6918181" y="224489"/>
                  </a:lnTo>
                  <a:lnTo>
                    <a:pt x="6918327" y="224489"/>
                  </a:lnTo>
                  <a:lnTo>
                    <a:pt x="6918472" y="224489"/>
                  </a:lnTo>
                  <a:lnTo>
                    <a:pt x="6918617" y="224489"/>
                  </a:lnTo>
                  <a:lnTo>
                    <a:pt x="6918763" y="224489"/>
                  </a:lnTo>
                  <a:lnTo>
                    <a:pt x="6918763" y="223866"/>
                  </a:lnTo>
                  <a:lnTo>
                    <a:pt x="6918908" y="223866"/>
                  </a:lnTo>
                  <a:lnTo>
                    <a:pt x="6919054" y="223866"/>
                  </a:lnTo>
                  <a:lnTo>
                    <a:pt x="6919199" y="223866"/>
                  </a:lnTo>
                  <a:lnTo>
                    <a:pt x="6919345" y="223866"/>
                  </a:lnTo>
                  <a:lnTo>
                    <a:pt x="6919490" y="223866"/>
                  </a:lnTo>
                  <a:lnTo>
                    <a:pt x="6919635" y="223866"/>
                  </a:lnTo>
                  <a:lnTo>
                    <a:pt x="6919781" y="223866"/>
                  </a:lnTo>
                  <a:lnTo>
                    <a:pt x="6919926" y="223866"/>
                  </a:lnTo>
                  <a:lnTo>
                    <a:pt x="6920072" y="223866"/>
                  </a:lnTo>
                  <a:lnTo>
                    <a:pt x="6920217" y="223866"/>
                  </a:lnTo>
                  <a:lnTo>
                    <a:pt x="6920363" y="223866"/>
                  </a:lnTo>
                  <a:lnTo>
                    <a:pt x="6920508" y="223866"/>
                  </a:lnTo>
                  <a:lnTo>
                    <a:pt x="6920653" y="223866"/>
                  </a:lnTo>
                  <a:lnTo>
                    <a:pt x="6920799" y="223866"/>
                  </a:lnTo>
                  <a:lnTo>
                    <a:pt x="6920799" y="223242"/>
                  </a:lnTo>
                  <a:lnTo>
                    <a:pt x="6920944" y="223242"/>
                  </a:lnTo>
                  <a:lnTo>
                    <a:pt x="6921090" y="223242"/>
                  </a:lnTo>
                  <a:lnTo>
                    <a:pt x="6921235" y="223242"/>
                  </a:lnTo>
                  <a:lnTo>
                    <a:pt x="6921380" y="223242"/>
                  </a:lnTo>
                  <a:lnTo>
                    <a:pt x="6921526" y="223242"/>
                  </a:lnTo>
                  <a:lnTo>
                    <a:pt x="6921671" y="223242"/>
                  </a:lnTo>
                  <a:lnTo>
                    <a:pt x="6921817" y="223242"/>
                  </a:lnTo>
                  <a:lnTo>
                    <a:pt x="6921962" y="223242"/>
                  </a:lnTo>
                  <a:lnTo>
                    <a:pt x="6922108" y="223242"/>
                  </a:lnTo>
                  <a:lnTo>
                    <a:pt x="6922253" y="223242"/>
                  </a:lnTo>
                  <a:lnTo>
                    <a:pt x="6922398" y="223242"/>
                  </a:lnTo>
                  <a:lnTo>
                    <a:pt x="6922544" y="223242"/>
                  </a:lnTo>
                  <a:lnTo>
                    <a:pt x="6922689" y="223242"/>
                  </a:lnTo>
                  <a:lnTo>
                    <a:pt x="6922835" y="223242"/>
                  </a:lnTo>
                  <a:lnTo>
                    <a:pt x="6922980" y="223242"/>
                  </a:lnTo>
                  <a:lnTo>
                    <a:pt x="6923126" y="223242"/>
                  </a:lnTo>
                  <a:lnTo>
                    <a:pt x="6923271" y="223242"/>
                  </a:lnTo>
                  <a:lnTo>
                    <a:pt x="6923416" y="223242"/>
                  </a:lnTo>
                  <a:lnTo>
                    <a:pt x="6923562" y="223242"/>
                  </a:lnTo>
                  <a:lnTo>
                    <a:pt x="6923707" y="223242"/>
                  </a:lnTo>
                  <a:lnTo>
                    <a:pt x="6923853" y="223242"/>
                  </a:lnTo>
                  <a:lnTo>
                    <a:pt x="6923998" y="223242"/>
                  </a:lnTo>
                  <a:lnTo>
                    <a:pt x="6923998" y="222618"/>
                  </a:lnTo>
                  <a:lnTo>
                    <a:pt x="6924144" y="222618"/>
                  </a:lnTo>
                  <a:lnTo>
                    <a:pt x="6924289" y="222618"/>
                  </a:lnTo>
                  <a:lnTo>
                    <a:pt x="6924434" y="222618"/>
                  </a:lnTo>
                  <a:lnTo>
                    <a:pt x="6924580" y="222618"/>
                  </a:lnTo>
                  <a:lnTo>
                    <a:pt x="6924725" y="222618"/>
                  </a:lnTo>
                  <a:lnTo>
                    <a:pt x="6924871" y="222618"/>
                  </a:lnTo>
                  <a:lnTo>
                    <a:pt x="6925016" y="222618"/>
                  </a:lnTo>
                  <a:lnTo>
                    <a:pt x="6925162" y="222618"/>
                  </a:lnTo>
                  <a:lnTo>
                    <a:pt x="6925307" y="222618"/>
                  </a:lnTo>
                  <a:lnTo>
                    <a:pt x="6925452" y="222618"/>
                  </a:lnTo>
                  <a:lnTo>
                    <a:pt x="6925598" y="222618"/>
                  </a:lnTo>
                  <a:lnTo>
                    <a:pt x="6925743" y="222618"/>
                  </a:lnTo>
                  <a:lnTo>
                    <a:pt x="6925889" y="222618"/>
                  </a:lnTo>
                  <a:lnTo>
                    <a:pt x="6925889" y="221995"/>
                  </a:lnTo>
                  <a:lnTo>
                    <a:pt x="6926034" y="221995"/>
                  </a:lnTo>
                  <a:lnTo>
                    <a:pt x="6926180" y="221995"/>
                  </a:lnTo>
                  <a:lnTo>
                    <a:pt x="6926325" y="221995"/>
                  </a:lnTo>
                  <a:lnTo>
                    <a:pt x="6926470" y="221995"/>
                  </a:lnTo>
                  <a:lnTo>
                    <a:pt x="6926616" y="221995"/>
                  </a:lnTo>
                  <a:lnTo>
                    <a:pt x="6926761" y="221995"/>
                  </a:lnTo>
                  <a:lnTo>
                    <a:pt x="6926907" y="221995"/>
                  </a:lnTo>
                  <a:lnTo>
                    <a:pt x="6927052" y="221995"/>
                  </a:lnTo>
                  <a:lnTo>
                    <a:pt x="6927197" y="221995"/>
                  </a:lnTo>
                  <a:lnTo>
                    <a:pt x="6927343" y="221995"/>
                  </a:lnTo>
                  <a:lnTo>
                    <a:pt x="6927343" y="221371"/>
                  </a:lnTo>
                  <a:lnTo>
                    <a:pt x="6927488" y="221371"/>
                  </a:lnTo>
                  <a:lnTo>
                    <a:pt x="6927634" y="221371"/>
                  </a:lnTo>
                  <a:lnTo>
                    <a:pt x="6927779" y="221371"/>
                  </a:lnTo>
                  <a:lnTo>
                    <a:pt x="6927925" y="221371"/>
                  </a:lnTo>
                  <a:lnTo>
                    <a:pt x="6928070" y="221371"/>
                  </a:lnTo>
                  <a:lnTo>
                    <a:pt x="6928215" y="221371"/>
                  </a:lnTo>
                  <a:lnTo>
                    <a:pt x="6928361" y="221371"/>
                  </a:lnTo>
                  <a:lnTo>
                    <a:pt x="6928506" y="221371"/>
                  </a:lnTo>
                  <a:lnTo>
                    <a:pt x="6928506" y="220748"/>
                  </a:lnTo>
                  <a:lnTo>
                    <a:pt x="6928652" y="220748"/>
                  </a:lnTo>
                  <a:lnTo>
                    <a:pt x="6928797" y="220748"/>
                  </a:lnTo>
                  <a:lnTo>
                    <a:pt x="6928797" y="220124"/>
                  </a:lnTo>
                  <a:lnTo>
                    <a:pt x="6928943" y="220124"/>
                  </a:lnTo>
                  <a:lnTo>
                    <a:pt x="6929088" y="220124"/>
                  </a:lnTo>
                  <a:lnTo>
                    <a:pt x="6929233" y="220124"/>
                  </a:lnTo>
                  <a:lnTo>
                    <a:pt x="6929379" y="220124"/>
                  </a:lnTo>
                  <a:lnTo>
                    <a:pt x="6929524" y="220124"/>
                  </a:lnTo>
                  <a:lnTo>
                    <a:pt x="6929670" y="220124"/>
                  </a:lnTo>
                  <a:lnTo>
                    <a:pt x="6929815" y="220124"/>
                  </a:lnTo>
                  <a:lnTo>
                    <a:pt x="6929961" y="220124"/>
                  </a:lnTo>
                  <a:lnTo>
                    <a:pt x="6930106" y="220124"/>
                  </a:lnTo>
                  <a:lnTo>
                    <a:pt x="6930251" y="220124"/>
                  </a:lnTo>
                  <a:lnTo>
                    <a:pt x="6930397" y="220124"/>
                  </a:lnTo>
                  <a:lnTo>
                    <a:pt x="6930542" y="220124"/>
                  </a:lnTo>
                  <a:lnTo>
                    <a:pt x="6930688" y="220124"/>
                  </a:lnTo>
                  <a:lnTo>
                    <a:pt x="6930833" y="220124"/>
                  </a:lnTo>
                  <a:lnTo>
                    <a:pt x="6930833" y="219500"/>
                  </a:lnTo>
                  <a:lnTo>
                    <a:pt x="6930979" y="219500"/>
                  </a:lnTo>
                  <a:lnTo>
                    <a:pt x="6931124" y="219500"/>
                  </a:lnTo>
                  <a:lnTo>
                    <a:pt x="6931269" y="219500"/>
                  </a:lnTo>
                  <a:lnTo>
                    <a:pt x="6931415" y="219500"/>
                  </a:lnTo>
                  <a:lnTo>
                    <a:pt x="6931415" y="218877"/>
                  </a:lnTo>
                  <a:lnTo>
                    <a:pt x="6931560" y="218877"/>
                  </a:lnTo>
                  <a:lnTo>
                    <a:pt x="6931706" y="218877"/>
                  </a:lnTo>
                  <a:lnTo>
                    <a:pt x="6931851" y="218877"/>
                  </a:lnTo>
                  <a:lnTo>
                    <a:pt x="6931997" y="218877"/>
                  </a:lnTo>
                  <a:lnTo>
                    <a:pt x="6932142" y="218877"/>
                  </a:lnTo>
                  <a:lnTo>
                    <a:pt x="6932287" y="218877"/>
                  </a:lnTo>
                  <a:lnTo>
                    <a:pt x="6932433" y="218877"/>
                  </a:lnTo>
                  <a:lnTo>
                    <a:pt x="6932578" y="218877"/>
                  </a:lnTo>
                  <a:lnTo>
                    <a:pt x="6932578" y="218253"/>
                  </a:lnTo>
                  <a:lnTo>
                    <a:pt x="6932724" y="218253"/>
                  </a:lnTo>
                  <a:lnTo>
                    <a:pt x="6932869" y="218253"/>
                  </a:lnTo>
                  <a:lnTo>
                    <a:pt x="6933015" y="218253"/>
                  </a:lnTo>
                  <a:lnTo>
                    <a:pt x="6933160" y="218253"/>
                  </a:lnTo>
                  <a:lnTo>
                    <a:pt x="6933305" y="218253"/>
                  </a:lnTo>
                  <a:lnTo>
                    <a:pt x="6933451" y="218253"/>
                  </a:lnTo>
                  <a:lnTo>
                    <a:pt x="6933596" y="218253"/>
                  </a:lnTo>
                  <a:lnTo>
                    <a:pt x="6933742" y="218253"/>
                  </a:lnTo>
                  <a:lnTo>
                    <a:pt x="6933887" y="218253"/>
                  </a:lnTo>
                  <a:lnTo>
                    <a:pt x="6934032" y="218253"/>
                  </a:lnTo>
                  <a:lnTo>
                    <a:pt x="6934178" y="218253"/>
                  </a:lnTo>
                  <a:lnTo>
                    <a:pt x="6934178" y="217630"/>
                  </a:lnTo>
                  <a:lnTo>
                    <a:pt x="6934323" y="217630"/>
                  </a:lnTo>
                  <a:lnTo>
                    <a:pt x="6934469" y="217630"/>
                  </a:lnTo>
                  <a:lnTo>
                    <a:pt x="6934614" y="217630"/>
                  </a:lnTo>
                  <a:lnTo>
                    <a:pt x="6934760" y="217630"/>
                  </a:lnTo>
                  <a:lnTo>
                    <a:pt x="6934905" y="217630"/>
                  </a:lnTo>
                  <a:lnTo>
                    <a:pt x="6935050" y="217630"/>
                  </a:lnTo>
                  <a:lnTo>
                    <a:pt x="6935196" y="217630"/>
                  </a:lnTo>
                  <a:lnTo>
                    <a:pt x="6935341" y="217630"/>
                  </a:lnTo>
                  <a:lnTo>
                    <a:pt x="6935487" y="217630"/>
                  </a:lnTo>
                  <a:lnTo>
                    <a:pt x="6935632" y="217630"/>
                  </a:lnTo>
                  <a:lnTo>
                    <a:pt x="6935778" y="217630"/>
                  </a:lnTo>
                  <a:lnTo>
                    <a:pt x="6935923" y="217630"/>
                  </a:lnTo>
                  <a:lnTo>
                    <a:pt x="6936068" y="217630"/>
                  </a:lnTo>
                  <a:lnTo>
                    <a:pt x="6936214" y="217630"/>
                  </a:lnTo>
                  <a:lnTo>
                    <a:pt x="6936359" y="217630"/>
                  </a:lnTo>
                  <a:lnTo>
                    <a:pt x="6936505" y="217630"/>
                  </a:lnTo>
                  <a:lnTo>
                    <a:pt x="6936650" y="217630"/>
                  </a:lnTo>
                  <a:lnTo>
                    <a:pt x="6936796" y="217630"/>
                  </a:lnTo>
                  <a:lnTo>
                    <a:pt x="6936941" y="217630"/>
                  </a:lnTo>
                  <a:lnTo>
                    <a:pt x="6937086" y="217630"/>
                  </a:lnTo>
                  <a:lnTo>
                    <a:pt x="6937232" y="217630"/>
                  </a:lnTo>
                  <a:lnTo>
                    <a:pt x="6937377" y="217630"/>
                  </a:lnTo>
                  <a:lnTo>
                    <a:pt x="6937523" y="217630"/>
                  </a:lnTo>
                  <a:lnTo>
                    <a:pt x="6937668" y="217630"/>
                  </a:lnTo>
                  <a:lnTo>
                    <a:pt x="6937814" y="217630"/>
                  </a:lnTo>
                  <a:lnTo>
                    <a:pt x="6937959" y="217630"/>
                  </a:lnTo>
                  <a:lnTo>
                    <a:pt x="6938104" y="217630"/>
                  </a:lnTo>
                  <a:lnTo>
                    <a:pt x="6938250" y="217630"/>
                  </a:lnTo>
                  <a:lnTo>
                    <a:pt x="6938395" y="217630"/>
                  </a:lnTo>
                  <a:lnTo>
                    <a:pt x="6938541" y="217630"/>
                  </a:lnTo>
                  <a:lnTo>
                    <a:pt x="6938686" y="217630"/>
                  </a:lnTo>
                  <a:lnTo>
                    <a:pt x="6938832" y="217630"/>
                  </a:lnTo>
                  <a:lnTo>
                    <a:pt x="6938977" y="217630"/>
                  </a:lnTo>
                  <a:lnTo>
                    <a:pt x="6939122" y="217630"/>
                  </a:lnTo>
                  <a:lnTo>
                    <a:pt x="6939268" y="217630"/>
                  </a:lnTo>
                  <a:lnTo>
                    <a:pt x="6939413" y="217630"/>
                  </a:lnTo>
                  <a:lnTo>
                    <a:pt x="6939559" y="217630"/>
                  </a:lnTo>
                  <a:lnTo>
                    <a:pt x="6939704" y="217630"/>
                  </a:lnTo>
                  <a:lnTo>
                    <a:pt x="6939850" y="217630"/>
                  </a:lnTo>
                  <a:lnTo>
                    <a:pt x="6939995" y="217630"/>
                  </a:lnTo>
                  <a:lnTo>
                    <a:pt x="6940140" y="217630"/>
                  </a:lnTo>
                  <a:lnTo>
                    <a:pt x="6940286" y="217630"/>
                  </a:lnTo>
                  <a:lnTo>
                    <a:pt x="6940431" y="217630"/>
                  </a:lnTo>
                  <a:lnTo>
                    <a:pt x="6940577" y="217630"/>
                  </a:lnTo>
                  <a:lnTo>
                    <a:pt x="6940722" y="217630"/>
                  </a:lnTo>
                  <a:lnTo>
                    <a:pt x="6940867" y="217630"/>
                  </a:lnTo>
                  <a:lnTo>
                    <a:pt x="6941013" y="217630"/>
                  </a:lnTo>
                  <a:lnTo>
                    <a:pt x="6941158" y="217630"/>
                  </a:lnTo>
                  <a:lnTo>
                    <a:pt x="6941304" y="217630"/>
                  </a:lnTo>
                  <a:lnTo>
                    <a:pt x="6941449" y="217630"/>
                  </a:lnTo>
                  <a:lnTo>
                    <a:pt x="6941595" y="217630"/>
                  </a:lnTo>
                  <a:lnTo>
                    <a:pt x="6941740" y="217630"/>
                  </a:lnTo>
                  <a:lnTo>
                    <a:pt x="6941885" y="217630"/>
                  </a:lnTo>
                  <a:lnTo>
                    <a:pt x="6942031" y="217630"/>
                  </a:lnTo>
                  <a:lnTo>
                    <a:pt x="6942176" y="217630"/>
                  </a:lnTo>
                  <a:lnTo>
                    <a:pt x="6942176" y="217006"/>
                  </a:lnTo>
                  <a:lnTo>
                    <a:pt x="6942322" y="217006"/>
                  </a:lnTo>
                  <a:lnTo>
                    <a:pt x="6942467" y="217006"/>
                  </a:lnTo>
                  <a:lnTo>
                    <a:pt x="6942613" y="217006"/>
                  </a:lnTo>
                  <a:lnTo>
                    <a:pt x="6942758" y="217006"/>
                  </a:lnTo>
                  <a:lnTo>
                    <a:pt x="6942903" y="217006"/>
                  </a:lnTo>
                  <a:lnTo>
                    <a:pt x="6942903" y="216383"/>
                  </a:lnTo>
                  <a:lnTo>
                    <a:pt x="6943049" y="216383"/>
                  </a:lnTo>
                  <a:lnTo>
                    <a:pt x="6943194" y="216383"/>
                  </a:lnTo>
                  <a:lnTo>
                    <a:pt x="6943340" y="216383"/>
                  </a:lnTo>
                  <a:lnTo>
                    <a:pt x="6943485" y="216383"/>
                  </a:lnTo>
                  <a:lnTo>
                    <a:pt x="6943631" y="216383"/>
                  </a:lnTo>
                  <a:lnTo>
                    <a:pt x="6943776" y="216383"/>
                  </a:lnTo>
                  <a:lnTo>
                    <a:pt x="6943921" y="216383"/>
                  </a:lnTo>
                  <a:lnTo>
                    <a:pt x="6944067" y="216383"/>
                  </a:lnTo>
                  <a:lnTo>
                    <a:pt x="6944067" y="215759"/>
                  </a:lnTo>
                  <a:lnTo>
                    <a:pt x="6944212" y="215759"/>
                  </a:lnTo>
                  <a:lnTo>
                    <a:pt x="6944358" y="215759"/>
                  </a:lnTo>
                  <a:lnTo>
                    <a:pt x="6944503" y="215759"/>
                  </a:lnTo>
                  <a:lnTo>
                    <a:pt x="6944649" y="215759"/>
                  </a:lnTo>
                  <a:lnTo>
                    <a:pt x="6944794" y="215759"/>
                  </a:lnTo>
                  <a:lnTo>
                    <a:pt x="6944939" y="215759"/>
                  </a:lnTo>
                  <a:lnTo>
                    <a:pt x="6945085" y="215759"/>
                  </a:lnTo>
                  <a:lnTo>
                    <a:pt x="6945230" y="215759"/>
                  </a:lnTo>
                  <a:lnTo>
                    <a:pt x="6945376" y="215759"/>
                  </a:lnTo>
                  <a:lnTo>
                    <a:pt x="6945521" y="215759"/>
                  </a:lnTo>
                  <a:lnTo>
                    <a:pt x="6945667" y="215759"/>
                  </a:lnTo>
                  <a:lnTo>
                    <a:pt x="6945812" y="215759"/>
                  </a:lnTo>
                  <a:lnTo>
                    <a:pt x="6945957" y="215759"/>
                  </a:lnTo>
                  <a:lnTo>
                    <a:pt x="6946103" y="215759"/>
                  </a:lnTo>
                  <a:lnTo>
                    <a:pt x="6946248" y="215759"/>
                  </a:lnTo>
                  <a:lnTo>
                    <a:pt x="6946394" y="215759"/>
                  </a:lnTo>
                  <a:lnTo>
                    <a:pt x="6946539" y="215759"/>
                  </a:lnTo>
                  <a:lnTo>
                    <a:pt x="6946685" y="215759"/>
                  </a:lnTo>
                  <a:lnTo>
                    <a:pt x="6946830" y="215759"/>
                  </a:lnTo>
                  <a:lnTo>
                    <a:pt x="6946975" y="215759"/>
                  </a:lnTo>
                  <a:lnTo>
                    <a:pt x="6947121" y="215759"/>
                  </a:lnTo>
                  <a:lnTo>
                    <a:pt x="6947121" y="215135"/>
                  </a:lnTo>
                  <a:lnTo>
                    <a:pt x="6947266" y="215135"/>
                  </a:lnTo>
                  <a:lnTo>
                    <a:pt x="6947412" y="215135"/>
                  </a:lnTo>
                  <a:lnTo>
                    <a:pt x="6947557" y="215135"/>
                  </a:lnTo>
                  <a:lnTo>
                    <a:pt x="6947702" y="215135"/>
                  </a:lnTo>
                  <a:lnTo>
                    <a:pt x="6947848" y="215135"/>
                  </a:lnTo>
                  <a:lnTo>
                    <a:pt x="6947993" y="215135"/>
                  </a:lnTo>
                  <a:lnTo>
                    <a:pt x="6948139" y="215135"/>
                  </a:lnTo>
                  <a:lnTo>
                    <a:pt x="6948284" y="215135"/>
                  </a:lnTo>
                  <a:lnTo>
                    <a:pt x="6948284" y="214512"/>
                  </a:lnTo>
                  <a:lnTo>
                    <a:pt x="6948430" y="214512"/>
                  </a:lnTo>
                  <a:lnTo>
                    <a:pt x="6948575" y="214512"/>
                  </a:lnTo>
                  <a:lnTo>
                    <a:pt x="6948720" y="214512"/>
                  </a:lnTo>
                  <a:lnTo>
                    <a:pt x="6948866" y="214512"/>
                  </a:lnTo>
                  <a:lnTo>
                    <a:pt x="6949011" y="214512"/>
                  </a:lnTo>
                  <a:lnTo>
                    <a:pt x="6949157" y="214512"/>
                  </a:lnTo>
                  <a:lnTo>
                    <a:pt x="6949302" y="214512"/>
                  </a:lnTo>
                  <a:lnTo>
                    <a:pt x="6949448" y="214512"/>
                  </a:lnTo>
                  <a:lnTo>
                    <a:pt x="6949593" y="214512"/>
                  </a:lnTo>
                  <a:lnTo>
                    <a:pt x="6949738" y="214512"/>
                  </a:lnTo>
                  <a:lnTo>
                    <a:pt x="6949884" y="214512"/>
                  </a:lnTo>
                  <a:lnTo>
                    <a:pt x="6950029" y="214512"/>
                  </a:lnTo>
                  <a:lnTo>
                    <a:pt x="6950175" y="214512"/>
                  </a:lnTo>
                  <a:lnTo>
                    <a:pt x="6950320" y="214512"/>
                  </a:lnTo>
                  <a:lnTo>
                    <a:pt x="6950466" y="214512"/>
                  </a:lnTo>
                  <a:lnTo>
                    <a:pt x="6950611" y="214512"/>
                  </a:lnTo>
                  <a:lnTo>
                    <a:pt x="6950756" y="214512"/>
                  </a:lnTo>
                  <a:lnTo>
                    <a:pt x="6950902" y="214512"/>
                  </a:lnTo>
                  <a:lnTo>
                    <a:pt x="6951047" y="214512"/>
                  </a:lnTo>
                  <a:lnTo>
                    <a:pt x="6951047" y="213888"/>
                  </a:lnTo>
                  <a:lnTo>
                    <a:pt x="6951193" y="213888"/>
                  </a:lnTo>
                  <a:lnTo>
                    <a:pt x="6951338" y="213888"/>
                  </a:lnTo>
                  <a:lnTo>
                    <a:pt x="6951484" y="213888"/>
                  </a:lnTo>
                  <a:lnTo>
                    <a:pt x="6951629" y="213888"/>
                  </a:lnTo>
                  <a:lnTo>
                    <a:pt x="6951774" y="213888"/>
                  </a:lnTo>
                  <a:lnTo>
                    <a:pt x="6951920" y="213888"/>
                  </a:lnTo>
                  <a:lnTo>
                    <a:pt x="6952065" y="213888"/>
                  </a:lnTo>
                  <a:lnTo>
                    <a:pt x="6952211" y="213888"/>
                  </a:lnTo>
                  <a:lnTo>
                    <a:pt x="6952356" y="213888"/>
                  </a:lnTo>
                  <a:lnTo>
                    <a:pt x="6952502" y="213888"/>
                  </a:lnTo>
                  <a:lnTo>
                    <a:pt x="6952647" y="213888"/>
                  </a:lnTo>
                  <a:lnTo>
                    <a:pt x="6952792" y="213888"/>
                  </a:lnTo>
                  <a:lnTo>
                    <a:pt x="6952938" y="213888"/>
                  </a:lnTo>
                  <a:lnTo>
                    <a:pt x="6953083" y="213888"/>
                  </a:lnTo>
                  <a:lnTo>
                    <a:pt x="6953229" y="213888"/>
                  </a:lnTo>
                  <a:lnTo>
                    <a:pt x="6953374" y="213888"/>
                  </a:lnTo>
                  <a:lnTo>
                    <a:pt x="6953520" y="213888"/>
                  </a:lnTo>
                  <a:lnTo>
                    <a:pt x="6953665" y="213888"/>
                  </a:lnTo>
                  <a:lnTo>
                    <a:pt x="6953810" y="213888"/>
                  </a:lnTo>
                  <a:lnTo>
                    <a:pt x="6953810" y="213265"/>
                  </a:lnTo>
                  <a:lnTo>
                    <a:pt x="6953956" y="213265"/>
                  </a:lnTo>
                  <a:lnTo>
                    <a:pt x="6954101" y="213265"/>
                  </a:lnTo>
                  <a:lnTo>
                    <a:pt x="6954247" y="213265"/>
                  </a:lnTo>
                  <a:lnTo>
                    <a:pt x="6954392" y="213265"/>
                  </a:lnTo>
                  <a:lnTo>
                    <a:pt x="6954537" y="213265"/>
                  </a:lnTo>
                  <a:lnTo>
                    <a:pt x="6954683" y="213265"/>
                  </a:lnTo>
                  <a:lnTo>
                    <a:pt x="6954828" y="213265"/>
                  </a:lnTo>
                  <a:lnTo>
                    <a:pt x="6954974" y="213265"/>
                  </a:lnTo>
                  <a:lnTo>
                    <a:pt x="6955119" y="213265"/>
                  </a:lnTo>
                  <a:lnTo>
                    <a:pt x="6955265" y="213265"/>
                  </a:lnTo>
                  <a:lnTo>
                    <a:pt x="6955410" y="213265"/>
                  </a:lnTo>
                  <a:lnTo>
                    <a:pt x="6955555" y="213265"/>
                  </a:lnTo>
                  <a:lnTo>
                    <a:pt x="6955701" y="213265"/>
                  </a:lnTo>
                  <a:lnTo>
                    <a:pt x="6955846" y="213265"/>
                  </a:lnTo>
                  <a:lnTo>
                    <a:pt x="6955992" y="213265"/>
                  </a:lnTo>
                  <a:lnTo>
                    <a:pt x="6956137" y="213265"/>
                  </a:lnTo>
                  <a:lnTo>
                    <a:pt x="6956283" y="213265"/>
                  </a:lnTo>
                  <a:lnTo>
                    <a:pt x="6956428" y="213265"/>
                  </a:lnTo>
                  <a:lnTo>
                    <a:pt x="6956573" y="213265"/>
                  </a:lnTo>
                  <a:lnTo>
                    <a:pt x="6956719" y="213265"/>
                  </a:lnTo>
                  <a:lnTo>
                    <a:pt x="6956864" y="213265"/>
                  </a:lnTo>
                  <a:lnTo>
                    <a:pt x="6957010" y="213265"/>
                  </a:lnTo>
                  <a:lnTo>
                    <a:pt x="6957155" y="213265"/>
                  </a:lnTo>
                  <a:lnTo>
                    <a:pt x="6957301" y="213265"/>
                  </a:lnTo>
                  <a:lnTo>
                    <a:pt x="6957446" y="213265"/>
                  </a:lnTo>
                  <a:lnTo>
                    <a:pt x="6957591" y="213265"/>
                  </a:lnTo>
                  <a:lnTo>
                    <a:pt x="6957737" y="213265"/>
                  </a:lnTo>
                  <a:lnTo>
                    <a:pt x="6957882" y="213265"/>
                  </a:lnTo>
                  <a:lnTo>
                    <a:pt x="6958028" y="213265"/>
                  </a:lnTo>
                  <a:lnTo>
                    <a:pt x="6958173" y="213265"/>
                  </a:lnTo>
                  <a:lnTo>
                    <a:pt x="6958319" y="213265"/>
                  </a:lnTo>
                  <a:lnTo>
                    <a:pt x="6958464" y="213265"/>
                  </a:lnTo>
                  <a:lnTo>
                    <a:pt x="6958609" y="213265"/>
                  </a:lnTo>
                  <a:lnTo>
                    <a:pt x="6958755" y="213265"/>
                  </a:lnTo>
                  <a:lnTo>
                    <a:pt x="6958900" y="213265"/>
                  </a:lnTo>
                  <a:lnTo>
                    <a:pt x="6959046" y="213265"/>
                  </a:lnTo>
                  <a:lnTo>
                    <a:pt x="6959191" y="213265"/>
                  </a:lnTo>
                  <a:lnTo>
                    <a:pt x="6959337" y="213265"/>
                  </a:lnTo>
                  <a:lnTo>
                    <a:pt x="6959482" y="213265"/>
                  </a:lnTo>
                  <a:lnTo>
                    <a:pt x="6959627" y="213265"/>
                  </a:lnTo>
                  <a:lnTo>
                    <a:pt x="6959773" y="213265"/>
                  </a:lnTo>
                  <a:lnTo>
                    <a:pt x="6959918" y="213265"/>
                  </a:lnTo>
                  <a:lnTo>
                    <a:pt x="6960064" y="213265"/>
                  </a:lnTo>
                  <a:lnTo>
                    <a:pt x="6960209" y="213265"/>
                  </a:lnTo>
                  <a:lnTo>
                    <a:pt x="6960355" y="213265"/>
                  </a:lnTo>
                  <a:lnTo>
                    <a:pt x="6960500" y="213265"/>
                  </a:lnTo>
                  <a:lnTo>
                    <a:pt x="6960645" y="213265"/>
                  </a:lnTo>
                  <a:lnTo>
                    <a:pt x="6960791" y="213265"/>
                  </a:lnTo>
                  <a:lnTo>
                    <a:pt x="6960936" y="213265"/>
                  </a:lnTo>
                  <a:lnTo>
                    <a:pt x="6961082" y="213265"/>
                  </a:lnTo>
                  <a:lnTo>
                    <a:pt x="6961227" y="213265"/>
                  </a:lnTo>
                  <a:lnTo>
                    <a:pt x="6961372" y="213265"/>
                  </a:lnTo>
                  <a:lnTo>
                    <a:pt x="6961518" y="213265"/>
                  </a:lnTo>
                  <a:lnTo>
                    <a:pt x="6961663" y="213265"/>
                  </a:lnTo>
                  <a:lnTo>
                    <a:pt x="6961809" y="213265"/>
                  </a:lnTo>
                  <a:lnTo>
                    <a:pt x="6961954" y="213265"/>
                  </a:lnTo>
                  <a:lnTo>
                    <a:pt x="6962100" y="213265"/>
                  </a:lnTo>
                  <a:lnTo>
                    <a:pt x="6962245" y="213265"/>
                  </a:lnTo>
                  <a:lnTo>
                    <a:pt x="6962390" y="213265"/>
                  </a:lnTo>
                  <a:lnTo>
                    <a:pt x="6962536" y="213265"/>
                  </a:lnTo>
                  <a:lnTo>
                    <a:pt x="6962681" y="213265"/>
                  </a:lnTo>
                  <a:lnTo>
                    <a:pt x="6962827" y="213265"/>
                  </a:lnTo>
                  <a:lnTo>
                    <a:pt x="6962972" y="213265"/>
                  </a:lnTo>
                  <a:lnTo>
                    <a:pt x="6963118" y="213265"/>
                  </a:lnTo>
                  <a:lnTo>
                    <a:pt x="6963263" y="213265"/>
                  </a:lnTo>
                  <a:lnTo>
                    <a:pt x="6963408" y="213265"/>
                  </a:lnTo>
                  <a:lnTo>
                    <a:pt x="6963554" y="213265"/>
                  </a:lnTo>
                  <a:lnTo>
                    <a:pt x="6963699" y="213265"/>
                  </a:lnTo>
                  <a:lnTo>
                    <a:pt x="6963845" y="213265"/>
                  </a:lnTo>
                  <a:lnTo>
                    <a:pt x="6963990" y="213265"/>
                  </a:lnTo>
                  <a:lnTo>
                    <a:pt x="6964136" y="213265"/>
                  </a:lnTo>
                  <a:lnTo>
                    <a:pt x="6964281" y="213265"/>
                  </a:lnTo>
                  <a:lnTo>
                    <a:pt x="6964426" y="213265"/>
                  </a:lnTo>
                  <a:lnTo>
                    <a:pt x="6964572" y="213265"/>
                  </a:lnTo>
                  <a:lnTo>
                    <a:pt x="6964717" y="213265"/>
                  </a:lnTo>
                  <a:lnTo>
                    <a:pt x="6964863" y="213265"/>
                  </a:lnTo>
                  <a:lnTo>
                    <a:pt x="6965008" y="213265"/>
                  </a:lnTo>
                  <a:lnTo>
                    <a:pt x="6965154" y="213265"/>
                  </a:lnTo>
                  <a:lnTo>
                    <a:pt x="6965299" y="213265"/>
                  </a:lnTo>
                  <a:lnTo>
                    <a:pt x="6965444" y="213265"/>
                  </a:lnTo>
                  <a:lnTo>
                    <a:pt x="6965590" y="213265"/>
                  </a:lnTo>
                  <a:lnTo>
                    <a:pt x="6965735" y="213265"/>
                  </a:lnTo>
                  <a:lnTo>
                    <a:pt x="6965881" y="213265"/>
                  </a:lnTo>
                  <a:lnTo>
                    <a:pt x="6966026" y="213265"/>
                  </a:lnTo>
                  <a:lnTo>
                    <a:pt x="6966172" y="213265"/>
                  </a:lnTo>
                  <a:lnTo>
                    <a:pt x="6966317" y="213265"/>
                  </a:lnTo>
                  <a:lnTo>
                    <a:pt x="6966462" y="213265"/>
                  </a:lnTo>
                  <a:lnTo>
                    <a:pt x="6966608" y="213265"/>
                  </a:lnTo>
                  <a:lnTo>
                    <a:pt x="6966753" y="213265"/>
                  </a:lnTo>
                  <a:lnTo>
                    <a:pt x="6966899" y="213265"/>
                  </a:lnTo>
                  <a:lnTo>
                    <a:pt x="6967044" y="213265"/>
                  </a:lnTo>
                  <a:lnTo>
                    <a:pt x="6967190" y="213265"/>
                  </a:lnTo>
                  <a:lnTo>
                    <a:pt x="6967335" y="213265"/>
                  </a:lnTo>
                  <a:lnTo>
                    <a:pt x="6967480" y="213265"/>
                  </a:lnTo>
                  <a:lnTo>
                    <a:pt x="6967626" y="213265"/>
                  </a:lnTo>
                  <a:lnTo>
                    <a:pt x="6967771" y="213265"/>
                  </a:lnTo>
                  <a:lnTo>
                    <a:pt x="6967917" y="213265"/>
                  </a:lnTo>
                  <a:lnTo>
                    <a:pt x="6968062" y="213265"/>
                  </a:lnTo>
                  <a:lnTo>
                    <a:pt x="6968207" y="213265"/>
                  </a:lnTo>
                  <a:lnTo>
                    <a:pt x="6968353" y="213265"/>
                  </a:lnTo>
                  <a:lnTo>
                    <a:pt x="6968498" y="213265"/>
                  </a:lnTo>
                  <a:lnTo>
                    <a:pt x="6968644" y="213265"/>
                  </a:lnTo>
                  <a:lnTo>
                    <a:pt x="6968789" y="213265"/>
                  </a:lnTo>
                  <a:lnTo>
                    <a:pt x="6968935" y="213265"/>
                  </a:lnTo>
                  <a:lnTo>
                    <a:pt x="6969080" y="213265"/>
                  </a:lnTo>
                  <a:lnTo>
                    <a:pt x="6969080" y="212641"/>
                  </a:lnTo>
                  <a:lnTo>
                    <a:pt x="6969080" y="212017"/>
                  </a:lnTo>
                  <a:lnTo>
                    <a:pt x="6969225" y="212017"/>
                  </a:lnTo>
                  <a:lnTo>
                    <a:pt x="6969371" y="212017"/>
                  </a:lnTo>
                  <a:lnTo>
                    <a:pt x="6969371" y="211394"/>
                  </a:lnTo>
                  <a:lnTo>
                    <a:pt x="6969516" y="211394"/>
                  </a:lnTo>
                  <a:lnTo>
                    <a:pt x="6969662" y="211394"/>
                  </a:lnTo>
                  <a:lnTo>
                    <a:pt x="6969807" y="211394"/>
                  </a:lnTo>
                  <a:lnTo>
                    <a:pt x="6969953" y="211394"/>
                  </a:lnTo>
                  <a:lnTo>
                    <a:pt x="6970098" y="211394"/>
                  </a:lnTo>
                  <a:lnTo>
                    <a:pt x="6970243" y="211394"/>
                  </a:lnTo>
                  <a:lnTo>
                    <a:pt x="6970389" y="211394"/>
                  </a:lnTo>
                  <a:lnTo>
                    <a:pt x="6970534" y="211394"/>
                  </a:lnTo>
                  <a:lnTo>
                    <a:pt x="6970680" y="211394"/>
                  </a:lnTo>
                  <a:lnTo>
                    <a:pt x="6970825" y="211394"/>
                  </a:lnTo>
                  <a:lnTo>
                    <a:pt x="6970971" y="211394"/>
                  </a:lnTo>
                  <a:lnTo>
                    <a:pt x="6971116" y="211394"/>
                  </a:lnTo>
                  <a:lnTo>
                    <a:pt x="6971261" y="211394"/>
                  </a:lnTo>
                  <a:lnTo>
                    <a:pt x="6971407" y="211394"/>
                  </a:lnTo>
                  <a:lnTo>
                    <a:pt x="6971552" y="211394"/>
                  </a:lnTo>
                  <a:lnTo>
                    <a:pt x="6971698" y="211394"/>
                  </a:lnTo>
                  <a:lnTo>
                    <a:pt x="6971843" y="211394"/>
                  </a:lnTo>
                  <a:lnTo>
                    <a:pt x="6971989" y="211394"/>
                  </a:lnTo>
                  <a:lnTo>
                    <a:pt x="6972134" y="211394"/>
                  </a:lnTo>
                  <a:lnTo>
                    <a:pt x="6972279" y="211394"/>
                  </a:lnTo>
                  <a:lnTo>
                    <a:pt x="6972425" y="211394"/>
                  </a:lnTo>
                  <a:lnTo>
                    <a:pt x="6972425" y="210770"/>
                  </a:lnTo>
                  <a:lnTo>
                    <a:pt x="6972570" y="210770"/>
                  </a:lnTo>
                  <a:lnTo>
                    <a:pt x="6972716" y="210770"/>
                  </a:lnTo>
                  <a:lnTo>
                    <a:pt x="6972861" y="210770"/>
                  </a:lnTo>
                  <a:lnTo>
                    <a:pt x="6973007" y="210770"/>
                  </a:lnTo>
                  <a:lnTo>
                    <a:pt x="6973007" y="210147"/>
                  </a:lnTo>
                  <a:lnTo>
                    <a:pt x="6973152" y="210147"/>
                  </a:lnTo>
                  <a:lnTo>
                    <a:pt x="6973297" y="210147"/>
                  </a:lnTo>
                  <a:lnTo>
                    <a:pt x="6973443" y="210147"/>
                  </a:lnTo>
                  <a:lnTo>
                    <a:pt x="6973588" y="210147"/>
                  </a:lnTo>
                  <a:lnTo>
                    <a:pt x="6973734" y="210147"/>
                  </a:lnTo>
                  <a:lnTo>
                    <a:pt x="6973879" y="210147"/>
                  </a:lnTo>
                  <a:lnTo>
                    <a:pt x="6974025" y="210147"/>
                  </a:lnTo>
                  <a:lnTo>
                    <a:pt x="6974170" y="210147"/>
                  </a:lnTo>
                  <a:lnTo>
                    <a:pt x="6974315" y="210147"/>
                  </a:lnTo>
                  <a:lnTo>
                    <a:pt x="6974461" y="210147"/>
                  </a:lnTo>
                  <a:lnTo>
                    <a:pt x="6974606" y="210147"/>
                  </a:lnTo>
                  <a:lnTo>
                    <a:pt x="6974752" y="210147"/>
                  </a:lnTo>
                  <a:lnTo>
                    <a:pt x="6974897" y="210147"/>
                  </a:lnTo>
                  <a:lnTo>
                    <a:pt x="6975042" y="210147"/>
                  </a:lnTo>
                  <a:lnTo>
                    <a:pt x="6975188" y="210147"/>
                  </a:lnTo>
                  <a:lnTo>
                    <a:pt x="6975333" y="210147"/>
                  </a:lnTo>
                  <a:lnTo>
                    <a:pt x="6975479" y="210147"/>
                  </a:lnTo>
                  <a:lnTo>
                    <a:pt x="6975479" y="209523"/>
                  </a:lnTo>
                  <a:lnTo>
                    <a:pt x="6975624" y="209523"/>
                  </a:lnTo>
                  <a:lnTo>
                    <a:pt x="6975770" y="209523"/>
                  </a:lnTo>
                  <a:lnTo>
                    <a:pt x="6975915" y="209523"/>
                  </a:lnTo>
                  <a:lnTo>
                    <a:pt x="6976060" y="209523"/>
                  </a:lnTo>
                  <a:lnTo>
                    <a:pt x="6976206" y="209523"/>
                  </a:lnTo>
                  <a:lnTo>
                    <a:pt x="6976351" y="209523"/>
                  </a:lnTo>
                  <a:lnTo>
                    <a:pt x="6976497" y="209523"/>
                  </a:lnTo>
                  <a:lnTo>
                    <a:pt x="6976642" y="209523"/>
                  </a:lnTo>
                  <a:lnTo>
                    <a:pt x="6976788" y="209523"/>
                  </a:lnTo>
                  <a:lnTo>
                    <a:pt x="6976933" y="209523"/>
                  </a:lnTo>
                  <a:lnTo>
                    <a:pt x="6977078" y="209523"/>
                  </a:lnTo>
                  <a:lnTo>
                    <a:pt x="6977224" y="209523"/>
                  </a:lnTo>
                  <a:lnTo>
                    <a:pt x="6977369" y="209523"/>
                  </a:lnTo>
                  <a:lnTo>
                    <a:pt x="6977369" y="208900"/>
                  </a:lnTo>
                  <a:lnTo>
                    <a:pt x="6977515" y="208900"/>
                  </a:lnTo>
                  <a:lnTo>
                    <a:pt x="6977660" y="208900"/>
                  </a:lnTo>
                  <a:lnTo>
                    <a:pt x="6977806" y="208900"/>
                  </a:lnTo>
                  <a:lnTo>
                    <a:pt x="6977951" y="208900"/>
                  </a:lnTo>
                  <a:lnTo>
                    <a:pt x="6978096" y="208900"/>
                  </a:lnTo>
                  <a:lnTo>
                    <a:pt x="6978242" y="208900"/>
                  </a:lnTo>
                  <a:lnTo>
                    <a:pt x="6978387" y="208900"/>
                  </a:lnTo>
                  <a:lnTo>
                    <a:pt x="6978533" y="208900"/>
                  </a:lnTo>
                  <a:lnTo>
                    <a:pt x="6978678" y="208900"/>
                  </a:lnTo>
                  <a:lnTo>
                    <a:pt x="6978824" y="208900"/>
                  </a:lnTo>
                  <a:lnTo>
                    <a:pt x="6978969" y="208900"/>
                  </a:lnTo>
                  <a:lnTo>
                    <a:pt x="6979114" y="208900"/>
                  </a:lnTo>
                  <a:lnTo>
                    <a:pt x="6979260" y="208900"/>
                  </a:lnTo>
                  <a:lnTo>
                    <a:pt x="6979405" y="208900"/>
                  </a:lnTo>
                  <a:lnTo>
                    <a:pt x="6979551" y="208900"/>
                  </a:lnTo>
                  <a:lnTo>
                    <a:pt x="6979696" y="208900"/>
                  </a:lnTo>
                  <a:lnTo>
                    <a:pt x="6979842" y="208900"/>
                  </a:lnTo>
                  <a:lnTo>
                    <a:pt x="6979987" y="208900"/>
                  </a:lnTo>
                  <a:lnTo>
                    <a:pt x="6980132" y="208900"/>
                  </a:lnTo>
                  <a:lnTo>
                    <a:pt x="6980132" y="208276"/>
                  </a:lnTo>
                  <a:lnTo>
                    <a:pt x="6980278" y="208276"/>
                  </a:lnTo>
                  <a:lnTo>
                    <a:pt x="6980278" y="207652"/>
                  </a:lnTo>
                  <a:lnTo>
                    <a:pt x="6980423" y="207652"/>
                  </a:lnTo>
                  <a:lnTo>
                    <a:pt x="6980569" y="207652"/>
                  </a:lnTo>
                  <a:lnTo>
                    <a:pt x="6980714" y="207652"/>
                  </a:lnTo>
                  <a:lnTo>
                    <a:pt x="6980860" y="207652"/>
                  </a:lnTo>
                  <a:lnTo>
                    <a:pt x="6981005" y="207652"/>
                  </a:lnTo>
                  <a:lnTo>
                    <a:pt x="6981150" y="207652"/>
                  </a:lnTo>
                  <a:lnTo>
                    <a:pt x="6981296" y="207652"/>
                  </a:lnTo>
                  <a:lnTo>
                    <a:pt x="6981441" y="207652"/>
                  </a:lnTo>
                  <a:lnTo>
                    <a:pt x="6981587" y="207652"/>
                  </a:lnTo>
                  <a:lnTo>
                    <a:pt x="6981732" y="207652"/>
                  </a:lnTo>
                  <a:lnTo>
                    <a:pt x="6981877" y="207652"/>
                  </a:lnTo>
                  <a:lnTo>
                    <a:pt x="6982023" y="207652"/>
                  </a:lnTo>
                  <a:lnTo>
                    <a:pt x="6982168" y="207652"/>
                  </a:lnTo>
                  <a:lnTo>
                    <a:pt x="6982314" y="207652"/>
                  </a:lnTo>
                  <a:lnTo>
                    <a:pt x="6982459" y="207652"/>
                  </a:lnTo>
                  <a:lnTo>
                    <a:pt x="6982605" y="207652"/>
                  </a:lnTo>
                  <a:lnTo>
                    <a:pt x="6982750" y="207652"/>
                  </a:lnTo>
                  <a:lnTo>
                    <a:pt x="6982895" y="207652"/>
                  </a:lnTo>
                  <a:lnTo>
                    <a:pt x="6983041" y="207652"/>
                  </a:lnTo>
                  <a:lnTo>
                    <a:pt x="6983186" y="207652"/>
                  </a:lnTo>
                  <a:lnTo>
                    <a:pt x="6983332" y="207652"/>
                  </a:lnTo>
                  <a:lnTo>
                    <a:pt x="6983477" y="207652"/>
                  </a:lnTo>
                  <a:lnTo>
                    <a:pt x="6983623" y="207652"/>
                  </a:lnTo>
                  <a:lnTo>
                    <a:pt x="6983768" y="207652"/>
                  </a:lnTo>
                  <a:lnTo>
                    <a:pt x="6983913" y="207652"/>
                  </a:lnTo>
                  <a:lnTo>
                    <a:pt x="6984059" y="207652"/>
                  </a:lnTo>
                  <a:lnTo>
                    <a:pt x="6984204" y="207652"/>
                  </a:lnTo>
                  <a:lnTo>
                    <a:pt x="6984350" y="207652"/>
                  </a:lnTo>
                  <a:lnTo>
                    <a:pt x="6984495" y="207652"/>
                  </a:lnTo>
                  <a:lnTo>
                    <a:pt x="6984641" y="207652"/>
                  </a:lnTo>
                  <a:lnTo>
                    <a:pt x="6984641" y="207029"/>
                  </a:lnTo>
                  <a:lnTo>
                    <a:pt x="6984786" y="207029"/>
                  </a:lnTo>
                  <a:lnTo>
                    <a:pt x="6984931" y="207029"/>
                  </a:lnTo>
                  <a:lnTo>
                    <a:pt x="6985077" y="207029"/>
                  </a:lnTo>
                  <a:lnTo>
                    <a:pt x="6985222" y="207029"/>
                  </a:lnTo>
                  <a:lnTo>
                    <a:pt x="6985368" y="207029"/>
                  </a:lnTo>
                  <a:lnTo>
                    <a:pt x="6985513" y="207029"/>
                  </a:lnTo>
                  <a:lnTo>
                    <a:pt x="6985659" y="207029"/>
                  </a:lnTo>
                  <a:lnTo>
                    <a:pt x="6985804" y="207029"/>
                  </a:lnTo>
                  <a:lnTo>
                    <a:pt x="6985949" y="207029"/>
                  </a:lnTo>
                  <a:lnTo>
                    <a:pt x="6986095" y="207029"/>
                  </a:lnTo>
                  <a:lnTo>
                    <a:pt x="6986095" y="206405"/>
                  </a:lnTo>
                  <a:lnTo>
                    <a:pt x="6986240" y="206405"/>
                  </a:lnTo>
                  <a:lnTo>
                    <a:pt x="6986386" y="206405"/>
                  </a:lnTo>
                  <a:lnTo>
                    <a:pt x="6986531" y="206405"/>
                  </a:lnTo>
                  <a:lnTo>
                    <a:pt x="6986677" y="206405"/>
                  </a:lnTo>
                  <a:lnTo>
                    <a:pt x="6986822" y="206405"/>
                  </a:lnTo>
                  <a:lnTo>
                    <a:pt x="6986822" y="205782"/>
                  </a:lnTo>
                  <a:lnTo>
                    <a:pt x="6986967" y="205782"/>
                  </a:lnTo>
                  <a:lnTo>
                    <a:pt x="6987113" y="205782"/>
                  </a:lnTo>
                  <a:lnTo>
                    <a:pt x="6987258" y="205782"/>
                  </a:lnTo>
                  <a:lnTo>
                    <a:pt x="6987404" y="205782"/>
                  </a:lnTo>
                  <a:lnTo>
                    <a:pt x="6987549" y="205782"/>
                  </a:lnTo>
                  <a:lnTo>
                    <a:pt x="6987695" y="205782"/>
                  </a:lnTo>
                  <a:lnTo>
                    <a:pt x="6987840" y="205782"/>
                  </a:lnTo>
                  <a:lnTo>
                    <a:pt x="6987985" y="205782"/>
                  </a:lnTo>
                  <a:lnTo>
                    <a:pt x="6988131" y="205782"/>
                  </a:lnTo>
                  <a:lnTo>
                    <a:pt x="6988276" y="205782"/>
                  </a:lnTo>
                  <a:lnTo>
                    <a:pt x="6988422" y="205782"/>
                  </a:lnTo>
                  <a:lnTo>
                    <a:pt x="6988567" y="205782"/>
                  </a:lnTo>
                  <a:lnTo>
                    <a:pt x="6988712" y="205782"/>
                  </a:lnTo>
                  <a:lnTo>
                    <a:pt x="6988858" y="205782"/>
                  </a:lnTo>
                  <a:lnTo>
                    <a:pt x="6989003" y="205782"/>
                  </a:lnTo>
                  <a:lnTo>
                    <a:pt x="6989149" y="205782"/>
                  </a:lnTo>
                  <a:lnTo>
                    <a:pt x="6989149" y="205158"/>
                  </a:lnTo>
                  <a:lnTo>
                    <a:pt x="6989294" y="205158"/>
                  </a:lnTo>
                  <a:lnTo>
                    <a:pt x="6989440" y="205158"/>
                  </a:lnTo>
                  <a:lnTo>
                    <a:pt x="6989585" y="205158"/>
                  </a:lnTo>
                  <a:lnTo>
                    <a:pt x="6989730" y="205158"/>
                  </a:lnTo>
                  <a:lnTo>
                    <a:pt x="6989876" y="205158"/>
                  </a:lnTo>
                  <a:lnTo>
                    <a:pt x="6990021" y="205158"/>
                  </a:lnTo>
                  <a:lnTo>
                    <a:pt x="6990167" y="205158"/>
                  </a:lnTo>
                  <a:lnTo>
                    <a:pt x="6990312" y="205158"/>
                  </a:lnTo>
                  <a:lnTo>
                    <a:pt x="6990458" y="205158"/>
                  </a:lnTo>
                  <a:lnTo>
                    <a:pt x="6990603" y="205158"/>
                  </a:lnTo>
                  <a:lnTo>
                    <a:pt x="6990748" y="205158"/>
                  </a:lnTo>
                  <a:lnTo>
                    <a:pt x="6990894" y="205158"/>
                  </a:lnTo>
                  <a:lnTo>
                    <a:pt x="6991039" y="205158"/>
                  </a:lnTo>
                  <a:lnTo>
                    <a:pt x="6991185" y="205158"/>
                  </a:lnTo>
                  <a:lnTo>
                    <a:pt x="6991185" y="204535"/>
                  </a:lnTo>
                  <a:lnTo>
                    <a:pt x="6991330" y="204535"/>
                  </a:lnTo>
                  <a:lnTo>
                    <a:pt x="6991476" y="204535"/>
                  </a:lnTo>
                  <a:lnTo>
                    <a:pt x="6991621" y="204535"/>
                  </a:lnTo>
                  <a:lnTo>
                    <a:pt x="6991621" y="203911"/>
                  </a:lnTo>
                  <a:lnTo>
                    <a:pt x="6991766" y="203911"/>
                  </a:lnTo>
                  <a:lnTo>
                    <a:pt x="6991912" y="203911"/>
                  </a:lnTo>
                  <a:lnTo>
                    <a:pt x="6992057" y="203911"/>
                  </a:lnTo>
                  <a:lnTo>
                    <a:pt x="6992203" y="203911"/>
                  </a:lnTo>
                  <a:lnTo>
                    <a:pt x="6992348" y="203911"/>
                  </a:lnTo>
                  <a:lnTo>
                    <a:pt x="6992494" y="203911"/>
                  </a:lnTo>
                  <a:lnTo>
                    <a:pt x="6992639" y="203911"/>
                  </a:lnTo>
                  <a:lnTo>
                    <a:pt x="6992784" y="203911"/>
                  </a:lnTo>
                  <a:lnTo>
                    <a:pt x="6992930" y="203911"/>
                  </a:lnTo>
                  <a:lnTo>
                    <a:pt x="6993075" y="203911"/>
                  </a:lnTo>
                  <a:lnTo>
                    <a:pt x="6993221" y="203911"/>
                  </a:lnTo>
                  <a:lnTo>
                    <a:pt x="6993366" y="203911"/>
                  </a:lnTo>
                  <a:lnTo>
                    <a:pt x="6993512" y="203911"/>
                  </a:lnTo>
                  <a:lnTo>
                    <a:pt x="6993657" y="203911"/>
                  </a:lnTo>
                  <a:lnTo>
                    <a:pt x="6993802" y="203911"/>
                  </a:lnTo>
                  <a:lnTo>
                    <a:pt x="6993948" y="203911"/>
                  </a:lnTo>
                  <a:lnTo>
                    <a:pt x="6994093" y="203911"/>
                  </a:lnTo>
                  <a:lnTo>
                    <a:pt x="6994239" y="203911"/>
                  </a:lnTo>
                  <a:lnTo>
                    <a:pt x="6994384" y="203911"/>
                  </a:lnTo>
                  <a:lnTo>
                    <a:pt x="6994530" y="203911"/>
                  </a:lnTo>
                  <a:lnTo>
                    <a:pt x="6994675" y="203911"/>
                  </a:lnTo>
                  <a:lnTo>
                    <a:pt x="6994820" y="203911"/>
                  </a:lnTo>
                  <a:lnTo>
                    <a:pt x="6994966" y="203911"/>
                  </a:lnTo>
                  <a:lnTo>
                    <a:pt x="6995111" y="203911"/>
                  </a:lnTo>
                  <a:lnTo>
                    <a:pt x="6995257" y="203911"/>
                  </a:lnTo>
                  <a:lnTo>
                    <a:pt x="6995402" y="203911"/>
                  </a:lnTo>
                  <a:lnTo>
                    <a:pt x="6995547" y="203911"/>
                  </a:lnTo>
                  <a:lnTo>
                    <a:pt x="6995693" y="203911"/>
                  </a:lnTo>
                  <a:lnTo>
                    <a:pt x="6995838" y="203911"/>
                  </a:lnTo>
                  <a:lnTo>
                    <a:pt x="6995984" y="203911"/>
                  </a:lnTo>
                  <a:lnTo>
                    <a:pt x="6996129" y="203911"/>
                  </a:lnTo>
                  <a:lnTo>
                    <a:pt x="6996275" y="203911"/>
                  </a:lnTo>
                  <a:lnTo>
                    <a:pt x="6996420" y="203911"/>
                  </a:lnTo>
                  <a:lnTo>
                    <a:pt x="6996565" y="203911"/>
                  </a:lnTo>
                  <a:lnTo>
                    <a:pt x="6996711" y="203911"/>
                  </a:lnTo>
                  <a:lnTo>
                    <a:pt x="6996856" y="203911"/>
                  </a:lnTo>
                  <a:lnTo>
                    <a:pt x="6997002" y="203911"/>
                  </a:lnTo>
                  <a:lnTo>
                    <a:pt x="6997147" y="203911"/>
                  </a:lnTo>
                  <a:lnTo>
                    <a:pt x="6997293" y="203911"/>
                  </a:lnTo>
                  <a:lnTo>
                    <a:pt x="6997438" y="203911"/>
                  </a:lnTo>
                  <a:lnTo>
                    <a:pt x="6997583" y="203911"/>
                  </a:lnTo>
                  <a:lnTo>
                    <a:pt x="6997729" y="203911"/>
                  </a:lnTo>
                  <a:lnTo>
                    <a:pt x="6997874" y="203911"/>
                  </a:lnTo>
                  <a:lnTo>
                    <a:pt x="6998020" y="203911"/>
                  </a:lnTo>
                  <a:lnTo>
                    <a:pt x="6998020" y="203287"/>
                  </a:lnTo>
                  <a:lnTo>
                    <a:pt x="6998165" y="203287"/>
                  </a:lnTo>
                  <a:lnTo>
                    <a:pt x="6998165" y="202664"/>
                  </a:lnTo>
                  <a:lnTo>
                    <a:pt x="6998311" y="202664"/>
                  </a:lnTo>
                  <a:lnTo>
                    <a:pt x="6998456" y="202664"/>
                  </a:lnTo>
                  <a:lnTo>
                    <a:pt x="6998601" y="202664"/>
                  </a:lnTo>
                  <a:lnTo>
                    <a:pt x="6998747" y="202664"/>
                  </a:lnTo>
                  <a:lnTo>
                    <a:pt x="6998892" y="202664"/>
                  </a:lnTo>
                  <a:lnTo>
                    <a:pt x="6999038" y="202664"/>
                  </a:lnTo>
                  <a:lnTo>
                    <a:pt x="6999183" y="202664"/>
                  </a:lnTo>
                  <a:lnTo>
                    <a:pt x="6999329" y="202664"/>
                  </a:lnTo>
                  <a:lnTo>
                    <a:pt x="6999474" y="202664"/>
                  </a:lnTo>
                  <a:lnTo>
                    <a:pt x="6999619" y="202664"/>
                  </a:lnTo>
                  <a:lnTo>
                    <a:pt x="6999765" y="202664"/>
                  </a:lnTo>
                  <a:lnTo>
                    <a:pt x="6999910" y="202664"/>
                  </a:lnTo>
                  <a:lnTo>
                    <a:pt x="7000056" y="202664"/>
                  </a:lnTo>
                  <a:lnTo>
                    <a:pt x="7000201" y="202664"/>
                  </a:lnTo>
                  <a:lnTo>
                    <a:pt x="7000347" y="202664"/>
                  </a:lnTo>
                  <a:lnTo>
                    <a:pt x="7000492" y="202664"/>
                  </a:lnTo>
                  <a:lnTo>
                    <a:pt x="7000637" y="202664"/>
                  </a:lnTo>
                  <a:lnTo>
                    <a:pt x="7000637" y="202040"/>
                  </a:lnTo>
                  <a:lnTo>
                    <a:pt x="7000783" y="202040"/>
                  </a:lnTo>
                  <a:lnTo>
                    <a:pt x="7000928" y="202040"/>
                  </a:lnTo>
                  <a:lnTo>
                    <a:pt x="7001074" y="202040"/>
                  </a:lnTo>
                  <a:lnTo>
                    <a:pt x="7001219" y="202040"/>
                  </a:lnTo>
                  <a:lnTo>
                    <a:pt x="7001365" y="202040"/>
                  </a:lnTo>
                  <a:lnTo>
                    <a:pt x="7001510" y="202040"/>
                  </a:lnTo>
                  <a:lnTo>
                    <a:pt x="7001655" y="202040"/>
                  </a:lnTo>
                  <a:lnTo>
                    <a:pt x="7001801" y="202040"/>
                  </a:lnTo>
                  <a:lnTo>
                    <a:pt x="7001946" y="202040"/>
                  </a:lnTo>
                  <a:lnTo>
                    <a:pt x="7002092" y="202040"/>
                  </a:lnTo>
                  <a:lnTo>
                    <a:pt x="7002237" y="202040"/>
                  </a:lnTo>
                  <a:lnTo>
                    <a:pt x="7002382" y="202040"/>
                  </a:lnTo>
                  <a:lnTo>
                    <a:pt x="7002528" y="202040"/>
                  </a:lnTo>
                  <a:lnTo>
                    <a:pt x="7002673" y="202040"/>
                  </a:lnTo>
                  <a:lnTo>
                    <a:pt x="7002819" y="202040"/>
                  </a:lnTo>
                  <a:lnTo>
                    <a:pt x="7002964" y="202040"/>
                  </a:lnTo>
                  <a:lnTo>
                    <a:pt x="7003110" y="202040"/>
                  </a:lnTo>
                  <a:lnTo>
                    <a:pt x="7003255" y="202040"/>
                  </a:lnTo>
                  <a:lnTo>
                    <a:pt x="7003400" y="202040"/>
                  </a:lnTo>
                  <a:lnTo>
                    <a:pt x="7003546" y="202040"/>
                  </a:lnTo>
                  <a:lnTo>
                    <a:pt x="7003691" y="202040"/>
                  </a:lnTo>
                  <a:lnTo>
                    <a:pt x="7003837" y="202040"/>
                  </a:lnTo>
                  <a:lnTo>
                    <a:pt x="7003982" y="202040"/>
                  </a:lnTo>
                  <a:lnTo>
                    <a:pt x="7004128" y="202040"/>
                  </a:lnTo>
                  <a:lnTo>
                    <a:pt x="7004273" y="202040"/>
                  </a:lnTo>
                  <a:lnTo>
                    <a:pt x="7004418" y="202040"/>
                  </a:lnTo>
                  <a:lnTo>
                    <a:pt x="7004564" y="202040"/>
                  </a:lnTo>
                  <a:lnTo>
                    <a:pt x="7004709" y="202040"/>
                  </a:lnTo>
                  <a:lnTo>
                    <a:pt x="7004855" y="202040"/>
                  </a:lnTo>
                  <a:lnTo>
                    <a:pt x="7005000" y="202040"/>
                  </a:lnTo>
                  <a:lnTo>
                    <a:pt x="7005146" y="202040"/>
                  </a:lnTo>
                  <a:lnTo>
                    <a:pt x="7005291" y="202040"/>
                  </a:lnTo>
                  <a:lnTo>
                    <a:pt x="7005436" y="202040"/>
                  </a:lnTo>
                  <a:lnTo>
                    <a:pt x="7005582" y="202040"/>
                  </a:lnTo>
                  <a:lnTo>
                    <a:pt x="7005727" y="202040"/>
                  </a:lnTo>
                  <a:lnTo>
                    <a:pt x="7005873" y="202040"/>
                  </a:lnTo>
                  <a:lnTo>
                    <a:pt x="7006018" y="202040"/>
                  </a:lnTo>
                  <a:lnTo>
                    <a:pt x="7006164" y="202040"/>
                  </a:lnTo>
                  <a:lnTo>
                    <a:pt x="7006309" y="202040"/>
                  </a:lnTo>
                  <a:lnTo>
                    <a:pt x="7006454" y="202040"/>
                  </a:lnTo>
                  <a:lnTo>
                    <a:pt x="7006600" y="202040"/>
                  </a:lnTo>
                  <a:lnTo>
                    <a:pt x="7006745" y="202040"/>
                  </a:lnTo>
                  <a:lnTo>
                    <a:pt x="7006891" y="202040"/>
                  </a:lnTo>
                  <a:lnTo>
                    <a:pt x="7007036" y="202040"/>
                  </a:lnTo>
                  <a:lnTo>
                    <a:pt x="7007182" y="202040"/>
                  </a:lnTo>
                  <a:lnTo>
                    <a:pt x="7007327" y="202040"/>
                  </a:lnTo>
                  <a:lnTo>
                    <a:pt x="7007472" y="202040"/>
                  </a:lnTo>
                  <a:lnTo>
                    <a:pt x="7007618" y="202040"/>
                  </a:lnTo>
                  <a:lnTo>
                    <a:pt x="7007618" y="201417"/>
                  </a:lnTo>
                  <a:lnTo>
                    <a:pt x="7007763" y="201417"/>
                  </a:lnTo>
                  <a:lnTo>
                    <a:pt x="7007909" y="201417"/>
                  </a:lnTo>
                  <a:lnTo>
                    <a:pt x="7008054" y="201417"/>
                  </a:lnTo>
                  <a:lnTo>
                    <a:pt x="7008199" y="201417"/>
                  </a:lnTo>
                  <a:lnTo>
                    <a:pt x="7008345" y="201417"/>
                  </a:lnTo>
                  <a:lnTo>
                    <a:pt x="7008490" y="201417"/>
                  </a:lnTo>
                  <a:lnTo>
                    <a:pt x="7008636" y="201417"/>
                  </a:lnTo>
                  <a:lnTo>
                    <a:pt x="7008781" y="201417"/>
                  </a:lnTo>
                  <a:lnTo>
                    <a:pt x="7008781" y="200793"/>
                  </a:lnTo>
                  <a:lnTo>
                    <a:pt x="7008927" y="200793"/>
                  </a:lnTo>
                  <a:lnTo>
                    <a:pt x="7009072" y="200793"/>
                  </a:lnTo>
                  <a:lnTo>
                    <a:pt x="7009217" y="200793"/>
                  </a:lnTo>
                  <a:lnTo>
                    <a:pt x="7009363" y="200793"/>
                  </a:lnTo>
                  <a:lnTo>
                    <a:pt x="7009508" y="200793"/>
                  </a:lnTo>
                  <a:lnTo>
                    <a:pt x="7009654" y="200793"/>
                  </a:lnTo>
                  <a:lnTo>
                    <a:pt x="7009799" y="200793"/>
                  </a:lnTo>
                  <a:lnTo>
                    <a:pt x="7009945" y="200793"/>
                  </a:lnTo>
                  <a:lnTo>
                    <a:pt x="7010090" y="200793"/>
                  </a:lnTo>
                  <a:lnTo>
                    <a:pt x="7010235" y="200793"/>
                  </a:lnTo>
                  <a:lnTo>
                    <a:pt x="7010381" y="200793"/>
                  </a:lnTo>
                  <a:lnTo>
                    <a:pt x="7010526" y="200793"/>
                  </a:lnTo>
                  <a:lnTo>
                    <a:pt x="7010672" y="200793"/>
                  </a:lnTo>
                  <a:lnTo>
                    <a:pt x="7010817" y="200793"/>
                  </a:lnTo>
                  <a:lnTo>
                    <a:pt x="7010963" y="200793"/>
                  </a:lnTo>
                  <a:lnTo>
                    <a:pt x="7011108" y="200793"/>
                  </a:lnTo>
                  <a:lnTo>
                    <a:pt x="7011253" y="200793"/>
                  </a:lnTo>
                  <a:lnTo>
                    <a:pt x="7011399" y="200793"/>
                  </a:lnTo>
                  <a:lnTo>
                    <a:pt x="7011544" y="200793"/>
                  </a:lnTo>
                  <a:lnTo>
                    <a:pt x="7011690" y="200793"/>
                  </a:lnTo>
                  <a:lnTo>
                    <a:pt x="7011835" y="200793"/>
                  </a:lnTo>
                  <a:lnTo>
                    <a:pt x="7011981" y="200793"/>
                  </a:lnTo>
                  <a:lnTo>
                    <a:pt x="7012126" y="200793"/>
                  </a:lnTo>
                  <a:lnTo>
                    <a:pt x="7012271" y="200793"/>
                  </a:lnTo>
                  <a:lnTo>
                    <a:pt x="7012417" y="200793"/>
                  </a:lnTo>
                  <a:lnTo>
                    <a:pt x="7012562" y="200793"/>
                  </a:lnTo>
                  <a:lnTo>
                    <a:pt x="7012708" y="200793"/>
                  </a:lnTo>
                  <a:lnTo>
                    <a:pt x="7012853" y="200793"/>
                  </a:lnTo>
                  <a:lnTo>
                    <a:pt x="7012999" y="200793"/>
                  </a:lnTo>
                  <a:lnTo>
                    <a:pt x="7013144" y="200793"/>
                  </a:lnTo>
                  <a:lnTo>
                    <a:pt x="7013289" y="200793"/>
                  </a:lnTo>
                  <a:lnTo>
                    <a:pt x="7013435" y="200793"/>
                  </a:lnTo>
                  <a:lnTo>
                    <a:pt x="7013580" y="200793"/>
                  </a:lnTo>
                  <a:lnTo>
                    <a:pt x="7013726" y="200793"/>
                  </a:lnTo>
                  <a:lnTo>
                    <a:pt x="7013871" y="200793"/>
                  </a:lnTo>
                  <a:lnTo>
                    <a:pt x="7014017" y="200793"/>
                  </a:lnTo>
                  <a:lnTo>
                    <a:pt x="7014162" y="200793"/>
                  </a:lnTo>
                  <a:lnTo>
                    <a:pt x="7014307" y="200793"/>
                  </a:lnTo>
                  <a:lnTo>
                    <a:pt x="7014453" y="200793"/>
                  </a:lnTo>
                  <a:lnTo>
                    <a:pt x="7014598" y="200793"/>
                  </a:lnTo>
                  <a:lnTo>
                    <a:pt x="7014744" y="200793"/>
                  </a:lnTo>
                  <a:lnTo>
                    <a:pt x="7014889" y="200793"/>
                  </a:lnTo>
                  <a:lnTo>
                    <a:pt x="7015034" y="200793"/>
                  </a:lnTo>
                  <a:lnTo>
                    <a:pt x="7015180" y="200793"/>
                  </a:lnTo>
                  <a:lnTo>
                    <a:pt x="7015325" y="200793"/>
                  </a:lnTo>
                  <a:lnTo>
                    <a:pt x="7015471" y="200793"/>
                  </a:lnTo>
                  <a:lnTo>
                    <a:pt x="7015616" y="200793"/>
                  </a:lnTo>
                  <a:lnTo>
                    <a:pt x="7015762" y="200793"/>
                  </a:lnTo>
                  <a:lnTo>
                    <a:pt x="7015907" y="200793"/>
                  </a:lnTo>
                  <a:lnTo>
                    <a:pt x="7016052" y="200793"/>
                  </a:lnTo>
                  <a:lnTo>
                    <a:pt x="7016198" y="200793"/>
                  </a:lnTo>
                  <a:lnTo>
                    <a:pt x="7016343" y="200793"/>
                  </a:lnTo>
                  <a:lnTo>
                    <a:pt x="7016489" y="200793"/>
                  </a:lnTo>
                  <a:lnTo>
                    <a:pt x="7016634" y="200793"/>
                  </a:lnTo>
                  <a:lnTo>
                    <a:pt x="7016780" y="200793"/>
                  </a:lnTo>
                  <a:lnTo>
                    <a:pt x="7016925" y="200793"/>
                  </a:lnTo>
                  <a:lnTo>
                    <a:pt x="7017070" y="200793"/>
                  </a:lnTo>
                  <a:lnTo>
                    <a:pt x="7017216" y="200793"/>
                  </a:lnTo>
                  <a:lnTo>
                    <a:pt x="7017361" y="200793"/>
                  </a:lnTo>
                  <a:lnTo>
                    <a:pt x="7017507" y="200793"/>
                  </a:lnTo>
                  <a:lnTo>
                    <a:pt x="7017652" y="200793"/>
                  </a:lnTo>
                  <a:lnTo>
                    <a:pt x="7017798" y="200793"/>
                  </a:lnTo>
                  <a:lnTo>
                    <a:pt x="7017943" y="200793"/>
                  </a:lnTo>
                  <a:lnTo>
                    <a:pt x="7018088" y="200793"/>
                  </a:lnTo>
                  <a:lnTo>
                    <a:pt x="7018234" y="200793"/>
                  </a:lnTo>
                  <a:lnTo>
                    <a:pt x="7018379" y="200793"/>
                  </a:lnTo>
                  <a:lnTo>
                    <a:pt x="7018525" y="200793"/>
                  </a:lnTo>
                  <a:lnTo>
                    <a:pt x="7018670" y="200793"/>
                  </a:lnTo>
                  <a:lnTo>
                    <a:pt x="7018816" y="200793"/>
                  </a:lnTo>
                  <a:lnTo>
                    <a:pt x="7018961" y="200793"/>
                  </a:lnTo>
                  <a:lnTo>
                    <a:pt x="7019106" y="200793"/>
                  </a:lnTo>
                  <a:lnTo>
                    <a:pt x="7019252" y="200793"/>
                  </a:lnTo>
                  <a:lnTo>
                    <a:pt x="7019397" y="200793"/>
                  </a:lnTo>
                  <a:lnTo>
                    <a:pt x="7019543" y="200793"/>
                  </a:lnTo>
                  <a:lnTo>
                    <a:pt x="7019688" y="200793"/>
                  </a:lnTo>
                  <a:lnTo>
                    <a:pt x="7019834" y="200793"/>
                  </a:lnTo>
                  <a:lnTo>
                    <a:pt x="7019979" y="200793"/>
                  </a:lnTo>
                  <a:lnTo>
                    <a:pt x="7020124" y="200793"/>
                  </a:lnTo>
                  <a:lnTo>
                    <a:pt x="7020270" y="200793"/>
                  </a:lnTo>
                  <a:lnTo>
                    <a:pt x="7020415" y="200793"/>
                  </a:lnTo>
                  <a:lnTo>
                    <a:pt x="7020561" y="200793"/>
                  </a:lnTo>
                  <a:lnTo>
                    <a:pt x="7020706" y="200793"/>
                  </a:lnTo>
                  <a:lnTo>
                    <a:pt x="7020852" y="200793"/>
                  </a:lnTo>
                  <a:lnTo>
                    <a:pt x="7020997" y="200793"/>
                  </a:lnTo>
                  <a:lnTo>
                    <a:pt x="7021142" y="200793"/>
                  </a:lnTo>
                  <a:lnTo>
                    <a:pt x="7021288" y="200793"/>
                  </a:lnTo>
                  <a:lnTo>
                    <a:pt x="7021433" y="200793"/>
                  </a:lnTo>
                  <a:lnTo>
                    <a:pt x="7021579" y="200793"/>
                  </a:lnTo>
                  <a:lnTo>
                    <a:pt x="7021724" y="200793"/>
                  </a:lnTo>
                  <a:lnTo>
                    <a:pt x="7021869" y="200793"/>
                  </a:lnTo>
                  <a:lnTo>
                    <a:pt x="7021869" y="200169"/>
                  </a:lnTo>
                  <a:lnTo>
                    <a:pt x="7022015" y="200169"/>
                  </a:lnTo>
                  <a:lnTo>
                    <a:pt x="7022160" y="200169"/>
                  </a:lnTo>
                  <a:lnTo>
                    <a:pt x="7022306" y="200169"/>
                  </a:lnTo>
                  <a:lnTo>
                    <a:pt x="7022451" y="200169"/>
                  </a:lnTo>
                  <a:lnTo>
                    <a:pt x="7022597" y="200169"/>
                  </a:lnTo>
                  <a:lnTo>
                    <a:pt x="7022742" y="200169"/>
                  </a:lnTo>
                  <a:lnTo>
                    <a:pt x="7022887" y="200169"/>
                  </a:lnTo>
                  <a:lnTo>
                    <a:pt x="7023033" y="200169"/>
                  </a:lnTo>
                  <a:lnTo>
                    <a:pt x="7023178" y="200169"/>
                  </a:lnTo>
                  <a:lnTo>
                    <a:pt x="7023324" y="200169"/>
                  </a:lnTo>
                  <a:lnTo>
                    <a:pt x="7023469" y="200169"/>
                  </a:lnTo>
                  <a:lnTo>
                    <a:pt x="7023615" y="200169"/>
                  </a:lnTo>
                  <a:lnTo>
                    <a:pt x="7023760" y="200169"/>
                  </a:lnTo>
                  <a:lnTo>
                    <a:pt x="7023760" y="199546"/>
                  </a:lnTo>
                  <a:lnTo>
                    <a:pt x="7023760" y="198922"/>
                  </a:lnTo>
                  <a:lnTo>
                    <a:pt x="7023905" y="198922"/>
                  </a:lnTo>
                  <a:lnTo>
                    <a:pt x="7024051" y="198922"/>
                  </a:lnTo>
                  <a:lnTo>
                    <a:pt x="7024196" y="198922"/>
                  </a:lnTo>
                  <a:lnTo>
                    <a:pt x="7024342" y="198922"/>
                  </a:lnTo>
                  <a:lnTo>
                    <a:pt x="7024487" y="198922"/>
                  </a:lnTo>
                  <a:lnTo>
                    <a:pt x="7024633" y="198922"/>
                  </a:lnTo>
                  <a:lnTo>
                    <a:pt x="7024778" y="198922"/>
                  </a:lnTo>
                  <a:lnTo>
                    <a:pt x="7024923" y="198922"/>
                  </a:lnTo>
                  <a:lnTo>
                    <a:pt x="7025069" y="198922"/>
                  </a:lnTo>
                  <a:lnTo>
                    <a:pt x="7025214" y="198922"/>
                  </a:lnTo>
                  <a:lnTo>
                    <a:pt x="7025360" y="198922"/>
                  </a:lnTo>
                  <a:lnTo>
                    <a:pt x="7025505" y="198922"/>
                  </a:lnTo>
                  <a:lnTo>
                    <a:pt x="7025651" y="198922"/>
                  </a:lnTo>
                  <a:lnTo>
                    <a:pt x="7025796" y="198922"/>
                  </a:lnTo>
                  <a:lnTo>
                    <a:pt x="7025941" y="198922"/>
                  </a:lnTo>
                  <a:lnTo>
                    <a:pt x="7026087" y="198922"/>
                  </a:lnTo>
                  <a:lnTo>
                    <a:pt x="7026232" y="198922"/>
                  </a:lnTo>
                  <a:lnTo>
                    <a:pt x="7026378" y="198922"/>
                  </a:lnTo>
                  <a:lnTo>
                    <a:pt x="7026523" y="198922"/>
                  </a:lnTo>
                  <a:lnTo>
                    <a:pt x="7026669" y="198922"/>
                  </a:lnTo>
                  <a:lnTo>
                    <a:pt x="7026814" y="198922"/>
                  </a:lnTo>
                  <a:lnTo>
                    <a:pt x="7026959" y="198922"/>
                  </a:lnTo>
                  <a:lnTo>
                    <a:pt x="7027105" y="198922"/>
                  </a:lnTo>
                  <a:lnTo>
                    <a:pt x="7027250" y="198922"/>
                  </a:lnTo>
                  <a:lnTo>
                    <a:pt x="7027396" y="198922"/>
                  </a:lnTo>
                  <a:lnTo>
                    <a:pt x="7027541" y="198922"/>
                  </a:lnTo>
                  <a:lnTo>
                    <a:pt x="7027687" y="198922"/>
                  </a:lnTo>
                  <a:lnTo>
                    <a:pt x="7027832" y="198922"/>
                  </a:lnTo>
                  <a:lnTo>
                    <a:pt x="7027977" y="198922"/>
                  </a:lnTo>
                  <a:lnTo>
                    <a:pt x="7028123" y="198922"/>
                  </a:lnTo>
                  <a:lnTo>
                    <a:pt x="7028268" y="198922"/>
                  </a:lnTo>
                  <a:lnTo>
                    <a:pt x="7028414" y="198922"/>
                  </a:lnTo>
                  <a:lnTo>
                    <a:pt x="7028559" y="198922"/>
                  </a:lnTo>
                  <a:lnTo>
                    <a:pt x="7028704" y="198922"/>
                  </a:lnTo>
                  <a:lnTo>
                    <a:pt x="7028704" y="198299"/>
                  </a:lnTo>
                  <a:lnTo>
                    <a:pt x="7028850" y="198299"/>
                  </a:lnTo>
                  <a:lnTo>
                    <a:pt x="7028995" y="198299"/>
                  </a:lnTo>
                  <a:lnTo>
                    <a:pt x="7029141" y="198299"/>
                  </a:lnTo>
                  <a:lnTo>
                    <a:pt x="7029286" y="198299"/>
                  </a:lnTo>
                  <a:lnTo>
                    <a:pt x="7029432" y="198299"/>
                  </a:lnTo>
                  <a:lnTo>
                    <a:pt x="7029577" y="198299"/>
                  </a:lnTo>
                  <a:lnTo>
                    <a:pt x="7029722" y="198299"/>
                  </a:lnTo>
                  <a:lnTo>
                    <a:pt x="7029868" y="198299"/>
                  </a:lnTo>
                  <a:lnTo>
                    <a:pt x="7030013" y="198299"/>
                  </a:lnTo>
                  <a:lnTo>
                    <a:pt x="7030159" y="198299"/>
                  </a:lnTo>
                  <a:lnTo>
                    <a:pt x="7030304" y="198299"/>
                  </a:lnTo>
                  <a:lnTo>
                    <a:pt x="7030450" y="198299"/>
                  </a:lnTo>
                  <a:lnTo>
                    <a:pt x="7030595" y="198299"/>
                  </a:lnTo>
                  <a:lnTo>
                    <a:pt x="7030740" y="198299"/>
                  </a:lnTo>
                  <a:lnTo>
                    <a:pt x="7030886" y="198299"/>
                  </a:lnTo>
                  <a:lnTo>
                    <a:pt x="7031031" y="198299"/>
                  </a:lnTo>
                  <a:lnTo>
                    <a:pt x="7031177" y="198299"/>
                  </a:lnTo>
                  <a:lnTo>
                    <a:pt x="7031322" y="198299"/>
                  </a:lnTo>
                  <a:lnTo>
                    <a:pt x="7031468" y="198299"/>
                  </a:lnTo>
                  <a:lnTo>
                    <a:pt x="7031613" y="198299"/>
                  </a:lnTo>
                  <a:lnTo>
                    <a:pt x="7031758" y="198299"/>
                  </a:lnTo>
                  <a:lnTo>
                    <a:pt x="7031904" y="198299"/>
                  </a:lnTo>
                  <a:lnTo>
                    <a:pt x="7032049" y="198299"/>
                  </a:lnTo>
                  <a:lnTo>
                    <a:pt x="7032195" y="198299"/>
                  </a:lnTo>
                  <a:lnTo>
                    <a:pt x="7032340" y="198299"/>
                  </a:lnTo>
                  <a:lnTo>
                    <a:pt x="7032486" y="198299"/>
                  </a:lnTo>
                  <a:lnTo>
                    <a:pt x="7032631" y="198299"/>
                  </a:lnTo>
                  <a:lnTo>
                    <a:pt x="7032631" y="197675"/>
                  </a:lnTo>
                  <a:lnTo>
                    <a:pt x="7032776" y="197675"/>
                  </a:lnTo>
                  <a:lnTo>
                    <a:pt x="7032922" y="197675"/>
                  </a:lnTo>
                  <a:lnTo>
                    <a:pt x="7033067" y="197675"/>
                  </a:lnTo>
                  <a:lnTo>
                    <a:pt x="7033213" y="197675"/>
                  </a:lnTo>
                  <a:lnTo>
                    <a:pt x="7033358" y="197675"/>
                  </a:lnTo>
                  <a:lnTo>
                    <a:pt x="7033504" y="197675"/>
                  </a:lnTo>
                  <a:lnTo>
                    <a:pt x="7033649" y="197675"/>
                  </a:lnTo>
                  <a:lnTo>
                    <a:pt x="7033794" y="197675"/>
                  </a:lnTo>
                  <a:lnTo>
                    <a:pt x="7033940" y="197675"/>
                  </a:lnTo>
                  <a:lnTo>
                    <a:pt x="7034085" y="197675"/>
                  </a:lnTo>
                  <a:lnTo>
                    <a:pt x="7034231" y="197675"/>
                  </a:lnTo>
                  <a:lnTo>
                    <a:pt x="7034376" y="197675"/>
                  </a:lnTo>
                  <a:lnTo>
                    <a:pt x="7034522" y="197675"/>
                  </a:lnTo>
                  <a:lnTo>
                    <a:pt x="7034667" y="197675"/>
                  </a:lnTo>
                  <a:lnTo>
                    <a:pt x="7034812" y="197675"/>
                  </a:lnTo>
                  <a:lnTo>
                    <a:pt x="7034958" y="197675"/>
                  </a:lnTo>
                  <a:lnTo>
                    <a:pt x="7035103" y="197675"/>
                  </a:lnTo>
                  <a:lnTo>
                    <a:pt x="7035249" y="197675"/>
                  </a:lnTo>
                  <a:lnTo>
                    <a:pt x="7035394" y="197675"/>
                  </a:lnTo>
                  <a:lnTo>
                    <a:pt x="7035539" y="197675"/>
                  </a:lnTo>
                  <a:lnTo>
                    <a:pt x="7035539" y="197052"/>
                  </a:lnTo>
                  <a:lnTo>
                    <a:pt x="7035685" y="197052"/>
                  </a:lnTo>
                  <a:lnTo>
                    <a:pt x="7035830" y="197052"/>
                  </a:lnTo>
                  <a:lnTo>
                    <a:pt x="7035976" y="197052"/>
                  </a:lnTo>
                  <a:lnTo>
                    <a:pt x="7036121" y="197052"/>
                  </a:lnTo>
                  <a:lnTo>
                    <a:pt x="7036267" y="197052"/>
                  </a:lnTo>
                  <a:lnTo>
                    <a:pt x="7036412" y="197052"/>
                  </a:lnTo>
                  <a:lnTo>
                    <a:pt x="7036557" y="197052"/>
                  </a:lnTo>
                  <a:lnTo>
                    <a:pt x="7036703" y="197052"/>
                  </a:lnTo>
                  <a:lnTo>
                    <a:pt x="7036848" y="197052"/>
                  </a:lnTo>
                  <a:lnTo>
                    <a:pt x="7036994" y="197052"/>
                  </a:lnTo>
                  <a:lnTo>
                    <a:pt x="7037139" y="197052"/>
                  </a:lnTo>
                  <a:lnTo>
                    <a:pt x="7037285" y="197052"/>
                  </a:lnTo>
                  <a:lnTo>
                    <a:pt x="7037430" y="197052"/>
                  </a:lnTo>
                  <a:lnTo>
                    <a:pt x="7037575" y="197052"/>
                  </a:lnTo>
                  <a:lnTo>
                    <a:pt x="7037721" y="197052"/>
                  </a:lnTo>
                  <a:lnTo>
                    <a:pt x="7037866" y="197052"/>
                  </a:lnTo>
                  <a:lnTo>
                    <a:pt x="7038012" y="197052"/>
                  </a:lnTo>
                  <a:lnTo>
                    <a:pt x="7038157" y="197052"/>
                  </a:lnTo>
                  <a:lnTo>
                    <a:pt x="7038303" y="197052"/>
                  </a:lnTo>
                  <a:lnTo>
                    <a:pt x="7038448" y="197052"/>
                  </a:lnTo>
                  <a:lnTo>
                    <a:pt x="7038593" y="197052"/>
                  </a:lnTo>
                  <a:lnTo>
                    <a:pt x="7038739" y="197052"/>
                  </a:lnTo>
                  <a:lnTo>
                    <a:pt x="7038884" y="197052"/>
                  </a:lnTo>
                  <a:lnTo>
                    <a:pt x="7039030" y="197052"/>
                  </a:lnTo>
                  <a:lnTo>
                    <a:pt x="7039175" y="197052"/>
                  </a:lnTo>
                  <a:lnTo>
                    <a:pt x="7039321" y="197052"/>
                  </a:lnTo>
                  <a:lnTo>
                    <a:pt x="7039466" y="197052"/>
                  </a:lnTo>
                  <a:lnTo>
                    <a:pt x="7039611" y="197052"/>
                  </a:lnTo>
                  <a:lnTo>
                    <a:pt x="7039757" y="197052"/>
                  </a:lnTo>
                  <a:lnTo>
                    <a:pt x="7039902" y="197052"/>
                  </a:lnTo>
                  <a:lnTo>
                    <a:pt x="7040048" y="197052"/>
                  </a:lnTo>
                  <a:lnTo>
                    <a:pt x="7040048" y="196428"/>
                  </a:lnTo>
                  <a:lnTo>
                    <a:pt x="7040193" y="196428"/>
                  </a:lnTo>
                  <a:lnTo>
                    <a:pt x="7040339" y="196428"/>
                  </a:lnTo>
                  <a:lnTo>
                    <a:pt x="7040484" y="196428"/>
                  </a:lnTo>
                  <a:lnTo>
                    <a:pt x="7040629" y="196428"/>
                  </a:lnTo>
                  <a:lnTo>
                    <a:pt x="7040775" y="196428"/>
                  </a:lnTo>
                  <a:lnTo>
                    <a:pt x="7040920" y="196428"/>
                  </a:lnTo>
                  <a:lnTo>
                    <a:pt x="7041066" y="196428"/>
                  </a:lnTo>
                  <a:lnTo>
                    <a:pt x="7041211" y="196428"/>
                  </a:lnTo>
                  <a:lnTo>
                    <a:pt x="7041357" y="196428"/>
                  </a:lnTo>
                  <a:lnTo>
                    <a:pt x="7041502" y="196428"/>
                  </a:lnTo>
                  <a:lnTo>
                    <a:pt x="7041647" y="196428"/>
                  </a:lnTo>
                  <a:lnTo>
                    <a:pt x="7041793" y="196428"/>
                  </a:lnTo>
                  <a:lnTo>
                    <a:pt x="7041938" y="196428"/>
                  </a:lnTo>
                  <a:lnTo>
                    <a:pt x="7042084" y="196428"/>
                  </a:lnTo>
                  <a:lnTo>
                    <a:pt x="7042229" y="196428"/>
                  </a:lnTo>
                  <a:lnTo>
                    <a:pt x="7042374" y="196428"/>
                  </a:lnTo>
                  <a:lnTo>
                    <a:pt x="7042520" y="196428"/>
                  </a:lnTo>
                  <a:lnTo>
                    <a:pt x="7042665" y="196428"/>
                  </a:lnTo>
                  <a:lnTo>
                    <a:pt x="7042811" y="196428"/>
                  </a:lnTo>
                  <a:lnTo>
                    <a:pt x="7042956" y="196428"/>
                  </a:lnTo>
                  <a:lnTo>
                    <a:pt x="7043102" y="196428"/>
                  </a:lnTo>
                  <a:lnTo>
                    <a:pt x="7043102" y="195804"/>
                  </a:lnTo>
                  <a:lnTo>
                    <a:pt x="7043247" y="195804"/>
                  </a:lnTo>
                  <a:lnTo>
                    <a:pt x="7043392" y="195804"/>
                  </a:lnTo>
                  <a:lnTo>
                    <a:pt x="7043538" y="195804"/>
                  </a:lnTo>
                  <a:lnTo>
                    <a:pt x="7043683" y="195804"/>
                  </a:lnTo>
                  <a:lnTo>
                    <a:pt x="7043829" y="195804"/>
                  </a:lnTo>
                  <a:lnTo>
                    <a:pt x="7043974" y="195804"/>
                  </a:lnTo>
                  <a:lnTo>
                    <a:pt x="7044120" y="195804"/>
                  </a:lnTo>
                  <a:lnTo>
                    <a:pt x="7044265" y="195804"/>
                  </a:lnTo>
                  <a:lnTo>
                    <a:pt x="7044410" y="195804"/>
                  </a:lnTo>
                  <a:lnTo>
                    <a:pt x="7044556" y="195804"/>
                  </a:lnTo>
                  <a:lnTo>
                    <a:pt x="7044701" y="195804"/>
                  </a:lnTo>
                  <a:lnTo>
                    <a:pt x="7044847" y="195804"/>
                  </a:lnTo>
                  <a:lnTo>
                    <a:pt x="7044992" y="195804"/>
                  </a:lnTo>
                  <a:lnTo>
                    <a:pt x="7045138" y="195804"/>
                  </a:lnTo>
                  <a:lnTo>
                    <a:pt x="7045283" y="195804"/>
                  </a:lnTo>
                  <a:lnTo>
                    <a:pt x="7045428" y="195804"/>
                  </a:lnTo>
                  <a:lnTo>
                    <a:pt x="7045574" y="195804"/>
                  </a:lnTo>
                  <a:lnTo>
                    <a:pt x="7045719" y="195804"/>
                  </a:lnTo>
                  <a:lnTo>
                    <a:pt x="7045865" y="195804"/>
                  </a:lnTo>
                  <a:lnTo>
                    <a:pt x="7046010" y="195804"/>
                  </a:lnTo>
                  <a:lnTo>
                    <a:pt x="7046156" y="195804"/>
                  </a:lnTo>
                  <a:lnTo>
                    <a:pt x="7046301" y="195804"/>
                  </a:lnTo>
                  <a:lnTo>
                    <a:pt x="7046446" y="195804"/>
                  </a:lnTo>
                  <a:lnTo>
                    <a:pt x="7046592" y="195804"/>
                  </a:lnTo>
                  <a:lnTo>
                    <a:pt x="7046737" y="195804"/>
                  </a:lnTo>
                  <a:lnTo>
                    <a:pt x="7046883" y="195804"/>
                  </a:lnTo>
                  <a:lnTo>
                    <a:pt x="7047028" y="195804"/>
                  </a:lnTo>
                  <a:lnTo>
                    <a:pt x="7047174" y="195804"/>
                  </a:lnTo>
                  <a:lnTo>
                    <a:pt x="7047319" y="195804"/>
                  </a:lnTo>
                  <a:lnTo>
                    <a:pt x="7047464" y="195804"/>
                  </a:lnTo>
                  <a:lnTo>
                    <a:pt x="7047464" y="195181"/>
                  </a:lnTo>
                  <a:lnTo>
                    <a:pt x="7047610" y="195181"/>
                  </a:lnTo>
                  <a:lnTo>
                    <a:pt x="7047755" y="195181"/>
                  </a:lnTo>
                  <a:lnTo>
                    <a:pt x="7047901" y="195181"/>
                  </a:lnTo>
                  <a:lnTo>
                    <a:pt x="7048046" y="195181"/>
                  </a:lnTo>
                  <a:lnTo>
                    <a:pt x="7048192" y="195181"/>
                  </a:lnTo>
                  <a:lnTo>
                    <a:pt x="7048337" y="195181"/>
                  </a:lnTo>
                  <a:lnTo>
                    <a:pt x="7048482" y="195181"/>
                  </a:lnTo>
                  <a:lnTo>
                    <a:pt x="7048628" y="195181"/>
                  </a:lnTo>
                  <a:lnTo>
                    <a:pt x="7048773" y="195181"/>
                  </a:lnTo>
                  <a:lnTo>
                    <a:pt x="7048773" y="194557"/>
                  </a:lnTo>
                  <a:lnTo>
                    <a:pt x="7048919" y="194557"/>
                  </a:lnTo>
                  <a:lnTo>
                    <a:pt x="7049064" y="194557"/>
                  </a:lnTo>
                  <a:lnTo>
                    <a:pt x="7049209" y="194557"/>
                  </a:lnTo>
                  <a:lnTo>
                    <a:pt x="7049355" y="194557"/>
                  </a:lnTo>
                  <a:lnTo>
                    <a:pt x="7049500" y="194557"/>
                  </a:lnTo>
                  <a:lnTo>
                    <a:pt x="7049646" y="194557"/>
                  </a:lnTo>
                  <a:lnTo>
                    <a:pt x="7049791" y="194557"/>
                  </a:lnTo>
                  <a:lnTo>
                    <a:pt x="7049937" y="194557"/>
                  </a:lnTo>
                  <a:lnTo>
                    <a:pt x="7050082" y="194557"/>
                  </a:lnTo>
                  <a:lnTo>
                    <a:pt x="7050227" y="194557"/>
                  </a:lnTo>
                  <a:lnTo>
                    <a:pt x="7050373" y="194557"/>
                  </a:lnTo>
                  <a:lnTo>
                    <a:pt x="7050518" y="194557"/>
                  </a:lnTo>
                  <a:lnTo>
                    <a:pt x="7050664" y="194557"/>
                  </a:lnTo>
                  <a:lnTo>
                    <a:pt x="7050809" y="194557"/>
                  </a:lnTo>
                  <a:lnTo>
                    <a:pt x="7050955" y="194557"/>
                  </a:lnTo>
                  <a:lnTo>
                    <a:pt x="7051100" y="194557"/>
                  </a:lnTo>
                  <a:lnTo>
                    <a:pt x="7051245" y="194557"/>
                  </a:lnTo>
                  <a:lnTo>
                    <a:pt x="7051391" y="194557"/>
                  </a:lnTo>
                  <a:lnTo>
                    <a:pt x="7051536" y="194557"/>
                  </a:lnTo>
                  <a:lnTo>
                    <a:pt x="7051682" y="194557"/>
                  </a:lnTo>
                  <a:lnTo>
                    <a:pt x="7051827" y="194557"/>
                  </a:lnTo>
                  <a:lnTo>
                    <a:pt x="7051973" y="194557"/>
                  </a:lnTo>
                  <a:lnTo>
                    <a:pt x="7052118" y="194557"/>
                  </a:lnTo>
                  <a:lnTo>
                    <a:pt x="7052263" y="194557"/>
                  </a:lnTo>
                  <a:lnTo>
                    <a:pt x="7052409" y="194557"/>
                  </a:lnTo>
                  <a:lnTo>
                    <a:pt x="7052554" y="194557"/>
                  </a:lnTo>
                  <a:lnTo>
                    <a:pt x="7052700" y="194557"/>
                  </a:lnTo>
                  <a:lnTo>
                    <a:pt x="7052845" y="194557"/>
                  </a:lnTo>
                  <a:lnTo>
                    <a:pt x="7052991" y="194557"/>
                  </a:lnTo>
                  <a:lnTo>
                    <a:pt x="7053136" y="194557"/>
                  </a:lnTo>
                  <a:lnTo>
                    <a:pt x="7053281" y="194557"/>
                  </a:lnTo>
                  <a:lnTo>
                    <a:pt x="7053427" y="194557"/>
                  </a:lnTo>
                  <a:lnTo>
                    <a:pt x="7053572" y="194557"/>
                  </a:lnTo>
                  <a:lnTo>
                    <a:pt x="7053718" y="194557"/>
                  </a:lnTo>
                  <a:lnTo>
                    <a:pt x="7053863" y="194557"/>
                  </a:lnTo>
                  <a:lnTo>
                    <a:pt x="7054009" y="194557"/>
                  </a:lnTo>
                  <a:lnTo>
                    <a:pt x="7054154" y="194557"/>
                  </a:lnTo>
                  <a:lnTo>
                    <a:pt x="7054299" y="194557"/>
                  </a:lnTo>
                  <a:lnTo>
                    <a:pt x="7054299" y="193934"/>
                  </a:lnTo>
                  <a:lnTo>
                    <a:pt x="7054445" y="193934"/>
                  </a:lnTo>
                  <a:lnTo>
                    <a:pt x="7054590" y="193934"/>
                  </a:lnTo>
                  <a:lnTo>
                    <a:pt x="7054736" y="193934"/>
                  </a:lnTo>
                  <a:lnTo>
                    <a:pt x="7054881" y="193934"/>
                  </a:lnTo>
                  <a:lnTo>
                    <a:pt x="7055027" y="193934"/>
                  </a:lnTo>
                  <a:lnTo>
                    <a:pt x="7055172" y="193934"/>
                  </a:lnTo>
                  <a:lnTo>
                    <a:pt x="7055317" y="193934"/>
                  </a:lnTo>
                  <a:lnTo>
                    <a:pt x="7055463" y="193934"/>
                  </a:lnTo>
                  <a:lnTo>
                    <a:pt x="7055608" y="193934"/>
                  </a:lnTo>
                  <a:lnTo>
                    <a:pt x="7055754" y="193934"/>
                  </a:lnTo>
                  <a:lnTo>
                    <a:pt x="7055899" y="193934"/>
                  </a:lnTo>
                  <a:lnTo>
                    <a:pt x="7056044" y="193934"/>
                  </a:lnTo>
                  <a:lnTo>
                    <a:pt x="7056190" y="193934"/>
                  </a:lnTo>
                  <a:lnTo>
                    <a:pt x="7056335" y="193934"/>
                  </a:lnTo>
                  <a:lnTo>
                    <a:pt x="7056335" y="193310"/>
                  </a:lnTo>
                  <a:lnTo>
                    <a:pt x="7056335" y="192686"/>
                  </a:lnTo>
                  <a:lnTo>
                    <a:pt x="7056481" y="192686"/>
                  </a:lnTo>
                  <a:lnTo>
                    <a:pt x="7056626" y="192686"/>
                  </a:lnTo>
                  <a:lnTo>
                    <a:pt x="7056772" y="192686"/>
                  </a:lnTo>
                  <a:lnTo>
                    <a:pt x="7056772" y="192063"/>
                  </a:lnTo>
                  <a:lnTo>
                    <a:pt x="7056917" y="192063"/>
                  </a:lnTo>
                  <a:lnTo>
                    <a:pt x="7057062" y="192063"/>
                  </a:lnTo>
                  <a:lnTo>
                    <a:pt x="7057208" y="192063"/>
                  </a:lnTo>
                  <a:lnTo>
                    <a:pt x="7057353" y="192063"/>
                  </a:lnTo>
                  <a:lnTo>
                    <a:pt x="7057499" y="192063"/>
                  </a:lnTo>
                  <a:lnTo>
                    <a:pt x="7057644" y="192063"/>
                  </a:lnTo>
                  <a:lnTo>
                    <a:pt x="7057790" y="192063"/>
                  </a:lnTo>
                  <a:lnTo>
                    <a:pt x="7057935" y="192063"/>
                  </a:lnTo>
                  <a:lnTo>
                    <a:pt x="7058080" y="192063"/>
                  </a:lnTo>
                  <a:lnTo>
                    <a:pt x="7058226" y="192063"/>
                  </a:lnTo>
                  <a:lnTo>
                    <a:pt x="7058371" y="192063"/>
                  </a:lnTo>
                  <a:lnTo>
                    <a:pt x="7058517" y="192063"/>
                  </a:lnTo>
                  <a:lnTo>
                    <a:pt x="7058662" y="192063"/>
                  </a:lnTo>
                  <a:lnTo>
                    <a:pt x="7058808" y="192063"/>
                  </a:lnTo>
                  <a:lnTo>
                    <a:pt x="7058953" y="192063"/>
                  </a:lnTo>
                  <a:lnTo>
                    <a:pt x="7059098" y="192063"/>
                  </a:lnTo>
                  <a:lnTo>
                    <a:pt x="7059244" y="192063"/>
                  </a:lnTo>
                  <a:lnTo>
                    <a:pt x="7059389" y="192063"/>
                  </a:lnTo>
                  <a:lnTo>
                    <a:pt x="7059535" y="192063"/>
                  </a:lnTo>
                  <a:lnTo>
                    <a:pt x="7059680" y="192063"/>
                  </a:lnTo>
                  <a:lnTo>
                    <a:pt x="7059826" y="192063"/>
                  </a:lnTo>
                  <a:lnTo>
                    <a:pt x="7059971" y="192063"/>
                  </a:lnTo>
                  <a:lnTo>
                    <a:pt x="7060116" y="192063"/>
                  </a:lnTo>
                  <a:lnTo>
                    <a:pt x="7060262" y="192063"/>
                  </a:lnTo>
                  <a:lnTo>
                    <a:pt x="7060407" y="192063"/>
                  </a:lnTo>
                  <a:lnTo>
                    <a:pt x="7060553" y="192063"/>
                  </a:lnTo>
                  <a:lnTo>
                    <a:pt x="7060698" y="192063"/>
                  </a:lnTo>
                  <a:lnTo>
                    <a:pt x="7060844" y="192063"/>
                  </a:lnTo>
                  <a:lnTo>
                    <a:pt x="7060989" y="192063"/>
                  </a:lnTo>
                  <a:lnTo>
                    <a:pt x="7061134" y="192063"/>
                  </a:lnTo>
                  <a:lnTo>
                    <a:pt x="7061280" y="192063"/>
                  </a:lnTo>
                  <a:lnTo>
                    <a:pt x="7061425" y="192063"/>
                  </a:lnTo>
                  <a:lnTo>
                    <a:pt x="7061571" y="192063"/>
                  </a:lnTo>
                  <a:lnTo>
                    <a:pt x="7061716" y="192063"/>
                  </a:lnTo>
                  <a:lnTo>
                    <a:pt x="7061862" y="192063"/>
                  </a:lnTo>
                  <a:lnTo>
                    <a:pt x="7062007" y="192063"/>
                  </a:lnTo>
                  <a:lnTo>
                    <a:pt x="7062152" y="192063"/>
                  </a:lnTo>
                  <a:lnTo>
                    <a:pt x="7062298" y="192063"/>
                  </a:lnTo>
                  <a:lnTo>
                    <a:pt x="7062443" y="192063"/>
                  </a:lnTo>
                  <a:lnTo>
                    <a:pt x="7062589" y="192063"/>
                  </a:lnTo>
                  <a:lnTo>
                    <a:pt x="7062734" y="192063"/>
                  </a:lnTo>
                  <a:lnTo>
                    <a:pt x="7062879" y="192063"/>
                  </a:lnTo>
                  <a:lnTo>
                    <a:pt x="7063025" y="192063"/>
                  </a:lnTo>
                  <a:lnTo>
                    <a:pt x="7063170" y="192063"/>
                  </a:lnTo>
                  <a:lnTo>
                    <a:pt x="7063316" y="192063"/>
                  </a:lnTo>
                  <a:lnTo>
                    <a:pt x="7063461" y="192063"/>
                  </a:lnTo>
                  <a:lnTo>
                    <a:pt x="7063607" y="192063"/>
                  </a:lnTo>
                  <a:lnTo>
                    <a:pt x="7063752" y="192063"/>
                  </a:lnTo>
                  <a:lnTo>
                    <a:pt x="7063897" y="192063"/>
                  </a:lnTo>
                  <a:lnTo>
                    <a:pt x="7064043" y="192063"/>
                  </a:lnTo>
                  <a:lnTo>
                    <a:pt x="7064188" y="192063"/>
                  </a:lnTo>
                  <a:lnTo>
                    <a:pt x="7064334" y="192063"/>
                  </a:lnTo>
                  <a:lnTo>
                    <a:pt x="7064479" y="192063"/>
                  </a:lnTo>
                  <a:lnTo>
                    <a:pt x="7064625" y="192063"/>
                  </a:lnTo>
                  <a:lnTo>
                    <a:pt x="7064770" y="192063"/>
                  </a:lnTo>
                  <a:lnTo>
                    <a:pt x="7064915" y="192063"/>
                  </a:lnTo>
                  <a:lnTo>
                    <a:pt x="7065061" y="192063"/>
                  </a:lnTo>
                  <a:lnTo>
                    <a:pt x="7065206" y="192063"/>
                  </a:lnTo>
                  <a:lnTo>
                    <a:pt x="7065352" y="192063"/>
                  </a:lnTo>
                  <a:lnTo>
                    <a:pt x="7065497" y="192063"/>
                  </a:lnTo>
                  <a:lnTo>
                    <a:pt x="7065643" y="192063"/>
                  </a:lnTo>
                  <a:lnTo>
                    <a:pt x="7065788" y="192063"/>
                  </a:lnTo>
                  <a:lnTo>
                    <a:pt x="7065933" y="192063"/>
                  </a:lnTo>
                  <a:lnTo>
                    <a:pt x="7066079" y="192063"/>
                  </a:lnTo>
                  <a:lnTo>
                    <a:pt x="7066224" y="192063"/>
                  </a:lnTo>
                  <a:lnTo>
                    <a:pt x="7066370" y="192063"/>
                  </a:lnTo>
                  <a:lnTo>
                    <a:pt x="7066515" y="192063"/>
                  </a:lnTo>
                  <a:lnTo>
                    <a:pt x="7066661" y="192063"/>
                  </a:lnTo>
                  <a:lnTo>
                    <a:pt x="7066806" y="192063"/>
                  </a:lnTo>
                  <a:lnTo>
                    <a:pt x="7066951" y="192063"/>
                  </a:lnTo>
                  <a:lnTo>
                    <a:pt x="7067097" y="192063"/>
                  </a:lnTo>
                  <a:lnTo>
                    <a:pt x="7067242" y="192063"/>
                  </a:lnTo>
                  <a:lnTo>
                    <a:pt x="7067388" y="192063"/>
                  </a:lnTo>
                  <a:lnTo>
                    <a:pt x="7067388" y="191439"/>
                  </a:lnTo>
                  <a:lnTo>
                    <a:pt x="7067533" y="191439"/>
                  </a:lnTo>
                  <a:lnTo>
                    <a:pt x="7067679" y="191439"/>
                  </a:lnTo>
                  <a:lnTo>
                    <a:pt x="7067824" y="191439"/>
                  </a:lnTo>
                  <a:lnTo>
                    <a:pt x="7067969" y="191439"/>
                  </a:lnTo>
                  <a:lnTo>
                    <a:pt x="7068115" y="191439"/>
                  </a:lnTo>
                  <a:lnTo>
                    <a:pt x="7068260" y="191439"/>
                  </a:lnTo>
                  <a:lnTo>
                    <a:pt x="7068406" y="191439"/>
                  </a:lnTo>
                  <a:lnTo>
                    <a:pt x="7068551" y="191439"/>
                  </a:lnTo>
                  <a:lnTo>
                    <a:pt x="7068697" y="191439"/>
                  </a:lnTo>
                  <a:lnTo>
                    <a:pt x="7068842" y="191439"/>
                  </a:lnTo>
                  <a:lnTo>
                    <a:pt x="7068987" y="191439"/>
                  </a:lnTo>
                  <a:lnTo>
                    <a:pt x="7069133" y="191439"/>
                  </a:lnTo>
                  <a:lnTo>
                    <a:pt x="7069278" y="191439"/>
                  </a:lnTo>
                  <a:lnTo>
                    <a:pt x="7069424" y="191439"/>
                  </a:lnTo>
                  <a:lnTo>
                    <a:pt x="7069569" y="191439"/>
                  </a:lnTo>
                  <a:lnTo>
                    <a:pt x="7069714" y="191439"/>
                  </a:lnTo>
                  <a:lnTo>
                    <a:pt x="7069860" y="191439"/>
                  </a:lnTo>
                  <a:lnTo>
                    <a:pt x="7070005" y="191439"/>
                  </a:lnTo>
                  <a:lnTo>
                    <a:pt x="7070151" y="191439"/>
                  </a:lnTo>
                  <a:lnTo>
                    <a:pt x="7070296" y="191439"/>
                  </a:lnTo>
                  <a:lnTo>
                    <a:pt x="7070442" y="191439"/>
                  </a:lnTo>
                  <a:lnTo>
                    <a:pt x="7070442" y="190816"/>
                  </a:lnTo>
                  <a:lnTo>
                    <a:pt x="7070587" y="190816"/>
                  </a:lnTo>
                  <a:lnTo>
                    <a:pt x="7070732" y="190816"/>
                  </a:lnTo>
                  <a:lnTo>
                    <a:pt x="7070878" y="190816"/>
                  </a:lnTo>
                  <a:lnTo>
                    <a:pt x="7071023" y="190816"/>
                  </a:lnTo>
                  <a:lnTo>
                    <a:pt x="7071169" y="190816"/>
                  </a:lnTo>
                  <a:lnTo>
                    <a:pt x="7071314" y="190816"/>
                  </a:lnTo>
                  <a:lnTo>
                    <a:pt x="7071460" y="190816"/>
                  </a:lnTo>
                  <a:lnTo>
                    <a:pt x="7071605" y="190816"/>
                  </a:lnTo>
                  <a:lnTo>
                    <a:pt x="7071750" y="190816"/>
                  </a:lnTo>
                  <a:lnTo>
                    <a:pt x="7071750" y="190192"/>
                  </a:lnTo>
                  <a:lnTo>
                    <a:pt x="7071750" y="189569"/>
                  </a:lnTo>
                  <a:lnTo>
                    <a:pt x="7071896" y="189569"/>
                  </a:lnTo>
                  <a:lnTo>
                    <a:pt x="7072041" y="189569"/>
                  </a:lnTo>
                  <a:lnTo>
                    <a:pt x="7072187" y="189569"/>
                  </a:lnTo>
                  <a:lnTo>
                    <a:pt x="7072332" y="189569"/>
                  </a:lnTo>
                  <a:lnTo>
                    <a:pt x="7072478" y="189569"/>
                  </a:lnTo>
                  <a:lnTo>
                    <a:pt x="7072623" y="189569"/>
                  </a:lnTo>
                  <a:lnTo>
                    <a:pt x="7072768" y="189569"/>
                  </a:lnTo>
                  <a:lnTo>
                    <a:pt x="7072914" y="189569"/>
                  </a:lnTo>
                  <a:lnTo>
                    <a:pt x="7073059" y="189569"/>
                  </a:lnTo>
                  <a:lnTo>
                    <a:pt x="7073205" y="189569"/>
                  </a:lnTo>
                  <a:lnTo>
                    <a:pt x="7073350" y="189569"/>
                  </a:lnTo>
                  <a:lnTo>
                    <a:pt x="7073496" y="189569"/>
                  </a:lnTo>
                  <a:lnTo>
                    <a:pt x="7073641" y="189569"/>
                  </a:lnTo>
                  <a:lnTo>
                    <a:pt x="7073786" y="189569"/>
                  </a:lnTo>
                  <a:lnTo>
                    <a:pt x="7073932" y="189569"/>
                  </a:lnTo>
                  <a:lnTo>
                    <a:pt x="7074077" y="189569"/>
                  </a:lnTo>
                  <a:lnTo>
                    <a:pt x="7074223" y="189569"/>
                  </a:lnTo>
                  <a:lnTo>
                    <a:pt x="7074368" y="189569"/>
                  </a:lnTo>
                  <a:lnTo>
                    <a:pt x="7074514" y="189569"/>
                  </a:lnTo>
                  <a:lnTo>
                    <a:pt x="7074659" y="189569"/>
                  </a:lnTo>
                  <a:lnTo>
                    <a:pt x="7074804" y="189569"/>
                  </a:lnTo>
                  <a:lnTo>
                    <a:pt x="7074950" y="189569"/>
                  </a:lnTo>
                  <a:lnTo>
                    <a:pt x="7075095" y="189569"/>
                  </a:lnTo>
                  <a:lnTo>
                    <a:pt x="7075241" y="189569"/>
                  </a:lnTo>
                  <a:lnTo>
                    <a:pt x="7075386" y="189569"/>
                  </a:lnTo>
                  <a:lnTo>
                    <a:pt x="7075532" y="189569"/>
                  </a:lnTo>
                  <a:lnTo>
                    <a:pt x="7075677" y="189569"/>
                  </a:lnTo>
                  <a:lnTo>
                    <a:pt x="7075822" y="189569"/>
                  </a:lnTo>
                  <a:lnTo>
                    <a:pt x="7075968" y="189569"/>
                  </a:lnTo>
                  <a:lnTo>
                    <a:pt x="7076113" y="189569"/>
                  </a:lnTo>
                  <a:lnTo>
                    <a:pt x="7076259" y="189569"/>
                  </a:lnTo>
                  <a:lnTo>
                    <a:pt x="7076404" y="189569"/>
                  </a:lnTo>
                  <a:lnTo>
                    <a:pt x="7076549" y="189569"/>
                  </a:lnTo>
                  <a:lnTo>
                    <a:pt x="7076695" y="189569"/>
                  </a:lnTo>
                  <a:lnTo>
                    <a:pt x="7076840" y="189569"/>
                  </a:lnTo>
                  <a:lnTo>
                    <a:pt x="7076986" y="189569"/>
                  </a:lnTo>
                  <a:lnTo>
                    <a:pt x="7077131" y="189569"/>
                  </a:lnTo>
                  <a:lnTo>
                    <a:pt x="7077277" y="189569"/>
                  </a:lnTo>
                  <a:lnTo>
                    <a:pt x="7077422" y="189569"/>
                  </a:lnTo>
                  <a:lnTo>
                    <a:pt x="7077567" y="189569"/>
                  </a:lnTo>
                  <a:lnTo>
                    <a:pt x="7077713" y="189569"/>
                  </a:lnTo>
                  <a:lnTo>
                    <a:pt x="7077713" y="188945"/>
                  </a:lnTo>
                  <a:lnTo>
                    <a:pt x="7077858" y="188945"/>
                  </a:lnTo>
                  <a:lnTo>
                    <a:pt x="7078004" y="188945"/>
                  </a:lnTo>
                  <a:lnTo>
                    <a:pt x="7078149" y="188945"/>
                  </a:lnTo>
                  <a:lnTo>
                    <a:pt x="7078149" y="188321"/>
                  </a:lnTo>
                  <a:lnTo>
                    <a:pt x="7078295" y="188321"/>
                  </a:lnTo>
                  <a:lnTo>
                    <a:pt x="7078440" y="188321"/>
                  </a:lnTo>
                  <a:lnTo>
                    <a:pt x="7078585" y="188321"/>
                  </a:lnTo>
                  <a:lnTo>
                    <a:pt x="7078731" y="188321"/>
                  </a:lnTo>
                  <a:lnTo>
                    <a:pt x="7078731" y="187698"/>
                  </a:lnTo>
                  <a:lnTo>
                    <a:pt x="7078876" y="187698"/>
                  </a:lnTo>
                  <a:lnTo>
                    <a:pt x="7079022" y="187698"/>
                  </a:lnTo>
                  <a:lnTo>
                    <a:pt x="7079167" y="187698"/>
                  </a:lnTo>
                  <a:lnTo>
                    <a:pt x="7079313" y="187698"/>
                  </a:lnTo>
                  <a:lnTo>
                    <a:pt x="7079458" y="187698"/>
                  </a:lnTo>
                  <a:lnTo>
                    <a:pt x="7079603" y="187698"/>
                  </a:lnTo>
                  <a:lnTo>
                    <a:pt x="7079749" y="187698"/>
                  </a:lnTo>
                  <a:lnTo>
                    <a:pt x="7079894" y="187698"/>
                  </a:lnTo>
                  <a:lnTo>
                    <a:pt x="7080040" y="187698"/>
                  </a:lnTo>
                  <a:lnTo>
                    <a:pt x="7080185" y="187698"/>
                  </a:lnTo>
                  <a:lnTo>
                    <a:pt x="7080331" y="187698"/>
                  </a:lnTo>
                  <a:lnTo>
                    <a:pt x="7080476" y="187698"/>
                  </a:lnTo>
                  <a:lnTo>
                    <a:pt x="7080621" y="187698"/>
                  </a:lnTo>
                  <a:lnTo>
                    <a:pt x="7080767" y="187698"/>
                  </a:lnTo>
                  <a:lnTo>
                    <a:pt x="7080912" y="187698"/>
                  </a:lnTo>
                  <a:lnTo>
                    <a:pt x="7081058" y="187698"/>
                  </a:lnTo>
                  <a:lnTo>
                    <a:pt x="7081203" y="187698"/>
                  </a:lnTo>
                  <a:lnTo>
                    <a:pt x="7081349" y="187698"/>
                  </a:lnTo>
                  <a:lnTo>
                    <a:pt x="7081494" y="187698"/>
                  </a:lnTo>
                  <a:lnTo>
                    <a:pt x="7081639" y="187698"/>
                  </a:lnTo>
                  <a:lnTo>
                    <a:pt x="7081785" y="187698"/>
                  </a:lnTo>
                  <a:lnTo>
                    <a:pt x="7081930" y="187698"/>
                  </a:lnTo>
                  <a:lnTo>
                    <a:pt x="7082076" y="187698"/>
                  </a:lnTo>
                  <a:lnTo>
                    <a:pt x="7082221" y="187698"/>
                  </a:lnTo>
                  <a:lnTo>
                    <a:pt x="7082367" y="187698"/>
                  </a:lnTo>
                  <a:lnTo>
                    <a:pt x="7082512" y="187698"/>
                  </a:lnTo>
                  <a:lnTo>
                    <a:pt x="7082657" y="187698"/>
                  </a:lnTo>
                  <a:lnTo>
                    <a:pt x="7082803" y="187698"/>
                  </a:lnTo>
                  <a:lnTo>
                    <a:pt x="7082948" y="187698"/>
                  </a:lnTo>
                  <a:lnTo>
                    <a:pt x="7083094" y="187698"/>
                  </a:lnTo>
                  <a:lnTo>
                    <a:pt x="7083239" y="187698"/>
                  </a:lnTo>
                  <a:lnTo>
                    <a:pt x="7083384" y="187698"/>
                  </a:lnTo>
                  <a:lnTo>
                    <a:pt x="7083530" y="187698"/>
                  </a:lnTo>
                  <a:lnTo>
                    <a:pt x="7083675" y="187698"/>
                  </a:lnTo>
                  <a:lnTo>
                    <a:pt x="7083821" y="187698"/>
                  </a:lnTo>
                  <a:lnTo>
                    <a:pt x="7083966" y="187698"/>
                  </a:lnTo>
                  <a:lnTo>
                    <a:pt x="7084112" y="187698"/>
                  </a:lnTo>
                  <a:lnTo>
                    <a:pt x="7084257" y="187698"/>
                  </a:lnTo>
                  <a:lnTo>
                    <a:pt x="7084402" y="187698"/>
                  </a:lnTo>
                  <a:lnTo>
                    <a:pt x="7084548" y="187698"/>
                  </a:lnTo>
                  <a:lnTo>
                    <a:pt x="7084693" y="187698"/>
                  </a:lnTo>
                  <a:lnTo>
                    <a:pt x="7084839" y="187698"/>
                  </a:lnTo>
                  <a:lnTo>
                    <a:pt x="7084984" y="187698"/>
                  </a:lnTo>
                  <a:lnTo>
                    <a:pt x="7085130" y="187698"/>
                  </a:lnTo>
                  <a:lnTo>
                    <a:pt x="7085275" y="187698"/>
                  </a:lnTo>
                  <a:lnTo>
                    <a:pt x="7085420" y="187698"/>
                  </a:lnTo>
                  <a:lnTo>
                    <a:pt x="7085420" y="187074"/>
                  </a:lnTo>
                  <a:lnTo>
                    <a:pt x="7085566" y="187074"/>
                  </a:lnTo>
                  <a:lnTo>
                    <a:pt x="7085711" y="187074"/>
                  </a:lnTo>
                  <a:lnTo>
                    <a:pt x="7085857" y="187074"/>
                  </a:lnTo>
                  <a:lnTo>
                    <a:pt x="7086002" y="187074"/>
                  </a:lnTo>
                  <a:lnTo>
                    <a:pt x="7086002" y="186451"/>
                  </a:lnTo>
                  <a:lnTo>
                    <a:pt x="7086148" y="186451"/>
                  </a:lnTo>
                  <a:lnTo>
                    <a:pt x="7086293" y="186451"/>
                  </a:lnTo>
                  <a:lnTo>
                    <a:pt x="7086438" y="186451"/>
                  </a:lnTo>
                  <a:lnTo>
                    <a:pt x="7086584" y="186451"/>
                  </a:lnTo>
                  <a:lnTo>
                    <a:pt x="7086729" y="186451"/>
                  </a:lnTo>
                  <a:lnTo>
                    <a:pt x="7086729" y="185827"/>
                  </a:lnTo>
                  <a:lnTo>
                    <a:pt x="7086875" y="185827"/>
                  </a:lnTo>
                  <a:lnTo>
                    <a:pt x="7087020" y="185827"/>
                  </a:lnTo>
                  <a:lnTo>
                    <a:pt x="7087166" y="185827"/>
                  </a:lnTo>
                  <a:lnTo>
                    <a:pt x="7087311" y="185827"/>
                  </a:lnTo>
                  <a:lnTo>
                    <a:pt x="7087456" y="185827"/>
                  </a:lnTo>
                  <a:lnTo>
                    <a:pt x="7087602" y="185827"/>
                  </a:lnTo>
                  <a:lnTo>
                    <a:pt x="7087747" y="185827"/>
                  </a:lnTo>
                  <a:lnTo>
                    <a:pt x="7087893" y="185827"/>
                  </a:lnTo>
                  <a:lnTo>
                    <a:pt x="7088038" y="185827"/>
                  </a:lnTo>
                  <a:lnTo>
                    <a:pt x="7088184" y="185827"/>
                  </a:lnTo>
                  <a:lnTo>
                    <a:pt x="7088329" y="185827"/>
                  </a:lnTo>
                  <a:lnTo>
                    <a:pt x="7088474" y="185827"/>
                  </a:lnTo>
                  <a:lnTo>
                    <a:pt x="7088620" y="185827"/>
                  </a:lnTo>
                  <a:lnTo>
                    <a:pt x="7088765" y="185827"/>
                  </a:lnTo>
                  <a:lnTo>
                    <a:pt x="7088911" y="185827"/>
                  </a:lnTo>
                  <a:lnTo>
                    <a:pt x="7089056" y="185827"/>
                  </a:lnTo>
                  <a:lnTo>
                    <a:pt x="7089202" y="185827"/>
                  </a:lnTo>
                  <a:lnTo>
                    <a:pt x="7089347" y="185827"/>
                  </a:lnTo>
                  <a:lnTo>
                    <a:pt x="7089492" y="185827"/>
                  </a:lnTo>
                  <a:lnTo>
                    <a:pt x="7089638" y="185827"/>
                  </a:lnTo>
                  <a:lnTo>
                    <a:pt x="7089783" y="185827"/>
                  </a:lnTo>
                  <a:lnTo>
                    <a:pt x="7089929" y="185827"/>
                  </a:lnTo>
                  <a:lnTo>
                    <a:pt x="7090074" y="185827"/>
                  </a:lnTo>
                  <a:lnTo>
                    <a:pt x="7090074" y="185203"/>
                  </a:lnTo>
                  <a:lnTo>
                    <a:pt x="7090219" y="185203"/>
                  </a:lnTo>
                  <a:lnTo>
                    <a:pt x="7090365" y="185203"/>
                  </a:lnTo>
                  <a:lnTo>
                    <a:pt x="7090510" y="185203"/>
                  </a:lnTo>
                  <a:lnTo>
                    <a:pt x="7090656" y="185203"/>
                  </a:lnTo>
                  <a:lnTo>
                    <a:pt x="7090801" y="185203"/>
                  </a:lnTo>
                  <a:lnTo>
                    <a:pt x="7090947" y="185203"/>
                  </a:lnTo>
                  <a:lnTo>
                    <a:pt x="7091092" y="185203"/>
                  </a:lnTo>
                  <a:lnTo>
                    <a:pt x="7091237" y="185203"/>
                  </a:lnTo>
                  <a:lnTo>
                    <a:pt x="7091383" y="185203"/>
                  </a:lnTo>
                  <a:lnTo>
                    <a:pt x="7091528" y="185203"/>
                  </a:lnTo>
                  <a:lnTo>
                    <a:pt x="7091674" y="185203"/>
                  </a:lnTo>
                  <a:lnTo>
                    <a:pt x="7091819" y="185203"/>
                  </a:lnTo>
                  <a:lnTo>
                    <a:pt x="7091965" y="185203"/>
                  </a:lnTo>
                  <a:lnTo>
                    <a:pt x="7091965" y="184580"/>
                  </a:lnTo>
                  <a:lnTo>
                    <a:pt x="7092110" y="184580"/>
                  </a:lnTo>
                  <a:lnTo>
                    <a:pt x="7092255" y="184580"/>
                  </a:lnTo>
                  <a:lnTo>
                    <a:pt x="7092401" y="184580"/>
                  </a:lnTo>
                  <a:lnTo>
                    <a:pt x="7092546" y="184580"/>
                  </a:lnTo>
                  <a:lnTo>
                    <a:pt x="7092692" y="184580"/>
                  </a:lnTo>
                  <a:lnTo>
                    <a:pt x="7092837" y="184580"/>
                  </a:lnTo>
                  <a:lnTo>
                    <a:pt x="7092983" y="184580"/>
                  </a:lnTo>
                  <a:lnTo>
                    <a:pt x="7093128" y="184580"/>
                  </a:lnTo>
                  <a:lnTo>
                    <a:pt x="7093273" y="184580"/>
                  </a:lnTo>
                  <a:lnTo>
                    <a:pt x="7093419" y="184580"/>
                  </a:lnTo>
                  <a:lnTo>
                    <a:pt x="7093419" y="183956"/>
                  </a:lnTo>
                  <a:lnTo>
                    <a:pt x="7093564" y="183956"/>
                  </a:lnTo>
                  <a:lnTo>
                    <a:pt x="7093710" y="183956"/>
                  </a:lnTo>
                  <a:lnTo>
                    <a:pt x="7093855" y="183956"/>
                  </a:lnTo>
                  <a:lnTo>
                    <a:pt x="7094001" y="183956"/>
                  </a:lnTo>
                  <a:lnTo>
                    <a:pt x="7094146" y="183956"/>
                  </a:lnTo>
                  <a:lnTo>
                    <a:pt x="7094291" y="183956"/>
                  </a:lnTo>
                  <a:lnTo>
                    <a:pt x="7094437" y="183956"/>
                  </a:lnTo>
                  <a:lnTo>
                    <a:pt x="7094582" y="183956"/>
                  </a:lnTo>
                  <a:lnTo>
                    <a:pt x="7094728" y="183956"/>
                  </a:lnTo>
                  <a:lnTo>
                    <a:pt x="7094873" y="183956"/>
                  </a:lnTo>
                  <a:lnTo>
                    <a:pt x="7095019" y="183956"/>
                  </a:lnTo>
                  <a:lnTo>
                    <a:pt x="7095164" y="183956"/>
                  </a:lnTo>
                  <a:lnTo>
                    <a:pt x="7095309" y="183956"/>
                  </a:lnTo>
                  <a:lnTo>
                    <a:pt x="7095455" y="183956"/>
                  </a:lnTo>
                  <a:lnTo>
                    <a:pt x="7095600" y="183956"/>
                  </a:lnTo>
                  <a:lnTo>
                    <a:pt x="7095746" y="183956"/>
                  </a:lnTo>
                  <a:lnTo>
                    <a:pt x="7095891" y="183956"/>
                  </a:lnTo>
                  <a:lnTo>
                    <a:pt x="7096036" y="183956"/>
                  </a:lnTo>
                  <a:lnTo>
                    <a:pt x="7096182" y="183956"/>
                  </a:lnTo>
                  <a:lnTo>
                    <a:pt x="7096327" y="183956"/>
                  </a:lnTo>
                  <a:lnTo>
                    <a:pt x="7096473" y="183956"/>
                  </a:lnTo>
                  <a:lnTo>
                    <a:pt x="7096618" y="183956"/>
                  </a:lnTo>
                  <a:lnTo>
                    <a:pt x="7096764" y="183956"/>
                  </a:lnTo>
                  <a:lnTo>
                    <a:pt x="7096909" y="183956"/>
                  </a:lnTo>
                  <a:lnTo>
                    <a:pt x="7097054" y="183956"/>
                  </a:lnTo>
                  <a:lnTo>
                    <a:pt x="7097200" y="183956"/>
                  </a:lnTo>
                  <a:lnTo>
                    <a:pt x="7097345" y="183956"/>
                  </a:lnTo>
                  <a:lnTo>
                    <a:pt x="7097491" y="183956"/>
                  </a:lnTo>
                  <a:lnTo>
                    <a:pt x="7097636" y="183956"/>
                  </a:lnTo>
                  <a:lnTo>
                    <a:pt x="7097782" y="183956"/>
                  </a:lnTo>
                  <a:lnTo>
                    <a:pt x="7097782" y="183333"/>
                  </a:lnTo>
                  <a:lnTo>
                    <a:pt x="7097927" y="183333"/>
                  </a:lnTo>
                  <a:lnTo>
                    <a:pt x="7098072" y="183333"/>
                  </a:lnTo>
                  <a:lnTo>
                    <a:pt x="7098072" y="182709"/>
                  </a:lnTo>
                  <a:lnTo>
                    <a:pt x="7098218" y="182709"/>
                  </a:lnTo>
                  <a:lnTo>
                    <a:pt x="7098363" y="182709"/>
                  </a:lnTo>
                  <a:lnTo>
                    <a:pt x="7098509" y="182709"/>
                  </a:lnTo>
                  <a:lnTo>
                    <a:pt x="7098654" y="182709"/>
                  </a:lnTo>
                  <a:lnTo>
                    <a:pt x="7098800" y="182709"/>
                  </a:lnTo>
                  <a:lnTo>
                    <a:pt x="7098945" y="182709"/>
                  </a:lnTo>
                  <a:lnTo>
                    <a:pt x="7099090" y="182709"/>
                  </a:lnTo>
                  <a:lnTo>
                    <a:pt x="7099236" y="182709"/>
                  </a:lnTo>
                  <a:lnTo>
                    <a:pt x="7099381" y="182709"/>
                  </a:lnTo>
                  <a:lnTo>
                    <a:pt x="7099527" y="182709"/>
                  </a:lnTo>
                  <a:lnTo>
                    <a:pt x="7099672" y="182709"/>
                  </a:lnTo>
                  <a:lnTo>
                    <a:pt x="7099818" y="182709"/>
                  </a:lnTo>
                  <a:lnTo>
                    <a:pt x="7099963" y="182709"/>
                  </a:lnTo>
                  <a:lnTo>
                    <a:pt x="7100108" y="182709"/>
                  </a:lnTo>
                  <a:lnTo>
                    <a:pt x="7100254" y="182709"/>
                  </a:lnTo>
                  <a:lnTo>
                    <a:pt x="7100399" y="182709"/>
                  </a:lnTo>
                  <a:lnTo>
                    <a:pt x="7100545" y="182709"/>
                  </a:lnTo>
                  <a:lnTo>
                    <a:pt x="7100690" y="182709"/>
                  </a:lnTo>
                  <a:lnTo>
                    <a:pt x="7100836" y="182709"/>
                  </a:lnTo>
                  <a:lnTo>
                    <a:pt x="7100981" y="182709"/>
                  </a:lnTo>
                  <a:lnTo>
                    <a:pt x="7101126" y="182709"/>
                  </a:lnTo>
                  <a:lnTo>
                    <a:pt x="7101272" y="182709"/>
                  </a:lnTo>
                  <a:lnTo>
                    <a:pt x="7101417" y="182709"/>
                  </a:lnTo>
                  <a:lnTo>
                    <a:pt x="7101563" y="182709"/>
                  </a:lnTo>
                  <a:lnTo>
                    <a:pt x="7101708" y="182709"/>
                  </a:lnTo>
                  <a:lnTo>
                    <a:pt x="7101854" y="182709"/>
                  </a:lnTo>
                  <a:lnTo>
                    <a:pt x="7101999" y="182709"/>
                  </a:lnTo>
                  <a:lnTo>
                    <a:pt x="7102144" y="182709"/>
                  </a:lnTo>
                  <a:lnTo>
                    <a:pt x="7102290" y="182709"/>
                  </a:lnTo>
                  <a:lnTo>
                    <a:pt x="7102435" y="182709"/>
                  </a:lnTo>
                  <a:lnTo>
                    <a:pt x="7102581" y="182709"/>
                  </a:lnTo>
                  <a:lnTo>
                    <a:pt x="7102726" y="182709"/>
                  </a:lnTo>
                  <a:lnTo>
                    <a:pt x="7102871" y="182709"/>
                  </a:lnTo>
                  <a:lnTo>
                    <a:pt x="7103017" y="182709"/>
                  </a:lnTo>
                  <a:lnTo>
                    <a:pt x="7103162" y="182709"/>
                  </a:lnTo>
                  <a:lnTo>
                    <a:pt x="7103308" y="182709"/>
                  </a:lnTo>
                  <a:lnTo>
                    <a:pt x="7103453" y="182709"/>
                  </a:lnTo>
                  <a:lnTo>
                    <a:pt x="7103599" y="182709"/>
                  </a:lnTo>
                  <a:lnTo>
                    <a:pt x="7103744" y="182709"/>
                  </a:lnTo>
                  <a:lnTo>
                    <a:pt x="7103889" y="182709"/>
                  </a:lnTo>
                  <a:lnTo>
                    <a:pt x="7104035" y="182709"/>
                  </a:lnTo>
                  <a:lnTo>
                    <a:pt x="7104180" y="182709"/>
                  </a:lnTo>
                  <a:lnTo>
                    <a:pt x="7104326" y="182709"/>
                  </a:lnTo>
                  <a:lnTo>
                    <a:pt x="7104471" y="182709"/>
                  </a:lnTo>
                  <a:lnTo>
                    <a:pt x="7104617" y="182709"/>
                  </a:lnTo>
                  <a:lnTo>
                    <a:pt x="7104762" y="182709"/>
                  </a:lnTo>
                  <a:lnTo>
                    <a:pt x="7104907" y="182709"/>
                  </a:lnTo>
                  <a:lnTo>
                    <a:pt x="7105053" y="182709"/>
                  </a:lnTo>
                  <a:lnTo>
                    <a:pt x="7105198" y="182709"/>
                  </a:lnTo>
                  <a:lnTo>
                    <a:pt x="7105344" y="182709"/>
                  </a:lnTo>
                  <a:lnTo>
                    <a:pt x="7105489" y="182709"/>
                  </a:lnTo>
                  <a:lnTo>
                    <a:pt x="7105635" y="182709"/>
                  </a:lnTo>
                  <a:lnTo>
                    <a:pt x="7105780" y="182709"/>
                  </a:lnTo>
                  <a:lnTo>
                    <a:pt x="7105925" y="182709"/>
                  </a:lnTo>
                  <a:lnTo>
                    <a:pt x="7106071" y="182709"/>
                  </a:lnTo>
                  <a:lnTo>
                    <a:pt x="7106071" y="182086"/>
                  </a:lnTo>
                  <a:lnTo>
                    <a:pt x="7106216" y="182086"/>
                  </a:lnTo>
                  <a:lnTo>
                    <a:pt x="7106362" y="182086"/>
                  </a:lnTo>
                  <a:lnTo>
                    <a:pt x="7106507" y="182086"/>
                  </a:lnTo>
                  <a:lnTo>
                    <a:pt x="7106653" y="182086"/>
                  </a:lnTo>
                  <a:lnTo>
                    <a:pt x="7106798" y="182086"/>
                  </a:lnTo>
                  <a:lnTo>
                    <a:pt x="7106943" y="182086"/>
                  </a:lnTo>
                  <a:lnTo>
                    <a:pt x="7107089" y="182086"/>
                  </a:lnTo>
                  <a:lnTo>
                    <a:pt x="7107234" y="182086"/>
                  </a:lnTo>
                  <a:lnTo>
                    <a:pt x="7107380" y="182086"/>
                  </a:lnTo>
                  <a:lnTo>
                    <a:pt x="7107525" y="182086"/>
                  </a:lnTo>
                  <a:lnTo>
                    <a:pt x="7107671" y="182086"/>
                  </a:lnTo>
                  <a:lnTo>
                    <a:pt x="7107816" y="182086"/>
                  </a:lnTo>
                  <a:lnTo>
                    <a:pt x="7107961" y="182086"/>
                  </a:lnTo>
                  <a:lnTo>
                    <a:pt x="7107961" y="181462"/>
                  </a:lnTo>
                  <a:lnTo>
                    <a:pt x="7108107" y="181462"/>
                  </a:lnTo>
                  <a:lnTo>
                    <a:pt x="7108252" y="181462"/>
                  </a:lnTo>
                  <a:lnTo>
                    <a:pt x="7108398" y="181462"/>
                  </a:lnTo>
                  <a:lnTo>
                    <a:pt x="7108543" y="181462"/>
                  </a:lnTo>
                  <a:lnTo>
                    <a:pt x="7108689" y="181462"/>
                  </a:lnTo>
                  <a:lnTo>
                    <a:pt x="7108834" y="181462"/>
                  </a:lnTo>
                  <a:lnTo>
                    <a:pt x="7108979" y="181462"/>
                  </a:lnTo>
                  <a:lnTo>
                    <a:pt x="7109125" y="181462"/>
                  </a:lnTo>
                  <a:lnTo>
                    <a:pt x="7109270" y="181462"/>
                  </a:lnTo>
                  <a:lnTo>
                    <a:pt x="7109416" y="181462"/>
                  </a:lnTo>
                  <a:lnTo>
                    <a:pt x="7109561" y="181462"/>
                  </a:lnTo>
                  <a:lnTo>
                    <a:pt x="7109706" y="181462"/>
                  </a:lnTo>
                  <a:lnTo>
                    <a:pt x="7109852" y="181462"/>
                  </a:lnTo>
                  <a:lnTo>
                    <a:pt x="7109997" y="181462"/>
                  </a:lnTo>
                  <a:lnTo>
                    <a:pt x="7110143" y="181462"/>
                  </a:lnTo>
                  <a:lnTo>
                    <a:pt x="7110288" y="181462"/>
                  </a:lnTo>
                  <a:lnTo>
                    <a:pt x="7110434" y="181462"/>
                  </a:lnTo>
                  <a:lnTo>
                    <a:pt x="7110579" y="181462"/>
                  </a:lnTo>
                  <a:lnTo>
                    <a:pt x="7110724" y="181462"/>
                  </a:lnTo>
                  <a:lnTo>
                    <a:pt x="7110870" y="181462"/>
                  </a:lnTo>
                  <a:lnTo>
                    <a:pt x="7111015" y="181462"/>
                  </a:lnTo>
                  <a:lnTo>
                    <a:pt x="7111161" y="181462"/>
                  </a:lnTo>
                  <a:lnTo>
                    <a:pt x="7111306" y="181462"/>
                  </a:lnTo>
                  <a:lnTo>
                    <a:pt x="7111452" y="181462"/>
                  </a:lnTo>
                  <a:lnTo>
                    <a:pt x="7111597" y="181462"/>
                  </a:lnTo>
                  <a:lnTo>
                    <a:pt x="7111742" y="181462"/>
                  </a:lnTo>
                  <a:lnTo>
                    <a:pt x="7111888" y="181462"/>
                  </a:lnTo>
                  <a:lnTo>
                    <a:pt x="7112033" y="181462"/>
                  </a:lnTo>
                  <a:lnTo>
                    <a:pt x="7112179" y="181462"/>
                  </a:lnTo>
                  <a:lnTo>
                    <a:pt x="7112324" y="181462"/>
                  </a:lnTo>
                  <a:lnTo>
                    <a:pt x="7112470" y="181462"/>
                  </a:lnTo>
                  <a:lnTo>
                    <a:pt x="7112615" y="181462"/>
                  </a:lnTo>
                  <a:lnTo>
                    <a:pt x="7112760" y="181462"/>
                  </a:lnTo>
                  <a:lnTo>
                    <a:pt x="7112906" y="181462"/>
                  </a:lnTo>
                  <a:lnTo>
                    <a:pt x="7113051" y="181462"/>
                  </a:lnTo>
                  <a:lnTo>
                    <a:pt x="7113197" y="181462"/>
                  </a:lnTo>
                  <a:lnTo>
                    <a:pt x="7113342" y="181462"/>
                  </a:lnTo>
                  <a:lnTo>
                    <a:pt x="7113488" y="181462"/>
                  </a:lnTo>
                  <a:lnTo>
                    <a:pt x="7113488" y="180838"/>
                  </a:lnTo>
                  <a:lnTo>
                    <a:pt x="7113488" y="180215"/>
                  </a:lnTo>
                  <a:lnTo>
                    <a:pt x="7113633" y="180215"/>
                  </a:lnTo>
                  <a:lnTo>
                    <a:pt x="7113778" y="180215"/>
                  </a:lnTo>
                  <a:lnTo>
                    <a:pt x="7113924" y="180215"/>
                  </a:lnTo>
                  <a:lnTo>
                    <a:pt x="7114069" y="180215"/>
                  </a:lnTo>
                  <a:lnTo>
                    <a:pt x="7114215" y="180215"/>
                  </a:lnTo>
                  <a:lnTo>
                    <a:pt x="7114360" y="180215"/>
                  </a:lnTo>
                  <a:lnTo>
                    <a:pt x="7114506" y="180215"/>
                  </a:lnTo>
                  <a:lnTo>
                    <a:pt x="7114651" y="180215"/>
                  </a:lnTo>
                  <a:lnTo>
                    <a:pt x="7114796" y="180215"/>
                  </a:lnTo>
                  <a:lnTo>
                    <a:pt x="7114942" y="180215"/>
                  </a:lnTo>
                  <a:lnTo>
                    <a:pt x="7114942" y="179591"/>
                  </a:lnTo>
                  <a:lnTo>
                    <a:pt x="7115087" y="179591"/>
                  </a:lnTo>
                  <a:lnTo>
                    <a:pt x="7115233" y="179591"/>
                  </a:lnTo>
                  <a:lnTo>
                    <a:pt x="7115378" y="179591"/>
                  </a:lnTo>
                  <a:lnTo>
                    <a:pt x="7115524" y="179591"/>
                  </a:lnTo>
                  <a:lnTo>
                    <a:pt x="7115669" y="179591"/>
                  </a:lnTo>
                  <a:lnTo>
                    <a:pt x="7115814" y="179591"/>
                  </a:lnTo>
                  <a:lnTo>
                    <a:pt x="7115960" y="179591"/>
                  </a:lnTo>
                  <a:lnTo>
                    <a:pt x="7116105" y="179591"/>
                  </a:lnTo>
                  <a:lnTo>
                    <a:pt x="7116251" y="179591"/>
                  </a:lnTo>
                  <a:lnTo>
                    <a:pt x="7116396" y="179591"/>
                  </a:lnTo>
                  <a:lnTo>
                    <a:pt x="7116541" y="179591"/>
                  </a:lnTo>
                  <a:lnTo>
                    <a:pt x="7116687" y="179591"/>
                  </a:lnTo>
                  <a:lnTo>
                    <a:pt x="7116687" y="178968"/>
                  </a:lnTo>
                  <a:lnTo>
                    <a:pt x="7116832" y="178968"/>
                  </a:lnTo>
                  <a:lnTo>
                    <a:pt x="7116978" y="178968"/>
                  </a:lnTo>
                  <a:lnTo>
                    <a:pt x="7117123" y="178968"/>
                  </a:lnTo>
                  <a:lnTo>
                    <a:pt x="7117269" y="178968"/>
                  </a:lnTo>
                  <a:lnTo>
                    <a:pt x="7117414" y="178968"/>
                  </a:lnTo>
                  <a:lnTo>
                    <a:pt x="7117559" y="178968"/>
                  </a:lnTo>
                  <a:lnTo>
                    <a:pt x="7117705" y="178968"/>
                  </a:lnTo>
                  <a:lnTo>
                    <a:pt x="7117850" y="178968"/>
                  </a:lnTo>
                  <a:lnTo>
                    <a:pt x="7117996" y="178968"/>
                  </a:lnTo>
                  <a:lnTo>
                    <a:pt x="7118141" y="178968"/>
                  </a:lnTo>
                  <a:lnTo>
                    <a:pt x="7118287" y="178968"/>
                  </a:lnTo>
                  <a:lnTo>
                    <a:pt x="7118432" y="178968"/>
                  </a:lnTo>
                  <a:lnTo>
                    <a:pt x="7118577" y="178968"/>
                  </a:lnTo>
                  <a:lnTo>
                    <a:pt x="7118723" y="178968"/>
                  </a:lnTo>
                  <a:lnTo>
                    <a:pt x="7118868" y="178968"/>
                  </a:lnTo>
                  <a:lnTo>
                    <a:pt x="7119014" y="178968"/>
                  </a:lnTo>
                  <a:lnTo>
                    <a:pt x="7119159" y="178968"/>
                  </a:lnTo>
                  <a:lnTo>
                    <a:pt x="7119305" y="178968"/>
                  </a:lnTo>
                  <a:lnTo>
                    <a:pt x="7119450" y="178968"/>
                  </a:lnTo>
                  <a:lnTo>
                    <a:pt x="7119595" y="178968"/>
                  </a:lnTo>
                  <a:lnTo>
                    <a:pt x="7119741" y="178968"/>
                  </a:lnTo>
                  <a:lnTo>
                    <a:pt x="7119886" y="178968"/>
                  </a:lnTo>
                  <a:lnTo>
                    <a:pt x="7120032" y="178968"/>
                  </a:lnTo>
                  <a:lnTo>
                    <a:pt x="7120177" y="178968"/>
                  </a:lnTo>
                  <a:lnTo>
                    <a:pt x="7120323" y="178968"/>
                  </a:lnTo>
                  <a:lnTo>
                    <a:pt x="7120468" y="178968"/>
                  </a:lnTo>
                  <a:lnTo>
                    <a:pt x="7120613" y="178968"/>
                  </a:lnTo>
                  <a:lnTo>
                    <a:pt x="7120759" y="178968"/>
                  </a:lnTo>
                  <a:lnTo>
                    <a:pt x="7120904" y="178968"/>
                  </a:lnTo>
                  <a:lnTo>
                    <a:pt x="7121050" y="178968"/>
                  </a:lnTo>
                  <a:lnTo>
                    <a:pt x="7121195" y="178968"/>
                  </a:lnTo>
                  <a:lnTo>
                    <a:pt x="7121341" y="178968"/>
                  </a:lnTo>
                  <a:lnTo>
                    <a:pt x="7121486" y="178968"/>
                  </a:lnTo>
                  <a:lnTo>
                    <a:pt x="7121631" y="178968"/>
                  </a:lnTo>
                  <a:lnTo>
                    <a:pt x="7121777" y="178968"/>
                  </a:lnTo>
                  <a:lnTo>
                    <a:pt x="7121922" y="178968"/>
                  </a:lnTo>
                  <a:lnTo>
                    <a:pt x="7122068" y="178968"/>
                  </a:lnTo>
                  <a:lnTo>
                    <a:pt x="7122213" y="178968"/>
                  </a:lnTo>
                  <a:lnTo>
                    <a:pt x="7122359" y="178968"/>
                  </a:lnTo>
                  <a:lnTo>
                    <a:pt x="7122504" y="178968"/>
                  </a:lnTo>
                  <a:lnTo>
                    <a:pt x="7122649" y="178968"/>
                  </a:lnTo>
                  <a:lnTo>
                    <a:pt x="7122795" y="178968"/>
                  </a:lnTo>
                  <a:lnTo>
                    <a:pt x="7122940" y="178968"/>
                  </a:lnTo>
                  <a:lnTo>
                    <a:pt x="7123086" y="178968"/>
                  </a:lnTo>
                  <a:lnTo>
                    <a:pt x="7123231" y="178968"/>
                  </a:lnTo>
                  <a:lnTo>
                    <a:pt x="7123376" y="178968"/>
                  </a:lnTo>
                  <a:lnTo>
                    <a:pt x="7123522" y="178968"/>
                  </a:lnTo>
                  <a:lnTo>
                    <a:pt x="7123667" y="178968"/>
                  </a:lnTo>
                  <a:lnTo>
                    <a:pt x="7123813" y="178968"/>
                  </a:lnTo>
                  <a:lnTo>
                    <a:pt x="7123958" y="178968"/>
                  </a:lnTo>
                  <a:lnTo>
                    <a:pt x="7124104" y="178968"/>
                  </a:lnTo>
                  <a:lnTo>
                    <a:pt x="7124249" y="178968"/>
                  </a:lnTo>
                  <a:lnTo>
                    <a:pt x="7124394" y="178968"/>
                  </a:lnTo>
                  <a:lnTo>
                    <a:pt x="7124540" y="178968"/>
                  </a:lnTo>
                  <a:lnTo>
                    <a:pt x="7124685" y="178968"/>
                  </a:lnTo>
                  <a:lnTo>
                    <a:pt x="7124831" y="178968"/>
                  </a:lnTo>
                  <a:lnTo>
                    <a:pt x="7124976" y="178968"/>
                  </a:lnTo>
                  <a:lnTo>
                    <a:pt x="7125122" y="178968"/>
                  </a:lnTo>
                  <a:lnTo>
                    <a:pt x="7125267" y="178968"/>
                  </a:lnTo>
                  <a:lnTo>
                    <a:pt x="7125412" y="178968"/>
                  </a:lnTo>
                  <a:lnTo>
                    <a:pt x="7125558" y="178968"/>
                  </a:lnTo>
                  <a:lnTo>
                    <a:pt x="7125703" y="178968"/>
                  </a:lnTo>
                  <a:lnTo>
                    <a:pt x="7125849" y="178968"/>
                  </a:lnTo>
                  <a:lnTo>
                    <a:pt x="7125994" y="178968"/>
                  </a:lnTo>
                  <a:lnTo>
                    <a:pt x="7126140" y="178968"/>
                  </a:lnTo>
                  <a:lnTo>
                    <a:pt x="7126285" y="178968"/>
                  </a:lnTo>
                  <a:lnTo>
                    <a:pt x="7126430" y="178968"/>
                  </a:lnTo>
                  <a:lnTo>
                    <a:pt x="7126576" y="178968"/>
                  </a:lnTo>
                  <a:lnTo>
                    <a:pt x="7126721" y="178968"/>
                  </a:lnTo>
                  <a:lnTo>
                    <a:pt x="7126867" y="178968"/>
                  </a:lnTo>
                  <a:lnTo>
                    <a:pt x="7127012" y="178968"/>
                  </a:lnTo>
                  <a:lnTo>
                    <a:pt x="7127158" y="178968"/>
                  </a:lnTo>
                  <a:lnTo>
                    <a:pt x="7127303" y="178968"/>
                  </a:lnTo>
                  <a:lnTo>
                    <a:pt x="7127303" y="178344"/>
                  </a:lnTo>
                  <a:lnTo>
                    <a:pt x="7127448" y="178344"/>
                  </a:lnTo>
                  <a:lnTo>
                    <a:pt x="7127594" y="178344"/>
                  </a:lnTo>
                  <a:lnTo>
                    <a:pt x="7127739" y="178344"/>
                  </a:lnTo>
                  <a:lnTo>
                    <a:pt x="7127885" y="178344"/>
                  </a:lnTo>
                  <a:lnTo>
                    <a:pt x="7128030" y="178344"/>
                  </a:lnTo>
                  <a:lnTo>
                    <a:pt x="7128030" y="177720"/>
                  </a:lnTo>
                  <a:lnTo>
                    <a:pt x="7128176" y="177720"/>
                  </a:lnTo>
                  <a:lnTo>
                    <a:pt x="7128321" y="177720"/>
                  </a:lnTo>
                  <a:lnTo>
                    <a:pt x="7128466" y="177720"/>
                  </a:lnTo>
                  <a:lnTo>
                    <a:pt x="7128612" y="177720"/>
                  </a:lnTo>
                  <a:lnTo>
                    <a:pt x="7128757" y="177720"/>
                  </a:lnTo>
                  <a:lnTo>
                    <a:pt x="7128903" y="177720"/>
                  </a:lnTo>
                  <a:lnTo>
                    <a:pt x="7129048" y="177720"/>
                  </a:lnTo>
                  <a:lnTo>
                    <a:pt x="7129194" y="177720"/>
                  </a:lnTo>
                  <a:lnTo>
                    <a:pt x="7129339" y="177720"/>
                  </a:lnTo>
                  <a:lnTo>
                    <a:pt x="7129484" y="177720"/>
                  </a:lnTo>
                  <a:lnTo>
                    <a:pt x="7129630" y="177720"/>
                  </a:lnTo>
                  <a:lnTo>
                    <a:pt x="7129775" y="177720"/>
                  </a:lnTo>
                  <a:lnTo>
                    <a:pt x="7129921" y="177720"/>
                  </a:lnTo>
                  <a:lnTo>
                    <a:pt x="7130066" y="177720"/>
                  </a:lnTo>
                  <a:lnTo>
                    <a:pt x="7130211" y="177720"/>
                  </a:lnTo>
                  <a:lnTo>
                    <a:pt x="7130357" y="177720"/>
                  </a:lnTo>
                  <a:lnTo>
                    <a:pt x="7130502" y="177720"/>
                  </a:lnTo>
                  <a:lnTo>
                    <a:pt x="7130648" y="177720"/>
                  </a:lnTo>
                  <a:lnTo>
                    <a:pt x="7130793" y="177720"/>
                  </a:lnTo>
                  <a:lnTo>
                    <a:pt x="7130939" y="177720"/>
                  </a:lnTo>
                  <a:lnTo>
                    <a:pt x="7131084" y="177720"/>
                  </a:lnTo>
                  <a:lnTo>
                    <a:pt x="7131229" y="177720"/>
                  </a:lnTo>
                  <a:lnTo>
                    <a:pt x="7131375" y="177720"/>
                  </a:lnTo>
                  <a:lnTo>
                    <a:pt x="7131520" y="177720"/>
                  </a:lnTo>
                  <a:lnTo>
                    <a:pt x="7131666" y="177720"/>
                  </a:lnTo>
                  <a:lnTo>
                    <a:pt x="7131811" y="177720"/>
                  </a:lnTo>
                  <a:lnTo>
                    <a:pt x="7131957" y="177720"/>
                  </a:lnTo>
                  <a:lnTo>
                    <a:pt x="7131957" y="177097"/>
                  </a:lnTo>
                  <a:lnTo>
                    <a:pt x="7132102" y="177097"/>
                  </a:lnTo>
                  <a:lnTo>
                    <a:pt x="7132247" y="177097"/>
                  </a:lnTo>
                  <a:lnTo>
                    <a:pt x="7132393" y="177097"/>
                  </a:lnTo>
                  <a:lnTo>
                    <a:pt x="7132538" y="177097"/>
                  </a:lnTo>
                  <a:lnTo>
                    <a:pt x="7132684" y="177097"/>
                  </a:lnTo>
                  <a:lnTo>
                    <a:pt x="7132829" y="177097"/>
                  </a:lnTo>
                  <a:lnTo>
                    <a:pt x="7132975" y="177097"/>
                  </a:lnTo>
                  <a:lnTo>
                    <a:pt x="7133120" y="177097"/>
                  </a:lnTo>
                  <a:lnTo>
                    <a:pt x="7133265" y="177097"/>
                  </a:lnTo>
                  <a:lnTo>
                    <a:pt x="7133411" y="177097"/>
                  </a:lnTo>
                  <a:lnTo>
                    <a:pt x="7133556" y="177097"/>
                  </a:lnTo>
                  <a:lnTo>
                    <a:pt x="7133702" y="177097"/>
                  </a:lnTo>
                  <a:lnTo>
                    <a:pt x="7133847" y="177097"/>
                  </a:lnTo>
                  <a:lnTo>
                    <a:pt x="7133993" y="177097"/>
                  </a:lnTo>
                  <a:lnTo>
                    <a:pt x="7134138" y="177097"/>
                  </a:lnTo>
                  <a:lnTo>
                    <a:pt x="7134283" y="177097"/>
                  </a:lnTo>
                  <a:lnTo>
                    <a:pt x="7134429" y="177097"/>
                  </a:lnTo>
                  <a:lnTo>
                    <a:pt x="7134574" y="177097"/>
                  </a:lnTo>
                  <a:lnTo>
                    <a:pt x="7134574" y="176473"/>
                  </a:lnTo>
                  <a:lnTo>
                    <a:pt x="7134720" y="176473"/>
                  </a:lnTo>
                  <a:lnTo>
                    <a:pt x="7134865" y="176473"/>
                  </a:lnTo>
                  <a:lnTo>
                    <a:pt x="7135011" y="176473"/>
                  </a:lnTo>
                  <a:lnTo>
                    <a:pt x="7135156" y="176473"/>
                  </a:lnTo>
                  <a:lnTo>
                    <a:pt x="7135301" y="176473"/>
                  </a:lnTo>
                  <a:lnTo>
                    <a:pt x="7135447" y="176473"/>
                  </a:lnTo>
                  <a:lnTo>
                    <a:pt x="7135592" y="176473"/>
                  </a:lnTo>
                  <a:lnTo>
                    <a:pt x="7135738" y="176473"/>
                  </a:lnTo>
                  <a:lnTo>
                    <a:pt x="7135883" y="176473"/>
                  </a:lnTo>
                  <a:lnTo>
                    <a:pt x="7136029" y="176473"/>
                  </a:lnTo>
                  <a:lnTo>
                    <a:pt x="7136174" y="176473"/>
                  </a:lnTo>
                  <a:lnTo>
                    <a:pt x="7136319" y="176473"/>
                  </a:lnTo>
                  <a:lnTo>
                    <a:pt x="7136465" y="176473"/>
                  </a:lnTo>
                  <a:lnTo>
                    <a:pt x="7136610" y="176473"/>
                  </a:lnTo>
                  <a:lnTo>
                    <a:pt x="7136756" y="176473"/>
                  </a:lnTo>
                  <a:lnTo>
                    <a:pt x="7136756" y="175850"/>
                  </a:lnTo>
                  <a:lnTo>
                    <a:pt x="7136901" y="175850"/>
                  </a:lnTo>
                  <a:lnTo>
                    <a:pt x="7137046" y="175850"/>
                  </a:lnTo>
                  <a:lnTo>
                    <a:pt x="7137192" y="175850"/>
                  </a:lnTo>
                  <a:lnTo>
                    <a:pt x="7137337" y="175850"/>
                  </a:lnTo>
                  <a:lnTo>
                    <a:pt x="7137483" y="175850"/>
                  </a:lnTo>
                  <a:lnTo>
                    <a:pt x="7137628" y="175850"/>
                  </a:lnTo>
                  <a:lnTo>
                    <a:pt x="7137774" y="175850"/>
                  </a:lnTo>
                  <a:lnTo>
                    <a:pt x="7137919" y="175850"/>
                  </a:lnTo>
                  <a:lnTo>
                    <a:pt x="7138064" y="175850"/>
                  </a:lnTo>
                  <a:lnTo>
                    <a:pt x="7138210" y="175850"/>
                  </a:lnTo>
                  <a:lnTo>
                    <a:pt x="7138355" y="175850"/>
                  </a:lnTo>
                  <a:lnTo>
                    <a:pt x="7138355" y="175226"/>
                  </a:lnTo>
                  <a:lnTo>
                    <a:pt x="7138501" y="175226"/>
                  </a:lnTo>
                  <a:lnTo>
                    <a:pt x="7138646" y="175226"/>
                  </a:lnTo>
                  <a:lnTo>
                    <a:pt x="7138792" y="175226"/>
                  </a:lnTo>
                  <a:lnTo>
                    <a:pt x="7138937" y="175226"/>
                  </a:lnTo>
                  <a:lnTo>
                    <a:pt x="7139082" y="175226"/>
                  </a:lnTo>
                  <a:lnTo>
                    <a:pt x="7139228" y="175226"/>
                  </a:lnTo>
                  <a:lnTo>
                    <a:pt x="7139373" y="175226"/>
                  </a:lnTo>
                  <a:lnTo>
                    <a:pt x="7139519" y="175226"/>
                  </a:lnTo>
                  <a:lnTo>
                    <a:pt x="7139664" y="175226"/>
                  </a:lnTo>
                  <a:lnTo>
                    <a:pt x="7139810" y="175226"/>
                  </a:lnTo>
                  <a:lnTo>
                    <a:pt x="7139955" y="175226"/>
                  </a:lnTo>
                  <a:lnTo>
                    <a:pt x="7140100" y="175226"/>
                  </a:lnTo>
                  <a:lnTo>
                    <a:pt x="7140246" y="175226"/>
                  </a:lnTo>
                  <a:lnTo>
                    <a:pt x="7140391" y="175226"/>
                  </a:lnTo>
                  <a:lnTo>
                    <a:pt x="7140537" y="175226"/>
                  </a:lnTo>
                  <a:lnTo>
                    <a:pt x="7140682" y="175226"/>
                  </a:lnTo>
                  <a:lnTo>
                    <a:pt x="7140828" y="175226"/>
                  </a:lnTo>
                  <a:lnTo>
                    <a:pt x="7140973" y="175226"/>
                  </a:lnTo>
                  <a:lnTo>
                    <a:pt x="7141118" y="175226"/>
                  </a:lnTo>
                  <a:lnTo>
                    <a:pt x="7141264" y="175226"/>
                  </a:lnTo>
                  <a:lnTo>
                    <a:pt x="7141409" y="175226"/>
                  </a:lnTo>
                  <a:lnTo>
                    <a:pt x="7141555" y="175226"/>
                  </a:lnTo>
                  <a:lnTo>
                    <a:pt x="7141700" y="175226"/>
                  </a:lnTo>
                  <a:lnTo>
                    <a:pt x="7141846" y="175226"/>
                  </a:lnTo>
                  <a:lnTo>
                    <a:pt x="7141991" y="175226"/>
                  </a:lnTo>
                  <a:lnTo>
                    <a:pt x="7142136" y="175226"/>
                  </a:lnTo>
                  <a:lnTo>
                    <a:pt x="7142282" y="175226"/>
                  </a:lnTo>
                  <a:lnTo>
                    <a:pt x="7142427" y="175226"/>
                  </a:lnTo>
                  <a:lnTo>
                    <a:pt x="7142573" y="175226"/>
                  </a:lnTo>
                  <a:lnTo>
                    <a:pt x="7142718" y="175226"/>
                  </a:lnTo>
                  <a:lnTo>
                    <a:pt x="7142864" y="175226"/>
                  </a:lnTo>
                  <a:lnTo>
                    <a:pt x="7143009" y="175226"/>
                  </a:lnTo>
                  <a:lnTo>
                    <a:pt x="7143154" y="175226"/>
                  </a:lnTo>
                  <a:lnTo>
                    <a:pt x="7143300" y="175226"/>
                  </a:lnTo>
                  <a:lnTo>
                    <a:pt x="7143445" y="175226"/>
                  </a:lnTo>
                  <a:lnTo>
                    <a:pt x="7143591" y="175226"/>
                  </a:lnTo>
                  <a:lnTo>
                    <a:pt x="7143736" y="175226"/>
                  </a:lnTo>
                  <a:lnTo>
                    <a:pt x="7143881" y="175226"/>
                  </a:lnTo>
                  <a:lnTo>
                    <a:pt x="7144027" y="175226"/>
                  </a:lnTo>
                  <a:lnTo>
                    <a:pt x="7144172" y="175226"/>
                  </a:lnTo>
                  <a:lnTo>
                    <a:pt x="7144318" y="175226"/>
                  </a:lnTo>
                  <a:lnTo>
                    <a:pt x="7144463" y="175226"/>
                  </a:lnTo>
                  <a:lnTo>
                    <a:pt x="7144609" y="175226"/>
                  </a:lnTo>
                  <a:lnTo>
                    <a:pt x="7144754" y="175226"/>
                  </a:lnTo>
                  <a:lnTo>
                    <a:pt x="7144899" y="175226"/>
                  </a:lnTo>
                  <a:lnTo>
                    <a:pt x="7145045" y="175226"/>
                  </a:lnTo>
                  <a:lnTo>
                    <a:pt x="7145190" y="175226"/>
                  </a:lnTo>
                  <a:lnTo>
                    <a:pt x="7145336" y="175226"/>
                  </a:lnTo>
                  <a:lnTo>
                    <a:pt x="7145336" y="174603"/>
                  </a:lnTo>
                  <a:lnTo>
                    <a:pt x="7145481" y="174603"/>
                  </a:lnTo>
                  <a:lnTo>
                    <a:pt x="7145627" y="174603"/>
                  </a:lnTo>
                  <a:lnTo>
                    <a:pt x="7145772" y="174603"/>
                  </a:lnTo>
                  <a:lnTo>
                    <a:pt x="7145917" y="174603"/>
                  </a:lnTo>
                  <a:lnTo>
                    <a:pt x="7146063" y="174603"/>
                  </a:lnTo>
                  <a:lnTo>
                    <a:pt x="7146208" y="174603"/>
                  </a:lnTo>
                  <a:lnTo>
                    <a:pt x="7146354" y="174603"/>
                  </a:lnTo>
                  <a:lnTo>
                    <a:pt x="7146499" y="174603"/>
                  </a:lnTo>
                  <a:lnTo>
                    <a:pt x="7146645" y="174603"/>
                  </a:lnTo>
                  <a:lnTo>
                    <a:pt x="7146790" y="174603"/>
                  </a:lnTo>
                  <a:lnTo>
                    <a:pt x="7146935" y="174603"/>
                  </a:lnTo>
                  <a:lnTo>
                    <a:pt x="7147081" y="174603"/>
                  </a:lnTo>
                  <a:lnTo>
                    <a:pt x="7147226" y="174603"/>
                  </a:lnTo>
                  <a:lnTo>
                    <a:pt x="7147372" y="174603"/>
                  </a:lnTo>
                  <a:lnTo>
                    <a:pt x="7147517" y="174603"/>
                  </a:lnTo>
                  <a:lnTo>
                    <a:pt x="7147663" y="174603"/>
                  </a:lnTo>
                  <a:lnTo>
                    <a:pt x="7147808" y="174603"/>
                  </a:lnTo>
                  <a:lnTo>
                    <a:pt x="7147953" y="174603"/>
                  </a:lnTo>
                  <a:lnTo>
                    <a:pt x="7148099" y="174603"/>
                  </a:lnTo>
                  <a:lnTo>
                    <a:pt x="7148244" y="174603"/>
                  </a:lnTo>
                  <a:lnTo>
                    <a:pt x="7148390" y="174603"/>
                  </a:lnTo>
                  <a:lnTo>
                    <a:pt x="7148535" y="174603"/>
                  </a:lnTo>
                  <a:lnTo>
                    <a:pt x="7148681" y="174603"/>
                  </a:lnTo>
                  <a:lnTo>
                    <a:pt x="7148826" y="174603"/>
                  </a:lnTo>
                  <a:lnTo>
                    <a:pt x="7148971" y="174603"/>
                  </a:lnTo>
                  <a:lnTo>
                    <a:pt x="7149117" y="174603"/>
                  </a:lnTo>
                  <a:lnTo>
                    <a:pt x="7149262" y="174603"/>
                  </a:lnTo>
                  <a:lnTo>
                    <a:pt x="7149408" y="174603"/>
                  </a:lnTo>
                  <a:lnTo>
                    <a:pt x="7149553" y="174603"/>
                  </a:lnTo>
                  <a:lnTo>
                    <a:pt x="7149699" y="174603"/>
                  </a:lnTo>
                  <a:lnTo>
                    <a:pt x="7149844" y="174603"/>
                  </a:lnTo>
                  <a:lnTo>
                    <a:pt x="7149989" y="174603"/>
                  </a:lnTo>
                  <a:lnTo>
                    <a:pt x="7150135" y="174603"/>
                  </a:lnTo>
                  <a:lnTo>
                    <a:pt x="7150280" y="174603"/>
                  </a:lnTo>
                  <a:lnTo>
                    <a:pt x="7150426" y="174603"/>
                  </a:lnTo>
                  <a:lnTo>
                    <a:pt x="7150571" y="174603"/>
                  </a:lnTo>
                  <a:lnTo>
                    <a:pt x="7150571" y="173979"/>
                  </a:lnTo>
                  <a:lnTo>
                    <a:pt x="7150716" y="173979"/>
                  </a:lnTo>
                  <a:lnTo>
                    <a:pt x="7150862" y="173979"/>
                  </a:lnTo>
                  <a:lnTo>
                    <a:pt x="7151007" y="173979"/>
                  </a:lnTo>
                  <a:lnTo>
                    <a:pt x="7151153" y="173979"/>
                  </a:lnTo>
                  <a:lnTo>
                    <a:pt x="7151298" y="173979"/>
                  </a:lnTo>
                  <a:lnTo>
                    <a:pt x="7151444" y="173979"/>
                  </a:lnTo>
                  <a:lnTo>
                    <a:pt x="7151589" y="173979"/>
                  </a:lnTo>
                  <a:lnTo>
                    <a:pt x="7151734" y="173979"/>
                  </a:lnTo>
                  <a:lnTo>
                    <a:pt x="7151880" y="173979"/>
                  </a:lnTo>
                  <a:lnTo>
                    <a:pt x="7152025" y="173979"/>
                  </a:lnTo>
                  <a:lnTo>
                    <a:pt x="7152171" y="173979"/>
                  </a:lnTo>
                  <a:lnTo>
                    <a:pt x="7152316" y="173979"/>
                  </a:lnTo>
                  <a:lnTo>
                    <a:pt x="7152462" y="173979"/>
                  </a:lnTo>
                  <a:lnTo>
                    <a:pt x="7152607" y="173979"/>
                  </a:lnTo>
                  <a:lnTo>
                    <a:pt x="7152752" y="173979"/>
                  </a:lnTo>
                  <a:lnTo>
                    <a:pt x="7152898" y="173979"/>
                  </a:lnTo>
                  <a:lnTo>
                    <a:pt x="7153043" y="173979"/>
                  </a:lnTo>
                  <a:lnTo>
                    <a:pt x="7153189" y="173979"/>
                  </a:lnTo>
                  <a:lnTo>
                    <a:pt x="7153334" y="173979"/>
                  </a:lnTo>
                  <a:lnTo>
                    <a:pt x="7153480" y="173979"/>
                  </a:lnTo>
                  <a:lnTo>
                    <a:pt x="7153625" y="173979"/>
                  </a:lnTo>
                  <a:lnTo>
                    <a:pt x="7153770" y="173979"/>
                  </a:lnTo>
                  <a:lnTo>
                    <a:pt x="7153916" y="173979"/>
                  </a:lnTo>
                  <a:lnTo>
                    <a:pt x="7154061" y="173979"/>
                  </a:lnTo>
                  <a:lnTo>
                    <a:pt x="7154207" y="173979"/>
                  </a:lnTo>
                  <a:lnTo>
                    <a:pt x="7154352" y="173979"/>
                  </a:lnTo>
                  <a:lnTo>
                    <a:pt x="7154498" y="173979"/>
                  </a:lnTo>
                  <a:lnTo>
                    <a:pt x="7154643" y="173979"/>
                  </a:lnTo>
                  <a:lnTo>
                    <a:pt x="7154788" y="173979"/>
                  </a:lnTo>
                  <a:lnTo>
                    <a:pt x="7154934" y="173979"/>
                  </a:lnTo>
                  <a:lnTo>
                    <a:pt x="7155079" y="173979"/>
                  </a:lnTo>
                  <a:lnTo>
                    <a:pt x="7155225" y="173979"/>
                  </a:lnTo>
                  <a:lnTo>
                    <a:pt x="7155370" y="173979"/>
                  </a:lnTo>
                  <a:lnTo>
                    <a:pt x="7155516" y="173979"/>
                  </a:lnTo>
                  <a:lnTo>
                    <a:pt x="7155661" y="173979"/>
                  </a:lnTo>
                  <a:lnTo>
                    <a:pt x="7155806" y="173979"/>
                  </a:lnTo>
                  <a:lnTo>
                    <a:pt x="7155952" y="173979"/>
                  </a:lnTo>
                  <a:lnTo>
                    <a:pt x="7156097" y="173979"/>
                  </a:lnTo>
                  <a:lnTo>
                    <a:pt x="7156243" y="173979"/>
                  </a:lnTo>
                  <a:lnTo>
                    <a:pt x="7156388" y="173979"/>
                  </a:lnTo>
                  <a:lnTo>
                    <a:pt x="7156534" y="173979"/>
                  </a:lnTo>
                  <a:lnTo>
                    <a:pt x="7156679" y="173979"/>
                  </a:lnTo>
                  <a:lnTo>
                    <a:pt x="7156824" y="173979"/>
                  </a:lnTo>
                  <a:lnTo>
                    <a:pt x="7156970" y="173979"/>
                  </a:lnTo>
                  <a:lnTo>
                    <a:pt x="7157115" y="173979"/>
                  </a:lnTo>
                  <a:lnTo>
                    <a:pt x="7157261" y="173979"/>
                  </a:lnTo>
                  <a:lnTo>
                    <a:pt x="7157406" y="173979"/>
                  </a:lnTo>
                  <a:lnTo>
                    <a:pt x="7157551" y="173979"/>
                  </a:lnTo>
                  <a:lnTo>
                    <a:pt x="7157697" y="173979"/>
                  </a:lnTo>
                  <a:lnTo>
                    <a:pt x="7157842" y="173979"/>
                  </a:lnTo>
                  <a:lnTo>
                    <a:pt x="7157988" y="173979"/>
                  </a:lnTo>
                  <a:lnTo>
                    <a:pt x="7158133" y="173979"/>
                  </a:lnTo>
                  <a:lnTo>
                    <a:pt x="7158279" y="173979"/>
                  </a:lnTo>
                  <a:lnTo>
                    <a:pt x="7158424" y="173979"/>
                  </a:lnTo>
                  <a:lnTo>
                    <a:pt x="7158569" y="173979"/>
                  </a:lnTo>
                  <a:lnTo>
                    <a:pt x="7158715" y="173979"/>
                  </a:lnTo>
                  <a:lnTo>
                    <a:pt x="7158860" y="173979"/>
                  </a:lnTo>
                  <a:lnTo>
                    <a:pt x="7159006" y="173979"/>
                  </a:lnTo>
                  <a:lnTo>
                    <a:pt x="7159151" y="173979"/>
                  </a:lnTo>
                  <a:lnTo>
                    <a:pt x="7159297" y="173979"/>
                  </a:lnTo>
                  <a:lnTo>
                    <a:pt x="7159442" y="173979"/>
                  </a:lnTo>
                  <a:lnTo>
                    <a:pt x="7159587" y="173979"/>
                  </a:lnTo>
                  <a:lnTo>
                    <a:pt x="7159733" y="173979"/>
                  </a:lnTo>
                  <a:lnTo>
                    <a:pt x="7159878" y="173979"/>
                  </a:lnTo>
                  <a:lnTo>
                    <a:pt x="7160024" y="173979"/>
                  </a:lnTo>
                  <a:lnTo>
                    <a:pt x="7160169" y="173979"/>
                  </a:lnTo>
                  <a:lnTo>
                    <a:pt x="7160315" y="173979"/>
                  </a:lnTo>
                  <a:lnTo>
                    <a:pt x="7160460" y="173979"/>
                  </a:lnTo>
                  <a:lnTo>
                    <a:pt x="7160605" y="173979"/>
                  </a:lnTo>
                  <a:lnTo>
                    <a:pt x="7160751" y="173979"/>
                  </a:lnTo>
                  <a:lnTo>
                    <a:pt x="7160896" y="173979"/>
                  </a:lnTo>
                  <a:lnTo>
                    <a:pt x="7160896" y="173355"/>
                  </a:lnTo>
                  <a:lnTo>
                    <a:pt x="7161042" y="173355"/>
                  </a:lnTo>
                  <a:lnTo>
                    <a:pt x="7161187" y="173355"/>
                  </a:lnTo>
                  <a:lnTo>
                    <a:pt x="7161333" y="173355"/>
                  </a:lnTo>
                  <a:lnTo>
                    <a:pt x="7161478" y="173355"/>
                  </a:lnTo>
                  <a:lnTo>
                    <a:pt x="7161623" y="173355"/>
                  </a:lnTo>
                  <a:lnTo>
                    <a:pt x="7161623" y="172732"/>
                  </a:lnTo>
                  <a:lnTo>
                    <a:pt x="7161769" y="172732"/>
                  </a:lnTo>
                  <a:lnTo>
                    <a:pt x="7161914" y="172732"/>
                  </a:lnTo>
                  <a:lnTo>
                    <a:pt x="7162060" y="172732"/>
                  </a:lnTo>
                  <a:lnTo>
                    <a:pt x="7162205" y="172732"/>
                  </a:lnTo>
                  <a:lnTo>
                    <a:pt x="7162351" y="172732"/>
                  </a:lnTo>
                  <a:lnTo>
                    <a:pt x="7162496" y="172732"/>
                  </a:lnTo>
                  <a:lnTo>
                    <a:pt x="7162641" y="172732"/>
                  </a:lnTo>
                  <a:lnTo>
                    <a:pt x="7162787" y="172732"/>
                  </a:lnTo>
                  <a:lnTo>
                    <a:pt x="7162932" y="172732"/>
                  </a:lnTo>
                  <a:lnTo>
                    <a:pt x="7163078" y="172732"/>
                  </a:lnTo>
                  <a:lnTo>
                    <a:pt x="7163223" y="172732"/>
                  </a:lnTo>
                  <a:lnTo>
                    <a:pt x="7163369" y="172732"/>
                  </a:lnTo>
                  <a:lnTo>
                    <a:pt x="7163514" y="172732"/>
                  </a:lnTo>
                  <a:lnTo>
                    <a:pt x="7163659" y="172732"/>
                  </a:lnTo>
                  <a:lnTo>
                    <a:pt x="7163805" y="172732"/>
                  </a:lnTo>
                  <a:lnTo>
                    <a:pt x="7163950" y="172732"/>
                  </a:lnTo>
                  <a:lnTo>
                    <a:pt x="7164096" y="172732"/>
                  </a:lnTo>
                  <a:lnTo>
                    <a:pt x="7164241" y="172732"/>
                  </a:lnTo>
                  <a:lnTo>
                    <a:pt x="7164386" y="172732"/>
                  </a:lnTo>
                  <a:lnTo>
                    <a:pt x="7164532" y="172732"/>
                  </a:lnTo>
                  <a:lnTo>
                    <a:pt x="7164677" y="172732"/>
                  </a:lnTo>
                  <a:lnTo>
                    <a:pt x="7164823" y="172732"/>
                  </a:lnTo>
                  <a:lnTo>
                    <a:pt x="7164968" y="172732"/>
                  </a:lnTo>
                  <a:lnTo>
                    <a:pt x="7165114" y="172732"/>
                  </a:lnTo>
                  <a:lnTo>
                    <a:pt x="7165259" y="172732"/>
                  </a:lnTo>
                  <a:lnTo>
                    <a:pt x="7165259" y="172108"/>
                  </a:lnTo>
                  <a:lnTo>
                    <a:pt x="7165404" y="172108"/>
                  </a:lnTo>
                  <a:lnTo>
                    <a:pt x="7165550" y="172108"/>
                  </a:lnTo>
                  <a:lnTo>
                    <a:pt x="7165695" y="172108"/>
                  </a:lnTo>
                  <a:lnTo>
                    <a:pt x="7165841" y="172108"/>
                  </a:lnTo>
                  <a:lnTo>
                    <a:pt x="7165986" y="172108"/>
                  </a:lnTo>
                  <a:lnTo>
                    <a:pt x="7166132" y="172108"/>
                  </a:lnTo>
                  <a:lnTo>
                    <a:pt x="7166277" y="172108"/>
                  </a:lnTo>
                  <a:lnTo>
                    <a:pt x="7166422" y="172108"/>
                  </a:lnTo>
                  <a:lnTo>
                    <a:pt x="7166568" y="172108"/>
                  </a:lnTo>
                  <a:lnTo>
                    <a:pt x="7166713" y="172108"/>
                  </a:lnTo>
                  <a:lnTo>
                    <a:pt x="7166859" y="172108"/>
                  </a:lnTo>
                  <a:lnTo>
                    <a:pt x="7166859" y="171485"/>
                  </a:lnTo>
                  <a:lnTo>
                    <a:pt x="7167004" y="171485"/>
                  </a:lnTo>
                  <a:lnTo>
                    <a:pt x="7167150" y="171485"/>
                  </a:lnTo>
                  <a:lnTo>
                    <a:pt x="7167295" y="171485"/>
                  </a:lnTo>
                  <a:lnTo>
                    <a:pt x="7167440" y="171485"/>
                  </a:lnTo>
                  <a:lnTo>
                    <a:pt x="7167586" y="171485"/>
                  </a:lnTo>
                  <a:lnTo>
                    <a:pt x="7167731" y="171485"/>
                  </a:lnTo>
                  <a:lnTo>
                    <a:pt x="7167877" y="171485"/>
                  </a:lnTo>
                  <a:lnTo>
                    <a:pt x="7168022" y="171485"/>
                  </a:lnTo>
                  <a:lnTo>
                    <a:pt x="7168168" y="171485"/>
                  </a:lnTo>
                  <a:lnTo>
                    <a:pt x="7168313" y="171485"/>
                  </a:lnTo>
                  <a:lnTo>
                    <a:pt x="7168458" y="171485"/>
                  </a:lnTo>
                  <a:lnTo>
                    <a:pt x="7168604" y="171485"/>
                  </a:lnTo>
                  <a:lnTo>
                    <a:pt x="7168749" y="171485"/>
                  </a:lnTo>
                  <a:lnTo>
                    <a:pt x="7168895" y="171485"/>
                  </a:lnTo>
                  <a:lnTo>
                    <a:pt x="7169040" y="171485"/>
                  </a:lnTo>
                  <a:lnTo>
                    <a:pt x="7169186" y="171485"/>
                  </a:lnTo>
                  <a:lnTo>
                    <a:pt x="7169186" y="170861"/>
                  </a:lnTo>
                  <a:lnTo>
                    <a:pt x="7169331" y="170861"/>
                  </a:lnTo>
                  <a:lnTo>
                    <a:pt x="7169476" y="170861"/>
                  </a:lnTo>
                  <a:lnTo>
                    <a:pt x="7169622" y="170861"/>
                  </a:lnTo>
                  <a:lnTo>
                    <a:pt x="7169767" y="170861"/>
                  </a:lnTo>
                  <a:lnTo>
                    <a:pt x="7169913" y="170861"/>
                  </a:lnTo>
                  <a:lnTo>
                    <a:pt x="7170058" y="170861"/>
                  </a:lnTo>
                  <a:lnTo>
                    <a:pt x="7170204" y="170861"/>
                  </a:lnTo>
                  <a:lnTo>
                    <a:pt x="7170349" y="170861"/>
                  </a:lnTo>
                  <a:lnTo>
                    <a:pt x="7170494" y="170861"/>
                  </a:lnTo>
                  <a:lnTo>
                    <a:pt x="7170640" y="170861"/>
                  </a:lnTo>
                  <a:lnTo>
                    <a:pt x="7170785" y="170861"/>
                  </a:lnTo>
                  <a:lnTo>
                    <a:pt x="7170931" y="170861"/>
                  </a:lnTo>
                  <a:lnTo>
                    <a:pt x="7171076" y="170861"/>
                  </a:lnTo>
                  <a:lnTo>
                    <a:pt x="7171221" y="170861"/>
                  </a:lnTo>
                  <a:lnTo>
                    <a:pt x="7171367" y="170861"/>
                  </a:lnTo>
                  <a:lnTo>
                    <a:pt x="7171512" y="170861"/>
                  </a:lnTo>
                  <a:lnTo>
                    <a:pt x="7171658" y="170861"/>
                  </a:lnTo>
                  <a:lnTo>
                    <a:pt x="7171803" y="170861"/>
                  </a:lnTo>
                  <a:lnTo>
                    <a:pt x="7171949" y="170861"/>
                  </a:lnTo>
                  <a:lnTo>
                    <a:pt x="7172094" y="170861"/>
                  </a:lnTo>
                  <a:lnTo>
                    <a:pt x="7172239" y="170861"/>
                  </a:lnTo>
                  <a:lnTo>
                    <a:pt x="7172385" y="170861"/>
                  </a:lnTo>
                  <a:lnTo>
                    <a:pt x="7172530" y="170861"/>
                  </a:lnTo>
                  <a:lnTo>
                    <a:pt x="7172676" y="170861"/>
                  </a:lnTo>
                  <a:lnTo>
                    <a:pt x="7172821" y="170861"/>
                  </a:lnTo>
                  <a:lnTo>
                    <a:pt x="7172967" y="170861"/>
                  </a:lnTo>
                  <a:lnTo>
                    <a:pt x="7173112" y="170861"/>
                  </a:lnTo>
                  <a:lnTo>
                    <a:pt x="7173257" y="170861"/>
                  </a:lnTo>
                  <a:lnTo>
                    <a:pt x="7173403" y="170861"/>
                  </a:lnTo>
                  <a:lnTo>
                    <a:pt x="7173548" y="170861"/>
                  </a:lnTo>
                  <a:lnTo>
                    <a:pt x="7173694" y="170861"/>
                  </a:lnTo>
                  <a:lnTo>
                    <a:pt x="7173839" y="170861"/>
                  </a:lnTo>
                  <a:lnTo>
                    <a:pt x="7173839" y="170237"/>
                  </a:lnTo>
                  <a:lnTo>
                    <a:pt x="7173985" y="170237"/>
                  </a:lnTo>
                  <a:lnTo>
                    <a:pt x="7174130" y="170237"/>
                  </a:lnTo>
                  <a:lnTo>
                    <a:pt x="7174275" y="170237"/>
                  </a:lnTo>
                  <a:lnTo>
                    <a:pt x="7174421" y="170237"/>
                  </a:lnTo>
                  <a:lnTo>
                    <a:pt x="7174566" y="170237"/>
                  </a:lnTo>
                  <a:lnTo>
                    <a:pt x="7174712" y="170237"/>
                  </a:lnTo>
                  <a:lnTo>
                    <a:pt x="7174857" y="170237"/>
                  </a:lnTo>
                  <a:lnTo>
                    <a:pt x="7175003" y="170237"/>
                  </a:lnTo>
                  <a:lnTo>
                    <a:pt x="7175148" y="170237"/>
                  </a:lnTo>
                  <a:lnTo>
                    <a:pt x="7175148" y="169614"/>
                  </a:lnTo>
                  <a:lnTo>
                    <a:pt x="7175293" y="169614"/>
                  </a:lnTo>
                  <a:lnTo>
                    <a:pt x="7175439" y="169614"/>
                  </a:lnTo>
                  <a:lnTo>
                    <a:pt x="7175584" y="169614"/>
                  </a:lnTo>
                  <a:lnTo>
                    <a:pt x="7175730" y="169614"/>
                  </a:lnTo>
                  <a:lnTo>
                    <a:pt x="7175875" y="169614"/>
                  </a:lnTo>
                  <a:lnTo>
                    <a:pt x="7176021" y="169614"/>
                  </a:lnTo>
                  <a:lnTo>
                    <a:pt x="7176166" y="169614"/>
                  </a:lnTo>
                  <a:lnTo>
                    <a:pt x="7176311" y="169614"/>
                  </a:lnTo>
                  <a:lnTo>
                    <a:pt x="7176457" y="169614"/>
                  </a:lnTo>
                  <a:lnTo>
                    <a:pt x="7176602" y="169614"/>
                  </a:lnTo>
                  <a:lnTo>
                    <a:pt x="7176602" y="168990"/>
                  </a:lnTo>
                  <a:lnTo>
                    <a:pt x="7176748" y="168990"/>
                  </a:lnTo>
                  <a:lnTo>
                    <a:pt x="7176893" y="168990"/>
                  </a:lnTo>
                  <a:lnTo>
                    <a:pt x="7177038" y="168990"/>
                  </a:lnTo>
                  <a:lnTo>
                    <a:pt x="7177184" y="168990"/>
                  </a:lnTo>
                  <a:lnTo>
                    <a:pt x="7177329" y="168990"/>
                  </a:lnTo>
                  <a:lnTo>
                    <a:pt x="7177475" y="168990"/>
                  </a:lnTo>
                  <a:lnTo>
                    <a:pt x="7177620" y="168990"/>
                  </a:lnTo>
                  <a:lnTo>
                    <a:pt x="7177766" y="168990"/>
                  </a:lnTo>
                  <a:lnTo>
                    <a:pt x="7177911" y="168990"/>
                  </a:lnTo>
                  <a:lnTo>
                    <a:pt x="7178056" y="168990"/>
                  </a:lnTo>
                  <a:lnTo>
                    <a:pt x="7178202" y="168990"/>
                  </a:lnTo>
                  <a:lnTo>
                    <a:pt x="7178202" y="168367"/>
                  </a:lnTo>
                  <a:lnTo>
                    <a:pt x="7178347" y="168367"/>
                  </a:lnTo>
                  <a:lnTo>
                    <a:pt x="7178493" y="168367"/>
                  </a:lnTo>
                  <a:lnTo>
                    <a:pt x="7178638" y="168367"/>
                  </a:lnTo>
                  <a:lnTo>
                    <a:pt x="7178784" y="168367"/>
                  </a:lnTo>
                  <a:lnTo>
                    <a:pt x="7178929" y="168367"/>
                  </a:lnTo>
                  <a:lnTo>
                    <a:pt x="7179074" y="168367"/>
                  </a:lnTo>
                  <a:lnTo>
                    <a:pt x="7179220" y="168367"/>
                  </a:lnTo>
                  <a:lnTo>
                    <a:pt x="7179365" y="168367"/>
                  </a:lnTo>
                  <a:lnTo>
                    <a:pt x="7179511" y="168367"/>
                  </a:lnTo>
                  <a:lnTo>
                    <a:pt x="7179656" y="168367"/>
                  </a:lnTo>
                  <a:lnTo>
                    <a:pt x="7179802" y="168367"/>
                  </a:lnTo>
                  <a:lnTo>
                    <a:pt x="7179947" y="168367"/>
                  </a:lnTo>
                  <a:lnTo>
                    <a:pt x="7180092" y="168367"/>
                  </a:lnTo>
                  <a:lnTo>
                    <a:pt x="7180238" y="168367"/>
                  </a:lnTo>
                  <a:lnTo>
                    <a:pt x="7180383" y="168367"/>
                  </a:lnTo>
                  <a:lnTo>
                    <a:pt x="7180529" y="168367"/>
                  </a:lnTo>
                  <a:lnTo>
                    <a:pt x="7180674" y="168367"/>
                  </a:lnTo>
                  <a:lnTo>
                    <a:pt x="7180820" y="168367"/>
                  </a:lnTo>
                  <a:lnTo>
                    <a:pt x="7180965" y="168367"/>
                  </a:lnTo>
                  <a:lnTo>
                    <a:pt x="7181110" y="168367"/>
                  </a:lnTo>
                  <a:lnTo>
                    <a:pt x="7181256" y="168367"/>
                  </a:lnTo>
                  <a:lnTo>
                    <a:pt x="7181401" y="168367"/>
                  </a:lnTo>
                  <a:lnTo>
                    <a:pt x="7181547" y="168367"/>
                  </a:lnTo>
                  <a:lnTo>
                    <a:pt x="7181692" y="168367"/>
                  </a:lnTo>
                  <a:lnTo>
                    <a:pt x="7181838" y="168367"/>
                  </a:lnTo>
                  <a:lnTo>
                    <a:pt x="7181983" y="168367"/>
                  </a:lnTo>
                  <a:lnTo>
                    <a:pt x="7182128" y="168367"/>
                  </a:lnTo>
                  <a:lnTo>
                    <a:pt x="7182274" y="168367"/>
                  </a:lnTo>
                  <a:lnTo>
                    <a:pt x="7182419" y="168367"/>
                  </a:lnTo>
                  <a:lnTo>
                    <a:pt x="7182565" y="168367"/>
                  </a:lnTo>
                  <a:lnTo>
                    <a:pt x="7182710" y="168367"/>
                  </a:lnTo>
                  <a:lnTo>
                    <a:pt x="7182856" y="168367"/>
                  </a:lnTo>
                  <a:lnTo>
                    <a:pt x="7183001" y="168367"/>
                  </a:lnTo>
                  <a:lnTo>
                    <a:pt x="7183146" y="168367"/>
                  </a:lnTo>
                  <a:lnTo>
                    <a:pt x="7183292" y="168367"/>
                  </a:lnTo>
                  <a:lnTo>
                    <a:pt x="7183437" y="168367"/>
                  </a:lnTo>
                  <a:lnTo>
                    <a:pt x="7183583" y="168367"/>
                  </a:lnTo>
                  <a:lnTo>
                    <a:pt x="7183728" y="168367"/>
                  </a:lnTo>
                  <a:lnTo>
                    <a:pt x="7183873" y="168367"/>
                  </a:lnTo>
                  <a:lnTo>
                    <a:pt x="7184019" y="168367"/>
                  </a:lnTo>
                  <a:lnTo>
                    <a:pt x="7184019" y="167743"/>
                  </a:lnTo>
                  <a:lnTo>
                    <a:pt x="7184164" y="167743"/>
                  </a:lnTo>
                  <a:lnTo>
                    <a:pt x="7184310" y="167743"/>
                  </a:lnTo>
                  <a:lnTo>
                    <a:pt x="7184455" y="167743"/>
                  </a:lnTo>
                  <a:lnTo>
                    <a:pt x="7184601" y="167743"/>
                  </a:lnTo>
                  <a:lnTo>
                    <a:pt x="7184746" y="167743"/>
                  </a:lnTo>
                  <a:lnTo>
                    <a:pt x="7184891" y="167743"/>
                  </a:lnTo>
                  <a:lnTo>
                    <a:pt x="7185037" y="167743"/>
                  </a:lnTo>
                  <a:lnTo>
                    <a:pt x="7185182" y="167743"/>
                  </a:lnTo>
                  <a:lnTo>
                    <a:pt x="7185328" y="167743"/>
                  </a:lnTo>
                  <a:lnTo>
                    <a:pt x="7185473" y="167743"/>
                  </a:lnTo>
                  <a:lnTo>
                    <a:pt x="7185619" y="167743"/>
                  </a:lnTo>
                  <a:lnTo>
                    <a:pt x="7185764" y="167743"/>
                  </a:lnTo>
                  <a:lnTo>
                    <a:pt x="7185909" y="167743"/>
                  </a:lnTo>
                  <a:lnTo>
                    <a:pt x="7186055" y="167743"/>
                  </a:lnTo>
                  <a:lnTo>
                    <a:pt x="7186200" y="167743"/>
                  </a:lnTo>
                  <a:lnTo>
                    <a:pt x="7186346" y="167743"/>
                  </a:lnTo>
                  <a:lnTo>
                    <a:pt x="7186491" y="167743"/>
                  </a:lnTo>
                  <a:lnTo>
                    <a:pt x="7186637" y="167743"/>
                  </a:lnTo>
                  <a:lnTo>
                    <a:pt x="7186782" y="167743"/>
                  </a:lnTo>
                  <a:lnTo>
                    <a:pt x="7186927" y="167743"/>
                  </a:lnTo>
                  <a:lnTo>
                    <a:pt x="7187073" y="167743"/>
                  </a:lnTo>
                  <a:lnTo>
                    <a:pt x="7187218" y="167743"/>
                  </a:lnTo>
                  <a:lnTo>
                    <a:pt x="7187364" y="167743"/>
                  </a:lnTo>
                  <a:lnTo>
                    <a:pt x="7187509" y="167743"/>
                  </a:lnTo>
                  <a:lnTo>
                    <a:pt x="7187655" y="167743"/>
                  </a:lnTo>
                  <a:lnTo>
                    <a:pt x="7187800" y="167743"/>
                  </a:lnTo>
                  <a:lnTo>
                    <a:pt x="7187945" y="167743"/>
                  </a:lnTo>
                  <a:lnTo>
                    <a:pt x="7188091" y="167743"/>
                  </a:lnTo>
                  <a:lnTo>
                    <a:pt x="7188236" y="167743"/>
                  </a:lnTo>
                  <a:lnTo>
                    <a:pt x="7188382" y="167743"/>
                  </a:lnTo>
                  <a:lnTo>
                    <a:pt x="7188527" y="167743"/>
                  </a:lnTo>
                  <a:lnTo>
                    <a:pt x="7188673" y="167743"/>
                  </a:lnTo>
                  <a:lnTo>
                    <a:pt x="7188818" y="167743"/>
                  </a:lnTo>
                  <a:lnTo>
                    <a:pt x="7188963" y="167743"/>
                  </a:lnTo>
                  <a:lnTo>
                    <a:pt x="7189109" y="167743"/>
                  </a:lnTo>
                  <a:lnTo>
                    <a:pt x="7189254" y="167743"/>
                  </a:lnTo>
                  <a:lnTo>
                    <a:pt x="7189400" y="167743"/>
                  </a:lnTo>
                  <a:lnTo>
                    <a:pt x="7189545" y="167743"/>
                  </a:lnTo>
                  <a:lnTo>
                    <a:pt x="7189691" y="167743"/>
                  </a:lnTo>
                  <a:lnTo>
                    <a:pt x="7189836" y="167743"/>
                  </a:lnTo>
                  <a:lnTo>
                    <a:pt x="7189981" y="167743"/>
                  </a:lnTo>
                  <a:lnTo>
                    <a:pt x="7190127" y="167743"/>
                  </a:lnTo>
                  <a:lnTo>
                    <a:pt x="7190127" y="167120"/>
                  </a:lnTo>
                  <a:lnTo>
                    <a:pt x="7190272" y="167120"/>
                  </a:lnTo>
                  <a:lnTo>
                    <a:pt x="7190272" y="166496"/>
                  </a:lnTo>
                  <a:lnTo>
                    <a:pt x="7190418" y="166496"/>
                  </a:lnTo>
                  <a:lnTo>
                    <a:pt x="7190563" y="166496"/>
                  </a:lnTo>
                  <a:lnTo>
                    <a:pt x="7190708" y="166496"/>
                  </a:lnTo>
                  <a:lnTo>
                    <a:pt x="7190854" y="166496"/>
                  </a:lnTo>
                  <a:lnTo>
                    <a:pt x="7190999" y="166496"/>
                  </a:lnTo>
                  <a:lnTo>
                    <a:pt x="7191145" y="166496"/>
                  </a:lnTo>
                  <a:lnTo>
                    <a:pt x="7191290" y="166496"/>
                  </a:lnTo>
                  <a:lnTo>
                    <a:pt x="7191436" y="166496"/>
                  </a:lnTo>
                  <a:lnTo>
                    <a:pt x="7191581" y="166496"/>
                  </a:lnTo>
                  <a:lnTo>
                    <a:pt x="7191726" y="166496"/>
                  </a:lnTo>
                  <a:lnTo>
                    <a:pt x="7191872" y="166496"/>
                  </a:lnTo>
                  <a:lnTo>
                    <a:pt x="7192017" y="166496"/>
                  </a:lnTo>
                  <a:lnTo>
                    <a:pt x="7192163" y="166496"/>
                  </a:lnTo>
                  <a:lnTo>
                    <a:pt x="7192308" y="166496"/>
                  </a:lnTo>
                  <a:lnTo>
                    <a:pt x="7192454" y="166496"/>
                  </a:lnTo>
                  <a:lnTo>
                    <a:pt x="7192599" y="166496"/>
                  </a:lnTo>
                  <a:lnTo>
                    <a:pt x="7192744" y="166496"/>
                  </a:lnTo>
                  <a:lnTo>
                    <a:pt x="7192890" y="166496"/>
                  </a:lnTo>
                  <a:lnTo>
                    <a:pt x="7193035" y="166496"/>
                  </a:lnTo>
                  <a:lnTo>
                    <a:pt x="7193181" y="166496"/>
                  </a:lnTo>
                  <a:lnTo>
                    <a:pt x="7193326" y="166496"/>
                  </a:lnTo>
                  <a:lnTo>
                    <a:pt x="7193326" y="165872"/>
                  </a:lnTo>
                  <a:lnTo>
                    <a:pt x="7193472" y="165872"/>
                  </a:lnTo>
                  <a:lnTo>
                    <a:pt x="7193617" y="165872"/>
                  </a:lnTo>
                  <a:lnTo>
                    <a:pt x="7193762" y="165872"/>
                  </a:lnTo>
                  <a:lnTo>
                    <a:pt x="7193908" y="165872"/>
                  </a:lnTo>
                  <a:lnTo>
                    <a:pt x="7194053" y="165872"/>
                  </a:lnTo>
                  <a:lnTo>
                    <a:pt x="7194199" y="165872"/>
                  </a:lnTo>
                  <a:lnTo>
                    <a:pt x="7194344" y="165872"/>
                  </a:lnTo>
                  <a:lnTo>
                    <a:pt x="7194490" y="165872"/>
                  </a:lnTo>
                  <a:lnTo>
                    <a:pt x="7194635" y="165872"/>
                  </a:lnTo>
                  <a:lnTo>
                    <a:pt x="7194780" y="165872"/>
                  </a:lnTo>
                  <a:lnTo>
                    <a:pt x="7194926" y="165872"/>
                  </a:lnTo>
                  <a:lnTo>
                    <a:pt x="7195071" y="165872"/>
                  </a:lnTo>
                  <a:lnTo>
                    <a:pt x="7195217" y="165872"/>
                  </a:lnTo>
                  <a:lnTo>
                    <a:pt x="7195362" y="165872"/>
                  </a:lnTo>
                  <a:lnTo>
                    <a:pt x="7195508" y="165872"/>
                  </a:lnTo>
                  <a:lnTo>
                    <a:pt x="7195653" y="165872"/>
                  </a:lnTo>
                  <a:lnTo>
                    <a:pt x="7195798" y="165872"/>
                  </a:lnTo>
                  <a:lnTo>
                    <a:pt x="7195944" y="165872"/>
                  </a:lnTo>
                  <a:lnTo>
                    <a:pt x="7196089" y="165872"/>
                  </a:lnTo>
                  <a:lnTo>
                    <a:pt x="7196089" y="165249"/>
                  </a:lnTo>
                  <a:lnTo>
                    <a:pt x="7196235" y="165249"/>
                  </a:lnTo>
                  <a:lnTo>
                    <a:pt x="7196380" y="165249"/>
                  </a:lnTo>
                  <a:lnTo>
                    <a:pt x="7196526" y="165249"/>
                  </a:lnTo>
                  <a:lnTo>
                    <a:pt x="7196671" y="165249"/>
                  </a:lnTo>
                  <a:lnTo>
                    <a:pt x="7196816" y="165249"/>
                  </a:lnTo>
                  <a:lnTo>
                    <a:pt x="7196962" y="165249"/>
                  </a:lnTo>
                  <a:lnTo>
                    <a:pt x="7197107" y="165249"/>
                  </a:lnTo>
                  <a:lnTo>
                    <a:pt x="7197253" y="165249"/>
                  </a:lnTo>
                  <a:lnTo>
                    <a:pt x="7197398" y="165249"/>
                  </a:lnTo>
                  <a:lnTo>
                    <a:pt x="7197398" y="164625"/>
                  </a:lnTo>
                  <a:lnTo>
                    <a:pt x="7197543" y="164625"/>
                  </a:lnTo>
                  <a:lnTo>
                    <a:pt x="7197689" y="164625"/>
                  </a:lnTo>
                  <a:lnTo>
                    <a:pt x="7197834" y="164625"/>
                  </a:lnTo>
                  <a:lnTo>
                    <a:pt x="7197980" y="164625"/>
                  </a:lnTo>
                  <a:lnTo>
                    <a:pt x="7198125" y="164625"/>
                  </a:lnTo>
                  <a:lnTo>
                    <a:pt x="7198271" y="164625"/>
                  </a:lnTo>
                  <a:lnTo>
                    <a:pt x="7198416" y="164625"/>
                  </a:lnTo>
                  <a:lnTo>
                    <a:pt x="7198561" y="164625"/>
                  </a:lnTo>
                  <a:lnTo>
                    <a:pt x="7198707" y="164625"/>
                  </a:lnTo>
                  <a:lnTo>
                    <a:pt x="7198852" y="164625"/>
                  </a:lnTo>
                  <a:lnTo>
                    <a:pt x="7198998" y="164625"/>
                  </a:lnTo>
                  <a:lnTo>
                    <a:pt x="7199143" y="164625"/>
                  </a:lnTo>
                  <a:lnTo>
                    <a:pt x="7199289" y="164625"/>
                  </a:lnTo>
                  <a:lnTo>
                    <a:pt x="7199434" y="164625"/>
                  </a:lnTo>
                  <a:lnTo>
                    <a:pt x="7199434" y="164002"/>
                  </a:lnTo>
                  <a:lnTo>
                    <a:pt x="7199579" y="164002"/>
                  </a:lnTo>
                  <a:lnTo>
                    <a:pt x="7199725" y="164002"/>
                  </a:lnTo>
                  <a:lnTo>
                    <a:pt x="7199870" y="164002"/>
                  </a:lnTo>
                  <a:lnTo>
                    <a:pt x="7200016" y="164002"/>
                  </a:lnTo>
                  <a:lnTo>
                    <a:pt x="7200161" y="164002"/>
                  </a:lnTo>
                  <a:lnTo>
                    <a:pt x="7200307" y="164002"/>
                  </a:lnTo>
                  <a:lnTo>
                    <a:pt x="7200452" y="164002"/>
                  </a:lnTo>
                  <a:lnTo>
                    <a:pt x="7200597" y="164002"/>
                  </a:lnTo>
                  <a:lnTo>
                    <a:pt x="7200743" y="164002"/>
                  </a:lnTo>
                  <a:lnTo>
                    <a:pt x="7200888" y="164002"/>
                  </a:lnTo>
                  <a:lnTo>
                    <a:pt x="7201034" y="164002"/>
                  </a:lnTo>
                  <a:lnTo>
                    <a:pt x="7201179" y="164002"/>
                  </a:lnTo>
                  <a:lnTo>
                    <a:pt x="7201325" y="164002"/>
                  </a:lnTo>
                  <a:lnTo>
                    <a:pt x="7201470" y="164002"/>
                  </a:lnTo>
                  <a:lnTo>
                    <a:pt x="7201615" y="164002"/>
                  </a:lnTo>
                  <a:lnTo>
                    <a:pt x="7201761" y="164002"/>
                  </a:lnTo>
                  <a:lnTo>
                    <a:pt x="7201906" y="164002"/>
                  </a:lnTo>
                  <a:lnTo>
                    <a:pt x="7202052" y="164002"/>
                  </a:lnTo>
                  <a:lnTo>
                    <a:pt x="7202197" y="164002"/>
                  </a:lnTo>
                  <a:lnTo>
                    <a:pt x="7202343" y="164002"/>
                  </a:lnTo>
                  <a:lnTo>
                    <a:pt x="7202488" y="164002"/>
                  </a:lnTo>
                  <a:lnTo>
                    <a:pt x="7202633" y="164002"/>
                  </a:lnTo>
                  <a:lnTo>
                    <a:pt x="7202779" y="164002"/>
                  </a:lnTo>
                  <a:lnTo>
                    <a:pt x="7202924" y="164002"/>
                  </a:lnTo>
                  <a:lnTo>
                    <a:pt x="7203070" y="164002"/>
                  </a:lnTo>
                  <a:lnTo>
                    <a:pt x="7203215" y="164002"/>
                  </a:lnTo>
                  <a:lnTo>
                    <a:pt x="7203361" y="164002"/>
                  </a:lnTo>
                  <a:lnTo>
                    <a:pt x="7203506" y="164002"/>
                  </a:lnTo>
                  <a:lnTo>
                    <a:pt x="7203651" y="164002"/>
                  </a:lnTo>
                  <a:lnTo>
                    <a:pt x="7203797" y="164002"/>
                  </a:lnTo>
                  <a:lnTo>
                    <a:pt x="7203942" y="164002"/>
                  </a:lnTo>
                  <a:lnTo>
                    <a:pt x="7204088" y="164002"/>
                  </a:lnTo>
                  <a:lnTo>
                    <a:pt x="7204233" y="164002"/>
                  </a:lnTo>
                  <a:lnTo>
                    <a:pt x="7204378" y="164002"/>
                  </a:lnTo>
                  <a:lnTo>
                    <a:pt x="7204524" y="164002"/>
                  </a:lnTo>
                  <a:lnTo>
                    <a:pt x="7204669" y="164002"/>
                  </a:lnTo>
                  <a:lnTo>
                    <a:pt x="7204669" y="163378"/>
                  </a:lnTo>
                  <a:lnTo>
                    <a:pt x="7204815" y="163378"/>
                  </a:lnTo>
                  <a:lnTo>
                    <a:pt x="7204960" y="163378"/>
                  </a:lnTo>
                  <a:lnTo>
                    <a:pt x="7205106" y="163378"/>
                  </a:lnTo>
                  <a:lnTo>
                    <a:pt x="7205251" y="163378"/>
                  </a:lnTo>
                  <a:lnTo>
                    <a:pt x="7205396" y="163378"/>
                  </a:lnTo>
                  <a:lnTo>
                    <a:pt x="7205542" y="163378"/>
                  </a:lnTo>
                  <a:lnTo>
                    <a:pt x="7205687" y="163378"/>
                  </a:lnTo>
                  <a:lnTo>
                    <a:pt x="7205833" y="163378"/>
                  </a:lnTo>
                  <a:lnTo>
                    <a:pt x="7205978" y="163378"/>
                  </a:lnTo>
                  <a:lnTo>
                    <a:pt x="7206124" y="163378"/>
                  </a:lnTo>
                  <a:lnTo>
                    <a:pt x="7206269" y="163378"/>
                  </a:lnTo>
                  <a:lnTo>
                    <a:pt x="7206414" y="163378"/>
                  </a:lnTo>
                  <a:lnTo>
                    <a:pt x="7206560" y="163378"/>
                  </a:lnTo>
                  <a:lnTo>
                    <a:pt x="7206705" y="163378"/>
                  </a:lnTo>
                  <a:lnTo>
                    <a:pt x="7206851" y="163378"/>
                  </a:lnTo>
                  <a:lnTo>
                    <a:pt x="7206996" y="163378"/>
                  </a:lnTo>
                  <a:lnTo>
                    <a:pt x="7207142" y="163378"/>
                  </a:lnTo>
                  <a:lnTo>
                    <a:pt x="7207287" y="163378"/>
                  </a:lnTo>
                  <a:lnTo>
                    <a:pt x="7207287" y="162754"/>
                  </a:lnTo>
                  <a:lnTo>
                    <a:pt x="7207432" y="162754"/>
                  </a:lnTo>
                  <a:lnTo>
                    <a:pt x="7207578" y="162754"/>
                  </a:lnTo>
                  <a:lnTo>
                    <a:pt x="7207723" y="162754"/>
                  </a:lnTo>
                  <a:lnTo>
                    <a:pt x="7207869" y="162754"/>
                  </a:lnTo>
                  <a:lnTo>
                    <a:pt x="7208014" y="162754"/>
                  </a:lnTo>
                  <a:lnTo>
                    <a:pt x="7208160" y="162754"/>
                  </a:lnTo>
                  <a:lnTo>
                    <a:pt x="7208305" y="162754"/>
                  </a:lnTo>
                  <a:lnTo>
                    <a:pt x="7208450" y="162754"/>
                  </a:lnTo>
                  <a:lnTo>
                    <a:pt x="7208596" y="162754"/>
                  </a:lnTo>
                  <a:lnTo>
                    <a:pt x="7208741" y="162754"/>
                  </a:lnTo>
                  <a:lnTo>
                    <a:pt x="7208887" y="162754"/>
                  </a:lnTo>
                  <a:lnTo>
                    <a:pt x="7209032" y="162754"/>
                  </a:lnTo>
                  <a:lnTo>
                    <a:pt x="7209178" y="162754"/>
                  </a:lnTo>
                  <a:lnTo>
                    <a:pt x="7209323" y="162754"/>
                  </a:lnTo>
                  <a:lnTo>
                    <a:pt x="7209323" y="162131"/>
                  </a:lnTo>
                  <a:lnTo>
                    <a:pt x="7209468" y="162131"/>
                  </a:lnTo>
                  <a:lnTo>
                    <a:pt x="7209614" y="162131"/>
                  </a:lnTo>
                  <a:lnTo>
                    <a:pt x="7209759" y="162131"/>
                  </a:lnTo>
                  <a:lnTo>
                    <a:pt x="7209905" y="162131"/>
                  </a:lnTo>
                  <a:lnTo>
                    <a:pt x="7210050" y="162131"/>
                  </a:lnTo>
                  <a:lnTo>
                    <a:pt x="7210196" y="162131"/>
                  </a:lnTo>
                  <a:lnTo>
                    <a:pt x="7210341" y="162131"/>
                  </a:lnTo>
                  <a:lnTo>
                    <a:pt x="7210486" y="162131"/>
                  </a:lnTo>
                  <a:lnTo>
                    <a:pt x="7210632" y="162131"/>
                  </a:lnTo>
                  <a:lnTo>
                    <a:pt x="7210777" y="162131"/>
                  </a:lnTo>
                  <a:lnTo>
                    <a:pt x="7210923" y="162131"/>
                  </a:lnTo>
                  <a:lnTo>
                    <a:pt x="7211068" y="162131"/>
                  </a:lnTo>
                  <a:lnTo>
                    <a:pt x="7211213" y="162131"/>
                  </a:lnTo>
                  <a:lnTo>
                    <a:pt x="7211359" y="162131"/>
                  </a:lnTo>
                  <a:lnTo>
                    <a:pt x="7211504" y="162131"/>
                  </a:lnTo>
                  <a:lnTo>
                    <a:pt x="7211650" y="162131"/>
                  </a:lnTo>
                  <a:lnTo>
                    <a:pt x="7211795" y="162131"/>
                  </a:lnTo>
                  <a:lnTo>
                    <a:pt x="7211941" y="162131"/>
                  </a:lnTo>
                  <a:lnTo>
                    <a:pt x="7212086" y="162131"/>
                  </a:lnTo>
                  <a:lnTo>
                    <a:pt x="7212231" y="162131"/>
                  </a:lnTo>
                  <a:lnTo>
                    <a:pt x="7212377" y="162131"/>
                  </a:lnTo>
                  <a:lnTo>
                    <a:pt x="7212522" y="162131"/>
                  </a:lnTo>
                  <a:lnTo>
                    <a:pt x="7212668" y="162131"/>
                  </a:lnTo>
                  <a:lnTo>
                    <a:pt x="7212813" y="162131"/>
                  </a:lnTo>
                  <a:lnTo>
                    <a:pt x="7212959" y="162131"/>
                  </a:lnTo>
                  <a:lnTo>
                    <a:pt x="7213104" y="162131"/>
                  </a:lnTo>
                  <a:lnTo>
                    <a:pt x="7213249" y="162131"/>
                  </a:lnTo>
                  <a:lnTo>
                    <a:pt x="7213395" y="162131"/>
                  </a:lnTo>
                  <a:lnTo>
                    <a:pt x="7213540" y="162131"/>
                  </a:lnTo>
                  <a:lnTo>
                    <a:pt x="7213686" y="162131"/>
                  </a:lnTo>
                  <a:lnTo>
                    <a:pt x="7213831" y="162131"/>
                  </a:lnTo>
                  <a:lnTo>
                    <a:pt x="7213977" y="162131"/>
                  </a:lnTo>
                  <a:lnTo>
                    <a:pt x="7214122" y="162131"/>
                  </a:lnTo>
                  <a:lnTo>
                    <a:pt x="7214267" y="162131"/>
                  </a:lnTo>
                  <a:lnTo>
                    <a:pt x="7214413" y="162131"/>
                  </a:lnTo>
                  <a:lnTo>
                    <a:pt x="7214413" y="161507"/>
                  </a:lnTo>
                  <a:lnTo>
                    <a:pt x="7214558" y="161507"/>
                  </a:lnTo>
                  <a:lnTo>
                    <a:pt x="7214704" y="161507"/>
                  </a:lnTo>
                  <a:lnTo>
                    <a:pt x="7214704" y="160884"/>
                  </a:lnTo>
                  <a:lnTo>
                    <a:pt x="7214849" y="160884"/>
                  </a:lnTo>
                  <a:lnTo>
                    <a:pt x="7214995" y="160884"/>
                  </a:lnTo>
                  <a:lnTo>
                    <a:pt x="7215140" y="160884"/>
                  </a:lnTo>
                  <a:lnTo>
                    <a:pt x="7215285" y="160884"/>
                  </a:lnTo>
                  <a:lnTo>
                    <a:pt x="7215431" y="160884"/>
                  </a:lnTo>
                  <a:lnTo>
                    <a:pt x="7215576" y="160884"/>
                  </a:lnTo>
                  <a:lnTo>
                    <a:pt x="7215722" y="160884"/>
                  </a:lnTo>
                  <a:lnTo>
                    <a:pt x="7215867" y="160884"/>
                  </a:lnTo>
                  <a:lnTo>
                    <a:pt x="7216013" y="160884"/>
                  </a:lnTo>
                  <a:lnTo>
                    <a:pt x="7216158" y="160884"/>
                  </a:lnTo>
                  <a:lnTo>
                    <a:pt x="7216303" y="160884"/>
                  </a:lnTo>
                  <a:lnTo>
                    <a:pt x="7216449" y="160884"/>
                  </a:lnTo>
                  <a:lnTo>
                    <a:pt x="7216594" y="160884"/>
                  </a:lnTo>
                  <a:lnTo>
                    <a:pt x="7216594" y="160260"/>
                  </a:lnTo>
                  <a:lnTo>
                    <a:pt x="7216740" y="160260"/>
                  </a:lnTo>
                  <a:lnTo>
                    <a:pt x="7216885" y="160260"/>
                  </a:lnTo>
                  <a:lnTo>
                    <a:pt x="7217031" y="160260"/>
                  </a:lnTo>
                  <a:lnTo>
                    <a:pt x="7217031" y="159637"/>
                  </a:lnTo>
                  <a:lnTo>
                    <a:pt x="7217176" y="159637"/>
                  </a:lnTo>
                  <a:lnTo>
                    <a:pt x="7217321" y="159637"/>
                  </a:lnTo>
                  <a:lnTo>
                    <a:pt x="7217467" y="159637"/>
                  </a:lnTo>
                  <a:lnTo>
                    <a:pt x="7217612" y="159637"/>
                  </a:lnTo>
                  <a:lnTo>
                    <a:pt x="7217758" y="159637"/>
                  </a:lnTo>
                  <a:lnTo>
                    <a:pt x="7217903" y="159637"/>
                  </a:lnTo>
                  <a:lnTo>
                    <a:pt x="7218048" y="159637"/>
                  </a:lnTo>
                  <a:lnTo>
                    <a:pt x="7218194" y="159637"/>
                  </a:lnTo>
                  <a:lnTo>
                    <a:pt x="7218339" y="159637"/>
                  </a:lnTo>
                  <a:lnTo>
                    <a:pt x="7218485" y="159637"/>
                  </a:lnTo>
                  <a:lnTo>
                    <a:pt x="7218630" y="159637"/>
                  </a:lnTo>
                  <a:lnTo>
                    <a:pt x="7218776" y="159637"/>
                  </a:lnTo>
                  <a:lnTo>
                    <a:pt x="7218921" y="159637"/>
                  </a:lnTo>
                  <a:lnTo>
                    <a:pt x="7219066" y="159637"/>
                  </a:lnTo>
                  <a:lnTo>
                    <a:pt x="7219212" y="159637"/>
                  </a:lnTo>
                  <a:lnTo>
                    <a:pt x="7219357" y="159637"/>
                  </a:lnTo>
                  <a:lnTo>
                    <a:pt x="7219503" y="159637"/>
                  </a:lnTo>
                  <a:lnTo>
                    <a:pt x="7219648" y="159637"/>
                  </a:lnTo>
                  <a:lnTo>
                    <a:pt x="7219648" y="159013"/>
                  </a:lnTo>
                  <a:lnTo>
                    <a:pt x="7219648" y="158389"/>
                  </a:lnTo>
                  <a:lnTo>
                    <a:pt x="7219794" y="158389"/>
                  </a:lnTo>
                  <a:lnTo>
                    <a:pt x="7219939" y="158389"/>
                  </a:lnTo>
                  <a:lnTo>
                    <a:pt x="7220084" y="158389"/>
                  </a:lnTo>
                  <a:lnTo>
                    <a:pt x="7220230" y="158389"/>
                  </a:lnTo>
                  <a:lnTo>
                    <a:pt x="7220375" y="158389"/>
                  </a:lnTo>
                  <a:lnTo>
                    <a:pt x="7220521" y="158389"/>
                  </a:lnTo>
                  <a:lnTo>
                    <a:pt x="7220666" y="158389"/>
                  </a:lnTo>
                  <a:lnTo>
                    <a:pt x="7220812" y="158389"/>
                  </a:lnTo>
                  <a:lnTo>
                    <a:pt x="7220957" y="158389"/>
                  </a:lnTo>
                  <a:lnTo>
                    <a:pt x="7221102" y="158389"/>
                  </a:lnTo>
                  <a:lnTo>
                    <a:pt x="7221102" y="157766"/>
                  </a:lnTo>
                  <a:lnTo>
                    <a:pt x="7221248" y="157766"/>
                  </a:lnTo>
                  <a:lnTo>
                    <a:pt x="7221393" y="157766"/>
                  </a:lnTo>
                  <a:lnTo>
                    <a:pt x="7221539" y="157766"/>
                  </a:lnTo>
                  <a:lnTo>
                    <a:pt x="7221684" y="157766"/>
                  </a:lnTo>
                  <a:lnTo>
                    <a:pt x="7221830" y="157766"/>
                  </a:lnTo>
                  <a:lnTo>
                    <a:pt x="7221975" y="157766"/>
                  </a:lnTo>
                  <a:lnTo>
                    <a:pt x="7222120" y="157766"/>
                  </a:lnTo>
                  <a:lnTo>
                    <a:pt x="7222266" y="157766"/>
                  </a:lnTo>
                  <a:lnTo>
                    <a:pt x="7222411" y="157766"/>
                  </a:lnTo>
                  <a:lnTo>
                    <a:pt x="7222557" y="157766"/>
                  </a:lnTo>
                  <a:lnTo>
                    <a:pt x="7222702" y="157766"/>
                  </a:lnTo>
                  <a:lnTo>
                    <a:pt x="7222848" y="157766"/>
                  </a:lnTo>
                  <a:lnTo>
                    <a:pt x="7222993" y="157766"/>
                  </a:lnTo>
                  <a:lnTo>
                    <a:pt x="7223138" y="157766"/>
                  </a:lnTo>
                  <a:lnTo>
                    <a:pt x="7223284" y="157766"/>
                  </a:lnTo>
                  <a:lnTo>
                    <a:pt x="7223429" y="157766"/>
                  </a:lnTo>
                  <a:lnTo>
                    <a:pt x="7223575" y="157766"/>
                  </a:lnTo>
                  <a:lnTo>
                    <a:pt x="7223720" y="157766"/>
                  </a:lnTo>
                  <a:lnTo>
                    <a:pt x="7223866" y="157766"/>
                  </a:lnTo>
                  <a:lnTo>
                    <a:pt x="7224011" y="157766"/>
                  </a:lnTo>
                  <a:lnTo>
                    <a:pt x="7224156" y="157766"/>
                  </a:lnTo>
                  <a:lnTo>
                    <a:pt x="7224302" y="157766"/>
                  </a:lnTo>
                  <a:lnTo>
                    <a:pt x="7224447" y="157766"/>
                  </a:lnTo>
                  <a:lnTo>
                    <a:pt x="7224593" y="157766"/>
                  </a:lnTo>
                  <a:lnTo>
                    <a:pt x="7224738" y="157766"/>
                  </a:lnTo>
                  <a:lnTo>
                    <a:pt x="7224883" y="157766"/>
                  </a:lnTo>
                  <a:lnTo>
                    <a:pt x="7225029" y="157766"/>
                  </a:lnTo>
                  <a:lnTo>
                    <a:pt x="7225174" y="157766"/>
                  </a:lnTo>
                  <a:lnTo>
                    <a:pt x="7225320" y="157766"/>
                  </a:lnTo>
                  <a:lnTo>
                    <a:pt x="7225465" y="157766"/>
                  </a:lnTo>
                  <a:lnTo>
                    <a:pt x="7225611" y="157766"/>
                  </a:lnTo>
                  <a:lnTo>
                    <a:pt x="7225756" y="157766"/>
                  </a:lnTo>
                  <a:lnTo>
                    <a:pt x="7225901" y="157766"/>
                  </a:lnTo>
                  <a:lnTo>
                    <a:pt x="7226047" y="157766"/>
                  </a:lnTo>
                  <a:lnTo>
                    <a:pt x="7226192" y="157766"/>
                  </a:lnTo>
                  <a:lnTo>
                    <a:pt x="7226338" y="157766"/>
                  </a:lnTo>
                  <a:lnTo>
                    <a:pt x="7226483" y="157766"/>
                  </a:lnTo>
                  <a:lnTo>
                    <a:pt x="7226629" y="157766"/>
                  </a:lnTo>
                  <a:lnTo>
                    <a:pt x="7226774" y="157766"/>
                  </a:lnTo>
                  <a:lnTo>
                    <a:pt x="7226919" y="157766"/>
                  </a:lnTo>
                  <a:lnTo>
                    <a:pt x="7227065" y="157766"/>
                  </a:lnTo>
                  <a:lnTo>
                    <a:pt x="7227210" y="157766"/>
                  </a:lnTo>
                  <a:lnTo>
                    <a:pt x="7227356" y="157766"/>
                  </a:lnTo>
                  <a:lnTo>
                    <a:pt x="7227501" y="157766"/>
                  </a:lnTo>
                  <a:lnTo>
                    <a:pt x="7227647" y="157766"/>
                  </a:lnTo>
                  <a:lnTo>
                    <a:pt x="7227792" y="157766"/>
                  </a:lnTo>
                  <a:lnTo>
                    <a:pt x="7227937" y="157766"/>
                  </a:lnTo>
                  <a:lnTo>
                    <a:pt x="7228083" y="157766"/>
                  </a:lnTo>
                  <a:lnTo>
                    <a:pt x="7228228" y="157766"/>
                  </a:lnTo>
                  <a:lnTo>
                    <a:pt x="7228374" y="157766"/>
                  </a:lnTo>
                  <a:lnTo>
                    <a:pt x="7228519" y="157766"/>
                  </a:lnTo>
                  <a:lnTo>
                    <a:pt x="7228665" y="157766"/>
                  </a:lnTo>
                  <a:lnTo>
                    <a:pt x="7228810" y="157766"/>
                  </a:lnTo>
                  <a:lnTo>
                    <a:pt x="7228955" y="157766"/>
                  </a:lnTo>
                  <a:lnTo>
                    <a:pt x="7229101" y="157766"/>
                  </a:lnTo>
                  <a:lnTo>
                    <a:pt x="7229246" y="157766"/>
                  </a:lnTo>
                  <a:lnTo>
                    <a:pt x="7229392" y="157766"/>
                  </a:lnTo>
                  <a:lnTo>
                    <a:pt x="7229537" y="157766"/>
                  </a:lnTo>
                  <a:lnTo>
                    <a:pt x="7229683" y="157766"/>
                  </a:lnTo>
                  <a:lnTo>
                    <a:pt x="7229683" y="157142"/>
                  </a:lnTo>
                  <a:lnTo>
                    <a:pt x="7229828" y="157142"/>
                  </a:lnTo>
                  <a:lnTo>
                    <a:pt x="7229973" y="157142"/>
                  </a:lnTo>
                  <a:lnTo>
                    <a:pt x="7230119" y="157142"/>
                  </a:lnTo>
                  <a:lnTo>
                    <a:pt x="7230264" y="157142"/>
                  </a:lnTo>
                  <a:lnTo>
                    <a:pt x="7230410" y="157142"/>
                  </a:lnTo>
                  <a:lnTo>
                    <a:pt x="7230555" y="157142"/>
                  </a:lnTo>
                  <a:lnTo>
                    <a:pt x="7230701" y="157142"/>
                  </a:lnTo>
                  <a:lnTo>
                    <a:pt x="7230846" y="157142"/>
                  </a:lnTo>
                  <a:lnTo>
                    <a:pt x="7230991" y="157142"/>
                  </a:lnTo>
                  <a:lnTo>
                    <a:pt x="7231137" y="157142"/>
                  </a:lnTo>
                  <a:lnTo>
                    <a:pt x="7231282" y="157142"/>
                  </a:lnTo>
                  <a:lnTo>
                    <a:pt x="7231428" y="157142"/>
                  </a:lnTo>
                  <a:lnTo>
                    <a:pt x="7231573" y="157142"/>
                  </a:lnTo>
                  <a:lnTo>
                    <a:pt x="7231718" y="157142"/>
                  </a:lnTo>
                  <a:lnTo>
                    <a:pt x="7231864" y="157142"/>
                  </a:lnTo>
                  <a:lnTo>
                    <a:pt x="7232009" y="157142"/>
                  </a:lnTo>
                  <a:lnTo>
                    <a:pt x="7232155" y="157142"/>
                  </a:lnTo>
                  <a:lnTo>
                    <a:pt x="7232300" y="157142"/>
                  </a:lnTo>
                  <a:lnTo>
                    <a:pt x="7232446" y="157142"/>
                  </a:lnTo>
                  <a:lnTo>
                    <a:pt x="7232591" y="157142"/>
                  </a:lnTo>
                  <a:lnTo>
                    <a:pt x="7232736" y="157142"/>
                  </a:lnTo>
                  <a:lnTo>
                    <a:pt x="7232882" y="157142"/>
                  </a:lnTo>
                  <a:lnTo>
                    <a:pt x="7232882" y="156519"/>
                  </a:lnTo>
                  <a:lnTo>
                    <a:pt x="7233027" y="156519"/>
                  </a:lnTo>
                  <a:lnTo>
                    <a:pt x="7233173" y="156519"/>
                  </a:lnTo>
                  <a:lnTo>
                    <a:pt x="7233318" y="156519"/>
                  </a:lnTo>
                  <a:lnTo>
                    <a:pt x="7233464" y="156519"/>
                  </a:lnTo>
                  <a:lnTo>
                    <a:pt x="7233609" y="156519"/>
                  </a:lnTo>
                  <a:lnTo>
                    <a:pt x="7233754" y="156519"/>
                  </a:lnTo>
                  <a:lnTo>
                    <a:pt x="7233900" y="156519"/>
                  </a:lnTo>
                  <a:lnTo>
                    <a:pt x="7234045" y="156519"/>
                  </a:lnTo>
                  <a:lnTo>
                    <a:pt x="7234191" y="156519"/>
                  </a:lnTo>
                  <a:lnTo>
                    <a:pt x="7234336" y="156519"/>
                  </a:lnTo>
                  <a:lnTo>
                    <a:pt x="7234482" y="156519"/>
                  </a:lnTo>
                  <a:lnTo>
                    <a:pt x="7234627" y="156519"/>
                  </a:lnTo>
                  <a:lnTo>
                    <a:pt x="7234772" y="156519"/>
                  </a:lnTo>
                  <a:lnTo>
                    <a:pt x="7234918" y="156519"/>
                  </a:lnTo>
                  <a:lnTo>
                    <a:pt x="7235063" y="156519"/>
                  </a:lnTo>
                  <a:lnTo>
                    <a:pt x="7235209" y="156519"/>
                  </a:lnTo>
                  <a:lnTo>
                    <a:pt x="7235354" y="156519"/>
                  </a:lnTo>
                  <a:lnTo>
                    <a:pt x="7235500" y="156519"/>
                  </a:lnTo>
                  <a:lnTo>
                    <a:pt x="7235645" y="156519"/>
                  </a:lnTo>
                  <a:lnTo>
                    <a:pt x="7235790" y="156519"/>
                  </a:lnTo>
                  <a:lnTo>
                    <a:pt x="7235936" y="156519"/>
                  </a:lnTo>
                  <a:lnTo>
                    <a:pt x="7236081" y="156519"/>
                  </a:lnTo>
                  <a:lnTo>
                    <a:pt x="7236227" y="156519"/>
                  </a:lnTo>
                  <a:lnTo>
                    <a:pt x="7236372" y="156519"/>
                  </a:lnTo>
                  <a:lnTo>
                    <a:pt x="7236518" y="156519"/>
                  </a:lnTo>
                  <a:lnTo>
                    <a:pt x="7236663" y="156519"/>
                  </a:lnTo>
                  <a:lnTo>
                    <a:pt x="7236808" y="156519"/>
                  </a:lnTo>
                  <a:lnTo>
                    <a:pt x="7236954" y="156519"/>
                  </a:lnTo>
                  <a:lnTo>
                    <a:pt x="7237099" y="156519"/>
                  </a:lnTo>
                  <a:lnTo>
                    <a:pt x="7237245" y="156519"/>
                  </a:lnTo>
                  <a:lnTo>
                    <a:pt x="7237390" y="156519"/>
                  </a:lnTo>
                  <a:lnTo>
                    <a:pt x="7237536" y="156519"/>
                  </a:lnTo>
                  <a:lnTo>
                    <a:pt x="7237681" y="156519"/>
                  </a:lnTo>
                  <a:lnTo>
                    <a:pt x="7237826" y="156519"/>
                  </a:lnTo>
                  <a:lnTo>
                    <a:pt x="7237972" y="156519"/>
                  </a:lnTo>
                  <a:lnTo>
                    <a:pt x="7238117" y="156519"/>
                  </a:lnTo>
                  <a:lnTo>
                    <a:pt x="7238117" y="155895"/>
                  </a:lnTo>
                  <a:lnTo>
                    <a:pt x="7238263" y="155895"/>
                  </a:lnTo>
                  <a:lnTo>
                    <a:pt x="7238408" y="155895"/>
                  </a:lnTo>
                  <a:lnTo>
                    <a:pt x="7238553" y="155895"/>
                  </a:lnTo>
                  <a:lnTo>
                    <a:pt x="7238699" y="155895"/>
                  </a:lnTo>
                  <a:lnTo>
                    <a:pt x="7238844" y="155895"/>
                  </a:lnTo>
                  <a:lnTo>
                    <a:pt x="7238990" y="155895"/>
                  </a:lnTo>
                  <a:lnTo>
                    <a:pt x="7239135" y="155895"/>
                  </a:lnTo>
                  <a:lnTo>
                    <a:pt x="7239281" y="155895"/>
                  </a:lnTo>
                  <a:lnTo>
                    <a:pt x="7239426" y="155895"/>
                  </a:lnTo>
                  <a:lnTo>
                    <a:pt x="7239426" y="155271"/>
                  </a:lnTo>
                  <a:lnTo>
                    <a:pt x="7239571" y="155271"/>
                  </a:lnTo>
                  <a:lnTo>
                    <a:pt x="7239717" y="155271"/>
                  </a:lnTo>
                  <a:lnTo>
                    <a:pt x="7239862" y="155271"/>
                  </a:lnTo>
                  <a:lnTo>
                    <a:pt x="7240008" y="155271"/>
                  </a:lnTo>
                  <a:lnTo>
                    <a:pt x="7240153" y="155271"/>
                  </a:lnTo>
                  <a:lnTo>
                    <a:pt x="7240299" y="155271"/>
                  </a:lnTo>
                  <a:lnTo>
                    <a:pt x="7240299" y="154648"/>
                  </a:lnTo>
                  <a:lnTo>
                    <a:pt x="7240444" y="154648"/>
                  </a:lnTo>
                  <a:lnTo>
                    <a:pt x="7240589" y="154648"/>
                  </a:lnTo>
                  <a:lnTo>
                    <a:pt x="7240735" y="154648"/>
                  </a:lnTo>
                  <a:lnTo>
                    <a:pt x="7240880" y="154648"/>
                  </a:lnTo>
                  <a:lnTo>
                    <a:pt x="7241026" y="154648"/>
                  </a:lnTo>
                  <a:lnTo>
                    <a:pt x="7241171" y="154648"/>
                  </a:lnTo>
                  <a:lnTo>
                    <a:pt x="7241317" y="154648"/>
                  </a:lnTo>
                  <a:lnTo>
                    <a:pt x="7241462" y="154648"/>
                  </a:lnTo>
                  <a:lnTo>
                    <a:pt x="7241607" y="154648"/>
                  </a:lnTo>
                  <a:lnTo>
                    <a:pt x="7241753" y="154648"/>
                  </a:lnTo>
                  <a:lnTo>
                    <a:pt x="7241898" y="154648"/>
                  </a:lnTo>
                  <a:lnTo>
                    <a:pt x="7242044" y="154648"/>
                  </a:lnTo>
                  <a:lnTo>
                    <a:pt x="7242189" y="154648"/>
                  </a:lnTo>
                  <a:lnTo>
                    <a:pt x="7242335" y="154648"/>
                  </a:lnTo>
                  <a:lnTo>
                    <a:pt x="7242480" y="154648"/>
                  </a:lnTo>
                  <a:lnTo>
                    <a:pt x="7242625" y="154648"/>
                  </a:lnTo>
                  <a:lnTo>
                    <a:pt x="7242771" y="154648"/>
                  </a:lnTo>
                  <a:lnTo>
                    <a:pt x="7242916" y="154648"/>
                  </a:lnTo>
                  <a:lnTo>
                    <a:pt x="7243062" y="154648"/>
                  </a:lnTo>
                  <a:lnTo>
                    <a:pt x="7243207" y="154648"/>
                  </a:lnTo>
                  <a:lnTo>
                    <a:pt x="7243353" y="154648"/>
                  </a:lnTo>
                  <a:lnTo>
                    <a:pt x="7243498" y="154648"/>
                  </a:lnTo>
                  <a:lnTo>
                    <a:pt x="7243643" y="154648"/>
                  </a:lnTo>
                  <a:lnTo>
                    <a:pt x="7243789" y="154648"/>
                  </a:lnTo>
                  <a:lnTo>
                    <a:pt x="7243934" y="154648"/>
                  </a:lnTo>
                  <a:lnTo>
                    <a:pt x="7244080" y="154648"/>
                  </a:lnTo>
                  <a:lnTo>
                    <a:pt x="7244225" y="154648"/>
                  </a:lnTo>
                  <a:lnTo>
                    <a:pt x="7244371" y="154648"/>
                  </a:lnTo>
                  <a:lnTo>
                    <a:pt x="7244516" y="154648"/>
                  </a:lnTo>
                  <a:lnTo>
                    <a:pt x="7244661" y="154648"/>
                  </a:lnTo>
                  <a:lnTo>
                    <a:pt x="7244807" y="154648"/>
                  </a:lnTo>
                  <a:lnTo>
                    <a:pt x="7244952" y="154648"/>
                  </a:lnTo>
                  <a:lnTo>
                    <a:pt x="7245098" y="154648"/>
                  </a:lnTo>
                  <a:lnTo>
                    <a:pt x="7245243" y="154648"/>
                  </a:lnTo>
                  <a:lnTo>
                    <a:pt x="7245388" y="154648"/>
                  </a:lnTo>
                  <a:lnTo>
                    <a:pt x="7245534" y="154648"/>
                  </a:lnTo>
                  <a:lnTo>
                    <a:pt x="7245679" y="154648"/>
                  </a:lnTo>
                  <a:lnTo>
                    <a:pt x="7245825" y="154648"/>
                  </a:lnTo>
                  <a:lnTo>
                    <a:pt x="7245825" y="154024"/>
                  </a:lnTo>
                  <a:lnTo>
                    <a:pt x="7245970" y="154024"/>
                  </a:lnTo>
                  <a:lnTo>
                    <a:pt x="7246116" y="154024"/>
                  </a:lnTo>
                  <a:lnTo>
                    <a:pt x="7246261" y="154024"/>
                  </a:lnTo>
                  <a:lnTo>
                    <a:pt x="7246406" y="154024"/>
                  </a:lnTo>
                  <a:lnTo>
                    <a:pt x="7246552" y="154024"/>
                  </a:lnTo>
                  <a:lnTo>
                    <a:pt x="7246697" y="154024"/>
                  </a:lnTo>
                  <a:lnTo>
                    <a:pt x="7246843" y="154024"/>
                  </a:lnTo>
                  <a:lnTo>
                    <a:pt x="7246988" y="154024"/>
                  </a:lnTo>
                  <a:lnTo>
                    <a:pt x="7247134" y="154024"/>
                  </a:lnTo>
                  <a:lnTo>
                    <a:pt x="7247279" y="154024"/>
                  </a:lnTo>
                  <a:lnTo>
                    <a:pt x="7247424" y="154024"/>
                  </a:lnTo>
                  <a:lnTo>
                    <a:pt x="7247570" y="154024"/>
                  </a:lnTo>
                  <a:lnTo>
                    <a:pt x="7247715" y="154024"/>
                  </a:lnTo>
                  <a:lnTo>
                    <a:pt x="7247861" y="154024"/>
                  </a:lnTo>
                  <a:lnTo>
                    <a:pt x="7248006" y="154024"/>
                  </a:lnTo>
                  <a:lnTo>
                    <a:pt x="7248152" y="154024"/>
                  </a:lnTo>
                  <a:lnTo>
                    <a:pt x="7248297" y="154024"/>
                  </a:lnTo>
                  <a:lnTo>
                    <a:pt x="7248442" y="154024"/>
                  </a:lnTo>
                  <a:lnTo>
                    <a:pt x="7248588" y="154024"/>
                  </a:lnTo>
                  <a:lnTo>
                    <a:pt x="7248733" y="154024"/>
                  </a:lnTo>
                  <a:lnTo>
                    <a:pt x="7248879" y="154024"/>
                  </a:lnTo>
                  <a:lnTo>
                    <a:pt x="7249024" y="154024"/>
                  </a:lnTo>
                  <a:lnTo>
                    <a:pt x="7249170" y="154024"/>
                  </a:lnTo>
                  <a:lnTo>
                    <a:pt x="7249315" y="154024"/>
                  </a:lnTo>
                  <a:lnTo>
                    <a:pt x="7249315" y="153401"/>
                  </a:lnTo>
                  <a:lnTo>
                    <a:pt x="7249460" y="153401"/>
                  </a:lnTo>
                  <a:lnTo>
                    <a:pt x="7249606" y="153401"/>
                  </a:lnTo>
                  <a:lnTo>
                    <a:pt x="7249751" y="153401"/>
                  </a:lnTo>
                  <a:lnTo>
                    <a:pt x="7249897" y="153401"/>
                  </a:lnTo>
                  <a:lnTo>
                    <a:pt x="7250042" y="153401"/>
                  </a:lnTo>
                  <a:lnTo>
                    <a:pt x="7250188" y="153401"/>
                  </a:lnTo>
                  <a:lnTo>
                    <a:pt x="7250333" y="153401"/>
                  </a:lnTo>
                  <a:lnTo>
                    <a:pt x="7250478" y="153401"/>
                  </a:lnTo>
                  <a:lnTo>
                    <a:pt x="7250624" y="153401"/>
                  </a:lnTo>
                  <a:lnTo>
                    <a:pt x="7250769" y="153401"/>
                  </a:lnTo>
                  <a:lnTo>
                    <a:pt x="7250915" y="153401"/>
                  </a:lnTo>
                  <a:lnTo>
                    <a:pt x="7251060" y="153401"/>
                  </a:lnTo>
                  <a:lnTo>
                    <a:pt x="7251206" y="153401"/>
                  </a:lnTo>
                  <a:lnTo>
                    <a:pt x="7251351" y="153401"/>
                  </a:lnTo>
                  <a:lnTo>
                    <a:pt x="7251496" y="153401"/>
                  </a:lnTo>
                  <a:lnTo>
                    <a:pt x="7251642" y="153401"/>
                  </a:lnTo>
                  <a:lnTo>
                    <a:pt x="7251787" y="153401"/>
                  </a:lnTo>
                  <a:lnTo>
                    <a:pt x="7251933" y="153401"/>
                  </a:lnTo>
                  <a:lnTo>
                    <a:pt x="7252078" y="153401"/>
                  </a:lnTo>
                  <a:lnTo>
                    <a:pt x="7252223" y="153401"/>
                  </a:lnTo>
                  <a:lnTo>
                    <a:pt x="7252369" y="153401"/>
                  </a:lnTo>
                  <a:lnTo>
                    <a:pt x="7252514" y="153401"/>
                  </a:lnTo>
                  <a:lnTo>
                    <a:pt x="7252660" y="153401"/>
                  </a:lnTo>
                  <a:lnTo>
                    <a:pt x="7252805" y="153401"/>
                  </a:lnTo>
                  <a:lnTo>
                    <a:pt x="7252951" y="153401"/>
                  </a:lnTo>
                  <a:lnTo>
                    <a:pt x="7253096" y="153401"/>
                  </a:lnTo>
                  <a:lnTo>
                    <a:pt x="7253241" y="153401"/>
                  </a:lnTo>
                  <a:lnTo>
                    <a:pt x="7253387" y="153401"/>
                  </a:lnTo>
                  <a:lnTo>
                    <a:pt x="7253532" y="153401"/>
                  </a:lnTo>
                  <a:lnTo>
                    <a:pt x="7253678" y="153401"/>
                  </a:lnTo>
                  <a:lnTo>
                    <a:pt x="7253823" y="153401"/>
                  </a:lnTo>
                  <a:lnTo>
                    <a:pt x="7253969" y="153401"/>
                  </a:lnTo>
                  <a:lnTo>
                    <a:pt x="7254114" y="153401"/>
                  </a:lnTo>
                  <a:lnTo>
                    <a:pt x="7254259" y="153401"/>
                  </a:lnTo>
                  <a:lnTo>
                    <a:pt x="7254405" y="153401"/>
                  </a:lnTo>
                  <a:lnTo>
                    <a:pt x="7254550" y="153401"/>
                  </a:lnTo>
                  <a:lnTo>
                    <a:pt x="7254696" y="153401"/>
                  </a:lnTo>
                  <a:lnTo>
                    <a:pt x="7254841" y="153401"/>
                  </a:lnTo>
                  <a:lnTo>
                    <a:pt x="7254987" y="153401"/>
                  </a:lnTo>
                  <a:lnTo>
                    <a:pt x="7255132" y="153401"/>
                  </a:lnTo>
                  <a:lnTo>
                    <a:pt x="7255277" y="153401"/>
                  </a:lnTo>
                  <a:lnTo>
                    <a:pt x="7255423" y="153401"/>
                  </a:lnTo>
                  <a:lnTo>
                    <a:pt x="7255568" y="153401"/>
                  </a:lnTo>
                  <a:lnTo>
                    <a:pt x="7255714" y="153401"/>
                  </a:lnTo>
                  <a:lnTo>
                    <a:pt x="7255859" y="153401"/>
                  </a:lnTo>
                  <a:lnTo>
                    <a:pt x="7256005" y="153401"/>
                  </a:lnTo>
                  <a:lnTo>
                    <a:pt x="7256150" y="153401"/>
                  </a:lnTo>
                  <a:lnTo>
                    <a:pt x="7256295" y="153401"/>
                  </a:lnTo>
                  <a:lnTo>
                    <a:pt x="7256441" y="153401"/>
                  </a:lnTo>
                  <a:lnTo>
                    <a:pt x="7256586" y="153401"/>
                  </a:lnTo>
                  <a:lnTo>
                    <a:pt x="7256732" y="153401"/>
                  </a:lnTo>
                  <a:lnTo>
                    <a:pt x="7256877" y="153401"/>
                  </a:lnTo>
                  <a:lnTo>
                    <a:pt x="7257023" y="153401"/>
                  </a:lnTo>
                  <a:lnTo>
                    <a:pt x="7257168" y="153401"/>
                  </a:lnTo>
                  <a:lnTo>
                    <a:pt x="7257313" y="153401"/>
                  </a:lnTo>
                  <a:lnTo>
                    <a:pt x="7257459" y="153401"/>
                  </a:lnTo>
                  <a:lnTo>
                    <a:pt x="7257604" y="153401"/>
                  </a:lnTo>
                  <a:lnTo>
                    <a:pt x="7257750" y="153401"/>
                  </a:lnTo>
                  <a:lnTo>
                    <a:pt x="7257895" y="153401"/>
                  </a:lnTo>
                  <a:lnTo>
                    <a:pt x="7258040" y="153401"/>
                  </a:lnTo>
                  <a:lnTo>
                    <a:pt x="7258186" y="153401"/>
                  </a:lnTo>
                  <a:lnTo>
                    <a:pt x="7258331" y="153401"/>
                  </a:lnTo>
                  <a:lnTo>
                    <a:pt x="7258477" y="153401"/>
                  </a:lnTo>
                  <a:lnTo>
                    <a:pt x="7258622" y="153401"/>
                  </a:lnTo>
                  <a:lnTo>
                    <a:pt x="7258768" y="153401"/>
                  </a:lnTo>
                  <a:lnTo>
                    <a:pt x="7258913" y="153401"/>
                  </a:lnTo>
                  <a:lnTo>
                    <a:pt x="7259058" y="153401"/>
                  </a:lnTo>
                  <a:lnTo>
                    <a:pt x="7259204" y="153401"/>
                  </a:lnTo>
                  <a:lnTo>
                    <a:pt x="7259349" y="153401"/>
                  </a:lnTo>
                  <a:lnTo>
                    <a:pt x="7259495" y="153401"/>
                  </a:lnTo>
                  <a:lnTo>
                    <a:pt x="7259640" y="153401"/>
                  </a:lnTo>
                  <a:lnTo>
                    <a:pt x="7259786" y="153401"/>
                  </a:lnTo>
                  <a:lnTo>
                    <a:pt x="7259931" y="153401"/>
                  </a:lnTo>
                  <a:lnTo>
                    <a:pt x="7260076" y="153401"/>
                  </a:lnTo>
                  <a:lnTo>
                    <a:pt x="7260222" y="153401"/>
                  </a:lnTo>
                  <a:lnTo>
                    <a:pt x="7260367" y="153401"/>
                  </a:lnTo>
                  <a:lnTo>
                    <a:pt x="7260513" y="153401"/>
                  </a:lnTo>
                  <a:lnTo>
                    <a:pt x="7260658" y="153401"/>
                  </a:lnTo>
                  <a:lnTo>
                    <a:pt x="7260804" y="153401"/>
                  </a:lnTo>
                  <a:lnTo>
                    <a:pt x="7260949" y="153401"/>
                  </a:lnTo>
                  <a:lnTo>
                    <a:pt x="7261094" y="153401"/>
                  </a:lnTo>
                  <a:lnTo>
                    <a:pt x="7261240" y="153401"/>
                  </a:lnTo>
                  <a:lnTo>
                    <a:pt x="7261385" y="153401"/>
                  </a:lnTo>
                  <a:lnTo>
                    <a:pt x="7261385" y="152777"/>
                  </a:lnTo>
                  <a:lnTo>
                    <a:pt x="7261531" y="152777"/>
                  </a:lnTo>
                  <a:lnTo>
                    <a:pt x="7261676" y="152777"/>
                  </a:lnTo>
                  <a:lnTo>
                    <a:pt x="7261822" y="152777"/>
                  </a:lnTo>
                  <a:lnTo>
                    <a:pt x="7261967" y="152777"/>
                  </a:lnTo>
                  <a:lnTo>
                    <a:pt x="7262112" y="152777"/>
                  </a:lnTo>
                  <a:lnTo>
                    <a:pt x="7262258" y="152777"/>
                  </a:lnTo>
                  <a:lnTo>
                    <a:pt x="7262403" y="152777"/>
                  </a:lnTo>
                  <a:lnTo>
                    <a:pt x="7262549" y="152777"/>
                  </a:lnTo>
                  <a:lnTo>
                    <a:pt x="7262694" y="152777"/>
                  </a:lnTo>
                  <a:lnTo>
                    <a:pt x="7262840" y="152777"/>
                  </a:lnTo>
                  <a:lnTo>
                    <a:pt x="7262985" y="152777"/>
                  </a:lnTo>
                  <a:lnTo>
                    <a:pt x="7263130" y="152777"/>
                  </a:lnTo>
                  <a:lnTo>
                    <a:pt x="7263276" y="152777"/>
                  </a:lnTo>
                  <a:lnTo>
                    <a:pt x="7263421" y="152777"/>
                  </a:lnTo>
                  <a:lnTo>
                    <a:pt x="7263567" y="152777"/>
                  </a:lnTo>
                  <a:lnTo>
                    <a:pt x="7263712" y="152777"/>
                  </a:lnTo>
                  <a:lnTo>
                    <a:pt x="7263858" y="152777"/>
                  </a:lnTo>
                  <a:lnTo>
                    <a:pt x="7264003" y="152777"/>
                  </a:lnTo>
                  <a:lnTo>
                    <a:pt x="7264148" y="152777"/>
                  </a:lnTo>
                  <a:lnTo>
                    <a:pt x="7264294" y="152777"/>
                  </a:lnTo>
                  <a:lnTo>
                    <a:pt x="7264439" y="152777"/>
                  </a:lnTo>
                  <a:lnTo>
                    <a:pt x="7264585" y="152777"/>
                  </a:lnTo>
                  <a:lnTo>
                    <a:pt x="7264730" y="152777"/>
                  </a:lnTo>
                  <a:lnTo>
                    <a:pt x="7264875" y="152777"/>
                  </a:lnTo>
                  <a:lnTo>
                    <a:pt x="7265021" y="152777"/>
                  </a:lnTo>
                  <a:lnTo>
                    <a:pt x="7265166" y="152777"/>
                  </a:lnTo>
                  <a:lnTo>
                    <a:pt x="7265312" y="152777"/>
                  </a:lnTo>
                  <a:lnTo>
                    <a:pt x="7265457" y="152777"/>
                  </a:lnTo>
                  <a:lnTo>
                    <a:pt x="7265603" y="152777"/>
                  </a:lnTo>
                  <a:lnTo>
                    <a:pt x="7265748" y="152777"/>
                  </a:lnTo>
                  <a:lnTo>
                    <a:pt x="7265893" y="152777"/>
                  </a:lnTo>
                  <a:lnTo>
                    <a:pt x="7266039" y="152777"/>
                  </a:lnTo>
                  <a:lnTo>
                    <a:pt x="7266184" y="152777"/>
                  </a:lnTo>
                  <a:lnTo>
                    <a:pt x="7266330" y="152777"/>
                  </a:lnTo>
                  <a:lnTo>
                    <a:pt x="7266475" y="152777"/>
                  </a:lnTo>
                  <a:lnTo>
                    <a:pt x="7266621" y="152777"/>
                  </a:lnTo>
                  <a:lnTo>
                    <a:pt x="7266621" y="152154"/>
                  </a:lnTo>
                  <a:lnTo>
                    <a:pt x="7266766" y="152154"/>
                  </a:lnTo>
                  <a:lnTo>
                    <a:pt x="7266766" y="151530"/>
                  </a:lnTo>
                  <a:lnTo>
                    <a:pt x="7266911" y="151530"/>
                  </a:lnTo>
                  <a:lnTo>
                    <a:pt x="7267057" y="151530"/>
                  </a:lnTo>
                  <a:lnTo>
                    <a:pt x="7267202" y="151530"/>
                  </a:lnTo>
                  <a:lnTo>
                    <a:pt x="7267202" y="150906"/>
                  </a:lnTo>
                  <a:lnTo>
                    <a:pt x="7267348" y="150906"/>
                  </a:lnTo>
                  <a:lnTo>
                    <a:pt x="7267493" y="150906"/>
                  </a:lnTo>
                  <a:lnTo>
                    <a:pt x="7267639" y="150906"/>
                  </a:lnTo>
                  <a:lnTo>
                    <a:pt x="7267784" y="150906"/>
                  </a:lnTo>
                  <a:lnTo>
                    <a:pt x="7267929" y="150906"/>
                  </a:lnTo>
                  <a:lnTo>
                    <a:pt x="7268075" y="150906"/>
                  </a:lnTo>
                  <a:lnTo>
                    <a:pt x="7268220" y="150906"/>
                  </a:lnTo>
                  <a:lnTo>
                    <a:pt x="7268366" y="150906"/>
                  </a:lnTo>
                  <a:lnTo>
                    <a:pt x="7268511" y="150906"/>
                  </a:lnTo>
                  <a:lnTo>
                    <a:pt x="7268657" y="150906"/>
                  </a:lnTo>
                  <a:lnTo>
                    <a:pt x="7268802" y="150906"/>
                  </a:lnTo>
                  <a:lnTo>
                    <a:pt x="7268947" y="150906"/>
                  </a:lnTo>
                  <a:lnTo>
                    <a:pt x="7269093" y="150906"/>
                  </a:lnTo>
                  <a:lnTo>
                    <a:pt x="7269238" y="150906"/>
                  </a:lnTo>
                  <a:lnTo>
                    <a:pt x="7269384" y="150906"/>
                  </a:lnTo>
                  <a:lnTo>
                    <a:pt x="7269529" y="150906"/>
                  </a:lnTo>
                  <a:lnTo>
                    <a:pt x="7269675" y="150906"/>
                  </a:lnTo>
                  <a:lnTo>
                    <a:pt x="7269820" y="150906"/>
                  </a:lnTo>
                  <a:lnTo>
                    <a:pt x="7269965" y="150906"/>
                  </a:lnTo>
                  <a:lnTo>
                    <a:pt x="7270111" y="150906"/>
                  </a:lnTo>
                  <a:lnTo>
                    <a:pt x="7270256" y="150906"/>
                  </a:lnTo>
                  <a:lnTo>
                    <a:pt x="7270402" y="150906"/>
                  </a:lnTo>
                  <a:lnTo>
                    <a:pt x="7270547" y="150906"/>
                  </a:lnTo>
                  <a:lnTo>
                    <a:pt x="7270693" y="150906"/>
                  </a:lnTo>
                  <a:lnTo>
                    <a:pt x="7270838" y="150906"/>
                  </a:lnTo>
                  <a:lnTo>
                    <a:pt x="7270983" y="150906"/>
                  </a:lnTo>
                  <a:lnTo>
                    <a:pt x="7271129" y="150906"/>
                  </a:lnTo>
                  <a:lnTo>
                    <a:pt x="7271274" y="150906"/>
                  </a:lnTo>
                  <a:lnTo>
                    <a:pt x="7271420" y="150906"/>
                  </a:lnTo>
                  <a:lnTo>
                    <a:pt x="7271565" y="150906"/>
                  </a:lnTo>
                  <a:lnTo>
                    <a:pt x="7271710" y="150906"/>
                  </a:lnTo>
                  <a:lnTo>
                    <a:pt x="7271856" y="150906"/>
                  </a:lnTo>
                  <a:lnTo>
                    <a:pt x="7272001" y="150906"/>
                  </a:lnTo>
                  <a:lnTo>
                    <a:pt x="7272147" y="150906"/>
                  </a:lnTo>
                  <a:lnTo>
                    <a:pt x="7272292" y="150906"/>
                  </a:lnTo>
                  <a:lnTo>
                    <a:pt x="7272438" y="150906"/>
                  </a:lnTo>
                  <a:lnTo>
                    <a:pt x="7272583" y="150906"/>
                  </a:lnTo>
                  <a:lnTo>
                    <a:pt x="7272728" y="150906"/>
                  </a:lnTo>
                  <a:lnTo>
                    <a:pt x="7272874" y="150906"/>
                  </a:lnTo>
                  <a:lnTo>
                    <a:pt x="7273019" y="150906"/>
                  </a:lnTo>
                  <a:lnTo>
                    <a:pt x="7273165" y="150906"/>
                  </a:lnTo>
                  <a:lnTo>
                    <a:pt x="7273310" y="150906"/>
                  </a:lnTo>
                  <a:lnTo>
                    <a:pt x="7273456" y="150906"/>
                  </a:lnTo>
                  <a:lnTo>
                    <a:pt x="7273601" y="150906"/>
                  </a:lnTo>
                  <a:lnTo>
                    <a:pt x="7273746" y="150906"/>
                  </a:lnTo>
                  <a:lnTo>
                    <a:pt x="7273892" y="150906"/>
                  </a:lnTo>
                  <a:lnTo>
                    <a:pt x="7274037" y="150906"/>
                  </a:lnTo>
                  <a:lnTo>
                    <a:pt x="7274183" y="150906"/>
                  </a:lnTo>
                  <a:lnTo>
                    <a:pt x="7274328" y="150906"/>
                  </a:lnTo>
                  <a:lnTo>
                    <a:pt x="7274474" y="150906"/>
                  </a:lnTo>
                  <a:lnTo>
                    <a:pt x="7274619" y="150906"/>
                  </a:lnTo>
                  <a:lnTo>
                    <a:pt x="7274764" y="150906"/>
                  </a:lnTo>
                  <a:lnTo>
                    <a:pt x="7274910" y="150906"/>
                  </a:lnTo>
                  <a:lnTo>
                    <a:pt x="7275055" y="150906"/>
                  </a:lnTo>
                  <a:lnTo>
                    <a:pt x="7275201" y="150906"/>
                  </a:lnTo>
                  <a:lnTo>
                    <a:pt x="7275346" y="150906"/>
                  </a:lnTo>
                  <a:lnTo>
                    <a:pt x="7275492" y="150906"/>
                  </a:lnTo>
                  <a:lnTo>
                    <a:pt x="7275637" y="150906"/>
                  </a:lnTo>
                  <a:lnTo>
                    <a:pt x="7275782" y="150906"/>
                  </a:lnTo>
                  <a:lnTo>
                    <a:pt x="7275928" y="150906"/>
                  </a:lnTo>
                  <a:lnTo>
                    <a:pt x="7276073" y="150906"/>
                  </a:lnTo>
                  <a:lnTo>
                    <a:pt x="7276073" y="150283"/>
                  </a:lnTo>
                  <a:lnTo>
                    <a:pt x="7276219" y="150283"/>
                  </a:lnTo>
                  <a:lnTo>
                    <a:pt x="7276364" y="150283"/>
                  </a:lnTo>
                  <a:lnTo>
                    <a:pt x="7276510" y="150283"/>
                  </a:lnTo>
                  <a:lnTo>
                    <a:pt x="7276655" y="150283"/>
                  </a:lnTo>
                  <a:lnTo>
                    <a:pt x="7276800" y="150283"/>
                  </a:lnTo>
                  <a:lnTo>
                    <a:pt x="7276946" y="150283"/>
                  </a:lnTo>
                  <a:lnTo>
                    <a:pt x="7277091" y="150283"/>
                  </a:lnTo>
                  <a:lnTo>
                    <a:pt x="7277237" y="150283"/>
                  </a:lnTo>
                  <a:lnTo>
                    <a:pt x="7277382" y="150283"/>
                  </a:lnTo>
                  <a:lnTo>
                    <a:pt x="7277528" y="150283"/>
                  </a:lnTo>
                  <a:lnTo>
                    <a:pt x="7277673" y="150283"/>
                  </a:lnTo>
                  <a:lnTo>
                    <a:pt x="7277818" y="150283"/>
                  </a:lnTo>
                  <a:lnTo>
                    <a:pt x="7277964" y="150283"/>
                  </a:lnTo>
                  <a:lnTo>
                    <a:pt x="7277964" y="149659"/>
                  </a:lnTo>
                  <a:lnTo>
                    <a:pt x="7278109" y="149659"/>
                  </a:lnTo>
                  <a:lnTo>
                    <a:pt x="7278255" y="149659"/>
                  </a:lnTo>
                  <a:lnTo>
                    <a:pt x="7278400" y="149659"/>
                  </a:lnTo>
                  <a:lnTo>
                    <a:pt x="7278545" y="149659"/>
                  </a:lnTo>
                  <a:lnTo>
                    <a:pt x="7278691" y="149659"/>
                  </a:lnTo>
                  <a:lnTo>
                    <a:pt x="7278836" y="149659"/>
                  </a:lnTo>
                  <a:lnTo>
                    <a:pt x="7278982" y="149659"/>
                  </a:lnTo>
                  <a:lnTo>
                    <a:pt x="7279127" y="149659"/>
                  </a:lnTo>
                  <a:lnTo>
                    <a:pt x="7279273" y="149659"/>
                  </a:lnTo>
                  <a:lnTo>
                    <a:pt x="7279418" y="149659"/>
                  </a:lnTo>
                  <a:lnTo>
                    <a:pt x="7279563" y="149659"/>
                  </a:lnTo>
                  <a:lnTo>
                    <a:pt x="7279709" y="149659"/>
                  </a:lnTo>
                  <a:lnTo>
                    <a:pt x="7279854" y="149659"/>
                  </a:lnTo>
                  <a:lnTo>
                    <a:pt x="7280000" y="149659"/>
                  </a:lnTo>
                  <a:lnTo>
                    <a:pt x="7280145" y="149659"/>
                  </a:lnTo>
                  <a:lnTo>
                    <a:pt x="7280291" y="149659"/>
                  </a:lnTo>
                  <a:lnTo>
                    <a:pt x="7280436" y="149659"/>
                  </a:lnTo>
                  <a:lnTo>
                    <a:pt x="7280581" y="149659"/>
                  </a:lnTo>
                  <a:lnTo>
                    <a:pt x="7280727" y="149659"/>
                  </a:lnTo>
                  <a:lnTo>
                    <a:pt x="7280872" y="149659"/>
                  </a:lnTo>
                  <a:lnTo>
                    <a:pt x="7281018" y="149659"/>
                  </a:lnTo>
                  <a:lnTo>
                    <a:pt x="7281163" y="149659"/>
                  </a:lnTo>
                  <a:lnTo>
                    <a:pt x="7281309" y="149659"/>
                  </a:lnTo>
                  <a:lnTo>
                    <a:pt x="7281454" y="149659"/>
                  </a:lnTo>
                  <a:lnTo>
                    <a:pt x="7281599" y="149659"/>
                  </a:lnTo>
                  <a:lnTo>
                    <a:pt x="7281745" y="149659"/>
                  </a:lnTo>
                  <a:lnTo>
                    <a:pt x="7281890" y="149659"/>
                  </a:lnTo>
                  <a:lnTo>
                    <a:pt x="7282036" y="149659"/>
                  </a:lnTo>
                  <a:lnTo>
                    <a:pt x="7282036" y="149036"/>
                  </a:lnTo>
                  <a:lnTo>
                    <a:pt x="7282181" y="149036"/>
                  </a:lnTo>
                  <a:lnTo>
                    <a:pt x="7282327" y="149036"/>
                  </a:lnTo>
                  <a:lnTo>
                    <a:pt x="7282472" y="149036"/>
                  </a:lnTo>
                  <a:lnTo>
                    <a:pt x="7282617" y="149036"/>
                  </a:lnTo>
                  <a:lnTo>
                    <a:pt x="7282763" y="149036"/>
                  </a:lnTo>
                  <a:lnTo>
                    <a:pt x="7282908" y="149036"/>
                  </a:lnTo>
                  <a:lnTo>
                    <a:pt x="7283054" y="149036"/>
                  </a:lnTo>
                  <a:lnTo>
                    <a:pt x="7283199" y="149036"/>
                  </a:lnTo>
                  <a:lnTo>
                    <a:pt x="7283345" y="149036"/>
                  </a:lnTo>
                  <a:lnTo>
                    <a:pt x="7283490" y="149036"/>
                  </a:lnTo>
                  <a:lnTo>
                    <a:pt x="7283635" y="149036"/>
                  </a:lnTo>
                  <a:lnTo>
                    <a:pt x="7283781" y="149036"/>
                  </a:lnTo>
                  <a:lnTo>
                    <a:pt x="7283926" y="149036"/>
                  </a:lnTo>
                  <a:lnTo>
                    <a:pt x="7284072" y="149036"/>
                  </a:lnTo>
                  <a:lnTo>
                    <a:pt x="7284217" y="149036"/>
                  </a:lnTo>
                  <a:lnTo>
                    <a:pt x="7284363" y="149036"/>
                  </a:lnTo>
                  <a:lnTo>
                    <a:pt x="7284508" y="149036"/>
                  </a:lnTo>
                  <a:lnTo>
                    <a:pt x="7284653" y="149036"/>
                  </a:lnTo>
                  <a:lnTo>
                    <a:pt x="7284799" y="149036"/>
                  </a:lnTo>
                  <a:lnTo>
                    <a:pt x="7284944" y="149036"/>
                  </a:lnTo>
                  <a:lnTo>
                    <a:pt x="7285090" y="149036"/>
                  </a:lnTo>
                  <a:lnTo>
                    <a:pt x="7285090" y="148412"/>
                  </a:lnTo>
                  <a:lnTo>
                    <a:pt x="7285235" y="148412"/>
                  </a:lnTo>
                  <a:lnTo>
                    <a:pt x="7285380" y="148412"/>
                  </a:lnTo>
                  <a:lnTo>
                    <a:pt x="7285526" y="148412"/>
                  </a:lnTo>
                  <a:lnTo>
                    <a:pt x="7285671" y="148412"/>
                  </a:lnTo>
                  <a:lnTo>
                    <a:pt x="7285817" y="148412"/>
                  </a:lnTo>
                  <a:lnTo>
                    <a:pt x="7285962" y="148412"/>
                  </a:lnTo>
                  <a:lnTo>
                    <a:pt x="7286108" y="148412"/>
                  </a:lnTo>
                  <a:lnTo>
                    <a:pt x="7286253" y="148412"/>
                  </a:lnTo>
                  <a:lnTo>
                    <a:pt x="7286398" y="148412"/>
                  </a:lnTo>
                  <a:lnTo>
                    <a:pt x="7286544" y="148412"/>
                  </a:lnTo>
                  <a:lnTo>
                    <a:pt x="7286689" y="148412"/>
                  </a:lnTo>
                  <a:lnTo>
                    <a:pt x="7286835" y="148412"/>
                  </a:lnTo>
                  <a:lnTo>
                    <a:pt x="7286980" y="148412"/>
                  </a:lnTo>
                  <a:lnTo>
                    <a:pt x="7287126" y="148412"/>
                  </a:lnTo>
                  <a:lnTo>
                    <a:pt x="7287271" y="148412"/>
                  </a:lnTo>
                  <a:lnTo>
                    <a:pt x="7287416" y="148412"/>
                  </a:lnTo>
                  <a:lnTo>
                    <a:pt x="7287562" y="148412"/>
                  </a:lnTo>
                  <a:lnTo>
                    <a:pt x="7287707" y="148412"/>
                  </a:lnTo>
                  <a:lnTo>
                    <a:pt x="7287853" y="148412"/>
                  </a:lnTo>
                  <a:lnTo>
                    <a:pt x="7287998" y="148412"/>
                  </a:lnTo>
                  <a:lnTo>
                    <a:pt x="7288144" y="148412"/>
                  </a:lnTo>
                  <a:lnTo>
                    <a:pt x="7288289" y="148412"/>
                  </a:lnTo>
                  <a:lnTo>
                    <a:pt x="7288434" y="148412"/>
                  </a:lnTo>
                  <a:lnTo>
                    <a:pt x="7288580" y="148412"/>
                  </a:lnTo>
                  <a:lnTo>
                    <a:pt x="7288725" y="148412"/>
                  </a:lnTo>
                  <a:lnTo>
                    <a:pt x="7288725" y="147789"/>
                  </a:lnTo>
                  <a:lnTo>
                    <a:pt x="7288871" y="147789"/>
                  </a:lnTo>
                  <a:lnTo>
                    <a:pt x="7289016" y="147789"/>
                  </a:lnTo>
                  <a:lnTo>
                    <a:pt x="7289162" y="147789"/>
                  </a:lnTo>
                  <a:lnTo>
                    <a:pt x="7289162" y="147165"/>
                  </a:lnTo>
                  <a:lnTo>
                    <a:pt x="7289307" y="147165"/>
                  </a:lnTo>
                  <a:lnTo>
                    <a:pt x="7289452" y="147165"/>
                  </a:lnTo>
                  <a:lnTo>
                    <a:pt x="7289598" y="147165"/>
                  </a:lnTo>
                  <a:lnTo>
                    <a:pt x="7289743" y="147165"/>
                  </a:lnTo>
                  <a:lnTo>
                    <a:pt x="7289889" y="147165"/>
                  </a:lnTo>
                  <a:lnTo>
                    <a:pt x="7290034" y="147165"/>
                  </a:lnTo>
                  <a:lnTo>
                    <a:pt x="7290180" y="147165"/>
                  </a:lnTo>
                  <a:lnTo>
                    <a:pt x="7290325" y="147165"/>
                  </a:lnTo>
                  <a:lnTo>
                    <a:pt x="7290470" y="147165"/>
                  </a:lnTo>
                  <a:lnTo>
                    <a:pt x="7290616" y="147165"/>
                  </a:lnTo>
                  <a:lnTo>
                    <a:pt x="7290761" y="147165"/>
                  </a:lnTo>
                  <a:lnTo>
                    <a:pt x="7290907" y="147165"/>
                  </a:lnTo>
                  <a:lnTo>
                    <a:pt x="7291052" y="147165"/>
                  </a:lnTo>
                  <a:lnTo>
                    <a:pt x="7291198" y="147165"/>
                  </a:lnTo>
                  <a:lnTo>
                    <a:pt x="7291343" y="147165"/>
                  </a:lnTo>
                  <a:lnTo>
                    <a:pt x="7291488" y="147165"/>
                  </a:lnTo>
                  <a:lnTo>
                    <a:pt x="7291634" y="147165"/>
                  </a:lnTo>
                  <a:lnTo>
                    <a:pt x="7291779" y="147165"/>
                  </a:lnTo>
                  <a:lnTo>
                    <a:pt x="7291925" y="147165"/>
                  </a:lnTo>
                  <a:lnTo>
                    <a:pt x="7292070" y="147165"/>
                  </a:lnTo>
                  <a:lnTo>
                    <a:pt x="7292215" y="147165"/>
                  </a:lnTo>
                  <a:lnTo>
                    <a:pt x="7292361" y="147165"/>
                  </a:lnTo>
                  <a:lnTo>
                    <a:pt x="7292506" y="147165"/>
                  </a:lnTo>
                  <a:lnTo>
                    <a:pt x="7292652" y="147165"/>
                  </a:lnTo>
                  <a:lnTo>
                    <a:pt x="7292797" y="147165"/>
                  </a:lnTo>
                  <a:lnTo>
                    <a:pt x="7292943" y="147165"/>
                  </a:lnTo>
                  <a:lnTo>
                    <a:pt x="7293088" y="147165"/>
                  </a:lnTo>
                  <a:lnTo>
                    <a:pt x="7293233" y="147165"/>
                  </a:lnTo>
                  <a:lnTo>
                    <a:pt x="7293379" y="147165"/>
                  </a:lnTo>
                  <a:lnTo>
                    <a:pt x="7293524" y="147165"/>
                  </a:lnTo>
                  <a:lnTo>
                    <a:pt x="7293670" y="147165"/>
                  </a:lnTo>
                  <a:lnTo>
                    <a:pt x="7293815" y="147165"/>
                  </a:lnTo>
                  <a:lnTo>
                    <a:pt x="7293961" y="147165"/>
                  </a:lnTo>
                  <a:lnTo>
                    <a:pt x="7294106" y="147165"/>
                  </a:lnTo>
                  <a:lnTo>
                    <a:pt x="7294251" y="147165"/>
                  </a:lnTo>
                  <a:lnTo>
                    <a:pt x="7294397" y="147165"/>
                  </a:lnTo>
                  <a:lnTo>
                    <a:pt x="7294542" y="147165"/>
                  </a:lnTo>
                  <a:lnTo>
                    <a:pt x="7294688" y="147165"/>
                  </a:lnTo>
                  <a:lnTo>
                    <a:pt x="7294833" y="147165"/>
                  </a:lnTo>
                  <a:lnTo>
                    <a:pt x="7294979" y="147165"/>
                  </a:lnTo>
                  <a:lnTo>
                    <a:pt x="7294979" y="146541"/>
                  </a:lnTo>
                  <a:lnTo>
                    <a:pt x="7295124" y="146541"/>
                  </a:lnTo>
                  <a:lnTo>
                    <a:pt x="7295269" y="146541"/>
                  </a:lnTo>
                  <a:lnTo>
                    <a:pt x="7295269" y="145918"/>
                  </a:lnTo>
                  <a:lnTo>
                    <a:pt x="7295415" y="145918"/>
                  </a:lnTo>
                  <a:lnTo>
                    <a:pt x="7295415" y="145294"/>
                  </a:lnTo>
                  <a:lnTo>
                    <a:pt x="7295560" y="145294"/>
                  </a:lnTo>
                  <a:lnTo>
                    <a:pt x="7295706" y="145294"/>
                  </a:lnTo>
                  <a:lnTo>
                    <a:pt x="7295851" y="145294"/>
                  </a:lnTo>
                  <a:lnTo>
                    <a:pt x="7295997" y="145294"/>
                  </a:lnTo>
                  <a:lnTo>
                    <a:pt x="7296142" y="145294"/>
                  </a:lnTo>
                  <a:lnTo>
                    <a:pt x="7296287" y="145294"/>
                  </a:lnTo>
                  <a:lnTo>
                    <a:pt x="7296433" y="145294"/>
                  </a:lnTo>
                  <a:lnTo>
                    <a:pt x="7296578" y="145294"/>
                  </a:lnTo>
                  <a:lnTo>
                    <a:pt x="7296724" y="145294"/>
                  </a:lnTo>
                  <a:lnTo>
                    <a:pt x="7296869" y="145294"/>
                  </a:lnTo>
                  <a:lnTo>
                    <a:pt x="7297015" y="145294"/>
                  </a:lnTo>
                  <a:lnTo>
                    <a:pt x="7297160" y="145294"/>
                  </a:lnTo>
                  <a:lnTo>
                    <a:pt x="7297305" y="145294"/>
                  </a:lnTo>
                  <a:lnTo>
                    <a:pt x="7297451" y="145294"/>
                  </a:lnTo>
                  <a:lnTo>
                    <a:pt x="7297596" y="145294"/>
                  </a:lnTo>
                  <a:lnTo>
                    <a:pt x="7297742" y="145294"/>
                  </a:lnTo>
                  <a:lnTo>
                    <a:pt x="7297887" y="145294"/>
                  </a:lnTo>
                  <a:lnTo>
                    <a:pt x="7298033" y="145294"/>
                  </a:lnTo>
                  <a:lnTo>
                    <a:pt x="7298178" y="145294"/>
                  </a:lnTo>
                  <a:lnTo>
                    <a:pt x="7298323" y="145294"/>
                  </a:lnTo>
                  <a:lnTo>
                    <a:pt x="7298469" y="145294"/>
                  </a:lnTo>
                  <a:lnTo>
                    <a:pt x="7298614" y="145294"/>
                  </a:lnTo>
                  <a:lnTo>
                    <a:pt x="7298760" y="145294"/>
                  </a:lnTo>
                  <a:lnTo>
                    <a:pt x="7298905" y="145294"/>
                  </a:lnTo>
                  <a:lnTo>
                    <a:pt x="7299050" y="145294"/>
                  </a:lnTo>
                  <a:lnTo>
                    <a:pt x="7299196" y="145294"/>
                  </a:lnTo>
                  <a:lnTo>
                    <a:pt x="7299341" y="145294"/>
                  </a:lnTo>
                  <a:lnTo>
                    <a:pt x="7299487" y="145294"/>
                  </a:lnTo>
                  <a:lnTo>
                    <a:pt x="7299632" y="145294"/>
                  </a:lnTo>
                  <a:lnTo>
                    <a:pt x="7299778" y="145294"/>
                  </a:lnTo>
                  <a:lnTo>
                    <a:pt x="7299923" y="145294"/>
                  </a:lnTo>
                  <a:lnTo>
                    <a:pt x="7300068" y="145294"/>
                  </a:lnTo>
                  <a:lnTo>
                    <a:pt x="7300214" y="145294"/>
                  </a:lnTo>
                  <a:lnTo>
                    <a:pt x="7300359" y="145294"/>
                  </a:lnTo>
                  <a:lnTo>
                    <a:pt x="7300505" y="145294"/>
                  </a:lnTo>
                  <a:lnTo>
                    <a:pt x="7300650" y="145294"/>
                  </a:lnTo>
                  <a:lnTo>
                    <a:pt x="7300796" y="145294"/>
                  </a:lnTo>
                  <a:lnTo>
                    <a:pt x="7300941" y="145294"/>
                  </a:lnTo>
                  <a:lnTo>
                    <a:pt x="7301086" y="145294"/>
                  </a:lnTo>
                  <a:lnTo>
                    <a:pt x="7301232" y="145294"/>
                  </a:lnTo>
                  <a:lnTo>
                    <a:pt x="7301377" y="145294"/>
                  </a:lnTo>
                  <a:lnTo>
                    <a:pt x="7301523" y="145294"/>
                  </a:lnTo>
                  <a:lnTo>
                    <a:pt x="7301668" y="145294"/>
                  </a:lnTo>
                  <a:lnTo>
                    <a:pt x="7301814" y="145294"/>
                  </a:lnTo>
                  <a:lnTo>
                    <a:pt x="7301959" y="145294"/>
                  </a:lnTo>
                  <a:lnTo>
                    <a:pt x="7302104" y="145294"/>
                  </a:lnTo>
                  <a:lnTo>
                    <a:pt x="7302250" y="145294"/>
                  </a:lnTo>
                  <a:lnTo>
                    <a:pt x="7302395" y="145294"/>
                  </a:lnTo>
                  <a:lnTo>
                    <a:pt x="7302395" y="144671"/>
                  </a:lnTo>
                  <a:lnTo>
                    <a:pt x="7302541" y="144671"/>
                  </a:lnTo>
                  <a:lnTo>
                    <a:pt x="7302686" y="144671"/>
                  </a:lnTo>
                  <a:lnTo>
                    <a:pt x="7302832" y="144671"/>
                  </a:lnTo>
                  <a:lnTo>
                    <a:pt x="7302977" y="144671"/>
                  </a:lnTo>
                  <a:lnTo>
                    <a:pt x="7303122" y="144671"/>
                  </a:lnTo>
                  <a:lnTo>
                    <a:pt x="7303268" y="144671"/>
                  </a:lnTo>
                  <a:lnTo>
                    <a:pt x="7303413" y="144671"/>
                  </a:lnTo>
                  <a:lnTo>
                    <a:pt x="7303559" y="144671"/>
                  </a:lnTo>
                  <a:lnTo>
                    <a:pt x="7303704" y="144671"/>
                  </a:lnTo>
                  <a:lnTo>
                    <a:pt x="7303850" y="144671"/>
                  </a:lnTo>
                  <a:lnTo>
                    <a:pt x="7303995" y="144671"/>
                  </a:lnTo>
                  <a:lnTo>
                    <a:pt x="7304140" y="144671"/>
                  </a:lnTo>
                  <a:lnTo>
                    <a:pt x="7304286" y="144671"/>
                  </a:lnTo>
                  <a:lnTo>
                    <a:pt x="7304431" y="144671"/>
                  </a:lnTo>
                  <a:lnTo>
                    <a:pt x="7304577" y="144671"/>
                  </a:lnTo>
                  <a:lnTo>
                    <a:pt x="7304722" y="144671"/>
                  </a:lnTo>
                  <a:lnTo>
                    <a:pt x="7304868" y="144671"/>
                  </a:lnTo>
                  <a:lnTo>
                    <a:pt x="7305013" y="144671"/>
                  </a:lnTo>
                  <a:lnTo>
                    <a:pt x="7305013" y="144047"/>
                  </a:lnTo>
                  <a:lnTo>
                    <a:pt x="7305158" y="144047"/>
                  </a:lnTo>
                  <a:lnTo>
                    <a:pt x="7305304" y="144047"/>
                  </a:lnTo>
                  <a:lnTo>
                    <a:pt x="7305304" y="143423"/>
                  </a:lnTo>
                  <a:lnTo>
                    <a:pt x="7305449" y="143423"/>
                  </a:lnTo>
                  <a:lnTo>
                    <a:pt x="7305595" y="143423"/>
                  </a:lnTo>
                  <a:lnTo>
                    <a:pt x="7305740" y="143423"/>
                  </a:lnTo>
                  <a:lnTo>
                    <a:pt x="7305885" y="143423"/>
                  </a:lnTo>
                  <a:lnTo>
                    <a:pt x="7306031" y="143423"/>
                  </a:lnTo>
                  <a:lnTo>
                    <a:pt x="7306176" y="143423"/>
                  </a:lnTo>
                  <a:lnTo>
                    <a:pt x="7306322" y="143423"/>
                  </a:lnTo>
                  <a:lnTo>
                    <a:pt x="7306322" y="142800"/>
                  </a:lnTo>
                  <a:lnTo>
                    <a:pt x="7306467" y="142800"/>
                  </a:lnTo>
                  <a:lnTo>
                    <a:pt x="7306613" y="142800"/>
                  </a:lnTo>
                  <a:lnTo>
                    <a:pt x="7306758" y="142800"/>
                  </a:lnTo>
                  <a:lnTo>
                    <a:pt x="7306903" y="142800"/>
                  </a:lnTo>
                  <a:lnTo>
                    <a:pt x="7307049" y="142800"/>
                  </a:lnTo>
                  <a:lnTo>
                    <a:pt x="7307194" y="142800"/>
                  </a:lnTo>
                  <a:lnTo>
                    <a:pt x="7307340" y="142800"/>
                  </a:lnTo>
                  <a:lnTo>
                    <a:pt x="7307485" y="142800"/>
                  </a:lnTo>
                  <a:lnTo>
                    <a:pt x="7307631" y="142800"/>
                  </a:lnTo>
                  <a:lnTo>
                    <a:pt x="7307776" y="142800"/>
                  </a:lnTo>
                  <a:lnTo>
                    <a:pt x="7307921" y="142800"/>
                  </a:lnTo>
                  <a:lnTo>
                    <a:pt x="7308067" y="142800"/>
                  </a:lnTo>
                  <a:lnTo>
                    <a:pt x="7308212" y="142800"/>
                  </a:lnTo>
                  <a:lnTo>
                    <a:pt x="7308358" y="142800"/>
                  </a:lnTo>
                  <a:lnTo>
                    <a:pt x="7308503" y="142800"/>
                  </a:lnTo>
                  <a:lnTo>
                    <a:pt x="7308649" y="142800"/>
                  </a:lnTo>
                  <a:lnTo>
                    <a:pt x="7308794" y="142800"/>
                  </a:lnTo>
                  <a:lnTo>
                    <a:pt x="7308939" y="142800"/>
                  </a:lnTo>
                  <a:lnTo>
                    <a:pt x="7309085" y="142800"/>
                  </a:lnTo>
                  <a:lnTo>
                    <a:pt x="7309230" y="142800"/>
                  </a:lnTo>
                  <a:lnTo>
                    <a:pt x="7309376" y="142800"/>
                  </a:lnTo>
                  <a:lnTo>
                    <a:pt x="7309521" y="142800"/>
                  </a:lnTo>
                  <a:lnTo>
                    <a:pt x="7309667" y="142800"/>
                  </a:lnTo>
                  <a:lnTo>
                    <a:pt x="7309812" y="142800"/>
                  </a:lnTo>
                  <a:lnTo>
                    <a:pt x="7309957" y="142800"/>
                  </a:lnTo>
                  <a:lnTo>
                    <a:pt x="7310103" y="142800"/>
                  </a:lnTo>
                  <a:lnTo>
                    <a:pt x="7310248" y="142800"/>
                  </a:lnTo>
                  <a:lnTo>
                    <a:pt x="7310394" y="142800"/>
                  </a:lnTo>
                  <a:lnTo>
                    <a:pt x="7310539" y="142800"/>
                  </a:lnTo>
                  <a:lnTo>
                    <a:pt x="7310685" y="142800"/>
                  </a:lnTo>
                  <a:lnTo>
                    <a:pt x="7310685" y="142176"/>
                  </a:lnTo>
                  <a:lnTo>
                    <a:pt x="7310830" y="142176"/>
                  </a:lnTo>
                  <a:lnTo>
                    <a:pt x="7310975" y="142176"/>
                  </a:lnTo>
                  <a:lnTo>
                    <a:pt x="7311121" y="142176"/>
                  </a:lnTo>
                  <a:lnTo>
                    <a:pt x="7311266" y="142176"/>
                  </a:lnTo>
                  <a:lnTo>
                    <a:pt x="7311412" y="142176"/>
                  </a:lnTo>
                  <a:lnTo>
                    <a:pt x="7311557" y="142176"/>
                  </a:lnTo>
                  <a:lnTo>
                    <a:pt x="7311703" y="142176"/>
                  </a:lnTo>
                  <a:lnTo>
                    <a:pt x="7311848" y="142176"/>
                  </a:lnTo>
                  <a:lnTo>
                    <a:pt x="7311848" y="141553"/>
                  </a:lnTo>
                  <a:lnTo>
                    <a:pt x="7311993" y="141553"/>
                  </a:lnTo>
                  <a:lnTo>
                    <a:pt x="7312139" y="141553"/>
                  </a:lnTo>
                  <a:lnTo>
                    <a:pt x="7312284" y="141553"/>
                  </a:lnTo>
                  <a:lnTo>
                    <a:pt x="7312430" y="141553"/>
                  </a:lnTo>
                  <a:lnTo>
                    <a:pt x="7312575" y="141553"/>
                  </a:lnTo>
                  <a:lnTo>
                    <a:pt x="7312720" y="141553"/>
                  </a:lnTo>
                  <a:lnTo>
                    <a:pt x="7312866" y="141553"/>
                  </a:lnTo>
                  <a:lnTo>
                    <a:pt x="7313011" y="141553"/>
                  </a:lnTo>
                  <a:lnTo>
                    <a:pt x="7313011" y="140929"/>
                  </a:lnTo>
                  <a:lnTo>
                    <a:pt x="7313157" y="140929"/>
                  </a:lnTo>
                  <a:lnTo>
                    <a:pt x="7313302" y="140929"/>
                  </a:lnTo>
                  <a:lnTo>
                    <a:pt x="7313448" y="140929"/>
                  </a:lnTo>
                  <a:lnTo>
                    <a:pt x="7313593" y="140929"/>
                  </a:lnTo>
                  <a:lnTo>
                    <a:pt x="7313738" y="140929"/>
                  </a:lnTo>
                  <a:lnTo>
                    <a:pt x="7313884" y="140929"/>
                  </a:lnTo>
                  <a:lnTo>
                    <a:pt x="7314029" y="140929"/>
                  </a:lnTo>
                  <a:lnTo>
                    <a:pt x="7314175" y="140929"/>
                  </a:lnTo>
                  <a:lnTo>
                    <a:pt x="7314320" y="140929"/>
                  </a:lnTo>
                  <a:lnTo>
                    <a:pt x="7314466" y="140929"/>
                  </a:lnTo>
                  <a:lnTo>
                    <a:pt x="7314611" y="140929"/>
                  </a:lnTo>
                  <a:lnTo>
                    <a:pt x="7314611" y="140306"/>
                  </a:lnTo>
                  <a:lnTo>
                    <a:pt x="7314756" y="140306"/>
                  </a:lnTo>
                  <a:lnTo>
                    <a:pt x="7314902" y="140306"/>
                  </a:lnTo>
                  <a:lnTo>
                    <a:pt x="7315047" y="140306"/>
                  </a:lnTo>
                  <a:lnTo>
                    <a:pt x="7315193" y="140306"/>
                  </a:lnTo>
                  <a:lnTo>
                    <a:pt x="7315338" y="140306"/>
                  </a:lnTo>
                  <a:lnTo>
                    <a:pt x="7315484" y="140306"/>
                  </a:lnTo>
                  <a:lnTo>
                    <a:pt x="7315629" y="140306"/>
                  </a:lnTo>
                  <a:lnTo>
                    <a:pt x="7315774" y="140306"/>
                  </a:lnTo>
                  <a:lnTo>
                    <a:pt x="7315920" y="140306"/>
                  </a:lnTo>
                  <a:lnTo>
                    <a:pt x="7316065" y="140306"/>
                  </a:lnTo>
                  <a:lnTo>
                    <a:pt x="7316211" y="140306"/>
                  </a:lnTo>
                  <a:lnTo>
                    <a:pt x="7316356" y="140306"/>
                  </a:lnTo>
                  <a:lnTo>
                    <a:pt x="7316502" y="140306"/>
                  </a:lnTo>
                  <a:lnTo>
                    <a:pt x="7316647" y="140306"/>
                  </a:lnTo>
                  <a:lnTo>
                    <a:pt x="7316792" y="140306"/>
                  </a:lnTo>
                  <a:lnTo>
                    <a:pt x="7316938" y="140306"/>
                  </a:lnTo>
                  <a:lnTo>
                    <a:pt x="7317083" y="140306"/>
                  </a:lnTo>
                  <a:lnTo>
                    <a:pt x="7317083" y="139682"/>
                  </a:lnTo>
                  <a:lnTo>
                    <a:pt x="7317229" y="139682"/>
                  </a:lnTo>
                  <a:lnTo>
                    <a:pt x="7317374" y="139682"/>
                  </a:lnTo>
                  <a:lnTo>
                    <a:pt x="7317374" y="139058"/>
                  </a:lnTo>
                  <a:lnTo>
                    <a:pt x="7317520" y="139058"/>
                  </a:lnTo>
                  <a:lnTo>
                    <a:pt x="7317665" y="139058"/>
                  </a:lnTo>
                  <a:lnTo>
                    <a:pt x="7317810" y="139058"/>
                  </a:lnTo>
                  <a:lnTo>
                    <a:pt x="7317956" y="139058"/>
                  </a:lnTo>
                  <a:lnTo>
                    <a:pt x="7318101" y="139058"/>
                  </a:lnTo>
                  <a:lnTo>
                    <a:pt x="7318247" y="139058"/>
                  </a:lnTo>
                  <a:lnTo>
                    <a:pt x="7318392" y="139058"/>
                  </a:lnTo>
                  <a:lnTo>
                    <a:pt x="7318538" y="139058"/>
                  </a:lnTo>
                  <a:lnTo>
                    <a:pt x="7318683" y="139058"/>
                  </a:lnTo>
                  <a:lnTo>
                    <a:pt x="7318828" y="139058"/>
                  </a:lnTo>
                  <a:lnTo>
                    <a:pt x="7318974" y="139058"/>
                  </a:lnTo>
                  <a:lnTo>
                    <a:pt x="7319119" y="139058"/>
                  </a:lnTo>
                  <a:lnTo>
                    <a:pt x="7319265" y="139058"/>
                  </a:lnTo>
                  <a:lnTo>
                    <a:pt x="7319410" y="139058"/>
                  </a:lnTo>
                  <a:lnTo>
                    <a:pt x="7319555" y="139058"/>
                  </a:lnTo>
                  <a:lnTo>
                    <a:pt x="7319701" y="139058"/>
                  </a:lnTo>
                  <a:lnTo>
                    <a:pt x="7319846" y="139058"/>
                  </a:lnTo>
                  <a:lnTo>
                    <a:pt x="7319992" y="139058"/>
                  </a:lnTo>
                  <a:lnTo>
                    <a:pt x="7320137" y="139058"/>
                  </a:lnTo>
                  <a:lnTo>
                    <a:pt x="7320283" y="139058"/>
                  </a:lnTo>
                  <a:lnTo>
                    <a:pt x="7320428" y="139058"/>
                  </a:lnTo>
                  <a:lnTo>
                    <a:pt x="7320573" y="139058"/>
                  </a:lnTo>
                  <a:lnTo>
                    <a:pt x="7320719" y="139058"/>
                  </a:lnTo>
                  <a:lnTo>
                    <a:pt x="7320864" y="139058"/>
                  </a:lnTo>
                  <a:lnTo>
                    <a:pt x="7321010" y="139058"/>
                  </a:lnTo>
                  <a:lnTo>
                    <a:pt x="7321155" y="139058"/>
                  </a:lnTo>
                  <a:lnTo>
                    <a:pt x="7321301" y="139058"/>
                  </a:lnTo>
                  <a:lnTo>
                    <a:pt x="7321446" y="139058"/>
                  </a:lnTo>
                  <a:lnTo>
                    <a:pt x="7321591" y="139058"/>
                  </a:lnTo>
                  <a:lnTo>
                    <a:pt x="7321737" y="139058"/>
                  </a:lnTo>
                  <a:lnTo>
                    <a:pt x="7321882" y="139058"/>
                  </a:lnTo>
                  <a:lnTo>
                    <a:pt x="7322028" y="139058"/>
                  </a:lnTo>
                  <a:lnTo>
                    <a:pt x="7322173" y="139058"/>
                  </a:lnTo>
                  <a:lnTo>
                    <a:pt x="7322319" y="139058"/>
                  </a:lnTo>
                  <a:lnTo>
                    <a:pt x="7322464" y="139058"/>
                  </a:lnTo>
                  <a:lnTo>
                    <a:pt x="7322609" y="139058"/>
                  </a:lnTo>
                  <a:lnTo>
                    <a:pt x="7322609" y="138435"/>
                  </a:lnTo>
                  <a:lnTo>
                    <a:pt x="7322755" y="138435"/>
                  </a:lnTo>
                  <a:lnTo>
                    <a:pt x="7322900" y="138435"/>
                  </a:lnTo>
                  <a:lnTo>
                    <a:pt x="7323046" y="138435"/>
                  </a:lnTo>
                  <a:lnTo>
                    <a:pt x="7323191" y="138435"/>
                  </a:lnTo>
                  <a:lnTo>
                    <a:pt x="7323337" y="138435"/>
                  </a:lnTo>
                  <a:lnTo>
                    <a:pt x="7323482" y="138435"/>
                  </a:lnTo>
                  <a:lnTo>
                    <a:pt x="7323627" y="138435"/>
                  </a:lnTo>
                  <a:lnTo>
                    <a:pt x="7323773" y="138435"/>
                  </a:lnTo>
                  <a:lnTo>
                    <a:pt x="7323918" y="138435"/>
                  </a:lnTo>
                  <a:lnTo>
                    <a:pt x="7323918" y="137811"/>
                  </a:lnTo>
                  <a:lnTo>
                    <a:pt x="7324064" y="137811"/>
                  </a:lnTo>
                  <a:lnTo>
                    <a:pt x="7324209" y="137811"/>
                  </a:lnTo>
                  <a:lnTo>
                    <a:pt x="7324355" y="137811"/>
                  </a:lnTo>
                  <a:lnTo>
                    <a:pt x="7324500" y="137811"/>
                  </a:lnTo>
                  <a:lnTo>
                    <a:pt x="7324645" y="137811"/>
                  </a:lnTo>
                  <a:lnTo>
                    <a:pt x="7324791" y="137811"/>
                  </a:lnTo>
                  <a:lnTo>
                    <a:pt x="7324936" y="137811"/>
                  </a:lnTo>
                  <a:lnTo>
                    <a:pt x="7325082" y="137811"/>
                  </a:lnTo>
                  <a:lnTo>
                    <a:pt x="7325227" y="137811"/>
                  </a:lnTo>
                  <a:lnTo>
                    <a:pt x="7325373" y="137811"/>
                  </a:lnTo>
                  <a:lnTo>
                    <a:pt x="7325518" y="137811"/>
                  </a:lnTo>
                  <a:lnTo>
                    <a:pt x="7325663" y="137811"/>
                  </a:lnTo>
                  <a:lnTo>
                    <a:pt x="7325809" y="137811"/>
                  </a:lnTo>
                  <a:lnTo>
                    <a:pt x="7325954" y="137811"/>
                  </a:lnTo>
                  <a:lnTo>
                    <a:pt x="7326100" y="137811"/>
                  </a:lnTo>
                  <a:lnTo>
                    <a:pt x="7326245" y="137811"/>
                  </a:lnTo>
                  <a:lnTo>
                    <a:pt x="7326390" y="137811"/>
                  </a:lnTo>
                  <a:lnTo>
                    <a:pt x="7326536" y="137811"/>
                  </a:lnTo>
                  <a:lnTo>
                    <a:pt x="7326681" y="137811"/>
                  </a:lnTo>
                  <a:lnTo>
                    <a:pt x="7326827" y="137811"/>
                  </a:lnTo>
                  <a:lnTo>
                    <a:pt x="7326972" y="137811"/>
                  </a:lnTo>
                  <a:lnTo>
                    <a:pt x="7327118" y="137811"/>
                  </a:lnTo>
                  <a:lnTo>
                    <a:pt x="7327263" y="137811"/>
                  </a:lnTo>
                  <a:lnTo>
                    <a:pt x="7327408" y="137811"/>
                  </a:lnTo>
                  <a:lnTo>
                    <a:pt x="7327554" y="137811"/>
                  </a:lnTo>
                  <a:lnTo>
                    <a:pt x="7327699" y="137811"/>
                  </a:lnTo>
                  <a:lnTo>
                    <a:pt x="7327845" y="137811"/>
                  </a:lnTo>
                  <a:lnTo>
                    <a:pt x="7327990" y="137811"/>
                  </a:lnTo>
                  <a:lnTo>
                    <a:pt x="7328136" y="137811"/>
                  </a:lnTo>
                  <a:lnTo>
                    <a:pt x="7328281" y="137811"/>
                  </a:lnTo>
                  <a:lnTo>
                    <a:pt x="7328426" y="137811"/>
                  </a:lnTo>
                  <a:lnTo>
                    <a:pt x="7328572" y="137811"/>
                  </a:lnTo>
                  <a:lnTo>
                    <a:pt x="7328717" y="137811"/>
                  </a:lnTo>
                  <a:lnTo>
                    <a:pt x="7328863" y="137811"/>
                  </a:lnTo>
                  <a:lnTo>
                    <a:pt x="7329008" y="137811"/>
                  </a:lnTo>
                  <a:lnTo>
                    <a:pt x="7329154" y="137811"/>
                  </a:lnTo>
                  <a:lnTo>
                    <a:pt x="7329299" y="137811"/>
                  </a:lnTo>
                  <a:lnTo>
                    <a:pt x="7329299" y="137188"/>
                  </a:lnTo>
                  <a:lnTo>
                    <a:pt x="7329444" y="137188"/>
                  </a:lnTo>
                  <a:lnTo>
                    <a:pt x="7329590" y="137188"/>
                  </a:lnTo>
                  <a:lnTo>
                    <a:pt x="7329735" y="137188"/>
                  </a:lnTo>
                  <a:lnTo>
                    <a:pt x="7329881" y="137188"/>
                  </a:lnTo>
                  <a:lnTo>
                    <a:pt x="7329881" y="136564"/>
                  </a:lnTo>
                  <a:lnTo>
                    <a:pt x="7330026" y="136564"/>
                  </a:lnTo>
                  <a:lnTo>
                    <a:pt x="7330172" y="136564"/>
                  </a:lnTo>
                  <a:lnTo>
                    <a:pt x="7330317" y="136564"/>
                  </a:lnTo>
                  <a:lnTo>
                    <a:pt x="7330462" y="136564"/>
                  </a:lnTo>
                  <a:lnTo>
                    <a:pt x="7330608" y="136564"/>
                  </a:lnTo>
                  <a:lnTo>
                    <a:pt x="7330753" y="136564"/>
                  </a:lnTo>
                  <a:lnTo>
                    <a:pt x="7330899" y="136564"/>
                  </a:lnTo>
                  <a:lnTo>
                    <a:pt x="7331044" y="136564"/>
                  </a:lnTo>
                  <a:lnTo>
                    <a:pt x="7331190" y="136564"/>
                  </a:lnTo>
                  <a:lnTo>
                    <a:pt x="7331335" y="136564"/>
                  </a:lnTo>
                  <a:lnTo>
                    <a:pt x="7331480" y="136564"/>
                  </a:lnTo>
                  <a:lnTo>
                    <a:pt x="7331626" y="136564"/>
                  </a:lnTo>
                  <a:lnTo>
                    <a:pt x="7331771" y="136564"/>
                  </a:lnTo>
                  <a:lnTo>
                    <a:pt x="7331917" y="136564"/>
                  </a:lnTo>
                  <a:lnTo>
                    <a:pt x="7332062" y="136564"/>
                  </a:lnTo>
                  <a:lnTo>
                    <a:pt x="7332208" y="136564"/>
                  </a:lnTo>
                  <a:lnTo>
                    <a:pt x="7332353" y="136564"/>
                  </a:lnTo>
                  <a:lnTo>
                    <a:pt x="7332498" y="136564"/>
                  </a:lnTo>
                  <a:lnTo>
                    <a:pt x="7332644" y="136564"/>
                  </a:lnTo>
                  <a:lnTo>
                    <a:pt x="7332789" y="136564"/>
                  </a:lnTo>
                  <a:lnTo>
                    <a:pt x="7332935" y="136564"/>
                  </a:lnTo>
                  <a:lnTo>
                    <a:pt x="7333080" y="136564"/>
                  </a:lnTo>
                  <a:lnTo>
                    <a:pt x="7333225" y="136564"/>
                  </a:lnTo>
                  <a:lnTo>
                    <a:pt x="7333371" y="136564"/>
                  </a:lnTo>
                  <a:lnTo>
                    <a:pt x="7333516" y="136564"/>
                  </a:lnTo>
                  <a:lnTo>
                    <a:pt x="7333662" y="136564"/>
                  </a:lnTo>
                  <a:lnTo>
                    <a:pt x="7333807" y="136564"/>
                  </a:lnTo>
                  <a:lnTo>
                    <a:pt x="7333953" y="136564"/>
                  </a:lnTo>
                  <a:lnTo>
                    <a:pt x="7334098" y="136564"/>
                  </a:lnTo>
                  <a:lnTo>
                    <a:pt x="7334243" y="136564"/>
                  </a:lnTo>
                  <a:lnTo>
                    <a:pt x="7334389" y="136564"/>
                  </a:lnTo>
                  <a:lnTo>
                    <a:pt x="7334534" y="136564"/>
                  </a:lnTo>
                  <a:lnTo>
                    <a:pt x="7334680" y="136564"/>
                  </a:lnTo>
                  <a:lnTo>
                    <a:pt x="7334825" y="136564"/>
                  </a:lnTo>
                  <a:lnTo>
                    <a:pt x="7334825" y="135940"/>
                  </a:lnTo>
                  <a:lnTo>
                    <a:pt x="7334825" y="135317"/>
                  </a:lnTo>
                  <a:lnTo>
                    <a:pt x="7334971" y="135317"/>
                  </a:lnTo>
                  <a:lnTo>
                    <a:pt x="7335116" y="135317"/>
                  </a:lnTo>
                  <a:lnTo>
                    <a:pt x="7335261" y="135317"/>
                  </a:lnTo>
                  <a:lnTo>
                    <a:pt x="7335407" y="135317"/>
                  </a:lnTo>
                  <a:lnTo>
                    <a:pt x="7335552" y="135317"/>
                  </a:lnTo>
                  <a:lnTo>
                    <a:pt x="7335698" y="135317"/>
                  </a:lnTo>
                  <a:lnTo>
                    <a:pt x="7335843" y="135317"/>
                  </a:lnTo>
                  <a:lnTo>
                    <a:pt x="7335989" y="135317"/>
                  </a:lnTo>
                  <a:lnTo>
                    <a:pt x="7336134" y="135317"/>
                  </a:lnTo>
                  <a:lnTo>
                    <a:pt x="7336279" y="135317"/>
                  </a:lnTo>
                  <a:lnTo>
                    <a:pt x="7336425" y="135317"/>
                  </a:lnTo>
                  <a:lnTo>
                    <a:pt x="7336570" y="135317"/>
                  </a:lnTo>
                  <a:lnTo>
                    <a:pt x="7336716" y="135317"/>
                  </a:lnTo>
                  <a:lnTo>
                    <a:pt x="7336861" y="135317"/>
                  </a:lnTo>
                  <a:lnTo>
                    <a:pt x="7337007" y="135317"/>
                  </a:lnTo>
                  <a:lnTo>
                    <a:pt x="7337152" y="135317"/>
                  </a:lnTo>
                  <a:lnTo>
                    <a:pt x="7337297" y="135317"/>
                  </a:lnTo>
                  <a:lnTo>
                    <a:pt x="7337443" y="135317"/>
                  </a:lnTo>
                  <a:lnTo>
                    <a:pt x="7337588" y="135317"/>
                  </a:lnTo>
                  <a:lnTo>
                    <a:pt x="7337734" y="135317"/>
                  </a:lnTo>
                  <a:lnTo>
                    <a:pt x="7337879" y="135317"/>
                  </a:lnTo>
                  <a:lnTo>
                    <a:pt x="7338025" y="135317"/>
                  </a:lnTo>
                  <a:lnTo>
                    <a:pt x="7338170" y="135317"/>
                  </a:lnTo>
                  <a:lnTo>
                    <a:pt x="7338315" y="135317"/>
                  </a:lnTo>
                  <a:lnTo>
                    <a:pt x="7338461" y="135317"/>
                  </a:lnTo>
                  <a:lnTo>
                    <a:pt x="7338606" y="135317"/>
                  </a:lnTo>
                  <a:lnTo>
                    <a:pt x="7338752" y="135317"/>
                  </a:lnTo>
                  <a:lnTo>
                    <a:pt x="7338897" y="135317"/>
                  </a:lnTo>
                  <a:lnTo>
                    <a:pt x="7339042" y="135317"/>
                  </a:lnTo>
                  <a:lnTo>
                    <a:pt x="7339042" y="134693"/>
                  </a:lnTo>
                  <a:lnTo>
                    <a:pt x="7339188" y="134693"/>
                  </a:lnTo>
                  <a:lnTo>
                    <a:pt x="7339333" y="134693"/>
                  </a:lnTo>
                  <a:lnTo>
                    <a:pt x="7339479" y="134693"/>
                  </a:lnTo>
                  <a:lnTo>
                    <a:pt x="7339624" y="134693"/>
                  </a:lnTo>
                  <a:lnTo>
                    <a:pt x="7339770" y="134693"/>
                  </a:lnTo>
                  <a:lnTo>
                    <a:pt x="7339915" y="134693"/>
                  </a:lnTo>
                  <a:lnTo>
                    <a:pt x="7340060" y="134693"/>
                  </a:lnTo>
                  <a:lnTo>
                    <a:pt x="7340206" y="134693"/>
                  </a:lnTo>
                  <a:lnTo>
                    <a:pt x="7340351" y="134693"/>
                  </a:lnTo>
                  <a:lnTo>
                    <a:pt x="7340497" y="134693"/>
                  </a:lnTo>
                  <a:lnTo>
                    <a:pt x="7340642" y="134693"/>
                  </a:lnTo>
                  <a:lnTo>
                    <a:pt x="7340788" y="134693"/>
                  </a:lnTo>
                  <a:lnTo>
                    <a:pt x="7340933" y="134693"/>
                  </a:lnTo>
                  <a:lnTo>
                    <a:pt x="7341078" y="134693"/>
                  </a:lnTo>
                  <a:lnTo>
                    <a:pt x="7341224" y="134693"/>
                  </a:lnTo>
                  <a:lnTo>
                    <a:pt x="7341369" y="134693"/>
                  </a:lnTo>
                  <a:lnTo>
                    <a:pt x="7341515" y="134693"/>
                  </a:lnTo>
                  <a:lnTo>
                    <a:pt x="7341660" y="134693"/>
                  </a:lnTo>
                  <a:lnTo>
                    <a:pt x="7341806" y="134693"/>
                  </a:lnTo>
                  <a:lnTo>
                    <a:pt x="7341951" y="134693"/>
                  </a:lnTo>
                  <a:lnTo>
                    <a:pt x="7342096" y="134693"/>
                  </a:lnTo>
                  <a:lnTo>
                    <a:pt x="7342242" y="134693"/>
                  </a:lnTo>
                  <a:lnTo>
                    <a:pt x="7342387" y="134693"/>
                  </a:lnTo>
                  <a:lnTo>
                    <a:pt x="7342533" y="134693"/>
                  </a:lnTo>
                  <a:lnTo>
                    <a:pt x="7342678" y="134693"/>
                  </a:lnTo>
                  <a:lnTo>
                    <a:pt x="7342824" y="134693"/>
                  </a:lnTo>
                  <a:lnTo>
                    <a:pt x="7342969" y="134693"/>
                  </a:lnTo>
                  <a:lnTo>
                    <a:pt x="7343114" y="134693"/>
                  </a:lnTo>
                  <a:lnTo>
                    <a:pt x="7343260" y="134693"/>
                  </a:lnTo>
                  <a:lnTo>
                    <a:pt x="7343405" y="134693"/>
                  </a:lnTo>
                  <a:lnTo>
                    <a:pt x="7343551" y="134693"/>
                  </a:lnTo>
                  <a:lnTo>
                    <a:pt x="7343696" y="134693"/>
                  </a:lnTo>
                  <a:lnTo>
                    <a:pt x="7343842" y="134693"/>
                  </a:lnTo>
                  <a:lnTo>
                    <a:pt x="7343987" y="134693"/>
                  </a:lnTo>
                  <a:lnTo>
                    <a:pt x="7343987" y="134070"/>
                  </a:lnTo>
                  <a:lnTo>
                    <a:pt x="7344132" y="134070"/>
                  </a:lnTo>
                  <a:lnTo>
                    <a:pt x="7344278" y="134070"/>
                  </a:lnTo>
                  <a:lnTo>
                    <a:pt x="7344423" y="134070"/>
                  </a:lnTo>
                  <a:lnTo>
                    <a:pt x="7344569" y="134070"/>
                  </a:lnTo>
                  <a:lnTo>
                    <a:pt x="7344714" y="134070"/>
                  </a:lnTo>
                  <a:lnTo>
                    <a:pt x="7344860" y="134070"/>
                  </a:lnTo>
                  <a:lnTo>
                    <a:pt x="7345005" y="134070"/>
                  </a:lnTo>
                  <a:lnTo>
                    <a:pt x="7345150" y="134070"/>
                  </a:lnTo>
                  <a:lnTo>
                    <a:pt x="7345296" y="134070"/>
                  </a:lnTo>
                  <a:lnTo>
                    <a:pt x="7345441" y="134070"/>
                  </a:lnTo>
                  <a:lnTo>
                    <a:pt x="7345587" y="134070"/>
                  </a:lnTo>
                  <a:lnTo>
                    <a:pt x="7345732" y="134070"/>
                  </a:lnTo>
                  <a:lnTo>
                    <a:pt x="7345877" y="134070"/>
                  </a:lnTo>
                  <a:lnTo>
                    <a:pt x="7346023" y="134070"/>
                  </a:lnTo>
                  <a:lnTo>
                    <a:pt x="7346168" y="134070"/>
                  </a:lnTo>
                  <a:lnTo>
                    <a:pt x="7346314" y="134070"/>
                  </a:lnTo>
                  <a:lnTo>
                    <a:pt x="7346459" y="134070"/>
                  </a:lnTo>
                  <a:lnTo>
                    <a:pt x="7346605" y="134070"/>
                  </a:lnTo>
                  <a:lnTo>
                    <a:pt x="7346750" y="134070"/>
                  </a:lnTo>
                  <a:lnTo>
                    <a:pt x="7346895" y="134070"/>
                  </a:lnTo>
                  <a:lnTo>
                    <a:pt x="7347041" y="134070"/>
                  </a:lnTo>
                  <a:lnTo>
                    <a:pt x="7347186" y="134070"/>
                  </a:lnTo>
                  <a:lnTo>
                    <a:pt x="7347332" y="134070"/>
                  </a:lnTo>
                  <a:lnTo>
                    <a:pt x="7347477" y="134070"/>
                  </a:lnTo>
                  <a:lnTo>
                    <a:pt x="7347623" y="134070"/>
                  </a:lnTo>
                  <a:lnTo>
                    <a:pt x="7347623" y="133446"/>
                  </a:lnTo>
                  <a:lnTo>
                    <a:pt x="7347768" y="133446"/>
                  </a:lnTo>
                  <a:lnTo>
                    <a:pt x="7347913" y="133446"/>
                  </a:lnTo>
                  <a:lnTo>
                    <a:pt x="7348059" y="133446"/>
                  </a:lnTo>
                  <a:lnTo>
                    <a:pt x="7348204" y="133446"/>
                  </a:lnTo>
                  <a:lnTo>
                    <a:pt x="7348350" y="133446"/>
                  </a:lnTo>
                  <a:lnTo>
                    <a:pt x="7348495" y="133446"/>
                  </a:lnTo>
                  <a:lnTo>
                    <a:pt x="7348641" y="133446"/>
                  </a:lnTo>
                  <a:lnTo>
                    <a:pt x="7348786" y="133446"/>
                  </a:lnTo>
                  <a:lnTo>
                    <a:pt x="7348931" y="133446"/>
                  </a:lnTo>
                  <a:lnTo>
                    <a:pt x="7348931" y="132823"/>
                  </a:lnTo>
                  <a:lnTo>
                    <a:pt x="7349077" y="132823"/>
                  </a:lnTo>
                  <a:lnTo>
                    <a:pt x="7349222" y="132823"/>
                  </a:lnTo>
                  <a:lnTo>
                    <a:pt x="7349368" y="132823"/>
                  </a:lnTo>
                  <a:lnTo>
                    <a:pt x="7349513" y="132823"/>
                  </a:lnTo>
                  <a:lnTo>
                    <a:pt x="7349659" y="132823"/>
                  </a:lnTo>
                  <a:lnTo>
                    <a:pt x="7349804" y="132823"/>
                  </a:lnTo>
                  <a:lnTo>
                    <a:pt x="7349949" y="132823"/>
                  </a:lnTo>
                  <a:lnTo>
                    <a:pt x="7350095" y="132823"/>
                  </a:lnTo>
                  <a:lnTo>
                    <a:pt x="7350240" y="132823"/>
                  </a:lnTo>
                  <a:lnTo>
                    <a:pt x="7350386" y="132823"/>
                  </a:lnTo>
                  <a:lnTo>
                    <a:pt x="7350531" y="132823"/>
                  </a:lnTo>
                  <a:lnTo>
                    <a:pt x="7350677" y="132823"/>
                  </a:lnTo>
                  <a:lnTo>
                    <a:pt x="7350822" y="132823"/>
                  </a:lnTo>
                  <a:lnTo>
                    <a:pt x="7350967" y="132823"/>
                  </a:lnTo>
                  <a:lnTo>
                    <a:pt x="7351113" y="132823"/>
                  </a:lnTo>
                  <a:lnTo>
                    <a:pt x="7351258" y="132823"/>
                  </a:lnTo>
                  <a:lnTo>
                    <a:pt x="7351404" y="132823"/>
                  </a:lnTo>
                  <a:lnTo>
                    <a:pt x="7351549" y="132823"/>
                  </a:lnTo>
                  <a:lnTo>
                    <a:pt x="7351695" y="132823"/>
                  </a:lnTo>
                  <a:lnTo>
                    <a:pt x="7351840" y="132823"/>
                  </a:lnTo>
                  <a:lnTo>
                    <a:pt x="7351985" y="132823"/>
                  </a:lnTo>
                  <a:lnTo>
                    <a:pt x="7352131" y="132823"/>
                  </a:lnTo>
                  <a:lnTo>
                    <a:pt x="7352276" y="132823"/>
                  </a:lnTo>
                  <a:lnTo>
                    <a:pt x="7352422" y="132823"/>
                  </a:lnTo>
                  <a:lnTo>
                    <a:pt x="7352567" y="132823"/>
                  </a:lnTo>
                  <a:lnTo>
                    <a:pt x="7352712" y="132823"/>
                  </a:lnTo>
                  <a:lnTo>
                    <a:pt x="7352858" y="132823"/>
                  </a:lnTo>
                  <a:lnTo>
                    <a:pt x="7353003" y="132823"/>
                  </a:lnTo>
                  <a:lnTo>
                    <a:pt x="7353149" y="132823"/>
                  </a:lnTo>
                  <a:lnTo>
                    <a:pt x="7353294" y="132823"/>
                  </a:lnTo>
                  <a:lnTo>
                    <a:pt x="7353440" y="132823"/>
                  </a:lnTo>
                  <a:lnTo>
                    <a:pt x="7353585" y="132823"/>
                  </a:lnTo>
                  <a:lnTo>
                    <a:pt x="7353730" y="132823"/>
                  </a:lnTo>
                  <a:lnTo>
                    <a:pt x="7353876" y="132823"/>
                  </a:lnTo>
                  <a:lnTo>
                    <a:pt x="7354021" y="132823"/>
                  </a:lnTo>
                  <a:lnTo>
                    <a:pt x="7354167" y="132823"/>
                  </a:lnTo>
                  <a:lnTo>
                    <a:pt x="7354312" y="132823"/>
                  </a:lnTo>
                  <a:lnTo>
                    <a:pt x="7354458" y="132823"/>
                  </a:lnTo>
                  <a:lnTo>
                    <a:pt x="7354603" y="132823"/>
                  </a:lnTo>
                  <a:lnTo>
                    <a:pt x="7354748" y="132823"/>
                  </a:lnTo>
                  <a:lnTo>
                    <a:pt x="7354894" y="132823"/>
                  </a:lnTo>
                  <a:lnTo>
                    <a:pt x="7355039" y="132823"/>
                  </a:lnTo>
                  <a:lnTo>
                    <a:pt x="7355185" y="132823"/>
                  </a:lnTo>
                  <a:lnTo>
                    <a:pt x="7355330" y="132823"/>
                  </a:lnTo>
                  <a:lnTo>
                    <a:pt x="7355330" y="132199"/>
                  </a:lnTo>
                  <a:lnTo>
                    <a:pt x="7355476" y="132199"/>
                  </a:lnTo>
                  <a:lnTo>
                    <a:pt x="7355621" y="132199"/>
                  </a:lnTo>
                  <a:lnTo>
                    <a:pt x="7355766" y="132199"/>
                  </a:lnTo>
                  <a:lnTo>
                    <a:pt x="7355912" y="132199"/>
                  </a:lnTo>
                  <a:lnTo>
                    <a:pt x="7356057" y="132199"/>
                  </a:lnTo>
                  <a:lnTo>
                    <a:pt x="7356203" y="132199"/>
                  </a:lnTo>
                  <a:lnTo>
                    <a:pt x="7356348" y="132199"/>
                  </a:lnTo>
                  <a:lnTo>
                    <a:pt x="7356494" y="132199"/>
                  </a:lnTo>
                  <a:lnTo>
                    <a:pt x="7356639" y="132199"/>
                  </a:lnTo>
                  <a:lnTo>
                    <a:pt x="7356784" y="132199"/>
                  </a:lnTo>
                  <a:lnTo>
                    <a:pt x="7356930" y="132199"/>
                  </a:lnTo>
                  <a:lnTo>
                    <a:pt x="7357075" y="132199"/>
                  </a:lnTo>
                  <a:lnTo>
                    <a:pt x="7357221" y="132199"/>
                  </a:lnTo>
                  <a:lnTo>
                    <a:pt x="7357366" y="132199"/>
                  </a:lnTo>
                  <a:lnTo>
                    <a:pt x="7357512" y="132199"/>
                  </a:lnTo>
                  <a:lnTo>
                    <a:pt x="7357657" y="132199"/>
                  </a:lnTo>
                  <a:lnTo>
                    <a:pt x="7357802" y="132199"/>
                  </a:lnTo>
                  <a:lnTo>
                    <a:pt x="7357948" y="132199"/>
                  </a:lnTo>
                  <a:lnTo>
                    <a:pt x="7358093" y="132199"/>
                  </a:lnTo>
                  <a:lnTo>
                    <a:pt x="7358239" y="132199"/>
                  </a:lnTo>
                  <a:lnTo>
                    <a:pt x="7358384" y="132199"/>
                  </a:lnTo>
                  <a:lnTo>
                    <a:pt x="7358530" y="132199"/>
                  </a:lnTo>
                  <a:lnTo>
                    <a:pt x="7358675" y="132199"/>
                  </a:lnTo>
                  <a:lnTo>
                    <a:pt x="7358820" y="132199"/>
                  </a:lnTo>
                  <a:lnTo>
                    <a:pt x="7358966" y="132199"/>
                  </a:lnTo>
                  <a:lnTo>
                    <a:pt x="7359111" y="132199"/>
                  </a:lnTo>
                  <a:lnTo>
                    <a:pt x="7359257" y="132199"/>
                  </a:lnTo>
                  <a:lnTo>
                    <a:pt x="7359402" y="132199"/>
                  </a:lnTo>
                  <a:lnTo>
                    <a:pt x="7359547" y="132199"/>
                  </a:lnTo>
                  <a:lnTo>
                    <a:pt x="7359693" y="132199"/>
                  </a:lnTo>
                  <a:lnTo>
                    <a:pt x="7359838" y="132199"/>
                  </a:lnTo>
                  <a:lnTo>
                    <a:pt x="7359984" y="132199"/>
                  </a:lnTo>
                  <a:lnTo>
                    <a:pt x="7360129" y="132199"/>
                  </a:lnTo>
                  <a:lnTo>
                    <a:pt x="7360275" y="132199"/>
                  </a:lnTo>
                  <a:lnTo>
                    <a:pt x="7360420" y="132199"/>
                  </a:lnTo>
                  <a:lnTo>
                    <a:pt x="7360565" y="132199"/>
                  </a:lnTo>
                  <a:lnTo>
                    <a:pt x="7360711" y="132199"/>
                  </a:lnTo>
                  <a:lnTo>
                    <a:pt x="7360856" y="132199"/>
                  </a:lnTo>
                  <a:lnTo>
                    <a:pt x="7361002" y="132199"/>
                  </a:lnTo>
                  <a:lnTo>
                    <a:pt x="7361147" y="132199"/>
                  </a:lnTo>
                  <a:lnTo>
                    <a:pt x="7361293" y="132199"/>
                  </a:lnTo>
                  <a:lnTo>
                    <a:pt x="7361438" y="132199"/>
                  </a:lnTo>
                  <a:lnTo>
                    <a:pt x="7361583" y="132199"/>
                  </a:lnTo>
                  <a:lnTo>
                    <a:pt x="7361729" y="132199"/>
                  </a:lnTo>
                  <a:lnTo>
                    <a:pt x="7361874" y="132199"/>
                  </a:lnTo>
                  <a:lnTo>
                    <a:pt x="7362020" y="132199"/>
                  </a:lnTo>
                  <a:lnTo>
                    <a:pt x="7362165" y="132199"/>
                  </a:lnTo>
                  <a:lnTo>
                    <a:pt x="7362311" y="132199"/>
                  </a:lnTo>
                  <a:lnTo>
                    <a:pt x="7362456" y="132199"/>
                  </a:lnTo>
                  <a:lnTo>
                    <a:pt x="7362601" y="132199"/>
                  </a:lnTo>
                  <a:lnTo>
                    <a:pt x="7362747" y="132199"/>
                  </a:lnTo>
                  <a:lnTo>
                    <a:pt x="7362892" y="132199"/>
                  </a:lnTo>
                  <a:lnTo>
                    <a:pt x="7363038" y="132199"/>
                  </a:lnTo>
                  <a:lnTo>
                    <a:pt x="7363183" y="132199"/>
                  </a:lnTo>
                  <a:lnTo>
                    <a:pt x="7363329" y="132199"/>
                  </a:lnTo>
                  <a:lnTo>
                    <a:pt x="7363474" y="132199"/>
                  </a:lnTo>
                  <a:lnTo>
                    <a:pt x="7363619" y="132199"/>
                  </a:lnTo>
                  <a:lnTo>
                    <a:pt x="7363765" y="132199"/>
                  </a:lnTo>
                  <a:lnTo>
                    <a:pt x="7363910" y="132199"/>
                  </a:lnTo>
                  <a:lnTo>
                    <a:pt x="7364056" y="132199"/>
                  </a:lnTo>
                  <a:lnTo>
                    <a:pt x="7364201" y="132199"/>
                  </a:lnTo>
                  <a:lnTo>
                    <a:pt x="7364347" y="132199"/>
                  </a:lnTo>
                  <a:lnTo>
                    <a:pt x="7364492" y="132199"/>
                  </a:lnTo>
                  <a:lnTo>
                    <a:pt x="7364637" y="132199"/>
                  </a:lnTo>
                  <a:lnTo>
                    <a:pt x="7364783" y="132199"/>
                  </a:lnTo>
                  <a:lnTo>
                    <a:pt x="7364783" y="131575"/>
                  </a:lnTo>
                  <a:lnTo>
                    <a:pt x="7364928" y="131575"/>
                  </a:lnTo>
                  <a:lnTo>
                    <a:pt x="7365074" y="131575"/>
                  </a:lnTo>
                  <a:lnTo>
                    <a:pt x="7365219" y="131575"/>
                  </a:lnTo>
                  <a:lnTo>
                    <a:pt x="7365365" y="131575"/>
                  </a:lnTo>
                  <a:lnTo>
                    <a:pt x="7365510" y="131575"/>
                  </a:lnTo>
                  <a:lnTo>
                    <a:pt x="7365655" y="131575"/>
                  </a:lnTo>
                  <a:lnTo>
                    <a:pt x="7365801" y="131575"/>
                  </a:lnTo>
                  <a:lnTo>
                    <a:pt x="7365801" y="130952"/>
                  </a:lnTo>
                  <a:lnTo>
                    <a:pt x="7365946" y="130952"/>
                  </a:lnTo>
                  <a:lnTo>
                    <a:pt x="7366092" y="130952"/>
                  </a:lnTo>
                  <a:lnTo>
                    <a:pt x="7366237" y="130952"/>
                  </a:lnTo>
                  <a:lnTo>
                    <a:pt x="7366382" y="130952"/>
                  </a:lnTo>
                  <a:lnTo>
                    <a:pt x="7366382" y="130328"/>
                  </a:lnTo>
                  <a:lnTo>
                    <a:pt x="7366528" y="130328"/>
                  </a:lnTo>
                  <a:lnTo>
                    <a:pt x="7366673" y="130328"/>
                  </a:lnTo>
                  <a:lnTo>
                    <a:pt x="7366819" y="130328"/>
                  </a:lnTo>
                  <a:lnTo>
                    <a:pt x="7366964" y="130328"/>
                  </a:lnTo>
                  <a:lnTo>
                    <a:pt x="7367110" y="130328"/>
                  </a:lnTo>
                  <a:lnTo>
                    <a:pt x="7367255" y="130328"/>
                  </a:lnTo>
                  <a:lnTo>
                    <a:pt x="7367255" y="129705"/>
                  </a:lnTo>
                  <a:lnTo>
                    <a:pt x="7367400" y="129705"/>
                  </a:lnTo>
                  <a:lnTo>
                    <a:pt x="7367546" y="129705"/>
                  </a:lnTo>
                  <a:lnTo>
                    <a:pt x="7367691" y="129705"/>
                  </a:lnTo>
                  <a:lnTo>
                    <a:pt x="7367837" y="129705"/>
                  </a:lnTo>
                  <a:lnTo>
                    <a:pt x="7367982" y="129705"/>
                  </a:lnTo>
                  <a:lnTo>
                    <a:pt x="7368128" y="129705"/>
                  </a:lnTo>
                  <a:lnTo>
                    <a:pt x="7368273" y="129705"/>
                  </a:lnTo>
                  <a:lnTo>
                    <a:pt x="7368418" y="129705"/>
                  </a:lnTo>
                  <a:lnTo>
                    <a:pt x="7368564" y="129705"/>
                  </a:lnTo>
                  <a:lnTo>
                    <a:pt x="7368709" y="129705"/>
                  </a:lnTo>
                  <a:lnTo>
                    <a:pt x="7368855" y="129705"/>
                  </a:lnTo>
                  <a:lnTo>
                    <a:pt x="7369000" y="129705"/>
                  </a:lnTo>
                  <a:lnTo>
                    <a:pt x="7369146" y="129705"/>
                  </a:lnTo>
                  <a:lnTo>
                    <a:pt x="7369291" y="129705"/>
                  </a:lnTo>
                  <a:lnTo>
                    <a:pt x="7369436" y="129705"/>
                  </a:lnTo>
                  <a:lnTo>
                    <a:pt x="7369582" y="129705"/>
                  </a:lnTo>
                  <a:lnTo>
                    <a:pt x="7369727" y="129705"/>
                  </a:lnTo>
                  <a:lnTo>
                    <a:pt x="7369873" y="129705"/>
                  </a:lnTo>
                  <a:lnTo>
                    <a:pt x="7370018" y="129705"/>
                  </a:lnTo>
                  <a:lnTo>
                    <a:pt x="7370164" y="129705"/>
                  </a:lnTo>
                  <a:lnTo>
                    <a:pt x="7370309" y="129705"/>
                  </a:lnTo>
                  <a:lnTo>
                    <a:pt x="7370454" y="129705"/>
                  </a:lnTo>
                  <a:lnTo>
                    <a:pt x="7370600" y="129705"/>
                  </a:lnTo>
                  <a:lnTo>
                    <a:pt x="7370745" y="129705"/>
                  </a:lnTo>
                  <a:lnTo>
                    <a:pt x="7370891" y="129705"/>
                  </a:lnTo>
                  <a:lnTo>
                    <a:pt x="7371036" y="129705"/>
                  </a:lnTo>
                  <a:lnTo>
                    <a:pt x="7371182" y="129705"/>
                  </a:lnTo>
                  <a:lnTo>
                    <a:pt x="7371327" y="129705"/>
                  </a:lnTo>
                  <a:lnTo>
                    <a:pt x="7371472" y="129705"/>
                  </a:lnTo>
                  <a:lnTo>
                    <a:pt x="7371618" y="129705"/>
                  </a:lnTo>
                  <a:lnTo>
                    <a:pt x="7371618" y="129081"/>
                  </a:lnTo>
                  <a:lnTo>
                    <a:pt x="7371763" y="129081"/>
                  </a:lnTo>
                  <a:lnTo>
                    <a:pt x="7371909" y="129081"/>
                  </a:lnTo>
                  <a:lnTo>
                    <a:pt x="7372054" y="129081"/>
                  </a:lnTo>
                  <a:lnTo>
                    <a:pt x="7372200" y="129081"/>
                  </a:lnTo>
                  <a:lnTo>
                    <a:pt x="7372345" y="129081"/>
                  </a:lnTo>
                  <a:lnTo>
                    <a:pt x="7372490" y="129081"/>
                  </a:lnTo>
                  <a:lnTo>
                    <a:pt x="7372636" y="129081"/>
                  </a:lnTo>
                  <a:lnTo>
                    <a:pt x="7372781" y="129081"/>
                  </a:lnTo>
                  <a:lnTo>
                    <a:pt x="7372927" y="129081"/>
                  </a:lnTo>
                  <a:lnTo>
                    <a:pt x="7373072" y="129081"/>
                  </a:lnTo>
                  <a:lnTo>
                    <a:pt x="7373217" y="129081"/>
                  </a:lnTo>
                  <a:lnTo>
                    <a:pt x="7373363" y="129081"/>
                  </a:lnTo>
                  <a:lnTo>
                    <a:pt x="7373508" y="129081"/>
                  </a:lnTo>
                  <a:lnTo>
                    <a:pt x="7373654" y="129081"/>
                  </a:lnTo>
                  <a:lnTo>
                    <a:pt x="7373799" y="129081"/>
                  </a:lnTo>
                  <a:lnTo>
                    <a:pt x="7373945" y="129081"/>
                  </a:lnTo>
                  <a:lnTo>
                    <a:pt x="7374090" y="129081"/>
                  </a:lnTo>
                  <a:lnTo>
                    <a:pt x="7374235" y="129081"/>
                  </a:lnTo>
                  <a:lnTo>
                    <a:pt x="7374381" y="129081"/>
                  </a:lnTo>
                  <a:lnTo>
                    <a:pt x="7374526" y="129081"/>
                  </a:lnTo>
                  <a:lnTo>
                    <a:pt x="7374672" y="129081"/>
                  </a:lnTo>
                  <a:lnTo>
                    <a:pt x="7374817" y="129081"/>
                  </a:lnTo>
                  <a:lnTo>
                    <a:pt x="7374963" y="129081"/>
                  </a:lnTo>
                  <a:lnTo>
                    <a:pt x="7375108" y="129081"/>
                  </a:lnTo>
                  <a:lnTo>
                    <a:pt x="7375253" y="129081"/>
                  </a:lnTo>
                  <a:lnTo>
                    <a:pt x="7375399" y="129081"/>
                  </a:lnTo>
                  <a:lnTo>
                    <a:pt x="7375544" y="129081"/>
                  </a:lnTo>
                  <a:lnTo>
                    <a:pt x="7375690" y="129081"/>
                  </a:lnTo>
                  <a:lnTo>
                    <a:pt x="7375835" y="129081"/>
                  </a:lnTo>
                  <a:lnTo>
                    <a:pt x="7375981" y="129081"/>
                  </a:lnTo>
                  <a:lnTo>
                    <a:pt x="7376126" y="129081"/>
                  </a:lnTo>
                  <a:lnTo>
                    <a:pt x="7376271" y="129081"/>
                  </a:lnTo>
                  <a:lnTo>
                    <a:pt x="7376417" y="129081"/>
                  </a:lnTo>
                  <a:lnTo>
                    <a:pt x="7376562" y="129081"/>
                  </a:lnTo>
                  <a:lnTo>
                    <a:pt x="7376708" y="129081"/>
                  </a:lnTo>
                  <a:lnTo>
                    <a:pt x="7376853" y="129081"/>
                  </a:lnTo>
                  <a:lnTo>
                    <a:pt x="7376999" y="129081"/>
                  </a:lnTo>
                  <a:lnTo>
                    <a:pt x="7377144" y="129081"/>
                  </a:lnTo>
                  <a:lnTo>
                    <a:pt x="7377289" y="129081"/>
                  </a:lnTo>
                  <a:lnTo>
                    <a:pt x="7377435" y="129081"/>
                  </a:lnTo>
                  <a:lnTo>
                    <a:pt x="7377580" y="129081"/>
                  </a:lnTo>
                  <a:lnTo>
                    <a:pt x="7377726" y="129081"/>
                  </a:lnTo>
                  <a:lnTo>
                    <a:pt x="7377871" y="129081"/>
                  </a:lnTo>
                  <a:lnTo>
                    <a:pt x="7378017" y="129081"/>
                  </a:lnTo>
                  <a:lnTo>
                    <a:pt x="7378162" y="129081"/>
                  </a:lnTo>
                  <a:lnTo>
                    <a:pt x="7378307" y="129081"/>
                  </a:lnTo>
                  <a:lnTo>
                    <a:pt x="7378453" y="129081"/>
                  </a:lnTo>
                  <a:lnTo>
                    <a:pt x="7378598" y="129081"/>
                  </a:lnTo>
                  <a:lnTo>
                    <a:pt x="7378744" y="129081"/>
                  </a:lnTo>
                  <a:lnTo>
                    <a:pt x="7378889" y="129081"/>
                  </a:lnTo>
                  <a:lnTo>
                    <a:pt x="7379035" y="129081"/>
                  </a:lnTo>
                  <a:lnTo>
                    <a:pt x="7379180" y="129081"/>
                  </a:lnTo>
                  <a:lnTo>
                    <a:pt x="7379325" y="129081"/>
                  </a:lnTo>
                  <a:lnTo>
                    <a:pt x="7379471" y="129081"/>
                  </a:lnTo>
                  <a:lnTo>
                    <a:pt x="7379616" y="129081"/>
                  </a:lnTo>
                  <a:lnTo>
                    <a:pt x="7379762" y="129081"/>
                  </a:lnTo>
                  <a:lnTo>
                    <a:pt x="7379907" y="129081"/>
                  </a:lnTo>
                  <a:lnTo>
                    <a:pt x="7380052" y="129081"/>
                  </a:lnTo>
                  <a:lnTo>
                    <a:pt x="7380198" y="129081"/>
                  </a:lnTo>
                  <a:lnTo>
                    <a:pt x="7380343" y="129081"/>
                  </a:lnTo>
                  <a:lnTo>
                    <a:pt x="7380489" y="129081"/>
                  </a:lnTo>
                  <a:lnTo>
                    <a:pt x="7380634" y="129081"/>
                  </a:lnTo>
                  <a:lnTo>
                    <a:pt x="7380780" y="129081"/>
                  </a:lnTo>
                  <a:lnTo>
                    <a:pt x="7380925" y="129081"/>
                  </a:lnTo>
                  <a:lnTo>
                    <a:pt x="7381070" y="129081"/>
                  </a:lnTo>
                  <a:lnTo>
                    <a:pt x="7381216" y="129081"/>
                  </a:lnTo>
                  <a:lnTo>
                    <a:pt x="7381361" y="129081"/>
                  </a:lnTo>
                  <a:lnTo>
                    <a:pt x="7381507" y="129081"/>
                  </a:lnTo>
                  <a:lnTo>
                    <a:pt x="7381652" y="129081"/>
                  </a:lnTo>
                  <a:lnTo>
                    <a:pt x="7381798" y="129081"/>
                  </a:lnTo>
                  <a:lnTo>
                    <a:pt x="7381943" y="129081"/>
                  </a:lnTo>
                  <a:lnTo>
                    <a:pt x="7382088" y="129081"/>
                  </a:lnTo>
                  <a:lnTo>
                    <a:pt x="7382234" y="129081"/>
                  </a:lnTo>
                  <a:lnTo>
                    <a:pt x="7382379" y="129081"/>
                  </a:lnTo>
                  <a:lnTo>
                    <a:pt x="7382525" y="129081"/>
                  </a:lnTo>
                  <a:lnTo>
                    <a:pt x="7382670" y="129081"/>
                  </a:lnTo>
                  <a:lnTo>
                    <a:pt x="7382816" y="129081"/>
                  </a:lnTo>
                  <a:lnTo>
                    <a:pt x="7382961" y="129081"/>
                  </a:lnTo>
                  <a:lnTo>
                    <a:pt x="7383106" y="129081"/>
                  </a:lnTo>
                  <a:lnTo>
                    <a:pt x="7383252" y="129081"/>
                  </a:lnTo>
                  <a:lnTo>
                    <a:pt x="7383397" y="129081"/>
                  </a:lnTo>
                  <a:lnTo>
                    <a:pt x="7383543" y="129081"/>
                  </a:lnTo>
                  <a:lnTo>
                    <a:pt x="7383688" y="129081"/>
                  </a:lnTo>
                  <a:lnTo>
                    <a:pt x="7383834" y="129081"/>
                  </a:lnTo>
                  <a:lnTo>
                    <a:pt x="7383979" y="129081"/>
                  </a:lnTo>
                  <a:lnTo>
                    <a:pt x="7384124" y="129081"/>
                  </a:lnTo>
                  <a:lnTo>
                    <a:pt x="7384270" y="129081"/>
                  </a:lnTo>
                  <a:lnTo>
                    <a:pt x="7384415" y="129081"/>
                  </a:lnTo>
                  <a:lnTo>
                    <a:pt x="7384415" y="128457"/>
                  </a:lnTo>
                  <a:lnTo>
                    <a:pt x="7384561" y="128457"/>
                  </a:lnTo>
                  <a:lnTo>
                    <a:pt x="7384706" y="128457"/>
                  </a:lnTo>
                  <a:lnTo>
                    <a:pt x="7384852" y="128457"/>
                  </a:lnTo>
                  <a:lnTo>
                    <a:pt x="7384997" y="128457"/>
                  </a:lnTo>
                  <a:lnTo>
                    <a:pt x="7385142" y="128457"/>
                  </a:lnTo>
                  <a:lnTo>
                    <a:pt x="7385288" y="128457"/>
                  </a:lnTo>
                  <a:lnTo>
                    <a:pt x="7385433" y="128457"/>
                  </a:lnTo>
                  <a:lnTo>
                    <a:pt x="7385579" y="128457"/>
                  </a:lnTo>
                  <a:lnTo>
                    <a:pt x="7385579" y="127834"/>
                  </a:lnTo>
                  <a:lnTo>
                    <a:pt x="7385724" y="127834"/>
                  </a:lnTo>
                  <a:lnTo>
                    <a:pt x="7385870" y="127834"/>
                  </a:lnTo>
                  <a:lnTo>
                    <a:pt x="7386015" y="127834"/>
                  </a:lnTo>
                  <a:lnTo>
                    <a:pt x="7386160" y="127834"/>
                  </a:lnTo>
                  <a:lnTo>
                    <a:pt x="7386306" y="127834"/>
                  </a:lnTo>
                  <a:lnTo>
                    <a:pt x="7386451" y="127834"/>
                  </a:lnTo>
                  <a:lnTo>
                    <a:pt x="7386597" y="127834"/>
                  </a:lnTo>
                  <a:lnTo>
                    <a:pt x="7386742" y="127834"/>
                  </a:lnTo>
                  <a:lnTo>
                    <a:pt x="7386887" y="127834"/>
                  </a:lnTo>
                  <a:lnTo>
                    <a:pt x="7387033" y="127834"/>
                  </a:lnTo>
                  <a:lnTo>
                    <a:pt x="7387178" y="127834"/>
                  </a:lnTo>
                  <a:lnTo>
                    <a:pt x="7387324" y="127834"/>
                  </a:lnTo>
                  <a:lnTo>
                    <a:pt x="7387469" y="127834"/>
                  </a:lnTo>
                  <a:lnTo>
                    <a:pt x="7387615" y="127834"/>
                  </a:lnTo>
                  <a:lnTo>
                    <a:pt x="7387760" y="127834"/>
                  </a:lnTo>
                  <a:lnTo>
                    <a:pt x="7387905" y="127834"/>
                  </a:lnTo>
                  <a:lnTo>
                    <a:pt x="7388051" y="127834"/>
                  </a:lnTo>
                  <a:lnTo>
                    <a:pt x="7388196" y="127834"/>
                  </a:lnTo>
                  <a:lnTo>
                    <a:pt x="7388342" y="127834"/>
                  </a:lnTo>
                  <a:lnTo>
                    <a:pt x="7388487" y="127834"/>
                  </a:lnTo>
                  <a:lnTo>
                    <a:pt x="7388633" y="127834"/>
                  </a:lnTo>
                  <a:lnTo>
                    <a:pt x="7388778" y="127834"/>
                  </a:lnTo>
                  <a:lnTo>
                    <a:pt x="7388923" y="127834"/>
                  </a:lnTo>
                  <a:lnTo>
                    <a:pt x="7389069" y="127834"/>
                  </a:lnTo>
                  <a:lnTo>
                    <a:pt x="7389214" y="127834"/>
                  </a:lnTo>
                  <a:lnTo>
                    <a:pt x="7389360" y="127834"/>
                  </a:lnTo>
                  <a:lnTo>
                    <a:pt x="7389505" y="127834"/>
                  </a:lnTo>
                  <a:lnTo>
                    <a:pt x="7389651" y="127834"/>
                  </a:lnTo>
                  <a:lnTo>
                    <a:pt x="7389796" y="127834"/>
                  </a:lnTo>
                  <a:lnTo>
                    <a:pt x="7389941" y="127834"/>
                  </a:lnTo>
                  <a:lnTo>
                    <a:pt x="7390087" y="127834"/>
                  </a:lnTo>
                  <a:lnTo>
                    <a:pt x="7390232" y="127834"/>
                  </a:lnTo>
                  <a:lnTo>
                    <a:pt x="7390378" y="127834"/>
                  </a:lnTo>
                  <a:lnTo>
                    <a:pt x="7390523" y="127834"/>
                  </a:lnTo>
                  <a:lnTo>
                    <a:pt x="7390523" y="127210"/>
                  </a:lnTo>
                  <a:lnTo>
                    <a:pt x="7390669" y="127210"/>
                  </a:lnTo>
                  <a:lnTo>
                    <a:pt x="7390814" y="127210"/>
                  </a:lnTo>
                  <a:lnTo>
                    <a:pt x="7390959" y="127210"/>
                  </a:lnTo>
                  <a:lnTo>
                    <a:pt x="7391105" y="127210"/>
                  </a:lnTo>
                  <a:lnTo>
                    <a:pt x="7391250" y="127210"/>
                  </a:lnTo>
                  <a:lnTo>
                    <a:pt x="7391396" y="127210"/>
                  </a:lnTo>
                  <a:lnTo>
                    <a:pt x="7391541" y="127210"/>
                  </a:lnTo>
                  <a:lnTo>
                    <a:pt x="7391687" y="127210"/>
                  </a:lnTo>
                  <a:lnTo>
                    <a:pt x="7391832" y="127210"/>
                  </a:lnTo>
                  <a:lnTo>
                    <a:pt x="7391977" y="127210"/>
                  </a:lnTo>
                  <a:lnTo>
                    <a:pt x="7392123" y="127210"/>
                  </a:lnTo>
                  <a:lnTo>
                    <a:pt x="7392268" y="127210"/>
                  </a:lnTo>
                  <a:lnTo>
                    <a:pt x="7392268" y="126587"/>
                  </a:lnTo>
                  <a:lnTo>
                    <a:pt x="7392414" y="126587"/>
                  </a:lnTo>
                  <a:lnTo>
                    <a:pt x="7392559" y="126587"/>
                  </a:lnTo>
                  <a:lnTo>
                    <a:pt x="7392705" y="126587"/>
                  </a:lnTo>
                  <a:lnTo>
                    <a:pt x="7392850" y="126587"/>
                  </a:lnTo>
                  <a:lnTo>
                    <a:pt x="7392995" y="126587"/>
                  </a:lnTo>
                  <a:lnTo>
                    <a:pt x="7393141" y="126587"/>
                  </a:lnTo>
                  <a:lnTo>
                    <a:pt x="7393286" y="126587"/>
                  </a:lnTo>
                  <a:lnTo>
                    <a:pt x="7393432" y="126587"/>
                  </a:lnTo>
                  <a:lnTo>
                    <a:pt x="7393577" y="126587"/>
                  </a:lnTo>
                  <a:lnTo>
                    <a:pt x="7393722" y="126587"/>
                  </a:lnTo>
                  <a:lnTo>
                    <a:pt x="7393868" y="126587"/>
                  </a:lnTo>
                  <a:lnTo>
                    <a:pt x="7394013" y="126587"/>
                  </a:lnTo>
                  <a:lnTo>
                    <a:pt x="7394159" y="126587"/>
                  </a:lnTo>
                  <a:lnTo>
                    <a:pt x="7394304" y="126587"/>
                  </a:lnTo>
                  <a:lnTo>
                    <a:pt x="7394450" y="126587"/>
                  </a:lnTo>
                  <a:lnTo>
                    <a:pt x="7394595" y="126587"/>
                  </a:lnTo>
                  <a:lnTo>
                    <a:pt x="7394740" y="126587"/>
                  </a:lnTo>
                  <a:lnTo>
                    <a:pt x="7394886" y="126587"/>
                  </a:lnTo>
                  <a:lnTo>
                    <a:pt x="7395031" y="126587"/>
                  </a:lnTo>
                  <a:lnTo>
                    <a:pt x="7395177" y="126587"/>
                  </a:lnTo>
                  <a:lnTo>
                    <a:pt x="7395322" y="126587"/>
                  </a:lnTo>
                  <a:lnTo>
                    <a:pt x="7395468" y="126587"/>
                  </a:lnTo>
                  <a:lnTo>
                    <a:pt x="7395613" y="126587"/>
                  </a:lnTo>
                  <a:lnTo>
                    <a:pt x="7395758" y="126587"/>
                  </a:lnTo>
                  <a:lnTo>
                    <a:pt x="7395904" y="126587"/>
                  </a:lnTo>
                  <a:lnTo>
                    <a:pt x="7396049" y="126587"/>
                  </a:lnTo>
                  <a:lnTo>
                    <a:pt x="7396195" y="126587"/>
                  </a:lnTo>
                  <a:lnTo>
                    <a:pt x="7396340" y="126587"/>
                  </a:lnTo>
                  <a:lnTo>
                    <a:pt x="7396486" y="126587"/>
                  </a:lnTo>
                  <a:lnTo>
                    <a:pt x="7396631" y="126587"/>
                  </a:lnTo>
                  <a:lnTo>
                    <a:pt x="7396776" y="126587"/>
                  </a:lnTo>
                  <a:lnTo>
                    <a:pt x="7396922" y="126587"/>
                  </a:lnTo>
                  <a:lnTo>
                    <a:pt x="7397067" y="126587"/>
                  </a:lnTo>
                  <a:lnTo>
                    <a:pt x="7397213" y="126587"/>
                  </a:lnTo>
                  <a:lnTo>
                    <a:pt x="7397358" y="126587"/>
                  </a:lnTo>
                  <a:lnTo>
                    <a:pt x="7397504" y="126587"/>
                  </a:lnTo>
                  <a:lnTo>
                    <a:pt x="7397649" y="126587"/>
                  </a:lnTo>
                  <a:lnTo>
                    <a:pt x="7397794" y="126587"/>
                  </a:lnTo>
                  <a:lnTo>
                    <a:pt x="7397940" y="126587"/>
                  </a:lnTo>
                  <a:lnTo>
                    <a:pt x="7398085" y="126587"/>
                  </a:lnTo>
                  <a:lnTo>
                    <a:pt x="7398231" y="126587"/>
                  </a:lnTo>
                  <a:lnTo>
                    <a:pt x="7398376" y="126587"/>
                  </a:lnTo>
                  <a:lnTo>
                    <a:pt x="7398522" y="126587"/>
                  </a:lnTo>
                  <a:lnTo>
                    <a:pt x="7398667" y="126587"/>
                  </a:lnTo>
                  <a:lnTo>
                    <a:pt x="7398812" y="126587"/>
                  </a:lnTo>
                  <a:lnTo>
                    <a:pt x="7398958" y="126587"/>
                  </a:lnTo>
                  <a:lnTo>
                    <a:pt x="7399103" y="126587"/>
                  </a:lnTo>
                  <a:lnTo>
                    <a:pt x="7399249" y="126587"/>
                  </a:lnTo>
                  <a:lnTo>
                    <a:pt x="7399394" y="126587"/>
                  </a:lnTo>
                  <a:lnTo>
                    <a:pt x="7399540" y="126587"/>
                  </a:lnTo>
                  <a:lnTo>
                    <a:pt x="7399685" y="126587"/>
                  </a:lnTo>
                  <a:lnTo>
                    <a:pt x="7399830" y="126587"/>
                  </a:lnTo>
                  <a:lnTo>
                    <a:pt x="7399976" y="126587"/>
                  </a:lnTo>
                  <a:lnTo>
                    <a:pt x="7400121" y="126587"/>
                  </a:lnTo>
                  <a:lnTo>
                    <a:pt x="7400267" y="126587"/>
                  </a:lnTo>
                  <a:lnTo>
                    <a:pt x="7400412" y="126587"/>
                  </a:lnTo>
                  <a:lnTo>
                    <a:pt x="7400557" y="126587"/>
                  </a:lnTo>
                  <a:lnTo>
                    <a:pt x="7400703" y="126587"/>
                  </a:lnTo>
                  <a:lnTo>
                    <a:pt x="7400848" y="126587"/>
                  </a:lnTo>
                  <a:lnTo>
                    <a:pt x="7400994" y="126587"/>
                  </a:lnTo>
                  <a:lnTo>
                    <a:pt x="7401139" y="126587"/>
                  </a:lnTo>
                  <a:lnTo>
                    <a:pt x="7401285" y="126587"/>
                  </a:lnTo>
                  <a:lnTo>
                    <a:pt x="7401430" y="126587"/>
                  </a:lnTo>
                  <a:lnTo>
                    <a:pt x="7401575" y="126587"/>
                  </a:lnTo>
                  <a:lnTo>
                    <a:pt x="7401721" y="126587"/>
                  </a:lnTo>
                  <a:lnTo>
                    <a:pt x="7401866" y="126587"/>
                  </a:lnTo>
                  <a:lnTo>
                    <a:pt x="7401866" y="125963"/>
                  </a:lnTo>
                  <a:lnTo>
                    <a:pt x="7402012" y="125963"/>
                  </a:lnTo>
                  <a:lnTo>
                    <a:pt x="7402157" y="125963"/>
                  </a:lnTo>
                  <a:lnTo>
                    <a:pt x="7402303" y="125963"/>
                  </a:lnTo>
                  <a:lnTo>
                    <a:pt x="7402448" y="125963"/>
                  </a:lnTo>
                  <a:lnTo>
                    <a:pt x="7402593" y="125963"/>
                  </a:lnTo>
                  <a:lnTo>
                    <a:pt x="7402739" y="125963"/>
                  </a:lnTo>
                  <a:lnTo>
                    <a:pt x="7402884" y="125963"/>
                  </a:lnTo>
                  <a:lnTo>
                    <a:pt x="7403030" y="125963"/>
                  </a:lnTo>
                  <a:lnTo>
                    <a:pt x="7403175" y="125963"/>
                  </a:lnTo>
                  <a:lnTo>
                    <a:pt x="7403321" y="125963"/>
                  </a:lnTo>
                  <a:lnTo>
                    <a:pt x="7403466" y="125963"/>
                  </a:lnTo>
                  <a:lnTo>
                    <a:pt x="7403611" y="125963"/>
                  </a:lnTo>
                  <a:lnTo>
                    <a:pt x="7403757" y="125963"/>
                  </a:lnTo>
                  <a:lnTo>
                    <a:pt x="7403902" y="125963"/>
                  </a:lnTo>
                  <a:lnTo>
                    <a:pt x="7404048" y="125963"/>
                  </a:lnTo>
                  <a:lnTo>
                    <a:pt x="7404193" y="125963"/>
                  </a:lnTo>
                  <a:lnTo>
                    <a:pt x="7404339" y="125963"/>
                  </a:lnTo>
                  <a:lnTo>
                    <a:pt x="7404484" y="125963"/>
                  </a:lnTo>
                  <a:lnTo>
                    <a:pt x="7404629" y="125963"/>
                  </a:lnTo>
                  <a:lnTo>
                    <a:pt x="7404775" y="125963"/>
                  </a:lnTo>
                  <a:lnTo>
                    <a:pt x="7404920" y="125963"/>
                  </a:lnTo>
                  <a:lnTo>
                    <a:pt x="7405066" y="125963"/>
                  </a:lnTo>
                  <a:lnTo>
                    <a:pt x="7405211" y="125963"/>
                  </a:lnTo>
                  <a:lnTo>
                    <a:pt x="7405357" y="125963"/>
                  </a:lnTo>
                  <a:lnTo>
                    <a:pt x="7405502" y="125963"/>
                  </a:lnTo>
                  <a:lnTo>
                    <a:pt x="7405647" y="125963"/>
                  </a:lnTo>
                  <a:lnTo>
                    <a:pt x="7405793" y="125963"/>
                  </a:lnTo>
                  <a:lnTo>
                    <a:pt x="7405938" y="125963"/>
                  </a:lnTo>
                  <a:lnTo>
                    <a:pt x="7406084" y="125963"/>
                  </a:lnTo>
                  <a:lnTo>
                    <a:pt x="7406229" y="125963"/>
                  </a:lnTo>
                  <a:lnTo>
                    <a:pt x="7406375" y="125963"/>
                  </a:lnTo>
                  <a:lnTo>
                    <a:pt x="7406520" y="125963"/>
                  </a:lnTo>
                  <a:lnTo>
                    <a:pt x="7406665" y="125963"/>
                  </a:lnTo>
                  <a:lnTo>
                    <a:pt x="7406665" y="125340"/>
                  </a:lnTo>
                  <a:lnTo>
                    <a:pt x="7406811" y="125340"/>
                  </a:lnTo>
                  <a:lnTo>
                    <a:pt x="7406956" y="125340"/>
                  </a:lnTo>
                  <a:lnTo>
                    <a:pt x="7407102" y="125340"/>
                  </a:lnTo>
                  <a:lnTo>
                    <a:pt x="7407247" y="125340"/>
                  </a:lnTo>
                  <a:lnTo>
                    <a:pt x="7407392" y="125340"/>
                  </a:lnTo>
                  <a:lnTo>
                    <a:pt x="7407538" y="125340"/>
                  </a:lnTo>
                  <a:lnTo>
                    <a:pt x="7407683" y="125340"/>
                  </a:lnTo>
                  <a:lnTo>
                    <a:pt x="7407829" y="125340"/>
                  </a:lnTo>
                  <a:lnTo>
                    <a:pt x="7407974" y="125340"/>
                  </a:lnTo>
                  <a:lnTo>
                    <a:pt x="7408120" y="125340"/>
                  </a:lnTo>
                  <a:lnTo>
                    <a:pt x="7408265" y="125340"/>
                  </a:lnTo>
                  <a:lnTo>
                    <a:pt x="7408410" y="125340"/>
                  </a:lnTo>
                  <a:lnTo>
                    <a:pt x="7408556" y="125340"/>
                  </a:lnTo>
                  <a:lnTo>
                    <a:pt x="7408701" y="125340"/>
                  </a:lnTo>
                  <a:lnTo>
                    <a:pt x="7408847" y="125340"/>
                  </a:lnTo>
                  <a:lnTo>
                    <a:pt x="7408992" y="125340"/>
                  </a:lnTo>
                  <a:lnTo>
                    <a:pt x="7409138" y="125340"/>
                  </a:lnTo>
                  <a:lnTo>
                    <a:pt x="7409283" y="125340"/>
                  </a:lnTo>
                  <a:lnTo>
                    <a:pt x="7409428" y="125340"/>
                  </a:lnTo>
                  <a:lnTo>
                    <a:pt x="7409574" y="125340"/>
                  </a:lnTo>
                  <a:lnTo>
                    <a:pt x="7409719" y="125340"/>
                  </a:lnTo>
                  <a:lnTo>
                    <a:pt x="7409865" y="125340"/>
                  </a:lnTo>
                  <a:lnTo>
                    <a:pt x="7410010" y="125340"/>
                  </a:lnTo>
                  <a:lnTo>
                    <a:pt x="7410156" y="125340"/>
                  </a:lnTo>
                  <a:lnTo>
                    <a:pt x="7410301" y="125340"/>
                  </a:lnTo>
                  <a:lnTo>
                    <a:pt x="7410446" y="125340"/>
                  </a:lnTo>
                  <a:lnTo>
                    <a:pt x="7410592" y="125340"/>
                  </a:lnTo>
                  <a:lnTo>
                    <a:pt x="7410737" y="125340"/>
                  </a:lnTo>
                  <a:lnTo>
                    <a:pt x="7410883" y="125340"/>
                  </a:lnTo>
                  <a:lnTo>
                    <a:pt x="7411028" y="125340"/>
                  </a:lnTo>
                  <a:lnTo>
                    <a:pt x="7411174" y="125340"/>
                  </a:lnTo>
                  <a:lnTo>
                    <a:pt x="7411319" y="125340"/>
                  </a:lnTo>
                  <a:lnTo>
                    <a:pt x="7411464" y="125340"/>
                  </a:lnTo>
                  <a:lnTo>
                    <a:pt x="7411610" y="125340"/>
                  </a:lnTo>
                  <a:lnTo>
                    <a:pt x="7411755" y="125340"/>
                  </a:lnTo>
                  <a:lnTo>
                    <a:pt x="7411901" y="125340"/>
                  </a:lnTo>
                  <a:lnTo>
                    <a:pt x="7412046" y="125340"/>
                  </a:lnTo>
                  <a:lnTo>
                    <a:pt x="7412192" y="125340"/>
                  </a:lnTo>
                  <a:lnTo>
                    <a:pt x="7412337" y="125340"/>
                  </a:lnTo>
                  <a:lnTo>
                    <a:pt x="7412482" y="125340"/>
                  </a:lnTo>
                  <a:lnTo>
                    <a:pt x="7412628" y="125340"/>
                  </a:lnTo>
                  <a:lnTo>
                    <a:pt x="7412773" y="125340"/>
                  </a:lnTo>
                  <a:lnTo>
                    <a:pt x="7412919" y="125340"/>
                  </a:lnTo>
                  <a:lnTo>
                    <a:pt x="7413064" y="125340"/>
                  </a:lnTo>
                  <a:lnTo>
                    <a:pt x="7413210" y="125340"/>
                  </a:lnTo>
                  <a:lnTo>
                    <a:pt x="7413355" y="125340"/>
                  </a:lnTo>
                  <a:lnTo>
                    <a:pt x="7413500" y="125340"/>
                  </a:lnTo>
                  <a:lnTo>
                    <a:pt x="7413646" y="125340"/>
                  </a:lnTo>
                  <a:lnTo>
                    <a:pt x="7413646" y="124716"/>
                  </a:lnTo>
                  <a:lnTo>
                    <a:pt x="7413791" y="124716"/>
                  </a:lnTo>
                  <a:lnTo>
                    <a:pt x="7413937" y="124716"/>
                  </a:lnTo>
                  <a:lnTo>
                    <a:pt x="7414082" y="124716"/>
                  </a:lnTo>
                  <a:lnTo>
                    <a:pt x="7414227" y="124716"/>
                  </a:lnTo>
                  <a:lnTo>
                    <a:pt x="7414373" y="124716"/>
                  </a:lnTo>
                  <a:lnTo>
                    <a:pt x="7414373" y="124092"/>
                  </a:lnTo>
                  <a:lnTo>
                    <a:pt x="7414518" y="124092"/>
                  </a:lnTo>
                  <a:lnTo>
                    <a:pt x="7414664" y="124092"/>
                  </a:lnTo>
                  <a:lnTo>
                    <a:pt x="7414809" y="124092"/>
                  </a:lnTo>
                  <a:lnTo>
                    <a:pt x="7414955" y="124092"/>
                  </a:lnTo>
                  <a:lnTo>
                    <a:pt x="7415100" y="124092"/>
                  </a:lnTo>
                  <a:lnTo>
                    <a:pt x="7415245" y="124092"/>
                  </a:lnTo>
                  <a:lnTo>
                    <a:pt x="7415391" y="124092"/>
                  </a:lnTo>
                  <a:lnTo>
                    <a:pt x="7415391" y="123469"/>
                  </a:lnTo>
                  <a:lnTo>
                    <a:pt x="7415536" y="123469"/>
                  </a:lnTo>
                  <a:lnTo>
                    <a:pt x="7415682" y="123469"/>
                  </a:lnTo>
                  <a:lnTo>
                    <a:pt x="7415827" y="123469"/>
                  </a:lnTo>
                  <a:lnTo>
                    <a:pt x="7415973" y="123469"/>
                  </a:lnTo>
                  <a:lnTo>
                    <a:pt x="7416118" y="123469"/>
                  </a:lnTo>
                  <a:lnTo>
                    <a:pt x="7416263" y="123469"/>
                  </a:lnTo>
                  <a:lnTo>
                    <a:pt x="7416409" y="123469"/>
                  </a:lnTo>
                  <a:lnTo>
                    <a:pt x="7416554" y="123469"/>
                  </a:lnTo>
                  <a:lnTo>
                    <a:pt x="7416700" y="123469"/>
                  </a:lnTo>
                  <a:lnTo>
                    <a:pt x="7416845" y="123469"/>
                  </a:lnTo>
                  <a:lnTo>
                    <a:pt x="7416991" y="123469"/>
                  </a:lnTo>
                  <a:lnTo>
                    <a:pt x="7417136" y="123469"/>
                  </a:lnTo>
                  <a:lnTo>
                    <a:pt x="7417281" y="123469"/>
                  </a:lnTo>
                  <a:lnTo>
                    <a:pt x="7417427" y="123469"/>
                  </a:lnTo>
                  <a:lnTo>
                    <a:pt x="7417572" y="123469"/>
                  </a:lnTo>
                  <a:lnTo>
                    <a:pt x="7417718" y="123469"/>
                  </a:lnTo>
                  <a:lnTo>
                    <a:pt x="7417863" y="123469"/>
                  </a:lnTo>
                  <a:lnTo>
                    <a:pt x="7417863" y="122845"/>
                  </a:lnTo>
                  <a:lnTo>
                    <a:pt x="7418009" y="122845"/>
                  </a:lnTo>
                  <a:lnTo>
                    <a:pt x="7418154" y="122845"/>
                  </a:lnTo>
                  <a:lnTo>
                    <a:pt x="7418299" y="122845"/>
                  </a:lnTo>
                  <a:lnTo>
                    <a:pt x="7418445" y="122845"/>
                  </a:lnTo>
                  <a:lnTo>
                    <a:pt x="7418590" y="122845"/>
                  </a:lnTo>
                  <a:lnTo>
                    <a:pt x="7418736" y="122845"/>
                  </a:lnTo>
                  <a:lnTo>
                    <a:pt x="7418881" y="122845"/>
                  </a:lnTo>
                  <a:lnTo>
                    <a:pt x="7419027" y="122845"/>
                  </a:lnTo>
                  <a:lnTo>
                    <a:pt x="7419172" y="122845"/>
                  </a:lnTo>
                  <a:lnTo>
                    <a:pt x="7419317" y="122845"/>
                  </a:lnTo>
                  <a:lnTo>
                    <a:pt x="7419463" y="122845"/>
                  </a:lnTo>
                  <a:lnTo>
                    <a:pt x="7419608" y="122845"/>
                  </a:lnTo>
                  <a:lnTo>
                    <a:pt x="7419754" y="122845"/>
                  </a:lnTo>
                  <a:lnTo>
                    <a:pt x="7419899" y="122845"/>
                  </a:lnTo>
                  <a:lnTo>
                    <a:pt x="7420045" y="122845"/>
                  </a:lnTo>
                  <a:lnTo>
                    <a:pt x="7420190" y="122845"/>
                  </a:lnTo>
                  <a:lnTo>
                    <a:pt x="7420335" y="122845"/>
                  </a:lnTo>
                  <a:lnTo>
                    <a:pt x="7420481" y="122845"/>
                  </a:lnTo>
                  <a:lnTo>
                    <a:pt x="7420626" y="122845"/>
                  </a:lnTo>
                  <a:lnTo>
                    <a:pt x="7420772" y="122845"/>
                  </a:lnTo>
                  <a:lnTo>
                    <a:pt x="7420917" y="122845"/>
                  </a:lnTo>
                  <a:lnTo>
                    <a:pt x="7421062" y="122845"/>
                  </a:lnTo>
                  <a:lnTo>
                    <a:pt x="7421208" y="122845"/>
                  </a:lnTo>
                  <a:lnTo>
                    <a:pt x="7421353" y="122845"/>
                  </a:lnTo>
                  <a:lnTo>
                    <a:pt x="7421499" y="122845"/>
                  </a:lnTo>
                  <a:lnTo>
                    <a:pt x="7421644" y="122845"/>
                  </a:lnTo>
                  <a:lnTo>
                    <a:pt x="7421644" y="122222"/>
                  </a:lnTo>
                  <a:lnTo>
                    <a:pt x="7421790" y="122222"/>
                  </a:lnTo>
                  <a:lnTo>
                    <a:pt x="7421935" y="122222"/>
                  </a:lnTo>
                  <a:lnTo>
                    <a:pt x="7422080" y="122222"/>
                  </a:lnTo>
                  <a:lnTo>
                    <a:pt x="7422226" y="122222"/>
                  </a:lnTo>
                  <a:lnTo>
                    <a:pt x="7422371" y="122222"/>
                  </a:lnTo>
                  <a:lnTo>
                    <a:pt x="7422517" y="122222"/>
                  </a:lnTo>
                  <a:lnTo>
                    <a:pt x="7422662" y="122222"/>
                  </a:lnTo>
                  <a:lnTo>
                    <a:pt x="7422662" y="121598"/>
                  </a:lnTo>
                  <a:lnTo>
                    <a:pt x="7422808" y="121598"/>
                  </a:lnTo>
                  <a:lnTo>
                    <a:pt x="7422953" y="121598"/>
                  </a:lnTo>
                  <a:lnTo>
                    <a:pt x="7423098" y="121598"/>
                  </a:lnTo>
                  <a:lnTo>
                    <a:pt x="7423244" y="121598"/>
                  </a:lnTo>
                  <a:lnTo>
                    <a:pt x="7423389" y="121598"/>
                  </a:lnTo>
                  <a:lnTo>
                    <a:pt x="7423535" y="121598"/>
                  </a:lnTo>
                  <a:lnTo>
                    <a:pt x="7423680" y="121598"/>
                  </a:lnTo>
                  <a:lnTo>
                    <a:pt x="7423826" y="121598"/>
                  </a:lnTo>
                  <a:lnTo>
                    <a:pt x="7423971" y="121598"/>
                  </a:lnTo>
                  <a:lnTo>
                    <a:pt x="7424116" y="121598"/>
                  </a:lnTo>
                  <a:lnTo>
                    <a:pt x="7424262" y="121598"/>
                  </a:lnTo>
                  <a:lnTo>
                    <a:pt x="7424407" y="121598"/>
                  </a:lnTo>
                  <a:lnTo>
                    <a:pt x="7424553" y="121598"/>
                  </a:lnTo>
                  <a:lnTo>
                    <a:pt x="7424698" y="121598"/>
                  </a:lnTo>
                  <a:lnTo>
                    <a:pt x="7424844" y="121598"/>
                  </a:lnTo>
                  <a:lnTo>
                    <a:pt x="7424989" y="121598"/>
                  </a:lnTo>
                  <a:lnTo>
                    <a:pt x="7425134" y="121598"/>
                  </a:lnTo>
                  <a:lnTo>
                    <a:pt x="7425280" y="121598"/>
                  </a:lnTo>
                  <a:lnTo>
                    <a:pt x="7425425" y="121598"/>
                  </a:lnTo>
                  <a:lnTo>
                    <a:pt x="7425571" y="121598"/>
                  </a:lnTo>
                  <a:lnTo>
                    <a:pt x="7425716" y="121598"/>
                  </a:lnTo>
                  <a:lnTo>
                    <a:pt x="7425862" y="121598"/>
                  </a:lnTo>
                  <a:lnTo>
                    <a:pt x="7426007" y="121598"/>
                  </a:lnTo>
                  <a:lnTo>
                    <a:pt x="7426152" y="121598"/>
                  </a:lnTo>
                  <a:lnTo>
                    <a:pt x="7426298" y="121598"/>
                  </a:lnTo>
                  <a:lnTo>
                    <a:pt x="7426443" y="121598"/>
                  </a:lnTo>
                  <a:lnTo>
                    <a:pt x="7426443" y="120974"/>
                  </a:lnTo>
                  <a:lnTo>
                    <a:pt x="7426589" y="120974"/>
                  </a:lnTo>
                  <a:lnTo>
                    <a:pt x="7426734" y="120974"/>
                  </a:lnTo>
                  <a:lnTo>
                    <a:pt x="7426879" y="120974"/>
                  </a:lnTo>
                  <a:lnTo>
                    <a:pt x="7427025" y="120974"/>
                  </a:lnTo>
                  <a:lnTo>
                    <a:pt x="7427170" y="120974"/>
                  </a:lnTo>
                  <a:lnTo>
                    <a:pt x="7427316" y="120974"/>
                  </a:lnTo>
                  <a:lnTo>
                    <a:pt x="7427461" y="120974"/>
                  </a:lnTo>
                  <a:lnTo>
                    <a:pt x="7427607" y="120974"/>
                  </a:lnTo>
                  <a:lnTo>
                    <a:pt x="7427752" y="120974"/>
                  </a:lnTo>
                  <a:lnTo>
                    <a:pt x="7427897" y="120974"/>
                  </a:lnTo>
                  <a:lnTo>
                    <a:pt x="7428043" y="120974"/>
                  </a:lnTo>
                  <a:lnTo>
                    <a:pt x="7428188" y="120974"/>
                  </a:lnTo>
                  <a:lnTo>
                    <a:pt x="7428334" y="120974"/>
                  </a:lnTo>
                  <a:lnTo>
                    <a:pt x="7428479" y="120974"/>
                  </a:lnTo>
                  <a:lnTo>
                    <a:pt x="7428625" y="120974"/>
                  </a:lnTo>
                  <a:lnTo>
                    <a:pt x="7428770" y="120974"/>
                  </a:lnTo>
                  <a:lnTo>
                    <a:pt x="7428915" y="120974"/>
                  </a:lnTo>
                  <a:lnTo>
                    <a:pt x="7429061" y="120974"/>
                  </a:lnTo>
                  <a:lnTo>
                    <a:pt x="7429206" y="120974"/>
                  </a:lnTo>
                  <a:lnTo>
                    <a:pt x="7429352" y="120974"/>
                  </a:lnTo>
                  <a:lnTo>
                    <a:pt x="7429497" y="120974"/>
                  </a:lnTo>
                  <a:lnTo>
                    <a:pt x="7429643" y="120974"/>
                  </a:lnTo>
                  <a:lnTo>
                    <a:pt x="7429788" y="120974"/>
                  </a:lnTo>
                  <a:lnTo>
                    <a:pt x="7429933" y="120974"/>
                  </a:lnTo>
                  <a:lnTo>
                    <a:pt x="7430079" y="120974"/>
                  </a:lnTo>
                  <a:lnTo>
                    <a:pt x="7430224" y="120974"/>
                  </a:lnTo>
                  <a:lnTo>
                    <a:pt x="7430370" y="120974"/>
                  </a:lnTo>
                  <a:lnTo>
                    <a:pt x="7430515" y="120974"/>
                  </a:lnTo>
                  <a:lnTo>
                    <a:pt x="7430661" y="120974"/>
                  </a:lnTo>
                  <a:lnTo>
                    <a:pt x="7430806" y="120974"/>
                  </a:lnTo>
                  <a:lnTo>
                    <a:pt x="7430951" y="120974"/>
                  </a:lnTo>
                  <a:lnTo>
                    <a:pt x="7431097" y="120974"/>
                  </a:lnTo>
                  <a:lnTo>
                    <a:pt x="7431242" y="120974"/>
                  </a:lnTo>
                  <a:lnTo>
                    <a:pt x="7431388" y="120974"/>
                  </a:lnTo>
                  <a:lnTo>
                    <a:pt x="7431388" y="120351"/>
                  </a:lnTo>
                  <a:lnTo>
                    <a:pt x="7431533" y="120351"/>
                  </a:lnTo>
                  <a:lnTo>
                    <a:pt x="7431679" y="120351"/>
                  </a:lnTo>
                  <a:lnTo>
                    <a:pt x="7431824" y="120351"/>
                  </a:lnTo>
                  <a:lnTo>
                    <a:pt x="7431969" y="120351"/>
                  </a:lnTo>
                  <a:lnTo>
                    <a:pt x="7432115" y="120351"/>
                  </a:lnTo>
                  <a:lnTo>
                    <a:pt x="7432260" y="120351"/>
                  </a:lnTo>
                  <a:lnTo>
                    <a:pt x="7432406" y="120351"/>
                  </a:lnTo>
                  <a:lnTo>
                    <a:pt x="7432551" y="120351"/>
                  </a:lnTo>
                  <a:lnTo>
                    <a:pt x="7432697" y="120351"/>
                  </a:lnTo>
                  <a:lnTo>
                    <a:pt x="7432842" y="120351"/>
                  </a:lnTo>
                  <a:lnTo>
                    <a:pt x="7432987" y="120351"/>
                  </a:lnTo>
                  <a:lnTo>
                    <a:pt x="7432987" y="119727"/>
                  </a:lnTo>
                  <a:lnTo>
                    <a:pt x="7433133" y="119727"/>
                  </a:lnTo>
                  <a:lnTo>
                    <a:pt x="7433278" y="119727"/>
                  </a:lnTo>
                  <a:lnTo>
                    <a:pt x="7433424" y="119727"/>
                  </a:lnTo>
                  <a:lnTo>
                    <a:pt x="7433569" y="119727"/>
                  </a:lnTo>
                  <a:lnTo>
                    <a:pt x="7433714" y="119727"/>
                  </a:lnTo>
                  <a:lnTo>
                    <a:pt x="7433860" y="119727"/>
                  </a:lnTo>
                  <a:lnTo>
                    <a:pt x="7434005" y="119727"/>
                  </a:lnTo>
                  <a:lnTo>
                    <a:pt x="7434151" y="119727"/>
                  </a:lnTo>
                  <a:lnTo>
                    <a:pt x="7434296" y="119727"/>
                  </a:lnTo>
                  <a:lnTo>
                    <a:pt x="7434442" y="119727"/>
                  </a:lnTo>
                  <a:lnTo>
                    <a:pt x="7434587" y="119727"/>
                  </a:lnTo>
                  <a:lnTo>
                    <a:pt x="7434732" y="119727"/>
                  </a:lnTo>
                  <a:lnTo>
                    <a:pt x="7434878" y="119727"/>
                  </a:lnTo>
                  <a:lnTo>
                    <a:pt x="7435023" y="119727"/>
                  </a:lnTo>
                  <a:lnTo>
                    <a:pt x="7435169" y="119727"/>
                  </a:lnTo>
                  <a:lnTo>
                    <a:pt x="7435314" y="119727"/>
                  </a:lnTo>
                  <a:lnTo>
                    <a:pt x="7435460" y="119727"/>
                  </a:lnTo>
                  <a:lnTo>
                    <a:pt x="7435605" y="119727"/>
                  </a:lnTo>
                  <a:lnTo>
                    <a:pt x="7435750" y="119727"/>
                  </a:lnTo>
                  <a:lnTo>
                    <a:pt x="7435896" y="119727"/>
                  </a:lnTo>
                  <a:lnTo>
                    <a:pt x="7436041" y="119727"/>
                  </a:lnTo>
                  <a:lnTo>
                    <a:pt x="7436187" y="119727"/>
                  </a:lnTo>
                  <a:lnTo>
                    <a:pt x="7436332" y="119727"/>
                  </a:lnTo>
                  <a:lnTo>
                    <a:pt x="7436478" y="119727"/>
                  </a:lnTo>
                  <a:lnTo>
                    <a:pt x="7436623" y="119727"/>
                  </a:lnTo>
                  <a:lnTo>
                    <a:pt x="7436768" y="119727"/>
                  </a:lnTo>
                  <a:lnTo>
                    <a:pt x="7436914" y="119727"/>
                  </a:lnTo>
                  <a:lnTo>
                    <a:pt x="7437059" y="119727"/>
                  </a:lnTo>
                  <a:lnTo>
                    <a:pt x="7437205" y="119727"/>
                  </a:lnTo>
                  <a:lnTo>
                    <a:pt x="7437350" y="119727"/>
                  </a:lnTo>
                  <a:lnTo>
                    <a:pt x="7437496" y="119727"/>
                  </a:lnTo>
                  <a:lnTo>
                    <a:pt x="7437641" y="119727"/>
                  </a:lnTo>
                  <a:lnTo>
                    <a:pt x="7437786" y="119727"/>
                  </a:lnTo>
                  <a:lnTo>
                    <a:pt x="7437932" y="119727"/>
                  </a:lnTo>
                  <a:lnTo>
                    <a:pt x="7438077" y="119727"/>
                  </a:lnTo>
                  <a:lnTo>
                    <a:pt x="7438223" y="119727"/>
                  </a:lnTo>
                  <a:lnTo>
                    <a:pt x="7438368" y="119727"/>
                  </a:lnTo>
                  <a:lnTo>
                    <a:pt x="7438514" y="119727"/>
                  </a:lnTo>
                  <a:lnTo>
                    <a:pt x="7438659" y="119727"/>
                  </a:lnTo>
                  <a:lnTo>
                    <a:pt x="7438804" y="119727"/>
                  </a:lnTo>
                  <a:lnTo>
                    <a:pt x="7438804" y="119104"/>
                  </a:lnTo>
                  <a:lnTo>
                    <a:pt x="7438804" y="118480"/>
                  </a:lnTo>
                  <a:lnTo>
                    <a:pt x="7438950" y="118480"/>
                  </a:lnTo>
                  <a:lnTo>
                    <a:pt x="7439095" y="118480"/>
                  </a:lnTo>
                  <a:lnTo>
                    <a:pt x="7439241" y="118480"/>
                  </a:lnTo>
                  <a:lnTo>
                    <a:pt x="7439386" y="118480"/>
                  </a:lnTo>
                  <a:lnTo>
                    <a:pt x="7439532" y="118480"/>
                  </a:lnTo>
                  <a:lnTo>
                    <a:pt x="7439677" y="118480"/>
                  </a:lnTo>
                  <a:lnTo>
                    <a:pt x="7439822" y="118480"/>
                  </a:lnTo>
                  <a:lnTo>
                    <a:pt x="7439968" y="118480"/>
                  </a:lnTo>
                  <a:lnTo>
                    <a:pt x="7439968" y="117857"/>
                  </a:lnTo>
                  <a:lnTo>
                    <a:pt x="7440113" y="117857"/>
                  </a:lnTo>
                  <a:lnTo>
                    <a:pt x="7440259" y="117857"/>
                  </a:lnTo>
                  <a:lnTo>
                    <a:pt x="7440404" y="117857"/>
                  </a:lnTo>
                  <a:lnTo>
                    <a:pt x="7440549" y="117857"/>
                  </a:lnTo>
                  <a:lnTo>
                    <a:pt x="7440695" y="117857"/>
                  </a:lnTo>
                  <a:lnTo>
                    <a:pt x="7440840" y="117857"/>
                  </a:lnTo>
                  <a:lnTo>
                    <a:pt x="7440986" y="117857"/>
                  </a:lnTo>
                  <a:lnTo>
                    <a:pt x="7441131" y="117857"/>
                  </a:lnTo>
                  <a:lnTo>
                    <a:pt x="7441277" y="117857"/>
                  </a:lnTo>
                  <a:lnTo>
                    <a:pt x="7441422" y="117857"/>
                  </a:lnTo>
                  <a:lnTo>
                    <a:pt x="7441567" y="117857"/>
                  </a:lnTo>
                  <a:lnTo>
                    <a:pt x="7441713" y="117857"/>
                  </a:lnTo>
                  <a:lnTo>
                    <a:pt x="7441858" y="117857"/>
                  </a:lnTo>
                  <a:lnTo>
                    <a:pt x="7442004" y="117857"/>
                  </a:lnTo>
                  <a:lnTo>
                    <a:pt x="7442149" y="117857"/>
                  </a:lnTo>
                  <a:lnTo>
                    <a:pt x="7442295" y="117857"/>
                  </a:lnTo>
                  <a:lnTo>
                    <a:pt x="7442440" y="117857"/>
                  </a:lnTo>
                  <a:lnTo>
                    <a:pt x="7442585" y="117857"/>
                  </a:lnTo>
                  <a:lnTo>
                    <a:pt x="7442731" y="117857"/>
                  </a:lnTo>
                  <a:lnTo>
                    <a:pt x="7442876" y="117857"/>
                  </a:lnTo>
                  <a:lnTo>
                    <a:pt x="7443022" y="117857"/>
                  </a:lnTo>
                  <a:lnTo>
                    <a:pt x="7443167" y="117857"/>
                  </a:lnTo>
                  <a:lnTo>
                    <a:pt x="7443313" y="117857"/>
                  </a:lnTo>
                  <a:lnTo>
                    <a:pt x="7443458" y="117857"/>
                  </a:lnTo>
                  <a:lnTo>
                    <a:pt x="7443603" y="117857"/>
                  </a:lnTo>
                  <a:lnTo>
                    <a:pt x="7443749" y="117857"/>
                  </a:lnTo>
                  <a:lnTo>
                    <a:pt x="7443894" y="117857"/>
                  </a:lnTo>
                  <a:lnTo>
                    <a:pt x="7444040" y="117857"/>
                  </a:lnTo>
                  <a:lnTo>
                    <a:pt x="7444185" y="117857"/>
                  </a:lnTo>
                  <a:lnTo>
                    <a:pt x="7444331" y="117857"/>
                  </a:lnTo>
                  <a:lnTo>
                    <a:pt x="7444476" y="117857"/>
                  </a:lnTo>
                  <a:lnTo>
                    <a:pt x="7444621" y="117857"/>
                  </a:lnTo>
                  <a:lnTo>
                    <a:pt x="7444767" y="117857"/>
                  </a:lnTo>
                  <a:lnTo>
                    <a:pt x="7444912" y="117857"/>
                  </a:lnTo>
                  <a:lnTo>
                    <a:pt x="7445058" y="117857"/>
                  </a:lnTo>
                  <a:lnTo>
                    <a:pt x="7445203" y="117857"/>
                  </a:lnTo>
                  <a:lnTo>
                    <a:pt x="7445349" y="117857"/>
                  </a:lnTo>
                  <a:lnTo>
                    <a:pt x="7445494" y="117857"/>
                  </a:lnTo>
                  <a:lnTo>
                    <a:pt x="7445639" y="117857"/>
                  </a:lnTo>
                  <a:lnTo>
                    <a:pt x="7445785" y="117857"/>
                  </a:lnTo>
                  <a:lnTo>
                    <a:pt x="7445930" y="117857"/>
                  </a:lnTo>
                  <a:lnTo>
                    <a:pt x="7446076" y="117857"/>
                  </a:lnTo>
                  <a:lnTo>
                    <a:pt x="7446221" y="117857"/>
                  </a:lnTo>
                  <a:lnTo>
                    <a:pt x="7446367" y="117857"/>
                  </a:lnTo>
                  <a:lnTo>
                    <a:pt x="7446512" y="117857"/>
                  </a:lnTo>
                  <a:lnTo>
                    <a:pt x="7446657" y="117857"/>
                  </a:lnTo>
                  <a:lnTo>
                    <a:pt x="7446803" y="117857"/>
                  </a:lnTo>
                  <a:lnTo>
                    <a:pt x="7446948" y="117857"/>
                  </a:lnTo>
                  <a:lnTo>
                    <a:pt x="7447094" y="117857"/>
                  </a:lnTo>
                  <a:lnTo>
                    <a:pt x="7447239" y="117857"/>
                  </a:lnTo>
                  <a:lnTo>
                    <a:pt x="7447384" y="117857"/>
                  </a:lnTo>
                  <a:lnTo>
                    <a:pt x="7447530" y="117857"/>
                  </a:lnTo>
                  <a:lnTo>
                    <a:pt x="7447675" y="117857"/>
                  </a:lnTo>
                  <a:lnTo>
                    <a:pt x="7447821" y="117857"/>
                  </a:lnTo>
                  <a:lnTo>
                    <a:pt x="7447966" y="117857"/>
                  </a:lnTo>
                  <a:lnTo>
                    <a:pt x="7448112" y="117857"/>
                  </a:lnTo>
                  <a:lnTo>
                    <a:pt x="7448257" y="117857"/>
                  </a:lnTo>
                  <a:lnTo>
                    <a:pt x="7448402" y="117857"/>
                  </a:lnTo>
                  <a:lnTo>
                    <a:pt x="7448548" y="117857"/>
                  </a:lnTo>
                  <a:lnTo>
                    <a:pt x="7448693" y="117857"/>
                  </a:lnTo>
                  <a:lnTo>
                    <a:pt x="7448839" y="117857"/>
                  </a:lnTo>
                  <a:lnTo>
                    <a:pt x="7448984" y="117857"/>
                  </a:lnTo>
                  <a:lnTo>
                    <a:pt x="7449130" y="117857"/>
                  </a:lnTo>
                  <a:lnTo>
                    <a:pt x="7449275" y="117857"/>
                  </a:lnTo>
                  <a:lnTo>
                    <a:pt x="7449420" y="117857"/>
                  </a:lnTo>
                  <a:lnTo>
                    <a:pt x="7449566" y="117857"/>
                  </a:lnTo>
                  <a:lnTo>
                    <a:pt x="7449711" y="117857"/>
                  </a:lnTo>
                  <a:lnTo>
                    <a:pt x="7449857" y="117857"/>
                  </a:lnTo>
                  <a:lnTo>
                    <a:pt x="7450002" y="117857"/>
                  </a:lnTo>
                  <a:lnTo>
                    <a:pt x="7450148" y="117857"/>
                  </a:lnTo>
                  <a:lnTo>
                    <a:pt x="7450293" y="117857"/>
                  </a:lnTo>
                  <a:lnTo>
                    <a:pt x="7450438" y="117857"/>
                  </a:lnTo>
                  <a:lnTo>
                    <a:pt x="7450584" y="117857"/>
                  </a:lnTo>
                  <a:lnTo>
                    <a:pt x="7450729" y="117857"/>
                  </a:lnTo>
                  <a:lnTo>
                    <a:pt x="7450875" y="117857"/>
                  </a:lnTo>
                  <a:lnTo>
                    <a:pt x="7451020" y="117857"/>
                  </a:lnTo>
                  <a:lnTo>
                    <a:pt x="7451166" y="117857"/>
                  </a:lnTo>
                  <a:lnTo>
                    <a:pt x="7451311" y="117857"/>
                  </a:lnTo>
                  <a:lnTo>
                    <a:pt x="7451456" y="117857"/>
                  </a:lnTo>
                  <a:lnTo>
                    <a:pt x="7451602" y="117857"/>
                  </a:lnTo>
                  <a:lnTo>
                    <a:pt x="7451747" y="117857"/>
                  </a:lnTo>
                  <a:lnTo>
                    <a:pt x="7451893" y="117857"/>
                  </a:lnTo>
                  <a:lnTo>
                    <a:pt x="7452038" y="117857"/>
                  </a:lnTo>
                  <a:lnTo>
                    <a:pt x="7452184" y="117857"/>
                  </a:lnTo>
                  <a:lnTo>
                    <a:pt x="7452329" y="117857"/>
                  </a:lnTo>
                  <a:lnTo>
                    <a:pt x="7452474" y="117857"/>
                  </a:lnTo>
                  <a:lnTo>
                    <a:pt x="7452620" y="117857"/>
                  </a:lnTo>
                  <a:lnTo>
                    <a:pt x="7452765" y="117857"/>
                  </a:lnTo>
                  <a:lnTo>
                    <a:pt x="7452911" y="117857"/>
                  </a:lnTo>
                  <a:lnTo>
                    <a:pt x="7453056" y="117857"/>
                  </a:lnTo>
                  <a:lnTo>
                    <a:pt x="7453202" y="117857"/>
                  </a:lnTo>
                  <a:lnTo>
                    <a:pt x="7453347" y="117857"/>
                  </a:lnTo>
                  <a:lnTo>
                    <a:pt x="7453492" y="117857"/>
                  </a:lnTo>
                  <a:lnTo>
                    <a:pt x="7453638" y="117857"/>
                  </a:lnTo>
                  <a:lnTo>
                    <a:pt x="7453783" y="117857"/>
                  </a:lnTo>
                  <a:lnTo>
                    <a:pt x="7453929" y="117857"/>
                  </a:lnTo>
                  <a:lnTo>
                    <a:pt x="7454074" y="117857"/>
                  </a:lnTo>
                  <a:lnTo>
                    <a:pt x="7454219" y="117857"/>
                  </a:lnTo>
                  <a:lnTo>
                    <a:pt x="7454365" y="117857"/>
                  </a:lnTo>
                  <a:lnTo>
                    <a:pt x="7454510" y="117857"/>
                  </a:lnTo>
                  <a:lnTo>
                    <a:pt x="7454656" y="117857"/>
                  </a:lnTo>
                  <a:lnTo>
                    <a:pt x="7454801" y="117857"/>
                  </a:lnTo>
                  <a:lnTo>
                    <a:pt x="7454947" y="117857"/>
                  </a:lnTo>
                  <a:lnTo>
                    <a:pt x="7455092" y="117857"/>
                  </a:lnTo>
                  <a:lnTo>
                    <a:pt x="7455237" y="117857"/>
                  </a:lnTo>
                  <a:lnTo>
                    <a:pt x="7455383" y="117857"/>
                  </a:lnTo>
                  <a:lnTo>
                    <a:pt x="7455528" y="117857"/>
                  </a:lnTo>
                  <a:lnTo>
                    <a:pt x="7455674" y="117857"/>
                  </a:lnTo>
                  <a:lnTo>
                    <a:pt x="7455819" y="117857"/>
                  </a:lnTo>
                  <a:lnTo>
                    <a:pt x="7455965" y="117857"/>
                  </a:lnTo>
                  <a:lnTo>
                    <a:pt x="7456110" y="117857"/>
                  </a:lnTo>
                  <a:lnTo>
                    <a:pt x="7456255" y="117857"/>
                  </a:lnTo>
                  <a:lnTo>
                    <a:pt x="7456401" y="117857"/>
                  </a:lnTo>
                  <a:lnTo>
                    <a:pt x="7456546" y="117857"/>
                  </a:lnTo>
                  <a:lnTo>
                    <a:pt x="7456692" y="117857"/>
                  </a:lnTo>
                  <a:lnTo>
                    <a:pt x="7456837" y="117857"/>
                  </a:lnTo>
                  <a:lnTo>
                    <a:pt x="7456983" y="117857"/>
                  </a:lnTo>
                  <a:lnTo>
                    <a:pt x="7457128" y="117857"/>
                  </a:lnTo>
                  <a:lnTo>
                    <a:pt x="7457273" y="117857"/>
                  </a:lnTo>
                  <a:lnTo>
                    <a:pt x="7457419" y="117857"/>
                  </a:lnTo>
                  <a:lnTo>
                    <a:pt x="7457564" y="117857"/>
                  </a:lnTo>
                  <a:lnTo>
                    <a:pt x="7457710" y="117857"/>
                  </a:lnTo>
                  <a:lnTo>
                    <a:pt x="7457855" y="117857"/>
                  </a:lnTo>
                  <a:lnTo>
                    <a:pt x="7458001" y="117857"/>
                  </a:lnTo>
                  <a:lnTo>
                    <a:pt x="7458146" y="117857"/>
                  </a:lnTo>
                  <a:lnTo>
                    <a:pt x="7458291" y="117857"/>
                  </a:lnTo>
                  <a:lnTo>
                    <a:pt x="7458437" y="117857"/>
                  </a:lnTo>
                  <a:lnTo>
                    <a:pt x="7458582" y="117857"/>
                  </a:lnTo>
                  <a:lnTo>
                    <a:pt x="7458728" y="117857"/>
                  </a:lnTo>
                  <a:lnTo>
                    <a:pt x="7458873" y="117857"/>
                  </a:lnTo>
                  <a:lnTo>
                    <a:pt x="7459019" y="117857"/>
                  </a:lnTo>
                  <a:lnTo>
                    <a:pt x="7459164" y="117857"/>
                  </a:lnTo>
                  <a:lnTo>
                    <a:pt x="7459309" y="117857"/>
                  </a:lnTo>
                  <a:lnTo>
                    <a:pt x="7459455" y="117857"/>
                  </a:lnTo>
                  <a:lnTo>
                    <a:pt x="7459600" y="117857"/>
                  </a:lnTo>
                  <a:lnTo>
                    <a:pt x="7459746" y="117857"/>
                  </a:lnTo>
                  <a:lnTo>
                    <a:pt x="7459891" y="117857"/>
                  </a:lnTo>
                  <a:lnTo>
                    <a:pt x="7460037" y="117857"/>
                  </a:lnTo>
                  <a:lnTo>
                    <a:pt x="7460182" y="117857"/>
                  </a:lnTo>
                  <a:lnTo>
                    <a:pt x="7460327" y="117857"/>
                  </a:lnTo>
                  <a:lnTo>
                    <a:pt x="7460327" y="117233"/>
                  </a:lnTo>
                  <a:lnTo>
                    <a:pt x="7460473" y="117233"/>
                  </a:lnTo>
                  <a:lnTo>
                    <a:pt x="7460618" y="117233"/>
                  </a:lnTo>
                  <a:lnTo>
                    <a:pt x="7460764" y="117233"/>
                  </a:lnTo>
                  <a:lnTo>
                    <a:pt x="7460909" y="117233"/>
                  </a:lnTo>
                  <a:lnTo>
                    <a:pt x="7461054" y="117233"/>
                  </a:lnTo>
                  <a:lnTo>
                    <a:pt x="7461200" y="117233"/>
                  </a:lnTo>
                  <a:lnTo>
                    <a:pt x="7461345" y="117233"/>
                  </a:lnTo>
                  <a:lnTo>
                    <a:pt x="7461491" y="117233"/>
                  </a:lnTo>
                  <a:lnTo>
                    <a:pt x="7461636" y="117233"/>
                  </a:lnTo>
                  <a:lnTo>
                    <a:pt x="7461782" y="117233"/>
                  </a:lnTo>
                  <a:lnTo>
                    <a:pt x="7461927" y="117233"/>
                  </a:lnTo>
                  <a:lnTo>
                    <a:pt x="7462072" y="117233"/>
                  </a:lnTo>
                  <a:lnTo>
                    <a:pt x="7462218" y="117233"/>
                  </a:lnTo>
                  <a:lnTo>
                    <a:pt x="7462363" y="117233"/>
                  </a:lnTo>
                  <a:lnTo>
                    <a:pt x="7462509" y="117233"/>
                  </a:lnTo>
                  <a:lnTo>
                    <a:pt x="7462654" y="117233"/>
                  </a:lnTo>
                  <a:lnTo>
                    <a:pt x="7462800" y="117233"/>
                  </a:lnTo>
                  <a:lnTo>
                    <a:pt x="7462945" y="117233"/>
                  </a:lnTo>
                  <a:lnTo>
                    <a:pt x="7463090" y="117233"/>
                  </a:lnTo>
                  <a:lnTo>
                    <a:pt x="7463236" y="117233"/>
                  </a:lnTo>
                  <a:lnTo>
                    <a:pt x="7463381" y="117233"/>
                  </a:lnTo>
                  <a:lnTo>
                    <a:pt x="7463527" y="117233"/>
                  </a:lnTo>
                  <a:lnTo>
                    <a:pt x="7463672" y="117233"/>
                  </a:lnTo>
                  <a:lnTo>
                    <a:pt x="7463818" y="117233"/>
                  </a:lnTo>
                  <a:lnTo>
                    <a:pt x="7463963" y="117233"/>
                  </a:lnTo>
                  <a:lnTo>
                    <a:pt x="7464108" y="117233"/>
                  </a:lnTo>
                  <a:lnTo>
                    <a:pt x="7464254" y="117233"/>
                  </a:lnTo>
                  <a:lnTo>
                    <a:pt x="7464399" y="117233"/>
                  </a:lnTo>
                  <a:lnTo>
                    <a:pt x="7464545" y="117233"/>
                  </a:lnTo>
                  <a:lnTo>
                    <a:pt x="7464690" y="117233"/>
                  </a:lnTo>
                  <a:lnTo>
                    <a:pt x="7464836" y="117233"/>
                  </a:lnTo>
                  <a:lnTo>
                    <a:pt x="7464981" y="117233"/>
                  </a:lnTo>
                  <a:lnTo>
                    <a:pt x="7465126" y="117233"/>
                  </a:lnTo>
                  <a:lnTo>
                    <a:pt x="7465272" y="117233"/>
                  </a:lnTo>
                  <a:lnTo>
                    <a:pt x="7465417" y="117233"/>
                  </a:lnTo>
                  <a:lnTo>
                    <a:pt x="7465563" y="117233"/>
                  </a:lnTo>
                  <a:lnTo>
                    <a:pt x="7465708" y="117233"/>
                  </a:lnTo>
                  <a:lnTo>
                    <a:pt x="7465854" y="117233"/>
                  </a:lnTo>
                  <a:lnTo>
                    <a:pt x="7465999" y="117233"/>
                  </a:lnTo>
                  <a:lnTo>
                    <a:pt x="7466144" y="117233"/>
                  </a:lnTo>
                  <a:lnTo>
                    <a:pt x="7466290" y="117233"/>
                  </a:lnTo>
                  <a:lnTo>
                    <a:pt x="7466435" y="117233"/>
                  </a:lnTo>
                  <a:lnTo>
                    <a:pt x="7466581" y="117233"/>
                  </a:lnTo>
                  <a:lnTo>
                    <a:pt x="7466726" y="117233"/>
                  </a:lnTo>
                  <a:lnTo>
                    <a:pt x="7466872" y="117233"/>
                  </a:lnTo>
                  <a:lnTo>
                    <a:pt x="7467017" y="117233"/>
                  </a:lnTo>
                  <a:lnTo>
                    <a:pt x="7467162" y="117233"/>
                  </a:lnTo>
                  <a:lnTo>
                    <a:pt x="7467308" y="117233"/>
                  </a:lnTo>
                  <a:lnTo>
                    <a:pt x="7467453" y="117233"/>
                  </a:lnTo>
                  <a:lnTo>
                    <a:pt x="7467599" y="117233"/>
                  </a:lnTo>
                  <a:lnTo>
                    <a:pt x="7467744" y="117233"/>
                  </a:lnTo>
                  <a:lnTo>
                    <a:pt x="7467889" y="117233"/>
                  </a:lnTo>
                  <a:lnTo>
                    <a:pt x="7468035" y="117233"/>
                  </a:lnTo>
                  <a:lnTo>
                    <a:pt x="7468180" y="117233"/>
                  </a:lnTo>
                  <a:lnTo>
                    <a:pt x="7468326" y="117233"/>
                  </a:lnTo>
                  <a:lnTo>
                    <a:pt x="7468471" y="117233"/>
                  </a:lnTo>
                  <a:lnTo>
                    <a:pt x="7468617" y="117233"/>
                  </a:lnTo>
                  <a:lnTo>
                    <a:pt x="7468617" y="116609"/>
                  </a:lnTo>
                  <a:lnTo>
                    <a:pt x="7468762" y="116609"/>
                  </a:lnTo>
                  <a:lnTo>
                    <a:pt x="7468907" y="116609"/>
                  </a:lnTo>
                  <a:lnTo>
                    <a:pt x="7469053" y="116609"/>
                  </a:lnTo>
                  <a:lnTo>
                    <a:pt x="7469198" y="116609"/>
                  </a:lnTo>
                  <a:lnTo>
                    <a:pt x="7469344" y="116609"/>
                  </a:lnTo>
                  <a:lnTo>
                    <a:pt x="7469489" y="116609"/>
                  </a:lnTo>
                  <a:lnTo>
                    <a:pt x="7469635" y="116609"/>
                  </a:lnTo>
                  <a:lnTo>
                    <a:pt x="7469780" y="116609"/>
                  </a:lnTo>
                  <a:lnTo>
                    <a:pt x="7469925" y="116609"/>
                  </a:lnTo>
                  <a:lnTo>
                    <a:pt x="7470071" y="116609"/>
                  </a:lnTo>
                  <a:lnTo>
                    <a:pt x="7470216" y="116609"/>
                  </a:lnTo>
                  <a:lnTo>
                    <a:pt x="7470362" y="116609"/>
                  </a:lnTo>
                  <a:lnTo>
                    <a:pt x="7470507" y="116609"/>
                  </a:lnTo>
                  <a:lnTo>
                    <a:pt x="7470653" y="116609"/>
                  </a:lnTo>
                  <a:lnTo>
                    <a:pt x="7470798" y="116609"/>
                  </a:lnTo>
                  <a:lnTo>
                    <a:pt x="7470943" y="116609"/>
                  </a:lnTo>
                  <a:lnTo>
                    <a:pt x="7471089" y="116609"/>
                  </a:lnTo>
                  <a:lnTo>
                    <a:pt x="7471234" y="116609"/>
                  </a:lnTo>
                  <a:lnTo>
                    <a:pt x="7471380" y="116609"/>
                  </a:lnTo>
                  <a:lnTo>
                    <a:pt x="7471525" y="116609"/>
                  </a:lnTo>
                  <a:lnTo>
                    <a:pt x="7471671" y="116609"/>
                  </a:lnTo>
                  <a:lnTo>
                    <a:pt x="7471816" y="116609"/>
                  </a:lnTo>
                  <a:lnTo>
                    <a:pt x="7471816" y="115986"/>
                  </a:lnTo>
                  <a:lnTo>
                    <a:pt x="7471961" y="115986"/>
                  </a:lnTo>
                  <a:lnTo>
                    <a:pt x="7472107" y="115986"/>
                  </a:lnTo>
                  <a:lnTo>
                    <a:pt x="7472252" y="115986"/>
                  </a:lnTo>
                  <a:lnTo>
                    <a:pt x="7472398" y="115986"/>
                  </a:lnTo>
                  <a:lnTo>
                    <a:pt x="7472543" y="115986"/>
                  </a:lnTo>
                  <a:lnTo>
                    <a:pt x="7472689" y="115986"/>
                  </a:lnTo>
                  <a:lnTo>
                    <a:pt x="7472689" y="115362"/>
                  </a:lnTo>
                  <a:lnTo>
                    <a:pt x="7472834" y="115362"/>
                  </a:lnTo>
                  <a:lnTo>
                    <a:pt x="7472979" y="115362"/>
                  </a:lnTo>
                  <a:lnTo>
                    <a:pt x="7473125" y="115362"/>
                  </a:lnTo>
                  <a:lnTo>
                    <a:pt x="7473270" y="115362"/>
                  </a:lnTo>
                  <a:lnTo>
                    <a:pt x="7473416" y="115362"/>
                  </a:lnTo>
                  <a:lnTo>
                    <a:pt x="7473561" y="115362"/>
                  </a:lnTo>
                  <a:lnTo>
                    <a:pt x="7473707" y="115362"/>
                  </a:lnTo>
                  <a:lnTo>
                    <a:pt x="7473852" y="115362"/>
                  </a:lnTo>
                  <a:lnTo>
                    <a:pt x="7473997" y="115362"/>
                  </a:lnTo>
                  <a:lnTo>
                    <a:pt x="7474143" y="115362"/>
                  </a:lnTo>
                  <a:lnTo>
                    <a:pt x="7474288" y="115362"/>
                  </a:lnTo>
                  <a:lnTo>
                    <a:pt x="7474434" y="115362"/>
                  </a:lnTo>
                  <a:lnTo>
                    <a:pt x="7474579" y="115362"/>
                  </a:lnTo>
                  <a:lnTo>
                    <a:pt x="7474724" y="115362"/>
                  </a:lnTo>
                  <a:lnTo>
                    <a:pt x="7474870" y="115362"/>
                  </a:lnTo>
                  <a:lnTo>
                    <a:pt x="7474870" y="114739"/>
                  </a:lnTo>
                  <a:lnTo>
                    <a:pt x="7475015" y="114739"/>
                  </a:lnTo>
                  <a:lnTo>
                    <a:pt x="7475161" y="114739"/>
                  </a:lnTo>
                  <a:lnTo>
                    <a:pt x="7475306" y="114739"/>
                  </a:lnTo>
                  <a:lnTo>
                    <a:pt x="7475452" y="114739"/>
                  </a:lnTo>
                  <a:lnTo>
                    <a:pt x="7475597" y="114739"/>
                  </a:lnTo>
                  <a:lnTo>
                    <a:pt x="7475742" y="114739"/>
                  </a:lnTo>
                  <a:lnTo>
                    <a:pt x="7475888" y="114739"/>
                  </a:lnTo>
                  <a:lnTo>
                    <a:pt x="7476033" y="114739"/>
                  </a:lnTo>
                  <a:lnTo>
                    <a:pt x="7476179" y="114739"/>
                  </a:lnTo>
                  <a:lnTo>
                    <a:pt x="7476324" y="114739"/>
                  </a:lnTo>
                  <a:lnTo>
                    <a:pt x="7476470" y="114739"/>
                  </a:lnTo>
                  <a:lnTo>
                    <a:pt x="7476615" y="114739"/>
                  </a:lnTo>
                  <a:lnTo>
                    <a:pt x="7476760" y="114739"/>
                  </a:lnTo>
                  <a:lnTo>
                    <a:pt x="7476906" y="114739"/>
                  </a:lnTo>
                  <a:lnTo>
                    <a:pt x="7477051" y="114739"/>
                  </a:lnTo>
                  <a:lnTo>
                    <a:pt x="7477197" y="114739"/>
                  </a:lnTo>
                  <a:lnTo>
                    <a:pt x="7477342" y="114739"/>
                  </a:lnTo>
                  <a:lnTo>
                    <a:pt x="7477488" y="114739"/>
                  </a:lnTo>
                  <a:lnTo>
                    <a:pt x="7477488" y="114115"/>
                  </a:lnTo>
                  <a:lnTo>
                    <a:pt x="7477633" y="114115"/>
                  </a:lnTo>
                  <a:lnTo>
                    <a:pt x="7477778" y="114115"/>
                  </a:lnTo>
                  <a:lnTo>
                    <a:pt x="7477924" y="114115"/>
                  </a:lnTo>
                  <a:lnTo>
                    <a:pt x="7478069" y="114115"/>
                  </a:lnTo>
                  <a:lnTo>
                    <a:pt x="7478215" y="114115"/>
                  </a:lnTo>
                  <a:lnTo>
                    <a:pt x="7478215" y="113491"/>
                  </a:lnTo>
                  <a:lnTo>
                    <a:pt x="7478360" y="113491"/>
                  </a:lnTo>
                  <a:lnTo>
                    <a:pt x="7478506" y="113491"/>
                  </a:lnTo>
                  <a:lnTo>
                    <a:pt x="7478651" y="113491"/>
                  </a:lnTo>
                  <a:lnTo>
                    <a:pt x="7478796" y="113491"/>
                  </a:lnTo>
                  <a:lnTo>
                    <a:pt x="7478942" y="113491"/>
                  </a:lnTo>
                  <a:lnTo>
                    <a:pt x="7479087" y="113491"/>
                  </a:lnTo>
                  <a:lnTo>
                    <a:pt x="7479233" y="113491"/>
                  </a:lnTo>
                  <a:lnTo>
                    <a:pt x="7479378" y="113491"/>
                  </a:lnTo>
                  <a:lnTo>
                    <a:pt x="7479524" y="113491"/>
                  </a:lnTo>
                  <a:lnTo>
                    <a:pt x="7479669" y="113491"/>
                  </a:lnTo>
                  <a:lnTo>
                    <a:pt x="7479814" y="113491"/>
                  </a:lnTo>
                  <a:lnTo>
                    <a:pt x="7479960" y="113491"/>
                  </a:lnTo>
                  <a:lnTo>
                    <a:pt x="7480105" y="113491"/>
                  </a:lnTo>
                  <a:lnTo>
                    <a:pt x="7480251" y="113491"/>
                  </a:lnTo>
                  <a:lnTo>
                    <a:pt x="7480396" y="113491"/>
                  </a:lnTo>
                  <a:lnTo>
                    <a:pt x="7480542" y="113491"/>
                  </a:lnTo>
                  <a:lnTo>
                    <a:pt x="7480687" y="113491"/>
                  </a:lnTo>
                  <a:lnTo>
                    <a:pt x="7480832" y="113491"/>
                  </a:lnTo>
                  <a:lnTo>
                    <a:pt x="7480978" y="113491"/>
                  </a:lnTo>
                  <a:lnTo>
                    <a:pt x="7481123" y="113491"/>
                  </a:lnTo>
                  <a:lnTo>
                    <a:pt x="7481269" y="113491"/>
                  </a:lnTo>
                  <a:lnTo>
                    <a:pt x="7481414" y="113491"/>
                  </a:lnTo>
                  <a:lnTo>
                    <a:pt x="7481559" y="113491"/>
                  </a:lnTo>
                  <a:lnTo>
                    <a:pt x="7481705" y="113491"/>
                  </a:lnTo>
                  <a:lnTo>
                    <a:pt x="7481705" y="112868"/>
                  </a:lnTo>
                  <a:lnTo>
                    <a:pt x="7481850" y="112868"/>
                  </a:lnTo>
                  <a:lnTo>
                    <a:pt x="7481996" y="112868"/>
                  </a:lnTo>
                  <a:lnTo>
                    <a:pt x="7482141" y="112868"/>
                  </a:lnTo>
                  <a:lnTo>
                    <a:pt x="7482287" y="112868"/>
                  </a:lnTo>
                  <a:lnTo>
                    <a:pt x="7482432" y="112868"/>
                  </a:lnTo>
                  <a:lnTo>
                    <a:pt x="7482577" y="112868"/>
                  </a:lnTo>
                  <a:lnTo>
                    <a:pt x="7482723" y="112868"/>
                  </a:lnTo>
                  <a:lnTo>
                    <a:pt x="7482868" y="112868"/>
                  </a:lnTo>
                  <a:lnTo>
                    <a:pt x="7483014" y="112868"/>
                  </a:lnTo>
                  <a:lnTo>
                    <a:pt x="7483159" y="112868"/>
                  </a:lnTo>
                  <a:lnTo>
                    <a:pt x="7483305" y="112868"/>
                  </a:lnTo>
                  <a:lnTo>
                    <a:pt x="7483450" y="112868"/>
                  </a:lnTo>
                  <a:lnTo>
                    <a:pt x="7483595" y="112868"/>
                  </a:lnTo>
                  <a:lnTo>
                    <a:pt x="7483741" y="112868"/>
                  </a:lnTo>
                  <a:lnTo>
                    <a:pt x="7483886" y="112868"/>
                  </a:lnTo>
                  <a:lnTo>
                    <a:pt x="7484032" y="112868"/>
                  </a:lnTo>
                  <a:lnTo>
                    <a:pt x="7484177" y="112868"/>
                  </a:lnTo>
                  <a:lnTo>
                    <a:pt x="7484323" y="112868"/>
                  </a:lnTo>
                  <a:lnTo>
                    <a:pt x="7484468" y="112868"/>
                  </a:lnTo>
                  <a:lnTo>
                    <a:pt x="7484468" y="112244"/>
                  </a:lnTo>
                  <a:lnTo>
                    <a:pt x="7484613" y="112244"/>
                  </a:lnTo>
                  <a:lnTo>
                    <a:pt x="7484759" y="112244"/>
                  </a:lnTo>
                  <a:lnTo>
                    <a:pt x="7484904" y="112244"/>
                  </a:lnTo>
                  <a:lnTo>
                    <a:pt x="7485050" y="112244"/>
                  </a:lnTo>
                  <a:lnTo>
                    <a:pt x="7485195" y="112244"/>
                  </a:lnTo>
                  <a:lnTo>
                    <a:pt x="7485341" y="112244"/>
                  </a:lnTo>
                  <a:lnTo>
                    <a:pt x="7485486" y="112244"/>
                  </a:lnTo>
                  <a:lnTo>
                    <a:pt x="7485631" y="112244"/>
                  </a:lnTo>
                  <a:lnTo>
                    <a:pt x="7485777" y="112244"/>
                  </a:lnTo>
                  <a:lnTo>
                    <a:pt x="7485922" y="112244"/>
                  </a:lnTo>
                  <a:lnTo>
                    <a:pt x="7486068" y="112244"/>
                  </a:lnTo>
                  <a:lnTo>
                    <a:pt x="7486213" y="112244"/>
                  </a:lnTo>
                  <a:lnTo>
                    <a:pt x="7486359" y="112244"/>
                  </a:lnTo>
                  <a:lnTo>
                    <a:pt x="7486504" y="112244"/>
                  </a:lnTo>
                  <a:lnTo>
                    <a:pt x="7486649" y="112244"/>
                  </a:lnTo>
                  <a:lnTo>
                    <a:pt x="7486795" y="112244"/>
                  </a:lnTo>
                  <a:lnTo>
                    <a:pt x="7486940" y="112244"/>
                  </a:lnTo>
                  <a:lnTo>
                    <a:pt x="7487086" y="112244"/>
                  </a:lnTo>
                  <a:lnTo>
                    <a:pt x="7487231" y="112244"/>
                  </a:lnTo>
                  <a:lnTo>
                    <a:pt x="7487377" y="112244"/>
                  </a:lnTo>
                  <a:lnTo>
                    <a:pt x="7487522" y="112244"/>
                  </a:lnTo>
                  <a:lnTo>
                    <a:pt x="7487667" y="112244"/>
                  </a:lnTo>
                  <a:lnTo>
                    <a:pt x="7487813" y="112244"/>
                  </a:lnTo>
                  <a:lnTo>
                    <a:pt x="7487958" y="112244"/>
                  </a:lnTo>
                  <a:lnTo>
                    <a:pt x="7488104" y="112244"/>
                  </a:lnTo>
                  <a:lnTo>
                    <a:pt x="7488249" y="112244"/>
                  </a:lnTo>
                  <a:lnTo>
                    <a:pt x="7488394" y="112244"/>
                  </a:lnTo>
                  <a:lnTo>
                    <a:pt x="7488540" y="112244"/>
                  </a:lnTo>
                  <a:lnTo>
                    <a:pt x="7488685" y="112244"/>
                  </a:lnTo>
                  <a:lnTo>
                    <a:pt x="7488831" y="112244"/>
                  </a:lnTo>
                  <a:lnTo>
                    <a:pt x="7488976" y="112244"/>
                  </a:lnTo>
                  <a:lnTo>
                    <a:pt x="7489122" y="112244"/>
                  </a:lnTo>
                  <a:lnTo>
                    <a:pt x="7489267" y="112244"/>
                  </a:lnTo>
                  <a:lnTo>
                    <a:pt x="7489412" y="112244"/>
                  </a:lnTo>
                  <a:lnTo>
                    <a:pt x="7489558" y="112244"/>
                  </a:lnTo>
                  <a:lnTo>
                    <a:pt x="7489703" y="112244"/>
                  </a:lnTo>
                  <a:lnTo>
                    <a:pt x="7489849" y="112244"/>
                  </a:lnTo>
                  <a:lnTo>
                    <a:pt x="7489994" y="112244"/>
                  </a:lnTo>
                  <a:lnTo>
                    <a:pt x="7490140" y="112244"/>
                  </a:lnTo>
                  <a:lnTo>
                    <a:pt x="7490285" y="112244"/>
                  </a:lnTo>
                  <a:lnTo>
                    <a:pt x="7490430" y="112244"/>
                  </a:lnTo>
                  <a:lnTo>
                    <a:pt x="7490576" y="112244"/>
                  </a:lnTo>
                  <a:lnTo>
                    <a:pt x="7490721" y="112244"/>
                  </a:lnTo>
                  <a:lnTo>
                    <a:pt x="7490867" y="112244"/>
                  </a:lnTo>
                  <a:lnTo>
                    <a:pt x="7491012" y="112244"/>
                  </a:lnTo>
                  <a:lnTo>
                    <a:pt x="7491158" y="112244"/>
                  </a:lnTo>
                  <a:lnTo>
                    <a:pt x="7491303" y="112244"/>
                  </a:lnTo>
                  <a:lnTo>
                    <a:pt x="7491448" y="112244"/>
                  </a:lnTo>
                  <a:lnTo>
                    <a:pt x="7491594" y="112244"/>
                  </a:lnTo>
                  <a:lnTo>
                    <a:pt x="7491739" y="112244"/>
                  </a:lnTo>
                  <a:lnTo>
                    <a:pt x="7491885" y="112244"/>
                  </a:lnTo>
                  <a:lnTo>
                    <a:pt x="7492030" y="112244"/>
                  </a:lnTo>
                  <a:lnTo>
                    <a:pt x="7492176" y="112244"/>
                  </a:lnTo>
                  <a:lnTo>
                    <a:pt x="7492321" y="112244"/>
                  </a:lnTo>
                  <a:lnTo>
                    <a:pt x="7492466" y="112244"/>
                  </a:lnTo>
                  <a:lnTo>
                    <a:pt x="7492612" y="112244"/>
                  </a:lnTo>
                  <a:lnTo>
                    <a:pt x="7492757" y="112244"/>
                  </a:lnTo>
                  <a:lnTo>
                    <a:pt x="7492903" y="112244"/>
                  </a:lnTo>
                  <a:lnTo>
                    <a:pt x="7493048" y="112244"/>
                  </a:lnTo>
                  <a:lnTo>
                    <a:pt x="7493194" y="112244"/>
                  </a:lnTo>
                  <a:lnTo>
                    <a:pt x="7493339" y="112244"/>
                  </a:lnTo>
                  <a:lnTo>
                    <a:pt x="7493484" y="112244"/>
                  </a:lnTo>
                  <a:lnTo>
                    <a:pt x="7493630" y="112244"/>
                  </a:lnTo>
                  <a:lnTo>
                    <a:pt x="7493775" y="112244"/>
                  </a:lnTo>
                  <a:lnTo>
                    <a:pt x="7493921" y="112244"/>
                  </a:lnTo>
                  <a:lnTo>
                    <a:pt x="7494066" y="112244"/>
                  </a:lnTo>
                  <a:lnTo>
                    <a:pt x="7494212" y="112244"/>
                  </a:lnTo>
                  <a:lnTo>
                    <a:pt x="7494357" y="112244"/>
                  </a:lnTo>
                  <a:lnTo>
                    <a:pt x="7494502" y="112244"/>
                  </a:lnTo>
                  <a:lnTo>
                    <a:pt x="7494648" y="112244"/>
                  </a:lnTo>
                  <a:lnTo>
                    <a:pt x="7494793" y="112244"/>
                  </a:lnTo>
                  <a:lnTo>
                    <a:pt x="7494939" y="112244"/>
                  </a:lnTo>
                  <a:lnTo>
                    <a:pt x="7495084" y="112244"/>
                  </a:lnTo>
                  <a:lnTo>
                    <a:pt x="7495229" y="112244"/>
                  </a:lnTo>
                  <a:lnTo>
                    <a:pt x="7495375" y="112244"/>
                  </a:lnTo>
                  <a:lnTo>
                    <a:pt x="7495520" y="112244"/>
                  </a:lnTo>
                  <a:lnTo>
                    <a:pt x="7495666" y="112244"/>
                  </a:lnTo>
                  <a:lnTo>
                    <a:pt x="7495811" y="112244"/>
                  </a:lnTo>
                  <a:lnTo>
                    <a:pt x="7495957" y="112244"/>
                  </a:lnTo>
                  <a:lnTo>
                    <a:pt x="7496102" y="112244"/>
                  </a:lnTo>
                  <a:lnTo>
                    <a:pt x="7496247" y="112244"/>
                  </a:lnTo>
                  <a:lnTo>
                    <a:pt x="7496393" y="112244"/>
                  </a:lnTo>
                  <a:lnTo>
                    <a:pt x="7496538" y="112244"/>
                  </a:lnTo>
                  <a:lnTo>
                    <a:pt x="7496684" y="112244"/>
                  </a:lnTo>
                  <a:lnTo>
                    <a:pt x="7496829" y="112244"/>
                  </a:lnTo>
                  <a:lnTo>
                    <a:pt x="7496975" y="112244"/>
                  </a:lnTo>
                  <a:lnTo>
                    <a:pt x="7497120" y="112244"/>
                  </a:lnTo>
                  <a:lnTo>
                    <a:pt x="7497265" y="112244"/>
                  </a:lnTo>
                  <a:lnTo>
                    <a:pt x="7497411" y="112244"/>
                  </a:lnTo>
                  <a:lnTo>
                    <a:pt x="7497556" y="112244"/>
                  </a:lnTo>
                  <a:lnTo>
                    <a:pt x="7497702" y="112244"/>
                  </a:lnTo>
                  <a:lnTo>
                    <a:pt x="7497847" y="112244"/>
                  </a:lnTo>
                  <a:lnTo>
                    <a:pt x="7497993" y="112244"/>
                  </a:lnTo>
                  <a:lnTo>
                    <a:pt x="7498138" y="112244"/>
                  </a:lnTo>
                  <a:lnTo>
                    <a:pt x="7498283" y="112244"/>
                  </a:lnTo>
                  <a:lnTo>
                    <a:pt x="7498429" y="112244"/>
                  </a:lnTo>
                  <a:lnTo>
                    <a:pt x="7498574" y="112244"/>
                  </a:lnTo>
                  <a:lnTo>
                    <a:pt x="7498720" y="112244"/>
                  </a:lnTo>
                  <a:lnTo>
                    <a:pt x="7498865" y="112244"/>
                  </a:lnTo>
                  <a:lnTo>
                    <a:pt x="7499011" y="112244"/>
                  </a:lnTo>
                  <a:lnTo>
                    <a:pt x="7499156" y="112244"/>
                  </a:lnTo>
                  <a:lnTo>
                    <a:pt x="7499301" y="112244"/>
                  </a:lnTo>
                  <a:lnTo>
                    <a:pt x="7499447" y="112244"/>
                  </a:lnTo>
                  <a:lnTo>
                    <a:pt x="7499592" y="112244"/>
                  </a:lnTo>
                  <a:lnTo>
                    <a:pt x="7499738" y="112244"/>
                  </a:lnTo>
                  <a:lnTo>
                    <a:pt x="7499883" y="112244"/>
                  </a:lnTo>
                  <a:lnTo>
                    <a:pt x="7500029" y="112244"/>
                  </a:lnTo>
                  <a:lnTo>
                    <a:pt x="7500174" y="112244"/>
                  </a:lnTo>
                  <a:lnTo>
                    <a:pt x="7500319" y="112244"/>
                  </a:lnTo>
                  <a:lnTo>
                    <a:pt x="7500465" y="112244"/>
                  </a:lnTo>
                  <a:lnTo>
                    <a:pt x="7500465" y="111621"/>
                  </a:lnTo>
                  <a:lnTo>
                    <a:pt x="7500610" y="111621"/>
                  </a:lnTo>
                  <a:lnTo>
                    <a:pt x="7500756" y="111621"/>
                  </a:lnTo>
                  <a:lnTo>
                    <a:pt x="7500901" y="111621"/>
                  </a:lnTo>
                  <a:lnTo>
                    <a:pt x="7500901" y="110997"/>
                  </a:lnTo>
                  <a:lnTo>
                    <a:pt x="7501047" y="110997"/>
                  </a:lnTo>
                  <a:lnTo>
                    <a:pt x="7501192" y="110997"/>
                  </a:lnTo>
                  <a:lnTo>
                    <a:pt x="7501337" y="110997"/>
                  </a:lnTo>
                  <a:lnTo>
                    <a:pt x="7501483" y="110997"/>
                  </a:lnTo>
                  <a:lnTo>
                    <a:pt x="7501628" y="110997"/>
                  </a:lnTo>
                  <a:lnTo>
                    <a:pt x="7501774" y="110997"/>
                  </a:lnTo>
                  <a:lnTo>
                    <a:pt x="7501919" y="110997"/>
                  </a:lnTo>
                  <a:lnTo>
                    <a:pt x="7502064" y="110997"/>
                  </a:lnTo>
                  <a:lnTo>
                    <a:pt x="7502210" y="110997"/>
                  </a:lnTo>
                  <a:lnTo>
                    <a:pt x="7502355" y="110997"/>
                  </a:lnTo>
                  <a:lnTo>
                    <a:pt x="7502501" y="110997"/>
                  </a:lnTo>
                  <a:lnTo>
                    <a:pt x="7502646" y="110997"/>
                  </a:lnTo>
                  <a:lnTo>
                    <a:pt x="7502792" y="110997"/>
                  </a:lnTo>
                  <a:lnTo>
                    <a:pt x="7502937" y="110997"/>
                  </a:lnTo>
                  <a:lnTo>
                    <a:pt x="7503082" y="110997"/>
                  </a:lnTo>
                  <a:lnTo>
                    <a:pt x="7503228" y="110997"/>
                  </a:lnTo>
                  <a:lnTo>
                    <a:pt x="7503373" y="110997"/>
                  </a:lnTo>
                  <a:lnTo>
                    <a:pt x="7503519" y="110997"/>
                  </a:lnTo>
                  <a:lnTo>
                    <a:pt x="7503664" y="110997"/>
                  </a:lnTo>
                  <a:lnTo>
                    <a:pt x="7503810" y="110997"/>
                  </a:lnTo>
                  <a:lnTo>
                    <a:pt x="7503955" y="110997"/>
                  </a:lnTo>
                  <a:lnTo>
                    <a:pt x="7504100" y="110997"/>
                  </a:lnTo>
                  <a:lnTo>
                    <a:pt x="7504246" y="110997"/>
                  </a:lnTo>
                  <a:lnTo>
                    <a:pt x="7504391" y="110997"/>
                  </a:lnTo>
                  <a:lnTo>
                    <a:pt x="7504537" y="110997"/>
                  </a:lnTo>
                  <a:lnTo>
                    <a:pt x="7504682" y="110997"/>
                  </a:lnTo>
                  <a:lnTo>
                    <a:pt x="7504828" y="110997"/>
                  </a:lnTo>
                  <a:lnTo>
                    <a:pt x="7504973" y="110997"/>
                  </a:lnTo>
                  <a:lnTo>
                    <a:pt x="7505118" y="110997"/>
                  </a:lnTo>
                  <a:lnTo>
                    <a:pt x="7505264" y="110997"/>
                  </a:lnTo>
                  <a:lnTo>
                    <a:pt x="7505409" y="110997"/>
                  </a:lnTo>
                  <a:lnTo>
                    <a:pt x="7505555" y="110997"/>
                  </a:lnTo>
                  <a:lnTo>
                    <a:pt x="7505700" y="110997"/>
                  </a:lnTo>
                  <a:lnTo>
                    <a:pt x="7505846" y="110997"/>
                  </a:lnTo>
                  <a:lnTo>
                    <a:pt x="7505991" y="110997"/>
                  </a:lnTo>
                  <a:lnTo>
                    <a:pt x="7506136" y="110997"/>
                  </a:lnTo>
                  <a:lnTo>
                    <a:pt x="7506282" y="110997"/>
                  </a:lnTo>
                  <a:lnTo>
                    <a:pt x="7506427" y="110997"/>
                  </a:lnTo>
                  <a:lnTo>
                    <a:pt x="7506573" y="110997"/>
                  </a:lnTo>
                  <a:lnTo>
                    <a:pt x="7506718" y="110997"/>
                  </a:lnTo>
                  <a:lnTo>
                    <a:pt x="7506718" y="110374"/>
                  </a:lnTo>
                  <a:lnTo>
                    <a:pt x="7506864" y="110374"/>
                  </a:lnTo>
                  <a:lnTo>
                    <a:pt x="7507009" y="110374"/>
                  </a:lnTo>
                  <a:lnTo>
                    <a:pt x="7507154" y="110374"/>
                  </a:lnTo>
                  <a:lnTo>
                    <a:pt x="7507300" y="110374"/>
                  </a:lnTo>
                  <a:lnTo>
                    <a:pt x="7507445" y="110374"/>
                  </a:lnTo>
                  <a:lnTo>
                    <a:pt x="7507591" y="110374"/>
                  </a:lnTo>
                  <a:lnTo>
                    <a:pt x="7507591" y="109750"/>
                  </a:lnTo>
                  <a:lnTo>
                    <a:pt x="7507736" y="109750"/>
                  </a:lnTo>
                  <a:lnTo>
                    <a:pt x="7507881" y="109750"/>
                  </a:lnTo>
                  <a:lnTo>
                    <a:pt x="7508027" y="109750"/>
                  </a:lnTo>
                  <a:lnTo>
                    <a:pt x="7508172" y="109750"/>
                  </a:lnTo>
                  <a:lnTo>
                    <a:pt x="7508318" y="109750"/>
                  </a:lnTo>
                  <a:lnTo>
                    <a:pt x="7508463" y="109750"/>
                  </a:lnTo>
                  <a:lnTo>
                    <a:pt x="7508609" y="109750"/>
                  </a:lnTo>
                  <a:lnTo>
                    <a:pt x="7508754" y="109750"/>
                  </a:lnTo>
                  <a:lnTo>
                    <a:pt x="7508899" y="109750"/>
                  </a:lnTo>
                  <a:lnTo>
                    <a:pt x="7509045" y="109750"/>
                  </a:lnTo>
                  <a:lnTo>
                    <a:pt x="7509190" y="109750"/>
                  </a:lnTo>
                  <a:lnTo>
                    <a:pt x="7509336" y="109750"/>
                  </a:lnTo>
                  <a:lnTo>
                    <a:pt x="7509481" y="109750"/>
                  </a:lnTo>
                  <a:lnTo>
                    <a:pt x="7509627" y="109750"/>
                  </a:lnTo>
                  <a:lnTo>
                    <a:pt x="7509772" y="109750"/>
                  </a:lnTo>
                  <a:lnTo>
                    <a:pt x="7509917" y="109750"/>
                  </a:lnTo>
                  <a:lnTo>
                    <a:pt x="7509917" y="109126"/>
                  </a:lnTo>
                  <a:lnTo>
                    <a:pt x="7510063" y="109126"/>
                  </a:lnTo>
                  <a:lnTo>
                    <a:pt x="7510208" y="109126"/>
                  </a:lnTo>
                  <a:lnTo>
                    <a:pt x="7510354" y="109126"/>
                  </a:lnTo>
                  <a:lnTo>
                    <a:pt x="7510499" y="109126"/>
                  </a:lnTo>
                  <a:lnTo>
                    <a:pt x="7510645" y="109126"/>
                  </a:lnTo>
                  <a:lnTo>
                    <a:pt x="7510790" y="109126"/>
                  </a:lnTo>
                  <a:lnTo>
                    <a:pt x="7510935" y="109126"/>
                  </a:lnTo>
                  <a:lnTo>
                    <a:pt x="7511081" y="109126"/>
                  </a:lnTo>
                  <a:lnTo>
                    <a:pt x="7511226" y="109126"/>
                  </a:lnTo>
                  <a:lnTo>
                    <a:pt x="7511372" y="109126"/>
                  </a:lnTo>
                  <a:lnTo>
                    <a:pt x="7511517" y="109126"/>
                  </a:lnTo>
                  <a:lnTo>
                    <a:pt x="7511663" y="109126"/>
                  </a:lnTo>
                  <a:lnTo>
                    <a:pt x="7511808" y="109126"/>
                  </a:lnTo>
                  <a:lnTo>
                    <a:pt x="7511953" y="109126"/>
                  </a:lnTo>
                  <a:lnTo>
                    <a:pt x="7512099" y="109126"/>
                  </a:lnTo>
                  <a:lnTo>
                    <a:pt x="7512244" y="109126"/>
                  </a:lnTo>
                  <a:lnTo>
                    <a:pt x="7512390" y="109126"/>
                  </a:lnTo>
                  <a:lnTo>
                    <a:pt x="7512535" y="109126"/>
                  </a:lnTo>
                  <a:lnTo>
                    <a:pt x="7512681" y="109126"/>
                  </a:lnTo>
                  <a:lnTo>
                    <a:pt x="7512826" y="109126"/>
                  </a:lnTo>
                  <a:lnTo>
                    <a:pt x="7512971" y="109126"/>
                  </a:lnTo>
                  <a:lnTo>
                    <a:pt x="7513117" y="109126"/>
                  </a:lnTo>
                  <a:lnTo>
                    <a:pt x="7513262" y="109126"/>
                  </a:lnTo>
                  <a:lnTo>
                    <a:pt x="7513262" y="108503"/>
                  </a:lnTo>
                  <a:lnTo>
                    <a:pt x="7513408" y="108503"/>
                  </a:lnTo>
                  <a:lnTo>
                    <a:pt x="7513553" y="108503"/>
                  </a:lnTo>
                  <a:lnTo>
                    <a:pt x="7513699" y="108503"/>
                  </a:lnTo>
                  <a:lnTo>
                    <a:pt x="7513844" y="108503"/>
                  </a:lnTo>
                  <a:lnTo>
                    <a:pt x="7513989" y="108503"/>
                  </a:lnTo>
                  <a:lnTo>
                    <a:pt x="7514135" y="108503"/>
                  </a:lnTo>
                  <a:lnTo>
                    <a:pt x="7514280" y="108503"/>
                  </a:lnTo>
                  <a:lnTo>
                    <a:pt x="7514426" y="108503"/>
                  </a:lnTo>
                  <a:lnTo>
                    <a:pt x="7514571" y="108503"/>
                  </a:lnTo>
                  <a:lnTo>
                    <a:pt x="7514716" y="108503"/>
                  </a:lnTo>
                  <a:lnTo>
                    <a:pt x="7514862" y="108503"/>
                  </a:lnTo>
                  <a:lnTo>
                    <a:pt x="7515007" y="108503"/>
                  </a:lnTo>
                  <a:lnTo>
                    <a:pt x="7515153" y="108503"/>
                  </a:lnTo>
                  <a:lnTo>
                    <a:pt x="7515298" y="108503"/>
                  </a:lnTo>
                  <a:lnTo>
                    <a:pt x="7515444" y="108503"/>
                  </a:lnTo>
                  <a:lnTo>
                    <a:pt x="7515589" y="108503"/>
                  </a:lnTo>
                  <a:lnTo>
                    <a:pt x="7515734" y="108503"/>
                  </a:lnTo>
                  <a:lnTo>
                    <a:pt x="7515880" y="108503"/>
                  </a:lnTo>
                  <a:lnTo>
                    <a:pt x="7516025" y="108503"/>
                  </a:lnTo>
                  <a:lnTo>
                    <a:pt x="7516171" y="108503"/>
                  </a:lnTo>
                  <a:lnTo>
                    <a:pt x="7516316" y="108503"/>
                  </a:lnTo>
                  <a:lnTo>
                    <a:pt x="7516316" y="107879"/>
                  </a:lnTo>
                  <a:lnTo>
                    <a:pt x="7516462" y="107879"/>
                  </a:lnTo>
                  <a:lnTo>
                    <a:pt x="7516607" y="107879"/>
                  </a:lnTo>
                  <a:lnTo>
                    <a:pt x="7516752" y="107879"/>
                  </a:lnTo>
                  <a:lnTo>
                    <a:pt x="7516898" y="107879"/>
                  </a:lnTo>
                  <a:lnTo>
                    <a:pt x="7517043" y="107879"/>
                  </a:lnTo>
                  <a:lnTo>
                    <a:pt x="7517189" y="107879"/>
                  </a:lnTo>
                  <a:lnTo>
                    <a:pt x="7517334" y="107879"/>
                  </a:lnTo>
                  <a:lnTo>
                    <a:pt x="7517480" y="107879"/>
                  </a:lnTo>
                  <a:lnTo>
                    <a:pt x="7517625" y="107879"/>
                  </a:lnTo>
                  <a:lnTo>
                    <a:pt x="7517770" y="107879"/>
                  </a:lnTo>
                  <a:lnTo>
                    <a:pt x="7517916" y="107879"/>
                  </a:lnTo>
                  <a:lnTo>
                    <a:pt x="7518061" y="107879"/>
                  </a:lnTo>
                  <a:lnTo>
                    <a:pt x="7518207" y="107879"/>
                  </a:lnTo>
                  <a:lnTo>
                    <a:pt x="7518352" y="107879"/>
                  </a:lnTo>
                  <a:lnTo>
                    <a:pt x="7518498" y="107879"/>
                  </a:lnTo>
                  <a:lnTo>
                    <a:pt x="7518643" y="107879"/>
                  </a:lnTo>
                  <a:lnTo>
                    <a:pt x="7518788" y="107879"/>
                  </a:lnTo>
                  <a:lnTo>
                    <a:pt x="7518934" y="107879"/>
                  </a:lnTo>
                  <a:lnTo>
                    <a:pt x="7519079" y="107879"/>
                  </a:lnTo>
                  <a:lnTo>
                    <a:pt x="7519225" y="107879"/>
                  </a:lnTo>
                  <a:lnTo>
                    <a:pt x="7519370" y="107879"/>
                  </a:lnTo>
                  <a:lnTo>
                    <a:pt x="7519516" y="107879"/>
                  </a:lnTo>
                  <a:lnTo>
                    <a:pt x="7519661" y="107879"/>
                  </a:lnTo>
                  <a:lnTo>
                    <a:pt x="7519806" y="107879"/>
                  </a:lnTo>
                  <a:lnTo>
                    <a:pt x="7519952" y="107879"/>
                  </a:lnTo>
                  <a:lnTo>
                    <a:pt x="7520097" y="107879"/>
                  </a:lnTo>
                  <a:lnTo>
                    <a:pt x="7520243" y="107879"/>
                  </a:lnTo>
                  <a:lnTo>
                    <a:pt x="7520388" y="107879"/>
                  </a:lnTo>
                  <a:lnTo>
                    <a:pt x="7520534" y="107879"/>
                  </a:lnTo>
                  <a:lnTo>
                    <a:pt x="7520679" y="107879"/>
                  </a:lnTo>
                  <a:lnTo>
                    <a:pt x="7520824" y="107879"/>
                  </a:lnTo>
                  <a:lnTo>
                    <a:pt x="7520970" y="107879"/>
                  </a:lnTo>
                  <a:lnTo>
                    <a:pt x="7521115" y="107879"/>
                  </a:lnTo>
                  <a:lnTo>
                    <a:pt x="7521261" y="107879"/>
                  </a:lnTo>
                  <a:lnTo>
                    <a:pt x="7521406" y="107879"/>
                  </a:lnTo>
                  <a:lnTo>
                    <a:pt x="7521551" y="107879"/>
                  </a:lnTo>
                  <a:lnTo>
                    <a:pt x="7521697" y="107879"/>
                  </a:lnTo>
                  <a:lnTo>
                    <a:pt x="7521842" y="107879"/>
                  </a:lnTo>
                  <a:lnTo>
                    <a:pt x="7521988" y="107879"/>
                  </a:lnTo>
                  <a:lnTo>
                    <a:pt x="7522133" y="107879"/>
                  </a:lnTo>
                  <a:lnTo>
                    <a:pt x="7522279" y="107879"/>
                  </a:lnTo>
                  <a:lnTo>
                    <a:pt x="7522424" y="107879"/>
                  </a:lnTo>
                  <a:lnTo>
                    <a:pt x="7522569" y="107879"/>
                  </a:lnTo>
                  <a:lnTo>
                    <a:pt x="7522715" y="107879"/>
                  </a:lnTo>
                  <a:lnTo>
                    <a:pt x="7522860" y="107879"/>
                  </a:lnTo>
                  <a:lnTo>
                    <a:pt x="7523006" y="107879"/>
                  </a:lnTo>
                  <a:lnTo>
                    <a:pt x="7523151" y="107879"/>
                  </a:lnTo>
                  <a:lnTo>
                    <a:pt x="7523297" y="107879"/>
                  </a:lnTo>
                  <a:lnTo>
                    <a:pt x="7523442" y="107879"/>
                  </a:lnTo>
                  <a:lnTo>
                    <a:pt x="7523587" y="107879"/>
                  </a:lnTo>
                  <a:lnTo>
                    <a:pt x="7523733" y="107879"/>
                  </a:lnTo>
                  <a:lnTo>
                    <a:pt x="7523878" y="107879"/>
                  </a:lnTo>
                  <a:lnTo>
                    <a:pt x="7524024" y="107879"/>
                  </a:lnTo>
                  <a:lnTo>
                    <a:pt x="7524169" y="107879"/>
                  </a:lnTo>
                  <a:lnTo>
                    <a:pt x="7524315" y="107879"/>
                  </a:lnTo>
                  <a:lnTo>
                    <a:pt x="7524460" y="107879"/>
                  </a:lnTo>
                  <a:lnTo>
                    <a:pt x="7524605" y="107879"/>
                  </a:lnTo>
                  <a:lnTo>
                    <a:pt x="7524751" y="107879"/>
                  </a:lnTo>
                  <a:lnTo>
                    <a:pt x="7524896" y="107879"/>
                  </a:lnTo>
                  <a:lnTo>
                    <a:pt x="7525042" y="107879"/>
                  </a:lnTo>
                  <a:lnTo>
                    <a:pt x="7525187" y="107879"/>
                  </a:lnTo>
                  <a:lnTo>
                    <a:pt x="7525333" y="107879"/>
                  </a:lnTo>
                  <a:lnTo>
                    <a:pt x="7525478" y="107879"/>
                  </a:lnTo>
                  <a:lnTo>
                    <a:pt x="7525623" y="107879"/>
                  </a:lnTo>
                  <a:lnTo>
                    <a:pt x="7525769" y="107879"/>
                  </a:lnTo>
                  <a:lnTo>
                    <a:pt x="7525914" y="107879"/>
                  </a:lnTo>
                  <a:lnTo>
                    <a:pt x="7526060" y="107879"/>
                  </a:lnTo>
                  <a:lnTo>
                    <a:pt x="7526205" y="107879"/>
                  </a:lnTo>
                  <a:lnTo>
                    <a:pt x="7526351" y="107879"/>
                  </a:lnTo>
                  <a:lnTo>
                    <a:pt x="7526351" y="107256"/>
                  </a:lnTo>
                  <a:lnTo>
                    <a:pt x="7526496" y="107256"/>
                  </a:lnTo>
                  <a:lnTo>
                    <a:pt x="7526641" y="107256"/>
                  </a:lnTo>
                  <a:lnTo>
                    <a:pt x="7526787" y="107256"/>
                  </a:lnTo>
                  <a:lnTo>
                    <a:pt x="7526932" y="107256"/>
                  </a:lnTo>
                  <a:lnTo>
                    <a:pt x="7527078" y="107256"/>
                  </a:lnTo>
                  <a:lnTo>
                    <a:pt x="7527223" y="107256"/>
                  </a:lnTo>
                  <a:lnTo>
                    <a:pt x="7527369" y="107256"/>
                  </a:lnTo>
                  <a:lnTo>
                    <a:pt x="7527514" y="107256"/>
                  </a:lnTo>
                  <a:lnTo>
                    <a:pt x="7527659" y="107256"/>
                  </a:lnTo>
                  <a:lnTo>
                    <a:pt x="7527805" y="107256"/>
                  </a:lnTo>
                  <a:lnTo>
                    <a:pt x="7527950" y="107256"/>
                  </a:lnTo>
                  <a:lnTo>
                    <a:pt x="7528096" y="107256"/>
                  </a:lnTo>
                  <a:lnTo>
                    <a:pt x="7528241" y="107256"/>
                  </a:lnTo>
                  <a:lnTo>
                    <a:pt x="7528386" y="107256"/>
                  </a:lnTo>
                  <a:lnTo>
                    <a:pt x="7528532" y="107256"/>
                  </a:lnTo>
                  <a:lnTo>
                    <a:pt x="7528677" y="107256"/>
                  </a:lnTo>
                  <a:lnTo>
                    <a:pt x="7528823" y="107256"/>
                  </a:lnTo>
                  <a:lnTo>
                    <a:pt x="7528968" y="107256"/>
                  </a:lnTo>
                  <a:lnTo>
                    <a:pt x="7529114" y="107256"/>
                  </a:lnTo>
                  <a:lnTo>
                    <a:pt x="7529259" y="107256"/>
                  </a:lnTo>
                  <a:lnTo>
                    <a:pt x="7529404" y="107256"/>
                  </a:lnTo>
                  <a:lnTo>
                    <a:pt x="7529550" y="107256"/>
                  </a:lnTo>
                  <a:lnTo>
                    <a:pt x="7529695" y="107256"/>
                  </a:lnTo>
                  <a:lnTo>
                    <a:pt x="7529841" y="107256"/>
                  </a:lnTo>
                  <a:lnTo>
                    <a:pt x="7529986" y="107256"/>
                  </a:lnTo>
                  <a:lnTo>
                    <a:pt x="7530132" y="107256"/>
                  </a:lnTo>
                  <a:lnTo>
                    <a:pt x="7530277" y="107256"/>
                  </a:lnTo>
                  <a:lnTo>
                    <a:pt x="7530422" y="107256"/>
                  </a:lnTo>
                  <a:lnTo>
                    <a:pt x="7530568" y="107256"/>
                  </a:lnTo>
                  <a:lnTo>
                    <a:pt x="7530713" y="107256"/>
                  </a:lnTo>
                  <a:lnTo>
                    <a:pt x="7530859" y="107256"/>
                  </a:lnTo>
                  <a:lnTo>
                    <a:pt x="7531004" y="107256"/>
                  </a:lnTo>
                  <a:lnTo>
                    <a:pt x="7531150" y="107256"/>
                  </a:lnTo>
                  <a:lnTo>
                    <a:pt x="7531295" y="107256"/>
                  </a:lnTo>
                  <a:lnTo>
                    <a:pt x="7531440" y="107256"/>
                  </a:lnTo>
                  <a:lnTo>
                    <a:pt x="7531586" y="107256"/>
                  </a:lnTo>
                  <a:lnTo>
                    <a:pt x="7531731" y="107256"/>
                  </a:lnTo>
                  <a:lnTo>
                    <a:pt x="7531877" y="107256"/>
                  </a:lnTo>
                  <a:lnTo>
                    <a:pt x="7532022" y="107256"/>
                  </a:lnTo>
                  <a:lnTo>
                    <a:pt x="7532168" y="107256"/>
                  </a:lnTo>
                  <a:lnTo>
                    <a:pt x="7532313" y="107256"/>
                  </a:lnTo>
                  <a:lnTo>
                    <a:pt x="7532458" y="107256"/>
                  </a:lnTo>
                  <a:lnTo>
                    <a:pt x="7532604" y="107256"/>
                  </a:lnTo>
                  <a:lnTo>
                    <a:pt x="7532749" y="107256"/>
                  </a:lnTo>
                  <a:lnTo>
                    <a:pt x="7532895" y="107256"/>
                  </a:lnTo>
                  <a:lnTo>
                    <a:pt x="7533040" y="107256"/>
                  </a:lnTo>
                  <a:lnTo>
                    <a:pt x="7533186" y="107256"/>
                  </a:lnTo>
                  <a:lnTo>
                    <a:pt x="7533186" y="106632"/>
                  </a:lnTo>
                  <a:lnTo>
                    <a:pt x="7533331" y="106632"/>
                  </a:lnTo>
                  <a:lnTo>
                    <a:pt x="7533331" y="106008"/>
                  </a:lnTo>
                  <a:lnTo>
                    <a:pt x="7533476" y="106008"/>
                  </a:lnTo>
                  <a:lnTo>
                    <a:pt x="7533622" y="106008"/>
                  </a:lnTo>
                  <a:lnTo>
                    <a:pt x="7533767" y="106008"/>
                  </a:lnTo>
                  <a:lnTo>
                    <a:pt x="7533913" y="106008"/>
                  </a:lnTo>
                  <a:lnTo>
                    <a:pt x="7534058" y="106008"/>
                  </a:lnTo>
                  <a:lnTo>
                    <a:pt x="7534204" y="106008"/>
                  </a:lnTo>
                  <a:lnTo>
                    <a:pt x="7534349" y="106008"/>
                  </a:lnTo>
                  <a:lnTo>
                    <a:pt x="7534494" y="106008"/>
                  </a:lnTo>
                  <a:lnTo>
                    <a:pt x="7534640" y="106008"/>
                  </a:lnTo>
                  <a:lnTo>
                    <a:pt x="7534785" y="106008"/>
                  </a:lnTo>
                  <a:lnTo>
                    <a:pt x="7534931" y="106008"/>
                  </a:lnTo>
                  <a:lnTo>
                    <a:pt x="7535076" y="106008"/>
                  </a:lnTo>
                  <a:lnTo>
                    <a:pt x="7535221" y="106008"/>
                  </a:lnTo>
                  <a:lnTo>
                    <a:pt x="7535367" y="106008"/>
                  </a:lnTo>
                  <a:lnTo>
                    <a:pt x="7535512" y="106008"/>
                  </a:lnTo>
                  <a:lnTo>
                    <a:pt x="7535658" y="106008"/>
                  </a:lnTo>
                  <a:lnTo>
                    <a:pt x="7535803" y="106008"/>
                  </a:lnTo>
                  <a:lnTo>
                    <a:pt x="7535949" y="106008"/>
                  </a:lnTo>
                  <a:lnTo>
                    <a:pt x="7536094" y="106008"/>
                  </a:lnTo>
                  <a:lnTo>
                    <a:pt x="7536239" y="106008"/>
                  </a:lnTo>
                  <a:lnTo>
                    <a:pt x="7536385" y="106008"/>
                  </a:lnTo>
                  <a:lnTo>
                    <a:pt x="7536530" y="106008"/>
                  </a:lnTo>
                  <a:lnTo>
                    <a:pt x="7536676" y="106008"/>
                  </a:lnTo>
                  <a:lnTo>
                    <a:pt x="7536821" y="106008"/>
                  </a:lnTo>
                  <a:lnTo>
                    <a:pt x="7536967" y="106008"/>
                  </a:lnTo>
                  <a:lnTo>
                    <a:pt x="7537112" y="106008"/>
                  </a:lnTo>
                  <a:lnTo>
                    <a:pt x="7537257" y="106008"/>
                  </a:lnTo>
                  <a:lnTo>
                    <a:pt x="7537403" y="106008"/>
                  </a:lnTo>
                  <a:lnTo>
                    <a:pt x="7537548" y="106008"/>
                  </a:lnTo>
                  <a:lnTo>
                    <a:pt x="7537694" y="106008"/>
                  </a:lnTo>
                  <a:lnTo>
                    <a:pt x="7537694" y="105385"/>
                  </a:lnTo>
                  <a:lnTo>
                    <a:pt x="7537839" y="105385"/>
                  </a:lnTo>
                  <a:lnTo>
                    <a:pt x="7537985" y="105385"/>
                  </a:lnTo>
                  <a:lnTo>
                    <a:pt x="7538130" y="105385"/>
                  </a:lnTo>
                  <a:lnTo>
                    <a:pt x="7538275" y="105385"/>
                  </a:lnTo>
                  <a:lnTo>
                    <a:pt x="7538421" y="105385"/>
                  </a:lnTo>
                  <a:lnTo>
                    <a:pt x="7538566" y="105385"/>
                  </a:lnTo>
                  <a:lnTo>
                    <a:pt x="7538712" y="105385"/>
                  </a:lnTo>
                  <a:lnTo>
                    <a:pt x="7538857" y="105385"/>
                  </a:lnTo>
                  <a:lnTo>
                    <a:pt x="7539003" y="105385"/>
                  </a:lnTo>
                  <a:lnTo>
                    <a:pt x="7539148" y="105385"/>
                  </a:lnTo>
                  <a:lnTo>
                    <a:pt x="7539293" y="105385"/>
                  </a:lnTo>
                  <a:lnTo>
                    <a:pt x="7539439" y="105385"/>
                  </a:lnTo>
                  <a:lnTo>
                    <a:pt x="7539584" y="105385"/>
                  </a:lnTo>
                  <a:lnTo>
                    <a:pt x="7539584" y="104761"/>
                  </a:lnTo>
                  <a:lnTo>
                    <a:pt x="7539730" y="104761"/>
                  </a:lnTo>
                  <a:lnTo>
                    <a:pt x="7539875" y="104761"/>
                  </a:lnTo>
                  <a:lnTo>
                    <a:pt x="7540021" y="104761"/>
                  </a:lnTo>
                  <a:lnTo>
                    <a:pt x="7540021" y="104138"/>
                  </a:lnTo>
                  <a:lnTo>
                    <a:pt x="7540166" y="104138"/>
                  </a:lnTo>
                  <a:lnTo>
                    <a:pt x="7540311" y="104138"/>
                  </a:lnTo>
                  <a:lnTo>
                    <a:pt x="7540457" y="104138"/>
                  </a:lnTo>
                  <a:lnTo>
                    <a:pt x="7540602" y="104138"/>
                  </a:lnTo>
                  <a:lnTo>
                    <a:pt x="7540602" y="103514"/>
                  </a:lnTo>
                  <a:lnTo>
                    <a:pt x="7540748" y="103514"/>
                  </a:lnTo>
                  <a:lnTo>
                    <a:pt x="7540893" y="103514"/>
                  </a:lnTo>
                  <a:lnTo>
                    <a:pt x="7541039" y="103514"/>
                  </a:lnTo>
                  <a:lnTo>
                    <a:pt x="7541184" y="103514"/>
                  </a:lnTo>
                  <a:lnTo>
                    <a:pt x="7541329" y="103514"/>
                  </a:lnTo>
                  <a:lnTo>
                    <a:pt x="7541475" y="103514"/>
                  </a:lnTo>
                  <a:lnTo>
                    <a:pt x="7541620" y="103514"/>
                  </a:lnTo>
                  <a:lnTo>
                    <a:pt x="7541766" y="103514"/>
                  </a:lnTo>
                  <a:lnTo>
                    <a:pt x="7541911" y="103514"/>
                  </a:lnTo>
                  <a:lnTo>
                    <a:pt x="7542056" y="103514"/>
                  </a:lnTo>
                  <a:lnTo>
                    <a:pt x="7542202" y="103514"/>
                  </a:lnTo>
                  <a:lnTo>
                    <a:pt x="7542347" y="103514"/>
                  </a:lnTo>
                  <a:lnTo>
                    <a:pt x="7542493" y="103514"/>
                  </a:lnTo>
                  <a:lnTo>
                    <a:pt x="7542638" y="103514"/>
                  </a:lnTo>
                  <a:lnTo>
                    <a:pt x="7542784" y="103514"/>
                  </a:lnTo>
                  <a:lnTo>
                    <a:pt x="7542929" y="103514"/>
                  </a:lnTo>
                  <a:lnTo>
                    <a:pt x="7543074" y="103514"/>
                  </a:lnTo>
                  <a:lnTo>
                    <a:pt x="7543220" y="103514"/>
                  </a:lnTo>
                  <a:lnTo>
                    <a:pt x="7543365" y="103514"/>
                  </a:lnTo>
                  <a:lnTo>
                    <a:pt x="7543511" y="103514"/>
                  </a:lnTo>
                  <a:lnTo>
                    <a:pt x="7543656" y="103514"/>
                  </a:lnTo>
                  <a:lnTo>
                    <a:pt x="7543802" y="103514"/>
                  </a:lnTo>
                  <a:lnTo>
                    <a:pt x="7543947" y="103514"/>
                  </a:lnTo>
                  <a:lnTo>
                    <a:pt x="7544092" y="103514"/>
                  </a:lnTo>
                  <a:lnTo>
                    <a:pt x="7544238" y="103514"/>
                  </a:lnTo>
                  <a:lnTo>
                    <a:pt x="7544383" y="103514"/>
                  </a:lnTo>
                  <a:lnTo>
                    <a:pt x="7544529" y="103514"/>
                  </a:lnTo>
                  <a:lnTo>
                    <a:pt x="7544674" y="103514"/>
                  </a:lnTo>
                  <a:lnTo>
                    <a:pt x="7544820" y="103514"/>
                  </a:lnTo>
                  <a:lnTo>
                    <a:pt x="7544965" y="103514"/>
                  </a:lnTo>
                  <a:lnTo>
                    <a:pt x="7545110" y="103514"/>
                  </a:lnTo>
                  <a:lnTo>
                    <a:pt x="7545256" y="103514"/>
                  </a:lnTo>
                  <a:lnTo>
                    <a:pt x="7545401" y="103514"/>
                  </a:lnTo>
                  <a:lnTo>
                    <a:pt x="7545547" y="103514"/>
                  </a:lnTo>
                  <a:lnTo>
                    <a:pt x="7545692" y="103514"/>
                  </a:lnTo>
                  <a:lnTo>
                    <a:pt x="7545838" y="103514"/>
                  </a:lnTo>
                  <a:lnTo>
                    <a:pt x="7545983" y="103514"/>
                  </a:lnTo>
                  <a:lnTo>
                    <a:pt x="7546128" y="103514"/>
                  </a:lnTo>
                  <a:lnTo>
                    <a:pt x="7546274" y="103514"/>
                  </a:lnTo>
                  <a:lnTo>
                    <a:pt x="7546419" y="103514"/>
                  </a:lnTo>
                  <a:lnTo>
                    <a:pt x="7546565" y="103514"/>
                  </a:lnTo>
                  <a:lnTo>
                    <a:pt x="7546710" y="103514"/>
                  </a:lnTo>
                  <a:lnTo>
                    <a:pt x="7546856" y="103514"/>
                  </a:lnTo>
                  <a:lnTo>
                    <a:pt x="7547001" y="103514"/>
                  </a:lnTo>
                  <a:lnTo>
                    <a:pt x="7547146" y="103514"/>
                  </a:lnTo>
                  <a:lnTo>
                    <a:pt x="7547292" y="103514"/>
                  </a:lnTo>
                  <a:lnTo>
                    <a:pt x="7547437" y="103514"/>
                  </a:lnTo>
                  <a:lnTo>
                    <a:pt x="7547583" y="103514"/>
                  </a:lnTo>
                  <a:lnTo>
                    <a:pt x="7547728" y="103514"/>
                  </a:lnTo>
                  <a:lnTo>
                    <a:pt x="7547874" y="103514"/>
                  </a:lnTo>
                  <a:lnTo>
                    <a:pt x="7548019" y="103514"/>
                  </a:lnTo>
                  <a:lnTo>
                    <a:pt x="7548164" y="103514"/>
                  </a:lnTo>
                  <a:lnTo>
                    <a:pt x="7548310" y="103514"/>
                  </a:lnTo>
                  <a:lnTo>
                    <a:pt x="7548455" y="103514"/>
                  </a:lnTo>
                  <a:lnTo>
                    <a:pt x="7548601" y="103514"/>
                  </a:lnTo>
                  <a:lnTo>
                    <a:pt x="7548746" y="103514"/>
                  </a:lnTo>
                  <a:lnTo>
                    <a:pt x="7548891" y="103514"/>
                  </a:lnTo>
                  <a:lnTo>
                    <a:pt x="7549037" y="103514"/>
                  </a:lnTo>
                  <a:lnTo>
                    <a:pt x="7549182" y="103514"/>
                  </a:lnTo>
                  <a:lnTo>
                    <a:pt x="7549328" y="103514"/>
                  </a:lnTo>
                  <a:lnTo>
                    <a:pt x="7549473" y="103514"/>
                  </a:lnTo>
                  <a:lnTo>
                    <a:pt x="7549619" y="103514"/>
                  </a:lnTo>
                  <a:lnTo>
                    <a:pt x="7549764" y="103514"/>
                  </a:lnTo>
                  <a:lnTo>
                    <a:pt x="7549909" y="103514"/>
                  </a:lnTo>
                  <a:lnTo>
                    <a:pt x="7550055" y="103514"/>
                  </a:lnTo>
                  <a:lnTo>
                    <a:pt x="7550200" y="103514"/>
                  </a:lnTo>
                  <a:lnTo>
                    <a:pt x="7550346" y="103514"/>
                  </a:lnTo>
                  <a:lnTo>
                    <a:pt x="7550491" y="103514"/>
                  </a:lnTo>
                  <a:lnTo>
                    <a:pt x="7550637" y="103514"/>
                  </a:lnTo>
                  <a:lnTo>
                    <a:pt x="7550782" y="103514"/>
                  </a:lnTo>
                  <a:lnTo>
                    <a:pt x="7550927" y="103514"/>
                  </a:lnTo>
                  <a:lnTo>
                    <a:pt x="7551073" y="103514"/>
                  </a:lnTo>
                  <a:lnTo>
                    <a:pt x="7551218" y="103514"/>
                  </a:lnTo>
                  <a:lnTo>
                    <a:pt x="7551364" y="103514"/>
                  </a:lnTo>
                  <a:lnTo>
                    <a:pt x="7551509" y="103514"/>
                  </a:lnTo>
                  <a:lnTo>
                    <a:pt x="7551655" y="103514"/>
                  </a:lnTo>
                  <a:lnTo>
                    <a:pt x="7551800" y="103514"/>
                  </a:lnTo>
                  <a:lnTo>
                    <a:pt x="7551945" y="103514"/>
                  </a:lnTo>
                  <a:lnTo>
                    <a:pt x="7552091" y="103514"/>
                  </a:lnTo>
                  <a:lnTo>
                    <a:pt x="7552236" y="103514"/>
                  </a:lnTo>
                  <a:lnTo>
                    <a:pt x="7552382" y="103514"/>
                  </a:lnTo>
                  <a:lnTo>
                    <a:pt x="7552527" y="103514"/>
                  </a:lnTo>
                  <a:lnTo>
                    <a:pt x="7552673" y="103514"/>
                  </a:lnTo>
                  <a:lnTo>
                    <a:pt x="7552818" y="103514"/>
                  </a:lnTo>
                  <a:lnTo>
                    <a:pt x="7552963" y="103514"/>
                  </a:lnTo>
                  <a:lnTo>
                    <a:pt x="7553109" y="103514"/>
                  </a:lnTo>
                  <a:lnTo>
                    <a:pt x="7553254" y="103514"/>
                  </a:lnTo>
                  <a:lnTo>
                    <a:pt x="7553400" y="103514"/>
                  </a:lnTo>
                  <a:lnTo>
                    <a:pt x="7553545" y="103514"/>
                  </a:lnTo>
                  <a:lnTo>
                    <a:pt x="7553691" y="103514"/>
                  </a:lnTo>
                  <a:lnTo>
                    <a:pt x="7553836" y="103514"/>
                  </a:lnTo>
                  <a:lnTo>
                    <a:pt x="7553981" y="103514"/>
                  </a:lnTo>
                  <a:lnTo>
                    <a:pt x="7554127" y="103514"/>
                  </a:lnTo>
                  <a:lnTo>
                    <a:pt x="7554272" y="103514"/>
                  </a:lnTo>
                  <a:lnTo>
                    <a:pt x="7554272" y="102891"/>
                  </a:lnTo>
                  <a:lnTo>
                    <a:pt x="7554418" y="102891"/>
                  </a:lnTo>
                  <a:lnTo>
                    <a:pt x="7554563" y="102891"/>
                  </a:lnTo>
                  <a:lnTo>
                    <a:pt x="7554563" y="102267"/>
                  </a:lnTo>
                  <a:lnTo>
                    <a:pt x="7554709" y="102267"/>
                  </a:lnTo>
                  <a:lnTo>
                    <a:pt x="7554854" y="102267"/>
                  </a:lnTo>
                  <a:lnTo>
                    <a:pt x="7554999" y="102267"/>
                  </a:lnTo>
                  <a:lnTo>
                    <a:pt x="7555145" y="102267"/>
                  </a:lnTo>
                  <a:lnTo>
                    <a:pt x="7555290" y="102267"/>
                  </a:lnTo>
                  <a:lnTo>
                    <a:pt x="7555436" y="102267"/>
                  </a:lnTo>
                  <a:lnTo>
                    <a:pt x="7555581" y="102267"/>
                  </a:lnTo>
                  <a:lnTo>
                    <a:pt x="7555726" y="102267"/>
                  </a:lnTo>
                  <a:lnTo>
                    <a:pt x="7555872" y="102267"/>
                  </a:lnTo>
                  <a:lnTo>
                    <a:pt x="7556017" y="102267"/>
                  </a:lnTo>
                  <a:lnTo>
                    <a:pt x="7556017" y="101643"/>
                  </a:lnTo>
                  <a:lnTo>
                    <a:pt x="7556163" y="101643"/>
                  </a:lnTo>
                  <a:lnTo>
                    <a:pt x="7556308" y="101643"/>
                  </a:lnTo>
                  <a:lnTo>
                    <a:pt x="7556454" y="101643"/>
                  </a:lnTo>
                  <a:lnTo>
                    <a:pt x="7556599" y="101643"/>
                  </a:lnTo>
                  <a:lnTo>
                    <a:pt x="7556744" y="101643"/>
                  </a:lnTo>
                  <a:lnTo>
                    <a:pt x="7556890" y="101643"/>
                  </a:lnTo>
                  <a:lnTo>
                    <a:pt x="7557035" y="101643"/>
                  </a:lnTo>
                  <a:lnTo>
                    <a:pt x="7557181" y="101643"/>
                  </a:lnTo>
                  <a:lnTo>
                    <a:pt x="7557326" y="101643"/>
                  </a:lnTo>
                  <a:lnTo>
                    <a:pt x="7557472" y="101643"/>
                  </a:lnTo>
                  <a:lnTo>
                    <a:pt x="7557617" y="101643"/>
                  </a:lnTo>
                  <a:lnTo>
                    <a:pt x="7557762" y="101643"/>
                  </a:lnTo>
                  <a:lnTo>
                    <a:pt x="7557908" y="101643"/>
                  </a:lnTo>
                  <a:lnTo>
                    <a:pt x="7558053" y="101643"/>
                  </a:lnTo>
                  <a:lnTo>
                    <a:pt x="7558199" y="101643"/>
                  </a:lnTo>
                  <a:lnTo>
                    <a:pt x="7558344" y="101643"/>
                  </a:lnTo>
                  <a:lnTo>
                    <a:pt x="7558490" y="101643"/>
                  </a:lnTo>
                  <a:lnTo>
                    <a:pt x="7558635" y="101643"/>
                  </a:lnTo>
                  <a:lnTo>
                    <a:pt x="7558780" y="101643"/>
                  </a:lnTo>
                  <a:lnTo>
                    <a:pt x="7558926" y="101643"/>
                  </a:lnTo>
                  <a:lnTo>
                    <a:pt x="7559071" y="101643"/>
                  </a:lnTo>
                  <a:lnTo>
                    <a:pt x="7559217" y="101643"/>
                  </a:lnTo>
                  <a:lnTo>
                    <a:pt x="7559362" y="101643"/>
                  </a:lnTo>
                  <a:lnTo>
                    <a:pt x="7559508" y="101643"/>
                  </a:lnTo>
                  <a:lnTo>
                    <a:pt x="7559653" y="101643"/>
                  </a:lnTo>
                  <a:lnTo>
                    <a:pt x="7559798" y="101643"/>
                  </a:lnTo>
                  <a:lnTo>
                    <a:pt x="7559944" y="101643"/>
                  </a:lnTo>
                  <a:lnTo>
                    <a:pt x="7560089" y="101643"/>
                  </a:lnTo>
                  <a:lnTo>
                    <a:pt x="7560089" y="101020"/>
                  </a:lnTo>
                  <a:lnTo>
                    <a:pt x="7560235" y="101020"/>
                  </a:lnTo>
                  <a:lnTo>
                    <a:pt x="7560235" y="100396"/>
                  </a:lnTo>
                  <a:lnTo>
                    <a:pt x="7560235" y="99773"/>
                  </a:lnTo>
                  <a:lnTo>
                    <a:pt x="7560380" y="99773"/>
                  </a:lnTo>
                  <a:lnTo>
                    <a:pt x="7560526" y="99773"/>
                  </a:lnTo>
                  <a:lnTo>
                    <a:pt x="7560671" y="99773"/>
                  </a:lnTo>
                  <a:lnTo>
                    <a:pt x="7560816" y="99773"/>
                  </a:lnTo>
                  <a:lnTo>
                    <a:pt x="7560962" y="99773"/>
                  </a:lnTo>
                  <a:lnTo>
                    <a:pt x="7561107" y="99773"/>
                  </a:lnTo>
                  <a:lnTo>
                    <a:pt x="7561253" y="99773"/>
                  </a:lnTo>
                  <a:lnTo>
                    <a:pt x="7561398" y="99773"/>
                  </a:lnTo>
                  <a:lnTo>
                    <a:pt x="7561544" y="99773"/>
                  </a:lnTo>
                  <a:lnTo>
                    <a:pt x="7561689" y="99773"/>
                  </a:lnTo>
                  <a:lnTo>
                    <a:pt x="7561834" y="99773"/>
                  </a:lnTo>
                  <a:lnTo>
                    <a:pt x="7561980" y="99773"/>
                  </a:lnTo>
                  <a:lnTo>
                    <a:pt x="7562125" y="99773"/>
                  </a:lnTo>
                  <a:lnTo>
                    <a:pt x="7562271" y="99773"/>
                  </a:lnTo>
                  <a:lnTo>
                    <a:pt x="7562416" y="99773"/>
                  </a:lnTo>
                  <a:lnTo>
                    <a:pt x="7562561" y="99773"/>
                  </a:lnTo>
                  <a:lnTo>
                    <a:pt x="7562707" y="99773"/>
                  </a:lnTo>
                  <a:lnTo>
                    <a:pt x="7562852" y="99773"/>
                  </a:lnTo>
                  <a:lnTo>
                    <a:pt x="7562998" y="99773"/>
                  </a:lnTo>
                  <a:lnTo>
                    <a:pt x="7563143" y="99773"/>
                  </a:lnTo>
                  <a:lnTo>
                    <a:pt x="7563289" y="99773"/>
                  </a:lnTo>
                  <a:lnTo>
                    <a:pt x="7563434" y="99773"/>
                  </a:lnTo>
                  <a:lnTo>
                    <a:pt x="7563579" y="99773"/>
                  </a:lnTo>
                  <a:lnTo>
                    <a:pt x="7563725" y="99773"/>
                  </a:lnTo>
                  <a:lnTo>
                    <a:pt x="7563870" y="99773"/>
                  </a:lnTo>
                  <a:lnTo>
                    <a:pt x="7564016" y="99773"/>
                  </a:lnTo>
                  <a:lnTo>
                    <a:pt x="7564161" y="99773"/>
                  </a:lnTo>
                  <a:lnTo>
                    <a:pt x="7564307" y="99773"/>
                  </a:lnTo>
                  <a:lnTo>
                    <a:pt x="7564452" y="99773"/>
                  </a:lnTo>
                  <a:lnTo>
                    <a:pt x="7564597" y="99773"/>
                  </a:lnTo>
                  <a:lnTo>
                    <a:pt x="7564743" y="99773"/>
                  </a:lnTo>
                  <a:lnTo>
                    <a:pt x="7564888" y="99773"/>
                  </a:lnTo>
                  <a:lnTo>
                    <a:pt x="7565034" y="99773"/>
                  </a:lnTo>
                  <a:lnTo>
                    <a:pt x="7565179" y="99773"/>
                  </a:lnTo>
                  <a:lnTo>
                    <a:pt x="7565179" y="99149"/>
                  </a:lnTo>
                  <a:lnTo>
                    <a:pt x="7565325" y="99149"/>
                  </a:lnTo>
                  <a:lnTo>
                    <a:pt x="7565470" y="99149"/>
                  </a:lnTo>
                  <a:lnTo>
                    <a:pt x="7565615" y="99149"/>
                  </a:lnTo>
                  <a:lnTo>
                    <a:pt x="7565761" y="99149"/>
                  </a:lnTo>
                  <a:lnTo>
                    <a:pt x="7565906" y="99149"/>
                  </a:lnTo>
                  <a:lnTo>
                    <a:pt x="7566052" y="99149"/>
                  </a:lnTo>
                  <a:lnTo>
                    <a:pt x="7566197" y="99149"/>
                  </a:lnTo>
                  <a:lnTo>
                    <a:pt x="7566343" y="99149"/>
                  </a:lnTo>
                  <a:lnTo>
                    <a:pt x="7566488" y="99149"/>
                  </a:lnTo>
                  <a:lnTo>
                    <a:pt x="7566633" y="99149"/>
                  </a:lnTo>
                  <a:lnTo>
                    <a:pt x="7566779" y="99149"/>
                  </a:lnTo>
                  <a:lnTo>
                    <a:pt x="7566924" y="99149"/>
                  </a:lnTo>
                  <a:lnTo>
                    <a:pt x="7567070" y="99149"/>
                  </a:lnTo>
                  <a:lnTo>
                    <a:pt x="7567215" y="99149"/>
                  </a:lnTo>
                  <a:lnTo>
                    <a:pt x="7567361" y="99149"/>
                  </a:lnTo>
                  <a:lnTo>
                    <a:pt x="7567361" y="98526"/>
                  </a:lnTo>
                  <a:lnTo>
                    <a:pt x="7567506" y="98526"/>
                  </a:lnTo>
                  <a:lnTo>
                    <a:pt x="7567651" y="98526"/>
                  </a:lnTo>
                  <a:lnTo>
                    <a:pt x="7567797" y="98526"/>
                  </a:lnTo>
                  <a:lnTo>
                    <a:pt x="7567942" y="98526"/>
                  </a:lnTo>
                  <a:lnTo>
                    <a:pt x="7568088" y="98526"/>
                  </a:lnTo>
                  <a:lnTo>
                    <a:pt x="7568233" y="98526"/>
                  </a:lnTo>
                  <a:lnTo>
                    <a:pt x="7568379" y="98526"/>
                  </a:lnTo>
                  <a:lnTo>
                    <a:pt x="7568524" y="98526"/>
                  </a:lnTo>
                  <a:lnTo>
                    <a:pt x="7568669" y="98526"/>
                  </a:lnTo>
                  <a:lnTo>
                    <a:pt x="7568815" y="98526"/>
                  </a:lnTo>
                  <a:lnTo>
                    <a:pt x="7568960" y="98526"/>
                  </a:lnTo>
                  <a:lnTo>
                    <a:pt x="7569106" y="98526"/>
                  </a:lnTo>
                  <a:lnTo>
                    <a:pt x="7569251" y="98526"/>
                  </a:lnTo>
                  <a:lnTo>
                    <a:pt x="7569396" y="98526"/>
                  </a:lnTo>
                  <a:lnTo>
                    <a:pt x="7569542" y="98526"/>
                  </a:lnTo>
                  <a:lnTo>
                    <a:pt x="7569687" y="98526"/>
                  </a:lnTo>
                  <a:lnTo>
                    <a:pt x="7569833" y="98526"/>
                  </a:lnTo>
                  <a:lnTo>
                    <a:pt x="7569978" y="98526"/>
                  </a:lnTo>
                  <a:lnTo>
                    <a:pt x="7570124" y="98526"/>
                  </a:lnTo>
                  <a:lnTo>
                    <a:pt x="7570269" y="98526"/>
                  </a:lnTo>
                  <a:lnTo>
                    <a:pt x="7570414" y="98526"/>
                  </a:lnTo>
                  <a:lnTo>
                    <a:pt x="7570560" y="98526"/>
                  </a:lnTo>
                  <a:lnTo>
                    <a:pt x="7570705" y="98526"/>
                  </a:lnTo>
                  <a:lnTo>
                    <a:pt x="7570851" y="98526"/>
                  </a:lnTo>
                  <a:lnTo>
                    <a:pt x="7570996" y="98526"/>
                  </a:lnTo>
                  <a:lnTo>
                    <a:pt x="7571142" y="98526"/>
                  </a:lnTo>
                  <a:lnTo>
                    <a:pt x="7571287" y="98526"/>
                  </a:lnTo>
                  <a:lnTo>
                    <a:pt x="7571432" y="98526"/>
                  </a:lnTo>
                  <a:lnTo>
                    <a:pt x="7571578" y="98526"/>
                  </a:lnTo>
                  <a:lnTo>
                    <a:pt x="7571723" y="98526"/>
                  </a:lnTo>
                  <a:lnTo>
                    <a:pt x="7571869" y="98526"/>
                  </a:lnTo>
                  <a:lnTo>
                    <a:pt x="7572014" y="98526"/>
                  </a:lnTo>
                  <a:lnTo>
                    <a:pt x="7572160" y="98526"/>
                  </a:lnTo>
                  <a:lnTo>
                    <a:pt x="7572305" y="98526"/>
                  </a:lnTo>
                  <a:lnTo>
                    <a:pt x="7572305" y="97902"/>
                  </a:lnTo>
                  <a:lnTo>
                    <a:pt x="7572450" y="97902"/>
                  </a:lnTo>
                  <a:lnTo>
                    <a:pt x="7572596" y="97902"/>
                  </a:lnTo>
                  <a:lnTo>
                    <a:pt x="7572741" y="97902"/>
                  </a:lnTo>
                  <a:lnTo>
                    <a:pt x="7572887" y="97902"/>
                  </a:lnTo>
                  <a:lnTo>
                    <a:pt x="7573032" y="97902"/>
                  </a:lnTo>
                  <a:lnTo>
                    <a:pt x="7573178" y="97902"/>
                  </a:lnTo>
                  <a:lnTo>
                    <a:pt x="7573323" y="97902"/>
                  </a:lnTo>
                  <a:lnTo>
                    <a:pt x="7573468" y="97902"/>
                  </a:lnTo>
                  <a:lnTo>
                    <a:pt x="7573614" y="97902"/>
                  </a:lnTo>
                  <a:lnTo>
                    <a:pt x="7573759" y="97902"/>
                  </a:lnTo>
                  <a:lnTo>
                    <a:pt x="7573905" y="97902"/>
                  </a:lnTo>
                  <a:lnTo>
                    <a:pt x="7574050" y="97902"/>
                  </a:lnTo>
                  <a:lnTo>
                    <a:pt x="7574196" y="97902"/>
                  </a:lnTo>
                  <a:lnTo>
                    <a:pt x="7574341" y="97902"/>
                  </a:lnTo>
                  <a:lnTo>
                    <a:pt x="7574486" y="97902"/>
                  </a:lnTo>
                  <a:lnTo>
                    <a:pt x="7574632" y="97902"/>
                  </a:lnTo>
                  <a:lnTo>
                    <a:pt x="7574777" y="97902"/>
                  </a:lnTo>
                  <a:lnTo>
                    <a:pt x="7574923" y="97902"/>
                  </a:lnTo>
                  <a:lnTo>
                    <a:pt x="7575068" y="97902"/>
                  </a:lnTo>
                  <a:lnTo>
                    <a:pt x="7575068" y="97278"/>
                  </a:lnTo>
                  <a:lnTo>
                    <a:pt x="7575214" y="97278"/>
                  </a:lnTo>
                  <a:lnTo>
                    <a:pt x="7575359" y="97278"/>
                  </a:lnTo>
                  <a:lnTo>
                    <a:pt x="7575504" y="97278"/>
                  </a:lnTo>
                  <a:lnTo>
                    <a:pt x="7575650" y="97278"/>
                  </a:lnTo>
                  <a:lnTo>
                    <a:pt x="7575795" y="97278"/>
                  </a:lnTo>
                  <a:lnTo>
                    <a:pt x="7575941" y="97278"/>
                  </a:lnTo>
                  <a:lnTo>
                    <a:pt x="7576086" y="97278"/>
                  </a:lnTo>
                  <a:lnTo>
                    <a:pt x="7576231" y="97278"/>
                  </a:lnTo>
                  <a:lnTo>
                    <a:pt x="7576377" y="97278"/>
                  </a:lnTo>
                  <a:lnTo>
                    <a:pt x="7576522" y="97278"/>
                  </a:lnTo>
                  <a:lnTo>
                    <a:pt x="7576668" y="97278"/>
                  </a:lnTo>
                  <a:lnTo>
                    <a:pt x="7576813" y="97278"/>
                  </a:lnTo>
                  <a:lnTo>
                    <a:pt x="7576959" y="97278"/>
                  </a:lnTo>
                  <a:lnTo>
                    <a:pt x="7577104" y="97278"/>
                  </a:lnTo>
                  <a:lnTo>
                    <a:pt x="7577249" y="97278"/>
                  </a:lnTo>
                  <a:lnTo>
                    <a:pt x="7577395" y="97278"/>
                  </a:lnTo>
                  <a:lnTo>
                    <a:pt x="7577540" y="97278"/>
                  </a:lnTo>
                  <a:lnTo>
                    <a:pt x="7577686" y="97278"/>
                  </a:lnTo>
                  <a:lnTo>
                    <a:pt x="7577831" y="97278"/>
                  </a:lnTo>
                  <a:lnTo>
                    <a:pt x="7577977" y="97278"/>
                  </a:lnTo>
                  <a:lnTo>
                    <a:pt x="7578122" y="97278"/>
                  </a:lnTo>
                  <a:lnTo>
                    <a:pt x="7578267" y="97278"/>
                  </a:lnTo>
                  <a:lnTo>
                    <a:pt x="7578413" y="97278"/>
                  </a:lnTo>
                  <a:lnTo>
                    <a:pt x="7578558" y="97278"/>
                  </a:lnTo>
                  <a:lnTo>
                    <a:pt x="7578704" y="97278"/>
                  </a:lnTo>
                  <a:lnTo>
                    <a:pt x="7578849" y="97278"/>
                  </a:lnTo>
                  <a:lnTo>
                    <a:pt x="7578849" y="96655"/>
                  </a:lnTo>
                  <a:lnTo>
                    <a:pt x="7578995" y="96655"/>
                  </a:lnTo>
                  <a:lnTo>
                    <a:pt x="7579140" y="96655"/>
                  </a:lnTo>
                  <a:lnTo>
                    <a:pt x="7579285" y="96655"/>
                  </a:lnTo>
                  <a:lnTo>
                    <a:pt x="7579431" y="96655"/>
                  </a:lnTo>
                  <a:lnTo>
                    <a:pt x="7579576" y="96655"/>
                  </a:lnTo>
                  <a:lnTo>
                    <a:pt x="7579722" y="96655"/>
                  </a:lnTo>
                  <a:lnTo>
                    <a:pt x="7579867" y="96655"/>
                  </a:lnTo>
                  <a:lnTo>
                    <a:pt x="7580013" y="96655"/>
                  </a:lnTo>
                  <a:lnTo>
                    <a:pt x="7580158" y="96655"/>
                  </a:lnTo>
                  <a:lnTo>
                    <a:pt x="7580303" y="96655"/>
                  </a:lnTo>
                  <a:lnTo>
                    <a:pt x="7580449" y="96655"/>
                  </a:lnTo>
                  <a:lnTo>
                    <a:pt x="7580594" y="96655"/>
                  </a:lnTo>
                  <a:lnTo>
                    <a:pt x="7580740" y="96655"/>
                  </a:lnTo>
                  <a:lnTo>
                    <a:pt x="7580885" y="96655"/>
                  </a:lnTo>
                  <a:lnTo>
                    <a:pt x="7581031" y="96655"/>
                  </a:lnTo>
                  <a:lnTo>
                    <a:pt x="7581176" y="96655"/>
                  </a:lnTo>
                  <a:lnTo>
                    <a:pt x="7581321" y="96655"/>
                  </a:lnTo>
                  <a:lnTo>
                    <a:pt x="7581467" y="96655"/>
                  </a:lnTo>
                  <a:lnTo>
                    <a:pt x="7581612" y="96655"/>
                  </a:lnTo>
                  <a:lnTo>
                    <a:pt x="7581758" y="96655"/>
                  </a:lnTo>
                  <a:lnTo>
                    <a:pt x="7581903" y="96655"/>
                  </a:lnTo>
                  <a:lnTo>
                    <a:pt x="7582049" y="96655"/>
                  </a:lnTo>
                  <a:lnTo>
                    <a:pt x="7582194" y="96655"/>
                  </a:lnTo>
                  <a:lnTo>
                    <a:pt x="7582339" y="96655"/>
                  </a:lnTo>
                  <a:lnTo>
                    <a:pt x="7582485" y="96655"/>
                  </a:lnTo>
                  <a:lnTo>
                    <a:pt x="7582630" y="96655"/>
                  </a:lnTo>
                  <a:lnTo>
                    <a:pt x="7582776" y="96655"/>
                  </a:lnTo>
                  <a:lnTo>
                    <a:pt x="7582921" y="96655"/>
                  </a:lnTo>
                  <a:lnTo>
                    <a:pt x="7583066" y="96655"/>
                  </a:lnTo>
                  <a:lnTo>
                    <a:pt x="7583066" y="96031"/>
                  </a:lnTo>
                  <a:lnTo>
                    <a:pt x="7583212" y="96031"/>
                  </a:lnTo>
                  <a:lnTo>
                    <a:pt x="7583357" y="96031"/>
                  </a:lnTo>
                  <a:lnTo>
                    <a:pt x="7583503" y="96031"/>
                  </a:lnTo>
                  <a:lnTo>
                    <a:pt x="7583648" y="96031"/>
                  </a:lnTo>
                  <a:lnTo>
                    <a:pt x="7583794" y="96031"/>
                  </a:lnTo>
                  <a:lnTo>
                    <a:pt x="7583939" y="96031"/>
                  </a:lnTo>
                  <a:lnTo>
                    <a:pt x="7584084" y="96031"/>
                  </a:lnTo>
                  <a:lnTo>
                    <a:pt x="7584230" y="96031"/>
                  </a:lnTo>
                  <a:lnTo>
                    <a:pt x="7584375" y="96031"/>
                  </a:lnTo>
                  <a:lnTo>
                    <a:pt x="7584521" y="96031"/>
                  </a:lnTo>
                  <a:lnTo>
                    <a:pt x="7584666" y="96031"/>
                  </a:lnTo>
                  <a:lnTo>
                    <a:pt x="7584812" y="96031"/>
                  </a:lnTo>
                  <a:lnTo>
                    <a:pt x="7584957" y="96031"/>
                  </a:lnTo>
                  <a:lnTo>
                    <a:pt x="7585102" y="96031"/>
                  </a:lnTo>
                  <a:lnTo>
                    <a:pt x="7585248" y="96031"/>
                  </a:lnTo>
                  <a:lnTo>
                    <a:pt x="7585393" y="96031"/>
                  </a:lnTo>
                  <a:lnTo>
                    <a:pt x="7585539" y="96031"/>
                  </a:lnTo>
                  <a:lnTo>
                    <a:pt x="7585684" y="96031"/>
                  </a:lnTo>
                  <a:lnTo>
                    <a:pt x="7585830" y="96031"/>
                  </a:lnTo>
                  <a:lnTo>
                    <a:pt x="7585975" y="96031"/>
                  </a:lnTo>
                  <a:lnTo>
                    <a:pt x="7586120" y="96031"/>
                  </a:lnTo>
                  <a:lnTo>
                    <a:pt x="7586266" y="96031"/>
                  </a:lnTo>
                  <a:lnTo>
                    <a:pt x="7586411" y="96031"/>
                  </a:lnTo>
                  <a:lnTo>
                    <a:pt x="7586557" y="96031"/>
                  </a:lnTo>
                  <a:lnTo>
                    <a:pt x="7586702" y="96031"/>
                  </a:lnTo>
                  <a:lnTo>
                    <a:pt x="7586848" y="96031"/>
                  </a:lnTo>
                  <a:lnTo>
                    <a:pt x="7586993" y="96031"/>
                  </a:lnTo>
                  <a:lnTo>
                    <a:pt x="7587138" y="96031"/>
                  </a:lnTo>
                  <a:lnTo>
                    <a:pt x="7587284" y="96031"/>
                  </a:lnTo>
                  <a:lnTo>
                    <a:pt x="7587429" y="96031"/>
                  </a:lnTo>
                  <a:lnTo>
                    <a:pt x="7587575" y="96031"/>
                  </a:lnTo>
                  <a:lnTo>
                    <a:pt x="7587720" y="96031"/>
                  </a:lnTo>
                  <a:lnTo>
                    <a:pt x="7587866" y="96031"/>
                  </a:lnTo>
                  <a:lnTo>
                    <a:pt x="7588011" y="96031"/>
                  </a:lnTo>
                  <a:lnTo>
                    <a:pt x="7588156" y="96031"/>
                  </a:lnTo>
                  <a:lnTo>
                    <a:pt x="7588302" y="96031"/>
                  </a:lnTo>
                  <a:lnTo>
                    <a:pt x="7588447" y="96031"/>
                  </a:lnTo>
                  <a:lnTo>
                    <a:pt x="7588593" y="96031"/>
                  </a:lnTo>
                  <a:lnTo>
                    <a:pt x="7588738" y="96031"/>
                  </a:lnTo>
                  <a:lnTo>
                    <a:pt x="7588883" y="96031"/>
                  </a:lnTo>
                  <a:lnTo>
                    <a:pt x="7589029" y="96031"/>
                  </a:lnTo>
                  <a:lnTo>
                    <a:pt x="7589174" y="96031"/>
                  </a:lnTo>
                  <a:lnTo>
                    <a:pt x="7589320" y="96031"/>
                  </a:lnTo>
                  <a:lnTo>
                    <a:pt x="7589465" y="96031"/>
                  </a:lnTo>
                  <a:lnTo>
                    <a:pt x="7589611" y="96031"/>
                  </a:lnTo>
                  <a:lnTo>
                    <a:pt x="7589756" y="96031"/>
                  </a:lnTo>
                  <a:lnTo>
                    <a:pt x="7589901" y="96031"/>
                  </a:lnTo>
                  <a:lnTo>
                    <a:pt x="7590047" y="96031"/>
                  </a:lnTo>
                  <a:lnTo>
                    <a:pt x="7590192" y="96031"/>
                  </a:lnTo>
                  <a:lnTo>
                    <a:pt x="7590338" y="96031"/>
                  </a:lnTo>
                  <a:lnTo>
                    <a:pt x="7590483" y="96031"/>
                  </a:lnTo>
                  <a:lnTo>
                    <a:pt x="7590629" y="96031"/>
                  </a:lnTo>
                  <a:lnTo>
                    <a:pt x="7590774" y="96031"/>
                  </a:lnTo>
                  <a:lnTo>
                    <a:pt x="7590919" y="96031"/>
                  </a:lnTo>
                  <a:lnTo>
                    <a:pt x="7591065" y="96031"/>
                  </a:lnTo>
                  <a:lnTo>
                    <a:pt x="7591210" y="96031"/>
                  </a:lnTo>
                  <a:lnTo>
                    <a:pt x="7591356" y="96031"/>
                  </a:lnTo>
                  <a:lnTo>
                    <a:pt x="7591501" y="96031"/>
                  </a:lnTo>
                  <a:lnTo>
                    <a:pt x="7591647" y="96031"/>
                  </a:lnTo>
                  <a:lnTo>
                    <a:pt x="7591792" y="96031"/>
                  </a:lnTo>
                  <a:lnTo>
                    <a:pt x="7591937" y="96031"/>
                  </a:lnTo>
                  <a:lnTo>
                    <a:pt x="7592083" y="96031"/>
                  </a:lnTo>
                  <a:lnTo>
                    <a:pt x="7592228" y="96031"/>
                  </a:lnTo>
                  <a:lnTo>
                    <a:pt x="7592374" y="96031"/>
                  </a:lnTo>
                  <a:lnTo>
                    <a:pt x="7592519" y="96031"/>
                  </a:lnTo>
                  <a:lnTo>
                    <a:pt x="7592665" y="96031"/>
                  </a:lnTo>
                  <a:lnTo>
                    <a:pt x="7592810" y="96031"/>
                  </a:lnTo>
                  <a:lnTo>
                    <a:pt x="7592955" y="96031"/>
                  </a:lnTo>
                  <a:lnTo>
                    <a:pt x="7593101" y="96031"/>
                  </a:lnTo>
                  <a:lnTo>
                    <a:pt x="7593246" y="96031"/>
                  </a:lnTo>
                  <a:lnTo>
                    <a:pt x="7593392" y="96031"/>
                  </a:lnTo>
                  <a:lnTo>
                    <a:pt x="7593537" y="96031"/>
                  </a:lnTo>
                  <a:lnTo>
                    <a:pt x="7593683" y="96031"/>
                  </a:lnTo>
                  <a:lnTo>
                    <a:pt x="7593828" y="96031"/>
                  </a:lnTo>
                  <a:lnTo>
                    <a:pt x="7593973" y="96031"/>
                  </a:lnTo>
                  <a:lnTo>
                    <a:pt x="7594119" y="96031"/>
                  </a:lnTo>
                  <a:lnTo>
                    <a:pt x="7594264" y="96031"/>
                  </a:lnTo>
                  <a:lnTo>
                    <a:pt x="7594410" y="96031"/>
                  </a:lnTo>
                  <a:lnTo>
                    <a:pt x="7594555" y="96031"/>
                  </a:lnTo>
                  <a:lnTo>
                    <a:pt x="7594701" y="96031"/>
                  </a:lnTo>
                  <a:lnTo>
                    <a:pt x="7594846" y="96031"/>
                  </a:lnTo>
                  <a:lnTo>
                    <a:pt x="7594991" y="96031"/>
                  </a:lnTo>
                  <a:lnTo>
                    <a:pt x="7595137" y="96031"/>
                  </a:lnTo>
                  <a:lnTo>
                    <a:pt x="7595282" y="96031"/>
                  </a:lnTo>
                  <a:lnTo>
                    <a:pt x="7595428" y="96031"/>
                  </a:lnTo>
                  <a:lnTo>
                    <a:pt x="7595573" y="96031"/>
                  </a:lnTo>
                  <a:lnTo>
                    <a:pt x="7595718" y="96031"/>
                  </a:lnTo>
                  <a:lnTo>
                    <a:pt x="7595864" y="96031"/>
                  </a:lnTo>
                  <a:lnTo>
                    <a:pt x="7596009" y="96031"/>
                  </a:lnTo>
                  <a:lnTo>
                    <a:pt x="7596155" y="96031"/>
                  </a:lnTo>
                  <a:lnTo>
                    <a:pt x="7596300" y="96031"/>
                  </a:lnTo>
                  <a:lnTo>
                    <a:pt x="7596446" y="96031"/>
                  </a:lnTo>
                  <a:lnTo>
                    <a:pt x="7596591" y="96031"/>
                  </a:lnTo>
                  <a:lnTo>
                    <a:pt x="7596736" y="96031"/>
                  </a:lnTo>
                  <a:lnTo>
                    <a:pt x="7596882" y="96031"/>
                  </a:lnTo>
                  <a:lnTo>
                    <a:pt x="7597027" y="96031"/>
                  </a:lnTo>
                  <a:lnTo>
                    <a:pt x="7597173" y="96031"/>
                  </a:lnTo>
                  <a:lnTo>
                    <a:pt x="7597318" y="96031"/>
                  </a:lnTo>
                  <a:lnTo>
                    <a:pt x="7597464" y="96031"/>
                  </a:lnTo>
                  <a:lnTo>
                    <a:pt x="7597609" y="96031"/>
                  </a:lnTo>
                  <a:lnTo>
                    <a:pt x="7597754" y="96031"/>
                  </a:lnTo>
                  <a:lnTo>
                    <a:pt x="7597900" y="96031"/>
                  </a:lnTo>
                  <a:lnTo>
                    <a:pt x="7598045" y="96031"/>
                  </a:lnTo>
                  <a:lnTo>
                    <a:pt x="7598191" y="96031"/>
                  </a:lnTo>
                  <a:lnTo>
                    <a:pt x="7598336" y="96031"/>
                  </a:lnTo>
                  <a:lnTo>
                    <a:pt x="7598482" y="96031"/>
                  </a:lnTo>
                  <a:lnTo>
                    <a:pt x="7598482" y="95408"/>
                  </a:lnTo>
                  <a:lnTo>
                    <a:pt x="7598627" y="95408"/>
                  </a:lnTo>
                  <a:lnTo>
                    <a:pt x="7598772" y="95408"/>
                  </a:lnTo>
                  <a:lnTo>
                    <a:pt x="7598918" y="95408"/>
                  </a:lnTo>
                  <a:lnTo>
                    <a:pt x="7599063" y="95408"/>
                  </a:lnTo>
                  <a:lnTo>
                    <a:pt x="7599209" y="95408"/>
                  </a:lnTo>
                  <a:lnTo>
                    <a:pt x="7599354" y="95408"/>
                  </a:lnTo>
                  <a:lnTo>
                    <a:pt x="7599500" y="95408"/>
                  </a:lnTo>
                  <a:lnTo>
                    <a:pt x="7599645" y="95408"/>
                  </a:lnTo>
                  <a:lnTo>
                    <a:pt x="7599790" y="95408"/>
                  </a:lnTo>
                  <a:lnTo>
                    <a:pt x="7599936" y="95408"/>
                  </a:lnTo>
                  <a:lnTo>
                    <a:pt x="7600081" y="95408"/>
                  </a:lnTo>
                  <a:lnTo>
                    <a:pt x="7600227" y="95408"/>
                  </a:lnTo>
                  <a:lnTo>
                    <a:pt x="7600372" y="95408"/>
                  </a:lnTo>
                  <a:lnTo>
                    <a:pt x="7600518" y="95408"/>
                  </a:lnTo>
                  <a:lnTo>
                    <a:pt x="7600663" y="95408"/>
                  </a:lnTo>
                  <a:lnTo>
                    <a:pt x="7600808" y="95408"/>
                  </a:lnTo>
                  <a:lnTo>
                    <a:pt x="7600954" y="95408"/>
                  </a:lnTo>
                  <a:lnTo>
                    <a:pt x="7600954" y="94784"/>
                  </a:lnTo>
                  <a:lnTo>
                    <a:pt x="7600954" y="94160"/>
                  </a:lnTo>
                  <a:lnTo>
                    <a:pt x="7601099" y="94160"/>
                  </a:lnTo>
                  <a:lnTo>
                    <a:pt x="7601245" y="94160"/>
                  </a:lnTo>
                  <a:lnTo>
                    <a:pt x="7601245" y="93537"/>
                  </a:lnTo>
                  <a:lnTo>
                    <a:pt x="7601390" y="93537"/>
                  </a:lnTo>
                  <a:lnTo>
                    <a:pt x="7601536" y="93537"/>
                  </a:lnTo>
                  <a:lnTo>
                    <a:pt x="7601681" y="93537"/>
                  </a:lnTo>
                  <a:lnTo>
                    <a:pt x="7601826" y="93537"/>
                  </a:lnTo>
                  <a:lnTo>
                    <a:pt x="7601972" y="93537"/>
                  </a:lnTo>
                  <a:lnTo>
                    <a:pt x="7602117" y="93537"/>
                  </a:lnTo>
                  <a:lnTo>
                    <a:pt x="7602263" y="93537"/>
                  </a:lnTo>
                  <a:lnTo>
                    <a:pt x="7602408" y="93537"/>
                  </a:lnTo>
                  <a:lnTo>
                    <a:pt x="7602553" y="93537"/>
                  </a:lnTo>
                  <a:lnTo>
                    <a:pt x="7602699" y="93537"/>
                  </a:lnTo>
                  <a:lnTo>
                    <a:pt x="7602844" y="93537"/>
                  </a:lnTo>
                  <a:lnTo>
                    <a:pt x="7602990" y="93537"/>
                  </a:lnTo>
                  <a:lnTo>
                    <a:pt x="7603135" y="93537"/>
                  </a:lnTo>
                  <a:lnTo>
                    <a:pt x="7603281" y="93537"/>
                  </a:lnTo>
                  <a:lnTo>
                    <a:pt x="7603426" y="93537"/>
                  </a:lnTo>
                  <a:lnTo>
                    <a:pt x="7603571" y="93537"/>
                  </a:lnTo>
                  <a:lnTo>
                    <a:pt x="7603717" y="93537"/>
                  </a:lnTo>
                  <a:lnTo>
                    <a:pt x="7603862" y="93537"/>
                  </a:lnTo>
                  <a:lnTo>
                    <a:pt x="7603862" y="92913"/>
                  </a:lnTo>
                  <a:lnTo>
                    <a:pt x="7604008" y="92913"/>
                  </a:lnTo>
                  <a:lnTo>
                    <a:pt x="7604153" y="92913"/>
                  </a:lnTo>
                  <a:lnTo>
                    <a:pt x="7604299" y="92913"/>
                  </a:lnTo>
                  <a:lnTo>
                    <a:pt x="7604444" y="92913"/>
                  </a:lnTo>
                  <a:lnTo>
                    <a:pt x="7604589" y="92913"/>
                  </a:lnTo>
                  <a:lnTo>
                    <a:pt x="7604735" y="92913"/>
                  </a:lnTo>
                  <a:lnTo>
                    <a:pt x="7604880" y="92913"/>
                  </a:lnTo>
                  <a:lnTo>
                    <a:pt x="7605026" y="92913"/>
                  </a:lnTo>
                  <a:lnTo>
                    <a:pt x="7605171" y="92913"/>
                  </a:lnTo>
                  <a:lnTo>
                    <a:pt x="7605317" y="92913"/>
                  </a:lnTo>
                  <a:lnTo>
                    <a:pt x="7605462" y="92913"/>
                  </a:lnTo>
                  <a:lnTo>
                    <a:pt x="7605607" y="92913"/>
                  </a:lnTo>
                  <a:lnTo>
                    <a:pt x="7605753" y="92913"/>
                  </a:lnTo>
                  <a:lnTo>
                    <a:pt x="7605898" y="92913"/>
                  </a:lnTo>
                  <a:lnTo>
                    <a:pt x="7606044" y="92913"/>
                  </a:lnTo>
                  <a:lnTo>
                    <a:pt x="7606189" y="92913"/>
                  </a:lnTo>
                  <a:lnTo>
                    <a:pt x="7606335" y="92913"/>
                  </a:lnTo>
                  <a:lnTo>
                    <a:pt x="7606480" y="92913"/>
                  </a:lnTo>
                  <a:lnTo>
                    <a:pt x="7606625" y="92913"/>
                  </a:lnTo>
                  <a:lnTo>
                    <a:pt x="7606771" y="92913"/>
                  </a:lnTo>
                  <a:lnTo>
                    <a:pt x="7606916" y="92913"/>
                  </a:lnTo>
                  <a:lnTo>
                    <a:pt x="7607062" y="92913"/>
                  </a:lnTo>
                  <a:lnTo>
                    <a:pt x="7607207" y="92913"/>
                  </a:lnTo>
                  <a:lnTo>
                    <a:pt x="7607353" y="92913"/>
                  </a:lnTo>
                  <a:lnTo>
                    <a:pt x="7607498" y="92913"/>
                  </a:lnTo>
                  <a:lnTo>
                    <a:pt x="7607643" y="92913"/>
                  </a:lnTo>
                  <a:lnTo>
                    <a:pt x="7607789" y="92913"/>
                  </a:lnTo>
                  <a:lnTo>
                    <a:pt x="7607934" y="92913"/>
                  </a:lnTo>
                  <a:lnTo>
                    <a:pt x="7608080" y="92913"/>
                  </a:lnTo>
                  <a:lnTo>
                    <a:pt x="7608225" y="92913"/>
                  </a:lnTo>
                  <a:lnTo>
                    <a:pt x="7608371" y="92913"/>
                  </a:lnTo>
                  <a:lnTo>
                    <a:pt x="7608516" y="92913"/>
                  </a:lnTo>
                  <a:lnTo>
                    <a:pt x="7608661" y="92913"/>
                  </a:lnTo>
                  <a:lnTo>
                    <a:pt x="7608807" y="92913"/>
                  </a:lnTo>
                  <a:lnTo>
                    <a:pt x="7608952" y="92913"/>
                  </a:lnTo>
                  <a:lnTo>
                    <a:pt x="7609098" y="92913"/>
                  </a:lnTo>
                  <a:lnTo>
                    <a:pt x="7609243" y="92913"/>
                  </a:lnTo>
                  <a:lnTo>
                    <a:pt x="7609388" y="92913"/>
                  </a:lnTo>
                  <a:lnTo>
                    <a:pt x="7609534" y="92913"/>
                  </a:lnTo>
                  <a:lnTo>
                    <a:pt x="7609679" y="92913"/>
                  </a:lnTo>
                  <a:lnTo>
                    <a:pt x="7609825" y="92913"/>
                  </a:lnTo>
                  <a:lnTo>
                    <a:pt x="7609970" y="92913"/>
                  </a:lnTo>
                  <a:lnTo>
                    <a:pt x="7610116" y="92913"/>
                  </a:lnTo>
                  <a:lnTo>
                    <a:pt x="7610261" y="92913"/>
                  </a:lnTo>
                  <a:lnTo>
                    <a:pt x="7610406" y="92913"/>
                  </a:lnTo>
                  <a:lnTo>
                    <a:pt x="7610552" y="92913"/>
                  </a:lnTo>
                  <a:lnTo>
                    <a:pt x="7610697" y="92913"/>
                  </a:lnTo>
                  <a:lnTo>
                    <a:pt x="7610843" y="92913"/>
                  </a:lnTo>
                  <a:lnTo>
                    <a:pt x="7610988" y="92913"/>
                  </a:lnTo>
                  <a:lnTo>
                    <a:pt x="7611134" y="92913"/>
                  </a:lnTo>
                  <a:lnTo>
                    <a:pt x="7611279" y="92913"/>
                  </a:lnTo>
                  <a:lnTo>
                    <a:pt x="7611424" y="92913"/>
                  </a:lnTo>
                  <a:lnTo>
                    <a:pt x="7611570" y="92913"/>
                  </a:lnTo>
                  <a:lnTo>
                    <a:pt x="7611715" y="92913"/>
                  </a:lnTo>
                  <a:lnTo>
                    <a:pt x="7611861" y="92913"/>
                  </a:lnTo>
                  <a:lnTo>
                    <a:pt x="7612006" y="92913"/>
                  </a:lnTo>
                  <a:lnTo>
                    <a:pt x="7612152" y="92913"/>
                  </a:lnTo>
                  <a:lnTo>
                    <a:pt x="7612297" y="92913"/>
                  </a:lnTo>
                  <a:lnTo>
                    <a:pt x="7612442" y="92913"/>
                  </a:lnTo>
                  <a:lnTo>
                    <a:pt x="7612588" y="92913"/>
                  </a:lnTo>
                  <a:lnTo>
                    <a:pt x="7612733" y="92913"/>
                  </a:lnTo>
                  <a:lnTo>
                    <a:pt x="7612879" y="92913"/>
                  </a:lnTo>
                  <a:lnTo>
                    <a:pt x="7613024" y="92913"/>
                  </a:lnTo>
                  <a:lnTo>
                    <a:pt x="7613170" y="92913"/>
                  </a:lnTo>
                  <a:lnTo>
                    <a:pt x="7613315" y="92913"/>
                  </a:lnTo>
                  <a:lnTo>
                    <a:pt x="7613460" y="92913"/>
                  </a:lnTo>
                  <a:lnTo>
                    <a:pt x="7613606" y="92913"/>
                  </a:lnTo>
                  <a:lnTo>
                    <a:pt x="7613751" y="92913"/>
                  </a:lnTo>
                  <a:lnTo>
                    <a:pt x="7613897" y="92913"/>
                  </a:lnTo>
                  <a:lnTo>
                    <a:pt x="7614042" y="92913"/>
                  </a:lnTo>
                  <a:lnTo>
                    <a:pt x="7614188" y="92913"/>
                  </a:lnTo>
                  <a:lnTo>
                    <a:pt x="7614333" y="92913"/>
                  </a:lnTo>
                  <a:lnTo>
                    <a:pt x="7614478" y="92913"/>
                  </a:lnTo>
                  <a:lnTo>
                    <a:pt x="7614624" y="92913"/>
                  </a:lnTo>
                  <a:lnTo>
                    <a:pt x="7614769" y="92913"/>
                  </a:lnTo>
                  <a:lnTo>
                    <a:pt x="7614915" y="92913"/>
                  </a:lnTo>
                  <a:lnTo>
                    <a:pt x="7615060" y="92913"/>
                  </a:lnTo>
                  <a:lnTo>
                    <a:pt x="7615206" y="92913"/>
                  </a:lnTo>
                  <a:lnTo>
                    <a:pt x="7615206" y="92290"/>
                  </a:lnTo>
                  <a:lnTo>
                    <a:pt x="7615351" y="92290"/>
                  </a:lnTo>
                  <a:lnTo>
                    <a:pt x="7615496" y="92290"/>
                  </a:lnTo>
                  <a:lnTo>
                    <a:pt x="7615642" y="92290"/>
                  </a:lnTo>
                  <a:lnTo>
                    <a:pt x="7615787" y="92290"/>
                  </a:lnTo>
                  <a:lnTo>
                    <a:pt x="7615933" y="92290"/>
                  </a:lnTo>
                  <a:lnTo>
                    <a:pt x="7616078" y="92290"/>
                  </a:lnTo>
                  <a:lnTo>
                    <a:pt x="7616223" y="92290"/>
                  </a:lnTo>
                  <a:lnTo>
                    <a:pt x="7616369" y="92290"/>
                  </a:lnTo>
                  <a:lnTo>
                    <a:pt x="7616514" y="92290"/>
                  </a:lnTo>
                  <a:lnTo>
                    <a:pt x="7616660" y="92290"/>
                  </a:lnTo>
                  <a:lnTo>
                    <a:pt x="7616805" y="92290"/>
                  </a:lnTo>
                  <a:lnTo>
                    <a:pt x="7616951" y="92290"/>
                  </a:lnTo>
                  <a:lnTo>
                    <a:pt x="7617096" y="92290"/>
                  </a:lnTo>
                  <a:lnTo>
                    <a:pt x="7617241" y="92290"/>
                  </a:lnTo>
                  <a:lnTo>
                    <a:pt x="7617387" y="92290"/>
                  </a:lnTo>
                  <a:lnTo>
                    <a:pt x="7617532" y="92290"/>
                  </a:lnTo>
                  <a:lnTo>
                    <a:pt x="7617678" y="92290"/>
                  </a:lnTo>
                  <a:lnTo>
                    <a:pt x="7617823" y="92290"/>
                  </a:lnTo>
                  <a:lnTo>
                    <a:pt x="7617969" y="92290"/>
                  </a:lnTo>
                  <a:lnTo>
                    <a:pt x="7618114" y="92290"/>
                  </a:lnTo>
                  <a:lnTo>
                    <a:pt x="7618259" y="92290"/>
                  </a:lnTo>
                  <a:lnTo>
                    <a:pt x="7618405" y="92290"/>
                  </a:lnTo>
                  <a:lnTo>
                    <a:pt x="7618550" y="92290"/>
                  </a:lnTo>
                  <a:lnTo>
                    <a:pt x="7618696" y="92290"/>
                  </a:lnTo>
                  <a:lnTo>
                    <a:pt x="7618841" y="92290"/>
                  </a:lnTo>
                  <a:lnTo>
                    <a:pt x="7618987" y="92290"/>
                  </a:lnTo>
                  <a:lnTo>
                    <a:pt x="7619132" y="92290"/>
                  </a:lnTo>
                  <a:lnTo>
                    <a:pt x="7619277" y="92290"/>
                  </a:lnTo>
                  <a:lnTo>
                    <a:pt x="7619423" y="92290"/>
                  </a:lnTo>
                  <a:lnTo>
                    <a:pt x="7619568" y="92290"/>
                  </a:lnTo>
                  <a:lnTo>
                    <a:pt x="7619714" y="92290"/>
                  </a:lnTo>
                  <a:lnTo>
                    <a:pt x="7619859" y="92290"/>
                  </a:lnTo>
                  <a:lnTo>
                    <a:pt x="7620005" y="92290"/>
                  </a:lnTo>
                  <a:lnTo>
                    <a:pt x="7620150" y="92290"/>
                  </a:lnTo>
                  <a:lnTo>
                    <a:pt x="7620295" y="92290"/>
                  </a:lnTo>
                  <a:lnTo>
                    <a:pt x="7620441" y="92290"/>
                  </a:lnTo>
                  <a:lnTo>
                    <a:pt x="7620586" y="92290"/>
                  </a:lnTo>
                  <a:lnTo>
                    <a:pt x="7620732" y="92290"/>
                  </a:lnTo>
                  <a:lnTo>
                    <a:pt x="7620877" y="92290"/>
                  </a:lnTo>
                  <a:lnTo>
                    <a:pt x="7621023" y="92290"/>
                  </a:lnTo>
                  <a:lnTo>
                    <a:pt x="7621168" y="92290"/>
                  </a:lnTo>
                  <a:lnTo>
                    <a:pt x="7621313" y="92290"/>
                  </a:lnTo>
                  <a:lnTo>
                    <a:pt x="7621459" y="92290"/>
                  </a:lnTo>
                  <a:lnTo>
                    <a:pt x="7621604" y="92290"/>
                  </a:lnTo>
                  <a:lnTo>
                    <a:pt x="7621750" y="92290"/>
                  </a:lnTo>
                  <a:lnTo>
                    <a:pt x="7621895" y="92290"/>
                  </a:lnTo>
                  <a:lnTo>
                    <a:pt x="7622041" y="92290"/>
                  </a:lnTo>
                  <a:lnTo>
                    <a:pt x="7622186" y="92290"/>
                  </a:lnTo>
                  <a:lnTo>
                    <a:pt x="7622331" y="92290"/>
                  </a:lnTo>
                  <a:lnTo>
                    <a:pt x="7622331" y="91666"/>
                  </a:lnTo>
                  <a:lnTo>
                    <a:pt x="7622477" y="91666"/>
                  </a:lnTo>
                  <a:lnTo>
                    <a:pt x="7622622" y="91666"/>
                  </a:lnTo>
                  <a:lnTo>
                    <a:pt x="7622768" y="91666"/>
                  </a:lnTo>
                  <a:lnTo>
                    <a:pt x="7622913" y="91666"/>
                  </a:lnTo>
                  <a:lnTo>
                    <a:pt x="7623058" y="91666"/>
                  </a:lnTo>
                  <a:lnTo>
                    <a:pt x="7623204" y="91666"/>
                  </a:lnTo>
                  <a:lnTo>
                    <a:pt x="7623349" y="91666"/>
                  </a:lnTo>
                  <a:lnTo>
                    <a:pt x="7623495" y="91666"/>
                  </a:lnTo>
                  <a:lnTo>
                    <a:pt x="7623640" y="91666"/>
                  </a:lnTo>
                  <a:lnTo>
                    <a:pt x="7623786" y="91666"/>
                  </a:lnTo>
                  <a:lnTo>
                    <a:pt x="7623931" y="91666"/>
                  </a:lnTo>
                  <a:lnTo>
                    <a:pt x="7624076" y="91666"/>
                  </a:lnTo>
                  <a:lnTo>
                    <a:pt x="7624222" y="91666"/>
                  </a:lnTo>
                  <a:lnTo>
                    <a:pt x="7624367" y="91666"/>
                  </a:lnTo>
                  <a:lnTo>
                    <a:pt x="7624513" y="91666"/>
                  </a:lnTo>
                  <a:lnTo>
                    <a:pt x="7624658" y="91666"/>
                  </a:lnTo>
                  <a:lnTo>
                    <a:pt x="7624804" y="91666"/>
                  </a:lnTo>
                  <a:lnTo>
                    <a:pt x="7624949" y="91666"/>
                  </a:lnTo>
                  <a:lnTo>
                    <a:pt x="7625094" y="91666"/>
                  </a:lnTo>
                  <a:lnTo>
                    <a:pt x="7625240" y="91666"/>
                  </a:lnTo>
                  <a:lnTo>
                    <a:pt x="7625385" y="91666"/>
                  </a:lnTo>
                  <a:lnTo>
                    <a:pt x="7625531" y="91666"/>
                  </a:lnTo>
                  <a:lnTo>
                    <a:pt x="7625676" y="91666"/>
                  </a:lnTo>
                  <a:lnTo>
                    <a:pt x="7625822" y="91666"/>
                  </a:lnTo>
                  <a:lnTo>
                    <a:pt x="7625967" y="91666"/>
                  </a:lnTo>
                  <a:lnTo>
                    <a:pt x="7626112" y="91666"/>
                  </a:lnTo>
                  <a:lnTo>
                    <a:pt x="7626258" y="91666"/>
                  </a:lnTo>
                  <a:lnTo>
                    <a:pt x="7626403" y="91666"/>
                  </a:lnTo>
                  <a:lnTo>
                    <a:pt x="7626549" y="91666"/>
                  </a:lnTo>
                  <a:lnTo>
                    <a:pt x="7626694" y="91666"/>
                  </a:lnTo>
                  <a:lnTo>
                    <a:pt x="7626840" y="91666"/>
                  </a:lnTo>
                  <a:lnTo>
                    <a:pt x="7626985" y="91666"/>
                  </a:lnTo>
                  <a:lnTo>
                    <a:pt x="7627130" y="91666"/>
                  </a:lnTo>
                  <a:lnTo>
                    <a:pt x="7627276" y="91666"/>
                  </a:lnTo>
                  <a:lnTo>
                    <a:pt x="7627421" y="91666"/>
                  </a:lnTo>
                  <a:lnTo>
                    <a:pt x="7627567" y="91666"/>
                  </a:lnTo>
                  <a:lnTo>
                    <a:pt x="7627712" y="91666"/>
                  </a:lnTo>
                  <a:lnTo>
                    <a:pt x="7627858" y="91666"/>
                  </a:lnTo>
                  <a:lnTo>
                    <a:pt x="7628003" y="91666"/>
                  </a:lnTo>
                  <a:lnTo>
                    <a:pt x="7628148" y="91666"/>
                  </a:lnTo>
                  <a:lnTo>
                    <a:pt x="7628294" y="91666"/>
                  </a:lnTo>
                  <a:lnTo>
                    <a:pt x="7628439" y="91666"/>
                  </a:lnTo>
                  <a:lnTo>
                    <a:pt x="7628585" y="91666"/>
                  </a:lnTo>
                  <a:lnTo>
                    <a:pt x="7628730" y="91666"/>
                  </a:lnTo>
                  <a:lnTo>
                    <a:pt x="7628876" y="91666"/>
                  </a:lnTo>
                  <a:lnTo>
                    <a:pt x="7629021" y="91666"/>
                  </a:lnTo>
                  <a:lnTo>
                    <a:pt x="7629166" y="91666"/>
                  </a:lnTo>
                  <a:lnTo>
                    <a:pt x="7629312" y="91666"/>
                  </a:lnTo>
                  <a:lnTo>
                    <a:pt x="7629457" y="91666"/>
                  </a:lnTo>
                  <a:lnTo>
                    <a:pt x="7629603" y="91666"/>
                  </a:lnTo>
                  <a:lnTo>
                    <a:pt x="7629748" y="91666"/>
                  </a:lnTo>
                  <a:lnTo>
                    <a:pt x="7629893" y="91666"/>
                  </a:lnTo>
                  <a:lnTo>
                    <a:pt x="7630039" y="91666"/>
                  </a:lnTo>
                  <a:lnTo>
                    <a:pt x="7630184" y="91666"/>
                  </a:lnTo>
                  <a:lnTo>
                    <a:pt x="7630330" y="91666"/>
                  </a:lnTo>
                  <a:lnTo>
                    <a:pt x="7630475" y="91666"/>
                  </a:lnTo>
                  <a:lnTo>
                    <a:pt x="7630621" y="91666"/>
                  </a:lnTo>
                  <a:lnTo>
                    <a:pt x="7630766" y="91666"/>
                  </a:lnTo>
                  <a:lnTo>
                    <a:pt x="7630911" y="91666"/>
                  </a:lnTo>
                  <a:lnTo>
                    <a:pt x="7631057" y="91666"/>
                  </a:lnTo>
                  <a:lnTo>
                    <a:pt x="7631202" y="91666"/>
                  </a:lnTo>
                  <a:lnTo>
                    <a:pt x="7631348" y="91666"/>
                  </a:lnTo>
                  <a:lnTo>
                    <a:pt x="7631493" y="91666"/>
                  </a:lnTo>
                  <a:lnTo>
                    <a:pt x="7631639" y="91666"/>
                  </a:lnTo>
                  <a:lnTo>
                    <a:pt x="7631784" y="91666"/>
                  </a:lnTo>
                  <a:lnTo>
                    <a:pt x="7631929" y="91666"/>
                  </a:lnTo>
                  <a:lnTo>
                    <a:pt x="7632075" y="91666"/>
                  </a:lnTo>
                  <a:lnTo>
                    <a:pt x="7632220" y="91666"/>
                  </a:lnTo>
                  <a:lnTo>
                    <a:pt x="7632366" y="91666"/>
                  </a:lnTo>
                  <a:lnTo>
                    <a:pt x="7632511" y="91666"/>
                  </a:lnTo>
                  <a:lnTo>
                    <a:pt x="7632657" y="91666"/>
                  </a:lnTo>
                  <a:lnTo>
                    <a:pt x="7632802" y="91666"/>
                  </a:lnTo>
                  <a:lnTo>
                    <a:pt x="7632947" y="91666"/>
                  </a:lnTo>
                  <a:lnTo>
                    <a:pt x="7633093" y="91666"/>
                  </a:lnTo>
                  <a:lnTo>
                    <a:pt x="7633238" y="91666"/>
                  </a:lnTo>
                  <a:lnTo>
                    <a:pt x="7633384" y="91666"/>
                  </a:lnTo>
                  <a:lnTo>
                    <a:pt x="7633529" y="91666"/>
                  </a:lnTo>
                  <a:lnTo>
                    <a:pt x="7633675" y="91666"/>
                  </a:lnTo>
                  <a:lnTo>
                    <a:pt x="7633820" y="91666"/>
                  </a:lnTo>
                  <a:lnTo>
                    <a:pt x="7633965" y="91666"/>
                  </a:lnTo>
                  <a:lnTo>
                    <a:pt x="7634111" y="91666"/>
                  </a:lnTo>
                  <a:lnTo>
                    <a:pt x="7634256" y="91666"/>
                  </a:lnTo>
                  <a:lnTo>
                    <a:pt x="7634402" y="91666"/>
                  </a:lnTo>
                  <a:lnTo>
                    <a:pt x="7634547" y="91666"/>
                  </a:lnTo>
                  <a:lnTo>
                    <a:pt x="7634693" y="91666"/>
                  </a:lnTo>
                  <a:lnTo>
                    <a:pt x="7634838" y="91666"/>
                  </a:lnTo>
                  <a:lnTo>
                    <a:pt x="7634983" y="91666"/>
                  </a:lnTo>
                  <a:lnTo>
                    <a:pt x="7635129" y="91666"/>
                  </a:lnTo>
                  <a:lnTo>
                    <a:pt x="7635274" y="91666"/>
                  </a:lnTo>
                  <a:lnTo>
                    <a:pt x="7635420" y="91666"/>
                  </a:lnTo>
                  <a:lnTo>
                    <a:pt x="7635565" y="91666"/>
                  </a:lnTo>
                  <a:lnTo>
                    <a:pt x="7635711" y="91666"/>
                  </a:lnTo>
                  <a:lnTo>
                    <a:pt x="7635856" y="91666"/>
                  </a:lnTo>
                  <a:lnTo>
                    <a:pt x="7636001" y="91666"/>
                  </a:lnTo>
                  <a:lnTo>
                    <a:pt x="7636147" y="91666"/>
                  </a:lnTo>
                  <a:lnTo>
                    <a:pt x="7636292" y="91666"/>
                  </a:lnTo>
                  <a:lnTo>
                    <a:pt x="7636438" y="91666"/>
                  </a:lnTo>
                  <a:lnTo>
                    <a:pt x="7636583" y="91666"/>
                  </a:lnTo>
                  <a:lnTo>
                    <a:pt x="7636728" y="91666"/>
                  </a:lnTo>
                  <a:lnTo>
                    <a:pt x="7636874" y="91666"/>
                  </a:lnTo>
                  <a:lnTo>
                    <a:pt x="7637019" y="91666"/>
                  </a:lnTo>
                  <a:lnTo>
                    <a:pt x="7637165" y="91666"/>
                  </a:lnTo>
                  <a:lnTo>
                    <a:pt x="7637310" y="91666"/>
                  </a:lnTo>
                  <a:lnTo>
                    <a:pt x="7637456" y="91666"/>
                  </a:lnTo>
                  <a:lnTo>
                    <a:pt x="7637601" y="91666"/>
                  </a:lnTo>
                  <a:lnTo>
                    <a:pt x="7637746" y="91666"/>
                  </a:lnTo>
                  <a:lnTo>
                    <a:pt x="7637892" y="91666"/>
                  </a:lnTo>
                  <a:lnTo>
                    <a:pt x="7638037" y="91666"/>
                  </a:lnTo>
                  <a:lnTo>
                    <a:pt x="7638183" y="91666"/>
                  </a:lnTo>
                  <a:lnTo>
                    <a:pt x="7638328" y="91666"/>
                  </a:lnTo>
                  <a:lnTo>
                    <a:pt x="7638474" y="91666"/>
                  </a:lnTo>
                  <a:lnTo>
                    <a:pt x="7638619" y="91666"/>
                  </a:lnTo>
                  <a:lnTo>
                    <a:pt x="7638764" y="91666"/>
                  </a:lnTo>
                  <a:lnTo>
                    <a:pt x="7638910" y="91666"/>
                  </a:lnTo>
                  <a:lnTo>
                    <a:pt x="7639055" y="91666"/>
                  </a:lnTo>
                  <a:lnTo>
                    <a:pt x="7639201" y="91666"/>
                  </a:lnTo>
                  <a:lnTo>
                    <a:pt x="7639346" y="91666"/>
                  </a:lnTo>
                  <a:lnTo>
                    <a:pt x="7639492" y="91666"/>
                  </a:lnTo>
                  <a:lnTo>
                    <a:pt x="7639637" y="91666"/>
                  </a:lnTo>
                  <a:lnTo>
                    <a:pt x="7639782" y="91666"/>
                  </a:lnTo>
                  <a:lnTo>
                    <a:pt x="7639928" y="91666"/>
                  </a:lnTo>
                  <a:lnTo>
                    <a:pt x="7640073" y="91666"/>
                  </a:lnTo>
                  <a:lnTo>
                    <a:pt x="7640219" y="91666"/>
                  </a:lnTo>
                  <a:lnTo>
                    <a:pt x="7640364" y="91666"/>
                  </a:lnTo>
                  <a:lnTo>
                    <a:pt x="7640510" y="91666"/>
                  </a:lnTo>
                  <a:lnTo>
                    <a:pt x="7640655" y="91666"/>
                  </a:lnTo>
                  <a:lnTo>
                    <a:pt x="7640800" y="91666"/>
                  </a:lnTo>
                  <a:lnTo>
                    <a:pt x="7640946" y="91666"/>
                  </a:lnTo>
                  <a:lnTo>
                    <a:pt x="7641091" y="91666"/>
                  </a:lnTo>
                  <a:lnTo>
                    <a:pt x="7641237" y="91666"/>
                  </a:lnTo>
                  <a:lnTo>
                    <a:pt x="7641382" y="91666"/>
                  </a:lnTo>
                  <a:lnTo>
                    <a:pt x="7641382" y="91043"/>
                  </a:lnTo>
                  <a:lnTo>
                    <a:pt x="7641528" y="91043"/>
                  </a:lnTo>
                  <a:lnTo>
                    <a:pt x="7641673" y="91043"/>
                  </a:lnTo>
                  <a:lnTo>
                    <a:pt x="7641818" y="91043"/>
                  </a:lnTo>
                  <a:lnTo>
                    <a:pt x="7641964" y="91043"/>
                  </a:lnTo>
                  <a:lnTo>
                    <a:pt x="7642109" y="91043"/>
                  </a:lnTo>
                  <a:lnTo>
                    <a:pt x="7642255" y="91043"/>
                  </a:lnTo>
                  <a:lnTo>
                    <a:pt x="7642400" y="91043"/>
                  </a:lnTo>
                  <a:lnTo>
                    <a:pt x="7642546" y="91043"/>
                  </a:lnTo>
                  <a:lnTo>
                    <a:pt x="7642691" y="91043"/>
                  </a:lnTo>
                  <a:lnTo>
                    <a:pt x="7642836" y="91043"/>
                  </a:lnTo>
                  <a:lnTo>
                    <a:pt x="7642982" y="91043"/>
                  </a:lnTo>
                  <a:lnTo>
                    <a:pt x="7643127" y="91043"/>
                  </a:lnTo>
                  <a:lnTo>
                    <a:pt x="7643273" y="91043"/>
                  </a:lnTo>
                  <a:lnTo>
                    <a:pt x="7643418" y="91043"/>
                  </a:lnTo>
                  <a:lnTo>
                    <a:pt x="7643563" y="91043"/>
                  </a:lnTo>
                  <a:lnTo>
                    <a:pt x="7643709" y="91043"/>
                  </a:lnTo>
                  <a:lnTo>
                    <a:pt x="7643854" y="91043"/>
                  </a:lnTo>
                  <a:lnTo>
                    <a:pt x="7644000" y="91043"/>
                  </a:lnTo>
                  <a:lnTo>
                    <a:pt x="7644145" y="91043"/>
                  </a:lnTo>
                  <a:lnTo>
                    <a:pt x="7644291" y="91043"/>
                  </a:lnTo>
                  <a:lnTo>
                    <a:pt x="7644436" y="91043"/>
                  </a:lnTo>
                  <a:lnTo>
                    <a:pt x="7644581" y="91043"/>
                  </a:lnTo>
                  <a:lnTo>
                    <a:pt x="7644727" y="91043"/>
                  </a:lnTo>
                  <a:lnTo>
                    <a:pt x="7644872" y="91043"/>
                  </a:lnTo>
                  <a:lnTo>
                    <a:pt x="7645018" y="91043"/>
                  </a:lnTo>
                  <a:lnTo>
                    <a:pt x="7645163" y="91043"/>
                  </a:lnTo>
                  <a:lnTo>
                    <a:pt x="7645309" y="91043"/>
                  </a:lnTo>
                  <a:lnTo>
                    <a:pt x="7645454" y="91043"/>
                  </a:lnTo>
                  <a:lnTo>
                    <a:pt x="7645599" y="91043"/>
                  </a:lnTo>
                  <a:lnTo>
                    <a:pt x="7645745" y="91043"/>
                  </a:lnTo>
                  <a:lnTo>
                    <a:pt x="7645890" y="91043"/>
                  </a:lnTo>
                  <a:lnTo>
                    <a:pt x="7646036" y="91043"/>
                  </a:lnTo>
                  <a:lnTo>
                    <a:pt x="7646181" y="91043"/>
                  </a:lnTo>
                  <a:lnTo>
                    <a:pt x="7646327" y="91043"/>
                  </a:lnTo>
                  <a:lnTo>
                    <a:pt x="7646472" y="91043"/>
                  </a:lnTo>
                  <a:lnTo>
                    <a:pt x="7646617" y="91043"/>
                  </a:lnTo>
                  <a:lnTo>
                    <a:pt x="7646763" y="91043"/>
                  </a:lnTo>
                  <a:lnTo>
                    <a:pt x="7646908" y="91043"/>
                  </a:lnTo>
                  <a:lnTo>
                    <a:pt x="7647054" y="91043"/>
                  </a:lnTo>
                  <a:lnTo>
                    <a:pt x="7647199" y="91043"/>
                  </a:lnTo>
                  <a:lnTo>
                    <a:pt x="7647345" y="91043"/>
                  </a:lnTo>
                  <a:lnTo>
                    <a:pt x="7647490" y="91043"/>
                  </a:lnTo>
                  <a:lnTo>
                    <a:pt x="7647635" y="91043"/>
                  </a:lnTo>
                  <a:lnTo>
                    <a:pt x="7647781" y="91043"/>
                  </a:lnTo>
                  <a:lnTo>
                    <a:pt x="7647926" y="91043"/>
                  </a:lnTo>
                  <a:lnTo>
                    <a:pt x="7648072" y="91043"/>
                  </a:lnTo>
                  <a:lnTo>
                    <a:pt x="7648217" y="91043"/>
                  </a:lnTo>
                  <a:lnTo>
                    <a:pt x="7648363" y="91043"/>
                  </a:lnTo>
                  <a:lnTo>
                    <a:pt x="7648508" y="91043"/>
                  </a:lnTo>
                  <a:lnTo>
                    <a:pt x="7648653" y="91043"/>
                  </a:lnTo>
                  <a:lnTo>
                    <a:pt x="7648799" y="91043"/>
                  </a:lnTo>
                  <a:lnTo>
                    <a:pt x="7648944" y="91043"/>
                  </a:lnTo>
                  <a:lnTo>
                    <a:pt x="7649090" y="91043"/>
                  </a:lnTo>
                  <a:lnTo>
                    <a:pt x="7649235" y="91043"/>
                  </a:lnTo>
                  <a:lnTo>
                    <a:pt x="7649381" y="91043"/>
                  </a:lnTo>
                  <a:lnTo>
                    <a:pt x="7649526" y="91043"/>
                  </a:lnTo>
                  <a:lnTo>
                    <a:pt x="7649671" y="91043"/>
                  </a:lnTo>
                  <a:lnTo>
                    <a:pt x="7649817" y="91043"/>
                  </a:lnTo>
                  <a:lnTo>
                    <a:pt x="7649962" y="91043"/>
                  </a:lnTo>
                  <a:lnTo>
                    <a:pt x="7650108" y="91043"/>
                  </a:lnTo>
                  <a:lnTo>
                    <a:pt x="7650253" y="91043"/>
                  </a:lnTo>
                  <a:lnTo>
                    <a:pt x="7650398" y="91043"/>
                  </a:lnTo>
                  <a:lnTo>
                    <a:pt x="7650544" y="91043"/>
                  </a:lnTo>
                  <a:lnTo>
                    <a:pt x="7650689" y="91043"/>
                  </a:lnTo>
                  <a:lnTo>
                    <a:pt x="7650835" y="91043"/>
                  </a:lnTo>
                  <a:lnTo>
                    <a:pt x="7650980" y="91043"/>
                  </a:lnTo>
                  <a:lnTo>
                    <a:pt x="7651126" y="91043"/>
                  </a:lnTo>
                  <a:lnTo>
                    <a:pt x="7651271" y="91043"/>
                  </a:lnTo>
                  <a:lnTo>
                    <a:pt x="7651416" y="91043"/>
                  </a:lnTo>
                  <a:lnTo>
                    <a:pt x="7651562" y="91043"/>
                  </a:lnTo>
                  <a:lnTo>
                    <a:pt x="7651707" y="91043"/>
                  </a:lnTo>
                  <a:lnTo>
                    <a:pt x="7651853" y="91043"/>
                  </a:lnTo>
                  <a:lnTo>
                    <a:pt x="7651998" y="91043"/>
                  </a:lnTo>
                  <a:lnTo>
                    <a:pt x="7652144" y="91043"/>
                  </a:lnTo>
                  <a:lnTo>
                    <a:pt x="7652289" y="91043"/>
                  </a:lnTo>
                  <a:lnTo>
                    <a:pt x="7652434" y="91043"/>
                  </a:lnTo>
                  <a:lnTo>
                    <a:pt x="7652580" y="91043"/>
                  </a:lnTo>
                  <a:lnTo>
                    <a:pt x="7652725" y="91043"/>
                  </a:lnTo>
                  <a:lnTo>
                    <a:pt x="7652871" y="91043"/>
                  </a:lnTo>
                  <a:lnTo>
                    <a:pt x="7653016" y="91043"/>
                  </a:lnTo>
                  <a:lnTo>
                    <a:pt x="7653162" y="91043"/>
                  </a:lnTo>
                  <a:lnTo>
                    <a:pt x="7653307" y="91043"/>
                  </a:lnTo>
                  <a:lnTo>
                    <a:pt x="7653452" y="91043"/>
                  </a:lnTo>
                  <a:lnTo>
                    <a:pt x="7653598" y="91043"/>
                  </a:lnTo>
                  <a:lnTo>
                    <a:pt x="7653598" y="90419"/>
                  </a:lnTo>
                  <a:lnTo>
                    <a:pt x="7653743" y="90419"/>
                  </a:lnTo>
                  <a:lnTo>
                    <a:pt x="7653889" y="90419"/>
                  </a:lnTo>
                  <a:lnTo>
                    <a:pt x="7654034" y="90419"/>
                  </a:lnTo>
                  <a:lnTo>
                    <a:pt x="7654180" y="90419"/>
                  </a:lnTo>
                  <a:lnTo>
                    <a:pt x="7654325" y="90419"/>
                  </a:lnTo>
                  <a:lnTo>
                    <a:pt x="7654470" y="90419"/>
                  </a:lnTo>
                  <a:lnTo>
                    <a:pt x="7654616" y="90419"/>
                  </a:lnTo>
                  <a:lnTo>
                    <a:pt x="7654761" y="90419"/>
                  </a:lnTo>
                  <a:lnTo>
                    <a:pt x="7654761" y="89795"/>
                  </a:lnTo>
                  <a:lnTo>
                    <a:pt x="7654907" y="89795"/>
                  </a:lnTo>
                  <a:lnTo>
                    <a:pt x="7655052" y="89795"/>
                  </a:lnTo>
                  <a:lnTo>
                    <a:pt x="7655198" y="89795"/>
                  </a:lnTo>
                  <a:lnTo>
                    <a:pt x="7655343" y="89795"/>
                  </a:lnTo>
                  <a:lnTo>
                    <a:pt x="7655488" y="89795"/>
                  </a:lnTo>
                  <a:lnTo>
                    <a:pt x="7655634" y="89795"/>
                  </a:lnTo>
                  <a:lnTo>
                    <a:pt x="7655779" y="89795"/>
                  </a:lnTo>
                  <a:lnTo>
                    <a:pt x="7655925" y="89795"/>
                  </a:lnTo>
                  <a:lnTo>
                    <a:pt x="7656070" y="89795"/>
                  </a:lnTo>
                  <a:lnTo>
                    <a:pt x="7656216" y="89795"/>
                  </a:lnTo>
                  <a:lnTo>
                    <a:pt x="7656361" y="89795"/>
                  </a:lnTo>
                  <a:lnTo>
                    <a:pt x="7656506" y="89795"/>
                  </a:lnTo>
                  <a:lnTo>
                    <a:pt x="7656652" y="89795"/>
                  </a:lnTo>
                  <a:lnTo>
                    <a:pt x="7656797" y="89795"/>
                  </a:lnTo>
                  <a:lnTo>
                    <a:pt x="7656943" y="89795"/>
                  </a:lnTo>
                  <a:lnTo>
                    <a:pt x="7657088" y="89795"/>
                  </a:lnTo>
                  <a:lnTo>
                    <a:pt x="7657233" y="89795"/>
                  </a:lnTo>
                  <a:lnTo>
                    <a:pt x="7657379" y="89795"/>
                  </a:lnTo>
                  <a:lnTo>
                    <a:pt x="7657524" y="89795"/>
                  </a:lnTo>
                  <a:lnTo>
                    <a:pt x="7657670" y="89795"/>
                  </a:lnTo>
                  <a:lnTo>
                    <a:pt x="7657815" y="89795"/>
                  </a:lnTo>
                  <a:lnTo>
                    <a:pt x="7657961" y="89795"/>
                  </a:lnTo>
                  <a:lnTo>
                    <a:pt x="7658106" y="89795"/>
                  </a:lnTo>
                  <a:lnTo>
                    <a:pt x="7658251" y="89795"/>
                  </a:lnTo>
                  <a:lnTo>
                    <a:pt x="7658397" y="89795"/>
                  </a:lnTo>
                  <a:lnTo>
                    <a:pt x="7658542" y="89795"/>
                  </a:lnTo>
                  <a:lnTo>
                    <a:pt x="7658688" y="89795"/>
                  </a:lnTo>
                  <a:lnTo>
                    <a:pt x="7658833" y="89795"/>
                  </a:lnTo>
                  <a:lnTo>
                    <a:pt x="7658979" y="89795"/>
                  </a:lnTo>
                  <a:lnTo>
                    <a:pt x="7659124" y="89795"/>
                  </a:lnTo>
                  <a:lnTo>
                    <a:pt x="7659269" y="89795"/>
                  </a:lnTo>
                  <a:lnTo>
                    <a:pt x="7659415" y="89795"/>
                  </a:lnTo>
                  <a:lnTo>
                    <a:pt x="7659560" y="89795"/>
                  </a:lnTo>
                  <a:lnTo>
                    <a:pt x="7659706" y="89795"/>
                  </a:lnTo>
                  <a:lnTo>
                    <a:pt x="7659851" y="89795"/>
                  </a:lnTo>
                  <a:lnTo>
                    <a:pt x="7659997" y="89795"/>
                  </a:lnTo>
                  <a:lnTo>
                    <a:pt x="7660142" y="89795"/>
                  </a:lnTo>
                  <a:lnTo>
                    <a:pt x="7660287" y="89795"/>
                  </a:lnTo>
                  <a:lnTo>
                    <a:pt x="7660433" y="89795"/>
                  </a:lnTo>
                  <a:lnTo>
                    <a:pt x="7660578" y="89795"/>
                  </a:lnTo>
                  <a:lnTo>
                    <a:pt x="7660724" y="89795"/>
                  </a:lnTo>
                  <a:lnTo>
                    <a:pt x="7660869" y="89795"/>
                  </a:lnTo>
                  <a:lnTo>
                    <a:pt x="7661015" y="89795"/>
                  </a:lnTo>
                  <a:lnTo>
                    <a:pt x="7661160" y="89795"/>
                  </a:lnTo>
                  <a:lnTo>
                    <a:pt x="7661305" y="89795"/>
                  </a:lnTo>
                  <a:lnTo>
                    <a:pt x="7661451" y="89795"/>
                  </a:lnTo>
                  <a:lnTo>
                    <a:pt x="7661596" y="89795"/>
                  </a:lnTo>
                  <a:lnTo>
                    <a:pt x="7661742" y="89795"/>
                  </a:lnTo>
                  <a:lnTo>
                    <a:pt x="7661887" y="89795"/>
                  </a:lnTo>
                  <a:lnTo>
                    <a:pt x="7661887" y="89172"/>
                  </a:lnTo>
                  <a:lnTo>
                    <a:pt x="7662033" y="89172"/>
                  </a:lnTo>
                  <a:lnTo>
                    <a:pt x="7662178" y="89172"/>
                  </a:lnTo>
                  <a:lnTo>
                    <a:pt x="7662323" y="89172"/>
                  </a:lnTo>
                  <a:lnTo>
                    <a:pt x="7662469" y="89172"/>
                  </a:lnTo>
                  <a:lnTo>
                    <a:pt x="7662614" y="89172"/>
                  </a:lnTo>
                  <a:lnTo>
                    <a:pt x="7662760" y="89172"/>
                  </a:lnTo>
                  <a:lnTo>
                    <a:pt x="7662905" y="89172"/>
                  </a:lnTo>
                  <a:lnTo>
                    <a:pt x="7663051" y="89172"/>
                  </a:lnTo>
                  <a:lnTo>
                    <a:pt x="7663196" y="89172"/>
                  </a:lnTo>
                  <a:lnTo>
                    <a:pt x="7663341" y="89172"/>
                  </a:lnTo>
                  <a:lnTo>
                    <a:pt x="7663487" y="89172"/>
                  </a:lnTo>
                  <a:lnTo>
                    <a:pt x="7663632" y="89172"/>
                  </a:lnTo>
                  <a:lnTo>
                    <a:pt x="7663778" y="89172"/>
                  </a:lnTo>
                  <a:lnTo>
                    <a:pt x="7663923" y="89172"/>
                  </a:lnTo>
                  <a:lnTo>
                    <a:pt x="7664068" y="89172"/>
                  </a:lnTo>
                  <a:lnTo>
                    <a:pt x="7664214" y="89172"/>
                  </a:lnTo>
                  <a:lnTo>
                    <a:pt x="7664359" y="89172"/>
                  </a:lnTo>
                  <a:lnTo>
                    <a:pt x="7664505" y="89172"/>
                  </a:lnTo>
                  <a:lnTo>
                    <a:pt x="7664650" y="89172"/>
                  </a:lnTo>
                  <a:lnTo>
                    <a:pt x="7664796" y="89172"/>
                  </a:lnTo>
                  <a:lnTo>
                    <a:pt x="7664941" y="89172"/>
                  </a:lnTo>
                  <a:lnTo>
                    <a:pt x="7665086" y="89172"/>
                  </a:lnTo>
                  <a:lnTo>
                    <a:pt x="7665232" y="89172"/>
                  </a:lnTo>
                  <a:lnTo>
                    <a:pt x="7665377" y="89172"/>
                  </a:lnTo>
                  <a:lnTo>
                    <a:pt x="7665523" y="89172"/>
                  </a:lnTo>
                  <a:lnTo>
                    <a:pt x="7665668" y="89172"/>
                  </a:lnTo>
                  <a:lnTo>
                    <a:pt x="7665814" y="89172"/>
                  </a:lnTo>
                  <a:lnTo>
                    <a:pt x="7665959" y="89172"/>
                  </a:lnTo>
                  <a:lnTo>
                    <a:pt x="7666104" y="89172"/>
                  </a:lnTo>
                  <a:lnTo>
                    <a:pt x="7666250" y="89172"/>
                  </a:lnTo>
                  <a:lnTo>
                    <a:pt x="7666395" y="89172"/>
                  </a:lnTo>
                  <a:lnTo>
                    <a:pt x="7666541" y="89172"/>
                  </a:lnTo>
                  <a:lnTo>
                    <a:pt x="7666686" y="89172"/>
                  </a:lnTo>
                  <a:lnTo>
                    <a:pt x="7666832" y="89172"/>
                  </a:lnTo>
                  <a:lnTo>
                    <a:pt x="7666977" y="89172"/>
                  </a:lnTo>
                  <a:lnTo>
                    <a:pt x="7667122" y="89172"/>
                  </a:lnTo>
                  <a:lnTo>
                    <a:pt x="7667268" y="89172"/>
                  </a:lnTo>
                  <a:lnTo>
                    <a:pt x="7667413" y="89172"/>
                  </a:lnTo>
                  <a:lnTo>
                    <a:pt x="7667559" y="89172"/>
                  </a:lnTo>
                  <a:lnTo>
                    <a:pt x="7667704" y="89172"/>
                  </a:lnTo>
                  <a:lnTo>
                    <a:pt x="7667850" y="89172"/>
                  </a:lnTo>
                  <a:lnTo>
                    <a:pt x="7667995" y="89172"/>
                  </a:lnTo>
                  <a:lnTo>
                    <a:pt x="7668140" y="89172"/>
                  </a:lnTo>
                  <a:lnTo>
                    <a:pt x="7668286" y="89172"/>
                  </a:lnTo>
                  <a:lnTo>
                    <a:pt x="7668431" y="89172"/>
                  </a:lnTo>
                  <a:lnTo>
                    <a:pt x="7668577" y="89172"/>
                  </a:lnTo>
                  <a:lnTo>
                    <a:pt x="7668722" y="89172"/>
                  </a:lnTo>
                  <a:lnTo>
                    <a:pt x="7668868" y="89172"/>
                  </a:lnTo>
                  <a:lnTo>
                    <a:pt x="7669013" y="89172"/>
                  </a:lnTo>
                  <a:lnTo>
                    <a:pt x="7669158" y="89172"/>
                  </a:lnTo>
                  <a:lnTo>
                    <a:pt x="7669304" y="89172"/>
                  </a:lnTo>
                  <a:lnTo>
                    <a:pt x="7669449" y="89172"/>
                  </a:lnTo>
                  <a:lnTo>
                    <a:pt x="7669595" y="89172"/>
                  </a:lnTo>
                  <a:lnTo>
                    <a:pt x="7669740" y="89172"/>
                  </a:lnTo>
                  <a:lnTo>
                    <a:pt x="7669885" y="89172"/>
                  </a:lnTo>
                  <a:lnTo>
                    <a:pt x="7670031" y="89172"/>
                  </a:lnTo>
                  <a:lnTo>
                    <a:pt x="7670176" y="89172"/>
                  </a:lnTo>
                  <a:lnTo>
                    <a:pt x="7670322" y="89172"/>
                  </a:lnTo>
                  <a:lnTo>
                    <a:pt x="7670467" y="89172"/>
                  </a:lnTo>
                  <a:lnTo>
                    <a:pt x="7670613" y="89172"/>
                  </a:lnTo>
                  <a:lnTo>
                    <a:pt x="7670758" y="89172"/>
                  </a:lnTo>
                  <a:lnTo>
                    <a:pt x="7670903" y="89172"/>
                  </a:lnTo>
                  <a:lnTo>
                    <a:pt x="7671049" y="89172"/>
                  </a:lnTo>
                  <a:lnTo>
                    <a:pt x="7671194" y="89172"/>
                  </a:lnTo>
                  <a:lnTo>
                    <a:pt x="7671340" y="89172"/>
                  </a:lnTo>
                  <a:lnTo>
                    <a:pt x="7671485" y="89172"/>
                  </a:lnTo>
                  <a:lnTo>
                    <a:pt x="7671631" y="89172"/>
                  </a:lnTo>
                  <a:lnTo>
                    <a:pt x="7671776" y="89172"/>
                  </a:lnTo>
                  <a:lnTo>
                    <a:pt x="7671921" y="89172"/>
                  </a:lnTo>
                  <a:lnTo>
                    <a:pt x="7672067" y="89172"/>
                  </a:lnTo>
                  <a:lnTo>
                    <a:pt x="7672212" y="89172"/>
                  </a:lnTo>
                  <a:lnTo>
                    <a:pt x="7672358" y="89172"/>
                  </a:lnTo>
                  <a:lnTo>
                    <a:pt x="7672503" y="89172"/>
                  </a:lnTo>
                  <a:lnTo>
                    <a:pt x="7672649" y="89172"/>
                  </a:lnTo>
                  <a:lnTo>
                    <a:pt x="7672794" y="89172"/>
                  </a:lnTo>
                  <a:lnTo>
                    <a:pt x="7672939" y="89172"/>
                  </a:lnTo>
                  <a:lnTo>
                    <a:pt x="7673085" y="89172"/>
                  </a:lnTo>
                  <a:lnTo>
                    <a:pt x="7673230" y="89172"/>
                  </a:lnTo>
                  <a:lnTo>
                    <a:pt x="7673376" y="89172"/>
                  </a:lnTo>
                  <a:lnTo>
                    <a:pt x="7673521" y="89172"/>
                  </a:lnTo>
                  <a:lnTo>
                    <a:pt x="7673667" y="89172"/>
                  </a:lnTo>
                  <a:lnTo>
                    <a:pt x="7673812" y="89172"/>
                  </a:lnTo>
                  <a:lnTo>
                    <a:pt x="7673812" y="88548"/>
                  </a:lnTo>
                  <a:lnTo>
                    <a:pt x="7673812" y="87925"/>
                  </a:lnTo>
                  <a:lnTo>
                    <a:pt x="7673957" y="87925"/>
                  </a:lnTo>
                  <a:lnTo>
                    <a:pt x="7673957" y="87301"/>
                  </a:lnTo>
                  <a:lnTo>
                    <a:pt x="7674103" y="87301"/>
                  </a:lnTo>
                  <a:lnTo>
                    <a:pt x="7674248" y="87301"/>
                  </a:lnTo>
                  <a:lnTo>
                    <a:pt x="7674394" y="87301"/>
                  </a:lnTo>
                  <a:lnTo>
                    <a:pt x="7674539" y="87301"/>
                  </a:lnTo>
                  <a:lnTo>
                    <a:pt x="7674685" y="87301"/>
                  </a:lnTo>
                  <a:lnTo>
                    <a:pt x="7674830" y="87301"/>
                  </a:lnTo>
                  <a:lnTo>
                    <a:pt x="7674975" y="87301"/>
                  </a:lnTo>
                  <a:lnTo>
                    <a:pt x="7675121" y="87301"/>
                  </a:lnTo>
                  <a:lnTo>
                    <a:pt x="7675266" y="87301"/>
                  </a:lnTo>
                  <a:lnTo>
                    <a:pt x="7675412" y="87301"/>
                  </a:lnTo>
                  <a:lnTo>
                    <a:pt x="7675557" y="87301"/>
                  </a:lnTo>
                  <a:lnTo>
                    <a:pt x="7675703" y="87301"/>
                  </a:lnTo>
                  <a:lnTo>
                    <a:pt x="7675848" y="87301"/>
                  </a:lnTo>
                  <a:lnTo>
                    <a:pt x="7675993" y="87301"/>
                  </a:lnTo>
                  <a:lnTo>
                    <a:pt x="7676139" y="87301"/>
                  </a:lnTo>
                  <a:lnTo>
                    <a:pt x="7676284" y="87301"/>
                  </a:lnTo>
                  <a:lnTo>
                    <a:pt x="7676430" y="87301"/>
                  </a:lnTo>
                  <a:lnTo>
                    <a:pt x="7676575" y="87301"/>
                  </a:lnTo>
                  <a:lnTo>
                    <a:pt x="7676720" y="87301"/>
                  </a:lnTo>
                  <a:lnTo>
                    <a:pt x="7676866" y="87301"/>
                  </a:lnTo>
                  <a:lnTo>
                    <a:pt x="7677011" y="87301"/>
                  </a:lnTo>
                  <a:lnTo>
                    <a:pt x="7677157" y="87301"/>
                  </a:lnTo>
                  <a:lnTo>
                    <a:pt x="7677302" y="87301"/>
                  </a:lnTo>
                  <a:lnTo>
                    <a:pt x="7677448" y="87301"/>
                  </a:lnTo>
                  <a:lnTo>
                    <a:pt x="7677593" y="87301"/>
                  </a:lnTo>
                  <a:lnTo>
                    <a:pt x="7677738" y="87301"/>
                  </a:lnTo>
                  <a:lnTo>
                    <a:pt x="7677884" y="87301"/>
                  </a:lnTo>
                  <a:lnTo>
                    <a:pt x="7678029" y="87301"/>
                  </a:lnTo>
                  <a:lnTo>
                    <a:pt x="7678029" y="86677"/>
                  </a:lnTo>
                  <a:lnTo>
                    <a:pt x="7678175" y="86677"/>
                  </a:lnTo>
                  <a:lnTo>
                    <a:pt x="7678320" y="86677"/>
                  </a:lnTo>
                  <a:lnTo>
                    <a:pt x="7678466" y="86677"/>
                  </a:lnTo>
                  <a:lnTo>
                    <a:pt x="7678611" y="86677"/>
                  </a:lnTo>
                  <a:lnTo>
                    <a:pt x="7678756" y="86677"/>
                  </a:lnTo>
                  <a:lnTo>
                    <a:pt x="7678902" y="86677"/>
                  </a:lnTo>
                  <a:lnTo>
                    <a:pt x="7679047" y="86677"/>
                  </a:lnTo>
                  <a:lnTo>
                    <a:pt x="7679193" y="86677"/>
                  </a:lnTo>
                  <a:lnTo>
                    <a:pt x="7679338" y="86677"/>
                  </a:lnTo>
                  <a:lnTo>
                    <a:pt x="7679484" y="86677"/>
                  </a:lnTo>
                  <a:lnTo>
                    <a:pt x="7679629" y="86677"/>
                  </a:lnTo>
                  <a:lnTo>
                    <a:pt x="7679774" y="86677"/>
                  </a:lnTo>
                  <a:lnTo>
                    <a:pt x="7679920" y="86677"/>
                  </a:lnTo>
                  <a:lnTo>
                    <a:pt x="7680065" y="86677"/>
                  </a:lnTo>
                  <a:lnTo>
                    <a:pt x="7680211" y="86677"/>
                  </a:lnTo>
                  <a:lnTo>
                    <a:pt x="7680356" y="86677"/>
                  </a:lnTo>
                  <a:lnTo>
                    <a:pt x="7680502" y="86677"/>
                  </a:lnTo>
                  <a:lnTo>
                    <a:pt x="7680647" y="86677"/>
                  </a:lnTo>
                  <a:lnTo>
                    <a:pt x="7680647" y="86054"/>
                  </a:lnTo>
                  <a:lnTo>
                    <a:pt x="7680792" y="86054"/>
                  </a:lnTo>
                  <a:lnTo>
                    <a:pt x="7680938" y="86054"/>
                  </a:lnTo>
                  <a:lnTo>
                    <a:pt x="7681083" y="86054"/>
                  </a:lnTo>
                  <a:lnTo>
                    <a:pt x="7681229" y="86054"/>
                  </a:lnTo>
                  <a:lnTo>
                    <a:pt x="7681374" y="86054"/>
                  </a:lnTo>
                  <a:lnTo>
                    <a:pt x="7681520" y="86054"/>
                  </a:lnTo>
                  <a:lnTo>
                    <a:pt x="7681665" y="86054"/>
                  </a:lnTo>
                  <a:lnTo>
                    <a:pt x="7681810" y="86054"/>
                  </a:lnTo>
                  <a:lnTo>
                    <a:pt x="7681956" y="86054"/>
                  </a:lnTo>
                  <a:lnTo>
                    <a:pt x="7682101" y="86054"/>
                  </a:lnTo>
                  <a:lnTo>
                    <a:pt x="7682247" y="86054"/>
                  </a:lnTo>
                  <a:lnTo>
                    <a:pt x="7682392" y="86054"/>
                  </a:lnTo>
                  <a:lnTo>
                    <a:pt x="7682538" y="86054"/>
                  </a:lnTo>
                  <a:lnTo>
                    <a:pt x="7682683" y="86054"/>
                  </a:lnTo>
                  <a:lnTo>
                    <a:pt x="7682828" y="86054"/>
                  </a:lnTo>
                  <a:lnTo>
                    <a:pt x="7682974" y="86054"/>
                  </a:lnTo>
                  <a:lnTo>
                    <a:pt x="7683119" y="86054"/>
                  </a:lnTo>
                  <a:lnTo>
                    <a:pt x="7683265" y="86054"/>
                  </a:lnTo>
                  <a:lnTo>
                    <a:pt x="7683410" y="86054"/>
                  </a:lnTo>
                  <a:lnTo>
                    <a:pt x="7683555" y="86054"/>
                  </a:lnTo>
                  <a:lnTo>
                    <a:pt x="7683701" y="86054"/>
                  </a:lnTo>
                  <a:lnTo>
                    <a:pt x="7683846" y="86054"/>
                  </a:lnTo>
                  <a:lnTo>
                    <a:pt x="7683992" y="86054"/>
                  </a:lnTo>
                  <a:lnTo>
                    <a:pt x="7684137" y="86054"/>
                  </a:lnTo>
                  <a:lnTo>
                    <a:pt x="7684283" y="86054"/>
                  </a:lnTo>
                  <a:lnTo>
                    <a:pt x="7684428" y="86054"/>
                  </a:lnTo>
                  <a:lnTo>
                    <a:pt x="7684573" y="86054"/>
                  </a:lnTo>
                  <a:lnTo>
                    <a:pt x="7684573" y="85430"/>
                  </a:lnTo>
                  <a:lnTo>
                    <a:pt x="7684719" y="85430"/>
                  </a:lnTo>
                  <a:lnTo>
                    <a:pt x="7684864" y="85430"/>
                  </a:lnTo>
                  <a:lnTo>
                    <a:pt x="7685010" y="85430"/>
                  </a:lnTo>
                  <a:lnTo>
                    <a:pt x="7685155" y="85430"/>
                  </a:lnTo>
                  <a:lnTo>
                    <a:pt x="7685301" y="85430"/>
                  </a:lnTo>
                  <a:lnTo>
                    <a:pt x="7685446" y="85430"/>
                  </a:lnTo>
                  <a:lnTo>
                    <a:pt x="7685591" y="85430"/>
                  </a:lnTo>
                  <a:lnTo>
                    <a:pt x="7685737" y="85430"/>
                  </a:lnTo>
                  <a:lnTo>
                    <a:pt x="7685882" y="85430"/>
                  </a:lnTo>
                  <a:lnTo>
                    <a:pt x="7686028" y="85430"/>
                  </a:lnTo>
                  <a:lnTo>
                    <a:pt x="7686173" y="85430"/>
                  </a:lnTo>
                  <a:lnTo>
                    <a:pt x="7686319" y="85430"/>
                  </a:lnTo>
                  <a:lnTo>
                    <a:pt x="7686319" y="84807"/>
                  </a:lnTo>
                  <a:lnTo>
                    <a:pt x="7686464" y="84807"/>
                  </a:lnTo>
                  <a:lnTo>
                    <a:pt x="7686609" y="84807"/>
                  </a:lnTo>
                  <a:lnTo>
                    <a:pt x="7686755" y="84807"/>
                  </a:lnTo>
                  <a:lnTo>
                    <a:pt x="7686900" y="84807"/>
                  </a:lnTo>
                  <a:lnTo>
                    <a:pt x="7687046" y="84807"/>
                  </a:lnTo>
                  <a:lnTo>
                    <a:pt x="7687191" y="84807"/>
                  </a:lnTo>
                  <a:lnTo>
                    <a:pt x="7687337" y="84807"/>
                  </a:lnTo>
                  <a:lnTo>
                    <a:pt x="7687482" y="84807"/>
                  </a:lnTo>
                  <a:lnTo>
                    <a:pt x="7687627" y="84807"/>
                  </a:lnTo>
                  <a:lnTo>
                    <a:pt x="7687773" y="84807"/>
                  </a:lnTo>
                  <a:lnTo>
                    <a:pt x="7687918" y="84807"/>
                  </a:lnTo>
                  <a:lnTo>
                    <a:pt x="7688064" y="84807"/>
                  </a:lnTo>
                  <a:lnTo>
                    <a:pt x="7688209" y="84807"/>
                  </a:lnTo>
                  <a:lnTo>
                    <a:pt x="7688355" y="84807"/>
                  </a:lnTo>
                  <a:lnTo>
                    <a:pt x="7688500" y="84807"/>
                  </a:lnTo>
                  <a:lnTo>
                    <a:pt x="7688645" y="84807"/>
                  </a:lnTo>
                  <a:lnTo>
                    <a:pt x="7688791" y="84807"/>
                  </a:lnTo>
                  <a:lnTo>
                    <a:pt x="7688936" y="84807"/>
                  </a:lnTo>
                  <a:lnTo>
                    <a:pt x="7689082" y="84807"/>
                  </a:lnTo>
                  <a:lnTo>
                    <a:pt x="7689227" y="84807"/>
                  </a:lnTo>
                  <a:lnTo>
                    <a:pt x="7689373" y="84807"/>
                  </a:lnTo>
                  <a:lnTo>
                    <a:pt x="7689373" y="84183"/>
                  </a:lnTo>
                  <a:lnTo>
                    <a:pt x="7689518" y="84183"/>
                  </a:lnTo>
                  <a:lnTo>
                    <a:pt x="7689663" y="84183"/>
                  </a:lnTo>
                  <a:lnTo>
                    <a:pt x="7689809" y="84183"/>
                  </a:lnTo>
                  <a:lnTo>
                    <a:pt x="7689954" y="84183"/>
                  </a:lnTo>
                  <a:lnTo>
                    <a:pt x="7690100" y="84183"/>
                  </a:lnTo>
                  <a:lnTo>
                    <a:pt x="7690245" y="84183"/>
                  </a:lnTo>
                  <a:lnTo>
                    <a:pt x="7690390" y="84183"/>
                  </a:lnTo>
                  <a:lnTo>
                    <a:pt x="7690536" y="84183"/>
                  </a:lnTo>
                  <a:lnTo>
                    <a:pt x="7690681" y="84183"/>
                  </a:lnTo>
                  <a:lnTo>
                    <a:pt x="7690827" y="84183"/>
                  </a:lnTo>
                  <a:lnTo>
                    <a:pt x="7690972" y="84183"/>
                  </a:lnTo>
                  <a:lnTo>
                    <a:pt x="7691118" y="84183"/>
                  </a:lnTo>
                  <a:lnTo>
                    <a:pt x="7691263" y="84183"/>
                  </a:lnTo>
                  <a:lnTo>
                    <a:pt x="7691408" y="84183"/>
                  </a:lnTo>
                  <a:lnTo>
                    <a:pt x="7691554" y="84183"/>
                  </a:lnTo>
                  <a:lnTo>
                    <a:pt x="7691699" y="84183"/>
                  </a:lnTo>
                  <a:lnTo>
                    <a:pt x="7691699" y="83560"/>
                  </a:lnTo>
                  <a:lnTo>
                    <a:pt x="7691845" y="83560"/>
                  </a:lnTo>
                  <a:lnTo>
                    <a:pt x="7691990" y="83560"/>
                  </a:lnTo>
                  <a:lnTo>
                    <a:pt x="7692136" y="83560"/>
                  </a:lnTo>
                  <a:lnTo>
                    <a:pt x="7692281" y="83560"/>
                  </a:lnTo>
                  <a:lnTo>
                    <a:pt x="7692426" y="83560"/>
                  </a:lnTo>
                  <a:lnTo>
                    <a:pt x="7692572" y="83560"/>
                  </a:lnTo>
                  <a:lnTo>
                    <a:pt x="7692717" y="83560"/>
                  </a:lnTo>
                  <a:lnTo>
                    <a:pt x="7692863" y="83560"/>
                  </a:lnTo>
                  <a:lnTo>
                    <a:pt x="7693008" y="83560"/>
                  </a:lnTo>
                  <a:lnTo>
                    <a:pt x="7693154" y="83560"/>
                  </a:lnTo>
                  <a:lnTo>
                    <a:pt x="7693299" y="83560"/>
                  </a:lnTo>
                  <a:lnTo>
                    <a:pt x="7693444" y="83560"/>
                  </a:lnTo>
                  <a:lnTo>
                    <a:pt x="7693590" y="83560"/>
                  </a:lnTo>
                  <a:lnTo>
                    <a:pt x="7693735" y="83560"/>
                  </a:lnTo>
                  <a:lnTo>
                    <a:pt x="7693881" y="83560"/>
                  </a:lnTo>
                  <a:lnTo>
                    <a:pt x="7694026" y="83560"/>
                  </a:lnTo>
                  <a:lnTo>
                    <a:pt x="7694172" y="83560"/>
                  </a:lnTo>
                  <a:lnTo>
                    <a:pt x="7694317" y="83560"/>
                  </a:lnTo>
                  <a:lnTo>
                    <a:pt x="7694462" y="83560"/>
                  </a:lnTo>
                  <a:lnTo>
                    <a:pt x="7694608" y="83560"/>
                  </a:lnTo>
                  <a:lnTo>
                    <a:pt x="7694753" y="83560"/>
                  </a:lnTo>
                  <a:lnTo>
                    <a:pt x="7694899" y="83560"/>
                  </a:lnTo>
                  <a:lnTo>
                    <a:pt x="7695044" y="83560"/>
                  </a:lnTo>
                  <a:lnTo>
                    <a:pt x="7695190" y="83560"/>
                  </a:lnTo>
                  <a:lnTo>
                    <a:pt x="7695335" y="83560"/>
                  </a:lnTo>
                  <a:lnTo>
                    <a:pt x="7695480" y="83560"/>
                  </a:lnTo>
                  <a:lnTo>
                    <a:pt x="7695626" y="83560"/>
                  </a:lnTo>
                  <a:lnTo>
                    <a:pt x="7695771" y="83560"/>
                  </a:lnTo>
                  <a:lnTo>
                    <a:pt x="7695917" y="83560"/>
                  </a:lnTo>
                  <a:lnTo>
                    <a:pt x="7696062" y="83560"/>
                  </a:lnTo>
                  <a:lnTo>
                    <a:pt x="7696208" y="83560"/>
                  </a:lnTo>
                  <a:lnTo>
                    <a:pt x="7696353" y="83560"/>
                  </a:lnTo>
                  <a:lnTo>
                    <a:pt x="7696498" y="83560"/>
                  </a:lnTo>
                  <a:lnTo>
                    <a:pt x="7696644" y="83560"/>
                  </a:lnTo>
                  <a:lnTo>
                    <a:pt x="7696789" y="83560"/>
                  </a:lnTo>
                  <a:lnTo>
                    <a:pt x="7696935" y="83560"/>
                  </a:lnTo>
                  <a:lnTo>
                    <a:pt x="7697080" y="83560"/>
                  </a:lnTo>
                  <a:lnTo>
                    <a:pt x="7697225" y="83560"/>
                  </a:lnTo>
                  <a:lnTo>
                    <a:pt x="7697371" y="83560"/>
                  </a:lnTo>
                  <a:lnTo>
                    <a:pt x="7697516" y="83560"/>
                  </a:lnTo>
                  <a:lnTo>
                    <a:pt x="7697662" y="83560"/>
                  </a:lnTo>
                  <a:lnTo>
                    <a:pt x="7697807" y="83560"/>
                  </a:lnTo>
                  <a:lnTo>
                    <a:pt x="7697953" y="83560"/>
                  </a:lnTo>
                  <a:lnTo>
                    <a:pt x="7698098" y="83560"/>
                  </a:lnTo>
                  <a:lnTo>
                    <a:pt x="7698243" y="83560"/>
                  </a:lnTo>
                  <a:lnTo>
                    <a:pt x="7698389" y="83560"/>
                  </a:lnTo>
                  <a:lnTo>
                    <a:pt x="7698534" y="83560"/>
                  </a:lnTo>
                  <a:lnTo>
                    <a:pt x="7698680" y="83560"/>
                  </a:lnTo>
                  <a:lnTo>
                    <a:pt x="7698825" y="83560"/>
                  </a:lnTo>
                  <a:lnTo>
                    <a:pt x="7698971" y="83560"/>
                  </a:lnTo>
                  <a:lnTo>
                    <a:pt x="7699116" y="83560"/>
                  </a:lnTo>
                  <a:lnTo>
                    <a:pt x="7699261" y="83560"/>
                  </a:lnTo>
                  <a:lnTo>
                    <a:pt x="7699407" y="83560"/>
                  </a:lnTo>
                  <a:lnTo>
                    <a:pt x="7699552" y="83560"/>
                  </a:lnTo>
                  <a:lnTo>
                    <a:pt x="7699698" y="83560"/>
                  </a:lnTo>
                  <a:lnTo>
                    <a:pt x="7699843" y="83560"/>
                  </a:lnTo>
                  <a:lnTo>
                    <a:pt x="7699989" y="83560"/>
                  </a:lnTo>
                  <a:lnTo>
                    <a:pt x="7700134" y="83560"/>
                  </a:lnTo>
                  <a:lnTo>
                    <a:pt x="7700279" y="83560"/>
                  </a:lnTo>
                  <a:lnTo>
                    <a:pt x="7700425" y="83560"/>
                  </a:lnTo>
                  <a:lnTo>
                    <a:pt x="7700570" y="83560"/>
                  </a:lnTo>
                  <a:lnTo>
                    <a:pt x="7700716" y="83560"/>
                  </a:lnTo>
                  <a:lnTo>
                    <a:pt x="7700861" y="83560"/>
                  </a:lnTo>
                  <a:lnTo>
                    <a:pt x="7701007" y="83560"/>
                  </a:lnTo>
                  <a:lnTo>
                    <a:pt x="7701152" y="83560"/>
                  </a:lnTo>
                  <a:lnTo>
                    <a:pt x="7701297" y="83560"/>
                  </a:lnTo>
                  <a:lnTo>
                    <a:pt x="7701443" y="83560"/>
                  </a:lnTo>
                  <a:lnTo>
                    <a:pt x="7701588" y="83560"/>
                  </a:lnTo>
                  <a:lnTo>
                    <a:pt x="7701734" y="83560"/>
                  </a:lnTo>
                  <a:lnTo>
                    <a:pt x="7701879" y="83560"/>
                  </a:lnTo>
                  <a:lnTo>
                    <a:pt x="7702025" y="83560"/>
                  </a:lnTo>
                  <a:lnTo>
                    <a:pt x="7702170" y="83560"/>
                  </a:lnTo>
                  <a:lnTo>
                    <a:pt x="7702170" y="82936"/>
                  </a:lnTo>
                  <a:lnTo>
                    <a:pt x="7702315" y="82936"/>
                  </a:lnTo>
                  <a:lnTo>
                    <a:pt x="7702461" y="82936"/>
                  </a:lnTo>
                  <a:lnTo>
                    <a:pt x="7702606" y="82936"/>
                  </a:lnTo>
                  <a:lnTo>
                    <a:pt x="7702752" y="82936"/>
                  </a:lnTo>
                  <a:lnTo>
                    <a:pt x="7702897" y="82936"/>
                  </a:lnTo>
                  <a:lnTo>
                    <a:pt x="7703043" y="82936"/>
                  </a:lnTo>
                  <a:lnTo>
                    <a:pt x="7703188" y="82936"/>
                  </a:lnTo>
                  <a:lnTo>
                    <a:pt x="7703333" y="82936"/>
                  </a:lnTo>
                  <a:lnTo>
                    <a:pt x="7703479" y="82936"/>
                  </a:lnTo>
                  <a:lnTo>
                    <a:pt x="7703624" y="82936"/>
                  </a:lnTo>
                  <a:lnTo>
                    <a:pt x="7703770" y="82936"/>
                  </a:lnTo>
                  <a:lnTo>
                    <a:pt x="7703915" y="82936"/>
                  </a:lnTo>
                  <a:lnTo>
                    <a:pt x="7704060" y="82936"/>
                  </a:lnTo>
                  <a:lnTo>
                    <a:pt x="7704206" y="82936"/>
                  </a:lnTo>
                  <a:lnTo>
                    <a:pt x="7704351" y="82936"/>
                  </a:lnTo>
                  <a:lnTo>
                    <a:pt x="7704497" y="82936"/>
                  </a:lnTo>
                  <a:lnTo>
                    <a:pt x="7704642" y="82936"/>
                  </a:lnTo>
                  <a:lnTo>
                    <a:pt x="7704788" y="82936"/>
                  </a:lnTo>
                  <a:lnTo>
                    <a:pt x="7704933" y="82936"/>
                  </a:lnTo>
                  <a:lnTo>
                    <a:pt x="7705078" y="82936"/>
                  </a:lnTo>
                  <a:lnTo>
                    <a:pt x="7705224" y="82936"/>
                  </a:lnTo>
                  <a:lnTo>
                    <a:pt x="7705369" y="82936"/>
                  </a:lnTo>
                  <a:lnTo>
                    <a:pt x="7705515" y="82936"/>
                  </a:lnTo>
                  <a:lnTo>
                    <a:pt x="7705660" y="82936"/>
                  </a:lnTo>
                  <a:lnTo>
                    <a:pt x="7705806" y="82936"/>
                  </a:lnTo>
                  <a:lnTo>
                    <a:pt x="7705951" y="82936"/>
                  </a:lnTo>
                  <a:lnTo>
                    <a:pt x="7706096" y="82936"/>
                  </a:lnTo>
                  <a:lnTo>
                    <a:pt x="7706242" y="82936"/>
                  </a:lnTo>
                  <a:lnTo>
                    <a:pt x="7706387" y="82936"/>
                  </a:lnTo>
                  <a:lnTo>
                    <a:pt x="7706533" y="82936"/>
                  </a:lnTo>
                  <a:lnTo>
                    <a:pt x="7706678" y="82936"/>
                  </a:lnTo>
                  <a:lnTo>
                    <a:pt x="7706824" y="82936"/>
                  </a:lnTo>
                  <a:lnTo>
                    <a:pt x="7706969" y="82936"/>
                  </a:lnTo>
                  <a:lnTo>
                    <a:pt x="7707114" y="82936"/>
                  </a:lnTo>
                  <a:lnTo>
                    <a:pt x="7707260" y="82936"/>
                  </a:lnTo>
                  <a:lnTo>
                    <a:pt x="7707405" y="82936"/>
                  </a:lnTo>
                  <a:lnTo>
                    <a:pt x="7707551" y="82936"/>
                  </a:lnTo>
                  <a:lnTo>
                    <a:pt x="7707696" y="82936"/>
                  </a:lnTo>
                  <a:lnTo>
                    <a:pt x="7707842" y="82936"/>
                  </a:lnTo>
                  <a:lnTo>
                    <a:pt x="7707987" y="82936"/>
                  </a:lnTo>
                  <a:lnTo>
                    <a:pt x="7708132" y="82936"/>
                  </a:lnTo>
                  <a:lnTo>
                    <a:pt x="7708278" y="82936"/>
                  </a:lnTo>
                  <a:lnTo>
                    <a:pt x="7708423" y="82936"/>
                  </a:lnTo>
                  <a:lnTo>
                    <a:pt x="7708569" y="82936"/>
                  </a:lnTo>
                  <a:lnTo>
                    <a:pt x="7708569" y="82312"/>
                  </a:lnTo>
                  <a:lnTo>
                    <a:pt x="7708714" y="82312"/>
                  </a:lnTo>
                  <a:lnTo>
                    <a:pt x="7708860" y="82312"/>
                  </a:lnTo>
                  <a:lnTo>
                    <a:pt x="7709005" y="82312"/>
                  </a:lnTo>
                  <a:lnTo>
                    <a:pt x="7709150" y="82312"/>
                  </a:lnTo>
                  <a:lnTo>
                    <a:pt x="7709296" y="82312"/>
                  </a:lnTo>
                  <a:lnTo>
                    <a:pt x="7709441" y="82312"/>
                  </a:lnTo>
                  <a:lnTo>
                    <a:pt x="7709587" y="82312"/>
                  </a:lnTo>
                  <a:lnTo>
                    <a:pt x="7709732" y="82312"/>
                  </a:lnTo>
                  <a:lnTo>
                    <a:pt x="7709878" y="82312"/>
                  </a:lnTo>
                  <a:lnTo>
                    <a:pt x="7710023" y="82312"/>
                  </a:lnTo>
                  <a:lnTo>
                    <a:pt x="7710168" y="82312"/>
                  </a:lnTo>
                  <a:lnTo>
                    <a:pt x="7710314" y="82312"/>
                  </a:lnTo>
                  <a:lnTo>
                    <a:pt x="7710459" y="82312"/>
                  </a:lnTo>
                  <a:lnTo>
                    <a:pt x="7710605" y="82312"/>
                  </a:lnTo>
                  <a:lnTo>
                    <a:pt x="7710750" y="82312"/>
                  </a:lnTo>
                  <a:lnTo>
                    <a:pt x="7710895" y="82312"/>
                  </a:lnTo>
                  <a:lnTo>
                    <a:pt x="7711041" y="82312"/>
                  </a:lnTo>
                  <a:lnTo>
                    <a:pt x="7711041" y="81689"/>
                  </a:lnTo>
                  <a:lnTo>
                    <a:pt x="7711186" y="81689"/>
                  </a:lnTo>
                  <a:lnTo>
                    <a:pt x="7711332" y="81689"/>
                  </a:lnTo>
                  <a:lnTo>
                    <a:pt x="7711477" y="81689"/>
                  </a:lnTo>
                  <a:lnTo>
                    <a:pt x="7711623" y="81689"/>
                  </a:lnTo>
                  <a:lnTo>
                    <a:pt x="7711768" y="81689"/>
                  </a:lnTo>
                  <a:lnTo>
                    <a:pt x="7711913" y="81689"/>
                  </a:lnTo>
                  <a:lnTo>
                    <a:pt x="7712059" y="81689"/>
                  </a:lnTo>
                  <a:lnTo>
                    <a:pt x="7712204" y="81689"/>
                  </a:lnTo>
                  <a:lnTo>
                    <a:pt x="7712350" y="81689"/>
                  </a:lnTo>
                  <a:lnTo>
                    <a:pt x="7712495" y="81689"/>
                  </a:lnTo>
                  <a:lnTo>
                    <a:pt x="7712641" y="81689"/>
                  </a:lnTo>
                  <a:lnTo>
                    <a:pt x="7712786" y="81689"/>
                  </a:lnTo>
                  <a:lnTo>
                    <a:pt x="7712931" y="81689"/>
                  </a:lnTo>
                  <a:lnTo>
                    <a:pt x="7713077" y="81689"/>
                  </a:lnTo>
                  <a:lnTo>
                    <a:pt x="7713222" y="81689"/>
                  </a:lnTo>
                  <a:lnTo>
                    <a:pt x="7713368" y="81689"/>
                  </a:lnTo>
                  <a:lnTo>
                    <a:pt x="7713513" y="81689"/>
                  </a:lnTo>
                  <a:lnTo>
                    <a:pt x="7713659" y="81689"/>
                  </a:lnTo>
                  <a:lnTo>
                    <a:pt x="7713804" y="81689"/>
                  </a:lnTo>
                  <a:lnTo>
                    <a:pt x="7713949" y="81689"/>
                  </a:lnTo>
                  <a:lnTo>
                    <a:pt x="7714095" y="81689"/>
                  </a:lnTo>
                  <a:lnTo>
                    <a:pt x="7714240" y="81689"/>
                  </a:lnTo>
                  <a:lnTo>
                    <a:pt x="7714386" y="81689"/>
                  </a:lnTo>
                  <a:lnTo>
                    <a:pt x="7714531" y="81689"/>
                  </a:lnTo>
                  <a:lnTo>
                    <a:pt x="7714677" y="81689"/>
                  </a:lnTo>
                  <a:lnTo>
                    <a:pt x="7714822" y="81689"/>
                  </a:lnTo>
                  <a:lnTo>
                    <a:pt x="7714967" y="81689"/>
                  </a:lnTo>
                  <a:lnTo>
                    <a:pt x="7715113" y="81689"/>
                  </a:lnTo>
                  <a:lnTo>
                    <a:pt x="7715258" y="81689"/>
                  </a:lnTo>
                  <a:lnTo>
                    <a:pt x="7715404" y="81689"/>
                  </a:lnTo>
                  <a:lnTo>
                    <a:pt x="7715549" y="81689"/>
                  </a:lnTo>
                  <a:lnTo>
                    <a:pt x="7715695" y="81689"/>
                  </a:lnTo>
                  <a:lnTo>
                    <a:pt x="7715840" y="81689"/>
                  </a:lnTo>
                  <a:lnTo>
                    <a:pt x="7715985" y="81689"/>
                  </a:lnTo>
                  <a:lnTo>
                    <a:pt x="7716131" y="81689"/>
                  </a:lnTo>
                  <a:lnTo>
                    <a:pt x="7716276" y="81689"/>
                  </a:lnTo>
                  <a:lnTo>
                    <a:pt x="7716422" y="81689"/>
                  </a:lnTo>
                  <a:lnTo>
                    <a:pt x="7716567" y="81689"/>
                  </a:lnTo>
                  <a:lnTo>
                    <a:pt x="7716713" y="81689"/>
                  </a:lnTo>
                  <a:lnTo>
                    <a:pt x="7716858" y="81689"/>
                  </a:lnTo>
                  <a:lnTo>
                    <a:pt x="7717003" y="81689"/>
                  </a:lnTo>
                  <a:lnTo>
                    <a:pt x="7717149" y="81689"/>
                  </a:lnTo>
                  <a:lnTo>
                    <a:pt x="7717294" y="81689"/>
                  </a:lnTo>
                  <a:lnTo>
                    <a:pt x="7717440" y="81689"/>
                  </a:lnTo>
                  <a:lnTo>
                    <a:pt x="7717585" y="81689"/>
                  </a:lnTo>
                  <a:lnTo>
                    <a:pt x="7717730" y="81689"/>
                  </a:lnTo>
                  <a:lnTo>
                    <a:pt x="7717876" y="81689"/>
                  </a:lnTo>
                  <a:lnTo>
                    <a:pt x="7718021" y="81689"/>
                  </a:lnTo>
                  <a:lnTo>
                    <a:pt x="7718021" y="81065"/>
                  </a:lnTo>
                  <a:lnTo>
                    <a:pt x="7718167" y="81065"/>
                  </a:lnTo>
                  <a:lnTo>
                    <a:pt x="7718312" y="81065"/>
                  </a:lnTo>
                  <a:lnTo>
                    <a:pt x="7718458" y="81065"/>
                  </a:lnTo>
                  <a:lnTo>
                    <a:pt x="7718603" y="81065"/>
                  </a:lnTo>
                  <a:lnTo>
                    <a:pt x="7718748" y="81065"/>
                  </a:lnTo>
                  <a:lnTo>
                    <a:pt x="7718894" y="81065"/>
                  </a:lnTo>
                  <a:lnTo>
                    <a:pt x="7719039" y="81065"/>
                  </a:lnTo>
                  <a:lnTo>
                    <a:pt x="7719185" y="81065"/>
                  </a:lnTo>
                  <a:lnTo>
                    <a:pt x="7719330" y="81065"/>
                  </a:lnTo>
                  <a:lnTo>
                    <a:pt x="7719476" y="81065"/>
                  </a:lnTo>
                  <a:lnTo>
                    <a:pt x="7719621" y="81065"/>
                  </a:lnTo>
                  <a:lnTo>
                    <a:pt x="7719766" y="81065"/>
                  </a:lnTo>
                  <a:lnTo>
                    <a:pt x="7719912" y="81065"/>
                  </a:lnTo>
                  <a:lnTo>
                    <a:pt x="7720057" y="81065"/>
                  </a:lnTo>
                  <a:lnTo>
                    <a:pt x="7720203" y="81065"/>
                  </a:lnTo>
                  <a:lnTo>
                    <a:pt x="7720348" y="81065"/>
                  </a:lnTo>
                  <a:lnTo>
                    <a:pt x="7720494" y="81065"/>
                  </a:lnTo>
                  <a:lnTo>
                    <a:pt x="7720639" y="81065"/>
                  </a:lnTo>
                  <a:lnTo>
                    <a:pt x="7720784" y="81065"/>
                  </a:lnTo>
                  <a:lnTo>
                    <a:pt x="7720930" y="81065"/>
                  </a:lnTo>
                  <a:lnTo>
                    <a:pt x="7720930" y="80442"/>
                  </a:lnTo>
                  <a:lnTo>
                    <a:pt x="7720930" y="79818"/>
                  </a:lnTo>
                  <a:lnTo>
                    <a:pt x="7721075" y="79818"/>
                  </a:lnTo>
                  <a:lnTo>
                    <a:pt x="7721221" y="79818"/>
                  </a:lnTo>
                  <a:lnTo>
                    <a:pt x="7721366" y="79818"/>
                  </a:lnTo>
                  <a:lnTo>
                    <a:pt x="7721512" y="79818"/>
                  </a:lnTo>
                  <a:lnTo>
                    <a:pt x="7721657" y="79818"/>
                  </a:lnTo>
                  <a:lnTo>
                    <a:pt x="7721802" y="79818"/>
                  </a:lnTo>
                  <a:lnTo>
                    <a:pt x="7721948" y="79818"/>
                  </a:lnTo>
                  <a:lnTo>
                    <a:pt x="7722093" y="79818"/>
                  </a:lnTo>
                  <a:lnTo>
                    <a:pt x="7722239" y="79818"/>
                  </a:lnTo>
                  <a:lnTo>
                    <a:pt x="7722384" y="79818"/>
                  </a:lnTo>
                  <a:lnTo>
                    <a:pt x="7722530" y="79818"/>
                  </a:lnTo>
                  <a:lnTo>
                    <a:pt x="7722675" y="79818"/>
                  </a:lnTo>
                  <a:lnTo>
                    <a:pt x="7722820" y="79818"/>
                  </a:lnTo>
                  <a:lnTo>
                    <a:pt x="7722966" y="79818"/>
                  </a:lnTo>
                  <a:lnTo>
                    <a:pt x="7723111" y="79818"/>
                  </a:lnTo>
                  <a:lnTo>
                    <a:pt x="7723257" y="79818"/>
                  </a:lnTo>
                  <a:lnTo>
                    <a:pt x="7723402" y="79818"/>
                  </a:lnTo>
                  <a:lnTo>
                    <a:pt x="7723548" y="79818"/>
                  </a:lnTo>
                  <a:lnTo>
                    <a:pt x="7723693" y="79818"/>
                  </a:lnTo>
                  <a:lnTo>
                    <a:pt x="7723838" y="79818"/>
                  </a:lnTo>
                  <a:lnTo>
                    <a:pt x="7723984" y="79818"/>
                  </a:lnTo>
                  <a:lnTo>
                    <a:pt x="7724129" y="79818"/>
                  </a:lnTo>
                  <a:lnTo>
                    <a:pt x="7724275" y="79818"/>
                  </a:lnTo>
                  <a:lnTo>
                    <a:pt x="7724420" y="79818"/>
                  </a:lnTo>
                  <a:lnTo>
                    <a:pt x="7724565" y="79818"/>
                  </a:lnTo>
                  <a:lnTo>
                    <a:pt x="7724711" y="79818"/>
                  </a:lnTo>
                  <a:lnTo>
                    <a:pt x="7724856" y="79818"/>
                  </a:lnTo>
                  <a:lnTo>
                    <a:pt x="7725002" y="79818"/>
                  </a:lnTo>
                  <a:lnTo>
                    <a:pt x="7725147" y="79818"/>
                  </a:lnTo>
                  <a:lnTo>
                    <a:pt x="7725293" y="79818"/>
                  </a:lnTo>
                  <a:lnTo>
                    <a:pt x="7725438" y="79818"/>
                  </a:lnTo>
                  <a:lnTo>
                    <a:pt x="7725583" y="79818"/>
                  </a:lnTo>
                  <a:lnTo>
                    <a:pt x="7725729" y="79818"/>
                  </a:lnTo>
                  <a:lnTo>
                    <a:pt x="7725874" y="79818"/>
                  </a:lnTo>
                  <a:lnTo>
                    <a:pt x="7726020" y="79818"/>
                  </a:lnTo>
                  <a:lnTo>
                    <a:pt x="7726165" y="79818"/>
                  </a:lnTo>
                  <a:lnTo>
                    <a:pt x="7726311" y="79818"/>
                  </a:lnTo>
                  <a:lnTo>
                    <a:pt x="7726456" y="79818"/>
                  </a:lnTo>
                  <a:lnTo>
                    <a:pt x="7726601" y="79818"/>
                  </a:lnTo>
                  <a:lnTo>
                    <a:pt x="7726747" y="79818"/>
                  </a:lnTo>
                  <a:lnTo>
                    <a:pt x="7726892" y="79818"/>
                  </a:lnTo>
                  <a:lnTo>
                    <a:pt x="7727038" y="79818"/>
                  </a:lnTo>
                  <a:lnTo>
                    <a:pt x="7727183" y="79818"/>
                  </a:lnTo>
                  <a:lnTo>
                    <a:pt x="7727329" y="79818"/>
                  </a:lnTo>
                  <a:lnTo>
                    <a:pt x="7727474" y="79818"/>
                  </a:lnTo>
                  <a:lnTo>
                    <a:pt x="7727619" y="79818"/>
                  </a:lnTo>
                  <a:lnTo>
                    <a:pt x="7727765" y="79818"/>
                  </a:lnTo>
                  <a:lnTo>
                    <a:pt x="7727910" y="79818"/>
                  </a:lnTo>
                  <a:lnTo>
                    <a:pt x="7728056" y="79818"/>
                  </a:lnTo>
                  <a:lnTo>
                    <a:pt x="7728201" y="79818"/>
                  </a:lnTo>
                  <a:lnTo>
                    <a:pt x="7728347" y="79818"/>
                  </a:lnTo>
                  <a:lnTo>
                    <a:pt x="7728492" y="79818"/>
                  </a:lnTo>
                  <a:lnTo>
                    <a:pt x="7728637" y="79818"/>
                  </a:lnTo>
                  <a:lnTo>
                    <a:pt x="7728783" y="79818"/>
                  </a:lnTo>
                  <a:lnTo>
                    <a:pt x="7728928" y="79818"/>
                  </a:lnTo>
                  <a:lnTo>
                    <a:pt x="7729074" y="79818"/>
                  </a:lnTo>
                  <a:lnTo>
                    <a:pt x="7729219" y="79818"/>
                  </a:lnTo>
                  <a:lnTo>
                    <a:pt x="7729365" y="79818"/>
                  </a:lnTo>
                  <a:lnTo>
                    <a:pt x="7729510" y="79818"/>
                  </a:lnTo>
                  <a:lnTo>
                    <a:pt x="7729655" y="79818"/>
                  </a:lnTo>
                  <a:lnTo>
                    <a:pt x="7729801" y="79818"/>
                  </a:lnTo>
                  <a:lnTo>
                    <a:pt x="7729946" y="79818"/>
                  </a:lnTo>
                  <a:lnTo>
                    <a:pt x="7730092" y="79818"/>
                  </a:lnTo>
                  <a:lnTo>
                    <a:pt x="7730237" y="79818"/>
                  </a:lnTo>
                  <a:lnTo>
                    <a:pt x="7730383" y="79818"/>
                  </a:lnTo>
                  <a:lnTo>
                    <a:pt x="7730528" y="79818"/>
                  </a:lnTo>
                  <a:lnTo>
                    <a:pt x="7730673" y="79818"/>
                  </a:lnTo>
                  <a:lnTo>
                    <a:pt x="7730819" y="79818"/>
                  </a:lnTo>
                  <a:lnTo>
                    <a:pt x="7730964" y="79818"/>
                  </a:lnTo>
                  <a:lnTo>
                    <a:pt x="7731110" y="79818"/>
                  </a:lnTo>
                  <a:lnTo>
                    <a:pt x="7731255" y="79818"/>
                  </a:lnTo>
                  <a:lnTo>
                    <a:pt x="7731400" y="79818"/>
                  </a:lnTo>
                  <a:lnTo>
                    <a:pt x="7731546" y="79818"/>
                  </a:lnTo>
                  <a:lnTo>
                    <a:pt x="7731691" y="79818"/>
                  </a:lnTo>
                  <a:lnTo>
                    <a:pt x="7731837" y="79818"/>
                  </a:lnTo>
                  <a:lnTo>
                    <a:pt x="7731837" y="79194"/>
                  </a:lnTo>
                  <a:lnTo>
                    <a:pt x="7731982" y="79194"/>
                  </a:lnTo>
                  <a:lnTo>
                    <a:pt x="7732128" y="79194"/>
                  </a:lnTo>
                  <a:lnTo>
                    <a:pt x="7732273" y="79194"/>
                  </a:lnTo>
                  <a:lnTo>
                    <a:pt x="7732418" y="79194"/>
                  </a:lnTo>
                  <a:lnTo>
                    <a:pt x="7732564" y="79194"/>
                  </a:lnTo>
                  <a:lnTo>
                    <a:pt x="7732709" y="79194"/>
                  </a:lnTo>
                  <a:lnTo>
                    <a:pt x="7732855" y="79194"/>
                  </a:lnTo>
                  <a:lnTo>
                    <a:pt x="7733000" y="79194"/>
                  </a:lnTo>
                  <a:lnTo>
                    <a:pt x="7733146" y="79194"/>
                  </a:lnTo>
                  <a:lnTo>
                    <a:pt x="7733291" y="79194"/>
                  </a:lnTo>
                  <a:lnTo>
                    <a:pt x="7733436" y="79194"/>
                  </a:lnTo>
                  <a:lnTo>
                    <a:pt x="7733582" y="79194"/>
                  </a:lnTo>
                  <a:lnTo>
                    <a:pt x="7733727" y="79194"/>
                  </a:lnTo>
                  <a:lnTo>
                    <a:pt x="7733873" y="79194"/>
                  </a:lnTo>
                  <a:lnTo>
                    <a:pt x="7734018" y="79194"/>
                  </a:lnTo>
                  <a:lnTo>
                    <a:pt x="7734164" y="79194"/>
                  </a:lnTo>
                  <a:lnTo>
                    <a:pt x="7734164" y="78571"/>
                  </a:lnTo>
                  <a:lnTo>
                    <a:pt x="7734309" y="78571"/>
                  </a:lnTo>
                  <a:lnTo>
                    <a:pt x="7734454" y="78571"/>
                  </a:lnTo>
                  <a:lnTo>
                    <a:pt x="7734600" y="78571"/>
                  </a:lnTo>
                  <a:lnTo>
                    <a:pt x="7734745" y="78571"/>
                  </a:lnTo>
                  <a:lnTo>
                    <a:pt x="7734891" y="78571"/>
                  </a:lnTo>
                  <a:lnTo>
                    <a:pt x="7735036" y="78571"/>
                  </a:lnTo>
                  <a:lnTo>
                    <a:pt x="7735182" y="78571"/>
                  </a:lnTo>
                  <a:lnTo>
                    <a:pt x="7735327" y="78571"/>
                  </a:lnTo>
                  <a:lnTo>
                    <a:pt x="7735472" y="78571"/>
                  </a:lnTo>
                  <a:lnTo>
                    <a:pt x="7735618" y="78571"/>
                  </a:lnTo>
                  <a:lnTo>
                    <a:pt x="7735763" y="78571"/>
                  </a:lnTo>
                  <a:lnTo>
                    <a:pt x="7735909" y="78571"/>
                  </a:lnTo>
                  <a:lnTo>
                    <a:pt x="7736054" y="78571"/>
                  </a:lnTo>
                  <a:lnTo>
                    <a:pt x="7736200" y="78571"/>
                  </a:lnTo>
                  <a:lnTo>
                    <a:pt x="7736345" y="78571"/>
                  </a:lnTo>
                  <a:lnTo>
                    <a:pt x="7736490" y="78571"/>
                  </a:lnTo>
                  <a:lnTo>
                    <a:pt x="7736636" y="78571"/>
                  </a:lnTo>
                  <a:lnTo>
                    <a:pt x="7736781" y="78571"/>
                  </a:lnTo>
                  <a:lnTo>
                    <a:pt x="7736927" y="78571"/>
                  </a:lnTo>
                  <a:lnTo>
                    <a:pt x="7737072" y="78571"/>
                  </a:lnTo>
                  <a:lnTo>
                    <a:pt x="7737218" y="78571"/>
                  </a:lnTo>
                  <a:lnTo>
                    <a:pt x="7737363" y="78571"/>
                  </a:lnTo>
                  <a:lnTo>
                    <a:pt x="7737508" y="78571"/>
                  </a:lnTo>
                  <a:lnTo>
                    <a:pt x="7737654" y="78571"/>
                  </a:lnTo>
                  <a:lnTo>
                    <a:pt x="7737799" y="78571"/>
                  </a:lnTo>
                  <a:lnTo>
                    <a:pt x="7737945" y="78571"/>
                  </a:lnTo>
                  <a:lnTo>
                    <a:pt x="7738090" y="78571"/>
                  </a:lnTo>
                  <a:lnTo>
                    <a:pt x="7738235" y="78571"/>
                  </a:lnTo>
                  <a:lnTo>
                    <a:pt x="7738235" y="77947"/>
                  </a:lnTo>
                  <a:lnTo>
                    <a:pt x="7738381" y="77947"/>
                  </a:lnTo>
                  <a:lnTo>
                    <a:pt x="7738526" y="77947"/>
                  </a:lnTo>
                  <a:lnTo>
                    <a:pt x="7738672" y="77947"/>
                  </a:lnTo>
                  <a:lnTo>
                    <a:pt x="7738817" y="77947"/>
                  </a:lnTo>
                  <a:lnTo>
                    <a:pt x="7738963" y="77947"/>
                  </a:lnTo>
                  <a:lnTo>
                    <a:pt x="7739108" y="77947"/>
                  </a:lnTo>
                  <a:lnTo>
                    <a:pt x="7739253" y="77947"/>
                  </a:lnTo>
                  <a:lnTo>
                    <a:pt x="7739399" y="77947"/>
                  </a:lnTo>
                  <a:lnTo>
                    <a:pt x="7739544" y="77947"/>
                  </a:lnTo>
                  <a:lnTo>
                    <a:pt x="7739690" y="77947"/>
                  </a:lnTo>
                  <a:lnTo>
                    <a:pt x="7739835" y="77947"/>
                  </a:lnTo>
                  <a:lnTo>
                    <a:pt x="7739981" y="77947"/>
                  </a:lnTo>
                  <a:lnTo>
                    <a:pt x="7740126" y="77947"/>
                  </a:lnTo>
                  <a:lnTo>
                    <a:pt x="7740271" y="77947"/>
                  </a:lnTo>
                  <a:lnTo>
                    <a:pt x="7740417" y="77947"/>
                  </a:lnTo>
                  <a:lnTo>
                    <a:pt x="7740562" y="77947"/>
                  </a:lnTo>
                  <a:lnTo>
                    <a:pt x="7740708" y="77947"/>
                  </a:lnTo>
                  <a:lnTo>
                    <a:pt x="7740853" y="77947"/>
                  </a:lnTo>
                  <a:lnTo>
                    <a:pt x="7740999" y="77947"/>
                  </a:lnTo>
                  <a:lnTo>
                    <a:pt x="7741144" y="77947"/>
                  </a:lnTo>
                  <a:lnTo>
                    <a:pt x="7741289" y="77947"/>
                  </a:lnTo>
                  <a:lnTo>
                    <a:pt x="7741435" y="77947"/>
                  </a:lnTo>
                  <a:lnTo>
                    <a:pt x="7741580" y="77947"/>
                  </a:lnTo>
                  <a:lnTo>
                    <a:pt x="7741726" y="77947"/>
                  </a:lnTo>
                  <a:lnTo>
                    <a:pt x="7741871" y="77947"/>
                  </a:lnTo>
                  <a:lnTo>
                    <a:pt x="7741871" y="77324"/>
                  </a:lnTo>
                  <a:lnTo>
                    <a:pt x="7742017" y="77324"/>
                  </a:lnTo>
                  <a:lnTo>
                    <a:pt x="7742162" y="77324"/>
                  </a:lnTo>
                  <a:lnTo>
                    <a:pt x="7742307" y="77324"/>
                  </a:lnTo>
                  <a:lnTo>
                    <a:pt x="7742453" y="77324"/>
                  </a:lnTo>
                  <a:lnTo>
                    <a:pt x="7742598" y="77324"/>
                  </a:lnTo>
                  <a:lnTo>
                    <a:pt x="7742744" y="77324"/>
                  </a:lnTo>
                  <a:lnTo>
                    <a:pt x="7742889" y="77324"/>
                  </a:lnTo>
                  <a:lnTo>
                    <a:pt x="7743035" y="77324"/>
                  </a:lnTo>
                  <a:lnTo>
                    <a:pt x="7743180" y="77324"/>
                  </a:lnTo>
                  <a:lnTo>
                    <a:pt x="7743325" y="77324"/>
                  </a:lnTo>
                  <a:lnTo>
                    <a:pt x="7743471" y="77324"/>
                  </a:lnTo>
                  <a:lnTo>
                    <a:pt x="7743616" y="77324"/>
                  </a:lnTo>
                  <a:lnTo>
                    <a:pt x="7743762" y="77324"/>
                  </a:lnTo>
                  <a:lnTo>
                    <a:pt x="7743907" y="77324"/>
                  </a:lnTo>
                  <a:lnTo>
                    <a:pt x="7744053" y="77324"/>
                  </a:lnTo>
                  <a:lnTo>
                    <a:pt x="7744198" y="77324"/>
                  </a:lnTo>
                  <a:lnTo>
                    <a:pt x="7744343" y="77324"/>
                  </a:lnTo>
                  <a:lnTo>
                    <a:pt x="7744489" y="77324"/>
                  </a:lnTo>
                  <a:lnTo>
                    <a:pt x="7744634" y="77324"/>
                  </a:lnTo>
                  <a:lnTo>
                    <a:pt x="7744780" y="77324"/>
                  </a:lnTo>
                  <a:lnTo>
                    <a:pt x="7744780" y="76700"/>
                  </a:lnTo>
                  <a:lnTo>
                    <a:pt x="7744925" y="76700"/>
                  </a:lnTo>
                  <a:lnTo>
                    <a:pt x="7745070" y="76700"/>
                  </a:lnTo>
                  <a:lnTo>
                    <a:pt x="7745216" y="76700"/>
                  </a:lnTo>
                  <a:lnTo>
                    <a:pt x="7745361" y="76700"/>
                  </a:lnTo>
                  <a:lnTo>
                    <a:pt x="7745507" y="76700"/>
                  </a:lnTo>
                  <a:lnTo>
                    <a:pt x="7745652" y="76700"/>
                  </a:lnTo>
                  <a:lnTo>
                    <a:pt x="7745798" y="76700"/>
                  </a:lnTo>
                  <a:lnTo>
                    <a:pt x="7745943" y="76700"/>
                  </a:lnTo>
                  <a:lnTo>
                    <a:pt x="7746088" y="76700"/>
                  </a:lnTo>
                  <a:lnTo>
                    <a:pt x="7746234" y="76700"/>
                  </a:lnTo>
                  <a:lnTo>
                    <a:pt x="7746379" y="76700"/>
                  </a:lnTo>
                  <a:lnTo>
                    <a:pt x="7746525" y="76700"/>
                  </a:lnTo>
                  <a:lnTo>
                    <a:pt x="7746670" y="76700"/>
                  </a:lnTo>
                  <a:lnTo>
                    <a:pt x="7746816" y="76700"/>
                  </a:lnTo>
                  <a:lnTo>
                    <a:pt x="7746961" y="76700"/>
                  </a:lnTo>
                  <a:lnTo>
                    <a:pt x="7747106" y="76700"/>
                  </a:lnTo>
                  <a:lnTo>
                    <a:pt x="7747252" y="76700"/>
                  </a:lnTo>
                  <a:lnTo>
                    <a:pt x="7747397" y="76700"/>
                  </a:lnTo>
                  <a:lnTo>
                    <a:pt x="7747543" y="76700"/>
                  </a:lnTo>
                  <a:lnTo>
                    <a:pt x="7747688" y="76700"/>
                  </a:lnTo>
                  <a:lnTo>
                    <a:pt x="7747834" y="76700"/>
                  </a:lnTo>
                  <a:lnTo>
                    <a:pt x="7747979" y="76700"/>
                  </a:lnTo>
                  <a:lnTo>
                    <a:pt x="7748124" y="76700"/>
                  </a:lnTo>
                  <a:lnTo>
                    <a:pt x="7748270" y="76700"/>
                  </a:lnTo>
                  <a:lnTo>
                    <a:pt x="7748415" y="76700"/>
                  </a:lnTo>
                  <a:lnTo>
                    <a:pt x="7748561" y="76700"/>
                  </a:lnTo>
                  <a:lnTo>
                    <a:pt x="7748706" y="76700"/>
                  </a:lnTo>
                  <a:lnTo>
                    <a:pt x="7748852" y="76700"/>
                  </a:lnTo>
                  <a:lnTo>
                    <a:pt x="7748997" y="76700"/>
                  </a:lnTo>
                  <a:lnTo>
                    <a:pt x="7748997" y="76077"/>
                  </a:lnTo>
                  <a:lnTo>
                    <a:pt x="7748997" y="75453"/>
                  </a:lnTo>
                  <a:lnTo>
                    <a:pt x="7749142" y="75453"/>
                  </a:lnTo>
                  <a:lnTo>
                    <a:pt x="7749288" y="75453"/>
                  </a:lnTo>
                  <a:lnTo>
                    <a:pt x="7749433" y="75453"/>
                  </a:lnTo>
                  <a:lnTo>
                    <a:pt x="7749579" y="75453"/>
                  </a:lnTo>
                  <a:lnTo>
                    <a:pt x="7749579" y="74829"/>
                  </a:lnTo>
                  <a:lnTo>
                    <a:pt x="7749724" y="74829"/>
                  </a:lnTo>
                  <a:lnTo>
                    <a:pt x="7749870" y="74829"/>
                  </a:lnTo>
                  <a:lnTo>
                    <a:pt x="7750015" y="74829"/>
                  </a:lnTo>
                  <a:lnTo>
                    <a:pt x="7750160" y="74829"/>
                  </a:lnTo>
                  <a:lnTo>
                    <a:pt x="7750306" y="74829"/>
                  </a:lnTo>
                  <a:lnTo>
                    <a:pt x="7750451" y="74829"/>
                  </a:lnTo>
                  <a:lnTo>
                    <a:pt x="7750451" y="74206"/>
                  </a:lnTo>
                  <a:lnTo>
                    <a:pt x="7750597" y="74206"/>
                  </a:lnTo>
                  <a:lnTo>
                    <a:pt x="7750742" y="74206"/>
                  </a:lnTo>
                  <a:lnTo>
                    <a:pt x="7750887" y="74206"/>
                  </a:lnTo>
                  <a:lnTo>
                    <a:pt x="7751033" y="74206"/>
                  </a:lnTo>
                  <a:lnTo>
                    <a:pt x="7751178" y="74206"/>
                  </a:lnTo>
                  <a:lnTo>
                    <a:pt x="7751324" y="74206"/>
                  </a:lnTo>
                  <a:lnTo>
                    <a:pt x="7751469" y="74206"/>
                  </a:lnTo>
                  <a:lnTo>
                    <a:pt x="7751615" y="74206"/>
                  </a:lnTo>
                  <a:lnTo>
                    <a:pt x="7751760" y="74206"/>
                  </a:lnTo>
                  <a:lnTo>
                    <a:pt x="7751905" y="74206"/>
                  </a:lnTo>
                  <a:lnTo>
                    <a:pt x="7752051" y="74206"/>
                  </a:lnTo>
                  <a:lnTo>
                    <a:pt x="7752196" y="74206"/>
                  </a:lnTo>
                  <a:lnTo>
                    <a:pt x="7752342" y="74206"/>
                  </a:lnTo>
                  <a:lnTo>
                    <a:pt x="7752487" y="74206"/>
                  </a:lnTo>
                  <a:lnTo>
                    <a:pt x="7752633" y="74206"/>
                  </a:lnTo>
                  <a:lnTo>
                    <a:pt x="7752778" y="74206"/>
                  </a:lnTo>
                  <a:lnTo>
                    <a:pt x="7752923" y="74206"/>
                  </a:lnTo>
                  <a:lnTo>
                    <a:pt x="7753069" y="74206"/>
                  </a:lnTo>
                  <a:lnTo>
                    <a:pt x="7753214" y="74206"/>
                  </a:lnTo>
                  <a:lnTo>
                    <a:pt x="7753360" y="74206"/>
                  </a:lnTo>
                  <a:lnTo>
                    <a:pt x="7753505" y="74206"/>
                  </a:lnTo>
                  <a:lnTo>
                    <a:pt x="7753651" y="74206"/>
                  </a:lnTo>
                  <a:lnTo>
                    <a:pt x="7753796" y="74206"/>
                  </a:lnTo>
                  <a:lnTo>
                    <a:pt x="7753941" y="74206"/>
                  </a:lnTo>
                  <a:lnTo>
                    <a:pt x="7754087" y="74206"/>
                  </a:lnTo>
                  <a:lnTo>
                    <a:pt x="7754232" y="74206"/>
                  </a:lnTo>
                  <a:lnTo>
                    <a:pt x="7754378" y="74206"/>
                  </a:lnTo>
                  <a:lnTo>
                    <a:pt x="7754523" y="74206"/>
                  </a:lnTo>
                  <a:lnTo>
                    <a:pt x="7754669" y="74206"/>
                  </a:lnTo>
                  <a:lnTo>
                    <a:pt x="7754814" y="74206"/>
                  </a:lnTo>
                  <a:lnTo>
                    <a:pt x="7754959" y="74206"/>
                  </a:lnTo>
                  <a:lnTo>
                    <a:pt x="7755105" y="74206"/>
                  </a:lnTo>
                  <a:lnTo>
                    <a:pt x="7755250" y="74206"/>
                  </a:lnTo>
                  <a:lnTo>
                    <a:pt x="7755396" y="74206"/>
                  </a:lnTo>
                  <a:lnTo>
                    <a:pt x="7755541" y="74206"/>
                  </a:lnTo>
                  <a:lnTo>
                    <a:pt x="7755687" y="74206"/>
                  </a:lnTo>
                  <a:lnTo>
                    <a:pt x="7755832" y="74206"/>
                  </a:lnTo>
                  <a:lnTo>
                    <a:pt x="7755977" y="74206"/>
                  </a:lnTo>
                  <a:lnTo>
                    <a:pt x="7756123" y="74206"/>
                  </a:lnTo>
                  <a:lnTo>
                    <a:pt x="7756268" y="74206"/>
                  </a:lnTo>
                  <a:lnTo>
                    <a:pt x="7756414" y="74206"/>
                  </a:lnTo>
                  <a:lnTo>
                    <a:pt x="7756559" y="74206"/>
                  </a:lnTo>
                  <a:lnTo>
                    <a:pt x="7756705" y="74206"/>
                  </a:lnTo>
                  <a:lnTo>
                    <a:pt x="7756850" y="74206"/>
                  </a:lnTo>
                  <a:lnTo>
                    <a:pt x="7756850" y="73582"/>
                  </a:lnTo>
                  <a:lnTo>
                    <a:pt x="7756995" y="73582"/>
                  </a:lnTo>
                  <a:lnTo>
                    <a:pt x="7757141" y="73582"/>
                  </a:lnTo>
                  <a:lnTo>
                    <a:pt x="7757286" y="73582"/>
                  </a:lnTo>
                  <a:lnTo>
                    <a:pt x="7757432" y="73582"/>
                  </a:lnTo>
                  <a:lnTo>
                    <a:pt x="7757577" y="73582"/>
                  </a:lnTo>
                  <a:lnTo>
                    <a:pt x="7757722" y="73582"/>
                  </a:lnTo>
                  <a:lnTo>
                    <a:pt x="7757868" y="73582"/>
                  </a:lnTo>
                  <a:lnTo>
                    <a:pt x="7757868" y="72959"/>
                  </a:lnTo>
                  <a:lnTo>
                    <a:pt x="7758013" y="72959"/>
                  </a:lnTo>
                  <a:lnTo>
                    <a:pt x="7758159" y="72959"/>
                  </a:lnTo>
                  <a:lnTo>
                    <a:pt x="7758304" y="72959"/>
                  </a:lnTo>
                  <a:lnTo>
                    <a:pt x="7758450" y="72959"/>
                  </a:lnTo>
                  <a:lnTo>
                    <a:pt x="7758595" y="72959"/>
                  </a:lnTo>
                  <a:lnTo>
                    <a:pt x="7758740" y="72959"/>
                  </a:lnTo>
                  <a:lnTo>
                    <a:pt x="7758886" y="72959"/>
                  </a:lnTo>
                  <a:lnTo>
                    <a:pt x="7759031" y="72959"/>
                  </a:lnTo>
                  <a:lnTo>
                    <a:pt x="7759177" y="72959"/>
                  </a:lnTo>
                  <a:lnTo>
                    <a:pt x="7759322" y="72959"/>
                  </a:lnTo>
                  <a:lnTo>
                    <a:pt x="7759468" y="72959"/>
                  </a:lnTo>
                  <a:lnTo>
                    <a:pt x="7759613" y="72959"/>
                  </a:lnTo>
                  <a:lnTo>
                    <a:pt x="7759758" y="72959"/>
                  </a:lnTo>
                  <a:lnTo>
                    <a:pt x="7759758" y="72335"/>
                  </a:lnTo>
                  <a:lnTo>
                    <a:pt x="7759904" y="72335"/>
                  </a:lnTo>
                  <a:lnTo>
                    <a:pt x="7760049" y="72335"/>
                  </a:lnTo>
                  <a:lnTo>
                    <a:pt x="7760195" y="72335"/>
                  </a:lnTo>
                  <a:lnTo>
                    <a:pt x="7760340" y="72335"/>
                  </a:lnTo>
                  <a:lnTo>
                    <a:pt x="7760486" y="72335"/>
                  </a:lnTo>
                  <a:lnTo>
                    <a:pt x="7760631" y="72335"/>
                  </a:lnTo>
                  <a:lnTo>
                    <a:pt x="7760776" y="72335"/>
                  </a:lnTo>
                  <a:lnTo>
                    <a:pt x="7760922" y="72335"/>
                  </a:lnTo>
                  <a:lnTo>
                    <a:pt x="7760922" y="71711"/>
                  </a:lnTo>
                  <a:lnTo>
                    <a:pt x="7761067" y="71711"/>
                  </a:lnTo>
                  <a:lnTo>
                    <a:pt x="7761213" y="71711"/>
                  </a:lnTo>
                  <a:lnTo>
                    <a:pt x="7761358" y="71711"/>
                  </a:lnTo>
                  <a:lnTo>
                    <a:pt x="7761504" y="71711"/>
                  </a:lnTo>
                  <a:lnTo>
                    <a:pt x="7761504" y="71088"/>
                  </a:lnTo>
                  <a:lnTo>
                    <a:pt x="7761649" y="71088"/>
                  </a:lnTo>
                  <a:lnTo>
                    <a:pt x="7761794" y="71088"/>
                  </a:lnTo>
                  <a:lnTo>
                    <a:pt x="7761940" y="71088"/>
                  </a:lnTo>
                  <a:lnTo>
                    <a:pt x="7762085" y="71088"/>
                  </a:lnTo>
                  <a:lnTo>
                    <a:pt x="7762231" y="71088"/>
                  </a:lnTo>
                  <a:lnTo>
                    <a:pt x="7762376" y="71088"/>
                  </a:lnTo>
                  <a:lnTo>
                    <a:pt x="7762522" y="71088"/>
                  </a:lnTo>
                  <a:lnTo>
                    <a:pt x="7762667" y="71088"/>
                  </a:lnTo>
                  <a:lnTo>
                    <a:pt x="7762812" y="71088"/>
                  </a:lnTo>
                  <a:lnTo>
                    <a:pt x="7762958" y="71088"/>
                  </a:lnTo>
                  <a:lnTo>
                    <a:pt x="7763103" y="71088"/>
                  </a:lnTo>
                  <a:lnTo>
                    <a:pt x="7763249" y="71088"/>
                  </a:lnTo>
                  <a:lnTo>
                    <a:pt x="7763394" y="71088"/>
                  </a:lnTo>
                  <a:lnTo>
                    <a:pt x="7763540" y="71088"/>
                  </a:lnTo>
                  <a:lnTo>
                    <a:pt x="7763685" y="71088"/>
                  </a:lnTo>
                  <a:lnTo>
                    <a:pt x="7763830" y="71088"/>
                  </a:lnTo>
                  <a:lnTo>
                    <a:pt x="7763976" y="71088"/>
                  </a:lnTo>
                  <a:lnTo>
                    <a:pt x="7764121" y="71088"/>
                  </a:lnTo>
                  <a:lnTo>
                    <a:pt x="7764267" y="71088"/>
                  </a:lnTo>
                  <a:lnTo>
                    <a:pt x="7764412" y="71088"/>
                  </a:lnTo>
                  <a:lnTo>
                    <a:pt x="7764557" y="71088"/>
                  </a:lnTo>
                  <a:lnTo>
                    <a:pt x="7764557" y="70464"/>
                  </a:lnTo>
                  <a:lnTo>
                    <a:pt x="7764557" y="69841"/>
                  </a:lnTo>
                  <a:lnTo>
                    <a:pt x="7764703" y="69841"/>
                  </a:lnTo>
                  <a:lnTo>
                    <a:pt x="7764848" y="69841"/>
                  </a:lnTo>
                  <a:lnTo>
                    <a:pt x="7764994" y="69841"/>
                  </a:lnTo>
                  <a:lnTo>
                    <a:pt x="7765139" y="69841"/>
                  </a:lnTo>
                  <a:lnTo>
                    <a:pt x="7765285" y="69841"/>
                  </a:lnTo>
                  <a:lnTo>
                    <a:pt x="7765430" y="69841"/>
                  </a:lnTo>
                  <a:lnTo>
                    <a:pt x="7765575" y="69841"/>
                  </a:lnTo>
                  <a:lnTo>
                    <a:pt x="7765721" y="69841"/>
                  </a:lnTo>
                  <a:lnTo>
                    <a:pt x="7765866" y="69841"/>
                  </a:lnTo>
                  <a:lnTo>
                    <a:pt x="7766012" y="69841"/>
                  </a:lnTo>
                  <a:lnTo>
                    <a:pt x="7766157" y="69841"/>
                  </a:lnTo>
                  <a:lnTo>
                    <a:pt x="7766303" y="69841"/>
                  </a:lnTo>
                  <a:lnTo>
                    <a:pt x="7766303" y="69217"/>
                  </a:lnTo>
                  <a:lnTo>
                    <a:pt x="7766448" y="69217"/>
                  </a:lnTo>
                  <a:lnTo>
                    <a:pt x="7766593" y="69217"/>
                  </a:lnTo>
                  <a:lnTo>
                    <a:pt x="7766593" y="68594"/>
                  </a:lnTo>
                  <a:lnTo>
                    <a:pt x="7766739" y="68594"/>
                  </a:lnTo>
                  <a:lnTo>
                    <a:pt x="7766884" y="68594"/>
                  </a:lnTo>
                  <a:lnTo>
                    <a:pt x="7767030" y="68594"/>
                  </a:lnTo>
                  <a:lnTo>
                    <a:pt x="7767175" y="68594"/>
                  </a:lnTo>
                  <a:lnTo>
                    <a:pt x="7767321" y="68594"/>
                  </a:lnTo>
                  <a:lnTo>
                    <a:pt x="7767466" y="68594"/>
                  </a:lnTo>
                  <a:lnTo>
                    <a:pt x="7767611" y="68594"/>
                  </a:lnTo>
                  <a:lnTo>
                    <a:pt x="7767757" y="68594"/>
                  </a:lnTo>
                  <a:lnTo>
                    <a:pt x="7767902" y="68594"/>
                  </a:lnTo>
                  <a:lnTo>
                    <a:pt x="7768048" y="68594"/>
                  </a:lnTo>
                  <a:lnTo>
                    <a:pt x="7768193" y="68594"/>
                  </a:lnTo>
                  <a:lnTo>
                    <a:pt x="7768339" y="68594"/>
                  </a:lnTo>
                  <a:lnTo>
                    <a:pt x="7768484" y="68594"/>
                  </a:lnTo>
                  <a:lnTo>
                    <a:pt x="7768629" y="68594"/>
                  </a:lnTo>
                  <a:lnTo>
                    <a:pt x="7768775" y="68594"/>
                  </a:lnTo>
                  <a:lnTo>
                    <a:pt x="7768920" y="68594"/>
                  </a:lnTo>
                  <a:lnTo>
                    <a:pt x="7769066" y="68594"/>
                  </a:lnTo>
                  <a:lnTo>
                    <a:pt x="7769211" y="68594"/>
                  </a:lnTo>
                  <a:lnTo>
                    <a:pt x="7769357" y="68594"/>
                  </a:lnTo>
                  <a:lnTo>
                    <a:pt x="7769502" y="68594"/>
                  </a:lnTo>
                  <a:lnTo>
                    <a:pt x="7769647" y="68594"/>
                  </a:lnTo>
                  <a:lnTo>
                    <a:pt x="7769793" y="68594"/>
                  </a:lnTo>
                  <a:lnTo>
                    <a:pt x="7769938" y="68594"/>
                  </a:lnTo>
                  <a:lnTo>
                    <a:pt x="7770084" y="68594"/>
                  </a:lnTo>
                  <a:lnTo>
                    <a:pt x="7770229" y="68594"/>
                  </a:lnTo>
                  <a:lnTo>
                    <a:pt x="7770375" y="68594"/>
                  </a:lnTo>
                  <a:lnTo>
                    <a:pt x="7770520" y="68594"/>
                  </a:lnTo>
                  <a:lnTo>
                    <a:pt x="7770665" y="68594"/>
                  </a:lnTo>
                  <a:lnTo>
                    <a:pt x="7770811" y="68594"/>
                  </a:lnTo>
                  <a:lnTo>
                    <a:pt x="7770956" y="68594"/>
                  </a:lnTo>
                  <a:lnTo>
                    <a:pt x="7771102" y="68594"/>
                  </a:lnTo>
                  <a:lnTo>
                    <a:pt x="7771247" y="68594"/>
                  </a:lnTo>
                  <a:lnTo>
                    <a:pt x="7771392" y="68594"/>
                  </a:lnTo>
                  <a:lnTo>
                    <a:pt x="7771538" y="68594"/>
                  </a:lnTo>
                  <a:lnTo>
                    <a:pt x="7771683" y="68594"/>
                  </a:lnTo>
                  <a:lnTo>
                    <a:pt x="7771829" y="68594"/>
                  </a:lnTo>
                  <a:lnTo>
                    <a:pt x="7771974" y="68594"/>
                  </a:lnTo>
                  <a:lnTo>
                    <a:pt x="7772120" y="68594"/>
                  </a:lnTo>
                  <a:lnTo>
                    <a:pt x="7772265" y="68594"/>
                  </a:lnTo>
                  <a:lnTo>
                    <a:pt x="7772410" y="68594"/>
                  </a:lnTo>
                  <a:lnTo>
                    <a:pt x="7772556" y="68594"/>
                  </a:lnTo>
                  <a:lnTo>
                    <a:pt x="7772701" y="68594"/>
                  </a:lnTo>
                  <a:lnTo>
                    <a:pt x="7772847" y="68594"/>
                  </a:lnTo>
                  <a:lnTo>
                    <a:pt x="7772992" y="68594"/>
                  </a:lnTo>
                  <a:lnTo>
                    <a:pt x="7773138" y="68594"/>
                  </a:lnTo>
                  <a:lnTo>
                    <a:pt x="7773283" y="68594"/>
                  </a:lnTo>
                  <a:lnTo>
                    <a:pt x="7773428" y="68594"/>
                  </a:lnTo>
                  <a:lnTo>
                    <a:pt x="7773574" y="68594"/>
                  </a:lnTo>
                  <a:lnTo>
                    <a:pt x="7773719" y="68594"/>
                  </a:lnTo>
                  <a:lnTo>
                    <a:pt x="7773865" y="68594"/>
                  </a:lnTo>
                  <a:lnTo>
                    <a:pt x="7774010" y="68594"/>
                  </a:lnTo>
                  <a:lnTo>
                    <a:pt x="7774156" y="68594"/>
                  </a:lnTo>
                  <a:lnTo>
                    <a:pt x="7774301" y="68594"/>
                  </a:lnTo>
                  <a:lnTo>
                    <a:pt x="7774446" y="68594"/>
                  </a:lnTo>
                  <a:lnTo>
                    <a:pt x="7774446" y="67970"/>
                  </a:lnTo>
                  <a:lnTo>
                    <a:pt x="7774592" y="67970"/>
                  </a:lnTo>
                  <a:lnTo>
                    <a:pt x="7774737" y="67970"/>
                  </a:lnTo>
                  <a:lnTo>
                    <a:pt x="7774883" y="67970"/>
                  </a:lnTo>
                  <a:lnTo>
                    <a:pt x="7775028" y="67970"/>
                  </a:lnTo>
                  <a:lnTo>
                    <a:pt x="7775174" y="67970"/>
                  </a:lnTo>
                  <a:lnTo>
                    <a:pt x="7775319" y="67970"/>
                  </a:lnTo>
                  <a:lnTo>
                    <a:pt x="7775464" y="67970"/>
                  </a:lnTo>
                  <a:lnTo>
                    <a:pt x="7775610" y="67970"/>
                  </a:lnTo>
                  <a:lnTo>
                    <a:pt x="7775755" y="67970"/>
                  </a:lnTo>
                  <a:lnTo>
                    <a:pt x="7775901" y="67970"/>
                  </a:lnTo>
                  <a:lnTo>
                    <a:pt x="7776046" y="67970"/>
                  </a:lnTo>
                  <a:lnTo>
                    <a:pt x="7776192" y="67970"/>
                  </a:lnTo>
                  <a:lnTo>
                    <a:pt x="7776337" y="67970"/>
                  </a:lnTo>
                  <a:lnTo>
                    <a:pt x="7776482" y="67970"/>
                  </a:lnTo>
                  <a:lnTo>
                    <a:pt x="7776628" y="67970"/>
                  </a:lnTo>
                  <a:lnTo>
                    <a:pt x="7776773" y="67970"/>
                  </a:lnTo>
                  <a:lnTo>
                    <a:pt x="7776919" y="67970"/>
                  </a:lnTo>
                  <a:lnTo>
                    <a:pt x="7777064" y="67970"/>
                  </a:lnTo>
                  <a:lnTo>
                    <a:pt x="7777210" y="67970"/>
                  </a:lnTo>
                  <a:lnTo>
                    <a:pt x="7777355" y="67970"/>
                  </a:lnTo>
                  <a:lnTo>
                    <a:pt x="7777500" y="67970"/>
                  </a:lnTo>
                  <a:lnTo>
                    <a:pt x="7777646" y="67970"/>
                  </a:lnTo>
                  <a:lnTo>
                    <a:pt x="7777791" y="67970"/>
                  </a:lnTo>
                  <a:lnTo>
                    <a:pt x="7777937" y="67970"/>
                  </a:lnTo>
                  <a:lnTo>
                    <a:pt x="7778082" y="67970"/>
                  </a:lnTo>
                  <a:lnTo>
                    <a:pt x="7778227" y="67970"/>
                  </a:lnTo>
                  <a:lnTo>
                    <a:pt x="7778373" y="67970"/>
                  </a:lnTo>
                  <a:lnTo>
                    <a:pt x="7778518" y="67970"/>
                  </a:lnTo>
                  <a:lnTo>
                    <a:pt x="7778664" y="67970"/>
                  </a:lnTo>
                  <a:lnTo>
                    <a:pt x="7778809" y="67970"/>
                  </a:lnTo>
                  <a:lnTo>
                    <a:pt x="7778955" y="67970"/>
                  </a:lnTo>
                  <a:lnTo>
                    <a:pt x="7779100" y="67970"/>
                  </a:lnTo>
                  <a:lnTo>
                    <a:pt x="7779245" y="67970"/>
                  </a:lnTo>
                  <a:lnTo>
                    <a:pt x="7779391" y="67970"/>
                  </a:lnTo>
                  <a:lnTo>
                    <a:pt x="7779536" y="67970"/>
                  </a:lnTo>
                  <a:lnTo>
                    <a:pt x="7779682" y="67970"/>
                  </a:lnTo>
                  <a:lnTo>
                    <a:pt x="7779827" y="67970"/>
                  </a:lnTo>
                  <a:lnTo>
                    <a:pt x="7779973" y="67970"/>
                  </a:lnTo>
                  <a:lnTo>
                    <a:pt x="7780118" y="67970"/>
                  </a:lnTo>
                  <a:lnTo>
                    <a:pt x="7780118" y="67346"/>
                  </a:lnTo>
                  <a:lnTo>
                    <a:pt x="7780263" y="67346"/>
                  </a:lnTo>
                  <a:lnTo>
                    <a:pt x="7780409" y="67346"/>
                  </a:lnTo>
                  <a:lnTo>
                    <a:pt x="7780554" y="67346"/>
                  </a:lnTo>
                  <a:lnTo>
                    <a:pt x="7780700" y="67346"/>
                  </a:lnTo>
                  <a:lnTo>
                    <a:pt x="7780845" y="67346"/>
                  </a:lnTo>
                  <a:lnTo>
                    <a:pt x="7780991" y="67346"/>
                  </a:lnTo>
                  <a:lnTo>
                    <a:pt x="7781136" y="67346"/>
                  </a:lnTo>
                  <a:lnTo>
                    <a:pt x="7781281" y="67346"/>
                  </a:lnTo>
                  <a:lnTo>
                    <a:pt x="7781427" y="67346"/>
                  </a:lnTo>
                  <a:lnTo>
                    <a:pt x="7781572" y="67346"/>
                  </a:lnTo>
                  <a:lnTo>
                    <a:pt x="7781718" y="67346"/>
                  </a:lnTo>
                  <a:lnTo>
                    <a:pt x="7781863" y="67346"/>
                  </a:lnTo>
                  <a:lnTo>
                    <a:pt x="7782009" y="67346"/>
                  </a:lnTo>
                  <a:lnTo>
                    <a:pt x="7782154" y="67346"/>
                  </a:lnTo>
                  <a:lnTo>
                    <a:pt x="7782299" y="67346"/>
                  </a:lnTo>
                  <a:lnTo>
                    <a:pt x="7782445" y="67346"/>
                  </a:lnTo>
                  <a:lnTo>
                    <a:pt x="7782590" y="67346"/>
                  </a:lnTo>
                  <a:lnTo>
                    <a:pt x="7782736" y="67346"/>
                  </a:lnTo>
                  <a:lnTo>
                    <a:pt x="7782881" y="67346"/>
                  </a:lnTo>
                  <a:lnTo>
                    <a:pt x="7783027" y="67346"/>
                  </a:lnTo>
                  <a:lnTo>
                    <a:pt x="7783172" y="67346"/>
                  </a:lnTo>
                  <a:lnTo>
                    <a:pt x="7783317" y="67346"/>
                  </a:lnTo>
                  <a:lnTo>
                    <a:pt x="7783463" y="67346"/>
                  </a:lnTo>
                  <a:lnTo>
                    <a:pt x="7783608" y="67346"/>
                  </a:lnTo>
                  <a:lnTo>
                    <a:pt x="7783754" y="67346"/>
                  </a:lnTo>
                  <a:lnTo>
                    <a:pt x="7783899" y="67346"/>
                  </a:lnTo>
                  <a:lnTo>
                    <a:pt x="7784045" y="67346"/>
                  </a:lnTo>
                  <a:lnTo>
                    <a:pt x="7784190" y="67346"/>
                  </a:lnTo>
                  <a:lnTo>
                    <a:pt x="7784335" y="67346"/>
                  </a:lnTo>
                  <a:lnTo>
                    <a:pt x="7784481" y="67346"/>
                  </a:lnTo>
                  <a:lnTo>
                    <a:pt x="7784626" y="67346"/>
                  </a:lnTo>
                  <a:lnTo>
                    <a:pt x="7784772" y="67346"/>
                  </a:lnTo>
                  <a:lnTo>
                    <a:pt x="7784917" y="67346"/>
                  </a:lnTo>
                  <a:lnTo>
                    <a:pt x="7785062" y="67346"/>
                  </a:lnTo>
                  <a:lnTo>
                    <a:pt x="7785208" y="67346"/>
                  </a:lnTo>
                  <a:lnTo>
                    <a:pt x="7785353" y="67346"/>
                  </a:lnTo>
                  <a:lnTo>
                    <a:pt x="7785499" y="67346"/>
                  </a:lnTo>
                  <a:lnTo>
                    <a:pt x="7785644" y="67346"/>
                  </a:lnTo>
                  <a:lnTo>
                    <a:pt x="7785790" y="67346"/>
                  </a:lnTo>
                  <a:lnTo>
                    <a:pt x="7785935" y="67346"/>
                  </a:lnTo>
                  <a:lnTo>
                    <a:pt x="7786080" y="67346"/>
                  </a:lnTo>
                  <a:lnTo>
                    <a:pt x="7786226" y="67346"/>
                  </a:lnTo>
                  <a:lnTo>
                    <a:pt x="7786371" y="67346"/>
                  </a:lnTo>
                  <a:lnTo>
                    <a:pt x="7786517" y="67346"/>
                  </a:lnTo>
                  <a:lnTo>
                    <a:pt x="7786662" y="67346"/>
                  </a:lnTo>
                  <a:lnTo>
                    <a:pt x="7786808" y="67346"/>
                  </a:lnTo>
                  <a:lnTo>
                    <a:pt x="7786953" y="67346"/>
                  </a:lnTo>
                  <a:lnTo>
                    <a:pt x="7787098" y="67346"/>
                  </a:lnTo>
                  <a:lnTo>
                    <a:pt x="7787244" y="67346"/>
                  </a:lnTo>
                  <a:lnTo>
                    <a:pt x="7787389" y="67346"/>
                  </a:lnTo>
                  <a:lnTo>
                    <a:pt x="7787535" y="67346"/>
                  </a:lnTo>
                  <a:lnTo>
                    <a:pt x="7787680" y="67346"/>
                  </a:lnTo>
                  <a:lnTo>
                    <a:pt x="7787826" y="67346"/>
                  </a:lnTo>
                  <a:lnTo>
                    <a:pt x="7787826" y="66723"/>
                  </a:lnTo>
                  <a:lnTo>
                    <a:pt x="7787971" y="66723"/>
                  </a:lnTo>
                  <a:lnTo>
                    <a:pt x="7788116" y="66723"/>
                  </a:lnTo>
                  <a:lnTo>
                    <a:pt x="7788262" y="66723"/>
                  </a:lnTo>
                  <a:lnTo>
                    <a:pt x="7788262" y="66099"/>
                  </a:lnTo>
                  <a:lnTo>
                    <a:pt x="7788407" y="66099"/>
                  </a:lnTo>
                  <a:lnTo>
                    <a:pt x="7788553" y="66099"/>
                  </a:lnTo>
                  <a:lnTo>
                    <a:pt x="7788698" y="66099"/>
                  </a:lnTo>
                  <a:lnTo>
                    <a:pt x="7788844" y="66099"/>
                  </a:lnTo>
                  <a:lnTo>
                    <a:pt x="7788989" y="66099"/>
                  </a:lnTo>
                  <a:lnTo>
                    <a:pt x="7788989" y="65476"/>
                  </a:lnTo>
                  <a:lnTo>
                    <a:pt x="7789134" y="65476"/>
                  </a:lnTo>
                  <a:lnTo>
                    <a:pt x="7789280" y="65476"/>
                  </a:lnTo>
                  <a:lnTo>
                    <a:pt x="7789425" y="65476"/>
                  </a:lnTo>
                  <a:lnTo>
                    <a:pt x="7789571" y="65476"/>
                  </a:lnTo>
                  <a:lnTo>
                    <a:pt x="7789716" y="65476"/>
                  </a:lnTo>
                  <a:lnTo>
                    <a:pt x="7789716" y="64852"/>
                  </a:lnTo>
                  <a:lnTo>
                    <a:pt x="7789862" y="64852"/>
                  </a:lnTo>
                  <a:lnTo>
                    <a:pt x="7790007" y="64852"/>
                  </a:lnTo>
                  <a:lnTo>
                    <a:pt x="7790152" y="64852"/>
                  </a:lnTo>
                  <a:lnTo>
                    <a:pt x="7790298" y="64852"/>
                  </a:lnTo>
                  <a:lnTo>
                    <a:pt x="7790443" y="64852"/>
                  </a:lnTo>
                  <a:lnTo>
                    <a:pt x="7790589" y="64852"/>
                  </a:lnTo>
                  <a:lnTo>
                    <a:pt x="7790734" y="64852"/>
                  </a:lnTo>
                  <a:lnTo>
                    <a:pt x="7790880" y="64852"/>
                  </a:lnTo>
                  <a:lnTo>
                    <a:pt x="7791025" y="64852"/>
                  </a:lnTo>
                  <a:lnTo>
                    <a:pt x="7791170" y="64852"/>
                  </a:lnTo>
                  <a:lnTo>
                    <a:pt x="7791316" y="64852"/>
                  </a:lnTo>
                  <a:lnTo>
                    <a:pt x="7791461" y="64852"/>
                  </a:lnTo>
                  <a:lnTo>
                    <a:pt x="7791461" y="64228"/>
                  </a:lnTo>
                  <a:lnTo>
                    <a:pt x="7791461" y="63605"/>
                  </a:lnTo>
                  <a:lnTo>
                    <a:pt x="7791607" y="63605"/>
                  </a:lnTo>
                  <a:lnTo>
                    <a:pt x="7791752" y="63605"/>
                  </a:lnTo>
                  <a:lnTo>
                    <a:pt x="7791897" y="63605"/>
                  </a:lnTo>
                  <a:lnTo>
                    <a:pt x="7792043" y="63605"/>
                  </a:lnTo>
                  <a:lnTo>
                    <a:pt x="7792188" y="63605"/>
                  </a:lnTo>
                  <a:lnTo>
                    <a:pt x="7792334" y="63605"/>
                  </a:lnTo>
                  <a:lnTo>
                    <a:pt x="7792479" y="63605"/>
                  </a:lnTo>
                  <a:lnTo>
                    <a:pt x="7792625" y="63605"/>
                  </a:lnTo>
                  <a:lnTo>
                    <a:pt x="7792770" y="63605"/>
                  </a:lnTo>
                  <a:lnTo>
                    <a:pt x="7792915" y="63605"/>
                  </a:lnTo>
                  <a:lnTo>
                    <a:pt x="7793061" y="63605"/>
                  </a:lnTo>
                  <a:lnTo>
                    <a:pt x="7793206" y="63605"/>
                  </a:lnTo>
                  <a:lnTo>
                    <a:pt x="7793352" y="63605"/>
                  </a:lnTo>
                  <a:lnTo>
                    <a:pt x="7793352" y="62981"/>
                  </a:lnTo>
                  <a:lnTo>
                    <a:pt x="7793497" y="62981"/>
                  </a:lnTo>
                  <a:lnTo>
                    <a:pt x="7793643" y="62981"/>
                  </a:lnTo>
                  <a:lnTo>
                    <a:pt x="7793788" y="62981"/>
                  </a:lnTo>
                  <a:lnTo>
                    <a:pt x="7793933" y="62981"/>
                  </a:lnTo>
                  <a:lnTo>
                    <a:pt x="7794079" y="62981"/>
                  </a:lnTo>
                  <a:lnTo>
                    <a:pt x="7794224" y="62981"/>
                  </a:lnTo>
                  <a:lnTo>
                    <a:pt x="7794370" y="62981"/>
                  </a:lnTo>
                  <a:lnTo>
                    <a:pt x="7794515" y="62981"/>
                  </a:lnTo>
                  <a:lnTo>
                    <a:pt x="7794661" y="62981"/>
                  </a:lnTo>
                  <a:lnTo>
                    <a:pt x="7794806" y="62981"/>
                  </a:lnTo>
                  <a:lnTo>
                    <a:pt x="7794951" y="62981"/>
                  </a:lnTo>
                  <a:lnTo>
                    <a:pt x="7795097" y="62981"/>
                  </a:lnTo>
                  <a:lnTo>
                    <a:pt x="7795242" y="62981"/>
                  </a:lnTo>
                  <a:lnTo>
                    <a:pt x="7795388" y="62981"/>
                  </a:lnTo>
                  <a:lnTo>
                    <a:pt x="7795533" y="62981"/>
                  </a:lnTo>
                  <a:lnTo>
                    <a:pt x="7795679" y="62981"/>
                  </a:lnTo>
                  <a:lnTo>
                    <a:pt x="7795679" y="62358"/>
                  </a:lnTo>
                  <a:lnTo>
                    <a:pt x="7795824" y="62358"/>
                  </a:lnTo>
                  <a:lnTo>
                    <a:pt x="7795969" y="62358"/>
                  </a:lnTo>
                  <a:lnTo>
                    <a:pt x="7796115" y="62358"/>
                  </a:lnTo>
                  <a:lnTo>
                    <a:pt x="7796260" y="62358"/>
                  </a:lnTo>
                  <a:lnTo>
                    <a:pt x="7796406" y="62358"/>
                  </a:lnTo>
                  <a:lnTo>
                    <a:pt x="7796551" y="62358"/>
                  </a:lnTo>
                  <a:lnTo>
                    <a:pt x="7796697" y="62358"/>
                  </a:lnTo>
                  <a:lnTo>
                    <a:pt x="7796842" y="62358"/>
                  </a:lnTo>
                  <a:lnTo>
                    <a:pt x="7796987" y="62358"/>
                  </a:lnTo>
                  <a:lnTo>
                    <a:pt x="7797133" y="62358"/>
                  </a:lnTo>
                  <a:lnTo>
                    <a:pt x="7797278" y="62358"/>
                  </a:lnTo>
                  <a:lnTo>
                    <a:pt x="7797424" y="62358"/>
                  </a:lnTo>
                  <a:lnTo>
                    <a:pt x="7797569" y="62358"/>
                  </a:lnTo>
                  <a:lnTo>
                    <a:pt x="7797715" y="62358"/>
                  </a:lnTo>
                  <a:lnTo>
                    <a:pt x="7797860" y="62358"/>
                  </a:lnTo>
                  <a:lnTo>
                    <a:pt x="7798005" y="62358"/>
                  </a:lnTo>
                  <a:lnTo>
                    <a:pt x="7798151" y="62358"/>
                  </a:lnTo>
                  <a:lnTo>
                    <a:pt x="7798296" y="62358"/>
                  </a:lnTo>
                  <a:lnTo>
                    <a:pt x="7798442" y="62358"/>
                  </a:lnTo>
                  <a:lnTo>
                    <a:pt x="7798587" y="62358"/>
                  </a:lnTo>
                  <a:lnTo>
                    <a:pt x="7798732" y="62358"/>
                  </a:lnTo>
                  <a:lnTo>
                    <a:pt x="7798878" y="62358"/>
                  </a:lnTo>
                  <a:lnTo>
                    <a:pt x="7799023" y="62358"/>
                  </a:lnTo>
                  <a:lnTo>
                    <a:pt x="7799169" y="62358"/>
                  </a:lnTo>
                  <a:lnTo>
                    <a:pt x="7799314" y="62358"/>
                  </a:lnTo>
                  <a:lnTo>
                    <a:pt x="7799460" y="62358"/>
                  </a:lnTo>
                  <a:lnTo>
                    <a:pt x="7799605" y="62358"/>
                  </a:lnTo>
                  <a:lnTo>
                    <a:pt x="7799750" y="62358"/>
                  </a:lnTo>
                  <a:lnTo>
                    <a:pt x="7799896" y="62358"/>
                  </a:lnTo>
                  <a:lnTo>
                    <a:pt x="7800041" y="62358"/>
                  </a:lnTo>
                  <a:lnTo>
                    <a:pt x="7800187" y="62358"/>
                  </a:lnTo>
                  <a:lnTo>
                    <a:pt x="7800332" y="62358"/>
                  </a:lnTo>
                  <a:lnTo>
                    <a:pt x="7800478" y="62358"/>
                  </a:lnTo>
                  <a:lnTo>
                    <a:pt x="7800623" y="62358"/>
                  </a:lnTo>
                  <a:lnTo>
                    <a:pt x="7800768" y="62358"/>
                  </a:lnTo>
                  <a:lnTo>
                    <a:pt x="7800914" y="62358"/>
                  </a:lnTo>
                  <a:lnTo>
                    <a:pt x="7801059" y="62358"/>
                  </a:lnTo>
                  <a:lnTo>
                    <a:pt x="7801205" y="62358"/>
                  </a:lnTo>
                  <a:lnTo>
                    <a:pt x="7801350" y="62358"/>
                  </a:lnTo>
                  <a:lnTo>
                    <a:pt x="7801496" y="62358"/>
                  </a:lnTo>
                  <a:lnTo>
                    <a:pt x="7801641" y="62358"/>
                  </a:lnTo>
                  <a:lnTo>
                    <a:pt x="7801786" y="62358"/>
                  </a:lnTo>
                  <a:lnTo>
                    <a:pt x="7801932" y="62358"/>
                  </a:lnTo>
                  <a:lnTo>
                    <a:pt x="7802077" y="62358"/>
                  </a:lnTo>
                  <a:lnTo>
                    <a:pt x="7802223" y="62358"/>
                  </a:lnTo>
                  <a:lnTo>
                    <a:pt x="7802368" y="62358"/>
                  </a:lnTo>
                  <a:lnTo>
                    <a:pt x="7802514" y="62358"/>
                  </a:lnTo>
                  <a:lnTo>
                    <a:pt x="7802659" y="62358"/>
                  </a:lnTo>
                  <a:lnTo>
                    <a:pt x="7802804" y="62358"/>
                  </a:lnTo>
                  <a:lnTo>
                    <a:pt x="7802950" y="62358"/>
                  </a:lnTo>
                  <a:lnTo>
                    <a:pt x="7803095" y="62358"/>
                  </a:lnTo>
                  <a:lnTo>
                    <a:pt x="7803241" y="62358"/>
                  </a:lnTo>
                  <a:lnTo>
                    <a:pt x="7803386" y="62358"/>
                  </a:lnTo>
                  <a:lnTo>
                    <a:pt x="7803532" y="62358"/>
                  </a:lnTo>
                  <a:lnTo>
                    <a:pt x="7803677" y="62358"/>
                  </a:lnTo>
                  <a:lnTo>
                    <a:pt x="7803822" y="62358"/>
                  </a:lnTo>
                  <a:lnTo>
                    <a:pt x="7803968" y="62358"/>
                  </a:lnTo>
                  <a:lnTo>
                    <a:pt x="7804113" y="62358"/>
                  </a:lnTo>
                  <a:lnTo>
                    <a:pt x="7804259" y="62358"/>
                  </a:lnTo>
                  <a:lnTo>
                    <a:pt x="7804404" y="62358"/>
                  </a:lnTo>
                  <a:lnTo>
                    <a:pt x="7804550" y="62358"/>
                  </a:lnTo>
                  <a:lnTo>
                    <a:pt x="7804695" y="62358"/>
                  </a:lnTo>
                  <a:lnTo>
                    <a:pt x="7804840" y="62358"/>
                  </a:lnTo>
                  <a:lnTo>
                    <a:pt x="7804986" y="62358"/>
                  </a:lnTo>
                  <a:lnTo>
                    <a:pt x="7804986" y="61734"/>
                  </a:lnTo>
                  <a:lnTo>
                    <a:pt x="7805131" y="61734"/>
                  </a:lnTo>
                  <a:lnTo>
                    <a:pt x="7805277" y="61734"/>
                  </a:lnTo>
                  <a:lnTo>
                    <a:pt x="7805422" y="61734"/>
                  </a:lnTo>
                  <a:lnTo>
                    <a:pt x="7805567" y="61734"/>
                  </a:lnTo>
                  <a:lnTo>
                    <a:pt x="7805567" y="61111"/>
                  </a:lnTo>
                  <a:lnTo>
                    <a:pt x="7805713" y="61111"/>
                  </a:lnTo>
                  <a:lnTo>
                    <a:pt x="7805858" y="61111"/>
                  </a:lnTo>
                  <a:lnTo>
                    <a:pt x="7806004" y="61111"/>
                  </a:lnTo>
                  <a:lnTo>
                    <a:pt x="7806149" y="61111"/>
                  </a:lnTo>
                  <a:lnTo>
                    <a:pt x="7806295" y="61111"/>
                  </a:lnTo>
                  <a:lnTo>
                    <a:pt x="7806440" y="61111"/>
                  </a:lnTo>
                  <a:lnTo>
                    <a:pt x="7806585" y="61111"/>
                  </a:lnTo>
                  <a:lnTo>
                    <a:pt x="7806731" y="61111"/>
                  </a:lnTo>
                  <a:lnTo>
                    <a:pt x="7806876" y="61111"/>
                  </a:lnTo>
                  <a:lnTo>
                    <a:pt x="7807022" y="61111"/>
                  </a:lnTo>
                  <a:lnTo>
                    <a:pt x="7807167" y="61111"/>
                  </a:lnTo>
                  <a:lnTo>
                    <a:pt x="7807313" y="61111"/>
                  </a:lnTo>
                  <a:lnTo>
                    <a:pt x="7807458" y="61111"/>
                  </a:lnTo>
                  <a:lnTo>
                    <a:pt x="7807603" y="61111"/>
                  </a:lnTo>
                  <a:lnTo>
                    <a:pt x="7807749" y="61111"/>
                  </a:lnTo>
                  <a:lnTo>
                    <a:pt x="7807894" y="61111"/>
                  </a:lnTo>
                  <a:lnTo>
                    <a:pt x="7808040" y="61111"/>
                  </a:lnTo>
                  <a:lnTo>
                    <a:pt x="7808185" y="61111"/>
                  </a:lnTo>
                  <a:lnTo>
                    <a:pt x="7808331" y="61111"/>
                  </a:lnTo>
                  <a:lnTo>
                    <a:pt x="7808331" y="60487"/>
                  </a:lnTo>
                  <a:lnTo>
                    <a:pt x="7808476" y="60487"/>
                  </a:lnTo>
                  <a:lnTo>
                    <a:pt x="7808621" y="60487"/>
                  </a:lnTo>
                  <a:lnTo>
                    <a:pt x="7808767" y="60487"/>
                  </a:lnTo>
                  <a:lnTo>
                    <a:pt x="7808912" y="60487"/>
                  </a:lnTo>
                  <a:lnTo>
                    <a:pt x="7809058" y="60487"/>
                  </a:lnTo>
                  <a:lnTo>
                    <a:pt x="7809203" y="60487"/>
                  </a:lnTo>
                  <a:lnTo>
                    <a:pt x="7809349" y="60487"/>
                  </a:lnTo>
                  <a:lnTo>
                    <a:pt x="7809494" y="60487"/>
                  </a:lnTo>
                  <a:lnTo>
                    <a:pt x="7809639" y="60487"/>
                  </a:lnTo>
                  <a:lnTo>
                    <a:pt x="7809785" y="60487"/>
                  </a:lnTo>
                  <a:lnTo>
                    <a:pt x="7809930" y="60487"/>
                  </a:lnTo>
                  <a:lnTo>
                    <a:pt x="7810076" y="60487"/>
                  </a:lnTo>
                  <a:lnTo>
                    <a:pt x="7810221" y="60487"/>
                  </a:lnTo>
                  <a:lnTo>
                    <a:pt x="7810367" y="60487"/>
                  </a:lnTo>
                  <a:lnTo>
                    <a:pt x="7810367" y="59863"/>
                  </a:lnTo>
                  <a:lnTo>
                    <a:pt x="7810512" y="59863"/>
                  </a:lnTo>
                  <a:lnTo>
                    <a:pt x="7810657" y="59863"/>
                  </a:lnTo>
                  <a:lnTo>
                    <a:pt x="7810803" y="59863"/>
                  </a:lnTo>
                  <a:lnTo>
                    <a:pt x="7810948" y="59863"/>
                  </a:lnTo>
                  <a:lnTo>
                    <a:pt x="7811094" y="59863"/>
                  </a:lnTo>
                  <a:lnTo>
                    <a:pt x="7811094" y="59240"/>
                  </a:lnTo>
                  <a:lnTo>
                    <a:pt x="7811239" y="59240"/>
                  </a:lnTo>
                  <a:lnTo>
                    <a:pt x="7811385" y="59240"/>
                  </a:lnTo>
                  <a:lnTo>
                    <a:pt x="7811530" y="59240"/>
                  </a:lnTo>
                  <a:lnTo>
                    <a:pt x="7811675" y="59240"/>
                  </a:lnTo>
                  <a:lnTo>
                    <a:pt x="7811821" y="59240"/>
                  </a:lnTo>
                  <a:lnTo>
                    <a:pt x="7811966" y="59240"/>
                  </a:lnTo>
                  <a:lnTo>
                    <a:pt x="7812112" y="59240"/>
                  </a:lnTo>
                  <a:lnTo>
                    <a:pt x="7812257" y="59240"/>
                  </a:lnTo>
                  <a:lnTo>
                    <a:pt x="7812402" y="59240"/>
                  </a:lnTo>
                  <a:lnTo>
                    <a:pt x="7812548" y="59240"/>
                  </a:lnTo>
                  <a:lnTo>
                    <a:pt x="7812693" y="59240"/>
                  </a:lnTo>
                  <a:lnTo>
                    <a:pt x="7812839" y="59240"/>
                  </a:lnTo>
                  <a:lnTo>
                    <a:pt x="7812984" y="59240"/>
                  </a:lnTo>
                  <a:lnTo>
                    <a:pt x="7813130" y="59240"/>
                  </a:lnTo>
                  <a:lnTo>
                    <a:pt x="7813275" y="59240"/>
                  </a:lnTo>
                  <a:lnTo>
                    <a:pt x="7813420" y="59240"/>
                  </a:lnTo>
                  <a:lnTo>
                    <a:pt x="7813566" y="59240"/>
                  </a:lnTo>
                  <a:lnTo>
                    <a:pt x="7813711" y="59240"/>
                  </a:lnTo>
                  <a:lnTo>
                    <a:pt x="7813857" y="59240"/>
                  </a:lnTo>
                  <a:lnTo>
                    <a:pt x="7814002" y="59240"/>
                  </a:lnTo>
                  <a:lnTo>
                    <a:pt x="7814148" y="59240"/>
                  </a:lnTo>
                  <a:lnTo>
                    <a:pt x="7814293" y="59240"/>
                  </a:lnTo>
                  <a:lnTo>
                    <a:pt x="7814438" y="59240"/>
                  </a:lnTo>
                  <a:lnTo>
                    <a:pt x="7814584" y="59240"/>
                  </a:lnTo>
                  <a:lnTo>
                    <a:pt x="7814729" y="59240"/>
                  </a:lnTo>
                  <a:lnTo>
                    <a:pt x="7814875" y="59240"/>
                  </a:lnTo>
                  <a:lnTo>
                    <a:pt x="7814875" y="58616"/>
                  </a:lnTo>
                  <a:lnTo>
                    <a:pt x="7815020" y="58616"/>
                  </a:lnTo>
                  <a:lnTo>
                    <a:pt x="7815166" y="58616"/>
                  </a:lnTo>
                  <a:lnTo>
                    <a:pt x="7815311" y="58616"/>
                  </a:lnTo>
                  <a:lnTo>
                    <a:pt x="7815456" y="58616"/>
                  </a:lnTo>
                  <a:lnTo>
                    <a:pt x="7815602" y="58616"/>
                  </a:lnTo>
                  <a:lnTo>
                    <a:pt x="7815747" y="58616"/>
                  </a:lnTo>
                  <a:lnTo>
                    <a:pt x="7815893" y="58616"/>
                  </a:lnTo>
                  <a:lnTo>
                    <a:pt x="7816038" y="58616"/>
                  </a:lnTo>
                  <a:lnTo>
                    <a:pt x="7816184" y="58616"/>
                  </a:lnTo>
                  <a:lnTo>
                    <a:pt x="7816329" y="58616"/>
                  </a:lnTo>
                  <a:lnTo>
                    <a:pt x="7816474" y="58616"/>
                  </a:lnTo>
                  <a:lnTo>
                    <a:pt x="7816620" y="58616"/>
                  </a:lnTo>
                  <a:lnTo>
                    <a:pt x="7816765" y="58616"/>
                  </a:lnTo>
                  <a:lnTo>
                    <a:pt x="7816911" y="58616"/>
                  </a:lnTo>
                  <a:lnTo>
                    <a:pt x="7817056" y="58616"/>
                  </a:lnTo>
                  <a:lnTo>
                    <a:pt x="7817202" y="58616"/>
                  </a:lnTo>
                  <a:lnTo>
                    <a:pt x="7817347" y="58616"/>
                  </a:lnTo>
                  <a:lnTo>
                    <a:pt x="7817492" y="58616"/>
                  </a:lnTo>
                  <a:lnTo>
                    <a:pt x="7817638" y="58616"/>
                  </a:lnTo>
                  <a:lnTo>
                    <a:pt x="7817783" y="58616"/>
                  </a:lnTo>
                  <a:lnTo>
                    <a:pt x="7817929" y="58616"/>
                  </a:lnTo>
                  <a:lnTo>
                    <a:pt x="7818074" y="58616"/>
                  </a:lnTo>
                  <a:lnTo>
                    <a:pt x="7818220" y="58616"/>
                  </a:lnTo>
                  <a:lnTo>
                    <a:pt x="7818365" y="58616"/>
                  </a:lnTo>
                  <a:lnTo>
                    <a:pt x="7818510" y="58616"/>
                  </a:lnTo>
                  <a:lnTo>
                    <a:pt x="7818510" y="57993"/>
                  </a:lnTo>
                  <a:lnTo>
                    <a:pt x="7818656" y="57993"/>
                  </a:lnTo>
                  <a:lnTo>
                    <a:pt x="7818801" y="57993"/>
                  </a:lnTo>
                  <a:lnTo>
                    <a:pt x="7818947" y="57993"/>
                  </a:lnTo>
                  <a:lnTo>
                    <a:pt x="7819092" y="57993"/>
                  </a:lnTo>
                  <a:lnTo>
                    <a:pt x="7819237" y="57993"/>
                  </a:lnTo>
                  <a:lnTo>
                    <a:pt x="7819383" y="57993"/>
                  </a:lnTo>
                  <a:lnTo>
                    <a:pt x="7819528" y="57993"/>
                  </a:lnTo>
                  <a:lnTo>
                    <a:pt x="7819674" y="57993"/>
                  </a:lnTo>
                  <a:lnTo>
                    <a:pt x="7819819" y="57993"/>
                  </a:lnTo>
                  <a:lnTo>
                    <a:pt x="7819965" y="57993"/>
                  </a:lnTo>
                  <a:lnTo>
                    <a:pt x="7820110" y="57993"/>
                  </a:lnTo>
                  <a:lnTo>
                    <a:pt x="7820255" y="57993"/>
                  </a:lnTo>
                  <a:lnTo>
                    <a:pt x="7820401" y="57993"/>
                  </a:lnTo>
                  <a:lnTo>
                    <a:pt x="7820546" y="57993"/>
                  </a:lnTo>
                  <a:lnTo>
                    <a:pt x="7820692" y="57993"/>
                  </a:lnTo>
                  <a:lnTo>
                    <a:pt x="7820837" y="57993"/>
                  </a:lnTo>
                  <a:lnTo>
                    <a:pt x="7820983" y="57993"/>
                  </a:lnTo>
                  <a:lnTo>
                    <a:pt x="7821128" y="57993"/>
                  </a:lnTo>
                  <a:lnTo>
                    <a:pt x="7821273" y="57993"/>
                  </a:lnTo>
                  <a:lnTo>
                    <a:pt x="7821419" y="57993"/>
                  </a:lnTo>
                  <a:lnTo>
                    <a:pt x="7821564" y="57993"/>
                  </a:lnTo>
                  <a:lnTo>
                    <a:pt x="7821710" y="57993"/>
                  </a:lnTo>
                  <a:lnTo>
                    <a:pt x="7821855" y="57993"/>
                  </a:lnTo>
                  <a:lnTo>
                    <a:pt x="7822001" y="57993"/>
                  </a:lnTo>
                  <a:lnTo>
                    <a:pt x="7822146" y="57993"/>
                  </a:lnTo>
                  <a:lnTo>
                    <a:pt x="7822291" y="57993"/>
                  </a:lnTo>
                  <a:lnTo>
                    <a:pt x="7822437" y="57993"/>
                  </a:lnTo>
                  <a:lnTo>
                    <a:pt x="7822582" y="57993"/>
                  </a:lnTo>
                  <a:lnTo>
                    <a:pt x="7822728" y="57993"/>
                  </a:lnTo>
                  <a:lnTo>
                    <a:pt x="7822873" y="57993"/>
                  </a:lnTo>
                  <a:lnTo>
                    <a:pt x="7823019" y="57993"/>
                  </a:lnTo>
                  <a:lnTo>
                    <a:pt x="7823164" y="57993"/>
                  </a:lnTo>
                  <a:lnTo>
                    <a:pt x="7823309" y="57993"/>
                  </a:lnTo>
                  <a:lnTo>
                    <a:pt x="7823455" y="57993"/>
                  </a:lnTo>
                  <a:lnTo>
                    <a:pt x="7823600" y="57993"/>
                  </a:lnTo>
                  <a:lnTo>
                    <a:pt x="7823746" y="57993"/>
                  </a:lnTo>
                  <a:lnTo>
                    <a:pt x="7823891" y="57993"/>
                  </a:lnTo>
                  <a:lnTo>
                    <a:pt x="7824037" y="57993"/>
                  </a:lnTo>
                  <a:lnTo>
                    <a:pt x="7824182" y="57993"/>
                  </a:lnTo>
                  <a:lnTo>
                    <a:pt x="7824327" y="57993"/>
                  </a:lnTo>
                  <a:lnTo>
                    <a:pt x="7824473" y="57993"/>
                  </a:lnTo>
                  <a:lnTo>
                    <a:pt x="7824618" y="57993"/>
                  </a:lnTo>
                  <a:lnTo>
                    <a:pt x="7824764" y="57993"/>
                  </a:lnTo>
                  <a:lnTo>
                    <a:pt x="7824909" y="57993"/>
                  </a:lnTo>
                  <a:lnTo>
                    <a:pt x="7825055" y="57993"/>
                  </a:lnTo>
                  <a:lnTo>
                    <a:pt x="7825200" y="57993"/>
                  </a:lnTo>
                  <a:lnTo>
                    <a:pt x="7825345" y="57993"/>
                  </a:lnTo>
                  <a:lnTo>
                    <a:pt x="7825491" y="57993"/>
                  </a:lnTo>
                  <a:lnTo>
                    <a:pt x="7825636" y="57993"/>
                  </a:lnTo>
                  <a:lnTo>
                    <a:pt x="7825782" y="57993"/>
                  </a:lnTo>
                  <a:lnTo>
                    <a:pt x="7825927" y="57993"/>
                  </a:lnTo>
                  <a:lnTo>
                    <a:pt x="7826072" y="57993"/>
                  </a:lnTo>
                  <a:lnTo>
                    <a:pt x="7826218" y="57993"/>
                  </a:lnTo>
                  <a:lnTo>
                    <a:pt x="7826363" y="57993"/>
                  </a:lnTo>
                  <a:lnTo>
                    <a:pt x="7826509" y="57993"/>
                  </a:lnTo>
                  <a:lnTo>
                    <a:pt x="7826654" y="57993"/>
                  </a:lnTo>
                  <a:lnTo>
                    <a:pt x="7826800" y="57993"/>
                  </a:lnTo>
                  <a:lnTo>
                    <a:pt x="7826945" y="57993"/>
                  </a:lnTo>
                  <a:lnTo>
                    <a:pt x="7827090" y="57993"/>
                  </a:lnTo>
                  <a:lnTo>
                    <a:pt x="7827236" y="57993"/>
                  </a:lnTo>
                  <a:lnTo>
                    <a:pt x="7827381" y="57993"/>
                  </a:lnTo>
                  <a:lnTo>
                    <a:pt x="7827527" y="57993"/>
                  </a:lnTo>
                  <a:lnTo>
                    <a:pt x="7827672" y="57993"/>
                  </a:lnTo>
                  <a:lnTo>
                    <a:pt x="7827818" y="57993"/>
                  </a:lnTo>
                  <a:lnTo>
                    <a:pt x="7827963" y="57993"/>
                  </a:lnTo>
                  <a:lnTo>
                    <a:pt x="7828108" y="57993"/>
                  </a:lnTo>
                  <a:lnTo>
                    <a:pt x="7828254" y="57993"/>
                  </a:lnTo>
                  <a:lnTo>
                    <a:pt x="7828399" y="57993"/>
                  </a:lnTo>
                  <a:lnTo>
                    <a:pt x="7828545" y="57993"/>
                  </a:lnTo>
                  <a:lnTo>
                    <a:pt x="7828690" y="57993"/>
                  </a:lnTo>
                  <a:lnTo>
                    <a:pt x="7828836" y="57993"/>
                  </a:lnTo>
                  <a:lnTo>
                    <a:pt x="7828981" y="57993"/>
                  </a:lnTo>
                  <a:lnTo>
                    <a:pt x="7829126" y="57993"/>
                  </a:lnTo>
                  <a:lnTo>
                    <a:pt x="7829272" y="57993"/>
                  </a:lnTo>
                  <a:lnTo>
                    <a:pt x="7829417" y="57993"/>
                  </a:lnTo>
                  <a:lnTo>
                    <a:pt x="7829563" y="57993"/>
                  </a:lnTo>
                  <a:lnTo>
                    <a:pt x="7829708" y="57993"/>
                  </a:lnTo>
                  <a:lnTo>
                    <a:pt x="7829708" y="57369"/>
                  </a:lnTo>
                  <a:lnTo>
                    <a:pt x="7829854" y="57369"/>
                  </a:lnTo>
                  <a:lnTo>
                    <a:pt x="7829999" y="57369"/>
                  </a:lnTo>
                  <a:lnTo>
                    <a:pt x="7830144" y="57369"/>
                  </a:lnTo>
                  <a:lnTo>
                    <a:pt x="7830290" y="57369"/>
                  </a:lnTo>
                  <a:lnTo>
                    <a:pt x="7830435" y="57369"/>
                  </a:lnTo>
                  <a:lnTo>
                    <a:pt x="7830581" y="57369"/>
                  </a:lnTo>
                  <a:lnTo>
                    <a:pt x="7830726" y="57369"/>
                  </a:lnTo>
                  <a:lnTo>
                    <a:pt x="7830872" y="57369"/>
                  </a:lnTo>
                  <a:lnTo>
                    <a:pt x="7831017" y="57369"/>
                  </a:lnTo>
                  <a:lnTo>
                    <a:pt x="7831162" y="57369"/>
                  </a:lnTo>
                  <a:lnTo>
                    <a:pt x="7831308" y="57369"/>
                  </a:lnTo>
                  <a:lnTo>
                    <a:pt x="7831453" y="57369"/>
                  </a:lnTo>
                  <a:lnTo>
                    <a:pt x="7831599" y="57369"/>
                  </a:lnTo>
                  <a:lnTo>
                    <a:pt x="7831744" y="57369"/>
                  </a:lnTo>
                  <a:lnTo>
                    <a:pt x="7831890" y="57369"/>
                  </a:lnTo>
                  <a:lnTo>
                    <a:pt x="7832035" y="57369"/>
                  </a:lnTo>
                  <a:lnTo>
                    <a:pt x="7832180" y="57369"/>
                  </a:lnTo>
                  <a:lnTo>
                    <a:pt x="7832326" y="57369"/>
                  </a:lnTo>
                  <a:lnTo>
                    <a:pt x="7832471" y="57369"/>
                  </a:lnTo>
                  <a:lnTo>
                    <a:pt x="7832617" y="57369"/>
                  </a:lnTo>
                  <a:lnTo>
                    <a:pt x="7832762" y="57369"/>
                  </a:lnTo>
                  <a:lnTo>
                    <a:pt x="7832907" y="57369"/>
                  </a:lnTo>
                  <a:lnTo>
                    <a:pt x="7833053" y="57369"/>
                  </a:lnTo>
                  <a:lnTo>
                    <a:pt x="7833053" y="56745"/>
                  </a:lnTo>
                  <a:lnTo>
                    <a:pt x="7833053" y="56122"/>
                  </a:lnTo>
                  <a:lnTo>
                    <a:pt x="7833198" y="56122"/>
                  </a:lnTo>
                  <a:lnTo>
                    <a:pt x="7833344" y="56122"/>
                  </a:lnTo>
                  <a:lnTo>
                    <a:pt x="7833489" y="56122"/>
                  </a:lnTo>
                  <a:lnTo>
                    <a:pt x="7833635" y="56122"/>
                  </a:lnTo>
                  <a:lnTo>
                    <a:pt x="7833780" y="56122"/>
                  </a:lnTo>
                  <a:lnTo>
                    <a:pt x="7833925" y="56122"/>
                  </a:lnTo>
                  <a:lnTo>
                    <a:pt x="7834071" y="56122"/>
                  </a:lnTo>
                  <a:lnTo>
                    <a:pt x="7834216" y="56122"/>
                  </a:lnTo>
                  <a:lnTo>
                    <a:pt x="7834362" y="56122"/>
                  </a:lnTo>
                  <a:lnTo>
                    <a:pt x="7834507" y="56122"/>
                  </a:lnTo>
                  <a:lnTo>
                    <a:pt x="7834653" y="56122"/>
                  </a:lnTo>
                  <a:lnTo>
                    <a:pt x="7834798" y="56122"/>
                  </a:lnTo>
                  <a:lnTo>
                    <a:pt x="7834943" y="56122"/>
                  </a:lnTo>
                  <a:lnTo>
                    <a:pt x="7835089" y="56122"/>
                  </a:lnTo>
                  <a:lnTo>
                    <a:pt x="7835234" y="56122"/>
                  </a:lnTo>
                  <a:lnTo>
                    <a:pt x="7835380" y="56122"/>
                  </a:lnTo>
                  <a:lnTo>
                    <a:pt x="7835525" y="56122"/>
                  </a:lnTo>
                  <a:lnTo>
                    <a:pt x="7835671" y="56122"/>
                  </a:lnTo>
                  <a:lnTo>
                    <a:pt x="7835816" y="56122"/>
                  </a:lnTo>
                  <a:lnTo>
                    <a:pt x="7835961" y="56122"/>
                  </a:lnTo>
                  <a:lnTo>
                    <a:pt x="7836107" y="56122"/>
                  </a:lnTo>
                  <a:lnTo>
                    <a:pt x="7836252" y="56122"/>
                  </a:lnTo>
                  <a:lnTo>
                    <a:pt x="7836398" y="56122"/>
                  </a:lnTo>
                  <a:lnTo>
                    <a:pt x="7836543" y="56122"/>
                  </a:lnTo>
                  <a:lnTo>
                    <a:pt x="7836689" y="56122"/>
                  </a:lnTo>
                  <a:lnTo>
                    <a:pt x="7836834" y="56122"/>
                  </a:lnTo>
                  <a:lnTo>
                    <a:pt x="7836979" y="56122"/>
                  </a:lnTo>
                  <a:lnTo>
                    <a:pt x="7837125" y="56122"/>
                  </a:lnTo>
                  <a:lnTo>
                    <a:pt x="7837270" y="56122"/>
                  </a:lnTo>
                  <a:lnTo>
                    <a:pt x="7837416" y="56122"/>
                  </a:lnTo>
                  <a:lnTo>
                    <a:pt x="7837561" y="56122"/>
                  </a:lnTo>
                  <a:lnTo>
                    <a:pt x="7837707" y="56122"/>
                  </a:lnTo>
                  <a:lnTo>
                    <a:pt x="7837852" y="56122"/>
                  </a:lnTo>
                  <a:lnTo>
                    <a:pt x="7837997" y="56122"/>
                  </a:lnTo>
                  <a:lnTo>
                    <a:pt x="7838143" y="56122"/>
                  </a:lnTo>
                  <a:lnTo>
                    <a:pt x="7838288" y="56122"/>
                  </a:lnTo>
                  <a:lnTo>
                    <a:pt x="7838434" y="56122"/>
                  </a:lnTo>
                  <a:lnTo>
                    <a:pt x="7838579" y="56122"/>
                  </a:lnTo>
                  <a:lnTo>
                    <a:pt x="7838724" y="56122"/>
                  </a:lnTo>
                  <a:lnTo>
                    <a:pt x="7838870" y="56122"/>
                  </a:lnTo>
                  <a:lnTo>
                    <a:pt x="7839015" y="56122"/>
                  </a:lnTo>
                  <a:lnTo>
                    <a:pt x="7839161" y="56122"/>
                  </a:lnTo>
                  <a:lnTo>
                    <a:pt x="7839306" y="56122"/>
                  </a:lnTo>
                  <a:lnTo>
                    <a:pt x="7839452" y="56122"/>
                  </a:lnTo>
                  <a:lnTo>
                    <a:pt x="7839597" y="56122"/>
                  </a:lnTo>
                  <a:lnTo>
                    <a:pt x="7839742" y="56122"/>
                  </a:lnTo>
                  <a:lnTo>
                    <a:pt x="7839888" y="56122"/>
                  </a:lnTo>
                  <a:lnTo>
                    <a:pt x="7840033" y="56122"/>
                  </a:lnTo>
                  <a:lnTo>
                    <a:pt x="7840179" y="56122"/>
                  </a:lnTo>
                  <a:lnTo>
                    <a:pt x="7840324" y="56122"/>
                  </a:lnTo>
                  <a:lnTo>
                    <a:pt x="7840470" y="56122"/>
                  </a:lnTo>
                  <a:lnTo>
                    <a:pt x="7840615" y="56122"/>
                  </a:lnTo>
                  <a:lnTo>
                    <a:pt x="7840760" y="56122"/>
                  </a:lnTo>
                  <a:lnTo>
                    <a:pt x="7840906" y="56122"/>
                  </a:lnTo>
                  <a:lnTo>
                    <a:pt x="7841051" y="56122"/>
                  </a:lnTo>
                  <a:lnTo>
                    <a:pt x="7841197" y="56122"/>
                  </a:lnTo>
                  <a:lnTo>
                    <a:pt x="7841342" y="56122"/>
                  </a:lnTo>
                  <a:lnTo>
                    <a:pt x="7841488" y="56122"/>
                  </a:lnTo>
                  <a:lnTo>
                    <a:pt x="7841633" y="56122"/>
                  </a:lnTo>
                  <a:lnTo>
                    <a:pt x="7841778" y="56122"/>
                  </a:lnTo>
                  <a:lnTo>
                    <a:pt x="7841924" y="56122"/>
                  </a:lnTo>
                  <a:lnTo>
                    <a:pt x="7842069" y="56122"/>
                  </a:lnTo>
                  <a:lnTo>
                    <a:pt x="7842215" y="56122"/>
                  </a:lnTo>
                  <a:lnTo>
                    <a:pt x="7842360" y="56122"/>
                  </a:lnTo>
                  <a:lnTo>
                    <a:pt x="7842506" y="56122"/>
                  </a:lnTo>
                  <a:lnTo>
                    <a:pt x="7842651" y="56122"/>
                  </a:lnTo>
                  <a:lnTo>
                    <a:pt x="7842796" y="56122"/>
                  </a:lnTo>
                  <a:lnTo>
                    <a:pt x="7842942" y="56122"/>
                  </a:lnTo>
                  <a:lnTo>
                    <a:pt x="7843087" y="56122"/>
                  </a:lnTo>
                  <a:lnTo>
                    <a:pt x="7843233" y="56122"/>
                  </a:lnTo>
                  <a:lnTo>
                    <a:pt x="7843378" y="56122"/>
                  </a:lnTo>
                  <a:lnTo>
                    <a:pt x="7843524" y="56122"/>
                  </a:lnTo>
                  <a:lnTo>
                    <a:pt x="7843669" y="56122"/>
                  </a:lnTo>
                  <a:lnTo>
                    <a:pt x="7843814" y="56122"/>
                  </a:lnTo>
                  <a:lnTo>
                    <a:pt x="7843960" y="56122"/>
                  </a:lnTo>
                  <a:lnTo>
                    <a:pt x="7844105" y="56122"/>
                  </a:lnTo>
                  <a:lnTo>
                    <a:pt x="7844251" y="56122"/>
                  </a:lnTo>
                  <a:lnTo>
                    <a:pt x="7844396" y="56122"/>
                  </a:lnTo>
                  <a:lnTo>
                    <a:pt x="7844542" y="56122"/>
                  </a:lnTo>
                  <a:lnTo>
                    <a:pt x="7844687" y="56122"/>
                  </a:lnTo>
                  <a:lnTo>
                    <a:pt x="7844832" y="56122"/>
                  </a:lnTo>
                  <a:lnTo>
                    <a:pt x="7844978" y="56122"/>
                  </a:lnTo>
                  <a:lnTo>
                    <a:pt x="7845123" y="56122"/>
                  </a:lnTo>
                  <a:lnTo>
                    <a:pt x="7845269" y="56122"/>
                  </a:lnTo>
                  <a:lnTo>
                    <a:pt x="7845414" y="56122"/>
                  </a:lnTo>
                  <a:lnTo>
                    <a:pt x="7845559" y="56122"/>
                  </a:lnTo>
                  <a:lnTo>
                    <a:pt x="7845705" y="56122"/>
                  </a:lnTo>
                  <a:lnTo>
                    <a:pt x="7845850" y="56122"/>
                  </a:lnTo>
                  <a:lnTo>
                    <a:pt x="7845996" y="56122"/>
                  </a:lnTo>
                  <a:lnTo>
                    <a:pt x="7846141" y="56122"/>
                  </a:lnTo>
                  <a:lnTo>
                    <a:pt x="7846287" y="56122"/>
                  </a:lnTo>
                  <a:lnTo>
                    <a:pt x="7846432" y="56122"/>
                  </a:lnTo>
                  <a:lnTo>
                    <a:pt x="7846577" y="56122"/>
                  </a:lnTo>
                  <a:lnTo>
                    <a:pt x="7846723" y="56122"/>
                  </a:lnTo>
                  <a:lnTo>
                    <a:pt x="7846868" y="56122"/>
                  </a:lnTo>
                  <a:lnTo>
                    <a:pt x="7847014" y="56122"/>
                  </a:lnTo>
                  <a:lnTo>
                    <a:pt x="7847159" y="56122"/>
                  </a:lnTo>
                  <a:lnTo>
                    <a:pt x="7847305" y="56122"/>
                  </a:lnTo>
                  <a:lnTo>
                    <a:pt x="7847450" y="56122"/>
                  </a:lnTo>
                  <a:lnTo>
                    <a:pt x="7847595" y="56122"/>
                  </a:lnTo>
                  <a:lnTo>
                    <a:pt x="7847741" y="56122"/>
                  </a:lnTo>
                  <a:lnTo>
                    <a:pt x="7847886" y="56122"/>
                  </a:lnTo>
                  <a:lnTo>
                    <a:pt x="7848032" y="56122"/>
                  </a:lnTo>
                  <a:lnTo>
                    <a:pt x="7848177" y="56122"/>
                  </a:lnTo>
                  <a:lnTo>
                    <a:pt x="7848323" y="56122"/>
                  </a:lnTo>
                  <a:lnTo>
                    <a:pt x="7848468" y="56122"/>
                  </a:lnTo>
                  <a:lnTo>
                    <a:pt x="7848613" y="56122"/>
                  </a:lnTo>
                  <a:lnTo>
                    <a:pt x="7848759" y="56122"/>
                  </a:lnTo>
                  <a:lnTo>
                    <a:pt x="7848904" y="56122"/>
                  </a:lnTo>
                  <a:lnTo>
                    <a:pt x="7849050" y="56122"/>
                  </a:lnTo>
                  <a:lnTo>
                    <a:pt x="7849195" y="56122"/>
                  </a:lnTo>
                  <a:lnTo>
                    <a:pt x="7849341" y="56122"/>
                  </a:lnTo>
                  <a:lnTo>
                    <a:pt x="7849486" y="56122"/>
                  </a:lnTo>
                  <a:lnTo>
                    <a:pt x="7849631" y="56122"/>
                  </a:lnTo>
                  <a:lnTo>
                    <a:pt x="7849777" y="56122"/>
                  </a:lnTo>
                  <a:lnTo>
                    <a:pt x="7849922" y="56122"/>
                  </a:lnTo>
                  <a:lnTo>
                    <a:pt x="7850068" y="56122"/>
                  </a:lnTo>
                  <a:lnTo>
                    <a:pt x="7850213" y="56122"/>
                  </a:lnTo>
                  <a:lnTo>
                    <a:pt x="7850359" y="56122"/>
                  </a:lnTo>
                  <a:lnTo>
                    <a:pt x="7850504" y="56122"/>
                  </a:lnTo>
                  <a:lnTo>
                    <a:pt x="7850649" y="56122"/>
                  </a:lnTo>
                  <a:lnTo>
                    <a:pt x="7850795" y="56122"/>
                  </a:lnTo>
                  <a:lnTo>
                    <a:pt x="7850795" y="55498"/>
                  </a:lnTo>
                  <a:lnTo>
                    <a:pt x="7850940" y="55498"/>
                  </a:lnTo>
                  <a:lnTo>
                    <a:pt x="7851086" y="55498"/>
                  </a:lnTo>
                  <a:lnTo>
                    <a:pt x="7851231" y="55498"/>
                  </a:lnTo>
                  <a:lnTo>
                    <a:pt x="7851377" y="55498"/>
                  </a:lnTo>
                  <a:lnTo>
                    <a:pt x="7851522" y="55498"/>
                  </a:lnTo>
                  <a:lnTo>
                    <a:pt x="7851667" y="55498"/>
                  </a:lnTo>
                  <a:lnTo>
                    <a:pt x="7851813" y="55498"/>
                  </a:lnTo>
                  <a:lnTo>
                    <a:pt x="7851958" y="55498"/>
                  </a:lnTo>
                  <a:lnTo>
                    <a:pt x="7852104" y="55498"/>
                  </a:lnTo>
                  <a:lnTo>
                    <a:pt x="7852249" y="55498"/>
                  </a:lnTo>
                  <a:lnTo>
                    <a:pt x="7852394" y="55498"/>
                  </a:lnTo>
                  <a:lnTo>
                    <a:pt x="7852540" y="55498"/>
                  </a:lnTo>
                  <a:lnTo>
                    <a:pt x="7852685" y="55498"/>
                  </a:lnTo>
                  <a:lnTo>
                    <a:pt x="7852831" y="55498"/>
                  </a:lnTo>
                  <a:lnTo>
                    <a:pt x="7852976" y="55498"/>
                  </a:lnTo>
                  <a:lnTo>
                    <a:pt x="7853122" y="55498"/>
                  </a:lnTo>
                  <a:lnTo>
                    <a:pt x="7853267" y="55498"/>
                  </a:lnTo>
                  <a:lnTo>
                    <a:pt x="7853412" y="55498"/>
                  </a:lnTo>
                  <a:lnTo>
                    <a:pt x="7853558" y="55498"/>
                  </a:lnTo>
                  <a:lnTo>
                    <a:pt x="7853703" y="55498"/>
                  </a:lnTo>
                  <a:lnTo>
                    <a:pt x="7853849" y="55498"/>
                  </a:lnTo>
                  <a:lnTo>
                    <a:pt x="7853994" y="55498"/>
                  </a:lnTo>
                  <a:lnTo>
                    <a:pt x="7854140" y="55498"/>
                  </a:lnTo>
                  <a:lnTo>
                    <a:pt x="7854285" y="55498"/>
                  </a:lnTo>
                  <a:lnTo>
                    <a:pt x="7854430" y="55498"/>
                  </a:lnTo>
                  <a:lnTo>
                    <a:pt x="7854576" y="55498"/>
                  </a:lnTo>
                  <a:lnTo>
                    <a:pt x="7854721" y="55498"/>
                  </a:lnTo>
                  <a:lnTo>
                    <a:pt x="7854867" y="55498"/>
                  </a:lnTo>
                  <a:lnTo>
                    <a:pt x="7855012" y="55498"/>
                  </a:lnTo>
                  <a:lnTo>
                    <a:pt x="7855158" y="55498"/>
                  </a:lnTo>
                  <a:lnTo>
                    <a:pt x="7855303" y="55498"/>
                  </a:lnTo>
                  <a:lnTo>
                    <a:pt x="7855448" y="55498"/>
                  </a:lnTo>
                  <a:lnTo>
                    <a:pt x="7855594" y="55498"/>
                  </a:lnTo>
                  <a:lnTo>
                    <a:pt x="7855739" y="55498"/>
                  </a:lnTo>
                  <a:lnTo>
                    <a:pt x="7855885" y="55498"/>
                  </a:lnTo>
                  <a:lnTo>
                    <a:pt x="7856030" y="55498"/>
                  </a:lnTo>
                  <a:lnTo>
                    <a:pt x="7856176" y="55498"/>
                  </a:lnTo>
                  <a:lnTo>
                    <a:pt x="7856321" y="55498"/>
                  </a:lnTo>
                  <a:lnTo>
                    <a:pt x="7856466" y="55498"/>
                  </a:lnTo>
                  <a:lnTo>
                    <a:pt x="7856612" y="55498"/>
                  </a:lnTo>
                  <a:lnTo>
                    <a:pt x="7856612" y="54875"/>
                  </a:lnTo>
                  <a:lnTo>
                    <a:pt x="7856757" y="54875"/>
                  </a:lnTo>
                  <a:lnTo>
                    <a:pt x="7856903" y="54875"/>
                  </a:lnTo>
                  <a:lnTo>
                    <a:pt x="7857048" y="54875"/>
                  </a:lnTo>
                  <a:lnTo>
                    <a:pt x="7857194" y="54875"/>
                  </a:lnTo>
                  <a:lnTo>
                    <a:pt x="7857339" y="54875"/>
                  </a:lnTo>
                  <a:lnTo>
                    <a:pt x="7857484" y="54875"/>
                  </a:lnTo>
                  <a:lnTo>
                    <a:pt x="7857630" y="54875"/>
                  </a:lnTo>
                  <a:lnTo>
                    <a:pt x="7857775" y="54875"/>
                  </a:lnTo>
                  <a:lnTo>
                    <a:pt x="7857921" y="54875"/>
                  </a:lnTo>
                  <a:lnTo>
                    <a:pt x="7858066" y="54875"/>
                  </a:lnTo>
                  <a:lnTo>
                    <a:pt x="7858212" y="54875"/>
                  </a:lnTo>
                  <a:lnTo>
                    <a:pt x="7858357" y="54875"/>
                  </a:lnTo>
                  <a:lnTo>
                    <a:pt x="7858502" y="54875"/>
                  </a:lnTo>
                  <a:lnTo>
                    <a:pt x="7858502" y="54251"/>
                  </a:lnTo>
                  <a:lnTo>
                    <a:pt x="7858648" y="54251"/>
                  </a:lnTo>
                  <a:lnTo>
                    <a:pt x="7858793" y="54251"/>
                  </a:lnTo>
                  <a:lnTo>
                    <a:pt x="7858939" y="54251"/>
                  </a:lnTo>
                  <a:lnTo>
                    <a:pt x="7859084" y="54251"/>
                  </a:lnTo>
                  <a:lnTo>
                    <a:pt x="7859229" y="54251"/>
                  </a:lnTo>
                  <a:lnTo>
                    <a:pt x="7859375" y="54251"/>
                  </a:lnTo>
                  <a:lnTo>
                    <a:pt x="7859520" y="54251"/>
                  </a:lnTo>
                  <a:lnTo>
                    <a:pt x="7859666" y="54251"/>
                  </a:lnTo>
                  <a:lnTo>
                    <a:pt x="7859811" y="54251"/>
                  </a:lnTo>
                  <a:lnTo>
                    <a:pt x="7859957" y="54251"/>
                  </a:lnTo>
                  <a:lnTo>
                    <a:pt x="7860102" y="54251"/>
                  </a:lnTo>
                  <a:lnTo>
                    <a:pt x="7860247" y="54251"/>
                  </a:lnTo>
                  <a:lnTo>
                    <a:pt x="7860393" y="54251"/>
                  </a:lnTo>
                  <a:lnTo>
                    <a:pt x="7860538" y="54251"/>
                  </a:lnTo>
                  <a:lnTo>
                    <a:pt x="7860684" y="54251"/>
                  </a:lnTo>
                  <a:lnTo>
                    <a:pt x="7860829" y="54251"/>
                  </a:lnTo>
                  <a:lnTo>
                    <a:pt x="7860975" y="54251"/>
                  </a:lnTo>
                  <a:lnTo>
                    <a:pt x="7861120" y="54251"/>
                  </a:lnTo>
                  <a:lnTo>
                    <a:pt x="7861265" y="54251"/>
                  </a:lnTo>
                  <a:lnTo>
                    <a:pt x="7861411" y="54251"/>
                  </a:lnTo>
                  <a:lnTo>
                    <a:pt x="7861556" y="54251"/>
                  </a:lnTo>
                  <a:lnTo>
                    <a:pt x="7861702" y="54251"/>
                  </a:lnTo>
                  <a:lnTo>
                    <a:pt x="7861847" y="54251"/>
                  </a:lnTo>
                  <a:lnTo>
                    <a:pt x="7861993" y="54251"/>
                  </a:lnTo>
                  <a:lnTo>
                    <a:pt x="7862138" y="54251"/>
                  </a:lnTo>
                  <a:lnTo>
                    <a:pt x="7862283" y="54251"/>
                  </a:lnTo>
                  <a:lnTo>
                    <a:pt x="7862429" y="54251"/>
                  </a:lnTo>
                  <a:lnTo>
                    <a:pt x="7862574" y="54251"/>
                  </a:lnTo>
                  <a:lnTo>
                    <a:pt x="7862720" y="54251"/>
                  </a:lnTo>
                  <a:lnTo>
                    <a:pt x="7862865" y="54251"/>
                  </a:lnTo>
                  <a:lnTo>
                    <a:pt x="7863011" y="54251"/>
                  </a:lnTo>
                  <a:lnTo>
                    <a:pt x="7863156" y="54251"/>
                  </a:lnTo>
                  <a:lnTo>
                    <a:pt x="7863301" y="54251"/>
                  </a:lnTo>
                  <a:lnTo>
                    <a:pt x="7863447" y="54251"/>
                  </a:lnTo>
                  <a:lnTo>
                    <a:pt x="7863592" y="54251"/>
                  </a:lnTo>
                  <a:lnTo>
                    <a:pt x="7863738" y="54251"/>
                  </a:lnTo>
                  <a:lnTo>
                    <a:pt x="7863883" y="54251"/>
                  </a:lnTo>
                  <a:lnTo>
                    <a:pt x="7864029" y="54251"/>
                  </a:lnTo>
                  <a:lnTo>
                    <a:pt x="7864174" y="54251"/>
                  </a:lnTo>
                  <a:lnTo>
                    <a:pt x="7864319" y="54251"/>
                  </a:lnTo>
                  <a:lnTo>
                    <a:pt x="7864465" y="54251"/>
                  </a:lnTo>
                  <a:lnTo>
                    <a:pt x="7864610" y="54251"/>
                  </a:lnTo>
                  <a:lnTo>
                    <a:pt x="7864756" y="54251"/>
                  </a:lnTo>
                  <a:lnTo>
                    <a:pt x="7864901" y="54251"/>
                  </a:lnTo>
                  <a:lnTo>
                    <a:pt x="7865047" y="54251"/>
                  </a:lnTo>
                  <a:lnTo>
                    <a:pt x="7865192" y="54251"/>
                  </a:lnTo>
                  <a:lnTo>
                    <a:pt x="7865337" y="54251"/>
                  </a:lnTo>
                  <a:lnTo>
                    <a:pt x="7865337" y="53628"/>
                  </a:lnTo>
                  <a:lnTo>
                    <a:pt x="7865483" y="53628"/>
                  </a:lnTo>
                  <a:lnTo>
                    <a:pt x="7865628" y="53628"/>
                  </a:lnTo>
                  <a:lnTo>
                    <a:pt x="7865774" y="53628"/>
                  </a:lnTo>
                  <a:lnTo>
                    <a:pt x="7865919" y="53628"/>
                  </a:lnTo>
                  <a:lnTo>
                    <a:pt x="7866064" y="53628"/>
                  </a:lnTo>
                  <a:lnTo>
                    <a:pt x="7866210" y="53628"/>
                  </a:lnTo>
                  <a:lnTo>
                    <a:pt x="7866355" y="53628"/>
                  </a:lnTo>
                  <a:lnTo>
                    <a:pt x="7866501" y="53628"/>
                  </a:lnTo>
                  <a:lnTo>
                    <a:pt x="7866646" y="53628"/>
                  </a:lnTo>
                  <a:lnTo>
                    <a:pt x="7866792" y="53628"/>
                  </a:lnTo>
                  <a:lnTo>
                    <a:pt x="7866937" y="53628"/>
                  </a:lnTo>
                  <a:lnTo>
                    <a:pt x="7867082" y="53628"/>
                  </a:lnTo>
                  <a:lnTo>
                    <a:pt x="7867228" y="53628"/>
                  </a:lnTo>
                  <a:lnTo>
                    <a:pt x="7867373" y="53628"/>
                  </a:lnTo>
                  <a:lnTo>
                    <a:pt x="7867519" y="53628"/>
                  </a:lnTo>
                  <a:lnTo>
                    <a:pt x="7867664" y="53628"/>
                  </a:lnTo>
                  <a:lnTo>
                    <a:pt x="7867810" y="53628"/>
                  </a:lnTo>
                  <a:lnTo>
                    <a:pt x="7867955" y="53628"/>
                  </a:lnTo>
                  <a:lnTo>
                    <a:pt x="7868100" y="53628"/>
                  </a:lnTo>
                  <a:lnTo>
                    <a:pt x="7868246" y="53628"/>
                  </a:lnTo>
                  <a:lnTo>
                    <a:pt x="7868391" y="53628"/>
                  </a:lnTo>
                  <a:lnTo>
                    <a:pt x="7868537" y="53628"/>
                  </a:lnTo>
                  <a:lnTo>
                    <a:pt x="7868682" y="53628"/>
                  </a:lnTo>
                  <a:lnTo>
                    <a:pt x="7868828" y="53628"/>
                  </a:lnTo>
                  <a:lnTo>
                    <a:pt x="7868973" y="53628"/>
                  </a:lnTo>
                  <a:lnTo>
                    <a:pt x="7869118" y="53628"/>
                  </a:lnTo>
                  <a:lnTo>
                    <a:pt x="7869264" y="53628"/>
                  </a:lnTo>
                  <a:lnTo>
                    <a:pt x="7869409" y="53628"/>
                  </a:lnTo>
                  <a:lnTo>
                    <a:pt x="7869555" y="53628"/>
                  </a:lnTo>
                  <a:lnTo>
                    <a:pt x="7869700" y="53628"/>
                  </a:lnTo>
                  <a:lnTo>
                    <a:pt x="7869846" y="53628"/>
                  </a:lnTo>
                  <a:lnTo>
                    <a:pt x="7869991" y="53628"/>
                  </a:lnTo>
                  <a:lnTo>
                    <a:pt x="7870136" y="53628"/>
                  </a:lnTo>
                  <a:lnTo>
                    <a:pt x="7870282" y="53628"/>
                  </a:lnTo>
                  <a:lnTo>
                    <a:pt x="7870427" y="53628"/>
                  </a:lnTo>
                  <a:lnTo>
                    <a:pt x="7870573" y="53628"/>
                  </a:lnTo>
                  <a:lnTo>
                    <a:pt x="7870718" y="53628"/>
                  </a:lnTo>
                  <a:lnTo>
                    <a:pt x="7870864" y="53628"/>
                  </a:lnTo>
                  <a:lnTo>
                    <a:pt x="7871009" y="53628"/>
                  </a:lnTo>
                  <a:lnTo>
                    <a:pt x="7871154" y="53628"/>
                  </a:lnTo>
                  <a:lnTo>
                    <a:pt x="7871300" y="53628"/>
                  </a:lnTo>
                  <a:lnTo>
                    <a:pt x="7871445" y="53628"/>
                  </a:lnTo>
                  <a:lnTo>
                    <a:pt x="7871591" y="53628"/>
                  </a:lnTo>
                  <a:lnTo>
                    <a:pt x="7871736" y="53628"/>
                  </a:lnTo>
                  <a:lnTo>
                    <a:pt x="7871882" y="53628"/>
                  </a:lnTo>
                  <a:lnTo>
                    <a:pt x="7872027" y="53628"/>
                  </a:lnTo>
                  <a:lnTo>
                    <a:pt x="7872172" y="53628"/>
                  </a:lnTo>
                  <a:lnTo>
                    <a:pt x="7872318" y="53628"/>
                  </a:lnTo>
                  <a:lnTo>
                    <a:pt x="7872463" y="53628"/>
                  </a:lnTo>
                  <a:lnTo>
                    <a:pt x="7872609" y="53628"/>
                  </a:lnTo>
                  <a:lnTo>
                    <a:pt x="7872754" y="53628"/>
                  </a:lnTo>
                  <a:lnTo>
                    <a:pt x="7872899" y="53628"/>
                  </a:lnTo>
                  <a:lnTo>
                    <a:pt x="7873045" y="53628"/>
                  </a:lnTo>
                  <a:lnTo>
                    <a:pt x="7873190" y="53628"/>
                  </a:lnTo>
                  <a:lnTo>
                    <a:pt x="7873336" y="53628"/>
                  </a:lnTo>
                  <a:lnTo>
                    <a:pt x="7873481" y="53628"/>
                  </a:lnTo>
                  <a:lnTo>
                    <a:pt x="7873627" y="53628"/>
                  </a:lnTo>
                  <a:lnTo>
                    <a:pt x="7873772" y="53628"/>
                  </a:lnTo>
                  <a:lnTo>
                    <a:pt x="7873917" y="53628"/>
                  </a:lnTo>
                  <a:lnTo>
                    <a:pt x="7874063" y="53628"/>
                  </a:lnTo>
                  <a:lnTo>
                    <a:pt x="7874208" y="53628"/>
                  </a:lnTo>
                  <a:lnTo>
                    <a:pt x="7874354" y="53628"/>
                  </a:lnTo>
                  <a:lnTo>
                    <a:pt x="7874499" y="53628"/>
                  </a:lnTo>
                  <a:lnTo>
                    <a:pt x="7874645" y="53628"/>
                  </a:lnTo>
                  <a:lnTo>
                    <a:pt x="7874790" y="53628"/>
                  </a:lnTo>
                  <a:lnTo>
                    <a:pt x="7874935" y="53628"/>
                  </a:lnTo>
                  <a:lnTo>
                    <a:pt x="7875081" y="53628"/>
                  </a:lnTo>
                  <a:lnTo>
                    <a:pt x="7875226" y="53628"/>
                  </a:lnTo>
                  <a:lnTo>
                    <a:pt x="7875372" y="53628"/>
                  </a:lnTo>
                  <a:lnTo>
                    <a:pt x="7875517" y="53628"/>
                  </a:lnTo>
                  <a:lnTo>
                    <a:pt x="7875663" y="53628"/>
                  </a:lnTo>
                  <a:lnTo>
                    <a:pt x="7875808" y="53628"/>
                  </a:lnTo>
                  <a:lnTo>
                    <a:pt x="7875953" y="53628"/>
                  </a:lnTo>
                  <a:lnTo>
                    <a:pt x="7876099" y="53628"/>
                  </a:lnTo>
                  <a:lnTo>
                    <a:pt x="7876244" y="53628"/>
                  </a:lnTo>
                  <a:lnTo>
                    <a:pt x="7876390" y="53628"/>
                  </a:lnTo>
                  <a:lnTo>
                    <a:pt x="7876535" y="53628"/>
                  </a:lnTo>
                  <a:lnTo>
                    <a:pt x="7876681" y="53628"/>
                  </a:lnTo>
                  <a:lnTo>
                    <a:pt x="7876826" y="53628"/>
                  </a:lnTo>
                  <a:lnTo>
                    <a:pt x="7876971" y="53628"/>
                  </a:lnTo>
                  <a:lnTo>
                    <a:pt x="7877117" y="53628"/>
                  </a:lnTo>
                  <a:lnTo>
                    <a:pt x="7877262" y="53628"/>
                  </a:lnTo>
                  <a:lnTo>
                    <a:pt x="7877408" y="53628"/>
                  </a:lnTo>
                  <a:lnTo>
                    <a:pt x="7877553" y="53628"/>
                  </a:lnTo>
                  <a:lnTo>
                    <a:pt x="7877699" y="53628"/>
                  </a:lnTo>
                  <a:lnTo>
                    <a:pt x="7877844" y="53628"/>
                  </a:lnTo>
                  <a:lnTo>
                    <a:pt x="7877989" y="53628"/>
                  </a:lnTo>
                  <a:lnTo>
                    <a:pt x="7878135" y="53628"/>
                  </a:lnTo>
                  <a:lnTo>
                    <a:pt x="7878280" y="53628"/>
                  </a:lnTo>
                  <a:lnTo>
                    <a:pt x="7878426" y="53628"/>
                  </a:lnTo>
                  <a:lnTo>
                    <a:pt x="7878571" y="53628"/>
                  </a:lnTo>
                  <a:lnTo>
                    <a:pt x="7878717" y="53628"/>
                  </a:lnTo>
                  <a:lnTo>
                    <a:pt x="7878862" y="53628"/>
                  </a:lnTo>
                  <a:lnTo>
                    <a:pt x="7879007" y="53628"/>
                  </a:lnTo>
                  <a:lnTo>
                    <a:pt x="7879153" y="53628"/>
                  </a:lnTo>
                  <a:lnTo>
                    <a:pt x="7879298" y="53628"/>
                  </a:lnTo>
                  <a:lnTo>
                    <a:pt x="7879444" y="53628"/>
                  </a:lnTo>
                  <a:lnTo>
                    <a:pt x="7879589" y="53628"/>
                  </a:lnTo>
                  <a:lnTo>
                    <a:pt x="7879734" y="53628"/>
                  </a:lnTo>
                  <a:lnTo>
                    <a:pt x="7879880" y="53628"/>
                  </a:lnTo>
                  <a:lnTo>
                    <a:pt x="7880025" y="53628"/>
                  </a:lnTo>
                  <a:lnTo>
                    <a:pt x="7880171" y="53628"/>
                  </a:lnTo>
                  <a:lnTo>
                    <a:pt x="7880316" y="53628"/>
                  </a:lnTo>
                  <a:lnTo>
                    <a:pt x="7880462" y="53628"/>
                  </a:lnTo>
                  <a:lnTo>
                    <a:pt x="7880607" y="53628"/>
                  </a:lnTo>
                  <a:lnTo>
                    <a:pt x="7880752" y="53628"/>
                  </a:lnTo>
                  <a:lnTo>
                    <a:pt x="7880898" y="53628"/>
                  </a:lnTo>
                  <a:lnTo>
                    <a:pt x="7881043" y="53628"/>
                  </a:lnTo>
                  <a:lnTo>
                    <a:pt x="7881189" y="53628"/>
                  </a:lnTo>
                  <a:lnTo>
                    <a:pt x="7881334" y="53628"/>
                  </a:lnTo>
                  <a:lnTo>
                    <a:pt x="7881480" y="53628"/>
                  </a:lnTo>
                  <a:lnTo>
                    <a:pt x="7881625" y="53628"/>
                  </a:lnTo>
                  <a:lnTo>
                    <a:pt x="7881770" y="53628"/>
                  </a:lnTo>
                  <a:lnTo>
                    <a:pt x="7881916" y="53628"/>
                  </a:lnTo>
                  <a:lnTo>
                    <a:pt x="7882061" y="53628"/>
                  </a:lnTo>
                  <a:lnTo>
                    <a:pt x="7882207" y="53628"/>
                  </a:lnTo>
                  <a:lnTo>
                    <a:pt x="7882352" y="53628"/>
                  </a:lnTo>
                  <a:lnTo>
                    <a:pt x="7882498" y="53628"/>
                  </a:lnTo>
                  <a:lnTo>
                    <a:pt x="7882498" y="53004"/>
                  </a:lnTo>
                  <a:lnTo>
                    <a:pt x="7882643" y="53004"/>
                  </a:lnTo>
                  <a:lnTo>
                    <a:pt x="7882788" y="53004"/>
                  </a:lnTo>
                  <a:lnTo>
                    <a:pt x="7882934" y="53004"/>
                  </a:lnTo>
                  <a:lnTo>
                    <a:pt x="7883079" y="53004"/>
                  </a:lnTo>
                  <a:lnTo>
                    <a:pt x="7883225" y="53004"/>
                  </a:lnTo>
                  <a:lnTo>
                    <a:pt x="7883370" y="53004"/>
                  </a:lnTo>
                  <a:lnTo>
                    <a:pt x="7883516" y="53004"/>
                  </a:lnTo>
                  <a:lnTo>
                    <a:pt x="7883661" y="53004"/>
                  </a:lnTo>
                  <a:lnTo>
                    <a:pt x="7883806" y="53004"/>
                  </a:lnTo>
                  <a:lnTo>
                    <a:pt x="7883952" y="53004"/>
                  </a:lnTo>
                  <a:lnTo>
                    <a:pt x="7884097" y="53004"/>
                  </a:lnTo>
                  <a:lnTo>
                    <a:pt x="7884243" y="53004"/>
                  </a:lnTo>
                  <a:lnTo>
                    <a:pt x="7884243" y="52380"/>
                  </a:lnTo>
                  <a:lnTo>
                    <a:pt x="7884388" y="52380"/>
                  </a:lnTo>
                  <a:lnTo>
                    <a:pt x="7884534" y="52380"/>
                  </a:lnTo>
                  <a:lnTo>
                    <a:pt x="7884679" y="52380"/>
                  </a:lnTo>
                  <a:lnTo>
                    <a:pt x="7884824" y="52380"/>
                  </a:lnTo>
                  <a:lnTo>
                    <a:pt x="7884970" y="52380"/>
                  </a:lnTo>
                  <a:lnTo>
                    <a:pt x="7885115" y="52380"/>
                  </a:lnTo>
                  <a:lnTo>
                    <a:pt x="7885261" y="52380"/>
                  </a:lnTo>
                  <a:lnTo>
                    <a:pt x="7885406" y="52380"/>
                  </a:lnTo>
                  <a:lnTo>
                    <a:pt x="7885552" y="52380"/>
                  </a:lnTo>
                  <a:lnTo>
                    <a:pt x="7885697" y="52380"/>
                  </a:lnTo>
                  <a:lnTo>
                    <a:pt x="7885842" y="52380"/>
                  </a:lnTo>
                  <a:lnTo>
                    <a:pt x="7885988" y="52380"/>
                  </a:lnTo>
                  <a:lnTo>
                    <a:pt x="7886133" y="52380"/>
                  </a:lnTo>
                  <a:lnTo>
                    <a:pt x="7886279" y="52380"/>
                  </a:lnTo>
                  <a:lnTo>
                    <a:pt x="7886424" y="52380"/>
                  </a:lnTo>
                  <a:lnTo>
                    <a:pt x="7886569" y="52380"/>
                  </a:lnTo>
                  <a:lnTo>
                    <a:pt x="7886715" y="52380"/>
                  </a:lnTo>
                  <a:lnTo>
                    <a:pt x="7886860" y="52380"/>
                  </a:lnTo>
                  <a:lnTo>
                    <a:pt x="7887006" y="52380"/>
                  </a:lnTo>
                  <a:lnTo>
                    <a:pt x="7887151" y="52380"/>
                  </a:lnTo>
                  <a:lnTo>
                    <a:pt x="7887297" y="52380"/>
                  </a:lnTo>
                  <a:lnTo>
                    <a:pt x="7887442" y="52380"/>
                  </a:lnTo>
                  <a:lnTo>
                    <a:pt x="7887587" y="52380"/>
                  </a:lnTo>
                  <a:lnTo>
                    <a:pt x="7887733" y="52380"/>
                  </a:lnTo>
                  <a:lnTo>
                    <a:pt x="7887878" y="52380"/>
                  </a:lnTo>
                  <a:lnTo>
                    <a:pt x="7888024" y="52380"/>
                  </a:lnTo>
                  <a:lnTo>
                    <a:pt x="7888169" y="52380"/>
                  </a:lnTo>
                  <a:lnTo>
                    <a:pt x="7888315" y="52380"/>
                  </a:lnTo>
                  <a:lnTo>
                    <a:pt x="7888460" y="52380"/>
                  </a:lnTo>
                  <a:lnTo>
                    <a:pt x="7888605" y="52380"/>
                  </a:lnTo>
                  <a:lnTo>
                    <a:pt x="7888751" y="52380"/>
                  </a:lnTo>
                  <a:lnTo>
                    <a:pt x="7888896" y="52380"/>
                  </a:lnTo>
                  <a:lnTo>
                    <a:pt x="7889042" y="52380"/>
                  </a:lnTo>
                  <a:lnTo>
                    <a:pt x="7889187" y="52380"/>
                  </a:lnTo>
                  <a:lnTo>
                    <a:pt x="7889333" y="52380"/>
                  </a:lnTo>
                  <a:lnTo>
                    <a:pt x="7889478" y="52380"/>
                  </a:lnTo>
                  <a:lnTo>
                    <a:pt x="7889623" y="52380"/>
                  </a:lnTo>
                  <a:lnTo>
                    <a:pt x="7889769" y="52380"/>
                  </a:lnTo>
                  <a:lnTo>
                    <a:pt x="7889914" y="52380"/>
                  </a:lnTo>
                  <a:lnTo>
                    <a:pt x="7890060" y="52380"/>
                  </a:lnTo>
                  <a:lnTo>
                    <a:pt x="7890205" y="52380"/>
                  </a:lnTo>
                  <a:lnTo>
                    <a:pt x="7890351" y="52380"/>
                  </a:lnTo>
                  <a:lnTo>
                    <a:pt x="7890496" y="52380"/>
                  </a:lnTo>
                  <a:lnTo>
                    <a:pt x="7890641" y="52380"/>
                  </a:lnTo>
                  <a:lnTo>
                    <a:pt x="7890787" y="52380"/>
                  </a:lnTo>
                  <a:lnTo>
                    <a:pt x="7890932" y="52380"/>
                  </a:lnTo>
                  <a:lnTo>
                    <a:pt x="7891078" y="52380"/>
                  </a:lnTo>
                  <a:lnTo>
                    <a:pt x="7891223" y="52380"/>
                  </a:lnTo>
                  <a:lnTo>
                    <a:pt x="7891369" y="52380"/>
                  </a:lnTo>
                  <a:lnTo>
                    <a:pt x="7891514" y="52380"/>
                  </a:lnTo>
                  <a:lnTo>
                    <a:pt x="7891659" y="52380"/>
                  </a:lnTo>
                  <a:lnTo>
                    <a:pt x="7891805" y="52380"/>
                  </a:lnTo>
                  <a:lnTo>
                    <a:pt x="7891805" y="51757"/>
                  </a:lnTo>
                  <a:lnTo>
                    <a:pt x="7891950" y="51757"/>
                  </a:lnTo>
                  <a:lnTo>
                    <a:pt x="7892096" y="51757"/>
                  </a:lnTo>
                  <a:lnTo>
                    <a:pt x="7892241" y="51757"/>
                  </a:lnTo>
                  <a:lnTo>
                    <a:pt x="7892387" y="51757"/>
                  </a:lnTo>
                  <a:lnTo>
                    <a:pt x="7892532" y="51757"/>
                  </a:lnTo>
                  <a:lnTo>
                    <a:pt x="7892677" y="51757"/>
                  </a:lnTo>
                  <a:lnTo>
                    <a:pt x="7892823" y="51757"/>
                  </a:lnTo>
                  <a:lnTo>
                    <a:pt x="7892968" y="51757"/>
                  </a:lnTo>
                  <a:lnTo>
                    <a:pt x="7893114" y="51757"/>
                  </a:lnTo>
                  <a:lnTo>
                    <a:pt x="7893259" y="51757"/>
                  </a:lnTo>
                  <a:lnTo>
                    <a:pt x="7893404" y="51757"/>
                  </a:lnTo>
                  <a:lnTo>
                    <a:pt x="7893550" y="51757"/>
                  </a:lnTo>
                  <a:lnTo>
                    <a:pt x="7893695" y="51757"/>
                  </a:lnTo>
                  <a:lnTo>
                    <a:pt x="7893841" y="51757"/>
                  </a:lnTo>
                  <a:lnTo>
                    <a:pt x="7893986" y="51757"/>
                  </a:lnTo>
                  <a:lnTo>
                    <a:pt x="7894132" y="51757"/>
                  </a:lnTo>
                  <a:lnTo>
                    <a:pt x="7894277" y="51757"/>
                  </a:lnTo>
                  <a:lnTo>
                    <a:pt x="7894422" y="51757"/>
                  </a:lnTo>
                  <a:lnTo>
                    <a:pt x="7894568" y="51757"/>
                  </a:lnTo>
                  <a:lnTo>
                    <a:pt x="7894713" y="51757"/>
                  </a:lnTo>
                  <a:lnTo>
                    <a:pt x="7894859" y="51757"/>
                  </a:lnTo>
                  <a:lnTo>
                    <a:pt x="7895004" y="51757"/>
                  </a:lnTo>
                  <a:lnTo>
                    <a:pt x="7895150" y="51757"/>
                  </a:lnTo>
                  <a:lnTo>
                    <a:pt x="7895295" y="51757"/>
                  </a:lnTo>
                  <a:lnTo>
                    <a:pt x="7895440" y="51757"/>
                  </a:lnTo>
                  <a:lnTo>
                    <a:pt x="7895586" y="51757"/>
                  </a:lnTo>
                  <a:lnTo>
                    <a:pt x="7895731" y="51757"/>
                  </a:lnTo>
                  <a:lnTo>
                    <a:pt x="7895877" y="51757"/>
                  </a:lnTo>
                  <a:lnTo>
                    <a:pt x="7896022" y="51757"/>
                  </a:lnTo>
                  <a:lnTo>
                    <a:pt x="7896168" y="51757"/>
                  </a:lnTo>
                  <a:lnTo>
                    <a:pt x="7896313" y="51757"/>
                  </a:lnTo>
                  <a:lnTo>
                    <a:pt x="7896458" y="51757"/>
                  </a:lnTo>
                  <a:lnTo>
                    <a:pt x="7896604" y="51757"/>
                  </a:lnTo>
                  <a:lnTo>
                    <a:pt x="7896749" y="51757"/>
                  </a:lnTo>
                  <a:lnTo>
                    <a:pt x="7896895" y="51757"/>
                  </a:lnTo>
                  <a:lnTo>
                    <a:pt x="7897040" y="51757"/>
                  </a:lnTo>
                  <a:lnTo>
                    <a:pt x="7897186" y="51757"/>
                  </a:lnTo>
                  <a:lnTo>
                    <a:pt x="7897331" y="51757"/>
                  </a:lnTo>
                  <a:lnTo>
                    <a:pt x="7897476" y="51757"/>
                  </a:lnTo>
                  <a:lnTo>
                    <a:pt x="7897622" y="51757"/>
                  </a:lnTo>
                  <a:lnTo>
                    <a:pt x="7897767" y="51757"/>
                  </a:lnTo>
                  <a:lnTo>
                    <a:pt x="7897913" y="51757"/>
                  </a:lnTo>
                  <a:lnTo>
                    <a:pt x="7898058" y="51757"/>
                  </a:lnTo>
                  <a:lnTo>
                    <a:pt x="7898204" y="51757"/>
                  </a:lnTo>
                  <a:lnTo>
                    <a:pt x="7898349" y="51757"/>
                  </a:lnTo>
                  <a:lnTo>
                    <a:pt x="7898494" y="51757"/>
                  </a:lnTo>
                  <a:lnTo>
                    <a:pt x="7898640" y="51757"/>
                  </a:lnTo>
                  <a:lnTo>
                    <a:pt x="7898785" y="51757"/>
                  </a:lnTo>
                  <a:lnTo>
                    <a:pt x="7898931" y="51757"/>
                  </a:lnTo>
                  <a:lnTo>
                    <a:pt x="7899076" y="51757"/>
                  </a:lnTo>
                  <a:lnTo>
                    <a:pt x="7899222" y="51757"/>
                  </a:lnTo>
                  <a:lnTo>
                    <a:pt x="7899367" y="51757"/>
                  </a:lnTo>
                  <a:lnTo>
                    <a:pt x="7899512" y="51757"/>
                  </a:lnTo>
                  <a:lnTo>
                    <a:pt x="7899658" y="51757"/>
                  </a:lnTo>
                  <a:lnTo>
                    <a:pt x="7899803" y="51757"/>
                  </a:lnTo>
                  <a:lnTo>
                    <a:pt x="7899949" y="51757"/>
                  </a:lnTo>
                  <a:lnTo>
                    <a:pt x="7900094" y="51757"/>
                  </a:lnTo>
                  <a:lnTo>
                    <a:pt x="7900239" y="51757"/>
                  </a:lnTo>
                  <a:lnTo>
                    <a:pt x="7900385" y="51757"/>
                  </a:lnTo>
                  <a:lnTo>
                    <a:pt x="7900385" y="51133"/>
                  </a:lnTo>
                  <a:lnTo>
                    <a:pt x="7900530" y="51133"/>
                  </a:lnTo>
                  <a:lnTo>
                    <a:pt x="7900676" y="51133"/>
                  </a:lnTo>
                  <a:lnTo>
                    <a:pt x="7900821" y="51133"/>
                  </a:lnTo>
                  <a:lnTo>
                    <a:pt x="7900967" y="51133"/>
                  </a:lnTo>
                  <a:lnTo>
                    <a:pt x="7901112" y="51133"/>
                  </a:lnTo>
                  <a:lnTo>
                    <a:pt x="7901257" y="51133"/>
                  </a:lnTo>
                  <a:lnTo>
                    <a:pt x="7901403" y="51133"/>
                  </a:lnTo>
                  <a:lnTo>
                    <a:pt x="7901548" y="51133"/>
                  </a:lnTo>
                  <a:lnTo>
                    <a:pt x="7901694" y="51133"/>
                  </a:lnTo>
                  <a:lnTo>
                    <a:pt x="7901839" y="51133"/>
                  </a:lnTo>
                  <a:lnTo>
                    <a:pt x="7901985" y="51133"/>
                  </a:lnTo>
                  <a:lnTo>
                    <a:pt x="7902130" y="51133"/>
                  </a:lnTo>
                  <a:lnTo>
                    <a:pt x="7902130" y="50510"/>
                  </a:lnTo>
                  <a:lnTo>
                    <a:pt x="7902275" y="50510"/>
                  </a:lnTo>
                  <a:lnTo>
                    <a:pt x="7902421" y="50510"/>
                  </a:lnTo>
                  <a:lnTo>
                    <a:pt x="7902421" y="49886"/>
                  </a:lnTo>
                  <a:lnTo>
                    <a:pt x="7902566" y="49886"/>
                  </a:lnTo>
                  <a:lnTo>
                    <a:pt x="7902712" y="49886"/>
                  </a:lnTo>
                  <a:lnTo>
                    <a:pt x="7902857" y="49886"/>
                  </a:lnTo>
                  <a:lnTo>
                    <a:pt x="7903003" y="49886"/>
                  </a:lnTo>
                  <a:lnTo>
                    <a:pt x="7903148" y="49886"/>
                  </a:lnTo>
                  <a:lnTo>
                    <a:pt x="7903293" y="49886"/>
                  </a:lnTo>
                  <a:lnTo>
                    <a:pt x="7903439" y="49886"/>
                  </a:lnTo>
                  <a:lnTo>
                    <a:pt x="7903584" y="49886"/>
                  </a:lnTo>
                  <a:lnTo>
                    <a:pt x="7903730" y="49886"/>
                  </a:lnTo>
                  <a:lnTo>
                    <a:pt x="7903875" y="49886"/>
                  </a:lnTo>
                  <a:lnTo>
                    <a:pt x="7904021" y="49886"/>
                  </a:lnTo>
                  <a:lnTo>
                    <a:pt x="7904166" y="49886"/>
                  </a:lnTo>
                  <a:lnTo>
                    <a:pt x="7904311" y="49886"/>
                  </a:lnTo>
                  <a:lnTo>
                    <a:pt x="7904457" y="49886"/>
                  </a:lnTo>
                  <a:lnTo>
                    <a:pt x="7904602" y="49886"/>
                  </a:lnTo>
                  <a:lnTo>
                    <a:pt x="7904748" y="49886"/>
                  </a:lnTo>
                  <a:lnTo>
                    <a:pt x="7904893" y="49886"/>
                  </a:lnTo>
                  <a:lnTo>
                    <a:pt x="7905039" y="49886"/>
                  </a:lnTo>
                  <a:lnTo>
                    <a:pt x="7905184" y="49886"/>
                  </a:lnTo>
                  <a:lnTo>
                    <a:pt x="7905329" y="49886"/>
                  </a:lnTo>
                  <a:lnTo>
                    <a:pt x="7905475" y="49886"/>
                  </a:lnTo>
                  <a:lnTo>
                    <a:pt x="7905620" y="49886"/>
                  </a:lnTo>
                  <a:lnTo>
                    <a:pt x="7905766" y="49886"/>
                  </a:lnTo>
                  <a:lnTo>
                    <a:pt x="7905911" y="49886"/>
                  </a:lnTo>
                  <a:lnTo>
                    <a:pt x="7906057" y="49886"/>
                  </a:lnTo>
                  <a:lnTo>
                    <a:pt x="7906202" y="49886"/>
                  </a:lnTo>
                  <a:lnTo>
                    <a:pt x="7906347" y="49886"/>
                  </a:lnTo>
                  <a:lnTo>
                    <a:pt x="7906493" y="49886"/>
                  </a:lnTo>
                  <a:lnTo>
                    <a:pt x="7906493" y="49263"/>
                  </a:lnTo>
                  <a:lnTo>
                    <a:pt x="7906638" y="49263"/>
                  </a:lnTo>
                  <a:lnTo>
                    <a:pt x="7906784" y="49263"/>
                  </a:lnTo>
                  <a:lnTo>
                    <a:pt x="7906929" y="49263"/>
                  </a:lnTo>
                  <a:lnTo>
                    <a:pt x="7907074" y="49263"/>
                  </a:lnTo>
                  <a:lnTo>
                    <a:pt x="7907220" y="49263"/>
                  </a:lnTo>
                  <a:lnTo>
                    <a:pt x="7907365" y="49263"/>
                  </a:lnTo>
                  <a:lnTo>
                    <a:pt x="7907511" y="49263"/>
                  </a:lnTo>
                  <a:lnTo>
                    <a:pt x="7907656" y="49263"/>
                  </a:lnTo>
                  <a:lnTo>
                    <a:pt x="7907802" y="49263"/>
                  </a:lnTo>
                  <a:lnTo>
                    <a:pt x="7907947" y="49263"/>
                  </a:lnTo>
                  <a:lnTo>
                    <a:pt x="7908092" y="49263"/>
                  </a:lnTo>
                  <a:lnTo>
                    <a:pt x="7908238" y="49263"/>
                  </a:lnTo>
                  <a:lnTo>
                    <a:pt x="7908383" y="49263"/>
                  </a:lnTo>
                  <a:lnTo>
                    <a:pt x="7908529" y="49263"/>
                  </a:lnTo>
                  <a:lnTo>
                    <a:pt x="7908674" y="49263"/>
                  </a:lnTo>
                  <a:lnTo>
                    <a:pt x="7908820" y="49263"/>
                  </a:lnTo>
                  <a:lnTo>
                    <a:pt x="7908965" y="49263"/>
                  </a:lnTo>
                  <a:lnTo>
                    <a:pt x="7909110" y="49263"/>
                  </a:lnTo>
                  <a:lnTo>
                    <a:pt x="7909256" y="49263"/>
                  </a:lnTo>
                  <a:lnTo>
                    <a:pt x="7909401" y="49263"/>
                  </a:lnTo>
                  <a:lnTo>
                    <a:pt x="7909547" y="49263"/>
                  </a:lnTo>
                  <a:lnTo>
                    <a:pt x="7909692" y="49263"/>
                  </a:lnTo>
                  <a:lnTo>
                    <a:pt x="7909838" y="49263"/>
                  </a:lnTo>
                  <a:lnTo>
                    <a:pt x="7909983" y="49263"/>
                  </a:lnTo>
                  <a:lnTo>
                    <a:pt x="7910128" y="49263"/>
                  </a:lnTo>
                  <a:lnTo>
                    <a:pt x="7910274" y="49263"/>
                  </a:lnTo>
                  <a:lnTo>
                    <a:pt x="7910419" y="49263"/>
                  </a:lnTo>
                  <a:lnTo>
                    <a:pt x="7910565" y="49263"/>
                  </a:lnTo>
                  <a:lnTo>
                    <a:pt x="7910710" y="49263"/>
                  </a:lnTo>
                  <a:lnTo>
                    <a:pt x="7910856" y="49263"/>
                  </a:lnTo>
                  <a:lnTo>
                    <a:pt x="7911001" y="49263"/>
                  </a:lnTo>
                  <a:lnTo>
                    <a:pt x="7911146" y="49263"/>
                  </a:lnTo>
                  <a:lnTo>
                    <a:pt x="7911292" y="49263"/>
                  </a:lnTo>
                  <a:lnTo>
                    <a:pt x="7911437" y="49263"/>
                  </a:lnTo>
                  <a:lnTo>
                    <a:pt x="7911583" y="49263"/>
                  </a:lnTo>
                  <a:lnTo>
                    <a:pt x="7911583" y="48639"/>
                  </a:lnTo>
                  <a:lnTo>
                    <a:pt x="7911728" y="48639"/>
                  </a:lnTo>
                  <a:lnTo>
                    <a:pt x="7911874" y="48639"/>
                  </a:lnTo>
                  <a:lnTo>
                    <a:pt x="7912019" y="48639"/>
                  </a:lnTo>
                  <a:lnTo>
                    <a:pt x="7912164" y="48639"/>
                  </a:lnTo>
                  <a:lnTo>
                    <a:pt x="7912310" y="48639"/>
                  </a:lnTo>
                  <a:lnTo>
                    <a:pt x="7912455" y="48639"/>
                  </a:lnTo>
                  <a:lnTo>
                    <a:pt x="7912601" y="48639"/>
                  </a:lnTo>
                  <a:lnTo>
                    <a:pt x="7912746" y="48639"/>
                  </a:lnTo>
                  <a:lnTo>
                    <a:pt x="7912892" y="48639"/>
                  </a:lnTo>
                  <a:lnTo>
                    <a:pt x="7913037" y="48639"/>
                  </a:lnTo>
                  <a:lnTo>
                    <a:pt x="7913182" y="48639"/>
                  </a:lnTo>
                  <a:lnTo>
                    <a:pt x="7913328" y="48639"/>
                  </a:lnTo>
                  <a:lnTo>
                    <a:pt x="7913473" y="48639"/>
                  </a:lnTo>
                  <a:lnTo>
                    <a:pt x="7913619" y="48639"/>
                  </a:lnTo>
                  <a:lnTo>
                    <a:pt x="7913764" y="48639"/>
                  </a:lnTo>
                  <a:lnTo>
                    <a:pt x="7913909" y="48639"/>
                  </a:lnTo>
                  <a:lnTo>
                    <a:pt x="7914055" y="48639"/>
                  </a:lnTo>
                  <a:lnTo>
                    <a:pt x="7914200" y="48639"/>
                  </a:lnTo>
                  <a:lnTo>
                    <a:pt x="7914346" y="48639"/>
                  </a:lnTo>
                  <a:lnTo>
                    <a:pt x="7914491" y="48639"/>
                  </a:lnTo>
                  <a:lnTo>
                    <a:pt x="7914637" y="48639"/>
                  </a:lnTo>
                  <a:lnTo>
                    <a:pt x="7914782" y="48639"/>
                  </a:lnTo>
                  <a:lnTo>
                    <a:pt x="7914927" y="48639"/>
                  </a:lnTo>
                  <a:lnTo>
                    <a:pt x="7915073" y="48639"/>
                  </a:lnTo>
                  <a:lnTo>
                    <a:pt x="7915218" y="48639"/>
                  </a:lnTo>
                  <a:lnTo>
                    <a:pt x="7915364" y="48639"/>
                  </a:lnTo>
                  <a:lnTo>
                    <a:pt x="7915509" y="48639"/>
                  </a:lnTo>
                  <a:lnTo>
                    <a:pt x="7915655" y="48639"/>
                  </a:lnTo>
                  <a:lnTo>
                    <a:pt x="7915800" y="48639"/>
                  </a:lnTo>
                  <a:lnTo>
                    <a:pt x="7915945" y="48639"/>
                  </a:lnTo>
                  <a:lnTo>
                    <a:pt x="7916091" y="48639"/>
                  </a:lnTo>
                  <a:lnTo>
                    <a:pt x="7916236" y="48639"/>
                  </a:lnTo>
                  <a:lnTo>
                    <a:pt x="7916382" y="48639"/>
                  </a:lnTo>
                  <a:lnTo>
                    <a:pt x="7916527" y="48639"/>
                  </a:lnTo>
                  <a:lnTo>
                    <a:pt x="7916673" y="48639"/>
                  </a:lnTo>
                  <a:lnTo>
                    <a:pt x="7916818" y="48639"/>
                  </a:lnTo>
                  <a:lnTo>
                    <a:pt x="7916963" y="48639"/>
                  </a:lnTo>
                  <a:lnTo>
                    <a:pt x="7917109" y="48639"/>
                  </a:lnTo>
                  <a:lnTo>
                    <a:pt x="7917254" y="48639"/>
                  </a:lnTo>
                  <a:lnTo>
                    <a:pt x="7917400" y="48639"/>
                  </a:lnTo>
                  <a:lnTo>
                    <a:pt x="7917545" y="48639"/>
                  </a:lnTo>
                  <a:lnTo>
                    <a:pt x="7917545" y="48015"/>
                  </a:lnTo>
                  <a:lnTo>
                    <a:pt x="7917691" y="48015"/>
                  </a:lnTo>
                  <a:lnTo>
                    <a:pt x="7917836" y="48015"/>
                  </a:lnTo>
                  <a:lnTo>
                    <a:pt x="7917981" y="48015"/>
                  </a:lnTo>
                  <a:lnTo>
                    <a:pt x="7918127" y="48015"/>
                  </a:lnTo>
                  <a:lnTo>
                    <a:pt x="7918272" y="48015"/>
                  </a:lnTo>
                  <a:lnTo>
                    <a:pt x="7918418" y="48015"/>
                  </a:lnTo>
                  <a:lnTo>
                    <a:pt x="7918563" y="48015"/>
                  </a:lnTo>
                  <a:lnTo>
                    <a:pt x="7918709" y="48015"/>
                  </a:lnTo>
                  <a:lnTo>
                    <a:pt x="7918854" y="48015"/>
                  </a:lnTo>
                  <a:lnTo>
                    <a:pt x="7918999" y="48015"/>
                  </a:lnTo>
                  <a:lnTo>
                    <a:pt x="7919145" y="48015"/>
                  </a:lnTo>
                  <a:lnTo>
                    <a:pt x="7919290" y="48015"/>
                  </a:lnTo>
                  <a:lnTo>
                    <a:pt x="7919436" y="48015"/>
                  </a:lnTo>
                  <a:lnTo>
                    <a:pt x="7919581" y="48015"/>
                  </a:lnTo>
                  <a:lnTo>
                    <a:pt x="7919726" y="48015"/>
                  </a:lnTo>
                  <a:lnTo>
                    <a:pt x="7919872" y="48015"/>
                  </a:lnTo>
                  <a:lnTo>
                    <a:pt x="7920017" y="48015"/>
                  </a:lnTo>
                  <a:lnTo>
                    <a:pt x="7920163" y="48015"/>
                  </a:lnTo>
                  <a:lnTo>
                    <a:pt x="7920308" y="48015"/>
                  </a:lnTo>
                  <a:lnTo>
                    <a:pt x="7920454" y="48015"/>
                  </a:lnTo>
                  <a:lnTo>
                    <a:pt x="7920599" y="48015"/>
                  </a:lnTo>
                  <a:lnTo>
                    <a:pt x="7920744" y="48015"/>
                  </a:lnTo>
                  <a:lnTo>
                    <a:pt x="7920890" y="48015"/>
                  </a:lnTo>
                  <a:lnTo>
                    <a:pt x="7921035" y="48015"/>
                  </a:lnTo>
                  <a:lnTo>
                    <a:pt x="7921181" y="48015"/>
                  </a:lnTo>
                  <a:lnTo>
                    <a:pt x="7921326" y="48015"/>
                  </a:lnTo>
                  <a:lnTo>
                    <a:pt x="7921472" y="48015"/>
                  </a:lnTo>
                  <a:lnTo>
                    <a:pt x="7921617" y="48015"/>
                  </a:lnTo>
                  <a:lnTo>
                    <a:pt x="7921762" y="48015"/>
                  </a:lnTo>
                  <a:lnTo>
                    <a:pt x="7921908" y="48015"/>
                  </a:lnTo>
                  <a:lnTo>
                    <a:pt x="7922053" y="48015"/>
                  </a:lnTo>
                  <a:lnTo>
                    <a:pt x="7922199" y="48015"/>
                  </a:lnTo>
                  <a:lnTo>
                    <a:pt x="7922344" y="48015"/>
                  </a:lnTo>
                  <a:lnTo>
                    <a:pt x="7922490" y="48015"/>
                  </a:lnTo>
                  <a:lnTo>
                    <a:pt x="7922635" y="48015"/>
                  </a:lnTo>
                  <a:lnTo>
                    <a:pt x="7922780" y="48015"/>
                  </a:lnTo>
                  <a:lnTo>
                    <a:pt x="7922926" y="48015"/>
                  </a:lnTo>
                  <a:lnTo>
                    <a:pt x="7923071" y="48015"/>
                  </a:lnTo>
                  <a:lnTo>
                    <a:pt x="7923217" y="48015"/>
                  </a:lnTo>
                  <a:lnTo>
                    <a:pt x="7923362" y="48015"/>
                  </a:lnTo>
                  <a:lnTo>
                    <a:pt x="7923508" y="48015"/>
                  </a:lnTo>
                  <a:lnTo>
                    <a:pt x="7923653" y="48015"/>
                  </a:lnTo>
                  <a:lnTo>
                    <a:pt x="7923798" y="48015"/>
                  </a:lnTo>
                  <a:lnTo>
                    <a:pt x="7923944" y="48015"/>
                  </a:lnTo>
                  <a:lnTo>
                    <a:pt x="7924089" y="48015"/>
                  </a:lnTo>
                  <a:lnTo>
                    <a:pt x="7924235" y="48015"/>
                  </a:lnTo>
                  <a:lnTo>
                    <a:pt x="7924380" y="48015"/>
                  </a:lnTo>
                  <a:lnTo>
                    <a:pt x="7924526" y="48015"/>
                  </a:lnTo>
                  <a:lnTo>
                    <a:pt x="7924671" y="48015"/>
                  </a:lnTo>
                  <a:lnTo>
                    <a:pt x="7924816" y="48015"/>
                  </a:lnTo>
                  <a:lnTo>
                    <a:pt x="7924962" y="48015"/>
                  </a:lnTo>
                  <a:lnTo>
                    <a:pt x="7925107" y="48015"/>
                  </a:lnTo>
                  <a:lnTo>
                    <a:pt x="7925253" y="48015"/>
                  </a:lnTo>
                  <a:lnTo>
                    <a:pt x="7925398" y="48015"/>
                  </a:lnTo>
                  <a:lnTo>
                    <a:pt x="7925544" y="48015"/>
                  </a:lnTo>
                  <a:lnTo>
                    <a:pt x="7925689" y="48015"/>
                  </a:lnTo>
                  <a:lnTo>
                    <a:pt x="7925834" y="48015"/>
                  </a:lnTo>
                  <a:lnTo>
                    <a:pt x="7925980" y="48015"/>
                  </a:lnTo>
                  <a:lnTo>
                    <a:pt x="7926125" y="48015"/>
                  </a:lnTo>
                  <a:lnTo>
                    <a:pt x="7926271" y="48015"/>
                  </a:lnTo>
                  <a:lnTo>
                    <a:pt x="7926416" y="48015"/>
                  </a:lnTo>
                  <a:lnTo>
                    <a:pt x="7926561" y="48015"/>
                  </a:lnTo>
                  <a:lnTo>
                    <a:pt x="7926561" y="47392"/>
                  </a:lnTo>
                  <a:lnTo>
                    <a:pt x="7926707" y="47392"/>
                  </a:lnTo>
                  <a:lnTo>
                    <a:pt x="7926852" y="47392"/>
                  </a:lnTo>
                  <a:lnTo>
                    <a:pt x="7926998" y="47392"/>
                  </a:lnTo>
                  <a:lnTo>
                    <a:pt x="7927143" y="47392"/>
                  </a:lnTo>
                  <a:lnTo>
                    <a:pt x="7927289" y="47392"/>
                  </a:lnTo>
                  <a:lnTo>
                    <a:pt x="7927434" y="47392"/>
                  </a:lnTo>
                  <a:lnTo>
                    <a:pt x="7927579" y="47392"/>
                  </a:lnTo>
                  <a:lnTo>
                    <a:pt x="7927725" y="47392"/>
                  </a:lnTo>
                  <a:lnTo>
                    <a:pt x="7927870" y="47392"/>
                  </a:lnTo>
                  <a:lnTo>
                    <a:pt x="7928016" y="47392"/>
                  </a:lnTo>
                  <a:lnTo>
                    <a:pt x="7928161" y="47392"/>
                  </a:lnTo>
                  <a:lnTo>
                    <a:pt x="7928307" y="47392"/>
                  </a:lnTo>
                  <a:lnTo>
                    <a:pt x="7928452" y="47392"/>
                  </a:lnTo>
                  <a:lnTo>
                    <a:pt x="7928597" y="47392"/>
                  </a:lnTo>
                  <a:lnTo>
                    <a:pt x="7928743" y="47392"/>
                  </a:lnTo>
                  <a:lnTo>
                    <a:pt x="7928888" y="47392"/>
                  </a:lnTo>
                  <a:lnTo>
                    <a:pt x="7929034" y="47392"/>
                  </a:lnTo>
                  <a:lnTo>
                    <a:pt x="7929179" y="47392"/>
                  </a:lnTo>
                  <a:lnTo>
                    <a:pt x="7929325" y="47392"/>
                  </a:lnTo>
                  <a:lnTo>
                    <a:pt x="7929470" y="47392"/>
                  </a:lnTo>
                  <a:lnTo>
                    <a:pt x="7929615" y="47392"/>
                  </a:lnTo>
                  <a:lnTo>
                    <a:pt x="7929761" y="47392"/>
                  </a:lnTo>
                  <a:lnTo>
                    <a:pt x="7929906" y="47392"/>
                  </a:lnTo>
                  <a:lnTo>
                    <a:pt x="7930052" y="47392"/>
                  </a:lnTo>
                  <a:lnTo>
                    <a:pt x="7930197" y="47392"/>
                  </a:lnTo>
                  <a:lnTo>
                    <a:pt x="7930343" y="47392"/>
                  </a:lnTo>
                  <a:lnTo>
                    <a:pt x="7930488" y="47392"/>
                  </a:lnTo>
                  <a:lnTo>
                    <a:pt x="7930633" y="47392"/>
                  </a:lnTo>
                  <a:lnTo>
                    <a:pt x="7930779" y="47392"/>
                  </a:lnTo>
                  <a:lnTo>
                    <a:pt x="7930924" y="47392"/>
                  </a:lnTo>
                  <a:lnTo>
                    <a:pt x="7931070" y="47392"/>
                  </a:lnTo>
                  <a:lnTo>
                    <a:pt x="7931215" y="47392"/>
                  </a:lnTo>
                  <a:lnTo>
                    <a:pt x="7931361" y="47392"/>
                  </a:lnTo>
                  <a:lnTo>
                    <a:pt x="7931506" y="47392"/>
                  </a:lnTo>
                  <a:lnTo>
                    <a:pt x="7931651" y="47392"/>
                  </a:lnTo>
                  <a:lnTo>
                    <a:pt x="7931797" y="47392"/>
                  </a:lnTo>
                  <a:lnTo>
                    <a:pt x="7931942" y="47392"/>
                  </a:lnTo>
                  <a:lnTo>
                    <a:pt x="7932088" y="47392"/>
                  </a:lnTo>
                  <a:lnTo>
                    <a:pt x="7932233" y="47392"/>
                  </a:lnTo>
                  <a:lnTo>
                    <a:pt x="7932379" y="47392"/>
                  </a:lnTo>
                  <a:lnTo>
                    <a:pt x="7932379" y="46768"/>
                  </a:lnTo>
                  <a:lnTo>
                    <a:pt x="7932524" y="46768"/>
                  </a:lnTo>
                  <a:lnTo>
                    <a:pt x="7932669" y="46768"/>
                  </a:lnTo>
                  <a:lnTo>
                    <a:pt x="7932815" y="46768"/>
                  </a:lnTo>
                  <a:lnTo>
                    <a:pt x="7932960" y="46768"/>
                  </a:lnTo>
                  <a:lnTo>
                    <a:pt x="7933106" y="46768"/>
                  </a:lnTo>
                  <a:lnTo>
                    <a:pt x="7933251" y="46768"/>
                  </a:lnTo>
                  <a:lnTo>
                    <a:pt x="7933396" y="46768"/>
                  </a:lnTo>
                  <a:lnTo>
                    <a:pt x="7933542" y="46768"/>
                  </a:lnTo>
                  <a:lnTo>
                    <a:pt x="7933687" y="46768"/>
                  </a:lnTo>
                  <a:lnTo>
                    <a:pt x="7933833" y="46768"/>
                  </a:lnTo>
                  <a:lnTo>
                    <a:pt x="7933978" y="46768"/>
                  </a:lnTo>
                  <a:lnTo>
                    <a:pt x="7934124" y="46768"/>
                  </a:lnTo>
                  <a:lnTo>
                    <a:pt x="7934269" y="46768"/>
                  </a:lnTo>
                  <a:lnTo>
                    <a:pt x="7934414" y="46768"/>
                  </a:lnTo>
                  <a:lnTo>
                    <a:pt x="7934560" y="46768"/>
                  </a:lnTo>
                  <a:lnTo>
                    <a:pt x="7934705" y="46768"/>
                  </a:lnTo>
                  <a:lnTo>
                    <a:pt x="7934851" y="46768"/>
                  </a:lnTo>
                  <a:lnTo>
                    <a:pt x="7934996" y="46768"/>
                  </a:lnTo>
                  <a:lnTo>
                    <a:pt x="7935142" y="46768"/>
                  </a:lnTo>
                  <a:lnTo>
                    <a:pt x="7935287" y="46768"/>
                  </a:lnTo>
                  <a:lnTo>
                    <a:pt x="7935432" y="46768"/>
                  </a:lnTo>
                  <a:lnTo>
                    <a:pt x="7935578" y="46768"/>
                  </a:lnTo>
                  <a:lnTo>
                    <a:pt x="7935723" y="46768"/>
                  </a:lnTo>
                  <a:lnTo>
                    <a:pt x="7935869" y="46768"/>
                  </a:lnTo>
                  <a:lnTo>
                    <a:pt x="7936014" y="46768"/>
                  </a:lnTo>
                  <a:lnTo>
                    <a:pt x="7936160" y="46768"/>
                  </a:lnTo>
                  <a:lnTo>
                    <a:pt x="7936305" y="46768"/>
                  </a:lnTo>
                  <a:lnTo>
                    <a:pt x="7936450" y="46768"/>
                  </a:lnTo>
                  <a:lnTo>
                    <a:pt x="7936596" y="46768"/>
                  </a:lnTo>
                  <a:lnTo>
                    <a:pt x="7936741" y="46768"/>
                  </a:lnTo>
                  <a:lnTo>
                    <a:pt x="7936887" y="46768"/>
                  </a:lnTo>
                  <a:lnTo>
                    <a:pt x="7937032" y="46768"/>
                  </a:lnTo>
                  <a:lnTo>
                    <a:pt x="7937178" y="46768"/>
                  </a:lnTo>
                  <a:lnTo>
                    <a:pt x="7937323" y="46768"/>
                  </a:lnTo>
                  <a:lnTo>
                    <a:pt x="7937468" y="46768"/>
                  </a:lnTo>
                  <a:lnTo>
                    <a:pt x="7937614" y="46768"/>
                  </a:lnTo>
                  <a:lnTo>
                    <a:pt x="7937759" y="46768"/>
                  </a:lnTo>
                  <a:lnTo>
                    <a:pt x="7937905" y="46768"/>
                  </a:lnTo>
                  <a:lnTo>
                    <a:pt x="7938050" y="46768"/>
                  </a:lnTo>
                  <a:lnTo>
                    <a:pt x="7938196" y="46768"/>
                  </a:lnTo>
                  <a:lnTo>
                    <a:pt x="7938341" y="46768"/>
                  </a:lnTo>
                  <a:lnTo>
                    <a:pt x="7938486" y="46768"/>
                  </a:lnTo>
                  <a:lnTo>
                    <a:pt x="7938632" y="46768"/>
                  </a:lnTo>
                  <a:lnTo>
                    <a:pt x="7938777" y="46768"/>
                  </a:lnTo>
                  <a:lnTo>
                    <a:pt x="7938923" y="46768"/>
                  </a:lnTo>
                  <a:lnTo>
                    <a:pt x="7939068" y="46768"/>
                  </a:lnTo>
                  <a:lnTo>
                    <a:pt x="7939214" y="46768"/>
                  </a:lnTo>
                  <a:lnTo>
                    <a:pt x="7939359" y="46768"/>
                  </a:lnTo>
                  <a:lnTo>
                    <a:pt x="7939504" y="46768"/>
                  </a:lnTo>
                  <a:lnTo>
                    <a:pt x="7939650" y="46768"/>
                  </a:lnTo>
                  <a:lnTo>
                    <a:pt x="7939795" y="46768"/>
                  </a:lnTo>
                  <a:lnTo>
                    <a:pt x="7939941" y="46768"/>
                  </a:lnTo>
                  <a:lnTo>
                    <a:pt x="7940086" y="46768"/>
                  </a:lnTo>
                  <a:lnTo>
                    <a:pt x="7940231" y="46768"/>
                  </a:lnTo>
                  <a:lnTo>
                    <a:pt x="7940377" y="46768"/>
                  </a:lnTo>
                  <a:lnTo>
                    <a:pt x="7940377" y="46145"/>
                  </a:lnTo>
                  <a:lnTo>
                    <a:pt x="7940522" y="46145"/>
                  </a:lnTo>
                  <a:lnTo>
                    <a:pt x="7940668" y="46145"/>
                  </a:lnTo>
                  <a:lnTo>
                    <a:pt x="7940813" y="46145"/>
                  </a:lnTo>
                  <a:lnTo>
                    <a:pt x="7940959" y="46145"/>
                  </a:lnTo>
                  <a:lnTo>
                    <a:pt x="7941104" y="46145"/>
                  </a:lnTo>
                  <a:lnTo>
                    <a:pt x="7941249" y="46145"/>
                  </a:lnTo>
                  <a:lnTo>
                    <a:pt x="7941395" y="46145"/>
                  </a:lnTo>
                  <a:lnTo>
                    <a:pt x="7941540" y="46145"/>
                  </a:lnTo>
                  <a:lnTo>
                    <a:pt x="7941686" y="46145"/>
                  </a:lnTo>
                  <a:lnTo>
                    <a:pt x="7941831" y="46145"/>
                  </a:lnTo>
                  <a:lnTo>
                    <a:pt x="7941977" y="46145"/>
                  </a:lnTo>
                  <a:lnTo>
                    <a:pt x="7942122" y="46145"/>
                  </a:lnTo>
                  <a:lnTo>
                    <a:pt x="7942267" y="46145"/>
                  </a:lnTo>
                  <a:lnTo>
                    <a:pt x="7942413" y="46145"/>
                  </a:lnTo>
                  <a:lnTo>
                    <a:pt x="7942558" y="46145"/>
                  </a:lnTo>
                  <a:lnTo>
                    <a:pt x="7942704" y="46145"/>
                  </a:lnTo>
                  <a:lnTo>
                    <a:pt x="7942849" y="46145"/>
                  </a:lnTo>
                  <a:lnTo>
                    <a:pt x="7942995" y="46145"/>
                  </a:lnTo>
                  <a:lnTo>
                    <a:pt x="7943140" y="46145"/>
                  </a:lnTo>
                  <a:lnTo>
                    <a:pt x="7943285" y="46145"/>
                  </a:lnTo>
                  <a:lnTo>
                    <a:pt x="7943431" y="46145"/>
                  </a:lnTo>
                  <a:lnTo>
                    <a:pt x="7943576" y="46145"/>
                  </a:lnTo>
                  <a:lnTo>
                    <a:pt x="7943722" y="46145"/>
                  </a:lnTo>
                  <a:lnTo>
                    <a:pt x="7943867" y="46145"/>
                  </a:lnTo>
                  <a:lnTo>
                    <a:pt x="7944013" y="46145"/>
                  </a:lnTo>
                  <a:lnTo>
                    <a:pt x="7944158" y="46145"/>
                  </a:lnTo>
                  <a:lnTo>
                    <a:pt x="7944303" y="46145"/>
                  </a:lnTo>
                  <a:lnTo>
                    <a:pt x="7944449" y="46145"/>
                  </a:lnTo>
                  <a:lnTo>
                    <a:pt x="7944594" y="46145"/>
                  </a:lnTo>
                  <a:lnTo>
                    <a:pt x="7944740" y="46145"/>
                  </a:lnTo>
                  <a:lnTo>
                    <a:pt x="7944885" y="46145"/>
                  </a:lnTo>
                  <a:lnTo>
                    <a:pt x="7945031" y="46145"/>
                  </a:lnTo>
                  <a:lnTo>
                    <a:pt x="7945176" y="46145"/>
                  </a:lnTo>
                  <a:lnTo>
                    <a:pt x="7945321" y="46145"/>
                  </a:lnTo>
                  <a:lnTo>
                    <a:pt x="7945467" y="46145"/>
                  </a:lnTo>
                  <a:lnTo>
                    <a:pt x="7945612" y="46145"/>
                  </a:lnTo>
                  <a:lnTo>
                    <a:pt x="7945758" y="46145"/>
                  </a:lnTo>
                  <a:lnTo>
                    <a:pt x="7945903" y="46145"/>
                  </a:lnTo>
                  <a:lnTo>
                    <a:pt x="7946049" y="46145"/>
                  </a:lnTo>
                  <a:lnTo>
                    <a:pt x="7946194" y="46145"/>
                  </a:lnTo>
                  <a:lnTo>
                    <a:pt x="7946339" y="46145"/>
                  </a:lnTo>
                  <a:lnTo>
                    <a:pt x="7946485" y="46145"/>
                  </a:lnTo>
                  <a:lnTo>
                    <a:pt x="7946630" y="46145"/>
                  </a:lnTo>
                  <a:lnTo>
                    <a:pt x="7946776" y="46145"/>
                  </a:lnTo>
                  <a:lnTo>
                    <a:pt x="7946921" y="46145"/>
                  </a:lnTo>
                  <a:lnTo>
                    <a:pt x="7947066" y="46145"/>
                  </a:lnTo>
                  <a:lnTo>
                    <a:pt x="7947212" y="46145"/>
                  </a:lnTo>
                  <a:lnTo>
                    <a:pt x="7947357" y="46145"/>
                  </a:lnTo>
                  <a:lnTo>
                    <a:pt x="7947503" y="46145"/>
                  </a:lnTo>
                  <a:lnTo>
                    <a:pt x="7947648" y="46145"/>
                  </a:lnTo>
                  <a:lnTo>
                    <a:pt x="7947794" y="46145"/>
                  </a:lnTo>
                  <a:lnTo>
                    <a:pt x="7947939" y="46145"/>
                  </a:lnTo>
                  <a:lnTo>
                    <a:pt x="7948084" y="46145"/>
                  </a:lnTo>
                  <a:lnTo>
                    <a:pt x="7948230" y="46145"/>
                  </a:lnTo>
                  <a:lnTo>
                    <a:pt x="7948230" y="45521"/>
                  </a:lnTo>
                  <a:lnTo>
                    <a:pt x="7948375" y="45521"/>
                  </a:lnTo>
                  <a:lnTo>
                    <a:pt x="7948521" y="45521"/>
                  </a:lnTo>
                  <a:lnTo>
                    <a:pt x="7948666" y="45521"/>
                  </a:lnTo>
                  <a:lnTo>
                    <a:pt x="7948812" y="45521"/>
                  </a:lnTo>
                  <a:lnTo>
                    <a:pt x="7948957" y="45521"/>
                  </a:lnTo>
                  <a:lnTo>
                    <a:pt x="7949102" y="45521"/>
                  </a:lnTo>
                  <a:lnTo>
                    <a:pt x="7949248" y="45521"/>
                  </a:lnTo>
                  <a:lnTo>
                    <a:pt x="7949393" y="45521"/>
                  </a:lnTo>
                  <a:lnTo>
                    <a:pt x="7949539" y="45521"/>
                  </a:lnTo>
                  <a:lnTo>
                    <a:pt x="7949684" y="45521"/>
                  </a:lnTo>
                  <a:lnTo>
                    <a:pt x="7949830" y="45521"/>
                  </a:lnTo>
                  <a:lnTo>
                    <a:pt x="7949975" y="45521"/>
                  </a:lnTo>
                  <a:lnTo>
                    <a:pt x="7950120" y="45521"/>
                  </a:lnTo>
                  <a:lnTo>
                    <a:pt x="7950266" y="45521"/>
                  </a:lnTo>
                  <a:lnTo>
                    <a:pt x="7950411" y="45521"/>
                  </a:lnTo>
                  <a:lnTo>
                    <a:pt x="7950411" y="44897"/>
                  </a:lnTo>
                  <a:lnTo>
                    <a:pt x="7950557" y="44897"/>
                  </a:lnTo>
                  <a:lnTo>
                    <a:pt x="7950702" y="44897"/>
                  </a:lnTo>
                  <a:lnTo>
                    <a:pt x="7950848" y="44897"/>
                  </a:lnTo>
                  <a:lnTo>
                    <a:pt x="7950993" y="44897"/>
                  </a:lnTo>
                  <a:lnTo>
                    <a:pt x="7951138" y="44897"/>
                  </a:lnTo>
                  <a:lnTo>
                    <a:pt x="7951284" y="44897"/>
                  </a:lnTo>
                  <a:lnTo>
                    <a:pt x="7951429" y="44897"/>
                  </a:lnTo>
                  <a:lnTo>
                    <a:pt x="7951575" y="44897"/>
                  </a:lnTo>
                  <a:lnTo>
                    <a:pt x="7951720" y="44897"/>
                  </a:lnTo>
                  <a:lnTo>
                    <a:pt x="7951866" y="44897"/>
                  </a:lnTo>
                  <a:lnTo>
                    <a:pt x="7952011" y="44897"/>
                  </a:lnTo>
                  <a:lnTo>
                    <a:pt x="7952156" y="44897"/>
                  </a:lnTo>
                  <a:lnTo>
                    <a:pt x="7952302" y="44897"/>
                  </a:lnTo>
                  <a:lnTo>
                    <a:pt x="7952447" y="44897"/>
                  </a:lnTo>
                  <a:lnTo>
                    <a:pt x="7952593" y="44897"/>
                  </a:lnTo>
                  <a:lnTo>
                    <a:pt x="7952738" y="44897"/>
                  </a:lnTo>
                  <a:lnTo>
                    <a:pt x="7952884" y="44897"/>
                  </a:lnTo>
                  <a:lnTo>
                    <a:pt x="7953029" y="44897"/>
                  </a:lnTo>
                  <a:lnTo>
                    <a:pt x="7953174" y="44897"/>
                  </a:lnTo>
                  <a:lnTo>
                    <a:pt x="7953320" y="44897"/>
                  </a:lnTo>
                  <a:lnTo>
                    <a:pt x="7953465" y="44897"/>
                  </a:lnTo>
                  <a:lnTo>
                    <a:pt x="7953611" y="44897"/>
                  </a:lnTo>
                  <a:lnTo>
                    <a:pt x="7953756" y="44897"/>
                  </a:lnTo>
                  <a:lnTo>
                    <a:pt x="7953901" y="44897"/>
                  </a:lnTo>
                  <a:lnTo>
                    <a:pt x="7954047" y="44897"/>
                  </a:lnTo>
                  <a:lnTo>
                    <a:pt x="7954192" y="44897"/>
                  </a:lnTo>
                  <a:lnTo>
                    <a:pt x="7954338" y="44897"/>
                  </a:lnTo>
                  <a:lnTo>
                    <a:pt x="7954483" y="44897"/>
                  </a:lnTo>
                  <a:lnTo>
                    <a:pt x="7954629" y="44897"/>
                  </a:lnTo>
                  <a:lnTo>
                    <a:pt x="7954774" y="44897"/>
                  </a:lnTo>
                  <a:lnTo>
                    <a:pt x="7954919" y="44897"/>
                  </a:lnTo>
                  <a:lnTo>
                    <a:pt x="7955065" y="44897"/>
                  </a:lnTo>
                  <a:lnTo>
                    <a:pt x="7955210" y="44897"/>
                  </a:lnTo>
                  <a:lnTo>
                    <a:pt x="7955356" y="44897"/>
                  </a:lnTo>
                  <a:lnTo>
                    <a:pt x="7955501" y="44897"/>
                  </a:lnTo>
                  <a:lnTo>
                    <a:pt x="7955647" y="44897"/>
                  </a:lnTo>
                  <a:lnTo>
                    <a:pt x="7955792" y="44897"/>
                  </a:lnTo>
                  <a:lnTo>
                    <a:pt x="7955937" y="44897"/>
                  </a:lnTo>
                  <a:lnTo>
                    <a:pt x="7956083" y="44897"/>
                  </a:lnTo>
                  <a:lnTo>
                    <a:pt x="7956228" y="44897"/>
                  </a:lnTo>
                  <a:lnTo>
                    <a:pt x="7956374" y="44897"/>
                  </a:lnTo>
                  <a:lnTo>
                    <a:pt x="7956374" y="44274"/>
                  </a:lnTo>
                  <a:lnTo>
                    <a:pt x="7956519" y="44274"/>
                  </a:lnTo>
                  <a:lnTo>
                    <a:pt x="7956665" y="44274"/>
                  </a:lnTo>
                  <a:lnTo>
                    <a:pt x="7956810" y="44274"/>
                  </a:lnTo>
                  <a:lnTo>
                    <a:pt x="7956955" y="44274"/>
                  </a:lnTo>
                  <a:lnTo>
                    <a:pt x="7957101" y="44274"/>
                  </a:lnTo>
                  <a:lnTo>
                    <a:pt x="7957101" y="43650"/>
                  </a:lnTo>
                  <a:lnTo>
                    <a:pt x="7957246" y="43650"/>
                  </a:lnTo>
                  <a:lnTo>
                    <a:pt x="7957392" y="43650"/>
                  </a:lnTo>
                  <a:lnTo>
                    <a:pt x="7957537" y="43650"/>
                  </a:lnTo>
                  <a:lnTo>
                    <a:pt x="7957683" y="43650"/>
                  </a:lnTo>
                  <a:lnTo>
                    <a:pt x="7957828" y="43650"/>
                  </a:lnTo>
                  <a:lnTo>
                    <a:pt x="7957973" y="43650"/>
                  </a:lnTo>
                  <a:lnTo>
                    <a:pt x="7958119" y="43650"/>
                  </a:lnTo>
                  <a:lnTo>
                    <a:pt x="7958264" y="43650"/>
                  </a:lnTo>
                  <a:lnTo>
                    <a:pt x="7958410" y="43650"/>
                  </a:lnTo>
                  <a:lnTo>
                    <a:pt x="7958555" y="43650"/>
                  </a:lnTo>
                  <a:lnTo>
                    <a:pt x="7958701" y="43650"/>
                  </a:lnTo>
                  <a:lnTo>
                    <a:pt x="7958846" y="43650"/>
                  </a:lnTo>
                  <a:lnTo>
                    <a:pt x="7958846" y="43027"/>
                  </a:lnTo>
                  <a:lnTo>
                    <a:pt x="7958991" y="43027"/>
                  </a:lnTo>
                  <a:lnTo>
                    <a:pt x="7959137" y="43027"/>
                  </a:lnTo>
                  <a:lnTo>
                    <a:pt x="7959282" y="43027"/>
                  </a:lnTo>
                  <a:lnTo>
                    <a:pt x="7959428" y="43027"/>
                  </a:lnTo>
                  <a:lnTo>
                    <a:pt x="7959573" y="43027"/>
                  </a:lnTo>
                  <a:lnTo>
                    <a:pt x="7959719" y="43027"/>
                  </a:lnTo>
                  <a:lnTo>
                    <a:pt x="7959864" y="43027"/>
                  </a:lnTo>
                  <a:lnTo>
                    <a:pt x="7960009" y="43027"/>
                  </a:lnTo>
                  <a:lnTo>
                    <a:pt x="7960155" y="43027"/>
                  </a:lnTo>
                  <a:lnTo>
                    <a:pt x="7960300" y="43027"/>
                  </a:lnTo>
                  <a:lnTo>
                    <a:pt x="7960446" y="43027"/>
                  </a:lnTo>
                  <a:lnTo>
                    <a:pt x="7960591" y="43027"/>
                  </a:lnTo>
                  <a:lnTo>
                    <a:pt x="7960736" y="43027"/>
                  </a:lnTo>
                  <a:lnTo>
                    <a:pt x="7960882" y="43027"/>
                  </a:lnTo>
                  <a:lnTo>
                    <a:pt x="7961027" y="43027"/>
                  </a:lnTo>
                  <a:lnTo>
                    <a:pt x="7961173" y="43027"/>
                  </a:lnTo>
                  <a:lnTo>
                    <a:pt x="7961318" y="43027"/>
                  </a:lnTo>
                  <a:lnTo>
                    <a:pt x="7961464" y="43027"/>
                  </a:lnTo>
                  <a:lnTo>
                    <a:pt x="7961609" y="43027"/>
                  </a:lnTo>
                  <a:lnTo>
                    <a:pt x="7961754" y="43027"/>
                  </a:lnTo>
                  <a:lnTo>
                    <a:pt x="7961900" y="43027"/>
                  </a:lnTo>
                  <a:lnTo>
                    <a:pt x="7962045" y="43027"/>
                  </a:lnTo>
                  <a:lnTo>
                    <a:pt x="7962191" y="43027"/>
                  </a:lnTo>
                  <a:lnTo>
                    <a:pt x="7962336" y="43027"/>
                  </a:lnTo>
                  <a:lnTo>
                    <a:pt x="7962482" y="43027"/>
                  </a:lnTo>
                  <a:lnTo>
                    <a:pt x="7962627" y="43027"/>
                  </a:lnTo>
                  <a:lnTo>
                    <a:pt x="7962772" y="43027"/>
                  </a:lnTo>
                  <a:lnTo>
                    <a:pt x="7962772" y="42403"/>
                  </a:lnTo>
                  <a:lnTo>
                    <a:pt x="7962918" y="42403"/>
                  </a:lnTo>
                  <a:lnTo>
                    <a:pt x="7963063" y="42403"/>
                  </a:lnTo>
                  <a:lnTo>
                    <a:pt x="7963209" y="42403"/>
                  </a:lnTo>
                  <a:lnTo>
                    <a:pt x="7963354" y="42403"/>
                  </a:lnTo>
                  <a:lnTo>
                    <a:pt x="7963500" y="42403"/>
                  </a:lnTo>
                  <a:lnTo>
                    <a:pt x="7963645" y="42403"/>
                  </a:lnTo>
                  <a:lnTo>
                    <a:pt x="7963790" y="42403"/>
                  </a:lnTo>
                  <a:lnTo>
                    <a:pt x="7963936" y="42403"/>
                  </a:lnTo>
                  <a:lnTo>
                    <a:pt x="7964081" y="42403"/>
                  </a:lnTo>
                  <a:lnTo>
                    <a:pt x="7964227" y="42403"/>
                  </a:lnTo>
                  <a:lnTo>
                    <a:pt x="7964372" y="42403"/>
                  </a:lnTo>
                  <a:lnTo>
                    <a:pt x="7964518" y="42403"/>
                  </a:lnTo>
                  <a:lnTo>
                    <a:pt x="7964663" y="42403"/>
                  </a:lnTo>
                  <a:lnTo>
                    <a:pt x="7964808" y="42403"/>
                  </a:lnTo>
                  <a:lnTo>
                    <a:pt x="7964954" y="42403"/>
                  </a:lnTo>
                  <a:lnTo>
                    <a:pt x="7965099" y="42403"/>
                  </a:lnTo>
                  <a:lnTo>
                    <a:pt x="7965245" y="42403"/>
                  </a:lnTo>
                  <a:lnTo>
                    <a:pt x="7965390" y="42403"/>
                  </a:lnTo>
                  <a:lnTo>
                    <a:pt x="7965536" y="42403"/>
                  </a:lnTo>
                  <a:lnTo>
                    <a:pt x="7965681" y="42403"/>
                  </a:lnTo>
                  <a:lnTo>
                    <a:pt x="7965826" y="42403"/>
                  </a:lnTo>
                  <a:lnTo>
                    <a:pt x="7965972" y="42403"/>
                  </a:lnTo>
                  <a:lnTo>
                    <a:pt x="7966117" y="42403"/>
                  </a:lnTo>
                  <a:lnTo>
                    <a:pt x="7966263" y="42403"/>
                  </a:lnTo>
                  <a:lnTo>
                    <a:pt x="7966408" y="42403"/>
                  </a:lnTo>
                  <a:lnTo>
                    <a:pt x="7966554" y="42403"/>
                  </a:lnTo>
                  <a:lnTo>
                    <a:pt x="7966699" y="42403"/>
                  </a:lnTo>
                  <a:lnTo>
                    <a:pt x="7966844" y="42403"/>
                  </a:lnTo>
                  <a:lnTo>
                    <a:pt x="7966844" y="41780"/>
                  </a:lnTo>
                  <a:lnTo>
                    <a:pt x="7966990" y="41780"/>
                  </a:lnTo>
                  <a:lnTo>
                    <a:pt x="7967135" y="41780"/>
                  </a:lnTo>
                  <a:lnTo>
                    <a:pt x="7967281" y="41780"/>
                  </a:lnTo>
                  <a:lnTo>
                    <a:pt x="7967426" y="41780"/>
                  </a:lnTo>
                  <a:lnTo>
                    <a:pt x="7967571" y="41780"/>
                  </a:lnTo>
                  <a:lnTo>
                    <a:pt x="7967717" y="41780"/>
                  </a:lnTo>
                  <a:lnTo>
                    <a:pt x="7967862" y="41780"/>
                  </a:lnTo>
                  <a:lnTo>
                    <a:pt x="7968008" y="41780"/>
                  </a:lnTo>
                  <a:lnTo>
                    <a:pt x="7968153" y="41780"/>
                  </a:lnTo>
                  <a:lnTo>
                    <a:pt x="7968299" y="41780"/>
                  </a:lnTo>
                  <a:lnTo>
                    <a:pt x="7968444" y="41780"/>
                  </a:lnTo>
                  <a:lnTo>
                    <a:pt x="7968589" y="41780"/>
                  </a:lnTo>
                  <a:lnTo>
                    <a:pt x="7968735" y="41780"/>
                  </a:lnTo>
                  <a:lnTo>
                    <a:pt x="7968880" y="41780"/>
                  </a:lnTo>
                  <a:lnTo>
                    <a:pt x="7969026" y="41780"/>
                  </a:lnTo>
                  <a:lnTo>
                    <a:pt x="7969171" y="41780"/>
                  </a:lnTo>
                  <a:lnTo>
                    <a:pt x="7969317" y="41780"/>
                  </a:lnTo>
                  <a:lnTo>
                    <a:pt x="7969462" y="41780"/>
                  </a:lnTo>
                  <a:lnTo>
                    <a:pt x="7969607" y="41780"/>
                  </a:lnTo>
                  <a:lnTo>
                    <a:pt x="7969753" y="41780"/>
                  </a:lnTo>
                  <a:lnTo>
                    <a:pt x="7969898" y="41780"/>
                  </a:lnTo>
                  <a:lnTo>
                    <a:pt x="7970044" y="41780"/>
                  </a:lnTo>
                  <a:lnTo>
                    <a:pt x="7970189" y="41780"/>
                  </a:lnTo>
                  <a:lnTo>
                    <a:pt x="7970335" y="41780"/>
                  </a:lnTo>
                  <a:lnTo>
                    <a:pt x="7970480" y="41780"/>
                  </a:lnTo>
                  <a:lnTo>
                    <a:pt x="7970625" y="41780"/>
                  </a:lnTo>
                  <a:lnTo>
                    <a:pt x="7970771" y="41780"/>
                  </a:lnTo>
                  <a:lnTo>
                    <a:pt x="7970916" y="41780"/>
                  </a:lnTo>
                  <a:lnTo>
                    <a:pt x="7971062" y="41780"/>
                  </a:lnTo>
                  <a:lnTo>
                    <a:pt x="7971207" y="41780"/>
                  </a:lnTo>
                  <a:lnTo>
                    <a:pt x="7971353" y="41780"/>
                  </a:lnTo>
                  <a:lnTo>
                    <a:pt x="7971498" y="41780"/>
                  </a:lnTo>
                  <a:lnTo>
                    <a:pt x="7971643" y="41780"/>
                  </a:lnTo>
                  <a:lnTo>
                    <a:pt x="7971789" y="41780"/>
                  </a:lnTo>
                  <a:lnTo>
                    <a:pt x="7971934" y="41780"/>
                  </a:lnTo>
                  <a:lnTo>
                    <a:pt x="7972080" y="41780"/>
                  </a:lnTo>
                  <a:lnTo>
                    <a:pt x="7972225" y="41780"/>
                  </a:lnTo>
                  <a:lnTo>
                    <a:pt x="7972371" y="41780"/>
                  </a:lnTo>
                  <a:lnTo>
                    <a:pt x="7972371" y="41156"/>
                  </a:lnTo>
                  <a:lnTo>
                    <a:pt x="7972516" y="41156"/>
                  </a:lnTo>
                  <a:lnTo>
                    <a:pt x="7972661" y="41156"/>
                  </a:lnTo>
                  <a:lnTo>
                    <a:pt x="7972807" y="41156"/>
                  </a:lnTo>
                  <a:lnTo>
                    <a:pt x="7972952" y="41156"/>
                  </a:lnTo>
                  <a:lnTo>
                    <a:pt x="7973098" y="41156"/>
                  </a:lnTo>
                  <a:lnTo>
                    <a:pt x="7973243" y="41156"/>
                  </a:lnTo>
                  <a:lnTo>
                    <a:pt x="7973389" y="41156"/>
                  </a:lnTo>
                  <a:lnTo>
                    <a:pt x="7973534" y="41156"/>
                  </a:lnTo>
                  <a:lnTo>
                    <a:pt x="7973679" y="41156"/>
                  </a:lnTo>
                  <a:lnTo>
                    <a:pt x="7973825" y="41156"/>
                  </a:lnTo>
                  <a:lnTo>
                    <a:pt x="7973970" y="41156"/>
                  </a:lnTo>
                  <a:lnTo>
                    <a:pt x="7974116" y="41156"/>
                  </a:lnTo>
                  <a:lnTo>
                    <a:pt x="7974261" y="41156"/>
                  </a:lnTo>
                  <a:lnTo>
                    <a:pt x="7974406" y="41156"/>
                  </a:lnTo>
                  <a:lnTo>
                    <a:pt x="7974552" y="41156"/>
                  </a:lnTo>
                  <a:lnTo>
                    <a:pt x="7974697" y="41156"/>
                  </a:lnTo>
                  <a:lnTo>
                    <a:pt x="7974843" y="41156"/>
                  </a:lnTo>
                  <a:lnTo>
                    <a:pt x="7974988" y="41156"/>
                  </a:lnTo>
                  <a:lnTo>
                    <a:pt x="7975134" y="41156"/>
                  </a:lnTo>
                  <a:lnTo>
                    <a:pt x="7975279" y="41156"/>
                  </a:lnTo>
                  <a:lnTo>
                    <a:pt x="7975424" y="41156"/>
                  </a:lnTo>
                  <a:lnTo>
                    <a:pt x="7975570" y="41156"/>
                  </a:lnTo>
                  <a:lnTo>
                    <a:pt x="7975715" y="41156"/>
                  </a:lnTo>
                  <a:lnTo>
                    <a:pt x="7975861" y="41156"/>
                  </a:lnTo>
                  <a:lnTo>
                    <a:pt x="7976006" y="41156"/>
                  </a:lnTo>
                  <a:lnTo>
                    <a:pt x="7976152" y="41156"/>
                  </a:lnTo>
                  <a:lnTo>
                    <a:pt x="7976297" y="41156"/>
                  </a:lnTo>
                  <a:lnTo>
                    <a:pt x="7976442" y="41156"/>
                  </a:lnTo>
                  <a:lnTo>
                    <a:pt x="7976588" y="41156"/>
                  </a:lnTo>
                  <a:lnTo>
                    <a:pt x="7976733" y="41156"/>
                  </a:lnTo>
                  <a:lnTo>
                    <a:pt x="7976879" y="41156"/>
                  </a:lnTo>
                  <a:lnTo>
                    <a:pt x="7977024" y="41156"/>
                  </a:lnTo>
                  <a:lnTo>
                    <a:pt x="7977170" y="41156"/>
                  </a:lnTo>
                  <a:lnTo>
                    <a:pt x="7977315" y="41156"/>
                  </a:lnTo>
                  <a:lnTo>
                    <a:pt x="7977460" y="41156"/>
                  </a:lnTo>
                  <a:lnTo>
                    <a:pt x="7977606" y="41156"/>
                  </a:lnTo>
                  <a:lnTo>
                    <a:pt x="7977751" y="41156"/>
                  </a:lnTo>
                  <a:lnTo>
                    <a:pt x="7977897" y="41156"/>
                  </a:lnTo>
                  <a:lnTo>
                    <a:pt x="7978042" y="41156"/>
                  </a:lnTo>
                  <a:lnTo>
                    <a:pt x="7978188" y="41156"/>
                  </a:lnTo>
                  <a:lnTo>
                    <a:pt x="7978333" y="41156"/>
                  </a:lnTo>
                  <a:lnTo>
                    <a:pt x="7978478" y="41156"/>
                  </a:lnTo>
                  <a:lnTo>
                    <a:pt x="7978624" y="41156"/>
                  </a:lnTo>
                  <a:lnTo>
                    <a:pt x="7978769" y="41156"/>
                  </a:lnTo>
                  <a:lnTo>
                    <a:pt x="7978915" y="41156"/>
                  </a:lnTo>
                  <a:lnTo>
                    <a:pt x="7979060" y="41156"/>
                  </a:lnTo>
                  <a:lnTo>
                    <a:pt x="7979206" y="41156"/>
                  </a:lnTo>
                  <a:lnTo>
                    <a:pt x="7979351" y="41156"/>
                  </a:lnTo>
                  <a:lnTo>
                    <a:pt x="7979496" y="41156"/>
                  </a:lnTo>
                  <a:lnTo>
                    <a:pt x="7979642" y="41156"/>
                  </a:lnTo>
                  <a:lnTo>
                    <a:pt x="7979787" y="41156"/>
                  </a:lnTo>
                  <a:lnTo>
                    <a:pt x="7979933" y="41156"/>
                  </a:lnTo>
                  <a:lnTo>
                    <a:pt x="7980078" y="41156"/>
                  </a:lnTo>
                  <a:lnTo>
                    <a:pt x="7980224" y="41156"/>
                  </a:lnTo>
                  <a:lnTo>
                    <a:pt x="7980369" y="41156"/>
                  </a:lnTo>
                  <a:lnTo>
                    <a:pt x="7980514" y="41156"/>
                  </a:lnTo>
                  <a:lnTo>
                    <a:pt x="7980660" y="41156"/>
                  </a:lnTo>
                  <a:lnTo>
                    <a:pt x="7980805" y="41156"/>
                  </a:lnTo>
                  <a:lnTo>
                    <a:pt x="7980951" y="41156"/>
                  </a:lnTo>
                  <a:lnTo>
                    <a:pt x="7981096" y="41156"/>
                  </a:lnTo>
                  <a:lnTo>
                    <a:pt x="7981241" y="41156"/>
                  </a:lnTo>
                  <a:lnTo>
                    <a:pt x="7981387" y="41156"/>
                  </a:lnTo>
                  <a:lnTo>
                    <a:pt x="7981532" y="41156"/>
                  </a:lnTo>
                  <a:lnTo>
                    <a:pt x="7981678" y="41156"/>
                  </a:lnTo>
                  <a:lnTo>
                    <a:pt x="7981823" y="41156"/>
                  </a:lnTo>
                  <a:lnTo>
                    <a:pt x="7981969" y="41156"/>
                  </a:lnTo>
                  <a:lnTo>
                    <a:pt x="7982114" y="41156"/>
                  </a:lnTo>
                  <a:lnTo>
                    <a:pt x="7982259" y="41156"/>
                  </a:lnTo>
                  <a:lnTo>
                    <a:pt x="7982405" y="41156"/>
                  </a:lnTo>
                  <a:lnTo>
                    <a:pt x="7982550" y="41156"/>
                  </a:lnTo>
                  <a:lnTo>
                    <a:pt x="7982696" y="41156"/>
                  </a:lnTo>
                  <a:lnTo>
                    <a:pt x="7982841" y="41156"/>
                  </a:lnTo>
                  <a:lnTo>
                    <a:pt x="7982987" y="41156"/>
                  </a:lnTo>
                  <a:lnTo>
                    <a:pt x="7983132" y="41156"/>
                  </a:lnTo>
                  <a:lnTo>
                    <a:pt x="7983277" y="41156"/>
                  </a:lnTo>
                  <a:lnTo>
                    <a:pt x="7983423" y="41156"/>
                  </a:lnTo>
                  <a:lnTo>
                    <a:pt x="7983568" y="41156"/>
                  </a:lnTo>
                  <a:lnTo>
                    <a:pt x="7983714" y="41156"/>
                  </a:lnTo>
                  <a:lnTo>
                    <a:pt x="7983859" y="41156"/>
                  </a:lnTo>
                  <a:lnTo>
                    <a:pt x="7984005" y="41156"/>
                  </a:lnTo>
                  <a:lnTo>
                    <a:pt x="7984150" y="41156"/>
                  </a:lnTo>
                  <a:lnTo>
                    <a:pt x="7984295" y="41156"/>
                  </a:lnTo>
                  <a:lnTo>
                    <a:pt x="7984441" y="41156"/>
                  </a:lnTo>
                  <a:lnTo>
                    <a:pt x="7984586" y="41156"/>
                  </a:lnTo>
                  <a:lnTo>
                    <a:pt x="7984732" y="41156"/>
                  </a:lnTo>
                  <a:lnTo>
                    <a:pt x="7984877" y="41156"/>
                  </a:lnTo>
                  <a:lnTo>
                    <a:pt x="7985023" y="41156"/>
                  </a:lnTo>
                  <a:lnTo>
                    <a:pt x="7985168" y="41156"/>
                  </a:lnTo>
                  <a:lnTo>
                    <a:pt x="7985313" y="41156"/>
                  </a:lnTo>
                  <a:lnTo>
                    <a:pt x="7985459" y="41156"/>
                  </a:lnTo>
                  <a:lnTo>
                    <a:pt x="7985604" y="41156"/>
                  </a:lnTo>
                  <a:lnTo>
                    <a:pt x="7985750" y="41156"/>
                  </a:lnTo>
                  <a:lnTo>
                    <a:pt x="7985895" y="41156"/>
                  </a:lnTo>
                  <a:lnTo>
                    <a:pt x="7986041" y="41156"/>
                  </a:lnTo>
                  <a:lnTo>
                    <a:pt x="7986186" y="41156"/>
                  </a:lnTo>
                  <a:lnTo>
                    <a:pt x="7986331" y="41156"/>
                  </a:lnTo>
                  <a:lnTo>
                    <a:pt x="7986477" y="41156"/>
                  </a:lnTo>
                  <a:lnTo>
                    <a:pt x="7986622" y="41156"/>
                  </a:lnTo>
                  <a:lnTo>
                    <a:pt x="7986768" y="41156"/>
                  </a:lnTo>
                  <a:lnTo>
                    <a:pt x="7986913" y="41156"/>
                  </a:lnTo>
                  <a:lnTo>
                    <a:pt x="7987059" y="41156"/>
                  </a:lnTo>
                  <a:lnTo>
                    <a:pt x="7987204" y="41156"/>
                  </a:lnTo>
                  <a:lnTo>
                    <a:pt x="7987349" y="41156"/>
                  </a:lnTo>
                  <a:lnTo>
                    <a:pt x="7987495" y="41156"/>
                  </a:lnTo>
                  <a:lnTo>
                    <a:pt x="7987640" y="41156"/>
                  </a:lnTo>
                  <a:lnTo>
                    <a:pt x="7987786" y="41156"/>
                  </a:lnTo>
                  <a:lnTo>
                    <a:pt x="7987931" y="41156"/>
                  </a:lnTo>
                  <a:lnTo>
                    <a:pt x="7988076" y="41156"/>
                  </a:lnTo>
                  <a:lnTo>
                    <a:pt x="7988222" y="41156"/>
                  </a:lnTo>
                  <a:lnTo>
                    <a:pt x="7988367" y="41156"/>
                  </a:lnTo>
                  <a:lnTo>
                    <a:pt x="7988513" y="41156"/>
                  </a:lnTo>
                  <a:lnTo>
                    <a:pt x="7988658" y="41156"/>
                  </a:lnTo>
                  <a:lnTo>
                    <a:pt x="7988804" y="41156"/>
                  </a:lnTo>
                  <a:lnTo>
                    <a:pt x="7988949" y="41156"/>
                  </a:lnTo>
                  <a:lnTo>
                    <a:pt x="7989094" y="41156"/>
                  </a:lnTo>
                  <a:lnTo>
                    <a:pt x="7989240" y="41156"/>
                  </a:lnTo>
                  <a:lnTo>
                    <a:pt x="7989385" y="41156"/>
                  </a:lnTo>
                  <a:lnTo>
                    <a:pt x="7989531" y="41156"/>
                  </a:lnTo>
                  <a:lnTo>
                    <a:pt x="7989676" y="41156"/>
                  </a:lnTo>
                  <a:lnTo>
                    <a:pt x="7989822" y="41156"/>
                  </a:lnTo>
                  <a:lnTo>
                    <a:pt x="7989967" y="41156"/>
                  </a:lnTo>
                  <a:lnTo>
                    <a:pt x="7990112" y="41156"/>
                  </a:lnTo>
                  <a:lnTo>
                    <a:pt x="7990258" y="41156"/>
                  </a:lnTo>
                  <a:lnTo>
                    <a:pt x="7990403" y="41156"/>
                  </a:lnTo>
                  <a:lnTo>
                    <a:pt x="7990549" y="41156"/>
                  </a:lnTo>
                  <a:lnTo>
                    <a:pt x="7990694" y="41156"/>
                  </a:lnTo>
                  <a:lnTo>
                    <a:pt x="7990840" y="41156"/>
                  </a:lnTo>
                  <a:lnTo>
                    <a:pt x="7990985" y="41156"/>
                  </a:lnTo>
                  <a:lnTo>
                    <a:pt x="7991130" y="41156"/>
                  </a:lnTo>
                  <a:lnTo>
                    <a:pt x="7991276" y="41156"/>
                  </a:lnTo>
                  <a:lnTo>
                    <a:pt x="7991421" y="41156"/>
                  </a:lnTo>
                  <a:lnTo>
                    <a:pt x="7991567" y="41156"/>
                  </a:lnTo>
                  <a:lnTo>
                    <a:pt x="7991712" y="41156"/>
                  </a:lnTo>
                  <a:lnTo>
                    <a:pt x="7991858" y="41156"/>
                  </a:lnTo>
                  <a:lnTo>
                    <a:pt x="7992003" y="41156"/>
                  </a:lnTo>
                  <a:lnTo>
                    <a:pt x="7992148" y="41156"/>
                  </a:lnTo>
                  <a:lnTo>
                    <a:pt x="7992294" y="41156"/>
                  </a:lnTo>
                  <a:lnTo>
                    <a:pt x="7992439" y="41156"/>
                  </a:lnTo>
                  <a:lnTo>
                    <a:pt x="7992585" y="41156"/>
                  </a:lnTo>
                  <a:lnTo>
                    <a:pt x="7992730" y="41156"/>
                  </a:lnTo>
                  <a:lnTo>
                    <a:pt x="7992876" y="41156"/>
                  </a:lnTo>
                  <a:lnTo>
                    <a:pt x="7993021" y="41156"/>
                  </a:lnTo>
                  <a:lnTo>
                    <a:pt x="7993166" y="41156"/>
                  </a:lnTo>
                  <a:lnTo>
                    <a:pt x="7993166" y="40532"/>
                  </a:lnTo>
                  <a:lnTo>
                    <a:pt x="7993312" y="40532"/>
                  </a:lnTo>
                  <a:lnTo>
                    <a:pt x="7993457" y="40532"/>
                  </a:lnTo>
                  <a:lnTo>
                    <a:pt x="7993603" y="40532"/>
                  </a:lnTo>
                  <a:lnTo>
                    <a:pt x="7993748" y="40532"/>
                  </a:lnTo>
                  <a:lnTo>
                    <a:pt x="7993894" y="40532"/>
                  </a:lnTo>
                  <a:lnTo>
                    <a:pt x="7994039" y="40532"/>
                  </a:lnTo>
                  <a:lnTo>
                    <a:pt x="7994184" y="40532"/>
                  </a:lnTo>
                  <a:lnTo>
                    <a:pt x="7994330" y="40532"/>
                  </a:lnTo>
                  <a:lnTo>
                    <a:pt x="7994475" y="40532"/>
                  </a:lnTo>
                  <a:lnTo>
                    <a:pt x="7994621" y="40532"/>
                  </a:lnTo>
                  <a:lnTo>
                    <a:pt x="7994766" y="40532"/>
                  </a:lnTo>
                  <a:lnTo>
                    <a:pt x="7994911" y="40532"/>
                  </a:lnTo>
                  <a:lnTo>
                    <a:pt x="7995057" y="40532"/>
                  </a:lnTo>
                  <a:lnTo>
                    <a:pt x="7995202" y="40532"/>
                  </a:lnTo>
                  <a:lnTo>
                    <a:pt x="7995348" y="40532"/>
                  </a:lnTo>
                  <a:lnTo>
                    <a:pt x="7995493" y="40532"/>
                  </a:lnTo>
                  <a:lnTo>
                    <a:pt x="7995639" y="40532"/>
                  </a:lnTo>
                  <a:lnTo>
                    <a:pt x="7995784" y="40532"/>
                  </a:lnTo>
                  <a:lnTo>
                    <a:pt x="7995929" y="40532"/>
                  </a:lnTo>
                  <a:lnTo>
                    <a:pt x="7996075" y="40532"/>
                  </a:lnTo>
                  <a:lnTo>
                    <a:pt x="7996220" y="40532"/>
                  </a:lnTo>
                  <a:lnTo>
                    <a:pt x="7996366" y="40532"/>
                  </a:lnTo>
                  <a:lnTo>
                    <a:pt x="7996511" y="40532"/>
                  </a:lnTo>
                  <a:lnTo>
                    <a:pt x="7996657" y="40532"/>
                  </a:lnTo>
                  <a:lnTo>
                    <a:pt x="7996802" y="40532"/>
                  </a:lnTo>
                  <a:lnTo>
                    <a:pt x="7996947" y="40532"/>
                  </a:lnTo>
                  <a:lnTo>
                    <a:pt x="7997093" y="40532"/>
                  </a:lnTo>
                  <a:lnTo>
                    <a:pt x="7997238" y="40532"/>
                  </a:lnTo>
                  <a:lnTo>
                    <a:pt x="7997384" y="40532"/>
                  </a:lnTo>
                  <a:lnTo>
                    <a:pt x="7997529" y="40532"/>
                  </a:lnTo>
                  <a:lnTo>
                    <a:pt x="7997675" y="40532"/>
                  </a:lnTo>
                  <a:lnTo>
                    <a:pt x="7997820" y="40532"/>
                  </a:lnTo>
                  <a:lnTo>
                    <a:pt x="7997965" y="40532"/>
                  </a:lnTo>
                  <a:lnTo>
                    <a:pt x="7998111" y="40532"/>
                  </a:lnTo>
                  <a:lnTo>
                    <a:pt x="7998256" y="40532"/>
                  </a:lnTo>
                  <a:lnTo>
                    <a:pt x="7998402" y="40532"/>
                  </a:lnTo>
                  <a:lnTo>
                    <a:pt x="7998547" y="40532"/>
                  </a:lnTo>
                  <a:lnTo>
                    <a:pt x="7998693" y="40532"/>
                  </a:lnTo>
                  <a:lnTo>
                    <a:pt x="7998838" y="40532"/>
                  </a:lnTo>
                  <a:lnTo>
                    <a:pt x="7998983" y="40532"/>
                  </a:lnTo>
                  <a:lnTo>
                    <a:pt x="7999129" y="40532"/>
                  </a:lnTo>
                  <a:lnTo>
                    <a:pt x="7999274" y="40532"/>
                  </a:lnTo>
                  <a:lnTo>
                    <a:pt x="7999420" y="40532"/>
                  </a:lnTo>
                  <a:lnTo>
                    <a:pt x="7999420" y="39909"/>
                  </a:lnTo>
                  <a:lnTo>
                    <a:pt x="7999565" y="39909"/>
                  </a:lnTo>
                  <a:lnTo>
                    <a:pt x="7999711" y="39909"/>
                  </a:lnTo>
                  <a:lnTo>
                    <a:pt x="7999856" y="39909"/>
                  </a:lnTo>
                  <a:lnTo>
                    <a:pt x="8000001" y="39909"/>
                  </a:lnTo>
                  <a:lnTo>
                    <a:pt x="8000147" y="39909"/>
                  </a:lnTo>
                  <a:lnTo>
                    <a:pt x="8000292" y="39909"/>
                  </a:lnTo>
                  <a:lnTo>
                    <a:pt x="8000438" y="39909"/>
                  </a:lnTo>
                  <a:lnTo>
                    <a:pt x="8000583" y="39909"/>
                  </a:lnTo>
                  <a:lnTo>
                    <a:pt x="8000728" y="39909"/>
                  </a:lnTo>
                  <a:lnTo>
                    <a:pt x="8000874" y="39909"/>
                  </a:lnTo>
                  <a:lnTo>
                    <a:pt x="8001019" y="39909"/>
                  </a:lnTo>
                  <a:lnTo>
                    <a:pt x="8001165" y="39909"/>
                  </a:lnTo>
                  <a:lnTo>
                    <a:pt x="8001310" y="39909"/>
                  </a:lnTo>
                  <a:lnTo>
                    <a:pt x="8001456" y="39909"/>
                  </a:lnTo>
                  <a:lnTo>
                    <a:pt x="8001601" y="39909"/>
                  </a:lnTo>
                  <a:lnTo>
                    <a:pt x="8001746" y="39909"/>
                  </a:lnTo>
                  <a:lnTo>
                    <a:pt x="8001892" y="39909"/>
                  </a:lnTo>
                  <a:lnTo>
                    <a:pt x="8002037" y="39909"/>
                  </a:lnTo>
                  <a:lnTo>
                    <a:pt x="8002183" y="39909"/>
                  </a:lnTo>
                  <a:lnTo>
                    <a:pt x="8002328" y="39909"/>
                  </a:lnTo>
                  <a:lnTo>
                    <a:pt x="8002474" y="39909"/>
                  </a:lnTo>
                  <a:lnTo>
                    <a:pt x="8002619" y="39909"/>
                  </a:lnTo>
                  <a:lnTo>
                    <a:pt x="8002764" y="39909"/>
                  </a:lnTo>
                  <a:lnTo>
                    <a:pt x="8002910" y="39909"/>
                  </a:lnTo>
                  <a:lnTo>
                    <a:pt x="8003055" y="39909"/>
                  </a:lnTo>
                  <a:lnTo>
                    <a:pt x="8003055" y="39285"/>
                  </a:lnTo>
                  <a:lnTo>
                    <a:pt x="8003201" y="39285"/>
                  </a:lnTo>
                  <a:lnTo>
                    <a:pt x="8003346" y="39285"/>
                  </a:lnTo>
                  <a:lnTo>
                    <a:pt x="8003492" y="39285"/>
                  </a:lnTo>
                  <a:lnTo>
                    <a:pt x="8003637" y="39285"/>
                  </a:lnTo>
                  <a:lnTo>
                    <a:pt x="8003782" y="39285"/>
                  </a:lnTo>
                  <a:lnTo>
                    <a:pt x="8003928" y="39285"/>
                  </a:lnTo>
                  <a:lnTo>
                    <a:pt x="8004073" y="39285"/>
                  </a:lnTo>
                  <a:lnTo>
                    <a:pt x="8004219" y="39285"/>
                  </a:lnTo>
                  <a:lnTo>
                    <a:pt x="8004364" y="39285"/>
                  </a:lnTo>
                  <a:lnTo>
                    <a:pt x="8004510" y="39285"/>
                  </a:lnTo>
                  <a:lnTo>
                    <a:pt x="8004655" y="39285"/>
                  </a:lnTo>
                  <a:lnTo>
                    <a:pt x="8004800" y="39285"/>
                  </a:lnTo>
                  <a:lnTo>
                    <a:pt x="8004946" y="39285"/>
                  </a:lnTo>
                  <a:lnTo>
                    <a:pt x="8005091" y="39285"/>
                  </a:lnTo>
                  <a:lnTo>
                    <a:pt x="8005091" y="38662"/>
                  </a:lnTo>
                  <a:lnTo>
                    <a:pt x="8005237" y="38662"/>
                  </a:lnTo>
                  <a:lnTo>
                    <a:pt x="8005382" y="38662"/>
                  </a:lnTo>
                  <a:lnTo>
                    <a:pt x="8005528" y="38662"/>
                  </a:lnTo>
                  <a:lnTo>
                    <a:pt x="8005673" y="38662"/>
                  </a:lnTo>
                  <a:lnTo>
                    <a:pt x="8005818" y="38662"/>
                  </a:lnTo>
                  <a:lnTo>
                    <a:pt x="8005964" y="38662"/>
                  </a:lnTo>
                  <a:lnTo>
                    <a:pt x="8006109" y="38662"/>
                  </a:lnTo>
                  <a:lnTo>
                    <a:pt x="8006255" y="38662"/>
                  </a:lnTo>
                  <a:lnTo>
                    <a:pt x="8006400" y="38662"/>
                  </a:lnTo>
                  <a:lnTo>
                    <a:pt x="8006546" y="38662"/>
                  </a:lnTo>
                  <a:lnTo>
                    <a:pt x="8006691" y="38662"/>
                  </a:lnTo>
                  <a:lnTo>
                    <a:pt x="8006836" y="38662"/>
                  </a:lnTo>
                  <a:lnTo>
                    <a:pt x="8006982" y="38662"/>
                  </a:lnTo>
                  <a:lnTo>
                    <a:pt x="8007127" y="38662"/>
                  </a:lnTo>
                  <a:lnTo>
                    <a:pt x="8007273" y="38662"/>
                  </a:lnTo>
                  <a:lnTo>
                    <a:pt x="8007418" y="38662"/>
                  </a:lnTo>
                  <a:lnTo>
                    <a:pt x="8007563" y="38662"/>
                  </a:lnTo>
                  <a:lnTo>
                    <a:pt x="8007709" y="38662"/>
                  </a:lnTo>
                  <a:lnTo>
                    <a:pt x="8007854" y="38662"/>
                  </a:lnTo>
                  <a:lnTo>
                    <a:pt x="8008000" y="38662"/>
                  </a:lnTo>
                  <a:lnTo>
                    <a:pt x="8008145" y="38662"/>
                  </a:lnTo>
                  <a:lnTo>
                    <a:pt x="8008291" y="38662"/>
                  </a:lnTo>
                  <a:lnTo>
                    <a:pt x="8008436" y="38662"/>
                  </a:lnTo>
                  <a:lnTo>
                    <a:pt x="8008581" y="38662"/>
                  </a:lnTo>
                  <a:lnTo>
                    <a:pt x="8008727" y="38662"/>
                  </a:lnTo>
                  <a:lnTo>
                    <a:pt x="8008872" y="38662"/>
                  </a:lnTo>
                  <a:lnTo>
                    <a:pt x="8009018" y="38662"/>
                  </a:lnTo>
                  <a:lnTo>
                    <a:pt x="8009163" y="38662"/>
                  </a:lnTo>
                  <a:lnTo>
                    <a:pt x="8009309" y="38662"/>
                  </a:lnTo>
                  <a:lnTo>
                    <a:pt x="8009454" y="38662"/>
                  </a:lnTo>
                  <a:lnTo>
                    <a:pt x="8009599" y="38662"/>
                  </a:lnTo>
                  <a:lnTo>
                    <a:pt x="8009745" y="38662"/>
                  </a:lnTo>
                  <a:lnTo>
                    <a:pt x="8009890" y="38662"/>
                  </a:lnTo>
                  <a:lnTo>
                    <a:pt x="8010036" y="38662"/>
                  </a:lnTo>
                  <a:lnTo>
                    <a:pt x="8010181" y="38662"/>
                  </a:lnTo>
                  <a:lnTo>
                    <a:pt x="8010327" y="38662"/>
                  </a:lnTo>
                  <a:lnTo>
                    <a:pt x="8010472" y="38662"/>
                  </a:lnTo>
                  <a:lnTo>
                    <a:pt x="8010617" y="38662"/>
                  </a:lnTo>
                  <a:lnTo>
                    <a:pt x="8010763" y="38662"/>
                  </a:lnTo>
                  <a:lnTo>
                    <a:pt x="8010908" y="38662"/>
                  </a:lnTo>
                  <a:lnTo>
                    <a:pt x="8011054" y="38662"/>
                  </a:lnTo>
                  <a:lnTo>
                    <a:pt x="8011199" y="38662"/>
                  </a:lnTo>
                  <a:lnTo>
                    <a:pt x="8011199" y="38038"/>
                  </a:lnTo>
                  <a:lnTo>
                    <a:pt x="8011345" y="38038"/>
                  </a:lnTo>
                  <a:lnTo>
                    <a:pt x="8011345" y="37414"/>
                  </a:lnTo>
                  <a:lnTo>
                    <a:pt x="8011490" y="37414"/>
                  </a:lnTo>
                  <a:lnTo>
                    <a:pt x="8011635" y="37414"/>
                  </a:lnTo>
                  <a:lnTo>
                    <a:pt x="8011781" y="37414"/>
                  </a:lnTo>
                  <a:lnTo>
                    <a:pt x="8011926" y="37414"/>
                  </a:lnTo>
                  <a:lnTo>
                    <a:pt x="8012072" y="37414"/>
                  </a:lnTo>
                  <a:lnTo>
                    <a:pt x="8012217" y="37414"/>
                  </a:lnTo>
                  <a:lnTo>
                    <a:pt x="8012363" y="37414"/>
                  </a:lnTo>
                  <a:lnTo>
                    <a:pt x="8012508" y="37414"/>
                  </a:lnTo>
                  <a:lnTo>
                    <a:pt x="8012653" y="37414"/>
                  </a:lnTo>
                  <a:lnTo>
                    <a:pt x="8012799" y="37414"/>
                  </a:lnTo>
                  <a:lnTo>
                    <a:pt x="8012944" y="37414"/>
                  </a:lnTo>
                  <a:lnTo>
                    <a:pt x="8012944" y="36791"/>
                  </a:lnTo>
                  <a:lnTo>
                    <a:pt x="8013090" y="36791"/>
                  </a:lnTo>
                  <a:lnTo>
                    <a:pt x="8013235" y="36791"/>
                  </a:lnTo>
                  <a:lnTo>
                    <a:pt x="8013381" y="36791"/>
                  </a:lnTo>
                  <a:lnTo>
                    <a:pt x="8013526" y="36791"/>
                  </a:lnTo>
                  <a:lnTo>
                    <a:pt x="8013671" y="36791"/>
                  </a:lnTo>
                  <a:lnTo>
                    <a:pt x="8013817" y="36791"/>
                  </a:lnTo>
                  <a:lnTo>
                    <a:pt x="8013962" y="36791"/>
                  </a:lnTo>
                  <a:lnTo>
                    <a:pt x="8014108" y="36791"/>
                  </a:lnTo>
                  <a:lnTo>
                    <a:pt x="8014253" y="36791"/>
                  </a:lnTo>
                  <a:lnTo>
                    <a:pt x="8014398" y="36791"/>
                  </a:lnTo>
                  <a:lnTo>
                    <a:pt x="8014544" y="36791"/>
                  </a:lnTo>
                  <a:lnTo>
                    <a:pt x="8014689" y="36791"/>
                  </a:lnTo>
                  <a:lnTo>
                    <a:pt x="8014835" y="36791"/>
                  </a:lnTo>
                  <a:lnTo>
                    <a:pt x="8014980" y="36791"/>
                  </a:lnTo>
                  <a:lnTo>
                    <a:pt x="8015126" y="36791"/>
                  </a:lnTo>
                  <a:lnTo>
                    <a:pt x="8015271" y="36791"/>
                  </a:lnTo>
                  <a:lnTo>
                    <a:pt x="8015416" y="36791"/>
                  </a:lnTo>
                  <a:lnTo>
                    <a:pt x="8015562" y="36791"/>
                  </a:lnTo>
                  <a:lnTo>
                    <a:pt x="8015707" y="36791"/>
                  </a:lnTo>
                  <a:lnTo>
                    <a:pt x="8015853" y="36791"/>
                  </a:lnTo>
                  <a:lnTo>
                    <a:pt x="8015998" y="36791"/>
                  </a:lnTo>
                  <a:lnTo>
                    <a:pt x="8016144" y="36791"/>
                  </a:lnTo>
                  <a:lnTo>
                    <a:pt x="8016289" y="36791"/>
                  </a:lnTo>
                  <a:lnTo>
                    <a:pt x="8016434" y="36791"/>
                  </a:lnTo>
                  <a:lnTo>
                    <a:pt x="8016580" y="36791"/>
                  </a:lnTo>
                  <a:lnTo>
                    <a:pt x="8016725" y="36791"/>
                  </a:lnTo>
                  <a:lnTo>
                    <a:pt x="8016871" y="36791"/>
                  </a:lnTo>
                  <a:lnTo>
                    <a:pt x="8017016" y="36791"/>
                  </a:lnTo>
                  <a:lnTo>
                    <a:pt x="8017162" y="36791"/>
                  </a:lnTo>
                  <a:lnTo>
                    <a:pt x="8017307" y="36791"/>
                  </a:lnTo>
                  <a:lnTo>
                    <a:pt x="8017452" y="36791"/>
                  </a:lnTo>
                  <a:lnTo>
                    <a:pt x="8017598" y="36791"/>
                  </a:lnTo>
                  <a:lnTo>
                    <a:pt x="8017743" y="36791"/>
                  </a:lnTo>
                  <a:lnTo>
                    <a:pt x="8017889" y="36791"/>
                  </a:lnTo>
                  <a:lnTo>
                    <a:pt x="8018034" y="36791"/>
                  </a:lnTo>
                  <a:lnTo>
                    <a:pt x="8018180" y="36791"/>
                  </a:lnTo>
                  <a:lnTo>
                    <a:pt x="8018325" y="36791"/>
                  </a:lnTo>
                  <a:lnTo>
                    <a:pt x="8018470" y="36791"/>
                  </a:lnTo>
                  <a:lnTo>
                    <a:pt x="8018616" y="36791"/>
                  </a:lnTo>
                  <a:lnTo>
                    <a:pt x="8018761" y="36791"/>
                  </a:lnTo>
                  <a:lnTo>
                    <a:pt x="8018907" y="36791"/>
                  </a:lnTo>
                  <a:lnTo>
                    <a:pt x="8019052" y="36791"/>
                  </a:lnTo>
                  <a:lnTo>
                    <a:pt x="8019198" y="36791"/>
                  </a:lnTo>
                  <a:lnTo>
                    <a:pt x="8019343" y="36791"/>
                  </a:lnTo>
                  <a:lnTo>
                    <a:pt x="8019488" y="36791"/>
                  </a:lnTo>
                  <a:lnTo>
                    <a:pt x="8019634" y="36791"/>
                  </a:lnTo>
                  <a:lnTo>
                    <a:pt x="8019779" y="36791"/>
                  </a:lnTo>
                  <a:lnTo>
                    <a:pt x="8019925" y="36791"/>
                  </a:lnTo>
                  <a:lnTo>
                    <a:pt x="8020070" y="36791"/>
                  </a:lnTo>
                  <a:lnTo>
                    <a:pt x="8020216" y="36791"/>
                  </a:lnTo>
                  <a:lnTo>
                    <a:pt x="8020361" y="36791"/>
                  </a:lnTo>
                  <a:lnTo>
                    <a:pt x="8020506" y="36791"/>
                  </a:lnTo>
                  <a:lnTo>
                    <a:pt x="8020652" y="36791"/>
                  </a:lnTo>
                  <a:lnTo>
                    <a:pt x="8020797" y="36791"/>
                  </a:lnTo>
                  <a:lnTo>
                    <a:pt x="8020943" y="36791"/>
                  </a:lnTo>
                  <a:lnTo>
                    <a:pt x="8020943" y="36167"/>
                  </a:lnTo>
                  <a:lnTo>
                    <a:pt x="8021088" y="36167"/>
                  </a:lnTo>
                  <a:lnTo>
                    <a:pt x="8021233" y="36167"/>
                  </a:lnTo>
                  <a:lnTo>
                    <a:pt x="8021379" y="36167"/>
                  </a:lnTo>
                  <a:lnTo>
                    <a:pt x="8021524" y="36167"/>
                  </a:lnTo>
                  <a:lnTo>
                    <a:pt x="8021670" y="36167"/>
                  </a:lnTo>
                  <a:lnTo>
                    <a:pt x="8021815" y="36167"/>
                  </a:lnTo>
                  <a:lnTo>
                    <a:pt x="8021961" y="36167"/>
                  </a:lnTo>
                  <a:lnTo>
                    <a:pt x="8022106" y="36167"/>
                  </a:lnTo>
                  <a:lnTo>
                    <a:pt x="8022251" y="36167"/>
                  </a:lnTo>
                  <a:lnTo>
                    <a:pt x="8022397" y="36167"/>
                  </a:lnTo>
                  <a:lnTo>
                    <a:pt x="8022542" y="36167"/>
                  </a:lnTo>
                  <a:lnTo>
                    <a:pt x="8022542" y="35544"/>
                  </a:lnTo>
                  <a:lnTo>
                    <a:pt x="8022688" y="35544"/>
                  </a:lnTo>
                  <a:lnTo>
                    <a:pt x="8022833" y="35544"/>
                  </a:lnTo>
                  <a:lnTo>
                    <a:pt x="8022979" y="35544"/>
                  </a:lnTo>
                  <a:lnTo>
                    <a:pt x="8023124" y="35544"/>
                  </a:lnTo>
                  <a:lnTo>
                    <a:pt x="8023269" y="35544"/>
                  </a:lnTo>
                  <a:lnTo>
                    <a:pt x="8023415" y="35544"/>
                  </a:lnTo>
                  <a:lnTo>
                    <a:pt x="8023560" y="35544"/>
                  </a:lnTo>
                  <a:lnTo>
                    <a:pt x="8023706" y="35544"/>
                  </a:lnTo>
                  <a:lnTo>
                    <a:pt x="8023851" y="35544"/>
                  </a:lnTo>
                  <a:lnTo>
                    <a:pt x="8023997" y="35544"/>
                  </a:lnTo>
                  <a:lnTo>
                    <a:pt x="8023997" y="34920"/>
                  </a:lnTo>
                  <a:lnTo>
                    <a:pt x="8024142" y="34920"/>
                  </a:lnTo>
                  <a:lnTo>
                    <a:pt x="8024287" y="34920"/>
                  </a:lnTo>
                  <a:lnTo>
                    <a:pt x="8024433" y="34920"/>
                  </a:lnTo>
                  <a:lnTo>
                    <a:pt x="8024578" y="34920"/>
                  </a:lnTo>
                  <a:lnTo>
                    <a:pt x="8024724" y="34920"/>
                  </a:lnTo>
                  <a:lnTo>
                    <a:pt x="8024724" y="34297"/>
                  </a:lnTo>
                  <a:lnTo>
                    <a:pt x="8024869" y="34297"/>
                  </a:lnTo>
                  <a:lnTo>
                    <a:pt x="8025015" y="34297"/>
                  </a:lnTo>
                  <a:lnTo>
                    <a:pt x="8025160" y="34297"/>
                  </a:lnTo>
                  <a:lnTo>
                    <a:pt x="8025305" y="34297"/>
                  </a:lnTo>
                  <a:lnTo>
                    <a:pt x="8025451" y="34297"/>
                  </a:lnTo>
                  <a:lnTo>
                    <a:pt x="8025596" y="34297"/>
                  </a:lnTo>
                  <a:lnTo>
                    <a:pt x="8025742" y="34297"/>
                  </a:lnTo>
                  <a:lnTo>
                    <a:pt x="8025887" y="34297"/>
                  </a:lnTo>
                  <a:lnTo>
                    <a:pt x="8026033" y="34297"/>
                  </a:lnTo>
                  <a:lnTo>
                    <a:pt x="8026178" y="34297"/>
                  </a:lnTo>
                  <a:lnTo>
                    <a:pt x="8026323" y="34297"/>
                  </a:lnTo>
                  <a:lnTo>
                    <a:pt x="8026469" y="34297"/>
                  </a:lnTo>
                  <a:lnTo>
                    <a:pt x="8026614" y="34297"/>
                  </a:lnTo>
                  <a:lnTo>
                    <a:pt x="8026760" y="34297"/>
                  </a:lnTo>
                  <a:lnTo>
                    <a:pt x="8026905" y="34297"/>
                  </a:lnTo>
                  <a:lnTo>
                    <a:pt x="8027051" y="34297"/>
                  </a:lnTo>
                  <a:lnTo>
                    <a:pt x="8027196" y="34297"/>
                  </a:lnTo>
                  <a:lnTo>
                    <a:pt x="8027341" y="34297"/>
                  </a:lnTo>
                  <a:lnTo>
                    <a:pt x="8027487" y="34297"/>
                  </a:lnTo>
                  <a:lnTo>
                    <a:pt x="8027632" y="34297"/>
                  </a:lnTo>
                  <a:lnTo>
                    <a:pt x="8027632" y="33673"/>
                  </a:lnTo>
                  <a:lnTo>
                    <a:pt x="8027778" y="33673"/>
                  </a:lnTo>
                  <a:lnTo>
                    <a:pt x="8027923" y="33673"/>
                  </a:lnTo>
                  <a:lnTo>
                    <a:pt x="8028068" y="33673"/>
                  </a:lnTo>
                  <a:lnTo>
                    <a:pt x="8028214" y="33673"/>
                  </a:lnTo>
                  <a:lnTo>
                    <a:pt x="8028359" y="33673"/>
                  </a:lnTo>
                  <a:lnTo>
                    <a:pt x="8028505" y="33673"/>
                  </a:lnTo>
                  <a:lnTo>
                    <a:pt x="8028650" y="33673"/>
                  </a:lnTo>
                  <a:lnTo>
                    <a:pt x="8028796" y="33673"/>
                  </a:lnTo>
                  <a:lnTo>
                    <a:pt x="8028941" y="33673"/>
                  </a:lnTo>
                  <a:lnTo>
                    <a:pt x="8029086" y="33673"/>
                  </a:lnTo>
                  <a:lnTo>
                    <a:pt x="8029232" y="33673"/>
                  </a:lnTo>
                  <a:lnTo>
                    <a:pt x="8029377" y="33673"/>
                  </a:lnTo>
                  <a:lnTo>
                    <a:pt x="8029523" y="33673"/>
                  </a:lnTo>
                  <a:lnTo>
                    <a:pt x="8029668" y="33673"/>
                  </a:lnTo>
                  <a:lnTo>
                    <a:pt x="8029814" y="33673"/>
                  </a:lnTo>
                  <a:lnTo>
                    <a:pt x="8029959" y="33673"/>
                  </a:lnTo>
                  <a:lnTo>
                    <a:pt x="8030104" y="33673"/>
                  </a:lnTo>
                  <a:lnTo>
                    <a:pt x="8030250" y="33673"/>
                  </a:lnTo>
                  <a:lnTo>
                    <a:pt x="8030395" y="33673"/>
                  </a:lnTo>
                  <a:lnTo>
                    <a:pt x="8030541" y="33673"/>
                  </a:lnTo>
                  <a:lnTo>
                    <a:pt x="8030686" y="33673"/>
                  </a:lnTo>
                  <a:lnTo>
                    <a:pt x="8030832" y="33673"/>
                  </a:lnTo>
                  <a:lnTo>
                    <a:pt x="8030977" y="33673"/>
                  </a:lnTo>
                  <a:lnTo>
                    <a:pt x="8031122" y="33673"/>
                  </a:lnTo>
                  <a:lnTo>
                    <a:pt x="8031268" y="33673"/>
                  </a:lnTo>
                  <a:lnTo>
                    <a:pt x="8031413" y="33673"/>
                  </a:lnTo>
                  <a:lnTo>
                    <a:pt x="8031559" y="33673"/>
                  </a:lnTo>
                  <a:lnTo>
                    <a:pt x="8031704" y="33673"/>
                  </a:lnTo>
                  <a:lnTo>
                    <a:pt x="8031850" y="33673"/>
                  </a:lnTo>
                  <a:lnTo>
                    <a:pt x="8031995" y="33673"/>
                  </a:lnTo>
                  <a:lnTo>
                    <a:pt x="8032140" y="33673"/>
                  </a:lnTo>
                  <a:lnTo>
                    <a:pt x="8032286" y="33673"/>
                  </a:lnTo>
                  <a:lnTo>
                    <a:pt x="8032431" y="33673"/>
                  </a:lnTo>
                  <a:lnTo>
                    <a:pt x="8032577" y="33673"/>
                  </a:lnTo>
                  <a:lnTo>
                    <a:pt x="8032722" y="33673"/>
                  </a:lnTo>
                  <a:lnTo>
                    <a:pt x="8032868" y="33673"/>
                  </a:lnTo>
                  <a:lnTo>
                    <a:pt x="8033013" y="33673"/>
                  </a:lnTo>
                  <a:lnTo>
                    <a:pt x="8033158" y="33673"/>
                  </a:lnTo>
                  <a:lnTo>
                    <a:pt x="8033304" y="33673"/>
                  </a:lnTo>
                  <a:lnTo>
                    <a:pt x="8033449" y="33673"/>
                  </a:lnTo>
                  <a:lnTo>
                    <a:pt x="8033595" y="33673"/>
                  </a:lnTo>
                  <a:lnTo>
                    <a:pt x="8033740" y="33673"/>
                  </a:lnTo>
                  <a:lnTo>
                    <a:pt x="8033886" y="33673"/>
                  </a:lnTo>
                  <a:lnTo>
                    <a:pt x="8033886" y="33049"/>
                  </a:lnTo>
                  <a:lnTo>
                    <a:pt x="8034031" y="33049"/>
                  </a:lnTo>
                  <a:lnTo>
                    <a:pt x="8034176" y="33049"/>
                  </a:lnTo>
                  <a:lnTo>
                    <a:pt x="8034322" y="33049"/>
                  </a:lnTo>
                  <a:lnTo>
                    <a:pt x="8034467" y="33049"/>
                  </a:lnTo>
                  <a:lnTo>
                    <a:pt x="8034613" y="33049"/>
                  </a:lnTo>
                  <a:lnTo>
                    <a:pt x="8034758" y="33049"/>
                  </a:lnTo>
                  <a:lnTo>
                    <a:pt x="8034903" y="33049"/>
                  </a:lnTo>
                  <a:lnTo>
                    <a:pt x="8035049" y="33049"/>
                  </a:lnTo>
                  <a:lnTo>
                    <a:pt x="8035194" y="33049"/>
                  </a:lnTo>
                  <a:lnTo>
                    <a:pt x="8035340" y="33049"/>
                  </a:lnTo>
                  <a:lnTo>
                    <a:pt x="8035485" y="33049"/>
                  </a:lnTo>
                  <a:lnTo>
                    <a:pt x="8035631" y="33049"/>
                  </a:lnTo>
                  <a:lnTo>
                    <a:pt x="8035776" y="33049"/>
                  </a:lnTo>
                  <a:lnTo>
                    <a:pt x="8035921" y="33049"/>
                  </a:lnTo>
                  <a:lnTo>
                    <a:pt x="8035921" y="32426"/>
                  </a:lnTo>
                  <a:lnTo>
                    <a:pt x="8036067" y="32426"/>
                  </a:lnTo>
                  <a:lnTo>
                    <a:pt x="8036212" y="32426"/>
                  </a:lnTo>
                  <a:lnTo>
                    <a:pt x="8036358" y="32426"/>
                  </a:lnTo>
                  <a:lnTo>
                    <a:pt x="8036503" y="32426"/>
                  </a:lnTo>
                  <a:lnTo>
                    <a:pt x="8036649" y="32426"/>
                  </a:lnTo>
                  <a:lnTo>
                    <a:pt x="8036794" y="32426"/>
                  </a:lnTo>
                  <a:lnTo>
                    <a:pt x="8036939" y="32426"/>
                  </a:lnTo>
                  <a:lnTo>
                    <a:pt x="8037085" y="32426"/>
                  </a:lnTo>
                  <a:lnTo>
                    <a:pt x="8037230" y="32426"/>
                  </a:lnTo>
                  <a:lnTo>
                    <a:pt x="8037376" y="32426"/>
                  </a:lnTo>
                  <a:lnTo>
                    <a:pt x="8037521" y="32426"/>
                  </a:lnTo>
                  <a:lnTo>
                    <a:pt x="8037667" y="32426"/>
                  </a:lnTo>
                  <a:lnTo>
                    <a:pt x="8037812" y="32426"/>
                  </a:lnTo>
                  <a:lnTo>
                    <a:pt x="8037957" y="32426"/>
                  </a:lnTo>
                  <a:lnTo>
                    <a:pt x="8038103" y="32426"/>
                  </a:lnTo>
                  <a:lnTo>
                    <a:pt x="8038248" y="32426"/>
                  </a:lnTo>
                  <a:lnTo>
                    <a:pt x="8038394" y="32426"/>
                  </a:lnTo>
                  <a:lnTo>
                    <a:pt x="8038539" y="32426"/>
                  </a:lnTo>
                  <a:lnTo>
                    <a:pt x="8038685" y="32426"/>
                  </a:lnTo>
                  <a:lnTo>
                    <a:pt x="8038830" y="32426"/>
                  </a:lnTo>
                  <a:lnTo>
                    <a:pt x="8038975" y="32426"/>
                  </a:lnTo>
                  <a:lnTo>
                    <a:pt x="8039121" y="32426"/>
                  </a:lnTo>
                  <a:lnTo>
                    <a:pt x="8039266" y="32426"/>
                  </a:lnTo>
                  <a:lnTo>
                    <a:pt x="8039412" y="32426"/>
                  </a:lnTo>
                  <a:lnTo>
                    <a:pt x="8039557" y="32426"/>
                  </a:lnTo>
                  <a:lnTo>
                    <a:pt x="8039703" y="32426"/>
                  </a:lnTo>
                  <a:lnTo>
                    <a:pt x="8039848" y="32426"/>
                  </a:lnTo>
                  <a:lnTo>
                    <a:pt x="8039993" y="32426"/>
                  </a:lnTo>
                  <a:lnTo>
                    <a:pt x="8040139" y="32426"/>
                  </a:lnTo>
                  <a:lnTo>
                    <a:pt x="8040284" y="32426"/>
                  </a:lnTo>
                  <a:lnTo>
                    <a:pt x="8040430" y="32426"/>
                  </a:lnTo>
                  <a:lnTo>
                    <a:pt x="8040575" y="32426"/>
                  </a:lnTo>
                  <a:lnTo>
                    <a:pt x="8040721" y="32426"/>
                  </a:lnTo>
                  <a:lnTo>
                    <a:pt x="8040866" y="32426"/>
                  </a:lnTo>
                  <a:lnTo>
                    <a:pt x="8041011" y="32426"/>
                  </a:lnTo>
                  <a:lnTo>
                    <a:pt x="8041157" y="32426"/>
                  </a:lnTo>
                  <a:lnTo>
                    <a:pt x="8041302" y="32426"/>
                  </a:lnTo>
                  <a:lnTo>
                    <a:pt x="8041448" y="32426"/>
                  </a:lnTo>
                  <a:lnTo>
                    <a:pt x="8041593" y="32426"/>
                  </a:lnTo>
                  <a:lnTo>
                    <a:pt x="8041738" y="32426"/>
                  </a:lnTo>
                  <a:lnTo>
                    <a:pt x="8041884" y="32426"/>
                  </a:lnTo>
                  <a:lnTo>
                    <a:pt x="8042029" y="32426"/>
                  </a:lnTo>
                  <a:lnTo>
                    <a:pt x="8042175" y="32426"/>
                  </a:lnTo>
                  <a:lnTo>
                    <a:pt x="8042320" y="32426"/>
                  </a:lnTo>
                  <a:lnTo>
                    <a:pt x="8042466" y="32426"/>
                  </a:lnTo>
                  <a:lnTo>
                    <a:pt x="8042611" y="32426"/>
                  </a:lnTo>
                  <a:lnTo>
                    <a:pt x="8042756" y="32426"/>
                  </a:lnTo>
                  <a:lnTo>
                    <a:pt x="8042902" y="32426"/>
                  </a:lnTo>
                  <a:lnTo>
                    <a:pt x="8043047" y="32426"/>
                  </a:lnTo>
                  <a:lnTo>
                    <a:pt x="8043193" y="32426"/>
                  </a:lnTo>
                  <a:lnTo>
                    <a:pt x="8043338" y="32426"/>
                  </a:lnTo>
                  <a:lnTo>
                    <a:pt x="8043484" y="32426"/>
                  </a:lnTo>
                  <a:lnTo>
                    <a:pt x="8043629" y="32426"/>
                  </a:lnTo>
                  <a:lnTo>
                    <a:pt x="8043774" y="32426"/>
                  </a:lnTo>
                  <a:lnTo>
                    <a:pt x="8043920" y="32426"/>
                  </a:lnTo>
                  <a:lnTo>
                    <a:pt x="8044065" y="32426"/>
                  </a:lnTo>
                  <a:lnTo>
                    <a:pt x="8044211" y="32426"/>
                  </a:lnTo>
                  <a:lnTo>
                    <a:pt x="8044356" y="32426"/>
                  </a:lnTo>
                  <a:lnTo>
                    <a:pt x="8044502" y="32426"/>
                  </a:lnTo>
                  <a:lnTo>
                    <a:pt x="8044647" y="32426"/>
                  </a:lnTo>
                  <a:lnTo>
                    <a:pt x="8044792" y="32426"/>
                  </a:lnTo>
                  <a:lnTo>
                    <a:pt x="8044938" y="32426"/>
                  </a:lnTo>
                  <a:lnTo>
                    <a:pt x="8045083" y="32426"/>
                  </a:lnTo>
                  <a:lnTo>
                    <a:pt x="8045229" y="32426"/>
                  </a:lnTo>
                  <a:lnTo>
                    <a:pt x="8045374" y="32426"/>
                  </a:lnTo>
                  <a:lnTo>
                    <a:pt x="8045520" y="32426"/>
                  </a:lnTo>
                  <a:lnTo>
                    <a:pt x="8045665" y="32426"/>
                  </a:lnTo>
                  <a:lnTo>
                    <a:pt x="8045810" y="32426"/>
                  </a:lnTo>
                  <a:lnTo>
                    <a:pt x="8045956" y="32426"/>
                  </a:lnTo>
                  <a:lnTo>
                    <a:pt x="8046101" y="32426"/>
                  </a:lnTo>
                  <a:lnTo>
                    <a:pt x="8046247" y="32426"/>
                  </a:lnTo>
                  <a:lnTo>
                    <a:pt x="8046392" y="32426"/>
                  </a:lnTo>
                  <a:lnTo>
                    <a:pt x="8046538" y="32426"/>
                  </a:lnTo>
                  <a:lnTo>
                    <a:pt x="8046683" y="32426"/>
                  </a:lnTo>
                  <a:lnTo>
                    <a:pt x="8046828" y="32426"/>
                  </a:lnTo>
                  <a:lnTo>
                    <a:pt x="8046974" y="32426"/>
                  </a:lnTo>
                  <a:lnTo>
                    <a:pt x="8047119" y="32426"/>
                  </a:lnTo>
                  <a:lnTo>
                    <a:pt x="8047265" y="32426"/>
                  </a:lnTo>
                  <a:lnTo>
                    <a:pt x="8047410" y="32426"/>
                  </a:lnTo>
                  <a:lnTo>
                    <a:pt x="8047556" y="32426"/>
                  </a:lnTo>
                  <a:lnTo>
                    <a:pt x="8047701" y="32426"/>
                  </a:lnTo>
                  <a:lnTo>
                    <a:pt x="8047701" y="31802"/>
                  </a:lnTo>
                  <a:lnTo>
                    <a:pt x="8047846" y="31802"/>
                  </a:lnTo>
                  <a:lnTo>
                    <a:pt x="8047992" y="31802"/>
                  </a:lnTo>
                  <a:lnTo>
                    <a:pt x="8048137" y="31802"/>
                  </a:lnTo>
                  <a:lnTo>
                    <a:pt x="8048283" y="31802"/>
                  </a:lnTo>
                  <a:lnTo>
                    <a:pt x="8048428" y="31802"/>
                  </a:lnTo>
                  <a:lnTo>
                    <a:pt x="8048573" y="31802"/>
                  </a:lnTo>
                  <a:lnTo>
                    <a:pt x="8048719" y="31802"/>
                  </a:lnTo>
                  <a:lnTo>
                    <a:pt x="8048864" y="31802"/>
                  </a:lnTo>
                  <a:lnTo>
                    <a:pt x="8049010" y="31802"/>
                  </a:lnTo>
                  <a:lnTo>
                    <a:pt x="8049155" y="31802"/>
                  </a:lnTo>
                  <a:lnTo>
                    <a:pt x="8049301" y="31802"/>
                  </a:lnTo>
                  <a:lnTo>
                    <a:pt x="8049446" y="31802"/>
                  </a:lnTo>
                  <a:lnTo>
                    <a:pt x="8049591" y="31802"/>
                  </a:lnTo>
                  <a:lnTo>
                    <a:pt x="8049737" y="31802"/>
                  </a:lnTo>
                  <a:lnTo>
                    <a:pt x="8049882" y="31802"/>
                  </a:lnTo>
                  <a:lnTo>
                    <a:pt x="8050028" y="31802"/>
                  </a:lnTo>
                  <a:lnTo>
                    <a:pt x="8050173" y="31802"/>
                  </a:lnTo>
                  <a:lnTo>
                    <a:pt x="8050319" y="31802"/>
                  </a:lnTo>
                  <a:lnTo>
                    <a:pt x="8050464" y="31802"/>
                  </a:lnTo>
                  <a:lnTo>
                    <a:pt x="8050609" y="31802"/>
                  </a:lnTo>
                  <a:lnTo>
                    <a:pt x="8050755" y="31802"/>
                  </a:lnTo>
                  <a:lnTo>
                    <a:pt x="8050900" y="31802"/>
                  </a:lnTo>
                  <a:lnTo>
                    <a:pt x="8051046" y="31802"/>
                  </a:lnTo>
                  <a:lnTo>
                    <a:pt x="8051191" y="31802"/>
                  </a:lnTo>
                  <a:lnTo>
                    <a:pt x="8051337" y="31802"/>
                  </a:lnTo>
                  <a:lnTo>
                    <a:pt x="8051482" y="31802"/>
                  </a:lnTo>
                  <a:lnTo>
                    <a:pt x="8051627" y="31802"/>
                  </a:lnTo>
                  <a:lnTo>
                    <a:pt x="8051773" y="31802"/>
                  </a:lnTo>
                  <a:lnTo>
                    <a:pt x="8051918" y="31802"/>
                  </a:lnTo>
                  <a:lnTo>
                    <a:pt x="8052064" y="31802"/>
                  </a:lnTo>
                  <a:lnTo>
                    <a:pt x="8052209" y="31802"/>
                  </a:lnTo>
                  <a:lnTo>
                    <a:pt x="8052355" y="31802"/>
                  </a:lnTo>
                  <a:lnTo>
                    <a:pt x="8052500" y="31802"/>
                  </a:lnTo>
                  <a:lnTo>
                    <a:pt x="8052645" y="31802"/>
                  </a:lnTo>
                  <a:lnTo>
                    <a:pt x="8052791" y="31802"/>
                  </a:lnTo>
                  <a:lnTo>
                    <a:pt x="8052936" y="31802"/>
                  </a:lnTo>
                  <a:lnTo>
                    <a:pt x="8053082" y="31802"/>
                  </a:lnTo>
                  <a:lnTo>
                    <a:pt x="8053227" y="31802"/>
                  </a:lnTo>
                  <a:lnTo>
                    <a:pt x="8053373" y="31802"/>
                  </a:lnTo>
                  <a:lnTo>
                    <a:pt x="8053518" y="31802"/>
                  </a:lnTo>
                  <a:lnTo>
                    <a:pt x="8053663" y="31802"/>
                  </a:lnTo>
                  <a:lnTo>
                    <a:pt x="8053809" y="31802"/>
                  </a:lnTo>
                  <a:lnTo>
                    <a:pt x="8053954" y="31802"/>
                  </a:lnTo>
                  <a:lnTo>
                    <a:pt x="8054100" y="31802"/>
                  </a:lnTo>
                  <a:lnTo>
                    <a:pt x="8054245" y="31802"/>
                  </a:lnTo>
                  <a:lnTo>
                    <a:pt x="8054391" y="31802"/>
                  </a:lnTo>
                  <a:lnTo>
                    <a:pt x="8054536" y="31802"/>
                  </a:lnTo>
                  <a:lnTo>
                    <a:pt x="8054681" y="31802"/>
                  </a:lnTo>
                  <a:lnTo>
                    <a:pt x="8054827" y="31802"/>
                  </a:lnTo>
                  <a:lnTo>
                    <a:pt x="8054972" y="31802"/>
                  </a:lnTo>
                  <a:lnTo>
                    <a:pt x="8055118" y="31802"/>
                  </a:lnTo>
                  <a:lnTo>
                    <a:pt x="8055263" y="31802"/>
                  </a:lnTo>
                  <a:lnTo>
                    <a:pt x="8055408" y="31802"/>
                  </a:lnTo>
                  <a:lnTo>
                    <a:pt x="8055554" y="31802"/>
                  </a:lnTo>
                  <a:lnTo>
                    <a:pt x="8055699" y="31802"/>
                  </a:lnTo>
                  <a:lnTo>
                    <a:pt x="8055845" y="31802"/>
                  </a:lnTo>
                  <a:lnTo>
                    <a:pt x="8055990" y="31802"/>
                  </a:lnTo>
                  <a:lnTo>
                    <a:pt x="8056136" y="31802"/>
                  </a:lnTo>
                  <a:lnTo>
                    <a:pt x="8056281" y="31802"/>
                  </a:lnTo>
                  <a:lnTo>
                    <a:pt x="8056426" y="31802"/>
                  </a:lnTo>
                  <a:lnTo>
                    <a:pt x="8056572" y="31802"/>
                  </a:lnTo>
                  <a:lnTo>
                    <a:pt x="8056717" y="31802"/>
                  </a:lnTo>
                  <a:lnTo>
                    <a:pt x="8056863" y="31802"/>
                  </a:lnTo>
                  <a:lnTo>
                    <a:pt x="8057008" y="31802"/>
                  </a:lnTo>
                  <a:lnTo>
                    <a:pt x="8057154" y="31802"/>
                  </a:lnTo>
                  <a:lnTo>
                    <a:pt x="8057299" y="31802"/>
                  </a:lnTo>
                  <a:lnTo>
                    <a:pt x="8057444" y="31802"/>
                  </a:lnTo>
                  <a:lnTo>
                    <a:pt x="8057590" y="31802"/>
                  </a:lnTo>
                  <a:lnTo>
                    <a:pt x="8057735" y="31802"/>
                  </a:lnTo>
                  <a:lnTo>
                    <a:pt x="8057881" y="31802"/>
                  </a:lnTo>
                  <a:lnTo>
                    <a:pt x="8058026" y="31802"/>
                  </a:lnTo>
                  <a:lnTo>
                    <a:pt x="8058026" y="31179"/>
                  </a:lnTo>
                  <a:lnTo>
                    <a:pt x="8058172" y="31179"/>
                  </a:lnTo>
                  <a:lnTo>
                    <a:pt x="8058317" y="31179"/>
                  </a:lnTo>
                  <a:lnTo>
                    <a:pt x="8058462" y="31179"/>
                  </a:lnTo>
                  <a:lnTo>
                    <a:pt x="8058608" y="31179"/>
                  </a:lnTo>
                  <a:lnTo>
                    <a:pt x="8058753" y="31179"/>
                  </a:lnTo>
                  <a:lnTo>
                    <a:pt x="8058899" y="31179"/>
                  </a:lnTo>
                  <a:lnTo>
                    <a:pt x="8059044" y="31179"/>
                  </a:lnTo>
                  <a:lnTo>
                    <a:pt x="8059190" y="31179"/>
                  </a:lnTo>
                  <a:lnTo>
                    <a:pt x="8059335" y="31179"/>
                  </a:lnTo>
                  <a:lnTo>
                    <a:pt x="8059480" y="31179"/>
                  </a:lnTo>
                  <a:lnTo>
                    <a:pt x="8059626" y="31179"/>
                  </a:lnTo>
                  <a:lnTo>
                    <a:pt x="8059771" y="31179"/>
                  </a:lnTo>
                  <a:lnTo>
                    <a:pt x="8059917" y="31179"/>
                  </a:lnTo>
                  <a:lnTo>
                    <a:pt x="8060062" y="31179"/>
                  </a:lnTo>
                  <a:lnTo>
                    <a:pt x="8060208" y="31179"/>
                  </a:lnTo>
                  <a:lnTo>
                    <a:pt x="8060353" y="31179"/>
                  </a:lnTo>
                  <a:lnTo>
                    <a:pt x="8060498" y="31179"/>
                  </a:lnTo>
                  <a:lnTo>
                    <a:pt x="8060644" y="31179"/>
                  </a:lnTo>
                  <a:lnTo>
                    <a:pt x="8060789" y="31179"/>
                  </a:lnTo>
                  <a:lnTo>
                    <a:pt x="8060935" y="31179"/>
                  </a:lnTo>
                  <a:lnTo>
                    <a:pt x="8061080" y="31179"/>
                  </a:lnTo>
                  <a:lnTo>
                    <a:pt x="8061226" y="31179"/>
                  </a:lnTo>
                  <a:lnTo>
                    <a:pt x="8061371" y="31179"/>
                  </a:lnTo>
                  <a:lnTo>
                    <a:pt x="8061516" y="31179"/>
                  </a:lnTo>
                  <a:lnTo>
                    <a:pt x="8061662" y="31179"/>
                  </a:lnTo>
                  <a:lnTo>
                    <a:pt x="8061807" y="31179"/>
                  </a:lnTo>
                  <a:lnTo>
                    <a:pt x="8061953" y="31179"/>
                  </a:lnTo>
                  <a:lnTo>
                    <a:pt x="8062098" y="31179"/>
                  </a:lnTo>
                  <a:lnTo>
                    <a:pt x="8062243" y="31179"/>
                  </a:lnTo>
                  <a:lnTo>
                    <a:pt x="8062389" y="31179"/>
                  </a:lnTo>
                  <a:lnTo>
                    <a:pt x="8062534" y="31179"/>
                  </a:lnTo>
                  <a:lnTo>
                    <a:pt x="8062680" y="31179"/>
                  </a:lnTo>
                  <a:lnTo>
                    <a:pt x="8062825" y="31179"/>
                  </a:lnTo>
                  <a:lnTo>
                    <a:pt x="8062971" y="31179"/>
                  </a:lnTo>
                  <a:lnTo>
                    <a:pt x="8063116" y="31179"/>
                  </a:lnTo>
                  <a:lnTo>
                    <a:pt x="8063261" y="31179"/>
                  </a:lnTo>
                  <a:lnTo>
                    <a:pt x="8063407" y="31179"/>
                  </a:lnTo>
                  <a:lnTo>
                    <a:pt x="8063552" y="31179"/>
                  </a:lnTo>
                  <a:lnTo>
                    <a:pt x="8063698" y="31179"/>
                  </a:lnTo>
                  <a:lnTo>
                    <a:pt x="8063843" y="31179"/>
                  </a:lnTo>
                  <a:lnTo>
                    <a:pt x="8063989" y="31179"/>
                  </a:lnTo>
                  <a:lnTo>
                    <a:pt x="8064134" y="31179"/>
                  </a:lnTo>
                  <a:lnTo>
                    <a:pt x="8064279" y="31179"/>
                  </a:lnTo>
                  <a:lnTo>
                    <a:pt x="8064425" y="31179"/>
                  </a:lnTo>
                  <a:lnTo>
                    <a:pt x="8064570" y="31179"/>
                  </a:lnTo>
                  <a:lnTo>
                    <a:pt x="8064716" y="31179"/>
                  </a:lnTo>
                  <a:lnTo>
                    <a:pt x="8064861" y="31179"/>
                  </a:lnTo>
                  <a:lnTo>
                    <a:pt x="8065007" y="31179"/>
                  </a:lnTo>
                  <a:lnTo>
                    <a:pt x="8065152" y="31179"/>
                  </a:lnTo>
                  <a:lnTo>
                    <a:pt x="8065297" y="31179"/>
                  </a:lnTo>
                  <a:lnTo>
                    <a:pt x="8065443" y="31179"/>
                  </a:lnTo>
                  <a:lnTo>
                    <a:pt x="8065588" y="31179"/>
                  </a:lnTo>
                  <a:lnTo>
                    <a:pt x="8065734" y="31179"/>
                  </a:lnTo>
                  <a:lnTo>
                    <a:pt x="8065879" y="31179"/>
                  </a:lnTo>
                  <a:lnTo>
                    <a:pt x="8066025" y="31179"/>
                  </a:lnTo>
                  <a:lnTo>
                    <a:pt x="8066170" y="31179"/>
                  </a:lnTo>
                  <a:lnTo>
                    <a:pt x="8066315" y="31179"/>
                  </a:lnTo>
                  <a:lnTo>
                    <a:pt x="8066461" y="31179"/>
                  </a:lnTo>
                  <a:lnTo>
                    <a:pt x="8066606" y="31179"/>
                  </a:lnTo>
                  <a:lnTo>
                    <a:pt x="8066752" y="31179"/>
                  </a:lnTo>
                  <a:lnTo>
                    <a:pt x="8066897" y="31179"/>
                  </a:lnTo>
                  <a:lnTo>
                    <a:pt x="8067043" y="31179"/>
                  </a:lnTo>
                  <a:lnTo>
                    <a:pt x="8067188" y="31179"/>
                  </a:lnTo>
                  <a:lnTo>
                    <a:pt x="8067333" y="31179"/>
                  </a:lnTo>
                  <a:lnTo>
                    <a:pt x="8067479" y="31179"/>
                  </a:lnTo>
                  <a:lnTo>
                    <a:pt x="8067624" y="31179"/>
                  </a:lnTo>
                  <a:lnTo>
                    <a:pt x="8067770" y="31179"/>
                  </a:lnTo>
                  <a:lnTo>
                    <a:pt x="8067915" y="31179"/>
                  </a:lnTo>
                  <a:lnTo>
                    <a:pt x="8068061" y="31179"/>
                  </a:lnTo>
                  <a:lnTo>
                    <a:pt x="8068206" y="31179"/>
                  </a:lnTo>
                  <a:lnTo>
                    <a:pt x="8068351" y="31179"/>
                  </a:lnTo>
                  <a:lnTo>
                    <a:pt x="8068497" y="31179"/>
                  </a:lnTo>
                  <a:lnTo>
                    <a:pt x="8068642" y="31179"/>
                  </a:lnTo>
                  <a:lnTo>
                    <a:pt x="8068788" y="31179"/>
                  </a:lnTo>
                  <a:lnTo>
                    <a:pt x="8068933" y="31179"/>
                  </a:lnTo>
                  <a:lnTo>
                    <a:pt x="8069078" y="31179"/>
                  </a:lnTo>
                  <a:lnTo>
                    <a:pt x="8069224" y="31179"/>
                  </a:lnTo>
                  <a:lnTo>
                    <a:pt x="8069369" y="31179"/>
                  </a:lnTo>
                  <a:lnTo>
                    <a:pt x="8069515" y="31179"/>
                  </a:lnTo>
                  <a:lnTo>
                    <a:pt x="8069660" y="31179"/>
                  </a:lnTo>
                  <a:lnTo>
                    <a:pt x="8069806" y="31179"/>
                  </a:lnTo>
                  <a:lnTo>
                    <a:pt x="8069951" y="31179"/>
                  </a:lnTo>
                  <a:lnTo>
                    <a:pt x="8070096" y="31179"/>
                  </a:lnTo>
                  <a:lnTo>
                    <a:pt x="8070242" y="31179"/>
                  </a:lnTo>
                  <a:lnTo>
                    <a:pt x="8070387" y="31179"/>
                  </a:lnTo>
                  <a:lnTo>
                    <a:pt x="8070387" y="30555"/>
                  </a:lnTo>
                  <a:lnTo>
                    <a:pt x="8070533" y="30555"/>
                  </a:lnTo>
                  <a:lnTo>
                    <a:pt x="8070678" y="30555"/>
                  </a:lnTo>
                  <a:lnTo>
                    <a:pt x="8070824" y="30555"/>
                  </a:lnTo>
                  <a:lnTo>
                    <a:pt x="8070969" y="30555"/>
                  </a:lnTo>
                  <a:lnTo>
                    <a:pt x="8071114" y="30555"/>
                  </a:lnTo>
                  <a:lnTo>
                    <a:pt x="8071260" y="30555"/>
                  </a:lnTo>
                  <a:lnTo>
                    <a:pt x="8071405" y="30555"/>
                  </a:lnTo>
                  <a:lnTo>
                    <a:pt x="8071551" y="30555"/>
                  </a:lnTo>
                  <a:lnTo>
                    <a:pt x="8071696" y="30555"/>
                  </a:lnTo>
                  <a:lnTo>
                    <a:pt x="8071842" y="30555"/>
                  </a:lnTo>
                  <a:lnTo>
                    <a:pt x="8071987" y="30555"/>
                  </a:lnTo>
                  <a:lnTo>
                    <a:pt x="8072132" y="30555"/>
                  </a:lnTo>
                  <a:lnTo>
                    <a:pt x="8072278" y="30555"/>
                  </a:lnTo>
                  <a:lnTo>
                    <a:pt x="8072423" y="30555"/>
                  </a:lnTo>
                  <a:lnTo>
                    <a:pt x="8072569" y="30555"/>
                  </a:lnTo>
                  <a:lnTo>
                    <a:pt x="8072714" y="30555"/>
                  </a:lnTo>
                  <a:lnTo>
                    <a:pt x="8072860" y="30555"/>
                  </a:lnTo>
                  <a:lnTo>
                    <a:pt x="8073005" y="30555"/>
                  </a:lnTo>
                  <a:lnTo>
                    <a:pt x="8073150" y="30555"/>
                  </a:lnTo>
                  <a:lnTo>
                    <a:pt x="8073150" y="29931"/>
                  </a:lnTo>
                  <a:lnTo>
                    <a:pt x="8073296" y="29931"/>
                  </a:lnTo>
                  <a:lnTo>
                    <a:pt x="8073441" y="29931"/>
                  </a:lnTo>
                  <a:lnTo>
                    <a:pt x="8073587" y="29931"/>
                  </a:lnTo>
                  <a:lnTo>
                    <a:pt x="8073732" y="29931"/>
                  </a:lnTo>
                  <a:lnTo>
                    <a:pt x="8073878" y="29931"/>
                  </a:lnTo>
                  <a:lnTo>
                    <a:pt x="8074023" y="29931"/>
                  </a:lnTo>
                  <a:lnTo>
                    <a:pt x="8074168" y="29931"/>
                  </a:lnTo>
                  <a:lnTo>
                    <a:pt x="8074314" y="29931"/>
                  </a:lnTo>
                  <a:lnTo>
                    <a:pt x="8074459" y="29931"/>
                  </a:lnTo>
                  <a:lnTo>
                    <a:pt x="8074605" y="29931"/>
                  </a:lnTo>
                  <a:lnTo>
                    <a:pt x="8074750" y="29931"/>
                  </a:lnTo>
                  <a:lnTo>
                    <a:pt x="8074896" y="29931"/>
                  </a:lnTo>
                  <a:lnTo>
                    <a:pt x="8074896" y="29308"/>
                  </a:lnTo>
                  <a:lnTo>
                    <a:pt x="8075041" y="29308"/>
                  </a:lnTo>
                  <a:lnTo>
                    <a:pt x="8075186" y="29308"/>
                  </a:lnTo>
                  <a:lnTo>
                    <a:pt x="8075332" y="29308"/>
                  </a:lnTo>
                  <a:lnTo>
                    <a:pt x="8075477" y="29308"/>
                  </a:lnTo>
                  <a:lnTo>
                    <a:pt x="8075623" y="29308"/>
                  </a:lnTo>
                  <a:lnTo>
                    <a:pt x="8075768" y="29308"/>
                  </a:lnTo>
                  <a:lnTo>
                    <a:pt x="8075768" y="28684"/>
                  </a:lnTo>
                  <a:lnTo>
                    <a:pt x="8075913" y="28684"/>
                  </a:lnTo>
                  <a:lnTo>
                    <a:pt x="8076059" y="28684"/>
                  </a:lnTo>
                  <a:lnTo>
                    <a:pt x="8076204" y="28684"/>
                  </a:lnTo>
                  <a:lnTo>
                    <a:pt x="8076350" y="28684"/>
                  </a:lnTo>
                  <a:lnTo>
                    <a:pt x="8076495" y="28684"/>
                  </a:lnTo>
                  <a:lnTo>
                    <a:pt x="8076641" y="28684"/>
                  </a:lnTo>
                  <a:lnTo>
                    <a:pt x="8076786" y="28684"/>
                  </a:lnTo>
                  <a:lnTo>
                    <a:pt x="8076931" y="28684"/>
                  </a:lnTo>
                  <a:lnTo>
                    <a:pt x="8077077" y="28684"/>
                  </a:lnTo>
                  <a:lnTo>
                    <a:pt x="8077222" y="28684"/>
                  </a:lnTo>
                  <a:lnTo>
                    <a:pt x="8077368" y="28684"/>
                  </a:lnTo>
                  <a:lnTo>
                    <a:pt x="8077513" y="28684"/>
                  </a:lnTo>
                  <a:lnTo>
                    <a:pt x="8077659" y="28684"/>
                  </a:lnTo>
                  <a:lnTo>
                    <a:pt x="8077804" y="28684"/>
                  </a:lnTo>
                  <a:lnTo>
                    <a:pt x="8077949" y="28684"/>
                  </a:lnTo>
                  <a:lnTo>
                    <a:pt x="8078095" y="28684"/>
                  </a:lnTo>
                  <a:lnTo>
                    <a:pt x="8078240" y="28684"/>
                  </a:lnTo>
                  <a:lnTo>
                    <a:pt x="8078386" y="28684"/>
                  </a:lnTo>
                  <a:lnTo>
                    <a:pt x="8078531" y="28684"/>
                  </a:lnTo>
                  <a:lnTo>
                    <a:pt x="8078677" y="28684"/>
                  </a:lnTo>
                  <a:lnTo>
                    <a:pt x="8078822" y="28684"/>
                  </a:lnTo>
                  <a:lnTo>
                    <a:pt x="8078967" y="28684"/>
                  </a:lnTo>
                  <a:lnTo>
                    <a:pt x="8079113" y="28684"/>
                  </a:lnTo>
                  <a:lnTo>
                    <a:pt x="8079258" y="28684"/>
                  </a:lnTo>
                  <a:lnTo>
                    <a:pt x="8079404" y="28684"/>
                  </a:lnTo>
                  <a:lnTo>
                    <a:pt x="8079549" y="28684"/>
                  </a:lnTo>
                  <a:lnTo>
                    <a:pt x="8079695" y="28684"/>
                  </a:lnTo>
                  <a:lnTo>
                    <a:pt x="8079840" y="28684"/>
                  </a:lnTo>
                  <a:lnTo>
                    <a:pt x="8079985" y="28684"/>
                  </a:lnTo>
                  <a:lnTo>
                    <a:pt x="8080131" y="28684"/>
                  </a:lnTo>
                  <a:lnTo>
                    <a:pt x="8080276" y="28684"/>
                  </a:lnTo>
                  <a:lnTo>
                    <a:pt x="8080422" y="28684"/>
                  </a:lnTo>
                  <a:lnTo>
                    <a:pt x="8080567" y="28684"/>
                  </a:lnTo>
                  <a:lnTo>
                    <a:pt x="8080713" y="28684"/>
                  </a:lnTo>
                  <a:lnTo>
                    <a:pt x="8080858" y="28684"/>
                  </a:lnTo>
                  <a:lnTo>
                    <a:pt x="8081003" y="28684"/>
                  </a:lnTo>
                  <a:lnTo>
                    <a:pt x="8081149" y="28684"/>
                  </a:lnTo>
                  <a:lnTo>
                    <a:pt x="8081294" y="28684"/>
                  </a:lnTo>
                  <a:lnTo>
                    <a:pt x="8081440" y="28684"/>
                  </a:lnTo>
                  <a:lnTo>
                    <a:pt x="8081585" y="28684"/>
                  </a:lnTo>
                  <a:lnTo>
                    <a:pt x="8081730" y="28684"/>
                  </a:lnTo>
                  <a:lnTo>
                    <a:pt x="8081876" y="28684"/>
                  </a:lnTo>
                  <a:lnTo>
                    <a:pt x="8082021" y="28684"/>
                  </a:lnTo>
                  <a:lnTo>
                    <a:pt x="8082167" y="28684"/>
                  </a:lnTo>
                  <a:lnTo>
                    <a:pt x="8082312" y="28684"/>
                  </a:lnTo>
                  <a:lnTo>
                    <a:pt x="8082458" y="28684"/>
                  </a:lnTo>
                  <a:lnTo>
                    <a:pt x="8082603" y="28684"/>
                  </a:lnTo>
                  <a:lnTo>
                    <a:pt x="8082748" y="28684"/>
                  </a:lnTo>
                  <a:lnTo>
                    <a:pt x="8082894" y="28684"/>
                  </a:lnTo>
                  <a:lnTo>
                    <a:pt x="8083039" y="28684"/>
                  </a:lnTo>
                  <a:lnTo>
                    <a:pt x="8083185" y="28684"/>
                  </a:lnTo>
                  <a:lnTo>
                    <a:pt x="8083330" y="28684"/>
                  </a:lnTo>
                  <a:lnTo>
                    <a:pt x="8083476" y="28684"/>
                  </a:lnTo>
                  <a:lnTo>
                    <a:pt x="8083621" y="28684"/>
                  </a:lnTo>
                  <a:lnTo>
                    <a:pt x="8083766" y="28684"/>
                  </a:lnTo>
                  <a:lnTo>
                    <a:pt x="8083912" y="28684"/>
                  </a:lnTo>
                  <a:lnTo>
                    <a:pt x="8084057" y="28684"/>
                  </a:lnTo>
                  <a:lnTo>
                    <a:pt x="8084203" y="28684"/>
                  </a:lnTo>
                  <a:lnTo>
                    <a:pt x="8084348" y="28684"/>
                  </a:lnTo>
                  <a:lnTo>
                    <a:pt x="8084494" y="28684"/>
                  </a:lnTo>
                  <a:lnTo>
                    <a:pt x="8084639" y="28684"/>
                  </a:lnTo>
                  <a:lnTo>
                    <a:pt x="8084784" y="28684"/>
                  </a:lnTo>
                  <a:lnTo>
                    <a:pt x="8084930" y="28684"/>
                  </a:lnTo>
                  <a:lnTo>
                    <a:pt x="8085075" y="28684"/>
                  </a:lnTo>
                  <a:lnTo>
                    <a:pt x="8085221" y="28684"/>
                  </a:lnTo>
                  <a:lnTo>
                    <a:pt x="8085366" y="28684"/>
                  </a:lnTo>
                  <a:lnTo>
                    <a:pt x="8085512" y="28684"/>
                  </a:lnTo>
                  <a:lnTo>
                    <a:pt x="8085657" y="28684"/>
                  </a:lnTo>
                  <a:lnTo>
                    <a:pt x="8085802" y="28684"/>
                  </a:lnTo>
                  <a:lnTo>
                    <a:pt x="8085948" y="28684"/>
                  </a:lnTo>
                  <a:lnTo>
                    <a:pt x="8085948" y="28061"/>
                  </a:lnTo>
                  <a:lnTo>
                    <a:pt x="8086093" y="28061"/>
                  </a:lnTo>
                  <a:lnTo>
                    <a:pt x="8086239" y="28061"/>
                  </a:lnTo>
                  <a:lnTo>
                    <a:pt x="8086384" y="28061"/>
                  </a:lnTo>
                  <a:lnTo>
                    <a:pt x="8086530" y="28061"/>
                  </a:lnTo>
                  <a:lnTo>
                    <a:pt x="8086675" y="28061"/>
                  </a:lnTo>
                  <a:lnTo>
                    <a:pt x="8086820" y="28061"/>
                  </a:lnTo>
                  <a:lnTo>
                    <a:pt x="8086966" y="28061"/>
                  </a:lnTo>
                  <a:lnTo>
                    <a:pt x="8087111" y="28061"/>
                  </a:lnTo>
                  <a:lnTo>
                    <a:pt x="8087257" y="28061"/>
                  </a:lnTo>
                  <a:lnTo>
                    <a:pt x="8087402" y="28061"/>
                  </a:lnTo>
                  <a:lnTo>
                    <a:pt x="8087548" y="28061"/>
                  </a:lnTo>
                  <a:lnTo>
                    <a:pt x="8087693" y="28061"/>
                  </a:lnTo>
                  <a:lnTo>
                    <a:pt x="8087838" y="28061"/>
                  </a:lnTo>
                  <a:lnTo>
                    <a:pt x="8087984" y="28061"/>
                  </a:lnTo>
                  <a:lnTo>
                    <a:pt x="8088129" y="28061"/>
                  </a:lnTo>
                  <a:lnTo>
                    <a:pt x="8088275" y="28061"/>
                  </a:lnTo>
                  <a:lnTo>
                    <a:pt x="8088420" y="28061"/>
                  </a:lnTo>
                  <a:lnTo>
                    <a:pt x="8088565" y="28061"/>
                  </a:lnTo>
                  <a:lnTo>
                    <a:pt x="8088711" y="28061"/>
                  </a:lnTo>
                  <a:lnTo>
                    <a:pt x="8088856" y="28061"/>
                  </a:lnTo>
                  <a:lnTo>
                    <a:pt x="8089002" y="28061"/>
                  </a:lnTo>
                  <a:lnTo>
                    <a:pt x="8089147" y="28061"/>
                  </a:lnTo>
                  <a:lnTo>
                    <a:pt x="8089293" y="28061"/>
                  </a:lnTo>
                  <a:lnTo>
                    <a:pt x="8089293" y="27437"/>
                  </a:lnTo>
                  <a:lnTo>
                    <a:pt x="8089438" y="27437"/>
                  </a:lnTo>
                  <a:lnTo>
                    <a:pt x="8089583" y="27437"/>
                  </a:lnTo>
                  <a:lnTo>
                    <a:pt x="8089729" y="27437"/>
                  </a:lnTo>
                  <a:lnTo>
                    <a:pt x="8089874" y="27437"/>
                  </a:lnTo>
                  <a:lnTo>
                    <a:pt x="8090020" y="27437"/>
                  </a:lnTo>
                  <a:lnTo>
                    <a:pt x="8090165" y="27437"/>
                  </a:lnTo>
                  <a:lnTo>
                    <a:pt x="8090311" y="27437"/>
                  </a:lnTo>
                  <a:lnTo>
                    <a:pt x="8090456" y="27437"/>
                  </a:lnTo>
                  <a:lnTo>
                    <a:pt x="8090601" y="27437"/>
                  </a:lnTo>
                  <a:lnTo>
                    <a:pt x="8090747" y="27437"/>
                  </a:lnTo>
                  <a:lnTo>
                    <a:pt x="8090892" y="27437"/>
                  </a:lnTo>
                  <a:lnTo>
                    <a:pt x="8091038" y="27437"/>
                  </a:lnTo>
                  <a:lnTo>
                    <a:pt x="8091183" y="27437"/>
                  </a:lnTo>
                  <a:lnTo>
                    <a:pt x="8091329" y="27437"/>
                  </a:lnTo>
                  <a:lnTo>
                    <a:pt x="8091474" y="27437"/>
                  </a:lnTo>
                  <a:lnTo>
                    <a:pt x="8091619" y="27437"/>
                  </a:lnTo>
                  <a:lnTo>
                    <a:pt x="8091765" y="27437"/>
                  </a:lnTo>
                  <a:lnTo>
                    <a:pt x="8091910" y="27437"/>
                  </a:lnTo>
                  <a:lnTo>
                    <a:pt x="8092056" y="27437"/>
                  </a:lnTo>
                  <a:lnTo>
                    <a:pt x="8092201" y="27437"/>
                  </a:lnTo>
                  <a:lnTo>
                    <a:pt x="8092347" y="27437"/>
                  </a:lnTo>
                  <a:lnTo>
                    <a:pt x="8092492" y="27437"/>
                  </a:lnTo>
                  <a:lnTo>
                    <a:pt x="8092637" y="27437"/>
                  </a:lnTo>
                  <a:lnTo>
                    <a:pt x="8092783" y="27437"/>
                  </a:lnTo>
                  <a:lnTo>
                    <a:pt x="8092928" y="27437"/>
                  </a:lnTo>
                  <a:lnTo>
                    <a:pt x="8093074" y="27437"/>
                  </a:lnTo>
                  <a:lnTo>
                    <a:pt x="8093219" y="27437"/>
                  </a:lnTo>
                  <a:lnTo>
                    <a:pt x="8093365" y="27437"/>
                  </a:lnTo>
                  <a:lnTo>
                    <a:pt x="8093510" y="27437"/>
                  </a:lnTo>
                  <a:lnTo>
                    <a:pt x="8093655" y="27437"/>
                  </a:lnTo>
                  <a:lnTo>
                    <a:pt x="8093801" y="27437"/>
                  </a:lnTo>
                  <a:lnTo>
                    <a:pt x="8093801" y="26814"/>
                  </a:lnTo>
                  <a:lnTo>
                    <a:pt x="8093946" y="26814"/>
                  </a:lnTo>
                  <a:lnTo>
                    <a:pt x="8094092" y="26814"/>
                  </a:lnTo>
                  <a:lnTo>
                    <a:pt x="8094237" y="26814"/>
                  </a:lnTo>
                  <a:lnTo>
                    <a:pt x="8094383" y="26814"/>
                  </a:lnTo>
                  <a:lnTo>
                    <a:pt x="8094528" y="26814"/>
                  </a:lnTo>
                  <a:lnTo>
                    <a:pt x="8094673" y="26814"/>
                  </a:lnTo>
                  <a:lnTo>
                    <a:pt x="8094819" y="26814"/>
                  </a:lnTo>
                  <a:lnTo>
                    <a:pt x="8094964" y="26814"/>
                  </a:lnTo>
                  <a:lnTo>
                    <a:pt x="8095110" y="26814"/>
                  </a:lnTo>
                  <a:lnTo>
                    <a:pt x="8095255" y="26814"/>
                  </a:lnTo>
                  <a:lnTo>
                    <a:pt x="8095400" y="26814"/>
                  </a:lnTo>
                  <a:lnTo>
                    <a:pt x="8095546" y="26814"/>
                  </a:lnTo>
                  <a:lnTo>
                    <a:pt x="8095691" y="26814"/>
                  </a:lnTo>
                  <a:lnTo>
                    <a:pt x="8095837" y="26814"/>
                  </a:lnTo>
                  <a:lnTo>
                    <a:pt x="8095982" y="26814"/>
                  </a:lnTo>
                  <a:lnTo>
                    <a:pt x="8096128" y="26814"/>
                  </a:lnTo>
                  <a:lnTo>
                    <a:pt x="8096273" y="26814"/>
                  </a:lnTo>
                  <a:lnTo>
                    <a:pt x="8096273" y="26190"/>
                  </a:lnTo>
                  <a:lnTo>
                    <a:pt x="8096418" y="26190"/>
                  </a:lnTo>
                  <a:lnTo>
                    <a:pt x="8096564" y="26190"/>
                  </a:lnTo>
                  <a:lnTo>
                    <a:pt x="8096709" y="26190"/>
                  </a:lnTo>
                  <a:lnTo>
                    <a:pt x="8096855" y="26190"/>
                  </a:lnTo>
                  <a:lnTo>
                    <a:pt x="8097000" y="26190"/>
                  </a:lnTo>
                  <a:lnTo>
                    <a:pt x="8097146" y="26190"/>
                  </a:lnTo>
                  <a:lnTo>
                    <a:pt x="8097291" y="26190"/>
                  </a:lnTo>
                  <a:lnTo>
                    <a:pt x="8097436" y="26190"/>
                  </a:lnTo>
                  <a:lnTo>
                    <a:pt x="8097582" y="26190"/>
                  </a:lnTo>
                  <a:lnTo>
                    <a:pt x="8097727" y="26190"/>
                  </a:lnTo>
                  <a:lnTo>
                    <a:pt x="8097873" y="26190"/>
                  </a:lnTo>
                  <a:lnTo>
                    <a:pt x="8098018" y="26190"/>
                  </a:lnTo>
                  <a:lnTo>
                    <a:pt x="8098164" y="26190"/>
                  </a:lnTo>
                  <a:lnTo>
                    <a:pt x="8098309" y="26190"/>
                  </a:lnTo>
                  <a:lnTo>
                    <a:pt x="8098454" y="26190"/>
                  </a:lnTo>
                  <a:lnTo>
                    <a:pt x="8098600" y="26190"/>
                  </a:lnTo>
                  <a:lnTo>
                    <a:pt x="8098745" y="26190"/>
                  </a:lnTo>
                  <a:lnTo>
                    <a:pt x="8098891" y="26190"/>
                  </a:lnTo>
                  <a:lnTo>
                    <a:pt x="8099036" y="26190"/>
                  </a:lnTo>
                  <a:lnTo>
                    <a:pt x="8099182" y="26190"/>
                  </a:lnTo>
                  <a:lnTo>
                    <a:pt x="8099327" y="26190"/>
                  </a:lnTo>
                  <a:lnTo>
                    <a:pt x="8099472" y="26190"/>
                  </a:lnTo>
                  <a:lnTo>
                    <a:pt x="8099618" y="26190"/>
                  </a:lnTo>
                  <a:lnTo>
                    <a:pt x="8099763" y="26190"/>
                  </a:lnTo>
                  <a:lnTo>
                    <a:pt x="8099909" y="26190"/>
                  </a:lnTo>
                  <a:lnTo>
                    <a:pt x="8100054" y="26190"/>
                  </a:lnTo>
                  <a:lnTo>
                    <a:pt x="8100200" y="26190"/>
                  </a:lnTo>
                  <a:lnTo>
                    <a:pt x="8100345" y="26190"/>
                  </a:lnTo>
                  <a:lnTo>
                    <a:pt x="8100490" y="26190"/>
                  </a:lnTo>
                  <a:lnTo>
                    <a:pt x="8100636" y="26190"/>
                  </a:lnTo>
                  <a:lnTo>
                    <a:pt x="8100781" y="26190"/>
                  </a:lnTo>
                  <a:lnTo>
                    <a:pt x="8100927" y="26190"/>
                  </a:lnTo>
                  <a:lnTo>
                    <a:pt x="8101072" y="26190"/>
                  </a:lnTo>
                  <a:lnTo>
                    <a:pt x="8101072" y="25566"/>
                  </a:lnTo>
                  <a:lnTo>
                    <a:pt x="8101218" y="25566"/>
                  </a:lnTo>
                  <a:lnTo>
                    <a:pt x="8101363" y="25566"/>
                  </a:lnTo>
                  <a:lnTo>
                    <a:pt x="8101508" y="25566"/>
                  </a:lnTo>
                  <a:lnTo>
                    <a:pt x="8101654" y="25566"/>
                  </a:lnTo>
                  <a:lnTo>
                    <a:pt x="8101799" y="25566"/>
                  </a:lnTo>
                  <a:lnTo>
                    <a:pt x="8101945" y="25566"/>
                  </a:lnTo>
                  <a:lnTo>
                    <a:pt x="8102090" y="25566"/>
                  </a:lnTo>
                  <a:lnTo>
                    <a:pt x="8102235" y="25566"/>
                  </a:lnTo>
                  <a:lnTo>
                    <a:pt x="8102381" y="25566"/>
                  </a:lnTo>
                  <a:lnTo>
                    <a:pt x="8102526" y="25566"/>
                  </a:lnTo>
                  <a:lnTo>
                    <a:pt x="8102672" y="25566"/>
                  </a:lnTo>
                  <a:lnTo>
                    <a:pt x="8102817" y="25566"/>
                  </a:lnTo>
                  <a:lnTo>
                    <a:pt x="8102963" y="25566"/>
                  </a:lnTo>
                  <a:lnTo>
                    <a:pt x="8103108" y="25566"/>
                  </a:lnTo>
                  <a:lnTo>
                    <a:pt x="8103253" y="25566"/>
                  </a:lnTo>
                  <a:lnTo>
                    <a:pt x="8103399" y="25566"/>
                  </a:lnTo>
                  <a:lnTo>
                    <a:pt x="8103544" y="25566"/>
                  </a:lnTo>
                  <a:lnTo>
                    <a:pt x="8103690" y="25566"/>
                  </a:lnTo>
                  <a:lnTo>
                    <a:pt x="8103835" y="25566"/>
                  </a:lnTo>
                  <a:lnTo>
                    <a:pt x="8103981" y="25566"/>
                  </a:lnTo>
                  <a:lnTo>
                    <a:pt x="8104126" y="25566"/>
                  </a:lnTo>
                  <a:lnTo>
                    <a:pt x="8104271" y="25566"/>
                  </a:lnTo>
                  <a:lnTo>
                    <a:pt x="8104417" y="25566"/>
                  </a:lnTo>
                  <a:lnTo>
                    <a:pt x="8104562" y="25566"/>
                  </a:lnTo>
                  <a:lnTo>
                    <a:pt x="8104708" y="25566"/>
                  </a:lnTo>
                  <a:lnTo>
                    <a:pt x="8104853" y="25566"/>
                  </a:lnTo>
                  <a:lnTo>
                    <a:pt x="8104999" y="25566"/>
                  </a:lnTo>
                  <a:lnTo>
                    <a:pt x="8105144" y="25566"/>
                  </a:lnTo>
                  <a:lnTo>
                    <a:pt x="8105289" y="25566"/>
                  </a:lnTo>
                  <a:lnTo>
                    <a:pt x="8105435" y="25566"/>
                  </a:lnTo>
                  <a:lnTo>
                    <a:pt x="8105580" y="25566"/>
                  </a:lnTo>
                  <a:lnTo>
                    <a:pt x="8105726" y="25566"/>
                  </a:lnTo>
                  <a:lnTo>
                    <a:pt x="8105871" y="25566"/>
                  </a:lnTo>
                  <a:lnTo>
                    <a:pt x="8106017" y="25566"/>
                  </a:lnTo>
                  <a:lnTo>
                    <a:pt x="8106162" y="25566"/>
                  </a:lnTo>
                  <a:lnTo>
                    <a:pt x="8106307" y="25566"/>
                  </a:lnTo>
                  <a:lnTo>
                    <a:pt x="8106453" y="25566"/>
                  </a:lnTo>
                  <a:lnTo>
                    <a:pt x="8106598" y="25566"/>
                  </a:lnTo>
                  <a:lnTo>
                    <a:pt x="8106744" y="25566"/>
                  </a:lnTo>
                  <a:lnTo>
                    <a:pt x="8106889" y="25566"/>
                  </a:lnTo>
                  <a:lnTo>
                    <a:pt x="8107035" y="25566"/>
                  </a:lnTo>
                  <a:lnTo>
                    <a:pt x="8107180" y="25566"/>
                  </a:lnTo>
                  <a:lnTo>
                    <a:pt x="8107325" y="25566"/>
                  </a:lnTo>
                  <a:lnTo>
                    <a:pt x="8107471" y="25566"/>
                  </a:lnTo>
                  <a:lnTo>
                    <a:pt x="8107616" y="25566"/>
                  </a:lnTo>
                  <a:lnTo>
                    <a:pt x="8107762" y="25566"/>
                  </a:lnTo>
                  <a:lnTo>
                    <a:pt x="8107907" y="25566"/>
                  </a:lnTo>
                  <a:lnTo>
                    <a:pt x="8108053" y="25566"/>
                  </a:lnTo>
                  <a:lnTo>
                    <a:pt x="8108198" y="25566"/>
                  </a:lnTo>
                  <a:lnTo>
                    <a:pt x="8108343" y="25566"/>
                  </a:lnTo>
                  <a:lnTo>
                    <a:pt x="8108489" y="25566"/>
                  </a:lnTo>
                  <a:lnTo>
                    <a:pt x="8108634" y="25566"/>
                  </a:lnTo>
                  <a:lnTo>
                    <a:pt x="8108780" y="25566"/>
                  </a:lnTo>
                  <a:lnTo>
                    <a:pt x="8108925" y="25566"/>
                  </a:lnTo>
                  <a:lnTo>
                    <a:pt x="8109070" y="25566"/>
                  </a:lnTo>
                  <a:lnTo>
                    <a:pt x="8109216" y="25566"/>
                  </a:lnTo>
                  <a:lnTo>
                    <a:pt x="8109361" y="25566"/>
                  </a:lnTo>
                  <a:lnTo>
                    <a:pt x="8109507" y="25566"/>
                  </a:lnTo>
                  <a:lnTo>
                    <a:pt x="8109652" y="25566"/>
                  </a:lnTo>
                  <a:lnTo>
                    <a:pt x="8109798" y="25566"/>
                  </a:lnTo>
                  <a:lnTo>
                    <a:pt x="8109943" y="25566"/>
                  </a:lnTo>
                  <a:lnTo>
                    <a:pt x="8110088" y="25566"/>
                  </a:lnTo>
                  <a:lnTo>
                    <a:pt x="8110234" y="25566"/>
                  </a:lnTo>
                  <a:lnTo>
                    <a:pt x="8110379" y="25566"/>
                  </a:lnTo>
                  <a:lnTo>
                    <a:pt x="8110525" y="25566"/>
                  </a:lnTo>
                  <a:lnTo>
                    <a:pt x="8110670" y="25566"/>
                  </a:lnTo>
                  <a:lnTo>
                    <a:pt x="8110816" y="25566"/>
                  </a:lnTo>
                  <a:lnTo>
                    <a:pt x="8110961" y="25566"/>
                  </a:lnTo>
                  <a:lnTo>
                    <a:pt x="8111106" y="25566"/>
                  </a:lnTo>
                  <a:lnTo>
                    <a:pt x="8111252" y="25566"/>
                  </a:lnTo>
                  <a:lnTo>
                    <a:pt x="8111397" y="25566"/>
                  </a:lnTo>
                  <a:lnTo>
                    <a:pt x="8111543" y="25566"/>
                  </a:lnTo>
                  <a:lnTo>
                    <a:pt x="8111688" y="25566"/>
                  </a:lnTo>
                  <a:lnTo>
                    <a:pt x="8111834" y="25566"/>
                  </a:lnTo>
                  <a:lnTo>
                    <a:pt x="8111979" y="25566"/>
                  </a:lnTo>
                  <a:lnTo>
                    <a:pt x="8112124" y="25566"/>
                  </a:lnTo>
                  <a:lnTo>
                    <a:pt x="8112270" y="25566"/>
                  </a:lnTo>
                  <a:lnTo>
                    <a:pt x="8112415" y="25566"/>
                  </a:lnTo>
                  <a:lnTo>
                    <a:pt x="8112561" y="25566"/>
                  </a:lnTo>
                  <a:lnTo>
                    <a:pt x="8112706" y="25566"/>
                  </a:lnTo>
                  <a:lnTo>
                    <a:pt x="8112852" y="25566"/>
                  </a:lnTo>
                  <a:lnTo>
                    <a:pt x="8112997" y="25566"/>
                  </a:lnTo>
                  <a:lnTo>
                    <a:pt x="8113142" y="25566"/>
                  </a:lnTo>
                  <a:lnTo>
                    <a:pt x="8113288" y="25566"/>
                  </a:lnTo>
                  <a:lnTo>
                    <a:pt x="8113433" y="25566"/>
                  </a:lnTo>
                  <a:lnTo>
                    <a:pt x="8113579" y="25566"/>
                  </a:lnTo>
                  <a:lnTo>
                    <a:pt x="8113724" y="25566"/>
                  </a:lnTo>
                  <a:lnTo>
                    <a:pt x="8113870" y="25566"/>
                  </a:lnTo>
                  <a:lnTo>
                    <a:pt x="8114015" y="25566"/>
                  </a:lnTo>
                  <a:lnTo>
                    <a:pt x="8114160" y="25566"/>
                  </a:lnTo>
                  <a:lnTo>
                    <a:pt x="8114306" y="25566"/>
                  </a:lnTo>
                  <a:lnTo>
                    <a:pt x="8114451" y="25566"/>
                  </a:lnTo>
                  <a:lnTo>
                    <a:pt x="8114597" y="25566"/>
                  </a:lnTo>
                  <a:lnTo>
                    <a:pt x="8114742" y="25566"/>
                  </a:lnTo>
                  <a:lnTo>
                    <a:pt x="8114888" y="25566"/>
                  </a:lnTo>
                  <a:lnTo>
                    <a:pt x="8115033" y="25566"/>
                  </a:lnTo>
                  <a:lnTo>
                    <a:pt x="8115178" y="25566"/>
                  </a:lnTo>
                  <a:lnTo>
                    <a:pt x="8115324" y="25566"/>
                  </a:lnTo>
                  <a:lnTo>
                    <a:pt x="8115469" y="25566"/>
                  </a:lnTo>
                  <a:lnTo>
                    <a:pt x="8115615" y="25566"/>
                  </a:lnTo>
                  <a:lnTo>
                    <a:pt x="8115760" y="25566"/>
                  </a:lnTo>
                  <a:lnTo>
                    <a:pt x="8115905" y="25566"/>
                  </a:lnTo>
                  <a:lnTo>
                    <a:pt x="8116051" y="25566"/>
                  </a:lnTo>
                  <a:lnTo>
                    <a:pt x="8116196" y="25566"/>
                  </a:lnTo>
                  <a:lnTo>
                    <a:pt x="8116342" y="25566"/>
                  </a:lnTo>
                  <a:lnTo>
                    <a:pt x="8116487" y="25566"/>
                  </a:lnTo>
                  <a:lnTo>
                    <a:pt x="8116633" y="25566"/>
                  </a:lnTo>
                  <a:lnTo>
                    <a:pt x="8116778" y="25566"/>
                  </a:lnTo>
                  <a:lnTo>
                    <a:pt x="8116923" y="25566"/>
                  </a:lnTo>
                  <a:lnTo>
                    <a:pt x="8117069" y="25566"/>
                  </a:lnTo>
                  <a:lnTo>
                    <a:pt x="8117214" y="25566"/>
                  </a:lnTo>
                  <a:lnTo>
                    <a:pt x="8117360" y="25566"/>
                  </a:lnTo>
                  <a:lnTo>
                    <a:pt x="8117505" y="25566"/>
                  </a:lnTo>
                  <a:lnTo>
                    <a:pt x="8117651" y="25566"/>
                  </a:lnTo>
                  <a:lnTo>
                    <a:pt x="8117796" y="25566"/>
                  </a:lnTo>
                  <a:lnTo>
                    <a:pt x="8117941" y="25566"/>
                  </a:lnTo>
                  <a:lnTo>
                    <a:pt x="8118087" y="25566"/>
                  </a:lnTo>
                  <a:lnTo>
                    <a:pt x="8118232" y="25566"/>
                  </a:lnTo>
                  <a:lnTo>
                    <a:pt x="8118378" y="25566"/>
                  </a:lnTo>
                  <a:lnTo>
                    <a:pt x="8118523" y="25566"/>
                  </a:lnTo>
                  <a:lnTo>
                    <a:pt x="8118669" y="25566"/>
                  </a:lnTo>
                  <a:lnTo>
                    <a:pt x="8118814" y="25566"/>
                  </a:lnTo>
                  <a:lnTo>
                    <a:pt x="8118959" y="25566"/>
                  </a:lnTo>
                  <a:lnTo>
                    <a:pt x="8119105" y="25566"/>
                  </a:lnTo>
                  <a:lnTo>
                    <a:pt x="8119105" y="24943"/>
                  </a:lnTo>
                  <a:lnTo>
                    <a:pt x="8119250" y="24943"/>
                  </a:lnTo>
                  <a:lnTo>
                    <a:pt x="8119396" y="24943"/>
                  </a:lnTo>
                  <a:lnTo>
                    <a:pt x="8119541" y="24943"/>
                  </a:lnTo>
                  <a:lnTo>
                    <a:pt x="8119687" y="24943"/>
                  </a:lnTo>
                  <a:lnTo>
                    <a:pt x="8119832" y="24943"/>
                  </a:lnTo>
                  <a:lnTo>
                    <a:pt x="8119832" y="24319"/>
                  </a:lnTo>
                  <a:lnTo>
                    <a:pt x="8119977" y="24319"/>
                  </a:lnTo>
                  <a:lnTo>
                    <a:pt x="8120123" y="24319"/>
                  </a:lnTo>
                  <a:lnTo>
                    <a:pt x="8120268" y="24319"/>
                  </a:lnTo>
                  <a:lnTo>
                    <a:pt x="8120414" y="24319"/>
                  </a:lnTo>
                  <a:lnTo>
                    <a:pt x="8120559" y="24319"/>
                  </a:lnTo>
                  <a:lnTo>
                    <a:pt x="8120705" y="24319"/>
                  </a:lnTo>
                  <a:lnTo>
                    <a:pt x="8120850" y="24319"/>
                  </a:lnTo>
                  <a:lnTo>
                    <a:pt x="8120995" y="24319"/>
                  </a:lnTo>
                  <a:lnTo>
                    <a:pt x="8121141" y="24319"/>
                  </a:lnTo>
                  <a:lnTo>
                    <a:pt x="8121286" y="24319"/>
                  </a:lnTo>
                  <a:lnTo>
                    <a:pt x="8121432" y="24319"/>
                  </a:lnTo>
                  <a:lnTo>
                    <a:pt x="8121577" y="24319"/>
                  </a:lnTo>
                  <a:lnTo>
                    <a:pt x="8121723" y="24319"/>
                  </a:lnTo>
                  <a:lnTo>
                    <a:pt x="8121868" y="24319"/>
                  </a:lnTo>
                  <a:lnTo>
                    <a:pt x="8122013" y="24319"/>
                  </a:lnTo>
                  <a:lnTo>
                    <a:pt x="8122159" y="24319"/>
                  </a:lnTo>
                  <a:lnTo>
                    <a:pt x="8122304" y="24319"/>
                  </a:lnTo>
                  <a:lnTo>
                    <a:pt x="8122450" y="24319"/>
                  </a:lnTo>
                  <a:lnTo>
                    <a:pt x="8122595" y="24319"/>
                  </a:lnTo>
                  <a:lnTo>
                    <a:pt x="8122740" y="24319"/>
                  </a:lnTo>
                  <a:lnTo>
                    <a:pt x="8122886" y="24319"/>
                  </a:lnTo>
                  <a:lnTo>
                    <a:pt x="8123031" y="24319"/>
                  </a:lnTo>
                  <a:lnTo>
                    <a:pt x="8123177" y="24319"/>
                  </a:lnTo>
                  <a:lnTo>
                    <a:pt x="8123322" y="24319"/>
                  </a:lnTo>
                  <a:lnTo>
                    <a:pt x="8123468" y="24319"/>
                  </a:lnTo>
                  <a:lnTo>
                    <a:pt x="8123613" y="24319"/>
                  </a:lnTo>
                  <a:lnTo>
                    <a:pt x="8123758" y="24319"/>
                  </a:lnTo>
                  <a:lnTo>
                    <a:pt x="8123904" y="24319"/>
                  </a:lnTo>
                  <a:lnTo>
                    <a:pt x="8124049" y="24319"/>
                  </a:lnTo>
                  <a:lnTo>
                    <a:pt x="8124195" y="24319"/>
                  </a:lnTo>
                  <a:lnTo>
                    <a:pt x="8124340" y="24319"/>
                  </a:lnTo>
                  <a:lnTo>
                    <a:pt x="8124486" y="24319"/>
                  </a:lnTo>
                  <a:lnTo>
                    <a:pt x="8124631" y="24319"/>
                  </a:lnTo>
                  <a:lnTo>
                    <a:pt x="8124776" y="24319"/>
                  </a:lnTo>
                  <a:lnTo>
                    <a:pt x="8124922" y="24319"/>
                  </a:lnTo>
                  <a:lnTo>
                    <a:pt x="8125067" y="24319"/>
                  </a:lnTo>
                  <a:lnTo>
                    <a:pt x="8125213" y="24319"/>
                  </a:lnTo>
                  <a:lnTo>
                    <a:pt x="8125358" y="24319"/>
                  </a:lnTo>
                  <a:lnTo>
                    <a:pt x="8125504" y="24319"/>
                  </a:lnTo>
                  <a:lnTo>
                    <a:pt x="8125649" y="24319"/>
                  </a:lnTo>
                  <a:lnTo>
                    <a:pt x="8125794" y="24319"/>
                  </a:lnTo>
                  <a:lnTo>
                    <a:pt x="8125940" y="24319"/>
                  </a:lnTo>
                  <a:lnTo>
                    <a:pt x="8126085" y="24319"/>
                  </a:lnTo>
                  <a:lnTo>
                    <a:pt x="8126231" y="24319"/>
                  </a:lnTo>
                  <a:lnTo>
                    <a:pt x="8126376" y="24319"/>
                  </a:lnTo>
                  <a:lnTo>
                    <a:pt x="8126522" y="24319"/>
                  </a:lnTo>
                  <a:lnTo>
                    <a:pt x="8126667" y="24319"/>
                  </a:lnTo>
                  <a:lnTo>
                    <a:pt x="8126812" y="24319"/>
                  </a:lnTo>
                  <a:lnTo>
                    <a:pt x="8126958" y="24319"/>
                  </a:lnTo>
                  <a:lnTo>
                    <a:pt x="8127103" y="24319"/>
                  </a:lnTo>
                  <a:lnTo>
                    <a:pt x="8127249" y="24319"/>
                  </a:lnTo>
                  <a:lnTo>
                    <a:pt x="8127394" y="24319"/>
                  </a:lnTo>
                  <a:lnTo>
                    <a:pt x="8127540" y="24319"/>
                  </a:lnTo>
                  <a:lnTo>
                    <a:pt x="8127685" y="24319"/>
                  </a:lnTo>
                  <a:lnTo>
                    <a:pt x="8127830" y="24319"/>
                  </a:lnTo>
                  <a:lnTo>
                    <a:pt x="8127976" y="24319"/>
                  </a:lnTo>
                  <a:lnTo>
                    <a:pt x="8128121" y="24319"/>
                  </a:lnTo>
                  <a:lnTo>
                    <a:pt x="8128121" y="23696"/>
                  </a:lnTo>
                  <a:lnTo>
                    <a:pt x="8128267" y="23696"/>
                  </a:lnTo>
                  <a:lnTo>
                    <a:pt x="8128412" y="23696"/>
                  </a:lnTo>
                  <a:lnTo>
                    <a:pt x="8128558" y="23696"/>
                  </a:lnTo>
                  <a:lnTo>
                    <a:pt x="8128703" y="23696"/>
                  </a:lnTo>
                  <a:lnTo>
                    <a:pt x="8128848" y="23696"/>
                  </a:lnTo>
                  <a:lnTo>
                    <a:pt x="8128994" y="23696"/>
                  </a:lnTo>
                  <a:lnTo>
                    <a:pt x="8129139" y="23696"/>
                  </a:lnTo>
                  <a:lnTo>
                    <a:pt x="8129285" y="23696"/>
                  </a:lnTo>
                  <a:lnTo>
                    <a:pt x="8129430" y="23696"/>
                  </a:lnTo>
                  <a:lnTo>
                    <a:pt x="8129575" y="23696"/>
                  </a:lnTo>
                  <a:lnTo>
                    <a:pt x="8129721" y="23696"/>
                  </a:lnTo>
                  <a:lnTo>
                    <a:pt x="8129866" y="23696"/>
                  </a:lnTo>
                  <a:lnTo>
                    <a:pt x="8130012" y="23696"/>
                  </a:lnTo>
                  <a:lnTo>
                    <a:pt x="8130157" y="23696"/>
                  </a:lnTo>
                  <a:lnTo>
                    <a:pt x="8130303" y="23696"/>
                  </a:lnTo>
                  <a:lnTo>
                    <a:pt x="8130448" y="23696"/>
                  </a:lnTo>
                  <a:lnTo>
                    <a:pt x="8130593" y="23696"/>
                  </a:lnTo>
                  <a:lnTo>
                    <a:pt x="8130739" y="23696"/>
                  </a:lnTo>
                  <a:lnTo>
                    <a:pt x="8130884" y="23696"/>
                  </a:lnTo>
                  <a:lnTo>
                    <a:pt x="8131030" y="23696"/>
                  </a:lnTo>
                  <a:lnTo>
                    <a:pt x="8131175" y="23696"/>
                  </a:lnTo>
                  <a:lnTo>
                    <a:pt x="8131321" y="23696"/>
                  </a:lnTo>
                  <a:lnTo>
                    <a:pt x="8131466" y="23696"/>
                  </a:lnTo>
                  <a:lnTo>
                    <a:pt x="8131611" y="23696"/>
                  </a:lnTo>
                  <a:lnTo>
                    <a:pt x="8131757" y="23696"/>
                  </a:lnTo>
                  <a:lnTo>
                    <a:pt x="8131902" y="23696"/>
                  </a:lnTo>
                  <a:lnTo>
                    <a:pt x="8132048" y="23696"/>
                  </a:lnTo>
                  <a:lnTo>
                    <a:pt x="8132193" y="23696"/>
                  </a:lnTo>
                  <a:lnTo>
                    <a:pt x="8132339" y="23696"/>
                  </a:lnTo>
                  <a:lnTo>
                    <a:pt x="8132484" y="23696"/>
                  </a:lnTo>
                  <a:lnTo>
                    <a:pt x="8132629" y="23696"/>
                  </a:lnTo>
                  <a:lnTo>
                    <a:pt x="8132775" y="23696"/>
                  </a:lnTo>
                  <a:lnTo>
                    <a:pt x="8132920" y="23696"/>
                  </a:lnTo>
                  <a:lnTo>
                    <a:pt x="8133066" y="23696"/>
                  </a:lnTo>
                  <a:lnTo>
                    <a:pt x="8133211" y="23696"/>
                  </a:lnTo>
                  <a:lnTo>
                    <a:pt x="8133357" y="23696"/>
                  </a:lnTo>
                  <a:lnTo>
                    <a:pt x="8133502" y="23696"/>
                  </a:lnTo>
                  <a:lnTo>
                    <a:pt x="8133647" y="23696"/>
                  </a:lnTo>
                  <a:lnTo>
                    <a:pt x="8133793" y="23696"/>
                  </a:lnTo>
                  <a:lnTo>
                    <a:pt x="8133938" y="23696"/>
                  </a:lnTo>
                  <a:lnTo>
                    <a:pt x="8134084" y="23696"/>
                  </a:lnTo>
                  <a:lnTo>
                    <a:pt x="8134229" y="23696"/>
                  </a:lnTo>
                  <a:lnTo>
                    <a:pt x="8134375" y="23696"/>
                  </a:lnTo>
                  <a:lnTo>
                    <a:pt x="8134520" y="23696"/>
                  </a:lnTo>
                  <a:lnTo>
                    <a:pt x="8134665" y="23696"/>
                  </a:lnTo>
                  <a:lnTo>
                    <a:pt x="8134811" y="23696"/>
                  </a:lnTo>
                  <a:lnTo>
                    <a:pt x="8134956" y="23696"/>
                  </a:lnTo>
                  <a:lnTo>
                    <a:pt x="8135102" y="23696"/>
                  </a:lnTo>
                  <a:lnTo>
                    <a:pt x="8135247" y="23696"/>
                  </a:lnTo>
                  <a:lnTo>
                    <a:pt x="8135393" y="23696"/>
                  </a:lnTo>
                  <a:lnTo>
                    <a:pt x="8135538" y="23696"/>
                  </a:lnTo>
                  <a:lnTo>
                    <a:pt x="8135683" y="23696"/>
                  </a:lnTo>
                  <a:lnTo>
                    <a:pt x="8135829" y="23696"/>
                  </a:lnTo>
                  <a:lnTo>
                    <a:pt x="8135974" y="23696"/>
                  </a:lnTo>
                  <a:lnTo>
                    <a:pt x="8136120" y="23696"/>
                  </a:lnTo>
                  <a:lnTo>
                    <a:pt x="8136265" y="23696"/>
                  </a:lnTo>
                  <a:lnTo>
                    <a:pt x="8136410" y="23696"/>
                  </a:lnTo>
                  <a:lnTo>
                    <a:pt x="8136556" y="23696"/>
                  </a:lnTo>
                  <a:lnTo>
                    <a:pt x="8136701" y="23696"/>
                  </a:lnTo>
                  <a:lnTo>
                    <a:pt x="8136847" y="23696"/>
                  </a:lnTo>
                  <a:lnTo>
                    <a:pt x="8136992" y="23696"/>
                  </a:lnTo>
                  <a:lnTo>
                    <a:pt x="8137138" y="23696"/>
                  </a:lnTo>
                  <a:lnTo>
                    <a:pt x="8137283" y="23696"/>
                  </a:lnTo>
                  <a:lnTo>
                    <a:pt x="8137428" y="23696"/>
                  </a:lnTo>
                  <a:lnTo>
                    <a:pt x="8137574" y="23696"/>
                  </a:lnTo>
                  <a:lnTo>
                    <a:pt x="8137719" y="23696"/>
                  </a:lnTo>
                  <a:lnTo>
                    <a:pt x="8137865" y="23696"/>
                  </a:lnTo>
                  <a:lnTo>
                    <a:pt x="8138010" y="23696"/>
                  </a:lnTo>
                  <a:lnTo>
                    <a:pt x="8138156" y="23696"/>
                  </a:lnTo>
                  <a:lnTo>
                    <a:pt x="8138301" y="23696"/>
                  </a:lnTo>
                  <a:lnTo>
                    <a:pt x="8138446" y="23696"/>
                  </a:lnTo>
                  <a:lnTo>
                    <a:pt x="8138592" y="23696"/>
                  </a:lnTo>
                  <a:lnTo>
                    <a:pt x="8138737" y="23696"/>
                  </a:lnTo>
                  <a:lnTo>
                    <a:pt x="8138883" y="23696"/>
                  </a:lnTo>
                  <a:lnTo>
                    <a:pt x="8139028" y="23696"/>
                  </a:lnTo>
                  <a:lnTo>
                    <a:pt x="8139174" y="23696"/>
                  </a:lnTo>
                  <a:lnTo>
                    <a:pt x="8139319" y="23696"/>
                  </a:lnTo>
                  <a:lnTo>
                    <a:pt x="8139464" y="23696"/>
                  </a:lnTo>
                  <a:lnTo>
                    <a:pt x="8139610" y="23696"/>
                  </a:lnTo>
                  <a:lnTo>
                    <a:pt x="8139755" y="23696"/>
                  </a:lnTo>
                  <a:lnTo>
                    <a:pt x="8139901" y="23696"/>
                  </a:lnTo>
                  <a:lnTo>
                    <a:pt x="8140046" y="23696"/>
                  </a:lnTo>
                  <a:lnTo>
                    <a:pt x="8140192" y="23696"/>
                  </a:lnTo>
                  <a:lnTo>
                    <a:pt x="8140337" y="23696"/>
                  </a:lnTo>
                  <a:lnTo>
                    <a:pt x="8140482" y="23696"/>
                  </a:lnTo>
                  <a:lnTo>
                    <a:pt x="8140628" y="23696"/>
                  </a:lnTo>
                  <a:lnTo>
                    <a:pt x="8140773" y="23696"/>
                  </a:lnTo>
                  <a:lnTo>
                    <a:pt x="8140919" y="23696"/>
                  </a:lnTo>
                  <a:lnTo>
                    <a:pt x="8141064" y="23696"/>
                  </a:lnTo>
                  <a:lnTo>
                    <a:pt x="8141210" y="23696"/>
                  </a:lnTo>
                  <a:lnTo>
                    <a:pt x="8141355" y="23696"/>
                  </a:lnTo>
                  <a:lnTo>
                    <a:pt x="8141500" y="23696"/>
                  </a:lnTo>
                  <a:lnTo>
                    <a:pt x="8141646" y="23696"/>
                  </a:lnTo>
                  <a:lnTo>
                    <a:pt x="8141791" y="23696"/>
                  </a:lnTo>
                  <a:lnTo>
                    <a:pt x="8141937" y="23696"/>
                  </a:lnTo>
                  <a:lnTo>
                    <a:pt x="8142082" y="23696"/>
                  </a:lnTo>
                  <a:lnTo>
                    <a:pt x="8142228" y="23696"/>
                  </a:lnTo>
                  <a:lnTo>
                    <a:pt x="8142373" y="23696"/>
                  </a:lnTo>
                  <a:lnTo>
                    <a:pt x="8142518" y="23696"/>
                  </a:lnTo>
                  <a:lnTo>
                    <a:pt x="8142664" y="23696"/>
                  </a:lnTo>
                  <a:lnTo>
                    <a:pt x="8142809" y="23696"/>
                  </a:lnTo>
                  <a:lnTo>
                    <a:pt x="8142955" y="23696"/>
                  </a:lnTo>
                  <a:lnTo>
                    <a:pt x="8143100" y="23696"/>
                  </a:lnTo>
                  <a:lnTo>
                    <a:pt x="8143245" y="23696"/>
                  </a:lnTo>
                  <a:lnTo>
                    <a:pt x="8143391" y="23696"/>
                  </a:lnTo>
                  <a:lnTo>
                    <a:pt x="8143536" y="23696"/>
                  </a:lnTo>
                  <a:lnTo>
                    <a:pt x="8143682" y="23696"/>
                  </a:lnTo>
                  <a:lnTo>
                    <a:pt x="8143827" y="23696"/>
                  </a:lnTo>
                  <a:lnTo>
                    <a:pt x="8143973" y="23696"/>
                  </a:lnTo>
                  <a:lnTo>
                    <a:pt x="8144118" y="23696"/>
                  </a:lnTo>
                  <a:lnTo>
                    <a:pt x="8144263" y="23696"/>
                  </a:lnTo>
                  <a:lnTo>
                    <a:pt x="8144263" y="23072"/>
                  </a:lnTo>
                  <a:lnTo>
                    <a:pt x="8144409" y="23072"/>
                  </a:lnTo>
                  <a:lnTo>
                    <a:pt x="8144554" y="23072"/>
                  </a:lnTo>
                  <a:lnTo>
                    <a:pt x="8144700" y="23072"/>
                  </a:lnTo>
                  <a:lnTo>
                    <a:pt x="8144845" y="23072"/>
                  </a:lnTo>
                  <a:lnTo>
                    <a:pt x="8144991" y="23072"/>
                  </a:lnTo>
                  <a:lnTo>
                    <a:pt x="8145136" y="23072"/>
                  </a:lnTo>
                  <a:lnTo>
                    <a:pt x="8145281" y="23072"/>
                  </a:lnTo>
                  <a:lnTo>
                    <a:pt x="8145427" y="23072"/>
                  </a:lnTo>
                  <a:lnTo>
                    <a:pt x="8145572" y="23072"/>
                  </a:lnTo>
                  <a:lnTo>
                    <a:pt x="8145572" y="22448"/>
                  </a:lnTo>
                  <a:lnTo>
                    <a:pt x="8145718" y="22448"/>
                  </a:lnTo>
                  <a:lnTo>
                    <a:pt x="8145863" y="22448"/>
                  </a:lnTo>
                  <a:lnTo>
                    <a:pt x="8145863" y="21825"/>
                  </a:lnTo>
                  <a:lnTo>
                    <a:pt x="8146009" y="21825"/>
                  </a:lnTo>
                  <a:lnTo>
                    <a:pt x="8146154" y="21825"/>
                  </a:lnTo>
                  <a:lnTo>
                    <a:pt x="8146299" y="21825"/>
                  </a:lnTo>
                  <a:lnTo>
                    <a:pt x="8146445" y="21825"/>
                  </a:lnTo>
                  <a:lnTo>
                    <a:pt x="8146590" y="21825"/>
                  </a:lnTo>
                  <a:lnTo>
                    <a:pt x="8146736" y="21825"/>
                  </a:lnTo>
                  <a:lnTo>
                    <a:pt x="8146881" y="21825"/>
                  </a:lnTo>
                  <a:lnTo>
                    <a:pt x="8147027" y="21825"/>
                  </a:lnTo>
                  <a:lnTo>
                    <a:pt x="8147172" y="21825"/>
                  </a:lnTo>
                  <a:lnTo>
                    <a:pt x="8147172" y="21201"/>
                  </a:lnTo>
                  <a:lnTo>
                    <a:pt x="8147317" y="21201"/>
                  </a:lnTo>
                  <a:lnTo>
                    <a:pt x="8147463" y="21201"/>
                  </a:lnTo>
                  <a:lnTo>
                    <a:pt x="8147608" y="21201"/>
                  </a:lnTo>
                  <a:lnTo>
                    <a:pt x="8147754" y="21201"/>
                  </a:lnTo>
                  <a:lnTo>
                    <a:pt x="8147899" y="21201"/>
                  </a:lnTo>
                  <a:lnTo>
                    <a:pt x="8148045" y="21201"/>
                  </a:lnTo>
                  <a:lnTo>
                    <a:pt x="8148190" y="21201"/>
                  </a:lnTo>
                  <a:lnTo>
                    <a:pt x="8148335" y="21201"/>
                  </a:lnTo>
                  <a:lnTo>
                    <a:pt x="8148481" y="21201"/>
                  </a:lnTo>
                  <a:lnTo>
                    <a:pt x="8148626" y="21201"/>
                  </a:lnTo>
                  <a:lnTo>
                    <a:pt x="8148772" y="21201"/>
                  </a:lnTo>
                  <a:lnTo>
                    <a:pt x="8148917" y="21201"/>
                  </a:lnTo>
                  <a:lnTo>
                    <a:pt x="8149063" y="21201"/>
                  </a:lnTo>
                  <a:lnTo>
                    <a:pt x="8149208" y="21201"/>
                  </a:lnTo>
                  <a:lnTo>
                    <a:pt x="8149353" y="21201"/>
                  </a:lnTo>
                  <a:lnTo>
                    <a:pt x="8149499" y="21201"/>
                  </a:lnTo>
                  <a:lnTo>
                    <a:pt x="8149644" y="21201"/>
                  </a:lnTo>
                  <a:lnTo>
                    <a:pt x="8149790" y="21201"/>
                  </a:lnTo>
                  <a:lnTo>
                    <a:pt x="8149935" y="21201"/>
                  </a:lnTo>
                  <a:lnTo>
                    <a:pt x="8150080" y="21201"/>
                  </a:lnTo>
                  <a:lnTo>
                    <a:pt x="8150226" y="21201"/>
                  </a:lnTo>
                  <a:lnTo>
                    <a:pt x="8150371" y="21201"/>
                  </a:lnTo>
                  <a:lnTo>
                    <a:pt x="8150517" y="21201"/>
                  </a:lnTo>
                  <a:lnTo>
                    <a:pt x="8150662" y="21201"/>
                  </a:lnTo>
                  <a:lnTo>
                    <a:pt x="8150808" y="21201"/>
                  </a:lnTo>
                  <a:lnTo>
                    <a:pt x="8150953" y="21201"/>
                  </a:lnTo>
                  <a:lnTo>
                    <a:pt x="8151098" y="21201"/>
                  </a:lnTo>
                  <a:lnTo>
                    <a:pt x="8151244" y="21201"/>
                  </a:lnTo>
                  <a:lnTo>
                    <a:pt x="8151389" y="21201"/>
                  </a:lnTo>
                  <a:lnTo>
                    <a:pt x="8151535" y="21201"/>
                  </a:lnTo>
                  <a:lnTo>
                    <a:pt x="8151680" y="21201"/>
                  </a:lnTo>
                  <a:lnTo>
                    <a:pt x="8151826" y="21201"/>
                  </a:lnTo>
                  <a:lnTo>
                    <a:pt x="8151971" y="21201"/>
                  </a:lnTo>
                  <a:lnTo>
                    <a:pt x="8152116" y="21201"/>
                  </a:lnTo>
                  <a:lnTo>
                    <a:pt x="8152262" y="21201"/>
                  </a:lnTo>
                  <a:lnTo>
                    <a:pt x="8152407" y="21201"/>
                  </a:lnTo>
                  <a:lnTo>
                    <a:pt x="8152553" y="21201"/>
                  </a:lnTo>
                  <a:lnTo>
                    <a:pt x="8152698" y="21201"/>
                  </a:lnTo>
                  <a:lnTo>
                    <a:pt x="8152844" y="21201"/>
                  </a:lnTo>
                  <a:lnTo>
                    <a:pt x="8152989" y="21201"/>
                  </a:lnTo>
                  <a:lnTo>
                    <a:pt x="8153134" y="21201"/>
                  </a:lnTo>
                  <a:lnTo>
                    <a:pt x="8153280" y="21201"/>
                  </a:lnTo>
                  <a:lnTo>
                    <a:pt x="8153425" y="21201"/>
                  </a:lnTo>
                  <a:lnTo>
                    <a:pt x="8153571" y="21201"/>
                  </a:lnTo>
                  <a:lnTo>
                    <a:pt x="8153716" y="21201"/>
                  </a:lnTo>
                  <a:lnTo>
                    <a:pt x="8153862" y="21201"/>
                  </a:lnTo>
                  <a:lnTo>
                    <a:pt x="8154007" y="21201"/>
                  </a:lnTo>
                  <a:lnTo>
                    <a:pt x="8154152" y="21201"/>
                  </a:lnTo>
                  <a:lnTo>
                    <a:pt x="8154298" y="21201"/>
                  </a:lnTo>
                  <a:lnTo>
                    <a:pt x="8154443" y="21201"/>
                  </a:lnTo>
                  <a:lnTo>
                    <a:pt x="8154589" y="21201"/>
                  </a:lnTo>
                  <a:lnTo>
                    <a:pt x="8154589" y="20578"/>
                  </a:lnTo>
                  <a:lnTo>
                    <a:pt x="8154734" y="20578"/>
                  </a:lnTo>
                  <a:lnTo>
                    <a:pt x="8154880" y="20578"/>
                  </a:lnTo>
                  <a:lnTo>
                    <a:pt x="8155025" y="20578"/>
                  </a:lnTo>
                  <a:lnTo>
                    <a:pt x="8155170" y="20578"/>
                  </a:lnTo>
                  <a:lnTo>
                    <a:pt x="8155316" y="20578"/>
                  </a:lnTo>
                  <a:lnTo>
                    <a:pt x="8155461" y="20578"/>
                  </a:lnTo>
                  <a:lnTo>
                    <a:pt x="8155607" y="20578"/>
                  </a:lnTo>
                  <a:lnTo>
                    <a:pt x="8155752" y="20578"/>
                  </a:lnTo>
                  <a:lnTo>
                    <a:pt x="8155898" y="20578"/>
                  </a:lnTo>
                  <a:lnTo>
                    <a:pt x="8156043" y="20578"/>
                  </a:lnTo>
                  <a:lnTo>
                    <a:pt x="8156188" y="20578"/>
                  </a:lnTo>
                  <a:lnTo>
                    <a:pt x="8156334" y="20578"/>
                  </a:lnTo>
                  <a:lnTo>
                    <a:pt x="8156479" y="20578"/>
                  </a:lnTo>
                  <a:lnTo>
                    <a:pt x="8156625" y="20578"/>
                  </a:lnTo>
                  <a:lnTo>
                    <a:pt x="8156770" y="20578"/>
                  </a:lnTo>
                  <a:lnTo>
                    <a:pt x="8156915" y="20578"/>
                  </a:lnTo>
                  <a:lnTo>
                    <a:pt x="8157061" y="20578"/>
                  </a:lnTo>
                  <a:lnTo>
                    <a:pt x="8157206" y="20578"/>
                  </a:lnTo>
                  <a:lnTo>
                    <a:pt x="8157352" y="20578"/>
                  </a:lnTo>
                  <a:lnTo>
                    <a:pt x="8157497" y="20578"/>
                  </a:lnTo>
                  <a:lnTo>
                    <a:pt x="8157643" y="20578"/>
                  </a:lnTo>
                  <a:lnTo>
                    <a:pt x="8157788" y="20578"/>
                  </a:lnTo>
                  <a:lnTo>
                    <a:pt x="8157933" y="20578"/>
                  </a:lnTo>
                  <a:lnTo>
                    <a:pt x="8158079" y="20578"/>
                  </a:lnTo>
                  <a:lnTo>
                    <a:pt x="8158224" y="20578"/>
                  </a:lnTo>
                  <a:lnTo>
                    <a:pt x="8158370" y="20578"/>
                  </a:lnTo>
                  <a:lnTo>
                    <a:pt x="8158515" y="20578"/>
                  </a:lnTo>
                  <a:lnTo>
                    <a:pt x="8158661" y="20578"/>
                  </a:lnTo>
                  <a:lnTo>
                    <a:pt x="8158806" y="20578"/>
                  </a:lnTo>
                  <a:lnTo>
                    <a:pt x="8158951" y="20578"/>
                  </a:lnTo>
                  <a:lnTo>
                    <a:pt x="8159097" y="20578"/>
                  </a:lnTo>
                  <a:lnTo>
                    <a:pt x="8159242" y="20578"/>
                  </a:lnTo>
                  <a:lnTo>
                    <a:pt x="8159388" y="20578"/>
                  </a:lnTo>
                  <a:lnTo>
                    <a:pt x="8159533" y="20578"/>
                  </a:lnTo>
                  <a:lnTo>
                    <a:pt x="8159679" y="20578"/>
                  </a:lnTo>
                  <a:lnTo>
                    <a:pt x="8159824" y="20578"/>
                  </a:lnTo>
                  <a:lnTo>
                    <a:pt x="8159969" y="20578"/>
                  </a:lnTo>
                  <a:lnTo>
                    <a:pt x="8160115" y="20578"/>
                  </a:lnTo>
                  <a:lnTo>
                    <a:pt x="8160260" y="20578"/>
                  </a:lnTo>
                  <a:lnTo>
                    <a:pt x="8160406" y="20578"/>
                  </a:lnTo>
                  <a:lnTo>
                    <a:pt x="8160551" y="20578"/>
                  </a:lnTo>
                  <a:lnTo>
                    <a:pt x="8160697" y="20578"/>
                  </a:lnTo>
                  <a:lnTo>
                    <a:pt x="8160842" y="20578"/>
                  </a:lnTo>
                  <a:lnTo>
                    <a:pt x="8160987" y="20578"/>
                  </a:lnTo>
                  <a:lnTo>
                    <a:pt x="8161133" y="20578"/>
                  </a:lnTo>
                  <a:lnTo>
                    <a:pt x="8161278" y="20578"/>
                  </a:lnTo>
                  <a:lnTo>
                    <a:pt x="8161424" y="20578"/>
                  </a:lnTo>
                  <a:lnTo>
                    <a:pt x="8161569" y="20578"/>
                  </a:lnTo>
                  <a:lnTo>
                    <a:pt x="8161715" y="20578"/>
                  </a:lnTo>
                  <a:lnTo>
                    <a:pt x="8161860" y="20578"/>
                  </a:lnTo>
                  <a:lnTo>
                    <a:pt x="8162005" y="20578"/>
                  </a:lnTo>
                  <a:lnTo>
                    <a:pt x="8162151" y="20578"/>
                  </a:lnTo>
                  <a:lnTo>
                    <a:pt x="8162296" y="20578"/>
                  </a:lnTo>
                  <a:lnTo>
                    <a:pt x="8162442" y="20578"/>
                  </a:lnTo>
                  <a:lnTo>
                    <a:pt x="8162587" y="20578"/>
                  </a:lnTo>
                  <a:lnTo>
                    <a:pt x="8162732" y="20578"/>
                  </a:lnTo>
                  <a:lnTo>
                    <a:pt x="8162878" y="20578"/>
                  </a:lnTo>
                  <a:lnTo>
                    <a:pt x="8163023" y="20578"/>
                  </a:lnTo>
                  <a:lnTo>
                    <a:pt x="8163169" y="20578"/>
                  </a:lnTo>
                  <a:lnTo>
                    <a:pt x="8163314" y="20578"/>
                  </a:lnTo>
                  <a:lnTo>
                    <a:pt x="8163460" y="20578"/>
                  </a:lnTo>
                  <a:lnTo>
                    <a:pt x="8163605" y="20578"/>
                  </a:lnTo>
                  <a:lnTo>
                    <a:pt x="8163750" y="20578"/>
                  </a:lnTo>
                  <a:lnTo>
                    <a:pt x="8163896" y="20578"/>
                  </a:lnTo>
                  <a:lnTo>
                    <a:pt x="8164041" y="20578"/>
                  </a:lnTo>
                  <a:lnTo>
                    <a:pt x="8164187" y="20578"/>
                  </a:lnTo>
                  <a:lnTo>
                    <a:pt x="8164332" y="20578"/>
                  </a:lnTo>
                  <a:lnTo>
                    <a:pt x="8164478" y="20578"/>
                  </a:lnTo>
                  <a:lnTo>
                    <a:pt x="8164623" y="20578"/>
                  </a:lnTo>
                  <a:lnTo>
                    <a:pt x="8164768" y="20578"/>
                  </a:lnTo>
                  <a:lnTo>
                    <a:pt x="8164914" y="20578"/>
                  </a:lnTo>
                  <a:lnTo>
                    <a:pt x="8165059" y="20578"/>
                  </a:lnTo>
                  <a:lnTo>
                    <a:pt x="8165205" y="20578"/>
                  </a:lnTo>
                  <a:lnTo>
                    <a:pt x="8165350" y="20578"/>
                  </a:lnTo>
                  <a:lnTo>
                    <a:pt x="8165496" y="20578"/>
                  </a:lnTo>
                  <a:lnTo>
                    <a:pt x="8165641" y="20578"/>
                  </a:lnTo>
                  <a:lnTo>
                    <a:pt x="8165786" y="20578"/>
                  </a:lnTo>
                  <a:lnTo>
                    <a:pt x="8165932" y="20578"/>
                  </a:lnTo>
                  <a:lnTo>
                    <a:pt x="8166077" y="20578"/>
                  </a:lnTo>
                  <a:lnTo>
                    <a:pt x="8166223" y="20578"/>
                  </a:lnTo>
                  <a:lnTo>
                    <a:pt x="8166368" y="20578"/>
                  </a:lnTo>
                  <a:lnTo>
                    <a:pt x="8166514" y="20578"/>
                  </a:lnTo>
                  <a:lnTo>
                    <a:pt x="8166659" y="20578"/>
                  </a:lnTo>
                  <a:lnTo>
                    <a:pt x="8166804" y="20578"/>
                  </a:lnTo>
                  <a:lnTo>
                    <a:pt x="8166950" y="20578"/>
                  </a:lnTo>
                  <a:lnTo>
                    <a:pt x="8167095" y="20578"/>
                  </a:lnTo>
                  <a:lnTo>
                    <a:pt x="8167241" y="20578"/>
                  </a:lnTo>
                  <a:lnTo>
                    <a:pt x="8167386" y="20578"/>
                  </a:lnTo>
                  <a:lnTo>
                    <a:pt x="8167532" y="20578"/>
                  </a:lnTo>
                  <a:lnTo>
                    <a:pt x="8167677" y="20578"/>
                  </a:lnTo>
                  <a:lnTo>
                    <a:pt x="8167822" y="20578"/>
                  </a:lnTo>
                  <a:lnTo>
                    <a:pt x="8167968" y="20578"/>
                  </a:lnTo>
                  <a:lnTo>
                    <a:pt x="8168113" y="20578"/>
                  </a:lnTo>
                  <a:lnTo>
                    <a:pt x="8168259" y="20578"/>
                  </a:lnTo>
                  <a:lnTo>
                    <a:pt x="8168404" y="20578"/>
                  </a:lnTo>
                  <a:lnTo>
                    <a:pt x="8168550" y="20578"/>
                  </a:lnTo>
                  <a:lnTo>
                    <a:pt x="8168695" y="20578"/>
                  </a:lnTo>
                  <a:lnTo>
                    <a:pt x="8168840" y="20578"/>
                  </a:lnTo>
                  <a:lnTo>
                    <a:pt x="8168986" y="20578"/>
                  </a:lnTo>
                  <a:lnTo>
                    <a:pt x="8169131" y="20578"/>
                  </a:lnTo>
                  <a:lnTo>
                    <a:pt x="8169277" y="20578"/>
                  </a:lnTo>
                  <a:lnTo>
                    <a:pt x="8169422" y="20578"/>
                  </a:lnTo>
                  <a:lnTo>
                    <a:pt x="8169567" y="20578"/>
                  </a:lnTo>
                  <a:lnTo>
                    <a:pt x="8169713" y="20578"/>
                  </a:lnTo>
                  <a:lnTo>
                    <a:pt x="8169858" y="20578"/>
                  </a:lnTo>
                  <a:lnTo>
                    <a:pt x="8170004" y="20578"/>
                  </a:lnTo>
                  <a:lnTo>
                    <a:pt x="8170149" y="20578"/>
                  </a:lnTo>
                  <a:lnTo>
                    <a:pt x="8170295" y="20578"/>
                  </a:lnTo>
                  <a:lnTo>
                    <a:pt x="8170440" y="20578"/>
                  </a:lnTo>
                  <a:lnTo>
                    <a:pt x="8170585" y="20578"/>
                  </a:lnTo>
                  <a:lnTo>
                    <a:pt x="8170731" y="20578"/>
                  </a:lnTo>
                  <a:lnTo>
                    <a:pt x="8170876" y="20578"/>
                  </a:lnTo>
                  <a:lnTo>
                    <a:pt x="8171022" y="20578"/>
                  </a:lnTo>
                  <a:lnTo>
                    <a:pt x="8171167" y="20578"/>
                  </a:lnTo>
                  <a:lnTo>
                    <a:pt x="8171313" y="20578"/>
                  </a:lnTo>
                  <a:lnTo>
                    <a:pt x="8171458" y="20578"/>
                  </a:lnTo>
                  <a:lnTo>
                    <a:pt x="8171603" y="20578"/>
                  </a:lnTo>
                  <a:lnTo>
                    <a:pt x="8171749" y="20578"/>
                  </a:lnTo>
                  <a:lnTo>
                    <a:pt x="8171894" y="20578"/>
                  </a:lnTo>
                  <a:lnTo>
                    <a:pt x="8172040" y="20578"/>
                  </a:lnTo>
                  <a:lnTo>
                    <a:pt x="8172185" y="20578"/>
                  </a:lnTo>
                  <a:lnTo>
                    <a:pt x="8172331" y="20578"/>
                  </a:lnTo>
                  <a:lnTo>
                    <a:pt x="8172476" y="20578"/>
                  </a:lnTo>
                  <a:lnTo>
                    <a:pt x="8172621" y="20578"/>
                  </a:lnTo>
                  <a:lnTo>
                    <a:pt x="8172767" y="20578"/>
                  </a:lnTo>
                  <a:lnTo>
                    <a:pt x="8172912" y="20578"/>
                  </a:lnTo>
                  <a:lnTo>
                    <a:pt x="8173058" y="20578"/>
                  </a:lnTo>
                  <a:lnTo>
                    <a:pt x="8173203" y="20578"/>
                  </a:lnTo>
                  <a:lnTo>
                    <a:pt x="8173349" y="20578"/>
                  </a:lnTo>
                  <a:lnTo>
                    <a:pt x="8173494" y="20578"/>
                  </a:lnTo>
                  <a:lnTo>
                    <a:pt x="8173639" y="20578"/>
                  </a:lnTo>
                  <a:lnTo>
                    <a:pt x="8173785" y="20578"/>
                  </a:lnTo>
                  <a:lnTo>
                    <a:pt x="8173930" y="20578"/>
                  </a:lnTo>
                  <a:lnTo>
                    <a:pt x="8174076" y="20578"/>
                  </a:lnTo>
                  <a:lnTo>
                    <a:pt x="8174221" y="20578"/>
                  </a:lnTo>
                  <a:lnTo>
                    <a:pt x="8174367" y="20578"/>
                  </a:lnTo>
                  <a:lnTo>
                    <a:pt x="8174512" y="20578"/>
                  </a:lnTo>
                  <a:lnTo>
                    <a:pt x="8174657" y="20578"/>
                  </a:lnTo>
                  <a:lnTo>
                    <a:pt x="8174803" y="20578"/>
                  </a:lnTo>
                  <a:lnTo>
                    <a:pt x="8174948" y="20578"/>
                  </a:lnTo>
                  <a:lnTo>
                    <a:pt x="8175094" y="20578"/>
                  </a:lnTo>
                  <a:lnTo>
                    <a:pt x="8175239" y="20578"/>
                  </a:lnTo>
                  <a:lnTo>
                    <a:pt x="8175385" y="20578"/>
                  </a:lnTo>
                  <a:lnTo>
                    <a:pt x="8175530" y="20578"/>
                  </a:lnTo>
                  <a:lnTo>
                    <a:pt x="8175675" y="20578"/>
                  </a:lnTo>
                  <a:lnTo>
                    <a:pt x="8175821" y="20578"/>
                  </a:lnTo>
                  <a:lnTo>
                    <a:pt x="8175966" y="20578"/>
                  </a:lnTo>
                  <a:lnTo>
                    <a:pt x="8176112" y="20578"/>
                  </a:lnTo>
                  <a:lnTo>
                    <a:pt x="8176257" y="20578"/>
                  </a:lnTo>
                  <a:lnTo>
                    <a:pt x="8176402" y="20578"/>
                  </a:lnTo>
                  <a:lnTo>
                    <a:pt x="8176548" y="20578"/>
                  </a:lnTo>
                  <a:lnTo>
                    <a:pt x="8176693" y="20578"/>
                  </a:lnTo>
                  <a:lnTo>
                    <a:pt x="8176839" y="20578"/>
                  </a:lnTo>
                  <a:lnTo>
                    <a:pt x="8176984" y="20578"/>
                  </a:lnTo>
                  <a:lnTo>
                    <a:pt x="8177130" y="20578"/>
                  </a:lnTo>
                  <a:lnTo>
                    <a:pt x="8177275" y="20578"/>
                  </a:lnTo>
                  <a:lnTo>
                    <a:pt x="8177420" y="20578"/>
                  </a:lnTo>
                  <a:lnTo>
                    <a:pt x="8177566" y="20578"/>
                  </a:lnTo>
                  <a:lnTo>
                    <a:pt x="8177711" y="20578"/>
                  </a:lnTo>
                  <a:lnTo>
                    <a:pt x="8177857" y="20578"/>
                  </a:lnTo>
                  <a:lnTo>
                    <a:pt x="8178002" y="20578"/>
                  </a:lnTo>
                  <a:lnTo>
                    <a:pt x="8178148" y="20578"/>
                  </a:lnTo>
                  <a:lnTo>
                    <a:pt x="8178293" y="20578"/>
                  </a:lnTo>
                  <a:lnTo>
                    <a:pt x="8178438" y="20578"/>
                  </a:lnTo>
                  <a:lnTo>
                    <a:pt x="8178584" y="20578"/>
                  </a:lnTo>
                  <a:lnTo>
                    <a:pt x="8178584" y="19954"/>
                  </a:lnTo>
                  <a:lnTo>
                    <a:pt x="8178729" y="19954"/>
                  </a:lnTo>
                  <a:lnTo>
                    <a:pt x="8178875" y="19954"/>
                  </a:lnTo>
                  <a:lnTo>
                    <a:pt x="8179020" y="19954"/>
                  </a:lnTo>
                  <a:lnTo>
                    <a:pt x="8179166" y="19954"/>
                  </a:lnTo>
                  <a:lnTo>
                    <a:pt x="8179311" y="19954"/>
                  </a:lnTo>
                  <a:lnTo>
                    <a:pt x="8179456" y="19954"/>
                  </a:lnTo>
                  <a:lnTo>
                    <a:pt x="8179602" y="19954"/>
                  </a:lnTo>
                  <a:lnTo>
                    <a:pt x="8179747" y="19954"/>
                  </a:lnTo>
                  <a:lnTo>
                    <a:pt x="8179893" y="19954"/>
                  </a:lnTo>
                  <a:lnTo>
                    <a:pt x="8180038" y="19954"/>
                  </a:lnTo>
                  <a:lnTo>
                    <a:pt x="8180184" y="19954"/>
                  </a:lnTo>
                  <a:lnTo>
                    <a:pt x="8180329" y="19954"/>
                  </a:lnTo>
                  <a:lnTo>
                    <a:pt x="8180474" y="19954"/>
                  </a:lnTo>
                  <a:lnTo>
                    <a:pt x="8180620" y="19954"/>
                  </a:lnTo>
                  <a:lnTo>
                    <a:pt x="8180765" y="19954"/>
                  </a:lnTo>
                  <a:lnTo>
                    <a:pt x="8180911" y="19954"/>
                  </a:lnTo>
                  <a:lnTo>
                    <a:pt x="8181056" y="19954"/>
                  </a:lnTo>
                  <a:lnTo>
                    <a:pt x="8181202" y="19954"/>
                  </a:lnTo>
                  <a:lnTo>
                    <a:pt x="8181347" y="19954"/>
                  </a:lnTo>
                  <a:lnTo>
                    <a:pt x="8181492" y="19954"/>
                  </a:lnTo>
                  <a:lnTo>
                    <a:pt x="8181638" y="19954"/>
                  </a:lnTo>
                  <a:lnTo>
                    <a:pt x="8181783" y="19954"/>
                  </a:lnTo>
                  <a:lnTo>
                    <a:pt x="8181929" y="19954"/>
                  </a:lnTo>
                  <a:lnTo>
                    <a:pt x="8182074" y="19954"/>
                  </a:lnTo>
                  <a:lnTo>
                    <a:pt x="8182220" y="19954"/>
                  </a:lnTo>
                  <a:lnTo>
                    <a:pt x="8182365" y="19954"/>
                  </a:lnTo>
                  <a:lnTo>
                    <a:pt x="8182510" y="19954"/>
                  </a:lnTo>
                  <a:lnTo>
                    <a:pt x="8182656" y="19954"/>
                  </a:lnTo>
                  <a:lnTo>
                    <a:pt x="8182801" y="19954"/>
                  </a:lnTo>
                  <a:lnTo>
                    <a:pt x="8182947" y="19954"/>
                  </a:lnTo>
                  <a:lnTo>
                    <a:pt x="8183092" y="19954"/>
                  </a:lnTo>
                  <a:lnTo>
                    <a:pt x="8183237" y="19954"/>
                  </a:lnTo>
                  <a:lnTo>
                    <a:pt x="8183383" y="19954"/>
                  </a:lnTo>
                  <a:lnTo>
                    <a:pt x="8183528" y="19954"/>
                  </a:lnTo>
                  <a:lnTo>
                    <a:pt x="8183674" y="19954"/>
                  </a:lnTo>
                  <a:lnTo>
                    <a:pt x="8183819" y="19954"/>
                  </a:lnTo>
                  <a:lnTo>
                    <a:pt x="8183965" y="19954"/>
                  </a:lnTo>
                  <a:lnTo>
                    <a:pt x="8184110" y="19954"/>
                  </a:lnTo>
                  <a:lnTo>
                    <a:pt x="8184255" y="19954"/>
                  </a:lnTo>
                  <a:lnTo>
                    <a:pt x="8184401" y="19954"/>
                  </a:lnTo>
                  <a:lnTo>
                    <a:pt x="8184546" y="19954"/>
                  </a:lnTo>
                  <a:lnTo>
                    <a:pt x="8184692" y="19954"/>
                  </a:lnTo>
                  <a:lnTo>
                    <a:pt x="8184837" y="19954"/>
                  </a:lnTo>
                  <a:lnTo>
                    <a:pt x="8184983" y="19954"/>
                  </a:lnTo>
                  <a:lnTo>
                    <a:pt x="8185128" y="19954"/>
                  </a:lnTo>
                  <a:lnTo>
                    <a:pt x="8185273" y="19954"/>
                  </a:lnTo>
                  <a:lnTo>
                    <a:pt x="8185419" y="19954"/>
                  </a:lnTo>
                  <a:lnTo>
                    <a:pt x="8185564" y="19954"/>
                  </a:lnTo>
                  <a:lnTo>
                    <a:pt x="8185710" y="19954"/>
                  </a:lnTo>
                  <a:lnTo>
                    <a:pt x="8185855" y="19954"/>
                  </a:lnTo>
                  <a:lnTo>
                    <a:pt x="8186001" y="19954"/>
                  </a:lnTo>
                  <a:lnTo>
                    <a:pt x="8186146" y="19954"/>
                  </a:lnTo>
                  <a:lnTo>
                    <a:pt x="8186291" y="19954"/>
                  </a:lnTo>
                  <a:lnTo>
                    <a:pt x="8186437" y="19954"/>
                  </a:lnTo>
                  <a:lnTo>
                    <a:pt x="8186582" y="19954"/>
                  </a:lnTo>
                  <a:lnTo>
                    <a:pt x="8186728" y="19954"/>
                  </a:lnTo>
                  <a:lnTo>
                    <a:pt x="8186873" y="19954"/>
                  </a:lnTo>
                  <a:lnTo>
                    <a:pt x="8187019" y="19954"/>
                  </a:lnTo>
                  <a:lnTo>
                    <a:pt x="8187164" y="19954"/>
                  </a:lnTo>
                  <a:lnTo>
                    <a:pt x="8187309" y="19954"/>
                  </a:lnTo>
                  <a:lnTo>
                    <a:pt x="8187455" y="19954"/>
                  </a:lnTo>
                  <a:lnTo>
                    <a:pt x="8187455" y="19331"/>
                  </a:lnTo>
                  <a:lnTo>
                    <a:pt x="8187600" y="19331"/>
                  </a:lnTo>
                  <a:lnTo>
                    <a:pt x="8187746" y="19331"/>
                  </a:lnTo>
                  <a:lnTo>
                    <a:pt x="8187891" y="19331"/>
                  </a:lnTo>
                  <a:lnTo>
                    <a:pt x="8188037" y="19331"/>
                  </a:lnTo>
                  <a:lnTo>
                    <a:pt x="8188182" y="19331"/>
                  </a:lnTo>
                  <a:lnTo>
                    <a:pt x="8188327" y="19331"/>
                  </a:lnTo>
                  <a:lnTo>
                    <a:pt x="8188473" y="19331"/>
                  </a:lnTo>
                  <a:lnTo>
                    <a:pt x="8188618" y="19331"/>
                  </a:lnTo>
                  <a:lnTo>
                    <a:pt x="8188764" y="19331"/>
                  </a:lnTo>
                  <a:lnTo>
                    <a:pt x="8188909" y="19331"/>
                  </a:lnTo>
                  <a:lnTo>
                    <a:pt x="8189055" y="19331"/>
                  </a:lnTo>
                  <a:lnTo>
                    <a:pt x="8189200" y="19331"/>
                  </a:lnTo>
                  <a:lnTo>
                    <a:pt x="8189345" y="19331"/>
                  </a:lnTo>
                  <a:lnTo>
                    <a:pt x="8189491" y="19331"/>
                  </a:lnTo>
                  <a:lnTo>
                    <a:pt x="8189636" y="19331"/>
                  </a:lnTo>
                  <a:lnTo>
                    <a:pt x="8189782" y="19331"/>
                  </a:lnTo>
                  <a:lnTo>
                    <a:pt x="8189927" y="19331"/>
                  </a:lnTo>
                  <a:lnTo>
                    <a:pt x="8190072" y="19331"/>
                  </a:lnTo>
                  <a:lnTo>
                    <a:pt x="8190218" y="19331"/>
                  </a:lnTo>
                  <a:lnTo>
                    <a:pt x="8190363" y="19331"/>
                  </a:lnTo>
                  <a:lnTo>
                    <a:pt x="8190509" y="19331"/>
                  </a:lnTo>
                  <a:lnTo>
                    <a:pt x="8190654" y="19331"/>
                  </a:lnTo>
                  <a:lnTo>
                    <a:pt x="8190800" y="19331"/>
                  </a:lnTo>
                  <a:lnTo>
                    <a:pt x="8190945" y="19331"/>
                  </a:lnTo>
                  <a:lnTo>
                    <a:pt x="8191090" y="19331"/>
                  </a:lnTo>
                  <a:lnTo>
                    <a:pt x="8191236" y="19331"/>
                  </a:lnTo>
                  <a:lnTo>
                    <a:pt x="8191381" y="19331"/>
                  </a:lnTo>
                  <a:lnTo>
                    <a:pt x="8191527" y="19331"/>
                  </a:lnTo>
                  <a:lnTo>
                    <a:pt x="8191672" y="19331"/>
                  </a:lnTo>
                  <a:lnTo>
                    <a:pt x="8191818" y="19331"/>
                  </a:lnTo>
                  <a:lnTo>
                    <a:pt x="8191963" y="19331"/>
                  </a:lnTo>
                  <a:lnTo>
                    <a:pt x="8192108" y="19331"/>
                  </a:lnTo>
                  <a:lnTo>
                    <a:pt x="8192254" y="19331"/>
                  </a:lnTo>
                  <a:lnTo>
                    <a:pt x="8192399" y="19331"/>
                  </a:lnTo>
                  <a:lnTo>
                    <a:pt x="8192545" y="19331"/>
                  </a:lnTo>
                  <a:lnTo>
                    <a:pt x="8192690" y="19331"/>
                  </a:lnTo>
                  <a:lnTo>
                    <a:pt x="8192836" y="19331"/>
                  </a:lnTo>
                  <a:lnTo>
                    <a:pt x="8192981" y="19331"/>
                  </a:lnTo>
                  <a:lnTo>
                    <a:pt x="8193126" y="19331"/>
                  </a:lnTo>
                  <a:lnTo>
                    <a:pt x="8193272" y="19331"/>
                  </a:lnTo>
                  <a:lnTo>
                    <a:pt x="8193417" y="19331"/>
                  </a:lnTo>
                  <a:lnTo>
                    <a:pt x="8193563" y="19331"/>
                  </a:lnTo>
                  <a:lnTo>
                    <a:pt x="8193708" y="19331"/>
                  </a:lnTo>
                  <a:lnTo>
                    <a:pt x="8193854" y="19331"/>
                  </a:lnTo>
                  <a:lnTo>
                    <a:pt x="8193854" y="18707"/>
                  </a:lnTo>
                  <a:lnTo>
                    <a:pt x="8193999" y="18707"/>
                  </a:lnTo>
                  <a:lnTo>
                    <a:pt x="8194144" y="18707"/>
                  </a:lnTo>
                  <a:lnTo>
                    <a:pt x="8194290" y="18707"/>
                  </a:lnTo>
                  <a:lnTo>
                    <a:pt x="8194435" y="18707"/>
                  </a:lnTo>
                  <a:lnTo>
                    <a:pt x="8194581" y="18707"/>
                  </a:lnTo>
                  <a:lnTo>
                    <a:pt x="8194726" y="18707"/>
                  </a:lnTo>
                  <a:lnTo>
                    <a:pt x="8194872" y="18707"/>
                  </a:lnTo>
                  <a:lnTo>
                    <a:pt x="8195017" y="18707"/>
                  </a:lnTo>
                  <a:lnTo>
                    <a:pt x="8195017" y="18083"/>
                  </a:lnTo>
                  <a:lnTo>
                    <a:pt x="8195162" y="18083"/>
                  </a:lnTo>
                  <a:lnTo>
                    <a:pt x="8195308" y="18083"/>
                  </a:lnTo>
                  <a:lnTo>
                    <a:pt x="8195453" y="18083"/>
                  </a:lnTo>
                  <a:lnTo>
                    <a:pt x="8195599" y="18083"/>
                  </a:lnTo>
                  <a:lnTo>
                    <a:pt x="8195744" y="18083"/>
                  </a:lnTo>
                  <a:lnTo>
                    <a:pt x="8195890" y="18083"/>
                  </a:lnTo>
                  <a:lnTo>
                    <a:pt x="8196035" y="18083"/>
                  </a:lnTo>
                  <a:lnTo>
                    <a:pt x="8196180" y="18083"/>
                  </a:lnTo>
                  <a:lnTo>
                    <a:pt x="8196326" y="18083"/>
                  </a:lnTo>
                  <a:lnTo>
                    <a:pt x="8196471" y="18083"/>
                  </a:lnTo>
                  <a:lnTo>
                    <a:pt x="8196617" y="18083"/>
                  </a:lnTo>
                  <a:lnTo>
                    <a:pt x="8196762" y="18083"/>
                  </a:lnTo>
                  <a:lnTo>
                    <a:pt x="8196907" y="18083"/>
                  </a:lnTo>
                  <a:lnTo>
                    <a:pt x="8197053" y="18083"/>
                  </a:lnTo>
                  <a:lnTo>
                    <a:pt x="8197198" y="18083"/>
                  </a:lnTo>
                  <a:lnTo>
                    <a:pt x="8197344" y="18083"/>
                  </a:lnTo>
                  <a:lnTo>
                    <a:pt x="8197489" y="18083"/>
                  </a:lnTo>
                  <a:lnTo>
                    <a:pt x="8197635" y="18083"/>
                  </a:lnTo>
                  <a:lnTo>
                    <a:pt x="8197780" y="18083"/>
                  </a:lnTo>
                  <a:lnTo>
                    <a:pt x="8197925" y="18083"/>
                  </a:lnTo>
                  <a:lnTo>
                    <a:pt x="8198071" y="18083"/>
                  </a:lnTo>
                  <a:lnTo>
                    <a:pt x="8198216" y="18083"/>
                  </a:lnTo>
                  <a:lnTo>
                    <a:pt x="8198362" y="18083"/>
                  </a:lnTo>
                  <a:lnTo>
                    <a:pt x="8198507" y="18083"/>
                  </a:lnTo>
                  <a:lnTo>
                    <a:pt x="8198653" y="18083"/>
                  </a:lnTo>
                  <a:lnTo>
                    <a:pt x="8198798" y="18083"/>
                  </a:lnTo>
                  <a:lnTo>
                    <a:pt x="8198943" y="18083"/>
                  </a:lnTo>
                  <a:lnTo>
                    <a:pt x="8199089" y="18083"/>
                  </a:lnTo>
                  <a:lnTo>
                    <a:pt x="8199234" y="18083"/>
                  </a:lnTo>
                  <a:lnTo>
                    <a:pt x="8199380" y="18083"/>
                  </a:lnTo>
                  <a:lnTo>
                    <a:pt x="8199525" y="18083"/>
                  </a:lnTo>
                  <a:lnTo>
                    <a:pt x="8199671" y="18083"/>
                  </a:lnTo>
                  <a:lnTo>
                    <a:pt x="8199816" y="18083"/>
                  </a:lnTo>
                  <a:lnTo>
                    <a:pt x="8199961" y="18083"/>
                  </a:lnTo>
                  <a:lnTo>
                    <a:pt x="8200107" y="18083"/>
                  </a:lnTo>
                  <a:lnTo>
                    <a:pt x="8200252" y="18083"/>
                  </a:lnTo>
                  <a:lnTo>
                    <a:pt x="8200398" y="18083"/>
                  </a:lnTo>
                  <a:lnTo>
                    <a:pt x="8200543" y="18083"/>
                  </a:lnTo>
                  <a:lnTo>
                    <a:pt x="8200689" y="18083"/>
                  </a:lnTo>
                  <a:lnTo>
                    <a:pt x="8200834" y="18083"/>
                  </a:lnTo>
                  <a:lnTo>
                    <a:pt x="8200979" y="18083"/>
                  </a:lnTo>
                  <a:lnTo>
                    <a:pt x="8201125" y="18083"/>
                  </a:lnTo>
                  <a:lnTo>
                    <a:pt x="8201270" y="18083"/>
                  </a:lnTo>
                  <a:lnTo>
                    <a:pt x="8201416" y="18083"/>
                  </a:lnTo>
                  <a:lnTo>
                    <a:pt x="8201561" y="18083"/>
                  </a:lnTo>
                  <a:lnTo>
                    <a:pt x="8201707" y="18083"/>
                  </a:lnTo>
                  <a:lnTo>
                    <a:pt x="8201852" y="18083"/>
                  </a:lnTo>
                  <a:lnTo>
                    <a:pt x="8201997" y="18083"/>
                  </a:lnTo>
                  <a:lnTo>
                    <a:pt x="8202143" y="18083"/>
                  </a:lnTo>
                  <a:lnTo>
                    <a:pt x="8202288" y="18083"/>
                  </a:lnTo>
                  <a:lnTo>
                    <a:pt x="8202434" y="18083"/>
                  </a:lnTo>
                  <a:lnTo>
                    <a:pt x="8202579" y="18083"/>
                  </a:lnTo>
                  <a:lnTo>
                    <a:pt x="8202725" y="18083"/>
                  </a:lnTo>
                  <a:lnTo>
                    <a:pt x="8202870" y="18083"/>
                  </a:lnTo>
                  <a:lnTo>
                    <a:pt x="8203015" y="18083"/>
                  </a:lnTo>
                  <a:lnTo>
                    <a:pt x="8203161" y="18083"/>
                  </a:lnTo>
                  <a:lnTo>
                    <a:pt x="8203306" y="18083"/>
                  </a:lnTo>
                  <a:lnTo>
                    <a:pt x="8203452" y="18083"/>
                  </a:lnTo>
                  <a:lnTo>
                    <a:pt x="8203597" y="18083"/>
                  </a:lnTo>
                  <a:lnTo>
                    <a:pt x="8203742" y="18083"/>
                  </a:lnTo>
                  <a:lnTo>
                    <a:pt x="8203888" y="18083"/>
                  </a:lnTo>
                  <a:lnTo>
                    <a:pt x="8204033" y="18083"/>
                  </a:lnTo>
                  <a:lnTo>
                    <a:pt x="8204179" y="18083"/>
                  </a:lnTo>
                  <a:lnTo>
                    <a:pt x="8204324" y="18083"/>
                  </a:lnTo>
                  <a:lnTo>
                    <a:pt x="8204470" y="18083"/>
                  </a:lnTo>
                  <a:lnTo>
                    <a:pt x="8204615" y="18083"/>
                  </a:lnTo>
                  <a:lnTo>
                    <a:pt x="8204760" y="18083"/>
                  </a:lnTo>
                  <a:lnTo>
                    <a:pt x="8204906" y="18083"/>
                  </a:lnTo>
                  <a:lnTo>
                    <a:pt x="8205051" y="18083"/>
                  </a:lnTo>
                  <a:lnTo>
                    <a:pt x="8205197" y="18083"/>
                  </a:lnTo>
                  <a:lnTo>
                    <a:pt x="8205342" y="18083"/>
                  </a:lnTo>
                  <a:lnTo>
                    <a:pt x="8205488" y="18083"/>
                  </a:lnTo>
                  <a:lnTo>
                    <a:pt x="8205633" y="18083"/>
                  </a:lnTo>
                  <a:lnTo>
                    <a:pt x="8205778" y="18083"/>
                  </a:lnTo>
                  <a:lnTo>
                    <a:pt x="8205924" y="18083"/>
                  </a:lnTo>
                  <a:lnTo>
                    <a:pt x="8206069" y="18083"/>
                  </a:lnTo>
                  <a:lnTo>
                    <a:pt x="8206215" y="18083"/>
                  </a:lnTo>
                  <a:lnTo>
                    <a:pt x="8206360" y="18083"/>
                  </a:lnTo>
                  <a:lnTo>
                    <a:pt x="8206506" y="18083"/>
                  </a:lnTo>
                  <a:lnTo>
                    <a:pt x="8206651" y="18083"/>
                  </a:lnTo>
                  <a:lnTo>
                    <a:pt x="8206796" y="18083"/>
                  </a:lnTo>
                  <a:lnTo>
                    <a:pt x="8206942" y="18083"/>
                  </a:lnTo>
                  <a:lnTo>
                    <a:pt x="8207087" y="18083"/>
                  </a:lnTo>
                  <a:lnTo>
                    <a:pt x="8207233" y="18083"/>
                  </a:lnTo>
                  <a:lnTo>
                    <a:pt x="8207378" y="18083"/>
                  </a:lnTo>
                  <a:lnTo>
                    <a:pt x="8207524" y="18083"/>
                  </a:lnTo>
                  <a:lnTo>
                    <a:pt x="8207669" y="18083"/>
                  </a:lnTo>
                  <a:lnTo>
                    <a:pt x="8207814" y="18083"/>
                  </a:lnTo>
                  <a:lnTo>
                    <a:pt x="8207960" y="18083"/>
                  </a:lnTo>
                  <a:lnTo>
                    <a:pt x="8208105" y="18083"/>
                  </a:lnTo>
                  <a:lnTo>
                    <a:pt x="8208251" y="18083"/>
                  </a:lnTo>
                  <a:lnTo>
                    <a:pt x="8208396" y="18083"/>
                  </a:lnTo>
                  <a:lnTo>
                    <a:pt x="8208542" y="18083"/>
                  </a:lnTo>
                  <a:lnTo>
                    <a:pt x="8208687" y="18083"/>
                  </a:lnTo>
                  <a:lnTo>
                    <a:pt x="8208832" y="18083"/>
                  </a:lnTo>
                  <a:lnTo>
                    <a:pt x="8208978" y="18083"/>
                  </a:lnTo>
                  <a:lnTo>
                    <a:pt x="8209123" y="18083"/>
                  </a:lnTo>
                  <a:lnTo>
                    <a:pt x="8209269" y="18083"/>
                  </a:lnTo>
                  <a:lnTo>
                    <a:pt x="8209414" y="18083"/>
                  </a:lnTo>
                  <a:lnTo>
                    <a:pt x="8209560" y="18083"/>
                  </a:lnTo>
                  <a:lnTo>
                    <a:pt x="8209705" y="18083"/>
                  </a:lnTo>
                  <a:lnTo>
                    <a:pt x="8209850" y="18083"/>
                  </a:lnTo>
                  <a:lnTo>
                    <a:pt x="8209996" y="18083"/>
                  </a:lnTo>
                  <a:lnTo>
                    <a:pt x="8210141" y="18083"/>
                  </a:lnTo>
                  <a:lnTo>
                    <a:pt x="8210287" y="18083"/>
                  </a:lnTo>
                  <a:lnTo>
                    <a:pt x="8210432" y="18083"/>
                  </a:lnTo>
                  <a:lnTo>
                    <a:pt x="8210577" y="18083"/>
                  </a:lnTo>
                  <a:lnTo>
                    <a:pt x="8210723" y="18083"/>
                  </a:lnTo>
                  <a:lnTo>
                    <a:pt x="8210868" y="18083"/>
                  </a:lnTo>
                  <a:lnTo>
                    <a:pt x="8211014" y="18083"/>
                  </a:lnTo>
                  <a:lnTo>
                    <a:pt x="8211159" y="18083"/>
                  </a:lnTo>
                  <a:lnTo>
                    <a:pt x="8211305" y="18083"/>
                  </a:lnTo>
                  <a:lnTo>
                    <a:pt x="8211450" y="18083"/>
                  </a:lnTo>
                  <a:lnTo>
                    <a:pt x="8211595" y="18083"/>
                  </a:lnTo>
                  <a:lnTo>
                    <a:pt x="8211741" y="18083"/>
                  </a:lnTo>
                  <a:lnTo>
                    <a:pt x="8211886" y="18083"/>
                  </a:lnTo>
                  <a:lnTo>
                    <a:pt x="8212032" y="18083"/>
                  </a:lnTo>
                  <a:lnTo>
                    <a:pt x="8212177" y="18083"/>
                  </a:lnTo>
                  <a:lnTo>
                    <a:pt x="8212323" y="18083"/>
                  </a:lnTo>
                  <a:lnTo>
                    <a:pt x="8212468" y="18083"/>
                  </a:lnTo>
                  <a:lnTo>
                    <a:pt x="8212613" y="18083"/>
                  </a:lnTo>
                  <a:lnTo>
                    <a:pt x="8212759" y="18083"/>
                  </a:lnTo>
                  <a:lnTo>
                    <a:pt x="8212904" y="18083"/>
                  </a:lnTo>
                  <a:lnTo>
                    <a:pt x="8213050" y="18083"/>
                  </a:lnTo>
                  <a:lnTo>
                    <a:pt x="8213195" y="18083"/>
                  </a:lnTo>
                  <a:lnTo>
                    <a:pt x="8213341" y="18083"/>
                  </a:lnTo>
                  <a:lnTo>
                    <a:pt x="8213486" y="18083"/>
                  </a:lnTo>
                  <a:lnTo>
                    <a:pt x="8213631" y="18083"/>
                  </a:lnTo>
                  <a:lnTo>
                    <a:pt x="8213777" y="18083"/>
                  </a:lnTo>
                  <a:lnTo>
                    <a:pt x="8213922" y="18083"/>
                  </a:lnTo>
                  <a:lnTo>
                    <a:pt x="8214068" y="18083"/>
                  </a:lnTo>
                  <a:lnTo>
                    <a:pt x="8214213" y="18083"/>
                  </a:lnTo>
                  <a:lnTo>
                    <a:pt x="8214359" y="18083"/>
                  </a:lnTo>
                  <a:lnTo>
                    <a:pt x="8214504" y="18083"/>
                  </a:lnTo>
                  <a:lnTo>
                    <a:pt x="8214649" y="18083"/>
                  </a:lnTo>
                  <a:lnTo>
                    <a:pt x="8214795" y="18083"/>
                  </a:lnTo>
                  <a:lnTo>
                    <a:pt x="8214940" y="18083"/>
                  </a:lnTo>
                  <a:lnTo>
                    <a:pt x="8215086" y="18083"/>
                  </a:lnTo>
                  <a:lnTo>
                    <a:pt x="8215231" y="18083"/>
                  </a:lnTo>
                  <a:lnTo>
                    <a:pt x="8215377" y="18083"/>
                  </a:lnTo>
                  <a:lnTo>
                    <a:pt x="8215522" y="18083"/>
                  </a:lnTo>
                  <a:lnTo>
                    <a:pt x="8215667" y="18083"/>
                  </a:lnTo>
                  <a:lnTo>
                    <a:pt x="8215813" y="18083"/>
                  </a:lnTo>
                  <a:lnTo>
                    <a:pt x="8215958" y="18083"/>
                  </a:lnTo>
                  <a:lnTo>
                    <a:pt x="8216104" y="18083"/>
                  </a:lnTo>
                  <a:lnTo>
                    <a:pt x="8216249" y="18083"/>
                  </a:lnTo>
                  <a:lnTo>
                    <a:pt x="8216249" y="17460"/>
                  </a:lnTo>
                  <a:lnTo>
                    <a:pt x="8216395" y="17460"/>
                  </a:lnTo>
                  <a:lnTo>
                    <a:pt x="8216540" y="17460"/>
                  </a:lnTo>
                  <a:lnTo>
                    <a:pt x="8216685" y="17460"/>
                  </a:lnTo>
                  <a:lnTo>
                    <a:pt x="8216831" y="17460"/>
                  </a:lnTo>
                  <a:lnTo>
                    <a:pt x="8216976" y="17460"/>
                  </a:lnTo>
                  <a:lnTo>
                    <a:pt x="8217122" y="17460"/>
                  </a:lnTo>
                  <a:lnTo>
                    <a:pt x="8217267" y="17460"/>
                  </a:lnTo>
                  <a:lnTo>
                    <a:pt x="8217412" y="17460"/>
                  </a:lnTo>
                  <a:lnTo>
                    <a:pt x="8217558" y="17460"/>
                  </a:lnTo>
                  <a:lnTo>
                    <a:pt x="8217703" y="17460"/>
                  </a:lnTo>
                  <a:lnTo>
                    <a:pt x="8217849" y="17460"/>
                  </a:lnTo>
                  <a:lnTo>
                    <a:pt x="8217994" y="17460"/>
                  </a:lnTo>
                  <a:lnTo>
                    <a:pt x="8218140" y="17460"/>
                  </a:lnTo>
                  <a:lnTo>
                    <a:pt x="8218285" y="17460"/>
                  </a:lnTo>
                  <a:lnTo>
                    <a:pt x="8218430" y="17460"/>
                  </a:lnTo>
                  <a:lnTo>
                    <a:pt x="8218576" y="17460"/>
                  </a:lnTo>
                  <a:lnTo>
                    <a:pt x="8218721" y="17460"/>
                  </a:lnTo>
                  <a:lnTo>
                    <a:pt x="8218867" y="17460"/>
                  </a:lnTo>
                  <a:lnTo>
                    <a:pt x="8219012" y="17460"/>
                  </a:lnTo>
                  <a:lnTo>
                    <a:pt x="8219158" y="17460"/>
                  </a:lnTo>
                  <a:lnTo>
                    <a:pt x="8219303" y="17460"/>
                  </a:lnTo>
                  <a:lnTo>
                    <a:pt x="8219448" y="17460"/>
                  </a:lnTo>
                  <a:lnTo>
                    <a:pt x="8219594" y="17460"/>
                  </a:lnTo>
                  <a:lnTo>
                    <a:pt x="8219739" y="17460"/>
                  </a:lnTo>
                  <a:lnTo>
                    <a:pt x="8219885" y="17460"/>
                  </a:lnTo>
                  <a:lnTo>
                    <a:pt x="8220030" y="17460"/>
                  </a:lnTo>
                  <a:lnTo>
                    <a:pt x="8220176" y="17460"/>
                  </a:lnTo>
                  <a:lnTo>
                    <a:pt x="8220321" y="17460"/>
                  </a:lnTo>
                  <a:lnTo>
                    <a:pt x="8220466" y="17460"/>
                  </a:lnTo>
                  <a:lnTo>
                    <a:pt x="8220612" y="17460"/>
                  </a:lnTo>
                  <a:lnTo>
                    <a:pt x="8220757" y="17460"/>
                  </a:lnTo>
                  <a:lnTo>
                    <a:pt x="8220903" y="17460"/>
                  </a:lnTo>
                  <a:lnTo>
                    <a:pt x="8221048" y="17460"/>
                  </a:lnTo>
                  <a:lnTo>
                    <a:pt x="8221194" y="17460"/>
                  </a:lnTo>
                  <a:lnTo>
                    <a:pt x="8221339" y="17460"/>
                  </a:lnTo>
                  <a:lnTo>
                    <a:pt x="8221484" y="17460"/>
                  </a:lnTo>
                  <a:lnTo>
                    <a:pt x="8221630" y="17460"/>
                  </a:lnTo>
                  <a:lnTo>
                    <a:pt x="8221775" y="17460"/>
                  </a:lnTo>
                  <a:lnTo>
                    <a:pt x="8221921" y="17460"/>
                  </a:lnTo>
                  <a:lnTo>
                    <a:pt x="8222066" y="17460"/>
                  </a:lnTo>
                  <a:lnTo>
                    <a:pt x="8222212" y="17460"/>
                  </a:lnTo>
                  <a:lnTo>
                    <a:pt x="8222357" y="17460"/>
                  </a:lnTo>
                  <a:lnTo>
                    <a:pt x="8222502" y="17460"/>
                  </a:lnTo>
                  <a:lnTo>
                    <a:pt x="8222648" y="17460"/>
                  </a:lnTo>
                  <a:lnTo>
                    <a:pt x="8222793" y="17460"/>
                  </a:lnTo>
                  <a:lnTo>
                    <a:pt x="8222939" y="17460"/>
                  </a:lnTo>
                  <a:lnTo>
                    <a:pt x="8223084" y="17460"/>
                  </a:lnTo>
                  <a:lnTo>
                    <a:pt x="8223230" y="17460"/>
                  </a:lnTo>
                  <a:lnTo>
                    <a:pt x="8223375" y="17460"/>
                  </a:lnTo>
                  <a:lnTo>
                    <a:pt x="8223520" y="17460"/>
                  </a:lnTo>
                  <a:lnTo>
                    <a:pt x="8223666" y="17460"/>
                  </a:lnTo>
                  <a:lnTo>
                    <a:pt x="8223811" y="17460"/>
                  </a:lnTo>
                  <a:lnTo>
                    <a:pt x="8223957" y="17460"/>
                  </a:lnTo>
                  <a:lnTo>
                    <a:pt x="8224102" y="17460"/>
                  </a:lnTo>
                  <a:lnTo>
                    <a:pt x="8224247" y="17460"/>
                  </a:lnTo>
                  <a:lnTo>
                    <a:pt x="8224393" y="17460"/>
                  </a:lnTo>
                  <a:lnTo>
                    <a:pt x="8224538" y="17460"/>
                  </a:lnTo>
                  <a:lnTo>
                    <a:pt x="8224684" y="17460"/>
                  </a:lnTo>
                  <a:lnTo>
                    <a:pt x="8224829" y="17460"/>
                  </a:lnTo>
                  <a:lnTo>
                    <a:pt x="8224975" y="17460"/>
                  </a:lnTo>
                  <a:lnTo>
                    <a:pt x="8225120" y="17460"/>
                  </a:lnTo>
                  <a:lnTo>
                    <a:pt x="8225265" y="17460"/>
                  </a:lnTo>
                  <a:lnTo>
                    <a:pt x="8225411" y="17460"/>
                  </a:lnTo>
                  <a:lnTo>
                    <a:pt x="8225556" y="17460"/>
                  </a:lnTo>
                  <a:lnTo>
                    <a:pt x="8225702" y="17460"/>
                  </a:lnTo>
                  <a:lnTo>
                    <a:pt x="8225847" y="17460"/>
                  </a:lnTo>
                  <a:lnTo>
                    <a:pt x="8225993" y="17460"/>
                  </a:lnTo>
                  <a:lnTo>
                    <a:pt x="8226138" y="17460"/>
                  </a:lnTo>
                  <a:lnTo>
                    <a:pt x="8226283" y="17460"/>
                  </a:lnTo>
                  <a:lnTo>
                    <a:pt x="8226429" y="17460"/>
                  </a:lnTo>
                  <a:lnTo>
                    <a:pt x="8226574" y="17460"/>
                  </a:lnTo>
                  <a:lnTo>
                    <a:pt x="8226720" y="17460"/>
                  </a:lnTo>
                  <a:lnTo>
                    <a:pt x="8226720" y="16836"/>
                  </a:lnTo>
                  <a:lnTo>
                    <a:pt x="8226865" y="16836"/>
                  </a:lnTo>
                  <a:lnTo>
                    <a:pt x="8227011" y="16836"/>
                  </a:lnTo>
                  <a:lnTo>
                    <a:pt x="8227156" y="16836"/>
                  </a:lnTo>
                  <a:lnTo>
                    <a:pt x="8227301" y="16836"/>
                  </a:lnTo>
                  <a:lnTo>
                    <a:pt x="8227447" y="16836"/>
                  </a:lnTo>
                  <a:lnTo>
                    <a:pt x="8227592" y="16836"/>
                  </a:lnTo>
                  <a:lnTo>
                    <a:pt x="8227738" y="16836"/>
                  </a:lnTo>
                  <a:lnTo>
                    <a:pt x="8227883" y="16836"/>
                  </a:lnTo>
                  <a:lnTo>
                    <a:pt x="8228029" y="16836"/>
                  </a:lnTo>
                  <a:lnTo>
                    <a:pt x="8228174" y="16836"/>
                  </a:lnTo>
                  <a:lnTo>
                    <a:pt x="8228319" y="16836"/>
                  </a:lnTo>
                  <a:lnTo>
                    <a:pt x="8228465" y="16836"/>
                  </a:lnTo>
                  <a:lnTo>
                    <a:pt x="8228610" y="16836"/>
                  </a:lnTo>
                  <a:lnTo>
                    <a:pt x="8228756" y="16836"/>
                  </a:lnTo>
                  <a:lnTo>
                    <a:pt x="8228901" y="16836"/>
                  </a:lnTo>
                  <a:lnTo>
                    <a:pt x="8229047" y="16836"/>
                  </a:lnTo>
                  <a:lnTo>
                    <a:pt x="8229192" y="16836"/>
                  </a:lnTo>
                  <a:lnTo>
                    <a:pt x="8229337" y="16836"/>
                  </a:lnTo>
                  <a:lnTo>
                    <a:pt x="8229483" y="16836"/>
                  </a:lnTo>
                  <a:lnTo>
                    <a:pt x="8229628" y="16836"/>
                  </a:lnTo>
                  <a:lnTo>
                    <a:pt x="8229774" y="16836"/>
                  </a:lnTo>
                  <a:lnTo>
                    <a:pt x="8229774" y="16213"/>
                  </a:lnTo>
                  <a:lnTo>
                    <a:pt x="8229919" y="16213"/>
                  </a:lnTo>
                  <a:lnTo>
                    <a:pt x="8230065" y="16213"/>
                  </a:lnTo>
                  <a:lnTo>
                    <a:pt x="8230210" y="16213"/>
                  </a:lnTo>
                  <a:lnTo>
                    <a:pt x="8230355" y="16213"/>
                  </a:lnTo>
                  <a:lnTo>
                    <a:pt x="8230501" y="16213"/>
                  </a:lnTo>
                  <a:lnTo>
                    <a:pt x="8230646" y="16213"/>
                  </a:lnTo>
                  <a:lnTo>
                    <a:pt x="8230792" y="16213"/>
                  </a:lnTo>
                  <a:lnTo>
                    <a:pt x="8230937" y="16213"/>
                  </a:lnTo>
                  <a:lnTo>
                    <a:pt x="8231082" y="16213"/>
                  </a:lnTo>
                  <a:lnTo>
                    <a:pt x="8231228" y="16213"/>
                  </a:lnTo>
                  <a:lnTo>
                    <a:pt x="8231373" y="16213"/>
                  </a:lnTo>
                  <a:lnTo>
                    <a:pt x="8231519" y="16213"/>
                  </a:lnTo>
                  <a:lnTo>
                    <a:pt x="8231664" y="16213"/>
                  </a:lnTo>
                  <a:lnTo>
                    <a:pt x="8231810" y="16213"/>
                  </a:lnTo>
                  <a:lnTo>
                    <a:pt x="8231955" y="16213"/>
                  </a:lnTo>
                  <a:lnTo>
                    <a:pt x="8232100" y="16213"/>
                  </a:lnTo>
                  <a:lnTo>
                    <a:pt x="8232246" y="16213"/>
                  </a:lnTo>
                  <a:lnTo>
                    <a:pt x="8232391" y="16213"/>
                  </a:lnTo>
                  <a:lnTo>
                    <a:pt x="8232537" y="16213"/>
                  </a:lnTo>
                  <a:lnTo>
                    <a:pt x="8232682" y="16213"/>
                  </a:lnTo>
                  <a:lnTo>
                    <a:pt x="8232828" y="16213"/>
                  </a:lnTo>
                  <a:lnTo>
                    <a:pt x="8232973" y="16213"/>
                  </a:lnTo>
                  <a:lnTo>
                    <a:pt x="8233118" y="16213"/>
                  </a:lnTo>
                  <a:lnTo>
                    <a:pt x="8233264" y="16213"/>
                  </a:lnTo>
                  <a:lnTo>
                    <a:pt x="8233409" y="16213"/>
                  </a:lnTo>
                  <a:lnTo>
                    <a:pt x="8233555" y="16213"/>
                  </a:lnTo>
                  <a:lnTo>
                    <a:pt x="8233700" y="16213"/>
                  </a:lnTo>
                  <a:lnTo>
                    <a:pt x="8233846" y="16213"/>
                  </a:lnTo>
                  <a:lnTo>
                    <a:pt x="8233991" y="16213"/>
                  </a:lnTo>
                  <a:lnTo>
                    <a:pt x="8234136" y="16213"/>
                  </a:lnTo>
                  <a:lnTo>
                    <a:pt x="8234282" y="16213"/>
                  </a:lnTo>
                  <a:lnTo>
                    <a:pt x="8234427" y="16213"/>
                  </a:lnTo>
                  <a:lnTo>
                    <a:pt x="8234573" y="16213"/>
                  </a:lnTo>
                  <a:lnTo>
                    <a:pt x="8234718" y="16213"/>
                  </a:lnTo>
                  <a:lnTo>
                    <a:pt x="8234864" y="16213"/>
                  </a:lnTo>
                  <a:lnTo>
                    <a:pt x="8235009" y="16213"/>
                  </a:lnTo>
                  <a:lnTo>
                    <a:pt x="8235154" y="16213"/>
                  </a:lnTo>
                  <a:lnTo>
                    <a:pt x="8235300" y="16213"/>
                  </a:lnTo>
                  <a:lnTo>
                    <a:pt x="8235445" y="16213"/>
                  </a:lnTo>
                  <a:lnTo>
                    <a:pt x="8235591" y="16213"/>
                  </a:lnTo>
                  <a:lnTo>
                    <a:pt x="8235736" y="16213"/>
                  </a:lnTo>
                  <a:lnTo>
                    <a:pt x="8235882" y="16213"/>
                  </a:lnTo>
                  <a:lnTo>
                    <a:pt x="8236027" y="16213"/>
                  </a:lnTo>
                  <a:lnTo>
                    <a:pt x="8236172" y="16213"/>
                  </a:lnTo>
                  <a:lnTo>
                    <a:pt x="8236318" y="16213"/>
                  </a:lnTo>
                  <a:lnTo>
                    <a:pt x="8236463" y="16213"/>
                  </a:lnTo>
                  <a:lnTo>
                    <a:pt x="8236609" y="16213"/>
                  </a:lnTo>
                  <a:lnTo>
                    <a:pt x="8236754" y="16213"/>
                  </a:lnTo>
                  <a:lnTo>
                    <a:pt x="8236900" y="16213"/>
                  </a:lnTo>
                  <a:lnTo>
                    <a:pt x="8237045" y="16213"/>
                  </a:lnTo>
                  <a:lnTo>
                    <a:pt x="8237190" y="16213"/>
                  </a:lnTo>
                  <a:lnTo>
                    <a:pt x="8237336" y="16213"/>
                  </a:lnTo>
                  <a:lnTo>
                    <a:pt x="8237481" y="16213"/>
                  </a:lnTo>
                  <a:lnTo>
                    <a:pt x="8237627" y="16213"/>
                  </a:lnTo>
                  <a:lnTo>
                    <a:pt x="8237772" y="16213"/>
                  </a:lnTo>
                  <a:lnTo>
                    <a:pt x="8237917" y="16213"/>
                  </a:lnTo>
                  <a:lnTo>
                    <a:pt x="8238063" y="16213"/>
                  </a:lnTo>
                  <a:lnTo>
                    <a:pt x="8238208" y="16213"/>
                  </a:lnTo>
                  <a:lnTo>
                    <a:pt x="8238354" y="16213"/>
                  </a:lnTo>
                  <a:lnTo>
                    <a:pt x="8238499" y="16213"/>
                  </a:lnTo>
                  <a:lnTo>
                    <a:pt x="8238645" y="16213"/>
                  </a:lnTo>
                  <a:lnTo>
                    <a:pt x="8238790" y="16213"/>
                  </a:lnTo>
                  <a:lnTo>
                    <a:pt x="8238935" y="16213"/>
                  </a:lnTo>
                  <a:lnTo>
                    <a:pt x="8239081" y="16213"/>
                  </a:lnTo>
                  <a:lnTo>
                    <a:pt x="8239226" y="16213"/>
                  </a:lnTo>
                  <a:lnTo>
                    <a:pt x="8239372" y="16213"/>
                  </a:lnTo>
                  <a:lnTo>
                    <a:pt x="8239517" y="16213"/>
                  </a:lnTo>
                  <a:lnTo>
                    <a:pt x="8239663" y="16213"/>
                  </a:lnTo>
                  <a:lnTo>
                    <a:pt x="8239808" y="16213"/>
                  </a:lnTo>
                  <a:lnTo>
                    <a:pt x="8239953" y="16213"/>
                  </a:lnTo>
                  <a:lnTo>
                    <a:pt x="8240099" y="16213"/>
                  </a:lnTo>
                  <a:lnTo>
                    <a:pt x="8240244" y="16213"/>
                  </a:lnTo>
                  <a:lnTo>
                    <a:pt x="8240390" y="16213"/>
                  </a:lnTo>
                  <a:lnTo>
                    <a:pt x="8240535" y="16213"/>
                  </a:lnTo>
                  <a:lnTo>
                    <a:pt x="8240681" y="16213"/>
                  </a:lnTo>
                  <a:lnTo>
                    <a:pt x="8240826" y="16213"/>
                  </a:lnTo>
                  <a:lnTo>
                    <a:pt x="8240971" y="16213"/>
                  </a:lnTo>
                  <a:lnTo>
                    <a:pt x="8241117" y="16213"/>
                  </a:lnTo>
                  <a:lnTo>
                    <a:pt x="8241262" y="16213"/>
                  </a:lnTo>
                  <a:lnTo>
                    <a:pt x="8241408" y="16213"/>
                  </a:lnTo>
                  <a:lnTo>
                    <a:pt x="8241553" y="16213"/>
                  </a:lnTo>
                  <a:lnTo>
                    <a:pt x="8241699" y="16213"/>
                  </a:lnTo>
                  <a:lnTo>
                    <a:pt x="8241844" y="16213"/>
                  </a:lnTo>
                  <a:lnTo>
                    <a:pt x="8241989" y="16213"/>
                  </a:lnTo>
                  <a:lnTo>
                    <a:pt x="8242135" y="16213"/>
                  </a:lnTo>
                  <a:lnTo>
                    <a:pt x="8242280" y="16213"/>
                  </a:lnTo>
                  <a:lnTo>
                    <a:pt x="8242426" y="16213"/>
                  </a:lnTo>
                  <a:lnTo>
                    <a:pt x="8242571" y="16213"/>
                  </a:lnTo>
                  <a:lnTo>
                    <a:pt x="8242717" y="16213"/>
                  </a:lnTo>
                  <a:lnTo>
                    <a:pt x="8242862" y="16213"/>
                  </a:lnTo>
                  <a:lnTo>
                    <a:pt x="8243007" y="16213"/>
                  </a:lnTo>
                  <a:lnTo>
                    <a:pt x="8243153" y="16213"/>
                  </a:lnTo>
                  <a:lnTo>
                    <a:pt x="8243298" y="16213"/>
                  </a:lnTo>
                  <a:lnTo>
                    <a:pt x="8243444" y="16213"/>
                  </a:lnTo>
                  <a:lnTo>
                    <a:pt x="8243589" y="16213"/>
                  </a:lnTo>
                  <a:lnTo>
                    <a:pt x="8243735" y="16213"/>
                  </a:lnTo>
                  <a:lnTo>
                    <a:pt x="8243880" y="16213"/>
                  </a:lnTo>
                  <a:lnTo>
                    <a:pt x="8244025" y="16213"/>
                  </a:lnTo>
                  <a:lnTo>
                    <a:pt x="8244171" y="16213"/>
                  </a:lnTo>
                  <a:lnTo>
                    <a:pt x="8244316" y="16213"/>
                  </a:lnTo>
                  <a:lnTo>
                    <a:pt x="8244462" y="16213"/>
                  </a:lnTo>
                  <a:lnTo>
                    <a:pt x="8244607" y="16213"/>
                  </a:lnTo>
                  <a:lnTo>
                    <a:pt x="8244752" y="16213"/>
                  </a:lnTo>
                  <a:lnTo>
                    <a:pt x="8244898" y="16213"/>
                  </a:lnTo>
                  <a:lnTo>
                    <a:pt x="8245043" y="16213"/>
                  </a:lnTo>
                  <a:lnTo>
                    <a:pt x="8245189" y="16213"/>
                  </a:lnTo>
                  <a:lnTo>
                    <a:pt x="8245334" y="16213"/>
                  </a:lnTo>
                  <a:lnTo>
                    <a:pt x="8245480" y="16213"/>
                  </a:lnTo>
                  <a:lnTo>
                    <a:pt x="8245625" y="16213"/>
                  </a:lnTo>
                  <a:lnTo>
                    <a:pt x="8245770" y="16213"/>
                  </a:lnTo>
                  <a:lnTo>
                    <a:pt x="8245916" y="16213"/>
                  </a:lnTo>
                  <a:lnTo>
                    <a:pt x="8246061" y="16213"/>
                  </a:lnTo>
                  <a:lnTo>
                    <a:pt x="8246207" y="16213"/>
                  </a:lnTo>
                  <a:lnTo>
                    <a:pt x="8246352" y="16213"/>
                  </a:lnTo>
                  <a:lnTo>
                    <a:pt x="8246498" y="16213"/>
                  </a:lnTo>
                  <a:lnTo>
                    <a:pt x="8246643" y="16213"/>
                  </a:lnTo>
                  <a:lnTo>
                    <a:pt x="8246788" y="16213"/>
                  </a:lnTo>
                  <a:lnTo>
                    <a:pt x="8246934" y="16213"/>
                  </a:lnTo>
                  <a:lnTo>
                    <a:pt x="8247079" y="16213"/>
                  </a:lnTo>
                  <a:lnTo>
                    <a:pt x="8247225" y="16213"/>
                  </a:lnTo>
                  <a:lnTo>
                    <a:pt x="8247370" y="16213"/>
                  </a:lnTo>
                  <a:lnTo>
                    <a:pt x="8247516" y="16213"/>
                  </a:lnTo>
                  <a:lnTo>
                    <a:pt x="8247661" y="16213"/>
                  </a:lnTo>
                  <a:lnTo>
                    <a:pt x="8247806" y="16213"/>
                  </a:lnTo>
                  <a:lnTo>
                    <a:pt x="8247806" y="15589"/>
                  </a:lnTo>
                  <a:lnTo>
                    <a:pt x="8247952" y="15589"/>
                  </a:lnTo>
                  <a:lnTo>
                    <a:pt x="8248097" y="15589"/>
                  </a:lnTo>
                  <a:lnTo>
                    <a:pt x="8248243" y="15589"/>
                  </a:lnTo>
                  <a:lnTo>
                    <a:pt x="8248388" y="15589"/>
                  </a:lnTo>
                  <a:lnTo>
                    <a:pt x="8248534" y="15589"/>
                  </a:lnTo>
                  <a:lnTo>
                    <a:pt x="8248679" y="15589"/>
                  </a:lnTo>
                  <a:lnTo>
                    <a:pt x="8248824" y="15589"/>
                  </a:lnTo>
                  <a:lnTo>
                    <a:pt x="8248970" y="15589"/>
                  </a:lnTo>
                  <a:lnTo>
                    <a:pt x="8249115" y="15589"/>
                  </a:lnTo>
                  <a:lnTo>
                    <a:pt x="8249261" y="15589"/>
                  </a:lnTo>
                  <a:lnTo>
                    <a:pt x="8249406" y="15589"/>
                  </a:lnTo>
                  <a:lnTo>
                    <a:pt x="8249552" y="15589"/>
                  </a:lnTo>
                  <a:lnTo>
                    <a:pt x="8249697" y="15589"/>
                  </a:lnTo>
                  <a:lnTo>
                    <a:pt x="8249842" y="15589"/>
                  </a:lnTo>
                  <a:lnTo>
                    <a:pt x="8249988" y="15589"/>
                  </a:lnTo>
                  <a:lnTo>
                    <a:pt x="8250133" y="15589"/>
                  </a:lnTo>
                  <a:lnTo>
                    <a:pt x="8250279" y="15589"/>
                  </a:lnTo>
                  <a:lnTo>
                    <a:pt x="8250424" y="15589"/>
                  </a:lnTo>
                  <a:lnTo>
                    <a:pt x="8250569" y="15589"/>
                  </a:lnTo>
                  <a:lnTo>
                    <a:pt x="8250715" y="15589"/>
                  </a:lnTo>
                  <a:lnTo>
                    <a:pt x="8250860" y="15589"/>
                  </a:lnTo>
                  <a:lnTo>
                    <a:pt x="8251006" y="15589"/>
                  </a:lnTo>
                  <a:lnTo>
                    <a:pt x="8251151" y="15589"/>
                  </a:lnTo>
                  <a:lnTo>
                    <a:pt x="8251297" y="15589"/>
                  </a:lnTo>
                  <a:lnTo>
                    <a:pt x="8251442" y="15589"/>
                  </a:lnTo>
                  <a:lnTo>
                    <a:pt x="8251587" y="15589"/>
                  </a:lnTo>
                  <a:lnTo>
                    <a:pt x="8251733" y="15589"/>
                  </a:lnTo>
                  <a:lnTo>
                    <a:pt x="8251878" y="15589"/>
                  </a:lnTo>
                  <a:lnTo>
                    <a:pt x="8252024" y="15589"/>
                  </a:lnTo>
                  <a:lnTo>
                    <a:pt x="8252169" y="15589"/>
                  </a:lnTo>
                  <a:lnTo>
                    <a:pt x="8252315" y="15589"/>
                  </a:lnTo>
                  <a:lnTo>
                    <a:pt x="8252460" y="15589"/>
                  </a:lnTo>
                  <a:lnTo>
                    <a:pt x="8252605" y="15589"/>
                  </a:lnTo>
                  <a:lnTo>
                    <a:pt x="8252751" y="15589"/>
                  </a:lnTo>
                  <a:lnTo>
                    <a:pt x="8252896" y="15589"/>
                  </a:lnTo>
                  <a:lnTo>
                    <a:pt x="8253042" y="15589"/>
                  </a:lnTo>
                  <a:lnTo>
                    <a:pt x="8253187" y="15589"/>
                  </a:lnTo>
                  <a:lnTo>
                    <a:pt x="8253333" y="15589"/>
                  </a:lnTo>
                  <a:lnTo>
                    <a:pt x="8253478" y="15589"/>
                  </a:lnTo>
                  <a:lnTo>
                    <a:pt x="8253623" y="15589"/>
                  </a:lnTo>
                  <a:lnTo>
                    <a:pt x="8253769" y="15589"/>
                  </a:lnTo>
                  <a:lnTo>
                    <a:pt x="8253914" y="15589"/>
                  </a:lnTo>
                  <a:lnTo>
                    <a:pt x="8254060" y="15589"/>
                  </a:lnTo>
                  <a:lnTo>
                    <a:pt x="8254205" y="15589"/>
                  </a:lnTo>
                  <a:lnTo>
                    <a:pt x="8254351" y="15589"/>
                  </a:lnTo>
                  <a:lnTo>
                    <a:pt x="8254496" y="15589"/>
                  </a:lnTo>
                  <a:lnTo>
                    <a:pt x="8254641" y="15589"/>
                  </a:lnTo>
                  <a:lnTo>
                    <a:pt x="8254787" y="15589"/>
                  </a:lnTo>
                  <a:lnTo>
                    <a:pt x="8254932" y="15589"/>
                  </a:lnTo>
                  <a:lnTo>
                    <a:pt x="8255078" y="15589"/>
                  </a:lnTo>
                  <a:lnTo>
                    <a:pt x="8255223" y="15589"/>
                  </a:lnTo>
                  <a:lnTo>
                    <a:pt x="8255369" y="15589"/>
                  </a:lnTo>
                  <a:lnTo>
                    <a:pt x="8255514" y="15589"/>
                  </a:lnTo>
                  <a:lnTo>
                    <a:pt x="8255659" y="15589"/>
                  </a:lnTo>
                  <a:lnTo>
                    <a:pt x="8255805" y="15589"/>
                  </a:lnTo>
                  <a:lnTo>
                    <a:pt x="8255950" y="15589"/>
                  </a:lnTo>
                  <a:lnTo>
                    <a:pt x="8256096" y="15589"/>
                  </a:lnTo>
                  <a:lnTo>
                    <a:pt x="8256241" y="15589"/>
                  </a:lnTo>
                  <a:lnTo>
                    <a:pt x="8256387" y="15589"/>
                  </a:lnTo>
                  <a:lnTo>
                    <a:pt x="8256532" y="15589"/>
                  </a:lnTo>
                  <a:lnTo>
                    <a:pt x="8256677" y="15589"/>
                  </a:lnTo>
                  <a:lnTo>
                    <a:pt x="8256823" y="15589"/>
                  </a:lnTo>
                  <a:lnTo>
                    <a:pt x="8256968" y="15589"/>
                  </a:lnTo>
                  <a:lnTo>
                    <a:pt x="8257114" y="15589"/>
                  </a:lnTo>
                  <a:lnTo>
                    <a:pt x="8257259" y="15589"/>
                  </a:lnTo>
                  <a:lnTo>
                    <a:pt x="8257404" y="15589"/>
                  </a:lnTo>
                  <a:lnTo>
                    <a:pt x="8257550" y="15589"/>
                  </a:lnTo>
                  <a:lnTo>
                    <a:pt x="8257695" y="15589"/>
                  </a:lnTo>
                  <a:lnTo>
                    <a:pt x="8257841" y="15589"/>
                  </a:lnTo>
                  <a:lnTo>
                    <a:pt x="8257986" y="15589"/>
                  </a:lnTo>
                  <a:lnTo>
                    <a:pt x="8258132" y="15589"/>
                  </a:lnTo>
                  <a:lnTo>
                    <a:pt x="8258277" y="15589"/>
                  </a:lnTo>
                  <a:lnTo>
                    <a:pt x="8258422" y="15589"/>
                  </a:lnTo>
                  <a:lnTo>
                    <a:pt x="8258568" y="15589"/>
                  </a:lnTo>
                  <a:lnTo>
                    <a:pt x="8258713" y="15589"/>
                  </a:lnTo>
                  <a:lnTo>
                    <a:pt x="8258859" y="15589"/>
                  </a:lnTo>
                  <a:lnTo>
                    <a:pt x="8259004" y="15589"/>
                  </a:lnTo>
                  <a:lnTo>
                    <a:pt x="8259150" y="15589"/>
                  </a:lnTo>
                  <a:lnTo>
                    <a:pt x="8259295" y="15589"/>
                  </a:lnTo>
                  <a:lnTo>
                    <a:pt x="8259440" y="15589"/>
                  </a:lnTo>
                  <a:lnTo>
                    <a:pt x="8259586" y="15589"/>
                  </a:lnTo>
                  <a:lnTo>
                    <a:pt x="8259731" y="15589"/>
                  </a:lnTo>
                  <a:lnTo>
                    <a:pt x="8259877" y="15589"/>
                  </a:lnTo>
                  <a:lnTo>
                    <a:pt x="8260022" y="15589"/>
                  </a:lnTo>
                  <a:lnTo>
                    <a:pt x="8260168" y="15589"/>
                  </a:lnTo>
                  <a:lnTo>
                    <a:pt x="8260313" y="15589"/>
                  </a:lnTo>
                  <a:lnTo>
                    <a:pt x="8260458" y="15589"/>
                  </a:lnTo>
                  <a:lnTo>
                    <a:pt x="8260604" y="15589"/>
                  </a:lnTo>
                  <a:lnTo>
                    <a:pt x="8260749" y="15589"/>
                  </a:lnTo>
                  <a:lnTo>
                    <a:pt x="8260749" y="14965"/>
                  </a:lnTo>
                  <a:lnTo>
                    <a:pt x="8260895" y="14965"/>
                  </a:lnTo>
                  <a:lnTo>
                    <a:pt x="8261040" y="14965"/>
                  </a:lnTo>
                  <a:lnTo>
                    <a:pt x="8261186" y="14965"/>
                  </a:lnTo>
                  <a:lnTo>
                    <a:pt x="8261331" y="14965"/>
                  </a:lnTo>
                  <a:lnTo>
                    <a:pt x="8261476" y="14965"/>
                  </a:lnTo>
                  <a:lnTo>
                    <a:pt x="8261622" y="14965"/>
                  </a:lnTo>
                  <a:lnTo>
                    <a:pt x="8261767" y="14965"/>
                  </a:lnTo>
                  <a:lnTo>
                    <a:pt x="8261913" y="14965"/>
                  </a:lnTo>
                  <a:lnTo>
                    <a:pt x="8262058" y="14965"/>
                  </a:lnTo>
                  <a:lnTo>
                    <a:pt x="8262204" y="14965"/>
                  </a:lnTo>
                  <a:lnTo>
                    <a:pt x="8262349" y="14965"/>
                  </a:lnTo>
                  <a:lnTo>
                    <a:pt x="8262494" y="14965"/>
                  </a:lnTo>
                  <a:lnTo>
                    <a:pt x="8262640" y="14965"/>
                  </a:lnTo>
                  <a:lnTo>
                    <a:pt x="8262785" y="14965"/>
                  </a:lnTo>
                  <a:lnTo>
                    <a:pt x="8262931" y="14965"/>
                  </a:lnTo>
                  <a:lnTo>
                    <a:pt x="8263076" y="14965"/>
                  </a:lnTo>
                  <a:lnTo>
                    <a:pt x="8263222" y="14965"/>
                  </a:lnTo>
                  <a:lnTo>
                    <a:pt x="8263367" y="14965"/>
                  </a:lnTo>
                  <a:lnTo>
                    <a:pt x="8263512" y="14965"/>
                  </a:lnTo>
                  <a:lnTo>
                    <a:pt x="8263658" y="14965"/>
                  </a:lnTo>
                  <a:lnTo>
                    <a:pt x="8263803" y="14965"/>
                  </a:lnTo>
                  <a:lnTo>
                    <a:pt x="8263949" y="14965"/>
                  </a:lnTo>
                  <a:lnTo>
                    <a:pt x="8264094" y="14965"/>
                  </a:lnTo>
                  <a:lnTo>
                    <a:pt x="8264239" y="14965"/>
                  </a:lnTo>
                  <a:lnTo>
                    <a:pt x="8264385" y="14965"/>
                  </a:lnTo>
                  <a:lnTo>
                    <a:pt x="8264530" y="14965"/>
                  </a:lnTo>
                  <a:lnTo>
                    <a:pt x="8264676" y="14965"/>
                  </a:lnTo>
                  <a:lnTo>
                    <a:pt x="8264821" y="14965"/>
                  </a:lnTo>
                  <a:lnTo>
                    <a:pt x="8264967" y="14965"/>
                  </a:lnTo>
                  <a:lnTo>
                    <a:pt x="8265112" y="14965"/>
                  </a:lnTo>
                  <a:lnTo>
                    <a:pt x="8265257" y="14965"/>
                  </a:lnTo>
                  <a:lnTo>
                    <a:pt x="8265403" y="14965"/>
                  </a:lnTo>
                  <a:lnTo>
                    <a:pt x="8265548" y="14965"/>
                  </a:lnTo>
                  <a:lnTo>
                    <a:pt x="8265694" y="14965"/>
                  </a:lnTo>
                  <a:lnTo>
                    <a:pt x="8265839" y="14965"/>
                  </a:lnTo>
                  <a:lnTo>
                    <a:pt x="8265985" y="14965"/>
                  </a:lnTo>
                  <a:lnTo>
                    <a:pt x="8266130" y="14965"/>
                  </a:lnTo>
                  <a:lnTo>
                    <a:pt x="8266275" y="14965"/>
                  </a:lnTo>
                  <a:lnTo>
                    <a:pt x="8266421" y="14965"/>
                  </a:lnTo>
                  <a:lnTo>
                    <a:pt x="8266566" y="14965"/>
                  </a:lnTo>
                  <a:lnTo>
                    <a:pt x="8266712" y="14965"/>
                  </a:lnTo>
                  <a:lnTo>
                    <a:pt x="8266857" y="14965"/>
                  </a:lnTo>
                  <a:lnTo>
                    <a:pt x="8267003" y="14965"/>
                  </a:lnTo>
                  <a:lnTo>
                    <a:pt x="8267148" y="14965"/>
                  </a:lnTo>
                  <a:lnTo>
                    <a:pt x="8267293" y="14965"/>
                  </a:lnTo>
                  <a:lnTo>
                    <a:pt x="8267439" y="14965"/>
                  </a:lnTo>
                  <a:lnTo>
                    <a:pt x="8267584" y="14965"/>
                  </a:lnTo>
                  <a:lnTo>
                    <a:pt x="8267730" y="14965"/>
                  </a:lnTo>
                  <a:lnTo>
                    <a:pt x="8267730" y="14342"/>
                  </a:lnTo>
                  <a:lnTo>
                    <a:pt x="8267875" y="14342"/>
                  </a:lnTo>
                  <a:lnTo>
                    <a:pt x="8268021" y="14342"/>
                  </a:lnTo>
                  <a:lnTo>
                    <a:pt x="8268166" y="14342"/>
                  </a:lnTo>
                  <a:lnTo>
                    <a:pt x="8268311" y="14342"/>
                  </a:lnTo>
                  <a:lnTo>
                    <a:pt x="8268457" y="14342"/>
                  </a:lnTo>
                  <a:lnTo>
                    <a:pt x="8268602" y="14342"/>
                  </a:lnTo>
                  <a:lnTo>
                    <a:pt x="8268748" y="14342"/>
                  </a:lnTo>
                  <a:lnTo>
                    <a:pt x="8268893" y="14342"/>
                  </a:lnTo>
                  <a:lnTo>
                    <a:pt x="8269039" y="14342"/>
                  </a:lnTo>
                  <a:lnTo>
                    <a:pt x="8269184" y="14342"/>
                  </a:lnTo>
                  <a:lnTo>
                    <a:pt x="8269329" y="14342"/>
                  </a:lnTo>
                  <a:lnTo>
                    <a:pt x="8269475" y="14342"/>
                  </a:lnTo>
                  <a:lnTo>
                    <a:pt x="8269620" y="14342"/>
                  </a:lnTo>
                  <a:lnTo>
                    <a:pt x="8269766" y="14342"/>
                  </a:lnTo>
                  <a:lnTo>
                    <a:pt x="8269911" y="14342"/>
                  </a:lnTo>
                  <a:lnTo>
                    <a:pt x="8270057" y="14342"/>
                  </a:lnTo>
                  <a:lnTo>
                    <a:pt x="8270202" y="14342"/>
                  </a:lnTo>
                  <a:lnTo>
                    <a:pt x="8270347" y="14342"/>
                  </a:lnTo>
                  <a:lnTo>
                    <a:pt x="8270493" y="14342"/>
                  </a:lnTo>
                  <a:lnTo>
                    <a:pt x="8270638" y="14342"/>
                  </a:lnTo>
                  <a:lnTo>
                    <a:pt x="8270784" y="14342"/>
                  </a:lnTo>
                  <a:lnTo>
                    <a:pt x="8270929" y="14342"/>
                  </a:lnTo>
                  <a:lnTo>
                    <a:pt x="8271074" y="14342"/>
                  </a:lnTo>
                  <a:lnTo>
                    <a:pt x="8271220" y="14342"/>
                  </a:lnTo>
                  <a:lnTo>
                    <a:pt x="8271365" y="14342"/>
                  </a:lnTo>
                  <a:lnTo>
                    <a:pt x="8271511" y="14342"/>
                  </a:lnTo>
                  <a:lnTo>
                    <a:pt x="8271656" y="14342"/>
                  </a:lnTo>
                  <a:lnTo>
                    <a:pt x="8271802" y="14342"/>
                  </a:lnTo>
                  <a:lnTo>
                    <a:pt x="8271947" y="14342"/>
                  </a:lnTo>
                  <a:lnTo>
                    <a:pt x="8272092" y="14342"/>
                  </a:lnTo>
                  <a:lnTo>
                    <a:pt x="8272238" y="14342"/>
                  </a:lnTo>
                  <a:lnTo>
                    <a:pt x="8272383" y="14342"/>
                  </a:lnTo>
                  <a:lnTo>
                    <a:pt x="8272529" y="14342"/>
                  </a:lnTo>
                  <a:lnTo>
                    <a:pt x="8272674" y="14342"/>
                  </a:lnTo>
                  <a:lnTo>
                    <a:pt x="8272820" y="14342"/>
                  </a:lnTo>
                  <a:lnTo>
                    <a:pt x="8272965" y="14342"/>
                  </a:lnTo>
                  <a:lnTo>
                    <a:pt x="8273110" y="14342"/>
                  </a:lnTo>
                  <a:lnTo>
                    <a:pt x="8273256" y="14342"/>
                  </a:lnTo>
                  <a:lnTo>
                    <a:pt x="8273401" y="14342"/>
                  </a:lnTo>
                  <a:lnTo>
                    <a:pt x="8273547" y="14342"/>
                  </a:lnTo>
                  <a:lnTo>
                    <a:pt x="8273692" y="14342"/>
                  </a:lnTo>
                  <a:lnTo>
                    <a:pt x="8273838" y="14342"/>
                  </a:lnTo>
                  <a:lnTo>
                    <a:pt x="8273983" y="14342"/>
                  </a:lnTo>
                  <a:lnTo>
                    <a:pt x="8274128" y="14342"/>
                  </a:lnTo>
                  <a:lnTo>
                    <a:pt x="8274274" y="14342"/>
                  </a:lnTo>
                  <a:lnTo>
                    <a:pt x="8274419" y="14342"/>
                  </a:lnTo>
                  <a:lnTo>
                    <a:pt x="8274565" y="14342"/>
                  </a:lnTo>
                  <a:lnTo>
                    <a:pt x="8274710" y="14342"/>
                  </a:lnTo>
                  <a:lnTo>
                    <a:pt x="8274710" y="13718"/>
                  </a:lnTo>
                  <a:lnTo>
                    <a:pt x="8274856" y="13718"/>
                  </a:lnTo>
                  <a:lnTo>
                    <a:pt x="8275001" y="13718"/>
                  </a:lnTo>
                  <a:lnTo>
                    <a:pt x="8275146" y="13718"/>
                  </a:lnTo>
                  <a:lnTo>
                    <a:pt x="8275292" y="13718"/>
                  </a:lnTo>
                  <a:lnTo>
                    <a:pt x="8275437" y="13718"/>
                  </a:lnTo>
                  <a:lnTo>
                    <a:pt x="8275583" y="13718"/>
                  </a:lnTo>
                  <a:lnTo>
                    <a:pt x="8275728" y="13718"/>
                  </a:lnTo>
                  <a:lnTo>
                    <a:pt x="8275874" y="13718"/>
                  </a:lnTo>
                  <a:lnTo>
                    <a:pt x="8276019" y="13718"/>
                  </a:lnTo>
                  <a:lnTo>
                    <a:pt x="8276164" y="13718"/>
                  </a:lnTo>
                  <a:lnTo>
                    <a:pt x="8276310" y="13718"/>
                  </a:lnTo>
                  <a:lnTo>
                    <a:pt x="8276455" y="13718"/>
                  </a:lnTo>
                  <a:lnTo>
                    <a:pt x="8276601" y="13718"/>
                  </a:lnTo>
                  <a:lnTo>
                    <a:pt x="8276746" y="13718"/>
                  </a:lnTo>
                  <a:lnTo>
                    <a:pt x="8276892" y="13718"/>
                  </a:lnTo>
                  <a:lnTo>
                    <a:pt x="8276892" y="13095"/>
                  </a:lnTo>
                  <a:lnTo>
                    <a:pt x="8277037" y="13095"/>
                  </a:lnTo>
                  <a:lnTo>
                    <a:pt x="8277182" y="13095"/>
                  </a:lnTo>
                  <a:lnTo>
                    <a:pt x="8277328" y="13095"/>
                  </a:lnTo>
                  <a:lnTo>
                    <a:pt x="8277473" y="13095"/>
                  </a:lnTo>
                  <a:lnTo>
                    <a:pt x="8277619" y="13095"/>
                  </a:lnTo>
                  <a:lnTo>
                    <a:pt x="8277764" y="13095"/>
                  </a:lnTo>
                  <a:lnTo>
                    <a:pt x="8277909" y="13095"/>
                  </a:lnTo>
                  <a:lnTo>
                    <a:pt x="8278055" y="13095"/>
                  </a:lnTo>
                  <a:lnTo>
                    <a:pt x="8278200" y="13095"/>
                  </a:lnTo>
                  <a:lnTo>
                    <a:pt x="8278346" y="13095"/>
                  </a:lnTo>
                  <a:lnTo>
                    <a:pt x="8278491" y="13095"/>
                  </a:lnTo>
                  <a:lnTo>
                    <a:pt x="8278637" y="13095"/>
                  </a:lnTo>
                  <a:lnTo>
                    <a:pt x="8278782" y="13095"/>
                  </a:lnTo>
                  <a:lnTo>
                    <a:pt x="8278927" y="13095"/>
                  </a:lnTo>
                  <a:lnTo>
                    <a:pt x="8279073" y="13095"/>
                  </a:lnTo>
                  <a:lnTo>
                    <a:pt x="8279218" y="13095"/>
                  </a:lnTo>
                  <a:lnTo>
                    <a:pt x="8279364" y="13095"/>
                  </a:lnTo>
                  <a:lnTo>
                    <a:pt x="8279509" y="13095"/>
                  </a:lnTo>
                  <a:lnTo>
                    <a:pt x="8279655" y="13095"/>
                  </a:lnTo>
                  <a:lnTo>
                    <a:pt x="8279800" y="13095"/>
                  </a:lnTo>
                  <a:lnTo>
                    <a:pt x="8279945" y="13095"/>
                  </a:lnTo>
                  <a:lnTo>
                    <a:pt x="8280091" y="13095"/>
                  </a:lnTo>
                  <a:lnTo>
                    <a:pt x="8280236" y="13095"/>
                  </a:lnTo>
                  <a:lnTo>
                    <a:pt x="8280382" y="13095"/>
                  </a:lnTo>
                  <a:lnTo>
                    <a:pt x="8280527" y="13095"/>
                  </a:lnTo>
                  <a:lnTo>
                    <a:pt x="8280673" y="13095"/>
                  </a:lnTo>
                  <a:lnTo>
                    <a:pt x="8280818" y="13095"/>
                  </a:lnTo>
                  <a:lnTo>
                    <a:pt x="8280963" y="13095"/>
                  </a:lnTo>
                  <a:lnTo>
                    <a:pt x="8281109" y="13095"/>
                  </a:lnTo>
                  <a:lnTo>
                    <a:pt x="8281254" y="13095"/>
                  </a:lnTo>
                  <a:lnTo>
                    <a:pt x="8281400" y="13095"/>
                  </a:lnTo>
                  <a:lnTo>
                    <a:pt x="8281545" y="13095"/>
                  </a:lnTo>
                  <a:lnTo>
                    <a:pt x="8281691" y="13095"/>
                  </a:lnTo>
                  <a:lnTo>
                    <a:pt x="8281836" y="13095"/>
                  </a:lnTo>
                  <a:lnTo>
                    <a:pt x="8281981" y="13095"/>
                  </a:lnTo>
                  <a:lnTo>
                    <a:pt x="8282127" y="13095"/>
                  </a:lnTo>
                  <a:lnTo>
                    <a:pt x="8282272" y="13095"/>
                  </a:lnTo>
                  <a:lnTo>
                    <a:pt x="8282418" y="13095"/>
                  </a:lnTo>
                  <a:lnTo>
                    <a:pt x="8282563" y="13095"/>
                  </a:lnTo>
                  <a:lnTo>
                    <a:pt x="8282709" y="13095"/>
                  </a:lnTo>
                  <a:lnTo>
                    <a:pt x="8282854" y="13095"/>
                  </a:lnTo>
                  <a:lnTo>
                    <a:pt x="8282999" y="13095"/>
                  </a:lnTo>
                  <a:lnTo>
                    <a:pt x="8283145" y="13095"/>
                  </a:lnTo>
                  <a:lnTo>
                    <a:pt x="8283290" y="13095"/>
                  </a:lnTo>
                  <a:lnTo>
                    <a:pt x="8283436" y="13095"/>
                  </a:lnTo>
                  <a:lnTo>
                    <a:pt x="8283581" y="13095"/>
                  </a:lnTo>
                  <a:lnTo>
                    <a:pt x="8283727" y="13095"/>
                  </a:lnTo>
                  <a:lnTo>
                    <a:pt x="8283872" y="13095"/>
                  </a:lnTo>
                  <a:lnTo>
                    <a:pt x="8284017" y="13095"/>
                  </a:lnTo>
                  <a:lnTo>
                    <a:pt x="8284163" y="13095"/>
                  </a:lnTo>
                  <a:lnTo>
                    <a:pt x="8284308" y="13095"/>
                  </a:lnTo>
                  <a:lnTo>
                    <a:pt x="8284454" y="13095"/>
                  </a:lnTo>
                  <a:lnTo>
                    <a:pt x="8284599" y="13095"/>
                  </a:lnTo>
                  <a:lnTo>
                    <a:pt x="8284744" y="13095"/>
                  </a:lnTo>
                  <a:lnTo>
                    <a:pt x="8284890" y="13095"/>
                  </a:lnTo>
                  <a:lnTo>
                    <a:pt x="8285035" y="13095"/>
                  </a:lnTo>
                  <a:lnTo>
                    <a:pt x="8285181" y="13095"/>
                  </a:lnTo>
                  <a:lnTo>
                    <a:pt x="8285326" y="13095"/>
                  </a:lnTo>
                  <a:lnTo>
                    <a:pt x="8285472" y="13095"/>
                  </a:lnTo>
                  <a:lnTo>
                    <a:pt x="8285617" y="13095"/>
                  </a:lnTo>
                  <a:lnTo>
                    <a:pt x="8285762" y="13095"/>
                  </a:lnTo>
                  <a:lnTo>
                    <a:pt x="8285908" y="13095"/>
                  </a:lnTo>
                  <a:lnTo>
                    <a:pt x="8286053" y="13095"/>
                  </a:lnTo>
                  <a:lnTo>
                    <a:pt x="8286199" y="13095"/>
                  </a:lnTo>
                  <a:lnTo>
                    <a:pt x="8286344" y="13095"/>
                  </a:lnTo>
                  <a:lnTo>
                    <a:pt x="8286490" y="13095"/>
                  </a:lnTo>
                  <a:lnTo>
                    <a:pt x="8286635" y="13095"/>
                  </a:lnTo>
                  <a:lnTo>
                    <a:pt x="8286780" y="13095"/>
                  </a:lnTo>
                  <a:lnTo>
                    <a:pt x="8286926" y="13095"/>
                  </a:lnTo>
                  <a:lnTo>
                    <a:pt x="8287071" y="13095"/>
                  </a:lnTo>
                  <a:lnTo>
                    <a:pt x="8287217" y="13095"/>
                  </a:lnTo>
                  <a:lnTo>
                    <a:pt x="8287362" y="13095"/>
                  </a:lnTo>
                  <a:lnTo>
                    <a:pt x="8287508" y="13095"/>
                  </a:lnTo>
                  <a:lnTo>
                    <a:pt x="8287653" y="13095"/>
                  </a:lnTo>
                  <a:lnTo>
                    <a:pt x="8287798" y="13095"/>
                  </a:lnTo>
                  <a:lnTo>
                    <a:pt x="8287944" y="13095"/>
                  </a:lnTo>
                  <a:lnTo>
                    <a:pt x="8288089" y="13095"/>
                  </a:lnTo>
                  <a:lnTo>
                    <a:pt x="8288235" y="13095"/>
                  </a:lnTo>
                  <a:lnTo>
                    <a:pt x="8288380" y="13095"/>
                  </a:lnTo>
                  <a:lnTo>
                    <a:pt x="8288380" y="12471"/>
                  </a:lnTo>
                  <a:lnTo>
                    <a:pt x="8288526" y="12471"/>
                  </a:lnTo>
                  <a:lnTo>
                    <a:pt x="8288671" y="12471"/>
                  </a:lnTo>
                  <a:lnTo>
                    <a:pt x="8288816" y="12471"/>
                  </a:lnTo>
                  <a:lnTo>
                    <a:pt x="8288962" y="12471"/>
                  </a:lnTo>
                  <a:lnTo>
                    <a:pt x="8289107" y="12471"/>
                  </a:lnTo>
                  <a:lnTo>
                    <a:pt x="8289253" y="12471"/>
                  </a:lnTo>
                  <a:lnTo>
                    <a:pt x="8289398" y="12471"/>
                  </a:lnTo>
                  <a:lnTo>
                    <a:pt x="8289544" y="12471"/>
                  </a:lnTo>
                  <a:lnTo>
                    <a:pt x="8289689" y="12471"/>
                  </a:lnTo>
                  <a:lnTo>
                    <a:pt x="8289834" y="12471"/>
                  </a:lnTo>
                  <a:lnTo>
                    <a:pt x="8289980" y="12471"/>
                  </a:lnTo>
                  <a:lnTo>
                    <a:pt x="8290125" y="12471"/>
                  </a:lnTo>
                  <a:lnTo>
                    <a:pt x="8290271" y="12471"/>
                  </a:lnTo>
                  <a:lnTo>
                    <a:pt x="8290416" y="12471"/>
                  </a:lnTo>
                  <a:lnTo>
                    <a:pt x="8290562" y="12471"/>
                  </a:lnTo>
                  <a:lnTo>
                    <a:pt x="8290707" y="12471"/>
                  </a:lnTo>
                  <a:lnTo>
                    <a:pt x="8290852" y="12471"/>
                  </a:lnTo>
                  <a:lnTo>
                    <a:pt x="8290998" y="12471"/>
                  </a:lnTo>
                  <a:lnTo>
                    <a:pt x="8291143" y="12471"/>
                  </a:lnTo>
                  <a:lnTo>
                    <a:pt x="8291289" y="12471"/>
                  </a:lnTo>
                  <a:lnTo>
                    <a:pt x="8291434" y="12471"/>
                  </a:lnTo>
                  <a:lnTo>
                    <a:pt x="8291579" y="12471"/>
                  </a:lnTo>
                  <a:lnTo>
                    <a:pt x="8291579" y="11848"/>
                  </a:lnTo>
                  <a:lnTo>
                    <a:pt x="8291725" y="11848"/>
                  </a:lnTo>
                  <a:lnTo>
                    <a:pt x="8291870" y="11848"/>
                  </a:lnTo>
                  <a:lnTo>
                    <a:pt x="8292016" y="11848"/>
                  </a:lnTo>
                  <a:lnTo>
                    <a:pt x="8292161" y="11848"/>
                  </a:lnTo>
                  <a:lnTo>
                    <a:pt x="8292307" y="11848"/>
                  </a:lnTo>
                  <a:lnTo>
                    <a:pt x="8292452" y="11848"/>
                  </a:lnTo>
                  <a:lnTo>
                    <a:pt x="8292597" y="11848"/>
                  </a:lnTo>
                  <a:lnTo>
                    <a:pt x="8292743" y="11848"/>
                  </a:lnTo>
                  <a:lnTo>
                    <a:pt x="8292888" y="11848"/>
                  </a:lnTo>
                  <a:lnTo>
                    <a:pt x="8293034" y="11848"/>
                  </a:lnTo>
                  <a:lnTo>
                    <a:pt x="8293179" y="11848"/>
                  </a:lnTo>
                  <a:lnTo>
                    <a:pt x="8293325" y="11848"/>
                  </a:lnTo>
                  <a:lnTo>
                    <a:pt x="8293470" y="11848"/>
                  </a:lnTo>
                  <a:lnTo>
                    <a:pt x="8293615" y="11848"/>
                  </a:lnTo>
                  <a:lnTo>
                    <a:pt x="8293761" y="11848"/>
                  </a:lnTo>
                  <a:lnTo>
                    <a:pt x="8293906" y="11848"/>
                  </a:lnTo>
                  <a:lnTo>
                    <a:pt x="8294052" y="11848"/>
                  </a:lnTo>
                  <a:lnTo>
                    <a:pt x="8294197" y="11848"/>
                  </a:lnTo>
                  <a:lnTo>
                    <a:pt x="8294343" y="11848"/>
                  </a:lnTo>
                  <a:lnTo>
                    <a:pt x="8294488" y="11848"/>
                  </a:lnTo>
                  <a:lnTo>
                    <a:pt x="8294633" y="11848"/>
                  </a:lnTo>
                  <a:lnTo>
                    <a:pt x="8294779" y="11848"/>
                  </a:lnTo>
                  <a:lnTo>
                    <a:pt x="8294924" y="11848"/>
                  </a:lnTo>
                  <a:lnTo>
                    <a:pt x="8295070" y="11848"/>
                  </a:lnTo>
                  <a:lnTo>
                    <a:pt x="8295070" y="11224"/>
                  </a:lnTo>
                  <a:lnTo>
                    <a:pt x="8295215" y="11224"/>
                  </a:lnTo>
                  <a:lnTo>
                    <a:pt x="8295361" y="11224"/>
                  </a:lnTo>
                  <a:lnTo>
                    <a:pt x="8295506" y="11224"/>
                  </a:lnTo>
                  <a:lnTo>
                    <a:pt x="8295651" y="11224"/>
                  </a:lnTo>
                  <a:lnTo>
                    <a:pt x="8295797" y="11224"/>
                  </a:lnTo>
                  <a:lnTo>
                    <a:pt x="8295942" y="11224"/>
                  </a:lnTo>
                  <a:lnTo>
                    <a:pt x="8296088" y="11224"/>
                  </a:lnTo>
                  <a:lnTo>
                    <a:pt x="8296233" y="11224"/>
                  </a:lnTo>
                  <a:lnTo>
                    <a:pt x="8296379" y="11224"/>
                  </a:lnTo>
                  <a:lnTo>
                    <a:pt x="8296524" y="11224"/>
                  </a:lnTo>
                  <a:lnTo>
                    <a:pt x="8296669" y="11224"/>
                  </a:lnTo>
                  <a:lnTo>
                    <a:pt x="8296815" y="11224"/>
                  </a:lnTo>
                  <a:lnTo>
                    <a:pt x="8296960" y="11224"/>
                  </a:lnTo>
                  <a:lnTo>
                    <a:pt x="8297106" y="11224"/>
                  </a:lnTo>
                  <a:lnTo>
                    <a:pt x="8297251" y="11224"/>
                  </a:lnTo>
                  <a:lnTo>
                    <a:pt x="8297397" y="11224"/>
                  </a:lnTo>
                  <a:lnTo>
                    <a:pt x="8297542" y="11224"/>
                  </a:lnTo>
                  <a:lnTo>
                    <a:pt x="8297687" y="11224"/>
                  </a:lnTo>
                  <a:lnTo>
                    <a:pt x="8297833" y="11224"/>
                  </a:lnTo>
                  <a:lnTo>
                    <a:pt x="8297978" y="11224"/>
                  </a:lnTo>
                  <a:lnTo>
                    <a:pt x="8298124" y="11224"/>
                  </a:lnTo>
                  <a:lnTo>
                    <a:pt x="8298269" y="11224"/>
                  </a:lnTo>
                  <a:lnTo>
                    <a:pt x="8298414" y="11224"/>
                  </a:lnTo>
                  <a:lnTo>
                    <a:pt x="8298560" y="11224"/>
                  </a:lnTo>
                  <a:lnTo>
                    <a:pt x="8298560" y="10600"/>
                  </a:lnTo>
                  <a:lnTo>
                    <a:pt x="8298705" y="10600"/>
                  </a:lnTo>
                  <a:lnTo>
                    <a:pt x="8298851" y="10600"/>
                  </a:lnTo>
                  <a:lnTo>
                    <a:pt x="8298996" y="10600"/>
                  </a:lnTo>
                  <a:lnTo>
                    <a:pt x="8299142" y="10600"/>
                  </a:lnTo>
                  <a:lnTo>
                    <a:pt x="8299287" y="10600"/>
                  </a:lnTo>
                  <a:lnTo>
                    <a:pt x="8299432" y="10600"/>
                  </a:lnTo>
                  <a:lnTo>
                    <a:pt x="8299578" y="10600"/>
                  </a:lnTo>
                  <a:lnTo>
                    <a:pt x="8299723" y="10600"/>
                  </a:lnTo>
                  <a:lnTo>
                    <a:pt x="8299869" y="10600"/>
                  </a:lnTo>
                  <a:lnTo>
                    <a:pt x="8300014" y="10600"/>
                  </a:lnTo>
                  <a:lnTo>
                    <a:pt x="8300160" y="10600"/>
                  </a:lnTo>
                  <a:lnTo>
                    <a:pt x="8300305" y="10600"/>
                  </a:lnTo>
                  <a:lnTo>
                    <a:pt x="8300450" y="10600"/>
                  </a:lnTo>
                  <a:lnTo>
                    <a:pt x="8300596" y="10600"/>
                  </a:lnTo>
                  <a:lnTo>
                    <a:pt x="8300741" y="10600"/>
                  </a:lnTo>
                  <a:lnTo>
                    <a:pt x="8300887" y="10600"/>
                  </a:lnTo>
                  <a:lnTo>
                    <a:pt x="8301032" y="10600"/>
                  </a:lnTo>
                  <a:lnTo>
                    <a:pt x="8301178" y="10600"/>
                  </a:lnTo>
                  <a:lnTo>
                    <a:pt x="8301323" y="10600"/>
                  </a:lnTo>
                  <a:lnTo>
                    <a:pt x="8301468" y="10600"/>
                  </a:lnTo>
                  <a:lnTo>
                    <a:pt x="8301614" y="10600"/>
                  </a:lnTo>
                  <a:lnTo>
                    <a:pt x="8301759" y="10600"/>
                  </a:lnTo>
                  <a:lnTo>
                    <a:pt x="8301905" y="10600"/>
                  </a:lnTo>
                  <a:lnTo>
                    <a:pt x="8302050" y="10600"/>
                  </a:lnTo>
                  <a:lnTo>
                    <a:pt x="8302196" y="10600"/>
                  </a:lnTo>
                  <a:lnTo>
                    <a:pt x="8302341" y="10600"/>
                  </a:lnTo>
                  <a:lnTo>
                    <a:pt x="8302486" y="10600"/>
                  </a:lnTo>
                  <a:lnTo>
                    <a:pt x="8302632" y="10600"/>
                  </a:lnTo>
                  <a:lnTo>
                    <a:pt x="8302777" y="10600"/>
                  </a:lnTo>
                  <a:lnTo>
                    <a:pt x="8302923" y="10600"/>
                  </a:lnTo>
                  <a:lnTo>
                    <a:pt x="8303068" y="10600"/>
                  </a:lnTo>
                  <a:lnTo>
                    <a:pt x="8303214" y="10600"/>
                  </a:lnTo>
                  <a:lnTo>
                    <a:pt x="8303359" y="10600"/>
                  </a:lnTo>
                  <a:lnTo>
                    <a:pt x="8303504" y="10600"/>
                  </a:lnTo>
                  <a:lnTo>
                    <a:pt x="8303650" y="10600"/>
                  </a:lnTo>
                  <a:lnTo>
                    <a:pt x="8303795" y="10600"/>
                  </a:lnTo>
                  <a:lnTo>
                    <a:pt x="8303941" y="10600"/>
                  </a:lnTo>
                  <a:lnTo>
                    <a:pt x="8304086" y="10600"/>
                  </a:lnTo>
                  <a:lnTo>
                    <a:pt x="8304232" y="10600"/>
                  </a:lnTo>
                  <a:lnTo>
                    <a:pt x="8304377" y="10600"/>
                  </a:lnTo>
                  <a:lnTo>
                    <a:pt x="8304522" y="10600"/>
                  </a:lnTo>
                  <a:lnTo>
                    <a:pt x="8304668" y="10600"/>
                  </a:lnTo>
                  <a:lnTo>
                    <a:pt x="8304813" y="10600"/>
                  </a:lnTo>
                  <a:lnTo>
                    <a:pt x="8304959" y="10600"/>
                  </a:lnTo>
                  <a:lnTo>
                    <a:pt x="8305104" y="10600"/>
                  </a:lnTo>
                  <a:lnTo>
                    <a:pt x="8305249" y="10600"/>
                  </a:lnTo>
                  <a:lnTo>
                    <a:pt x="8305395" y="10600"/>
                  </a:lnTo>
                  <a:lnTo>
                    <a:pt x="8305540" y="10600"/>
                  </a:lnTo>
                  <a:lnTo>
                    <a:pt x="8305686" y="10600"/>
                  </a:lnTo>
                  <a:lnTo>
                    <a:pt x="8305686" y="9977"/>
                  </a:lnTo>
                  <a:lnTo>
                    <a:pt x="8305831" y="9977"/>
                  </a:lnTo>
                  <a:lnTo>
                    <a:pt x="8305977" y="9977"/>
                  </a:lnTo>
                  <a:lnTo>
                    <a:pt x="8306122" y="9977"/>
                  </a:lnTo>
                  <a:lnTo>
                    <a:pt x="8306267" y="9977"/>
                  </a:lnTo>
                  <a:lnTo>
                    <a:pt x="8306413" y="9977"/>
                  </a:lnTo>
                  <a:lnTo>
                    <a:pt x="8306558" y="9977"/>
                  </a:lnTo>
                  <a:lnTo>
                    <a:pt x="8306704" y="9977"/>
                  </a:lnTo>
                  <a:lnTo>
                    <a:pt x="8306849" y="9977"/>
                  </a:lnTo>
                  <a:lnTo>
                    <a:pt x="8306995" y="9977"/>
                  </a:lnTo>
                  <a:lnTo>
                    <a:pt x="8307140" y="9977"/>
                  </a:lnTo>
                  <a:lnTo>
                    <a:pt x="8307285" y="9977"/>
                  </a:lnTo>
                  <a:lnTo>
                    <a:pt x="8307431" y="9977"/>
                  </a:lnTo>
                  <a:lnTo>
                    <a:pt x="8307576" y="9977"/>
                  </a:lnTo>
                  <a:lnTo>
                    <a:pt x="8307722" y="9977"/>
                  </a:lnTo>
                  <a:lnTo>
                    <a:pt x="8307867" y="9977"/>
                  </a:lnTo>
                  <a:lnTo>
                    <a:pt x="8308013" y="9977"/>
                  </a:lnTo>
                  <a:lnTo>
                    <a:pt x="8308158" y="9977"/>
                  </a:lnTo>
                  <a:lnTo>
                    <a:pt x="8308303" y="9977"/>
                  </a:lnTo>
                  <a:lnTo>
                    <a:pt x="8308449" y="9977"/>
                  </a:lnTo>
                  <a:lnTo>
                    <a:pt x="8308594" y="9977"/>
                  </a:lnTo>
                  <a:lnTo>
                    <a:pt x="8308740" y="9977"/>
                  </a:lnTo>
                  <a:lnTo>
                    <a:pt x="8308885" y="9977"/>
                  </a:lnTo>
                  <a:lnTo>
                    <a:pt x="8309031" y="9977"/>
                  </a:lnTo>
                  <a:lnTo>
                    <a:pt x="8309176" y="9977"/>
                  </a:lnTo>
                  <a:lnTo>
                    <a:pt x="8309321" y="9977"/>
                  </a:lnTo>
                  <a:lnTo>
                    <a:pt x="8309467" y="9977"/>
                  </a:lnTo>
                  <a:lnTo>
                    <a:pt x="8309612" y="9977"/>
                  </a:lnTo>
                  <a:lnTo>
                    <a:pt x="8309758" y="9977"/>
                  </a:lnTo>
                  <a:lnTo>
                    <a:pt x="8309903" y="9977"/>
                  </a:lnTo>
                  <a:lnTo>
                    <a:pt x="8310049" y="9977"/>
                  </a:lnTo>
                  <a:lnTo>
                    <a:pt x="8310194" y="9977"/>
                  </a:lnTo>
                  <a:lnTo>
                    <a:pt x="8310339" y="9977"/>
                  </a:lnTo>
                  <a:lnTo>
                    <a:pt x="8310485" y="9977"/>
                  </a:lnTo>
                  <a:lnTo>
                    <a:pt x="8310630" y="9977"/>
                  </a:lnTo>
                  <a:lnTo>
                    <a:pt x="8310776" y="9977"/>
                  </a:lnTo>
                  <a:lnTo>
                    <a:pt x="8310921" y="9977"/>
                  </a:lnTo>
                  <a:lnTo>
                    <a:pt x="8311067" y="9977"/>
                  </a:lnTo>
                  <a:lnTo>
                    <a:pt x="8311212" y="9977"/>
                  </a:lnTo>
                  <a:lnTo>
                    <a:pt x="8311357" y="9977"/>
                  </a:lnTo>
                  <a:lnTo>
                    <a:pt x="8311503" y="9977"/>
                  </a:lnTo>
                  <a:lnTo>
                    <a:pt x="8311648" y="9977"/>
                  </a:lnTo>
                  <a:lnTo>
                    <a:pt x="8311794" y="9977"/>
                  </a:lnTo>
                  <a:lnTo>
                    <a:pt x="8311939" y="9977"/>
                  </a:lnTo>
                  <a:lnTo>
                    <a:pt x="8312084" y="9977"/>
                  </a:lnTo>
                  <a:lnTo>
                    <a:pt x="8312230" y="9977"/>
                  </a:lnTo>
                  <a:lnTo>
                    <a:pt x="8312375" y="9977"/>
                  </a:lnTo>
                  <a:lnTo>
                    <a:pt x="8312521" y="9977"/>
                  </a:lnTo>
                  <a:lnTo>
                    <a:pt x="8312666" y="9977"/>
                  </a:lnTo>
                  <a:lnTo>
                    <a:pt x="8312812" y="9977"/>
                  </a:lnTo>
                  <a:lnTo>
                    <a:pt x="8312957" y="9977"/>
                  </a:lnTo>
                  <a:lnTo>
                    <a:pt x="8313102" y="9977"/>
                  </a:lnTo>
                  <a:lnTo>
                    <a:pt x="8313248" y="9977"/>
                  </a:lnTo>
                  <a:lnTo>
                    <a:pt x="8313393" y="9977"/>
                  </a:lnTo>
                  <a:lnTo>
                    <a:pt x="8313539" y="9977"/>
                  </a:lnTo>
                  <a:lnTo>
                    <a:pt x="8313684" y="9977"/>
                  </a:lnTo>
                  <a:lnTo>
                    <a:pt x="8313830" y="9977"/>
                  </a:lnTo>
                  <a:lnTo>
                    <a:pt x="8313975" y="9977"/>
                  </a:lnTo>
                  <a:lnTo>
                    <a:pt x="8314120" y="9977"/>
                  </a:lnTo>
                  <a:lnTo>
                    <a:pt x="8314266" y="9977"/>
                  </a:lnTo>
                  <a:lnTo>
                    <a:pt x="8314411" y="9977"/>
                  </a:lnTo>
                  <a:lnTo>
                    <a:pt x="8314411" y="9353"/>
                  </a:lnTo>
                  <a:lnTo>
                    <a:pt x="8314557" y="9353"/>
                  </a:lnTo>
                  <a:lnTo>
                    <a:pt x="8314702" y="9353"/>
                  </a:lnTo>
                  <a:lnTo>
                    <a:pt x="8314848" y="9353"/>
                  </a:lnTo>
                  <a:lnTo>
                    <a:pt x="8314993" y="9353"/>
                  </a:lnTo>
                  <a:lnTo>
                    <a:pt x="8315138" y="9353"/>
                  </a:lnTo>
                  <a:lnTo>
                    <a:pt x="8315284" y="9353"/>
                  </a:lnTo>
                  <a:lnTo>
                    <a:pt x="8315429" y="9353"/>
                  </a:lnTo>
                  <a:lnTo>
                    <a:pt x="8315575" y="9353"/>
                  </a:lnTo>
                  <a:lnTo>
                    <a:pt x="8315720" y="9353"/>
                  </a:lnTo>
                  <a:lnTo>
                    <a:pt x="8315866" y="9353"/>
                  </a:lnTo>
                  <a:lnTo>
                    <a:pt x="8316011" y="9353"/>
                  </a:lnTo>
                  <a:lnTo>
                    <a:pt x="8316156" y="9353"/>
                  </a:lnTo>
                  <a:lnTo>
                    <a:pt x="8316302" y="9353"/>
                  </a:lnTo>
                  <a:lnTo>
                    <a:pt x="8316447" y="9353"/>
                  </a:lnTo>
                  <a:lnTo>
                    <a:pt x="8316593" y="9353"/>
                  </a:lnTo>
                  <a:lnTo>
                    <a:pt x="8316738" y="9353"/>
                  </a:lnTo>
                  <a:lnTo>
                    <a:pt x="8316884" y="9353"/>
                  </a:lnTo>
                  <a:lnTo>
                    <a:pt x="8317029" y="9353"/>
                  </a:lnTo>
                  <a:lnTo>
                    <a:pt x="8317174" y="9353"/>
                  </a:lnTo>
                  <a:lnTo>
                    <a:pt x="8317320" y="9353"/>
                  </a:lnTo>
                  <a:lnTo>
                    <a:pt x="8317465" y="9353"/>
                  </a:lnTo>
                  <a:lnTo>
                    <a:pt x="8317611" y="9353"/>
                  </a:lnTo>
                  <a:lnTo>
                    <a:pt x="8317756" y="9353"/>
                  </a:lnTo>
                  <a:lnTo>
                    <a:pt x="8317902" y="9353"/>
                  </a:lnTo>
                  <a:lnTo>
                    <a:pt x="8318047" y="9353"/>
                  </a:lnTo>
                  <a:lnTo>
                    <a:pt x="8318192" y="9353"/>
                  </a:lnTo>
                  <a:lnTo>
                    <a:pt x="8318338" y="9353"/>
                  </a:lnTo>
                  <a:lnTo>
                    <a:pt x="8318483" y="9353"/>
                  </a:lnTo>
                  <a:lnTo>
                    <a:pt x="8318629" y="9353"/>
                  </a:lnTo>
                  <a:lnTo>
                    <a:pt x="8318774" y="9353"/>
                  </a:lnTo>
                  <a:lnTo>
                    <a:pt x="8318919" y="9353"/>
                  </a:lnTo>
                  <a:lnTo>
                    <a:pt x="8319065" y="9353"/>
                  </a:lnTo>
                  <a:lnTo>
                    <a:pt x="8319210" y="9353"/>
                  </a:lnTo>
                  <a:lnTo>
                    <a:pt x="8319356" y="9353"/>
                  </a:lnTo>
                  <a:lnTo>
                    <a:pt x="8319501" y="9353"/>
                  </a:lnTo>
                  <a:lnTo>
                    <a:pt x="8319647" y="9353"/>
                  </a:lnTo>
                  <a:lnTo>
                    <a:pt x="8319792" y="9353"/>
                  </a:lnTo>
                  <a:lnTo>
                    <a:pt x="8319937" y="9353"/>
                  </a:lnTo>
                  <a:lnTo>
                    <a:pt x="8320083" y="9353"/>
                  </a:lnTo>
                  <a:lnTo>
                    <a:pt x="8320228" y="9353"/>
                  </a:lnTo>
                  <a:lnTo>
                    <a:pt x="8320374" y="9353"/>
                  </a:lnTo>
                  <a:lnTo>
                    <a:pt x="8320519" y="9353"/>
                  </a:lnTo>
                  <a:lnTo>
                    <a:pt x="8320665" y="9353"/>
                  </a:lnTo>
                  <a:lnTo>
                    <a:pt x="8320810" y="9353"/>
                  </a:lnTo>
                  <a:lnTo>
                    <a:pt x="8320955" y="9353"/>
                  </a:lnTo>
                  <a:lnTo>
                    <a:pt x="8321101" y="9353"/>
                  </a:lnTo>
                  <a:lnTo>
                    <a:pt x="8321246" y="9353"/>
                  </a:lnTo>
                  <a:lnTo>
                    <a:pt x="8321392" y="9353"/>
                  </a:lnTo>
                  <a:lnTo>
                    <a:pt x="8321537" y="9353"/>
                  </a:lnTo>
                  <a:lnTo>
                    <a:pt x="8321683" y="9353"/>
                  </a:lnTo>
                  <a:lnTo>
                    <a:pt x="8321828" y="9353"/>
                  </a:lnTo>
                  <a:lnTo>
                    <a:pt x="8321973" y="9353"/>
                  </a:lnTo>
                  <a:lnTo>
                    <a:pt x="8322119" y="9353"/>
                  </a:lnTo>
                  <a:lnTo>
                    <a:pt x="8322264" y="9353"/>
                  </a:lnTo>
                  <a:lnTo>
                    <a:pt x="8322410" y="9353"/>
                  </a:lnTo>
                  <a:lnTo>
                    <a:pt x="8322555" y="9353"/>
                  </a:lnTo>
                  <a:lnTo>
                    <a:pt x="8322701" y="9353"/>
                  </a:lnTo>
                  <a:lnTo>
                    <a:pt x="8322846" y="9353"/>
                  </a:lnTo>
                  <a:lnTo>
                    <a:pt x="8322991" y="9353"/>
                  </a:lnTo>
                  <a:lnTo>
                    <a:pt x="8323137" y="9353"/>
                  </a:lnTo>
                  <a:lnTo>
                    <a:pt x="8323282" y="9353"/>
                  </a:lnTo>
                  <a:lnTo>
                    <a:pt x="8323428" y="9353"/>
                  </a:lnTo>
                  <a:lnTo>
                    <a:pt x="8323573" y="9353"/>
                  </a:lnTo>
                  <a:lnTo>
                    <a:pt x="8323719" y="9353"/>
                  </a:lnTo>
                  <a:lnTo>
                    <a:pt x="8323864" y="9353"/>
                  </a:lnTo>
                  <a:lnTo>
                    <a:pt x="8324009" y="9353"/>
                  </a:lnTo>
                  <a:lnTo>
                    <a:pt x="8324155" y="9353"/>
                  </a:lnTo>
                  <a:lnTo>
                    <a:pt x="8324300" y="9353"/>
                  </a:lnTo>
                  <a:lnTo>
                    <a:pt x="8324446" y="9353"/>
                  </a:lnTo>
                  <a:lnTo>
                    <a:pt x="8324591" y="9353"/>
                  </a:lnTo>
                  <a:lnTo>
                    <a:pt x="8324737" y="9353"/>
                  </a:lnTo>
                  <a:lnTo>
                    <a:pt x="8324882" y="9353"/>
                  </a:lnTo>
                  <a:lnTo>
                    <a:pt x="8325027" y="9353"/>
                  </a:lnTo>
                  <a:lnTo>
                    <a:pt x="8325173" y="9353"/>
                  </a:lnTo>
                  <a:lnTo>
                    <a:pt x="8325318" y="9353"/>
                  </a:lnTo>
                  <a:lnTo>
                    <a:pt x="8325464" y="9353"/>
                  </a:lnTo>
                  <a:lnTo>
                    <a:pt x="8325609" y="9353"/>
                  </a:lnTo>
                  <a:lnTo>
                    <a:pt x="8325754" y="9353"/>
                  </a:lnTo>
                  <a:lnTo>
                    <a:pt x="8325900" y="9353"/>
                  </a:lnTo>
                  <a:lnTo>
                    <a:pt x="8325900" y="8730"/>
                  </a:lnTo>
                  <a:lnTo>
                    <a:pt x="8326045" y="8730"/>
                  </a:lnTo>
                  <a:lnTo>
                    <a:pt x="8326191" y="8730"/>
                  </a:lnTo>
                  <a:lnTo>
                    <a:pt x="8326336" y="8730"/>
                  </a:lnTo>
                  <a:lnTo>
                    <a:pt x="8326482" y="8730"/>
                  </a:lnTo>
                  <a:lnTo>
                    <a:pt x="8326627" y="8730"/>
                  </a:lnTo>
                  <a:lnTo>
                    <a:pt x="8326772" y="8730"/>
                  </a:lnTo>
                  <a:lnTo>
                    <a:pt x="8326918" y="8730"/>
                  </a:lnTo>
                  <a:lnTo>
                    <a:pt x="8327063" y="8730"/>
                  </a:lnTo>
                  <a:lnTo>
                    <a:pt x="8327209" y="8730"/>
                  </a:lnTo>
                  <a:lnTo>
                    <a:pt x="8327354" y="8730"/>
                  </a:lnTo>
                  <a:lnTo>
                    <a:pt x="8327500" y="8730"/>
                  </a:lnTo>
                  <a:lnTo>
                    <a:pt x="8327645" y="8730"/>
                  </a:lnTo>
                  <a:lnTo>
                    <a:pt x="8327790" y="8730"/>
                  </a:lnTo>
                  <a:lnTo>
                    <a:pt x="8327936" y="8730"/>
                  </a:lnTo>
                  <a:lnTo>
                    <a:pt x="8328081" y="8730"/>
                  </a:lnTo>
                  <a:lnTo>
                    <a:pt x="8328227" y="8730"/>
                  </a:lnTo>
                  <a:lnTo>
                    <a:pt x="8328372" y="8730"/>
                  </a:lnTo>
                  <a:lnTo>
                    <a:pt x="8328518" y="8730"/>
                  </a:lnTo>
                  <a:lnTo>
                    <a:pt x="8328663" y="8730"/>
                  </a:lnTo>
                  <a:lnTo>
                    <a:pt x="8328808" y="8730"/>
                  </a:lnTo>
                  <a:lnTo>
                    <a:pt x="8328954" y="8730"/>
                  </a:lnTo>
                  <a:lnTo>
                    <a:pt x="8329099" y="8730"/>
                  </a:lnTo>
                  <a:lnTo>
                    <a:pt x="8329245" y="8730"/>
                  </a:lnTo>
                  <a:lnTo>
                    <a:pt x="8329390" y="8730"/>
                  </a:lnTo>
                  <a:lnTo>
                    <a:pt x="8329536" y="8730"/>
                  </a:lnTo>
                  <a:lnTo>
                    <a:pt x="8329681" y="8730"/>
                  </a:lnTo>
                  <a:lnTo>
                    <a:pt x="8329826" y="8730"/>
                  </a:lnTo>
                  <a:lnTo>
                    <a:pt x="8329972" y="8730"/>
                  </a:lnTo>
                  <a:lnTo>
                    <a:pt x="8330117" y="8730"/>
                  </a:lnTo>
                  <a:lnTo>
                    <a:pt x="8330263" y="8730"/>
                  </a:lnTo>
                  <a:lnTo>
                    <a:pt x="8330408" y="8730"/>
                  </a:lnTo>
                  <a:lnTo>
                    <a:pt x="8330554" y="8730"/>
                  </a:lnTo>
                  <a:lnTo>
                    <a:pt x="8330699" y="8730"/>
                  </a:lnTo>
                  <a:lnTo>
                    <a:pt x="8330844" y="8730"/>
                  </a:lnTo>
                  <a:lnTo>
                    <a:pt x="8330990" y="8730"/>
                  </a:lnTo>
                  <a:lnTo>
                    <a:pt x="8331135" y="8730"/>
                  </a:lnTo>
                  <a:lnTo>
                    <a:pt x="8331281" y="8730"/>
                  </a:lnTo>
                  <a:lnTo>
                    <a:pt x="8331426" y="8730"/>
                  </a:lnTo>
                  <a:lnTo>
                    <a:pt x="8331571" y="8730"/>
                  </a:lnTo>
                  <a:lnTo>
                    <a:pt x="8331717" y="8730"/>
                  </a:lnTo>
                  <a:lnTo>
                    <a:pt x="8331862" y="8730"/>
                  </a:lnTo>
                  <a:lnTo>
                    <a:pt x="8332008" y="8730"/>
                  </a:lnTo>
                  <a:lnTo>
                    <a:pt x="8332153" y="8730"/>
                  </a:lnTo>
                  <a:lnTo>
                    <a:pt x="8332299" y="8730"/>
                  </a:lnTo>
                  <a:lnTo>
                    <a:pt x="8332444" y="8730"/>
                  </a:lnTo>
                  <a:lnTo>
                    <a:pt x="8332589" y="8730"/>
                  </a:lnTo>
                  <a:lnTo>
                    <a:pt x="8332735" y="8730"/>
                  </a:lnTo>
                  <a:lnTo>
                    <a:pt x="8332880" y="8730"/>
                  </a:lnTo>
                  <a:lnTo>
                    <a:pt x="8333026" y="8730"/>
                  </a:lnTo>
                  <a:lnTo>
                    <a:pt x="8333171" y="8730"/>
                  </a:lnTo>
                  <a:lnTo>
                    <a:pt x="8333317" y="8730"/>
                  </a:lnTo>
                  <a:lnTo>
                    <a:pt x="8333462" y="8730"/>
                  </a:lnTo>
                  <a:lnTo>
                    <a:pt x="8333607" y="8730"/>
                  </a:lnTo>
                  <a:lnTo>
                    <a:pt x="8333753" y="8730"/>
                  </a:lnTo>
                  <a:lnTo>
                    <a:pt x="8333898" y="8730"/>
                  </a:lnTo>
                  <a:lnTo>
                    <a:pt x="8334044" y="8730"/>
                  </a:lnTo>
                  <a:lnTo>
                    <a:pt x="8334189" y="8730"/>
                  </a:lnTo>
                  <a:lnTo>
                    <a:pt x="8334335" y="8730"/>
                  </a:lnTo>
                  <a:lnTo>
                    <a:pt x="8334480" y="8730"/>
                  </a:lnTo>
                  <a:lnTo>
                    <a:pt x="8334625" y="8730"/>
                  </a:lnTo>
                  <a:lnTo>
                    <a:pt x="8334771" y="8730"/>
                  </a:lnTo>
                  <a:lnTo>
                    <a:pt x="8334916" y="8730"/>
                  </a:lnTo>
                  <a:lnTo>
                    <a:pt x="8335062" y="8730"/>
                  </a:lnTo>
                  <a:lnTo>
                    <a:pt x="8335207" y="8730"/>
                  </a:lnTo>
                  <a:lnTo>
                    <a:pt x="8335353" y="8730"/>
                  </a:lnTo>
                  <a:lnTo>
                    <a:pt x="8335498" y="8730"/>
                  </a:lnTo>
                  <a:lnTo>
                    <a:pt x="8335643" y="8730"/>
                  </a:lnTo>
                  <a:lnTo>
                    <a:pt x="8335789" y="8730"/>
                  </a:lnTo>
                  <a:lnTo>
                    <a:pt x="8335934" y="8730"/>
                  </a:lnTo>
                  <a:lnTo>
                    <a:pt x="8336080" y="8730"/>
                  </a:lnTo>
                  <a:lnTo>
                    <a:pt x="8336225" y="8730"/>
                  </a:lnTo>
                  <a:lnTo>
                    <a:pt x="8336371" y="8730"/>
                  </a:lnTo>
                  <a:lnTo>
                    <a:pt x="8336516" y="8730"/>
                  </a:lnTo>
                  <a:lnTo>
                    <a:pt x="8336661" y="8730"/>
                  </a:lnTo>
                  <a:lnTo>
                    <a:pt x="8336807" y="8730"/>
                  </a:lnTo>
                  <a:lnTo>
                    <a:pt x="8336952" y="8730"/>
                  </a:lnTo>
                  <a:lnTo>
                    <a:pt x="8337098" y="8730"/>
                  </a:lnTo>
                  <a:lnTo>
                    <a:pt x="8337243" y="8730"/>
                  </a:lnTo>
                  <a:lnTo>
                    <a:pt x="8337389" y="8730"/>
                  </a:lnTo>
                  <a:lnTo>
                    <a:pt x="8337534" y="8730"/>
                  </a:lnTo>
                  <a:lnTo>
                    <a:pt x="8337679" y="8730"/>
                  </a:lnTo>
                  <a:lnTo>
                    <a:pt x="8337825" y="8730"/>
                  </a:lnTo>
                  <a:lnTo>
                    <a:pt x="8337970" y="8730"/>
                  </a:lnTo>
                  <a:lnTo>
                    <a:pt x="8338116" y="8730"/>
                  </a:lnTo>
                  <a:lnTo>
                    <a:pt x="8338261" y="8730"/>
                  </a:lnTo>
                  <a:lnTo>
                    <a:pt x="8338406" y="8730"/>
                  </a:lnTo>
                  <a:lnTo>
                    <a:pt x="8338552" y="8730"/>
                  </a:lnTo>
                  <a:lnTo>
                    <a:pt x="8338697" y="8730"/>
                  </a:lnTo>
                  <a:lnTo>
                    <a:pt x="8338843" y="8730"/>
                  </a:lnTo>
                  <a:lnTo>
                    <a:pt x="8338988" y="8730"/>
                  </a:lnTo>
                  <a:lnTo>
                    <a:pt x="8339134" y="8730"/>
                  </a:lnTo>
                  <a:lnTo>
                    <a:pt x="8339279" y="8730"/>
                  </a:lnTo>
                  <a:lnTo>
                    <a:pt x="8339424" y="8730"/>
                  </a:lnTo>
                  <a:lnTo>
                    <a:pt x="8339570" y="8730"/>
                  </a:lnTo>
                  <a:lnTo>
                    <a:pt x="8339715" y="8730"/>
                  </a:lnTo>
                  <a:lnTo>
                    <a:pt x="8339861" y="8730"/>
                  </a:lnTo>
                  <a:lnTo>
                    <a:pt x="8340006" y="8730"/>
                  </a:lnTo>
                  <a:lnTo>
                    <a:pt x="8340152" y="8730"/>
                  </a:lnTo>
                  <a:lnTo>
                    <a:pt x="8340297" y="8730"/>
                  </a:lnTo>
                  <a:lnTo>
                    <a:pt x="8340442" y="8730"/>
                  </a:lnTo>
                  <a:lnTo>
                    <a:pt x="8340588" y="8730"/>
                  </a:lnTo>
                  <a:lnTo>
                    <a:pt x="8340733" y="8730"/>
                  </a:lnTo>
                  <a:lnTo>
                    <a:pt x="8340879" y="8730"/>
                  </a:lnTo>
                  <a:lnTo>
                    <a:pt x="8341024" y="8730"/>
                  </a:lnTo>
                  <a:lnTo>
                    <a:pt x="8341170" y="8730"/>
                  </a:lnTo>
                  <a:lnTo>
                    <a:pt x="8341315" y="8730"/>
                  </a:lnTo>
                  <a:lnTo>
                    <a:pt x="8341460" y="8730"/>
                  </a:lnTo>
                  <a:lnTo>
                    <a:pt x="8341606" y="8730"/>
                  </a:lnTo>
                  <a:lnTo>
                    <a:pt x="8341751" y="8730"/>
                  </a:lnTo>
                  <a:lnTo>
                    <a:pt x="8341897" y="8730"/>
                  </a:lnTo>
                  <a:lnTo>
                    <a:pt x="8341897" y="8106"/>
                  </a:lnTo>
                  <a:lnTo>
                    <a:pt x="8342042" y="8106"/>
                  </a:lnTo>
                  <a:lnTo>
                    <a:pt x="8342188" y="8106"/>
                  </a:lnTo>
                  <a:lnTo>
                    <a:pt x="8342188" y="7482"/>
                  </a:lnTo>
                  <a:lnTo>
                    <a:pt x="8342333" y="7482"/>
                  </a:lnTo>
                  <a:lnTo>
                    <a:pt x="8342478" y="7482"/>
                  </a:lnTo>
                  <a:lnTo>
                    <a:pt x="8342624" y="7482"/>
                  </a:lnTo>
                  <a:lnTo>
                    <a:pt x="8342769" y="7482"/>
                  </a:lnTo>
                  <a:lnTo>
                    <a:pt x="8342915" y="7482"/>
                  </a:lnTo>
                  <a:lnTo>
                    <a:pt x="8343060" y="7482"/>
                  </a:lnTo>
                  <a:lnTo>
                    <a:pt x="8343206" y="7482"/>
                  </a:lnTo>
                  <a:lnTo>
                    <a:pt x="8343351" y="7482"/>
                  </a:lnTo>
                  <a:lnTo>
                    <a:pt x="8343496" y="7482"/>
                  </a:lnTo>
                  <a:lnTo>
                    <a:pt x="8343642" y="7482"/>
                  </a:lnTo>
                  <a:lnTo>
                    <a:pt x="8343787" y="7482"/>
                  </a:lnTo>
                  <a:lnTo>
                    <a:pt x="8343933" y="7482"/>
                  </a:lnTo>
                  <a:lnTo>
                    <a:pt x="8344078" y="7482"/>
                  </a:lnTo>
                  <a:lnTo>
                    <a:pt x="8344224" y="7482"/>
                  </a:lnTo>
                  <a:lnTo>
                    <a:pt x="8344369" y="7482"/>
                  </a:lnTo>
                  <a:lnTo>
                    <a:pt x="8344514" y="7482"/>
                  </a:lnTo>
                  <a:lnTo>
                    <a:pt x="8344660" y="7482"/>
                  </a:lnTo>
                  <a:lnTo>
                    <a:pt x="8344805" y="7482"/>
                  </a:lnTo>
                  <a:lnTo>
                    <a:pt x="8344951" y="7482"/>
                  </a:lnTo>
                  <a:lnTo>
                    <a:pt x="8345096" y="7482"/>
                  </a:lnTo>
                  <a:lnTo>
                    <a:pt x="8345241" y="7482"/>
                  </a:lnTo>
                  <a:lnTo>
                    <a:pt x="8345387" y="7482"/>
                  </a:lnTo>
                  <a:lnTo>
                    <a:pt x="8345532" y="7482"/>
                  </a:lnTo>
                  <a:lnTo>
                    <a:pt x="8345678" y="7482"/>
                  </a:lnTo>
                  <a:lnTo>
                    <a:pt x="8345823" y="7482"/>
                  </a:lnTo>
                  <a:lnTo>
                    <a:pt x="8345969" y="7482"/>
                  </a:lnTo>
                  <a:lnTo>
                    <a:pt x="8346114" y="7482"/>
                  </a:lnTo>
                  <a:lnTo>
                    <a:pt x="8346259" y="7482"/>
                  </a:lnTo>
                  <a:lnTo>
                    <a:pt x="8346405" y="7482"/>
                  </a:lnTo>
                  <a:lnTo>
                    <a:pt x="8346550" y="7482"/>
                  </a:lnTo>
                  <a:lnTo>
                    <a:pt x="8346696" y="7482"/>
                  </a:lnTo>
                  <a:lnTo>
                    <a:pt x="8346841" y="7482"/>
                  </a:lnTo>
                  <a:lnTo>
                    <a:pt x="8346987" y="7482"/>
                  </a:lnTo>
                  <a:lnTo>
                    <a:pt x="8347132" y="7482"/>
                  </a:lnTo>
                  <a:lnTo>
                    <a:pt x="8347277" y="7482"/>
                  </a:lnTo>
                  <a:lnTo>
                    <a:pt x="8347423" y="7482"/>
                  </a:lnTo>
                  <a:lnTo>
                    <a:pt x="8347568" y="7482"/>
                  </a:lnTo>
                  <a:lnTo>
                    <a:pt x="8347714" y="7482"/>
                  </a:lnTo>
                  <a:lnTo>
                    <a:pt x="8347859" y="7482"/>
                  </a:lnTo>
                  <a:lnTo>
                    <a:pt x="8348005" y="7482"/>
                  </a:lnTo>
                  <a:lnTo>
                    <a:pt x="8348150" y="7482"/>
                  </a:lnTo>
                  <a:lnTo>
                    <a:pt x="8348295" y="7482"/>
                  </a:lnTo>
                  <a:lnTo>
                    <a:pt x="8348441" y="7482"/>
                  </a:lnTo>
                  <a:lnTo>
                    <a:pt x="8348586" y="7482"/>
                  </a:lnTo>
                  <a:lnTo>
                    <a:pt x="8348732" y="7482"/>
                  </a:lnTo>
                  <a:lnTo>
                    <a:pt x="8348877" y="7482"/>
                  </a:lnTo>
                  <a:lnTo>
                    <a:pt x="8349023" y="7482"/>
                  </a:lnTo>
                  <a:lnTo>
                    <a:pt x="8349168" y="7482"/>
                  </a:lnTo>
                  <a:lnTo>
                    <a:pt x="8349313" y="7482"/>
                  </a:lnTo>
                  <a:lnTo>
                    <a:pt x="8349459" y="7482"/>
                  </a:lnTo>
                  <a:lnTo>
                    <a:pt x="8349604" y="7482"/>
                  </a:lnTo>
                  <a:lnTo>
                    <a:pt x="8349750" y="7482"/>
                  </a:lnTo>
                  <a:lnTo>
                    <a:pt x="8349895" y="7482"/>
                  </a:lnTo>
                  <a:lnTo>
                    <a:pt x="8350041" y="7482"/>
                  </a:lnTo>
                  <a:lnTo>
                    <a:pt x="8350186" y="7482"/>
                  </a:lnTo>
                  <a:lnTo>
                    <a:pt x="8350186" y="6859"/>
                  </a:lnTo>
                  <a:lnTo>
                    <a:pt x="8350331" y="6859"/>
                  </a:lnTo>
                  <a:lnTo>
                    <a:pt x="8350477" y="6859"/>
                  </a:lnTo>
                  <a:lnTo>
                    <a:pt x="8350622" y="6859"/>
                  </a:lnTo>
                  <a:lnTo>
                    <a:pt x="8350768" y="6859"/>
                  </a:lnTo>
                  <a:lnTo>
                    <a:pt x="8350913" y="6859"/>
                  </a:lnTo>
                  <a:lnTo>
                    <a:pt x="8351059" y="6859"/>
                  </a:lnTo>
                  <a:lnTo>
                    <a:pt x="8351204" y="6859"/>
                  </a:lnTo>
                  <a:lnTo>
                    <a:pt x="8351349" y="6859"/>
                  </a:lnTo>
                  <a:lnTo>
                    <a:pt x="8351495" y="6859"/>
                  </a:lnTo>
                  <a:lnTo>
                    <a:pt x="8351640" y="6859"/>
                  </a:lnTo>
                  <a:lnTo>
                    <a:pt x="8351786" y="6859"/>
                  </a:lnTo>
                  <a:lnTo>
                    <a:pt x="8351931" y="6859"/>
                  </a:lnTo>
                  <a:lnTo>
                    <a:pt x="8352076" y="6859"/>
                  </a:lnTo>
                  <a:lnTo>
                    <a:pt x="8352222" y="6859"/>
                  </a:lnTo>
                  <a:lnTo>
                    <a:pt x="8352367" y="6859"/>
                  </a:lnTo>
                  <a:lnTo>
                    <a:pt x="8352513" y="6859"/>
                  </a:lnTo>
                  <a:lnTo>
                    <a:pt x="8352658" y="6859"/>
                  </a:lnTo>
                  <a:lnTo>
                    <a:pt x="8352804" y="6859"/>
                  </a:lnTo>
                  <a:lnTo>
                    <a:pt x="8352949" y="6859"/>
                  </a:lnTo>
                  <a:lnTo>
                    <a:pt x="8353094" y="6859"/>
                  </a:lnTo>
                  <a:lnTo>
                    <a:pt x="8353240" y="6859"/>
                  </a:lnTo>
                  <a:lnTo>
                    <a:pt x="8353385" y="6859"/>
                  </a:lnTo>
                  <a:lnTo>
                    <a:pt x="8353531" y="6859"/>
                  </a:lnTo>
                  <a:lnTo>
                    <a:pt x="8353676" y="6859"/>
                  </a:lnTo>
                  <a:lnTo>
                    <a:pt x="8353822" y="6859"/>
                  </a:lnTo>
                  <a:lnTo>
                    <a:pt x="8353967" y="6859"/>
                  </a:lnTo>
                  <a:lnTo>
                    <a:pt x="8354112" y="6859"/>
                  </a:lnTo>
                  <a:lnTo>
                    <a:pt x="8354258" y="6859"/>
                  </a:lnTo>
                  <a:lnTo>
                    <a:pt x="8354403" y="6859"/>
                  </a:lnTo>
                  <a:lnTo>
                    <a:pt x="8354549" y="6859"/>
                  </a:lnTo>
                  <a:lnTo>
                    <a:pt x="8354694" y="6859"/>
                  </a:lnTo>
                  <a:lnTo>
                    <a:pt x="8354840" y="6859"/>
                  </a:lnTo>
                  <a:lnTo>
                    <a:pt x="8354985" y="6859"/>
                  </a:lnTo>
                  <a:lnTo>
                    <a:pt x="8355130" y="6859"/>
                  </a:lnTo>
                  <a:lnTo>
                    <a:pt x="8355276" y="6859"/>
                  </a:lnTo>
                  <a:lnTo>
                    <a:pt x="8355421" y="6859"/>
                  </a:lnTo>
                  <a:lnTo>
                    <a:pt x="8355567" y="6859"/>
                  </a:lnTo>
                  <a:lnTo>
                    <a:pt x="8355712" y="6859"/>
                  </a:lnTo>
                  <a:lnTo>
                    <a:pt x="8355858" y="6859"/>
                  </a:lnTo>
                  <a:lnTo>
                    <a:pt x="8356003" y="6859"/>
                  </a:lnTo>
                  <a:lnTo>
                    <a:pt x="8356148" y="6859"/>
                  </a:lnTo>
                  <a:lnTo>
                    <a:pt x="8356148" y="6235"/>
                  </a:lnTo>
                  <a:lnTo>
                    <a:pt x="8356294" y="6235"/>
                  </a:lnTo>
                  <a:lnTo>
                    <a:pt x="8356439" y="6235"/>
                  </a:lnTo>
                  <a:lnTo>
                    <a:pt x="8356585" y="6235"/>
                  </a:lnTo>
                  <a:lnTo>
                    <a:pt x="8356730" y="6235"/>
                  </a:lnTo>
                  <a:lnTo>
                    <a:pt x="8356876" y="6235"/>
                  </a:lnTo>
                  <a:lnTo>
                    <a:pt x="8357021" y="6235"/>
                  </a:lnTo>
                  <a:lnTo>
                    <a:pt x="8357166" y="6235"/>
                  </a:lnTo>
                  <a:lnTo>
                    <a:pt x="8357312" y="6235"/>
                  </a:lnTo>
                  <a:lnTo>
                    <a:pt x="8357457" y="6235"/>
                  </a:lnTo>
                  <a:lnTo>
                    <a:pt x="8357603" y="6235"/>
                  </a:lnTo>
                  <a:lnTo>
                    <a:pt x="8357748" y="6235"/>
                  </a:lnTo>
                  <a:lnTo>
                    <a:pt x="8357748" y="5612"/>
                  </a:lnTo>
                  <a:lnTo>
                    <a:pt x="8357894" y="5612"/>
                  </a:lnTo>
                  <a:lnTo>
                    <a:pt x="8358039" y="5612"/>
                  </a:lnTo>
                  <a:lnTo>
                    <a:pt x="8358184" y="5612"/>
                  </a:lnTo>
                  <a:lnTo>
                    <a:pt x="8358330" y="5612"/>
                  </a:lnTo>
                  <a:lnTo>
                    <a:pt x="8358475" y="5612"/>
                  </a:lnTo>
                  <a:lnTo>
                    <a:pt x="8358621" y="5612"/>
                  </a:lnTo>
                  <a:lnTo>
                    <a:pt x="8358766" y="5612"/>
                  </a:lnTo>
                  <a:lnTo>
                    <a:pt x="8358911" y="5612"/>
                  </a:lnTo>
                  <a:lnTo>
                    <a:pt x="8359057" y="5612"/>
                  </a:lnTo>
                  <a:lnTo>
                    <a:pt x="8359202" y="5612"/>
                  </a:lnTo>
                  <a:lnTo>
                    <a:pt x="8359348" y="5612"/>
                  </a:lnTo>
                  <a:lnTo>
                    <a:pt x="8359493" y="5612"/>
                  </a:lnTo>
                  <a:lnTo>
                    <a:pt x="8359639" y="5612"/>
                  </a:lnTo>
                  <a:lnTo>
                    <a:pt x="8359784" y="5612"/>
                  </a:lnTo>
                  <a:lnTo>
                    <a:pt x="8359929" y="5612"/>
                  </a:lnTo>
                  <a:lnTo>
                    <a:pt x="8360075" y="5612"/>
                  </a:lnTo>
                  <a:lnTo>
                    <a:pt x="8360220" y="5612"/>
                  </a:lnTo>
                  <a:lnTo>
                    <a:pt x="8360366" y="5612"/>
                  </a:lnTo>
                  <a:lnTo>
                    <a:pt x="8360511" y="5612"/>
                  </a:lnTo>
                  <a:lnTo>
                    <a:pt x="8360657" y="5612"/>
                  </a:lnTo>
                  <a:lnTo>
                    <a:pt x="8360802" y="5612"/>
                  </a:lnTo>
                  <a:lnTo>
                    <a:pt x="8360947" y="5612"/>
                  </a:lnTo>
                  <a:lnTo>
                    <a:pt x="8361093" y="5612"/>
                  </a:lnTo>
                  <a:lnTo>
                    <a:pt x="8361238" y="5612"/>
                  </a:lnTo>
                  <a:lnTo>
                    <a:pt x="8361384" y="5612"/>
                  </a:lnTo>
                  <a:lnTo>
                    <a:pt x="8361529" y="5612"/>
                  </a:lnTo>
                  <a:lnTo>
                    <a:pt x="8361675" y="5612"/>
                  </a:lnTo>
                  <a:lnTo>
                    <a:pt x="8361820" y="5612"/>
                  </a:lnTo>
                  <a:lnTo>
                    <a:pt x="8361965" y="5612"/>
                  </a:lnTo>
                  <a:lnTo>
                    <a:pt x="8362111" y="5612"/>
                  </a:lnTo>
                  <a:lnTo>
                    <a:pt x="8362256" y="5612"/>
                  </a:lnTo>
                  <a:lnTo>
                    <a:pt x="8362402" y="5612"/>
                  </a:lnTo>
                  <a:lnTo>
                    <a:pt x="8362547" y="5612"/>
                  </a:lnTo>
                  <a:lnTo>
                    <a:pt x="8362693" y="5612"/>
                  </a:lnTo>
                  <a:lnTo>
                    <a:pt x="8362838" y="5612"/>
                  </a:lnTo>
                  <a:lnTo>
                    <a:pt x="8362983" y="5612"/>
                  </a:lnTo>
                  <a:lnTo>
                    <a:pt x="8362983" y="4988"/>
                  </a:lnTo>
                  <a:lnTo>
                    <a:pt x="8363129" y="4988"/>
                  </a:lnTo>
                  <a:lnTo>
                    <a:pt x="8363274" y="4988"/>
                  </a:lnTo>
                  <a:lnTo>
                    <a:pt x="8363420" y="4988"/>
                  </a:lnTo>
                  <a:lnTo>
                    <a:pt x="8363565" y="4988"/>
                  </a:lnTo>
                  <a:lnTo>
                    <a:pt x="8363711" y="4988"/>
                  </a:lnTo>
                  <a:lnTo>
                    <a:pt x="8363856" y="4988"/>
                  </a:lnTo>
                  <a:lnTo>
                    <a:pt x="8364001" y="4988"/>
                  </a:lnTo>
                  <a:lnTo>
                    <a:pt x="8364147" y="4988"/>
                  </a:lnTo>
                  <a:lnTo>
                    <a:pt x="8364292" y="4988"/>
                  </a:lnTo>
                  <a:lnTo>
                    <a:pt x="8364438" y="4988"/>
                  </a:lnTo>
                  <a:lnTo>
                    <a:pt x="8364583" y="4988"/>
                  </a:lnTo>
                  <a:lnTo>
                    <a:pt x="8364729" y="4988"/>
                  </a:lnTo>
                  <a:lnTo>
                    <a:pt x="8364874" y="4988"/>
                  </a:lnTo>
                  <a:lnTo>
                    <a:pt x="8365019" y="4988"/>
                  </a:lnTo>
                  <a:lnTo>
                    <a:pt x="8365165" y="4988"/>
                  </a:lnTo>
                  <a:lnTo>
                    <a:pt x="8365310" y="4988"/>
                  </a:lnTo>
                  <a:lnTo>
                    <a:pt x="8365456" y="4988"/>
                  </a:lnTo>
                  <a:lnTo>
                    <a:pt x="8365601" y="4988"/>
                  </a:lnTo>
                  <a:lnTo>
                    <a:pt x="8365746" y="4988"/>
                  </a:lnTo>
                  <a:lnTo>
                    <a:pt x="8365892" y="4988"/>
                  </a:lnTo>
                  <a:lnTo>
                    <a:pt x="8366037" y="4988"/>
                  </a:lnTo>
                  <a:lnTo>
                    <a:pt x="8366183" y="4988"/>
                  </a:lnTo>
                  <a:lnTo>
                    <a:pt x="8366328" y="4988"/>
                  </a:lnTo>
                  <a:lnTo>
                    <a:pt x="8366474" y="4988"/>
                  </a:lnTo>
                  <a:lnTo>
                    <a:pt x="8366619" y="4988"/>
                  </a:lnTo>
                  <a:lnTo>
                    <a:pt x="8366764" y="4988"/>
                  </a:lnTo>
                  <a:lnTo>
                    <a:pt x="8366910" y="4988"/>
                  </a:lnTo>
                  <a:lnTo>
                    <a:pt x="8367055" y="4988"/>
                  </a:lnTo>
                  <a:lnTo>
                    <a:pt x="8367201" y="4988"/>
                  </a:lnTo>
                  <a:lnTo>
                    <a:pt x="8367346" y="4988"/>
                  </a:lnTo>
                  <a:lnTo>
                    <a:pt x="8367492" y="4988"/>
                  </a:lnTo>
                  <a:lnTo>
                    <a:pt x="8367637" y="4988"/>
                  </a:lnTo>
                  <a:lnTo>
                    <a:pt x="8367782" y="4988"/>
                  </a:lnTo>
                  <a:lnTo>
                    <a:pt x="8367928" y="4988"/>
                  </a:lnTo>
                  <a:lnTo>
                    <a:pt x="8368073" y="4988"/>
                  </a:lnTo>
                  <a:lnTo>
                    <a:pt x="8368219" y="4988"/>
                  </a:lnTo>
                  <a:lnTo>
                    <a:pt x="8368364" y="4988"/>
                  </a:lnTo>
                  <a:lnTo>
                    <a:pt x="8368510" y="4988"/>
                  </a:lnTo>
                  <a:lnTo>
                    <a:pt x="8368655" y="4988"/>
                  </a:lnTo>
                  <a:lnTo>
                    <a:pt x="8368800" y="4988"/>
                  </a:lnTo>
                  <a:lnTo>
                    <a:pt x="8368946" y="4988"/>
                  </a:lnTo>
                  <a:lnTo>
                    <a:pt x="8369091" y="4988"/>
                  </a:lnTo>
                  <a:lnTo>
                    <a:pt x="8369237" y="4988"/>
                  </a:lnTo>
                  <a:lnTo>
                    <a:pt x="8369237" y="4365"/>
                  </a:lnTo>
                  <a:lnTo>
                    <a:pt x="8369382" y="4365"/>
                  </a:lnTo>
                  <a:lnTo>
                    <a:pt x="8369528" y="4365"/>
                  </a:lnTo>
                  <a:lnTo>
                    <a:pt x="8369673" y="4365"/>
                  </a:lnTo>
                  <a:lnTo>
                    <a:pt x="8369818" y="4365"/>
                  </a:lnTo>
                  <a:lnTo>
                    <a:pt x="8369964" y="4365"/>
                  </a:lnTo>
                  <a:lnTo>
                    <a:pt x="8370109" y="4365"/>
                  </a:lnTo>
                  <a:lnTo>
                    <a:pt x="8370255" y="4365"/>
                  </a:lnTo>
                  <a:lnTo>
                    <a:pt x="8370400" y="4365"/>
                  </a:lnTo>
                  <a:lnTo>
                    <a:pt x="8370546" y="4365"/>
                  </a:lnTo>
                  <a:lnTo>
                    <a:pt x="8370691" y="4365"/>
                  </a:lnTo>
                  <a:lnTo>
                    <a:pt x="8370836" y="4365"/>
                  </a:lnTo>
                  <a:lnTo>
                    <a:pt x="8370982" y="4365"/>
                  </a:lnTo>
                  <a:lnTo>
                    <a:pt x="8371127" y="4365"/>
                  </a:lnTo>
                  <a:lnTo>
                    <a:pt x="8371273" y="4365"/>
                  </a:lnTo>
                  <a:lnTo>
                    <a:pt x="8371418" y="4365"/>
                  </a:lnTo>
                  <a:lnTo>
                    <a:pt x="8371564" y="4365"/>
                  </a:lnTo>
                  <a:lnTo>
                    <a:pt x="8371709" y="4365"/>
                  </a:lnTo>
                  <a:lnTo>
                    <a:pt x="8371854" y="4365"/>
                  </a:lnTo>
                  <a:lnTo>
                    <a:pt x="8372000" y="4365"/>
                  </a:lnTo>
                  <a:lnTo>
                    <a:pt x="8372145" y="4365"/>
                  </a:lnTo>
                  <a:lnTo>
                    <a:pt x="8372291" y="4365"/>
                  </a:lnTo>
                  <a:lnTo>
                    <a:pt x="8372436" y="4365"/>
                  </a:lnTo>
                  <a:lnTo>
                    <a:pt x="8372581" y="4365"/>
                  </a:lnTo>
                  <a:lnTo>
                    <a:pt x="8372727" y="4365"/>
                  </a:lnTo>
                  <a:lnTo>
                    <a:pt x="8372872" y="4365"/>
                  </a:lnTo>
                  <a:lnTo>
                    <a:pt x="8373018" y="4365"/>
                  </a:lnTo>
                  <a:lnTo>
                    <a:pt x="8373163" y="4365"/>
                  </a:lnTo>
                  <a:lnTo>
                    <a:pt x="8373309" y="4365"/>
                  </a:lnTo>
                  <a:lnTo>
                    <a:pt x="8373454" y="4365"/>
                  </a:lnTo>
                  <a:lnTo>
                    <a:pt x="8373599" y="4365"/>
                  </a:lnTo>
                  <a:lnTo>
                    <a:pt x="8373745" y="4365"/>
                  </a:lnTo>
                  <a:lnTo>
                    <a:pt x="8373890" y="4365"/>
                  </a:lnTo>
                  <a:lnTo>
                    <a:pt x="8374036" y="4365"/>
                  </a:lnTo>
                  <a:lnTo>
                    <a:pt x="8374181" y="4365"/>
                  </a:lnTo>
                  <a:lnTo>
                    <a:pt x="8374327" y="4365"/>
                  </a:lnTo>
                  <a:lnTo>
                    <a:pt x="8374472" y="4365"/>
                  </a:lnTo>
                  <a:lnTo>
                    <a:pt x="8374617" y="4365"/>
                  </a:lnTo>
                  <a:lnTo>
                    <a:pt x="8374763" y="4365"/>
                  </a:lnTo>
                  <a:lnTo>
                    <a:pt x="8374908" y="4365"/>
                  </a:lnTo>
                  <a:lnTo>
                    <a:pt x="8375054" y="4365"/>
                  </a:lnTo>
                  <a:lnTo>
                    <a:pt x="8375199" y="4365"/>
                  </a:lnTo>
                  <a:lnTo>
                    <a:pt x="8375345" y="4365"/>
                  </a:lnTo>
                  <a:lnTo>
                    <a:pt x="8375490" y="4365"/>
                  </a:lnTo>
                  <a:lnTo>
                    <a:pt x="8375635" y="4365"/>
                  </a:lnTo>
                  <a:lnTo>
                    <a:pt x="8375781" y="4365"/>
                  </a:lnTo>
                  <a:lnTo>
                    <a:pt x="8375926" y="4365"/>
                  </a:lnTo>
                  <a:lnTo>
                    <a:pt x="8376072" y="4365"/>
                  </a:lnTo>
                  <a:lnTo>
                    <a:pt x="8376217" y="4365"/>
                  </a:lnTo>
                  <a:lnTo>
                    <a:pt x="8376363" y="4365"/>
                  </a:lnTo>
                  <a:lnTo>
                    <a:pt x="8376508" y="4365"/>
                  </a:lnTo>
                  <a:lnTo>
                    <a:pt x="8376653" y="4365"/>
                  </a:lnTo>
                  <a:lnTo>
                    <a:pt x="8376799" y="4365"/>
                  </a:lnTo>
                  <a:lnTo>
                    <a:pt x="8376944" y="4365"/>
                  </a:lnTo>
                  <a:lnTo>
                    <a:pt x="8377090" y="4365"/>
                  </a:lnTo>
                  <a:lnTo>
                    <a:pt x="8377235" y="4365"/>
                  </a:lnTo>
                  <a:lnTo>
                    <a:pt x="8377381" y="4365"/>
                  </a:lnTo>
                  <a:lnTo>
                    <a:pt x="8377526" y="4365"/>
                  </a:lnTo>
                  <a:lnTo>
                    <a:pt x="8377671" y="4365"/>
                  </a:lnTo>
                  <a:lnTo>
                    <a:pt x="8377817" y="4365"/>
                  </a:lnTo>
                  <a:lnTo>
                    <a:pt x="8377962" y="4365"/>
                  </a:lnTo>
                  <a:lnTo>
                    <a:pt x="8378108" y="4365"/>
                  </a:lnTo>
                  <a:lnTo>
                    <a:pt x="8378253" y="4365"/>
                  </a:lnTo>
                  <a:lnTo>
                    <a:pt x="8378399" y="4365"/>
                  </a:lnTo>
                  <a:lnTo>
                    <a:pt x="8378544" y="4365"/>
                  </a:lnTo>
                  <a:lnTo>
                    <a:pt x="8378689" y="4365"/>
                  </a:lnTo>
                  <a:lnTo>
                    <a:pt x="8378835" y="4365"/>
                  </a:lnTo>
                  <a:lnTo>
                    <a:pt x="8378980" y="4365"/>
                  </a:lnTo>
                  <a:lnTo>
                    <a:pt x="8379126" y="4365"/>
                  </a:lnTo>
                  <a:lnTo>
                    <a:pt x="8379271" y="4365"/>
                  </a:lnTo>
                  <a:lnTo>
                    <a:pt x="8379416" y="4365"/>
                  </a:lnTo>
                  <a:lnTo>
                    <a:pt x="8379562" y="4365"/>
                  </a:lnTo>
                  <a:lnTo>
                    <a:pt x="8379707" y="4365"/>
                  </a:lnTo>
                  <a:lnTo>
                    <a:pt x="8379853" y="4365"/>
                  </a:lnTo>
                  <a:lnTo>
                    <a:pt x="8379998" y="4365"/>
                  </a:lnTo>
                  <a:lnTo>
                    <a:pt x="8380144" y="4365"/>
                  </a:lnTo>
                  <a:lnTo>
                    <a:pt x="8380289" y="4365"/>
                  </a:lnTo>
                  <a:lnTo>
                    <a:pt x="8380434" y="4365"/>
                  </a:lnTo>
                  <a:lnTo>
                    <a:pt x="8380580" y="4365"/>
                  </a:lnTo>
                  <a:lnTo>
                    <a:pt x="8380725" y="4365"/>
                  </a:lnTo>
                  <a:lnTo>
                    <a:pt x="8380871" y="4365"/>
                  </a:lnTo>
                  <a:lnTo>
                    <a:pt x="8381016" y="4365"/>
                  </a:lnTo>
                  <a:lnTo>
                    <a:pt x="8381162" y="4365"/>
                  </a:lnTo>
                  <a:lnTo>
                    <a:pt x="8381307" y="4365"/>
                  </a:lnTo>
                  <a:lnTo>
                    <a:pt x="8381452" y="4365"/>
                  </a:lnTo>
                  <a:lnTo>
                    <a:pt x="8381598" y="4365"/>
                  </a:lnTo>
                  <a:lnTo>
                    <a:pt x="8381743" y="4365"/>
                  </a:lnTo>
                  <a:lnTo>
                    <a:pt x="8381889" y="4365"/>
                  </a:lnTo>
                  <a:lnTo>
                    <a:pt x="8382034" y="4365"/>
                  </a:lnTo>
                  <a:lnTo>
                    <a:pt x="8382180" y="4365"/>
                  </a:lnTo>
                  <a:lnTo>
                    <a:pt x="8382325" y="4365"/>
                  </a:lnTo>
                  <a:lnTo>
                    <a:pt x="8382470" y="4365"/>
                  </a:lnTo>
                  <a:lnTo>
                    <a:pt x="8382616" y="4365"/>
                  </a:lnTo>
                  <a:lnTo>
                    <a:pt x="8382761" y="4365"/>
                  </a:lnTo>
                  <a:lnTo>
                    <a:pt x="8382907" y="4365"/>
                  </a:lnTo>
                  <a:lnTo>
                    <a:pt x="8383052" y="4365"/>
                  </a:lnTo>
                  <a:lnTo>
                    <a:pt x="8383198" y="4365"/>
                  </a:lnTo>
                  <a:lnTo>
                    <a:pt x="8383343" y="4365"/>
                  </a:lnTo>
                  <a:lnTo>
                    <a:pt x="8383488" y="4365"/>
                  </a:lnTo>
                  <a:lnTo>
                    <a:pt x="8383634" y="4365"/>
                  </a:lnTo>
                  <a:lnTo>
                    <a:pt x="8383779" y="4365"/>
                  </a:lnTo>
                  <a:lnTo>
                    <a:pt x="8383925" y="4365"/>
                  </a:lnTo>
                  <a:lnTo>
                    <a:pt x="8384070" y="4365"/>
                  </a:lnTo>
                  <a:lnTo>
                    <a:pt x="8384216" y="4365"/>
                  </a:lnTo>
                  <a:lnTo>
                    <a:pt x="8384361" y="4365"/>
                  </a:lnTo>
                  <a:lnTo>
                    <a:pt x="8384506" y="4365"/>
                  </a:lnTo>
                  <a:lnTo>
                    <a:pt x="8384652" y="4365"/>
                  </a:lnTo>
                  <a:lnTo>
                    <a:pt x="8384797" y="4365"/>
                  </a:lnTo>
                  <a:lnTo>
                    <a:pt x="8384943" y="4365"/>
                  </a:lnTo>
                  <a:lnTo>
                    <a:pt x="8385088" y="4365"/>
                  </a:lnTo>
                  <a:lnTo>
                    <a:pt x="8385234" y="4365"/>
                  </a:lnTo>
                  <a:lnTo>
                    <a:pt x="8385379" y="4365"/>
                  </a:lnTo>
                  <a:lnTo>
                    <a:pt x="8385524" y="4365"/>
                  </a:lnTo>
                  <a:lnTo>
                    <a:pt x="8385670" y="4365"/>
                  </a:lnTo>
                  <a:lnTo>
                    <a:pt x="8385815" y="4365"/>
                  </a:lnTo>
                  <a:lnTo>
                    <a:pt x="8385961" y="4365"/>
                  </a:lnTo>
                  <a:lnTo>
                    <a:pt x="8386106" y="4365"/>
                  </a:lnTo>
                  <a:lnTo>
                    <a:pt x="8386251" y="4365"/>
                  </a:lnTo>
                  <a:lnTo>
                    <a:pt x="8386397" y="4365"/>
                  </a:lnTo>
                  <a:lnTo>
                    <a:pt x="8386542" y="4365"/>
                  </a:lnTo>
                  <a:lnTo>
                    <a:pt x="8386688" y="4365"/>
                  </a:lnTo>
                  <a:lnTo>
                    <a:pt x="8386833" y="4365"/>
                  </a:lnTo>
                  <a:lnTo>
                    <a:pt x="8386979" y="4365"/>
                  </a:lnTo>
                  <a:lnTo>
                    <a:pt x="8387124" y="4365"/>
                  </a:lnTo>
                  <a:lnTo>
                    <a:pt x="8387269" y="4365"/>
                  </a:lnTo>
                  <a:lnTo>
                    <a:pt x="8387415" y="4365"/>
                  </a:lnTo>
                  <a:lnTo>
                    <a:pt x="8387560" y="4365"/>
                  </a:lnTo>
                  <a:lnTo>
                    <a:pt x="8387706" y="4365"/>
                  </a:lnTo>
                  <a:lnTo>
                    <a:pt x="8387851" y="4365"/>
                  </a:lnTo>
                  <a:lnTo>
                    <a:pt x="8387997" y="4365"/>
                  </a:lnTo>
                  <a:lnTo>
                    <a:pt x="8388142" y="4365"/>
                  </a:lnTo>
                  <a:lnTo>
                    <a:pt x="8388287" y="4365"/>
                  </a:lnTo>
                  <a:lnTo>
                    <a:pt x="8388433" y="4365"/>
                  </a:lnTo>
                  <a:lnTo>
                    <a:pt x="8388578" y="4365"/>
                  </a:lnTo>
                  <a:lnTo>
                    <a:pt x="8388724" y="4365"/>
                  </a:lnTo>
                  <a:lnTo>
                    <a:pt x="8388869" y="4365"/>
                  </a:lnTo>
                  <a:lnTo>
                    <a:pt x="8389015" y="4365"/>
                  </a:lnTo>
                  <a:lnTo>
                    <a:pt x="8389160" y="4365"/>
                  </a:lnTo>
                  <a:lnTo>
                    <a:pt x="8389305" y="4365"/>
                  </a:lnTo>
                  <a:lnTo>
                    <a:pt x="8389451" y="4365"/>
                  </a:lnTo>
                  <a:lnTo>
                    <a:pt x="8389596" y="4365"/>
                  </a:lnTo>
                  <a:lnTo>
                    <a:pt x="8389742" y="4365"/>
                  </a:lnTo>
                  <a:lnTo>
                    <a:pt x="8389887" y="4365"/>
                  </a:lnTo>
                  <a:lnTo>
                    <a:pt x="8390033" y="4365"/>
                  </a:lnTo>
                  <a:lnTo>
                    <a:pt x="8390178" y="4365"/>
                  </a:lnTo>
                  <a:lnTo>
                    <a:pt x="8390323" y="4365"/>
                  </a:lnTo>
                  <a:lnTo>
                    <a:pt x="8390469" y="4365"/>
                  </a:lnTo>
                  <a:lnTo>
                    <a:pt x="8390614" y="4365"/>
                  </a:lnTo>
                  <a:lnTo>
                    <a:pt x="8390760" y="4365"/>
                  </a:lnTo>
                  <a:lnTo>
                    <a:pt x="8390905" y="4365"/>
                  </a:lnTo>
                  <a:lnTo>
                    <a:pt x="8391051" y="4365"/>
                  </a:lnTo>
                  <a:lnTo>
                    <a:pt x="8391196" y="4365"/>
                  </a:lnTo>
                  <a:lnTo>
                    <a:pt x="8391341" y="4365"/>
                  </a:lnTo>
                  <a:lnTo>
                    <a:pt x="8391487" y="4365"/>
                  </a:lnTo>
                  <a:lnTo>
                    <a:pt x="8391632" y="4365"/>
                  </a:lnTo>
                  <a:lnTo>
                    <a:pt x="8391778" y="4365"/>
                  </a:lnTo>
                  <a:lnTo>
                    <a:pt x="8391923" y="4365"/>
                  </a:lnTo>
                  <a:lnTo>
                    <a:pt x="8392069" y="4365"/>
                  </a:lnTo>
                  <a:lnTo>
                    <a:pt x="8392214" y="4365"/>
                  </a:lnTo>
                  <a:lnTo>
                    <a:pt x="8392359" y="4365"/>
                  </a:lnTo>
                  <a:lnTo>
                    <a:pt x="8392505" y="4365"/>
                  </a:lnTo>
                  <a:lnTo>
                    <a:pt x="8392650" y="4365"/>
                  </a:lnTo>
                  <a:lnTo>
                    <a:pt x="8392796" y="4365"/>
                  </a:lnTo>
                  <a:lnTo>
                    <a:pt x="8392941" y="4365"/>
                  </a:lnTo>
                  <a:lnTo>
                    <a:pt x="8393086" y="4365"/>
                  </a:lnTo>
                  <a:lnTo>
                    <a:pt x="8393232" y="4365"/>
                  </a:lnTo>
                  <a:lnTo>
                    <a:pt x="8393377" y="4365"/>
                  </a:lnTo>
                  <a:lnTo>
                    <a:pt x="8393523" y="4365"/>
                  </a:lnTo>
                  <a:lnTo>
                    <a:pt x="8393668" y="4365"/>
                  </a:lnTo>
                  <a:lnTo>
                    <a:pt x="8393814" y="4365"/>
                  </a:lnTo>
                  <a:lnTo>
                    <a:pt x="8393959" y="4365"/>
                  </a:lnTo>
                  <a:lnTo>
                    <a:pt x="8394104" y="4365"/>
                  </a:lnTo>
                  <a:lnTo>
                    <a:pt x="8394250" y="4365"/>
                  </a:lnTo>
                  <a:lnTo>
                    <a:pt x="8394395" y="4365"/>
                  </a:lnTo>
                  <a:lnTo>
                    <a:pt x="8394541" y="4365"/>
                  </a:lnTo>
                  <a:lnTo>
                    <a:pt x="8394686" y="4365"/>
                  </a:lnTo>
                  <a:lnTo>
                    <a:pt x="8394832" y="4365"/>
                  </a:lnTo>
                  <a:lnTo>
                    <a:pt x="8394977" y="4365"/>
                  </a:lnTo>
                  <a:lnTo>
                    <a:pt x="8395122" y="4365"/>
                  </a:lnTo>
                  <a:lnTo>
                    <a:pt x="8395268" y="4365"/>
                  </a:lnTo>
                  <a:lnTo>
                    <a:pt x="8395413" y="4365"/>
                  </a:lnTo>
                  <a:lnTo>
                    <a:pt x="8395559" y="4365"/>
                  </a:lnTo>
                  <a:lnTo>
                    <a:pt x="8395704" y="4365"/>
                  </a:lnTo>
                  <a:lnTo>
                    <a:pt x="8395850" y="4365"/>
                  </a:lnTo>
                  <a:lnTo>
                    <a:pt x="8395995" y="4365"/>
                  </a:lnTo>
                  <a:lnTo>
                    <a:pt x="8396140" y="4365"/>
                  </a:lnTo>
                  <a:lnTo>
                    <a:pt x="8396140" y="3741"/>
                  </a:lnTo>
                  <a:lnTo>
                    <a:pt x="8396286" y="3741"/>
                  </a:lnTo>
                  <a:lnTo>
                    <a:pt x="8396431" y="3741"/>
                  </a:lnTo>
                  <a:lnTo>
                    <a:pt x="8396577" y="3741"/>
                  </a:lnTo>
                  <a:lnTo>
                    <a:pt x="8396722" y="3741"/>
                  </a:lnTo>
                  <a:lnTo>
                    <a:pt x="8396868" y="3741"/>
                  </a:lnTo>
                  <a:lnTo>
                    <a:pt x="8397013" y="3741"/>
                  </a:lnTo>
                  <a:lnTo>
                    <a:pt x="8397158" y="3741"/>
                  </a:lnTo>
                  <a:lnTo>
                    <a:pt x="8397158" y="3117"/>
                  </a:lnTo>
                  <a:lnTo>
                    <a:pt x="8397304" y="3117"/>
                  </a:lnTo>
                  <a:lnTo>
                    <a:pt x="8397449" y="3117"/>
                  </a:lnTo>
                  <a:lnTo>
                    <a:pt x="8397595" y="3117"/>
                  </a:lnTo>
                  <a:lnTo>
                    <a:pt x="8397595" y="2494"/>
                  </a:lnTo>
                  <a:lnTo>
                    <a:pt x="8397740" y="2494"/>
                  </a:lnTo>
                  <a:lnTo>
                    <a:pt x="8397886" y="2494"/>
                  </a:lnTo>
                  <a:lnTo>
                    <a:pt x="8398031" y="2494"/>
                  </a:lnTo>
                  <a:lnTo>
                    <a:pt x="8398176" y="2494"/>
                  </a:lnTo>
                  <a:lnTo>
                    <a:pt x="8398322" y="2494"/>
                  </a:lnTo>
                  <a:lnTo>
                    <a:pt x="8398467" y="2494"/>
                  </a:lnTo>
                  <a:lnTo>
                    <a:pt x="8398613" y="2494"/>
                  </a:lnTo>
                  <a:lnTo>
                    <a:pt x="8398758" y="2494"/>
                  </a:lnTo>
                  <a:lnTo>
                    <a:pt x="8398904" y="2494"/>
                  </a:lnTo>
                  <a:lnTo>
                    <a:pt x="8399049" y="2494"/>
                  </a:lnTo>
                  <a:lnTo>
                    <a:pt x="8399194" y="2494"/>
                  </a:lnTo>
                  <a:lnTo>
                    <a:pt x="8399340" y="2494"/>
                  </a:lnTo>
                  <a:lnTo>
                    <a:pt x="8399485" y="2494"/>
                  </a:lnTo>
                  <a:lnTo>
                    <a:pt x="8399631" y="2494"/>
                  </a:lnTo>
                  <a:lnTo>
                    <a:pt x="8399776" y="2494"/>
                  </a:lnTo>
                  <a:lnTo>
                    <a:pt x="8399921" y="2494"/>
                  </a:lnTo>
                  <a:lnTo>
                    <a:pt x="8400067" y="2494"/>
                  </a:lnTo>
                  <a:lnTo>
                    <a:pt x="8400212" y="2494"/>
                  </a:lnTo>
                  <a:lnTo>
                    <a:pt x="8400358" y="2494"/>
                  </a:lnTo>
                  <a:lnTo>
                    <a:pt x="8400503" y="2494"/>
                  </a:lnTo>
                  <a:lnTo>
                    <a:pt x="8400649" y="2494"/>
                  </a:lnTo>
                  <a:lnTo>
                    <a:pt x="8400794" y="2494"/>
                  </a:lnTo>
                  <a:lnTo>
                    <a:pt x="8400939" y="2494"/>
                  </a:lnTo>
                  <a:lnTo>
                    <a:pt x="8401085" y="2494"/>
                  </a:lnTo>
                  <a:lnTo>
                    <a:pt x="8401230" y="2494"/>
                  </a:lnTo>
                  <a:lnTo>
                    <a:pt x="8401376" y="2494"/>
                  </a:lnTo>
                  <a:lnTo>
                    <a:pt x="8401521" y="2494"/>
                  </a:lnTo>
                  <a:lnTo>
                    <a:pt x="8401667" y="2494"/>
                  </a:lnTo>
                  <a:lnTo>
                    <a:pt x="8401812" y="2494"/>
                  </a:lnTo>
                  <a:lnTo>
                    <a:pt x="8401957" y="2494"/>
                  </a:lnTo>
                  <a:lnTo>
                    <a:pt x="8402103" y="2494"/>
                  </a:lnTo>
                  <a:lnTo>
                    <a:pt x="8402248" y="2494"/>
                  </a:lnTo>
                  <a:lnTo>
                    <a:pt x="8402394" y="2494"/>
                  </a:lnTo>
                  <a:lnTo>
                    <a:pt x="8402539" y="2494"/>
                  </a:lnTo>
                  <a:lnTo>
                    <a:pt x="8402685" y="2494"/>
                  </a:lnTo>
                  <a:lnTo>
                    <a:pt x="8402830" y="2494"/>
                  </a:lnTo>
                  <a:lnTo>
                    <a:pt x="8402975" y="2494"/>
                  </a:lnTo>
                  <a:lnTo>
                    <a:pt x="8403121" y="2494"/>
                  </a:lnTo>
                  <a:lnTo>
                    <a:pt x="8403266" y="2494"/>
                  </a:lnTo>
                  <a:lnTo>
                    <a:pt x="8403412" y="2494"/>
                  </a:lnTo>
                  <a:lnTo>
                    <a:pt x="8403557" y="2494"/>
                  </a:lnTo>
                  <a:lnTo>
                    <a:pt x="8403703" y="2494"/>
                  </a:lnTo>
                  <a:lnTo>
                    <a:pt x="8403848" y="2494"/>
                  </a:lnTo>
                  <a:lnTo>
                    <a:pt x="8403993" y="2494"/>
                  </a:lnTo>
                  <a:lnTo>
                    <a:pt x="8404139" y="2494"/>
                  </a:lnTo>
                  <a:lnTo>
                    <a:pt x="8404284" y="2494"/>
                  </a:lnTo>
                  <a:lnTo>
                    <a:pt x="8404430" y="2494"/>
                  </a:lnTo>
                  <a:lnTo>
                    <a:pt x="8404575" y="2494"/>
                  </a:lnTo>
                  <a:lnTo>
                    <a:pt x="8404721" y="2494"/>
                  </a:lnTo>
                  <a:lnTo>
                    <a:pt x="8404866" y="2494"/>
                  </a:lnTo>
                  <a:lnTo>
                    <a:pt x="8405011" y="2494"/>
                  </a:lnTo>
                  <a:lnTo>
                    <a:pt x="8405157" y="2494"/>
                  </a:lnTo>
                  <a:lnTo>
                    <a:pt x="8405302" y="2494"/>
                  </a:lnTo>
                  <a:lnTo>
                    <a:pt x="8405448" y="2494"/>
                  </a:lnTo>
                  <a:lnTo>
                    <a:pt x="8405593" y="2494"/>
                  </a:lnTo>
                  <a:lnTo>
                    <a:pt x="8405739" y="2494"/>
                  </a:lnTo>
                  <a:lnTo>
                    <a:pt x="8405884" y="2494"/>
                  </a:lnTo>
                  <a:lnTo>
                    <a:pt x="8406029" y="2494"/>
                  </a:lnTo>
                  <a:lnTo>
                    <a:pt x="8406175" y="2494"/>
                  </a:lnTo>
                  <a:lnTo>
                    <a:pt x="8406320" y="2494"/>
                  </a:lnTo>
                  <a:lnTo>
                    <a:pt x="8406466" y="2494"/>
                  </a:lnTo>
                  <a:lnTo>
                    <a:pt x="8406611" y="2494"/>
                  </a:lnTo>
                  <a:lnTo>
                    <a:pt x="8406756" y="2494"/>
                  </a:lnTo>
                  <a:lnTo>
                    <a:pt x="8406902" y="2494"/>
                  </a:lnTo>
                  <a:lnTo>
                    <a:pt x="8407047" y="2494"/>
                  </a:lnTo>
                  <a:lnTo>
                    <a:pt x="8407193" y="2494"/>
                  </a:lnTo>
                  <a:lnTo>
                    <a:pt x="8407338" y="2494"/>
                  </a:lnTo>
                  <a:lnTo>
                    <a:pt x="8407484" y="2494"/>
                  </a:lnTo>
                  <a:lnTo>
                    <a:pt x="8407629" y="2494"/>
                  </a:lnTo>
                  <a:lnTo>
                    <a:pt x="8407774" y="2494"/>
                  </a:lnTo>
                  <a:lnTo>
                    <a:pt x="8407920" y="2494"/>
                  </a:lnTo>
                  <a:lnTo>
                    <a:pt x="8408065" y="2494"/>
                  </a:lnTo>
                  <a:lnTo>
                    <a:pt x="8408211" y="2494"/>
                  </a:lnTo>
                  <a:lnTo>
                    <a:pt x="8408356" y="2494"/>
                  </a:lnTo>
                  <a:lnTo>
                    <a:pt x="8408502" y="2494"/>
                  </a:lnTo>
                  <a:lnTo>
                    <a:pt x="8408647" y="2494"/>
                  </a:lnTo>
                  <a:lnTo>
                    <a:pt x="8408792" y="2494"/>
                  </a:lnTo>
                  <a:lnTo>
                    <a:pt x="8408938" y="2494"/>
                  </a:lnTo>
                  <a:lnTo>
                    <a:pt x="8408938" y="1870"/>
                  </a:lnTo>
                  <a:lnTo>
                    <a:pt x="8409083" y="1870"/>
                  </a:lnTo>
                  <a:lnTo>
                    <a:pt x="8409229" y="1870"/>
                  </a:lnTo>
                  <a:lnTo>
                    <a:pt x="8409374" y="1870"/>
                  </a:lnTo>
                  <a:lnTo>
                    <a:pt x="8409520" y="1870"/>
                  </a:lnTo>
                  <a:lnTo>
                    <a:pt x="8409665" y="1870"/>
                  </a:lnTo>
                  <a:lnTo>
                    <a:pt x="8409810" y="1870"/>
                  </a:lnTo>
                  <a:lnTo>
                    <a:pt x="8409956" y="1870"/>
                  </a:lnTo>
                  <a:lnTo>
                    <a:pt x="8410101" y="1870"/>
                  </a:lnTo>
                  <a:lnTo>
                    <a:pt x="8410247" y="1870"/>
                  </a:lnTo>
                  <a:lnTo>
                    <a:pt x="8410392" y="1870"/>
                  </a:lnTo>
                  <a:lnTo>
                    <a:pt x="8410538" y="1870"/>
                  </a:lnTo>
                  <a:lnTo>
                    <a:pt x="8410683" y="1870"/>
                  </a:lnTo>
                  <a:lnTo>
                    <a:pt x="8410828" y="1870"/>
                  </a:lnTo>
                  <a:lnTo>
                    <a:pt x="8410974" y="1870"/>
                  </a:lnTo>
                  <a:lnTo>
                    <a:pt x="8411119" y="1870"/>
                  </a:lnTo>
                  <a:lnTo>
                    <a:pt x="8411265" y="1870"/>
                  </a:lnTo>
                  <a:lnTo>
                    <a:pt x="8411410" y="1870"/>
                  </a:lnTo>
                  <a:lnTo>
                    <a:pt x="8411556" y="1870"/>
                  </a:lnTo>
                  <a:lnTo>
                    <a:pt x="8411701" y="1870"/>
                  </a:lnTo>
                  <a:lnTo>
                    <a:pt x="8411846" y="1870"/>
                  </a:lnTo>
                  <a:lnTo>
                    <a:pt x="8411992" y="1870"/>
                  </a:lnTo>
                  <a:lnTo>
                    <a:pt x="8412137" y="1870"/>
                  </a:lnTo>
                  <a:lnTo>
                    <a:pt x="8412283" y="1870"/>
                  </a:lnTo>
                  <a:lnTo>
                    <a:pt x="8412428" y="1870"/>
                  </a:lnTo>
                  <a:lnTo>
                    <a:pt x="8412573" y="1870"/>
                  </a:lnTo>
                  <a:lnTo>
                    <a:pt x="8412719" y="1870"/>
                  </a:lnTo>
                  <a:lnTo>
                    <a:pt x="8412864" y="1870"/>
                  </a:lnTo>
                  <a:lnTo>
                    <a:pt x="8413010" y="1870"/>
                  </a:lnTo>
                  <a:lnTo>
                    <a:pt x="8413155" y="1870"/>
                  </a:lnTo>
                  <a:lnTo>
                    <a:pt x="8413301" y="1870"/>
                  </a:lnTo>
                  <a:lnTo>
                    <a:pt x="8413446" y="1870"/>
                  </a:lnTo>
                  <a:lnTo>
                    <a:pt x="8413591" y="1870"/>
                  </a:lnTo>
                  <a:lnTo>
                    <a:pt x="8413737" y="1870"/>
                  </a:lnTo>
                  <a:lnTo>
                    <a:pt x="8413882" y="1870"/>
                  </a:lnTo>
                  <a:lnTo>
                    <a:pt x="8414028" y="1870"/>
                  </a:lnTo>
                  <a:lnTo>
                    <a:pt x="8414173" y="1870"/>
                  </a:lnTo>
                  <a:lnTo>
                    <a:pt x="8414319" y="1870"/>
                  </a:lnTo>
                  <a:lnTo>
                    <a:pt x="8414464" y="1870"/>
                  </a:lnTo>
                  <a:lnTo>
                    <a:pt x="8414609" y="1870"/>
                  </a:lnTo>
                  <a:lnTo>
                    <a:pt x="8414755" y="1870"/>
                  </a:lnTo>
                  <a:lnTo>
                    <a:pt x="8414900" y="1870"/>
                  </a:lnTo>
                  <a:lnTo>
                    <a:pt x="8415046" y="1870"/>
                  </a:lnTo>
                  <a:lnTo>
                    <a:pt x="8415191" y="1870"/>
                  </a:lnTo>
                  <a:lnTo>
                    <a:pt x="8415337" y="1870"/>
                  </a:lnTo>
                  <a:lnTo>
                    <a:pt x="8415482" y="1870"/>
                  </a:lnTo>
                  <a:lnTo>
                    <a:pt x="8415627" y="1870"/>
                  </a:lnTo>
                  <a:lnTo>
                    <a:pt x="8415773" y="1870"/>
                  </a:lnTo>
                  <a:lnTo>
                    <a:pt x="8415918" y="1870"/>
                  </a:lnTo>
                  <a:lnTo>
                    <a:pt x="8416064" y="1870"/>
                  </a:lnTo>
                  <a:lnTo>
                    <a:pt x="8416209" y="1870"/>
                  </a:lnTo>
                  <a:lnTo>
                    <a:pt x="8416355" y="1870"/>
                  </a:lnTo>
                  <a:lnTo>
                    <a:pt x="8416500" y="1870"/>
                  </a:lnTo>
                  <a:lnTo>
                    <a:pt x="8416645" y="1870"/>
                  </a:lnTo>
                  <a:lnTo>
                    <a:pt x="8416791" y="1870"/>
                  </a:lnTo>
                  <a:lnTo>
                    <a:pt x="8416936" y="1870"/>
                  </a:lnTo>
                  <a:lnTo>
                    <a:pt x="8417082" y="1870"/>
                  </a:lnTo>
                  <a:lnTo>
                    <a:pt x="8417227" y="1870"/>
                  </a:lnTo>
                  <a:lnTo>
                    <a:pt x="8417373" y="1870"/>
                  </a:lnTo>
                  <a:lnTo>
                    <a:pt x="8417518" y="1870"/>
                  </a:lnTo>
                  <a:lnTo>
                    <a:pt x="8417663" y="1870"/>
                  </a:lnTo>
                  <a:lnTo>
                    <a:pt x="8417809" y="1870"/>
                  </a:lnTo>
                  <a:lnTo>
                    <a:pt x="8417954" y="1870"/>
                  </a:lnTo>
                  <a:lnTo>
                    <a:pt x="8418100" y="1870"/>
                  </a:lnTo>
                  <a:lnTo>
                    <a:pt x="8418245" y="1870"/>
                  </a:lnTo>
                  <a:lnTo>
                    <a:pt x="8418391" y="1870"/>
                  </a:lnTo>
                  <a:lnTo>
                    <a:pt x="8418536" y="1870"/>
                  </a:lnTo>
                  <a:lnTo>
                    <a:pt x="8418681" y="1870"/>
                  </a:lnTo>
                  <a:lnTo>
                    <a:pt x="8418827" y="1870"/>
                  </a:lnTo>
                  <a:lnTo>
                    <a:pt x="8418972" y="1870"/>
                  </a:lnTo>
                  <a:lnTo>
                    <a:pt x="8419118" y="1870"/>
                  </a:lnTo>
                  <a:lnTo>
                    <a:pt x="8419263" y="1870"/>
                  </a:lnTo>
                  <a:lnTo>
                    <a:pt x="8419408" y="1870"/>
                  </a:lnTo>
                  <a:lnTo>
                    <a:pt x="8419554" y="1870"/>
                  </a:lnTo>
                  <a:lnTo>
                    <a:pt x="8419699" y="1870"/>
                  </a:lnTo>
                  <a:lnTo>
                    <a:pt x="8419845" y="1870"/>
                  </a:lnTo>
                  <a:lnTo>
                    <a:pt x="8419990" y="1870"/>
                  </a:lnTo>
                  <a:lnTo>
                    <a:pt x="8420136" y="1870"/>
                  </a:lnTo>
                  <a:lnTo>
                    <a:pt x="8420281" y="1870"/>
                  </a:lnTo>
                  <a:lnTo>
                    <a:pt x="8420426" y="1870"/>
                  </a:lnTo>
                  <a:lnTo>
                    <a:pt x="8420572" y="1870"/>
                  </a:lnTo>
                  <a:lnTo>
                    <a:pt x="8420717" y="1870"/>
                  </a:lnTo>
                  <a:lnTo>
                    <a:pt x="8420863" y="1870"/>
                  </a:lnTo>
                  <a:lnTo>
                    <a:pt x="8421008" y="1870"/>
                  </a:lnTo>
                  <a:lnTo>
                    <a:pt x="8421154" y="1870"/>
                  </a:lnTo>
                  <a:lnTo>
                    <a:pt x="8421299" y="1870"/>
                  </a:lnTo>
                  <a:lnTo>
                    <a:pt x="8421444" y="1870"/>
                  </a:lnTo>
                  <a:lnTo>
                    <a:pt x="8421590" y="1870"/>
                  </a:lnTo>
                  <a:lnTo>
                    <a:pt x="8421735" y="1870"/>
                  </a:lnTo>
                  <a:lnTo>
                    <a:pt x="8421881" y="1870"/>
                  </a:lnTo>
                  <a:lnTo>
                    <a:pt x="8422026" y="1870"/>
                  </a:lnTo>
                  <a:lnTo>
                    <a:pt x="8422172" y="1870"/>
                  </a:lnTo>
                  <a:lnTo>
                    <a:pt x="8422317" y="1870"/>
                  </a:lnTo>
                  <a:lnTo>
                    <a:pt x="8422462" y="1870"/>
                  </a:lnTo>
                  <a:lnTo>
                    <a:pt x="8422608" y="1870"/>
                  </a:lnTo>
                  <a:lnTo>
                    <a:pt x="8422753" y="1870"/>
                  </a:lnTo>
                  <a:lnTo>
                    <a:pt x="8422899" y="1870"/>
                  </a:lnTo>
                  <a:lnTo>
                    <a:pt x="8423044" y="1870"/>
                  </a:lnTo>
                  <a:lnTo>
                    <a:pt x="8423190" y="1870"/>
                  </a:lnTo>
                  <a:lnTo>
                    <a:pt x="8423335" y="1870"/>
                  </a:lnTo>
                  <a:lnTo>
                    <a:pt x="8423480" y="1870"/>
                  </a:lnTo>
                  <a:lnTo>
                    <a:pt x="8423626" y="1870"/>
                  </a:lnTo>
                  <a:lnTo>
                    <a:pt x="8423771" y="1870"/>
                  </a:lnTo>
                  <a:lnTo>
                    <a:pt x="8423917" y="1870"/>
                  </a:lnTo>
                  <a:lnTo>
                    <a:pt x="8424062" y="1870"/>
                  </a:lnTo>
                  <a:lnTo>
                    <a:pt x="8424208" y="1870"/>
                  </a:lnTo>
                  <a:lnTo>
                    <a:pt x="8424353" y="1870"/>
                  </a:lnTo>
                  <a:lnTo>
                    <a:pt x="8424498" y="1870"/>
                  </a:lnTo>
                  <a:lnTo>
                    <a:pt x="8424644" y="1870"/>
                  </a:lnTo>
                  <a:lnTo>
                    <a:pt x="8424789" y="1870"/>
                  </a:lnTo>
                  <a:lnTo>
                    <a:pt x="8424935" y="1870"/>
                  </a:lnTo>
                  <a:lnTo>
                    <a:pt x="8425080" y="1870"/>
                  </a:lnTo>
                  <a:lnTo>
                    <a:pt x="8425226" y="1870"/>
                  </a:lnTo>
                  <a:lnTo>
                    <a:pt x="8425371" y="1870"/>
                  </a:lnTo>
                  <a:lnTo>
                    <a:pt x="8425516" y="1870"/>
                  </a:lnTo>
                  <a:lnTo>
                    <a:pt x="8425662" y="1870"/>
                  </a:lnTo>
                  <a:lnTo>
                    <a:pt x="8425807" y="1870"/>
                  </a:lnTo>
                  <a:lnTo>
                    <a:pt x="8425953" y="1870"/>
                  </a:lnTo>
                  <a:lnTo>
                    <a:pt x="8426098" y="1870"/>
                  </a:lnTo>
                  <a:lnTo>
                    <a:pt x="8426243" y="1870"/>
                  </a:lnTo>
                  <a:lnTo>
                    <a:pt x="8426389" y="1870"/>
                  </a:lnTo>
                  <a:lnTo>
                    <a:pt x="8426534" y="1870"/>
                  </a:lnTo>
                  <a:lnTo>
                    <a:pt x="8426680" y="1870"/>
                  </a:lnTo>
                  <a:lnTo>
                    <a:pt x="8426825" y="1870"/>
                  </a:lnTo>
                  <a:lnTo>
                    <a:pt x="8426971" y="1870"/>
                  </a:lnTo>
                  <a:lnTo>
                    <a:pt x="8427116" y="1870"/>
                  </a:lnTo>
                  <a:lnTo>
                    <a:pt x="8427261" y="1870"/>
                  </a:lnTo>
                  <a:lnTo>
                    <a:pt x="8427407" y="1870"/>
                  </a:lnTo>
                  <a:lnTo>
                    <a:pt x="8427552" y="1870"/>
                  </a:lnTo>
                  <a:lnTo>
                    <a:pt x="8427698" y="1870"/>
                  </a:lnTo>
                  <a:lnTo>
                    <a:pt x="8427843" y="1870"/>
                  </a:lnTo>
                  <a:lnTo>
                    <a:pt x="8427989" y="1870"/>
                  </a:lnTo>
                  <a:lnTo>
                    <a:pt x="8428134" y="1870"/>
                  </a:lnTo>
                  <a:lnTo>
                    <a:pt x="8428279" y="1870"/>
                  </a:lnTo>
                  <a:lnTo>
                    <a:pt x="8428425" y="1870"/>
                  </a:lnTo>
                  <a:lnTo>
                    <a:pt x="8428570" y="1870"/>
                  </a:lnTo>
                  <a:lnTo>
                    <a:pt x="8428716" y="1870"/>
                  </a:lnTo>
                  <a:lnTo>
                    <a:pt x="8428861" y="1870"/>
                  </a:lnTo>
                  <a:lnTo>
                    <a:pt x="8429007" y="1870"/>
                  </a:lnTo>
                  <a:lnTo>
                    <a:pt x="8429152" y="1870"/>
                  </a:lnTo>
                  <a:lnTo>
                    <a:pt x="8429297" y="1870"/>
                  </a:lnTo>
                  <a:lnTo>
                    <a:pt x="8429443" y="1870"/>
                  </a:lnTo>
                  <a:lnTo>
                    <a:pt x="8429588" y="1870"/>
                  </a:lnTo>
                  <a:lnTo>
                    <a:pt x="8429734" y="1870"/>
                  </a:lnTo>
                  <a:lnTo>
                    <a:pt x="8429879" y="1870"/>
                  </a:lnTo>
                  <a:lnTo>
                    <a:pt x="8430025" y="1870"/>
                  </a:lnTo>
                  <a:lnTo>
                    <a:pt x="8430170" y="1870"/>
                  </a:lnTo>
                  <a:lnTo>
                    <a:pt x="8430315" y="1870"/>
                  </a:lnTo>
                  <a:lnTo>
                    <a:pt x="8430461" y="1870"/>
                  </a:lnTo>
                  <a:lnTo>
                    <a:pt x="8430606" y="1870"/>
                  </a:lnTo>
                  <a:lnTo>
                    <a:pt x="8430752" y="1870"/>
                  </a:lnTo>
                  <a:lnTo>
                    <a:pt x="8430897" y="1870"/>
                  </a:lnTo>
                  <a:lnTo>
                    <a:pt x="8431043" y="1870"/>
                  </a:lnTo>
                  <a:lnTo>
                    <a:pt x="8431188" y="1870"/>
                  </a:lnTo>
                  <a:lnTo>
                    <a:pt x="8431333" y="1870"/>
                  </a:lnTo>
                  <a:lnTo>
                    <a:pt x="8431479" y="1870"/>
                  </a:lnTo>
                  <a:lnTo>
                    <a:pt x="8431624" y="1870"/>
                  </a:lnTo>
                  <a:lnTo>
                    <a:pt x="8431770" y="1870"/>
                  </a:lnTo>
                  <a:lnTo>
                    <a:pt x="8431915" y="1870"/>
                  </a:lnTo>
                  <a:lnTo>
                    <a:pt x="8432061" y="1870"/>
                  </a:lnTo>
                  <a:lnTo>
                    <a:pt x="8432206" y="1870"/>
                  </a:lnTo>
                  <a:lnTo>
                    <a:pt x="8432351" y="1870"/>
                  </a:lnTo>
                  <a:lnTo>
                    <a:pt x="8432497" y="1870"/>
                  </a:lnTo>
                  <a:lnTo>
                    <a:pt x="8432642" y="1870"/>
                  </a:lnTo>
                  <a:lnTo>
                    <a:pt x="8432788" y="1870"/>
                  </a:lnTo>
                  <a:lnTo>
                    <a:pt x="8432933" y="1870"/>
                  </a:lnTo>
                  <a:lnTo>
                    <a:pt x="8433078" y="1870"/>
                  </a:lnTo>
                  <a:lnTo>
                    <a:pt x="8433224" y="1870"/>
                  </a:lnTo>
                  <a:lnTo>
                    <a:pt x="8433369" y="1870"/>
                  </a:lnTo>
                  <a:lnTo>
                    <a:pt x="8433515" y="1870"/>
                  </a:lnTo>
                  <a:lnTo>
                    <a:pt x="8433660" y="1870"/>
                  </a:lnTo>
                  <a:lnTo>
                    <a:pt x="8433806" y="1870"/>
                  </a:lnTo>
                  <a:lnTo>
                    <a:pt x="8433951" y="1870"/>
                  </a:lnTo>
                  <a:lnTo>
                    <a:pt x="8434096" y="1870"/>
                  </a:lnTo>
                  <a:lnTo>
                    <a:pt x="8434242" y="1870"/>
                  </a:lnTo>
                  <a:lnTo>
                    <a:pt x="8434387" y="1870"/>
                  </a:lnTo>
                  <a:lnTo>
                    <a:pt x="8434533" y="1870"/>
                  </a:lnTo>
                  <a:lnTo>
                    <a:pt x="8434678" y="1870"/>
                  </a:lnTo>
                  <a:lnTo>
                    <a:pt x="8434824" y="1870"/>
                  </a:lnTo>
                  <a:lnTo>
                    <a:pt x="8434969" y="1870"/>
                  </a:lnTo>
                  <a:lnTo>
                    <a:pt x="8435114" y="1870"/>
                  </a:lnTo>
                  <a:lnTo>
                    <a:pt x="8435260" y="1870"/>
                  </a:lnTo>
                  <a:lnTo>
                    <a:pt x="8435405" y="1870"/>
                  </a:lnTo>
                  <a:lnTo>
                    <a:pt x="8435551" y="1870"/>
                  </a:lnTo>
                  <a:lnTo>
                    <a:pt x="8435696" y="1870"/>
                  </a:lnTo>
                  <a:lnTo>
                    <a:pt x="8435842" y="1870"/>
                  </a:lnTo>
                  <a:lnTo>
                    <a:pt x="8435987" y="1870"/>
                  </a:lnTo>
                  <a:lnTo>
                    <a:pt x="8436132" y="1870"/>
                  </a:lnTo>
                  <a:lnTo>
                    <a:pt x="8436278" y="1870"/>
                  </a:lnTo>
                  <a:lnTo>
                    <a:pt x="8436423" y="1870"/>
                  </a:lnTo>
                  <a:lnTo>
                    <a:pt x="8436569" y="1870"/>
                  </a:lnTo>
                  <a:lnTo>
                    <a:pt x="8436714" y="1870"/>
                  </a:lnTo>
                  <a:lnTo>
                    <a:pt x="8436860" y="1870"/>
                  </a:lnTo>
                  <a:lnTo>
                    <a:pt x="8437005" y="1870"/>
                  </a:lnTo>
                  <a:lnTo>
                    <a:pt x="8437150" y="1870"/>
                  </a:lnTo>
                  <a:lnTo>
                    <a:pt x="8437296" y="1870"/>
                  </a:lnTo>
                  <a:lnTo>
                    <a:pt x="8437441" y="1870"/>
                  </a:lnTo>
                  <a:lnTo>
                    <a:pt x="8437587" y="1870"/>
                  </a:lnTo>
                  <a:lnTo>
                    <a:pt x="8437732" y="1870"/>
                  </a:lnTo>
                  <a:lnTo>
                    <a:pt x="8437878" y="1870"/>
                  </a:lnTo>
                  <a:lnTo>
                    <a:pt x="8438023" y="1870"/>
                  </a:lnTo>
                  <a:lnTo>
                    <a:pt x="8438168" y="1870"/>
                  </a:lnTo>
                  <a:lnTo>
                    <a:pt x="8438314" y="1870"/>
                  </a:lnTo>
                  <a:lnTo>
                    <a:pt x="8438459" y="1870"/>
                  </a:lnTo>
                  <a:lnTo>
                    <a:pt x="8438605" y="1870"/>
                  </a:lnTo>
                  <a:lnTo>
                    <a:pt x="8438750" y="1870"/>
                  </a:lnTo>
                  <a:lnTo>
                    <a:pt x="8438896" y="1870"/>
                  </a:lnTo>
                  <a:lnTo>
                    <a:pt x="8439041" y="1870"/>
                  </a:lnTo>
                  <a:lnTo>
                    <a:pt x="8439186" y="1870"/>
                  </a:lnTo>
                  <a:lnTo>
                    <a:pt x="8439332" y="1870"/>
                  </a:lnTo>
                  <a:lnTo>
                    <a:pt x="8439477" y="1870"/>
                  </a:lnTo>
                  <a:lnTo>
                    <a:pt x="8439623" y="1870"/>
                  </a:lnTo>
                  <a:lnTo>
                    <a:pt x="8439768" y="1870"/>
                  </a:lnTo>
                  <a:lnTo>
                    <a:pt x="8439913" y="1870"/>
                  </a:lnTo>
                  <a:lnTo>
                    <a:pt x="8440059" y="1870"/>
                  </a:lnTo>
                  <a:lnTo>
                    <a:pt x="8440204" y="1870"/>
                  </a:lnTo>
                  <a:lnTo>
                    <a:pt x="8440350" y="1870"/>
                  </a:lnTo>
                  <a:lnTo>
                    <a:pt x="8440495" y="1870"/>
                  </a:lnTo>
                  <a:lnTo>
                    <a:pt x="8440641" y="1870"/>
                  </a:lnTo>
                  <a:lnTo>
                    <a:pt x="8440786" y="1870"/>
                  </a:lnTo>
                  <a:lnTo>
                    <a:pt x="8440931" y="1870"/>
                  </a:lnTo>
                  <a:lnTo>
                    <a:pt x="8441077" y="1870"/>
                  </a:lnTo>
                  <a:lnTo>
                    <a:pt x="8441222" y="1870"/>
                  </a:lnTo>
                  <a:lnTo>
                    <a:pt x="8441368" y="1870"/>
                  </a:lnTo>
                  <a:lnTo>
                    <a:pt x="8441513" y="1870"/>
                  </a:lnTo>
                  <a:lnTo>
                    <a:pt x="8441659" y="1870"/>
                  </a:lnTo>
                  <a:lnTo>
                    <a:pt x="8441804" y="1870"/>
                  </a:lnTo>
                  <a:lnTo>
                    <a:pt x="8441949" y="1870"/>
                  </a:lnTo>
                  <a:lnTo>
                    <a:pt x="8442095" y="1870"/>
                  </a:lnTo>
                  <a:lnTo>
                    <a:pt x="8442240" y="1870"/>
                  </a:lnTo>
                  <a:lnTo>
                    <a:pt x="8442386" y="1870"/>
                  </a:lnTo>
                  <a:lnTo>
                    <a:pt x="8442531" y="1870"/>
                  </a:lnTo>
                  <a:lnTo>
                    <a:pt x="8442677" y="1870"/>
                  </a:lnTo>
                  <a:lnTo>
                    <a:pt x="8442822" y="1870"/>
                  </a:lnTo>
                  <a:lnTo>
                    <a:pt x="8442967" y="1870"/>
                  </a:lnTo>
                  <a:lnTo>
                    <a:pt x="8443113" y="1870"/>
                  </a:lnTo>
                  <a:lnTo>
                    <a:pt x="8443258" y="1870"/>
                  </a:lnTo>
                  <a:lnTo>
                    <a:pt x="8443404" y="1870"/>
                  </a:lnTo>
                  <a:lnTo>
                    <a:pt x="8443549" y="1870"/>
                  </a:lnTo>
                  <a:lnTo>
                    <a:pt x="8443695" y="1870"/>
                  </a:lnTo>
                  <a:lnTo>
                    <a:pt x="8443695" y="1247"/>
                  </a:lnTo>
                  <a:lnTo>
                    <a:pt x="8443840" y="1247"/>
                  </a:lnTo>
                  <a:lnTo>
                    <a:pt x="8443985" y="1247"/>
                  </a:lnTo>
                  <a:lnTo>
                    <a:pt x="8444131" y="1247"/>
                  </a:lnTo>
                  <a:lnTo>
                    <a:pt x="8444276" y="1247"/>
                  </a:lnTo>
                  <a:lnTo>
                    <a:pt x="8444422" y="1247"/>
                  </a:lnTo>
                  <a:lnTo>
                    <a:pt x="8444567" y="1247"/>
                  </a:lnTo>
                  <a:lnTo>
                    <a:pt x="8444713" y="1247"/>
                  </a:lnTo>
                  <a:lnTo>
                    <a:pt x="8444858" y="1247"/>
                  </a:lnTo>
                  <a:lnTo>
                    <a:pt x="8445003" y="1247"/>
                  </a:lnTo>
                  <a:lnTo>
                    <a:pt x="8445149" y="1247"/>
                  </a:lnTo>
                  <a:lnTo>
                    <a:pt x="8445294" y="1247"/>
                  </a:lnTo>
                  <a:lnTo>
                    <a:pt x="8445440" y="1247"/>
                  </a:lnTo>
                  <a:lnTo>
                    <a:pt x="8445585" y="1247"/>
                  </a:lnTo>
                  <a:lnTo>
                    <a:pt x="8445731" y="1247"/>
                  </a:lnTo>
                  <a:lnTo>
                    <a:pt x="8445876" y="1247"/>
                  </a:lnTo>
                  <a:lnTo>
                    <a:pt x="8446021" y="1247"/>
                  </a:lnTo>
                  <a:lnTo>
                    <a:pt x="8446167" y="1247"/>
                  </a:lnTo>
                  <a:lnTo>
                    <a:pt x="8446312" y="1247"/>
                  </a:lnTo>
                  <a:lnTo>
                    <a:pt x="8446458" y="1247"/>
                  </a:lnTo>
                  <a:lnTo>
                    <a:pt x="8446603" y="1247"/>
                  </a:lnTo>
                  <a:lnTo>
                    <a:pt x="8446748" y="1247"/>
                  </a:lnTo>
                  <a:lnTo>
                    <a:pt x="8446894" y="1247"/>
                  </a:lnTo>
                  <a:lnTo>
                    <a:pt x="8447039" y="1247"/>
                  </a:lnTo>
                  <a:lnTo>
                    <a:pt x="8447185" y="1247"/>
                  </a:lnTo>
                  <a:lnTo>
                    <a:pt x="8447330" y="1247"/>
                  </a:lnTo>
                  <a:lnTo>
                    <a:pt x="8447476" y="1247"/>
                  </a:lnTo>
                  <a:lnTo>
                    <a:pt x="8447621" y="1247"/>
                  </a:lnTo>
                  <a:lnTo>
                    <a:pt x="8447766" y="1247"/>
                  </a:lnTo>
                  <a:lnTo>
                    <a:pt x="8447912" y="1247"/>
                  </a:lnTo>
                  <a:lnTo>
                    <a:pt x="8448057" y="1247"/>
                  </a:lnTo>
                  <a:lnTo>
                    <a:pt x="8448203" y="1247"/>
                  </a:lnTo>
                  <a:lnTo>
                    <a:pt x="8448348" y="1247"/>
                  </a:lnTo>
                  <a:lnTo>
                    <a:pt x="8448494" y="1247"/>
                  </a:lnTo>
                  <a:lnTo>
                    <a:pt x="8448639" y="1247"/>
                  </a:lnTo>
                  <a:lnTo>
                    <a:pt x="8448784" y="1247"/>
                  </a:lnTo>
                  <a:lnTo>
                    <a:pt x="8448930" y="1247"/>
                  </a:lnTo>
                  <a:lnTo>
                    <a:pt x="8449075" y="1247"/>
                  </a:lnTo>
                  <a:lnTo>
                    <a:pt x="8449221" y="1247"/>
                  </a:lnTo>
                  <a:lnTo>
                    <a:pt x="8449366" y="1247"/>
                  </a:lnTo>
                  <a:lnTo>
                    <a:pt x="8449512" y="1247"/>
                  </a:lnTo>
                  <a:lnTo>
                    <a:pt x="8449657" y="1247"/>
                  </a:lnTo>
                  <a:lnTo>
                    <a:pt x="8449802" y="1247"/>
                  </a:lnTo>
                  <a:lnTo>
                    <a:pt x="8449948" y="1247"/>
                  </a:lnTo>
                  <a:lnTo>
                    <a:pt x="8450093" y="1247"/>
                  </a:lnTo>
                  <a:lnTo>
                    <a:pt x="8450239" y="1247"/>
                  </a:lnTo>
                  <a:lnTo>
                    <a:pt x="8450384" y="1247"/>
                  </a:lnTo>
                  <a:lnTo>
                    <a:pt x="8450530" y="1247"/>
                  </a:lnTo>
                  <a:lnTo>
                    <a:pt x="8450675" y="1247"/>
                  </a:lnTo>
                  <a:lnTo>
                    <a:pt x="8450820" y="1247"/>
                  </a:lnTo>
                  <a:lnTo>
                    <a:pt x="8450966" y="1247"/>
                  </a:lnTo>
                  <a:lnTo>
                    <a:pt x="8451111" y="1247"/>
                  </a:lnTo>
                  <a:lnTo>
                    <a:pt x="8451257" y="1247"/>
                  </a:lnTo>
                  <a:lnTo>
                    <a:pt x="8451402" y="1247"/>
                  </a:lnTo>
                  <a:lnTo>
                    <a:pt x="8451548" y="1247"/>
                  </a:lnTo>
                  <a:lnTo>
                    <a:pt x="8451693" y="1247"/>
                  </a:lnTo>
                  <a:lnTo>
                    <a:pt x="8451838" y="1247"/>
                  </a:lnTo>
                  <a:lnTo>
                    <a:pt x="8451984" y="1247"/>
                  </a:lnTo>
                  <a:lnTo>
                    <a:pt x="8452129" y="1247"/>
                  </a:lnTo>
                  <a:lnTo>
                    <a:pt x="8452275" y="1247"/>
                  </a:lnTo>
                  <a:lnTo>
                    <a:pt x="8452420" y="1247"/>
                  </a:lnTo>
                  <a:lnTo>
                    <a:pt x="8452566" y="1247"/>
                  </a:lnTo>
                  <a:lnTo>
                    <a:pt x="8452711" y="1247"/>
                  </a:lnTo>
                  <a:lnTo>
                    <a:pt x="8452856" y="1247"/>
                  </a:lnTo>
                  <a:lnTo>
                    <a:pt x="8453002" y="1247"/>
                  </a:lnTo>
                  <a:lnTo>
                    <a:pt x="8453147" y="1247"/>
                  </a:lnTo>
                  <a:lnTo>
                    <a:pt x="8453293" y="1247"/>
                  </a:lnTo>
                  <a:lnTo>
                    <a:pt x="8453438" y="1247"/>
                  </a:lnTo>
                  <a:lnTo>
                    <a:pt x="8453583" y="1247"/>
                  </a:lnTo>
                  <a:lnTo>
                    <a:pt x="8453729" y="1247"/>
                  </a:lnTo>
                  <a:lnTo>
                    <a:pt x="8453874" y="1247"/>
                  </a:lnTo>
                  <a:lnTo>
                    <a:pt x="8454020" y="1247"/>
                  </a:lnTo>
                  <a:lnTo>
                    <a:pt x="8454165" y="1247"/>
                  </a:lnTo>
                  <a:lnTo>
                    <a:pt x="8454311" y="1247"/>
                  </a:lnTo>
                  <a:lnTo>
                    <a:pt x="8454456" y="1247"/>
                  </a:lnTo>
                  <a:lnTo>
                    <a:pt x="8454601" y="1247"/>
                  </a:lnTo>
                  <a:lnTo>
                    <a:pt x="8454747" y="1247"/>
                  </a:lnTo>
                  <a:lnTo>
                    <a:pt x="8454892" y="1247"/>
                  </a:lnTo>
                  <a:lnTo>
                    <a:pt x="8455038" y="1247"/>
                  </a:lnTo>
                  <a:lnTo>
                    <a:pt x="8455183" y="1247"/>
                  </a:lnTo>
                  <a:lnTo>
                    <a:pt x="8455329" y="1247"/>
                  </a:lnTo>
                  <a:lnTo>
                    <a:pt x="8455474" y="1247"/>
                  </a:lnTo>
                  <a:lnTo>
                    <a:pt x="8455619" y="1247"/>
                  </a:lnTo>
                  <a:lnTo>
                    <a:pt x="8455765" y="1247"/>
                  </a:lnTo>
                  <a:lnTo>
                    <a:pt x="8455910" y="1247"/>
                  </a:lnTo>
                  <a:lnTo>
                    <a:pt x="8456056" y="1247"/>
                  </a:lnTo>
                  <a:lnTo>
                    <a:pt x="8456201" y="1247"/>
                  </a:lnTo>
                  <a:lnTo>
                    <a:pt x="8456347" y="1247"/>
                  </a:lnTo>
                  <a:lnTo>
                    <a:pt x="8456492" y="1247"/>
                  </a:lnTo>
                  <a:lnTo>
                    <a:pt x="8456637" y="1247"/>
                  </a:lnTo>
                  <a:lnTo>
                    <a:pt x="8456783" y="1247"/>
                  </a:lnTo>
                  <a:lnTo>
                    <a:pt x="8456928" y="1247"/>
                  </a:lnTo>
                  <a:lnTo>
                    <a:pt x="8457074" y="1247"/>
                  </a:lnTo>
                  <a:lnTo>
                    <a:pt x="8457219" y="1247"/>
                  </a:lnTo>
                  <a:lnTo>
                    <a:pt x="8457365" y="1247"/>
                  </a:lnTo>
                  <a:lnTo>
                    <a:pt x="8457510" y="1247"/>
                  </a:lnTo>
                  <a:lnTo>
                    <a:pt x="8457655" y="1247"/>
                  </a:lnTo>
                  <a:lnTo>
                    <a:pt x="8457801" y="1247"/>
                  </a:lnTo>
                  <a:lnTo>
                    <a:pt x="8457946" y="1247"/>
                  </a:lnTo>
                  <a:lnTo>
                    <a:pt x="8458092" y="1247"/>
                  </a:lnTo>
                  <a:lnTo>
                    <a:pt x="8458237" y="1247"/>
                  </a:lnTo>
                  <a:lnTo>
                    <a:pt x="8458383" y="1247"/>
                  </a:lnTo>
                  <a:lnTo>
                    <a:pt x="8458528" y="1247"/>
                  </a:lnTo>
                  <a:lnTo>
                    <a:pt x="8458673" y="1247"/>
                  </a:lnTo>
                  <a:lnTo>
                    <a:pt x="8458819" y="1247"/>
                  </a:lnTo>
                  <a:lnTo>
                    <a:pt x="8458964" y="1247"/>
                  </a:lnTo>
                  <a:lnTo>
                    <a:pt x="8459110" y="1247"/>
                  </a:lnTo>
                  <a:lnTo>
                    <a:pt x="8459255" y="1247"/>
                  </a:lnTo>
                  <a:lnTo>
                    <a:pt x="8459401" y="1247"/>
                  </a:lnTo>
                  <a:lnTo>
                    <a:pt x="8459546" y="1247"/>
                  </a:lnTo>
                  <a:lnTo>
                    <a:pt x="8459691" y="1247"/>
                  </a:lnTo>
                  <a:lnTo>
                    <a:pt x="8459837" y="1247"/>
                  </a:lnTo>
                  <a:lnTo>
                    <a:pt x="8459982" y="1247"/>
                  </a:lnTo>
                  <a:lnTo>
                    <a:pt x="8460128" y="1247"/>
                  </a:lnTo>
                  <a:lnTo>
                    <a:pt x="8460128" y="623"/>
                  </a:lnTo>
                  <a:lnTo>
                    <a:pt x="8460273" y="623"/>
                  </a:lnTo>
                  <a:lnTo>
                    <a:pt x="8460418" y="623"/>
                  </a:lnTo>
                  <a:lnTo>
                    <a:pt x="8460564" y="623"/>
                  </a:lnTo>
                  <a:lnTo>
                    <a:pt x="8460709" y="623"/>
                  </a:lnTo>
                  <a:lnTo>
                    <a:pt x="8460855" y="623"/>
                  </a:lnTo>
                  <a:lnTo>
                    <a:pt x="8461000" y="623"/>
                  </a:lnTo>
                  <a:lnTo>
                    <a:pt x="8461146" y="623"/>
                  </a:lnTo>
                  <a:lnTo>
                    <a:pt x="8461291" y="623"/>
                  </a:lnTo>
                  <a:lnTo>
                    <a:pt x="8461436" y="623"/>
                  </a:lnTo>
                  <a:lnTo>
                    <a:pt x="8461582" y="623"/>
                  </a:lnTo>
                  <a:lnTo>
                    <a:pt x="8461727" y="623"/>
                  </a:lnTo>
                  <a:lnTo>
                    <a:pt x="8461873" y="623"/>
                  </a:lnTo>
                  <a:lnTo>
                    <a:pt x="8462018" y="623"/>
                  </a:lnTo>
                  <a:lnTo>
                    <a:pt x="8462018" y="0"/>
                  </a:lnTo>
                  <a:lnTo>
                    <a:pt x="8462018" y="0"/>
                  </a:lnTo>
                  <a:lnTo>
                    <a:pt x="8462164" y="0"/>
                  </a:lnTo>
                  <a:lnTo>
                    <a:pt x="8462309" y="0"/>
                  </a:lnTo>
                  <a:lnTo>
                    <a:pt x="8462454" y="0"/>
                  </a:lnTo>
                  <a:lnTo>
                    <a:pt x="8462600" y="0"/>
                  </a:lnTo>
                  <a:lnTo>
                    <a:pt x="8462745" y="0"/>
                  </a:lnTo>
                  <a:lnTo>
                    <a:pt x="8462891" y="0"/>
                  </a:lnTo>
                  <a:lnTo>
                    <a:pt x="8463036" y="0"/>
                  </a:lnTo>
                  <a:lnTo>
                    <a:pt x="8463182" y="0"/>
                  </a:lnTo>
                  <a:lnTo>
                    <a:pt x="8463327" y="0"/>
                  </a:lnTo>
                  <a:lnTo>
                    <a:pt x="8463472" y="0"/>
                  </a:lnTo>
                  <a:lnTo>
                    <a:pt x="8463618" y="0"/>
                  </a:lnTo>
                  <a:lnTo>
                    <a:pt x="8463763" y="0"/>
                  </a:lnTo>
                  <a:lnTo>
                    <a:pt x="8463909" y="0"/>
                  </a:lnTo>
                  <a:lnTo>
                    <a:pt x="8464054" y="0"/>
                  </a:lnTo>
                  <a:lnTo>
                    <a:pt x="8464200" y="0"/>
                  </a:lnTo>
                  <a:lnTo>
                    <a:pt x="8464345" y="0"/>
                  </a:lnTo>
                  <a:lnTo>
                    <a:pt x="8464490" y="0"/>
                  </a:lnTo>
                  <a:lnTo>
                    <a:pt x="8464636" y="0"/>
                  </a:lnTo>
                  <a:lnTo>
                    <a:pt x="8464781" y="0"/>
                  </a:lnTo>
                  <a:lnTo>
                    <a:pt x="8464927" y="0"/>
                  </a:lnTo>
                  <a:lnTo>
                    <a:pt x="8465072" y="0"/>
                  </a:lnTo>
                  <a:lnTo>
                    <a:pt x="8465218" y="0"/>
                  </a:lnTo>
                  <a:lnTo>
                    <a:pt x="8465363" y="0"/>
                  </a:lnTo>
                  <a:lnTo>
                    <a:pt x="8465508" y="0"/>
                  </a:lnTo>
                  <a:lnTo>
                    <a:pt x="8465654" y="0"/>
                  </a:lnTo>
                  <a:lnTo>
                    <a:pt x="8465799" y="0"/>
                  </a:lnTo>
                  <a:lnTo>
                    <a:pt x="8465945" y="0"/>
                  </a:lnTo>
                  <a:lnTo>
                    <a:pt x="8466090" y="0"/>
                  </a:lnTo>
                  <a:lnTo>
                    <a:pt x="8466236" y="0"/>
                  </a:lnTo>
                  <a:lnTo>
                    <a:pt x="8466381" y="0"/>
                  </a:lnTo>
                  <a:lnTo>
                    <a:pt x="8466526" y="0"/>
                  </a:lnTo>
                  <a:lnTo>
                    <a:pt x="8466672" y="0"/>
                  </a:lnTo>
                  <a:lnTo>
                    <a:pt x="8466817" y="0"/>
                  </a:lnTo>
                  <a:lnTo>
                    <a:pt x="8466963" y="0"/>
                  </a:lnTo>
                  <a:lnTo>
                    <a:pt x="8467108" y="0"/>
                  </a:lnTo>
                  <a:lnTo>
                    <a:pt x="8467253" y="0"/>
                  </a:lnTo>
                  <a:lnTo>
                    <a:pt x="8467399" y="0"/>
                  </a:lnTo>
                  <a:lnTo>
                    <a:pt x="8467544" y="0"/>
                  </a:lnTo>
                  <a:lnTo>
                    <a:pt x="8467690" y="0"/>
                  </a:lnTo>
                  <a:lnTo>
                    <a:pt x="8467835" y="0"/>
                  </a:lnTo>
                  <a:lnTo>
                    <a:pt x="8467981" y="0"/>
                  </a:lnTo>
                  <a:lnTo>
                    <a:pt x="8468126" y="0"/>
                  </a:lnTo>
                  <a:lnTo>
                    <a:pt x="8468271" y="0"/>
                  </a:lnTo>
                  <a:lnTo>
                    <a:pt x="8468417" y="0"/>
                  </a:lnTo>
                  <a:lnTo>
                    <a:pt x="8468562" y="0"/>
                  </a:lnTo>
                  <a:lnTo>
                    <a:pt x="8468708" y="0"/>
                  </a:lnTo>
                  <a:lnTo>
                    <a:pt x="8468853" y="0"/>
                  </a:lnTo>
                  <a:lnTo>
                    <a:pt x="8468999" y="0"/>
                  </a:lnTo>
                  <a:lnTo>
                    <a:pt x="8469144" y="0"/>
                  </a:lnTo>
                  <a:lnTo>
                    <a:pt x="8469289" y="0"/>
                  </a:lnTo>
                  <a:lnTo>
                    <a:pt x="8469435" y="0"/>
                  </a:lnTo>
                  <a:lnTo>
                    <a:pt x="8469580" y="0"/>
                  </a:lnTo>
                  <a:lnTo>
                    <a:pt x="8469726" y="0"/>
                  </a:lnTo>
                  <a:lnTo>
                    <a:pt x="8469871" y="0"/>
                  </a:lnTo>
                  <a:lnTo>
                    <a:pt x="8470017" y="0"/>
                  </a:lnTo>
                  <a:lnTo>
                    <a:pt x="8470162" y="0"/>
                  </a:lnTo>
                  <a:lnTo>
                    <a:pt x="8470307" y="0"/>
                  </a:lnTo>
                  <a:lnTo>
                    <a:pt x="8470453" y="0"/>
                  </a:lnTo>
                  <a:lnTo>
                    <a:pt x="8470598" y="0"/>
                  </a:lnTo>
                  <a:lnTo>
                    <a:pt x="8470744" y="0"/>
                  </a:lnTo>
                  <a:lnTo>
                    <a:pt x="8470889" y="0"/>
                  </a:lnTo>
                  <a:lnTo>
                    <a:pt x="8471035" y="0"/>
                  </a:lnTo>
                  <a:lnTo>
                    <a:pt x="8471180" y="0"/>
                  </a:lnTo>
                  <a:lnTo>
                    <a:pt x="8471325" y="0"/>
                  </a:lnTo>
                  <a:lnTo>
                    <a:pt x="8471471" y="0"/>
                  </a:lnTo>
                  <a:lnTo>
                    <a:pt x="8471616" y="0"/>
                  </a:lnTo>
                  <a:lnTo>
                    <a:pt x="8471762" y="0"/>
                  </a:lnTo>
                  <a:lnTo>
                    <a:pt x="8471907" y="0"/>
                  </a:lnTo>
                  <a:lnTo>
                    <a:pt x="8472053" y="0"/>
                  </a:lnTo>
                  <a:lnTo>
                    <a:pt x="8472198" y="0"/>
                  </a:lnTo>
                  <a:lnTo>
                    <a:pt x="8472343" y="0"/>
                  </a:lnTo>
                  <a:lnTo>
                    <a:pt x="8472489" y="0"/>
                  </a:lnTo>
                  <a:lnTo>
                    <a:pt x="8472634" y="0"/>
                  </a:lnTo>
                  <a:lnTo>
                    <a:pt x="8472780" y="0"/>
                  </a:lnTo>
                  <a:lnTo>
                    <a:pt x="8472925" y="0"/>
                  </a:lnTo>
                  <a:lnTo>
                    <a:pt x="8473071" y="0"/>
                  </a:lnTo>
                  <a:lnTo>
                    <a:pt x="8473216" y="0"/>
                  </a:lnTo>
                  <a:lnTo>
                    <a:pt x="8473361" y="0"/>
                  </a:lnTo>
                  <a:lnTo>
                    <a:pt x="8473507" y="0"/>
                  </a:lnTo>
                  <a:lnTo>
                    <a:pt x="8473652" y="0"/>
                  </a:lnTo>
                  <a:lnTo>
                    <a:pt x="8473798" y="0"/>
                  </a:lnTo>
                  <a:lnTo>
                    <a:pt x="8473943" y="0"/>
                  </a:lnTo>
                  <a:lnTo>
                    <a:pt x="8474088" y="0"/>
                  </a:lnTo>
                  <a:lnTo>
                    <a:pt x="8474234" y="0"/>
                  </a:lnTo>
                  <a:lnTo>
                    <a:pt x="8474379" y="0"/>
                  </a:lnTo>
                  <a:lnTo>
                    <a:pt x="8474525" y="0"/>
                  </a:lnTo>
                  <a:lnTo>
                    <a:pt x="8474670" y="0"/>
                  </a:lnTo>
                  <a:lnTo>
                    <a:pt x="8474816" y="0"/>
                  </a:lnTo>
                  <a:lnTo>
                    <a:pt x="8474961" y="0"/>
                  </a:lnTo>
                  <a:lnTo>
                    <a:pt x="8475106" y="0"/>
                  </a:lnTo>
                  <a:lnTo>
                    <a:pt x="8475252" y="0"/>
                  </a:lnTo>
                  <a:lnTo>
                    <a:pt x="8475397" y="0"/>
                  </a:lnTo>
                  <a:lnTo>
                    <a:pt x="8475543" y="0"/>
                  </a:lnTo>
                  <a:lnTo>
                    <a:pt x="8475688" y="0"/>
                  </a:lnTo>
                  <a:lnTo>
                    <a:pt x="8475834" y="0"/>
                  </a:lnTo>
                  <a:lnTo>
                    <a:pt x="8475979" y="0"/>
                  </a:lnTo>
                  <a:lnTo>
                    <a:pt x="8476124" y="0"/>
                  </a:lnTo>
                  <a:lnTo>
                    <a:pt x="8476270" y="0"/>
                  </a:lnTo>
                  <a:lnTo>
                    <a:pt x="8476415" y="0"/>
                  </a:lnTo>
                  <a:lnTo>
                    <a:pt x="8476561" y="0"/>
                  </a:lnTo>
                  <a:lnTo>
                    <a:pt x="8476706" y="0"/>
                  </a:lnTo>
                  <a:lnTo>
                    <a:pt x="8476852" y="0"/>
                  </a:lnTo>
                  <a:lnTo>
                    <a:pt x="8476997" y="0"/>
                  </a:lnTo>
                  <a:lnTo>
                    <a:pt x="8477142" y="0"/>
                  </a:lnTo>
                  <a:lnTo>
                    <a:pt x="8477288" y="0"/>
                  </a:lnTo>
                  <a:lnTo>
                    <a:pt x="8477433" y="0"/>
                  </a:lnTo>
                  <a:lnTo>
                    <a:pt x="8477579" y="0"/>
                  </a:lnTo>
                  <a:lnTo>
                    <a:pt x="8477724" y="0"/>
                  </a:lnTo>
                  <a:lnTo>
                    <a:pt x="8477870" y="0"/>
                  </a:lnTo>
                  <a:lnTo>
                    <a:pt x="8478015" y="0"/>
                  </a:lnTo>
                  <a:lnTo>
                    <a:pt x="8478160" y="0"/>
                  </a:lnTo>
                  <a:lnTo>
                    <a:pt x="8478306" y="0"/>
                  </a:lnTo>
                  <a:lnTo>
                    <a:pt x="8478451" y="0"/>
                  </a:lnTo>
                  <a:lnTo>
                    <a:pt x="8478597" y="0"/>
                  </a:lnTo>
                  <a:lnTo>
                    <a:pt x="8478742" y="0"/>
                  </a:lnTo>
                  <a:lnTo>
                    <a:pt x="8478888" y="0"/>
                  </a:lnTo>
                  <a:lnTo>
                    <a:pt x="8479033" y="0"/>
                  </a:lnTo>
                  <a:lnTo>
                    <a:pt x="8479178" y="0"/>
                  </a:lnTo>
                  <a:lnTo>
                    <a:pt x="8479324" y="0"/>
                  </a:lnTo>
                  <a:lnTo>
                    <a:pt x="8479469" y="0"/>
                  </a:lnTo>
                  <a:lnTo>
                    <a:pt x="8479615" y="0"/>
                  </a:lnTo>
                  <a:lnTo>
                    <a:pt x="8479760" y="0"/>
                  </a:lnTo>
                  <a:lnTo>
                    <a:pt x="8479906" y="0"/>
                  </a:lnTo>
                  <a:lnTo>
                    <a:pt x="8480051" y="0"/>
                  </a:lnTo>
                  <a:lnTo>
                    <a:pt x="8480196" y="0"/>
                  </a:lnTo>
                  <a:lnTo>
                    <a:pt x="8480342" y="0"/>
                  </a:lnTo>
                  <a:lnTo>
                    <a:pt x="8480487" y="0"/>
                  </a:lnTo>
                  <a:lnTo>
                    <a:pt x="8480633" y="0"/>
                  </a:lnTo>
                  <a:lnTo>
                    <a:pt x="8480778" y="0"/>
                  </a:lnTo>
                  <a:lnTo>
                    <a:pt x="8480923" y="0"/>
                  </a:lnTo>
                  <a:lnTo>
                    <a:pt x="8481069" y="0"/>
                  </a:lnTo>
                  <a:lnTo>
                    <a:pt x="8481214" y="0"/>
                  </a:lnTo>
                  <a:lnTo>
                    <a:pt x="8481360" y="0"/>
                  </a:lnTo>
                  <a:lnTo>
                    <a:pt x="8481505" y="0"/>
                  </a:lnTo>
                  <a:lnTo>
                    <a:pt x="8481651" y="0"/>
                  </a:lnTo>
                  <a:lnTo>
                    <a:pt x="8481796" y="0"/>
                  </a:lnTo>
                  <a:lnTo>
                    <a:pt x="8481941" y="0"/>
                  </a:lnTo>
                  <a:lnTo>
                    <a:pt x="8482087" y="0"/>
                  </a:lnTo>
                  <a:lnTo>
                    <a:pt x="8482232" y="0"/>
                  </a:lnTo>
                  <a:lnTo>
                    <a:pt x="8482378" y="0"/>
                  </a:lnTo>
                  <a:lnTo>
                    <a:pt x="8482523" y="0"/>
                  </a:lnTo>
                  <a:lnTo>
                    <a:pt x="8482669" y="0"/>
                  </a:lnTo>
                  <a:lnTo>
                    <a:pt x="8482814" y="0"/>
                  </a:lnTo>
                  <a:lnTo>
                    <a:pt x="8482959" y="0"/>
                  </a:lnTo>
                  <a:lnTo>
                    <a:pt x="8483105" y="0"/>
                  </a:lnTo>
                  <a:lnTo>
                    <a:pt x="8483250" y="0"/>
                  </a:lnTo>
                  <a:lnTo>
                    <a:pt x="8483396" y="0"/>
                  </a:lnTo>
                  <a:lnTo>
                    <a:pt x="8483541" y="0"/>
                  </a:lnTo>
                  <a:lnTo>
                    <a:pt x="8483687" y="0"/>
                  </a:lnTo>
                  <a:lnTo>
                    <a:pt x="8483832" y="0"/>
                  </a:lnTo>
                  <a:lnTo>
                    <a:pt x="8483977" y="0"/>
                  </a:lnTo>
                  <a:lnTo>
                    <a:pt x="8484123" y="0"/>
                  </a:lnTo>
                  <a:lnTo>
                    <a:pt x="8484268" y="0"/>
                  </a:lnTo>
                  <a:lnTo>
                    <a:pt x="8484414" y="0"/>
                  </a:lnTo>
                  <a:lnTo>
                    <a:pt x="8484559" y="0"/>
                  </a:lnTo>
                  <a:lnTo>
                    <a:pt x="8484705" y="0"/>
                  </a:lnTo>
                  <a:lnTo>
                    <a:pt x="8484850" y="0"/>
                  </a:lnTo>
                  <a:lnTo>
                    <a:pt x="8484995" y="0"/>
                  </a:lnTo>
                  <a:lnTo>
                    <a:pt x="8485141" y="0"/>
                  </a:lnTo>
                  <a:lnTo>
                    <a:pt x="8485286" y="0"/>
                  </a:lnTo>
                  <a:lnTo>
                    <a:pt x="8485432" y="0"/>
                  </a:lnTo>
                  <a:lnTo>
                    <a:pt x="8485577" y="0"/>
                  </a:lnTo>
                  <a:lnTo>
                    <a:pt x="8485723" y="0"/>
                  </a:lnTo>
                  <a:lnTo>
                    <a:pt x="8485868" y="0"/>
                  </a:lnTo>
                  <a:lnTo>
                    <a:pt x="8486013" y="0"/>
                  </a:lnTo>
                  <a:lnTo>
                    <a:pt x="8486159" y="0"/>
                  </a:lnTo>
                  <a:lnTo>
                    <a:pt x="8486304" y="0"/>
                  </a:lnTo>
                  <a:lnTo>
                    <a:pt x="8486450" y="0"/>
                  </a:lnTo>
                  <a:lnTo>
                    <a:pt x="8486595" y="0"/>
                  </a:lnTo>
                  <a:lnTo>
                    <a:pt x="8486741" y="0"/>
                  </a:lnTo>
                  <a:lnTo>
                    <a:pt x="8486886" y="0"/>
                  </a:lnTo>
                  <a:lnTo>
                    <a:pt x="8487031" y="0"/>
                  </a:lnTo>
                  <a:lnTo>
                    <a:pt x="8487177" y="0"/>
                  </a:lnTo>
                  <a:lnTo>
                    <a:pt x="8487322" y="0"/>
                  </a:lnTo>
                  <a:lnTo>
                    <a:pt x="8487468" y="0"/>
                  </a:lnTo>
                  <a:lnTo>
                    <a:pt x="8487613" y="0"/>
                  </a:lnTo>
                  <a:lnTo>
                    <a:pt x="8487758" y="0"/>
                  </a:lnTo>
                  <a:lnTo>
                    <a:pt x="8487904" y="0"/>
                  </a:lnTo>
                  <a:lnTo>
                    <a:pt x="8488049" y="0"/>
                  </a:lnTo>
                  <a:lnTo>
                    <a:pt x="8488195" y="0"/>
                  </a:lnTo>
                  <a:lnTo>
                    <a:pt x="8488340" y="0"/>
                  </a:lnTo>
                  <a:lnTo>
                    <a:pt x="8488486" y="0"/>
                  </a:lnTo>
                  <a:lnTo>
                    <a:pt x="8488631" y="0"/>
                  </a:lnTo>
                  <a:lnTo>
                    <a:pt x="8488776" y="0"/>
                  </a:lnTo>
                  <a:lnTo>
                    <a:pt x="8488922" y="0"/>
                  </a:lnTo>
                  <a:lnTo>
                    <a:pt x="8489067" y="0"/>
                  </a:lnTo>
                  <a:lnTo>
                    <a:pt x="8489213" y="0"/>
                  </a:lnTo>
                  <a:lnTo>
                    <a:pt x="8489358" y="0"/>
                  </a:lnTo>
                  <a:lnTo>
                    <a:pt x="8489504" y="0"/>
                  </a:lnTo>
                  <a:lnTo>
                    <a:pt x="8489649" y="0"/>
                  </a:lnTo>
                  <a:lnTo>
                    <a:pt x="8489794" y="0"/>
                  </a:lnTo>
                  <a:lnTo>
                    <a:pt x="8489940" y="0"/>
                  </a:lnTo>
                  <a:lnTo>
                    <a:pt x="8490085" y="0"/>
                  </a:lnTo>
                  <a:lnTo>
                    <a:pt x="8490231" y="0"/>
                  </a:lnTo>
                  <a:lnTo>
                    <a:pt x="8490376" y="0"/>
                  </a:lnTo>
                  <a:lnTo>
                    <a:pt x="8490522" y="0"/>
                  </a:lnTo>
                  <a:lnTo>
                    <a:pt x="8490667" y="0"/>
                  </a:lnTo>
                  <a:lnTo>
                    <a:pt x="8490812" y="0"/>
                  </a:lnTo>
                  <a:lnTo>
                    <a:pt x="8490958" y="0"/>
                  </a:lnTo>
                  <a:lnTo>
                    <a:pt x="8491103" y="0"/>
                  </a:lnTo>
                  <a:lnTo>
                    <a:pt x="8491249" y="0"/>
                  </a:lnTo>
                  <a:lnTo>
                    <a:pt x="8491394" y="0"/>
                  </a:lnTo>
                  <a:lnTo>
                    <a:pt x="8491540" y="0"/>
                  </a:lnTo>
                  <a:lnTo>
                    <a:pt x="8491685" y="0"/>
                  </a:lnTo>
                  <a:lnTo>
                    <a:pt x="8491830" y="0"/>
                  </a:lnTo>
                  <a:lnTo>
                    <a:pt x="8491976" y="0"/>
                  </a:lnTo>
                  <a:lnTo>
                    <a:pt x="8492121" y="0"/>
                  </a:lnTo>
                  <a:lnTo>
                    <a:pt x="8492267" y="0"/>
                  </a:lnTo>
                  <a:lnTo>
                    <a:pt x="8492412" y="0"/>
                  </a:lnTo>
                  <a:lnTo>
                    <a:pt x="8492558" y="0"/>
                  </a:lnTo>
                  <a:lnTo>
                    <a:pt x="8492703" y="0"/>
                  </a:lnTo>
                  <a:lnTo>
                    <a:pt x="8492848" y="0"/>
                  </a:lnTo>
                  <a:lnTo>
                    <a:pt x="8492994" y="0"/>
                  </a:lnTo>
                  <a:lnTo>
                    <a:pt x="8493139" y="0"/>
                  </a:lnTo>
                  <a:lnTo>
                    <a:pt x="8493285" y="0"/>
                  </a:lnTo>
                  <a:lnTo>
                    <a:pt x="8493430" y="0"/>
                  </a:lnTo>
                  <a:lnTo>
                    <a:pt x="8493575" y="0"/>
                  </a:lnTo>
                  <a:lnTo>
                    <a:pt x="8493721" y="0"/>
                  </a:lnTo>
                  <a:lnTo>
                    <a:pt x="8493866" y="0"/>
                  </a:lnTo>
                  <a:lnTo>
                    <a:pt x="8494012" y="0"/>
                  </a:lnTo>
                  <a:lnTo>
                    <a:pt x="8494157" y="0"/>
                  </a:lnTo>
                  <a:lnTo>
                    <a:pt x="8494303" y="0"/>
                  </a:lnTo>
                  <a:lnTo>
                    <a:pt x="8494448" y="0"/>
                  </a:lnTo>
                  <a:lnTo>
                    <a:pt x="8494593" y="0"/>
                  </a:lnTo>
                  <a:lnTo>
                    <a:pt x="8494739" y="0"/>
                  </a:lnTo>
                  <a:lnTo>
                    <a:pt x="8494884" y="0"/>
                  </a:lnTo>
                  <a:lnTo>
                    <a:pt x="8495030" y="0"/>
                  </a:lnTo>
                  <a:lnTo>
                    <a:pt x="8495175" y="0"/>
                  </a:lnTo>
                  <a:lnTo>
                    <a:pt x="8495321" y="0"/>
                  </a:lnTo>
                  <a:lnTo>
                    <a:pt x="8495466" y="0"/>
                  </a:lnTo>
                  <a:lnTo>
                    <a:pt x="8495611" y="0"/>
                  </a:lnTo>
                  <a:lnTo>
                    <a:pt x="8495757" y="0"/>
                  </a:lnTo>
                  <a:lnTo>
                    <a:pt x="8495902" y="0"/>
                  </a:lnTo>
                  <a:lnTo>
                    <a:pt x="8496048" y="0"/>
                  </a:lnTo>
                  <a:lnTo>
                    <a:pt x="8496193" y="0"/>
                  </a:lnTo>
                  <a:lnTo>
                    <a:pt x="8496339" y="0"/>
                  </a:lnTo>
                  <a:lnTo>
                    <a:pt x="8496484" y="0"/>
                  </a:lnTo>
                  <a:lnTo>
                    <a:pt x="8496629" y="0"/>
                  </a:lnTo>
                  <a:lnTo>
                    <a:pt x="8496775" y="0"/>
                  </a:lnTo>
                  <a:lnTo>
                    <a:pt x="8496920" y="0"/>
                  </a:lnTo>
                  <a:lnTo>
                    <a:pt x="8497066" y="0"/>
                  </a:lnTo>
                  <a:lnTo>
                    <a:pt x="8497211" y="0"/>
                  </a:lnTo>
                  <a:lnTo>
                    <a:pt x="8497357" y="0"/>
                  </a:lnTo>
                  <a:lnTo>
                    <a:pt x="8497502" y="0"/>
                  </a:lnTo>
                  <a:lnTo>
                    <a:pt x="8497647" y="0"/>
                  </a:lnTo>
                  <a:lnTo>
                    <a:pt x="8497793" y="0"/>
                  </a:lnTo>
                  <a:lnTo>
                    <a:pt x="8497938" y="0"/>
                  </a:lnTo>
                  <a:lnTo>
                    <a:pt x="8498084" y="0"/>
                  </a:lnTo>
                  <a:lnTo>
                    <a:pt x="8498229" y="0"/>
                  </a:lnTo>
                  <a:lnTo>
                    <a:pt x="8498375" y="0"/>
                  </a:lnTo>
                  <a:lnTo>
                    <a:pt x="8498520" y="0"/>
                  </a:lnTo>
                  <a:lnTo>
                    <a:pt x="8498665" y="0"/>
                  </a:lnTo>
                  <a:lnTo>
                    <a:pt x="8498811" y="0"/>
                  </a:lnTo>
                  <a:lnTo>
                    <a:pt x="8498956" y="0"/>
                  </a:lnTo>
                  <a:lnTo>
                    <a:pt x="8499102" y="0"/>
                  </a:lnTo>
                  <a:lnTo>
                    <a:pt x="8499247" y="0"/>
                  </a:lnTo>
                  <a:lnTo>
                    <a:pt x="8499393" y="0"/>
                  </a:lnTo>
                  <a:lnTo>
                    <a:pt x="8499538" y="0"/>
                  </a:lnTo>
                  <a:lnTo>
                    <a:pt x="8499683" y="0"/>
                  </a:lnTo>
                  <a:lnTo>
                    <a:pt x="8499829" y="0"/>
                  </a:lnTo>
                  <a:lnTo>
                    <a:pt x="8499974" y="0"/>
                  </a:lnTo>
                  <a:lnTo>
                    <a:pt x="8500120" y="0"/>
                  </a:lnTo>
                  <a:lnTo>
                    <a:pt x="8500265" y="0"/>
                  </a:lnTo>
                  <a:lnTo>
                    <a:pt x="8500410" y="0"/>
                  </a:lnTo>
                  <a:lnTo>
                    <a:pt x="8500556" y="0"/>
                  </a:lnTo>
                  <a:lnTo>
                    <a:pt x="8500701" y="0"/>
                  </a:lnTo>
                  <a:lnTo>
                    <a:pt x="8500847" y="0"/>
                  </a:lnTo>
                  <a:lnTo>
                    <a:pt x="8500992" y="0"/>
                  </a:lnTo>
                  <a:lnTo>
                    <a:pt x="8501138" y="0"/>
                  </a:lnTo>
                  <a:lnTo>
                    <a:pt x="8501283" y="0"/>
                  </a:lnTo>
                  <a:lnTo>
                    <a:pt x="8501428" y="0"/>
                  </a:lnTo>
                  <a:lnTo>
                    <a:pt x="8501574" y="0"/>
                  </a:lnTo>
                  <a:lnTo>
                    <a:pt x="8501719" y="0"/>
                  </a:lnTo>
                  <a:lnTo>
                    <a:pt x="8501865" y="0"/>
                  </a:lnTo>
                  <a:lnTo>
                    <a:pt x="8502010" y="0"/>
                  </a:lnTo>
                  <a:lnTo>
                    <a:pt x="8502156" y="0"/>
                  </a:lnTo>
                  <a:lnTo>
                    <a:pt x="8502301" y="0"/>
                  </a:lnTo>
                  <a:lnTo>
                    <a:pt x="850244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45" y="6340585"/>
                  </a:lnTo>
                  <a:lnTo>
                    <a:pt x="145" y="6339961"/>
                  </a:lnTo>
                  <a:lnTo>
                    <a:pt x="290" y="6339961"/>
                  </a:lnTo>
                  <a:lnTo>
                    <a:pt x="290" y="6339337"/>
                  </a:lnTo>
                  <a:lnTo>
                    <a:pt x="436" y="6339337"/>
                  </a:lnTo>
                  <a:lnTo>
                    <a:pt x="581" y="6339337"/>
                  </a:lnTo>
                  <a:lnTo>
                    <a:pt x="727" y="6339337"/>
                  </a:lnTo>
                  <a:lnTo>
                    <a:pt x="872" y="6339337"/>
                  </a:lnTo>
                  <a:lnTo>
                    <a:pt x="872" y="6338714"/>
                  </a:lnTo>
                  <a:lnTo>
                    <a:pt x="1017" y="6338714"/>
                  </a:lnTo>
                  <a:lnTo>
                    <a:pt x="1163" y="6338714"/>
                  </a:lnTo>
                  <a:lnTo>
                    <a:pt x="1308" y="6338714"/>
                  </a:lnTo>
                  <a:lnTo>
                    <a:pt x="1454" y="6338714"/>
                  </a:lnTo>
                  <a:lnTo>
                    <a:pt x="1454" y="6338090"/>
                  </a:lnTo>
                  <a:lnTo>
                    <a:pt x="1599" y="6338090"/>
                  </a:lnTo>
                  <a:lnTo>
                    <a:pt x="1745" y="6338090"/>
                  </a:lnTo>
                  <a:lnTo>
                    <a:pt x="1890" y="6338090"/>
                  </a:lnTo>
                  <a:lnTo>
                    <a:pt x="2035" y="6338090"/>
                  </a:lnTo>
                  <a:lnTo>
                    <a:pt x="2181" y="6338090"/>
                  </a:lnTo>
                  <a:lnTo>
                    <a:pt x="2326" y="6338090"/>
                  </a:lnTo>
                  <a:lnTo>
                    <a:pt x="2326" y="6337467"/>
                  </a:lnTo>
                  <a:lnTo>
                    <a:pt x="2472" y="6337467"/>
                  </a:lnTo>
                  <a:lnTo>
                    <a:pt x="2617" y="6337467"/>
                  </a:lnTo>
                  <a:lnTo>
                    <a:pt x="2763" y="6337467"/>
                  </a:lnTo>
                  <a:lnTo>
                    <a:pt x="2763" y="6336843"/>
                  </a:lnTo>
                  <a:lnTo>
                    <a:pt x="2908" y="6336843"/>
                  </a:lnTo>
                  <a:lnTo>
                    <a:pt x="3053" y="6336843"/>
                  </a:lnTo>
                  <a:lnTo>
                    <a:pt x="3199" y="6336843"/>
                  </a:lnTo>
                  <a:lnTo>
                    <a:pt x="3199" y="6336219"/>
                  </a:lnTo>
                  <a:lnTo>
                    <a:pt x="3344" y="6336219"/>
                  </a:lnTo>
                  <a:lnTo>
                    <a:pt x="3490" y="6336219"/>
                  </a:lnTo>
                  <a:lnTo>
                    <a:pt x="3635" y="6336219"/>
                  </a:lnTo>
                  <a:lnTo>
                    <a:pt x="3781" y="6336219"/>
                  </a:lnTo>
                  <a:lnTo>
                    <a:pt x="3926" y="6336219"/>
                  </a:lnTo>
                  <a:lnTo>
                    <a:pt x="4071" y="6336219"/>
                  </a:lnTo>
                  <a:lnTo>
                    <a:pt x="4217" y="6336219"/>
                  </a:lnTo>
                  <a:lnTo>
                    <a:pt x="4217" y="6335596"/>
                  </a:lnTo>
                  <a:lnTo>
                    <a:pt x="4362" y="6335596"/>
                  </a:lnTo>
                  <a:lnTo>
                    <a:pt x="4508" y="6335596"/>
                  </a:lnTo>
                  <a:lnTo>
                    <a:pt x="4508" y="6334972"/>
                  </a:lnTo>
                  <a:lnTo>
                    <a:pt x="4653" y="6334972"/>
                  </a:lnTo>
                  <a:lnTo>
                    <a:pt x="4653" y="6334349"/>
                  </a:lnTo>
                  <a:lnTo>
                    <a:pt x="4799" y="6334349"/>
                  </a:lnTo>
                  <a:lnTo>
                    <a:pt x="4944" y="6334349"/>
                  </a:lnTo>
                  <a:lnTo>
                    <a:pt x="5089" y="6334349"/>
                  </a:lnTo>
                  <a:lnTo>
                    <a:pt x="5235" y="6334349"/>
                  </a:lnTo>
                  <a:lnTo>
                    <a:pt x="5380" y="6334349"/>
                  </a:lnTo>
                  <a:lnTo>
                    <a:pt x="5526" y="6334349"/>
                  </a:lnTo>
                  <a:lnTo>
                    <a:pt x="5671" y="6334349"/>
                  </a:lnTo>
                  <a:lnTo>
                    <a:pt x="5671" y="6333725"/>
                  </a:lnTo>
                  <a:lnTo>
                    <a:pt x="5817" y="6333725"/>
                  </a:lnTo>
                  <a:lnTo>
                    <a:pt x="5962" y="6333725"/>
                  </a:lnTo>
                  <a:lnTo>
                    <a:pt x="6107" y="6333725"/>
                  </a:lnTo>
                  <a:lnTo>
                    <a:pt x="6253" y="6333725"/>
                  </a:lnTo>
                  <a:lnTo>
                    <a:pt x="6398" y="6333725"/>
                  </a:lnTo>
                  <a:lnTo>
                    <a:pt x="6544" y="6333725"/>
                  </a:lnTo>
                  <a:lnTo>
                    <a:pt x="6689" y="6333725"/>
                  </a:lnTo>
                  <a:lnTo>
                    <a:pt x="6689" y="6333102"/>
                  </a:lnTo>
                  <a:lnTo>
                    <a:pt x="6834" y="6333102"/>
                  </a:lnTo>
                  <a:lnTo>
                    <a:pt x="6980" y="6333102"/>
                  </a:lnTo>
                  <a:lnTo>
                    <a:pt x="7125" y="6333102"/>
                  </a:lnTo>
                  <a:lnTo>
                    <a:pt x="7125" y="6332478"/>
                  </a:lnTo>
                  <a:lnTo>
                    <a:pt x="7271" y="6332478"/>
                  </a:lnTo>
                  <a:lnTo>
                    <a:pt x="7416" y="6332478"/>
                  </a:lnTo>
                  <a:lnTo>
                    <a:pt x="7562" y="6332478"/>
                  </a:lnTo>
                  <a:lnTo>
                    <a:pt x="7707" y="6332478"/>
                  </a:lnTo>
                  <a:lnTo>
                    <a:pt x="7707" y="6331854"/>
                  </a:lnTo>
                  <a:lnTo>
                    <a:pt x="7852" y="6331854"/>
                  </a:lnTo>
                  <a:lnTo>
                    <a:pt x="7998" y="6331854"/>
                  </a:lnTo>
                  <a:lnTo>
                    <a:pt x="8143" y="6331854"/>
                  </a:lnTo>
                  <a:lnTo>
                    <a:pt x="8289" y="6331854"/>
                  </a:lnTo>
                  <a:lnTo>
                    <a:pt x="8434" y="6331854"/>
                  </a:lnTo>
                  <a:lnTo>
                    <a:pt x="8434" y="6331231"/>
                  </a:lnTo>
                  <a:lnTo>
                    <a:pt x="8434" y="6330607"/>
                  </a:lnTo>
                  <a:lnTo>
                    <a:pt x="8580" y="6330607"/>
                  </a:lnTo>
                  <a:lnTo>
                    <a:pt x="8725" y="6330607"/>
                  </a:lnTo>
                  <a:lnTo>
                    <a:pt x="8725" y="6329984"/>
                  </a:lnTo>
                  <a:lnTo>
                    <a:pt x="8870" y="6329984"/>
                  </a:lnTo>
                  <a:lnTo>
                    <a:pt x="8870" y="6329360"/>
                  </a:lnTo>
                  <a:lnTo>
                    <a:pt x="8870" y="6328736"/>
                  </a:lnTo>
                  <a:lnTo>
                    <a:pt x="8870" y="6328113"/>
                  </a:lnTo>
                  <a:lnTo>
                    <a:pt x="8870" y="6327489"/>
                  </a:lnTo>
                  <a:lnTo>
                    <a:pt x="9016" y="6327489"/>
                  </a:lnTo>
                  <a:lnTo>
                    <a:pt x="9016" y="6326866"/>
                  </a:lnTo>
                  <a:lnTo>
                    <a:pt x="9016" y="6326242"/>
                  </a:lnTo>
                  <a:lnTo>
                    <a:pt x="9016" y="6325619"/>
                  </a:lnTo>
                  <a:lnTo>
                    <a:pt x="9161" y="6325619"/>
                  </a:lnTo>
                  <a:lnTo>
                    <a:pt x="9307" y="6325619"/>
                  </a:lnTo>
                  <a:lnTo>
                    <a:pt x="9307" y="6324995"/>
                  </a:lnTo>
                  <a:lnTo>
                    <a:pt x="9452" y="6324995"/>
                  </a:lnTo>
                  <a:lnTo>
                    <a:pt x="9598" y="6324995"/>
                  </a:lnTo>
                  <a:lnTo>
                    <a:pt x="9598" y="6324371"/>
                  </a:lnTo>
                  <a:lnTo>
                    <a:pt x="9598" y="6323748"/>
                  </a:lnTo>
                  <a:lnTo>
                    <a:pt x="9743" y="6323748"/>
                  </a:lnTo>
                  <a:lnTo>
                    <a:pt x="9743" y="6323124"/>
                  </a:lnTo>
                  <a:lnTo>
                    <a:pt x="9888" y="6323124"/>
                  </a:lnTo>
                  <a:lnTo>
                    <a:pt x="10034" y="6323124"/>
                  </a:lnTo>
                  <a:lnTo>
                    <a:pt x="10179" y="6323124"/>
                  </a:lnTo>
                  <a:lnTo>
                    <a:pt x="10325" y="6323124"/>
                  </a:lnTo>
                  <a:lnTo>
                    <a:pt x="10325" y="6322501"/>
                  </a:lnTo>
                  <a:lnTo>
                    <a:pt x="10470" y="6322501"/>
                  </a:lnTo>
                  <a:lnTo>
                    <a:pt x="10616" y="6322501"/>
                  </a:lnTo>
                  <a:lnTo>
                    <a:pt x="10761" y="6322501"/>
                  </a:lnTo>
                  <a:lnTo>
                    <a:pt x="10761" y="6321877"/>
                  </a:lnTo>
                  <a:lnTo>
                    <a:pt x="10906" y="6321877"/>
                  </a:lnTo>
                  <a:lnTo>
                    <a:pt x="11052" y="6321877"/>
                  </a:lnTo>
                  <a:lnTo>
                    <a:pt x="11197" y="6321877"/>
                  </a:lnTo>
                  <a:lnTo>
                    <a:pt x="11197" y="6321253"/>
                  </a:lnTo>
                  <a:lnTo>
                    <a:pt x="11343" y="6321253"/>
                  </a:lnTo>
                  <a:lnTo>
                    <a:pt x="11343" y="6320630"/>
                  </a:lnTo>
                  <a:lnTo>
                    <a:pt x="11488" y="6320630"/>
                  </a:lnTo>
                  <a:lnTo>
                    <a:pt x="11634" y="6320630"/>
                  </a:lnTo>
                  <a:lnTo>
                    <a:pt x="11779" y="6320630"/>
                  </a:lnTo>
                  <a:lnTo>
                    <a:pt x="11779" y="6320006"/>
                  </a:lnTo>
                  <a:lnTo>
                    <a:pt x="11779" y="6319383"/>
                  </a:lnTo>
                  <a:lnTo>
                    <a:pt x="11924" y="6319383"/>
                  </a:lnTo>
                  <a:lnTo>
                    <a:pt x="12070" y="6319383"/>
                  </a:lnTo>
                  <a:lnTo>
                    <a:pt x="12215" y="6319383"/>
                  </a:lnTo>
                  <a:lnTo>
                    <a:pt x="12361" y="6319383"/>
                  </a:lnTo>
                  <a:lnTo>
                    <a:pt x="12361" y="6318759"/>
                  </a:lnTo>
                  <a:lnTo>
                    <a:pt x="12506" y="6318759"/>
                  </a:lnTo>
                  <a:lnTo>
                    <a:pt x="12652" y="6318759"/>
                  </a:lnTo>
                  <a:lnTo>
                    <a:pt x="12797" y="6318759"/>
                  </a:lnTo>
                  <a:lnTo>
                    <a:pt x="12942" y="6318136"/>
                  </a:lnTo>
                  <a:lnTo>
                    <a:pt x="12942" y="6317512"/>
                  </a:lnTo>
                  <a:lnTo>
                    <a:pt x="13088" y="6317512"/>
                  </a:lnTo>
                  <a:lnTo>
                    <a:pt x="13233" y="6317512"/>
                  </a:lnTo>
                  <a:lnTo>
                    <a:pt x="13379" y="6317512"/>
                  </a:lnTo>
                  <a:lnTo>
                    <a:pt x="13524" y="6317512"/>
                  </a:lnTo>
                  <a:lnTo>
                    <a:pt x="13669" y="6317512"/>
                  </a:lnTo>
                  <a:lnTo>
                    <a:pt x="13815" y="6317512"/>
                  </a:lnTo>
                  <a:lnTo>
                    <a:pt x="13960" y="6317512"/>
                  </a:lnTo>
                  <a:lnTo>
                    <a:pt x="14106" y="6317512"/>
                  </a:lnTo>
                  <a:lnTo>
                    <a:pt x="14251" y="6317512"/>
                  </a:lnTo>
                  <a:lnTo>
                    <a:pt x="14397" y="6317512"/>
                  </a:lnTo>
                  <a:lnTo>
                    <a:pt x="14397" y="6316888"/>
                  </a:lnTo>
                  <a:lnTo>
                    <a:pt x="14542" y="6316888"/>
                  </a:lnTo>
                  <a:lnTo>
                    <a:pt x="14687" y="6316888"/>
                  </a:lnTo>
                  <a:lnTo>
                    <a:pt x="14687" y="6316265"/>
                  </a:lnTo>
                  <a:lnTo>
                    <a:pt x="14687" y="6315641"/>
                  </a:lnTo>
                  <a:lnTo>
                    <a:pt x="14833" y="6315641"/>
                  </a:lnTo>
                  <a:lnTo>
                    <a:pt x="14978" y="6315641"/>
                  </a:lnTo>
                  <a:lnTo>
                    <a:pt x="15124" y="6315641"/>
                  </a:lnTo>
                  <a:lnTo>
                    <a:pt x="15269" y="6315641"/>
                  </a:lnTo>
                  <a:lnTo>
                    <a:pt x="15415" y="6315641"/>
                  </a:lnTo>
                  <a:lnTo>
                    <a:pt x="15560" y="6315641"/>
                  </a:lnTo>
                  <a:lnTo>
                    <a:pt x="15705" y="6315641"/>
                  </a:lnTo>
                  <a:lnTo>
                    <a:pt x="15851" y="6315641"/>
                  </a:lnTo>
                  <a:lnTo>
                    <a:pt x="15851" y="6315018"/>
                  </a:lnTo>
                  <a:lnTo>
                    <a:pt x="15996" y="6315018"/>
                  </a:lnTo>
                  <a:lnTo>
                    <a:pt x="15996" y="6314394"/>
                  </a:lnTo>
                  <a:lnTo>
                    <a:pt x="16142" y="6314394"/>
                  </a:lnTo>
                  <a:lnTo>
                    <a:pt x="16287" y="6314394"/>
                  </a:lnTo>
                  <a:lnTo>
                    <a:pt x="16433" y="6314394"/>
                  </a:lnTo>
                  <a:lnTo>
                    <a:pt x="16578" y="6314394"/>
                  </a:lnTo>
                  <a:lnTo>
                    <a:pt x="16723" y="6314394"/>
                  </a:lnTo>
                  <a:lnTo>
                    <a:pt x="16723" y="6313770"/>
                  </a:lnTo>
                  <a:lnTo>
                    <a:pt x="16869" y="6313770"/>
                  </a:lnTo>
                  <a:lnTo>
                    <a:pt x="17014" y="6313770"/>
                  </a:lnTo>
                  <a:lnTo>
                    <a:pt x="17160" y="6313770"/>
                  </a:lnTo>
                  <a:lnTo>
                    <a:pt x="17305" y="6313770"/>
                  </a:lnTo>
                  <a:lnTo>
                    <a:pt x="17451" y="6313770"/>
                  </a:lnTo>
                  <a:lnTo>
                    <a:pt x="17596" y="6313770"/>
                  </a:lnTo>
                  <a:lnTo>
                    <a:pt x="17596" y="6313147"/>
                  </a:lnTo>
                  <a:lnTo>
                    <a:pt x="17741" y="6313147"/>
                  </a:lnTo>
                  <a:lnTo>
                    <a:pt x="17887" y="6313147"/>
                  </a:lnTo>
                  <a:lnTo>
                    <a:pt x="18032" y="6313147"/>
                  </a:lnTo>
                  <a:lnTo>
                    <a:pt x="18178" y="6313147"/>
                  </a:lnTo>
                  <a:lnTo>
                    <a:pt x="18323" y="6313147"/>
                  </a:lnTo>
                  <a:lnTo>
                    <a:pt x="18469" y="6313147"/>
                  </a:lnTo>
                  <a:lnTo>
                    <a:pt x="18614" y="6313147"/>
                  </a:lnTo>
                  <a:lnTo>
                    <a:pt x="18759" y="6313147"/>
                  </a:lnTo>
                  <a:lnTo>
                    <a:pt x="18905" y="6313147"/>
                  </a:lnTo>
                  <a:lnTo>
                    <a:pt x="19050" y="6313147"/>
                  </a:lnTo>
                  <a:lnTo>
                    <a:pt x="19196" y="6313147"/>
                  </a:lnTo>
                  <a:lnTo>
                    <a:pt x="19196" y="6312523"/>
                  </a:lnTo>
                  <a:lnTo>
                    <a:pt x="19341" y="6312523"/>
                  </a:lnTo>
                  <a:lnTo>
                    <a:pt x="19487" y="6312523"/>
                  </a:lnTo>
                  <a:lnTo>
                    <a:pt x="19632" y="6312523"/>
                  </a:lnTo>
                  <a:lnTo>
                    <a:pt x="19777" y="6312523"/>
                  </a:lnTo>
                  <a:lnTo>
                    <a:pt x="19923" y="6312523"/>
                  </a:lnTo>
                  <a:lnTo>
                    <a:pt x="20068" y="6312523"/>
                  </a:lnTo>
                  <a:lnTo>
                    <a:pt x="20068" y="6311900"/>
                  </a:lnTo>
                  <a:lnTo>
                    <a:pt x="20214" y="6311900"/>
                  </a:lnTo>
                  <a:lnTo>
                    <a:pt x="20359" y="6311900"/>
                  </a:lnTo>
                  <a:lnTo>
                    <a:pt x="20504" y="6311900"/>
                  </a:lnTo>
                  <a:lnTo>
                    <a:pt x="20650" y="6311900"/>
                  </a:lnTo>
                  <a:lnTo>
                    <a:pt x="20795" y="6311900"/>
                  </a:lnTo>
                  <a:lnTo>
                    <a:pt x="20941" y="6311900"/>
                  </a:lnTo>
                  <a:lnTo>
                    <a:pt x="21086" y="6311900"/>
                  </a:lnTo>
                  <a:lnTo>
                    <a:pt x="21232" y="6311900"/>
                  </a:lnTo>
                  <a:lnTo>
                    <a:pt x="21377" y="6311900"/>
                  </a:lnTo>
                  <a:lnTo>
                    <a:pt x="21522" y="6311900"/>
                  </a:lnTo>
                  <a:lnTo>
                    <a:pt x="21668" y="6311900"/>
                  </a:lnTo>
                  <a:lnTo>
                    <a:pt x="21813" y="6311900"/>
                  </a:lnTo>
                  <a:lnTo>
                    <a:pt x="21813" y="6311276"/>
                  </a:lnTo>
                  <a:lnTo>
                    <a:pt x="21959" y="6311276"/>
                  </a:lnTo>
                  <a:lnTo>
                    <a:pt x="22104" y="6311276"/>
                  </a:lnTo>
                  <a:lnTo>
                    <a:pt x="22250" y="6311276"/>
                  </a:lnTo>
                  <a:lnTo>
                    <a:pt x="22250" y="6310653"/>
                  </a:lnTo>
                  <a:lnTo>
                    <a:pt x="22395" y="6310653"/>
                  </a:lnTo>
                  <a:lnTo>
                    <a:pt x="22540" y="6310653"/>
                  </a:lnTo>
                  <a:lnTo>
                    <a:pt x="22686" y="6310653"/>
                  </a:lnTo>
                  <a:lnTo>
                    <a:pt x="22831" y="6310653"/>
                  </a:lnTo>
                  <a:lnTo>
                    <a:pt x="22977" y="6310653"/>
                  </a:lnTo>
                  <a:lnTo>
                    <a:pt x="23122" y="6310653"/>
                  </a:lnTo>
                  <a:lnTo>
                    <a:pt x="23122" y="6310029"/>
                  </a:lnTo>
                  <a:lnTo>
                    <a:pt x="23122" y="6309405"/>
                  </a:lnTo>
                  <a:lnTo>
                    <a:pt x="23268" y="6309405"/>
                  </a:lnTo>
                  <a:lnTo>
                    <a:pt x="23268" y="6308782"/>
                  </a:lnTo>
                  <a:lnTo>
                    <a:pt x="23268" y="6308158"/>
                  </a:lnTo>
                  <a:lnTo>
                    <a:pt x="23413" y="6308158"/>
                  </a:lnTo>
                  <a:lnTo>
                    <a:pt x="23558" y="6308158"/>
                  </a:lnTo>
                  <a:lnTo>
                    <a:pt x="23849" y="6308158"/>
                  </a:lnTo>
                  <a:lnTo>
                    <a:pt x="23849" y="6307535"/>
                  </a:lnTo>
                  <a:lnTo>
                    <a:pt x="23849" y="6306911"/>
                  </a:lnTo>
                  <a:lnTo>
                    <a:pt x="23995" y="6306911"/>
                  </a:lnTo>
                  <a:lnTo>
                    <a:pt x="24140" y="6306911"/>
                  </a:lnTo>
                  <a:lnTo>
                    <a:pt x="24286" y="6306911"/>
                  </a:lnTo>
                  <a:lnTo>
                    <a:pt x="24286" y="6306287"/>
                  </a:lnTo>
                  <a:lnTo>
                    <a:pt x="24431" y="6306287"/>
                  </a:lnTo>
                  <a:lnTo>
                    <a:pt x="24576" y="6306287"/>
                  </a:lnTo>
                  <a:lnTo>
                    <a:pt x="24722" y="6306287"/>
                  </a:lnTo>
                  <a:lnTo>
                    <a:pt x="24867" y="6306287"/>
                  </a:lnTo>
                  <a:lnTo>
                    <a:pt x="25013" y="6306287"/>
                  </a:lnTo>
                  <a:lnTo>
                    <a:pt x="25158" y="6306287"/>
                  </a:lnTo>
                  <a:lnTo>
                    <a:pt x="25304" y="6306287"/>
                  </a:lnTo>
                  <a:lnTo>
                    <a:pt x="25449" y="6306287"/>
                  </a:lnTo>
                  <a:lnTo>
                    <a:pt x="25594" y="6306287"/>
                  </a:lnTo>
                  <a:lnTo>
                    <a:pt x="25740" y="6306287"/>
                  </a:lnTo>
                  <a:lnTo>
                    <a:pt x="25885" y="6306287"/>
                  </a:lnTo>
                  <a:lnTo>
                    <a:pt x="26031" y="6306287"/>
                  </a:lnTo>
                  <a:lnTo>
                    <a:pt x="26031" y="6305664"/>
                  </a:lnTo>
                  <a:lnTo>
                    <a:pt x="26176" y="6305664"/>
                  </a:lnTo>
                  <a:lnTo>
                    <a:pt x="26322" y="6305664"/>
                  </a:lnTo>
                  <a:lnTo>
                    <a:pt x="26467" y="6305664"/>
                  </a:lnTo>
                  <a:lnTo>
                    <a:pt x="26467" y="6305040"/>
                  </a:lnTo>
                  <a:lnTo>
                    <a:pt x="26612" y="6305040"/>
                  </a:lnTo>
                  <a:lnTo>
                    <a:pt x="26758" y="6305040"/>
                  </a:lnTo>
                  <a:lnTo>
                    <a:pt x="26903" y="6305040"/>
                  </a:lnTo>
                  <a:lnTo>
                    <a:pt x="26903" y="6304417"/>
                  </a:lnTo>
                  <a:lnTo>
                    <a:pt x="27049" y="6304417"/>
                  </a:lnTo>
                  <a:lnTo>
                    <a:pt x="27194" y="6304417"/>
                  </a:lnTo>
                  <a:lnTo>
                    <a:pt x="27339" y="6304417"/>
                  </a:lnTo>
                  <a:lnTo>
                    <a:pt x="27339" y="6303793"/>
                  </a:lnTo>
                  <a:lnTo>
                    <a:pt x="27485" y="6303793"/>
                  </a:lnTo>
                  <a:lnTo>
                    <a:pt x="27630" y="6303793"/>
                  </a:lnTo>
                  <a:lnTo>
                    <a:pt x="27776" y="6303793"/>
                  </a:lnTo>
                  <a:lnTo>
                    <a:pt x="27921" y="6303793"/>
                  </a:lnTo>
                  <a:lnTo>
                    <a:pt x="27921" y="6303170"/>
                  </a:lnTo>
                  <a:lnTo>
                    <a:pt x="27921" y="6302546"/>
                  </a:lnTo>
                  <a:lnTo>
                    <a:pt x="28067" y="6302546"/>
                  </a:lnTo>
                  <a:lnTo>
                    <a:pt x="28067" y="6301922"/>
                  </a:lnTo>
                  <a:lnTo>
                    <a:pt x="28212" y="6301922"/>
                  </a:lnTo>
                  <a:lnTo>
                    <a:pt x="28212" y="6301299"/>
                  </a:lnTo>
                  <a:lnTo>
                    <a:pt x="28357" y="6301299"/>
                  </a:lnTo>
                  <a:lnTo>
                    <a:pt x="28503" y="6301299"/>
                  </a:lnTo>
                  <a:lnTo>
                    <a:pt x="28648" y="6301299"/>
                  </a:lnTo>
                  <a:lnTo>
                    <a:pt x="28794" y="6301299"/>
                  </a:lnTo>
                  <a:lnTo>
                    <a:pt x="28939" y="6301299"/>
                  </a:lnTo>
                  <a:lnTo>
                    <a:pt x="29085" y="6301299"/>
                  </a:lnTo>
                  <a:lnTo>
                    <a:pt x="29230" y="6301299"/>
                  </a:lnTo>
                  <a:lnTo>
                    <a:pt x="29375" y="6301299"/>
                  </a:lnTo>
                  <a:lnTo>
                    <a:pt x="29521" y="6301299"/>
                  </a:lnTo>
                  <a:lnTo>
                    <a:pt x="29666" y="6301299"/>
                  </a:lnTo>
                  <a:lnTo>
                    <a:pt x="29812" y="6301299"/>
                  </a:lnTo>
                  <a:lnTo>
                    <a:pt x="29957" y="6301299"/>
                  </a:lnTo>
                  <a:lnTo>
                    <a:pt x="29957" y="6300675"/>
                  </a:lnTo>
                  <a:lnTo>
                    <a:pt x="30103" y="6300675"/>
                  </a:lnTo>
                  <a:lnTo>
                    <a:pt x="30248" y="6300675"/>
                  </a:lnTo>
                  <a:lnTo>
                    <a:pt x="30393" y="6300675"/>
                  </a:lnTo>
                  <a:lnTo>
                    <a:pt x="30539" y="6300675"/>
                  </a:lnTo>
                  <a:lnTo>
                    <a:pt x="30684" y="6300675"/>
                  </a:lnTo>
                  <a:lnTo>
                    <a:pt x="30830" y="6300675"/>
                  </a:lnTo>
                  <a:lnTo>
                    <a:pt x="30975" y="6300675"/>
                  </a:lnTo>
                  <a:lnTo>
                    <a:pt x="31121" y="6300675"/>
                  </a:lnTo>
                  <a:lnTo>
                    <a:pt x="31266" y="6300675"/>
                  </a:lnTo>
                  <a:lnTo>
                    <a:pt x="31411" y="6300675"/>
                  </a:lnTo>
                  <a:lnTo>
                    <a:pt x="31557" y="6300675"/>
                  </a:lnTo>
                  <a:lnTo>
                    <a:pt x="31702" y="6300675"/>
                  </a:lnTo>
                  <a:lnTo>
                    <a:pt x="31848" y="6300675"/>
                  </a:lnTo>
                  <a:lnTo>
                    <a:pt x="31848" y="6300052"/>
                  </a:lnTo>
                  <a:lnTo>
                    <a:pt x="31993" y="6300052"/>
                  </a:lnTo>
                  <a:lnTo>
                    <a:pt x="32139" y="6300052"/>
                  </a:lnTo>
                  <a:lnTo>
                    <a:pt x="32284" y="6300052"/>
                  </a:lnTo>
                  <a:lnTo>
                    <a:pt x="32429" y="6300052"/>
                  </a:lnTo>
                  <a:lnTo>
                    <a:pt x="32575" y="6300052"/>
                  </a:lnTo>
                  <a:lnTo>
                    <a:pt x="32720" y="6300052"/>
                  </a:lnTo>
                  <a:lnTo>
                    <a:pt x="32866" y="6300052"/>
                  </a:lnTo>
                  <a:lnTo>
                    <a:pt x="33011" y="6300052"/>
                  </a:lnTo>
                  <a:lnTo>
                    <a:pt x="33011" y="6299428"/>
                  </a:lnTo>
                  <a:lnTo>
                    <a:pt x="33157" y="6299428"/>
                  </a:lnTo>
                  <a:lnTo>
                    <a:pt x="33302" y="6299428"/>
                  </a:lnTo>
                  <a:lnTo>
                    <a:pt x="33447" y="6299428"/>
                  </a:lnTo>
                  <a:lnTo>
                    <a:pt x="33593" y="6299428"/>
                  </a:lnTo>
                  <a:lnTo>
                    <a:pt x="33738" y="6299428"/>
                  </a:lnTo>
                  <a:lnTo>
                    <a:pt x="33884" y="6299428"/>
                  </a:lnTo>
                  <a:lnTo>
                    <a:pt x="34029" y="6299428"/>
                  </a:lnTo>
                  <a:lnTo>
                    <a:pt x="34174" y="6299428"/>
                  </a:lnTo>
                  <a:lnTo>
                    <a:pt x="34174" y="6298805"/>
                  </a:lnTo>
                  <a:lnTo>
                    <a:pt x="34320" y="6298805"/>
                  </a:lnTo>
                  <a:lnTo>
                    <a:pt x="34465" y="6298805"/>
                  </a:lnTo>
                  <a:lnTo>
                    <a:pt x="34611" y="6298805"/>
                  </a:lnTo>
                  <a:lnTo>
                    <a:pt x="34756" y="6298805"/>
                  </a:lnTo>
                  <a:lnTo>
                    <a:pt x="34902" y="6298805"/>
                  </a:lnTo>
                  <a:lnTo>
                    <a:pt x="35047" y="6298805"/>
                  </a:lnTo>
                  <a:lnTo>
                    <a:pt x="35192" y="6298805"/>
                  </a:lnTo>
                  <a:lnTo>
                    <a:pt x="35192" y="6298181"/>
                  </a:lnTo>
                  <a:lnTo>
                    <a:pt x="35338" y="6298181"/>
                  </a:lnTo>
                  <a:lnTo>
                    <a:pt x="35483" y="6298181"/>
                  </a:lnTo>
                  <a:lnTo>
                    <a:pt x="35629" y="6298181"/>
                  </a:lnTo>
                  <a:lnTo>
                    <a:pt x="35774" y="6298181"/>
                  </a:lnTo>
                  <a:lnTo>
                    <a:pt x="35774" y="6297557"/>
                  </a:lnTo>
                  <a:lnTo>
                    <a:pt x="35920" y="6297557"/>
                  </a:lnTo>
                  <a:lnTo>
                    <a:pt x="36065" y="6297557"/>
                  </a:lnTo>
                  <a:lnTo>
                    <a:pt x="36210" y="6297557"/>
                  </a:lnTo>
                  <a:lnTo>
                    <a:pt x="36356" y="6297557"/>
                  </a:lnTo>
                  <a:lnTo>
                    <a:pt x="36501" y="6297557"/>
                  </a:lnTo>
                  <a:lnTo>
                    <a:pt x="36647" y="6297557"/>
                  </a:lnTo>
                  <a:lnTo>
                    <a:pt x="36647" y="6296934"/>
                  </a:lnTo>
                  <a:lnTo>
                    <a:pt x="36647" y="6296310"/>
                  </a:lnTo>
                  <a:lnTo>
                    <a:pt x="36792" y="6296310"/>
                  </a:lnTo>
                  <a:lnTo>
                    <a:pt x="36938" y="6296310"/>
                  </a:lnTo>
                  <a:lnTo>
                    <a:pt x="37083" y="6296310"/>
                  </a:lnTo>
                  <a:lnTo>
                    <a:pt x="37228" y="6296310"/>
                  </a:lnTo>
                  <a:lnTo>
                    <a:pt x="37374" y="6296310"/>
                  </a:lnTo>
                  <a:lnTo>
                    <a:pt x="37519" y="6296310"/>
                  </a:lnTo>
                  <a:lnTo>
                    <a:pt x="37519" y="6295687"/>
                  </a:lnTo>
                  <a:lnTo>
                    <a:pt x="37665" y="6295687"/>
                  </a:lnTo>
                  <a:lnTo>
                    <a:pt x="37810" y="6295687"/>
                  </a:lnTo>
                  <a:lnTo>
                    <a:pt x="37810" y="6295063"/>
                  </a:lnTo>
                  <a:lnTo>
                    <a:pt x="37956" y="6295063"/>
                  </a:lnTo>
                  <a:lnTo>
                    <a:pt x="37956" y="6294439"/>
                  </a:lnTo>
                  <a:lnTo>
                    <a:pt x="38101" y="6294439"/>
                  </a:lnTo>
                  <a:lnTo>
                    <a:pt x="38101" y="6293816"/>
                  </a:lnTo>
                  <a:lnTo>
                    <a:pt x="38101" y="6293192"/>
                  </a:lnTo>
                  <a:lnTo>
                    <a:pt x="38246" y="6293192"/>
                  </a:lnTo>
                  <a:lnTo>
                    <a:pt x="38537" y="6292569"/>
                  </a:lnTo>
                  <a:lnTo>
                    <a:pt x="38683" y="6292569"/>
                  </a:lnTo>
                  <a:lnTo>
                    <a:pt x="38828" y="6292569"/>
                  </a:lnTo>
                  <a:lnTo>
                    <a:pt x="38974" y="6292569"/>
                  </a:lnTo>
                  <a:lnTo>
                    <a:pt x="39119" y="6292569"/>
                  </a:lnTo>
                  <a:lnTo>
                    <a:pt x="39264" y="6292569"/>
                  </a:lnTo>
                  <a:lnTo>
                    <a:pt x="39410" y="6292569"/>
                  </a:lnTo>
                  <a:lnTo>
                    <a:pt x="39555" y="6292569"/>
                  </a:lnTo>
                  <a:lnTo>
                    <a:pt x="39555" y="6291945"/>
                  </a:lnTo>
                  <a:lnTo>
                    <a:pt x="39555" y="6291322"/>
                  </a:lnTo>
                  <a:lnTo>
                    <a:pt x="39701" y="6291322"/>
                  </a:lnTo>
                  <a:lnTo>
                    <a:pt x="39701" y="6290698"/>
                  </a:lnTo>
                  <a:lnTo>
                    <a:pt x="39846" y="6290698"/>
                  </a:lnTo>
                  <a:lnTo>
                    <a:pt x="39992" y="6290698"/>
                  </a:lnTo>
                  <a:lnTo>
                    <a:pt x="39992" y="6290074"/>
                  </a:lnTo>
                  <a:lnTo>
                    <a:pt x="40137" y="6290074"/>
                  </a:lnTo>
                  <a:lnTo>
                    <a:pt x="40282" y="6290074"/>
                  </a:lnTo>
                  <a:lnTo>
                    <a:pt x="40428" y="6290074"/>
                  </a:lnTo>
                  <a:lnTo>
                    <a:pt x="40573" y="6290074"/>
                  </a:lnTo>
                  <a:lnTo>
                    <a:pt x="40573" y="6289451"/>
                  </a:lnTo>
                  <a:lnTo>
                    <a:pt x="40719" y="6289451"/>
                  </a:lnTo>
                  <a:lnTo>
                    <a:pt x="40864" y="6289451"/>
                  </a:lnTo>
                  <a:lnTo>
                    <a:pt x="40864" y="6288827"/>
                  </a:lnTo>
                  <a:lnTo>
                    <a:pt x="40864" y="6288204"/>
                  </a:lnTo>
                  <a:lnTo>
                    <a:pt x="41009" y="6288204"/>
                  </a:lnTo>
                  <a:lnTo>
                    <a:pt x="41155" y="6288204"/>
                  </a:lnTo>
                  <a:lnTo>
                    <a:pt x="41300" y="6288204"/>
                  </a:lnTo>
                  <a:lnTo>
                    <a:pt x="41300" y="6287580"/>
                  </a:lnTo>
                  <a:lnTo>
                    <a:pt x="41446" y="6287580"/>
                  </a:lnTo>
                  <a:lnTo>
                    <a:pt x="41591" y="6287580"/>
                  </a:lnTo>
                  <a:lnTo>
                    <a:pt x="41591" y="6286956"/>
                  </a:lnTo>
                  <a:lnTo>
                    <a:pt x="41737" y="6286956"/>
                  </a:lnTo>
                  <a:lnTo>
                    <a:pt x="41882" y="6286956"/>
                  </a:lnTo>
                  <a:lnTo>
                    <a:pt x="42027" y="6286956"/>
                  </a:lnTo>
                  <a:lnTo>
                    <a:pt x="42173" y="6286956"/>
                  </a:lnTo>
                  <a:lnTo>
                    <a:pt x="42318" y="6286956"/>
                  </a:lnTo>
                  <a:lnTo>
                    <a:pt x="42464" y="6286956"/>
                  </a:lnTo>
                  <a:lnTo>
                    <a:pt x="42609" y="6286956"/>
                  </a:lnTo>
                  <a:lnTo>
                    <a:pt x="42755" y="6286956"/>
                  </a:lnTo>
                  <a:lnTo>
                    <a:pt x="42900" y="6286956"/>
                  </a:lnTo>
                  <a:lnTo>
                    <a:pt x="43045" y="6286956"/>
                  </a:lnTo>
                  <a:lnTo>
                    <a:pt x="43191" y="6286956"/>
                  </a:lnTo>
                  <a:lnTo>
                    <a:pt x="43336" y="6286956"/>
                  </a:lnTo>
                  <a:lnTo>
                    <a:pt x="43482" y="6286956"/>
                  </a:lnTo>
                  <a:lnTo>
                    <a:pt x="43627" y="6286956"/>
                  </a:lnTo>
                  <a:lnTo>
                    <a:pt x="43627" y="6286333"/>
                  </a:lnTo>
                  <a:lnTo>
                    <a:pt x="43773" y="6286333"/>
                  </a:lnTo>
                  <a:lnTo>
                    <a:pt x="43918" y="6286333"/>
                  </a:lnTo>
                  <a:lnTo>
                    <a:pt x="44063" y="6286333"/>
                  </a:lnTo>
                  <a:lnTo>
                    <a:pt x="44209" y="6286333"/>
                  </a:lnTo>
                  <a:lnTo>
                    <a:pt x="44209" y="6285709"/>
                  </a:lnTo>
                  <a:lnTo>
                    <a:pt x="44354" y="6285709"/>
                  </a:lnTo>
                  <a:lnTo>
                    <a:pt x="44500" y="6285709"/>
                  </a:lnTo>
                  <a:lnTo>
                    <a:pt x="44500" y="6285086"/>
                  </a:lnTo>
                  <a:lnTo>
                    <a:pt x="44500" y="6284462"/>
                  </a:lnTo>
                  <a:lnTo>
                    <a:pt x="44645" y="6284462"/>
                  </a:lnTo>
                  <a:lnTo>
                    <a:pt x="44791" y="6284462"/>
                  </a:lnTo>
                  <a:lnTo>
                    <a:pt x="44936" y="6284462"/>
                  </a:lnTo>
                  <a:lnTo>
                    <a:pt x="45081" y="6284462"/>
                  </a:lnTo>
                  <a:lnTo>
                    <a:pt x="45081" y="6283839"/>
                  </a:lnTo>
                  <a:lnTo>
                    <a:pt x="45227" y="6283839"/>
                  </a:lnTo>
                  <a:lnTo>
                    <a:pt x="45227" y="6283215"/>
                  </a:lnTo>
                  <a:lnTo>
                    <a:pt x="45372" y="6283215"/>
                  </a:lnTo>
                  <a:lnTo>
                    <a:pt x="45518" y="6283215"/>
                  </a:lnTo>
                  <a:lnTo>
                    <a:pt x="45663" y="6283215"/>
                  </a:lnTo>
                  <a:lnTo>
                    <a:pt x="45809" y="6283215"/>
                  </a:lnTo>
                  <a:lnTo>
                    <a:pt x="45954" y="6283215"/>
                  </a:lnTo>
                  <a:lnTo>
                    <a:pt x="46099" y="6283215"/>
                  </a:lnTo>
                  <a:lnTo>
                    <a:pt x="46099" y="6282591"/>
                  </a:lnTo>
                  <a:lnTo>
                    <a:pt x="46245" y="6282591"/>
                  </a:lnTo>
                  <a:lnTo>
                    <a:pt x="46245" y="6281968"/>
                  </a:lnTo>
                  <a:lnTo>
                    <a:pt x="46245" y="6281344"/>
                  </a:lnTo>
                  <a:lnTo>
                    <a:pt x="46390" y="6281344"/>
                  </a:lnTo>
                  <a:lnTo>
                    <a:pt x="46536" y="6281344"/>
                  </a:lnTo>
                  <a:lnTo>
                    <a:pt x="46681" y="6281344"/>
                  </a:lnTo>
                  <a:lnTo>
                    <a:pt x="46827" y="6281344"/>
                  </a:lnTo>
                  <a:lnTo>
                    <a:pt x="46972" y="6281344"/>
                  </a:lnTo>
                  <a:lnTo>
                    <a:pt x="47117" y="6281344"/>
                  </a:lnTo>
                  <a:lnTo>
                    <a:pt x="47263" y="6281344"/>
                  </a:lnTo>
                  <a:lnTo>
                    <a:pt x="47408" y="6281344"/>
                  </a:lnTo>
                  <a:lnTo>
                    <a:pt x="47554" y="6281344"/>
                  </a:lnTo>
                  <a:lnTo>
                    <a:pt x="47554" y="6280721"/>
                  </a:lnTo>
                  <a:lnTo>
                    <a:pt x="47699" y="6280721"/>
                  </a:lnTo>
                  <a:lnTo>
                    <a:pt x="47844" y="6280721"/>
                  </a:lnTo>
                  <a:lnTo>
                    <a:pt x="47990" y="6280097"/>
                  </a:lnTo>
                  <a:lnTo>
                    <a:pt x="48135" y="6280097"/>
                  </a:lnTo>
                  <a:lnTo>
                    <a:pt x="48281" y="6280097"/>
                  </a:lnTo>
                  <a:lnTo>
                    <a:pt x="48426" y="6280097"/>
                  </a:lnTo>
                  <a:lnTo>
                    <a:pt x="48426" y="6279473"/>
                  </a:lnTo>
                  <a:lnTo>
                    <a:pt x="48426" y="6278850"/>
                  </a:lnTo>
                  <a:lnTo>
                    <a:pt x="48572" y="6278850"/>
                  </a:lnTo>
                  <a:lnTo>
                    <a:pt x="48717" y="6278850"/>
                  </a:lnTo>
                  <a:lnTo>
                    <a:pt x="48717" y="6278226"/>
                  </a:lnTo>
                  <a:lnTo>
                    <a:pt x="48862" y="6278226"/>
                  </a:lnTo>
                  <a:lnTo>
                    <a:pt x="48862" y="6277603"/>
                  </a:lnTo>
                  <a:lnTo>
                    <a:pt x="48862" y="6276979"/>
                  </a:lnTo>
                  <a:lnTo>
                    <a:pt x="49008" y="6276979"/>
                  </a:lnTo>
                  <a:lnTo>
                    <a:pt x="49153" y="6276979"/>
                  </a:lnTo>
                  <a:lnTo>
                    <a:pt x="49299" y="6276979"/>
                  </a:lnTo>
                  <a:lnTo>
                    <a:pt x="49299" y="6276356"/>
                  </a:lnTo>
                  <a:lnTo>
                    <a:pt x="49444" y="6276356"/>
                  </a:lnTo>
                  <a:lnTo>
                    <a:pt x="49444" y="6275732"/>
                  </a:lnTo>
                  <a:lnTo>
                    <a:pt x="49590" y="6275732"/>
                  </a:lnTo>
                  <a:lnTo>
                    <a:pt x="49735" y="6275732"/>
                  </a:lnTo>
                  <a:lnTo>
                    <a:pt x="49880" y="6275732"/>
                  </a:lnTo>
                  <a:lnTo>
                    <a:pt x="50026" y="6275732"/>
                  </a:lnTo>
                  <a:lnTo>
                    <a:pt x="50171" y="6275732"/>
                  </a:lnTo>
                  <a:lnTo>
                    <a:pt x="50317" y="6275732"/>
                  </a:lnTo>
                  <a:lnTo>
                    <a:pt x="50462" y="6275732"/>
                  </a:lnTo>
                  <a:lnTo>
                    <a:pt x="50462" y="6275108"/>
                  </a:lnTo>
                  <a:lnTo>
                    <a:pt x="50608" y="6275108"/>
                  </a:lnTo>
                  <a:lnTo>
                    <a:pt x="50753" y="6275108"/>
                  </a:lnTo>
                  <a:lnTo>
                    <a:pt x="50898" y="6275108"/>
                  </a:lnTo>
                  <a:lnTo>
                    <a:pt x="51044" y="6275108"/>
                  </a:lnTo>
                  <a:lnTo>
                    <a:pt x="51044" y="6274485"/>
                  </a:lnTo>
                  <a:lnTo>
                    <a:pt x="51044" y="6273861"/>
                  </a:lnTo>
                  <a:lnTo>
                    <a:pt x="51044" y="6273238"/>
                  </a:lnTo>
                  <a:lnTo>
                    <a:pt x="51044" y="6272614"/>
                  </a:lnTo>
                  <a:lnTo>
                    <a:pt x="51189" y="6272614"/>
                  </a:lnTo>
                  <a:lnTo>
                    <a:pt x="51335" y="6272614"/>
                  </a:lnTo>
                  <a:lnTo>
                    <a:pt x="51335" y="6271990"/>
                  </a:lnTo>
                  <a:lnTo>
                    <a:pt x="51335" y="6271367"/>
                  </a:lnTo>
                  <a:lnTo>
                    <a:pt x="51335" y="6270743"/>
                  </a:lnTo>
                  <a:lnTo>
                    <a:pt x="51480" y="6270743"/>
                  </a:lnTo>
                  <a:lnTo>
                    <a:pt x="51480" y="6270120"/>
                  </a:lnTo>
                  <a:lnTo>
                    <a:pt x="51626" y="6270120"/>
                  </a:lnTo>
                  <a:lnTo>
                    <a:pt x="51771" y="6270120"/>
                  </a:lnTo>
                  <a:lnTo>
                    <a:pt x="51916" y="6270120"/>
                  </a:lnTo>
                  <a:lnTo>
                    <a:pt x="52062" y="6270120"/>
                  </a:lnTo>
                  <a:lnTo>
                    <a:pt x="52207" y="6270120"/>
                  </a:lnTo>
                  <a:lnTo>
                    <a:pt x="52207" y="6269496"/>
                  </a:lnTo>
                  <a:lnTo>
                    <a:pt x="52353" y="6269496"/>
                  </a:lnTo>
                  <a:lnTo>
                    <a:pt x="52498" y="6269496"/>
                  </a:lnTo>
                  <a:lnTo>
                    <a:pt x="52498" y="6268873"/>
                  </a:lnTo>
                  <a:lnTo>
                    <a:pt x="52498" y="6268249"/>
                  </a:lnTo>
                  <a:lnTo>
                    <a:pt x="52644" y="6268249"/>
                  </a:lnTo>
                  <a:lnTo>
                    <a:pt x="52789" y="6268249"/>
                  </a:lnTo>
                  <a:lnTo>
                    <a:pt x="52934" y="6268249"/>
                  </a:lnTo>
                  <a:lnTo>
                    <a:pt x="52934" y="6267625"/>
                  </a:lnTo>
                  <a:lnTo>
                    <a:pt x="53080" y="6267625"/>
                  </a:lnTo>
                  <a:lnTo>
                    <a:pt x="53225" y="6267625"/>
                  </a:lnTo>
                  <a:lnTo>
                    <a:pt x="53371" y="6267625"/>
                  </a:lnTo>
                  <a:lnTo>
                    <a:pt x="53371" y="6267002"/>
                  </a:lnTo>
                  <a:lnTo>
                    <a:pt x="53516" y="6267002"/>
                  </a:lnTo>
                  <a:lnTo>
                    <a:pt x="53662" y="6267002"/>
                  </a:lnTo>
                  <a:lnTo>
                    <a:pt x="53807" y="6267002"/>
                  </a:lnTo>
                  <a:lnTo>
                    <a:pt x="53952" y="6267002"/>
                  </a:lnTo>
                  <a:lnTo>
                    <a:pt x="54098" y="6267002"/>
                  </a:lnTo>
                  <a:lnTo>
                    <a:pt x="54098" y="6266378"/>
                  </a:lnTo>
                  <a:lnTo>
                    <a:pt x="54243" y="6266378"/>
                  </a:lnTo>
                  <a:lnTo>
                    <a:pt x="54243" y="6265755"/>
                  </a:lnTo>
                  <a:lnTo>
                    <a:pt x="54389" y="6265755"/>
                  </a:lnTo>
                  <a:lnTo>
                    <a:pt x="54389" y="6265131"/>
                  </a:lnTo>
                  <a:lnTo>
                    <a:pt x="54534" y="6265131"/>
                  </a:lnTo>
                  <a:lnTo>
                    <a:pt x="54679" y="6265131"/>
                  </a:lnTo>
                  <a:lnTo>
                    <a:pt x="54825" y="6265131"/>
                  </a:lnTo>
                  <a:lnTo>
                    <a:pt x="54970" y="6265131"/>
                  </a:lnTo>
                  <a:lnTo>
                    <a:pt x="55116" y="6265131"/>
                  </a:lnTo>
                  <a:lnTo>
                    <a:pt x="55116" y="6264507"/>
                  </a:lnTo>
                  <a:lnTo>
                    <a:pt x="55116" y="6263884"/>
                  </a:lnTo>
                  <a:lnTo>
                    <a:pt x="55261" y="6263884"/>
                  </a:lnTo>
                  <a:lnTo>
                    <a:pt x="55407" y="6263884"/>
                  </a:lnTo>
                  <a:lnTo>
                    <a:pt x="55407" y="6263260"/>
                  </a:lnTo>
                  <a:lnTo>
                    <a:pt x="55552" y="6263260"/>
                  </a:lnTo>
                  <a:lnTo>
                    <a:pt x="55552" y="6262637"/>
                  </a:lnTo>
                  <a:lnTo>
                    <a:pt x="55697" y="6262637"/>
                  </a:lnTo>
                  <a:lnTo>
                    <a:pt x="55843" y="6262637"/>
                  </a:lnTo>
                  <a:lnTo>
                    <a:pt x="55988" y="6262637"/>
                  </a:lnTo>
                  <a:lnTo>
                    <a:pt x="56134" y="6262637"/>
                  </a:lnTo>
                  <a:lnTo>
                    <a:pt x="56279" y="6262637"/>
                  </a:lnTo>
                  <a:lnTo>
                    <a:pt x="56425" y="6262637"/>
                  </a:lnTo>
                  <a:lnTo>
                    <a:pt x="56570" y="6262637"/>
                  </a:lnTo>
                  <a:lnTo>
                    <a:pt x="56570" y="6262013"/>
                  </a:lnTo>
                  <a:lnTo>
                    <a:pt x="56715" y="6262013"/>
                  </a:lnTo>
                  <a:lnTo>
                    <a:pt x="56861" y="6262013"/>
                  </a:lnTo>
                  <a:lnTo>
                    <a:pt x="56861" y="6261390"/>
                  </a:lnTo>
                  <a:lnTo>
                    <a:pt x="57006" y="6261390"/>
                  </a:lnTo>
                  <a:lnTo>
                    <a:pt x="57152" y="6261390"/>
                  </a:lnTo>
                  <a:lnTo>
                    <a:pt x="57152" y="6260766"/>
                  </a:lnTo>
                  <a:lnTo>
                    <a:pt x="57297" y="6260766"/>
                  </a:lnTo>
                  <a:lnTo>
                    <a:pt x="57443" y="6260766"/>
                  </a:lnTo>
                  <a:lnTo>
                    <a:pt x="57588" y="6260766"/>
                  </a:lnTo>
                  <a:lnTo>
                    <a:pt x="57733" y="6260766"/>
                  </a:lnTo>
                  <a:lnTo>
                    <a:pt x="57733" y="6260142"/>
                  </a:lnTo>
                  <a:lnTo>
                    <a:pt x="57733" y="6259519"/>
                  </a:lnTo>
                  <a:lnTo>
                    <a:pt x="57879" y="6259519"/>
                  </a:lnTo>
                  <a:lnTo>
                    <a:pt x="58024" y="6259519"/>
                  </a:lnTo>
                  <a:lnTo>
                    <a:pt x="58170" y="6259519"/>
                  </a:lnTo>
                  <a:lnTo>
                    <a:pt x="58315" y="6259519"/>
                  </a:lnTo>
                  <a:lnTo>
                    <a:pt x="58461" y="6259519"/>
                  </a:lnTo>
                  <a:lnTo>
                    <a:pt x="58461" y="6258895"/>
                  </a:lnTo>
                  <a:lnTo>
                    <a:pt x="58606" y="6258895"/>
                  </a:lnTo>
                  <a:lnTo>
                    <a:pt x="58751" y="6258895"/>
                  </a:lnTo>
                  <a:lnTo>
                    <a:pt x="58897" y="6258895"/>
                  </a:lnTo>
                  <a:lnTo>
                    <a:pt x="59042" y="6258895"/>
                  </a:lnTo>
                  <a:lnTo>
                    <a:pt x="59188" y="6258895"/>
                  </a:lnTo>
                  <a:lnTo>
                    <a:pt x="59333" y="6258895"/>
                  </a:lnTo>
                  <a:lnTo>
                    <a:pt x="59479" y="6258895"/>
                  </a:lnTo>
                  <a:lnTo>
                    <a:pt x="59479" y="6258272"/>
                  </a:lnTo>
                  <a:lnTo>
                    <a:pt x="59624" y="6258272"/>
                  </a:lnTo>
                  <a:lnTo>
                    <a:pt x="59769" y="6258272"/>
                  </a:lnTo>
                  <a:lnTo>
                    <a:pt x="59915" y="6258272"/>
                  </a:lnTo>
                  <a:lnTo>
                    <a:pt x="60060" y="6258272"/>
                  </a:lnTo>
                  <a:lnTo>
                    <a:pt x="60060" y="6257648"/>
                  </a:lnTo>
                  <a:lnTo>
                    <a:pt x="60206" y="6257648"/>
                  </a:lnTo>
                  <a:lnTo>
                    <a:pt x="60351" y="6257648"/>
                  </a:lnTo>
                  <a:lnTo>
                    <a:pt x="60497" y="6257648"/>
                  </a:lnTo>
                  <a:lnTo>
                    <a:pt x="60642" y="6257648"/>
                  </a:lnTo>
                  <a:lnTo>
                    <a:pt x="60787" y="6257648"/>
                  </a:lnTo>
                  <a:lnTo>
                    <a:pt x="60787" y="6257024"/>
                  </a:lnTo>
                  <a:lnTo>
                    <a:pt x="60787" y="6256401"/>
                  </a:lnTo>
                  <a:lnTo>
                    <a:pt x="60933" y="6256401"/>
                  </a:lnTo>
                  <a:lnTo>
                    <a:pt x="61078" y="6256401"/>
                  </a:lnTo>
                  <a:lnTo>
                    <a:pt x="61224" y="6256401"/>
                  </a:lnTo>
                  <a:lnTo>
                    <a:pt x="61369" y="6256401"/>
                  </a:lnTo>
                  <a:lnTo>
                    <a:pt x="61514" y="6256401"/>
                  </a:lnTo>
                  <a:lnTo>
                    <a:pt x="61660" y="6256401"/>
                  </a:lnTo>
                  <a:lnTo>
                    <a:pt x="61805" y="6256401"/>
                  </a:lnTo>
                  <a:lnTo>
                    <a:pt x="61951" y="6256401"/>
                  </a:lnTo>
                  <a:lnTo>
                    <a:pt x="62242" y="6256401"/>
                  </a:lnTo>
                  <a:lnTo>
                    <a:pt x="62242" y="6255777"/>
                  </a:lnTo>
                  <a:lnTo>
                    <a:pt x="62387" y="6255777"/>
                  </a:lnTo>
                  <a:lnTo>
                    <a:pt x="62532" y="6255777"/>
                  </a:lnTo>
                  <a:lnTo>
                    <a:pt x="62678" y="6255777"/>
                  </a:lnTo>
                  <a:lnTo>
                    <a:pt x="62823" y="6255777"/>
                  </a:lnTo>
                  <a:lnTo>
                    <a:pt x="62969" y="6255777"/>
                  </a:lnTo>
                  <a:lnTo>
                    <a:pt x="63114" y="6255777"/>
                  </a:lnTo>
                  <a:lnTo>
                    <a:pt x="63260" y="6255777"/>
                  </a:lnTo>
                  <a:lnTo>
                    <a:pt x="63405" y="6255777"/>
                  </a:lnTo>
                  <a:lnTo>
                    <a:pt x="63550" y="6255777"/>
                  </a:lnTo>
                  <a:lnTo>
                    <a:pt x="63550" y="6255154"/>
                  </a:lnTo>
                  <a:lnTo>
                    <a:pt x="63696" y="6255154"/>
                  </a:lnTo>
                  <a:lnTo>
                    <a:pt x="63841" y="6255154"/>
                  </a:lnTo>
                  <a:lnTo>
                    <a:pt x="63987" y="6255154"/>
                  </a:lnTo>
                  <a:lnTo>
                    <a:pt x="64132" y="6255154"/>
                  </a:lnTo>
                  <a:lnTo>
                    <a:pt x="64278" y="6255154"/>
                  </a:lnTo>
                  <a:lnTo>
                    <a:pt x="64278" y="6254530"/>
                  </a:lnTo>
                  <a:lnTo>
                    <a:pt x="64423" y="6254530"/>
                  </a:lnTo>
                  <a:lnTo>
                    <a:pt x="64568" y="6254530"/>
                  </a:lnTo>
                  <a:lnTo>
                    <a:pt x="64714" y="6254530"/>
                  </a:lnTo>
                  <a:lnTo>
                    <a:pt x="64859" y="6254530"/>
                  </a:lnTo>
                  <a:lnTo>
                    <a:pt x="65005" y="6254530"/>
                  </a:lnTo>
                  <a:lnTo>
                    <a:pt x="65150" y="6254530"/>
                  </a:lnTo>
                  <a:lnTo>
                    <a:pt x="65296" y="6254530"/>
                  </a:lnTo>
                  <a:lnTo>
                    <a:pt x="65441" y="6254530"/>
                  </a:lnTo>
                  <a:lnTo>
                    <a:pt x="65441" y="6253907"/>
                  </a:lnTo>
                  <a:lnTo>
                    <a:pt x="65586" y="6253907"/>
                  </a:lnTo>
                  <a:lnTo>
                    <a:pt x="65586" y="6253283"/>
                  </a:lnTo>
                  <a:lnTo>
                    <a:pt x="65732" y="6253283"/>
                  </a:lnTo>
                  <a:lnTo>
                    <a:pt x="65732" y="6252659"/>
                  </a:lnTo>
                  <a:lnTo>
                    <a:pt x="65877" y="6252659"/>
                  </a:lnTo>
                  <a:lnTo>
                    <a:pt x="66023" y="6252659"/>
                  </a:lnTo>
                  <a:lnTo>
                    <a:pt x="66168" y="6252659"/>
                  </a:lnTo>
                  <a:lnTo>
                    <a:pt x="66168" y="6252036"/>
                  </a:lnTo>
                  <a:lnTo>
                    <a:pt x="66314" y="6252036"/>
                  </a:lnTo>
                  <a:lnTo>
                    <a:pt x="66314" y="6251412"/>
                  </a:lnTo>
                  <a:lnTo>
                    <a:pt x="66459" y="6251412"/>
                  </a:lnTo>
                  <a:lnTo>
                    <a:pt x="66604" y="6251412"/>
                  </a:lnTo>
                  <a:lnTo>
                    <a:pt x="66895" y="6251412"/>
                  </a:lnTo>
                  <a:lnTo>
                    <a:pt x="67041" y="6251412"/>
                  </a:lnTo>
                  <a:lnTo>
                    <a:pt x="67186" y="6251412"/>
                  </a:lnTo>
                  <a:lnTo>
                    <a:pt x="67332" y="6251412"/>
                  </a:lnTo>
                  <a:lnTo>
                    <a:pt x="67477" y="6251412"/>
                  </a:lnTo>
                  <a:lnTo>
                    <a:pt x="67477" y="6250789"/>
                  </a:lnTo>
                  <a:lnTo>
                    <a:pt x="67622" y="6250789"/>
                  </a:lnTo>
                  <a:lnTo>
                    <a:pt x="67622" y="6249542"/>
                  </a:lnTo>
                  <a:lnTo>
                    <a:pt x="67768" y="6249542"/>
                  </a:lnTo>
                  <a:lnTo>
                    <a:pt x="67913" y="6249542"/>
                  </a:lnTo>
                  <a:lnTo>
                    <a:pt x="68059" y="6249542"/>
                  </a:lnTo>
                  <a:lnTo>
                    <a:pt x="68204" y="6249542"/>
                  </a:lnTo>
                  <a:lnTo>
                    <a:pt x="68349" y="6249542"/>
                  </a:lnTo>
                  <a:lnTo>
                    <a:pt x="68349" y="6248918"/>
                  </a:lnTo>
                  <a:lnTo>
                    <a:pt x="68495" y="6248918"/>
                  </a:lnTo>
                  <a:lnTo>
                    <a:pt x="68640" y="6248918"/>
                  </a:lnTo>
                  <a:lnTo>
                    <a:pt x="68786" y="6248918"/>
                  </a:lnTo>
                  <a:lnTo>
                    <a:pt x="68931" y="6248918"/>
                  </a:lnTo>
                  <a:lnTo>
                    <a:pt x="68931" y="6248294"/>
                  </a:lnTo>
                  <a:lnTo>
                    <a:pt x="69077" y="6248294"/>
                  </a:lnTo>
                  <a:lnTo>
                    <a:pt x="69077" y="6247671"/>
                  </a:lnTo>
                  <a:lnTo>
                    <a:pt x="69222" y="6247671"/>
                  </a:lnTo>
                  <a:lnTo>
                    <a:pt x="69367" y="6247671"/>
                  </a:lnTo>
                  <a:lnTo>
                    <a:pt x="69367" y="6247047"/>
                  </a:lnTo>
                  <a:lnTo>
                    <a:pt x="69513" y="6247047"/>
                  </a:lnTo>
                  <a:lnTo>
                    <a:pt x="69658" y="6247047"/>
                  </a:lnTo>
                  <a:lnTo>
                    <a:pt x="69804" y="6247047"/>
                  </a:lnTo>
                  <a:lnTo>
                    <a:pt x="69949" y="6247047"/>
                  </a:lnTo>
                  <a:lnTo>
                    <a:pt x="70095" y="6247047"/>
                  </a:lnTo>
                  <a:lnTo>
                    <a:pt x="70240" y="6247047"/>
                  </a:lnTo>
                  <a:lnTo>
                    <a:pt x="70385" y="6247047"/>
                  </a:lnTo>
                  <a:lnTo>
                    <a:pt x="70385" y="6246424"/>
                  </a:lnTo>
                  <a:lnTo>
                    <a:pt x="70531" y="6246424"/>
                  </a:lnTo>
                  <a:lnTo>
                    <a:pt x="70676" y="6246424"/>
                  </a:lnTo>
                  <a:lnTo>
                    <a:pt x="70822" y="6246424"/>
                  </a:lnTo>
                  <a:lnTo>
                    <a:pt x="71113" y="6246424"/>
                  </a:lnTo>
                  <a:lnTo>
                    <a:pt x="71113" y="6245800"/>
                  </a:lnTo>
                  <a:lnTo>
                    <a:pt x="71258" y="6245800"/>
                  </a:lnTo>
                  <a:lnTo>
                    <a:pt x="71403" y="6245800"/>
                  </a:lnTo>
                  <a:lnTo>
                    <a:pt x="71549" y="6245800"/>
                  </a:lnTo>
                  <a:lnTo>
                    <a:pt x="71694" y="6245800"/>
                  </a:lnTo>
                  <a:lnTo>
                    <a:pt x="71694" y="6245176"/>
                  </a:lnTo>
                  <a:lnTo>
                    <a:pt x="71840" y="6245176"/>
                  </a:lnTo>
                  <a:lnTo>
                    <a:pt x="71985" y="6245176"/>
                  </a:lnTo>
                  <a:lnTo>
                    <a:pt x="72131" y="6245176"/>
                  </a:lnTo>
                  <a:lnTo>
                    <a:pt x="72131" y="6244553"/>
                  </a:lnTo>
                  <a:lnTo>
                    <a:pt x="72276" y="6244553"/>
                  </a:lnTo>
                  <a:lnTo>
                    <a:pt x="72276" y="6243929"/>
                  </a:lnTo>
                  <a:lnTo>
                    <a:pt x="72276" y="6243306"/>
                  </a:lnTo>
                  <a:lnTo>
                    <a:pt x="72421" y="6243306"/>
                  </a:lnTo>
                  <a:lnTo>
                    <a:pt x="72421" y="6242682"/>
                  </a:lnTo>
                  <a:lnTo>
                    <a:pt x="72567" y="6242682"/>
                  </a:lnTo>
                  <a:lnTo>
                    <a:pt x="72712" y="6242682"/>
                  </a:lnTo>
                  <a:lnTo>
                    <a:pt x="72858" y="6242682"/>
                  </a:lnTo>
                  <a:lnTo>
                    <a:pt x="72858" y="6242059"/>
                  </a:lnTo>
                  <a:lnTo>
                    <a:pt x="73003" y="6242059"/>
                  </a:lnTo>
                  <a:lnTo>
                    <a:pt x="73149" y="6242059"/>
                  </a:lnTo>
                  <a:lnTo>
                    <a:pt x="73149" y="6241435"/>
                  </a:lnTo>
                  <a:lnTo>
                    <a:pt x="73294" y="6241435"/>
                  </a:lnTo>
                  <a:lnTo>
                    <a:pt x="73439" y="6241435"/>
                  </a:lnTo>
                  <a:lnTo>
                    <a:pt x="73585" y="6241435"/>
                  </a:lnTo>
                  <a:lnTo>
                    <a:pt x="73730" y="6241435"/>
                  </a:lnTo>
                  <a:lnTo>
                    <a:pt x="73876" y="6241435"/>
                  </a:lnTo>
                  <a:lnTo>
                    <a:pt x="74021" y="6241435"/>
                  </a:lnTo>
                  <a:lnTo>
                    <a:pt x="74167" y="6241435"/>
                  </a:lnTo>
                  <a:lnTo>
                    <a:pt x="74312" y="6241435"/>
                  </a:lnTo>
                  <a:lnTo>
                    <a:pt x="74457" y="6241435"/>
                  </a:lnTo>
                  <a:lnTo>
                    <a:pt x="74457" y="6240811"/>
                  </a:lnTo>
                  <a:lnTo>
                    <a:pt x="74603" y="6240811"/>
                  </a:lnTo>
                  <a:lnTo>
                    <a:pt x="74748" y="6240811"/>
                  </a:lnTo>
                  <a:lnTo>
                    <a:pt x="74894" y="6240811"/>
                  </a:lnTo>
                  <a:lnTo>
                    <a:pt x="75039" y="6240811"/>
                  </a:lnTo>
                  <a:lnTo>
                    <a:pt x="75184" y="6240811"/>
                  </a:lnTo>
                  <a:lnTo>
                    <a:pt x="75184" y="6240188"/>
                  </a:lnTo>
                  <a:lnTo>
                    <a:pt x="75330" y="6240188"/>
                  </a:lnTo>
                  <a:lnTo>
                    <a:pt x="75475" y="6240188"/>
                  </a:lnTo>
                  <a:lnTo>
                    <a:pt x="75621" y="6240188"/>
                  </a:lnTo>
                  <a:lnTo>
                    <a:pt x="75766" y="6240188"/>
                  </a:lnTo>
                  <a:lnTo>
                    <a:pt x="75766" y="6239564"/>
                  </a:lnTo>
                  <a:lnTo>
                    <a:pt x="75912" y="6239564"/>
                  </a:lnTo>
                  <a:lnTo>
                    <a:pt x="76057" y="6239564"/>
                  </a:lnTo>
                  <a:lnTo>
                    <a:pt x="76202" y="6239564"/>
                  </a:lnTo>
                  <a:lnTo>
                    <a:pt x="76348" y="6239564"/>
                  </a:lnTo>
                  <a:lnTo>
                    <a:pt x="76493" y="6239564"/>
                  </a:lnTo>
                  <a:lnTo>
                    <a:pt x="76639" y="6239564"/>
                  </a:lnTo>
                  <a:lnTo>
                    <a:pt x="76784" y="6239564"/>
                  </a:lnTo>
                  <a:lnTo>
                    <a:pt x="76930" y="6239564"/>
                  </a:lnTo>
                  <a:lnTo>
                    <a:pt x="77075" y="6239564"/>
                  </a:lnTo>
                  <a:lnTo>
                    <a:pt x="77220" y="6239564"/>
                  </a:lnTo>
                  <a:lnTo>
                    <a:pt x="77220" y="6238941"/>
                  </a:lnTo>
                  <a:lnTo>
                    <a:pt x="77366" y="6238941"/>
                  </a:lnTo>
                  <a:lnTo>
                    <a:pt x="77366" y="6238317"/>
                  </a:lnTo>
                  <a:lnTo>
                    <a:pt x="77657" y="6238317"/>
                  </a:lnTo>
                  <a:lnTo>
                    <a:pt x="77657" y="6237693"/>
                  </a:lnTo>
                  <a:lnTo>
                    <a:pt x="77802" y="6237693"/>
                  </a:lnTo>
                  <a:lnTo>
                    <a:pt x="77948" y="6237693"/>
                  </a:lnTo>
                  <a:lnTo>
                    <a:pt x="78093" y="6237693"/>
                  </a:lnTo>
                  <a:lnTo>
                    <a:pt x="78238" y="6237693"/>
                  </a:lnTo>
                  <a:lnTo>
                    <a:pt x="78384" y="6237693"/>
                  </a:lnTo>
                  <a:lnTo>
                    <a:pt x="78529" y="6237693"/>
                  </a:lnTo>
                  <a:lnTo>
                    <a:pt x="78675" y="6237693"/>
                  </a:lnTo>
                  <a:lnTo>
                    <a:pt x="78820" y="6237693"/>
                  </a:lnTo>
                  <a:lnTo>
                    <a:pt x="78820" y="6237070"/>
                  </a:lnTo>
                  <a:lnTo>
                    <a:pt x="78966" y="6237070"/>
                  </a:lnTo>
                  <a:lnTo>
                    <a:pt x="79111" y="6237070"/>
                  </a:lnTo>
                  <a:lnTo>
                    <a:pt x="79111" y="6236446"/>
                  </a:lnTo>
                  <a:lnTo>
                    <a:pt x="79111" y="6235823"/>
                  </a:lnTo>
                  <a:lnTo>
                    <a:pt x="79111" y="6235199"/>
                  </a:lnTo>
                  <a:lnTo>
                    <a:pt x="79256" y="6235199"/>
                  </a:lnTo>
                  <a:lnTo>
                    <a:pt x="79402" y="6235199"/>
                  </a:lnTo>
                  <a:lnTo>
                    <a:pt x="79547" y="6235199"/>
                  </a:lnTo>
                  <a:lnTo>
                    <a:pt x="79693" y="6235199"/>
                  </a:lnTo>
                  <a:lnTo>
                    <a:pt x="79693" y="6234576"/>
                  </a:lnTo>
                  <a:lnTo>
                    <a:pt x="79838" y="6234576"/>
                  </a:lnTo>
                  <a:lnTo>
                    <a:pt x="79984" y="6234576"/>
                  </a:lnTo>
                  <a:lnTo>
                    <a:pt x="80129" y="6234576"/>
                  </a:lnTo>
                  <a:lnTo>
                    <a:pt x="80129" y="6233952"/>
                  </a:lnTo>
                  <a:lnTo>
                    <a:pt x="80274" y="6233952"/>
                  </a:lnTo>
                  <a:lnTo>
                    <a:pt x="80274" y="6233328"/>
                  </a:lnTo>
                  <a:lnTo>
                    <a:pt x="80420" y="6233328"/>
                  </a:lnTo>
                  <a:lnTo>
                    <a:pt x="80565" y="6233328"/>
                  </a:lnTo>
                  <a:lnTo>
                    <a:pt x="80711" y="6233328"/>
                  </a:lnTo>
                  <a:lnTo>
                    <a:pt x="80856" y="6233328"/>
                  </a:lnTo>
                  <a:lnTo>
                    <a:pt x="81002" y="6233328"/>
                  </a:lnTo>
                  <a:lnTo>
                    <a:pt x="81147" y="6233328"/>
                  </a:lnTo>
                  <a:lnTo>
                    <a:pt x="81292" y="6233328"/>
                  </a:lnTo>
                  <a:lnTo>
                    <a:pt x="81292" y="6232705"/>
                  </a:lnTo>
                  <a:lnTo>
                    <a:pt x="81438" y="6232705"/>
                  </a:lnTo>
                  <a:lnTo>
                    <a:pt x="81583" y="6232705"/>
                  </a:lnTo>
                  <a:lnTo>
                    <a:pt x="81729" y="6232705"/>
                  </a:lnTo>
                  <a:lnTo>
                    <a:pt x="81874" y="6232705"/>
                  </a:lnTo>
                  <a:lnTo>
                    <a:pt x="82019" y="6232081"/>
                  </a:lnTo>
                  <a:lnTo>
                    <a:pt x="82165" y="6232081"/>
                  </a:lnTo>
                  <a:lnTo>
                    <a:pt x="82310" y="6232081"/>
                  </a:lnTo>
                  <a:lnTo>
                    <a:pt x="82456" y="6232081"/>
                  </a:lnTo>
                  <a:lnTo>
                    <a:pt x="82601" y="6232081"/>
                  </a:lnTo>
                  <a:lnTo>
                    <a:pt x="82747" y="6232081"/>
                  </a:lnTo>
                  <a:lnTo>
                    <a:pt x="82892" y="6232081"/>
                  </a:lnTo>
                  <a:lnTo>
                    <a:pt x="83037" y="6232081"/>
                  </a:lnTo>
                  <a:lnTo>
                    <a:pt x="83037" y="6231458"/>
                  </a:lnTo>
                  <a:lnTo>
                    <a:pt x="83183" y="6231458"/>
                  </a:lnTo>
                  <a:lnTo>
                    <a:pt x="83328" y="6231458"/>
                  </a:lnTo>
                  <a:lnTo>
                    <a:pt x="83474" y="6231458"/>
                  </a:lnTo>
                  <a:lnTo>
                    <a:pt x="83619" y="6231458"/>
                  </a:lnTo>
                  <a:lnTo>
                    <a:pt x="83765" y="6231458"/>
                  </a:lnTo>
                  <a:lnTo>
                    <a:pt x="83910" y="6231458"/>
                  </a:lnTo>
                  <a:lnTo>
                    <a:pt x="84055" y="6231458"/>
                  </a:lnTo>
                  <a:lnTo>
                    <a:pt x="84201" y="6231458"/>
                  </a:lnTo>
                  <a:lnTo>
                    <a:pt x="84346" y="6231458"/>
                  </a:lnTo>
                  <a:lnTo>
                    <a:pt x="84346" y="6230834"/>
                  </a:lnTo>
                  <a:lnTo>
                    <a:pt x="84346" y="6230210"/>
                  </a:lnTo>
                  <a:lnTo>
                    <a:pt x="84492" y="6230210"/>
                  </a:lnTo>
                  <a:lnTo>
                    <a:pt x="84637" y="6230210"/>
                  </a:lnTo>
                  <a:lnTo>
                    <a:pt x="84783" y="6230210"/>
                  </a:lnTo>
                  <a:lnTo>
                    <a:pt x="84928" y="6230210"/>
                  </a:lnTo>
                  <a:lnTo>
                    <a:pt x="85073" y="6230210"/>
                  </a:lnTo>
                  <a:lnTo>
                    <a:pt x="85219" y="6230210"/>
                  </a:lnTo>
                  <a:lnTo>
                    <a:pt x="85364" y="6230210"/>
                  </a:lnTo>
                  <a:lnTo>
                    <a:pt x="85510" y="6230210"/>
                  </a:lnTo>
                  <a:lnTo>
                    <a:pt x="85655" y="6230210"/>
                  </a:lnTo>
                  <a:lnTo>
                    <a:pt x="85801" y="6230210"/>
                  </a:lnTo>
                  <a:lnTo>
                    <a:pt x="85946" y="6230210"/>
                  </a:lnTo>
                  <a:lnTo>
                    <a:pt x="86091" y="6230210"/>
                  </a:lnTo>
                  <a:lnTo>
                    <a:pt x="86237" y="6230210"/>
                  </a:lnTo>
                  <a:lnTo>
                    <a:pt x="86382" y="6230210"/>
                  </a:lnTo>
                  <a:lnTo>
                    <a:pt x="86382" y="6229587"/>
                  </a:lnTo>
                  <a:lnTo>
                    <a:pt x="86528" y="6229587"/>
                  </a:lnTo>
                  <a:lnTo>
                    <a:pt x="86673" y="6229587"/>
                  </a:lnTo>
                  <a:lnTo>
                    <a:pt x="86819" y="6229587"/>
                  </a:lnTo>
                  <a:lnTo>
                    <a:pt x="86964" y="6229587"/>
                  </a:lnTo>
                  <a:lnTo>
                    <a:pt x="87109" y="6229587"/>
                  </a:lnTo>
                  <a:lnTo>
                    <a:pt x="87109" y="6228963"/>
                  </a:lnTo>
                  <a:lnTo>
                    <a:pt x="87255" y="6228963"/>
                  </a:lnTo>
                  <a:lnTo>
                    <a:pt x="87400" y="6228963"/>
                  </a:lnTo>
                  <a:lnTo>
                    <a:pt x="87546" y="6228963"/>
                  </a:lnTo>
                  <a:lnTo>
                    <a:pt x="87546" y="6228340"/>
                  </a:lnTo>
                  <a:lnTo>
                    <a:pt x="87691" y="6228340"/>
                  </a:lnTo>
                  <a:lnTo>
                    <a:pt x="87836" y="6228340"/>
                  </a:lnTo>
                  <a:lnTo>
                    <a:pt x="87982" y="6228340"/>
                  </a:lnTo>
                  <a:lnTo>
                    <a:pt x="87982" y="6227716"/>
                  </a:lnTo>
                  <a:lnTo>
                    <a:pt x="88127" y="6227716"/>
                  </a:lnTo>
                  <a:lnTo>
                    <a:pt x="88273" y="6227716"/>
                  </a:lnTo>
                  <a:lnTo>
                    <a:pt x="88273" y="6227093"/>
                  </a:lnTo>
                  <a:lnTo>
                    <a:pt x="88418" y="6227093"/>
                  </a:lnTo>
                  <a:lnTo>
                    <a:pt x="88564" y="6227093"/>
                  </a:lnTo>
                  <a:lnTo>
                    <a:pt x="88564" y="6226469"/>
                  </a:lnTo>
                  <a:lnTo>
                    <a:pt x="88564" y="6225845"/>
                  </a:lnTo>
                  <a:lnTo>
                    <a:pt x="88709" y="6225845"/>
                  </a:lnTo>
                  <a:lnTo>
                    <a:pt x="88854" y="6225845"/>
                  </a:lnTo>
                  <a:lnTo>
                    <a:pt x="89000" y="6225845"/>
                  </a:lnTo>
                  <a:lnTo>
                    <a:pt x="89145" y="6225845"/>
                  </a:lnTo>
                  <a:lnTo>
                    <a:pt x="89145" y="6225222"/>
                  </a:lnTo>
                  <a:lnTo>
                    <a:pt x="89291" y="6225222"/>
                  </a:lnTo>
                  <a:lnTo>
                    <a:pt x="89436" y="6225222"/>
                  </a:lnTo>
                  <a:lnTo>
                    <a:pt x="89582" y="6225222"/>
                  </a:lnTo>
                  <a:lnTo>
                    <a:pt x="89582" y="6224598"/>
                  </a:lnTo>
                  <a:lnTo>
                    <a:pt x="89727" y="6224598"/>
                  </a:lnTo>
                  <a:lnTo>
                    <a:pt x="89872" y="6224598"/>
                  </a:lnTo>
                  <a:lnTo>
                    <a:pt x="90018" y="6224598"/>
                  </a:lnTo>
                  <a:lnTo>
                    <a:pt x="90163" y="6224598"/>
                  </a:lnTo>
                  <a:lnTo>
                    <a:pt x="90309" y="6224598"/>
                  </a:lnTo>
                  <a:lnTo>
                    <a:pt x="90454" y="6224598"/>
                  </a:lnTo>
                  <a:lnTo>
                    <a:pt x="90600" y="6224598"/>
                  </a:lnTo>
                  <a:lnTo>
                    <a:pt x="90745" y="6224598"/>
                  </a:lnTo>
                  <a:lnTo>
                    <a:pt x="90890" y="6224598"/>
                  </a:lnTo>
                  <a:lnTo>
                    <a:pt x="91181" y="6224598"/>
                  </a:lnTo>
                  <a:lnTo>
                    <a:pt x="91327" y="6224598"/>
                  </a:lnTo>
                  <a:lnTo>
                    <a:pt x="91327" y="6223975"/>
                  </a:lnTo>
                  <a:lnTo>
                    <a:pt x="91327" y="6223351"/>
                  </a:lnTo>
                  <a:lnTo>
                    <a:pt x="91472" y="6223351"/>
                  </a:lnTo>
                  <a:lnTo>
                    <a:pt x="91618" y="6223351"/>
                  </a:lnTo>
                  <a:lnTo>
                    <a:pt x="91763" y="6223351"/>
                  </a:lnTo>
                  <a:lnTo>
                    <a:pt x="91908" y="6223351"/>
                  </a:lnTo>
                  <a:lnTo>
                    <a:pt x="91908" y="6222727"/>
                  </a:lnTo>
                  <a:lnTo>
                    <a:pt x="92054" y="6222727"/>
                  </a:lnTo>
                  <a:lnTo>
                    <a:pt x="92199" y="6222727"/>
                  </a:lnTo>
                  <a:lnTo>
                    <a:pt x="92345" y="6222727"/>
                  </a:lnTo>
                  <a:lnTo>
                    <a:pt x="92345" y="6222104"/>
                  </a:lnTo>
                  <a:lnTo>
                    <a:pt x="92345" y="6221480"/>
                  </a:lnTo>
                  <a:lnTo>
                    <a:pt x="92490" y="6221480"/>
                  </a:lnTo>
                  <a:lnTo>
                    <a:pt x="92636" y="6221480"/>
                  </a:lnTo>
                  <a:lnTo>
                    <a:pt x="92781" y="6221480"/>
                  </a:lnTo>
                  <a:lnTo>
                    <a:pt x="92781" y="6220857"/>
                  </a:lnTo>
                  <a:lnTo>
                    <a:pt x="92926" y="6220857"/>
                  </a:lnTo>
                  <a:lnTo>
                    <a:pt x="93072" y="6220857"/>
                  </a:lnTo>
                  <a:lnTo>
                    <a:pt x="93217" y="6220857"/>
                  </a:lnTo>
                  <a:lnTo>
                    <a:pt x="93363" y="6220857"/>
                  </a:lnTo>
                  <a:lnTo>
                    <a:pt x="93363" y="6220233"/>
                  </a:lnTo>
                  <a:lnTo>
                    <a:pt x="93508" y="6220233"/>
                  </a:lnTo>
                  <a:lnTo>
                    <a:pt x="93508" y="6219610"/>
                  </a:lnTo>
                  <a:lnTo>
                    <a:pt x="93654" y="6219610"/>
                  </a:lnTo>
                  <a:lnTo>
                    <a:pt x="93799" y="6219610"/>
                  </a:lnTo>
                  <a:lnTo>
                    <a:pt x="93944" y="6219610"/>
                  </a:lnTo>
                  <a:lnTo>
                    <a:pt x="94090" y="6219610"/>
                  </a:lnTo>
                  <a:lnTo>
                    <a:pt x="94090" y="6218986"/>
                  </a:lnTo>
                  <a:lnTo>
                    <a:pt x="94235" y="6218986"/>
                  </a:lnTo>
                  <a:lnTo>
                    <a:pt x="94381" y="6218986"/>
                  </a:lnTo>
                  <a:lnTo>
                    <a:pt x="94526" y="6218986"/>
                  </a:lnTo>
                  <a:lnTo>
                    <a:pt x="94671" y="6218986"/>
                  </a:lnTo>
                  <a:lnTo>
                    <a:pt x="94817" y="6218986"/>
                  </a:lnTo>
                  <a:lnTo>
                    <a:pt x="94817" y="6218362"/>
                  </a:lnTo>
                  <a:lnTo>
                    <a:pt x="94962" y="6218362"/>
                  </a:lnTo>
                  <a:lnTo>
                    <a:pt x="95108" y="6218362"/>
                  </a:lnTo>
                  <a:lnTo>
                    <a:pt x="95253" y="6218362"/>
                  </a:lnTo>
                  <a:lnTo>
                    <a:pt x="95399" y="6218362"/>
                  </a:lnTo>
                  <a:lnTo>
                    <a:pt x="95399" y="6217739"/>
                  </a:lnTo>
                  <a:lnTo>
                    <a:pt x="95544" y="6217739"/>
                  </a:lnTo>
                  <a:lnTo>
                    <a:pt x="95544" y="6217115"/>
                  </a:lnTo>
                  <a:lnTo>
                    <a:pt x="95689" y="6217115"/>
                  </a:lnTo>
                  <a:lnTo>
                    <a:pt x="95835" y="6217115"/>
                  </a:lnTo>
                  <a:lnTo>
                    <a:pt x="95980" y="6217115"/>
                  </a:lnTo>
                  <a:lnTo>
                    <a:pt x="95980" y="6216492"/>
                  </a:lnTo>
                  <a:lnTo>
                    <a:pt x="96126" y="6216492"/>
                  </a:lnTo>
                  <a:lnTo>
                    <a:pt x="96271" y="6216492"/>
                  </a:lnTo>
                  <a:lnTo>
                    <a:pt x="96271" y="6215868"/>
                  </a:lnTo>
                  <a:lnTo>
                    <a:pt x="96417" y="6215868"/>
                  </a:lnTo>
                  <a:lnTo>
                    <a:pt x="96562" y="6215868"/>
                  </a:lnTo>
                  <a:lnTo>
                    <a:pt x="96707" y="6215868"/>
                  </a:lnTo>
                  <a:lnTo>
                    <a:pt x="96707" y="6215244"/>
                  </a:lnTo>
                  <a:lnTo>
                    <a:pt x="96853" y="6215244"/>
                  </a:lnTo>
                  <a:lnTo>
                    <a:pt x="96998" y="6215244"/>
                  </a:lnTo>
                  <a:lnTo>
                    <a:pt x="97144" y="6215244"/>
                  </a:lnTo>
                  <a:lnTo>
                    <a:pt x="97289" y="6215244"/>
                  </a:lnTo>
                  <a:lnTo>
                    <a:pt x="97289" y="6214621"/>
                  </a:lnTo>
                  <a:lnTo>
                    <a:pt x="97580" y="6214621"/>
                  </a:lnTo>
                  <a:lnTo>
                    <a:pt x="97725" y="6214621"/>
                  </a:lnTo>
                  <a:lnTo>
                    <a:pt x="97871" y="6214621"/>
                  </a:lnTo>
                  <a:lnTo>
                    <a:pt x="98016" y="6214621"/>
                  </a:lnTo>
                  <a:lnTo>
                    <a:pt x="98016" y="6213997"/>
                  </a:lnTo>
                  <a:lnTo>
                    <a:pt x="98162" y="6213997"/>
                  </a:lnTo>
                  <a:lnTo>
                    <a:pt x="98307" y="6213997"/>
                  </a:lnTo>
                  <a:lnTo>
                    <a:pt x="98453" y="6213997"/>
                  </a:lnTo>
                  <a:lnTo>
                    <a:pt x="98453" y="6213374"/>
                  </a:lnTo>
                  <a:lnTo>
                    <a:pt x="98598" y="6213374"/>
                  </a:lnTo>
                  <a:lnTo>
                    <a:pt x="98743" y="6213374"/>
                  </a:lnTo>
                  <a:lnTo>
                    <a:pt x="98743" y="6212750"/>
                  </a:lnTo>
                  <a:lnTo>
                    <a:pt x="98889" y="6212750"/>
                  </a:lnTo>
                  <a:lnTo>
                    <a:pt x="98889" y="6212127"/>
                  </a:lnTo>
                  <a:lnTo>
                    <a:pt x="98889" y="6211503"/>
                  </a:lnTo>
                  <a:lnTo>
                    <a:pt x="98889" y="6210879"/>
                  </a:lnTo>
                  <a:lnTo>
                    <a:pt x="99034" y="6210879"/>
                  </a:lnTo>
                  <a:lnTo>
                    <a:pt x="99180" y="6210879"/>
                  </a:lnTo>
                  <a:lnTo>
                    <a:pt x="99325" y="6210879"/>
                  </a:lnTo>
                  <a:lnTo>
                    <a:pt x="99471" y="6210879"/>
                  </a:lnTo>
                  <a:lnTo>
                    <a:pt x="99616" y="6210879"/>
                  </a:lnTo>
                  <a:lnTo>
                    <a:pt x="99761" y="6210879"/>
                  </a:lnTo>
                  <a:lnTo>
                    <a:pt x="99761" y="6210256"/>
                  </a:lnTo>
                  <a:lnTo>
                    <a:pt x="99761" y="6209632"/>
                  </a:lnTo>
                  <a:lnTo>
                    <a:pt x="99907" y="6209632"/>
                  </a:lnTo>
                  <a:lnTo>
                    <a:pt x="100052" y="6209632"/>
                  </a:lnTo>
                  <a:lnTo>
                    <a:pt x="100052" y="6209009"/>
                  </a:lnTo>
                  <a:lnTo>
                    <a:pt x="100198" y="6209009"/>
                  </a:lnTo>
                  <a:lnTo>
                    <a:pt x="100343" y="6209009"/>
                  </a:lnTo>
                  <a:lnTo>
                    <a:pt x="100489" y="6209009"/>
                  </a:lnTo>
                  <a:lnTo>
                    <a:pt x="100634" y="6209009"/>
                  </a:lnTo>
                  <a:lnTo>
                    <a:pt x="100779" y="6209009"/>
                  </a:lnTo>
                  <a:lnTo>
                    <a:pt x="100925" y="6209009"/>
                  </a:lnTo>
                  <a:lnTo>
                    <a:pt x="101070" y="6209009"/>
                  </a:lnTo>
                  <a:lnTo>
                    <a:pt x="101216" y="6209009"/>
                  </a:lnTo>
                  <a:lnTo>
                    <a:pt x="101361" y="6209009"/>
                  </a:lnTo>
                  <a:lnTo>
                    <a:pt x="101506" y="6209009"/>
                  </a:lnTo>
                  <a:lnTo>
                    <a:pt x="101652" y="6209009"/>
                  </a:lnTo>
                  <a:lnTo>
                    <a:pt x="101652" y="6208385"/>
                  </a:lnTo>
                  <a:lnTo>
                    <a:pt x="101797" y="6208385"/>
                  </a:lnTo>
                  <a:lnTo>
                    <a:pt x="101943" y="6208385"/>
                  </a:lnTo>
                  <a:lnTo>
                    <a:pt x="102088" y="6208385"/>
                  </a:lnTo>
                  <a:lnTo>
                    <a:pt x="102088" y="6207761"/>
                  </a:lnTo>
                  <a:lnTo>
                    <a:pt x="102088" y="6207138"/>
                  </a:lnTo>
                  <a:lnTo>
                    <a:pt x="102234" y="6207138"/>
                  </a:lnTo>
                  <a:lnTo>
                    <a:pt x="102379" y="6207138"/>
                  </a:lnTo>
                  <a:lnTo>
                    <a:pt x="102379" y="6206514"/>
                  </a:lnTo>
                  <a:lnTo>
                    <a:pt x="102524" y="6206514"/>
                  </a:lnTo>
                  <a:lnTo>
                    <a:pt x="102670" y="6206514"/>
                  </a:lnTo>
                  <a:lnTo>
                    <a:pt x="102815" y="6206514"/>
                  </a:lnTo>
                  <a:lnTo>
                    <a:pt x="102961" y="6206514"/>
                  </a:lnTo>
                  <a:lnTo>
                    <a:pt x="102961" y="6205891"/>
                  </a:lnTo>
                  <a:lnTo>
                    <a:pt x="102961" y="6205267"/>
                  </a:lnTo>
                  <a:lnTo>
                    <a:pt x="103106" y="6205267"/>
                  </a:lnTo>
                  <a:lnTo>
                    <a:pt x="103252" y="6205267"/>
                  </a:lnTo>
                  <a:lnTo>
                    <a:pt x="103397" y="6205267"/>
                  </a:lnTo>
                  <a:lnTo>
                    <a:pt x="103397" y="6204644"/>
                  </a:lnTo>
                  <a:lnTo>
                    <a:pt x="103542" y="6204644"/>
                  </a:lnTo>
                  <a:lnTo>
                    <a:pt x="103542" y="6204020"/>
                  </a:lnTo>
                  <a:lnTo>
                    <a:pt x="103688" y="6204020"/>
                  </a:lnTo>
                  <a:lnTo>
                    <a:pt x="103979" y="6204020"/>
                  </a:lnTo>
                  <a:lnTo>
                    <a:pt x="104124" y="6204020"/>
                  </a:lnTo>
                  <a:lnTo>
                    <a:pt x="104270" y="6204020"/>
                  </a:lnTo>
                  <a:lnTo>
                    <a:pt x="104415" y="6204020"/>
                  </a:lnTo>
                  <a:lnTo>
                    <a:pt x="104415" y="6203396"/>
                  </a:lnTo>
                  <a:lnTo>
                    <a:pt x="104415" y="6202773"/>
                  </a:lnTo>
                  <a:lnTo>
                    <a:pt x="104560" y="6202773"/>
                  </a:lnTo>
                  <a:lnTo>
                    <a:pt x="104706" y="6202773"/>
                  </a:lnTo>
                  <a:lnTo>
                    <a:pt x="104706" y="6202149"/>
                  </a:lnTo>
                  <a:lnTo>
                    <a:pt x="104851" y="6202149"/>
                  </a:lnTo>
                  <a:lnTo>
                    <a:pt x="104851" y="6201526"/>
                  </a:lnTo>
                  <a:lnTo>
                    <a:pt x="104851" y="6200902"/>
                  </a:lnTo>
                  <a:lnTo>
                    <a:pt x="104997" y="6200902"/>
                  </a:lnTo>
                  <a:lnTo>
                    <a:pt x="105142" y="6200902"/>
                  </a:lnTo>
                  <a:lnTo>
                    <a:pt x="105288" y="6200902"/>
                  </a:lnTo>
                  <a:lnTo>
                    <a:pt x="105433" y="6200902"/>
                  </a:lnTo>
                  <a:lnTo>
                    <a:pt x="105578" y="6200902"/>
                  </a:lnTo>
                  <a:lnTo>
                    <a:pt x="105724" y="6200902"/>
                  </a:lnTo>
                  <a:lnTo>
                    <a:pt x="105869" y="6200902"/>
                  </a:lnTo>
                  <a:lnTo>
                    <a:pt x="106015" y="6200902"/>
                  </a:lnTo>
                  <a:lnTo>
                    <a:pt x="106160" y="6200902"/>
                  </a:lnTo>
                  <a:lnTo>
                    <a:pt x="106306" y="6200902"/>
                  </a:lnTo>
                  <a:lnTo>
                    <a:pt x="106451" y="6200902"/>
                  </a:lnTo>
                  <a:lnTo>
                    <a:pt x="106451" y="6199655"/>
                  </a:lnTo>
                  <a:lnTo>
                    <a:pt x="106596" y="6199655"/>
                  </a:lnTo>
                  <a:lnTo>
                    <a:pt x="106742" y="6199655"/>
                  </a:lnTo>
                  <a:lnTo>
                    <a:pt x="106887" y="6199655"/>
                  </a:lnTo>
                  <a:lnTo>
                    <a:pt x="107033" y="6199655"/>
                  </a:lnTo>
                  <a:lnTo>
                    <a:pt x="107033" y="6199031"/>
                  </a:lnTo>
                  <a:lnTo>
                    <a:pt x="107178" y="6199031"/>
                  </a:lnTo>
                  <a:lnTo>
                    <a:pt x="107324" y="6199031"/>
                  </a:lnTo>
                  <a:lnTo>
                    <a:pt x="107469" y="6199031"/>
                  </a:lnTo>
                  <a:lnTo>
                    <a:pt x="107614" y="6199031"/>
                  </a:lnTo>
                  <a:lnTo>
                    <a:pt x="107760" y="6199031"/>
                  </a:lnTo>
                  <a:lnTo>
                    <a:pt x="107905" y="6199031"/>
                  </a:lnTo>
                  <a:lnTo>
                    <a:pt x="108051" y="6199031"/>
                  </a:lnTo>
                  <a:lnTo>
                    <a:pt x="108196" y="6199031"/>
                  </a:lnTo>
                  <a:lnTo>
                    <a:pt x="108341" y="6199031"/>
                  </a:lnTo>
                  <a:lnTo>
                    <a:pt x="108341" y="6198408"/>
                  </a:lnTo>
                  <a:lnTo>
                    <a:pt x="108487" y="6198408"/>
                  </a:lnTo>
                  <a:lnTo>
                    <a:pt x="108632" y="6198408"/>
                  </a:lnTo>
                  <a:lnTo>
                    <a:pt x="108632" y="6197784"/>
                  </a:lnTo>
                  <a:lnTo>
                    <a:pt x="108778" y="6197784"/>
                  </a:lnTo>
                  <a:lnTo>
                    <a:pt x="108923" y="6197784"/>
                  </a:lnTo>
                  <a:lnTo>
                    <a:pt x="109069" y="6197784"/>
                  </a:lnTo>
                  <a:lnTo>
                    <a:pt x="109214" y="6197784"/>
                  </a:lnTo>
                  <a:lnTo>
                    <a:pt x="109359" y="6197784"/>
                  </a:lnTo>
                  <a:lnTo>
                    <a:pt x="109505" y="6197784"/>
                  </a:lnTo>
                  <a:lnTo>
                    <a:pt x="109505" y="6197161"/>
                  </a:lnTo>
                  <a:lnTo>
                    <a:pt x="109650" y="6197161"/>
                  </a:lnTo>
                  <a:lnTo>
                    <a:pt x="109796" y="6197161"/>
                  </a:lnTo>
                  <a:lnTo>
                    <a:pt x="109941" y="6197161"/>
                  </a:lnTo>
                  <a:lnTo>
                    <a:pt x="110087" y="6197161"/>
                  </a:lnTo>
                  <a:lnTo>
                    <a:pt x="110232" y="6197161"/>
                  </a:lnTo>
                  <a:lnTo>
                    <a:pt x="110377" y="6197161"/>
                  </a:lnTo>
                  <a:lnTo>
                    <a:pt x="110523" y="6197161"/>
                  </a:lnTo>
                  <a:lnTo>
                    <a:pt x="110668" y="6197161"/>
                  </a:lnTo>
                  <a:lnTo>
                    <a:pt x="110814" y="6197161"/>
                  </a:lnTo>
                  <a:lnTo>
                    <a:pt x="110959" y="6197161"/>
                  </a:lnTo>
                  <a:lnTo>
                    <a:pt x="111105" y="6197161"/>
                  </a:lnTo>
                  <a:lnTo>
                    <a:pt x="111105" y="6196537"/>
                  </a:lnTo>
                  <a:lnTo>
                    <a:pt x="111250" y="6196537"/>
                  </a:lnTo>
                  <a:lnTo>
                    <a:pt x="111250" y="6195913"/>
                  </a:lnTo>
                  <a:lnTo>
                    <a:pt x="111250" y="6195290"/>
                  </a:lnTo>
                  <a:lnTo>
                    <a:pt x="111395" y="6195290"/>
                  </a:lnTo>
                  <a:lnTo>
                    <a:pt x="111541" y="6195290"/>
                  </a:lnTo>
                  <a:lnTo>
                    <a:pt x="111686" y="6195290"/>
                  </a:lnTo>
                  <a:lnTo>
                    <a:pt x="111832" y="6195290"/>
                  </a:lnTo>
                  <a:lnTo>
                    <a:pt x="111977" y="6195290"/>
                  </a:lnTo>
                  <a:lnTo>
                    <a:pt x="112123" y="6195290"/>
                  </a:lnTo>
                  <a:lnTo>
                    <a:pt x="112268" y="6195290"/>
                  </a:lnTo>
                  <a:lnTo>
                    <a:pt x="112413" y="6195290"/>
                  </a:lnTo>
                  <a:lnTo>
                    <a:pt x="112704" y="6195290"/>
                  </a:lnTo>
                  <a:lnTo>
                    <a:pt x="112850" y="6195290"/>
                  </a:lnTo>
                  <a:lnTo>
                    <a:pt x="112995" y="6195290"/>
                  </a:lnTo>
                  <a:lnTo>
                    <a:pt x="112995" y="6194666"/>
                  </a:lnTo>
                  <a:lnTo>
                    <a:pt x="113141" y="6194666"/>
                  </a:lnTo>
                  <a:lnTo>
                    <a:pt x="113286" y="6194666"/>
                  </a:lnTo>
                  <a:lnTo>
                    <a:pt x="113286" y="6194043"/>
                  </a:lnTo>
                  <a:lnTo>
                    <a:pt x="113431" y="6194043"/>
                  </a:lnTo>
                  <a:lnTo>
                    <a:pt x="113577" y="6194043"/>
                  </a:lnTo>
                  <a:lnTo>
                    <a:pt x="113577" y="6193419"/>
                  </a:lnTo>
                  <a:lnTo>
                    <a:pt x="113722" y="6193419"/>
                  </a:lnTo>
                  <a:lnTo>
                    <a:pt x="113868" y="6193419"/>
                  </a:lnTo>
                  <a:lnTo>
                    <a:pt x="114013" y="6193419"/>
                  </a:lnTo>
                  <a:lnTo>
                    <a:pt x="114159" y="6193419"/>
                  </a:lnTo>
                  <a:lnTo>
                    <a:pt x="114304" y="6193419"/>
                  </a:lnTo>
                  <a:lnTo>
                    <a:pt x="114304" y="6192796"/>
                  </a:lnTo>
                  <a:lnTo>
                    <a:pt x="114449" y="6192796"/>
                  </a:lnTo>
                  <a:lnTo>
                    <a:pt x="114595" y="6192796"/>
                  </a:lnTo>
                  <a:lnTo>
                    <a:pt x="114595" y="6192172"/>
                  </a:lnTo>
                  <a:lnTo>
                    <a:pt x="114740" y="6192172"/>
                  </a:lnTo>
                  <a:lnTo>
                    <a:pt x="114740" y="6191548"/>
                  </a:lnTo>
                  <a:lnTo>
                    <a:pt x="114886" y="6191548"/>
                  </a:lnTo>
                  <a:lnTo>
                    <a:pt x="115031" y="6191548"/>
                  </a:lnTo>
                  <a:lnTo>
                    <a:pt x="115176" y="6191548"/>
                  </a:lnTo>
                  <a:lnTo>
                    <a:pt x="115322" y="6191548"/>
                  </a:lnTo>
                  <a:lnTo>
                    <a:pt x="115467" y="6191548"/>
                  </a:lnTo>
                  <a:lnTo>
                    <a:pt x="115613" y="6191548"/>
                  </a:lnTo>
                  <a:lnTo>
                    <a:pt x="115758" y="6191548"/>
                  </a:lnTo>
                  <a:lnTo>
                    <a:pt x="115904" y="6191548"/>
                  </a:lnTo>
                  <a:lnTo>
                    <a:pt x="116049" y="6191548"/>
                  </a:lnTo>
                  <a:lnTo>
                    <a:pt x="116194" y="6190925"/>
                  </a:lnTo>
                  <a:lnTo>
                    <a:pt x="116340" y="6190925"/>
                  </a:lnTo>
                  <a:lnTo>
                    <a:pt x="116485" y="6190925"/>
                  </a:lnTo>
                  <a:lnTo>
                    <a:pt x="116631" y="6190925"/>
                  </a:lnTo>
                  <a:lnTo>
                    <a:pt x="116776" y="6190925"/>
                  </a:lnTo>
                  <a:lnTo>
                    <a:pt x="116776" y="6190301"/>
                  </a:lnTo>
                  <a:lnTo>
                    <a:pt x="116922" y="6190301"/>
                  </a:lnTo>
                  <a:lnTo>
                    <a:pt x="117067" y="6189678"/>
                  </a:lnTo>
                  <a:lnTo>
                    <a:pt x="117212" y="6189678"/>
                  </a:lnTo>
                  <a:lnTo>
                    <a:pt x="117212" y="6189054"/>
                  </a:lnTo>
                  <a:lnTo>
                    <a:pt x="117358" y="6189054"/>
                  </a:lnTo>
                  <a:lnTo>
                    <a:pt x="117358" y="6188430"/>
                  </a:lnTo>
                  <a:lnTo>
                    <a:pt x="117503" y="6188430"/>
                  </a:lnTo>
                  <a:lnTo>
                    <a:pt x="117649" y="6188430"/>
                  </a:lnTo>
                  <a:lnTo>
                    <a:pt x="117649" y="6187807"/>
                  </a:lnTo>
                  <a:lnTo>
                    <a:pt x="117794" y="6187807"/>
                  </a:lnTo>
                  <a:lnTo>
                    <a:pt x="117940" y="6187807"/>
                  </a:lnTo>
                  <a:lnTo>
                    <a:pt x="118085" y="6187807"/>
                  </a:lnTo>
                  <a:lnTo>
                    <a:pt x="118230" y="6187807"/>
                  </a:lnTo>
                  <a:lnTo>
                    <a:pt x="118376" y="6187807"/>
                  </a:lnTo>
                  <a:lnTo>
                    <a:pt x="118521" y="6187807"/>
                  </a:lnTo>
                  <a:lnTo>
                    <a:pt x="118667" y="6187807"/>
                  </a:lnTo>
                  <a:lnTo>
                    <a:pt x="118812" y="6187807"/>
                  </a:lnTo>
                  <a:lnTo>
                    <a:pt x="118958" y="6187807"/>
                  </a:lnTo>
                  <a:lnTo>
                    <a:pt x="118958" y="6187183"/>
                  </a:lnTo>
                  <a:lnTo>
                    <a:pt x="119103" y="6187183"/>
                  </a:lnTo>
                  <a:lnTo>
                    <a:pt x="119248" y="6187183"/>
                  </a:lnTo>
                  <a:lnTo>
                    <a:pt x="119394" y="6187183"/>
                  </a:lnTo>
                  <a:lnTo>
                    <a:pt x="119539" y="6187183"/>
                  </a:lnTo>
                  <a:lnTo>
                    <a:pt x="119685" y="6187183"/>
                  </a:lnTo>
                  <a:lnTo>
                    <a:pt x="119830" y="6187183"/>
                  </a:lnTo>
                  <a:lnTo>
                    <a:pt x="119830" y="6186560"/>
                  </a:lnTo>
                  <a:lnTo>
                    <a:pt x="119976" y="6186560"/>
                  </a:lnTo>
                  <a:lnTo>
                    <a:pt x="119976" y="6185936"/>
                  </a:lnTo>
                  <a:lnTo>
                    <a:pt x="120121" y="6185936"/>
                  </a:lnTo>
                  <a:lnTo>
                    <a:pt x="120121" y="6185313"/>
                  </a:lnTo>
                  <a:lnTo>
                    <a:pt x="120266" y="6185313"/>
                  </a:lnTo>
                  <a:lnTo>
                    <a:pt x="120412" y="6185313"/>
                  </a:lnTo>
                  <a:lnTo>
                    <a:pt x="120557" y="6185313"/>
                  </a:lnTo>
                  <a:lnTo>
                    <a:pt x="120703" y="6185313"/>
                  </a:lnTo>
                  <a:lnTo>
                    <a:pt x="120848" y="6185313"/>
                  </a:lnTo>
                  <a:lnTo>
                    <a:pt x="120994" y="6185313"/>
                  </a:lnTo>
                  <a:lnTo>
                    <a:pt x="121139" y="6185313"/>
                  </a:lnTo>
                  <a:lnTo>
                    <a:pt x="121284" y="6185313"/>
                  </a:lnTo>
                  <a:lnTo>
                    <a:pt x="121284" y="6184689"/>
                  </a:lnTo>
                  <a:lnTo>
                    <a:pt x="121284" y="6184065"/>
                  </a:lnTo>
                  <a:lnTo>
                    <a:pt x="121430" y="6184065"/>
                  </a:lnTo>
                  <a:lnTo>
                    <a:pt x="121430" y="6183442"/>
                  </a:lnTo>
                  <a:lnTo>
                    <a:pt x="121575" y="6183442"/>
                  </a:lnTo>
                  <a:lnTo>
                    <a:pt x="121721" y="6183442"/>
                  </a:lnTo>
                  <a:lnTo>
                    <a:pt x="121866" y="6183442"/>
                  </a:lnTo>
                  <a:lnTo>
                    <a:pt x="122011" y="6183442"/>
                  </a:lnTo>
                  <a:lnTo>
                    <a:pt x="122011" y="6182818"/>
                  </a:lnTo>
                  <a:lnTo>
                    <a:pt x="122157" y="6182818"/>
                  </a:lnTo>
                  <a:lnTo>
                    <a:pt x="122302" y="6182195"/>
                  </a:lnTo>
                  <a:lnTo>
                    <a:pt x="122448" y="6182195"/>
                  </a:lnTo>
                  <a:lnTo>
                    <a:pt x="122593" y="6182195"/>
                  </a:lnTo>
                  <a:lnTo>
                    <a:pt x="122739" y="6182195"/>
                  </a:lnTo>
                  <a:lnTo>
                    <a:pt x="122739" y="6181571"/>
                  </a:lnTo>
                  <a:lnTo>
                    <a:pt x="122739" y="6180947"/>
                  </a:lnTo>
                  <a:lnTo>
                    <a:pt x="122884" y="6180947"/>
                  </a:lnTo>
                  <a:lnTo>
                    <a:pt x="123029" y="6180947"/>
                  </a:lnTo>
                  <a:lnTo>
                    <a:pt x="123175" y="6180947"/>
                  </a:lnTo>
                  <a:lnTo>
                    <a:pt x="123320" y="6180947"/>
                  </a:lnTo>
                  <a:lnTo>
                    <a:pt x="123466" y="6180947"/>
                  </a:lnTo>
                  <a:lnTo>
                    <a:pt x="123611" y="6180947"/>
                  </a:lnTo>
                  <a:lnTo>
                    <a:pt x="123757" y="6180947"/>
                  </a:lnTo>
                  <a:lnTo>
                    <a:pt x="123902" y="6180947"/>
                  </a:lnTo>
                  <a:lnTo>
                    <a:pt x="124047" y="6180947"/>
                  </a:lnTo>
                  <a:lnTo>
                    <a:pt x="124193" y="6180947"/>
                  </a:lnTo>
                  <a:lnTo>
                    <a:pt x="124338" y="6180947"/>
                  </a:lnTo>
                  <a:lnTo>
                    <a:pt x="124484" y="6180947"/>
                  </a:lnTo>
                  <a:lnTo>
                    <a:pt x="124629" y="6180947"/>
                  </a:lnTo>
                  <a:lnTo>
                    <a:pt x="124775" y="6180947"/>
                  </a:lnTo>
                  <a:lnTo>
                    <a:pt x="124920" y="6180947"/>
                  </a:lnTo>
                  <a:lnTo>
                    <a:pt x="124920" y="6180324"/>
                  </a:lnTo>
                  <a:lnTo>
                    <a:pt x="125065" y="6180324"/>
                  </a:lnTo>
                  <a:lnTo>
                    <a:pt x="125211" y="6179700"/>
                  </a:lnTo>
                  <a:lnTo>
                    <a:pt x="125356" y="6179700"/>
                  </a:lnTo>
                  <a:lnTo>
                    <a:pt x="125502" y="6179700"/>
                  </a:lnTo>
                  <a:lnTo>
                    <a:pt x="125647" y="6179700"/>
                  </a:lnTo>
                  <a:lnTo>
                    <a:pt x="125793" y="6179700"/>
                  </a:lnTo>
                  <a:lnTo>
                    <a:pt x="125938" y="6179700"/>
                  </a:lnTo>
                  <a:lnTo>
                    <a:pt x="126083" y="6179700"/>
                  </a:lnTo>
                  <a:lnTo>
                    <a:pt x="126229" y="6179700"/>
                  </a:lnTo>
                  <a:lnTo>
                    <a:pt x="126229" y="6179077"/>
                  </a:lnTo>
                  <a:lnTo>
                    <a:pt x="126229" y="6178453"/>
                  </a:lnTo>
                  <a:lnTo>
                    <a:pt x="126229" y="6177830"/>
                  </a:lnTo>
                  <a:lnTo>
                    <a:pt x="126229" y="6177206"/>
                  </a:lnTo>
                  <a:lnTo>
                    <a:pt x="126229" y="6176582"/>
                  </a:lnTo>
                  <a:lnTo>
                    <a:pt x="126374" y="6176582"/>
                  </a:lnTo>
                  <a:lnTo>
                    <a:pt x="126520" y="6176582"/>
                  </a:lnTo>
                  <a:lnTo>
                    <a:pt x="126665" y="6176582"/>
                  </a:lnTo>
                  <a:lnTo>
                    <a:pt x="126811" y="6176582"/>
                  </a:lnTo>
                  <a:lnTo>
                    <a:pt x="127101" y="6176582"/>
                  </a:lnTo>
                  <a:lnTo>
                    <a:pt x="127247" y="6176582"/>
                  </a:lnTo>
                  <a:lnTo>
                    <a:pt x="127392" y="6176582"/>
                  </a:lnTo>
                  <a:lnTo>
                    <a:pt x="127538" y="6176582"/>
                  </a:lnTo>
                  <a:lnTo>
                    <a:pt x="127683" y="6176582"/>
                  </a:lnTo>
                  <a:lnTo>
                    <a:pt x="127829" y="6176582"/>
                  </a:lnTo>
                  <a:lnTo>
                    <a:pt x="127974" y="6176582"/>
                  </a:lnTo>
                  <a:lnTo>
                    <a:pt x="127974" y="6175959"/>
                  </a:lnTo>
                  <a:lnTo>
                    <a:pt x="128119" y="6175959"/>
                  </a:lnTo>
                  <a:lnTo>
                    <a:pt x="128119" y="6175335"/>
                  </a:lnTo>
                  <a:lnTo>
                    <a:pt x="128265" y="6175335"/>
                  </a:lnTo>
                  <a:lnTo>
                    <a:pt x="128410" y="6175335"/>
                  </a:lnTo>
                  <a:lnTo>
                    <a:pt x="128556" y="6175335"/>
                  </a:lnTo>
                  <a:lnTo>
                    <a:pt x="128556" y="6174712"/>
                  </a:lnTo>
                  <a:lnTo>
                    <a:pt x="128556" y="6174088"/>
                  </a:lnTo>
                  <a:lnTo>
                    <a:pt x="128701" y="6174088"/>
                  </a:lnTo>
                  <a:lnTo>
                    <a:pt x="128846" y="6174088"/>
                  </a:lnTo>
                  <a:lnTo>
                    <a:pt x="128992" y="6174088"/>
                  </a:lnTo>
                  <a:lnTo>
                    <a:pt x="128992" y="6173464"/>
                  </a:lnTo>
                  <a:lnTo>
                    <a:pt x="128992" y="6172841"/>
                  </a:lnTo>
                  <a:lnTo>
                    <a:pt x="129137" y="6172841"/>
                  </a:lnTo>
                  <a:lnTo>
                    <a:pt x="129283" y="6172841"/>
                  </a:lnTo>
                  <a:lnTo>
                    <a:pt x="129428" y="6172841"/>
                  </a:lnTo>
                  <a:lnTo>
                    <a:pt x="129428" y="6172217"/>
                  </a:lnTo>
                  <a:lnTo>
                    <a:pt x="129574" y="6172217"/>
                  </a:lnTo>
                  <a:lnTo>
                    <a:pt x="129574" y="6171594"/>
                  </a:lnTo>
                  <a:lnTo>
                    <a:pt x="129719" y="6171594"/>
                  </a:lnTo>
                  <a:lnTo>
                    <a:pt x="129864" y="6171594"/>
                  </a:lnTo>
                  <a:lnTo>
                    <a:pt x="130010" y="6171594"/>
                  </a:lnTo>
                  <a:lnTo>
                    <a:pt x="130155" y="6171594"/>
                  </a:lnTo>
                  <a:lnTo>
                    <a:pt x="130155" y="6170970"/>
                  </a:lnTo>
                  <a:lnTo>
                    <a:pt x="130301" y="6170347"/>
                  </a:lnTo>
                  <a:lnTo>
                    <a:pt x="130301" y="6169723"/>
                  </a:lnTo>
                  <a:lnTo>
                    <a:pt x="130446" y="6169723"/>
                  </a:lnTo>
                  <a:lnTo>
                    <a:pt x="130592" y="6169723"/>
                  </a:lnTo>
                  <a:lnTo>
                    <a:pt x="130737" y="6169723"/>
                  </a:lnTo>
                  <a:lnTo>
                    <a:pt x="130737" y="6169099"/>
                  </a:lnTo>
                  <a:lnTo>
                    <a:pt x="130737" y="6168476"/>
                  </a:lnTo>
                  <a:lnTo>
                    <a:pt x="130882" y="6168476"/>
                  </a:lnTo>
                  <a:lnTo>
                    <a:pt x="131028" y="6168476"/>
                  </a:lnTo>
                  <a:lnTo>
                    <a:pt x="131028" y="6167852"/>
                  </a:lnTo>
                  <a:lnTo>
                    <a:pt x="131319" y="6166605"/>
                  </a:lnTo>
                  <a:lnTo>
                    <a:pt x="131464" y="6166605"/>
                  </a:lnTo>
                  <a:lnTo>
                    <a:pt x="131610" y="6166605"/>
                  </a:lnTo>
                  <a:lnTo>
                    <a:pt x="131755" y="6166605"/>
                  </a:lnTo>
                  <a:lnTo>
                    <a:pt x="132046" y="6166605"/>
                  </a:lnTo>
                  <a:lnTo>
                    <a:pt x="132191" y="6166605"/>
                  </a:lnTo>
                  <a:lnTo>
                    <a:pt x="132337" y="6166605"/>
                  </a:lnTo>
                  <a:lnTo>
                    <a:pt x="132482" y="6166605"/>
                  </a:lnTo>
                  <a:lnTo>
                    <a:pt x="132482" y="6165981"/>
                  </a:lnTo>
                  <a:lnTo>
                    <a:pt x="132628" y="6165981"/>
                  </a:lnTo>
                  <a:lnTo>
                    <a:pt x="132773" y="6165981"/>
                  </a:lnTo>
                  <a:lnTo>
                    <a:pt x="132918" y="6165981"/>
                  </a:lnTo>
                  <a:lnTo>
                    <a:pt x="133064" y="6165981"/>
                  </a:lnTo>
                  <a:lnTo>
                    <a:pt x="133209" y="6165981"/>
                  </a:lnTo>
                  <a:lnTo>
                    <a:pt x="133355" y="6165981"/>
                  </a:lnTo>
                  <a:lnTo>
                    <a:pt x="133500" y="6165981"/>
                  </a:lnTo>
                  <a:lnTo>
                    <a:pt x="133646" y="6165981"/>
                  </a:lnTo>
                  <a:lnTo>
                    <a:pt x="133791" y="6165981"/>
                  </a:lnTo>
                  <a:lnTo>
                    <a:pt x="133936" y="6165981"/>
                  </a:lnTo>
                  <a:lnTo>
                    <a:pt x="134082" y="6165981"/>
                  </a:lnTo>
                  <a:lnTo>
                    <a:pt x="134227" y="6165981"/>
                  </a:lnTo>
                  <a:lnTo>
                    <a:pt x="134373" y="6165981"/>
                  </a:lnTo>
                  <a:lnTo>
                    <a:pt x="134518" y="6165981"/>
                  </a:lnTo>
                  <a:lnTo>
                    <a:pt x="134518" y="6165358"/>
                  </a:lnTo>
                  <a:lnTo>
                    <a:pt x="134664" y="6165358"/>
                  </a:lnTo>
                  <a:lnTo>
                    <a:pt x="134809" y="6165358"/>
                  </a:lnTo>
                  <a:lnTo>
                    <a:pt x="134809" y="6164734"/>
                  </a:lnTo>
                  <a:lnTo>
                    <a:pt x="134954" y="6164734"/>
                  </a:lnTo>
                  <a:lnTo>
                    <a:pt x="135100" y="6164734"/>
                  </a:lnTo>
                  <a:lnTo>
                    <a:pt x="135245" y="6164734"/>
                  </a:lnTo>
                  <a:lnTo>
                    <a:pt x="135245" y="6164111"/>
                  </a:lnTo>
                  <a:lnTo>
                    <a:pt x="135391" y="6164111"/>
                  </a:lnTo>
                  <a:lnTo>
                    <a:pt x="135536" y="6164111"/>
                  </a:lnTo>
                  <a:lnTo>
                    <a:pt x="135681" y="6164111"/>
                  </a:lnTo>
                  <a:lnTo>
                    <a:pt x="135827" y="6164111"/>
                  </a:lnTo>
                  <a:lnTo>
                    <a:pt x="135972" y="6164111"/>
                  </a:lnTo>
                  <a:lnTo>
                    <a:pt x="136263" y="6164111"/>
                  </a:lnTo>
                  <a:lnTo>
                    <a:pt x="136409" y="6164111"/>
                  </a:lnTo>
                  <a:lnTo>
                    <a:pt x="136554" y="6164111"/>
                  </a:lnTo>
                  <a:lnTo>
                    <a:pt x="136699" y="6164111"/>
                  </a:lnTo>
                  <a:lnTo>
                    <a:pt x="136845" y="6164111"/>
                  </a:lnTo>
                  <a:lnTo>
                    <a:pt x="136990" y="6164111"/>
                  </a:lnTo>
                  <a:lnTo>
                    <a:pt x="137136" y="6164111"/>
                  </a:lnTo>
                  <a:lnTo>
                    <a:pt x="137281" y="6164111"/>
                  </a:lnTo>
                  <a:lnTo>
                    <a:pt x="137281" y="6163487"/>
                  </a:lnTo>
                  <a:lnTo>
                    <a:pt x="137281" y="6162864"/>
                  </a:lnTo>
                  <a:lnTo>
                    <a:pt x="137427" y="6162864"/>
                  </a:lnTo>
                  <a:lnTo>
                    <a:pt x="137572" y="6162864"/>
                  </a:lnTo>
                  <a:lnTo>
                    <a:pt x="137717" y="6162864"/>
                  </a:lnTo>
                  <a:lnTo>
                    <a:pt x="137863" y="6162864"/>
                  </a:lnTo>
                  <a:lnTo>
                    <a:pt x="138008" y="6162864"/>
                  </a:lnTo>
                  <a:lnTo>
                    <a:pt x="138154" y="6162864"/>
                  </a:lnTo>
                  <a:lnTo>
                    <a:pt x="138299" y="6162864"/>
                  </a:lnTo>
                  <a:lnTo>
                    <a:pt x="138299" y="6162240"/>
                  </a:lnTo>
                  <a:lnTo>
                    <a:pt x="138445" y="6162240"/>
                  </a:lnTo>
                  <a:lnTo>
                    <a:pt x="138590" y="6162240"/>
                  </a:lnTo>
                  <a:lnTo>
                    <a:pt x="138735" y="6162240"/>
                  </a:lnTo>
                  <a:lnTo>
                    <a:pt x="138881" y="6162240"/>
                  </a:lnTo>
                  <a:lnTo>
                    <a:pt x="139026" y="6162240"/>
                  </a:lnTo>
                  <a:lnTo>
                    <a:pt x="139172" y="6162240"/>
                  </a:lnTo>
                  <a:lnTo>
                    <a:pt x="139317" y="6162240"/>
                  </a:lnTo>
                  <a:lnTo>
                    <a:pt x="139463" y="6162240"/>
                  </a:lnTo>
                  <a:lnTo>
                    <a:pt x="139753" y="6162240"/>
                  </a:lnTo>
                  <a:lnTo>
                    <a:pt x="139899" y="6162240"/>
                  </a:lnTo>
                  <a:lnTo>
                    <a:pt x="140044" y="6162240"/>
                  </a:lnTo>
                  <a:lnTo>
                    <a:pt x="140044" y="6161616"/>
                  </a:lnTo>
                  <a:lnTo>
                    <a:pt x="140190" y="6161616"/>
                  </a:lnTo>
                  <a:lnTo>
                    <a:pt x="140335" y="6161616"/>
                  </a:lnTo>
                  <a:lnTo>
                    <a:pt x="140481" y="6161616"/>
                  </a:lnTo>
                  <a:lnTo>
                    <a:pt x="140626" y="6161616"/>
                  </a:lnTo>
                  <a:lnTo>
                    <a:pt x="140771" y="6161616"/>
                  </a:lnTo>
                  <a:lnTo>
                    <a:pt x="140771" y="6160993"/>
                  </a:lnTo>
                  <a:lnTo>
                    <a:pt x="140771" y="6160369"/>
                  </a:lnTo>
                  <a:lnTo>
                    <a:pt x="140917" y="6160369"/>
                  </a:lnTo>
                  <a:lnTo>
                    <a:pt x="141062" y="6160369"/>
                  </a:lnTo>
                  <a:lnTo>
                    <a:pt x="141208" y="6160369"/>
                  </a:lnTo>
                  <a:lnTo>
                    <a:pt x="141208" y="6159746"/>
                  </a:lnTo>
                  <a:lnTo>
                    <a:pt x="141353" y="6159746"/>
                  </a:lnTo>
                  <a:lnTo>
                    <a:pt x="141499" y="6159746"/>
                  </a:lnTo>
                  <a:lnTo>
                    <a:pt x="141644" y="6159746"/>
                  </a:lnTo>
                  <a:lnTo>
                    <a:pt x="141644" y="6159122"/>
                  </a:lnTo>
                  <a:lnTo>
                    <a:pt x="141789" y="6159122"/>
                  </a:lnTo>
                  <a:lnTo>
                    <a:pt x="141935" y="6159122"/>
                  </a:lnTo>
                  <a:lnTo>
                    <a:pt x="142080" y="6159122"/>
                  </a:lnTo>
                  <a:lnTo>
                    <a:pt x="142226" y="6159122"/>
                  </a:lnTo>
                  <a:lnTo>
                    <a:pt x="142371" y="6159122"/>
                  </a:lnTo>
                  <a:lnTo>
                    <a:pt x="142516" y="6159122"/>
                  </a:lnTo>
                  <a:lnTo>
                    <a:pt x="142516" y="6158498"/>
                  </a:lnTo>
                  <a:lnTo>
                    <a:pt x="142662" y="6158498"/>
                  </a:lnTo>
                  <a:lnTo>
                    <a:pt x="142662" y="6157875"/>
                  </a:lnTo>
                  <a:lnTo>
                    <a:pt x="142807" y="6157875"/>
                  </a:lnTo>
                  <a:lnTo>
                    <a:pt x="142953" y="6157875"/>
                  </a:lnTo>
                  <a:lnTo>
                    <a:pt x="143098" y="6157875"/>
                  </a:lnTo>
                  <a:lnTo>
                    <a:pt x="143244" y="6157875"/>
                  </a:lnTo>
                  <a:lnTo>
                    <a:pt x="143389" y="6157875"/>
                  </a:lnTo>
                  <a:lnTo>
                    <a:pt x="143534" y="6157875"/>
                  </a:lnTo>
                  <a:lnTo>
                    <a:pt x="143680" y="6157875"/>
                  </a:lnTo>
                  <a:lnTo>
                    <a:pt x="143825" y="6157875"/>
                  </a:lnTo>
                  <a:lnTo>
                    <a:pt x="143971" y="6157875"/>
                  </a:lnTo>
                  <a:lnTo>
                    <a:pt x="144116" y="6157875"/>
                  </a:lnTo>
                  <a:lnTo>
                    <a:pt x="144116" y="6157251"/>
                  </a:lnTo>
                  <a:lnTo>
                    <a:pt x="144116" y="6156628"/>
                  </a:lnTo>
                  <a:lnTo>
                    <a:pt x="144262" y="6156628"/>
                  </a:lnTo>
                  <a:lnTo>
                    <a:pt x="144407" y="6156628"/>
                  </a:lnTo>
                  <a:lnTo>
                    <a:pt x="144552" y="6156628"/>
                  </a:lnTo>
                  <a:lnTo>
                    <a:pt x="144698" y="6156628"/>
                  </a:lnTo>
                  <a:lnTo>
                    <a:pt x="144843" y="6156004"/>
                  </a:lnTo>
                  <a:lnTo>
                    <a:pt x="144989" y="6156004"/>
                  </a:lnTo>
                  <a:lnTo>
                    <a:pt x="145134" y="6156004"/>
                  </a:lnTo>
                  <a:lnTo>
                    <a:pt x="145425" y="6156004"/>
                  </a:lnTo>
                  <a:lnTo>
                    <a:pt x="145570" y="6156004"/>
                  </a:lnTo>
                  <a:lnTo>
                    <a:pt x="145716" y="6156004"/>
                  </a:lnTo>
                  <a:lnTo>
                    <a:pt x="145716" y="6155381"/>
                  </a:lnTo>
                  <a:lnTo>
                    <a:pt x="145861" y="6155381"/>
                  </a:lnTo>
                  <a:lnTo>
                    <a:pt x="145861" y="6154757"/>
                  </a:lnTo>
                  <a:lnTo>
                    <a:pt x="146007" y="6154757"/>
                  </a:lnTo>
                  <a:lnTo>
                    <a:pt x="146152" y="6154757"/>
                  </a:lnTo>
                  <a:lnTo>
                    <a:pt x="146298" y="6154757"/>
                  </a:lnTo>
                  <a:lnTo>
                    <a:pt x="146298" y="6153510"/>
                  </a:lnTo>
                  <a:lnTo>
                    <a:pt x="146443" y="6153510"/>
                  </a:lnTo>
                  <a:lnTo>
                    <a:pt x="146588" y="6153510"/>
                  </a:lnTo>
                  <a:lnTo>
                    <a:pt x="146734" y="6153510"/>
                  </a:lnTo>
                  <a:lnTo>
                    <a:pt x="146879" y="6153510"/>
                  </a:lnTo>
                  <a:lnTo>
                    <a:pt x="146879" y="6152886"/>
                  </a:lnTo>
                  <a:lnTo>
                    <a:pt x="147025" y="6152886"/>
                  </a:lnTo>
                  <a:lnTo>
                    <a:pt x="147170" y="6152886"/>
                  </a:lnTo>
                  <a:lnTo>
                    <a:pt x="147316" y="6152886"/>
                  </a:lnTo>
                  <a:lnTo>
                    <a:pt x="147461" y="6152886"/>
                  </a:lnTo>
                  <a:lnTo>
                    <a:pt x="147606" y="6152886"/>
                  </a:lnTo>
                  <a:lnTo>
                    <a:pt x="147752" y="6152886"/>
                  </a:lnTo>
                  <a:lnTo>
                    <a:pt x="147897" y="6152886"/>
                  </a:lnTo>
                  <a:lnTo>
                    <a:pt x="148043" y="6152886"/>
                  </a:lnTo>
                  <a:lnTo>
                    <a:pt x="148188" y="6152886"/>
                  </a:lnTo>
                  <a:lnTo>
                    <a:pt x="148334" y="6152886"/>
                  </a:lnTo>
                  <a:lnTo>
                    <a:pt x="148479" y="6152886"/>
                  </a:lnTo>
                  <a:lnTo>
                    <a:pt x="148624" y="6152886"/>
                  </a:lnTo>
                  <a:lnTo>
                    <a:pt x="148770" y="6152886"/>
                  </a:lnTo>
                  <a:lnTo>
                    <a:pt x="148915" y="6152886"/>
                  </a:lnTo>
                  <a:lnTo>
                    <a:pt x="149061" y="6152886"/>
                  </a:lnTo>
                  <a:lnTo>
                    <a:pt x="149206" y="6152886"/>
                  </a:lnTo>
                  <a:lnTo>
                    <a:pt x="149206" y="6152263"/>
                  </a:lnTo>
                  <a:lnTo>
                    <a:pt x="149351" y="6152263"/>
                  </a:lnTo>
                  <a:lnTo>
                    <a:pt x="149497" y="6152263"/>
                  </a:lnTo>
                  <a:lnTo>
                    <a:pt x="149642" y="6151015"/>
                  </a:lnTo>
                  <a:lnTo>
                    <a:pt x="149788" y="6151015"/>
                  </a:lnTo>
                  <a:lnTo>
                    <a:pt x="149933" y="6151015"/>
                  </a:lnTo>
                  <a:lnTo>
                    <a:pt x="150079" y="6151015"/>
                  </a:lnTo>
                  <a:lnTo>
                    <a:pt x="150224" y="6151015"/>
                  </a:lnTo>
                  <a:lnTo>
                    <a:pt x="150224" y="6150392"/>
                  </a:lnTo>
                  <a:lnTo>
                    <a:pt x="150224" y="6149768"/>
                  </a:lnTo>
                  <a:lnTo>
                    <a:pt x="150224" y="6149145"/>
                  </a:lnTo>
                  <a:lnTo>
                    <a:pt x="150369" y="6149145"/>
                  </a:lnTo>
                  <a:lnTo>
                    <a:pt x="150515" y="6149145"/>
                  </a:lnTo>
                  <a:lnTo>
                    <a:pt x="150806" y="6149145"/>
                  </a:lnTo>
                  <a:lnTo>
                    <a:pt x="150951" y="6149145"/>
                  </a:lnTo>
                  <a:lnTo>
                    <a:pt x="150951" y="6148521"/>
                  </a:lnTo>
                  <a:lnTo>
                    <a:pt x="151097" y="6148521"/>
                  </a:lnTo>
                  <a:lnTo>
                    <a:pt x="151097" y="6147898"/>
                  </a:lnTo>
                  <a:lnTo>
                    <a:pt x="151242" y="6147274"/>
                  </a:lnTo>
                  <a:lnTo>
                    <a:pt x="151387" y="6147274"/>
                  </a:lnTo>
                  <a:lnTo>
                    <a:pt x="151533" y="6147274"/>
                  </a:lnTo>
                  <a:lnTo>
                    <a:pt x="151678" y="6147274"/>
                  </a:lnTo>
                  <a:lnTo>
                    <a:pt x="151824" y="6147274"/>
                  </a:lnTo>
                  <a:lnTo>
                    <a:pt x="151969" y="6147274"/>
                  </a:lnTo>
                  <a:lnTo>
                    <a:pt x="151969" y="6146650"/>
                  </a:lnTo>
                  <a:lnTo>
                    <a:pt x="152115" y="6146650"/>
                  </a:lnTo>
                  <a:lnTo>
                    <a:pt x="152115" y="6146027"/>
                  </a:lnTo>
                  <a:lnTo>
                    <a:pt x="152260" y="6146027"/>
                  </a:lnTo>
                  <a:lnTo>
                    <a:pt x="152405" y="6146027"/>
                  </a:lnTo>
                  <a:lnTo>
                    <a:pt x="152551" y="6146027"/>
                  </a:lnTo>
                  <a:lnTo>
                    <a:pt x="152551" y="6145403"/>
                  </a:lnTo>
                  <a:lnTo>
                    <a:pt x="152696" y="6145403"/>
                  </a:lnTo>
                  <a:lnTo>
                    <a:pt x="152842" y="6145403"/>
                  </a:lnTo>
                  <a:lnTo>
                    <a:pt x="152987" y="6145403"/>
                  </a:lnTo>
                  <a:lnTo>
                    <a:pt x="153133" y="6145403"/>
                  </a:lnTo>
                  <a:lnTo>
                    <a:pt x="153423" y="6145403"/>
                  </a:lnTo>
                  <a:lnTo>
                    <a:pt x="153423" y="6144780"/>
                  </a:lnTo>
                  <a:lnTo>
                    <a:pt x="153569" y="6144780"/>
                  </a:lnTo>
                  <a:lnTo>
                    <a:pt x="153714" y="6144780"/>
                  </a:lnTo>
                  <a:lnTo>
                    <a:pt x="153860" y="6144780"/>
                  </a:lnTo>
                  <a:lnTo>
                    <a:pt x="153860" y="6144156"/>
                  </a:lnTo>
                  <a:lnTo>
                    <a:pt x="154005" y="6144156"/>
                  </a:lnTo>
                  <a:lnTo>
                    <a:pt x="154151" y="6144156"/>
                  </a:lnTo>
                  <a:lnTo>
                    <a:pt x="154296" y="6144156"/>
                  </a:lnTo>
                  <a:lnTo>
                    <a:pt x="154441" y="6144156"/>
                  </a:lnTo>
                  <a:lnTo>
                    <a:pt x="154587" y="6144156"/>
                  </a:lnTo>
                  <a:lnTo>
                    <a:pt x="154587" y="6143533"/>
                  </a:lnTo>
                  <a:lnTo>
                    <a:pt x="154732" y="6143533"/>
                  </a:lnTo>
                  <a:lnTo>
                    <a:pt x="154878" y="6143533"/>
                  </a:lnTo>
                  <a:lnTo>
                    <a:pt x="155023" y="6143533"/>
                  </a:lnTo>
                  <a:lnTo>
                    <a:pt x="155169" y="6143533"/>
                  </a:lnTo>
                  <a:lnTo>
                    <a:pt x="155314" y="6143533"/>
                  </a:lnTo>
                  <a:lnTo>
                    <a:pt x="155314" y="6142909"/>
                  </a:lnTo>
                  <a:lnTo>
                    <a:pt x="155459" y="6142909"/>
                  </a:lnTo>
                  <a:lnTo>
                    <a:pt x="155605" y="6142909"/>
                  </a:lnTo>
                  <a:lnTo>
                    <a:pt x="155750" y="6142909"/>
                  </a:lnTo>
                  <a:lnTo>
                    <a:pt x="155896" y="6142909"/>
                  </a:lnTo>
                  <a:lnTo>
                    <a:pt x="156041" y="6142909"/>
                  </a:lnTo>
                  <a:lnTo>
                    <a:pt x="156186" y="6142909"/>
                  </a:lnTo>
                  <a:lnTo>
                    <a:pt x="156332" y="6142909"/>
                  </a:lnTo>
                  <a:lnTo>
                    <a:pt x="156332" y="6142285"/>
                  </a:lnTo>
                  <a:lnTo>
                    <a:pt x="156332" y="6141662"/>
                  </a:lnTo>
                  <a:lnTo>
                    <a:pt x="156477" y="6141662"/>
                  </a:lnTo>
                  <a:lnTo>
                    <a:pt x="156623" y="6141662"/>
                  </a:lnTo>
                  <a:lnTo>
                    <a:pt x="156768" y="6141662"/>
                  </a:lnTo>
                  <a:lnTo>
                    <a:pt x="156768" y="6141038"/>
                  </a:lnTo>
                  <a:lnTo>
                    <a:pt x="156914" y="6141038"/>
                  </a:lnTo>
                  <a:lnTo>
                    <a:pt x="157059" y="6141038"/>
                  </a:lnTo>
                  <a:lnTo>
                    <a:pt x="157204" y="6141038"/>
                  </a:lnTo>
                  <a:lnTo>
                    <a:pt x="157350" y="6141038"/>
                  </a:lnTo>
                  <a:lnTo>
                    <a:pt x="157495" y="6141038"/>
                  </a:lnTo>
                  <a:lnTo>
                    <a:pt x="157641" y="6141038"/>
                  </a:lnTo>
                  <a:lnTo>
                    <a:pt x="157786" y="6141038"/>
                  </a:lnTo>
                  <a:lnTo>
                    <a:pt x="157932" y="6141038"/>
                  </a:lnTo>
                  <a:lnTo>
                    <a:pt x="158077" y="6141038"/>
                  </a:lnTo>
                  <a:lnTo>
                    <a:pt x="158222" y="6141038"/>
                  </a:lnTo>
                  <a:lnTo>
                    <a:pt x="158368" y="6141038"/>
                  </a:lnTo>
                  <a:lnTo>
                    <a:pt x="158368" y="6140415"/>
                  </a:lnTo>
                  <a:lnTo>
                    <a:pt x="158513" y="6140415"/>
                  </a:lnTo>
                  <a:lnTo>
                    <a:pt x="158659" y="6140415"/>
                  </a:lnTo>
                  <a:lnTo>
                    <a:pt x="158804" y="6140415"/>
                  </a:lnTo>
                  <a:lnTo>
                    <a:pt x="158950" y="6140415"/>
                  </a:lnTo>
                  <a:lnTo>
                    <a:pt x="158950" y="6139167"/>
                  </a:lnTo>
                  <a:lnTo>
                    <a:pt x="159095" y="6139167"/>
                  </a:lnTo>
                  <a:lnTo>
                    <a:pt x="159240" y="6139167"/>
                  </a:lnTo>
                  <a:lnTo>
                    <a:pt x="159386" y="6139167"/>
                  </a:lnTo>
                  <a:lnTo>
                    <a:pt x="159386" y="6138544"/>
                  </a:lnTo>
                  <a:lnTo>
                    <a:pt x="159531" y="6138544"/>
                  </a:lnTo>
                  <a:lnTo>
                    <a:pt x="159677" y="6138544"/>
                  </a:lnTo>
                  <a:lnTo>
                    <a:pt x="159677" y="6137920"/>
                  </a:lnTo>
                  <a:lnTo>
                    <a:pt x="159822" y="6137920"/>
                  </a:lnTo>
                  <a:lnTo>
                    <a:pt x="159968" y="6137920"/>
                  </a:lnTo>
                  <a:lnTo>
                    <a:pt x="160113" y="6137920"/>
                  </a:lnTo>
                  <a:lnTo>
                    <a:pt x="160258" y="6137920"/>
                  </a:lnTo>
                  <a:lnTo>
                    <a:pt x="160404" y="6137920"/>
                  </a:lnTo>
                  <a:lnTo>
                    <a:pt x="160549" y="6137920"/>
                  </a:lnTo>
                  <a:lnTo>
                    <a:pt x="160695" y="6137920"/>
                  </a:lnTo>
                  <a:lnTo>
                    <a:pt x="160840" y="6137920"/>
                  </a:lnTo>
                  <a:lnTo>
                    <a:pt x="160986" y="6137920"/>
                  </a:lnTo>
                  <a:lnTo>
                    <a:pt x="160986" y="6137297"/>
                  </a:lnTo>
                  <a:lnTo>
                    <a:pt x="160986" y="6136673"/>
                  </a:lnTo>
                  <a:lnTo>
                    <a:pt x="161131" y="6136673"/>
                  </a:lnTo>
                  <a:lnTo>
                    <a:pt x="161276" y="6136673"/>
                  </a:lnTo>
                  <a:lnTo>
                    <a:pt x="161276" y="6136050"/>
                  </a:lnTo>
                  <a:lnTo>
                    <a:pt x="161422" y="6136050"/>
                  </a:lnTo>
                  <a:lnTo>
                    <a:pt x="161567" y="6136050"/>
                  </a:lnTo>
                  <a:lnTo>
                    <a:pt x="161713" y="6136050"/>
                  </a:lnTo>
                  <a:lnTo>
                    <a:pt x="161858" y="6136050"/>
                  </a:lnTo>
                  <a:lnTo>
                    <a:pt x="162004" y="6136050"/>
                  </a:lnTo>
                  <a:lnTo>
                    <a:pt x="162149" y="6136050"/>
                  </a:lnTo>
                  <a:lnTo>
                    <a:pt x="162149" y="6135426"/>
                  </a:lnTo>
                  <a:lnTo>
                    <a:pt x="162294" y="6135426"/>
                  </a:lnTo>
                  <a:lnTo>
                    <a:pt x="162440" y="6135426"/>
                  </a:lnTo>
                  <a:lnTo>
                    <a:pt x="162585" y="6135426"/>
                  </a:lnTo>
                  <a:lnTo>
                    <a:pt x="162585" y="6134802"/>
                  </a:lnTo>
                  <a:lnTo>
                    <a:pt x="162731" y="6134802"/>
                  </a:lnTo>
                  <a:lnTo>
                    <a:pt x="162876" y="6134802"/>
                  </a:lnTo>
                  <a:lnTo>
                    <a:pt x="163021" y="6134179"/>
                  </a:lnTo>
                  <a:lnTo>
                    <a:pt x="163021" y="6133555"/>
                  </a:lnTo>
                  <a:lnTo>
                    <a:pt x="163167" y="6133555"/>
                  </a:lnTo>
                  <a:lnTo>
                    <a:pt x="163312" y="6133555"/>
                  </a:lnTo>
                  <a:lnTo>
                    <a:pt x="163458" y="6133555"/>
                  </a:lnTo>
                  <a:lnTo>
                    <a:pt x="163603" y="6133555"/>
                  </a:lnTo>
                  <a:lnTo>
                    <a:pt x="163749" y="6133555"/>
                  </a:lnTo>
                  <a:lnTo>
                    <a:pt x="163894" y="6133555"/>
                  </a:lnTo>
                  <a:lnTo>
                    <a:pt x="164039" y="6133555"/>
                  </a:lnTo>
                  <a:lnTo>
                    <a:pt x="164185" y="6133555"/>
                  </a:lnTo>
                  <a:lnTo>
                    <a:pt x="164330" y="6133555"/>
                  </a:lnTo>
                  <a:lnTo>
                    <a:pt x="164330" y="6132932"/>
                  </a:lnTo>
                  <a:lnTo>
                    <a:pt x="164476" y="6132932"/>
                  </a:lnTo>
                  <a:lnTo>
                    <a:pt x="164621" y="6132932"/>
                  </a:lnTo>
                  <a:lnTo>
                    <a:pt x="164767" y="6132932"/>
                  </a:lnTo>
                  <a:lnTo>
                    <a:pt x="164912" y="6132932"/>
                  </a:lnTo>
                  <a:lnTo>
                    <a:pt x="165057" y="6132932"/>
                  </a:lnTo>
                  <a:lnTo>
                    <a:pt x="165348" y="6132932"/>
                  </a:lnTo>
                  <a:lnTo>
                    <a:pt x="165494" y="6132932"/>
                  </a:lnTo>
                  <a:lnTo>
                    <a:pt x="165494" y="6132308"/>
                  </a:lnTo>
                  <a:lnTo>
                    <a:pt x="165639" y="6132308"/>
                  </a:lnTo>
                  <a:lnTo>
                    <a:pt x="165785" y="6132308"/>
                  </a:lnTo>
                  <a:lnTo>
                    <a:pt x="165930" y="6132308"/>
                  </a:lnTo>
                  <a:lnTo>
                    <a:pt x="166075" y="6132308"/>
                  </a:lnTo>
                  <a:lnTo>
                    <a:pt x="166221" y="6132308"/>
                  </a:lnTo>
                  <a:lnTo>
                    <a:pt x="166366" y="6132308"/>
                  </a:lnTo>
                  <a:lnTo>
                    <a:pt x="166512" y="6132308"/>
                  </a:lnTo>
                  <a:lnTo>
                    <a:pt x="166657" y="6132308"/>
                  </a:lnTo>
                  <a:lnTo>
                    <a:pt x="167239" y="6131684"/>
                  </a:lnTo>
                  <a:lnTo>
                    <a:pt x="167384" y="6131684"/>
                  </a:lnTo>
                  <a:lnTo>
                    <a:pt x="167530" y="6131684"/>
                  </a:lnTo>
                  <a:lnTo>
                    <a:pt x="167530" y="6131061"/>
                  </a:lnTo>
                  <a:lnTo>
                    <a:pt x="167675" y="6131061"/>
                  </a:lnTo>
                  <a:lnTo>
                    <a:pt x="167821" y="6131061"/>
                  </a:lnTo>
                  <a:lnTo>
                    <a:pt x="167966" y="6131061"/>
                  </a:lnTo>
                  <a:lnTo>
                    <a:pt x="168257" y="6131061"/>
                  </a:lnTo>
                  <a:lnTo>
                    <a:pt x="168402" y="6131061"/>
                  </a:lnTo>
                  <a:lnTo>
                    <a:pt x="168548" y="6131061"/>
                  </a:lnTo>
                  <a:lnTo>
                    <a:pt x="168693" y="6130437"/>
                  </a:lnTo>
                  <a:lnTo>
                    <a:pt x="168838" y="6130437"/>
                  </a:lnTo>
                  <a:lnTo>
                    <a:pt x="168984" y="6130437"/>
                  </a:lnTo>
                  <a:lnTo>
                    <a:pt x="169129" y="6130437"/>
                  </a:lnTo>
                  <a:lnTo>
                    <a:pt x="169275" y="6130437"/>
                  </a:lnTo>
                  <a:lnTo>
                    <a:pt x="169420" y="6130437"/>
                  </a:lnTo>
                  <a:lnTo>
                    <a:pt x="169566" y="6130437"/>
                  </a:lnTo>
                  <a:lnTo>
                    <a:pt x="169566" y="6129190"/>
                  </a:lnTo>
                  <a:lnTo>
                    <a:pt x="169711" y="6129190"/>
                  </a:lnTo>
                  <a:lnTo>
                    <a:pt x="169856" y="6129190"/>
                  </a:lnTo>
                  <a:lnTo>
                    <a:pt x="170002" y="6129190"/>
                  </a:lnTo>
                  <a:lnTo>
                    <a:pt x="170147" y="6129190"/>
                  </a:lnTo>
                  <a:lnTo>
                    <a:pt x="170293" y="6129190"/>
                  </a:lnTo>
                  <a:lnTo>
                    <a:pt x="170438" y="6129190"/>
                  </a:lnTo>
                  <a:lnTo>
                    <a:pt x="170438" y="6128567"/>
                  </a:lnTo>
                  <a:lnTo>
                    <a:pt x="170584" y="6128567"/>
                  </a:lnTo>
                  <a:lnTo>
                    <a:pt x="170729" y="6128567"/>
                  </a:lnTo>
                  <a:lnTo>
                    <a:pt x="170874" y="6128567"/>
                  </a:lnTo>
                  <a:lnTo>
                    <a:pt x="171020" y="6128567"/>
                  </a:lnTo>
                  <a:lnTo>
                    <a:pt x="171165" y="6128567"/>
                  </a:lnTo>
                  <a:lnTo>
                    <a:pt x="171311" y="6128567"/>
                  </a:lnTo>
                  <a:lnTo>
                    <a:pt x="171311" y="6127943"/>
                  </a:lnTo>
                  <a:lnTo>
                    <a:pt x="171456" y="6127943"/>
                  </a:lnTo>
                  <a:lnTo>
                    <a:pt x="171602" y="6127943"/>
                  </a:lnTo>
                  <a:lnTo>
                    <a:pt x="171747" y="6127943"/>
                  </a:lnTo>
                  <a:lnTo>
                    <a:pt x="171892" y="6127943"/>
                  </a:lnTo>
                  <a:lnTo>
                    <a:pt x="172038" y="6127943"/>
                  </a:lnTo>
                  <a:lnTo>
                    <a:pt x="172038" y="6127319"/>
                  </a:lnTo>
                  <a:lnTo>
                    <a:pt x="172183" y="6127319"/>
                  </a:lnTo>
                  <a:lnTo>
                    <a:pt x="172329" y="6127319"/>
                  </a:lnTo>
                  <a:lnTo>
                    <a:pt x="172329" y="6126696"/>
                  </a:lnTo>
                  <a:lnTo>
                    <a:pt x="172474" y="6126696"/>
                  </a:lnTo>
                  <a:lnTo>
                    <a:pt x="172620" y="6126696"/>
                  </a:lnTo>
                  <a:lnTo>
                    <a:pt x="172765" y="6126696"/>
                  </a:lnTo>
                  <a:lnTo>
                    <a:pt x="172910" y="6126696"/>
                  </a:lnTo>
                  <a:lnTo>
                    <a:pt x="173056" y="6126072"/>
                  </a:lnTo>
                  <a:lnTo>
                    <a:pt x="173201" y="6126072"/>
                  </a:lnTo>
                  <a:lnTo>
                    <a:pt x="173492" y="6126072"/>
                  </a:lnTo>
                  <a:lnTo>
                    <a:pt x="173638" y="6126072"/>
                  </a:lnTo>
                  <a:lnTo>
                    <a:pt x="173783" y="6126072"/>
                  </a:lnTo>
                  <a:lnTo>
                    <a:pt x="173783" y="6125449"/>
                  </a:lnTo>
                  <a:lnTo>
                    <a:pt x="173928" y="6125449"/>
                  </a:lnTo>
                  <a:lnTo>
                    <a:pt x="174074" y="6125449"/>
                  </a:lnTo>
                  <a:lnTo>
                    <a:pt x="174219" y="6125449"/>
                  </a:lnTo>
                  <a:lnTo>
                    <a:pt x="174365" y="6125449"/>
                  </a:lnTo>
                  <a:lnTo>
                    <a:pt x="174510" y="6125449"/>
                  </a:lnTo>
                  <a:lnTo>
                    <a:pt x="174801" y="6125449"/>
                  </a:lnTo>
                  <a:lnTo>
                    <a:pt x="174946" y="6125449"/>
                  </a:lnTo>
                  <a:lnTo>
                    <a:pt x="175092" y="6125449"/>
                  </a:lnTo>
                  <a:lnTo>
                    <a:pt x="175237" y="6125449"/>
                  </a:lnTo>
                  <a:lnTo>
                    <a:pt x="175383" y="6125449"/>
                  </a:lnTo>
                  <a:lnTo>
                    <a:pt x="175528" y="6125449"/>
                  </a:lnTo>
                  <a:lnTo>
                    <a:pt x="175673" y="6125449"/>
                  </a:lnTo>
                  <a:lnTo>
                    <a:pt x="175673" y="6124825"/>
                  </a:lnTo>
                  <a:lnTo>
                    <a:pt x="175673" y="6124201"/>
                  </a:lnTo>
                  <a:lnTo>
                    <a:pt x="175819" y="6124201"/>
                  </a:lnTo>
                  <a:lnTo>
                    <a:pt x="175964" y="6124201"/>
                  </a:lnTo>
                  <a:lnTo>
                    <a:pt x="176110" y="6124201"/>
                  </a:lnTo>
                  <a:lnTo>
                    <a:pt x="176255" y="6124201"/>
                  </a:lnTo>
                  <a:lnTo>
                    <a:pt x="176401" y="6124201"/>
                  </a:lnTo>
                  <a:lnTo>
                    <a:pt x="176401" y="6123578"/>
                  </a:lnTo>
                  <a:lnTo>
                    <a:pt x="176546" y="6123578"/>
                  </a:lnTo>
                  <a:lnTo>
                    <a:pt x="176691" y="6123578"/>
                  </a:lnTo>
                  <a:lnTo>
                    <a:pt x="176837" y="6123578"/>
                  </a:lnTo>
                  <a:lnTo>
                    <a:pt x="176982" y="6123578"/>
                  </a:lnTo>
                  <a:lnTo>
                    <a:pt x="177128" y="6123578"/>
                  </a:lnTo>
                  <a:lnTo>
                    <a:pt x="177273" y="6123578"/>
                  </a:lnTo>
                  <a:lnTo>
                    <a:pt x="177273" y="6122954"/>
                  </a:lnTo>
                  <a:lnTo>
                    <a:pt x="177273" y="6122331"/>
                  </a:lnTo>
                  <a:lnTo>
                    <a:pt x="177419" y="6122331"/>
                  </a:lnTo>
                  <a:lnTo>
                    <a:pt x="177564" y="6121707"/>
                  </a:lnTo>
                  <a:lnTo>
                    <a:pt x="177564" y="6121084"/>
                  </a:lnTo>
                  <a:lnTo>
                    <a:pt x="177709" y="6121084"/>
                  </a:lnTo>
                  <a:lnTo>
                    <a:pt x="177855" y="6121084"/>
                  </a:lnTo>
                  <a:lnTo>
                    <a:pt x="178000" y="6121084"/>
                  </a:lnTo>
                  <a:lnTo>
                    <a:pt x="178146" y="6121084"/>
                  </a:lnTo>
                  <a:lnTo>
                    <a:pt x="178291" y="6121084"/>
                  </a:lnTo>
                  <a:lnTo>
                    <a:pt x="178437" y="6121084"/>
                  </a:lnTo>
                  <a:lnTo>
                    <a:pt x="178437" y="6120460"/>
                  </a:lnTo>
                  <a:lnTo>
                    <a:pt x="178727" y="6120460"/>
                  </a:lnTo>
                  <a:lnTo>
                    <a:pt x="178727" y="6119836"/>
                  </a:lnTo>
                  <a:lnTo>
                    <a:pt x="178873" y="6119836"/>
                  </a:lnTo>
                  <a:lnTo>
                    <a:pt x="179018" y="6119836"/>
                  </a:lnTo>
                  <a:lnTo>
                    <a:pt x="179164" y="6119836"/>
                  </a:lnTo>
                  <a:lnTo>
                    <a:pt x="179164" y="6119213"/>
                  </a:lnTo>
                  <a:lnTo>
                    <a:pt x="179309" y="6119213"/>
                  </a:lnTo>
                  <a:lnTo>
                    <a:pt x="179455" y="6118589"/>
                  </a:lnTo>
                  <a:lnTo>
                    <a:pt x="179600" y="6118589"/>
                  </a:lnTo>
                  <a:lnTo>
                    <a:pt x="179745" y="6118589"/>
                  </a:lnTo>
                  <a:lnTo>
                    <a:pt x="179891" y="6118589"/>
                  </a:lnTo>
                  <a:lnTo>
                    <a:pt x="180036" y="6118589"/>
                  </a:lnTo>
                  <a:lnTo>
                    <a:pt x="180182" y="6118589"/>
                  </a:lnTo>
                  <a:lnTo>
                    <a:pt x="180327" y="6118589"/>
                  </a:lnTo>
                  <a:lnTo>
                    <a:pt x="180473" y="6118589"/>
                  </a:lnTo>
                  <a:lnTo>
                    <a:pt x="180618" y="6118589"/>
                  </a:lnTo>
                  <a:lnTo>
                    <a:pt x="180763" y="6118589"/>
                  </a:lnTo>
                  <a:lnTo>
                    <a:pt x="180909" y="6118589"/>
                  </a:lnTo>
                  <a:lnTo>
                    <a:pt x="181054" y="6118589"/>
                  </a:lnTo>
                  <a:lnTo>
                    <a:pt x="181200" y="6118589"/>
                  </a:lnTo>
                  <a:lnTo>
                    <a:pt x="181345" y="6118589"/>
                  </a:lnTo>
                  <a:lnTo>
                    <a:pt x="181345" y="6117966"/>
                  </a:lnTo>
                  <a:lnTo>
                    <a:pt x="181491" y="6117966"/>
                  </a:lnTo>
                  <a:lnTo>
                    <a:pt x="181636" y="6117966"/>
                  </a:lnTo>
                  <a:lnTo>
                    <a:pt x="181781" y="6117966"/>
                  </a:lnTo>
                  <a:lnTo>
                    <a:pt x="181927" y="6117966"/>
                  </a:lnTo>
                  <a:lnTo>
                    <a:pt x="182072" y="6117966"/>
                  </a:lnTo>
                  <a:lnTo>
                    <a:pt x="182072" y="6117342"/>
                  </a:lnTo>
                  <a:lnTo>
                    <a:pt x="182218" y="6117342"/>
                  </a:lnTo>
                  <a:lnTo>
                    <a:pt x="182218" y="6116718"/>
                  </a:lnTo>
                  <a:lnTo>
                    <a:pt x="182363" y="6116718"/>
                  </a:lnTo>
                  <a:lnTo>
                    <a:pt x="182654" y="6116718"/>
                  </a:lnTo>
                  <a:lnTo>
                    <a:pt x="182654" y="6116095"/>
                  </a:lnTo>
                  <a:lnTo>
                    <a:pt x="182799" y="6116095"/>
                  </a:lnTo>
                  <a:lnTo>
                    <a:pt x="182945" y="6116095"/>
                  </a:lnTo>
                  <a:lnTo>
                    <a:pt x="183236" y="6116095"/>
                  </a:lnTo>
                  <a:lnTo>
                    <a:pt x="183381" y="6116095"/>
                  </a:lnTo>
                  <a:lnTo>
                    <a:pt x="183526" y="6116095"/>
                  </a:lnTo>
                  <a:lnTo>
                    <a:pt x="183526" y="6115471"/>
                  </a:lnTo>
                  <a:lnTo>
                    <a:pt x="183672" y="6115471"/>
                  </a:lnTo>
                  <a:lnTo>
                    <a:pt x="183817" y="6115471"/>
                  </a:lnTo>
                  <a:lnTo>
                    <a:pt x="183963" y="6115471"/>
                  </a:lnTo>
                  <a:lnTo>
                    <a:pt x="184108" y="6115471"/>
                  </a:lnTo>
                  <a:lnTo>
                    <a:pt x="184254" y="6115471"/>
                  </a:lnTo>
                  <a:lnTo>
                    <a:pt x="184399" y="6115471"/>
                  </a:lnTo>
                  <a:lnTo>
                    <a:pt x="184544" y="6115471"/>
                  </a:lnTo>
                  <a:lnTo>
                    <a:pt x="184544" y="6114848"/>
                  </a:lnTo>
                  <a:lnTo>
                    <a:pt x="184690" y="6114848"/>
                  </a:lnTo>
                  <a:lnTo>
                    <a:pt x="184690" y="6114224"/>
                  </a:lnTo>
                  <a:lnTo>
                    <a:pt x="184981" y="6114224"/>
                  </a:lnTo>
                  <a:lnTo>
                    <a:pt x="185126" y="6114224"/>
                  </a:lnTo>
                  <a:lnTo>
                    <a:pt x="185272" y="6114224"/>
                  </a:lnTo>
                  <a:lnTo>
                    <a:pt x="185417" y="6114224"/>
                  </a:lnTo>
                  <a:lnTo>
                    <a:pt x="185562" y="6114224"/>
                  </a:lnTo>
                  <a:lnTo>
                    <a:pt x="185708" y="6114224"/>
                  </a:lnTo>
                  <a:lnTo>
                    <a:pt x="185853" y="6114224"/>
                  </a:lnTo>
                  <a:lnTo>
                    <a:pt x="185999" y="6114224"/>
                  </a:lnTo>
                  <a:lnTo>
                    <a:pt x="185999" y="6113601"/>
                  </a:lnTo>
                  <a:lnTo>
                    <a:pt x="185999" y="6112977"/>
                  </a:lnTo>
                  <a:lnTo>
                    <a:pt x="186144" y="6112977"/>
                  </a:lnTo>
                  <a:lnTo>
                    <a:pt x="186290" y="6112977"/>
                  </a:lnTo>
                  <a:lnTo>
                    <a:pt x="186435" y="6112977"/>
                  </a:lnTo>
                  <a:lnTo>
                    <a:pt x="186435" y="6112353"/>
                  </a:lnTo>
                  <a:lnTo>
                    <a:pt x="186580" y="6112353"/>
                  </a:lnTo>
                  <a:lnTo>
                    <a:pt x="186726" y="6112353"/>
                  </a:lnTo>
                  <a:lnTo>
                    <a:pt x="186871" y="6112353"/>
                  </a:lnTo>
                  <a:lnTo>
                    <a:pt x="187017" y="6112353"/>
                  </a:lnTo>
                  <a:lnTo>
                    <a:pt x="187162" y="6112353"/>
                  </a:lnTo>
                  <a:lnTo>
                    <a:pt x="187308" y="6112353"/>
                  </a:lnTo>
                  <a:lnTo>
                    <a:pt x="187453" y="6112353"/>
                  </a:lnTo>
                  <a:lnTo>
                    <a:pt x="187598" y="6112353"/>
                  </a:lnTo>
                  <a:lnTo>
                    <a:pt x="187744" y="6112353"/>
                  </a:lnTo>
                  <a:lnTo>
                    <a:pt x="188035" y="6112353"/>
                  </a:lnTo>
                  <a:lnTo>
                    <a:pt x="188035" y="6111730"/>
                  </a:lnTo>
                  <a:lnTo>
                    <a:pt x="188180" y="6111730"/>
                  </a:lnTo>
                  <a:lnTo>
                    <a:pt x="188326" y="6111730"/>
                  </a:lnTo>
                  <a:lnTo>
                    <a:pt x="188616" y="6111730"/>
                  </a:lnTo>
                  <a:lnTo>
                    <a:pt x="188762" y="6111730"/>
                  </a:lnTo>
                  <a:lnTo>
                    <a:pt x="188907" y="6111730"/>
                  </a:lnTo>
                  <a:lnTo>
                    <a:pt x="188907" y="6111106"/>
                  </a:lnTo>
                  <a:lnTo>
                    <a:pt x="188907" y="6110483"/>
                  </a:lnTo>
                  <a:lnTo>
                    <a:pt x="189053" y="6110483"/>
                  </a:lnTo>
                  <a:lnTo>
                    <a:pt x="189198" y="6110483"/>
                  </a:lnTo>
                  <a:lnTo>
                    <a:pt x="189343" y="6110483"/>
                  </a:lnTo>
                  <a:lnTo>
                    <a:pt x="189489" y="6110483"/>
                  </a:lnTo>
                  <a:lnTo>
                    <a:pt x="189634" y="6110483"/>
                  </a:lnTo>
                  <a:lnTo>
                    <a:pt x="189634" y="6109859"/>
                  </a:lnTo>
                  <a:lnTo>
                    <a:pt x="189780" y="6109859"/>
                  </a:lnTo>
                  <a:lnTo>
                    <a:pt x="189925" y="6109859"/>
                  </a:lnTo>
                  <a:lnTo>
                    <a:pt x="190071" y="6109859"/>
                  </a:lnTo>
                  <a:lnTo>
                    <a:pt x="190071" y="6109235"/>
                  </a:lnTo>
                  <a:lnTo>
                    <a:pt x="190216" y="6109235"/>
                  </a:lnTo>
                  <a:lnTo>
                    <a:pt x="190361" y="6109235"/>
                  </a:lnTo>
                  <a:lnTo>
                    <a:pt x="190507" y="6109235"/>
                  </a:lnTo>
                  <a:lnTo>
                    <a:pt x="190652" y="6109235"/>
                  </a:lnTo>
                  <a:lnTo>
                    <a:pt x="190652" y="6108612"/>
                  </a:lnTo>
                  <a:lnTo>
                    <a:pt x="190652" y="6107988"/>
                  </a:lnTo>
                  <a:lnTo>
                    <a:pt x="190798" y="6107988"/>
                  </a:lnTo>
                  <a:lnTo>
                    <a:pt x="190943" y="6107988"/>
                  </a:lnTo>
                  <a:lnTo>
                    <a:pt x="191089" y="6107988"/>
                  </a:lnTo>
                  <a:lnTo>
                    <a:pt x="191234" y="6107988"/>
                  </a:lnTo>
                  <a:lnTo>
                    <a:pt x="191379" y="6107988"/>
                  </a:lnTo>
                  <a:lnTo>
                    <a:pt x="191525" y="6107988"/>
                  </a:lnTo>
                  <a:lnTo>
                    <a:pt x="191670" y="6107988"/>
                  </a:lnTo>
                  <a:lnTo>
                    <a:pt x="191816" y="6107988"/>
                  </a:lnTo>
                  <a:lnTo>
                    <a:pt x="191961" y="6107988"/>
                  </a:lnTo>
                  <a:lnTo>
                    <a:pt x="192107" y="6107988"/>
                  </a:lnTo>
                  <a:lnTo>
                    <a:pt x="192252" y="6107988"/>
                  </a:lnTo>
                  <a:lnTo>
                    <a:pt x="192397" y="6107988"/>
                  </a:lnTo>
                  <a:lnTo>
                    <a:pt x="192543" y="6107988"/>
                  </a:lnTo>
                  <a:lnTo>
                    <a:pt x="192543" y="6107365"/>
                  </a:lnTo>
                  <a:lnTo>
                    <a:pt x="192688" y="6107365"/>
                  </a:lnTo>
                  <a:lnTo>
                    <a:pt x="192834" y="6107365"/>
                  </a:lnTo>
                  <a:lnTo>
                    <a:pt x="192979" y="6107365"/>
                  </a:lnTo>
                  <a:lnTo>
                    <a:pt x="193125" y="6107365"/>
                  </a:lnTo>
                  <a:lnTo>
                    <a:pt x="193270" y="6107365"/>
                  </a:lnTo>
                  <a:lnTo>
                    <a:pt x="193415" y="6107365"/>
                  </a:lnTo>
                  <a:lnTo>
                    <a:pt x="193561" y="6107365"/>
                  </a:lnTo>
                  <a:lnTo>
                    <a:pt x="193706" y="6107365"/>
                  </a:lnTo>
                  <a:lnTo>
                    <a:pt x="193852" y="6107365"/>
                  </a:lnTo>
                  <a:lnTo>
                    <a:pt x="193852" y="6106741"/>
                  </a:lnTo>
                  <a:lnTo>
                    <a:pt x="193997" y="6106741"/>
                  </a:lnTo>
                  <a:lnTo>
                    <a:pt x="194143" y="6106741"/>
                  </a:lnTo>
                  <a:lnTo>
                    <a:pt x="194288" y="6106741"/>
                  </a:lnTo>
                  <a:lnTo>
                    <a:pt x="194288" y="6106118"/>
                  </a:lnTo>
                  <a:lnTo>
                    <a:pt x="194433" y="6106118"/>
                  </a:lnTo>
                  <a:lnTo>
                    <a:pt x="194579" y="6106118"/>
                  </a:lnTo>
                  <a:lnTo>
                    <a:pt x="194724" y="6106118"/>
                  </a:lnTo>
                  <a:lnTo>
                    <a:pt x="194870" y="6106118"/>
                  </a:lnTo>
                  <a:lnTo>
                    <a:pt x="195015" y="6106118"/>
                  </a:lnTo>
                  <a:lnTo>
                    <a:pt x="195161" y="6106118"/>
                  </a:lnTo>
                  <a:lnTo>
                    <a:pt x="195161" y="6105494"/>
                  </a:lnTo>
                  <a:lnTo>
                    <a:pt x="195306" y="6105494"/>
                  </a:lnTo>
                  <a:lnTo>
                    <a:pt x="195451" y="6105494"/>
                  </a:lnTo>
                  <a:lnTo>
                    <a:pt x="195597" y="6105494"/>
                  </a:lnTo>
                  <a:lnTo>
                    <a:pt x="195742" y="6105494"/>
                  </a:lnTo>
                  <a:lnTo>
                    <a:pt x="195888" y="6105494"/>
                  </a:lnTo>
                  <a:lnTo>
                    <a:pt x="196033" y="6105494"/>
                  </a:lnTo>
                  <a:lnTo>
                    <a:pt x="196033" y="6104870"/>
                  </a:lnTo>
                  <a:lnTo>
                    <a:pt x="196178" y="6104870"/>
                  </a:lnTo>
                  <a:lnTo>
                    <a:pt x="196324" y="6104870"/>
                  </a:lnTo>
                  <a:lnTo>
                    <a:pt x="196469" y="6104870"/>
                  </a:lnTo>
                  <a:lnTo>
                    <a:pt x="196615" y="6104870"/>
                  </a:lnTo>
                  <a:lnTo>
                    <a:pt x="196760" y="6104870"/>
                  </a:lnTo>
                  <a:lnTo>
                    <a:pt x="196906" y="6104870"/>
                  </a:lnTo>
                  <a:lnTo>
                    <a:pt x="197051" y="6104870"/>
                  </a:lnTo>
                  <a:lnTo>
                    <a:pt x="197196" y="6104870"/>
                  </a:lnTo>
                  <a:lnTo>
                    <a:pt x="197342" y="6104870"/>
                  </a:lnTo>
                  <a:lnTo>
                    <a:pt x="197487" y="6104870"/>
                  </a:lnTo>
                  <a:lnTo>
                    <a:pt x="197633" y="6104870"/>
                  </a:lnTo>
                  <a:lnTo>
                    <a:pt x="197778" y="6104870"/>
                  </a:lnTo>
                  <a:lnTo>
                    <a:pt x="197924" y="6104870"/>
                  </a:lnTo>
                  <a:lnTo>
                    <a:pt x="198069" y="6104870"/>
                  </a:lnTo>
                  <a:lnTo>
                    <a:pt x="198069" y="6104247"/>
                  </a:lnTo>
                  <a:lnTo>
                    <a:pt x="198214" y="6104247"/>
                  </a:lnTo>
                  <a:lnTo>
                    <a:pt x="198360" y="6104247"/>
                  </a:lnTo>
                  <a:lnTo>
                    <a:pt x="198505" y="6104247"/>
                  </a:lnTo>
                  <a:lnTo>
                    <a:pt x="198651" y="6104247"/>
                  </a:lnTo>
                  <a:lnTo>
                    <a:pt x="198796" y="6104247"/>
                  </a:lnTo>
                  <a:lnTo>
                    <a:pt x="199087" y="6104247"/>
                  </a:lnTo>
                  <a:lnTo>
                    <a:pt x="199232" y="6104247"/>
                  </a:lnTo>
                  <a:lnTo>
                    <a:pt x="199378" y="6104247"/>
                  </a:lnTo>
                  <a:lnTo>
                    <a:pt x="199523" y="6104247"/>
                  </a:lnTo>
                  <a:lnTo>
                    <a:pt x="199669" y="6104247"/>
                  </a:lnTo>
                  <a:lnTo>
                    <a:pt x="199814" y="6104247"/>
                  </a:lnTo>
                  <a:lnTo>
                    <a:pt x="199960" y="6104247"/>
                  </a:lnTo>
                  <a:lnTo>
                    <a:pt x="200105" y="6104247"/>
                  </a:lnTo>
                  <a:lnTo>
                    <a:pt x="200250" y="6104247"/>
                  </a:lnTo>
                  <a:lnTo>
                    <a:pt x="200396" y="6104247"/>
                  </a:lnTo>
                  <a:lnTo>
                    <a:pt x="200541" y="6104247"/>
                  </a:lnTo>
                  <a:lnTo>
                    <a:pt x="200687" y="6104247"/>
                  </a:lnTo>
                  <a:lnTo>
                    <a:pt x="200832" y="6104247"/>
                  </a:lnTo>
                  <a:lnTo>
                    <a:pt x="200978" y="6104247"/>
                  </a:lnTo>
                  <a:lnTo>
                    <a:pt x="201123" y="6104247"/>
                  </a:lnTo>
                  <a:lnTo>
                    <a:pt x="201268" y="6104247"/>
                  </a:lnTo>
                  <a:lnTo>
                    <a:pt x="201414" y="6104247"/>
                  </a:lnTo>
                  <a:lnTo>
                    <a:pt x="201559" y="6104247"/>
                  </a:lnTo>
                  <a:lnTo>
                    <a:pt x="201559" y="6103623"/>
                  </a:lnTo>
                  <a:lnTo>
                    <a:pt x="201559" y="6103000"/>
                  </a:lnTo>
                  <a:lnTo>
                    <a:pt x="201705" y="6103000"/>
                  </a:lnTo>
                  <a:lnTo>
                    <a:pt x="201850" y="6103000"/>
                  </a:lnTo>
                  <a:lnTo>
                    <a:pt x="201996" y="6103000"/>
                  </a:lnTo>
                  <a:lnTo>
                    <a:pt x="202141" y="6103000"/>
                  </a:lnTo>
                  <a:lnTo>
                    <a:pt x="202286" y="6103000"/>
                  </a:lnTo>
                  <a:lnTo>
                    <a:pt x="202286" y="6102376"/>
                  </a:lnTo>
                  <a:lnTo>
                    <a:pt x="202432" y="6102376"/>
                  </a:lnTo>
                  <a:lnTo>
                    <a:pt x="202577" y="6102376"/>
                  </a:lnTo>
                  <a:lnTo>
                    <a:pt x="202723" y="6102376"/>
                  </a:lnTo>
                  <a:lnTo>
                    <a:pt x="202868" y="6102376"/>
                  </a:lnTo>
                  <a:lnTo>
                    <a:pt x="203013" y="6102376"/>
                  </a:lnTo>
                  <a:lnTo>
                    <a:pt x="203159" y="6102376"/>
                  </a:lnTo>
                  <a:lnTo>
                    <a:pt x="203159" y="6101752"/>
                  </a:lnTo>
                  <a:lnTo>
                    <a:pt x="203304" y="6101752"/>
                  </a:lnTo>
                  <a:lnTo>
                    <a:pt x="203450" y="6101752"/>
                  </a:lnTo>
                  <a:lnTo>
                    <a:pt x="203595" y="6101752"/>
                  </a:lnTo>
                  <a:lnTo>
                    <a:pt x="203741" y="6101752"/>
                  </a:lnTo>
                  <a:lnTo>
                    <a:pt x="203741" y="6101129"/>
                  </a:lnTo>
                  <a:lnTo>
                    <a:pt x="203886" y="6101129"/>
                  </a:lnTo>
                  <a:lnTo>
                    <a:pt x="203886" y="6100505"/>
                  </a:lnTo>
                  <a:lnTo>
                    <a:pt x="204031" y="6100505"/>
                  </a:lnTo>
                  <a:lnTo>
                    <a:pt x="204031" y="6099882"/>
                  </a:lnTo>
                  <a:lnTo>
                    <a:pt x="204177" y="6099882"/>
                  </a:lnTo>
                  <a:lnTo>
                    <a:pt x="204177" y="6099258"/>
                  </a:lnTo>
                  <a:lnTo>
                    <a:pt x="204322" y="6099258"/>
                  </a:lnTo>
                  <a:lnTo>
                    <a:pt x="204468" y="6099258"/>
                  </a:lnTo>
                  <a:lnTo>
                    <a:pt x="204468" y="6098635"/>
                  </a:lnTo>
                  <a:lnTo>
                    <a:pt x="204613" y="6098635"/>
                  </a:lnTo>
                  <a:lnTo>
                    <a:pt x="204759" y="6098635"/>
                  </a:lnTo>
                  <a:lnTo>
                    <a:pt x="204904" y="6098635"/>
                  </a:lnTo>
                  <a:lnTo>
                    <a:pt x="205049" y="6098635"/>
                  </a:lnTo>
                  <a:lnTo>
                    <a:pt x="205195" y="6098635"/>
                  </a:lnTo>
                  <a:lnTo>
                    <a:pt x="205340" y="6098635"/>
                  </a:lnTo>
                  <a:lnTo>
                    <a:pt x="205486" y="6098635"/>
                  </a:lnTo>
                  <a:lnTo>
                    <a:pt x="205631" y="6098635"/>
                  </a:lnTo>
                  <a:lnTo>
                    <a:pt x="205777" y="6098635"/>
                  </a:lnTo>
                  <a:lnTo>
                    <a:pt x="205922" y="6098635"/>
                  </a:lnTo>
                  <a:lnTo>
                    <a:pt x="206067" y="6098635"/>
                  </a:lnTo>
                  <a:lnTo>
                    <a:pt x="206213" y="6098635"/>
                  </a:lnTo>
                  <a:lnTo>
                    <a:pt x="206504" y="6098635"/>
                  </a:lnTo>
                  <a:lnTo>
                    <a:pt x="206649" y="6098011"/>
                  </a:lnTo>
                  <a:lnTo>
                    <a:pt x="206795" y="6098011"/>
                  </a:lnTo>
                  <a:lnTo>
                    <a:pt x="206940" y="6098011"/>
                  </a:lnTo>
                  <a:lnTo>
                    <a:pt x="206940" y="6097387"/>
                  </a:lnTo>
                  <a:lnTo>
                    <a:pt x="206940" y="6096764"/>
                  </a:lnTo>
                  <a:lnTo>
                    <a:pt x="207085" y="6096764"/>
                  </a:lnTo>
                  <a:lnTo>
                    <a:pt x="207231" y="6096764"/>
                  </a:lnTo>
                  <a:lnTo>
                    <a:pt x="207376" y="6096764"/>
                  </a:lnTo>
                  <a:lnTo>
                    <a:pt x="207667" y="6096764"/>
                  </a:lnTo>
                  <a:lnTo>
                    <a:pt x="207813" y="6096764"/>
                  </a:lnTo>
                  <a:lnTo>
                    <a:pt x="207958" y="6096764"/>
                  </a:lnTo>
                  <a:lnTo>
                    <a:pt x="207958" y="6096140"/>
                  </a:lnTo>
                  <a:lnTo>
                    <a:pt x="208103" y="6096140"/>
                  </a:lnTo>
                  <a:lnTo>
                    <a:pt x="208249" y="6096140"/>
                  </a:lnTo>
                  <a:lnTo>
                    <a:pt x="208685" y="6096140"/>
                  </a:lnTo>
                  <a:lnTo>
                    <a:pt x="208831" y="6096140"/>
                  </a:lnTo>
                  <a:lnTo>
                    <a:pt x="208976" y="6096140"/>
                  </a:lnTo>
                  <a:lnTo>
                    <a:pt x="209121" y="6096140"/>
                  </a:lnTo>
                  <a:lnTo>
                    <a:pt x="209267" y="6096140"/>
                  </a:lnTo>
                  <a:lnTo>
                    <a:pt x="209267" y="6095517"/>
                  </a:lnTo>
                  <a:lnTo>
                    <a:pt x="209412" y="6095517"/>
                  </a:lnTo>
                  <a:lnTo>
                    <a:pt x="209558" y="6095517"/>
                  </a:lnTo>
                  <a:lnTo>
                    <a:pt x="209703" y="6095517"/>
                  </a:lnTo>
                  <a:lnTo>
                    <a:pt x="209848" y="6095517"/>
                  </a:lnTo>
                  <a:lnTo>
                    <a:pt x="209994" y="6095517"/>
                  </a:lnTo>
                  <a:lnTo>
                    <a:pt x="210139" y="6095517"/>
                  </a:lnTo>
                  <a:lnTo>
                    <a:pt x="210285" y="6095517"/>
                  </a:lnTo>
                  <a:lnTo>
                    <a:pt x="210576" y="6095517"/>
                  </a:lnTo>
                  <a:lnTo>
                    <a:pt x="210576" y="6094893"/>
                  </a:lnTo>
                  <a:lnTo>
                    <a:pt x="210721" y="6094893"/>
                  </a:lnTo>
                  <a:lnTo>
                    <a:pt x="210721" y="6094270"/>
                  </a:lnTo>
                  <a:lnTo>
                    <a:pt x="210866" y="6094270"/>
                  </a:lnTo>
                  <a:lnTo>
                    <a:pt x="211012" y="6094270"/>
                  </a:lnTo>
                  <a:lnTo>
                    <a:pt x="211157" y="6094270"/>
                  </a:lnTo>
                  <a:lnTo>
                    <a:pt x="211303" y="6094270"/>
                  </a:lnTo>
                  <a:lnTo>
                    <a:pt x="211448" y="6094270"/>
                  </a:lnTo>
                  <a:lnTo>
                    <a:pt x="211594" y="6094270"/>
                  </a:lnTo>
                  <a:lnTo>
                    <a:pt x="211739" y="6094270"/>
                  </a:lnTo>
                  <a:lnTo>
                    <a:pt x="211739" y="6093646"/>
                  </a:lnTo>
                  <a:lnTo>
                    <a:pt x="211884" y="6093646"/>
                  </a:lnTo>
                  <a:lnTo>
                    <a:pt x="212030" y="6093646"/>
                  </a:lnTo>
                  <a:lnTo>
                    <a:pt x="212175" y="6093646"/>
                  </a:lnTo>
                  <a:lnTo>
                    <a:pt x="212321" y="6093646"/>
                  </a:lnTo>
                  <a:lnTo>
                    <a:pt x="212466" y="6093646"/>
                  </a:lnTo>
                  <a:lnTo>
                    <a:pt x="212612" y="6093646"/>
                  </a:lnTo>
                  <a:lnTo>
                    <a:pt x="212757" y="6093646"/>
                  </a:lnTo>
                  <a:lnTo>
                    <a:pt x="212902" y="6093646"/>
                  </a:lnTo>
                  <a:lnTo>
                    <a:pt x="213048" y="6093646"/>
                  </a:lnTo>
                  <a:lnTo>
                    <a:pt x="213048" y="6093022"/>
                  </a:lnTo>
                  <a:lnTo>
                    <a:pt x="213193" y="6093022"/>
                  </a:lnTo>
                  <a:lnTo>
                    <a:pt x="213339" y="6093022"/>
                  </a:lnTo>
                  <a:lnTo>
                    <a:pt x="213484" y="6093022"/>
                  </a:lnTo>
                  <a:lnTo>
                    <a:pt x="213630" y="6093022"/>
                  </a:lnTo>
                  <a:lnTo>
                    <a:pt x="213775" y="6093022"/>
                  </a:lnTo>
                  <a:lnTo>
                    <a:pt x="213920" y="6093022"/>
                  </a:lnTo>
                  <a:lnTo>
                    <a:pt x="213920" y="6092399"/>
                  </a:lnTo>
                  <a:lnTo>
                    <a:pt x="214066" y="6092399"/>
                  </a:lnTo>
                  <a:lnTo>
                    <a:pt x="214211" y="6092399"/>
                  </a:lnTo>
                  <a:lnTo>
                    <a:pt x="214357" y="6092399"/>
                  </a:lnTo>
                  <a:lnTo>
                    <a:pt x="214502" y="6092399"/>
                  </a:lnTo>
                  <a:lnTo>
                    <a:pt x="214648" y="6092399"/>
                  </a:lnTo>
                  <a:lnTo>
                    <a:pt x="214793" y="6092399"/>
                  </a:lnTo>
                  <a:lnTo>
                    <a:pt x="214938" y="6092399"/>
                  </a:lnTo>
                  <a:lnTo>
                    <a:pt x="214938" y="6091775"/>
                  </a:lnTo>
                  <a:lnTo>
                    <a:pt x="215084" y="6091775"/>
                  </a:lnTo>
                  <a:lnTo>
                    <a:pt x="215229" y="6091775"/>
                  </a:lnTo>
                  <a:lnTo>
                    <a:pt x="215520" y="6091775"/>
                  </a:lnTo>
                  <a:lnTo>
                    <a:pt x="215520" y="6091152"/>
                  </a:lnTo>
                  <a:lnTo>
                    <a:pt x="215666" y="6091152"/>
                  </a:lnTo>
                  <a:lnTo>
                    <a:pt x="215811" y="6091152"/>
                  </a:lnTo>
                  <a:lnTo>
                    <a:pt x="215811" y="6090528"/>
                  </a:lnTo>
                  <a:lnTo>
                    <a:pt x="215811" y="6089904"/>
                  </a:lnTo>
                  <a:lnTo>
                    <a:pt x="215956" y="6089904"/>
                  </a:lnTo>
                  <a:lnTo>
                    <a:pt x="216102" y="6089904"/>
                  </a:lnTo>
                  <a:lnTo>
                    <a:pt x="216102" y="6089281"/>
                  </a:lnTo>
                  <a:lnTo>
                    <a:pt x="216102" y="6088657"/>
                  </a:lnTo>
                  <a:lnTo>
                    <a:pt x="216247" y="6088657"/>
                  </a:lnTo>
                  <a:lnTo>
                    <a:pt x="216538" y="6088657"/>
                  </a:lnTo>
                  <a:lnTo>
                    <a:pt x="216538" y="6088034"/>
                  </a:lnTo>
                  <a:lnTo>
                    <a:pt x="216683" y="6088034"/>
                  </a:lnTo>
                  <a:lnTo>
                    <a:pt x="216829" y="6088034"/>
                  </a:lnTo>
                  <a:lnTo>
                    <a:pt x="216974" y="6088034"/>
                  </a:lnTo>
                  <a:lnTo>
                    <a:pt x="217120" y="6088034"/>
                  </a:lnTo>
                  <a:lnTo>
                    <a:pt x="217265" y="6088034"/>
                  </a:lnTo>
                  <a:lnTo>
                    <a:pt x="217411" y="6088034"/>
                  </a:lnTo>
                  <a:lnTo>
                    <a:pt x="217556" y="6088034"/>
                  </a:lnTo>
                  <a:lnTo>
                    <a:pt x="217701" y="6088034"/>
                  </a:lnTo>
                  <a:lnTo>
                    <a:pt x="217701" y="6087410"/>
                  </a:lnTo>
                  <a:lnTo>
                    <a:pt x="217701" y="6086787"/>
                  </a:lnTo>
                  <a:lnTo>
                    <a:pt x="217847" y="6086787"/>
                  </a:lnTo>
                  <a:lnTo>
                    <a:pt x="217992" y="6086787"/>
                  </a:lnTo>
                  <a:lnTo>
                    <a:pt x="217992" y="6086163"/>
                  </a:lnTo>
                  <a:lnTo>
                    <a:pt x="218138" y="6086163"/>
                  </a:lnTo>
                  <a:lnTo>
                    <a:pt x="218283" y="6086163"/>
                  </a:lnTo>
                  <a:lnTo>
                    <a:pt x="218429" y="6086163"/>
                  </a:lnTo>
                  <a:lnTo>
                    <a:pt x="218574" y="6086163"/>
                  </a:lnTo>
                  <a:lnTo>
                    <a:pt x="218719" y="6086163"/>
                  </a:lnTo>
                  <a:lnTo>
                    <a:pt x="218865" y="6086163"/>
                  </a:lnTo>
                  <a:lnTo>
                    <a:pt x="219010" y="6086163"/>
                  </a:lnTo>
                  <a:lnTo>
                    <a:pt x="219156" y="6086163"/>
                  </a:lnTo>
                  <a:lnTo>
                    <a:pt x="219301" y="6086163"/>
                  </a:lnTo>
                  <a:lnTo>
                    <a:pt x="219447" y="6086163"/>
                  </a:lnTo>
                  <a:lnTo>
                    <a:pt x="219592" y="6086163"/>
                  </a:lnTo>
                  <a:lnTo>
                    <a:pt x="219737" y="6086163"/>
                  </a:lnTo>
                  <a:lnTo>
                    <a:pt x="219737" y="6085539"/>
                  </a:lnTo>
                  <a:lnTo>
                    <a:pt x="219883" y="6085539"/>
                  </a:lnTo>
                  <a:lnTo>
                    <a:pt x="220028" y="6085539"/>
                  </a:lnTo>
                  <a:lnTo>
                    <a:pt x="220174" y="6085539"/>
                  </a:lnTo>
                  <a:lnTo>
                    <a:pt x="220319" y="6085539"/>
                  </a:lnTo>
                  <a:lnTo>
                    <a:pt x="220465" y="6085539"/>
                  </a:lnTo>
                  <a:lnTo>
                    <a:pt x="220610" y="6085539"/>
                  </a:lnTo>
                  <a:lnTo>
                    <a:pt x="220610" y="6084916"/>
                  </a:lnTo>
                  <a:lnTo>
                    <a:pt x="220755" y="6084916"/>
                  </a:lnTo>
                  <a:lnTo>
                    <a:pt x="220901" y="6084916"/>
                  </a:lnTo>
                  <a:lnTo>
                    <a:pt x="220901" y="6084292"/>
                  </a:lnTo>
                  <a:lnTo>
                    <a:pt x="221046" y="6084292"/>
                  </a:lnTo>
                  <a:lnTo>
                    <a:pt x="221192" y="6084292"/>
                  </a:lnTo>
                  <a:lnTo>
                    <a:pt x="221337" y="6084292"/>
                  </a:lnTo>
                  <a:lnTo>
                    <a:pt x="221483" y="6084292"/>
                  </a:lnTo>
                  <a:lnTo>
                    <a:pt x="221628" y="6084292"/>
                  </a:lnTo>
                  <a:lnTo>
                    <a:pt x="221773" y="6084292"/>
                  </a:lnTo>
                  <a:lnTo>
                    <a:pt x="221919" y="6084292"/>
                  </a:lnTo>
                  <a:lnTo>
                    <a:pt x="221919" y="6083669"/>
                  </a:lnTo>
                  <a:lnTo>
                    <a:pt x="222210" y="6083669"/>
                  </a:lnTo>
                  <a:lnTo>
                    <a:pt x="222355" y="6083669"/>
                  </a:lnTo>
                  <a:lnTo>
                    <a:pt x="222501" y="6083669"/>
                  </a:lnTo>
                  <a:lnTo>
                    <a:pt x="222646" y="6083669"/>
                  </a:lnTo>
                  <a:lnTo>
                    <a:pt x="222791" y="6083669"/>
                  </a:lnTo>
                  <a:lnTo>
                    <a:pt x="223082" y="6083669"/>
                  </a:lnTo>
                  <a:lnTo>
                    <a:pt x="223228" y="6083669"/>
                  </a:lnTo>
                  <a:lnTo>
                    <a:pt x="223373" y="6083669"/>
                  </a:lnTo>
                  <a:lnTo>
                    <a:pt x="223373" y="6083045"/>
                  </a:lnTo>
                  <a:lnTo>
                    <a:pt x="223518" y="6083045"/>
                  </a:lnTo>
                  <a:lnTo>
                    <a:pt x="223664" y="6083045"/>
                  </a:lnTo>
                  <a:lnTo>
                    <a:pt x="223809" y="6083045"/>
                  </a:lnTo>
                  <a:lnTo>
                    <a:pt x="223955" y="6083045"/>
                  </a:lnTo>
                  <a:lnTo>
                    <a:pt x="224100" y="6083045"/>
                  </a:lnTo>
                  <a:lnTo>
                    <a:pt x="224246" y="6082421"/>
                  </a:lnTo>
                  <a:lnTo>
                    <a:pt x="224391" y="6082421"/>
                  </a:lnTo>
                  <a:lnTo>
                    <a:pt x="224536" y="6082421"/>
                  </a:lnTo>
                  <a:lnTo>
                    <a:pt x="224682" y="6082421"/>
                  </a:lnTo>
                  <a:lnTo>
                    <a:pt x="224827" y="6082421"/>
                  </a:lnTo>
                  <a:lnTo>
                    <a:pt x="224973" y="6082421"/>
                  </a:lnTo>
                  <a:lnTo>
                    <a:pt x="225118" y="6082421"/>
                  </a:lnTo>
                  <a:lnTo>
                    <a:pt x="225264" y="6082421"/>
                  </a:lnTo>
                  <a:lnTo>
                    <a:pt x="225409" y="6082421"/>
                  </a:lnTo>
                  <a:lnTo>
                    <a:pt x="225554" y="6082421"/>
                  </a:lnTo>
                  <a:lnTo>
                    <a:pt x="225700" y="6082421"/>
                  </a:lnTo>
                  <a:lnTo>
                    <a:pt x="225845" y="6082421"/>
                  </a:lnTo>
                  <a:lnTo>
                    <a:pt x="225991" y="6082421"/>
                  </a:lnTo>
                  <a:lnTo>
                    <a:pt x="226136" y="6082421"/>
                  </a:lnTo>
                  <a:lnTo>
                    <a:pt x="226282" y="6082421"/>
                  </a:lnTo>
                  <a:lnTo>
                    <a:pt x="226427" y="6082421"/>
                  </a:lnTo>
                  <a:lnTo>
                    <a:pt x="226572" y="6082421"/>
                  </a:lnTo>
                  <a:lnTo>
                    <a:pt x="226718" y="6082421"/>
                  </a:lnTo>
                  <a:lnTo>
                    <a:pt x="226863" y="6082421"/>
                  </a:lnTo>
                  <a:lnTo>
                    <a:pt x="227009" y="6082421"/>
                  </a:lnTo>
                  <a:lnTo>
                    <a:pt x="227154" y="6082421"/>
                  </a:lnTo>
                  <a:lnTo>
                    <a:pt x="227300" y="6082421"/>
                  </a:lnTo>
                  <a:lnTo>
                    <a:pt x="227300" y="6081798"/>
                  </a:lnTo>
                  <a:lnTo>
                    <a:pt x="227300" y="6081174"/>
                  </a:lnTo>
                  <a:lnTo>
                    <a:pt x="227445" y="6081174"/>
                  </a:lnTo>
                  <a:lnTo>
                    <a:pt x="227590" y="6081174"/>
                  </a:lnTo>
                  <a:lnTo>
                    <a:pt x="227736" y="6081174"/>
                  </a:lnTo>
                  <a:lnTo>
                    <a:pt x="227736" y="6080551"/>
                  </a:lnTo>
                  <a:lnTo>
                    <a:pt x="227881" y="6080551"/>
                  </a:lnTo>
                  <a:lnTo>
                    <a:pt x="228027" y="6080551"/>
                  </a:lnTo>
                  <a:lnTo>
                    <a:pt x="228172" y="6080551"/>
                  </a:lnTo>
                  <a:lnTo>
                    <a:pt x="228318" y="6080551"/>
                  </a:lnTo>
                  <a:lnTo>
                    <a:pt x="228463" y="6080551"/>
                  </a:lnTo>
                  <a:lnTo>
                    <a:pt x="228608" y="6080551"/>
                  </a:lnTo>
                  <a:lnTo>
                    <a:pt x="228754" y="6080551"/>
                  </a:lnTo>
                  <a:lnTo>
                    <a:pt x="228899" y="6080551"/>
                  </a:lnTo>
                  <a:lnTo>
                    <a:pt x="229045" y="6080551"/>
                  </a:lnTo>
                  <a:lnTo>
                    <a:pt x="229190" y="6080551"/>
                  </a:lnTo>
                  <a:lnTo>
                    <a:pt x="229190" y="6079927"/>
                  </a:lnTo>
                  <a:lnTo>
                    <a:pt x="229190" y="6079304"/>
                  </a:lnTo>
                  <a:lnTo>
                    <a:pt x="229190" y="6078680"/>
                  </a:lnTo>
                  <a:lnTo>
                    <a:pt x="229481" y="6078680"/>
                  </a:lnTo>
                  <a:lnTo>
                    <a:pt x="229626" y="6078680"/>
                  </a:lnTo>
                  <a:lnTo>
                    <a:pt x="229772" y="6078680"/>
                  </a:lnTo>
                  <a:lnTo>
                    <a:pt x="229917" y="6078680"/>
                  </a:lnTo>
                  <a:lnTo>
                    <a:pt x="230063" y="6078680"/>
                  </a:lnTo>
                  <a:lnTo>
                    <a:pt x="230208" y="6078680"/>
                  </a:lnTo>
                  <a:lnTo>
                    <a:pt x="230353" y="6078680"/>
                  </a:lnTo>
                  <a:lnTo>
                    <a:pt x="230499" y="6078680"/>
                  </a:lnTo>
                  <a:lnTo>
                    <a:pt x="230644" y="6078680"/>
                  </a:lnTo>
                  <a:lnTo>
                    <a:pt x="230790" y="6078680"/>
                  </a:lnTo>
                  <a:lnTo>
                    <a:pt x="230935" y="6078680"/>
                  </a:lnTo>
                  <a:lnTo>
                    <a:pt x="231081" y="6078680"/>
                  </a:lnTo>
                  <a:lnTo>
                    <a:pt x="231081" y="6077433"/>
                  </a:lnTo>
                  <a:lnTo>
                    <a:pt x="231081" y="6076809"/>
                  </a:lnTo>
                  <a:lnTo>
                    <a:pt x="231226" y="6076809"/>
                  </a:lnTo>
                  <a:lnTo>
                    <a:pt x="231226" y="6076186"/>
                  </a:lnTo>
                  <a:lnTo>
                    <a:pt x="231371" y="6076186"/>
                  </a:lnTo>
                  <a:lnTo>
                    <a:pt x="231517" y="6076186"/>
                  </a:lnTo>
                  <a:lnTo>
                    <a:pt x="231662" y="6076186"/>
                  </a:lnTo>
                  <a:lnTo>
                    <a:pt x="231808" y="6076186"/>
                  </a:lnTo>
                  <a:lnTo>
                    <a:pt x="232244" y="6076186"/>
                  </a:lnTo>
                  <a:lnTo>
                    <a:pt x="232389" y="6076186"/>
                  </a:lnTo>
                  <a:lnTo>
                    <a:pt x="232535" y="6076186"/>
                  </a:lnTo>
                  <a:lnTo>
                    <a:pt x="232680" y="6076186"/>
                  </a:lnTo>
                  <a:lnTo>
                    <a:pt x="233117" y="6076186"/>
                  </a:lnTo>
                  <a:lnTo>
                    <a:pt x="233262" y="6076186"/>
                  </a:lnTo>
                  <a:lnTo>
                    <a:pt x="233407" y="6076186"/>
                  </a:lnTo>
                  <a:lnTo>
                    <a:pt x="233553" y="6076186"/>
                  </a:lnTo>
                  <a:lnTo>
                    <a:pt x="233698" y="6076186"/>
                  </a:lnTo>
                  <a:lnTo>
                    <a:pt x="233844" y="6076186"/>
                  </a:lnTo>
                  <a:lnTo>
                    <a:pt x="233989" y="6076186"/>
                  </a:lnTo>
                  <a:lnTo>
                    <a:pt x="234135" y="6076186"/>
                  </a:lnTo>
                  <a:lnTo>
                    <a:pt x="234425" y="6076186"/>
                  </a:lnTo>
                  <a:lnTo>
                    <a:pt x="234571" y="6076186"/>
                  </a:lnTo>
                  <a:lnTo>
                    <a:pt x="234716" y="6076186"/>
                  </a:lnTo>
                  <a:lnTo>
                    <a:pt x="234716" y="6075562"/>
                  </a:lnTo>
                  <a:lnTo>
                    <a:pt x="234862" y="6075562"/>
                  </a:lnTo>
                  <a:lnTo>
                    <a:pt x="235007" y="6074938"/>
                  </a:lnTo>
                  <a:lnTo>
                    <a:pt x="235153" y="6074938"/>
                  </a:lnTo>
                  <a:lnTo>
                    <a:pt x="235153" y="6074315"/>
                  </a:lnTo>
                  <a:lnTo>
                    <a:pt x="235153" y="6073691"/>
                  </a:lnTo>
                  <a:lnTo>
                    <a:pt x="235298" y="6073691"/>
                  </a:lnTo>
                  <a:lnTo>
                    <a:pt x="235298" y="6073068"/>
                  </a:lnTo>
                  <a:lnTo>
                    <a:pt x="235589" y="6073068"/>
                  </a:lnTo>
                  <a:lnTo>
                    <a:pt x="235734" y="6073068"/>
                  </a:lnTo>
                  <a:lnTo>
                    <a:pt x="235880" y="6073068"/>
                  </a:lnTo>
                  <a:lnTo>
                    <a:pt x="236025" y="6073068"/>
                  </a:lnTo>
                  <a:lnTo>
                    <a:pt x="236171" y="6073068"/>
                  </a:lnTo>
                  <a:lnTo>
                    <a:pt x="236171" y="6072444"/>
                  </a:lnTo>
                  <a:lnTo>
                    <a:pt x="236316" y="6071821"/>
                  </a:lnTo>
                  <a:lnTo>
                    <a:pt x="236461" y="6071821"/>
                  </a:lnTo>
                  <a:lnTo>
                    <a:pt x="236607" y="6071821"/>
                  </a:lnTo>
                  <a:lnTo>
                    <a:pt x="236752" y="6071821"/>
                  </a:lnTo>
                  <a:lnTo>
                    <a:pt x="237043" y="6071821"/>
                  </a:lnTo>
                  <a:lnTo>
                    <a:pt x="237188" y="6071821"/>
                  </a:lnTo>
                  <a:lnTo>
                    <a:pt x="237334" y="6071821"/>
                  </a:lnTo>
                  <a:lnTo>
                    <a:pt x="237479" y="6071821"/>
                  </a:lnTo>
                  <a:lnTo>
                    <a:pt x="237625" y="6071821"/>
                  </a:lnTo>
                  <a:lnTo>
                    <a:pt x="237770" y="6071821"/>
                  </a:lnTo>
                  <a:lnTo>
                    <a:pt x="237916" y="6071821"/>
                  </a:lnTo>
                  <a:lnTo>
                    <a:pt x="238061" y="6071821"/>
                  </a:lnTo>
                  <a:lnTo>
                    <a:pt x="238206" y="6071821"/>
                  </a:lnTo>
                  <a:lnTo>
                    <a:pt x="238206" y="6071197"/>
                  </a:lnTo>
                  <a:lnTo>
                    <a:pt x="238352" y="6070573"/>
                  </a:lnTo>
                  <a:lnTo>
                    <a:pt x="238352" y="6069950"/>
                  </a:lnTo>
                  <a:lnTo>
                    <a:pt x="238497" y="6069950"/>
                  </a:lnTo>
                  <a:lnTo>
                    <a:pt x="238643" y="6069950"/>
                  </a:lnTo>
                  <a:lnTo>
                    <a:pt x="238788" y="6069950"/>
                  </a:lnTo>
                  <a:lnTo>
                    <a:pt x="238788" y="6069326"/>
                  </a:lnTo>
                  <a:lnTo>
                    <a:pt x="238934" y="6069326"/>
                  </a:lnTo>
                  <a:lnTo>
                    <a:pt x="239079" y="6069326"/>
                  </a:lnTo>
                  <a:lnTo>
                    <a:pt x="239224" y="6069326"/>
                  </a:lnTo>
                  <a:lnTo>
                    <a:pt x="239370" y="6069326"/>
                  </a:lnTo>
                  <a:lnTo>
                    <a:pt x="239515" y="6069326"/>
                  </a:lnTo>
                  <a:lnTo>
                    <a:pt x="239661" y="6069326"/>
                  </a:lnTo>
                  <a:lnTo>
                    <a:pt x="239661" y="6068703"/>
                  </a:lnTo>
                  <a:lnTo>
                    <a:pt x="239806" y="6068079"/>
                  </a:lnTo>
                  <a:lnTo>
                    <a:pt x="240097" y="6068079"/>
                  </a:lnTo>
                  <a:lnTo>
                    <a:pt x="240097" y="6067455"/>
                  </a:lnTo>
                  <a:lnTo>
                    <a:pt x="240242" y="6067455"/>
                  </a:lnTo>
                  <a:lnTo>
                    <a:pt x="240388" y="6067455"/>
                  </a:lnTo>
                  <a:lnTo>
                    <a:pt x="240533" y="6067455"/>
                  </a:lnTo>
                  <a:lnTo>
                    <a:pt x="240679" y="6067455"/>
                  </a:lnTo>
                  <a:lnTo>
                    <a:pt x="240824" y="6067455"/>
                  </a:lnTo>
                  <a:lnTo>
                    <a:pt x="240970" y="6067455"/>
                  </a:lnTo>
                  <a:lnTo>
                    <a:pt x="241115" y="6067455"/>
                  </a:lnTo>
                  <a:lnTo>
                    <a:pt x="241115" y="6066832"/>
                  </a:lnTo>
                  <a:lnTo>
                    <a:pt x="241260" y="6066832"/>
                  </a:lnTo>
                  <a:lnTo>
                    <a:pt x="241406" y="6066832"/>
                  </a:lnTo>
                  <a:lnTo>
                    <a:pt x="241551" y="6066832"/>
                  </a:lnTo>
                  <a:lnTo>
                    <a:pt x="241697" y="6066832"/>
                  </a:lnTo>
                  <a:lnTo>
                    <a:pt x="241842" y="6066832"/>
                  </a:lnTo>
                  <a:lnTo>
                    <a:pt x="241988" y="6066208"/>
                  </a:lnTo>
                  <a:lnTo>
                    <a:pt x="242133" y="6066208"/>
                  </a:lnTo>
                  <a:lnTo>
                    <a:pt x="242278" y="6066208"/>
                  </a:lnTo>
                  <a:lnTo>
                    <a:pt x="242569" y="6065585"/>
                  </a:lnTo>
                  <a:lnTo>
                    <a:pt x="242715" y="6065585"/>
                  </a:lnTo>
                  <a:lnTo>
                    <a:pt x="242860" y="6065585"/>
                  </a:lnTo>
                  <a:lnTo>
                    <a:pt x="242860" y="6064961"/>
                  </a:lnTo>
                  <a:lnTo>
                    <a:pt x="243006" y="6064961"/>
                  </a:lnTo>
                  <a:lnTo>
                    <a:pt x="243151" y="6064961"/>
                  </a:lnTo>
                  <a:lnTo>
                    <a:pt x="243296" y="6064961"/>
                  </a:lnTo>
                  <a:lnTo>
                    <a:pt x="243442" y="6064961"/>
                  </a:lnTo>
                  <a:lnTo>
                    <a:pt x="243587" y="6064961"/>
                  </a:lnTo>
                  <a:lnTo>
                    <a:pt x="243587" y="6064338"/>
                  </a:lnTo>
                  <a:lnTo>
                    <a:pt x="243878" y="6064338"/>
                  </a:lnTo>
                  <a:lnTo>
                    <a:pt x="244023" y="6064338"/>
                  </a:lnTo>
                  <a:lnTo>
                    <a:pt x="244169" y="6064338"/>
                  </a:lnTo>
                  <a:lnTo>
                    <a:pt x="244169" y="6063714"/>
                  </a:lnTo>
                  <a:lnTo>
                    <a:pt x="244314" y="6063714"/>
                  </a:lnTo>
                  <a:lnTo>
                    <a:pt x="244460" y="6063714"/>
                  </a:lnTo>
                  <a:lnTo>
                    <a:pt x="244605" y="6063714"/>
                  </a:lnTo>
                  <a:lnTo>
                    <a:pt x="244751" y="6063714"/>
                  </a:lnTo>
                  <a:lnTo>
                    <a:pt x="244896" y="6063714"/>
                  </a:lnTo>
                  <a:lnTo>
                    <a:pt x="245041" y="6063714"/>
                  </a:lnTo>
                  <a:lnTo>
                    <a:pt x="245187" y="6063714"/>
                  </a:lnTo>
                  <a:lnTo>
                    <a:pt x="245332" y="6063714"/>
                  </a:lnTo>
                  <a:lnTo>
                    <a:pt x="245478" y="6063714"/>
                  </a:lnTo>
                  <a:lnTo>
                    <a:pt x="245478" y="6063090"/>
                  </a:lnTo>
                  <a:lnTo>
                    <a:pt x="245623" y="6063090"/>
                  </a:lnTo>
                  <a:lnTo>
                    <a:pt x="245769" y="6063090"/>
                  </a:lnTo>
                  <a:lnTo>
                    <a:pt x="245914" y="6063090"/>
                  </a:lnTo>
                  <a:lnTo>
                    <a:pt x="246059" y="6063090"/>
                  </a:lnTo>
                  <a:lnTo>
                    <a:pt x="246350" y="6063090"/>
                  </a:lnTo>
                  <a:lnTo>
                    <a:pt x="246496" y="6063090"/>
                  </a:lnTo>
                  <a:lnTo>
                    <a:pt x="246496" y="6062467"/>
                  </a:lnTo>
                  <a:lnTo>
                    <a:pt x="246641" y="6062467"/>
                  </a:lnTo>
                  <a:lnTo>
                    <a:pt x="246787" y="6062467"/>
                  </a:lnTo>
                  <a:lnTo>
                    <a:pt x="246932" y="6062467"/>
                  </a:lnTo>
                  <a:lnTo>
                    <a:pt x="247077" y="6062467"/>
                  </a:lnTo>
                  <a:lnTo>
                    <a:pt x="247223" y="6062467"/>
                  </a:lnTo>
                  <a:lnTo>
                    <a:pt x="247368" y="6062467"/>
                  </a:lnTo>
                  <a:lnTo>
                    <a:pt x="247514" y="6062467"/>
                  </a:lnTo>
                  <a:lnTo>
                    <a:pt x="247659" y="6062467"/>
                  </a:lnTo>
                  <a:lnTo>
                    <a:pt x="247805" y="6062467"/>
                  </a:lnTo>
                  <a:lnTo>
                    <a:pt x="247950" y="6062467"/>
                  </a:lnTo>
                  <a:lnTo>
                    <a:pt x="248095" y="6062467"/>
                  </a:lnTo>
                  <a:lnTo>
                    <a:pt x="248241" y="6062467"/>
                  </a:lnTo>
                  <a:lnTo>
                    <a:pt x="248386" y="6062467"/>
                  </a:lnTo>
                  <a:lnTo>
                    <a:pt x="248532" y="6062467"/>
                  </a:lnTo>
                  <a:lnTo>
                    <a:pt x="248677" y="6062467"/>
                  </a:lnTo>
                  <a:lnTo>
                    <a:pt x="248823" y="6062467"/>
                  </a:lnTo>
                  <a:lnTo>
                    <a:pt x="248823" y="6061843"/>
                  </a:lnTo>
                  <a:lnTo>
                    <a:pt x="248968" y="6061843"/>
                  </a:lnTo>
                  <a:lnTo>
                    <a:pt x="249113" y="6061843"/>
                  </a:lnTo>
                  <a:lnTo>
                    <a:pt x="249259" y="6061843"/>
                  </a:lnTo>
                  <a:lnTo>
                    <a:pt x="249259" y="6061220"/>
                  </a:lnTo>
                  <a:lnTo>
                    <a:pt x="249550" y="6061220"/>
                  </a:lnTo>
                  <a:lnTo>
                    <a:pt x="249695" y="6061220"/>
                  </a:lnTo>
                  <a:lnTo>
                    <a:pt x="249840" y="6061220"/>
                  </a:lnTo>
                  <a:lnTo>
                    <a:pt x="249986" y="6061220"/>
                  </a:lnTo>
                  <a:lnTo>
                    <a:pt x="250131" y="6061220"/>
                  </a:lnTo>
                  <a:lnTo>
                    <a:pt x="250277" y="6061220"/>
                  </a:lnTo>
                  <a:lnTo>
                    <a:pt x="250422" y="6061220"/>
                  </a:lnTo>
                  <a:lnTo>
                    <a:pt x="250422" y="6060596"/>
                  </a:lnTo>
                  <a:lnTo>
                    <a:pt x="250568" y="6060596"/>
                  </a:lnTo>
                  <a:lnTo>
                    <a:pt x="250713" y="6060596"/>
                  </a:lnTo>
                  <a:lnTo>
                    <a:pt x="250713" y="6059972"/>
                  </a:lnTo>
                  <a:lnTo>
                    <a:pt x="250858" y="6059972"/>
                  </a:lnTo>
                  <a:lnTo>
                    <a:pt x="251004" y="6059972"/>
                  </a:lnTo>
                  <a:lnTo>
                    <a:pt x="251149" y="6059349"/>
                  </a:lnTo>
                  <a:lnTo>
                    <a:pt x="251295" y="6059349"/>
                  </a:lnTo>
                  <a:lnTo>
                    <a:pt x="251440" y="6059349"/>
                  </a:lnTo>
                  <a:lnTo>
                    <a:pt x="251586" y="6059349"/>
                  </a:lnTo>
                  <a:lnTo>
                    <a:pt x="251731" y="6059349"/>
                  </a:lnTo>
                  <a:lnTo>
                    <a:pt x="251876" y="6059349"/>
                  </a:lnTo>
                  <a:lnTo>
                    <a:pt x="252022" y="6059349"/>
                  </a:lnTo>
                  <a:lnTo>
                    <a:pt x="252167" y="6059349"/>
                  </a:lnTo>
                  <a:lnTo>
                    <a:pt x="252313" y="6059349"/>
                  </a:lnTo>
                  <a:lnTo>
                    <a:pt x="252458" y="6059349"/>
                  </a:lnTo>
                  <a:lnTo>
                    <a:pt x="252604" y="6059349"/>
                  </a:lnTo>
                  <a:lnTo>
                    <a:pt x="252604" y="6058725"/>
                  </a:lnTo>
                  <a:lnTo>
                    <a:pt x="252749" y="6058725"/>
                  </a:lnTo>
                  <a:lnTo>
                    <a:pt x="252894" y="6058725"/>
                  </a:lnTo>
                  <a:lnTo>
                    <a:pt x="253185" y="6058725"/>
                  </a:lnTo>
                  <a:lnTo>
                    <a:pt x="253476" y="6058725"/>
                  </a:lnTo>
                  <a:lnTo>
                    <a:pt x="253476" y="6058102"/>
                  </a:lnTo>
                  <a:lnTo>
                    <a:pt x="253476" y="6057478"/>
                  </a:lnTo>
                  <a:lnTo>
                    <a:pt x="253767" y="6057478"/>
                  </a:lnTo>
                  <a:lnTo>
                    <a:pt x="253912" y="6057478"/>
                  </a:lnTo>
                  <a:lnTo>
                    <a:pt x="254058" y="6057478"/>
                  </a:lnTo>
                  <a:lnTo>
                    <a:pt x="254203" y="6057478"/>
                  </a:lnTo>
                  <a:lnTo>
                    <a:pt x="254349" y="6057478"/>
                  </a:lnTo>
                  <a:lnTo>
                    <a:pt x="254494" y="6057478"/>
                  </a:lnTo>
                  <a:lnTo>
                    <a:pt x="254494" y="6056855"/>
                  </a:lnTo>
                  <a:lnTo>
                    <a:pt x="254640" y="6056855"/>
                  </a:lnTo>
                  <a:lnTo>
                    <a:pt x="255076" y="6056855"/>
                  </a:lnTo>
                  <a:lnTo>
                    <a:pt x="255367" y="6056855"/>
                  </a:lnTo>
                  <a:lnTo>
                    <a:pt x="255512" y="6056855"/>
                  </a:lnTo>
                  <a:lnTo>
                    <a:pt x="255658" y="6056855"/>
                  </a:lnTo>
                  <a:lnTo>
                    <a:pt x="255803" y="6056855"/>
                  </a:lnTo>
                  <a:lnTo>
                    <a:pt x="255948" y="6056855"/>
                  </a:lnTo>
                  <a:lnTo>
                    <a:pt x="255948" y="6056231"/>
                  </a:lnTo>
                  <a:lnTo>
                    <a:pt x="256094" y="6055607"/>
                  </a:lnTo>
                  <a:lnTo>
                    <a:pt x="256239" y="6055607"/>
                  </a:lnTo>
                  <a:lnTo>
                    <a:pt x="256385" y="6055607"/>
                  </a:lnTo>
                  <a:lnTo>
                    <a:pt x="256530" y="6055607"/>
                  </a:lnTo>
                  <a:lnTo>
                    <a:pt x="256530" y="6054984"/>
                  </a:lnTo>
                  <a:lnTo>
                    <a:pt x="256675" y="6054984"/>
                  </a:lnTo>
                  <a:lnTo>
                    <a:pt x="256821" y="6054984"/>
                  </a:lnTo>
                  <a:lnTo>
                    <a:pt x="256821" y="6054360"/>
                  </a:lnTo>
                  <a:lnTo>
                    <a:pt x="256966" y="6054360"/>
                  </a:lnTo>
                  <a:lnTo>
                    <a:pt x="257112" y="6054360"/>
                  </a:lnTo>
                  <a:lnTo>
                    <a:pt x="257257" y="6054360"/>
                  </a:lnTo>
                  <a:lnTo>
                    <a:pt x="257257" y="6053113"/>
                  </a:lnTo>
                  <a:lnTo>
                    <a:pt x="257403" y="6053113"/>
                  </a:lnTo>
                  <a:lnTo>
                    <a:pt x="257548" y="6053113"/>
                  </a:lnTo>
                  <a:lnTo>
                    <a:pt x="257693" y="6053113"/>
                  </a:lnTo>
                  <a:lnTo>
                    <a:pt x="257839" y="6053113"/>
                  </a:lnTo>
                  <a:lnTo>
                    <a:pt x="257984" y="6053113"/>
                  </a:lnTo>
                  <a:lnTo>
                    <a:pt x="258130" y="6053113"/>
                  </a:lnTo>
                  <a:lnTo>
                    <a:pt x="258275" y="6053113"/>
                  </a:lnTo>
                  <a:lnTo>
                    <a:pt x="258421" y="6053113"/>
                  </a:lnTo>
                  <a:lnTo>
                    <a:pt x="258566" y="6053113"/>
                  </a:lnTo>
                  <a:lnTo>
                    <a:pt x="258566" y="6052489"/>
                  </a:lnTo>
                  <a:lnTo>
                    <a:pt x="258566" y="6051866"/>
                  </a:lnTo>
                  <a:lnTo>
                    <a:pt x="258711" y="6051866"/>
                  </a:lnTo>
                  <a:lnTo>
                    <a:pt x="258711" y="6051242"/>
                  </a:lnTo>
                  <a:lnTo>
                    <a:pt x="259002" y="6051242"/>
                  </a:lnTo>
                  <a:lnTo>
                    <a:pt x="259148" y="6051242"/>
                  </a:lnTo>
                  <a:lnTo>
                    <a:pt x="259148" y="6050619"/>
                  </a:lnTo>
                  <a:lnTo>
                    <a:pt x="259293" y="6050619"/>
                  </a:lnTo>
                  <a:lnTo>
                    <a:pt x="259293" y="6049995"/>
                  </a:lnTo>
                  <a:lnTo>
                    <a:pt x="259293" y="6049372"/>
                  </a:lnTo>
                  <a:lnTo>
                    <a:pt x="259584" y="6049372"/>
                  </a:lnTo>
                  <a:lnTo>
                    <a:pt x="259729" y="6049372"/>
                  </a:lnTo>
                  <a:lnTo>
                    <a:pt x="259875" y="6049372"/>
                  </a:lnTo>
                  <a:lnTo>
                    <a:pt x="260020" y="6049372"/>
                  </a:lnTo>
                  <a:lnTo>
                    <a:pt x="260166" y="6049372"/>
                  </a:lnTo>
                  <a:lnTo>
                    <a:pt x="260311" y="6049372"/>
                  </a:lnTo>
                  <a:lnTo>
                    <a:pt x="260457" y="6048748"/>
                  </a:lnTo>
                  <a:lnTo>
                    <a:pt x="260602" y="6048748"/>
                  </a:lnTo>
                  <a:lnTo>
                    <a:pt x="260747" y="6048748"/>
                  </a:lnTo>
                  <a:lnTo>
                    <a:pt x="260893" y="6048748"/>
                  </a:lnTo>
                  <a:lnTo>
                    <a:pt x="261038" y="6048748"/>
                  </a:lnTo>
                  <a:lnTo>
                    <a:pt x="261184" y="6048748"/>
                  </a:lnTo>
                  <a:lnTo>
                    <a:pt x="261329" y="6048748"/>
                  </a:lnTo>
                  <a:lnTo>
                    <a:pt x="261475" y="6048748"/>
                  </a:lnTo>
                  <a:lnTo>
                    <a:pt x="261620" y="6048748"/>
                  </a:lnTo>
                  <a:lnTo>
                    <a:pt x="261765" y="6048748"/>
                  </a:lnTo>
                  <a:lnTo>
                    <a:pt x="261911" y="6048748"/>
                  </a:lnTo>
                  <a:lnTo>
                    <a:pt x="261911" y="6048124"/>
                  </a:lnTo>
                  <a:lnTo>
                    <a:pt x="261911" y="6047501"/>
                  </a:lnTo>
                  <a:lnTo>
                    <a:pt x="262056" y="6047501"/>
                  </a:lnTo>
                  <a:lnTo>
                    <a:pt x="262056" y="6046877"/>
                  </a:lnTo>
                  <a:lnTo>
                    <a:pt x="262202" y="6046877"/>
                  </a:lnTo>
                  <a:lnTo>
                    <a:pt x="262202" y="6046254"/>
                  </a:lnTo>
                  <a:lnTo>
                    <a:pt x="262347" y="6046254"/>
                  </a:lnTo>
                  <a:lnTo>
                    <a:pt x="262638" y="6046254"/>
                  </a:lnTo>
                  <a:lnTo>
                    <a:pt x="262929" y="6046254"/>
                  </a:lnTo>
                  <a:lnTo>
                    <a:pt x="263074" y="6046254"/>
                  </a:lnTo>
                  <a:lnTo>
                    <a:pt x="263220" y="6046254"/>
                  </a:lnTo>
                  <a:lnTo>
                    <a:pt x="263220" y="6045630"/>
                  </a:lnTo>
                  <a:lnTo>
                    <a:pt x="263365" y="6045630"/>
                  </a:lnTo>
                  <a:lnTo>
                    <a:pt x="263365" y="6045007"/>
                  </a:lnTo>
                  <a:lnTo>
                    <a:pt x="263510" y="6045007"/>
                  </a:lnTo>
                  <a:lnTo>
                    <a:pt x="263656" y="6045007"/>
                  </a:lnTo>
                  <a:lnTo>
                    <a:pt x="263801" y="6045007"/>
                  </a:lnTo>
                  <a:lnTo>
                    <a:pt x="263947" y="6045007"/>
                  </a:lnTo>
                  <a:lnTo>
                    <a:pt x="264092" y="6045007"/>
                  </a:lnTo>
                  <a:lnTo>
                    <a:pt x="264238" y="6045007"/>
                  </a:lnTo>
                  <a:lnTo>
                    <a:pt x="264383" y="6045007"/>
                  </a:lnTo>
                  <a:lnTo>
                    <a:pt x="264383" y="6044383"/>
                  </a:lnTo>
                  <a:lnTo>
                    <a:pt x="264528" y="6044383"/>
                  </a:lnTo>
                  <a:lnTo>
                    <a:pt x="264674" y="6044383"/>
                  </a:lnTo>
                  <a:lnTo>
                    <a:pt x="264674" y="6043759"/>
                  </a:lnTo>
                  <a:lnTo>
                    <a:pt x="264674" y="6043136"/>
                  </a:lnTo>
                  <a:lnTo>
                    <a:pt x="264819" y="6043136"/>
                  </a:lnTo>
                  <a:lnTo>
                    <a:pt x="265110" y="6043136"/>
                  </a:lnTo>
                  <a:lnTo>
                    <a:pt x="265256" y="6043136"/>
                  </a:lnTo>
                  <a:lnTo>
                    <a:pt x="265401" y="6043136"/>
                  </a:lnTo>
                  <a:lnTo>
                    <a:pt x="265546" y="6043136"/>
                  </a:lnTo>
                  <a:lnTo>
                    <a:pt x="265837" y="6043136"/>
                  </a:lnTo>
                  <a:lnTo>
                    <a:pt x="265983" y="6043136"/>
                  </a:lnTo>
                  <a:lnTo>
                    <a:pt x="266128" y="6043136"/>
                  </a:lnTo>
                  <a:lnTo>
                    <a:pt x="266128" y="6042512"/>
                  </a:lnTo>
                  <a:lnTo>
                    <a:pt x="266274" y="6042512"/>
                  </a:lnTo>
                  <a:lnTo>
                    <a:pt x="266274" y="6041889"/>
                  </a:lnTo>
                  <a:lnTo>
                    <a:pt x="266419" y="6041889"/>
                  </a:lnTo>
                  <a:lnTo>
                    <a:pt x="266564" y="6041889"/>
                  </a:lnTo>
                  <a:lnTo>
                    <a:pt x="266855" y="6041889"/>
                  </a:lnTo>
                  <a:lnTo>
                    <a:pt x="267001" y="6041889"/>
                  </a:lnTo>
                  <a:lnTo>
                    <a:pt x="267001" y="6041265"/>
                  </a:lnTo>
                  <a:lnTo>
                    <a:pt x="267292" y="6040641"/>
                  </a:lnTo>
                  <a:lnTo>
                    <a:pt x="267292" y="6040018"/>
                  </a:lnTo>
                  <a:lnTo>
                    <a:pt x="267437" y="6040018"/>
                  </a:lnTo>
                  <a:lnTo>
                    <a:pt x="267582" y="6040018"/>
                  </a:lnTo>
                  <a:lnTo>
                    <a:pt x="267582" y="6039394"/>
                  </a:lnTo>
                  <a:lnTo>
                    <a:pt x="267728" y="6039394"/>
                  </a:lnTo>
                  <a:lnTo>
                    <a:pt x="267728" y="6038771"/>
                  </a:lnTo>
                  <a:lnTo>
                    <a:pt x="267873" y="6038771"/>
                  </a:lnTo>
                  <a:lnTo>
                    <a:pt x="268310" y="6038771"/>
                  </a:lnTo>
                  <a:lnTo>
                    <a:pt x="268455" y="6038771"/>
                  </a:lnTo>
                  <a:lnTo>
                    <a:pt x="268600" y="6038771"/>
                  </a:lnTo>
                  <a:lnTo>
                    <a:pt x="268746" y="6038771"/>
                  </a:lnTo>
                  <a:lnTo>
                    <a:pt x="268891" y="6038771"/>
                  </a:lnTo>
                  <a:lnTo>
                    <a:pt x="269037" y="6038771"/>
                  </a:lnTo>
                  <a:lnTo>
                    <a:pt x="269037" y="6038147"/>
                  </a:lnTo>
                  <a:lnTo>
                    <a:pt x="269182" y="6038147"/>
                  </a:lnTo>
                  <a:lnTo>
                    <a:pt x="269328" y="6038147"/>
                  </a:lnTo>
                  <a:lnTo>
                    <a:pt x="269618" y="6038147"/>
                  </a:lnTo>
                  <a:lnTo>
                    <a:pt x="269764" y="6038147"/>
                  </a:lnTo>
                  <a:lnTo>
                    <a:pt x="269909" y="6038147"/>
                  </a:lnTo>
                  <a:lnTo>
                    <a:pt x="270055" y="6038147"/>
                  </a:lnTo>
                  <a:lnTo>
                    <a:pt x="270200" y="6038147"/>
                  </a:lnTo>
                  <a:lnTo>
                    <a:pt x="270345" y="6037524"/>
                  </a:lnTo>
                  <a:lnTo>
                    <a:pt x="270491" y="6037524"/>
                  </a:lnTo>
                  <a:lnTo>
                    <a:pt x="270491" y="6036900"/>
                  </a:lnTo>
                  <a:lnTo>
                    <a:pt x="270636" y="6036900"/>
                  </a:lnTo>
                  <a:lnTo>
                    <a:pt x="270636" y="6036276"/>
                  </a:lnTo>
                  <a:lnTo>
                    <a:pt x="270782" y="6036276"/>
                  </a:lnTo>
                  <a:lnTo>
                    <a:pt x="270782" y="6035653"/>
                  </a:lnTo>
                  <a:lnTo>
                    <a:pt x="270927" y="6035653"/>
                  </a:lnTo>
                  <a:lnTo>
                    <a:pt x="271073" y="6035653"/>
                  </a:lnTo>
                  <a:lnTo>
                    <a:pt x="271218" y="6035653"/>
                  </a:lnTo>
                  <a:lnTo>
                    <a:pt x="271218" y="6035029"/>
                  </a:lnTo>
                  <a:lnTo>
                    <a:pt x="271363" y="6035029"/>
                  </a:lnTo>
                  <a:lnTo>
                    <a:pt x="271509" y="6035029"/>
                  </a:lnTo>
                  <a:lnTo>
                    <a:pt x="271654" y="6035029"/>
                  </a:lnTo>
                  <a:lnTo>
                    <a:pt x="271800" y="6035029"/>
                  </a:lnTo>
                  <a:lnTo>
                    <a:pt x="272091" y="6034406"/>
                  </a:lnTo>
                  <a:lnTo>
                    <a:pt x="272236" y="6033782"/>
                  </a:lnTo>
                  <a:lnTo>
                    <a:pt x="272381" y="6033782"/>
                  </a:lnTo>
                  <a:lnTo>
                    <a:pt x="272527" y="6033782"/>
                  </a:lnTo>
                  <a:lnTo>
                    <a:pt x="272818" y="6033782"/>
                  </a:lnTo>
                  <a:lnTo>
                    <a:pt x="272963" y="6033782"/>
                  </a:lnTo>
                  <a:lnTo>
                    <a:pt x="273109" y="6033782"/>
                  </a:lnTo>
                  <a:lnTo>
                    <a:pt x="273254" y="6033782"/>
                  </a:lnTo>
                  <a:lnTo>
                    <a:pt x="273399" y="6033782"/>
                  </a:lnTo>
                  <a:lnTo>
                    <a:pt x="273545" y="6033782"/>
                  </a:lnTo>
                  <a:lnTo>
                    <a:pt x="273690" y="6033782"/>
                  </a:lnTo>
                  <a:lnTo>
                    <a:pt x="273836" y="6033782"/>
                  </a:lnTo>
                  <a:lnTo>
                    <a:pt x="273981" y="6033158"/>
                  </a:lnTo>
                  <a:lnTo>
                    <a:pt x="274127" y="6033158"/>
                  </a:lnTo>
                  <a:lnTo>
                    <a:pt x="274272" y="6033158"/>
                  </a:lnTo>
                  <a:lnTo>
                    <a:pt x="274272" y="6032535"/>
                  </a:lnTo>
                  <a:lnTo>
                    <a:pt x="274417" y="6032535"/>
                  </a:lnTo>
                  <a:lnTo>
                    <a:pt x="274563" y="6032535"/>
                  </a:lnTo>
                  <a:lnTo>
                    <a:pt x="274708" y="6032535"/>
                  </a:lnTo>
                  <a:lnTo>
                    <a:pt x="274854" y="6031911"/>
                  </a:lnTo>
                  <a:lnTo>
                    <a:pt x="274854" y="6031288"/>
                  </a:lnTo>
                  <a:lnTo>
                    <a:pt x="274999" y="6030664"/>
                  </a:lnTo>
                  <a:lnTo>
                    <a:pt x="275145" y="6030664"/>
                  </a:lnTo>
                  <a:lnTo>
                    <a:pt x="275290" y="6030664"/>
                  </a:lnTo>
                  <a:lnTo>
                    <a:pt x="275581" y="6030664"/>
                  </a:lnTo>
                  <a:lnTo>
                    <a:pt x="275726" y="6030664"/>
                  </a:lnTo>
                  <a:lnTo>
                    <a:pt x="275872" y="6030664"/>
                  </a:lnTo>
                  <a:lnTo>
                    <a:pt x="276017" y="6030664"/>
                  </a:lnTo>
                  <a:lnTo>
                    <a:pt x="276163" y="6030664"/>
                  </a:lnTo>
                  <a:lnTo>
                    <a:pt x="276308" y="6030664"/>
                  </a:lnTo>
                  <a:lnTo>
                    <a:pt x="276453" y="6030664"/>
                  </a:lnTo>
                  <a:lnTo>
                    <a:pt x="276599" y="6030664"/>
                  </a:lnTo>
                  <a:lnTo>
                    <a:pt x="276744" y="6030664"/>
                  </a:lnTo>
                  <a:lnTo>
                    <a:pt x="276744" y="6029417"/>
                  </a:lnTo>
                  <a:lnTo>
                    <a:pt x="276890" y="6029417"/>
                  </a:lnTo>
                  <a:lnTo>
                    <a:pt x="277035" y="6029417"/>
                  </a:lnTo>
                  <a:lnTo>
                    <a:pt x="277180" y="6029417"/>
                  </a:lnTo>
                  <a:lnTo>
                    <a:pt x="277326" y="6029417"/>
                  </a:lnTo>
                  <a:lnTo>
                    <a:pt x="277471" y="6029417"/>
                  </a:lnTo>
                  <a:lnTo>
                    <a:pt x="277471" y="6028793"/>
                  </a:lnTo>
                  <a:lnTo>
                    <a:pt x="277617" y="6028793"/>
                  </a:lnTo>
                  <a:lnTo>
                    <a:pt x="277762" y="6028793"/>
                  </a:lnTo>
                  <a:lnTo>
                    <a:pt x="277908" y="6028793"/>
                  </a:lnTo>
                  <a:lnTo>
                    <a:pt x="278053" y="6028793"/>
                  </a:lnTo>
                  <a:lnTo>
                    <a:pt x="278198" y="6028793"/>
                  </a:lnTo>
                  <a:lnTo>
                    <a:pt x="278344" y="6028793"/>
                  </a:lnTo>
                  <a:lnTo>
                    <a:pt x="278344" y="6028170"/>
                  </a:lnTo>
                  <a:lnTo>
                    <a:pt x="278489" y="6028170"/>
                  </a:lnTo>
                  <a:lnTo>
                    <a:pt x="278635" y="6028170"/>
                  </a:lnTo>
                  <a:lnTo>
                    <a:pt x="278780" y="6028170"/>
                  </a:lnTo>
                  <a:lnTo>
                    <a:pt x="279071" y="6028170"/>
                  </a:lnTo>
                  <a:lnTo>
                    <a:pt x="279216" y="6028170"/>
                  </a:lnTo>
                  <a:lnTo>
                    <a:pt x="279362" y="6028170"/>
                  </a:lnTo>
                  <a:lnTo>
                    <a:pt x="279507" y="6028170"/>
                  </a:lnTo>
                  <a:lnTo>
                    <a:pt x="279798" y="6028170"/>
                  </a:lnTo>
                  <a:lnTo>
                    <a:pt x="279944" y="6028170"/>
                  </a:lnTo>
                  <a:lnTo>
                    <a:pt x="280089" y="6028170"/>
                  </a:lnTo>
                  <a:lnTo>
                    <a:pt x="280962" y="6026923"/>
                  </a:lnTo>
                  <a:lnTo>
                    <a:pt x="281107" y="6026299"/>
                  </a:lnTo>
                  <a:lnTo>
                    <a:pt x="281252" y="6026299"/>
                  </a:lnTo>
                  <a:lnTo>
                    <a:pt x="281398" y="6026299"/>
                  </a:lnTo>
                  <a:lnTo>
                    <a:pt x="281543" y="6026299"/>
                  </a:lnTo>
                  <a:lnTo>
                    <a:pt x="281689" y="6026299"/>
                  </a:lnTo>
                  <a:lnTo>
                    <a:pt x="281689" y="6025675"/>
                  </a:lnTo>
                  <a:lnTo>
                    <a:pt x="281689" y="6025052"/>
                  </a:lnTo>
                  <a:lnTo>
                    <a:pt x="281834" y="6025052"/>
                  </a:lnTo>
                  <a:lnTo>
                    <a:pt x="281980" y="6025052"/>
                  </a:lnTo>
                  <a:lnTo>
                    <a:pt x="282125" y="6025052"/>
                  </a:lnTo>
                  <a:lnTo>
                    <a:pt x="282270" y="6025052"/>
                  </a:lnTo>
                  <a:lnTo>
                    <a:pt x="282270" y="6024428"/>
                  </a:lnTo>
                  <a:lnTo>
                    <a:pt x="282270" y="6023805"/>
                  </a:lnTo>
                  <a:lnTo>
                    <a:pt x="282270" y="6023181"/>
                  </a:lnTo>
                  <a:lnTo>
                    <a:pt x="282416" y="6023181"/>
                  </a:lnTo>
                  <a:lnTo>
                    <a:pt x="282561" y="6023181"/>
                  </a:lnTo>
                  <a:lnTo>
                    <a:pt x="282707" y="6023181"/>
                  </a:lnTo>
                  <a:lnTo>
                    <a:pt x="282852" y="6022558"/>
                  </a:lnTo>
                  <a:lnTo>
                    <a:pt x="282998" y="6022558"/>
                  </a:lnTo>
                  <a:lnTo>
                    <a:pt x="283143" y="6022558"/>
                  </a:lnTo>
                  <a:lnTo>
                    <a:pt x="283288" y="6022558"/>
                  </a:lnTo>
                  <a:lnTo>
                    <a:pt x="283434" y="6022558"/>
                  </a:lnTo>
                  <a:lnTo>
                    <a:pt x="283434" y="6021934"/>
                  </a:lnTo>
                  <a:lnTo>
                    <a:pt x="283579" y="6021934"/>
                  </a:lnTo>
                  <a:lnTo>
                    <a:pt x="283725" y="6021934"/>
                  </a:lnTo>
                  <a:lnTo>
                    <a:pt x="283870" y="6021934"/>
                  </a:lnTo>
                  <a:lnTo>
                    <a:pt x="283870" y="6021310"/>
                  </a:lnTo>
                  <a:lnTo>
                    <a:pt x="284015" y="6021310"/>
                  </a:lnTo>
                  <a:lnTo>
                    <a:pt x="284161" y="6021310"/>
                  </a:lnTo>
                  <a:lnTo>
                    <a:pt x="284452" y="6021310"/>
                  </a:lnTo>
                  <a:lnTo>
                    <a:pt x="284597" y="6021310"/>
                  </a:lnTo>
                  <a:lnTo>
                    <a:pt x="284597" y="6020687"/>
                  </a:lnTo>
                  <a:lnTo>
                    <a:pt x="284743" y="6020687"/>
                  </a:lnTo>
                  <a:lnTo>
                    <a:pt x="284743" y="6020063"/>
                  </a:lnTo>
                  <a:lnTo>
                    <a:pt x="284888" y="6020063"/>
                  </a:lnTo>
                  <a:lnTo>
                    <a:pt x="285033" y="6020063"/>
                  </a:lnTo>
                  <a:lnTo>
                    <a:pt x="285033" y="6019440"/>
                  </a:lnTo>
                  <a:lnTo>
                    <a:pt x="285179" y="6019440"/>
                  </a:lnTo>
                  <a:lnTo>
                    <a:pt x="285324" y="6019440"/>
                  </a:lnTo>
                  <a:lnTo>
                    <a:pt x="285470" y="6019440"/>
                  </a:lnTo>
                  <a:lnTo>
                    <a:pt x="285615" y="6019440"/>
                  </a:lnTo>
                  <a:lnTo>
                    <a:pt x="285761" y="6019440"/>
                  </a:lnTo>
                  <a:lnTo>
                    <a:pt x="285906" y="6019440"/>
                  </a:lnTo>
                  <a:lnTo>
                    <a:pt x="286051" y="6019440"/>
                  </a:lnTo>
                  <a:lnTo>
                    <a:pt x="286051" y="6018816"/>
                  </a:lnTo>
                  <a:lnTo>
                    <a:pt x="286051" y="6018192"/>
                  </a:lnTo>
                  <a:lnTo>
                    <a:pt x="286197" y="6018192"/>
                  </a:lnTo>
                  <a:lnTo>
                    <a:pt x="286342" y="6018192"/>
                  </a:lnTo>
                  <a:lnTo>
                    <a:pt x="286633" y="6018192"/>
                  </a:lnTo>
                  <a:lnTo>
                    <a:pt x="286633" y="6017569"/>
                  </a:lnTo>
                  <a:lnTo>
                    <a:pt x="286633" y="6016945"/>
                  </a:lnTo>
                  <a:lnTo>
                    <a:pt x="286779" y="6016945"/>
                  </a:lnTo>
                  <a:lnTo>
                    <a:pt x="286924" y="6016945"/>
                  </a:lnTo>
                  <a:lnTo>
                    <a:pt x="287069" y="6016322"/>
                  </a:lnTo>
                  <a:lnTo>
                    <a:pt x="287215" y="6015698"/>
                  </a:lnTo>
                  <a:lnTo>
                    <a:pt x="287360" y="6015698"/>
                  </a:lnTo>
                  <a:lnTo>
                    <a:pt x="287360" y="6015075"/>
                  </a:lnTo>
                  <a:lnTo>
                    <a:pt x="287506" y="6015075"/>
                  </a:lnTo>
                  <a:lnTo>
                    <a:pt x="287651" y="6015075"/>
                  </a:lnTo>
                  <a:lnTo>
                    <a:pt x="287797" y="6015075"/>
                  </a:lnTo>
                  <a:lnTo>
                    <a:pt x="287942" y="6015075"/>
                  </a:lnTo>
                  <a:lnTo>
                    <a:pt x="288087" y="6015075"/>
                  </a:lnTo>
                  <a:lnTo>
                    <a:pt x="288233" y="6014451"/>
                  </a:lnTo>
                  <a:lnTo>
                    <a:pt x="288378" y="6014451"/>
                  </a:lnTo>
                  <a:lnTo>
                    <a:pt x="288524" y="6014451"/>
                  </a:lnTo>
                  <a:lnTo>
                    <a:pt x="288524" y="6013827"/>
                  </a:lnTo>
                  <a:lnTo>
                    <a:pt x="288669" y="6013827"/>
                  </a:lnTo>
                  <a:lnTo>
                    <a:pt x="288815" y="6013827"/>
                  </a:lnTo>
                  <a:lnTo>
                    <a:pt x="288960" y="6013827"/>
                  </a:lnTo>
                  <a:lnTo>
                    <a:pt x="289105" y="6013827"/>
                  </a:lnTo>
                  <a:lnTo>
                    <a:pt x="289251" y="6013827"/>
                  </a:lnTo>
                  <a:lnTo>
                    <a:pt x="289251" y="6013204"/>
                  </a:lnTo>
                  <a:lnTo>
                    <a:pt x="289396" y="6013204"/>
                  </a:lnTo>
                  <a:lnTo>
                    <a:pt x="289542" y="6013204"/>
                  </a:lnTo>
                  <a:lnTo>
                    <a:pt x="289687" y="6013204"/>
                  </a:lnTo>
                  <a:lnTo>
                    <a:pt x="289833" y="6013204"/>
                  </a:lnTo>
                  <a:lnTo>
                    <a:pt x="289978" y="6013204"/>
                  </a:lnTo>
                  <a:lnTo>
                    <a:pt x="289978" y="6012580"/>
                  </a:lnTo>
                  <a:lnTo>
                    <a:pt x="290269" y="6012580"/>
                  </a:lnTo>
                  <a:lnTo>
                    <a:pt x="290414" y="6012580"/>
                  </a:lnTo>
                  <a:lnTo>
                    <a:pt x="290560" y="6012580"/>
                  </a:lnTo>
                  <a:lnTo>
                    <a:pt x="290705" y="6012580"/>
                  </a:lnTo>
                  <a:lnTo>
                    <a:pt x="290850" y="6012580"/>
                  </a:lnTo>
                  <a:lnTo>
                    <a:pt x="290850" y="6011957"/>
                  </a:lnTo>
                  <a:lnTo>
                    <a:pt x="290996" y="6011957"/>
                  </a:lnTo>
                  <a:lnTo>
                    <a:pt x="291141" y="6011957"/>
                  </a:lnTo>
                  <a:lnTo>
                    <a:pt x="291287" y="6011957"/>
                  </a:lnTo>
                  <a:lnTo>
                    <a:pt x="291432" y="6011957"/>
                  </a:lnTo>
                  <a:lnTo>
                    <a:pt x="291578" y="6011333"/>
                  </a:lnTo>
                  <a:lnTo>
                    <a:pt x="291723" y="6010709"/>
                  </a:lnTo>
                  <a:lnTo>
                    <a:pt x="291868" y="6010709"/>
                  </a:lnTo>
                  <a:lnTo>
                    <a:pt x="292014" y="6010709"/>
                  </a:lnTo>
                  <a:lnTo>
                    <a:pt x="292159" y="6010709"/>
                  </a:lnTo>
                  <a:lnTo>
                    <a:pt x="292305" y="6010709"/>
                  </a:lnTo>
                  <a:lnTo>
                    <a:pt x="292450" y="6010709"/>
                  </a:lnTo>
                  <a:lnTo>
                    <a:pt x="292596" y="6010709"/>
                  </a:lnTo>
                  <a:lnTo>
                    <a:pt x="292741" y="6010709"/>
                  </a:lnTo>
                  <a:lnTo>
                    <a:pt x="292886" y="6010709"/>
                  </a:lnTo>
                  <a:lnTo>
                    <a:pt x="293177" y="6010709"/>
                  </a:lnTo>
                  <a:lnTo>
                    <a:pt x="293323" y="6010709"/>
                  </a:lnTo>
                  <a:lnTo>
                    <a:pt x="293468" y="6010709"/>
                  </a:lnTo>
                  <a:lnTo>
                    <a:pt x="293614" y="6010709"/>
                  </a:lnTo>
                  <a:lnTo>
                    <a:pt x="293759" y="6010086"/>
                  </a:lnTo>
                  <a:lnTo>
                    <a:pt x="293904" y="6010086"/>
                  </a:lnTo>
                  <a:lnTo>
                    <a:pt x="294050" y="6010086"/>
                  </a:lnTo>
                  <a:lnTo>
                    <a:pt x="294195" y="6010086"/>
                  </a:lnTo>
                  <a:lnTo>
                    <a:pt x="294341" y="6010086"/>
                  </a:lnTo>
                  <a:lnTo>
                    <a:pt x="294486" y="6010086"/>
                  </a:lnTo>
                  <a:lnTo>
                    <a:pt x="294486" y="6009462"/>
                  </a:lnTo>
                  <a:lnTo>
                    <a:pt x="294632" y="6009462"/>
                  </a:lnTo>
                  <a:lnTo>
                    <a:pt x="294777" y="6008839"/>
                  </a:lnTo>
                  <a:lnTo>
                    <a:pt x="294922" y="6008839"/>
                  </a:lnTo>
                  <a:lnTo>
                    <a:pt x="295068" y="6008839"/>
                  </a:lnTo>
                  <a:lnTo>
                    <a:pt x="295068" y="6008215"/>
                  </a:lnTo>
                  <a:lnTo>
                    <a:pt x="295213" y="6008215"/>
                  </a:lnTo>
                  <a:lnTo>
                    <a:pt x="295504" y="6007592"/>
                  </a:lnTo>
                  <a:lnTo>
                    <a:pt x="295504" y="6006968"/>
                  </a:lnTo>
                  <a:lnTo>
                    <a:pt x="295650" y="6006968"/>
                  </a:lnTo>
                  <a:lnTo>
                    <a:pt x="295795" y="6006968"/>
                  </a:lnTo>
                  <a:lnTo>
                    <a:pt x="295940" y="6006968"/>
                  </a:lnTo>
                  <a:lnTo>
                    <a:pt x="296086" y="6006968"/>
                  </a:lnTo>
                  <a:lnTo>
                    <a:pt x="296231" y="6006968"/>
                  </a:lnTo>
                  <a:lnTo>
                    <a:pt x="296377" y="6006968"/>
                  </a:lnTo>
                  <a:lnTo>
                    <a:pt x="296377" y="6006344"/>
                  </a:lnTo>
                  <a:lnTo>
                    <a:pt x="296522" y="6006344"/>
                  </a:lnTo>
                  <a:lnTo>
                    <a:pt x="296668" y="6006344"/>
                  </a:lnTo>
                  <a:lnTo>
                    <a:pt x="296668" y="6005721"/>
                  </a:lnTo>
                  <a:lnTo>
                    <a:pt x="296813" y="6005721"/>
                  </a:lnTo>
                  <a:lnTo>
                    <a:pt x="296813" y="6005097"/>
                  </a:lnTo>
                  <a:lnTo>
                    <a:pt x="296958" y="6005097"/>
                  </a:lnTo>
                  <a:lnTo>
                    <a:pt x="297104" y="6005097"/>
                  </a:lnTo>
                  <a:lnTo>
                    <a:pt x="297249" y="6004474"/>
                  </a:lnTo>
                  <a:lnTo>
                    <a:pt x="297395" y="6004474"/>
                  </a:lnTo>
                  <a:lnTo>
                    <a:pt x="297540" y="6004474"/>
                  </a:lnTo>
                  <a:lnTo>
                    <a:pt x="297540" y="6003850"/>
                  </a:lnTo>
                  <a:lnTo>
                    <a:pt x="297540" y="6003226"/>
                  </a:lnTo>
                  <a:lnTo>
                    <a:pt x="297685" y="6003226"/>
                  </a:lnTo>
                  <a:lnTo>
                    <a:pt x="297831" y="6003226"/>
                  </a:lnTo>
                  <a:lnTo>
                    <a:pt x="297976" y="6003226"/>
                  </a:lnTo>
                  <a:lnTo>
                    <a:pt x="297976" y="6002603"/>
                  </a:lnTo>
                  <a:lnTo>
                    <a:pt x="298122" y="6002603"/>
                  </a:lnTo>
                  <a:lnTo>
                    <a:pt x="298558" y="6002603"/>
                  </a:lnTo>
                  <a:lnTo>
                    <a:pt x="298703" y="6001979"/>
                  </a:lnTo>
                  <a:lnTo>
                    <a:pt x="298703" y="6001356"/>
                  </a:lnTo>
                  <a:lnTo>
                    <a:pt x="298849" y="6001356"/>
                  </a:lnTo>
                  <a:lnTo>
                    <a:pt x="298994" y="6001356"/>
                  </a:lnTo>
                  <a:lnTo>
                    <a:pt x="299140" y="6001356"/>
                  </a:lnTo>
                  <a:lnTo>
                    <a:pt x="299285" y="6001356"/>
                  </a:lnTo>
                  <a:lnTo>
                    <a:pt x="299285" y="6000732"/>
                  </a:lnTo>
                  <a:lnTo>
                    <a:pt x="299285" y="6000109"/>
                  </a:lnTo>
                  <a:lnTo>
                    <a:pt x="299431" y="6000109"/>
                  </a:lnTo>
                  <a:lnTo>
                    <a:pt x="299431" y="5999485"/>
                  </a:lnTo>
                  <a:lnTo>
                    <a:pt x="300012" y="5999485"/>
                  </a:lnTo>
                  <a:lnTo>
                    <a:pt x="300158" y="5999485"/>
                  </a:lnTo>
                  <a:lnTo>
                    <a:pt x="300303" y="5999485"/>
                  </a:lnTo>
                  <a:lnTo>
                    <a:pt x="300303" y="5998861"/>
                  </a:lnTo>
                  <a:lnTo>
                    <a:pt x="300449" y="5998861"/>
                  </a:lnTo>
                  <a:lnTo>
                    <a:pt x="300594" y="5998861"/>
                  </a:lnTo>
                  <a:lnTo>
                    <a:pt x="300885" y="5998861"/>
                  </a:lnTo>
                  <a:lnTo>
                    <a:pt x="300885" y="5998238"/>
                  </a:lnTo>
                  <a:lnTo>
                    <a:pt x="301030" y="5998238"/>
                  </a:lnTo>
                  <a:lnTo>
                    <a:pt x="301176" y="5998238"/>
                  </a:lnTo>
                  <a:lnTo>
                    <a:pt x="301321" y="5998238"/>
                  </a:lnTo>
                  <a:lnTo>
                    <a:pt x="301467" y="5998238"/>
                  </a:lnTo>
                  <a:lnTo>
                    <a:pt x="301757" y="5998238"/>
                  </a:lnTo>
                  <a:lnTo>
                    <a:pt x="301903" y="5998238"/>
                  </a:lnTo>
                  <a:lnTo>
                    <a:pt x="302048" y="5998238"/>
                  </a:lnTo>
                  <a:lnTo>
                    <a:pt x="302194" y="5998238"/>
                  </a:lnTo>
                  <a:lnTo>
                    <a:pt x="302339" y="5998238"/>
                  </a:lnTo>
                  <a:lnTo>
                    <a:pt x="302485" y="5998238"/>
                  </a:lnTo>
                  <a:lnTo>
                    <a:pt x="302630" y="5998238"/>
                  </a:lnTo>
                  <a:lnTo>
                    <a:pt x="302775" y="5998238"/>
                  </a:lnTo>
                  <a:lnTo>
                    <a:pt x="302921" y="5998238"/>
                  </a:lnTo>
                  <a:lnTo>
                    <a:pt x="303066" y="5998238"/>
                  </a:lnTo>
                  <a:lnTo>
                    <a:pt x="303212" y="5998238"/>
                  </a:lnTo>
                  <a:lnTo>
                    <a:pt x="303357" y="5998238"/>
                  </a:lnTo>
                  <a:lnTo>
                    <a:pt x="303503" y="5998238"/>
                  </a:lnTo>
                  <a:lnTo>
                    <a:pt x="303503" y="5997614"/>
                  </a:lnTo>
                  <a:lnTo>
                    <a:pt x="303648" y="5997614"/>
                  </a:lnTo>
                  <a:lnTo>
                    <a:pt x="303793" y="5997614"/>
                  </a:lnTo>
                  <a:lnTo>
                    <a:pt x="304084" y="5997614"/>
                  </a:lnTo>
                  <a:lnTo>
                    <a:pt x="304230" y="5997614"/>
                  </a:lnTo>
                  <a:lnTo>
                    <a:pt x="304375" y="5997614"/>
                  </a:lnTo>
                  <a:lnTo>
                    <a:pt x="304520" y="5997614"/>
                  </a:lnTo>
                  <a:lnTo>
                    <a:pt x="304666" y="5997614"/>
                  </a:lnTo>
                  <a:lnTo>
                    <a:pt x="304666" y="5996991"/>
                  </a:lnTo>
                  <a:lnTo>
                    <a:pt x="304666" y="5996367"/>
                  </a:lnTo>
                  <a:lnTo>
                    <a:pt x="304811" y="5996367"/>
                  </a:lnTo>
                  <a:lnTo>
                    <a:pt x="304811" y="5995743"/>
                  </a:lnTo>
                  <a:lnTo>
                    <a:pt x="304957" y="5995743"/>
                  </a:lnTo>
                  <a:lnTo>
                    <a:pt x="305102" y="5995743"/>
                  </a:lnTo>
                  <a:lnTo>
                    <a:pt x="305102" y="5995120"/>
                  </a:lnTo>
                  <a:lnTo>
                    <a:pt x="305102" y="5994496"/>
                  </a:lnTo>
                  <a:lnTo>
                    <a:pt x="305248" y="5993873"/>
                  </a:lnTo>
                  <a:lnTo>
                    <a:pt x="305393" y="5993249"/>
                  </a:lnTo>
                  <a:lnTo>
                    <a:pt x="305538" y="5993249"/>
                  </a:lnTo>
                  <a:lnTo>
                    <a:pt x="305538" y="5992626"/>
                  </a:lnTo>
                  <a:lnTo>
                    <a:pt x="305684" y="5992626"/>
                  </a:lnTo>
                  <a:lnTo>
                    <a:pt x="305829" y="5992626"/>
                  </a:lnTo>
                  <a:lnTo>
                    <a:pt x="305975" y="5992626"/>
                  </a:lnTo>
                  <a:lnTo>
                    <a:pt x="305975" y="5992002"/>
                  </a:lnTo>
                  <a:lnTo>
                    <a:pt x="305975" y="5991378"/>
                  </a:lnTo>
                  <a:lnTo>
                    <a:pt x="306120" y="5991378"/>
                  </a:lnTo>
                  <a:lnTo>
                    <a:pt x="306266" y="5991378"/>
                  </a:lnTo>
                  <a:lnTo>
                    <a:pt x="306411" y="5991378"/>
                  </a:lnTo>
                  <a:lnTo>
                    <a:pt x="306556" y="5991378"/>
                  </a:lnTo>
                  <a:lnTo>
                    <a:pt x="306702" y="5991378"/>
                  </a:lnTo>
                  <a:lnTo>
                    <a:pt x="306847" y="5991378"/>
                  </a:lnTo>
                  <a:lnTo>
                    <a:pt x="306993" y="5991378"/>
                  </a:lnTo>
                  <a:lnTo>
                    <a:pt x="307138" y="5991378"/>
                  </a:lnTo>
                  <a:lnTo>
                    <a:pt x="307284" y="5991378"/>
                  </a:lnTo>
                  <a:lnTo>
                    <a:pt x="307574" y="5991378"/>
                  </a:lnTo>
                  <a:lnTo>
                    <a:pt x="307720" y="5991378"/>
                  </a:lnTo>
                  <a:lnTo>
                    <a:pt x="307865" y="5991378"/>
                  </a:lnTo>
                  <a:lnTo>
                    <a:pt x="308011" y="5991378"/>
                  </a:lnTo>
                  <a:lnTo>
                    <a:pt x="308156" y="5991378"/>
                  </a:lnTo>
                  <a:lnTo>
                    <a:pt x="308302" y="5991378"/>
                  </a:lnTo>
                  <a:lnTo>
                    <a:pt x="308447" y="5991378"/>
                  </a:lnTo>
                  <a:lnTo>
                    <a:pt x="308592" y="5991378"/>
                  </a:lnTo>
                  <a:lnTo>
                    <a:pt x="308738" y="5991378"/>
                  </a:lnTo>
                  <a:lnTo>
                    <a:pt x="308883" y="5991378"/>
                  </a:lnTo>
                  <a:lnTo>
                    <a:pt x="308883" y="5990755"/>
                  </a:lnTo>
                  <a:lnTo>
                    <a:pt x="308883" y="5990131"/>
                  </a:lnTo>
                  <a:lnTo>
                    <a:pt x="309029" y="5990131"/>
                  </a:lnTo>
                  <a:lnTo>
                    <a:pt x="309174" y="5990131"/>
                  </a:lnTo>
                  <a:lnTo>
                    <a:pt x="309320" y="5990131"/>
                  </a:lnTo>
                  <a:lnTo>
                    <a:pt x="309465" y="5990131"/>
                  </a:lnTo>
                  <a:lnTo>
                    <a:pt x="309610" y="5990131"/>
                  </a:lnTo>
                  <a:lnTo>
                    <a:pt x="310047" y="5990131"/>
                  </a:lnTo>
                  <a:lnTo>
                    <a:pt x="310192" y="5990131"/>
                  </a:lnTo>
                  <a:lnTo>
                    <a:pt x="310338" y="5990131"/>
                  </a:lnTo>
                  <a:lnTo>
                    <a:pt x="310483" y="5990131"/>
                  </a:lnTo>
                  <a:lnTo>
                    <a:pt x="310628" y="5990131"/>
                  </a:lnTo>
                  <a:lnTo>
                    <a:pt x="310919" y="5990131"/>
                  </a:lnTo>
                  <a:lnTo>
                    <a:pt x="311065" y="5990131"/>
                  </a:lnTo>
                  <a:lnTo>
                    <a:pt x="311210" y="5990131"/>
                  </a:lnTo>
                  <a:lnTo>
                    <a:pt x="311501" y="5990131"/>
                  </a:lnTo>
                  <a:lnTo>
                    <a:pt x="311646" y="5990131"/>
                  </a:lnTo>
                  <a:lnTo>
                    <a:pt x="311792" y="5990131"/>
                  </a:lnTo>
                  <a:lnTo>
                    <a:pt x="311792" y="5989508"/>
                  </a:lnTo>
                  <a:lnTo>
                    <a:pt x="311937" y="5989508"/>
                  </a:lnTo>
                  <a:lnTo>
                    <a:pt x="312373" y="5989508"/>
                  </a:lnTo>
                  <a:lnTo>
                    <a:pt x="312519" y="5989508"/>
                  </a:lnTo>
                  <a:lnTo>
                    <a:pt x="312664" y="5989508"/>
                  </a:lnTo>
                  <a:lnTo>
                    <a:pt x="312955" y="5989508"/>
                  </a:lnTo>
                  <a:lnTo>
                    <a:pt x="313101" y="5989508"/>
                  </a:lnTo>
                  <a:lnTo>
                    <a:pt x="313101" y="5988884"/>
                  </a:lnTo>
                  <a:lnTo>
                    <a:pt x="313246" y="5988884"/>
                  </a:lnTo>
                  <a:lnTo>
                    <a:pt x="313391" y="5988884"/>
                  </a:lnTo>
                  <a:lnTo>
                    <a:pt x="313391" y="5988261"/>
                  </a:lnTo>
                  <a:lnTo>
                    <a:pt x="313391" y="5987637"/>
                  </a:lnTo>
                  <a:lnTo>
                    <a:pt x="313537" y="5987637"/>
                  </a:lnTo>
                  <a:lnTo>
                    <a:pt x="313682" y="5987637"/>
                  </a:lnTo>
                  <a:lnTo>
                    <a:pt x="313828" y="5987637"/>
                  </a:lnTo>
                  <a:lnTo>
                    <a:pt x="313973" y="5987637"/>
                  </a:lnTo>
                  <a:lnTo>
                    <a:pt x="314119" y="5987637"/>
                  </a:lnTo>
                  <a:lnTo>
                    <a:pt x="314264" y="5987637"/>
                  </a:lnTo>
                  <a:lnTo>
                    <a:pt x="314409" y="5987637"/>
                  </a:lnTo>
                  <a:lnTo>
                    <a:pt x="314555" y="5987637"/>
                  </a:lnTo>
                  <a:lnTo>
                    <a:pt x="314700" y="5987637"/>
                  </a:lnTo>
                  <a:lnTo>
                    <a:pt x="315137" y="5987637"/>
                  </a:lnTo>
                  <a:lnTo>
                    <a:pt x="315282" y="5987637"/>
                  </a:lnTo>
                  <a:lnTo>
                    <a:pt x="315427" y="5987637"/>
                  </a:lnTo>
                  <a:lnTo>
                    <a:pt x="315573" y="5987637"/>
                  </a:lnTo>
                  <a:lnTo>
                    <a:pt x="315718" y="5987637"/>
                  </a:lnTo>
                  <a:lnTo>
                    <a:pt x="315718" y="5987013"/>
                  </a:lnTo>
                  <a:lnTo>
                    <a:pt x="315864" y="5987013"/>
                  </a:lnTo>
                  <a:lnTo>
                    <a:pt x="316009" y="5987013"/>
                  </a:lnTo>
                  <a:lnTo>
                    <a:pt x="316155" y="5987013"/>
                  </a:lnTo>
                  <a:lnTo>
                    <a:pt x="316445" y="5987013"/>
                  </a:lnTo>
                  <a:lnTo>
                    <a:pt x="316591" y="5987013"/>
                  </a:lnTo>
                  <a:lnTo>
                    <a:pt x="316736" y="5987013"/>
                  </a:lnTo>
                  <a:lnTo>
                    <a:pt x="316882" y="5987013"/>
                  </a:lnTo>
                  <a:lnTo>
                    <a:pt x="317027" y="5987013"/>
                  </a:lnTo>
                  <a:lnTo>
                    <a:pt x="317027" y="5986390"/>
                  </a:lnTo>
                  <a:lnTo>
                    <a:pt x="317173" y="5986390"/>
                  </a:lnTo>
                  <a:lnTo>
                    <a:pt x="317318" y="5986390"/>
                  </a:lnTo>
                  <a:lnTo>
                    <a:pt x="317463" y="5986390"/>
                  </a:lnTo>
                  <a:lnTo>
                    <a:pt x="317609" y="5985766"/>
                  </a:lnTo>
                  <a:lnTo>
                    <a:pt x="317754" y="5985766"/>
                  </a:lnTo>
                  <a:lnTo>
                    <a:pt x="317900" y="5985766"/>
                  </a:lnTo>
                  <a:lnTo>
                    <a:pt x="318045" y="5985766"/>
                  </a:lnTo>
                  <a:lnTo>
                    <a:pt x="318190" y="5985766"/>
                  </a:lnTo>
                  <a:lnTo>
                    <a:pt x="318481" y="5985766"/>
                  </a:lnTo>
                  <a:lnTo>
                    <a:pt x="318627" y="5985766"/>
                  </a:lnTo>
                  <a:lnTo>
                    <a:pt x="318772" y="5985766"/>
                  </a:lnTo>
                  <a:lnTo>
                    <a:pt x="318772" y="5985143"/>
                  </a:lnTo>
                  <a:lnTo>
                    <a:pt x="318918" y="5985143"/>
                  </a:lnTo>
                  <a:lnTo>
                    <a:pt x="319063" y="5985143"/>
                  </a:lnTo>
                  <a:lnTo>
                    <a:pt x="319208" y="5985143"/>
                  </a:lnTo>
                  <a:lnTo>
                    <a:pt x="319354" y="5985143"/>
                  </a:lnTo>
                  <a:lnTo>
                    <a:pt x="319499" y="5984519"/>
                  </a:lnTo>
                  <a:lnTo>
                    <a:pt x="319499" y="5983895"/>
                  </a:lnTo>
                  <a:lnTo>
                    <a:pt x="319645" y="5983895"/>
                  </a:lnTo>
                  <a:lnTo>
                    <a:pt x="319790" y="5983895"/>
                  </a:lnTo>
                  <a:lnTo>
                    <a:pt x="319936" y="5983895"/>
                  </a:lnTo>
                  <a:lnTo>
                    <a:pt x="319936" y="5983272"/>
                  </a:lnTo>
                  <a:lnTo>
                    <a:pt x="319936" y="5982648"/>
                  </a:lnTo>
                  <a:lnTo>
                    <a:pt x="320081" y="5982648"/>
                  </a:lnTo>
                  <a:lnTo>
                    <a:pt x="320081" y="5982025"/>
                  </a:lnTo>
                  <a:lnTo>
                    <a:pt x="320081" y="5981401"/>
                  </a:lnTo>
                  <a:lnTo>
                    <a:pt x="320226" y="5981401"/>
                  </a:lnTo>
                  <a:lnTo>
                    <a:pt x="320372" y="5980778"/>
                  </a:lnTo>
                  <a:lnTo>
                    <a:pt x="320517" y="5980778"/>
                  </a:lnTo>
                  <a:lnTo>
                    <a:pt x="320663" y="5980778"/>
                  </a:lnTo>
                  <a:lnTo>
                    <a:pt x="320808" y="5980778"/>
                  </a:lnTo>
                  <a:lnTo>
                    <a:pt x="320954" y="5980778"/>
                  </a:lnTo>
                  <a:lnTo>
                    <a:pt x="320954" y="5980154"/>
                  </a:lnTo>
                  <a:lnTo>
                    <a:pt x="321099" y="5980154"/>
                  </a:lnTo>
                  <a:lnTo>
                    <a:pt x="321099" y="5979530"/>
                  </a:lnTo>
                  <a:lnTo>
                    <a:pt x="321244" y="5979530"/>
                  </a:lnTo>
                  <a:lnTo>
                    <a:pt x="321390" y="5979530"/>
                  </a:lnTo>
                  <a:lnTo>
                    <a:pt x="321535" y="5979530"/>
                  </a:lnTo>
                  <a:lnTo>
                    <a:pt x="321681" y="5979530"/>
                  </a:lnTo>
                  <a:lnTo>
                    <a:pt x="321826" y="5979530"/>
                  </a:lnTo>
                  <a:lnTo>
                    <a:pt x="321826" y="5978907"/>
                  </a:lnTo>
                  <a:lnTo>
                    <a:pt x="321972" y="5978283"/>
                  </a:lnTo>
                  <a:lnTo>
                    <a:pt x="322117" y="5978283"/>
                  </a:lnTo>
                  <a:lnTo>
                    <a:pt x="322408" y="5978283"/>
                  </a:lnTo>
                  <a:lnTo>
                    <a:pt x="322553" y="5978283"/>
                  </a:lnTo>
                  <a:lnTo>
                    <a:pt x="322699" y="5978283"/>
                  </a:lnTo>
                  <a:lnTo>
                    <a:pt x="322844" y="5977660"/>
                  </a:lnTo>
                  <a:lnTo>
                    <a:pt x="322990" y="5977660"/>
                  </a:lnTo>
                  <a:lnTo>
                    <a:pt x="323135" y="5977660"/>
                  </a:lnTo>
                  <a:lnTo>
                    <a:pt x="323280" y="5977660"/>
                  </a:lnTo>
                  <a:lnTo>
                    <a:pt x="323717" y="5977660"/>
                  </a:lnTo>
                  <a:lnTo>
                    <a:pt x="324008" y="5977660"/>
                  </a:lnTo>
                  <a:lnTo>
                    <a:pt x="324298" y="5977660"/>
                  </a:lnTo>
                  <a:lnTo>
                    <a:pt x="324298" y="5977036"/>
                  </a:lnTo>
                  <a:lnTo>
                    <a:pt x="324444" y="5977036"/>
                  </a:lnTo>
                  <a:lnTo>
                    <a:pt x="324589" y="5977036"/>
                  </a:lnTo>
                  <a:lnTo>
                    <a:pt x="324735" y="5977036"/>
                  </a:lnTo>
                  <a:lnTo>
                    <a:pt x="324880" y="5977036"/>
                  </a:lnTo>
                  <a:lnTo>
                    <a:pt x="325025" y="5977036"/>
                  </a:lnTo>
                  <a:lnTo>
                    <a:pt x="325171" y="5977036"/>
                  </a:lnTo>
                  <a:lnTo>
                    <a:pt x="325316" y="5977036"/>
                  </a:lnTo>
                  <a:lnTo>
                    <a:pt x="325462" y="5977036"/>
                  </a:lnTo>
                  <a:lnTo>
                    <a:pt x="325607" y="5977036"/>
                  </a:lnTo>
                  <a:lnTo>
                    <a:pt x="325753" y="5977036"/>
                  </a:lnTo>
                  <a:lnTo>
                    <a:pt x="325898" y="5977036"/>
                  </a:lnTo>
                  <a:lnTo>
                    <a:pt x="325898" y="5976412"/>
                  </a:lnTo>
                  <a:lnTo>
                    <a:pt x="326043" y="5976412"/>
                  </a:lnTo>
                  <a:lnTo>
                    <a:pt x="326189" y="5976412"/>
                  </a:lnTo>
                  <a:lnTo>
                    <a:pt x="326334" y="5976412"/>
                  </a:lnTo>
                  <a:lnTo>
                    <a:pt x="326334" y="5975789"/>
                  </a:lnTo>
                  <a:lnTo>
                    <a:pt x="326480" y="5975789"/>
                  </a:lnTo>
                  <a:lnTo>
                    <a:pt x="326625" y="5975789"/>
                  </a:lnTo>
                  <a:lnTo>
                    <a:pt x="326771" y="5975789"/>
                  </a:lnTo>
                  <a:lnTo>
                    <a:pt x="326771" y="5975165"/>
                  </a:lnTo>
                  <a:lnTo>
                    <a:pt x="326916" y="5975165"/>
                  </a:lnTo>
                  <a:lnTo>
                    <a:pt x="327061" y="5975165"/>
                  </a:lnTo>
                  <a:lnTo>
                    <a:pt x="327207" y="5975165"/>
                  </a:lnTo>
                  <a:lnTo>
                    <a:pt x="327207" y="5974542"/>
                  </a:lnTo>
                  <a:lnTo>
                    <a:pt x="327352" y="5974542"/>
                  </a:lnTo>
                  <a:lnTo>
                    <a:pt x="327498" y="5974542"/>
                  </a:lnTo>
                  <a:lnTo>
                    <a:pt x="327643" y="5974542"/>
                  </a:lnTo>
                  <a:lnTo>
                    <a:pt x="327789" y="5974542"/>
                  </a:lnTo>
                  <a:lnTo>
                    <a:pt x="327934" y="5974542"/>
                  </a:lnTo>
                  <a:lnTo>
                    <a:pt x="328079" y="5974542"/>
                  </a:lnTo>
                  <a:lnTo>
                    <a:pt x="328225" y="5973918"/>
                  </a:lnTo>
                  <a:lnTo>
                    <a:pt x="328225" y="5973295"/>
                  </a:lnTo>
                  <a:lnTo>
                    <a:pt x="328370" y="5973295"/>
                  </a:lnTo>
                  <a:lnTo>
                    <a:pt x="328516" y="5973295"/>
                  </a:lnTo>
                  <a:lnTo>
                    <a:pt x="328661" y="5973295"/>
                  </a:lnTo>
                  <a:lnTo>
                    <a:pt x="328661" y="5972671"/>
                  </a:lnTo>
                  <a:lnTo>
                    <a:pt x="328952" y="5972671"/>
                  </a:lnTo>
                  <a:lnTo>
                    <a:pt x="329097" y="5972671"/>
                  </a:lnTo>
                  <a:lnTo>
                    <a:pt x="329388" y="5972047"/>
                  </a:lnTo>
                  <a:lnTo>
                    <a:pt x="329679" y="5972047"/>
                  </a:lnTo>
                  <a:lnTo>
                    <a:pt x="329825" y="5972047"/>
                  </a:lnTo>
                  <a:lnTo>
                    <a:pt x="329970" y="5972047"/>
                  </a:lnTo>
                  <a:lnTo>
                    <a:pt x="330115" y="5972047"/>
                  </a:lnTo>
                  <a:lnTo>
                    <a:pt x="330261" y="5972047"/>
                  </a:lnTo>
                  <a:lnTo>
                    <a:pt x="330552" y="5972047"/>
                  </a:lnTo>
                  <a:lnTo>
                    <a:pt x="330697" y="5972047"/>
                  </a:lnTo>
                  <a:lnTo>
                    <a:pt x="330842" y="5972047"/>
                  </a:lnTo>
                  <a:lnTo>
                    <a:pt x="330988" y="5971424"/>
                  </a:lnTo>
                  <a:lnTo>
                    <a:pt x="331279" y="5971424"/>
                  </a:lnTo>
                  <a:lnTo>
                    <a:pt x="331279" y="5970800"/>
                  </a:lnTo>
                  <a:lnTo>
                    <a:pt x="331570" y="5970800"/>
                  </a:lnTo>
                  <a:lnTo>
                    <a:pt x="331715" y="5970800"/>
                  </a:lnTo>
                  <a:lnTo>
                    <a:pt x="331860" y="5970800"/>
                  </a:lnTo>
                  <a:lnTo>
                    <a:pt x="332151" y="5970800"/>
                  </a:lnTo>
                  <a:lnTo>
                    <a:pt x="332297" y="5970800"/>
                  </a:lnTo>
                  <a:lnTo>
                    <a:pt x="332297" y="5970177"/>
                  </a:lnTo>
                  <a:lnTo>
                    <a:pt x="332442" y="5970177"/>
                  </a:lnTo>
                  <a:lnTo>
                    <a:pt x="332588" y="5970177"/>
                  </a:lnTo>
                  <a:lnTo>
                    <a:pt x="332733" y="5969553"/>
                  </a:lnTo>
                  <a:lnTo>
                    <a:pt x="332878" y="5969553"/>
                  </a:lnTo>
                  <a:lnTo>
                    <a:pt x="333024" y="5969553"/>
                  </a:lnTo>
                  <a:lnTo>
                    <a:pt x="333169" y="5969553"/>
                  </a:lnTo>
                  <a:lnTo>
                    <a:pt x="333315" y="5969553"/>
                  </a:lnTo>
                  <a:lnTo>
                    <a:pt x="333460" y="5969553"/>
                  </a:lnTo>
                  <a:lnTo>
                    <a:pt x="333460" y="5968929"/>
                  </a:lnTo>
                  <a:lnTo>
                    <a:pt x="333606" y="5968929"/>
                  </a:lnTo>
                  <a:lnTo>
                    <a:pt x="333751" y="5968929"/>
                  </a:lnTo>
                  <a:lnTo>
                    <a:pt x="333896" y="5968929"/>
                  </a:lnTo>
                  <a:lnTo>
                    <a:pt x="334042" y="5968929"/>
                  </a:lnTo>
                  <a:lnTo>
                    <a:pt x="334187" y="5968929"/>
                  </a:lnTo>
                  <a:lnTo>
                    <a:pt x="334333" y="5968929"/>
                  </a:lnTo>
                  <a:lnTo>
                    <a:pt x="334333" y="5968306"/>
                  </a:lnTo>
                  <a:lnTo>
                    <a:pt x="334478" y="5968306"/>
                  </a:lnTo>
                  <a:lnTo>
                    <a:pt x="334624" y="5968306"/>
                  </a:lnTo>
                  <a:lnTo>
                    <a:pt x="334769" y="5968306"/>
                  </a:lnTo>
                  <a:lnTo>
                    <a:pt x="334914" y="5968306"/>
                  </a:lnTo>
                  <a:lnTo>
                    <a:pt x="335060" y="5968306"/>
                  </a:lnTo>
                  <a:lnTo>
                    <a:pt x="335205" y="5968306"/>
                  </a:lnTo>
                  <a:lnTo>
                    <a:pt x="335351" y="5968306"/>
                  </a:lnTo>
                  <a:lnTo>
                    <a:pt x="335496" y="5967682"/>
                  </a:lnTo>
                  <a:lnTo>
                    <a:pt x="335932" y="5967682"/>
                  </a:lnTo>
                  <a:lnTo>
                    <a:pt x="336078" y="5967682"/>
                  </a:lnTo>
                  <a:lnTo>
                    <a:pt x="336223" y="5967682"/>
                  </a:lnTo>
                  <a:lnTo>
                    <a:pt x="336369" y="5967682"/>
                  </a:lnTo>
                  <a:lnTo>
                    <a:pt x="336514" y="5967059"/>
                  </a:lnTo>
                  <a:lnTo>
                    <a:pt x="336660" y="5967059"/>
                  </a:lnTo>
                  <a:lnTo>
                    <a:pt x="336805" y="5967059"/>
                  </a:lnTo>
                  <a:lnTo>
                    <a:pt x="336950" y="5967059"/>
                  </a:lnTo>
                  <a:lnTo>
                    <a:pt x="337241" y="5967059"/>
                  </a:lnTo>
                  <a:lnTo>
                    <a:pt x="337387" y="5967059"/>
                  </a:lnTo>
                  <a:lnTo>
                    <a:pt x="337532" y="5967059"/>
                  </a:lnTo>
                  <a:lnTo>
                    <a:pt x="337677" y="5967059"/>
                  </a:lnTo>
                  <a:lnTo>
                    <a:pt x="337968" y="5967059"/>
                  </a:lnTo>
                  <a:lnTo>
                    <a:pt x="338114" y="5967059"/>
                  </a:lnTo>
                  <a:lnTo>
                    <a:pt x="338259" y="5966435"/>
                  </a:lnTo>
                  <a:lnTo>
                    <a:pt x="338405" y="5966435"/>
                  </a:lnTo>
                  <a:lnTo>
                    <a:pt x="338695" y="5966435"/>
                  </a:lnTo>
                  <a:lnTo>
                    <a:pt x="338841" y="5966435"/>
                  </a:lnTo>
                  <a:lnTo>
                    <a:pt x="338986" y="5966435"/>
                  </a:lnTo>
                  <a:lnTo>
                    <a:pt x="339132" y="5966435"/>
                  </a:lnTo>
                  <a:lnTo>
                    <a:pt x="339277" y="5966435"/>
                  </a:lnTo>
                  <a:lnTo>
                    <a:pt x="339423" y="5966435"/>
                  </a:lnTo>
                  <a:lnTo>
                    <a:pt x="339859" y="5964564"/>
                  </a:lnTo>
                  <a:lnTo>
                    <a:pt x="340150" y="5963941"/>
                  </a:lnTo>
                  <a:lnTo>
                    <a:pt x="340295" y="5963941"/>
                  </a:lnTo>
                  <a:lnTo>
                    <a:pt x="340441" y="5963941"/>
                  </a:lnTo>
                  <a:lnTo>
                    <a:pt x="340586" y="5963941"/>
                  </a:lnTo>
                  <a:lnTo>
                    <a:pt x="340731" y="5963941"/>
                  </a:lnTo>
                  <a:lnTo>
                    <a:pt x="340877" y="5963941"/>
                  </a:lnTo>
                  <a:lnTo>
                    <a:pt x="341022" y="5963941"/>
                  </a:lnTo>
                  <a:lnTo>
                    <a:pt x="341168" y="5963941"/>
                  </a:lnTo>
                  <a:lnTo>
                    <a:pt x="341168" y="5963317"/>
                  </a:lnTo>
                  <a:lnTo>
                    <a:pt x="341313" y="5963317"/>
                  </a:lnTo>
                  <a:lnTo>
                    <a:pt x="341459" y="5963317"/>
                  </a:lnTo>
                  <a:lnTo>
                    <a:pt x="341604" y="5963317"/>
                  </a:lnTo>
                  <a:lnTo>
                    <a:pt x="341749" y="5963317"/>
                  </a:lnTo>
                  <a:lnTo>
                    <a:pt x="341749" y="5962694"/>
                  </a:lnTo>
                  <a:lnTo>
                    <a:pt x="341895" y="5962694"/>
                  </a:lnTo>
                  <a:lnTo>
                    <a:pt x="342040" y="5962694"/>
                  </a:lnTo>
                  <a:lnTo>
                    <a:pt x="342186" y="5962694"/>
                  </a:lnTo>
                  <a:lnTo>
                    <a:pt x="342331" y="5962694"/>
                  </a:lnTo>
                  <a:lnTo>
                    <a:pt x="342331" y="5962070"/>
                  </a:lnTo>
                  <a:lnTo>
                    <a:pt x="342477" y="5962070"/>
                  </a:lnTo>
                  <a:lnTo>
                    <a:pt x="342622" y="5962070"/>
                  </a:lnTo>
                  <a:lnTo>
                    <a:pt x="342767" y="5962070"/>
                  </a:lnTo>
                  <a:lnTo>
                    <a:pt x="343058" y="5962070"/>
                  </a:lnTo>
                  <a:lnTo>
                    <a:pt x="343058" y="5961446"/>
                  </a:lnTo>
                  <a:lnTo>
                    <a:pt x="343058" y="5960823"/>
                  </a:lnTo>
                  <a:lnTo>
                    <a:pt x="343204" y="5960199"/>
                  </a:lnTo>
                  <a:lnTo>
                    <a:pt x="343204" y="5959576"/>
                  </a:lnTo>
                  <a:lnTo>
                    <a:pt x="343349" y="5959576"/>
                  </a:lnTo>
                  <a:lnTo>
                    <a:pt x="343495" y="5959576"/>
                  </a:lnTo>
                  <a:lnTo>
                    <a:pt x="343640" y="5959576"/>
                  </a:lnTo>
                  <a:lnTo>
                    <a:pt x="343931" y="5959576"/>
                  </a:lnTo>
                  <a:lnTo>
                    <a:pt x="344076" y="5958952"/>
                  </a:lnTo>
                  <a:lnTo>
                    <a:pt x="344222" y="5958952"/>
                  </a:lnTo>
                  <a:lnTo>
                    <a:pt x="344367" y="5958952"/>
                  </a:lnTo>
                  <a:lnTo>
                    <a:pt x="344512" y="5958952"/>
                  </a:lnTo>
                  <a:lnTo>
                    <a:pt x="344803" y="5958952"/>
                  </a:lnTo>
                  <a:lnTo>
                    <a:pt x="344803" y="5958329"/>
                  </a:lnTo>
                  <a:lnTo>
                    <a:pt x="344949" y="5958329"/>
                  </a:lnTo>
                  <a:lnTo>
                    <a:pt x="345240" y="5958329"/>
                  </a:lnTo>
                  <a:lnTo>
                    <a:pt x="345240" y="5957705"/>
                  </a:lnTo>
                  <a:lnTo>
                    <a:pt x="345385" y="5957705"/>
                  </a:lnTo>
                  <a:lnTo>
                    <a:pt x="345530" y="5957705"/>
                  </a:lnTo>
                  <a:lnTo>
                    <a:pt x="345676" y="5957705"/>
                  </a:lnTo>
                  <a:lnTo>
                    <a:pt x="345821" y="5957705"/>
                  </a:lnTo>
                  <a:lnTo>
                    <a:pt x="346112" y="5957705"/>
                  </a:lnTo>
                  <a:lnTo>
                    <a:pt x="346258" y="5957705"/>
                  </a:lnTo>
                  <a:lnTo>
                    <a:pt x="346258" y="5957081"/>
                  </a:lnTo>
                  <a:lnTo>
                    <a:pt x="346403" y="5957081"/>
                  </a:lnTo>
                  <a:lnTo>
                    <a:pt x="346548" y="5957081"/>
                  </a:lnTo>
                  <a:lnTo>
                    <a:pt x="346548" y="5956458"/>
                  </a:lnTo>
                  <a:lnTo>
                    <a:pt x="346694" y="5956458"/>
                  </a:lnTo>
                  <a:lnTo>
                    <a:pt x="346839" y="5955834"/>
                  </a:lnTo>
                  <a:lnTo>
                    <a:pt x="346839" y="5955211"/>
                  </a:lnTo>
                  <a:lnTo>
                    <a:pt x="347130" y="5955211"/>
                  </a:lnTo>
                  <a:lnTo>
                    <a:pt x="347130" y="5954587"/>
                  </a:lnTo>
                  <a:lnTo>
                    <a:pt x="347276" y="5954587"/>
                  </a:lnTo>
                  <a:lnTo>
                    <a:pt x="347421" y="5954587"/>
                  </a:lnTo>
                  <a:lnTo>
                    <a:pt x="347712" y="5954587"/>
                  </a:lnTo>
                  <a:lnTo>
                    <a:pt x="348003" y="5954587"/>
                  </a:lnTo>
                  <a:lnTo>
                    <a:pt x="348294" y="5954587"/>
                  </a:lnTo>
                  <a:lnTo>
                    <a:pt x="348439" y="5954587"/>
                  </a:lnTo>
                  <a:lnTo>
                    <a:pt x="348584" y="5954587"/>
                  </a:lnTo>
                  <a:lnTo>
                    <a:pt x="348730" y="5954587"/>
                  </a:lnTo>
                  <a:lnTo>
                    <a:pt x="348730" y="5953963"/>
                  </a:lnTo>
                  <a:lnTo>
                    <a:pt x="348875" y="5953963"/>
                  </a:lnTo>
                  <a:lnTo>
                    <a:pt x="349021" y="5953963"/>
                  </a:lnTo>
                  <a:lnTo>
                    <a:pt x="349166" y="5953963"/>
                  </a:lnTo>
                  <a:lnTo>
                    <a:pt x="349312" y="5953963"/>
                  </a:lnTo>
                  <a:lnTo>
                    <a:pt x="349312" y="5953340"/>
                  </a:lnTo>
                  <a:lnTo>
                    <a:pt x="349457" y="5953340"/>
                  </a:lnTo>
                  <a:lnTo>
                    <a:pt x="349602" y="5953340"/>
                  </a:lnTo>
                  <a:lnTo>
                    <a:pt x="349748" y="5953340"/>
                  </a:lnTo>
                  <a:lnTo>
                    <a:pt x="349893" y="5952716"/>
                  </a:lnTo>
                  <a:lnTo>
                    <a:pt x="350039" y="5952716"/>
                  </a:lnTo>
                  <a:lnTo>
                    <a:pt x="350184" y="5952716"/>
                  </a:lnTo>
                  <a:lnTo>
                    <a:pt x="350330" y="5952716"/>
                  </a:lnTo>
                  <a:lnTo>
                    <a:pt x="350330" y="5952093"/>
                  </a:lnTo>
                  <a:lnTo>
                    <a:pt x="350475" y="5952093"/>
                  </a:lnTo>
                  <a:lnTo>
                    <a:pt x="350620" y="5952093"/>
                  </a:lnTo>
                  <a:lnTo>
                    <a:pt x="350766" y="5952093"/>
                  </a:lnTo>
                  <a:lnTo>
                    <a:pt x="350911" y="5952093"/>
                  </a:lnTo>
                  <a:lnTo>
                    <a:pt x="351057" y="5952093"/>
                  </a:lnTo>
                  <a:lnTo>
                    <a:pt x="351202" y="5952093"/>
                  </a:lnTo>
                  <a:lnTo>
                    <a:pt x="351347" y="5952093"/>
                  </a:lnTo>
                  <a:lnTo>
                    <a:pt x="351493" y="5952093"/>
                  </a:lnTo>
                  <a:lnTo>
                    <a:pt x="351638" y="5952093"/>
                  </a:lnTo>
                  <a:lnTo>
                    <a:pt x="351638" y="5951469"/>
                  </a:lnTo>
                  <a:lnTo>
                    <a:pt x="351784" y="5951469"/>
                  </a:lnTo>
                  <a:lnTo>
                    <a:pt x="351929" y="5951469"/>
                  </a:lnTo>
                  <a:lnTo>
                    <a:pt x="351929" y="5950846"/>
                  </a:lnTo>
                  <a:lnTo>
                    <a:pt x="352075" y="5950846"/>
                  </a:lnTo>
                  <a:lnTo>
                    <a:pt x="352220" y="5950846"/>
                  </a:lnTo>
                  <a:lnTo>
                    <a:pt x="352365" y="5950846"/>
                  </a:lnTo>
                  <a:lnTo>
                    <a:pt x="352365" y="5950222"/>
                  </a:lnTo>
                  <a:lnTo>
                    <a:pt x="352511" y="5950222"/>
                  </a:lnTo>
                  <a:lnTo>
                    <a:pt x="352656" y="5950222"/>
                  </a:lnTo>
                  <a:lnTo>
                    <a:pt x="352656" y="5949598"/>
                  </a:lnTo>
                  <a:lnTo>
                    <a:pt x="352802" y="5949598"/>
                  </a:lnTo>
                  <a:lnTo>
                    <a:pt x="352947" y="5949598"/>
                  </a:lnTo>
                  <a:lnTo>
                    <a:pt x="353238" y="5949598"/>
                  </a:lnTo>
                  <a:lnTo>
                    <a:pt x="353383" y="5949598"/>
                  </a:lnTo>
                  <a:lnTo>
                    <a:pt x="353383" y="5948975"/>
                  </a:lnTo>
                  <a:lnTo>
                    <a:pt x="353529" y="5948351"/>
                  </a:lnTo>
                  <a:lnTo>
                    <a:pt x="353529" y="5947728"/>
                  </a:lnTo>
                  <a:lnTo>
                    <a:pt x="353820" y="5947104"/>
                  </a:lnTo>
                  <a:lnTo>
                    <a:pt x="353820" y="5946480"/>
                  </a:lnTo>
                  <a:lnTo>
                    <a:pt x="353820" y="5945857"/>
                  </a:lnTo>
                  <a:lnTo>
                    <a:pt x="354111" y="5945857"/>
                  </a:lnTo>
                  <a:lnTo>
                    <a:pt x="354256" y="5945857"/>
                  </a:lnTo>
                  <a:lnTo>
                    <a:pt x="354401" y="5945857"/>
                  </a:lnTo>
                  <a:lnTo>
                    <a:pt x="354547" y="5945857"/>
                  </a:lnTo>
                  <a:lnTo>
                    <a:pt x="354838" y="5945857"/>
                  </a:lnTo>
                  <a:lnTo>
                    <a:pt x="354838" y="5945233"/>
                  </a:lnTo>
                  <a:lnTo>
                    <a:pt x="354983" y="5945233"/>
                  </a:lnTo>
                  <a:lnTo>
                    <a:pt x="355129" y="5945233"/>
                  </a:lnTo>
                  <a:lnTo>
                    <a:pt x="355274" y="5945233"/>
                  </a:lnTo>
                  <a:lnTo>
                    <a:pt x="355419" y="5945233"/>
                  </a:lnTo>
                  <a:lnTo>
                    <a:pt x="355565" y="5945233"/>
                  </a:lnTo>
                  <a:lnTo>
                    <a:pt x="355710" y="5945233"/>
                  </a:lnTo>
                  <a:lnTo>
                    <a:pt x="355710" y="5944610"/>
                  </a:lnTo>
                  <a:lnTo>
                    <a:pt x="355856" y="5944610"/>
                  </a:lnTo>
                  <a:lnTo>
                    <a:pt x="355856" y="5943986"/>
                  </a:lnTo>
                  <a:lnTo>
                    <a:pt x="356001" y="5943986"/>
                  </a:lnTo>
                  <a:lnTo>
                    <a:pt x="356001" y="5943363"/>
                  </a:lnTo>
                  <a:lnTo>
                    <a:pt x="356001" y="5942739"/>
                  </a:lnTo>
                  <a:lnTo>
                    <a:pt x="356147" y="5942739"/>
                  </a:lnTo>
                  <a:lnTo>
                    <a:pt x="356147" y="5942115"/>
                  </a:lnTo>
                  <a:lnTo>
                    <a:pt x="356292" y="5942115"/>
                  </a:lnTo>
                  <a:lnTo>
                    <a:pt x="356437" y="5942115"/>
                  </a:lnTo>
                  <a:lnTo>
                    <a:pt x="356583" y="5942115"/>
                  </a:lnTo>
                  <a:lnTo>
                    <a:pt x="356728" y="5941492"/>
                  </a:lnTo>
                  <a:lnTo>
                    <a:pt x="356874" y="5941492"/>
                  </a:lnTo>
                  <a:lnTo>
                    <a:pt x="356874" y="5940868"/>
                  </a:lnTo>
                  <a:lnTo>
                    <a:pt x="357165" y="5940868"/>
                  </a:lnTo>
                  <a:lnTo>
                    <a:pt x="357165" y="5940245"/>
                  </a:lnTo>
                  <a:lnTo>
                    <a:pt x="357310" y="5940245"/>
                  </a:lnTo>
                  <a:lnTo>
                    <a:pt x="357455" y="5940245"/>
                  </a:lnTo>
                  <a:lnTo>
                    <a:pt x="357601" y="5940245"/>
                  </a:lnTo>
                  <a:lnTo>
                    <a:pt x="357601" y="5939621"/>
                  </a:lnTo>
                  <a:lnTo>
                    <a:pt x="357892" y="5939621"/>
                  </a:lnTo>
                  <a:lnTo>
                    <a:pt x="358037" y="5939621"/>
                  </a:lnTo>
                  <a:lnTo>
                    <a:pt x="358037" y="5938998"/>
                  </a:lnTo>
                  <a:lnTo>
                    <a:pt x="358182" y="5938998"/>
                  </a:lnTo>
                  <a:lnTo>
                    <a:pt x="358328" y="5938374"/>
                  </a:lnTo>
                  <a:lnTo>
                    <a:pt x="358473" y="5938374"/>
                  </a:lnTo>
                  <a:lnTo>
                    <a:pt x="358910" y="5938374"/>
                  </a:lnTo>
                  <a:lnTo>
                    <a:pt x="359055" y="5938374"/>
                  </a:lnTo>
                  <a:lnTo>
                    <a:pt x="359200" y="5938374"/>
                  </a:lnTo>
                  <a:lnTo>
                    <a:pt x="359346" y="5938374"/>
                  </a:lnTo>
                  <a:lnTo>
                    <a:pt x="359491" y="5938374"/>
                  </a:lnTo>
                  <a:lnTo>
                    <a:pt x="359637" y="5938374"/>
                  </a:lnTo>
                  <a:lnTo>
                    <a:pt x="359782" y="5938374"/>
                  </a:lnTo>
                  <a:lnTo>
                    <a:pt x="359928" y="5938374"/>
                  </a:lnTo>
                  <a:lnTo>
                    <a:pt x="360073" y="5938374"/>
                  </a:lnTo>
                  <a:lnTo>
                    <a:pt x="360218" y="5938374"/>
                  </a:lnTo>
                  <a:lnTo>
                    <a:pt x="360364" y="5938374"/>
                  </a:lnTo>
                  <a:lnTo>
                    <a:pt x="360364" y="5937750"/>
                  </a:lnTo>
                  <a:lnTo>
                    <a:pt x="360509" y="5937750"/>
                  </a:lnTo>
                  <a:lnTo>
                    <a:pt x="360655" y="5937750"/>
                  </a:lnTo>
                  <a:lnTo>
                    <a:pt x="360800" y="5937750"/>
                  </a:lnTo>
                  <a:lnTo>
                    <a:pt x="360946" y="5937750"/>
                  </a:lnTo>
                  <a:lnTo>
                    <a:pt x="361236" y="5937750"/>
                  </a:lnTo>
                  <a:lnTo>
                    <a:pt x="361382" y="5937750"/>
                  </a:lnTo>
                  <a:lnTo>
                    <a:pt x="361382" y="5937127"/>
                  </a:lnTo>
                  <a:lnTo>
                    <a:pt x="361673" y="5937127"/>
                  </a:lnTo>
                  <a:lnTo>
                    <a:pt x="361964" y="5937127"/>
                  </a:lnTo>
                  <a:lnTo>
                    <a:pt x="362109" y="5937127"/>
                  </a:lnTo>
                  <a:lnTo>
                    <a:pt x="362254" y="5937127"/>
                  </a:lnTo>
                  <a:lnTo>
                    <a:pt x="362400" y="5935880"/>
                  </a:lnTo>
                  <a:lnTo>
                    <a:pt x="362545" y="5935880"/>
                  </a:lnTo>
                  <a:lnTo>
                    <a:pt x="362691" y="5935880"/>
                  </a:lnTo>
                  <a:lnTo>
                    <a:pt x="362836" y="5935880"/>
                  </a:lnTo>
                  <a:lnTo>
                    <a:pt x="362836" y="5935256"/>
                  </a:lnTo>
                  <a:lnTo>
                    <a:pt x="362982" y="5935256"/>
                  </a:lnTo>
                  <a:lnTo>
                    <a:pt x="362982" y="5934632"/>
                  </a:lnTo>
                  <a:lnTo>
                    <a:pt x="363127" y="5934632"/>
                  </a:lnTo>
                  <a:lnTo>
                    <a:pt x="363418" y="5934632"/>
                  </a:lnTo>
                  <a:lnTo>
                    <a:pt x="363563" y="5934632"/>
                  </a:lnTo>
                  <a:lnTo>
                    <a:pt x="363709" y="5934632"/>
                  </a:lnTo>
                  <a:lnTo>
                    <a:pt x="363854" y="5934632"/>
                  </a:lnTo>
                  <a:lnTo>
                    <a:pt x="363854" y="5934009"/>
                  </a:lnTo>
                  <a:lnTo>
                    <a:pt x="364000" y="5934009"/>
                  </a:lnTo>
                  <a:lnTo>
                    <a:pt x="364000" y="5933385"/>
                  </a:lnTo>
                  <a:lnTo>
                    <a:pt x="364145" y="5933385"/>
                  </a:lnTo>
                  <a:lnTo>
                    <a:pt x="364436" y="5933385"/>
                  </a:lnTo>
                  <a:lnTo>
                    <a:pt x="364581" y="5933385"/>
                  </a:lnTo>
                  <a:lnTo>
                    <a:pt x="364727" y="5933385"/>
                  </a:lnTo>
                  <a:lnTo>
                    <a:pt x="364872" y="5933385"/>
                  </a:lnTo>
                  <a:lnTo>
                    <a:pt x="364872" y="5932762"/>
                  </a:lnTo>
                  <a:lnTo>
                    <a:pt x="365163" y="5932762"/>
                  </a:lnTo>
                  <a:lnTo>
                    <a:pt x="365163" y="5932138"/>
                  </a:lnTo>
                  <a:lnTo>
                    <a:pt x="365163" y="5931515"/>
                  </a:lnTo>
                  <a:lnTo>
                    <a:pt x="365454" y="5931515"/>
                  </a:lnTo>
                  <a:lnTo>
                    <a:pt x="365599" y="5931515"/>
                  </a:lnTo>
                  <a:lnTo>
                    <a:pt x="365599" y="5930891"/>
                  </a:lnTo>
                  <a:lnTo>
                    <a:pt x="365890" y="5930891"/>
                  </a:lnTo>
                  <a:lnTo>
                    <a:pt x="365890" y="5930267"/>
                  </a:lnTo>
                  <a:lnTo>
                    <a:pt x="366035" y="5930267"/>
                  </a:lnTo>
                  <a:lnTo>
                    <a:pt x="366181" y="5930267"/>
                  </a:lnTo>
                  <a:lnTo>
                    <a:pt x="366326" y="5930267"/>
                  </a:lnTo>
                  <a:lnTo>
                    <a:pt x="366472" y="5930267"/>
                  </a:lnTo>
                  <a:lnTo>
                    <a:pt x="366617" y="5930267"/>
                  </a:lnTo>
                  <a:lnTo>
                    <a:pt x="366617" y="5929644"/>
                  </a:lnTo>
                  <a:lnTo>
                    <a:pt x="366763" y="5929644"/>
                  </a:lnTo>
                  <a:lnTo>
                    <a:pt x="366908" y="5929644"/>
                  </a:lnTo>
                  <a:lnTo>
                    <a:pt x="366908" y="5929020"/>
                  </a:lnTo>
                  <a:lnTo>
                    <a:pt x="367053" y="5929020"/>
                  </a:lnTo>
                  <a:lnTo>
                    <a:pt x="367344" y="5929020"/>
                  </a:lnTo>
                  <a:lnTo>
                    <a:pt x="367490" y="5929020"/>
                  </a:lnTo>
                  <a:lnTo>
                    <a:pt x="367635" y="5929020"/>
                  </a:lnTo>
                  <a:lnTo>
                    <a:pt x="367781" y="5929020"/>
                  </a:lnTo>
                  <a:lnTo>
                    <a:pt x="367926" y="5929020"/>
                  </a:lnTo>
                  <a:lnTo>
                    <a:pt x="368071" y="5929020"/>
                  </a:lnTo>
                  <a:lnTo>
                    <a:pt x="368217" y="5929020"/>
                  </a:lnTo>
                  <a:lnTo>
                    <a:pt x="368362" y="5929020"/>
                  </a:lnTo>
                  <a:lnTo>
                    <a:pt x="368362" y="5928397"/>
                  </a:lnTo>
                  <a:lnTo>
                    <a:pt x="368508" y="5928397"/>
                  </a:lnTo>
                  <a:lnTo>
                    <a:pt x="368653" y="5928397"/>
                  </a:lnTo>
                  <a:lnTo>
                    <a:pt x="368799" y="5928397"/>
                  </a:lnTo>
                  <a:lnTo>
                    <a:pt x="368944" y="5927773"/>
                  </a:lnTo>
                  <a:lnTo>
                    <a:pt x="368944" y="5927149"/>
                  </a:lnTo>
                  <a:lnTo>
                    <a:pt x="369089" y="5927149"/>
                  </a:lnTo>
                  <a:lnTo>
                    <a:pt x="369235" y="5927149"/>
                  </a:lnTo>
                  <a:lnTo>
                    <a:pt x="369380" y="5927149"/>
                  </a:lnTo>
                  <a:lnTo>
                    <a:pt x="369526" y="5927149"/>
                  </a:lnTo>
                  <a:lnTo>
                    <a:pt x="369671" y="5927149"/>
                  </a:lnTo>
                  <a:lnTo>
                    <a:pt x="369817" y="5926526"/>
                  </a:lnTo>
                  <a:lnTo>
                    <a:pt x="369962" y="5926526"/>
                  </a:lnTo>
                  <a:lnTo>
                    <a:pt x="370107" y="5926526"/>
                  </a:lnTo>
                  <a:lnTo>
                    <a:pt x="370253" y="5926526"/>
                  </a:lnTo>
                  <a:lnTo>
                    <a:pt x="370398" y="5926526"/>
                  </a:lnTo>
                  <a:lnTo>
                    <a:pt x="370544" y="5925902"/>
                  </a:lnTo>
                  <a:lnTo>
                    <a:pt x="370689" y="5925902"/>
                  </a:lnTo>
                  <a:lnTo>
                    <a:pt x="370835" y="5925902"/>
                  </a:lnTo>
                  <a:lnTo>
                    <a:pt x="370980" y="5925902"/>
                  </a:lnTo>
                  <a:lnTo>
                    <a:pt x="371125" y="5925902"/>
                  </a:lnTo>
                  <a:lnTo>
                    <a:pt x="371271" y="5925902"/>
                  </a:lnTo>
                  <a:lnTo>
                    <a:pt x="371562" y="5925279"/>
                  </a:lnTo>
                  <a:lnTo>
                    <a:pt x="371562" y="5924655"/>
                  </a:lnTo>
                  <a:lnTo>
                    <a:pt x="371707" y="5924655"/>
                  </a:lnTo>
                  <a:lnTo>
                    <a:pt x="371707" y="5924032"/>
                  </a:lnTo>
                  <a:lnTo>
                    <a:pt x="371852" y="5924032"/>
                  </a:lnTo>
                  <a:lnTo>
                    <a:pt x="371998" y="5924032"/>
                  </a:lnTo>
                  <a:lnTo>
                    <a:pt x="372143" y="5924032"/>
                  </a:lnTo>
                  <a:lnTo>
                    <a:pt x="372143" y="5923408"/>
                  </a:lnTo>
                  <a:lnTo>
                    <a:pt x="372434" y="5923408"/>
                  </a:lnTo>
                  <a:lnTo>
                    <a:pt x="372580" y="5923408"/>
                  </a:lnTo>
                  <a:lnTo>
                    <a:pt x="372725" y="5923408"/>
                  </a:lnTo>
                  <a:lnTo>
                    <a:pt x="372870" y="5923408"/>
                  </a:lnTo>
                  <a:lnTo>
                    <a:pt x="373161" y="5923408"/>
                  </a:lnTo>
                  <a:lnTo>
                    <a:pt x="373307" y="5923408"/>
                  </a:lnTo>
                  <a:lnTo>
                    <a:pt x="373452" y="5923408"/>
                  </a:lnTo>
                  <a:lnTo>
                    <a:pt x="373598" y="5923408"/>
                  </a:lnTo>
                  <a:lnTo>
                    <a:pt x="373743" y="5923408"/>
                  </a:lnTo>
                  <a:lnTo>
                    <a:pt x="373888" y="5923408"/>
                  </a:lnTo>
                  <a:lnTo>
                    <a:pt x="374034" y="5922784"/>
                  </a:lnTo>
                  <a:lnTo>
                    <a:pt x="374179" y="5922784"/>
                  </a:lnTo>
                  <a:lnTo>
                    <a:pt x="374179" y="5922161"/>
                  </a:lnTo>
                  <a:lnTo>
                    <a:pt x="374325" y="5922161"/>
                  </a:lnTo>
                  <a:lnTo>
                    <a:pt x="374470" y="5922161"/>
                  </a:lnTo>
                  <a:lnTo>
                    <a:pt x="374616" y="5922161"/>
                  </a:lnTo>
                  <a:lnTo>
                    <a:pt x="374761" y="5922161"/>
                  </a:lnTo>
                  <a:lnTo>
                    <a:pt x="375779" y="5922161"/>
                  </a:lnTo>
                  <a:lnTo>
                    <a:pt x="375924" y="5922161"/>
                  </a:lnTo>
                  <a:lnTo>
                    <a:pt x="376070" y="5922161"/>
                  </a:lnTo>
                  <a:lnTo>
                    <a:pt x="376215" y="5922161"/>
                  </a:lnTo>
                  <a:lnTo>
                    <a:pt x="376215" y="5920914"/>
                  </a:lnTo>
                  <a:lnTo>
                    <a:pt x="376361" y="5920914"/>
                  </a:lnTo>
                  <a:lnTo>
                    <a:pt x="376506" y="5920914"/>
                  </a:lnTo>
                  <a:lnTo>
                    <a:pt x="376652" y="5920914"/>
                  </a:lnTo>
                  <a:lnTo>
                    <a:pt x="376797" y="5920914"/>
                  </a:lnTo>
                  <a:lnTo>
                    <a:pt x="376942" y="5920914"/>
                  </a:lnTo>
                  <a:lnTo>
                    <a:pt x="376942" y="5920290"/>
                  </a:lnTo>
                  <a:lnTo>
                    <a:pt x="377088" y="5920290"/>
                  </a:lnTo>
                  <a:lnTo>
                    <a:pt x="377233" y="5920290"/>
                  </a:lnTo>
                  <a:lnTo>
                    <a:pt x="377379" y="5920290"/>
                  </a:lnTo>
                  <a:lnTo>
                    <a:pt x="377379" y="5919666"/>
                  </a:lnTo>
                  <a:lnTo>
                    <a:pt x="377379" y="5919043"/>
                  </a:lnTo>
                  <a:lnTo>
                    <a:pt x="377379" y="5918419"/>
                  </a:lnTo>
                  <a:lnTo>
                    <a:pt x="377524" y="5918419"/>
                  </a:lnTo>
                  <a:lnTo>
                    <a:pt x="377524" y="5917796"/>
                  </a:lnTo>
                  <a:lnTo>
                    <a:pt x="377670" y="5917796"/>
                  </a:lnTo>
                  <a:lnTo>
                    <a:pt x="377960" y="5917796"/>
                  </a:lnTo>
                  <a:lnTo>
                    <a:pt x="378106" y="5917796"/>
                  </a:lnTo>
                  <a:lnTo>
                    <a:pt x="378251" y="5917796"/>
                  </a:lnTo>
                  <a:lnTo>
                    <a:pt x="378397" y="5917796"/>
                  </a:lnTo>
                  <a:lnTo>
                    <a:pt x="378542" y="5917796"/>
                  </a:lnTo>
                  <a:lnTo>
                    <a:pt x="378687" y="5917796"/>
                  </a:lnTo>
                  <a:lnTo>
                    <a:pt x="378978" y="5917796"/>
                  </a:lnTo>
                  <a:lnTo>
                    <a:pt x="379124" y="5917796"/>
                  </a:lnTo>
                  <a:lnTo>
                    <a:pt x="379415" y="5917796"/>
                  </a:lnTo>
                  <a:lnTo>
                    <a:pt x="379560" y="5917796"/>
                  </a:lnTo>
                  <a:lnTo>
                    <a:pt x="379705" y="5917796"/>
                  </a:lnTo>
                  <a:lnTo>
                    <a:pt x="379851" y="5917796"/>
                  </a:lnTo>
                  <a:lnTo>
                    <a:pt x="380142" y="5917796"/>
                  </a:lnTo>
                  <a:lnTo>
                    <a:pt x="380287" y="5917796"/>
                  </a:lnTo>
                  <a:lnTo>
                    <a:pt x="380433" y="5917796"/>
                  </a:lnTo>
                  <a:lnTo>
                    <a:pt x="380433" y="5917172"/>
                  </a:lnTo>
                  <a:lnTo>
                    <a:pt x="380578" y="5917172"/>
                  </a:lnTo>
                  <a:lnTo>
                    <a:pt x="380723" y="5917172"/>
                  </a:lnTo>
                  <a:lnTo>
                    <a:pt x="380869" y="5917172"/>
                  </a:lnTo>
                  <a:lnTo>
                    <a:pt x="381014" y="5917172"/>
                  </a:lnTo>
                  <a:lnTo>
                    <a:pt x="381160" y="5917172"/>
                  </a:lnTo>
                  <a:lnTo>
                    <a:pt x="381305" y="5917172"/>
                  </a:lnTo>
                  <a:lnTo>
                    <a:pt x="381451" y="5917172"/>
                  </a:lnTo>
                  <a:lnTo>
                    <a:pt x="381451" y="5916549"/>
                  </a:lnTo>
                  <a:lnTo>
                    <a:pt x="381451" y="5915925"/>
                  </a:lnTo>
                  <a:lnTo>
                    <a:pt x="381596" y="5915925"/>
                  </a:lnTo>
                  <a:lnTo>
                    <a:pt x="381596" y="5915301"/>
                  </a:lnTo>
                  <a:lnTo>
                    <a:pt x="381741" y="5915301"/>
                  </a:lnTo>
                  <a:lnTo>
                    <a:pt x="381887" y="5915301"/>
                  </a:lnTo>
                  <a:lnTo>
                    <a:pt x="382032" y="5915301"/>
                  </a:lnTo>
                  <a:lnTo>
                    <a:pt x="382032" y="5914678"/>
                  </a:lnTo>
                  <a:lnTo>
                    <a:pt x="382178" y="5914678"/>
                  </a:lnTo>
                  <a:lnTo>
                    <a:pt x="382323" y="5914678"/>
                  </a:lnTo>
                  <a:lnTo>
                    <a:pt x="382469" y="5914678"/>
                  </a:lnTo>
                  <a:lnTo>
                    <a:pt x="382614" y="5914678"/>
                  </a:lnTo>
                  <a:lnTo>
                    <a:pt x="382905" y="5914678"/>
                  </a:lnTo>
                  <a:lnTo>
                    <a:pt x="383050" y="5914678"/>
                  </a:lnTo>
                  <a:lnTo>
                    <a:pt x="383196" y="5914678"/>
                  </a:lnTo>
                  <a:lnTo>
                    <a:pt x="383196" y="5914054"/>
                  </a:lnTo>
                  <a:lnTo>
                    <a:pt x="383487" y="5914054"/>
                  </a:lnTo>
                  <a:lnTo>
                    <a:pt x="383632" y="5914054"/>
                  </a:lnTo>
                  <a:lnTo>
                    <a:pt x="383923" y="5914054"/>
                  </a:lnTo>
                  <a:lnTo>
                    <a:pt x="384068" y="5914054"/>
                  </a:lnTo>
                  <a:lnTo>
                    <a:pt x="384214" y="5914054"/>
                  </a:lnTo>
                  <a:lnTo>
                    <a:pt x="384359" y="5913431"/>
                  </a:lnTo>
                  <a:lnTo>
                    <a:pt x="384650" y="5913431"/>
                  </a:lnTo>
                  <a:lnTo>
                    <a:pt x="384795" y="5913431"/>
                  </a:lnTo>
                  <a:lnTo>
                    <a:pt x="384941" y="5913431"/>
                  </a:lnTo>
                  <a:lnTo>
                    <a:pt x="385086" y="5913431"/>
                  </a:lnTo>
                  <a:lnTo>
                    <a:pt x="385232" y="5913431"/>
                  </a:lnTo>
                  <a:lnTo>
                    <a:pt x="385377" y="5913431"/>
                  </a:lnTo>
                  <a:lnTo>
                    <a:pt x="385522" y="5913431"/>
                  </a:lnTo>
                  <a:lnTo>
                    <a:pt x="385668" y="5913431"/>
                  </a:lnTo>
                  <a:lnTo>
                    <a:pt x="385668" y="5912807"/>
                  </a:lnTo>
                  <a:lnTo>
                    <a:pt x="385813" y="5912807"/>
                  </a:lnTo>
                  <a:lnTo>
                    <a:pt x="385959" y="5912807"/>
                  </a:lnTo>
                  <a:lnTo>
                    <a:pt x="385959" y="5912183"/>
                  </a:lnTo>
                  <a:lnTo>
                    <a:pt x="386104" y="5912183"/>
                  </a:lnTo>
                  <a:lnTo>
                    <a:pt x="386250" y="5912183"/>
                  </a:lnTo>
                  <a:lnTo>
                    <a:pt x="386250" y="5911560"/>
                  </a:lnTo>
                  <a:lnTo>
                    <a:pt x="386395" y="5911560"/>
                  </a:lnTo>
                  <a:lnTo>
                    <a:pt x="386540" y="5911560"/>
                  </a:lnTo>
                  <a:lnTo>
                    <a:pt x="386540" y="5910936"/>
                  </a:lnTo>
                  <a:lnTo>
                    <a:pt x="386686" y="5910936"/>
                  </a:lnTo>
                  <a:lnTo>
                    <a:pt x="386977" y="5910936"/>
                  </a:lnTo>
                  <a:lnTo>
                    <a:pt x="386977" y="5910313"/>
                  </a:lnTo>
                  <a:lnTo>
                    <a:pt x="387122" y="5910313"/>
                  </a:lnTo>
                  <a:lnTo>
                    <a:pt x="387268" y="5910313"/>
                  </a:lnTo>
                  <a:lnTo>
                    <a:pt x="387413" y="5910313"/>
                  </a:lnTo>
                  <a:lnTo>
                    <a:pt x="387413" y="5909689"/>
                  </a:lnTo>
                  <a:lnTo>
                    <a:pt x="387413" y="5909066"/>
                  </a:lnTo>
                  <a:lnTo>
                    <a:pt x="387558" y="5909066"/>
                  </a:lnTo>
                  <a:lnTo>
                    <a:pt x="387849" y="5908442"/>
                  </a:lnTo>
                  <a:lnTo>
                    <a:pt x="387995" y="5908442"/>
                  </a:lnTo>
                  <a:lnTo>
                    <a:pt x="388140" y="5908442"/>
                  </a:lnTo>
                  <a:lnTo>
                    <a:pt x="388286" y="5908442"/>
                  </a:lnTo>
                  <a:lnTo>
                    <a:pt x="388431" y="5908442"/>
                  </a:lnTo>
                  <a:lnTo>
                    <a:pt x="388867" y="5908442"/>
                  </a:lnTo>
                  <a:lnTo>
                    <a:pt x="389013" y="5908442"/>
                  </a:lnTo>
                  <a:lnTo>
                    <a:pt x="389158" y="5908442"/>
                  </a:lnTo>
                  <a:lnTo>
                    <a:pt x="389304" y="5908442"/>
                  </a:lnTo>
                  <a:lnTo>
                    <a:pt x="389304" y="5907818"/>
                  </a:lnTo>
                  <a:lnTo>
                    <a:pt x="389449" y="5907818"/>
                  </a:lnTo>
                  <a:lnTo>
                    <a:pt x="389449" y="5907195"/>
                  </a:lnTo>
                  <a:lnTo>
                    <a:pt x="389594" y="5907195"/>
                  </a:lnTo>
                  <a:lnTo>
                    <a:pt x="389740" y="5907195"/>
                  </a:lnTo>
                  <a:lnTo>
                    <a:pt x="389885" y="5907195"/>
                  </a:lnTo>
                  <a:lnTo>
                    <a:pt x="390031" y="5907195"/>
                  </a:lnTo>
                  <a:lnTo>
                    <a:pt x="390176" y="5907195"/>
                  </a:lnTo>
                  <a:lnTo>
                    <a:pt x="390612" y="5907195"/>
                  </a:lnTo>
                  <a:lnTo>
                    <a:pt x="390758" y="5907195"/>
                  </a:lnTo>
                  <a:lnTo>
                    <a:pt x="390758" y="5906571"/>
                  </a:lnTo>
                  <a:lnTo>
                    <a:pt x="390903" y="5906571"/>
                  </a:lnTo>
                  <a:lnTo>
                    <a:pt x="391049" y="5906571"/>
                  </a:lnTo>
                  <a:lnTo>
                    <a:pt x="391194" y="5906571"/>
                  </a:lnTo>
                  <a:lnTo>
                    <a:pt x="391340" y="5906571"/>
                  </a:lnTo>
                  <a:lnTo>
                    <a:pt x="391630" y="5906571"/>
                  </a:lnTo>
                  <a:lnTo>
                    <a:pt x="392067" y="5905948"/>
                  </a:lnTo>
                  <a:lnTo>
                    <a:pt x="392212" y="5905948"/>
                  </a:lnTo>
                  <a:lnTo>
                    <a:pt x="392212" y="5905324"/>
                  </a:lnTo>
                  <a:lnTo>
                    <a:pt x="392357" y="5905324"/>
                  </a:lnTo>
                  <a:lnTo>
                    <a:pt x="392503" y="5904700"/>
                  </a:lnTo>
                  <a:lnTo>
                    <a:pt x="392648" y="5904700"/>
                  </a:lnTo>
                  <a:lnTo>
                    <a:pt x="392794" y="5904700"/>
                  </a:lnTo>
                  <a:lnTo>
                    <a:pt x="392939" y="5904700"/>
                  </a:lnTo>
                  <a:lnTo>
                    <a:pt x="393085" y="5904700"/>
                  </a:lnTo>
                  <a:lnTo>
                    <a:pt x="393230" y="5904700"/>
                  </a:lnTo>
                  <a:lnTo>
                    <a:pt x="393375" y="5904700"/>
                  </a:lnTo>
                  <a:lnTo>
                    <a:pt x="393521" y="5904700"/>
                  </a:lnTo>
                  <a:lnTo>
                    <a:pt x="393666" y="5904700"/>
                  </a:lnTo>
                  <a:lnTo>
                    <a:pt x="393812" y="5904700"/>
                  </a:lnTo>
                  <a:lnTo>
                    <a:pt x="393957" y="5904077"/>
                  </a:lnTo>
                  <a:lnTo>
                    <a:pt x="393957" y="5903453"/>
                  </a:lnTo>
                  <a:lnTo>
                    <a:pt x="394103" y="5903453"/>
                  </a:lnTo>
                  <a:lnTo>
                    <a:pt x="394248" y="5903453"/>
                  </a:lnTo>
                  <a:lnTo>
                    <a:pt x="394393" y="5903453"/>
                  </a:lnTo>
                  <a:lnTo>
                    <a:pt x="394539" y="5903453"/>
                  </a:lnTo>
                  <a:lnTo>
                    <a:pt x="394684" y="5903453"/>
                  </a:lnTo>
                  <a:lnTo>
                    <a:pt x="394830" y="5903453"/>
                  </a:lnTo>
                  <a:lnTo>
                    <a:pt x="395121" y="5903453"/>
                  </a:lnTo>
                  <a:lnTo>
                    <a:pt x="395266" y="5903453"/>
                  </a:lnTo>
                  <a:lnTo>
                    <a:pt x="395411" y="5903453"/>
                  </a:lnTo>
                  <a:lnTo>
                    <a:pt x="395557" y="5903453"/>
                  </a:lnTo>
                  <a:lnTo>
                    <a:pt x="395848" y="5903453"/>
                  </a:lnTo>
                  <a:lnTo>
                    <a:pt x="396139" y="5902830"/>
                  </a:lnTo>
                  <a:lnTo>
                    <a:pt x="396284" y="5902830"/>
                  </a:lnTo>
                  <a:lnTo>
                    <a:pt x="396429" y="5902830"/>
                  </a:lnTo>
                  <a:lnTo>
                    <a:pt x="396575" y="5902830"/>
                  </a:lnTo>
                  <a:lnTo>
                    <a:pt x="396720" y="5902830"/>
                  </a:lnTo>
                  <a:lnTo>
                    <a:pt x="396866" y="5902830"/>
                  </a:lnTo>
                  <a:lnTo>
                    <a:pt x="397011" y="5902830"/>
                  </a:lnTo>
                  <a:lnTo>
                    <a:pt x="397157" y="5902830"/>
                  </a:lnTo>
                  <a:lnTo>
                    <a:pt x="397302" y="5902830"/>
                  </a:lnTo>
                  <a:lnTo>
                    <a:pt x="397447" y="5902830"/>
                  </a:lnTo>
                  <a:lnTo>
                    <a:pt x="397593" y="5902830"/>
                  </a:lnTo>
                  <a:lnTo>
                    <a:pt x="397738" y="5902830"/>
                  </a:lnTo>
                  <a:lnTo>
                    <a:pt x="397884" y="5902206"/>
                  </a:lnTo>
                  <a:lnTo>
                    <a:pt x="398175" y="5902206"/>
                  </a:lnTo>
                  <a:lnTo>
                    <a:pt x="398465" y="5902206"/>
                  </a:lnTo>
                  <a:lnTo>
                    <a:pt x="398465" y="5901583"/>
                  </a:lnTo>
                  <a:lnTo>
                    <a:pt x="398611" y="5901583"/>
                  </a:lnTo>
                  <a:lnTo>
                    <a:pt x="398756" y="5901583"/>
                  </a:lnTo>
                  <a:lnTo>
                    <a:pt x="398902" y="5901583"/>
                  </a:lnTo>
                  <a:lnTo>
                    <a:pt x="399047" y="5901583"/>
                  </a:lnTo>
                  <a:lnTo>
                    <a:pt x="399192" y="5901583"/>
                  </a:lnTo>
                  <a:lnTo>
                    <a:pt x="399338" y="5901583"/>
                  </a:lnTo>
                  <a:lnTo>
                    <a:pt x="399483" y="5901583"/>
                  </a:lnTo>
                  <a:lnTo>
                    <a:pt x="399629" y="5901583"/>
                  </a:lnTo>
                  <a:lnTo>
                    <a:pt x="399774" y="5901583"/>
                  </a:lnTo>
                  <a:lnTo>
                    <a:pt x="399774" y="5900959"/>
                  </a:lnTo>
                  <a:lnTo>
                    <a:pt x="399920" y="5900959"/>
                  </a:lnTo>
                  <a:lnTo>
                    <a:pt x="399920" y="5900335"/>
                  </a:lnTo>
                  <a:lnTo>
                    <a:pt x="400065" y="5900335"/>
                  </a:lnTo>
                  <a:lnTo>
                    <a:pt x="400210" y="5900335"/>
                  </a:lnTo>
                  <a:lnTo>
                    <a:pt x="400356" y="5900335"/>
                  </a:lnTo>
                  <a:lnTo>
                    <a:pt x="400356" y="5899712"/>
                  </a:lnTo>
                  <a:lnTo>
                    <a:pt x="400501" y="5899712"/>
                  </a:lnTo>
                  <a:lnTo>
                    <a:pt x="400647" y="5899712"/>
                  </a:lnTo>
                  <a:lnTo>
                    <a:pt x="400792" y="5899712"/>
                  </a:lnTo>
                  <a:lnTo>
                    <a:pt x="400938" y="5899712"/>
                  </a:lnTo>
                  <a:lnTo>
                    <a:pt x="401083" y="5899712"/>
                  </a:lnTo>
                  <a:lnTo>
                    <a:pt x="401083" y="5899088"/>
                  </a:lnTo>
                  <a:lnTo>
                    <a:pt x="401083" y="5898465"/>
                  </a:lnTo>
                  <a:lnTo>
                    <a:pt x="401083" y="5897841"/>
                  </a:lnTo>
                  <a:lnTo>
                    <a:pt x="401083" y="5897217"/>
                  </a:lnTo>
                  <a:lnTo>
                    <a:pt x="401228" y="5897217"/>
                  </a:lnTo>
                  <a:lnTo>
                    <a:pt x="401519" y="5897217"/>
                  </a:lnTo>
                  <a:lnTo>
                    <a:pt x="401665" y="5897217"/>
                  </a:lnTo>
                  <a:lnTo>
                    <a:pt x="401810" y="5897217"/>
                  </a:lnTo>
                  <a:lnTo>
                    <a:pt x="401956" y="5897217"/>
                  </a:lnTo>
                  <a:lnTo>
                    <a:pt x="402246" y="5897217"/>
                  </a:lnTo>
                  <a:lnTo>
                    <a:pt x="402246" y="5896594"/>
                  </a:lnTo>
                  <a:lnTo>
                    <a:pt x="402246" y="5895970"/>
                  </a:lnTo>
                  <a:lnTo>
                    <a:pt x="402392" y="5895970"/>
                  </a:lnTo>
                  <a:lnTo>
                    <a:pt x="402537" y="5895970"/>
                  </a:lnTo>
                  <a:lnTo>
                    <a:pt x="402683" y="5895970"/>
                  </a:lnTo>
                  <a:lnTo>
                    <a:pt x="402683" y="5895347"/>
                  </a:lnTo>
                  <a:lnTo>
                    <a:pt x="402828" y="5895347"/>
                  </a:lnTo>
                  <a:lnTo>
                    <a:pt x="402828" y="5894723"/>
                  </a:lnTo>
                  <a:lnTo>
                    <a:pt x="403119" y="5894723"/>
                  </a:lnTo>
                  <a:lnTo>
                    <a:pt x="403410" y="5894723"/>
                  </a:lnTo>
                  <a:lnTo>
                    <a:pt x="403555" y="5894723"/>
                  </a:lnTo>
                  <a:lnTo>
                    <a:pt x="403701" y="5894100"/>
                  </a:lnTo>
                  <a:lnTo>
                    <a:pt x="403846" y="5893476"/>
                  </a:lnTo>
                  <a:lnTo>
                    <a:pt x="403992" y="5893476"/>
                  </a:lnTo>
                  <a:lnTo>
                    <a:pt x="404137" y="5893476"/>
                  </a:lnTo>
                  <a:lnTo>
                    <a:pt x="404137" y="5892852"/>
                  </a:lnTo>
                  <a:lnTo>
                    <a:pt x="404282" y="5892852"/>
                  </a:lnTo>
                  <a:lnTo>
                    <a:pt x="404428" y="5892852"/>
                  </a:lnTo>
                  <a:lnTo>
                    <a:pt x="404573" y="5892852"/>
                  </a:lnTo>
                  <a:lnTo>
                    <a:pt x="404719" y="5892852"/>
                  </a:lnTo>
                  <a:lnTo>
                    <a:pt x="404719" y="5892229"/>
                  </a:lnTo>
                  <a:lnTo>
                    <a:pt x="404864" y="5892229"/>
                  </a:lnTo>
                  <a:lnTo>
                    <a:pt x="404864" y="5891605"/>
                  </a:lnTo>
                  <a:lnTo>
                    <a:pt x="405010" y="5891605"/>
                  </a:lnTo>
                  <a:lnTo>
                    <a:pt x="405300" y="5891605"/>
                  </a:lnTo>
                  <a:lnTo>
                    <a:pt x="405446" y="5891605"/>
                  </a:lnTo>
                  <a:lnTo>
                    <a:pt x="405591" y="5891605"/>
                  </a:lnTo>
                  <a:lnTo>
                    <a:pt x="405882" y="5891605"/>
                  </a:lnTo>
                  <a:lnTo>
                    <a:pt x="405882" y="5890982"/>
                  </a:lnTo>
                  <a:lnTo>
                    <a:pt x="406027" y="5890982"/>
                  </a:lnTo>
                  <a:lnTo>
                    <a:pt x="406464" y="5890358"/>
                  </a:lnTo>
                  <a:lnTo>
                    <a:pt x="406609" y="5890358"/>
                  </a:lnTo>
                  <a:lnTo>
                    <a:pt x="406755" y="5890358"/>
                  </a:lnTo>
                  <a:lnTo>
                    <a:pt x="406900" y="5890358"/>
                  </a:lnTo>
                  <a:lnTo>
                    <a:pt x="407045" y="5890358"/>
                  </a:lnTo>
                  <a:lnTo>
                    <a:pt x="407045" y="5889735"/>
                  </a:lnTo>
                  <a:lnTo>
                    <a:pt x="407191" y="5889735"/>
                  </a:lnTo>
                  <a:lnTo>
                    <a:pt x="407191" y="5889111"/>
                  </a:lnTo>
                  <a:lnTo>
                    <a:pt x="407191" y="5888487"/>
                  </a:lnTo>
                  <a:lnTo>
                    <a:pt x="407336" y="5888487"/>
                  </a:lnTo>
                  <a:lnTo>
                    <a:pt x="407482" y="5888487"/>
                  </a:lnTo>
                  <a:lnTo>
                    <a:pt x="407482" y="5887864"/>
                  </a:lnTo>
                  <a:lnTo>
                    <a:pt x="407627" y="5887864"/>
                  </a:lnTo>
                  <a:lnTo>
                    <a:pt x="407773" y="5887864"/>
                  </a:lnTo>
                  <a:lnTo>
                    <a:pt x="408063" y="5887864"/>
                  </a:lnTo>
                  <a:lnTo>
                    <a:pt x="408209" y="5887864"/>
                  </a:lnTo>
                  <a:lnTo>
                    <a:pt x="408354" y="5887864"/>
                  </a:lnTo>
                  <a:lnTo>
                    <a:pt x="408500" y="5887864"/>
                  </a:lnTo>
                  <a:lnTo>
                    <a:pt x="408645" y="5887864"/>
                  </a:lnTo>
                  <a:lnTo>
                    <a:pt x="408936" y="5887864"/>
                  </a:lnTo>
                  <a:lnTo>
                    <a:pt x="409081" y="5887864"/>
                  </a:lnTo>
                  <a:lnTo>
                    <a:pt x="409227" y="5887864"/>
                  </a:lnTo>
                  <a:lnTo>
                    <a:pt x="409372" y="5887864"/>
                  </a:lnTo>
                  <a:lnTo>
                    <a:pt x="409518" y="5887864"/>
                  </a:lnTo>
                  <a:lnTo>
                    <a:pt x="409518" y="5887240"/>
                  </a:lnTo>
                  <a:lnTo>
                    <a:pt x="409663" y="5887240"/>
                  </a:lnTo>
                  <a:lnTo>
                    <a:pt x="409809" y="5887240"/>
                  </a:lnTo>
                  <a:lnTo>
                    <a:pt x="409954" y="5887240"/>
                  </a:lnTo>
                  <a:lnTo>
                    <a:pt x="410099" y="5887240"/>
                  </a:lnTo>
                  <a:lnTo>
                    <a:pt x="410245" y="5886617"/>
                  </a:lnTo>
                  <a:lnTo>
                    <a:pt x="410390" y="5886617"/>
                  </a:lnTo>
                  <a:lnTo>
                    <a:pt x="410390" y="5885993"/>
                  </a:lnTo>
                  <a:lnTo>
                    <a:pt x="410390" y="5885369"/>
                  </a:lnTo>
                  <a:lnTo>
                    <a:pt x="410536" y="5885369"/>
                  </a:lnTo>
                  <a:lnTo>
                    <a:pt x="410681" y="5885369"/>
                  </a:lnTo>
                  <a:lnTo>
                    <a:pt x="410827" y="5885369"/>
                  </a:lnTo>
                  <a:lnTo>
                    <a:pt x="410972" y="5885369"/>
                  </a:lnTo>
                  <a:lnTo>
                    <a:pt x="411263" y="5885369"/>
                  </a:lnTo>
                  <a:lnTo>
                    <a:pt x="411554" y="5885369"/>
                  </a:lnTo>
                  <a:lnTo>
                    <a:pt x="411699" y="5885369"/>
                  </a:lnTo>
                  <a:lnTo>
                    <a:pt x="411845" y="5885369"/>
                  </a:lnTo>
                  <a:lnTo>
                    <a:pt x="411990" y="5885369"/>
                  </a:lnTo>
                  <a:lnTo>
                    <a:pt x="412135" y="5885369"/>
                  </a:lnTo>
                  <a:lnTo>
                    <a:pt x="412135" y="5884746"/>
                  </a:lnTo>
                  <a:lnTo>
                    <a:pt x="412281" y="5884746"/>
                  </a:lnTo>
                  <a:lnTo>
                    <a:pt x="412426" y="5884746"/>
                  </a:lnTo>
                  <a:lnTo>
                    <a:pt x="412572" y="5884746"/>
                  </a:lnTo>
                  <a:lnTo>
                    <a:pt x="412717" y="5884746"/>
                  </a:lnTo>
                  <a:lnTo>
                    <a:pt x="412862" y="5884746"/>
                  </a:lnTo>
                  <a:lnTo>
                    <a:pt x="412862" y="5884122"/>
                  </a:lnTo>
                  <a:lnTo>
                    <a:pt x="413153" y="5884122"/>
                  </a:lnTo>
                  <a:lnTo>
                    <a:pt x="413299" y="5884122"/>
                  </a:lnTo>
                  <a:lnTo>
                    <a:pt x="413299" y="5882875"/>
                  </a:lnTo>
                  <a:lnTo>
                    <a:pt x="413444" y="5882875"/>
                  </a:lnTo>
                  <a:lnTo>
                    <a:pt x="413444" y="5882252"/>
                  </a:lnTo>
                  <a:lnTo>
                    <a:pt x="413590" y="5882252"/>
                  </a:lnTo>
                  <a:lnTo>
                    <a:pt x="413735" y="5882252"/>
                  </a:lnTo>
                  <a:lnTo>
                    <a:pt x="413880" y="5882252"/>
                  </a:lnTo>
                  <a:lnTo>
                    <a:pt x="414026" y="5882252"/>
                  </a:lnTo>
                  <a:lnTo>
                    <a:pt x="414171" y="5882252"/>
                  </a:lnTo>
                  <a:lnTo>
                    <a:pt x="414317" y="5881628"/>
                  </a:lnTo>
                  <a:lnTo>
                    <a:pt x="414317" y="5881004"/>
                  </a:lnTo>
                  <a:lnTo>
                    <a:pt x="414317" y="5880381"/>
                  </a:lnTo>
                  <a:lnTo>
                    <a:pt x="414462" y="5880381"/>
                  </a:lnTo>
                  <a:lnTo>
                    <a:pt x="414608" y="5880381"/>
                  </a:lnTo>
                  <a:lnTo>
                    <a:pt x="414753" y="5880381"/>
                  </a:lnTo>
                  <a:lnTo>
                    <a:pt x="414898" y="5880381"/>
                  </a:lnTo>
                  <a:lnTo>
                    <a:pt x="415044" y="5880381"/>
                  </a:lnTo>
                  <a:lnTo>
                    <a:pt x="415189" y="5880381"/>
                  </a:lnTo>
                  <a:lnTo>
                    <a:pt x="415480" y="5880381"/>
                  </a:lnTo>
                  <a:lnTo>
                    <a:pt x="415480" y="5879757"/>
                  </a:lnTo>
                  <a:lnTo>
                    <a:pt x="415626" y="5879757"/>
                  </a:lnTo>
                  <a:lnTo>
                    <a:pt x="415771" y="5879757"/>
                  </a:lnTo>
                  <a:lnTo>
                    <a:pt x="415916" y="5879757"/>
                  </a:lnTo>
                  <a:lnTo>
                    <a:pt x="415916" y="5879134"/>
                  </a:lnTo>
                  <a:lnTo>
                    <a:pt x="415916" y="5878510"/>
                  </a:lnTo>
                  <a:lnTo>
                    <a:pt x="416062" y="5878510"/>
                  </a:lnTo>
                  <a:lnTo>
                    <a:pt x="416353" y="5878510"/>
                  </a:lnTo>
                  <a:lnTo>
                    <a:pt x="416353" y="5877886"/>
                  </a:lnTo>
                  <a:lnTo>
                    <a:pt x="416498" y="5877886"/>
                  </a:lnTo>
                  <a:lnTo>
                    <a:pt x="416644" y="5877886"/>
                  </a:lnTo>
                  <a:lnTo>
                    <a:pt x="416789" y="5877886"/>
                  </a:lnTo>
                  <a:lnTo>
                    <a:pt x="416934" y="5877886"/>
                  </a:lnTo>
                  <a:lnTo>
                    <a:pt x="417080" y="5877886"/>
                  </a:lnTo>
                  <a:lnTo>
                    <a:pt x="417225" y="5877263"/>
                  </a:lnTo>
                  <a:lnTo>
                    <a:pt x="417225" y="5876639"/>
                  </a:lnTo>
                  <a:lnTo>
                    <a:pt x="417225" y="5876016"/>
                  </a:lnTo>
                  <a:lnTo>
                    <a:pt x="417371" y="5876016"/>
                  </a:lnTo>
                  <a:lnTo>
                    <a:pt x="417371" y="5875392"/>
                  </a:lnTo>
                  <a:lnTo>
                    <a:pt x="417662" y="5875392"/>
                  </a:lnTo>
                  <a:lnTo>
                    <a:pt x="417807" y="5875392"/>
                  </a:lnTo>
                  <a:lnTo>
                    <a:pt x="417807" y="5874769"/>
                  </a:lnTo>
                  <a:lnTo>
                    <a:pt x="417807" y="5874145"/>
                  </a:lnTo>
                  <a:lnTo>
                    <a:pt x="417952" y="5874145"/>
                  </a:lnTo>
                  <a:lnTo>
                    <a:pt x="418098" y="5874145"/>
                  </a:lnTo>
                  <a:lnTo>
                    <a:pt x="418243" y="5874145"/>
                  </a:lnTo>
                  <a:lnTo>
                    <a:pt x="418389" y="5874145"/>
                  </a:lnTo>
                  <a:lnTo>
                    <a:pt x="418534" y="5874145"/>
                  </a:lnTo>
                  <a:lnTo>
                    <a:pt x="418679" y="5874145"/>
                  </a:lnTo>
                  <a:lnTo>
                    <a:pt x="418679" y="5873521"/>
                  </a:lnTo>
                  <a:lnTo>
                    <a:pt x="419116" y="5873521"/>
                  </a:lnTo>
                  <a:lnTo>
                    <a:pt x="419407" y="5873521"/>
                  </a:lnTo>
                  <a:lnTo>
                    <a:pt x="419552" y="5873521"/>
                  </a:lnTo>
                  <a:lnTo>
                    <a:pt x="419843" y="5873521"/>
                  </a:lnTo>
                  <a:lnTo>
                    <a:pt x="419988" y="5873521"/>
                  </a:lnTo>
                  <a:lnTo>
                    <a:pt x="420134" y="5873521"/>
                  </a:lnTo>
                  <a:lnTo>
                    <a:pt x="420134" y="5872898"/>
                  </a:lnTo>
                  <a:lnTo>
                    <a:pt x="420134" y="5872274"/>
                  </a:lnTo>
                  <a:lnTo>
                    <a:pt x="420134" y="5871651"/>
                  </a:lnTo>
                  <a:lnTo>
                    <a:pt x="420134" y="5871027"/>
                  </a:lnTo>
                  <a:lnTo>
                    <a:pt x="420134" y="5870403"/>
                  </a:lnTo>
                  <a:lnTo>
                    <a:pt x="420279" y="5869780"/>
                  </a:lnTo>
                  <a:lnTo>
                    <a:pt x="420425" y="5869780"/>
                  </a:lnTo>
                  <a:lnTo>
                    <a:pt x="420570" y="5869780"/>
                  </a:lnTo>
                  <a:lnTo>
                    <a:pt x="420715" y="5869780"/>
                  </a:lnTo>
                  <a:lnTo>
                    <a:pt x="420861" y="5869780"/>
                  </a:lnTo>
                  <a:lnTo>
                    <a:pt x="421006" y="5869156"/>
                  </a:lnTo>
                  <a:lnTo>
                    <a:pt x="421152" y="5868533"/>
                  </a:lnTo>
                  <a:lnTo>
                    <a:pt x="421152" y="5867909"/>
                  </a:lnTo>
                  <a:lnTo>
                    <a:pt x="421152" y="5867286"/>
                  </a:lnTo>
                  <a:lnTo>
                    <a:pt x="421297" y="5867286"/>
                  </a:lnTo>
                  <a:lnTo>
                    <a:pt x="421297" y="5866662"/>
                  </a:lnTo>
                  <a:lnTo>
                    <a:pt x="421443" y="5866662"/>
                  </a:lnTo>
                  <a:lnTo>
                    <a:pt x="421588" y="5866662"/>
                  </a:lnTo>
                  <a:lnTo>
                    <a:pt x="421588" y="5866038"/>
                  </a:lnTo>
                  <a:lnTo>
                    <a:pt x="421733" y="5866038"/>
                  </a:lnTo>
                  <a:lnTo>
                    <a:pt x="421879" y="5865415"/>
                  </a:lnTo>
                  <a:lnTo>
                    <a:pt x="422024" y="5865415"/>
                  </a:lnTo>
                  <a:lnTo>
                    <a:pt x="422024" y="5864791"/>
                  </a:lnTo>
                  <a:lnTo>
                    <a:pt x="422170" y="5864791"/>
                  </a:lnTo>
                  <a:lnTo>
                    <a:pt x="422461" y="5864791"/>
                  </a:lnTo>
                  <a:lnTo>
                    <a:pt x="422606" y="5864791"/>
                  </a:lnTo>
                  <a:lnTo>
                    <a:pt x="422751" y="5864791"/>
                  </a:lnTo>
                  <a:lnTo>
                    <a:pt x="423042" y="5864791"/>
                  </a:lnTo>
                  <a:lnTo>
                    <a:pt x="423333" y="5864791"/>
                  </a:lnTo>
                  <a:lnTo>
                    <a:pt x="423479" y="5864791"/>
                  </a:lnTo>
                  <a:lnTo>
                    <a:pt x="423624" y="5864168"/>
                  </a:lnTo>
                  <a:lnTo>
                    <a:pt x="423915" y="5863544"/>
                  </a:lnTo>
                  <a:lnTo>
                    <a:pt x="424060" y="5863544"/>
                  </a:lnTo>
                  <a:lnTo>
                    <a:pt x="424060" y="5862920"/>
                  </a:lnTo>
                  <a:lnTo>
                    <a:pt x="424206" y="5862920"/>
                  </a:lnTo>
                  <a:lnTo>
                    <a:pt x="424351" y="5862920"/>
                  </a:lnTo>
                  <a:lnTo>
                    <a:pt x="424497" y="5862920"/>
                  </a:lnTo>
                  <a:lnTo>
                    <a:pt x="424642" y="5862920"/>
                  </a:lnTo>
                  <a:lnTo>
                    <a:pt x="424787" y="5862920"/>
                  </a:lnTo>
                  <a:lnTo>
                    <a:pt x="424933" y="5862920"/>
                  </a:lnTo>
                  <a:lnTo>
                    <a:pt x="425078" y="5862920"/>
                  </a:lnTo>
                  <a:lnTo>
                    <a:pt x="425224" y="5862920"/>
                  </a:lnTo>
                  <a:lnTo>
                    <a:pt x="425369" y="5862920"/>
                  </a:lnTo>
                  <a:lnTo>
                    <a:pt x="425660" y="5862920"/>
                  </a:lnTo>
                  <a:lnTo>
                    <a:pt x="425805" y="5862920"/>
                  </a:lnTo>
                  <a:lnTo>
                    <a:pt x="425951" y="5862920"/>
                  </a:lnTo>
                  <a:lnTo>
                    <a:pt x="426096" y="5862920"/>
                  </a:lnTo>
                  <a:lnTo>
                    <a:pt x="426387" y="5862920"/>
                  </a:lnTo>
                  <a:lnTo>
                    <a:pt x="426532" y="5862920"/>
                  </a:lnTo>
                  <a:lnTo>
                    <a:pt x="426678" y="5862920"/>
                  </a:lnTo>
                  <a:lnTo>
                    <a:pt x="426678" y="5862297"/>
                  </a:lnTo>
                  <a:lnTo>
                    <a:pt x="427114" y="5862297"/>
                  </a:lnTo>
                  <a:lnTo>
                    <a:pt x="427260" y="5862297"/>
                  </a:lnTo>
                  <a:lnTo>
                    <a:pt x="427405" y="5862297"/>
                  </a:lnTo>
                  <a:lnTo>
                    <a:pt x="427550" y="5862297"/>
                  </a:lnTo>
                  <a:lnTo>
                    <a:pt x="427696" y="5862297"/>
                  </a:lnTo>
                  <a:lnTo>
                    <a:pt x="427841" y="5862297"/>
                  </a:lnTo>
                  <a:lnTo>
                    <a:pt x="427987" y="5861673"/>
                  </a:lnTo>
                  <a:lnTo>
                    <a:pt x="428278" y="5861673"/>
                  </a:lnTo>
                  <a:lnTo>
                    <a:pt x="428423" y="5861673"/>
                  </a:lnTo>
                  <a:lnTo>
                    <a:pt x="428423" y="5861050"/>
                  </a:lnTo>
                  <a:lnTo>
                    <a:pt x="428714" y="5861050"/>
                  </a:lnTo>
                  <a:lnTo>
                    <a:pt x="428714" y="5860426"/>
                  </a:lnTo>
                  <a:lnTo>
                    <a:pt x="428859" y="5860426"/>
                  </a:lnTo>
                  <a:lnTo>
                    <a:pt x="429005" y="5860426"/>
                  </a:lnTo>
                  <a:lnTo>
                    <a:pt x="429150" y="5860426"/>
                  </a:lnTo>
                  <a:lnTo>
                    <a:pt x="429296" y="5860426"/>
                  </a:lnTo>
                  <a:lnTo>
                    <a:pt x="429441" y="5860426"/>
                  </a:lnTo>
                  <a:lnTo>
                    <a:pt x="429441" y="5859803"/>
                  </a:lnTo>
                  <a:lnTo>
                    <a:pt x="429586" y="5859803"/>
                  </a:lnTo>
                  <a:lnTo>
                    <a:pt x="429732" y="5859803"/>
                  </a:lnTo>
                  <a:lnTo>
                    <a:pt x="429732" y="5859179"/>
                  </a:lnTo>
                  <a:lnTo>
                    <a:pt x="429877" y="5859179"/>
                  </a:lnTo>
                  <a:lnTo>
                    <a:pt x="430168" y="5859179"/>
                  </a:lnTo>
                  <a:lnTo>
                    <a:pt x="430459" y="5859179"/>
                  </a:lnTo>
                  <a:lnTo>
                    <a:pt x="430750" y="5859179"/>
                  </a:lnTo>
                  <a:lnTo>
                    <a:pt x="430895" y="5859179"/>
                  </a:lnTo>
                  <a:lnTo>
                    <a:pt x="430895" y="5858555"/>
                  </a:lnTo>
                  <a:lnTo>
                    <a:pt x="430895" y="5857932"/>
                  </a:lnTo>
                  <a:lnTo>
                    <a:pt x="430895" y="5857308"/>
                  </a:lnTo>
                  <a:lnTo>
                    <a:pt x="431041" y="5857308"/>
                  </a:lnTo>
                  <a:lnTo>
                    <a:pt x="431186" y="5856685"/>
                  </a:lnTo>
                  <a:lnTo>
                    <a:pt x="431332" y="5856685"/>
                  </a:lnTo>
                  <a:lnTo>
                    <a:pt x="431622" y="5856685"/>
                  </a:lnTo>
                  <a:lnTo>
                    <a:pt x="431768" y="5856685"/>
                  </a:lnTo>
                  <a:lnTo>
                    <a:pt x="431913" y="5856685"/>
                  </a:lnTo>
                  <a:lnTo>
                    <a:pt x="432059" y="5856685"/>
                  </a:lnTo>
                  <a:lnTo>
                    <a:pt x="432204" y="5856685"/>
                  </a:lnTo>
                  <a:lnTo>
                    <a:pt x="432349" y="5856061"/>
                  </a:lnTo>
                  <a:lnTo>
                    <a:pt x="432640" y="5856061"/>
                  </a:lnTo>
                  <a:lnTo>
                    <a:pt x="432786" y="5856061"/>
                  </a:lnTo>
                  <a:lnTo>
                    <a:pt x="432931" y="5856061"/>
                  </a:lnTo>
                  <a:lnTo>
                    <a:pt x="433077" y="5856061"/>
                  </a:lnTo>
                  <a:lnTo>
                    <a:pt x="433222" y="5856061"/>
                  </a:lnTo>
                  <a:lnTo>
                    <a:pt x="433367" y="5856061"/>
                  </a:lnTo>
                  <a:lnTo>
                    <a:pt x="433367" y="5855437"/>
                  </a:lnTo>
                  <a:lnTo>
                    <a:pt x="433513" y="5855437"/>
                  </a:lnTo>
                  <a:lnTo>
                    <a:pt x="433513" y="5854814"/>
                  </a:lnTo>
                  <a:lnTo>
                    <a:pt x="433658" y="5854814"/>
                  </a:lnTo>
                  <a:lnTo>
                    <a:pt x="433804" y="5854814"/>
                  </a:lnTo>
                  <a:lnTo>
                    <a:pt x="433949" y="5854814"/>
                  </a:lnTo>
                  <a:lnTo>
                    <a:pt x="434095" y="5854814"/>
                  </a:lnTo>
                  <a:lnTo>
                    <a:pt x="434240" y="5854814"/>
                  </a:lnTo>
                  <a:lnTo>
                    <a:pt x="434385" y="5854814"/>
                  </a:lnTo>
                  <a:lnTo>
                    <a:pt x="434531" y="5854814"/>
                  </a:lnTo>
                  <a:lnTo>
                    <a:pt x="434676" y="5854814"/>
                  </a:lnTo>
                  <a:lnTo>
                    <a:pt x="434822" y="5854814"/>
                  </a:lnTo>
                  <a:lnTo>
                    <a:pt x="434822" y="5854190"/>
                  </a:lnTo>
                  <a:lnTo>
                    <a:pt x="434967" y="5854190"/>
                  </a:lnTo>
                  <a:lnTo>
                    <a:pt x="435258" y="5854190"/>
                  </a:lnTo>
                  <a:lnTo>
                    <a:pt x="435403" y="5854190"/>
                  </a:lnTo>
                  <a:lnTo>
                    <a:pt x="435549" y="5854190"/>
                  </a:lnTo>
                  <a:lnTo>
                    <a:pt x="435549" y="5853567"/>
                  </a:lnTo>
                  <a:lnTo>
                    <a:pt x="435694" y="5853567"/>
                  </a:lnTo>
                  <a:lnTo>
                    <a:pt x="435694" y="5852320"/>
                  </a:lnTo>
                  <a:lnTo>
                    <a:pt x="435840" y="5852320"/>
                  </a:lnTo>
                  <a:lnTo>
                    <a:pt x="435985" y="5852320"/>
                  </a:lnTo>
                  <a:lnTo>
                    <a:pt x="436131" y="5852320"/>
                  </a:lnTo>
                  <a:lnTo>
                    <a:pt x="436131" y="5851696"/>
                  </a:lnTo>
                  <a:lnTo>
                    <a:pt x="436276" y="5851696"/>
                  </a:lnTo>
                  <a:lnTo>
                    <a:pt x="436421" y="5851696"/>
                  </a:lnTo>
                  <a:lnTo>
                    <a:pt x="436567" y="5851696"/>
                  </a:lnTo>
                  <a:lnTo>
                    <a:pt x="436567" y="5851072"/>
                  </a:lnTo>
                  <a:lnTo>
                    <a:pt x="436712" y="5851072"/>
                  </a:lnTo>
                  <a:lnTo>
                    <a:pt x="436858" y="5851072"/>
                  </a:lnTo>
                  <a:lnTo>
                    <a:pt x="437003" y="5851072"/>
                  </a:lnTo>
                  <a:lnTo>
                    <a:pt x="437294" y="5851072"/>
                  </a:lnTo>
                  <a:lnTo>
                    <a:pt x="437439" y="5851072"/>
                  </a:lnTo>
                  <a:lnTo>
                    <a:pt x="437585" y="5851072"/>
                  </a:lnTo>
                  <a:lnTo>
                    <a:pt x="437730" y="5851072"/>
                  </a:lnTo>
                  <a:lnTo>
                    <a:pt x="437876" y="5851072"/>
                  </a:lnTo>
                  <a:lnTo>
                    <a:pt x="438021" y="5851072"/>
                  </a:lnTo>
                  <a:lnTo>
                    <a:pt x="438167" y="5851072"/>
                  </a:lnTo>
                  <a:lnTo>
                    <a:pt x="438167" y="5850449"/>
                  </a:lnTo>
                  <a:lnTo>
                    <a:pt x="438312" y="5850449"/>
                  </a:lnTo>
                  <a:lnTo>
                    <a:pt x="438457" y="5850449"/>
                  </a:lnTo>
                  <a:lnTo>
                    <a:pt x="438603" y="5850449"/>
                  </a:lnTo>
                  <a:lnTo>
                    <a:pt x="438748" y="5850449"/>
                  </a:lnTo>
                  <a:lnTo>
                    <a:pt x="438748" y="5849825"/>
                  </a:lnTo>
                  <a:lnTo>
                    <a:pt x="438894" y="5849825"/>
                  </a:lnTo>
                  <a:lnTo>
                    <a:pt x="439184" y="5849825"/>
                  </a:lnTo>
                  <a:lnTo>
                    <a:pt x="439330" y="5849825"/>
                  </a:lnTo>
                  <a:lnTo>
                    <a:pt x="439475" y="5849825"/>
                  </a:lnTo>
                  <a:lnTo>
                    <a:pt x="439621" y="5849825"/>
                  </a:lnTo>
                  <a:lnTo>
                    <a:pt x="439621" y="5849202"/>
                  </a:lnTo>
                  <a:lnTo>
                    <a:pt x="439766" y="5849202"/>
                  </a:lnTo>
                  <a:lnTo>
                    <a:pt x="439912" y="5849202"/>
                  </a:lnTo>
                  <a:lnTo>
                    <a:pt x="440057" y="5849202"/>
                  </a:lnTo>
                  <a:lnTo>
                    <a:pt x="440057" y="5848578"/>
                  </a:lnTo>
                  <a:lnTo>
                    <a:pt x="440057" y="5847954"/>
                  </a:lnTo>
                  <a:lnTo>
                    <a:pt x="440202" y="5847954"/>
                  </a:lnTo>
                  <a:lnTo>
                    <a:pt x="440348" y="5847954"/>
                  </a:lnTo>
                  <a:lnTo>
                    <a:pt x="440493" y="5847954"/>
                  </a:lnTo>
                  <a:lnTo>
                    <a:pt x="440639" y="5847954"/>
                  </a:lnTo>
                  <a:lnTo>
                    <a:pt x="440784" y="5847954"/>
                  </a:lnTo>
                  <a:lnTo>
                    <a:pt x="440930" y="5847954"/>
                  </a:lnTo>
                  <a:lnTo>
                    <a:pt x="441075" y="5847954"/>
                  </a:lnTo>
                  <a:lnTo>
                    <a:pt x="441220" y="5847954"/>
                  </a:lnTo>
                  <a:lnTo>
                    <a:pt x="441366" y="5847954"/>
                  </a:lnTo>
                  <a:lnTo>
                    <a:pt x="441511" y="5847954"/>
                  </a:lnTo>
                  <a:lnTo>
                    <a:pt x="441657" y="5847954"/>
                  </a:lnTo>
                  <a:lnTo>
                    <a:pt x="441657" y="5847331"/>
                  </a:lnTo>
                  <a:lnTo>
                    <a:pt x="441657" y="5846707"/>
                  </a:lnTo>
                  <a:lnTo>
                    <a:pt x="441802" y="5846707"/>
                  </a:lnTo>
                  <a:lnTo>
                    <a:pt x="442093" y="5846707"/>
                  </a:lnTo>
                  <a:lnTo>
                    <a:pt x="442238" y="5846707"/>
                  </a:lnTo>
                  <a:lnTo>
                    <a:pt x="442238" y="5846084"/>
                  </a:lnTo>
                  <a:lnTo>
                    <a:pt x="442384" y="5846084"/>
                  </a:lnTo>
                  <a:lnTo>
                    <a:pt x="442384" y="5845460"/>
                  </a:lnTo>
                  <a:lnTo>
                    <a:pt x="442529" y="5845460"/>
                  </a:lnTo>
                  <a:lnTo>
                    <a:pt x="442675" y="5845460"/>
                  </a:lnTo>
                  <a:lnTo>
                    <a:pt x="442820" y="5845460"/>
                  </a:lnTo>
                  <a:lnTo>
                    <a:pt x="442966" y="5845460"/>
                  </a:lnTo>
                  <a:lnTo>
                    <a:pt x="443111" y="5845460"/>
                  </a:lnTo>
                  <a:lnTo>
                    <a:pt x="443256" y="5845460"/>
                  </a:lnTo>
                  <a:lnTo>
                    <a:pt x="443402" y="5845460"/>
                  </a:lnTo>
                  <a:lnTo>
                    <a:pt x="443547" y="5845460"/>
                  </a:lnTo>
                  <a:lnTo>
                    <a:pt x="443693" y="5845460"/>
                  </a:lnTo>
                  <a:lnTo>
                    <a:pt x="443693" y="5844837"/>
                  </a:lnTo>
                  <a:lnTo>
                    <a:pt x="443693" y="5844213"/>
                  </a:lnTo>
                  <a:lnTo>
                    <a:pt x="443838" y="5844213"/>
                  </a:lnTo>
                  <a:lnTo>
                    <a:pt x="443984" y="5844213"/>
                  </a:lnTo>
                  <a:lnTo>
                    <a:pt x="444129" y="5844213"/>
                  </a:lnTo>
                  <a:lnTo>
                    <a:pt x="444274" y="5844213"/>
                  </a:lnTo>
                  <a:lnTo>
                    <a:pt x="444420" y="5844213"/>
                  </a:lnTo>
                  <a:lnTo>
                    <a:pt x="444565" y="5844213"/>
                  </a:lnTo>
                  <a:lnTo>
                    <a:pt x="444711" y="5844213"/>
                  </a:lnTo>
                  <a:lnTo>
                    <a:pt x="444856" y="5844213"/>
                  </a:lnTo>
                  <a:lnTo>
                    <a:pt x="444856" y="5843589"/>
                  </a:lnTo>
                  <a:lnTo>
                    <a:pt x="445292" y="5843589"/>
                  </a:lnTo>
                  <a:lnTo>
                    <a:pt x="445292" y="5842966"/>
                  </a:lnTo>
                  <a:lnTo>
                    <a:pt x="445438" y="5842966"/>
                  </a:lnTo>
                  <a:lnTo>
                    <a:pt x="445583" y="5842966"/>
                  </a:lnTo>
                  <a:lnTo>
                    <a:pt x="445729" y="5842966"/>
                  </a:lnTo>
                  <a:lnTo>
                    <a:pt x="445874" y="5842966"/>
                  </a:lnTo>
                  <a:lnTo>
                    <a:pt x="446019" y="5842966"/>
                  </a:lnTo>
                  <a:lnTo>
                    <a:pt x="446456" y="5841719"/>
                  </a:lnTo>
                  <a:lnTo>
                    <a:pt x="446601" y="5841719"/>
                  </a:lnTo>
                  <a:lnTo>
                    <a:pt x="446747" y="5841719"/>
                  </a:lnTo>
                  <a:lnTo>
                    <a:pt x="446892" y="5841719"/>
                  </a:lnTo>
                  <a:lnTo>
                    <a:pt x="447037" y="5841719"/>
                  </a:lnTo>
                  <a:lnTo>
                    <a:pt x="447183" y="5841719"/>
                  </a:lnTo>
                  <a:lnTo>
                    <a:pt x="447183" y="5841095"/>
                  </a:lnTo>
                  <a:lnTo>
                    <a:pt x="447328" y="5841095"/>
                  </a:lnTo>
                  <a:lnTo>
                    <a:pt x="447474" y="5841095"/>
                  </a:lnTo>
                  <a:lnTo>
                    <a:pt x="447619" y="5841095"/>
                  </a:lnTo>
                  <a:lnTo>
                    <a:pt x="447765" y="5841095"/>
                  </a:lnTo>
                  <a:lnTo>
                    <a:pt x="447910" y="5841095"/>
                  </a:lnTo>
                  <a:lnTo>
                    <a:pt x="448055" y="5841095"/>
                  </a:lnTo>
                  <a:lnTo>
                    <a:pt x="448201" y="5841095"/>
                  </a:lnTo>
                  <a:lnTo>
                    <a:pt x="448201" y="5840472"/>
                  </a:lnTo>
                  <a:lnTo>
                    <a:pt x="448346" y="5840472"/>
                  </a:lnTo>
                  <a:lnTo>
                    <a:pt x="448492" y="5840472"/>
                  </a:lnTo>
                  <a:lnTo>
                    <a:pt x="448637" y="5840472"/>
                  </a:lnTo>
                  <a:lnTo>
                    <a:pt x="448928" y="5840472"/>
                  </a:lnTo>
                  <a:lnTo>
                    <a:pt x="449073" y="5840472"/>
                  </a:lnTo>
                  <a:lnTo>
                    <a:pt x="449219" y="5840472"/>
                  </a:lnTo>
                  <a:lnTo>
                    <a:pt x="449510" y="5840472"/>
                  </a:lnTo>
                  <a:lnTo>
                    <a:pt x="449801" y="5840472"/>
                  </a:lnTo>
                  <a:lnTo>
                    <a:pt x="449946" y="5840472"/>
                  </a:lnTo>
                  <a:lnTo>
                    <a:pt x="450091" y="5840472"/>
                  </a:lnTo>
                  <a:lnTo>
                    <a:pt x="450819" y="5840472"/>
                  </a:lnTo>
                  <a:lnTo>
                    <a:pt x="451109" y="5839848"/>
                  </a:lnTo>
                  <a:lnTo>
                    <a:pt x="451255" y="5839848"/>
                  </a:lnTo>
                  <a:lnTo>
                    <a:pt x="451400" y="5839848"/>
                  </a:lnTo>
                  <a:lnTo>
                    <a:pt x="451546" y="5839848"/>
                  </a:lnTo>
                  <a:lnTo>
                    <a:pt x="451691" y="5839848"/>
                  </a:lnTo>
                  <a:lnTo>
                    <a:pt x="451837" y="5839848"/>
                  </a:lnTo>
                  <a:lnTo>
                    <a:pt x="452127" y="5839848"/>
                  </a:lnTo>
                  <a:lnTo>
                    <a:pt x="452273" y="5839848"/>
                  </a:lnTo>
                  <a:lnTo>
                    <a:pt x="452273" y="5839224"/>
                  </a:lnTo>
                  <a:lnTo>
                    <a:pt x="452418" y="5839224"/>
                  </a:lnTo>
                  <a:lnTo>
                    <a:pt x="452418" y="5838601"/>
                  </a:lnTo>
                  <a:lnTo>
                    <a:pt x="452418" y="5837977"/>
                  </a:lnTo>
                  <a:lnTo>
                    <a:pt x="452564" y="5837977"/>
                  </a:lnTo>
                  <a:lnTo>
                    <a:pt x="452709" y="5837977"/>
                  </a:lnTo>
                  <a:lnTo>
                    <a:pt x="452709" y="5837354"/>
                  </a:lnTo>
                  <a:lnTo>
                    <a:pt x="452854" y="5837354"/>
                  </a:lnTo>
                  <a:lnTo>
                    <a:pt x="453000" y="5836730"/>
                  </a:lnTo>
                  <a:lnTo>
                    <a:pt x="453145" y="5836730"/>
                  </a:lnTo>
                  <a:lnTo>
                    <a:pt x="453291" y="5836730"/>
                  </a:lnTo>
                  <a:lnTo>
                    <a:pt x="453436" y="5836730"/>
                  </a:lnTo>
                  <a:lnTo>
                    <a:pt x="453582" y="5836106"/>
                  </a:lnTo>
                  <a:lnTo>
                    <a:pt x="453727" y="5835483"/>
                  </a:lnTo>
                  <a:lnTo>
                    <a:pt x="453727" y="5834859"/>
                  </a:lnTo>
                  <a:lnTo>
                    <a:pt x="453872" y="5834859"/>
                  </a:lnTo>
                  <a:lnTo>
                    <a:pt x="454018" y="5834859"/>
                  </a:lnTo>
                  <a:lnTo>
                    <a:pt x="454163" y="5834859"/>
                  </a:lnTo>
                  <a:lnTo>
                    <a:pt x="454309" y="5834859"/>
                  </a:lnTo>
                  <a:lnTo>
                    <a:pt x="454745" y="5834859"/>
                  </a:lnTo>
                  <a:lnTo>
                    <a:pt x="454890" y="5834859"/>
                  </a:lnTo>
                  <a:lnTo>
                    <a:pt x="455036" y="5834859"/>
                  </a:lnTo>
                  <a:lnTo>
                    <a:pt x="455181" y="5834859"/>
                  </a:lnTo>
                  <a:lnTo>
                    <a:pt x="455327" y="5834859"/>
                  </a:lnTo>
                  <a:lnTo>
                    <a:pt x="455472" y="5834859"/>
                  </a:lnTo>
                  <a:lnTo>
                    <a:pt x="455618" y="5834859"/>
                  </a:lnTo>
                  <a:lnTo>
                    <a:pt x="455618" y="5834236"/>
                  </a:lnTo>
                  <a:lnTo>
                    <a:pt x="455618" y="5833612"/>
                  </a:lnTo>
                  <a:lnTo>
                    <a:pt x="455908" y="5833612"/>
                  </a:lnTo>
                  <a:lnTo>
                    <a:pt x="456054" y="5833612"/>
                  </a:lnTo>
                  <a:lnTo>
                    <a:pt x="456199" y="5833612"/>
                  </a:lnTo>
                  <a:lnTo>
                    <a:pt x="456345" y="5833612"/>
                  </a:lnTo>
                  <a:lnTo>
                    <a:pt x="456636" y="5833612"/>
                  </a:lnTo>
                  <a:lnTo>
                    <a:pt x="456781" y="5833612"/>
                  </a:lnTo>
                  <a:lnTo>
                    <a:pt x="456926" y="5833612"/>
                  </a:lnTo>
                  <a:lnTo>
                    <a:pt x="457072" y="5833612"/>
                  </a:lnTo>
                  <a:lnTo>
                    <a:pt x="457217" y="5833612"/>
                  </a:lnTo>
                  <a:lnTo>
                    <a:pt x="457217" y="5832989"/>
                  </a:lnTo>
                  <a:lnTo>
                    <a:pt x="457363" y="5832989"/>
                  </a:lnTo>
                  <a:lnTo>
                    <a:pt x="457508" y="5832989"/>
                  </a:lnTo>
                  <a:lnTo>
                    <a:pt x="457654" y="5832989"/>
                  </a:lnTo>
                  <a:lnTo>
                    <a:pt x="457799" y="5832989"/>
                  </a:lnTo>
                  <a:lnTo>
                    <a:pt x="457944" y="5832989"/>
                  </a:lnTo>
                  <a:lnTo>
                    <a:pt x="458090" y="5832989"/>
                  </a:lnTo>
                  <a:lnTo>
                    <a:pt x="458235" y="5832989"/>
                  </a:lnTo>
                  <a:lnTo>
                    <a:pt x="458381" y="5832989"/>
                  </a:lnTo>
                  <a:lnTo>
                    <a:pt x="458526" y="5832989"/>
                  </a:lnTo>
                  <a:lnTo>
                    <a:pt x="458962" y="5832989"/>
                  </a:lnTo>
                  <a:lnTo>
                    <a:pt x="459108" y="5832989"/>
                  </a:lnTo>
                  <a:lnTo>
                    <a:pt x="459253" y="5832365"/>
                  </a:lnTo>
                  <a:lnTo>
                    <a:pt x="459399" y="5832365"/>
                  </a:lnTo>
                  <a:lnTo>
                    <a:pt x="459544" y="5832365"/>
                  </a:lnTo>
                  <a:lnTo>
                    <a:pt x="459689" y="5832365"/>
                  </a:lnTo>
                  <a:lnTo>
                    <a:pt x="459835" y="5832365"/>
                  </a:lnTo>
                  <a:lnTo>
                    <a:pt x="459980" y="5832365"/>
                  </a:lnTo>
                  <a:lnTo>
                    <a:pt x="460126" y="5832365"/>
                  </a:lnTo>
                  <a:lnTo>
                    <a:pt x="460271" y="5832365"/>
                  </a:lnTo>
                  <a:lnTo>
                    <a:pt x="460417" y="5832365"/>
                  </a:lnTo>
                  <a:lnTo>
                    <a:pt x="460417" y="5831741"/>
                  </a:lnTo>
                  <a:lnTo>
                    <a:pt x="460562" y="5831741"/>
                  </a:lnTo>
                  <a:lnTo>
                    <a:pt x="460707" y="5831741"/>
                  </a:lnTo>
                  <a:lnTo>
                    <a:pt x="460853" y="5831741"/>
                  </a:lnTo>
                  <a:lnTo>
                    <a:pt x="460998" y="5831741"/>
                  </a:lnTo>
                  <a:lnTo>
                    <a:pt x="460998" y="5831118"/>
                  </a:lnTo>
                  <a:lnTo>
                    <a:pt x="461144" y="5831118"/>
                  </a:lnTo>
                  <a:lnTo>
                    <a:pt x="461289" y="5831118"/>
                  </a:lnTo>
                  <a:lnTo>
                    <a:pt x="461435" y="5831118"/>
                  </a:lnTo>
                  <a:lnTo>
                    <a:pt x="461580" y="5831118"/>
                  </a:lnTo>
                  <a:lnTo>
                    <a:pt x="462016" y="5830494"/>
                  </a:lnTo>
                  <a:lnTo>
                    <a:pt x="462162" y="5830494"/>
                  </a:lnTo>
                  <a:lnTo>
                    <a:pt x="462307" y="5830494"/>
                  </a:lnTo>
                  <a:lnTo>
                    <a:pt x="462307" y="5829871"/>
                  </a:lnTo>
                  <a:lnTo>
                    <a:pt x="462453" y="5829871"/>
                  </a:lnTo>
                  <a:lnTo>
                    <a:pt x="462743" y="5829871"/>
                  </a:lnTo>
                  <a:lnTo>
                    <a:pt x="462889" y="5829871"/>
                  </a:lnTo>
                  <a:lnTo>
                    <a:pt x="462889" y="5829247"/>
                  </a:lnTo>
                  <a:lnTo>
                    <a:pt x="463034" y="5829247"/>
                  </a:lnTo>
                  <a:lnTo>
                    <a:pt x="463180" y="5829247"/>
                  </a:lnTo>
                  <a:lnTo>
                    <a:pt x="463325" y="5829247"/>
                  </a:lnTo>
                  <a:lnTo>
                    <a:pt x="463471" y="5829247"/>
                  </a:lnTo>
                  <a:lnTo>
                    <a:pt x="463616" y="5829247"/>
                  </a:lnTo>
                  <a:lnTo>
                    <a:pt x="463761" y="5829247"/>
                  </a:lnTo>
                  <a:lnTo>
                    <a:pt x="463907" y="5829247"/>
                  </a:lnTo>
                  <a:lnTo>
                    <a:pt x="464052" y="5829247"/>
                  </a:lnTo>
                  <a:lnTo>
                    <a:pt x="464198" y="5829247"/>
                  </a:lnTo>
                  <a:lnTo>
                    <a:pt x="464198" y="5828623"/>
                  </a:lnTo>
                  <a:lnTo>
                    <a:pt x="464489" y="5828000"/>
                  </a:lnTo>
                  <a:lnTo>
                    <a:pt x="464634" y="5828000"/>
                  </a:lnTo>
                  <a:lnTo>
                    <a:pt x="464779" y="5828000"/>
                  </a:lnTo>
                  <a:lnTo>
                    <a:pt x="464925" y="5828000"/>
                  </a:lnTo>
                  <a:lnTo>
                    <a:pt x="464925" y="5827376"/>
                  </a:lnTo>
                  <a:lnTo>
                    <a:pt x="465070" y="5827376"/>
                  </a:lnTo>
                  <a:lnTo>
                    <a:pt x="465361" y="5827376"/>
                  </a:lnTo>
                  <a:lnTo>
                    <a:pt x="465652" y="5827376"/>
                  </a:lnTo>
                  <a:lnTo>
                    <a:pt x="465943" y="5827376"/>
                  </a:lnTo>
                  <a:lnTo>
                    <a:pt x="466088" y="5827376"/>
                  </a:lnTo>
                  <a:lnTo>
                    <a:pt x="466234" y="5827376"/>
                  </a:lnTo>
                  <a:lnTo>
                    <a:pt x="466234" y="5826753"/>
                  </a:lnTo>
                  <a:lnTo>
                    <a:pt x="466379" y="5826753"/>
                  </a:lnTo>
                  <a:lnTo>
                    <a:pt x="466524" y="5826753"/>
                  </a:lnTo>
                  <a:lnTo>
                    <a:pt x="466670" y="5826753"/>
                  </a:lnTo>
                  <a:lnTo>
                    <a:pt x="466815" y="5826753"/>
                  </a:lnTo>
                  <a:lnTo>
                    <a:pt x="466961" y="5826753"/>
                  </a:lnTo>
                  <a:lnTo>
                    <a:pt x="467106" y="5826753"/>
                  </a:lnTo>
                  <a:lnTo>
                    <a:pt x="467252" y="5826753"/>
                  </a:lnTo>
                  <a:lnTo>
                    <a:pt x="467542" y="5826753"/>
                  </a:lnTo>
                  <a:lnTo>
                    <a:pt x="467688" y="5826753"/>
                  </a:lnTo>
                  <a:lnTo>
                    <a:pt x="467688" y="5826129"/>
                  </a:lnTo>
                  <a:lnTo>
                    <a:pt x="467688" y="5825506"/>
                  </a:lnTo>
                  <a:lnTo>
                    <a:pt x="467833" y="5825506"/>
                  </a:lnTo>
                  <a:lnTo>
                    <a:pt x="467979" y="5825506"/>
                  </a:lnTo>
                  <a:lnTo>
                    <a:pt x="467979" y="5824882"/>
                  </a:lnTo>
                  <a:lnTo>
                    <a:pt x="468124" y="5824882"/>
                  </a:lnTo>
                  <a:lnTo>
                    <a:pt x="468270" y="5824882"/>
                  </a:lnTo>
                  <a:lnTo>
                    <a:pt x="468415" y="5824882"/>
                  </a:lnTo>
                  <a:lnTo>
                    <a:pt x="468560" y="5824882"/>
                  </a:lnTo>
                  <a:lnTo>
                    <a:pt x="468706" y="5824882"/>
                  </a:lnTo>
                  <a:lnTo>
                    <a:pt x="468851" y="5824882"/>
                  </a:lnTo>
                  <a:lnTo>
                    <a:pt x="468851" y="5824258"/>
                  </a:lnTo>
                  <a:lnTo>
                    <a:pt x="468851" y="5823635"/>
                  </a:lnTo>
                  <a:lnTo>
                    <a:pt x="468997" y="5823011"/>
                  </a:lnTo>
                  <a:lnTo>
                    <a:pt x="469142" y="5823011"/>
                  </a:lnTo>
                  <a:lnTo>
                    <a:pt x="469288" y="5823011"/>
                  </a:lnTo>
                  <a:lnTo>
                    <a:pt x="469433" y="5823011"/>
                  </a:lnTo>
                  <a:lnTo>
                    <a:pt x="469578" y="5823011"/>
                  </a:lnTo>
                  <a:lnTo>
                    <a:pt x="469724" y="5823011"/>
                  </a:lnTo>
                  <a:lnTo>
                    <a:pt x="469869" y="5823011"/>
                  </a:lnTo>
                  <a:lnTo>
                    <a:pt x="470015" y="5823011"/>
                  </a:lnTo>
                  <a:lnTo>
                    <a:pt x="470160" y="5823011"/>
                  </a:lnTo>
                  <a:lnTo>
                    <a:pt x="470306" y="5823011"/>
                  </a:lnTo>
                  <a:lnTo>
                    <a:pt x="470306" y="5822388"/>
                  </a:lnTo>
                  <a:lnTo>
                    <a:pt x="470451" y="5822388"/>
                  </a:lnTo>
                  <a:lnTo>
                    <a:pt x="470596" y="5822388"/>
                  </a:lnTo>
                  <a:lnTo>
                    <a:pt x="470742" y="5822388"/>
                  </a:lnTo>
                  <a:lnTo>
                    <a:pt x="470887" y="5822388"/>
                  </a:lnTo>
                  <a:lnTo>
                    <a:pt x="471033" y="5822388"/>
                  </a:lnTo>
                  <a:lnTo>
                    <a:pt x="471178" y="5822388"/>
                  </a:lnTo>
                  <a:lnTo>
                    <a:pt x="471324" y="5821140"/>
                  </a:lnTo>
                  <a:lnTo>
                    <a:pt x="471469" y="5821140"/>
                  </a:lnTo>
                  <a:lnTo>
                    <a:pt x="471614" y="5821140"/>
                  </a:lnTo>
                  <a:lnTo>
                    <a:pt x="471760" y="5821140"/>
                  </a:lnTo>
                  <a:lnTo>
                    <a:pt x="471905" y="5821140"/>
                  </a:lnTo>
                  <a:lnTo>
                    <a:pt x="471905" y="5820517"/>
                  </a:lnTo>
                  <a:lnTo>
                    <a:pt x="472051" y="5820517"/>
                  </a:lnTo>
                  <a:lnTo>
                    <a:pt x="472342" y="5820517"/>
                  </a:lnTo>
                  <a:lnTo>
                    <a:pt x="472487" y="5820517"/>
                  </a:lnTo>
                  <a:lnTo>
                    <a:pt x="472632" y="5820517"/>
                  </a:lnTo>
                  <a:lnTo>
                    <a:pt x="473069" y="5819893"/>
                  </a:lnTo>
                  <a:lnTo>
                    <a:pt x="473214" y="5819893"/>
                  </a:lnTo>
                  <a:lnTo>
                    <a:pt x="473214" y="5819270"/>
                  </a:lnTo>
                  <a:lnTo>
                    <a:pt x="473359" y="5819270"/>
                  </a:lnTo>
                  <a:lnTo>
                    <a:pt x="473505" y="5819270"/>
                  </a:lnTo>
                  <a:lnTo>
                    <a:pt x="473650" y="5819270"/>
                  </a:lnTo>
                  <a:lnTo>
                    <a:pt x="473941" y="5819270"/>
                  </a:lnTo>
                  <a:lnTo>
                    <a:pt x="474087" y="5819270"/>
                  </a:lnTo>
                  <a:lnTo>
                    <a:pt x="474232" y="5819270"/>
                  </a:lnTo>
                  <a:lnTo>
                    <a:pt x="474377" y="5819270"/>
                  </a:lnTo>
                  <a:lnTo>
                    <a:pt x="474377" y="5818646"/>
                  </a:lnTo>
                  <a:lnTo>
                    <a:pt x="474523" y="5818646"/>
                  </a:lnTo>
                  <a:lnTo>
                    <a:pt x="474668" y="5818646"/>
                  </a:lnTo>
                  <a:lnTo>
                    <a:pt x="474814" y="5818646"/>
                  </a:lnTo>
                  <a:lnTo>
                    <a:pt x="474959" y="5818646"/>
                  </a:lnTo>
                  <a:lnTo>
                    <a:pt x="475105" y="5818023"/>
                  </a:lnTo>
                  <a:lnTo>
                    <a:pt x="475395" y="5816775"/>
                  </a:lnTo>
                  <a:lnTo>
                    <a:pt x="475541" y="5816775"/>
                  </a:lnTo>
                  <a:lnTo>
                    <a:pt x="475686" y="5816775"/>
                  </a:lnTo>
                  <a:lnTo>
                    <a:pt x="475832" y="5816775"/>
                  </a:lnTo>
                  <a:lnTo>
                    <a:pt x="476123" y="5816775"/>
                  </a:lnTo>
                  <a:lnTo>
                    <a:pt x="476123" y="5816152"/>
                  </a:lnTo>
                  <a:lnTo>
                    <a:pt x="476268" y="5816152"/>
                  </a:lnTo>
                  <a:lnTo>
                    <a:pt x="476413" y="5816152"/>
                  </a:lnTo>
                  <a:lnTo>
                    <a:pt x="476559" y="5816152"/>
                  </a:lnTo>
                  <a:lnTo>
                    <a:pt x="476704" y="5816152"/>
                  </a:lnTo>
                  <a:lnTo>
                    <a:pt x="476850" y="5816152"/>
                  </a:lnTo>
                  <a:lnTo>
                    <a:pt x="476995" y="5816152"/>
                  </a:lnTo>
                  <a:lnTo>
                    <a:pt x="477141" y="5816152"/>
                  </a:lnTo>
                  <a:lnTo>
                    <a:pt x="477286" y="5816152"/>
                  </a:lnTo>
                  <a:lnTo>
                    <a:pt x="477431" y="5816152"/>
                  </a:lnTo>
                  <a:lnTo>
                    <a:pt x="477577" y="5816152"/>
                  </a:lnTo>
                  <a:lnTo>
                    <a:pt x="477722" y="5815528"/>
                  </a:lnTo>
                  <a:lnTo>
                    <a:pt x="477868" y="5815528"/>
                  </a:lnTo>
                  <a:lnTo>
                    <a:pt x="478159" y="5815528"/>
                  </a:lnTo>
                  <a:lnTo>
                    <a:pt x="478304" y="5815528"/>
                  </a:lnTo>
                  <a:lnTo>
                    <a:pt x="478449" y="5815528"/>
                  </a:lnTo>
                  <a:lnTo>
                    <a:pt x="478449" y="5814905"/>
                  </a:lnTo>
                  <a:lnTo>
                    <a:pt x="478595" y="5814905"/>
                  </a:lnTo>
                  <a:lnTo>
                    <a:pt x="478740" y="5814905"/>
                  </a:lnTo>
                  <a:lnTo>
                    <a:pt x="478886" y="5814905"/>
                  </a:lnTo>
                  <a:lnTo>
                    <a:pt x="479031" y="5814905"/>
                  </a:lnTo>
                  <a:lnTo>
                    <a:pt x="479031" y="5813657"/>
                  </a:lnTo>
                  <a:lnTo>
                    <a:pt x="479613" y="5813034"/>
                  </a:lnTo>
                  <a:lnTo>
                    <a:pt x="479758" y="5813034"/>
                  </a:lnTo>
                  <a:lnTo>
                    <a:pt x="479904" y="5813034"/>
                  </a:lnTo>
                  <a:lnTo>
                    <a:pt x="480049" y="5813034"/>
                  </a:lnTo>
                  <a:lnTo>
                    <a:pt x="480194" y="5813034"/>
                  </a:lnTo>
                  <a:lnTo>
                    <a:pt x="480340" y="5813034"/>
                  </a:lnTo>
                  <a:lnTo>
                    <a:pt x="480340" y="5812410"/>
                  </a:lnTo>
                  <a:lnTo>
                    <a:pt x="480340" y="5811787"/>
                  </a:lnTo>
                  <a:lnTo>
                    <a:pt x="480485" y="5811787"/>
                  </a:lnTo>
                  <a:lnTo>
                    <a:pt x="480631" y="5811787"/>
                  </a:lnTo>
                  <a:lnTo>
                    <a:pt x="480776" y="5811787"/>
                  </a:lnTo>
                  <a:lnTo>
                    <a:pt x="480776" y="5811163"/>
                  </a:lnTo>
                  <a:lnTo>
                    <a:pt x="480922" y="5811163"/>
                  </a:lnTo>
                  <a:lnTo>
                    <a:pt x="481067" y="5811163"/>
                  </a:lnTo>
                  <a:lnTo>
                    <a:pt x="481212" y="5811163"/>
                  </a:lnTo>
                  <a:lnTo>
                    <a:pt x="481358" y="5811163"/>
                  </a:lnTo>
                  <a:lnTo>
                    <a:pt x="481358" y="5810540"/>
                  </a:lnTo>
                  <a:lnTo>
                    <a:pt x="481649" y="5810540"/>
                  </a:lnTo>
                  <a:lnTo>
                    <a:pt x="481794" y="5810540"/>
                  </a:lnTo>
                  <a:lnTo>
                    <a:pt x="481940" y="5810540"/>
                  </a:lnTo>
                  <a:lnTo>
                    <a:pt x="482085" y="5810540"/>
                  </a:lnTo>
                  <a:lnTo>
                    <a:pt x="482230" y="5810540"/>
                  </a:lnTo>
                  <a:lnTo>
                    <a:pt x="482376" y="5810540"/>
                  </a:lnTo>
                  <a:lnTo>
                    <a:pt x="482521" y="5810540"/>
                  </a:lnTo>
                  <a:lnTo>
                    <a:pt x="482812" y="5810540"/>
                  </a:lnTo>
                  <a:lnTo>
                    <a:pt x="482958" y="5810540"/>
                  </a:lnTo>
                  <a:lnTo>
                    <a:pt x="483103" y="5810540"/>
                  </a:lnTo>
                  <a:lnTo>
                    <a:pt x="483248" y="5810540"/>
                  </a:lnTo>
                  <a:lnTo>
                    <a:pt x="483248" y="5809916"/>
                  </a:lnTo>
                  <a:lnTo>
                    <a:pt x="483248" y="5809292"/>
                  </a:lnTo>
                  <a:lnTo>
                    <a:pt x="483394" y="5809292"/>
                  </a:lnTo>
                  <a:lnTo>
                    <a:pt x="483539" y="5809292"/>
                  </a:lnTo>
                  <a:lnTo>
                    <a:pt x="483685" y="5809292"/>
                  </a:lnTo>
                  <a:lnTo>
                    <a:pt x="483685" y="5808669"/>
                  </a:lnTo>
                  <a:lnTo>
                    <a:pt x="483976" y="5807422"/>
                  </a:lnTo>
                  <a:lnTo>
                    <a:pt x="484121" y="5807422"/>
                  </a:lnTo>
                  <a:lnTo>
                    <a:pt x="484121" y="5806798"/>
                  </a:lnTo>
                  <a:lnTo>
                    <a:pt x="484266" y="5806798"/>
                  </a:lnTo>
                  <a:lnTo>
                    <a:pt x="484412" y="5806798"/>
                  </a:lnTo>
                  <a:lnTo>
                    <a:pt x="484412" y="5806174"/>
                  </a:lnTo>
                  <a:lnTo>
                    <a:pt x="484557" y="5806174"/>
                  </a:lnTo>
                  <a:lnTo>
                    <a:pt x="484703" y="5806174"/>
                  </a:lnTo>
                  <a:lnTo>
                    <a:pt x="484848" y="5806174"/>
                  </a:lnTo>
                  <a:lnTo>
                    <a:pt x="484848" y="5805551"/>
                  </a:lnTo>
                  <a:lnTo>
                    <a:pt x="485139" y="5805551"/>
                  </a:lnTo>
                  <a:lnTo>
                    <a:pt x="485284" y="5805551"/>
                  </a:lnTo>
                  <a:lnTo>
                    <a:pt x="485430" y="5805551"/>
                  </a:lnTo>
                  <a:lnTo>
                    <a:pt x="485575" y="5805551"/>
                  </a:lnTo>
                  <a:lnTo>
                    <a:pt x="485721" y="5805551"/>
                  </a:lnTo>
                  <a:lnTo>
                    <a:pt x="486302" y="5805551"/>
                  </a:lnTo>
                  <a:lnTo>
                    <a:pt x="486302" y="5804927"/>
                  </a:lnTo>
                  <a:lnTo>
                    <a:pt x="486448" y="5804927"/>
                  </a:lnTo>
                  <a:lnTo>
                    <a:pt x="486593" y="5804927"/>
                  </a:lnTo>
                  <a:lnTo>
                    <a:pt x="486739" y="5804927"/>
                  </a:lnTo>
                  <a:lnTo>
                    <a:pt x="487029" y="5804927"/>
                  </a:lnTo>
                  <a:lnTo>
                    <a:pt x="487175" y="5804927"/>
                  </a:lnTo>
                  <a:lnTo>
                    <a:pt x="487320" y="5804927"/>
                  </a:lnTo>
                  <a:lnTo>
                    <a:pt x="487466" y="5804927"/>
                  </a:lnTo>
                  <a:lnTo>
                    <a:pt x="487611" y="5804927"/>
                  </a:lnTo>
                  <a:lnTo>
                    <a:pt x="487902" y="5804927"/>
                  </a:lnTo>
                  <a:lnTo>
                    <a:pt x="488047" y="5804927"/>
                  </a:lnTo>
                  <a:lnTo>
                    <a:pt x="488193" y="5804927"/>
                  </a:lnTo>
                  <a:lnTo>
                    <a:pt x="488338" y="5804927"/>
                  </a:lnTo>
                  <a:lnTo>
                    <a:pt x="488484" y="5804927"/>
                  </a:lnTo>
                  <a:lnTo>
                    <a:pt x="488484" y="5804304"/>
                  </a:lnTo>
                  <a:lnTo>
                    <a:pt x="488775" y="5804304"/>
                  </a:lnTo>
                  <a:lnTo>
                    <a:pt x="488920" y="5804304"/>
                  </a:lnTo>
                  <a:lnTo>
                    <a:pt x="489065" y="5804304"/>
                  </a:lnTo>
                  <a:lnTo>
                    <a:pt x="489502" y="5804304"/>
                  </a:lnTo>
                  <a:lnTo>
                    <a:pt x="489647" y="5804304"/>
                  </a:lnTo>
                  <a:lnTo>
                    <a:pt x="489938" y="5804304"/>
                  </a:lnTo>
                  <a:lnTo>
                    <a:pt x="490083" y="5804304"/>
                  </a:lnTo>
                  <a:lnTo>
                    <a:pt x="490229" y="5804304"/>
                  </a:lnTo>
                  <a:lnTo>
                    <a:pt x="490374" y="5804304"/>
                  </a:lnTo>
                  <a:lnTo>
                    <a:pt x="490520" y="5804304"/>
                  </a:lnTo>
                  <a:lnTo>
                    <a:pt x="490811" y="5804304"/>
                  </a:lnTo>
                  <a:lnTo>
                    <a:pt x="490956" y="5804304"/>
                  </a:lnTo>
                  <a:lnTo>
                    <a:pt x="491101" y="5803680"/>
                  </a:lnTo>
                  <a:lnTo>
                    <a:pt x="491247" y="5803680"/>
                  </a:lnTo>
                  <a:lnTo>
                    <a:pt x="491392" y="5803680"/>
                  </a:lnTo>
                  <a:lnTo>
                    <a:pt x="491538" y="5803680"/>
                  </a:lnTo>
                  <a:lnTo>
                    <a:pt x="491538" y="5803057"/>
                  </a:lnTo>
                  <a:lnTo>
                    <a:pt x="491683" y="5803057"/>
                  </a:lnTo>
                  <a:lnTo>
                    <a:pt x="491974" y="5803057"/>
                  </a:lnTo>
                  <a:lnTo>
                    <a:pt x="492265" y="5803057"/>
                  </a:lnTo>
                  <a:lnTo>
                    <a:pt x="492410" y="5803057"/>
                  </a:lnTo>
                  <a:lnTo>
                    <a:pt x="492556" y="5803057"/>
                  </a:lnTo>
                  <a:lnTo>
                    <a:pt x="492701" y="5803057"/>
                  </a:lnTo>
                  <a:lnTo>
                    <a:pt x="492847" y="5803057"/>
                  </a:lnTo>
                  <a:lnTo>
                    <a:pt x="492992" y="5803057"/>
                  </a:lnTo>
                  <a:lnTo>
                    <a:pt x="493283" y="5803057"/>
                  </a:lnTo>
                  <a:lnTo>
                    <a:pt x="493428" y="5803057"/>
                  </a:lnTo>
                  <a:lnTo>
                    <a:pt x="493574" y="5803057"/>
                  </a:lnTo>
                  <a:lnTo>
                    <a:pt x="493574" y="5802433"/>
                  </a:lnTo>
                  <a:lnTo>
                    <a:pt x="493574" y="5801186"/>
                  </a:lnTo>
                  <a:lnTo>
                    <a:pt x="493864" y="5800562"/>
                  </a:lnTo>
                  <a:lnTo>
                    <a:pt x="494010" y="5800562"/>
                  </a:lnTo>
                  <a:lnTo>
                    <a:pt x="494155" y="5800562"/>
                  </a:lnTo>
                  <a:lnTo>
                    <a:pt x="494155" y="5799939"/>
                  </a:lnTo>
                  <a:lnTo>
                    <a:pt x="494301" y="5799939"/>
                  </a:lnTo>
                  <a:lnTo>
                    <a:pt x="494737" y="5799939"/>
                  </a:lnTo>
                  <a:lnTo>
                    <a:pt x="494882" y="5799939"/>
                  </a:lnTo>
                  <a:lnTo>
                    <a:pt x="495028" y="5799939"/>
                  </a:lnTo>
                  <a:lnTo>
                    <a:pt x="495028" y="5799315"/>
                  </a:lnTo>
                  <a:lnTo>
                    <a:pt x="495173" y="5799315"/>
                  </a:lnTo>
                  <a:lnTo>
                    <a:pt x="495319" y="5799315"/>
                  </a:lnTo>
                  <a:lnTo>
                    <a:pt x="495464" y="5799315"/>
                  </a:lnTo>
                  <a:lnTo>
                    <a:pt x="495610" y="5799315"/>
                  </a:lnTo>
                  <a:lnTo>
                    <a:pt x="495755" y="5799315"/>
                  </a:lnTo>
                  <a:lnTo>
                    <a:pt x="495900" y="5799315"/>
                  </a:lnTo>
                  <a:lnTo>
                    <a:pt x="496046" y="5799315"/>
                  </a:lnTo>
                  <a:lnTo>
                    <a:pt x="496191" y="5799315"/>
                  </a:lnTo>
                  <a:lnTo>
                    <a:pt x="496482" y="5799315"/>
                  </a:lnTo>
                  <a:lnTo>
                    <a:pt x="496628" y="5799315"/>
                  </a:lnTo>
                  <a:lnTo>
                    <a:pt x="496773" y="5799315"/>
                  </a:lnTo>
                  <a:lnTo>
                    <a:pt x="497064" y="5799315"/>
                  </a:lnTo>
                  <a:lnTo>
                    <a:pt x="497209" y="5799315"/>
                  </a:lnTo>
                  <a:lnTo>
                    <a:pt x="497500" y="5798691"/>
                  </a:lnTo>
                  <a:lnTo>
                    <a:pt x="497646" y="5798691"/>
                  </a:lnTo>
                  <a:lnTo>
                    <a:pt x="497791" y="5798691"/>
                  </a:lnTo>
                  <a:lnTo>
                    <a:pt x="497791" y="5798068"/>
                  </a:lnTo>
                  <a:lnTo>
                    <a:pt x="497936" y="5798068"/>
                  </a:lnTo>
                  <a:lnTo>
                    <a:pt x="498082" y="5798068"/>
                  </a:lnTo>
                  <a:lnTo>
                    <a:pt x="498082" y="5797444"/>
                  </a:lnTo>
                  <a:lnTo>
                    <a:pt x="498082" y="5796821"/>
                  </a:lnTo>
                  <a:lnTo>
                    <a:pt x="498227" y="5796821"/>
                  </a:lnTo>
                  <a:lnTo>
                    <a:pt x="498373" y="5796821"/>
                  </a:lnTo>
                  <a:lnTo>
                    <a:pt x="498518" y="5796821"/>
                  </a:lnTo>
                  <a:lnTo>
                    <a:pt x="498664" y="5796821"/>
                  </a:lnTo>
                  <a:lnTo>
                    <a:pt x="498664" y="5795574"/>
                  </a:lnTo>
                  <a:lnTo>
                    <a:pt x="498809" y="5795574"/>
                  </a:lnTo>
                  <a:lnTo>
                    <a:pt x="498954" y="5795574"/>
                  </a:lnTo>
                  <a:lnTo>
                    <a:pt x="499100" y="5795574"/>
                  </a:lnTo>
                  <a:lnTo>
                    <a:pt x="499245" y="5795574"/>
                  </a:lnTo>
                  <a:lnTo>
                    <a:pt x="499391" y="5795574"/>
                  </a:lnTo>
                  <a:lnTo>
                    <a:pt x="499391" y="5794950"/>
                  </a:lnTo>
                  <a:lnTo>
                    <a:pt x="499536" y="5794950"/>
                  </a:lnTo>
                  <a:lnTo>
                    <a:pt x="499681" y="5794950"/>
                  </a:lnTo>
                  <a:lnTo>
                    <a:pt x="499827" y="5794950"/>
                  </a:lnTo>
                  <a:lnTo>
                    <a:pt x="499827" y="5794326"/>
                  </a:lnTo>
                  <a:lnTo>
                    <a:pt x="499972" y="5794326"/>
                  </a:lnTo>
                  <a:lnTo>
                    <a:pt x="500118" y="5794326"/>
                  </a:lnTo>
                  <a:lnTo>
                    <a:pt x="500263" y="5794326"/>
                  </a:lnTo>
                  <a:lnTo>
                    <a:pt x="500409" y="5794326"/>
                  </a:lnTo>
                  <a:lnTo>
                    <a:pt x="500554" y="5794326"/>
                  </a:lnTo>
                  <a:lnTo>
                    <a:pt x="500554" y="5793703"/>
                  </a:lnTo>
                  <a:lnTo>
                    <a:pt x="500554" y="5793079"/>
                  </a:lnTo>
                  <a:lnTo>
                    <a:pt x="500699" y="5793079"/>
                  </a:lnTo>
                  <a:lnTo>
                    <a:pt x="500845" y="5793079"/>
                  </a:lnTo>
                  <a:lnTo>
                    <a:pt x="500990" y="5793079"/>
                  </a:lnTo>
                  <a:lnTo>
                    <a:pt x="501281" y="5793079"/>
                  </a:lnTo>
                  <a:lnTo>
                    <a:pt x="501427" y="5793079"/>
                  </a:lnTo>
                  <a:lnTo>
                    <a:pt x="501572" y="5793079"/>
                  </a:lnTo>
                  <a:lnTo>
                    <a:pt x="501863" y="5793079"/>
                  </a:lnTo>
                  <a:lnTo>
                    <a:pt x="502008" y="5793079"/>
                  </a:lnTo>
                  <a:lnTo>
                    <a:pt x="502008" y="5792456"/>
                  </a:lnTo>
                  <a:lnTo>
                    <a:pt x="502154" y="5792456"/>
                  </a:lnTo>
                  <a:lnTo>
                    <a:pt x="502299" y="5792456"/>
                  </a:lnTo>
                  <a:lnTo>
                    <a:pt x="502445" y="5791832"/>
                  </a:lnTo>
                  <a:lnTo>
                    <a:pt x="502590" y="5791832"/>
                  </a:lnTo>
                  <a:lnTo>
                    <a:pt x="502881" y="5791832"/>
                  </a:lnTo>
                  <a:lnTo>
                    <a:pt x="502881" y="5791208"/>
                  </a:lnTo>
                  <a:lnTo>
                    <a:pt x="502881" y="5790585"/>
                  </a:lnTo>
                  <a:lnTo>
                    <a:pt x="503026" y="5790585"/>
                  </a:lnTo>
                  <a:lnTo>
                    <a:pt x="503172" y="5790585"/>
                  </a:lnTo>
                  <a:lnTo>
                    <a:pt x="503172" y="5789961"/>
                  </a:lnTo>
                  <a:lnTo>
                    <a:pt x="503317" y="5789961"/>
                  </a:lnTo>
                  <a:lnTo>
                    <a:pt x="503317" y="5789338"/>
                  </a:lnTo>
                  <a:lnTo>
                    <a:pt x="503463" y="5789338"/>
                  </a:lnTo>
                  <a:lnTo>
                    <a:pt x="503608" y="5789338"/>
                  </a:lnTo>
                  <a:lnTo>
                    <a:pt x="503608" y="5788714"/>
                  </a:lnTo>
                  <a:lnTo>
                    <a:pt x="503608" y="5788091"/>
                  </a:lnTo>
                  <a:lnTo>
                    <a:pt x="503753" y="5788091"/>
                  </a:lnTo>
                  <a:lnTo>
                    <a:pt x="503899" y="5788091"/>
                  </a:lnTo>
                  <a:lnTo>
                    <a:pt x="504044" y="5788091"/>
                  </a:lnTo>
                  <a:lnTo>
                    <a:pt x="504190" y="5788091"/>
                  </a:lnTo>
                  <a:lnTo>
                    <a:pt x="504335" y="5788091"/>
                  </a:lnTo>
                  <a:lnTo>
                    <a:pt x="504481" y="5788091"/>
                  </a:lnTo>
                  <a:lnTo>
                    <a:pt x="504626" y="5788091"/>
                  </a:lnTo>
                  <a:lnTo>
                    <a:pt x="504771" y="5788091"/>
                  </a:lnTo>
                  <a:lnTo>
                    <a:pt x="504917" y="5788091"/>
                  </a:lnTo>
                  <a:lnTo>
                    <a:pt x="505062" y="5788091"/>
                  </a:lnTo>
                  <a:lnTo>
                    <a:pt x="505208" y="5788091"/>
                  </a:lnTo>
                  <a:lnTo>
                    <a:pt x="505353" y="5788091"/>
                  </a:lnTo>
                  <a:lnTo>
                    <a:pt x="505644" y="5788091"/>
                  </a:lnTo>
                  <a:lnTo>
                    <a:pt x="505789" y="5788091"/>
                  </a:lnTo>
                  <a:lnTo>
                    <a:pt x="505935" y="5788091"/>
                  </a:lnTo>
                  <a:lnTo>
                    <a:pt x="506080" y="5788091"/>
                  </a:lnTo>
                  <a:lnTo>
                    <a:pt x="506080" y="5787467"/>
                  </a:lnTo>
                  <a:lnTo>
                    <a:pt x="506371" y="5787467"/>
                  </a:lnTo>
                  <a:lnTo>
                    <a:pt x="506516" y="5787467"/>
                  </a:lnTo>
                  <a:lnTo>
                    <a:pt x="506662" y="5787467"/>
                  </a:lnTo>
                  <a:lnTo>
                    <a:pt x="506662" y="5786843"/>
                  </a:lnTo>
                  <a:lnTo>
                    <a:pt x="506807" y="5786843"/>
                  </a:lnTo>
                  <a:lnTo>
                    <a:pt x="506953" y="5786843"/>
                  </a:lnTo>
                  <a:lnTo>
                    <a:pt x="507098" y="5786843"/>
                  </a:lnTo>
                  <a:lnTo>
                    <a:pt x="507389" y="5786843"/>
                  </a:lnTo>
                  <a:lnTo>
                    <a:pt x="507534" y="5786843"/>
                  </a:lnTo>
                  <a:lnTo>
                    <a:pt x="507534" y="5786220"/>
                  </a:lnTo>
                  <a:lnTo>
                    <a:pt x="507680" y="5786220"/>
                  </a:lnTo>
                  <a:lnTo>
                    <a:pt x="507825" y="5786220"/>
                  </a:lnTo>
                  <a:lnTo>
                    <a:pt x="507825" y="5785596"/>
                  </a:lnTo>
                  <a:lnTo>
                    <a:pt x="507825" y="5784973"/>
                  </a:lnTo>
                  <a:lnTo>
                    <a:pt x="507971" y="5784349"/>
                  </a:lnTo>
                  <a:lnTo>
                    <a:pt x="508116" y="5784349"/>
                  </a:lnTo>
                  <a:lnTo>
                    <a:pt x="508262" y="5784349"/>
                  </a:lnTo>
                  <a:lnTo>
                    <a:pt x="508407" y="5784349"/>
                  </a:lnTo>
                  <a:lnTo>
                    <a:pt x="508552" y="5784349"/>
                  </a:lnTo>
                  <a:lnTo>
                    <a:pt x="508552" y="5783726"/>
                  </a:lnTo>
                  <a:lnTo>
                    <a:pt x="508698" y="5783726"/>
                  </a:lnTo>
                  <a:lnTo>
                    <a:pt x="508698" y="5783102"/>
                  </a:lnTo>
                  <a:lnTo>
                    <a:pt x="508843" y="5783102"/>
                  </a:lnTo>
                  <a:lnTo>
                    <a:pt x="508989" y="5783102"/>
                  </a:lnTo>
                  <a:lnTo>
                    <a:pt x="509134" y="5783102"/>
                  </a:lnTo>
                  <a:lnTo>
                    <a:pt x="509280" y="5783102"/>
                  </a:lnTo>
                  <a:lnTo>
                    <a:pt x="509570" y="5782478"/>
                  </a:lnTo>
                  <a:lnTo>
                    <a:pt x="509716" y="5782478"/>
                  </a:lnTo>
                  <a:lnTo>
                    <a:pt x="509861" y="5782478"/>
                  </a:lnTo>
                  <a:lnTo>
                    <a:pt x="510152" y="5782478"/>
                  </a:lnTo>
                  <a:lnTo>
                    <a:pt x="510298" y="5781855"/>
                  </a:lnTo>
                  <a:lnTo>
                    <a:pt x="510298" y="5781231"/>
                  </a:lnTo>
                  <a:lnTo>
                    <a:pt x="510443" y="5781231"/>
                  </a:lnTo>
                  <a:lnTo>
                    <a:pt x="510443" y="5780608"/>
                  </a:lnTo>
                  <a:lnTo>
                    <a:pt x="510443" y="5779984"/>
                  </a:lnTo>
                  <a:lnTo>
                    <a:pt x="510588" y="5779984"/>
                  </a:lnTo>
                  <a:lnTo>
                    <a:pt x="510734" y="5779984"/>
                  </a:lnTo>
                  <a:lnTo>
                    <a:pt x="510879" y="5779984"/>
                  </a:lnTo>
                  <a:lnTo>
                    <a:pt x="511752" y="5778737"/>
                  </a:lnTo>
                  <a:lnTo>
                    <a:pt x="511897" y="5778737"/>
                  </a:lnTo>
                  <a:lnTo>
                    <a:pt x="512043" y="5778737"/>
                  </a:lnTo>
                  <a:lnTo>
                    <a:pt x="512188" y="5778737"/>
                  </a:lnTo>
                  <a:lnTo>
                    <a:pt x="512334" y="5778737"/>
                  </a:lnTo>
                  <a:lnTo>
                    <a:pt x="512334" y="5778113"/>
                  </a:lnTo>
                  <a:lnTo>
                    <a:pt x="512479" y="5778113"/>
                  </a:lnTo>
                  <a:lnTo>
                    <a:pt x="512624" y="5778113"/>
                  </a:lnTo>
                  <a:lnTo>
                    <a:pt x="512770" y="5778113"/>
                  </a:lnTo>
                  <a:lnTo>
                    <a:pt x="512915" y="5778113"/>
                  </a:lnTo>
                  <a:lnTo>
                    <a:pt x="512915" y="5777490"/>
                  </a:lnTo>
                  <a:lnTo>
                    <a:pt x="513206" y="5777490"/>
                  </a:lnTo>
                  <a:lnTo>
                    <a:pt x="513351" y="5777490"/>
                  </a:lnTo>
                  <a:lnTo>
                    <a:pt x="513497" y="5777490"/>
                  </a:lnTo>
                  <a:lnTo>
                    <a:pt x="513933" y="5777490"/>
                  </a:lnTo>
                  <a:lnTo>
                    <a:pt x="514079" y="5777490"/>
                  </a:lnTo>
                  <a:lnTo>
                    <a:pt x="514224" y="5777490"/>
                  </a:lnTo>
                  <a:lnTo>
                    <a:pt x="514369" y="5776866"/>
                  </a:lnTo>
                  <a:lnTo>
                    <a:pt x="514806" y="5776243"/>
                  </a:lnTo>
                  <a:lnTo>
                    <a:pt x="514951" y="5776243"/>
                  </a:lnTo>
                  <a:lnTo>
                    <a:pt x="515097" y="5775619"/>
                  </a:lnTo>
                  <a:lnTo>
                    <a:pt x="515533" y="5775619"/>
                  </a:lnTo>
                  <a:lnTo>
                    <a:pt x="515678" y="5775619"/>
                  </a:lnTo>
                  <a:lnTo>
                    <a:pt x="515824" y="5775619"/>
                  </a:lnTo>
                  <a:lnTo>
                    <a:pt x="515969" y="5775619"/>
                  </a:lnTo>
                  <a:lnTo>
                    <a:pt x="516260" y="5775619"/>
                  </a:lnTo>
                  <a:lnTo>
                    <a:pt x="516405" y="5775619"/>
                  </a:lnTo>
                  <a:lnTo>
                    <a:pt x="516551" y="5775619"/>
                  </a:lnTo>
                  <a:lnTo>
                    <a:pt x="516696" y="5775619"/>
                  </a:lnTo>
                  <a:lnTo>
                    <a:pt x="516842" y="5775619"/>
                  </a:lnTo>
                  <a:lnTo>
                    <a:pt x="516987" y="5775619"/>
                  </a:lnTo>
                  <a:lnTo>
                    <a:pt x="517133" y="5775619"/>
                  </a:lnTo>
                  <a:lnTo>
                    <a:pt x="517423" y="5775619"/>
                  </a:lnTo>
                  <a:lnTo>
                    <a:pt x="517423" y="5774995"/>
                  </a:lnTo>
                  <a:lnTo>
                    <a:pt x="517569" y="5774995"/>
                  </a:lnTo>
                  <a:lnTo>
                    <a:pt x="517714" y="5774995"/>
                  </a:lnTo>
                  <a:lnTo>
                    <a:pt x="517860" y="5774372"/>
                  </a:lnTo>
                  <a:lnTo>
                    <a:pt x="518151" y="5774372"/>
                  </a:lnTo>
                  <a:lnTo>
                    <a:pt x="518296" y="5774372"/>
                  </a:lnTo>
                  <a:lnTo>
                    <a:pt x="518441" y="5774372"/>
                  </a:lnTo>
                  <a:lnTo>
                    <a:pt x="518587" y="5774372"/>
                  </a:lnTo>
                  <a:lnTo>
                    <a:pt x="518587" y="5773748"/>
                  </a:lnTo>
                  <a:lnTo>
                    <a:pt x="518732" y="5773748"/>
                  </a:lnTo>
                  <a:lnTo>
                    <a:pt x="518878" y="5773748"/>
                  </a:lnTo>
                  <a:lnTo>
                    <a:pt x="519023" y="5773748"/>
                  </a:lnTo>
                  <a:lnTo>
                    <a:pt x="519169" y="5773748"/>
                  </a:lnTo>
                  <a:lnTo>
                    <a:pt x="519314" y="5773748"/>
                  </a:lnTo>
                  <a:lnTo>
                    <a:pt x="519605" y="5773748"/>
                  </a:lnTo>
                  <a:lnTo>
                    <a:pt x="519750" y="5773748"/>
                  </a:lnTo>
                  <a:lnTo>
                    <a:pt x="519896" y="5773748"/>
                  </a:lnTo>
                  <a:lnTo>
                    <a:pt x="520186" y="5773748"/>
                  </a:lnTo>
                  <a:lnTo>
                    <a:pt x="520332" y="5773748"/>
                  </a:lnTo>
                  <a:lnTo>
                    <a:pt x="520477" y="5773748"/>
                  </a:lnTo>
                  <a:lnTo>
                    <a:pt x="520477" y="5773125"/>
                  </a:lnTo>
                  <a:lnTo>
                    <a:pt x="520623" y="5773125"/>
                  </a:lnTo>
                  <a:lnTo>
                    <a:pt x="520914" y="5773125"/>
                  </a:lnTo>
                  <a:lnTo>
                    <a:pt x="521059" y="5773125"/>
                  </a:lnTo>
                  <a:lnTo>
                    <a:pt x="521204" y="5773125"/>
                  </a:lnTo>
                  <a:lnTo>
                    <a:pt x="521350" y="5773125"/>
                  </a:lnTo>
                  <a:lnTo>
                    <a:pt x="521641" y="5773125"/>
                  </a:lnTo>
                  <a:lnTo>
                    <a:pt x="521641" y="5772501"/>
                  </a:lnTo>
                  <a:lnTo>
                    <a:pt x="521786" y="5771877"/>
                  </a:lnTo>
                  <a:lnTo>
                    <a:pt x="521932" y="5771877"/>
                  </a:lnTo>
                  <a:lnTo>
                    <a:pt x="522077" y="5771877"/>
                  </a:lnTo>
                  <a:lnTo>
                    <a:pt x="522222" y="5771877"/>
                  </a:lnTo>
                  <a:lnTo>
                    <a:pt x="522368" y="5771877"/>
                  </a:lnTo>
                  <a:lnTo>
                    <a:pt x="522513" y="5771877"/>
                  </a:lnTo>
                  <a:lnTo>
                    <a:pt x="522659" y="5771877"/>
                  </a:lnTo>
                  <a:lnTo>
                    <a:pt x="522804" y="5771877"/>
                  </a:lnTo>
                  <a:lnTo>
                    <a:pt x="522950" y="5771877"/>
                  </a:lnTo>
                  <a:lnTo>
                    <a:pt x="523095" y="5771877"/>
                  </a:lnTo>
                  <a:lnTo>
                    <a:pt x="523240" y="5771877"/>
                  </a:lnTo>
                  <a:lnTo>
                    <a:pt x="523386" y="5771877"/>
                  </a:lnTo>
                  <a:lnTo>
                    <a:pt x="523531" y="5771877"/>
                  </a:lnTo>
                  <a:lnTo>
                    <a:pt x="523677" y="5771877"/>
                  </a:lnTo>
                  <a:lnTo>
                    <a:pt x="523822" y="5771877"/>
                  </a:lnTo>
                  <a:lnTo>
                    <a:pt x="523822" y="5771254"/>
                  </a:lnTo>
                  <a:lnTo>
                    <a:pt x="523968" y="5771254"/>
                  </a:lnTo>
                  <a:lnTo>
                    <a:pt x="524113" y="5771254"/>
                  </a:lnTo>
                  <a:lnTo>
                    <a:pt x="524258" y="5771254"/>
                  </a:lnTo>
                  <a:lnTo>
                    <a:pt x="524258" y="5770630"/>
                  </a:lnTo>
                  <a:lnTo>
                    <a:pt x="524404" y="5770630"/>
                  </a:lnTo>
                  <a:lnTo>
                    <a:pt x="524549" y="5770007"/>
                  </a:lnTo>
                  <a:lnTo>
                    <a:pt x="524695" y="5770007"/>
                  </a:lnTo>
                  <a:lnTo>
                    <a:pt x="524695" y="5769383"/>
                  </a:lnTo>
                  <a:lnTo>
                    <a:pt x="524840" y="5769383"/>
                  </a:lnTo>
                  <a:lnTo>
                    <a:pt x="524986" y="5769383"/>
                  </a:lnTo>
                  <a:lnTo>
                    <a:pt x="525131" y="5769383"/>
                  </a:lnTo>
                  <a:lnTo>
                    <a:pt x="525131" y="5768760"/>
                  </a:lnTo>
                  <a:lnTo>
                    <a:pt x="525276" y="5768760"/>
                  </a:lnTo>
                  <a:lnTo>
                    <a:pt x="525422" y="5768760"/>
                  </a:lnTo>
                  <a:lnTo>
                    <a:pt x="525567" y="5768760"/>
                  </a:lnTo>
                  <a:lnTo>
                    <a:pt x="525713" y="5768760"/>
                  </a:lnTo>
                  <a:lnTo>
                    <a:pt x="525713" y="5768136"/>
                  </a:lnTo>
                  <a:lnTo>
                    <a:pt x="525858" y="5768136"/>
                  </a:lnTo>
                  <a:lnTo>
                    <a:pt x="526149" y="5768136"/>
                  </a:lnTo>
                  <a:lnTo>
                    <a:pt x="526294" y="5768136"/>
                  </a:lnTo>
                  <a:lnTo>
                    <a:pt x="526440" y="5767512"/>
                  </a:lnTo>
                  <a:lnTo>
                    <a:pt x="526585" y="5767512"/>
                  </a:lnTo>
                  <a:lnTo>
                    <a:pt x="526731" y="5767512"/>
                  </a:lnTo>
                  <a:lnTo>
                    <a:pt x="526876" y="5767512"/>
                  </a:lnTo>
                  <a:lnTo>
                    <a:pt x="527021" y="5767512"/>
                  </a:lnTo>
                  <a:lnTo>
                    <a:pt x="527167" y="5766889"/>
                  </a:lnTo>
                  <a:lnTo>
                    <a:pt x="527312" y="5766889"/>
                  </a:lnTo>
                  <a:lnTo>
                    <a:pt x="527458" y="5766889"/>
                  </a:lnTo>
                  <a:lnTo>
                    <a:pt x="527749" y="5766265"/>
                  </a:lnTo>
                  <a:lnTo>
                    <a:pt x="527749" y="5765642"/>
                  </a:lnTo>
                  <a:lnTo>
                    <a:pt x="527894" y="5765642"/>
                  </a:lnTo>
                  <a:lnTo>
                    <a:pt x="528039" y="5765642"/>
                  </a:lnTo>
                  <a:lnTo>
                    <a:pt x="528185" y="5765642"/>
                  </a:lnTo>
                  <a:lnTo>
                    <a:pt x="528330" y="5765642"/>
                  </a:lnTo>
                  <a:lnTo>
                    <a:pt x="528476" y="5765642"/>
                  </a:lnTo>
                  <a:lnTo>
                    <a:pt x="528621" y="5765642"/>
                  </a:lnTo>
                  <a:lnTo>
                    <a:pt x="528767" y="5765642"/>
                  </a:lnTo>
                  <a:lnTo>
                    <a:pt x="528912" y="5765642"/>
                  </a:lnTo>
                  <a:lnTo>
                    <a:pt x="528912" y="5765018"/>
                  </a:lnTo>
                  <a:lnTo>
                    <a:pt x="529057" y="5765018"/>
                  </a:lnTo>
                  <a:lnTo>
                    <a:pt x="529203" y="5765018"/>
                  </a:lnTo>
                  <a:lnTo>
                    <a:pt x="529348" y="5765018"/>
                  </a:lnTo>
                  <a:lnTo>
                    <a:pt x="529494" y="5764394"/>
                  </a:lnTo>
                  <a:lnTo>
                    <a:pt x="529639" y="5764394"/>
                  </a:lnTo>
                  <a:lnTo>
                    <a:pt x="529930" y="5764394"/>
                  </a:lnTo>
                  <a:lnTo>
                    <a:pt x="530221" y="5764394"/>
                  </a:lnTo>
                  <a:lnTo>
                    <a:pt x="530512" y="5764394"/>
                  </a:lnTo>
                  <a:lnTo>
                    <a:pt x="530512" y="5763771"/>
                  </a:lnTo>
                  <a:lnTo>
                    <a:pt x="530657" y="5763147"/>
                  </a:lnTo>
                  <a:lnTo>
                    <a:pt x="530803" y="5763147"/>
                  </a:lnTo>
                  <a:lnTo>
                    <a:pt x="530803" y="5762524"/>
                  </a:lnTo>
                  <a:lnTo>
                    <a:pt x="530948" y="5762524"/>
                  </a:lnTo>
                  <a:lnTo>
                    <a:pt x="531093" y="5762524"/>
                  </a:lnTo>
                  <a:lnTo>
                    <a:pt x="531384" y="5762524"/>
                  </a:lnTo>
                  <a:lnTo>
                    <a:pt x="531530" y="5762524"/>
                  </a:lnTo>
                  <a:lnTo>
                    <a:pt x="531675" y="5762524"/>
                  </a:lnTo>
                  <a:lnTo>
                    <a:pt x="532111" y="5762524"/>
                  </a:lnTo>
                  <a:lnTo>
                    <a:pt x="532402" y="5762524"/>
                  </a:lnTo>
                  <a:lnTo>
                    <a:pt x="532402" y="5761900"/>
                  </a:lnTo>
                  <a:lnTo>
                    <a:pt x="532402" y="5761277"/>
                  </a:lnTo>
                  <a:lnTo>
                    <a:pt x="532548" y="5761277"/>
                  </a:lnTo>
                  <a:lnTo>
                    <a:pt x="532548" y="5760653"/>
                  </a:lnTo>
                  <a:lnTo>
                    <a:pt x="532548" y="5760029"/>
                  </a:lnTo>
                  <a:lnTo>
                    <a:pt x="532548" y="5759406"/>
                  </a:lnTo>
                  <a:lnTo>
                    <a:pt x="532693" y="5759406"/>
                  </a:lnTo>
                  <a:lnTo>
                    <a:pt x="532839" y="5759406"/>
                  </a:lnTo>
                  <a:lnTo>
                    <a:pt x="532984" y="5759406"/>
                  </a:lnTo>
                  <a:lnTo>
                    <a:pt x="533129" y="5759406"/>
                  </a:lnTo>
                  <a:lnTo>
                    <a:pt x="533275" y="5759406"/>
                  </a:lnTo>
                  <a:lnTo>
                    <a:pt x="533275" y="5758782"/>
                  </a:lnTo>
                  <a:lnTo>
                    <a:pt x="533420" y="5758782"/>
                  </a:lnTo>
                  <a:lnTo>
                    <a:pt x="533566" y="5758782"/>
                  </a:lnTo>
                  <a:lnTo>
                    <a:pt x="533711" y="5758782"/>
                  </a:lnTo>
                  <a:lnTo>
                    <a:pt x="533856" y="5758782"/>
                  </a:lnTo>
                  <a:lnTo>
                    <a:pt x="534002" y="5758159"/>
                  </a:lnTo>
                  <a:lnTo>
                    <a:pt x="534147" y="5758159"/>
                  </a:lnTo>
                  <a:lnTo>
                    <a:pt x="534147" y="5757535"/>
                  </a:lnTo>
                  <a:lnTo>
                    <a:pt x="534438" y="5757535"/>
                  </a:lnTo>
                  <a:lnTo>
                    <a:pt x="534584" y="5757535"/>
                  </a:lnTo>
                  <a:lnTo>
                    <a:pt x="534729" y="5757535"/>
                  </a:lnTo>
                  <a:lnTo>
                    <a:pt x="534729" y="5756911"/>
                  </a:lnTo>
                  <a:lnTo>
                    <a:pt x="534874" y="5756911"/>
                  </a:lnTo>
                  <a:lnTo>
                    <a:pt x="535020" y="5756911"/>
                  </a:lnTo>
                  <a:lnTo>
                    <a:pt x="535020" y="5756288"/>
                  </a:lnTo>
                  <a:lnTo>
                    <a:pt x="535165" y="5756288"/>
                  </a:lnTo>
                  <a:lnTo>
                    <a:pt x="535311" y="5756288"/>
                  </a:lnTo>
                  <a:lnTo>
                    <a:pt x="535456" y="5756288"/>
                  </a:lnTo>
                  <a:lnTo>
                    <a:pt x="535602" y="5756288"/>
                  </a:lnTo>
                  <a:lnTo>
                    <a:pt x="535747" y="5756288"/>
                  </a:lnTo>
                  <a:lnTo>
                    <a:pt x="535892" y="5756288"/>
                  </a:lnTo>
                  <a:lnTo>
                    <a:pt x="535892" y="5755664"/>
                  </a:lnTo>
                  <a:lnTo>
                    <a:pt x="536038" y="5755664"/>
                  </a:lnTo>
                  <a:lnTo>
                    <a:pt x="536183" y="5755664"/>
                  </a:lnTo>
                  <a:lnTo>
                    <a:pt x="536183" y="5755041"/>
                  </a:lnTo>
                  <a:lnTo>
                    <a:pt x="536329" y="5755041"/>
                  </a:lnTo>
                  <a:lnTo>
                    <a:pt x="536910" y="5755041"/>
                  </a:lnTo>
                  <a:lnTo>
                    <a:pt x="537056" y="5755041"/>
                  </a:lnTo>
                  <a:lnTo>
                    <a:pt x="537201" y="5755041"/>
                  </a:lnTo>
                  <a:lnTo>
                    <a:pt x="537347" y="5755041"/>
                  </a:lnTo>
                  <a:lnTo>
                    <a:pt x="537347" y="5754417"/>
                  </a:lnTo>
                  <a:lnTo>
                    <a:pt x="537492" y="5754417"/>
                  </a:lnTo>
                  <a:lnTo>
                    <a:pt x="537783" y="5754417"/>
                  </a:lnTo>
                  <a:lnTo>
                    <a:pt x="537928" y="5754417"/>
                  </a:lnTo>
                  <a:lnTo>
                    <a:pt x="538074" y="5754417"/>
                  </a:lnTo>
                  <a:lnTo>
                    <a:pt x="538219" y="5754417"/>
                  </a:lnTo>
                  <a:lnTo>
                    <a:pt x="538510" y="5754417"/>
                  </a:lnTo>
                  <a:lnTo>
                    <a:pt x="538656" y="5754417"/>
                  </a:lnTo>
                  <a:lnTo>
                    <a:pt x="538656" y="5753794"/>
                  </a:lnTo>
                  <a:lnTo>
                    <a:pt x="538801" y="5753170"/>
                  </a:lnTo>
                  <a:lnTo>
                    <a:pt x="538946" y="5753170"/>
                  </a:lnTo>
                  <a:lnTo>
                    <a:pt x="539092" y="5753170"/>
                  </a:lnTo>
                  <a:lnTo>
                    <a:pt x="539383" y="5752546"/>
                  </a:lnTo>
                  <a:lnTo>
                    <a:pt x="539528" y="5752546"/>
                  </a:lnTo>
                  <a:lnTo>
                    <a:pt x="539674" y="5752546"/>
                  </a:lnTo>
                  <a:lnTo>
                    <a:pt x="539674" y="5751923"/>
                  </a:lnTo>
                  <a:lnTo>
                    <a:pt x="539819" y="5751923"/>
                  </a:lnTo>
                  <a:lnTo>
                    <a:pt x="539964" y="5751923"/>
                  </a:lnTo>
                  <a:lnTo>
                    <a:pt x="540255" y="5751299"/>
                  </a:lnTo>
                  <a:lnTo>
                    <a:pt x="540401" y="5750052"/>
                  </a:lnTo>
                  <a:lnTo>
                    <a:pt x="540546" y="5750052"/>
                  </a:lnTo>
                  <a:lnTo>
                    <a:pt x="540691" y="5750052"/>
                  </a:lnTo>
                  <a:lnTo>
                    <a:pt x="540982" y="5750052"/>
                  </a:lnTo>
                  <a:lnTo>
                    <a:pt x="541128" y="5750052"/>
                  </a:lnTo>
                  <a:lnTo>
                    <a:pt x="541273" y="5750052"/>
                  </a:lnTo>
                  <a:lnTo>
                    <a:pt x="541419" y="5750052"/>
                  </a:lnTo>
                  <a:lnTo>
                    <a:pt x="541709" y="5750052"/>
                  </a:lnTo>
                  <a:lnTo>
                    <a:pt x="541855" y="5750052"/>
                  </a:lnTo>
                  <a:lnTo>
                    <a:pt x="542000" y="5750052"/>
                  </a:lnTo>
                  <a:lnTo>
                    <a:pt x="542146" y="5750052"/>
                  </a:lnTo>
                  <a:lnTo>
                    <a:pt x="542291" y="5748805"/>
                  </a:lnTo>
                  <a:lnTo>
                    <a:pt x="542437" y="5748805"/>
                  </a:lnTo>
                  <a:lnTo>
                    <a:pt x="542582" y="5748805"/>
                  </a:lnTo>
                  <a:lnTo>
                    <a:pt x="542727" y="5748805"/>
                  </a:lnTo>
                  <a:lnTo>
                    <a:pt x="543018" y="5748805"/>
                  </a:lnTo>
                  <a:lnTo>
                    <a:pt x="543164" y="5748805"/>
                  </a:lnTo>
                  <a:lnTo>
                    <a:pt x="543455" y="5748805"/>
                  </a:lnTo>
                  <a:lnTo>
                    <a:pt x="543600" y="5748805"/>
                  </a:lnTo>
                  <a:lnTo>
                    <a:pt x="543745" y="5748805"/>
                  </a:lnTo>
                  <a:lnTo>
                    <a:pt x="543891" y="5748805"/>
                  </a:lnTo>
                  <a:lnTo>
                    <a:pt x="544036" y="5748805"/>
                  </a:lnTo>
                  <a:lnTo>
                    <a:pt x="544182" y="5748805"/>
                  </a:lnTo>
                  <a:lnTo>
                    <a:pt x="544327" y="5748181"/>
                  </a:lnTo>
                  <a:lnTo>
                    <a:pt x="544473" y="5748181"/>
                  </a:lnTo>
                  <a:lnTo>
                    <a:pt x="544473" y="5747558"/>
                  </a:lnTo>
                  <a:lnTo>
                    <a:pt x="544618" y="5747558"/>
                  </a:lnTo>
                  <a:lnTo>
                    <a:pt x="544763" y="5747558"/>
                  </a:lnTo>
                  <a:lnTo>
                    <a:pt x="544763" y="5746934"/>
                  </a:lnTo>
                  <a:lnTo>
                    <a:pt x="545054" y="5746934"/>
                  </a:lnTo>
                  <a:lnTo>
                    <a:pt x="545200" y="5746934"/>
                  </a:lnTo>
                  <a:lnTo>
                    <a:pt x="545345" y="5746934"/>
                  </a:lnTo>
                  <a:lnTo>
                    <a:pt x="545636" y="5746311"/>
                  </a:lnTo>
                  <a:lnTo>
                    <a:pt x="545927" y="5746311"/>
                  </a:lnTo>
                  <a:lnTo>
                    <a:pt x="546363" y="5746311"/>
                  </a:lnTo>
                  <a:lnTo>
                    <a:pt x="546509" y="5745687"/>
                  </a:lnTo>
                  <a:lnTo>
                    <a:pt x="546654" y="5745687"/>
                  </a:lnTo>
                  <a:lnTo>
                    <a:pt x="546799" y="5745063"/>
                  </a:lnTo>
                  <a:lnTo>
                    <a:pt x="546799" y="5744440"/>
                  </a:lnTo>
                  <a:lnTo>
                    <a:pt x="546945" y="5744440"/>
                  </a:lnTo>
                  <a:lnTo>
                    <a:pt x="547236" y="5744440"/>
                  </a:lnTo>
                  <a:lnTo>
                    <a:pt x="547381" y="5744440"/>
                  </a:lnTo>
                  <a:lnTo>
                    <a:pt x="547526" y="5744440"/>
                  </a:lnTo>
                  <a:lnTo>
                    <a:pt x="547672" y="5744440"/>
                  </a:lnTo>
                  <a:lnTo>
                    <a:pt x="547817" y="5743816"/>
                  </a:lnTo>
                  <a:lnTo>
                    <a:pt x="547963" y="5743816"/>
                  </a:lnTo>
                  <a:lnTo>
                    <a:pt x="548108" y="5743816"/>
                  </a:lnTo>
                  <a:lnTo>
                    <a:pt x="548254" y="5743816"/>
                  </a:lnTo>
                  <a:lnTo>
                    <a:pt x="548254" y="5743193"/>
                  </a:lnTo>
                  <a:lnTo>
                    <a:pt x="548399" y="5743193"/>
                  </a:lnTo>
                  <a:lnTo>
                    <a:pt x="548544" y="5743193"/>
                  </a:lnTo>
                  <a:lnTo>
                    <a:pt x="548835" y="5743193"/>
                  </a:lnTo>
                  <a:lnTo>
                    <a:pt x="548981" y="5743193"/>
                  </a:lnTo>
                  <a:lnTo>
                    <a:pt x="549126" y="5743193"/>
                  </a:lnTo>
                  <a:lnTo>
                    <a:pt x="549126" y="5742569"/>
                  </a:lnTo>
                  <a:lnTo>
                    <a:pt x="549126" y="5741945"/>
                  </a:lnTo>
                  <a:lnTo>
                    <a:pt x="549272" y="5741945"/>
                  </a:lnTo>
                  <a:lnTo>
                    <a:pt x="549708" y="5741945"/>
                  </a:lnTo>
                  <a:lnTo>
                    <a:pt x="549853" y="5741322"/>
                  </a:lnTo>
                  <a:lnTo>
                    <a:pt x="549853" y="5740698"/>
                  </a:lnTo>
                  <a:lnTo>
                    <a:pt x="549999" y="5740698"/>
                  </a:lnTo>
                  <a:lnTo>
                    <a:pt x="550144" y="5740698"/>
                  </a:lnTo>
                  <a:lnTo>
                    <a:pt x="550144" y="5740075"/>
                  </a:lnTo>
                  <a:lnTo>
                    <a:pt x="550144" y="5739451"/>
                  </a:lnTo>
                  <a:lnTo>
                    <a:pt x="550435" y="5738204"/>
                  </a:lnTo>
                  <a:lnTo>
                    <a:pt x="550580" y="5737580"/>
                  </a:lnTo>
                  <a:lnTo>
                    <a:pt x="550726" y="5737580"/>
                  </a:lnTo>
                  <a:lnTo>
                    <a:pt x="550871" y="5737580"/>
                  </a:lnTo>
                  <a:lnTo>
                    <a:pt x="551017" y="5737580"/>
                  </a:lnTo>
                  <a:lnTo>
                    <a:pt x="551162" y="5737580"/>
                  </a:lnTo>
                  <a:lnTo>
                    <a:pt x="551308" y="5737580"/>
                  </a:lnTo>
                  <a:lnTo>
                    <a:pt x="551598" y="5737580"/>
                  </a:lnTo>
                  <a:lnTo>
                    <a:pt x="551744" y="5737580"/>
                  </a:lnTo>
                  <a:lnTo>
                    <a:pt x="551889" y="5737580"/>
                  </a:lnTo>
                  <a:lnTo>
                    <a:pt x="552035" y="5737580"/>
                  </a:lnTo>
                  <a:lnTo>
                    <a:pt x="552035" y="5736957"/>
                  </a:lnTo>
                  <a:lnTo>
                    <a:pt x="552180" y="5736957"/>
                  </a:lnTo>
                  <a:lnTo>
                    <a:pt x="552326" y="5736957"/>
                  </a:lnTo>
                  <a:lnTo>
                    <a:pt x="552616" y="5736957"/>
                  </a:lnTo>
                  <a:lnTo>
                    <a:pt x="552762" y="5736957"/>
                  </a:lnTo>
                  <a:lnTo>
                    <a:pt x="552907" y="5736957"/>
                  </a:lnTo>
                  <a:lnTo>
                    <a:pt x="553053" y="5736957"/>
                  </a:lnTo>
                  <a:lnTo>
                    <a:pt x="553198" y="5736957"/>
                  </a:lnTo>
                  <a:lnTo>
                    <a:pt x="553344" y="5736957"/>
                  </a:lnTo>
                  <a:lnTo>
                    <a:pt x="553489" y="5736957"/>
                  </a:lnTo>
                  <a:lnTo>
                    <a:pt x="553634" y="5736957"/>
                  </a:lnTo>
                  <a:lnTo>
                    <a:pt x="553780" y="5736957"/>
                  </a:lnTo>
                  <a:lnTo>
                    <a:pt x="553925" y="5736957"/>
                  </a:lnTo>
                  <a:lnTo>
                    <a:pt x="554071" y="5736957"/>
                  </a:lnTo>
                  <a:lnTo>
                    <a:pt x="554216" y="5736957"/>
                  </a:lnTo>
                  <a:lnTo>
                    <a:pt x="554507" y="5736957"/>
                  </a:lnTo>
                  <a:lnTo>
                    <a:pt x="554652" y="5736957"/>
                  </a:lnTo>
                  <a:lnTo>
                    <a:pt x="554798" y="5736957"/>
                  </a:lnTo>
                  <a:lnTo>
                    <a:pt x="554798" y="5736333"/>
                  </a:lnTo>
                  <a:lnTo>
                    <a:pt x="554943" y="5736333"/>
                  </a:lnTo>
                  <a:lnTo>
                    <a:pt x="555089" y="5736333"/>
                  </a:lnTo>
                  <a:lnTo>
                    <a:pt x="555234" y="5736333"/>
                  </a:lnTo>
                  <a:lnTo>
                    <a:pt x="555379" y="5736333"/>
                  </a:lnTo>
                  <a:lnTo>
                    <a:pt x="555525" y="5736333"/>
                  </a:lnTo>
                  <a:lnTo>
                    <a:pt x="555670" y="5736333"/>
                  </a:lnTo>
                  <a:lnTo>
                    <a:pt x="555816" y="5736333"/>
                  </a:lnTo>
                  <a:lnTo>
                    <a:pt x="555961" y="5736333"/>
                  </a:lnTo>
                  <a:lnTo>
                    <a:pt x="556107" y="5736333"/>
                  </a:lnTo>
                  <a:lnTo>
                    <a:pt x="556252" y="5736333"/>
                  </a:lnTo>
                  <a:lnTo>
                    <a:pt x="556397" y="5736333"/>
                  </a:lnTo>
                  <a:lnTo>
                    <a:pt x="556543" y="5736333"/>
                  </a:lnTo>
                  <a:lnTo>
                    <a:pt x="556688" y="5736333"/>
                  </a:lnTo>
                  <a:lnTo>
                    <a:pt x="556834" y="5736333"/>
                  </a:lnTo>
                  <a:lnTo>
                    <a:pt x="556979" y="5736333"/>
                  </a:lnTo>
                  <a:lnTo>
                    <a:pt x="557270" y="5736333"/>
                  </a:lnTo>
                  <a:lnTo>
                    <a:pt x="557415" y="5736333"/>
                  </a:lnTo>
                  <a:lnTo>
                    <a:pt x="557561" y="5736333"/>
                  </a:lnTo>
                  <a:lnTo>
                    <a:pt x="557706" y="5736333"/>
                  </a:lnTo>
                  <a:lnTo>
                    <a:pt x="557706" y="5735710"/>
                  </a:lnTo>
                  <a:lnTo>
                    <a:pt x="557852" y="5735710"/>
                  </a:lnTo>
                  <a:lnTo>
                    <a:pt x="558143" y="5735710"/>
                  </a:lnTo>
                  <a:lnTo>
                    <a:pt x="558288" y="5735086"/>
                  </a:lnTo>
                  <a:lnTo>
                    <a:pt x="558579" y="5735086"/>
                  </a:lnTo>
                  <a:lnTo>
                    <a:pt x="558724" y="5735086"/>
                  </a:lnTo>
                  <a:lnTo>
                    <a:pt x="558724" y="5734463"/>
                  </a:lnTo>
                  <a:lnTo>
                    <a:pt x="559015" y="5733839"/>
                  </a:lnTo>
                  <a:lnTo>
                    <a:pt x="559161" y="5733839"/>
                  </a:lnTo>
                  <a:lnTo>
                    <a:pt x="559161" y="5733215"/>
                  </a:lnTo>
                  <a:lnTo>
                    <a:pt x="559451" y="5733215"/>
                  </a:lnTo>
                  <a:lnTo>
                    <a:pt x="559742" y="5733215"/>
                  </a:lnTo>
                  <a:lnTo>
                    <a:pt x="560179" y="5732592"/>
                  </a:lnTo>
                  <a:lnTo>
                    <a:pt x="560324" y="5732592"/>
                  </a:lnTo>
                  <a:lnTo>
                    <a:pt x="560324" y="5731968"/>
                  </a:lnTo>
                  <a:lnTo>
                    <a:pt x="560469" y="5731968"/>
                  </a:lnTo>
                  <a:lnTo>
                    <a:pt x="560615" y="5731968"/>
                  </a:lnTo>
                  <a:lnTo>
                    <a:pt x="560760" y="5731968"/>
                  </a:lnTo>
                  <a:lnTo>
                    <a:pt x="561051" y="5731345"/>
                  </a:lnTo>
                  <a:lnTo>
                    <a:pt x="561196" y="5730721"/>
                  </a:lnTo>
                  <a:lnTo>
                    <a:pt x="561196" y="5730097"/>
                  </a:lnTo>
                  <a:lnTo>
                    <a:pt x="561633" y="5728850"/>
                  </a:lnTo>
                  <a:lnTo>
                    <a:pt x="561924" y="5728850"/>
                  </a:lnTo>
                  <a:lnTo>
                    <a:pt x="562069" y="5728850"/>
                  </a:lnTo>
                  <a:lnTo>
                    <a:pt x="562214" y="5728850"/>
                  </a:lnTo>
                  <a:lnTo>
                    <a:pt x="562214" y="5728227"/>
                  </a:lnTo>
                  <a:lnTo>
                    <a:pt x="562214" y="5727603"/>
                  </a:lnTo>
                  <a:lnTo>
                    <a:pt x="562360" y="5727603"/>
                  </a:lnTo>
                  <a:lnTo>
                    <a:pt x="562505" y="5727603"/>
                  </a:lnTo>
                  <a:lnTo>
                    <a:pt x="562651" y="5726980"/>
                  </a:lnTo>
                  <a:lnTo>
                    <a:pt x="562942" y="5726356"/>
                  </a:lnTo>
                  <a:lnTo>
                    <a:pt x="563087" y="5726356"/>
                  </a:lnTo>
                  <a:lnTo>
                    <a:pt x="563087" y="5725732"/>
                  </a:lnTo>
                  <a:lnTo>
                    <a:pt x="563232" y="5725732"/>
                  </a:lnTo>
                  <a:lnTo>
                    <a:pt x="563232" y="5725109"/>
                  </a:lnTo>
                  <a:lnTo>
                    <a:pt x="563378" y="5725109"/>
                  </a:lnTo>
                  <a:lnTo>
                    <a:pt x="563378" y="5724485"/>
                  </a:lnTo>
                  <a:lnTo>
                    <a:pt x="563523" y="5724485"/>
                  </a:lnTo>
                  <a:lnTo>
                    <a:pt x="563669" y="5724485"/>
                  </a:lnTo>
                  <a:lnTo>
                    <a:pt x="563814" y="5724485"/>
                  </a:lnTo>
                  <a:lnTo>
                    <a:pt x="563960" y="5724485"/>
                  </a:lnTo>
                  <a:lnTo>
                    <a:pt x="563960" y="5723862"/>
                  </a:lnTo>
                  <a:lnTo>
                    <a:pt x="564105" y="5723862"/>
                  </a:lnTo>
                  <a:lnTo>
                    <a:pt x="564250" y="5723238"/>
                  </a:lnTo>
                  <a:lnTo>
                    <a:pt x="564396" y="5722614"/>
                  </a:lnTo>
                  <a:lnTo>
                    <a:pt x="564541" y="5721991"/>
                  </a:lnTo>
                  <a:lnTo>
                    <a:pt x="564687" y="5721991"/>
                  </a:lnTo>
                  <a:lnTo>
                    <a:pt x="564832" y="5721991"/>
                  </a:lnTo>
                  <a:lnTo>
                    <a:pt x="565123" y="5721991"/>
                  </a:lnTo>
                  <a:lnTo>
                    <a:pt x="565268" y="5721991"/>
                  </a:lnTo>
                  <a:lnTo>
                    <a:pt x="565559" y="5721991"/>
                  </a:lnTo>
                  <a:lnTo>
                    <a:pt x="565705" y="5721991"/>
                  </a:lnTo>
                  <a:lnTo>
                    <a:pt x="565850" y="5721991"/>
                  </a:lnTo>
                  <a:lnTo>
                    <a:pt x="565996" y="5721991"/>
                  </a:lnTo>
                  <a:lnTo>
                    <a:pt x="565996" y="5721367"/>
                  </a:lnTo>
                  <a:lnTo>
                    <a:pt x="566141" y="5721367"/>
                  </a:lnTo>
                  <a:lnTo>
                    <a:pt x="566286" y="5721367"/>
                  </a:lnTo>
                  <a:lnTo>
                    <a:pt x="566577" y="5721367"/>
                  </a:lnTo>
                  <a:lnTo>
                    <a:pt x="566723" y="5721367"/>
                  </a:lnTo>
                  <a:lnTo>
                    <a:pt x="566868" y="5721367"/>
                  </a:lnTo>
                  <a:lnTo>
                    <a:pt x="567014" y="5721367"/>
                  </a:lnTo>
                  <a:lnTo>
                    <a:pt x="567159" y="5721367"/>
                  </a:lnTo>
                  <a:lnTo>
                    <a:pt x="567304" y="5721367"/>
                  </a:lnTo>
                  <a:lnTo>
                    <a:pt x="567450" y="5721367"/>
                  </a:lnTo>
                  <a:lnTo>
                    <a:pt x="567741" y="5721367"/>
                  </a:lnTo>
                  <a:lnTo>
                    <a:pt x="567886" y="5721367"/>
                  </a:lnTo>
                  <a:lnTo>
                    <a:pt x="568031" y="5721367"/>
                  </a:lnTo>
                  <a:lnTo>
                    <a:pt x="568322" y="5721367"/>
                  </a:lnTo>
                  <a:lnTo>
                    <a:pt x="568322" y="5720744"/>
                  </a:lnTo>
                  <a:lnTo>
                    <a:pt x="568468" y="5720744"/>
                  </a:lnTo>
                  <a:lnTo>
                    <a:pt x="568759" y="5720120"/>
                  </a:lnTo>
                  <a:lnTo>
                    <a:pt x="569049" y="5720120"/>
                  </a:lnTo>
                  <a:lnTo>
                    <a:pt x="569340" y="5720120"/>
                  </a:lnTo>
                  <a:lnTo>
                    <a:pt x="569486" y="5720120"/>
                  </a:lnTo>
                  <a:lnTo>
                    <a:pt x="569631" y="5719497"/>
                  </a:lnTo>
                  <a:lnTo>
                    <a:pt x="569777" y="5719497"/>
                  </a:lnTo>
                  <a:lnTo>
                    <a:pt x="570067" y="5718873"/>
                  </a:lnTo>
                  <a:lnTo>
                    <a:pt x="570358" y="5718873"/>
                  </a:lnTo>
                  <a:lnTo>
                    <a:pt x="570504" y="5718873"/>
                  </a:lnTo>
                  <a:lnTo>
                    <a:pt x="570649" y="5718873"/>
                  </a:lnTo>
                  <a:lnTo>
                    <a:pt x="570649" y="5718249"/>
                  </a:lnTo>
                  <a:lnTo>
                    <a:pt x="570795" y="5718249"/>
                  </a:lnTo>
                  <a:lnTo>
                    <a:pt x="570940" y="5718249"/>
                  </a:lnTo>
                  <a:lnTo>
                    <a:pt x="571085" y="5718249"/>
                  </a:lnTo>
                  <a:lnTo>
                    <a:pt x="571085" y="5717626"/>
                  </a:lnTo>
                  <a:lnTo>
                    <a:pt x="571231" y="5717626"/>
                  </a:lnTo>
                  <a:lnTo>
                    <a:pt x="571376" y="5717626"/>
                  </a:lnTo>
                  <a:lnTo>
                    <a:pt x="571667" y="5717626"/>
                  </a:lnTo>
                  <a:lnTo>
                    <a:pt x="571813" y="5717626"/>
                  </a:lnTo>
                  <a:lnTo>
                    <a:pt x="571958" y="5717626"/>
                  </a:lnTo>
                  <a:lnTo>
                    <a:pt x="571958" y="5717002"/>
                  </a:lnTo>
                  <a:lnTo>
                    <a:pt x="571958" y="5716379"/>
                  </a:lnTo>
                  <a:lnTo>
                    <a:pt x="572103" y="5716379"/>
                  </a:lnTo>
                  <a:lnTo>
                    <a:pt x="572249" y="5716379"/>
                  </a:lnTo>
                  <a:lnTo>
                    <a:pt x="572394" y="5716379"/>
                  </a:lnTo>
                  <a:lnTo>
                    <a:pt x="572394" y="5715755"/>
                  </a:lnTo>
                  <a:lnTo>
                    <a:pt x="572831" y="5715755"/>
                  </a:lnTo>
                  <a:lnTo>
                    <a:pt x="572976" y="5715755"/>
                  </a:lnTo>
                  <a:lnTo>
                    <a:pt x="573121" y="5715755"/>
                  </a:lnTo>
                  <a:lnTo>
                    <a:pt x="573267" y="5715755"/>
                  </a:lnTo>
                  <a:lnTo>
                    <a:pt x="573412" y="5715755"/>
                  </a:lnTo>
                  <a:lnTo>
                    <a:pt x="573558" y="5715755"/>
                  </a:lnTo>
                  <a:lnTo>
                    <a:pt x="573703" y="5715755"/>
                  </a:lnTo>
                  <a:lnTo>
                    <a:pt x="573849" y="5715755"/>
                  </a:lnTo>
                  <a:lnTo>
                    <a:pt x="573994" y="5715755"/>
                  </a:lnTo>
                  <a:lnTo>
                    <a:pt x="573994" y="5715131"/>
                  </a:lnTo>
                  <a:lnTo>
                    <a:pt x="574139" y="5715131"/>
                  </a:lnTo>
                  <a:lnTo>
                    <a:pt x="574285" y="5715131"/>
                  </a:lnTo>
                  <a:lnTo>
                    <a:pt x="574430" y="5715131"/>
                  </a:lnTo>
                  <a:lnTo>
                    <a:pt x="574576" y="5715131"/>
                  </a:lnTo>
                  <a:lnTo>
                    <a:pt x="574576" y="5714508"/>
                  </a:lnTo>
                  <a:lnTo>
                    <a:pt x="574576" y="5713884"/>
                  </a:lnTo>
                  <a:lnTo>
                    <a:pt x="574866" y="5713884"/>
                  </a:lnTo>
                  <a:lnTo>
                    <a:pt x="575157" y="5713884"/>
                  </a:lnTo>
                  <a:lnTo>
                    <a:pt x="575303" y="5713261"/>
                  </a:lnTo>
                  <a:lnTo>
                    <a:pt x="575448" y="5713261"/>
                  </a:lnTo>
                  <a:lnTo>
                    <a:pt x="575739" y="5712637"/>
                  </a:lnTo>
                  <a:lnTo>
                    <a:pt x="575884" y="5712637"/>
                  </a:lnTo>
                  <a:lnTo>
                    <a:pt x="576030" y="5712637"/>
                  </a:lnTo>
                  <a:lnTo>
                    <a:pt x="576175" y="5712637"/>
                  </a:lnTo>
                  <a:lnTo>
                    <a:pt x="576321" y="5712637"/>
                  </a:lnTo>
                  <a:lnTo>
                    <a:pt x="576321" y="5712014"/>
                  </a:lnTo>
                  <a:lnTo>
                    <a:pt x="576612" y="5712014"/>
                  </a:lnTo>
                  <a:lnTo>
                    <a:pt x="576757" y="5711390"/>
                  </a:lnTo>
                  <a:lnTo>
                    <a:pt x="576757" y="5710766"/>
                  </a:lnTo>
                  <a:lnTo>
                    <a:pt x="577193" y="5710766"/>
                  </a:lnTo>
                  <a:lnTo>
                    <a:pt x="577339" y="5710766"/>
                  </a:lnTo>
                  <a:lnTo>
                    <a:pt x="577484" y="5710766"/>
                  </a:lnTo>
                  <a:lnTo>
                    <a:pt x="577630" y="5710766"/>
                  </a:lnTo>
                  <a:lnTo>
                    <a:pt x="577775" y="5710766"/>
                  </a:lnTo>
                  <a:lnTo>
                    <a:pt x="577920" y="5710766"/>
                  </a:lnTo>
                  <a:lnTo>
                    <a:pt x="578066" y="5710766"/>
                  </a:lnTo>
                  <a:lnTo>
                    <a:pt x="578211" y="5710766"/>
                  </a:lnTo>
                  <a:lnTo>
                    <a:pt x="578357" y="5710766"/>
                  </a:lnTo>
                  <a:lnTo>
                    <a:pt x="578502" y="5710766"/>
                  </a:lnTo>
                  <a:lnTo>
                    <a:pt x="578502" y="5710143"/>
                  </a:lnTo>
                  <a:lnTo>
                    <a:pt x="578648" y="5710143"/>
                  </a:lnTo>
                  <a:lnTo>
                    <a:pt x="578793" y="5710143"/>
                  </a:lnTo>
                  <a:lnTo>
                    <a:pt x="578938" y="5710143"/>
                  </a:lnTo>
                  <a:lnTo>
                    <a:pt x="579084" y="5710143"/>
                  </a:lnTo>
                  <a:lnTo>
                    <a:pt x="579229" y="5710143"/>
                  </a:lnTo>
                  <a:lnTo>
                    <a:pt x="579375" y="5710143"/>
                  </a:lnTo>
                  <a:lnTo>
                    <a:pt x="579520" y="5710143"/>
                  </a:lnTo>
                  <a:lnTo>
                    <a:pt x="579666" y="5710143"/>
                  </a:lnTo>
                  <a:lnTo>
                    <a:pt x="579666" y="5709519"/>
                  </a:lnTo>
                  <a:lnTo>
                    <a:pt x="579811" y="5709519"/>
                  </a:lnTo>
                  <a:lnTo>
                    <a:pt x="579956" y="5709519"/>
                  </a:lnTo>
                  <a:lnTo>
                    <a:pt x="580247" y="5709519"/>
                  </a:lnTo>
                  <a:lnTo>
                    <a:pt x="581120" y="5708896"/>
                  </a:lnTo>
                  <a:lnTo>
                    <a:pt x="581120" y="5708272"/>
                  </a:lnTo>
                  <a:lnTo>
                    <a:pt x="581265" y="5708272"/>
                  </a:lnTo>
                  <a:lnTo>
                    <a:pt x="581411" y="5708272"/>
                  </a:lnTo>
                  <a:lnTo>
                    <a:pt x="581556" y="5707648"/>
                  </a:lnTo>
                  <a:lnTo>
                    <a:pt x="581701" y="5707025"/>
                  </a:lnTo>
                  <a:lnTo>
                    <a:pt x="581701" y="5706401"/>
                  </a:lnTo>
                  <a:lnTo>
                    <a:pt x="581847" y="5706401"/>
                  </a:lnTo>
                  <a:lnTo>
                    <a:pt x="581992" y="5706401"/>
                  </a:lnTo>
                  <a:lnTo>
                    <a:pt x="582138" y="5705778"/>
                  </a:lnTo>
                  <a:lnTo>
                    <a:pt x="582429" y="5705778"/>
                  </a:lnTo>
                  <a:lnTo>
                    <a:pt x="582574" y="5705778"/>
                  </a:lnTo>
                  <a:lnTo>
                    <a:pt x="582719" y="5705778"/>
                  </a:lnTo>
                  <a:lnTo>
                    <a:pt x="582865" y="5705778"/>
                  </a:lnTo>
                  <a:lnTo>
                    <a:pt x="583010" y="5705778"/>
                  </a:lnTo>
                  <a:lnTo>
                    <a:pt x="583156" y="5705778"/>
                  </a:lnTo>
                  <a:lnTo>
                    <a:pt x="583301" y="5705778"/>
                  </a:lnTo>
                  <a:lnTo>
                    <a:pt x="583447" y="5705778"/>
                  </a:lnTo>
                  <a:lnTo>
                    <a:pt x="583447" y="5705154"/>
                  </a:lnTo>
                  <a:lnTo>
                    <a:pt x="583592" y="5705154"/>
                  </a:lnTo>
                  <a:lnTo>
                    <a:pt x="583737" y="5705154"/>
                  </a:lnTo>
                  <a:lnTo>
                    <a:pt x="583883" y="5705154"/>
                  </a:lnTo>
                  <a:lnTo>
                    <a:pt x="583883" y="5704531"/>
                  </a:lnTo>
                  <a:lnTo>
                    <a:pt x="583883" y="5703907"/>
                  </a:lnTo>
                  <a:lnTo>
                    <a:pt x="584028" y="5703907"/>
                  </a:lnTo>
                  <a:lnTo>
                    <a:pt x="584174" y="5703907"/>
                  </a:lnTo>
                  <a:lnTo>
                    <a:pt x="584174" y="5703283"/>
                  </a:lnTo>
                  <a:lnTo>
                    <a:pt x="584319" y="5703283"/>
                  </a:lnTo>
                  <a:lnTo>
                    <a:pt x="584465" y="5703283"/>
                  </a:lnTo>
                  <a:lnTo>
                    <a:pt x="584755" y="5703283"/>
                  </a:lnTo>
                  <a:lnTo>
                    <a:pt x="584755" y="5702660"/>
                  </a:lnTo>
                  <a:lnTo>
                    <a:pt x="584901" y="5702660"/>
                  </a:lnTo>
                  <a:lnTo>
                    <a:pt x="585046" y="5702660"/>
                  </a:lnTo>
                  <a:lnTo>
                    <a:pt x="585192" y="5702660"/>
                  </a:lnTo>
                  <a:lnTo>
                    <a:pt x="585483" y="5702036"/>
                  </a:lnTo>
                  <a:lnTo>
                    <a:pt x="585628" y="5702036"/>
                  </a:lnTo>
                  <a:lnTo>
                    <a:pt x="585773" y="5702036"/>
                  </a:lnTo>
                  <a:lnTo>
                    <a:pt x="585919" y="5702036"/>
                  </a:lnTo>
                  <a:lnTo>
                    <a:pt x="585919" y="5701413"/>
                  </a:lnTo>
                  <a:lnTo>
                    <a:pt x="586064" y="5701413"/>
                  </a:lnTo>
                  <a:lnTo>
                    <a:pt x="586210" y="5701413"/>
                  </a:lnTo>
                  <a:lnTo>
                    <a:pt x="586501" y="5701413"/>
                  </a:lnTo>
                  <a:lnTo>
                    <a:pt x="586501" y="5700789"/>
                  </a:lnTo>
                  <a:lnTo>
                    <a:pt x="586646" y="5700789"/>
                  </a:lnTo>
                  <a:lnTo>
                    <a:pt x="586646" y="5700165"/>
                  </a:lnTo>
                  <a:lnTo>
                    <a:pt x="586791" y="5700165"/>
                  </a:lnTo>
                  <a:lnTo>
                    <a:pt x="586937" y="5700165"/>
                  </a:lnTo>
                  <a:lnTo>
                    <a:pt x="587082" y="5700165"/>
                  </a:lnTo>
                  <a:lnTo>
                    <a:pt x="587228" y="5700165"/>
                  </a:lnTo>
                  <a:lnTo>
                    <a:pt x="587228" y="5699542"/>
                  </a:lnTo>
                  <a:lnTo>
                    <a:pt x="587373" y="5698918"/>
                  </a:lnTo>
                  <a:lnTo>
                    <a:pt x="587518" y="5698918"/>
                  </a:lnTo>
                  <a:lnTo>
                    <a:pt x="587809" y="5698918"/>
                  </a:lnTo>
                  <a:lnTo>
                    <a:pt x="588246" y="5698295"/>
                  </a:lnTo>
                  <a:lnTo>
                    <a:pt x="588391" y="5698295"/>
                  </a:lnTo>
                  <a:lnTo>
                    <a:pt x="588536" y="5698295"/>
                  </a:lnTo>
                  <a:lnTo>
                    <a:pt x="588973" y="5698295"/>
                  </a:lnTo>
                  <a:lnTo>
                    <a:pt x="589118" y="5698295"/>
                  </a:lnTo>
                  <a:lnTo>
                    <a:pt x="589118" y="5697671"/>
                  </a:lnTo>
                  <a:lnTo>
                    <a:pt x="589118" y="5697048"/>
                  </a:lnTo>
                  <a:lnTo>
                    <a:pt x="589264" y="5697048"/>
                  </a:lnTo>
                  <a:lnTo>
                    <a:pt x="589700" y="5697048"/>
                  </a:lnTo>
                  <a:lnTo>
                    <a:pt x="589991" y="5696424"/>
                  </a:lnTo>
                  <a:lnTo>
                    <a:pt x="590282" y="5696424"/>
                  </a:lnTo>
                  <a:lnTo>
                    <a:pt x="590427" y="5696424"/>
                  </a:lnTo>
                  <a:lnTo>
                    <a:pt x="590427" y="5695800"/>
                  </a:lnTo>
                  <a:lnTo>
                    <a:pt x="590572" y="5695800"/>
                  </a:lnTo>
                  <a:lnTo>
                    <a:pt x="590718" y="5695800"/>
                  </a:lnTo>
                  <a:lnTo>
                    <a:pt x="590863" y="5695800"/>
                  </a:lnTo>
                  <a:lnTo>
                    <a:pt x="591009" y="5695800"/>
                  </a:lnTo>
                  <a:lnTo>
                    <a:pt x="591154" y="5695800"/>
                  </a:lnTo>
                  <a:lnTo>
                    <a:pt x="591300" y="5695800"/>
                  </a:lnTo>
                  <a:lnTo>
                    <a:pt x="591445" y="5695800"/>
                  </a:lnTo>
                  <a:lnTo>
                    <a:pt x="591445" y="5695177"/>
                  </a:lnTo>
                  <a:lnTo>
                    <a:pt x="591590" y="5695177"/>
                  </a:lnTo>
                  <a:lnTo>
                    <a:pt x="591736" y="5695177"/>
                  </a:lnTo>
                  <a:lnTo>
                    <a:pt x="591881" y="5695177"/>
                  </a:lnTo>
                  <a:lnTo>
                    <a:pt x="592027" y="5695177"/>
                  </a:lnTo>
                  <a:lnTo>
                    <a:pt x="592172" y="5695177"/>
                  </a:lnTo>
                  <a:lnTo>
                    <a:pt x="592318" y="5695177"/>
                  </a:lnTo>
                  <a:lnTo>
                    <a:pt x="592318" y="5694553"/>
                  </a:lnTo>
                  <a:lnTo>
                    <a:pt x="592463" y="5694553"/>
                  </a:lnTo>
                  <a:lnTo>
                    <a:pt x="592608" y="5694553"/>
                  </a:lnTo>
                  <a:lnTo>
                    <a:pt x="592754" y="5694553"/>
                  </a:lnTo>
                  <a:lnTo>
                    <a:pt x="592754" y="5693930"/>
                  </a:lnTo>
                  <a:lnTo>
                    <a:pt x="592899" y="5693930"/>
                  </a:lnTo>
                  <a:lnTo>
                    <a:pt x="593045" y="5693930"/>
                  </a:lnTo>
                  <a:lnTo>
                    <a:pt x="593190" y="5693930"/>
                  </a:lnTo>
                  <a:lnTo>
                    <a:pt x="593481" y="5693930"/>
                  </a:lnTo>
                  <a:lnTo>
                    <a:pt x="593626" y="5693930"/>
                  </a:lnTo>
                  <a:lnTo>
                    <a:pt x="593772" y="5693930"/>
                  </a:lnTo>
                  <a:lnTo>
                    <a:pt x="593917" y="5693930"/>
                  </a:lnTo>
                  <a:lnTo>
                    <a:pt x="594063" y="5693930"/>
                  </a:lnTo>
                  <a:lnTo>
                    <a:pt x="594208" y="5693930"/>
                  </a:lnTo>
                  <a:lnTo>
                    <a:pt x="594353" y="5693930"/>
                  </a:lnTo>
                  <a:lnTo>
                    <a:pt x="594499" y="5693930"/>
                  </a:lnTo>
                  <a:lnTo>
                    <a:pt x="594644" y="5693306"/>
                  </a:lnTo>
                  <a:lnTo>
                    <a:pt x="594790" y="5693306"/>
                  </a:lnTo>
                  <a:lnTo>
                    <a:pt x="594935" y="5693306"/>
                  </a:lnTo>
                  <a:lnTo>
                    <a:pt x="595081" y="5693306"/>
                  </a:lnTo>
                  <a:lnTo>
                    <a:pt x="595226" y="5693306"/>
                  </a:lnTo>
                  <a:lnTo>
                    <a:pt x="595371" y="5693306"/>
                  </a:lnTo>
                  <a:lnTo>
                    <a:pt x="595517" y="5693306"/>
                  </a:lnTo>
                  <a:lnTo>
                    <a:pt x="595517" y="5692682"/>
                  </a:lnTo>
                  <a:lnTo>
                    <a:pt x="595662" y="5692059"/>
                  </a:lnTo>
                  <a:lnTo>
                    <a:pt x="595808" y="5692059"/>
                  </a:lnTo>
                  <a:lnTo>
                    <a:pt x="595953" y="5692059"/>
                  </a:lnTo>
                  <a:lnTo>
                    <a:pt x="596099" y="5692059"/>
                  </a:lnTo>
                  <a:lnTo>
                    <a:pt x="596099" y="5691435"/>
                  </a:lnTo>
                  <a:lnTo>
                    <a:pt x="596244" y="5691435"/>
                  </a:lnTo>
                  <a:lnTo>
                    <a:pt x="596389" y="5691435"/>
                  </a:lnTo>
                  <a:lnTo>
                    <a:pt x="596535" y="5691435"/>
                  </a:lnTo>
                  <a:lnTo>
                    <a:pt x="596680" y="5691435"/>
                  </a:lnTo>
                  <a:lnTo>
                    <a:pt x="596826" y="5691435"/>
                  </a:lnTo>
                  <a:lnTo>
                    <a:pt x="597117" y="5691435"/>
                  </a:lnTo>
                  <a:lnTo>
                    <a:pt x="597262" y="5691435"/>
                  </a:lnTo>
                  <a:lnTo>
                    <a:pt x="597407" y="5691435"/>
                  </a:lnTo>
                  <a:lnTo>
                    <a:pt x="597698" y="5691435"/>
                  </a:lnTo>
                  <a:lnTo>
                    <a:pt x="597844" y="5690812"/>
                  </a:lnTo>
                  <a:lnTo>
                    <a:pt x="597989" y="5690812"/>
                  </a:lnTo>
                  <a:lnTo>
                    <a:pt x="597989" y="5690188"/>
                  </a:lnTo>
                  <a:lnTo>
                    <a:pt x="598135" y="5690188"/>
                  </a:lnTo>
                  <a:lnTo>
                    <a:pt x="598280" y="5690188"/>
                  </a:lnTo>
                  <a:lnTo>
                    <a:pt x="598425" y="5690188"/>
                  </a:lnTo>
                  <a:lnTo>
                    <a:pt x="598571" y="5690188"/>
                  </a:lnTo>
                  <a:lnTo>
                    <a:pt x="598571" y="5689565"/>
                  </a:lnTo>
                  <a:lnTo>
                    <a:pt x="599007" y="5688941"/>
                  </a:lnTo>
                  <a:lnTo>
                    <a:pt x="599153" y="5688941"/>
                  </a:lnTo>
                  <a:lnTo>
                    <a:pt x="599298" y="5688941"/>
                  </a:lnTo>
                  <a:lnTo>
                    <a:pt x="599443" y="5688941"/>
                  </a:lnTo>
                  <a:lnTo>
                    <a:pt x="599589" y="5688941"/>
                  </a:lnTo>
                  <a:lnTo>
                    <a:pt x="599734" y="5688941"/>
                  </a:lnTo>
                  <a:lnTo>
                    <a:pt x="600025" y="5688941"/>
                  </a:lnTo>
                  <a:lnTo>
                    <a:pt x="600171" y="5688941"/>
                  </a:lnTo>
                  <a:lnTo>
                    <a:pt x="600316" y="5688941"/>
                  </a:lnTo>
                  <a:lnTo>
                    <a:pt x="600461" y="5688941"/>
                  </a:lnTo>
                  <a:lnTo>
                    <a:pt x="600607" y="5688941"/>
                  </a:lnTo>
                  <a:lnTo>
                    <a:pt x="600607" y="5688317"/>
                  </a:lnTo>
                  <a:lnTo>
                    <a:pt x="600752" y="5688317"/>
                  </a:lnTo>
                  <a:lnTo>
                    <a:pt x="600898" y="5688317"/>
                  </a:lnTo>
                  <a:lnTo>
                    <a:pt x="601043" y="5688317"/>
                  </a:lnTo>
                  <a:lnTo>
                    <a:pt x="601188" y="5688317"/>
                  </a:lnTo>
                  <a:lnTo>
                    <a:pt x="601334" y="5688317"/>
                  </a:lnTo>
                  <a:lnTo>
                    <a:pt x="601479" y="5687694"/>
                  </a:lnTo>
                  <a:lnTo>
                    <a:pt x="601625" y="5687070"/>
                  </a:lnTo>
                  <a:lnTo>
                    <a:pt x="601770" y="5687070"/>
                  </a:lnTo>
                  <a:lnTo>
                    <a:pt x="601916" y="5687070"/>
                  </a:lnTo>
                  <a:lnTo>
                    <a:pt x="602061" y="5687070"/>
                  </a:lnTo>
                  <a:lnTo>
                    <a:pt x="602206" y="5687070"/>
                  </a:lnTo>
                  <a:lnTo>
                    <a:pt x="602352" y="5687070"/>
                  </a:lnTo>
                  <a:lnTo>
                    <a:pt x="602497" y="5687070"/>
                  </a:lnTo>
                  <a:lnTo>
                    <a:pt x="602643" y="5687070"/>
                  </a:lnTo>
                  <a:lnTo>
                    <a:pt x="602934" y="5687070"/>
                  </a:lnTo>
                  <a:lnTo>
                    <a:pt x="603079" y="5687070"/>
                  </a:lnTo>
                  <a:lnTo>
                    <a:pt x="603224" y="5687070"/>
                  </a:lnTo>
                  <a:lnTo>
                    <a:pt x="603370" y="5686447"/>
                  </a:lnTo>
                  <a:lnTo>
                    <a:pt x="603661" y="5686447"/>
                  </a:lnTo>
                  <a:lnTo>
                    <a:pt x="603661" y="5685823"/>
                  </a:lnTo>
                  <a:lnTo>
                    <a:pt x="603806" y="5685823"/>
                  </a:lnTo>
                  <a:lnTo>
                    <a:pt x="603952" y="5685823"/>
                  </a:lnTo>
                  <a:lnTo>
                    <a:pt x="604533" y="5685200"/>
                  </a:lnTo>
                  <a:lnTo>
                    <a:pt x="604679" y="5685200"/>
                  </a:lnTo>
                  <a:lnTo>
                    <a:pt x="604970" y="5685200"/>
                  </a:lnTo>
                  <a:lnTo>
                    <a:pt x="605115" y="5685200"/>
                  </a:lnTo>
                  <a:lnTo>
                    <a:pt x="605260" y="5685200"/>
                  </a:lnTo>
                  <a:lnTo>
                    <a:pt x="605406" y="5685200"/>
                  </a:lnTo>
                  <a:lnTo>
                    <a:pt x="605842" y="5685200"/>
                  </a:lnTo>
                  <a:lnTo>
                    <a:pt x="605842" y="5684576"/>
                  </a:lnTo>
                  <a:lnTo>
                    <a:pt x="605988" y="5684576"/>
                  </a:lnTo>
                  <a:lnTo>
                    <a:pt x="606133" y="5684576"/>
                  </a:lnTo>
                  <a:lnTo>
                    <a:pt x="606424" y="5684576"/>
                  </a:lnTo>
                  <a:lnTo>
                    <a:pt x="606569" y="5684576"/>
                  </a:lnTo>
                  <a:lnTo>
                    <a:pt x="606715" y="5684576"/>
                  </a:lnTo>
                  <a:lnTo>
                    <a:pt x="607006" y="5684576"/>
                  </a:lnTo>
                  <a:lnTo>
                    <a:pt x="607151" y="5684576"/>
                  </a:lnTo>
                  <a:lnTo>
                    <a:pt x="607151" y="5683952"/>
                  </a:lnTo>
                  <a:lnTo>
                    <a:pt x="607151" y="5683329"/>
                  </a:lnTo>
                  <a:lnTo>
                    <a:pt x="607296" y="5683329"/>
                  </a:lnTo>
                  <a:lnTo>
                    <a:pt x="607296" y="5682705"/>
                  </a:lnTo>
                  <a:lnTo>
                    <a:pt x="607442" y="5682705"/>
                  </a:lnTo>
                  <a:lnTo>
                    <a:pt x="607587" y="5682705"/>
                  </a:lnTo>
                  <a:lnTo>
                    <a:pt x="607733" y="5682705"/>
                  </a:lnTo>
                  <a:lnTo>
                    <a:pt x="607878" y="5682705"/>
                  </a:lnTo>
                  <a:lnTo>
                    <a:pt x="608023" y="5682705"/>
                  </a:lnTo>
                  <a:lnTo>
                    <a:pt x="608169" y="5682705"/>
                  </a:lnTo>
                  <a:lnTo>
                    <a:pt x="608460" y="5681458"/>
                  </a:lnTo>
                  <a:lnTo>
                    <a:pt x="608605" y="5681458"/>
                  </a:lnTo>
                  <a:lnTo>
                    <a:pt x="609041" y="5681458"/>
                  </a:lnTo>
                  <a:lnTo>
                    <a:pt x="609187" y="5681458"/>
                  </a:lnTo>
                  <a:lnTo>
                    <a:pt x="609478" y="5681458"/>
                  </a:lnTo>
                  <a:lnTo>
                    <a:pt x="609478" y="5680834"/>
                  </a:lnTo>
                  <a:lnTo>
                    <a:pt x="609623" y="5680834"/>
                  </a:lnTo>
                  <a:lnTo>
                    <a:pt x="609769" y="5680834"/>
                  </a:lnTo>
                  <a:lnTo>
                    <a:pt x="609914" y="5680834"/>
                  </a:lnTo>
                  <a:lnTo>
                    <a:pt x="609914" y="5680211"/>
                  </a:lnTo>
                  <a:lnTo>
                    <a:pt x="609914" y="5679587"/>
                  </a:lnTo>
                  <a:lnTo>
                    <a:pt x="610059" y="5679587"/>
                  </a:lnTo>
                  <a:lnTo>
                    <a:pt x="610350" y="5679587"/>
                  </a:lnTo>
                  <a:lnTo>
                    <a:pt x="610350" y="5678964"/>
                  </a:lnTo>
                  <a:lnTo>
                    <a:pt x="610496" y="5678964"/>
                  </a:lnTo>
                  <a:lnTo>
                    <a:pt x="610496" y="5678340"/>
                  </a:lnTo>
                  <a:lnTo>
                    <a:pt x="610496" y="5677717"/>
                  </a:lnTo>
                  <a:lnTo>
                    <a:pt x="610641" y="5677717"/>
                  </a:lnTo>
                  <a:lnTo>
                    <a:pt x="610787" y="5677717"/>
                  </a:lnTo>
                  <a:lnTo>
                    <a:pt x="610787" y="5677093"/>
                  </a:lnTo>
                  <a:lnTo>
                    <a:pt x="611077" y="5677093"/>
                  </a:lnTo>
                  <a:lnTo>
                    <a:pt x="611077" y="5676469"/>
                  </a:lnTo>
                  <a:lnTo>
                    <a:pt x="611077" y="5675846"/>
                  </a:lnTo>
                  <a:lnTo>
                    <a:pt x="611223" y="5675846"/>
                  </a:lnTo>
                  <a:lnTo>
                    <a:pt x="611223" y="5675222"/>
                  </a:lnTo>
                  <a:lnTo>
                    <a:pt x="611368" y="5675222"/>
                  </a:lnTo>
                  <a:lnTo>
                    <a:pt x="611368" y="5674599"/>
                  </a:lnTo>
                  <a:lnTo>
                    <a:pt x="611659" y="5674599"/>
                  </a:lnTo>
                  <a:lnTo>
                    <a:pt x="611805" y="5674599"/>
                  </a:lnTo>
                  <a:lnTo>
                    <a:pt x="611950" y="5674599"/>
                  </a:lnTo>
                  <a:lnTo>
                    <a:pt x="611950" y="5673975"/>
                  </a:lnTo>
                  <a:lnTo>
                    <a:pt x="611950" y="5673351"/>
                  </a:lnTo>
                  <a:lnTo>
                    <a:pt x="612095" y="5673351"/>
                  </a:lnTo>
                  <a:lnTo>
                    <a:pt x="612241" y="5673351"/>
                  </a:lnTo>
                  <a:lnTo>
                    <a:pt x="612241" y="5672728"/>
                  </a:lnTo>
                  <a:lnTo>
                    <a:pt x="612386" y="5672728"/>
                  </a:lnTo>
                  <a:lnTo>
                    <a:pt x="612532" y="5672728"/>
                  </a:lnTo>
                  <a:lnTo>
                    <a:pt x="612677" y="5672728"/>
                  </a:lnTo>
                  <a:lnTo>
                    <a:pt x="612823" y="5672728"/>
                  </a:lnTo>
                  <a:lnTo>
                    <a:pt x="612823" y="5672104"/>
                  </a:lnTo>
                  <a:lnTo>
                    <a:pt x="613113" y="5672104"/>
                  </a:lnTo>
                  <a:lnTo>
                    <a:pt x="613259" y="5672104"/>
                  </a:lnTo>
                  <a:lnTo>
                    <a:pt x="613404" y="5672104"/>
                  </a:lnTo>
                  <a:lnTo>
                    <a:pt x="613550" y="5672104"/>
                  </a:lnTo>
                  <a:lnTo>
                    <a:pt x="613841" y="5672104"/>
                  </a:lnTo>
                  <a:lnTo>
                    <a:pt x="613986" y="5672104"/>
                  </a:lnTo>
                  <a:lnTo>
                    <a:pt x="614131" y="5672104"/>
                  </a:lnTo>
                  <a:lnTo>
                    <a:pt x="614277" y="5672104"/>
                  </a:lnTo>
                  <a:lnTo>
                    <a:pt x="614422" y="5672104"/>
                  </a:lnTo>
                  <a:lnTo>
                    <a:pt x="614568" y="5672104"/>
                  </a:lnTo>
                  <a:lnTo>
                    <a:pt x="614858" y="5671481"/>
                  </a:lnTo>
                  <a:lnTo>
                    <a:pt x="615149" y="5671481"/>
                  </a:lnTo>
                  <a:lnTo>
                    <a:pt x="615295" y="5671481"/>
                  </a:lnTo>
                  <a:lnTo>
                    <a:pt x="615440" y="5671481"/>
                  </a:lnTo>
                  <a:lnTo>
                    <a:pt x="615586" y="5671481"/>
                  </a:lnTo>
                  <a:lnTo>
                    <a:pt x="615586" y="5670857"/>
                  </a:lnTo>
                  <a:lnTo>
                    <a:pt x="615731" y="5670857"/>
                  </a:lnTo>
                  <a:lnTo>
                    <a:pt x="615876" y="5670857"/>
                  </a:lnTo>
                  <a:lnTo>
                    <a:pt x="616022" y="5670857"/>
                  </a:lnTo>
                  <a:lnTo>
                    <a:pt x="616167" y="5670234"/>
                  </a:lnTo>
                  <a:lnTo>
                    <a:pt x="616313" y="5670234"/>
                  </a:lnTo>
                  <a:lnTo>
                    <a:pt x="616458" y="5670234"/>
                  </a:lnTo>
                  <a:lnTo>
                    <a:pt x="616458" y="5669610"/>
                  </a:lnTo>
                  <a:lnTo>
                    <a:pt x="616604" y="5669610"/>
                  </a:lnTo>
                  <a:lnTo>
                    <a:pt x="616749" y="5669610"/>
                  </a:lnTo>
                  <a:lnTo>
                    <a:pt x="616894" y="5669610"/>
                  </a:lnTo>
                  <a:lnTo>
                    <a:pt x="617040" y="5669610"/>
                  </a:lnTo>
                  <a:lnTo>
                    <a:pt x="617185" y="5669610"/>
                  </a:lnTo>
                  <a:lnTo>
                    <a:pt x="617185" y="5668986"/>
                  </a:lnTo>
                  <a:lnTo>
                    <a:pt x="617331" y="5668986"/>
                  </a:lnTo>
                  <a:lnTo>
                    <a:pt x="617331" y="5668363"/>
                  </a:lnTo>
                  <a:lnTo>
                    <a:pt x="617622" y="5668363"/>
                  </a:lnTo>
                  <a:lnTo>
                    <a:pt x="617767" y="5668363"/>
                  </a:lnTo>
                  <a:lnTo>
                    <a:pt x="617912" y="5668363"/>
                  </a:lnTo>
                  <a:lnTo>
                    <a:pt x="618058" y="5668363"/>
                  </a:lnTo>
                  <a:lnTo>
                    <a:pt x="618203" y="5668363"/>
                  </a:lnTo>
                  <a:lnTo>
                    <a:pt x="618203" y="5667739"/>
                  </a:lnTo>
                  <a:lnTo>
                    <a:pt x="618349" y="5667739"/>
                  </a:lnTo>
                  <a:lnTo>
                    <a:pt x="618494" y="5667739"/>
                  </a:lnTo>
                  <a:lnTo>
                    <a:pt x="618930" y="5667739"/>
                  </a:lnTo>
                  <a:lnTo>
                    <a:pt x="619076" y="5667739"/>
                  </a:lnTo>
                  <a:lnTo>
                    <a:pt x="619221" y="5667739"/>
                  </a:lnTo>
                  <a:lnTo>
                    <a:pt x="619512" y="5667739"/>
                  </a:lnTo>
                  <a:lnTo>
                    <a:pt x="619658" y="5667739"/>
                  </a:lnTo>
                  <a:lnTo>
                    <a:pt x="619658" y="5666492"/>
                  </a:lnTo>
                  <a:lnTo>
                    <a:pt x="619803" y="5666492"/>
                  </a:lnTo>
                  <a:lnTo>
                    <a:pt x="619948" y="5666492"/>
                  </a:lnTo>
                  <a:lnTo>
                    <a:pt x="620094" y="5666492"/>
                  </a:lnTo>
                  <a:lnTo>
                    <a:pt x="620239" y="5666492"/>
                  </a:lnTo>
                  <a:lnTo>
                    <a:pt x="620530" y="5666492"/>
                  </a:lnTo>
                  <a:lnTo>
                    <a:pt x="620676" y="5666492"/>
                  </a:lnTo>
                  <a:lnTo>
                    <a:pt x="620676" y="5665868"/>
                  </a:lnTo>
                  <a:lnTo>
                    <a:pt x="620821" y="5665868"/>
                  </a:lnTo>
                  <a:lnTo>
                    <a:pt x="620966" y="5665868"/>
                  </a:lnTo>
                  <a:lnTo>
                    <a:pt x="621112" y="5665868"/>
                  </a:lnTo>
                  <a:lnTo>
                    <a:pt x="621257" y="5665868"/>
                  </a:lnTo>
                  <a:lnTo>
                    <a:pt x="621403" y="5665868"/>
                  </a:lnTo>
                  <a:lnTo>
                    <a:pt x="621548" y="5665868"/>
                  </a:lnTo>
                  <a:lnTo>
                    <a:pt x="621693" y="5665868"/>
                  </a:lnTo>
                  <a:lnTo>
                    <a:pt x="621839" y="5665868"/>
                  </a:lnTo>
                  <a:lnTo>
                    <a:pt x="621984" y="5665868"/>
                  </a:lnTo>
                  <a:lnTo>
                    <a:pt x="622130" y="5665868"/>
                  </a:lnTo>
                  <a:lnTo>
                    <a:pt x="622275" y="5665868"/>
                  </a:lnTo>
                  <a:lnTo>
                    <a:pt x="622421" y="5665868"/>
                  </a:lnTo>
                  <a:lnTo>
                    <a:pt x="622566" y="5665868"/>
                  </a:lnTo>
                  <a:lnTo>
                    <a:pt x="622566" y="5665245"/>
                  </a:lnTo>
                  <a:lnTo>
                    <a:pt x="622711" y="5664621"/>
                  </a:lnTo>
                  <a:lnTo>
                    <a:pt x="622857" y="5664621"/>
                  </a:lnTo>
                  <a:lnTo>
                    <a:pt x="623002" y="5664621"/>
                  </a:lnTo>
                  <a:lnTo>
                    <a:pt x="623293" y="5664621"/>
                  </a:lnTo>
                  <a:lnTo>
                    <a:pt x="623584" y="5664621"/>
                  </a:lnTo>
                  <a:lnTo>
                    <a:pt x="623729" y="5664621"/>
                  </a:lnTo>
                  <a:lnTo>
                    <a:pt x="623729" y="5663998"/>
                  </a:lnTo>
                  <a:lnTo>
                    <a:pt x="624020" y="5663998"/>
                  </a:lnTo>
                  <a:lnTo>
                    <a:pt x="624166" y="5663998"/>
                  </a:lnTo>
                  <a:lnTo>
                    <a:pt x="624311" y="5663998"/>
                  </a:lnTo>
                  <a:lnTo>
                    <a:pt x="624457" y="5663998"/>
                  </a:lnTo>
                  <a:lnTo>
                    <a:pt x="624602" y="5663998"/>
                  </a:lnTo>
                  <a:lnTo>
                    <a:pt x="624602" y="5663374"/>
                  </a:lnTo>
                  <a:lnTo>
                    <a:pt x="624747" y="5662751"/>
                  </a:lnTo>
                  <a:lnTo>
                    <a:pt x="624893" y="5662751"/>
                  </a:lnTo>
                  <a:lnTo>
                    <a:pt x="625038" y="5662751"/>
                  </a:lnTo>
                  <a:lnTo>
                    <a:pt x="625184" y="5662751"/>
                  </a:lnTo>
                  <a:lnTo>
                    <a:pt x="625184" y="5662127"/>
                  </a:lnTo>
                  <a:lnTo>
                    <a:pt x="625329" y="5662127"/>
                  </a:lnTo>
                  <a:lnTo>
                    <a:pt x="625475" y="5662127"/>
                  </a:lnTo>
                  <a:lnTo>
                    <a:pt x="625620" y="5662127"/>
                  </a:lnTo>
                  <a:lnTo>
                    <a:pt x="625620" y="5660256"/>
                  </a:lnTo>
                  <a:lnTo>
                    <a:pt x="625765" y="5660256"/>
                  </a:lnTo>
                  <a:lnTo>
                    <a:pt x="625911" y="5660256"/>
                  </a:lnTo>
                  <a:lnTo>
                    <a:pt x="626056" y="5660256"/>
                  </a:lnTo>
                  <a:lnTo>
                    <a:pt x="626202" y="5660256"/>
                  </a:lnTo>
                  <a:lnTo>
                    <a:pt x="626347" y="5660256"/>
                  </a:lnTo>
                  <a:lnTo>
                    <a:pt x="626493" y="5660256"/>
                  </a:lnTo>
                  <a:lnTo>
                    <a:pt x="626493" y="5659633"/>
                  </a:lnTo>
                  <a:lnTo>
                    <a:pt x="626493" y="5659009"/>
                  </a:lnTo>
                  <a:lnTo>
                    <a:pt x="626638" y="5659009"/>
                  </a:lnTo>
                  <a:lnTo>
                    <a:pt x="626638" y="5658385"/>
                  </a:lnTo>
                  <a:lnTo>
                    <a:pt x="626783" y="5658385"/>
                  </a:lnTo>
                  <a:lnTo>
                    <a:pt x="626929" y="5658385"/>
                  </a:lnTo>
                  <a:lnTo>
                    <a:pt x="627074" y="5657762"/>
                  </a:lnTo>
                  <a:lnTo>
                    <a:pt x="627511" y="5657138"/>
                  </a:lnTo>
                  <a:lnTo>
                    <a:pt x="627656" y="5657138"/>
                  </a:lnTo>
                  <a:lnTo>
                    <a:pt x="627801" y="5657138"/>
                  </a:lnTo>
                  <a:lnTo>
                    <a:pt x="628092" y="5657138"/>
                  </a:lnTo>
                  <a:lnTo>
                    <a:pt x="628238" y="5657138"/>
                  </a:lnTo>
                  <a:lnTo>
                    <a:pt x="628528" y="5657138"/>
                  </a:lnTo>
                  <a:lnTo>
                    <a:pt x="628674" y="5657138"/>
                  </a:lnTo>
                  <a:lnTo>
                    <a:pt x="628819" y="5657138"/>
                  </a:lnTo>
                  <a:lnTo>
                    <a:pt x="629110" y="5657138"/>
                  </a:lnTo>
                  <a:lnTo>
                    <a:pt x="629401" y="5657138"/>
                  </a:lnTo>
                  <a:lnTo>
                    <a:pt x="629546" y="5657138"/>
                  </a:lnTo>
                  <a:lnTo>
                    <a:pt x="629692" y="5657138"/>
                  </a:lnTo>
                  <a:lnTo>
                    <a:pt x="629837" y="5657138"/>
                  </a:lnTo>
                  <a:lnTo>
                    <a:pt x="629983" y="5657138"/>
                  </a:lnTo>
                  <a:lnTo>
                    <a:pt x="630274" y="5657138"/>
                  </a:lnTo>
                  <a:lnTo>
                    <a:pt x="630419" y="5657138"/>
                  </a:lnTo>
                  <a:lnTo>
                    <a:pt x="630564" y="5657138"/>
                  </a:lnTo>
                  <a:lnTo>
                    <a:pt x="630564" y="5656515"/>
                  </a:lnTo>
                  <a:lnTo>
                    <a:pt x="630855" y="5655891"/>
                  </a:lnTo>
                  <a:lnTo>
                    <a:pt x="631146" y="5655891"/>
                  </a:lnTo>
                  <a:lnTo>
                    <a:pt x="631437" y="5655891"/>
                  </a:lnTo>
                  <a:lnTo>
                    <a:pt x="631582" y="5655268"/>
                  </a:lnTo>
                  <a:lnTo>
                    <a:pt x="631728" y="5655268"/>
                  </a:lnTo>
                  <a:lnTo>
                    <a:pt x="631873" y="5655268"/>
                  </a:lnTo>
                  <a:lnTo>
                    <a:pt x="632019" y="5654644"/>
                  </a:lnTo>
                  <a:lnTo>
                    <a:pt x="632164" y="5654644"/>
                  </a:lnTo>
                  <a:lnTo>
                    <a:pt x="632310" y="5654644"/>
                  </a:lnTo>
                  <a:lnTo>
                    <a:pt x="632455" y="5654644"/>
                  </a:lnTo>
                  <a:lnTo>
                    <a:pt x="632600" y="5654644"/>
                  </a:lnTo>
                  <a:lnTo>
                    <a:pt x="632746" y="5654644"/>
                  </a:lnTo>
                  <a:lnTo>
                    <a:pt x="632891" y="5654644"/>
                  </a:lnTo>
                  <a:lnTo>
                    <a:pt x="633037" y="5654644"/>
                  </a:lnTo>
                  <a:lnTo>
                    <a:pt x="633328" y="5654644"/>
                  </a:lnTo>
                  <a:lnTo>
                    <a:pt x="633328" y="5654020"/>
                  </a:lnTo>
                  <a:lnTo>
                    <a:pt x="633473" y="5654020"/>
                  </a:lnTo>
                  <a:lnTo>
                    <a:pt x="633618" y="5654020"/>
                  </a:lnTo>
                  <a:lnTo>
                    <a:pt x="633618" y="5653397"/>
                  </a:lnTo>
                  <a:lnTo>
                    <a:pt x="633909" y="5653397"/>
                  </a:lnTo>
                  <a:lnTo>
                    <a:pt x="634055" y="5652773"/>
                  </a:lnTo>
                  <a:lnTo>
                    <a:pt x="634200" y="5652773"/>
                  </a:lnTo>
                  <a:lnTo>
                    <a:pt x="634491" y="5652773"/>
                  </a:lnTo>
                  <a:lnTo>
                    <a:pt x="634636" y="5652773"/>
                  </a:lnTo>
                  <a:lnTo>
                    <a:pt x="634782" y="5652773"/>
                  </a:lnTo>
                  <a:lnTo>
                    <a:pt x="635073" y="5652773"/>
                  </a:lnTo>
                  <a:lnTo>
                    <a:pt x="635218" y="5652773"/>
                  </a:lnTo>
                  <a:lnTo>
                    <a:pt x="635363" y="5652773"/>
                  </a:lnTo>
                  <a:lnTo>
                    <a:pt x="635509" y="5652773"/>
                  </a:lnTo>
                  <a:lnTo>
                    <a:pt x="635509" y="5652150"/>
                  </a:lnTo>
                  <a:lnTo>
                    <a:pt x="635654" y="5652150"/>
                  </a:lnTo>
                  <a:lnTo>
                    <a:pt x="635800" y="5652150"/>
                  </a:lnTo>
                  <a:lnTo>
                    <a:pt x="636091" y="5652150"/>
                  </a:lnTo>
                  <a:lnTo>
                    <a:pt x="636236" y="5652150"/>
                  </a:lnTo>
                  <a:lnTo>
                    <a:pt x="636236" y="5651526"/>
                  </a:lnTo>
                  <a:lnTo>
                    <a:pt x="636381" y="5650902"/>
                  </a:lnTo>
                  <a:lnTo>
                    <a:pt x="636527" y="5650902"/>
                  </a:lnTo>
                  <a:lnTo>
                    <a:pt x="636672" y="5650902"/>
                  </a:lnTo>
                  <a:lnTo>
                    <a:pt x="636818" y="5650902"/>
                  </a:lnTo>
                  <a:lnTo>
                    <a:pt x="637545" y="5650279"/>
                  </a:lnTo>
                  <a:lnTo>
                    <a:pt x="637690" y="5650279"/>
                  </a:lnTo>
                  <a:lnTo>
                    <a:pt x="637836" y="5650279"/>
                  </a:lnTo>
                  <a:lnTo>
                    <a:pt x="637981" y="5650279"/>
                  </a:lnTo>
                  <a:lnTo>
                    <a:pt x="638272" y="5649655"/>
                  </a:lnTo>
                  <a:lnTo>
                    <a:pt x="638417" y="5649655"/>
                  </a:lnTo>
                  <a:lnTo>
                    <a:pt x="638563" y="5649655"/>
                  </a:lnTo>
                  <a:lnTo>
                    <a:pt x="638854" y="5649655"/>
                  </a:lnTo>
                  <a:lnTo>
                    <a:pt x="638999" y="5649655"/>
                  </a:lnTo>
                  <a:lnTo>
                    <a:pt x="639145" y="5649655"/>
                  </a:lnTo>
                  <a:lnTo>
                    <a:pt x="639581" y="5649655"/>
                  </a:lnTo>
                  <a:lnTo>
                    <a:pt x="639726" y="5649655"/>
                  </a:lnTo>
                  <a:lnTo>
                    <a:pt x="639872" y="5649655"/>
                  </a:lnTo>
                  <a:lnTo>
                    <a:pt x="640017" y="5649655"/>
                  </a:lnTo>
                  <a:lnTo>
                    <a:pt x="640163" y="5649655"/>
                  </a:lnTo>
                  <a:lnTo>
                    <a:pt x="640163" y="5649032"/>
                  </a:lnTo>
                  <a:lnTo>
                    <a:pt x="640308" y="5649032"/>
                  </a:lnTo>
                  <a:lnTo>
                    <a:pt x="640599" y="5649032"/>
                  </a:lnTo>
                  <a:lnTo>
                    <a:pt x="641326" y="5649032"/>
                  </a:lnTo>
                  <a:lnTo>
                    <a:pt x="641326" y="5648408"/>
                  </a:lnTo>
                  <a:lnTo>
                    <a:pt x="641471" y="5648408"/>
                  </a:lnTo>
                  <a:lnTo>
                    <a:pt x="641471" y="5647785"/>
                  </a:lnTo>
                  <a:lnTo>
                    <a:pt x="641471" y="5647161"/>
                  </a:lnTo>
                  <a:lnTo>
                    <a:pt x="641762" y="5647161"/>
                  </a:lnTo>
                  <a:lnTo>
                    <a:pt x="641908" y="5646537"/>
                  </a:lnTo>
                  <a:lnTo>
                    <a:pt x="642053" y="5646537"/>
                  </a:lnTo>
                  <a:lnTo>
                    <a:pt x="642053" y="5645290"/>
                  </a:lnTo>
                  <a:lnTo>
                    <a:pt x="642198" y="5645290"/>
                  </a:lnTo>
                  <a:lnTo>
                    <a:pt x="642344" y="5645290"/>
                  </a:lnTo>
                  <a:lnTo>
                    <a:pt x="642344" y="5644667"/>
                  </a:lnTo>
                  <a:lnTo>
                    <a:pt x="642489" y="5644667"/>
                  </a:lnTo>
                  <a:lnTo>
                    <a:pt x="642635" y="5644667"/>
                  </a:lnTo>
                  <a:lnTo>
                    <a:pt x="642780" y="5644667"/>
                  </a:lnTo>
                  <a:lnTo>
                    <a:pt x="642926" y="5644667"/>
                  </a:lnTo>
                  <a:lnTo>
                    <a:pt x="643071" y="5644667"/>
                  </a:lnTo>
                  <a:lnTo>
                    <a:pt x="643216" y="5644667"/>
                  </a:lnTo>
                  <a:lnTo>
                    <a:pt x="643216" y="5644043"/>
                  </a:lnTo>
                  <a:lnTo>
                    <a:pt x="643507" y="5644043"/>
                  </a:lnTo>
                  <a:lnTo>
                    <a:pt x="643653" y="5644043"/>
                  </a:lnTo>
                  <a:lnTo>
                    <a:pt x="643798" y="5644043"/>
                  </a:lnTo>
                  <a:lnTo>
                    <a:pt x="644089" y="5644043"/>
                  </a:lnTo>
                  <a:lnTo>
                    <a:pt x="644234" y="5644043"/>
                  </a:lnTo>
                  <a:lnTo>
                    <a:pt x="644380" y="5644043"/>
                  </a:lnTo>
                  <a:lnTo>
                    <a:pt x="644525" y="5644043"/>
                  </a:lnTo>
                  <a:lnTo>
                    <a:pt x="644671" y="5644043"/>
                  </a:lnTo>
                  <a:lnTo>
                    <a:pt x="644816" y="5644043"/>
                  </a:lnTo>
                  <a:lnTo>
                    <a:pt x="644962" y="5644043"/>
                  </a:lnTo>
                  <a:lnTo>
                    <a:pt x="645107" y="5644043"/>
                  </a:lnTo>
                  <a:lnTo>
                    <a:pt x="645252" y="5644043"/>
                  </a:lnTo>
                  <a:lnTo>
                    <a:pt x="645398" y="5644043"/>
                  </a:lnTo>
                  <a:lnTo>
                    <a:pt x="645543" y="5643419"/>
                  </a:lnTo>
                  <a:lnTo>
                    <a:pt x="645689" y="5643419"/>
                  </a:lnTo>
                  <a:lnTo>
                    <a:pt x="645834" y="5642172"/>
                  </a:lnTo>
                  <a:lnTo>
                    <a:pt x="645980" y="5642172"/>
                  </a:lnTo>
                  <a:lnTo>
                    <a:pt x="645980" y="5641549"/>
                  </a:lnTo>
                  <a:lnTo>
                    <a:pt x="646270" y="5641549"/>
                  </a:lnTo>
                  <a:lnTo>
                    <a:pt x="646707" y="5641549"/>
                  </a:lnTo>
                  <a:lnTo>
                    <a:pt x="646852" y="5641549"/>
                  </a:lnTo>
                  <a:lnTo>
                    <a:pt x="646998" y="5641549"/>
                  </a:lnTo>
                  <a:lnTo>
                    <a:pt x="647143" y="5641549"/>
                  </a:lnTo>
                  <a:lnTo>
                    <a:pt x="647288" y="5641549"/>
                  </a:lnTo>
                  <a:lnTo>
                    <a:pt x="647434" y="5640925"/>
                  </a:lnTo>
                  <a:lnTo>
                    <a:pt x="647579" y="5640302"/>
                  </a:lnTo>
                  <a:lnTo>
                    <a:pt x="647725" y="5640302"/>
                  </a:lnTo>
                  <a:lnTo>
                    <a:pt x="647870" y="5640302"/>
                  </a:lnTo>
                  <a:lnTo>
                    <a:pt x="648016" y="5639678"/>
                  </a:lnTo>
                  <a:lnTo>
                    <a:pt x="648161" y="5639678"/>
                  </a:lnTo>
                  <a:lnTo>
                    <a:pt x="648161" y="5639054"/>
                  </a:lnTo>
                  <a:lnTo>
                    <a:pt x="648452" y="5639054"/>
                  </a:lnTo>
                  <a:lnTo>
                    <a:pt x="648597" y="5639054"/>
                  </a:lnTo>
                  <a:lnTo>
                    <a:pt x="648743" y="5639054"/>
                  </a:lnTo>
                  <a:lnTo>
                    <a:pt x="649033" y="5637807"/>
                  </a:lnTo>
                  <a:lnTo>
                    <a:pt x="649033" y="5637184"/>
                  </a:lnTo>
                  <a:lnTo>
                    <a:pt x="649179" y="5636560"/>
                  </a:lnTo>
                  <a:lnTo>
                    <a:pt x="649470" y="5636560"/>
                  </a:lnTo>
                  <a:lnTo>
                    <a:pt x="649615" y="5636560"/>
                  </a:lnTo>
                  <a:lnTo>
                    <a:pt x="649761" y="5636560"/>
                  </a:lnTo>
                  <a:lnTo>
                    <a:pt x="650197" y="5636560"/>
                  </a:lnTo>
                  <a:lnTo>
                    <a:pt x="650342" y="5636560"/>
                  </a:lnTo>
                  <a:lnTo>
                    <a:pt x="650488" y="5636560"/>
                  </a:lnTo>
                  <a:lnTo>
                    <a:pt x="650633" y="5636560"/>
                  </a:lnTo>
                  <a:lnTo>
                    <a:pt x="650779" y="5636560"/>
                  </a:lnTo>
                  <a:lnTo>
                    <a:pt x="650924" y="5636560"/>
                  </a:lnTo>
                  <a:lnTo>
                    <a:pt x="651069" y="5636560"/>
                  </a:lnTo>
                  <a:lnTo>
                    <a:pt x="651215" y="5636560"/>
                  </a:lnTo>
                  <a:lnTo>
                    <a:pt x="651360" y="5636560"/>
                  </a:lnTo>
                  <a:lnTo>
                    <a:pt x="651506" y="5636560"/>
                  </a:lnTo>
                  <a:lnTo>
                    <a:pt x="651651" y="5636560"/>
                  </a:lnTo>
                  <a:lnTo>
                    <a:pt x="651797" y="5636560"/>
                  </a:lnTo>
                  <a:lnTo>
                    <a:pt x="651942" y="5636560"/>
                  </a:lnTo>
                  <a:lnTo>
                    <a:pt x="652087" y="5636560"/>
                  </a:lnTo>
                  <a:lnTo>
                    <a:pt x="652233" y="5636560"/>
                  </a:lnTo>
                  <a:lnTo>
                    <a:pt x="652378" y="5636560"/>
                  </a:lnTo>
                  <a:lnTo>
                    <a:pt x="652524" y="5636560"/>
                  </a:lnTo>
                  <a:lnTo>
                    <a:pt x="652669" y="5636560"/>
                  </a:lnTo>
                  <a:lnTo>
                    <a:pt x="652815" y="5636560"/>
                  </a:lnTo>
                  <a:lnTo>
                    <a:pt x="653251" y="5635313"/>
                  </a:lnTo>
                  <a:lnTo>
                    <a:pt x="653396" y="5635313"/>
                  </a:lnTo>
                  <a:lnTo>
                    <a:pt x="653542" y="5635313"/>
                  </a:lnTo>
                  <a:lnTo>
                    <a:pt x="653687" y="5635313"/>
                  </a:lnTo>
                  <a:lnTo>
                    <a:pt x="653833" y="5635313"/>
                  </a:lnTo>
                  <a:lnTo>
                    <a:pt x="653978" y="5635313"/>
                  </a:lnTo>
                  <a:lnTo>
                    <a:pt x="654269" y="5635313"/>
                  </a:lnTo>
                  <a:lnTo>
                    <a:pt x="654269" y="5634066"/>
                  </a:lnTo>
                  <a:lnTo>
                    <a:pt x="654851" y="5634066"/>
                  </a:lnTo>
                  <a:lnTo>
                    <a:pt x="654996" y="5634066"/>
                  </a:lnTo>
                  <a:lnTo>
                    <a:pt x="655141" y="5634066"/>
                  </a:lnTo>
                  <a:lnTo>
                    <a:pt x="655287" y="5634066"/>
                  </a:lnTo>
                  <a:lnTo>
                    <a:pt x="655432" y="5634066"/>
                  </a:lnTo>
                  <a:lnTo>
                    <a:pt x="655578" y="5634066"/>
                  </a:lnTo>
                  <a:lnTo>
                    <a:pt x="655868" y="5634066"/>
                  </a:lnTo>
                  <a:lnTo>
                    <a:pt x="656159" y="5633442"/>
                  </a:lnTo>
                  <a:lnTo>
                    <a:pt x="656159" y="5632819"/>
                  </a:lnTo>
                  <a:lnTo>
                    <a:pt x="656305" y="5632819"/>
                  </a:lnTo>
                  <a:lnTo>
                    <a:pt x="656450" y="5632819"/>
                  </a:lnTo>
                  <a:lnTo>
                    <a:pt x="656450" y="5632195"/>
                  </a:lnTo>
                  <a:lnTo>
                    <a:pt x="656596" y="5632195"/>
                  </a:lnTo>
                  <a:lnTo>
                    <a:pt x="656741" y="5632195"/>
                  </a:lnTo>
                  <a:lnTo>
                    <a:pt x="656886" y="5632195"/>
                  </a:lnTo>
                  <a:lnTo>
                    <a:pt x="657177" y="5632195"/>
                  </a:lnTo>
                  <a:lnTo>
                    <a:pt x="657323" y="5632195"/>
                  </a:lnTo>
                  <a:lnTo>
                    <a:pt x="657468" y="5632195"/>
                  </a:lnTo>
                  <a:lnTo>
                    <a:pt x="657468" y="5631571"/>
                  </a:lnTo>
                  <a:lnTo>
                    <a:pt x="657614" y="5631571"/>
                  </a:lnTo>
                  <a:lnTo>
                    <a:pt x="657759" y="5631571"/>
                  </a:lnTo>
                  <a:lnTo>
                    <a:pt x="657904" y="5631571"/>
                  </a:lnTo>
                  <a:lnTo>
                    <a:pt x="658195" y="5631571"/>
                  </a:lnTo>
                  <a:lnTo>
                    <a:pt x="658486" y="5631571"/>
                  </a:lnTo>
                  <a:lnTo>
                    <a:pt x="658632" y="5631571"/>
                  </a:lnTo>
                  <a:lnTo>
                    <a:pt x="658777" y="5631571"/>
                  </a:lnTo>
                  <a:lnTo>
                    <a:pt x="658922" y="5631571"/>
                  </a:lnTo>
                  <a:lnTo>
                    <a:pt x="659068" y="5631571"/>
                  </a:lnTo>
                  <a:lnTo>
                    <a:pt x="659068" y="5630948"/>
                  </a:lnTo>
                  <a:lnTo>
                    <a:pt x="659213" y="5630948"/>
                  </a:lnTo>
                  <a:lnTo>
                    <a:pt x="659213" y="5629701"/>
                  </a:lnTo>
                  <a:lnTo>
                    <a:pt x="659359" y="5629077"/>
                  </a:lnTo>
                  <a:lnTo>
                    <a:pt x="659504" y="5629077"/>
                  </a:lnTo>
                  <a:lnTo>
                    <a:pt x="659650" y="5629077"/>
                  </a:lnTo>
                  <a:lnTo>
                    <a:pt x="659795" y="5629077"/>
                  </a:lnTo>
                  <a:lnTo>
                    <a:pt x="660086" y="5628454"/>
                  </a:lnTo>
                  <a:lnTo>
                    <a:pt x="660231" y="5628454"/>
                  </a:lnTo>
                  <a:lnTo>
                    <a:pt x="660377" y="5628454"/>
                  </a:lnTo>
                  <a:lnTo>
                    <a:pt x="660668" y="5627830"/>
                  </a:lnTo>
                  <a:lnTo>
                    <a:pt x="660813" y="5627830"/>
                  </a:lnTo>
                  <a:lnTo>
                    <a:pt x="660958" y="5627830"/>
                  </a:lnTo>
                  <a:lnTo>
                    <a:pt x="661104" y="5627830"/>
                  </a:lnTo>
                  <a:lnTo>
                    <a:pt x="661249" y="5627830"/>
                  </a:lnTo>
                  <a:lnTo>
                    <a:pt x="661395" y="5627830"/>
                  </a:lnTo>
                  <a:lnTo>
                    <a:pt x="661540" y="5627830"/>
                  </a:lnTo>
                  <a:lnTo>
                    <a:pt x="661685" y="5627830"/>
                  </a:lnTo>
                  <a:lnTo>
                    <a:pt x="661831" y="5627830"/>
                  </a:lnTo>
                  <a:lnTo>
                    <a:pt x="662122" y="5627830"/>
                  </a:lnTo>
                  <a:lnTo>
                    <a:pt x="662267" y="5627830"/>
                  </a:lnTo>
                  <a:lnTo>
                    <a:pt x="662413" y="5627830"/>
                  </a:lnTo>
                  <a:lnTo>
                    <a:pt x="662558" y="5627830"/>
                  </a:lnTo>
                  <a:lnTo>
                    <a:pt x="662849" y="5627830"/>
                  </a:lnTo>
                  <a:lnTo>
                    <a:pt x="662994" y="5627830"/>
                  </a:lnTo>
                  <a:lnTo>
                    <a:pt x="663140" y="5627830"/>
                  </a:lnTo>
                  <a:lnTo>
                    <a:pt x="663721" y="5627206"/>
                  </a:lnTo>
                  <a:lnTo>
                    <a:pt x="663867" y="5627206"/>
                  </a:lnTo>
                  <a:lnTo>
                    <a:pt x="664012" y="5627206"/>
                  </a:lnTo>
                  <a:lnTo>
                    <a:pt x="664158" y="5627206"/>
                  </a:lnTo>
                  <a:lnTo>
                    <a:pt x="664303" y="5627206"/>
                  </a:lnTo>
                  <a:lnTo>
                    <a:pt x="664449" y="5627206"/>
                  </a:lnTo>
                  <a:lnTo>
                    <a:pt x="664594" y="5627206"/>
                  </a:lnTo>
                  <a:lnTo>
                    <a:pt x="664739" y="5627206"/>
                  </a:lnTo>
                  <a:lnTo>
                    <a:pt x="664885" y="5626583"/>
                  </a:lnTo>
                  <a:lnTo>
                    <a:pt x="665176" y="5625959"/>
                  </a:lnTo>
                  <a:lnTo>
                    <a:pt x="665321" y="5625959"/>
                  </a:lnTo>
                  <a:lnTo>
                    <a:pt x="665612" y="5625959"/>
                  </a:lnTo>
                  <a:lnTo>
                    <a:pt x="665903" y="5625959"/>
                  </a:lnTo>
                  <a:lnTo>
                    <a:pt x="665903" y="5625336"/>
                  </a:lnTo>
                  <a:lnTo>
                    <a:pt x="666194" y="5624712"/>
                  </a:lnTo>
                  <a:lnTo>
                    <a:pt x="666339" y="5624712"/>
                  </a:lnTo>
                  <a:lnTo>
                    <a:pt x="666485" y="5624712"/>
                  </a:lnTo>
                  <a:lnTo>
                    <a:pt x="666630" y="5624712"/>
                  </a:lnTo>
                  <a:lnTo>
                    <a:pt x="666921" y="5624712"/>
                  </a:lnTo>
                  <a:lnTo>
                    <a:pt x="667066" y="5624712"/>
                  </a:lnTo>
                  <a:lnTo>
                    <a:pt x="667212" y="5624712"/>
                  </a:lnTo>
                  <a:lnTo>
                    <a:pt x="667212" y="5624088"/>
                  </a:lnTo>
                  <a:lnTo>
                    <a:pt x="667357" y="5624088"/>
                  </a:lnTo>
                  <a:lnTo>
                    <a:pt x="667648" y="5623465"/>
                  </a:lnTo>
                  <a:lnTo>
                    <a:pt x="667939" y="5622841"/>
                  </a:lnTo>
                  <a:lnTo>
                    <a:pt x="668230" y="5622841"/>
                  </a:lnTo>
                  <a:lnTo>
                    <a:pt x="668375" y="5622841"/>
                  </a:lnTo>
                  <a:lnTo>
                    <a:pt x="668520" y="5622841"/>
                  </a:lnTo>
                  <a:lnTo>
                    <a:pt x="668666" y="5622841"/>
                  </a:lnTo>
                  <a:lnTo>
                    <a:pt x="668957" y="5622841"/>
                  </a:lnTo>
                  <a:lnTo>
                    <a:pt x="669248" y="5622841"/>
                  </a:lnTo>
                  <a:lnTo>
                    <a:pt x="669684" y="5622841"/>
                  </a:lnTo>
                  <a:lnTo>
                    <a:pt x="669975" y="5622841"/>
                  </a:lnTo>
                  <a:lnTo>
                    <a:pt x="669975" y="5622218"/>
                  </a:lnTo>
                  <a:lnTo>
                    <a:pt x="669975" y="5621594"/>
                  </a:lnTo>
                  <a:lnTo>
                    <a:pt x="670120" y="5621594"/>
                  </a:lnTo>
                  <a:lnTo>
                    <a:pt x="670266" y="5621594"/>
                  </a:lnTo>
                  <a:lnTo>
                    <a:pt x="670266" y="5620971"/>
                  </a:lnTo>
                  <a:lnTo>
                    <a:pt x="670411" y="5620971"/>
                  </a:lnTo>
                  <a:lnTo>
                    <a:pt x="670556" y="5620971"/>
                  </a:lnTo>
                  <a:lnTo>
                    <a:pt x="670702" y="5620971"/>
                  </a:lnTo>
                  <a:lnTo>
                    <a:pt x="670847" y="5620971"/>
                  </a:lnTo>
                  <a:lnTo>
                    <a:pt x="670993" y="5620971"/>
                  </a:lnTo>
                  <a:lnTo>
                    <a:pt x="671138" y="5620971"/>
                  </a:lnTo>
                  <a:lnTo>
                    <a:pt x="671284" y="5620971"/>
                  </a:lnTo>
                  <a:lnTo>
                    <a:pt x="671429" y="5620971"/>
                  </a:lnTo>
                  <a:lnTo>
                    <a:pt x="671574" y="5620971"/>
                  </a:lnTo>
                  <a:lnTo>
                    <a:pt x="671720" y="5620971"/>
                  </a:lnTo>
                  <a:lnTo>
                    <a:pt x="671720" y="5620347"/>
                  </a:lnTo>
                  <a:lnTo>
                    <a:pt x="671865" y="5620347"/>
                  </a:lnTo>
                  <a:lnTo>
                    <a:pt x="672011" y="5620347"/>
                  </a:lnTo>
                  <a:lnTo>
                    <a:pt x="672302" y="5620347"/>
                  </a:lnTo>
                  <a:lnTo>
                    <a:pt x="672447" y="5620347"/>
                  </a:lnTo>
                  <a:lnTo>
                    <a:pt x="672592" y="5620347"/>
                  </a:lnTo>
                  <a:lnTo>
                    <a:pt x="672592" y="5619723"/>
                  </a:lnTo>
                  <a:lnTo>
                    <a:pt x="672738" y="5619723"/>
                  </a:lnTo>
                  <a:lnTo>
                    <a:pt x="673029" y="5618476"/>
                  </a:lnTo>
                  <a:lnTo>
                    <a:pt x="673029" y="5617853"/>
                  </a:lnTo>
                  <a:lnTo>
                    <a:pt x="673320" y="5617853"/>
                  </a:lnTo>
                  <a:lnTo>
                    <a:pt x="673465" y="5617853"/>
                  </a:lnTo>
                  <a:lnTo>
                    <a:pt x="673610" y="5617853"/>
                  </a:lnTo>
                  <a:lnTo>
                    <a:pt x="673901" y="5617853"/>
                  </a:lnTo>
                  <a:lnTo>
                    <a:pt x="673901" y="5617229"/>
                  </a:lnTo>
                  <a:lnTo>
                    <a:pt x="674047" y="5617229"/>
                  </a:lnTo>
                  <a:lnTo>
                    <a:pt x="674192" y="5617229"/>
                  </a:lnTo>
                  <a:lnTo>
                    <a:pt x="674338" y="5617229"/>
                  </a:lnTo>
                  <a:lnTo>
                    <a:pt x="674483" y="5617229"/>
                  </a:lnTo>
                  <a:lnTo>
                    <a:pt x="674483" y="5616605"/>
                  </a:lnTo>
                  <a:lnTo>
                    <a:pt x="674628" y="5616605"/>
                  </a:lnTo>
                  <a:lnTo>
                    <a:pt x="674919" y="5615982"/>
                  </a:lnTo>
                  <a:lnTo>
                    <a:pt x="675065" y="5615982"/>
                  </a:lnTo>
                  <a:lnTo>
                    <a:pt x="675210" y="5615982"/>
                  </a:lnTo>
                  <a:lnTo>
                    <a:pt x="675210" y="5615358"/>
                  </a:lnTo>
                  <a:lnTo>
                    <a:pt x="675355" y="5615358"/>
                  </a:lnTo>
                  <a:lnTo>
                    <a:pt x="675646" y="5615358"/>
                  </a:lnTo>
                  <a:lnTo>
                    <a:pt x="675792" y="5615358"/>
                  </a:lnTo>
                  <a:lnTo>
                    <a:pt x="675937" y="5615358"/>
                  </a:lnTo>
                  <a:lnTo>
                    <a:pt x="676083" y="5615358"/>
                  </a:lnTo>
                  <a:lnTo>
                    <a:pt x="676373" y="5615358"/>
                  </a:lnTo>
                  <a:lnTo>
                    <a:pt x="676664" y="5615358"/>
                  </a:lnTo>
                  <a:lnTo>
                    <a:pt x="676810" y="5614735"/>
                  </a:lnTo>
                  <a:lnTo>
                    <a:pt x="676955" y="5614735"/>
                  </a:lnTo>
                  <a:lnTo>
                    <a:pt x="677101" y="5614735"/>
                  </a:lnTo>
                  <a:lnTo>
                    <a:pt x="677246" y="5614735"/>
                  </a:lnTo>
                  <a:lnTo>
                    <a:pt x="677537" y="5614735"/>
                  </a:lnTo>
                  <a:lnTo>
                    <a:pt x="677682" y="5614735"/>
                  </a:lnTo>
                  <a:lnTo>
                    <a:pt x="677682" y="5614111"/>
                  </a:lnTo>
                  <a:lnTo>
                    <a:pt x="677973" y="5614111"/>
                  </a:lnTo>
                  <a:lnTo>
                    <a:pt x="678119" y="5614111"/>
                  </a:lnTo>
                  <a:lnTo>
                    <a:pt x="678119" y="5613488"/>
                  </a:lnTo>
                  <a:lnTo>
                    <a:pt x="678264" y="5613488"/>
                  </a:lnTo>
                  <a:lnTo>
                    <a:pt x="678264" y="5612864"/>
                  </a:lnTo>
                  <a:lnTo>
                    <a:pt x="678409" y="5612864"/>
                  </a:lnTo>
                  <a:lnTo>
                    <a:pt x="678700" y="5612864"/>
                  </a:lnTo>
                  <a:lnTo>
                    <a:pt x="678846" y="5612864"/>
                  </a:lnTo>
                  <a:lnTo>
                    <a:pt x="678991" y="5612864"/>
                  </a:lnTo>
                  <a:lnTo>
                    <a:pt x="679282" y="5612240"/>
                  </a:lnTo>
                  <a:lnTo>
                    <a:pt x="679427" y="5612240"/>
                  </a:lnTo>
                  <a:lnTo>
                    <a:pt x="679573" y="5612240"/>
                  </a:lnTo>
                  <a:lnTo>
                    <a:pt x="679718" y="5612240"/>
                  </a:lnTo>
                  <a:lnTo>
                    <a:pt x="680300" y="5611617"/>
                  </a:lnTo>
                  <a:lnTo>
                    <a:pt x="680591" y="5611617"/>
                  </a:lnTo>
                  <a:lnTo>
                    <a:pt x="681027" y="5611617"/>
                  </a:lnTo>
                  <a:lnTo>
                    <a:pt x="681173" y="5611617"/>
                  </a:lnTo>
                  <a:lnTo>
                    <a:pt x="681609" y="5611617"/>
                  </a:lnTo>
                  <a:lnTo>
                    <a:pt x="681900" y="5611617"/>
                  </a:lnTo>
                  <a:lnTo>
                    <a:pt x="682045" y="5611617"/>
                  </a:lnTo>
                  <a:lnTo>
                    <a:pt x="682190" y="5611617"/>
                  </a:lnTo>
                  <a:lnTo>
                    <a:pt x="682481" y="5610993"/>
                  </a:lnTo>
                  <a:lnTo>
                    <a:pt x="682772" y="5610370"/>
                  </a:lnTo>
                  <a:lnTo>
                    <a:pt x="682918" y="5609746"/>
                  </a:lnTo>
                  <a:lnTo>
                    <a:pt x="683208" y="5609746"/>
                  </a:lnTo>
                  <a:lnTo>
                    <a:pt x="683354" y="5609746"/>
                  </a:lnTo>
                  <a:lnTo>
                    <a:pt x="683499" y="5609746"/>
                  </a:lnTo>
                  <a:lnTo>
                    <a:pt x="683645" y="5609746"/>
                  </a:lnTo>
                  <a:lnTo>
                    <a:pt x="683936" y="5609746"/>
                  </a:lnTo>
                  <a:lnTo>
                    <a:pt x="684081" y="5609746"/>
                  </a:lnTo>
                  <a:lnTo>
                    <a:pt x="684226" y="5609122"/>
                  </a:lnTo>
                  <a:lnTo>
                    <a:pt x="684372" y="5609122"/>
                  </a:lnTo>
                  <a:lnTo>
                    <a:pt x="684372" y="5608499"/>
                  </a:lnTo>
                  <a:lnTo>
                    <a:pt x="684517" y="5608499"/>
                  </a:lnTo>
                  <a:lnTo>
                    <a:pt x="684663" y="5608499"/>
                  </a:lnTo>
                  <a:lnTo>
                    <a:pt x="684808" y="5608499"/>
                  </a:lnTo>
                  <a:lnTo>
                    <a:pt x="684808" y="5607875"/>
                  </a:lnTo>
                  <a:lnTo>
                    <a:pt x="684954" y="5607875"/>
                  </a:lnTo>
                  <a:lnTo>
                    <a:pt x="685099" y="5607875"/>
                  </a:lnTo>
                  <a:lnTo>
                    <a:pt x="685244" y="5607875"/>
                  </a:lnTo>
                  <a:lnTo>
                    <a:pt x="685390" y="5607875"/>
                  </a:lnTo>
                  <a:lnTo>
                    <a:pt x="685535" y="5607875"/>
                  </a:lnTo>
                  <a:lnTo>
                    <a:pt x="685681" y="5607875"/>
                  </a:lnTo>
                  <a:lnTo>
                    <a:pt x="685826" y="5607875"/>
                  </a:lnTo>
                  <a:lnTo>
                    <a:pt x="685972" y="5607875"/>
                  </a:lnTo>
                  <a:lnTo>
                    <a:pt x="686117" y="5607875"/>
                  </a:lnTo>
                  <a:lnTo>
                    <a:pt x="686262" y="5607875"/>
                  </a:lnTo>
                  <a:lnTo>
                    <a:pt x="686553" y="5607875"/>
                  </a:lnTo>
                  <a:lnTo>
                    <a:pt x="686553" y="5607252"/>
                  </a:lnTo>
                  <a:lnTo>
                    <a:pt x="686844" y="5607252"/>
                  </a:lnTo>
                  <a:lnTo>
                    <a:pt x="686990" y="5607252"/>
                  </a:lnTo>
                  <a:lnTo>
                    <a:pt x="687135" y="5607252"/>
                  </a:lnTo>
                  <a:lnTo>
                    <a:pt x="687280" y="5607252"/>
                  </a:lnTo>
                  <a:lnTo>
                    <a:pt x="687426" y="5607252"/>
                  </a:lnTo>
                  <a:lnTo>
                    <a:pt x="687571" y="5607252"/>
                  </a:lnTo>
                  <a:lnTo>
                    <a:pt x="687571" y="5606628"/>
                  </a:lnTo>
                  <a:lnTo>
                    <a:pt x="687862" y="5606005"/>
                  </a:lnTo>
                  <a:lnTo>
                    <a:pt x="688008" y="5606005"/>
                  </a:lnTo>
                  <a:lnTo>
                    <a:pt x="688153" y="5606005"/>
                  </a:lnTo>
                  <a:lnTo>
                    <a:pt x="688298" y="5606005"/>
                  </a:lnTo>
                  <a:lnTo>
                    <a:pt x="688444" y="5606005"/>
                  </a:lnTo>
                  <a:lnTo>
                    <a:pt x="688735" y="5606005"/>
                  </a:lnTo>
                  <a:lnTo>
                    <a:pt x="688880" y="5606005"/>
                  </a:lnTo>
                  <a:lnTo>
                    <a:pt x="689171" y="5606005"/>
                  </a:lnTo>
                  <a:lnTo>
                    <a:pt x="689316" y="5606005"/>
                  </a:lnTo>
                  <a:lnTo>
                    <a:pt x="689462" y="5606005"/>
                  </a:lnTo>
                  <a:lnTo>
                    <a:pt x="689898" y="5606005"/>
                  </a:lnTo>
                  <a:lnTo>
                    <a:pt x="690043" y="5606005"/>
                  </a:lnTo>
                  <a:lnTo>
                    <a:pt x="690334" y="5605381"/>
                  </a:lnTo>
                  <a:lnTo>
                    <a:pt x="690480" y="5605381"/>
                  </a:lnTo>
                  <a:lnTo>
                    <a:pt x="690625" y="5605381"/>
                  </a:lnTo>
                  <a:lnTo>
                    <a:pt x="690916" y="5604757"/>
                  </a:lnTo>
                  <a:lnTo>
                    <a:pt x="691061" y="5604757"/>
                  </a:lnTo>
                  <a:lnTo>
                    <a:pt x="691061" y="5604134"/>
                  </a:lnTo>
                  <a:lnTo>
                    <a:pt x="691207" y="5604134"/>
                  </a:lnTo>
                  <a:lnTo>
                    <a:pt x="691498" y="5603510"/>
                  </a:lnTo>
                  <a:lnTo>
                    <a:pt x="691643" y="5603510"/>
                  </a:lnTo>
                  <a:lnTo>
                    <a:pt x="691789" y="5603510"/>
                  </a:lnTo>
                  <a:lnTo>
                    <a:pt x="692079" y="5603510"/>
                  </a:lnTo>
                  <a:lnTo>
                    <a:pt x="692225" y="5603510"/>
                  </a:lnTo>
                  <a:lnTo>
                    <a:pt x="692516" y="5603510"/>
                  </a:lnTo>
                  <a:lnTo>
                    <a:pt x="692661" y="5603510"/>
                  </a:lnTo>
                  <a:lnTo>
                    <a:pt x="692807" y="5603510"/>
                  </a:lnTo>
                  <a:lnTo>
                    <a:pt x="693243" y="5603510"/>
                  </a:lnTo>
                  <a:lnTo>
                    <a:pt x="693388" y="5603510"/>
                  </a:lnTo>
                  <a:lnTo>
                    <a:pt x="693534" y="5603510"/>
                  </a:lnTo>
                  <a:lnTo>
                    <a:pt x="693534" y="5602887"/>
                  </a:lnTo>
                  <a:lnTo>
                    <a:pt x="693534" y="5602263"/>
                  </a:lnTo>
                  <a:lnTo>
                    <a:pt x="693970" y="5602263"/>
                  </a:lnTo>
                  <a:lnTo>
                    <a:pt x="694115" y="5601639"/>
                  </a:lnTo>
                  <a:lnTo>
                    <a:pt x="694261" y="5601639"/>
                  </a:lnTo>
                  <a:lnTo>
                    <a:pt x="694406" y="5601639"/>
                  </a:lnTo>
                  <a:lnTo>
                    <a:pt x="694552" y="5601639"/>
                  </a:lnTo>
                  <a:lnTo>
                    <a:pt x="694697" y="5601639"/>
                  </a:lnTo>
                  <a:lnTo>
                    <a:pt x="694843" y="5601639"/>
                  </a:lnTo>
                  <a:lnTo>
                    <a:pt x="694988" y="5601639"/>
                  </a:lnTo>
                  <a:lnTo>
                    <a:pt x="695279" y="5601639"/>
                  </a:lnTo>
                  <a:lnTo>
                    <a:pt x="695424" y="5601639"/>
                  </a:lnTo>
                  <a:lnTo>
                    <a:pt x="695424" y="5601016"/>
                  </a:lnTo>
                  <a:lnTo>
                    <a:pt x="695570" y="5601016"/>
                  </a:lnTo>
                  <a:lnTo>
                    <a:pt x="695715" y="5601016"/>
                  </a:lnTo>
                  <a:lnTo>
                    <a:pt x="695860" y="5601016"/>
                  </a:lnTo>
                  <a:lnTo>
                    <a:pt x="696006" y="5601016"/>
                  </a:lnTo>
                  <a:lnTo>
                    <a:pt x="696151" y="5601016"/>
                  </a:lnTo>
                  <a:lnTo>
                    <a:pt x="696151" y="5599769"/>
                  </a:lnTo>
                  <a:lnTo>
                    <a:pt x="696442" y="5599769"/>
                  </a:lnTo>
                  <a:lnTo>
                    <a:pt x="696588" y="5599769"/>
                  </a:lnTo>
                  <a:lnTo>
                    <a:pt x="696733" y="5599769"/>
                  </a:lnTo>
                  <a:lnTo>
                    <a:pt x="696733" y="5599145"/>
                  </a:lnTo>
                  <a:lnTo>
                    <a:pt x="696733" y="5598522"/>
                  </a:lnTo>
                  <a:lnTo>
                    <a:pt x="696878" y="5598522"/>
                  </a:lnTo>
                  <a:lnTo>
                    <a:pt x="697024" y="5598522"/>
                  </a:lnTo>
                  <a:lnTo>
                    <a:pt x="697169" y="5598522"/>
                  </a:lnTo>
                  <a:lnTo>
                    <a:pt x="697315" y="5598522"/>
                  </a:lnTo>
                  <a:lnTo>
                    <a:pt x="697460" y="5597898"/>
                  </a:lnTo>
                  <a:lnTo>
                    <a:pt x="697751" y="5597898"/>
                  </a:lnTo>
                  <a:lnTo>
                    <a:pt x="697896" y="5597898"/>
                  </a:lnTo>
                  <a:lnTo>
                    <a:pt x="697896" y="5597274"/>
                  </a:lnTo>
                  <a:lnTo>
                    <a:pt x="698042" y="5597274"/>
                  </a:lnTo>
                  <a:lnTo>
                    <a:pt x="698187" y="5597274"/>
                  </a:lnTo>
                  <a:lnTo>
                    <a:pt x="698769" y="5597274"/>
                  </a:lnTo>
                  <a:lnTo>
                    <a:pt x="698914" y="5597274"/>
                  </a:lnTo>
                  <a:lnTo>
                    <a:pt x="699060" y="5597274"/>
                  </a:lnTo>
                  <a:lnTo>
                    <a:pt x="699205" y="5597274"/>
                  </a:lnTo>
                  <a:lnTo>
                    <a:pt x="699351" y="5597274"/>
                  </a:lnTo>
                  <a:lnTo>
                    <a:pt x="699496" y="5597274"/>
                  </a:lnTo>
                  <a:lnTo>
                    <a:pt x="699642" y="5597274"/>
                  </a:lnTo>
                  <a:lnTo>
                    <a:pt x="699787" y="5597274"/>
                  </a:lnTo>
                  <a:lnTo>
                    <a:pt x="699932" y="5597274"/>
                  </a:lnTo>
                  <a:lnTo>
                    <a:pt x="700078" y="5597274"/>
                  </a:lnTo>
                  <a:lnTo>
                    <a:pt x="700223" y="5597274"/>
                  </a:lnTo>
                  <a:lnTo>
                    <a:pt x="700369" y="5597274"/>
                  </a:lnTo>
                  <a:lnTo>
                    <a:pt x="700514" y="5597274"/>
                  </a:lnTo>
                  <a:lnTo>
                    <a:pt x="700660" y="5597274"/>
                  </a:lnTo>
                  <a:lnTo>
                    <a:pt x="700950" y="5597274"/>
                  </a:lnTo>
                  <a:lnTo>
                    <a:pt x="701096" y="5597274"/>
                  </a:lnTo>
                  <a:lnTo>
                    <a:pt x="701241" y="5597274"/>
                  </a:lnTo>
                  <a:lnTo>
                    <a:pt x="701678" y="5596651"/>
                  </a:lnTo>
                  <a:lnTo>
                    <a:pt x="701823" y="5596651"/>
                  </a:lnTo>
                  <a:lnTo>
                    <a:pt x="701968" y="5596651"/>
                  </a:lnTo>
                  <a:lnTo>
                    <a:pt x="702114" y="5596651"/>
                  </a:lnTo>
                  <a:lnTo>
                    <a:pt x="702114" y="5596027"/>
                  </a:lnTo>
                  <a:lnTo>
                    <a:pt x="702114" y="5595404"/>
                  </a:lnTo>
                  <a:lnTo>
                    <a:pt x="702405" y="5595404"/>
                  </a:lnTo>
                  <a:lnTo>
                    <a:pt x="702550" y="5595404"/>
                  </a:lnTo>
                  <a:lnTo>
                    <a:pt x="702695" y="5595404"/>
                  </a:lnTo>
                  <a:lnTo>
                    <a:pt x="702841" y="5595404"/>
                  </a:lnTo>
                  <a:lnTo>
                    <a:pt x="702986" y="5595404"/>
                  </a:lnTo>
                  <a:lnTo>
                    <a:pt x="703132" y="5595404"/>
                  </a:lnTo>
                  <a:lnTo>
                    <a:pt x="703277" y="5595404"/>
                  </a:lnTo>
                  <a:lnTo>
                    <a:pt x="703423" y="5595404"/>
                  </a:lnTo>
                  <a:lnTo>
                    <a:pt x="703568" y="5595404"/>
                  </a:lnTo>
                  <a:lnTo>
                    <a:pt x="703568" y="5594780"/>
                  </a:lnTo>
                  <a:lnTo>
                    <a:pt x="703713" y="5594780"/>
                  </a:lnTo>
                  <a:lnTo>
                    <a:pt x="703713" y="5594156"/>
                  </a:lnTo>
                  <a:lnTo>
                    <a:pt x="703713" y="5593533"/>
                  </a:lnTo>
                  <a:lnTo>
                    <a:pt x="703859" y="5593533"/>
                  </a:lnTo>
                  <a:lnTo>
                    <a:pt x="703859" y="5592909"/>
                  </a:lnTo>
                  <a:lnTo>
                    <a:pt x="704004" y="5592909"/>
                  </a:lnTo>
                  <a:lnTo>
                    <a:pt x="704150" y="5592909"/>
                  </a:lnTo>
                  <a:lnTo>
                    <a:pt x="704295" y="5592909"/>
                  </a:lnTo>
                  <a:lnTo>
                    <a:pt x="704441" y="5592909"/>
                  </a:lnTo>
                  <a:lnTo>
                    <a:pt x="704586" y="5592909"/>
                  </a:lnTo>
                  <a:lnTo>
                    <a:pt x="704586" y="5592286"/>
                  </a:lnTo>
                  <a:lnTo>
                    <a:pt x="704731" y="5592286"/>
                  </a:lnTo>
                  <a:lnTo>
                    <a:pt x="704877" y="5592286"/>
                  </a:lnTo>
                  <a:lnTo>
                    <a:pt x="705022" y="5591039"/>
                  </a:lnTo>
                  <a:lnTo>
                    <a:pt x="705168" y="5590415"/>
                  </a:lnTo>
                  <a:lnTo>
                    <a:pt x="705459" y="5590415"/>
                  </a:lnTo>
                  <a:lnTo>
                    <a:pt x="705604" y="5590415"/>
                  </a:lnTo>
                  <a:lnTo>
                    <a:pt x="705895" y="5590415"/>
                  </a:lnTo>
                  <a:lnTo>
                    <a:pt x="706040" y="5590415"/>
                  </a:lnTo>
                  <a:lnTo>
                    <a:pt x="706186" y="5590415"/>
                  </a:lnTo>
                  <a:lnTo>
                    <a:pt x="706331" y="5590415"/>
                  </a:lnTo>
                  <a:lnTo>
                    <a:pt x="706477" y="5589791"/>
                  </a:lnTo>
                  <a:lnTo>
                    <a:pt x="706767" y="5589791"/>
                  </a:lnTo>
                  <a:lnTo>
                    <a:pt x="707058" y="5589791"/>
                  </a:lnTo>
                  <a:lnTo>
                    <a:pt x="707204" y="5589791"/>
                  </a:lnTo>
                  <a:lnTo>
                    <a:pt x="707204" y="5589168"/>
                  </a:lnTo>
                  <a:lnTo>
                    <a:pt x="707204" y="5588544"/>
                  </a:lnTo>
                  <a:lnTo>
                    <a:pt x="707495" y="5588544"/>
                  </a:lnTo>
                  <a:lnTo>
                    <a:pt x="707640" y="5587921"/>
                  </a:lnTo>
                  <a:lnTo>
                    <a:pt x="707785" y="5587297"/>
                  </a:lnTo>
                  <a:lnTo>
                    <a:pt x="707931" y="5587297"/>
                  </a:lnTo>
                  <a:lnTo>
                    <a:pt x="707931" y="5586673"/>
                  </a:lnTo>
                  <a:lnTo>
                    <a:pt x="707931" y="5586050"/>
                  </a:lnTo>
                  <a:lnTo>
                    <a:pt x="707931" y="5585426"/>
                  </a:lnTo>
                  <a:lnTo>
                    <a:pt x="708222" y="5584803"/>
                  </a:lnTo>
                  <a:lnTo>
                    <a:pt x="708367" y="5584803"/>
                  </a:lnTo>
                  <a:lnTo>
                    <a:pt x="708513" y="5584803"/>
                  </a:lnTo>
                  <a:lnTo>
                    <a:pt x="708658" y="5584803"/>
                  </a:lnTo>
                  <a:lnTo>
                    <a:pt x="708803" y="5584803"/>
                  </a:lnTo>
                  <a:lnTo>
                    <a:pt x="708803" y="5583556"/>
                  </a:lnTo>
                  <a:lnTo>
                    <a:pt x="708803" y="5582308"/>
                  </a:lnTo>
                  <a:lnTo>
                    <a:pt x="708949" y="5582308"/>
                  </a:lnTo>
                  <a:lnTo>
                    <a:pt x="709094" y="5582308"/>
                  </a:lnTo>
                  <a:lnTo>
                    <a:pt x="709240" y="5582308"/>
                  </a:lnTo>
                  <a:lnTo>
                    <a:pt x="709385" y="5582308"/>
                  </a:lnTo>
                  <a:lnTo>
                    <a:pt x="709530" y="5582308"/>
                  </a:lnTo>
                  <a:lnTo>
                    <a:pt x="709676" y="5582308"/>
                  </a:lnTo>
                  <a:lnTo>
                    <a:pt x="709967" y="5582308"/>
                  </a:lnTo>
                  <a:lnTo>
                    <a:pt x="710112" y="5581685"/>
                  </a:lnTo>
                  <a:lnTo>
                    <a:pt x="710258" y="5581685"/>
                  </a:lnTo>
                  <a:lnTo>
                    <a:pt x="710403" y="5581685"/>
                  </a:lnTo>
                  <a:lnTo>
                    <a:pt x="710403" y="5581061"/>
                  </a:lnTo>
                  <a:lnTo>
                    <a:pt x="710548" y="5581061"/>
                  </a:lnTo>
                  <a:lnTo>
                    <a:pt x="711276" y="5580438"/>
                  </a:lnTo>
                  <a:lnTo>
                    <a:pt x="711421" y="5580438"/>
                  </a:lnTo>
                  <a:lnTo>
                    <a:pt x="711566" y="5580438"/>
                  </a:lnTo>
                  <a:lnTo>
                    <a:pt x="711566" y="5579814"/>
                  </a:lnTo>
                  <a:lnTo>
                    <a:pt x="711712" y="5579814"/>
                  </a:lnTo>
                  <a:lnTo>
                    <a:pt x="711857" y="5578567"/>
                  </a:lnTo>
                  <a:lnTo>
                    <a:pt x="712148" y="5578567"/>
                  </a:lnTo>
                  <a:lnTo>
                    <a:pt x="712294" y="5578567"/>
                  </a:lnTo>
                  <a:lnTo>
                    <a:pt x="712439" y="5577320"/>
                  </a:lnTo>
                  <a:lnTo>
                    <a:pt x="712730" y="5576696"/>
                  </a:lnTo>
                  <a:lnTo>
                    <a:pt x="712875" y="5576696"/>
                  </a:lnTo>
                  <a:lnTo>
                    <a:pt x="713021" y="5576696"/>
                  </a:lnTo>
                  <a:lnTo>
                    <a:pt x="713021" y="5576073"/>
                  </a:lnTo>
                  <a:lnTo>
                    <a:pt x="713166" y="5575449"/>
                  </a:lnTo>
                  <a:lnTo>
                    <a:pt x="713457" y="5575449"/>
                  </a:lnTo>
                  <a:lnTo>
                    <a:pt x="713602" y="5575449"/>
                  </a:lnTo>
                  <a:lnTo>
                    <a:pt x="713748" y="5575449"/>
                  </a:lnTo>
                  <a:lnTo>
                    <a:pt x="713893" y="5575449"/>
                  </a:lnTo>
                  <a:lnTo>
                    <a:pt x="714039" y="5575449"/>
                  </a:lnTo>
                  <a:lnTo>
                    <a:pt x="714184" y="5575449"/>
                  </a:lnTo>
                  <a:lnTo>
                    <a:pt x="714184" y="5574825"/>
                  </a:lnTo>
                  <a:lnTo>
                    <a:pt x="714184" y="5574202"/>
                  </a:lnTo>
                  <a:lnTo>
                    <a:pt x="714330" y="5574202"/>
                  </a:lnTo>
                  <a:lnTo>
                    <a:pt x="714475" y="5574202"/>
                  </a:lnTo>
                  <a:lnTo>
                    <a:pt x="714620" y="5574202"/>
                  </a:lnTo>
                  <a:lnTo>
                    <a:pt x="714766" y="5574202"/>
                  </a:lnTo>
                  <a:lnTo>
                    <a:pt x="715202" y="5574202"/>
                  </a:lnTo>
                  <a:lnTo>
                    <a:pt x="715348" y="5574202"/>
                  </a:lnTo>
                  <a:lnTo>
                    <a:pt x="715493" y="5574202"/>
                  </a:lnTo>
                  <a:lnTo>
                    <a:pt x="715784" y="5574202"/>
                  </a:lnTo>
                  <a:lnTo>
                    <a:pt x="715929" y="5574202"/>
                  </a:lnTo>
                  <a:lnTo>
                    <a:pt x="716075" y="5574202"/>
                  </a:lnTo>
                  <a:lnTo>
                    <a:pt x="716220" y="5574202"/>
                  </a:lnTo>
                  <a:lnTo>
                    <a:pt x="716365" y="5574202"/>
                  </a:lnTo>
                  <a:lnTo>
                    <a:pt x="716656" y="5574202"/>
                  </a:lnTo>
                  <a:lnTo>
                    <a:pt x="716802" y="5574202"/>
                  </a:lnTo>
                  <a:lnTo>
                    <a:pt x="717093" y="5574202"/>
                  </a:lnTo>
                  <a:lnTo>
                    <a:pt x="717238" y="5574202"/>
                  </a:lnTo>
                  <a:lnTo>
                    <a:pt x="717383" y="5573578"/>
                  </a:lnTo>
                  <a:lnTo>
                    <a:pt x="717529" y="5572955"/>
                  </a:lnTo>
                  <a:lnTo>
                    <a:pt x="717674" y="5572955"/>
                  </a:lnTo>
                  <a:lnTo>
                    <a:pt x="717820" y="5572955"/>
                  </a:lnTo>
                  <a:lnTo>
                    <a:pt x="717965" y="5572955"/>
                  </a:lnTo>
                  <a:lnTo>
                    <a:pt x="718111" y="5572955"/>
                  </a:lnTo>
                  <a:lnTo>
                    <a:pt x="718401" y="5572955"/>
                  </a:lnTo>
                  <a:lnTo>
                    <a:pt x="718692" y="5572955"/>
                  </a:lnTo>
                  <a:lnTo>
                    <a:pt x="718838" y="5572955"/>
                  </a:lnTo>
                  <a:lnTo>
                    <a:pt x="718838" y="5572331"/>
                  </a:lnTo>
                  <a:lnTo>
                    <a:pt x="718983" y="5572331"/>
                  </a:lnTo>
                  <a:lnTo>
                    <a:pt x="719129" y="5572331"/>
                  </a:lnTo>
                  <a:lnTo>
                    <a:pt x="719274" y="5572331"/>
                  </a:lnTo>
                  <a:lnTo>
                    <a:pt x="719274" y="5571708"/>
                  </a:lnTo>
                  <a:lnTo>
                    <a:pt x="719419" y="5571708"/>
                  </a:lnTo>
                  <a:lnTo>
                    <a:pt x="719419" y="5571084"/>
                  </a:lnTo>
                  <a:lnTo>
                    <a:pt x="719710" y="5571084"/>
                  </a:lnTo>
                  <a:lnTo>
                    <a:pt x="719710" y="5569837"/>
                  </a:lnTo>
                  <a:lnTo>
                    <a:pt x="720147" y="5569837"/>
                  </a:lnTo>
                  <a:lnTo>
                    <a:pt x="720292" y="5569837"/>
                  </a:lnTo>
                  <a:lnTo>
                    <a:pt x="720437" y="5569837"/>
                  </a:lnTo>
                  <a:lnTo>
                    <a:pt x="720583" y="5569837"/>
                  </a:lnTo>
                  <a:lnTo>
                    <a:pt x="720728" y="5569837"/>
                  </a:lnTo>
                  <a:lnTo>
                    <a:pt x="720728" y="5569213"/>
                  </a:lnTo>
                  <a:lnTo>
                    <a:pt x="720874" y="5567966"/>
                  </a:lnTo>
                  <a:lnTo>
                    <a:pt x="721019" y="5567966"/>
                  </a:lnTo>
                  <a:lnTo>
                    <a:pt x="721165" y="5567966"/>
                  </a:lnTo>
                  <a:lnTo>
                    <a:pt x="721310" y="5567966"/>
                  </a:lnTo>
                  <a:lnTo>
                    <a:pt x="721455" y="5567966"/>
                  </a:lnTo>
                  <a:lnTo>
                    <a:pt x="721601" y="5567966"/>
                  </a:lnTo>
                  <a:lnTo>
                    <a:pt x="721601" y="5567342"/>
                  </a:lnTo>
                  <a:lnTo>
                    <a:pt x="721601" y="5566719"/>
                  </a:lnTo>
                  <a:lnTo>
                    <a:pt x="721746" y="5566719"/>
                  </a:lnTo>
                  <a:lnTo>
                    <a:pt x="721892" y="5566719"/>
                  </a:lnTo>
                  <a:lnTo>
                    <a:pt x="722037" y="5566719"/>
                  </a:lnTo>
                  <a:lnTo>
                    <a:pt x="722183" y="5566719"/>
                  </a:lnTo>
                  <a:lnTo>
                    <a:pt x="722619" y="5566719"/>
                  </a:lnTo>
                  <a:lnTo>
                    <a:pt x="722619" y="5566095"/>
                  </a:lnTo>
                  <a:lnTo>
                    <a:pt x="722764" y="5566095"/>
                  </a:lnTo>
                  <a:lnTo>
                    <a:pt x="722910" y="5566095"/>
                  </a:lnTo>
                  <a:lnTo>
                    <a:pt x="723055" y="5566095"/>
                  </a:lnTo>
                  <a:lnTo>
                    <a:pt x="723200" y="5566095"/>
                  </a:lnTo>
                  <a:lnTo>
                    <a:pt x="723346" y="5566095"/>
                  </a:lnTo>
                  <a:lnTo>
                    <a:pt x="723637" y="5566095"/>
                  </a:lnTo>
                  <a:lnTo>
                    <a:pt x="723782" y="5566095"/>
                  </a:lnTo>
                  <a:lnTo>
                    <a:pt x="723928" y="5566095"/>
                  </a:lnTo>
                  <a:lnTo>
                    <a:pt x="724364" y="5566095"/>
                  </a:lnTo>
                  <a:lnTo>
                    <a:pt x="724655" y="5565472"/>
                  </a:lnTo>
                  <a:lnTo>
                    <a:pt x="724800" y="5565472"/>
                  </a:lnTo>
                  <a:lnTo>
                    <a:pt x="724946" y="5565472"/>
                  </a:lnTo>
                  <a:lnTo>
                    <a:pt x="725091" y="5565472"/>
                  </a:lnTo>
                  <a:lnTo>
                    <a:pt x="725236" y="5565472"/>
                  </a:lnTo>
                  <a:lnTo>
                    <a:pt x="725382" y="5565472"/>
                  </a:lnTo>
                  <a:lnTo>
                    <a:pt x="725673" y="5565472"/>
                  </a:lnTo>
                  <a:lnTo>
                    <a:pt x="725964" y="5565472"/>
                  </a:lnTo>
                  <a:lnTo>
                    <a:pt x="726109" y="5565472"/>
                  </a:lnTo>
                  <a:lnTo>
                    <a:pt x="726254" y="5565472"/>
                  </a:lnTo>
                  <a:lnTo>
                    <a:pt x="726545" y="5565472"/>
                  </a:lnTo>
                  <a:lnTo>
                    <a:pt x="726691" y="5565472"/>
                  </a:lnTo>
                  <a:lnTo>
                    <a:pt x="726836" y="5565472"/>
                  </a:lnTo>
                  <a:lnTo>
                    <a:pt x="726982" y="5565472"/>
                  </a:lnTo>
                  <a:lnTo>
                    <a:pt x="727272" y="5565472"/>
                  </a:lnTo>
                  <a:lnTo>
                    <a:pt x="727272" y="5564848"/>
                  </a:lnTo>
                  <a:lnTo>
                    <a:pt x="727272" y="5564225"/>
                  </a:lnTo>
                  <a:lnTo>
                    <a:pt x="727418" y="5564225"/>
                  </a:lnTo>
                  <a:lnTo>
                    <a:pt x="727563" y="5564225"/>
                  </a:lnTo>
                  <a:lnTo>
                    <a:pt x="727709" y="5564225"/>
                  </a:lnTo>
                  <a:lnTo>
                    <a:pt x="727854" y="5564225"/>
                  </a:lnTo>
                  <a:lnTo>
                    <a:pt x="728000" y="5564225"/>
                  </a:lnTo>
                  <a:lnTo>
                    <a:pt x="728000" y="5563601"/>
                  </a:lnTo>
                  <a:lnTo>
                    <a:pt x="728145" y="5563601"/>
                  </a:lnTo>
                  <a:lnTo>
                    <a:pt x="728290" y="5563601"/>
                  </a:lnTo>
                  <a:lnTo>
                    <a:pt x="728436" y="5563601"/>
                  </a:lnTo>
                  <a:lnTo>
                    <a:pt x="728581" y="5563601"/>
                  </a:lnTo>
                  <a:lnTo>
                    <a:pt x="728727" y="5563601"/>
                  </a:lnTo>
                  <a:lnTo>
                    <a:pt x="728872" y="5563601"/>
                  </a:lnTo>
                  <a:lnTo>
                    <a:pt x="729018" y="5563601"/>
                  </a:lnTo>
                  <a:lnTo>
                    <a:pt x="729308" y="5563601"/>
                  </a:lnTo>
                  <a:lnTo>
                    <a:pt x="729454" y="5563601"/>
                  </a:lnTo>
                  <a:lnTo>
                    <a:pt x="729599" y="5563601"/>
                  </a:lnTo>
                  <a:lnTo>
                    <a:pt x="729745" y="5563601"/>
                  </a:lnTo>
                  <a:lnTo>
                    <a:pt x="729890" y="5563601"/>
                  </a:lnTo>
                  <a:lnTo>
                    <a:pt x="730035" y="5563601"/>
                  </a:lnTo>
                  <a:lnTo>
                    <a:pt x="730326" y="5563601"/>
                  </a:lnTo>
                  <a:lnTo>
                    <a:pt x="730472" y="5563601"/>
                  </a:lnTo>
                  <a:lnTo>
                    <a:pt x="730617" y="5563601"/>
                  </a:lnTo>
                  <a:lnTo>
                    <a:pt x="730908" y="5563601"/>
                  </a:lnTo>
                  <a:lnTo>
                    <a:pt x="731053" y="5563601"/>
                  </a:lnTo>
                  <a:lnTo>
                    <a:pt x="731199" y="5563601"/>
                  </a:lnTo>
                  <a:lnTo>
                    <a:pt x="731344" y="5563601"/>
                  </a:lnTo>
                  <a:lnTo>
                    <a:pt x="731635" y="5563601"/>
                  </a:lnTo>
                  <a:lnTo>
                    <a:pt x="731781" y="5563601"/>
                  </a:lnTo>
                  <a:lnTo>
                    <a:pt x="731926" y="5563601"/>
                  </a:lnTo>
                  <a:lnTo>
                    <a:pt x="732217" y="5563601"/>
                  </a:lnTo>
                  <a:lnTo>
                    <a:pt x="732362" y="5563601"/>
                  </a:lnTo>
                  <a:lnTo>
                    <a:pt x="732508" y="5563601"/>
                  </a:lnTo>
                  <a:lnTo>
                    <a:pt x="732944" y="5563601"/>
                  </a:lnTo>
                  <a:lnTo>
                    <a:pt x="733089" y="5563601"/>
                  </a:lnTo>
                  <a:lnTo>
                    <a:pt x="733089" y="5562977"/>
                  </a:lnTo>
                  <a:lnTo>
                    <a:pt x="733235" y="5562977"/>
                  </a:lnTo>
                  <a:lnTo>
                    <a:pt x="733380" y="5562977"/>
                  </a:lnTo>
                  <a:lnTo>
                    <a:pt x="733526" y="5562977"/>
                  </a:lnTo>
                  <a:lnTo>
                    <a:pt x="733526" y="5562354"/>
                  </a:lnTo>
                  <a:lnTo>
                    <a:pt x="733671" y="5562354"/>
                  </a:lnTo>
                  <a:lnTo>
                    <a:pt x="733817" y="5562354"/>
                  </a:lnTo>
                  <a:lnTo>
                    <a:pt x="733962" y="5561730"/>
                  </a:lnTo>
                  <a:lnTo>
                    <a:pt x="734107" y="5561730"/>
                  </a:lnTo>
                  <a:lnTo>
                    <a:pt x="734253" y="5561730"/>
                  </a:lnTo>
                  <a:lnTo>
                    <a:pt x="734398" y="5561730"/>
                  </a:lnTo>
                  <a:lnTo>
                    <a:pt x="734544" y="5561730"/>
                  </a:lnTo>
                  <a:lnTo>
                    <a:pt x="734835" y="5561730"/>
                  </a:lnTo>
                  <a:lnTo>
                    <a:pt x="734980" y="5561730"/>
                  </a:lnTo>
                  <a:lnTo>
                    <a:pt x="735125" y="5561730"/>
                  </a:lnTo>
                  <a:lnTo>
                    <a:pt x="735271" y="5561107"/>
                  </a:lnTo>
                  <a:lnTo>
                    <a:pt x="735416" y="5561107"/>
                  </a:lnTo>
                  <a:lnTo>
                    <a:pt x="735562" y="5561107"/>
                  </a:lnTo>
                  <a:lnTo>
                    <a:pt x="735707" y="5561107"/>
                  </a:lnTo>
                  <a:lnTo>
                    <a:pt x="735853" y="5561107"/>
                  </a:lnTo>
                  <a:lnTo>
                    <a:pt x="735998" y="5561107"/>
                  </a:lnTo>
                  <a:lnTo>
                    <a:pt x="736289" y="5561107"/>
                  </a:lnTo>
                  <a:lnTo>
                    <a:pt x="736289" y="5560483"/>
                  </a:lnTo>
                  <a:lnTo>
                    <a:pt x="736434" y="5560483"/>
                  </a:lnTo>
                  <a:lnTo>
                    <a:pt x="736580" y="5560483"/>
                  </a:lnTo>
                  <a:lnTo>
                    <a:pt x="736725" y="5560483"/>
                  </a:lnTo>
                  <a:lnTo>
                    <a:pt x="736870" y="5560483"/>
                  </a:lnTo>
                  <a:lnTo>
                    <a:pt x="737016" y="5560483"/>
                  </a:lnTo>
                  <a:lnTo>
                    <a:pt x="739197" y="5556118"/>
                  </a:lnTo>
                  <a:lnTo>
                    <a:pt x="739197" y="5555494"/>
                  </a:lnTo>
                  <a:lnTo>
                    <a:pt x="739343" y="5555494"/>
                  </a:lnTo>
                  <a:lnTo>
                    <a:pt x="739488" y="5555494"/>
                  </a:lnTo>
                  <a:lnTo>
                    <a:pt x="739634" y="5555494"/>
                  </a:lnTo>
                  <a:lnTo>
                    <a:pt x="739924" y="5555494"/>
                  </a:lnTo>
                  <a:lnTo>
                    <a:pt x="739924" y="5554871"/>
                  </a:lnTo>
                  <a:lnTo>
                    <a:pt x="740070" y="5554871"/>
                  </a:lnTo>
                  <a:lnTo>
                    <a:pt x="740070" y="5554247"/>
                  </a:lnTo>
                  <a:lnTo>
                    <a:pt x="740215" y="5554247"/>
                  </a:lnTo>
                  <a:lnTo>
                    <a:pt x="740652" y="5554247"/>
                  </a:lnTo>
                  <a:lnTo>
                    <a:pt x="740797" y="5554247"/>
                  </a:lnTo>
                  <a:lnTo>
                    <a:pt x="740942" y="5554247"/>
                  </a:lnTo>
                  <a:lnTo>
                    <a:pt x="741233" y="5554247"/>
                  </a:lnTo>
                  <a:lnTo>
                    <a:pt x="741524" y="5554247"/>
                  </a:lnTo>
                  <a:lnTo>
                    <a:pt x="741670" y="5554247"/>
                  </a:lnTo>
                  <a:lnTo>
                    <a:pt x="741815" y="5554247"/>
                  </a:lnTo>
                  <a:lnTo>
                    <a:pt x="741960" y="5554247"/>
                  </a:lnTo>
                  <a:lnTo>
                    <a:pt x="742106" y="5554247"/>
                  </a:lnTo>
                  <a:lnTo>
                    <a:pt x="742251" y="5554247"/>
                  </a:lnTo>
                  <a:lnTo>
                    <a:pt x="742397" y="5554247"/>
                  </a:lnTo>
                  <a:lnTo>
                    <a:pt x="742542" y="5554247"/>
                  </a:lnTo>
                  <a:lnTo>
                    <a:pt x="742687" y="5553624"/>
                  </a:lnTo>
                  <a:lnTo>
                    <a:pt x="742833" y="5553624"/>
                  </a:lnTo>
                  <a:lnTo>
                    <a:pt x="742978" y="5553624"/>
                  </a:lnTo>
                  <a:lnTo>
                    <a:pt x="742978" y="5553000"/>
                  </a:lnTo>
                  <a:lnTo>
                    <a:pt x="743124" y="5553000"/>
                  </a:lnTo>
                  <a:lnTo>
                    <a:pt x="743269" y="5553000"/>
                  </a:lnTo>
                  <a:lnTo>
                    <a:pt x="743269" y="5552376"/>
                  </a:lnTo>
                  <a:lnTo>
                    <a:pt x="743415" y="5552376"/>
                  </a:lnTo>
                  <a:lnTo>
                    <a:pt x="743560" y="5552376"/>
                  </a:lnTo>
                  <a:lnTo>
                    <a:pt x="743705" y="5552376"/>
                  </a:lnTo>
                  <a:lnTo>
                    <a:pt x="743851" y="5552376"/>
                  </a:lnTo>
                  <a:lnTo>
                    <a:pt x="743996" y="5552376"/>
                  </a:lnTo>
                  <a:lnTo>
                    <a:pt x="744142" y="5551129"/>
                  </a:lnTo>
                  <a:lnTo>
                    <a:pt x="744287" y="5551129"/>
                  </a:lnTo>
                  <a:lnTo>
                    <a:pt x="744433" y="5551129"/>
                  </a:lnTo>
                  <a:lnTo>
                    <a:pt x="744578" y="5551129"/>
                  </a:lnTo>
                  <a:lnTo>
                    <a:pt x="744869" y="5550506"/>
                  </a:lnTo>
                  <a:lnTo>
                    <a:pt x="745160" y="5549882"/>
                  </a:lnTo>
                  <a:lnTo>
                    <a:pt x="745305" y="5549882"/>
                  </a:lnTo>
                  <a:lnTo>
                    <a:pt x="745451" y="5549882"/>
                  </a:lnTo>
                  <a:lnTo>
                    <a:pt x="745741" y="5549882"/>
                  </a:lnTo>
                  <a:lnTo>
                    <a:pt x="745887" y="5549882"/>
                  </a:lnTo>
                  <a:lnTo>
                    <a:pt x="746032" y="5549882"/>
                  </a:lnTo>
                  <a:lnTo>
                    <a:pt x="746178" y="5548635"/>
                  </a:lnTo>
                  <a:lnTo>
                    <a:pt x="746323" y="5548635"/>
                  </a:lnTo>
                  <a:lnTo>
                    <a:pt x="746469" y="5548635"/>
                  </a:lnTo>
                  <a:lnTo>
                    <a:pt x="746469" y="5548011"/>
                  </a:lnTo>
                  <a:lnTo>
                    <a:pt x="746614" y="5547388"/>
                  </a:lnTo>
                  <a:lnTo>
                    <a:pt x="746759" y="5546141"/>
                  </a:lnTo>
                  <a:lnTo>
                    <a:pt x="746905" y="5546141"/>
                  </a:lnTo>
                  <a:lnTo>
                    <a:pt x="746905" y="5545517"/>
                  </a:lnTo>
                  <a:lnTo>
                    <a:pt x="746905" y="5544893"/>
                  </a:lnTo>
                  <a:lnTo>
                    <a:pt x="747050" y="5544893"/>
                  </a:lnTo>
                  <a:lnTo>
                    <a:pt x="747196" y="5544270"/>
                  </a:lnTo>
                  <a:lnTo>
                    <a:pt x="747341" y="5544270"/>
                  </a:lnTo>
                  <a:lnTo>
                    <a:pt x="747487" y="5544270"/>
                  </a:lnTo>
                  <a:lnTo>
                    <a:pt x="747632" y="5544270"/>
                  </a:lnTo>
                  <a:lnTo>
                    <a:pt x="747777" y="5544270"/>
                  </a:lnTo>
                  <a:lnTo>
                    <a:pt x="747923" y="5544270"/>
                  </a:lnTo>
                  <a:lnTo>
                    <a:pt x="747923" y="5543646"/>
                  </a:lnTo>
                  <a:lnTo>
                    <a:pt x="748068" y="5543646"/>
                  </a:lnTo>
                  <a:lnTo>
                    <a:pt x="748214" y="5543646"/>
                  </a:lnTo>
                  <a:lnTo>
                    <a:pt x="748359" y="5543023"/>
                  </a:lnTo>
                  <a:lnTo>
                    <a:pt x="748505" y="5543023"/>
                  </a:lnTo>
                  <a:lnTo>
                    <a:pt x="748650" y="5543023"/>
                  </a:lnTo>
                  <a:lnTo>
                    <a:pt x="748795" y="5543023"/>
                  </a:lnTo>
                  <a:lnTo>
                    <a:pt x="749086" y="5543023"/>
                  </a:lnTo>
                  <a:lnTo>
                    <a:pt x="749232" y="5543023"/>
                  </a:lnTo>
                  <a:lnTo>
                    <a:pt x="749377" y="5543023"/>
                  </a:lnTo>
                  <a:lnTo>
                    <a:pt x="749522" y="5543023"/>
                  </a:lnTo>
                  <a:lnTo>
                    <a:pt x="749668" y="5543023"/>
                  </a:lnTo>
                  <a:lnTo>
                    <a:pt x="749813" y="5543023"/>
                  </a:lnTo>
                  <a:lnTo>
                    <a:pt x="749959" y="5542399"/>
                  </a:lnTo>
                  <a:lnTo>
                    <a:pt x="750250" y="5542399"/>
                  </a:lnTo>
                  <a:lnTo>
                    <a:pt x="750395" y="5542399"/>
                  </a:lnTo>
                  <a:lnTo>
                    <a:pt x="750686" y="5542399"/>
                  </a:lnTo>
                  <a:lnTo>
                    <a:pt x="750831" y="5542399"/>
                  </a:lnTo>
                  <a:lnTo>
                    <a:pt x="750977" y="5542399"/>
                  </a:lnTo>
                  <a:lnTo>
                    <a:pt x="751413" y="5542399"/>
                  </a:lnTo>
                  <a:lnTo>
                    <a:pt x="751558" y="5542399"/>
                  </a:lnTo>
                  <a:lnTo>
                    <a:pt x="751849" y="5542399"/>
                  </a:lnTo>
                  <a:lnTo>
                    <a:pt x="752140" y="5542399"/>
                  </a:lnTo>
                  <a:lnTo>
                    <a:pt x="752286" y="5542399"/>
                  </a:lnTo>
                  <a:lnTo>
                    <a:pt x="752431" y="5542399"/>
                  </a:lnTo>
                  <a:lnTo>
                    <a:pt x="752431" y="5541776"/>
                  </a:lnTo>
                  <a:lnTo>
                    <a:pt x="752576" y="5541152"/>
                  </a:lnTo>
                  <a:lnTo>
                    <a:pt x="752722" y="5541152"/>
                  </a:lnTo>
                  <a:lnTo>
                    <a:pt x="752867" y="5541152"/>
                  </a:lnTo>
                  <a:lnTo>
                    <a:pt x="753013" y="5541152"/>
                  </a:lnTo>
                  <a:lnTo>
                    <a:pt x="753013" y="5540528"/>
                  </a:lnTo>
                  <a:lnTo>
                    <a:pt x="753158" y="5540528"/>
                  </a:lnTo>
                  <a:lnTo>
                    <a:pt x="753304" y="5540528"/>
                  </a:lnTo>
                  <a:lnTo>
                    <a:pt x="753449" y="5540528"/>
                  </a:lnTo>
                  <a:lnTo>
                    <a:pt x="753740" y="5540528"/>
                  </a:lnTo>
                  <a:lnTo>
                    <a:pt x="753740" y="5539905"/>
                  </a:lnTo>
                  <a:lnTo>
                    <a:pt x="753740" y="5539281"/>
                  </a:lnTo>
                  <a:lnTo>
                    <a:pt x="754031" y="5539281"/>
                  </a:lnTo>
                  <a:lnTo>
                    <a:pt x="754031" y="5538658"/>
                  </a:lnTo>
                  <a:lnTo>
                    <a:pt x="754031" y="5538034"/>
                  </a:lnTo>
                  <a:lnTo>
                    <a:pt x="754176" y="5538034"/>
                  </a:lnTo>
                  <a:lnTo>
                    <a:pt x="754322" y="5538034"/>
                  </a:lnTo>
                  <a:lnTo>
                    <a:pt x="754612" y="5538034"/>
                  </a:lnTo>
                  <a:lnTo>
                    <a:pt x="754903" y="5538034"/>
                  </a:lnTo>
                  <a:lnTo>
                    <a:pt x="755049" y="5538034"/>
                  </a:lnTo>
                  <a:lnTo>
                    <a:pt x="755194" y="5538034"/>
                  </a:lnTo>
                  <a:lnTo>
                    <a:pt x="755485" y="5538034"/>
                  </a:lnTo>
                  <a:lnTo>
                    <a:pt x="756067" y="5537410"/>
                  </a:lnTo>
                  <a:lnTo>
                    <a:pt x="756212" y="5537410"/>
                  </a:lnTo>
                  <a:lnTo>
                    <a:pt x="756212" y="5536163"/>
                  </a:lnTo>
                  <a:lnTo>
                    <a:pt x="756357" y="5536163"/>
                  </a:lnTo>
                  <a:lnTo>
                    <a:pt x="756503" y="5536163"/>
                  </a:lnTo>
                  <a:lnTo>
                    <a:pt x="756648" y="5536163"/>
                  </a:lnTo>
                  <a:lnTo>
                    <a:pt x="756794" y="5536163"/>
                  </a:lnTo>
                  <a:lnTo>
                    <a:pt x="756939" y="5536163"/>
                  </a:lnTo>
                  <a:lnTo>
                    <a:pt x="757230" y="5536163"/>
                  </a:lnTo>
                  <a:lnTo>
                    <a:pt x="757375" y="5536163"/>
                  </a:lnTo>
                  <a:lnTo>
                    <a:pt x="757666" y="5536163"/>
                  </a:lnTo>
                  <a:lnTo>
                    <a:pt x="757666" y="5535540"/>
                  </a:lnTo>
                  <a:lnTo>
                    <a:pt x="757957" y="5534916"/>
                  </a:lnTo>
                  <a:lnTo>
                    <a:pt x="758248" y="5534293"/>
                  </a:lnTo>
                  <a:lnTo>
                    <a:pt x="758393" y="5534293"/>
                  </a:lnTo>
                  <a:lnTo>
                    <a:pt x="758539" y="5534293"/>
                  </a:lnTo>
                  <a:lnTo>
                    <a:pt x="758684" y="5534293"/>
                  </a:lnTo>
                  <a:lnTo>
                    <a:pt x="758830" y="5534293"/>
                  </a:lnTo>
                  <a:lnTo>
                    <a:pt x="758975" y="5534293"/>
                  </a:lnTo>
                  <a:lnTo>
                    <a:pt x="759411" y="5534293"/>
                  </a:lnTo>
                  <a:lnTo>
                    <a:pt x="759702" y="5534293"/>
                  </a:lnTo>
                  <a:lnTo>
                    <a:pt x="760139" y="5534293"/>
                  </a:lnTo>
                  <a:lnTo>
                    <a:pt x="760284" y="5534293"/>
                  </a:lnTo>
                  <a:lnTo>
                    <a:pt x="760429" y="5534293"/>
                  </a:lnTo>
                  <a:lnTo>
                    <a:pt x="760575" y="5534293"/>
                  </a:lnTo>
                  <a:lnTo>
                    <a:pt x="760720" y="5534293"/>
                  </a:lnTo>
                  <a:lnTo>
                    <a:pt x="760866" y="5534293"/>
                  </a:lnTo>
                  <a:lnTo>
                    <a:pt x="760866" y="5533669"/>
                  </a:lnTo>
                  <a:lnTo>
                    <a:pt x="761011" y="5533669"/>
                  </a:lnTo>
                  <a:lnTo>
                    <a:pt x="761447" y="5533669"/>
                  </a:lnTo>
                  <a:lnTo>
                    <a:pt x="761593" y="5533669"/>
                  </a:lnTo>
                  <a:lnTo>
                    <a:pt x="761738" y="5533669"/>
                  </a:lnTo>
                  <a:lnTo>
                    <a:pt x="761738" y="5533045"/>
                  </a:lnTo>
                  <a:lnTo>
                    <a:pt x="761884" y="5533045"/>
                  </a:lnTo>
                  <a:lnTo>
                    <a:pt x="762029" y="5533045"/>
                  </a:lnTo>
                  <a:lnTo>
                    <a:pt x="762465" y="5533045"/>
                  </a:lnTo>
                  <a:lnTo>
                    <a:pt x="762465" y="5532422"/>
                  </a:lnTo>
                  <a:lnTo>
                    <a:pt x="762611" y="5532422"/>
                  </a:lnTo>
                  <a:lnTo>
                    <a:pt x="762756" y="5532422"/>
                  </a:lnTo>
                  <a:lnTo>
                    <a:pt x="763047" y="5532422"/>
                  </a:lnTo>
                  <a:lnTo>
                    <a:pt x="763192" y="5532422"/>
                  </a:lnTo>
                  <a:lnTo>
                    <a:pt x="763483" y="5532422"/>
                  </a:lnTo>
                  <a:lnTo>
                    <a:pt x="763629" y="5532422"/>
                  </a:lnTo>
                  <a:lnTo>
                    <a:pt x="763774" y="5532422"/>
                  </a:lnTo>
                  <a:lnTo>
                    <a:pt x="763774" y="5531798"/>
                  </a:lnTo>
                  <a:lnTo>
                    <a:pt x="763920" y="5531798"/>
                  </a:lnTo>
                  <a:lnTo>
                    <a:pt x="764210" y="5531798"/>
                  </a:lnTo>
                  <a:lnTo>
                    <a:pt x="764501" y="5531798"/>
                  </a:lnTo>
                  <a:lnTo>
                    <a:pt x="764647" y="5531175"/>
                  </a:lnTo>
                  <a:lnTo>
                    <a:pt x="764647" y="5530551"/>
                  </a:lnTo>
                  <a:lnTo>
                    <a:pt x="764938" y="5530551"/>
                  </a:lnTo>
                  <a:lnTo>
                    <a:pt x="765083" y="5530551"/>
                  </a:lnTo>
                  <a:lnTo>
                    <a:pt x="765228" y="5529928"/>
                  </a:lnTo>
                  <a:lnTo>
                    <a:pt x="765374" y="5529928"/>
                  </a:lnTo>
                  <a:lnTo>
                    <a:pt x="765519" y="5529928"/>
                  </a:lnTo>
                  <a:lnTo>
                    <a:pt x="765665" y="5529928"/>
                  </a:lnTo>
                  <a:lnTo>
                    <a:pt x="766101" y="5529928"/>
                  </a:lnTo>
                  <a:lnTo>
                    <a:pt x="766537" y="5529928"/>
                  </a:lnTo>
                  <a:lnTo>
                    <a:pt x="766828" y="5529928"/>
                  </a:lnTo>
                  <a:lnTo>
                    <a:pt x="766974" y="5529928"/>
                  </a:lnTo>
                  <a:lnTo>
                    <a:pt x="767119" y="5529928"/>
                  </a:lnTo>
                  <a:lnTo>
                    <a:pt x="767264" y="5529928"/>
                  </a:lnTo>
                  <a:lnTo>
                    <a:pt x="767410" y="5529928"/>
                  </a:lnTo>
                  <a:lnTo>
                    <a:pt x="767555" y="5529928"/>
                  </a:lnTo>
                  <a:lnTo>
                    <a:pt x="767701" y="5529928"/>
                  </a:lnTo>
                  <a:lnTo>
                    <a:pt x="767992" y="5529928"/>
                  </a:lnTo>
                  <a:lnTo>
                    <a:pt x="767992" y="5529304"/>
                  </a:lnTo>
                  <a:lnTo>
                    <a:pt x="768282" y="5529304"/>
                  </a:lnTo>
                  <a:lnTo>
                    <a:pt x="768428" y="5529304"/>
                  </a:lnTo>
                  <a:lnTo>
                    <a:pt x="768573" y="5529304"/>
                  </a:lnTo>
                  <a:lnTo>
                    <a:pt x="768864" y="5529304"/>
                  </a:lnTo>
                  <a:lnTo>
                    <a:pt x="769010" y="5529304"/>
                  </a:lnTo>
                  <a:lnTo>
                    <a:pt x="769155" y="5528680"/>
                  </a:lnTo>
                  <a:lnTo>
                    <a:pt x="769300" y="5528680"/>
                  </a:lnTo>
                  <a:lnTo>
                    <a:pt x="769446" y="5528680"/>
                  </a:lnTo>
                  <a:lnTo>
                    <a:pt x="769737" y="5528680"/>
                  </a:lnTo>
                  <a:lnTo>
                    <a:pt x="769882" y="5528680"/>
                  </a:lnTo>
                  <a:lnTo>
                    <a:pt x="770027" y="5528680"/>
                  </a:lnTo>
                  <a:lnTo>
                    <a:pt x="770173" y="5528057"/>
                  </a:lnTo>
                  <a:lnTo>
                    <a:pt x="770318" y="5527433"/>
                  </a:lnTo>
                  <a:lnTo>
                    <a:pt x="770464" y="5527433"/>
                  </a:lnTo>
                  <a:lnTo>
                    <a:pt x="770609" y="5527433"/>
                  </a:lnTo>
                  <a:lnTo>
                    <a:pt x="770900" y="5527433"/>
                  </a:lnTo>
                  <a:lnTo>
                    <a:pt x="771045" y="5527433"/>
                  </a:lnTo>
                  <a:lnTo>
                    <a:pt x="771191" y="5527433"/>
                  </a:lnTo>
                  <a:lnTo>
                    <a:pt x="771482" y="5527433"/>
                  </a:lnTo>
                  <a:lnTo>
                    <a:pt x="771627" y="5527433"/>
                  </a:lnTo>
                  <a:lnTo>
                    <a:pt x="772209" y="5526810"/>
                  </a:lnTo>
                  <a:lnTo>
                    <a:pt x="772354" y="5526810"/>
                  </a:lnTo>
                  <a:lnTo>
                    <a:pt x="772500" y="5526810"/>
                  </a:lnTo>
                  <a:lnTo>
                    <a:pt x="772791" y="5526810"/>
                  </a:lnTo>
                  <a:lnTo>
                    <a:pt x="772936" y="5526810"/>
                  </a:lnTo>
                  <a:lnTo>
                    <a:pt x="773081" y="5526810"/>
                  </a:lnTo>
                  <a:lnTo>
                    <a:pt x="773227" y="5526186"/>
                  </a:lnTo>
                  <a:lnTo>
                    <a:pt x="773518" y="5526186"/>
                  </a:lnTo>
                  <a:lnTo>
                    <a:pt x="773663" y="5525562"/>
                  </a:lnTo>
                  <a:lnTo>
                    <a:pt x="773809" y="5525562"/>
                  </a:lnTo>
                  <a:lnTo>
                    <a:pt x="774390" y="5525562"/>
                  </a:lnTo>
                  <a:lnTo>
                    <a:pt x="774536" y="5525562"/>
                  </a:lnTo>
                  <a:lnTo>
                    <a:pt x="774827" y="5525562"/>
                  </a:lnTo>
                  <a:lnTo>
                    <a:pt x="775263" y="5524939"/>
                  </a:lnTo>
                  <a:lnTo>
                    <a:pt x="775408" y="5524939"/>
                  </a:lnTo>
                  <a:lnTo>
                    <a:pt x="775554" y="5524939"/>
                  </a:lnTo>
                  <a:lnTo>
                    <a:pt x="775699" y="5524939"/>
                  </a:lnTo>
                  <a:lnTo>
                    <a:pt x="775845" y="5524939"/>
                  </a:lnTo>
                  <a:lnTo>
                    <a:pt x="775845" y="5524315"/>
                  </a:lnTo>
                  <a:lnTo>
                    <a:pt x="776135" y="5524315"/>
                  </a:lnTo>
                  <a:lnTo>
                    <a:pt x="776426" y="5524315"/>
                  </a:lnTo>
                  <a:lnTo>
                    <a:pt x="776717" y="5523692"/>
                  </a:lnTo>
                  <a:lnTo>
                    <a:pt x="776862" y="5523692"/>
                  </a:lnTo>
                  <a:lnTo>
                    <a:pt x="776862" y="5523068"/>
                  </a:lnTo>
                  <a:lnTo>
                    <a:pt x="776862" y="5522445"/>
                  </a:lnTo>
                  <a:lnTo>
                    <a:pt x="777008" y="5522445"/>
                  </a:lnTo>
                  <a:lnTo>
                    <a:pt x="777008" y="5521821"/>
                  </a:lnTo>
                  <a:lnTo>
                    <a:pt x="777153" y="5521821"/>
                  </a:lnTo>
                  <a:lnTo>
                    <a:pt x="777299" y="5521821"/>
                  </a:lnTo>
                  <a:lnTo>
                    <a:pt x="777444" y="5521821"/>
                  </a:lnTo>
                  <a:lnTo>
                    <a:pt x="777590" y="5521821"/>
                  </a:lnTo>
                  <a:lnTo>
                    <a:pt x="777735" y="5521821"/>
                  </a:lnTo>
                  <a:lnTo>
                    <a:pt x="777880" y="5521821"/>
                  </a:lnTo>
                  <a:lnTo>
                    <a:pt x="778026" y="5521821"/>
                  </a:lnTo>
                  <a:lnTo>
                    <a:pt x="778171" y="5521821"/>
                  </a:lnTo>
                  <a:lnTo>
                    <a:pt x="778317" y="5521821"/>
                  </a:lnTo>
                  <a:lnTo>
                    <a:pt x="778462" y="5521197"/>
                  </a:lnTo>
                  <a:lnTo>
                    <a:pt x="778608" y="5521197"/>
                  </a:lnTo>
                  <a:lnTo>
                    <a:pt x="778753" y="5521197"/>
                  </a:lnTo>
                  <a:lnTo>
                    <a:pt x="778753" y="5520574"/>
                  </a:lnTo>
                  <a:lnTo>
                    <a:pt x="778753" y="5519950"/>
                  </a:lnTo>
                  <a:lnTo>
                    <a:pt x="778753" y="5519327"/>
                  </a:lnTo>
                  <a:lnTo>
                    <a:pt x="778898" y="5519327"/>
                  </a:lnTo>
                  <a:lnTo>
                    <a:pt x="779335" y="5519327"/>
                  </a:lnTo>
                  <a:lnTo>
                    <a:pt x="779480" y="5519327"/>
                  </a:lnTo>
                  <a:lnTo>
                    <a:pt x="779771" y="5519327"/>
                  </a:lnTo>
                  <a:lnTo>
                    <a:pt x="779916" y="5519327"/>
                  </a:lnTo>
                  <a:lnTo>
                    <a:pt x="780062" y="5519327"/>
                  </a:lnTo>
                  <a:lnTo>
                    <a:pt x="780062" y="5518703"/>
                  </a:lnTo>
                  <a:lnTo>
                    <a:pt x="780207" y="5518703"/>
                  </a:lnTo>
                  <a:lnTo>
                    <a:pt x="780353" y="5518703"/>
                  </a:lnTo>
                  <a:lnTo>
                    <a:pt x="780934" y="5518703"/>
                  </a:lnTo>
                  <a:lnTo>
                    <a:pt x="781080" y="5518703"/>
                  </a:lnTo>
                  <a:lnTo>
                    <a:pt x="781080" y="5518079"/>
                  </a:lnTo>
                  <a:lnTo>
                    <a:pt x="781371" y="5517456"/>
                  </a:lnTo>
                  <a:lnTo>
                    <a:pt x="781662" y="5517456"/>
                  </a:lnTo>
                  <a:lnTo>
                    <a:pt x="781807" y="5517456"/>
                  </a:lnTo>
                  <a:lnTo>
                    <a:pt x="782098" y="5514962"/>
                  </a:lnTo>
                  <a:lnTo>
                    <a:pt x="782098" y="5514338"/>
                  </a:lnTo>
                  <a:lnTo>
                    <a:pt x="782243" y="5514338"/>
                  </a:lnTo>
                  <a:lnTo>
                    <a:pt x="782389" y="5514338"/>
                  </a:lnTo>
                  <a:lnTo>
                    <a:pt x="782534" y="5514338"/>
                  </a:lnTo>
                  <a:lnTo>
                    <a:pt x="782680" y="5514338"/>
                  </a:lnTo>
                  <a:lnTo>
                    <a:pt x="782680" y="5513714"/>
                  </a:lnTo>
                  <a:lnTo>
                    <a:pt x="782825" y="5513714"/>
                  </a:lnTo>
                  <a:lnTo>
                    <a:pt x="783116" y="5513714"/>
                  </a:lnTo>
                  <a:lnTo>
                    <a:pt x="783261" y="5513714"/>
                  </a:lnTo>
                  <a:lnTo>
                    <a:pt x="783261" y="5513091"/>
                  </a:lnTo>
                  <a:lnTo>
                    <a:pt x="783552" y="5512467"/>
                  </a:lnTo>
                  <a:lnTo>
                    <a:pt x="783843" y="5512467"/>
                  </a:lnTo>
                  <a:lnTo>
                    <a:pt x="784134" y="5511844"/>
                  </a:lnTo>
                  <a:lnTo>
                    <a:pt x="784279" y="5511844"/>
                  </a:lnTo>
                  <a:lnTo>
                    <a:pt x="784279" y="5511220"/>
                  </a:lnTo>
                  <a:lnTo>
                    <a:pt x="784570" y="5511220"/>
                  </a:lnTo>
                  <a:lnTo>
                    <a:pt x="784715" y="5510596"/>
                  </a:lnTo>
                  <a:lnTo>
                    <a:pt x="784861" y="5510596"/>
                  </a:lnTo>
                  <a:lnTo>
                    <a:pt x="785006" y="5510596"/>
                  </a:lnTo>
                  <a:lnTo>
                    <a:pt x="785297" y="5510596"/>
                  </a:lnTo>
                  <a:lnTo>
                    <a:pt x="785443" y="5510596"/>
                  </a:lnTo>
                  <a:lnTo>
                    <a:pt x="785443" y="5509973"/>
                  </a:lnTo>
                  <a:lnTo>
                    <a:pt x="785588" y="5509349"/>
                  </a:lnTo>
                  <a:lnTo>
                    <a:pt x="785733" y="5509349"/>
                  </a:lnTo>
                  <a:lnTo>
                    <a:pt x="785879" y="5509349"/>
                  </a:lnTo>
                  <a:lnTo>
                    <a:pt x="786170" y="5509349"/>
                  </a:lnTo>
                  <a:lnTo>
                    <a:pt x="786170" y="5508726"/>
                  </a:lnTo>
                  <a:lnTo>
                    <a:pt x="786315" y="5508726"/>
                  </a:lnTo>
                  <a:lnTo>
                    <a:pt x="786461" y="5508726"/>
                  </a:lnTo>
                  <a:lnTo>
                    <a:pt x="786751" y="5508102"/>
                  </a:lnTo>
                  <a:lnTo>
                    <a:pt x="787042" y="5508102"/>
                  </a:lnTo>
                  <a:lnTo>
                    <a:pt x="787042" y="5507479"/>
                  </a:lnTo>
                  <a:lnTo>
                    <a:pt x="787479" y="5507479"/>
                  </a:lnTo>
                  <a:lnTo>
                    <a:pt x="787624" y="5507479"/>
                  </a:lnTo>
                  <a:lnTo>
                    <a:pt x="787915" y="5507479"/>
                  </a:lnTo>
                  <a:lnTo>
                    <a:pt x="788060" y="5507479"/>
                  </a:lnTo>
                  <a:lnTo>
                    <a:pt x="788060" y="5506855"/>
                  </a:lnTo>
                  <a:lnTo>
                    <a:pt x="788206" y="5506855"/>
                  </a:lnTo>
                  <a:lnTo>
                    <a:pt x="788351" y="5506855"/>
                  </a:lnTo>
                  <a:lnTo>
                    <a:pt x="788497" y="5506855"/>
                  </a:lnTo>
                  <a:lnTo>
                    <a:pt x="788642" y="5506855"/>
                  </a:lnTo>
                  <a:lnTo>
                    <a:pt x="788933" y="5506855"/>
                  </a:lnTo>
                  <a:lnTo>
                    <a:pt x="789078" y="5506231"/>
                  </a:lnTo>
                  <a:lnTo>
                    <a:pt x="789224" y="5506231"/>
                  </a:lnTo>
                  <a:lnTo>
                    <a:pt x="789369" y="5506231"/>
                  </a:lnTo>
                  <a:lnTo>
                    <a:pt x="789660" y="5505608"/>
                  </a:lnTo>
                  <a:lnTo>
                    <a:pt x="789805" y="5505608"/>
                  </a:lnTo>
                  <a:lnTo>
                    <a:pt x="789951" y="5505608"/>
                  </a:lnTo>
                  <a:lnTo>
                    <a:pt x="790096" y="5505608"/>
                  </a:lnTo>
                  <a:lnTo>
                    <a:pt x="790096" y="5504984"/>
                  </a:lnTo>
                  <a:lnTo>
                    <a:pt x="790242" y="5504984"/>
                  </a:lnTo>
                  <a:lnTo>
                    <a:pt x="790387" y="5504361"/>
                  </a:lnTo>
                  <a:lnTo>
                    <a:pt x="790387" y="5503737"/>
                  </a:lnTo>
                  <a:lnTo>
                    <a:pt x="790532" y="5503737"/>
                  </a:lnTo>
                  <a:lnTo>
                    <a:pt x="790678" y="5503737"/>
                  </a:lnTo>
                  <a:lnTo>
                    <a:pt x="790823" y="5503737"/>
                  </a:lnTo>
                  <a:lnTo>
                    <a:pt x="791114" y="5503113"/>
                  </a:lnTo>
                  <a:lnTo>
                    <a:pt x="791696" y="5503113"/>
                  </a:lnTo>
                  <a:lnTo>
                    <a:pt x="792132" y="5503113"/>
                  </a:lnTo>
                  <a:lnTo>
                    <a:pt x="792423" y="5503113"/>
                  </a:lnTo>
                  <a:lnTo>
                    <a:pt x="792568" y="5503113"/>
                  </a:lnTo>
                  <a:lnTo>
                    <a:pt x="792714" y="5503113"/>
                  </a:lnTo>
                  <a:lnTo>
                    <a:pt x="792859" y="5503113"/>
                  </a:lnTo>
                  <a:lnTo>
                    <a:pt x="793150" y="5503113"/>
                  </a:lnTo>
                  <a:lnTo>
                    <a:pt x="793296" y="5503113"/>
                  </a:lnTo>
                  <a:lnTo>
                    <a:pt x="793586" y="5503113"/>
                  </a:lnTo>
                  <a:lnTo>
                    <a:pt x="793877" y="5503113"/>
                  </a:lnTo>
                  <a:lnTo>
                    <a:pt x="794023" y="5502490"/>
                  </a:lnTo>
                  <a:lnTo>
                    <a:pt x="794168" y="5502490"/>
                  </a:lnTo>
                  <a:lnTo>
                    <a:pt x="794459" y="5501866"/>
                  </a:lnTo>
                  <a:lnTo>
                    <a:pt x="794604" y="5501243"/>
                  </a:lnTo>
                  <a:lnTo>
                    <a:pt x="794750" y="5501243"/>
                  </a:lnTo>
                  <a:lnTo>
                    <a:pt x="794895" y="5501243"/>
                  </a:lnTo>
                  <a:lnTo>
                    <a:pt x="795041" y="5501243"/>
                  </a:lnTo>
                  <a:lnTo>
                    <a:pt x="795622" y="5501243"/>
                  </a:lnTo>
                  <a:lnTo>
                    <a:pt x="795768" y="5501243"/>
                  </a:lnTo>
                  <a:lnTo>
                    <a:pt x="795913" y="5501243"/>
                  </a:lnTo>
                  <a:lnTo>
                    <a:pt x="796059" y="5501243"/>
                  </a:lnTo>
                  <a:lnTo>
                    <a:pt x="796204" y="5501243"/>
                  </a:lnTo>
                  <a:lnTo>
                    <a:pt x="796350" y="5500619"/>
                  </a:lnTo>
                  <a:lnTo>
                    <a:pt x="796350" y="5499996"/>
                  </a:lnTo>
                  <a:lnTo>
                    <a:pt x="796640" y="5499996"/>
                  </a:lnTo>
                  <a:lnTo>
                    <a:pt x="796786" y="5499996"/>
                  </a:lnTo>
                  <a:lnTo>
                    <a:pt x="796786" y="5499372"/>
                  </a:lnTo>
                  <a:lnTo>
                    <a:pt x="796931" y="5498748"/>
                  </a:lnTo>
                  <a:lnTo>
                    <a:pt x="796931" y="5498125"/>
                  </a:lnTo>
                  <a:lnTo>
                    <a:pt x="797077" y="5498125"/>
                  </a:lnTo>
                  <a:lnTo>
                    <a:pt x="797222" y="5498125"/>
                  </a:lnTo>
                  <a:lnTo>
                    <a:pt x="797513" y="5498125"/>
                  </a:lnTo>
                  <a:lnTo>
                    <a:pt x="797513" y="5497501"/>
                  </a:lnTo>
                  <a:lnTo>
                    <a:pt x="797513" y="5496254"/>
                  </a:lnTo>
                  <a:lnTo>
                    <a:pt x="797658" y="5496254"/>
                  </a:lnTo>
                  <a:lnTo>
                    <a:pt x="798095" y="5496254"/>
                  </a:lnTo>
                  <a:lnTo>
                    <a:pt x="798240" y="5496254"/>
                  </a:lnTo>
                  <a:lnTo>
                    <a:pt x="798531" y="5496254"/>
                  </a:lnTo>
                  <a:lnTo>
                    <a:pt x="798676" y="5496254"/>
                  </a:lnTo>
                  <a:lnTo>
                    <a:pt x="798822" y="5496254"/>
                  </a:lnTo>
                  <a:lnTo>
                    <a:pt x="799113" y="5496254"/>
                  </a:lnTo>
                  <a:lnTo>
                    <a:pt x="799258" y="5496254"/>
                  </a:lnTo>
                  <a:lnTo>
                    <a:pt x="799403" y="5496254"/>
                  </a:lnTo>
                  <a:lnTo>
                    <a:pt x="799403" y="5495630"/>
                  </a:lnTo>
                  <a:lnTo>
                    <a:pt x="799549" y="5495630"/>
                  </a:lnTo>
                  <a:lnTo>
                    <a:pt x="799840" y="5495630"/>
                  </a:lnTo>
                  <a:lnTo>
                    <a:pt x="799985" y="5495630"/>
                  </a:lnTo>
                  <a:lnTo>
                    <a:pt x="800131" y="5495630"/>
                  </a:lnTo>
                  <a:lnTo>
                    <a:pt x="800276" y="5495630"/>
                  </a:lnTo>
                  <a:lnTo>
                    <a:pt x="800567" y="5495630"/>
                  </a:lnTo>
                  <a:lnTo>
                    <a:pt x="800712" y="5495630"/>
                  </a:lnTo>
                  <a:lnTo>
                    <a:pt x="800858" y="5495630"/>
                  </a:lnTo>
                  <a:lnTo>
                    <a:pt x="801003" y="5495630"/>
                  </a:lnTo>
                  <a:lnTo>
                    <a:pt x="801149" y="5495007"/>
                  </a:lnTo>
                  <a:lnTo>
                    <a:pt x="801439" y="5494383"/>
                  </a:lnTo>
                  <a:lnTo>
                    <a:pt x="801730" y="5494383"/>
                  </a:lnTo>
                  <a:lnTo>
                    <a:pt x="801876" y="5494383"/>
                  </a:lnTo>
                  <a:lnTo>
                    <a:pt x="802021" y="5494383"/>
                  </a:lnTo>
                  <a:lnTo>
                    <a:pt x="802167" y="5494383"/>
                  </a:lnTo>
                  <a:lnTo>
                    <a:pt x="802312" y="5494383"/>
                  </a:lnTo>
                  <a:lnTo>
                    <a:pt x="802457" y="5494383"/>
                  </a:lnTo>
                  <a:lnTo>
                    <a:pt x="802603" y="5494383"/>
                  </a:lnTo>
                  <a:lnTo>
                    <a:pt x="802748" y="5494383"/>
                  </a:lnTo>
                  <a:lnTo>
                    <a:pt x="802894" y="5494383"/>
                  </a:lnTo>
                  <a:lnTo>
                    <a:pt x="803185" y="5494383"/>
                  </a:lnTo>
                  <a:lnTo>
                    <a:pt x="803330" y="5494383"/>
                  </a:lnTo>
                  <a:lnTo>
                    <a:pt x="803475" y="5493760"/>
                  </a:lnTo>
                  <a:lnTo>
                    <a:pt x="803621" y="5493760"/>
                  </a:lnTo>
                  <a:lnTo>
                    <a:pt x="803766" y="5493760"/>
                  </a:lnTo>
                  <a:lnTo>
                    <a:pt x="803766" y="5493136"/>
                  </a:lnTo>
                  <a:lnTo>
                    <a:pt x="804057" y="5493136"/>
                  </a:lnTo>
                  <a:lnTo>
                    <a:pt x="804202" y="5493136"/>
                  </a:lnTo>
                  <a:lnTo>
                    <a:pt x="804348" y="5492513"/>
                  </a:lnTo>
                  <a:lnTo>
                    <a:pt x="804348" y="5491889"/>
                  </a:lnTo>
                  <a:lnTo>
                    <a:pt x="804493" y="5491889"/>
                  </a:lnTo>
                  <a:lnTo>
                    <a:pt x="804639" y="5491889"/>
                  </a:lnTo>
                  <a:lnTo>
                    <a:pt x="804784" y="5491889"/>
                  </a:lnTo>
                  <a:lnTo>
                    <a:pt x="805075" y="5491889"/>
                  </a:lnTo>
                  <a:lnTo>
                    <a:pt x="805220" y="5491889"/>
                  </a:lnTo>
                  <a:lnTo>
                    <a:pt x="805366" y="5491265"/>
                  </a:lnTo>
                  <a:lnTo>
                    <a:pt x="805511" y="5491265"/>
                  </a:lnTo>
                  <a:lnTo>
                    <a:pt x="805657" y="5491265"/>
                  </a:lnTo>
                  <a:lnTo>
                    <a:pt x="805802" y="5491265"/>
                  </a:lnTo>
                  <a:lnTo>
                    <a:pt x="805948" y="5491265"/>
                  </a:lnTo>
                  <a:lnTo>
                    <a:pt x="806093" y="5491265"/>
                  </a:lnTo>
                  <a:lnTo>
                    <a:pt x="806384" y="5490018"/>
                  </a:lnTo>
                  <a:lnTo>
                    <a:pt x="806675" y="5490018"/>
                  </a:lnTo>
                  <a:lnTo>
                    <a:pt x="806820" y="5490018"/>
                  </a:lnTo>
                  <a:lnTo>
                    <a:pt x="806966" y="5489395"/>
                  </a:lnTo>
                  <a:lnTo>
                    <a:pt x="807111" y="5489395"/>
                  </a:lnTo>
                  <a:lnTo>
                    <a:pt x="807111" y="5488771"/>
                  </a:lnTo>
                  <a:lnTo>
                    <a:pt x="807256" y="5488771"/>
                  </a:lnTo>
                  <a:lnTo>
                    <a:pt x="807256" y="5488147"/>
                  </a:lnTo>
                  <a:lnTo>
                    <a:pt x="807256" y="5487524"/>
                  </a:lnTo>
                  <a:lnTo>
                    <a:pt x="807402" y="5487524"/>
                  </a:lnTo>
                  <a:lnTo>
                    <a:pt x="807693" y="5486900"/>
                  </a:lnTo>
                  <a:lnTo>
                    <a:pt x="807838" y="5486277"/>
                  </a:lnTo>
                  <a:lnTo>
                    <a:pt x="807984" y="5486277"/>
                  </a:lnTo>
                  <a:lnTo>
                    <a:pt x="807984" y="5485653"/>
                  </a:lnTo>
                  <a:lnTo>
                    <a:pt x="807984" y="5485030"/>
                  </a:lnTo>
                  <a:lnTo>
                    <a:pt x="808274" y="5485030"/>
                  </a:lnTo>
                  <a:lnTo>
                    <a:pt x="809002" y="5483782"/>
                  </a:lnTo>
                  <a:lnTo>
                    <a:pt x="809002" y="5483159"/>
                  </a:lnTo>
                  <a:lnTo>
                    <a:pt x="809147" y="5482535"/>
                  </a:lnTo>
                  <a:lnTo>
                    <a:pt x="809292" y="5482535"/>
                  </a:lnTo>
                  <a:lnTo>
                    <a:pt x="809438" y="5482535"/>
                  </a:lnTo>
                  <a:lnTo>
                    <a:pt x="809729" y="5482535"/>
                  </a:lnTo>
                  <a:lnTo>
                    <a:pt x="809874" y="5481912"/>
                  </a:lnTo>
                  <a:lnTo>
                    <a:pt x="810020" y="5481912"/>
                  </a:lnTo>
                  <a:lnTo>
                    <a:pt x="810165" y="5481288"/>
                  </a:lnTo>
                  <a:lnTo>
                    <a:pt x="810310" y="5481288"/>
                  </a:lnTo>
                  <a:lnTo>
                    <a:pt x="810310" y="5480665"/>
                  </a:lnTo>
                  <a:lnTo>
                    <a:pt x="810456" y="5480665"/>
                  </a:lnTo>
                  <a:lnTo>
                    <a:pt x="810601" y="5480665"/>
                  </a:lnTo>
                  <a:lnTo>
                    <a:pt x="810747" y="5480665"/>
                  </a:lnTo>
                  <a:lnTo>
                    <a:pt x="810892" y="5480665"/>
                  </a:lnTo>
                  <a:lnTo>
                    <a:pt x="811037" y="5480665"/>
                  </a:lnTo>
                  <a:lnTo>
                    <a:pt x="811183" y="5480665"/>
                  </a:lnTo>
                  <a:lnTo>
                    <a:pt x="811328" y="5480665"/>
                  </a:lnTo>
                  <a:lnTo>
                    <a:pt x="811619" y="5480665"/>
                  </a:lnTo>
                  <a:lnTo>
                    <a:pt x="811765" y="5480665"/>
                  </a:lnTo>
                  <a:lnTo>
                    <a:pt x="811765" y="5480041"/>
                  </a:lnTo>
                  <a:lnTo>
                    <a:pt x="811765" y="5479417"/>
                  </a:lnTo>
                  <a:lnTo>
                    <a:pt x="811910" y="5479417"/>
                  </a:lnTo>
                  <a:lnTo>
                    <a:pt x="812055" y="5479417"/>
                  </a:lnTo>
                  <a:lnTo>
                    <a:pt x="812201" y="5479417"/>
                  </a:lnTo>
                  <a:lnTo>
                    <a:pt x="812346" y="5479417"/>
                  </a:lnTo>
                  <a:lnTo>
                    <a:pt x="812637" y="5479417"/>
                  </a:lnTo>
                  <a:lnTo>
                    <a:pt x="812783" y="5479417"/>
                  </a:lnTo>
                  <a:lnTo>
                    <a:pt x="813219" y="5479417"/>
                  </a:lnTo>
                  <a:lnTo>
                    <a:pt x="813510" y="5479417"/>
                  </a:lnTo>
                  <a:lnTo>
                    <a:pt x="813801" y="5479417"/>
                  </a:lnTo>
                  <a:lnTo>
                    <a:pt x="814091" y="5479417"/>
                  </a:lnTo>
                  <a:lnTo>
                    <a:pt x="814237" y="5479417"/>
                  </a:lnTo>
                  <a:lnTo>
                    <a:pt x="814382" y="5479417"/>
                  </a:lnTo>
                  <a:lnTo>
                    <a:pt x="814528" y="5479417"/>
                  </a:lnTo>
                  <a:lnTo>
                    <a:pt x="814673" y="5479417"/>
                  </a:lnTo>
                  <a:lnTo>
                    <a:pt x="814819" y="5479417"/>
                  </a:lnTo>
                  <a:lnTo>
                    <a:pt x="814964" y="5479417"/>
                  </a:lnTo>
                  <a:lnTo>
                    <a:pt x="814964" y="5478794"/>
                  </a:lnTo>
                  <a:lnTo>
                    <a:pt x="816127" y="5477547"/>
                  </a:lnTo>
                  <a:lnTo>
                    <a:pt x="816273" y="5477547"/>
                  </a:lnTo>
                  <a:lnTo>
                    <a:pt x="816418" y="5477547"/>
                  </a:lnTo>
                  <a:lnTo>
                    <a:pt x="816418" y="5476923"/>
                  </a:lnTo>
                  <a:lnTo>
                    <a:pt x="816418" y="5476299"/>
                  </a:lnTo>
                  <a:lnTo>
                    <a:pt x="816564" y="5476299"/>
                  </a:lnTo>
                  <a:lnTo>
                    <a:pt x="816709" y="5476299"/>
                  </a:lnTo>
                  <a:lnTo>
                    <a:pt x="816855" y="5476299"/>
                  </a:lnTo>
                  <a:lnTo>
                    <a:pt x="816855" y="5475676"/>
                  </a:lnTo>
                  <a:lnTo>
                    <a:pt x="817145" y="5475676"/>
                  </a:lnTo>
                  <a:lnTo>
                    <a:pt x="817145" y="5475052"/>
                  </a:lnTo>
                  <a:lnTo>
                    <a:pt x="817145" y="5474429"/>
                  </a:lnTo>
                  <a:lnTo>
                    <a:pt x="817145" y="5473805"/>
                  </a:lnTo>
                  <a:lnTo>
                    <a:pt x="817291" y="5473805"/>
                  </a:lnTo>
                  <a:lnTo>
                    <a:pt x="817582" y="5473182"/>
                  </a:lnTo>
                  <a:lnTo>
                    <a:pt x="817727" y="5473182"/>
                  </a:lnTo>
                  <a:lnTo>
                    <a:pt x="817872" y="5473182"/>
                  </a:lnTo>
                  <a:lnTo>
                    <a:pt x="818018" y="5473182"/>
                  </a:lnTo>
                  <a:lnTo>
                    <a:pt x="818309" y="5472558"/>
                  </a:lnTo>
                  <a:lnTo>
                    <a:pt x="818454" y="5472558"/>
                  </a:lnTo>
                  <a:lnTo>
                    <a:pt x="818600" y="5472558"/>
                  </a:lnTo>
                  <a:lnTo>
                    <a:pt x="818745" y="5472558"/>
                  </a:lnTo>
                  <a:lnTo>
                    <a:pt x="818890" y="5472558"/>
                  </a:lnTo>
                  <a:lnTo>
                    <a:pt x="818890" y="5471934"/>
                  </a:lnTo>
                  <a:lnTo>
                    <a:pt x="819327" y="5471934"/>
                  </a:lnTo>
                  <a:lnTo>
                    <a:pt x="819472" y="5471934"/>
                  </a:lnTo>
                  <a:lnTo>
                    <a:pt x="819618" y="5471934"/>
                  </a:lnTo>
                  <a:lnTo>
                    <a:pt x="819908" y="5471934"/>
                  </a:lnTo>
                  <a:lnTo>
                    <a:pt x="820054" y="5471934"/>
                  </a:lnTo>
                  <a:lnTo>
                    <a:pt x="820345" y="5471934"/>
                  </a:lnTo>
                  <a:lnTo>
                    <a:pt x="820490" y="5471934"/>
                  </a:lnTo>
                  <a:lnTo>
                    <a:pt x="820636" y="5471934"/>
                  </a:lnTo>
                  <a:lnTo>
                    <a:pt x="820926" y="5471934"/>
                  </a:lnTo>
                  <a:lnTo>
                    <a:pt x="821217" y="5471934"/>
                  </a:lnTo>
                  <a:lnTo>
                    <a:pt x="821363" y="5471934"/>
                  </a:lnTo>
                  <a:lnTo>
                    <a:pt x="821508" y="5471934"/>
                  </a:lnTo>
                  <a:lnTo>
                    <a:pt x="821654" y="5471934"/>
                  </a:lnTo>
                  <a:lnTo>
                    <a:pt x="822090" y="5471934"/>
                  </a:lnTo>
                  <a:lnTo>
                    <a:pt x="822235" y="5471311"/>
                  </a:lnTo>
                  <a:lnTo>
                    <a:pt x="822381" y="5471311"/>
                  </a:lnTo>
                  <a:lnTo>
                    <a:pt x="822526" y="5471311"/>
                  </a:lnTo>
                  <a:lnTo>
                    <a:pt x="822672" y="5471311"/>
                  </a:lnTo>
                  <a:lnTo>
                    <a:pt x="822817" y="5471311"/>
                  </a:lnTo>
                  <a:lnTo>
                    <a:pt x="822962" y="5470687"/>
                  </a:lnTo>
                  <a:lnTo>
                    <a:pt x="823108" y="5470687"/>
                  </a:lnTo>
                  <a:lnTo>
                    <a:pt x="823399" y="5470687"/>
                  </a:lnTo>
                  <a:lnTo>
                    <a:pt x="823544" y="5470687"/>
                  </a:lnTo>
                  <a:lnTo>
                    <a:pt x="823690" y="5470687"/>
                  </a:lnTo>
                  <a:lnTo>
                    <a:pt x="823835" y="5470687"/>
                  </a:lnTo>
                  <a:lnTo>
                    <a:pt x="824126" y="5470064"/>
                  </a:lnTo>
                  <a:lnTo>
                    <a:pt x="824271" y="5470064"/>
                  </a:lnTo>
                  <a:lnTo>
                    <a:pt x="824417" y="5469440"/>
                  </a:lnTo>
                  <a:lnTo>
                    <a:pt x="824562" y="5469440"/>
                  </a:lnTo>
                  <a:lnTo>
                    <a:pt x="824562" y="5468816"/>
                  </a:lnTo>
                  <a:lnTo>
                    <a:pt x="824562" y="5467569"/>
                  </a:lnTo>
                  <a:lnTo>
                    <a:pt x="824707" y="5467569"/>
                  </a:lnTo>
                  <a:lnTo>
                    <a:pt x="824707" y="5466946"/>
                  </a:lnTo>
                  <a:lnTo>
                    <a:pt x="825289" y="5466946"/>
                  </a:lnTo>
                  <a:lnTo>
                    <a:pt x="825289" y="5466322"/>
                  </a:lnTo>
                  <a:lnTo>
                    <a:pt x="825435" y="5466322"/>
                  </a:lnTo>
                  <a:lnTo>
                    <a:pt x="825580" y="5465699"/>
                  </a:lnTo>
                  <a:lnTo>
                    <a:pt x="825725" y="5465699"/>
                  </a:lnTo>
                  <a:lnTo>
                    <a:pt x="825871" y="5465699"/>
                  </a:lnTo>
                  <a:lnTo>
                    <a:pt x="826016" y="5465699"/>
                  </a:lnTo>
                  <a:lnTo>
                    <a:pt x="826162" y="5465075"/>
                  </a:lnTo>
                  <a:lnTo>
                    <a:pt x="826307" y="5465075"/>
                  </a:lnTo>
                  <a:lnTo>
                    <a:pt x="826453" y="5465075"/>
                  </a:lnTo>
                  <a:lnTo>
                    <a:pt x="826598" y="5464451"/>
                  </a:lnTo>
                  <a:lnTo>
                    <a:pt x="826743" y="5464451"/>
                  </a:lnTo>
                  <a:lnTo>
                    <a:pt x="827034" y="5464451"/>
                  </a:lnTo>
                  <a:lnTo>
                    <a:pt x="827180" y="5464451"/>
                  </a:lnTo>
                  <a:lnTo>
                    <a:pt x="827325" y="5464451"/>
                  </a:lnTo>
                  <a:lnTo>
                    <a:pt x="827471" y="5464451"/>
                  </a:lnTo>
                  <a:lnTo>
                    <a:pt x="827616" y="5463828"/>
                  </a:lnTo>
                  <a:lnTo>
                    <a:pt x="827761" y="5463828"/>
                  </a:lnTo>
                  <a:lnTo>
                    <a:pt x="827907" y="5463828"/>
                  </a:lnTo>
                  <a:lnTo>
                    <a:pt x="828052" y="5463204"/>
                  </a:lnTo>
                  <a:lnTo>
                    <a:pt x="828198" y="5463204"/>
                  </a:lnTo>
                  <a:lnTo>
                    <a:pt x="828198" y="5461957"/>
                  </a:lnTo>
                  <a:lnTo>
                    <a:pt x="828343" y="5461957"/>
                  </a:lnTo>
                  <a:lnTo>
                    <a:pt x="828489" y="5461957"/>
                  </a:lnTo>
                  <a:lnTo>
                    <a:pt x="828634" y="5461957"/>
                  </a:lnTo>
                  <a:lnTo>
                    <a:pt x="828779" y="5461957"/>
                  </a:lnTo>
                  <a:lnTo>
                    <a:pt x="828925" y="5461957"/>
                  </a:lnTo>
                  <a:lnTo>
                    <a:pt x="829216" y="5461957"/>
                  </a:lnTo>
                  <a:lnTo>
                    <a:pt x="829361" y="5461957"/>
                  </a:lnTo>
                  <a:lnTo>
                    <a:pt x="829507" y="5461957"/>
                  </a:lnTo>
                  <a:lnTo>
                    <a:pt x="829507" y="5461333"/>
                  </a:lnTo>
                  <a:lnTo>
                    <a:pt x="829652" y="5461333"/>
                  </a:lnTo>
                  <a:lnTo>
                    <a:pt x="829797" y="5461333"/>
                  </a:lnTo>
                  <a:lnTo>
                    <a:pt x="829943" y="5461333"/>
                  </a:lnTo>
                  <a:lnTo>
                    <a:pt x="830088" y="5460710"/>
                  </a:lnTo>
                  <a:lnTo>
                    <a:pt x="830088" y="5460086"/>
                  </a:lnTo>
                  <a:lnTo>
                    <a:pt x="830524" y="5460086"/>
                  </a:lnTo>
                  <a:lnTo>
                    <a:pt x="830670" y="5460086"/>
                  </a:lnTo>
                  <a:lnTo>
                    <a:pt x="830815" y="5460086"/>
                  </a:lnTo>
                  <a:lnTo>
                    <a:pt x="830961" y="5460086"/>
                  </a:lnTo>
                  <a:lnTo>
                    <a:pt x="831252" y="5460086"/>
                  </a:lnTo>
                  <a:lnTo>
                    <a:pt x="831397" y="5460086"/>
                  </a:lnTo>
                  <a:lnTo>
                    <a:pt x="831688" y="5460086"/>
                  </a:lnTo>
                  <a:lnTo>
                    <a:pt x="831833" y="5460086"/>
                  </a:lnTo>
                  <a:lnTo>
                    <a:pt x="832124" y="5460086"/>
                  </a:lnTo>
                  <a:lnTo>
                    <a:pt x="832270" y="5460086"/>
                  </a:lnTo>
                  <a:lnTo>
                    <a:pt x="832415" y="5460086"/>
                  </a:lnTo>
                  <a:lnTo>
                    <a:pt x="832706" y="5460086"/>
                  </a:lnTo>
                  <a:lnTo>
                    <a:pt x="832851" y="5460086"/>
                  </a:lnTo>
                  <a:lnTo>
                    <a:pt x="832997" y="5460086"/>
                  </a:lnTo>
                  <a:lnTo>
                    <a:pt x="833433" y="5460086"/>
                  </a:lnTo>
                  <a:lnTo>
                    <a:pt x="833578" y="5460086"/>
                  </a:lnTo>
                  <a:lnTo>
                    <a:pt x="833724" y="5460086"/>
                  </a:lnTo>
                  <a:lnTo>
                    <a:pt x="833869" y="5459463"/>
                  </a:lnTo>
                  <a:lnTo>
                    <a:pt x="834015" y="5459463"/>
                  </a:lnTo>
                  <a:lnTo>
                    <a:pt x="834160" y="5459463"/>
                  </a:lnTo>
                  <a:lnTo>
                    <a:pt x="834160" y="5458216"/>
                  </a:lnTo>
                  <a:lnTo>
                    <a:pt x="834306" y="5458216"/>
                  </a:lnTo>
                  <a:lnTo>
                    <a:pt x="834451" y="5458216"/>
                  </a:lnTo>
                  <a:lnTo>
                    <a:pt x="834596" y="5458216"/>
                  </a:lnTo>
                  <a:lnTo>
                    <a:pt x="834887" y="5458216"/>
                  </a:lnTo>
                  <a:lnTo>
                    <a:pt x="835033" y="5458216"/>
                  </a:lnTo>
                  <a:lnTo>
                    <a:pt x="835178" y="5458216"/>
                  </a:lnTo>
                  <a:lnTo>
                    <a:pt x="835324" y="5458216"/>
                  </a:lnTo>
                  <a:lnTo>
                    <a:pt x="835469" y="5458216"/>
                  </a:lnTo>
                  <a:lnTo>
                    <a:pt x="835760" y="5458216"/>
                  </a:lnTo>
                  <a:lnTo>
                    <a:pt x="835905" y="5458216"/>
                  </a:lnTo>
                  <a:lnTo>
                    <a:pt x="836051" y="5458216"/>
                  </a:lnTo>
                  <a:lnTo>
                    <a:pt x="836196" y="5458216"/>
                  </a:lnTo>
                  <a:lnTo>
                    <a:pt x="836342" y="5458216"/>
                  </a:lnTo>
                  <a:lnTo>
                    <a:pt x="836487" y="5458216"/>
                  </a:lnTo>
                  <a:lnTo>
                    <a:pt x="836632" y="5458216"/>
                  </a:lnTo>
                  <a:lnTo>
                    <a:pt x="836632" y="5457592"/>
                  </a:lnTo>
                  <a:lnTo>
                    <a:pt x="836632" y="5456968"/>
                  </a:lnTo>
                  <a:lnTo>
                    <a:pt x="836778" y="5456968"/>
                  </a:lnTo>
                  <a:lnTo>
                    <a:pt x="836923" y="5456968"/>
                  </a:lnTo>
                  <a:lnTo>
                    <a:pt x="837069" y="5456345"/>
                  </a:lnTo>
                  <a:lnTo>
                    <a:pt x="837069" y="5455721"/>
                  </a:lnTo>
                  <a:lnTo>
                    <a:pt x="837214" y="5455098"/>
                  </a:lnTo>
                  <a:lnTo>
                    <a:pt x="837359" y="5454474"/>
                  </a:lnTo>
                  <a:lnTo>
                    <a:pt x="837505" y="5454474"/>
                  </a:lnTo>
                  <a:lnTo>
                    <a:pt x="837650" y="5453850"/>
                  </a:lnTo>
                  <a:lnTo>
                    <a:pt x="837796" y="5453850"/>
                  </a:lnTo>
                  <a:lnTo>
                    <a:pt x="837941" y="5453850"/>
                  </a:lnTo>
                  <a:lnTo>
                    <a:pt x="837941" y="5453227"/>
                  </a:lnTo>
                  <a:lnTo>
                    <a:pt x="838814" y="5452603"/>
                  </a:lnTo>
                  <a:lnTo>
                    <a:pt x="838959" y="5452603"/>
                  </a:lnTo>
                  <a:lnTo>
                    <a:pt x="839105" y="5452603"/>
                  </a:lnTo>
                  <a:lnTo>
                    <a:pt x="839250" y="5452603"/>
                  </a:lnTo>
                  <a:lnTo>
                    <a:pt x="839395" y="5452603"/>
                  </a:lnTo>
                  <a:lnTo>
                    <a:pt x="839541" y="5452603"/>
                  </a:lnTo>
                  <a:lnTo>
                    <a:pt x="839832" y="5452603"/>
                  </a:lnTo>
                  <a:lnTo>
                    <a:pt x="839977" y="5452603"/>
                  </a:lnTo>
                  <a:lnTo>
                    <a:pt x="840123" y="5452603"/>
                  </a:lnTo>
                  <a:lnTo>
                    <a:pt x="840413" y="5452603"/>
                  </a:lnTo>
                  <a:lnTo>
                    <a:pt x="840559" y="5452603"/>
                  </a:lnTo>
                  <a:lnTo>
                    <a:pt x="840704" y="5452603"/>
                  </a:lnTo>
                  <a:lnTo>
                    <a:pt x="840850" y="5452603"/>
                  </a:lnTo>
                  <a:lnTo>
                    <a:pt x="840995" y="5451980"/>
                  </a:lnTo>
                  <a:lnTo>
                    <a:pt x="841141" y="5451980"/>
                  </a:lnTo>
                  <a:lnTo>
                    <a:pt x="841286" y="5451980"/>
                  </a:lnTo>
                  <a:lnTo>
                    <a:pt x="841286" y="5451356"/>
                  </a:lnTo>
                  <a:lnTo>
                    <a:pt x="841286" y="5450733"/>
                  </a:lnTo>
                  <a:lnTo>
                    <a:pt x="841286" y="5450109"/>
                  </a:lnTo>
                  <a:lnTo>
                    <a:pt x="841431" y="5450109"/>
                  </a:lnTo>
                  <a:lnTo>
                    <a:pt x="841577" y="5450109"/>
                  </a:lnTo>
                  <a:lnTo>
                    <a:pt x="841722" y="5450109"/>
                  </a:lnTo>
                  <a:lnTo>
                    <a:pt x="841868" y="5450109"/>
                  </a:lnTo>
                  <a:lnTo>
                    <a:pt x="842013" y="5450109"/>
                  </a:lnTo>
                  <a:lnTo>
                    <a:pt x="842159" y="5450109"/>
                  </a:lnTo>
                  <a:lnTo>
                    <a:pt x="842595" y="5447615"/>
                  </a:lnTo>
                  <a:lnTo>
                    <a:pt x="842740" y="5447615"/>
                  </a:lnTo>
                  <a:lnTo>
                    <a:pt x="842886" y="5447615"/>
                  </a:lnTo>
                  <a:lnTo>
                    <a:pt x="842886" y="5446991"/>
                  </a:lnTo>
                  <a:lnTo>
                    <a:pt x="843031" y="5446991"/>
                  </a:lnTo>
                  <a:lnTo>
                    <a:pt x="843031" y="5446367"/>
                  </a:lnTo>
                  <a:lnTo>
                    <a:pt x="843177" y="5446367"/>
                  </a:lnTo>
                  <a:lnTo>
                    <a:pt x="843322" y="5446367"/>
                  </a:lnTo>
                  <a:lnTo>
                    <a:pt x="843467" y="5446367"/>
                  </a:lnTo>
                  <a:lnTo>
                    <a:pt x="843467" y="5445744"/>
                  </a:lnTo>
                  <a:lnTo>
                    <a:pt x="843613" y="5445744"/>
                  </a:lnTo>
                  <a:lnTo>
                    <a:pt x="843613" y="5445120"/>
                  </a:lnTo>
                  <a:lnTo>
                    <a:pt x="843758" y="5445120"/>
                  </a:lnTo>
                  <a:lnTo>
                    <a:pt x="843904" y="5445120"/>
                  </a:lnTo>
                  <a:lnTo>
                    <a:pt x="843904" y="5444497"/>
                  </a:lnTo>
                  <a:lnTo>
                    <a:pt x="844194" y="5444497"/>
                  </a:lnTo>
                  <a:lnTo>
                    <a:pt x="844340" y="5443873"/>
                  </a:lnTo>
                  <a:lnTo>
                    <a:pt x="844776" y="5443873"/>
                  </a:lnTo>
                  <a:lnTo>
                    <a:pt x="844922" y="5443873"/>
                  </a:lnTo>
                  <a:lnTo>
                    <a:pt x="845067" y="5443873"/>
                  </a:lnTo>
                  <a:lnTo>
                    <a:pt x="845212" y="5443873"/>
                  </a:lnTo>
                  <a:lnTo>
                    <a:pt x="845503" y="5443873"/>
                  </a:lnTo>
                  <a:lnTo>
                    <a:pt x="845503" y="5443250"/>
                  </a:lnTo>
                  <a:lnTo>
                    <a:pt x="845503" y="5442626"/>
                  </a:lnTo>
                  <a:lnTo>
                    <a:pt x="845503" y="5442002"/>
                  </a:lnTo>
                  <a:lnTo>
                    <a:pt x="845649" y="5442002"/>
                  </a:lnTo>
                  <a:lnTo>
                    <a:pt x="845649" y="5441379"/>
                  </a:lnTo>
                  <a:lnTo>
                    <a:pt x="845794" y="5441379"/>
                  </a:lnTo>
                  <a:lnTo>
                    <a:pt x="846376" y="5441379"/>
                  </a:lnTo>
                  <a:lnTo>
                    <a:pt x="846812" y="5441379"/>
                  </a:lnTo>
                  <a:lnTo>
                    <a:pt x="846958" y="5441379"/>
                  </a:lnTo>
                  <a:lnTo>
                    <a:pt x="847103" y="5441379"/>
                  </a:lnTo>
                  <a:lnTo>
                    <a:pt x="847248" y="5441379"/>
                  </a:lnTo>
                  <a:lnTo>
                    <a:pt x="847685" y="5441379"/>
                  </a:lnTo>
                  <a:lnTo>
                    <a:pt x="847685" y="5440755"/>
                  </a:lnTo>
                  <a:lnTo>
                    <a:pt x="847830" y="5440755"/>
                  </a:lnTo>
                  <a:lnTo>
                    <a:pt x="847976" y="5440755"/>
                  </a:lnTo>
                  <a:lnTo>
                    <a:pt x="848121" y="5440755"/>
                  </a:lnTo>
                  <a:lnTo>
                    <a:pt x="848121" y="5440132"/>
                  </a:lnTo>
                  <a:lnTo>
                    <a:pt x="848266" y="5440132"/>
                  </a:lnTo>
                  <a:lnTo>
                    <a:pt x="848412" y="5440132"/>
                  </a:lnTo>
                  <a:lnTo>
                    <a:pt x="848703" y="5439508"/>
                  </a:lnTo>
                  <a:lnTo>
                    <a:pt x="848703" y="5438884"/>
                  </a:lnTo>
                  <a:lnTo>
                    <a:pt x="848848" y="5438261"/>
                  </a:lnTo>
                  <a:lnTo>
                    <a:pt x="848994" y="5438261"/>
                  </a:lnTo>
                  <a:lnTo>
                    <a:pt x="849284" y="5438261"/>
                  </a:lnTo>
                  <a:lnTo>
                    <a:pt x="849284" y="5437014"/>
                  </a:lnTo>
                  <a:lnTo>
                    <a:pt x="849430" y="5437014"/>
                  </a:lnTo>
                  <a:lnTo>
                    <a:pt x="849575" y="5437014"/>
                  </a:lnTo>
                  <a:lnTo>
                    <a:pt x="849866" y="5437014"/>
                  </a:lnTo>
                  <a:lnTo>
                    <a:pt x="850012" y="5437014"/>
                  </a:lnTo>
                  <a:lnTo>
                    <a:pt x="850157" y="5437014"/>
                  </a:lnTo>
                  <a:lnTo>
                    <a:pt x="850302" y="5437014"/>
                  </a:lnTo>
                  <a:lnTo>
                    <a:pt x="850593" y="5437014"/>
                  </a:lnTo>
                  <a:lnTo>
                    <a:pt x="851029" y="5437014"/>
                  </a:lnTo>
                  <a:lnTo>
                    <a:pt x="851320" y="5437014"/>
                  </a:lnTo>
                  <a:lnTo>
                    <a:pt x="851466" y="5437014"/>
                  </a:lnTo>
                  <a:lnTo>
                    <a:pt x="851757" y="5437014"/>
                  </a:lnTo>
                  <a:lnTo>
                    <a:pt x="851902" y="5437014"/>
                  </a:lnTo>
                  <a:lnTo>
                    <a:pt x="852338" y="5437014"/>
                  </a:lnTo>
                  <a:lnTo>
                    <a:pt x="852484" y="5437014"/>
                  </a:lnTo>
                  <a:lnTo>
                    <a:pt x="852484" y="5436390"/>
                  </a:lnTo>
                  <a:lnTo>
                    <a:pt x="852920" y="5436390"/>
                  </a:lnTo>
                  <a:lnTo>
                    <a:pt x="853065" y="5436390"/>
                  </a:lnTo>
                  <a:lnTo>
                    <a:pt x="853211" y="5436390"/>
                  </a:lnTo>
                  <a:lnTo>
                    <a:pt x="853356" y="5435767"/>
                  </a:lnTo>
                  <a:lnTo>
                    <a:pt x="853502" y="5435767"/>
                  </a:lnTo>
                  <a:lnTo>
                    <a:pt x="853647" y="5435143"/>
                  </a:lnTo>
                  <a:lnTo>
                    <a:pt x="853938" y="5435143"/>
                  </a:lnTo>
                  <a:lnTo>
                    <a:pt x="854229" y="5434519"/>
                  </a:lnTo>
                  <a:lnTo>
                    <a:pt x="854520" y="5434519"/>
                  </a:lnTo>
                  <a:lnTo>
                    <a:pt x="854520" y="5433896"/>
                  </a:lnTo>
                  <a:lnTo>
                    <a:pt x="854665" y="5433272"/>
                  </a:lnTo>
                  <a:lnTo>
                    <a:pt x="854811" y="5433272"/>
                  </a:lnTo>
                  <a:lnTo>
                    <a:pt x="855101" y="5433272"/>
                  </a:lnTo>
                  <a:lnTo>
                    <a:pt x="855247" y="5433272"/>
                  </a:lnTo>
                  <a:lnTo>
                    <a:pt x="855392" y="5433272"/>
                  </a:lnTo>
                  <a:lnTo>
                    <a:pt x="855538" y="5433272"/>
                  </a:lnTo>
                  <a:lnTo>
                    <a:pt x="855829" y="5433272"/>
                  </a:lnTo>
                  <a:lnTo>
                    <a:pt x="856265" y="5433272"/>
                  </a:lnTo>
                  <a:lnTo>
                    <a:pt x="856410" y="5433272"/>
                  </a:lnTo>
                  <a:lnTo>
                    <a:pt x="856556" y="5433272"/>
                  </a:lnTo>
                  <a:lnTo>
                    <a:pt x="856701" y="5433272"/>
                  </a:lnTo>
                  <a:lnTo>
                    <a:pt x="856847" y="5433272"/>
                  </a:lnTo>
                  <a:lnTo>
                    <a:pt x="856992" y="5433272"/>
                  </a:lnTo>
                  <a:lnTo>
                    <a:pt x="857137" y="5433272"/>
                  </a:lnTo>
                  <a:lnTo>
                    <a:pt x="857283" y="5433272"/>
                  </a:lnTo>
                  <a:lnTo>
                    <a:pt x="857574" y="5433272"/>
                  </a:lnTo>
                  <a:lnTo>
                    <a:pt x="857719" y="5433272"/>
                  </a:lnTo>
                  <a:lnTo>
                    <a:pt x="857719" y="5432649"/>
                  </a:lnTo>
                  <a:lnTo>
                    <a:pt x="857864" y="5432649"/>
                  </a:lnTo>
                  <a:lnTo>
                    <a:pt x="858155" y="5432649"/>
                  </a:lnTo>
                  <a:lnTo>
                    <a:pt x="858592" y="5432649"/>
                  </a:lnTo>
                  <a:lnTo>
                    <a:pt x="858737" y="5432649"/>
                  </a:lnTo>
                  <a:lnTo>
                    <a:pt x="858882" y="5432649"/>
                  </a:lnTo>
                  <a:lnTo>
                    <a:pt x="859028" y="5432649"/>
                  </a:lnTo>
                  <a:lnTo>
                    <a:pt x="859028" y="5432025"/>
                  </a:lnTo>
                  <a:lnTo>
                    <a:pt x="859028" y="5431401"/>
                  </a:lnTo>
                  <a:lnTo>
                    <a:pt x="859173" y="5431401"/>
                  </a:lnTo>
                  <a:lnTo>
                    <a:pt x="859319" y="5431401"/>
                  </a:lnTo>
                  <a:lnTo>
                    <a:pt x="859464" y="5431401"/>
                  </a:lnTo>
                  <a:lnTo>
                    <a:pt x="859464" y="5430778"/>
                  </a:lnTo>
                  <a:lnTo>
                    <a:pt x="859610" y="5430778"/>
                  </a:lnTo>
                  <a:lnTo>
                    <a:pt x="860046" y="5430778"/>
                  </a:lnTo>
                  <a:lnTo>
                    <a:pt x="860046" y="5430154"/>
                  </a:lnTo>
                  <a:lnTo>
                    <a:pt x="860046" y="5429531"/>
                  </a:lnTo>
                  <a:lnTo>
                    <a:pt x="860046" y="5428907"/>
                  </a:lnTo>
                  <a:lnTo>
                    <a:pt x="860191" y="5428284"/>
                  </a:lnTo>
                  <a:lnTo>
                    <a:pt x="860482" y="5428284"/>
                  </a:lnTo>
                  <a:lnTo>
                    <a:pt x="860628" y="5428284"/>
                  </a:lnTo>
                  <a:lnTo>
                    <a:pt x="860773" y="5428284"/>
                  </a:lnTo>
                  <a:lnTo>
                    <a:pt x="860918" y="5428284"/>
                  </a:lnTo>
                  <a:lnTo>
                    <a:pt x="860918" y="5427660"/>
                  </a:lnTo>
                  <a:lnTo>
                    <a:pt x="861064" y="5427660"/>
                  </a:lnTo>
                  <a:lnTo>
                    <a:pt x="861209" y="5427660"/>
                  </a:lnTo>
                  <a:lnTo>
                    <a:pt x="861355" y="5427036"/>
                  </a:lnTo>
                  <a:lnTo>
                    <a:pt x="861500" y="5427036"/>
                  </a:lnTo>
                  <a:lnTo>
                    <a:pt x="861646" y="5427036"/>
                  </a:lnTo>
                  <a:lnTo>
                    <a:pt x="861791" y="5427036"/>
                  </a:lnTo>
                  <a:lnTo>
                    <a:pt x="861936" y="5427036"/>
                  </a:lnTo>
                  <a:lnTo>
                    <a:pt x="862082" y="5427036"/>
                  </a:lnTo>
                  <a:lnTo>
                    <a:pt x="862664" y="5427036"/>
                  </a:lnTo>
                  <a:lnTo>
                    <a:pt x="862809" y="5427036"/>
                  </a:lnTo>
                  <a:lnTo>
                    <a:pt x="862954" y="5427036"/>
                  </a:lnTo>
                  <a:lnTo>
                    <a:pt x="863100" y="5427036"/>
                  </a:lnTo>
                  <a:lnTo>
                    <a:pt x="863245" y="5427036"/>
                  </a:lnTo>
                  <a:lnTo>
                    <a:pt x="863245" y="5426413"/>
                  </a:lnTo>
                  <a:lnTo>
                    <a:pt x="863391" y="5426413"/>
                  </a:lnTo>
                  <a:lnTo>
                    <a:pt x="863536" y="5424542"/>
                  </a:lnTo>
                  <a:lnTo>
                    <a:pt x="863827" y="5423919"/>
                  </a:lnTo>
                  <a:lnTo>
                    <a:pt x="863972" y="5423919"/>
                  </a:lnTo>
                  <a:lnTo>
                    <a:pt x="864118" y="5423919"/>
                  </a:lnTo>
                  <a:lnTo>
                    <a:pt x="864263" y="5423919"/>
                  </a:lnTo>
                  <a:lnTo>
                    <a:pt x="864263" y="5423295"/>
                  </a:lnTo>
                  <a:lnTo>
                    <a:pt x="864409" y="5423295"/>
                  </a:lnTo>
                  <a:lnTo>
                    <a:pt x="864554" y="5423295"/>
                  </a:lnTo>
                  <a:lnTo>
                    <a:pt x="864699" y="5423295"/>
                  </a:lnTo>
                  <a:lnTo>
                    <a:pt x="864990" y="5423295"/>
                  </a:lnTo>
                  <a:lnTo>
                    <a:pt x="865136" y="5423295"/>
                  </a:lnTo>
                  <a:lnTo>
                    <a:pt x="865281" y="5422671"/>
                  </a:lnTo>
                  <a:lnTo>
                    <a:pt x="865427" y="5422671"/>
                  </a:lnTo>
                  <a:lnTo>
                    <a:pt x="865572" y="5422671"/>
                  </a:lnTo>
                  <a:lnTo>
                    <a:pt x="865717" y="5422671"/>
                  </a:lnTo>
                  <a:lnTo>
                    <a:pt x="866008" y="5422671"/>
                  </a:lnTo>
                  <a:lnTo>
                    <a:pt x="866299" y="5422671"/>
                  </a:lnTo>
                  <a:lnTo>
                    <a:pt x="866445" y="5422671"/>
                  </a:lnTo>
                  <a:lnTo>
                    <a:pt x="866735" y="5422671"/>
                  </a:lnTo>
                  <a:lnTo>
                    <a:pt x="866881" y="5422671"/>
                  </a:lnTo>
                  <a:lnTo>
                    <a:pt x="867026" y="5422048"/>
                  </a:lnTo>
                  <a:lnTo>
                    <a:pt x="867172" y="5422048"/>
                  </a:lnTo>
                  <a:lnTo>
                    <a:pt x="867317" y="5421424"/>
                  </a:lnTo>
                  <a:lnTo>
                    <a:pt x="867463" y="5421424"/>
                  </a:lnTo>
                  <a:lnTo>
                    <a:pt x="867753" y="5421424"/>
                  </a:lnTo>
                  <a:lnTo>
                    <a:pt x="867899" y="5421424"/>
                  </a:lnTo>
                  <a:lnTo>
                    <a:pt x="867899" y="5420801"/>
                  </a:lnTo>
                  <a:lnTo>
                    <a:pt x="868044" y="5420801"/>
                  </a:lnTo>
                  <a:lnTo>
                    <a:pt x="868335" y="5420801"/>
                  </a:lnTo>
                  <a:lnTo>
                    <a:pt x="868481" y="5420801"/>
                  </a:lnTo>
                  <a:lnTo>
                    <a:pt x="868771" y="5420801"/>
                  </a:lnTo>
                  <a:lnTo>
                    <a:pt x="868917" y="5420801"/>
                  </a:lnTo>
                  <a:lnTo>
                    <a:pt x="869062" y="5420801"/>
                  </a:lnTo>
                  <a:lnTo>
                    <a:pt x="869208" y="5420801"/>
                  </a:lnTo>
                  <a:lnTo>
                    <a:pt x="869353" y="5420801"/>
                  </a:lnTo>
                  <a:lnTo>
                    <a:pt x="869935" y="5420801"/>
                  </a:lnTo>
                  <a:lnTo>
                    <a:pt x="870080" y="5420801"/>
                  </a:lnTo>
                  <a:lnTo>
                    <a:pt x="870080" y="5419553"/>
                  </a:lnTo>
                  <a:lnTo>
                    <a:pt x="870226" y="5419553"/>
                  </a:lnTo>
                  <a:lnTo>
                    <a:pt x="870517" y="5419553"/>
                  </a:lnTo>
                  <a:lnTo>
                    <a:pt x="870662" y="5419553"/>
                  </a:lnTo>
                  <a:lnTo>
                    <a:pt x="870807" y="5419553"/>
                  </a:lnTo>
                  <a:lnTo>
                    <a:pt x="870807" y="5418930"/>
                  </a:lnTo>
                  <a:lnTo>
                    <a:pt x="870953" y="5418930"/>
                  </a:lnTo>
                  <a:lnTo>
                    <a:pt x="871098" y="5418930"/>
                  </a:lnTo>
                  <a:lnTo>
                    <a:pt x="871680" y="5417683"/>
                  </a:lnTo>
                  <a:lnTo>
                    <a:pt x="871825" y="5417683"/>
                  </a:lnTo>
                  <a:lnTo>
                    <a:pt x="871971" y="5417683"/>
                  </a:lnTo>
                  <a:lnTo>
                    <a:pt x="871971" y="5417059"/>
                  </a:lnTo>
                  <a:lnTo>
                    <a:pt x="872262" y="5417059"/>
                  </a:lnTo>
                  <a:lnTo>
                    <a:pt x="872407" y="5417059"/>
                  </a:lnTo>
                  <a:lnTo>
                    <a:pt x="872407" y="5416436"/>
                  </a:lnTo>
                  <a:lnTo>
                    <a:pt x="872552" y="5416436"/>
                  </a:lnTo>
                  <a:lnTo>
                    <a:pt x="872698" y="5416436"/>
                  </a:lnTo>
                  <a:lnTo>
                    <a:pt x="872989" y="5416436"/>
                  </a:lnTo>
                  <a:lnTo>
                    <a:pt x="873134" y="5416436"/>
                  </a:lnTo>
                  <a:lnTo>
                    <a:pt x="873280" y="5415812"/>
                  </a:lnTo>
                  <a:lnTo>
                    <a:pt x="873570" y="5415812"/>
                  </a:lnTo>
                  <a:lnTo>
                    <a:pt x="873570" y="5415188"/>
                  </a:lnTo>
                  <a:lnTo>
                    <a:pt x="874007" y="5414565"/>
                  </a:lnTo>
                  <a:lnTo>
                    <a:pt x="874443" y="5413941"/>
                  </a:lnTo>
                  <a:lnTo>
                    <a:pt x="874443" y="5413318"/>
                  </a:lnTo>
                  <a:lnTo>
                    <a:pt x="874734" y="5413318"/>
                  </a:lnTo>
                  <a:lnTo>
                    <a:pt x="874879" y="5413318"/>
                  </a:lnTo>
                  <a:lnTo>
                    <a:pt x="875025" y="5413318"/>
                  </a:lnTo>
                  <a:lnTo>
                    <a:pt x="875170" y="5413318"/>
                  </a:lnTo>
                  <a:lnTo>
                    <a:pt x="875170" y="5412694"/>
                  </a:lnTo>
                  <a:lnTo>
                    <a:pt x="875316" y="5412694"/>
                  </a:lnTo>
                  <a:lnTo>
                    <a:pt x="875461" y="5412694"/>
                  </a:lnTo>
                  <a:lnTo>
                    <a:pt x="875752" y="5412694"/>
                  </a:lnTo>
                  <a:lnTo>
                    <a:pt x="875897" y="5412694"/>
                  </a:lnTo>
                  <a:lnTo>
                    <a:pt x="876043" y="5412694"/>
                  </a:lnTo>
                  <a:lnTo>
                    <a:pt x="876188" y="5412694"/>
                  </a:lnTo>
                  <a:lnTo>
                    <a:pt x="876479" y="5412070"/>
                  </a:lnTo>
                  <a:lnTo>
                    <a:pt x="876624" y="5412070"/>
                  </a:lnTo>
                  <a:lnTo>
                    <a:pt x="876624" y="5411447"/>
                  </a:lnTo>
                  <a:lnTo>
                    <a:pt x="876770" y="5411447"/>
                  </a:lnTo>
                  <a:lnTo>
                    <a:pt x="876915" y="5411447"/>
                  </a:lnTo>
                  <a:lnTo>
                    <a:pt x="877061" y="5411447"/>
                  </a:lnTo>
                  <a:lnTo>
                    <a:pt x="877061" y="5410823"/>
                  </a:lnTo>
                  <a:lnTo>
                    <a:pt x="877352" y="5409576"/>
                  </a:lnTo>
                  <a:lnTo>
                    <a:pt x="877642" y="5409576"/>
                  </a:lnTo>
                  <a:lnTo>
                    <a:pt x="877788" y="5409576"/>
                  </a:lnTo>
                  <a:lnTo>
                    <a:pt x="878224" y="5409576"/>
                  </a:lnTo>
                  <a:lnTo>
                    <a:pt x="878369" y="5409576"/>
                  </a:lnTo>
                  <a:lnTo>
                    <a:pt x="878515" y="5408953"/>
                  </a:lnTo>
                  <a:lnTo>
                    <a:pt x="878660" y="5408329"/>
                  </a:lnTo>
                  <a:lnTo>
                    <a:pt x="878806" y="5408329"/>
                  </a:lnTo>
                  <a:lnTo>
                    <a:pt x="878951" y="5408329"/>
                  </a:lnTo>
                  <a:lnTo>
                    <a:pt x="879097" y="5408329"/>
                  </a:lnTo>
                  <a:lnTo>
                    <a:pt x="879387" y="5408329"/>
                  </a:lnTo>
                  <a:lnTo>
                    <a:pt x="879533" y="5408329"/>
                  </a:lnTo>
                  <a:lnTo>
                    <a:pt x="879678" y="5408329"/>
                  </a:lnTo>
                  <a:lnTo>
                    <a:pt x="879824" y="5408329"/>
                  </a:lnTo>
                  <a:lnTo>
                    <a:pt x="880115" y="5408329"/>
                  </a:lnTo>
                  <a:lnTo>
                    <a:pt x="880260" y="5408329"/>
                  </a:lnTo>
                  <a:lnTo>
                    <a:pt x="880405" y="5408329"/>
                  </a:lnTo>
                  <a:lnTo>
                    <a:pt x="880551" y="5408329"/>
                  </a:lnTo>
                  <a:lnTo>
                    <a:pt x="880696" y="5408329"/>
                  </a:lnTo>
                  <a:lnTo>
                    <a:pt x="880842" y="5408329"/>
                  </a:lnTo>
                  <a:lnTo>
                    <a:pt x="880987" y="5408329"/>
                  </a:lnTo>
                  <a:lnTo>
                    <a:pt x="881133" y="5408329"/>
                  </a:lnTo>
                  <a:lnTo>
                    <a:pt x="881278" y="5408329"/>
                  </a:lnTo>
                  <a:lnTo>
                    <a:pt x="881423" y="5408329"/>
                  </a:lnTo>
                  <a:lnTo>
                    <a:pt x="881569" y="5408329"/>
                  </a:lnTo>
                  <a:lnTo>
                    <a:pt x="881714" y="5408329"/>
                  </a:lnTo>
                  <a:lnTo>
                    <a:pt x="882005" y="5407705"/>
                  </a:lnTo>
                  <a:lnTo>
                    <a:pt x="882587" y="5407705"/>
                  </a:lnTo>
                  <a:lnTo>
                    <a:pt x="882732" y="5407705"/>
                  </a:lnTo>
                  <a:lnTo>
                    <a:pt x="882878" y="5407705"/>
                  </a:lnTo>
                  <a:lnTo>
                    <a:pt x="883169" y="5407705"/>
                  </a:lnTo>
                  <a:lnTo>
                    <a:pt x="883169" y="5407082"/>
                  </a:lnTo>
                  <a:lnTo>
                    <a:pt x="883314" y="5407082"/>
                  </a:lnTo>
                  <a:lnTo>
                    <a:pt x="883459" y="5407082"/>
                  </a:lnTo>
                  <a:lnTo>
                    <a:pt x="883750" y="5407082"/>
                  </a:lnTo>
                  <a:lnTo>
                    <a:pt x="883896" y="5407082"/>
                  </a:lnTo>
                  <a:lnTo>
                    <a:pt x="884041" y="5407082"/>
                  </a:lnTo>
                  <a:lnTo>
                    <a:pt x="884041" y="5406458"/>
                  </a:lnTo>
                  <a:lnTo>
                    <a:pt x="884187" y="5406458"/>
                  </a:lnTo>
                  <a:lnTo>
                    <a:pt x="884332" y="5406458"/>
                  </a:lnTo>
                  <a:lnTo>
                    <a:pt x="884477" y="5406458"/>
                  </a:lnTo>
                  <a:lnTo>
                    <a:pt x="884623" y="5406458"/>
                  </a:lnTo>
                  <a:lnTo>
                    <a:pt x="884623" y="5405835"/>
                  </a:lnTo>
                  <a:lnTo>
                    <a:pt x="884768" y="5405835"/>
                  </a:lnTo>
                  <a:lnTo>
                    <a:pt x="885059" y="5405835"/>
                  </a:lnTo>
                  <a:lnTo>
                    <a:pt x="885204" y="5405835"/>
                  </a:lnTo>
                  <a:lnTo>
                    <a:pt x="885641" y="5404587"/>
                  </a:lnTo>
                  <a:lnTo>
                    <a:pt x="885786" y="5404587"/>
                  </a:lnTo>
                  <a:lnTo>
                    <a:pt x="885932" y="5404587"/>
                  </a:lnTo>
                  <a:lnTo>
                    <a:pt x="886077" y="5404587"/>
                  </a:lnTo>
                  <a:lnTo>
                    <a:pt x="886222" y="5404587"/>
                  </a:lnTo>
                  <a:lnTo>
                    <a:pt x="886368" y="5403964"/>
                  </a:lnTo>
                  <a:lnTo>
                    <a:pt x="886513" y="5403964"/>
                  </a:lnTo>
                  <a:lnTo>
                    <a:pt x="886659" y="5403964"/>
                  </a:lnTo>
                  <a:lnTo>
                    <a:pt x="886950" y="5403964"/>
                  </a:lnTo>
                  <a:lnTo>
                    <a:pt x="887095" y="5403964"/>
                  </a:lnTo>
                  <a:lnTo>
                    <a:pt x="887677" y="5403964"/>
                  </a:lnTo>
                  <a:lnTo>
                    <a:pt x="887822" y="5403964"/>
                  </a:lnTo>
                  <a:lnTo>
                    <a:pt x="887968" y="5403964"/>
                  </a:lnTo>
                  <a:lnTo>
                    <a:pt x="888258" y="5403964"/>
                  </a:lnTo>
                  <a:lnTo>
                    <a:pt x="888258" y="5402717"/>
                  </a:lnTo>
                  <a:lnTo>
                    <a:pt x="888695" y="5402717"/>
                  </a:lnTo>
                  <a:lnTo>
                    <a:pt x="888695" y="5402093"/>
                  </a:lnTo>
                  <a:lnTo>
                    <a:pt x="888840" y="5402093"/>
                  </a:lnTo>
                  <a:lnTo>
                    <a:pt x="888986" y="5402093"/>
                  </a:lnTo>
                  <a:lnTo>
                    <a:pt x="889131" y="5402093"/>
                  </a:lnTo>
                  <a:lnTo>
                    <a:pt x="889276" y="5402093"/>
                  </a:lnTo>
                  <a:lnTo>
                    <a:pt x="889422" y="5402093"/>
                  </a:lnTo>
                  <a:lnTo>
                    <a:pt x="889858" y="5402093"/>
                  </a:lnTo>
                  <a:lnTo>
                    <a:pt x="890004" y="5402093"/>
                  </a:lnTo>
                  <a:lnTo>
                    <a:pt x="890149" y="5402093"/>
                  </a:lnTo>
                  <a:lnTo>
                    <a:pt x="890294" y="5402093"/>
                  </a:lnTo>
                  <a:lnTo>
                    <a:pt x="890876" y="5401470"/>
                  </a:lnTo>
                  <a:lnTo>
                    <a:pt x="890876" y="5400846"/>
                  </a:lnTo>
                  <a:lnTo>
                    <a:pt x="891022" y="5400846"/>
                  </a:lnTo>
                  <a:lnTo>
                    <a:pt x="891312" y="5400846"/>
                  </a:lnTo>
                  <a:lnTo>
                    <a:pt x="891458" y="5400846"/>
                  </a:lnTo>
                  <a:lnTo>
                    <a:pt x="891603" y="5400846"/>
                  </a:lnTo>
                  <a:lnTo>
                    <a:pt x="891749" y="5400846"/>
                  </a:lnTo>
                  <a:lnTo>
                    <a:pt x="891894" y="5400846"/>
                  </a:lnTo>
                  <a:lnTo>
                    <a:pt x="891894" y="5400222"/>
                  </a:lnTo>
                  <a:lnTo>
                    <a:pt x="892039" y="5400222"/>
                  </a:lnTo>
                  <a:lnTo>
                    <a:pt x="892185" y="5400222"/>
                  </a:lnTo>
                  <a:lnTo>
                    <a:pt x="892330" y="5400222"/>
                  </a:lnTo>
                  <a:lnTo>
                    <a:pt x="892476" y="5399599"/>
                  </a:lnTo>
                  <a:lnTo>
                    <a:pt x="892767" y="5399599"/>
                  </a:lnTo>
                  <a:lnTo>
                    <a:pt x="892912" y="5399599"/>
                  </a:lnTo>
                  <a:lnTo>
                    <a:pt x="893057" y="5399599"/>
                  </a:lnTo>
                  <a:lnTo>
                    <a:pt x="893639" y="5399599"/>
                  </a:lnTo>
                  <a:lnTo>
                    <a:pt x="893785" y="5399599"/>
                  </a:lnTo>
                  <a:lnTo>
                    <a:pt x="894075" y="5399599"/>
                  </a:lnTo>
                  <a:lnTo>
                    <a:pt x="894221" y="5399599"/>
                  </a:lnTo>
                  <a:lnTo>
                    <a:pt x="894366" y="5399599"/>
                  </a:lnTo>
                  <a:lnTo>
                    <a:pt x="894512" y="5398975"/>
                  </a:lnTo>
                  <a:lnTo>
                    <a:pt x="894512" y="5398352"/>
                  </a:lnTo>
                  <a:lnTo>
                    <a:pt x="894657" y="5398352"/>
                  </a:lnTo>
                  <a:lnTo>
                    <a:pt x="894803" y="5398352"/>
                  </a:lnTo>
                  <a:lnTo>
                    <a:pt x="894948" y="5398352"/>
                  </a:lnTo>
                  <a:lnTo>
                    <a:pt x="895093" y="5398352"/>
                  </a:lnTo>
                  <a:lnTo>
                    <a:pt x="895239" y="5398352"/>
                  </a:lnTo>
                  <a:lnTo>
                    <a:pt x="895384" y="5398352"/>
                  </a:lnTo>
                  <a:lnTo>
                    <a:pt x="895530" y="5398352"/>
                  </a:lnTo>
                  <a:lnTo>
                    <a:pt x="895675" y="5398352"/>
                  </a:lnTo>
                  <a:lnTo>
                    <a:pt x="897129" y="5397104"/>
                  </a:lnTo>
                  <a:lnTo>
                    <a:pt x="897275" y="5397104"/>
                  </a:lnTo>
                  <a:lnTo>
                    <a:pt x="897420" y="5397104"/>
                  </a:lnTo>
                  <a:lnTo>
                    <a:pt x="897566" y="5397104"/>
                  </a:lnTo>
                  <a:lnTo>
                    <a:pt x="897711" y="5397104"/>
                  </a:lnTo>
                  <a:lnTo>
                    <a:pt x="897857" y="5397104"/>
                  </a:lnTo>
                  <a:lnTo>
                    <a:pt x="898002" y="5397104"/>
                  </a:lnTo>
                  <a:lnTo>
                    <a:pt x="898147" y="5397104"/>
                  </a:lnTo>
                  <a:lnTo>
                    <a:pt x="898293" y="5397104"/>
                  </a:lnTo>
                  <a:lnTo>
                    <a:pt x="898438" y="5397104"/>
                  </a:lnTo>
                  <a:lnTo>
                    <a:pt x="898584" y="5397104"/>
                  </a:lnTo>
                  <a:lnTo>
                    <a:pt x="898584" y="5396481"/>
                  </a:lnTo>
                  <a:lnTo>
                    <a:pt x="898729" y="5396481"/>
                  </a:lnTo>
                  <a:lnTo>
                    <a:pt x="899020" y="5396481"/>
                  </a:lnTo>
                  <a:lnTo>
                    <a:pt x="899165" y="5396481"/>
                  </a:lnTo>
                  <a:lnTo>
                    <a:pt x="899311" y="5396481"/>
                  </a:lnTo>
                  <a:lnTo>
                    <a:pt x="899456" y="5396481"/>
                  </a:lnTo>
                  <a:lnTo>
                    <a:pt x="899602" y="5396481"/>
                  </a:lnTo>
                  <a:lnTo>
                    <a:pt x="899747" y="5396481"/>
                  </a:lnTo>
                  <a:lnTo>
                    <a:pt x="900038" y="5396481"/>
                  </a:lnTo>
                  <a:lnTo>
                    <a:pt x="900765" y="5395857"/>
                  </a:lnTo>
                  <a:lnTo>
                    <a:pt x="901056" y="5395857"/>
                  </a:lnTo>
                  <a:lnTo>
                    <a:pt x="901201" y="5395234"/>
                  </a:lnTo>
                  <a:lnTo>
                    <a:pt x="901347" y="5395234"/>
                  </a:lnTo>
                  <a:lnTo>
                    <a:pt x="901492" y="5394610"/>
                  </a:lnTo>
                  <a:lnTo>
                    <a:pt x="901638" y="5393987"/>
                  </a:lnTo>
                  <a:lnTo>
                    <a:pt x="901638" y="5393363"/>
                  </a:lnTo>
                  <a:lnTo>
                    <a:pt x="901928" y="5393363"/>
                  </a:lnTo>
                  <a:lnTo>
                    <a:pt x="902219" y="5393363"/>
                  </a:lnTo>
                  <a:lnTo>
                    <a:pt x="902510" y="5392739"/>
                  </a:lnTo>
                  <a:lnTo>
                    <a:pt x="902656" y="5392739"/>
                  </a:lnTo>
                  <a:lnTo>
                    <a:pt x="902946" y="5392739"/>
                  </a:lnTo>
                  <a:lnTo>
                    <a:pt x="903092" y="5392739"/>
                  </a:lnTo>
                  <a:lnTo>
                    <a:pt x="903237" y="5392739"/>
                  </a:lnTo>
                  <a:lnTo>
                    <a:pt x="903237" y="5392116"/>
                  </a:lnTo>
                  <a:lnTo>
                    <a:pt x="903383" y="5392116"/>
                  </a:lnTo>
                  <a:lnTo>
                    <a:pt x="903674" y="5392116"/>
                  </a:lnTo>
                  <a:lnTo>
                    <a:pt x="903819" y="5392116"/>
                  </a:lnTo>
                  <a:lnTo>
                    <a:pt x="903964" y="5392116"/>
                  </a:lnTo>
                  <a:lnTo>
                    <a:pt x="904110" y="5392116"/>
                  </a:lnTo>
                  <a:lnTo>
                    <a:pt x="904401" y="5392116"/>
                  </a:lnTo>
                  <a:lnTo>
                    <a:pt x="904546" y="5392116"/>
                  </a:lnTo>
                  <a:lnTo>
                    <a:pt x="904692" y="5392116"/>
                  </a:lnTo>
                  <a:lnTo>
                    <a:pt x="904837" y="5392116"/>
                  </a:lnTo>
                  <a:lnTo>
                    <a:pt x="904837" y="5391492"/>
                  </a:lnTo>
                  <a:lnTo>
                    <a:pt x="904837" y="5390869"/>
                  </a:lnTo>
                  <a:lnTo>
                    <a:pt x="905128" y="5390869"/>
                  </a:lnTo>
                  <a:lnTo>
                    <a:pt x="905273" y="5389621"/>
                  </a:lnTo>
                  <a:lnTo>
                    <a:pt x="905273" y="5388998"/>
                  </a:lnTo>
                  <a:lnTo>
                    <a:pt x="905419" y="5388998"/>
                  </a:lnTo>
                  <a:lnTo>
                    <a:pt x="905709" y="5388998"/>
                  </a:lnTo>
                  <a:lnTo>
                    <a:pt x="905855" y="5388998"/>
                  </a:lnTo>
                  <a:lnTo>
                    <a:pt x="906000" y="5388374"/>
                  </a:lnTo>
                  <a:lnTo>
                    <a:pt x="906291" y="5388374"/>
                  </a:lnTo>
                  <a:lnTo>
                    <a:pt x="906582" y="5387751"/>
                  </a:lnTo>
                  <a:lnTo>
                    <a:pt x="906727" y="5387751"/>
                  </a:lnTo>
                  <a:lnTo>
                    <a:pt x="906873" y="5387751"/>
                  </a:lnTo>
                  <a:lnTo>
                    <a:pt x="907018" y="5387751"/>
                  </a:lnTo>
                  <a:lnTo>
                    <a:pt x="907018" y="5387127"/>
                  </a:lnTo>
                  <a:lnTo>
                    <a:pt x="907164" y="5387127"/>
                  </a:lnTo>
                  <a:lnTo>
                    <a:pt x="907309" y="5386504"/>
                  </a:lnTo>
                  <a:lnTo>
                    <a:pt x="907455" y="5386504"/>
                  </a:lnTo>
                  <a:lnTo>
                    <a:pt x="907455" y="5385880"/>
                  </a:lnTo>
                  <a:lnTo>
                    <a:pt x="907455" y="5385256"/>
                  </a:lnTo>
                  <a:lnTo>
                    <a:pt x="907891" y="5385256"/>
                  </a:lnTo>
                  <a:lnTo>
                    <a:pt x="907891" y="5384633"/>
                  </a:lnTo>
                  <a:lnTo>
                    <a:pt x="908036" y="5384633"/>
                  </a:lnTo>
                  <a:lnTo>
                    <a:pt x="908182" y="5384633"/>
                  </a:lnTo>
                  <a:lnTo>
                    <a:pt x="908327" y="5384633"/>
                  </a:lnTo>
                  <a:lnTo>
                    <a:pt x="908327" y="5384009"/>
                  </a:lnTo>
                  <a:lnTo>
                    <a:pt x="908473" y="5384009"/>
                  </a:lnTo>
                  <a:lnTo>
                    <a:pt x="908763" y="5384009"/>
                  </a:lnTo>
                  <a:lnTo>
                    <a:pt x="908763" y="5383386"/>
                  </a:lnTo>
                  <a:lnTo>
                    <a:pt x="909054" y="5382762"/>
                  </a:lnTo>
                  <a:lnTo>
                    <a:pt x="909491" y="5382762"/>
                  </a:lnTo>
                  <a:lnTo>
                    <a:pt x="909636" y="5382762"/>
                  </a:lnTo>
                  <a:lnTo>
                    <a:pt x="909781" y="5382762"/>
                  </a:lnTo>
                  <a:lnTo>
                    <a:pt x="910072" y="5382762"/>
                  </a:lnTo>
                  <a:lnTo>
                    <a:pt x="910218" y="5382762"/>
                  </a:lnTo>
                  <a:lnTo>
                    <a:pt x="910363" y="5382762"/>
                  </a:lnTo>
                  <a:lnTo>
                    <a:pt x="910945" y="5382138"/>
                  </a:lnTo>
                  <a:lnTo>
                    <a:pt x="911090" y="5382138"/>
                  </a:lnTo>
                  <a:lnTo>
                    <a:pt x="911381" y="5382138"/>
                  </a:lnTo>
                  <a:lnTo>
                    <a:pt x="911526" y="5382138"/>
                  </a:lnTo>
                  <a:lnTo>
                    <a:pt x="911672" y="5382138"/>
                  </a:lnTo>
                  <a:lnTo>
                    <a:pt x="911817" y="5382138"/>
                  </a:lnTo>
                  <a:lnTo>
                    <a:pt x="912108" y="5380891"/>
                  </a:lnTo>
                  <a:lnTo>
                    <a:pt x="912254" y="5380891"/>
                  </a:lnTo>
                  <a:lnTo>
                    <a:pt x="912544" y="5380891"/>
                  </a:lnTo>
                  <a:lnTo>
                    <a:pt x="912544" y="5380268"/>
                  </a:lnTo>
                  <a:lnTo>
                    <a:pt x="912690" y="5380268"/>
                  </a:lnTo>
                  <a:lnTo>
                    <a:pt x="912690" y="5379021"/>
                  </a:lnTo>
                  <a:lnTo>
                    <a:pt x="913126" y="5379021"/>
                  </a:lnTo>
                  <a:lnTo>
                    <a:pt x="913417" y="5379021"/>
                  </a:lnTo>
                  <a:lnTo>
                    <a:pt x="913562" y="5379021"/>
                  </a:lnTo>
                  <a:lnTo>
                    <a:pt x="913853" y="5379021"/>
                  </a:lnTo>
                  <a:lnTo>
                    <a:pt x="913853" y="5378397"/>
                  </a:lnTo>
                  <a:lnTo>
                    <a:pt x="913999" y="5378397"/>
                  </a:lnTo>
                  <a:lnTo>
                    <a:pt x="914290" y="5378397"/>
                  </a:lnTo>
                  <a:lnTo>
                    <a:pt x="914435" y="5378397"/>
                  </a:lnTo>
                  <a:lnTo>
                    <a:pt x="914580" y="5378397"/>
                  </a:lnTo>
                  <a:lnTo>
                    <a:pt x="914726" y="5378397"/>
                  </a:lnTo>
                  <a:lnTo>
                    <a:pt x="914726" y="5377773"/>
                  </a:lnTo>
                  <a:lnTo>
                    <a:pt x="914871" y="5377773"/>
                  </a:lnTo>
                  <a:lnTo>
                    <a:pt x="915017" y="5377773"/>
                  </a:lnTo>
                  <a:lnTo>
                    <a:pt x="915308" y="5377773"/>
                  </a:lnTo>
                  <a:lnTo>
                    <a:pt x="915453" y="5377773"/>
                  </a:lnTo>
                  <a:lnTo>
                    <a:pt x="915598" y="5377773"/>
                  </a:lnTo>
                  <a:lnTo>
                    <a:pt x="915744" y="5377773"/>
                  </a:lnTo>
                  <a:lnTo>
                    <a:pt x="915744" y="5377150"/>
                  </a:lnTo>
                  <a:lnTo>
                    <a:pt x="916035" y="5375903"/>
                  </a:lnTo>
                  <a:lnTo>
                    <a:pt x="916180" y="5375903"/>
                  </a:lnTo>
                  <a:lnTo>
                    <a:pt x="916616" y="5375903"/>
                  </a:lnTo>
                  <a:lnTo>
                    <a:pt x="916762" y="5375903"/>
                  </a:lnTo>
                  <a:lnTo>
                    <a:pt x="916907" y="5375903"/>
                  </a:lnTo>
                  <a:lnTo>
                    <a:pt x="917053" y="5375903"/>
                  </a:lnTo>
                  <a:lnTo>
                    <a:pt x="917198" y="5375903"/>
                  </a:lnTo>
                  <a:lnTo>
                    <a:pt x="917344" y="5375903"/>
                  </a:lnTo>
                  <a:lnTo>
                    <a:pt x="917489" y="5375903"/>
                  </a:lnTo>
                  <a:lnTo>
                    <a:pt x="917489" y="5375279"/>
                  </a:lnTo>
                  <a:lnTo>
                    <a:pt x="917489" y="5374032"/>
                  </a:lnTo>
                  <a:lnTo>
                    <a:pt x="917634" y="5374032"/>
                  </a:lnTo>
                  <a:lnTo>
                    <a:pt x="917925" y="5374032"/>
                  </a:lnTo>
                  <a:lnTo>
                    <a:pt x="917925" y="5373408"/>
                  </a:lnTo>
                  <a:lnTo>
                    <a:pt x="918071" y="5373408"/>
                  </a:lnTo>
                  <a:lnTo>
                    <a:pt x="918216" y="5373408"/>
                  </a:lnTo>
                  <a:lnTo>
                    <a:pt x="918216" y="5372785"/>
                  </a:lnTo>
                  <a:lnTo>
                    <a:pt x="918361" y="5372785"/>
                  </a:lnTo>
                  <a:lnTo>
                    <a:pt x="918507" y="5372785"/>
                  </a:lnTo>
                  <a:lnTo>
                    <a:pt x="918798" y="5372785"/>
                  </a:lnTo>
                  <a:lnTo>
                    <a:pt x="918943" y="5372785"/>
                  </a:lnTo>
                  <a:lnTo>
                    <a:pt x="919234" y="5372785"/>
                  </a:lnTo>
                  <a:lnTo>
                    <a:pt x="919525" y="5372785"/>
                  </a:lnTo>
                  <a:lnTo>
                    <a:pt x="919816" y="5372161"/>
                  </a:lnTo>
                  <a:lnTo>
                    <a:pt x="919961" y="5372161"/>
                  </a:lnTo>
                  <a:lnTo>
                    <a:pt x="920252" y="5372161"/>
                  </a:lnTo>
                  <a:lnTo>
                    <a:pt x="920252" y="5371538"/>
                  </a:lnTo>
                  <a:lnTo>
                    <a:pt x="920397" y="5371538"/>
                  </a:lnTo>
                  <a:lnTo>
                    <a:pt x="920543" y="5371538"/>
                  </a:lnTo>
                  <a:lnTo>
                    <a:pt x="920688" y="5371538"/>
                  </a:lnTo>
                  <a:lnTo>
                    <a:pt x="920979" y="5371538"/>
                  </a:lnTo>
                  <a:lnTo>
                    <a:pt x="920979" y="5370914"/>
                  </a:lnTo>
                  <a:lnTo>
                    <a:pt x="921125" y="5370914"/>
                  </a:lnTo>
                  <a:lnTo>
                    <a:pt x="921125" y="5370290"/>
                  </a:lnTo>
                  <a:lnTo>
                    <a:pt x="921270" y="5370290"/>
                  </a:lnTo>
                  <a:lnTo>
                    <a:pt x="921415" y="5370290"/>
                  </a:lnTo>
                  <a:lnTo>
                    <a:pt x="921561" y="5370290"/>
                  </a:lnTo>
                  <a:lnTo>
                    <a:pt x="921706" y="5370290"/>
                  </a:lnTo>
                  <a:lnTo>
                    <a:pt x="922288" y="5369667"/>
                  </a:lnTo>
                  <a:lnTo>
                    <a:pt x="922433" y="5369667"/>
                  </a:lnTo>
                  <a:lnTo>
                    <a:pt x="922724" y="5369667"/>
                  </a:lnTo>
                  <a:lnTo>
                    <a:pt x="922724" y="5369043"/>
                  </a:lnTo>
                  <a:lnTo>
                    <a:pt x="922870" y="5369043"/>
                  </a:lnTo>
                  <a:lnTo>
                    <a:pt x="923161" y="5369043"/>
                  </a:lnTo>
                  <a:lnTo>
                    <a:pt x="923451" y="5369043"/>
                  </a:lnTo>
                  <a:lnTo>
                    <a:pt x="923597" y="5369043"/>
                  </a:lnTo>
                  <a:lnTo>
                    <a:pt x="923742" y="5369043"/>
                  </a:lnTo>
                  <a:lnTo>
                    <a:pt x="923742" y="5368420"/>
                  </a:lnTo>
                  <a:lnTo>
                    <a:pt x="923888" y="5367796"/>
                  </a:lnTo>
                  <a:lnTo>
                    <a:pt x="924033" y="5367796"/>
                  </a:lnTo>
                  <a:lnTo>
                    <a:pt x="924324" y="5367796"/>
                  </a:lnTo>
                  <a:lnTo>
                    <a:pt x="924469" y="5367796"/>
                  </a:lnTo>
                  <a:lnTo>
                    <a:pt x="924469" y="5367173"/>
                  </a:lnTo>
                  <a:lnTo>
                    <a:pt x="924615" y="5366549"/>
                  </a:lnTo>
                  <a:lnTo>
                    <a:pt x="924760" y="5365925"/>
                  </a:lnTo>
                  <a:lnTo>
                    <a:pt x="924906" y="5365925"/>
                  </a:lnTo>
                  <a:lnTo>
                    <a:pt x="925633" y="5365302"/>
                  </a:lnTo>
                  <a:lnTo>
                    <a:pt x="925924" y="5364055"/>
                  </a:lnTo>
                  <a:lnTo>
                    <a:pt x="926214" y="5364055"/>
                  </a:lnTo>
                  <a:lnTo>
                    <a:pt x="926360" y="5364055"/>
                  </a:lnTo>
                  <a:lnTo>
                    <a:pt x="926505" y="5364055"/>
                  </a:lnTo>
                  <a:lnTo>
                    <a:pt x="926651" y="5364055"/>
                  </a:lnTo>
                  <a:lnTo>
                    <a:pt x="926796" y="5362807"/>
                  </a:lnTo>
                  <a:lnTo>
                    <a:pt x="926942" y="5362807"/>
                  </a:lnTo>
                  <a:lnTo>
                    <a:pt x="926942" y="5362184"/>
                  </a:lnTo>
                  <a:lnTo>
                    <a:pt x="927087" y="5362184"/>
                  </a:lnTo>
                  <a:lnTo>
                    <a:pt x="927232" y="5361560"/>
                  </a:lnTo>
                  <a:lnTo>
                    <a:pt x="927378" y="5361560"/>
                  </a:lnTo>
                  <a:lnTo>
                    <a:pt x="927378" y="5360937"/>
                  </a:lnTo>
                  <a:lnTo>
                    <a:pt x="928250" y="5359690"/>
                  </a:lnTo>
                  <a:lnTo>
                    <a:pt x="928396" y="5359690"/>
                  </a:lnTo>
                  <a:lnTo>
                    <a:pt x="928541" y="5359690"/>
                  </a:lnTo>
                  <a:lnTo>
                    <a:pt x="928832" y="5359690"/>
                  </a:lnTo>
                  <a:lnTo>
                    <a:pt x="929123" y="5359690"/>
                  </a:lnTo>
                  <a:lnTo>
                    <a:pt x="929559" y="5359690"/>
                  </a:lnTo>
                  <a:lnTo>
                    <a:pt x="929850" y="5359690"/>
                  </a:lnTo>
                  <a:lnTo>
                    <a:pt x="929996" y="5359066"/>
                  </a:lnTo>
                  <a:lnTo>
                    <a:pt x="929996" y="5358442"/>
                  </a:lnTo>
                  <a:lnTo>
                    <a:pt x="930141" y="5358442"/>
                  </a:lnTo>
                  <a:lnTo>
                    <a:pt x="930286" y="5358442"/>
                  </a:lnTo>
                  <a:lnTo>
                    <a:pt x="930577" y="5358442"/>
                  </a:lnTo>
                  <a:lnTo>
                    <a:pt x="931014" y="5358442"/>
                  </a:lnTo>
                  <a:lnTo>
                    <a:pt x="931159" y="5358442"/>
                  </a:lnTo>
                  <a:lnTo>
                    <a:pt x="931159" y="5357819"/>
                  </a:lnTo>
                  <a:lnTo>
                    <a:pt x="931304" y="5357819"/>
                  </a:lnTo>
                  <a:lnTo>
                    <a:pt x="931886" y="5357195"/>
                  </a:lnTo>
                  <a:lnTo>
                    <a:pt x="932031" y="5357195"/>
                  </a:lnTo>
                  <a:lnTo>
                    <a:pt x="932177" y="5357195"/>
                  </a:lnTo>
                  <a:lnTo>
                    <a:pt x="932759" y="5355948"/>
                  </a:lnTo>
                  <a:lnTo>
                    <a:pt x="932759" y="5355324"/>
                  </a:lnTo>
                  <a:lnTo>
                    <a:pt x="933049" y="5354077"/>
                  </a:lnTo>
                  <a:lnTo>
                    <a:pt x="933049" y="5353454"/>
                  </a:lnTo>
                  <a:lnTo>
                    <a:pt x="933195" y="5353454"/>
                  </a:lnTo>
                  <a:lnTo>
                    <a:pt x="933340" y="5353454"/>
                  </a:lnTo>
                  <a:lnTo>
                    <a:pt x="933486" y="5353454"/>
                  </a:lnTo>
                  <a:lnTo>
                    <a:pt x="933777" y="5353454"/>
                  </a:lnTo>
                  <a:lnTo>
                    <a:pt x="933922" y="5353454"/>
                  </a:lnTo>
                  <a:lnTo>
                    <a:pt x="934067" y="5353454"/>
                  </a:lnTo>
                  <a:lnTo>
                    <a:pt x="934213" y="5353454"/>
                  </a:lnTo>
                  <a:lnTo>
                    <a:pt x="934358" y="5353454"/>
                  </a:lnTo>
                  <a:lnTo>
                    <a:pt x="934504" y="5353454"/>
                  </a:lnTo>
                  <a:lnTo>
                    <a:pt x="934649" y="5353454"/>
                  </a:lnTo>
                  <a:lnTo>
                    <a:pt x="934795" y="5353454"/>
                  </a:lnTo>
                  <a:lnTo>
                    <a:pt x="934940" y="5353454"/>
                  </a:lnTo>
                  <a:lnTo>
                    <a:pt x="935085" y="5353454"/>
                  </a:lnTo>
                  <a:lnTo>
                    <a:pt x="935522" y="5353454"/>
                  </a:lnTo>
                  <a:lnTo>
                    <a:pt x="935667" y="5353454"/>
                  </a:lnTo>
                  <a:lnTo>
                    <a:pt x="935813" y="5353454"/>
                  </a:lnTo>
                  <a:lnTo>
                    <a:pt x="935958" y="5353454"/>
                  </a:lnTo>
                  <a:lnTo>
                    <a:pt x="936103" y="5353454"/>
                  </a:lnTo>
                  <a:lnTo>
                    <a:pt x="936685" y="5352830"/>
                  </a:lnTo>
                  <a:lnTo>
                    <a:pt x="936831" y="5352830"/>
                  </a:lnTo>
                  <a:lnTo>
                    <a:pt x="936976" y="5352830"/>
                  </a:lnTo>
                  <a:lnTo>
                    <a:pt x="937121" y="5352830"/>
                  </a:lnTo>
                  <a:lnTo>
                    <a:pt x="937121" y="5352207"/>
                  </a:lnTo>
                  <a:lnTo>
                    <a:pt x="937267" y="5352207"/>
                  </a:lnTo>
                  <a:lnTo>
                    <a:pt x="937703" y="5352207"/>
                  </a:lnTo>
                  <a:lnTo>
                    <a:pt x="937849" y="5352207"/>
                  </a:lnTo>
                  <a:lnTo>
                    <a:pt x="937994" y="5352207"/>
                  </a:lnTo>
                  <a:lnTo>
                    <a:pt x="938576" y="5351583"/>
                  </a:lnTo>
                  <a:lnTo>
                    <a:pt x="938866" y="5351583"/>
                  </a:lnTo>
                  <a:lnTo>
                    <a:pt x="939012" y="5351583"/>
                  </a:lnTo>
                  <a:lnTo>
                    <a:pt x="939448" y="5350959"/>
                  </a:lnTo>
                  <a:lnTo>
                    <a:pt x="939448" y="5350336"/>
                  </a:lnTo>
                  <a:lnTo>
                    <a:pt x="939594" y="5350336"/>
                  </a:lnTo>
                  <a:lnTo>
                    <a:pt x="939739" y="5350336"/>
                  </a:lnTo>
                  <a:lnTo>
                    <a:pt x="940030" y="5349712"/>
                  </a:lnTo>
                  <a:lnTo>
                    <a:pt x="940030" y="5349089"/>
                  </a:lnTo>
                  <a:lnTo>
                    <a:pt x="940175" y="5349089"/>
                  </a:lnTo>
                  <a:lnTo>
                    <a:pt x="940466" y="5348465"/>
                  </a:lnTo>
                  <a:lnTo>
                    <a:pt x="940466" y="5347841"/>
                  </a:lnTo>
                  <a:lnTo>
                    <a:pt x="940612" y="5347841"/>
                  </a:lnTo>
                  <a:lnTo>
                    <a:pt x="940757" y="5347841"/>
                  </a:lnTo>
                  <a:lnTo>
                    <a:pt x="940902" y="5347841"/>
                  </a:lnTo>
                  <a:lnTo>
                    <a:pt x="940902" y="5347218"/>
                  </a:lnTo>
                  <a:lnTo>
                    <a:pt x="941193" y="5347218"/>
                  </a:lnTo>
                  <a:lnTo>
                    <a:pt x="941193" y="5346594"/>
                  </a:lnTo>
                  <a:lnTo>
                    <a:pt x="941630" y="5346594"/>
                  </a:lnTo>
                  <a:lnTo>
                    <a:pt x="941630" y="5345971"/>
                  </a:lnTo>
                  <a:lnTo>
                    <a:pt x="941775" y="5345971"/>
                  </a:lnTo>
                  <a:lnTo>
                    <a:pt x="942357" y="5345347"/>
                  </a:lnTo>
                  <a:lnTo>
                    <a:pt x="942502" y="5345347"/>
                  </a:lnTo>
                  <a:lnTo>
                    <a:pt x="942648" y="5345347"/>
                  </a:lnTo>
                  <a:lnTo>
                    <a:pt x="942648" y="5344724"/>
                  </a:lnTo>
                  <a:lnTo>
                    <a:pt x="942793" y="5344724"/>
                  </a:lnTo>
                  <a:lnTo>
                    <a:pt x="942938" y="5344724"/>
                  </a:lnTo>
                  <a:lnTo>
                    <a:pt x="943520" y="5344724"/>
                  </a:lnTo>
                  <a:lnTo>
                    <a:pt x="943666" y="5344100"/>
                  </a:lnTo>
                  <a:lnTo>
                    <a:pt x="943811" y="5344100"/>
                  </a:lnTo>
                  <a:lnTo>
                    <a:pt x="943811" y="5343476"/>
                  </a:lnTo>
                  <a:lnTo>
                    <a:pt x="943956" y="5343476"/>
                  </a:lnTo>
                  <a:lnTo>
                    <a:pt x="944102" y="5343476"/>
                  </a:lnTo>
                  <a:lnTo>
                    <a:pt x="944247" y="5343476"/>
                  </a:lnTo>
                  <a:lnTo>
                    <a:pt x="944538" y="5343476"/>
                  </a:lnTo>
                  <a:lnTo>
                    <a:pt x="945265" y="5342853"/>
                  </a:lnTo>
                  <a:lnTo>
                    <a:pt x="945556" y="5342853"/>
                  </a:lnTo>
                  <a:lnTo>
                    <a:pt x="945701" y="5342229"/>
                  </a:lnTo>
                  <a:lnTo>
                    <a:pt x="945992" y="5342229"/>
                  </a:lnTo>
                  <a:lnTo>
                    <a:pt x="946138" y="5341606"/>
                  </a:lnTo>
                  <a:lnTo>
                    <a:pt x="946283" y="5341606"/>
                  </a:lnTo>
                  <a:lnTo>
                    <a:pt x="946429" y="5341606"/>
                  </a:lnTo>
                  <a:lnTo>
                    <a:pt x="946429" y="5340982"/>
                  </a:lnTo>
                  <a:lnTo>
                    <a:pt x="946429" y="5340358"/>
                  </a:lnTo>
                  <a:lnTo>
                    <a:pt x="946574" y="5340358"/>
                  </a:lnTo>
                  <a:lnTo>
                    <a:pt x="946719" y="5340358"/>
                  </a:lnTo>
                  <a:lnTo>
                    <a:pt x="947010" y="5340358"/>
                  </a:lnTo>
                  <a:lnTo>
                    <a:pt x="947156" y="5340358"/>
                  </a:lnTo>
                  <a:lnTo>
                    <a:pt x="947301" y="5340358"/>
                  </a:lnTo>
                  <a:lnTo>
                    <a:pt x="947447" y="5340358"/>
                  </a:lnTo>
                  <a:lnTo>
                    <a:pt x="947737" y="5340358"/>
                  </a:lnTo>
                  <a:lnTo>
                    <a:pt x="947883" y="5340358"/>
                  </a:lnTo>
                  <a:lnTo>
                    <a:pt x="948028" y="5340358"/>
                  </a:lnTo>
                  <a:lnTo>
                    <a:pt x="948319" y="5340358"/>
                  </a:lnTo>
                  <a:lnTo>
                    <a:pt x="948610" y="5340358"/>
                  </a:lnTo>
                  <a:lnTo>
                    <a:pt x="948755" y="5340358"/>
                  </a:lnTo>
                  <a:lnTo>
                    <a:pt x="949046" y="5340358"/>
                  </a:lnTo>
                  <a:lnTo>
                    <a:pt x="949192" y="5340358"/>
                  </a:lnTo>
                  <a:lnTo>
                    <a:pt x="949337" y="5340358"/>
                  </a:lnTo>
                  <a:lnTo>
                    <a:pt x="949483" y="5340358"/>
                  </a:lnTo>
                  <a:lnTo>
                    <a:pt x="949773" y="5340358"/>
                  </a:lnTo>
                  <a:lnTo>
                    <a:pt x="949919" y="5340358"/>
                  </a:lnTo>
                  <a:lnTo>
                    <a:pt x="950355" y="5340358"/>
                  </a:lnTo>
                  <a:lnTo>
                    <a:pt x="950501" y="5340358"/>
                  </a:lnTo>
                  <a:lnTo>
                    <a:pt x="950646" y="5340358"/>
                  </a:lnTo>
                  <a:lnTo>
                    <a:pt x="950791" y="5340358"/>
                  </a:lnTo>
                  <a:lnTo>
                    <a:pt x="950937" y="5340358"/>
                  </a:lnTo>
                  <a:lnTo>
                    <a:pt x="951082" y="5340358"/>
                  </a:lnTo>
                  <a:lnTo>
                    <a:pt x="951082" y="5339735"/>
                  </a:lnTo>
                  <a:lnTo>
                    <a:pt x="951373" y="5339735"/>
                  </a:lnTo>
                  <a:lnTo>
                    <a:pt x="951519" y="5339735"/>
                  </a:lnTo>
                  <a:lnTo>
                    <a:pt x="951664" y="5339735"/>
                  </a:lnTo>
                  <a:lnTo>
                    <a:pt x="951664" y="5339111"/>
                  </a:lnTo>
                  <a:lnTo>
                    <a:pt x="951955" y="5339111"/>
                  </a:lnTo>
                  <a:lnTo>
                    <a:pt x="952100" y="5339111"/>
                  </a:lnTo>
                  <a:lnTo>
                    <a:pt x="952391" y="5339111"/>
                  </a:lnTo>
                  <a:lnTo>
                    <a:pt x="952536" y="5339111"/>
                  </a:lnTo>
                  <a:lnTo>
                    <a:pt x="952682" y="5339111"/>
                  </a:lnTo>
                  <a:lnTo>
                    <a:pt x="952827" y="5339111"/>
                  </a:lnTo>
                  <a:lnTo>
                    <a:pt x="952973" y="5339111"/>
                  </a:lnTo>
                  <a:lnTo>
                    <a:pt x="953554" y="5339111"/>
                  </a:lnTo>
                  <a:lnTo>
                    <a:pt x="953845" y="5339111"/>
                  </a:lnTo>
                  <a:lnTo>
                    <a:pt x="953991" y="5339111"/>
                  </a:lnTo>
                  <a:lnTo>
                    <a:pt x="954136" y="5339111"/>
                  </a:lnTo>
                  <a:lnTo>
                    <a:pt x="954282" y="5339111"/>
                  </a:lnTo>
                  <a:lnTo>
                    <a:pt x="954427" y="5339111"/>
                  </a:lnTo>
                  <a:lnTo>
                    <a:pt x="954572" y="5339111"/>
                  </a:lnTo>
                  <a:lnTo>
                    <a:pt x="954718" y="5339111"/>
                  </a:lnTo>
                  <a:lnTo>
                    <a:pt x="954863" y="5339111"/>
                  </a:lnTo>
                  <a:lnTo>
                    <a:pt x="955154" y="5339111"/>
                  </a:lnTo>
                  <a:lnTo>
                    <a:pt x="955154" y="5338488"/>
                  </a:lnTo>
                  <a:lnTo>
                    <a:pt x="955300" y="5338488"/>
                  </a:lnTo>
                  <a:lnTo>
                    <a:pt x="955445" y="5337864"/>
                  </a:lnTo>
                  <a:lnTo>
                    <a:pt x="955590" y="5337864"/>
                  </a:lnTo>
                  <a:lnTo>
                    <a:pt x="955736" y="5337864"/>
                  </a:lnTo>
                  <a:lnTo>
                    <a:pt x="955881" y="5337864"/>
                  </a:lnTo>
                  <a:lnTo>
                    <a:pt x="956027" y="5336617"/>
                  </a:lnTo>
                  <a:lnTo>
                    <a:pt x="956172" y="5336617"/>
                  </a:lnTo>
                  <a:lnTo>
                    <a:pt x="956318" y="5336617"/>
                  </a:lnTo>
                  <a:lnTo>
                    <a:pt x="956608" y="5336617"/>
                  </a:lnTo>
                  <a:lnTo>
                    <a:pt x="956754" y="5336617"/>
                  </a:lnTo>
                  <a:lnTo>
                    <a:pt x="956899" y="5336617"/>
                  </a:lnTo>
                  <a:lnTo>
                    <a:pt x="957190" y="5336617"/>
                  </a:lnTo>
                  <a:lnTo>
                    <a:pt x="957336" y="5336617"/>
                  </a:lnTo>
                  <a:lnTo>
                    <a:pt x="957481" y="5336617"/>
                  </a:lnTo>
                  <a:lnTo>
                    <a:pt x="957481" y="5335993"/>
                  </a:lnTo>
                  <a:lnTo>
                    <a:pt x="957626" y="5335993"/>
                  </a:lnTo>
                  <a:lnTo>
                    <a:pt x="957772" y="5335370"/>
                  </a:lnTo>
                  <a:lnTo>
                    <a:pt x="957917" y="5335370"/>
                  </a:lnTo>
                  <a:lnTo>
                    <a:pt x="958208" y="5335370"/>
                  </a:lnTo>
                  <a:lnTo>
                    <a:pt x="958354" y="5335370"/>
                  </a:lnTo>
                  <a:lnTo>
                    <a:pt x="958790" y="5334746"/>
                  </a:lnTo>
                  <a:lnTo>
                    <a:pt x="958935" y="5334746"/>
                  </a:lnTo>
                  <a:lnTo>
                    <a:pt x="959081" y="5334123"/>
                  </a:lnTo>
                  <a:lnTo>
                    <a:pt x="959226" y="5334123"/>
                  </a:lnTo>
                  <a:lnTo>
                    <a:pt x="959371" y="5334123"/>
                  </a:lnTo>
                  <a:lnTo>
                    <a:pt x="959517" y="5334123"/>
                  </a:lnTo>
                  <a:lnTo>
                    <a:pt x="959662" y="5334123"/>
                  </a:lnTo>
                  <a:lnTo>
                    <a:pt x="959953" y="5334123"/>
                  </a:lnTo>
                  <a:lnTo>
                    <a:pt x="960099" y="5332875"/>
                  </a:lnTo>
                  <a:lnTo>
                    <a:pt x="960244" y="5332252"/>
                  </a:lnTo>
                  <a:lnTo>
                    <a:pt x="960389" y="5332252"/>
                  </a:lnTo>
                  <a:lnTo>
                    <a:pt x="960826" y="5332252"/>
                  </a:lnTo>
                  <a:lnTo>
                    <a:pt x="961262" y="5332252"/>
                  </a:lnTo>
                  <a:lnTo>
                    <a:pt x="961407" y="5332252"/>
                  </a:lnTo>
                  <a:lnTo>
                    <a:pt x="961553" y="5331628"/>
                  </a:lnTo>
                  <a:lnTo>
                    <a:pt x="961698" y="5331005"/>
                  </a:lnTo>
                  <a:lnTo>
                    <a:pt x="961844" y="5331005"/>
                  </a:lnTo>
                  <a:lnTo>
                    <a:pt x="961844" y="5330381"/>
                  </a:lnTo>
                  <a:lnTo>
                    <a:pt x="961989" y="5330381"/>
                  </a:lnTo>
                  <a:lnTo>
                    <a:pt x="962280" y="5329758"/>
                  </a:lnTo>
                  <a:lnTo>
                    <a:pt x="962425" y="5329758"/>
                  </a:lnTo>
                  <a:lnTo>
                    <a:pt x="962571" y="5329758"/>
                  </a:lnTo>
                  <a:lnTo>
                    <a:pt x="962862" y="5329758"/>
                  </a:lnTo>
                  <a:lnTo>
                    <a:pt x="963007" y="5329758"/>
                  </a:lnTo>
                  <a:lnTo>
                    <a:pt x="963298" y="5329758"/>
                  </a:lnTo>
                  <a:lnTo>
                    <a:pt x="963880" y="5329758"/>
                  </a:lnTo>
                  <a:lnTo>
                    <a:pt x="964025" y="5329758"/>
                  </a:lnTo>
                  <a:lnTo>
                    <a:pt x="964025" y="5329134"/>
                  </a:lnTo>
                  <a:lnTo>
                    <a:pt x="964025" y="5328510"/>
                  </a:lnTo>
                  <a:lnTo>
                    <a:pt x="964171" y="5328510"/>
                  </a:lnTo>
                  <a:lnTo>
                    <a:pt x="964461" y="5328510"/>
                  </a:lnTo>
                  <a:lnTo>
                    <a:pt x="964607" y="5328510"/>
                  </a:lnTo>
                  <a:lnTo>
                    <a:pt x="964607" y="5327887"/>
                  </a:lnTo>
                  <a:lnTo>
                    <a:pt x="964898" y="5327887"/>
                  </a:lnTo>
                  <a:lnTo>
                    <a:pt x="965043" y="5327887"/>
                  </a:lnTo>
                  <a:lnTo>
                    <a:pt x="965189" y="5327887"/>
                  </a:lnTo>
                  <a:lnTo>
                    <a:pt x="965334" y="5327263"/>
                  </a:lnTo>
                  <a:lnTo>
                    <a:pt x="965479" y="5327263"/>
                  </a:lnTo>
                  <a:lnTo>
                    <a:pt x="965625" y="5327263"/>
                  </a:lnTo>
                  <a:lnTo>
                    <a:pt x="965770" y="5327263"/>
                  </a:lnTo>
                  <a:lnTo>
                    <a:pt x="965916" y="5327263"/>
                  </a:lnTo>
                  <a:lnTo>
                    <a:pt x="965916" y="5326640"/>
                  </a:lnTo>
                  <a:lnTo>
                    <a:pt x="966206" y="5326640"/>
                  </a:lnTo>
                  <a:lnTo>
                    <a:pt x="966643" y="5326640"/>
                  </a:lnTo>
                  <a:lnTo>
                    <a:pt x="966788" y="5326640"/>
                  </a:lnTo>
                  <a:lnTo>
                    <a:pt x="966788" y="5326016"/>
                  </a:lnTo>
                  <a:lnTo>
                    <a:pt x="967079" y="5326016"/>
                  </a:lnTo>
                  <a:lnTo>
                    <a:pt x="967224" y="5325393"/>
                  </a:lnTo>
                  <a:lnTo>
                    <a:pt x="967370" y="5325393"/>
                  </a:lnTo>
                  <a:lnTo>
                    <a:pt x="967952" y="5324769"/>
                  </a:lnTo>
                  <a:lnTo>
                    <a:pt x="968097" y="5324769"/>
                  </a:lnTo>
                  <a:lnTo>
                    <a:pt x="968242" y="5324769"/>
                  </a:lnTo>
                  <a:lnTo>
                    <a:pt x="968533" y="5324769"/>
                  </a:lnTo>
                  <a:lnTo>
                    <a:pt x="968679" y="5324769"/>
                  </a:lnTo>
                  <a:lnTo>
                    <a:pt x="968824" y="5324769"/>
                  </a:lnTo>
                  <a:lnTo>
                    <a:pt x="969551" y="5324769"/>
                  </a:lnTo>
                  <a:lnTo>
                    <a:pt x="969697" y="5324769"/>
                  </a:lnTo>
                  <a:lnTo>
                    <a:pt x="969842" y="5324769"/>
                  </a:lnTo>
                  <a:lnTo>
                    <a:pt x="969842" y="5324145"/>
                  </a:lnTo>
                  <a:lnTo>
                    <a:pt x="969988" y="5324145"/>
                  </a:lnTo>
                  <a:lnTo>
                    <a:pt x="970133" y="5324145"/>
                  </a:lnTo>
                  <a:lnTo>
                    <a:pt x="970278" y="5324145"/>
                  </a:lnTo>
                  <a:lnTo>
                    <a:pt x="970424" y="5324145"/>
                  </a:lnTo>
                  <a:lnTo>
                    <a:pt x="970569" y="5324145"/>
                  </a:lnTo>
                  <a:lnTo>
                    <a:pt x="970715" y="5324145"/>
                  </a:lnTo>
                  <a:lnTo>
                    <a:pt x="970860" y="5324145"/>
                  </a:lnTo>
                  <a:lnTo>
                    <a:pt x="971006" y="5324145"/>
                  </a:lnTo>
                  <a:lnTo>
                    <a:pt x="971296" y="5324145"/>
                  </a:lnTo>
                  <a:lnTo>
                    <a:pt x="971442" y="5324145"/>
                  </a:lnTo>
                  <a:lnTo>
                    <a:pt x="971442" y="5323522"/>
                  </a:lnTo>
                  <a:lnTo>
                    <a:pt x="971442" y="5322898"/>
                  </a:lnTo>
                  <a:lnTo>
                    <a:pt x="972024" y="5322275"/>
                  </a:lnTo>
                  <a:lnTo>
                    <a:pt x="972169" y="5322275"/>
                  </a:lnTo>
                  <a:lnTo>
                    <a:pt x="972314" y="5322275"/>
                  </a:lnTo>
                  <a:lnTo>
                    <a:pt x="972460" y="5322275"/>
                  </a:lnTo>
                  <a:lnTo>
                    <a:pt x="972751" y="5322275"/>
                  </a:lnTo>
                  <a:lnTo>
                    <a:pt x="972896" y="5322275"/>
                  </a:lnTo>
                  <a:lnTo>
                    <a:pt x="973187" y="5322275"/>
                  </a:lnTo>
                  <a:lnTo>
                    <a:pt x="973478" y="5322275"/>
                  </a:lnTo>
                  <a:lnTo>
                    <a:pt x="973623" y="5322275"/>
                  </a:lnTo>
                  <a:lnTo>
                    <a:pt x="973769" y="5322275"/>
                  </a:lnTo>
                  <a:lnTo>
                    <a:pt x="973914" y="5322275"/>
                  </a:lnTo>
                  <a:lnTo>
                    <a:pt x="974059" y="5322275"/>
                  </a:lnTo>
                  <a:lnTo>
                    <a:pt x="974205" y="5322275"/>
                  </a:lnTo>
                  <a:lnTo>
                    <a:pt x="974350" y="5322275"/>
                  </a:lnTo>
                  <a:lnTo>
                    <a:pt x="974496" y="5322275"/>
                  </a:lnTo>
                  <a:lnTo>
                    <a:pt x="974787" y="5322275"/>
                  </a:lnTo>
                  <a:lnTo>
                    <a:pt x="974932" y="5322275"/>
                  </a:lnTo>
                  <a:lnTo>
                    <a:pt x="975077" y="5322275"/>
                  </a:lnTo>
                  <a:lnTo>
                    <a:pt x="975223" y="5322275"/>
                  </a:lnTo>
                  <a:lnTo>
                    <a:pt x="975368" y="5322275"/>
                  </a:lnTo>
                  <a:lnTo>
                    <a:pt x="975514" y="5322275"/>
                  </a:lnTo>
                  <a:lnTo>
                    <a:pt x="976386" y="5322275"/>
                  </a:lnTo>
                  <a:lnTo>
                    <a:pt x="976532" y="5322275"/>
                  </a:lnTo>
                  <a:lnTo>
                    <a:pt x="976677" y="5322275"/>
                  </a:lnTo>
                  <a:lnTo>
                    <a:pt x="976823" y="5322275"/>
                  </a:lnTo>
                  <a:lnTo>
                    <a:pt x="976823" y="5321651"/>
                  </a:lnTo>
                  <a:lnTo>
                    <a:pt x="976968" y="5321027"/>
                  </a:lnTo>
                  <a:lnTo>
                    <a:pt x="977113" y="5321027"/>
                  </a:lnTo>
                  <a:lnTo>
                    <a:pt x="977259" y="5321027"/>
                  </a:lnTo>
                  <a:lnTo>
                    <a:pt x="977404" y="5321027"/>
                  </a:lnTo>
                  <a:lnTo>
                    <a:pt x="977550" y="5320404"/>
                  </a:lnTo>
                  <a:lnTo>
                    <a:pt x="977550" y="5319780"/>
                  </a:lnTo>
                  <a:lnTo>
                    <a:pt x="977695" y="5319780"/>
                  </a:lnTo>
                  <a:lnTo>
                    <a:pt x="977841" y="5319157"/>
                  </a:lnTo>
                  <a:lnTo>
                    <a:pt x="977986" y="5319157"/>
                  </a:lnTo>
                  <a:lnTo>
                    <a:pt x="978131" y="5319157"/>
                  </a:lnTo>
                  <a:lnTo>
                    <a:pt x="978277" y="5319157"/>
                  </a:lnTo>
                  <a:lnTo>
                    <a:pt x="978422" y="5319157"/>
                  </a:lnTo>
                  <a:lnTo>
                    <a:pt x="978422" y="5318533"/>
                  </a:lnTo>
                  <a:lnTo>
                    <a:pt x="978568" y="5317910"/>
                  </a:lnTo>
                  <a:lnTo>
                    <a:pt x="978713" y="5317910"/>
                  </a:lnTo>
                  <a:lnTo>
                    <a:pt x="978859" y="5317910"/>
                  </a:lnTo>
                  <a:lnTo>
                    <a:pt x="978859" y="5317286"/>
                  </a:lnTo>
                  <a:lnTo>
                    <a:pt x="979586" y="5315415"/>
                  </a:lnTo>
                  <a:lnTo>
                    <a:pt x="979586" y="5314792"/>
                  </a:lnTo>
                  <a:lnTo>
                    <a:pt x="979586" y="5314168"/>
                  </a:lnTo>
                  <a:lnTo>
                    <a:pt x="979731" y="5314168"/>
                  </a:lnTo>
                  <a:lnTo>
                    <a:pt x="979731" y="5313544"/>
                  </a:lnTo>
                  <a:lnTo>
                    <a:pt x="979876" y="5313544"/>
                  </a:lnTo>
                  <a:lnTo>
                    <a:pt x="980022" y="5313544"/>
                  </a:lnTo>
                  <a:lnTo>
                    <a:pt x="980022" y="5312921"/>
                  </a:lnTo>
                  <a:lnTo>
                    <a:pt x="980313" y="5312921"/>
                  </a:lnTo>
                  <a:lnTo>
                    <a:pt x="980313" y="5312297"/>
                  </a:lnTo>
                  <a:lnTo>
                    <a:pt x="980894" y="5312297"/>
                  </a:lnTo>
                  <a:lnTo>
                    <a:pt x="981040" y="5312297"/>
                  </a:lnTo>
                  <a:lnTo>
                    <a:pt x="981185" y="5312297"/>
                  </a:lnTo>
                  <a:lnTo>
                    <a:pt x="981185" y="5311674"/>
                  </a:lnTo>
                  <a:lnTo>
                    <a:pt x="981331" y="5311674"/>
                  </a:lnTo>
                  <a:lnTo>
                    <a:pt x="981476" y="5311674"/>
                  </a:lnTo>
                  <a:lnTo>
                    <a:pt x="981622" y="5311050"/>
                  </a:lnTo>
                  <a:lnTo>
                    <a:pt x="981767" y="5311050"/>
                  </a:lnTo>
                  <a:lnTo>
                    <a:pt x="982058" y="5311050"/>
                  </a:lnTo>
                  <a:lnTo>
                    <a:pt x="982203" y="5311050"/>
                  </a:lnTo>
                  <a:lnTo>
                    <a:pt x="982203" y="5310427"/>
                  </a:lnTo>
                  <a:lnTo>
                    <a:pt x="982349" y="5310427"/>
                  </a:lnTo>
                  <a:lnTo>
                    <a:pt x="982494" y="5310427"/>
                  </a:lnTo>
                  <a:lnTo>
                    <a:pt x="982640" y="5309803"/>
                  </a:lnTo>
                  <a:lnTo>
                    <a:pt x="982785" y="5309803"/>
                  </a:lnTo>
                  <a:lnTo>
                    <a:pt x="982930" y="5309803"/>
                  </a:lnTo>
                  <a:lnTo>
                    <a:pt x="983367" y="5309803"/>
                  </a:lnTo>
                  <a:lnTo>
                    <a:pt x="983512" y="5309803"/>
                  </a:lnTo>
                  <a:lnTo>
                    <a:pt x="983512" y="5309179"/>
                  </a:lnTo>
                  <a:lnTo>
                    <a:pt x="983803" y="5309179"/>
                  </a:lnTo>
                  <a:lnTo>
                    <a:pt x="984094" y="5309179"/>
                  </a:lnTo>
                  <a:lnTo>
                    <a:pt x="984239" y="5309179"/>
                  </a:lnTo>
                  <a:lnTo>
                    <a:pt x="984239" y="5308556"/>
                  </a:lnTo>
                  <a:lnTo>
                    <a:pt x="984385" y="5308556"/>
                  </a:lnTo>
                  <a:lnTo>
                    <a:pt x="984530" y="5308556"/>
                  </a:lnTo>
                  <a:lnTo>
                    <a:pt x="984676" y="5308556"/>
                  </a:lnTo>
                  <a:lnTo>
                    <a:pt x="984966" y="5308556"/>
                  </a:lnTo>
                  <a:lnTo>
                    <a:pt x="985112" y="5307932"/>
                  </a:lnTo>
                  <a:lnTo>
                    <a:pt x="985548" y="5307309"/>
                  </a:lnTo>
                  <a:lnTo>
                    <a:pt x="985694" y="5307309"/>
                  </a:lnTo>
                  <a:lnTo>
                    <a:pt x="985694" y="5306685"/>
                  </a:lnTo>
                  <a:lnTo>
                    <a:pt x="986130" y="5306685"/>
                  </a:lnTo>
                  <a:lnTo>
                    <a:pt x="986275" y="5306061"/>
                  </a:lnTo>
                  <a:lnTo>
                    <a:pt x="986421" y="5306061"/>
                  </a:lnTo>
                  <a:lnTo>
                    <a:pt x="986566" y="5306061"/>
                  </a:lnTo>
                  <a:lnTo>
                    <a:pt x="986711" y="5306061"/>
                  </a:lnTo>
                  <a:lnTo>
                    <a:pt x="986857" y="5306061"/>
                  </a:lnTo>
                  <a:lnTo>
                    <a:pt x="987584" y="5305438"/>
                  </a:lnTo>
                  <a:lnTo>
                    <a:pt x="987729" y="5305438"/>
                  </a:lnTo>
                  <a:lnTo>
                    <a:pt x="987875" y="5305438"/>
                  </a:lnTo>
                  <a:lnTo>
                    <a:pt x="988020" y="5304814"/>
                  </a:lnTo>
                  <a:lnTo>
                    <a:pt x="988311" y="5304814"/>
                  </a:lnTo>
                  <a:lnTo>
                    <a:pt x="988457" y="5304814"/>
                  </a:lnTo>
                  <a:lnTo>
                    <a:pt x="988602" y="5304814"/>
                  </a:lnTo>
                  <a:lnTo>
                    <a:pt x="988747" y="5304814"/>
                  </a:lnTo>
                  <a:lnTo>
                    <a:pt x="988893" y="5304814"/>
                  </a:lnTo>
                  <a:lnTo>
                    <a:pt x="989038" y="5304814"/>
                  </a:lnTo>
                  <a:lnTo>
                    <a:pt x="989038" y="5304191"/>
                  </a:lnTo>
                  <a:lnTo>
                    <a:pt x="989184" y="5304191"/>
                  </a:lnTo>
                  <a:lnTo>
                    <a:pt x="989329" y="5304191"/>
                  </a:lnTo>
                  <a:lnTo>
                    <a:pt x="989475" y="5304191"/>
                  </a:lnTo>
                  <a:lnTo>
                    <a:pt x="989475" y="5302944"/>
                  </a:lnTo>
                  <a:lnTo>
                    <a:pt x="989620" y="5302944"/>
                  </a:lnTo>
                  <a:lnTo>
                    <a:pt x="989765" y="5302944"/>
                  </a:lnTo>
                  <a:lnTo>
                    <a:pt x="990056" y="5302320"/>
                  </a:lnTo>
                  <a:lnTo>
                    <a:pt x="990202" y="5302320"/>
                  </a:lnTo>
                  <a:lnTo>
                    <a:pt x="990347" y="5302320"/>
                  </a:lnTo>
                  <a:lnTo>
                    <a:pt x="990638" y="5302320"/>
                  </a:lnTo>
                  <a:lnTo>
                    <a:pt x="990783" y="5302320"/>
                  </a:lnTo>
                  <a:lnTo>
                    <a:pt x="990929" y="5302320"/>
                  </a:lnTo>
                  <a:lnTo>
                    <a:pt x="991074" y="5302320"/>
                  </a:lnTo>
                  <a:lnTo>
                    <a:pt x="991220" y="5302320"/>
                  </a:lnTo>
                  <a:lnTo>
                    <a:pt x="991511" y="5301696"/>
                  </a:lnTo>
                  <a:lnTo>
                    <a:pt x="991656" y="5301696"/>
                  </a:lnTo>
                  <a:lnTo>
                    <a:pt x="991801" y="5301696"/>
                  </a:lnTo>
                  <a:lnTo>
                    <a:pt x="991947" y="5301073"/>
                  </a:lnTo>
                  <a:lnTo>
                    <a:pt x="992092" y="5301073"/>
                  </a:lnTo>
                  <a:lnTo>
                    <a:pt x="992092" y="5300449"/>
                  </a:lnTo>
                  <a:lnTo>
                    <a:pt x="992092" y="5299826"/>
                  </a:lnTo>
                  <a:lnTo>
                    <a:pt x="992238" y="5299826"/>
                  </a:lnTo>
                  <a:lnTo>
                    <a:pt x="992383" y="5299826"/>
                  </a:lnTo>
                  <a:lnTo>
                    <a:pt x="992674" y="5299826"/>
                  </a:lnTo>
                  <a:lnTo>
                    <a:pt x="992965" y="5299826"/>
                  </a:lnTo>
                  <a:lnTo>
                    <a:pt x="993110" y="5299826"/>
                  </a:lnTo>
                  <a:lnTo>
                    <a:pt x="993401" y="5299826"/>
                  </a:lnTo>
                  <a:lnTo>
                    <a:pt x="993546" y="5299826"/>
                  </a:lnTo>
                  <a:lnTo>
                    <a:pt x="993692" y="5299826"/>
                  </a:lnTo>
                  <a:lnTo>
                    <a:pt x="993692" y="5299202"/>
                  </a:lnTo>
                  <a:lnTo>
                    <a:pt x="993983" y="5299202"/>
                  </a:lnTo>
                  <a:lnTo>
                    <a:pt x="994419" y="5299202"/>
                  </a:lnTo>
                  <a:lnTo>
                    <a:pt x="994564" y="5299202"/>
                  </a:lnTo>
                  <a:lnTo>
                    <a:pt x="994710" y="5299202"/>
                  </a:lnTo>
                  <a:lnTo>
                    <a:pt x="995001" y="5298578"/>
                  </a:lnTo>
                  <a:lnTo>
                    <a:pt x="995146" y="5298578"/>
                  </a:lnTo>
                  <a:lnTo>
                    <a:pt x="995146" y="5297331"/>
                  </a:lnTo>
                  <a:lnTo>
                    <a:pt x="995437" y="5297331"/>
                  </a:lnTo>
                  <a:lnTo>
                    <a:pt x="995582" y="5297331"/>
                  </a:lnTo>
                  <a:lnTo>
                    <a:pt x="995728" y="5297331"/>
                  </a:lnTo>
                  <a:lnTo>
                    <a:pt x="996019" y="5296708"/>
                  </a:lnTo>
                  <a:lnTo>
                    <a:pt x="996455" y="5296708"/>
                  </a:lnTo>
                  <a:lnTo>
                    <a:pt x="996455" y="5296084"/>
                  </a:lnTo>
                  <a:lnTo>
                    <a:pt x="996600" y="5296084"/>
                  </a:lnTo>
                  <a:lnTo>
                    <a:pt x="996746" y="5296084"/>
                  </a:lnTo>
                  <a:lnTo>
                    <a:pt x="996891" y="5296084"/>
                  </a:lnTo>
                  <a:lnTo>
                    <a:pt x="997037" y="5296084"/>
                  </a:lnTo>
                  <a:lnTo>
                    <a:pt x="997182" y="5296084"/>
                  </a:lnTo>
                  <a:lnTo>
                    <a:pt x="997182" y="5294837"/>
                  </a:lnTo>
                  <a:lnTo>
                    <a:pt x="997182" y="5294213"/>
                  </a:lnTo>
                  <a:lnTo>
                    <a:pt x="997328" y="5294213"/>
                  </a:lnTo>
                  <a:lnTo>
                    <a:pt x="997473" y="5294213"/>
                  </a:lnTo>
                  <a:lnTo>
                    <a:pt x="997473" y="5293590"/>
                  </a:lnTo>
                  <a:lnTo>
                    <a:pt x="998200" y="5292966"/>
                  </a:lnTo>
                  <a:lnTo>
                    <a:pt x="998346" y="5292966"/>
                  </a:lnTo>
                  <a:lnTo>
                    <a:pt x="998491" y="5292966"/>
                  </a:lnTo>
                  <a:lnTo>
                    <a:pt x="998782" y="5292966"/>
                  </a:lnTo>
                  <a:lnTo>
                    <a:pt x="998927" y="5292966"/>
                  </a:lnTo>
                  <a:lnTo>
                    <a:pt x="999073" y="5292966"/>
                  </a:lnTo>
                  <a:lnTo>
                    <a:pt x="999363" y="5292966"/>
                  </a:lnTo>
                  <a:lnTo>
                    <a:pt x="999509" y="5292966"/>
                  </a:lnTo>
                  <a:lnTo>
                    <a:pt x="1000091" y="5292343"/>
                  </a:lnTo>
                  <a:lnTo>
                    <a:pt x="1000236" y="5292343"/>
                  </a:lnTo>
                  <a:lnTo>
                    <a:pt x="1000381" y="5292343"/>
                  </a:lnTo>
                  <a:lnTo>
                    <a:pt x="1000527" y="5292343"/>
                  </a:lnTo>
                  <a:lnTo>
                    <a:pt x="1000672" y="5292343"/>
                  </a:lnTo>
                  <a:lnTo>
                    <a:pt x="1000818" y="5291719"/>
                  </a:lnTo>
                  <a:lnTo>
                    <a:pt x="1000963" y="5291719"/>
                  </a:lnTo>
                  <a:lnTo>
                    <a:pt x="1001254" y="5291719"/>
                  </a:lnTo>
                  <a:lnTo>
                    <a:pt x="1001399" y="5291719"/>
                  </a:lnTo>
                  <a:lnTo>
                    <a:pt x="1001545" y="5291719"/>
                  </a:lnTo>
                  <a:lnTo>
                    <a:pt x="1001690" y="5291719"/>
                  </a:lnTo>
                  <a:lnTo>
                    <a:pt x="1001836" y="5291719"/>
                  </a:lnTo>
                  <a:lnTo>
                    <a:pt x="1001981" y="5291719"/>
                  </a:lnTo>
                  <a:lnTo>
                    <a:pt x="1002417" y="5291095"/>
                  </a:lnTo>
                  <a:lnTo>
                    <a:pt x="1002708" y="5291095"/>
                  </a:lnTo>
                  <a:lnTo>
                    <a:pt x="1003145" y="5290472"/>
                  </a:lnTo>
                  <a:lnTo>
                    <a:pt x="1003290" y="5290472"/>
                  </a:lnTo>
                  <a:lnTo>
                    <a:pt x="1003435" y="5289848"/>
                  </a:lnTo>
                  <a:lnTo>
                    <a:pt x="1003726" y="5289848"/>
                  </a:lnTo>
                  <a:lnTo>
                    <a:pt x="1003872" y="5289225"/>
                  </a:lnTo>
                  <a:lnTo>
                    <a:pt x="1004017" y="5289225"/>
                  </a:lnTo>
                  <a:lnTo>
                    <a:pt x="1004017" y="5288601"/>
                  </a:lnTo>
                  <a:lnTo>
                    <a:pt x="1004163" y="5288601"/>
                  </a:lnTo>
                  <a:lnTo>
                    <a:pt x="1004308" y="5288601"/>
                  </a:lnTo>
                  <a:lnTo>
                    <a:pt x="1004599" y="5288601"/>
                  </a:lnTo>
                  <a:lnTo>
                    <a:pt x="1004890" y="5288601"/>
                  </a:lnTo>
                  <a:lnTo>
                    <a:pt x="1005035" y="5287354"/>
                  </a:lnTo>
                  <a:lnTo>
                    <a:pt x="1005181" y="5287354"/>
                  </a:lnTo>
                  <a:lnTo>
                    <a:pt x="1005471" y="5287354"/>
                  </a:lnTo>
                  <a:lnTo>
                    <a:pt x="1005471" y="5286730"/>
                  </a:lnTo>
                  <a:lnTo>
                    <a:pt x="1005617" y="5286730"/>
                  </a:lnTo>
                  <a:lnTo>
                    <a:pt x="1005762" y="5286730"/>
                  </a:lnTo>
                  <a:lnTo>
                    <a:pt x="1006053" y="5286730"/>
                  </a:lnTo>
                  <a:lnTo>
                    <a:pt x="1006344" y="5286730"/>
                  </a:lnTo>
                  <a:lnTo>
                    <a:pt x="1006780" y="5286730"/>
                  </a:lnTo>
                  <a:lnTo>
                    <a:pt x="1007071" y="5286730"/>
                  </a:lnTo>
                  <a:lnTo>
                    <a:pt x="1007216" y="5286730"/>
                  </a:lnTo>
                  <a:lnTo>
                    <a:pt x="1007362" y="5286107"/>
                  </a:lnTo>
                  <a:lnTo>
                    <a:pt x="1007653" y="5286107"/>
                  </a:lnTo>
                  <a:lnTo>
                    <a:pt x="1007653" y="5285483"/>
                  </a:lnTo>
                  <a:lnTo>
                    <a:pt x="1007798" y="5285483"/>
                  </a:lnTo>
                  <a:lnTo>
                    <a:pt x="1007798" y="5284860"/>
                  </a:lnTo>
                  <a:lnTo>
                    <a:pt x="1007798" y="5284236"/>
                  </a:lnTo>
                  <a:lnTo>
                    <a:pt x="1008089" y="5283612"/>
                  </a:lnTo>
                  <a:lnTo>
                    <a:pt x="1008234" y="5283612"/>
                  </a:lnTo>
                  <a:lnTo>
                    <a:pt x="1008525" y="5282989"/>
                  </a:lnTo>
                  <a:lnTo>
                    <a:pt x="1008671" y="5282365"/>
                  </a:lnTo>
                  <a:lnTo>
                    <a:pt x="1008816" y="5282365"/>
                  </a:lnTo>
                  <a:lnTo>
                    <a:pt x="1009107" y="5282365"/>
                  </a:lnTo>
                  <a:lnTo>
                    <a:pt x="1009107" y="5281742"/>
                  </a:lnTo>
                  <a:lnTo>
                    <a:pt x="1009398" y="5281742"/>
                  </a:lnTo>
                  <a:lnTo>
                    <a:pt x="1009543" y="5281742"/>
                  </a:lnTo>
                  <a:lnTo>
                    <a:pt x="1009689" y="5281742"/>
                  </a:lnTo>
                  <a:lnTo>
                    <a:pt x="1009834" y="5281742"/>
                  </a:lnTo>
                  <a:lnTo>
                    <a:pt x="1009834" y="5281118"/>
                  </a:lnTo>
                  <a:lnTo>
                    <a:pt x="1009980" y="5281118"/>
                  </a:lnTo>
                  <a:lnTo>
                    <a:pt x="1010270" y="5281118"/>
                  </a:lnTo>
                  <a:lnTo>
                    <a:pt x="1010561" y="5281118"/>
                  </a:lnTo>
                  <a:lnTo>
                    <a:pt x="1010707" y="5280495"/>
                  </a:lnTo>
                  <a:lnTo>
                    <a:pt x="1010852" y="5280495"/>
                  </a:lnTo>
                  <a:lnTo>
                    <a:pt x="1011143" y="5280495"/>
                  </a:lnTo>
                  <a:lnTo>
                    <a:pt x="1011288" y="5280495"/>
                  </a:lnTo>
                  <a:lnTo>
                    <a:pt x="1011579" y="5280495"/>
                  </a:lnTo>
                  <a:lnTo>
                    <a:pt x="1011725" y="5280495"/>
                  </a:lnTo>
                  <a:lnTo>
                    <a:pt x="1011725" y="5279871"/>
                  </a:lnTo>
                  <a:lnTo>
                    <a:pt x="1011725" y="5279247"/>
                  </a:lnTo>
                  <a:lnTo>
                    <a:pt x="1011870" y="5279247"/>
                  </a:lnTo>
                  <a:lnTo>
                    <a:pt x="1012016" y="5279247"/>
                  </a:lnTo>
                  <a:lnTo>
                    <a:pt x="1012161" y="5279247"/>
                  </a:lnTo>
                  <a:lnTo>
                    <a:pt x="1012306" y="5279247"/>
                  </a:lnTo>
                  <a:lnTo>
                    <a:pt x="1012306" y="5278624"/>
                  </a:lnTo>
                  <a:lnTo>
                    <a:pt x="1012452" y="5278624"/>
                  </a:lnTo>
                  <a:lnTo>
                    <a:pt x="1012597" y="5278624"/>
                  </a:lnTo>
                  <a:lnTo>
                    <a:pt x="1012888" y="5278624"/>
                  </a:lnTo>
                  <a:lnTo>
                    <a:pt x="1013033" y="5278624"/>
                  </a:lnTo>
                  <a:lnTo>
                    <a:pt x="1013033" y="5278000"/>
                  </a:lnTo>
                  <a:lnTo>
                    <a:pt x="1013179" y="5278000"/>
                  </a:lnTo>
                  <a:lnTo>
                    <a:pt x="1013470" y="5277377"/>
                  </a:lnTo>
                  <a:lnTo>
                    <a:pt x="1013470" y="5276753"/>
                  </a:lnTo>
                  <a:lnTo>
                    <a:pt x="1013906" y="5276753"/>
                  </a:lnTo>
                  <a:lnTo>
                    <a:pt x="1014051" y="5276753"/>
                  </a:lnTo>
                  <a:lnTo>
                    <a:pt x="1014197" y="5276753"/>
                  </a:lnTo>
                  <a:lnTo>
                    <a:pt x="1014342" y="5276753"/>
                  </a:lnTo>
                  <a:lnTo>
                    <a:pt x="1014488" y="5276753"/>
                  </a:lnTo>
                  <a:lnTo>
                    <a:pt x="1014779" y="5276753"/>
                  </a:lnTo>
                  <a:lnTo>
                    <a:pt x="1014924" y="5276753"/>
                  </a:lnTo>
                  <a:lnTo>
                    <a:pt x="1015069" y="5276753"/>
                  </a:lnTo>
                  <a:lnTo>
                    <a:pt x="1015215" y="5276753"/>
                  </a:lnTo>
                  <a:lnTo>
                    <a:pt x="1015360" y="5276753"/>
                  </a:lnTo>
                  <a:lnTo>
                    <a:pt x="1015506" y="5276753"/>
                  </a:lnTo>
                  <a:lnTo>
                    <a:pt x="1015797" y="5276753"/>
                  </a:lnTo>
                  <a:lnTo>
                    <a:pt x="1015942" y="5276753"/>
                  </a:lnTo>
                  <a:lnTo>
                    <a:pt x="1016087" y="5276753"/>
                  </a:lnTo>
                  <a:lnTo>
                    <a:pt x="1016233" y="5276753"/>
                  </a:lnTo>
                  <a:lnTo>
                    <a:pt x="1016233" y="5276130"/>
                  </a:lnTo>
                  <a:lnTo>
                    <a:pt x="1016233" y="5275506"/>
                  </a:lnTo>
                  <a:lnTo>
                    <a:pt x="1016524" y="5275506"/>
                  </a:lnTo>
                  <a:lnTo>
                    <a:pt x="1016669" y="5275506"/>
                  </a:lnTo>
                  <a:lnTo>
                    <a:pt x="1016960" y="5274882"/>
                  </a:lnTo>
                  <a:lnTo>
                    <a:pt x="1017105" y="5274259"/>
                  </a:lnTo>
                  <a:lnTo>
                    <a:pt x="1017251" y="5274259"/>
                  </a:lnTo>
                  <a:lnTo>
                    <a:pt x="1017542" y="5274259"/>
                  </a:lnTo>
                  <a:lnTo>
                    <a:pt x="1017833" y="5274259"/>
                  </a:lnTo>
                  <a:lnTo>
                    <a:pt x="1017978" y="5274259"/>
                  </a:lnTo>
                  <a:lnTo>
                    <a:pt x="1017978" y="5273635"/>
                  </a:lnTo>
                  <a:lnTo>
                    <a:pt x="1018269" y="5273635"/>
                  </a:lnTo>
                  <a:lnTo>
                    <a:pt x="1018705" y="5273635"/>
                  </a:lnTo>
                  <a:lnTo>
                    <a:pt x="1018851" y="5273635"/>
                  </a:lnTo>
                  <a:lnTo>
                    <a:pt x="1018996" y="5273635"/>
                  </a:lnTo>
                  <a:lnTo>
                    <a:pt x="1019287" y="5273635"/>
                  </a:lnTo>
                  <a:lnTo>
                    <a:pt x="1019432" y="5273635"/>
                  </a:lnTo>
                  <a:lnTo>
                    <a:pt x="1019723" y="5273635"/>
                  </a:lnTo>
                  <a:lnTo>
                    <a:pt x="1019868" y="5273635"/>
                  </a:lnTo>
                  <a:lnTo>
                    <a:pt x="1020014" y="5273635"/>
                  </a:lnTo>
                  <a:lnTo>
                    <a:pt x="1020450" y="5273012"/>
                  </a:lnTo>
                  <a:lnTo>
                    <a:pt x="1020596" y="5273012"/>
                  </a:lnTo>
                  <a:lnTo>
                    <a:pt x="1020886" y="5273012"/>
                  </a:lnTo>
                  <a:lnTo>
                    <a:pt x="1021177" y="5273012"/>
                  </a:lnTo>
                  <a:lnTo>
                    <a:pt x="1021468" y="5273012"/>
                  </a:lnTo>
                  <a:lnTo>
                    <a:pt x="1021614" y="5273012"/>
                  </a:lnTo>
                  <a:lnTo>
                    <a:pt x="1021759" y="5273012"/>
                  </a:lnTo>
                  <a:lnTo>
                    <a:pt x="1021904" y="5273012"/>
                  </a:lnTo>
                  <a:lnTo>
                    <a:pt x="1021904" y="5272388"/>
                  </a:lnTo>
                  <a:lnTo>
                    <a:pt x="1022195" y="5271764"/>
                  </a:lnTo>
                  <a:lnTo>
                    <a:pt x="1022632" y="5271764"/>
                  </a:lnTo>
                  <a:lnTo>
                    <a:pt x="1022632" y="5271141"/>
                  </a:lnTo>
                  <a:lnTo>
                    <a:pt x="1022777" y="5271141"/>
                  </a:lnTo>
                  <a:lnTo>
                    <a:pt x="1022922" y="5271141"/>
                  </a:lnTo>
                  <a:lnTo>
                    <a:pt x="1023213" y="5271141"/>
                  </a:lnTo>
                  <a:lnTo>
                    <a:pt x="1023213" y="5270517"/>
                  </a:lnTo>
                  <a:lnTo>
                    <a:pt x="1023504" y="5270517"/>
                  </a:lnTo>
                  <a:lnTo>
                    <a:pt x="1023795" y="5270517"/>
                  </a:lnTo>
                  <a:lnTo>
                    <a:pt x="1024086" y="5269894"/>
                  </a:lnTo>
                  <a:lnTo>
                    <a:pt x="1024231" y="5269894"/>
                  </a:lnTo>
                  <a:lnTo>
                    <a:pt x="1024377" y="5269894"/>
                  </a:lnTo>
                  <a:lnTo>
                    <a:pt x="1024522" y="5269894"/>
                  </a:lnTo>
                  <a:lnTo>
                    <a:pt x="1024668" y="5269894"/>
                  </a:lnTo>
                  <a:lnTo>
                    <a:pt x="1024958" y="5269894"/>
                  </a:lnTo>
                  <a:lnTo>
                    <a:pt x="1025249" y="5269270"/>
                  </a:lnTo>
                  <a:lnTo>
                    <a:pt x="1025540" y="5269270"/>
                  </a:lnTo>
                  <a:lnTo>
                    <a:pt x="1025540" y="5268647"/>
                  </a:lnTo>
                  <a:lnTo>
                    <a:pt x="1025686" y="5268023"/>
                  </a:lnTo>
                  <a:lnTo>
                    <a:pt x="1025831" y="5268023"/>
                  </a:lnTo>
                  <a:lnTo>
                    <a:pt x="1025976" y="5268023"/>
                  </a:lnTo>
                  <a:lnTo>
                    <a:pt x="1026122" y="5268023"/>
                  </a:lnTo>
                  <a:lnTo>
                    <a:pt x="1026413" y="5268023"/>
                  </a:lnTo>
                  <a:lnTo>
                    <a:pt x="1026558" y="5268023"/>
                  </a:lnTo>
                  <a:lnTo>
                    <a:pt x="1026849" y="5268023"/>
                  </a:lnTo>
                  <a:lnTo>
                    <a:pt x="1026994" y="5268023"/>
                  </a:lnTo>
                  <a:lnTo>
                    <a:pt x="1027140" y="5268023"/>
                  </a:lnTo>
                  <a:lnTo>
                    <a:pt x="1027431" y="5268023"/>
                  </a:lnTo>
                  <a:lnTo>
                    <a:pt x="1027576" y="5268023"/>
                  </a:lnTo>
                  <a:lnTo>
                    <a:pt x="1027721" y="5268023"/>
                  </a:lnTo>
                  <a:lnTo>
                    <a:pt x="1028158" y="5267399"/>
                  </a:lnTo>
                  <a:lnTo>
                    <a:pt x="1028303" y="5267399"/>
                  </a:lnTo>
                  <a:lnTo>
                    <a:pt x="1028594" y="5267399"/>
                  </a:lnTo>
                  <a:lnTo>
                    <a:pt x="1028885" y="5267399"/>
                  </a:lnTo>
                  <a:lnTo>
                    <a:pt x="1029030" y="5267399"/>
                  </a:lnTo>
                  <a:lnTo>
                    <a:pt x="1029176" y="5267399"/>
                  </a:lnTo>
                  <a:lnTo>
                    <a:pt x="1029321" y="5267399"/>
                  </a:lnTo>
                  <a:lnTo>
                    <a:pt x="1029467" y="5267399"/>
                  </a:lnTo>
                  <a:lnTo>
                    <a:pt x="1029757" y="5267399"/>
                  </a:lnTo>
                  <a:lnTo>
                    <a:pt x="1029903" y="5267399"/>
                  </a:lnTo>
                  <a:lnTo>
                    <a:pt x="1030194" y="5267399"/>
                  </a:lnTo>
                  <a:lnTo>
                    <a:pt x="1030339" y="5267399"/>
                  </a:lnTo>
                  <a:lnTo>
                    <a:pt x="1030485" y="5267399"/>
                  </a:lnTo>
                  <a:lnTo>
                    <a:pt x="1030630" y="5266776"/>
                  </a:lnTo>
                  <a:lnTo>
                    <a:pt x="1030775" y="5266776"/>
                  </a:lnTo>
                  <a:lnTo>
                    <a:pt x="1030921" y="5266776"/>
                  </a:lnTo>
                  <a:lnTo>
                    <a:pt x="1031503" y="5266776"/>
                  </a:lnTo>
                  <a:lnTo>
                    <a:pt x="1031648" y="5266776"/>
                  </a:lnTo>
                  <a:lnTo>
                    <a:pt x="1031793" y="5266776"/>
                  </a:lnTo>
                  <a:lnTo>
                    <a:pt x="1031939" y="5266776"/>
                  </a:lnTo>
                  <a:lnTo>
                    <a:pt x="1031939" y="5266152"/>
                  </a:lnTo>
                  <a:lnTo>
                    <a:pt x="1032084" y="5266152"/>
                  </a:lnTo>
                  <a:lnTo>
                    <a:pt x="1032230" y="5266152"/>
                  </a:lnTo>
                  <a:lnTo>
                    <a:pt x="1032375" y="5266152"/>
                  </a:lnTo>
                  <a:lnTo>
                    <a:pt x="1032521" y="5266152"/>
                  </a:lnTo>
                  <a:lnTo>
                    <a:pt x="1032666" y="5266152"/>
                  </a:lnTo>
                  <a:lnTo>
                    <a:pt x="1032811" y="5266152"/>
                  </a:lnTo>
                  <a:lnTo>
                    <a:pt x="1032957" y="5266152"/>
                  </a:lnTo>
                  <a:lnTo>
                    <a:pt x="1033102" y="5265529"/>
                  </a:lnTo>
                  <a:lnTo>
                    <a:pt x="1033248" y="5264905"/>
                  </a:lnTo>
                  <a:lnTo>
                    <a:pt x="1033248" y="5264281"/>
                  </a:lnTo>
                  <a:lnTo>
                    <a:pt x="1033393" y="5264281"/>
                  </a:lnTo>
                  <a:lnTo>
                    <a:pt x="1033538" y="5264281"/>
                  </a:lnTo>
                  <a:lnTo>
                    <a:pt x="1033684" y="5264281"/>
                  </a:lnTo>
                  <a:lnTo>
                    <a:pt x="1033829" y="5264281"/>
                  </a:lnTo>
                  <a:lnTo>
                    <a:pt x="1033975" y="5264281"/>
                  </a:lnTo>
                  <a:lnTo>
                    <a:pt x="1034120" y="5264281"/>
                  </a:lnTo>
                  <a:lnTo>
                    <a:pt x="1034266" y="5264281"/>
                  </a:lnTo>
                  <a:lnTo>
                    <a:pt x="1034411" y="5264281"/>
                  </a:lnTo>
                  <a:lnTo>
                    <a:pt x="1034702" y="5264281"/>
                  </a:lnTo>
                  <a:lnTo>
                    <a:pt x="1034847" y="5264281"/>
                  </a:lnTo>
                  <a:lnTo>
                    <a:pt x="1034993" y="5264281"/>
                  </a:lnTo>
                  <a:lnTo>
                    <a:pt x="1035138" y="5264281"/>
                  </a:lnTo>
                  <a:lnTo>
                    <a:pt x="1035720" y="5264281"/>
                  </a:lnTo>
                  <a:lnTo>
                    <a:pt x="1035865" y="5264281"/>
                  </a:lnTo>
                  <a:lnTo>
                    <a:pt x="1036156" y="5264281"/>
                  </a:lnTo>
                  <a:lnTo>
                    <a:pt x="1036156" y="5263658"/>
                  </a:lnTo>
                  <a:lnTo>
                    <a:pt x="1036302" y="5263658"/>
                  </a:lnTo>
                  <a:lnTo>
                    <a:pt x="1036447" y="5263658"/>
                  </a:lnTo>
                  <a:lnTo>
                    <a:pt x="1036447" y="5263034"/>
                  </a:lnTo>
                  <a:lnTo>
                    <a:pt x="1036447" y="5262411"/>
                  </a:lnTo>
                  <a:lnTo>
                    <a:pt x="1036592" y="5262411"/>
                  </a:lnTo>
                  <a:lnTo>
                    <a:pt x="1036592" y="5261787"/>
                  </a:lnTo>
                  <a:lnTo>
                    <a:pt x="1036592" y="5261164"/>
                  </a:lnTo>
                  <a:lnTo>
                    <a:pt x="1036592" y="5260540"/>
                  </a:lnTo>
                  <a:lnTo>
                    <a:pt x="1036592" y="5259916"/>
                  </a:lnTo>
                  <a:lnTo>
                    <a:pt x="1036883" y="5259916"/>
                  </a:lnTo>
                  <a:lnTo>
                    <a:pt x="1036883" y="5259293"/>
                  </a:lnTo>
                  <a:lnTo>
                    <a:pt x="1037610" y="5258669"/>
                  </a:lnTo>
                  <a:lnTo>
                    <a:pt x="1037901" y="5258669"/>
                  </a:lnTo>
                  <a:lnTo>
                    <a:pt x="1038047" y="5258669"/>
                  </a:lnTo>
                  <a:lnTo>
                    <a:pt x="1038047" y="5258046"/>
                  </a:lnTo>
                  <a:lnTo>
                    <a:pt x="1038047" y="5257422"/>
                  </a:lnTo>
                  <a:lnTo>
                    <a:pt x="1038338" y="5257422"/>
                  </a:lnTo>
                  <a:lnTo>
                    <a:pt x="1038483" y="5257422"/>
                  </a:lnTo>
                  <a:lnTo>
                    <a:pt x="1038628" y="5257422"/>
                  </a:lnTo>
                  <a:lnTo>
                    <a:pt x="1038628" y="5256798"/>
                  </a:lnTo>
                  <a:lnTo>
                    <a:pt x="1038774" y="5256798"/>
                  </a:lnTo>
                  <a:lnTo>
                    <a:pt x="1038774" y="5256175"/>
                  </a:lnTo>
                  <a:lnTo>
                    <a:pt x="1039065" y="5256175"/>
                  </a:lnTo>
                  <a:lnTo>
                    <a:pt x="1039210" y="5256175"/>
                  </a:lnTo>
                  <a:lnTo>
                    <a:pt x="1039356" y="5256175"/>
                  </a:lnTo>
                  <a:lnTo>
                    <a:pt x="1039646" y="5256175"/>
                  </a:lnTo>
                  <a:lnTo>
                    <a:pt x="1039937" y="5255551"/>
                  </a:lnTo>
                  <a:lnTo>
                    <a:pt x="1039937" y="5254928"/>
                  </a:lnTo>
                  <a:lnTo>
                    <a:pt x="1040083" y="5254928"/>
                  </a:lnTo>
                  <a:lnTo>
                    <a:pt x="1040228" y="5254928"/>
                  </a:lnTo>
                  <a:lnTo>
                    <a:pt x="1040373" y="5254928"/>
                  </a:lnTo>
                  <a:lnTo>
                    <a:pt x="1040519" y="5254928"/>
                  </a:lnTo>
                  <a:lnTo>
                    <a:pt x="1040664" y="5254928"/>
                  </a:lnTo>
                  <a:lnTo>
                    <a:pt x="1040955" y="5254928"/>
                  </a:lnTo>
                  <a:lnTo>
                    <a:pt x="1041101" y="5254928"/>
                  </a:lnTo>
                  <a:lnTo>
                    <a:pt x="1041246" y="5254928"/>
                  </a:lnTo>
                  <a:lnTo>
                    <a:pt x="1041391" y="5254928"/>
                  </a:lnTo>
                  <a:lnTo>
                    <a:pt x="1041682" y="5254928"/>
                  </a:lnTo>
                  <a:lnTo>
                    <a:pt x="1041828" y="5254928"/>
                  </a:lnTo>
                  <a:lnTo>
                    <a:pt x="1042119" y="5254928"/>
                  </a:lnTo>
                  <a:lnTo>
                    <a:pt x="1042119" y="5254304"/>
                  </a:lnTo>
                  <a:lnTo>
                    <a:pt x="1042264" y="5254304"/>
                  </a:lnTo>
                  <a:lnTo>
                    <a:pt x="1042555" y="5254304"/>
                  </a:lnTo>
                  <a:lnTo>
                    <a:pt x="1042700" y="5254304"/>
                  </a:lnTo>
                  <a:lnTo>
                    <a:pt x="1042846" y="5254304"/>
                  </a:lnTo>
                  <a:lnTo>
                    <a:pt x="1042991" y="5254304"/>
                  </a:lnTo>
                  <a:lnTo>
                    <a:pt x="1043137" y="5254304"/>
                  </a:lnTo>
                  <a:lnTo>
                    <a:pt x="1043137" y="5253681"/>
                  </a:lnTo>
                  <a:lnTo>
                    <a:pt x="1043282" y="5253681"/>
                  </a:lnTo>
                  <a:lnTo>
                    <a:pt x="1043427" y="5253681"/>
                  </a:lnTo>
                  <a:lnTo>
                    <a:pt x="1043573" y="5253681"/>
                  </a:lnTo>
                  <a:lnTo>
                    <a:pt x="1043718" y="5253681"/>
                  </a:lnTo>
                  <a:lnTo>
                    <a:pt x="1043864" y="5253057"/>
                  </a:lnTo>
                  <a:lnTo>
                    <a:pt x="1044009" y="5253057"/>
                  </a:lnTo>
                  <a:lnTo>
                    <a:pt x="1044155" y="5253057"/>
                  </a:lnTo>
                  <a:lnTo>
                    <a:pt x="1044300" y="5253057"/>
                  </a:lnTo>
                  <a:lnTo>
                    <a:pt x="1044591" y="5253057"/>
                  </a:lnTo>
                  <a:lnTo>
                    <a:pt x="1044736" y="5253057"/>
                  </a:lnTo>
                  <a:lnTo>
                    <a:pt x="1044882" y="5253057"/>
                  </a:lnTo>
                  <a:lnTo>
                    <a:pt x="1045027" y="5253057"/>
                  </a:lnTo>
                  <a:lnTo>
                    <a:pt x="1045318" y="5253057"/>
                  </a:lnTo>
                  <a:lnTo>
                    <a:pt x="1045463" y="5253057"/>
                  </a:lnTo>
                  <a:lnTo>
                    <a:pt x="1045609" y="5253057"/>
                  </a:lnTo>
                  <a:lnTo>
                    <a:pt x="1045754" y="5253057"/>
                  </a:lnTo>
                  <a:lnTo>
                    <a:pt x="1045900" y="5253057"/>
                  </a:lnTo>
                  <a:lnTo>
                    <a:pt x="1045900" y="5252433"/>
                  </a:lnTo>
                  <a:lnTo>
                    <a:pt x="1046191" y="5252433"/>
                  </a:lnTo>
                  <a:lnTo>
                    <a:pt x="1046627" y="5252433"/>
                  </a:lnTo>
                  <a:lnTo>
                    <a:pt x="1046918" y="5252433"/>
                  </a:lnTo>
                  <a:lnTo>
                    <a:pt x="1047208" y="5250563"/>
                  </a:lnTo>
                  <a:lnTo>
                    <a:pt x="1047354" y="5250563"/>
                  </a:lnTo>
                  <a:lnTo>
                    <a:pt x="1047354" y="5249939"/>
                  </a:lnTo>
                  <a:lnTo>
                    <a:pt x="1047499" y="5249939"/>
                  </a:lnTo>
                  <a:lnTo>
                    <a:pt x="1047499" y="5249315"/>
                  </a:lnTo>
                  <a:lnTo>
                    <a:pt x="1047645" y="5249315"/>
                  </a:lnTo>
                  <a:lnTo>
                    <a:pt x="1047790" y="5249315"/>
                  </a:lnTo>
                  <a:lnTo>
                    <a:pt x="1047936" y="5249315"/>
                  </a:lnTo>
                  <a:lnTo>
                    <a:pt x="1048081" y="5249315"/>
                  </a:lnTo>
                  <a:lnTo>
                    <a:pt x="1048226" y="5249315"/>
                  </a:lnTo>
                  <a:lnTo>
                    <a:pt x="1048372" y="5249315"/>
                  </a:lnTo>
                  <a:lnTo>
                    <a:pt x="1048517" y="5249315"/>
                  </a:lnTo>
                  <a:lnTo>
                    <a:pt x="1048517" y="5248692"/>
                  </a:lnTo>
                  <a:lnTo>
                    <a:pt x="1048663" y="5248692"/>
                  </a:lnTo>
                  <a:lnTo>
                    <a:pt x="1048808" y="5248692"/>
                  </a:lnTo>
                  <a:lnTo>
                    <a:pt x="1048954" y="5248692"/>
                  </a:lnTo>
                  <a:lnTo>
                    <a:pt x="1049099" y="5248692"/>
                  </a:lnTo>
                  <a:lnTo>
                    <a:pt x="1049390" y="5248692"/>
                  </a:lnTo>
                  <a:lnTo>
                    <a:pt x="1049390" y="5248068"/>
                  </a:lnTo>
                  <a:lnTo>
                    <a:pt x="1049681" y="5246821"/>
                  </a:lnTo>
                  <a:lnTo>
                    <a:pt x="1049826" y="5246821"/>
                  </a:lnTo>
                  <a:lnTo>
                    <a:pt x="1050117" y="5246198"/>
                  </a:lnTo>
                  <a:lnTo>
                    <a:pt x="1050262" y="5246198"/>
                  </a:lnTo>
                  <a:lnTo>
                    <a:pt x="1050408" y="5246198"/>
                  </a:lnTo>
                  <a:lnTo>
                    <a:pt x="1050553" y="5246198"/>
                  </a:lnTo>
                  <a:lnTo>
                    <a:pt x="1050699" y="5246198"/>
                  </a:lnTo>
                  <a:lnTo>
                    <a:pt x="1050990" y="5244950"/>
                  </a:lnTo>
                  <a:lnTo>
                    <a:pt x="1051135" y="5244950"/>
                  </a:lnTo>
                  <a:lnTo>
                    <a:pt x="1051280" y="5244950"/>
                  </a:lnTo>
                  <a:lnTo>
                    <a:pt x="1051426" y="5244327"/>
                  </a:lnTo>
                  <a:lnTo>
                    <a:pt x="1051717" y="5244327"/>
                  </a:lnTo>
                  <a:lnTo>
                    <a:pt x="1051862" y="5244327"/>
                  </a:lnTo>
                  <a:lnTo>
                    <a:pt x="1052008" y="5244327"/>
                  </a:lnTo>
                  <a:lnTo>
                    <a:pt x="1052153" y="5244327"/>
                  </a:lnTo>
                  <a:lnTo>
                    <a:pt x="1052298" y="5244327"/>
                  </a:lnTo>
                  <a:lnTo>
                    <a:pt x="1052444" y="5244327"/>
                  </a:lnTo>
                  <a:lnTo>
                    <a:pt x="1052589" y="5244327"/>
                  </a:lnTo>
                  <a:lnTo>
                    <a:pt x="1052735" y="5244327"/>
                  </a:lnTo>
                  <a:lnTo>
                    <a:pt x="1053171" y="5244327"/>
                  </a:lnTo>
                  <a:lnTo>
                    <a:pt x="1053316" y="5244327"/>
                  </a:lnTo>
                  <a:lnTo>
                    <a:pt x="1053462" y="5244327"/>
                  </a:lnTo>
                  <a:lnTo>
                    <a:pt x="1053607" y="5244327"/>
                  </a:lnTo>
                  <a:lnTo>
                    <a:pt x="1053753" y="5244327"/>
                  </a:lnTo>
                  <a:lnTo>
                    <a:pt x="1053898" y="5244327"/>
                  </a:lnTo>
                  <a:lnTo>
                    <a:pt x="1054043" y="5243703"/>
                  </a:lnTo>
                  <a:lnTo>
                    <a:pt x="1054189" y="5243080"/>
                  </a:lnTo>
                  <a:lnTo>
                    <a:pt x="1054334" y="5243080"/>
                  </a:lnTo>
                  <a:lnTo>
                    <a:pt x="1054480" y="5243080"/>
                  </a:lnTo>
                  <a:lnTo>
                    <a:pt x="1054625" y="5243080"/>
                  </a:lnTo>
                  <a:lnTo>
                    <a:pt x="1054916" y="5241832"/>
                  </a:lnTo>
                  <a:lnTo>
                    <a:pt x="1055061" y="5241832"/>
                  </a:lnTo>
                  <a:lnTo>
                    <a:pt x="1055352" y="5241832"/>
                  </a:lnTo>
                  <a:lnTo>
                    <a:pt x="1055498" y="5241832"/>
                  </a:lnTo>
                  <a:lnTo>
                    <a:pt x="1055643" y="5241832"/>
                  </a:lnTo>
                  <a:lnTo>
                    <a:pt x="1055789" y="5241832"/>
                  </a:lnTo>
                  <a:lnTo>
                    <a:pt x="1055789" y="5241209"/>
                  </a:lnTo>
                  <a:lnTo>
                    <a:pt x="1055934" y="5241209"/>
                  </a:lnTo>
                  <a:lnTo>
                    <a:pt x="1056079" y="5241209"/>
                  </a:lnTo>
                  <a:lnTo>
                    <a:pt x="1056225" y="5241209"/>
                  </a:lnTo>
                  <a:lnTo>
                    <a:pt x="1056370" y="5241209"/>
                  </a:lnTo>
                  <a:lnTo>
                    <a:pt x="1056516" y="5241209"/>
                  </a:lnTo>
                  <a:lnTo>
                    <a:pt x="1056661" y="5241209"/>
                  </a:lnTo>
                  <a:lnTo>
                    <a:pt x="1056807" y="5241209"/>
                  </a:lnTo>
                  <a:lnTo>
                    <a:pt x="1056952" y="5241209"/>
                  </a:lnTo>
                  <a:lnTo>
                    <a:pt x="1056952" y="5239962"/>
                  </a:lnTo>
                  <a:lnTo>
                    <a:pt x="1056952" y="5239338"/>
                  </a:lnTo>
                  <a:lnTo>
                    <a:pt x="1057097" y="5239338"/>
                  </a:lnTo>
                  <a:lnTo>
                    <a:pt x="1057097" y="5238091"/>
                  </a:lnTo>
                  <a:lnTo>
                    <a:pt x="1057243" y="5238091"/>
                  </a:lnTo>
                  <a:lnTo>
                    <a:pt x="1057388" y="5238091"/>
                  </a:lnTo>
                  <a:lnTo>
                    <a:pt x="1057534" y="5238091"/>
                  </a:lnTo>
                  <a:lnTo>
                    <a:pt x="1057679" y="5238091"/>
                  </a:lnTo>
                  <a:lnTo>
                    <a:pt x="1057825" y="5238091"/>
                  </a:lnTo>
                  <a:lnTo>
                    <a:pt x="1057970" y="5238091"/>
                  </a:lnTo>
                  <a:lnTo>
                    <a:pt x="1058261" y="5238091"/>
                  </a:lnTo>
                  <a:lnTo>
                    <a:pt x="1058406" y="5238091"/>
                  </a:lnTo>
                  <a:lnTo>
                    <a:pt x="1058552" y="5238091"/>
                  </a:lnTo>
                  <a:lnTo>
                    <a:pt x="1058697" y="5238091"/>
                  </a:lnTo>
                  <a:lnTo>
                    <a:pt x="1058843" y="5238091"/>
                  </a:lnTo>
                  <a:lnTo>
                    <a:pt x="1058988" y="5238091"/>
                  </a:lnTo>
                  <a:lnTo>
                    <a:pt x="1059133" y="5238091"/>
                  </a:lnTo>
                  <a:lnTo>
                    <a:pt x="1059279" y="5238091"/>
                  </a:lnTo>
                  <a:lnTo>
                    <a:pt x="1059570" y="5238091"/>
                  </a:lnTo>
                  <a:lnTo>
                    <a:pt x="1059570" y="5237467"/>
                  </a:lnTo>
                  <a:lnTo>
                    <a:pt x="1059715" y="5237467"/>
                  </a:lnTo>
                  <a:lnTo>
                    <a:pt x="1059861" y="5237467"/>
                  </a:lnTo>
                  <a:lnTo>
                    <a:pt x="1060151" y="5237467"/>
                  </a:lnTo>
                  <a:lnTo>
                    <a:pt x="1060297" y="5237467"/>
                  </a:lnTo>
                  <a:lnTo>
                    <a:pt x="1060442" y="5236844"/>
                  </a:lnTo>
                  <a:lnTo>
                    <a:pt x="1060588" y="5236220"/>
                  </a:lnTo>
                  <a:lnTo>
                    <a:pt x="1060878" y="5236220"/>
                  </a:lnTo>
                  <a:lnTo>
                    <a:pt x="1061024" y="5236220"/>
                  </a:lnTo>
                  <a:lnTo>
                    <a:pt x="1061169" y="5236220"/>
                  </a:lnTo>
                  <a:lnTo>
                    <a:pt x="1061315" y="5236220"/>
                  </a:lnTo>
                  <a:lnTo>
                    <a:pt x="1061751" y="5236220"/>
                  </a:lnTo>
                  <a:lnTo>
                    <a:pt x="1061896" y="5236220"/>
                  </a:lnTo>
                  <a:lnTo>
                    <a:pt x="1061896" y="5234973"/>
                  </a:lnTo>
                  <a:lnTo>
                    <a:pt x="1062042" y="5234973"/>
                  </a:lnTo>
                  <a:lnTo>
                    <a:pt x="1062187" y="5234973"/>
                  </a:lnTo>
                  <a:lnTo>
                    <a:pt x="1062478" y="5234349"/>
                  </a:lnTo>
                  <a:lnTo>
                    <a:pt x="1062624" y="5234349"/>
                  </a:lnTo>
                  <a:lnTo>
                    <a:pt x="1062769" y="5233726"/>
                  </a:lnTo>
                  <a:lnTo>
                    <a:pt x="1062914" y="5233726"/>
                  </a:lnTo>
                  <a:lnTo>
                    <a:pt x="1063205" y="5233102"/>
                  </a:lnTo>
                  <a:lnTo>
                    <a:pt x="1063496" y="5233102"/>
                  </a:lnTo>
                  <a:lnTo>
                    <a:pt x="1063642" y="5232479"/>
                  </a:lnTo>
                  <a:lnTo>
                    <a:pt x="1063787" y="5232479"/>
                  </a:lnTo>
                  <a:lnTo>
                    <a:pt x="1063787" y="5231855"/>
                  </a:lnTo>
                  <a:lnTo>
                    <a:pt x="1064078" y="5231855"/>
                  </a:lnTo>
                  <a:lnTo>
                    <a:pt x="1064078" y="5231232"/>
                  </a:lnTo>
                  <a:lnTo>
                    <a:pt x="1064223" y="5231232"/>
                  </a:lnTo>
                  <a:lnTo>
                    <a:pt x="1064369" y="5231232"/>
                  </a:lnTo>
                  <a:lnTo>
                    <a:pt x="1064514" y="5231232"/>
                  </a:lnTo>
                  <a:lnTo>
                    <a:pt x="1064660" y="5231232"/>
                  </a:lnTo>
                  <a:lnTo>
                    <a:pt x="1064805" y="5231232"/>
                  </a:lnTo>
                  <a:lnTo>
                    <a:pt x="1065241" y="5231232"/>
                  </a:lnTo>
                  <a:lnTo>
                    <a:pt x="1065678" y="5231232"/>
                  </a:lnTo>
                  <a:lnTo>
                    <a:pt x="1065678" y="5230608"/>
                  </a:lnTo>
                  <a:lnTo>
                    <a:pt x="1065968" y="5230608"/>
                  </a:lnTo>
                  <a:lnTo>
                    <a:pt x="1066114" y="5230608"/>
                  </a:lnTo>
                  <a:lnTo>
                    <a:pt x="1066405" y="5229984"/>
                  </a:lnTo>
                  <a:lnTo>
                    <a:pt x="1066550" y="5229984"/>
                  </a:lnTo>
                  <a:lnTo>
                    <a:pt x="1066696" y="5229984"/>
                  </a:lnTo>
                  <a:lnTo>
                    <a:pt x="1066841" y="5229984"/>
                  </a:lnTo>
                  <a:lnTo>
                    <a:pt x="1066986" y="5229361"/>
                  </a:lnTo>
                  <a:lnTo>
                    <a:pt x="1067277" y="5229361"/>
                  </a:lnTo>
                  <a:lnTo>
                    <a:pt x="1067423" y="5229361"/>
                  </a:lnTo>
                  <a:lnTo>
                    <a:pt x="1067568" y="5229361"/>
                  </a:lnTo>
                  <a:lnTo>
                    <a:pt x="1067859" y="5229361"/>
                  </a:lnTo>
                  <a:lnTo>
                    <a:pt x="1068004" y="5228737"/>
                  </a:lnTo>
                  <a:lnTo>
                    <a:pt x="1068150" y="5228737"/>
                  </a:lnTo>
                  <a:lnTo>
                    <a:pt x="1068441" y="5228114"/>
                  </a:lnTo>
                  <a:lnTo>
                    <a:pt x="1068586" y="5228114"/>
                  </a:lnTo>
                  <a:lnTo>
                    <a:pt x="1068731" y="5228114"/>
                  </a:lnTo>
                  <a:lnTo>
                    <a:pt x="1068877" y="5228114"/>
                  </a:lnTo>
                  <a:lnTo>
                    <a:pt x="1069313" y="5228114"/>
                  </a:lnTo>
                  <a:lnTo>
                    <a:pt x="1069459" y="5228114"/>
                  </a:lnTo>
                  <a:lnTo>
                    <a:pt x="1069604" y="5228114"/>
                  </a:lnTo>
                  <a:lnTo>
                    <a:pt x="1069749" y="5228114"/>
                  </a:lnTo>
                  <a:lnTo>
                    <a:pt x="1069749" y="5227490"/>
                  </a:lnTo>
                  <a:lnTo>
                    <a:pt x="1069895" y="5227490"/>
                  </a:lnTo>
                  <a:lnTo>
                    <a:pt x="1070040" y="5227490"/>
                  </a:lnTo>
                  <a:lnTo>
                    <a:pt x="1070040" y="5226866"/>
                  </a:lnTo>
                  <a:lnTo>
                    <a:pt x="1070186" y="5226866"/>
                  </a:lnTo>
                  <a:lnTo>
                    <a:pt x="1070331" y="5226866"/>
                  </a:lnTo>
                  <a:lnTo>
                    <a:pt x="1070477" y="5226866"/>
                  </a:lnTo>
                  <a:lnTo>
                    <a:pt x="1070622" y="5226866"/>
                  </a:lnTo>
                  <a:lnTo>
                    <a:pt x="1070767" y="5226866"/>
                  </a:lnTo>
                  <a:lnTo>
                    <a:pt x="1070913" y="5226866"/>
                  </a:lnTo>
                  <a:lnTo>
                    <a:pt x="1071058" y="5224996"/>
                  </a:lnTo>
                  <a:lnTo>
                    <a:pt x="1071058" y="5224372"/>
                  </a:lnTo>
                  <a:lnTo>
                    <a:pt x="1071058" y="5223749"/>
                  </a:lnTo>
                  <a:lnTo>
                    <a:pt x="1071058" y="5223125"/>
                  </a:lnTo>
                  <a:lnTo>
                    <a:pt x="1071204" y="5223125"/>
                  </a:lnTo>
                  <a:lnTo>
                    <a:pt x="1071349" y="5223125"/>
                  </a:lnTo>
                  <a:lnTo>
                    <a:pt x="1071495" y="5223125"/>
                  </a:lnTo>
                  <a:lnTo>
                    <a:pt x="1071640" y="5223125"/>
                  </a:lnTo>
                  <a:lnTo>
                    <a:pt x="1071785" y="5223125"/>
                  </a:lnTo>
                  <a:lnTo>
                    <a:pt x="1072076" y="5223125"/>
                  </a:lnTo>
                  <a:lnTo>
                    <a:pt x="1072076" y="5222501"/>
                  </a:lnTo>
                  <a:lnTo>
                    <a:pt x="1072222" y="5222501"/>
                  </a:lnTo>
                  <a:lnTo>
                    <a:pt x="1072222" y="5221878"/>
                  </a:lnTo>
                  <a:lnTo>
                    <a:pt x="1072367" y="5221878"/>
                  </a:lnTo>
                  <a:lnTo>
                    <a:pt x="1072513" y="5221878"/>
                  </a:lnTo>
                  <a:lnTo>
                    <a:pt x="1072658" y="5221878"/>
                  </a:lnTo>
                  <a:lnTo>
                    <a:pt x="1072803" y="5221878"/>
                  </a:lnTo>
                  <a:lnTo>
                    <a:pt x="1072949" y="5221878"/>
                  </a:lnTo>
                  <a:lnTo>
                    <a:pt x="1072949" y="5221254"/>
                  </a:lnTo>
                  <a:lnTo>
                    <a:pt x="1072949" y="5220631"/>
                  </a:lnTo>
                  <a:lnTo>
                    <a:pt x="1073094" y="5220631"/>
                  </a:lnTo>
                  <a:lnTo>
                    <a:pt x="1073240" y="5220631"/>
                  </a:lnTo>
                  <a:lnTo>
                    <a:pt x="1073385" y="5220631"/>
                  </a:lnTo>
                  <a:lnTo>
                    <a:pt x="1073530" y="5220631"/>
                  </a:lnTo>
                  <a:lnTo>
                    <a:pt x="1073821" y="5220631"/>
                  </a:lnTo>
                  <a:lnTo>
                    <a:pt x="1073821" y="5220007"/>
                  </a:lnTo>
                  <a:lnTo>
                    <a:pt x="1073967" y="5220007"/>
                  </a:lnTo>
                  <a:lnTo>
                    <a:pt x="1074112" y="5220007"/>
                  </a:lnTo>
                  <a:lnTo>
                    <a:pt x="1074112" y="5219384"/>
                  </a:lnTo>
                  <a:lnTo>
                    <a:pt x="1074403" y="5219384"/>
                  </a:lnTo>
                  <a:lnTo>
                    <a:pt x="1074548" y="5218760"/>
                  </a:lnTo>
                  <a:lnTo>
                    <a:pt x="1074694" y="5218760"/>
                  </a:lnTo>
                  <a:lnTo>
                    <a:pt x="1074839" y="5218760"/>
                  </a:lnTo>
                  <a:lnTo>
                    <a:pt x="1074985" y="5218760"/>
                  </a:lnTo>
                  <a:lnTo>
                    <a:pt x="1075130" y="5218760"/>
                  </a:lnTo>
                  <a:lnTo>
                    <a:pt x="1075130" y="5216889"/>
                  </a:lnTo>
                  <a:lnTo>
                    <a:pt x="1075421" y="5216266"/>
                  </a:lnTo>
                  <a:lnTo>
                    <a:pt x="1075712" y="5215642"/>
                  </a:lnTo>
                  <a:lnTo>
                    <a:pt x="1075857" y="5215642"/>
                  </a:lnTo>
                  <a:lnTo>
                    <a:pt x="1076003" y="5215642"/>
                  </a:lnTo>
                  <a:lnTo>
                    <a:pt x="1076584" y="5214395"/>
                  </a:lnTo>
                  <a:lnTo>
                    <a:pt x="1076730" y="5214395"/>
                  </a:lnTo>
                  <a:lnTo>
                    <a:pt x="1077021" y="5214395"/>
                  </a:lnTo>
                  <a:lnTo>
                    <a:pt x="1077457" y="5214395"/>
                  </a:lnTo>
                  <a:lnTo>
                    <a:pt x="1077748" y="5214395"/>
                  </a:lnTo>
                  <a:lnTo>
                    <a:pt x="1078184" y="5213771"/>
                  </a:lnTo>
                  <a:lnTo>
                    <a:pt x="1078330" y="5213771"/>
                  </a:lnTo>
                  <a:lnTo>
                    <a:pt x="1078766" y="5213771"/>
                  </a:lnTo>
                  <a:lnTo>
                    <a:pt x="1078911" y="5213771"/>
                  </a:lnTo>
                  <a:lnTo>
                    <a:pt x="1079202" y="5213771"/>
                  </a:lnTo>
                  <a:lnTo>
                    <a:pt x="1079493" y="5213771"/>
                  </a:lnTo>
                  <a:lnTo>
                    <a:pt x="1080075" y="5213148"/>
                  </a:lnTo>
                  <a:lnTo>
                    <a:pt x="1080656" y="5213148"/>
                  </a:lnTo>
                  <a:lnTo>
                    <a:pt x="1080802" y="5213148"/>
                  </a:lnTo>
                  <a:lnTo>
                    <a:pt x="1081093" y="5213148"/>
                  </a:lnTo>
                  <a:lnTo>
                    <a:pt x="1081238" y="5213148"/>
                  </a:lnTo>
                  <a:lnTo>
                    <a:pt x="1081238" y="5212524"/>
                  </a:lnTo>
                  <a:lnTo>
                    <a:pt x="1081383" y="5212524"/>
                  </a:lnTo>
                  <a:lnTo>
                    <a:pt x="1081529" y="5212524"/>
                  </a:lnTo>
                  <a:lnTo>
                    <a:pt x="1081820" y="5212524"/>
                  </a:lnTo>
                  <a:lnTo>
                    <a:pt x="1081965" y="5212524"/>
                  </a:lnTo>
                  <a:lnTo>
                    <a:pt x="1082256" y="5212524"/>
                  </a:lnTo>
                  <a:lnTo>
                    <a:pt x="1082401" y="5212524"/>
                  </a:lnTo>
                  <a:lnTo>
                    <a:pt x="1082692" y="5212524"/>
                  </a:lnTo>
                  <a:lnTo>
                    <a:pt x="1082692" y="5211901"/>
                  </a:lnTo>
                  <a:lnTo>
                    <a:pt x="1082838" y="5211901"/>
                  </a:lnTo>
                  <a:lnTo>
                    <a:pt x="1082983" y="5211901"/>
                  </a:lnTo>
                  <a:lnTo>
                    <a:pt x="1083274" y="5211901"/>
                  </a:lnTo>
                  <a:lnTo>
                    <a:pt x="1083419" y="5211901"/>
                  </a:lnTo>
                  <a:lnTo>
                    <a:pt x="1083565" y="5211901"/>
                  </a:lnTo>
                  <a:lnTo>
                    <a:pt x="1083856" y="5211901"/>
                  </a:lnTo>
                  <a:lnTo>
                    <a:pt x="1083856" y="5211277"/>
                  </a:lnTo>
                  <a:lnTo>
                    <a:pt x="1084147" y="5211277"/>
                  </a:lnTo>
                  <a:lnTo>
                    <a:pt x="1084292" y="5211277"/>
                  </a:lnTo>
                  <a:lnTo>
                    <a:pt x="1084292" y="5210653"/>
                  </a:lnTo>
                  <a:lnTo>
                    <a:pt x="1084583" y="5210030"/>
                  </a:lnTo>
                  <a:lnTo>
                    <a:pt x="1084728" y="5210030"/>
                  </a:lnTo>
                  <a:lnTo>
                    <a:pt x="1084874" y="5210030"/>
                  </a:lnTo>
                  <a:lnTo>
                    <a:pt x="1085019" y="5210030"/>
                  </a:lnTo>
                  <a:lnTo>
                    <a:pt x="1085165" y="5210030"/>
                  </a:lnTo>
                  <a:lnTo>
                    <a:pt x="1085310" y="5210030"/>
                  </a:lnTo>
                  <a:lnTo>
                    <a:pt x="1085455" y="5210030"/>
                  </a:lnTo>
                  <a:lnTo>
                    <a:pt x="1085746" y="5210030"/>
                  </a:lnTo>
                  <a:lnTo>
                    <a:pt x="1085892" y="5210030"/>
                  </a:lnTo>
                  <a:lnTo>
                    <a:pt x="1086037" y="5210030"/>
                  </a:lnTo>
                  <a:lnTo>
                    <a:pt x="1086037" y="5209406"/>
                  </a:lnTo>
                  <a:lnTo>
                    <a:pt x="1086183" y="5209406"/>
                  </a:lnTo>
                  <a:lnTo>
                    <a:pt x="1086183" y="5208783"/>
                  </a:lnTo>
                  <a:lnTo>
                    <a:pt x="1086328" y="5208783"/>
                  </a:lnTo>
                  <a:lnTo>
                    <a:pt x="1086473" y="5208783"/>
                  </a:lnTo>
                  <a:lnTo>
                    <a:pt x="1086473" y="5208159"/>
                  </a:lnTo>
                  <a:lnTo>
                    <a:pt x="1086764" y="5208159"/>
                  </a:lnTo>
                  <a:lnTo>
                    <a:pt x="1086910" y="5208159"/>
                  </a:lnTo>
                  <a:lnTo>
                    <a:pt x="1087055" y="5208159"/>
                  </a:lnTo>
                  <a:lnTo>
                    <a:pt x="1087200" y="5208159"/>
                  </a:lnTo>
                  <a:lnTo>
                    <a:pt x="1087491" y="5208159"/>
                  </a:lnTo>
                  <a:lnTo>
                    <a:pt x="1087928" y="5208159"/>
                  </a:lnTo>
                  <a:lnTo>
                    <a:pt x="1088073" y="5208159"/>
                  </a:lnTo>
                  <a:lnTo>
                    <a:pt x="1088218" y="5208159"/>
                  </a:lnTo>
                  <a:lnTo>
                    <a:pt x="1088364" y="5208159"/>
                  </a:lnTo>
                  <a:lnTo>
                    <a:pt x="1088364" y="5207535"/>
                  </a:lnTo>
                  <a:lnTo>
                    <a:pt x="1088509" y="5207535"/>
                  </a:lnTo>
                  <a:lnTo>
                    <a:pt x="1092436" y="5202547"/>
                  </a:lnTo>
                  <a:lnTo>
                    <a:pt x="1092581" y="5202547"/>
                  </a:lnTo>
                  <a:lnTo>
                    <a:pt x="1092727" y="5202547"/>
                  </a:lnTo>
                  <a:lnTo>
                    <a:pt x="1092727" y="5201923"/>
                  </a:lnTo>
                  <a:lnTo>
                    <a:pt x="1092872" y="5201923"/>
                  </a:lnTo>
                  <a:lnTo>
                    <a:pt x="1093018" y="5201923"/>
                  </a:lnTo>
                  <a:lnTo>
                    <a:pt x="1093308" y="5201923"/>
                  </a:lnTo>
                  <a:lnTo>
                    <a:pt x="1093454" y="5201923"/>
                  </a:lnTo>
                  <a:lnTo>
                    <a:pt x="1093599" y="5201923"/>
                  </a:lnTo>
                  <a:lnTo>
                    <a:pt x="1094035" y="5201923"/>
                  </a:lnTo>
                  <a:lnTo>
                    <a:pt x="1094181" y="5201923"/>
                  </a:lnTo>
                  <a:lnTo>
                    <a:pt x="1094181" y="5200676"/>
                  </a:lnTo>
                  <a:lnTo>
                    <a:pt x="1094326" y="5200676"/>
                  </a:lnTo>
                  <a:lnTo>
                    <a:pt x="1094472" y="5200676"/>
                  </a:lnTo>
                  <a:lnTo>
                    <a:pt x="1094617" y="5200676"/>
                  </a:lnTo>
                  <a:lnTo>
                    <a:pt x="1094763" y="5200676"/>
                  </a:lnTo>
                  <a:lnTo>
                    <a:pt x="1094908" y="5200676"/>
                  </a:lnTo>
                  <a:lnTo>
                    <a:pt x="1095490" y="5200676"/>
                  </a:lnTo>
                  <a:lnTo>
                    <a:pt x="1095635" y="5200676"/>
                  </a:lnTo>
                  <a:lnTo>
                    <a:pt x="1095781" y="5200676"/>
                  </a:lnTo>
                  <a:lnTo>
                    <a:pt x="1095926" y="5200676"/>
                  </a:lnTo>
                  <a:lnTo>
                    <a:pt x="1096071" y="5200676"/>
                  </a:lnTo>
                  <a:lnTo>
                    <a:pt x="1096217" y="5200676"/>
                  </a:lnTo>
                  <a:lnTo>
                    <a:pt x="1096362" y="5200052"/>
                  </a:lnTo>
                  <a:lnTo>
                    <a:pt x="1096508" y="5200052"/>
                  </a:lnTo>
                  <a:lnTo>
                    <a:pt x="1096508" y="5199429"/>
                  </a:lnTo>
                  <a:lnTo>
                    <a:pt x="1096508" y="5198805"/>
                  </a:lnTo>
                  <a:lnTo>
                    <a:pt x="1096653" y="5198182"/>
                  </a:lnTo>
                  <a:lnTo>
                    <a:pt x="1096799" y="5198182"/>
                  </a:lnTo>
                  <a:lnTo>
                    <a:pt x="1096944" y="5198182"/>
                  </a:lnTo>
                  <a:lnTo>
                    <a:pt x="1097089" y="5198182"/>
                  </a:lnTo>
                  <a:lnTo>
                    <a:pt x="1097235" y="5198182"/>
                  </a:lnTo>
                  <a:lnTo>
                    <a:pt x="1097235" y="5197558"/>
                  </a:lnTo>
                  <a:lnTo>
                    <a:pt x="1097526" y="5197558"/>
                  </a:lnTo>
                  <a:lnTo>
                    <a:pt x="1097526" y="5196935"/>
                  </a:lnTo>
                  <a:lnTo>
                    <a:pt x="1097817" y="5196935"/>
                  </a:lnTo>
                  <a:lnTo>
                    <a:pt x="1097962" y="5196935"/>
                  </a:lnTo>
                  <a:lnTo>
                    <a:pt x="1098107" y="5196935"/>
                  </a:lnTo>
                  <a:lnTo>
                    <a:pt x="1098253" y="5196935"/>
                  </a:lnTo>
                  <a:lnTo>
                    <a:pt x="1098544" y="5196311"/>
                  </a:lnTo>
                  <a:lnTo>
                    <a:pt x="1098689" y="5196311"/>
                  </a:lnTo>
                  <a:lnTo>
                    <a:pt x="1098835" y="5196311"/>
                  </a:lnTo>
                  <a:lnTo>
                    <a:pt x="1098980" y="5196311"/>
                  </a:lnTo>
                  <a:lnTo>
                    <a:pt x="1099125" y="5196311"/>
                  </a:lnTo>
                  <a:lnTo>
                    <a:pt x="1099271" y="5196311"/>
                  </a:lnTo>
                  <a:lnTo>
                    <a:pt x="1099562" y="5196311"/>
                  </a:lnTo>
                  <a:lnTo>
                    <a:pt x="1099707" y="5196311"/>
                  </a:lnTo>
                  <a:lnTo>
                    <a:pt x="1099998" y="5196311"/>
                  </a:lnTo>
                  <a:lnTo>
                    <a:pt x="1100143" y="5196311"/>
                  </a:lnTo>
                  <a:lnTo>
                    <a:pt x="1100143" y="5195687"/>
                  </a:lnTo>
                  <a:lnTo>
                    <a:pt x="1100289" y="5195687"/>
                  </a:lnTo>
                  <a:lnTo>
                    <a:pt x="1100434" y="5195687"/>
                  </a:lnTo>
                  <a:lnTo>
                    <a:pt x="1100870" y="5195687"/>
                  </a:lnTo>
                  <a:lnTo>
                    <a:pt x="1101161" y="5195064"/>
                  </a:lnTo>
                  <a:lnTo>
                    <a:pt x="1101307" y="5195064"/>
                  </a:lnTo>
                  <a:lnTo>
                    <a:pt x="1101452" y="5195064"/>
                  </a:lnTo>
                  <a:lnTo>
                    <a:pt x="1101598" y="5194440"/>
                  </a:lnTo>
                  <a:lnTo>
                    <a:pt x="1101743" y="5194440"/>
                  </a:lnTo>
                  <a:lnTo>
                    <a:pt x="1101888" y="5194440"/>
                  </a:lnTo>
                  <a:lnTo>
                    <a:pt x="1101888" y="5193817"/>
                  </a:lnTo>
                  <a:lnTo>
                    <a:pt x="1102179" y="5193817"/>
                  </a:lnTo>
                  <a:lnTo>
                    <a:pt x="1102325" y="5193817"/>
                  </a:lnTo>
                  <a:lnTo>
                    <a:pt x="1102616" y="5193817"/>
                  </a:lnTo>
                  <a:lnTo>
                    <a:pt x="1102761" y="5193817"/>
                  </a:lnTo>
                  <a:lnTo>
                    <a:pt x="1103052" y="5193817"/>
                  </a:lnTo>
                  <a:lnTo>
                    <a:pt x="1103197" y="5193817"/>
                  </a:lnTo>
                  <a:lnTo>
                    <a:pt x="1103197" y="5192569"/>
                  </a:lnTo>
                  <a:lnTo>
                    <a:pt x="1103343" y="5192569"/>
                  </a:lnTo>
                  <a:lnTo>
                    <a:pt x="1103488" y="5192569"/>
                  </a:lnTo>
                  <a:lnTo>
                    <a:pt x="1103779" y="5192569"/>
                  </a:lnTo>
                  <a:lnTo>
                    <a:pt x="1104070" y="5192569"/>
                  </a:lnTo>
                  <a:lnTo>
                    <a:pt x="1104361" y="5192569"/>
                  </a:lnTo>
                  <a:lnTo>
                    <a:pt x="1104361" y="5191946"/>
                  </a:lnTo>
                  <a:lnTo>
                    <a:pt x="1104506" y="5191946"/>
                  </a:lnTo>
                  <a:lnTo>
                    <a:pt x="1104652" y="5191946"/>
                  </a:lnTo>
                  <a:lnTo>
                    <a:pt x="1104942" y="5191946"/>
                  </a:lnTo>
                  <a:lnTo>
                    <a:pt x="1105233" y="5191946"/>
                  </a:lnTo>
                  <a:lnTo>
                    <a:pt x="1105524" y="5191946"/>
                  </a:lnTo>
                  <a:lnTo>
                    <a:pt x="1105815" y="5191946"/>
                  </a:lnTo>
                  <a:lnTo>
                    <a:pt x="1105960" y="5191946"/>
                  </a:lnTo>
                  <a:lnTo>
                    <a:pt x="1106106" y="5191946"/>
                  </a:lnTo>
                  <a:lnTo>
                    <a:pt x="1106251" y="5191946"/>
                  </a:lnTo>
                  <a:lnTo>
                    <a:pt x="1106397" y="5191946"/>
                  </a:lnTo>
                  <a:lnTo>
                    <a:pt x="1106542" y="5191946"/>
                  </a:lnTo>
                  <a:lnTo>
                    <a:pt x="1106688" y="5191946"/>
                  </a:lnTo>
                  <a:lnTo>
                    <a:pt x="1107124" y="5191946"/>
                  </a:lnTo>
                  <a:lnTo>
                    <a:pt x="1107124" y="5191322"/>
                  </a:lnTo>
                  <a:lnTo>
                    <a:pt x="1107269" y="5191322"/>
                  </a:lnTo>
                  <a:lnTo>
                    <a:pt x="1107415" y="5191322"/>
                  </a:lnTo>
                  <a:lnTo>
                    <a:pt x="1107560" y="5191322"/>
                  </a:lnTo>
                  <a:lnTo>
                    <a:pt x="1107705" y="5191322"/>
                  </a:lnTo>
                  <a:lnTo>
                    <a:pt x="1107705" y="5190699"/>
                  </a:lnTo>
                  <a:lnTo>
                    <a:pt x="1107851" y="5190699"/>
                  </a:lnTo>
                  <a:lnTo>
                    <a:pt x="1107851" y="5190075"/>
                  </a:lnTo>
                  <a:lnTo>
                    <a:pt x="1107851" y="5189452"/>
                  </a:lnTo>
                  <a:lnTo>
                    <a:pt x="1107996" y="5189452"/>
                  </a:lnTo>
                  <a:lnTo>
                    <a:pt x="1108142" y="5187581"/>
                  </a:lnTo>
                  <a:lnTo>
                    <a:pt x="1108287" y="5187581"/>
                  </a:lnTo>
                  <a:lnTo>
                    <a:pt x="1108433" y="5187581"/>
                  </a:lnTo>
                  <a:lnTo>
                    <a:pt x="1108869" y="5187581"/>
                  </a:lnTo>
                  <a:lnTo>
                    <a:pt x="1109160" y="5187581"/>
                  </a:lnTo>
                  <a:lnTo>
                    <a:pt x="1109305" y="5187581"/>
                  </a:lnTo>
                  <a:lnTo>
                    <a:pt x="1109596" y="5186957"/>
                  </a:lnTo>
                  <a:lnTo>
                    <a:pt x="1110178" y="5186334"/>
                  </a:lnTo>
                  <a:lnTo>
                    <a:pt x="1110323" y="5186334"/>
                  </a:lnTo>
                  <a:lnTo>
                    <a:pt x="1110614" y="5186334"/>
                  </a:lnTo>
                  <a:lnTo>
                    <a:pt x="1110759" y="5186334"/>
                  </a:lnTo>
                  <a:lnTo>
                    <a:pt x="1110905" y="5186334"/>
                  </a:lnTo>
                  <a:lnTo>
                    <a:pt x="1111050" y="5186334"/>
                  </a:lnTo>
                  <a:lnTo>
                    <a:pt x="1111196" y="5185710"/>
                  </a:lnTo>
                  <a:lnTo>
                    <a:pt x="1111341" y="5185710"/>
                  </a:lnTo>
                  <a:lnTo>
                    <a:pt x="1111487" y="5184463"/>
                  </a:lnTo>
                  <a:lnTo>
                    <a:pt x="1111487" y="5183839"/>
                  </a:lnTo>
                  <a:lnTo>
                    <a:pt x="1111632" y="5183839"/>
                  </a:lnTo>
                  <a:lnTo>
                    <a:pt x="1111777" y="5183839"/>
                  </a:lnTo>
                  <a:lnTo>
                    <a:pt x="1111923" y="5183216"/>
                  </a:lnTo>
                  <a:lnTo>
                    <a:pt x="1112214" y="5183216"/>
                  </a:lnTo>
                  <a:lnTo>
                    <a:pt x="1112359" y="5181969"/>
                  </a:lnTo>
                  <a:lnTo>
                    <a:pt x="1112650" y="5181969"/>
                  </a:lnTo>
                  <a:lnTo>
                    <a:pt x="1112941" y="5181345"/>
                  </a:lnTo>
                  <a:lnTo>
                    <a:pt x="1113232" y="5180721"/>
                  </a:lnTo>
                  <a:lnTo>
                    <a:pt x="1113377" y="5180098"/>
                  </a:lnTo>
                  <a:lnTo>
                    <a:pt x="1113523" y="5180098"/>
                  </a:lnTo>
                  <a:lnTo>
                    <a:pt x="1113668" y="5180098"/>
                  </a:lnTo>
                  <a:lnTo>
                    <a:pt x="1113813" y="5180098"/>
                  </a:lnTo>
                  <a:lnTo>
                    <a:pt x="1114104" y="5180098"/>
                  </a:lnTo>
                  <a:lnTo>
                    <a:pt x="1114250" y="5179474"/>
                  </a:lnTo>
                  <a:lnTo>
                    <a:pt x="1114686" y="5179474"/>
                  </a:lnTo>
                  <a:lnTo>
                    <a:pt x="1114831" y="5179474"/>
                  </a:lnTo>
                  <a:lnTo>
                    <a:pt x="1115122" y="5179474"/>
                  </a:lnTo>
                  <a:lnTo>
                    <a:pt x="1115268" y="5179474"/>
                  </a:lnTo>
                  <a:lnTo>
                    <a:pt x="1115849" y="5179474"/>
                  </a:lnTo>
                  <a:lnTo>
                    <a:pt x="1116286" y="5179474"/>
                  </a:lnTo>
                  <a:lnTo>
                    <a:pt x="1116431" y="5179474"/>
                  </a:lnTo>
                  <a:lnTo>
                    <a:pt x="1116576" y="5179474"/>
                  </a:lnTo>
                  <a:lnTo>
                    <a:pt x="1116722" y="5179474"/>
                  </a:lnTo>
                  <a:lnTo>
                    <a:pt x="1116867" y="5179474"/>
                  </a:lnTo>
                  <a:lnTo>
                    <a:pt x="1117013" y="5179474"/>
                  </a:lnTo>
                  <a:lnTo>
                    <a:pt x="1117158" y="5179474"/>
                  </a:lnTo>
                  <a:lnTo>
                    <a:pt x="1117304" y="5179474"/>
                  </a:lnTo>
                  <a:lnTo>
                    <a:pt x="1117449" y="5178851"/>
                  </a:lnTo>
                  <a:lnTo>
                    <a:pt x="1117594" y="5178851"/>
                  </a:lnTo>
                  <a:lnTo>
                    <a:pt x="1117740" y="5178851"/>
                  </a:lnTo>
                  <a:lnTo>
                    <a:pt x="1117885" y="5178851"/>
                  </a:lnTo>
                  <a:lnTo>
                    <a:pt x="1118031" y="5178851"/>
                  </a:lnTo>
                  <a:lnTo>
                    <a:pt x="1118176" y="5178227"/>
                  </a:lnTo>
                  <a:lnTo>
                    <a:pt x="1118467" y="5178227"/>
                  </a:lnTo>
                  <a:lnTo>
                    <a:pt x="1118758" y="5178227"/>
                  </a:lnTo>
                  <a:lnTo>
                    <a:pt x="1118903" y="5178227"/>
                  </a:lnTo>
                  <a:lnTo>
                    <a:pt x="1119049" y="5178227"/>
                  </a:lnTo>
                  <a:lnTo>
                    <a:pt x="1119194" y="5178227"/>
                  </a:lnTo>
                  <a:lnTo>
                    <a:pt x="1119340" y="5177603"/>
                  </a:lnTo>
                  <a:lnTo>
                    <a:pt x="1119485" y="5176980"/>
                  </a:lnTo>
                  <a:lnTo>
                    <a:pt x="1119630" y="5176356"/>
                  </a:lnTo>
                  <a:lnTo>
                    <a:pt x="1119776" y="5176356"/>
                  </a:lnTo>
                  <a:lnTo>
                    <a:pt x="1120067" y="5176356"/>
                  </a:lnTo>
                  <a:lnTo>
                    <a:pt x="1120212" y="5176356"/>
                  </a:lnTo>
                  <a:lnTo>
                    <a:pt x="1120358" y="5176356"/>
                  </a:lnTo>
                  <a:lnTo>
                    <a:pt x="1120503" y="5175733"/>
                  </a:lnTo>
                  <a:lnTo>
                    <a:pt x="1120648" y="5175733"/>
                  </a:lnTo>
                  <a:lnTo>
                    <a:pt x="1120794" y="5175733"/>
                  </a:lnTo>
                  <a:lnTo>
                    <a:pt x="1121085" y="5175733"/>
                  </a:lnTo>
                  <a:lnTo>
                    <a:pt x="1121375" y="5175733"/>
                  </a:lnTo>
                  <a:lnTo>
                    <a:pt x="1121375" y="5175109"/>
                  </a:lnTo>
                  <a:lnTo>
                    <a:pt x="1121521" y="5175109"/>
                  </a:lnTo>
                  <a:lnTo>
                    <a:pt x="1121812" y="5173862"/>
                  </a:lnTo>
                  <a:lnTo>
                    <a:pt x="1121957" y="5173862"/>
                  </a:lnTo>
                  <a:lnTo>
                    <a:pt x="1122103" y="5173862"/>
                  </a:lnTo>
                  <a:lnTo>
                    <a:pt x="1122248" y="5173862"/>
                  </a:lnTo>
                  <a:lnTo>
                    <a:pt x="1122393" y="5173862"/>
                  </a:lnTo>
                  <a:lnTo>
                    <a:pt x="1122539" y="5173862"/>
                  </a:lnTo>
                  <a:lnTo>
                    <a:pt x="1122684" y="5173862"/>
                  </a:lnTo>
                  <a:lnTo>
                    <a:pt x="1122830" y="5173862"/>
                  </a:lnTo>
                  <a:lnTo>
                    <a:pt x="1122975" y="5173238"/>
                  </a:lnTo>
                  <a:lnTo>
                    <a:pt x="1123121" y="5173238"/>
                  </a:lnTo>
                  <a:lnTo>
                    <a:pt x="1123266" y="5173238"/>
                  </a:lnTo>
                  <a:lnTo>
                    <a:pt x="1123411" y="5172615"/>
                  </a:lnTo>
                  <a:lnTo>
                    <a:pt x="1123557" y="5171991"/>
                  </a:lnTo>
                  <a:lnTo>
                    <a:pt x="1123848" y="5171991"/>
                  </a:lnTo>
                  <a:lnTo>
                    <a:pt x="1123993" y="5171991"/>
                  </a:lnTo>
                  <a:lnTo>
                    <a:pt x="1124284" y="5171991"/>
                  </a:lnTo>
                  <a:lnTo>
                    <a:pt x="1124866" y="5171991"/>
                  </a:lnTo>
                  <a:lnTo>
                    <a:pt x="1125011" y="5171368"/>
                  </a:lnTo>
                  <a:lnTo>
                    <a:pt x="1125157" y="5171368"/>
                  </a:lnTo>
                  <a:lnTo>
                    <a:pt x="1125302" y="5171368"/>
                  </a:lnTo>
                  <a:lnTo>
                    <a:pt x="1125593" y="5171368"/>
                  </a:lnTo>
                  <a:lnTo>
                    <a:pt x="1125884" y="5171368"/>
                  </a:lnTo>
                  <a:lnTo>
                    <a:pt x="1126029" y="5171368"/>
                  </a:lnTo>
                  <a:lnTo>
                    <a:pt x="1126029" y="5170744"/>
                  </a:lnTo>
                  <a:lnTo>
                    <a:pt x="1126175" y="5170744"/>
                  </a:lnTo>
                  <a:lnTo>
                    <a:pt x="1126175" y="5170121"/>
                  </a:lnTo>
                  <a:lnTo>
                    <a:pt x="1126320" y="5170121"/>
                  </a:lnTo>
                  <a:lnTo>
                    <a:pt x="1126465" y="5170121"/>
                  </a:lnTo>
                  <a:lnTo>
                    <a:pt x="1126902" y="5170121"/>
                  </a:lnTo>
                  <a:lnTo>
                    <a:pt x="1127047" y="5170121"/>
                  </a:lnTo>
                  <a:lnTo>
                    <a:pt x="1127338" y="5170121"/>
                  </a:lnTo>
                  <a:lnTo>
                    <a:pt x="1127629" y="5169497"/>
                  </a:lnTo>
                  <a:lnTo>
                    <a:pt x="1127774" y="5169497"/>
                  </a:lnTo>
                  <a:lnTo>
                    <a:pt x="1127920" y="5169497"/>
                  </a:lnTo>
                  <a:lnTo>
                    <a:pt x="1128065" y="5169497"/>
                  </a:lnTo>
                  <a:lnTo>
                    <a:pt x="1128210" y="5169497"/>
                  </a:lnTo>
                  <a:lnTo>
                    <a:pt x="1128210" y="5168873"/>
                  </a:lnTo>
                  <a:lnTo>
                    <a:pt x="1128356" y="5168873"/>
                  </a:lnTo>
                  <a:lnTo>
                    <a:pt x="1128501" y="5168873"/>
                  </a:lnTo>
                  <a:lnTo>
                    <a:pt x="1128938" y="5168873"/>
                  </a:lnTo>
                  <a:lnTo>
                    <a:pt x="1129083" y="5168873"/>
                  </a:lnTo>
                  <a:lnTo>
                    <a:pt x="1129519" y="5168873"/>
                  </a:lnTo>
                  <a:lnTo>
                    <a:pt x="1129665" y="5168873"/>
                  </a:lnTo>
                  <a:lnTo>
                    <a:pt x="1129810" y="5168873"/>
                  </a:lnTo>
                  <a:lnTo>
                    <a:pt x="1129956" y="5168873"/>
                  </a:lnTo>
                  <a:lnTo>
                    <a:pt x="1130101" y="5168873"/>
                  </a:lnTo>
                  <a:lnTo>
                    <a:pt x="1130392" y="5168873"/>
                  </a:lnTo>
                  <a:lnTo>
                    <a:pt x="1130392" y="5168250"/>
                  </a:lnTo>
                  <a:lnTo>
                    <a:pt x="1130537" y="5168250"/>
                  </a:lnTo>
                  <a:lnTo>
                    <a:pt x="1131119" y="5167003"/>
                  </a:lnTo>
                  <a:lnTo>
                    <a:pt x="1131264" y="5167003"/>
                  </a:lnTo>
                  <a:lnTo>
                    <a:pt x="1131410" y="5167003"/>
                  </a:lnTo>
                  <a:lnTo>
                    <a:pt x="1131701" y="5167003"/>
                  </a:lnTo>
                  <a:lnTo>
                    <a:pt x="1131846" y="5167003"/>
                  </a:lnTo>
                  <a:lnTo>
                    <a:pt x="1131992" y="5167003"/>
                  </a:lnTo>
                  <a:lnTo>
                    <a:pt x="1132137" y="5167003"/>
                  </a:lnTo>
                  <a:lnTo>
                    <a:pt x="1132282" y="5167003"/>
                  </a:lnTo>
                  <a:lnTo>
                    <a:pt x="1132428" y="5167003"/>
                  </a:lnTo>
                  <a:lnTo>
                    <a:pt x="1132573" y="5167003"/>
                  </a:lnTo>
                  <a:lnTo>
                    <a:pt x="1132719" y="5167003"/>
                  </a:lnTo>
                  <a:lnTo>
                    <a:pt x="1132864" y="5167003"/>
                  </a:lnTo>
                  <a:lnTo>
                    <a:pt x="1133010" y="5167003"/>
                  </a:lnTo>
                  <a:lnTo>
                    <a:pt x="1133155" y="5166379"/>
                  </a:lnTo>
                  <a:lnTo>
                    <a:pt x="1133446" y="5165755"/>
                  </a:lnTo>
                  <a:lnTo>
                    <a:pt x="1133591" y="5165755"/>
                  </a:lnTo>
                  <a:lnTo>
                    <a:pt x="1133737" y="5165755"/>
                  </a:lnTo>
                  <a:lnTo>
                    <a:pt x="1133882" y="5165755"/>
                  </a:lnTo>
                  <a:lnTo>
                    <a:pt x="1134028" y="5165755"/>
                  </a:lnTo>
                  <a:lnTo>
                    <a:pt x="1134318" y="5165755"/>
                  </a:lnTo>
                  <a:lnTo>
                    <a:pt x="1134464" y="5165755"/>
                  </a:lnTo>
                  <a:lnTo>
                    <a:pt x="1134609" y="5165755"/>
                  </a:lnTo>
                  <a:lnTo>
                    <a:pt x="1134755" y="5165755"/>
                  </a:lnTo>
                  <a:lnTo>
                    <a:pt x="1134900" y="5165755"/>
                  </a:lnTo>
                  <a:lnTo>
                    <a:pt x="1135045" y="5165755"/>
                  </a:lnTo>
                  <a:lnTo>
                    <a:pt x="1135191" y="5165755"/>
                  </a:lnTo>
                  <a:lnTo>
                    <a:pt x="1135336" y="5165755"/>
                  </a:lnTo>
                  <a:lnTo>
                    <a:pt x="1135773" y="5165132"/>
                  </a:lnTo>
                  <a:lnTo>
                    <a:pt x="1135918" y="5165132"/>
                  </a:lnTo>
                  <a:lnTo>
                    <a:pt x="1136063" y="5165132"/>
                  </a:lnTo>
                  <a:lnTo>
                    <a:pt x="1136500" y="5165132"/>
                  </a:lnTo>
                  <a:lnTo>
                    <a:pt x="1136791" y="5163885"/>
                  </a:lnTo>
                  <a:lnTo>
                    <a:pt x="1136936" y="5163885"/>
                  </a:lnTo>
                  <a:lnTo>
                    <a:pt x="1137081" y="5163885"/>
                  </a:lnTo>
                  <a:lnTo>
                    <a:pt x="1137227" y="5163885"/>
                  </a:lnTo>
                  <a:lnTo>
                    <a:pt x="1137518" y="5163885"/>
                  </a:lnTo>
                  <a:lnTo>
                    <a:pt x="1137809" y="5163885"/>
                  </a:lnTo>
                  <a:lnTo>
                    <a:pt x="1138099" y="5163885"/>
                  </a:lnTo>
                  <a:lnTo>
                    <a:pt x="1138099" y="5163261"/>
                  </a:lnTo>
                  <a:lnTo>
                    <a:pt x="1138245" y="5163261"/>
                  </a:lnTo>
                  <a:lnTo>
                    <a:pt x="1138390" y="5162014"/>
                  </a:lnTo>
                  <a:lnTo>
                    <a:pt x="1138681" y="5162014"/>
                  </a:lnTo>
                  <a:lnTo>
                    <a:pt x="1138827" y="5162014"/>
                  </a:lnTo>
                  <a:lnTo>
                    <a:pt x="1138972" y="5162014"/>
                  </a:lnTo>
                  <a:lnTo>
                    <a:pt x="1139117" y="5162014"/>
                  </a:lnTo>
                  <a:lnTo>
                    <a:pt x="1139263" y="5162014"/>
                  </a:lnTo>
                  <a:lnTo>
                    <a:pt x="1139408" y="5162014"/>
                  </a:lnTo>
                  <a:lnTo>
                    <a:pt x="1139845" y="5160767"/>
                  </a:lnTo>
                  <a:lnTo>
                    <a:pt x="1139990" y="5160143"/>
                  </a:lnTo>
                  <a:lnTo>
                    <a:pt x="1139990" y="5159520"/>
                  </a:lnTo>
                  <a:lnTo>
                    <a:pt x="1140135" y="5159520"/>
                  </a:lnTo>
                  <a:lnTo>
                    <a:pt x="1140281" y="5159520"/>
                  </a:lnTo>
                  <a:lnTo>
                    <a:pt x="1140572" y="5159520"/>
                  </a:lnTo>
                  <a:lnTo>
                    <a:pt x="1140863" y="5159520"/>
                  </a:lnTo>
                  <a:lnTo>
                    <a:pt x="1140863" y="5158896"/>
                  </a:lnTo>
                  <a:lnTo>
                    <a:pt x="1141008" y="5158896"/>
                  </a:lnTo>
                  <a:lnTo>
                    <a:pt x="1141299" y="5158896"/>
                  </a:lnTo>
                  <a:lnTo>
                    <a:pt x="1141880" y="5157649"/>
                  </a:lnTo>
                  <a:lnTo>
                    <a:pt x="1142026" y="5157025"/>
                  </a:lnTo>
                  <a:lnTo>
                    <a:pt x="1142171" y="5157025"/>
                  </a:lnTo>
                  <a:lnTo>
                    <a:pt x="1142171" y="5156402"/>
                  </a:lnTo>
                  <a:lnTo>
                    <a:pt x="1142608" y="5156402"/>
                  </a:lnTo>
                  <a:lnTo>
                    <a:pt x="1142753" y="5156402"/>
                  </a:lnTo>
                  <a:lnTo>
                    <a:pt x="1143044" y="5156402"/>
                  </a:lnTo>
                  <a:lnTo>
                    <a:pt x="1143189" y="5156402"/>
                  </a:lnTo>
                  <a:lnTo>
                    <a:pt x="1143335" y="5156402"/>
                  </a:lnTo>
                  <a:lnTo>
                    <a:pt x="1143480" y="5156402"/>
                  </a:lnTo>
                  <a:lnTo>
                    <a:pt x="1143771" y="5156402"/>
                  </a:lnTo>
                  <a:lnTo>
                    <a:pt x="1144062" y="5156402"/>
                  </a:lnTo>
                  <a:lnTo>
                    <a:pt x="1144353" y="5156402"/>
                  </a:lnTo>
                  <a:lnTo>
                    <a:pt x="1144498" y="5156402"/>
                  </a:lnTo>
                  <a:lnTo>
                    <a:pt x="1144644" y="5156402"/>
                  </a:lnTo>
                  <a:lnTo>
                    <a:pt x="1144934" y="5156402"/>
                  </a:lnTo>
                  <a:lnTo>
                    <a:pt x="1144934" y="5155155"/>
                  </a:lnTo>
                  <a:lnTo>
                    <a:pt x="1145080" y="5155155"/>
                  </a:lnTo>
                  <a:lnTo>
                    <a:pt x="1145080" y="5154531"/>
                  </a:lnTo>
                  <a:lnTo>
                    <a:pt x="1145371" y="5154531"/>
                  </a:lnTo>
                  <a:lnTo>
                    <a:pt x="1145516" y="5154531"/>
                  </a:lnTo>
                  <a:lnTo>
                    <a:pt x="1145662" y="5154531"/>
                  </a:lnTo>
                  <a:lnTo>
                    <a:pt x="1145807" y="5154531"/>
                  </a:lnTo>
                  <a:lnTo>
                    <a:pt x="1145807" y="5153907"/>
                  </a:lnTo>
                  <a:lnTo>
                    <a:pt x="1145952" y="5152660"/>
                  </a:lnTo>
                  <a:lnTo>
                    <a:pt x="1146243" y="5152660"/>
                  </a:lnTo>
                  <a:lnTo>
                    <a:pt x="1146389" y="5152037"/>
                  </a:lnTo>
                  <a:lnTo>
                    <a:pt x="1146534" y="5152037"/>
                  </a:lnTo>
                  <a:lnTo>
                    <a:pt x="1146680" y="5152037"/>
                  </a:lnTo>
                  <a:lnTo>
                    <a:pt x="1146825" y="5152037"/>
                  </a:lnTo>
                  <a:lnTo>
                    <a:pt x="1146970" y="5152037"/>
                  </a:lnTo>
                  <a:lnTo>
                    <a:pt x="1147116" y="5151413"/>
                  </a:lnTo>
                  <a:lnTo>
                    <a:pt x="1147116" y="5150789"/>
                  </a:lnTo>
                  <a:lnTo>
                    <a:pt x="1147407" y="5150789"/>
                  </a:lnTo>
                  <a:lnTo>
                    <a:pt x="1147552" y="5150789"/>
                  </a:lnTo>
                  <a:lnTo>
                    <a:pt x="1147698" y="5150789"/>
                  </a:lnTo>
                  <a:lnTo>
                    <a:pt x="1147698" y="5150166"/>
                  </a:lnTo>
                  <a:lnTo>
                    <a:pt x="1147988" y="5150166"/>
                  </a:lnTo>
                  <a:lnTo>
                    <a:pt x="1148134" y="5150166"/>
                  </a:lnTo>
                  <a:lnTo>
                    <a:pt x="1148425" y="5150166"/>
                  </a:lnTo>
                  <a:lnTo>
                    <a:pt x="1148570" y="5150166"/>
                  </a:lnTo>
                  <a:lnTo>
                    <a:pt x="1148715" y="5150166"/>
                  </a:lnTo>
                  <a:lnTo>
                    <a:pt x="1149006" y="5150166"/>
                  </a:lnTo>
                  <a:lnTo>
                    <a:pt x="1149152" y="5150166"/>
                  </a:lnTo>
                  <a:lnTo>
                    <a:pt x="1149152" y="5149542"/>
                  </a:lnTo>
                  <a:lnTo>
                    <a:pt x="1149297" y="5149542"/>
                  </a:lnTo>
                  <a:lnTo>
                    <a:pt x="1149443" y="5148919"/>
                  </a:lnTo>
                  <a:lnTo>
                    <a:pt x="1149588" y="5148919"/>
                  </a:lnTo>
                  <a:lnTo>
                    <a:pt x="1149733" y="5148919"/>
                  </a:lnTo>
                  <a:lnTo>
                    <a:pt x="1149879" y="5148919"/>
                  </a:lnTo>
                  <a:lnTo>
                    <a:pt x="1150024" y="5148919"/>
                  </a:lnTo>
                  <a:lnTo>
                    <a:pt x="1150170" y="5148295"/>
                  </a:lnTo>
                  <a:lnTo>
                    <a:pt x="1150315" y="5148295"/>
                  </a:lnTo>
                  <a:lnTo>
                    <a:pt x="1150461" y="5148295"/>
                  </a:lnTo>
                  <a:lnTo>
                    <a:pt x="1150606" y="5147672"/>
                  </a:lnTo>
                  <a:lnTo>
                    <a:pt x="1151188" y="5146424"/>
                  </a:lnTo>
                  <a:lnTo>
                    <a:pt x="1151333" y="5146424"/>
                  </a:lnTo>
                  <a:lnTo>
                    <a:pt x="1151479" y="5145801"/>
                  </a:lnTo>
                  <a:lnTo>
                    <a:pt x="1151624" y="5145801"/>
                  </a:lnTo>
                  <a:lnTo>
                    <a:pt x="1151769" y="5145177"/>
                  </a:lnTo>
                  <a:lnTo>
                    <a:pt x="1151915" y="5145177"/>
                  </a:lnTo>
                  <a:lnTo>
                    <a:pt x="1152060" y="5145177"/>
                  </a:lnTo>
                  <a:lnTo>
                    <a:pt x="1152206" y="5145177"/>
                  </a:lnTo>
                  <a:lnTo>
                    <a:pt x="1152351" y="5145177"/>
                  </a:lnTo>
                  <a:lnTo>
                    <a:pt x="1152497" y="5144554"/>
                  </a:lnTo>
                  <a:lnTo>
                    <a:pt x="1152787" y="5143930"/>
                  </a:lnTo>
                  <a:lnTo>
                    <a:pt x="1152787" y="5143306"/>
                  </a:lnTo>
                  <a:lnTo>
                    <a:pt x="1152933" y="5143306"/>
                  </a:lnTo>
                  <a:lnTo>
                    <a:pt x="1153224" y="5143306"/>
                  </a:lnTo>
                  <a:lnTo>
                    <a:pt x="1153369" y="5143306"/>
                  </a:lnTo>
                  <a:lnTo>
                    <a:pt x="1153515" y="5142683"/>
                  </a:lnTo>
                  <a:lnTo>
                    <a:pt x="1153660" y="5142683"/>
                  </a:lnTo>
                  <a:lnTo>
                    <a:pt x="1153805" y="5142683"/>
                  </a:lnTo>
                  <a:lnTo>
                    <a:pt x="1154387" y="5141436"/>
                  </a:lnTo>
                  <a:lnTo>
                    <a:pt x="1154532" y="5141436"/>
                  </a:lnTo>
                  <a:lnTo>
                    <a:pt x="1154678" y="5141436"/>
                  </a:lnTo>
                  <a:lnTo>
                    <a:pt x="1154823" y="5140812"/>
                  </a:lnTo>
                  <a:lnTo>
                    <a:pt x="1154969" y="5140812"/>
                  </a:lnTo>
                  <a:lnTo>
                    <a:pt x="1155260" y="5140812"/>
                  </a:lnTo>
                  <a:lnTo>
                    <a:pt x="1155550" y="5140812"/>
                  </a:lnTo>
                  <a:lnTo>
                    <a:pt x="1155841" y="5140812"/>
                  </a:lnTo>
                  <a:lnTo>
                    <a:pt x="1155987" y="5140812"/>
                  </a:lnTo>
                  <a:lnTo>
                    <a:pt x="1156423" y="5140812"/>
                  </a:lnTo>
                  <a:lnTo>
                    <a:pt x="1156568" y="5140812"/>
                  </a:lnTo>
                  <a:lnTo>
                    <a:pt x="1156714" y="5140812"/>
                  </a:lnTo>
                  <a:lnTo>
                    <a:pt x="1156859" y="5140812"/>
                  </a:lnTo>
                  <a:lnTo>
                    <a:pt x="1157005" y="5140812"/>
                  </a:lnTo>
                  <a:lnTo>
                    <a:pt x="1157150" y="5140812"/>
                  </a:lnTo>
                  <a:lnTo>
                    <a:pt x="1157296" y="5140812"/>
                  </a:lnTo>
                  <a:lnTo>
                    <a:pt x="1157441" y="5140189"/>
                  </a:lnTo>
                  <a:lnTo>
                    <a:pt x="1157586" y="5139565"/>
                  </a:lnTo>
                  <a:lnTo>
                    <a:pt x="1157732" y="5139565"/>
                  </a:lnTo>
                  <a:lnTo>
                    <a:pt x="1157877" y="5138941"/>
                  </a:lnTo>
                  <a:lnTo>
                    <a:pt x="1158023" y="5138318"/>
                  </a:lnTo>
                  <a:lnTo>
                    <a:pt x="1158314" y="5138318"/>
                  </a:lnTo>
                  <a:lnTo>
                    <a:pt x="1158459" y="5137694"/>
                  </a:lnTo>
                  <a:lnTo>
                    <a:pt x="1158604" y="5137694"/>
                  </a:lnTo>
                  <a:lnTo>
                    <a:pt x="1158750" y="5137694"/>
                  </a:lnTo>
                  <a:lnTo>
                    <a:pt x="1159041" y="5137694"/>
                  </a:lnTo>
                  <a:lnTo>
                    <a:pt x="1159186" y="5137694"/>
                  </a:lnTo>
                  <a:lnTo>
                    <a:pt x="1159186" y="5137071"/>
                  </a:lnTo>
                  <a:lnTo>
                    <a:pt x="1159622" y="5136447"/>
                  </a:lnTo>
                  <a:lnTo>
                    <a:pt x="1159768" y="5136447"/>
                  </a:lnTo>
                  <a:lnTo>
                    <a:pt x="1160495" y="5136447"/>
                  </a:lnTo>
                  <a:lnTo>
                    <a:pt x="1160640" y="5136447"/>
                  </a:lnTo>
                  <a:lnTo>
                    <a:pt x="1160786" y="5136447"/>
                  </a:lnTo>
                  <a:lnTo>
                    <a:pt x="1160931" y="5136447"/>
                  </a:lnTo>
                  <a:lnTo>
                    <a:pt x="1161077" y="5136447"/>
                  </a:lnTo>
                  <a:lnTo>
                    <a:pt x="1161367" y="5136447"/>
                  </a:lnTo>
                  <a:lnTo>
                    <a:pt x="1161658" y="5136447"/>
                  </a:lnTo>
                  <a:lnTo>
                    <a:pt x="1161949" y="5136447"/>
                  </a:lnTo>
                  <a:lnTo>
                    <a:pt x="1162240" y="5136447"/>
                  </a:lnTo>
                  <a:lnTo>
                    <a:pt x="1162240" y="5135823"/>
                  </a:lnTo>
                  <a:lnTo>
                    <a:pt x="1162240" y="5134576"/>
                  </a:lnTo>
                  <a:lnTo>
                    <a:pt x="1162385" y="5134576"/>
                  </a:lnTo>
                  <a:lnTo>
                    <a:pt x="1162531" y="5134576"/>
                  </a:lnTo>
                  <a:lnTo>
                    <a:pt x="1162676" y="5134576"/>
                  </a:lnTo>
                  <a:lnTo>
                    <a:pt x="1162967" y="5133953"/>
                  </a:lnTo>
                  <a:lnTo>
                    <a:pt x="1163113" y="5133329"/>
                  </a:lnTo>
                  <a:lnTo>
                    <a:pt x="1163258" y="5133329"/>
                  </a:lnTo>
                  <a:lnTo>
                    <a:pt x="1163403" y="5133329"/>
                  </a:lnTo>
                  <a:lnTo>
                    <a:pt x="1163549" y="5133329"/>
                  </a:lnTo>
                  <a:lnTo>
                    <a:pt x="1163840" y="5133329"/>
                  </a:lnTo>
                  <a:lnTo>
                    <a:pt x="1163985" y="5133329"/>
                  </a:lnTo>
                  <a:lnTo>
                    <a:pt x="1164131" y="5133329"/>
                  </a:lnTo>
                  <a:lnTo>
                    <a:pt x="1164276" y="5133329"/>
                  </a:lnTo>
                  <a:lnTo>
                    <a:pt x="1164421" y="5133329"/>
                  </a:lnTo>
                  <a:lnTo>
                    <a:pt x="1164421" y="5132706"/>
                  </a:lnTo>
                  <a:lnTo>
                    <a:pt x="1164712" y="5132706"/>
                  </a:lnTo>
                  <a:lnTo>
                    <a:pt x="1164858" y="5132706"/>
                  </a:lnTo>
                  <a:lnTo>
                    <a:pt x="1165003" y="5132706"/>
                  </a:lnTo>
                  <a:lnTo>
                    <a:pt x="1165149" y="5132706"/>
                  </a:lnTo>
                  <a:lnTo>
                    <a:pt x="1165294" y="5132706"/>
                  </a:lnTo>
                  <a:lnTo>
                    <a:pt x="1165439" y="5132706"/>
                  </a:lnTo>
                  <a:lnTo>
                    <a:pt x="1165585" y="5132706"/>
                  </a:lnTo>
                  <a:lnTo>
                    <a:pt x="1165730" y="5132706"/>
                  </a:lnTo>
                  <a:lnTo>
                    <a:pt x="1165876" y="5132706"/>
                  </a:lnTo>
                  <a:lnTo>
                    <a:pt x="1166021" y="5132706"/>
                  </a:lnTo>
                  <a:lnTo>
                    <a:pt x="1166457" y="5132082"/>
                  </a:lnTo>
                  <a:lnTo>
                    <a:pt x="1166603" y="5132082"/>
                  </a:lnTo>
                  <a:lnTo>
                    <a:pt x="1166894" y="5131458"/>
                  </a:lnTo>
                  <a:lnTo>
                    <a:pt x="1167185" y="5131458"/>
                  </a:lnTo>
                  <a:lnTo>
                    <a:pt x="1167330" y="5131458"/>
                  </a:lnTo>
                  <a:lnTo>
                    <a:pt x="1167330" y="5130835"/>
                  </a:lnTo>
                  <a:lnTo>
                    <a:pt x="1167475" y="5130835"/>
                  </a:lnTo>
                  <a:lnTo>
                    <a:pt x="1167621" y="5130835"/>
                  </a:lnTo>
                  <a:lnTo>
                    <a:pt x="1167621" y="5130211"/>
                  </a:lnTo>
                  <a:lnTo>
                    <a:pt x="1168057" y="5130211"/>
                  </a:lnTo>
                  <a:lnTo>
                    <a:pt x="1168348" y="5129588"/>
                  </a:lnTo>
                  <a:lnTo>
                    <a:pt x="1168493" y="5129588"/>
                  </a:lnTo>
                  <a:lnTo>
                    <a:pt x="1168639" y="5129588"/>
                  </a:lnTo>
                  <a:lnTo>
                    <a:pt x="1168639" y="5128964"/>
                  </a:lnTo>
                  <a:lnTo>
                    <a:pt x="1168639" y="5128340"/>
                  </a:lnTo>
                  <a:lnTo>
                    <a:pt x="1168784" y="5128340"/>
                  </a:lnTo>
                  <a:lnTo>
                    <a:pt x="1169075" y="5128340"/>
                  </a:lnTo>
                  <a:lnTo>
                    <a:pt x="1169220" y="5128340"/>
                  </a:lnTo>
                  <a:lnTo>
                    <a:pt x="1169366" y="5128340"/>
                  </a:lnTo>
                  <a:lnTo>
                    <a:pt x="1169511" y="5128340"/>
                  </a:lnTo>
                  <a:lnTo>
                    <a:pt x="1169511" y="5127717"/>
                  </a:lnTo>
                  <a:lnTo>
                    <a:pt x="1169948" y="5127717"/>
                  </a:lnTo>
                  <a:lnTo>
                    <a:pt x="1170238" y="5127717"/>
                  </a:lnTo>
                  <a:lnTo>
                    <a:pt x="1170529" y="5127717"/>
                  </a:lnTo>
                  <a:lnTo>
                    <a:pt x="1170529" y="5127093"/>
                  </a:lnTo>
                  <a:lnTo>
                    <a:pt x="1170820" y="5127093"/>
                  </a:lnTo>
                  <a:lnTo>
                    <a:pt x="1170966" y="5127093"/>
                  </a:lnTo>
                  <a:lnTo>
                    <a:pt x="1170966" y="5126470"/>
                  </a:lnTo>
                  <a:lnTo>
                    <a:pt x="1171111" y="5126470"/>
                  </a:lnTo>
                  <a:lnTo>
                    <a:pt x="1171256" y="5126470"/>
                  </a:lnTo>
                  <a:lnTo>
                    <a:pt x="1171838" y="5126470"/>
                  </a:lnTo>
                  <a:lnTo>
                    <a:pt x="1171984" y="5126470"/>
                  </a:lnTo>
                  <a:lnTo>
                    <a:pt x="1172129" y="5126470"/>
                  </a:lnTo>
                  <a:lnTo>
                    <a:pt x="1172274" y="5126470"/>
                  </a:lnTo>
                  <a:lnTo>
                    <a:pt x="1172565" y="5126470"/>
                  </a:lnTo>
                  <a:lnTo>
                    <a:pt x="1172711" y="5126470"/>
                  </a:lnTo>
                  <a:lnTo>
                    <a:pt x="1172856" y="5126470"/>
                  </a:lnTo>
                  <a:lnTo>
                    <a:pt x="1173147" y="5126470"/>
                  </a:lnTo>
                  <a:lnTo>
                    <a:pt x="1173147" y="5125846"/>
                  </a:lnTo>
                  <a:lnTo>
                    <a:pt x="1173438" y="5125846"/>
                  </a:lnTo>
                  <a:lnTo>
                    <a:pt x="1173583" y="5125846"/>
                  </a:lnTo>
                  <a:lnTo>
                    <a:pt x="1173729" y="5125846"/>
                  </a:lnTo>
                  <a:lnTo>
                    <a:pt x="1174165" y="5123352"/>
                  </a:lnTo>
                  <a:lnTo>
                    <a:pt x="1174310" y="5123352"/>
                  </a:lnTo>
                  <a:lnTo>
                    <a:pt x="1174310" y="5122728"/>
                  </a:lnTo>
                  <a:lnTo>
                    <a:pt x="1174456" y="5122728"/>
                  </a:lnTo>
                  <a:lnTo>
                    <a:pt x="1174456" y="5122105"/>
                  </a:lnTo>
                  <a:lnTo>
                    <a:pt x="1174601" y="5122105"/>
                  </a:lnTo>
                  <a:lnTo>
                    <a:pt x="1174601" y="5120858"/>
                  </a:lnTo>
                  <a:lnTo>
                    <a:pt x="1174892" y="5120858"/>
                  </a:lnTo>
                  <a:lnTo>
                    <a:pt x="1175037" y="5120858"/>
                  </a:lnTo>
                  <a:lnTo>
                    <a:pt x="1175183" y="5120858"/>
                  </a:lnTo>
                  <a:lnTo>
                    <a:pt x="1175328" y="5120858"/>
                  </a:lnTo>
                  <a:lnTo>
                    <a:pt x="1175328" y="5120234"/>
                  </a:lnTo>
                  <a:lnTo>
                    <a:pt x="1175474" y="5120234"/>
                  </a:lnTo>
                  <a:lnTo>
                    <a:pt x="1175910" y="5120234"/>
                  </a:lnTo>
                  <a:lnTo>
                    <a:pt x="1176346" y="5120234"/>
                  </a:lnTo>
                  <a:lnTo>
                    <a:pt x="1176346" y="5119610"/>
                  </a:lnTo>
                  <a:lnTo>
                    <a:pt x="1176346" y="5118987"/>
                  </a:lnTo>
                  <a:lnTo>
                    <a:pt x="1176492" y="5118987"/>
                  </a:lnTo>
                  <a:lnTo>
                    <a:pt x="1176928" y="5118987"/>
                  </a:lnTo>
                  <a:lnTo>
                    <a:pt x="1177364" y="5118987"/>
                  </a:lnTo>
                  <a:lnTo>
                    <a:pt x="1177364" y="5118363"/>
                  </a:lnTo>
                  <a:lnTo>
                    <a:pt x="1177801" y="5118363"/>
                  </a:lnTo>
                  <a:lnTo>
                    <a:pt x="1178091" y="5118363"/>
                  </a:lnTo>
                  <a:lnTo>
                    <a:pt x="1178237" y="5118363"/>
                  </a:lnTo>
                  <a:lnTo>
                    <a:pt x="1178382" y="5118363"/>
                  </a:lnTo>
                  <a:lnTo>
                    <a:pt x="1178528" y="5118363"/>
                  </a:lnTo>
                  <a:lnTo>
                    <a:pt x="1178673" y="5118363"/>
                  </a:lnTo>
                  <a:lnTo>
                    <a:pt x="1178819" y="5118363"/>
                  </a:lnTo>
                  <a:lnTo>
                    <a:pt x="1178964" y="5118363"/>
                  </a:lnTo>
                  <a:lnTo>
                    <a:pt x="1179109" y="5118363"/>
                  </a:lnTo>
                  <a:lnTo>
                    <a:pt x="1179546" y="5118363"/>
                  </a:lnTo>
                  <a:lnTo>
                    <a:pt x="1179546" y="5117740"/>
                  </a:lnTo>
                  <a:lnTo>
                    <a:pt x="1179546" y="5116492"/>
                  </a:lnTo>
                  <a:lnTo>
                    <a:pt x="1179837" y="5115869"/>
                  </a:lnTo>
                  <a:lnTo>
                    <a:pt x="1179982" y="5115869"/>
                  </a:lnTo>
                  <a:lnTo>
                    <a:pt x="1179982" y="5115245"/>
                  </a:lnTo>
                  <a:lnTo>
                    <a:pt x="1180709" y="5114622"/>
                  </a:lnTo>
                  <a:lnTo>
                    <a:pt x="1181000" y="5114622"/>
                  </a:lnTo>
                  <a:lnTo>
                    <a:pt x="1181582" y="5114622"/>
                  </a:lnTo>
                  <a:lnTo>
                    <a:pt x="1181727" y="5114622"/>
                  </a:lnTo>
                  <a:lnTo>
                    <a:pt x="1181872" y="5114622"/>
                  </a:lnTo>
                  <a:lnTo>
                    <a:pt x="1182018" y="5114622"/>
                  </a:lnTo>
                  <a:lnTo>
                    <a:pt x="1182309" y="5114622"/>
                  </a:lnTo>
                  <a:lnTo>
                    <a:pt x="1182600" y="5114622"/>
                  </a:lnTo>
                  <a:lnTo>
                    <a:pt x="1182890" y="5114622"/>
                  </a:lnTo>
                  <a:lnTo>
                    <a:pt x="1183181" y="5114622"/>
                  </a:lnTo>
                  <a:lnTo>
                    <a:pt x="1183327" y="5114622"/>
                  </a:lnTo>
                  <a:lnTo>
                    <a:pt x="1183763" y="5114622"/>
                  </a:lnTo>
                  <a:lnTo>
                    <a:pt x="1184054" y="5114622"/>
                  </a:lnTo>
                  <a:lnTo>
                    <a:pt x="1184054" y="5113998"/>
                  </a:lnTo>
                  <a:lnTo>
                    <a:pt x="1184199" y="5113998"/>
                  </a:lnTo>
                  <a:lnTo>
                    <a:pt x="1184781" y="5113375"/>
                  </a:lnTo>
                  <a:lnTo>
                    <a:pt x="1184926" y="5113375"/>
                  </a:lnTo>
                  <a:lnTo>
                    <a:pt x="1185072" y="5113375"/>
                  </a:lnTo>
                  <a:lnTo>
                    <a:pt x="1185217" y="5113375"/>
                  </a:lnTo>
                  <a:lnTo>
                    <a:pt x="1185508" y="5113375"/>
                  </a:lnTo>
                  <a:lnTo>
                    <a:pt x="1185654" y="5113375"/>
                  </a:lnTo>
                  <a:lnTo>
                    <a:pt x="1185654" y="5112751"/>
                  </a:lnTo>
                  <a:lnTo>
                    <a:pt x="1185799" y="5112751"/>
                  </a:lnTo>
                  <a:lnTo>
                    <a:pt x="1185944" y="5112751"/>
                  </a:lnTo>
                  <a:lnTo>
                    <a:pt x="1186090" y="5112751"/>
                  </a:lnTo>
                  <a:lnTo>
                    <a:pt x="1186235" y="5112751"/>
                  </a:lnTo>
                  <a:lnTo>
                    <a:pt x="1186526" y="5112127"/>
                  </a:lnTo>
                  <a:lnTo>
                    <a:pt x="1186672" y="5112127"/>
                  </a:lnTo>
                  <a:lnTo>
                    <a:pt x="1186817" y="5112127"/>
                  </a:lnTo>
                  <a:lnTo>
                    <a:pt x="1187253" y="5112127"/>
                  </a:lnTo>
                  <a:lnTo>
                    <a:pt x="1188271" y="5110880"/>
                  </a:lnTo>
                  <a:lnTo>
                    <a:pt x="1188417" y="5110880"/>
                  </a:lnTo>
                  <a:lnTo>
                    <a:pt x="1188417" y="5110257"/>
                  </a:lnTo>
                  <a:lnTo>
                    <a:pt x="1188853" y="5110257"/>
                  </a:lnTo>
                  <a:lnTo>
                    <a:pt x="1189144" y="5110257"/>
                  </a:lnTo>
                  <a:lnTo>
                    <a:pt x="1189289" y="5110257"/>
                  </a:lnTo>
                  <a:lnTo>
                    <a:pt x="1189580" y="5110257"/>
                  </a:lnTo>
                  <a:lnTo>
                    <a:pt x="1189871" y="5110257"/>
                  </a:lnTo>
                  <a:lnTo>
                    <a:pt x="1189871" y="5109633"/>
                  </a:lnTo>
                  <a:lnTo>
                    <a:pt x="1190016" y="5109633"/>
                  </a:lnTo>
                  <a:lnTo>
                    <a:pt x="1190162" y="5109633"/>
                  </a:lnTo>
                  <a:lnTo>
                    <a:pt x="1190307" y="5109633"/>
                  </a:lnTo>
                  <a:lnTo>
                    <a:pt x="1190453" y="5109633"/>
                  </a:lnTo>
                  <a:lnTo>
                    <a:pt x="1190889" y="5109009"/>
                  </a:lnTo>
                  <a:lnTo>
                    <a:pt x="1191034" y="5109009"/>
                  </a:lnTo>
                  <a:lnTo>
                    <a:pt x="1191034" y="5108386"/>
                  </a:lnTo>
                  <a:lnTo>
                    <a:pt x="1191180" y="5108386"/>
                  </a:lnTo>
                  <a:lnTo>
                    <a:pt x="1191616" y="5108386"/>
                  </a:lnTo>
                  <a:lnTo>
                    <a:pt x="1191761" y="5108386"/>
                  </a:lnTo>
                  <a:lnTo>
                    <a:pt x="1191907" y="5108386"/>
                  </a:lnTo>
                  <a:lnTo>
                    <a:pt x="1192052" y="5107762"/>
                  </a:lnTo>
                  <a:lnTo>
                    <a:pt x="1192343" y="5107762"/>
                  </a:lnTo>
                  <a:lnTo>
                    <a:pt x="1192489" y="5107762"/>
                  </a:lnTo>
                  <a:lnTo>
                    <a:pt x="1192779" y="5107762"/>
                  </a:lnTo>
                  <a:lnTo>
                    <a:pt x="1192925" y="5107762"/>
                  </a:lnTo>
                  <a:lnTo>
                    <a:pt x="1192925" y="5107139"/>
                  </a:lnTo>
                  <a:lnTo>
                    <a:pt x="1193070" y="5106515"/>
                  </a:lnTo>
                  <a:lnTo>
                    <a:pt x="1193361" y="5106515"/>
                  </a:lnTo>
                  <a:lnTo>
                    <a:pt x="1193652" y="5106515"/>
                  </a:lnTo>
                  <a:lnTo>
                    <a:pt x="1194088" y="5106515"/>
                  </a:lnTo>
                  <a:lnTo>
                    <a:pt x="1194234" y="5105892"/>
                  </a:lnTo>
                  <a:lnTo>
                    <a:pt x="1194670" y="5105892"/>
                  </a:lnTo>
                  <a:lnTo>
                    <a:pt x="1194815" y="5105892"/>
                  </a:lnTo>
                  <a:lnTo>
                    <a:pt x="1195106" y="5104644"/>
                  </a:lnTo>
                  <a:lnTo>
                    <a:pt x="1195252" y="5104021"/>
                  </a:lnTo>
                  <a:lnTo>
                    <a:pt x="1195542" y="5104021"/>
                  </a:lnTo>
                  <a:lnTo>
                    <a:pt x="1195688" y="5103397"/>
                  </a:lnTo>
                  <a:lnTo>
                    <a:pt x="1195833" y="5103397"/>
                  </a:lnTo>
                  <a:lnTo>
                    <a:pt x="1195979" y="5103397"/>
                  </a:lnTo>
                  <a:lnTo>
                    <a:pt x="1196124" y="5103397"/>
                  </a:lnTo>
                  <a:lnTo>
                    <a:pt x="1196560" y="5103397"/>
                  </a:lnTo>
                  <a:lnTo>
                    <a:pt x="1196706" y="5103397"/>
                  </a:lnTo>
                  <a:lnTo>
                    <a:pt x="1196851" y="5102774"/>
                  </a:lnTo>
                  <a:lnTo>
                    <a:pt x="1196997" y="5102774"/>
                  </a:lnTo>
                  <a:lnTo>
                    <a:pt x="1197288" y="5102774"/>
                  </a:lnTo>
                  <a:lnTo>
                    <a:pt x="1197433" y="5102774"/>
                  </a:lnTo>
                  <a:lnTo>
                    <a:pt x="1197578" y="5102774"/>
                  </a:lnTo>
                  <a:lnTo>
                    <a:pt x="1197724" y="5102774"/>
                  </a:lnTo>
                  <a:lnTo>
                    <a:pt x="1197869" y="5102774"/>
                  </a:lnTo>
                  <a:lnTo>
                    <a:pt x="1198015" y="5102774"/>
                  </a:lnTo>
                  <a:lnTo>
                    <a:pt x="1198160" y="5102774"/>
                  </a:lnTo>
                  <a:lnTo>
                    <a:pt x="1198306" y="5102774"/>
                  </a:lnTo>
                  <a:lnTo>
                    <a:pt x="1198451" y="5102774"/>
                  </a:lnTo>
                  <a:lnTo>
                    <a:pt x="1198596" y="5102774"/>
                  </a:lnTo>
                  <a:lnTo>
                    <a:pt x="1198742" y="5102774"/>
                  </a:lnTo>
                  <a:lnTo>
                    <a:pt x="1199033" y="5102774"/>
                  </a:lnTo>
                  <a:lnTo>
                    <a:pt x="1199033" y="5102150"/>
                  </a:lnTo>
                  <a:lnTo>
                    <a:pt x="1199033" y="5101526"/>
                  </a:lnTo>
                  <a:lnTo>
                    <a:pt x="1199614" y="5101526"/>
                  </a:lnTo>
                  <a:lnTo>
                    <a:pt x="1199760" y="5101526"/>
                  </a:lnTo>
                  <a:lnTo>
                    <a:pt x="1199905" y="5101526"/>
                  </a:lnTo>
                  <a:lnTo>
                    <a:pt x="1200051" y="5101526"/>
                  </a:lnTo>
                  <a:lnTo>
                    <a:pt x="1200342" y="5101526"/>
                  </a:lnTo>
                  <a:lnTo>
                    <a:pt x="1200487" y="5101526"/>
                  </a:lnTo>
                  <a:lnTo>
                    <a:pt x="1200632" y="5101526"/>
                  </a:lnTo>
                  <a:lnTo>
                    <a:pt x="1200778" y="5101526"/>
                  </a:lnTo>
                  <a:lnTo>
                    <a:pt x="1200778" y="5100279"/>
                  </a:lnTo>
                  <a:lnTo>
                    <a:pt x="1201069" y="5100279"/>
                  </a:lnTo>
                  <a:lnTo>
                    <a:pt x="1201214" y="5100279"/>
                  </a:lnTo>
                  <a:lnTo>
                    <a:pt x="1201360" y="5100279"/>
                  </a:lnTo>
                  <a:lnTo>
                    <a:pt x="1201650" y="5100279"/>
                  </a:lnTo>
                  <a:lnTo>
                    <a:pt x="1202087" y="5100279"/>
                  </a:lnTo>
                  <a:lnTo>
                    <a:pt x="1202377" y="5100279"/>
                  </a:lnTo>
                  <a:lnTo>
                    <a:pt x="1202523" y="5100279"/>
                  </a:lnTo>
                  <a:lnTo>
                    <a:pt x="1202814" y="5100279"/>
                  </a:lnTo>
                  <a:lnTo>
                    <a:pt x="1203105" y="5100279"/>
                  </a:lnTo>
                  <a:lnTo>
                    <a:pt x="1203105" y="5099656"/>
                  </a:lnTo>
                  <a:lnTo>
                    <a:pt x="1203250" y="5099656"/>
                  </a:lnTo>
                  <a:lnTo>
                    <a:pt x="1203395" y="5099656"/>
                  </a:lnTo>
                  <a:lnTo>
                    <a:pt x="1203541" y="5099656"/>
                  </a:lnTo>
                  <a:lnTo>
                    <a:pt x="1203832" y="5099656"/>
                  </a:lnTo>
                  <a:lnTo>
                    <a:pt x="1203977" y="5099656"/>
                  </a:lnTo>
                  <a:lnTo>
                    <a:pt x="1204123" y="5099656"/>
                  </a:lnTo>
                  <a:lnTo>
                    <a:pt x="1204268" y="5099656"/>
                  </a:lnTo>
                  <a:lnTo>
                    <a:pt x="1204413" y="5099656"/>
                  </a:lnTo>
                  <a:lnTo>
                    <a:pt x="1204559" y="5099656"/>
                  </a:lnTo>
                  <a:lnTo>
                    <a:pt x="1204704" y="5099656"/>
                  </a:lnTo>
                  <a:lnTo>
                    <a:pt x="1204850" y="5099656"/>
                  </a:lnTo>
                  <a:lnTo>
                    <a:pt x="1204995" y="5099656"/>
                  </a:lnTo>
                  <a:lnTo>
                    <a:pt x="1205141" y="5099656"/>
                  </a:lnTo>
                  <a:lnTo>
                    <a:pt x="1205141" y="5099032"/>
                  </a:lnTo>
                  <a:lnTo>
                    <a:pt x="1205431" y="5099032"/>
                  </a:lnTo>
                  <a:lnTo>
                    <a:pt x="1205577" y="5099032"/>
                  </a:lnTo>
                  <a:lnTo>
                    <a:pt x="1205722" y="5099032"/>
                  </a:lnTo>
                  <a:lnTo>
                    <a:pt x="1205722" y="5098409"/>
                  </a:lnTo>
                  <a:lnTo>
                    <a:pt x="1205868" y="5098409"/>
                  </a:lnTo>
                  <a:lnTo>
                    <a:pt x="1206013" y="5098409"/>
                  </a:lnTo>
                  <a:lnTo>
                    <a:pt x="1206159" y="5098409"/>
                  </a:lnTo>
                  <a:lnTo>
                    <a:pt x="1206304" y="5098409"/>
                  </a:lnTo>
                  <a:lnTo>
                    <a:pt x="1206595" y="5098409"/>
                  </a:lnTo>
                  <a:lnTo>
                    <a:pt x="1207031" y="5097785"/>
                  </a:lnTo>
                  <a:lnTo>
                    <a:pt x="1207177" y="5097785"/>
                  </a:lnTo>
                  <a:lnTo>
                    <a:pt x="1207467" y="5097161"/>
                  </a:lnTo>
                  <a:lnTo>
                    <a:pt x="1207613" y="5097161"/>
                  </a:lnTo>
                  <a:lnTo>
                    <a:pt x="1207758" y="5097161"/>
                  </a:lnTo>
                  <a:lnTo>
                    <a:pt x="1208049" y="5097161"/>
                  </a:lnTo>
                  <a:lnTo>
                    <a:pt x="1208195" y="5097161"/>
                  </a:lnTo>
                  <a:lnTo>
                    <a:pt x="1208340" y="5097161"/>
                  </a:lnTo>
                  <a:lnTo>
                    <a:pt x="1208485" y="5096538"/>
                  </a:lnTo>
                  <a:lnTo>
                    <a:pt x="1208631" y="5096538"/>
                  </a:lnTo>
                  <a:lnTo>
                    <a:pt x="1208776" y="5096538"/>
                  </a:lnTo>
                  <a:lnTo>
                    <a:pt x="1208922" y="5096538"/>
                  </a:lnTo>
                  <a:lnTo>
                    <a:pt x="1209067" y="5096538"/>
                  </a:lnTo>
                  <a:lnTo>
                    <a:pt x="1209212" y="5096538"/>
                  </a:lnTo>
                  <a:lnTo>
                    <a:pt x="1209358" y="5096538"/>
                  </a:lnTo>
                  <a:lnTo>
                    <a:pt x="1209503" y="5096538"/>
                  </a:lnTo>
                  <a:lnTo>
                    <a:pt x="1209649" y="5096538"/>
                  </a:lnTo>
                  <a:lnTo>
                    <a:pt x="1209794" y="5096538"/>
                  </a:lnTo>
                  <a:lnTo>
                    <a:pt x="1209940" y="5096538"/>
                  </a:lnTo>
                  <a:lnTo>
                    <a:pt x="1210230" y="5096538"/>
                  </a:lnTo>
                  <a:lnTo>
                    <a:pt x="1210376" y="5096538"/>
                  </a:lnTo>
                  <a:lnTo>
                    <a:pt x="1210521" y="5096538"/>
                  </a:lnTo>
                  <a:lnTo>
                    <a:pt x="1212121" y="5095291"/>
                  </a:lnTo>
                  <a:lnTo>
                    <a:pt x="1212266" y="5095291"/>
                  </a:lnTo>
                  <a:lnTo>
                    <a:pt x="1212412" y="5095291"/>
                  </a:lnTo>
                  <a:lnTo>
                    <a:pt x="1212557" y="5094667"/>
                  </a:lnTo>
                  <a:lnTo>
                    <a:pt x="1212703" y="5094667"/>
                  </a:lnTo>
                  <a:lnTo>
                    <a:pt x="1212848" y="5094667"/>
                  </a:lnTo>
                  <a:lnTo>
                    <a:pt x="1212994" y="5094667"/>
                  </a:lnTo>
                  <a:lnTo>
                    <a:pt x="1213139" y="5094667"/>
                  </a:lnTo>
                  <a:lnTo>
                    <a:pt x="1213284" y="5094667"/>
                  </a:lnTo>
                  <a:lnTo>
                    <a:pt x="1213575" y="5094667"/>
                  </a:lnTo>
                  <a:lnTo>
                    <a:pt x="1213866" y="5094667"/>
                  </a:lnTo>
                  <a:lnTo>
                    <a:pt x="1213866" y="5094043"/>
                  </a:lnTo>
                  <a:lnTo>
                    <a:pt x="1214012" y="5094043"/>
                  </a:lnTo>
                  <a:lnTo>
                    <a:pt x="1214012" y="5093420"/>
                  </a:lnTo>
                  <a:lnTo>
                    <a:pt x="1214302" y="5093420"/>
                  </a:lnTo>
                  <a:lnTo>
                    <a:pt x="1214448" y="5093420"/>
                  </a:lnTo>
                  <a:lnTo>
                    <a:pt x="1214593" y="5093420"/>
                  </a:lnTo>
                  <a:lnTo>
                    <a:pt x="1214884" y="5093420"/>
                  </a:lnTo>
                  <a:lnTo>
                    <a:pt x="1215030" y="5093420"/>
                  </a:lnTo>
                  <a:lnTo>
                    <a:pt x="1215175" y="5093420"/>
                  </a:lnTo>
                  <a:lnTo>
                    <a:pt x="1215175" y="5092796"/>
                  </a:lnTo>
                  <a:lnTo>
                    <a:pt x="1215320" y="5092796"/>
                  </a:lnTo>
                  <a:lnTo>
                    <a:pt x="1215466" y="5092173"/>
                  </a:lnTo>
                  <a:lnTo>
                    <a:pt x="1215611" y="5092173"/>
                  </a:lnTo>
                  <a:lnTo>
                    <a:pt x="1216047" y="5092173"/>
                  </a:lnTo>
                  <a:lnTo>
                    <a:pt x="1216193" y="5090926"/>
                  </a:lnTo>
                  <a:lnTo>
                    <a:pt x="1216338" y="5090926"/>
                  </a:lnTo>
                  <a:lnTo>
                    <a:pt x="1216629" y="5090926"/>
                  </a:lnTo>
                  <a:lnTo>
                    <a:pt x="1216920" y="5090926"/>
                  </a:lnTo>
                  <a:lnTo>
                    <a:pt x="1217065" y="5090926"/>
                  </a:lnTo>
                  <a:lnTo>
                    <a:pt x="1217065" y="5090302"/>
                  </a:lnTo>
                  <a:lnTo>
                    <a:pt x="1217065" y="5089678"/>
                  </a:lnTo>
                  <a:lnTo>
                    <a:pt x="1217211" y="5089678"/>
                  </a:lnTo>
                  <a:lnTo>
                    <a:pt x="1217356" y="5089055"/>
                  </a:lnTo>
                  <a:lnTo>
                    <a:pt x="1217502" y="5089055"/>
                  </a:lnTo>
                  <a:lnTo>
                    <a:pt x="1217793" y="5088431"/>
                  </a:lnTo>
                  <a:lnTo>
                    <a:pt x="1217793" y="5087184"/>
                  </a:lnTo>
                  <a:lnTo>
                    <a:pt x="1217938" y="5087184"/>
                  </a:lnTo>
                  <a:lnTo>
                    <a:pt x="1218083" y="5087184"/>
                  </a:lnTo>
                  <a:lnTo>
                    <a:pt x="1218229" y="5086560"/>
                  </a:lnTo>
                  <a:lnTo>
                    <a:pt x="1218665" y="5086560"/>
                  </a:lnTo>
                  <a:lnTo>
                    <a:pt x="1218811" y="5086560"/>
                  </a:lnTo>
                  <a:lnTo>
                    <a:pt x="1218956" y="5086560"/>
                  </a:lnTo>
                  <a:lnTo>
                    <a:pt x="1218956" y="5085937"/>
                  </a:lnTo>
                  <a:lnTo>
                    <a:pt x="1219101" y="5085313"/>
                  </a:lnTo>
                  <a:lnTo>
                    <a:pt x="1219392" y="5085313"/>
                  </a:lnTo>
                  <a:lnTo>
                    <a:pt x="1219683" y="5085313"/>
                  </a:lnTo>
                  <a:lnTo>
                    <a:pt x="1219829" y="5085313"/>
                  </a:lnTo>
                  <a:lnTo>
                    <a:pt x="1219974" y="5085313"/>
                  </a:lnTo>
                  <a:lnTo>
                    <a:pt x="1220410" y="5085313"/>
                  </a:lnTo>
                  <a:lnTo>
                    <a:pt x="1220556" y="5084690"/>
                  </a:lnTo>
                  <a:lnTo>
                    <a:pt x="1220992" y="5084690"/>
                  </a:lnTo>
                  <a:lnTo>
                    <a:pt x="1221137" y="5084690"/>
                  </a:lnTo>
                  <a:lnTo>
                    <a:pt x="1221283" y="5084690"/>
                  </a:lnTo>
                  <a:lnTo>
                    <a:pt x="1221428" y="5084066"/>
                  </a:lnTo>
                  <a:lnTo>
                    <a:pt x="1221574" y="5084066"/>
                  </a:lnTo>
                  <a:lnTo>
                    <a:pt x="1221865" y="5084066"/>
                  </a:lnTo>
                  <a:lnTo>
                    <a:pt x="1222010" y="5084066"/>
                  </a:lnTo>
                  <a:lnTo>
                    <a:pt x="1222446" y="5083443"/>
                  </a:lnTo>
                  <a:lnTo>
                    <a:pt x="1222592" y="5083443"/>
                  </a:lnTo>
                  <a:lnTo>
                    <a:pt x="1222592" y="5082819"/>
                  </a:lnTo>
                  <a:lnTo>
                    <a:pt x="1222737" y="5082819"/>
                  </a:lnTo>
                  <a:lnTo>
                    <a:pt x="1222882" y="5082819"/>
                  </a:lnTo>
                  <a:lnTo>
                    <a:pt x="1223028" y="5082195"/>
                  </a:lnTo>
                  <a:lnTo>
                    <a:pt x="1223173" y="5082195"/>
                  </a:lnTo>
                  <a:lnTo>
                    <a:pt x="1223173" y="5081572"/>
                  </a:lnTo>
                  <a:lnTo>
                    <a:pt x="1223319" y="5081572"/>
                  </a:lnTo>
                  <a:lnTo>
                    <a:pt x="1223319" y="5080948"/>
                  </a:lnTo>
                  <a:lnTo>
                    <a:pt x="1223610" y="5080948"/>
                  </a:lnTo>
                  <a:lnTo>
                    <a:pt x="1224046" y="5080948"/>
                  </a:lnTo>
                  <a:lnTo>
                    <a:pt x="1224191" y="5080948"/>
                  </a:lnTo>
                  <a:lnTo>
                    <a:pt x="1224482" y="5080325"/>
                  </a:lnTo>
                  <a:lnTo>
                    <a:pt x="1224628" y="5079701"/>
                  </a:lnTo>
                  <a:lnTo>
                    <a:pt x="1224773" y="5079077"/>
                  </a:lnTo>
                  <a:lnTo>
                    <a:pt x="1224918" y="5079077"/>
                  </a:lnTo>
                  <a:lnTo>
                    <a:pt x="1225064" y="5078454"/>
                  </a:lnTo>
                  <a:lnTo>
                    <a:pt x="1225355" y="5078454"/>
                  </a:lnTo>
                  <a:lnTo>
                    <a:pt x="1225500" y="5078454"/>
                  </a:lnTo>
                  <a:lnTo>
                    <a:pt x="1225646" y="5078454"/>
                  </a:lnTo>
                  <a:lnTo>
                    <a:pt x="1225791" y="5078454"/>
                  </a:lnTo>
                  <a:lnTo>
                    <a:pt x="1226082" y="5078454"/>
                  </a:lnTo>
                  <a:lnTo>
                    <a:pt x="1226518" y="5077830"/>
                  </a:lnTo>
                  <a:lnTo>
                    <a:pt x="1226809" y="5077830"/>
                  </a:lnTo>
                  <a:lnTo>
                    <a:pt x="1226954" y="5077830"/>
                  </a:lnTo>
                  <a:lnTo>
                    <a:pt x="1227100" y="5077830"/>
                  </a:lnTo>
                  <a:lnTo>
                    <a:pt x="1227391" y="5077830"/>
                  </a:lnTo>
                  <a:lnTo>
                    <a:pt x="1227536" y="5077207"/>
                  </a:lnTo>
                  <a:lnTo>
                    <a:pt x="1227682" y="5077207"/>
                  </a:lnTo>
                  <a:lnTo>
                    <a:pt x="1227972" y="5077207"/>
                  </a:lnTo>
                  <a:lnTo>
                    <a:pt x="1228118" y="5077207"/>
                  </a:lnTo>
                  <a:lnTo>
                    <a:pt x="1228263" y="5076583"/>
                  </a:lnTo>
                  <a:lnTo>
                    <a:pt x="1228554" y="5076583"/>
                  </a:lnTo>
                  <a:lnTo>
                    <a:pt x="1228990" y="5076583"/>
                  </a:lnTo>
                  <a:lnTo>
                    <a:pt x="1229136" y="5076583"/>
                  </a:lnTo>
                  <a:lnTo>
                    <a:pt x="1229427" y="5075960"/>
                  </a:lnTo>
                  <a:lnTo>
                    <a:pt x="1229572" y="5075960"/>
                  </a:lnTo>
                  <a:lnTo>
                    <a:pt x="1229717" y="5075960"/>
                  </a:lnTo>
                  <a:lnTo>
                    <a:pt x="1229863" y="5075960"/>
                  </a:lnTo>
                  <a:lnTo>
                    <a:pt x="1230299" y="5075960"/>
                  </a:lnTo>
                  <a:lnTo>
                    <a:pt x="1230445" y="5075960"/>
                  </a:lnTo>
                  <a:lnTo>
                    <a:pt x="1230590" y="5075960"/>
                  </a:lnTo>
                  <a:lnTo>
                    <a:pt x="1230881" y="5075960"/>
                  </a:lnTo>
                  <a:lnTo>
                    <a:pt x="1230881" y="5075336"/>
                  </a:lnTo>
                  <a:lnTo>
                    <a:pt x="1231026" y="5075336"/>
                  </a:lnTo>
                  <a:lnTo>
                    <a:pt x="1231172" y="5075336"/>
                  </a:lnTo>
                  <a:lnTo>
                    <a:pt x="1231317" y="5074712"/>
                  </a:lnTo>
                  <a:lnTo>
                    <a:pt x="1231463" y="5074712"/>
                  </a:lnTo>
                  <a:lnTo>
                    <a:pt x="1231753" y="5074712"/>
                  </a:lnTo>
                  <a:lnTo>
                    <a:pt x="1231753" y="5073465"/>
                  </a:lnTo>
                  <a:lnTo>
                    <a:pt x="1231753" y="5072842"/>
                  </a:lnTo>
                  <a:lnTo>
                    <a:pt x="1231899" y="5072842"/>
                  </a:lnTo>
                  <a:lnTo>
                    <a:pt x="1232044" y="5072842"/>
                  </a:lnTo>
                  <a:lnTo>
                    <a:pt x="1232044" y="5072218"/>
                  </a:lnTo>
                  <a:lnTo>
                    <a:pt x="1232190" y="5072218"/>
                  </a:lnTo>
                  <a:lnTo>
                    <a:pt x="1232917" y="5071595"/>
                  </a:lnTo>
                  <a:lnTo>
                    <a:pt x="1233062" y="5070971"/>
                  </a:lnTo>
                  <a:lnTo>
                    <a:pt x="1233353" y="5070971"/>
                  </a:lnTo>
                  <a:lnTo>
                    <a:pt x="1233353" y="5070347"/>
                  </a:lnTo>
                  <a:lnTo>
                    <a:pt x="1233499" y="5069724"/>
                  </a:lnTo>
                  <a:lnTo>
                    <a:pt x="1233644" y="5069724"/>
                  </a:lnTo>
                  <a:lnTo>
                    <a:pt x="1233935" y="5069724"/>
                  </a:lnTo>
                  <a:lnTo>
                    <a:pt x="1234226" y="5069724"/>
                  </a:lnTo>
                  <a:lnTo>
                    <a:pt x="1234371" y="5069724"/>
                  </a:lnTo>
                  <a:lnTo>
                    <a:pt x="1234662" y="5069100"/>
                  </a:lnTo>
                  <a:lnTo>
                    <a:pt x="1234807" y="5069100"/>
                  </a:lnTo>
                  <a:lnTo>
                    <a:pt x="1235244" y="5069100"/>
                  </a:lnTo>
                  <a:lnTo>
                    <a:pt x="1235389" y="5069100"/>
                  </a:lnTo>
                  <a:lnTo>
                    <a:pt x="1235680" y="5069100"/>
                  </a:lnTo>
                  <a:lnTo>
                    <a:pt x="1235971" y="5069100"/>
                  </a:lnTo>
                  <a:lnTo>
                    <a:pt x="1235971" y="5068477"/>
                  </a:lnTo>
                  <a:lnTo>
                    <a:pt x="1236116" y="5068477"/>
                  </a:lnTo>
                  <a:lnTo>
                    <a:pt x="1236262" y="5068477"/>
                  </a:lnTo>
                  <a:lnTo>
                    <a:pt x="1236407" y="5068477"/>
                  </a:lnTo>
                  <a:lnTo>
                    <a:pt x="1236698" y="5068477"/>
                  </a:lnTo>
                  <a:lnTo>
                    <a:pt x="1236843" y="5068477"/>
                  </a:lnTo>
                  <a:lnTo>
                    <a:pt x="1236989" y="5068477"/>
                  </a:lnTo>
                  <a:lnTo>
                    <a:pt x="1237134" y="5068477"/>
                  </a:lnTo>
                  <a:lnTo>
                    <a:pt x="1237425" y="5067229"/>
                  </a:lnTo>
                  <a:lnTo>
                    <a:pt x="1237570" y="5067229"/>
                  </a:lnTo>
                  <a:lnTo>
                    <a:pt x="1238007" y="5066606"/>
                  </a:lnTo>
                  <a:lnTo>
                    <a:pt x="1238443" y="5066606"/>
                  </a:lnTo>
                  <a:lnTo>
                    <a:pt x="1238588" y="5066606"/>
                  </a:lnTo>
                  <a:lnTo>
                    <a:pt x="1238879" y="5066606"/>
                  </a:lnTo>
                  <a:lnTo>
                    <a:pt x="1239025" y="5066606"/>
                  </a:lnTo>
                  <a:lnTo>
                    <a:pt x="1239170" y="5066606"/>
                  </a:lnTo>
                  <a:lnTo>
                    <a:pt x="1239316" y="5066606"/>
                  </a:lnTo>
                  <a:lnTo>
                    <a:pt x="1239606" y="5066606"/>
                  </a:lnTo>
                  <a:lnTo>
                    <a:pt x="1239897" y="5066606"/>
                  </a:lnTo>
                  <a:lnTo>
                    <a:pt x="1240043" y="5066606"/>
                  </a:lnTo>
                  <a:lnTo>
                    <a:pt x="1240188" y="5066606"/>
                  </a:lnTo>
                  <a:lnTo>
                    <a:pt x="1240770" y="5065982"/>
                  </a:lnTo>
                  <a:lnTo>
                    <a:pt x="1240915" y="5065359"/>
                  </a:lnTo>
                  <a:lnTo>
                    <a:pt x="1241061" y="5065359"/>
                  </a:lnTo>
                  <a:lnTo>
                    <a:pt x="1241061" y="5064735"/>
                  </a:lnTo>
                  <a:lnTo>
                    <a:pt x="1241206" y="5064735"/>
                  </a:lnTo>
                  <a:lnTo>
                    <a:pt x="1241206" y="5064112"/>
                  </a:lnTo>
                  <a:lnTo>
                    <a:pt x="1241497" y="5063488"/>
                  </a:lnTo>
                  <a:lnTo>
                    <a:pt x="1241788" y="5063488"/>
                  </a:lnTo>
                  <a:lnTo>
                    <a:pt x="1242079" y="5062241"/>
                  </a:lnTo>
                  <a:lnTo>
                    <a:pt x="1242224" y="5062241"/>
                  </a:lnTo>
                  <a:lnTo>
                    <a:pt x="1242224" y="5061617"/>
                  </a:lnTo>
                  <a:lnTo>
                    <a:pt x="1242369" y="5061617"/>
                  </a:lnTo>
                  <a:lnTo>
                    <a:pt x="1242515" y="5061617"/>
                  </a:lnTo>
                  <a:lnTo>
                    <a:pt x="1242660" y="5060994"/>
                  </a:lnTo>
                  <a:lnTo>
                    <a:pt x="1242951" y="5060994"/>
                  </a:lnTo>
                  <a:lnTo>
                    <a:pt x="1243097" y="5060994"/>
                  </a:lnTo>
                  <a:lnTo>
                    <a:pt x="1243242" y="5060994"/>
                  </a:lnTo>
                  <a:lnTo>
                    <a:pt x="1243533" y="5060370"/>
                  </a:lnTo>
                  <a:lnTo>
                    <a:pt x="1243533" y="5059746"/>
                  </a:lnTo>
                  <a:lnTo>
                    <a:pt x="1243678" y="5059746"/>
                  </a:lnTo>
                  <a:lnTo>
                    <a:pt x="1243969" y="5059746"/>
                  </a:lnTo>
                  <a:lnTo>
                    <a:pt x="1244115" y="5059746"/>
                  </a:lnTo>
                  <a:lnTo>
                    <a:pt x="1244260" y="5059746"/>
                  </a:lnTo>
                  <a:lnTo>
                    <a:pt x="1244405" y="5059746"/>
                  </a:lnTo>
                  <a:lnTo>
                    <a:pt x="1244551" y="5059123"/>
                  </a:lnTo>
                  <a:lnTo>
                    <a:pt x="1244696" y="5059123"/>
                  </a:lnTo>
                  <a:lnTo>
                    <a:pt x="1244987" y="5058499"/>
                  </a:lnTo>
                  <a:lnTo>
                    <a:pt x="1245133" y="5058499"/>
                  </a:lnTo>
                  <a:lnTo>
                    <a:pt x="1245423" y="5058499"/>
                  </a:lnTo>
                  <a:lnTo>
                    <a:pt x="1245714" y="5058499"/>
                  </a:lnTo>
                  <a:lnTo>
                    <a:pt x="1246005" y="5058499"/>
                  </a:lnTo>
                  <a:lnTo>
                    <a:pt x="1246441" y="5058499"/>
                  </a:lnTo>
                  <a:lnTo>
                    <a:pt x="1246441" y="5057876"/>
                  </a:lnTo>
                  <a:lnTo>
                    <a:pt x="1246878" y="5057876"/>
                  </a:lnTo>
                  <a:lnTo>
                    <a:pt x="1247023" y="5057876"/>
                  </a:lnTo>
                  <a:lnTo>
                    <a:pt x="1247169" y="5057876"/>
                  </a:lnTo>
                  <a:lnTo>
                    <a:pt x="1247314" y="5057876"/>
                  </a:lnTo>
                  <a:lnTo>
                    <a:pt x="1247459" y="5057876"/>
                  </a:lnTo>
                  <a:lnTo>
                    <a:pt x="1248187" y="5057876"/>
                  </a:lnTo>
                  <a:lnTo>
                    <a:pt x="1248332" y="5057876"/>
                  </a:lnTo>
                  <a:lnTo>
                    <a:pt x="1248623" y="5057876"/>
                  </a:lnTo>
                  <a:lnTo>
                    <a:pt x="1248768" y="5057876"/>
                  </a:lnTo>
                  <a:lnTo>
                    <a:pt x="1248768" y="5057252"/>
                  </a:lnTo>
                  <a:lnTo>
                    <a:pt x="1248914" y="5057252"/>
                  </a:lnTo>
                  <a:lnTo>
                    <a:pt x="1249204" y="5057252"/>
                  </a:lnTo>
                  <a:lnTo>
                    <a:pt x="1249350" y="5056629"/>
                  </a:lnTo>
                  <a:lnTo>
                    <a:pt x="1249495" y="5056629"/>
                  </a:lnTo>
                  <a:lnTo>
                    <a:pt x="1249641" y="5056629"/>
                  </a:lnTo>
                  <a:lnTo>
                    <a:pt x="1249786" y="5056005"/>
                  </a:lnTo>
                  <a:lnTo>
                    <a:pt x="1249932" y="5056005"/>
                  </a:lnTo>
                  <a:lnTo>
                    <a:pt x="1249932" y="5055381"/>
                  </a:lnTo>
                  <a:lnTo>
                    <a:pt x="1249932" y="5054758"/>
                  </a:lnTo>
                  <a:lnTo>
                    <a:pt x="1250222" y="5054758"/>
                  </a:lnTo>
                  <a:lnTo>
                    <a:pt x="1250513" y="5054134"/>
                  </a:lnTo>
                  <a:lnTo>
                    <a:pt x="1250659" y="5054134"/>
                  </a:lnTo>
                  <a:lnTo>
                    <a:pt x="1250659" y="5053511"/>
                  </a:lnTo>
                  <a:lnTo>
                    <a:pt x="1250804" y="5053511"/>
                  </a:lnTo>
                  <a:lnTo>
                    <a:pt x="1250950" y="5053511"/>
                  </a:lnTo>
                  <a:lnTo>
                    <a:pt x="1251095" y="5053511"/>
                  </a:lnTo>
                  <a:lnTo>
                    <a:pt x="1251386" y="5053511"/>
                  </a:lnTo>
                  <a:lnTo>
                    <a:pt x="1251531" y="5053511"/>
                  </a:lnTo>
                  <a:lnTo>
                    <a:pt x="1251677" y="5053511"/>
                  </a:lnTo>
                  <a:lnTo>
                    <a:pt x="1251822" y="5053511"/>
                  </a:lnTo>
                  <a:lnTo>
                    <a:pt x="1251968" y="5053511"/>
                  </a:lnTo>
                  <a:lnTo>
                    <a:pt x="1252113" y="5052887"/>
                  </a:lnTo>
                  <a:lnTo>
                    <a:pt x="1252258" y="5052887"/>
                  </a:lnTo>
                  <a:lnTo>
                    <a:pt x="1252549" y="5052887"/>
                  </a:lnTo>
                  <a:lnTo>
                    <a:pt x="1252695" y="5052263"/>
                  </a:lnTo>
                  <a:lnTo>
                    <a:pt x="1252840" y="5052263"/>
                  </a:lnTo>
                  <a:lnTo>
                    <a:pt x="1252840" y="5051640"/>
                  </a:lnTo>
                  <a:lnTo>
                    <a:pt x="1252986" y="5051640"/>
                  </a:lnTo>
                  <a:lnTo>
                    <a:pt x="1253131" y="5051640"/>
                  </a:lnTo>
                  <a:lnTo>
                    <a:pt x="1253276" y="5051640"/>
                  </a:lnTo>
                  <a:lnTo>
                    <a:pt x="1253567" y="5051640"/>
                  </a:lnTo>
                  <a:lnTo>
                    <a:pt x="1253713" y="5051640"/>
                  </a:lnTo>
                  <a:lnTo>
                    <a:pt x="1253713" y="5051016"/>
                  </a:lnTo>
                  <a:lnTo>
                    <a:pt x="1253858" y="5051016"/>
                  </a:lnTo>
                  <a:lnTo>
                    <a:pt x="1254004" y="5051016"/>
                  </a:lnTo>
                  <a:lnTo>
                    <a:pt x="1254149" y="5051016"/>
                  </a:lnTo>
                  <a:lnTo>
                    <a:pt x="1254149" y="5050393"/>
                  </a:lnTo>
                  <a:lnTo>
                    <a:pt x="1254294" y="5050393"/>
                  </a:lnTo>
                  <a:lnTo>
                    <a:pt x="1256039" y="5048522"/>
                  </a:lnTo>
                  <a:lnTo>
                    <a:pt x="1256185" y="5048522"/>
                  </a:lnTo>
                  <a:lnTo>
                    <a:pt x="1256185" y="5047898"/>
                  </a:lnTo>
                  <a:lnTo>
                    <a:pt x="1256330" y="5047898"/>
                  </a:lnTo>
                  <a:lnTo>
                    <a:pt x="1256476" y="5047898"/>
                  </a:lnTo>
                  <a:lnTo>
                    <a:pt x="1256621" y="5047275"/>
                  </a:lnTo>
                  <a:lnTo>
                    <a:pt x="1256621" y="5046651"/>
                  </a:lnTo>
                  <a:lnTo>
                    <a:pt x="1256767" y="5046028"/>
                  </a:lnTo>
                  <a:lnTo>
                    <a:pt x="1256767" y="5045404"/>
                  </a:lnTo>
                  <a:lnTo>
                    <a:pt x="1256912" y="5045404"/>
                  </a:lnTo>
                  <a:lnTo>
                    <a:pt x="1257203" y="5045404"/>
                  </a:lnTo>
                  <a:lnTo>
                    <a:pt x="1257348" y="5045404"/>
                  </a:lnTo>
                  <a:lnTo>
                    <a:pt x="1257494" y="5045404"/>
                  </a:lnTo>
                  <a:lnTo>
                    <a:pt x="1257639" y="5045404"/>
                  </a:lnTo>
                  <a:lnTo>
                    <a:pt x="1257930" y="5045404"/>
                  </a:lnTo>
                  <a:lnTo>
                    <a:pt x="1258075" y="5045404"/>
                  </a:lnTo>
                  <a:lnTo>
                    <a:pt x="1258221" y="5045404"/>
                  </a:lnTo>
                  <a:lnTo>
                    <a:pt x="1258221" y="5044780"/>
                  </a:lnTo>
                  <a:lnTo>
                    <a:pt x="1258512" y="5044780"/>
                  </a:lnTo>
                  <a:lnTo>
                    <a:pt x="1258657" y="5043533"/>
                  </a:lnTo>
                  <a:lnTo>
                    <a:pt x="1258803" y="5043533"/>
                  </a:lnTo>
                  <a:lnTo>
                    <a:pt x="1258948" y="5043533"/>
                  </a:lnTo>
                  <a:lnTo>
                    <a:pt x="1259384" y="5042910"/>
                  </a:lnTo>
                  <a:lnTo>
                    <a:pt x="1259530" y="5042910"/>
                  </a:lnTo>
                  <a:lnTo>
                    <a:pt x="1259530" y="5042286"/>
                  </a:lnTo>
                  <a:lnTo>
                    <a:pt x="1259530" y="5041663"/>
                  </a:lnTo>
                  <a:lnTo>
                    <a:pt x="1259675" y="5041663"/>
                  </a:lnTo>
                  <a:lnTo>
                    <a:pt x="1259675" y="5041039"/>
                  </a:lnTo>
                  <a:lnTo>
                    <a:pt x="1259821" y="5041039"/>
                  </a:lnTo>
                  <a:lnTo>
                    <a:pt x="1260111" y="5041039"/>
                  </a:lnTo>
                  <a:lnTo>
                    <a:pt x="1260257" y="5041039"/>
                  </a:lnTo>
                  <a:lnTo>
                    <a:pt x="1260548" y="5041039"/>
                  </a:lnTo>
                  <a:lnTo>
                    <a:pt x="1260548" y="5040415"/>
                  </a:lnTo>
                  <a:lnTo>
                    <a:pt x="1260984" y="5040415"/>
                  </a:lnTo>
                  <a:lnTo>
                    <a:pt x="1261129" y="5040415"/>
                  </a:lnTo>
                  <a:lnTo>
                    <a:pt x="1261275" y="5040415"/>
                  </a:lnTo>
                  <a:lnTo>
                    <a:pt x="1261420" y="5040415"/>
                  </a:lnTo>
                  <a:lnTo>
                    <a:pt x="1261566" y="5040415"/>
                  </a:lnTo>
                  <a:lnTo>
                    <a:pt x="1261857" y="5040415"/>
                  </a:lnTo>
                  <a:lnTo>
                    <a:pt x="1262002" y="5040415"/>
                  </a:lnTo>
                  <a:lnTo>
                    <a:pt x="1262147" y="5040415"/>
                  </a:lnTo>
                  <a:lnTo>
                    <a:pt x="1262293" y="5040415"/>
                  </a:lnTo>
                  <a:lnTo>
                    <a:pt x="1262293" y="5039792"/>
                  </a:lnTo>
                  <a:lnTo>
                    <a:pt x="1262729" y="5039792"/>
                  </a:lnTo>
                  <a:lnTo>
                    <a:pt x="1262874" y="5039792"/>
                  </a:lnTo>
                  <a:lnTo>
                    <a:pt x="1263020" y="5039792"/>
                  </a:lnTo>
                  <a:lnTo>
                    <a:pt x="1263165" y="5039168"/>
                  </a:lnTo>
                  <a:lnTo>
                    <a:pt x="1263311" y="5039168"/>
                  </a:lnTo>
                  <a:lnTo>
                    <a:pt x="1263747" y="5039168"/>
                  </a:lnTo>
                  <a:lnTo>
                    <a:pt x="1263892" y="5039168"/>
                  </a:lnTo>
                  <a:lnTo>
                    <a:pt x="1264183" y="5038545"/>
                  </a:lnTo>
                  <a:lnTo>
                    <a:pt x="1264474" y="5038545"/>
                  </a:lnTo>
                  <a:lnTo>
                    <a:pt x="1264620" y="5038545"/>
                  </a:lnTo>
                  <a:lnTo>
                    <a:pt x="1264765" y="5038545"/>
                  </a:lnTo>
                  <a:lnTo>
                    <a:pt x="1264910" y="5038545"/>
                  </a:lnTo>
                  <a:lnTo>
                    <a:pt x="1265056" y="5038545"/>
                  </a:lnTo>
                  <a:lnTo>
                    <a:pt x="1265201" y="5037921"/>
                  </a:lnTo>
                  <a:lnTo>
                    <a:pt x="1265201" y="5037297"/>
                  </a:lnTo>
                  <a:lnTo>
                    <a:pt x="1265347" y="5037297"/>
                  </a:lnTo>
                  <a:lnTo>
                    <a:pt x="1265492" y="5037297"/>
                  </a:lnTo>
                  <a:lnTo>
                    <a:pt x="1265638" y="5037297"/>
                  </a:lnTo>
                  <a:lnTo>
                    <a:pt x="1265783" y="5036674"/>
                  </a:lnTo>
                  <a:lnTo>
                    <a:pt x="1266074" y="5036674"/>
                  </a:lnTo>
                  <a:lnTo>
                    <a:pt x="1266219" y="5036674"/>
                  </a:lnTo>
                  <a:lnTo>
                    <a:pt x="1266365" y="5036674"/>
                  </a:lnTo>
                  <a:lnTo>
                    <a:pt x="1266365" y="5036050"/>
                  </a:lnTo>
                  <a:lnTo>
                    <a:pt x="1266656" y="5035427"/>
                  </a:lnTo>
                  <a:lnTo>
                    <a:pt x="1266801" y="5035427"/>
                  </a:lnTo>
                  <a:lnTo>
                    <a:pt x="1266946" y="5035427"/>
                  </a:lnTo>
                  <a:lnTo>
                    <a:pt x="1267237" y="5035427"/>
                  </a:lnTo>
                  <a:lnTo>
                    <a:pt x="1267528" y="5035427"/>
                  </a:lnTo>
                  <a:lnTo>
                    <a:pt x="1267674" y="5035427"/>
                  </a:lnTo>
                  <a:lnTo>
                    <a:pt x="1267819" y="5035427"/>
                  </a:lnTo>
                  <a:lnTo>
                    <a:pt x="1267964" y="5035427"/>
                  </a:lnTo>
                  <a:lnTo>
                    <a:pt x="1267964" y="5034803"/>
                  </a:lnTo>
                  <a:lnTo>
                    <a:pt x="1268110" y="5034803"/>
                  </a:lnTo>
                  <a:lnTo>
                    <a:pt x="1268255" y="5034803"/>
                  </a:lnTo>
                  <a:lnTo>
                    <a:pt x="1268837" y="5034180"/>
                  </a:lnTo>
                  <a:lnTo>
                    <a:pt x="1268982" y="5034180"/>
                  </a:lnTo>
                  <a:lnTo>
                    <a:pt x="1268982" y="5033556"/>
                  </a:lnTo>
                  <a:lnTo>
                    <a:pt x="1268982" y="5032309"/>
                  </a:lnTo>
                  <a:lnTo>
                    <a:pt x="1268982" y="5031685"/>
                  </a:lnTo>
                  <a:lnTo>
                    <a:pt x="1268982" y="5031062"/>
                  </a:lnTo>
                  <a:lnTo>
                    <a:pt x="1269128" y="5031062"/>
                  </a:lnTo>
                  <a:lnTo>
                    <a:pt x="1269419" y="5031062"/>
                  </a:lnTo>
                  <a:lnTo>
                    <a:pt x="1269709" y="5029191"/>
                  </a:lnTo>
                  <a:lnTo>
                    <a:pt x="1269855" y="5029191"/>
                  </a:lnTo>
                  <a:lnTo>
                    <a:pt x="1269855" y="5028567"/>
                  </a:lnTo>
                  <a:lnTo>
                    <a:pt x="1270146" y="5028567"/>
                  </a:lnTo>
                  <a:lnTo>
                    <a:pt x="1270437" y="5028567"/>
                  </a:lnTo>
                  <a:lnTo>
                    <a:pt x="1270437" y="5027944"/>
                  </a:lnTo>
                  <a:lnTo>
                    <a:pt x="1270727" y="5027944"/>
                  </a:lnTo>
                  <a:lnTo>
                    <a:pt x="1271018" y="5027944"/>
                  </a:lnTo>
                  <a:lnTo>
                    <a:pt x="1271309" y="5027944"/>
                  </a:lnTo>
                  <a:lnTo>
                    <a:pt x="1271600" y="5027320"/>
                  </a:lnTo>
                  <a:lnTo>
                    <a:pt x="1271745" y="5027320"/>
                  </a:lnTo>
                  <a:lnTo>
                    <a:pt x="1271745" y="5026697"/>
                  </a:lnTo>
                  <a:lnTo>
                    <a:pt x="1272036" y="5026697"/>
                  </a:lnTo>
                  <a:lnTo>
                    <a:pt x="1272473" y="5026073"/>
                  </a:lnTo>
                  <a:lnTo>
                    <a:pt x="1272909" y="5026073"/>
                  </a:lnTo>
                  <a:lnTo>
                    <a:pt x="1273054" y="5026073"/>
                  </a:lnTo>
                  <a:lnTo>
                    <a:pt x="1273491" y="5026073"/>
                  </a:lnTo>
                  <a:lnTo>
                    <a:pt x="1273636" y="5026073"/>
                  </a:lnTo>
                  <a:lnTo>
                    <a:pt x="1273781" y="5025449"/>
                  </a:lnTo>
                  <a:lnTo>
                    <a:pt x="1273927" y="5025449"/>
                  </a:lnTo>
                  <a:lnTo>
                    <a:pt x="1274072" y="5025449"/>
                  </a:lnTo>
                  <a:lnTo>
                    <a:pt x="1274218" y="5024826"/>
                  </a:lnTo>
                  <a:lnTo>
                    <a:pt x="1274218" y="5024202"/>
                  </a:lnTo>
                  <a:lnTo>
                    <a:pt x="1274509" y="5024202"/>
                  </a:lnTo>
                  <a:lnTo>
                    <a:pt x="1274654" y="5024202"/>
                  </a:lnTo>
                  <a:lnTo>
                    <a:pt x="1274945" y="5024202"/>
                  </a:lnTo>
                  <a:lnTo>
                    <a:pt x="1275236" y="5024202"/>
                  </a:lnTo>
                  <a:lnTo>
                    <a:pt x="1275381" y="5024202"/>
                  </a:lnTo>
                  <a:lnTo>
                    <a:pt x="1275527" y="5024202"/>
                  </a:lnTo>
                  <a:lnTo>
                    <a:pt x="1275672" y="5024202"/>
                  </a:lnTo>
                  <a:lnTo>
                    <a:pt x="1275817" y="5024202"/>
                  </a:lnTo>
                  <a:lnTo>
                    <a:pt x="1275963" y="5024202"/>
                  </a:lnTo>
                  <a:lnTo>
                    <a:pt x="1276108" y="5022955"/>
                  </a:lnTo>
                  <a:lnTo>
                    <a:pt x="1276108" y="5022331"/>
                  </a:lnTo>
                  <a:lnTo>
                    <a:pt x="1276254" y="5021708"/>
                  </a:lnTo>
                  <a:lnTo>
                    <a:pt x="1277272" y="5021708"/>
                  </a:lnTo>
                  <a:lnTo>
                    <a:pt x="1277417" y="5021708"/>
                  </a:lnTo>
                  <a:lnTo>
                    <a:pt x="1277562" y="5021708"/>
                  </a:lnTo>
                  <a:lnTo>
                    <a:pt x="1277708" y="5021708"/>
                  </a:lnTo>
                  <a:lnTo>
                    <a:pt x="1278144" y="5021708"/>
                  </a:lnTo>
                  <a:lnTo>
                    <a:pt x="1278290" y="5021084"/>
                  </a:lnTo>
                  <a:lnTo>
                    <a:pt x="1278435" y="5021084"/>
                  </a:lnTo>
                  <a:lnTo>
                    <a:pt x="1278580" y="5020461"/>
                  </a:lnTo>
                  <a:lnTo>
                    <a:pt x="1278871" y="5020461"/>
                  </a:lnTo>
                  <a:lnTo>
                    <a:pt x="1278871" y="5019837"/>
                  </a:lnTo>
                  <a:lnTo>
                    <a:pt x="1279017" y="5019837"/>
                  </a:lnTo>
                  <a:lnTo>
                    <a:pt x="1279162" y="5019837"/>
                  </a:lnTo>
                  <a:lnTo>
                    <a:pt x="1279308" y="5019837"/>
                  </a:lnTo>
                  <a:lnTo>
                    <a:pt x="1279598" y="5019837"/>
                  </a:lnTo>
                  <a:lnTo>
                    <a:pt x="1279744" y="5019837"/>
                  </a:lnTo>
                  <a:lnTo>
                    <a:pt x="1279889" y="5019837"/>
                  </a:lnTo>
                  <a:lnTo>
                    <a:pt x="1280035" y="5019837"/>
                  </a:lnTo>
                  <a:lnTo>
                    <a:pt x="1280180" y="5019837"/>
                  </a:lnTo>
                  <a:lnTo>
                    <a:pt x="1280471" y="5019837"/>
                  </a:lnTo>
                  <a:lnTo>
                    <a:pt x="1280616" y="5019837"/>
                  </a:lnTo>
                  <a:lnTo>
                    <a:pt x="1280762" y="5019837"/>
                  </a:lnTo>
                  <a:lnTo>
                    <a:pt x="1281198" y="5019214"/>
                  </a:lnTo>
                  <a:lnTo>
                    <a:pt x="1281344" y="5019214"/>
                  </a:lnTo>
                  <a:lnTo>
                    <a:pt x="1281489" y="5019214"/>
                  </a:lnTo>
                  <a:lnTo>
                    <a:pt x="1281634" y="5019214"/>
                  </a:lnTo>
                  <a:lnTo>
                    <a:pt x="1281780" y="5019214"/>
                  </a:lnTo>
                  <a:lnTo>
                    <a:pt x="1282216" y="5019214"/>
                  </a:lnTo>
                  <a:lnTo>
                    <a:pt x="1282362" y="5019214"/>
                  </a:lnTo>
                  <a:lnTo>
                    <a:pt x="1282362" y="5018590"/>
                  </a:lnTo>
                  <a:lnTo>
                    <a:pt x="1282507" y="5018590"/>
                  </a:lnTo>
                  <a:lnTo>
                    <a:pt x="1282652" y="5018590"/>
                  </a:lnTo>
                  <a:lnTo>
                    <a:pt x="1282798" y="5018590"/>
                  </a:lnTo>
                  <a:lnTo>
                    <a:pt x="1282943" y="5018590"/>
                  </a:lnTo>
                  <a:lnTo>
                    <a:pt x="1283234" y="5018590"/>
                  </a:lnTo>
                  <a:lnTo>
                    <a:pt x="1283379" y="5018590"/>
                  </a:lnTo>
                  <a:lnTo>
                    <a:pt x="1283525" y="5018590"/>
                  </a:lnTo>
                  <a:lnTo>
                    <a:pt x="1283670" y="5017966"/>
                  </a:lnTo>
                  <a:lnTo>
                    <a:pt x="1283670" y="5017343"/>
                  </a:lnTo>
                  <a:lnTo>
                    <a:pt x="1283816" y="5017343"/>
                  </a:lnTo>
                  <a:lnTo>
                    <a:pt x="1284252" y="5017343"/>
                  </a:lnTo>
                  <a:lnTo>
                    <a:pt x="1284543" y="5017343"/>
                  </a:lnTo>
                  <a:lnTo>
                    <a:pt x="1284688" y="5017343"/>
                  </a:lnTo>
                  <a:lnTo>
                    <a:pt x="1284979" y="5017343"/>
                  </a:lnTo>
                  <a:lnTo>
                    <a:pt x="1284979" y="5016719"/>
                  </a:lnTo>
                  <a:lnTo>
                    <a:pt x="1285270" y="5016719"/>
                  </a:lnTo>
                  <a:lnTo>
                    <a:pt x="1285270" y="5016096"/>
                  </a:lnTo>
                  <a:lnTo>
                    <a:pt x="1285561" y="5016096"/>
                  </a:lnTo>
                  <a:lnTo>
                    <a:pt x="1285852" y="5016096"/>
                  </a:lnTo>
                  <a:lnTo>
                    <a:pt x="1285997" y="5016096"/>
                  </a:lnTo>
                  <a:lnTo>
                    <a:pt x="1286288" y="5016096"/>
                  </a:lnTo>
                  <a:lnTo>
                    <a:pt x="1286724" y="5016096"/>
                  </a:lnTo>
                  <a:lnTo>
                    <a:pt x="1287161" y="5016096"/>
                  </a:lnTo>
                  <a:lnTo>
                    <a:pt x="1287306" y="5016096"/>
                  </a:lnTo>
                  <a:lnTo>
                    <a:pt x="1287742" y="5016096"/>
                  </a:lnTo>
                  <a:lnTo>
                    <a:pt x="1288033" y="5016096"/>
                  </a:lnTo>
                  <a:lnTo>
                    <a:pt x="1288324" y="5016096"/>
                  </a:lnTo>
                  <a:lnTo>
                    <a:pt x="1288760" y="5016096"/>
                  </a:lnTo>
                  <a:lnTo>
                    <a:pt x="1288760" y="5015472"/>
                  </a:lnTo>
                  <a:lnTo>
                    <a:pt x="1289051" y="5015472"/>
                  </a:lnTo>
                  <a:lnTo>
                    <a:pt x="1289342" y="5014225"/>
                  </a:lnTo>
                  <a:lnTo>
                    <a:pt x="1289633" y="5014225"/>
                  </a:lnTo>
                  <a:lnTo>
                    <a:pt x="1289778" y="5014225"/>
                  </a:lnTo>
                  <a:lnTo>
                    <a:pt x="1290214" y="5014225"/>
                  </a:lnTo>
                  <a:lnTo>
                    <a:pt x="1290360" y="5013601"/>
                  </a:lnTo>
                  <a:lnTo>
                    <a:pt x="1290505" y="5013601"/>
                  </a:lnTo>
                  <a:lnTo>
                    <a:pt x="1290505" y="5012354"/>
                  </a:lnTo>
                  <a:lnTo>
                    <a:pt x="1290651" y="5012354"/>
                  </a:lnTo>
                  <a:lnTo>
                    <a:pt x="1290796" y="5012354"/>
                  </a:lnTo>
                  <a:lnTo>
                    <a:pt x="1290942" y="5012354"/>
                  </a:lnTo>
                  <a:lnTo>
                    <a:pt x="1291087" y="5012354"/>
                  </a:lnTo>
                  <a:lnTo>
                    <a:pt x="1291087" y="5011731"/>
                  </a:lnTo>
                  <a:lnTo>
                    <a:pt x="1291378" y="5011731"/>
                  </a:lnTo>
                  <a:lnTo>
                    <a:pt x="1291669" y="5011731"/>
                  </a:lnTo>
                  <a:lnTo>
                    <a:pt x="1291814" y="5011731"/>
                  </a:lnTo>
                  <a:lnTo>
                    <a:pt x="1292105" y="5010483"/>
                  </a:lnTo>
                  <a:lnTo>
                    <a:pt x="1292250" y="5010483"/>
                  </a:lnTo>
                  <a:lnTo>
                    <a:pt x="1292396" y="5010483"/>
                  </a:lnTo>
                  <a:lnTo>
                    <a:pt x="1292541" y="5010483"/>
                  </a:lnTo>
                  <a:lnTo>
                    <a:pt x="1292687" y="5010483"/>
                  </a:lnTo>
                  <a:lnTo>
                    <a:pt x="1292832" y="5010483"/>
                  </a:lnTo>
                  <a:lnTo>
                    <a:pt x="1292978" y="5010483"/>
                  </a:lnTo>
                  <a:lnTo>
                    <a:pt x="1293123" y="5010483"/>
                  </a:lnTo>
                  <a:lnTo>
                    <a:pt x="1293268" y="5010483"/>
                  </a:lnTo>
                  <a:lnTo>
                    <a:pt x="1293414" y="5010483"/>
                  </a:lnTo>
                  <a:lnTo>
                    <a:pt x="1293559" y="5010483"/>
                  </a:lnTo>
                  <a:lnTo>
                    <a:pt x="1293705" y="5010483"/>
                  </a:lnTo>
                  <a:lnTo>
                    <a:pt x="1293705" y="5009860"/>
                  </a:lnTo>
                  <a:lnTo>
                    <a:pt x="1293850" y="5009860"/>
                  </a:lnTo>
                  <a:lnTo>
                    <a:pt x="1293996" y="5009236"/>
                  </a:lnTo>
                  <a:lnTo>
                    <a:pt x="1294432" y="5008613"/>
                  </a:lnTo>
                  <a:lnTo>
                    <a:pt x="1294577" y="5008613"/>
                  </a:lnTo>
                  <a:lnTo>
                    <a:pt x="1294723" y="5008613"/>
                  </a:lnTo>
                  <a:lnTo>
                    <a:pt x="1294868" y="5008613"/>
                  </a:lnTo>
                  <a:lnTo>
                    <a:pt x="1295014" y="5008613"/>
                  </a:lnTo>
                  <a:lnTo>
                    <a:pt x="1295159" y="5008613"/>
                  </a:lnTo>
                  <a:lnTo>
                    <a:pt x="1295304" y="5008613"/>
                  </a:lnTo>
                  <a:lnTo>
                    <a:pt x="1295450" y="5006742"/>
                  </a:lnTo>
                  <a:lnTo>
                    <a:pt x="1295886" y="5006742"/>
                  </a:lnTo>
                  <a:lnTo>
                    <a:pt x="1296032" y="5006742"/>
                  </a:lnTo>
                  <a:lnTo>
                    <a:pt x="1296177" y="5006742"/>
                  </a:lnTo>
                  <a:lnTo>
                    <a:pt x="1296322" y="5006742"/>
                  </a:lnTo>
                  <a:lnTo>
                    <a:pt x="1296468" y="5006742"/>
                  </a:lnTo>
                  <a:lnTo>
                    <a:pt x="1296759" y="5006742"/>
                  </a:lnTo>
                  <a:lnTo>
                    <a:pt x="1297486" y="5005495"/>
                  </a:lnTo>
                  <a:lnTo>
                    <a:pt x="1297631" y="5005495"/>
                  </a:lnTo>
                  <a:lnTo>
                    <a:pt x="1297777" y="5005495"/>
                  </a:lnTo>
                  <a:lnTo>
                    <a:pt x="1297777" y="5004871"/>
                  </a:lnTo>
                  <a:lnTo>
                    <a:pt x="1297777" y="5004248"/>
                  </a:lnTo>
                  <a:lnTo>
                    <a:pt x="1297922" y="5003000"/>
                  </a:lnTo>
                  <a:lnTo>
                    <a:pt x="1298067" y="5003000"/>
                  </a:lnTo>
                  <a:lnTo>
                    <a:pt x="1298504" y="5003000"/>
                  </a:lnTo>
                  <a:lnTo>
                    <a:pt x="1298649" y="5002377"/>
                  </a:lnTo>
                  <a:lnTo>
                    <a:pt x="1298795" y="5002377"/>
                  </a:lnTo>
                  <a:lnTo>
                    <a:pt x="1298795" y="5001130"/>
                  </a:lnTo>
                  <a:lnTo>
                    <a:pt x="1298940" y="5001130"/>
                  </a:lnTo>
                  <a:lnTo>
                    <a:pt x="1299085" y="5001130"/>
                  </a:lnTo>
                  <a:lnTo>
                    <a:pt x="1299085" y="5000506"/>
                  </a:lnTo>
                  <a:lnTo>
                    <a:pt x="1299231" y="5000506"/>
                  </a:lnTo>
                  <a:lnTo>
                    <a:pt x="1299376" y="5000506"/>
                  </a:lnTo>
                  <a:lnTo>
                    <a:pt x="1299522" y="4999883"/>
                  </a:lnTo>
                  <a:lnTo>
                    <a:pt x="1299958" y="4999883"/>
                  </a:lnTo>
                  <a:lnTo>
                    <a:pt x="1300103" y="4999883"/>
                  </a:lnTo>
                  <a:lnTo>
                    <a:pt x="1300394" y="4999883"/>
                  </a:lnTo>
                  <a:lnTo>
                    <a:pt x="1300540" y="4999259"/>
                  </a:lnTo>
                  <a:lnTo>
                    <a:pt x="1300540" y="4998635"/>
                  </a:lnTo>
                  <a:lnTo>
                    <a:pt x="1300831" y="4998635"/>
                  </a:lnTo>
                  <a:lnTo>
                    <a:pt x="1300976" y="4998012"/>
                  </a:lnTo>
                  <a:lnTo>
                    <a:pt x="1301121" y="4998012"/>
                  </a:lnTo>
                  <a:lnTo>
                    <a:pt x="1301558" y="4997388"/>
                  </a:lnTo>
                  <a:lnTo>
                    <a:pt x="1301703" y="4997388"/>
                  </a:lnTo>
                  <a:lnTo>
                    <a:pt x="1301994" y="4997388"/>
                  </a:lnTo>
                  <a:lnTo>
                    <a:pt x="1302139" y="4997388"/>
                  </a:lnTo>
                  <a:lnTo>
                    <a:pt x="1302576" y="4997388"/>
                  </a:lnTo>
                  <a:lnTo>
                    <a:pt x="1302867" y="4997388"/>
                  </a:lnTo>
                  <a:lnTo>
                    <a:pt x="1303303" y="4997388"/>
                  </a:lnTo>
                  <a:lnTo>
                    <a:pt x="1303448" y="4997388"/>
                  </a:lnTo>
                  <a:lnTo>
                    <a:pt x="1303739" y="4996765"/>
                  </a:lnTo>
                  <a:lnTo>
                    <a:pt x="1304030" y="4996765"/>
                  </a:lnTo>
                  <a:lnTo>
                    <a:pt x="1304175" y="4996765"/>
                  </a:lnTo>
                  <a:lnTo>
                    <a:pt x="1304466" y="4996765"/>
                  </a:lnTo>
                  <a:lnTo>
                    <a:pt x="1304612" y="4996141"/>
                  </a:lnTo>
                  <a:lnTo>
                    <a:pt x="1304757" y="4996141"/>
                  </a:lnTo>
                  <a:lnTo>
                    <a:pt x="1305048" y="4995517"/>
                  </a:lnTo>
                  <a:lnTo>
                    <a:pt x="1305193" y="4995517"/>
                  </a:lnTo>
                  <a:lnTo>
                    <a:pt x="1305339" y="4995517"/>
                  </a:lnTo>
                  <a:lnTo>
                    <a:pt x="1305484" y="4995517"/>
                  </a:lnTo>
                  <a:lnTo>
                    <a:pt x="1305630" y="4995517"/>
                  </a:lnTo>
                  <a:lnTo>
                    <a:pt x="1305630" y="4994894"/>
                  </a:lnTo>
                  <a:lnTo>
                    <a:pt x="1306357" y="4994894"/>
                  </a:lnTo>
                  <a:lnTo>
                    <a:pt x="1306502" y="4994894"/>
                  </a:lnTo>
                  <a:lnTo>
                    <a:pt x="1306793" y="4994894"/>
                  </a:lnTo>
                  <a:lnTo>
                    <a:pt x="1306938" y="4994894"/>
                  </a:lnTo>
                  <a:lnTo>
                    <a:pt x="1307229" y="4994894"/>
                  </a:lnTo>
                  <a:lnTo>
                    <a:pt x="1307375" y="4994270"/>
                  </a:lnTo>
                  <a:lnTo>
                    <a:pt x="1307666" y="4994270"/>
                  </a:lnTo>
                  <a:lnTo>
                    <a:pt x="1307811" y="4994270"/>
                  </a:lnTo>
                  <a:lnTo>
                    <a:pt x="1308247" y="4994270"/>
                  </a:lnTo>
                  <a:lnTo>
                    <a:pt x="1308393" y="4994270"/>
                  </a:lnTo>
                  <a:lnTo>
                    <a:pt x="1308538" y="4994270"/>
                  </a:lnTo>
                  <a:lnTo>
                    <a:pt x="1308684" y="4994270"/>
                  </a:lnTo>
                  <a:lnTo>
                    <a:pt x="1308829" y="4994270"/>
                  </a:lnTo>
                  <a:lnTo>
                    <a:pt x="1308974" y="4994270"/>
                  </a:lnTo>
                  <a:lnTo>
                    <a:pt x="1309120" y="4994270"/>
                  </a:lnTo>
                  <a:lnTo>
                    <a:pt x="1309120" y="4993647"/>
                  </a:lnTo>
                  <a:lnTo>
                    <a:pt x="1309265" y="4993023"/>
                  </a:lnTo>
                  <a:lnTo>
                    <a:pt x="1309411" y="4993023"/>
                  </a:lnTo>
                  <a:lnTo>
                    <a:pt x="1309702" y="4993023"/>
                  </a:lnTo>
                  <a:lnTo>
                    <a:pt x="1309992" y="4993023"/>
                  </a:lnTo>
                  <a:lnTo>
                    <a:pt x="1309992" y="4992400"/>
                  </a:lnTo>
                  <a:lnTo>
                    <a:pt x="1309992" y="4991776"/>
                  </a:lnTo>
                  <a:lnTo>
                    <a:pt x="1310138" y="4991776"/>
                  </a:lnTo>
                  <a:lnTo>
                    <a:pt x="1310429" y="4991776"/>
                  </a:lnTo>
                  <a:lnTo>
                    <a:pt x="1310574" y="4991776"/>
                  </a:lnTo>
                  <a:lnTo>
                    <a:pt x="1311156" y="4991776"/>
                  </a:lnTo>
                  <a:lnTo>
                    <a:pt x="1311301" y="4991776"/>
                  </a:lnTo>
                  <a:lnTo>
                    <a:pt x="1311737" y="4991152"/>
                  </a:lnTo>
                  <a:lnTo>
                    <a:pt x="1311883" y="4991152"/>
                  </a:lnTo>
                  <a:lnTo>
                    <a:pt x="1311883" y="4990529"/>
                  </a:lnTo>
                  <a:lnTo>
                    <a:pt x="1312174" y="4990529"/>
                  </a:lnTo>
                  <a:lnTo>
                    <a:pt x="1312319" y="4990529"/>
                  </a:lnTo>
                  <a:lnTo>
                    <a:pt x="1312465" y="4990529"/>
                  </a:lnTo>
                  <a:lnTo>
                    <a:pt x="1312465" y="4989905"/>
                  </a:lnTo>
                  <a:lnTo>
                    <a:pt x="1312465" y="4989282"/>
                  </a:lnTo>
                  <a:lnTo>
                    <a:pt x="1312755" y="4989282"/>
                  </a:lnTo>
                  <a:lnTo>
                    <a:pt x="1312901" y="4989282"/>
                  </a:lnTo>
                  <a:lnTo>
                    <a:pt x="1313046" y="4989282"/>
                  </a:lnTo>
                  <a:lnTo>
                    <a:pt x="1313192" y="4989282"/>
                  </a:lnTo>
                  <a:lnTo>
                    <a:pt x="1313337" y="4988658"/>
                  </a:lnTo>
                  <a:lnTo>
                    <a:pt x="1313483" y="4988658"/>
                  </a:lnTo>
                  <a:lnTo>
                    <a:pt x="1313628" y="4988658"/>
                  </a:lnTo>
                  <a:lnTo>
                    <a:pt x="1313628" y="4988034"/>
                  </a:lnTo>
                  <a:lnTo>
                    <a:pt x="1313773" y="4988034"/>
                  </a:lnTo>
                  <a:lnTo>
                    <a:pt x="1313773" y="4987411"/>
                  </a:lnTo>
                  <a:lnTo>
                    <a:pt x="1313919" y="4987411"/>
                  </a:lnTo>
                  <a:lnTo>
                    <a:pt x="1314210" y="4987411"/>
                  </a:lnTo>
                  <a:lnTo>
                    <a:pt x="1314355" y="4987411"/>
                  </a:lnTo>
                  <a:lnTo>
                    <a:pt x="1314646" y="4986164"/>
                  </a:lnTo>
                  <a:lnTo>
                    <a:pt x="1314791" y="4986164"/>
                  </a:lnTo>
                  <a:lnTo>
                    <a:pt x="1314937" y="4986164"/>
                  </a:lnTo>
                  <a:lnTo>
                    <a:pt x="1315082" y="4985540"/>
                  </a:lnTo>
                  <a:lnTo>
                    <a:pt x="1315228" y="4985540"/>
                  </a:lnTo>
                  <a:lnTo>
                    <a:pt x="1315519" y="4985540"/>
                  </a:lnTo>
                  <a:lnTo>
                    <a:pt x="1315664" y="4985540"/>
                  </a:lnTo>
                  <a:lnTo>
                    <a:pt x="1315664" y="4984293"/>
                  </a:lnTo>
                  <a:lnTo>
                    <a:pt x="1315664" y="4983669"/>
                  </a:lnTo>
                  <a:lnTo>
                    <a:pt x="1315809" y="4983669"/>
                  </a:lnTo>
                  <a:lnTo>
                    <a:pt x="1316100" y="4983669"/>
                  </a:lnTo>
                  <a:lnTo>
                    <a:pt x="1316246" y="4983669"/>
                  </a:lnTo>
                  <a:lnTo>
                    <a:pt x="1316391" y="4983669"/>
                  </a:lnTo>
                  <a:lnTo>
                    <a:pt x="1316682" y="4983046"/>
                  </a:lnTo>
                  <a:lnTo>
                    <a:pt x="1316827" y="4983046"/>
                  </a:lnTo>
                  <a:lnTo>
                    <a:pt x="1316973" y="4983046"/>
                  </a:lnTo>
                  <a:lnTo>
                    <a:pt x="1317118" y="4983046"/>
                  </a:lnTo>
                  <a:lnTo>
                    <a:pt x="1317409" y="4983046"/>
                  </a:lnTo>
                  <a:lnTo>
                    <a:pt x="1317554" y="4983046"/>
                  </a:lnTo>
                  <a:lnTo>
                    <a:pt x="1317845" y="4983046"/>
                  </a:lnTo>
                  <a:lnTo>
                    <a:pt x="1317991" y="4983046"/>
                  </a:lnTo>
                  <a:lnTo>
                    <a:pt x="1318136" y="4983046"/>
                  </a:lnTo>
                  <a:lnTo>
                    <a:pt x="1318136" y="4982422"/>
                  </a:lnTo>
                  <a:lnTo>
                    <a:pt x="1318282" y="4982422"/>
                  </a:lnTo>
                  <a:lnTo>
                    <a:pt x="1318572" y="4981799"/>
                  </a:lnTo>
                  <a:lnTo>
                    <a:pt x="1318718" y="4981799"/>
                  </a:lnTo>
                  <a:lnTo>
                    <a:pt x="1318863" y="4980551"/>
                  </a:lnTo>
                  <a:lnTo>
                    <a:pt x="1319009" y="4980551"/>
                  </a:lnTo>
                  <a:lnTo>
                    <a:pt x="1319590" y="4980551"/>
                  </a:lnTo>
                  <a:lnTo>
                    <a:pt x="1319736" y="4979928"/>
                  </a:lnTo>
                  <a:lnTo>
                    <a:pt x="1319881" y="4979928"/>
                  </a:lnTo>
                  <a:lnTo>
                    <a:pt x="1320027" y="4979928"/>
                  </a:lnTo>
                  <a:lnTo>
                    <a:pt x="1320754" y="4979928"/>
                  </a:lnTo>
                  <a:lnTo>
                    <a:pt x="1321045" y="4979928"/>
                  </a:lnTo>
                  <a:lnTo>
                    <a:pt x="1321190" y="4979928"/>
                  </a:lnTo>
                  <a:lnTo>
                    <a:pt x="1321481" y="4979928"/>
                  </a:lnTo>
                  <a:lnTo>
                    <a:pt x="1322063" y="4979928"/>
                  </a:lnTo>
                  <a:lnTo>
                    <a:pt x="1322354" y="4979928"/>
                  </a:lnTo>
                  <a:lnTo>
                    <a:pt x="1322499" y="4979304"/>
                  </a:lnTo>
                  <a:lnTo>
                    <a:pt x="1322644" y="4979304"/>
                  </a:lnTo>
                  <a:lnTo>
                    <a:pt x="1322935" y="4978681"/>
                  </a:lnTo>
                  <a:lnTo>
                    <a:pt x="1323226" y="4978681"/>
                  </a:lnTo>
                  <a:lnTo>
                    <a:pt x="1323371" y="4978681"/>
                  </a:lnTo>
                  <a:lnTo>
                    <a:pt x="1323662" y="4978681"/>
                  </a:lnTo>
                  <a:lnTo>
                    <a:pt x="1323953" y="4978681"/>
                  </a:lnTo>
                  <a:lnTo>
                    <a:pt x="1324244" y="4978681"/>
                  </a:lnTo>
                  <a:lnTo>
                    <a:pt x="1324389" y="4978681"/>
                  </a:lnTo>
                  <a:lnTo>
                    <a:pt x="1324680" y="4978681"/>
                  </a:lnTo>
                  <a:lnTo>
                    <a:pt x="1324826" y="4978681"/>
                  </a:lnTo>
                  <a:lnTo>
                    <a:pt x="1325117" y="4978681"/>
                  </a:lnTo>
                  <a:lnTo>
                    <a:pt x="1325262" y="4978681"/>
                  </a:lnTo>
                  <a:lnTo>
                    <a:pt x="1325407" y="4978681"/>
                  </a:lnTo>
                  <a:lnTo>
                    <a:pt x="1325407" y="4978057"/>
                  </a:lnTo>
                  <a:lnTo>
                    <a:pt x="1325553" y="4978057"/>
                  </a:lnTo>
                  <a:lnTo>
                    <a:pt x="1325844" y="4978057"/>
                  </a:lnTo>
                  <a:lnTo>
                    <a:pt x="1326135" y="4978057"/>
                  </a:lnTo>
                  <a:lnTo>
                    <a:pt x="1326571" y="4978057"/>
                  </a:lnTo>
                  <a:lnTo>
                    <a:pt x="1326716" y="4976186"/>
                  </a:lnTo>
                  <a:lnTo>
                    <a:pt x="1327007" y="4975563"/>
                  </a:lnTo>
                  <a:lnTo>
                    <a:pt x="1327153" y="4975563"/>
                  </a:lnTo>
                  <a:lnTo>
                    <a:pt x="1327298" y="4974939"/>
                  </a:lnTo>
                  <a:lnTo>
                    <a:pt x="1327443" y="4974939"/>
                  </a:lnTo>
                  <a:lnTo>
                    <a:pt x="1327589" y="4974939"/>
                  </a:lnTo>
                  <a:lnTo>
                    <a:pt x="1327880" y="4974939"/>
                  </a:lnTo>
                  <a:lnTo>
                    <a:pt x="1328025" y="4974939"/>
                  </a:lnTo>
                  <a:lnTo>
                    <a:pt x="1328025" y="4974316"/>
                  </a:lnTo>
                  <a:lnTo>
                    <a:pt x="1328171" y="4974316"/>
                  </a:lnTo>
                  <a:lnTo>
                    <a:pt x="1328461" y="4974316"/>
                  </a:lnTo>
                  <a:lnTo>
                    <a:pt x="1328898" y="4973692"/>
                  </a:lnTo>
                  <a:lnTo>
                    <a:pt x="1329189" y="4973692"/>
                  </a:lnTo>
                  <a:lnTo>
                    <a:pt x="1329334" y="4973692"/>
                  </a:lnTo>
                  <a:lnTo>
                    <a:pt x="1329625" y="4973692"/>
                  </a:lnTo>
                  <a:lnTo>
                    <a:pt x="1329770" y="4973692"/>
                  </a:lnTo>
                  <a:lnTo>
                    <a:pt x="1329770" y="4973068"/>
                  </a:lnTo>
                  <a:lnTo>
                    <a:pt x="1329916" y="4972445"/>
                  </a:lnTo>
                  <a:lnTo>
                    <a:pt x="1330061" y="4972445"/>
                  </a:lnTo>
                  <a:lnTo>
                    <a:pt x="1330497" y="4972445"/>
                  </a:lnTo>
                  <a:lnTo>
                    <a:pt x="1330497" y="4971821"/>
                  </a:lnTo>
                  <a:lnTo>
                    <a:pt x="1330643" y="4971821"/>
                  </a:lnTo>
                  <a:lnTo>
                    <a:pt x="1330788" y="4971821"/>
                  </a:lnTo>
                  <a:lnTo>
                    <a:pt x="1331370" y="4971198"/>
                  </a:lnTo>
                  <a:lnTo>
                    <a:pt x="1331515" y="4971198"/>
                  </a:lnTo>
                  <a:lnTo>
                    <a:pt x="1331661" y="4969951"/>
                  </a:lnTo>
                  <a:lnTo>
                    <a:pt x="1332097" y="4969951"/>
                  </a:lnTo>
                  <a:lnTo>
                    <a:pt x="1332242" y="4969951"/>
                  </a:lnTo>
                  <a:lnTo>
                    <a:pt x="1332388" y="4969951"/>
                  </a:lnTo>
                  <a:lnTo>
                    <a:pt x="1332533" y="4969951"/>
                  </a:lnTo>
                  <a:lnTo>
                    <a:pt x="1332679" y="4969951"/>
                  </a:lnTo>
                  <a:lnTo>
                    <a:pt x="1332824" y="4969951"/>
                  </a:lnTo>
                  <a:lnTo>
                    <a:pt x="1333551" y="4969951"/>
                  </a:lnTo>
                  <a:lnTo>
                    <a:pt x="1334133" y="4969951"/>
                  </a:lnTo>
                  <a:lnTo>
                    <a:pt x="1334278" y="4969951"/>
                  </a:lnTo>
                  <a:lnTo>
                    <a:pt x="1334424" y="4969951"/>
                  </a:lnTo>
                  <a:lnTo>
                    <a:pt x="1334569" y="4969951"/>
                  </a:lnTo>
                  <a:lnTo>
                    <a:pt x="1334715" y="4969951"/>
                  </a:lnTo>
                  <a:lnTo>
                    <a:pt x="1335006" y="4969327"/>
                  </a:lnTo>
                  <a:lnTo>
                    <a:pt x="1335151" y="4969327"/>
                  </a:lnTo>
                  <a:lnTo>
                    <a:pt x="1335442" y="4969327"/>
                  </a:lnTo>
                  <a:lnTo>
                    <a:pt x="1335587" y="4969327"/>
                  </a:lnTo>
                  <a:lnTo>
                    <a:pt x="1335587" y="4968703"/>
                  </a:lnTo>
                  <a:lnTo>
                    <a:pt x="1335733" y="4968703"/>
                  </a:lnTo>
                  <a:lnTo>
                    <a:pt x="1335878" y="4968703"/>
                  </a:lnTo>
                  <a:lnTo>
                    <a:pt x="1336169" y="4968080"/>
                  </a:lnTo>
                  <a:lnTo>
                    <a:pt x="1336314" y="4968080"/>
                  </a:lnTo>
                  <a:lnTo>
                    <a:pt x="1336314" y="4967456"/>
                  </a:lnTo>
                  <a:lnTo>
                    <a:pt x="1336751" y="4967456"/>
                  </a:lnTo>
                  <a:lnTo>
                    <a:pt x="1336896" y="4967456"/>
                  </a:lnTo>
                  <a:lnTo>
                    <a:pt x="1336896" y="4966833"/>
                  </a:lnTo>
                  <a:lnTo>
                    <a:pt x="1336896" y="4966209"/>
                  </a:lnTo>
                  <a:lnTo>
                    <a:pt x="1337187" y="4965586"/>
                  </a:lnTo>
                  <a:lnTo>
                    <a:pt x="1337478" y="4965586"/>
                  </a:lnTo>
                  <a:lnTo>
                    <a:pt x="1337623" y="4965586"/>
                  </a:lnTo>
                  <a:lnTo>
                    <a:pt x="1337623" y="4964962"/>
                  </a:lnTo>
                  <a:lnTo>
                    <a:pt x="1337769" y="4964338"/>
                  </a:lnTo>
                  <a:lnTo>
                    <a:pt x="1337914" y="4964338"/>
                  </a:lnTo>
                  <a:lnTo>
                    <a:pt x="1338059" y="4964338"/>
                  </a:lnTo>
                  <a:lnTo>
                    <a:pt x="1338059" y="4963715"/>
                  </a:lnTo>
                  <a:lnTo>
                    <a:pt x="1338350" y="4963715"/>
                  </a:lnTo>
                  <a:lnTo>
                    <a:pt x="1338496" y="4963715"/>
                  </a:lnTo>
                  <a:lnTo>
                    <a:pt x="1338641" y="4963715"/>
                  </a:lnTo>
                  <a:lnTo>
                    <a:pt x="1338787" y="4963715"/>
                  </a:lnTo>
                  <a:lnTo>
                    <a:pt x="1338787" y="4963091"/>
                  </a:lnTo>
                  <a:lnTo>
                    <a:pt x="1338932" y="4962468"/>
                  </a:lnTo>
                  <a:lnTo>
                    <a:pt x="1339077" y="4962468"/>
                  </a:lnTo>
                  <a:lnTo>
                    <a:pt x="1339514" y="4962468"/>
                  </a:lnTo>
                  <a:lnTo>
                    <a:pt x="1339805" y="4962468"/>
                  </a:lnTo>
                  <a:lnTo>
                    <a:pt x="1339950" y="4962468"/>
                  </a:lnTo>
                  <a:lnTo>
                    <a:pt x="1339950" y="4961220"/>
                  </a:lnTo>
                  <a:lnTo>
                    <a:pt x="1339950" y="4960597"/>
                  </a:lnTo>
                  <a:lnTo>
                    <a:pt x="1340095" y="4960597"/>
                  </a:lnTo>
                  <a:lnTo>
                    <a:pt x="1340386" y="4959973"/>
                  </a:lnTo>
                  <a:lnTo>
                    <a:pt x="1340532" y="4959973"/>
                  </a:lnTo>
                  <a:lnTo>
                    <a:pt x="1340677" y="4959973"/>
                  </a:lnTo>
                  <a:lnTo>
                    <a:pt x="1340823" y="4959350"/>
                  </a:lnTo>
                  <a:lnTo>
                    <a:pt x="1341113" y="4959350"/>
                  </a:lnTo>
                  <a:lnTo>
                    <a:pt x="1341259" y="4959350"/>
                  </a:lnTo>
                  <a:lnTo>
                    <a:pt x="1341404" y="4959350"/>
                  </a:lnTo>
                  <a:lnTo>
                    <a:pt x="1341695" y="4959350"/>
                  </a:lnTo>
                  <a:lnTo>
                    <a:pt x="1341841" y="4959350"/>
                  </a:lnTo>
                  <a:lnTo>
                    <a:pt x="1341986" y="4959350"/>
                  </a:lnTo>
                  <a:lnTo>
                    <a:pt x="1342131" y="4959350"/>
                  </a:lnTo>
                  <a:lnTo>
                    <a:pt x="1342422" y="4957479"/>
                  </a:lnTo>
                  <a:lnTo>
                    <a:pt x="1342713" y="4957479"/>
                  </a:lnTo>
                  <a:lnTo>
                    <a:pt x="1342859" y="4957479"/>
                  </a:lnTo>
                  <a:lnTo>
                    <a:pt x="1342859" y="4956855"/>
                  </a:lnTo>
                  <a:lnTo>
                    <a:pt x="1343004" y="4956855"/>
                  </a:lnTo>
                  <a:lnTo>
                    <a:pt x="1343149" y="4956855"/>
                  </a:lnTo>
                  <a:lnTo>
                    <a:pt x="1343149" y="4956232"/>
                  </a:lnTo>
                  <a:lnTo>
                    <a:pt x="1343295" y="4956232"/>
                  </a:lnTo>
                  <a:lnTo>
                    <a:pt x="1343440" y="4956232"/>
                  </a:lnTo>
                  <a:lnTo>
                    <a:pt x="1343586" y="4956232"/>
                  </a:lnTo>
                  <a:lnTo>
                    <a:pt x="1343731" y="4956232"/>
                  </a:lnTo>
                  <a:lnTo>
                    <a:pt x="1344022" y="4956232"/>
                  </a:lnTo>
                  <a:lnTo>
                    <a:pt x="1344022" y="4955608"/>
                  </a:lnTo>
                  <a:lnTo>
                    <a:pt x="1344167" y="4955608"/>
                  </a:lnTo>
                  <a:lnTo>
                    <a:pt x="1344167" y="4954985"/>
                  </a:lnTo>
                  <a:lnTo>
                    <a:pt x="1344458" y="4954985"/>
                  </a:lnTo>
                  <a:lnTo>
                    <a:pt x="1344604" y="4954985"/>
                  </a:lnTo>
                  <a:lnTo>
                    <a:pt x="1344894" y="4954985"/>
                  </a:lnTo>
                  <a:lnTo>
                    <a:pt x="1345040" y="4954361"/>
                  </a:lnTo>
                  <a:lnTo>
                    <a:pt x="1345331" y="4954361"/>
                  </a:lnTo>
                  <a:lnTo>
                    <a:pt x="1345476" y="4953737"/>
                  </a:lnTo>
                  <a:lnTo>
                    <a:pt x="1345622" y="4953114"/>
                  </a:lnTo>
                  <a:lnTo>
                    <a:pt x="1346058" y="4952490"/>
                  </a:lnTo>
                  <a:lnTo>
                    <a:pt x="1346203" y="4952490"/>
                  </a:lnTo>
                  <a:lnTo>
                    <a:pt x="1346349" y="4952490"/>
                  </a:lnTo>
                  <a:lnTo>
                    <a:pt x="1346494" y="4952490"/>
                  </a:lnTo>
                  <a:lnTo>
                    <a:pt x="1346930" y="4952490"/>
                  </a:lnTo>
                  <a:lnTo>
                    <a:pt x="1347076" y="4952490"/>
                  </a:lnTo>
                  <a:lnTo>
                    <a:pt x="1347221" y="4952490"/>
                  </a:lnTo>
                  <a:lnTo>
                    <a:pt x="1347367" y="4952490"/>
                  </a:lnTo>
                  <a:lnTo>
                    <a:pt x="1347512" y="4952490"/>
                  </a:lnTo>
                  <a:lnTo>
                    <a:pt x="1347803" y="4952490"/>
                  </a:lnTo>
                  <a:lnTo>
                    <a:pt x="1347948" y="4952490"/>
                  </a:lnTo>
                  <a:lnTo>
                    <a:pt x="1349403" y="4948749"/>
                  </a:lnTo>
                  <a:lnTo>
                    <a:pt x="1349839" y="4948125"/>
                  </a:lnTo>
                  <a:lnTo>
                    <a:pt x="1349984" y="4948125"/>
                  </a:lnTo>
                  <a:lnTo>
                    <a:pt x="1350275" y="4948125"/>
                  </a:lnTo>
                  <a:lnTo>
                    <a:pt x="1350421" y="4948125"/>
                  </a:lnTo>
                  <a:lnTo>
                    <a:pt x="1350566" y="4948125"/>
                  </a:lnTo>
                  <a:lnTo>
                    <a:pt x="1350711" y="4948125"/>
                  </a:lnTo>
                  <a:lnTo>
                    <a:pt x="1350857" y="4947502"/>
                  </a:lnTo>
                  <a:lnTo>
                    <a:pt x="1350857" y="4946878"/>
                  </a:lnTo>
                  <a:lnTo>
                    <a:pt x="1351148" y="4946878"/>
                  </a:lnTo>
                  <a:lnTo>
                    <a:pt x="1351293" y="4946878"/>
                  </a:lnTo>
                  <a:lnTo>
                    <a:pt x="1351439" y="4946878"/>
                  </a:lnTo>
                  <a:lnTo>
                    <a:pt x="1351584" y="4946878"/>
                  </a:lnTo>
                  <a:lnTo>
                    <a:pt x="1351729" y="4946254"/>
                  </a:lnTo>
                  <a:lnTo>
                    <a:pt x="1351875" y="4946254"/>
                  </a:lnTo>
                  <a:lnTo>
                    <a:pt x="1352166" y="4946254"/>
                  </a:lnTo>
                  <a:lnTo>
                    <a:pt x="1352166" y="4945631"/>
                  </a:lnTo>
                  <a:lnTo>
                    <a:pt x="1352311" y="4945631"/>
                  </a:lnTo>
                  <a:lnTo>
                    <a:pt x="1352457" y="4945631"/>
                  </a:lnTo>
                  <a:lnTo>
                    <a:pt x="1352747" y="4945631"/>
                  </a:lnTo>
                  <a:lnTo>
                    <a:pt x="1353038" y="4945631"/>
                  </a:lnTo>
                  <a:lnTo>
                    <a:pt x="1353184" y="4945631"/>
                  </a:lnTo>
                  <a:lnTo>
                    <a:pt x="1353475" y="4945631"/>
                  </a:lnTo>
                  <a:lnTo>
                    <a:pt x="1353620" y="4945631"/>
                  </a:lnTo>
                  <a:lnTo>
                    <a:pt x="1353620" y="4945007"/>
                  </a:lnTo>
                  <a:lnTo>
                    <a:pt x="1353765" y="4945007"/>
                  </a:lnTo>
                  <a:lnTo>
                    <a:pt x="1354056" y="4945007"/>
                  </a:lnTo>
                  <a:lnTo>
                    <a:pt x="1354202" y="4945007"/>
                  </a:lnTo>
                  <a:lnTo>
                    <a:pt x="1354493" y="4945007"/>
                  </a:lnTo>
                  <a:lnTo>
                    <a:pt x="1354783" y="4945007"/>
                  </a:lnTo>
                  <a:lnTo>
                    <a:pt x="1354929" y="4944384"/>
                  </a:lnTo>
                  <a:lnTo>
                    <a:pt x="1355074" y="4944384"/>
                  </a:lnTo>
                  <a:lnTo>
                    <a:pt x="1355220" y="4944384"/>
                  </a:lnTo>
                  <a:lnTo>
                    <a:pt x="1355656" y="4944384"/>
                  </a:lnTo>
                  <a:lnTo>
                    <a:pt x="1356092" y="4944384"/>
                  </a:lnTo>
                  <a:lnTo>
                    <a:pt x="1356238" y="4944384"/>
                  </a:lnTo>
                  <a:lnTo>
                    <a:pt x="1356383" y="4944384"/>
                  </a:lnTo>
                  <a:lnTo>
                    <a:pt x="1356383" y="4943760"/>
                  </a:lnTo>
                  <a:lnTo>
                    <a:pt x="1356965" y="4943137"/>
                  </a:lnTo>
                  <a:lnTo>
                    <a:pt x="1357110" y="4943137"/>
                  </a:lnTo>
                  <a:lnTo>
                    <a:pt x="1357256" y="4943137"/>
                  </a:lnTo>
                  <a:lnTo>
                    <a:pt x="1357546" y="4942513"/>
                  </a:lnTo>
                  <a:lnTo>
                    <a:pt x="1357546" y="4941889"/>
                  </a:lnTo>
                  <a:lnTo>
                    <a:pt x="1357692" y="4941266"/>
                  </a:lnTo>
                  <a:lnTo>
                    <a:pt x="1357837" y="4940642"/>
                  </a:lnTo>
                  <a:lnTo>
                    <a:pt x="1357983" y="4940642"/>
                  </a:lnTo>
                  <a:lnTo>
                    <a:pt x="1358274" y="4940642"/>
                  </a:lnTo>
                  <a:lnTo>
                    <a:pt x="1358564" y="4940642"/>
                  </a:lnTo>
                  <a:lnTo>
                    <a:pt x="1358855" y="4940642"/>
                  </a:lnTo>
                  <a:lnTo>
                    <a:pt x="1359001" y="4940642"/>
                  </a:lnTo>
                  <a:lnTo>
                    <a:pt x="1359146" y="4940642"/>
                  </a:lnTo>
                  <a:lnTo>
                    <a:pt x="1359292" y="4940642"/>
                  </a:lnTo>
                  <a:lnTo>
                    <a:pt x="1359582" y="4940642"/>
                  </a:lnTo>
                  <a:lnTo>
                    <a:pt x="1359728" y="4940642"/>
                  </a:lnTo>
                  <a:lnTo>
                    <a:pt x="1359873" y="4940642"/>
                  </a:lnTo>
                  <a:lnTo>
                    <a:pt x="1359873" y="4940019"/>
                  </a:lnTo>
                  <a:lnTo>
                    <a:pt x="1360019" y="4940019"/>
                  </a:lnTo>
                  <a:lnTo>
                    <a:pt x="1360164" y="4940019"/>
                  </a:lnTo>
                  <a:lnTo>
                    <a:pt x="1360455" y="4940019"/>
                  </a:lnTo>
                  <a:lnTo>
                    <a:pt x="1360455" y="4939395"/>
                  </a:lnTo>
                  <a:lnTo>
                    <a:pt x="1360891" y="4939395"/>
                  </a:lnTo>
                  <a:lnTo>
                    <a:pt x="1360891" y="4938771"/>
                  </a:lnTo>
                  <a:lnTo>
                    <a:pt x="1361037" y="4938771"/>
                  </a:lnTo>
                  <a:lnTo>
                    <a:pt x="1361182" y="4938771"/>
                  </a:lnTo>
                  <a:lnTo>
                    <a:pt x="1361328" y="4938771"/>
                  </a:lnTo>
                  <a:lnTo>
                    <a:pt x="1361473" y="4938771"/>
                  </a:lnTo>
                  <a:lnTo>
                    <a:pt x="1361618" y="4938771"/>
                  </a:lnTo>
                  <a:lnTo>
                    <a:pt x="1361764" y="4938771"/>
                  </a:lnTo>
                  <a:lnTo>
                    <a:pt x="1361909" y="4938148"/>
                  </a:lnTo>
                  <a:lnTo>
                    <a:pt x="1362055" y="4938148"/>
                  </a:lnTo>
                  <a:lnTo>
                    <a:pt x="1362636" y="4937524"/>
                  </a:lnTo>
                  <a:lnTo>
                    <a:pt x="1362782" y="4937524"/>
                  </a:lnTo>
                  <a:lnTo>
                    <a:pt x="1362927" y="4937524"/>
                  </a:lnTo>
                  <a:lnTo>
                    <a:pt x="1363509" y="4936901"/>
                  </a:lnTo>
                  <a:lnTo>
                    <a:pt x="1363654" y="4936901"/>
                  </a:lnTo>
                  <a:lnTo>
                    <a:pt x="1363800" y="4936901"/>
                  </a:lnTo>
                  <a:lnTo>
                    <a:pt x="1364236" y="4936901"/>
                  </a:lnTo>
                  <a:lnTo>
                    <a:pt x="1364236" y="4936277"/>
                  </a:lnTo>
                  <a:lnTo>
                    <a:pt x="1364381" y="4936277"/>
                  </a:lnTo>
                  <a:lnTo>
                    <a:pt x="1364381" y="4935654"/>
                  </a:lnTo>
                  <a:lnTo>
                    <a:pt x="1364527" y="4935654"/>
                  </a:lnTo>
                  <a:lnTo>
                    <a:pt x="1364672" y="4935654"/>
                  </a:lnTo>
                  <a:lnTo>
                    <a:pt x="1364963" y="4935654"/>
                  </a:lnTo>
                  <a:lnTo>
                    <a:pt x="1365690" y="4935654"/>
                  </a:lnTo>
                  <a:lnTo>
                    <a:pt x="1365836" y="4935654"/>
                  </a:lnTo>
                  <a:lnTo>
                    <a:pt x="1365981" y="4935030"/>
                  </a:lnTo>
                  <a:lnTo>
                    <a:pt x="1366272" y="4934406"/>
                  </a:lnTo>
                  <a:lnTo>
                    <a:pt x="1366417" y="4934406"/>
                  </a:lnTo>
                  <a:lnTo>
                    <a:pt x="1366563" y="4934406"/>
                  </a:lnTo>
                  <a:lnTo>
                    <a:pt x="1366999" y="4934406"/>
                  </a:lnTo>
                  <a:lnTo>
                    <a:pt x="1367145" y="4934406"/>
                  </a:lnTo>
                  <a:lnTo>
                    <a:pt x="1367290" y="4934406"/>
                  </a:lnTo>
                  <a:lnTo>
                    <a:pt x="1367581" y="4934406"/>
                  </a:lnTo>
                  <a:lnTo>
                    <a:pt x="1367726" y="4933783"/>
                  </a:lnTo>
                  <a:lnTo>
                    <a:pt x="1368163" y="4931912"/>
                  </a:lnTo>
                  <a:lnTo>
                    <a:pt x="1368453" y="4931912"/>
                  </a:lnTo>
                  <a:lnTo>
                    <a:pt x="1368599" y="4931912"/>
                  </a:lnTo>
                  <a:lnTo>
                    <a:pt x="1368744" y="4931288"/>
                  </a:lnTo>
                  <a:lnTo>
                    <a:pt x="1368744" y="4930665"/>
                  </a:lnTo>
                  <a:lnTo>
                    <a:pt x="1368890" y="4930665"/>
                  </a:lnTo>
                  <a:lnTo>
                    <a:pt x="1369181" y="4930665"/>
                  </a:lnTo>
                  <a:lnTo>
                    <a:pt x="1369326" y="4930665"/>
                  </a:lnTo>
                  <a:lnTo>
                    <a:pt x="1369326" y="4930041"/>
                  </a:lnTo>
                  <a:lnTo>
                    <a:pt x="1369326" y="4929418"/>
                  </a:lnTo>
                  <a:lnTo>
                    <a:pt x="1369471" y="4929418"/>
                  </a:lnTo>
                  <a:lnTo>
                    <a:pt x="1369617" y="4929418"/>
                  </a:lnTo>
                  <a:lnTo>
                    <a:pt x="1369762" y="4929418"/>
                  </a:lnTo>
                  <a:lnTo>
                    <a:pt x="1370053" y="4929418"/>
                  </a:lnTo>
                  <a:lnTo>
                    <a:pt x="1370199" y="4929418"/>
                  </a:lnTo>
                  <a:lnTo>
                    <a:pt x="1370489" y="4929418"/>
                  </a:lnTo>
                  <a:lnTo>
                    <a:pt x="1370489" y="4928794"/>
                  </a:lnTo>
                  <a:lnTo>
                    <a:pt x="1370926" y="4928171"/>
                  </a:lnTo>
                  <a:lnTo>
                    <a:pt x="1371071" y="4928171"/>
                  </a:lnTo>
                  <a:lnTo>
                    <a:pt x="1371216" y="4928171"/>
                  </a:lnTo>
                  <a:lnTo>
                    <a:pt x="1371362" y="4928171"/>
                  </a:lnTo>
                  <a:lnTo>
                    <a:pt x="1371653" y="4928171"/>
                  </a:lnTo>
                  <a:lnTo>
                    <a:pt x="1371798" y="4927547"/>
                  </a:lnTo>
                  <a:lnTo>
                    <a:pt x="1372234" y="4926923"/>
                  </a:lnTo>
                  <a:lnTo>
                    <a:pt x="1372234" y="4926300"/>
                  </a:lnTo>
                  <a:lnTo>
                    <a:pt x="1372816" y="4925676"/>
                  </a:lnTo>
                  <a:lnTo>
                    <a:pt x="1372962" y="4925676"/>
                  </a:lnTo>
                  <a:lnTo>
                    <a:pt x="1372962" y="4925053"/>
                  </a:lnTo>
                  <a:lnTo>
                    <a:pt x="1373107" y="4925053"/>
                  </a:lnTo>
                  <a:lnTo>
                    <a:pt x="1373252" y="4925053"/>
                  </a:lnTo>
                  <a:lnTo>
                    <a:pt x="1373689" y="4925053"/>
                  </a:lnTo>
                  <a:lnTo>
                    <a:pt x="1373834" y="4925053"/>
                  </a:lnTo>
                  <a:lnTo>
                    <a:pt x="1374125" y="4925053"/>
                  </a:lnTo>
                  <a:lnTo>
                    <a:pt x="1374561" y="4924429"/>
                  </a:lnTo>
                  <a:lnTo>
                    <a:pt x="1374852" y="4924429"/>
                  </a:lnTo>
                  <a:lnTo>
                    <a:pt x="1374998" y="4924429"/>
                  </a:lnTo>
                  <a:lnTo>
                    <a:pt x="1375143" y="4924429"/>
                  </a:lnTo>
                  <a:lnTo>
                    <a:pt x="1375288" y="4924429"/>
                  </a:lnTo>
                  <a:lnTo>
                    <a:pt x="1375434" y="4924429"/>
                  </a:lnTo>
                  <a:lnTo>
                    <a:pt x="1375434" y="4923805"/>
                  </a:lnTo>
                  <a:lnTo>
                    <a:pt x="1375579" y="4923805"/>
                  </a:lnTo>
                  <a:lnTo>
                    <a:pt x="1375870" y="4923182"/>
                  </a:lnTo>
                  <a:lnTo>
                    <a:pt x="1376016" y="4923182"/>
                  </a:lnTo>
                  <a:lnTo>
                    <a:pt x="1376016" y="4922558"/>
                  </a:lnTo>
                  <a:lnTo>
                    <a:pt x="1376016" y="4921935"/>
                  </a:lnTo>
                  <a:lnTo>
                    <a:pt x="1376452" y="4921935"/>
                  </a:lnTo>
                  <a:lnTo>
                    <a:pt x="1376452" y="4921311"/>
                  </a:lnTo>
                  <a:lnTo>
                    <a:pt x="1376597" y="4920688"/>
                  </a:lnTo>
                  <a:lnTo>
                    <a:pt x="1376743" y="4920064"/>
                  </a:lnTo>
                  <a:lnTo>
                    <a:pt x="1377179" y="4920064"/>
                  </a:lnTo>
                  <a:lnTo>
                    <a:pt x="1377324" y="4920064"/>
                  </a:lnTo>
                  <a:lnTo>
                    <a:pt x="1377470" y="4920064"/>
                  </a:lnTo>
                  <a:lnTo>
                    <a:pt x="1377615" y="4920064"/>
                  </a:lnTo>
                  <a:lnTo>
                    <a:pt x="1378197" y="4919440"/>
                  </a:lnTo>
                  <a:lnTo>
                    <a:pt x="1378342" y="4919440"/>
                  </a:lnTo>
                  <a:lnTo>
                    <a:pt x="1378488" y="4919440"/>
                  </a:lnTo>
                  <a:lnTo>
                    <a:pt x="1378488" y="4918817"/>
                  </a:lnTo>
                  <a:lnTo>
                    <a:pt x="1378779" y="4918817"/>
                  </a:lnTo>
                  <a:lnTo>
                    <a:pt x="1378924" y="4918817"/>
                  </a:lnTo>
                  <a:lnTo>
                    <a:pt x="1379215" y="4918817"/>
                  </a:lnTo>
                  <a:lnTo>
                    <a:pt x="1379360" y="4918193"/>
                  </a:lnTo>
                  <a:lnTo>
                    <a:pt x="1379506" y="4918193"/>
                  </a:lnTo>
                  <a:lnTo>
                    <a:pt x="1379651" y="4918193"/>
                  </a:lnTo>
                  <a:lnTo>
                    <a:pt x="1379797" y="4918193"/>
                  </a:lnTo>
                  <a:lnTo>
                    <a:pt x="1379942" y="4918193"/>
                  </a:lnTo>
                  <a:lnTo>
                    <a:pt x="1380233" y="4916946"/>
                  </a:lnTo>
                  <a:lnTo>
                    <a:pt x="1380524" y="4916946"/>
                  </a:lnTo>
                  <a:lnTo>
                    <a:pt x="1380669" y="4916946"/>
                  </a:lnTo>
                  <a:lnTo>
                    <a:pt x="1380960" y="4916946"/>
                  </a:lnTo>
                  <a:lnTo>
                    <a:pt x="1381396" y="4916946"/>
                  </a:lnTo>
                  <a:lnTo>
                    <a:pt x="1381542" y="4916946"/>
                  </a:lnTo>
                  <a:lnTo>
                    <a:pt x="1381687" y="4916946"/>
                  </a:lnTo>
                  <a:lnTo>
                    <a:pt x="1381978" y="4916946"/>
                  </a:lnTo>
                  <a:lnTo>
                    <a:pt x="1382123" y="4916946"/>
                  </a:lnTo>
                  <a:lnTo>
                    <a:pt x="1382269" y="4916323"/>
                  </a:lnTo>
                  <a:lnTo>
                    <a:pt x="1382414" y="4916323"/>
                  </a:lnTo>
                  <a:lnTo>
                    <a:pt x="1382560" y="4916323"/>
                  </a:lnTo>
                  <a:lnTo>
                    <a:pt x="1382705" y="4916323"/>
                  </a:lnTo>
                  <a:lnTo>
                    <a:pt x="1383141" y="4916323"/>
                  </a:lnTo>
                  <a:lnTo>
                    <a:pt x="1383141" y="4915699"/>
                  </a:lnTo>
                  <a:lnTo>
                    <a:pt x="1383287" y="4915699"/>
                  </a:lnTo>
                  <a:lnTo>
                    <a:pt x="1383432" y="4915699"/>
                  </a:lnTo>
                  <a:lnTo>
                    <a:pt x="1383869" y="4915699"/>
                  </a:lnTo>
                  <a:lnTo>
                    <a:pt x="1384014" y="4915699"/>
                  </a:lnTo>
                  <a:lnTo>
                    <a:pt x="1384305" y="4915699"/>
                  </a:lnTo>
                  <a:lnTo>
                    <a:pt x="1384450" y="4915699"/>
                  </a:lnTo>
                  <a:lnTo>
                    <a:pt x="1385032" y="4915699"/>
                  </a:lnTo>
                  <a:lnTo>
                    <a:pt x="1385177" y="4915699"/>
                  </a:lnTo>
                  <a:lnTo>
                    <a:pt x="1385323" y="4915699"/>
                  </a:lnTo>
                  <a:lnTo>
                    <a:pt x="1385323" y="4915075"/>
                  </a:lnTo>
                  <a:lnTo>
                    <a:pt x="1385323" y="4914452"/>
                  </a:lnTo>
                  <a:lnTo>
                    <a:pt x="1385614" y="4914452"/>
                  </a:lnTo>
                  <a:lnTo>
                    <a:pt x="1386050" y="4913828"/>
                  </a:lnTo>
                  <a:lnTo>
                    <a:pt x="1386195" y="4913205"/>
                  </a:lnTo>
                  <a:lnTo>
                    <a:pt x="1386486" y="4913205"/>
                  </a:lnTo>
                  <a:lnTo>
                    <a:pt x="1386632" y="4913205"/>
                  </a:lnTo>
                  <a:lnTo>
                    <a:pt x="1386777" y="4913205"/>
                  </a:lnTo>
                  <a:lnTo>
                    <a:pt x="1386777" y="4911334"/>
                  </a:lnTo>
                  <a:lnTo>
                    <a:pt x="1387068" y="4911334"/>
                  </a:lnTo>
                  <a:lnTo>
                    <a:pt x="1387359" y="4910710"/>
                  </a:lnTo>
                  <a:lnTo>
                    <a:pt x="1387504" y="4910087"/>
                  </a:lnTo>
                  <a:lnTo>
                    <a:pt x="1387650" y="4910087"/>
                  </a:lnTo>
                  <a:lnTo>
                    <a:pt x="1387650" y="4909463"/>
                  </a:lnTo>
                  <a:lnTo>
                    <a:pt x="1387650" y="4908840"/>
                  </a:lnTo>
                  <a:lnTo>
                    <a:pt x="1387795" y="4908840"/>
                  </a:lnTo>
                  <a:lnTo>
                    <a:pt x="1387940" y="4908840"/>
                  </a:lnTo>
                  <a:lnTo>
                    <a:pt x="1388231" y="4908840"/>
                  </a:lnTo>
                  <a:lnTo>
                    <a:pt x="1388231" y="4908216"/>
                  </a:lnTo>
                  <a:lnTo>
                    <a:pt x="1388522" y="4907592"/>
                  </a:lnTo>
                  <a:lnTo>
                    <a:pt x="1388668" y="4907592"/>
                  </a:lnTo>
                  <a:lnTo>
                    <a:pt x="1388668" y="4906969"/>
                  </a:lnTo>
                  <a:lnTo>
                    <a:pt x="1388668" y="4905722"/>
                  </a:lnTo>
                  <a:lnTo>
                    <a:pt x="1388958" y="4905722"/>
                  </a:lnTo>
                  <a:lnTo>
                    <a:pt x="1389104" y="4905722"/>
                  </a:lnTo>
                  <a:lnTo>
                    <a:pt x="1389249" y="4905722"/>
                  </a:lnTo>
                  <a:lnTo>
                    <a:pt x="1389395" y="4905098"/>
                  </a:lnTo>
                  <a:lnTo>
                    <a:pt x="1389540" y="4905098"/>
                  </a:lnTo>
                  <a:lnTo>
                    <a:pt x="1389976" y="4903851"/>
                  </a:lnTo>
                  <a:lnTo>
                    <a:pt x="1390122" y="4903227"/>
                  </a:lnTo>
                  <a:lnTo>
                    <a:pt x="1390267" y="4903227"/>
                  </a:lnTo>
                  <a:lnTo>
                    <a:pt x="1390849" y="4903227"/>
                  </a:lnTo>
                  <a:lnTo>
                    <a:pt x="1391140" y="4901357"/>
                  </a:lnTo>
                  <a:lnTo>
                    <a:pt x="1391285" y="4901357"/>
                  </a:lnTo>
                  <a:lnTo>
                    <a:pt x="1391431" y="4901357"/>
                  </a:lnTo>
                  <a:lnTo>
                    <a:pt x="1391431" y="4900733"/>
                  </a:lnTo>
                  <a:lnTo>
                    <a:pt x="1391431" y="4900109"/>
                  </a:lnTo>
                  <a:lnTo>
                    <a:pt x="1391721" y="4900109"/>
                  </a:lnTo>
                  <a:lnTo>
                    <a:pt x="1391721" y="4899486"/>
                  </a:lnTo>
                  <a:lnTo>
                    <a:pt x="1392739" y="4898862"/>
                  </a:lnTo>
                  <a:lnTo>
                    <a:pt x="1392885" y="4898862"/>
                  </a:lnTo>
                  <a:lnTo>
                    <a:pt x="1393030" y="4898862"/>
                  </a:lnTo>
                  <a:lnTo>
                    <a:pt x="1393176" y="4898862"/>
                  </a:lnTo>
                  <a:lnTo>
                    <a:pt x="1393321" y="4898862"/>
                  </a:lnTo>
                  <a:lnTo>
                    <a:pt x="1393612" y="4898862"/>
                  </a:lnTo>
                  <a:lnTo>
                    <a:pt x="1393903" y="4898862"/>
                  </a:lnTo>
                  <a:lnTo>
                    <a:pt x="1394048" y="4898862"/>
                  </a:lnTo>
                  <a:lnTo>
                    <a:pt x="1394339" y="4898862"/>
                  </a:lnTo>
                  <a:lnTo>
                    <a:pt x="1394485" y="4898862"/>
                  </a:lnTo>
                  <a:lnTo>
                    <a:pt x="1394630" y="4898862"/>
                  </a:lnTo>
                  <a:lnTo>
                    <a:pt x="1394921" y="4897615"/>
                  </a:lnTo>
                  <a:lnTo>
                    <a:pt x="1395066" y="4897615"/>
                  </a:lnTo>
                  <a:lnTo>
                    <a:pt x="1395212" y="4897615"/>
                  </a:lnTo>
                  <a:lnTo>
                    <a:pt x="1395357" y="4897615"/>
                  </a:lnTo>
                  <a:lnTo>
                    <a:pt x="1395648" y="4897615"/>
                  </a:lnTo>
                  <a:lnTo>
                    <a:pt x="1395939" y="4897615"/>
                  </a:lnTo>
                  <a:lnTo>
                    <a:pt x="1396084" y="4897615"/>
                  </a:lnTo>
                  <a:lnTo>
                    <a:pt x="1396230" y="4896991"/>
                  </a:lnTo>
                  <a:lnTo>
                    <a:pt x="1396375" y="4896368"/>
                  </a:lnTo>
                  <a:lnTo>
                    <a:pt x="1396375" y="4895744"/>
                  </a:lnTo>
                  <a:lnTo>
                    <a:pt x="1396521" y="4895744"/>
                  </a:lnTo>
                  <a:lnTo>
                    <a:pt x="1396957" y="4895744"/>
                  </a:lnTo>
                  <a:lnTo>
                    <a:pt x="1397102" y="4895744"/>
                  </a:lnTo>
                  <a:lnTo>
                    <a:pt x="1397248" y="4895744"/>
                  </a:lnTo>
                  <a:lnTo>
                    <a:pt x="1397539" y="4895744"/>
                  </a:lnTo>
                  <a:lnTo>
                    <a:pt x="1398120" y="4895121"/>
                  </a:lnTo>
                  <a:lnTo>
                    <a:pt x="1398120" y="4894497"/>
                  </a:lnTo>
                  <a:lnTo>
                    <a:pt x="1398266" y="4894497"/>
                  </a:lnTo>
                  <a:lnTo>
                    <a:pt x="1398847" y="4894497"/>
                  </a:lnTo>
                  <a:lnTo>
                    <a:pt x="1399138" y="4894497"/>
                  </a:lnTo>
                  <a:lnTo>
                    <a:pt x="1399720" y="4894497"/>
                  </a:lnTo>
                  <a:lnTo>
                    <a:pt x="1400011" y="4894497"/>
                  </a:lnTo>
                  <a:lnTo>
                    <a:pt x="1400156" y="4894497"/>
                  </a:lnTo>
                  <a:lnTo>
                    <a:pt x="1400592" y="4894497"/>
                  </a:lnTo>
                  <a:lnTo>
                    <a:pt x="1400738" y="4894497"/>
                  </a:lnTo>
                  <a:lnTo>
                    <a:pt x="1400883" y="4894497"/>
                  </a:lnTo>
                  <a:lnTo>
                    <a:pt x="1401029" y="4894497"/>
                  </a:lnTo>
                  <a:lnTo>
                    <a:pt x="1401174" y="4893874"/>
                  </a:lnTo>
                  <a:lnTo>
                    <a:pt x="1401320" y="4893874"/>
                  </a:lnTo>
                  <a:lnTo>
                    <a:pt x="1401465" y="4893874"/>
                  </a:lnTo>
                  <a:lnTo>
                    <a:pt x="1401610" y="4893874"/>
                  </a:lnTo>
                  <a:lnTo>
                    <a:pt x="1401756" y="4893874"/>
                  </a:lnTo>
                  <a:lnTo>
                    <a:pt x="1401901" y="4893874"/>
                  </a:lnTo>
                  <a:lnTo>
                    <a:pt x="1402192" y="4893250"/>
                  </a:lnTo>
                  <a:lnTo>
                    <a:pt x="1402338" y="4893250"/>
                  </a:lnTo>
                  <a:lnTo>
                    <a:pt x="1402628" y="4892003"/>
                  </a:lnTo>
                  <a:lnTo>
                    <a:pt x="1402919" y="4892003"/>
                  </a:lnTo>
                  <a:lnTo>
                    <a:pt x="1403210" y="4892003"/>
                  </a:lnTo>
                  <a:lnTo>
                    <a:pt x="1403356" y="4892003"/>
                  </a:lnTo>
                  <a:lnTo>
                    <a:pt x="1403501" y="4892003"/>
                  </a:lnTo>
                  <a:lnTo>
                    <a:pt x="1403792" y="4892003"/>
                  </a:lnTo>
                  <a:lnTo>
                    <a:pt x="1403937" y="4892003"/>
                  </a:lnTo>
                  <a:lnTo>
                    <a:pt x="1404083" y="4892003"/>
                  </a:lnTo>
                  <a:lnTo>
                    <a:pt x="1404228" y="4892003"/>
                  </a:lnTo>
                  <a:lnTo>
                    <a:pt x="1404373" y="4892003"/>
                  </a:lnTo>
                  <a:lnTo>
                    <a:pt x="1404664" y="4892003"/>
                  </a:lnTo>
                  <a:lnTo>
                    <a:pt x="1404955" y="4892003"/>
                  </a:lnTo>
                  <a:lnTo>
                    <a:pt x="1405101" y="4892003"/>
                  </a:lnTo>
                  <a:lnTo>
                    <a:pt x="1405101" y="4891379"/>
                  </a:lnTo>
                  <a:lnTo>
                    <a:pt x="1405246" y="4891379"/>
                  </a:lnTo>
                  <a:lnTo>
                    <a:pt x="1405537" y="4891379"/>
                  </a:lnTo>
                  <a:lnTo>
                    <a:pt x="1405828" y="4891379"/>
                  </a:lnTo>
                  <a:lnTo>
                    <a:pt x="1406119" y="4891379"/>
                  </a:lnTo>
                  <a:lnTo>
                    <a:pt x="1406264" y="4891379"/>
                  </a:lnTo>
                  <a:lnTo>
                    <a:pt x="1406555" y="4891379"/>
                  </a:lnTo>
                  <a:lnTo>
                    <a:pt x="1406555" y="4890756"/>
                  </a:lnTo>
                  <a:lnTo>
                    <a:pt x="1406700" y="4890756"/>
                  </a:lnTo>
                  <a:lnTo>
                    <a:pt x="1406846" y="4890756"/>
                  </a:lnTo>
                  <a:lnTo>
                    <a:pt x="1406991" y="4890132"/>
                  </a:lnTo>
                  <a:lnTo>
                    <a:pt x="1407282" y="4890132"/>
                  </a:lnTo>
                  <a:lnTo>
                    <a:pt x="1407427" y="4890132"/>
                  </a:lnTo>
                  <a:lnTo>
                    <a:pt x="1407573" y="4890132"/>
                  </a:lnTo>
                  <a:lnTo>
                    <a:pt x="1408009" y="4890132"/>
                  </a:lnTo>
                  <a:lnTo>
                    <a:pt x="1408155" y="4890132"/>
                  </a:lnTo>
                  <a:lnTo>
                    <a:pt x="1408300" y="4890132"/>
                  </a:lnTo>
                  <a:lnTo>
                    <a:pt x="1408300" y="4889508"/>
                  </a:lnTo>
                  <a:lnTo>
                    <a:pt x="1408445" y="4889508"/>
                  </a:lnTo>
                  <a:lnTo>
                    <a:pt x="1408445" y="4888261"/>
                  </a:lnTo>
                  <a:lnTo>
                    <a:pt x="1408882" y="4887638"/>
                  </a:lnTo>
                  <a:lnTo>
                    <a:pt x="1409027" y="4887638"/>
                  </a:lnTo>
                  <a:lnTo>
                    <a:pt x="1409173" y="4887638"/>
                  </a:lnTo>
                  <a:lnTo>
                    <a:pt x="1409318" y="4887638"/>
                  </a:lnTo>
                  <a:lnTo>
                    <a:pt x="1409463" y="4887638"/>
                  </a:lnTo>
                  <a:lnTo>
                    <a:pt x="1409609" y="4887638"/>
                  </a:lnTo>
                  <a:lnTo>
                    <a:pt x="1409609" y="4886391"/>
                  </a:lnTo>
                  <a:lnTo>
                    <a:pt x="1409754" y="4886391"/>
                  </a:lnTo>
                  <a:lnTo>
                    <a:pt x="1410336" y="4885767"/>
                  </a:lnTo>
                  <a:lnTo>
                    <a:pt x="1410481" y="4885767"/>
                  </a:lnTo>
                  <a:lnTo>
                    <a:pt x="1410918" y="4885767"/>
                  </a:lnTo>
                  <a:lnTo>
                    <a:pt x="1410918" y="4885143"/>
                  </a:lnTo>
                  <a:lnTo>
                    <a:pt x="1411208" y="4883896"/>
                  </a:lnTo>
                  <a:lnTo>
                    <a:pt x="1411354" y="4883896"/>
                  </a:lnTo>
                  <a:lnTo>
                    <a:pt x="1411499" y="4883896"/>
                  </a:lnTo>
                  <a:lnTo>
                    <a:pt x="1411790" y="4883896"/>
                  </a:lnTo>
                  <a:lnTo>
                    <a:pt x="1411936" y="4883896"/>
                  </a:lnTo>
                  <a:lnTo>
                    <a:pt x="1412081" y="4883896"/>
                  </a:lnTo>
                  <a:lnTo>
                    <a:pt x="1412226" y="4883896"/>
                  </a:lnTo>
                  <a:lnTo>
                    <a:pt x="1413099" y="4882025"/>
                  </a:lnTo>
                  <a:lnTo>
                    <a:pt x="1413244" y="4882025"/>
                  </a:lnTo>
                  <a:lnTo>
                    <a:pt x="1413390" y="4882025"/>
                  </a:lnTo>
                  <a:lnTo>
                    <a:pt x="1413535" y="4882025"/>
                  </a:lnTo>
                  <a:lnTo>
                    <a:pt x="1413681" y="4882025"/>
                  </a:lnTo>
                  <a:lnTo>
                    <a:pt x="1413826" y="4882025"/>
                  </a:lnTo>
                  <a:lnTo>
                    <a:pt x="1413826" y="4881402"/>
                  </a:lnTo>
                  <a:lnTo>
                    <a:pt x="1413826" y="4880778"/>
                  </a:lnTo>
                  <a:lnTo>
                    <a:pt x="1413972" y="4880155"/>
                  </a:lnTo>
                  <a:lnTo>
                    <a:pt x="1414117" y="4880155"/>
                  </a:lnTo>
                  <a:lnTo>
                    <a:pt x="1414262" y="4880155"/>
                  </a:lnTo>
                  <a:lnTo>
                    <a:pt x="1414408" y="4880155"/>
                  </a:lnTo>
                  <a:lnTo>
                    <a:pt x="1414553" y="4879531"/>
                  </a:lnTo>
                  <a:lnTo>
                    <a:pt x="1414699" y="4879531"/>
                  </a:lnTo>
                  <a:lnTo>
                    <a:pt x="1414844" y="4879531"/>
                  </a:lnTo>
                  <a:lnTo>
                    <a:pt x="1414990" y="4879531"/>
                  </a:lnTo>
                  <a:lnTo>
                    <a:pt x="1415280" y="4879531"/>
                  </a:lnTo>
                  <a:lnTo>
                    <a:pt x="1415426" y="4879531"/>
                  </a:lnTo>
                  <a:lnTo>
                    <a:pt x="1415426" y="4878908"/>
                  </a:lnTo>
                  <a:lnTo>
                    <a:pt x="1415426" y="4878284"/>
                  </a:lnTo>
                  <a:lnTo>
                    <a:pt x="1415571" y="4878284"/>
                  </a:lnTo>
                  <a:lnTo>
                    <a:pt x="1415717" y="4877037"/>
                  </a:lnTo>
                  <a:lnTo>
                    <a:pt x="1416008" y="4876413"/>
                  </a:lnTo>
                  <a:lnTo>
                    <a:pt x="1416298" y="4876413"/>
                  </a:lnTo>
                  <a:lnTo>
                    <a:pt x="1416298" y="4875790"/>
                  </a:lnTo>
                  <a:lnTo>
                    <a:pt x="1416298" y="4875166"/>
                  </a:lnTo>
                  <a:lnTo>
                    <a:pt x="1416589" y="4875166"/>
                  </a:lnTo>
                  <a:lnTo>
                    <a:pt x="1416589" y="4874542"/>
                  </a:lnTo>
                  <a:lnTo>
                    <a:pt x="1416880" y="4874542"/>
                  </a:lnTo>
                  <a:lnTo>
                    <a:pt x="1417026" y="4874542"/>
                  </a:lnTo>
                  <a:lnTo>
                    <a:pt x="1417316" y="4873919"/>
                  </a:lnTo>
                  <a:lnTo>
                    <a:pt x="1417462" y="4873919"/>
                  </a:lnTo>
                  <a:lnTo>
                    <a:pt x="1417607" y="4873919"/>
                  </a:lnTo>
                  <a:lnTo>
                    <a:pt x="1418043" y="4873295"/>
                  </a:lnTo>
                  <a:lnTo>
                    <a:pt x="1418043" y="4872672"/>
                  </a:lnTo>
                  <a:lnTo>
                    <a:pt x="1418189" y="4872672"/>
                  </a:lnTo>
                  <a:lnTo>
                    <a:pt x="1418334" y="4872672"/>
                  </a:lnTo>
                  <a:lnTo>
                    <a:pt x="1418480" y="4872672"/>
                  </a:lnTo>
                  <a:lnTo>
                    <a:pt x="1418625" y="4872672"/>
                  </a:lnTo>
                  <a:lnTo>
                    <a:pt x="1418916" y="4872672"/>
                  </a:lnTo>
                  <a:lnTo>
                    <a:pt x="1419352" y="4872048"/>
                  </a:lnTo>
                  <a:lnTo>
                    <a:pt x="1419498" y="4872048"/>
                  </a:lnTo>
                  <a:lnTo>
                    <a:pt x="1419789" y="4872048"/>
                  </a:lnTo>
                  <a:lnTo>
                    <a:pt x="1420370" y="4872048"/>
                  </a:lnTo>
                  <a:lnTo>
                    <a:pt x="1420516" y="4872048"/>
                  </a:lnTo>
                  <a:lnTo>
                    <a:pt x="1420661" y="4871425"/>
                  </a:lnTo>
                  <a:lnTo>
                    <a:pt x="1420952" y="4870801"/>
                  </a:lnTo>
                  <a:lnTo>
                    <a:pt x="1421243" y="4869554"/>
                  </a:lnTo>
                  <a:lnTo>
                    <a:pt x="1421388" y="4869554"/>
                  </a:lnTo>
                  <a:lnTo>
                    <a:pt x="1421679" y="4869554"/>
                  </a:lnTo>
                  <a:lnTo>
                    <a:pt x="1421825" y="4869554"/>
                  </a:lnTo>
                  <a:lnTo>
                    <a:pt x="1422261" y="4869554"/>
                  </a:lnTo>
                  <a:lnTo>
                    <a:pt x="1422406" y="4869554"/>
                  </a:lnTo>
                  <a:lnTo>
                    <a:pt x="1422697" y="4868930"/>
                  </a:lnTo>
                  <a:lnTo>
                    <a:pt x="1422843" y="4868930"/>
                  </a:lnTo>
                  <a:lnTo>
                    <a:pt x="1422988" y="4868930"/>
                  </a:lnTo>
                  <a:lnTo>
                    <a:pt x="1423279" y="4868930"/>
                  </a:lnTo>
                  <a:lnTo>
                    <a:pt x="1423715" y="4868930"/>
                  </a:lnTo>
                  <a:lnTo>
                    <a:pt x="1423715" y="4868307"/>
                  </a:lnTo>
                  <a:lnTo>
                    <a:pt x="1424297" y="4868307"/>
                  </a:lnTo>
                  <a:lnTo>
                    <a:pt x="1424442" y="4868307"/>
                  </a:lnTo>
                  <a:lnTo>
                    <a:pt x="1424588" y="4868307"/>
                  </a:lnTo>
                  <a:lnTo>
                    <a:pt x="1425169" y="4867683"/>
                  </a:lnTo>
                  <a:lnTo>
                    <a:pt x="1425460" y="4867683"/>
                  </a:lnTo>
                  <a:lnTo>
                    <a:pt x="1425606" y="4867683"/>
                  </a:lnTo>
                  <a:lnTo>
                    <a:pt x="1425751" y="4867683"/>
                  </a:lnTo>
                  <a:lnTo>
                    <a:pt x="1426042" y="4867683"/>
                  </a:lnTo>
                  <a:lnTo>
                    <a:pt x="1426187" y="4867683"/>
                  </a:lnTo>
                  <a:lnTo>
                    <a:pt x="1426333" y="4867060"/>
                  </a:lnTo>
                  <a:lnTo>
                    <a:pt x="1426769" y="4867060"/>
                  </a:lnTo>
                  <a:lnTo>
                    <a:pt x="1427932" y="4866436"/>
                  </a:lnTo>
                  <a:lnTo>
                    <a:pt x="1428078" y="4866436"/>
                  </a:lnTo>
                  <a:lnTo>
                    <a:pt x="1428223" y="4866436"/>
                  </a:lnTo>
                  <a:lnTo>
                    <a:pt x="1428514" y="4866436"/>
                  </a:lnTo>
                  <a:lnTo>
                    <a:pt x="1428660" y="4866436"/>
                  </a:lnTo>
                  <a:lnTo>
                    <a:pt x="1428805" y="4866436"/>
                  </a:lnTo>
                  <a:lnTo>
                    <a:pt x="1428950" y="4866436"/>
                  </a:lnTo>
                  <a:lnTo>
                    <a:pt x="1429096" y="4866436"/>
                  </a:lnTo>
                  <a:lnTo>
                    <a:pt x="1429387" y="4866436"/>
                  </a:lnTo>
                  <a:lnTo>
                    <a:pt x="1429532" y="4866436"/>
                  </a:lnTo>
                  <a:lnTo>
                    <a:pt x="1429678" y="4866436"/>
                  </a:lnTo>
                  <a:lnTo>
                    <a:pt x="1430114" y="4866436"/>
                  </a:lnTo>
                  <a:lnTo>
                    <a:pt x="1430114" y="4865812"/>
                  </a:lnTo>
                  <a:lnTo>
                    <a:pt x="1430259" y="4865812"/>
                  </a:lnTo>
                  <a:lnTo>
                    <a:pt x="1430405" y="4865812"/>
                  </a:lnTo>
                  <a:lnTo>
                    <a:pt x="1430696" y="4865812"/>
                  </a:lnTo>
                  <a:lnTo>
                    <a:pt x="1430696" y="4865189"/>
                  </a:lnTo>
                  <a:lnTo>
                    <a:pt x="1430986" y="4865189"/>
                  </a:lnTo>
                  <a:lnTo>
                    <a:pt x="1431277" y="4865189"/>
                  </a:lnTo>
                  <a:lnTo>
                    <a:pt x="1431568" y="4865189"/>
                  </a:lnTo>
                  <a:lnTo>
                    <a:pt x="1431713" y="4865189"/>
                  </a:lnTo>
                  <a:lnTo>
                    <a:pt x="1431859" y="4865189"/>
                  </a:lnTo>
                  <a:lnTo>
                    <a:pt x="1432004" y="4865189"/>
                  </a:lnTo>
                  <a:lnTo>
                    <a:pt x="1432295" y="4865189"/>
                  </a:lnTo>
                  <a:lnTo>
                    <a:pt x="1432441" y="4865189"/>
                  </a:lnTo>
                  <a:lnTo>
                    <a:pt x="1432586" y="4865189"/>
                  </a:lnTo>
                  <a:lnTo>
                    <a:pt x="1432731" y="4865189"/>
                  </a:lnTo>
                  <a:lnTo>
                    <a:pt x="1432877" y="4865189"/>
                  </a:lnTo>
                  <a:lnTo>
                    <a:pt x="1433313" y="4865189"/>
                  </a:lnTo>
                  <a:lnTo>
                    <a:pt x="1433459" y="4865189"/>
                  </a:lnTo>
                  <a:lnTo>
                    <a:pt x="1433604" y="4865189"/>
                  </a:lnTo>
                  <a:lnTo>
                    <a:pt x="1434186" y="4865189"/>
                  </a:lnTo>
                  <a:lnTo>
                    <a:pt x="1434331" y="4864565"/>
                  </a:lnTo>
                  <a:lnTo>
                    <a:pt x="1434622" y="4864565"/>
                  </a:lnTo>
                  <a:lnTo>
                    <a:pt x="1434767" y="4864565"/>
                  </a:lnTo>
                  <a:lnTo>
                    <a:pt x="1434913" y="4864565"/>
                  </a:lnTo>
                  <a:lnTo>
                    <a:pt x="1435204" y="4864565"/>
                  </a:lnTo>
                  <a:lnTo>
                    <a:pt x="1435349" y="4864565"/>
                  </a:lnTo>
                  <a:lnTo>
                    <a:pt x="1435495" y="4864565"/>
                  </a:lnTo>
                  <a:lnTo>
                    <a:pt x="1435785" y="4864565"/>
                  </a:lnTo>
                  <a:lnTo>
                    <a:pt x="1436076" y="4863942"/>
                  </a:lnTo>
                  <a:lnTo>
                    <a:pt x="1436513" y="4863942"/>
                  </a:lnTo>
                  <a:lnTo>
                    <a:pt x="1436658" y="4863318"/>
                  </a:lnTo>
                  <a:lnTo>
                    <a:pt x="1437240" y="4862071"/>
                  </a:lnTo>
                  <a:lnTo>
                    <a:pt x="1437385" y="4861447"/>
                  </a:lnTo>
                  <a:lnTo>
                    <a:pt x="1437385" y="4860824"/>
                  </a:lnTo>
                  <a:lnTo>
                    <a:pt x="1437676" y="4860824"/>
                  </a:lnTo>
                  <a:lnTo>
                    <a:pt x="1438258" y="4860824"/>
                  </a:lnTo>
                  <a:lnTo>
                    <a:pt x="1438548" y="4860824"/>
                  </a:lnTo>
                  <a:lnTo>
                    <a:pt x="1438985" y="4860824"/>
                  </a:lnTo>
                  <a:lnTo>
                    <a:pt x="1438985" y="4860200"/>
                  </a:lnTo>
                  <a:lnTo>
                    <a:pt x="1439421" y="4860200"/>
                  </a:lnTo>
                  <a:lnTo>
                    <a:pt x="1439566" y="4860200"/>
                  </a:lnTo>
                  <a:lnTo>
                    <a:pt x="1439712" y="4860200"/>
                  </a:lnTo>
                  <a:lnTo>
                    <a:pt x="1440003" y="4860200"/>
                  </a:lnTo>
                  <a:lnTo>
                    <a:pt x="1440148" y="4860200"/>
                  </a:lnTo>
                  <a:lnTo>
                    <a:pt x="1440439" y="4860200"/>
                  </a:lnTo>
                  <a:lnTo>
                    <a:pt x="1440584" y="4860200"/>
                  </a:lnTo>
                  <a:lnTo>
                    <a:pt x="1440875" y="4860200"/>
                  </a:lnTo>
                  <a:lnTo>
                    <a:pt x="1441021" y="4860200"/>
                  </a:lnTo>
                  <a:lnTo>
                    <a:pt x="1441166" y="4860200"/>
                  </a:lnTo>
                  <a:lnTo>
                    <a:pt x="1441457" y="4860200"/>
                  </a:lnTo>
                  <a:lnTo>
                    <a:pt x="1441602" y="4860200"/>
                  </a:lnTo>
                  <a:lnTo>
                    <a:pt x="1441748" y="4860200"/>
                  </a:lnTo>
                  <a:lnTo>
                    <a:pt x="1442184" y="4860200"/>
                  </a:lnTo>
                  <a:lnTo>
                    <a:pt x="1442330" y="4860200"/>
                  </a:lnTo>
                  <a:lnTo>
                    <a:pt x="1442475" y="4860200"/>
                  </a:lnTo>
                  <a:lnTo>
                    <a:pt x="1442620" y="4860200"/>
                  </a:lnTo>
                  <a:lnTo>
                    <a:pt x="1442766" y="4860200"/>
                  </a:lnTo>
                  <a:lnTo>
                    <a:pt x="1443057" y="4860200"/>
                  </a:lnTo>
                  <a:lnTo>
                    <a:pt x="1443202" y="4859577"/>
                  </a:lnTo>
                  <a:lnTo>
                    <a:pt x="1443784" y="4859577"/>
                  </a:lnTo>
                  <a:lnTo>
                    <a:pt x="1444220" y="4859577"/>
                  </a:lnTo>
                  <a:lnTo>
                    <a:pt x="1444366" y="4859577"/>
                  </a:lnTo>
                  <a:lnTo>
                    <a:pt x="1444511" y="4859577"/>
                  </a:lnTo>
                  <a:lnTo>
                    <a:pt x="1444656" y="4859577"/>
                  </a:lnTo>
                  <a:lnTo>
                    <a:pt x="1444802" y="4859577"/>
                  </a:lnTo>
                  <a:lnTo>
                    <a:pt x="1444947" y="4858953"/>
                  </a:lnTo>
                  <a:lnTo>
                    <a:pt x="1445093" y="4858953"/>
                  </a:lnTo>
                  <a:lnTo>
                    <a:pt x="1445238" y="4858329"/>
                  </a:lnTo>
                  <a:lnTo>
                    <a:pt x="1445383" y="4857706"/>
                  </a:lnTo>
                  <a:lnTo>
                    <a:pt x="1445529" y="4857706"/>
                  </a:lnTo>
                  <a:lnTo>
                    <a:pt x="1445674" y="4857706"/>
                  </a:lnTo>
                  <a:lnTo>
                    <a:pt x="1445820" y="4857706"/>
                  </a:lnTo>
                  <a:lnTo>
                    <a:pt x="1445820" y="4857082"/>
                  </a:lnTo>
                  <a:lnTo>
                    <a:pt x="1446111" y="4857082"/>
                  </a:lnTo>
                  <a:lnTo>
                    <a:pt x="1446256" y="4857082"/>
                  </a:lnTo>
                  <a:lnTo>
                    <a:pt x="1446547" y="4857082"/>
                  </a:lnTo>
                  <a:lnTo>
                    <a:pt x="1446692" y="4857082"/>
                  </a:lnTo>
                  <a:lnTo>
                    <a:pt x="1447419" y="4857082"/>
                  </a:lnTo>
                  <a:lnTo>
                    <a:pt x="1447565" y="4857082"/>
                  </a:lnTo>
                  <a:lnTo>
                    <a:pt x="1447856" y="4857082"/>
                  </a:lnTo>
                  <a:lnTo>
                    <a:pt x="1448001" y="4857082"/>
                  </a:lnTo>
                  <a:lnTo>
                    <a:pt x="1448147" y="4857082"/>
                  </a:lnTo>
                  <a:lnTo>
                    <a:pt x="1448292" y="4857082"/>
                  </a:lnTo>
                  <a:lnTo>
                    <a:pt x="1448292" y="4855835"/>
                  </a:lnTo>
                  <a:lnTo>
                    <a:pt x="1448437" y="4855835"/>
                  </a:lnTo>
                  <a:lnTo>
                    <a:pt x="1448874" y="4855835"/>
                  </a:lnTo>
                  <a:lnTo>
                    <a:pt x="1449019" y="4855835"/>
                  </a:lnTo>
                  <a:lnTo>
                    <a:pt x="1449019" y="4855211"/>
                  </a:lnTo>
                  <a:lnTo>
                    <a:pt x="1449165" y="4855211"/>
                  </a:lnTo>
                  <a:lnTo>
                    <a:pt x="1449601" y="4855211"/>
                  </a:lnTo>
                  <a:lnTo>
                    <a:pt x="1449746" y="4855211"/>
                  </a:lnTo>
                  <a:lnTo>
                    <a:pt x="1449892" y="4855211"/>
                  </a:lnTo>
                  <a:lnTo>
                    <a:pt x="1450183" y="4855211"/>
                  </a:lnTo>
                  <a:lnTo>
                    <a:pt x="1450473" y="4855211"/>
                  </a:lnTo>
                  <a:lnTo>
                    <a:pt x="1450764" y="4855211"/>
                  </a:lnTo>
                  <a:lnTo>
                    <a:pt x="1450910" y="4855211"/>
                  </a:lnTo>
                  <a:lnTo>
                    <a:pt x="1451055" y="4855211"/>
                  </a:lnTo>
                  <a:lnTo>
                    <a:pt x="1451201" y="4855211"/>
                  </a:lnTo>
                  <a:lnTo>
                    <a:pt x="1451491" y="4855211"/>
                  </a:lnTo>
                  <a:lnTo>
                    <a:pt x="1451782" y="4855211"/>
                  </a:lnTo>
                  <a:lnTo>
                    <a:pt x="1452218" y="4854588"/>
                  </a:lnTo>
                  <a:lnTo>
                    <a:pt x="1452509" y="4853964"/>
                  </a:lnTo>
                  <a:lnTo>
                    <a:pt x="1452655" y="4853964"/>
                  </a:lnTo>
                  <a:lnTo>
                    <a:pt x="1452800" y="4853964"/>
                  </a:lnTo>
                  <a:lnTo>
                    <a:pt x="1452800" y="4853341"/>
                  </a:lnTo>
                  <a:lnTo>
                    <a:pt x="1453091" y="4853341"/>
                  </a:lnTo>
                  <a:lnTo>
                    <a:pt x="1453236" y="4853341"/>
                  </a:lnTo>
                  <a:lnTo>
                    <a:pt x="1453382" y="4853341"/>
                  </a:lnTo>
                  <a:lnTo>
                    <a:pt x="1453527" y="4852717"/>
                  </a:lnTo>
                  <a:lnTo>
                    <a:pt x="1453673" y="4852717"/>
                  </a:lnTo>
                  <a:lnTo>
                    <a:pt x="1453818" y="4852717"/>
                  </a:lnTo>
                  <a:lnTo>
                    <a:pt x="1453964" y="4852717"/>
                  </a:lnTo>
                  <a:lnTo>
                    <a:pt x="1454109" y="4852717"/>
                  </a:lnTo>
                  <a:lnTo>
                    <a:pt x="1454254" y="4852717"/>
                  </a:lnTo>
                  <a:lnTo>
                    <a:pt x="1454400" y="4852717"/>
                  </a:lnTo>
                  <a:lnTo>
                    <a:pt x="1454545" y="4852717"/>
                  </a:lnTo>
                  <a:lnTo>
                    <a:pt x="1454836" y="4851470"/>
                  </a:lnTo>
                  <a:lnTo>
                    <a:pt x="1454982" y="4851470"/>
                  </a:lnTo>
                  <a:lnTo>
                    <a:pt x="1455127" y="4851470"/>
                  </a:lnTo>
                  <a:lnTo>
                    <a:pt x="1457308" y="4847728"/>
                  </a:lnTo>
                  <a:lnTo>
                    <a:pt x="1457745" y="4847105"/>
                  </a:lnTo>
                  <a:lnTo>
                    <a:pt x="1458036" y="4847105"/>
                  </a:lnTo>
                  <a:lnTo>
                    <a:pt x="1458181" y="4847105"/>
                  </a:lnTo>
                  <a:lnTo>
                    <a:pt x="1458326" y="4847105"/>
                  </a:lnTo>
                  <a:lnTo>
                    <a:pt x="1458326" y="4846481"/>
                  </a:lnTo>
                  <a:lnTo>
                    <a:pt x="1458326" y="4845858"/>
                  </a:lnTo>
                  <a:lnTo>
                    <a:pt x="1458472" y="4845858"/>
                  </a:lnTo>
                  <a:lnTo>
                    <a:pt x="1458617" y="4845858"/>
                  </a:lnTo>
                  <a:lnTo>
                    <a:pt x="1458617" y="4845234"/>
                  </a:lnTo>
                  <a:lnTo>
                    <a:pt x="1458763" y="4845234"/>
                  </a:lnTo>
                  <a:lnTo>
                    <a:pt x="1458908" y="4845234"/>
                  </a:lnTo>
                  <a:lnTo>
                    <a:pt x="1459053" y="4845234"/>
                  </a:lnTo>
                  <a:lnTo>
                    <a:pt x="1459199" y="4845234"/>
                  </a:lnTo>
                  <a:lnTo>
                    <a:pt x="1459199" y="4844611"/>
                  </a:lnTo>
                  <a:lnTo>
                    <a:pt x="1459781" y="4844611"/>
                  </a:lnTo>
                  <a:lnTo>
                    <a:pt x="1459926" y="4843987"/>
                  </a:lnTo>
                  <a:lnTo>
                    <a:pt x="1460071" y="4843987"/>
                  </a:lnTo>
                  <a:lnTo>
                    <a:pt x="1460217" y="4843987"/>
                  </a:lnTo>
                  <a:lnTo>
                    <a:pt x="1460362" y="4843987"/>
                  </a:lnTo>
                  <a:lnTo>
                    <a:pt x="1460508" y="4843363"/>
                  </a:lnTo>
                  <a:lnTo>
                    <a:pt x="1460944" y="4843363"/>
                  </a:lnTo>
                  <a:lnTo>
                    <a:pt x="1461235" y="4843363"/>
                  </a:lnTo>
                  <a:lnTo>
                    <a:pt x="1461235" y="4842740"/>
                  </a:lnTo>
                  <a:lnTo>
                    <a:pt x="1461380" y="4842740"/>
                  </a:lnTo>
                  <a:lnTo>
                    <a:pt x="1461671" y="4842740"/>
                  </a:lnTo>
                  <a:lnTo>
                    <a:pt x="1461671" y="4842116"/>
                  </a:lnTo>
                  <a:lnTo>
                    <a:pt x="1461817" y="4842116"/>
                  </a:lnTo>
                  <a:lnTo>
                    <a:pt x="1461962" y="4842116"/>
                  </a:lnTo>
                  <a:lnTo>
                    <a:pt x="1462253" y="4842116"/>
                  </a:lnTo>
                  <a:lnTo>
                    <a:pt x="1462398" y="4842116"/>
                  </a:lnTo>
                  <a:lnTo>
                    <a:pt x="1462544" y="4842116"/>
                  </a:lnTo>
                  <a:lnTo>
                    <a:pt x="1462689" y="4842116"/>
                  </a:lnTo>
                  <a:lnTo>
                    <a:pt x="1462980" y="4842116"/>
                  </a:lnTo>
                  <a:lnTo>
                    <a:pt x="1463125" y="4842116"/>
                  </a:lnTo>
                  <a:lnTo>
                    <a:pt x="1463125" y="4840869"/>
                  </a:lnTo>
                  <a:lnTo>
                    <a:pt x="1463271" y="4840245"/>
                  </a:lnTo>
                  <a:lnTo>
                    <a:pt x="1463416" y="4840245"/>
                  </a:lnTo>
                  <a:lnTo>
                    <a:pt x="1463416" y="4839622"/>
                  </a:lnTo>
                  <a:lnTo>
                    <a:pt x="1463707" y="4839622"/>
                  </a:lnTo>
                  <a:lnTo>
                    <a:pt x="1463853" y="4839622"/>
                  </a:lnTo>
                  <a:lnTo>
                    <a:pt x="1463998" y="4839622"/>
                  </a:lnTo>
                  <a:lnTo>
                    <a:pt x="1464143" y="4839622"/>
                  </a:lnTo>
                  <a:lnTo>
                    <a:pt x="1464289" y="4839622"/>
                  </a:lnTo>
                  <a:lnTo>
                    <a:pt x="1464289" y="4838998"/>
                  </a:lnTo>
                  <a:lnTo>
                    <a:pt x="1464434" y="4838998"/>
                  </a:lnTo>
                  <a:lnTo>
                    <a:pt x="1464725" y="4838375"/>
                  </a:lnTo>
                  <a:lnTo>
                    <a:pt x="1464871" y="4838375"/>
                  </a:lnTo>
                  <a:lnTo>
                    <a:pt x="1465016" y="4838375"/>
                  </a:lnTo>
                  <a:lnTo>
                    <a:pt x="1465452" y="4836504"/>
                  </a:lnTo>
                  <a:lnTo>
                    <a:pt x="1465743" y="4836504"/>
                  </a:lnTo>
                  <a:lnTo>
                    <a:pt x="1466179" y="4836504"/>
                  </a:lnTo>
                  <a:lnTo>
                    <a:pt x="1466325" y="4836504"/>
                  </a:lnTo>
                  <a:lnTo>
                    <a:pt x="1466616" y="4834633"/>
                  </a:lnTo>
                  <a:lnTo>
                    <a:pt x="1466761" y="4834633"/>
                  </a:lnTo>
                  <a:lnTo>
                    <a:pt x="1466906" y="4834010"/>
                  </a:lnTo>
                  <a:lnTo>
                    <a:pt x="1467197" y="4834010"/>
                  </a:lnTo>
                  <a:lnTo>
                    <a:pt x="1467343" y="4834010"/>
                  </a:lnTo>
                  <a:lnTo>
                    <a:pt x="1467488" y="4834010"/>
                  </a:lnTo>
                  <a:lnTo>
                    <a:pt x="1467634" y="4834010"/>
                  </a:lnTo>
                  <a:lnTo>
                    <a:pt x="1467779" y="4834010"/>
                  </a:lnTo>
                  <a:lnTo>
                    <a:pt x="1467924" y="4834010"/>
                  </a:lnTo>
                  <a:lnTo>
                    <a:pt x="1467924" y="4833386"/>
                  </a:lnTo>
                  <a:lnTo>
                    <a:pt x="1468070" y="4833386"/>
                  </a:lnTo>
                  <a:lnTo>
                    <a:pt x="1468361" y="4832762"/>
                  </a:lnTo>
                  <a:lnTo>
                    <a:pt x="1468361" y="4832139"/>
                  </a:lnTo>
                  <a:lnTo>
                    <a:pt x="1468506" y="4832139"/>
                  </a:lnTo>
                  <a:lnTo>
                    <a:pt x="1468652" y="4832139"/>
                  </a:lnTo>
                  <a:lnTo>
                    <a:pt x="1468942" y="4831515"/>
                  </a:lnTo>
                  <a:lnTo>
                    <a:pt x="1469088" y="4831515"/>
                  </a:lnTo>
                  <a:lnTo>
                    <a:pt x="1469233" y="4831515"/>
                  </a:lnTo>
                  <a:lnTo>
                    <a:pt x="1469379" y="4831515"/>
                  </a:lnTo>
                  <a:lnTo>
                    <a:pt x="1469524" y="4831515"/>
                  </a:lnTo>
                  <a:lnTo>
                    <a:pt x="1469960" y="4831515"/>
                  </a:lnTo>
                  <a:lnTo>
                    <a:pt x="1470106" y="4831515"/>
                  </a:lnTo>
                  <a:lnTo>
                    <a:pt x="1470251" y="4831515"/>
                  </a:lnTo>
                  <a:lnTo>
                    <a:pt x="1470397" y="4831515"/>
                  </a:lnTo>
                  <a:lnTo>
                    <a:pt x="1470542" y="4831515"/>
                  </a:lnTo>
                  <a:lnTo>
                    <a:pt x="1470688" y="4831515"/>
                  </a:lnTo>
                  <a:lnTo>
                    <a:pt x="1470833" y="4831515"/>
                  </a:lnTo>
                  <a:lnTo>
                    <a:pt x="1471269" y="4831515"/>
                  </a:lnTo>
                  <a:lnTo>
                    <a:pt x="1471706" y="4831515"/>
                  </a:lnTo>
                  <a:lnTo>
                    <a:pt x="1471851" y="4831515"/>
                  </a:lnTo>
                  <a:lnTo>
                    <a:pt x="1472142" y="4831515"/>
                  </a:lnTo>
                  <a:lnTo>
                    <a:pt x="1472287" y="4830892"/>
                  </a:lnTo>
                  <a:lnTo>
                    <a:pt x="1472723" y="4830892"/>
                  </a:lnTo>
                  <a:lnTo>
                    <a:pt x="1472869" y="4830892"/>
                  </a:lnTo>
                  <a:lnTo>
                    <a:pt x="1473160" y="4830268"/>
                  </a:lnTo>
                  <a:lnTo>
                    <a:pt x="1473305" y="4830268"/>
                  </a:lnTo>
                  <a:lnTo>
                    <a:pt x="1473451" y="4830268"/>
                  </a:lnTo>
                  <a:lnTo>
                    <a:pt x="1473741" y="4829645"/>
                  </a:lnTo>
                  <a:lnTo>
                    <a:pt x="1474032" y="4829645"/>
                  </a:lnTo>
                  <a:lnTo>
                    <a:pt x="1474469" y="4829021"/>
                  </a:lnTo>
                  <a:lnTo>
                    <a:pt x="1474759" y="4829021"/>
                  </a:lnTo>
                  <a:lnTo>
                    <a:pt x="1474905" y="4829021"/>
                  </a:lnTo>
                  <a:lnTo>
                    <a:pt x="1474905" y="4828397"/>
                  </a:lnTo>
                  <a:lnTo>
                    <a:pt x="1474905" y="4827774"/>
                  </a:lnTo>
                  <a:lnTo>
                    <a:pt x="1475196" y="4827150"/>
                  </a:lnTo>
                  <a:lnTo>
                    <a:pt x="1475341" y="4827150"/>
                  </a:lnTo>
                  <a:lnTo>
                    <a:pt x="1475487" y="4827150"/>
                  </a:lnTo>
                  <a:lnTo>
                    <a:pt x="1476359" y="4826527"/>
                  </a:lnTo>
                  <a:lnTo>
                    <a:pt x="1476505" y="4826527"/>
                  </a:lnTo>
                  <a:lnTo>
                    <a:pt x="1476505" y="4825903"/>
                  </a:lnTo>
                  <a:lnTo>
                    <a:pt x="1476650" y="4825903"/>
                  </a:lnTo>
                  <a:lnTo>
                    <a:pt x="1476941" y="4825903"/>
                  </a:lnTo>
                  <a:lnTo>
                    <a:pt x="1477086" y="4825903"/>
                  </a:lnTo>
                  <a:lnTo>
                    <a:pt x="1477232" y="4825903"/>
                  </a:lnTo>
                  <a:lnTo>
                    <a:pt x="1477523" y="4825279"/>
                  </a:lnTo>
                  <a:lnTo>
                    <a:pt x="1477668" y="4824656"/>
                  </a:lnTo>
                  <a:lnTo>
                    <a:pt x="1477813" y="4824656"/>
                  </a:lnTo>
                  <a:lnTo>
                    <a:pt x="1477959" y="4824656"/>
                  </a:lnTo>
                  <a:lnTo>
                    <a:pt x="1478104" y="4824656"/>
                  </a:lnTo>
                  <a:lnTo>
                    <a:pt x="1478104" y="4824032"/>
                  </a:lnTo>
                  <a:lnTo>
                    <a:pt x="1478686" y="4823409"/>
                  </a:lnTo>
                  <a:lnTo>
                    <a:pt x="1478686" y="4822785"/>
                  </a:lnTo>
                  <a:lnTo>
                    <a:pt x="1478686" y="4822162"/>
                  </a:lnTo>
                  <a:lnTo>
                    <a:pt x="1478831" y="4822162"/>
                  </a:lnTo>
                  <a:lnTo>
                    <a:pt x="1478831" y="4821538"/>
                  </a:lnTo>
                  <a:lnTo>
                    <a:pt x="1478977" y="4821538"/>
                  </a:lnTo>
                  <a:lnTo>
                    <a:pt x="1479122" y="4821538"/>
                  </a:lnTo>
                  <a:lnTo>
                    <a:pt x="1479122" y="4820291"/>
                  </a:lnTo>
                  <a:lnTo>
                    <a:pt x="1479122" y="4819667"/>
                  </a:lnTo>
                  <a:lnTo>
                    <a:pt x="1479268" y="4819667"/>
                  </a:lnTo>
                  <a:lnTo>
                    <a:pt x="1479558" y="4819667"/>
                  </a:lnTo>
                  <a:lnTo>
                    <a:pt x="1479704" y="4819667"/>
                  </a:lnTo>
                  <a:lnTo>
                    <a:pt x="1479849" y="4819667"/>
                  </a:lnTo>
                  <a:lnTo>
                    <a:pt x="1479995" y="4819667"/>
                  </a:lnTo>
                  <a:lnTo>
                    <a:pt x="1480140" y="4819667"/>
                  </a:lnTo>
                  <a:lnTo>
                    <a:pt x="1480286" y="4818420"/>
                  </a:lnTo>
                  <a:lnTo>
                    <a:pt x="1480431" y="4818420"/>
                  </a:lnTo>
                  <a:lnTo>
                    <a:pt x="1480722" y="4818420"/>
                  </a:lnTo>
                  <a:lnTo>
                    <a:pt x="1481013" y="4818420"/>
                  </a:lnTo>
                  <a:lnTo>
                    <a:pt x="1481304" y="4817173"/>
                  </a:lnTo>
                  <a:lnTo>
                    <a:pt x="1481594" y="4817173"/>
                  </a:lnTo>
                  <a:lnTo>
                    <a:pt x="1481885" y="4817173"/>
                  </a:lnTo>
                  <a:lnTo>
                    <a:pt x="1482031" y="4817173"/>
                  </a:lnTo>
                  <a:lnTo>
                    <a:pt x="1482176" y="4817173"/>
                  </a:lnTo>
                  <a:lnTo>
                    <a:pt x="1482467" y="4817173"/>
                  </a:lnTo>
                  <a:lnTo>
                    <a:pt x="1482612" y="4817173"/>
                  </a:lnTo>
                  <a:lnTo>
                    <a:pt x="1482758" y="4816549"/>
                  </a:lnTo>
                  <a:lnTo>
                    <a:pt x="1483194" y="4816549"/>
                  </a:lnTo>
                  <a:lnTo>
                    <a:pt x="1483485" y="4816549"/>
                  </a:lnTo>
                  <a:lnTo>
                    <a:pt x="1483485" y="4815926"/>
                  </a:lnTo>
                  <a:lnTo>
                    <a:pt x="1483630" y="4815926"/>
                  </a:lnTo>
                  <a:lnTo>
                    <a:pt x="1483776" y="4815926"/>
                  </a:lnTo>
                  <a:lnTo>
                    <a:pt x="1483921" y="4815926"/>
                  </a:lnTo>
                  <a:lnTo>
                    <a:pt x="1484067" y="4815302"/>
                  </a:lnTo>
                  <a:lnTo>
                    <a:pt x="1484067" y="4814679"/>
                  </a:lnTo>
                  <a:lnTo>
                    <a:pt x="1484212" y="4814679"/>
                  </a:lnTo>
                  <a:lnTo>
                    <a:pt x="1484358" y="4814679"/>
                  </a:lnTo>
                  <a:lnTo>
                    <a:pt x="1484794" y="4814679"/>
                  </a:lnTo>
                  <a:lnTo>
                    <a:pt x="1484794" y="4814055"/>
                  </a:lnTo>
                  <a:lnTo>
                    <a:pt x="1485521" y="4812808"/>
                  </a:lnTo>
                  <a:lnTo>
                    <a:pt x="1485666" y="4812808"/>
                  </a:lnTo>
                  <a:lnTo>
                    <a:pt x="1485957" y="4812808"/>
                  </a:lnTo>
                  <a:lnTo>
                    <a:pt x="1486103" y="4812808"/>
                  </a:lnTo>
                  <a:lnTo>
                    <a:pt x="1486248" y="4812808"/>
                  </a:lnTo>
                  <a:lnTo>
                    <a:pt x="1486393" y="4812808"/>
                  </a:lnTo>
                  <a:lnTo>
                    <a:pt x="1486539" y="4812808"/>
                  </a:lnTo>
                  <a:lnTo>
                    <a:pt x="1486684" y="4812808"/>
                  </a:lnTo>
                  <a:lnTo>
                    <a:pt x="1486830" y="4812808"/>
                  </a:lnTo>
                  <a:lnTo>
                    <a:pt x="1487121" y="4812184"/>
                  </a:lnTo>
                  <a:lnTo>
                    <a:pt x="1487557" y="4812184"/>
                  </a:lnTo>
                  <a:lnTo>
                    <a:pt x="1487848" y="4812184"/>
                  </a:lnTo>
                  <a:lnTo>
                    <a:pt x="1488284" y="4812184"/>
                  </a:lnTo>
                  <a:lnTo>
                    <a:pt x="1488720" y="4812184"/>
                  </a:lnTo>
                  <a:lnTo>
                    <a:pt x="1488866" y="4812184"/>
                  </a:lnTo>
                  <a:lnTo>
                    <a:pt x="1489011" y="4812184"/>
                  </a:lnTo>
                  <a:lnTo>
                    <a:pt x="1489157" y="4812184"/>
                  </a:lnTo>
                  <a:lnTo>
                    <a:pt x="1489302" y="4812184"/>
                  </a:lnTo>
                  <a:lnTo>
                    <a:pt x="1489593" y="4812184"/>
                  </a:lnTo>
                  <a:lnTo>
                    <a:pt x="1490029" y="4812184"/>
                  </a:lnTo>
                  <a:lnTo>
                    <a:pt x="1490320" y="4812184"/>
                  </a:lnTo>
                  <a:lnTo>
                    <a:pt x="1490465" y="4812184"/>
                  </a:lnTo>
                  <a:lnTo>
                    <a:pt x="1490465" y="4811561"/>
                  </a:lnTo>
                  <a:lnTo>
                    <a:pt x="1490611" y="4811561"/>
                  </a:lnTo>
                  <a:lnTo>
                    <a:pt x="1490902" y="4810937"/>
                  </a:lnTo>
                  <a:lnTo>
                    <a:pt x="1491193" y="4810314"/>
                  </a:lnTo>
                  <a:lnTo>
                    <a:pt x="1491338" y="4810314"/>
                  </a:lnTo>
                  <a:lnTo>
                    <a:pt x="1491338" y="4809690"/>
                  </a:lnTo>
                  <a:lnTo>
                    <a:pt x="1491483" y="4808443"/>
                  </a:lnTo>
                  <a:lnTo>
                    <a:pt x="1491629" y="4808443"/>
                  </a:lnTo>
                  <a:lnTo>
                    <a:pt x="1492065" y="4808443"/>
                  </a:lnTo>
                  <a:lnTo>
                    <a:pt x="1492210" y="4808443"/>
                  </a:lnTo>
                  <a:lnTo>
                    <a:pt x="1492501" y="4808443"/>
                  </a:lnTo>
                  <a:lnTo>
                    <a:pt x="1493083" y="4807196"/>
                  </a:lnTo>
                  <a:lnTo>
                    <a:pt x="1493519" y="4807196"/>
                  </a:lnTo>
                  <a:lnTo>
                    <a:pt x="1493665" y="4807196"/>
                  </a:lnTo>
                  <a:lnTo>
                    <a:pt x="1493810" y="4807196"/>
                  </a:lnTo>
                  <a:lnTo>
                    <a:pt x="1493956" y="4807196"/>
                  </a:lnTo>
                  <a:lnTo>
                    <a:pt x="1494537" y="4805948"/>
                  </a:lnTo>
                  <a:lnTo>
                    <a:pt x="1494683" y="4805948"/>
                  </a:lnTo>
                  <a:lnTo>
                    <a:pt x="1494828" y="4805948"/>
                  </a:lnTo>
                  <a:lnTo>
                    <a:pt x="1495119" y="4805948"/>
                  </a:lnTo>
                  <a:lnTo>
                    <a:pt x="1495264" y="4805948"/>
                  </a:lnTo>
                  <a:lnTo>
                    <a:pt x="1495410" y="4805948"/>
                  </a:lnTo>
                  <a:lnTo>
                    <a:pt x="1495555" y="4805325"/>
                  </a:lnTo>
                  <a:lnTo>
                    <a:pt x="1495846" y="4804701"/>
                  </a:lnTo>
                  <a:lnTo>
                    <a:pt x="1496282" y="4804701"/>
                  </a:lnTo>
                  <a:lnTo>
                    <a:pt x="1496573" y="4804701"/>
                  </a:lnTo>
                  <a:lnTo>
                    <a:pt x="1496719" y="4804701"/>
                  </a:lnTo>
                  <a:lnTo>
                    <a:pt x="1496864" y="4804701"/>
                  </a:lnTo>
                  <a:lnTo>
                    <a:pt x="1497010" y="4804701"/>
                  </a:lnTo>
                  <a:lnTo>
                    <a:pt x="1497300" y="4804701"/>
                  </a:lnTo>
                  <a:lnTo>
                    <a:pt x="1497591" y="4804701"/>
                  </a:lnTo>
                  <a:lnTo>
                    <a:pt x="1498028" y="4804078"/>
                  </a:lnTo>
                  <a:lnTo>
                    <a:pt x="1498173" y="4804078"/>
                  </a:lnTo>
                  <a:lnTo>
                    <a:pt x="1498318" y="4804078"/>
                  </a:lnTo>
                  <a:lnTo>
                    <a:pt x="1498609" y="4804078"/>
                  </a:lnTo>
                  <a:lnTo>
                    <a:pt x="1499482" y="4804078"/>
                  </a:lnTo>
                  <a:lnTo>
                    <a:pt x="1499627" y="4803454"/>
                  </a:lnTo>
                  <a:lnTo>
                    <a:pt x="1499627" y="4802831"/>
                  </a:lnTo>
                  <a:lnTo>
                    <a:pt x="1499773" y="4802831"/>
                  </a:lnTo>
                  <a:lnTo>
                    <a:pt x="1499918" y="4802831"/>
                  </a:lnTo>
                  <a:lnTo>
                    <a:pt x="1500063" y="4802207"/>
                  </a:lnTo>
                  <a:lnTo>
                    <a:pt x="1500500" y="4802207"/>
                  </a:lnTo>
                  <a:lnTo>
                    <a:pt x="1501081" y="4802207"/>
                  </a:lnTo>
                  <a:lnTo>
                    <a:pt x="1501227" y="4802207"/>
                  </a:lnTo>
                  <a:lnTo>
                    <a:pt x="1501372" y="4802207"/>
                  </a:lnTo>
                  <a:lnTo>
                    <a:pt x="1501518" y="4802207"/>
                  </a:lnTo>
                  <a:lnTo>
                    <a:pt x="1501809" y="4802207"/>
                  </a:lnTo>
                  <a:lnTo>
                    <a:pt x="1501954" y="4802207"/>
                  </a:lnTo>
                  <a:lnTo>
                    <a:pt x="1502099" y="4801583"/>
                  </a:lnTo>
                  <a:lnTo>
                    <a:pt x="1502390" y="4801583"/>
                  </a:lnTo>
                  <a:lnTo>
                    <a:pt x="1502681" y="4801583"/>
                  </a:lnTo>
                  <a:lnTo>
                    <a:pt x="1502681" y="4800960"/>
                  </a:lnTo>
                  <a:lnTo>
                    <a:pt x="1502827" y="4800960"/>
                  </a:lnTo>
                  <a:lnTo>
                    <a:pt x="1502827" y="4800336"/>
                  </a:lnTo>
                  <a:lnTo>
                    <a:pt x="1502972" y="4800336"/>
                  </a:lnTo>
                  <a:lnTo>
                    <a:pt x="1502972" y="4799713"/>
                  </a:lnTo>
                  <a:lnTo>
                    <a:pt x="1503117" y="4799713"/>
                  </a:lnTo>
                  <a:lnTo>
                    <a:pt x="1503408" y="4799713"/>
                  </a:lnTo>
                  <a:lnTo>
                    <a:pt x="1503845" y="4799089"/>
                  </a:lnTo>
                  <a:lnTo>
                    <a:pt x="1504135" y="4799089"/>
                  </a:lnTo>
                  <a:lnTo>
                    <a:pt x="1504426" y="4799089"/>
                  </a:lnTo>
                  <a:lnTo>
                    <a:pt x="1504572" y="4799089"/>
                  </a:lnTo>
                  <a:lnTo>
                    <a:pt x="1504717" y="4799089"/>
                  </a:lnTo>
                  <a:lnTo>
                    <a:pt x="1505008" y="4799089"/>
                  </a:lnTo>
                  <a:lnTo>
                    <a:pt x="1505153" y="4799089"/>
                  </a:lnTo>
                  <a:lnTo>
                    <a:pt x="1505299" y="4799089"/>
                  </a:lnTo>
                  <a:lnTo>
                    <a:pt x="1506026" y="4799089"/>
                  </a:lnTo>
                  <a:lnTo>
                    <a:pt x="1506171" y="4799089"/>
                  </a:lnTo>
                  <a:lnTo>
                    <a:pt x="1506317" y="4799089"/>
                  </a:lnTo>
                  <a:lnTo>
                    <a:pt x="1506462" y="4799089"/>
                  </a:lnTo>
                  <a:lnTo>
                    <a:pt x="1506608" y="4798465"/>
                  </a:lnTo>
                  <a:lnTo>
                    <a:pt x="1506753" y="4798465"/>
                  </a:lnTo>
                  <a:lnTo>
                    <a:pt x="1506898" y="4798465"/>
                  </a:lnTo>
                  <a:lnTo>
                    <a:pt x="1507335" y="4798465"/>
                  </a:lnTo>
                  <a:lnTo>
                    <a:pt x="1507480" y="4798465"/>
                  </a:lnTo>
                  <a:lnTo>
                    <a:pt x="1507626" y="4798465"/>
                  </a:lnTo>
                  <a:lnTo>
                    <a:pt x="1507626" y="4797842"/>
                  </a:lnTo>
                  <a:lnTo>
                    <a:pt x="1507626" y="4797218"/>
                  </a:lnTo>
                  <a:lnTo>
                    <a:pt x="1507916" y="4797218"/>
                  </a:lnTo>
                  <a:lnTo>
                    <a:pt x="1508062" y="4797218"/>
                  </a:lnTo>
                  <a:lnTo>
                    <a:pt x="1508207" y="4797218"/>
                  </a:lnTo>
                  <a:lnTo>
                    <a:pt x="1508353" y="4797218"/>
                  </a:lnTo>
                  <a:lnTo>
                    <a:pt x="1508498" y="4797218"/>
                  </a:lnTo>
                  <a:lnTo>
                    <a:pt x="1508789" y="4797218"/>
                  </a:lnTo>
                  <a:lnTo>
                    <a:pt x="1509080" y="4797218"/>
                  </a:lnTo>
                  <a:lnTo>
                    <a:pt x="1509807" y="4797218"/>
                  </a:lnTo>
                  <a:lnTo>
                    <a:pt x="1510098" y="4797218"/>
                  </a:lnTo>
                  <a:lnTo>
                    <a:pt x="1510243" y="4796595"/>
                  </a:lnTo>
                  <a:lnTo>
                    <a:pt x="1510389" y="4796595"/>
                  </a:lnTo>
                  <a:lnTo>
                    <a:pt x="1510389" y="4795971"/>
                  </a:lnTo>
                  <a:lnTo>
                    <a:pt x="1510534" y="4795348"/>
                  </a:lnTo>
                  <a:lnTo>
                    <a:pt x="1510680" y="4795348"/>
                  </a:lnTo>
                  <a:lnTo>
                    <a:pt x="1510825" y="4795348"/>
                  </a:lnTo>
                  <a:lnTo>
                    <a:pt x="1510970" y="4795348"/>
                  </a:lnTo>
                  <a:lnTo>
                    <a:pt x="1511116" y="4795348"/>
                  </a:lnTo>
                  <a:lnTo>
                    <a:pt x="1511261" y="4795348"/>
                  </a:lnTo>
                  <a:lnTo>
                    <a:pt x="1511698" y="4795348"/>
                  </a:lnTo>
                  <a:lnTo>
                    <a:pt x="1511843" y="4795348"/>
                  </a:lnTo>
                  <a:lnTo>
                    <a:pt x="1511988" y="4795348"/>
                  </a:lnTo>
                  <a:lnTo>
                    <a:pt x="1512134" y="4795348"/>
                  </a:lnTo>
                  <a:lnTo>
                    <a:pt x="1513006" y="4795348"/>
                  </a:lnTo>
                  <a:lnTo>
                    <a:pt x="1513152" y="4795348"/>
                  </a:lnTo>
                  <a:lnTo>
                    <a:pt x="1513297" y="4795348"/>
                  </a:lnTo>
                  <a:lnTo>
                    <a:pt x="1513297" y="4794724"/>
                  </a:lnTo>
                  <a:lnTo>
                    <a:pt x="1513443" y="4794724"/>
                  </a:lnTo>
                  <a:lnTo>
                    <a:pt x="1513588" y="4794724"/>
                  </a:lnTo>
                  <a:lnTo>
                    <a:pt x="1513733" y="4794724"/>
                  </a:lnTo>
                  <a:lnTo>
                    <a:pt x="1513879" y="4793477"/>
                  </a:lnTo>
                  <a:lnTo>
                    <a:pt x="1514024" y="4793477"/>
                  </a:lnTo>
                  <a:lnTo>
                    <a:pt x="1514024" y="4792853"/>
                  </a:lnTo>
                  <a:lnTo>
                    <a:pt x="1514170" y="4792853"/>
                  </a:lnTo>
                  <a:lnTo>
                    <a:pt x="1514315" y="4792853"/>
                  </a:lnTo>
                  <a:lnTo>
                    <a:pt x="1514461" y="4792853"/>
                  </a:lnTo>
                  <a:lnTo>
                    <a:pt x="1514606" y="4792853"/>
                  </a:lnTo>
                  <a:lnTo>
                    <a:pt x="1514751" y="4792853"/>
                  </a:lnTo>
                  <a:lnTo>
                    <a:pt x="1515042" y="4792230"/>
                  </a:lnTo>
                  <a:lnTo>
                    <a:pt x="1515479" y="4792230"/>
                  </a:lnTo>
                  <a:lnTo>
                    <a:pt x="1515624" y="4792230"/>
                  </a:lnTo>
                  <a:lnTo>
                    <a:pt x="1515769" y="4792230"/>
                  </a:lnTo>
                  <a:lnTo>
                    <a:pt x="1515915" y="4791606"/>
                  </a:lnTo>
                  <a:lnTo>
                    <a:pt x="1516060" y="4791606"/>
                  </a:lnTo>
                  <a:lnTo>
                    <a:pt x="1516351" y="4790982"/>
                  </a:lnTo>
                  <a:lnTo>
                    <a:pt x="1516787" y="4790359"/>
                  </a:lnTo>
                  <a:lnTo>
                    <a:pt x="1516933" y="4790359"/>
                  </a:lnTo>
                  <a:lnTo>
                    <a:pt x="1517224" y="4790359"/>
                  </a:lnTo>
                  <a:lnTo>
                    <a:pt x="1517369" y="4790359"/>
                  </a:lnTo>
                  <a:lnTo>
                    <a:pt x="1517515" y="4790359"/>
                  </a:lnTo>
                  <a:lnTo>
                    <a:pt x="1517660" y="4790359"/>
                  </a:lnTo>
                  <a:lnTo>
                    <a:pt x="1518096" y="4790359"/>
                  </a:lnTo>
                  <a:lnTo>
                    <a:pt x="1518242" y="4790359"/>
                  </a:lnTo>
                  <a:lnTo>
                    <a:pt x="1518533" y="4789735"/>
                  </a:lnTo>
                  <a:lnTo>
                    <a:pt x="1518678" y="4789735"/>
                  </a:lnTo>
                  <a:lnTo>
                    <a:pt x="1518823" y="4788488"/>
                  </a:lnTo>
                  <a:lnTo>
                    <a:pt x="1518969" y="4788488"/>
                  </a:lnTo>
                  <a:lnTo>
                    <a:pt x="1519114" y="4787865"/>
                  </a:lnTo>
                  <a:lnTo>
                    <a:pt x="1519405" y="4787865"/>
                  </a:lnTo>
                  <a:lnTo>
                    <a:pt x="1519696" y="4787865"/>
                  </a:lnTo>
                  <a:lnTo>
                    <a:pt x="1519841" y="4787865"/>
                  </a:lnTo>
                  <a:lnTo>
                    <a:pt x="1519987" y="4787865"/>
                  </a:lnTo>
                  <a:lnTo>
                    <a:pt x="1520714" y="4787865"/>
                  </a:lnTo>
                  <a:lnTo>
                    <a:pt x="1520859" y="4787865"/>
                  </a:lnTo>
                  <a:lnTo>
                    <a:pt x="1521296" y="4787241"/>
                  </a:lnTo>
                  <a:lnTo>
                    <a:pt x="1521441" y="4787241"/>
                  </a:lnTo>
                  <a:lnTo>
                    <a:pt x="1521586" y="4787241"/>
                  </a:lnTo>
                  <a:lnTo>
                    <a:pt x="1521732" y="4787241"/>
                  </a:lnTo>
                  <a:lnTo>
                    <a:pt x="1521877" y="4787241"/>
                  </a:lnTo>
                  <a:lnTo>
                    <a:pt x="1522314" y="4787241"/>
                  </a:lnTo>
                  <a:lnTo>
                    <a:pt x="1522459" y="4786617"/>
                  </a:lnTo>
                  <a:lnTo>
                    <a:pt x="1522604" y="4786617"/>
                  </a:lnTo>
                  <a:lnTo>
                    <a:pt x="1522895" y="4786617"/>
                  </a:lnTo>
                  <a:lnTo>
                    <a:pt x="1523622" y="4786617"/>
                  </a:lnTo>
                  <a:lnTo>
                    <a:pt x="1523622" y="4785994"/>
                  </a:lnTo>
                  <a:lnTo>
                    <a:pt x="1523768" y="4785994"/>
                  </a:lnTo>
                  <a:lnTo>
                    <a:pt x="1523913" y="4785994"/>
                  </a:lnTo>
                  <a:lnTo>
                    <a:pt x="1524350" y="4785994"/>
                  </a:lnTo>
                  <a:lnTo>
                    <a:pt x="1524640" y="4785994"/>
                  </a:lnTo>
                  <a:lnTo>
                    <a:pt x="1524931" y="4785994"/>
                  </a:lnTo>
                  <a:lnTo>
                    <a:pt x="1525077" y="4785370"/>
                  </a:lnTo>
                  <a:lnTo>
                    <a:pt x="1525222" y="4785370"/>
                  </a:lnTo>
                  <a:lnTo>
                    <a:pt x="1525368" y="4785370"/>
                  </a:lnTo>
                  <a:lnTo>
                    <a:pt x="1525804" y="4785370"/>
                  </a:lnTo>
                  <a:lnTo>
                    <a:pt x="1525804" y="4784747"/>
                  </a:lnTo>
                  <a:lnTo>
                    <a:pt x="1526095" y="4784747"/>
                  </a:lnTo>
                  <a:lnTo>
                    <a:pt x="1526385" y="4784747"/>
                  </a:lnTo>
                  <a:lnTo>
                    <a:pt x="1526531" y="4784747"/>
                  </a:lnTo>
                  <a:lnTo>
                    <a:pt x="1526676" y="4784747"/>
                  </a:lnTo>
                  <a:lnTo>
                    <a:pt x="1526967" y="4784747"/>
                  </a:lnTo>
                  <a:lnTo>
                    <a:pt x="1527403" y="4782876"/>
                  </a:lnTo>
                  <a:lnTo>
                    <a:pt x="1527549" y="4782876"/>
                  </a:lnTo>
                  <a:lnTo>
                    <a:pt x="1527985" y="4782876"/>
                  </a:lnTo>
                  <a:lnTo>
                    <a:pt x="1527985" y="4782252"/>
                  </a:lnTo>
                  <a:lnTo>
                    <a:pt x="1528276" y="4782252"/>
                  </a:lnTo>
                  <a:lnTo>
                    <a:pt x="1528421" y="4782252"/>
                  </a:lnTo>
                  <a:lnTo>
                    <a:pt x="1528567" y="4782252"/>
                  </a:lnTo>
                  <a:lnTo>
                    <a:pt x="1528712" y="4782252"/>
                  </a:lnTo>
                  <a:lnTo>
                    <a:pt x="1528858" y="4782252"/>
                  </a:lnTo>
                  <a:lnTo>
                    <a:pt x="1529149" y="4782252"/>
                  </a:lnTo>
                  <a:lnTo>
                    <a:pt x="1529294" y="4782252"/>
                  </a:lnTo>
                  <a:lnTo>
                    <a:pt x="1529439" y="4782252"/>
                  </a:lnTo>
                  <a:lnTo>
                    <a:pt x="1529585" y="4782252"/>
                  </a:lnTo>
                  <a:lnTo>
                    <a:pt x="1529730" y="4782252"/>
                  </a:lnTo>
                  <a:lnTo>
                    <a:pt x="1530021" y="4782252"/>
                  </a:lnTo>
                  <a:lnTo>
                    <a:pt x="1530167" y="4782252"/>
                  </a:lnTo>
                  <a:lnTo>
                    <a:pt x="1530312" y="4782252"/>
                  </a:lnTo>
                  <a:lnTo>
                    <a:pt x="1530457" y="4782252"/>
                  </a:lnTo>
                  <a:lnTo>
                    <a:pt x="1530457" y="4781005"/>
                  </a:lnTo>
                  <a:lnTo>
                    <a:pt x="1530748" y="4781005"/>
                  </a:lnTo>
                  <a:lnTo>
                    <a:pt x="1531185" y="4781005"/>
                  </a:lnTo>
                  <a:lnTo>
                    <a:pt x="1531330" y="4781005"/>
                  </a:lnTo>
                  <a:lnTo>
                    <a:pt x="1531621" y="4781005"/>
                  </a:lnTo>
                  <a:lnTo>
                    <a:pt x="1531766" y="4780382"/>
                  </a:lnTo>
                  <a:lnTo>
                    <a:pt x="1531912" y="4780382"/>
                  </a:lnTo>
                  <a:lnTo>
                    <a:pt x="1532348" y="4780382"/>
                  </a:lnTo>
                  <a:lnTo>
                    <a:pt x="1532348" y="4779758"/>
                  </a:lnTo>
                  <a:lnTo>
                    <a:pt x="1532639" y="4779758"/>
                  </a:lnTo>
                  <a:lnTo>
                    <a:pt x="1532639" y="4779134"/>
                  </a:lnTo>
                  <a:lnTo>
                    <a:pt x="1532784" y="4779134"/>
                  </a:lnTo>
                  <a:lnTo>
                    <a:pt x="1532930" y="4779134"/>
                  </a:lnTo>
                  <a:lnTo>
                    <a:pt x="1532930" y="4778511"/>
                  </a:lnTo>
                  <a:lnTo>
                    <a:pt x="1532930" y="4777887"/>
                  </a:lnTo>
                  <a:lnTo>
                    <a:pt x="1533220" y="4777887"/>
                  </a:lnTo>
                  <a:lnTo>
                    <a:pt x="1533366" y="4777887"/>
                  </a:lnTo>
                  <a:lnTo>
                    <a:pt x="1533366" y="4777264"/>
                  </a:lnTo>
                  <a:lnTo>
                    <a:pt x="1533802" y="4777264"/>
                  </a:lnTo>
                  <a:lnTo>
                    <a:pt x="1534093" y="4777264"/>
                  </a:lnTo>
                  <a:lnTo>
                    <a:pt x="1534384" y="4777264"/>
                  </a:lnTo>
                  <a:lnTo>
                    <a:pt x="1534384" y="4776640"/>
                  </a:lnTo>
                  <a:lnTo>
                    <a:pt x="1534529" y="4776640"/>
                  </a:lnTo>
                  <a:lnTo>
                    <a:pt x="1534675" y="4776640"/>
                  </a:lnTo>
                  <a:lnTo>
                    <a:pt x="1535111" y="4776640"/>
                  </a:lnTo>
                  <a:lnTo>
                    <a:pt x="1535111" y="4776016"/>
                  </a:lnTo>
                  <a:lnTo>
                    <a:pt x="1535838" y="4775393"/>
                  </a:lnTo>
                  <a:lnTo>
                    <a:pt x="1536274" y="4775393"/>
                  </a:lnTo>
                  <a:lnTo>
                    <a:pt x="1536565" y="4775393"/>
                  </a:lnTo>
                  <a:lnTo>
                    <a:pt x="1536711" y="4775393"/>
                  </a:lnTo>
                  <a:lnTo>
                    <a:pt x="1537002" y="4775393"/>
                  </a:lnTo>
                  <a:lnTo>
                    <a:pt x="1537147" y="4775393"/>
                  </a:lnTo>
                  <a:lnTo>
                    <a:pt x="1537292" y="4775393"/>
                  </a:lnTo>
                  <a:lnTo>
                    <a:pt x="1537438" y="4775393"/>
                  </a:lnTo>
                  <a:lnTo>
                    <a:pt x="1537583" y="4775393"/>
                  </a:lnTo>
                  <a:lnTo>
                    <a:pt x="1537729" y="4775393"/>
                  </a:lnTo>
                  <a:lnTo>
                    <a:pt x="1537874" y="4775393"/>
                  </a:lnTo>
                  <a:lnTo>
                    <a:pt x="1537874" y="4774769"/>
                  </a:lnTo>
                  <a:lnTo>
                    <a:pt x="1538020" y="4774769"/>
                  </a:lnTo>
                  <a:lnTo>
                    <a:pt x="1538165" y="4774769"/>
                  </a:lnTo>
                  <a:lnTo>
                    <a:pt x="1538310" y="4774769"/>
                  </a:lnTo>
                  <a:lnTo>
                    <a:pt x="1538456" y="4774769"/>
                  </a:lnTo>
                  <a:lnTo>
                    <a:pt x="1538601" y="4774146"/>
                  </a:lnTo>
                  <a:lnTo>
                    <a:pt x="1538892" y="4773522"/>
                  </a:lnTo>
                  <a:lnTo>
                    <a:pt x="1539038" y="4773522"/>
                  </a:lnTo>
                  <a:lnTo>
                    <a:pt x="1539183" y="4773522"/>
                  </a:lnTo>
                  <a:lnTo>
                    <a:pt x="1539328" y="4773522"/>
                  </a:lnTo>
                  <a:lnTo>
                    <a:pt x="1539474" y="4773522"/>
                  </a:lnTo>
                  <a:lnTo>
                    <a:pt x="1539619" y="4773522"/>
                  </a:lnTo>
                  <a:lnTo>
                    <a:pt x="1539765" y="4773522"/>
                  </a:lnTo>
                  <a:lnTo>
                    <a:pt x="1540346" y="4773522"/>
                  </a:lnTo>
                  <a:lnTo>
                    <a:pt x="1540492" y="4773522"/>
                  </a:lnTo>
                  <a:lnTo>
                    <a:pt x="1540783" y="4772899"/>
                  </a:lnTo>
                  <a:lnTo>
                    <a:pt x="1540928" y="4772899"/>
                  </a:lnTo>
                  <a:lnTo>
                    <a:pt x="1541219" y="4772899"/>
                  </a:lnTo>
                  <a:lnTo>
                    <a:pt x="1541364" y="4772899"/>
                  </a:lnTo>
                  <a:lnTo>
                    <a:pt x="1541510" y="4772899"/>
                  </a:lnTo>
                  <a:lnTo>
                    <a:pt x="1541801" y="4772899"/>
                  </a:lnTo>
                  <a:lnTo>
                    <a:pt x="1541946" y="4772899"/>
                  </a:lnTo>
                  <a:lnTo>
                    <a:pt x="1543837" y="4771028"/>
                  </a:lnTo>
                  <a:lnTo>
                    <a:pt x="1543982" y="4771028"/>
                  </a:lnTo>
                  <a:lnTo>
                    <a:pt x="1544127" y="4771028"/>
                  </a:lnTo>
                  <a:lnTo>
                    <a:pt x="1544273" y="4771028"/>
                  </a:lnTo>
                  <a:lnTo>
                    <a:pt x="1544564" y="4771028"/>
                  </a:lnTo>
                  <a:lnTo>
                    <a:pt x="1544709" y="4771028"/>
                  </a:lnTo>
                  <a:lnTo>
                    <a:pt x="1544855" y="4771028"/>
                  </a:lnTo>
                  <a:lnTo>
                    <a:pt x="1545000" y="4770404"/>
                  </a:lnTo>
                  <a:lnTo>
                    <a:pt x="1545291" y="4769781"/>
                  </a:lnTo>
                  <a:lnTo>
                    <a:pt x="1545436" y="4769781"/>
                  </a:lnTo>
                  <a:lnTo>
                    <a:pt x="1545727" y="4767910"/>
                  </a:lnTo>
                  <a:lnTo>
                    <a:pt x="1546018" y="4767910"/>
                  </a:lnTo>
                  <a:lnTo>
                    <a:pt x="1546309" y="4767286"/>
                  </a:lnTo>
                  <a:lnTo>
                    <a:pt x="1546454" y="4767286"/>
                  </a:lnTo>
                  <a:lnTo>
                    <a:pt x="1546600" y="4767286"/>
                  </a:lnTo>
                  <a:lnTo>
                    <a:pt x="1546745" y="4766039"/>
                  </a:lnTo>
                  <a:lnTo>
                    <a:pt x="1546890" y="4766039"/>
                  </a:lnTo>
                  <a:lnTo>
                    <a:pt x="1547036" y="4766039"/>
                  </a:lnTo>
                  <a:lnTo>
                    <a:pt x="1547181" y="4766039"/>
                  </a:lnTo>
                  <a:lnTo>
                    <a:pt x="1547327" y="4766039"/>
                  </a:lnTo>
                  <a:lnTo>
                    <a:pt x="1547472" y="4766039"/>
                  </a:lnTo>
                  <a:lnTo>
                    <a:pt x="1547618" y="4766039"/>
                  </a:lnTo>
                  <a:lnTo>
                    <a:pt x="1547763" y="4766039"/>
                  </a:lnTo>
                  <a:lnTo>
                    <a:pt x="1547763" y="4765416"/>
                  </a:lnTo>
                  <a:lnTo>
                    <a:pt x="1548199" y="4765416"/>
                  </a:lnTo>
                  <a:lnTo>
                    <a:pt x="1548345" y="4765416"/>
                  </a:lnTo>
                  <a:lnTo>
                    <a:pt x="1548490" y="4765416"/>
                  </a:lnTo>
                  <a:lnTo>
                    <a:pt x="1548490" y="4764792"/>
                  </a:lnTo>
                  <a:lnTo>
                    <a:pt x="1548490" y="4764168"/>
                  </a:lnTo>
                  <a:lnTo>
                    <a:pt x="1548781" y="4764168"/>
                  </a:lnTo>
                  <a:lnTo>
                    <a:pt x="1548926" y="4764168"/>
                  </a:lnTo>
                  <a:lnTo>
                    <a:pt x="1549072" y="4763545"/>
                  </a:lnTo>
                  <a:lnTo>
                    <a:pt x="1549363" y="4763545"/>
                  </a:lnTo>
                  <a:lnTo>
                    <a:pt x="1549508" y="4763545"/>
                  </a:lnTo>
                  <a:lnTo>
                    <a:pt x="1549508" y="4762921"/>
                  </a:lnTo>
                  <a:lnTo>
                    <a:pt x="1549508" y="4762298"/>
                  </a:lnTo>
                  <a:lnTo>
                    <a:pt x="1549654" y="4762298"/>
                  </a:lnTo>
                  <a:lnTo>
                    <a:pt x="1549799" y="4761674"/>
                  </a:lnTo>
                  <a:lnTo>
                    <a:pt x="1549944" y="4761674"/>
                  </a:lnTo>
                  <a:lnTo>
                    <a:pt x="1550526" y="4761674"/>
                  </a:lnTo>
                  <a:lnTo>
                    <a:pt x="1550672" y="4761051"/>
                  </a:lnTo>
                  <a:lnTo>
                    <a:pt x="1550817" y="4761051"/>
                  </a:lnTo>
                  <a:lnTo>
                    <a:pt x="1550962" y="4759803"/>
                  </a:lnTo>
                  <a:lnTo>
                    <a:pt x="1551253" y="4758556"/>
                  </a:lnTo>
                  <a:lnTo>
                    <a:pt x="1551544" y="4758556"/>
                  </a:lnTo>
                  <a:lnTo>
                    <a:pt x="1551690" y="4757933"/>
                  </a:lnTo>
                  <a:lnTo>
                    <a:pt x="1551980" y="4757933"/>
                  </a:lnTo>
                  <a:lnTo>
                    <a:pt x="1552126" y="4757933"/>
                  </a:lnTo>
                  <a:lnTo>
                    <a:pt x="1552271" y="4757933"/>
                  </a:lnTo>
                  <a:lnTo>
                    <a:pt x="1552271" y="4757309"/>
                  </a:lnTo>
                  <a:lnTo>
                    <a:pt x="1552562" y="4757309"/>
                  </a:lnTo>
                  <a:lnTo>
                    <a:pt x="1552998" y="4757309"/>
                  </a:lnTo>
                  <a:lnTo>
                    <a:pt x="1553289" y="4757309"/>
                  </a:lnTo>
                  <a:lnTo>
                    <a:pt x="1553435" y="4757309"/>
                  </a:lnTo>
                  <a:lnTo>
                    <a:pt x="1553580" y="4757309"/>
                  </a:lnTo>
                  <a:lnTo>
                    <a:pt x="1553725" y="4757309"/>
                  </a:lnTo>
                  <a:lnTo>
                    <a:pt x="1554162" y="4756685"/>
                  </a:lnTo>
                  <a:lnTo>
                    <a:pt x="1554307" y="4756685"/>
                  </a:lnTo>
                  <a:lnTo>
                    <a:pt x="1554453" y="4756062"/>
                  </a:lnTo>
                  <a:lnTo>
                    <a:pt x="1554598" y="4756062"/>
                  </a:lnTo>
                  <a:lnTo>
                    <a:pt x="1554743" y="4756062"/>
                  </a:lnTo>
                  <a:lnTo>
                    <a:pt x="1554889" y="4756062"/>
                  </a:lnTo>
                  <a:lnTo>
                    <a:pt x="1555325" y="4756062"/>
                  </a:lnTo>
                  <a:lnTo>
                    <a:pt x="1556052" y="4756062"/>
                  </a:lnTo>
                  <a:lnTo>
                    <a:pt x="1556052" y="4755438"/>
                  </a:lnTo>
                  <a:lnTo>
                    <a:pt x="1556198" y="4755438"/>
                  </a:lnTo>
                  <a:lnTo>
                    <a:pt x="1556198" y="4754815"/>
                  </a:lnTo>
                  <a:lnTo>
                    <a:pt x="1556343" y="4754815"/>
                  </a:lnTo>
                  <a:lnTo>
                    <a:pt x="1556634" y="4754815"/>
                  </a:lnTo>
                  <a:lnTo>
                    <a:pt x="1557216" y="4754191"/>
                  </a:lnTo>
                  <a:lnTo>
                    <a:pt x="1557361" y="4754191"/>
                  </a:lnTo>
                  <a:lnTo>
                    <a:pt x="1557507" y="4753568"/>
                  </a:lnTo>
                  <a:lnTo>
                    <a:pt x="1557652" y="4753568"/>
                  </a:lnTo>
                  <a:lnTo>
                    <a:pt x="1557797" y="4752944"/>
                  </a:lnTo>
                  <a:lnTo>
                    <a:pt x="1557943" y="4752944"/>
                  </a:lnTo>
                  <a:lnTo>
                    <a:pt x="1558234" y="4752944"/>
                  </a:lnTo>
                  <a:lnTo>
                    <a:pt x="1558379" y="4752944"/>
                  </a:lnTo>
                  <a:lnTo>
                    <a:pt x="1558379" y="4752320"/>
                  </a:lnTo>
                  <a:lnTo>
                    <a:pt x="1558525" y="4752320"/>
                  </a:lnTo>
                  <a:lnTo>
                    <a:pt x="1559397" y="4751697"/>
                  </a:lnTo>
                  <a:lnTo>
                    <a:pt x="1559543" y="4751697"/>
                  </a:lnTo>
                  <a:lnTo>
                    <a:pt x="1559688" y="4751697"/>
                  </a:lnTo>
                  <a:lnTo>
                    <a:pt x="1560270" y="4751697"/>
                  </a:lnTo>
                  <a:lnTo>
                    <a:pt x="1560560" y="4751073"/>
                  </a:lnTo>
                  <a:lnTo>
                    <a:pt x="1560706" y="4751073"/>
                  </a:lnTo>
                  <a:lnTo>
                    <a:pt x="1560851" y="4750450"/>
                  </a:lnTo>
                  <a:lnTo>
                    <a:pt x="1560997" y="4749826"/>
                  </a:lnTo>
                  <a:lnTo>
                    <a:pt x="1561142" y="4749826"/>
                  </a:lnTo>
                  <a:lnTo>
                    <a:pt x="1561433" y="4749202"/>
                  </a:lnTo>
                  <a:lnTo>
                    <a:pt x="1561724" y="4749202"/>
                  </a:lnTo>
                  <a:lnTo>
                    <a:pt x="1561869" y="4748579"/>
                  </a:lnTo>
                  <a:lnTo>
                    <a:pt x="1562015" y="4748579"/>
                  </a:lnTo>
                  <a:lnTo>
                    <a:pt x="1562160" y="4748579"/>
                  </a:lnTo>
                  <a:lnTo>
                    <a:pt x="1562596" y="4747955"/>
                  </a:lnTo>
                  <a:lnTo>
                    <a:pt x="1562742" y="4747955"/>
                  </a:lnTo>
                  <a:lnTo>
                    <a:pt x="1562742" y="4747332"/>
                  </a:lnTo>
                  <a:lnTo>
                    <a:pt x="1562887" y="4747332"/>
                  </a:lnTo>
                  <a:lnTo>
                    <a:pt x="1563469" y="4747332"/>
                  </a:lnTo>
                  <a:lnTo>
                    <a:pt x="1563614" y="4747332"/>
                  </a:lnTo>
                  <a:lnTo>
                    <a:pt x="1563905" y="4747332"/>
                  </a:lnTo>
                  <a:lnTo>
                    <a:pt x="1564051" y="4747332"/>
                  </a:lnTo>
                  <a:lnTo>
                    <a:pt x="1564196" y="4747332"/>
                  </a:lnTo>
                  <a:lnTo>
                    <a:pt x="1564342" y="4747332"/>
                  </a:lnTo>
                  <a:lnTo>
                    <a:pt x="1564487" y="4747332"/>
                  </a:lnTo>
                  <a:lnTo>
                    <a:pt x="1564632" y="4747332"/>
                  </a:lnTo>
                  <a:lnTo>
                    <a:pt x="1564923" y="4747332"/>
                  </a:lnTo>
                  <a:lnTo>
                    <a:pt x="1565214" y="4747332"/>
                  </a:lnTo>
                  <a:lnTo>
                    <a:pt x="1566232" y="4746085"/>
                  </a:lnTo>
                  <a:lnTo>
                    <a:pt x="1566523" y="4746085"/>
                  </a:lnTo>
                  <a:lnTo>
                    <a:pt x="1566668" y="4746085"/>
                  </a:lnTo>
                  <a:lnTo>
                    <a:pt x="1566959" y="4746085"/>
                  </a:lnTo>
                  <a:lnTo>
                    <a:pt x="1566959" y="4745461"/>
                  </a:lnTo>
                  <a:lnTo>
                    <a:pt x="1567250" y="4745461"/>
                  </a:lnTo>
                  <a:lnTo>
                    <a:pt x="1567686" y="4745461"/>
                  </a:lnTo>
                  <a:lnTo>
                    <a:pt x="1567832" y="4745461"/>
                  </a:lnTo>
                  <a:lnTo>
                    <a:pt x="1568268" y="4745461"/>
                  </a:lnTo>
                  <a:lnTo>
                    <a:pt x="1568559" y="4745461"/>
                  </a:lnTo>
                  <a:lnTo>
                    <a:pt x="1568850" y="4744214"/>
                  </a:lnTo>
                  <a:lnTo>
                    <a:pt x="1568850" y="4743590"/>
                  </a:lnTo>
                  <a:lnTo>
                    <a:pt x="1568995" y="4742967"/>
                  </a:lnTo>
                  <a:lnTo>
                    <a:pt x="1569286" y="4742343"/>
                  </a:lnTo>
                  <a:lnTo>
                    <a:pt x="1569431" y="4742343"/>
                  </a:lnTo>
                  <a:lnTo>
                    <a:pt x="1569577" y="4742343"/>
                  </a:lnTo>
                  <a:lnTo>
                    <a:pt x="1569868" y="4742343"/>
                  </a:lnTo>
                  <a:lnTo>
                    <a:pt x="1570013" y="4742343"/>
                  </a:lnTo>
                  <a:lnTo>
                    <a:pt x="1570159" y="4742343"/>
                  </a:lnTo>
                  <a:lnTo>
                    <a:pt x="1570449" y="4742343"/>
                  </a:lnTo>
                  <a:lnTo>
                    <a:pt x="1570740" y="4742343"/>
                  </a:lnTo>
                  <a:lnTo>
                    <a:pt x="1570886" y="4742343"/>
                  </a:lnTo>
                  <a:lnTo>
                    <a:pt x="1570886" y="4741719"/>
                  </a:lnTo>
                  <a:lnTo>
                    <a:pt x="1571177" y="4741719"/>
                  </a:lnTo>
                  <a:lnTo>
                    <a:pt x="1571322" y="4741719"/>
                  </a:lnTo>
                  <a:lnTo>
                    <a:pt x="1571467" y="4741719"/>
                  </a:lnTo>
                  <a:lnTo>
                    <a:pt x="1571613" y="4741719"/>
                  </a:lnTo>
                  <a:lnTo>
                    <a:pt x="1571758" y="4741719"/>
                  </a:lnTo>
                  <a:lnTo>
                    <a:pt x="1571904" y="4741719"/>
                  </a:lnTo>
                  <a:lnTo>
                    <a:pt x="1572049" y="4740472"/>
                  </a:lnTo>
                  <a:lnTo>
                    <a:pt x="1572195" y="4739225"/>
                  </a:lnTo>
                  <a:lnTo>
                    <a:pt x="1572340" y="4739225"/>
                  </a:lnTo>
                  <a:lnTo>
                    <a:pt x="1572922" y="4739225"/>
                  </a:lnTo>
                  <a:lnTo>
                    <a:pt x="1573067" y="4739225"/>
                  </a:lnTo>
                  <a:lnTo>
                    <a:pt x="1573067" y="4738602"/>
                  </a:lnTo>
                  <a:lnTo>
                    <a:pt x="1573212" y="4738602"/>
                  </a:lnTo>
                  <a:lnTo>
                    <a:pt x="1573358" y="4738602"/>
                  </a:lnTo>
                  <a:lnTo>
                    <a:pt x="1573503" y="4738602"/>
                  </a:lnTo>
                  <a:lnTo>
                    <a:pt x="1573649" y="4738602"/>
                  </a:lnTo>
                  <a:lnTo>
                    <a:pt x="1574085" y="4737978"/>
                  </a:lnTo>
                  <a:lnTo>
                    <a:pt x="1574230" y="4737978"/>
                  </a:lnTo>
                  <a:lnTo>
                    <a:pt x="1574376" y="4736107"/>
                  </a:lnTo>
                  <a:lnTo>
                    <a:pt x="1574521" y="4736107"/>
                  </a:lnTo>
                  <a:lnTo>
                    <a:pt x="1574667" y="4736107"/>
                  </a:lnTo>
                  <a:lnTo>
                    <a:pt x="1574812" y="4736107"/>
                  </a:lnTo>
                  <a:lnTo>
                    <a:pt x="1574958" y="4736107"/>
                  </a:lnTo>
                  <a:lnTo>
                    <a:pt x="1575103" y="4736107"/>
                  </a:lnTo>
                  <a:lnTo>
                    <a:pt x="1575830" y="4736107"/>
                  </a:lnTo>
                  <a:lnTo>
                    <a:pt x="1576121" y="4736107"/>
                  </a:lnTo>
                  <a:lnTo>
                    <a:pt x="1576266" y="4736107"/>
                  </a:lnTo>
                  <a:lnTo>
                    <a:pt x="1576994" y="4736107"/>
                  </a:lnTo>
                  <a:lnTo>
                    <a:pt x="1576994" y="4735484"/>
                  </a:lnTo>
                  <a:lnTo>
                    <a:pt x="1577430" y="4734860"/>
                  </a:lnTo>
                  <a:lnTo>
                    <a:pt x="1577575" y="4734236"/>
                  </a:lnTo>
                  <a:lnTo>
                    <a:pt x="1577721" y="4734236"/>
                  </a:lnTo>
                  <a:lnTo>
                    <a:pt x="1577721" y="4733613"/>
                  </a:lnTo>
                  <a:lnTo>
                    <a:pt x="1578012" y="4733613"/>
                  </a:lnTo>
                  <a:lnTo>
                    <a:pt x="1578012" y="4732989"/>
                  </a:lnTo>
                  <a:lnTo>
                    <a:pt x="1578157" y="4732989"/>
                  </a:lnTo>
                  <a:lnTo>
                    <a:pt x="1578302" y="4732989"/>
                  </a:lnTo>
                  <a:lnTo>
                    <a:pt x="1578448" y="4732989"/>
                  </a:lnTo>
                  <a:lnTo>
                    <a:pt x="1578593" y="4732989"/>
                  </a:lnTo>
                  <a:lnTo>
                    <a:pt x="1578739" y="4732989"/>
                  </a:lnTo>
                  <a:lnTo>
                    <a:pt x="1578739" y="4732366"/>
                  </a:lnTo>
                  <a:lnTo>
                    <a:pt x="1579175" y="4732366"/>
                  </a:lnTo>
                  <a:lnTo>
                    <a:pt x="1579320" y="4732366"/>
                  </a:lnTo>
                  <a:lnTo>
                    <a:pt x="1579466" y="4732366"/>
                  </a:lnTo>
                  <a:lnTo>
                    <a:pt x="1579757" y="4732366"/>
                  </a:lnTo>
                  <a:lnTo>
                    <a:pt x="1579902" y="4732366"/>
                  </a:lnTo>
                  <a:lnTo>
                    <a:pt x="1579902" y="4731119"/>
                  </a:lnTo>
                  <a:lnTo>
                    <a:pt x="1580047" y="4731119"/>
                  </a:lnTo>
                  <a:lnTo>
                    <a:pt x="1580193" y="4731119"/>
                  </a:lnTo>
                  <a:lnTo>
                    <a:pt x="1580338" y="4731119"/>
                  </a:lnTo>
                  <a:lnTo>
                    <a:pt x="1580484" y="4731119"/>
                  </a:lnTo>
                  <a:lnTo>
                    <a:pt x="1580629" y="4731119"/>
                  </a:lnTo>
                  <a:lnTo>
                    <a:pt x="1580629" y="4730495"/>
                  </a:lnTo>
                  <a:lnTo>
                    <a:pt x="1581938" y="4730495"/>
                  </a:lnTo>
                  <a:lnTo>
                    <a:pt x="1582083" y="4730495"/>
                  </a:lnTo>
                  <a:lnTo>
                    <a:pt x="1582374" y="4729871"/>
                  </a:lnTo>
                  <a:lnTo>
                    <a:pt x="1582374" y="4729248"/>
                  </a:lnTo>
                  <a:lnTo>
                    <a:pt x="1582374" y="4728624"/>
                  </a:lnTo>
                  <a:lnTo>
                    <a:pt x="1582520" y="4728624"/>
                  </a:lnTo>
                  <a:lnTo>
                    <a:pt x="1582520" y="4728001"/>
                  </a:lnTo>
                  <a:lnTo>
                    <a:pt x="1582665" y="4728001"/>
                  </a:lnTo>
                  <a:lnTo>
                    <a:pt x="1583538" y="4727377"/>
                  </a:lnTo>
                  <a:lnTo>
                    <a:pt x="1583829" y="4727377"/>
                  </a:lnTo>
                  <a:lnTo>
                    <a:pt x="1583974" y="4727377"/>
                  </a:lnTo>
                  <a:lnTo>
                    <a:pt x="1584265" y="4727377"/>
                  </a:lnTo>
                  <a:lnTo>
                    <a:pt x="1584410" y="4727377"/>
                  </a:lnTo>
                  <a:lnTo>
                    <a:pt x="1584556" y="4727377"/>
                  </a:lnTo>
                  <a:lnTo>
                    <a:pt x="1585283" y="4727377"/>
                  </a:lnTo>
                  <a:lnTo>
                    <a:pt x="1585428" y="4727377"/>
                  </a:lnTo>
                  <a:lnTo>
                    <a:pt x="1585719" y="4727377"/>
                  </a:lnTo>
                  <a:lnTo>
                    <a:pt x="1586155" y="4726753"/>
                  </a:lnTo>
                  <a:lnTo>
                    <a:pt x="1586446" y="4726130"/>
                  </a:lnTo>
                  <a:lnTo>
                    <a:pt x="1586592" y="4725506"/>
                  </a:lnTo>
                  <a:lnTo>
                    <a:pt x="1586737" y="4725506"/>
                  </a:lnTo>
                  <a:lnTo>
                    <a:pt x="1587173" y="4725506"/>
                  </a:lnTo>
                  <a:lnTo>
                    <a:pt x="1587319" y="4725506"/>
                  </a:lnTo>
                  <a:lnTo>
                    <a:pt x="1587464" y="4725506"/>
                  </a:lnTo>
                  <a:lnTo>
                    <a:pt x="1587610" y="4725506"/>
                  </a:lnTo>
                  <a:lnTo>
                    <a:pt x="1587755" y="4725506"/>
                  </a:lnTo>
                  <a:lnTo>
                    <a:pt x="1587900" y="4725506"/>
                  </a:lnTo>
                  <a:lnTo>
                    <a:pt x="1588046" y="4725506"/>
                  </a:lnTo>
                  <a:lnTo>
                    <a:pt x="1588482" y="4725506"/>
                  </a:lnTo>
                  <a:lnTo>
                    <a:pt x="1588628" y="4725506"/>
                  </a:lnTo>
                  <a:lnTo>
                    <a:pt x="1588773" y="4725506"/>
                  </a:lnTo>
                  <a:lnTo>
                    <a:pt x="1589064" y="4725506"/>
                  </a:lnTo>
                  <a:lnTo>
                    <a:pt x="1589500" y="4725506"/>
                  </a:lnTo>
                  <a:lnTo>
                    <a:pt x="1589646" y="4724883"/>
                  </a:lnTo>
                  <a:lnTo>
                    <a:pt x="1589936" y="4724883"/>
                  </a:lnTo>
                  <a:lnTo>
                    <a:pt x="1590082" y="4724883"/>
                  </a:lnTo>
                  <a:lnTo>
                    <a:pt x="1590373" y="4724259"/>
                  </a:lnTo>
                  <a:lnTo>
                    <a:pt x="1590518" y="4724259"/>
                  </a:lnTo>
                  <a:lnTo>
                    <a:pt x="1590664" y="4724259"/>
                  </a:lnTo>
                  <a:lnTo>
                    <a:pt x="1591100" y="4724259"/>
                  </a:lnTo>
                  <a:lnTo>
                    <a:pt x="1591536" y="4724259"/>
                  </a:lnTo>
                  <a:lnTo>
                    <a:pt x="1591536" y="4723636"/>
                  </a:lnTo>
                  <a:lnTo>
                    <a:pt x="1591682" y="4723636"/>
                  </a:lnTo>
                  <a:lnTo>
                    <a:pt x="1591827" y="4723636"/>
                  </a:lnTo>
                  <a:lnTo>
                    <a:pt x="1592118" y="4723012"/>
                  </a:lnTo>
                  <a:lnTo>
                    <a:pt x="1592263" y="4723012"/>
                  </a:lnTo>
                  <a:lnTo>
                    <a:pt x="1592700" y="4723012"/>
                  </a:lnTo>
                  <a:lnTo>
                    <a:pt x="1592990" y="4723012"/>
                  </a:lnTo>
                  <a:lnTo>
                    <a:pt x="1593136" y="4723012"/>
                  </a:lnTo>
                  <a:lnTo>
                    <a:pt x="1593281" y="4723012"/>
                  </a:lnTo>
                  <a:lnTo>
                    <a:pt x="1593863" y="4723012"/>
                  </a:lnTo>
                  <a:lnTo>
                    <a:pt x="1594008" y="4723012"/>
                  </a:lnTo>
                  <a:lnTo>
                    <a:pt x="1594154" y="4723012"/>
                  </a:lnTo>
                  <a:lnTo>
                    <a:pt x="1594445" y="4723012"/>
                  </a:lnTo>
                  <a:lnTo>
                    <a:pt x="1594590" y="4723012"/>
                  </a:lnTo>
                  <a:lnTo>
                    <a:pt x="1595317" y="4721765"/>
                  </a:lnTo>
                  <a:lnTo>
                    <a:pt x="1595463" y="4721765"/>
                  </a:lnTo>
                  <a:lnTo>
                    <a:pt x="1595608" y="4721765"/>
                  </a:lnTo>
                  <a:lnTo>
                    <a:pt x="1595753" y="4721765"/>
                  </a:lnTo>
                  <a:lnTo>
                    <a:pt x="1595899" y="4721141"/>
                  </a:lnTo>
                  <a:lnTo>
                    <a:pt x="1596044" y="4721141"/>
                  </a:lnTo>
                  <a:lnTo>
                    <a:pt x="1596335" y="4720518"/>
                  </a:lnTo>
                  <a:lnTo>
                    <a:pt x="1596481" y="4720518"/>
                  </a:lnTo>
                  <a:lnTo>
                    <a:pt x="1596481" y="4719894"/>
                  </a:lnTo>
                  <a:lnTo>
                    <a:pt x="1596481" y="4719270"/>
                  </a:lnTo>
                  <a:lnTo>
                    <a:pt x="1596626" y="4718647"/>
                  </a:lnTo>
                  <a:lnTo>
                    <a:pt x="1596771" y="4718647"/>
                  </a:lnTo>
                  <a:lnTo>
                    <a:pt x="1597062" y="4718647"/>
                  </a:lnTo>
                  <a:lnTo>
                    <a:pt x="1597208" y="4718647"/>
                  </a:lnTo>
                  <a:lnTo>
                    <a:pt x="1597644" y="4718647"/>
                  </a:lnTo>
                  <a:lnTo>
                    <a:pt x="1597789" y="4718647"/>
                  </a:lnTo>
                  <a:lnTo>
                    <a:pt x="1597935" y="4718647"/>
                  </a:lnTo>
                  <a:lnTo>
                    <a:pt x="1598080" y="4718647"/>
                  </a:lnTo>
                  <a:lnTo>
                    <a:pt x="1598226" y="4718647"/>
                  </a:lnTo>
                  <a:lnTo>
                    <a:pt x="1598371" y="4718647"/>
                  </a:lnTo>
                  <a:lnTo>
                    <a:pt x="1598807" y="4718647"/>
                  </a:lnTo>
                  <a:lnTo>
                    <a:pt x="1598953" y="4718647"/>
                  </a:lnTo>
                  <a:lnTo>
                    <a:pt x="1599098" y="4718647"/>
                  </a:lnTo>
                  <a:lnTo>
                    <a:pt x="1599535" y="4718647"/>
                  </a:lnTo>
                  <a:lnTo>
                    <a:pt x="1599680" y="4718647"/>
                  </a:lnTo>
                  <a:lnTo>
                    <a:pt x="1599825" y="4718647"/>
                  </a:lnTo>
                  <a:lnTo>
                    <a:pt x="1599971" y="4718647"/>
                  </a:lnTo>
                  <a:lnTo>
                    <a:pt x="1600116" y="4718647"/>
                  </a:lnTo>
                  <a:lnTo>
                    <a:pt x="1600698" y="4718647"/>
                  </a:lnTo>
                  <a:lnTo>
                    <a:pt x="1600843" y="4718023"/>
                  </a:lnTo>
                  <a:lnTo>
                    <a:pt x="1600989" y="4718023"/>
                  </a:lnTo>
                  <a:lnTo>
                    <a:pt x="1601280" y="4717400"/>
                  </a:lnTo>
                  <a:lnTo>
                    <a:pt x="1601425" y="4717400"/>
                  </a:lnTo>
                  <a:lnTo>
                    <a:pt x="1601570" y="4716776"/>
                  </a:lnTo>
                  <a:lnTo>
                    <a:pt x="1602007" y="4716776"/>
                  </a:lnTo>
                  <a:lnTo>
                    <a:pt x="1602152" y="4716153"/>
                  </a:lnTo>
                  <a:lnTo>
                    <a:pt x="1602298" y="4716153"/>
                  </a:lnTo>
                  <a:lnTo>
                    <a:pt x="1602588" y="4716153"/>
                  </a:lnTo>
                  <a:lnTo>
                    <a:pt x="1602879" y="4715529"/>
                  </a:lnTo>
                  <a:lnTo>
                    <a:pt x="1603170" y="4715529"/>
                  </a:lnTo>
                  <a:lnTo>
                    <a:pt x="1603170" y="4714905"/>
                  </a:lnTo>
                  <a:lnTo>
                    <a:pt x="1603316" y="4714905"/>
                  </a:lnTo>
                  <a:lnTo>
                    <a:pt x="1603752" y="4714905"/>
                  </a:lnTo>
                  <a:lnTo>
                    <a:pt x="1603752" y="4714282"/>
                  </a:lnTo>
                  <a:lnTo>
                    <a:pt x="1604334" y="4714282"/>
                  </a:lnTo>
                  <a:lnTo>
                    <a:pt x="1604479" y="4713658"/>
                  </a:lnTo>
                  <a:lnTo>
                    <a:pt x="1604624" y="4713658"/>
                  </a:lnTo>
                  <a:lnTo>
                    <a:pt x="1604770" y="4713658"/>
                  </a:lnTo>
                  <a:lnTo>
                    <a:pt x="1604770" y="4713035"/>
                  </a:lnTo>
                  <a:lnTo>
                    <a:pt x="1605206" y="4712411"/>
                  </a:lnTo>
                  <a:lnTo>
                    <a:pt x="1605788" y="4712411"/>
                  </a:lnTo>
                  <a:lnTo>
                    <a:pt x="1605933" y="4712411"/>
                  </a:lnTo>
                  <a:lnTo>
                    <a:pt x="1606224" y="4712411"/>
                  </a:lnTo>
                  <a:lnTo>
                    <a:pt x="1606515" y="4711788"/>
                  </a:lnTo>
                  <a:lnTo>
                    <a:pt x="1606515" y="4711164"/>
                  </a:lnTo>
                  <a:lnTo>
                    <a:pt x="1606660" y="4709293"/>
                  </a:lnTo>
                  <a:lnTo>
                    <a:pt x="1606806" y="4709293"/>
                  </a:lnTo>
                  <a:lnTo>
                    <a:pt x="1606951" y="4709293"/>
                  </a:lnTo>
                  <a:lnTo>
                    <a:pt x="1607097" y="4709293"/>
                  </a:lnTo>
                  <a:lnTo>
                    <a:pt x="1607097" y="4708670"/>
                  </a:lnTo>
                  <a:lnTo>
                    <a:pt x="1607387" y="4708670"/>
                  </a:lnTo>
                  <a:lnTo>
                    <a:pt x="1607824" y="4708670"/>
                  </a:lnTo>
                  <a:lnTo>
                    <a:pt x="1607969" y="4708670"/>
                  </a:lnTo>
                  <a:lnTo>
                    <a:pt x="1608115" y="4708670"/>
                  </a:lnTo>
                  <a:lnTo>
                    <a:pt x="1608260" y="4708670"/>
                  </a:lnTo>
                  <a:lnTo>
                    <a:pt x="1608260" y="4708046"/>
                  </a:lnTo>
                  <a:lnTo>
                    <a:pt x="1608260" y="4706799"/>
                  </a:lnTo>
                  <a:lnTo>
                    <a:pt x="1608260" y="4706175"/>
                  </a:lnTo>
                  <a:lnTo>
                    <a:pt x="1608696" y="4705552"/>
                  </a:lnTo>
                  <a:lnTo>
                    <a:pt x="1608842" y="4704928"/>
                  </a:lnTo>
                  <a:lnTo>
                    <a:pt x="1609278" y="4704928"/>
                  </a:lnTo>
                  <a:lnTo>
                    <a:pt x="1609423" y="4704928"/>
                  </a:lnTo>
                  <a:lnTo>
                    <a:pt x="1609569" y="4704305"/>
                  </a:lnTo>
                  <a:lnTo>
                    <a:pt x="1609860" y="4704305"/>
                  </a:lnTo>
                  <a:lnTo>
                    <a:pt x="1610005" y="4704305"/>
                  </a:lnTo>
                  <a:lnTo>
                    <a:pt x="1610151" y="4703681"/>
                  </a:lnTo>
                  <a:lnTo>
                    <a:pt x="1610441" y="4703681"/>
                  </a:lnTo>
                  <a:lnTo>
                    <a:pt x="1610441" y="4703057"/>
                  </a:lnTo>
                  <a:lnTo>
                    <a:pt x="1610587" y="4702434"/>
                  </a:lnTo>
                  <a:lnTo>
                    <a:pt x="1610732" y="4701810"/>
                  </a:lnTo>
                  <a:lnTo>
                    <a:pt x="1610878" y="4701810"/>
                  </a:lnTo>
                  <a:lnTo>
                    <a:pt x="1611023" y="4701810"/>
                  </a:lnTo>
                  <a:lnTo>
                    <a:pt x="1611169" y="4701810"/>
                  </a:lnTo>
                  <a:lnTo>
                    <a:pt x="1611314" y="4701810"/>
                  </a:lnTo>
                  <a:lnTo>
                    <a:pt x="1611314" y="4701187"/>
                  </a:lnTo>
                  <a:lnTo>
                    <a:pt x="1611896" y="4699939"/>
                  </a:lnTo>
                  <a:lnTo>
                    <a:pt x="1612041" y="4699939"/>
                  </a:lnTo>
                  <a:lnTo>
                    <a:pt x="1612187" y="4699939"/>
                  </a:lnTo>
                  <a:lnTo>
                    <a:pt x="1612332" y="4699939"/>
                  </a:lnTo>
                  <a:lnTo>
                    <a:pt x="1612477" y="4699939"/>
                  </a:lnTo>
                  <a:lnTo>
                    <a:pt x="1612477" y="4699316"/>
                  </a:lnTo>
                  <a:lnTo>
                    <a:pt x="1612477" y="4698692"/>
                  </a:lnTo>
                  <a:lnTo>
                    <a:pt x="1612623" y="4698692"/>
                  </a:lnTo>
                  <a:lnTo>
                    <a:pt x="1612768" y="4698692"/>
                  </a:lnTo>
                  <a:lnTo>
                    <a:pt x="1612914" y="4698692"/>
                  </a:lnTo>
                  <a:lnTo>
                    <a:pt x="1613205" y="4698692"/>
                  </a:lnTo>
                  <a:lnTo>
                    <a:pt x="1613495" y="4698692"/>
                  </a:lnTo>
                  <a:lnTo>
                    <a:pt x="1613641" y="4698692"/>
                  </a:lnTo>
                  <a:lnTo>
                    <a:pt x="1613641" y="4698069"/>
                  </a:lnTo>
                  <a:lnTo>
                    <a:pt x="1613786" y="4698069"/>
                  </a:lnTo>
                  <a:lnTo>
                    <a:pt x="1614222" y="4696822"/>
                  </a:lnTo>
                  <a:lnTo>
                    <a:pt x="1614659" y="4696822"/>
                  </a:lnTo>
                  <a:lnTo>
                    <a:pt x="1615095" y="4696822"/>
                  </a:lnTo>
                  <a:lnTo>
                    <a:pt x="1615531" y="4696822"/>
                  </a:lnTo>
                  <a:lnTo>
                    <a:pt x="1615677" y="4696822"/>
                  </a:lnTo>
                  <a:lnTo>
                    <a:pt x="1615822" y="4696822"/>
                  </a:lnTo>
                  <a:lnTo>
                    <a:pt x="1616113" y="4696822"/>
                  </a:lnTo>
                  <a:lnTo>
                    <a:pt x="1616113" y="4696198"/>
                  </a:lnTo>
                  <a:lnTo>
                    <a:pt x="1616258" y="4696198"/>
                  </a:lnTo>
                  <a:lnTo>
                    <a:pt x="1616404" y="4696198"/>
                  </a:lnTo>
                  <a:lnTo>
                    <a:pt x="1616695" y="4695574"/>
                  </a:lnTo>
                  <a:lnTo>
                    <a:pt x="1616840" y="4695574"/>
                  </a:lnTo>
                  <a:lnTo>
                    <a:pt x="1617276" y="4694951"/>
                  </a:lnTo>
                  <a:lnTo>
                    <a:pt x="1617422" y="4693704"/>
                  </a:lnTo>
                  <a:lnTo>
                    <a:pt x="1617567" y="4693704"/>
                  </a:lnTo>
                  <a:lnTo>
                    <a:pt x="1617713" y="4693080"/>
                  </a:lnTo>
                  <a:lnTo>
                    <a:pt x="1617858" y="4693080"/>
                  </a:lnTo>
                  <a:lnTo>
                    <a:pt x="1618149" y="4693080"/>
                  </a:lnTo>
                  <a:lnTo>
                    <a:pt x="1618294" y="4692456"/>
                  </a:lnTo>
                  <a:lnTo>
                    <a:pt x="1618440" y="4692456"/>
                  </a:lnTo>
                  <a:lnTo>
                    <a:pt x="1618731" y="4692456"/>
                  </a:lnTo>
                  <a:lnTo>
                    <a:pt x="1619022" y="4691209"/>
                  </a:lnTo>
                  <a:lnTo>
                    <a:pt x="1619022" y="4690586"/>
                  </a:lnTo>
                  <a:lnTo>
                    <a:pt x="1619167" y="4689962"/>
                  </a:lnTo>
                  <a:lnTo>
                    <a:pt x="1619312" y="4689962"/>
                  </a:lnTo>
                  <a:lnTo>
                    <a:pt x="1619603" y="4689962"/>
                  </a:lnTo>
                  <a:lnTo>
                    <a:pt x="1619749" y="4689962"/>
                  </a:lnTo>
                  <a:lnTo>
                    <a:pt x="1619894" y="4689962"/>
                  </a:lnTo>
                  <a:lnTo>
                    <a:pt x="1620330" y="4689962"/>
                  </a:lnTo>
                  <a:lnTo>
                    <a:pt x="1620330" y="4689339"/>
                  </a:lnTo>
                  <a:lnTo>
                    <a:pt x="1620330" y="4688715"/>
                  </a:lnTo>
                  <a:lnTo>
                    <a:pt x="1620621" y="4688091"/>
                  </a:lnTo>
                  <a:lnTo>
                    <a:pt x="1620621" y="4687468"/>
                  </a:lnTo>
                  <a:lnTo>
                    <a:pt x="1620767" y="4687468"/>
                  </a:lnTo>
                  <a:lnTo>
                    <a:pt x="1620767" y="4686844"/>
                  </a:lnTo>
                  <a:lnTo>
                    <a:pt x="1620912" y="4686844"/>
                  </a:lnTo>
                  <a:lnTo>
                    <a:pt x="1621203" y="4686844"/>
                  </a:lnTo>
                  <a:lnTo>
                    <a:pt x="1621348" y="4686844"/>
                  </a:lnTo>
                  <a:lnTo>
                    <a:pt x="1621494" y="4686844"/>
                  </a:lnTo>
                  <a:lnTo>
                    <a:pt x="1621639" y="4686844"/>
                  </a:lnTo>
                  <a:lnTo>
                    <a:pt x="1621930" y="4686221"/>
                  </a:lnTo>
                  <a:lnTo>
                    <a:pt x="1622075" y="4686221"/>
                  </a:lnTo>
                  <a:lnTo>
                    <a:pt x="1622221" y="4686221"/>
                  </a:lnTo>
                  <a:lnTo>
                    <a:pt x="1622366" y="4686221"/>
                  </a:lnTo>
                  <a:lnTo>
                    <a:pt x="1622512" y="4686221"/>
                  </a:lnTo>
                  <a:lnTo>
                    <a:pt x="1622657" y="4686221"/>
                  </a:lnTo>
                  <a:lnTo>
                    <a:pt x="1622803" y="4686221"/>
                  </a:lnTo>
                  <a:lnTo>
                    <a:pt x="1623239" y="4686221"/>
                  </a:lnTo>
                  <a:lnTo>
                    <a:pt x="1623384" y="4686221"/>
                  </a:lnTo>
                  <a:lnTo>
                    <a:pt x="1623530" y="4686221"/>
                  </a:lnTo>
                  <a:lnTo>
                    <a:pt x="1623675" y="4686221"/>
                  </a:lnTo>
                  <a:lnTo>
                    <a:pt x="1623966" y="4686221"/>
                  </a:lnTo>
                  <a:lnTo>
                    <a:pt x="1624111" y="4685597"/>
                  </a:lnTo>
                  <a:lnTo>
                    <a:pt x="1624111" y="4684350"/>
                  </a:lnTo>
                  <a:lnTo>
                    <a:pt x="1624257" y="4684350"/>
                  </a:lnTo>
                  <a:lnTo>
                    <a:pt x="1624548" y="4684350"/>
                  </a:lnTo>
                  <a:lnTo>
                    <a:pt x="1624839" y="4683726"/>
                  </a:lnTo>
                  <a:lnTo>
                    <a:pt x="1625420" y="4683103"/>
                  </a:lnTo>
                  <a:lnTo>
                    <a:pt x="1625711" y="4683103"/>
                  </a:lnTo>
                  <a:lnTo>
                    <a:pt x="1625711" y="4682479"/>
                  </a:lnTo>
                  <a:lnTo>
                    <a:pt x="1626002" y="4682479"/>
                  </a:lnTo>
                  <a:lnTo>
                    <a:pt x="1626147" y="4682479"/>
                  </a:lnTo>
                  <a:lnTo>
                    <a:pt x="1626729" y="4682479"/>
                  </a:lnTo>
                  <a:lnTo>
                    <a:pt x="1626875" y="4682479"/>
                  </a:lnTo>
                  <a:lnTo>
                    <a:pt x="1627020" y="4682479"/>
                  </a:lnTo>
                  <a:lnTo>
                    <a:pt x="1627020" y="4681856"/>
                  </a:lnTo>
                  <a:lnTo>
                    <a:pt x="1627311" y="4681856"/>
                  </a:lnTo>
                  <a:lnTo>
                    <a:pt x="1627602" y="4681856"/>
                  </a:lnTo>
                  <a:lnTo>
                    <a:pt x="1627747" y="4681856"/>
                  </a:lnTo>
                  <a:lnTo>
                    <a:pt x="1627892" y="4681856"/>
                  </a:lnTo>
                  <a:lnTo>
                    <a:pt x="1628038" y="4681856"/>
                  </a:lnTo>
                  <a:lnTo>
                    <a:pt x="1628329" y="4681856"/>
                  </a:lnTo>
                  <a:lnTo>
                    <a:pt x="1628329" y="4681232"/>
                  </a:lnTo>
                  <a:lnTo>
                    <a:pt x="1628474" y="4681232"/>
                  </a:lnTo>
                  <a:lnTo>
                    <a:pt x="1628474" y="4680608"/>
                  </a:lnTo>
                  <a:lnTo>
                    <a:pt x="1628765" y="4679985"/>
                  </a:lnTo>
                  <a:lnTo>
                    <a:pt x="1628910" y="4679985"/>
                  </a:lnTo>
                  <a:lnTo>
                    <a:pt x="1628910" y="4679361"/>
                  </a:lnTo>
                  <a:lnTo>
                    <a:pt x="1629201" y="4679361"/>
                  </a:lnTo>
                  <a:lnTo>
                    <a:pt x="1629492" y="4679361"/>
                  </a:lnTo>
                  <a:lnTo>
                    <a:pt x="1629638" y="4679361"/>
                  </a:lnTo>
                  <a:lnTo>
                    <a:pt x="1629783" y="4679361"/>
                  </a:lnTo>
                  <a:lnTo>
                    <a:pt x="1629783" y="4678738"/>
                  </a:lnTo>
                  <a:lnTo>
                    <a:pt x="1629928" y="4678114"/>
                  </a:lnTo>
                  <a:lnTo>
                    <a:pt x="1629928" y="4677490"/>
                  </a:lnTo>
                  <a:lnTo>
                    <a:pt x="1630219" y="4677490"/>
                  </a:lnTo>
                  <a:lnTo>
                    <a:pt x="1630510" y="4677490"/>
                  </a:lnTo>
                  <a:lnTo>
                    <a:pt x="1630656" y="4677490"/>
                  </a:lnTo>
                  <a:lnTo>
                    <a:pt x="1630946" y="4677490"/>
                  </a:lnTo>
                  <a:lnTo>
                    <a:pt x="1631237" y="4675620"/>
                  </a:lnTo>
                  <a:lnTo>
                    <a:pt x="1631383" y="4675620"/>
                  </a:lnTo>
                  <a:lnTo>
                    <a:pt x="1631383" y="4674996"/>
                  </a:lnTo>
                  <a:lnTo>
                    <a:pt x="1631528" y="4674996"/>
                  </a:lnTo>
                  <a:lnTo>
                    <a:pt x="1631674" y="4674373"/>
                  </a:lnTo>
                  <a:lnTo>
                    <a:pt x="1631819" y="4674373"/>
                  </a:lnTo>
                  <a:lnTo>
                    <a:pt x="1631964" y="4674373"/>
                  </a:lnTo>
                  <a:lnTo>
                    <a:pt x="1632110" y="4674373"/>
                  </a:lnTo>
                  <a:lnTo>
                    <a:pt x="1632255" y="4674373"/>
                  </a:lnTo>
                  <a:lnTo>
                    <a:pt x="1632692" y="4673749"/>
                  </a:lnTo>
                  <a:lnTo>
                    <a:pt x="1632837" y="4673749"/>
                  </a:lnTo>
                  <a:lnTo>
                    <a:pt x="1632982" y="4673749"/>
                  </a:lnTo>
                  <a:lnTo>
                    <a:pt x="1633273" y="4673749"/>
                  </a:lnTo>
                  <a:lnTo>
                    <a:pt x="1633564" y="4673749"/>
                  </a:lnTo>
                  <a:lnTo>
                    <a:pt x="1633710" y="4673749"/>
                  </a:lnTo>
                  <a:lnTo>
                    <a:pt x="1633855" y="4673749"/>
                  </a:lnTo>
                  <a:lnTo>
                    <a:pt x="1634000" y="4672502"/>
                  </a:lnTo>
                  <a:lnTo>
                    <a:pt x="1634146" y="4672502"/>
                  </a:lnTo>
                  <a:lnTo>
                    <a:pt x="1634291" y="4672502"/>
                  </a:lnTo>
                  <a:lnTo>
                    <a:pt x="1634437" y="4672502"/>
                  </a:lnTo>
                  <a:lnTo>
                    <a:pt x="1634582" y="4672502"/>
                  </a:lnTo>
                  <a:lnTo>
                    <a:pt x="1634873" y="4672502"/>
                  </a:lnTo>
                  <a:lnTo>
                    <a:pt x="1635309" y="4671878"/>
                  </a:lnTo>
                  <a:lnTo>
                    <a:pt x="1635455" y="4671878"/>
                  </a:lnTo>
                  <a:lnTo>
                    <a:pt x="1635600" y="4671878"/>
                  </a:lnTo>
                  <a:lnTo>
                    <a:pt x="1635891" y="4670631"/>
                  </a:lnTo>
                  <a:lnTo>
                    <a:pt x="1636036" y="4670631"/>
                  </a:lnTo>
                  <a:lnTo>
                    <a:pt x="1636182" y="4670631"/>
                  </a:lnTo>
                  <a:lnTo>
                    <a:pt x="1636473" y="4670631"/>
                  </a:lnTo>
                  <a:lnTo>
                    <a:pt x="1636618" y="4670631"/>
                  </a:lnTo>
                  <a:lnTo>
                    <a:pt x="1636763" y="4670631"/>
                  </a:lnTo>
                  <a:lnTo>
                    <a:pt x="1636909" y="4670631"/>
                  </a:lnTo>
                  <a:lnTo>
                    <a:pt x="1637054" y="4670631"/>
                  </a:lnTo>
                  <a:lnTo>
                    <a:pt x="1637200" y="4670631"/>
                  </a:lnTo>
                  <a:lnTo>
                    <a:pt x="1637345" y="4670631"/>
                  </a:lnTo>
                  <a:lnTo>
                    <a:pt x="1637781" y="4670631"/>
                  </a:lnTo>
                  <a:lnTo>
                    <a:pt x="1637927" y="4670631"/>
                  </a:lnTo>
                  <a:lnTo>
                    <a:pt x="1638072" y="4670631"/>
                  </a:lnTo>
                  <a:lnTo>
                    <a:pt x="1638072" y="4670007"/>
                  </a:lnTo>
                  <a:lnTo>
                    <a:pt x="1638218" y="4670007"/>
                  </a:lnTo>
                  <a:lnTo>
                    <a:pt x="1638363" y="4669384"/>
                  </a:lnTo>
                  <a:lnTo>
                    <a:pt x="1638509" y="4669384"/>
                  </a:lnTo>
                  <a:lnTo>
                    <a:pt x="1638654" y="4668760"/>
                  </a:lnTo>
                  <a:lnTo>
                    <a:pt x="1638654" y="4668137"/>
                  </a:lnTo>
                  <a:lnTo>
                    <a:pt x="1638799" y="4668137"/>
                  </a:lnTo>
                  <a:lnTo>
                    <a:pt x="1638945" y="4667513"/>
                  </a:lnTo>
                  <a:lnTo>
                    <a:pt x="1639236" y="4666890"/>
                  </a:lnTo>
                  <a:lnTo>
                    <a:pt x="1639236" y="4666266"/>
                  </a:lnTo>
                  <a:lnTo>
                    <a:pt x="1639236" y="4665642"/>
                  </a:lnTo>
                  <a:lnTo>
                    <a:pt x="1639381" y="4665642"/>
                  </a:lnTo>
                  <a:lnTo>
                    <a:pt x="1639817" y="4665642"/>
                  </a:lnTo>
                  <a:lnTo>
                    <a:pt x="1639963" y="4665642"/>
                  </a:lnTo>
                  <a:lnTo>
                    <a:pt x="1639963" y="4665019"/>
                  </a:lnTo>
                  <a:lnTo>
                    <a:pt x="1640108" y="4665019"/>
                  </a:lnTo>
                  <a:lnTo>
                    <a:pt x="1640254" y="4665019"/>
                  </a:lnTo>
                  <a:lnTo>
                    <a:pt x="1640399" y="4665019"/>
                  </a:lnTo>
                  <a:lnTo>
                    <a:pt x="1640399" y="4664395"/>
                  </a:lnTo>
                  <a:lnTo>
                    <a:pt x="1640835" y="4663772"/>
                  </a:lnTo>
                  <a:lnTo>
                    <a:pt x="1640981" y="4663772"/>
                  </a:lnTo>
                  <a:lnTo>
                    <a:pt x="1641126" y="4663772"/>
                  </a:lnTo>
                  <a:lnTo>
                    <a:pt x="1641272" y="4663772"/>
                  </a:lnTo>
                  <a:lnTo>
                    <a:pt x="1641417" y="4663148"/>
                  </a:lnTo>
                  <a:lnTo>
                    <a:pt x="1641562" y="4663148"/>
                  </a:lnTo>
                  <a:lnTo>
                    <a:pt x="1641853" y="4663148"/>
                  </a:lnTo>
                  <a:lnTo>
                    <a:pt x="1641999" y="4663148"/>
                  </a:lnTo>
                  <a:lnTo>
                    <a:pt x="1642435" y="4663148"/>
                  </a:lnTo>
                  <a:lnTo>
                    <a:pt x="1642435" y="4661901"/>
                  </a:lnTo>
                  <a:lnTo>
                    <a:pt x="1642726" y="4660654"/>
                  </a:lnTo>
                  <a:lnTo>
                    <a:pt x="1643162" y="4660030"/>
                  </a:lnTo>
                  <a:lnTo>
                    <a:pt x="1643453" y="4660030"/>
                  </a:lnTo>
                  <a:lnTo>
                    <a:pt x="1643744" y="4660030"/>
                  </a:lnTo>
                  <a:lnTo>
                    <a:pt x="1644180" y="4659407"/>
                  </a:lnTo>
                  <a:lnTo>
                    <a:pt x="1644326" y="4659407"/>
                  </a:lnTo>
                  <a:lnTo>
                    <a:pt x="1644616" y="4659407"/>
                  </a:lnTo>
                  <a:lnTo>
                    <a:pt x="1644762" y="4659407"/>
                  </a:lnTo>
                  <a:lnTo>
                    <a:pt x="1645198" y="4658783"/>
                  </a:lnTo>
                  <a:lnTo>
                    <a:pt x="1645344" y="4658159"/>
                  </a:lnTo>
                  <a:lnTo>
                    <a:pt x="1645634" y="4657536"/>
                  </a:lnTo>
                  <a:lnTo>
                    <a:pt x="1645925" y="4657536"/>
                  </a:lnTo>
                  <a:lnTo>
                    <a:pt x="1646071" y="4657536"/>
                  </a:lnTo>
                  <a:lnTo>
                    <a:pt x="1646216" y="4657536"/>
                  </a:lnTo>
                  <a:lnTo>
                    <a:pt x="1646216" y="4656289"/>
                  </a:lnTo>
                  <a:lnTo>
                    <a:pt x="1646507" y="4656289"/>
                  </a:lnTo>
                  <a:lnTo>
                    <a:pt x="1646798" y="4656289"/>
                  </a:lnTo>
                  <a:lnTo>
                    <a:pt x="1647816" y="4656289"/>
                  </a:lnTo>
                  <a:lnTo>
                    <a:pt x="1647961" y="4656289"/>
                  </a:lnTo>
                  <a:lnTo>
                    <a:pt x="1648107" y="4655042"/>
                  </a:lnTo>
                  <a:lnTo>
                    <a:pt x="1648252" y="4655042"/>
                  </a:lnTo>
                  <a:lnTo>
                    <a:pt x="1648397" y="4655042"/>
                  </a:lnTo>
                  <a:lnTo>
                    <a:pt x="1648543" y="4655042"/>
                  </a:lnTo>
                  <a:lnTo>
                    <a:pt x="1648688" y="4655042"/>
                  </a:lnTo>
                  <a:lnTo>
                    <a:pt x="1648688" y="4654418"/>
                  </a:lnTo>
                  <a:lnTo>
                    <a:pt x="1648688" y="4653794"/>
                  </a:lnTo>
                  <a:lnTo>
                    <a:pt x="1648979" y="4653794"/>
                  </a:lnTo>
                  <a:lnTo>
                    <a:pt x="1649415" y="4653794"/>
                  </a:lnTo>
                  <a:lnTo>
                    <a:pt x="1649561" y="4653171"/>
                  </a:lnTo>
                  <a:lnTo>
                    <a:pt x="1649706" y="4653171"/>
                  </a:lnTo>
                  <a:lnTo>
                    <a:pt x="1649997" y="4653171"/>
                  </a:lnTo>
                  <a:lnTo>
                    <a:pt x="1649997" y="4652547"/>
                  </a:lnTo>
                  <a:lnTo>
                    <a:pt x="1650433" y="4652547"/>
                  </a:lnTo>
                  <a:lnTo>
                    <a:pt x="1650433" y="4651924"/>
                  </a:lnTo>
                  <a:lnTo>
                    <a:pt x="1650579" y="4651924"/>
                  </a:lnTo>
                  <a:lnTo>
                    <a:pt x="1650724" y="4651300"/>
                  </a:lnTo>
                  <a:lnTo>
                    <a:pt x="1650870" y="4651300"/>
                  </a:lnTo>
                  <a:lnTo>
                    <a:pt x="1651306" y="4650676"/>
                  </a:lnTo>
                  <a:lnTo>
                    <a:pt x="1651451" y="4650676"/>
                  </a:lnTo>
                  <a:lnTo>
                    <a:pt x="1651597" y="4650676"/>
                  </a:lnTo>
                  <a:lnTo>
                    <a:pt x="1651742" y="4650676"/>
                  </a:lnTo>
                  <a:lnTo>
                    <a:pt x="1651888" y="4650676"/>
                  </a:lnTo>
                  <a:lnTo>
                    <a:pt x="1652033" y="4650053"/>
                  </a:lnTo>
                  <a:lnTo>
                    <a:pt x="1652179" y="4650053"/>
                  </a:lnTo>
                  <a:lnTo>
                    <a:pt x="1652324" y="4650053"/>
                  </a:lnTo>
                  <a:lnTo>
                    <a:pt x="1652469" y="4650053"/>
                  </a:lnTo>
                  <a:lnTo>
                    <a:pt x="1652615" y="4650053"/>
                  </a:lnTo>
                  <a:lnTo>
                    <a:pt x="1652906" y="4649429"/>
                  </a:lnTo>
                  <a:lnTo>
                    <a:pt x="1653051" y="4649429"/>
                  </a:lnTo>
                  <a:lnTo>
                    <a:pt x="1653342" y="4649429"/>
                  </a:lnTo>
                  <a:lnTo>
                    <a:pt x="1653487" y="4649429"/>
                  </a:lnTo>
                  <a:lnTo>
                    <a:pt x="1653633" y="4649429"/>
                  </a:lnTo>
                  <a:lnTo>
                    <a:pt x="1653778" y="4649429"/>
                  </a:lnTo>
                  <a:lnTo>
                    <a:pt x="1653924" y="4649429"/>
                  </a:lnTo>
                  <a:lnTo>
                    <a:pt x="1654214" y="4649429"/>
                  </a:lnTo>
                  <a:lnTo>
                    <a:pt x="1654796" y="4648806"/>
                  </a:lnTo>
                  <a:lnTo>
                    <a:pt x="1655232" y="4648806"/>
                  </a:lnTo>
                  <a:lnTo>
                    <a:pt x="1655523" y="4648806"/>
                  </a:lnTo>
                  <a:lnTo>
                    <a:pt x="1655669" y="4648806"/>
                  </a:lnTo>
                  <a:lnTo>
                    <a:pt x="1656105" y="4648806"/>
                  </a:lnTo>
                  <a:lnTo>
                    <a:pt x="1656250" y="4648806"/>
                  </a:lnTo>
                  <a:lnTo>
                    <a:pt x="1656396" y="4648806"/>
                  </a:lnTo>
                  <a:lnTo>
                    <a:pt x="1656687" y="4648182"/>
                  </a:lnTo>
                  <a:lnTo>
                    <a:pt x="1656687" y="4647559"/>
                  </a:lnTo>
                  <a:lnTo>
                    <a:pt x="1656978" y="4647559"/>
                  </a:lnTo>
                  <a:lnTo>
                    <a:pt x="1657268" y="4646935"/>
                  </a:lnTo>
                  <a:lnTo>
                    <a:pt x="1657414" y="4646311"/>
                  </a:lnTo>
                  <a:lnTo>
                    <a:pt x="1657705" y="4646311"/>
                  </a:lnTo>
                  <a:lnTo>
                    <a:pt x="1657850" y="4646311"/>
                  </a:lnTo>
                  <a:lnTo>
                    <a:pt x="1657996" y="4646311"/>
                  </a:lnTo>
                  <a:lnTo>
                    <a:pt x="1657996" y="4645688"/>
                  </a:lnTo>
                  <a:lnTo>
                    <a:pt x="1658432" y="4645688"/>
                  </a:lnTo>
                  <a:lnTo>
                    <a:pt x="1659159" y="4645688"/>
                  </a:lnTo>
                  <a:lnTo>
                    <a:pt x="1659304" y="4645688"/>
                  </a:lnTo>
                  <a:lnTo>
                    <a:pt x="1659595" y="4645688"/>
                  </a:lnTo>
                  <a:lnTo>
                    <a:pt x="1659595" y="4645064"/>
                  </a:lnTo>
                  <a:lnTo>
                    <a:pt x="1659886" y="4645064"/>
                  </a:lnTo>
                  <a:lnTo>
                    <a:pt x="1660032" y="4645064"/>
                  </a:lnTo>
                  <a:lnTo>
                    <a:pt x="1660904" y="4644441"/>
                  </a:lnTo>
                  <a:lnTo>
                    <a:pt x="1661195" y="4644441"/>
                  </a:lnTo>
                  <a:lnTo>
                    <a:pt x="1661195" y="4643817"/>
                  </a:lnTo>
                  <a:lnTo>
                    <a:pt x="1661340" y="4643817"/>
                  </a:lnTo>
                  <a:lnTo>
                    <a:pt x="1661922" y="4643193"/>
                  </a:lnTo>
                  <a:lnTo>
                    <a:pt x="1661922" y="4642570"/>
                  </a:lnTo>
                  <a:lnTo>
                    <a:pt x="1662213" y="4641946"/>
                  </a:lnTo>
                  <a:lnTo>
                    <a:pt x="1662649" y="4641946"/>
                  </a:lnTo>
                  <a:lnTo>
                    <a:pt x="1662795" y="4641946"/>
                  </a:lnTo>
                  <a:lnTo>
                    <a:pt x="1662940" y="4641946"/>
                  </a:lnTo>
                  <a:lnTo>
                    <a:pt x="1663376" y="4641323"/>
                  </a:lnTo>
                  <a:lnTo>
                    <a:pt x="1663522" y="4640699"/>
                  </a:lnTo>
                  <a:lnTo>
                    <a:pt x="1663813" y="4640699"/>
                  </a:lnTo>
                  <a:lnTo>
                    <a:pt x="1663958" y="4640699"/>
                  </a:lnTo>
                  <a:lnTo>
                    <a:pt x="1664540" y="4640699"/>
                  </a:lnTo>
                  <a:lnTo>
                    <a:pt x="1664685" y="4640699"/>
                  </a:lnTo>
                  <a:lnTo>
                    <a:pt x="1664976" y="4640699"/>
                  </a:lnTo>
                  <a:lnTo>
                    <a:pt x="1665267" y="4640699"/>
                  </a:lnTo>
                  <a:lnTo>
                    <a:pt x="1665849" y="4640699"/>
                  </a:lnTo>
                  <a:lnTo>
                    <a:pt x="1665994" y="4640699"/>
                  </a:lnTo>
                  <a:lnTo>
                    <a:pt x="1665994" y="4640076"/>
                  </a:lnTo>
                  <a:lnTo>
                    <a:pt x="1665994" y="4638828"/>
                  </a:lnTo>
                  <a:lnTo>
                    <a:pt x="1666139" y="4638828"/>
                  </a:lnTo>
                  <a:lnTo>
                    <a:pt x="1666285" y="4638828"/>
                  </a:lnTo>
                  <a:lnTo>
                    <a:pt x="1666576" y="4638828"/>
                  </a:lnTo>
                  <a:lnTo>
                    <a:pt x="1666721" y="4638828"/>
                  </a:lnTo>
                  <a:lnTo>
                    <a:pt x="1666721" y="4638205"/>
                  </a:lnTo>
                  <a:lnTo>
                    <a:pt x="1666721" y="4637581"/>
                  </a:lnTo>
                  <a:lnTo>
                    <a:pt x="1666867" y="4637581"/>
                  </a:lnTo>
                  <a:lnTo>
                    <a:pt x="1666867" y="4636958"/>
                  </a:lnTo>
                  <a:lnTo>
                    <a:pt x="1667012" y="4636958"/>
                  </a:lnTo>
                  <a:lnTo>
                    <a:pt x="1667157" y="4636958"/>
                  </a:lnTo>
                  <a:lnTo>
                    <a:pt x="1667303" y="4636958"/>
                  </a:lnTo>
                  <a:lnTo>
                    <a:pt x="1667448" y="4636958"/>
                  </a:lnTo>
                  <a:lnTo>
                    <a:pt x="1667594" y="4636958"/>
                  </a:lnTo>
                  <a:lnTo>
                    <a:pt x="1667739" y="4636958"/>
                  </a:lnTo>
                  <a:lnTo>
                    <a:pt x="1668030" y="4636958"/>
                  </a:lnTo>
                  <a:lnTo>
                    <a:pt x="1668175" y="4636334"/>
                  </a:lnTo>
                  <a:lnTo>
                    <a:pt x="1668321" y="4636334"/>
                  </a:lnTo>
                  <a:lnTo>
                    <a:pt x="1668466" y="4636334"/>
                  </a:lnTo>
                  <a:lnTo>
                    <a:pt x="1668757" y="4636334"/>
                  </a:lnTo>
                  <a:lnTo>
                    <a:pt x="1668902" y="4635710"/>
                  </a:lnTo>
                  <a:lnTo>
                    <a:pt x="1669193" y="4635087"/>
                  </a:lnTo>
                  <a:lnTo>
                    <a:pt x="1669339" y="4635087"/>
                  </a:lnTo>
                  <a:lnTo>
                    <a:pt x="1669775" y="4635087"/>
                  </a:lnTo>
                  <a:lnTo>
                    <a:pt x="1669775" y="4634463"/>
                  </a:lnTo>
                  <a:lnTo>
                    <a:pt x="1669775" y="4633840"/>
                  </a:lnTo>
                  <a:lnTo>
                    <a:pt x="1669920" y="4633840"/>
                  </a:lnTo>
                  <a:lnTo>
                    <a:pt x="1670066" y="4633840"/>
                  </a:lnTo>
                  <a:lnTo>
                    <a:pt x="1670357" y="4633840"/>
                  </a:lnTo>
                  <a:lnTo>
                    <a:pt x="1670502" y="4633840"/>
                  </a:lnTo>
                  <a:lnTo>
                    <a:pt x="1670793" y="4633840"/>
                  </a:lnTo>
                  <a:lnTo>
                    <a:pt x="1670938" y="4633840"/>
                  </a:lnTo>
                  <a:lnTo>
                    <a:pt x="1671229" y="4633840"/>
                  </a:lnTo>
                  <a:lnTo>
                    <a:pt x="1671520" y="4633840"/>
                  </a:lnTo>
                  <a:lnTo>
                    <a:pt x="1671666" y="4633216"/>
                  </a:lnTo>
                  <a:lnTo>
                    <a:pt x="1671811" y="4633216"/>
                  </a:lnTo>
                  <a:lnTo>
                    <a:pt x="1671956" y="4633216"/>
                  </a:lnTo>
                  <a:lnTo>
                    <a:pt x="1672102" y="4633216"/>
                  </a:lnTo>
                  <a:lnTo>
                    <a:pt x="1672247" y="4633216"/>
                  </a:lnTo>
                  <a:lnTo>
                    <a:pt x="1672393" y="4633216"/>
                  </a:lnTo>
                  <a:lnTo>
                    <a:pt x="1672684" y="4633216"/>
                  </a:lnTo>
                  <a:lnTo>
                    <a:pt x="1672829" y="4633216"/>
                  </a:lnTo>
                  <a:lnTo>
                    <a:pt x="1673120" y="4633216"/>
                  </a:lnTo>
                  <a:lnTo>
                    <a:pt x="1673120" y="4632593"/>
                  </a:lnTo>
                  <a:lnTo>
                    <a:pt x="1673411" y="4631345"/>
                  </a:lnTo>
                  <a:lnTo>
                    <a:pt x="1673702" y="4631345"/>
                  </a:lnTo>
                  <a:lnTo>
                    <a:pt x="1673847" y="4631345"/>
                  </a:lnTo>
                  <a:lnTo>
                    <a:pt x="1673992" y="4630722"/>
                  </a:lnTo>
                  <a:lnTo>
                    <a:pt x="1674283" y="4630722"/>
                  </a:lnTo>
                  <a:lnTo>
                    <a:pt x="1674429" y="4630722"/>
                  </a:lnTo>
                  <a:lnTo>
                    <a:pt x="1674574" y="4630722"/>
                  </a:lnTo>
                  <a:lnTo>
                    <a:pt x="1674865" y="4630722"/>
                  </a:lnTo>
                  <a:lnTo>
                    <a:pt x="1675010" y="4630722"/>
                  </a:lnTo>
                  <a:lnTo>
                    <a:pt x="1675010" y="4630098"/>
                  </a:lnTo>
                  <a:lnTo>
                    <a:pt x="1675156" y="4630098"/>
                  </a:lnTo>
                  <a:lnTo>
                    <a:pt x="1682282" y="4623239"/>
                  </a:lnTo>
                  <a:lnTo>
                    <a:pt x="1682718" y="4623239"/>
                  </a:lnTo>
                  <a:lnTo>
                    <a:pt x="1682863" y="4623239"/>
                  </a:lnTo>
                  <a:lnTo>
                    <a:pt x="1683154" y="4622615"/>
                  </a:lnTo>
                  <a:lnTo>
                    <a:pt x="1683300" y="4622615"/>
                  </a:lnTo>
                  <a:lnTo>
                    <a:pt x="1683736" y="4622615"/>
                  </a:lnTo>
                  <a:lnTo>
                    <a:pt x="1683881" y="4622615"/>
                  </a:lnTo>
                  <a:lnTo>
                    <a:pt x="1683881" y="4621992"/>
                  </a:lnTo>
                  <a:lnTo>
                    <a:pt x="1684027" y="4621992"/>
                  </a:lnTo>
                  <a:lnTo>
                    <a:pt x="1684027" y="4621368"/>
                  </a:lnTo>
                  <a:lnTo>
                    <a:pt x="1684172" y="4621368"/>
                  </a:lnTo>
                  <a:lnTo>
                    <a:pt x="1684172" y="4620744"/>
                  </a:lnTo>
                  <a:lnTo>
                    <a:pt x="1684318" y="4620121"/>
                  </a:lnTo>
                  <a:lnTo>
                    <a:pt x="1684463" y="4620121"/>
                  </a:lnTo>
                  <a:lnTo>
                    <a:pt x="1684463" y="4619497"/>
                  </a:lnTo>
                  <a:lnTo>
                    <a:pt x="1684608" y="4619497"/>
                  </a:lnTo>
                  <a:lnTo>
                    <a:pt x="1684899" y="4619497"/>
                  </a:lnTo>
                  <a:lnTo>
                    <a:pt x="1685045" y="4619497"/>
                  </a:lnTo>
                  <a:lnTo>
                    <a:pt x="1685190" y="4619497"/>
                  </a:lnTo>
                  <a:lnTo>
                    <a:pt x="1685336" y="4619497"/>
                  </a:lnTo>
                  <a:lnTo>
                    <a:pt x="1685917" y="4619497"/>
                  </a:lnTo>
                  <a:lnTo>
                    <a:pt x="1686208" y="4619497"/>
                  </a:lnTo>
                  <a:lnTo>
                    <a:pt x="1686790" y="4619497"/>
                  </a:lnTo>
                  <a:lnTo>
                    <a:pt x="1686935" y="4619497"/>
                  </a:lnTo>
                  <a:lnTo>
                    <a:pt x="1687081" y="4619497"/>
                  </a:lnTo>
                  <a:lnTo>
                    <a:pt x="1687372" y="4619497"/>
                  </a:lnTo>
                  <a:lnTo>
                    <a:pt x="1687517" y="4619497"/>
                  </a:lnTo>
                  <a:lnTo>
                    <a:pt x="1687808" y="4619497"/>
                  </a:lnTo>
                  <a:lnTo>
                    <a:pt x="1687953" y="4619497"/>
                  </a:lnTo>
                  <a:lnTo>
                    <a:pt x="1687953" y="4618874"/>
                  </a:lnTo>
                  <a:lnTo>
                    <a:pt x="1688244" y="4618874"/>
                  </a:lnTo>
                  <a:lnTo>
                    <a:pt x="1688389" y="4618874"/>
                  </a:lnTo>
                  <a:lnTo>
                    <a:pt x="1688535" y="4618874"/>
                  </a:lnTo>
                  <a:lnTo>
                    <a:pt x="1688680" y="4618250"/>
                  </a:lnTo>
                  <a:lnTo>
                    <a:pt x="1688971" y="4618250"/>
                  </a:lnTo>
                  <a:lnTo>
                    <a:pt x="1689262" y="4618250"/>
                  </a:lnTo>
                  <a:lnTo>
                    <a:pt x="1689407" y="4618250"/>
                  </a:lnTo>
                  <a:lnTo>
                    <a:pt x="1689553" y="4618250"/>
                  </a:lnTo>
                  <a:lnTo>
                    <a:pt x="1689698" y="4618250"/>
                  </a:lnTo>
                  <a:lnTo>
                    <a:pt x="1689698" y="4617627"/>
                  </a:lnTo>
                  <a:lnTo>
                    <a:pt x="1689844" y="4617627"/>
                  </a:lnTo>
                  <a:lnTo>
                    <a:pt x="1689989" y="4617627"/>
                  </a:lnTo>
                  <a:lnTo>
                    <a:pt x="1690135" y="4617627"/>
                  </a:lnTo>
                  <a:lnTo>
                    <a:pt x="1690425" y="4617627"/>
                  </a:lnTo>
                  <a:lnTo>
                    <a:pt x="1690425" y="4617003"/>
                  </a:lnTo>
                  <a:lnTo>
                    <a:pt x="1690716" y="4617003"/>
                  </a:lnTo>
                  <a:lnTo>
                    <a:pt x="1690862" y="4616379"/>
                  </a:lnTo>
                  <a:lnTo>
                    <a:pt x="1691298" y="4616379"/>
                  </a:lnTo>
                  <a:lnTo>
                    <a:pt x="1691443" y="4616379"/>
                  </a:lnTo>
                  <a:lnTo>
                    <a:pt x="1691589" y="4616379"/>
                  </a:lnTo>
                  <a:lnTo>
                    <a:pt x="1691734" y="4615756"/>
                  </a:lnTo>
                  <a:lnTo>
                    <a:pt x="1692025" y="4615756"/>
                  </a:lnTo>
                  <a:lnTo>
                    <a:pt x="1692171" y="4615132"/>
                  </a:lnTo>
                  <a:lnTo>
                    <a:pt x="1692316" y="4615132"/>
                  </a:lnTo>
                  <a:lnTo>
                    <a:pt x="1692461" y="4614509"/>
                  </a:lnTo>
                  <a:lnTo>
                    <a:pt x="1692607" y="4614509"/>
                  </a:lnTo>
                  <a:lnTo>
                    <a:pt x="1692898" y="4614509"/>
                  </a:lnTo>
                  <a:lnTo>
                    <a:pt x="1693189" y="4614509"/>
                  </a:lnTo>
                  <a:lnTo>
                    <a:pt x="1693625" y="4614509"/>
                  </a:lnTo>
                  <a:lnTo>
                    <a:pt x="1693916" y="4614509"/>
                  </a:lnTo>
                  <a:lnTo>
                    <a:pt x="1694352" y="4614509"/>
                  </a:lnTo>
                  <a:lnTo>
                    <a:pt x="1694497" y="4614509"/>
                  </a:lnTo>
                  <a:lnTo>
                    <a:pt x="1695079" y="4614509"/>
                  </a:lnTo>
                  <a:lnTo>
                    <a:pt x="1695224" y="4614509"/>
                  </a:lnTo>
                  <a:lnTo>
                    <a:pt x="1695370" y="4614509"/>
                  </a:lnTo>
                  <a:lnTo>
                    <a:pt x="1695515" y="4614509"/>
                  </a:lnTo>
                  <a:lnTo>
                    <a:pt x="1695806" y="4614509"/>
                  </a:lnTo>
                  <a:lnTo>
                    <a:pt x="1696388" y="4614509"/>
                  </a:lnTo>
                  <a:lnTo>
                    <a:pt x="1696533" y="4614509"/>
                  </a:lnTo>
                  <a:lnTo>
                    <a:pt x="1696679" y="4613885"/>
                  </a:lnTo>
                  <a:lnTo>
                    <a:pt x="1696970" y="4613885"/>
                  </a:lnTo>
                  <a:lnTo>
                    <a:pt x="1697115" y="4613885"/>
                  </a:lnTo>
                  <a:lnTo>
                    <a:pt x="1697115" y="4613261"/>
                  </a:lnTo>
                  <a:lnTo>
                    <a:pt x="1697406" y="4613261"/>
                  </a:lnTo>
                  <a:lnTo>
                    <a:pt x="1697697" y="4613261"/>
                  </a:lnTo>
                  <a:lnTo>
                    <a:pt x="1697842" y="4613261"/>
                  </a:lnTo>
                  <a:lnTo>
                    <a:pt x="1698133" y="4613261"/>
                  </a:lnTo>
                  <a:lnTo>
                    <a:pt x="1698569" y="4612014"/>
                  </a:lnTo>
                  <a:lnTo>
                    <a:pt x="1699151" y="4612014"/>
                  </a:lnTo>
                  <a:lnTo>
                    <a:pt x="1699296" y="4612014"/>
                  </a:lnTo>
                  <a:lnTo>
                    <a:pt x="1699587" y="4612014"/>
                  </a:lnTo>
                  <a:lnTo>
                    <a:pt x="1699587" y="4611391"/>
                  </a:lnTo>
                  <a:lnTo>
                    <a:pt x="1699733" y="4610767"/>
                  </a:lnTo>
                  <a:lnTo>
                    <a:pt x="1700169" y="4610144"/>
                  </a:lnTo>
                  <a:lnTo>
                    <a:pt x="1700605" y="4610144"/>
                  </a:lnTo>
                  <a:lnTo>
                    <a:pt x="1701042" y="4610144"/>
                  </a:lnTo>
                  <a:lnTo>
                    <a:pt x="1701187" y="4607649"/>
                  </a:lnTo>
                  <a:lnTo>
                    <a:pt x="1701332" y="4607649"/>
                  </a:lnTo>
                  <a:lnTo>
                    <a:pt x="1701623" y="4606402"/>
                  </a:lnTo>
                  <a:lnTo>
                    <a:pt x="1701914" y="4606402"/>
                  </a:lnTo>
                  <a:lnTo>
                    <a:pt x="1702059" y="4606402"/>
                  </a:lnTo>
                  <a:lnTo>
                    <a:pt x="1702059" y="4605779"/>
                  </a:lnTo>
                  <a:lnTo>
                    <a:pt x="1702350" y="4605779"/>
                  </a:lnTo>
                  <a:lnTo>
                    <a:pt x="1702496" y="4605779"/>
                  </a:lnTo>
                  <a:lnTo>
                    <a:pt x="1702787" y="4605779"/>
                  </a:lnTo>
                  <a:lnTo>
                    <a:pt x="1703368" y="4605779"/>
                  </a:lnTo>
                  <a:lnTo>
                    <a:pt x="1703514" y="4605779"/>
                  </a:lnTo>
                  <a:lnTo>
                    <a:pt x="1703659" y="4605779"/>
                  </a:lnTo>
                  <a:lnTo>
                    <a:pt x="1703950" y="4605779"/>
                  </a:lnTo>
                  <a:lnTo>
                    <a:pt x="1704095" y="4605779"/>
                  </a:lnTo>
                  <a:lnTo>
                    <a:pt x="1704241" y="4605779"/>
                  </a:lnTo>
                  <a:lnTo>
                    <a:pt x="1704386" y="4605155"/>
                  </a:lnTo>
                  <a:lnTo>
                    <a:pt x="1704677" y="4605155"/>
                  </a:lnTo>
                  <a:lnTo>
                    <a:pt x="1704677" y="4604531"/>
                  </a:lnTo>
                  <a:lnTo>
                    <a:pt x="1704677" y="4603908"/>
                  </a:lnTo>
                  <a:lnTo>
                    <a:pt x="1704677" y="4603284"/>
                  </a:lnTo>
                  <a:lnTo>
                    <a:pt x="1704823" y="4603284"/>
                  </a:lnTo>
                  <a:lnTo>
                    <a:pt x="1704823" y="4602037"/>
                  </a:lnTo>
                  <a:lnTo>
                    <a:pt x="1704968" y="4602037"/>
                  </a:lnTo>
                  <a:lnTo>
                    <a:pt x="1705113" y="4602037"/>
                  </a:lnTo>
                  <a:lnTo>
                    <a:pt x="1705259" y="4602037"/>
                  </a:lnTo>
                  <a:lnTo>
                    <a:pt x="1705404" y="4602037"/>
                  </a:lnTo>
                  <a:lnTo>
                    <a:pt x="1705841" y="4602037"/>
                  </a:lnTo>
                  <a:lnTo>
                    <a:pt x="1705841" y="4600790"/>
                  </a:lnTo>
                  <a:lnTo>
                    <a:pt x="1705841" y="4600166"/>
                  </a:lnTo>
                  <a:lnTo>
                    <a:pt x="1705841" y="4599543"/>
                  </a:lnTo>
                  <a:lnTo>
                    <a:pt x="1706131" y="4599543"/>
                  </a:lnTo>
                  <a:lnTo>
                    <a:pt x="1707149" y="4599543"/>
                  </a:lnTo>
                  <a:lnTo>
                    <a:pt x="1707149" y="4598919"/>
                  </a:lnTo>
                  <a:lnTo>
                    <a:pt x="1707149" y="4598296"/>
                  </a:lnTo>
                  <a:lnTo>
                    <a:pt x="1707149" y="4597672"/>
                  </a:lnTo>
                  <a:lnTo>
                    <a:pt x="1707295" y="4597672"/>
                  </a:lnTo>
                  <a:lnTo>
                    <a:pt x="1707440" y="4597672"/>
                  </a:lnTo>
                  <a:lnTo>
                    <a:pt x="1707731" y="4597048"/>
                  </a:lnTo>
                  <a:lnTo>
                    <a:pt x="1707731" y="4596425"/>
                  </a:lnTo>
                  <a:lnTo>
                    <a:pt x="1708022" y="4596425"/>
                  </a:lnTo>
                  <a:lnTo>
                    <a:pt x="1708167" y="4596425"/>
                  </a:lnTo>
                  <a:lnTo>
                    <a:pt x="1708313" y="4596425"/>
                  </a:lnTo>
                  <a:lnTo>
                    <a:pt x="1708458" y="4596425"/>
                  </a:lnTo>
                  <a:lnTo>
                    <a:pt x="1708894" y="4595801"/>
                  </a:lnTo>
                  <a:lnTo>
                    <a:pt x="1709040" y="4595801"/>
                  </a:lnTo>
                  <a:lnTo>
                    <a:pt x="1709476" y="4595801"/>
                  </a:lnTo>
                  <a:lnTo>
                    <a:pt x="1709767" y="4595801"/>
                  </a:lnTo>
                  <a:lnTo>
                    <a:pt x="1709912" y="4595801"/>
                  </a:lnTo>
                  <a:lnTo>
                    <a:pt x="1710203" y="4595801"/>
                  </a:lnTo>
                  <a:lnTo>
                    <a:pt x="1710640" y="4595801"/>
                  </a:lnTo>
                  <a:lnTo>
                    <a:pt x="1710930" y="4595801"/>
                  </a:lnTo>
                  <a:lnTo>
                    <a:pt x="1711076" y="4595801"/>
                  </a:lnTo>
                  <a:lnTo>
                    <a:pt x="1711512" y="4595178"/>
                  </a:lnTo>
                  <a:lnTo>
                    <a:pt x="1711658" y="4595178"/>
                  </a:lnTo>
                  <a:lnTo>
                    <a:pt x="1711803" y="4595178"/>
                  </a:lnTo>
                  <a:lnTo>
                    <a:pt x="1712239" y="4594554"/>
                  </a:lnTo>
                  <a:lnTo>
                    <a:pt x="1712385" y="4594554"/>
                  </a:lnTo>
                  <a:lnTo>
                    <a:pt x="1712530" y="4594554"/>
                  </a:lnTo>
                  <a:lnTo>
                    <a:pt x="1712821" y="4594554"/>
                  </a:lnTo>
                  <a:lnTo>
                    <a:pt x="1713548" y="4594554"/>
                  </a:lnTo>
                  <a:lnTo>
                    <a:pt x="1713694" y="4594554"/>
                  </a:lnTo>
                  <a:lnTo>
                    <a:pt x="1713984" y="4593307"/>
                  </a:lnTo>
                  <a:lnTo>
                    <a:pt x="1714130" y="4593307"/>
                  </a:lnTo>
                  <a:lnTo>
                    <a:pt x="1714275" y="4592683"/>
                  </a:lnTo>
                  <a:lnTo>
                    <a:pt x="1714566" y="4591436"/>
                  </a:lnTo>
                  <a:lnTo>
                    <a:pt x="1714857" y="4591436"/>
                  </a:lnTo>
                  <a:lnTo>
                    <a:pt x="1715002" y="4591436"/>
                  </a:lnTo>
                  <a:lnTo>
                    <a:pt x="1715148" y="4591436"/>
                  </a:lnTo>
                  <a:lnTo>
                    <a:pt x="1715584" y="4590813"/>
                  </a:lnTo>
                  <a:lnTo>
                    <a:pt x="1715729" y="4590813"/>
                  </a:lnTo>
                  <a:lnTo>
                    <a:pt x="1715875" y="4590813"/>
                  </a:lnTo>
                  <a:lnTo>
                    <a:pt x="1716457" y="4590813"/>
                  </a:lnTo>
                  <a:lnTo>
                    <a:pt x="1716602" y="4590189"/>
                  </a:lnTo>
                  <a:lnTo>
                    <a:pt x="1716747" y="4590189"/>
                  </a:lnTo>
                  <a:lnTo>
                    <a:pt x="1717329" y="4590189"/>
                  </a:lnTo>
                  <a:lnTo>
                    <a:pt x="1717329" y="4589565"/>
                  </a:lnTo>
                  <a:lnTo>
                    <a:pt x="1717475" y="4589565"/>
                  </a:lnTo>
                  <a:lnTo>
                    <a:pt x="1717765" y="4589565"/>
                  </a:lnTo>
                  <a:lnTo>
                    <a:pt x="1718493" y="4588942"/>
                  </a:lnTo>
                  <a:lnTo>
                    <a:pt x="1718783" y="4588942"/>
                  </a:lnTo>
                  <a:lnTo>
                    <a:pt x="1718929" y="4588942"/>
                  </a:lnTo>
                  <a:lnTo>
                    <a:pt x="1719074" y="4588942"/>
                  </a:lnTo>
                  <a:lnTo>
                    <a:pt x="1719220" y="4588942"/>
                  </a:lnTo>
                  <a:lnTo>
                    <a:pt x="1719365" y="4588942"/>
                  </a:lnTo>
                  <a:lnTo>
                    <a:pt x="1719511" y="4588942"/>
                  </a:lnTo>
                  <a:lnTo>
                    <a:pt x="1720092" y="4587695"/>
                  </a:lnTo>
                  <a:lnTo>
                    <a:pt x="1720383" y="4587695"/>
                  </a:lnTo>
                  <a:lnTo>
                    <a:pt x="1720383" y="4587071"/>
                  </a:lnTo>
                  <a:lnTo>
                    <a:pt x="1720529" y="4587071"/>
                  </a:lnTo>
                  <a:lnTo>
                    <a:pt x="1720965" y="4587071"/>
                  </a:lnTo>
                  <a:lnTo>
                    <a:pt x="1721110" y="4587071"/>
                  </a:lnTo>
                  <a:lnTo>
                    <a:pt x="1721256" y="4587071"/>
                  </a:lnTo>
                  <a:lnTo>
                    <a:pt x="1721547" y="4586447"/>
                  </a:lnTo>
                  <a:lnTo>
                    <a:pt x="1721837" y="4585824"/>
                  </a:lnTo>
                  <a:lnTo>
                    <a:pt x="1721983" y="4585824"/>
                  </a:lnTo>
                  <a:lnTo>
                    <a:pt x="1722274" y="4585824"/>
                  </a:lnTo>
                  <a:lnTo>
                    <a:pt x="1722564" y="4585824"/>
                  </a:lnTo>
                  <a:lnTo>
                    <a:pt x="1722564" y="4585200"/>
                  </a:lnTo>
                  <a:lnTo>
                    <a:pt x="1722710" y="4585200"/>
                  </a:lnTo>
                  <a:lnTo>
                    <a:pt x="1722710" y="4584577"/>
                  </a:lnTo>
                  <a:lnTo>
                    <a:pt x="1723146" y="4584577"/>
                  </a:lnTo>
                  <a:lnTo>
                    <a:pt x="1723292" y="4583953"/>
                  </a:lnTo>
                  <a:lnTo>
                    <a:pt x="1723292" y="4583330"/>
                  </a:lnTo>
                  <a:lnTo>
                    <a:pt x="1723437" y="4583330"/>
                  </a:lnTo>
                  <a:lnTo>
                    <a:pt x="1723582" y="4582706"/>
                  </a:lnTo>
                  <a:lnTo>
                    <a:pt x="1723728" y="4582706"/>
                  </a:lnTo>
                  <a:lnTo>
                    <a:pt x="1723873" y="4582082"/>
                  </a:lnTo>
                  <a:lnTo>
                    <a:pt x="1723873" y="4581459"/>
                  </a:lnTo>
                  <a:lnTo>
                    <a:pt x="1724019" y="4581459"/>
                  </a:lnTo>
                  <a:lnTo>
                    <a:pt x="1724164" y="4581459"/>
                  </a:lnTo>
                  <a:lnTo>
                    <a:pt x="1724310" y="4579588"/>
                  </a:lnTo>
                  <a:lnTo>
                    <a:pt x="1724455" y="4578964"/>
                  </a:lnTo>
                  <a:lnTo>
                    <a:pt x="1724891" y="4578964"/>
                  </a:lnTo>
                  <a:lnTo>
                    <a:pt x="1725037" y="4578964"/>
                  </a:lnTo>
                  <a:lnTo>
                    <a:pt x="1725328" y="4578964"/>
                  </a:lnTo>
                  <a:lnTo>
                    <a:pt x="1725473" y="4578964"/>
                  </a:lnTo>
                  <a:lnTo>
                    <a:pt x="1725764" y="4578964"/>
                  </a:lnTo>
                  <a:lnTo>
                    <a:pt x="1725909" y="4578964"/>
                  </a:lnTo>
                  <a:lnTo>
                    <a:pt x="1726346" y="4578964"/>
                  </a:lnTo>
                  <a:lnTo>
                    <a:pt x="1726491" y="4578964"/>
                  </a:lnTo>
                  <a:lnTo>
                    <a:pt x="1726782" y="4578964"/>
                  </a:lnTo>
                  <a:lnTo>
                    <a:pt x="1726927" y="4578964"/>
                  </a:lnTo>
                  <a:lnTo>
                    <a:pt x="1727073" y="4578964"/>
                  </a:lnTo>
                  <a:lnTo>
                    <a:pt x="1727218" y="4578964"/>
                  </a:lnTo>
                  <a:lnTo>
                    <a:pt x="1727364" y="4578341"/>
                  </a:lnTo>
                  <a:lnTo>
                    <a:pt x="1728091" y="4577717"/>
                  </a:lnTo>
                  <a:lnTo>
                    <a:pt x="1728236" y="4577717"/>
                  </a:lnTo>
                  <a:lnTo>
                    <a:pt x="1728527" y="4577717"/>
                  </a:lnTo>
                  <a:lnTo>
                    <a:pt x="1728672" y="4577717"/>
                  </a:lnTo>
                  <a:lnTo>
                    <a:pt x="1728818" y="4577717"/>
                  </a:lnTo>
                  <a:lnTo>
                    <a:pt x="1728963" y="4577717"/>
                  </a:lnTo>
                  <a:lnTo>
                    <a:pt x="1729254" y="4577717"/>
                  </a:lnTo>
                  <a:lnTo>
                    <a:pt x="1729399" y="4577717"/>
                  </a:lnTo>
                  <a:lnTo>
                    <a:pt x="1729545" y="4577717"/>
                  </a:lnTo>
                  <a:lnTo>
                    <a:pt x="1729836" y="4577717"/>
                  </a:lnTo>
                  <a:lnTo>
                    <a:pt x="1730127" y="4577717"/>
                  </a:lnTo>
                  <a:lnTo>
                    <a:pt x="1730272" y="4577717"/>
                  </a:lnTo>
                  <a:lnTo>
                    <a:pt x="1730417" y="4577094"/>
                  </a:lnTo>
                  <a:lnTo>
                    <a:pt x="1730708" y="4577094"/>
                  </a:lnTo>
                  <a:lnTo>
                    <a:pt x="1730854" y="4577094"/>
                  </a:lnTo>
                  <a:lnTo>
                    <a:pt x="1730999" y="4577094"/>
                  </a:lnTo>
                  <a:lnTo>
                    <a:pt x="1731145" y="4577094"/>
                  </a:lnTo>
                  <a:lnTo>
                    <a:pt x="1731145" y="4576470"/>
                  </a:lnTo>
                  <a:lnTo>
                    <a:pt x="1731726" y="4575847"/>
                  </a:lnTo>
                  <a:lnTo>
                    <a:pt x="1732308" y="4575847"/>
                  </a:lnTo>
                  <a:lnTo>
                    <a:pt x="1732453" y="4575847"/>
                  </a:lnTo>
                  <a:lnTo>
                    <a:pt x="1732599" y="4575847"/>
                  </a:lnTo>
                  <a:lnTo>
                    <a:pt x="1732744" y="4575847"/>
                  </a:lnTo>
                  <a:lnTo>
                    <a:pt x="1733035" y="4574599"/>
                  </a:lnTo>
                  <a:lnTo>
                    <a:pt x="1733181" y="4574599"/>
                  </a:lnTo>
                  <a:lnTo>
                    <a:pt x="1733326" y="4574599"/>
                  </a:lnTo>
                  <a:lnTo>
                    <a:pt x="1733471" y="4574599"/>
                  </a:lnTo>
                  <a:lnTo>
                    <a:pt x="1733471" y="4573976"/>
                  </a:lnTo>
                  <a:lnTo>
                    <a:pt x="1733762" y="4573976"/>
                  </a:lnTo>
                  <a:lnTo>
                    <a:pt x="1734344" y="4573976"/>
                  </a:lnTo>
                  <a:lnTo>
                    <a:pt x="1734489" y="4573976"/>
                  </a:lnTo>
                  <a:lnTo>
                    <a:pt x="1734926" y="4573976"/>
                  </a:lnTo>
                  <a:lnTo>
                    <a:pt x="1735071" y="4573976"/>
                  </a:lnTo>
                  <a:lnTo>
                    <a:pt x="1735216" y="4573976"/>
                  </a:lnTo>
                  <a:lnTo>
                    <a:pt x="1735944" y="4573976"/>
                  </a:lnTo>
                  <a:lnTo>
                    <a:pt x="1736234" y="4573352"/>
                  </a:lnTo>
                  <a:lnTo>
                    <a:pt x="1736380" y="4573352"/>
                  </a:lnTo>
                  <a:lnTo>
                    <a:pt x="1736525" y="4573352"/>
                  </a:lnTo>
                  <a:lnTo>
                    <a:pt x="1736671" y="4572729"/>
                  </a:lnTo>
                  <a:lnTo>
                    <a:pt x="1736816" y="4572729"/>
                  </a:lnTo>
                  <a:lnTo>
                    <a:pt x="1736962" y="4572729"/>
                  </a:lnTo>
                  <a:lnTo>
                    <a:pt x="1737252" y="4572729"/>
                  </a:lnTo>
                  <a:lnTo>
                    <a:pt x="1737398" y="4572729"/>
                  </a:lnTo>
                  <a:lnTo>
                    <a:pt x="1737834" y="4572729"/>
                  </a:lnTo>
                  <a:lnTo>
                    <a:pt x="1737980" y="4572729"/>
                  </a:lnTo>
                  <a:lnTo>
                    <a:pt x="1738270" y="4572729"/>
                  </a:lnTo>
                  <a:lnTo>
                    <a:pt x="1738416" y="4572105"/>
                  </a:lnTo>
                  <a:lnTo>
                    <a:pt x="1738561" y="4572105"/>
                  </a:lnTo>
                  <a:lnTo>
                    <a:pt x="1738707" y="4572105"/>
                  </a:lnTo>
                  <a:lnTo>
                    <a:pt x="1738852" y="4572105"/>
                  </a:lnTo>
                  <a:lnTo>
                    <a:pt x="1739143" y="4572105"/>
                  </a:lnTo>
                  <a:lnTo>
                    <a:pt x="1739434" y="4570858"/>
                  </a:lnTo>
                  <a:lnTo>
                    <a:pt x="1739725" y="4570234"/>
                  </a:lnTo>
                  <a:lnTo>
                    <a:pt x="1739870" y="4569611"/>
                  </a:lnTo>
                  <a:lnTo>
                    <a:pt x="1740016" y="4569611"/>
                  </a:lnTo>
                  <a:lnTo>
                    <a:pt x="1740161" y="4569611"/>
                  </a:lnTo>
                  <a:lnTo>
                    <a:pt x="1740452" y="4568987"/>
                  </a:lnTo>
                  <a:lnTo>
                    <a:pt x="1740597" y="4568987"/>
                  </a:lnTo>
                  <a:lnTo>
                    <a:pt x="1740743" y="4568987"/>
                  </a:lnTo>
                  <a:lnTo>
                    <a:pt x="1741034" y="4568987"/>
                  </a:lnTo>
                  <a:lnTo>
                    <a:pt x="1741179" y="4568987"/>
                  </a:lnTo>
                  <a:lnTo>
                    <a:pt x="1741761" y="4568364"/>
                  </a:lnTo>
                  <a:lnTo>
                    <a:pt x="1742342" y="4567740"/>
                  </a:lnTo>
                  <a:lnTo>
                    <a:pt x="1742488" y="4567116"/>
                  </a:lnTo>
                  <a:lnTo>
                    <a:pt x="1742633" y="4566493"/>
                  </a:lnTo>
                  <a:lnTo>
                    <a:pt x="1742779" y="4566493"/>
                  </a:lnTo>
                  <a:lnTo>
                    <a:pt x="1742924" y="4566493"/>
                  </a:lnTo>
                  <a:lnTo>
                    <a:pt x="1743069" y="4565869"/>
                  </a:lnTo>
                  <a:lnTo>
                    <a:pt x="1743360" y="4565246"/>
                  </a:lnTo>
                  <a:lnTo>
                    <a:pt x="1743506" y="4565246"/>
                  </a:lnTo>
                  <a:lnTo>
                    <a:pt x="1744087" y="4564622"/>
                  </a:lnTo>
                  <a:lnTo>
                    <a:pt x="1744233" y="4563998"/>
                  </a:lnTo>
                  <a:lnTo>
                    <a:pt x="1744233" y="4563375"/>
                  </a:lnTo>
                  <a:lnTo>
                    <a:pt x="1744669" y="4562128"/>
                  </a:lnTo>
                  <a:lnTo>
                    <a:pt x="1744960" y="4562128"/>
                  </a:lnTo>
                  <a:lnTo>
                    <a:pt x="1745105" y="4562128"/>
                  </a:lnTo>
                  <a:lnTo>
                    <a:pt x="1745396" y="4562128"/>
                  </a:lnTo>
                  <a:lnTo>
                    <a:pt x="1745542" y="4562128"/>
                  </a:lnTo>
                  <a:lnTo>
                    <a:pt x="1745542" y="4561504"/>
                  </a:lnTo>
                  <a:lnTo>
                    <a:pt x="1745542" y="4560881"/>
                  </a:lnTo>
                  <a:lnTo>
                    <a:pt x="1745978" y="4560881"/>
                  </a:lnTo>
                  <a:lnTo>
                    <a:pt x="1746123" y="4560881"/>
                  </a:lnTo>
                  <a:lnTo>
                    <a:pt x="1746414" y="4560881"/>
                  </a:lnTo>
                  <a:lnTo>
                    <a:pt x="1746560" y="4560881"/>
                  </a:lnTo>
                  <a:lnTo>
                    <a:pt x="1746705" y="4560881"/>
                  </a:lnTo>
                  <a:lnTo>
                    <a:pt x="1746996" y="4560257"/>
                  </a:lnTo>
                  <a:lnTo>
                    <a:pt x="1747141" y="4560257"/>
                  </a:lnTo>
                  <a:lnTo>
                    <a:pt x="1747287" y="4560257"/>
                  </a:lnTo>
                  <a:lnTo>
                    <a:pt x="1747432" y="4560257"/>
                  </a:lnTo>
                  <a:lnTo>
                    <a:pt x="1747578" y="4560257"/>
                  </a:lnTo>
                  <a:lnTo>
                    <a:pt x="1747578" y="4559633"/>
                  </a:lnTo>
                  <a:lnTo>
                    <a:pt x="1747869" y="4559633"/>
                  </a:lnTo>
                  <a:lnTo>
                    <a:pt x="1748014" y="4559633"/>
                  </a:lnTo>
                  <a:lnTo>
                    <a:pt x="1748159" y="4559633"/>
                  </a:lnTo>
                  <a:lnTo>
                    <a:pt x="1748886" y="4558386"/>
                  </a:lnTo>
                  <a:lnTo>
                    <a:pt x="1749177" y="4558386"/>
                  </a:lnTo>
                  <a:lnTo>
                    <a:pt x="1749323" y="4558386"/>
                  </a:lnTo>
                  <a:lnTo>
                    <a:pt x="1749468" y="4558386"/>
                  </a:lnTo>
                  <a:lnTo>
                    <a:pt x="1750050" y="4558386"/>
                  </a:lnTo>
                  <a:lnTo>
                    <a:pt x="1750195" y="4558386"/>
                  </a:lnTo>
                  <a:lnTo>
                    <a:pt x="1750341" y="4557763"/>
                  </a:lnTo>
                  <a:lnTo>
                    <a:pt x="1750486" y="4557763"/>
                  </a:lnTo>
                  <a:lnTo>
                    <a:pt x="1750632" y="4557763"/>
                  </a:lnTo>
                  <a:lnTo>
                    <a:pt x="1750777" y="4557763"/>
                  </a:lnTo>
                  <a:lnTo>
                    <a:pt x="1751213" y="4557763"/>
                  </a:lnTo>
                  <a:lnTo>
                    <a:pt x="1751359" y="4557763"/>
                  </a:lnTo>
                  <a:lnTo>
                    <a:pt x="1751940" y="4557763"/>
                  </a:lnTo>
                  <a:lnTo>
                    <a:pt x="1752086" y="4557763"/>
                  </a:lnTo>
                  <a:lnTo>
                    <a:pt x="1752377" y="4557763"/>
                  </a:lnTo>
                  <a:lnTo>
                    <a:pt x="1752668" y="4557763"/>
                  </a:lnTo>
                  <a:lnTo>
                    <a:pt x="1752813" y="4557763"/>
                  </a:lnTo>
                  <a:lnTo>
                    <a:pt x="1752958" y="4557763"/>
                  </a:lnTo>
                  <a:lnTo>
                    <a:pt x="1752958" y="4557139"/>
                  </a:lnTo>
                  <a:lnTo>
                    <a:pt x="1753395" y="4557139"/>
                  </a:lnTo>
                  <a:lnTo>
                    <a:pt x="1753686" y="4557139"/>
                  </a:lnTo>
                  <a:lnTo>
                    <a:pt x="1753831" y="4555892"/>
                  </a:lnTo>
                  <a:lnTo>
                    <a:pt x="1753976" y="4555892"/>
                  </a:lnTo>
                  <a:lnTo>
                    <a:pt x="1754122" y="4555892"/>
                  </a:lnTo>
                  <a:lnTo>
                    <a:pt x="1754267" y="4555892"/>
                  </a:lnTo>
                  <a:lnTo>
                    <a:pt x="1754413" y="4555892"/>
                  </a:lnTo>
                  <a:lnTo>
                    <a:pt x="1754413" y="4555268"/>
                  </a:lnTo>
                  <a:lnTo>
                    <a:pt x="1754413" y="4554645"/>
                  </a:lnTo>
                  <a:lnTo>
                    <a:pt x="1754994" y="4554645"/>
                  </a:lnTo>
                  <a:lnTo>
                    <a:pt x="1755431" y="4554645"/>
                  </a:lnTo>
                  <a:lnTo>
                    <a:pt x="1755576" y="4554645"/>
                  </a:lnTo>
                  <a:lnTo>
                    <a:pt x="1755721" y="4554645"/>
                  </a:lnTo>
                  <a:lnTo>
                    <a:pt x="1756303" y="4554645"/>
                  </a:lnTo>
                  <a:lnTo>
                    <a:pt x="1756449" y="4554645"/>
                  </a:lnTo>
                  <a:lnTo>
                    <a:pt x="1756449" y="4554021"/>
                  </a:lnTo>
                  <a:lnTo>
                    <a:pt x="1756594" y="4554021"/>
                  </a:lnTo>
                  <a:lnTo>
                    <a:pt x="1756739" y="4554021"/>
                  </a:lnTo>
                  <a:lnTo>
                    <a:pt x="1756885" y="4554021"/>
                  </a:lnTo>
                  <a:lnTo>
                    <a:pt x="1757176" y="4554021"/>
                  </a:lnTo>
                  <a:lnTo>
                    <a:pt x="1757321" y="4554021"/>
                  </a:lnTo>
                  <a:lnTo>
                    <a:pt x="1757612" y="4554021"/>
                  </a:lnTo>
                  <a:lnTo>
                    <a:pt x="1758048" y="4554021"/>
                  </a:lnTo>
                  <a:lnTo>
                    <a:pt x="1758339" y="4553398"/>
                  </a:lnTo>
                  <a:lnTo>
                    <a:pt x="1758485" y="4553398"/>
                  </a:lnTo>
                  <a:lnTo>
                    <a:pt x="1758630" y="4553398"/>
                  </a:lnTo>
                  <a:lnTo>
                    <a:pt x="1758775" y="4553398"/>
                  </a:lnTo>
                  <a:lnTo>
                    <a:pt x="1758921" y="4553398"/>
                  </a:lnTo>
                  <a:lnTo>
                    <a:pt x="1759066" y="4553398"/>
                  </a:lnTo>
                  <a:lnTo>
                    <a:pt x="1759066" y="4552150"/>
                  </a:lnTo>
                  <a:lnTo>
                    <a:pt x="1759066" y="4550903"/>
                  </a:lnTo>
                  <a:lnTo>
                    <a:pt x="1759357" y="4550280"/>
                  </a:lnTo>
                  <a:lnTo>
                    <a:pt x="1759503" y="4550280"/>
                  </a:lnTo>
                  <a:lnTo>
                    <a:pt x="1759648" y="4550280"/>
                  </a:lnTo>
                  <a:lnTo>
                    <a:pt x="1759793" y="4550280"/>
                  </a:lnTo>
                  <a:lnTo>
                    <a:pt x="1760521" y="4550280"/>
                  </a:lnTo>
                  <a:lnTo>
                    <a:pt x="1760666" y="4547785"/>
                  </a:lnTo>
                  <a:lnTo>
                    <a:pt x="1760666" y="4547162"/>
                  </a:lnTo>
                  <a:lnTo>
                    <a:pt x="1760811" y="4547162"/>
                  </a:lnTo>
                  <a:lnTo>
                    <a:pt x="1760957" y="4547162"/>
                  </a:lnTo>
                  <a:lnTo>
                    <a:pt x="1761248" y="4547162"/>
                  </a:lnTo>
                  <a:lnTo>
                    <a:pt x="1761248" y="4546538"/>
                  </a:lnTo>
                  <a:lnTo>
                    <a:pt x="1761393" y="4546538"/>
                  </a:lnTo>
                  <a:lnTo>
                    <a:pt x="1761684" y="4546538"/>
                  </a:lnTo>
                  <a:lnTo>
                    <a:pt x="1761829" y="4546538"/>
                  </a:lnTo>
                  <a:lnTo>
                    <a:pt x="1762120" y="4546538"/>
                  </a:lnTo>
                  <a:lnTo>
                    <a:pt x="1762266" y="4546538"/>
                  </a:lnTo>
                  <a:lnTo>
                    <a:pt x="1762411" y="4545915"/>
                  </a:lnTo>
                  <a:lnTo>
                    <a:pt x="1762556" y="4545915"/>
                  </a:lnTo>
                  <a:lnTo>
                    <a:pt x="1762993" y="4545915"/>
                  </a:lnTo>
                  <a:lnTo>
                    <a:pt x="1763138" y="4545915"/>
                  </a:lnTo>
                  <a:lnTo>
                    <a:pt x="1763284" y="4545915"/>
                  </a:lnTo>
                  <a:lnTo>
                    <a:pt x="1763574" y="4545915"/>
                  </a:lnTo>
                  <a:lnTo>
                    <a:pt x="1763720" y="4545915"/>
                  </a:lnTo>
                  <a:lnTo>
                    <a:pt x="1763865" y="4545291"/>
                  </a:lnTo>
                  <a:lnTo>
                    <a:pt x="1764156" y="4545291"/>
                  </a:lnTo>
                  <a:lnTo>
                    <a:pt x="1764738" y="4545291"/>
                  </a:lnTo>
                  <a:lnTo>
                    <a:pt x="1764883" y="4545291"/>
                  </a:lnTo>
                  <a:lnTo>
                    <a:pt x="1765029" y="4545291"/>
                  </a:lnTo>
                  <a:lnTo>
                    <a:pt x="1765320" y="4545291"/>
                  </a:lnTo>
                  <a:lnTo>
                    <a:pt x="1765465" y="4545291"/>
                  </a:lnTo>
                  <a:lnTo>
                    <a:pt x="1765465" y="4544667"/>
                  </a:lnTo>
                  <a:lnTo>
                    <a:pt x="1765610" y="4544667"/>
                  </a:lnTo>
                  <a:lnTo>
                    <a:pt x="1765756" y="4544667"/>
                  </a:lnTo>
                  <a:lnTo>
                    <a:pt x="1766047" y="4544667"/>
                  </a:lnTo>
                  <a:lnTo>
                    <a:pt x="1766192" y="4544667"/>
                  </a:lnTo>
                  <a:lnTo>
                    <a:pt x="1766338" y="4544667"/>
                  </a:lnTo>
                  <a:lnTo>
                    <a:pt x="1767210" y="4544667"/>
                  </a:lnTo>
                  <a:lnTo>
                    <a:pt x="1767501" y="4544044"/>
                  </a:lnTo>
                  <a:lnTo>
                    <a:pt x="1767937" y="4544044"/>
                  </a:lnTo>
                  <a:lnTo>
                    <a:pt x="1768083" y="4543420"/>
                  </a:lnTo>
                  <a:lnTo>
                    <a:pt x="1768228" y="4543420"/>
                  </a:lnTo>
                  <a:lnTo>
                    <a:pt x="1768664" y="4542797"/>
                  </a:lnTo>
                  <a:lnTo>
                    <a:pt x="1768664" y="4542173"/>
                  </a:lnTo>
                  <a:lnTo>
                    <a:pt x="1768664" y="4541550"/>
                  </a:lnTo>
                  <a:lnTo>
                    <a:pt x="1768664" y="4540926"/>
                  </a:lnTo>
                  <a:lnTo>
                    <a:pt x="1768664" y="4540302"/>
                  </a:lnTo>
                  <a:lnTo>
                    <a:pt x="1768664" y="4539679"/>
                  </a:lnTo>
                  <a:lnTo>
                    <a:pt x="1768810" y="4539679"/>
                  </a:lnTo>
                  <a:lnTo>
                    <a:pt x="1769246" y="4539679"/>
                  </a:lnTo>
                  <a:lnTo>
                    <a:pt x="1769828" y="4539679"/>
                  </a:lnTo>
                  <a:lnTo>
                    <a:pt x="1769973" y="4539679"/>
                  </a:lnTo>
                  <a:lnTo>
                    <a:pt x="1770119" y="4539679"/>
                  </a:lnTo>
                  <a:lnTo>
                    <a:pt x="1770409" y="4539679"/>
                  </a:lnTo>
                  <a:lnTo>
                    <a:pt x="1770700" y="4539679"/>
                  </a:lnTo>
                  <a:lnTo>
                    <a:pt x="1770700" y="4539055"/>
                  </a:lnTo>
                  <a:lnTo>
                    <a:pt x="1770846" y="4537808"/>
                  </a:lnTo>
                  <a:lnTo>
                    <a:pt x="1770991" y="4537808"/>
                  </a:lnTo>
                  <a:lnTo>
                    <a:pt x="1771137" y="4537808"/>
                  </a:lnTo>
                  <a:lnTo>
                    <a:pt x="1771137" y="4537184"/>
                  </a:lnTo>
                  <a:lnTo>
                    <a:pt x="1771282" y="4537184"/>
                  </a:lnTo>
                  <a:lnTo>
                    <a:pt x="1771573" y="4537184"/>
                  </a:lnTo>
                  <a:lnTo>
                    <a:pt x="1771864" y="4536561"/>
                  </a:lnTo>
                  <a:lnTo>
                    <a:pt x="1771864" y="4535937"/>
                  </a:lnTo>
                  <a:lnTo>
                    <a:pt x="1772009" y="4535937"/>
                  </a:lnTo>
                  <a:lnTo>
                    <a:pt x="1772155" y="4535937"/>
                  </a:lnTo>
                  <a:lnTo>
                    <a:pt x="1772300" y="4535937"/>
                  </a:lnTo>
                  <a:lnTo>
                    <a:pt x="1773027" y="4535937"/>
                  </a:lnTo>
                  <a:lnTo>
                    <a:pt x="1773463" y="4535937"/>
                  </a:lnTo>
                  <a:lnTo>
                    <a:pt x="1773609" y="4535937"/>
                  </a:lnTo>
                  <a:lnTo>
                    <a:pt x="1773754" y="4535937"/>
                  </a:lnTo>
                  <a:lnTo>
                    <a:pt x="1774045" y="4535937"/>
                  </a:lnTo>
                  <a:lnTo>
                    <a:pt x="1774191" y="4535937"/>
                  </a:lnTo>
                  <a:lnTo>
                    <a:pt x="1774336" y="4535937"/>
                  </a:lnTo>
                  <a:lnTo>
                    <a:pt x="1774481" y="4535937"/>
                  </a:lnTo>
                  <a:lnTo>
                    <a:pt x="1774627" y="4535937"/>
                  </a:lnTo>
                  <a:lnTo>
                    <a:pt x="1774918" y="4535937"/>
                  </a:lnTo>
                  <a:lnTo>
                    <a:pt x="1775645" y="4535314"/>
                  </a:lnTo>
                  <a:lnTo>
                    <a:pt x="1775790" y="4535314"/>
                  </a:lnTo>
                  <a:lnTo>
                    <a:pt x="1775936" y="4535314"/>
                  </a:lnTo>
                  <a:lnTo>
                    <a:pt x="1776081" y="4535314"/>
                  </a:lnTo>
                  <a:lnTo>
                    <a:pt x="1776226" y="4535314"/>
                  </a:lnTo>
                  <a:lnTo>
                    <a:pt x="1776372" y="4535314"/>
                  </a:lnTo>
                  <a:lnTo>
                    <a:pt x="1776517" y="4535314"/>
                  </a:lnTo>
                  <a:lnTo>
                    <a:pt x="1776663" y="4535314"/>
                  </a:lnTo>
                  <a:lnTo>
                    <a:pt x="1776808" y="4535314"/>
                  </a:lnTo>
                  <a:lnTo>
                    <a:pt x="1776954" y="4534067"/>
                  </a:lnTo>
                  <a:lnTo>
                    <a:pt x="1777099" y="4533443"/>
                  </a:lnTo>
                  <a:lnTo>
                    <a:pt x="1777244" y="4533443"/>
                  </a:lnTo>
                  <a:lnTo>
                    <a:pt x="1777390" y="4533443"/>
                  </a:lnTo>
                  <a:lnTo>
                    <a:pt x="1777535" y="4533443"/>
                  </a:lnTo>
                  <a:lnTo>
                    <a:pt x="1777681" y="4533443"/>
                  </a:lnTo>
                  <a:lnTo>
                    <a:pt x="1777972" y="4533443"/>
                  </a:lnTo>
                  <a:lnTo>
                    <a:pt x="1778117" y="4533443"/>
                  </a:lnTo>
                  <a:lnTo>
                    <a:pt x="1778262" y="4533443"/>
                  </a:lnTo>
                  <a:lnTo>
                    <a:pt x="1778408" y="4532819"/>
                  </a:lnTo>
                  <a:lnTo>
                    <a:pt x="1778553" y="4532196"/>
                  </a:lnTo>
                  <a:lnTo>
                    <a:pt x="1778844" y="4531572"/>
                  </a:lnTo>
                  <a:lnTo>
                    <a:pt x="1778844" y="4530949"/>
                  </a:lnTo>
                  <a:lnTo>
                    <a:pt x="1779135" y="4530949"/>
                  </a:lnTo>
                  <a:lnTo>
                    <a:pt x="1779426" y="4530949"/>
                  </a:lnTo>
                  <a:lnTo>
                    <a:pt x="1779717" y="4530949"/>
                  </a:lnTo>
                  <a:lnTo>
                    <a:pt x="1779862" y="4530949"/>
                  </a:lnTo>
                  <a:lnTo>
                    <a:pt x="1780008" y="4530949"/>
                  </a:lnTo>
                  <a:lnTo>
                    <a:pt x="1780153" y="4530949"/>
                  </a:lnTo>
                  <a:lnTo>
                    <a:pt x="1780444" y="4530325"/>
                  </a:lnTo>
                  <a:lnTo>
                    <a:pt x="1780880" y="4529701"/>
                  </a:lnTo>
                  <a:lnTo>
                    <a:pt x="1781026" y="4529701"/>
                  </a:lnTo>
                  <a:lnTo>
                    <a:pt x="1781316" y="4529701"/>
                  </a:lnTo>
                  <a:lnTo>
                    <a:pt x="1781462" y="4529701"/>
                  </a:lnTo>
                  <a:lnTo>
                    <a:pt x="1781753" y="4529701"/>
                  </a:lnTo>
                  <a:lnTo>
                    <a:pt x="1781898" y="4529701"/>
                  </a:lnTo>
                  <a:lnTo>
                    <a:pt x="1781898" y="4529078"/>
                  </a:lnTo>
                  <a:lnTo>
                    <a:pt x="1781898" y="4528454"/>
                  </a:lnTo>
                  <a:lnTo>
                    <a:pt x="1782480" y="4528454"/>
                  </a:lnTo>
                  <a:lnTo>
                    <a:pt x="1782771" y="4528454"/>
                  </a:lnTo>
                  <a:lnTo>
                    <a:pt x="1782916" y="4527831"/>
                  </a:lnTo>
                  <a:lnTo>
                    <a:pt x="1783061" y="4527831"/>
                  </a:lnTo>
                  <a:lnTo>
                    <a:pt x="1783498" y="4527207"/>
                  </a:lnTo>
                  <a:lnTo>
                    <a:pt x="1783643" y="4527207"/>
                  </a:lnTo>
                  <a:lnTo>
                    <a:pt x="1783789" y="4527207"/>
                  </a:lnTo>
                  <a:lnTo>
                    <a:pt x="1783934" y="4527207"/>
                  </a:lnTo>
                  <a:lnTo>
                    <a:pt x="1784079" y="4527207"/>
                  </a:lnTo>
                  <a:lnTo>
                    <a:pt x="1784370" y="4527207"/>
                  </a:lnTo>
                  <a:lnTo>
                    <a:pt x="1784516" y="4526584"/>
                  </a:lnTo>
                  <a:lnTo>
                    <a:pt x="1784807" y="4526584"/>
                  </a:lnTo>
                  <a:lnTo>
                    <a:pt x="1784952" y="4526584"/>
                  </a:lnTo>
                  <a:lnTo>
                    <a:pt x="1785097" y="4526584"/>
                  </a:lnTo>
                  <a:lnTo>
                    <a:pt x="1785243" y="4526584"/>
                  </a:lnTo>
                  <a:lnTo>
                    <a:pt x="1785534" y="4525960"/>
                  </a:lnTo>
                  <a:lnTo>
                    <a:pt x="1785679" y="4525960"/>
                  </a:lnTo>
                  <a:lnTo>
                    <a:pt x="1785825" y="4525960"/>
                  </a:lnTo>
                  <a:lnTo>
                    <a:pt x="1786115" y="4525960"/>
                  </a:lnTo>
                  <a:lnTo>
                    <a:pt x="1786261" y="4525960"/>
                  </a:lnTo>
                  <a:lnTo>
                    <a:pt x="1786406" y="4525960"/>
                  </a:lnTo>
                  <a:lnTo>
                    <a:pt x="1786552" y="4525960"/>
                  </a:lnTo>
                  <a:lnTo>
                    <a:pt x="1787133" y="4525336"/>
                  </a:lnTo>
                  <a:lnTo>
                    <a:pt x="1787279" y="4525336"/>
                  </a:lnTo>
                  <a:lnTo>
                    <a:pt x="1788006" y="4522842"/>
                  </a:lnTo>
                  <a:lnTo>
                    <a:pt x="1788006" y="4520971"/>
                  </a:lnTo>
                  <a:lnTo>
                    <a:pt x="1788442" y="4520971"/>
                  </a:lnTo>
                  <a:lnTo>
                    <a:pt x="1788588" y="4520971"/>
                  </a:lnTo>
                  <a:lnTo>
                    <a:pt x="1788733" y="4520971"/>
                  </a:lnTo>
                  <a:lnTo>
                    <a:pt x="1788879" y="4520971"/>
                  </a:lnTo>
                  <a:lnTo>
                    <a:pt x="1789169" y="4520971"/>
                  </a:lnTo>
                  <a:lnTo>
                    <a:pt x="1789606" y="4520348"/>
                  </a:lnTo>
                  <a:lnTo>
                    <a:pt x="1789751" y="4520348"/>
                  </a:lnTo>
                  <a:lnTo>
                    <a:pt x="1790042" y="4519724"/>
                  </a:lnTo>
                  <a:lnTo>
                    <a:pt x="1790187" y="4519724"/>
                  </a:lnTo>
                  <a:lnTo>
                    <a:pt x="1790333" y="4519724"/>
                  </a:lnTo>
                  <a:lnTo>
                    <a:pt x="1790769" y="4519724"/>
                  </a:lnTo>
                  <a:lnTo>
                    <a:pt x="1790914" y="4519724"/>
                  </a:lnTo>
                  <a:lnTo>
                    <a:pt x="1791060" y="4519724"/>
                  </a:lnTo>
                  <a:lnTo>
                    <a:pt x="1791060" y="4519101"/>
                  </a:lnTo>
                  <a:lnTo>
                    <a:pt x="1791205" y="4519101"/>
                  </a:lnTo>
                  <a:lnTo>
                    <a:pt x="1791496" y="4519101"/>
                  </a:lnTo>
                  <a:lnTo>
                    <a:pt x="1791642" y="4519101"/>
                  </a:lnTo>
                  <a:lnTo>
                    <a:pt x="1791932" y="4518477"/>
                  </a:lnTo>
                  <a:lnTo>
                    <a:pt x="1792078" y="4518477"/>
                  </a:lnTo>
                  <a:lnTo>
                    <a:pt x="1792369" y="4518477"/>
                  </a:lnTo>
                  <a:lnTo>
                    <a:pt x="1792514" y="4518477"/>
                  </a:lnTo>
                  <a:lnTo>
                    <a:pt x="1792660" y="4518477"/>
                  </a:lnTo>
                  <a:lnTo>
                    <a:pt x="1793096" y="4518477"/>
                  </a:lnTo>
                  <a:lnTo>
                    <a:pt x="1793096" y="4517853"/>
                  </a:lnTo>
                  <a:lnTo>
                    <a:pt x="1793241" y="4517853"/>
                  </a:lnTo>
                  <a:lnTo>
                    <a:pt x="1793241" y="4516606"/>
                  </a:lnTo>
                  <a:lnTo>
                    <a:pt x="1793532" y="4516606"/>
                  </a:lnTo>
                  <a:lnTo>
                    <a:pt x="1793823" y="4515983"/>
                  </a:lnTo>
                  <a:lnTo>
                    <a:pt x="1793968" y="4515983"/>
                  </a:lnTo>
                  <a:lnTo>
                    <a:pt x="1794259" y="4515983"/>
                  </a:lnTo>
                  <a:lnTo>
                    <a:pt x="1794405" y="4515359"/>
                  </a:lnTo>
                  <a:lnTo>
                    <a:pt x="1794696" y="4514735"/>
                  </a:lnTo>
                  <a:lnTo>
                    <a:pt x="1794841" y="4514735"/>
                  </a:lnTo>
                  <a:lnTo>
                    <a:pt x="1794986" y="4514735"/>
                  </a:lnTo>
                  <a:lnTo>
                    <a:pt x="1795277" y="4514735"/>
                  </a:lnTo>
                  <a:lnTo>
                    <a:pt x="1795423" y="4514735"/>
                  </a:lnTo>
                  <a:lnTo>
                    <a:pt x="1795568" y="4514735"/>
                  </a:lnTo>
                  <a:lnTo>
                    <a:pt x="1795714" y="4514735"/>
                  </a:lnTo>
                  <a:lnTo>
                    <a:pt x="1796441" y="4513488"/>
                  </a:lnTo>
                  <a:lnTo>
                    <a:pt x="1796586" y="4513488"/>
                  </a:lnTo>
                  <a:lnTo>
                    <a:pt x="1796877" y="4513488"/>
                  </a:lnTo>
                  <a:lnTo>
                    <a:pt x="1797168" y="4513488"/>
                  </a:lnTo>
                  <a:lnTo>
                    <a:pt x="1797313" y="4513488"/>
                  </a:lnTo>
                  <a:lnTo>
                    <a:pt x="1797459" y="4513488"/>
                  </a:lnTo>
                  <a:lnTo>
                    <a:pt x="1797459" y="4512865"/>
                  </a:lnTo>
                  <a:lnTo>
                    <a:pt x="1797604" y="4512865"/>
                  </a:lnTo>
                  <a:lnTo>
                    <a:pt x="1797749" y="4512865"/>
                  </a:lnTo>
                  <a:lnTo>
                    <a:pt x="1797895" y="4512865"/>
                  </a:lnTo>
                  <a:lnTo>
                    <a:pt x="1797895" y="4512241"/>
                  </a:lnTo>
                  <a:lnTo>
                    <a:pt x="1798040" y="4512241"/>
                  </a:lnTo>
                  <a:lnTo>
                    <a:pt x="1798331" y="4512241"/>
                  </a:lnTo>
                  <a:lnTo>
                    <a:pt x="1798331" y="4511618"/>
                  </a:lnTo>
                  <a:lnTo>
                    <a:pt x="1798477" y="4511618"/>
                  </a:lnTo>
                  <a:lnTo>
                    <a:pt x="1798767" y="4510994"/>
                  </a:lnTo>
                  <a:lnTo>
                    <a:pt x="1798913" y="4510994"/>
                  </a:lnTo>
                  <a:lnTo>
                    <a:pt x="1799204" y="4510994"/>
                  </a:lnTo>
                  <a:lnTo>
                    <a:pt x="1799349" y="4510994"/>
                  </a:lnTo>
                  <a:lnTo>
                    <a:pt x="1799640" y="4510994"/>
                  </a:lnTo>
                  <a:lnTo>
                    <a:pt x="1800222" y="4510370"/>
                  </a:lnTo>
                  <a:lnTo>
                    <a:pt x="1800513" y="4510370"/>
                  </a:lnTo>
                  <a:lnTo>
                    <a:pt x="1800658" y="4510370"/>
                  </a:lnTo>
                  <a:lnTo>
                    <a:pt x="1800949" y="4509747"/>
                  </a:lnTo>
                  <a:lnTo>
                    <a:pt x="1801094" y="4509747"/>
                  </a:lnTo>
                  <a:lnTo>
                    <a:pt x="1801094" y="4509123"/>
                  </a:lnTo>
                  <a:lnTo>
                    <a:pt x="1801385" y="4509123"/>
                  </a:lnTo>
                  <a:lnTo>
                    <a:pt x="1801531" y="4509123"/>
                  </a:lnTo>
                  <a:lnTo>
                    <a:pt x="1801676" y="4509123"/>
                  </a:lnTo>
                  <a:lnTo>
                    <a:pt x="1802112" y="4509123"/>
                  </a:lnTo>
                  <a:lnTo>
                    <a:pt x="1802403" y="4509123"/>
                  </a:lnTo>
                  <a:lnTo>
                    <a:pt x="1802549" y="4507876"/>
                  </a:lnTo>
                  <a:lnTo>
                    <a:pt x="1802985" y="4507253"/>
                  </a:lnTo>
                  <a:lnTo>
                    <a:pt x="1803276" y="4507253"/>
                  </a:lnTo>
                  <a:lnTo>
                    <a:pt x="1803421" y="4507253"/>
                  </a:lnTo>
                  <a:lnTo>
                    <a:pt x="1803566" y="4507253"/>
                  </a:lnTo>
                  <a:lnTo>
                    <a:pt x="1803857" y="4507253"/>
                  </a:lnTo>
                  <a:lnTo>
                    <a:pt x="1804003" y="4507253"/>
                  </a:lnTo>
                  <a:lnTo>
                    <a:pt x="1804148" y="4507253"/>
                  </a:lnTo>
                  <a:lnTo>
                    <a:pt x="1804294" y="4507253"/>
                  </a:lnTo>
                  <a:lnTo>
                    <a:pt x="1804439" y="4506629"/>
                  </a:lnTo>
                  <a:lnTo>
                    <a:pt x="1805457" y="4506005"/>
                  </a:lnTo>
                  <a:lnTo>
                    <a:pt x="1805893" y="4506005"/>
                  </a:lnTo>
                  <a:lnTo>
                    <a:pt x="1806039" y="4506005"/>
                  </a:lnTo>
                  <a:lnTo>
                    <a:pt x="1806330" y="4506005"/>
                  </a:lnTo>
                  <a:lnTo>
                    <a:pt x="1806475" y="4506005"/>
                  </a:lnTo>
                  <a:lnTo>
                    <a:pt x="1806911" y="4506005"/>
                  </a:lnTo>
                  <a:lnTo>
                    <a:pt x="1806911" y="4505382"/>
                  </a:lnTo>
                  <a:lnTo>
                    <a:pt x="1806911" y="4504135"/>
                  </a:lnTo>
                  <a:lnTo>
                    <a:pt x="1806911" y="4503511"/>
                  </a:lnTo>
                  <a:lnTo>
                    <a:pt x="1807348" y="4502887"/>
                  </a:lnTo>
                  <a:lnTo>
                    <a:pt x="1807638" y="4502264"/>
                  </a:lnTo>
                  <a:lnTo>
                    <a:pt x="1808220" y="4501640"/>
                  </a:lnTo>
                  <a:lnTo>
                    <a:pt x="1808656" y="4501640"/>
                  </a:lnTo>
                  <a:lnTo>
                    <a:pt x="1808802" y="4501640"/>
                  </a:lnTo>
                  <a:lnTo>
                    <a:pt x="1808947" y="4501640"/>
                  </a:lnTo>
                  <a:lnTo>
                    <a:pt x="1809093" y="4501017"/>
                  </a:lnTo>
                  <a:lnTo>
                    <a:pt x="1809238" y="4501017"/>
                  </a:lnTo>
                  <a:lnTo>
                    <a:pt x="1809384" y="4501017"/>
                  </a:lnTo>
                  <a:lnTo>
                    <a:pt x="1809820" y="4500393"/>
                  </a:lnTo>
                  <a:lnTo>
                    <a:pt x="1809965" y="4500393"/>
                  </a:lnTo>
                  <a:lnTo>
                    <a:pt x="1810111" y="4499770"/>
                  </a:lnTo>
                  <a:lnTo>
                    <a:pt x="1810256" y="4499770"/>
                  </a:lnTo>
                  <a:lnTo>
                    <a:pt x="1810547" y="4499770"/>
                  </a:lnTo>
                  <a:lnTo>
                    <a:pt x="1810692" y="4499770"/>
                  </a:lnTo>
                  <a:lnTo>
                    <a:pt x="1810838" y="4498522"/>
                  </a:lnTo>
                  <a:lnTo>
                    <a:pt x="1810838" y="4497899"/>
                  </a:lnTo>
                  <a:lnTo>
                    <a:pt x="1810983" y="4497899"/>
                  </a:lnTo>
                  <a:lnTo>
                    <a:pt x="1810983" y="4497275"/>
                  </a:lnTo>
                  <a:lnTo>
                    <a:pt x="1811274" y="4497275"/>
                  </a:lnTo>
                  <a:lnTo>
                    <a:pt x="1811856" y="4496028"/>
                  </a:lnTo>
                  <a:lnTo>
                    <a:pt x="1811856" y="4495404"/>
                  </a:lnTo>
                  <a:lnTo>
                    <a:pt x="1811856" y="4494157"/>
                  </a:lnTo>
                  <a:lnTo>
                    <a:pt x="1812147" y="4493534"/>
                  </a:lnTo>
                  <a:lnTo>
                    <a:pt x="1812437" y="4493534"/>
                  </a:lnTo>
                  <a:lnTo>
                    <a:pt x="1812583" y="4493534"/>
                  </a:lnTo>
                  <a:lnTo>
                    <a:pt x="1812874" y="4492910"/>
                  </a:lnTo>
                  <a:lnTo>
                    <a:pt x="1813019" y="4492910"/>
                  </a:lnTo>
                  <a:lnTo>
                    <a:pt x="1813165" y="4492287"/>
                  </a:lnTo>
                  <a:lnTo>
                    <a:pt x="1813310" y="4491663"/>
                  </a:lnTo>
                  <a:lnTo>
                    <a:pt x="1813601" y="4491039"/>
                  </a:lnTo>
                  <a:lnTo>
                    <a:pt x="1813746" y="4491039"/>
                  </a:lnTo>
                  <a:lnTo>
                    <a:pt x="1813892" y="4491039"/>
                  </a:lnTo>
                  <a:lnTo>
                    <a:pt x="1813892" y="4490416"/>
                  </a:lnTo>
                  <a:lnTo>
                    <a:pt x="1814183" y="4490416"/>
                  </a:lnTo>
                  <a:lnTo>
                    <a:pt x="1814619" y="4490416"/>
                  </a:lnTo>
                  <a:lnTo>
                    <a:pt x="1814764" y="4489792"/>
                  </a:lnTo>
                  <a:lnTo>
                    <a:pt x="1815055" y="4489792"/>
                  </a:lnTo>
                  <a:lnTo>
                    <a:pt x="1815346" y="4489792"/>
                  </a:lnTo>
                  <a:lnTo>
                    <a:pt x="1815637" y="4489792"/>
                  </a:lnTo>
                  <a:lnTo>
                    <a:pt x="1815928" y="4489169"/>
                  </a:lnTo>
                  <a:lnTo>
                    <a:pt x="1816073" y="4488545"/>
                  </a:lnTo>
                  <a:lnTo>
                    <a:pt x="1816218" y="4488545"/>
                  </a:lnTo>
                  <a:lnTo>
                    <a:pt x="1816364" y="4488545"/>
                  </a:lnTo>
                  <a:lnTo>
                    <a:pt x="1816509" y="4488545"/>
                  </a:lnTo>
                  <a:lnTo>
                    <a:pt x="1816655" y="4488545"/>
                  </a:lnTo>
                  <a:lnTo>
                    <a:pt x="1816800" y="4488545"/>
                  </a:lnTo>
                  <a:lnTo>
                    <a:pt x="1817818" y="4488545"/>
                  </a:lnTo>
                  <a:lnTo>
                    <a:pt x="1817964" y="4488545"/>
                  </a:lnTo>
                  <a:lnTo>
                    <a:pt x="1817964" y="4487921"/>
                  </a:lnTo>
                  <a:lnTo>
                    <a:pt x="1818109" y="4487921"/>
                  </a:lnTo>
                  <a:lnTo>
                    <a:pt x="1818254" y="4487921"/>
                  </a:lnTo>
                  <a:lnTo>
                    <a:pt x="1818400" y="4487921"/>
                  </a:lnTo>
                  <a:lnTo>
                    <a:pt x="1818545" y="4487921"/>
                  </a:lnTo>
                  <a:lnTo>
                    <a:pt x="1818836" y="4487921"/>
                  </a:lnTo>
                  <a:lnTo>
                    <a:pt x="1819127" y="4487921"/>
                  </a:lnTo>
                  <a:lnTo>
                    <a:pt x="1819418" y="4487921"/>
                  </a:lnTo>
                  <a:lnTo>
                    <a:pt x="1819563" y="4487921"/>
                  </a:lnTo>
                  <a:lnTo>
                    <a:pt x="1819709" y="4487921"/>
                  </a:lnTo>
                  <a:lnTo>
                    <a:pt x="1819854" y="4487921"/>
                  </a:lnTo>
                  <a:lnTo>
                    <a:pt x="1820145" y="4487298"/>
                  </a:lnTo>
                  <a:lnTo>
                    <a:pt x="1820436" y="4487298"/>
                  </a:lnTo>
                  <a:lnTo>
                    <a:pt x="1820581" y="4487298"/>
                  </a:lnTo>
                  <a:lnTo>
                    <a:pt x="1820727" y="4487298"/>
                  </a:lnTo>
                  <a:lnTo>
                    <a:pt x="1821018" y="4487298"/>
                  </a:lnTo>
                  <a:lnTo>
                    <a:pt x="1821163" y="4487298"/>
                  </a:lnTo>
                  <a:lnTo>
                    <a:pt x="1821599" y="4486674"/>
                  </a:lnTo>
                  <a:lnTo>
                    <a:pt x="1821890" y="4486674"/>
                  </a:lnTo>
                  <a:lnTo>
                    <a:pt x="1822036" y="4486674"/>
                  </a:lnTo>
                  <a:lnTo>
                    <a:pt x="1822181" y="4486674"/>
                  </a:lnTo>
                  <a:lnTo>
                    <a:pt x="1822472" y="4486051"/>
                  </a:lnTo>
                  <a:lnTo>
                    <a:pt x="1822617" y="4486051"/>
                  </a:lnTo>
                  <a:lnTo>
                    <a:pt x="1822763" y="4486051"/>
                  </a:lnTo>
                  <a:lnTo>
                    <a:pt x="1822908" y="4486051"/>
                  </a:lnTo>
                  <a:lnTo>
                    <a:pt x="1823053" y="4486051"/>
                  </a:lnTo>
                  <a:lnTo>
                    <a:pt x="1823199" y="4486051"/>
                  </a:lnTo>
                  <a:lnTo>
                    <a:pt x="1823344" y="4486051"/>
                  </a:lnTo>
                  <a:lnTo>
                    <a:pt x="1823781" y="4486051"/>
                  </a:lnTo>
                  <a:lnTo>
                    <a:pt x="1824071" y="4486051"/>
                  </a:lnTo>
                  <a:lnTo>
                    <a:pt x="1824508" y="4486051"/>
                  </a:lnTo>
                  <a:lnTo>
                    <a:pt x="1824508" y="4485427"/>
                  </a:lnTo>
                  <a:lnTo>
                    <a:pt x="1824653" y="4485427"/>
                  </a:lnTo>
                  <a:lnTo>
                    <a:pt x="1824799" y="4485427"/>
                  </a:lnTo>
                  <a:lnTo>
                    <a:pt x="1824944" y="4484180"/>
                  </a:lnTo>
                  <a:lnTo>
                    <a:pt x="1825089" y="4483556"/>
                  </a:lnTo>
                  <a:lnTo>
                    <a:pt x="1825235" y="4482933"/>
                  </a:lnTo>
                  <a:lnTo>
                    <a:pt x="1825380" y="4482933"/>
                  </a:lnTo>
                  <a:lnTo>
                    <a:pt x="1825526" y="4482933"/>
                  </a:lnTo>
                  <a:lnTo>
                    <a:pt x="1825817" y="4481062"/>
                  </a:lnTo>
                  <a:lnTo>
                    <a:pt x="1825962" y="4481062"/>
                  </a:lnTo>
                  <a:lnTo>
                    <a:pt x="1826107" y="4481062"/>
                  </a:lnTo>
                  <a:lnTo>
                    <a:pt x="1826544" y="4481062"/>
                  </a:lnTo>
                  <a:lnTo>
                    <a:pt x="1826544" y="4480438"/>
                  </a:lnTo>
                  <a:lnTo>
                    <a:pt x="1826835" y="4480438"/>
                  </a:lnTo>
                  <a:lnTo>
                    <a:pt x="1826980" y="4479815"/>
                  </a:lnTo>
                  <a:lnTo>
                    <a:pt x="1827125" y="4479815"/>
                  </a:lnTo>
                  <a:lnTo>
                    <a:pt x="1827271" y="4479815"/>
                  </a:lnTo>
                  <a:lnTo>
                    <a:pt x="1827853" y="4478568"/>
                  </a:lnTo>
                  <a:lnTo>
                    <a:pt x="1828289" y="4477944"/>
                  </a:lnTo>
                  <a:lnTo>
                    <a:pt x="1828434" y="4477944"/>
                  </a:lnTo>
                  <a:lnTo>
                    <a:pt x="1828580" y="4477944"/>
                  </a:lnTo>
                  <a:lnTo>
                    <a:pt x="1829016" y="4477944"/>
                  </a:lnTo>
                  <a:lnTo>
                    <a:pt x="1829161" y="4477944"/>
                  </a:lnTo>
                  <a:lnTo>
                    <a:pt x="1829307" y="4477321"/>
                  </a:lnTo>
                  <a:lnTo>
                    <a:pt x="1829452" y="4477321"/>
                  </a:lnTo>
                  <a:lnTo>
                    <a:pt x="1829598" y="4477321"/>
                  </a:lnTo>
                  <a:lnTo>
                    <a:pt x="1829743" y="4477321"/>
                  </a:lnTo>
                  <a:lnTo>
                    <a:pt x="1830325" y="4477321"/>
                  </a:lnTo>
                  <a:lnTo>
                    <a:pt x="1830616" y="4477321"/>
                  </a:lnTo>
                  <a:lnTo>
                    <a:pt x="1830906" y="4476697"/>
                  </a:lnTo>
                  <a:lnTo>
                    <a:pt x="1832652" y="4475450"/>
                  </a:lnTo>
                  <a:lnTo>
                    <a:pt x="1832797" y="4475450"/>
                  </a:lnTo>
                  <a:lnTo>
                    <a:pt x="1833088" y="4475450"/>
                  </a:lnTo>
                  <a:lnTo>
                    <a:pt x="1833088" y="4474826"/>
                  </a:lnTo>
                  <a:lnTo>
                    <a:pt x="1833233" y="4474826"/>
                  </a:lnTo>
                  <a:lnTo>
                    <a:pt x="1833524" y="4474826"/>
                  </a:lnTo>
                  <a:lnTo>
                    <a:pt x="1833524" y="4474203"/>
                  </a:lnTo>
                  <a:lnTo>
                    <a:pt x="1833815" y="4474203"/>
                  </a:lnTo>
                  <a:lnTo>
                    <a:pt x="1833960" y="4474203"/>
                  </a:lnTo>
                  <a:lnTo>
                    <a:pt x="1834106" y="4474203"/>
                  </a:lnTo>
                  <a:lnTo>
                    <a:pt x="1834542" y="4474203"/>
                  </a:lnTo>
                  <a:lnTo>
                    <a:pt x="1834688" y="4473579"/>
                  </a:lnTo>
                  <a:lnTo>
                    <a:pt x="1834833" y="4473579"/>
                  </a:lnTo>
                  <a:lnTo>
                    <a:pt x="1834978" y="4473579"/>
                  </a:lnTo>
                  <a:lnTo>
                    <a:pt x="1835269" y="4473579"/>
                  </a:lnTo>
                  <a:lnTo>
                    <a:pt x="1835560" y="4473579"/>
                  </a:lnTo>
                  <a:lnTo>
                    <a:pt x="1835851" y="4473579"/>
                  </a:lnTo>
                  <a:lnTo>
                    <a:pt x="1836142" y="4473579"/>
                  </a:lnTo>
                  <a:lnTo>
                    <a:pt x="1836869" y="4473579"/>
                  </a:lnTo>
                  <a:lnTo>
                    <a:pt x="1837014" y="4473579"/>
                  </a:lnTo>
                  <a:lnTo>
                    <a:pt x="1837014" y="4472955"/>
                  </a:lnTo>
                  <a:lnTo>
                    <a:pt x="1837305" y="4472332"/>
                  </a:lnTo>
                  <a:lnTo>
                    <a:pt x="1837451" y="4472332"/>
                  </a:lnTo>
                  <a:lnTo>
                    <a:pt x="1837596" y="4472332"/>
                  </a:lnTo>
                  <a:lnTo>
                    <a:pt x="1837741" y="4472332"/>
                  </a:lnTo>
                  <a:lnTo>
                    <a:pt x="1837741" y="4471085"/>
                  </a:lnTo>
                  <a:lnTo>
                    <a:pt x="1837887" y="4471085"/>
                  </a:lnTo>
                  <a:lnTo>
                    <a:pt x="1838032" y="4471085"/>
                  </a:lnTo>
                  <a:lnTo>
                    <a:pt x="1838323" y="4470461"/>
                  </a:lnTo>
                  <a:lnTo>
                    <a:pt x="1838469" y="4470461"/>
                  </a:lnTo>
                  <a:lnTo>
                    <a:pt x="1838469" y="4469838"/>
                  </a:lnTo>
                  <a:lnTo>
                    <a:pt x="1838759" y="4469838"/>
                  </a:lnTo>
                  <a:lnTo>
                    <a:pt x="1838905" y="4469838"/>
                  </a:lnTo>
                  <a:lnTo>
                    <a:pt x="1839341" y="4468590"/>
                  </a:lnTo>
                  <a:lnTo>
                    <a:pt x="1839487" y="4468590"/>
                  </a:lnTo>
                  <a:lnTo>
                    <a:pt x="1839777" y="4467343"/>
                  </a:lnTo>
                  <a:lnTo>
                    <a:pt x="1839923" y="4467343"/>
                  </a:lnTo>
                  <a:lnTo>
                    <a:pt x="1840068" y="4467343"/>
                  </a:lnTo>
                  <a:lnTo>
                    <a:pt x="1840214" y="4467343"/>
                  </a:lnTo>
                  <a:lnTo>
                    <a:pt x="1841086" y="4467343"/>
                  </a:lnTo>
                  <a:lnTo>
                    <a:pt x="1841086" y="4466720"/>
                  </a:lnTo>
                  <a:lnTo>
                    <a:pt x="1841377" y="4466720"/>
                  </a:lnTo>
                  <a:lnTo>
                    <a:pt x="1841523" y="4466720"/>
                  </a:lnTo>
                  <a:lnTo>
                    <a:pt x="1841668" y="4466720"/>
                  </a:lnTo>
                  <a:lnTo>
                    <a:pt x="1841813" y="4466720"/>
                  </a:lnTo>
                  <a:lnTo>
                    <a:pt x="1842541" y="4466720"/>
                  </a:lnTo>
                  <a:lnTo>
                    <a:pt x="1842686" y="4466720"/>
                  </a:lnTo>
                  <a:lnTo>
                    <a:pt x="1842831" y="4466720"/>
                  </a:lnTo>
                  <a:lnTo>
                    <a:pt x="1842977" y="4466096"/>
                  </a:lnTo>
                  <a:lnTo>
                    <a:pt x="1843268" y="4466096"/>
                  </a:lnTo>
                  <a:lnTo>
                    <a:pt x="1843558" y="4466096"/>
                  </a:lnTo>
                  <a:lnTo>
                    <a:pt x="1843704" y="4466096"/>
                  </a:lnTo>
                  <a:lnTo>
                    <a:pt x="1843849" y="4466096"/>
                  </a:lnTo>
                  <a:lnTo>
                    <a:pt x="1844286" y="4466096"/>
                  </a:lnTo>
                  <a:lnTo>
                    <a:pt x="1844576" y="4466096"/>
                  </a:lnTo>
                  <a:lnTo>
                    <a:pt x="1844722" y="4466096"/>
                  </a:lnTo>
                  <a:lnTo>
                    <a:pt x="1845013" y="4466096"/>
                  </a:lnTo>
                  <a:lnTo>
                    <a:pt x="1845304" y="4466096"/>
                  </a:lnTo>
                  <a:lnTo>
                    <a:pt x="1845304" y="4465472"/>
                  </a:lnTo>
                  <a:lnTo>
                    <a:pt x="1846176" y="4465472"/>
                  </a:lnTo>
                  <a:lnTo>
                    <a:pt x="1846322" y="4465472"/>
                  </a:lnTo>
                  <a:lnTo>
                    <a:pt x="1846758" y="4465472"/>
                  </a:lnTo>
                  <a:lnTo>
                    <a:pt x="1846903" y="4465472"/>
                  </a:lnTo>
                  <a:lnTo>
                    <a:pt x="1847194" y="4464849"/>
                  </a:lnTo>
                  <a:lnTo>
                    <a:pt x="1847340" y="4464225"/>
                  </a:lnTo>
                  <a:lnTo>
                    <a:pt x="1847776" y="4464225"/>
                  </a:lnTo>
                  <a:lnTo>
                    <a:pt x="1848067" y="4464225"/>
                  </a:lnTo>
                  <a:lnTo>
                    <a:pt x="1848503" y="4464225"/>
                  </a:lnTo>
                  <a:lnTo>
                    <a:pt x="1848648" y="4464225"/>
                  </a:lnTo>
                  <a:lnTo>
                    <a:pt x="1848794" y="4464225"/>
                  </a:lnTo>
                  <a:lnTo>
                    <a:pt x="1848939" y="4464225"/>
                  </a:lnTo>
                  <a:lnTo>
                    <a:pt x="1849085" y="4464225"/>
                  </a:lnTo>
                  <a:lnTo>
                    <a:pt x="1849230" y="4464225"/>
                  </a:lnTo>
                  <a:lnTo>
                    <a:pt x="1849376" y="4464225"/>
                  </a:lnTo>
                  <a:lnTo>
                    <a:pt x="1849521" y="4464225"/>
                  </a:lnTo>
                  <a:lnTo>
                    <a:pt x="1849666" y="4464225"/>
                  </a:lnTo>
                  <a:lnTo>
                    <a:pt x="1849957" y="4464225"/>
                  </a:lnTo>
                  <a:lnTo>
                    <a:pt x="1850103" y="4464225"/>
                  </a:lnTo>
                  <a:lnTo>
                    <a:pt x="1850103" y="4463602"/>
                  </a:lnTo>
                  <a:lnTo>
                    <a:pt x="1850248" y="4463602"/>
                  </a:lnTo>
                  <a:lnTo>
                    <a:pt x="1850539" y="4463602"/>
                  </a:lnTo>
                  <a:lnTo>
                    <a:pt x="1850684" y="4463602"/>
                  </a:lnTo>
                  <a:lnTo>
                    <a:pt x="1851121" y="4463602"/>
                  </a:lnTo>
                  <a:lnTo>
                    <a:pt x="1851266" y="4463602"/>
                  </a:lnTo>
                  <a:lnTo>
                    <a:pt x="1851411" y="4463602"/>
                  </a:lnTo>
                  <a:lnTo>
                    <a:pt x="1851557" y="4463602"/>
                  </a:lnTo>
                  <a:lnTo>
                    <a:pt x="1851702" y="4463602"/>
                  </a:lnTo>
                  <a:lnTo>
                    <a:pt x="1851848" y="4463602"/>
                  </a:lnTo>
                  <a:lnTo>
                    <a:pt x="1851993" y="4463602"/>
                  </a:lnTo>
                  <a:lnTo>
                    <a:pt x="1852139" y="4463602"/>
                  </a:lnTo>
                  <a:lnTo>
                    <a:pt x="1852429" y="4462978"/>
                  </a:lnTo>
                  <a:lnTo>
                    <a:pt x="1852575" y="4462978"/>
                  </a:lnTo>
                  <a:lnTo>
                    <a:pt x="1852866" y="4462978"/>
                  </a:lnTo>
                  <a:lnTo>
                    <a:pt x="1853593" y="4462978"/>
                  </a:lnTo>
                  <a:lnTo>
                    <a:pt x="1853738" y="4462978"/>
                  </a:lnTo>
                  <a:lnTo>
                    <a:pt x="1854029" y="4462978"/>
                  </a:lnTo>
                  <a:lnTo>
                    <a:pt x="1854320" y="4462978"/>
                  </a:lnTo>
                  <a:lnTo>
                    <a:pt x="1854465" y="4462978"/>
                  </a:lnTo>
                  <a:lnTo>
                    <a:pt x="1854611" y="4462978"/>
                  </a:lnTo>
                  <a:lnTo>
                    <a:pt x="1854902" y="4462978"/>
                  </a:lnTo>
                  <a:lnTo>
                    <a:pt x="1855338" y="4462978"/>
                  </a:lnTo>
                  <a:lnTo>
                    <a:pt x="1855629" y="4462978"/>
                  </a:lnTo>
                  <a:lnTo>
                    <a:pt x="1855774" y="4462355"/>
                  </a:lnTo>
                  <a:lnTo>
                    <a:pt x="1855920" y="4462355"/>
                  </a:lnTo>
                  <a:lnTo>
                    <a:pt x="1856211" y="4462355"/>
                  </a:lnTo>
                  <a:lnTo>
                    <a:pt x="1856356" y="4462355"/>
                  </a:lnTo>
                  <a:lnTo>
                    <a:pt x="1856647" y="4462355"/>
                  </a:lnTo>
                  <a:lnTo>
                    <a:pt x="1856792" y="4462355"/>
                  </a:lnTo>
                  <a:lnTo>
                    <a:pt x="1857228" y="4462355"/>
                  </a:lnTo>
                  <a:lnTo>
                    <a:pt x="1857374" y="4461731"/>
                  </a:lnTo>
                  <a:lnTo>
                    <a:pt x="1857665" y="4461731"/>
                  </a:lnTo>
                  <a:lnTo>
                    <a:pt x="1857810" y="4461731"/>
                  </a:lnTo>
                  <a:lnTo>
                    <a:pt x="1858101" y="4460484"/>
                  </a:lnTo>
                  <a:lnTo>
                    <a:pt x="1858683" y="4460484"/>
                  </a:lnTo>
                  <a:lnTo>
                    <a:pt x="1858828" y="4460484"/>
                  </a:lnTo>
                  <a:lnTo>
                    <a:pt x="1858974" y="4459860"/>
                  </a:lnTo>
                  <a:lnTo>
                    <a:pt x="1859410" y="4459860"/>
                  </a:lnTo>
                  <a:lnTo>
                    <a:pt x="1859555" y="4459860"/>
                  </a:lnTo>
                  <a:lnTo>
                    <a:pt x="1859701" y="4459860"/>
                  </a:lnTo>
                  <a:lnTo>
                    <a:pt x="1859846" y="4459860"/>
                  </a:lnTo>
                  <a:lnTo>
                    <a:pt x="1860137" y="4459860"/>
                  </a:lnTo>
                  <a:lnTo>
                    <a:pt x="1861010" y="4459237"/>
                  </a:lnTo>
                  <a:lnTo>
                    <a:pt x="1861155" y="4459237"/>
                  </a:lnTo>
                  <a:lnTo>
                    <a:pt x="1861446" y="4459237"/>
                  </a:lnTo>
                  <a:lnTo>
                    <a:pt x="1861882" y="4459237"/>
                  </a:lnTo>
                  <a:lnTo>
                    <a:pt x="1862028" y="4459237"/>
                  </a:lnTo>
                  <a:lnTo>
                    <a:pt x="1862173" y="4458613"/>
                  </a:lnTo>
                  <a:lnTo>
                    <a:pt x="1862318" y="4458613"/>
                  </a:lnTo>
                  <a:lnTo>
                    <a:pt x="1862755" y="4458613"/>
                  </a:lnTo>
                  <a:lnTo>
                    <a:pt x="1863046" y="4458613"/>
                  </a:lnTo>
                  <a:lnTo>
                    <a:pt x="1863191" y="4458613"/>
                  </a:lnTo>
                  <a:lnTo>
                    <a:pt x="1863627" y="4457989"/>
                  </a:lnTo>
                  <a:lnTo>
                    <a:pt x="1863773" y="4457989"/>
                  </a:lnTo>
                  <a:lnTo>
                    <a:pt x="1863773" y="4457366"/>
                  </a:lnTo>
                  <a:lnTo>
                    <a:pt x="1863918" y="4457366"/>
                  </a:lnTo>
                  <a:lnTo>
                    <a:pt x="1863918" y="4456742"/>
                  </a:lnTo>
                  <a:lnTo>
                    <a:pt x="1863918" y="4456119"/>
                  </a:lnTo>
                  <a:lnTo>
                    <a:pt x="1864209" y="4456119"/>
                  </a:lnTo>
                  <a:lnTo>
                    <a:pt x="1864354" y="4456119"/>
                  </a:lnTo>
                  <a:lnTo>
                    <a:pt x="1864500" y="4454248"/>
                  </a:lnTo>
                  <a:lnTo>
                    <a:pt x="1864500" y="4453624"/>
                  </a:lnTo>
                  <a:lnTo>
                    <a:pt x="1864645" y="4453624"/>
                  </a:lnTo>
                  <a:lnTo>
                    <a:pt x="1864791" y="4453624"/>
                  </a:lnTo>
                  <a:lnTo>
                    <a:pt x="1864936" y="4453624"/>
                  </a:lnTo>
                  <a:lnTo>
                    <a:pt x="1865081" y="4453624"/>
                  </a:lnTo>
                  <a:lnTo>
                    <a:pt x="1865227" y="4453624"/>
                  </a:lnTo>
                  <a:lnTo>
                    <a:pt x="1865518" y="4452377"/>
                  </a:lnTo>
                  <a:lnTo>
                    <a:pt x="1865809" y="4451130"/>
                  </a:lnTo>
                  <a:lnTo>
                    <a:pt x="1865954" y="4450507"/>
                  </a:lnTo>
                  <a:lnTo>
                    <a:pt x="1866099" y="4450507"/>
                  </a:lnTo>
                  <a:lnTo>
                    <a:pt x="1866390" y="4449883"/>
                  </a:lnTo>
                  <a:lnTo>
                    <a:pt x="1866827" y="4449883"/>
                  </a:lnTo>
                  <a:lnTo>
                    <a:pt x="1866972" y="4449883"/>
                  </a:lnTo>
                  <a:lnTo>
                    <a:pt x="1867117" y="4449259"/>
                  </a:lnTo>
                  <a:lnTo>
                    <a:pt x="1867845" y="4449259"/>
                  </a:lnTo>
                  <a:lnTo>
                    <a:pt x="1867990" y="4449259"/>
                  </a:lnTo>
                  <a:lnTo>
                    <a:pt x="1868135" y="4449259"/>
                  </a:lnTo>
                  <a:lnTo>
                    <a:pt x="1868281" y="4449259"/>
                  </a:lnTo>
                  <a:lnTo>
                    <a:pt x="1868426" y="4449259"/>
                  </a:lnTo>
                  <a:lnTo>
                    <a:pt x="1868426" y="4448636"/>
                  </a:lnTo>
                  <a:lnTo>
                    <a:pt x="1868572" y="4448636"/>
                  </a:lnTo>
                  <a:lnTo>
                    <a:pt x="1868572" y="4448012"/>
                  </a:lnTo>
                  <a:lnTo>
                    <a:pt x="1868717" y="4448012"/>
                  </a:lnTo>
                  <a:lnTo>
                    <a:pt x="1868863" y="4448012"/>
                  </a:lnTo>
                  <a:lnTo>
                    <a:pt x="1869299" y="4448012"/>
                  </a:lnTo>
                  <a:lnTo>
                    <a:pt x="1869444" y="4448012"/>
                  </a:lnTo>
                  <a:lnTo>
                    <a:pt x="1869590" y="4448012"/>
                  </a:lnTo>
                  <a:lnTo>
                    <a:pt x="1869735" y="4448012"/>
                  </a:lnTo>
                  <a:lnTo>
                    <a:pt x="1870026" y="4448012"/>
                  </a:lnTo>
                  <a:lnTo>
                    <a:pt x="1870171" y="4448012"/>
                  </a:lnTo>
                  <a:lnTo>
                    <a:pt x="1870462" y="4448012"/>
                  </a:lnTo>
                  <a:lnTo>
                    <a:pt x="1870753" y="4448012"/>
                  </a:lnTo>
                  <a:lnTo>
                    <a:pt x="1870898" y="4448012"/>
                  </a:lnTo>
                  <a:lnTo>
                    <a:pt x="1871626" y="4448012"/>
                  </a:lnTo>
                  <a:lnTo>
                    <a:pt x="1871916" y="4448012"/>
                  </a:lnTo>
                  <a:lnTo>
                    <a:pt x="1872062" y="4448012"/>
                  </a:lnTo>
                  <a:lnTo>
                    <a:pt x="1872207" y="4448012"/>
                  </a:lnTo>
                  <a:lnTo>
                    <a:pt x="1872498" y="4448012"/>
                  </a:lnTo>
                  <a:lnTo>
                    <a:pt x="1872789" y="4448012"/>
                  </a:lnTo>
                  <a:lnTo>
                    <a:pt x="1873080" y="4446765"/>
                  </a:lnTo>
                  <a:lnTo>
                    <a:pt x="1873371" y="4446765"/>
                  </a:lnTo>
                  <a:lnTo>
                    <a:pt x="1873662" y="4446765"/>
                  </a:lnTo>
                  <a:lnTo>
                    <a:pt x="1873807" y="4446765"/>
                  </a:lnTo>
                  <a:lnTo>
                    <a:pt x="1873952" y="4446765"/>
                  </a:lnTo>
                  <a:lnTo>
                    <a:pt x="1874243" y="4446765"/>
                  </a:lnTo>
                  <a:lnTo>
                    <a:pt x="1874389" y="4446765"/>
                  </a:lnTo>
                  <a:lnTo>
                    <a:pt x="1874825" y="4446765"/>
                  </a:lnTo>
                  <a:lnTo>
                    <a:pt x="1875261" y="4446141"/>
                  </a:lnTo>
                  <a:lnTo>
                    <a:pt x="1875407" y="4446141"/>
                  </a:lnTo>
                  <a:lnTo>
                    <a:pt x="1875698" y="4446141"/>
                  </a:lnTo>
                  <a:lnTo>
                    <a:pt x="1876134" y="4446141"/>
                  </a:lnTo>
                  <a:lnTo>
                    <a:pt x="1876279" y="4446141"/>
                  </a:lnTo>
                  <a:lnTo>
                    <a:pt x="1876425" y="4446141"/>
                  </a:lnTo>
                  <a:lnTo>
                    <a:pt x="1876570" y="4446141"/>
                  </a:lnTo>
                  <a:lnTo>
                    <a:pt x="1876861" y="4446141"/>
                  </a:lnTo>
                  <a:lnTo>
                    <a:pt x="1877879" y="4442400"/>
                  </a:lnTo>
                  <a:lnTo>
                    <a:pt x="1877879" y="4441776"/>
                  </a:lnTo>
                  <a:lnTo>
                    <a:pt x="1878024" y="4441776"/>
                  </a:lnTo>
                  <a:lnTo>
                    <a:pt x="1878170" y="4441776"/>
                  </a:lnTo>
                  <a:lnTo>
                    <a:pt x="1878315" y="4441776"/>
                  </a:lnTo>
                  <a:lnTo>
                    <a:pt x="1878461" y="4441776"/>
                  </a:lnTo>
                  <a:lnTo>
                    <a:pt x="1878606" y="4441776"/>
                  </a:lnTo>
                  <a:lnTo>
                    <a:pt x="1878606" y="4441153"/>
                  </a:lnTo>
                  <a:lnTo>
                    <a:pt x="1878751" y="4441153"/>
                  </a:lnTo>
                  <a:lnTo>
                    <a:pt x="1879042" y="4441153"/>
                  </a:lnTo>
                  <a:lnTo>
                    <a:pt x="1879042" y="4440529"/>
                  </a:lnTo>
                  <a:lnTo>
                    <a:pt x="1879188" y="4440529"/>
                  </a:lnTo>
                  <a:lnTo>
                    <a:pt x="1879333" y="4440529"/>
                  </a:lnTo>
                  <a:lnTo>
                    <a:pt x="1879479" y="4440529"/>
                  </a:lnTo>
                  <a:lnTo>
                    <a:pt x="1879624" y="4440529"/>
                  </a:lnTo>
                  <a:lnTo>
                    <a:pt x="1879915" y="4440529"/>
                  </a:lnTo>
                  <a:lnTo>
                    <a:pt x="1880206" y="4440529"/>
                  </a:lnTo>
                  <a:lnTo>
                    <a:pt x="1880351" y="4440529"/>
                  </a:lnTo>
                  <a:lnTo>
                    <a:pt x="1880351" y="4439906"/>
                  </a:lnTo>
                  <a:lnTo>
                    <a:pt x="1880497" y="4439906"/>
                  </a:lnTo>
                  <a:lnTo>
                    <a:pt x="1880642" y="4439906"/>
                  </a:lnTo>
                  <a:lnTo>
                    <a:pt x="1880787" y="4439906"/>
                  </a:lnTo>
                  <a:lnTo>
                    <a:pt x="1880933" y="4439906"/>
                  </a:lnTo>
                  <a:lnTo>
                    <a:pt x="1880933" y="4439282"/>
                  </a:lnTo>
                  <a:lnTo>
                    <a:pt x="1881078" y="4438658"/>
                  </a:lnTo>
                  <a:lnTo>
                    <a:pt x="1881078" y="4438035"/>
                  </a:lnTo>
                  <a:lnTo>
                    <a:pt x="1881369" y="4438035"/>
                  </a:lnTo>
                  <a:lnTo>
                    <a:pt x="1881515" y="4438035"/>
                  </a:lnTo>
                  <a:lnTo>
                    <a:pt x="1881951" y="4438035"/>
                  </a:lnTo>
                  <a:lnTo>
                    <a:pt x="1882533" y="4437411"/>
                  </a:lnTo>
                  <a:lnTo>
                    <a:pt x="1882823" y="4437411"/>
                  </a:lnTo>
                  <a:lnTo>
                    <a:pt x="1882969" y="4437411"/>
                  </a:lnTo>
                  <a:lnTo>
                    <a:pt x="1883114" y="4437411"/>
                  </a:lnTo>
                  <a:lnTo>
                    <a:pt x="1883405" y="4436788"/>
                  </a:lnTo>
                  <a:lnTo>
                    <a:pt x="1883551" y="4436788"/>
                  </a:lnTo>
                  <a:lnTo>
                    <a:pt x="1883696" y="4436788"/>
                  </a:lnTo>
                  <a:lnTo>
                    <a:pt x="1883841" y="4436788"/>
                  </a:lnTo>
                  <a:lnTo>
                    <a:pt x="1883987" y="4436788"/>
                  </a:lnTo>
                  <a:lnTo>
                    <a:pt x="1884132" y="4436788"/>
                  </a:lnTo>
                  <a:lnTo>
                    <a:pt x="1884278" y="4436788"/>
                  </a:lnTo>
                  <a:lnTo>
                    <a:pt x="1884568" y="4436164"/>
                  </a:lnTo>
                  <a:lnTo>
                    <a:pt x="1884714" y="4436164"/>
                  </a:lnTo>
                  <a:lnTo>
                    <a:pt x="1884714" y="4435541"/>
                  </a:lnTo>
                  <a:lnTo>
                    <a:pt x="1884859" y="4435541"/>
                  </a:lnTo>
                  <a:lnTo>
                    <a:pt x="1885005" y="4435541"/>
                  </a:lnTo>
                  <a:lnTo>
                    <a:pt x="1885150" y="4435541"/>
                  </a:lnTo>
                  <a:lnTo>
                    <a:pt x="1885150" y="4434293"/>
                  </a:lnTo>
                  <a:lnTo>
                    <a:pt x="1885296" y="4434293"/>
                  </a:lnTo>
                  <a:lnTo>
                    <a:pt x="1885296" y="4433670"/>
                  </a:lnTo>
                  <a:lnTo>
                    <a:pt x="1885586" y="4432423"/>
                  </a:lnTo>
                  <a:lnTo>
                    <a:pt x="1885732" y="4432423"/>
                  </a:lnTo>
                  <a:lnTo>
                    <a:pt x="1885732" y="4431799"/>
                  </a:lnTo>
                  <a:lnTo>
                    <a:pt x="1886168" y="4430552"/>
                  </a:lnTo>
                  <a:lnTo>
                    <a:pt x="1886314" y="4430552"/>
                  </a:lnTo>
                  <a:lnTo>
                    <a:pt x="1886604" y="4430552"/>
                  </a:lnTo>
                  <a:lnTo>
                    <a:pt x="1887041" y="4430552"/>
                  </a:lnTo>
                  <a:lnTo>
                    <a:pt x="1887622" y="4430552"/>
                  </a:lnTo>
                  <a:lnTo>
                    <a:pt x="1887768" y="4430552"/>
                  </a:lnTo>
                  <a:lnTo>
                    <a:pt x="1887913" y="4430552"/>
                  </a:lnTo>
                  <a:lnTo>
                    <a:pt x="1888059" y="4430552"/>
                  </a:lnTo>
                  <a:lnTo>
                    <a:pt x="1888204" y="4430552"/>
                  </a:lnTo>
                  <a:lnTo>
                    <a:pt x="1888350" y="4428681"/>
                  </a:lnTo>
                  <a:lnTo>
                    <a:pt x="1888495" y="4428681"/>
                  </a:lnTo>
                  <a:lnTo>
                    <a:pt x="1888495" y="4428058"/>
                  </a:lnTo>
                  <a:lnTo>
                    <a:pt x="1888495" y="4427434"/>
                  </a:lnTo>
                  <a:lnTo>
                    <a:pt x="1888786" y="4427434"/>
                  </a:lnTo>
                  <a:lnTo>
                    <a:pt x="1889222" y="4427434"/>
                  </a:lnTo>
                  <a:lnTo>
                    <a:pt x="1889513" y="4427434"/>
                  </a:lnTo>
                  <a:lnTo>
                    <a:pt x="1889804" y="4427434"/>
                  </a:lnTo>
                  <a:lnTo>
                    <a:pt x="1889949" y="4427434"/>
                  </a:lnTo>
                  <a:lnTo>
                    <a:pt x="1890095" y="4427434"/>
                  </a:lnTo>
                  <a:lnTo>
                    <a:pt x="1890095" y="4426810"/>
                  </a:lnTo>
                  <a:lnTo>
                    <a:pt x="1890676" y="4426187"/>
                  </a:lnTo>
                  <a:lnTo>
                    <a:pt x="1890967" y="4426187"/>
                  </a:lnTo>
                  <a:lnTo>
                    <a:pt x="1891258" y="4426187"/>
                  </a:lnTo>
                  <a:lnTo>
                    <a:pt x="1891403" y="4426187"/>
                  </a:lnTo>
                  <a:lnTo>
                    <a:pt x="1891694" y="4426187"/>
                  </a:lnTo>
                  <a:lnTo>
                    <a:pt x="1891840" y="4426187"/>
                  </a:lnTo>
                  <a:lnTo>
                    <a:pt x="1891985" y="4424940"/>
                  </a:lnTo>
                  <a:lnTo>
                    <a:pt x="1892131" y="4424940"/>
                  </a:lnTo>
                  <a:lnTo>
                    <a:pt x="1892276" y="4423692"/>
                  </a:lnTo>
                  <a:lnTo>
                    <a:pt x="1892421" y="4423692"/>
                  </a:lnTo>
                  <a:lnTo>
                    <a:pt x="1892567" y="4423692"/>
                  </a:lnTo>
                  <a:lnTo>
                    <a:pt x="1893149" y="4423692"/>
                  </a:lnTo>
                  <a:lnTo>
                    <a:pt x="1893585" y="4423692"/>
                  </a:lnTo>
                  <a:lnTo>
                    <a:pt x="1893730" y="4423692"/>
                  </a:lnTo>
                  <a:lnTo>
                    <a:pt x="1893876" y="4423692"/>
                  </a:lnTo>
                  <a:lnTo>
                    <a:pt x="1894021" y="4423692"/>
                  </a:lnTo>
                  <a:lnTo>
                    <a:pt x="1894167" y="4423069"/>
                  </a:lnTo>
                  <a:lnTo>
                    <a:pt x="1894312" y="4423069"/>
                  </a:lnTo>
                  <a:lnTo>
                    <a:pt x="1894457" y="4423069"/>
                  </a:lnTo>
                  <a:lnTo>
                    <a:pt x="1894603" y="4423069"/>
                  </a:lnTo>
                  <a:lnTo>
                    <a:pt x="1894748" y="4423069"/>
                  </a:lnTo>
                  <a:lnTo>
                    <a:pt x="1894894" y="4420575"/>
                  </a:lnTo>
                  <a:lnTo>
                    <a:pt x="1895039" y="4420575"/>
                  </a:lnTo>
                  <a:lnTo>
                    <a:pt x="1895185" y="4420575"/>
                  </a:lnTo>
                  <a:lnTo>
                    <a:pt x="1895475" y="4420575"/>
                  </a:lnTo>
                  <a:lnTo>
                    <a:pt x="1895475" y="4419951"/>
                  </a:lnTo>
                  <a:lnTo>
                    <a:pt x="1895766" y="4419951"/>
                  </a:lnTo>
                  <a:lnTo>
                    <a:pt x="1895912" y="4419951"/>
                  </a:lnTo>
                  <a:lnTo>
                    <a:pt x="1896203" y="4419951"/>
                  </a:lnTo>
                  <a:lnTo>
                    <a:pt x="1896348" y="4419951"/>
                  </a:lnTo>
                  <a:lnTo>
                    <a:pt x="1896493" y="4419951"/>
                  </a:lnTo>
                  <a:lnTo>
                    <a:pt x="1896639" y="4419951"/>
                  </a:lnTo>
                  <a:lnTo>
                    <a:pt x="1897366" y="4419951"/>
                  </a:lnTo>
                  <a:lnTo>
                    <a:pt x="1897511" y="4419951"/>
                  </a:lnTo>
                  <a:lnTo>
                    <a:pt x="1897802" y="4419951"/>
                  </a:lnTo>
                  <a:lnTo>
                    <a:pt x="1897948" y="4419951"/>
                  </a:lnTo>
                  <a:lnTo>
                    <a:pt x="1898238" y="4419951"/>
                  </a:lnTo>
                  <a:lnTo>
                    <a:pt x="1898529" y="4419951"/>
                  </a:lnTo>
                  <a:lnTo>
                    <a:pt x="1898675" y="4419951"/>
                  </a:lnTo>
                  <a:lnTo>
                    <a:pt x="1898966" y="4419951"/>
                  </a:lnTo>
                  <a:lnTo>
                    <a:pt x="1899111" y="4419951"/>
                  </a:lnTo>
                  <a:lnTo>
                    <a:pt x="1899256" y="4419951"/>
                  </a:lnTo>
                  <a:lnTo>
                    <a:pt x="1899402" y="4419951"/>
                  </a:lnTo>
                  <a:lnTo>
                    <a:pt x="1899693" y="4419951"/>
                  </a:lnTo>
                  <a:lnTo>
                    <a:pt x="1900129" y="4419951"/>
                  </a:lnTo>
                  <a:lnTo>
                    <a:pt x="1900274" y="4419951"/>
                  </a:lnTo>
                  <a:lnTo>
                    <a:pt x="1900711" y="4419327"/>
                  </a:lnTo>
                  <a:lnTo>
                    <a:pt x="1901147" y="4419327"/>
                  </a:lnTo>
                  <a:lnTo>
                    <a:pt x="1901147" y="4418704"/>
                  </a:lnTo>
                  <a:lnTo>
                    <a:pt x="1901292" y="4418704"/>
                  </a:lnTo>
                  <a:lnTo>
                    <a:pt x="1901438" y="4418704"/>
                  </a:lnTo>
                  <a:lnTo>
                    <a:pt x="1901583" y="4418704"/>
                  </a:lnTo>
                  <a:lnTo>
                    <a:pt x="1901729" y="4418704"/>
                  </a:lnTo>
                  <a:lnTo>
                    <a:pt x="1901874" y="4418080"/>
                  </a:lnTo>
                  <a:lnTo>
                    <a:pt x="1902020" y="4418080"/>
                  </a:lnTo>
                  <a:lnTo>
                    <a:pt x="1902165" y="4418080"/>
                  </a:lnTo>
                  <a:lnTo>
                    <a:pt x="1902165" y="4417457"/>
                  </a:lnTo>
                  <a:lnTo>
                    <a:pt x="1902310" y="4416833"/>
                  </a:lnTo>
                  <a:lnTo>
                    <a:pt x="1902456" y="4416833"/>
                  </a:lnTo>
                  <a:lnTo>
                    <a:pt x="1902892" y="4416833"/>
                  </a:lnTo>
                  <a:lnTo>
                    <a:pt x="1903765" y="4415586"/>
                  </a:lnTo>
                  <a:lnTo>
                    <a:pt x="1903910" y="4415586"/>
                  </a:lnTo>
                  <a:lnTo>
                    <a:pt x="1904201" y="4415586"/>
                  </a:lnTo>
                  <a:lnTo>
                    <a:pt x="1904346" y="4415586"/>
                  </a:lnTo>
                  <a:lnTo>
                    <a:pt x="1904492" y="4415586"/>
                  </a:lnTo>
                  <a:lnTo>
                    <a:pt x="1904492" y="4414962"/>
                  </a:lnTo>
                  <a:lnTo>
                    <a:pt x="1904637" y="4414962"/>
                  </a:lnTo>
                  <a:lnTo>
                    <a:pt x="1904783" y="4414962"/>
                  </a:lnTo>
                  <a:lnTo>
                    <a:pt x="1905219" y="4414962"/>
                  </a:lnTo>
                  <a:lnTo>
                    <a:pt x="1906528" y="4413715"/>
                  </a:lnTo>
                  <a:lnTo>
                    <a:pt x="1906673" y="4413715"/>
                  </a:lnTo>
                  <a:lnTo>
                    <a:pt x="1906673" y="4413092"/>
                  </a:lnTo>
                  <a:lnTo>
                    <a:pt x="1906819" y="4413092"/>
                  </a:lnTo>
                  <a:lnTo>
                    <a:pt x="1906964" y="4412468"/>
                  </a:lnTo>
                  <a:lnTo>
                    <a:pt x="1907109" y="4412468"/>
                  </a:lnTo>
                  <a:lnTo>
                    <a:pt x="1907109" y="4411844"/>
                  </a:lnTo>
                  <a:lnTo>
                    <a:pt x="1907400" y="4411844"/>
                  </a:lnTo>
                  <a:lnTo>
                    <a:pt x="1907400" y="4411221"/>
                  </a:lnTo>
                  <a:lnTo>
                    <a:pt x="1907546" y="4411221"/>
                  </a:lnTo>
                  <a:lnTo>
                    <a:pt x="1907691" y="4411221"/>
                  </a:lnTo>
                  <a:lnTo>
                    <a:pt x="1907837" y="4411221"/>
                  </a:lnTo>
                  <a:lnTo>
                    <a:pt x="1907837" y="4410597"/>
                  </a:lnTo>
                  <a:lnTo>
                    <a:pt x="1908273" y="4410597"/>
                  </a:lnTo>
                  <a:lnTo>
                    <a:pt x="1908418" y="4409350"/>
                  </a:lnTo>
                  <a:lnTo>
                    <a:pt x="1908855" y="4409350"/>
                  </a:lnTo>
                  <a:lnTo>
                    <a:pt x="1909145" y="4409350"/>
                  </a:lnTo>
                  <a:lnTo>
                    <a:pt x="1909145" y="4408726"/>
                  </a:lnTo>
                  <a:lnTo>
                    <a:pt x="1909291" y="4408726"/>
                  </a:lnTo>
                  <a:lnTo>
                    <a:pt x="1909436" y="4408726"/>
                  </a:lnTo>
                  <a:lnTo>
                    <a:pt x="1909727" y="4408726"/>
                  </a:lnTo>
                  <a:lnTo>
                    <a:pt x="1909873" y="4408726"/>
                  </a:lnTo>
                  <a:lnTo>
                    <a:pt x="1910309" y="4408726"/>
                  </a:lnTo>
                  <a:lnTo>
                    <a:pt x="1910309" y="4408103"/>
                  </a:lnTo>
                  <a:lnTo>
                    <a:pt x="1910600" y="4408103"/>
                  </a:lnTo>
                  <a:lnTo>
                    <a:pt x="1910745" y="4408103"/>
                  </a:lnTo>
                  <a:lnTo>
                    <a:pt x="1911181" y="4407479"/>
                  </a:lnTo>
                  <a:lnTo>
                    <a:pt x="1911327" y="4407479"/>
                  </a:lnTo>
                  <a:lnTo>
                    <a:pt x="1911618" y="4407479"/>
                  </a:lnTo>
                  <a:lnTo>
                    <a:pt x="1911763" y="4407479"/>
                  </a:lnTo>
                  <a:lnTo>
                    <a:pt x="1912054" y="4407479"/>
                  </a:lnTo>
                  <a:lnTo>
                    <a:pt x="1912199" y="4407479"/>
                  </a:lnTo>
                  <a:lnTo>
                    <a:pt x="1912345" y="4407479"/>
                  </a:lnTo>
                  <a:lnTo>
                    <a:pt x="1912636" y="4406856"/>
                  </a:lnTo>
                  <a:lnTo>
                    <a:pt x="1912781" y="4406856"/>
                  </a:lnTo>
                  <a:lnTo>
                    <a:pt x="1912926" y="4406856"/>
                  </a:lnTo>
                  <a:lnTo>
                    <a:pt x="1913072" y="4406856"/>
                  </a:lnTo>
                  <a:lnTo>
                    <a:pt x="1913217" y="4406856"/>
                  </a:lnTo>
                  <a:lnTo>
                    <a:pt x="1913508" y="4406856"/>
                  </a:lnTo>
                  <a:lnTo>
                    <a:pt x="1913508" y="4406232"/>
                  </a:lnTo>
                  <a:lnTo>
                    <a:pt x="1913799" y="4406232"/>
                  </a:lnTo>
                  <a:lnTo>
                    <a:pt x="1913944" y="4406232"/>
                  </a:lnTo>
                  <a:lnTo>
                    <a:pt x="1913944" y="4405609"/>
                  </a:lnTo>
                  <a:lnTo>
                    <a:pt x="1914235" y="4405609"/>
                  </a:lnTo>
                  <a:lnTo>
                    <a:pt x="1914526" y="4405609"/>
                  </a:lnTo>
                  <a:lnTo>
                    <a:pt x="1914672" y="4405609"/>
                  </a:lnTo>
                  <a:lnTo>
                    <a:pt x="1914817" y="4405609"/>
                  </a:lnTo>
                  <a:lnTo>
                    <a:pt x="1914962" y="4405609"/>
                  </a:lnTo>
                  <a:lnTo>
                    <a:pt x="1915108" y="4405609"/>
                  </a:lnTo>
                  <a:lnTo>
                    <a:pt x="1915253" y="4405609"/>
                  </a:lnTo>
                  <a:lnTo>
                    <a:pt x="1915399" y="4405609"/>
                  </a:lnTo>
                  <a:lnTo>
                    <a:pt x="1915690" y="4405609"/>
                  </a:lnTo>
                  <a:lnTo>
                    <a:pt x="1915835" y="4405609"/>
                  </a:lnTo>
                  <a:lnTo>
                    <a:pt x="1915980" y="4405609"/>
                  </a:lnTo>
                  <a:lnTo>
                    <a:pt x="1916271" y="4404361"/>
                  </a:lnTo>
                  <a:lnTo>
                    <a:pt x="1916417" y="4404361"/>
                  </a:lnTo>
                  <a:lnTo>
                    <a:pt x="1917144" y="4404361"/>
                  </a:lnTo>
                  <a:lnTo>
                    <a:pt x="1917289" y="4404361"/>
                  </a:lnTo>
                  <a:lnTo>
                    <a:pt x="1917580" y="4404361"/>
                  </a:lnTo>
                  <a:lnTo>
                    <a:pt x="1918162" y="4404361"/>
                  </a:lnTo>
                  <a:lnTo>
                    <a:pt x="1918598" y="4404361"/>
                  </a:lnTo>
                  <a:lnTo>
                    <a:pt x="1918743" y="4404361"/>
                  </a:lnTo>
                  <a:lnTo>
                    <a:pt x="1919034" y="4403738"/>
                  </a:lnTo>
                  <a:lnTo>
                    <a:pt x="1919180" y="4403738"/>
                  </a:lnTo>
                  <a:lnTo>
                    <a:pt x="1919471" y="4403738"/>
                  </a:lnTo>
                  <a:lnTo>
                    <a:pt x="1919761" y="4403738"/>
                  </a:lnTo>
                  <a:lnTo>
                    <a:pt x="1920052" y="4403738"/>
                  </a:lnTo>
                  <a:lnTo>
                    <a:pt x="1920198" y="4403114"/>
                  </a:lnTo>
                  <a:lnTo>
                    <a:pt x="1920343" y="4402491"/>
                  </a:lnTo>
                  <a:lnTo>
                    <a:pt x="1920489" y="4402491"/>
                  </a:lnTo>
                  <a:lnTo>
                    <a:pt x="1920634" y="4402491"/>
                  </a:lnTo>
                  <a:lnTo>
                    <a:pt x="1920779" y="4402491"/>
                  </a:lnTo>
                  <a:lnTo>
                    <a:pt x="1921216" y="4402491"/>
                  </a:lnTo>
                  <a:lnTo>
                    <a:pt x="1921652" y="4401867"/>
                  </a:lnTo>
                  <a:lnTo>
                    <a:pt x="1921943" y="4401867"/>
                  </a:lnTo>
                  <a:lnTo>
                    <a:pt x="1922088" y="4401867"/>
                  </a:lnTo>
                  <a:lnTo>
                    <a:pt x="1922234" y="4401867"/>
                  </a:lnTo>
                  <a:lnTo>
                    <a:pt x="1922379" y="4401867"/>
                  </a:lnTo>
                  <a:lnTo>
                    <a:pt x="1922525" y="4401867"/>
                  </a:lnTo>
                  <a:lnTo>
                    <a:pt x="1922670" y="4401867"/>
                  </a:lnTo>
                  <a:lnTo>
                    <a:pt x="1922815" y="4401867"/>
                  </a:lnTo>
                  <a:lnTo>
                    <a:pt x="1922961" y="4401867"/>
                  </a:lnTo>
                  <a:lnTo>
                    <a:pt x="1923106" y="4401867"/>
                  </a:lnTo>
                  <a:lnTo>
                    <a:pt x="1923252" y="4401867"/>
                  </a:lnTo>
                  <a:lnTo>
                    <a:pt x="1923688" y="4401867"/>
                  </a:lnTo>
                  <a:lnTo>
                    <a:pt x="1924270" y="4401867"/>
                  </a:lnTo>
                  <a:lnTo>
                    <a:pt x="1924415" y="4401867"/>
                  </a:lnTo>
                  <a:lnTo>
                    <a:pt x="1924560" y="4401867"/>
                  </a:lnTo>
                  <a:lnTo>
                    <a:pt x="1924997" y="4401244"/>
                  </a:lnTo>
                  <a:lnTo>
                    <a:pt x="1925142" y="4399373"/>
                  </a:lnTo>
                  <a:lnTo>
                    <a:pt x="1925288" y="4399373"/>
                  </a:lnTo>
                  <a:lnTo>
                    <a:pt x="1925724" y="4399373"/>
                  </a:lnTo>
                  <a:lnTo>
                    <a:pt x="1926015" y="4399373"/>
                  </a:lnTo>
                  <a:lnTo>
                    <a:pt x="1926160" y="4399373"/>
                  </a:lnTo>
                  <a:lnTo>
                    <a:pt x="1926306" y="4399373"/>
                  </a:lnTo>
                  <a:lnTo>
                    <a:pt x="1926451" y="4399373"/>
                  </a:lnTo>
                  <a:lnTo>
                    <a:pt x="1926742" y="4399373"/>
                  </a:lnTo>
                  <a:lnTo>
                    <a:pt x="1927033" y="4399373"/>
                  </a:lnTo>
                  <a:lnTo>
                    <a:pt x="1927178" y="4399373"/>
                  </a:lnTo>
                  <a:lnTo>
                    <a:pt x="1927324" y="4399373"/>
                  </a:lnTo>
                  <a:lnTo>
                    <a:pt x="1928342" y="4398749"/>
                  </a:lnTo>
                  <a:lnTo>
                    <a:pt x="1928342" y="4398126"/>
                  </a:lnTo>
                  <a:lnTo>
                    <a:pt x="1928487" y="4398126"/>
                  </a:lnTo>
                  <a:lnTo>
                    <a:pt x="1928632" y="4398126"/>
                  </a:lnTo>
                  <a:lnTo>
                    <a:pt x="1928778" y="4398126"/>
                  </a:lnTo>
                  <a:lnTo>
                    <a:pt x="1929214" y="4398126"/>
                  </a:lnTo>
                  <a:lnTo>
                    <a:pt x="1929360" y="4398126"/>
                  </a:lnTo>
                  <a:lnTo>
                    <a:pt x="1929650" y="4398126"/>
                  </a:lnTo>
                  <a:lnTo>
                    <a:pt x="1929941" y="4398126"/>
                  </a:lnTo>
                  <a:lnTo>
                    <a:pt x="1930087" y="4398126"/>
                  </a:lnTo>
                  <a:lnTo>
                    <a:pt x="1930232" y="4398126"/>
                  </a:lnTo>
                  <a:lnTo>
                    <a:pt x="1930668" y="4398126"/>
                  </a:lnTo>
                  <a:lnTo>
                    <a:pt x="1931832" y="4398126"/>
                  </a:lnTo>
                  <a:lnTo>
                    <a:pt x="1931977" y="4398126"/>
                  </a:lnTo>
                  <a:lnTo>
                    <a:pt x="1932123" y="4397502"/>
                  </a:lnTo>
                  <a:lnTo>
                    <a:pt x="1932123" y="4396878"/>
                  </a:lnTo>
                  <a:lnTo>
                    <a:pt x="1932123" y="4396255"/>
                  </a:lnTo>
                  <a:lnTo>
                    <a:pt x="1932268" y="4396255"/>
                  </a:lnTo>
                  <a:lnTo>
                    <a:pt x="1933286" y="4396255"/>
                  </a:lnTo>
                  <a:lnTo>
                    <a:pt x="1933431" y="4396255"/>
                  </a:lnTo>
                  <a:lnTo>
                    <a:pt x="1933868" y="4395631"/>
                  </a:lnTo>
                  <a:lnTo>
                    <a:pt x="1934013" y="4395008"/>
                  </a:lnTo>
                  <a:lnTo>
                    <a:pt x="1934013" y="4394384"/>
                  </a:lnTo>
                  <a:lnTo>
                    <a:pt x="1934159" y="4394384"/>
                  </a:lnTo>
                  <a:lnTo>
                    <a:pt x="1934449" y="4394384"/>
                  </a:lnTo>
                  <a:lnTo>
                    <a:pt x="1934595" y="4393761"/>
                  </a:lnTo>
                  <a:lnTo>
                    <a:pt x="1934740" y="4393761"/>
                  </a:lnTo>
                  <a:lnTo>
                    <a:pt x="1935177" y="4393761"/>
                  </a:lnTo>
                  <a:lnTo>
                    <a:pt x="1935467" y="4393761"/>
                  </a:lnTo>
                  <a:lnTo>
                    <a:pt x="1935613" y="4393137"/>
                  </a:lnTo>
                  <a:lnTo>
                    <a:pt x="1935758" y="4393137"/>
                  </a:lnTo>
                  <a:lnTo>
                    <a:pt x="1935758" y="4392513"/>
                  </a:lnTo>
                  <a:lnTo>
                    <a:pt x="1935904" y="4392513"/>
                  </a:lnTo>
                  <a:lnTo>
                    <a:pt x="1936195" y="4392513"/>
                  </a:lnTo>
                  <a:lnTo>
                    <a:pt x="1936485" y="4392513"/>
                  </a:lnTo>
                  <a:lnTo>
                    <a:pt x="1936631" y="4392513"/>
                  </a:lnTo>
                  <a:lnTo>
                    <a:pt x="1936631" y="4391266"/>
                  </a:lnTo>
                  <a:lnTo>
                    <a:pt x="1936776" y="4391266"/>
                  </a:lnTo>
                  <a:lnTo>
                    <a:pt x="1937067" y="4391266"/>
                  </a:lnTo>
                  <a:lnTo>
                    <a:pt x="1937213" y="4391266"/>
                  </a:lnTo>
                  <a:lnTo>
                    <a:pt x="1937503" y="4390643"/>
                  </a:lnTo>
                  <a:lnTo>
                    <a:pt x="1937649" y="4390019"/>
                  </a:lnTo>
                  <a:lnTo>
                    <a:pt x="1937649" y="4389395"/>
                  </a:lnTo>
                  <a:lnTo>
                    <a:pt x="1938085" y="4389395"/>
                  </a:lnTo>
                  <a:lnTo>
                    <a:pt x="1938230" y="4389395"/>
                  </a:lnTo>
                  <a:lnTo>
                    <a:pt x="1938521" y="4389395"/>
                  </a:lnTo>
                  <a:lnTo>
                    <a:pt x="1938667" y="4389395"/>
                  </a:lnTo>
                  <a:lnTo>
                    <a:pt x="1938958" y="4388772"/>
                  </a:lnTo>
                  <a:lnTo>
                    <a:pt x="1939394" y="4388772"/>
                  </a:lnTo>
                  <a:lnTo>
                    <a:pt x="1939685" y="4388772"/>
                  </a:lnTo>
                  <a:lnTo>
                    <a:pt x="1939976" y="4388772"/>
                  </a:lnTo>
                  <a:lnTo>
                    <a:pt x="1940994" y="4388148"/>
                  </a:lnTo>
                  <a:lnTo>
                    <a:pt x="1941284" y="4387525"/>
                  </a:lnTo>
                  <a:lnTo>
                    <a:pt x="1941284" y="4386278"/>
                  </a:lnTo>
                  <a:lnTo>
                    <a:pt x="1941430" y="4386278"/>
                  </a:lnTo>
                  <a:lnTo>
                    <a:pt x="1941575" y="4386278"/>
                  </a:lnTo>
                  <a:lnTo>
                    <a:pt x="1941721" y="4386278"/>
                  </a:lnTo>
                  <a:lnTo>
                    <a:pt x="1941866" y="4386278"/>
                  </a:lnTo>
                  <a:lnTo>
                    <a:pt x="1942012" y="4385654"/>
                  </a:lnTo>
                  <a:lnTo>
                    <a:pt x="1942448" y="4385654"/>
                  </a:lnTo>
                  <a:lnTo>
                    <a:pt x="1942593" y="4385654"/>
                  </a:lnTo>
                  <a:lnTo>
                    <a:pt x="1942739" y="4385654"/>
                  </a:lnTo>
                  <a:lnTo>
                    <a:pt x="1942884" y="4385654"/>
                  </a:lnTo>
                  <a:lnTo>
                    <a:pt x="1943030" y="4385654"/>
                  </a:lnTo>
                  <a:lnTo>
                    <a:pt x="1943175" y="4385654"/>
                  </a:lnTo>
                  <a:lnTo>
                    <a:pt x="1943320" y="4385654"/>
                  </a:lnTo>
                  <a:lnTo>
                    <a:pt x="1943466" y="4385654"/>
                  </a:lnTo>
                  <a:lnTo>
                    <a:pt x="1943611" y="4385654"/>
                  </a:lnTo>
                  <a:lnTo>
                    <a:pt x="1943902" y="4385654"/>
                  </a:lnTo>
                  <a:lnTo>
                    <a:pt x="1944048" y="4385654"/>
                  </a:lnTo>
                  <a:lnTo>
                    <a:pt x="1944193" y="4385654"/>
                  </a:lnTo>
                  <a:lnTo>
                    <a:pt x="1944338" y="4385654"/>
                  </a:lnTo>
                  <a:lnTo>
                    <a:pt x="1944629" y="4385654"/>
                  </a:lnTo>
                  <a:lnTo>
                    <a:pt x="1944920" y="4385654"/>
                  </a:lnTo>
                  <a:lnTo>
                    <a:pt x="1945065" y="4385654"/>
                  </a:lnTo>
                  <a:lnTo>
                    <a:pt x="1945356" y="4385654"/>
                  </a:lnTo>
                  <a:lnTo>
                    <a:pt x="1945502" y="4385654"/>
                  </a:lnTo>
                  <a:lnTo>
                    <a:pt x="1945793" y="4385654"/>
                  </a:lnTo>
                  <a:lnTo>
                    <a:pt x="1948701" y="4383783"/>
                  </a:lnTo>
                  <a:lnTo>
                    <a:pt x="1948847" y="4383783"/>
                  </a:lnTo>
                  <a:lnTo>
                    <a:pt x="1949137" y="4383783"/>
                  </a:lnTo>
                  <a:lnTo>
                    <a:pt x="1949865" y="4383783"/>
                  </a:lnTo>
                  <a:lnTo>
                    <a:pt x="1950592" y="4383160"/>
                  </a:lnTo>
                  <a:lnTo>
                    <a:pt x="1951028" y="4383160"/>
                  </a:lnTo>
                  <a:lnTo>
                    <a:pt x="1951464" y="4383160"/>
                  </a:lnTo>
                  <a:lnTo>
                    <a:pt x="1951610" y="4383160"/>
                  </a:lnTo>
                  <a:lnTo>
                    <a:pt x="1951755" y="4383160"/>
                  </a:lnTo>
                  <a:lnTo>
                    <a:pt x="1951900" y="4383160"/>
                  </a:lnTo>
                  <a:lnTo>
                    <a:pt x="1952337" y="4383160"/>
                  </a:lnTo>
                  <a:lnTo>
                    <a:pt x="1952482" y="4383160"/>
                  </a:lnTo>
                  <a:lnTo>
                    <a:pt x="1952628" y="4383160"/>
                  </a:lnTo>
                  <a:lnTo>
                    <a:pt x="1952773" y="4383160"/>
                  </a:lnTo>
                  <a:lnTo>
                    <a:pt x="1952918" y="4383160"/>
                  </a:lnTo>
                  <a:lnTo>
                    <a:pt x="1952918" y="4382536"/>
                  </a:lnTo>
                  <a:lnTo>
                    <a:pt x="1953064" y="4382536"/>
                  </a:lnTo>
                  <a:lnTo>
                    <a:pt x="1953209" y="4382536"/>
                  </a:lnTo>
                  <a:lnTo>
                    <a:pt x="1953500" y="4382536"/>
                  </a:lnTo>
                  <a:lnTo>
                    <a:pt x="1953646" y="4382536"/>
                  </a:lnTo>
                  <a:lnTo>
                    <a:pt x="1954373" y="4381912"/>
                  </a:lnTo>
                  <a:lnTo>
                    <a:pt x="1954373" y="4381289"/>
                  </a:lnTo>
                  <a:lnTo>
                    <a:pt x="1954373" y="4380665"/>
                  </a:lnTo>
                  <a:lnTo>
                    <a:pt x="1954518" y="4380042"/>
                  </a:lnTo>
                  <a:lnTo>
                    <a:pt x="1954664" y="4378795"/>
                  </a:lnTo>
                  <a:lnTo>
                    <a:pt x="1954809" y="4378795"/>
                  </a:lnTo>
                  <a:lnTo>
                    <a:pt x="1954809" y="4378171"/>
                  </a:lnTo>
                  <a:lnTo>
                    <a:pt x="1954809" y="4377547"/>
                  </a:lnTo>
                  <a:lnTo>
                    <a:pt x="1954954" y="4377547"/>
                  </a:lnTo>
                  <a:lnTo>
                    <a:pt x="1955391" y="4377547"/>
                  </a:lnTo>
                  <a:lnTo>
                    <a:pt x="1955536" y="4377547"/>
                  </a:lnTo>
                  <a:lnTo>
                    <a:pt x="1955682" y="4377547"/>
                  </a:lnTo>
                  <a:lnTo>
                    <a:pt x="1955827" y="4377547"/>
                  </a:lnTo>
                  <a:lnTo>
                    <a:pt x="1955972" y="4377547"/>
                  </a:lnTo>
                  <a:lnTo>
                    <a:pt x="1956118" y="4377547"/>
                  </a:lnTo>
                  <a:lnTo>
                    <a:pt x="1956263" y="4377547"/>
                  </a:lnTo>
                  <a:lnTo>
                    <a:pt x="1956409" y="4377547"/>
                  </a:lnTo>
                  <a:lnTo>
                    <a:pt x="1956554" y="4377547"/>
                  </a:lnTo>
                  <a:lnTo>
                    <a:pt x="1956554" y="4376924"/>
                  </a:lnTo>
                  <a:lnTo>
                    <a:pt x="1956700" y="4376924"/>
                  </a:lnTo>
                  <a:lnTo>
                    <a:pt x="1956990" y="4376924"/>
                  </a:lnTo>
                  <a:lnTo>
                    <a:pt x="1956990" y="4376300"/>
                  </a:lnTo>
                  <a:lnTo>
                    <a:pt x="1957136" y="4376300"/>
                  </a:lnTo>
                  <a:lnTo>
                    <a:pt x="1957281" y="4376300"/>
                  </a:lnTo>
                  <a:lnTo>
                    <a:pt x="1957863" y="4376300"/>
                  </a:lnTo>
                  <a:lnTo>
                    <a:pt x="1958008" y="4376300"/>
                  </a:lnTo>
                  <a:lnTo>
                    <a:pt x="1958154" y="4376300"/>
                  </a:lnTo>
                  <a:lnTo>
                    <a:pt x="1958445" y="4376300"/>
                  </a:lnTo>
                  <a:lnTo>
                    <a:pt x="1958445" y="4375677"/>
                  </a:lnTo>
                  <a:lnTo>
                    <a:pt x="1958590" y="4375677"/>
                  </a:lnTo>
                  <a:lnTo>
                    <a:pt x="1958881" y="4375677"/>
                  </a:lnTo>
                  <a:lnTo>
                    <a:pt x="1959317" y="4375053"/>
                  </a:lnTo>
                  <a:lnTo>
                    <a:pt x="1959753" y="4375053"/>
                  </a:lnTo>
                  <a:lnTo>
                    <a:pt x="1959899" y="4373806"/>
                  </a:lnTo>
                  <a:lnTo>
                    <a:pt x="1960190" y="4373806"/>
                  </a:lnTo>
                  <a:lnTo>
                    <a:pt x="1960335" y="4373806"/>
                  </a:lnTo>
                  <a:lnTo>
                    <a:pt x="1960771" y="4373182"/>
                  </a:lnTo>
                  <a:lnTo>
                    <a:pt x="1961062" y="4373182"/>
                  </a:lnTo>
                  <a:lnTo>
                    <a:pt x="1961208" y="4373182"/>
                  </a:lnTo>
                  <a:lnTo>
                    <a:pt x="1961353" y="4373182"/>
                  </a:lnTo>
                  <a:lnTo>
                    <a:pt x="1961499" y="4373182"/>
                  </a:lnTo>
                  <a:lnTo>
                    <a:pt x="1961644" y="4372559"/>
                  </a:lnTo>
                  <a:lnTo>
                    <a:pt x="1961789" y="4372559"/>
                  </a:lnTo>
                  <a:lnTo>
                    <a:pt x="1961935" y="4372559"/>
                  </a:lnTo>
                  <a:lnTo>
                    <a:pt x="1962226" y="4372559"/>
                  </a:lnTo>
                  <a:lnTo>
                    <a:pt x="1962662" y="4371935"/>
                  </a:lnTo>
                  <a:lnTo>
                    <a:pt x="1962953" y="4371935"/>
                  </a:lnTo>
                  <a:lnTo>
                    <a:pt x="1963098" y="4371935"/>
                  </a:lnTo>
                  <a:lnTo>
                    <a:pt x="1963244" y="4371935"/>
                  </a:lnTo>
                  <a:lnTo>
                    <a:pt x="1963389" y="4371935"/>
                  </a:lnTo>
                  <a:lnTo>
                    <a:pt x="1963680" y="4371935"/>
                  </a:lnTo>
                  <a:lnTo>
                    <a:pt x="1963971" y="4371312"/>
                  </a:lnTo>
                  <a:lnTo>
                    <a:pt x="1964262" y="4370688"/>
                  </a:lnTo>
                  <a:lnTo>
                    <a:pt x="1964553" y="4370688"/>
                  </a:lnTo>
                  <a:lnTo>
                    <a:pt x="1964553" y="4369441"/>
                  </a:lnTo>
                  <a:lnTo>
                    <a:pt x="1964989" y="4368817"/>
                  </a:lnTo>
                  <a:lnTo>
                    <a:pt x="1965134" y="4368817"/>
                  </a:lnTo>
                  <a:lnTo>
                    <a:pt x="1965280" y="4368817"/>
                  </a:lnTo>
                  <a:lnTo>
                    <a:pt x="1965716" y="4368194"/>
                  </a:lnTo>
                  <a:lnTo>
                    <a:pt x="1966007" y="4368194"/>
                  </a:lnTo>
                  <a:lnTo>
                    <a:pt x="1966007" y="4367570"/>
                  </a:lnTo>
                  <a:lnTo>
                    <a:pt x="1966298" y="4367570"/>
                  </a:lnTo>
                  <a:lnTo>
                    <a:pt x="1966443" y="4367570"/>
                  </a:lnTo>
                  <a:lnTo>
                    <a:pt x="1966879" y="4367570"/>
                  </a:lnTo>
                  <a:lnTo>
                    <a:pt x="1967316" y="4367570"/>
                  </a:lnTo>
                  <a:lnTo>
                    <a:pt x="1967461" y="4367570"/>
                  </a:lnTo>
                  <a:lnTo>
                    <a:pt x="1967606" y="4367570"/>
                  </a:lnTo>
                  <a:lnTo>
                    <a:pt x="1967752" y="4367570"/>
                  </a:lnTo>
                  <a:lnTo>
                    <a:pt x="1967897" y="4366946"/>
                  </a:lnTo>
                  <a:lnTo>
                    <a:pt x="1968188" y="4366946"/>
                  </a:lnTo>
                  <a:lnTo>
                    <a:pt x="1968334" y="4366946"/>
                  </a:lnTo>
                  <a:lnTo>
                    <a:pt x="1968479" y="4366946"/>
                  </a:lnTo>
                  <a:lnTo>
                    <a:pt x="1968624" y="4366946"/>
                  </a:lnTo>
                  <a:lnTo>
                    <a:pt x="1968915" y="4366946"/>
                  </a:lnTo>
                  <a:lnTo>
                    <a:pt x="1969352" y="4366946"/>
                  </a:lnTo>
                  <a:lnTo>
                    <a:pt x="1969788" y="4366946"/>
                  </a:lnTo>
                  <a:lnTo>
                    <a:pt x="1969788" y="4366323"/>
                  </a:lnTo>
                  <a:lnTo>
                    <a:pt x="1969933" y="4365699"/>
                  </a:lnTo>
                  <a:lnTo>
                    <a:pt x="1970370" y="4365699"/>
                  </a:lnTo>
                  <a:lnTo>
                    <a:pt x="1970515" y="4365699"/>
                  </a:lnTo>
                  <a:lnTo>
                    <a:pt x="1970951" y="4365699"/>
                  </a:lnTo>
                  <a:lnTo>
                    <a:pt x="1971097" y="4365699"/>
                  </a:lnTo>
                  <a:lnTo>
                    <a:pt x="1971388" y="4365699"/>
                  </a:lnTo>
                  <a:lnTo>
                    <a:pt x="1971678" y="4365076"/>
                  </a:lnTo>
                  <a:lnTo>
                    <a:pt x="1973278" y="4363205"/>
                  </a:lnTo>
                  <a:lnTo>
                    <a:pt x="1973423" y="4363205"/>
                  </a:lnTo>
                  <a:lnTo>
                    <a:pt x="1973714" y="4363205"/>
                  </a:lnTo>
                  <a:lnTo>
                    <a:pt x="1973860" y="4363205"/>
                  </a:lnTo>
                  <a:lnTo>
                    <a:pt x="1973860" y="4362581"/>
                  </a:lnTo>
                  <a:lnTo>
                    <a:pt x="1974005" y="4362581"/>
                  </a:lnTo>
                  <a:lnTo>
                    <a:pt x="1974296" y="4362581"/>
                  </a:lnTo>
                  <a:lnTo>
                    <a:pt x="1974587" y="4361958"/>
                  </a:lnTo>
                  <a:lnTo>
                    <a:pt x="1974732" y="4361958"/>
                  </a:lnTo>
                  <a:lnTo>
                    <a:pt x="1974878" y="4361958"/>
                  </a:lnTo>
                  <a:lnTo>
                    <a:pt x="1975023" y="4361334"/>
                  </a:lnTo>
                  <a:lnTo>
                    <a:pt x="1975023" y="4360711"/>
                  </a:lnTo>
                  <a:lnTo>
                    <a:pt x="1975169" y="4360711"/>
                  </a:lnTo>
                  <a:lnTo>
                    <a:pt x="1975750" y="4360711"/>
                  </a:lnTo>
                  <a:lnTo>
                    <a:pt x="1975896" y="4360087"/>
                  </a:lnTo>
                  <a:lnTo>
                    <a:pt x="1976041" y="4360087"/>
                  </a:lnTo>
                  <a:lnTo>
                    <a:pt x="1976041" y="4359463"/>
                  </a:lnTo>
                  <a:lnTo>
                    <a:pt x="1976187" y="4359463"/>
                  </a:lnTo>
                  <a:lnTo>
                    <a:pt x="1976623" y="4358840"/>
                  </a:lnTo>
                  <a:lnTo>
                    <a:pt x="1976768" y="4358840"/>
                  </a:lnTo>
                  <a:lnTo>
                    <a:pt x="1976914" y="4358840"/>
                  </a:lnTo>
                  <a:lnTo>
                    <a:pt x="1978077" y="4358216"/>
                  </a:lnTo>
                  <a:lnTo>
                    <a:pt x="1978223" y="4358216"/>
                  </a:lnTo>
                  <a:lnTo>
                    <a:pt x="1978368" y="4358216"/>
                  </a:lnTo>
                  <a:lnTo>
                    <a:pt x="1978368" y="4357593"/>
                  </a:lnTo>
                  <a:lnTo>
                    <a:pt x="1978804" y="4356969"/>
                  </a:lnTo>
                  <a:lnTo>
                    <a:pt x="1979095" y="4356969"/>
                  </a:lnTo>
                  <a:lnTo>
                    <a:pt x="1979240" y="4356969"/>
                  </a:lnTo>
                  <a:lnTo>
                    <a:pt x="1979531" y="4356969"/>
                  </a:lnTo>
                  <a:lnTo>
                    <a:pt x="1979677" y="4356969"/>
                  </a:lnTo>
                  <a:lnTo>
                    <a:pt x="1980113" y="4356969"/>
                  </a:lnTo>
                  <a:lnTo>
                    <a:pt x="1980404" y="4356969"/>
                  </a:lnTo>
                  <a:lnTo>
                    <a:pt x="1980404" y="4356346"/>
                  </a:lnTo>
                  <a:lnTo>
                    <a:pt x="1980695" y="4356346"/>
                  </a:lnTo>
                  <a:lnTo>
                    <a:pt x="1980840" y="4356346"/>
                  </a:lnTo>
                  <a:lnTo>
                    <a:pt x="1981131" y="4355722"/>
                  </a:lnTo>
                  <a:lnTo>
                    <a:pt x="1981131" y="4355098"/>
                  </a:lnTo>
                  <a:lnTo>
                    <a:pt x="1981131" y="4354475"/>
                  </a:lnTo>
                  <a:lnTo>
                    <a:pt x="1981276" y="4353851"/>
                  </a:lnTo>
                  <a:lnTo>
                    <a:pt x="1981422" y="4353851"/>
                  </a:lnTo>
                  <a:lnTo>
                    <a:pt x="1981567" y="4353851"/>
                  </a:lnTo>
                  <a:lnTo>
                    <a:pt x="1981713" y="4353851"/>
                  </a:lnTo>
                  <a:lnTo>
                    <a:pt x="1982004" y="4353851"/>
                  </a:lnTo>
                  <a:lnTo>
                    <a:pt x="1982440" y="4353851"/>
                  </a:lnTo>
                  <a:lnTo>
                    <a:pt x="1982440" y="4353228"/>
                  </a:lnTo>
                  <a:lnTo>
                    <a:pt x="1982731" y="4353228"/>
                  </a:lnTo>
                  <a:lnTo>
                    <a:pt x="1982876" y="4353228"/>
                  </a:lnTo>
                  <a:lnTo>
                    <a:pt x="1983167" y="4353228"/>
                  </a:lnTo>
                  <a:lnTo>
                    <a:pt x="1983312" y="4351357"/>
                  </a:lnTo>
                  <a:lnTo>
                    <a:pt x="1983458" y="4351357"/>
                  </a:lnTo>
                  <a:lnTo>
                    <a:pt x="1983603" y="4351357"/>
                  </a:lnTo>
                  <a:lnTo>
                    <a:pt x="1983749" y="4351357"/>
                  </a:lnTo>
                  <a:lnTo>
                    <a:pt x="1984040" y="4350733"/>
                  </a:lnTo>
                  <a:lnTo>
                    <a:pt x="1984185" y="4350733"/>
                  </a:lnTo>
                  <a:lnTo>
                    <a:pt x="1984185" y="4350110"/>
                  </a:lnTo>
                  <a:lnTo>
                    <a:pt x="1984330" y="4350110"/>
                  </a:lnTo>
                  <a:lnTo>
                    <a:pt x="1984476" y="4348863"/>
                  </a:lnTo>
                  <a:lnTo>
                    <a:pt x="1984767" y="4348863"/>
                  </a:lnTo>
                  <a:lnTo>
                    <a:pt x="1985348" y="4348863"/>
                  </a:lnTo>
                  <a:lnTo>
                    <a:pt x="1985348" y="4348239"/>
                  </a:lnTo>
                  <a:lnTo>
                    <a:pt x="1985639" y="4348239"/>
                  </a:lnTo>
                  <a:lnTo>
                    <a:pt x="1986075" y="4348239"/>
                  </a:lnTo>
                  <a:lnTo>
                    <a:pt x="1986075" y="4347615"/>
                  </a:lnTo>
                  <a:lnTo>
                    <a:pt x="1986512" y="4346992"/>
                  </a:lnTo>
                  <a:lnTo>
                    <a:pt x="1986948" y="4346992"/>
                  </a:lnTo>
                  <a:lnTo>
                    <a:pt x="1987239" y="4346992"/>
                  </a:lnTo>
                  <a:lnTo>
                    <a:pt x="1987675" y="4346992"/>
                  </a:lnTo>
                  <a:lnTo>
                    <a:pt x="1988111" y="4346992"/>
                  </a:lnTo>
                  <a:lnTo>
                    <a:pt x="1988402" y="4346992"/>
                  </a:lnTo>
                  <a:lnTo>
                    <a:pt x="1988839" y="4346992"/>
                  </a:lnTo>
                  <a:lnTo>
                    <a:pt x="1988984" y="4346992"/>
                  </a:lnTo>
                  <a:lnTo>
                    <a:pt x="1989129" y="4346992"/>
                  </a:lnTo>
                  <a:lnTo>
                    <a:pt x="1989275" y="4346368"/>
                  </a:lnTo>
                  <a:lnTo>
                    <a:pt x="1989566" y="4346368"/>
                  </a:lnTo>
                  <a:lnTo>
                    <a:pt x="1989566" y="4345745"/>
                  </a:lnTo>
                  <a:lnTo>
                    <a:pt x="1989711" y="4345745"/>
                  </a:lnTo>
                  <a:lnTo>
                    <a:pt x="1989857" y="4345745"/>
                  </a:lnTo>
                  <a:lnTo>
                    <a:pt x="1990002" y="4345745"/>
                  </a:lnTo>
                  <a:lnTo>
                    <a:pt x="1990438" y="4345745"/>
                  </a:lnTo>
                  <a:lnTo>
                    <a:pt x="1990729" y="4344498"/>
                  </a:lnTo>
                  <a:lnTo>
                    <a:pt x="1990875" y="4344498"/>
                  </a:lnTo>
                  <a:lnTo>
                    <a:pt x="1991020" y="4343250"/>
                  </a:lnTo>
                  <a:lnTo>
                    <a:pt x="1991165" y="4343250"/>
                  </a:lnTo>
                  <a:lnTo>
                    <a:pt x="1991456" y="4343250"/>
                  </a:lnTo>
                  <a:lnTo>
                    <a:pt x="1991892" y="4343250"/>
                  </a:lnTo>
                  <a:lnTo>
                    <a:pt x="1992474" y="4342003"/>
                  </a:lnTo>
                  <a:lnTo>
                    <a:pt x="1993056" y="4342003"/>
                  </a:lnTo>
                  <a:lnTo>
                    <a:pt x="1993201" y="4341380"/>
                  </a:lnTo>
                  <a:lnTo>
                    <a:pt x="1993347" y="4341380"/>
                  </a:lnTo>
                  <a:lnTo>
                    <a:pt x="1993928" y="4341380"/>
                  </a:lnTo>
                  <a:lnTo>
                    <a:pt x="1994074" y="4341380"/>
                  </a:lnTo>
                  <a:lnTo>
                    <a:pt x="1994074" y="4340756"/>
                  </a:lnTo>
                  <a:lnTo>
                    <a:pt x="1994219" y="4340756"/>
                  </a:lnTo>
                  <a:lnTo>
                    <a:pt x="1994801" y="4340132"/>
                  </a:lnTo>
                  <a:lnTo>
                    <a:pt x="1994946" y="4340132"/>
                  </a:lnTo>
                  <a:lnTo>
                    <a:pt x="1995092" y="4339509"/>
                  </a:lnTo>
                  <a:lnTo>
                    <a:pt x="1995383" y="4339509"/>
                  </a:lnTo>
                  <a:lnTo>
                    <a:pt x="1995674" y="4339509"/>
                  </a:lnTo>
                  <a:lnTo>
                    <a:pt x="1996110" y="4339509"/>
                  </a:lnTo>
                  <a:lnTo>
                    <a:pt x="1996255" y="4339509"/>
                  </a:lnTo>
                  <a:lnTo>
                    <a:pt x="1996401" y="4339509"/>
                  </a:lnTo>
                  <a:lnTo>
                    <a:pt x="1996546" y="4338885"/>
                  </a:lnTo>
                  <a:lnTo>
                    <a:pt x="1996692" y="4338885"/>
                  </a:lnTo>
                  <a:lnTo>
                    <a:pt x="1996837" y="4338885"/>
                  </a:lnTo>
                  <a:lnTo>
                    <a:pt x="1996982" y="4338262"/>
                  </a:lnTo>
                  <a:lnTo>
                    <a:pt x="1997128" y="4338262"/>
                  </a:lnTo>
                  <a:lnTo>
                    <a:pt x="1997128" y="4337638"/>
                  </a:lnTo>
                  <a:lnTo>
                    <a:pt x="1997273" y="4337638"/>
                  </a:lnTo>
                  <a:lnTo>
                    <a:pt x="1997419" y="4337015"/>
                  </a:lnTo>
                  <a:lnTo>
                    <a:pt x="1998000" y="4337015"/>
                  </a:lnTo>
                  <a:lnTo>
                    <a:pt x="1998291" y="4337015"/>
                  </a:lnTo>
                  <a:lnTo>
                    <a:pt x="1998437" y="4337015"/>
                  </a:lnTo>
                  <a:lnTo>
                    <a:pt x="1998437" y="4336391"/>
                  </a:lnTo>
                  <a:lnTo>
                    <a:pt x="1998727" y="4336391"/>
                  </a:lnTo>
                  <a:lnTo>
                    <a:pt x="1999018" y="4336391"/>
                  </a:lnTo>
                  <a:lnTo>
                    <a:pt x="1999455" y="4336391"/>
                  </a:lnTo>
                  <a:lnTo>
                    <a:pt x="1999600" y="4336391"/>
                  </a:lnTo>
                  <a:lnTo>
                    <a:pt x="1999745" y="4336391"/>
                  </a:lnTo>
                  <a:lnTo>
                    <a:pt x="1999891" y="4336391"/>
                  </a:lnTo>
                  <a:lnTo>
                    <a:pt x="2000182" y="4335767"/>
                  </a:lnTo>
                  <a:lnTo>
                    <a:pt x="2001200" y="4335767"/>
                  </a:lnTo>
                  <a:lnTo>
                    <a:pt x="2001491" y="4335144"/>
                  </a:lnTo>
                  <a:lnTo>
                    <a:pt x="2001636" y="4335144"/>
                  </a:lnTo>
                  <a:lnTo>
                    <a:pt x="2001636" y="4334520"/>
                  </a:lnTo>
                  <a:lnTo>
                    <a:pt x="2001927" y="4333897"/>
                  </a:lnTo>
                  <a:lnTo>
                    <a:pt x="2002072" y="4333897"/>
                  </a:lnTo>
                  <a:lnTo>
                    <a:pt x="2002218" y="4333897"/>
                  </a:lnTo>
                  <a:lnTo>
                    <a:pt x="2002363" y="4333897"/>
                  </a:lnTo>
                  <a:lnTo>
                    <a:pt x="2002509" y="4333897"/>
                  </a:lnTo>
                  <a:lnTo>
                    <a:pt x="2002654" y="4333897"/>
                  </a:lnTo>
                  <a:lnTo>
                    <a:pt x="2003090" y="4333897"/>
                  </a:lnTo>
                  <a:lnTo>
                    <a:pt x="2003817" y="4333273"/>
                  </a:lnTo>
                  <a:lnTo>
                    <a:pt x="2003963" y="4333273"/>
                  </a:lnTo>
                  <a:lnTo>
                    <a:pt x="2004108" y="4333273"/>
                  </a:lnTo>
                  <a:lnTo>
                    <a:pt x="2004254" y="4333273"/>
                  </a:lnTo>
                  <a:lnTo>
                    <a:pt x="2005126" y="4332649"/>
                  </a:lnTo>
                  <a:lnTo>
                    <a:pt x="2005272" y="4332026"/>
                  </a:lnTo>
                  <a:lnTo>
                    <a:pt x="2005417" y="4331402"/>
                  </a:lnTo>
                  <a:lnTo>
                    <a:pt x="2005853" y="4331402"/>
                  </a:lnTo>
                  <a:lnTo>
                    <a:pt x="2006290" y="4331402"/>
                  </a:lnTo>
                  <a:lnTo>
                    <a:pt x="2006726" y="4331402"/>
                  </a:lnTo>
                  <a:lnTo>
                    <a:pt x="2006871" y="4331402"/>
                  </a:lnTo>
                  <a:lnTo>
                    <a:pt x="2007308" y="4331402"/>
                  </a:lnTo>
                  <a:lnTo>
                    <a:pt x="2007308" y="4330779"/>
                  </a:lnTo>
                  <a:lnTo>
                    <a:pt x="2007453" y="4330779"/>
                  </a:lnTo>
                  <a:lnTo>
                    <a:pt x="2007598" y="4330779"/>
                  </a:lnTo>
                  <a:lnTo>
                    <a:pt x="2007744" y="4330779"/>
                  </a:lnTo>
                  <a:lnTo>
                    <a:pt x="2008180" y="4330779"/>
                  </a:lnTo>
                  <a:lnTo>
                    <a:pt x="2008471" y="4330155"/>
                  </a:lnTo>
                  <a:lnTo>
                    <a:pt x="2008471" y="4328908"/>
                  </a:lnTo>
                  <a:lnTo>
                    <a:pt x="2008616" y="4328908"/>
                  </a:lnTo>
                  <a:lnTo>
                    <a:pt x="2008762" y="4328908"/>
                  </a:lnTo>
                  <a:lnTo>
                    <a:pt x="2008907" y="4328908"/>
                  </a:lnTo>
                  <a:lnTo>
                    <a:pt x="2009053" y="4328908"/>
                  </a:lnTo>
                  <a:lnTo>
                    <a:pt x="2009634" y="4328284"/>
                  </a:lnTo>
                  <a:lnTo>
                    <a:pt x="2009925" y="4327661"/>
                  </a:lnTo>
                  <a:lnTo>
                    <a:pt x="2010362" y="4327037"/>
                  </a:lnTo>
                  <a:lnTo>
                    <a:pt x="2010507" y="4327037"/>
                  </a:lnTo>
                  <a:lnTo>
                    <a:pt x="2010798" y="4327037"/>
                  </a:lnTo>
                  <a:lnTo>
                    <a:pt x="2010943" y="4326414"/>
                  </a:lnTo>
                  <a:lnTo>
                    <a:pt x="2011234" y="4326414"/>
                  </a:lnTo>
                  <a:lnTo>
                    <a:pt x="2011380" y="4326414"/>
                  </a:lnTo>
                  <a:lnTo>
                    <a:pt x="2011525" y="4326414"/>
                  </a:lnTo>
                  <a:lnTo>
                    <a:pt x="2011670" y="4326414"/>
                  </a:lnTo>
                  <a:lnTo>
                    <a:pt x="2011961" y="4326414"/>
                  </a:lnTo>
                  <a:lnTo>
                    <a:pt x="2012107" y="4326414"/>
                  </a:lnTo>
                  <a:lnTo>
                    <a:pt x="2012397" y="4326414"/>
                  </a:lnTo>
                  <a:lnTo>
                    <a:pt x="2012543" y="4326414"/>
                  </a:lnTo>
                  <a:lnTo>
                    <a:pt x="2012688" y="4326414"/>
                  </a:lnTo>
                  <a:lnTo>
                    <a:pt x="2013415" y="4326414"/>
                  </a:lnTo>
                  <a:lnTo>
                    <a:pt x="2013415" y="4325790"/>
                  </a:lnTo>
                  <a:lnTo>
                    <a:pt x="2013706" y="4324543"/>
                  </a:lnTo>
                  <a:lnTo>
                    <a:pt x="2013997" y="4324543"/>
                  </a:lnTo>
                  <a:lnTo>
                    <a:pt x="2014870" y="4323919"/>
                  </a:lnTo>
                  <a:lnTo>
                    <a:pt x="2015451" y="4323919"/>
                  </a:lnTo>
                  <a:lnTo>
                    <a:pt x="2015451" y="4322672"/>
                  </a:lnTo>
                  <a:lnTo>
                    <a:pt x="2015597" y="4322672"/>
                  </a:lnTo>
                  <a:lnTo>
                    <a:pt x="2015742" y="4322672"/>
                  </a:lnTo>
                  <a:lnTo>
                    <a:pt x="2015888" y="4322672"/>
                  </a:lnTo>
                  <a:lnTo>
                    <a:pt x="2016033" y="4322672"/>
                  </a:lnTo>
                  <a:lnTo>
                    <a:pt x="2016469" y="4322672"/>
                  </a:lnTo>
                  <a:lnTo>
                    <a:pt x="2016615" y="4322672"/>
                  </a:lnTo>
                  <a:lnTo>
                    <a:pt x="2017051" y="4322672"/>
                  </a:lnTo>
                  <a:lnTo>
                    <a:pt x="2017342" y="4322672"/>
                  </a:lnTo>
                  <a:lnTo>
                    <a:pt x="2017487" y="4322672"/>
                  </a:lnTo>
                  <a:lnTo>
                    <a:pt x="2017924" y="4322049"/>
                  </a:lnTo>
                  <a:lnTo>
                    <a:pt x="2018069" y="4322049"/>
                  </a:lnTo>
                  <a:lnTo>
                    <a:pt x="2018215" y="4322049"/>
                  </a:lnTo>
                  <a:lnTo>
                    <a:pt x="2018505" y="4322049"/>
                  </a:lnTo>
                  <a:lnTo>
                    <a:pt x="2019087" y="4322049"/>
                  </a:lnTo>
                  <a:lnTo>
                    <a:pt x="2019232" y="4321425"/>
                  </a:lnTo>
                  <a:lnTo>
                    <a:pt x="2019523" y="4320801"/>
                  </a:lnTo>
                  <a:lnTo>
                    <a:pt x="2019814" y="4320801"/>
                  </a:lnTo>
                  <a:lnTo>
                    <a:pt x="2019960" y="4320178"/>
                  </a:lnTo>
                  <a:lnTo>
                    <a:pt x="2020250" y="4320178"/>
                  </a:lnTo>
                  <a:lnTo>
                    <a:pt x="2020250" y="4319554"/>
                  </a:lnTo>
                  <a:lnTo>
                    <a:pt x="2020396" y="4319554"/>
                  </a:lnTo>
                  <a:lnTo>
                    <a:pt x="2020832" y="4319554"/>
                  </a:lnTo>
                  <a:lnTo>
                    <a:pt x="2021123" y="4319554"/>
                  </a:lnTo>
                  <a:lnTo>
                    <a:pt x="2021559" y="4319554"/>
                  </a:lnTo>
                  <a:lnTo>
                    <a:pt x="2021705" y="4319554"/>
                  </a:lnTo>
                  <a:lnTo>
                    <a:pt x="2021996" y="4319554"/>
                  </a:lnTo>
                  <a:lnTo>
                    <a:pt x="2022141" y="4319554"/>
                  </a:lnTo>
                  <a:lnTo>
                    <a:pt x="2022286" y="4319554"/>
                  </a:lnTo>
                  <a:lnTo>
                    <a:pt x="2022432" y="4319554"/>
                  </a:lnTo>
                  <a:lnTo>
                    <a:pt x="2022577" y="4319554"/>
                  </a:lnTo>
                  <a:lnTo>
                    <a:pt x="2022868" y="4318931"/>
                  </a:lnTo>
                  <a:lnTo>
                    <a:pt x="2023304" y="4318931"/>
                  </a:lnTo>
                  <a:lnTo>
                    <a:pt x="2023450" y="4318931"/>
                  </a:lnTo>
                  <a:lnTo>
                    <a:pt x="2023886" y="4318931"/>
                  </a:lnTo>
                  <a:lnTo>
                    <a:pt x="2024468" y="4318307"/>
                  </a:lnTo>
                  <a:lnTo>
                    <a:pt x="2024904" y="4318307"/>
                  </a:lnTo>
                  <a:lnTo>
                    <a:pt x="2025050" y="4317060"/>
                  </a:lnTo>
                  <a:lnTo>
                    <a:pt x="2025195" y="4317060"/>
                  </a:lnTo>
                  <a:lnTo>
                    <a:pt x="2025777" y="4317060"/>
                  </a:lnTo>
                  <a:lnTo>
                    <a:pt x="2025777" y="4316436"/>
                  </a:lnTo>
                  <a:lnTo>
                    <a:pt x="2026067" y="4316436"/>
                  </a:lnTo>
                  <a:lnTo>
                    <a:pt x="2026504" y="4316436"/>
                  </a:lnTo>
                  <a:lnTo>
                    <a:pt x="2026649" y="4316436"/>
                  </a:lnTo>
                  <a:lnTo>
                    <a:pt x="2026795" y="4315813"/>
                  </a:lnTo>
                  <a:lnTo>
                    <a:pt x="2026940" y="4315813"/>
                  </a:lnTo>
                  <a:lnTo>
                    <a:pt x="2027231" y="4315813"/>
                  </a:lnTo>
                  <a:lnTo>
                    <a:pt x="2027376" y="4315813"/>
                  </a:lnTo>
                  <a:lnTo>
                    <a:pt x="2027522" y="4315189"/>
                  </a:lnTo>
                  <a:lnTo>
                    <a:pt x="2027667" y="4313942"/>
                  </a:lnTo>
                  <a:lnTo>
                    <a:pt x="2028103" y="4313942"/>
                  </a:lnTo>
                  <a:lnTo>
                    <a:pt x="2028249" y="4313942"/>
                  </a:lnTo>
                  <a:lnTo>
                    <a:pt x="2028540" y="4313942"/>
                  </a:lnTo>
                  <a:lnTo>
                    <a:pt x="2028831" y="4313942"/>
                  </a:lnTo>
                  <a:lnTo>
                    <a:pt x="2029267" y="4313942"/>
                  </a:lnTo>
                  <a:lnTo>
                    <a:pt x="2029267" y="4313318"/>
                  </a:lnTo>
                  <a:lnTo>
                    <a:pt x="2029267" y="4312695"/>
                  </a:lnTo>
                  <a:lnTo>
                    <a:pt x="2029412" y="4312695"/>
                  </a:lnTo>
                  <a:lnTo>
                    <a:pt x="2029558" y="4312695"/>
                  </a:lnTo>
                  <a:lnTo>
                    <a:pt x="2029703" y="4312695"/>
                  </a:lnTo>
                  <a:lnTo>
                    <a:pt x="2029849" y="4312695"/>
                  </a:lnTo>
                  <a:lnTo>
                    <a:pt x="2030139" y="4312695"/>
                  </a:lnTo>
                  <a:lnTo>
                    <a:pt x="2030430" y="4312071"/>
                  </a:lnTo>
                  <a:lnTo>
                    <a:pt x="2030721" y="4312071"/>
                  </a:lnTo>
                  <a:lnTo>
                    <a:pt x="2030867" y="4312071"/>
                  </a:lnTo>
                  <a:lnTo>
                    <a:pt x="2031012" y="4312071"/>
                  </a:lnTo>
                  <a:lnTo>
                    <a:pt x="2031303" y="4312071"/>
                  </a:lnTo>
                  <a:lnTo>
                    <a:pt x="2031448" y="4312071"/>
                  </a:lnTo>
                  <a:lnTo>
                    <a:pt x="2031594" y="4312071"/>
                  </a:lnTo>
                  <a:lnTo>
                    <a:pt x="2031885" y="4312071"/>
                  </a:lnTo>
                  <a:lnTo>
                    <a:pt x="2032030" y="4312071"/>
                  </a:lnTo>
                  <a:lnTo>
                    <a:pt x="2032175" y="4312071"/>
                  </a:lnTo>
                  <a:lnTo>
                    <a:pt x="2032175" y="4311448"/>
                  </a:lnTo>
                  <a:lnTo>
                    <a:pt x="2032321" y="4311448"/>
                  </a:lnTo>
                  <a:lnTo>
                    <a:pt x="2032466" y="4311448"/>
                  </a:lnTo>
                  <a:lnTo>
                    <a:pt x="2032757" y="4311448"/>
                  </a:lnTo>
                  <a:lnTo>
                    <a:pt x="2032902" y="4311448"/>
                  </a:lnTo>
                  <a:lnTo>
                    <a:pt x="2033484" y="4311448"/>
                  </a:lnTo>
                  <a:lnTo>
                    <a:pt x="2033630" y="4311448"/>
                  </a:lnTo>
                  <a:lnTo>
                    <a:pt x="2035666" y="4310824"/>
                  </a:lnTo>
                  <a:lnTo>
                    <a:pt x="2035956" y="4310824"/>
                  </a:lnTo>
                  <a:lnTo>
                    <a:pt x="2036102" y="4310824"/>
                  </a:lnTo>
                  <a:lnTo>
                    <a:pt x="2036247" y="4310824"/>
                  </a:lnTo>
                  <a:lnTo>
                    <a:pt x="2036684" y="4310824"/>
                  </a:lnTo>
                  <a:lnTo>
                    <a:pt x="2036974" y="4310200"/>
                  </a:lnTo>
                  <a:lnTo>
                    <a:pt x="2037265" y="4310200"/>
                  </a:lnTo>
                  <a:lnTo>
                    <a:pt x="2037411" y="4309577"/>
                  </a:lnTo>
                  <a:lnTo>
                    <a:pt x="2037992" y="4309577"/>
                  </a:lnTo>
                  <a:lnTo>
                    <a:pt x="2038283" y="4309577"/>
                  </a:lnTo>
                  <a:lnTo>
                    <a:pt x="2038429" y="4309577"/>
                  </a:lnTo>
                  <a:lnTo>
                    <a:pt x="2038720" y="4309577"/>
                  </a:lnTo>
                  <a:lnTo>
                    <a:pt x="2038865" y="4309577"/>
                  </a:lnTo>
                  <a:lnTo>
                    <a:pt x="2039010" y="4308953"/>
                  </a:lnTo>
                  <a:lnTo>
                    <a:pt x="2039301" y="4307083"/>
                  </a:lnTo>
                  <a:lnTo>
                    <a:pt x="2039592" y="4307083"/>
                  </a:lnTo>
                  <a:lnTo>
                    <a:pt x="2040028" y="4307083"/>
                  </a:lnTo>
                  <a:lnTo>
                    <a:pt x="2040174" y="4307083"/>
                  </a:lnTo>
                  <a:lnTo>
                    <a:pt x="2040319" y="4307083"/>
                  </a:lnTo>
                  <a:lnTo>
                    <a:pt x="2040610" y="4307083"/>
                  </a:lnTo>
                  <a:lnTo>
                    <a:pt x="2040901" y="4307083"/>
                  </a:lnTo>
                  <a:lnTo>
                    <a:pt x="2041046" y="4307083"/>
                  </a:lnTo>
                  <a:lnTo>
                    <a:pt x="2041337" y="4306459"/>
                  </a:lnTo>
                  <a:lnTo>
                    <a:pt x="2041628" y="4305212"/>
                  </a:lnTo>
                  <a:lnTo>
                    <a:pt x="2041773" y="4305212"/>
                  </a:lnTo>
                  <a:lnTo>
                    <a:pt x="2041919" y="4305212"/>
                  </a:lnTo>
                  <a:lnTo>
                    <a:pt x="2042064" y="4305212"/>
                  </a:lnTo>
                  <a:lnTo>
                    <a:pt x="2042501" y="4304588"/>
                  </a:lnTo>
                  <a:lnTo>
                    <a:pt x="2042646" y="4304588"/>
                  </a:lnTo>
                  <a:lnTo>
                    <a:pt x="2042791" y="4304588"/>
                  </a:lnTo>
                  <a:lnTo>
                    <a:pt x="2043082" y="4304588"/>
                  </a:lnTo>
                  <a:lnTo>
                    <a:pt x="2043228" y="4304588"/>
                  </a:lnTo>
                  <a:lnTo>
                    <a:pt x="2043519" y="4304588"/>
                  </a:lnTo>
                  <a:lnTo>
                    <a:pt x="2043664" y="4303965"/>
                  </a:lnTo>
                  <a:lnTo>
                    <a:pt x="2043809" y="4303965"/>
                  </a:lnTo>
                  <a:lnTo>
                    <a:pt x="2044100" y="4303965"/>
                  </a:lnTo>
                  <a:lnTo>
                    <a:pt x="2044682" y="4303965"/>
                  </a:lnTo>
                  <a:lnTo>
                    <a:pt x="2044682" y="4303341"/>
                  </a:lnTo>
                  <a:lnTo>
                    <a:pt x="2044973" y="4302718"/>
                  </a:lnTo>
                  <a:lnTo>
                    <a:pt x="2045118" y="4302718"/>
                  </a:lnTo>
                  <a:lnTo>
                    <a:pt x="2045264" y="4302718"/>
                  </a:lnTo>
                  <a:lnTo>
                    <a:pt x="2045555" y="4302718"/>
                  </a:lnTo>
                  <a:lnTo>
                    <a:pt x="2045700" y="4302718"/>
                  </a:lnTo>
                  <a:lnTo>
                    <a:pt x="2045845" y="4302718"/>
                  </a:lnTo>
                  <a:lnTo>
                    <a:pt x="2045991" y="4302718"/>
                  </a:lnTo>
                  <a:lnTo>
                    <a:pt x="2046136" y="4302718"/>
                  </a:lnTo>
                  <a:lnTo>
                    <a:pt x="2046427" y="4302718"/>
                  </a:lnTo>
                  <a:lnTo>
                    <a:pt x="2046863" y="4302094"/>
                  </a:lnTo>
                  <a:lnTo>
                    <a:pt x="2047009" y="4302094"/>
                  </a:lnTo>
                  <a:lnTo>
                    <a:pt x="2047300" y="4302094"/>
                  </a:lnTo>
                  <a:lnTo>
                    <a:pt x="2047445" y="4302094"/>
                  </a:lnTo>
                  <a:lnTo>
                    <a:pt x="2047736" y="4302094"/>
                  </a:lnTo>
                  <a:lnTo>
                    <a:pt x="2048027" y="4298976"/>
                  </a:lnTo>
                  <a:lnTo>
                    <a:pt x="2048172" y="4298352"/>
                  </a:lnTo>
                  <a:lnTo>
                    <a:pt x="2048318" y="4298352"/>
                  </a:lnTo>
                  <a:lnTo>
                    <a:pt x="2048463" y="4298352"/>
                  </a:lnTo>
                  <a:lnTo>
                    <a:pt x="2048463" y="4297729"/>
                  </a:lnTo>
                  <a:lnTo>
                    <a:pt x="2048754" y="4297729"/>
                  </a:lnTo>
                  <a:lnTo>
                    <a:pt x="2049045" y="4297729"/>
                  </a:lnTo>
                  <a:lnTo>
                    <a:pt x="2049336" y="4297729"/>
                  </a:lnTo>
                  <a:lnTo>
                    <a:pt x="2049626" y="4297729"/>
                  </a:lnTo>
                  <a:lnTo>
                    <a:pt x="2050208" y="4297729"/>
                  </a:lnTo>
                  <a:lnTo>
                    <a:pt x="2050354" y="4297729"/>
                  </a:lnTo>
                  <a:lnTo>
                    <a:pt x="2050935" y="4296482"/>
                  </a:lnTo>
                  <a:lnTo>
                    <a:pt x="2051081" y="4296482"/>
                  </a:lnTo>
                  <a:lnTo>
                    <a:pt x="2051226" y="4296482"/>
                  </a:lnTo>
                  <a:lnTo>
                    <a:pt x="2051662" y="4296482"/>
                  </a:lnTo>
                  <a:lnTo>
                    <a:pt x="2051662" y="4295858"/>
                  </a:lnTo>
                  <a:lnTo>
                    <a:pt x="2051662" y="4295235"/>
                  </a:lnTo>
                  <a:lnTo>
                    <a:pt x="2051808" y="4295235"/>
                  </a:lnTo>
                  <a:lnTo>
                    <a:pt x="2051953" y="4295235"/>
                  </a:lnTo>
                  <a:lnTo>
                    <a:pt x="2052244" y="4294611"/>
                  </a:lnTo>
                  <a:lnTo>
                    <a:pt x="2052680" y="4294611"/>
                  </a:lnTo>
                  <a:lnTo>
                    <a:pt x="2053262" y="4294611"/>
                  </a:lnTo>
                  <a:lnTo>
                    <a:pt x="2053407" y="4294611"/>
                  </a:lnTo>
                  <a:lnTo>
                    <a:pt x="2053698" y="4293987"/>
                  </a:lnTo>
                  <a:lnTo>
                    <a:pt x="2053844" y="4293987"/>
                  </a:lnTo>
                  <a:lnTo>
                    <a:pt x="2053989" y="4293987"/>
                  </a:lnTo>
                  <a:lnTo>
                    <a:pt x="2054280" y="4293987"/>
                  </a:lnTo>
                  <a:lnTo>
                    <a:pt x="2054571" y="4293987"/>
                  </a:lnTo>
                  <a:lnTo>
                    <a:pt x="2054716" y="4293364"/>
                  </a:lnTo>
                  <a:lnTo>
                    <a:pt x="2055007" y="4293364"/>
                  </a:lnTo>
                  <a:lnTo>
                    <a:pt x="2055007" y="4292740"/>
                  </a:lnTo>
                  <a:lnTo>
                    <a:pt x="2055298" y="4292117"/>
                  </a:lnTo>
                  <a:lnTo>
                    <a:pt x="2055589" y="4292117"/>
                  </a:lnTo>
                  <a:lnTo>
                    <a:pt x="2055880" y="4292117"/>
                  </a:lnTo>
                  <a:lnTo>
                    <a:pt x="2055880" y="4291493"/>
                  </a:lnTo>
                  <a:lnTo>
                    <a:pt x="2056025" y="4291493"/>
                  </a:lnTo>
                  <a:lnTo>
                    <a:pt x="2056171" y="4291493"/>
                  </a:lnTo>
                  <a:lnTo>
                    <a:pt x="2056316" y="4290869"/>
                  </a:lnTo>
                  <a:lnTo>
                    <a:pt x="2056898" y="4290869"/>
                  </a:lnTo>
                  <a:lnTo>
                    <a:pt x="2057770" y="4288375"/>
                  </a:lnTo>
                  <a:lnTo>
                    <a:pt x="2057916" y="4288375"/>
                  </a:lnTo>
                  <a:lnTo>
                    <a:pt x="2058207" y="4288375"/>
                  </a:lnTo>
                  <a:lnTo>
                    <a:pt x="2058497" y="4288375"/>
                  </a:lnTo>
                  <a:lnTo>
                    <a:pt x="2058934" y="4288375"/>
                  </a:lnTo>
                  <a:lnTo>
                    <a:pt x="2059225" y="4288375"/>
                  </a:lnTo>
                  <a:lnTo>
                    <a:pt x="2059370" y="4288375"/>
                  </a:lnTo>
                  <a:lnTo>
                    <a:pt x="2059806" y="4288375"/>
                  </a:lnTo>
                  <a:lnTo>
                    <a:pt x="2060097" y="4288375"/>
                  </a:lnTo>
                  <a:lnTo>
                    <a:pt x="2060388" y="4288375"/>
                  </a:lnTo>
                  <a:lnTo>
                    <a:pt x="2060533" y="4288375"/>
                  </a:lnTo>
                  <a:lnTo>
                    <a:pt x="2060970" y="4288375"/>
                  </a:lnTo>
                  <a:lnTo>
                    <a:pt x="2061406" y="4287752"/>
                  </a:lnTo>
                  <a:lnTo>
                    <a:pt x="2061842" y="4287752"/>
                  </a:lnTo>
                  <a:lnTo>
                    <a:pt x="2061988" y="4287752"/>
                  </a:lnTo>
                  <a:lnTo>
                    <a:pt x="2062133" y="4287752"/>
                  </a:lnTo>
                  <a:lnTo>
                    <a:pt x="2062569" y="4287752"/>
                  </a:lnTo>
                  <a:lnTo>
                    <a:pt x="2062715" y="4287752"/>
                  </a:lnTo>
                  <a:lnTo>
                    <a:pt x="2062860" y="4287752"/>
                  </a:lnTo>
                  <a:lnTo>
                    <a:pt x="2063006" y="4287752"/>
                  </a:lnTo>
                  <a:lnTo>
                    <a:pt x="2063296" y="4287752"/>
                  </a:lnTo>
                  <a:lnTo>
                    <a:pt x="2063442" y="4287128"/>
                  </a:lnTo>
                  <a:lnTo>
                    <a:pt x="2063587" y="4287128"/>
                  </a:lnTo>
                  <a:lnTo>
                    <a:pt x="2063587" y="4286504"/>
                  </a:lnTo>
                  <a:lnTo>
                    <a:pt x="2063878" y="4286504"/>
                  </a:lnTo>
                  <a:lnTo>
                    <a:pt x="2064024" y="4286504"/>
                  </a:lnTo>
                  <a:lnTo>
                    <a:pt x="2064024" y="4285881"/>
                  </a:lnTo>
                  <a:lnTo>
                    <a:pt x="2064169" y="4285881"/>
                  </a:lnTo>
                  <a:lnTo>
                    <a:pt x="2064314" y="4285881"/>
                  </a:lnTo>
                  <a:lnTo>
                    <a:pt x="2064460" y="4285881"/>
                  </a:lnTo>
                  <a:lnTo>
                    <a:pt x="2064460" y="4285257"/>
                  </a:lnTo>
                  <a:lnTo>
                    <a:pt x="2064896" y="4285257"/>
                  </a:lnTo>
                  <a:lnTo>
                    <a:pt x="2065478" y="4284634"/>
                  </a:lnTo>
                  <a:lnTo>
                    <a:pt x="2065623" y="4284634"/>
                  </a:lnTo>
                  <a:lnTo>
                    <a:pt x="2065769" y="4284634"/>
                  </a:lnTo>
                  <a:lnTo>
                    <a:pt x="2065914" y="4284634"/>
                  </a:lnTo>
                  <a:lnTo>
                    <a:pt x="2066205" y="4284010"/>
                  </a:lnTo>
                  <a:lnTo>
                    <a:pt x="2066350" y="4284010"/>
                  </a:lnTo>
                  <a:lnTo>
                    <a:pt x="2066496" y="4284010"/>
                  </a:lnTo>
                  <a:lnTo>
                    <a:pt x="2066787" y="4284010"/>
                  </a:lnTo>
                  <a:lnTo>
                    <a:pt x="2067077" y="4283386"/>
                  </a:lnTo>
                  <a:lnTo>
                    <a:pt x="2067368" y="4282139"/>
                  </a:lnTo>
                  <a:lnTo>
                    <a:pt x="2067368" y="4281516"/>
                  </a:lnTo>
                  <a:lnTo>
                    <a:pt x="2067368" y="4280892"/>
                  </a:lnTo>
                  <a:lnTo>
                    <a:pt x="2067659" y="4280892"/>
                  </a:lnTo>
                  <a:lnTo>
                    <a:pt x="2067805" y="4280269"/>
                  </a:lnTo>
                  <a:lnTo>
                    <a:pt x="2068241" y="4279645"/>
                  </a:lnTo>
                  <a:lnTo>
                    <a:pt x="2068386" y="4279645"/>
                  </a:lnTo>
                  <a:lnTo>
                    <a:pt x="2068532" y="4279645"/>
                  </a:lnTo>
                  <a:lnTo>
                    <a:pt x="2068677" y="4279645"/>
                  </a:lnTo>
                  <a:lnTo>
                    <a:pt x="2068823" y="4279645"/>
                  </a:lnTo>
                  <a:lnTo>
                    <a:pt x="2068968" y="4279021"/>
                  </a:lnTo>
                  <a:lnTo>
                    <a:pt x="2069113" y="4278398"/>
                  </a:lnTo>
                  <a:lnTo>
                    <a:pt x="2069113" y="4277151"/>
                  </a:lnTo>
                  <a:lnTo>
                    <a:pt x="2069259" y="4277151"/>
                  </a:lnTo>
                  <a:lnTo>
                    <a:pt x="2069404" y="4277151"/>
                  </a:lnTo>
                  <a:lnTo>
                    <a:pt x="2069550" y="4277151"/>
                  </a:lnTo>
                  <a:lnTo>
                    <a:pt x="2069695" y="4276527"/>
                  </a:lnTo>
                  <a:lnTo>
                    <a:pt x="2069986" y="4275280"/>
                  </a:lnTo>
                  <a:lnTo>
                    <a:pt x="2070131" y="4275280"/>
                  </a:lnTo>
                  <a:lnTo>
                    <a:pt x="2070277" y="4275280"/>
                  </a:lnTo>
                  <a:lnTo>
                    <a:pt x="2070277" y="4274656"/>
                  </a:lnTo>
                  <a:lnTo>
                    <a:pt x="2070568" y="4274656"/>
                  </a:lnTo>
                  <a:lnTo>
                    <a:pt x="2070713" y="4274656"/>
                  </a:lnTo>
                  <a:lnTo>
                    <a:pt x="2071004" y="4274656"/>
                  </a:lnTo>
                  <a:lnTo>
                    <a:pt x="2071149" y="4274656"/>
                  </a:lnTo>
                  <a:lnTo>
                    <a:pt x="2071149" y="4274033"/>
                  </a:lnTo>
                  <a:lnTo>
                    <a:pt x="2071295" y="4274033"/>
                  </a:lnTo>
                  <a:lnTo>
                    <a:pt x="2071586" y="4274033"/>
                  </a:lnTo>
                  <a:lnTo>
                    <a:pt x="2071731" y="4274033"/>
                  </a:lnTo>
                  <a:lnTo>
                    <a:pt x="2071877" y="4274033"/>
                  </a:lnTo>
                  <a:lnTo>
                    <a:pt x="2072022" y="4274033"/>
                  </a:lnTo>
                  <a:lnTo>
                    <a:pt x="2072313" y="4274033"/>
                  </a:lnTo>
                  <a:lnTo>
                    <a:pt x="2072313" y="4272786"/>
                  </a:lnTo>
                  <a:lnTo>
                    <a:pt x="2072313" y="4272162"/>
                  </a:lnTo>
                  <a:lnTo>
                    <a:pt x="2072458" y="4272162"/>
                  </a:lnTo>
                  <a:lnTo>
                    <a:pt x="2072749" y="4272162"/>
                  </a:lnTo>
                  <a:lnTo>
                    <a:pt x="2073185" y="4272162"/>
                  </a:lnTo>
                  <a:lnTo>
                    <a:pt x="2073331" y="4272162"/>
                  </a:lnTo>
                  <a:lnTo>
                    <a:pt x="2073476" y="4272162"/>
                  </a:lnTo>
                  <a:lnTo>
                    <a:pt x="2073912" y="4271538"/>
                  </a:lnTo>
                  <a:lnTo>
                    <a:pt x="2074203" y="4270291"/>
                  </a:lnTo>
                  <a:lnTo>
                    <a:pt x="2074349" y="4270291"/>
                  </a:lnTo>
                  <a:lnTo>
                    <a:pt x="2074494" y="4270291"/>
                  </a:lnTo>
                  <a:lnTo>
                    <a:pt x="2074640" y="4270291"/>
                  </a:lnTo>
                  <a:lnTo>
                    <a:pt x="2075512" y="4269668"/>
                  </a:lnTo>
                  <a:lnTo>
                    <a:pt x="2075658" y="4269668"/>
                  </a:lnTo>
                  <a:lnTo>
                    <a:pt x="2075803" y="4268420"/>
                  </a:lnTo>
                  <a:lnTo>
                    <a:pt x="2076385" y="4267173"/>
                  </a:lnTo>
                  <a:lnTo>
                    <a:pt x="2076676" y="4267173"/>
                  </a:lnTo>
                  <a:lnTo>
                    <a:pt x="2076821" y="4267173"/>
                  </a:lnTo>
                  <a:lnTo>
                    <a:pt x="2077112" y="4267173"/>
                  </a:lnTo>
                  <a:lnTo>
                    <a:pt x="2078130" y="4266550"/>
                  </a:lnTo>
                  <a:lnTo>
                    <a:pt x="2078421" y="4266550"/>
                  </a:lnTo>
                  <a:lnTo>
                    <a:pt x="2078566" y="4266550"/>
                  </a:lnTo>
                  <a:lnTo>
                    <a:pt x="2079002" y="4266550"/>
                  </a:lnTo>
                  <a:lnTo>
                    <a:pt x="2079002" y="4265926"/>
                  </a:lnTo>
                  <a:lnTo>
                    <a:pt x="2079148" y="4265926"/>
                  </a:lnTo>
                  <a:lnTo>
                    <a:pt x="2079293" y="4265926"/>
                  </a:lnTo>
                  <a:lnTo>
                    <a:pt x="2079439" y="4265926"/>
                  </a:lnTo>
                  <a:lnTo>
                    <a:pt x="2079584" y="4265926"/>
                  </a:lnTo>
                  <a:lnTo>
                    <a:pt x="2079729" y="4265926"/>
                  </a:lnTo>
                  <a:lnTo>
                    <a:pt x="2079729" y="4265303"/>
                  </a:lnTo>
                  <a:lnTo>
                    <a:pt x="2080020" y="4264055"/>
                  </a:lnTo>
                  <a:lnTo>
                    <a:pt x="2080311" y="4264055"/>
                  </a:lnTo>
                  <a:lnTo>
                    <a:pt x="2080457" y="4264055"/>
                  </a:lnTo>
                  <a:lnTo>
                    <a:pt x="2080747" y="4264055"/>
                  </a:lnTo>
                  <a:lnTo>
                    <a:pt x="2081038" y="4264055"/>
                  </a:lnTo>
                  <a:lnTo>
                    <a:pt x="2081475" y="4263432"/>
                  </a:lnTo>
                  <a:lnTo>
                    <a:pt x="2081765" y="4263432"/>
                  </a:lnTo>
                  <a:lnTo>
                    <a:pt x="2082202" y="4262808"/>
                  </a:lnTo>
                  <a:lnTo>
                    <a:pt x="2082347" y="4262808"/>
                  </a:lnTo>
                  <a:lnTo>
                    <a:pt x="2082493" y="4262808"/>
                  </a:lnTo>
                  <a:lnTo>
                    <a:pt x="2082638" y="4262808"/>
                  </a:lnTo>
                  <a:lnTo>
                    <a:pt x="2082929" y="4262808"/>
                  </a:lnTo>
                  <a:lnTo>
                    <a:pt x="2082929" y="4262185"/>
                  </a:lnTo>
                  <a:lnTo>
                    <a:pt x="2083220" y="4262185"/>
                  </a:lnTo>
                  <a:lnTo>
                    <a:pt x="2083801" y="4262185"/>
                  </a:lnTo>
                  <a:lnTo>
                    <a:pt x="2083801" y="4261561"/>
                  </a:lnTo>
                  <a:lnTo>
                    <a:pt x="2083801" y="4260937"/>
                  </a:lnTo>
                  <a:lnTo>
                    <a:pt x="2084092" y="4260937"/>
                  </a:lnTo>
                  <a:lnTo>
                    <a:pt x="2084238" y="4260937"/>
                  </a:lnTo>
                  <a:lnTo>
                    <a:pt x="2084529" y="4260937"/>
                  </a:lnTo>
                  <a:lnTo>
                    <a:pt x="2084674" y="4260937"/>
                  </a:lnTo>
                  <a:lnTo>
                    <a:pt x="2084819" y="4260937"/>
                  </a:lnTo>
                  <a:lnTo>
                    <a:pt x="2085110" y="4260937"/>
                  </a:lnTo>
                  <a:lnTo>
                    <a:pt x="2085256" y="4260937"/>
                  </a:lnTo>
                  <a:lnTo>
                    <a:pt x="2085401" y="4260937"/>
                  </a:lnTo>
                  <a:lnTo>
                    <a:pt x="2085547" y="4260937"/>
                  </a:lnTo>
                  <a:lnTo>
                    <a:pt x="2085692" y="4260937"/>
                  </a:lnTo>
                  <a:lnTo>
                    <a:pt x="2085983" y="4260937"/>
                  </a:lnTo>
                  <a:lnTo>
                    <a:pt x="2086564" y="4260937"/>
                  </a:lnTo>
                  <a:lnTo>
                    <a:pt x="2087292" y="4260314"/>
                  </a:lnTo>
                  <a:lnTo>
                    <a:pt x="2087437" y="4260314"/>
                  </a:lnTo>
                  <a:lnTo>
                    <a:pt x="2087582" y="4259690"/>
                  </a:lnTo>
                  <a:lnTo>
                    <a:pt x="2087873" y="4259690"/>
                  </a:lnTo>
                  <a:lnTo>
                    <a:pt x="2088164" y="4259690"/>
                  </a:lnTo>
                  <a:lnTo>
                    <a:pt x="2088455" y="4259067"/>
                  </a:lnTo>
                  <a:lnTo>
                    <a:pt x="2088891" y="4258443"/>
                  </a:lnTo>
                  <a:lnTo>
                    <a:pt x="2089037" y="4258443"/>
                  </a:lnTo>
                  <a:lnTo>
                    <a:pt x="2089328" y="4257196"/>
                  </a:lnTo>
                  <a:lnTo>
                    <a:pt x="2089328" y="4256572"/>
                  </a:lnTo>
                  <a:lnTo>
                    <a:pt x="2089764" y="4255325"/>
                  </a:lnTo>
                  <a:lnTo>
                    <a:pt x="2090055" y="4255325"/>
                  </a:lnTo>
                  <a:lnTo>
                    <a:pt x="2090491" y="4254702"/>
                  </a:lnTo>
                  <a:lnTo>
                    <a:pt x="2090636" y="4254702"/>
                  </a:lnTo>
                  <a:lnTo>
                    <a:pt x="2090782" y="4254702"/>
                  </a:lnTo>
                  <a:lnTo>
                    <a:pt x="2091073" y="4254702"/>
                  </a:lnTo>
                  <a:lnTo>
                    <a:pt x="2091218" y="4254702"/>
                  </a:lnTo>
                  <a:lnTo>
                    <a:pt x="2091509" y="4254702"/>
                  </a:lnTo>
                  <a:lnTo>
                    <a:pt x="2091654" y="4254702"/>
                  </a:lnTo>
                  <a:lnTo>
                    <a:pt x="2092091" y="4254078"/>
                  </a:lnTo>
                  <a:lnTo>
                    <a:pt x="2092236" y="4254078"/>
                  </a:lnTo>
                  <a:lnTo>
                    <a:pt x="2092818" y="4254078"/>
                  </a:lnTo>
                  <a:lnTo>
                    <a:pt x="2093254" y="4254078"/>
                  </a:lnTo>
                  <a:lnTo>
                    <a:pt x="2093399" y="4254078"/>
                  </a:lnTo>
                  <a:lnTo>
                    <a:pt x="2093690" y="4254078"/>
                  </a:lnTo>
                  <a:lnTo>
                    <a:pt x="2093690" y="4253454"/>
                  </a:lnTo>
                  <a:lnTo>
                    <a:pt x="2093836" y="4253454"/>
                  </a:lnTo>
                  <a:lnTo>
                    <a:pt x="2094417" y="4253454"/>
                  </a:lnTo>
                  <a:lnTo>
                    <a:pt x="2094563" y="4253454"/>
                  </a:lnTo>
                  <a:lnTo>
                    <a:pt x="2094708" y="4253454"/>
                  </a:lnTo>
                  <a:lnTo>
                    <a:pt x="2094854" y="4253454"/>
                  </a:lnTo>
                  <a:lnTo>
                    <a:pt x="2095145" y="4252831"/>
                  </a:lnTo>
                  <a:lnTo>
                    <a:pt x="2095290" y="4252831"/>
                  </a:lnTo>
                  <a:lnTo>
                    <a:pt x="2095435" y="4252831"/>
                  </a:lnTo>
                  <a:lnTo>
                    <a:pt x="2095581" y="4252831"/>
                  </a:lnTo>
                  <a:lnTo>
                    <a:pt x="2095726" y="4252831"/>
                  </a:lnTo>
                  <a:lnTo>
                    <a:pt x="2096017" y="4252831"/>
                  </a:lnTo>
                  <a:lnTo>
                    <a:pt x="2096453" y="4252831"/>
                  </a:lnTo>
                  <a:lnTo>
                    <a:pt x="2096599" y="4252831"/>
                  </a:lnTo>
                  <a:lnTo>
                    <a:pt x="2097035" y="4252831"/>
                  </a:lnTo>
                  <a:lnTo>
                    <a:pt x="2097326" y="4252831"/>
                  </a:lnTo>
                  <a:lnTo>
                    <a:pt x="2097471" y="4252831"/>
                  </a:lnTo>
                  <a:lnTo>
                    <a:pt x="2098053" y="4252207"/>
                  </a:lnTo>
                  <a:lnTo>
                    <a:pt x="2098780" y="4252207"/>
                  </a:lnTo>
                  <a:lnTo>
                    <a:pt x="2098926" y="4252207"/>
                  </a:lnTo>
                  <a:lnTo>
                    <a:pt x="2099217" y="4252207"/>
                  </a:lnTo>
                  <a:lnTo>
                    <a:pt x="2099507" y="4252207"/>
                  </a:lnTo>
                  <a:lnTo>
                    <a:pt x="2102125" y="4247842"/>
                  </a:lnTo>
                  <a:lnTo>
                    <a:pt x="2102561" y="4247842"/>
                  </a:lnTo>
                  <a:lnTo>
                    <a:pt x="2102707" y="4247842"/>
                  </a:lnTo>
                  <a:lnTo>
                    <a:pt x="2102998" y="4247842"/>
                  </a:lnTo>
                  <a:lnTo>
                    <a:pt x="2103143" y="4247842"/>
                  </a:lnTo>
                  <a:lnTo>
                    <a:pt x="2103434" y="4247842"/>
                  </a:lnTo>
                  <a:lnTo>
                    <a:pt x="2103434" y="4246595"/>
                  </a:lnTo>
                  <a:lnTo>
                    <a:pt x="2103579" y="4246595"/>
                  </a:lnTo>
                  <a:lnTo>
                    <a:pt x="2104016" y="4245972"/>
                  </a:lnTo>
                  <a:lnTo>
                    <a:pt x="2104452" y="4245348"/>
                  </a:lnTo>
                  <a:lnTo>
                    <a:pt x="2104743" y="4245348"/>
                  </a:lnTo>
                  <a:lnTo>
                    <a:pt x="2105324" y="4245348"/>
                  </a:lnTo>
                  <a:lnTo>
                    <a:pt x="2105470" y="4245348"/>
                  </a:lnTo>
                  <a:lnTo>
                    <a:pt x="2105615" y="4245348"/>
                  </a:lnTo>
                  <a:lnTo>
                    <a:pt x="2105906" y="4244724"/>
                  </a:lnTo>
                  <a:lnTo>
                    <a:pt x="2106052" y="4244724"/>
                  </a:lnTo>
                  <a:lnTo>
                    <a:pt x="2106052" y="4244101"/>
                  </a:lnTo>
                  <a:lnTo>
                    <a:pt x="2106342" y="4244101"/>
                  </a:lnTo>
                  <a:lnTo>
                    <a:pt x="2106488" y="4243477"/>
                  </a:lnTo>
                  <a:lnTo>
                    <a:pt x="2106633" y="4243477"/>
                  </a:lnTo>
                  <a:lnTo>
                    <a:pt x="2107069" y="4243477"/>
                  </a:lnTo>
                  <a:lnTo>
                    <a:pt x="2107215" y="4243477"/>
                  </a:lnTo>
                  <a:lnTo>
                    <a:pt x="2107215" y="4242854"/>
                  </a:lnTo>
                  <a:lnTo>
                    <a:pt x="2107360" y="4242854"/>
                  </a:lnTo>
                  <a:lnTo>
                    <a:pt x="2107506" y="4242854"/>
                  </a:lnTo>
                  <a:lnTo>
                    <a:pt x="2107651" y="4242854"/>
                  </a:lnTo>
                  <a:lnTo>
                    <a:pt x="2107942" y="4242854"/>
                  </a:lnTo>
                  <a:lnTo>
                    <a:pt x="2108087" y="4242854"/>
                  </a:lnTo>
                  <a:lnTo>
                    <a:pt x="2108087" y="4242230"/>
                  </a:lnTo>
                  <a:lnTo>
                    <a:pt x="2108233" y="4242230"/>
                  </a:lnTo>
                  <a:lnTo>
                    <a:pt x="2108378" y="4241606"/>
                  </a:lnTo>
                  <a:lnTo>
                    <a:pt x="2108669" y="4241606"/>
                  </a:lnTo>
                  <a:lnTo>
                    <a:pt x="2108815" y="4241606"/>
                  </a:lnTo>
                  <a:lnTo>
                    <a:pt x="2108815" y="4240983"/>
                  </a:lnTo>
                  <a:lnTo>
                    <a:pt x="2108960" y="4240983"/>
                  </a:lnTo>
                  <a:lnTo>
                    <a:pt x="2108960" y="4240359"/>
                  </a:lnTo>
                  <a:lnTo>
                    <a:pt x="2109105" y="4240359"/>
                  </a:lnTo>
                  <a:lnTo>
                    <a:pt x="2109251" y="4239736"/>
                  </a:lnTo>
                  <a:lnTo>
                    <a:pt x="2109542" y="4239112"/>
                  </a:lnTo>
                  <a:lnTo>
                    <a:pt x="2109687" y="4239112"/>
                  </a:lnTo>
                  <a:lnTo>
                    <a:pt x="2109687" y="4238489"/>
                  </a:lnTo>
                  <a:lnTo>
                    <a:pt x="2109833" y="4238489"/>
                  </a:lnTo>
                  <a:lnTo>
                    <a:pt x="2109978" y="4238489"/>
                  </a:lnTo>
                  <a:lnTo>
                    <a:pt x="2110414" y="4238489"/>
                  </a:lnTo>
                  <a:lnTo>
                    <a:pt x="2110560" y="4238489"/>
                  </a:lnTo>
                  <a:lnTo>
                    <a:pt x="2110560" y="4237241"/>
                  </a:lnTo>
                  <a:lnTo>
                    <a:pt x="2110705" y="4237241"/>
                  </a:lnTo>
                  <a:lnTo>
                    <a:pt x="2111578" y="4237241"/>
                  </a:lnTo>
                  <a:lnTo>
                    <a:pt x="2111869" y="4237241"/>
                  </a:lnTo>
                  <a:lnTo>
                    <a:pt x="2112596" y="4237241"/>
                  </a:lnTo>
                  <a:lnTo>
                    <a:pt x="2112887" y="4237241"/>
                  </a:lnTo>
                  <a:lnTo>
                    <a:pt x="2113468" y="4237241"/>
                  </a:lnTo>
                  <a:lnTo>
                    <a:pt x="2113759" y="4237241"/>
                  </a:lnTo>
                  <a:lnTo>
                    <a:pt x="2113904" y="4237241"/>
                  </a:lnTo>
                  <a:lnTo>
                    <a:pt x="2114486" y="4237241"/>
                  </a:lnTo>
                  <a:lnTo>
                    <a:pt x="2114777" y="4237241"/>
                  </a:lnTo>
                  <a:lnTo>
                    <a:pt x="2114922" y="4237241"/>
                  </a:lnTo>
                  <a:lnTo>
                    <a:pt x="2115068" y="4235994"/>
                  </a:lnTo>
                  <a:lnTo>
                    <a:pt x="2115213" y="4235994"/>
                  </a:lnTo>
                  <a:lnTo>
                    <a:pt x="2115359" y="4235994"/>
                  </a:lnTo>
                  <a:lnTo>
                    <a:pt x="2115650" y="4235994"/>
                  </a:lnTo>
                  <a:lnTo>
                    <a:pt x="2115795" y="4235371"/>
                  </a:lnTo>
                  <a:lnTo>
                    <a:pt x="2116086" y="4235371"/>
                  </a:lnTo>
                  <a:lnTo>
                    <a:pt x="2116086" y="4234747"/>
                  </a:lnTo>
                  <a:lnTo>
                    <a:pt x="2116231" y="4234123"/>
                  </a:lnTo>
                  <a:lnTo>
                    <a:pt x="2116522" y="4233500"/>
                  </a:lnTo>
                  <a:lnTo>
                    <a:pt x="2116668" y="4233500"/>
                  </a:lnTo>
                  <a:lnTo>
                    <a:pt x="2116813" y="4233500"/>
                  </a:lnTo>
                  <a:lnTo>
                    <a:pt x="2116958" y="4233500"/>
                  </a:lnTo>
                  <a:lnTo>
                    <a:pt x="2117104" y="4233500"/>
                  </a:lnTo>
                  <a:lnTo>
                    <a:pt x="2117249" y="4233500"/>
                  </a:lnTo>
                  <a:lnTo>
                    <a:pt x="2117249" y="4232876"/>
                  </a:lnTo>
                  <a:lnTo>
                    <a:pt x="2117395" y="4232876"/>
                  </a:lnTo>
                  <a:lnTo>
                    <a:pt x="2117540" y="4232876"/>
                  </a:lnTo>
                  <a:lnTo>
                    <a:pt x="2117686" y="4232876"/>
                  </a:lnTo>
                  <a:lnTo>
                    <a:pt x="2117831" y="4232876"/>
                  </a:lnTo>
                  <a:lnTo>
                    <a:pt x="2117976" y="4232876"/>
                  </a:lnTo>
                  <a:lnTo>
                    <a:pt x="2118267" y="4232876"/>
                  </a:lnTo>
                  <a:lnTo>
                    <a:pt x="2118558" y="4232876"/>
                  </a:lnTo>
                  <a:lnTo>
                    <a:pt x="2118704" y="4232876"/>
                  </a:lnTo>
                  <a:lnTo>
                    <a:pt x="2118849" y="4232876"/>
                  </a:lnTo>
                  <a:lnTo>
                    <a:pt x="2118994" y="4232253"/>
                  </a:lnTo>
                  <a:lnTo>
                    <a:pt x="2119140" y="4232253"/>
                  </a:lnTo>
                  <a:lnTo>
                    <a:pt x="2119285" y="4232253"/>
                  </a:lnTo>
                  <a:lnTo>
                    <a:pt x="2119285" y="4231629"/>
                  </a:lnTo>
                  <a:lnTo>
                    <a:pt x="2119431" y="4231629"/>
                  </a:lnTo>
                  <a:lnTo>
                    <a:pt x="2119576" y="4231629"/>
                  </a:lnTo>
                  <a:lnTo>
                    <a:pt x="2119722" y="4231629"/>
                  </a:lnTo>
                  <a:lnTo>
                    <a:pt x="2120303" y="4231006"/>
                  </a:lnTo>
                  <a:lnTo>
                    <a:pt x="2120594" y="4229758"/>
                  </a:lnTo>
                  <a:lnTo>
                    <a:pt x="2120594" y="4229135"/>
                  </a:lnTo>
                  <a:lnTo>
                    <a:pt x="2120739" y="4229135"/>
                  </a:lnTo>
                  <a:lnTo>
                    <a:pt x="2120739" y="4228511"/>
                  </a:lnTo>
                  <a:lnTo>
                    <a:pt x="2120885" y="4228511"/>
                  </a:lnTo>
                  <a:lnTo>
                    <a:pt x="2121176" y="4228511"/>
                  </a:lnTo>
                  <a:lnTo>
                    <a:pt x="2121321" y="4228511"/>
                  </a:lnTo>
                  <a:lnTo>
                    <a:pt x="2121467" y="4228511"/>
                  </a:lnTo>
                  <a:lnTo>
                    <a:pt x="2121757" y="4227888"/>
                  </a:lnTo>
                  <a:lnTo>
                    <a:pt x="2123066" y="4227264"/>
                  </a:lnTo>
                  <a:lnTo>
                    <a:pt x="2123212" y="4226017"/>
                  </a:lnTo>
                  <a:lnTo>
                    <a:pt x="2123648" y="4226017"/>
                  </a:lnTo>
                  <a:lnTo>
                    <a:pt x="2124084" y="4226017"/>
                  </a:lnTo>
                  <a:lnTo>
                    <a:pt x="2124230" y="4226017"/>
                  </a:lnTo>
                  <a:lnTo>
                    <a:pt x="2124375" y="4226017"/>
                  </a:lnTo>
                  <a:lnTo>
                    <a:pt x="2124666" y="4225393"/>
                  </a:lnTo>
                  <a:lnTo>
                    <a:pt x="2124811" y="4225393"/>
                  </a:lnTo>
                  <a:lnTo>
                    <a:pt x="2125102" y="4224146"/>
                  </a:lnTo>
                  <a:lnTo>
                    <a:pt x="2125539" y="4224146"/>
                  </a:lnTo>
                  <a:lnTo>
                    <a:pt x="2125829" y="4223523"/>
                  </a:lnTo>
                  <a:lnTo>
                    <a:pt x="2125975" y="4223523"/>
                  </a:lnTo>
                  <a:lnTo>
                    <a:pt x="2126120" y="4222899"/>
                  </a:lnTo>
                  <a:lnTo>
                    <a:pt x="2126266" y="4222899"/>
                  </a:lnTo>
                  <a:lnTo>
                    <a:pt x="2126702" y="4222899"/>
                  </a:lnTo>
                  <a:lnTo>
                    <a:pt x="2127138" y="4222899"/>
                  </a:lnTo>
                  <a:lnTo>
                    <a:pt x="2127138" y="4221652"/>
                  </a:lnTo>
                  <a:lnTo>
                    <a:pt x="2127284" y="4221652"/>
                  </a:lnTo>
                  <a:lnTo>
                    <a:pt x="2127720" y="4221028"/>
                  </a:lnTo>
                  <a:lnTo>
                    <a:pt x="2127865" y="4221028"/>
                  </a:lnTo>
                  <a:lnTo>
                    <a:pt x="2128011" y="4221028"/>
                  </a:lnTo>
                  <a:lnTo>
                    <a:pt x="2128738" y="4220405"/>
                  </a:lnTo>
                  <a:lnTo>
                    <a:pt x="2129320" y="4220405"/>
                  </a:lnTo>
                  <a:lnTo>
                    <a:pt x="2129320" y="4219781"/>
                  </a:lnTo>
                  <a:lnTo>
                    <a:pt x="2129756" y="4219781"/>
                  </a:lnTo>
                  <a:lnTo>
                    <a:pt x="2129901" y="4219781"/>
                  </a:lnTo>
                  <a:lnTo>
                    <a:pt x="2130047" y="4219781"/>
                  </a:lnTo>
                  <a:lnTo>
                    <a:pt x="2130192" y="4219781"/>
                  </a:lnTo>
                  <a:lnTo>
                    <a:pt x="2130774" y="4219781"/>
                  </a:lnTo>
                  <a:lnTo>
                    <a:pt x="2130919" y="4219781"/>
                  </a:lnTo>
                  <a:lnTo>
                    <a:pt x="2131065" y="4219781"/>
                  </a:lnTo>
                  <a:lnTo>
                    <a:pt x="2131646" y="4219781"/>
                  </a:lnTo>
                  <a:lnTo>
                    <a:pt x="2131792" y="4219781"/>
                  </a:lnTo>
                  <a:lnTo>
                    <a:pt x="2132374" y="4219157"/>
                  </a:lnTo>
                  <a:lnTo>
                    <a:pt x="2132519" y="4219157"/>
                  </a:lnTo>
                  <a:lnTo>
                    <a:pt x="2132955" y="4218534"/>
                  </a:lnTo>
                  <a:lnTo>
                    <a:pt x="2133101" y="4218534"/>
                  </a:lnTo>
                  <a:lnTo>
                    <a:pt x="2133246" y="4218534"/>
                  </a:lnTo>
                  <a:lnTo>
                    <a:pt x="2133973" y="4218534"/>
                  </a:lnTo>
                  <a:lnTo>
                    <a:pt x="2134264" y="4218534"/>
                  </a:lnTo>
                  <a:lnTo>
                    <a:pt x="2134409" y="4217910"/>
                  </a:lnTo>
                  <a:lnTo>
                    <a:pt x="2134555" y="4217910"/>
                  </a:lnTo>
                  <a:lnTo>
                    <a:pt x="2134555" y="4217287"/>
                  </a:lnTo>
                  <a:lnTo>
                    <a:pt x="2134555" y="4216663"/>
                  </a:lnTo>
                  <a:lnTo>
                    <a:pt x="2134991" y="4216663"/>
                  </a:lnTo>
                  <a:lnTo>
                    <a:pt x="2135282" y="4216663"/>
                  </a:lnTo>
                  <a:lnTo>
                    <a:pt x="2135573" y="4216663"/>
                  </a:lnTo>
                  <a:lnTo>
                    <a:pt x="2135718" y="4216663"/>
                  </a:lnTo>
                  <a:lnTo>
                    <a:pt x="2135718" y="4215416"/>
                  </a:lnTo>
                  <a:lnTo>
                    <a:pt x="2135864" y="4215416"/>
                  </a:lnTo>
                  <a:lnTo>
                    <a:pt x="2136155" y="4215416"/>
                  </a:lnTo>
                  <a:lnTo>
                    <a:pt x="2136300" y="4215416"/>
                  </a:lnTo>
                  <a:lnTo>
                    <a:pt x="2136736" y="4215416"/>
                  </a:lnTo>
                  <a:lnTo>
                    <a:pt x="2136882" y="4215416"/>
                  </a:lnTo>
                  <a:lnTo>
                    <a:pt x="2137027" y="4213545"/>
                  </a:lnTo>
                  <a:lnTo>
                    <a:pt x="2137318" y="4213545"/>
                  </a:lnTo>
                  <a:lnTo>
                    <a:pt x="2137463" y="4213545"/>
                  </a:lnTo>
                  <a:lnTo>
                    <a:pt x="2138627" y="4213545"/>
                  </a:lnTo>
                  <a:lnTo>
                    <a:pt x="2138772" y="4213545"/>
                  </a:lnTo>
                  <a:lnTo>
                    <a:pt x="2138918" y="4213545"/>
                  </a:lnTo>
                  <a:lnTo>
                    <a:pt x="2139063" y="4213545"/>
                  </a:lnTo>
                  <a:lnTo>
                    <a:pt x="2139209" y="4211674"/>
                  </a:lnTo>
                  <a:lnTo>
                    <a:pt x="2139790" y="4211674"/>
                  </a:lnTo>
                  <a:lnTo>
                    <a:pt x="2140081" y="4211051"/>
                  </a:lnTo>
                  <a:lnTo>
                    <a:pt x="2140227" y="4211051"/>
                  </a:lnTo>
                  <a:lnTo>
                    <a:pt x="2140372" y="4210427"/>
                  </a:lnTo>
                  <a:lnTo>
                    <a:pt x="2140517" y="4210427"/>
                  </a:lnTo>
                  <a:lnTo>
                    <a:pt x="2140663" y="4210427"/>
                  </a:lnTo>
                  <a:lnTo>
                    <a:pt x="2140808" y="4210427"/>
                  </a:lnTo>
                  <a:lnTo>
                    <a:pt x="2140954" y="4210427"/>
                  </a:lnTo>
                  <a:lnTo>
                    <a:pt x="2141244" y="4210427"/>
                  </a:lnTo>
                  <a:lnTo>
                    <a:pt x="2141390" y="4210427"/>
                  </a:lnTo>
                  <a:lnTo>
                    <a:pt x="2141535" y="4210427"/>
                  </a:lnTo>
                  <a:lnTo>
                    <a:pt x="2141681" y="4209180"/>
                  </a:lnTo>
                  <a:lnTo>
                    <a:pt x="2141826" y="4209180"/>
                  </a:lnTo>
                  <a:lnTo>
                    <a:pt x="2141972" y="4209180"/>
                  </a:lnTo>
                  <a:lnTo>
                    <a:pt x="2141972" y="4208557"/>
                  </a:lnTo>
                  <a:lnTo>
                    <a:pt x="2142117" y="4208557"/>
                  </a:lnTo>
                  <a:lnTo>
                    <a:pt x="2142262" y="4208557"/>
                  </a:lnTo>
                  <a:lnTo>
                    <a:pt x="2142408" y="4208557"/>
                  </a:lnTo>
                  <a:lnTo>
                    <a:pt x="2142553" y="4208557"/>
                  </a:lnTo>
                  <a:lnTo>
                    <a:pt x="2142844" y="4208557"/>
                  </a:lnTo>
                  <a:lnTo>
                    <a:pt x="2142990" y="4207933"/>
                  </a:lnTo>
                  <a:lnTo>
                    <a:pt x="2143280" y="4207933"/>
                  </a:lnTo>
                  <a:lnTo>
                    <a:pt x="2143426" y="4207933"/>
                  </a:lnTo>
                  <a:lnTo>
                    <a:pt x="2143571" y="4207933"/>
                  </a:lnTo>
                  <a:lnTo>
                    <a:pt x="2144735" y="4206062"/>
                  </a:lnTo>
                  <a:lnTo>
                    <a:pt x="2145026" y="4206062"/>
                  </a:lnTo>
                  <a:lnTo>
                    <a:pt x="2145171" y="4206062"/>
                  </a:lnTo>
                  <a:lnTo>
                    <a:pt x="2145462" y="4206062"/>
                  </a:lnTo>
                  <a:lnTo>
                    <a:pt x="2145607" y="4206062"/>
                  </a:lnTo>
                  <a:lnTo>
                    <a:pt x="2146044" y="4206062"/>
                  </a:lnTo>
                  <a:lnTo>
                    <a:pt x="2146189" y="4206062"/>
                  </a:lnTo>
                  <a:lnTo>
                    <a:pt x="2146334" y="4206062"/>
                  </a:lnTo>
                  <a:lnTo>
                    <a:pt x="2146480" y="4206062"/>
                  </a:lnTo>
                  <a:lnTo>
                    <a:pt x="2146625" y="4205439"/>
                  </a:lnTo>
                  <a:lnTo>
                    <a:pt x="2146771" y="4205439"/>
                  </a:lnTo>
                  <a:lnTo>
                    <a:pt x="2147061" y="4204815"/>
                  </a:lnTo>
                  <a:lnTo>
                    <a:pt x="2147061" y="4204191"/>
                  </a:lnTo>
                  <a:lnTo>
                    <a:pt x="2147207" y="4203568"/>
                  </a:lnTo>
                  <a:lnTo>
                    <a:pt x="2147352" y="4203568"/>
                  </a:lnTo>
                  <a:lnTo>
                    <a:pt x="2147643" y="4203568"/>
                  </a:lnTo>
                  <a:lnTo>
                    <a:pt x="2148079" y="4203568"/>
                  </a:lnTo>
                  <a:lnTo>
                    <a:pt x="2148225" y="4203568"/>
                  </a:lnTo>
                  <a:lnTo>
                    <a:pt x="2148370" y="4203568"/>
                  </a:lnTo>
                  <a:lnTo>
                    <a:pt x="2148661" y="4203568"/>
                  </a:lnTo>
                  <a:lnTo>
                    <a:pt x="2148807" y="4203568"/>
                  </a:lnTo>
                  <a:lnTo>
                    <a:pt x="2149243" y="4202944"/>
                  </a:lnTo>
                  <a:lnTo>
                    <a:pt x="2149388" y="4202944"/>
                  </a:lnTo>
                  <a:lnTo>
                    <a:pt x="2149534" y="4202944"/>
                  </a:lnTo>
                  <a:lnTo>
                    <a:pt x="2149825" y="4202944"/>
                  </a:lnTo>
                  <a:lnTo>
                    <a:pt x="2150115" y="4202944"/>
                  </a:lnTo>
                  <a:lnTo>
                    <a:pt x="2150261" y="4202944"/>
                  </a:lnTo>
                  <a:lnTo>
                    <a:pt x="2150406" y="4202944"/>
                  </a:lnTo>
                  <a:lnTo>
                    <a:pt x="2150552" y="4202944"/>
                  </a:lnTo>
                  <a:lnTo>
                    <a:pt x="2151133" y="4201697"/>
                  </a:lnTo>
                  <a:lnTo>
                    <a:pt x="2151279" y="4201697"/>
                  </a:lnTo>
                  <a:lnTo>
                    <a:pt x="2151424" y="4201697"/>
                  </a:lnTo>
                  <a:lnTo>
                    <a:pt x="2151570" y="4201697"/>
                  </a:lnTo>
                  <a:lnTo>
                    <a:pt x="2151715" y="4201697"/>
                  </a:lnTo>
                  <a:lnTo>
                    <a:pt x="2151861" y="4201697"/>
                  </a:lnTo>
                  <a:lnTo>
                    <a:pt x="2152006" y="4199826"/>
                  </a:lnTo>
                  <a:lnTo>
                    <a:pt x="2152151" y="4199826"/>
                  </a:lnTo>
                  <a:lnTo>
                    <a:pt x="2152297" y="4199826"/>
                  </a:lnTo>
                  <a:lnTo>
                    <a:pt x="2152733" y="4198579"/>
                  </a:lnTo>
                  <a:lnTo>
                    <a:pt x="2152733" y="4197956"/>
                  </a:lnTo>
                  <a:lnTo>
                    <a:pt x="2152879" y="4197332"/>
                  </a:lnTo>
                  <a:lnTo>
                    <a:pt x="2153024" y="4197332"/>
                  </a:lnTo>
                  <a:lnTo>
                    <a:pt x="2153169" y="4197332"/>
                  </a:lnTo>
                  <a:lnTo>
                    <a:pt x="2153315" y="4197332"/>
                  </a:lnTo>
                  <a:lnTo>
                    <a:pt x="2153315" y="4196709"/>
                  </a:lnTo>
                  <a:lnTo>
                    <a:pt x="2153460" y="4196709"/>
                  </a:lnTo>
                  <a:lnTo>
                    <a:pt x="2154187" y="4196085"/>
                  </a:lnTo>
                  <a:lnTo>
                    <a:pt x="2154333" y="4196085"/>
                  </a:lnTo>
                  <a:lnTo>
                    <a:pt x="2154478" y="4196085"/>
                  </a:lnTo>
                  <a:lnTo>
                    <a:pt x="2155205" y="4195461"/>
                  </a:lnTo>
                  <a:lnTo>
                    <a:pt x="2155642" y="4194214"/>
                  </a:lnTo>
                  <a:lnTo>
                    <a:pt x="2155787" y="4194214"/>
                  </a:lnTo>
                  <a:lnTo>
                    <a:pt x="2156078" y="4194214"/>
                  </a:lnTo>
                  <a:lnTo>
                    <a:pt x="2156223" y="4193591"/>
                  </a:lnTo>
                  <a:lnTo>
                    <a:pt x="2156514" y="4193591"/>
                  </a:lnTo>
                  <a:lnTo>
                    <a:pt x="2156805" y="4193591"/>
                  </a:lnTo>
                  <a:lnTo>
                    <a:pt x="2157387" y="4192967"/>
                  </a:lnTo>
                  <a:lnTo>
                    <a:pt x="2157532" y="4192967"/>
                  </a:lnTo>
                  <a:lnTo>
                    <a:pt x="2157678" y="4192343"/>
                  </a:lnTo>
                  <a:lnTo>
                    <a:pt x="2157823" y="4191720"/>
                  </a:lnTo>
                  <a:lnTo>
                    <a:pt x="2158114" y="4191720"/>
                  </a:lnTo>
                  <a:lnTo>
                    <a:pt x="2158259" y="4191096"/>
                  </a:lnTo>
                  <a:lnTo>
                    <a:pt x="2158405" y="4191096"/>
                  </a:lnTo>
                  <a:lnTo>
                    <a:pt x="2158550" y="4191096"/>
                  </a:lnTo>
                  <a:lnTo>
                    <a:pt x="2158696" y="4191096"/>
                  </a:lnTo>
                  <a:lnTo>
                    <a:pt x="2158841" y="4191096"/>
                  </a:lnTo>
                  <a:lnTo>
                    <a:pt x="2158841" y="4190473"/>
                  </a:lnTo>
                  <a:lnTo>
                    <a:pt x="2158986" y="4190473"/>
                  </a:lnTo>
                  <a:lnTo>
                    <a:pt x="2159132" y="4190473"/>
                  </a:lnTo>
                  <a:lnTo>
                    <a:pt x="2159277" y="4190473"/>
                  </a:lnTo>
                  <a:lnTo>
                    <a:pt x="2159423" y="4190473"/>
                  </a:lnTo>
                  <a:lnTo>
                    <a:pt x="2159568" y="4190473"/>
                  </a:lnTo>
                  <a:lnTo>
                    <a:pt x="2159714" y="4190473"/>
                  </a:lnTo>
                  <a:lnTo>
                    <a:pt x="2159859" y="4190473"/>
                  </a:lnTo>
                  <a:lnTo>
                    <a:pt x="2159859" y="4189849"/>
                  </a:lnTo>
                  <a:lnTo>
                    <a:pt x="2160004" y="4189849"/>
                  </a:lnTo>
                  <a:lnTo>
                    <a:pt x="2160150" y="4189849"/>
                  </a:lnTo>
                  <a:lnTo>
                    <a:pt x="2160295" y="4189849"/>
                  </a:lnTo>
                  <a:lnTo>
                    <a:pt x="2160877" y="4189849"/>
                  </a:lnTo>
                  <a:lnTo>
                    <a:pt x="2161168" y="4189849"/>
                  </a:lnTo>
                  <a:lnTo>
                    <a:pt x="2161313" y="4189849"/>
                  </a:lnTo>
                  <a:lnTo>
                    <a:pt x="2161604" y="4189226"/>
                  </a:lnTo>
                  <a:lnTo>
                    <a:pt x="2161749" y="4188602"/>
                  </a:lnTo>
                  <a:lnTo>
                    <a:pt x="2161895" y="4187355"/>
                  </a:lnTo>
                  <a:lnTo>
                    <a:pt x="2162040" y="4187355"/>
                  </a:lnTo>
                  <a:lnTo>
                    <a:pt x="2162186" y="4187355"/>
                  </a:lnTo>
                  <a:lnTo>
                    <a:pt x="2162622" y="4187355"/>
                  </a:lnTo>
                  <a:lnTo>
                    <a:pt x="2162767" y="4187355"/>
                  </a:lnTo>
                  <a:lnTo>
                    <a:pt x="2162767" y="4186731"/>
                  </a:lnTo>
                  <a:lnTo>
                    <a:pt x="2163058" y="4186731"/>
                  </a:lnTo>
                  <a:lnTo>
                    <a:pt x="2163058" y="4186108"/>
                  </a:lnTo>
                  <a:lnTo>
                    <a:pt x="2163058" y="4183613"/>
                  </a:lnTo>
                  <a:lnTo>
                    <a:pt x="2163204" y="4183613"/>
                  </a:lnTo>
                  <a:lnTo>
                    <a:pt x="2163204" y="4182990"/>
                  </a:lnTo>
                  <a:lnTo>
                    <a:pt x="2163495" y="4182990"/>
                  </a:lnTo>
                  <a:lnTo>
                    <a:pt x="2163640" y="4182990"/>
                  </a:lnTo>
                  <a:lnTo>
                    <a:pt x="2163785" y="4182990"/>
                  </a:lnTo>
                  <a:lnTo>
                    <a:pt x="2163931" y="4182990"/>
                  </a:lnTo>
                  <a:lnTo>
                    <a:pt x="2164222" y="4182990"/>
                  </a:lnTo>
                  <a:lnTo>
                    <a:pt x="2164367" y="4182990"/>
                  </a:lnTo>
                  <a:lnTo>
                    <a:pt x="2164367" y="4182366"/>
                  </a:lnTo>
                  <a:lnTo>
                    <a:pt x="2164658" y="4182366"/>
                  </a:lnTo>
                  <a:lnTo>
                    <a:pt x="2165240" y="4182366"/>
                  </a:lnTo>
                  <a:lnTo>
                    <a:pt x="2165385" y="4181119"/>
                  </a:lnTo>
                  <a:lnTo>
                    <a:pt x="2165676" y="4181119"/>
                  </a:lnTo>
                  <a:lnTo>
                    <a:pt x="2165821" y="4181119"/>
                  </a:lnTo>
                  <a:lnTo>
                    <a:pt x="2165967" y="4181119"/>
                  </a:lnTo>
                  <a:lnTo>
                    <a:pt x="2166258" y="4181119"/>
                  </a:lnTo>
                  <a:lnTo>
                    <a:pt x="2166403" y="4181119"/>
                  </a:lnTo>
                  <a:lnTo>
                    <a:pt x="2166549" y="4181119"/>
                  </a:lnTo>
                  <a:lnTo>
                    <a:pt x="2167276" y="4181119"/>
                  </a:lnTo>
                  <a:lnTo>
                    <a:pt x="2167421" y="4181119"/>
                  </a:lnTo>
                  <a:lnTo>
                    <a:pt x="2167566" y="4181119"/>
                  </a:lnTo>
                  <a:lnTo>
                    <a:pt x="2167712" y="4181119"/>
                  </a:lnTo>
                  <a:lnTo>
                    <a:pt x="2168003" y="4181119"/>
                  </a:lnTo>
                  <a:lnTo>
                    <a:pt x="2168439" y="4181119"/>
                  </a:lnTo>
                  <a:lnTo>
                    <a:pt x="2169021" y="4178001"/>
                  </a:lnTo>
                  <a:lnTo>
                    <a:pt x="2169166" y="4177377"/>
                  </a:lnTo>
                  <a:lnTo>
                    <a:pt x="2169457" y="4177377"/>
                  </a:lnTo>
                  <a:lnTo>
                    <a:pt x="2169748" y="4177377"/>
                  </a:lnTo>
                  <a:lnTo>
                    <a:pt x="2170039" y="4177377"/>
                  </a:lnTo>
                  <a:lnTo>
                    <a:pt x="2170184" y="4177377"/>
                  </a:lnTo>
                  <a:lnTo>
                    <a:pt x="2170330" y="4177377"/>
                  </a:lnTo>
                  <a:lnTo>
                    <a:pt x="2170475" y="4176754"/>
                  </a:lnTo>
                  <a:lnTo>
                    <a:pt x="2170766" y="4176754"/>
                  </a:lnTo>
                  <a:lnTo>
                    <a:pt x="2171057" y="4176754"/>
                  </a:lnTo>
                  <a:lnTo>
                    <a:pt x="2171202" y="4176754"/>
                  </a:lnTo>
                  <a:lnTo>
                    <a:pt x="2171493" y="4176754"/>
                  </a:lnTo>
                  <a:lnTo>
                    <a:pt x="2171784" y="4176754"/>
                  </a:lnTo>
                  <a:lnTo>
                    <a:pt x="2172656" y="4176130"/>
                  </a:lnTo>
                  <a:lnTo>
                    <a:pt x="2173093" y="4176130"/>
                  </a:lnTo>
                  <a:lnTo>
                    <a:pt x="2173093" y="4175507"/>
                  </a:lnTo>
                  <a:lnTo>
                    <a:pt x="2173384" y="4174883"/>
                  </a:lnTo>
                  <a:lnTo>
                    <a:pt x="2173529" y="4174883"/>
                  </a:lnTo>
                  <a:lnTo>
                    <a:pt x="2173529" y="4174260"/>
                  </a:lnTo>
                  <a:lnTo>
                    <a:pt x="2174111" y="4174260"/>
                  </a:lnTo>
                  <a:lnTo>
                    <a:pt x="2174401" y="4173636"/>
                  </a:lnTo>
                  <a:lnTo>
                    <a:pt x="2174692" y="4173636"/>
                  </a:lnTo>
                  <a:lnTo>
                    <a:pt x="2175274" y="4173012"/>
                  </a:lnTo>
                  <a:lnTo>
                    <a:pt x="2175565" y="4172389"/>
                  </a:lnTo>
                  <a:lnTo>
                    <a:pt x="2175710" y="4172389"/>
                  </a:lnTo>
                  <a:lnTo>
                    <a:pt x="2175856" y="4172389"/>
                  </a:lnTo>
                  <a:lnTo>
                    <a:pt x="2176292" y="4172389"/>
                  </a:lnTo>
                  <a:lnTo>
                    <a:pt x="2176437" y="4172389"/>
                  </a:lnTo>
                  <a:lnTo>
                    <a:pt x="2176437" y="4171765"/>
                  </a:lnTo>
                  <a:lnTo>
                    <a:pt x="2176583" y="4171765"/>
                  </a:lnTo>
                  <a:lnTo>
                    <a:pt x="2176728" y="4171765"/>
                  </a:lnTo>
                  <a:lnTo>
                    <a:pt x="2176874" y="4171765"/>
                  </a:lnTo>
                  <a:lnTo>
                    <a:pt x="2176874" y="4171142"/>
                  </a:lnTo>
                  <a:lnTo>
                    <a:pt x="2177310" y="4169894"/>
                  </a:lnTo>
                  <a:lnTo>
                    <a:pt x="2177601" y="4168647"/>
                  </a:lnTo>
                  <a:lnTo>
                    <a:pt x="2177892" y="4168647"/>
                  </a:lnTo>
                  <a:lnTo>
                    <a:pt x="2178183" y="4168647"/>
                  </a:lnTo>
                  <a:lnTo>
                    <a:pt x="2178619" y="4168024"/>
                  </a:lnTo>
                  <a:lnTo>
                    <a:pt x="2178764" y="4168024"/>
                  </a:lnTo>
                  <a:lnTo>
                    <a:pt x="2178764" y="4167400"/>
                  </a:lnTo>
                  <a:lnTo>
                    <a:pt x="2178910" y="4167400"/>
                  </a:lnTo>
                  <a:lnTo>
                    <a:pt x="2179201" y="4166153"/>
                  </a:lnTo>
                  <a:lnTo>
                    <a:pt x="2179346" y="4166153"/>
                  </a:lnTo>
                  <a:lnTo>
                    <a:pt x="2179491" y="4166153"/>
                  </a:lnTo>
                  <a:lnTo>
                    <a:pt x="2179928" y="4166153"/>
                  </a:lnTo>
                  <a:lnTo>
                    <a:pt x="2180655" y="4166153"/>
                  </a:lnTo>
                  <a:lnTo>
                    <a:pt x="2180800" y="4166153"/>
                  </a:lnTo>
                  <a:lnTo>
                    <a:pt x="2180800" y="4165529"/>
                  </a:lnTo>
                  <a:lnTo>
                    <a:pt x="2180800" y="4164906"/>
                  </a:lnTo>
                  <a:lnTo>
                    <a:pt x="2181091" y="4164906"/>
                  </a:lnTo>
                  <a:lnTo>
                    <a:pt x="2181382" y="4163659"/>
                  </a:lnTo>
                  <a:lnTo>
                    <a:pt x="2181527" y="4163659"/>
                  </a:lnTo>
                  <a:lnTo>
                    <a:pt x="2181818" y="4163659"/>
                  </a:lnTo>
                  <a:lnTo>
                    <a:pt x="2182109" y="4163035"/>
                  </a:lnTo>
                  <a:lnTo>
                    <a:pt x="2182254" y="4163035"/>
                  </a:lnTo>
                  <a:lnTo>
                    <a:pt x="2182400" y="4163035"/>
                  </a:lnTo>
                  <a:lnTo>
                    <a:pt x="2182545" y="4163035"/>
                  </a:lnTo>
                  <a:lnTo>
                    <a:pt x="2182836" y="4162411"/>
                  </a:lnTo>
                  <a:lnTo>
                    <a:pt x="2183127" y="4162411"/>
                  </a:lnTo>
                  <a:lnTo>
                    <a:pt x="2183272" y="4162411"/>
                  </a:lnTo>
                  <a:lnTo>
                    <a:pt x="2183418" y="4162411"/>
                  </a:lnTo>
                  <a:lnTo>
                    <a:pt x="2183709" y="4161788"/>
                  </a:lnTo>
                  <a:lnTo>
                    <a:pt x="2183709" y="4161164"/>
                  </a:lnTo>
                  <a:lnTo>
                    <a:pt x="2183854" y="4161164"/>
                  </a:lnTo>
                  <a:lnTo>
                    <a:pt x="2184000" y="4161164"/>
                  </a:lnTo>
                  <a:lnTo>
                    <a:pt x="2184581" y="4160541"/>
                  </a:lnTo>
                  <a:lnTo>
                    <a:pt x="2184727" y="4160541"/>
                  </a:lnTo>
                  <a:lnTo>
                    <a:pt x="2184872" y="4159917"/>
                  </a:lnTo>
                  <a:lnTo>
                    <a:pt x="2185018" y="4159294"/>
                  </a:lnTo>
                  <a:lnTo>
                    <a:pt x="2185308" y="4159294"/>
                  </a:lnTo>
                  <a:lnTo>
                    <a:pt x="2185599" y="4159294"/>
                  </a:lnTo>
                  <a:lnTo>
                    <a:pt x="2185890" y="4157423"/>
                  </a:lnTo>
                  <a:lnTo>
                    <a:pt x="2186036" y="4157423"/>
                  </a:lnTo>
                  <a:lnTo>
                    <a:pt x="2186181" y="4157423"/>
                  </a:lnTo>
                  <a:lnTo>
                    <a:pt x="2187199" y="4156176"/>
                  </a:lnTo>
                  <a:lnTo>
                    <a:pt x="2187344" y="4156176"/>
                  </a:lnTo>
                  <a:lnTo>
                    <a:pt x="2187490" y="4156176"/>
                  </a:lnTo>
                  <a:lnTo>
                    <a:pt x="2187781" y="4156176"/>
                  </a:lnTo>
                  <a:lnTo>
                    <a:pt x="2187781" y="4155552"/>
                  </a:lnTo>
                  <a:lnTo>
                    <a:pt x="2187926" y="4155552"/>
                  </a:lnTo>
                  <a:lnTo>
                    <a:pt x="2188217" y="4155552"/>
                  </a:lnTo>
                  <a:lnTo>
                    <a:pt x="2188508" y="4155552"/>
                  </a:lnTo>
                  <a:lnTo>
                    <a:pt x="2188653" y="4154928"/>
                  </a:lnTo>
                  <a:lnTo>
                    <a:pt x="2189235" y="4154305"/>
                  </a:lnTo>
                  <a:lnTo>
                    <a:pt x="2189817" y="4154305"/>
                  </a:lnTo>
                  <a:lnTo>
                    <a:pt x="2189962" y="4153681"/>
                  </a:lnTo>
                  <a:lnTo>
                    <a:pt x="2190107" y="4153681"/>
                  </a:lnTo>
                  <a:lnTo>
                    <a:pt x="2190398" y="4153681"/>
                  </a:lnTo>
                  <a:lnTo>
                    <a:pt x="2190544" y="4153058"/>
                  </a:lnTo>
                  <a:lnTo>
                    <a:pt x="2190689" y="4152434"/>
                  </a:lnTo>
                  <a:lnTo>
                    <a:pt x="2190835" y="4152434"/>
                  </a:lnTo>
                  <a:lnTo>
                    <a:pt x="2191125" y="4151187"/>
                  </a:lnTo>
                  <a:lnTo>
                    <a:pt x="2191707" y="4149940"/>
                  </a:lnTo>
                  <a:lnTo>
                    <a:pt x="2191853" y="4149940"/>
                  </a:lnTo>
                  <a:lnTo>
                    <a:pt x="2191998" y="4149940"/>
                  </a:lnTo>
                  <a:lnTo>
                    <a:pt x="2192143" y="4149940"/>
                  </a:lnTo>
                  <a:lnTo>
                    <a:pt x="2192434" y="4149940"/>
                  </a:lnTo>
                  <a:lnTo>
                    <a:pt x="2192580" y="4149316"/>
                  </a:lnTo>
                  <a:lnTo>
                    <a:pt x="2192725" y="4148693"/>
                  </a:lnTo>
                  <a:lnTo>
                    <a:pt x="2192871" y="4148693"/>
                  </a:lnTo>
                  <a:lnTo>
                    <a:pt x="2193307" y="4148069"/>
                  </a:lnTo>
                  <a:lnTo>
                    <a:pt x="2193598" y="4147446"/>
                  </a:lnTo>
                  <a:lnTo>
                    <a:pt x="2193889" y="4146822"/>
                  </a:lnTo>
                  <a:lnTo>
                    <a:pt x="2194034" y="4146822"/>
                  </a:lnTo>
                  <a:lnTo>
                    <a:pt x="2194325" y="4146198"/>
                  </a:lnTo>
                  <a:lnTo>
                    <a:pt x="2194761" y="4146198"/>
                  </a:lnTo>
                  <a:lnTo>
                    <a:pt x="2194906" y="4146198"/>
                  </a:lnTo>
                  <a:lnTo>
                    <a:pt x="2195488" y="4146198"/>
                  </a:lnTo>
                  <a:lnTo>
                    <a:pt x="2195488" y="4145575"/>
                  </a:lnTo>
                  <a:lnTo>
                    <a:pt x="2195634" y="4145575"/>
                  </a:lnTo>
                  <a:lnTo>
                    <a:pt x="2195779" y="4145575"/>
                  </a:lnTo>
                  <a:lnTo>
                    <a:pt x="2195924" y="4145575"/>
                  </a:lnTo>
                  <a:lnTo>
                    <a:pt x="2196070" y="4145575"/>
                  </a:lnTo>
                  <a:lnTo>
                    <a:pt x="2196361" y="4145575"/>
                  </a:lnTo>
                  <a:lnTo>
                    <a:pt x="2196506" y="4145575"/>
                  </a:lnTo>
                  <a:lnTo>
                    <a:pt x="2196942" y="4144951"/>
                  </a:lnTo>
                  <a:lnTo>
                    <a:pt x="2197088" y="4144951"/>
                  </a:lnTo>
                  <a:lnTo>
                    <a:pt x="2198542" y="4143704"/>
                  </a:lnTo>
                  <a:lnTo>
                    <a:pt x="2198688" y="4143704"/>
                  </a:lnTo>
                  <a:lnTo>
                    <a:pt x="2198833" y="4143704"/>
                  </a:lnTo>
                  <a:lnTo>
                    <a:pt x="2198833" y="4143080"/>
                  </a:lnTo>
                  <a:lnTo>
                    <a:pt x="2198833" y="4142457"/>
                  </a:lnTo>
                  <a:lnTo>
                    <a:pt x="2199269" y="4142457"/>
                  </a:lnTo>
                  <a:lnTo>
                    <a:pt x="2199560" y="4142457"/>
                  </a:lnTo>
                  <a:lnTo>
                    <a:pt x="2199851" y="4141833"/>
                  </a:lnTo>
                  <a:lnTo>
                    <a:pt x="2199996" y="4141833"/>
                  </a:lnTo>
                  <a:lnTo>
                    <a:pt x="2200142" y="4141833"/>
                  </a:lnTo>
                  <a:lnTo>
                    <a:pt x="2200287" y="4141833"/>
                  </a:lnTo>
                  <a:lnTo>
                    <a:pt x="2200433" y="4141210"/>
                  </a:lnTo>
                  <a:lnTo>
                    <a:pt x="2200578" y="4140586"/>
                  </a:lnTo>
                  <a:lnTo>
                    <a:pt x="2200724" y="4140586"/>
                  </a:lnTo>
                  <a:lnTo>
                    <a:pt x="2201014" y="4140586"/>
                  </a:lnTo>
                  <a:lnTo>
                    <a:pt x="2201160" y="4140586"/>
                  </a:lnTo>
                  <a:lnTo>
                    <a:pt x="2201305" y="4140586"/>
                  </a:lnTo>
                  <a:lnTo>
                    <a:pt x="2201451" y="4140586"/>
                  </a:lnTo>
                  <a:lnTo>
                    <a:pt x="2201741" y="4140586"/>
                  </a:lnTo>
                  <a:lnTo>
                    <a:pt x="2201887" y="4140586"/>
                  </a:lnTo>
                  <a:lnTo>
                    <a:pt x="2202032" y="4140586"/>
                  </a:lnTo>
                  <a:lnTo>
                    <a:pt x="2202178" y="4140586"/>
                  </a:lnTo>
                  <a:lnTo>
                    <a:pt x="2202323" y="4140586"/>
                  </a:lnTo>
                  <a:lnTo>
                    <a:pt x="2202469" y="4140586"/>
                  </a:lnTo>
                  <a:lnTo>
                    <a:pt x="2202759" y="4139339"/>
                  </a:lnTo>
                  <a:lnTo>
                    <a:pt x="2202905" y="4139339"/>
                  </a:lnTo>
                  <a:lnTo>
                    <a:pt x="2203050" y="4138092"/>
                  </a:lnTo>
                  <a:lnTo>
                    <a:pt x="2203196" y="4138092"/>
                  </a:lnTo>
                  <a:lnTo>
                    <a:pt x="2203341" y="4138092"/>
                  </a:lnTo>
                  <a:lnTo>
                    <a:pt x="2203777" y="4138092"/>
                  </a:lnTo>
                  <a:lnTo>
                    <a:pt x="2203923" y="4138092"/>
                  </a:lnTo>
                  <a:lnTo>
                    <a:pt x="2204068" y="4138092"/>
                  </a:lnTo>
                  <a:lnTo>
                    <a:pt x="2204214" y="4138092"/>
                  </a:lnTo>
                  <a:lnTo>
                    <a:pt x="2204359" y="4138092"/>
                  </a:lnTo>
                  <a:lnTo>
                    <a:pt x="2204650" y="4138092"/>
                  </a:lnTo>
                  <a:lnTo>
                    <a:pt x="2205086" y="4138092"/>
                  </a:lnTo>
                  <a:lnTo>
                    <a:pt x="2205523" y="4138092"/>
                  </a:lnTo>
                  <a:lnTo>
                    <a:pt x="2205959" y="4137468"/>
                  </a:lnTo>
                  <a:lnTo>
                    <a:pt x="2206250" y="4137468"/>
                  </a:lnTo>
                  <a:lnTo>
                    <a:pt x="2206395" y="4137468"/>
                  </a:lnTo>
                  <a:lnTo>
                    <a:pt x="2206831" y="4136845"/>
                  </a:lnTo>
                  <a:lnTo>
                    <a:pt x="2207122" y="4136845"/>
                  </a:lnTo>
                  <a:lnTo>
                    <a:pt x="2207413" y="4135597"/>
                  </a:lnTo>
                  <a:lnTo>
                    <a:pt x="2207559" y="4135597"/>
                  </a:lnTo>
                  <a:lnTo>
                    <a:pt x="2208286" y="4134974"/>
                  </a:lnTo>
                  <a:lnTo>
                    <a:pt x="2208576" y="4133727"/>
                  </a:lnTo>
                  <a:lnTo>
                    <a:pt x="2208867" y="4133727"/>
                  </a:lnTo>
                  <a:lnTo>
                    <a:pt x="2209158" y="4133727"/>
                  </a:lnTo>
                  <a:lnTo>
                    <a:pt x="2209594" y="4133727"/>
                  </a:lnTo>
                  <a:lnTo>
                    <a:pt x="2209594" y="4133103"/>
                  </a:lnTo>
                  <a:lnTo>
                    <a:pt x="2209740" y="4133103"/>
                  </a:lnTo>
                  <a:lnTo>
                    <a:pt x="2209885" y="4132480"/>
                  </a:lnTo>
                  <a:lnTo>
                    <a:pt x="2210031" y="4132480"/>
                  </a:lnTo>
                  <a:lnTo>
                    <a:pt x="2210467" y="4132480"/>
                  </a:lnTo>
                  <a:lnTo>
                    <a:pt x="2210903" y="4131232"/>
                  </a:lnTo>
                  <a:lnTo>
                    <a:pt x="2211340" y="4131232"/>
                  </a:lnTo>
                  <a:lnTo>
                    <a:pt x="2211630" y="4131232"/>
                  </a:lnTo>
                  <a:lnTo>
                    <a:pt x="2211921" y="4131232"/>
                  </a:lnTo>
                  <a:lnTo>
                    <a:pt x="2212067" y="4131232"/>
                  </a:lnTo>
                  <a:lnTo>
                    <a:pt x="2212067" y="4130609"/>
                  </a:lnTo>
                  <a:lnTo>
                    <a:pt x="2212358" y="4130609"/>
                  </a:lnTo>
                  <a:lnTo>
                    <a:pt x="2212794" y="4129362"/>
                  </a:lnTo>
                  <a:lnTo>
                    <a:pt x="2212794" y="4128738"/>
                  </a:lnTo>
                  <a:lnTo>
                    <a:pt x="2213085" y="4128738"/>
                  </a:lnTo>
                  <a:lnTo>
                    <a:pt x="2213521" y="4128738"/>
                  </a:lnTo>
                  <a:lnTo>
                    <a:pt x="2213812" y="4128738"/>
                  </a:lnTo>
                  <a:lnTo>
                    <a:pt x="2213957" y="4128738"/>
                  </a:lnTo>
                  <a:lnTo>
                    <a:pt x="2214394" y="4128738"/>
                  </a:lnTo>
                  <a:lnTo>
                    <a:pt x="2214539" y="4128738"/>
                  </a:lnTo>
                  <a:lnTo>
                    <a:pt x="2214539" y="4128114"/>
                  </a:lnTo>
                  <a:lnTo>
                    <a:pt x="2214684" y="4127491"/>
                  </a:lnTo>
                  <a:lnTo>
                    <a:pt x="2215121" y="4127491"/>
                  </a:lnTo>
                  <a:lnTo>
                    <a:pt x="2215266" y="4127491"/>
                  </a:lnTo>
                  <a:lnTo>
                    <a:pt x="2215411" y="4127491"/>
                  </a:lnTo>
                  <a:lnTo>
                    <a:pt x="2215557" y="4127491"/>
                  </a:lnTo>
                  <a:lnTo>
                    <a:pt x="2216284" y="4125620"/>
                  </a:lnTo>
                  <a:lnTo>
                    <a:pt x="2216720" y="4125620"/>
                  </a:lnTo>
                  <a:lnTo>
                    <a:pt x="2216866" y="4125620"/>
                  </a:lnTo>
                  <a:lnTo>
                    <a:pt x="2217011" y="4124997"/>
                  </a:lnTo>
                  <a:lnTo>
                    <a:pt x="2217011" y="4124373"/>
                  </a:lnTo>
                  <a:lnTo>
                    <a:pt x="2217157" y="4124373"/>
                  </a:lnTo>
                  <a:lnTo>
                    <a:pt x="2217302" y="4124373"/>
                  </a:lnTo>
                  <a:lnTo>
                    <a:pt x="2217593" y="4122502"/>
                  </a:lnTo>
                  <a:lnTo>
                    <a:pt x="2217738" y="4122502"/>
                  </a:lnTo>
                  <a:lnTo>
                    <a:pt x="2218320" y="4122502"/>
                  </a:lnTo>
                  <a:lnTo>
                    <a:pt x="2218756" y="4122502"/>
                  </a:lnTo>
                  <a:lnTo>
                    <a:pt x="2218902" y="4122502"/>
                  </a:lnTo>
                  <a:lnTo>
                    <a:pt x="2219047" y="4122502"/>
                  </a:lnTo>
                  <a:lnTo>
                    <a:pt x="2219193" y="4122502"/>
                  </a:lnTo>
                  <a:lnTo>
                    <a:pt x="2219338" y="4122502"/>
                  </a:lnTo>
                  <a:lnTo>
                    <a:pt x="2220065" y="4122502"/>
                  </a:lnTo>
                  <a:lnTo>
                    <a:pt x="2220211" y="4122502"/>
                  </a:lnTo>
                  <a:lnTo>
                    <a:pt x="2220356" y="4122502"/>
                  </a:lnTo>
                  <a:lnTo>
                    <a:pt x="2220501" y="4122502"/>
                  </a:lnTo>
                  <a:lnTo>
                    <a:pt x="2221229" y="4121879"/>
                  </a:lnTo>
                  <a:lnTo>
                    <a:pt x="2221374" y="4121879"/>
                  </a:lnTo>
                  <a:lnTo>
                    <a:pt x="2221956" y="4121879"/>
                  </a:lnTo>
                  <a:lnTo>
                    <a:pt x="2222101" y="4121879"/>
                  </a:lnTo>
                  <a:lnTo>
                    <a:pt x="2222246" y="4121879"/>
                  </a:lnTo>
                  <a:lnTo>
                    <a:pt x="2222392" y="4121879"/>
                  </a:lnTo>
                  <a:lnTo>
                    <a:pt x="2222392" y="4121255"/>
                  </a:lnTo>
                  <a:lnTo>
                    <a:pt x="2222537" y="4121255"/>
                  </a:lnTo>
                  <a:lnTo>
                    <a:pt x="2223119" y="4121255"/>
                  </a:lnTo>
                  <a:lnTo>
                    <a:pt x="2223701" y="4121255"/>
                  </a:lnTo>
                  <a:lnTo>
                    <a:pt x="2223701" y="4120631"/>
                  </a:lnTo>
                  <a:lnTo>
                    <a:pt x="2223992" y="4120008"/>
                  </a:lnTo>
                  <a:lnTo>
                    <a:pt x="2224137" y="4120008"/>
                  </a:lnTo>
                  <a:lnTo>
                    <a:pt x="2224282" y="4120008"/>
                  </a:lnTo>
                  <a:lnTo>
                    <a:pt x="2224573" y="4119384"/>
                  </a:lnTo>
                  <a:lnTo>
                    <a:pt x="2224864" y="4119384"/>
                  </a:lnTo>
                  <a:lnTo>
                    <a:pt x="2225591" y="4119384"/>
                  </a:lnTo>
                  <a:lnTo>
                    <a:pt x="2225737" y="4118761"/>
                  </a:lnTo>
                  <a:lnTo>
                    <a:pt x="2226028" y="4118137"/>
                  </a:lnTo>
                  <a:lnTo>
                    <a:pt x="2226318" y="4118137"/>
                  </a:lnTo>
                  <a:lnTo>
                    <a:pt x="2226609" y="4117514"/>
                  </a:lnTo>
                  <a:lnTo>
                    <a:pt x="2226755" y="4117514"/>
                  </a:lnTo>
                  <a:lnTo>
                    <a:pt x="2226900" y="4117514"/>
                  </a:lnTo>
                  <a:lnTo>
                    <a:pt x="2227191" y="4117514"/>
                  </a:lnTo>
                  <a:lnTo>
                    <a:pt x="2227336" y="4116890"/>
                  </a:lnTo>
                  <a:lnTo>
                    <a:pt x="2227482" y="4116890"/>
                  </a:lnTo>
                  <a:lnTo>
                    <a:pt x="2227918" y="4116266"/>
                  </a:lnTo>
                  <a:lnTo>
                    <a:pt x="2228209" y="4116266"/>
                  </a:lnTo>
                  <a:lnTo>
                    <a:pt x="2228354" y="4116266"/>
                  </a:lnTo>
                  <a:lnTo>
                    <a:pt x="2228791" y="4116266"/>
                  </a:lnTo>
                  <a:lnTo>
                    <a:pt x="2228791" y="4115643"/>
                  </a:lnTo>
                  <a:lnTo>
                    <a:pt x="2229227" y="4115019"/>
                  </a:lnTo>
                  <a:lnTo>
                    <a:pt x="2229372" y="4113772"/>
                  </a:lnTo>
                  <a:lnTo>
                    <a:pt x="2229518" y="4113772"/>
                  </a:lnTo>
                  <a:lnTo>
                    <a:pt x="2229809" y="4113772"/>
                  </a:lnTo>
                  <a:lnTo>
                    <a:pt x="2229954" y="4113148"/>
                  </a:lnTo>
                  <a:lnTo>
                    <a:pt x="2230099" y="4112525"/>
                  </a:lnTo>
                  <a:lnTo>
                    <a:pt x="2230245" y="4111901"/>
                  </a:lnTo>
                  <a:lnTo>
                    <a:pt x="2230390" y="4111901"/>
                  </a:lnTo>
                  <a:lnTo>
                    <a:pt x="2230536" y="4111901"/>
                  </a:lnTo>
                  <a:lnTo>
                    <a:pt x="2230681" y="4111901"/>
                  </a:lnTo>
                  <a:lnTo>
                    <a:pt x="2231117" y="4111278"/>
                  </a:lnTo>
                  <a:lnTo>
                    <a:pt x="2231699" y="4110654"/>
                  </a:lnTo>
                  <a:lnTo>
                    <a:pt x="2231845" y="4110031"/>
                  </a:lnTo>
                  <a:lnTo>
                    <a:pt x="2231990" y="4110031"/>
                  </a:lnTo>
                  <a:lnTo>
                    <a:pt x="2232135" y="4110031"/>
                  </a:lnTo>
                  <a:lnTo>
                    <a:pt x="2232281" y="4110031"/>
                  </a:lnTo>
                  <a:lnTo>
                    <a:pt x="2232572" y="4110031"/>
                  </a:lnTo>
                  <a:lnTo>
                    <a:pt x="2232572" y="4109407"/>
                  </a:lnTo>
                  <a:lnTo>
                    <a:pt x="2232717" y="4108160"/>
                  </a:lnTo>
                  <a:lnTo>
                    <a:pt x="2232863" y="4108160"/>
                  </a:lnTo>
                  <a:lnTo>
                    <a:pt x="2233153" y="4108160"/>
                  </a:lnTo>
                  <a:lnTo>
                    <a:pt x="2233881" y="4108160"/>
                  </a:lnTo>
                  <a:lnTo>
                    <a:pt x="2234026" y="4108160"/>
                  </a:lnTo>
                  <a:lnTo>
                    <a:pt x="2234171" y="4108160"/>
                  </a:lnTo>
                  <a:lnTo>
                    <a:pt x="2234317" y="4108160"/>
                  </a:lnTo>
                  <a:lnTo>
                    <a:pt x="2234608" y="4108160"/>
                  </a:lnTo>
                  <a:lnTo>
                    <a:pt x="2234753" y="4108160"/>
                  </a:lnTo>
                  <a:lnTo>
                    <a:pt x="2234898" y="4108160"/>
                  </a:lnTo>
                  <a:lnTo>
                    <a:pt x="2235189" y="4108160"/>
                  </a:lnTo>
                  <a:lnTo>
                    <a:pt x="2235335" y="4108160"/>
                  </a:lnTo>
                  <a:lnTo>
                    <a:pt x="2235480" y="4108160"/>
                  </a:lnTo>
                  <a:lnTo>
                    <a:pt x="2235626" y="4107536"/>
                  </a:lnTo>
                  <a:lnTo>
                    <a:pt x="2235771" y="4107536"/>
                  </a:lnTo>
                  <a:lnTo>
                    <a:pt x="2235771" y="4106289"/>
                  </a:lnTo>
                  <a:lnTo>
                    <a:pt x="2235916" y="4106289"/>
                  </a:lnTo>
                  <a:lnTo>
                    <a:pt x="2236207" y="4106289"/>
                  </a:lnTo>
                  <a:lnTo>
                    <a:pt x="2236353" y="4106289"/>
                  </a:lnTo>
                  <a:lnTo>
                    <a:pt x="2236644" y="4106289"/>
                  </a:lnTo>
                  <a:lnTo>
                    <a:pt x="2236789" y="4106289"/>
                  </a:lnTo>
                  <a:lnTo>
                    <a:pt x="2236789" y="4105665"/>
                  </a:lnTo>
                  <a:lnTo>
                    <a:pt x="2236789" y="4105042"/>
                  </a:lnTo>
                  <a:lnTo>
                    <a:pt x="2237080" y="4105042"/>
                  </a:lnTo>
                  <a:lnTo>
                    <a:pt x="2237516" y="4104418"/>
                  </a:lnTo>
                  <a:lnTo>
                    <a:pt x="2237662" y="4104418"/>
                  </a:lnTo>
                  <a:lnTo>
                    <a:pt x="2237952" y="4104418"/>
                  </a:lnTo>
                  <a:lnTo>
                    <a:pt x="2238825" y="4104418"/>
                  </a:lnTo>
                  <a:lnTo>
                    <a:pt x="2239261" y="4103795"/>
                  </a:lnTo>
                  <a:lnTo>
                    <a:pt x="2239552" y="4103171"/>
                  </a:lnTo>
                  <a:lnTo>
                    <a:pt x="2239698" y="4103171"/>
                  </a:lnTo>
                  <a:lnTo>
                    <a:pt x="2239843" y="4102548"/>
                  </a:lnTo>
                  <a:lnTo>
                    <a:pt x="2239988" y="4102548"/>
                  </a:lnTo>
                  <a:lnTo>
                    <a:pt x="2240134" y="4102548"/>
                  </a:lnTo>
                  <a:lnTo>
                    <a:pt x="2240134" y="4101924"/>
                  </a:lnTo>
                  <a:lnTo>
                    <a:pt x="2240861" y="4101924"/>
                  </a:lnTo>
                  <a:lnTo>
                    <a:pt x="2241006" y="4101924"/>
                  </a:lnTo>
                  <a:lnTo>
                    <a:pt x="2241152" y="4101924"/>
                  </a:lnTo>
                  <a:lnTo>
                    <a:pt x="2241297" y="4101924"/>
                  </a:lnTo>
                  <a:lnTo>
                    <a:pt x="2241297" y="4101300"/>
                  </a:lnTo>
                  <a:lnTo>
                    <a:pt x="2241443" y="4101300"/>
                  </a:lnTo>
                  <a:lnTo>
                    <a:pt x="2241588" y="4101300"/>
                  </a:lnTo>
                  <a:lnTo>
                    <a:pt x="2241733" y="4101300"/>
                  </a:lnTo>
                  <a:lnTo>
                    <a:pt x="2241879" y="4100677"/>
                  </a:lnTo>
                  <a:lnTo>
                    <a:pt x="2242170" y="4100677"/>
                  </a:lnTo>
                  <a:lnTo>
                    <a:pt x="2242170" y="4100053"/>
                  </a:lnTo>
                  <a:lnTo>
                    <a:pt x="2242315" y="4100053"/>
                  </a:lnTo>
                  <a:lnTo>
                    <a:pt x="2242751" y="4099430"/>
                  </a:lnTo>
                  <a:lnTo>
                    <a:pt x="2242897" y="4099430"/>
                  </a:lnTo>
                  <a:lnTo>
                    <a:pt x="2243042" y="4099430"/>
                  </a:lnTo>
                  <a:lnTo>
                    <a:pt x="2243479" y="4098806"/>
                  </a:lnTo>
                  <a:lnTo>
                    <a:pt x="2243915" y="4098183"/>
                  </a:lnTo>
                  <a:lnTo>
                    <a:pt x="2244206" y="4098183"/>
                  </a:lnTo>
                  <a:lnTo>
                    <a:pt x="2244351" y="4098183"/>
                  </a:lnTo>
                  <a:lnTo>
                    <a:pt x="2244497" y="4098183"/>
                  </a:lnTo>
                  <a:lnTo>
                    <a:pt x="2244642" y="4098183"/>
                  </a:lnTo>
                  <a:lnTo>
                    <a:pt x="2244787" y="4098183"/>
                  </a:lnTo>
                  <a:lnTo>
                    <a:pt x="2244933" y="4098183"/>
                  </a:lnTo>
                  <a:lnTo>
                    <a:pt x="2245078" y="4098183"/>
                  </a:lnTo>
                  <a:lnTo>
                    <a:pt x="2245224" y="4098183"/>
                  </a:lnTo>
                  <a:lnTo>
                    <a:pt x="2245369" y="4098183"/>
                  </a:lnTo>
                  <a:lnTo>
                    <a:pt x="2245660" y="4098183"/>
                  </a:lnTo>
                  <a:lnTo>
                    <a:pt x="2246242" y="4098183"/>
                  </a:lnTo>
                  <a:lnTo>
                    <a:pt x="2246387" y="4098183"/>
                  </a:lnTo>
                  <a:lnTo>
                    <a:pt x="2246678" y="4098183"/>
                  </a:lnTo>
                  <a:lnTo>
                    <a:pt x="2246969" y="4098183"/>
                  </a:lnTo>
                  <a:lnTo>
                    <a:pt x="2246969" y="4097559"/>
                  </a:lnTo>
                  <a:lnTo>
                    <a:pt x="2247260" y="4096935"/>
                  </a:lnTo>
                  <a:lnTo>
                    <a:pt x="2247551" y="4096935"/>
                  </a:lnTo>
                  <a:lnTo>
                    <a:pt x="2247551" y="4096312"/>
                  </a:lnTo>
                  <a:lnTo>
                    <a:pt x="2247551" y="4095688"/>
                  </a:lnTo>
                  <a:lnTo>
                    <a:pt x="2247696" y="4095688"/>
                  </a:lnTo>
                  <a:lnTo>
                    <a:pt x="2248278" y="4095688"/>
                  </a:lnTo>
                  <a:lnTo>
                    <a:pt x="2249150" y="4095688"/>
                  </a:lnTo>
                  <a:lnTo>
                    <a:pt x="2249296" y="4095688"/>
                  </a:lnTo>
                  <a:lnTo>
                    <a:pt x="2249586" y="4095688"/>
                  </a:lnTo>
                  <a:lnTo>
                    <a:pt x="2249586" y="4095065"/>
                  </a:lnTo>
                  <a:lnTo>
                    <a:pt x="2249877" y="4095065"/>
                  </a:lnTo>
                  <a:lnTo>
                    <a:pt x="2250168" y="4095065"/>
                  </a:lnTo>
                  <a:lnTo>
                    <a:pt x="2250314" y="4095065"/>
                  </a:lnTo>
                  <a:lnTo>
                    <a:pt x="2250314" y="4094441"/>
                  </a:lnTo>
                  <a:lnTo>
                    <a:pt x="2250895" y="4094441"/>
                  </a:lnTo>
                  <a:lnTo>
                    <a:pt x="2251041" y="4094441"/>
                  </a:lnTo>
                  <a:lnTo>
                    <a:pt x="2251332" y="4094441"/>
                  </a:lnTo>
                  <a:lnTo>
                    <a:pt x="2251622" y="4092570"/>
                  </a:lnTo>
                  <a:lnTo>
                    <a:pt x="2251768" y="4092570"/>
                  </a:lnTo>
                  <a:lnTo>
                    <a:pt x="2252350" y="4092570"/>
                  </a:lnTo>
                  <a:lnTo>
                    <a:pt x="2252350" y="4091947"/>
                  </a:lnTo>
                  <a:lnTo>
                    <a:pt x="2252640" y="4091323"/>
                  </a:lnTo>
                  <a:lnTo>
                    <a:pt x="2252786" y="4091323"/>
                  </a:lnTo>
                  <a:lnTo>
                    <a:pt x="2252786" y="4090700"/>
                  </a:lnTo>
                  <a:lnTo>
                    <a:pt x="2253513" y="4090700"/>
                  </a:lnTo>
                  <a:lnTo>
                    <a:pt x="2253658" y="4090700"/>
                  </a:lnTo>
                  <a:lnTo>
                    <a:pt x="2253658" y="4090076"/>
                  </a:lnTo>
                  <a:lnTo>
                    <a:pt x="2253804" y="4090076"/>
                  </a:lnTo>
                  <a:lnTo>
                    <a:pt x="2253949" y="4089452"/>
                  </a:lnTo>
                  <a:lnTo>
                    <a:pt x="2254240" y="4088829"/>
                  </a:lnTo>
                  <a:lnTo>
                    <a:pt x="2254386" y="4088829"/>
                  </a:lnTo>
                  <a:lnTo>
                    <a:pt x="2254386" y="4087582"/>
                  </a:lnTo>
                  <a:lnTo>
                    <a:pt x="2254531" y="4087582"/>
                  </a:lnTo>
                  <a:lnTo>
                    <a:pt x="2254531" y="4086958"/>
                  </a:lnTo>
                  <a:lnTo>
                    <a:pt x="2254676" y="4086958"/>
                  </a:lnTo>
                  <a:lnTo>
                    <a:pt x="2254822" y="4086958"/>
                  </a:lnTo>
                  <a:lnTo>
                    <a:pt x="2254967" y="4086958"/>
                  </a:lnTo>
                  <a:lnTo>
                    <a:pt x="2255113" y="4086958"/>
                  </a:lnTo>
                  <a:lnTo>
                    <a:pt x="2255549" y="4085711"/>
                  </a:lnTo>
                  <a:lnTo>
                    <a:pt x="2255694" y="4085711"/>
                  </a:lnTo>
                  <a:lnTo>
                    <a:pt x="2255840" y="4085711"/>
                  </a:lnTo>
                  <a:lnTo>
                    <a:pt x="2256276" y="4085711"/>
                  </a:lnTo>
                  <a:lnTo>
                    <a:pt x="2256421" y="4085711"/>
                  </a:lnTo>
                  <a:lnTo>
                    <a:pt x="2256421" y="4085087"/>
                  </a:lnTo>
                  <a:lnTo>
                    <a:pt x="2256567" y="4085087"/>
                  </a:lnTo>
                  <a:lnTo>
                    <a:pt x="2256858" y="4084464"/>
                  </a:lnTo>
                  <a:lnTo>
                    <a:pt x="2257294" y="4084464"/>
                  </a:lnTo>
                  <a:lnTo>
                    <a:pt x="2257585" y="4084464"/>
                  </a:lnTo>
                  <a:lnTo>
                    <a:pt x="2257730" y="4084464"/>
                  </a:lnTo>
                  <a:lnTo>
                    <a:pt x="2257876" y="4084464"/>
                  </a:lnTo>
                  <a:lnTo>
                    <a:pt x="2258021" y="4084464"/>
                  </a:lnTo>
                  <a:lnTo>
                    <a:pt x="2258021" y="4083217"/>
                  </a:lnTo>
                  <a:lnTo>
                    <a:pt x="2258312" y="4083217"/>
                  </a:lnTo>
                  <a:lnTo>
                    <a:pt x="2258748" y="4082593"/>
                  </a:lnTo>
                  <a:lnTo>
                    <a:pt x="2258894" y="4081969"/>
                  </a:lnTo>
                  <a:lnTo>
                    <a:pt x="2258894" y="4081346"/>
                  </a:lnTo>
                  <a:lnTo>
                    <a:pt x="2259039" y="4081346"/>
                  </a:lnTo>
                  <a:lnTo>
                    <a:pt x="2259185" y="4081346"/>
                  </a:lnTo>
                  <a:lnTo>
                    <a:pt x="2259330" y="4081346"/>
                  </a:lnTo>
                  <a:lnTo>
                    <a:pt x="2259330" y="4080722"/>
                  </a:lnTo>
                  <a:lnTo>
                    <a:pt x="2259475" y="4080722"/>
                  </a:lnTo>
                  <a:lnTo>
                    <a:pt x="2259621" y="4080722"/>
                  </a:lnTo>
                  <a:lnTo>
                    <a:pt x="2260203" y="4080722"/>
                  </a:lnTo>
                  <a:lnTo>
                    <a:pt x="2260639" y="4080722"/>
                  </a:lnTo>
                  <a:lnTo>
                    <a:pt x="2260784" y="4080722"/>
                  </a:lnTo>
                  <a:lnTo>
                    <a:pt x="2261075" y="4080722"/>
                  </a:lnTo>
                  <a:lnTo>
                    <a:pt x="2261802" y="4080722"/>
                  </a:lnTo>
                  <a:lnTo>
                    <a:pt x="2261948" y="4080722"/>
                  </a:lnTo>
                  <a:lnTo>
                    <a:pt x="2262093" y="4080722"/>
                  </a:lnTo>
                  <a:lnTo>
                    <a:pt x="2262384" y="4080099"/>
                  </a:lnTo>
                  <a:lnTo>
                    <a:pt x="2262820" y="4080099"/>
                  </a:lnTo>
                  <a:lnTo>
                    <a:pt x="2262966" y="4080099"/>
                  </a:lnTo>
                  <a:lnTo>
                    <a:pt x="2263111" y="4080099"/>
                  </a:lnTo>
                  <a:lnTo>
                    <a:pt x="2263402" y="4080099"/>
                  </a:lnTo>
                  <a:lnTo>
                    <a:pt x="2263547" y="4080099"/>
                  </a:lnTo>
                  <a:lnTo>
                    <a:pt x="2263693" y="4080099"/>
                  </a:lnTo>
                  <a:lnTo>
                    <a:pt x="2265729" y="4075110"/>
                  </a:lnTo>
                  <a:lnTo>
                    <a:pt x="2265729" y="4074486"/>
                  </a:lnTo>
                  <a:lnTo>
                    <a:pt x="2265874" y="4074486"/>
                  </a:lnTo>
                  <a:lnTo>
                    <a:pt x="2266165" y="4074486"/>
                  </a:lnTo>
                  <a:lnTo>
                    <a:pt x="2266456" y="4074486"/>
                  </a:lnTo>
                  <a:lnTo>
                    <a:pt x="2266747" y="4074486"/>
                  </a:lnTo>
                  <a:lnTo>
                    <a:pt x="2266892" y="4074486"/>
                  </a:lnTo>
                  <a:lnTo>
                    <a:pt x="2267038" y="4074486"/>
                  </a:lnTo>
                  <a:lnTo>
                    <a:pt x="2267038" y="4073863"/>
                  </a:lnTo>
                  <a:lnTo>
                    <a:pt x="2267183" y="4073239"/>
                  </a:lnTo>
                  <a:lnTo>
                    <a:pt x="2267474" y="4073239"/>
                  </a:lnTo>
                  <a:lnTo>
                    <a:pt x="2267619" y="4073239"/>
                  </a:lnTo>
                  <a:lnTo>
                    <a:pt x="2267910" y="4073239"/>
                  </a:lnTo>
                  <a:lnTo>
                    <a:pt x="2268056" y="4073239"/>
                  </a:lnTo>
                  <a:lnTo>
                    <a:pt x="2268201" y="4073239"/>
                  </a:lnTo>
                  <a:lnTo>
                    <a:pt x="2268346" y="4073239"/>
                  </a:lnTo>
                  <a:lnTo>
                    <a:pt x="2268492" y="4073239"/>
                  </a:lnTo>
                  <a:lnTo>
                    <a:pt x="2268783" y="4073239"/>
                  </a:lnTo>
                  <a:lnTo>
                    <a:pt x="2269073" y="4073239"/>
                  </a:lnTo>
                  <a:lnTo>
                    <a:pt x="2269219" y="4073239"/>
                  </a:lnTo>
                  <a:lnTo>
                    <a:pt x="2269364" y="4072616"/>
                  </a:lnTo>
                  <a:lnTo>
                    <a:pt x="2269364" y="4071992"/>
                  </a:lnTo>
                  <a:lnTo>
                    <a:pt x="2269364" y="4070745"/>
                  </a:lnTo>
                  <a:lnTo>
                    <a:pt x="2269655" y="4070745"/>
                  </a:lnTo>
                  <a:lnTo>
                    <a:pt x="2269655" y="4070121"/>
                  </a:lnTo>
                  <a:lnTo>
                    <a:pt x="2270091" y="4069498"/>
                  </a:lnTo>
                  <a:lnTo>
                    <a:pt x="2270528" y="4068874"/>
                  </a:lnTo>
                  <a:lnTo>
                    <a:pt x="2270673" y="4068874"/>
                  </a:lnTo>
                  <a:lnTo>
                    <a:pt x="2271109" y="4068251"/>
                  </a:lnTo>
                  <a:lnTo>
                    <a:pt x="2271400" y="4068251"/>
                  </a:lnTo>
                  <a:lnTo>
                    <a:pt x="2271546" y="4068251"/>
                  </a:lnTo>
                  <a:lnTo>
                    <a:pt x="2271982" y="4067627"/>
                  </a:lnTo>
                  <a:lnTo>
                    <a:pt x="2271982" y="4065133"/>
                  </a:lnTo>
                  <a:lnTo>
                    <a:pt x="2272273" y="4064509"/>
                  </a:lnTo>
                  <a:lnTo>
                    <a:pt x="2272855" y="4063262"/>
                  </a:lnTo>
                  <a:lnTo>
                    <a:pt x="2273145" y="4063262"/>
                  </a:lnTo>
                  <a:lnTo>
                    <a:pt x="2273436" y="4063262"/>
                  </a:lnTo>
                  <a:lnTo>
                    <a:pt x="2273727" y="4063262"/>
                  </a:lnTo>
                  <a:lnTo>
                    <a:pt x="2274163" y="4063262"/>
                  </a:lnTo>
                  <a:lnTo>
                    <a:pt x="2274163" y="4062638"/>
                  </a:lnTo>
                  <a:lnTo>
                    <a:pt x="2274309" y="4062638"/>
                  </a:lnTo>
                  <a:lnTo>
                    <a:pt x="2274600" y="4062638"/>
                  </a:lnTo>
                  <a:lnTo>
                    <a:pt x="2274745" y="4062638"/>
                  </a:lnTo>
                  <a:lnTo>
                    <a:pt x="2274891" y="4062638"/>
                  </a:lnTo>
                  <a:lnTo>
                    <a:pt x="2275181" y="4062638"/>
                  </a:lnTo>
                  <a:lnTo>
                    <a:pt x="2275327" y="4062638"/>
                  </a:lnTo>
                  <a:lnTo>
                    <a:pt x="2275618" y="4062015"/>
                  </a:lnTo>
                  <a:lnTo>
                    <a:pt x="2275908" y="4062015"/>
                  </a:lnTo>
                  <a:lnTo>
                    <a:pt x="2276054" y="4060768"/>
                  </a:lnTo>
                  <a:lnTo>
                    <a:pt x="2276199" y="4060144"/>
                  </a:lnTo>
                  <a:lnTo>
                    <a:pt x="2276345" y="4060144"/>
                  </a:lnTo>
                  <a:lnTo>
                    <a:pt x="2276636" y="4060144"/>
                  </a:lnTo>
                  <a:lnTo>
                    <a:pt x="2277217" y="4060144"/>
                  </a:lnTo>
                  <a:lnTo>
                    <a:pt x="2277217" y="4059520"/>
                  </a:lnTo>
                  <a:lnTo>
                    <a:pt x="2277508" y="4059520"/>
                  </a:lnTo>
                  <a:lnTo>
                    <a:pt x="2277654" y="4059520"/>
                  </a:lnTo>
                  <a:lnTo>
                    <a:pt x="2277799" y="4059520"/>
                  </a:lnTo>
                  <a:lnTo>
                    <a:pt x="2278090" y="4058897"/>
                  </a:lnTo>
                  <a:lnTo>
                    <a:pt x="2278235" y="4058897"/>
                  </a:lnTo>
                  <a:lnTo>
                    <a:pt x="2278962" y="4058273"/>
                  </a:lnTo>
                  <a:lnTo>
                    <a:pt x="2279253" y="4058273"/>
                  </a:lnTo>
                  <a:lnTo>
                    <a:pt x="2279544" y="4057650"/>
                  </a:lnTo>
                  <a:lnTo>
                    <a:pt x="2279835" y="4057650"/>
                  </a:lnTo>
                  <a:lnTo>
                    <a:pt x="2280271" y="4057650"/>
                  </a:lnTo>
                  <a:lnTo>
                    <a:pt x="2280417" y="4057026"/>
                  </a:lnTo>
                  <a:lnTo>
                    <a:pt x="2280853" y="4057026"/>
                  </a:lnTo>
                  <a:lnTo>
                    <a:pt x="2280998" y="4057026"/>
                  </a:lnTo>
                  <a:lnTo>
                    <a:pt x="2281144" y="4056402"/>
                  </a:lnTo>
                  <a:lnTo>
                    <a:pt x="2281289" y="4056402"/>
                  </a:lnTo>
                  <a:lnTo>
                    <a:pt x="2281435" y="4055779"/>
                  </a:lnTo>
                  <a:lnTo>
                    <a:pt x="2281580" y="4055779"/>
                  </a:lnTo>
                  <a:lnTo>
                    <a:pt x="2281726" y="4055779"/>
                  </a:lnTo>
                  <a:lnTo>
                    <a:pt x="2281871" y="4055779"/>
                  </a:lnTo>
                  <a:lnTo>
                    <a:pt x="2282307" y="4055779"/>
                  </a:lnTo>
                  <a:lnTo>
                    <a:pt x="2282743" y="4055779"/>
                  </a:lnTo>
                  <a:lnTo>
                    <a:pt x="2283034" y="4055779"/>
                  </a:lnTo>
                  <a:lnTo>
                    <a:pt x="2283180" y="4055779"/>
                  </a:lnTo>
                  <a:lnTo>
                    <a:pt x="2283180" y="4055155"/>
                  </a:lnTo>
                  <a:lnTo>
                    <a:pt x="2283471" y="4054532"/>
                  </a:lnTo>
                  <a:lnTo>
                    <a:pt x="2283761" y="4054532"/>
                  </a:lnTo>
                  <a:lnTo>
                    <a:pt x="2283761" y="4053285"/>
                  </a:lnTo>
                  <a:lnTo>
                    <a:pt x="2283907" y="4053285"/>
                  </a:lnTo>
                  <a:lnTo>
                    <a:pt x="2284052" y="4053285"/>
                  </a:lnTo>
                  <a:lnTo>
                    <a:pt x="2284343" y="4052037"/>
                  </a:lnTo>
                  <a:lnTo>
                    <a:pt x="2284489" y="4052037"/>
                  </a:lnTo>
                  <a:lnTo>
                    <a:pt x="2284634" y="4052037"/>
                  </a:lnTo>
                  <a:lnTo>
                    <a:pt x="2284779" y="4052037"/>
                  </a:lnTo>
                  <a:lnTo>
                    <a:pt x="2284925" y="4052037"/>
                  </a:lnTo>
                  <a:lnTo>
                    <a:pt x="2285070" y="4052037"/>
                  </a:lnTo>
                  <a:lnTo>
                    <a:pt x="2285216" y="4051414"/>
                  </a:lnTo>
                  <a:lnTo>
                    <a:pt x="2285507" y="4051414"/>
                  </a:lnTo>
                  <a:lnTo>
                    <a:pt x="2285943" y="4051414"/>
                  </a:lnTo>
                  <a:lnTo>
                    <a:pt x="2286379" y="4051414"/>
                  </a:lnTo>
                  <a:lnTo>
                    <a:pt x="2286525" y="4051414"/>
                  </a:lnTo>
                  <a:lnTo>
                    <a:pt x="2286670" y="4051414"/>
                  </a:lnTo>
                  <a:lnTo>
                    <a:pt x="2286815" y="4051414"/>
                  </a:lnTo>
                  <a:lnTo>
                    <a:pt x="2287252" y="4050790"/>
                  </a:lnTo>
                  <a:lnTo>
                    <a:pt x="2287833" y="4050167"/>
                  </a:lnTo>
                  <a:lnTo>
                    <a:pt x="2288270" y="4050167"/>
                  </a:lnTo>
                  <a:lnTo>
                    <a:pt x="2288270" y="4049543"/>
                  </a:lnTo>
                  <a:lnTo>
                    <a:pt x="2288561" y="4048296"/>
                  </a:lnTo>
                  <a:lnTo>
                    <a:pt x="2288706" y="4048296"/>
                  </a:lnTo>
                  <a:lnTo>
                    <a:pt x="2288851" y="4048296"/>
                  </a:lnTo>
                  <a:lnTo>
                    <a:pt x="2288997" y="4048296"/>
                  </a:lnTo>
                  <a:lnTo>
                    <a:pt x="2289288" y="4048296"/>
                  </a:lnTo>
                  <a:lnTo>
                    <a:pt x="2289433" y="4048296"/>
                  </a:lnTo>
                  <a:lnTo>
                    <a:pt x="2289869" y="4047672"/>
                  </a:lnTo>
                  <a:lnTo>
                    <a:pt x="2290015" y="4047672"/>
                  </a:lnTo>
                  <a:lnTo>
                    <a:pt x="2290742" y="4047672"/>
                  </a:lnTo>
                  <a:lnTo>
                    <a:pt x="2291324" y="4047672"/>
                  </a:lnTo>
                  <a:lnTo>
                    <a:pt x="2291469" y="4047672"/>
                  </a:lnTo>
                  <a:lnTo>
                    <a:pt x="2291760" y="4047672"/>
                  </a:lnTo>
                  <a:lnTo>
                    <a:pt x="2292342" y="4046425"/>
                  </a:lnTo>
                  <a:lnTo>
                    <a:pt x="2292342" y="4045802"/>
                  </a:lnTo>
                  <a:lnTo>
                    <a:pt x="2292487" y="4045802"/>
                  </a:lnTo>
                  <a:lnTo>
                    <a:pt x="2292778" y="4045802"/>
                  </a:lnTo>
                  <a:lnTo>
                    <a:pt x="2292923" y="4045802"/>
                  </a:lnTo>
                  <a:lnTo>
                    <a:pt x="2293069" y="4045802"/>
                  </a:lnTo>
                  <a:lnTo>
                    <a:pt x="2293360" y="4045178"/>
                  </a:lnTo>
                  <a:lnTo>
                    <a:pt x="2293505" y="4045178"/>
                  </a:lnTo>
                  <a:lnTo>
                    <a:pt x="2293650" y="4045178"/>
                  </a:lnTo>
                  <a:lnTo>
                    <a:pt x="2293650" y="4044554"/>
                  </a:lnTo>
                  <a:lnTo>
                    <a:pt x="2294087" y="4044554"/>
                  </a:lnTo>
                  <a:lnTo>
                    <a:pt x="2294232" y="4044554"/>
                  </a:lnTo>
                  <a:lnTo>
                    <a:pt x="2294378" y="4043931"/>
                  </a:lnTo>
                  <a:lnTo>
                    <a:pt x="2294668" y="4043931"/>
                  </a:lnTo>
                  <a:lnTo>
                    <a:pt x="2294814" y="4043931"/>
                  </a:lnTo>
                  <a:lnTo>
                    <a:pt x="2294959" y="4043931"/>
                  </a:lnTo>
                  <a:lnTo>
                    <a:pt x="2295250" y="4043931"/>
                  </a:lnTo>
                  <a:lnTo>
                    <a:pt x="2295396" y="4043931"/>
                  </a:lnTo>
                  <a:lnTo>
                    <a:pt x="2295541" y="4043931"/>
                  </a:lnTo>
                  <a:lnTo>
                    <a:pt x="2295977" y="4043307"/>
                  </a:lnTo>
                  <a:lnTo>
                    <a:pt x="2296123" y="4043307"/>
                  </a:lnTo>
                  <a:lnTo>
                    <a:pt x="2296123" y="4042684"/>
                  </a:lnTo>
                  <a:lnTo>
                    <a:pt x="2296123" y="4042060"/>
                  </a:lnTo>
                  <a:lnTo>
                    <a:pt x="2296413" y="4042060"/>
                  </a:lnTo>
                  <a:lnTo>
                    <a:pt x="2296995" y="4042060"/>
                  </a:lnTo>
                  <a:lnTo>
                    <a:pt x="2297141" y="4042060"/>
                  </a:lnTo>
                  <a:lnTo>
                    <a:pt x="2297286" y="4042060"/>
                  </a:lnTo>
                  <a:lnTo>
                    <a:pt x="2297431" y="4042060"/>
                  </a:lnTo>
                  <a:lnTo>
                    <a:pt x="2297577" y="4041437"/>
                  </a:lnTo>
                  <a:lnTo>
                    <a:pt x="2298304" y="4039566"/>
                  </a:lnTo>
                  <a:lnTo>
                    <a:pt x="2298449" y="4039566"/>
                  </a:lnTo>
                  <a:lnTo>
                    <a:pt x="2298595" y="4039566"/>
                  </a:lnTo>
                  <a:lnTo>
                    <a:pt x="2298740" y="4039566"/>
                  </a:lnTo>
                  <a:lnTo>
                    <a:pt x="2299031" y="4039566"/>
                  </a:lnTo>
                  <a:lnTo>
                    <a:pt x="2299322" y="4039566"/>
                  </a:lnTo>
                  <a:lnTo>
                    <a:pt x="2299904" y="4039566"/>
                  </a:lnTo>
                  <a:lnTo>
                    <a:pt x="2300049" y="4039566"/>
                  </a:lnTo>
                  <a:lnTo>
                    <a:pt x="2300631" y="4039566"/>
                  </a:lnTo>
                  <a:lnTo>
                    <a:pt x="2301213" y="4038942"/>
                  </a:lnTo>
                  <a:lnTo>
                    <a:pt x="2301213" y="4038319"/>
                  </a:lnTo>
                  <a:lnTo>
                    <a:pt x="2301503" y="4038319"/>
                  </a:lnTo>
                  <a:lnTo>
                    <a:pt x="2301649" y="4038319"/>
                  </a:lnTo>
                  <a:lnTo>
                    <a:pt x="2301794" y="4038319"/>
                  </a:lnTo>
                  <a:lnTo>
                    <a:pt x="2301940" y="4038319"/>
                  </a:lnTo>
                  <a:lnTo>
                    <a:pt x="2302231" y="4038319"/>
                  </a:lnTo>
                  <a:lnTo>
                    <a:pt x="2302376" y="4038319"/>
                  </a:lnTo>
                  <a:lnTo>
                    <a:pt x="2302376" y="4037695"/>
                  </a:lnTo>
                  <a:lnTo>
                    <a:pt x="2302812" y="4037695"/>
                  </a:lnTo>
                  <a:lnTo>
                    <a:pt x="2303394" y="4037695"/>
                  </a:lnTo>
                  <a:lnTo>
                    <a:pt x="2303830" y="4037695"/>
                  </a:lnTo>
                  <a:lnTo>
                    <a:pt x="2304266" y="4037071"/>
                  </a:lnTo>
                  <a:lnTo>
                    <a:pt x="2304266" y="4036448"/>
                  </a:lnTo>
                  <a:lnTo>
                    <a:pt x="2304412" y="4036448"/>
                  </a:lnTo>
                  <a:lnTo>
                    <a:pt x="2304412" y="4035824"/>
                  </a:lnTo>
                  <a:lnTo>
                    <a:pt x="2304557" y="4035201"/>
                  </a:lnTo>
                  <a:lnTo>
                    <a:pt x="2304994" y="4035201"/>
                  </a:lnTo>
                  <a:lnTo>
                    <a:pt x="2304994" y="4034577"/>
                  </a:lnTo>
                  <a:lnTo>
                    <a:pt x="2304994" y="4033954"/>
                  </a:lnTo>
                  <a:lnTo>
                    <a:pt x="2305430" y="4033954"/>
                  </a:lnTo>
                  <a:lnTo>
                    <a:pt x="2305575" y="4033330"/>
                  </a:lnTo>
                  <a:lnTo>
                    <a:pt x="2306157" y="4031459"/>
                  </a:lnTo>
                  <a:lnTo>
                    <a:pt x="2306593" y="4031459"/>
                  </a:lnTo>
                  <a:lnTo>
                    <a:pt x="2307030" y="4031459"/>
                  </a:lnTo>
                  <a:lnTo>
                    <a:pt x="2307175" y="4031459"/>
                  </a:lnTo>
                  <a:lnTo>
                    <a:pt x="2307320" y="4031459"/>
                  </a:lnTo>
                  <a:lnTo>
                    <a:pt x="2307757" y="4028965"/>
                  </a:lnTo>
                  <a:lnTo>
                    <a:pt x="2307902" y="4028965"/>
                  </a:lnTo>
                  <a:lnTo>
                    <a:pt x="2308338" y="4028341"/>
                  </a:lnTo>
                  <a:lnTo>
                    <a:pt x="2308920" y="4028341"/>
                  </a:lnTo>
                  <a:lnTo>
                    <a:pt x="2309356" y="4028341"/>
                  </a:lnTo>
                  <a:lnTo>
                    <a:pt x="2309502" y="4028341"/>
                  </a:lnTo>
                  <a:lnTo>
                    <a:pt x="2309938" y="4028341"/>
                  </a:lnTo>
                  <a:lnTo>
                    <a:pt x="2310229" y="4028341"/>
                  </a:lnTo>
                  <a:lnTo>
                    <a:pt x="2310374" y="4028341"/>
                  </a:lnTo>
                  <a:lnTo>
                    <a:pt x="2310374" y="4027718"/>
                  </a:lnTo>
                  <a:lnTo>
                    <a:pt x="2310520" y="4027718"/>
                  </a:lnTo>
                  <a:lnTo>
                    <a:pt x="2310811" y="4027094"/>
                  </a:lnTo>
                  <a:lnTo>
                    <a:pt x="2310811" y="4026471"/>
                  </a:lnTo>
                  <a:lnTo>
                    <a:pt x="2311392" y="4025847"/>
                  </a:lnTo>
                  <a:lnTo>
                    <a:pt x="2311683" y="4025847"/>
                  </a:lnTo>
                  <a:lnTo>
                    <a:pt x="2311683" y="4025223"/>
                  </a:lnTo>
                  <a:lnTo>
                    <a:pt x="2312410" y="4025223"/>
                  </a:lnTo>
                  <a:lnTo>
                    <a:pt x="2312701" y="4025223"/>
                  </a:lnTo>
                  <a:lnTo>
                    <a:pt x="2312992" y="4024600"/>
                  </a:lnTo>
                  <a:lnTo>
                    <a:pt x="2313137" y="4023976"/>
                  </a:lnTo>
                  <a:lnTo>
                    <a:pt x="2313283" y="4023976"/>
                  </a:lnTo>
                  <a:lnTo>
                    <a:pt x="2313428" y="4023976"/>
                  </a:lnTo>
                  <a:lnTo>
                    <a:pt x="2313428" y="4023353"/>
                  </a:lnTo>
                  <a:lnTo>
                    <a:pt x="2313574" y="4023353"/>
                  </a:lnTo>
                  <a:lnTo>
                    <a:pt x="2313865" y="4023353"/>
                  </a:lnTo>
                  <a:lnTo>
                    <a:pt x="2314010" y="4023353"/>
                  </a:lnTo>
                  <a:lnTo>
                    <a:pt x="2314155" y="4023353"/>
                  </a:lnTo>
                  <a:lnTo>
                    <a:pt x="2314592" y="4023353"/>
                  </a:lnTo>
                  <a:lnTo>
                    <a:pt x="2314737" y="4023353"/>
                  </a:lnTo>
                  <a:lnTo>
                    <a:pt x="2314883" y="4023353"/>
                  </a:lnTo>
                  <a:lnTo>
                    <a:pt x="2314883" y="4022729"/>
                  </a:lnTo>
                  <a:lnTo>
                    <a:pt x="2315173" y="4022729"/>
                  </a:lnTo>
                  <a:lnTo>
                    <a:pt x="2316918" y="4020858"/>
                  </a:lnTo>
                  <a:lnTo>
                    <a:pt x="2317064" y="4020858"/>
                  </a:lnTo>
                  <a:lnTo>
                    <a:pt x="2317500" y="4020858"/>
                  </a:lnTo>
                  <a:lnTo>
                    <a:pt x="2317936" y="4020858"/>
                  </a:lnTo>
                  <a:lnTo>
                    <a:pt x="2318082" y="4020858"/>
                  </a:lnTo>
                  <a:lnTo>
                    <a:pt x="2318227" y="4020858"/>
                  </a:lnTo>
                  <a:lnTo>
                    <a:pt x="2318373" y="4020235"/>
                  </a:lnTo>
                  <a:lnTo>
                    <a:pt x="2318373" y="4019611"/>
                  </a:lnTo>
                  <a:lnTo>
                    <a:pt x="2318664" y="4019611"/>
                  </a:lnTo>
                  <a:lnTo>
                    <a:pt x="2318809" y="4019611"/>
                  </a:lnTo>
                  <a:lnTo>
                    <a:pt x="2318954" y="4018988"/>
                  </a:lnTo>
                  <a:lnTo>
                    <a:pt x="2318954" y="4018364"/>
                  </a:lnTo>
                  <a:lnTo>
                    <a:pt x="2319100" y="4018364"/>
                  </a:lnTo>
                  <a:lnTo>
                    <a:pt x="2319391" y="4017117"/>
                  </a:lnTo>
                  <a:lnTo>
                    <a:pt x="2319972" y="4016493"/>
                  </a:lnTo>
                  <a:lnTo>
                    <a:pt x="2320118" y="4016493"/>
                  </a:lnTo>
                  <a:lnTo>
                    <a:pt x="2320409" y="4016493"/>
                  </a:lnTo>
                  <a:lnTo>
                    <a:pt x="2320845" y="4015246"/>
                  </a:lnTo>
                  <a:lnTo>
                    <a:pt x="2320990" y="4015246"/>
                  </a:lnTo>
                  <a:lnTo>
                    <a:pt x="2321136" y="4015246"/>
                  </a:lnTo>
                  <a:lnTo>
                    <a:pt x="2321281" y="4015246"/>
                  </a:lnTo>
                  <a:lnTo>
                    <a:pt x="2321427" y="4015246"/>
                  </a:lnTo>
                  <a:lnTo>
                    <a:pt x="2321718" y="4015246"/>
                  </a:lnTo>
                  <a:lnTo>
                    <a:pt x="2321718" y="4014622"/>
                  </a:lnTo>
                  <a:lnTo>
                    <a:pt x="2322008" y="4013999"/>
                  </a:lnTo>
                  <a:lnTo>
                    <a:pt x="2322299" y="4013999"/>
                  </a:lnTo>
                  <a:lnTo>
                    <a:pt x="2322881" y="4013375"/>
                  </a:lnTo>
                  <a:lnTo>
                    <a:pt x="2323026" y="4013375"/>
                  </a:lnTo>
                  <a:lnTo>
                    <a:pt x="2323172" y="4013375"/>
                  </a:lnTo>
                  <a:lnTo>
                    <a:pt x="2323608" y="4013375"/>
                  </a:lnTo>
                  <a:lnTo>
                    <a:pt x="2323899" y="4013375"/>
                  </a:lnTo>
                  <a:lnTo>
                    <a:pt x="2323899" y="4012752"/>
                  </a:lnTo>
                  <a:lnTo>
                    <a:pt x="2324044" y="4012752"/>
                  </a:lnTo>
                  <a:lnTo>
                    <a:pt x="2324190" y="4012752"/>
                  </a:lnTo>
                  <a:lnTo>
                    <a:pt x="2324335" y="4012752"/>
                  </a:lnTo>
                  <a:lnTo>
                    <a:pt x="2324917" y="4012752"/>
                  </a:lnTo>
                  <a:lnTo>
                    <a:pt x="2325062" y="4012752"/>
                  </a:lnTo>
                  <a:lnTo>
                    <a:pt x="2325208" y="4012752"/>
                  </a:lnTo>
                  <a:lnTo>
                    <a:pt x="2325935" y="4012752"/>
                  </a:lnTo>
                  <a:lnTo>
                    <a:pt x="2325935" y="4012128"/>
                  </a:lnTo>
                  <a:lnTo>
                    <a:pt x="2325935" y="4011505"/>
                  </a:lnTo>
                  <a:lnTo>
                    <a:pt x="2326226" y="4011505"/>
                  </a:lnTo>
                  <a:lnTo>
                    <a:pt x="2326226" y="4010881"/>
                  </a:lnTo>
                  <a:lnTo>
                    <a:pt x="2326371" y="4010881"/>
                  </a:lnTo>
                  <a:lnTo>
                    <a:pt x="2326517" y="4010881"/>
                  </a:lnTo>
                  <a:lnTo>
                    <a:pt x="2326662" y="4010881"/>
                  </a:lnTo>
                  <a:lnTo>
                    <a:pt x="2326807" y="4010257"/>
                  </a:lnTo>
                  <a:lnTo>
                    <a:pt x="2327098" y="4009634"/>
                  </a:lnTo>
                  <a:lnTo>
                    <a:pt x="2327244" y="4009634"/>
                  </a:lnTo>
                  <a:lnTo>
                    <a:pt x="2327535" y="4009634"/>
                  </a:lnTo>
                  <a:lnTo>
                    <a:pt x="2327680" y="4009634"/>
                  </a:lnTo>
                  <a:lnTo>
                    <a:pt x="2327825" y="4009634"/>
                  </a:lnTo>
                  <a:lnTo>
                    <a:pt x="2328116" y="4009634"/>
                  </a:lnTo>
                  <a:lnTo>
                    <a:pt x="2328262" y="4009634"/>
                  </a:lnTo>
                  <a:lnTo>
                    <a:pt x="2328407" y="4009634"/>
                  </a:lnTo>
                  <a:lnTo>
                    <a:pt x="2328553" y="4009634"/>
                  </a:lnTo>
                  <a:lnTo>
                    <a:pt x="2329134" y="4009010"/>
                  </a:lnTo>
                  <a:lnTo>
                    <a:pt x="2329280" y="4009010"/>
                  </a:lnTo>
                  <a:lnTo>
                    <a:pt x="2329425" y="4009010"/>
                  </a:lnTo>
                  <a:lnTo>
                    <a:pt x="2329570" y="4009010"/>
                  </a:lnTo>
                  <a:lnTo>
                    <a:pt x="2329716" y="4008387"/>
                  </a:lnTo>
                  <a:lnTo>
                    <a:pt x="2329861" y="4008387"/>
                  </a:lnTo>
                  <a:lnTo>
                    <a:pt x="2330007" y="4008387"/>
                  </a:lnTo>
                  <a:lnTo>
                    <a:pt x="2330007" y="4007763"/>
                  </a:lnTo>
                  <a:lnTo>
                    <a:pt x="2330588" y="4007763"/>
                  </a:lnTo>
                  <a:lnTo>
                    <a:pt x="2330879" y="4007763"/>
                  </a:lnTo>
                  <a:lnTo>
                    <a:pt x="2330879" y="4007139"/>
                  </a:lnTo>
                  <a:lnTo>
                    <a:pt x="2331752" y="4007139"/>
                  </a:lnTo>
                  <a:lnTo>
                    <a:pt x="2331897" y="4007139"/>
                  </a:lnTo>
                  <a:lnTo>
                    <a:pt x="2332334" y="4007139"/>
                  </a:lnTo>
                  <a:lnTo>
                    <a:pt x="2332624" y="4006516"/>
                  </a:lnTo>
                  <a:lnTo>
                    <a:pt x="2332624" y="4005892"/>
                  </a:lnTo>
                  <a:lnTo>
                    <a:pt x="2332770" y="4005892"/>
                  </a:lnTo>
                  <a:lnTo>
                    <a:pt x="2332915" y="4005892"/>
                  </a:lnTo>
                  <a:lnTo>
                    <a:pt x="2333206" y="4005892"/>
                  </a:lnTo>
                  <a:lnTo>
                    <a:pt x="2333352" y="4005892"/>
                  </a:lnTo>
                  <a:lnTo>
                    <a:pt x="2333642" y="4005892"/>
                  </a:lnTo>
                  <a:lnTo>
                    <a:pt x="2333788" y="4005892"/>
                  </a:lnTo>
                  <a:lnTo>
                    <a:pt x="2334660" y="4005269"/>
                  </a:lnTo>
                  <a:lnTo>
                    <a:pt x="2334806" y="4005269"/>
                  </a:lnTo>
                  <a:lnTo>
                    <a:pt x="2334806" y="4004022"/>
                  </a:lnTo>
                  <a:lnTo>
                    <a:pt x="2334951" y="4004022"/>
                  </a:lnTo>
                  <a:lnTo>
                    <a:pt x="2334951" y="4003398"/>
                  </a:lnTo>
                  <a:lnTo>
                    <a:pt x="2335242" y="4003398"/>
                  </a:lnTo>
                  <a:lnTo>
                    <a:pt x="2335533" y="4003398"/>
                  </a:lnTo>
                  <a:lnTo>
                    <a:pt x="2335678" y="4003398"/>
                  </a:lnTo>
                  <a:lnTo>
                    <a:pt x="2335678" y="4002774"/>
                  </a:lnTo>
                  <a:lnTo>
                    <a:pt x="2335969" y="4002774"/>
                  </a:lnTo>
                  <a:lnTo>
                    <a:pt x="2336115" y="4002774"/>
                  </a:lnTo>
                  <a:lnTo>
                    <a:pt x="2336260" y="4002774"/>
                  </a:lnTo>
                  <a:lnTo>
                    <a:pt x="2336842" y="4002774"/>
                  </a:lnTo>
                  <a:lnTo>
                    <a:pt x="2337133" y="4002151"/>
                  </a:lnTo>
                  <a:lnTo>
                    <a:pt x="2337278" y="4002151"/>
                  </a:lnTo>
                  <a:lnTo>
                    <a:pt x="2337569" y="4002151"/>
                  </a:lnTo>
                  <a:lnTo>
                    <a:pt x="2337714" y="4002151"/>
                  </a:lnTo>
                  <a:lnTo>
                    <a:pt x="2337860" y="4002151"/>
                  </a:lnTo>
                  <a:lnTo>
                    <a:pt x="2338151" y="4001527"/>
                  </a:lnTo>
                  <a:lnTo>
                    <a:pt x="2338587" y="4001527"/>
                  </a:lnTo>
                  <a:lnTo>
                    <a:pt x="2338732" y="4001527"/>
                  </a:lnTo>
                  <a:lnTo>
                    <a:pt x="2338878" y="4001527"/>
                  </a:lnTo>
                  <a:lnTo>
                    <a:pt x="2339023" y="4001527"/>
                  </a:lnTo>
                  <a:lnTo>
                    <a:pt x="2339459" y="4001527"/>
                  </a:lnTo>
                  <a:lnTo>
                    <a:pt x="2340332" y="4001527"/>
                  </a:lnTo>
                  <a:lnTo>
                    <a:pt x="2340477" y="4000904"/>
                  </a:lnTo>
                  <a:lnTo>
                    <a:pt x="2340623" y="4000904"/>
                  </a:lnTo>
                  <a:lnTo>
                    <a:pt x="2340768" y="4000904"/>
                  </a:lnTo>
                  <a:lnTo>
                    <a:pt x="2341350" y="4000904"/>
                  </a:lnTo>
                  <a:lnTo>
                    <a:pt x="2341495" y="4000904"/>
                  </a:lnTo>
                  <a:lnTo>
                    <a:pt x="2341641" y="4000904"/>
                  </a:lnTo>
                  <a:lnTo>
                    <a:pt x="2341786" y="4000904"/>
                  </a:lnTo>
                  <a:lnTo>
                    <a:pt x="2342659" y="3999033"/>
                  </a:lnTo>
                  <a:lnTo>
                    <a:pt x="2342804" y="3999033"/>
                  </a:lnTo>
                  <a:lnTo>
                    <a:pt x="2342950" y="3999033"/>
                  </a:lnTo>
                  <a:lnTo>
                    <a:pt x="2343240" y="3998409"/>
                  </a:lnTo>
                  <a:lnTo>
                    <a:pt x="2343531" y="3998409"/>
                  </a:lnTo>
                  <a:lnTo>
                    <a:pt x="2343677" y="3998409"/>
                  </a:lnTo>
                  <a:lnTo>
                    <a:pt x="2344549" y="3997786"/>
                  </a:lnTo>
                  <a:lnTo>
                    <a:pt x="2344695" y="3997786"/>
                  </a:lnTo>
                  <a:lnTo>
                    <a:pt x="2344695" y="3997162"/>
                  </a:lnTo>
                  <a:lnTo>
                    <a:pt x="2344840" y="3997162"/>
                  </a:lnTo>
                  <a:lnTo>
                    <a:pt x="2344986" y="3997162"/>
                  </a:lnTo>
                  <a:lnTo>
                    <a:pt x="2345422" y="3996539"/>
                  </a:lnTo>
                  <a:lnTo>
                    <a:pt x="2345858" y="3995915"/>
                  </a:lnTo>
                  <a:lnTo>
                    <a:pt x="2346149" y="3995915"/>
                  </a:lnTo>
                  <a:lnTo>
                    <a:pt x="2346149" y="3995291"/>
                  </a:lnTo>
                  <a:lnTo>
                    <a:pt x="2346294" y="3995291"/>
                  </a:lnTo>
                  <a:lnTo>
                    <a:pt x="2346440" y="3995291"/>
                  </a:lnTo>
                  <a:lnTo>
                    <a:pt x="2347022" y="3995291"/>
                  </a:lnTo>
                  <a:lnTo>
                    <a:pt x="2347167" y="3995291"/>
                  </a:lnTo>
                  <a:lnTo>
                    <a:pt x="2347167" y="3994668"/>
                  </a:lnTo>
                  <a:lnTo>
                    <a:pt x="2347312" y="3994044"/>
                  </a:lnTo>
                  <a:lnTo>
                    <a:pt x="2347458" y="3994044"/>
                  </a:lnTo>
                  <a:lnTo>
                    <a:pt x="2347603" y="3994044"/>
                  </a:lnTo>
                  <a:lnTo>
                    <a:pt x="2347749" y="3994044"/>
                  </a:lnTo>
                  <a:lnTo>
                    <a:pt x="2347894" y="3994044"/>
                  </a:lnTo>
                  <a:lnTo>
                    <a:pt x="2348040" y="3993421"/>
                  </a:lnTo>
                  <a:lnTo>
                    <a:pt x="2348330" y="3992797"/>
                  </a:lnTo>
                  <a:lnTo>
                    <a:pt x="2348330" y="3992174"/>
                  </a:lnTo>
                  <a:lnTo>
                    <a:pt x="2348621" y="3992174"/>
                  </a:lnTo>
                  <a:lnTo>
                    <a:pt x="2349203" y="3992174"/>
                  </a:lnTo>
                  <a:lnTo>
                    <a:pt x="2349348" y="3992174"/>
                  </a:lnTo>
                  <a:lnTo>
                    <a:pt x="2349348" y="3990926"/>
                  </a:lnTo>
                  <a:lnTo>
                    <a:pt x="2349785" y="3989056"/>
                  </a:lnTo>
                  <a:lnTo>
                    <a:pt x="2349930" y="3989056"/>
                  </a:lnTo>
                  <a:lnTo>
                    <a:pt x="2350075" y="3989056"/>
                  </a:lnTo>
                  <a:lnTo>
                    <a:pt x="2350221" y="3989056"/>
                  </a:lnTo>
                  <a:lnTo>
                    <a:pt x="2350512" y="3989056"/>
                  </a:lnTo>
                  <a:lnTo>
                    <a:pt x="2351093" y="3989056"/>
                  </a:lnTo>
                  <a:lnTo>
                    <a:pt x="2351239" y="3989056"/>
                  </a:lnTo>
                  <a:lnTo>
                    <a:pt x="2351384" y="3989056"/>
                  </a:lnTo>
                  <a:lnTo>
                    <a:pt x="2351530" y="3989056"/>
                  </a:lnTo>
                  <a:lnTo>
                    <a:pt x="2351675" y="3989056"/>
                  </a:lnTo>
                  <a:lnTo>
                    <a:pt x="2351821" y="3988432"/>
                  </a:lnTo>
                  <a:lnTo>
                    <a:pt x="2352402" y="3987808"/>
                  </a:lnTo>
                  <a:lnTo>
                    <a:pt x="2352984" y="3987808"/>
                  </a:lnTo>
                  <a:lnTo>
                    <a:pt x="2353129" y="3987185"/>
                  </a:lnTo>
                  <a:lnTo>
                    <a:pt x="2353566" y="3987185"/>
                  </a:lnTo>
                  <a:lnTo>
                    <a:pt x="2353711" y="3987185"/>
                  </a:lnTo>
                  <a:lnTo>
                    <a:pt x="2353711" y="3986561"/>
                  </a:lnTo>
                  <a:lnTo>
                    <a:pt x="2354002" y="3986561"/>
                  </a:lnTo>
                  <a:lnTo>
                    <a:pt x="2354293" y="3986561"/>
                  </a:lnTo>
                  <a:lnTo>
                    <a:pt x="2354729" y="3985938"/>
                  </a:lnTo>
                  <a:lnTo>
                    <a:pt x="2355165" y="3985938"/>
                  </a:lnTo>
                  <a:lnTo>
                    <a:pt x="2355456" y="3985938"/>
                  </a:lnTo>
                  <a:lnTo>
                    <a:pt x="2358510" y="3982820"/>
                  </a:lnTo>
                  <a:lnTo>
                    <a:pt x="2358801" y="3982820"/>
                  </a:lnTo>
                  <a:lnTo>
                    <a:pt x="2358801" y="3982196"/>
                  </a:lnTo>
                  <a:lnTo>
                    <a:pt x="2358946" y="3982196"/>
                  </a:lnTo>
                  <a:lnTo>
                    <a:pt x="2359237" y="3982196"/>
                  </a:lnTo>
                  <a:lnTo>
                    <a:pt x="2359528" y="3981573"/>
                  </a:lnTo>
                  <a:lnTo>
                    <a:pt x="2359819" y="3981573"/>
                  </a:lnTo>
                  <a:lnTo>
                    <a:pt x="2359964" y="3981573"/>
                  </a:lnTo>
                  <a:lnTo>
                    <a:pt x="2360110" y="3981573"/>
                  </a:lnTo>
                  <a:lnTo>
                    <a:pt x="2360255" y="3981573"/>
                  </a:lnTo>
                  <a:lnTo>
                    <a:pt x="2360692" y="3981573"/>
                  </a:lnTo>
                  <a:lnTo>
                    <a:pt x="2360692" y="3980949"/>
                  </a:lnTo>
                  <a:lnTo>
                    <a:pt x="2360837" y="3980949"/>
                  </a:lnTo>
                  <a:lnTo>
                    <a:pt x="2360982" y="3980325"/>
                  </a:lnTo>
                  <a:lnTo>
                    <a:pt x="2361128" y="3980325"/>
                  </a:lnTo>
                  <a:lnTo>
                    <a:pt x="2361419" y="3980325"/>
                  </a:lnTo>
                  <a:lnTo>
                    <a:pt x="2361564" y="3980325"/>
                  </a:lnTo>
                  <a:lnTo>
                    <a:pt x="2361710" y="3980325"/>
                  </a:lnTo>
                  <a:lnTo>
                    <a:pt x="2362146" y="3980325"/>
                  </a:lnTo>
                  <a:lnTo>
                    <a:pt x="2362291" y="3980325"/>
                  </a:lnTo>
                  <a:lnTo>
                    <a:pt x="2362582" y="3980325"/>
                  </a:lnTo>
                  <a:lnTo>
                    <a:pt x="2362728" y="3980325"/>
                  </a:lnTo>
                  <a:lnTo>
                    <a:pt x="2362873" y="3980325"/>
                  </a:lnTo>
                  <a:lnTo>
                    <a:pt x="2363600" y="3980325"/>
                  </a:lnTo>
                  <a:lnTo>
                    <a:pt x="2364763" y="3980325"/>
                  </a:lnTo>
                  <a:lnTo>
                    <a:pt x="2364909" y="3979078"/>
                  </a:lnTo>
                  <a:lnTo>
                    <a:pt x="2365491" y="3979078"/>
                  </a:lnTo>
                  <a:lnTo>
                    <a:pt x="2365927" y="3979078"/>
                  </a:lnTo>
                  <a:lnTo>
                    <a:pt x="2366072" y="3979078"/>
                  </a:lnTo>
                  <a:lnTo>
                    <a:pt x="2366218" y="3979078"/>
                  </a:lnTo>
                  <a:lnTo>
                    <a:pt x="2366654" y="3977208"/>
                  </a:lnTo>
                  <a:lnTo>
                    <a:pt x="2366799" y="3977208"/>
                  </a:lnTo>
                  <a:lnTo>
                    <a:pt x="2366945" y="3977208"/>
                  </a:lnTo>
                  <a:lnTo>
                    <a:pt x="2367090" y="3977208"/>
                  </a:lnTo>
                  <a:lnTo>
                    <a:pt x="2367527" y="3977208"/>
                  </a:lnTo>
                  <a:lnTo>
                    <a:pt x="2367672" y="3977208"/>
                  </a:lnTo>
                  <a:lnTo>
                    <a:pt x="2367817" y="3976584"/>
                  </a:lnTo>
                  <a:lnTo>
                    <a:pt x="2368254" y="3976584"/>
                  </a:lnTo>
                  <a:lnTo>
                    <a:pt x="2368399" y="3976584"/>
                  </a:lnTo>
                  <a:lnTo>
                    <a:pt x="2368545" y="3976584"/>
                  </a:lnTo>
                  <a:lnTo>
                    <a:pt x="2369126" y="3976584"/>
                  </a:lnTo>
                  <a:lnTo>
                    <a:pt x="2369417" y="3976584"/>
                  </a:lnTo>
                  <a:lnTo>
                    <a:pt x="2369853" y="3976584"/>
                  </a:lnTo>
                  <a:lnTo>
                    <a:pt x="2369999" y="3976584"/>
                  </a:lnTo>
                  <a:lnTo>
                    <a:pt x="2369999" y="3975960"/>
                  </a:lnTo>
                  <a:lnTo>
                    <a:pt x="2370435" y="3975337"/>
                  </a:lnTo>
                  <a:lnTo>
                    <a:pt x="2370871" y="3975337"/>
                  </a:lnTo>
                  <a:lnTo>
                    <a:pt x="2370871" y="3974713"/>
                  </a:lnTo>
                  <a:lnTo>
                    <a:pt x="2371308" y="3974713"/>
                  </a:lnTo>
                  <a:lnTo>
                    <a:pt x="2371308" y="3974090"/>
                  </a:lnTo>
                  <a:lnTo>
                    <a:pt x="2371744" y="3974090"/>
                  </a:lnTo>
                  <a:lnTo>
                    <a:pt x="2371889" y="3974090"/>
                  </a:lnTo>
                  <a:lnTo>
                    <a:pt x="2372326" y="3974090"/>
                  </a:lnTo>
                  <a:lnTo>
                    <a:pt x="2372471" y="3974090"/>
                  </a:lnTo>
                  <a:lnTo>
                    <a:pt x="2372762" y="3974090"/>
                  </a:lnTo>
                  <a:lnTo>
                    <a:pt x="2373198" y="3974090"/>
                  </a:lnTo>
                  <a:lnTo>
                    <a:pt x="2373489" y="3973466"/>
                  </a:lnTo>
                  <a:lnTo>
                    <a:pt x="2373780" y="3972842"/>
                  </a:lnTo>
                  <a:lnTo>
                    <a:pt x="2373925" y="3972842"/>
                  </a:lnTo>
                  <a:lnTo>
                    <a:pt x="2374216" y="3972842"/>
                  </a:lnTo>
                  <a:lnTo>
                    <a:pt x="2374362" y="3972842"/>
                  </a:lnTo>
                  <a:lnTo>
                    <a:pt x="2374507" y="3972842"/>
                  </a:lnTo>
                  <a:lnTo>
                    <a:pt x="2375816" y="3972842"/>
                  </a:lnTo>
                  <a:lnTo>
                    <a:pt x="2376107" y="3972219"/>
                  </a:lnTo>
                  <a:lnTo>
                    <a:pt x="2376252" y="3972219"/>
                  </a:lnTo>
                  <a:lnTo>
                    <a:pt x="2376398" y="3972219"/>
                  </a:lnTo>
                  <a:lnTo>
                    <a:pt x="2376543" y="3972219"/>
                  </a:lnTo>
                  <a:lnTo>
                    <a:pt x="2376979" y="3972219"/>
                  </a:lnTo>
                  <a:lnTo>
                    <a:pt x="2377706" y="3971595"/>
                  </a:lnTo>
                  <a:lnTo>
                    <a:pt x="2378143" y="3970972"/>
                  </a:lnTo>
                  <a:lnTo>
                    <a:pt x="2378288" y="3970972"/>
                  </a:lnTo>
                  <a:lnTo>
                    <a:pt x="2378433" y="3970348"/>
                  </a:lnTo>
                  <a:lnTo>
                    <a:pt x="2379015" y="3969725"/>
                  </a:lnTo>
                  <a:lnTo>
                    <a:pt x="2379161" y="3968477"/>
                  </a:lnTo>
                  <a:lnTo>
                    <a:pt x="2379306" y="3968477"/>
                  </a:lnTo>
                  <a:lnTo>
                    <a:pt x="2379451" y="3968477"/>
                  </a:lnTo>
                  <a:lnTo>
                    <a:pt x="2379451" y="3967854"/>
                  </a:lnTo>
                  <a:lnTo>
                    <a:pt x="2380033" y="3967854"/>
                  </a:lnTo>
                  <a:lnTo>
                    <a:pt x="2380179" y="3967854"/>
                  </a:lnTo>
                  <a:lnTo>
                    <a:pt x="2380469" y="3967230"/>
                  </a:lnTo>
                  <a:lnTo>
                    <a:pt x="2380615" y="3967230"/>
                  </a:lnTo>
                  <a:lnTo>
                    <a:pt x="2381197" y="3966607"/>
                  </a:lnTo>
                  <a:lnTo>
                    <a:pt x="2381342" y="3966607"/>
                  </a:lnTo>
                  <a:lnTo>
                    <a:pt x="2381487" y="3966607"/>
                  </a:lnTo>
                  <a:lnTo>
                    <a:pt x="2381778" y="3965983"/>
                  </a:lnTo>
                  <a:lnTo>
                    <a:pt x="2381924" y="3965983"/>
                  </a:lnTo>
                  <a:lnTo>
                    <a:pt x="2382069" y="3965983"/>
                  </a:lnTo>
                  <a:lnTo>
                    <a:pt x="2382215" y="3965983"/>
                  </a:lnTo>
                  <a:lnTo>
                    <a:pt x="2382505" y="3965983"/>
                  </a:lnTo>
                  <a:lnTo>
                    <a:pt x="2383814" y="3965983"/>
                  </a:lnTo>
                  <a:lnTo>
                    <a:pt x="2383960" y="3965983"/>
                  </a:lnTo>
                  <a:lnTo>
                    <a:pt x="2384105" y="3965359"/>
                  </a:lnTo>
                  <a:lnTo>
                    <a:pt x="2384250" y="3965359"/>
                  </a:lnTo>
                  <a:lnTo>
                    <a:pt x="2384541" y="3965359"/>
                  </a:lnTo>
                  <a:lnTo>
                    <a:pt x="2384687" y="3965359"/>
                  </a:lnTo>
                  <a:lnTo>
                    <a:pt x="2385123" y="3965359"/>
                  </a:lnTo>
                  <a:lnTo>
                    <a:pt x="2385559" y="3964736"/>
                  </a:lnTo>
                  <a:lnTo>
                    <a:pt x="2386286" y="3962242"/>
                  </a:lnTo>
                  <a:lnTo>
                    <a:pt x="2386577" y="3962242"/>
                  </a:lnTo>
                  <a:lnTo>
                    <a:pt x="2386723" y="3961618"/>
                  </a:lnTo>
                  <a:lnTo>
                    <a:pt x="2387014" y="3961618"/>
                  </a:lnTo>
                  <a:lnTo>
                    <a:pt x="2387014" y="3960994"/>
                  </a:lnTo>
                  <a:lnTo>
                    <a:pt x="2387159" y="3960994"/>
                  </a:lnTo>
                  <a:lnTo>
                    <a:pt x="2387304" y="3960994"/>
                  </a:lnTo>
                  <a:lnTo>
                    <a:pt x="2387450" y="3960994"/>
                  </a:lnTo>
                  <a:lnTo>
                    <a:pt x="2387886" y="3960994"/>
                  </a:lnTo>
                  <a:lnTo>
                    <a:pt x="2388613" y="3960994"/>
                  </a:lnTo>
                  <a:lnTo>
                    <a:pt x="2388904" y="3960994"/>
                  </a:lnTo>
                  <a:lnTo>
                    <a:pt x="2389631" y="3960371"/>
                  </a:lnTo>
                  <a:lnTo>
                    <a:pt x="2389777" y="3960371"/>
                  </a:lnTo>
                  <a:lnTo>
                    <a:pt x="2389922" y="3960371"/>
                  </a:lnTo>
                  <a:lnTo>
                    <a:pt x="2390068" y="3959124"/>
                  </a:lnTo>
                  <a:lnTo>
                    <a:pt x="2390213" y="3959124"/>
                  </a:lnTo>
                  <a:lnTo>
                    <a:pt x="2390358" y="3959124"/>
                  </a:lnTo>
                  <a:lnTo>
                    <a:pt x="2390504" y="3958500"/>
                  </a:lnTo>
                  <a:lnTo>
                    <a:pt x="2390504" y="3957876"/>
                  </a:lnTo>
                  <a:lnTo>
                    <a:pt x="2390649" y="3957876"/>
                  </a:lnTo>
                  <a:lnTo>
                    <a:pt x="2390940" y="3956629"/>
                  </a:lnTo>
                  <a:lnTo>
                    <a:pt x="2391085" y="3956629"/>
                  </a:lnTo>
                  <a:lnTo>
                    <a:pt x="2391522" y="3956006"/>
                  </a:lnTo>
                  <a:lnTo>
                    <a:pt x="2391667" y="3956006"/>
                  </a:lnTo>
                  <a:lnTo>
                    <a:pt x="2391813" y="3956006"/>
                  </a:lnTo>
                  <a:lnTo>
                    <a:pt x="2391958" y="3956006"/>
                  </a:lnTo>
                  <a:lnTo>
                    <a:pt x="2392103" y="3956006"/>
                  </a:lnTo>
                  <a:lnTo>
                    <a:pt x="2392249" y="3956006"/>
                  </a:lnTo>
                  <a:lnTo>
                    <a:pt x="2392394" y="3955382"/>
                  </a:lnTo>
                  <a:lnTo>
                    <a:pt x="2392540" y="3955382"/>
                  </a:lnTo>
                  <a:lnTo>
                    <a:pt x="2392685" y="3955382"/>
                  </a:lnTo>
                  <a:lnTo>
                    <a:pt x="2392831" y="3955382"/>
                  </a:lnTo>
                  <a:lnTo>
                    <a:pt x="2392976" y="3954759"/>
                  </a:lnTo>
                  <a:lnTo>
                    <a:pt x="2393267" y="3954135"/>
                  </a:lnTo>
                  <a:lnTo>
                    <a:pt x="2393412" y="3954135"/>
                  </a:lnTo>
                  <a:lnTo>
                    <a:pt x="2393849" y="3954135"/>
                  </a:lnTo>
                  <a:lnTo>
                    <a:pt x="2394139" y="3954135"/>
                  </a:lnTo>
                  <a:lnTo>
                    <a:pt x="2395303" y="3953511"/>
                  </a:lnTo>
                  <a:lnTo>
                    <a:pt x="2395739" y="3953511"/>
                  </a:lnTo>
                  <a:lnTo>
                    <a:pt x="2395885" y="3952888"/>
                  </a:lnTo>
                  <a:lnTo>
                    <a:pt x="2395885" y="3952264"/>
                  </a:lnTo>
                  <a:lnTo>
                    <a:pt x="2395885" y="3951641"/>
                  </a:lnTo>
                  <a:lnTo>
                    <a:pt x="2396321" y="3951641"/>
                  </a:lnTo>
                  <a:lnTo>
                    <a:pt x="2396612" y="3951641"/>
                  </a:lnTo>
                  <a:lnTo>
                    <a:pt x="2396612" y="3951017"/>
                  </a:lnTo>
                  <a:lnTo>
                    <a:pt x="2397048" y="3951017"/>
                  </a:lnTo>
                  <a:lnTo>
                    <a:pt x="2397193" y="3951017"/>
                  </a:lnTo>
                  <a:lnTo>
                    <a:pt x="2397339" y="3951017"/>
                  </a:lnTo>
                  <a:lnTo>
                    <a:pt x="2397484" y="3951017"/>
                  </a:lnTo>
                  <a:lnTo>
                    <a:pt x="2397630" y="3951017"/>
                  </a:lnTo>
                  <a:lnTo>
                    <a:pt x="2397920" y="3951017"/>
                  </a:lnTo>
                  <a:lnTo>
                    <a:pt x="2398066" y="3951017"/>
                  </a:lnTo>
                  <a:lnTo>
                    <a:pt x="2398211" y="3951017"/>
                  </a:lnTo>
                  <a:lnTo>
                    <a:pt x="2398357" y="3951017"/>
                  </a:lnTo>
                  <a:lnTo>
                    <a:pt x="2398793" y="3951017"/>
                  </a:lnTo>
                  <a:lnTo>
                    <a:pt x="2398938" y="3951017"/>
                  </a:lnTo>
                  <a:lnTo>
                    <a:pt x="2399229" y="3950393"/>
                  </a:lnTo>
                  <a:lnTo>
                    <a:pt x="2399666" y="3950393"/>
                  </a:lnTo>
                  <a:lnTo>
                    <a:pt x="2399811" y="3949770"/>
                  </a:lnTo>
                  <a:lnTo>
                    <a:pt x="2400102" y="3949146"/>
                  </a:lnTo>
                  <a:lnTo>
                    <a:pt x="2400393" y="3949146"/>
                  </a:lnTo>
                  <a:lnTo>
                    <a:pt x="2400538" y="3949146"/>
                  </a:lnTo>
                  <a:lnTo>
                    <a:pt x="2400684" y="3949146"/>
                  </a:lnTo>
                  <a:lnTo>
                    <a:pt x="2400974" y="3949146"/>
                  </a:lnTo>
                  <a:lnTo>
                    <a:pt x="2401120" y="3949146"/>
                  </a:lnTo>
                  <a:lnTo>
                    <a:pt x="2401556" y="3948523"/>
                  </a:lnTo>
                  <a:lnTo>
                    <a:pt x="2401702" y="3948523"/>
                  </a:lnTo>
                  <a:lnTo>
                    <a:pt x="2401847" y="3948523"/>
                  </a:lnTo>
                  <a:lnTo>
                    <a:pt x="2402429" y="3947276"/>
                  </a:lnTo>
                  <a:lnTo>
                    <a:pt x="2402574" y="3947276"/>
                  </a:lnTo>
                  <a:lnTo>
                    <a:pt x="2403156" y="3947276"/>
                  </a:lnTo>
                  <a:lnTo>
                    <a:pt x="2403301" y="3947276"/>
                  </a:lnTo>
                  <a:lnTo>
                    <a:pt x="2403737" y="3947276"/>
                  </a:lnTo>
                  <a:lnTo>
                    <a:pt x="2403883" y="3947276"/>
                  </a:lnTo>
                  <a:lnTo>
                    <a:pt x="2404028" y="3946652"/>
                  </a:lnTo>
                  <a:lnTo>
                    <a:pt x="2404465" y="3946652"/>
                  </a:lnTo>
                  <a:lnTo>
                    <a:pt x="2404755" y="3946652"/>
                  </a:lnTo>
                  <a:lnTo>
                    <a:pt x="2404901" y="3946652"/>
                  </a:lnTo>
                  <a:lnTo>
                    <a:pt x="2405337" y="3946028"/>
                  </a:lnTo>
                  <a:lnTo>
                    <a:pt x="2405483" y="3946028"/>
                  </a:lnTo>
                  <a:lnTo>
                    <a:pt x="2405773" y="3946028"/>
                  </a:lnTo>
                  <a:lnTo>
                    <a:pt x="2406064" y="3946028"/>
                  </a:lnTo>
                  <a:lnTo>
                    <a:pt x="2406210" y="3946028"/>
                  </a:lnTo>
                  <a:lnTo>
                    <a:pt x="2406355" y="3946028"/>
                  </a:lnTo>
                  <a:lnTo>
                    <a:pt x="2406355" y="3945405"/>
                  </a:lnTo>
                  <a:lnTo>
                    <a:pt x="2406791" y="3945405"/>
                  </a:lnTo>
                  <a:lnTo>
                    <a:pt x="2407082" y="3945405"/>
                  </a:lnTo>
                  <a:lnTo>
                    <a:pt x="2407082" y="3944781"/>
                  </a:lnTo>
                  <a:lnTo>
                    <a:pt x="2407519" y="3944781"/>
                  </a:lnTo>
                  <a:lnTo>
                    <a:pt x="2407809" y="3944781"/>
                  </a:lnTo>
                  <a:lnTo>
                    <a:pt x="2407809" y="3943534"/>
                  </a:lnTo>
                  <a:lnTo>
                    <a:pt x="2408100" y="3943534"/>
                  </a:lnTo>
                  <a:lnTo>
                    <a:pt x="2408682" y="3943534"/>
                  </a:lnTo>
                  <a:lnTo>
                    <a:pt x="2408827" y="3943534"/>
                  </a:lnTo>
                  <a:lnTo>
                    <a:pt x="2408973" y="3943534"/>
                  </a:lnTo>
                  <a:lnTo>
                    <a:pt x="2409555" y="3943534"/>
                  </a:lnTo>
                  <a:lnTo>
                    <a:pt x="2410136" y="3943534"/>
                  </a:lnTo>
                  <a:lnTo>
                    <a:pt x="2411300" y="3941663"/>
                  </a:lnTo>
                  <a:lnTo>
                    <a:pt x="2411590" y="3941663"/>
                  </a:lnTo>
                  <a:lnTo>
                    <a:pt x="2411736" y="3941663"/>
                  </a:lnTo>
                  <a:lnTo>
                    <a:pt x="2411881" y="3941663"/>
                  </a:lnTo>
                  <a:lnTo>
                    <a:pt x="2412027" y="3941663"/>
                  </a:lnTo>
                  <a:lnTo>
                    <a:pt x="2412172" y="3941663"/>
                  </a:lnTo>
                  <a:lnTo>
                    <a:pt x="2412463" y="3941040"/>
                  </a:lnTo>
                  <a:lnTo>
                    <a:pt x="2412608" y="3939793"/>
                  </a:lnTo>
                  <a:lnTo>
                    <a:pt x="2412899" y="3939793"/>
                  </a:lnTo>
                  <a:lnTo>
                    <a:pt x="2413045" y="3939793"/>
                  </a:lnTo>
                  <a:lnTo>
                    <a:pt x="2413190" y="3939793"/>
                  </a:lnTo>
                  <a:lnTo>
                    <a:pt x="2413336" y="3939793"/>
                  </a:lnTo>
                  <a:lnTo>
                    <a:pt x="2413772" y="3939793"/>
                  </a:lnTo>
                  <a:lnTo>
                    <a:pt x="2413917" y="3939793"/>
                  </a:lnTo>
                  <a:lnTo>
                    <a:pt x="2414499" y="3939793"/>
                  </a:lnTo>
                  <a:lnTo>
                    <a:pt x="2414935" y="3939169"/>
                  </a:lnTo>
                  <a:lnTo>
                    <a:pt x="2415808" y="3938545"/>
                  </a:lnTo>
                  <a:lnTo>
                    <a:pt x="2416099" y="3938545"/>
                  </a:lnTo>
                  <a:lnTo>
                    <a:pt x="2416535" y="3938545"/>
                  </a:lnTo>
                  <a:lnTo>
                    <a:pt x="2416535" y="3937298"/>
                  </a:lnTo>
                  <a:lnTo>
                    <a:pt x="2416826" y="3937298"/>
                  </a:lnTo>
                  <a:lnTo>
                    <a:pt x="2417117" y="3937298"/>
                  </a:lnTo>
                  <a:lnTo>
                    <a:pt x="2417553" y="3937298"/>
                  </a:lnTo>
                  <a:lnTo>
                    <a:pt x="2417844" y="3937298"/>
                  </a:lnTo>
                  <a:lnTo>
                    <a:pt x="2418135" y="3937298"/>
                  </a:lnTo>
                  <a:lnTo>
                    <a:pt x="2418280" y="3937298"/>
                  </a:lnTo>
                  <a:lnTo>
                    <a:pt x="2418571" y="3936675"/>
                  </a:lnTo>
                  <a:lnTo>
                    <a:pt x="2419298" y="3936675"/>
                  </a:lnTo>
                  <a:lnTo>
                    <a:pt x="2419443" y="3936675"/>
                  </a:lnTo>
                  <a:lnTo>
                    <a:pt x="2419589" y="3936675"/>
                  </a:lnTo>
                  <a:lnTo>
                    <a:pt x="2421770" y="3933557"/>
                  </a:lnTo>
                  <a:lnTo>
                    <a:pt x="2421916" y="3933557"/>
                  </a:lnTo>
                  <a:lnTo>
                    <a:pt x="2421916" y="3932933"/>
                  </a:lnTo>
                  <a:lnTo>
                    <a:pt x="2422352" y="3932933"/>
                  </a:lnTo>
                  <a:lnTo>
                    <a:pt x="2422497" y="3932933"/>
                  </a:lnTo>
                  <a:lnTo>
                    <a:pt x="2422497" y="3932310"/>
                  </a:lnTo>
                  <a:lnTo>
                    <a:pt x="2422643" y="3931062"/>
                  </a:lnTo>
                  <a:lnTo>
                    <a:pt x="2422788" y="3931062"/>
                  </a:lnTo>
                  <a:lnTo>
                    <a:pt x="2422934" y="3931062"/>
                  </a:lnTo>
                  <a:lnTo>
                    <a:pt x="2423079" y="3931062"/>
                  </a:lnTo>
                  <a:lnTo>
                    <a:pt x="2423225" y="3931062"/>
                  </a:lnTo>
                  <a:lnTo>
                    <a:pt x="2423370" y="3931062"/>
                  </a:lnTo>
                  <a:lnTo>
                    <a:pt x="2423515" y="3931062"/>
                  </a:lnTo>
                  <a:lnTo>
                    <a:pt x="2423661" y="3931062"/>
                  </a:lnTo>
                  <a:lnTo>
                    <a:pt x="2423806" y="3931062"/>
                  </a:lnTo>
                  <a:lnTo>
                    <a:pt x="2423806" y="3930439"/>
                  </a:lnTo>
                  <a:lnTo>
                    <a:pt x="2424097" y="3930439"/>
                  </a:lnTo>
                  <a:lnTo>
                    <a:pt x="2424388" y="3929815"/>
                  </a:lnTo>
                  <a:lnTo>
                    <a:pt x="2424679" y="3928568"/>
                  </a:lnTo>
                  <a:lnTo>
                    <a:pt x="2424824" y="3928568"/>
                  </a:lnTo>
                  <a:lnTo>
                    <a:pt x="2424970" y="3928568"/>
                  </a:lnTo>
                  <a:lnTo>
                    <a:pt x="2425406" y="3927945"/>
                  </a:lnTo>
                  <a:lnTo>
                    <a:pt x="2425551" y="3927945"/>
                  </a:lnTo>
                  <a:lnTo>
                    <a:pt x="2425697" y="3927945"/>
                  </a:lnTo>
                  <a:lnTo>
                    <a:pt x="2425842" y="3927945"/>
                  </a:lnTo>
                  <a:lnTo>
                    <a:pt x="2426278" y="3927945"/>
                  </a:lnTo>
                  <a:lnTo>
                    <a:pt x="2426569" y="3927321"/>
                  </a:lnTo>
                  <a:lnTo>
                    <a:pt x="2426715" y="3927321"/>
                  </a:lnTo>
                  <a:lnTo>
                    <a:pt x="2426715" y="3926697"/>
                  </a:lnTo>
                  <a:lnTo>
                    <a:pt x="2426860" y="3926697"/>
                  </a:lnTo>
                  <a:lnTo>
                    <a:pt x="2427006" y="3926697"/>
                  </a:lnTo>
                  <a:lnTo>
                    <a:pt x="2427151" y="3926697"/>
                  </a:lnTo>
                  <a:lnTo>
                    <a:pt x="2427296" y="3926697"/>
                  </a:lnTo>
                  <a:lnTo>
                    <a:pt x="2427442" y="3926697"/>
                  </a:lnTo>
                  <a:lnTo>
                    <a:pt x="2427587" y="3926697"/>
                  </a:lnTo>
                  <a:lnTo>
                    <a:pt x="2427733" y="3926697"/>
                  </a:lnTo>
                  <a:lnTo>
                    <a:pt x="2428169" y="3926074"/>
                  </a:lnTo>
                  <a:lnTo>
                    <a:pt x="2428314" y="3926074"/>
                  </a:lnTo>
                  <a:lnTo>
                    <a:pt x="2428460" y="3924827"/>
                  </a:lnTo>
                  <a:lnTo>
                    <a:pt x="2428751" y="3924827"/>
                  </a:lnTo>
                  <a:lnTo>
                    <a:pt x="2429042" y="3924827"/>
                  </a:lnTo>
                  <a:lnTo>
                    <a:pt x="2429187" y="3924827"/>
                  </a:lnTo>
                  <a:lnTo>
                    <a:pt x="2429332" y="3924827"/>
                  </a:lnTo>
                  <a:lnTo>
                    <a:pt x="2429623" y="3924203"/>
                  </a:lnTo>
                  <a:lnTo>
                    <a:pt x="2429914" y="3924203"/>
                  </a:lnTo>
                  <a:lnTo>
                    <a:pt x="2430060" y="3924203"/>
                  </a:lnTo>
                  <a:lnTo>
                    <a:pt x="2430496" y="3924203"/>
                  </a:lnTo>
                  <a:lnTo>
                    <a:pt x="2431368" y="3923579"/>
                  </a:lnTo>
                  <a:lnTo>
                    <a:pt x="2431659" y="3923579"/>
                  </a:lnTo>
                  <a:lnTo>
                    <a:pt x="2431659" y="3922956"/>
                  </a:lnTo>
                  <a:lnTo>
                    <a:pt x="2431805" y="3922956"/>
                  </a:lnTo>
                  <a:lnTo>
                    <a:pt x="2432241" y="3921709"/>
                  </a:lnTo>
                  <a:lnTo>
                    <a:pt x="2432532" y="3921709"/>
                  </a:lnTo>
                  <a:lnTo>
                    <a:pt x="2433259" y="3920462"/>
                  </a:lnTo>
                  <a:lnTo>
                    <a:pt x="2433550" y="3920462"/>
                  </a:lnTo>
                  <a:lnTo>
                    <a:pt x="2433695" y="3920462"/>
                  </a:lnTo>
                  <a:lnTo>
                    <a:pt x="2434277" y="3920462"/>
                  </a:lnTo>
                  <a:lnTo>
                    <a:pt x="2434422" y="3919214"/>
                  </a:lnTo>
                  <a:lnTo>
                    <a:pt x="2434568" y="3919214"/>
                  </a:lnTo>
                  <a:lnTo>
                    <a:pt x="2434713" y="3919214"/>
                  </a:lnTo>
                  <a:lnTo>
                    <a:pt x="2434859" y="3919214"/>
                  </a:lnTo>
                  <a:lnTo>
                    <a:pt x="2435004" y="3919214"/>
                  </a:lnTo>
                  <a:lnTo>
                    <a:pt x="2435586" y="3919214"/>
                  </a:lnTo>
                  <a:lnTo>
                    <a:pt x="2435731" y="3919214"/>
                  </a:lnTo>
                  <a:lnTo>
                    <a:pt x="2435877" y="3919214"/>
                  </a:lnTo>
                  <a:lnTo>
                    <a:pt x="2436022" y="3919214"/>
                  </a:lnTo>
                  <a:lnTo>
                    <a:pt x="2436167" y="3919214"/>
                  </a:lnTo>
                  <a:lnTo>
                    <a:pt x="2436313" y="3919214"/>
                  </a:lnTo>
                  <a:lnTo>
                    <a:pt x="2436458" y="3919214"/>
                  </a:lnTo>
                  <a:lnTo>
                    <a:pt x="2436749" y="3919214"/>
                  </a:lnTo>
                  <a:lnTo>
                    <a:pt x="2436895" y="3918591"/>
                  </a:lnTo>
                  <a:lnTo>
                    <a:pt x="2437040" y="3917967"/>
                  </a:lnTo>
                  <a:lnTo>
                    <a:pt x="2437476" y="3917967"/>
                  </a:lnTo>
                  <a:lnTo>
                    <a:pt x="2437767" y="3917967"/>
                  </a:lnTo>
                  <a:lnTo>
                    <a:pt x="2437767" y="3917344"/>
                  </a:lnTo>
                  <a:lnTo>
                    <a:pt x="2438058" y="3917344"/>
                  </a:lnTo>
                  <a:lnTo>
                    <a:pt x="2438349" y="3917344"/>
                  </a:lnTo>
                  <a:lnTo>
                    <a:pt x="2438494" y="3916096"/>
                  </a:lnTo>
                  <a:lnTo>
                    <a:pt x="2439076" y="3916096"/>
                  </a:lnTo>
                  <a:lnTo>
                    <a:pt x="2439076" y="3915473"/>
                  </a:lnTo>
                  <a:lnTo>
                    <a:pt x="2439076" y="3914849"/>
                  </a:lnTo>
                  <a:lnTo>
                    <a:pt x="2439221" y="3914849"/>
                  </a:lnTo>
                  <a:lnTo>
                    <a:pt x="2439948" y="3914849"/>
                  </a:lnTo>
                  <a:lnTo>
                    <a:pt x="2440239" y="3914226"/>
                  </a:lnTo>
                  <a:lnTo>
                    <a:pt x="2440239" y="3913602"/>
                  </a:lnTo>
                  <a:lnTo>
                    <a:pt x="2440239" y="3912979"/>
                  </a:lnTo>
                  <a:lnTo>
                    <a:pt x="2440385" y="3912979"/>
                  </a:lnTo>
                  <a:lnTo>
                    <a:pt x="2440676" y="3912979"/>
                  </a:lnTo>
                  <a:lnTo>
                    <a:pt x="2440821" y="3912979"/>
                  </a:lnTo>
                  <a:lnTo>
                    <a:pt x="2440966" y="3912979"/>
                  </a:lnTo>
                  <a:lnTo>
                    <a:pt x="2442421" y="3911731"/>
                  </a:lnTo>
                  <a:lnTo>
                    <a:pt x="2442857" y="3911731"/>
                  </a:lnTo>
                  <a:lnTo>
                    <a:pt x="2443002" y="3911731"/>
                  </a:lnTo>
                  <a:lnTo>
                    <a:pt x="2443148" y="3911731"/>
                  </a:lnTo>
                  <a:lnTo>
                    <a:pt x="2443293" y="3911731"/>
                  </a:lnTo>
                  <a:lnTo>
                    <a:pt x="2443439" y="3911731"/>
                  </a:lnTo>
                  <a:lnTo>
                    <a:pt x="2443584" y="3909861"/>
                  </a:lnTo>
                  <a:lnTo>
                    <a:pt x="2443730" y="3909237"/>
                  </a:lnTo>
                  <a:lnTo>
                    <a:pt x="2444166" y="3907990"/>
                  </a:lnTo>
                  <a:lnTo>
                    <a:pt x="2444166" y="3907366"/>
                  </a:lnTo>
                  <a:lnTo>
                    <a:pt x="2444166" y="3906743"/>
                  </a:lnTo>
                  <a:lnTo>
                    <a:pt x="2444311" y="3906743"/>
                  </a:lnTo>
                  <a:lnTo>
                    <a:pt x="2444457" y="3906743"/>
                  </a:lnTo>
                  <a:lnTo>
                    <a:pt x="2444602" y="3906743"/>
                  </a:lnTo>
                  <a:lnTo>
                    <a:pt x="2445038" y="3906743"/>
                  </a:lnTo>
                  <a:lnTo>
                    <a:pt x="2445911" y="3906743"/>
                  </a:lnTo>
                  <a:lnTo>
                    <a:pt x="2446056" y="3906743"/>
                  </a:lnTo>
                  <a:lnTo>
                    <a:pt x="2446347" y="3906119"/>
                  </a:lnTo>
                  <a:lnTo>
                    <a:pt x="2446493" y="3905496"/>
                  </a:lnTo>
                  <a:lnTo>
                    <a:pt x="2447365" y="3905496"/>
                  </a:lnTo>
                  <a:lnTo>
                    <a:pt x="2447511" y="3904872"/>
                  </a:lnTo>
                  <a:lnTo>
                    <a:pt x="2447656" y="3904248"/>
                  </a:lnTo>
                  <a:lnTo>
                    <a:pt x="2447656" y="3903625"/>
                  </a:lnTo>
                  <a:lnTo>
                    <a:pt x="2447947" y="3903625"/>
                  </a:lnTo>
                  <a:lnTo>
                    <a:pt x="2448092" y="3903625"/>
                  </a:lnTo>
                  <a:lnTo>
                    <a:pt x="2448674" y="3903001"/>
                  </a:lnTo>
                  <a:lnTo>
                    <a:pt x="2448819" y="3901754"/>
                  </a:lnTo>
                  <a:lnTo>
                    <a:pt x="2449110" y="3901754"/>
                  </a:lnTo>
                  <a:lnTo>
                    <a:pt x="2449256" y="3901754"/>
                  </a:lnTo>
                  <a:lnTo>
                    <a:pt x="2449401" y="3901754"/>
                  </a:lnTo>
                  <a:lnTo>
                    <a:pt x="2449401" y="3901130"/>
                  </a:lnTo>
                  <a:lnTo>
                    <a:pt x="2449692" y="3900507"/>
                  </a:lnTo>
                  <a:lnTo>
                    <a:pt x="2450565" y="3900507"/>
                  </a:lnTo>
                  <a:lnTo>
                    <a:pt x="2450710" y="3900507"/>
                  </a:lnTo>
                  <a:lnTo>
                    <a:pt x="2451001" y="3900507"/>
                  </a:lnTo>
                  <a:lnTo>
                    <a:pt x="2451437" y="3900507"/>
                  </a:lnTo>
                  <a:lnTo>
                    <a:pt x="2451728" y="3899883"/>
                  </a:lnTo>
                  <a:lnTo>
                    <a:pt x="2451728" y="3898636"/>
                  </a:lnTo>
                  <a:lnTo>
                    <a:pt x="2452019" y="3898636"/>
                  </a:lnTo>
                  <a:lnTo>
                    <a:pt x="2452310" y="3898636"/>
                  </a:lnTo>
                  <a:lnTo>
                    <a:pt x="2452600" y="3898636"/>
                  </a:lnTo>
                  <a:lnTo>
                    <a:pt x="2452746" y="3898636"/>
                  </a:lnTo>
                  <a:lnTo>
                    <a:pt x="2453182" y="3898636"/>
                  </a:lnTo>
                  <a:lnTo>
                    <a:pt x="2453328" y="3898013"/>
                  </a:lnTo>
                  <a:lnTo>
                    <a:pt x="2453473" y="3898013"/>
                  </a:lnTo>
                  <a:lnTo>
                    <a:pt x="2453473" y="3897389"/>
                  </a:lnTo>
                  <a:lnTo>
                    <a:pt x="2453618" y="3897389"/>
                  </a:lnTo>
                  <a:lnTo>
                    <a:pt x="2453764" y="3897389"/>
                  </a:lnTo>
                  <a:lnTo>
                    <a:pt x="2454491" y="3896142"/>
                  </a:lnTo>
                  <a:lnTo>
                    <a:pt x="2454782" y="3896142"/>
                  </a:lnTo>
                  <a:lnTo>
                    <a:pt x="2455218" y="3895518"/>
                  </a:lnTo>
                  <a:lnTo>
                    <a:pt x="2455364" y="3895518"/>
                  </a:lnTo>
                  <a:lnTo>
                    <a:pt x="2455654" y="3894895"/>
                  </a:lnTo>
                  <a:lnTo>
                    <a:pt x="2455654" y="3894271"/>
                  </a:lnTo>
                  <a:lnTo>
                    <a:pt x="2456091" y="3894271"/>
                  </a:lnTo>
                  <a:lnTo>
                    <a:pt x="2456236" y="3894271"/>
                  </a:lnTo>
                  <a:lnTo>
                    <a:pt x="2456527" y="3894271"/>
                  </a:lnTo>
                  <a:lnTo>
                    <a:pt x="2456672" y="3894271"/>
                  </a:lnTo>
                  <a:lnTo>
                    <a:pt x="2456963" y="3893648"/>
                  </a:lnTo>
                  <a:lnTo>
                    <a:pt x="2457254" y="3893648"/>
                  </a:lnTo>
                  <a:lnTo>
                    <a:pt x="2457400" y="3893648"/>
                  </a:lnTo>
                  <a:lnTo>
                    <a:pt x="2457545" y="3893648"/>
                  </a:lnTo>
                  <a:lnTo>
                    <a:pt x="2457690" y="3893024"/>
                  </a:lnTo>
                  <a:lnTo>
                    <a:pt x="2457836" y="3893024"/>
                  </a:lnTo>
                  <a:lnTo>
                    <a:pt x="2458854" y="3891777"/>
                  </a:lnTo>
                  <a:lnTo>
                    <a:pt x="2459145" y="3891777"/>
                  </a:lnTo>
                  <a:lnTo>
                    <a:pt x="2459290" y="3891777"/>
                  </a:lnTo>
                  <a:lnTo>
                    <a:pt x="2459435" y="3891777"/>
                  </a:lnTo>
                  <a:lnTo>
                    <a:pt x="2459581" y="3891777"/>
                  </a:lnTo>
                  <a:lnTo>
                    <a:pt x="2459872" y="3891777"/>
                  </a:lnTo>
                  <a:lnTo>
                    <a:pt x="2460453" y="3891777"/>
                  </a:lnTo>
                  <a:lnTo>
                    <a:pt x="2461181" y="3891777"/>
                  </a:lnTo>
                  <a:lnTo>
                    <a:pt x="2461326" y="3891777"/>
                  </a:lnTo>
                  <a:lnTo>
                    <a:pt x="2461617" y="3891777"/>
                  </a:lnTo>
                  <a:lnTo>
                    <a:pt x="2461908" y="3891777"/>
                  </a:lnTo>
                  <a:lnTo>
                    <a:pt x="2462199" y="3891153"/>
                  </a:lnTo>
                  <a:lnTo>
                    <a:pt x="2462344" y="3891153"/>
                  </a:lnTo>
                  <a:lnTo>
                    <a:pt x="2462489" y="3891153"/>
                  </a:lnTo>
                  <a:lnTo>
                    <a:pt x="2462635" y="3891153"/>
                  </a:lnTo>
                  <a:lnTo>
                    <a:pt x="2462780" y="3891153"/>
                  </a:lnTo>
                  <a:lnTo>
                    <a:pt x="2462926" y="3890530"/>
                  </a:lnTo>
                  <a:lnTo>
                    <a:pt x="2463071" y="3889906"/>
                  </a:lnTo>
                  <a:lnTo>
                    <a:pt x="2463362" y="3889282"/>
                  </a:lnTo>
                  <a:lnTo>
                    <a:pt x="2463798" y="3889282"/>
                  </a:lnTo>
                  <a:lnTo>
                    <a:pt x="2463944" y="3888659"/>
                  </a:lnTo>
                  <a:lnTo>
                    <a:pt x="2464235" y="3888659"/>
                  </a:lnTo>
                  <a:lnTo>
                    <a:pt x="2464380" y="3888659"/>
                  </a:lnTo>
                  <a:lnTo>
                    <a:pt x="2464962" y="3888659"/>
                  </a:lnTo>
                  <a:lnTo>
                    <a:pt x="2465107" y="3888659"/>
                  </a:lnTo>
                  <a:lnTo>
                    <a:pt x="2465689" y="3888659"/>
                  </a:lnTo>
                  <a:lnTo>
                    <a:pt x="2465834" y="3888659"/>
                  </a:lnTo>
                  <a:lnTo>
                    <a:pt x="2465980" y="3888659"/>
                  </a:lnTo>
                  <a:lnTo>
                    <a:pt x="2466125" y="3888659"/>
                  </a:lnTo>
                  <a:lnTo>
                    <a:pt x="2466270" y="3888035"/>
                  </a:lnTo>
                  <a:lnTo>
                    <a:pt x="2466416" y="3888035"/>
                  </a:lnTo>
                  <a:lnTo>
                    <a:pt x="2466561" y="3888035"/>
                  </a:lnTo>
                  <a:lnTo>
                    <a:pt x="2466707" y="3888035"/>
                  </a:lnTo>
                  <a:lnTo>
                    <a:pt x="2466998" y="3888035"/>
                  </a:lnTo>
                  <a:lnTo>
                    <a:pt x="2467288" y="3888035"/>
                  </a:lnTo>
                  <a:lnTo>
                    <a:pt x="2467288" y="3886788"/>
                  </a:lnTo>
                  <a:lnTo>
                    <a:pt x="2467288" y="3886165"/>
                  </a:lnTo>
                  <a:lnTo>
                    <a:pt x="2467434" y="3885541"/>
                  </a:lnTo>
                  <a:lnTo>
                    <a:pt x="2467579" y="3884917"/>
                  </a:lnTo>
                  <a:lnTo>
                    <a:pt x="2467725" y="3884917"/>
                  </a:lnTo>
                  <a:lnTo>
                    <a:pt x="2467725" y="3884294"/>
                  </a:lnTo>
                  <a:lnTo>
                    <a:pt x="2468016" y="3884294"/>
                  </a:lnTo>
                  <a:lnTo>
                    <a:pt x="2468161" y="3884294"/>
                  </a:lnTo>
                  <a:lnTo>
                    <a:pt x="2468597" y="3884294"/>
                  </a:lnTo>
                  <a:lnTo>
                    <a:pt x="2468888" y="3883670"/>
                  </a:lnTo>
                  <a:lnTo>
                    <a:pt x="2469034" y="3883670"/>
                  </a:lnTo>
                  <a:lnTo>
                    <a:pt x="2469324" y="3883670"/>
                  </a:lnTo>
                  <a:lnTo>
                    <a:pt x="2469615" y="3883670"/>
                  </a:lnTo>
                  <a:lnTo>
                    <a:pt x="2469906" y="3883670"/>
                  </a:lnTo>
                  <a:lnTo>
                    <a:pt x="2470052" y="3883670"/>
                  </a:lnTo>
                  <a:lnTo>
                    <a:pt x="2470197" y="3883047"/>
                  </a:lnTo>
                  <a:lnTo>
                    <a:pt x="2470197" y="3882423"/>
                  </a:lnTo>
                  <a:lnTo>
                    <a:pt x="2470342" y="3881799"/>
                  </a:lnTo>
                  <a:lnTo>
                    <a:pt x="2470488" y="3881176"/>
                  </a:lnTo>
                  <a:lnTo>
                    <a:pt x="2471215" y="3880552"/>
                  </a:lnTo>
                  <a:lnTo>
                    <a:pt x="2471797" y="3880552"/>
                  </a:lnTo>
                  <a:lnTo>
                    <a:pt x="2471942" y="3880552"/>
                  </a:lnTo>
                  <a:lnTo>
                    <a:pt x="2472087" y="3879929"/>
                  </a:lnTo>
                  <a:lnTo>
                    <a:pt x="2472815" y="3879305"/>
                  </a:lnTo>
                  <a:lnTo>
                    <a:pt x="2473542" y="3878682"/>
                  </a:lnTo>
                  <a:lnTo>
                    <a:pt x="2473687" y="3878682"/>
                  </a:lnTo>
                  <a:lnTo>
                    <a:pt x="2473687" y="3878058"/>
                  </a:lnTo>
                  <a:lnTo>
                    <a:pt x="2474414" y="3877434"/>
                  </a:lnTo>
                  <a:lnTo>
                    <a:pt x="2475432" y="3876187"/>
                  </a:lnTo>
                  <a:lnTo>
                    <a:pt x="2475432" y="3875564"/>
                  </a:lnTo>
                  <a:lnTo>
                    <a:pt x="2475578" y="3875564"/>
                  </a:lnTo>
                  <a:lnTo>
                    <a:pt x="2475723" y="3875564"/>
                  </a:lnTo>
                  <a:lnTo>
                    <a:pt x="2475869" y="3875564"/>
                  </a:lnTo>
                  <a:lnTo>
                    <a:pt x="2476305" y="3875564"/>
                  </a:lnTo>
                  <a:lnTo>
                    <a:pt x="2476596" y="3875564"/>
                  </a:lnTo>
                  <a:lnTo>
                    <a:pt x="2476741" y="3875564"/>
                  </a:lnTo>
                  <a:lnTo>
                    <a:pt x="2477468" y="3874940"/>
                  </a:lnTo>
                  <a:lnTo>
                    <a:pt x="2477614" y="3874316"/>
                  </a:lnTo>
                  <a:lnTo>
                    <a:pt x="2477759" y="3874316"/>
                  </a:lnTo>
                  <a:lnTo>
                    <a:pt x="2478050" y="3874316"/>
                  </a:lnTo>
                  <a:lnTo>
                    <a:pt x="2478341" y="3874316"/>
                  </a:lnTo>
                  <a:lnTo>
                    <a:pt x="2478777" y="3873693"/>
                  </a:lnTo>
                  <a:lnTo>
                    <a:pt x="2478922" y="3873693"/>
                  </a:lnTo>
                  <a:lnTo>
                    <a:pt x="2479504" y="3873069"/>
                  </a:lnTo>
                  <a:lnTo>
                    <a:pt x="2479650" y="3873069"/>
                  </a:lnTo>
                  <a:lnTo>
                    <a:pt x="2480377" y="3873069"/>
                  </a:lnTo>
                  <a:lnTo>
                    <a:pt x="2480377" y="3872446"/>
                  </a:lnTo>
                  <a:lnTo>
                    <a:pt x="2480813" y="3872446"/>
                  </a:lnTo>
                  <a:lnTo>
                    <a:pt x="2480958" y="3872446"/>
                  </a:lnTo>
                  <a:lnTo>
                    <a:pt x="2481249" y="3872446"/>
                  </a:lnTo>
                  <a:lnTo>
                    <a:pt x="2481395" y="3872446"/>
                  </a:lnTo>
                  <a:lnTo>
                    <a:pt x="2481831" y="3871822"/>
                  </a:lnTo>
                  <a:lnTo>
                    <a:pt x="2482413" y="3871199"/>
                  </a:lnTo>
                  <a:lnTo>
                    <a:pt x="2482849" y="3870575"/>
                  </a:lnTo>
                  <a:lnTo>
                    <a:pt x="2482994" y="3870575"/>
                  </a:lnTo>
                  <a:lnTo>
                    <a:pt x="2483140" y="3870575"/>
                  </a:lnTo>
                  <a:lnTo>
                    <a:pt x="2483285" y="3870575"/>
                  </a:lnTo>
                  <a:lnTo>
                    <a:pt x="2484158" y="3869328"/>
                  </a:lnTo>
                  <a:lnTo>
                    <a:pt x="2484303" y="3869328"/>
                  </a:lnTo>
                  <a:lnTo>
                    <a:pt x="2484594" y="3869328"/>
                  </a:lnTo>
                  <a:lnTo>
                    <a:pt x="2484739" y="3869328"/>
                  </a:lnTo>
                  <a:lnTo>
                    <a:pt x="2484885" y="3869328"/>
                  </a:lnTo>
                  <a:lnTo>
                    <a:pt x="2485757" y="3868081"/>
                  </a:lnTo>
                  <a:lnTo>
                    <a:pt x="2486048" y="3868081"/>
                  </a:lnTo>
                  <a:lnTo>
                    <a:pt x="2486194" y="3868081"/>
                  </a:lnTo>
                  <a:lnTo>
                    <a:pt x="2486339" y="3868081"/>
                  </a:lnTo>
                  <a:lnTo>
                    <a:pt x="2486630" y="3868081"/>
                  </a:lnTo>
                  <a:lnTo>
                    <a:pt x="2486775" y="3867457"/>
                  </a:lnTo>
                  <a:lnTo>
                    <a:pt x="2486921" y="3866833"/>
                  </a:lnTo>
                  <a:lnTo>
                    <a:pt x="2487066" y="3866833"/>
                  </a:lnTo>
                  <a:lnTo>
                    <a:pt x="2487212" y="3866833"/>
                  </a:lnTo>
                  <a:lnTo>
                    <a:pt x="2487357" y="3866833"/>
                  </a:lnTo>
                  <a:lnTo>
                    <a:pt x="2488375" y="3866210"/>
                  </a:lnTo>
                  <a:lnTo>
                    <a:pt x="2488521" y="3865586"/>
                  </a:lnTo>
                  <a:lnTo>
                    <a:pt x="2488666" y="3865586"/>
                  </a:lnTo>
                  <a:lnTo>
                    <a:pt x="2488957" y="3865586"/>
                  </a:lnTo>
                  <a:lnTo>
                    <a:pt x="2489393" y="3864963"/>
                  </a:lnTo>
                  <a:lnTo>
                    <a:pt x="2489539" y="3864963"/>
                  </a:lnTo>
                  <a:lnTo>
                    <a:pt x="2489829" y="3864963"/>
                  </a:lnTo>
                  <a:lnTo>
                    <a:pt x="2490120" y="3864963"/>
                  </a:lnTo>
                  <a:lnTo>
                    <a:pt x="2490557" y="3864963"/>
                  </a:lnTo>
                  <a:lnTo>
                    <a:pt x="2490993" y="3864339"/>
                  </a:lnTo>
                  <a:lnTo>
                    <a:pt x="2491284" y="3863092"/>
                  </a:lnTo>
                  <a:lnTo>
                    <a:pt x="2491574" y="3863092"/>
                  </a:lnTo>
                  <a:lnTo>
                    <a:pt x="2491720" y="3863092"/>
                  </a:lnTo>
                  <a:lnTo>
                    <a:pt x="2491865" y="3863092"/>
                  </a:lnTo>
                  <a:lnTo>
                    <a:pt x="2492011" y="3863092"/>
                  </a:lnTo>
                  <a:lnTo>
                    <a:pt x="2492302" y="3863092"/>
                  </a:lnTo>
                  <a:lnTo>
                    <a:pt x="2492447" y="3863092"/>
                  </a:lnTo>
                  <a:lnTo>
                    <a:pt x="2492447" y="3862468"/>
                  </a:lnTo>
                  <a:lnTo>
                    <a:pt x="2492883" y="3862468"/>
                  </a:lnTo>
                  <a:lnTo>
                    <a:pt x="2493320" y="3861845"/>
                  </a:lnTo>
                  <a:lnTo>
                    <a:pt x="2493610" y="3861845"/>
                  </a:lnTo>
                  <a:lnTo>
                    <a:pt x="2493610" y="3861221"/>
                  </a:lnTo>
                  <a:lnTo>
                    <a:pt x="2493901" y="3860598"/>
                  </a:lnTo>
                  <a:lnTo>
                    <a:pt x="2494628" y="3859974"/>
                  </a:lnTo>
                  <a:lnTo>
                    <a:pt x="2494919" y="3859974"/>
                  </a:lnTo>
                  <a:lnTo>
                    <a:pt x="2494919" y="3859350"/>
                  </a:lnTo>
                  <a:lnTo>
                    <a:pt x="2495065" y="3859350"/>
                  </a:lnTo>
                  <a:lnTo>
                    <a:pt x="2495501" y="3859350"/>
                  </a:lnTo>
                  <a:lnTo>
                    <a:pt x="2495646" y="3859350"/>
                  </a:lnTo>
                  <a:lnTo>
                    <a:pt x="2495792" y="3859350"/>
                  </a:lnTo>
                  <a:lnTo>
                    <a:pt x="2496083" y="3859350"/>
                  </a:lnTo>
                  <a:lnTo>
                    <a:pt x="2496228" y="3859350"/>
                  </a:lnTo>
                  <a:lnTo>
                    <a:pt x="2496374" y="3859350"/>
                  </a:lnTo>
                  <a:lnTo>
                    <a:pt x="2496519" y="3859350"/>
                  </a:lnTo>
                  <a:lnTo>
                    <a:pt x="2496664" y="3859350"/>
                  </a:lnTo>
                  <a:lnTo>
                    <a:pt x="2496810" y="3859350"/>
                  </a:lnTo>
                  <a:lnTo>
                    <a:pt x="2497246" y="3859350"/>
                  </a:lnTo>
                  <a:lnTo>
                    <a:pt x="2497537" y="3859350"/>
                  </a:lnTo>
                  <a:lnTo>
                    <a:pt x="2497973" y="3859350"/>
                  </a:lnTo>
                  <a:lnTo>
                    <a:pt x="2497973" y="3858727"/>
                  </a:lnTo>
                  <a:lnTo>
                    <a:pt x="2498264" y="3858727"/>
                  </a:lnTo>
                  <a:lnTo>
                    <a:pt x="2498555" y="3858727"/>
                  </a:lnTo>
                  <a:lnTo>
                    <a:pt x="2498555" y="3858103"/>
                  </a:lnTo>
                  <a:lnTo>
                    <a:pt x="2498555" y="3856233"/>
                  </a:lnTo>
                  <a:lnTo>
                    <a:pt x="2498700" y="3856233"/>
                  </a:lnTo>
                  <a:lnTo>
                    <a:pt x="2498846" y="3856233"/>
                  </a:lnTo>
                  <a:lnTo>
                    <a:pt x="2498991" y="3855609"/>
                  </a:lnTo>
                  <a:lnTo>
                    <a:pt x="2499864" y="3855609"/>
                  </a:lnTo>
                  <a:lnTo>
                    <a:pt x="2499864" y="3854985"/>
                  </a:lnTo>
                  <a:lnTo>
                    <a:pt x="2500155" y="3854985"/>
                  </a:lnTo>
                  <a:lnTo>
                    <a:pt x="2500300" y="3854985"/>
                  </a:lnTo>
                  <a:lnTo>
                    <a:pt x="2500445" y="3854985"/>
                  </a:lnTo>
                  <a:lnTo>
                    <a:pt x="2500591" y="3854985"/>
                  </a:lnTo>
                  <a:lnTo>
                    <a:pt x="2500736" y="3854985"/>
                  </a:lnTo>
                  <a:lnTo>
                    <a:pt x="2500882" y="3854985"/>
                  </a:lnTo>
                  <a:lnTo>
                    <a:pt x="2501173" y="3854362"/>
                  </a:lnTo>
                  <a:lnTo>
                    <a:pt x="2501609" y="3854362"/>
                  </a:lnTo>
                  <a:lnTo>
                    <a:pt x="2501900" y="3854362"/>
                  </a:lnTo>
                  <a:lnTo>
                    <a:pt x="2502045" y="3854362"/>
                  </a:lnTo>
                  <a:lnTo>
                    <a:pt x="2502481" y="3854362"/>
                  </a:lnTo>
                  <a:lnTo>
                    <a:pt x="2503063" y="3853738"/>
                  </a:lnTo>
                  <a:lnTo>
                    <a:pt x="2503209" y="3853738"/>
                  </a:lnTo>
                  <a:lnTo>
                    <a:pt x="2503790" y="3852491"/>
                  </a:lnTo>
                  <a:lnTo>
                    <a:pt x="2503936" y="3852491"/>
                  </a:lnTo>
                  <a:lnTo>
                    <a:pt x="2504372" y="3852491"/>
                  </a:lnTo>
                  <a:lnTo>
                    <a:pt x="2504517" y="3852491"/>
                  </a:lnTo>
                  <a:lnTo>
                    <a:pt x="2504808" y="3851867"/>
                  </a:lnTo>
                  <a:lnTo>
                    <a:pt x="2505099" y="3851244"/>
                  </a:lnTo>
                  <a:lnTo>
                    <a:pt x="2505244" y="3851244"/>
                  </a:lnTo>
                  <a:lnTo>
                    <a:pt x="2505390" y="3850620"/>
                  </a:lnTo>
                  <a:lnTo>
                    <a:pt x="2505535" y="3850620"/>
                  </a:lnTo>
                  <a:lnTo>
                    <a:pt x="2505535" y="3849997"/>
                  </a:lnTo>
                  <a:lnTo>
                    <a:pt x="2505826" y="3849373"/>
                  </a:lnTo>
                  <a:lnTo>
                    <a:pt x="2506117" y="3848126"/>
                  </a:lnTo>
                  <a:lnTo>
                    <a:pt x="2506262" y="3848126"/>
                  </a:lnTo>
                  <a:lnTo>
                    <a:pt x="2506553" y="3847502"/>
                  </a:lnTo>
                  <a:lnTo>
                    <a:pt x="2506699" y="3847502"/>
                  </a:lnTo>
                  <a:lnTo>
                    <a:pt x="2506844" y="3847502"/>
                  </a:lnTo>
                  <a:lnTo>
                    <a:pt x="2506990" y="3847502"/>
                  </a:lnTo>
                  <a:lnTo>
                    <a:pt x="2507426" y="3847502"/>
                  </a:lnTo>
                  <a:lnTo>
                    <a:pt x="2507717" y="3846879"/>
                  </a:lnTo>
                  <a:lnTo>
                    <a:pt x="2507862" y="3846879"/>
                  </a:lnTo>
                  <a:lnTo>
                    <a:pt x="2508153" y="3845632"/>
                  </a:lnTo>
                  <a:lnTo>
                    <a:pt x="2508298" y="3845632"/>
                  </a:lnTo>
                  <a:lnTo>
                    <a:pt x="2508444" y="3845632"/>
                  </a:lnTo>
                  <a:lnTo>
                    <a:pt x="2508589" y="3845632"/>
                  </a:lnTo>
                  <a:lnTo>
                    <a:pt x="2508880" y="3845632"/>
                  </a:lnTo>
                  <a:lnTo>
                    <a:pt x="2509026" y="3845632"/>
                  </a:lnTo>
                  <a:lnTo>
                    <a:pt x="2510480" y="3844384"/>
                  </a:lnTo>
                  <a:lnTo>
                    <a:pt x="2510625" y="3844384"/>
                  </a:lnTo>
                  <a:lnTo>
                    <a:pt x="2510771" y="3844384"/>
                  </a:lnTo>
                  <a:lnTo>
                    <a:pt x="2510771" y="3843761"/>
                  </a:lnTo>
                  <a:lnTo>
                    <a:pt x="2510916" y="3843761"/>
                  </a:lnTo>
                  <a:lnTo>
                    <a:pt x="2510916" y="3843137"/>
                  </a:lnTo>
                  <a:lnTo>
                    <a:pt x="2511062" y="3843137"/>
                  </a:lnTo>
                  <a:lnTo>
                    <a:pt x="2511352" y="3843137"/>
                  </a:lnTo>
                  <a:lnTo>
                    <a:pt x="2511498" y="3843137"/>
                  </a:lnTo>
                  <a:lnTo>
                    <a:pt x="2511643" y="3843137"/>
                  </a:lnTo>
                  <a:lnTo>
                    <a:pt x="2511789" y="3843137"/>
                  </a:lnTo>
                  <a:lnTo>
                    <a:pt x="2512079" y="3843137"/>
                  </a:lnTo>
                  <a:lnTo>
                    <a:pt x="2512661" y="3843137"/>
                  </a:lnTo>
                  <a:lnTo>
                    <a:pt x="2512807" y="3843137"/>
                  </a:lnTo>
                  <a:lnTo>
                    <a:pt x="2513388" y="3841890"/>
                  </a:lnTo>
                  <a:lnTo>
                    <a:pt x="2513679" y="3841267"/>
                  </a:lnTo>
                  <a:lnTo>
                    <a:pt x="2513825" y="3841267"/>
                  </a:lnTo>
                  <a:lnTo>
                    <a:pt x="2514115" y="3841267"/>
                  </a:lnTo>
                  <a:lnTo>
                    <a:pt x="2514261" y="3841267"/>
                  </a:lnTo>
                  <a:lnTo>
                    <a:pt x="2514697" y="3841267"/>
                  </a:lnTo>
                  <a:lnTo>
                    <a:pt x="2514843" y="3841267"/>
                  </a:lnTo>
                  <a:lnTo>
                    <a:pt x="2514988" y="3841267"/>
                  </a:lnTo>
                  <a:lnTo>
                    <a:pt x="2515133" y="3841267"/>
                  </a:lnTo>
                  <a:lnTo>
                    <a:pt x="2515279" y="3841267"/>
                  </a:lnTo>
                  <a:lnTo>
                    <a:pt x="2515424" y="3840643"/>
                  </a:lnTo>
                  <a:lnTo>
                    <a:pt x="2515715" y="3840019"/>
                  </a:lnTo>
                  <a:lnTo>
                    <a:pt x="2515861" y="3840019"/>
                  </a:lnTo>
                  <a:lnTo>
                    <a:pt x="2516006" y="3840019"/>
                  </a:lnTo>
                  <a:lnTo>
                    <a:pt x="2516151" y="3840019"/>
                  </a:lnTo>
                  <a:lnTo>
                    <a:pt x="2516297" y="3840019"/>
                  </a:lnTo>
                  <a:lnTo>
                    <a:pt x="2516733" y="3840019"/>
                  </a:lnTo>
                  <a:lnTo>
                    <a:pt x="2516879" y="3840019"/>
                  </a:lnTo>
                  <a:lnTo>
                    <a:pt x="2517315" y="3838772"/>
                  </a:lnTo>
                  <a:lnTo>
                    <a:pt x="2517606" y="3838772"/>
                  </a:lnTo>
                  <a:lnTo>
                    <a:pt x="2517751" y="3838772"/>
                  </a:lnTo>
                  <a:lnTo>
                    <a:pt x="2517897" y="3838772"/>
                  </a:lnTo>
                  <a:lnTo>
                    <a:pt x="2518187" y="3838772"/>
                  </a:lnTo>
                  <a:lnTo>
                    <a:pt x="2518333" y="3837525"/>
                  </a:lnTo>
                  <a:lnTo>
                    <a:pt x="2518914" y="3837525"/>
                  </a:lnTo>
                  <a:lnTo>
                    <a:pt x="2519205" y="3837525"/>
                  </a:lnTo>
                  <a:lnTo>
                    <a:pt x="2519351" y="3837525"/>
                  </a:lnTo>
                  <a:lnTo>
                    <a:pt x="2519642" y="3837525"/>
                  </a:lnTo>
                  <a:lnTo>
                    <a:pt x="2519787" y="3836902"/>
                  </a:lnTo>
                  <a:lnTo>
                    <a:pt x="2519932" y="3835654"/>
                  </a:lnTo>
                  <a:lnTo>
                    <a:pt x="2520078" y="3835031"/>
                  </a:lnTo>
                  <a:lnTo>
                    <a:pt x="2520223" y="3835031"/>
                  </a:lnTo>
                  <a:lnTo>
                    <a:pt x="2520369" y="3835031"/>
                  </a:lnTo>
                  <a:lnTo>
                    <a:pt x="2520514" y="3834407"/>
                  </a:lnTo>
                  <a:lnTo>
                    <a:pt x="2521241" y="3834407"/>
                  </a:lnTo>
                  <a:lnTo>
                    <a:pt x="2521387" y="3834407"/>
                  </a:lnTo>
                  <a:lnTo>
                    <a:pt x="2521678" y="3834407"/>
                  </a:lnTo>
                  <a:lnTo>
                    <a:pt x="2521678" y="3833784"/>
                  </a:lnTo>
                  <a:lnTo>
                    <a:pt x="2521678" y="3833160"/>
                  </a:lnTo>
                  <a:lnTo>
                    <a:pt x="2521823" y="3833160"/>
                  </a:lnTo>
                  <a:lnTo>
                    <a:pt x="2522114" y="3832536"/>
                  </a:lnTo>
                  <a:lnTo>
                    <a:pt x="2522696" y="3832536"/>
                  </a:lnTo>
                  <a:lnTo>
                    <a:pt x="2522986" y="3832536"/>
                  </a:lnTo>
                  <a:lnTo>
                    <a:pt x="2523277" y="3831913"/>
                  </a:lnTo>
                  <a:lnTo>
                    <a:pt x="2523423" y="3831913"/>
                  </a:lnTo>
                  <a:lnTo>
                    <a:pt x="2523568" y="3831913"/>
                  </a:lnTo>
                  <a:lnTo>
                    <a:pt x="2524004" y="3831289"/>
                  </a:lnTo>
                  <a:lnTo>
                    <a:pt x="2524150" y="3831289"/>
                  </a:lnTo>
                  <a:lnTo>
                    <a:pt x="2524295" y="3830666"/>
                  </a:lnTo>
                  <a:lnTo>
                    <a:pt x="2524441" y="3830666"/>
                  </a:lnTo>
                  <a:lnTo>
                    <a:pt x="2524586" y="3830666"/>
                  </a:lnTo>
                  <a:lnTo>
                    <a:pt x="2524877" y="3830666"/>
                  </a:lnTo>
                  <a:lnTo>
                    <a:pt x="2524877" y="3830042"/>
                  </a:lnTo>
                  <a:lnTo>
                    <a:pt x="2525168" y="3830042"/>
                  </a:lnTo>
                  <a:lnTo>
                    <a:pt x="2525313" y="3830042"/>
                  </a:lnTo>
                  <a:lnTo>
                    <a:pt x="2525459" y="3830042"/>
                  </a:lnTo>
                  <a:lnTo>
                    <a:pt x="2526913" y="3829419"/>
                  </a:lnTo>
                  <a:lnTo>
                    <a:pt x="2527058" y="3829419"/>
                  </a:lnTo>
                  <a:lnTo>
                    <a:pt x="2527204" y="3829419"/>
                  </a:lnTo>
                  <a:lnTo>
                    <a:pt x="2527495" y="3829419"/>
                  </a:lnTo>
                  <a:lnTo>
                    <a:pt x="2527495" y="3828795"/>
                  </a:lnTo>
                  <a:lnTo>
                    <a:pt x="2527640" y="3828171"/>
                  </a:lnTo>
                  <a:lnTo>
                    <a:pt x="2527785" y="3828171"/>
                  </a:lnTo>
                  <a:lnTo>
                    <a:pt x="2527931" y="3828171"/>
                  </a:lnTo>
                  <a:lnTo>
                    <a:pt x="2528076" y="3828171"/>
                  </a:lnTo>
                  <a:lnTo>
                    <a:pt x="2528367" y="3827548"/>
                  </a:lnTo>
                  <a:lnTo>
                    <a:pt x="2528513" y="3826924"/>
                  </a:lnTo>
                  <a:lnTo>
                    <a:pt x="2528658" y="3826924"/>
                  </a:lnTo>
                  <a:lnTo>
                    <a:pt x="2529094" y="3825677"/>
                  </a:lnTo>
                  <a:lnTo>
                    <a:pt x="2529385" y="3825053"/>
                  </a:lnTo>
                  <a:lnTo>
                    <a:pt x="2529531" y="3823806"/>
                  </a:lnTo>
                  <a:lnTo>
                    <a:pt x="2529821" y="3822559"/>
                  </a:lnTo>
                  <a:lnTo>
                    <a:pt x="2530112" y="3822559"/>
                  </a:lnTo>
                  <a:lnTo>
                    <a:pt x="2530403" y="3822559"/>
                  </a:lnTo>
                  <a:lnTo>
                    <a:pt x="2530549" y="3822559"/>
                  </a:lnTo>
                  <a:lnTo>
                    <a:pt x="2530694" y="3822559"/>
                  </a:lnTo>
                  <a:lnTo>
                    <a:pt x="2530985" y="3822559"/>
                  </a:lnTo>
                  <a:lnTo>
                    <a:pt x="2531130" y="3822559"/>
                  </a:lnTo>
                  <a:lnTo>
                    <a:pt x="2531276" y="3822559"/>
                  </a:lnTo>
                  <a:lnTo>
                    <a:pt x="2531276" y="3821936"/>
                  </a:lnTo>
                  <a:lnTo>
                    <a:pt x="2531421" y="3821936"/>
                  </a:lnTo>
                  <a:lnTo>
                    <a:pt x="2531712" y="3821312"/>
                  </a:lnTo>
                  <a:lnTo>
                    <a:pt x="2532003" y="3820688"/>
                  </a:lnTo>
                  <a:lnTo>
                    <a:pt x="2532003" y="3820065"/>
                  </a:lnTo>
                  <a:lnTo>
                    <a:pt x="2532148" y="3820065"/>
                  </a:lnTo>
                  <a:lnTo>
                    <a:pt x="2532730" y="3817570"/>
                  </a:lnTo>
                  <a:lnTo>
                    <a:pt x="2532730" y="3816947"/>
                  </a:lnTo>
                  <a:lnTo>
                    <a:pt x="2533166" y="3816947"/>
                  </a:lnTo>
                  <a:lnTo>
                    <a:pt x="2533312" y="3816947"/>
                  </a:lnTo>
                  <a:lnTo>
                    <a:pt x="2533748" y="3815700"/>
                  </a:lnTo>
                  <a:lnTo>
                    <a:pt x="2533893" y="3815700"/>
                  </a:lnTo>
                  <a:lnTo>
                    <a:pt x="2534039" y="3815700"/>
                  </a:lnTo>
                  <a:lnTo>
                    <a:pt x="2534184" y="3815700"/>
                  </a:lnTo>
                  <a:lnTo>
                    <a:pt x="2534184" y="3815076"/>
                  </a:lnTo>
                  <a:lnTo>
                    <a:pt x="2534330" y="3815076"/>
                  </a:lnTo>
                  <a:lnTo>
                    <a:pt x="2534475" y="3815076"/>
                  </a:lnTo>
                  <a:lnTo>
                    <a:pt x="2534911" y="3814453"/>
                  </a:lnTo>
                  <a:lnTo>
                    <a:pt x="2535057" y="3814453"/>
                  </a:lnTo>
                  <a:lnTo>
                    <a:pt x="2535493" y="3814453"/>
                  </a:lnTo>
                  <a:lnTo>
                    <a:pt x="2535638" y="3813829"/>
                  </a:lnTo>
                  <a:lnTo>
                    <a:pt x="2535929" y="3813829"/>
                  </a:lnTo>
                  <a:lnTo>
                    <a:pt x="2536075" y="3813829"/>
                  </a:lnTo>
                  <a:lnTo>
                    <a:pt x="2536220" y="3813829"/>
                  </a:lnTo>
                  <a:lnTo>
                    <a:pt x="2536220" y="3813205"/>
                  </a:lnTo>
                  <a:lnTo>
                    <a:pt x="2536366" y="3813205"/>
                  </a:lnTo>
                  <a:lnTo>
                    <a:pt x="2536511" y="3813205"/>
                  </a:lnTo>
                  <a:lnTo>
                    <a:pt x="2536802" y="3812582"/>
                  </a:lnTo>
                  <a:lnTo>
                    <a:pt x="2536947" y="3811958"/>
                  </a:lnTo>
                  <a:lnTo>
                    <a:pt x="2536947" y="3811335"/>
                  </a:lnTo>
                  <a:lnTo>
                    <a:pt x="2538402" y="3808840"/>
                  </a:lnTo>
                  <a:lnTo>
                    <a:pt x="2538838" y="3808217"/>
                  </a:lnTo>
                  <a:lnTo>
                    <a:pt x="2538983" y="3808217"/>
                  </a:lnTo>
                  <a:lnTo>
                    <a:pt x="2539129" y="3808217"/>
                  </a:lnTo>
                  <a:lnTo>
                    <a:pt x="2539274" y="3808217"/>
                  </a:lnTo>
                  <a:lnTo>
                    <a:pt x="2539565" y="3808217"/>
                  </a:lnTo>
                  <a:lnTo>
                    <a:pt x="2539856" y="3808217"/>
                  </a:lnTo>
                  <a:lnTo>
                    <a:pt x="2540001" y="3808217"/>
                  </a:lnTo>
                  <a:lnTo>
                    <a:pt x="2540001" y="3807593"/>
                  </a:lnTo>
                  <a:lnTo>
                    <a:pt x="2540292" y="3807593"/>
                  </a:lnTo>
                  <a:lnTo>
                    <a:pt x="2540437" y="3807593"/>
                  </a:lnTo>
                  <a:lnTo>
                    <a:pt x="2540583" y="3806970"/>
                  </a:lnTo>
                  <a:lnTo>
                    <a:pt x="2540874" y="3806346"/>
                  </a:lnTo>
                  <a:lnTo>
                    <a:pt x="2541019" y="3806346"/>
                  </a:lnTo>
                  <a:lnTo>
                    <a:pt x="2541601" y="3806346"/>
                  </a:lnTo>
                  <a:lnTo>
                    <a:pt x="2541746" y="3806346"/>
                  </a:lnTo>
                  <a:lnTo>
                    <a:pt x="2541892" y="3806346"/>
                  </a:lnTo>
                  <a:lnTo>
                    <a:pt x="2542037" y="3806346"/>
                  </a:lnTo>
                  <a:lnTo>
                    <a:pt x="2542037" y="3805722"/>
                  </a:lnTo>
                  <a:lnTo>
                    <a:pt x="2542183" y="3805722"/>
                  </a:lnTo>
                  <a:lnTo>
                    <a:pt x="2542619" y="3805722"/>
                  </a:lnTo>
                  <a:lnTo>
                    <a:pt x="2542910" y="3805722"/>
                  </a:lnTo>
                  <a:lnTo>
                    <a:pt x="2543201" y="3805722"/>
                  </a:lnTo>
                  <a:lnTo>
                    <a:pt x="2543928" y="3805722"/>
                  </a:lnTo>
                  <a:lnTo>
                    <a:pt x="2545091" y="3805722"/>
                  </a:lnTo>
                  <a:lnTo>
                    <a:pt x="2545091" y="3805099"/>
                  </a:lnTo>
                  <a:lnTo>
                    <a:pt x="2545237" y="3805099"/>
                  </a:lnTo>
                  <a:lnTo>
                    <a:pt x="2545382" y="3803228"/>
                  </a:lnTo>
                  <a:lnTo>
                    <a:pt x="2545673" y="3802604"/>
                  </a:lnTo>
                  <a:lnTo>
                    <a:pt x="2546254" y="3802604"/>
                  </a:lnTo>
                  <a:lnTo>
                    <a:pt x="2546836" y="3801981"/>
                  </a:lnTo>
                  <a:lnTo>
                    <a:pt x="2546836" y="3801357"/>
                  </a:lnTo>
                  <a:lnTo>
                    <a:pt x="2546836" y="3800734"/>
                  </a:lnTo>
                  <a:lnTo>
                    <a:pt x="2547418" y="3800734"/>
                  </a:lnTo>
                  <a:lnTo>
                    <a:pt x="2547709" y="3800734"/>
                  </a:lnTo>
                  <a:lnTo>
                    <a:pt x="2547854" y="3800734"/>
                  </a:lnTo>
                  <a:lnTo>
                    <a:pt x="2548000" y="3800734"/>
                  </a:lnTo>
                  <a:lnTo>
                    <a:pt x="2548145" y="3800734"/>
                  </a:lnTo>
                  <a:lnTo>
                    <a:pt x="2548290" y="3800734"/>
                  </a:lnTo>
                  <a:lnTo>
                    <a:pt x="2548290" y="3800110"/>
                  </a:lnTo>
                  <a:lnTo>
                    <a:pt x="2549018" y="3797616"/>
                  </a:lnTo>
                  <a:lnTo>
                    <a:pt x="2549163" y="3797616"/>
                  </a:lnTo>
                  <a:lnTo>
                    <a:pt x="2549745" y="3797616"/>
                  </a:lnTo>
                  <a:lnTo>
                    <a:pt x="2549890" y="3797616"/>
                  </a:lnTo>
                  <a:lnTo>
                    <a:pt x="2550036" y="3797616"/>
                  </a:lnTo>
                  <a:lnTo>
                    <a:pt x="2550036" y="3796992"/>
                  </a:lnTo>
                  <a:lnTo>
                    <a:pt x="2550908" y="3796992"/>
                  </a:lnTo>
                  <a:lnTo>
                    <a:pt x="2551199" y="3795745"/>
                  </a:lnTo>
                  <a:lnTo>
                    <a:pt x="2551344" y="3795745"/>
                  </a:lnTo>
                  <a:lnTo>
                    <a:pt x="2551490" y="3795745"/>
                  </a:lnTo>
                  <a:lnTo>
                    <a:pt x="2551635" y="3795745"/>
                  </a:lnTo>
                  <a:lnTo>
                    <a:pt x="2552072" y="3795121"/>
                  </a:lnTo>
                  <a:lnTo>
                    <a:pt x="2552217" y="3793874"/>
                  </a:lnTo>
                  <a:lnTo>
                    <a:pt x="2552362" y="3793874"/>
                  </a:lnTo>
                  <a:lnTo>
                    <a:pt x="2552508" y="3793874"/>
                  </a:lnTo>
                  <a:lnTo>
                    <a:pt x="2552799" y="3793874"/>
                  </a:lnTo>
                  <a:lnTo>
                    <a:pt x="2552944" y="3793251"/>
                  </a:lnTo>
                  <a:lnTo>
                    <a:pt x="2553526" y="3793251"/>
                  </a:lnTo>
                  <a:lnTo>
                    <a:pt x="2553671" y="3793251"/>
                  </a:lnTo>
                  <a:lnTo>
                    <a:pt x="2553962" y="3792627"/>
                  </a:lnTo>
                  <a:lnTo>
                    <a:pt x="2554107" y="3792627"/>
                  </a:lnTo>
                  <a:lnTo>
                    <a:pt x="2554253" y="3792004"/>
                  </a:lnTo>
                  <a:lnTo>
                    <a:pt x="2554689" y="3792004"/>
                  </a:lnTo>
                  <a:lnTo>
                    <a:pt x="2554980" y="3791380"/>
                  </a:lnTo>
                  <a:lnTo>
                    <a:pt x="2555125" y="3791380"/>
                  </a:lnTo>
                  <a:lnTo>
                    <a:pt x="2555271" y="3791380"/>
                  </a:lnTo>
                  <a:lnTo>
                    <a:pt x="2555416" y="3791380"/>
                  </a:lnTo>
                  <a:lnTo>
                    <a:pt x="2555562" y="3791380"/>
                  </a:lnTo>
                  <a:lnTo>
                    <a:pt x="2555707" y="3790756"/>
                  </a:lnTo>
                  <a:lnTo>
                    <a:pt x="2556143" y="3790133"/>
                  </a:lnTo>
                  <a:lnTo>
                    <a:pt x="2556580" y="3788262"/>
                  </a:lnTo>
                  <a:lnTo>
                    <a:pt x="2556725" y="3787015"/>
                  </a:lnTo>
                  <a:lnTo>
                    <a:pt x="2557016" y="3787015"/>
                  </a:lnTo>
                  <a:lnTo>
                    <a:pt x="2557452" y="3787015"/>
                  </a:lnTo>
                  <a:lnTo>
                    <a:pt x="2557598" y="3787015"/>
                  </a:lnTo>
                  <a:lnTo>
                    <a:pt x="2557889" y="3787015"/>
                  </a:lnTo>
                  <a:lnTo>
                    <a:pt x="2558034" y="3787015"/>
                  </a:lnTo>
                  <a:lnTo>
                    <a:pt x="2558179" y="3787015"/>
                  </a:lnTo>
                  <a:lnTo>
                    <a:pt x="2558325" y="3786391"/>
                  </a:lnTo>
                  <a:lnTo>
                    <a:pt x="2558616" y="3786391"/>
                  </a:lnTo>
                  <a:lnTo>
                    <a:pt x="2558761" y="3786391"/>
                  </a:lnTo>
                  <a:lnTo>
                    <a:pt x="2558906" y="3786391"/>
                  </a:lnTo>
                  <a:lnTo>
                    <a:pt x="2558906" y="3785768"/>
                  </a:lnTo>
                  <a:lnTo>
                    <a:pt x="2559052" y="3785768"/>
                  </a:lnTo>
                  <a:lnTo>
                    <a:pt x="2559488" y="3785768"/>
                  </a:lnTo>
                  <a:lnTo>
                    <a:pt x="2559779" y="3785768"/>
                  </a:lnTo>
                  <a:lnTo>
                    <a:pt x="2559779" y="3785144"/>
                  </a:lnTo>
                  <a:lnTo>
                    <a:pt x="2559924" y="3785144"/>
                  </a:lnTo>
                  <a:lnTo>
                    <a:pt x="2560070" y="3785144"/>
                  </a:lnTo>
                  <a:lnTo>
                    <a:pt x="2560652" y="3785144"/>
                  </a:lnTo>
                  <a:lnTo>
                    <a:pt x="2560797" y="3785144"/>
                  </a:lnTo>
                  <a:lnTo>
                    <a:pt x="2560942" y="3785144"/>
                  </a:lnTo>
                  <a:lnTo>
                    <a:pt x="2561088" y="3784521"/>
                  </a:lnTo>
                  <a:lnTo>
                    <a:pt x="2561379" y="3784521"/>
                  </a:lnTo>
                  <a:lnTo>
                    <a:pt x="2561379" y="3783897"/>
                  </a:lnTo>
                  <a:lnTo>
                    <a:pt x="2561379" y="3783273"/>
                  </a:lnTo>
                  <a:lnTo>
                    <a:pt x="2561670" y="3783273"/>
                  </a:lnTo>
                  <a:lnTo>
                    <a:pt x="2561815" y="3783273"/>
                  </a:lnTo>
                  <a:lnTo>
                    <a:pt x="2562106" y="3783273"/>
                  </a:lnTo>
                  <a:lnTo>
                    <a:pt x="2562397" y="3782650"/>
                  </a:lnTo>
                  <a:lnTo>
                    <a:pt x="2562688" y="3781403"/>
                  </a:lnTo>
                  <a:lnTo>
                    <a:pt x="2562833" y="3781403"/>
                  </a:lnTo>
                  <a:lnTo>
                    <a:pt x="2562978" y="3781403"/>
                  </a:lnTo>
                  <a:lnTo>
                    <a:pt x="2563560" y="3781403"/>
                  </a:lnTo>
                  <a:lnTo>
                    <a:pt x="2563706" y="3781403"/>
                  </a:lnTo>
                  <a:lnTo>
                    <a:pt x="2564142" y="3780156"/>
                  </a:lnTo>
                  <a:lnTo>
                    <a:pt x="2564287" y="3780156"/>
                  </a:lnTo>
                  <a:lnTo>
                    <a:pt x="2564724" y="3780156"/>
                  </a:lnTo>
                  <a:lnTo>
                    <a:pt x="2565451" y="3778908"/>
                  </a:lnTo>
                  <a:lnTo>
                    <a:pt x="2565887" y="3778908"/>
                  </a:lnTo>
                  <a:lnTo>
                    <a:pt x="2566032" y="3778908"/>
                  </a:lnTo>
                  <a:lnTo>
                    <a:pt x="2566178" y="3778908"/>
                  </a:lnTo>
                  <a:lnTo>
                    <a:pt x="2566323" y="3778908"/>
                  </a:lnTo>
                  <a:lnTo>
                    <a:pt x="2566323" y="3778285"/>
                  </a:lnTo>
                  <a:lnTo>
                    <a:pt x="2566614" y="3778285"/>
                  </a:lnTo>
                  <a:lnTo>
                    <a:pt x="2566759" y="3778285"/>
                  </a:lnTo>
                  <a:lnTo>
                    <a:pt x="2566905" y="3778285"/>
                  </a:lnTo>
                  <a:lnTo>
                    <a:pt x="2567196" y="3777661"/>
                  </a:lnTo>
                  <a:lnTo>
                    <a:pt x="2567487" y="3777038"/>
                  </a:lnTo>
                  <a:lnTo>
                    <a:pt x="2567923" y="3775790"/>
                  </a:lnTo>
                  <a:lnTo>
                    <a:pt x="2568068" y="3775790"/>
                  </a:lnTo>
                  <a:lnTo>
                    <a:pt x="2568214" y="3775790"/>
                  </a:lnTo>
                  <a:lnTo>
                    <a:pt x="2568505" y="3775790"/>
                  </a:lnTo>
                  <a:lnTo>
                    <a:pt x="2568650" y="3775790"/>
                  </a:lnTo>
                  <a:lnTo>
                    <a:pt x="2568650" y="3775167"/>
                  </a:lnTo>
                  <a:lnTo>
                    <a:pt x="2568795" y="3775167"/>
                  </a:lnTo>
                  <a:lnTo>
                    <a:pt x="2569232" y="3775167"/>
                  </a:lnTo>
                  <a:lnTo>
                    <a:pt x="2569377" y="3775167"/>
                  </a:lnTo>
                  <a:lnTo>
                    <a:pt x="2569377" y="3774543"/>
                  </a:lnTo>
                  <a:lnTo>
                    <a:pt x="2569668" y="3774543"/>
                  </a:lnTo>
                  <a:lnTo>
                    <a:pt x="2569813" y="3774543"/>
                  </a:lnTo>
                  <a:lnTo>
                    <a:pt x="2570250" y="3773920"/>
                  </a:lnTo>
                  <a:lnTo>
                    <a:pt x="2570250" y="3772673"/>
                  </a:lnTo>
                  <a:lnTo>
                    <a:pt x="2570395" y="3772049"/>
                  </a:lnTo>
                  <a:lnTo>
                    <a:pt x="2570395" y="3771425"/>
                  </a:lnTo>
                  <a:lnTo>
                    <a:pt x="2571559" y="3770802"/>
                  </a:lnTo>
                  <a:lnTo>
                    <a:pt x="2572140" y="3770802"/>
                  </a:lnTo>
                  <a:lnTo>
                    <a:pt x="2572140" y="3770178"/>
                  </a:lnTo>
                  <a:lnTo>
                    <a:pt x="2572286" y="3769555"/>
                  </a:lnTo>
                  <a:lnTo>
                    <a:pt x="2572431" y="3768931"/>
                  </a:lnTo>
                  <a:lnTo>
                    <a:pt x="2572722" y="3768307"/>
                  </a:lnTo>
                  <a:lnTo>
                    <a:pt x="2572722" y="3767684"/>
                  </a:lnTo>
                  <a:lnTo>
                    <a:pt x="2572867" y="3767684"/>
                  </a:lnTo>
                  <a:lnTo>
                    <a:pt x="2573594" y="3767060"/>
                  </a:lnTo>
                  <a:lnTo>
                    <a:pt x="2573740" y="3767060"/>
                  </a:lnTo>
                  <a:lnTo>
                    <a:pt x="2573885" y="3767060"/>
                  </a:lnTo>
                  <a:lnTo>
                    <a:pt x="2574031" y="3767060"/>
                  </a:lnTo>
                  <a:lnTo>
                    <a:pt x="2574612" y="3767060"/>
                  </a:lnTo>
                  <a:lnTo>
                    <a:pt x="2574758" y="3767060"/>
                  </a:lnTo>
                  <a:lnTo>
                    <a:pt x="2574903" y="3767060"/>
                  </a:lnTo>
                  <a:lnTo>
                    <a:pt x="2575049" y="3767060"/>
                  </a:lnTo>
                  <a:lnTo>
                    <a:pt x="2575194" y="3767060"/>
                  </a:lnTo>
                  <a:lnTo>
                    <a:pt x="2575776" y="3765190"/>
                  </a:lnTo>
                  <a:lnTo>
                    <a:pt x="2575921" y="3765190"/>
                  </a:lnTo>
                  <a:lnTo>
                    <a:pt x="2576212" y="3764566"/>
                  </a:lnTo>
                  <a:lnTo>
                    <a:pt x="2576358" y="3764566"/>
                  </a:lnTo>
                  <a:lnTo>
                    <a:pt x="2576503" y="3763942"/>
                  </a:lnTo>
                  <a:lnTo>
                    <a:pt x="2576503" y="3763319"/>
                  </a:lnTo>
                  <a:lnTo>
                    <a:pt x="2576794" y="3762695"/>
                  </a:lnTo>
                  <a:lnTo>
                    <a:pt x="2576939" y="3762695"/>
                  </a:lnTo>
                  <a:lnTo>
                    <a:pt x="2577230" y="3762072"/>
                  </a:lnTo>
                  <a:lnTo>
                    <a:pt x="2577230" y="3761448"/>
                  </a:lnTo>
                  <a:lnTo>
                    <a:pt x="2577521" y="3760824"/>
                  </a:lnTo>
                  <a:lnTo>
                    <a:pt x="2577521" y="3760201"/>
                  </a:lnTo>
                  <a:lnTo>
                    <a:pt x="2577666" y="3760201"/>
                  </a:lnTo>
                  <a:lnTo>
                    <a:pt x="2577812" y="3760201"/>
                  </a:lnTo>
                  <a:lnTo>
                    <a:pt x="2578103" y="3760201"/>
                  </a:lnTo>
                  <a:lnTo>
                    <a:pt x="2578394" y="3760201"/>
                  </a:lnTo>
                  <a:lnTo>
                    <a:pt x="2578394" y="3759577"/>
                  </a:lnTo>
                  <a:lnTo>
                    <a:pt x="2579121" y="3756459"/>
                  </a:lnTo>
                  <a:lnTo>
                    <a:pt x="2579557" y="3756459"/>
                  </a:lnTo>
                  <a:lnTo>
                    <a:pt x="2579848" y="3756459"/>
                  </a:lnTo>
                  <a:lnTo>
                    <a:pt x="2580284" y="3756459"/>
                  </a:lnTo>
                  <a:lnTo>
                    <a:pt x="2580575" y="3756459"/>
                  </a:lnTo>
                  <a:lnTo>
                    <a:pt x="2580866" y="3756459"/>
                  </a:lnTo>
                  <a:lnTo>
                    <a:pt x="2580866" y="3755836"/>
                  </a:lnTo>
                  <a:lnTo>
                    <a:pt x="2581011" y="3755836"/>
                  </a:lnTo>
                  <a:lnTo>
                    <a:pt x="2581302" y="3755836"/>
                  </a:lnTo>
                  <a:lnTo>
                    <a:pt x="2581593" y="3755836"/>
                  </a:lnTo>
                  <a:lnTo>
                    <a:pt x="2581738" y="3755836"/>
                  </a:lnTo>
                  <a:lnTo>
                    <a:pt x="2582029" y="3755836"/>
                  </a:lnTo>
                  <a:lnTo>
                    <a:pt x="2582029" y="3755212"/>
                  </a:lnTo>
                  <a:lnTo>
                    <a:pt x="2582175" y="3755212"/>
                  </a:lnTo>
                  <a:lnTo>
                    <a:pt x="2582320" y="3755212"/>
                  </a:lnTo>
                  <a:lnTo>
                    <a:pt x="2582465" y="3755212"/>
                  </a:lnTo>
                  <a:lnTo>
                    <a:pt x="2582611" y="3755212"/>
                  </a:lnTo>
                  <a:lnTo>
                    <a:pt x="2582611" y="3754589"/>
                  </a:lnTo>
                  <a:lnTo>
                    <a:pt x="2582756" y="3753965"/>
                  </a:lnTo>
                  <a:lnTo>
                    <a:pt x="2583047" y="3753965"/>
                  </a:lnTo>
                  <a:lnTo>
                    <a:pt x="2583193" y="3753965"/>
                  </a:lnTo>
                  <a:lnTo>
                    <a:pt x="2583338" y="3753965"/>
                  </a:lnTo>
                  <a:lnTo>
                    <a:pt x="2583774" y="3752094"/>
                  </a:lnTo>
                  <a:lnTo>
                    <a:pt x="2583920" y="3752094"/>
                  </a:lnTo>
                  <a:lnTo>
                    <a:pt x="2584356" y="3751471"/>
                  </a:lnTo>
                  <a:lnTo>
                    <a:pt x="2584501" y="3751471"/>
                  </a:lnTo>
                  <a:lnTo>
                    <a:pt x="2584647" y="3751471"/>
                  </a:lnTo>
                  <a:lnTo>
                    <a:pt x="2584792" y="3751471"/>
                  </a:lnTo>
                  <a:lnTo>
                    <a:pt x="2585083" y="3751471"/>
                  </a:lnTo>
                  <a:lnTo>
                    <a:pt x="2585229" y="3751471"/>
                  </a:lnTo>
                  <a:lnTo>
                    <a:pt x="2585665" y="3750847"/>
                  </a:lnTo>
                  <a:lnTo>
                    <a:pt x="2586101" y="3750847"/>
                  </a:lnTo>
                  <a:lnTo>
                    <a:pt x="2586246" y="3750847"/>
                  </a:lnTo>
                  <a:lnTo>
                    <a:pt x="2586246" y="3750224"/>
                  </a:lnTo>
                  <a:lnTo>
                    <a:pt x="2586392" y="3750224"/>
                  </a:lnTo>
                  <a:lnTo>
                    <a:pt x="2586828" y="3750224"/>
                  </a:lnTo>
                  <a:lnTo>
                    <a:pt x="2587119" y="3750224"/>
                  </a:lnTo>
                  <a:lnTo>
                    <a:pt x="2587264" y="3750224"/>
                  </a:lnTo>
                  <a:lnTo>
                    <a:pt x="2587555" y="3750224"/>
                  </a:lnTo>
                  <a:lnTo>
                    <a:pt x="2587701" y="3750224"/>
                  </a:lnTo>
                  <a:lnTo>
                    <a:pt x="2588137" y="3750224"/>
                  </a:lnTo>
                  <a:lnTo>
                    <a:pt x="2588282" y="3750224"/>
                  </a:lnTo>
                  <a:lnTo>
                    <a:pt x="2588573" y="3750224"/>
                  </a:lnTo>
                  <a:lnTo>
                    <a:pt x="2588573" y="3749600"/>
                  </a:lnTo>
                  <a:lnTo>
                    <a:pt x="2588864" y="3749600"/>
                  </a:lnTo>
                  <a:lnTo>
                    <a:pt x="2589155" y="3749600"/>
                  </a:lnTo>
                  <a:lnTo>
                    <a:pt x="2589737" y="3749600"/>
                  </a:lnTo>
                  <a:lnTo>
                    <a:pt x="2589737" y="3748976"/>
                  </a:lnTo>
                  <a:lnTo>
                    <a:pt x="2589882" y="3748976"/>
                  </a:lnTo>
                  <a:lnTo>
                    <a:pt x="2590028" y="3748976"/>
                  </a:lnTo>
                  <a:lnTo>
                    <a:pt x="2590173" y="3748976"/>
                  </a:lnTo>
                  <a:lnTo>
                    <a:pt x="2590609" y="3748976"/>
                  </a:lnTo>
                  <a:lnTo>
                    <a:pt x="2590900" y="3748976"/>
                  </a:lnTo>
                  <a:lnTo>
                    <a:pt x="2591046" y="3748976"/>
                  </a:lnTo>
                  <a:lnTo>
                    <a:pt x="2591191" y="3748976"/>
                  </a:lnTo>
                  <a:lnTo>
                    <a:pt x="2591482" y="3748976"/>
                  </a:lnTo>
                  <a:lnTo>
                    <a:pt x="2591918" y="3748976"/>
                  </a:lnTo>
                  <a:lnTo>
                    <a:pt x="2592064" y="3748353"/>
                  </a:lnTo>
                  <a:lnTo>
                    <a:pt x="2592209" y="3748353"/>
                  </a:lnTo>
                  <a:lnTo>
                    <a:pt x="2592500" y="3748353"/>
                  </a:lnTo>
                  <a:lnTo>
                    <a:pt x="2593081" y="3748353"/>
                  </a:lnTo>
                  <a:lnTo>
                    <a:pt x="2593372" y="3748353"/>
                  </a:lnTo>
                  <a:lnTo>
                    <a:pt x="2593518" y="3748353"/>
                  </a:lnTo>
                  <a:lnTo>
                    <a:pt x="2593663" y="3748353"/>
                  </a:lnTo>
                  <a:lnTo>
                    <a:pt x="2594099" y="3748353"/>
                  </a:lnTo>
                  <a:lnTo>
                    <a:pt x="2594972" y="3748353"/>
                  </a:lnTo>
                  <a:lnTo>
                    <a:pt x="2595117" y="3747729"/>
                  </a:lnTo>
                  <a:lnTo>
                    <a:pt x="2595263" y="3747729"/>
                  </a:lnTo>
                  <a:lnTo>
                    <a:pt x="2595408" y="3747729"/>
                  </a:lnTo>
                  <a:lnTo>
                    <a:pt x="2595554" y="3747729"/>
                  </a:lnTo>
                  <a:lnTo>
                    <a:pt x="2596135" y="3747729"/>
                  </a:lnTo>
                  <a:lnTo>
                    <a:pt x="2596281" y="3747106"/>
                  </a:lnTo>
                  <a:lnTo>
                    <a:pt x="2596572" y="3747106"/>
                  </a:lnTo>
                  <a:lnTo>
                    <a:pt x="2596717" y="3747106"/>
                  </a:lnTo>
                  <a:lnTo>
                    <a:pt x="2596863" y="3747106"/>
                  </a:lnTo>
                  <a:lnTo>
                    <a:pt x="2597444" y="3746482"/>
                  </a:lnTo>
                  <a:lnTo>
                    <a:pt x="2597881" y="3745858"/>
                  </a:lnTo>
                  <a:lnTo>
                    <a:pt x="2598026" y="3745858"/>
                  </a:lnTo>
                  <a:lnTo>
                    <a:pt x="2598462" y="3745858"/>
                  </a:lnTo>
                  <a:lnTo>
                    <a:pt x="2599044" y="3744611"/>
                  </a:lnTo>
                  <a:lnTo>
                    <a:pt x="2599480" y="3744611"/>
                  </a:lnTo>
                  <a:lnTo>
                    <a:pt x="2599480" y="3743988"/>
                  </a:lnTo>
                  <a:lnTo>
                    <a:pt x="2599771" y="3743988"/>
                  </a:lnTo>
                  <a:lnTo>
                    <a:pt x="2599916" y="3743988"/>
                  </a:lnTo>
                  <a:lnTo>
                    <a:pt x="2600207" y="3743988"/>
                  </a:lnTo>
                  <a:lnTo>
                    <a:pt x="2600353" y="3743988"/>
                  </a:lnTo>
                  <a:lnTo>
                    <a:pt x="2600644" y="3742741"/>
                  </a:lnTo>
                  <a:lnTo>
                    <a:pt x="2601080" y="3742741"/>
                  </a:lnTo>
                  <a:lnTo>
                    <a:pt x="2601516" y="3742741"/>
                  </a:lnTo>
                  <a:lnTo>
                    <a:pt x="2601516" y="3742117"/>
                  </a:lnTo>
                  <a:lnTo>
                    <a:pt x="2601952" y="3741493"/>
                  </a:lnTo>
                  <a:lnTo>
                    <a:pt x="2602243" y="3741493"/>
                  </a:lnTo>
                  <a:lnTo>
                    <a:pt x="2602389" y="3741493"/>
                  </a:lnTo>
                  <a:lnTo>
                    <a:pt x="2602534" y="3741493"/>
                  </a:lnTo>
                  <a:lnTo>
                    <a:pt x="2603552" y="3740246"/>
                  </a:lnTo>
                  <a:lnTo>
                    <a:pt x="2603698" y="3740246"/>
                  </a:lnTo>
                  <a:lnTo>
                    <a:pt x="2603698" y="3739623"/>
                  </a:lnTo>
                  <a:lnTo>
                    <a:pt x="2603843" y="3738999"/>
                  </a:lnTo>
                  <a:lnTo>
                    <a:pt x="2603988" y="3738999"/>
                  </a:lnTo>
                  <a:lnTo>
                    <a:pt x="2604134" y="3738999"/>
                  </a:lnTo>
                  <a:lnTo>
                    <a:pt x="2604134" y="3738376"/>
                  </a:lnTo>
                  <a:lnTo>
                    <a:pt x="2604279" y="3738376"/>
                  </a:lnTo>
                  <a:lnTo>
                    <a:pt x="2604570" y="3737752"/>
                  </a:lnTo>
                  <a:lnTo>
                    <a:pt x="2604570" y="3737128"/>
                  </a:lnTo>
                  <a:lnTo>
                    <a:pt x="2604716" y="3737128"/>
                  </a:lnTo>
                  <a:lnTo>
                    <a:pt x="2604861" y="3735881"/>
                  </a:lnTo>
                  <a:lnTo>
                    <a:pt x="2605152" y="3735881"/>
                  </a:lnTo>
                  <a:lnTo>
                    <a:pt x="2605443" y="3735258"/>
                  </a:lnTo>
                  <a:lnTo>
                    <a:pt x="2605734" y="3735258"/>
                  </a:lnTo>
                  <a:lnTo>
                    <a:pt x="2606024" y="3735258"/>
                  </a:lnTo>
                  <a:lnTo>
                    <a:pt x="2606170" y="3735258"/>
                  </a:lnTo>
                  <a:lnTo>
                    <a:pt x="2606461" y="3734634"/>
                  </a:lnTo>
                  <a:lnTo>
                    <a:pt x="2607333" y="3734634"/>
                  </a:lnTo>
                  <a:lnTo>
                    <a:pt x="2607479" y="3734634"/>
                  </a:lnTo>
                  <a:lnTo>
                    <a:pt x="2607769" y="3734010"/>
                  </a:lnTo>
                  <a:lnTo>
                    <a:pt x="2607915" y="3734010"/>
                  </a:lnTo>
                  <a:lnTo>
                    <a:pt x="2608497" y="3734010"/>
                  </a:lnTo>
                  <a:lnTo>
                    <a:pt x="2608642" y="3733387"/>
                  </a:lnTo>
                  <a:lnTo>
                    <a:pt x="2608642" y="3732763"/>
                  </a:lnTo>
                  <a:lnTo>
                    <a:pt x="2608642" y="3732140"/>
                  </a:lnTo>
                  <a:lnTo>
                    <a:pt x="2608787" y="3732140"/>
                  </a:lnTo>
                  <a:lnTo>
                    <a:pt x="2609224" y="3732140"/>
                  </a:lnTo>
                  <a:lnTo>
                    <a:pt x="2609369" y="3732140"/>
                  </a:lnTo>
                  <a:lnTo>
                    <a:pt x="2609660" y="3731516"/>
                  </a:lnTo>
                  <a:lnTo>
                    <a:pt x="2610242" y="3731516"/>
                  </a:lnTo>
                  <a:lnTo>
                    <a:pt x="2610533" y="3731516"/>
                  </a:lnTo>
                  <a:lnTo>
                    <a:pt x="2610678" y="3731516"/>
                  </a:lnTo>
                  <a:lnTo>
                    <a:pt x="2610823" y="3731516"/>
                  </a:lnTo>
                  <a:lnTo>
                    <a:pt x="2610969" y="3731516"/>
                  </a:lnTo>
                  <a:lnTo>
                    <a:pt x="2610969" y="3730893"/>
                  </a:lnTo>
                  <a:lnTo>
                    <a:pt x="2611405" y="3730269"/>
                  </a:lnTo>
                  <a:lnTo>
                    <a:pt x="2611841" y="3730269"/>
                  </a:lnTo>
                  <a:lnTo>
                    <a:pt x="2612132" y="3730269"/>
                  </a:lnTo>
                  <a:lnTo>
                    <a:pt x="2612423" y="3729645"/>
                  </a:lnTo>
                  <a:lnTo>
                    <a:pt x="2612714" y="3729645"/>
                  </a:lnTo>
                  <a:lnTo>
                    <a:pt x="2612714" y="3729022"/>
                  </a:lnTo>
                  <a:lnTo>
                    <a:pt x="2612859" y="3729022"/>
                  </a:lnTo>
                  <a:lnTo>
                    <a:pt x="2613296" y="3729022"/>
                  </a:lnTo>
                  <a:lnTo>
                    <a:pt x="2613586" y="3729022"/>
                  </a:lnTo>
                  <a:lnTo>
                    <a:pt x="2614023" y="3729022"/>
                  </a:lnTo>
                  <a:lnTo>
                    <a:pt x="2614314" y="3729022"/>
                  </a:lnTo>
                  <a:lnTo>
                    <a:pt x="2614314" y="3728398"/>
                  </a:lnTo>
                  <a:lnTo>
                    <a:pt x="2614459" y="3728398"/>
                  </a:lnTo>
                  <a:lnTo>
                    <a:pt x="2614604" y="3728398"/>
                  </a:lnTo>
                  <a:lnTo>
                    <a:pt x="2615186" y="3727775"/>
                  </a:lnTo>
                  <a:lnTo>
                    <a:pt x="2615477" y="3727775"/>
                  </a:lnTo>
                  <a:lnTo>
                    <a:pt x="2616059" y="3727775"/>
                  </a:lnTo>
                  <a:lnTo>
                    <a:pt x="2616204" y="3727151"/>
                  </a:lnTo>
                  <a:lnTo>
                    <a:pt x="2616350" y="3727151"/>
                  </a:lnTo>
                  <a:lnTo>
                    <a:pt x="2616640" y="3727151"/>
                  </a:lnTo>
                  <a:lnTo>
                    <a:pt x="2616786" y="3726527"/>
                  </a:lnTo>
                  <a:lnTo>
                    <a:pt x="2616931" y="3726527"/>
                  </a:lnTo>
                  <a:lnTo>
                    <a:pt x="2617077" y="3726527"/>
                  </a:lnTo>
                  <a:lnTo>
                    <a:pt x="2617513" y="3726527"/>
                  </a:lnTo>
                  <a:lnTo>
                    <a:pt x="2617513" y="3725904"/>
                  </a:lnTo>
                  <a:lnTo>
                    <a:pt x="2617804" y="3725904"/>
                  </a:lnTo>
                  <a:lnTo>
                    <a:pt x="2617949" y="3725904"/>
                  </a:lnTo>
                  <a:lnTo>
                    <a:pt x="2618095" y="3725904"/>
                  </a:lnTo>
                  <a:lnTo>
                    <a:pt x="2618240" y="3725904"/>
                  </a:lnTo>
                  <a:lnTo>
                    <a:pt x="2618676" y="3725904"/>
                  </a:lnTo>
                  <a:lnTo>
                    <a:pt x="2618676" y="3724033"/>
                  </a:lnTo>
                  <a:lnTo>
                    <a:pt x="2618967" y="3724033"/>
                  </a:lnTo>
                  <a:lnTo>
                    <a:pt x="2619258" y="3724033"/>
                  </a:lnTo>
                  <a:lnTo>
                    <a:pt x="2619404" y="3724033"/>
                  </a:lnTo>
                  <a:lnTo>
                    <a:pt x="2619549" y="3724033"/>
                  </a:lnTo>
                  <a:lnTo>
                    <a:pt x="2619840" y="3724033"/>
                  </a:lnTo>
                  <a:lnTo>
                    <a:pt x="2619985" y="3723410"/>
                  </a:lnTo>
                  <a:lnTo>
                    <a:pt x="2620131" y="3723410"/>
                  </a:lnTo>
                  <a:lnTo>
                    <a:pt x="2620131" y="3722786"/>
                  </a:lnTo>
                  <a:lnTo>
                    <a:pt x="2620276" y="3722786"/>
                  </a:lnTo>
                  <a:lnTo>
                    <a:pt x="2620712" y="3722786"/>
                  </a:lnTo>
                  <a:lnTo>
                    <a:pt x="2620858" y="3722786"/>
                  </a:lnTo>
                  <a:lnTo>
                    <a:pt x="2621003" y="3722786"/>
                  </a:lnTo>
                  <a:lnTo>
                    <a:pt x="2621149" y="3722786"/>
                  </a:lnTo>
                  <a:lnTo>
                    <a:pt x="2621730" y="3722162"/>
                  </a:lnTo>
                  <a:lnTo>
                    <a:pt x="2621876" y="3722162"/>
                  </a:lnTo>
                  <a:lnTo>
                    <a:pt x="2622021" y="3722162"/>
                  </a:lnTo>
                  <a:lnTo>
                    <a:pt x="2622167" y="3721539"/>
                  </a:lnTo>
                  <a:lnTo>
                    <a:pt x="2622603" y="3721539"/>
                  </a:lnTo>
                  <a:lnTo>
                    <a:pt x="2622894" y="3721539"/>
                  </a:lnTo>
                  <a:lnTo>
                    <a:pt x="2623039" y="3721539"/>
                  </a:lnTo>
                  <a:lnTo>
                    <a:pt x="2623621" y="3721539"/>
                  </a:lnTo>
                  <a:lnTo>
                    <a:pt x="2623912" y="3720915"/>
                  </a:lnTo>
                  <a:lnTo>
                    <a:pt x="2624057" y="3720915"/>
                  </a:lnTo>
                  <a:lnTo>
                    <a:pt x="2624057" y="3720292"/>
                  </a:lnTo>
                  <a:lnTo>
                    <a:pt x="2624930" y="3720292"/>
                  </a:lnTo>
                  <a:lnTo>
                    <a:pt x="2625221" y="3720292"/>
                  </a:lnTo>
                  <a:lnTo>
                    <a:pt x="2625511" y="3720292"/>
                  </a:lnTo>
                  <a:lnTo>
                    <a:pt x="2625948" y="3720292"/>
                  </a:lnTo>
                  <a:lnTo>
                    <a:pt x="2626675" y="3719044"/>
                  </a:lnTo>
                  <a:lnTo>
                    <a:pt x="2626966" y="3719044"/>
                  </a:lnTo>
                  <a:lnTo>
                    <a:pt x="2627111" y="3719044"/>
                  </a:lnTo>
                  <a:lnTo>
                    <a:pt x="2627838" y="3718421"/>
                  </a:lnTo>
                  <a:lnTo>
                    <a:pt x="2628274" y="3718421"/>
                  </a:lnTo>
                  <a:lnTo>
                    <a:pt x="2628420" y="3718421"/>
                  </a:lnTo>
                  <a:lnTo>
                    <a:pt x="2628565" y="3718421"/>
                  </a:lnTo>
                  <a:lnTo>
                    <a:pt x="2628711" y="3718421"/>
                  </a:lnTo>
                  <a:lnTo>
                    <a:pt x="2629147" y="3717797"/>
                  </a:lnTo>
                  <a:lnTo>
                    <a:pt x="2629874" y="3717797"/>
                  </a:lnTo>
                  <a:lnTo>
                    <a:pt x="2629874" y="3717174"/>
                  </a:lnTo>
                  <a:lnTo>
                    <a:pt x="2630310" y="3716550"/>
                  </a:lnTo>
                  <a:lnTo>
                    <a:pt x="2630601" y="3716550"/>
                  </a:lnTo>
                  <a:lnTo>
                    <a:pt x="2630747" y="3716550"/>
                  </a:lnTo>
                  <a:lnTo>
                    <a:pt x="2630892" y="3716550"/>
                  </a:lnTo>
                  <a:lnTo>
                    <a:pt x="2631328" y="3716550"/>
                  </a:lnTo>
                  <a:lnTo>
                    <a:pt x="2631619" y="3716550"/>
                  </a:lnTo>
                  <a:lnTo>
                    <a:pt x="2632056" y="3716550"/>
                  </a:lnTo>
                  <a:lnTo>
                    <a:pt x="2632346" y="3716550"/>
                  </a:lnTo>
                  <a:lnTo>
                    <a:pt x="2632637" y="3715303"/>
                  </a:lnTo>
                  <a:lnTo>
                    <a:pt x="2632783" y="3714679"/>
                  </a:lnTo>
                  <a:lnTo>
                    <a:pt x="2632928" y="3714679"/>
                  </a:lnTo>
                  <a:lnTo>
                    <a:pt x="2633801" y="3714056"/>
                  </a:lnTo>
                  <a:lnTo>
                    <a:pt x="2634237" y="3714056"/>
                  </a:lnTo>
                  <a:lnTo>
                    <a:pt x="2634382" y="3713432"/>
                  </a:lnTo>
                  <a:lnTo>
                    <a:pt x="2634528" y="3713432"/>
                  </a:lnTo>
                  <a:lnTo>
                    <a:pt x="2634673" y="3712809"/>
                  </a:lnTo>
                  <a:lnTo>
                    <a:pt x="2635255" y="3712809"/>
                  </a:lnTo>
                  <a:lnTo>
                    <a:pt x="2635546" y="3712185"/>
                  </a:lnTo>
                  <a:lnTo>
                    <a:pt x="2635982" y="3712185"/>
                  </a:lnTo>
                  <a:lnTo>
                    <a:pt x="2636127" y="3711561"/>
                  </a:lnTo>
                  <a:lnTo>
                    <a:pt x="2636709" y="3711561"/>
                  </a:lnTo>
                  <a:lnTo>
                    <a:pt x="2636709" y="3710938"/>
                  </a:lnTo>
                  <a:lnTo>
                    <a:pt x="2637000" y="3710938"/>
                  </a:lnTo>
                  <a:lnTo>
                    <a:pt x="2637145" y="3710314"/>
                  </a:lnTo>
                  <a:lnTo>
                    <a:pt x="2637582" y="3709691"/>
                  </a:lnTo>
                  <a:lnTo>
                    <a:pt x="2637582" y="3709067"/>
                  </a:lnTo>
                  <a:lnTo>
                    <a:pt x="2637582" y="3708444"/>
                  </a:lnTo>
                  <a:lnTo>
                    <a:pt x="2638018" y="3708444"/>
                  </a:lnTo>
                  <a:lnTo>
                    <a:pt x="2638309" y="3708444"/>
                  </a:lnTo>
                  <a:lnTo>
                    <a:pt x="2638309" y="3706573"/>
                  </a:lnTo>
                  <a:lnTo>
                    <a:pt x="2638454" y="3706573"/>
                  </a:lnTo>
                  <a:lnTo>
                    <a:pt x="2638454" y="3705326"/>
                  </a:lnTo>
                  <a:lnTo>
                    <a:pt x="2638454" y="3704702"/>
                  </a:lnTo>
                  <a:lnTo>
                    <a:pt x="2638745" y="3704078"/>
                  </a:lnTo>
                  <a:lnTo>
                    <a:pt x="2638745" y="3703455"/>
                  </a:lnTo>
                  <a:lnTo>
                    <a:pt x="2638891" y="3703455"/>
                  </a:lnTo>
                  <a:lnTo>
                    <a:pt x="2639036" y="3703455"/>
                  </a:lnTo>
                  <a:lnTo>
                    <a:pt x="2639327" y="3703455"/>
                  </a:lnTo>
                  <a:lnTo>
                    <a:pt x="2639472" y="3703455"/>
                  </a:lnTo>
                  <a:lnTo>
                    <a:pt x="2639618" y="3703455"/>
                  </a:lnTo>
                  <a:lnTo>
                    <a:pt x="2639763" y="3703455"/>
                  </a:lnTo>
                  <a:lnTo>
                    <a:pt x="2639908" y="3703455"/>
                  </a:lnTo>
                  <a:lnTo>
                    <a:pt x="2640054" y="3703455"/>
                  </a:lnTo>
                  <a:lnTo>
                    <a:pt x="2640345" y="3703455"/>
                  </a:lnTo>
                  <a:lnTo>
                    <a:pt x="2640636" y="3703455"/>
                  </a:lnTo>
                  <a:lnTo>
                    <a:pt x="2640636" y="3702831"/>
                  </a:lnTo>
                  <a:lnTo>
                    <a:pt x="2640926" y="3702831"/>
                  </a:lnTo>
                  <a:lnTo>
                    <a:pt x="2641072" y="3702831"/>
                  </a:lnTo>
                  <a:lnTo>
                    <a:pt x="2641217" y="3702831"/>
                  </a:lnTo>
                  <a:lnTo>
                    <a:pt x="2641508" y="3702831"/>
                  </a:lnTo>
                  <a:lnTo>
                    <a:pt x="2641654" y="3702831"/>
                  </a:lnTo>
                  <a:lnTo>
                    <a:pt x="2641799" y="3702831"/>
                  </a:lnTo>
                  <a:lnTo>
                    <a:pt x="2641799" y="3702208"/>
                  </a:lnTo>
                  <a:lnTo>
                    <a:pt x="2641799" y="3701584"/>
                  </a:lnTo>
                  <a:lnTo>
                    <a:pt x="2642235" y="3700961"/>
                  </a:lnTo>
                  <a:lnTo>
                    <a:pt x="2642381" y="3700337"/>
                  </a:lnTo>
                  <a:lnTo>
                    <a:pt x="2642962" y="3700337"/>
                  </a:lnTo>
                  <a:lnTo>
                    <a:pt x="2643253" y="3700337"/>
                  </a:lnTo>
                  <a:lnTo>
                    <a:pt x="2643399" y="3700337"/>
                  </a:lnTo>
                  <a:lnTo>
                    <a:pt x="2643690" y="3700337"/>
                  </a:lnTo>
                  <a:lnTo>
                    <a:pt x="2644126" y="3700337"/>
                  </a:lnTo>
                  <a:lnTo>
                    <a:pt x="2644271" y="3700337"/>
                  </a:lnTo>
                  <a:lnTo>
                    <a:pt x="2644417" y="3700337"/>
                  </a:lnTo>
                  <a:lnTo>
                    <a:pt x="2644708" y="3699090"/>
                  </a:lnTo>
                  <a:lnTo>
                    <a:pt x="2644853" y="3699090"/>
                  </a:lnTo>
                  <a:lnTo>
                    <a:pt x="2644998" y="3699090"/>
                  </a:lnTo>
                  <a:lnTo>
                    <a:pt x="2645144" y="3699090"/>
                  </a:lnTo>
                  <a:lnTo>
                    <a:pt x="2645144" y="3698466"/>
                  </a:lnTo>
                  <a:lnTo>
                    <a:pt x="2645289" y="3698466"/>
                  </a:lnTo>
                  <a:lnTo>
                    <a:pt x="2645580" y="3698466"/>
                  </a:lnTo>
                  <a:lnTo>
                    <a:pt x="2645726" y="3698466"/>
                  </a:lnTo>
                  <a:lnTo>
                    <a:pt x="2646453" y="3697843"/>
                  </a:lnTo>
                  <a:lnTo>
                    <a:pt x="2646743" y="3697219"/>
                  </a:lnTo>
                  <a:lnTo>
                    <a:pt x="2647034" y="3697219"/>
                  </a:lnTo>
                  <a:lnTo>
                    <a:pt x="2647180" y="3697219"/>
                  </a:lnTo>
                  <a:lnTo>
                    <a:pt x="2647616" y="3697219"/>
                  </a:lnTo>
                  <a:lnTo>
                    <a:pt x="2647761" y="3697219"/>
                  </a:lnTo>
                  <a:lnTo>
                    <a:pt x="2647761" y="3696595"/>
                  </a:lnTo>
                  <a:lnTo>
                    <a:pt x="2648198" y="3696595"/>
                  </a:lnTo>
                  <a:lnTo>
                    <a:pt x="2648343" y="3696595"/>
                  </a:lnTo>
                  <a:lnTo>
                    <a:pt x="2648634" y="3696595"/>
                  </a:lnTo>
                  <a:lnTo>
                    <a:pt x="2648779" y="3696595"/>
                  </a:lnTo>
                  <a:lnTo>
                    <a:pt x="2649216" y="3696595"/>
                  </a:lnTo>
                  <a:lnTo>
                    <a:pt x="2649507" y="3696595"/>
                  </a:lnTo>
                  <a:lnTo>
                    <a:pt x="2649797" y="3696595"/>
                  </a:lnTo>
                  <a:lnTo>
                    <a:pt x="2650379" y="3696595"/>
                  </a:lnTo>
                  <a:lnTo>
                    <a:pt x="2650670" y="3696595"/>
                  </a:lnTo>
                  <a:lnTo>
                    <a:pt x="2650815" y="3696595"/>
                  </a:lnTo>
                  <a:lnTo>
                    <a:pt x="2650961" y="3696595"/>
                  </a:lnTo>
                  <a:lnTo>
                    <a:pt x="2651106" y="3696595"/>
                  </a:lnTo>
                  <a:lnTo>
                    <a:pt x="2651688" y="3696595"/>
                  </a:lnTo>
                  <a:lnTo>
                    <a:pt x="2651688" y="3695972"/>
                  </a:lnTo>
                  <a:lnTo>
                    <a:pt x="2651833" y="3695348"/>
                  </a:lnTo>
                  <a:lnTo>
                    <a:pt x="2651979" y="3695348"/>
                  </a:lnTo>
                  <a:lnTo>
                    <a:pt x="2652270" y="3695348"/>
                  </a:lnTo>
                  <a:lnTo>
                    <a:pt x="2652415" y="3695348"/>
                  </a:lnTo>
                  <a:lnTo>
                    <a:pt x="2652561" y="3695348"/>
                  </a:lnTo>
                  <a:lnTo>
                    <a:pt x="2652706" y="3694101"/>
                  </a:lnTo>
                  <a:lnTo>
                    <a:pt x="2652851" y="3694101"/>
                  </a:lnTo>
                  <a:lnTo>
                    <a:pt x="2653288" y="3694101"/>
                  </a:lnTo>
                  <a:lnTo>
                    <a:pt x="2653433" y="3693478"/>
                  </a:lnTo>
                  <a:lnTo>
                    <a:pt x="2654306" y="3693478"/>
                  </a:lnTo>
                  <a:lnTo>
                    <a:pt x="2662595" y="3674770"/>
                  </a:lnTo>
                  <a:lnTo>
                    <a:pt x="2662740" y="3674770"/>
                  </a:lnTo>
                  <a:lnTo>
                    <a:pt x="2662886" y="3674770"/>
                  </a:lnTo>
                  <a:lnTo>
                    <a:pt x="2663031" y="3674770"/>
                  </a:lnTo>
                  <a:lnTo>
                    <a:pt x="2663177" y="3674770"/>
                  </a:lnTo>
                  <a:lnTo>
                    <a:pt x="2663613" y="3674147"/>
                  </a:lnTo>
                  <a:lnTo>
                    <a:pt x="2663758" y="3673523"/>
                  </a:lnTo>
                  <a:lnTo>
                    <a:pt x="2664340" y="3673523"/>
                  </a:lnTo>
                  <a:lnTo>
                    <a:pt x="2664631" y="3673523"/>
                  </a:lnTo>
                  <a:lnTo>
                    <a:pt x="2664776" y="3673523"/>
                  </a:lnTo>
                  <a:lnTo>
                    <a:pt x="2665067" y="3672899"/>
                  </a:lnTo>
                  <a:lnTo>
                    <a:pt x="2665213" y="3672899"/>
                  </a:lnTo>
                  <a:lnTo>
                    <a:pt x="2665358" y="3672899"/>
                  </a:lnTo>
                  <a:lnTo>
                    <a:pt x="2665503" y="3672899"/>
                  </a:lnTo>
                  <a:lnTo>
                    <a:pt x="2665649" y="3672899"/>
                  </a:lnTo>
                  <a:lnTo>
                    <a:pt x="2665794" y="3672899"/>
                  </a:lnTo>
                  <a:lnTo>
                    <a:pt x="2665940" y="3672899"/>
                  </a:lnTo>
                  <a:lnTo>
                    <a:pt x="2666231" y="3672899"/>
                  </a:lnTo>
                  <a:lnTo>
                    <a:pt x="2666376" y="3672899"/>
                  </a:lnTo>
                  <a:lnTo>
                    <a:pt x="2666667" y="3672276"/>
                  </a:lnTo>
                  <a:lnTo>
                    <a:pt x="2666667" y="3671652"/>
                  </a:lnTo>
                  <a:lnTo>
                    <a:pt x="2666812" y="3671652"/>
                  </a:lnTo>
                  <a:lnTo>
                    <a:pt x="2667103" y="3671652"/>
                  </a:lnTo>
                  <a:lnTo>
                    <a:pt x="2667248" y="3671652"/>
                  </a:lnTo>
                  <a:lnTo>
                    <a:pt x="2667394" y="3671652"/>
                  </a:lnTo>
                  <a:lnTo>
                    <a:pt x="2667830" y="3671652"/>
                  </a:lnTo>
                  <a:lnTo>
                    <a:pt x="2667976" y="3671652"/>
                  </a:lnTo>
                  <a:lnTo>
                    <a:pt x="2668121" y="3671652"/>
                  </a:lnTo>
                  <a:lnTo>
                    <a:pt x="2668266" y="3671652"/>
                  </a:lnTo>
                  <a:lnTo>
                    <a:pt x="2669139" y="3671652"/>
                  </a:lnTo>
                  <a:lnTo>
                    <a:pt x="2669721" y="3671652"/>
                  </a:lnTo>
                  <a:lnTo>
                    <a:pt x="2669866" y="3671652"/>
                  </a:lnTo>
                  <a:lnTo>
                    <a:pt x="2670157" y="3671652"/>
                  </a:lnTo>
                  <a:lnTo>
                    <a:pt x="2670302" y="3671652"/>
                  </a:lnTo>
                  <a:lnTo>
                    <a:pt x="2670448" y="3671652"/>
                  </a:lnTo>
                  <a:lnTo>
                    <a:pt x="2670593" y="3671652"/>
                  </a:lnTo>
                  <a:lnTo>
                    <a:pt x="2671030" y="3671652"/>
                  </a:lnTo>
                  <a:lnTo>
                    <a:pt x="2671175" y="3671652"/>
                  </a:lnTo>
                  <a:lnTo>
                    <a:pt x="2671320" y="3671652"/>
                  </a:lnTo>
                  <a:lnTo>
                    <a:pt x="2671611" y="3671652"/>
                  </a:lnTo>
                  <a:lnTo>
                    <a:pt x="2671757" y="3671652"/>
                  </a:lnTo>
                  <a:lnTo>
                    <a:pt x="2671902" y="3671652"/>
                  </a:lnTo>
                  <a:lnTo>
                    <a:pt x="2671902" y="3671029"/>
                  </a:lnTo>
                  <a:lnTo>
                    <a:pt x="2672193" y="3671029"/>
                  </a:lnTo>
                  <a:lnTo>
                    <a:pt x="2672484" y="3671029"/>
                  </a:lnTo>
                  <a:lnTo>
                    <a:pt x="2672484" y="3670405"/>
                  </a:lnTo>
                  <a:lnTo>
                    <a:pt x="2672775" y="3670405"/>
                  </a:lnTo>
                  <a:lnTo>
                    <a:pt x="2673211" y="3670405"/>
                  </a:lnTo>
                  <a:lnTo>
                    <a:pt x="2673356" y="3670405"/>
                  </a:lnTo>
                  <a:lnTo>
                    <a:pt x="2673502" y="3670405"/>
                  </a:lnTo>
                  <a:lnTo>
                    <a:pt x="2673647" y="3670405"/>
                  </a:lnTo>
                  <a:lnTo>
                    <a:pt x="2673793" y="3670405"/>
                  </a:lnTo>
                  <a:lnTo>
                    <a:pt x="2673938" y="3670405"/>
                  </a:lnTo>
                  <a:lnTo>
                    <a:pt x="2674083" y="3670405"/>
                  </a:lnTo>
                  <a:lnTo>
                    <a:pt x="2674374" y="3670405"/>
                  </a:lnTo>
                  <a:lnTo>
                    <a:pt x="2674520" y="3670405"/>
                  </a:lnTo>
                  <a:lnTo>
                    <a:pt x="2674665" y="3670405"/>
                  </a:lnTo>
                  <a:lnTo>
                    <a:pt x="2674811" y="3670405"/>
                  </a:lnTo>
                  <a:lnTo>
                    <a:pt x="2675101" y="3670405"/>
                  </a:lnTo>
                  <a:lnTo>
                    <a:pt x="2675538" y="3670405"/>
                  </a:lnTo>
                  <a:lnTo>
                    <a:pt x="2675829" y="3670405"/>
                  </a:lnTo>
                  <a:lnTo>
                    <a:pt x="2675974" y="3670405"/>
                  </a:lnTo>
                  <a:lnTo>
                    <a:pt x="2675974" y="3669781"/>
                  </a:lnTo>
                  <a:lnTo>
                    <a:pt x="2676265" y="3669158"/>
                  </a:lnTo>
                  <a:lnTo>
                    <a:pt x="2676847" y="3669158"/>
                  </a:lnTo>
                  <a:lnTo>
                    <a:pt x="2677283" y="3669158"/>
                  </a:lnTo>
                  <a:lnTo>
                    <a:pt x="2677719" y="3668534"/>
                  </a:lnTo>
                  <a:lnTo>
                    <a:pt x="2678010" y="3668534"/>
                  </a:lnTo>
                  <a:lnTo>
                    <a:pt x="2678155" y="3668534"/>
                  </a:lnTo>
                  <a:lnTo>
                    <a:pt x="2678446" y="3668534"/>
                  </a:lnTo>
                  <a:lnTo>
                    <a:pt x="2679028" y="3668534"/>
                  </a:lnTo>
                  <a:lnTo>
                    <a:pt x="2679173" y="3668534"/>
                  </a:lnTo>
                  <a:lnTo>
                    <a:pt x="2679319" y="3667911"/>
                  </a:lnTo>
                  <a:lnTo>
                    <a:pt x="2679610" y="3667911"/>
                  </a:lnTo>
                  <a:lnTo>
                    <a:pt x="2679901" y="3667911"/>
                  </a:lnTo>
                  <a:lnTo>
                    <a:pt x="2680482" y="3667911"/>
                  </a:lnTo>
                  <a:lnTo>
                    <a:pt x="2680628" y="3667911"/>
                  </a:lnTo>
                  <a:lnTo>
                    <a:pt x="2680773" y="3667911"/>
                  </a:lnTo>
                  <a:lnTo>
                    <a:pt x="2681064" y="3667911"/>
                  </a:lnTo>
                  <a:lnTo>
                    <a:pt x="2681209" y="3667911"/>
                  </a:lnTo>
                  <a:lnTo>
                    <a:pt x="2681355" y="3667911"/>
                  </a:lnTo>
                  <a:lnTo>
                    <a:pt x="2681646" y="3667911"/>
                  </a:lnTo>
                  <a:lnTo>
                    <a:pt x="2682082" y="3667911"/>
                  </a:lnTo>
                  <a:lnTo>
                    <a:pt x="2682227" y="3666664"/>
                  </a:lnTo>
                  <a:lnTo>
                    <a:pt x="2682373" y="3666040"/>
                  </a:lnTo>
                  <a:lnTo>
                    <a:pt x="2682518" y="3665416"/>
                  </a:lnTo>
                  <a:lnTo>
                    <a:pt x="2682664" y="3664793"/>
                  </a:lnTo>
                  <a:lnTo>
                    <a:pt x="2682809" y="3664793"/>
                  </a:lnTo>
                  <a:lnTo>
                    <a:pt x="2683391" y="3664793"/>
                  </a:lnTo>
                  <a:lnTo>
                    <a:pt x="2684263" y="3664169"/>
                  </a:lnTo>
                  <a:lnTo>
                    <a:pt x="2684263" y="3663546"/>
                  </a:lnTo>
                  <a:lnTo>
                    <a:pt x="2685281" y="3663546"/>
                  </a:lnTo>
                  <a:lnTo>
                    <a:pt x="2685427" y="3663546"/>
                  </a:lnTo>
                  <a:lnTo>
                    <a:pt x="2685572" y="3663546"/>
                  </a:lnTo>
                  <a:lnTo>
                    <a:pt x="2686008" y="3663546"/>
                  </a:lnTo>
                  <a:lnTo>
                    <a:pt x="2686154" y="3663546"/>
                  </a:lnTo>
                  <a:lnTo>
                    <a:pt x="2686299" y="3662298"/>
                  </a:lnTo>
                  <a:lnTo>
                    <a:pt x="2686445" y="3662298"/>
                  </a:lnTo>
                  <a:lnTo>
                    <a:pt x="2686736" y="3662298"/>
                  </a:lnTo>
                  <a:lnTo>
                    <a:pt x="2687463" y="3661675"/>
                  </a:lnTo>
                  <a:lnTo>
                    <a:pt x="2687899" y="3660428"/>
                  </a:lnTo>
                  <a:lnTo>
                    <a:pt x="2688626" y="3660428"/>
                  </a:lnTo>
                  <a:lnTo>
                    <a:pt x="2689062" y="3660428"/>
                  </a:lnTo>
                  <a:lnTo>
                    <a:pt x="2689208" y="3660428"/>
                  </a:lnTo>
                  <a:lnTo>
                    <a:pt x="2689935" y="3659804"/>
                  </a:lnTo>
                  <a:lnTo>
                    <a:pt x="2689935" y="3659181"/>
                  </a:lnTo>
                  <a:lnTo>
                    <a:pt x="2690080" y="3659181"/>
                  </a:lnTo>
                  <a:lnTo>
                    <a:pt x="2690371" y="3659181"/>
                  </a:lnTo>
                  <a:lnTo>
                    <a:pt x="2690662" y="3659181"/>
                  </a:lnTo>
                  <a:lnTo>
                    <a:pt x="2690953" y="3659181"/>
                  </a:lnTo>
                  <a:lnTo>
                    <a:pt x="2691389" y="3658557"/>
                  </a:lnTo>
                  <a:lnTo>
                    <a:pt x="2691535" y="3657933"/>
                  </a:lnTo>
                  <a:lnTo>
                    <a:pt x="2691680" y="3657933"/>
                  </a:lnTo>
                  <a:lnTo>
                    <a:pt x="2691825" y="3657933"/>
                  </a:lnTo>
                  <a:lnTo>
                    <a:pt x="2691971" y="3657933"/>
                  </a:lnTo>
                  <a:lnTo>
                    <a:pt x="2692116" y="3657933"/>
                  </a:lnTo>
                  <a:lnTo>
                    <a:pt x="2692407" y="3656063"/>
                  </a:lnTo>
                  <a:lnTo>
                    <a:pt x="2692553" y="3656063"/>
                  </a:lnTo>
                  <a:lnTo>
                    <a:pt x="2693280" y="3655439"/>
                  </a:lnTo>
                  <a:lnTo>
                    <a:pt x="2693425" y="3655439"/>
                  </a:lnTo>
                  <a:lnTo>
                    <a:pt x="2693571" y="3655439"/>
                  </a:lnTo>
                  <a:lnTo>
                    <a:pt x="2693861" y="3655439"/>
                  </a:lnTo>
                  <a:lnTo>
                    <a:pt x="2694007" y="3655439"/>
                  </a:lnTo>
                  <a:lnTo>
                    <a:pt x="2694152" y="3655439"/>
                  </a:lnTo>
                  <a:lnTo>
                    <a:pt x="2694443" y="3652945"/>
                  </a:lnTo>
                  <a:lnTo>
                    <a:pt x="2694734" y="3652945"/>
                  </a:lnTo>
                  <a:lnTo>
                    <a:pt x="2694879" y="3652945"/>
                  </a:lnTo>
                  <a:lnTo>
                    <a:pt x="2695025" y="3652945"/>
                  </a:lnTo>
                  <a:lnTo>
                    <a:pt x="2695170" y="3652945"/>
                  </a:lnTo>
                  <a:lnTo>
                    <a:pt x="2695316" y="3652945"/>
                  </a:lnTo>
                  <a:lnTo>
                    <a:pt x="2695461" y="3652945"/>
                  </a:lnTo>
                  <a:lnTo>
                    <a:pt x="2695606" y="3651074"/>
                  </a:lnTo>
                  <a:lnTo>
                    <a:pt x="2695752" y="3651074"/>
                  </a:lnTo>
                  <a:lnTo>
                    <a:pt x="2696188" y="3651074"/>
                  </a:lnTo>
                  <a:lnTo>
                    <a:pt x="2696770" y="3650450"/>
                  </a:lnTo>
                  <a:lnTo>
                    <a:pt x="2697206" y="3650450"/>
                  </a:lnTo>
                  <a:lnTo>
                    <a:pt x="2697352" y="3650450"/>
                  </a:lnTo>
                  <a:lnTo>
                    <a:pt x="2697497" y="3650450"/>
                  </a:lnTo>
                  <a:lnTo>
                    <a:pt x="2697642" y="3650450"/>
                  </a:lnTo>
                  <a:lnTo>
                    <a:pt x="2697642" y="3649203"/>
                  </a:lnTo>
                  <a:lnTo>
                    <a:pt x="2697788" y="3649203"/>
                  </a:lnTo>
                  <a:lnTo>
                    <a:pt x="2697788" y="3648580"/>
                  </a:lnTo>
                  <a:lnTo>
                    <a:pt x="2697933" y="3648580"/>
                  </a:lnTo>
                  <a:lnTo>
                    <a:pt x="2698079" y="3648580"/>
                  </a:lnTo>
                  <a:lnTo>
                    <a:pt x="2698224" y="3648580"/>
                  </a:lnTo>
                  <a:lnTo>
                    <a:pt x="2698515" y="3648580"/>
                  </a:lnTo>
                  <a:lnTo>
                    <a:pt x="2699097" y="3647956"/>
                  </a:lnTo>
                  <a:lnTo>
                    <a:pt x="2699242" y="3647332"/>
                  </a:lnTo>
                  <a:lnTo>
                    <a:pt x="2699388" y="3647332"/>
                  </a:lnTo>
                  <a:lnTo>
                    <a:pt x="2699678" y="3647332"/>
                  </a:lnTo>
                  <a:lnTo>
                    <a:pt x="2700115" y="3647332"/>
                  </a:lnTo>
                  <a:lnTo>
                    <a:pt x="2700260" y="3647332"/>
                  </a:lnTo>
                  <a:lnTo>
                    <a:pt x="2700260" y="3646709"/>
                  </a:lnTo>
                  <a:lnTo>
                    <a:pt x="2700406" y="3646709"/>
                  </a:lnTo>
                  <a:lnTo>
                    <a:pt x="2700551" y="3646709"/>
                  </a:lnTo>
                  <a:lnTo>
                    <a:pt x="2700696" y="3646709"/>
                  </a:lnTo>
                  <a:lnTo>
                    <a:pt x="2700842" y="3646709"/>
                  </a:lnTo>
                  <a:lnTo>
                    <a:pt x="2701133" y="3646709"/>
                  </a:lnTo>
                  <a:lnTo>
                    <a:pt x="2701278" y="3646709"/>
                  </a:lnTo>
                  <a:lnTo>
                    <a:pt x="2701423" y="3646709"/>
                  </a:lnTo>
                  <a:lnTo>
                    <a:pt x="2701569" y="3646709"/>
                  </a:lnTo>
                  <a:lnTo>
                    <a:pt x="2701860" y="3646709"/>
                  </a:lnTo>
                  <a:lnTo>
                    <a:pt x="2702005" y="3646709"/>
                  </a:lnTo>
                  <a:lnTo>
                    <a:pt x="2702151" y="3646709"/>
                  </a:lnTo>
                  <a:lnTo>
                    <a:pt x="2702151" y="3646085"/>
                  </a:lnTo>
                  <a:lnTo>
                    <a:pt x="2702296" y="3646085"/>
                  </a:lnTo>
                  <a:lnTo>
                    <a:pt x="2702732" y="3646085"/>
                  </a:lnTo>
                  <a:lnTo>
                    <a:pt x="2702878" y="3646085"/>
                  </a:lnTo>
                  <a:lnTo>
                    <a:pt x="2703314" y="3646085"/>
                  </a:lnTo>
                  <a:lnTo>
                    <a:pt x="2703459" y="3645462"/>
                  </a:lnTo>
                  <a:lnTo>
                    <a:pt x="2704041" y="3645462"/>
                  </a:lnTo>
                  <a:lnTo>
                    <a:pt x="2704332" y="3645462"/>
                  </a:lnTo>
                  <a:lnTo>
                    <a:pt x="2704768" y="3645462"/>
                  </a:lnTo>
                  <a:lnTo>
                    <a:pt x="2705059" y="3645462"/>
                  </a:lnTo>
                  <a:lnTo>
                    <a:pt x="2705205" y="3645462"/>
                  </a:lnTo>
                  <a:lnTo>
                    <a:pt x="2705495" y="3645462"/>
                  </a:lnTo>
                  <a:lnTo>
                    <a:pt x="2705786" y="3644838"/>
                  </a:lnTo>
                  <a:lnTo>
                    <a:pt x="2705932" y="3644838"/>
                  </a:lnTo>
                  <a:lnTo>
                    <a:pt x="2706077" y="3644838"/>
                  </a:lnTo>
                  <a:lnTo>
                    <a:pt x="2706368" y="3644838"/>
                  </a:lnTo>
                  <a:lnTo>
                    <a:pt x="2706950" y="3644838"/>
                  </a:lnTo>
                  <a:lnTo>
                    <a:pt x="2707095" y="3644838"/>
                  </a:lnTo>
                  <a:lnTo>
                    <a:pt x="2707241" y="3644838"/>
                  </a:lnTo>
                  <a:lnTo>
                    <a:pt x="2707386" y="3644838"/>
                  </a:lnTo>
                  <a:lnTo>
                    <a:pt x="2707531" y="3644838"/>
                  </a:lnTo>
                  <a:lnTo>
                    <a:pt x="2708258" y="3644215"/>
                  </a:lnTo>
                  <a:lnTo>
                    <a:pt x="2708404" y="3643591"/>
                  </a:lnTo>
                  <a:lnTo>
                    <a:pt x="2708549" y="3643591"/>
                  </a:lnTo>
                  <a:lnTo>
                    <a:pt x="2708695" y="3643591"/>
                  </a:lnTo>
                  <a:lnTo>
                    <a:pt x="2708840" y="3643591"/>
                  </a:lnTo>
                  <a:lnTo>
                    <a:pt x="2708986" y="3643591"/>
                  </a:lnTo>
                  <a:lnTo>
                    <a:pt x="2709567" y="3643591"/>
                  </a:lnTo>
                  <a:lnTo>
                    <a:pt x="2709567" y="3642967"/>
                  </a:lnTo>
                  <a:lnTo>
                    <a:pt x="2709858" y="3642967"/>
                  </a:lnTo>
                  <a:lnTo>
                    <a:pt x="2710731" y="3642967"/>
                  </a:lnTo>
                  <a:lnTo>
                    <a:pt x="2711312" y="3642967"/>
                  </a:lnTo>
                  <a:lnTo>
                    <a:pt x="2711458" y="3642967"/>
                  </a:lnTo>
                  <a:lnTo>
                    <a:pt x="2711603" y="3642967"/>
                  </a:lnTo>
                  <a:lnTo>
                    <a:pt x="2712040" y="3642344"/>
                  </a:lnTo>
                  <a:lnTo>
                    <a:pt x="2712330" y="3642344"/>
                  </a:lnTo>
                  <a:lnTo>
                    <a:pt x="2712621" y="3642344"/>
                  </a:lnTo>
                  <a:lnTo>
                    <a:pt x="2712912" y="3641720"/>
                  </a:lnTo>
                  <a:lnTo>
                    <a:pt x="2713058" y="3641097"/>
                  </a:lnTo>
                  <a:lnTo>
                    <a:pt x="2713203" y="3641097"/>
                  </a:lnTo>
                  <a:lnTo>
                    <a:pt x="2713494" y="3641097"/>
                  </a:lnTo>
                  <a:lnTo>
                    <a:pt x="2713639" y="3640473"/>
                  </a:lnTo>
                  <a:lnTo>
                    <a:pt x="2713785" y="3640473"/>
                  </a:lnTo>
                  <a:lnTo>
                    <a:pt x="2714076" y="3638602"/>
                  </a:lnTo>
                  <a:lnTo>
                    <a:pt x="2714366" y="3638602"/>
                  </a:lnTo>
                  <a:lnTo>
                    <a:pt x="2714512" y="3638602"/>
                  </a:lnTo>
                  <a:lnTo>
                    <a:pt x="2714803" y="3638602"/>
                  </a:lnTo>
                  <a:lnTo>
                    <a:pt x="2714948" y="3638602"/>
                  </a:lnTo>
                  <a:lnTo>
                    <a:pt x="2715530" y="3637979"/>
                  </a:lnTo>
                  <a:lnTo>
                    <a:pt x="2715675" y="3637979"/>
                  </a:lnTo>
                  <a:lnTo>
                    <a:pt x="2715821" y="3637979"/>
                  </a:lnTo>
                  <a:lnTo>
                    <a:pt x="2715966" y="3637979"/>
                  </a:lnTo>
                  <a:lnTo>
                    <a:pt x="2716111" y="3637979"/>
                  </a:lnTo>
                  <a:lnTo>
                    <a:pt x="2716257" y="3637979"/>
                  </a:lnTo>
                  <a:lnTo>
                    <a:pt x="2716984" y="3637979"/>
                  </a:lnTo>
                  <a:lnTo>
                    <a:pt x="2717275" y="3637355"/>
                  </a:lnTo>
                  <a:lnTo>
                    <a:pt x="2717566" y="3636108"/>
                  </a:lnTo>
                  <a:lnTo>
                    <a:pt x="2718147" y="3635484"/>
                  </a:lnTo>
                  <a:lnTo>
                    <a:pt x="2718293" y="3635484"/>
                  </a:lnTo>
                  <a:lnTo>
                    <a:pt x="2718584" y="3634861"/>
                  </a:lnTo>
                  <a:lnTo>
                    <a:pt x="2718729" y="3634861"/>
                  </a:lnTo>
                  <a:lnTo>
                    <a:pt x="2719020" y="3634861"/>
                  </a:lnTo>
                  <a:lnTo>
                    <a:pt x="2719311" y="3634237"/>
                  </a:lnTo>
                  <a:lnTo>
                    <a:pt x="2720183" y="3633614"/>
                  </a:lnTo>
                  <a:lnTo>
                    <a:pt x="2720329" y="3633614"/>
                  </a:lnTo>
                  <a:lnTo>
                    <a:pt x="2720474" y="3632990"/>
                  </a:lnTo>
                  <a:lnTo>
                    <a:pt x="2720620" y="3632367"/>
                  </a:lnTo>
                  <a:lnTo>
                    <a:pt x="2721056" y="3631743"/>
                  </a:lnTo>
                  <a:lnTo>
                    <a:pt x="2721492" y="3631119"/>
                  </a:lnTo>
                  <a:lnTo>
                    <a:pt x="2722510" y="3630496"/>
                  </a:lnTo>
                  <a:lnTo>
                    <a:pt x="2722656" y="3630496"/>
                  </a:lnTo>
                  <a:lnTo>
                    <a:pt x="2722801" y="3630496"/>
                  </a:lnTo>
                  <a:lnTo>
                    <a:pt x="2722946" y="3630496"/>
                  </a:lnTo>
                  <a:lnTo>
                    <a:pt x="2723237" y="3630496"/>
                  </a:lnTo>
                  <a:lnTo>
                    <a:pt x="2723528" y="3629872"/>
                  </a:lnTo>
                  <a:lnTo>
                    <a:pt x="2723819" y="3628625"/>
                  </a:lnTo>
                  <a:lnTo>
                    <a:pt x="2723964" y="3628625"/>
                  </a:lnTo>
                  <a:lnTo>
                    <a:pt x="2724110" y="3628625"/>
                  </a:lnTo>
                  <a:lnTo>
                    <a:pt x="2724255" y="3628625"/>
                  </a:lnTo>
                  <a:lnTo>
                    <a:pt x="2724546" y="3628625"/>
                  </a:lnTo>
                  <a:lnTo>
                    <a:pt x="2724692" y="3628625"/>
                  </a:lnTo>
                  <a:lnTo>
                    <a:pt x="2724982" y="3628001"/>
                  </a:lnTo>
                  <a:lnTo>
                    <a:pt x="2725855" y="3627378"/>
                  </a:lnTo>
                  <a:lnTo>
                    <a:pt x="2725855" y="3626754"/>
                  </a:lnTo>
                  <a:lnTo>
                    <a:pt x="2726582" y="3626754"/>
                  </a:lnTo>
                  <a:lnTo>
                    <a:pt x="2726728" y="3626754"/>
                  </a:lnTo>
                  <a:lnTo>
                    <a:pt x="2727018" y="3626754"/>
                  </a:lnTo>
                  <a:lnTo>
                    <a:pt x="2727164" y="3626754"/>
                  </a:lnTo>
                  <a:lnTo>
                    <a:pt x="2727309" y="3626754"/>
                  </a:lnTo>
                  <a:lnTo>
                    <a:pt x="2727455" y="3626754"/>
                  </a:lnTo>
                  <a:lnTo>
                    <a:pt x="2727891" y="3625507"/>
                  </a:lnTo>
                  <a:lnTo>
                    <a:pt x="2727891" y="3624884"/>
                  </a:lnTo>
                  <a:lnTo>
                    <a:pt x="2727891" y="3624260"/>
                  </a:lnTo>
                  <a:lnTo>
                    <a:pt x="2728327" y="3624260"/>
                  </a:lnTo>
                  <a:lnTo>
                    <a:pt x="2728473" y="3624260"/>
                  </a:lnTo>
                  <a:lnTo>
                    <a:pt x="2728763" y="3623636"/>
                  </a:lnTo>
                  <a:lnTo>
                    <a:pt x="2728909" y="3623636"/>
                  </a:lnTo>
                  <a:lnTo>
                    <a:pt x="2729054" y="3623636"/>
                  </a:lnTo>
                  <a:lnTo>
                    <a:pt x="2729345" y="3623013"/>
                  </a:lnTo>
                  <a:lnTo>
                    <a:pt x="2730072" y="3623013"/>
                  </a:lnTo>
                  <a:lnTo>
                    <a:pt x="2730218" y="3622389"/>
                  </a:lnTo>
                  <a:lnTo>
                    <a:pt x="2730363" y="3622389"/>
                  </a:lnTo>
                  <a:lnTo>
                    <a:pt x="2730654" y="3622389"/>
                  </a:lnTo>
                  <a:lnTo>
                    <a:pt x="2730799" y="3622389"/>
                  </a:lnTo>
                  <a:lnTo>
                    <a:pt x="2731090" y="3622389"/>
                  </a:lnTo>
                  <a:lnTo>
                    <a:pt x="2731963" y="3622389"/>
                  </a:lnTo>
                  <a:lnTo>
                    <a:pt x="2732254" y="3622389"/>
                  </a:lnTo>
                  <a:lnTo>
                    <a:pt x="2732399" y="3622389"/>
                  </a:lnTo>
                  <a:lnTo>
                    <a:pt x="2732835" y="3622389"/>
                  </a:lnTo>
                  <a:lnTo>
                    <a:pt x="2732835" y="3621766"/>
                  </a:lnTo>
                  <a:lnTo>
                    <a:pt x="2732981" y="3621766"/>
                  </a:lnTo>
                  <a:lnTo>
                    <a:pt x="2733126" y="3621766"/>
                  </a:lnTo>
                  <a:lnTo>
                    <a:pt x="2733272" y="3621142"/>
                  </a:lnTo>
                  <a:lnTo>
                    <a:pt x="2733417" y="3619895"/>
                  </a:lnTo>
                  <a:lnTo>
                    <a:pt x="2733563" y="3619895"/>
                  </a:lnTo>
                  <a:lnTo>
                    <a:pt x="2733853" y="3619895"/>
                  </a:lnTo>
                  <a:lnTo>
                    <a:pt x="2733999" y="3619895"/>
                  </a:lnTo>
                  <a:lnTo>
                    <a:pt x="2734144" y="3618024"/>
                  </a:lnTo>
                  <a:lnTo>
                    <a:pt x="2734435" y="3618024"/>
                  </a:lnTo>
                  <a:lnTo>
                    <a:pt x="2734871" y="3618024"/>
                  </a:lnTo>
                  <a:lnTo>
                    <a:pt x="2735162" y="3618024"/>
                  </a:lnTo>
                  <a:lnTo>
                    <a:pt x="2735598" y="3618024"/>
                  </a:lnTo>
                  <a:lnTo>
                    <a:pt x="2735744" y="3618024"/>
                  </a:lnTo>
                  <a:lnTo>
                    <a:pt x="2735889" y="3618024"/>
                  </a:lnTo>
                  <a:lnTo>
                    <a:pt x="2735889" y="3616777"/>
                  </a:lnTo>
                  <a:lnTo>
                    <a:pt x="2736180" y="3615530"/>
                  </a:lnTo>
                  <a:lnTo>
                    <a:pt x="2736180" y="3614906"/>
                  </a:lnTo>
                  <a:lnTo>
                    <a:pt x="2736762" y="3614906"/>
                  </a:lnTo>
                  <a:lnTo>
                    <a:pt x="2736907" y="3614283"/>
                  </a:lnTo>
                  <a:lnTo>
                    <a:pt x="2737053" y="3613659"/>
                  </a:lnTo>
                  <a:lnTo>
                    <a:pt x="2737198" y="3613659"/>
                  </a:lnTo>
                  <a:lnTo>
                    <a:pt x="2737344" y="3613659"/>
                  </a:lnTo>
                  <a:lnTo>
                    <a:pt x="2737634" y="3612412"/>
                  </a:lnTo>
                  <a:lnTo>
                    <a:pt x="2737925" y="3611788"/>
                  </a:lnTo>
                  <a:lnTo>
                    <a:pt x="2738362" y="3611165"/>
                  </a:lnTo>
                  <a:lnTo>
                    <a:pt x="2738652" y="3611165"/>
                  </a:lnTo>
                  <a:lnTo>
                    <a:pt x="2738652" y="3610541"/>
                  </a:lnTo>
                  <a:lnTo>
                    <a:pt x="2738798" y="3610541"/>
                  </a:lnTo>
                  <a:lnTo>
                    <a:pt x="2738943" y="3609918"/>
                  </a:lnTo>
                  <a:lnTo>
                    <a:pt x="2739089" y="3609918"/>
                  </a:lnTo>
                  <a:lnTo>
                    <a:pt x="2739380" y="3609918"/>
                  </a:lnTo>
                  <a:lnTo>
                    <a:pt x="2739816" y="3609918"/>
                  </a:lnTo>
                  <a:lnTo>
                    <a:pt x="2740834" y="3608670"/>
                  </a:lnTo>
                  <a:lnTo>
                    <a:pt x="2740834" y="3608047"/>
                  </a:lnTo>
                  <a:lnTo>
                    <a:pt x="2740834" y="3607423"/>
                  </a:lnTo>
                  <a:lnTo>
                    <a:pt x="2741415" y="3606800"/>
                  </a:lnTo>
                  <a:lnTo>
                    <a:pt x="2742288" y="3606800"/>
                  </a:lnTo>
                  <a:lnTo>
                    <a:pt x="2742724" y="3605552"/>
                  </a:lnTo>
                  <a:lnTo>
                    <a:pt x="2742870" y="3605552"/>
                  </a:lnTo>
                  <a:lnTo>
                    <a:pt x="2743161" y="3604929"/>
                  </a:lnTo>
                  <a:lnTo>
                    <a:pt x="2743306" y="3604929"/>
                  </a:lnTo>
                  <a:lnTo>
                    <a:pt x="2743306" y="3604305"/>
                  </a:lnTo>
                  <a:lnTo>
                    <a:pt x="2743888" y="3604305"/>
                  </a:lnTo>
                  <a:lnTo>
                    <a:pt x="2744324" y="3603682"/>
                  </a:lnTo>
                  <a:lnTo>
                    <a:pt x="2744615" y="3603682"/>
                  </a:lnTo>
                  <a:lnTo>
                    <a:pt x="2744760" y="3603058"/>
                  </a:lnTo>
                  <a:lnTo>
                    <a:pt x="2745778" y="3601811"/>
                  </a:lnTo>
                  <a:lnTo>
                    <a:pt x="2745924" y="3601811"/>
                  </a:lnTo>
                  <a:lnTo>
                    <a:pt x="2746215" y="3601811"/>
                  </a:lnTo>
                  <a:lnTo>
                    <a:pt x="2746505" y="3601811"/>
                  </a:lnTo>
                  <a:lnTo>
                    <a:pt x="2746942" y="3600564"/>
                  </a:lnTo>
                  <a:lnTo>
                    <a:pt x="2747087" y="3600564"/>
                  </a:lnTo>
                  <a:lnTo>
                    <a:pt x="2747378" y="3600564"/>
                  </a:lnTo>
                  <a:lnTo>
                    <a:pt x="2748250" y="3599940"/>
                  </a:lnTo>
                  <a:lnTo>
                    <a:pt x="2748396" y="3599940"/>
                  </a:lnTo>
                  <a:lnTo>
                    <a:pt x="2748832" y="3599317"/>
                  </a:lnTo>
                  <a:lnTo>
                    <a:pt x="2748978" y="3599317"/>
                  </a:lnTo>
                  <a:lnTo>
                    <a:pt x="2749705" y="3599317"/>
                  </a:lnTo>
                  <a:lnTo>
                    <a:pt x="2750141" y="3599317"/>
                  </a:lnTo>
                  <a:lnTo>
                    <a:pt x="2750286" y="3599317"/>
                  </a:lnTo>
                  <a:lnTo>
                    <a:pt x="2751450" y="3597446"/>
                  </a:lnTo>
                  <a:lnTo>
                    <a:pt x="2751595" y="3597446"/>
                  </a:lnTo>
                  <a:lnTo>
                    <a:pt x="2751741" y="3596822"/>
                  </a:lnTo>
                  <a:lnTo>
                    <a:pt x="2751741" y="3596199"/>
                  </a:lnTo>
                  <a:lnTo>
                    <a:pt x="2752032" y="3596199"/>
                  </a:lnTo>
                  <a:lnTo>
                    <a:pt x="2752032" y="3594952"/>
                  </a:lnTo>
                  <a:lnTo>
                    <a:pt x="2752322" y="3594328"/>
                  </a:lnTo>
                  <a:lnTo>
                    <a:pt x="2752322" y="3593704"/>
                  </a:lnTo>
                  <a:lnTo>
                    <a:pt x="2752468" y="3593704"/>
                  </a:lnTo>
                  <a:lnTo>
                    <a:pt x="2753195" y="3593704"/>
                  </a:lnTo>
                  <a:lnTo>
                    <a:pt x="2753922" y="3592457"/>
                  </a:lnTo>
                  <a:lnTo>
                    <a:pt x="2754213" y="3591834"/>
                  </a:lnTo>
                  <a:lnTo>
                    <a:pt x="2754649" y="3591210"/>
                  </a:lnTo>
                  <a:lnTo>
                    <a:pt x="2754940" y="3591210"/>
                  </a:lnTo>
                  <a:lnTo>
                    <a:pt x="2755085" y="3591210"/>
                  </a:lnTo>
                  <a:lnTo>
                    <a:pt x="2755231" y="3591210"/>
                  </a:lnTo>
                  <a:lnTo>
                    <a:pt x="2755813" y="3590586"/>
                  </a:lnTo>
                  <a:lnTo>
                    <a:pt x="2755813" y="3589339"/>
                  </a:lnTo>
                  <a:lnTo>
                    <a:pt x="2755958" y="3589339"/>
                  </a:lnTo>
                  <a:lnTo>
                    <a:pt x="2755958" y="3588716"/>
                  </a:lnTo>
                  <a:lnTo>
                    <a:pt x="2756249" y="3588092"/>
                  </a:lnTo>
                  <a:lnTo>
                    <a:pt x="2756685" y="3588092"/>
                  </a:lnTo>
                  <a:lnTo>
                    <a:pt x="2756831" y="3588092"/>
                  </a:lnTo>
                  <a:lnTo>
                    <a:pt x="2756976" y="3588092"/>
                  </a:lnTo>
                  <a:lnTo>
                    <a:pt x="2757703" y="3588092"/>
                  </a:lnTo>
                  <a:lnTo>
                    <a:pt x="2757994" y="3588092"/>
                  </a:lnTo>
                  <a:lnTo>
                    <a:pt x="2758285" y="3587469"/>
                  </a:lnTo>
                  <a:lnTo>
                    <a:pt x="2758430" y="3587469"/>
                  </a:lnTo>
                  <a:lnTo>
                    <a:pt x="2758576" y="3587469"/>
                  </a:lnTo>
                  <a:lnTo>
                    <a:pt x="2759012" y="3587469"/>
                  </a:lnTo>
                  <a:lnTo>
                    <a:pt x="2759012" y="3586845"/>
                  </a:lnTo>
                  <a:lnTo>
                    <a:pt x="2759157" y="3586845"/>
                  </a:lnTo>
                  <a:lnTo>
                    <a:pt x="2759448" y="3586845"/>
                  </a:lnTo>
                  <a:lnTo>
                    <a:pt x="2759594" y="3586845"/>
                  </a:lnTo>
                  <a:lnTo>
                    <a:pt x="2759885" y="3586221"/>
                  </a:lnTo>
                  <a:lnTo>
                    <a:pt x="2760175" y="3585598"/>
                  </a:lnTo>
                  <a:lnTo>
                    <a:pt x="2760321" y="3585598"/>
                  </a:lnTo>
                  <a:lnTo>
                    <a:pt x="2760321" y="3584974"/>
                  </a:lnTo>
                  <a:lnTo>
                    <a:pt x="2760321" y="3584351"/>
                  </a:lnTo>
                  <a:lnTo>
                    <a:pt x="2760466" y="3584351"/>
                  </a:lnTo>
                  <a:lnTo>
                    <a:pt x="2760612" y="3584351"/>
                  </a:lnTo>
                  <a:lnTo>
                    <a:pt x="2760903" y="3583727"/>
                  </a:lnTo>
                  <a:lnTo>
                    <a:pt x="2761339" y="3583727"/>
                  </a:lnTo>
                  <a:lnTo>
                    <a:pt x="2761339" y="3583104"/>
                  </a:lnTo>
                  <a:lnTo>
                    <a:pt x="2761630" y="3583104"/>
                  </a:lnTo>
                  <a:lnTo>
                    <a:pt x="2761920" y="3583104"/>
                  </a:lnTo>
                  <a:lnTo>
                    <a:pt x="2762066" y="3583104"/>
                  </a:lnTo>
                  <a:lnTo>
                    <a:pt x="2762502" y="3583104"/>
                  </a:lnTo>
                  <a:lnTo>
                    <a:pt x="2762648" y="3583104"/>
                  </a:lnTo>
                  <a:lnTo>
                    <a:pt x="2762793" y="3582480"/>
                  </a:lnTo>
                  <a:lnTo>
                    <a:pt x="2762938" y="3582480"/>
                  </a:lnTo>
                  <a:lnTo>
                    <a:pt x="2763084" y="3582480"/>
                  </a:lnTo>
                  <a:lnTo>
                    <a:pt x="2763229" y="3582480"/>
                  </a:lnTo>
                  <a:lnTo>
                    <a:pt x="2763375" y="3582480"/>
                  </a:lnTo>
                  <a:lnTo>
                    <a:pt x="2763520" y="3582480"/>
                  </a:lnTo>
                  <a:lnTo>
                    <a:pt x="2763666" y="3582480"/>
                  </a:lnTo>
                  <a:lnTo>
                    <a:pt x="2764102" y="3581856"/>
                  </a:lnTo>
                  <a:lnTo>
                    <a:pt x="2764247" y="3581856"/>
                  </a:lnTo>
                  <a:lnTo>
                    <a:pt x="2764684" y="3581233"/>
                  </a:lnTo>
                  <a:lnTo>
                    <a:pt x="2765120" y="3581233"/>
                  </a:lnTo>
                  <a:lnTo>
                    <a:pt x="2765265" y="3580609"/>
                  </a:lnTo>
                  <a:lnTo>
                    <a:pt x="2765411" y="3580609"/>
                  </a:lnTo>
                  <a:lnTo>
                    <a:pt x="2765702" y="3580609"/>
                  </a:lnTo>
                  <a:lnTo>
                    <a:pt x="2765847" y="3580609"/>
                  </a:lnTo>
                  <a:lnTo>
                    <a:pt x="2766138" y="3579986"/>
                  </a:lnTo>
                  <a:lnTo>
                    <a:pt x="2766574" y="3579362"/>
                  </a:lnTo>
                  <a:lnTo>
                    <a:pt x="2766574" y="3578738"/>
                  </a:lnTo>
                  <a:lnTo>
                    <a:pt x="2767883" y="3578738"/>
                  </a:lnTo>
                  <a:lnTo>
                    <a:pt x="2768028" y="3578738"/>
                  </a:lnTo>
                  <a:lnTo>
                    <a:pt x="2768174" y="3578738"/>
                  </a:lnTo>
                  <a:lnTo>
                    <a:pt x="2768319" y="3578738"/>
                  </a:lnTo>
                  <a:lnTo>
                    <a:pt x="2768755" y="3577491"/>
                  </a:lnTo>
                  <a:lnTo>
                    <a:pt x="2768901" y="3577491"/>
                  </a:lnTo>
                  <a:lnTo>
                    <a:pt x="2769046" y="3577491"/>
                  </a:lnTo>
                  <a:lnTo>
                    <a:pt x="2769192" y="3577491"/>
                  </a:lnTo>
                  <a:lnTo>
                    <a:pt x="2769337" y="3577491"/>
                  </a:lnTo>
                  <a:lnTo>
                    <a:pt x="2769919" y="3576244"/>
                  </a:lnTo>
                  <a:lnTo>
                    <a:pt x="2770501" y="3576244"/>
                  </a:lnTo>
                  <a:lnTo>
                    <a:pt x="2770501" y="3575621"/>
                  </a:lnTo>
                  <a:lnTo>
                    <a:pt x="2770501" y="3574997"/>
                  </a:lnTo>
                  <a:lnTo>
                    <a:pt x="2770646" y="3574997"/>
                  </a:lnTo>
                  <a:lnTo>
                    <a:pt x="2770937" y="3574997"/>
                  </a:lnTo>
                  <a:lnTo>
                    <a:pt x="2771228" y="3574997"/>
                  </a:lnTo>
                  <a:lnTo>
                    <a:pt x="2771664" y="3574997"/>
                  </a:lnTo>
                  <a:lnTo>
                    <a:pt x="2771809" y="3574997"/>
                  </a:lnTo>
                  <a:lnTo>
                    <a:pt x="2771809" y="3574373"/>
                  </a:lnTo>
                  <a:lnTo>
                    <a:pt x="2771955" y="3574373"/>
                  </a:lnTo>
                  <a:lnTo>
                    <a:pt x="2772537" y="3573750"/>
                  </a:lnTo>
                  <a:lnTo>
                    <a:pt x="2772827" y="3573750"/>
                  </a:lnTo>
                  <a:lnTo>
                    <a:pt x="2772827" y="3573126"/>
                  </a:lnTo>
                  <a:lnTo>
                    <a:pt x="2772827" y="3572503"/>
                  </a:lnTo>
                  <a:lnTo>
                    <a:pt x="2772973" y="3571879"/>
                  </a:lnTo>
                  <a:lnTo>
                    <a:pt x="2773118" y="3571879"/>
                  </a:lnTo>
                  <a:lnTo>
                    <a:pt x="2773264" y="3571879"/>
                  </a:lnTo>
                  <a:lnTo>
                    <a:pt x="2773700" y="3571879"/>
                  </a:lnTo>
                  <a:lnTo>
                    <a:pt x="2774282" y="3571255"/>
                  </a:lnTo>
                  <a:lnTo>
                    <a:pt x="2774427" y="3570632"/>
                  </a:lnTo>
                  <a:lnTo>
                    <a:pt x="2774573" y="3570632"/>
                  </a:lnTo>
                  <a:lnTo>
                    <a:pt x="2774573" y="3570008"/>
                  </a:lnTo>
                  <a:lnTo>
                    <a:pt x="2775009" y="3570008"/>
                  </a:lnTo>
                  <a:lnTo>
                    <a:pt x="2775154" y="3570008"/>
                  </a:lnTo>
                  <a:lnTo>
                    <a:pt x="2775300" y="3570008"/>
                  </a:lnTo>
                  <a:lnTo>
                    <a:pt x="2775445" y="3570008"/>
                  </a:lnTo>
                  <a:lnTo>
                    <a:pt x="2775590" y="3570008"/>
                  </a:lnTo>
                  <a:lnTo>
                    <a:pt x="2775881" y="3570008"/>
                  </a:lnTo>
                  <a:lnTo>
                    <a:pt x="2776027" y="3570008"/>
                  </a:lnTo>
                  <a:lnTo>
                    <a:pt x="2776463" y="3570008"/>
                  </a:lnTo>
                  <a:lnTo>
                    <a:pt x="2776608" y="3569385"/>
                  </a:lnTo>
                  <a:lnTo>
                    <a:pt x="2776754" y="3568761"/>
                  </a:lnTo>
                  <a:lnTo>
                    <a:pt x="2777336" y="3568138"/>
                  </a:lnTo>
                  <a:lnTo>
                    <a:pt x="2777481" y="3567514"/>
                  </a:lnTo>
                  <a:lnTo>
                    <a:pt x="2777917" y="3567514"/>
                  </a:lnTo>
                  <a:lnTo>
                    <a:pt x="2778063" y="3567514"/>
                  </a:lnTo>
                  <a:lnTo>
                    <a:pt x="2778208" y="3567514"/>
                  </a:lnTo>
                  <a:lnTo>
                    <a:pt x="2778354" y="3567514"/>
                  </a:lnTo>
                  <a:lnTo>
                    <a:pt x="2778499" y="3567514"/>
                  </a:lnTo>
                  <a:lnTo>
                    <a:pt x="2779226" y="3567514"/>
                  </a:lnTo>
                  <a:lnTo>
                    <a:pt x="2779372" y="3567514"/>
                  </a:lnTo>
                  <a:lnTo>
                    <a:pt x="2779517" y="3567514"/>
                  </a:lnTo>
                  <a:lnTo>
                    <a:pt x="2779662" y="3567514"/>
                  </a:lnTo>
                  <a:lnTo>
                    <a:pt x="2779953" y="3567514"/>
                  </a:lnTo>
                  <a:lnTo>
                    <a:pt x="2780244" y="3567514"/>
                  </a:lnTo>
                  <a:lnTo>
                    <a:pt x="2780680" y="3567514"/>
                  </a:lnTo>
                  <a:lnTo>
                    <a:pt x="2780826" y="3567514"/>
                  </a:lnTo>
                  <a:lnTo>
                    <a:pt x="2781262" y="3567514"/>
                  </a:lnTo>
                  <a:lnTo>
                    <a:pt x="2781698" y="3567514"/>
                  </a:lnTo>
                  <a:lnTo>
                    <a:pt x="2781844" y="3567514"/>
                  </a:lnTo>
                  <a:lnTo>
                    <a:pt x="2781989" y="3567514"/>
                  </a:lnTo>
                  <a:lnTo>
                    <a:pt x="2782135" y="3567514"/>
                  </a:lnTo>
                  <a:lnTo>
                    <a:pt x="2782571" y="3566890"/>
                  </a:lnTo>
                  <a:lnTo>
                    <a:pt x="2782862" y="3566890"/>
                  </a:lnTo>
                  <a:lnTo>
                    <a:pt x="2783007" y="3566267"/>
                  </a:lnTo>
                  <a:lnTo>
                    <a:pt x="2783880" y="3566267"/>
                  </a:lnTo>
                  <a:lnTo>
                    <a:pt x="2783880" y="3565643"/>
                  </a:lnTo>
                  <a:lnTo>
                    <a:pt x="2784025" y="3565643"/>
                  </a:lnTo>
                  <a:lnTo>
                    <a:pt x="2784316" y="3565020"/>
                  </a:lnTo>
                  <a:lnTo>
                    <a:pt x="2784607" y="3565020"/>
                  </a:lnTo>
                  <a:lnTo>
                    <a:pt x="2784752" y="3565020"/>
                  </a:lnTo>
                  <a:lnTo>
                    <a:pt x="2785189" y="3565020"/>
                  </a:lnTo>
                  <a:lnTo>
                    <a:pt x="2785189" y="3564396"/>
                  </a:lnTo>
                  <a:lnTo>
                    <a:pt x="2785625" y="3563149"/>
                  </a:lnTo>
                  <a:lnTo>
                    <a:pt x="2785770" y="3563149"/>
                  </a:lnTo>
                  <a:lnTo>
                    <a:pt x="2785916" y="3563149"/>
                  </a:lnTo>
                  <a:lnTo>
                    <a:pt x="2786207" y="3562525"/>
                  </a:lnTo>
                  <a:lnTo>
                    <a:pt x="2787079" y="3560655"/>
                  </a:lnTo>
                  <a:lnTo>
                    <a:pt x="2787370" y="3560655"/>
                  </a:lnTo>
                  <a:lnTo>
                    <a:pt x="2787515" y="3560655"/>
                  </a:lnTo>
                  <a:lnTo>
                    <a:pt x="2787661" y="3560655"/>
                  </a:lnTo>
                  <a:lnTo>
                    <a:pt x="2787952" y="3560031"/>
                  </a:lnTo>
                  <a:lnTo>
                    <a:pt x="2788097" y="3560031"/>
                  </a:lnTo>
                  <a:lnTo>
                    <a:pt x="2788243" y="3560031"/>
                  </a:lnTo>
                  <a:lnTo>
                    <a:pt x="2788388" y="3560031"/>
                  </a:lnTo>
                  <a:lnTo>
                    <a:pt x="2788533" y="3560031"/>
                  </a:lnTo>
                  <a:lnTo>
                    <a:pt x="2789406" y="3559407"/>
                  </a:lnTo>
                  <a:lnTo>
                    <a:pt x="2789551" y="3559407"/>
                  </a:lnTo>
                  <a:lnTo>
                    <a:pt x="2789697" y="3559407"/>
                  </a:lnTo>
                  <a:lnTo>
                    <a:pt x="2790278" y="3556289"/>
                  </a:lnTo>
                  <a:lnTo>
                    <a:pt x="2790569" y="3555666"/>
                  </a:lnTo>
                  <a:lnTo>
                    <a:pt x="2790715" y="3555666"/>
                  </a:lnTo>
                  <a:lnTo>
                    <a:pt x="2790860" y="3555666"/>
                  </a:lnTo>
                  <a:lnTo>
                    <a:pt x="2791006" y="3555666"/>
                  </a:lnTo>
                  <a:lnTo>
                    <a:pt x="2791151" y="3555666"/>
                  </a:lnTo>
                  <a:lnTo>
                    <a:pt x="2791296" y="3555666"/>
                  </a:lnTo>
                  <a:lnTo>
                    <a:pt x="2791442" y="3555666"/>
                  </a:lnTo>
                  <a:lnTo>
                    <a:pt x="2791587" y="3555666"/>
                  </a:lnTo>
                  <a:lnTo>
                    <a:pt x="2791878" y="3555666"/>
                  </a:lnTo>
                  <a:lnTo>
                    <a:pt x="2792024" y="3555666"/>
                  </a:lnTo>
                  <a:lnTo>
                    <a:pt x="2792169" y="3555666"/>
                  </a:lnTo>
                  <a:lnTo>
                    <a:pt x="2792169" y="3554419"/>
                  </a:lnTo>
                  <a:lnTo>
                    <a:pt x="2792605" y="3553795"/>
                  </a:lnTo>
                  <a:lnTo>
                    <a:pt x="2793042" y="3553795"/>
                  </a:lnTo>
                  <a:lnTo>
                    <a:pt x="2793478" y="3553795"/>
                  </a:lnTo>
                  <a:lnTo>
                    <a:pt x="2793914" y="3553795"/>
                  </a:lnTo>
                  <a:lnTo>
                    <a:pt x="2794060" y="3553795"/>
                  </a:lnTo>
                  <a:lnTo>
                    <a:pt x="2794205" y="3553795"/>
                  </a:lnTo>
                  <a:lnTo>
                    <a:pt x="2794496" y="3553795"/>
                  </a:lnTo>
                  <a:lnTo>
                    <a:pt x="2794787" y="3553795"/>
                  </a:lnTo>
                  <a:lnTo>
                    <a:pt x="2795078" y="3553795"/>
                  </a:lnTo>
                  <a:lnTo>
                    <a:pt x="2795805" y="3553795"/>
                  </a:lnTo>
                  <a:lnTo>
                    <a:pt x="2796095" y="3553795"/>
                  </a:lnTo>
                  <a:lnTo>
                    <a:pt x="2796095" y="3553172"/>
                  </a:lnTo>
                  <a:lnTo>
                    <a:pt x="2796823" y="3553172"/>
                  </a:lnTo>
                  <a:lnTo>
                    <a:pt x="2796968" y="3553172"/>
                  </a:lnTo>
                  <a:lnTo>
                    <a:pt x="2797259" y="3553172"/>
                  </a:lnTo>
                  <a:lnTo>
                    <a:pt x="2797404" y="3553172"/>
                  </a:lnTo>
                  <a:lnTo>
                    <a:pt x="2797550" y="3553172"/>
                  </a:lnTo>
                  <a:lnTo>
                    <a:pt x="2797695" y="3553172"/>
                  </a:lnTo>
                  <a:lnTo>
                    <a:pt x="2798277" y="3553172"/>
                  </a:lnTo>
                  <a:lnTo>
                    <a:pt x="2798422" y="3553172"/>
                  </a:lnTo>
                  <a:lnTo>
                    <a:pt x="2798568" y="3553172"/>
                  </a:lnTo>
                  <a:lnTo>
                    <a:pt x="2798713" y="3553172"/>
                  </a:lnTo>
                  <a:lnTo>
                    <a:pt x="2798859" y="3553172"/>
                  </a:lnTo>
                  <a:lnTo>
                    <a:pt x="2799004" y="3553172"/>
                  </a:lnTo>
                  <a:lnTo>
                    <a:pt x="2799149" y="3553172"/>
                  </a:lnTo>
                  <a:lnTo>
                    <a:pt x="2799586" y="3552548"/>
                  </a:lnTo>
                  <a:lnTo>
                    <a:pt x="2799731" y="3552548"/>
                  </a:lnTo>
                  <a:lnTo>
                    <a:pt x="2800313" y="3551924"/>
                  </a:lnTo>
                  <a:lnTo>
                    <a:pt x="2800604" y="3551924"/>
                  </a:lnTo>
                  <a:lnTo>
                    <a:pt x="2800749" y="3551924"/>
                  </a:lnTo>
                  <a:lnTo>
                    <a:pt x="2800895" y="3551924"/>
                  </a:lnTo>
                  <a:lnTo>
                    <a:pt x="2801040" y="3551924"/>
                  </a:lnTo>
                  <a:lnTo>
                    <a:pt x="2801185" y="3551924"/>
                  </a:lnTo>
                  <a:lnTo>
                    <a:pt x="2801331" y="3551924"/>
                  </a:lnTo>
                  <a:lnTo>
                    <a:pt x="2801476" y="3551301"/>
                  </a:lnTo>
                  <a:lnTo>
                    <a:pt x="2801622" y="3551301"/>
                  </a:lnTo>
                  <a:lnTo>
                    <a:pt x="2801767" y="3551301"/>
                  </a:lnTo>
                  <a:lnTo>
                    <a:pt x="2802349" y="3551301"/>
                  </a:lnTo>
                  <a:lnTo>
                    <a:pt x="2802494" y="3551301"/>
                  </a:lnTo>
                  <a:lnTo>
                    <a:pt x="2802785" y="3551301"/>
                  </a:lnTo>
                  <a:lnTo>
                    <a:pt x="2803221" y="3551301"/>
                  </a:lnTo>
                  <a:lnTo>
                    <a:pt x="2803803" y="3551301"/>
                  </a:lnTo>
                  <a:lnTo>
                    <a:pt x="2803948" y="3551301"/>
                  </a:lnTo>
                  <a:lnTo>
                    <a:pt x="2805112" y="3549430"/>
                  </a:lnTo>
                  <a:lnTo>
                    <a:pt x="2805257" y="3549430"/>
                  </a:lnTo>
                  <a:lnTo>
                    <a:pt x="2805694" y="3549430"/>
                  </a:lnTo>
                  <a:lnTo>
                    <a:pt x="2805839" y="3549430"/>
                  </a:lnTo>
                  <a:lnTo>
                    <a:pt x="2806421" y="3549430"/>
                  </a:lnTo>
                  <a:lnTo>
                    <a:pt x="2807002" y="3548806"/>
                  </a:lnTo>
                  <a:lnTo>
                    <a:pt x="2807148" y="3548806"/>
                  </a:lnTo>
                  <a:lnTo>
                    <a:pt x="2807293" y="3548806"/>
                  </a:lnTo>
                  <a:lnTo>
                    <a:pt x="2807584" y="3547559"/>
                  </a:lnTo>
                  <a:lnTo>
                    <a:pt x="2807730" y="3547559"/>
                  </a:lnTo>
                  <a:lnTo>
                    <a:pt x="2807875" y="3547559"/>
                  </a:lnTo>
                  <a:lnTo>
                    <a:pt x="2808311" y="3546936"/>
                  </a:lnTo>
                  <a:lnTo>
                    <a:pt x="2808457" y="3546936"/>
                  </a:lnTo>
                  <a:lnTo>
                    <a:pt x="2808602" y="3546936"/>
                  </a:lnTo>
                  <a:lnTo>
                    <a:pt x="2808747" y="3546936"/>
                  </a:lnTo>
                  <a:lnTo>
                    <a:pt x="2808893" y="3546936"/>
                  </a:lnTo>
                  <a:lnTo>
                    <a:pt x="2809184" y="3546936"/>
                  </a:lnTo>
                  <a:lnTo>
                    <a:pt x="2809620" y="3545689"/>
                  </a:lnTo>
                  <a:lnTo>
                    <a:pt x="2809765" y="3545689"/>
                  </a:lnTo>
                  <a:lnTo>
                    <a:pt x="2809911" y="3545689"/>
                  </a:lnTo>
                  <a:lnTo>
                    <a:pt x="2810347" y="3545689"/>
                  </a:lnTo>
                  <a:lnTo>
                    <a:pt x="2810493" y="3545689"/>
                  </a:lnTo>
                  <a:lnTo>
                    <a:pt x="2811074" y="3545689"/>
                  </a:lnTo>
                  <a:lnTo>
                    <a:pt x="2811365" y="3545689"/>
                  </a:lnTo>
                  <a:lnTo>
                    <a:pt x="2811801" y="3545689"/>
                  </a:lnTo>
                  <a:lnTo>
                    <a:pt x="2812238" y="3544441"/>
                  </a:lnTo>
                  <a:lnTo>
                    <a:pt x="2812383" y="3544441"/>
                  </a:lnTo>
                  <a:lnTo>
                    <a:pt x="2812529" y="3544441"/>
                  </a:lnTo>
                  <a:lnTo>
                    <a:pt x="2812674" y="3544441"/>
                  </a:lnTo>
                  <a:lnTo>
                    <a:pt x="2813110" y="3543194"/>
                  </a:lnTo>
                  <a:lnTo>
                    <a:pt x="2813692" y="3542571"/>
                  </a:lnTo>
                  <a:lnTo>
                    <a:pt x="2813837" y="3542571"/>
                  </a:lnTo>
                  <a:lnTo>
                    <a:pt x="2813983" y="3542571"/>
                  </a:lnTo>
                  <a:lnTo>
                    <a:pt x="2814128" y="3542571"/>
                  </a:lnTo>
                  <a:lnTo>
                    <a:pt x="2814128" y="3541947"/>
                  </a:lnTo>
                  <a:lnTo>
                    <a:pt x="2814419" y="3541947"/>
                  </a:lnTo>
                  <a:lnTo>
                    <a:pt x="2814565" y="3541947"/>
                  </a:lnTo>
                  <a:lnTo>
                    <a:pt x="2815001" y="3541947"/>
                  </a:lnTo>
                  <a:lnTo>
                    <a:pt x="2815001" y="3541323"/>
                  </a:lnTo>
                  <a:lnTo>
                    <a:pt x="2815146" y="3541323"/>
                  </a:lnTo>
                  <a:lnTo>
                    <a:pt x="2815292" y="3541323"/>
                  </a:lnTo>
                  <a:lnTo>
                    <a:pt x="2816164" y="3540700"/>
                  </a:lnTo>
                  <a:lnTo>
                    <a:pt x="2816310" y="3540700"/>
                  </a:lnTo>
                  <a:lnTo>
                    <a:pt x="2816455" y="3540700"/>
                  </a:lnTo>
                  <a:lnTo>
                    <a:pt x="2816600" y="3540700"/>
                  </a:lnTo>
                  <a:lnTo>
                    <a:pt x="2816891" y="3540076"/>
                  </a:lnTo>
                  <a:lnTo>
                    <a:pt x="2817037" y="3540076"/>
                  </a:lnTo>
                  <a:lnTo>
                    <a:pt x="2817618" y="3539453"/>
                  </a:lnTo>
                  <a:lnTo>
                    <a:pt x="2817764" y="3539453"/>
                  </a:lnTo>
                  <a:lnTo>
                    <a:pt x="2818200" y="3539453"/>
                  </a:lnTo>
                  <a:lnTo>
                    <a:pt x="2818346" y="3539453"/>
                  </a:lnTo>
                  <a:lnTo>
                    <a:pt x="2819073" y="3538206"/>
                  </a:lnTo>
                  <a:lnTo>
                    <a:pt x="2819218" y="3538206"/>
                  </a:lnTo>
                  <a:lnTo>
                    <a:pt x="2819364" y="3538206"/>
                  </a:lnTo>
                  <a:lnTo>
                    <a:pt x="2819654" y="3537582"/>
                  </a:lnTo>
                  <a:lnTo>
                    <a:pt x="2819800" y="3537582"/>
                  </a:lnTo>
                  <a:lnTo>
                    <a:pt x="2819800" y="3536958"/>
                  </a:lnTo>
                  <a:lnTo>
                    <a:pt x="2819945" y="3536958"/>
                  </a:lnTo>
                  <a:lnTo>
                    <a:pt x="2820236" y="3536958"/>
                  </a:lnTo>
                  <a:lnTo>
                    <a:pt x="2820527" y="3536958"/>
                  </a:lnTo>
                  <a:lnTo>
                    <a:pt x="2820527" y="3535711"/>
                  </a:lnTo>
                  <a:lnTo>
                    <a:pt x="2820672" y="3535088"/>
                  </a:lnTo>
                  <a:lnTo>
                    <a:pt x="2820818" y="3535088"/>
                  </a:lnTo>
                  <a:lnTo>
                    <a:pt x="2821109" y="3535088"/>
                  </a:lnTo>
                  <a:lnTo>
                    <a:pt x="2821545" y="3534464"/>
                  </a:lnTo>
                  <a:lnTo>
                    <a:pt x="2821690" y="3533841"/>
                  </a:lnTo>
                  <a:lnTo>
                    <a:pt x="2822272" y="3532593"/>
                  </a:lnTo>
                  <a:lnTo>
                    <a:pt x="2822563" y="3531970"/>
                  </a:lnTo>
                  <a:lnTo>
                    <a:pt x="2822563" y="3531346"/>
                  </a:lnTo>
                  <a:lnTo>
                    <a:pt x="2822999" y="3531346"/>
                  </a:lnTo>
                  <a:lnTo>
                    <a:pt x="2824017" y="3531346"/>
                  </a:lnTo>
                  <a:lnTo>
                    <a:pt x="2824453" y="3531346"/>
                  </a:lnTo>
                  <a:lnTo>
                    <a:pt x="2824744" y="3531346"/>
                  </a:lnTo>
                  <a:lnTo>
                    <a:pt x="2825035" y="3531346"/>
                  </a:lnTo>
                  <a:lnTo>
                    <a:pt x="2825035" y="3530723"/>
                  </a:lnTo>
                  <a:lnTo>
                    <a:pt x="2825762" y="3530099"/>
                  </a:lnTo>
                  <a:lnTo>
                    <a:pt x="2826489" y="3530099"/>
                  </a:lnTo>
                  <a:lnTo>
                    <a:pt x="2826780" y="3530099"/>
                  </a:lnTo>
                  <a:lnTo>
                    <a:pt x="2826926" y="3529475"/>
                  </a:lnTo>
                  <a:lnTo>
                    <a:pt x="2827071" y="3529475"/>
                  </a:lnTo>
                  <a:lnTo>
                    <a:pt x="2827217" y="3529475"/>
                  </a:lnTo>
                  <a:lnTo>
                    <a:pt x="2827217" y="3528852"/>
                  </a:lnTo>
                  <a:lnTo>
                    <a:pt x="2827507" y="3528852"/>
                  </a:lnTo>
                  <a:lnTo>
                    <a:pt x="2827944" y="3528852"/>
                  </a:lnTo>
                  <a:lnTo>
                    <a:pt x="2827944" y="3528228"/>
                  </a:lnTo>
                  <a:lnTo>
                    <a:pt x="2828089" y="3528228"/>
                  </a:lnTo>
                  <a:lnTo>
                    <a:pt x="2828671" y="3528228"/>
                  </a:lnTo>
                  <a:lnTo>
                    <a:pt x="2829252" y="3528228"/>
                  </a:lnTo>
                  <a:lnTo>
                    <a:pt x="2829252" y="3527605"/>
                  </a:lnTo>
                  <a:lnTo>
                    <a:pt x="2829834" y="3526358"/>
                  </a:lnTo>
                  <a:lnTo>
                    <a:pt x="2830707" y="3526358"/>
                  </a:lnTo>
                  <a:lnTo>
                    <a:pt x="2830852" y="3526358"/>
                  </a:lnTo>
                  <a:lnTo>
                    <a:pt x="2830998" y="3526358"/>
                  </a:lnTo>
                  <a:lnTo>
                    <a:pt x="2831288" y="3525734"/>
                  </a:lnTo>
                  <a:lnTo>
                    <a:pt x="2831579" y="3524487"/>
                  </a:lnTo>
                  <a:lnTo>
                    <a:pt x="2831725" y="3524487"/>
                  </a:lnTo>
                  <a:lnTo>
                    <a:pt x="2832597" y="3524487"/>
                  </a:lnTo>
                  <a:lnTo>
                    <a:pt x="2832888" y="3524487"/>
                  </a:lnTo>
                  <a:lnTo>
                    <a:pt x="2832888" y="3523863"/>
                  </a:lnTo>
                  <a:lnTo>
                    <a:pt x="2833034" y="3523863"/>
                  </a:lnTo>
                  <a:lnTo>
                    <a:pt x="2833034" y="3523240"/>
                  </a:lnTo>
                  <a:lnTo>
                    <a:pt x="2833179" y="3522616"/>
                  </a:lnTo>
                  <a:lnTo>
                    <a:pt x="2833470" y="3521992"/>
                  </a:lnTo>
                  <a:lnTo>
                    <a:pt x="2833761" y="3521992"/>
                  </a:lnTo>
                  <a:lnTo>
                    <a:pt x="2834197" y="3520122"/>
                  </a:lnTo>
                  <a:lnTo>
                    <a:pt x="2834342" y="3520122"/>
                  </a:lnTo>
                  <a:lnTo>
                    <a:pt x="2834488" y="3520122"/>
                  </a:lnTo>
                  <a:lnTo>
                    <a:pt x="2834779" y="3520122"/>
                  </a:lnTo>
                  <a:lnTo>
                    <a:pt x="2834924" y="3520122"/>
                  </a:lnTo>
                  <a:lnTo>
                    <a:pt x="2835215" y="3520122"/>
                  </a:lnTo>
                  <a:lnTo>
                    <a:pt x="2835506" y="3520122"/>
                  </a:lnTo>
                  <a:lnTo>
                    <a:pt x="2836378" y="3520122"/>
                  </a:lnTo>
                  <a:lnTo>
                    <a:pt x="2836524" y="3520122"/>
                  </a:lnTo>
                  <a:lnTo>
                    <a:pt x="2837105" y="3520122"/>
                  </a:lnTo>
                  <a:lnTo>
                    <a:pt x="2837105" y="3519498"/>
                  </a:lnTo>
                  <a:lnTo>
                    <a:pt x="2837687" y="3518875"/>
                  </a:lnTo>
                  <a:lnTo>
                    <a:pt x="2837978" y="3518875"/>
                  </a:lnTo>
                  <a:lnTo>
                    <a:pt x="2838123" y="3517627"/>
                  </a:lnTo>
                  <a:lnTo>
                    <a:pt x="2838414" y="3517004"/>
                  </a:lnTo>
                  <a:lnTo>
                    <a:pt x="2838560" y="3517004"/>
                  </a:lnTo>
                  <a:lnTo>
                    <a:pt x="2838705" y="3517004"/>
                  </a:lnTo>
                  <a:lnTo>
                    <a:pt x="2839287" y="3517004"/>
                  </a:lnTo>
                  <a:lnTo>
                    <a:pt x="2839432" y="3517004"/>
                  </a:lnTo>
                  <a:lnTo>
                    <a:pt x="2839432" y="3515757"/>
                  </a:lnTo>
                  <a:lnTo>
                    <a:pt x="2839578" y="3515757"/>
                  </a:lnTo>
                  <a:lnTo>
                    <a:pt x="2839578" y="3514509"/>
                  </a:lnTo>
                  <a:lnTo>
                    <a:pt x="2839578" y="3513886"/>
                  </a:lnTo>
                  <a:lnTo>
                    <a:pt x="2839723" y="3513886"/>
                  </a:lnTo>
                  <a:lnTo>
                    <a:pt x="2839869" y="3513886"/>
                  </a:lnTo>
                  <a:lnTo>
                    <a:pt x="2840159" y="3513886"/>
                  </a:lnTo>
                  <a:lnTo>
                    <a:pt x="2840305" y="3513886"/>
                  </a:lnTo>
                  <a:lnTo>
                    <a:pt x="2840887" y="3513262"/>
                  </a:lnTo>
                  <a:lnTo>
                    <a:pt x="2841177" y="3513262"/>
                  </a:lnTo>
                  <a:lnTo>
                    <a:pt x="2841323" y="3513262"/>
                  </a:lnTo>
                  <a:lnTo>
                    <a:pt x="2841468" y="3513262"/>
                  </a:lnTo>
                  <a:lnTo>
                    <a:pt x="2841759" y="3513262"/>
                  </a:lnTo>
                  <a:lnTo>
                    <a:pt x="2841905" y="3513262"/>
                  </a:lnTo>
                  <a:lnTo>
                    <a:pt x="2842050" y="3513262"/>
                  </a:lnTo>
                  <a:lnTo>
                    <a:pt x="2842195" y="3513262"/>
                  </a:lnTo>
                  <a:lnTo>
                    <a:pt x="2842486" y="3513262"/>
                  </a:lnTo>
                  <a:lnTo>
                    <a:pt x="2842486" y="3512639"/>
                  </a:lnTo>
                  <a:lnTo>
                    <a:pt x="2842922" y="3512639"/>
                  </a:lnTo>
                  <a:lnTo>
                    <a:pt x="2843068" y="3512639"/>
                  </a:lnTo>
                  <a:lnTo>
                    <a:pt x="2843213" y="3512639"/>
                  </a:lnTo>
                  <a:lnTo>
                    <a:pt x="2843213" y="3511392"/>
                  </a:lnTo>
                  <a:lnTo>
                    <a:pt x="2843359" y="3511392"/>
                  </a:lnTo>
                  <a:lnTo>
                    <a:pt x="2843940" y="3510768"/>
                  </a:lnTo>
                  <a:lnTo>
                    <a:pt x="2844086" y="3510768"/>
                  </a:lnTo>
                  <a:lnTo>
                    <a:pt x="2844377" y="3510768"/>
                  </a:lnTo>
                  <a:lnTo>
                    <a:pt x="2845249" y="3510768"/>
                  </a:lnTo>
                  <a:lnTo>
                    <a:pt x="2845540" y="3510768"/>
                  </a:lnTo>
                  <a:lnTo>
                    <a:pt x="2845976" y="3510144"/>
                  </a:lnTo>
                  <a:lnTo>
                    <a:pt x="2846558" y="3509521"/>
                  </a:lnTo>
                  <a:lnTo>
                    <a:pt x="2846849" y="3509521"/>
                  </a:lnTo>
                  <a:lnTo>
                    <a:pt x="2846994" y="3509521"/>
                  </a:lnTo>
                  <a:lnTo>
                    <a:pt x="2846994" y="3508897"/>
                  </a:lnTo>
                  <a:lnTo>
                    <a:pt x="2847140" y="3508897"/>
                  </a:lnTo>
                  <a:lnTo>
                    <a:pt x="2847576" y="3507650"/>
                  </a:lnTo>
                  <a:lnTo>
                    <a:pt x="2847867" y="3507650"/>
                  </a:lnTo>
                  <a:lnTo>
                    <a:pt x="2848012" y="3507650"/>
                  </a:lnTo>
                  <a:lnTo>
                    <a:pt x="2848303" y="3506403"/>
                  </a:lnTo>
                  <a:lnTo>
                    <a:pt x="2849757" y="3505779"/>
                  </a:lnTo>
                  <a:lnTo>
                    <a:pt x="2849757" y="3505156"/>
                  </a:lnTo>
                  <a:lnTo>
                    <a:pt x="2849903" y="3505156"/>
                  </a:lnTo>
                  <a:lnTo>
                    <a:pt x="2850048" y="3505156"/>
                  </a:lnTo>
                  <a:lnTo>
                    <a:pt x="2850485" y="3505156"/>
                  </a:lnTo>
                  <a:lnTo>
                    <a:pt x="2850630" y="3505156"/>
                  </a:lnTo>
                  <a:lnTo>
                    <a:pt x="2850775" y="3505156"/>
                  </a:lnTo>
                  <a:lnTo>
                    <a:pt x="2850921" y="3505156"/>
                  </a:lnTo>
                  <a:lnTo>
                    <a:pt x="2851212" y="3505156"/>
                  </a:lnTo>
                  <a:lnTo>
                    <a:pt x="2851357" y="3505156"/>
                  </a:lnTo>
                  <a:lnTo>
                    <a:pt x="2851793" y="3505156"/>
                  </a:lnTo>
                  <a:lnTo>
                    <a:pt x="2851939" y="3503909"/>
                  </a:lnTo>
                  <a:lnTo>
                    <a:pt x="2852084" y="3503909"/>
                  </a:lnTo>
                  <a:lnTo>
                    <a:pt x="2852230" y="3503909"/>
                  </a:lnTo>
                  <a:lnTo>
                    <a:pt x="2852521" y="3503909"/>
                  </a:lnTo>
                  <a:lnTo>
                    <a:pt x="2852521" y="3503285"/>
                  </a:lnTo>
                  <a:lnTo>
                    <a:pt x="2852811" y="3503285"/>
                  </a:lnTo>
                  <a:lnTo>
                    <a:pt x="2853102" y="3502661"/>
                  </a:lnTo>
                  <a:lnTo>
                    <a:pt x="2853248" y="3502661"/>
                  </a:lnTo>
                  <a:lnTo>
                    <a:pt x="2853684" y="3502661"/>
                  </a:lnTo>
                  <a:lnTo>
                    <a:pt x="2853684" y="3502038"/>
                  </a:lnTo>
                  <a:lnTo>
                    <a:pt x="2854266" y="3501414"/>
                  </a:lnTo>
                  <a:lnTo>
                    <a:pt x="2854411" y="3501414"/>
                  </a:lnTo>
                  <a:lnTo>
                    <a:pt x="2855138" y="3501414"/>
                  </a:lnTo>
                  <a:lnTo>
                    <a:pt x="2855429" y="3501414"/>
                  </a:lnTo>
                  <a:lnTo>
                    <a:pt x="2856011" y="3501414"/>
                  </a:lnTo>
                  <a:lnTo>
                    <a:pt x="2856447" y="3501414"/>
                  </a:lnTo>
                  <a:lnTo>
                    <a:pt x="2856592" y="3501414"/>
                  </a:lnTo>
                  <a:lnTo>
                    <a:pt x="2856738" y="3501414"/>
                  </a:lnTo>
                  <a:lnTo>
                    <a:pt x="2856883" y="3501414"/>
                  </a:lnTo>
                  <a:lnTo>
                    <a:pt x="2857029" y="3501414"/>
                  </a:lnTo>
                  <a:lnTo>
                    <a:pt x="2857610" y="3501414"/>
                  </a:lnTo>
                  <a:lnTo>
                    <a:pt x="2857901" y="3501414"/>
                  </a:lnTo>
                  <a:lnTo>
                    <a:pt x="2858047" y="3501414"/>
                  </a:lnTo>
                  <a:lnTo>
                    <a:pt x="2858338" y="3501414"/>
                  </a:lnTo>
                  <a:lnTo>
                    <a:pt x="2858628" y="3501414"/>
                  </a:lnTo>
                  <a:lnTo>
                    <a:pt x="2858919" y="3501414"/>
                  </a:lnTo>
                  <a:lnTo>
                    <a:pt x="2859210" y="3501414"/>
                  </a:lnTo>
                  <a:lnTo>
                    <a:pt x="2859646" y="3500791"/>
                  </a:lnTo>
                  <a:lnTo>
                    <a:pt x="2859937" y="3500791"/>
                  </a:lnTo>
                  <a:lnTo>
                    <a:pt x="2860083" y="3500791"/>
                  </a:lnTo>
                  <a:lnTo>
                    <a:pt x="2860374" y="3500791"/>
                  </a:lnTo>
                  <a:lnTo>
                    <a:pt x="2860519" y="3500791"/>
                  </a:lnTo>
                  <a:lnTo>
                    <a:pt x="2860810" y="3500791"/>
                  </a:lnTo>
                  <a:lnTo>
                    <a:pt x="2860810" y="3500167"/>
                  </a:lnTo>
                  <a:lnTo>
                    <a:pt x="2860955" y="3500167"/>
                  </a:lnTo>
                  <a:lnTo>
                    <a:pt x="2861101" y="3500167"/>
                  </a:lnTo>
                  <a:lnTo>
                    <a:pt x="2861246" y="3500167"/>
                  </a:lnTo>
                  <a:lnTo>
                    <a:pt x="2861392" y="3500167"/>
                  </a:lnTo>
                  <a:lnTo>
                    <a:pt x="2861682" y="3500167"/>
                  </a:lnTo>
                  <a:lnTo>
                    <a:pt x="2861828" y="3500167"/>
                  </a:lnTo>
                  <a:lnTo>
                    <a:pt x="2861973" y="3500167"/>
                  </a:lnTo>
                  <a:lnTo>
                    <a:pt x="2862264" y="3500167"/>
                  </a:lnTo>
                  <a:lnTo>
                    <a:pt x="2862846" y="3500167"/>
                  </a:lnTo>
                  <a:lnTo>
                    <a:pt x="2862991" y="3500167"/>
                  </a:lnTo>
                  <a:lnTo>
                    <a:pt x="2863137" y="3500167"/>
                  </a:lnTo>
                  <a:lnTo>
                    <a:pt x="2863282" y="3500167"/>
                  </a:lnTo>
                  <a:lnTo>
                    <a:pt x="2863427" y="3500167"/>
                  </a:lnTo>
                  <a:lnTo>
                    <a:pt x="2863573" y="3500167"/>
                  </a:lnTo>
                  <a:lnTo>
                    <a:pt x="2864300" y="3499543"/>
                  </a:lnTo>
                  <a:lnTo>
                    <a:pt x="2864591" y="3499543"/>
                  </a:lnTo>
                  <a:lnTo>
                    <a:pt x="2864736" y="3499543"/>
                  </a:lnTo>
                  <a:lnTo>
                    <a:pt x="2865027" y="3499543"/>
                  </a:lnTo>
                  <a:lnTo>
                    <a:pt x="2865318" y="3499543"/>
                  </a:lnTo>
                  <a:lnTo>
                    <a:pt x="2865463" y="3498920"/>
                  </a:lnTo>
                  <a:lnTo>
                    <a:pt x="2865609" y="3498920"/>
                  </a:lnTo>
                  <a:lnTo>
                    <a:pt x="2866045" y="3497673"/>
                  </a:lnTo>
                  <a:lnTo>
                    <a:pt x="2866481" y="3497049"/>
                  </a:lnTo>
                  <a:lnTo>
                    <a:pt x="2866627" y="3497049"/>
                  </a:lnTo>
                  <a:lnTo>
                    <a:pt x="2867063" y="3497049"/>
                  </a:lnTo>
                  <a:lnTo>
                    <a:pt x="2867209" y="3497049"/>
                  </a:lnTo>
                  <a:lnTo>
                    <a:pt x="2867354" y="3497049"/>
                  </a:lnTo>
                  <a:lnTo>
                    <a:pt x="2867645" y="3497049"/>
                  </a:lnTo>
                  <a:lnTo>
                    <a:pt x="2867645" y="3496426"/>
                  </a:lnTo>
                  <a:lnTo>
                    <a:pt x="2867790" y="3496426"/>
                  </a:lnTo>
                  <a:lnTo>
                    <a:pt x="2868227" y="3496426"/>
                  </a:lnTo>
                  <a:lnTo>
                    <a:pt x="2868372" y="3496426"/>
                  </a:lnTo>
                  <a:lnTo>
                    <a:pt x="2868808" y="3495802"/>
                  </a:lnTo>
                  <a:lnTo>
                    <a:pt x="2868808" y="3495178"/>
                  </a:lnTo>
                  <a:lnTo>
                    <a:pt x="2868954" y="3495178"/>
                  </a:lnTo>
                  <a:lnTo>
                    <a:pt x="2869245" y="3495178"/>
                  </a:lnTo>
                  <a:lnTo>
                    <a:pt x="2869390" y="3495178"/>
                  </a:lnTo>
                  <a:lnTo>
                    <a:pt x="2869390" y="3494555"/>
                  </a:lnTo>
                  <a:lnTo>
                    <a:pt x="2869826" y="3493308"/>
                  </a:lnTo>
                  <a:lnTo>
                    <a:pt x="2870117" y="3493308"/>
                  </a:lnTo>
                  <a:lnTo>
                    <a:pt x="2870262" y="3493308"/>
                  </a:lnTo>
                  <a:lnTo>
                    <a:pt x="2870844" y="3492060"/>
                  </a:lnTo>
                  <a:lnTo>
                    <a:pt x="2870990" y="3492060"/>
                  </a:lnTo>
                  <a:lnTo>
                    <a:pt x="2871717" y="3492060"/>
                  </a:lnTo>
                  <a:lnTo>
                    <a:pt x="2871717" y="3491437"/>
                  </a:lnTo>
                  <a:lnTo>
                    <a:pt x="2872008" y="3491437"/>
                  </a:lnTo>
                  <a:lnTo>
                    <a:pt x="2872153" y="3491437"/>
                  </a:lnTo>
                  <a:lnTo>
                    <a:pt x="2873316" y="3491437"/>
                  </a:lnTo>
                  <a:lnTo>
                    <a:pt x="2873607" y="3491437"/>
                  </a:lnTo>
                  <a:lnTo>
                    <a:pt x="2873607" y="3490813"/>
                  </a:lnTo>
                  <a:lnTo>
                    <a:pt x="2873753" y="3490813"/>
                  </a:lnTo>
                  <a:lnTo>
                    <a:pt x="2873753" y="3490190"/>
                  </a:lnTo>
                  <a:lnTo>
                    <a:pt x="2874189" y="3489566"/>
                  </a:lnTo>
                  <a:lnTo>
                    <a:pt x="2874334" y="3488943"/>
                  </a:lnTo>
                  <a:lnTo>
                    <a:pt x="2874625" y="3488943"/>
                  </a:lnTo>
                  <a:lnTo>
                    <a:pt x="2874771" y="3488319"/>
                  </a:lnTo>
                  <a:lnTo>
                    <a:pt x="2875062" y="3487695"/>
                  </a:lnTo>
                  <a:lnTo>
                    <a:pt x="2875352" y="3487695"/>
                  </a:lnTo>
                  <a:lnTo>
                    <a:pt x="2875498" y="3487695"/>
                  </a:lnTo>
                  <a:lnTo>
                    <a:pt x="2875789" y="3487695"/>
                  </a:lnTo>
                  <a:lnTo>
                    <a:pt x="2876225" y="3487695"/>
                  </a:lnTo>
                  <a:lnTo>
                    <a:pt x="2876516" y="3487695"/>
                  </a:lnTo>
                  <a:lnTo>
                    <a:pt x="2876661" y="3487695"/>
                  </a:lnTo>
                  <a:lnTo>
                    <a:pt x="2876807" y="3487695"/>
                  </a:lnTo>
                  <a:lnTo>
                    <a:pt x="2876952" y="3487695"/>
                  </a:lnTo>
                  <a:lnTo>
                    <a:pt x="2876952" y="3487072"/>
                  </a:lnTo>
                  <a:lnTo>
                    <a:pt x="2877097" y="3487072"/>
                  </a:lnTo>
                  <a:lnTo>
                    <a:pt x="2877243" y="3487072"/>
                  </a:lnTo>
                  <a:lnTo>
                    <a:pt x="2877388" y="3487072"/>
                  </a:lnTo>
                  <a:lnTo>
                    <a:pt x="2877534" y="3487072"/>
                  </a:lnTo>
                  <a:lnTo>
                    <a:pt x="2877825" y="3486448"/>
                  </a:lnTo>
                  <a:lnTo>
                    <a:pt x="2878115" y="3485825"/>
                  </a:lnTo>
                  <a:lnTo>
                    <a:pt x="2878406" y="3485201"/>
                  </a:lnTo>
                  <a:lnTo>
                    <a:pt x="2878552" y="3485201"/>
                  </a:lnTo>
                  <a:lnTo>
                    <a:pt x="2878697" y="3485201"/>
                  </a:lnTo>
                  <a:lnTo>
                    <a:pt x="2878843" y="3485201"/>
                  </a:lnTo>
                  <a:lnTo>
                    <a:pt x="2878988" y="3485201"/>
                  </a:lnTo>
                  <a:lnTo>
                    <a:pt x="2879715" y="3485201"/>
                  </a:lnTo>
                  <a:lnTo>
                    <a:pt x="2880151" y="3485201"/>
                  </a:lnTo>
                  <a:lnTo>
                    <a:pt x="2880442" y="3485201"/>
                  </a:lnTo>
                  <a:lnTo>
                    <a:pt x="2880588" y="3485201"/>
                  </a:lnTo>
                  <a:lnTo>
                    <a:pt x="2880879" y="3485201"/>
                  </a:lnTo>
                  <a:lnTo>
                    <a:pt x="2881169" y="3485201"/>
                  </a:lnTo>
                  <a:lnTo>
                    <a:pt x="2881315" y="3485201"/>
                  </a:lnTo>
                  <a:lnTo>
                    <a:pt x="2881460" y="3485201"/>
                  </a:lnTo>
                  <a:lnTo>
                    <a:pt x="2881606" y="3485201"/>
                  </a:lnTo>
                  <a:lnTo>
                    <a:pt x="2881751" y="3485201"/>
                  </a:lnTo>
                  <a:lnTo>
                    <a:pt x="2881751" y="3484577"/>
                  </a:lnTo>
                  <a:lnTo>
                    <a:pt x="2881897" y="3484577"/>
                  </a:lnTo>
                  <a:lnTo>
                    <a:pt x="2882042" y="3484577"/>
                  </a:lnTo>
                  <a:lnTo>
                    <a:pt x="2883060" y="3482707"/>
                  </a:lnTo>
                  <a:lnTo>
                    <a:pt x="2883205" y="3482707"/>
                  </a:lnTo>
                  <a:lnTo>
                    <a:pt x="2883351" y="3482707"/>
                  </a:lnTo>
                  <a:lnTo>
                    <a:pt x="2883351" y="3480836"/>
                  </a:lnTo>
                  <a:lnTo>
                    <a:pt x="2883496" y="3480836"/>
                  </a:lnTo>
                  <a:lnTo>
                    <a:pt x="2883642" y="3480836"/>
                  </a:lnTo>
                  <a:lnTo>
                    <a:pt x="2883787" y="3480836"/>
                  </a:lnTo>
                  <a:lnTo>
                    <a:pt x="2884369" y="3480836"/>
                  </a:lnTo>
                  <a:lnTo>
                    <a:pt x="2884660" y="3480836"/>
                  </a:lnTo>
                  <a:lnTo>
                    <a:pt x="2884805" y="3480836"/>
                  </a:lnTo>
                  <a:lnTo>
                    <a:pt x="2885241" y="3480836"/>
                  </a:lnTo>
                  <a:lnTo>
                    <a:pt x="2885387" y="3480836"/>
                  </a:lnTo>
                  <a:lnTo>
                    <a:pt x="2885532" y="3480836"/>
                  </a:lnTo>
                  <a:lnTo>
                    <a:pt x="2885678" y="3480836"/>
                  </a:lnTo>
                  <a:lnTo>
                    <a:pt x="2885823" y="3480836"/>
                  </a:lnTo>
                  <a:lnTo>
                    <a:pt x="2886114" y="3480212"/>
                  </a:lnTo>
                  <a:lnTo>
                    <a:pt x="2886696" y="3478965"/>
                  </a:lnTo>
                  <a:lnTo>
                    <a:pt x="2886841" y="3478965"/>
                  </a:lnTo>
                  <a:lnTo>
                    <a:pt x="2886986" y="3478965"/>
                  </a:lnTo>
                  <a:lnTo>
                    <a:pt x="2887277" y="3478965"/>
                  </a:lnTo>
                  <a:lnTo>
                    <a:pt x="2888150" y="3478965"/>
                  </a:lnTo>
                  <a:lnTo>
                    <a:pt x="2888586" y="3478965"/>
                  </a:lnTo>
                  <a:lnTo>
                    <a:pt x="2888732" y="3478965"/>
                  </a:lnTo>
                  <a:lnTo>
                    <a:pt x="2889022" y="3478965"/>
                  </a:lnTo>
                  <a:lnTo>
                    <a:pt x="2889168" y="3478965"/>
                  </a:lnTo>
                  <a:lnTo>
                    <a:pt x="2889313" y="3478965"/>
                  </a:lnTo>
                  <a:lnTo>
                    <a:pt x="2889459" y="3478965"/>
                  </a:lnTo>
                  <a:lnTo>
                    <a:pt x="2889604" y="3478965"/>
                  </a:lnTo>
                  <a:lnTo>
                    <a:pt x="2890040" y="3478965"/>
                  </a:lnTo>
                  <a:lnTo>
                    <a:pt x="2890331" y="3478965"/>
                  </a:lnTo>
                  <a:lnTo>
                    <a:pt x="2890477" y="3478965"/>
                  </a:lnTo>
                  <a:lnTo>
                    <a:pt x="2890767" y="3478342"/>
                  </a:lnTo>
                  <a:lnTo>
                    <a:pt x="2890767" y="3477718"/>
                  </a:lnTo>
                  <a:lnTo>
                    <a:pt x="2891204" y="3477718"/>
                  </a:lnTo>
                  <a:lnTo>
                    <a:pt x="2891349" y="3477718"/>
                  </a:lnTo>
                  <a:lnTo>
                    <a:pt x="2891495" y="3477718"/>
                  </a:lnTo>
                  <a:lnTo>
                    <a:pt x="2891640" y="3477718"/>
                  </a:lnTo>
                  <a:lnTo>
                    <a:pt x="2891931" y="3477718"/>
                  </a:lnTo>
                  <a:lnTo>
                    <a:pt x="2892367" y="3477718"/>
                  </a:lnTo>
                  <a:lnTo>
                    <a:pt x="2892658" y="3477718"/>
                  </a:lnTo>
                  <a:lnTo>
                    <a:pt x="2892803" y="3477718"/>
                  </a:lnTo>
                  <a:lnTo>
                    <a:pt x="2892949" y="3476471"/>
                  </a:lnTo>
                  <a:lnTo>
                    <a:pt x="2893385" y="3476471"/>
                  </a:lnTo>
                  <a:lnTo>
                    <a:pt x="2893531" y="3476471"/>
                  </a:lnTo>
                  <a:lnTo>
                    <a:pt x="2893676" y="3476471"/>
                  </a:lnTo>
                  <a:lnTo>
                    <a:pt x="2893967" y="3475224"/>
                  </a:lnTo>
                  <a:lnTo>
                    <a:pt x="2893967" y="3474600"/>
                  </a:lnTo>
                  <a:lnTo>
                    <a:pt x="2893967" y="3473977"/>
                  </a:lnTo>
                  <a:lnTo>
                    <a:pt x="2894112" y="3473977"/>
                  </a:lnTo>
                  <a:lnTo>
                    <a:pt x="2894258" y="3473977"/>
                  </a:lnTo>
                  <a:lnTo>
                    <a:pt x="2894549" y="3473977"/>
                  </a:lnTo>
                  <a:lnTo>
                    <a:pt x="2894694" y="3473977"/>
                  </a:lnTo>
                  <a:lnTo>
                    <a:pt x="2894694" y="3473353"/>
                  </a:lnTo>
                  <a:lnTo>
                    <a:pt x="2894985" y="3473353"/>
                  </a:lnTo>
                  <a:lnTo>
                    <a:pt x="2895130" y="3473353"/>
                  </a:lnTo>
                  <a:lnTo>
                    <a:pt x="2896003" y="3473353"/>
                  </a:lnTo>
                  <a:lnTo>
                    <a:pt x="2896148" y="3473353"/>
                  </a:lnTo>
                  <a:lnTo>
                    <a:pt x="2896439" y="3473353"/>
                  </a:lnTo>
                  <a:lnTo>
                    <a:pt x="2896584" y="3473353"/>
                  </a:lnTo>
                  <a:lnTo>
                    <a:pt x="2896730" y="3473353"/>
                  </a:lnTo>
                  <a:lnTo>
                    <a:pt x="2896875" y="3473353"/>
                  </a:lnTo>
                  <a:lnTo>
                    <a:pt x="2897312" y="3473353"/>
                  </a:lnTo>
                  <a:lnTo>
                    <a:pt x="2897457" y="3473353"/>
                  </a:lnTo>
                  <a:lnTo>
                    <a:pt x="2897602" y="3473353"/>
                  </a:lnTo>
                  <a:lnTo>
                    <a:pt x="2898330" y="3472729"/>
                  </a:lnTo>
                  <a:lnTo>
                    <a:pt x="2898620" y="3472106"/>
                  </a:lnTo>
                  <a:lnTo>
                    <a:pt x="2898766" y="3472106"/>
                  </a:lnTo>
                  <a:lnTo>
                    <a:pt x="2898766" y="3471482"/>
                  </a:lnTo>
                  <a:lnTo>
                    <a:pt x="2898911" y="3471482"/>
                  </a:lnTo>
                  <a:lnTo>
                    <a:pt x="2899493" y="3471482"/>
                  </a:lnTo>
                  <a:lnTo>
                    <a:pt x="2899638" y="3471482"/>
                  </a:lnTo>
                  <a:lnTo>
                    <a:pt x="2899784" y="3471482"/>
                  </a:lnTo>
                  <a:lnTo>
                    <a:pt x="2900220" y="3471482"/>
                  </a:lnTo>
                  <a:lnTo>
                    <a:pt x="2900220" y="3470235"/>
                  </a:lnTo>
                  <a:lnTo>
                    <a:pt x="2900511" y="3470235"/>
                  </a:lnTo>
                  <a:lnTo>
                    <a:pt x="2900656" y="3470235"/>
                  </a:lnTo>
                  <a:lnTo>
                    <a:pt x="2900802" y="3468988"/>
                  </a:lnTo>
                  <a:lnTo>
                    <a:pt x="2900802" y="3468364"/>
                  </a:lnTo>
                  <a:lnTo>
                    <a:pt x="2900947" y="3468364"/>
                  </a:lnTo>
                  <a:lnTo>
                    <a:pt x="2901238" y="3468364"/>
                  </a:lnTo>
                  <a:lnTo>
                    <a:pt x="2901384" y="3468364"/>
                  </a:lnTo>
                  <a:lnTo>
                    <a:pt x="2901529" y="3468364"/>
                  </a:lnTo>
                  <a:lnTo>
                    <a:pt x="2901674" y="3468364"/>
                  </a:lnTo>
                  <a:lnTo>
                    <a:pt x="2902256" y="3468364"/>
                  </a:lnTo>
                  <a:lnTo>
                    <a:pt x="2902402" y="3467741"/>
                  </a:lnTo>
                  <a:lnTo>
                    <a:pt x="2903274" y="3467117"/>
                  </a:lnTo>
                  <a:lnTo>
                    <a:pt x="2903419" y="3467117"/>
                  </a:lnTo>
                  <a:lnTo>
                    <a:pt x="2903565" y="3467117"/>
                  </a:lnTo>
                  <a:lnTo>
                    <a:pt x="2904001" y="3467117"/>
                  </a:lnTo>
                  <a:lnTo>
                    <a:pt x="2904147" y="3466494"/>
                  </a:lnTo>
                  <a:lnTo>
                    <a:pt x="2904437" y="3466494"/>
                  </a:lnTo>
                  <a:lnTo>
                    <a:pt x="2904583" y="3465870"/>
                  </a:lnTo>
                  <a:lnTo>
                    <a:pt x="2904728" y="3465870"/>
                  </a:lnTo>
                  <a:lnTo>
                    <a:pt x="2904874" y="3465870"/>
                  </a:lnTo>
                  <a:lnTo>
                    <a:pt x="2905310" y="3465870"/>
                  </a:lnTo>
                  <a:lnTo>
                    <a:pt x="2905455" y="3465870"/>
                  </a:lnTo>
                  <a:lnTo>
                    <a:pt x="2905601" y="3465870"/>
                  </a:lnTo>
                  <a:lnTo>
                    <a:pt x="2905746" y="3465870"/>
                  </a:lnTo>
                  <a:lnTo>
                    <a:pt x="2906037" y="3465870"/>
                  </a:lnTo>
                  <a:lnTo>
                    <a:pt x="2906183" y="3465870"/>
                  </a:lnTo>
                  <a:lnTo>
                    <a:pt x="2906473" y="3465870"/>
                  </a:lnTo>
                  <a:lnTo>
                    <a:pt x="2906764" y="3464623"/>
                  </a:lnTo>
                  <a:lnTo>
                    <a:pt x="2907055" y="3464623"/>
                  </a:lnTo>
                  <a:lnTo>
                    <a:pt x="2907346" y="3464623"/>
                  </a:lnTo>
                  <a:lnTo>
                    <a:pt x="2907491" y="3464623"/>
                  </a:lnTo>
                  <a:lnTo>
                    <a:pt x="2907782" y="3464623"/>
                  </a:lnTo>
                  <a:lnTo>
                    <a:pt x="2908364" y="3464623"/>
                  </a:lnTo>
                  <a:lnTo>
                    <a:pt x="2908509" y="3464623"/>
                  </a:lnTo>
                  <a:lnTo>
                    <a:pt x="2908946" y="3464623"/>
                  </a:lnTo>
                  <a:lnTo>
                    <a:pt x="2909237" y="3464623"/>
                  </a:lnTo>
                  <a:lnTo>
                    <a:pt x="2909382" y="3464623"/>
                  </a:lnTo>
                  <a:lnTo>
                    <a:pt x="2909527" y="3464623"/>
                  </a:lnTo>
                  <a:lnTo>
                    <a:pt x="2909673" y="3464623"/>
                  </a:lnTo>
                  <a:lnTo>
                    <a:pt x="2910691" y="3463999"/>
                  </a:lnTo>
                  <a:lnTo>
                    <a:pt x="2910982" y="3463999"/>
                  </a:lnTo>
                  <a:lnTo>
                    <a:pt x="2911127" y="3463999"/>
                  </a:lnTo>
                  <a:lnTo>
                    <a:pt x="2911418" y="3463999"/>
                  </a:lnTo>
                  <a:lnTo>
                    <a:pt x="2911563" y="3463999"/>
                  </a:lnTo>
                  <a:lnTo>
                    <a:pt x="2912000" y="3462752"/>
                  </a:lnTo>
                  <a:lnTo>
                    <a:pt x="2912145" y="3462129"/>
                  </a:lnTo>
                  <a:lnTo>
                    <a:pt x="2912290" y="3462129"/>
                  </a:lnTo>
                  <a:lnTo>
                    <a:pt x="2912436" y="3461505"/>
                  </a:lnTo>
                  <a:lnTo>
                    <a:pt x="2912581" y="3461505"/>
                  </a:lnTo>
                  <a:lnTo>
                    <a:pt x="2912872" y="3461505"/>
                  </a:lnTo>
                  <a:lnTo>
                    <a:pt x="2913018" y="3461505"/>
                  </a:lnTo>
                  <a:lnTo>
                    <a:pt x="2913163" y="3461505"/>
                  </a:lnTo>
                  <a:lnTo>
                    <a:pt x="2913454" y="3460881"/>
                  </a:lnTo>
                  <a:lnTo>
                    <a:pt x="2913745" y="3460258"/>
                  </a:lnTo>
                  <a:lnTo>
                    <a:pt x="2914036" y="3460258"/>
                  </a:lnTo>
                  <a:lnTo>
                    <a:pt x="2914181" y="3460258"/>
                  </a:lnTo>
                  <a:lnTo>
                    <a:pt x="2914326" y="3460258"/>
                  </a:lnTo>
                  <a:lnTo>
                    <a:pt x="2914617" y="3460258"/>
                  </a:lnTo>
                  <a:lnTo>
                    <a:pt x="2914617" y="3459634"/>
                  </a:lnTo>
                  <a:lnTo>
                    <a:pt x="2915344" y="3459634"/>
                  </a:lnTo>
                  <a:lnTo>
                    <a:pt x="2915635" y="3459011"/>
                  </a:lnTo>
                  <a:lnTo>
                    <a:pt x="2916072" y="3459011"/>
                  </a:lnTo>
                  <a:lnTo>
                    <a:pt x="2916217" y="3459011"/>
                  </a:lnTo>
                  <a:lnTo>
                    <a:pt x="2916653" y="3458387"/>
                  </a:lnTo>
                  <a:lnTo>
                    <a:pt x="2916944" y="3458387"/>
                  </a:lnTo>
                  <a:lnTo>
                    <a:pt x="2917962" y="3457763"/>
                  </a:lnTo>
                  <a:lnTo>
                    <a:pt x="2918107" y="3457763"/>
                  </a:lnTo>
                  <a:lnTo>
                    <a:pt x="2918253" y="3457140"/>
                  </a:lnTo>
                  <a:lnTo>
                    <a:pt x="2918980" y="3457140"/>
                  </a:lnTo>
                  <a:lnTo>
                    <a:pt x="2919125" y="3456516"/>
                  </a:lnTo>
                  <a:lnTo>
                    <a:pt x="2919707" y="3455893"/>
                  </a:lnTo>
                  <a:lnTo>
                    <a:pt x="2919998" y="3455893"/>
                  </a:lnTo>
                  <a:lnTo>
                    <a:pt x="2920143" y="3455893"/>
                  </a:lnTo>
                  <a:lnTo>
                    <a:pt x="2920434" y="3455893"/>
                  </a:lnTo>
                  <a:lnTo>
                    <a:pt x="2920725" y="3455893"/>
                  </a:lnTo>
                  <a:lnTo>
                    <a:pt x="2920871" y="3455893"/>
                  </a:lnTo>
                  <a:lnTo>
                    <a:pt x="2921016" y="3455893"/>
                  </a:lnTo>
                  <a:lnTo>
                    <a:pt x="2921161" y="3455893"/>
                  </a:lnTo>
                  <a:lnTo>
                    <a:pt x="2921452" y="3455893"/>
                  </a:lnTo>
                  <a:lnTo>
                    <a:pt x="2921598" y="3455893"/>
                  </a:lnTo>
                  <a:lnTo>
                    <a:pt x="2921598" y="3455269"/>
                  </a:lnTo>
                  <a:lnTo>
                    <a:pt x="2921889" y="3455269"/>
                  </a:lnTo>
                  <a:lnTo>
                    <a:pt x="2922907" y="3454646"/>
                  </a:lnTo>
                  <a:lnTo>
                    <a:pt x="2923197" y="3454646"/>
                  </a:lnTo>
                  <a:lnTo>
                    <a:pt x="2923488" y="3454022"/>
                  </a:lnTo>
                  <a:lnTo>
                    <a:pt x="2923634" y="3454022"/>
                  </a:lnTo>
                  <a:lnTo>
                    <a:pt x="2923779" y="3454022"/>
                  </a:lnTo>
                  <a:lnTo>
                    <a:pt x="2923924" y="3452775"/>
                  </a:lnTo>
                  <a:lnTo>
                    <a:pt x="2924070" y="3452775"/>
                  </a:lnTo>
                  <a:lnTo>
                    <a:pt x="2924361" y="3452775"/>
                  </a:lnTo>
                  <a:lnTo>
                    <a:pt x="2924797" y="3452775"/>
                  </a:lnTo>
                  <a:lnTo>
                    <a:pt x="2924942" y="3452775"/>
                  </a:lnTo>
                  <a:lnTo>
                    <a:pt x="2925379" y="3452151"/>
                  </a:lnTo>
                  <a:lnTo>
                    <a:pt x="2925524" y="3452151"/>
                  </a:lnTo>
                  <a:lnTo>
                    <a:pt x="2925524" y="3451528"/>
                  </a:lnTo>
                  <a:lnTo>
                    <a:pt x="2925960" y="3451528"/>
                  </a:lnTo>
                  <a:lnTo>
                    <a:pt x="2926106" y="3451528"/>
                  </a:lnTo>
                  <a:lnTo>
                    <a:pt x="2926251" y="3451528"/>
                  </a:lnTo>
                  <a:lnTo>
                    <a:pt x="2926397" y="3450904"/>
                  </a:lnTo>
                  <a:lnTo>
                    <a:pt x="2926688" y="3450904"/>
                  </a:lnTo>
                  <a:lnTo>
                    <a:pt x="2926833" y="3450904"/>
                  </a:lnTo>
                  <a:lnTo>
                    <a:pt x="2926833" y="3450280"/>
                  </a:lnTo>
                  <a:lnTo>
                    <a:pt x="2929160" y="3447786"/>
                  </a:lnTo>
                  <a:lnTo>
                    <a:pt x="2929305" y="3447786"/>
                  </a:lnTo>
                  <a:lnTo>
                    <a:pt x="2929451" y="3447163"/>
                  </a:lnTo>
                  <a:lnTo>
                    <a:pt x="2929742" y="3447163"/>
                  </a:lnTo>
                  <a:lnTo>
                    <a:pt x="2930032" y="3446539"/>
                  </a:lnTo>
                  <a:lnTo>
                    <a:pt x="2930323" y="3445915"/>
                  </a:lnTo>
                  <a:lnTo>
                    <a:pt x="2930905" y="3445915"/>
                  </a:lnTo>
                  <a:lnTo>
                    <a:pt x="2931341" y="3445915"/>
                  </a:lnTo>
                  <a:lnTo>
                    <a:pt x="2931632" y="3445915"/>
                  </a:lnTo>
                  <a:lnTo>
                    <a:pt x="2931777" y="3445915"/>
                  </a:lnTo>
                  <a:lnTo>
                    <a:pt x="2931923" y="3445915"/>
                  </a:lnTo>
                  <a:lnTo>
                    <a:pt x="2932068" y="3444668"/>
                  </a:lnTo>
                  <a:lnTo>
                    <a:pt x="2932359" y="3444668"/>
                  </a:lnTo>
                  <a:lnTo>
                    <a:pt x="2932505" y="3444668"/>
                  </a:lnTo>
                  <a:lnTo>
                    <a:pt x="2932650" y="3444668"/>
                  </a:lnTo>
                  <a:lnTo>
                    <a:pt x="2932941" y="3444668"/>
                  </a:lnTo>
                  <a:lnTo>
                    <a:pt x="2933086" y="3444668"/>
                  </a:lnTo>
                  <a:lnTo>
                    <a:pt x="2933232" y="3444045"/>
                  </a:lnTo>
                  <a:lnTo>
                    <a:pt x="2933377" y="3444045"/>
                  </a:lnTo>
                  <a:lnTo>
                    <a:pt x="2933668" y="3444045"/>
                  </a:lnTo>
                  <a:lnTo>
                    <a:pt x="2934104" y="3444045"/>
                  </a:lnTo>
                  <a:lnTo>
                    <a:pt x="2934831" y="3443421"/>
                  </a:lnTo>
                  <a:lnTo>
                    <a:pt x="2935559" y="3441550"/>
                  </a:lnTo>
                  <a:lnTo>
                    <a:pt x="2936431" y="3441550"/>
                  </a:lnTo>
                  <a:lnTo>
                    <a:pt x="2936722" y="3440927"/>
                  </a:lnTo>
                  <a:lnTo>
                    <a:pt x="2936867" y="3440927"/>
                  </a:lnTo>
                  <a:lnTo>
                    <a:pt x="2937158" y="3440303"/>
                  </a:lnTo>
                  <a:lnTo>
                    <a:pt x="2937304" y="3440303"/>
                  </a:lnTo>
                  <a:lnTo>
                    <a:pt x="2937449" y="3440303"/>
                  </a:lnTo>
                  <a:lnTo>
                    <a:pt x="2937594" y="3440303"/>
                  </a:lnTo>
                  <a:lnTo>
                    <a:pt x="2937594" y="3439680"/>
                  </a:lnTo>
                  <a:lnTo>
                    <a:pt x="2937740" y="3439680"/>
                  </a:lnTo>
                  <a:lnTo>
                    <a:pt x="2938031" y="3439056"/>
                  </a:lnTo>
                  <a:lnTo>
                    <a:pt x="2938176" y="3439056"/>
                  </a:lnTo>
                  <a:lnTo>
                    <a:pt x="2938467" y="3439056"/>
                  </a:lnTo>
                  <a:lnTo>
                    <a:pt x="2938903" y="3438432"/>
                  </a:lnTo>
                  <a:lnTo>
                    <a:pt x="2939049" y="3438432"/>
                  </a:lnTo>
                  <a:lnTo>
                    <a:pt x="2939194" y="3438432"/>
                  </a:lnTo>
                  <a:lnTo>
                    <a:pt x="2939340" y="3438432"/>
                  </a:lnTo>
                  <a:lnTo>
                    <a:pt x="2939630" y="3438432"/>
                  </a:lnTo>
                  <a:lnTo>
                    <a:pt x="2939776" y="3438432"/>
                  </a:lnTo>
                  <a:lnTo>
                    <a:pt x="2940212" y="3438432"/>
                  </a:lnTo>
                  <a:lnTo>
                    <a:pt x="2940358" y="3437809"/>
                  </a:lnTo>
                  <a:lnTo>
                    <a:pt x="2940503" y="3437185"/>
                  </a:lnTo>
                  <a:lnTo>
                    <a:pt x="2940794" y="3437185"/>
                  </a:lnTo>
                  <a:lnTo>
                    <a:pt x="2941230" y="3437185"/>
                  </a:lnTo>
                  <a:lnTo>
                    <a:pt x="2942103" y="3437185"/>
                  </a:lnTo>
                  <a:lnTo>
                    <a:pt x="2942248" y="3437185"/>
                  </a:lnTo>
                  <a:lnTo>
                    <a:pt x="2942394" y="3437185"/>
                  </a:lnTo>
                  <a:lnTo>
                    <a:pt x="2942539" y="3437185"/>
                  </a:lnTo>
                  <a:lnTo>
                    <a:pt x="2942684" y="3437185"/>
                  </a:lnTo>
                  <a:lnTo>
                    <a:pt x="2942830" y="3437185"/>
                  </a:lnTo>
                  <a:lnTo>
                    <a:pt x="2942975" y="3437185"/>
                  </a:lnTo>
                  <a:lnTo>
                    <a:pt x="2943412" y="3437185"/>
                  </a:lnTo>
                  <a:lnTo>
                    <a:pt x="2943848" y="3436562"/>
                  </a:lnTo>
                  <a:lnTo>
                    <a:pt x="2944139" y="3436562"/>
                  </a:lnTo>
                  <a:lnTo>
                    <a:pt x="2944284" y="3436562"/>
                  </a:lnTo>
                  <a:lnTo>
                    <a:pt x="2944720" y="3436562"/>
                  </a:lnTo>
                  <a:lnTo>
                    <a:pt x="2945157" y="3435314"/>
                  </a:lnTo>
                  <a:lnTo>
                    <a:pt x="2945302" y="3435314"/>
                  </a:lnTo>
                  <a:lnTo>
                    <a:pt x="2945447" y="3435314"/>
                  </a:lnTo>
                  <a:lnTo>
                    <a:pt x="2945593" y="3435314"/>
                  </a:lnTo>
                  <a:lnTo>
                    <a:pt x="2945738" y="3435314"/>
                  </a:lnTo>
                  <a:lnTo>
                    <a:pt x="2946029" y="3435314"/>
                  </a:lnTo>
                  <a:lnTo>
                    <a:pt x="2946320" y="3435314"/>
                  </a:lnTo>
                  <a:lnTo>
                    <a:pt x="2946756" y="3434691"/>
                  </a:lnTo>
                  <a:lnTo>
                    <a:pt x="2947629" y="3432197"/>
                  </a:lnTo>
                  <a:lnTo>
                    <a:pt x="2947920" y="3431573"/>
                  </a:lnTo>
                  <a:lnTo>
                    <a:pt x="2948065" y="3430949"/>
                  </a:lnTo>
                  <a:lnTo>
                    <a:pt x="2948356" y="3430949"/>
                  </a:lnTo>
                  <a:lnTo>
                    <a:pt x="2948501" y="3430949"/>
                  </a:lnTo>
                  <a:lnTo>
                    <a:pt x="2949083" y="3430326"/>
                  </a:lnTo>
                  <a:lnTo>
                    <a:pt x="2949229" y="3429702"/>
                  </a:lnTo>
                  <a:lnTo>
                    <a:pt x="2949374" y="3429702"/>
                  </a:lnTo>
                  <a:lnTo>
                    <a:pt x="2949956" y="3429079"/>
                  </a:lnTo>
                  <a:lnTo>
                    <a:pt x="2950392" y="3429079"/>
                  </a:lnTo>
                  <a:lnTo>
                    <a:pt x="2950537" y="3429079"/>
                  </a:lnTo>
                  <a:lnTo>
                    <a:pt x="2950974" y="3429079"/>
                  </a:lnTo>
                  <a:lnTo>
                    <a:pt x="2951119" y="3428455"/>
                  </a:lnTo>
                  <a:lnTo>
                    <a:pt x="2951701" y="3428455"/>
                  </a:lnTo>
                  <a:lnTo>
                    <a:pt x="2951846" y="3428455"/>
                  </a:lnTo>
                  <a:lnTo>
                    <a:pt x="2951992" y="3428455"/>
                  </a:lnTo>
                  <a:lnTo>
                    <a:pt x="2951992" y="3427832"/>
                  </a:lnTo>
                  <a:lnTo>
                    <a:pt x="2952719" y="3427832"/>
                  </a:lnTo>
                  <a:lnTo>
                    <a:pt x="2952864" y="3427832"/>
                  </a:lnTo>
                  <a:lnTo>
                    <a:pt x="2952864" y="3427208"/>
                  </a:lnTo>
                  <a:lnTo>
                    <a:pt x="2953155" y="3427208"/>
                  </a:lnTo>
                  <a:lnTo>
                    <a:pt x="2953300" y="3427208"/>
                  </a:lnTo>
                  <a:lnTo>
                    <a:pt x="2953591" y="3427208"/>
                  </a:lnTo>
                  <a:lnTo>
                    <a:pt x="2953882" y="3424714"/>
                  </a:lnTo>
                  <a:lnTo>
                    <a:pt x="2954028" y="3424714"/>
                  </a:lnTo>
                  <a:lnTo>
                    <a:pt x="2954173" y="3424714"/>
                  </a:lnTo>
                  <a:lnTo>
                    <a:pt x="2954318" y="3424714"/>
                  </a:lnTo>
                  <a:lnTo>
                    <a:pt x="2954755" y="3424714"/>
                  </a:lnTo>
                  <a:lnTo>
                    <a:pt x="2955191" y="3424090"/>
                  </a:lnTo>
                  <a:lnTo>
                    <a:pt x="2956064" y="3424090"/>
                  </a:lnTo>
                  <a:lnTo>
                    <a:pt x="2956209" y="3423466"/>
                  </a:lnTo>
                  <a:lnTo>
                    <a:pt x="2956209" y="3422843"/>
                  </a:lnTo>
                  <a:lnTo>
                    <a:pt x="2956500" y="3422219"/>
                  </a:lnTo>
                  <a:lnTo>
                    <a:pt x="2956791" y="3422219"/>
                  </a:lnTo>
                  <a:lnTo>
                    <a:pt x="2957082" y="3420349"/>
                  </a:lnTo>
                  <a:lnTo>
                    <a:pt x="2957227" y="3420349"/>
                  </a:lnTo>
                  <a:lnTo>
                    <a:pt x="2957663" y="3420349"/>
                  </a:lnTo>
                  <a:lnTo>
                    <a:pt x="2957809" y="3420349"/>
                  </a:lnTo>
                  <a:lnTo>
                    <a:pt x="2957954" y="3420349"/>
                  </a:lnTo>
                  <a:lnTo>
                    <a:pt x="2958099" y="3420349"/>
                  </a:lnTo>
                  <a:lnTo>
                    <a:pt x="2958099" y="3419725"/>
                  </a:lnTo>
                  <a:lnTo>
                    <a:pt x="2958245" y="3419725"/>
                  </a:lnTo>
                  <a:lnTo>
                    <a:pt x="2958536" y="3419725"/>
                  </a:lnTo>
                  <a:lnTo>
                    <a:pt x="2958536" y="3419101"/>
                  </a:lnTo>
                  <a:lnTo>
                    <a:pt x="2959117" y="3419101"/>
                  </a:lnTo>
                  <a:lnTo>
                    <a:pt x="2959554" y="3419101"/>
                  </a:lnTo>
                  <a:lnTo>
                    <a:pt x="2961008" y="3417231"/>
                  </a:lnTo>
                  <a:lnTo>
                    <a:pt x="2961153" y="3417231"/>
                  </a:lnTo>
                  <a:lnTo>
                    <a:pt x="2961444" y="3417231"/>
                  </a:lnTo>
                  <a:lnTo>
                    <a:pt x="2961590" y="3417231"/>
                  </a:lnTo>
                  <a:lnTo>
                    <a:pt x="2961881" y="3417231"/>
                  </a:lnTo>
                  <a:lnTo>
                    <a:pt x="2961881" y="3416607"/>
                  </a:lnTo>
                  <a:lnTo>
                    <a:pt x="2962317" y="3415983"/>
                  </a:lnTo>
                  <a:lnTo>
                    <a:pt x="2962462" y="3415983"/>
                  </a:lnTo>
                  <a:lnTo>
                    <a:pt x="2962608" y="3415983"/>
                  </a:lnTo>
                  <a:lnTo>
                    <a:pt x="2962753" y="3415983"/>
                  </a:lnTo>
                  <a:lnTo>
                    <a:pt x="2962899" y="3415983"/>
                  </a:lnTo>
                  <a:lnTo>
                    <a:pt x="2963044" y="3415983"/>
                  </a:lnTo>
                  <a:lnTo>
                    <a:pt x="2963335" y="3415360"/>
                  </a:lnTo>
                  <a:lnTo>
                    <a:pt x="2963917" y="3415360"/>
                  </a:lnTo>
                  <a:lnTo>
                    <a:pt x="2964062" y="3415360"/>
                  </a:lnTo>
                  <a:lnTo>
                    <a:pt x="2964207" y="3415360"/>
                  </a:lnTo>
                  <a:lnTo>
                    <a:pt x="2965080" y="3415360"/>
                  </a:lnTo>
                  <a:lnTo>
                    <a:pt x="2965225" y="3415360"/>
                  </a:lnTo>
                  <a:lnTo>
                    <a:pt x="2965371" y="3415360"/>
                  </a:lnTo>
                  <a:lnTo>
                    <a:pt x="2965516" y="3415360"/>
                  </a:lnTo>
                  <a:lnTo>
                    <a:pt x="2965807" y="3414736"/>
                  </a:lnTo>
                  <a:lnTo>
                    <a:pt x="2966098" y="3414736"/>
                  </a:lnTo>
                  <a:lnTo>
                    <a:pt x="2966389" y="3414736"/>
                  </a:lnTo>
                  <a:lnTo>
                    <a:pt x="2967261" y="3414113"/>
                  </a:lnTo>
                  <a:lnTo>
                    <a:pt x="2967698" y="3414113"/>
                  </a:lnTo>
                  <a:lnTo>
                    <a:pt x="2967843" y="3413489"/>
                  </a:lnTo>
                  <a:lnTo>
                    <a:pt x="2968570" y="3413489"/>
                  </a:lnTo>
                  <a:lnTo>
                    <a:pt x="2968861" y="3413489"/>
                  </a:lnTo>
                  <a:lnTo>
                    <a:pt x="2969297" y="3412866"/>
                  </a:lnTo>
                  <a:lnTo>
                    <a:pt x="2969443" y="3412866"/>
                  </a:lnTo>
                  <a:lnTo>
                    <a:pt x="2969734" y="3412866"/>
                  </a:lnTo>
                  <a:lnTo>
                    <a:pt x="2969879" y="3412242"/>
                  </a:lnTo>
                  <a:lnTo>
                    <a:pt x="2970170" y="3412242"/>
                  </a:lnTo>
                  <a:lnTo>
                    <a:pt x="2970315" y="3412242"/>
                  </a:lnTo>
                  <a:lnTo>
                    <a:pt x="2970606" y="3412242"/>
                  </a:lnTo>
                  <a:lnTo>
                    <a:pt x="2970751" y="3412242"/>
                  </a:lnTo>
                  <a:lnTo>
                    <a:pt x="2970897" y="3412242"/>
                  </a:lnTo>
                  <a:lnTo>
                    <a:pt x="2971188" y="3412242"/>
                  </a:lnTo>
                  <a:lnTo>
                    <a:pt x="2971333" y="3412242"/>
                  </a:lnTo>
                  <a:lnTo>
                    <a:pt x="2971624" y="3412242"/>
                  </a:lnTo>
                  <a:lnTo>
                    <a:pt x="2971769" y="3411618"/>
                  </a:lnTo>
                  <a:lnTo>
                    <a:pt x="2971915" y="3411618"/>
                  </a:lnTo>
                  <a:lnTo>
                    <a:pt x="2972497" y="3411618"/>
                  </a:lnTo>
                  <a:lnTo>
                    <a:pt x="2973515" y="3409124"/>
                  </a:lnTo>
                  <a:lnTo>
                    <a:pt x="2973805" y="3409124"/>
                  </a:lnTo>
                  <a:lnTo>
                    <a:pt x="2973805" y="3408500"/>
                  </a:lnTo>
                  <a:lnTo>
                    <a:pt x="2974242" y="3408500"/>
                  </a:lnTo>
                  <a:lnTo>
                    <a:pt x="2974387" y="3408500"/>
                  </a:lnTo>
                  <a:lnTo>
                    <a:pt x="2974533" y="3408500"/>
                  </a:lnTo>
                  <a:lnTo>
                    <a:pt x="2974678" y="3408500"/>
                  </a:lnTo>
                  <a:lnTo>
                    <a:pt x="2975114" y="3407877"/>
                  </a:lnTo>
                  <a:lnTo>
                    <a:pt x="2975260" y="3407877"/>
                  </a:lnTo>
                  <a:lnTo>
                    <a:pt x="2975841" y="3407877"/>
                  </a:lnTo>
                  <a:lnTo>
                    <a:pt x="2976278" y="3407877"/>
                  </a:lnTo>
                  <a:lnTo>
                    <a:pt x="2976278" y="3407253"/>
                  </a:lnTo>
                  <a:lnTo>
                    <a:pt x="2976278" y="3406630"/>
                  </a:lnTo>
                  <a:lnTo>
                    <a:pt x="2976423" y="3406630"/>
                  </a:lnTo>
                  <a:lnTo>
                    <a:pt x="2976714" y="3406630"/>
                  </a:lnTo>
                  <a:lnTo>
                    <a:pt x="2976714" y="3405383"/>
                  </a:lnTo>
                  <a:lnTo>
                    <a:pt x="2977586" y="3405383"/>
                  </a:lnTo>
                  <a:lnTo>
                    <a:pt x="2977877" y="3405383"/>
                  </a:lnTo>
                  <a:lnTo>
                    <a:pt x="2978023" y="3405383"/>
                  </a:lnTo>
                  <a:lnTo>
                    <a:pt x="2978750" y="3404759"/>
                  </a:lnTo>
                  <a:lnTo>
                    <a:pt x="2978895" y="3404759"/>
                  </a:lnTo>
                  <a:lnTo>
                    <a:pt x="2979041" y="3404759"/>
                  </a:lnTo>
                  <a:lnTo>
                    <a:pt x="2979186" y="3404759"/>
                  </a:lnTo>
                  <a:lnTo>
                    <a:pt x="2979332" y="3404759"/>
                  </a:lnTo>
                  <a:lnTo>
                    <a:pt x="2979477" y="3404759"/>
                  </a:lnTo>
                  <a:lnTo>
                    <a:pt x="2979768" y="3404759"/>
                  </a:lnTo>
                  <a:lnTo>
                    <a:pt x="2980640" y="3404759"/>
                  </a:lnTo>
                  <a:lnTo>
                    <a:pt x="2981077" y="3404759"/>
                  </a:lnTo>
                  <a:lnTo>
                    <a:pt x="2981222" y="3404759"/>
                  </a:lnTo>
                  <a:lnTo>
                    <a:pt x="2981222" y="3404135"/>
                  </a:lnTo>
                  <a:lnTo>
                    <a:pt x="2981658" y="3404135"/>
                  </a:lnTo>
                  <a:lnTo>
                    <a:pt x="2981804" y="3404135"/>
                  </a:lnTo>
                  <a:lnTo>
                    <a:pt x="2982095" y="3403512"/>
                  </a:lnTo>
                  <a:lnTo>
                    <a:pt x="2982240" y="3403512"/>
                  </a:lnTo>
                  <a:lnTo>
                    <a:pt x="2982386" y="3403512"/>
                  </a:lnTo>
                  <a:lnTo>
                    <a:pt x="2982531" y="3402888"/>
                  </a:lnTo>
                  <a:lnTo>
                    <a:pt x="2982676" y="3402888"/>
                  </a:lnTo>
                  <a:lnTo>
                    <a:pt x="2982822" y="3402888"/>
                  </a:lnTo>
                  <a:lnTo>
                    <a:pt x="2982967" y="3402888"/>
                  </a:lnTo>
                  <a:lnTo>
                    <a:pt x="2983113" y="3402888"/>
                  </a:lnTo>
                  <a:lnTo>
                    <a:pt x="2983694" y="3402888"/>
                  </a:lnTo>
                  <a:lnTo>
                    <a:pt x="2983840" y="3402888"/>
                  </a:lnTo>
                  <a:lnTo>
                    <a:pt x="2984276" y="3402265"/>
                  </a:lnTo>
                  <a:lnTo>
                    <a:pt x="2984567" y="3402265"/>
                  </a:lnTo>
                  <a:lnTo>
                    <a:pt x="2984712" y="3402265"/>
                  </a:lnTo>
                  <a:lnTo>
                    <a:pt x="2985003" y="3402265"/>
                  </a:lnTo>
                  <a:lnTo>
                    <a:pt x="2985149" y="3401641"/>
                  </a:lnTo>
                  <a:lnTo>
                    <a:pt x="2985294" y="3401641"/>
                  </a:lnTo>
                  <a:lnTo>
                    <a:pt x="2985876" y="3401641"/>
                  </a:lnTo>
                  <a:lnTo>
                    <a:pt x="2986021" y="3401641"/>
                  </a:lnTo>
                  <a:lnTo>
                    <a:pt x="2986167" y="3401017"/>
                  </a:lnTo>
                  <a:lnTo>
                    <a:pt x="2986603" y="3399770"/>
                  </a:lnTo>
                  <a:lnTo>
                    <a:pt x="2986748" y="3399770"/>
                  </a:lnTo>
                  <a:lnTo>
                    <a:pt x="2986894" y="3399770"/>
                  </a:lnTo>
                  <a:lnTo>
                    <a:pt x="2986894" y="3399147"/>
                  </a:lnTo>
                  <a:lnTo>
                    <a:pt x="2987185" y="3399147"/>
                  </a:lnTo>
                  <a:lnTo>
                    <a:pt x="2987330" y="3399147"/>
                  </a:lnTo>
                  <a:lnTo>
                    <a:pt x="2987475" y="3399147"/>
                  </a:lnTo>
                  <a:lnTo>
                    <a:pt x="2987621" y="3399147"/>
                  </a:lnTo>
                  <a:lnTo>
                    <a:pt x="2987766" y="3398523"/>
                  </a:lnTo>
                  <a:lnTo>
                    <a:pt x="2987766" y="3397900"/>
                  </a:lnTo>
                  <a:lnTo>
                    <a:pt x="2988057" y="3397900"/>
                  </a:lnTo>
                  <a:lnTo>
                    <a:pt x="2988348" y="3397900"/>
                  </a:lnTo>
                  <a:lnTo>
                    <a:pt x="2988493" y="3397900"/>
                  </a:lnTo>
                  <a:lnTo>
                    <a:pt x="2988784" y="3397900"/>
                  </a:lnTo>
                  <a:lnTo>
                    <a:pt x="2988930" y="3397900"/>
                  </a:lnTo>
                  <a:lnTo>
                    <a:pt x="2989221" y="3397900"/>
                  </a:lnTo>
                  <a:lnTo>
                    <a:pt x="2989366" y="3397900"/>
                  </a:lnTo>
                  <a:lnTo>
                    <a:pt x="2989657" y="3397900"/>
                  </a:lnTo>
                  <a:lnTo>
                    <a:pt x="2990093" y="3396652"/>
                  </a:lnTo>
                  <a:lnTo>
                    <a:pt x="2990239" y="3396652"/>
                  </a:lnTo>
                  <a:lnTo>
                    <a:pt x="2990675" y="3396652"/>
                  </a:lnTo>
                  <a:lnTo>
                    <a:pt x="2990966" y="3396652"/>
                  </a:lnTo>
                  <a:lnTo>
                    <a:pt x="2991111" y="3396652"/>
                  </a:lnTo>
                  <a:lnTo>
                    <a:pt x="2991256" y="3396652"/>
                  </a:lnTo>
                  <a:lnTo>
                    <a:pt x="2991693" y="3396652"/>
                  </a:lnTo>
                  <a:lnTo>
                    <a:pt x="2991984" y="3396029"/>
                  </a:lnTo>
                  <a:lnTo>
                    <a:pt x="2992420" y="3395405"/>
                  </a:lnTo>
                  <a:lnTo>
                    <a:pt x="2993438" y="3390417"/>
                  </a:lnTo>
                  <a:lnTo>
                    <a:pt x="2993583" y="3390417"/>
                  </a:lnTo>
                  <a:lnTo>
                    <a:pt x="2993583" y="3389793"/>
                  </a:lnTo>
                  <a:lnTo>
                    <a:pt x="2993874" y="3389169"/>
                  </a:lnTo>
                  <a:lnTo>
                    <a:pt x="2994165" y="3389169"/>
                  </a:lnTo>
                  <a:lnTo>
                    <a:pt x="2994601" y="3389169"/>
                  </a:lnTo>
                  <a:lnTo>
                    <a:pt x="2994747" y="3388546"/>
                  </a:lnTo>
                  <a:lnTo>
                    <a:pt x="2994892" y="3388546"/>
                  </a:lnTo>
                  <a:lnTo>
                    <a:pt x="2995183" y="3388546"/>
                  </a:lnTo>
                  <a:lnTo>
                    <a:pt x="2995474" y="3388546"/>
                  </a:lnTo>
                  <a:lnTo>
                    <a:pt x="2996056" y="3387922"/>
                  </a:lnTo>
                  <a:lnTo>
                    <a:pt x="2996637" y="3387922"/>
                  </a:lnTo>
                  <a:lnTo>
                    <a:pt x="2996783" y="3387299"/>
                  </a:lnTo>
                  <a:lnTo>
                    <a:pt x="2997074" y="3386675"/>
                  </a:lnTo>
                  <a:lnTo>
                    <a:pt x="2997219" y="3386675"/>
                  </a:lnTo>
                  <a:lnTo>
                    <a:pt x="2997364" y="3386675"/>
                  </a:lnTo>
                  <a:lnTo>
                    <a:pt x="2997364" y="3386051"/>
                  </a:lnTo>
                  <a:lnTo>
                    <a:pt x="2997510" y="3386051"/>
                  </a:lnTo>
                  <a:lnTo>
                    <a:pt x="2997655" y="3384804"/>
                  </a:lnTo>
                  <a:lnTo>
                    <a:pt x="2997946" y="3384804"/>
                  </a:lnTo>
                  <a:lnTo>
                    <a:pt x="2998091" y="3384804"/>
                  </a:lnTo>
                  <a:lnTo>
                    <a:pt x="2998091" y="3384181"/>
                  </a:lnTo>
                  <a:lnTo>
                    <a:pt x="2998237" y="3384181"/>
                  </a:lnTo>
                  <a:lnTo>
                    <a:pt x="2998382" y="3384181"/>
                  </a:lnTo>
                  <a:lnTo>
                    <a:pt x="2998673" y="3383557"/>
                  </a:lnTo>
                  <a:lnTo>
                    <a:pt x="3001291" y="3379192"/>
                  </a:lnTo>
                  <a:lnTo>
                    <a:pt x="3001582" y="3379192"/>
                  </a:lnTo>
                  <a:lnTo>
                    <a:pt x="3001727" y="3379192"/>
                  </a:lnTo>
                  <a:lnTo>
                    <a:pt x="3001873" y="3379192"/>
                  </a:lnTo>
                  <a:lnTo>
                    <a:pt x="3002163" y="3379192"/>
                  </a:lnTo>
                  <a:lnTo>
                    <a:pt x="3002309" y="3379192"/>
                  </a:lnTo>
                  <a:lnTo>
                    <a:pt x="3002454" y="3379192"/>
                  </a:lnTo>
                  <a:lnTo>
                    <a:pt x="3002745" y="3379192"/>
                  </a:lnTo>
                  <a:lnTo>
                    <a:pt x="3003036" y="3379192"/>
                  </a:lnTo>
                  <a:lnTo>
                    <a:pt x="3003036" y="3377945"/>
                  </a:lnTo>
                  <a:lnTo>
                    <a:pt x="3003327" y="3377945"/>
                  </a:lnTo>
                  <a:lnTo>
                    <a:pt x="3003618" y="3377945"/>
                  </a:lnTo>
                  <a:lnTo>
                    <a:pt x="3004054" y="3377945"/>
                  </a:lnTo>
                  <a:lnTo>
                    <a:pt x="3004345" y="3377945"/>
                  </a:lnTo>
                  <a:lnTo>
                    <a:pt x="3004636" y="3377945"/>
                  </a:lnTo>
                  <a:lnTo>
                    <a:pt x="3004926" y="3377945"/>
                  </a:lnTo>
                  <a:lnTo>
                    <a:pt x="3005217" y="3377945"/>
                  </a:lnTo>
                  <a:lnTo>
                    <a:pt x="3005363" y="3377945"/>
                  </a:lnTo>
                  <a:lnTo>
                    <a:pt x="3005508" y="3377945"/>
                  </a:lnTo>
                  <a:lnTo>
                    <a:pt x="3005799" y="3377321"/>
                  </a:lnTo>
                  <a:lnTo>
                    <a:pt x="3005944" y="3377321"/>
                  </a:lnTo>
                  <a:lnTo>
                    <a:pt x="3006090" y="3377321"/>
                  </a:lnTo>
                  <a:lnTo>
                    <a:pt x="3006235" y="3377321"/>
                  </a:lnTo>
                  <a:lnTo>
                    <a:pt x="3006381" y="3377321"/>
                  </a:lnTo>
                  <a:lnTo>
                    <a:pt x="3006817" y="3376074"/>
                  </a:lnTo>
                  <a:lnTo>
                    <a:pt x="3007108" y="3376074"/>
                  </a:lnTo>
                  <a:lnTo>
                    <a:pt x="3007835" y="3376074"/>
                  </a:lnTo>
                  <a:lnTo>
                    <a:pt x="3008126" y="3376074"/>
                  </a:lnTo>
                  <a:lnTo>
                    <a:pt x="3008271" y="3376074"/>
                  </a:lnTo>
                  <a:lnTo>
                    <a:pt x="3008562" y="3376074"/>
                  </a:lnTo>
                  <a:lnTo>
                    <a:pt x="3009435" y="3375451"/>
                  </a:lnTo>
                  <a:lnTo>
                    <a:pt x="3009726" y="3374827"/>
                  </a:lnTo>
                  <a:lnTo>
                    <a:pt x="3010307" y="3374827"/>
                  </a:lnTo>
                  <a:lnTo>
                    <a:pt x="3010889" y="3374827"/>
                  </a:lnTo>
                  <a:lnTo>
                    <a:pt x="3011616" y="3374827"/>
                  </a:lnTo>
                  <a:lnTo>
                    <a:pt x="3011761" y="3374827"/>
                  </a:lnTo>
                  <a:lnTo>
                    <a:pt x="3012343" y="3374827"/>
                  </a:lnTo>
                  <a:lnTo>
                    <a:pt x="3012489" y="3374827"/>
                  </a:lnTo>
                  <a:lnTo>
                    <a:pt x="3012634" y="3374827"/>
                  </a:lnTo>
                  <a:lnTo>
                    <a:pt x="3012925" y="3374827"/>
                  </a:lnTo>
                  <a:lnTo>
                    <a:pt x="3012925" y="3374203"/>
                  </a:lnTo>
                  <a:lnTo>
                    <a:pt x="3013361" y="3374203"/>
                  </a:lnTo>
                  <a:lnTo>
                    <a:pt x="3013361" y="3373580"/>
                  </a:lnTo>
                  <a:lnTo>
                    <a:pt x="3013507" y="3373580"/>
                  </a:lnTo>
                  <a:lnTo>
                    <a:pt x="3013652" y="3373580"/>
                  </a:lnTo>
                  <a:lnTo>
                    <a:pt x="3013943" y="3372956"/>
                  </a:lnTo>
                  <a:lnTo>
                    <a:pt x="3014234" y="3372956"/>
                  </a:lnTo>
                  <a:lnTo>
                    <a:pt x="3014379" y="3372956"/>
                  </a:lnTo>
                  <a:lnTo>
                    <a:pt x="3015106" y="3371709"/>
                  </a:lnTo>
                  <a:lnTo>
                    <a:pt x="3015252" y="3371709"/>
                  </a:lnTo>
                  <a:lnTo>
                    <a:pt x="3015397" y="3371709"/>
                  </a:lnTo>
                  <a:lnTo>
                    <a:pt x="3015397" y="3371086"/>
                  </a:lnTo>
                  <a:lnTo>
                    <a:pt x="3016124" y="3371086"/>
                  </a:lnTo>
                  <a:lnTo>
                    <a:pt x="3016270" y="3371086"/>
                  </a:lnTo>
                  <a:lnTo>
                    <a:pt x="3016270" y="3370462"/>
                  </a:lnTo>
                  <a:lnTo>
                    <a:pt x="3016415" y="3370462"/>
                  </a:lnTo>
                  <a:lnTo>
                    <a:pt x="3016561" y="3370462"/>
                  </a:lnTo>
                  <a:lnTo>
                    <a:pt x="3016561" y="3369838"/>
                  </a:lnTo>
                  <a:lnTo>
                    <a:pt x="3016706" y="3369838"/>
                  </a:lnTo>
                  <a:lnTo>
                    <a:pt x="3017142" y="3369838"/>
                  </a:lnTo>
                  <a:lnTo>
                    <a:pt x="3017724" y="3369215"/>
                  </a:lnTo>
                  <a:lnTo>
                    <a:pt x="3018015" y="3369215"/>
                  </a:lnTo>
                  <a:lnTo>
                    <a:pt x="3018015" y="3368591"/>
                  </a:lnTo>
                  <a:lnTo>
                    <a:pt x="3018160" y="3368591"/>
                  </a:lnTo>
                  <a:lnTo>
                    <a:pt x="3018306" y="3367968"/>
                  </a:lnTo>
                  <a:lnTo>
                    <a:pt x="3018887" y="3367968"/>
                  </a:lnTo>
                  <a:lnTo>
                    <a:pt x="3019033" y="3367968"/>
                  </a:lnTo>
                  <a:lnTo>
                    <a:pt x="3019469" y="3367968"/>
                  </a:lnTo>
                  <a:lnTo>
                    <a:pt x="3019905" y="3367968"/>
                  </a:lnTo>
                  <a:lnTo>
                    <a:pt x="3020051" y="3367344"/>
                  </a:lnTo>
                  <a:lnTo>
                    <a:pt x="3020196" y="3366720"/>
                  </a:lnTo>
                  <a:lnTo>
                    <a:pt x="3020487" y="3366720"/>
                  </a:lnTo>
                  <a:lnTo>
                    <a:pt x="3020632" y="3366720"/>
                  </a:lnTo>
                  <a:lnTo>
                    <a:pt x="3021214" y="3366720"/>
                  </a:lnTo>
                  <a:lnTo>
                    <a:pt x="3021360" y="3366720"/>
                  </a:lnTo>
                  <a:lnTo>
                    <a:pt x="3022087" y="3366720"/>
                  </a:lnTo>
                  <a:lnTo>
                    <a:pt x="3022232" y="3366720"/>
                  </a:lnTo>
                  <a:lnTo>
                    <a:pt x="3022378" y="3366720"/>
                  </a:lnTo>
                  <a:lnTo>
                    <a:pt x="3022668" y="3366720"/>
                  </a:lnTo>
                  <a:lnTo>
                    <a:pt x="3022959" y="3366097"/>
                  </a:lnTo>
                  <a:lnTo>
                    <a:pt x="3023105" y="3366097"/>
                  </a:lnTo>
                  <a:lnTo>
                    <a:pt x="3023541" y="3366097"/>
                  </a:lnTo>
                  <a:lnTo>
                    <a:pt x="3024414" y="3364850"/>
                  </a:lnTo>
                  <a:lnTo>
                    <a:pt x="3024414" y="3364226"/>
                  </a:lnTo>
                  <a:lnTo>
                    <a:pt x="3024559" y="3364226"/>
                  </a:lnTo>
                  <a:lnTo>
                    <a:pt x="3024704" y="3363603"/>
                  </a:lnTo>
                  <a:lnTo>
                    <a:pt x="3024704" y="3362979"/>
                  </a:lnTo>
                  <a:lnTo>
                    <a:pt x="3024995" y="3362979"/>
                  </a:lnTo>
                  <a:lnTo>
                    <a:pt x="3025868" y="3362355"/>
                  </a:lnTo>
                  <a:lnTo>
                    <a:pt x="3026013" y="3362355"/>
                  </a:lnTo>
                  <a:lnTo>
                    <a:pt x="3026159" y="3362355"/>
                  </a:lnTo>
                  <a:lnTo>
                    <a:pt x="3026304" y="3362355"/>
                  </a:lnTo>
                  <a:lnTo>
                    <a:pt x="3026304" y="3361732"/>
                  </a:lnTo>
                  <a:lnTo>
                    <a:pt x="3026740" y="3361108"/>
                  </a:lnTo>
                  <a:lnTo>
                    <a:pt x="3027613" y="3360485"/>
                  </a:lnTo>
                  <a:lnTo>
                    <a:pt x="3027904" y="3360485"/>
                  </a:lnTo>
                  <a:lnTo>
                    <a:pt x="3028195" y="3359861"/>
                  </a:lnTo>
                  <a:lnTo>
                    <a:pt x="3028340" y="3359861"/>
                  </a:lnTo>
                  <a:lnTo>
                    <a:pt x="3028485" y="3359861"/>
                  </a:lnTo>
                  <a:lnTo>
                    <a:pt x="3028776" y="3359861"/>
                  </a:lnTo>
                  <a:lnTo>
                    <a:pt x="3029067" y="3359861"/>
                  </a:lnTo>
                  <a:lnTo>
                    <a:pt x="3029503" y="3359861"/>
                  </a:lnTo>
                  <a:lnTo>
                    <a:pt x="3029649" y="3359861"/>
                  </a:lnTo>
                  <a:lnTo>
                    <a:pt x="3029794" y="3357990"/>
                  </a:lnTo>
                  <a:lnTo>
                    <a:pt x="3029940" y="3357990"/>
                  </a:lnTo>
                  <a:lnTo>
                    <a:pt x="3030231" y="3357990"/>
                  </a:lnTo>
                  <a:lnTo>
                    <a:pt x="3030376" y="3357990"/>
                  </a:lnTo>
                  <a:lnTo>
                    <a:pt x="3031249" y="3357990"/>
                  </a:lnTo>
                  <a:lnTo>
                    <a:pt x="3031394" y="3357990"/>
                  </a:lnTo>
                  <a:lnTo>
                    <a:pt x="3031539" y="3357990"/>
                  </a:lnTo>
                  <a:lnTo>
                    <a:pt x="3032266" y="3357990"/>
                  </a:lnTo>
                  <a:lnTo>
                    <a:pt x="3032412" y="3357990"/>
                  </a:lnTo>
                  <a:lnTo>
                    <a:pt x="3032703" y="3357367"/>
                  </a:lnTo>
                  <a:lnTo>
                    <a:pt x="3033139" y="3356120"/>
                  </a:lnTo>
                  <a:lnTo>
                    <a:pt x="3033139" y="3355496"/>
                  </a:lnTo>
                  <a:lnTo>
                    <a:pt x="3033430" y="3354249"/>
                  </a:lnTo>
                  <a:lnTo>
                    <a:pt x="3033575" y="3353625"/>
                  </a:lnTo>
                  <a:lnTo>
                    <a:pt x="3033721" y="3353625"/>
                  </a:lnTo>
                  <a:lnTo>
                    <a:pt x="3033866" y="3353625"/>
                  </a:lnTo>
                  <a:lnTo>
                    <a:pt x="3034012" y="3353002"/>
                  </a:lnTo>
                  <a:lnTo>
                    <a:pt x="3034448" y="3353002"/>
                  </a:lnTo>
                  <a:lnTo>
                    <a:pt x="3035175" y="3351754"/>
                  </a:lnTo>
                  <a:lnTo>
                    <a:pt x="3035466" y="3351754"/>
                  </a:lnTo>
                  <a:lnTo>
                    <a:pt x="3035611" y="3351754"/>
                  </a:lnTo>
                  <a:lnTo>
                    <a:pt x="3036193" y="3351131"/>
                  </a:lnTo>
                  <a:lnTo>
                    <a:pt x="3036338" y="3351131"/>
                  </a:lnTo>
                  <a:lnTo>
                    <a:pt x="3036629" y="3351131"/>
                  </a:lnTo>
                  <a:lnTo>
                    <a:pt x="3037066" y="3350507"/>
                  </a:lnTo>
                  <a:lnTo>
                    <a:pt x="3037211" y="3350507"/>
                  </a:lnTo>
                  <a:lnTo>
                    <a:pt x="3037647" y="3350507"/>
                  </a:lnTo>
                  <a:lnTo>
                    <a:pt x="3037793" y="3350507"/>
                  </a:lnTo>
                  <a:lnTo>
                    <a:pt x="3037793" y="3349884"/>
                  </a:lnTo>
                  <a:lnTo>
                    <a:pt x="3038374" y="3349884"/>
                  </a:lnTo>
                  <a:lnTo>
                    <a:pt x="3038520" y="3349884"/>
                  </a:lnTo>
                  <a:lnTo>
                    <a:pt x="3039538" y="3349260"/>
                  </a:lnTo>
                  <a:lnTo>
                    <a:pt x="3039683" y="3349260"/>
                  </a:lnTo>
                  <a:lnTo>
                    <a:pt x="3040119" y="3349260"/>
                  </a:lnTo>
                  <a:lnTo>
                    <a:pt x="3040410" y="3349260"/>
                  </a:lnTo>
                  <a:lnTo>
                    <a:pt x="3040992" y="3348013"/>
                  </a:lnTo>
                  <a:lnTo>
                    <a:pt x="3041428" y="3348013"/>
                  </a:lnTo>
                  <a:lnTo>
                    <a:pt x="3041719" y="3348013"/>
                  </a:lnTo>
                  <a:lnTo>
                    <a:pt x="3041865" y="3348013"/>
                  </a:lnTo>
                  <a:lnTo>
                    <a:pt x="3042010" y="3348013"/>
                  </a:lnTo>
                  <a:lnTo>
                    <a:pt x="3042301" y="3348013"/>
                  </a:lnTo>
                  <a:lnTo>
                    <a:pt x="3042446" y="3348013"/>
                  </a:lnTo>
                  <a:lnTo>
                    <a:pt x="3042592" y="3348013"/>
                  </a:lnTo>
                  <a:lnTo>
                    <a:pt x="3042883" y="3348013"/>
                  </a:lnTo>
                  <a:lnTo>
                    <a:pt x="3043028" y="3348013"/>
                  </a:lnTo>
                  <a:lnTo>
                    <a:pt x="3043028" y="3346766"/>
                  </a:lnTo>
                  <a:lnTo>
                    <a:pt x="3043173" y="3346766"/>
                  </a:lnTo>
                  <a:lnTo>
                    <a:pt x="3043319" y="3346766"/>
                  </a:lnTo>
                  <a:lnTo>
                    <a:pt x="3043610" y="3346766"/>
                  </a:lnTo>
                  <a:lnTo>
                    <a:pt x="3044191" y="3345519"/>
                  </a:lnTo>
                  <a:lnTo>
                    <a:pt x="3044482" y="3345519"/>
                  </a:lnTo>
                  <a:lnTo>
                    <a:pt x="3044628" y="3345519"/>
                  </a:lnTo>
                  <a:lnTo>
                    <a:pt x="3045355" y="3345519"/>
                  </a:lnTo>
                  <a:lnTo>
                    <a:pt x="3045646" y="3345519"/>
                  </a:lnTo>
                  <a:lnTo>
                    <a:pt x="3045791" y="3345519"/>
                  </a:lnTo>
                  <a:lnTo>
                    <a:pt x="3045936" y="3344271"/>
                  </a:lnTo>
                  <a:lnTo>
                    <a:pt x="3046227" y="3343648"/>
                  </a:lnTo>
                  <a:lnTo>
                    <a:pt x="3046373" y="3343648"/>
                  </a:lnTo>
                  <a:lnTo>
                    <a:pt x="3046518" y="3343648"/>
                  </a:lnTo>
                  <a:lnTo>
                    <a:pt x="3047827" y="3343024"/>
                  </a:lnTo>
                  <a:lnTo>
                    <a:pt x="3048263" y="3343024"/>
                  </a:lnTo>
                  <a:lnTo>
                    <a:pt x="3048554" y="3342401"/>
                  </a:lnTo>
                  <a:lnTo>
                    <a:pt x="3048700" y="3342401"/>
                  </a:lnTo>
                  <a:lnTo>
                    <a:pt x="3048990" y="3342401"/>
                  </a:lnTo>
                  <a:lnTo>
                    <a:pt x="3049136" y="3342401"/>
                  </a:lnTo>
                  <a:lnTo>
                    <a:pt x="3049427" y="3342401"/>
                  </a:lnTo>
                  <a:lnTo>
                    <a:pt x="3049572" y="3342401"/>
                  </a:lnTo>
                  <a:lnTo>
                    <a:pt x="3050590" y="3342401"/>
                  </a:lnTo>
                  <a:lnTo>
                    <a:pt x="3050736" y="3342401"/>
                  </a:lnTo>
                  <a:lnTo>
                    <a:pt x="3050881" y="3342401"/>
                  </a:lnTo>
                  <a:lnTo>
                    <a:pt x="3051026" y="3341777"/>
                  </a:lnTo>
                  <a:lnTo>
                    <a:pt x="3051172" y="3341777"/>
                  </a:lnTo>
                  <a:lnTo>
                    <a:pt x="3051463" y="3341777"/>
                  </a:lnTo>
                  <a:lnTo>
                    <a:pt x="3051608" y="3341777"/>
                  </a:lnTo>
                  <a:lnTo>
                    <a:pt x="3051753" y="3341777"/>
                  </a:lnTo>
                  <a:lnTo>
                    <a:pt x="3052044" y="3341777"/>
                  </a:lnTo>
                  <a:lnTo>
                    <a:pt x="3052044" y="3341154"/>
                  </a:lnTo>
                  <a:lnTo>
                    <a:pt x="3053353" y="3338659"/>
                  </a:lnTo>
                  <a:lnTo>
                    <a:pt x="3053499" y="3338659"/>
                  </a:lnTo>
                  <a:lnTo>
                    <a:pt x="3053499" y="3338036"/>
                  </a:lnTo>
                  <a:lnTo>
                    <a:pt x="3053644" y="3338036"/>
                  </a:lnTo>
                  <a:lnTo>
                    <a:pt x="3053644" y="3337412"/>
                  </a:lnTo>
                  <a:lnTo>
                    <a:pt x="3053789" y="3337412"/>
                  </a:lnTo>
                  <a:lnTo>
                    <a:pt x="3053935" y="3337412"/>
                  </a:lnTo>
                  <a:lnTo>
                    <a:pt x="3053935" y="3336788"/>
                  </a:lnTo>
                  <a:lnTo>
                    <a:pt x="3054226" y="3336788"/>
                  </a:lnTo>
                  <a:lnTo>
                    <a:pt x="3054371" y="3336165"/>
                  </a:lnTo>
                  <a:lnTo>
                    <a:pt x="3054662" y="3336165"/>
                  </a:lnTo>
                  <a:lnTo>
                    <a:pt x="3054807" y="3336165"/>
                  </a:lnTo>
                  <a:lnTo>
                    <a:pt x="3054953" y="3336165"/>
                  </a:lnTo>
                  <a:lnTo>
                    <a:pt x="3055389" y="3335541"/>
                  </a:lnTo>
                  <a:lnTo>
                    <a:pt x="3055535" y="3335541"/>
                  </a:lnTo>
                  <a:lnTo>
                    <a:pt x="3056262" y="3335541"/>
                  </a:lnTo>
                  <a:lnTo>
                    <a:pt x="3056407" y="3335541"/>
                  </a:lnTo>
                  <a:lnTo>
                    <a:pt x="3056407" y="3334918"/>
                  </a:lnTo>
                  <a:lnTo>
                    <a:pt x="3056553" y="3333671"/>
                  </a:lnTo>
                  <a:lnTo>
                    <a:pt x="3057571" y="3333047"/>
                  </a:lnTo>
                  <a:lnTo>
                    <a:pt x="3057861" y="3333047"/>
                  </a:lnTo>
                  <a:lnTo>
                    <a:pt x="3058007" y="3333047"/>
                  </a:lnTo>
                  <a:lnTo>
                    <a:pt x="3058152" y="3333047"/>
                  </a:lnTo>
                  <a:lnTo>
                    <a:pt x="3058298" y="3333047"/>
                  </a:lnTo>
                  <a:lnTo>
                    <a:pt x="3058443" y="3333047"/>
                  </a:lnTo>
                  <a:lnTo>
                    <a:pt x="3058734" y="3332423"/>
                  </a:lnTo>
                  <a:lnTo>
                    <a:pt x="3058879" y="3332423"/>
                  </a:lnTo>
                  <a:lnTo>
                    <a:pt x="3059752" y="3332423"/>
                  </a:lnTo>
                  <a:lnTo>
                    <a:pt x="3059897" y="3331176"/>
                  </a:lnTo>
                  <a:lnTo>
                    <a:pt x="3060043" y="3331176"/>
                  </a:lnTo>
                  <a:lnTo>
                    <a:pt x="3060334" y="3331176"/>
                  </a:lnTo>
                  <a:lnTo>
                    <a:pt x="3060479" y="3331176"/>
                  </a:lnTo>
                  <a:lnTo>
                    <a:pt x="3060770" y="3330553"/>
                  </a:lnTo>
                  <a:lnTo>
                    <a:pt x="3060915" y="3330553"/>
                  </a:lnTo>
                  <a:lnTo>
                    <a:pt x="3061642" y="3329929"/>
                  </a:lnTo>
                  <a:lnTo>
                    <a:pt x="3063242" y="3328682"/>
                  </a:lnTo>
                  <a:lnTo>
                    <a:pt x="3063388" y="3328682"/>
                  </a:lnTo>
                  <a:lnTo>
                    <a:pt x="3063678" y="3328682"/>
                  </a:lnTo>
                  <a:lnTo>
                    <a:pt x="3064406" y="3328682"/>
                  </a:lnTo>
                  <a:lnTo>
                    <a:pt x="3064551" y="3328058"/>
                  </a:lnTo>
                  <a:lnTo>
                    <a:pt x="3064842" y="3328058"/>
                  </a:lnTo>
                  <a:lnTo>
                    <a:pt x="3065133" y="3328058"/>
                  </a:lnTo>
                  <a:lnTo>
                    <a:pt x="3065278" y="3328058"/>
                  </a:lnTo>
                  <a:lnTo>
                    <a:pt x="3066005" y="3326188"/>
                  </a:lnTo>
                  <a:lnTo>
                    <a:pt x="3066296" y="3326188"/>
                  </a:lnTo>
                  <a:lnTo>
                    <a:pt x="3066441" y="3326188"/>
                  </a:lnTo>
                  <a:lnTo>
                    <a:pt x="3066587" y="3326188"/>
                  </a:lnTo>
                  <a:lnTo>
                    <a:pt x="3066732" y="3326188"/>
                  </a:lnTo>
                  <a:lnTo>
                    <a:pt x="3066878" y="3326188"/>
                  </a:lnTo>
                  <a:lnTo>
                    <a:pt x="3067023" y="3326188"/>
                  </a:lnTo>
                  <a:lnTo>
                    <a:pt x="3067314" y="3326188"/>
                  </a:lnTo>
                  <a:lnTo>
                    <a:pt x="3067459" y="3324940"/>
                  </a:lnTo>
                  <a:lnTo>
                    <a:pt x="3067896" y="3324940"/>
                  </a:lnTo>
                  <a:lnTo>
                    <a:pt x="3068187" y="3324940"/>
                  </a:lnTo>
                  <a:lnTo>
                    <a:pt x="3068623" y="3324940"/>
                  </a:lnTo>
                  <a:lnTo>
                    <a:pt x="3068768" y="3324940"/>
                  </a:lnTo>
                  <a:lnTo>
                    <a:pt x="3069495" y="3324940"/>
                  </a:lnTo>
                  <a:lnTo>
                    <a:pt x="3069786" y="3323693"/>
                  </a:lnTo>
                  <a:lnTo>
                    <a:pt x="3069932" y="3323693"/>
                  </a:lnTo>
                  <a:lnTo>
                    <a:pt x="3070513" y="3322446"/>
                  </a:lnTo>
                  <a:lnTo>
                    <a:pt x="3070659" y="3322446"/>
                  </a:lnTo>
                  <a:lnTo>
                    <a:pt x="3070804" y="3321823"/>
                  </a:lnTo>
                  <a:lnTo>
                    <a:pt x="3070950" y="3321823"/>
                  </a:lnTo>
                  <a:lnTo>
                    <a:pt x="3071095" y="3321823"/>
                  </a:lnTo>
                  <a:lnTo>
                    <a:pt x="3071386" y="3321823"/>
                  </a:lnTo>
                  <a:lnTo>
                    <a:pt x="3071531" y="3321823"/>
                  </a:lnTo>
                  <a:lnTo>
                    <a:pt x="3071822" y="3321823"/>
                  </a:lnTo>
                  <a:lnTo>
                    <a:pt x="3071968" y="3321823"/>
                  </a:lnTo>
                  <a:lnTo>
                    <a:pt x="3072404" y="3320575"/>
                  </a:lnTo>
                  <a:lnTo>
                    <a:pt x="3072695" y="3320575"/>
                  </a:lnTo>
                  <a:lnTo>
                    <a:pt x="3072840" y="3320575"/>
                  </a:lnTo>
                  <a:lnTo>
                    <a:pt x="3072986" y="3320575"/>
                  </a:lnTo>
                  <a:lnTo>
                    <a:pt x="3073567" y="3319952"/>
                  </a:lnTo>
                  <a:lnTo>
                    <a:pt x="3073858" y="3319328"/>
                  </a:lnTo>
                  <a:lnTo>
                    <a:pt x="3074004" y="3318705"/>
                  </a:lnTo>
                  <a:lnTo>
                    <a:pt x="3074149" y="3318081"/>
                  </a:lnTo>
                  <a:lnTo>
                    <a:pt x="3074294" y="3318081"/>
                  </a:lnTo>
                  <a:lnTo>
                    <a:pt x="3074440" y="3318081"/>
                  </a:lnTo>
                  <a:lnTo>
                    <a:pt x="3074585" y="3318081"/>
                  </a:lnTo>
                  <a:lnTo>
                    <a:pt x="3075458" y="3316834"/>
                  </a:lnTo>
                  <a:lnTo>
                    <a:pt x="3075603" y="3316834"/>
                  </a:lnTo>
                  <a:lnTo>
                    <a:pt x="3075749" y="3316834"/>
                  </a:lnTo>
                  <a:lnTo>
                    <a:pt x="3075894" y="3316834"/>
                  </a:lnTo>
                  <a:lnTo>
                    <a:pt x="3076040" y="3316834"/>
                  </a:lnTo>
                  <a:lnTo>
                    <a:pt x="3076476" y="3316834"/>
                  </a:lnTo>
                  <a:lnTo>
                    <a:pt x="3076912" y="3316210"/>
                  </a:lnTo>
                  <a:lnTo>
                    <a:pt x="3077203" y="3316210"/>
                  </a:lnTo>
                  <a:lnTo>
                    <a:pt x="3077348" y="3316210"/>
                  </a:lnTo>
                  <a:lnTo>
                    <a:pt x="3077494" y="3315587"/>
                  </a:lnTo>
                  <a:lnTo>
                    <a:pt x="3077785" y="3315587"/>
                  </a:lnTo>
                  <a:lnTo>
                    <a:pt x="3078076" y="3315587"/>
                  </a:lnTo>
                  <a:lnTo>
                    <a:pt x="3078512" y="3315587"/>
                  </a:lnTo>
                  <a:lnTo>
                    <a:pt x="3078803" y="3313092"/>
                  </a:lnTo>
                  <a:lnTo>
                    <a:pt x="3078948" y="3313092"/>
                  </a:lnTo>
                  <a:lnTo>
                    <a:pt x="3079821" y="3313092"/>
                  </a:lnTo>
                  <a:lnTo>
                    <a:pt x="3080111" y="3313092"/>
                  </a:lnTo>
                  <a:lnTo>
                    <a:pt x="3080257" y="3313092"/>
                  </a:lnTo>
                  <a:lnTo>
                    <a:pt x="3080402" y="3313092"/>
                  </a:lnTo>
                  <a:lnTo>
                    <a:pt x="3080548" y="3313092"/>
                  </a:lnTo>
                  <a:lnTo>
                    <a:pt x="3080839" y="3313092"/>
                  </a:lnTo>
                  <a:lnTo>
                    <a:pt x="3080839" y="3312469"/>
                  </a:lnTo>
                  <a:lnTo>
                    <a:pt x="3081420" y="3311222"/>
                  </a:lnTo>
                  <a:lnTo>
                    <a:pt x="3081711" y="3311222"/>
                  </a:lnTo>
                  <a:lnTo>
                    <a:pt x="3081857" y="3311222"/>
                  </a:lnTo>
                  <a:lnTo>
                    <a:pt x="3082438" y="3311222"/>
                  </a:lnTo>
                  <a:lnTo>
                    <a:pt x="3082584" y="3311222"/>
                  </a:lnTo>
                  <a:lnTo>
                    <a:pt x="3082729" y="3311222"/>
                  </a:lnTo>
                  <a:lnTo>
                    <a:pt x="3082875" y="3311222"/>
                  </a:lnTo>
                  <a:lnTo>
                    <a:pt x="3083165" y="3311222"/>
                  </a:lnTo>
                  <a:lnTo>
                    <a:pt x="3083311" y="3311222"/>
                  </a:lnTo>
                  <a:lnTo>
                    <a:pt x="3083456" y="3311222"/>
                  </a:lnTo>
                  <a:lnTo>
                    <a:pt x="3083747" y="3311222"/>
                  </a:lnTo>
                  <a:lnTo>
                    <a:pt x="3083893" y="3311222"/>
                  </a:lnTo>
                  <a:lnTo>
                    <a:pt x="3084329" y="3310598"/>
                  </a:lnTo>
                  <a:lnTo>
                    <a:pt x="3084620" y="3307480"/>
                  </a:lnTo>
                  <a:lnTo>
                    <a:pt x="3085201" y="3307480"/>
                  </a:lnTo>
                  <a:lnTo>
                    <a:pt x="3085201" y="3306857"/>
                  </a:lnTo>
                  <a:lnTo>
                    <a:pt x="3085201" y="3306233"/>
                  </a:lnTo>
                  <a:lnTo>
                    <a:pt x="3085347" y="3306233"/>
                  </a:lnTo>
                  <a:lnTo>
                    <a:pt x="3085492" y="3306233"/>
                  </a:lnTo>
                  <a:lnTo>
                    <a:pt x="3085638" y="3305609"/>
                  </a:lnTo>
                  <a:lnTo>
                    <a:pt x="3085928" y="3304986"/>
                  </a:lnTo>
                  <a:lnTo>
                    <a:pt x="3085928" y="3304362"/>
                  </a:lnTo>
                  <a:lnTo>
                    <a:pt x="3086365" y="3304362"/>
                  </a:lnTo>
                  <a:lnTo>
                    <a:pt x="3086510" y="3304362"/>
                  </a:lnTo>
                  <a:lnTo>
                    <a:pt x="3087674" y="3303739"/>
                  </a:lnTo>
                  <a:lnTo>
                    <a:pt x="3087964" y="3303739"/>
                  </a:lnTo>
                  <a:lnTo>
                    <a:pt x="3088110" y="3303739"/>
                  </a:lnTo>
                  <a:lnTo>
                    <a:pt x="3088401" y="3303739"/>
                  </a:lnTo>
                  <a:lnTo>
                    <a:pt x="3088692" y="3303739"/>
                  </a:lnTo>
                  <a:lnTo>
                    <a:pt x="3088982" y="3303739"/>
                  </a:lnTo>
                  <a:lnTo>
                    <a:pt x="3089128" y="3303739"/>
                  </a:lnTo>
                  <a:lnTo>
                    <a:pt x="3089128" y="3303115"/>
                  </a:lnTo>
                  <a:lnTo>
                    <a:pt x="3089855" y="3303115"/>
                  </a:lnTo>
                  <a:lnTo>
                    <a:pt x="3090291" y="3303115"/>
                  </a:lnTo>
                  <a:lnTo>
                    <a:pt x="3090582" y="3303115"/>
                  </a:lnTo>
                  <a:lnTo>
                    <a:pt x="3090873" y="3303115"/>
                  </a:lnTo>
                  <a:lnTo>
                    <a:pt x="3091018" y="3302491"/>
                  </a:lnTo>
                  <a:lnTo>
                    <a:pt x="3091309" y="3302491"/>
                  </a:lnTo>
                  <a:lnTo>
                    <a:pt x="3091455" y="3302491"/>
                  </a:lnTo>
                  <a:lnTo>
                    <a:pt x="3091600" y="3302491"/>
                  </a:lnTo>
                  <a:lnTo>
                    <a:pt x="3092182" y="3301868"/>
                  </a:lnTo>
                  <a:lnTo>
                    <a:pt x="3092327" y="3301868"/>
                  </a:lnTo>
                  <a:lnTo>
                    <a:pt x="3092473" y="3301868"/>
                  </a:lnTo>
                  <a:lnTo>
                    <a:pt x="3093200" y="3300621"/>
                  </a:lnTo>
                  <a:lnTo>
                    <a:pt x="3093345" y="3300621"/>
                  </a:lnTo>
                  <a:lnTo>
                    <a:pt x="3093491" y="3299997"/>
                  </a:lnTo>
                  <a:lnTo>
                    <a:pt x="3093636" y="3299997"/>
                  </a:lnTo>
                  <a:lnTo>
                    <a:pt x="3094363" y="3299997"/>
                  </a:lnTo>
                  <a:lnTo>
                    <a:pt x="3094509" y="3299374"/>
                  </a:lnTo>
                  <a:lnTo>
                    <a:pt x="3094654" y="3299374"/>
                  </a:lnTo>
                  <a:lnTo>
                    <a:pt x="3094799" y="3298750"/>
                  </a:lnTo>
                  <a:lnTo>
                    <a:pt x="3094945" y="3298750"/>
                  </a:lnTo>
                  <a:lnTo>
                    <a:pt x="3095090" y="3298750"/>
                  </a:lnTo>
                  <a:lnTo>
                    <a:pt x="3095527" y="3298750"/>
                  </a:lnTo>
                  <a:lnTo>
                    <a:pt x="3095817" y="3298126"/>
                  </a:lnTo>
                  <a:lnTo>
                    <a:pt x="3096108" y="3297503"/>
                  </a:lnTo>
                  <a:lnTo>
                    <a:pt x="3096399" y="3296879"/>
                  </a:lnTo>
                  <a:lnTo>
                    <a:pt x="3096545" y="3296879"/>
                  </a:lnTo>
                  <a:lnTo>
                    <a:pt x="3096690" y="3296879"/>
                  </a:lnTo>
                  <a:lnTo>
                    <a:pt x="3096981" y="3296879"/>
                  </a:lnTo>
                  <a:lnTo>
                    <a:pt x="3097853" y="3295632"/>
                  </a:lnTo>
                  <a:lnTo>
                    <a:pt x="3097853" y="3295008"/>
                  </a:lnTo>
                  <a:lnTo>
                    <a:pt x="3097999" y="3295008"/>
                  </a:lnTo>
                  <a:lnTo>
                    <a:pt x="3098144" y="3295008"/>
                  </a:lnTo>
                  <a:lnTo>
                    <a:pt x="3098290" y="3294385"/>
                  </a:lnTo>
                  <a:lnTo>
                    <a:pt x="3098435" y="3294385"/>
                  </a:lnTo>
                  <a:lnTo>
                    <a:pt x="3098581" y="3294385"/>
                  </a:lnTo>
                  <a:lnTo>
                    <a:pt x="3098871" y="3293761"/>
                  </a:lnTo>
                  <a:lnTo>
                    <a:pt x="3099017" y="3293761"/>
                  </a:lnTo>
                  <a:lnTo>
                    <a:pt x="3099308" y="3293138"/>
                  </a:lnTo>
                  <a:lnTo>
                    <a:pt x="3099453" y="3293138"/>
                  </a:lnTo>
                  <a:lnTo>
                    <a:pt x="3099889" y="3293138"/>
                  </a:lnTo>
                  <a:lnTo>
                    <a:pt x="3100035" y="3293138"/>
                  </a:lnTo>
                  <a:lnTo>
                    <a:pt x="3100180" y="3293138"/>
                  </a:lnTo>
                  <a:lnTo>
                    <a:pt x="3100326" y="3293138"/>
                  </a:lnTo>
                  <a:lnTo>
                    <a:pt x="3101053" y="3292514"/>
                  </a:lnTo>
                  <a:lnTo>
                    <a:pt x="3101198" y="3292514"/>
                  </a:lnTo>
                  <a:lnTo>
                    <a:pt x="3101489" y="3292514"/>
                  </a:lnTo>
                  <a:lnTo>
                    <a:pt x="3101925" y="3291891"/>
                  </a:lnTo>
                  <a:lnTo>
                    <a:pt x="3102071" y="3291891"/>
                  </a:lnTo>
                  <a:lnTo>
                    <a:pt x="3102216" y="3291891"/>
                  </a:lnTo>
                  <a:lnTo>
                    <a:pt x="3102652" y="3291267"/>
                  </a:lnTo>
                  <a:lnTo>
                    <a:pt x="3103089" y="3291267"/>
                  </a:lnTo>
                  <a:lnTo>
                    <a:pt x="3103234" y="3291267"/>
                  </a:lnTo>
                  <a:lnTo>
                    <a:pt x="3103380" y="3291267"/>
                  </a:lnTo>
                  <a:lnTo>
                    <a:pt x="3103525" y="3290643"/>
                  </a:lnTo>
                  <a:lnTo>
                    <a:pt x="3103670" y="3290643"/>
                  </a:lnTo>
                  <a:lnTo>
                    <a:pt x="3103816" y="3290643"/>
                  </a:lnTo>
                  <a:lnTo>
                    <a:pt x="3103961" y="3290643"/>
                  </a:lnTo>
                  <a:lnTo>
                    <a:pt x="3104107" y="3289396"/>
                  </a:lnTo>
                  <a:lnTo>
                    <a:pt x="3104398" y="3289396"/>
                  </a:lnTo>
                  <a:lnTo>
                    <a:pt x="3104398" y="3288773"/>
                  </a:lnTo>
                  <a:lnTo>
                    <a:pt x="3105706" y="3288773"/>
                  </a:lnTo>
                  <a:lnTo>
                    <a:pt x="3106288" y="3288773"/>
                  </a:lnTo>
                  <a:lnTo>
                    <a:pt x="3107306" y="3288773"/>
                  </a:lnTo>
                  <a:lnTo>
                    <a:pt x="3107597" y="3288773"/>
                  </a:lnTo>
                  <a:lnTo>
                    <a:pt x="3107742" y="3288773"/>
                  </a:lnTo>
                  <a:lnTo>
                    <a:pt x="3107888" y="3288149"/>
                  </a:lnTo>
                  <a:lnTo>
                    <a:pt x="3108033" y="3288149"/>
                  </a:lnTo>
                  <a:lnTo>
                    <a:pt x="3108033" y="3287525"/>
                  </a:lnTo>
                  <a:lnTo>
                    <a:pt x="3108179" y="3287525"/>
                  </a:lnTo>
                  <a:lnTo>
                    <a:pt x="3108179" y="3286902"/>
                  </a:lnTo>
                  <a:lnTo>
                    <a:pt x="3108324" y="3286902"/>
                  </a:lnTo>
                  <a:lnTo>
                    <a:pt x="3108469" y="3286902"/>
                  </a:lnTo>
                  <a:lnTo>
                    <a:pt x="3108615" y="3286902"/>
                  </a:lnTo>
                  <a:lnTo>
                    <a:pt x="3108760" y="3286902"/>
                  </a:lnTo>
                  <a:lnTo>
                    <a:pt x="3109051" y="3285655"/>
                  </a:lnTo>
                  <a:lnTo>
                    <a:pt x="3109197" y="3285655"/>
                  </a:lnTo>
                  <a:lnTo>
                    <a:pt x="3109633" y="3285655"/>
                  </a:lnTo>
                  <a:lnTo>
                    <a:pt x="3109778" y="3285031"/>
                  </a:lnTo>
                  <a:lnTo>
                    <a:pt x="3109924" y="3284408"/>
                  </a:lnTo>
                  <a:lnTo>
                    <a:pt x="3110360" y="3283784"/>
                  </a:lnTo>
                  <a:lnTo>
                    <a:pt x="3110360" y="3283160"/>
                  </a:lnTo>
                  <a:lnTo>
                    <a:pt x="3110505" y="3283160"/>
                  </a:lnTo>
                  <a:lnTo>
                    <a:pt x="3110796" y="3283160"/>
                  </a:lnTo>
                  <a:lnTo>
                    <a:pt x="3111087" y="3282537"/>
                  </a:lnTo>
                  <a:lnTo>
                    <a:pt x="3111233" y="3282537"/>
                  </a:lnTo>
                  <a:lnTo>
                    <a:pt x="3111233" y="3281913"/>
                  </a:lnTo>
                  <a:lnTo>
                    <a:pt x="3111669" y="3280042"/>
                  </a:lnTo>
                  <a:lnTo>
                    <a:pt x="3111814" y="3280042"/>
                  </a:lnTo>
                  <a:lnTo>
                    <a:pt x="3111960" y="3280042"/>
                  </a:lnTo>
                  <a:lnTo>
                    <a:pt x="3112396" y="3280042"/>
                  </a:lnTo>
                  <a:lnTo>
                    <a:pt x="3112978" y="3279419"/>
                  </a:lnTo>
                  <a:lnTo>
                    <a:pt x="3113268" y="3279419"/>
                  </a:lnTo>
                  <a:lnTo>
                    <a:pt x="3113414" y="3279419"/>
                  </a:lnTo>
                  <a:lnTo>
                    <a:pt x="3113705" y="3278795"/>
                  </a:lnTo>
                  <a:lnTo>
                    <a:pt x="3113850" y="3278172"/>
                  </a:lnTo>
                  <a:lnTo>
                    <a:pt x="3113996" y="3278172"/>
                  </a:lnTo>
                  <a:lnTo>
                    <a:pt x="3113996" y="3277548"/>
                  </a:lnTo>
                  <a:lnTo>
                    <a:pt x="3114286" y="3277548"/>
                  </a:lnTo>
                  <a:lnTo>
                    <a:pt x="3114432" y="3277548"/>
                  </a:lnTo>
                  <a:lnTo>
                    <a:pt x="3114577" y="3277548"/>
                  </a:lnTo>
                  <a:lnTo>
                    <a:pt x="3114868" y="3277548"/>
                  </a:lnTo>
                  <a:lnTo>
                    <a:pt x="3114868" y="3276925"/>
                  </a:lnTo>
                  <a:lnTo>
                    <a:pt x="3114868" y="3276301"/>
                  </a:lnTo>
                  <a:lnTo>
                    <a:pt x="3115159" y="3276301"/>
                  </a:lnTo>
                  <a:lnTo>
                    <a:pt x="3115304" y="3275677"/>
                  </a:lnTo>
                  <a:lnTo>
                    <a:pt x="3115450" y="3275677"/>
                  </a:lnTo>
                  <a:lnTo>
                    <a:pt x="3115886" y="3275677"/>
                  </a:lnTo>
                  <a:lnTo>
                    <a:pt x="3115886" y="3275054"/>
                  </a:lnTo>
                  <a:lnTo>
                    <a:pt x="3116177" y="3275054"/>
                  </a:lnTo>
                  <a:lnTo>
                    <a:pt x="3116322" y="3275054"/>
                  </a:lnTo>
                  <a:lnTo>
                    <a:pt x="3116759" y="3275054"/>
                  </a:lnTo>
                  <a:lnTo>
                    <a:pt x="3116904" y="3275054"/>
                  </a:lnTo>
                  <a:lnTo>
                    <a:pt x="3117195" y="3275054"/>
                  </a:lnTo>
                  <a:lnTo>
                    <a:pt x="3117340" y="3275054"/>
                  </a:lnTo>
                  <a:lnTo>
                    <a:pt x="3117631" y="3275054"/>
                  </a:lnTo>
                  <a:lnTo>
                    <a:pt x="3117777" y="3275054"/>
                  </a:lnTo>
                  <a:lnTo>
                    <a:pt x="3117777" y="3274430"/>
                  </a:lnTo>
                  <a:lnTo>
                    <a:pt x="3118068" y="3274430"/>
                  </a:lnTo>
                  <a:lnTo>
                    <a:pt x="3118213" y="3273807"/>
                  </a:lnTo>
                  <a:lnTo>
                    <a:pt x="3118504" y="3273807"/>
                  </a:lnTo>
                  <a:lnTo>
                    <a:pt x="3118504" y="3271936"/>
                  </a:lnTo>
                  <a:lnTo>
                    <a:pt x="3118649" y="3271936"/>
                  </a:lnTo>
                  <a:lnTo>
                    <a:pt x="3118795" y="3271312"/>
                  </a:lnTo>
                  <a:lnTo>
                    <a:pt x="3118940" y="3271312"/>
                  </a:lnTo>
                  <a:lnTo>
                    <a:pt x="3119086" y="3271312"/>
                  </a:lnTo>
                  <a:lnTo>
                    <a:pt x="3119231" y="3271312"/>
                  </a:lnTo>
                  <a:lnTo>
                    <a:pt x="3119376" y="3271312"/>
                  </a:lnTo>
                  <a:lnTo>
                    <a:pt x="3119958" y="3271312"/>
                  </a:lnTo>
                  <a:lnTo>
                    <a:pt x="3124321" y="3266324"/>
                  </a:lnTo>
                  <a:lnTo>
                    <a:pt x="3124612" y="3266324"/>
                  </a:lnTo>
                  <a:lnTo>
                    <a:pt x="3125193" y="3266324"/>
                  </a:lnTo>
                  <a:lnTo>
                    <a:pt x="3125630" y="3266324"/>
                  </a:lnTo>
                  <a:lnTo>
                    <a:pt x="3125775" y="3266324"/>
                  </a:lnTo>
                  <a:lnTo>
                    <a:pt x="3125775" y="3265700"/>
                  </a:lnTo>
                  <a:lnTo>
                    <a:pt x="3125921" y="3265700"/>
                  </a:lnTo>
                  <a:lnTo>
                    <a:pt x="3126357" y="3265700"/>
                  </a:lnTo>
                  <a:lnTo>
                    <a:pt x="3126938" y="3265700"/>
                  </a:lnTo>
                  <a:lnTo>
                    <a:pt x="3127084" y="3265700"/>
                  </a:lnTo>
                  <a:lnTo>
                    <a:pt x="3127229" y="3265700"/>
                  </a:lnTo>
                  <a:lnTo>
                    <a:pt x="3127811" y="3265077"/>
                  </a:lnTo>
                  <a:lnTo>
                    <a:pt x="3128538" y="3265077"/>
                  </a:lnTo>
                  <a:lnTo>
                    <a:pt x="3128684" y="3265077"/>
                  </a:lnTo>
                  <a:lnTo>
                    <a:pt x="3129120" y="3265077"/>
                  </a:lnTo>
                  <a:lnTo>
                    <a:pt x="3129265" y="3265077"/>
                  </a:lnTo>
                  <a:lnTo>
                    <a:pt x="3129556" y="3263829"/>
                  </a:lnTo>
                  <a:lnTo>
                    <a:pt x="3129702" y="3263829"/>
                  </a:lnTo>
                  <a:lnTo>
                    <a:pt x="3129702" y="3263206"/>
                  </a:lnTo>
                  <a:lnTo>
                    <a:pt x="3129847" y="3263206"/>
                  </a:lnTo>
                  <a:lnTo>
                    <a:pt x="3130138" y="3262582"/>
                  </a:lnTo>
                  <a:lnTo>
                    <a:pt x="3130283" y="3262582"/>
                  </a:lnTo>
                  <a:lnTo>
                    <a:pt x="3130574" y="3262582"/>
                  </a:lnTo>
                  <a:lnTo>
                    <a:pt x="3130720" y="3262582"/>
                  </a:lnTo>
                  <a:lnTo>
                    <a:pt x="3131301" y="3262582"/>
                  </a:lnTo>
                  <a:lnTo>
                    <a:pt x="3132028" y="3262582"/>
                  </a:lnTo>
                  <a:lnTo>
                    <a:pt x="3132028" y="3261959"/>
                  </a:lnTo>
                  <a:lnTo>
                    <a:pt x="3132756" y="3261335"/>
                  </a:lnTo>
                  <a:lnTo>
                    <a:pt x="3133483" y="3261335"/>
                  </a:lnTo>
                  <a:lnTo>
                    <a:pt x="3133919" y="3261335"/>
                  </a:lnTo>
                  <a:lnTo>
                    <a:pt x="3134501" y="3261335"/>
                  </a:lnTo>
                  <a:lnTo>
                    <a:pt x="3134501" y="3260711"/>
                  </a:lnTo>
                  <a:lnTo>
                    <a:pt x="3134937" y="3260088"/>
                  </a:lnTo>
                  <a:lnTo>
                    <a:pt x="3135082" y="3260088"/>
                  </a:lnTo>
                  <a:lnTo>
                    <a:pt x="3135373" y="3260088"/>
                  </a:lnTo>
                  <a:lnTo>
                    <a:pt x="3136100" y="3259464"/>
                  </a:lnTo>
                  <a:lnTo>
                    <a:pt x="3136391" y="3259464"/>
                  </a:lnTo>
                  <a:lnTo>
                    <a:pt x="3136537" y="3258217"/>
                  </a:lnTo>
                  <a:lnTo>
                    <a:pt x="3137409" y="3258217"/>
                  </a:lnTo>
                  <a:lnTo>
                    <a:pt x="3137845" y="3257594"/>
                  </a:lnTo>
                  <a:lnTo>
                    <a:pt x="3137845" y="3256970"/>
                  </a:lnTo>
                  <a:lnTo>
                    <a:pt x="3137845" y="3256346"/>
                  </a:lnTo>
                  <a:lnTo>
                    <a:pt x="3137991" y="3255723"/>
                  </a:lnTo>
                  <a:lnTo>
                    <a:pt x="3137991" y="3255099"/>
                  </a:lnTo>
                  <a:lnTo>
                    <a:pt x="3138282" y="3255099"/>
                  </a:lnTo>
                  <a:lnTo>
                    <a:pt x="3138427" y="3255099"/>
                  </a:lnTo>
                  <a:lnTo>
                    <a:pt x="3139009" y="3255099"/>
                  </a:lnTo>
                  <a:lnTo>
                    <a:pt x="3139154" y="3255099"/>
                  </a:lnTo>
                  <a:lnTo>
                    <a:pt x="3139445" y="3255099"/>
                  </a:lnTo>
                  <a:lnTo>
                    <a:pt x="3139590" y="3255099"/>
                  </a:lnTo>
                  <a:lnTo>
                    <a:pt x="3139736" y="3255099"/>
                  </a:lnTo>
                  <a:lnTo>
                    <a:pt x="3140027" y="3255099"/>
                  </a:lnTo>
                  <a:lnTo>
                    <a:pt x="3140172" y="3255099"/>
                  </a:lnTo>
                  <a:lnTo>
                    <a:pt x="3140608" y="3255099"/>
                  </a:lnTo>
                  <a:lnTo>
                    <a:pt x="3140754" y="3255099"/>
                  </a:lnTo>
                  <a:lnTo>
                    <a:pt x="3140899" y="3255099"/>
                  </a:lnTo>
                  <a:lnTo>
                    <a:pt x="3141190" y="3255099"/>
                  </a:lnTo>
                  <a:lnTo>
                    <a:pt x="3141626" y="3255099"/>
                  </a:lnTo>
                  <a:lnTo>
                    <a:pt x="3141772" y="3255099"/>
                  </a:lnTo>
                  <a:lnTo>
                    <a:pt x="3141917" y="3255099"/>
                  </a:lnTo>
                  <a:lnTo>
                    <a:pt x="3142063" y="3255099"/>
                  </a:lnTo>
                  <a:lnTo>
                    <a:pt x="3142063" y="3254476"/>
                  </a:lnTo>
                  <a:lnTo>
                    <a:pt x="3142208" y="3253228"/>
                  </a:lnTo>
                  <a:lnTo>
                    <a:pt x="3142354" y="3253228"/>
                  </a:lnTo>
                  <a:lnTo>
                    <a:pt x="3142790" y="3253228"/>
                  </a:lnTo>
                  <a:lnTo>
                    <a:pt x="3142935" y="3253228"/>
                  </a:lnTo>
                  <a:lnTo>
                    <a:pt x="3143953" y="3253228"/>
                  </a:lnTo>
                  <a:lnTo>
                    <a:pt x="3144390" y="3251358"/>
                  </a:lnTo>
                  <a:lnTo>
                    <a:pt x="3144826" y="3250734"/>
                  </a:lnTo>
                  <a:lnTo>
                    <a:pt x="3145262" y="3250734"/>
                  </a:lnTo>
                  <a:lnTo>
                    <a:pt x="3145698" y="3250734"/>
                  </a:lnTo>
                  <a:lnTo>
                    <a:pt x="3146571" y="3249487"/>
                  </a:lnTo>
                  <a:lnTo>
                    <a:pt x="3146716" y="3248240"/>
                  </a:lnTo>
                  <a:lnTo>
                    <a:pt x="3147298" y="3247616"/>
                  </a:lnTo>
                  <a:lnTo>
                    <a:pt x="3147443" y="3247616"/>
                  </a:lnTo>
                  <a:lnTo>
                    <a:pt x="3147589" y="3247616"/>
                  </a:lnTo>
                  <a:lnTo>
                    <a:pt x="3147589" y="3246993"/>
                  </a:lnTo>
                  <a:lnTo>
                    <a:pt x="3147734" y="3246993"/>
                  </a:lnTo>
                  <a:lnTo>
                    <a:pt x="3148025" y="3245122"/>
                  </a:lnTo>
                  <a:lnTo>
                    <a:pt x="3148171" y="3243875"/>
                  </a:lnTo>
                  <a:lnTo>
                    <a:pt x="3148316" y="3243875"/>
                  </a:lnTo>
                  <a:lnTo>
                    <a:pt x="3148461" y="3243875"/>
                  </a:lnTo>
                  <a:lnTo>
                    <a:pt x="3148461" y="3243251"/>
                  </a:lnTo>
                  <a:lnTo>
                    <a:pt x="3148607" y="3243251"/>
                  </a:lnTo>
                  <a:lnTo>
                    <a:pt x="3148898" y="3243251"/>
                  </a:lnTo>
                  <a:lnTo>
                    <a:pt x="3149189" y="3243251"/>
                  </a:lnTo>
                  <a:lnTo>
                    <a:pt x="3149479" y="3243251"/>
                  </a:lnTo>
                  <a:lnTo>
                    <a:pt x="3149625" y="3243251"/>
                  </a:lnTo>
                  <a:lnTo>
                    <a:pt x="3150061" y="3243251"/>
                  </a:lnTo>
                  <a:lnTo>
                    <a:pt x="3150207" y="3243251"/>
                  </a:lnTo>
                  <a:lnTo>
                    <a:pt x="3151225" y="3242004"/>
                  </a:lnTo>
                  <a:lnTo>
                    <a:pt x="3151515" y="3242004"/>
                  </a:lnTo>
                  <a:lnTo>
                    <a:pt x="3151661" y="3242004"/>
                  </a:lnTo>
                  <a:lnTo>
                    <a:pt x="3151806" y="3242004"/>
                  </a:lnTo>
                  <a:lnTo>
                    <a:pt x="3151952" y="3241380"/>
                  </a:lnTo>
                  <a:lnTo>
                    <a:pt x="3151952" y="3240757"/>
                  </a:lnTo>
                  <a:lnTo>
                    <a:pt x="3152243" y="3240757"/>
                  </a:lnTo>
                  <a:lnTo>
                    <a:pt x="3152679" y="3240757"/>
                  </a:lnTo>
                  <a:lnTo>
                    <a:pt x="3153115" y="3240757"/>
                  </a:lnTo>
                  <a:lnTo>
                    <a:pt x="3153115" y="3240133"/>
                  </a:lnTo>
                  <a:lnTo>
                    <a:pt x="3153406" y="3240133"/>
                  </a:lnTo>
                  <a:lnTo>
                    <a:pt x="3153551" y="3240133"/>
                  </a:lnTo>
                  <a:lnTo>
                    <a:pt x="3153697" y="3240133"/>
                  </a:lnTo>
                  <a:lnTo>
                    <a:pt x="3153988" y="3240133"/>
                  </a:lnTo>
                  <a:lnTo>
                    <a:pt x="3154424" y="3240133"/>
                  </a:lnTo>
                  <a:lnTo>
                    <a:pt x="3154715" y="3240133"/>
                  </a:lnTo>
                  <a:lnTo>
                    <a:pt x="3155151" y="3239510"/>
                  </a:lnTo>
                  <a:lnTo>
                    <a:pt x="3155587" y="3239510"/>
                  </a:lnTo>
                  <a:lnTo>
                    <a:pt x="3155733" y="3239510"/>
                  </a:lnTo>
                  <a:lnTo>
                    <a:pt x="3155878" y="3239510"/>
                  </a:lnTo>
                  <a:lnTo>
                    <a:pt x="3156024" y="3239510"/>
                  </a:lnTo>
                  <a:lnTo>
                    <a:pt x="3156169" y="3239510"/>
                  </a:lnTo>
                  <a:lnTo>
                    <a:pt x="3156460" y="3239510"/>
                  </a:lnTo>
                  <a:lnTo>
                    <a:pt x="3156751" y="3239510"/>
                  </a:lnTo>
                  <a:lnTo>
                    <a:pt x="3157478" y="3237639"/>
                  </a:lnTo>
                  <a:lnTo>
                    <a:pt x="3157623" y="3237639"/>
                  </a:lnTo>
                  <a:lnTo>
                    <a:pt x="3157769" y="3237639"/>
                  </a:lnTo>
                  <a:lnTo>
                    <a:pt x="3157914" y="3237639"/>
                  </a:lnTo>
                  <a:lnTo>
                    <a:pt x="3158060" y="3237639"/>
                  </a:lnTo>
                  <a:lnTo>
                    <a:pt x="3158060" y="3237015"/>
                  </a:lnTo>
                  <a:lnTo>
                    <a:pt x="3158496" y="3237015"/>
                  </a:lnTo>
                  <a:lnTo>
                    <a:pt x="3158641" y="3237015"/>
                  </a:lnTo>
                  <a:lnTo>
                    <a:pt x="3158787" y="3237015"/>
                  </a:lnTo>
                  <a:lnTo>
                    <a:pt x="3158787" y="3236392"/>
                  </a:lnTo>
                  <a:lnTo>
                    <a:pt x="3159078" y="3236392"/>
                  </a:lnTo>
                  <a:lnTo>
                    <a:pt x="3159223" y="3235768"/>
                  </a:lnTo>
                  <a:lnTo>
                    <a:pt x="3159368" y="3235768"/>
                  </a:lnTo>
                  <a:lnTo>
                    <a:pt x="3159514" y="3235768"/>
                  </a:lnTo>
                  <a:lnTo>
                    <a:pt x="3159659" y="3235768"/>
                  </a:lnTo>
                  <a:lnTo>
                    <a:pt x="3159805" y="3235768"/>
                  </a:lnTo>
                  <a:lnTo>
                    <a:pt x="3159950" y="3235768"/>
                  </a:lnTo>
                  <a:lnTo>
                    <a:pt x="3160532" y="3233897"/>
                  </a:lnTo>
                  <a:lnTo>
                    <a:pt x="3160677" y="3233897"/>
                  </a:lnTo>
                  <a:lnTo>
                    <a:pt x="3160968" y="3233897"/>
                  </a:lnTo>
                  <a:lnTo>
                    <a:pt x="3161113" y="3233897"/>
                  </a:lnTo>
                  <a:lnTo>
                    <a:pt x="3161259" y="3233897"/>
                  </a:lnTo>
                  <a:lnTo>
                    <a:pt x="3161550" y="3233897"/>
                  </a:lnTo>
                  <a:lnTo>
                    <a:pt x="3161695" y="3233274"/>
                  </a:lnTo>
                  <a:lnTo>
                    <a:pt x="3161841" y="3233274"/>
                  </a:lnTo>
                  <a:lnTo>
                    <a:pt x="3162859" y="3232027"/>
                  </a:lnTo>
                  <a:lnTo>
                    <a:pt x="3163440" y="3231403"/>
                  </a:lnTo>
                  <a:lnTo>
                    <a:pt x="3163586" y="3231403"/>
                  </a:lnTo>
                  <a:lnTo>
                    <a:pt x="3164458" y="3230156"/>
                  </a:lnTo>
                  <a:lnTo>
                    <a:pt x="3164895" y="3229532"/>
                  </a:lnTo>
                  <a:lnTo>
                    <a:pt x="3165040" y="3229532"/>
                  </a:lnTo>
                  <a:lnTo>
                    <a:pt x="3165331" y="3229532"/>
                  </a:lnTo>
                  <a:lnTo>
                    <a:pt x="3165622" y="3229532"/>
                  </a:lnTo>
                  <a:lnTo>
                    <a:pt x="3166058" y="3229532"/>
                  </a:lnTo>
                  <a:lnTo>
                    <a:pt x="3166494" y="3228285"/>
                  </a:lnTo>
                  <a:lnTo>
                    <a:pt x="3166930" y="3228285"/>
                  </a:lnTo>
                  <a:lnTo>
                    <a:pt x="3167076" y="3228285"/>
                  </a:lnTo>
                  <a:lnTo>
                    <a:pt x="3167367" y="3228285"/>
                  </a:lnTo>
                  <a:lnTo>
                    <a:pt x="3167512" y="3228285"/>
                  </a:lnTo>
                  <a:lnTo>
                    <a:pt x="3167658" y="3228285"/>
                  </a:lnTo>
                  <a:lnTo>
                    <a:pt x="3167803" y="3228285"/>
                  </a:lnTo>
                  <a:lnTo>
                    <a:pt x="3167948" y="3227662"/>
                  </a:lnTo>
                  <a:lnTo>
                    <a:pt x="3168094" y="3227662"/>
                  </a:lnTo>
                  <a:lnTo>
                    <a:pt x="3168676" y="3227662"/>
                  </a:lnTo>
                  <a:lnTo>
                    <a:pt x="3168821" y="3227038"/>
                  </a:lnTo>
                  <a:lnTo>
                    <a:pt x="3168966" y="3227038"/>
                  </a:lnTo>
                  <a:lnTo>
                    <a:pt x="3169257" y="3227038"/>
                  </a:lnTo>
                  <a:lnTo>
                    <a:pt x="3169403" y="3225791"/>
                  </a:lnTo>
                  <a:lnTo>
                    <a:pt x="3169403" y="3225167"/>
                  </a:lnTo>
                  <a:lnTo>
                    <a:pt x="3169548" y="3225167"/>
                  </a:lnTo>
                  <a:lnTo>
                    <a:pt x="3169548" y="3223297"/>
                  </a:lnTo>
                  <a:lnTo>
                    <a:pt x="3169694" y="3223297"/>
                  </a:lnTo>
                  <a:lnTo>
                    <a:pt x="3169984" y="3222049"/>
                  </a:lnTo>
                  <a:lnTo>
                    <a:pt x="3170275" y="3222049"/>
                  </a:lnTo>
                  <a:lnTo>
                    <a:pt x="3170421" y="3222049"/>
                  </a:lnTo>
                  <a:lnTo>
                    <a:pt x="3170857" y="3222049"/>
                  </a:lnTo>
                  <a:lnTo>
                    <a:pt x="3171293" y="3221426"/>
                  </a:lnTo>
                  <a:lnTo>
                    <a:pt x="3171293" y="3220802"/>
                  </a:lnTo>
                  <a:lnTo>
                    <a:pt x="3171584" y="3220802"/>
                  </a:lnTo>
                  <a:lnTo>
                    <a:pt x="3172020" y="3220179"/>
                  </a:lnTo>
                  <a:lnTo>
                    <a:pt x="3172311" y="3220179"/>
                  </a:lnTo>
                  <a:lnTo>
                    <a:pt x="3172457" y="3220179"/>
                  </a:lnTo>
                  <a:lnTo>
                    <a:pt x="3172602" y="3220179"/>
                  </a:lnTo>
                  <a:lnTo>
                    <a:pt x="3173329" y="3219555"/>
                  </a:lnTo>
                  <a:lnTo>
                    <a:pt x="3173475" y="3219555"/>
                  </a:lnTo>
                  <a:lnTo>
                    <a:pt x="3173620" y="3219555"/>
                  </a:lnTo>
                  <a:lnTo>
                    <a:pt x="3173765" y="3219555"/>
                  </a:lnTo>
                  <a:lnTo>
                    <a:pt x="3173911" y="3219555"/>
                  </a:lnTo>
                  <a:lnTo>
                    <a:pt x="3174056" y="3219555"/>
                  </a:lnTo>
                  <a:lnTo>
                    <a:pt x="3174638" y="3219555"/>
                  </a:lnTo>
                  <a:lnTo>
                    <a:pt x="3174929" y="3219555"/>
                  </a:lnTo>
                  <a:lnTo>
                    <a:pt x="3174929" y="3218931"/>
                  </a:lnTo>
                  <a:lnTo>
                    <a:pt x="3175074" y="3218931"/>
                  </a:lnTo>
                  <a:lnTo>
                    <a:pt x="3175220" y="3218931"/>
                  </a:lnTo>
                  <a:lnTo>
                    <a:pt x="3175511" y="3217684"/>
                  </a:lnTo>
                  <a:lnTo>
                    <a:pt x="3175656" y="3217684"/>
                  </a:lnTo>
                  <a:lnTo>
                    <a:pt x="3176092" y="3217061"/>
                  </a:lnTo>
                  <a:lnTo>
                    <a:pt x="3176819" y="3215814"/>
                  </a:lnTo>
                  <a:lnTo>
                    <a:pt x="3176819" y="3215190"/>
                  </a:lnTo>
                  <a:lnTo>
                    <a:pt x="3177110" y="3215190"/>
                  </a:lnTo>
                  <a:lnTo>
                    <a:pt x="3177547" y="3215190"/>
                  </a:lnTo>
                  <a:lnTo>
                    <a:pt x="3177837" y="3214566"/>
                  </a:lnTo>
                  <a:lnTo>
                    <a:pt x="3178128" y="3213943"/>
                  </a:lnTo>
                  <a:lnTo>
                    <a:pt x="3178274" y="3213943"/>
                  </a:lnTo>
                  <a:lnTo>
                    <a:pt x="3178419" y="3213943"/>
                  </a:lnTo>
                  <a:lnTo>
                    <a:pt x="3178565" y="3213943"/>
                  </a:lnTo>
                  <a:lnTo>
                    <a:pt x="3178565" y="3213319"/>
                  </a:lnTo>
                  <a:lnTo>
                    <a:pt x="3178710" y="3213319"/>
                  </a:lnTo>
                  <a:lnTo>
                    <a:pt x="3179001" y="3213319"/>
                  </a:lnTo>
                  <a:lnTo>
                    <a:pt x="3179292" y="3212072"/>
                  </a:lnTo>
                  <a:lnTo>
                    <a:pt x="3179728" y="3211448"/>
                  </a:lnTo>
                  <a:lnTo>
                    <a:pt x="3179728" y="3210825"/>
                  </a:lnTo>
                  <a:lnTo>
                    <a:pt x="3180310" y="3208954"/>
                  </a:lnTo>
                  <a:lnTo>
                    <a:pt x="3180455" y="3208954"/>
                  </a:lnTo>
                  <a:lnTo>
                    <a:pt x="3180746" y="3208954"/>
                  </a:lnTo>
                  <a:lnTo>
                    <a:pt x="3181182" y="3208954"/>
                  </a:lnTo>
                  <a:lnTo>
                    <a:pt x="3181328" y="3207707"/>
                  </a:lnTo>
                  <a:lnTo>
                    <a:pt x="3181473" y="3207707"/>
                  </a:lnTo>
                  <a:lnTo>
                    <a:pt x="3181618" y="3207707"/>
                  </a:lnTo>
                  <a:lnTo>
                    <a:pt x="3181618" y="3207083"/>
                  </a:lnTo>
                  <a:lnTo>
                    <a:pt x="3182055" y="3205836"/>
                  </a:lnTo>
                  <a:lnTo>
                    <a:pt x="3182200" y="3205836"/>
                  </a:lnTo>
                  <a:lnTo>
                    <a:pt x="3182927" y="3205836"/>
                  </a:lnTo>
                  <a:lnTo>
                    <a:pt x="3182927" y="3205213"/>
                  </a:lnTo>
                  <a:lnTo>
                    <a:pt x="3183218" y="3204589"/>
                  </a:lnTo>
                  <a:lnTo>
                    <a:pt x="3183364" y="3204589"/>
                  </a:lnTo>
                  <a:lnTo>
                    <a:pt x="3183945" y="3204589"/>
                  </a:lnTo>
                  <a:lnTo>
                    <a:pt x="3184236" y="3204589"/>
                  </a:lnTo>
                  <a:lnTo>
                    <a:pt x="3184382" y="3204589"/>
                  </a:lnTo>
                  <a:lnTo>
                    <a:pt x="3184818" y="3204589"/>
                  </a:lnTo>
                  <a:lnTo>
                    <a:pt x="3184963" y="3204589"/>
                  </a:lnTo>
                  <a:lnTo>
                    <a:pt x="3185109" y="3204589"/>
                  </a:lnTo>
                  <a:lnTo>
                    <a:pt x="3185109" y="3203965"/>
                  </a:lnTo>
                  <a:lnTo>
                    <a:pt x="3185400" y="3203965"/>
                  </a:lnTo>
                  <a:lnTo>
                    <a:pt x="3186127" y="3203342"/>
                  </a:lnTo>
                  <a:lnTo>
                    <a:pt x="3186708" y="3203342"/>
                  </a:lnTo>
                  <a:lnTo>
                    <a:pt x="3187290" y="3203342"/>
                  </a:lnTo>
                  <a:lnTo>
                    <a:pt x="3187290" y="3202718"/>
                  </a:lnTo>
                  <a:lnTo>
                    <a:pt x="3187872" y="3202095"/>
                  </a:lnTo>
                  <a:lnTo>
                    <a:pt x="3188599" y="3202095"/>
                  </a:lnTo>
                  <a:lnTo>
                    <a:pt x="3188744" y="3202095"/>
                  </a:lnTo>
                  <a:lnTo>
                    <a:pt x="3188890" y="3202095"/>
                  </a:lnTo>
                  <a:lnTo>
                    <a:pt x="3188890" y="3201471"/>
                  </a:lnTo>
                  <a:lnTo>
                    <a:pt x="3189035" y="3201471"/>
                  </a:lnTo>
                  <a:lnTo>
                    <a:pt x="3189035" y="3200848"/>
                  </a:lnTo>
                  <a:lnTo>
                    <a:pt x="3189035" y="3200224"/>
                  </a:lnTo>
                  <a:lnTo>
                    <a:pt x="3189762" y="3197730"/>
                  </a:lnTo>
                  <a:lnTo>
                    <a:pt x="3189908" y="3197730"/>
                  </a:lnTo>
                  <a:lnTo>
                    <a:pt x="3190199" y="3197730"/>
                  </a:lnTo>
                  <a:lnTo>
                    <a:pt x="3190780" y="3197730"/>
                  </a:lnTo>
                  <a:lnTo>
                    <a:pt x="3190926" y="3197730"/>
                  </a:lnTo>
                  <a:lnTo>
                    <a:pt x="3191217" y="3197730"/>
                  </a:lnTo>
                  <a:lnTo>
                    <a:pt x="3191362" y="3197730"/>
                  </a:lnTo>
                  <a:lnTo>
                    <a:pt x="3191362" y="3197106"/>
                  </a:lnTo>
                  <a:lnTo>
                    <a:pt x="3191362" y="3196482"/>
                  </a:lnTo>
                  <a:lnTo>
                    <a:pt x="3191362" y="3195859"/>
                  </a:lnTo>
                  <a:lnTo>
                    <a:pt x="3191362" y="3195235"/>
                  </a:lnTo>
                  <a:lnTo>
                    <a:pt x="3191944" y="3195235"/>
                  </a:lnTo>
                  <a:lnTo>
                    <a:pt x="3192235" y="3195235"/>
                  </a:lnTo>
                  <a:lnTo>
                    <a:pt x="3192380" y="3195235"/>
                  </a:lnTo>
                  <a:lnTo>
                    <a:pt x="3192525" y="3195235"/>
                  </a:lnTo>
                  <a:lnTo>
                    <a:pt x="3192816" y="3195235"/>
                  </a:lnTo>
                  <a:lnTo>
                    <a:pt x="3192962" y="3195235"/>
                  </a:lnTo>
                  <a:lnTo>
                    <a:pt x="3193107" y="3195235"/>
                  </a:lnTo>
                  <a:lnTo>
                    <a:pt x="3193398" y="3195235"/>
                  </a:lnTo>
                  <a:lnTo>
                    <a:pt x="3193834" y="3195235"/>
                  </a:lnTo>
                  <a:lnTo>
                    <a:pt x="3194125" y="3195235"/>
                  </a:lnTo>
                  <a:lnTo>
                    <a:pt x="3194416" y="3195235"/>
                  </a:lnTo>
                  <a:lnTo>
                    <a:pt x="3194561" y="3195235"/>
                  </a:lnTo>
                  <a:lnTo>
                    <a:pt x="3194707" y="3195235"/>
                  </a:lnTo>
                  <a:lnTo>
                    <a:pt x="3195288" y="3195235"/>
                  </a:lnTo>
                  <a:lnTo>
                    <a:pt x="3195579" y="3194612"/>
                  </a:lnTo>
                  <a:lnTo>
                    <a:pt x="3195725" y="3194612"/>
                  </a:lnTo>
                  <a:lnTo>
                    <a:pt x="3195870" y="3193365"/>
                  </a:lnTo>
                  <a:lnTo>
                    <a:pt x="3196452" y="3192117"/>
                  </a:lnTo>
                  <a:lnTo>
                    <a:pt x="3196452" y="3191494"/>
                  </a:lnTo>
                  <a:lnTo>
                    <a:pt x="3196597" y="3190870"/>
                  </a:lnTo>
                  <a:lnTo>
                    <a:pt x="3196888" y="3190247"/>
                  </a:lnTo>
                  <a:lnTo>
                    <a:pt x="3197179" y="3188999"/>
                  </a:lnTo>
                  <a:lnTo>
                    <a:pt x="3197615" y="3188376"/>
                  </a:lnTo>
                  <a:lnTo>
                    <a:pt x="3197615" y="3187752"/>
                  </a:lnTo>
                  <a:lnTo>
                    <a:pt x="3197906" y="3187752"/>
                  </a:lnTo>
                  <a:lnTo>
                    <a:pt x="3198779" y="3187129"/>
                  </a:lnTo>
                  <a:lnTo>
                    <a:pt x="3198924" y="3187129"/>
                  </a:lnTo>
                  <a:lnTo>
                    <a:pt x="3199215" y="3187129"/>
                  </a:lnTo>
                  <a:lnTo>
                    <a:pt x="3199360" y="3187129"/>
                  </a:lnTo>
                  <a:lnTo>
                    <a:pt x="3199651" y="3187129"/>
                  </a:lnTo>
                  <a:lnTo>
                    <a:pt x="3200669" y="3186505"/>
                  </a:lnTo>
                  <a:lnTo>
                    <a:pt x="3200815" y="3186505"/>
                  </a:lnTo>
                  <a:lnTo>
                    <a:pt x="3201105" y="3186505"/>
                  </a:lnTo>
                  <a:lnTo>
                    <a:pt x="3201251" y="3186505"/>
                  </a:lnTo>
                  <a:lnTo>
                    <a:pt x="3201396" y="3186505"/>
                  </a:lnTo>
                  <a:lnTo>
                    <a:pt x="3201542" y="3186505"/>
                  </a:lnTo>
                  <a:lnTo>
                    <a:pt x="3201833" y="3186505"/>
                  </a:lnTo>
                  <a:lnTo>
                    <a:pt x="3202414" y="3186505"/>
                  </a:lnTo>
                  <a:lnTo>
                    <a:pt x="3202560" y="3186505"/>
                  </a:lnTo>
                  <a:lnTo>
                    <a:pt x="3203141" y="3186505"/>
                  </a:lnTo>
                  <a:lnTo>
                    <a:pt x="3204305" y="3185882"/>
                  </a:lnTo>
                  <a:lnTo>
                    <a:pt x="3204450" y="3185882"/>
                  </a:lnTo>
                  <a:lnTo>
                    <a:pt x="3204741" y="3185882"/>
                  </a:lnTo>
                  <a:lnTo>
                    <a:pt x="3204887" y="3185882"/>
                  </a:lnTo>
                  <a:lnTo>
                    <a:pt x="3205032" y="3185258"/>
                  </a:lnTo>
                  <a:lnTo>
                    <a:pt x="3205323" y="3184634"/>
                  </a:lnTo>
                  <a:lnTo>
                    <a:pt x="3205468" y="3184634"/>
                  </a:lnTo>
                  <a:lnTo>
                    <a:pt x="3205905" y="3183387"/>
                  </a:lnTo>
                  <a:lnTo>
                    <a:pt x="3206050" y="3183387"/>
                  </a:lnTo>
                  <a:lnTo>
                    <a:pt x="3206195" y="3183387"/>
                  </a:lnTo>
                  <a:lnTo>
                    <a:pt x="3206486" y="3183387"/>
                  </a:lnTo>
                  <a:lnTo>
                    <a:pt x="3206632" y="3182764"/>
                  </a:lnTo>
                  <a:lnTo>
                    <a:pt x="3206777" y="3182764"/>
                  </a:lnTo>
                  <a:lnTo>
                    <a:pt x="3206923" y="3182764"/>
                  </a:lnTo>
                  <a:lnTo>
                    <a:pt x="3207213" y="3182764"/>
                  </a:lnTo>
                  <a:lnTo>
                    <a:pt x="3207359" y="3182764"/>
                  </a:lnTo>
                  <a:lnTo>
                    <a:pt x="3207650" y="3182140"/>
                  </a:lnTo>
                  <a:lnTo>
                    <a:pt x="3207650" y="3181516"/>
                  </a:lnTo>
                  <a:lnTo>
                    <a:pt x="3207795" y="3181516"/>
                  </a:lnTo>
                  <a:lnTo>
                    <a:pt x="3207940" y="3180893"/>
                  </a:lnTo>
                  <a:lnTo>
                    <a:pt x="3208086" y="3180893"/>
                  </a:lnTo>
                  <a:lnTo>
                    <a:pt x="3208086" y="3179646"/>
                  </a:lnTo>
                  <a:lnTo>
                    <a:pt x="3208377" y="3179022"/>
                  </a:lnTo>
                  <a:lnTo>
                    <a:pt x="3208377" y="3178399"/>
                  </a:lnTo>
                  <a:lnTo>
                    <a:pt x="3208522" y="3178399"/>
                  </a:lnTo>
                  <a:lnTo>
                    <a:pt x="3208813" y="3178399"/>
                  </a:lnTo>
                  <a:lnTo>
                    <a:pt x="3209104" y="3178399"/>
                  </a:lnTo>
                  <a:lnTo>
                    <a:pt x="3209249" y="3178399"/>
                  </a:lnTo>
                  <a:lnTo>
                    <a:pt x="3209395" y="3178399"/>
                  </a:lnTo>
                  <a:lnTo>
                    <a:pt x="3209831" y="3178399"/>
                  </a:lnTo>
                  <a:lnTo>
                    <a:pt x="3209976" y="3178399"/>
                  </a:lnTo>
                  <a:lnTo>
                    <a:pt x="3209976" y="3177775"/>
                  </a:lnTo>
                  <a:lnTo>
                    <a:pt x="3210267" y="3177775"/>
                  </a:lnTo>
                  <a:lnTo>
                    <a:pt x="3210704" y="3177775"/>
                  </a:lnTo>
                  <a:lnTo>
                    <a:pt x="3210849" y="3177775"/>
                  </a:lnTo>
                  <a:lnTo>
                    <a:pt x="3211140" y="3177151"/>
                  </a:lnTo>
                  <a:lnTo>
                    <a:pt x="3211285" y="3177151"/>
                  </a:lnTo>
                  <a:lnTo>
                    <a:pt x="3211576" y="3177151"/>
                  </a:lnTo>
                  <a:lnTo>
                    <a:pt x="3211722" y="3177151"/>
                  </a:lnTo>
                  <a:lnTo>
                    <a:pt x="3212158" y="3177151"/>
                  </a:lnTo>
                  <a:lnTo>
                    <a:pt x="3212158" y="3176528"/>
                  </a:lnTo>
                  <a:lnTo>
                    <a:pt x="3212594" y="3176528"/>
                  </a:lnTo>
                  <a:lnTo>
                    <a:pt x="3213321" y="3175281"/>
                  </a:lnTo>
                  <a:lnTo>
                    <a:pt x="3213467" y="3175281"/>
                  </a:lnTo>
                  <a:lnTo>
                    <a:pt x="3213612" y="3175281"/>
                  </a:lnTo>
                  <a:lnTo>
                    <a:pt x="3213903" y="3175281"/>
                  </a:lnTo>
                  <a:lnTo>
                    <a:pt x="3213903" y="3174657"/>
                  </a:lnTo>
                  <a:lnTo>
                    <a:pt x="3214048" y="3174657"/>
                  </a:lnTo>
                  <a:lnTo>
                    <a:pt x="3214194" y="3174657"/>
                  </a:lnTo>
                  <a:lnTo>
                    <a:pt x="3214194" y="3174034"/>
                  </a:lnTo>
                  <a:lnTo>
                    <a:pt x="3214775" y="3174034"/>
                  </a:lnTo>
                  <a:lnTo>
                    <a:pt x="3214921" y="3174034"/>
                  </a:lnTo>
                  <a:lnTo>
                    <a:pt x="3215212" y="3174034"/>
                  </a:lnTo>
                  <a:lnTo>
                    <a:pt x="3215357" y="3174034"/>
                  </a:lnTo>
                  <a:lnTo>
                    <a:pt x="3215503" y="3174034"/>
                  </a:lnTo>
                  <a:lnTo>
                    <a:pt x="3215793" y="3174034"/>
                  </a:lnTo>
                  <a:lnTo>
                    <a:pt x="3216084" y="3173410"/>
                  </a:lnTo>
                  <a:lnTo>
                    <a:pt x="3216375" y="3173410"/>
                  </a:lnTo>
                  <a:lnTo>
                    <a:pt x="3216521" y="3172786"/>
                  </a:lnTo>
                  <a:lnTo>
                    <a:pt x="3217102" y="3172163"/>
                  </a:lnTo>
                  <a:lnTo>
                    <a:pt x="3217539" y="3172163"/>
                  </a:lnTo>
                  <a:lnTo>
                    <a:pt x="3218120" y="3172163"/>
                  </a:lnTo>
                  <a:lnTo>
                    <a:pt x="3218266" y="3172163"/>
                  </a:lnTo>
                  <a:lnTo>
                    <a:pt x="3218702" y="3171539"/>
                  </a:lnTo>
                  <a:lnTo>
                    <a:pt x="3218847" y="3171539"/>
                  </a:lnTo>
                  <a:lnTo>
                    <a:pt x="3219429" y="3171539"/>
                  </a:lnTo>
                  <a:lnTo>
                    <a:pt x="3219865" y="3171539"/>
                  </a:lnTo>
                  <a:lnTo>
                    <a:pt x="3220011" y="3170916"/>
                  </a:lnTo>
                  <a:lnTo>
                    <a:pt x="3220156" y="3170916"/>
                  </a:lnTo>
                  <a:lnTo>
                    <a:pt x="3220302" y="3170916"/>
                  </a:lnTo>
                  <a:lnTo>
                    <a:pt x="3220447" y="3170916"/>
                  </a:lnTo>
                  <a:lnTo>
                    <a:pt x="3220592" y="3170916"/>
                  </a:lnTo>
                  <a:lnTo>
                    <a:pt x="3220738" y="3170916"/>
                  </a:lnTo>
                  <a:lnTo>
                    <a:pt x="3220883" y="3170292"/>
                  </a:lnTo>
                  <a:lnTo>
                    <a:pt x="3221029" y="3170292"/>
                  </a:lnTo>
                  <a:lnTo>
                    <a:pt x="3221174" y="3170292"/>
                  </a:lnTo>
                  <a:lnTo>
                    <a:pt x="3221174" y="3169668"/>
                  </a:lnTo>
                  <a:lnTo>
                    <a:pt x="3221465" y="3169668"/>
                  </a:lnTo>
                  <a:lnTo>
                    <a:pt x="3221610" y="3169668"/>
                  </a:lnTo>
                  <a:lnTo>
                    <a:pt x="3221756" y="3169668"/>
                  </a:lnTo>
                  <a:lnTo>
                    <a:pt x="3222047" y="3169668"/>
                  </a:lnTo>
                  <a:lnTo>
                    <a:pt x="3222047" y="3169045"/>
                  </a:lnTo>
                  <a:lnTo>
                    <a:pt x="3222192" y="3168421"/>
                  </a:lnTo>
                  <a:lnTo>
                    <a:pt x="3222628" y="3168421"/>
                  </a:lnTo>
                  <a:lnTo>
                    <a:pt x="3222919" y="3168421"/>
                  </a:lnTo>
                  <a:lnTo>
                    <a:pt x="3223065" y="3168421"/>
                  </a:lnTo>
                  <a:lnTo>
                    <a:pt x="3223210" y="3168421"/>
                  </a:lnTo>
                  <a:lnTo>
                    <a:pt x="3225101" y="3164680"/>
                  </a:lnTo>
                  <a:lnTo>
                    <a:pt x="3225682" y="3164680"/>
                  </a:lnTo>
                  <a:lnTo>
                    <a:pt x="3225828" y="3164680"/>
                  </a:lnTo>
                  <a:lnTo>
                    <a:pt x="3225973" y="3164680"/>
                  </a:lnTo>
                  <a:lnTo>
                    <a:pt x="3226119" y="3164680"/>
                  </a:lnTo>
                  <a:lnTo>
                    <a:pt x="3226264" y="3164680"/>
                  </a:lnTo>
                  <a:lnTo>
                    <a:pt x="3226410" y="3164680"/>
                  </a:lnTo>
                  <a:lnTo>
                    <a:pt x="3227137" y="3164056"/>
                  </a:lnTo>
                  <a:lnTo>
                    <a:pt x="3227282" y="3164056"/>
                  </a:lnTo>
                  <a:lnTo>
                    <a:pt x="3227718" y="3164056"/>
                  </a:lnTo>
                  <a:lnTo>
                    <a:pt x="3227864" y="3164056"/>
                  </a:lnTo>
                  <a:lnTo>
                    <a:pt x="3228155" y="3164056"/>
                  </a:lnTo>
                  <a:lnTo>
                    <a:pt x="3228300" y="3164056"/>
                  </a:lnTo>
                  <a:lnTo>
                    <a:pt x="3228300" y="3163433"/>
                  </a:lnTo>
                  <a:lnTo>
                    <a:pt x="3228445" y="3163433"/>
                  </a:lnTo>
                  <a:lnTo>
                    <a:pt x="3228591" y="3163433"/>
                  </a:lnTo>
                  <a:lnTo>
                    <a:pt x="3228736" y="3163433"/>
                  </a:lnTo>
                  <a:lnTo>
                    <a:pt x="3228882" y="3162809"/>
                  </a:lnTo>
                  <a:lnTo>
                    <a:pt x="3229027" y="3161562"/>
                  </a:lnTo>
                  <a:lnTo>
                    <a:pt x="3229609" y="3161562"/>
                  </a:lnTo>
                  <a:lnTo>
                    <a:pt x="3230045" y="3160938"/>
                  </a:lnTo>
                  <a:lnTo>
                    <a:pt x="3230191" y="3160315"/>
                  </a:lnTo>
                  <a:lnTo>
                    <a:pt x="3230481" y="3160315"/>
                  </a:lnTo>
                  <a:lnTo>
                    <a:pt x="3230481" y="3159691"/>
                  </a:lnTo>
                  <a:lnTo>
                    <a:pt x="3230627" y="3159691"/>
                  </a:lnTo>
                  <a:lnTo>
                    <a:pt x="3230918" y="3159068"/>
                  </a:lnTo>
                  <a:lnTo>
                    <a:pt x="3231354" y="3159068"/>
                  </a:lnTo>
                  <a:lnTo>
                    <a:pt x="3231790" y="3158444"/>
                  </a:lnTo>
                  <a:lnTo>
                    <a:pt x="3232372" y="3158444"/>
                  </a:lnTo>
                  <a:lnTo>
                    <a:pt x="3232663" y="3158444"/>
                  </a:lnTo>
                  <a:lnTo>
                    <a:pt x="3232663" y="3157197"/>
                  </a:lnTo>
                  <a:lnTo>
                    <a:pt x="3232954" y="3157197"/>
                  </a:lnTo>
                  <a:lnTo>
                    <a:pt x="3233099" y="3157197"/>
                  </a:lnTo>
                  <a:lnTo>
                    <a:pt x="3233245" y="3157197"/>
                  </a:lnTo>
                  <a:lnTo>
                    <a:pt x="3233390" y="3157197"/>
                  </a:lnTo>
                  <a:lnTo>
                    <a:pt x="3233826" y="3157197"/>
                  </a:lnTo>
                  <a:lnTo>
                    <a:pt x="3233826" y="3156573"/>
                  </a:lnTo>
                  <a:lnTo>
                    <a:pt x="3233972" y="3156573"/>
                  </a:lnTo>
                  <a:lnTo>
                    <a:pt x="3234117" y="3156573"/>
                  </a:lnTo>
                  <a:lnTo>
                    <a:pt x="3234262" y="3156573"/>
                  </a:lnTo>
                  <a:lnTo>
                    <a:pt x="3234844" y="3156573"/>
                  </a:lnTo>
                  <a:lnTo>
                    <a:pt x="3235426" y="3155950"/>
                  </a:lnTo>
                  <a:lnTo>
                    <a:pt x="3235571" y="3155950"/>
                  </a:lnTo>
                  <a:lnTo>
                    <a:pt x="3235862" y="3155950"/>
                  </a:lnTo>
                  <a:lnTo>
                    <a:pt x="3236008" y="3155950"/>
                  </a:lnTo>
                  <a:lnTo>
                    <a:pt x="3236153" y="3155326"/>
                  </a:lnTo>
                  <a:lnTo>
                    <a:pt x="3236444" y="3155326"/>
                  </a:lnTo>
                  <a:lnTo>
                    <a:pt x="3236589" y="3155326"/>
                  </a:lnTo>
                  <a:lnTo>
                    <a:pt x="3236735" y="3155326"/>
                  </a:lnTo>
                  <a:lnTo>
                    <a:pt x="3237316" y="3154702"/>
                  </a:lnTo>
                  <a:lnTo>
                    <a:pt x="3237607" y="3154702"/>
                  </a:lnTo>
                  <a:lnTo>
                    <a:pt x="3237898" y="3154702"/>
                  </a:lnTo>
                  <a:lnTo>
                    <a:pt x="3238916" y="3153455"/>
                  </a:lnTo>
                  <a:lnTo>
                    <a:pt x="3239062" y="3153455"/>
                  </a:lnTo>
                  <a:lnTo>
                    <a:pt x="3239207" y="3153455"/>
                  </a:lnTo>
                  <a:lnTo>
                    <a:pt x="3239352" y="3153455"/>
                  </a:lnTo>
                  <a:lnTo>
                    <a:pt x="3239498" y="3153455"/>
                  </a:lnTo>
                  <a:lnTo>
                    <a:pt x="3239643" y="3153455"/>
                  </a:lnTo>
                  <a:lnTo>
                    <a:pt x="3239789" y="3153455"/>
                  </a:lnTo>
                  <a:lnTo>
                    <a:pt x="3239934" y="3153455"/>
                  </a:lnTo>
                  <a:lnTo>
                    <a:pt x="3240225" y="3151585"/>
                  </a:lnTo>
                  <a:lnTo>
                    <a:pt x="3240516" y="3151585"/>
                  </a:lnTo>
                  <a:lnTo>
                    <a:pt x="3240661" y="3150961"/>
                  </a:lnTo>
                  <a:lnTo>
                    <a:pt x="3240952" y="3150337"/>
                  </a:lnTo>
                  <a:lnTo>
                    <a:pt x="3241243" y="3149714"/>
                  </a:lnTo>
                  <a:lnTo>
                    <a:pt x="3241388" y="3149714"/>
                  </a:lnTo>
                  <a:lnTo>
                    <a:pt x="3241534" y="3149714"/>
                  </a:lnTo>
                  <a:lnTo>
                    <a:pt x="3241825" y="3149714"/>
                  </a:lnTo>
                  <a:lnTo>
                    <a:pt x="3241970" y="3149714"/>
                  </a:lnTo>
                  <a:lnTo>
                    <a:pt x="3242115" y="3149714"/>
                  </a:lnTo>
                  <a:lnTo>
                    <a:pt x="3242988" y="3148467"/>
                  </a:lnTo>
                  <a:lnTo>
                    <a:pt x="3243570" y="3148467"/>
                  </a:lnTo>
                  <a:lnTo>
                    <a:pt x="3243861" y="3148467"/>
                  </a:lnTo>
                  <a:lnTo>
                    <a:pt x="3244006" y="3147219"/>
                  </a:lnTo>
                  <a:lnTo>
                    <a:pt x="3244879" y="3146596"/>
                  </a:lnTo>
                  <a:lnTo>
                    <a:pt x="3244879" y="3145972"/>
                  </a:lnTo>
                  <a:lnTo>
                    <a:pt x="3245024" y="3145349"/>
                  </a:lnTo>
                  <a:lnTo>
                    <a:pt x="3245315" y="3145349"/>
                  </a:lnTo>
                  <a:lnTo>
                    <a:pt x="3245606" y="3145349"/>
                  </a:lnTo>
                  <a:lnTo>
                    <a:pt x="3245751" y="3144725"/>
                  </a:lnTo>
                  <a:lnTo>
                    <a:pt x="3245897" y="3144725"/>
                  </a:lnTo>
                  <a:lnTo>
                    <a:pt x="3246333" y="3144102"/>
                  </a:lnTo>
                  <a:lnTo>
                    <a:pt x="3246624" y="3144102"/>
                  </a:lnTo>
                  <a:lnTo>
                    <a:pt x="3247060" y="3144102"/>
                  </a:lnTo>
                  <a:lnTo>
                    <a:pt x="3247060" y="3143478"/>
                  </a:lnTo>
                  <a:lnTo>
                    <a:pt x="3247205" y="3143478"/>
                  </a:lnTo>
                  <a:lnTo>
                    <a:pt x="3247642" y="3143478"/>
                  </a:lnTo>
                  <a:lnTo>
                    <a:pt x="3247932" y="3143478"/>
                  </a:lnTo>
                  <a:lnTo>
                    <a:pt x="3248078" y="3143478"/>
                  </a:lnTo>
                  <a:lnTo>
                    <a:pt x="3248369" y="3143478"/>
                  </a:lnTo>
                  <a:lnTo>
                    <a:pt x="3248514" y="3143478"/>
                  </a:lnTo>
                  <a:lnTo>
                    <a:pt x="3248660" y="3143478"/>
                  </a:lnTo>
                  <a:lnTo>
                    <a:pt x="3249096" y="3142854"/>
                  </a:lnTo>
                  <a:lnTo>
                    <a:pt x="3249387" y="3142854"/>
                  </a:lnTo>
                  <a:lnTo>
                    <a:pt x="3250259" y="3142231"/>
                  </a:lnTo>
                  <a:lnTo>
                    <a:pt x="3250550" y="3142231"/>
                  </a:lnTo>
                  <a:lnTo>
                    <a:pt x="3250841" y="3142231"/>
                  </a:lnTo>
                  <a:lnTo>
                    <a:pt x="3250986" y="3142231"/>
                  </a:lnTo>
                  <a:lnTo>
                    <a:pt x="3251277" y="3142231"/>
                  </a:lnTo>
                  <a:lnTo>
                    <a:pt x="3251423" y="3142231"/>
                  </a:lnTo>
                  <a:lnTo>
                    <a:pt x="3251714" y="3142231"/>
                  </a:lnTo>
                  <a:lnTo>
                    <a:pt x="3251859" y="3142231"/>
                  </a:lnTo>
                  <a:lnTo>
                    <a:pt x="3252150" y="3142231"/>
                  </a:lnTo>
                  <a:lnTo>
                    <a:pt x="3252295" y="3142231"/>
                  </a:lnTo>
                  <a:lnTo>
                    <a:pt x="3252586" y="3141607"/>
                  </a:lnTo>
                  <a:lnTo>
                    <a:pt x="3252732" y="3140984"/>
                  </a:lnTo>
                  <a:lnTo>
                    <a:pt x="3252877" y="3140984"/>
                  </a:lnTo>
                  <a:lnTo>
                    <a:pt x="3253168" y="3140984"/>
                  </a:lnTo>
                  <a:lnTo>
                    <a:pt x="3253459" y="3140360"/>
                  </a:lnTo>
                  <a:lnTo>
                    <a:pt x="3253604" y="3140360"/>
                  </a:lnTo>
                  <a:lnTo>
                    <a:pt x="3253750" y="3140360"/>
                  </a:lnTo>
                  <a:lnTo>
                    <a:pt x="3253750" y="3139736"/>
                  </a:lnTo>
                  <a:lnTo>
                    <a:pt x="3253895" y="3139736"/>
                  </a:lnTo>
                  <a:lnTo>
                    <a:pt x="3254477" y="3139736"/>
                  </a:lnTo>
                  <a:lnTo>
                    <a:pt x="3254622" y="3139736"/>
                  </a:lnTo>
                  <a:lnTo>
                    <a:pt x="3255204" y="3139736"/>
                  </a:lnTo>
                  <a:lnTo>
                    <a:pt x="3255204" y="3139113"/>
                  </a:lnTo>
                  <a:lnTo>
                    <a:pt x="3255349" y="3139113"/>
                  </a:lnTo>
                  <a:lnTo>
                    <a:pt x="3255495" y="3139113"/>
                  </a:lnTo>
                  <a:lnTo>
                    <a:pt x="3255640" y="3139113"/>
                  </a:lnTo>
                  <a:lnTo>
                    <a:pt x="3256222" y="3139113"/>
                  </a:lnTo>
                  <a:lnTo>
                    <a:pt x="3256513" y="3139113"/>
                  </a:lnTo>
                  <a:lnTo>
                    <a:pt x="3256803" y="3139113"/>
                  </a:lnTo>
                  <a:lnTo>
                    <a:pt x="3256949" y="3139113"/>
                  </a:lnTo>
                  <a:lnTo>
                    <a:pt x="3257385" y="3139113"/>
                  </a:lnTo>
                  <a:lnTo>
                    <a:pt x="3258112" y="3138489"/>
                  </a:lnTo>
                  <a:lnTo>
                    <a:pt x="3258403" y="3138489"/>
                  </a:lnTo>
                  <a:lnTo>
                    <a:pt x="3258839" y="3138489"/>
                  </a:lnTo>
                  <a:lnTo>
                    <a:pt x="3258985" y="3138489"/>
                  </a:lnTo>
                  <a:lnTo>
                    <a:pt x="3259130" y="3138489"/>
                  </a:lnTo>
                  <a:lnTo>
                    <a:pt x="3259276" y="3137242"/>
                  </a:lnTo>
                  <a:lnTo>
                    <a:pt x="3259276" y="3136619"/>
                  </a:lnTo>
                  <a:lnTo>
                    <a:pt x="3259421" y="3136619"/>
                  </a:lnTo>
                  <a:lnTo>
                    <a:pt x="3259421" y="3135995"/>
                  </a:lnTo>
                  <a:lnTo>
                    <a:pt x="3259567" y="3135995"/>
                  </a:lnTo>
                  <a:lnTo>
                    <a:pt x="3259712" y="3135995"/>
                  </a:lnTo>
                  <a:lnTo>
                    <a:pt x="3260148" y="3135371"/>
                  </a:lnTo>
                  <a:lnTo>
                    <a:pt x="3260294" y="3135371"/>
                  </a:lnTo>
                  <a:lnTo>
                    <a:pt x="3261893" y="3135371"/>
                  </a:lnTo>
                  <a:lnTo>
                    <a:pt x="3262039" y="3135371"/>
                  </a:lnTo>
                  <a:lnTo>
                    <a:pt x="3262330" y="3135371"/>
                  </a:lnTo>
                  <a:lnTo>
                    <a:pt x="3262475" y="3134748"/>
                  </a:lnTo>
                  <a:lnTo>
                    <a:pt x="3262911" y="3133501"/>
                  </a:lnTo>
                  <a:lnTo>
                    <a:pt x="3263057" y="3133501"/>
                  </a:lnTo>
                  <a:lnTo>
                    <a:pt x="3263348" y="3133501"/>
                  </a:lnTo>
                  <a:lnTo>
                    <a:pt x="3263638" y="3133501"/>
                  </a:lnTo>
                  <a:lnTo>
                    <a:pt x="3263784" y="3133501"/>
                  </a:lnTo>
                  <a:lnTo>
                    <a:pt x="3263929" y="3132877"/>
                  </a:lnTo>
                  <a:lnTo>
                    <a:pt x="3264366" y="3132877"/>
                  </a:lnTo>
                  <a:lnTo>
                    <a:pt x="3264511" y="3132877"/>
                  </a:lnTo>
                  <a:lnTo>
                    <a:pt x="3264947" y="3132253"/>
                  </a:lnTo>
                  <a:lnTo>
                    <a:pt x="3264947" y="3131630"/>
                  </a:lnTo>
                  <a:lnTo>
                    <a:pt x="3264947" y="3131006"/>
                  </a:lnTo>
                  <a:lnTo>
                    <a:pt x="3265238" y="3131006"/>
                  </a:lnTo>
                  <a:lnTo>
                    <a:pt x="3265529" y="3131006"/>
                  </a:lnTo>
                  <a:lnTo>
                    <a:pt x="3266547" y="3129759"/>
                  </a:lnTo>
                  <a:lnTo>
                    <a:pt x="3266983" y="3129759"/>
                  </a:lnTo>
                  <a:lnTo>
                    <a:pt x="3267129" y="3129759"/>
                  </a:lnTo>
                  <a:lnTo>
                    <a:pt x="3267420" y="3129759"/>
                  </a:lnTo>
                  <a:lnTo>
                    <a:pt x="3267565" y="3129759"/>
                  </a:lnTo>
                  <a:lnTo>
                    <a:pt x="3267565" y="3128512"/>
                  </a:lnTo>
                  <a:lnTo>
                    <a:pt x="3267710" y="3128512"/>
                  </a:lnTo>
                  <a:lnTo>
                    <a:pt x="3268147" y="3128512"/>
                  </a:lnTo>
                  <a:lnTo>
                    <a:pt x="3268437" y="3127888"/>
                  </a:lnTo>
                  <a:lnTo>
                    <a:pt x="3268583" y="3127888"/>
                  </a:lnTo>
                  <a:lnTo>
                    <a:pt x="3268874" y="3127888"/>
                  </a:lnTo>
                  <a:lnTo>
                    <a:pt x="3269019" y="3127888"/>
                  </a:lnTo>
                  <a:lnTo>
                    <a:pt x="3269601" y="3127265"/>
                  </a:lnTo>
                  <a:lnTo>
                    <a:pt x="3270037" y="3127265"/>
                  </a:lnTo>
                  <a:lnTo>
                    <a:pt x="3270619" y="3126641"/>
                  </a:lnTo>
                  <a:lnTo>
                    <a:pt x="3270764" y="3126641"/>
                  </a:lnTo>
                  <a:lnTo>
                    <a:pt x="3270910" y="3126641"/>
                  </a:lnTo>
                  <a:lnTo>
                    <a:pt x="3271491" y="3126641"/>
                  </a:lnTo>
                  <a:lnTo>
                    <a:pt x="3271637" y="3126641"/>
                  </a:lnTo>
                  <a:lnTo>
                    <a:pt x="3271782" y="3126641"/>
                  </a:lnTo>
                  <a:lnTo>
                    <a:pt x="3272219" y="3126641"/>
                  </a:lnTo>
                  <a:lnTo>
                    <a:pt x="3272655" y="3126018"/>
                  </a:lnTo>
                  <a:lnTo>
                    <a:pt x="3272946" y="3126018"/>
                  </a:lnTo>
                  <a:lnTo>
                    <a:pt x="3273382" y="3126018"/>
                  </a:lnTo>
                  <a:lnTo>
                    <a:pt x="3273673" y="3125394"/>
                  </a:lnTo>
                  <a:lnTo>
                    <a:pt x="3273818" y="3125394"/>
                  </a:lnTo>
                  <a:lnTo>
                    <a:pt x="3273964" y="3125394"/>
                  </a:lnTo>
                  <a:lnTo>
                    <a:pt x="3273964" y="3124771"/>
                  </a:lnTo>
                  <a:lnTo>
                    <a:pt x="3274545" y="3124771"/>
                  </a:lnTo>
                  <a:lnTo>
                    <a:pt x="3274691" y="3124147"/>
                  </a:lnTo>
                  <a:lnTo>
                    <a:pt x="3274982" y="3123523"/>
                  </a:lnTo>
                  <a:lnTo>
                    <a:pt x="3275127" y="3123523"/>
                  </a:lnTo>
                  <a:lnTo>
                    <a:pt x="3275272" y="3123523"/>
                  </a:lnTo>
                  <a:lnTo>
                    <a:pt x="3275418" y="3123523"/>
                  </a:lnTo>
                  <a:lnTo>
                    <a:pt x="3275563" y="3123523"/>
                  </a:lnTo>
                  <a:lnTo>
                    <a:pt x="3275709" y="3123523"/>
                  </a:lnTo>
                  <a:lnTo>
                    <a:pt x="3276000" y="3122900"/>
                  </a:lnTo>
                  <a:lnTo>
                    <a:pt x="3276290" y="3122900"/>
                  </a:lnTo>
                  <a:lnTo>
                    <a:pt x="3276436" y="3122900"/>
                  </a:lnTo>
                  <a:lnTo>
                    <a:pt x="3276581" y="3122900"/>
                  </a:lnTo>
                  <a:lnTo>
                    <a:pt x="3276872" y="3122900"/>
                  </a:lnTo>
                  <a:lnTo>
                    <a:pt x="3277308" y="3122276"/>
                  </a:lnTo>
                  <a:lnTo>
                    <a:pt x="3277745" y="3122276"/>
                  </a:lnTo>
                  <a:lnTo>
                    <a:pt x="3278036" y="3121653"/>
                  </a:lnTo>
                  <a:lnTo>
                    <a:pt x="3278763" y="3121653"/>
                  </a:lnTo>
                  <a:lnTo>
                    <a:pt x="3279344" y="3121653"/>
                  </a:lnTo>
                  <a:lnTo>
                    <a:pt x="3279781" y="3120405"/>
                  </a:lnTo>
                  <a:lnTo>
                    <a:pt x="3279926" y="3120405"/>
                  </a:lnTo>
                  <a:lnTo>
                    <a:pt x="3280072" y="3120405"/>
                  </a:lnTo>
                  <a:lnTo>
                    <a:pt x="3280217" y="3119782"/>
                  </a:lnTo>
                  <a:lnTo>
                    <a:pt x="3280362" y="3119158"/>
                  </a:lnTo>
                  <a:lnTo>
                    <a:pt x="3280508" y="3119158"/>
                  </a:lnTo>
                  <a:lnTo>
                    <a:pt x="3280653" y="3119158"/>
                  </a:lnTo>
                  <a:lnTo>
                    <a:pt x="3280799" y="3119158"/>
                  </a:lnTo>
                  <a:lnTo>
                    <a:pt x="3280944" y="3118535"/>
                  </a:lnTo>
                  <a:lnTo>
                    <a:pt x="3281090" y="3118535"/>
                  </a:lnTo>
                  <a:lnTo>
                    <a:pt x="3281090" y="3117911"/>
                  </a:lnTo>
                  <a:lnTo>
                    <a:pt x="3281235" y="3117288"/>
                  </a:lnTo>
                  <a:lnTo>
                    <a:pt x="3281671" y="3117288"/>
                  </a:lnTo>
                  <a:lnTo>
                    <a:pt x="3281817" y="3117288"/>
                  </a:lnTo>
                  <a:lnTo>
                    <a:pt x="3282107" y="3117288"/>
                  </a:lnTo>
                  <a:lnTo>
                    <a:pt x="3282398" y="3117288"/>
                  </a:lnTo>
                  <a:lnTo>
                    <a:pt x="3282544" y="3116664"/>
                  </a:lnTo>
                  <a:lnTo>
                    <a:pt x="3283562" y="3115417"/>
                  </a:lnTo>
                  <a:lnTo>
                    <a:pt x="3283853" y="3115417"/>
                  </a:lnTo>
                  <a:lnTo>
                    <a:pt x="3284289" y="3115417"/>
                  </a:lnTo>
                  <a:lnTo>
                    <a:pt x="3284580" y="3114793"/>
                  </a:lnTo>
                  <a:lnTo>
                    <a:pt x="3284580" y="3114170"/>
                  </a:lnTo>
                  <a:lnTo>
                    <a:pt x="3284871" y="3114170"/>
                  </a:lnTo>
                  <a:lnTo>
                    <a:pt x="3285016" y="3114170"/>
                  </a:lnTo>
                  <a:lnTo>
                    <a:pt x="3285161" y="3114170"/>
                  </a:lnTo>
                  <a:lnTo>
                    <a:pt x="3285598" y="3114170"/>
                  </a:lnTo>
                  <a:lnTo>
                    <a:pt x="3286034" y="3114170"/>
                  </a:lnTo>
                  <a:lnTo>
                    <a:pt x="3286179" y="3113546"/>
                  </a:lnTo>
                  <a:lnTo>
                    <a:pt x="3286470" y="3112299"/>
                  </a:lnTo>
                  <a:lnTo>
                    <a:pt x="3286616" y="3112299"/>
                  </a:lnTo>
                  <a:lnTo>
                    <a:pt x="3287052" y="3112299"/>
                  </a:lnTo>
                  <a:lnTo>
                    <a:pt x="3287197" y="3112299"/>
                  </a:lnTo>
                  <a:lnTo>
                    <a:pt x="3287488" y="3112299"/>
                  </a:lnTo>
                  <a:lnTo>
                    <a:pt x="3288797" y="3112299"/>
                  </a:lnTo>
                  <a:lnTo>
                    <a:pt x="3288797" y="3111675"/>
                  </a:lnTo>
                  <a:lnTo>
                    <a:pt x="3288942" y="3111675"/>
                  </a:lnTo>
                  <a:lnTo>
                    <a:pt x="3288942" y="3111052"/>
                  </a:lnTo>
                  <a:lnTo>
                    <a:pt x="3289088" y="3111052"/>
                  </a:lnTo>
                  <a:lnTo>
                    <a:pt x="3289233" y="3111052"/>
                  </a:lnTo>
                  <a:lnTo>
                    <a:pt x="3289524" y="3111052"/>
                  </a:lnTo>
                  <a:lnTo>
                    <a:pt x="3289670" y="3111052"/>
                  </a:lnTo>
                  <a:lnTo>
                    <a:pt x="3289815" y="3110428"/>
                  </a:lnTo>
                  <a:lnTo>
                    <a:pt x="3289960" y="3110428"/>
                  </a:lnTo>
                  <a:lnTo>
                    <a:pt x="3290397" y="3110428"/>
                  </a:lnTo>
                  <a:lnTo>
                    <a:pt x="3290978" y="3109181"/>
                  </a:lnTo>
                  <a:lnTo>
                    <a:pt x="3291706" y="3108557"/>
                  </a:lnTo>
                  <a:lnTo>
                    <a:pt x="3291851" y="3108557"/>
                  </a:lnTo>
                  <a:lnTo>
                    <a:pt x="3291996" y="3108557"/>
                  </a:lnTo>
                  <a:lnTo>
                    <a:pt x="3292287" y="3107934"/>
                  </a:lnTo>
                  <a:lnTo>
                    <a:pt x="3292578" y="3107934"/>
                  </a:lnTo>
                  <a:lnTo>
                    <a:pt x="3293596" y="3107934"/>
                  </a:lnTo>
                  <a:lnTo>
                    <a:pt x="3293742" y="3107934"/>
                  </a:lnTo>
                  <a:lnTo>
                    <a:pt x="3294323" y="3107934"/>
                  </a:lnTo>
                  <a:lnTo>
                    <a:pt x="3294469" y="3107934"/>
                  </a:lnTo>
                  <a:lnTo>
                    <a:pt x="3294760" y="3107934"/>
                  </a:lnTo>
                  <a:lnTo>
                    <a:pt x="3294905" y="3107934"/>
                  </a:lnTo>
                  <a:lnTo>
                    <a:pt x="3295196" y="3107934"/>
                  </a:lnTo>
                  <a:lnTo>
                    <a:pt x="3295341" y="3107934"/>
                  </a:lnTo>
                  <a:lnTo>
                    <a:pt x="3295487" y="3107934"/>
                  </a:lnTo>
                  <a:lnTo>
                    <a:pt x="3295923" y="3106687"/>
                  </a:lnTo>
                  <a:lnTo>
                    <a:pt x="3296359" y="3106063"/>
                  </a:lnTo>
                  <a:lnTo>
                    <a:pt x="3296505" y="3106063"/>
                  </a:lnTo>
                  <a:lnTo>
                    <a:pt x="3296941" y="3106063"/>
                  </a:lnTo>
                  <a:lnTo>
                    <a:pt x="3297377" y="3106063"/>
                  </a:lnTo>
                  <a:lnTo>
                    <a:pt x="3297523" y="3106063"/>
                  </a:lnTo>
                  <a:lnTo>
                    <a:pt x="3298104" y="3106063"/>
                  </a:lnTo>
                  <a:lnTo>
                    <a:pt x="3298250" y="3106063"/>
                  </a:lnTo>
                  <a:lnTo>
                    <a:pt x="3298541" y="3106063"/>
                  </a:lnTo>
                  <a:lnTo>
                    <a:pt x="3298831" y="3106063"/>
                  </a:lnTo>
                  <a:lnTo>
                    <a:pt x="3298977" y="3105439"/>
                  </a:lnTo>
                  <a:lnTo>
                    <a:pt x="3298977" y="3104816"/>
                  </a:lnTo>
                  <a:lnTo>
                    <a:pt x="3299122" y="3104192"/>
                  </a:lnTo>
                  <a:lnTo>
                    <a:pt x="3299268" y="3104192"/>
                  </a:lnTo>
                  <a:lnTo>
                    <a:pt x="3299413" y="3103569"/>
                  </a:lnTo>
                  <a:lnTo>
                    <a:pt x="3299559" y="3103569"/>
                  </a:lnTo>
                  <a:lnTo>
                    <a:pt x="3299704" y="3103569"/>
                  </a:lnTo>
                  <a:lnTo>
                    <a:pt x="3299849" y="3103569"/>
                  </a:lnTo>
                  <a:lnTo>
                    <a:pt x="3299995" y="3101698"/>
                  </a:lnTo>
                  <a:lnTo>
                    <a:pt x="3300577" y="3101074"/>
                  </a:lnTo>
                  <a:lnTo>
                    <a:pt x="3300577" y="3100451"/>
                  </a:lnTo>
                  <a:lnTo>
                    <a:pt x="3300722" y="3100451"/>
                  </a:lnTo>
                  <a:lnTo>
                    <a:pt x="3300867" y="3100451"/>
                  </a:lnTo>
                  <a:lnTo>
                    <a:pt x="3301013" y="3100451"/>
                  </a:lnTo>
                  <a:lnTo>
                    <a:pt x="3301158" y="3100451"/>
                  </a:lnTo>
                  <a:lnTo>
                    <a:pt x="3301740" y="3100451"/>
                  </a:lnTo>
                  <a:lnTo>
                    <a:pt x="3302467" y="3100451"/>
                  </a:lnTo>
                  <a:lnTo>
                    <a:pt x="3302612" y="3100451"/>
                  </a:lnTo>
                  <a:lnTo>
                    <a:pt x="3302758" y="3100451"/>
                  </a:lnTo>
                  <a:lnTo>
                    <a:pt x="3302903" y="3100451"/>
                  </a:lnTo>
                  <a:lnTo>
                    <a:pt x="3303049" y="3099827"/>
                  </a:lnTo>
                  <a:lnTo>
                    <a:pt x="3303194" y="3099827"/>
                  </a:lnTo>
                  <a:lnTo>
                    <a:pt x="3304648" y="3098580"/>
                  </a:lnTo>
                  <a:lnTo>
                    <a:pt x="3304939" y="3098580"/>
                  </a:lnTo>
                  <a:lnTo>
                    <a:pt x="3304939" y="3097956"/>
                  </a:lnTo>
                  <a:lnTo>
                    <a:pt x="3305085" y="3097956"/>
                  </a:lnTo>
                  <a:lnTo>
                    <a:pt x="3305376" y="3097333"/>
                  </a:lnTo>
                  <a:lnTo>
                    <a:pt x="3305521" y="3097333"/>
                  </a:lnTo>
                  <a:lnTo>
                    <a:pt x="3305957" y="3097333"/>
                  </a:lnTo>
                  <a:lnTo>
                    <a:pt x="3305957" y="3096709"/>
                  </a:lnTo>
                  <a:lnTo>
                    <a:pt x="3306539" y="3096086"/>
                  </a:lnTo>
                  <a:lnTo>
                    <a:pt x="3307121" y="3096086"/>
                  </a:lnTo>
                  <a:lnTo>
                    <a:pt x="3307266" y="3096086"/>
                  </a:lnTo>
                  <a:lnTo>
                    <a:pt x="3307412" y="3096086"/>
                  </a:lnTo>
                  <a:lnTo>
                    <a:pt x="3307557" y="3096086"/>
                  </a:lnTo>
                  <a:lnTo>
                    <a:pt x="3307557" y="3095462"/>
                  </a:lnTo>
                  <a:lnTo>
                    <a:pt x="3307702" y="3095462"/>
                  </a:lnTo>
                  <a:lnTo>
                    <a:pt x="3307848" y="3095462"/>
                  </a:lnTo>
                  <a:lnTo>
                    <a:pt x="3307993" y="3095462"/>
                  </a:lnTo>
                  <a:lnTo>
                    <a:pt x="3308575" y="3095462"/>
                  </a:lnTo>
                  <a:lnTo>
                    <a:pt x="3308866" y="3095462"/>
                  </a:lnTo>
                  <a:lnTo>
                    <a:pt x="3309738" y="3093591"/>
                  </a:lnTo>
                  <a:lnTo>
                    <a:pt x="3310029" y="3093591"/>
                  </a:lnTo>
                  <a:lnTo>
                    <a:pt x="3310320" y="3092968"/>
                  </a:lnTo>
                  <a:lnTo>
                    <a:pt x="3310611" y="3092968"/>
                  </a:lnTo>
                  <a:lnTo>
                    <a:pt x="3310611" y="3092344"/>
                  </a:lnTo>
                  <a:lnTo>
                    <a:pt x="3311047" y="3092344"/>
                  </a:lnTo>
                  <a:lnTo>
                    <a:pt x="3311047" y="3091721"/>
                  </a:lnTo>
                  <a:lnTo>
                    <a:pt x="3311193" y="3091721"/>
                  </a:lnTo>
                  <a:lnTo>
                    <a:pt x="3311193" y="3091097"/>
                  </a:lnTo>
                  <a:lnTo>
                    <a:pt x="3311774" y="3091097"/>
                  </a:lnTo>
                  <a:lnTo>
                    <a:pt x="3311774" y="3090473"/>
                  </a:lnTo>
                  <a:lnTo>
                    <a:pt x="3312356" y="3086732"/>
                  </a:lnTo>
                  <a:lnTo>
                    <a:pt x="3312501" y="3086732"/>
                  </a:lnTo>
                  <a:lnTo>
                    <a:pt x="3312938" y="3086732"/>
                  </a:lnTo>
                  <a:lnTo>
                    <a:pt x="3312938" y="3086108"/>
                  </a:lnTo>
                  <a:lnTo>
                    <a:pt x="3313083" y="3086108"/>
                  </a:lnTo>
                  <a:lnTo>
                    <a:pt x="3313229" y="3086108"/>
                  </a:lnTo>
                  <a:lnTo>
                    <a:pt x="3313374" y="3086108"/>
                  </a:lnTo>
                  <a:lnTo>
                    <a:pt x="3313810" y="3085485"/>
                  </a:lnTo>
                  <a:lnTo>
                    <a:pt x="3314537" y="3085485"/>
                  </a:lnTo>
                  <a:lnTo>
                    <a:pt x="3315264" y="3084861"/>
                  </a:lnTo>
                  <a:lnTo>
                    <a:pt x="3315555" y="3084861"/>
                  </a:lnTo>
                  <a:lnTo>
                    <a:pt x="3315992" y="3084861"/>
                  </a:lnTo>
                  <a:lnTo>
                    <a:pt x="3316282" y="3084861"/>
                  </a:lnTo>
                  <a:lnTo>
                    <a:pt x="3316573" y="3084861"/>
                  </a:lnTo>
                  <a:lnTo>
                    <a:pt x="3317155" y="3084238"/>
                  </a:lnTo>
                  <a:lnTo>
                    <a:pt x="3317882" y="3082990"/>
                  </a:lnTo>
                  <a:lnTo>
                    <a:pt x="3318464" y="3082990"/>
                  </a:lnTo>
                  <a:lnTo>
                    <a:pt x="3319046" y="3082990"/>
                  </a:lnTo>
                  <a:lnTo>
                    <a:pt x="3319191" y="3082990"/>
                  </a:lnTo>
                  <a:lnTo>
                    <a:pt x="3319336" y="3082990"/>
                  </a:lnTo>
                  <a:lnTo>
                    <a:pt x="3319627" y="3082990"/>
                  </a:lnTo>
                  <a:lnTo>
                    <a:pt x="3319773" y="3082990"/>
                  </a:lnTo>
                  <a:lnTo>
                    <a:pt x="3320064" y="3082990"/>
                  </a:lnTo>
                  <a:lnTo>
                    <a:pt x="3320209" y="3081743"/>
                  </a:lnTo>
                  <a:lnTo>
                    <a:pt x="3320209" y="3081120"/>
                  </a:lnTo>
                  <a:lnTo>
                    <a:pt x="3320791" y="3079873"/>
                  </a:lnTo>
                  <a:lnTo>
                    <a:pt x="3320936" y="3079873"/>
                  </a:lnTo>
                  <a:lnTo>
                    <a:pt x="3320936" y="3079249"/>
                  </a:lnTo>
                  <a:lnTo>
                    <a:pt x="3321372" y="3079249"/>
                  </a:lnTo>
                  <a:lnTo>
                    <a:pt x="3321518" y="3079249"/>
                  </a:lnTo>
                  <a:lnTo>
                    <a:pt x="3321663" y="3079249"/>
                  </a:lnTo>
                  <a:lnTo>
                    <a:pt x="3321809" y="3079249"/>
                  </a:lnTo>
                  <a:lnTo>
                    <a:pt x="3322972" y="3076755"/>
                  </a:lnTo>
                  <a:lnTo>
                    <a:pt x="3323408" y="3076755"/>
                  </a:lnTo>
                  <a:lnTo>
                    <a:pt x="3323554" y="3076755"/>
                  </a:lnTo>
                  <a:lnTo>
                    <a:pt x="3323699" y="3076755"/>
                  </a:lnTo>
                  <a:lnTo>
                    <a:pt x="3323990" y="3076755"/>
                  </a:lnTo>
                  <a:lnTo>
                    <a:pt x="3324281" y="3076755"/>
                  </a:lnTo>
                  <a:lnTo>
                    <a:pt x="3324426" y="3076755"/>
                  </a:lnTo>
                  <a:lnTo>
                    <a:pt x="3325299" y="3076755"/>
                  </a:lnTo>
                  <a:lnTo>
                    <a:pt x="3326317" y="3076755"/>
                  </a:lnTo>
                  <a:lnTo>
                    <a:pt x="3326462" y="3076131"/>
                  </a:lnTo>
                  <a:lnTo>
                    <a:pt x="3326608" y="3076131"/>
                  </a:lnTo>
                  <a:lnTo>
                    <a:pt x="3326899" y="3076131"/>
                  </a:lnTo>
                  <a:lnTo>
                    <a:pt x="3327335" y="3075507"/>
                  </a:lnTo>
                  <a:lnTo>
                    <a:pt x="3327480" y="3075507"/>
                  </a:lnTo>
                  <a:lnTo>
                    <a:pt x="3327626" y="3075507"/>
                  </a:lnTo>
                  <a:lnTo>
                    <a:pt x="3327771" y="3075507"/>
                  </a:lnTo>
                  <a:lnTo>
                    <a:pt x="3327917" y="3075507"/>
                  </a:lnTo>
                  <a:lnTo>
                    <a:pt x="3328062" y="3075507"/>
                  </a:lnTo>
                  <a:lnTo>
                    <a:pt x="3328498" y="3075507"/>
                  </a:lnTo>
                  <a:lnTo>
                    <a:pt x="3328789" y="3075507"/>
                  </a:lnTo>
                  <a:lnTo>
                    <a:pt x="3328934" y="3075507"/>
                  </a:lnTo>
                  <a:lnTo>
                    <a:pt x="3329080" y="3075507"/>
                  </a:lnTo>
                  <a:lnTo>
                    <a:pt x="3329371" y="3075507"/>
                  </a:lnTo>
                  <a:lnTo>
                    <a:pt x="3329516" y="3075507"/>
                  </a:lnTo>
                  <a:lnTo>
                    <a:pt x="3329807" y="3074884"/>
                  </a:lnTo>
                  <a:lnTo>
                    <a:pt x="3330098" y="3074884"/>
                  </a:lnTo>
                  <a:lnTo>
                    <a:pt x="3330389" y="3074260"/>
                  </a:lnTo>
                  <a:lnTo>
                    <a:pt x="3330534" y="3074260"/>
                  </a:lnTo>
                  <a:lnTo>
                    <a:pt x="3330970" y="3074260"/>
                  </a:lnTo>
                  <a:lnTo>
                    <a:pt x="3331116" y="3074260"/>
                  </a:lnTo>
                  <a:lnTo>
                    <a:pt x="3331261" y="3074260"/>
                  </a:lnTo>
                  <a:lnTo>
                    <a:pt x="3331698" y="3074260"/>
                  </a:lnTo>
                  <a:lnTo>
                    <a:pt x="3331843" y="3074260"/>
                  </a:lnTo>
                  <a:lnTo>
                    <a:pt x="3331988" y="3074260"/>
                  </a:lnTo>
                  <a:lnTo>
                    <a:pt x="3332716" y="3073013"/>
                  </a:lnTo>
                  <a:lnTo>
                    <a:pt x="3333297" y="3072390"/>
                  </a:lnTo>
                  <a:lnTo>
                    <a:pt x="3333443" y="3072390"/>
                  </a:lnTo>
                  <a:lnTo>
                    <a:pt x="3333734" y="3072390"/>
                  </a:lnTo>
                  <a:lnTo>
                    <a:pt x="3334170" y="3071766"/>
                  </a:lnTo>
                  <a:lnTo>
                    <a:pt x="3334606" y="3071766"/>
                  </a:lnTo>
                  <a:lnTo>
                    <a:pt x="3335333" y="3071766"/>
                  </a:lnTo>
                  <a:lnTo>
                    <a:pt x="3335333" y="3071142"/>
                  </a:lnTo>
                  <a:lnTo>
                    <a:pt x="3335479" y="3071142"/>
                  </a:lnTo>
                  <a:lnTo>
                    <a:pt x="3335624" y="3070519"/>
                  </a:lnTo>
                  <a:lnTo>
                    <a:pt x="3336060" y="3070519"/>
                  </a:lnTo>
                  <a:lnTo>
                    <a:pt x="3336206" y="3070519"/>
                  </a:lnTo>
                  <a:lnTo>
                    <a:pt x="3336497" y="3070519"/>
                  </a:lnTo>
                  <a:lnTo>
                    <a:pt x="3336642" y="3070519"/>
                  </a:lnTo>
                  <a:lnTo>
                    <a:pt x="3337224" y="3070519"/>
                  </a:lnTo>
                  <a:lnTo>
                    <a:pt x="3337805" y="3069272"/>
                  </a:lnTo>
                  <a:lnTo>
                    <a:pt x="3337951" y="3069272"/>
                  </a:lnTo>
                  <a:lnTo>
                    <a:pt x="3338242" y="3069272"/>
                  </a:lnTo>
                  <a:lnTo>
                    <a:pt x="3338387" y="3068648"/>
                  </a:lnTo>
                  <a:lnTo>
                    <a:pt x="3338823" y="3068648"/>
                  </a:lnTo>
                  <a:lnTo>
                    <a:pt x="3339114" y="3068648"/>
                  </a:lnTo>
                  <a:lnTo>
                    <a:pt x="3339260" y="3068648"/>
                  </a:lnTo>
                  <a:lnTo>
                    <a:pt x="3339841" y="3068025"/>
                  </a:lnTo>
                  <a:lnTo>
                    <a:pt x="3340423" y="3068025"/>
                  </a:lnTo>
                  <a:lnTo>
                    <a:pt x="3340714" y="3068025"/>
                  </a:lnTo>
                  <a:lnTo>
                    <a:pt x="3341005" y="3067401"/>
                  </a:lnTo>
                  <a:lnTo>
                    <a:pt x="3341732" y="3067401"/>
                  </a:lnTo>
                  <a:lnTo>
                    <a:pt x="3342023" y="3066777"/>
                  </a:lnTo>
                  <a:lnTo>
                    <a:pt x="3342168" y="3065530"/>
                  </a:lnTo>
                  <a:lnTo>
                    <a:pt x="3342314" y="3065530"/>
                  </a:lnTo>
                  <a:lnTo>
                    <a:pt x="3342459" y="3065530"/>
                  </a:lnTo>
                  <a:lnTo>
                    <a:pt x="3342604" y="3065530"/>
                  </a:lnTo>
                  <a:lnTo>
                    <a:pt x="3343477" y="3063659"/>
                  </a:lnTo>
                  <a:lnTo>
                    <a:pt x="3343622" y="3062412"/>
                  </a:lnTo>
                  <a:lnTo>
                    <a:pt x="3343913" y="3061789"/>
                  </a:lnTo>
                  <a:lnTo>
                    <a:pt x="3344059" y="3060542"/>
                  </a:lnTo>
                  <a:lnTo>
                    <a:pt x="3344786" y="3060542"/>
                  </a:lnTo>
                  <a:lnTo>
                    <a:pt x="3344931" y="3060542"/>
                  </a:lnTo>
                  <a:lnTo>
                    <a:pt x="3345222" y="3060542"/>
                  </a:lnTo>
                  <a:lnTo>
                    <a:pt x="3345368" y="3060542"/>
                  </a:lnTo>
                  <a:lnTo>
                    <a:pt x="3345513" y="3060542"/>
                  </a:lnTo>
                  <a:lnTo>
                    <a:pt x="3345804" y="3060542"/>
                  </a:lnTo>
                  <a:lnTo>
                    <a:pt x="3345949" y="3060542"/>
                  </a:lnTo>
                  <a:lnTo>
                    <a:pt x="3346095" y="3060542"/>
                  </a:lnTo>
                  <a:lnTo>
                    <a:pt x="3346240" y="3060542"/>
                  </a:lnTo>
                  <a:lnTo>
                    <a:pt x="3346676" y="3060542"/>
                  </a:lnTo>
                  <a:lnTo>
                    <a:pt x="3346822" y="3060542"/>
                  </a:lnTo>
                  <a:lnTo>
                    <a:pt x="3347404" y="3060542"/>
                  </a:lnTo>
                  <a:lnTo>
                    <a:pt x="3348131" y="3060542"/>
                  </a:lnTo>
                  <a:lnTo>
                    <a:pt x="3348567" y="3059918"/>
                  </a:lnTo>
                  <a:lnTo>
                    <a:pt x="3348858" y="3059918"/>
                  </a:lnTo>
                  <a:lnTo>
                    <a:pt x="3349003" y="3059918"/>
                  </a:lnTo>
                  <a:lnTo>
                    <a:pt x="3349294" y="3059918"/>
                  </a:lnTo>
                  <a:lnTo>
                    <a:pt x="3349294" y="3059294"/>
                  </a:lnTo>
                  <a:lnTo>
                    <a:pt x="3349439" y="3059294"/>
                  </a:lnTo>
                  <a:lnTo>
                    <a:pt x="3349585" y="3059294"/>
                  </a:lnTo>
                  <a:lnTo>
                    <a:pt x="3349876" y="3059294"/>
                  </a:lnTo>
                  <a:lnTo>
                    <a:pt x="3350021" y="3058671"/>
                  </a:lnTo>
                  <a:lnTo>
                    <a:pt x="3350167" y="3058671"/>
                  </a:lnTo>
                  <a:lnTo>
                    <a:pt x="3350167" y="3057424"/>
                  </a:lnTo>
                  <a:lnTo>
                    <a:pt x="3350312" y="3057424"/>
                  </a:lnTo>
                  <a:lnTo>
                    <a:pt x="3350312" y="3056800"/>
                  </a:lnTo>
                  <a:lnTo>
                    <a:pt x="3350457" y="3056800"/>
                  </a:lnTo>
                  <a:lnTo>
                    <a:pt x="3350603" y="3056800"/>
                  </a:lnTo>
                  <a:lnTo>
                    <a:pt x="3350748" y="3056800"/>
                  </a:lnTo>
                  <a:lnTo>
                    <a:pt x="3351330" y="3056176"/>
                  </a:lnTo>
                  <a:lnTo>
                    <a:pt x="3351475" y="3056176"/>
                  </a:lnTo>
                  <a:lnTo>
                    <a:pt x="3351621" y="3056176"/>
                  </a:lnTo>
                  <a:lnTo>
                    <a:pt x="3351766" y="3056176"/>
                  </a:lnTo>
                  <a:lnTo>
                    <a:pt x="3352057" y="3056176"/>
                  </a:lnTo>
                  <a:lnTo>
                    <a:pt x="3352639" y="3056176"/>
                  </a:lnTo>
                  <a:lnTo>
                    <a:pt x="3352930" y="3056176"/>
                  </a:lnTo>
                  <a:lnTo>
                    <a:pt x="3353075" y="3056176"/>
                  </a:lnTo>
                  <a:lnTo>
                    <a:pt x="3353511" y="3054306"/>
                  </a:lnTo>
                  <a:lnTo>
                    <a:pt x="3353657" y="3054306"/>
                  </a:lnTo>
                  <a:lnTo>
                    <a:pt x="3353948" y="3054306"/>
                  </a:lnTo>
                  <a:lnTo>
                    <a:pt x="3353948" y="3053682"/>
                  </a:lnTo>
                  <a:lnTo>
                    <a:pt x="3354966" y="3053682"/>
                  </a:lnTo>
                  <a:lnTo>
                    <a:pt x="3355111" y="3053059"/>
                  </a:lnTo>
                  <a:lnTo>
                    <a:pt x="3355693" y="3051188"/>
                  </a:lnTo>
                  <a:lnTo>
                    <a:pt x="3355838" y="3051188"/>
                  </a:lnTo>
                  <a:lnTo>
                    <a:pt x="3355984" y="3051188"/>
                  </a:lnTo>
                  <a:lnTo>
                    <a:pt x="3356856" y="3049317"/>
                  </a:lnTo>
                  <a:lnTo>
                    <a:pt x="3357147" y="3049317"/>
                  </a:lnTo>
                  <a:lnTo>
                    <a:pt x="3357292" y="3049317"/>
                  </a:lnTo>
                  <a:lnTo>
                    <a:pt x="3358456" y="3048693"/>
                  </a:lnTo>
                  <a:lnTo>
                    <a:pt x="3358601" y="3048693"/>
                  </a:lnTo>
                  <a:lnTo>
                    <a:pt x="3358747" y="3048693"/>
                  </a:lnTo>
                  <a:lnTo>
                    <a:pt x="3359038" y="3048693"/>
                  </a:lnTo>
                  <a:lnTo>
                    <a:pt x="3360346" y="3048693"/>
                  </a:lnTo>
                  <a:lnTo>
                    <a:pt x="3360492" y="3048693"/>
                  </a:lnTo>
                  <a:lnTo>
                    <a:pt x="3360928" y="3048693"/>
                  </a:lnTo>
                  <a:lnTo>
                    <a:pt x="3361655" y="3047446"/>
                  </a:lnTo>
                  <a:lnTo>
                    <a:pt x="3361655" y="3046823"/>
                  </a:lnTo>
                  <a:lnTo>
                    <a:pt x="3361801" y="3046823"/>
                  </a:lnTo>
                  <a:lnTo>
                    <a:pt x="3362092" y="3046823"/>
                  </a:lnTo>
                  <a:lnTo>
                    <a:pt x="3362092" y="3046199"/>
                  </a:lnTo>
                  <a:lnTo>
                    <a:pt x="3362382" y="3046199"/>
                  </a:lnTo>
                  <a:lnTo>
                    <a:pt x="3362964" y="3046199"/>
                  </a:lnTo>
                  <a:lnTo>
                    <a:pt x="3362964" y="3045576"/>
                  </a:lnTo>
                  <a:lnTo>
                    <a:pt x="3362964" y="3044952"/>
                  </a:lnTo>
                  <a:lnTo>
                    <a:pt x="3363400" y="3044328"/>
                  </a:lnTo>
                  <a:lnTo>
                    <a:pt x="3363546" y="3044328"/>
                  </a:lnTo>
                  <a:lnTo>
                    <a:pt x="3363982" y="3044328"/>
                  </a:lnTo>
                  <a:lnTo>
                    <a:pt x="3364127" y="3044328"/>
                  </a:lnTo>
                  <a:lnTo>
                    <a:pt x="3364273" y="3044328"/>
                  </a:lnTo>
                  <a:lnTo>
                    <a:pt x="3364418" y="3044328"/>
                  </a:lnTo>
                  <a:lnTo>
                    <a:pt x="3365145" y="3044328"/>
                  </a:lnTo>
                  <a:lnTo>
                    <a:pt x="3365291" y="3044328"/>
                  </a:lnTo>
                  <a:lnTo>
                    <a:pt x="3365727" y="3044328"/>
                  </a:lnTo>
                  <a:lnTo>
                    <a:pt x="3366018" y="3044328"/>
                  </a:lnTo>
                  <a:lnTo>
                    <a:pt x="3366163" y="3043705"/>
                  </a:lnTo>
                  <a:lnTo>
                    <a:pt x="3366163" y="3043081"/>
                  </a:lnTo>
                  <a:lnTo>
                    <a:pt x="3366309" y="3043081"/>
                  </a:lnTo>
                  <a:lnTo>
                    <a:pt x="3366600" y="3043081"/>
                  </a:lnTo>
                  <a:lnTo>
                    <a:pt x="3366891" y="3043081"/>
                  </a:lnTo>
                  <a:lnTo>
                    <a:pt x="3367036" y="3043081"/>
                  </a:lnTo>
                  <a:lnTo>
                    <a:pt x="3367181" y="3043081"/>
                  </a:lnTo>
                  <a:lnTo>
                    <a:pt x="3367618" y="3043081"/>
                  </a:lnTo>
                  <a:lnTo>
                    <a:pt x="3367909" y="3043081"/>
                  </a:lnTo>
                  <a:lnTo>
                    <a:pt x="3368199" y="3042458"/>
                  </a:lnTo>
                  <a:lnTo>
                    <a:pt x="3368345" y="3042458"/>
                  </a:lnTo>
                  <a:lnTo>
                    <a:pt x="3368636" y="3042458"/>
                  </a:lnTo>
                  <a:lnTo>
                    <a:pt x="3369072" y="3042458"/>
                  </a:lnTo>
                  <a:lnTo>
                    <a:pt x="3369217" y="3042458"/>
                  </a:lnTo>
                  <a:lnTo>
                    <a:pt x="3369508" y="3042458"/>
                  </a:lnTo>
                  <a:lnTo>
                    <a:pt x="3369799" y="3042458"/>
                  </a:lnTo>
                  <a:lnTo>
                    <a:pt x="3370090" y="3042458"/>
                  </a:lnTo>
                  <a:lnTo>
                    <a:pt x="3370235" y="3042458"/>
                  </a:lnTo>
                  <a:lnTo>
                    <a:pt x="3370381" y="3042458"/>
                  </a:lnTo>
                  <a:lnTo>
                    <a:pt x="3370962" y="3042458"/>
                  </a:lnTo>
                  <a:lnTo>
                    <a:pt x="3371108" y="3041834"/>
                  </a:lnTo>
                  <a:lnTo>
                    <a:pt x="3371544" y="3041834"/>
                  </a:lnTo>
                  <a:lnTo>
                    <a:pt x="3371980" y="3041210"/>
                  </a:lnTo>
                  <a:lnTo>
                    <a:pt x="3372126" y="3041210"/>
                  </a:lnTo>
                  <a:lnTo>
                    <a:pt x="3372417" y="3041210"/>
                  </a:lnTo>
                  <a:lnTo>
                    <a:pt x="3372562" y="3041210"/>
                  </a:lnTo>
                  <a:lnTo>
                    <a:pt x="3372853" y="3041210"/>
                  </a:lnTo>
                  <a:lnTo>
                    <a:pt x="3372998" y="3041210"/>
                  </a:lnTo>
                  <a:lnTo>
                    <a:pt x="3373289" y="3041210"/>
                  </a:lnTo>
                  <a:lnTo>
                    <a:pt x="3373435" y="3041210"/>
                  </a:lnTo>
                  <a:lnTo>
                    <a:pt x="3374016" y="3041210"/>
                  </a:lnTo>
                  <a:lnTo>
                    <a:pt x="3374162" y="3040587"/>
                  </a:lnTo>
                  <a:lnTo>
                    <a:pt x="3374307" y="3039963"/>
                  </a:lnTo>
                  <a:lnTo>
                    <a:pt x="3374598" y="3039963"/>
                  </a:lnTo>
                  <a:lnTo>
                    <a:pt x="3374744" y="3039963"/>
                  </a:lnTo>
                  <a:lnTo>
                    <a:pt x="3374889" y="3039340"/>
                  </a:lnTo>
                  <a:lnTo>
                    <a:pt x="3375034" y="3039340"/>
                  </a:lnTo>
                  <a:lnTo>
                    <a:pt x="3375180" y="3039340"/>
                  </a:lnTo>
                  <a:lnTo>
                    <a:pt x="3375471" y="3039340"/>
                  </a:lnTo>
                  <a:lnTo>
                    <a:pt x="3375762" y="3039340"/>
                  </a:lnTo>
                  <a:lnTo>
                    <a:pt x="3376198" y="3039340"/>
                  </a:lnTo>
                  <a:lnTo>
                    <a:pt x="3376343" y="3039340"/>
                  </a:lnTo>
                  <a:lnTo>
                    <a:pt x="3376489" y="3039340"/>
                  </a:lnTo>
                  <a:lnTo>
                    <a:pt x="3376779" y="3039340"/>
                  </a:lnTo>
                  <a:lnTo>
                    <a:pt x="3376925" y="3039340"/>
                  </a:lnTo>
                  <a:lnTo>
                    <a:pt x="3377070" y="3039340"/>
                  </a:lnTo>
                  <a:lnTo>
                    <a:pt x="3383614" y="3033727"/>
                  </a:lnTo>
                  <a:lnTo>
                    <a:pt x="3383905" y="3033727"/>
                  </a:lnTo>
                  <a:lnTo>
                    <a:pt x="3384051" y="3033727"/>
                  </a:lnTo>
                  <a:lnTo>
                    <a:pt x="3384342" y="3033727"/>
                  </a:lnTo>
                  <a:lnTo>
                    <a:pt x="3384632" y="3033727"/>
                  </a:lnTo>
                  <a:lnTo>
                    <a:pt x="3384778" y="3033104"/>
                  </a:lnTo>
                  <a:lnTo>
                    <a:pt x="3384923" y="3033104"/>
                  </a:lnTo>
                  <a:lnTo>
                    <a:pt x="3385360" y="3033104"/>
                  </a:lnTo>
                  <a:lnTo>
                    <a:pt x="3385505" y="3033104"/>
                  </a:lnTo>
                  <a:lnTo>
                    <a:pt x="3385650" y="3033104"/>
                  </a:lnTo>
                  <a:lnTo>
                    <a:pt x="3385941" y="3033104"/>
                  </a:lnTo>
                  <a:lnTo>
                    <a:pt x="3386523" y="3033104"/>
                  </a:lnTo>
                  <a:lnTo>
                    <a:pt x="3386814" y="3033104"/>
                  </a:lnTo>
                  <a:lnTo>
                    <a:pt x="3387396" y="3033104"/>
                  </a:lnTo>
                  <a:lnTo>
                    <a:pt x="3387541" y="3033104"/>
                  </a:lnTo>
                  <a:lnTo>
                    <a:pt x="3387832" y="3033104"/>
                  </a:lnTo>
                  <a:lnTo>
                    <a:pt x="3387977" y="3033104"/>
                  </a:lnTo>
                  <a:lnTo>
                    <a:pt x="3387977" y="3032480"/>
                  </a:lnTo>
                  <a:lnTo>
                    <a:pt x="3388268" y="3031857"/>
                  </a:lnTo>
                  <a:lnTo>
                    <a:pt x="3388414" y="3031857"/>
                  </a:lnTo>
                  <a:lnTo>
                    <a:pt x="3388704" y="3031857"/>
                  </a:lnTo>
                  <a:lnTo>
                    <a:pt x="3388850" y="3031857"/>
                  </a:lnTo>
                  <a:lnTo>
                    <a:pt x="3389141" y="3031233"/>
                  </a:lnTo>
                  <a:lnTo>
                    <a:pt x="3389577" y="3031233"/>
                  </a:lnTo>
                  <a:lnTo>
                    <a:pt x="3389722" y="3031233"/>
                  </a:lnTo>
                  <a:lnTo>
                    <a:pt x="3389868" y="3031233"/>
                  </a:lnTo>
                  <a:lnTo>
                    <a:pt x="3390159" y="3030610"/>
                  </a:lnTo>
                  <a:lnTo>
                    <a:pt x="3390595" y="3030610"/>
                  </a:lnTo>
                  <a:lnTo>
                    <a:pt x="3391031" y="3030610"/>
                  </a:lnTo>
                  <a:lnTo>
                    <a:pt x="3391322" y="3030610"/>
                  </a:lnTo>
                  <a:lnTo>
                    <a:pt x="3391322" y="3029986"/>
                  </a:lnTo>
                  <a:lnTo>
                    <a:pt x="3391904" y="3029986"/>
                  </a:lnTo>
                  <a:lnTo>
                    <a:pt x="3392340" y="3029986"/>
                  </a:lnTo>
                  <a:lnTo>
                    <a:pt x="3392631" y="3029986"/>
                  </a:lnTo>
                  <a:lnTo>
                    <a:pt x="3392776" y="3029986"/>
                  </a:lnTo>
                  <a:lnTo>
                    <a:pt x="3393794" y="3029362"/>
                  </a:lnTo>
                  <a:lnTo>
                    <a:pt x="3394085" y="3029362"/>
                  </a:lnTo>
                  <a:lnTo>
                    <a:pt x="3394231" y="3029362"/>
                  </a:lnTo>
                  <a:lnTo>
                    <a:pt x="3394667" y="3029362"/>
                  </a:lnTo>
                  <a:lnTo>
                    <a:pt x="3395103" y="3028115"/>
                  </a:lnTo>
                  <a:lnTo>
                    <a:pt x="3395249" y="3027492"/>
                  </a:lnTo>
                  <a:lnTo>
                    <a:pt x="3395539" y="3027492"/>
                  </a:lnTo>
                  <a:lnTo>
                    <a:pt x="3396412" y="3027492"/>
                  </a:lnTo>
                  <a:lnTo>
                    <a:pt x="3396703" y="3027492"/>
                  </a:lnTo>
                  <a:lnTo>
                    <a:pt x="3396703" y="3026868"/>
                  </a:lnTo>
                  <a:lnTo>
                    <a:pt x="3396994" y="3026868"/>
                  </a:lnTo>
                  <a:lnTo>
                    <a:pt x="3397139" y="3026868"/>
                  </a:lnTo>
                  <a:lnTo>
                    <a:pt x="3397139" y="3026244"/>
                  </a:lnTo>
                  <a:lnTo>
                    <a:pt x="3397284" y="3025621"/>
                  </a:lnTo>
                  <a:lnTo>
                    <a:pt x="3397430" y="3025621"/>
                  </a:lnTo>
                  <a:lnTo>
                    <a:pt x="3397721" y="3024997"/>
                  </a:lnTo>
                  <a:lnTo>
                    <a:pt x="3398012" y="3024997"/>
                  </a:lnTo>
                  <a:lnTo>
                    <a:pt x="3398302" y="3024997"/>
                  </a:lnTo>
                  <a:lnTo>
                    <a:pt x="3399030" y="3024374"/>
                  </a:lnTo>
                  <a:lnTo>
                    <a:pt x="3399757" y="3024374"/>
                  </a:lnTo>
                  <a:lnTo>
                    <a:pt x="3399902" y="3024374"/>
                  </a:lnTo>
                  <a:lnTo>
                    <a:pt x="3400048" y="3024374"/>
                  </a:lnTo>
                  <a:lnTo>
                    <a:pt x="3400920" y="3024374"/>
                  </a:lnTo>
                  <a:lnTo>
                    <a:pt x="3401356" y="3024374"/>
                  </a:lnTo>
                  <a:lnTo>
                    <a:pt x="3401502" y="3024374"/>
                  </a:lnTo>
                  <a:lnTo>
                    <a:pt x="3401647" y="3024374"/>
                  </a:lnTo>
                  <a:lnTo>
                    <a:pt x="3402229" y="3023750"/>
                  </a:lnTo>
                  <a:lnTo>
                    <a:pt x="3402520" y="3022503"/>
                  </a:lnTo>
                  <a:lnTo>
                    <a:pt x="3403101" y="3022503"/>
                  </a:lnTo>
                  <a:lnTo>
                    <a:pt x="3403392" y="3022503"/>
                  </a:lnTo>
                  <a:lnTo>
                    <a:pt x="3403538" y="3022503"/>
                  </a:lnTo>
                  <a:lnTo>
                    <a:pt x="3403683" y="3022503"/>
                  </a:lnTo>
                  <a:lnTo>
                    <a:pt x="3404119" y="3022503"/>
                  </a:lnTo>
                  <a:lnTo>
                    <a:pt x="3404265" y="3022503"/>
                  </a:lnTo>
                  <a:lnTo>
                    <a:pt x="3404556" y="3022503"/>
                  </a:lnTo>
                  <a:lnTo>
                    <a:pt x="3404701" y="3022503"/>
                  </a:lnTo>
                  <a:lnTo>
                    <a:pt x="3404847" y="3022503"/>
                  </a:lnTo>
                  <a:lnTo>
                    <a:pt x="3404992" y="3022503"/>
                  </a:lnTo>
                  <a:lnTo>
                    <a:pt x="3406592" y="3021879"/>
                  </a:lnTo>
                  <a:lnTo>
                    <a:pt x="3407028" y="3021879"/>
                  </a:lnTo>
                  <a:lnTo>
                    <a:pt x="3407173" y="3021879"/>
                  </a:lnTo>
                  <a:lnTo>
                    <a:pt x="3407319" y="3021879"/>
                  </a:lnTo>
                  <a:lnTo>
                    <a:pt x="3407319" y="3021256"/>
                  </a:lnTo>
                  <a:lnTo>
                    <a:pt x="3407901" y="3020632"/>
                  </a:lnTo>
                  <a:lnTo>
                    <a:pt x="3408046" y="3020009"/>
                  </a:lnTo>
                  <a:lnTo>
                    <a:pt x="3408191" y="3020009"/>
                  </a:lnTo>
                  <a:lnTo>
                    <a:pt x="3408337" y="3020009"/>
                  </a:lnTo>
                  <a:lnTo>
                    <a:pt x="3408773" y="3019385"/>
                  </a:lnTo>
                  <a:lnTo>
                    <a:pt x="3408919" y="3019385"/>
                  </a:lnTo>
                  <a:lnTo>
                    <a:pt x="3409064" y="3019385"/>
                  </a:lnTo>
                  <a:lnTo>
                    <a:pt x="3409064" y="3018762"/>
                  </a:lnTo>
                  <a:lnTo>
                    <a:pt x="3409209" y="3018762"/>
                  </a:lnTo>
                  <a:lnTo>
                    <a:pt x="3410373" y="3018762"/>
                  </a:lnTo>
                  <a:lnTo>
                    <a:pt x="3410518" y="3018762"/>
                  </a:lnTo>
                  <a:lnTo>
                    <a:pt x="3410664" y="3018762"/>
                  </a:lnTo>
                  <a:lnTo>
                    <a:pt x="3410809" y="3018762"/>
                  </a:lnTo>
                  <a:lnTo>
                    <a:pt x="3411100" y="3018762"/>
                  </a:lnTo>
                  <a:lnTo>
                    <a:pt x="3411245" y="3018762"/>
                  </a:lnTo>
                  <a:lnTo>
                    <a:pt x="3411391" y="3018762"/>
                  </a:lnTo>
                  <a:lnTo>
                    <a:pt x="3411682" y="3018762"/>
                  </a:lnTo>
                  <a:lnTo>
                    <a:pt x="3411827" y="3018762"/>
                  </a:lnTo>
                  <a:lnTo>
                    <a:pt x="3411972" y="3018138"/>
                  </a:lnTo>
                  <a:lnTo>
                    <a:pt x="3411972" y="3017514"/>
                  </a:lnTo>
                  <a:lnTo>
                    <a:pt x="3412554" y="3017514"/>
                  </a:lnTo>
                  <a:lnTo>
                    <a:pt x="3412554" y="3016891"/>
                  </a:lnTo>
                  <a:lnTo>
                    <a:pt x="3412700" y="3016891"/>
                  </a:lnTo>
                  <a:lnTo>
                    <a:pt x="3412845" y="3016891"/>
                  </a:lnTo>
                  <a:lnTo>
                    <a:pt x="3412990" y="3016891"/>
                  </a:lnTo>
                  <a:lnTo>
                    <a:pt x="3412990" y="3016267"/>
                  </a:lnTo>
                  <a:lnTo>
                    <a:pt x="3413427" y="3016267"/>
                  </a:lnTo>
                  <a:lnTo>
                    <a:pt x="3413572" y="3016267"/>
                  </a:lnTo>
                  <a:lnTo>
                    <a:pt x="3413718" y="3016267"/>
                  </a:lnTo>
                  <a:lnTo>
                    <a:pt x="3414008" y="3016267"/>
                  </a:lnTo>
                  <a:lnTo>
                    <a:pt x="3414590" y="3015644"/>
                  </a:lnTo>
                  <a:lnTo>
                    <a:pt x="3414881" y="3015644"/>
                  </a:lnTo>
                  <a:lnTo>
                    <a:pt x="3415317" y="3015644"/>
                  </a:lnTo>
                  <a:lnTo>
                    <a:pt x="3415463" y="3015644"/>
                  </a:lnTo>
                  <a:lnTo>
                    <a:pt x="3415754" y="3015644"/>
                  </a:lnTo>
                  <a:lnTo>
                    <a:pt x="3415754" y="3015020"/>
                  </a:lnTo>
                  <a:lnTo>
                    <a:pt x="3416044" y="3014396"/>
                  </a:lnTo>
                  <a:lnTo>
                    <a:pt x="3416190" y="3014396"/>
                  </a:lnTo>
                  <a:lnTo>
                    <a:pt x="3416626" y="3014396"/>
                  </a:lnTo>
                  <a:lnTo>
                    <a:pt x="3416771" y="3014396"/>
                  </a:lnTo>
                  <a:lnTo>
                    <a:pt x="3417208" y="3014396"/>
                  </a:lnTo>
                  <a:lnTo>
                    <a:pt x="3417789" y="3014396"/>
                  </a:lnTo>
                  <a:lnTo>
                    <a:pt x="3417935" y="3014396"/>
                  </a:lnTo>
                  <a:lnTo>
                    <a:pt x="3417935" y="3013773"/>
                  </a:lnTo>
                  <a:lnTo>
                    <a:pt x="3418807" y="3012526"/>
                  </a:lnTo>
                  <a:lnTo>
                    <a:pt x="3418953" y="3012526"/>
                  </a:lnTo>
                  <a:lnTo>
                    <a:pt x="3419244" y="3011279"/>
                  </a:lnTo>
                  <a:lnTo>
                    <a:pt x="3420698" y="3011279"/>
                  </a:lnTo>
                  <a:lnTo>
                    <a:pt x="3420989" y="3011279"/>
                  </a:lnTo>
                  <a:lnTo>
                    <a:pt x="3420989" y="3010655"/>
                  </a:lnTo>
                  <a:lnTo>
                    <a:pt x="3421716" y="3010655"/>
                  </a:lnTo>
                  <a:lnTo>
                    <a:pt x="3422443" y="3009408"/>
                  </a:lnTo>
                  <a:lnTo>
                    <a:pt x="3422734" y="3009408"/>
                  </a:lnTo>
                  <a:lnTo>
                    <a:pt x="3423461" y="3008161"/>
                  </a:lnTo>
                  <a:lnTo>
                    <a:pt x="3423752" y="3008161"/>
                  </a:lnTo>
                  <a:lnTo>
                    <a:pt x="3424188" y="3008161"/>
                  </a:lnTo>
                  <a:lnTo>
                    <a:pt x="3424770" y="3007537"/>
                  </a:lnTo>
                  <a:lnTo>
                    <a:pt x="3425061" y="3007537"/>
                  </a:lnTo>
                  <a:lnTo>
                    <a:pt x="3425061" y="3006913"/>
                  </a:lnTo>
                  <a:lnTo>
                    <a:pt x="3425206" y="3006290"/>
                  </a:lnTo>
                  <a:lnTo>
                    <a:pt x="3425206" y="3005666"/>
                  </a:lnTo>
                  <a:lnTo>
                    <a:pt x="3425642" y="3005666"/>
                  </a:lnTo>
                  <a:lnTo>
                    <a:pt x="3425933" y="3005666"/>
                  </a:lnTo>
                  <a:lnTo>
                    <a:pt x="3426079" y="3005666"/>
                  </a:lnTo>
                  <a:lnTo>
                    <a:pt x="3426660" y="3005666"/>
                  </a:lnTo>
                  <a:lnTo>
                    <a:pt x="3427242" y="3004419"/>
                  </a:lnTo>
                  <a:lnTo>
                    <a:pt x="3427242" y="3003796"/>
                  </a:lnTo>
                  <a:lnTo>
                    <a:pt x="3427388" y="3003796"/>
                  </a:lnTo>
                  <a:lnTo>
                    <a:pt x="3427533" y="3003172"/>
                  </a:lnTo>
                  <a:lnTo>
                    <a:pt x="3427678" y="3002548"/>
                  </a:lnTo>
                  <a:lnTo>
                    <a:pt x="3428406" y="3002548"/>
                  </a:lnTo>
                  <a:lnTo>
                    <a:pt x="3428551" y="3001925"/>
                  </a:lnTo>
                  <a:lnTo>
                    <a:pt x="3428696" y="3001925"/>
                  </a:lnTo>
                  <a:lnTo>
                    <a:pt x="3428842" y="3001301"/>
                  </a:lnTo>
                  <a:lnTo>
                    <a:pt x="3428987" y="3001301"/>
                  </a:lnTo>
                  <a:lnTo>
                    <a:pt x="3429133" y="3001301"/>
                  </a:lnTo>
                  <a:lnTo>
                    <a:pt x="3429133" y="3000678"/>
                  </a:lnTo>
                  <a:lnTo>
                    <a:pt x="3429278" y="3000678"/>
                  </a:lnTo>
                  <a:lnTo>
                    <a:pt x="3429424" y="3000678"/>
                  </a:lnTo>
                  <a:lnTo>
                    <a:pt x="3429569" y="3000678"/>
                  </a:lnTo>
                  <a:lnTo>
                    <a:pt x="3429569" y="3000054"/>
                  </a:lnTo>
                  <a:lnTo>
                    <a:pt x="3429714" y="3000054"/>
                  </a:lnTo>
                  <a:lnTo>
                    <a:pt x="3429860" y="2999430"/>
                  </a:lnTo>
                  <a:lnTo>
                    <a:pt x="3430151" y="2999430"/>
                  </a:lnTo>
                  <a:lnTo>
                    <a:pt x="3430151" y="2997560"/>
                  </a:lnTo>
                  <a:lnTo>
                    <a:pt x="3430587" y="2997560"/>
                  </a:lnTo>
                  <a:lnTo>
                    <a:pt x="3430878" y="2997560"/>
                  </a:lnTo>
                  <a:lnTo>
                    <a:pt x="3431605" y="2997560"/>
                  </a:lnTo>
                  <a:lnTo>
                    <a:pt x="3431750" y="2996313"/>
                  </a:lnTo>
                  <a:lnTo>
                    <a:pt x="3432477" y="2995689"/>
                  </a:lnTo>
                  <a:lnTo>
                    <a:pt x="3432768" y="2995689"/>
                  </a:lnTo>
                  <a:lnTo>
                    <a:pt x="3432914" y="2995689"/>
                  </a:lnTo>
                  <a:lnTo>
                    <a:pt x="3433495" y="2994442"/>
                  </a:lnTo>
                  <a:lnTo>
                    <a:pt x="3433932" y="2994442"/>
                  </a:lnTo>
                  <a:lnTo>
                    <a:pt x="3433932" y="2993818"/>
                  </a:lnTo>
                  <a:lnTo>
                    <a:pt x="3434077" y="2993818"/>
                  </a:lnTo>
                  <a:lnTo>
                    <a:pt x="3434223" y="2993818"/>
                  </a:lnTo>
                  <a:lnTo>
                    <a:pt x="3434223" y="2993195"/>
                  </a:lnTo>
                  <a:lnTo>
                    <a:pt x="3435095" y="2990077"/>
                  </a:lnTo>
                  <a:lnTo>
                    <a:pt x="3435241" y="2989453"/>
                  </a:lnTo>
                  <a:lnTo>
                    <a:pt x="3435677" y="2989453"/>
                  </a:lnTo>
                  <a:lnTo>
                    <a:pt x="3435822" y="2989453"/>
                  </a:lnTo>
                  <a:lnTo>
                    <a:pt x="3435968" y="2989453"/>
                  </a:lnTo>
                  <a:lnTo>
                    <a:pt x="3436113" y="2989453"/>
                  </a:lnTo>
                  <a:lnTo>
                    <a:pt x="3436695" y="2986959"/>
                  </a:lnTo>
                  <a:lnTo>
                    <a:pt x="3436840" y="2986959"/>
                  </a:lnTo>
                  <a:lnTo>
                    <a:pt x="3437131" y="2986335"/>
                  </a:lnTo>
                  <a:lnTo>
                    <a:pt x="3437131" y="2985712"/>
                  </a:lnTo>
                  <a:lnTo>
                    <a:pt x="3437567" y="2985712"/>
                  </a:lnTo>
                  <a:lnTo>
                    <a:pt x="3437858" y="2985088"/>
                  </a:lnTo>
                  <a:lnTo>
                    <a:pt x="3438440" y="2984464"/>
                  </a:lnTo>
                  <a:lnTo>
                    <a:pt x="3438731" y="2984464"/>
                  </a:lnTo>
                  <a:lnTo>
                    <a:pt x="3438876" y="2983841"/>
                  </a:lnTo>
                  <a:lnTo>
                    <a:pt x="3439167" y="2983841"/>
                  </a:lnTo>
                  <a:lnTo>
                    <a:pt x="3439458" y="2983841"/>
                  </a:lnTo>
                  <a:lnTo>
                    <a:pt x="3439603" y="2983217"/>
                  </a:lnTo>
                  <a:lnTo>
                    <a:pt x="3440330" y="2981970"/>
                  </a:lnTo>
                  <a:lnTo>
                    <a:pt x="3441058" y="2981347"/>
                  </a:lnTo>
                  <a:lnTo>
                    <a:pt x="3441203" y="2981347"/>
                  </a:lnTo>
                  <a:lnTo>
                    <a:pt x="3441348" y="2981347"/>
                  </a:lnTo>
                  <a:lnTo>
                    <a:pt x="3442076" y="2980723"/>
                  </a:lnTo>
                  <a:lnTo>
                    <a:pt x="3442221" y="2980723"/>
                  </a:lnTo>
                  <a:lnTo>
                    <a:pt x="3442366" y="2980723"/>
                  </a:lnTo>
                  <a:lnTo>
                    <a:pt x="3442803" y="2980723"/>
                  </a:lnTo>
                  <a:lnTo>
                    <a:pt x="3443384" y="2980099"/>
                  </a:lnTo>
                  <a:lnTo>
                    <a:pt x="3443530" y="2980099"/>
                  </a:lnTo>
                  <a:lnTo>
                    <a:pt x="3443966" y="2980099"/>
                  </a:lnTo>
                  <a:lnTo>
                    <a:pt x="3444111" y="2980099"/>
                  </a:lnTo>
                  <a:lnTo>
                    <a:pt x="3444257" y="2979476"/>
                  </a:lnTo>
                  <a:lnTo>
                    <a:pt x="3444402" y="2979476"/>
                  </a:lnTo>
                  <a:lnTo>
                    <a:pt x="3444693" y="2979476"/>
                  </a:lnTo>
                  <a:lnTo>
                    <a:pt x="3445420" y="2979476"/>
                  </a:lnTo>
                  <a:lnTo>
                    <a:pt x="3445711" y="2979476"/>
                  </a:lnTo>
                  <a:lnTo>
                    <a:pt x="3445857" y="2979476"/>
                  </a:lnTo>
                  <a:lnTo>
                    <a:pt x="3445857" y="2978852"/>
                  </a:lnTo>
                  <a:lnTo>
                    <a:pt x="3446293" y="2978229"/>
                  </a:lnTo>
                  <a:lnTo>
                    <a:pt x="3446438" y="2978229"/>
                  </a:lnTo>
                  <a:lnTo>
                    <a:pt x="3446584" y="2978229"/>
                  </a:lnTo>
                  <a:lnTo>
                    <a:pt x="3447602" y="2976358"/>
                  </a:lnTo>
                  <a:lnTo>
                    <a:pt x="3447747" y="2976358"/>
                  </a:lnTo>
                  <a:lnTo>
                    <a:pt x="3448183" y="2975734"/>
                  </a:lnTo>
                  <a:lnTo>
                    <a:pt x="3448329" y="2974487"/>
                  </a:lnTo>
                  <a:lnTo>
                    <a:pt x="3448620" y="2974487"/>
                  </a:lnTo>
                  <a:lnTo>
                    <a:pt x="3448620" y="2973864"/>
                  </a:lnTo>
                  <a:lnTo>
                    <a:pt x="3448911" y="2973240"/>
                  </a:lnTo>
                  <a:lnTo>
                    <a:pt x="3449201" y="2973240"/>
                  </a:lnTo>
                  <a:lnTo>
                    <a:pt x="3449492" y="2973240"/>
                  </a:lnTo>
                  <a:lnTo>
                    <a:pt x="3449783" y="2972616"/>
                  </a:lnTo>
                  <a:lnTo>
                    <a:pt x="3449929" y="2972616"/>
                  </a:lnTo>
                  <a:lnTo>
                    <a:pt x="3450074" y="2972616"/>
                  </a:lnTo>
                  <a:lnTo>
                    <a:pt x="3450801" y="2972616"/>
                  </a:lnTo>
                  <a:lnTo>
                    <a:pt x="3450946" y="2972616"/>
                  </a:lnTo>
                  <a:lnTo>
                    <a:pt x="3451383" y="2972616"/>
                  </a:lnTo>
                  <a:lnTo>
                    <a:pt x="3451528" y="2971993"/>
                  </a:lnTo>
                  <a:lnTo>
                    <a:pt x="3451674" y="2971993"/>
                  </a:lnTo>
                  <a:lnTo>
                    <a:pt x="3452255" y="2971993"/>
                  </a:lnTo>
                  <a:lnTo>
                    <a:pt x="3452982" y="2971993"/>
                  </a:lnTo>
                  <a:lnTo>
                    <a:pt x="3453128" y="2971993"/>
                  </a:lnTo>
                  <a:lnTo>
                    <a:pt x="3453855" y="2971993"/>
                  </a:lnTo>
                  <a:lnTo>
                    <a:pt x="3453855" y="2971369"/>
                  </a:lnTo>
                  <a:lnTo>
                    <a:pt x="3454000" y="2971369"/>
                  </a:lnTo>
                  <a:lnTo>
                    <a:pt x="3454146" y="2971369"/>
                  </a:lnTo>
                  <a:lnTo>
                    <a:pt x="3454728" y="2971369"/>
                  </a:lnTo>
                  <a:lnTo>
                    <a:pt x="3454873" y="2971369"/>
                  </a:lnTo>
                  <a:lnTo>
                    <a:pt x="3454873" y="2970746"/>
                  </a:lnTo>
                  <a:lnTo>
                    <a:pt x="3455309" y="2970746"/>
                  </a:lnTo>
                  <a:lnTo>
                    <a:pt x="3456327" y="2968875"/>
                  </a:lnTo>
                  <a:lnTo>
                    <a:pt x="3456473" y="2967628"/>
                  </a:lnTo>
                  <a:lnTo>
                    <a:pt x="3456909" y="2967628"/>
                  </a:lnTo>
                  <a:lnTo>
                    <a:pt x="3457200" y="2967628"/>
                  </a:lnTo>
                  <a:lnTo>
                    <a:pt x="3457345" y="2967004"/>
                  </a:lnTo>
                  <a:lnTo>
                    <a:pt x="3457491" y="2967004"/>
                  </a:lnTo>
                  <a:lnTo>
                    <a:pt x="3458218" y="2967004"/>
                  </a:lnTo>
                  <a:lnTo>
                    <a:pt x="3458509" y="2965757"/>
                  </a:lnTo>
                  <a:lnTo>
                    <a:pt x="3458654" y="2965757"/>
                  </a:lnTo>
                  <a:lnTo>
                    <a:pt x="3458799" y="2965757"/>
                  </a:lnTo>
                  <a:lnTo>
                    <a:pt x="3458945" y="2965133"/>
                  </a:lnTo>
                  <a:lnTo>
                    <a:pt x="3459236" y="2965133"/>
                  </a:lnTo>
                  <a:lnTo>
                    <a:pt x="3459381" y="2965133"/>
                  </a:lnTo>
                  <a:lnTo>
                    <a:pt x="3459672" y="2965133"/>
                  </a:lnTo>
                  <a:lnTo>
                    <a:pt x="3459963" y="2964510"/>
                  </a:lnTo>
                  <a:lnTo>
                    <a:pt x="3460108" y="2964510"/>
                  </a:lnTo>
                  <a:lnTo>
                    <a:pt x="3460254" y="2964510"/>
                  </a:lnTo>
                  <a:lnTo>
                    <a:pt x="3460254" y="2963886"/>
                  </a:lnTo>
                  <a:lnTo>
                    <a:pt x="3461417" y="2958898"/>
                  </a:lnTo>
                  <a:lnTo>
                    <a:pt x="3461563" y="2957650"/>
                  </a:lnTo>
                  <a:lnTo>
                    <a:pt x="3461708" y="2957650"/>
                  </a:lnTo>
                  <a:lnTo>
                    <a:pt x="3461853" y="2957650"/>
                  </a:lnTo>
                  <a:lnTo>
                    <a:pt x="3461999" y="2957650"/>
                  </a:lnTo>
                  <a:lnTo>
                    <a:pt x="3462726" y="2957650"/>
                  </a:lnTo>
                  <a:lnTo>
                    <a:pt x="3462871" y="2957650"/>
                  </a:lnTo>
                  <a:lnTo>
                    <a:pt x="3463162" y="2957650"/>
                  </a:lnTo>
                  <a:lnTo>
                    <a:pt x="3463308" y="2957650"/>
                  </a:lnTo>
                  <a:lnTo>
                    <a:pt x="3463453" y="2957650"/>
                  </a:lnTo>
                  <a:lnTo>
                    <a:pt x="3463889" y="2957650"/>
                  </a:lnTo>
                  <a:lnTo>
                    <a:pt x="3464326" y="2957650"/>
                  </a:lnTo>
                  <a:lnTo>
                    <a:pt x="3465489" y="2957027"/>
                  </a:lnTo>
                  <a:lnTo>
                    <a:pt x="3465780" y="2957027"/>
                  </a:lnTo>
                  <a:lnTo>
                    <a:pt x="3465925" y="2956403"/>
                  </a:lnTo>
                  <a:lnTo>
                    <a:pt x="3466071" y="2956403"/>
                  </a:lnTo>
                  <a:lnTo>
                    <a:pt x="3467380" y="2955780"/>
                  </a:lnTo>
                  <a:lnTo>
                    <a:pt x="3467525" y="2955780"/>
                  </a:lnTo>
                  <a:lnTo>
                    <a:pt x="3467816" y="2955780"/>
                  </a:lnTo>
                  <a:lnTo>
                    <a:pt x="3468107" y="2955780"/>
                  </a:lnTo>
                  <a:lnTo>
                    <a:pt x="3468543" y="2955780"/>
                  </a:lnTo>
                  <a:lnTo>
                    <a:pt x="3468979" y="2955780"/>
                  </a:lnTo>
                  <a:lnTo>
                    <a:pt x="3469125" y="2955780"/>
                  </a:lnTo>
                  <a:lnTo>
                    <a:pt x="3469125" y="2955156"/>
                  </a:lnTo>
                  <a:lnTo>
                    <a:pt x="3469561" y="2955156"/>
                  </a:lnTo>
                  <a:lnTo>
                    <a:pt x="3469706" y="2955156"/>
                  </a:lnTo>
                  <a:lnTo>
                    <a:pt x="3470288" y="2955156"/>
                  </a:lnTo>
                  <a:lnTo>
                    <a:pt x="3470724" y="2954533"/>
                  </a:lnTo>
                  <a:lnTo>
                    <a:pt x="3470870" y="2954533"/>
                  </a:lnTo>
                  <a:lnTo>
                    <a:pt x="3471451" y="2953909"/>
                  </a:lnTo>
                  <a:lnTo>
                    <a:pt x="3472179" y="2953909"/>
                  </a:lnTo>
                  <a:lnTo>
                    <a:pt x="3472324" y="2953909"/>
                  </a:lnTo>
                  <a:lnTo>
                    <a:pt x="3472760" y="2953909"/>
                  </a:lnTo>
                  <a:lnTo>
                    <a:pt x="3473051" y="2953909"/>
                  </a:lnTo>
                  <a:lnTo>
                    <a:pt x="3473342" y="2953285"/>
                  </a:lnTo>
                  <a:lnTo>
                    <a:pt x="3473487" y="2953285"/>
                  </a:lnTo>
                  <a:lnTo>
                    <a:pt x="3473633" y="2953285"/>
                  </a:lnTo>
                  <a:lnTo>
                    <a:pt x="3473924" y="2953285"/>
                  </a:lnTo>
                  <a:lnTo>
                    <a:pt x="3474215" y="2953285"/>
                  </a:lnTo>
                  <a:lnTo>
                    <a:pt x="3474505" y="2953285"/>
                  </a:lnTo>
                  <a:lnTo>
                    <a:pt x="3474942" y="2952662"/>
                  </a:lnTo>
                  <a:lnTo>
                    <a:pt x="3475087" y="2952662"/>
                  </a:lnTo>
                  <a:lnTo>
                    <a:pt x="3475378" y="2951415"/>
                  </a:lnTo>
                  <a:lnTo>
                    <a:pt x="3475523" y="2951415"/>
                  </a:lnTo>
                  <a:lnTo>
                    <a:pt x="3475814" y="2950167"/>
                  </a:lnTo>
                  <a:lnTo>
                    <a:pt x="3476105" y="2950167"/>
                  </a:lnTo>
                  <a:lnTo>
                    <a:pt x="3476541" y="2950167"/>
                  </a:lnTo>
                  <a:lnTo>
                    <a:pt x="3476832" y="2950167"/>
                  </a:lnTo>
                  <a:lnTo>
                    <a:pt x="3477123" y="2950167"/>
                  </a:lnTo>
                  <a:lnTo>
                    <a:pt x="3477268" y="2950167"/>
                  </a:lnTo>
                  <a:lnTo>
                    <a:pt x="3477559" y="2950167"/>
                  </a:lnTo>
                  <a:lnTo>
                    <a:pt x="3477705" y="2950167"/>
                  </a:lnTo>
                  <a:lnTo>
                    <a:pt x="3477850" y="2950167"/>
                  </a:lnTo>
                  <a:lnTo>
                    <a:pt x="3477996" y="2950167"/>
                  </a:lnTo>
                  <a:lnTo>
                    <a:pt x="3478432" y="2949544"/>
                  </a:lnTo>
                  <a:lnTo>
                    <a:pt x="3478723" y="2949544"/>
                  </a:lnTo>
                  <a:lnTo>
                    <a:pt x="3479450" y="2948297"/>
                  </a:lnTo>
                  <a:lnTo>
                    <a:pt x="3479450" y="2947673"/>
                  </a:lnTo>
                  <a:lnTo>
                    <a:pt x="3479450" y="2947050"/>
                  </a:lnTo>
                  <a:lnTo>
                    <a:pt x="3479595" y="2947050"/>
                  </a:lnTo>
                  <a:lnTo>
                    <a:pt x="3479886" y="2946426"/>
                  </a:lnTo>
                  <a:lnTo>
                    <a:pt x="3479886" y="2945802"/>
                  </a:lnTo>
                  <a:lnTo>
                    <a:pt x="3480468" y="2945802"/>
                  </a:lnTo>
                  <a:lnTo>
                    <a:pt x="3480613" y="2945802"/>
                  </a:lnTo>
                  <a:lnTo>
                    <a:pt x="3481050" y="2945802"/>
                  </a:lnTo>
                  <a:lnTo>
                    <a:pt x="3481340" y="2945802"/>
                  </a:lnTo>
                  <a:lnTo>
                    <a:pt x="3481631" y="2945802"/>
                  </a:lnTo>
                  <a:lnTo>
                    <a:pt x="3481777" y="2945802"/>
                  </a:lnTo>
                  <a:lnTo>
                    <a:pt x="3481922" y="2945802"/>
                  </a:lnTo>
                  <a:lnTo>
                    <a:pt x="3482358" y="2945802"/>
                  </a:lnTo>
                  <a:lnTo>
                    <a:pt x="3482649" y="2945802"/>
                  </a:lnTo>
                  <a:lnTo>
                    <a:pt x="3483086" y="2945802"/>
                  </a:lnTo>
                  <a:lnTo>
                    <a:pt x="3483376" y="2945802"/>
                  </a:lnTo>
                  <a:lnTo>
                    <a:pt x="3483667" y="2945802"/>
                  </a:lnTo>
                  <a:lnTo>
                    <a:pt x="3483813" y="2945802"/>
                  </a:lnTo>
                  <a:lnTo>
                    <a:pt x="3484394" y="2945179"/>
                  </a:lnTo>
                  <a:lnTo>
                    <a:pt x="3484540" y="2945179"/>
                  </a:lnTo>
                  <a:lnTo>
                    <a:pt x="3484685" y="2945179"/>
                  </a:lnTo>
                  <a:lnTo>
                    <a:pt x="3484831" y="2945179"/>
                  </a:lnTo>
                  <a:lnTo>
                    <a:pt x="3484976" y="2944555"/>
                  </a:lnTo>
                  <a:lnTo>
                    <a:pt x="3485267" y="2944555"/>
                  </a:lnTo>
                  <a:lnTo>
                    <a:pt x="3485412" y="2944555"/>
                  </a:lnTo>
                  <a:lnTo>
                    <a:pt x="3485994" y="2944555"/>
                  </a:lnTo>
                  <a:lnTo>
                    <a:pt x="3486285" y="2944555"/>
                  </a:lnTo>
                  <a:lnTo>
                    <a:pt x="3486721" y="2944555"/>
                  </a:lnTo>
                  <a:lnTo>
                    <a:pt x="3487012" y="2944555"/>
                  </a:lnTo>
                  <a:lnTo>
                    <a:pt x="3487012" y="2943932"/>
                  </a:lnTo>
                  <a:lnTo>
                    <a:pt x="3487157" y="2943932"/>
                  </a:lnTo>
                  <a:lnTo>
                    <a:pt x="3487303" y="2943932"/>
                  </a:lnTo>
                  <a:lnTo>
                    <a:pt x="3487448" y="2943932"/>
                  </a:lnTo>
                  <a:lnTo>
                    <a:pt x="3487739" y="2943308"/>
                  </a:lnTo>
                  <a:lnTo>
                    <a:pt x="3488030" y="2942061"/>
                  </a:lnTo>
                  <a:lnTo>
                    <a:pt x="3488175" y="2942061"/>
                  </a:lnTo>
                  <a:lnTo>
                    <a:pt x="3488612" y="2941437"/>
                  </a:lnTo>
                  <a:lnTo>
                    <a:pt x="3488757" y="2941437"/>
                  </a:lnTo>
                  <a:lnTo>
                    <a:pt x="3488903" y="2940814"/>
                  </a:lnTo>
                  <a:lnTo>
                    <a:pt x="3489048" y="2940190"/>
                  </a:lnTo>
                  <a:lnTo>
                    <a:pt x="3489193" y="2939567"/>
                  </a:lnTo>
                  <a:lnTo>
                    <a:pt x="3489484" y="2938319"/>
                  </a:lnTo>
                  <a:lnTo>
                    <a:pt x="3490066" y="2938319"/>
                  </a:lnTo>
                  <a:lnTo>
                    <a:pt x="3490357" y="2938319"/>
                  </a:lnTo>
                  <a:lnTo>
                    <a:pt x="3490502" y="2938319"/>
                  </a:lnTo>
                  <a:lnTo>
                    <a:pt x="3490502" y="2937696"/>
                  </a:lnTo>
                  <a:lnTo>
                    <a:pt x="3490793" y="2937696"/>
                  </a:lnTo>
                  <a:lnTo>
                    <a:pt x="3490938" y="2937696"/>
                  </a:lnTo>
                  <a:lnTo>
                    <a:pt x="3491375" y="2937696"/>
                  </a:lnTo>
                  <a:lnTo>
                    <a:pt x="3491520" y="2937696"/>
                  </a:lnTo>
                  <a:lnTo>
                    <a:pt x="3491956" y="2936449"/>
                  </a:lnTo>
                  <a:lnTo>
                    <a:pt x="3492102" y="2936449"/>
                  </a:lnTo>
                  <a:lnTo>
                    <a:pt x="3492538" y="2936449"/>
                  </a:lnTo>
                  <a:lnTo>
                    <a:pt x="3492684" y="2936449"/>
                  </a:lnTo>
                  <a:lnTo>
                    <a:pt x="3492829" y="2936449"/>
                  </a:lnTo>
                  <a:lnTo>
                    <a:pt x="3493120" y="2936449"/>
                  </a:lnTo>
                  <a:lnTo>
                    <a:pt x="3493411" y="2936449"/>
                  </a:lnTo>
                  <a:lnTo>
                    <a:pt x="3493556" y="2936449"/>
                  </a:lnTo>
                  <a:lnTo>
                    <a:pt x="3493847" y="2936449"/>
                  </a:lnTo>
                  <a:lnTo>
                    <a:pt x="3494283" y="2936449"/>
                  </a:lnTo>
                  <a:lnTo>
                    <a:pt x="3494429" y="2936449"/>
                  </a:lnTo>
                  <a:lnTo>
                    <a:pt x="3494720" y="2936449"/>
                  </a:lnTo>
                  <a:lnTo>
                    <a:pt x="3495010" y="2936449"/>
                  </a:lnTo>
                  <a:lnTo>
                    <a:pt x="3495301" y="2935825"/>
                  </a:lnTo>
                  <a:lnTo>
                    <a:pt x="3495447" y="2935825"/>
                  </a:lnTo>
                  <a:lnTo>
                    <a:pt x="3495592" y="2935201"/>
                  </a:lnTo>
                  <a:lnTo>
                    <a:pt x="3496028" y="2935201"/>
                  </a:lnTo>
                  <a:lnTo>
                    <a:pt x="3496319" y="2935201"/>
                  </a:lnTo>
                  <a:lnTo>
                    <a:pt x="3496465" y="2935201"/>
                  </a:lnTo>
                  <a:lnTo>
                    <a:pt x="3496610" y="2935201"/>
                  </a:lnTo>
                  <a:lnTo>
                    <a:pt x="3496756" y="2934578"/>
                  </a:lnTo>
                  <a:lnTo>
                    <a:pt x="3496756" y="2933954"/>
                  </a:lnTo>
                  <a:lnTo>
                    <a:pt x="3497483" y="2933954"/>
                  </a:lnTo>
                  <a:lnTo>
                    <a:pt x="3497628" y="2933954"/>
                  </a:lnTo>
                  <a:lnTo>
                    <a:pt x="3498064" y="2933954"/>
                  </a:lnTo>
                  <a:lnTo>
                    <a:pt x="3498210" y="2933954"/>
                  </a:lnTo>
                  <a:lnTo>
                    <a:pt x="3498210" y="2933331"/>
                  </a:lnTo>
                  <a:lnTo>
                    <a:pt x="3498501" y="2932707"/>
                  </a:lnTo>
                  <a:lnTo>
                    <a:pt x="3498646" y="2932707"/>
                  </a:lnTo>
                  <a:lnTo>
                    <a:pt x="3498791" y="2932707"/>
                  </a:lnTo>
                  <a:lnTo>
                    <a:pt x="3499228" y="2932707"/>
                  </a:lnTo>
                  <a:lnTo>
                    <a:pt x="3499519" y="2932707"/>
                  </a:lnTo>
                  <a:lnTo>
                    <a:pt x="3499664" y="2932707"/>
                  </a:lnTo>
                  <a:lnTo>
                    <a:pt x="3499809" y="2932707"/>
                  </a:lnTo>
                  <a:lnTo>
                    <a:pt x="3499955" y="2932707"/>
                  </a:lnTo>
                  <a:lnTo>
                    <a:pt x="3500391" y="2932707"/>
                  </a:lnTo>
                  <a:lnTo>
                    <a:pt x="3500391" y="2932084"/>
                  </a:lnTo>
                  <a:lnTo>
                    <a:pt x="3500391" y="2931460"/>
                  </a:lnTo>
                  <a:lnTo>
                    <a:pt x="3500537" y="2931460"/>
                  </a:lnTo>
                  <a:lnTo>
                    <a:pt x="3501264" y="2931460"/>
                  </a:lnTo>
                  <a:lnTo>
                    <a:pt x="3501409" y="2931460"/>
                  </a:lnTo>
                  <a:lnTo>
                    <a:pt x="3502573" y="2927718"/>
                  </a:lnTo>
                  <a:lnTo>
                    <a:pt x="3502718" y="2927718"/>
                  </a:lnTo>
                  <a:lnTo>
                    <a:pt x="3502718" y="2927095"/>
                  </a:lnTo>
                  <a:lnTo>
                    <a:pt x="3502863" y="2926471"/>
                  </a:lnTo>
                  <a:lnTo>
                    <a:pt x="3503445" y="2926471"/>
                  </a:lnTo>
                  <a:lnTo>
                    <a:pt x="3503445" y="2925848"/>
                  </a:lnTo>
                  <a:lnTo>
                    <a:pt x="3503445" y="2925224"/>
                  </a:lnTo>
                  <a:lnTo>
                    <a:pt x="3503881" y="2925224"/>
                  </a:lnTo>
                  <a:lnTo>
                    <a:pt x="3504027" y="2925224"/>
                  </a:lnTo>
                  <a:lnTo>
                    <a:pt x="3504318" y="2925224"/>
                  </a:lnTo>
                  <a:lnTo>
                    <a:pt x="3504318" y="2924601"/>
                  </a:lnTo>
                  <a:lnTo>
                    <a:pt x="3504899" y="2924601"/>
                  </a:lnTo>
                  <a:lnTo>
                    <a:pt x="3505045" y="2924601"/>
                  </a:lnTo>
                  <a:lnTo>
                    <a:pt x="3505481" y="2924601"/>
                  </a:lnTo>
                  <a:lnTo>
                    <a:pt x="3505626" y="2923977"/>
                  </a:lnTo>
                  <a:lnTo>
                    <a:pt x="3506354" y="2922730"/>
                  </a:lnTo>
                  <a:lnTo>
                    <a:pt x="3506499" y="2922730"/>
                  </a:lnTo>
                  <a:lnTo>
                    <a:pt x="3506790" y="2922730"/>
                  </a:lnTo>
                  <a:lnTo>
                    <a:pt x="3507226" y="2922730"/>
                  </a:lnTo>
                  <a:lnTo>
                    <a:pt x="3507372" y="2922730"/>
                  </a:lnTo>
                  <a:lnTo>
                    <a:pt x="3507662" y="2922730"/>
                  </a:lnTo>
                  <a:lnTo>
                    <a:pt x="3508099" y="2922730"/>
                  </a:lnTo>
                  <a:lnTo>
                    <a:pt x="3508244" y="2922730"/>
                  </a:lnTo>
                  <a:lnTo>
                    <a:pt x="3508390" y="2922730"/>
                  </a:lnTo>
                  <a:lnTo>
                    <a:pt x="3508535" y="2922730"/>
                  </a:lnTo>
                  <a:lnTo>
                    <a:pt x="3508826" y="2922106"/>
                  </a:lnTo>
                  <a:lnTo>
                    <a:pt x="3509117" y="2922106"/>
                  </a:lnTo>
                  <a:lnTo>
                    <a:pt x="3509408" y="2921483"/>
                  </a:lnTo>
                  <a:lnTo>
                    <a:pt x="3510135" y="2921483"/>
                  </a:lnTo>
                  <a:lnTo>
                    <a:pt x="3510426" y="2921483"/>
                  </a:lnTo>
                  <a:lnTo>
                    <a:pt x="3511007" y="2920859"/>
                  </a:lnTo>
                  <a:lnTo>
                    <a:pt x="3511153" y="2920859"/>
                  </a:lnTo>
                  <a:lnTo>
                    <a:pt x="3511443" y="2920859"/>
                  </a:lnTo>
                  <a:lnTo>
                    <a:pt x="3511443" y="2920236"/>
                  </a:lnTo>
                  <a:lnTo>
                    <a:pt x="3511880" y="2920236"/>
                  </a:lnTo>
                  <a:lnTo>
                    <a:pt x="3512025" y="2920236"/>
                  </a:lnTo>
                  <a:lnTo>
                    <a:pt x="3512316" y="2919612"/>
                  </a:lnTo>
                  <a:lnTo>
                    <a:pt x="3512461" y="2919612"/>
                  </a:lnTo>
                  <a:lnTo>
                    <a:pt x="3513479" y="2918988"/>
                  </a:lnTo>
                  <a:lnTo>
                    <a:pt x="3513625" y="2918988"/>
                  </a:lnTo>
                  <a:lnTo>
                    <a:pt x="3513770" y="2918365"/>
                  </a:lnTo>
                  <a:lnTo>
                    <a:pt x="3514061" y="2917118"/>
                  </a:lnTo>
                  <a:lnTo>
                    <a:pt x="3514207" y="2917118"/>
                  </a:lnTo>
                  <a:lnTo>
                    <a:pt x="3514788" y="2915870"/>
                  </a:lnTo>
                  <a:lnTo>
                    <a:pt x="3514934" y="2915247"/>
                  </a:lnTo>
                  <a:lnTo>
                    <a:pt x="3516388" y="2915247"/>
                  </a:lnTo>
                  <a:lnTo>
                    <a:pt x="3516679" y="2915247"/>
                  </a:lnTo>
                  <a:lnTo>
                    <a:pt x="3516824" y="2915247"/>
                  </a:lnTo>
                  <a:lnTo>
                    <a:pt x="3517115" y="2915247"/>
                  </a:lnTo>
                  <a:lnTo>
                    <a:pt x="3517697" y="2915247"/>
                  </a:lnTo>
                  <a:lnTo>
                    <a:pt x="3517842" y="2915247"/>
                  </a:lnTo>
                  <a:lnTo>
                    <a:pt x="3517988" y="2915247"/>
                  </a:lnTo>
                  <a:lnTo>
                    <a:pt x="3518133" y="2914623"/>
                  </a:lnTo>
                  <a:lnTo>
                    <a:pt x="3518569" y="2914000"/>
                  </a:lnTo>
                  <a:lnTo>
                    <a:pt x="3518715" y="2914000"/>
                  </a:lnTo>
                  <a:lnTo>
                    <a:pt x="3519006" y="2913376"/>
                  </a:lnTo>
                  <a:lnTo>
                    <a:pt x="3519151" y="2913376"/>
                  </a:lnTo>
                  <a:lnTo>
                    <a:pt x="3519296" y="2913376"/>
                  </a:lnTo>
                  <a:lnTo>
                    <a:pt x="3519442" y="2913376"/>
                  </a:lnTo>
                  <a:lnTo>
                    <a:pt x="3519587" y="2913376"/>
                  </a:lnTo>
                  <a:lnTo>
                    <a:pt x="3519733" y="2913376"/>
                  </a:lnTo>
                  <a:lnTo>
                    <a:pt x="3520024" y="2913376"/>
                  </a:lnTo>
                  <a:lnTo>
                    <a:pt x="3520169" y="2913376"/>
                  </a:lnTo>
                  <a:lnTo>
                    <a:pt x="3520605" y="2911505"/>
                  </a:lnTo>
                  <a:lnTo>
                    <a:pt x="3520751" y="2911505"/>
                  </a:lnTo>
                  <a:lnTo>
                    <a:pt x="3521187" y="2911505"/>
                  </a:lnTo>
                  <a:lnTo>
                    <a:pt x="3521332" y="2911505"/>
                  </a:lnTo>
                  <a:lnTo>
                    <a:pt x="3521478" y="2911505"/>
                  </a:lnTo>
                  <a:lnTo>
                    <a:pt x="3523368" y="2910258"/>
                  </a:lnTo>
                  <a:lnTo>
                    <a:pt x="3523950" y="2910258"/>
                  </a:lnTo>
                  <a:lnTo>
                    <a:pt x="3523950" y="2909635"/>
                  </a:lnTo>
                  <a:lnTo>
                    <a:pt x="3524096" y="2909635"/>
                  </a:lnTo>
                  <a:lnTo>
                    <a:pt x="3524677" y="2909635"/>
                  </a:lnTo>
                  <a:lnTo>
                    <a:pt x="3525550" y="2909011"/>
                  </a:lnTo>
                  <a:lnTo>
                    <a:pt x="3526277" y="2909011"/>
                  </a:lnTo>
                  <a:lnTo>
                    <a:pt x="3526859" y="2909011"/>
                  </a:lnTo>
                  <a:lnTo>
                    <a:pt x="3527440" y="2909011"/>
                  </a:lnTo>
                  <a:lnTo>
                    <a:pt x="3527586" y="2909011"/>
                  </a:lnTo>
                  <a:lnTo>
                    <a:pt x="3527731" y="2909011"/>
                  </a:lnTo>
                  <a:lnTo>
                    <a:pt x="3527877" y="2909011"/>
                  </a:lnTo>
                  <a:lnTo>
                    <a:pt x="3528022" y="2907140"/>
                  </a:lnTo>
                  <a:lnTo>
                    <a:pt x="3528167" y="2907140"/>
                  </a:lnTo>
                  <a:lnTo>
                    <a:pt x="3528313" y="2905893"/>
                  </a:lnTo>
                  <a:lnTo>
                    <a:pt x="3528604" y="2905893"/>
                  </a:lnTo>
                  <a:lnTo>
                    <a:pt x="3529913" y="2905270"/>
                  </a:lnTo>
                  <a:lnTo>
                    <a:pt x="3530058" y="2904646"/>
                  </a:lnTo>
                  <a:lnTo>
                    <a:pt x="3530203" y="2904022"/>
                  </a:lnTo>
                  <a:lnTo>
                    <a:pt x="3530349" y="2904022"/>
                  </a:lnTo>
                  <a:lnTo>
                    <a:pt x="3530494" y="2904022"/>
                  </a:lnTo>
                  <a:lnTo>
                    <a:pt x="3531076" y="2904022"/>
                  </a:lnTo>
                  <a:lnTo>
                    <a:pt x="3531221" y="2904022"/>
                  </a:lnTo>
                  <a:lnTo>
                    <a:pt x="3531367" y="2904022"/>
                  </a:lnTo>
                  <a:lnTo>
                    <a:pt x="3531658" y="2904022"/>
                  </a:lnTo>
                  <a:lnTo>
                    <a:pt x="3531803" y="2904022"/>
                  </a:lnTo>
                  <a:lnTo>
                    <a:pt x="3531948" y="2904022"/>
                  </a:lnTo>
                  <a:lnTo>
                    <a:pt x="3532385" y="2902152"/>
                  </a:lnTo>
                  <a:lnTo>
                    <a:pt x="3532821" y="2902152"/>
                  </a:lnTo>
                  <a:lnTo>
                    <a:pt x="3532966" y="2902152"/>
                  </a:lnTo>
                  <a:lnTo>
                    <a:pt x="3533112" y="2902152"/>
                  </a:lnTo>
                  <a:lnTo>
                    <a:pt x="3533403" y="2902152"/>
                  </a:lnTo>
                  <a:lnTo>
                    <a:pt x="3533694" y="2902152"/>
                  </a:lnTo>
                  <a:lnTo>
                    <a:pt x="3533839" y="2902152"/>
                  </a:lnTo>
                  <a:lnTo>
                    <a:pt x="3534130" y="2901528"/>
                  </a:lnTo>
                  <a:lnTo>
                    <a:pt x="3534275" y="2901528"/>
                  </a:lnTo>
                  <a:lnTo>
                    <a:pt x="3534566" y="2901528"/>
                  </a:lnTo>
                  <a:lnTo>
                    <a:pt x="3535002" y="2901528"/>
                  </a:lnTo>
                  <a:lnTo>
                    <a:pt x="3535293" y="2901528"/>
                  </a:lnTo>
                  <a:lnTo>
                    <a:pt x="3535293" y="2900904"/>
                  </a:lnTo>
                  <a:lnTo>
                    <a:pt x="3535730" y="2900281"/>
                  </a:lnTo>
                  <a:lnTo>
                    <a:pt x="3535875" y="2900281"/>
                  </a:lnTo>
                  <a:lnTo>
                    <a:pt x="3535875" y="2899657"/>
                  </a:lnTo>
                  <a:lnTo>
                    <a:pt x="3536020" y="2899657"/>
                  </a:lnTo>
                  <a:lnTo>
                    <a:pt x="3536311" y="2899034"/>
                  </a:lnTo>
                  <a:lnTo>
                    <a:pt x="3536457" y="2899034"/>
                  </a:lnTo>
                  <a:lnTo>
                    <a:pt x="3537620" y="2897787"/>
                  </a:lnTo>
                  <a:lnTo>
                    <a:pt x="3537620" y="2897163"/>
                  </a:lnTo>
                  <a:lnTo>
                    <a:pt x="3537766" y="2897163"/>
                  </a:lnTo>
                  <a:lnTo>
                    <a:pt x="3538056" y="2895292"/>
                  </a:lnTo>
                  <a:lnTo>
                    <a:pt x="3538202" y="2895292"/>
                  </a:lnTo>
                  <a:lnTo>
                    <a:pt x="3538202" y="2894669"/>
                  </a:lnTo>
                  <a:lnTo>
                    <a:pt x="3538493" y="2894669"/>
                  </a:lnTo>
                  <a:lnTo>
                    <a:pt x="3538493" y="2894045"/>
                  </a:lnTo>
                  <a:lnTo>
                    <a:pt x="3538929" y="2894045"/>
                  </a:lnTo>
                  <a:lnTo>
                    <a:pt x="3539511" y="2893421"/>
                  </a:lnTo>
                  <a:lnTo>
                    <a:pt x="3539656" y="2893421"/>
                  </a:lnTo>
                  <a:lnTo>
                    <a:pt x="3539801" y="2893421"/>
                  </a:lnTo>
                  <a:lnTo>
                    <a:pt x="3540092" y="2893421"/>
                  </a:lnTo>
                  <a:lnTo>
                    <a:pt x="3540092" y="2892798"/>
                  </a:lnTo>
                  <a:lnTo>
                    <a:pt x="3540238" y="2892798"/>
                  </a:lnTo>
                  <a:lnTo>
                    <a:pt x="3540238" y="2892174"/>
                  </a:lnTo>
                  <a:lnTo>
                    <a:pt x="3540819" y="2892174"/>
                  </a:lnTo>
                  <a:lnTo>
                    <a:pt x="3541547" y="2891551"/>
                  </a:lnTo>
                  <a:lnTo>
                    <a:pt x="3541983" y="2891551"/>
                  </a:lnTo>
                  <a:lnTo>
                    <a:pt x="3542274" y="2891551"/>
                  </a:lnTo>
                  <a:lnTo>
                    <a:pt x="3542855" y="2890927"/>
                  </a:lnTo>
                  <a:lnTo>
                    <a:pt x="3543146" y="2889056"/>
                  </a:lnTo>
                  <a:lnTo>
                    <a:pt x="3543873" y="2889056"/>
                  </a:lnTo>
                  <a:lnTo>
                    <a:pt x="3544019" y="2889056"/>
                  </a:lnTo>
                  <a:lnTo>
                    <a:pt x="3544164" y="2889056"/>
                  </a:lnTo>
                  <a:lnTo>
                    <a:pt x="3544310" y="2889056"/>
                  </a:lnTo>
                  <a:lnTo>
                    <a:pt x="3544310" y="2888433"/>
                  </a:lnTo>
                  <a:lnTo>
                    <a:pt x="3545182" y="2887809"/>
                  </a:lnTo>
                  <a:lnTo>
                    <a:pt x="3546055" y="2886562"/>
                  </a:lnTo>
                  <a:lnTo>
                    <a:pt x="3546200" y="2886562"/>
                  </a:lnTo>
                  <a:lnTo>
                    <a:pt x="3546346" y="2886562"/>
                  </a:lnTo>
                  <a:lnTo>
                    <a:pt x="3547218" y="2886562"/>
                  </a:lnTo>
                  <a:lnTo>
                    <a:pt x="3547364" y="2886562"/>
                  </a:lnTo>
                  <a:lnTo>
                    <a:pt x="3547654" y="2886562"/>
                  </a:lnTo>
                  <a:lnTo>
                    <a:pt x="3547654" y="2885938"/>
                  </a:lnTo>
                  <a:lnTo>
                    <a:pt x="3548091" y="2885938"/>
                  </a:lnTo>
                  <a:lnTo>
                    <a:pt x="3548382" y="2885315"/>
                  </a:lnTo>
                  <a:lnTo>
                    <a:pt x="3548818" y="2885315"/>
                  </a:lnTo>
                  <a:lnTo>
                    <a:pt x="3548963" y="2885315"/>
                  </a:lnTo>
                  <a:lnTo>
                    <a:pt x="3549254" y="2885315"/>
                  </a:lnTo>
                  <a:lnTo>
                    <a:pt x="3549400" y="2885315"/>
                  </a:lnTo>
                  <a:lnTo>
                    <a:pt x="3549690" y="2885315"/>
                  </a:lnTo>
                  <a:lnTo>
                    <a:pt x="3549836" y="2885315"/>
                  </a:lnTo>
                  <a:lnTo>
                    <a:pt x="3549981" y="2885315"/>
                  </a:lnTo>
                  <a:lnTo>
                    <a:pt x="3550127" y="2885315"/>
                  </a:lnTo>
                  <a:lnTo>
                    <a:pt x="3550272" y="2885315"/>
                  </a:lnTo>
                  <a:lnTo>
                    <a:pt x="3550418" y="2885315"/>
                  </a:lnTo>
                  <a:lnTo>
                    <a:pt x="3550563" y="2885315"/>
                  </a:lnTo>
                  <a:lnTo>
                    <a:pt x="3550854" y="2885315"/>
                  </a:lnTo>
                  <a:lnTo>
                    <a:pt x="3553181" y="2879703"/>
                  </a:lnTo>
                  <a:lnTo>
                    <a:pt x="3553326" y="2879703"/>
                  </a:lnTo>
                  <a:lnTo>
                    <a:pt x="3553617" y="2879079"/>
                  </a:lnTo>
                  <a:lnTo>
                    <a:pt x="3553908" y="2879079"/>
                  </a:lnTo>
                  <a:lnTo>
                    <a:pt x="3554344" y="2879079"/>
                  </a:lnTo>
                  <a:lnTo>
                    <a:pt x="3554489" y="2879079"/>
                  </a:lnTo>
                  <a:lnTo>
                    <a:pt x="3554780" y="2879079"/>
                  </a:lnTo>
                  <a:lnTo>
                    <a:pt x="3555217" y="2879079"/>
                  </a:lnTo>
                  <a:lnTo>
                    <a:pt x="3555362" y="2879079"/>
                  </a:lnTo>
                  <a:lnTo>
                    <a:pt x="3555653" y="2878455"/>
                  </a:lnTo>
                  <a:lnTo>
                    <a:pt x="3555798" y="2878455"/>
                  </a:lnTo>
                  <a:lnTo>
                    <a:pt x="3555944" y="2878455"/>
                  </a:lnTo>
                  <a:lnTo>
                    <a:pt x="3556089" y="2878455"/>
                  </a:lnTo>
                  <a:lnTo>
                    <a:pt x="3556235" y="2878455"/>
                  </a:lnTo>
                  <a:lnTo>
                    <a:pt x="3556671" y="2878455"/>
                  </a:lnTo>
                  <a:lnTo>
                    <a:pt x="3556962" y="2878455"/>
                  </a:lnTo>
                  <a:lnTo>
                    <a:pt x="3557253" y="2878455"/>
                  </a:lnTo>
                  <a:lnTo>
                    <a:pt x="3557834" y="2877832"/>
                  </a:lnTo>
                  <a:lnTo>
                    <a:pt x="3557980" y="2877832"/>
                  </a:lnTo>
                  <a:lnTo>
                    <a:pt x="3558125" y="2877832"/>
                  </a:lnTo>
                  <a:lnTo>
                    <a:pt x="3558561" y="2877832"/>
                  </a:lnTo>
                  <a:lnTo>
                    <a:pt x="3558852" y="2877832"/>
                  </a:lnTo>
                  <a:lnTo>
                    <a:pt x="3559288" y="2877832"/>
                  </a:lnTo>
                  <a:lnTo>
                    <a:pt x="3559434" y="2877832"/>
                  </a:lnTo>
                  <a:lnTo>
                    <a:pt x="3559579" y="2877832"/>
                  </a:lnTo>
                  <a:lnTo>
                    <a:pt x="3560016" y="2877832"/>
                  </a:lnTo>
                  <a:lnTo>
                    <a:pt x="3560452" y="2877208"/>
                  </a:lnTo>
                  <a:lnTo>
                    <a:pt x="3561034" y="2877208"/>
                  </a:lnTo>
                  <a:lnTo>
                    <a:pt x="3561470" y="2875961"/>
                  </a:lnTo>
                  <a:lnTo>
                    <a:pt x="3561615" y="2875961"/>
                  </a:lnTo>
                  <a:lnTo>
                    <a:pt x="3561761" y="2875961"/>
                  </a:lnTo>
                  <a:lnTo>
                    <a:pt x="3561906" y="2875961"/>
                  </a:lnTo>
                  <a:lnTo>
                    <a:pt x="3562488" y="2875961"/>
                  </a:lnTo>
                  <a:lnTo>
                    <a:pt x="3562779" y="2875338"/>
                  </a:lnTo>
                  <a:lnTo>
                    <a:pt x="3563070" y="2875338"/>
                  </a:lnTo>
                  <a:lnTo>
                    <a:pt x="3563506" y="2875338"/>
                  </a:lnTo>
                  <a:lnTo>
                    <a:pt x="3563797" y="2874714"/>
                  </a:lnTo>
                  <a:lnTo>
                    <a:pt x="3564088" y="2873467"/>
                  </a:lnTo>
                  <a:lnTo>
                    <a:pt x="3564669" y="2873467"/>
                  </a:lnTo>
                  <a:lnTo>
                    <a:pt x="3565105" y="2873467"/>
                  </a:lnTo>
                  <a:lnTo>
                    <a:pt x="3565542" y="2873467"/>
                  </a:lnTo>
                  <a:lnTo>
                    <a:pt x="3565687" y="2873467"/>
                  </a:lnTo>
                  <a:lnTo>
                    <a:pt x="3565833" y="2873467"/>
                  </a:lnTo>
                  <a:lnTo>
                    <a:pt x="3565978" y="2873467"/>
                  </a:lnTo>
                  <a:lnTo>
                    <a:pt x="3566123" y="2873467"/>
                  </a:lnTo>
                  <a:lnTo>
                    <a:pt x="3566269" y="2873467"/>
                  </a:lnTo>
                  <a:lnTo>
                    <a:pt x="3566414" y="2873467"/>
                  </a:lnTo>
                  <a:lnTo>
                    <a:pt x="3566851" y="2873467"/>
                  </a:lnTo>
                  <a:lnTo>
                    <a:pt x="3567141" y="2872220"/>
                  </a:lnTo>
                  <a:lnTo>
                    <a:pt x="3567287" y="2872220"/>
                  </a:lnTo>
                  <a:lnTo>
                    <a:pt x="3567432" y="2872220"/>
                  </a:lnTo>
                  <a:lnTo>
                    <a:pt x="3567723" y="2870972"/>
                  </a:lnTo>
                  <a:lnTo>
                    <a:pt x="3568450" y="2870972"/>
                  </a:lnTo>
                  <a:lnTo>
                    <a:pt x="3568596" y="2870972"/>
                  </a:lnTo>
                  <a:lnTo>
                    <a:pt x="3569032" y="2870972"/>
                  </a:lnTo>
                  <a:lnTo>
                    <a:pt x="3570050" y="2869102"/>
                  </a:lnTo>
                  <a:lnTo>
                    <a:pt x="3570341" y="2868478"/>
                  </a:lnTo>
                  <a:lnTo>
                    <a:pt x="3570341" y="2867855"/>
                  </a:lnTo>
                  <a:lnTo>
                    <a:pt x="3570486" y="2867855"/>
                  </a:lnTo>
                  <a:lnTo>
                    <a:pt x="3570777" y="2867855"/>
                  </a:lnTo>
                  <a:lnTo>
                    <a:pt x="3571213" y="2867231"/>
                  </a:lnTo>
                  <a:lnTo>
                    <a:pt x="3571504" y="2867231"/>
                  </a:lnTo>
                  <a:lnTo>
                    <a:pt x="3571940" y="2866607"/>
                  </a:lnTo>
                  <a:lnTo>
                    <a:pt x="3572377" y="2866607"/>
                  </a:lnTo>
                  <a:lnTo>
                    <a:pt x="3572668" y="2866607"/>
                  </a:lnTo>
                  <a:lnTo>
                    <a:pt x="3572813" y="2866607"/>
                  </a:lnTo>
                  <a:lnTo>
                    <a:pt x="3572958" y="2866607"/>
                  </a:lnTo>
                  <a:lnTo>
                    <a:pt x="3573104" y="2866607"/>
                  </a:lnTo>
                  <a:lnTo>
                    <a:pt x="3573540" y="2866607"/>
                  </a:lnTo>
                  <a:lnTo>
                    <a:pt x="3573686" y="2866607"/>
                  </a:lnTo>
                  <a:lnTo>
                    <a:pt x="3573831" y="2866607"/>
                  </a:lnTo>
                  <a:lnTo>
                    <a:pt x="3574122" y="2866607"/>
                  </a:lnTo>
                  <a:lnTo>
                    <a:pt x="3574994" y="2866607"/>
                  </a:lnTo>
                  <a:lnTo>
                    <a:pt x="3575285" y="2866607"/>
                  </a:lnTo>
                  <a:lnTo>
                    <a:pt x="3575431" y="2866607"/>
                  </a:lnTo>
                  <a:lnTo>
                    <a:pt x="3575431" y="2865984"/>
                  </a:lnTo>
                  <a:lnTo>
                    <a:pt x="3575431" y="2865360"/>
                  </a:lnTo>
                  <a:lnTo>
                    <a:pt x="3575576" y="2865360"/>
                  </a:lnTo>
                  <a:lnTo>
                    <a:pt x="3575576" y="2864113"/>
                  </a:lnTo>
                  <a:lnTo>
                    <a:pt x="3576012" y="2864113"/>
                  </a:lnTo>
                  <a:lnTo>
                    <a:pt x="3576158" y="2863490"/>
                  </a:lnTo>
                  <a:lnTo>
                    <a:pt x="3576303" y="2863490"/>
                  </a:lnTo>
                  <a:lnTo>
                    <a:pt x="3576594" y="2863490"/>
                  </a:lnTo>
                  <a:lnTo>
                    <a:pt x="3576740" y="2863490"/>
                  </a:lnTo>
                  <a:lnTo>
                    <a:pt x="3576885" y="2862866"/>
                  </a:lnTo>
                  <a:lnTo>
                    <a:pt x="3577030" y="2862242"/>
                  </a:lnTo>
                  <a:lnTo>
                    <a:pt x="3577612" y="2862242"/>
                  </a:lnTo>
                  <a:lnTo>
                    <a:pt x="3577758" y="2860995"/>
                  </a:lnTo>
                  <a:lnTo>
                    <a:pt x="3578048" y="2860995"/>
                  </a:lnTo>
                  <a:lnTo>
                    <a:pt x="3578339" y="2860995"/>
                  </a:lnTo>
                  <a:lnTo>
                    <a:pt x="3578630" y="2860995"/>
                  </a:lnTo>
                  <a:lnTo>
                    <a:pt x="3578921" y="2860372"/>
                  </a:lnTo>
                  <a:lnTo>
                    <a:pt x="3579066" y="2860372"/>
                  </a:lnTo>
                  <a:lnTo>
                    <a:pt x="3579212" y="2860372"/>
                  </a:lnTo>
                  <a:lnTo>
                    <a:pt x="3579648" y="2860372"/>
                  </a:lnTo>
                  <a:lnTo>
                    <a:pt x="3580084" y="2860372"/>
                  </a:lnTo>
                  <a:lnTo>
                    <a:pt x="3580811" y="2859124"/>
                  </a:lnTo>
                  <a:lnTo>
                    <a:pt x="3580957" y="2859124"/>
                  </a:lnTo>
                  <a:lnTo>
                    <a:pt x="3581102" y="2859124"/>
                  </a:lnTo>
                  <a:lnTo>
                    <a:pt x="3581248" y="2859124"/>
                  </a:lnTo>
                  <a:lnTo>
                    <a:pt x="3581393" y="2859124"/>
                  </a:lnTo>
                  <a:lnTo>
                    <a:pt x="3581539" y="2859124"/>
                  </a:lnTo>
                  <a:lnTo>
                    <a:pt x="3582411" y="2859124"/>
                  </a:lnTo>
                  <a:lnTo>
                    <a:pt x="3582557" y="2859124"/>
                  </a:lnTo>
                  <a:lnTo>
                    <a:pt x="3582847" y="2859124"/>
                  </a:lnTo>
                  <a:lnTo>
                    <a:pt x="3583284" y="2859124"/>
                  </a:lnTo>
                  <a:lnTo>
                    <a:pt x="3583575" y="2858501"/>
                  </a:lnTo>
                  <a:lnTo>
                    <a:pt x="3584302" y="2858501"/>
                  </a:lnTo>
                  <a:lnTo>
                    <a:pt x="3584447" y="2858501"/>
                  </a:lnTo>
                  <a:lnTo>
                    <a:pt x="3584593" y="2858501"/>
                  </a:lnTo>
                  <a:lnTo>
                    <a:pt x="3584593" y="2857877"/>
                  </a:lnTo>
                  <a:lnTo>
                    <a:pt x="3585029" y="2857877"/>
                  </a:lnTo>
                  <a:lnTo>
                    <a:pt x="3585174" y="2857877"/>
                  </a:lnTo>
                  <a:lnTo>
                    <a:pt x="3585465" y="2857877"/>
                  </a:lnTo>
                  <a:lnTo>
                    <a:pt x="3585756" y="2857877"/>
                  </a:lnTo>
                  <a:lnTo>
                    <a:pt x="3585901" y="2857877"/>
                  </a:lnTo>
                  <a:lnTo>
                    <a:pt x="3586483" y="2856630"/>
                  </a:lnTo>
                  <a:lnTo>
                    <a:pt x="3586628" y="2856630"/>
                  </a:lnTo>
                  <a:lnTo>
                    <a:pt x="3586628" y="2856007"/>
                  </a:lnTo>
                  <a:lnTo>
                    <a:pt x="3586774" y="2856007"/>
                  </a:lnTo>
                  <a:lnTo>
                    <a:pt x="3586919" y="2855383"/>
                  </a:lnTo>
                  <a:lnTo>
                    <a:pt x="3587356" y="2853512"/>
                  </a:lnTo>
                  <a:lnTo>
                    <a:pt x="3587501" y="2853512"/>
                  </a:lnTo>
                  <a:lnTo>
                    <a:pt x="3587792" y="2853512"/>
                  </a:lnTo>
                  <a:lnTo>
                    <a:pt x="3588228" y="2852889"/>
                  </a:lnTo>
                  <a:lnTo>
                    <a:pt x="3588374" y="2852265"/>
                  </a:lnTo>
                  <a:lnTo>
                    <a:pt x="3588955" y="2852265"/>
                  </a:lnTo>
                  <a:lnTo>
                    <a:pt x="3589246" y="2852265"/>
                  </a:lnTo>
                  <a:lnTo>
                    <a:pt x="3589392" y="2851641"/>
                  </a:lnTo>
                  <a:lnTo>
                    <a:pt x="3589537" y="2851641"/>
                  </a:lnTo>
                  <a:lnTo>
                    <a:pt x="3589682" y="2851641"/>
                  </a:lnTo>
                  <a:lnTo>
                    <a:pt x="3589973" y="2851641"/>
                  </a:lnTo>
                  <a:lnTo>
                    <a:pt x="3590264" y="2849771"/>
                  </a:lnTo>
                  <a:lnTo>
                    <a:pt x="3590555" y="2849771"/>
                  </a:lnTo>
                  <a:lnTo>
                    <a:pt x="3590700" y="2849771"/>
                  </a:lnTo>
                  <a:lnTo>
                    <a:pt x="3591137" y="2849771"/>
                  </a:lnTo>
                  <a:lnTo>
                    <a:pt x="3591864" y="2849771"/>
                  </a:lnTo>
                  <a:lnTo>
                    <a:pt x="3592155" y="2849771"/>
                  </a:lnTo>
                  <a:lnTo>
                    <a:pt x="3592591" y="2847276"/>
                  </a:lnTo>
                  <a:lnTo>
                    <a:pt x="3592736" y="2847276"/>
                  </a:lnTo>
                  <a:lnTo>
                    <a:pt x="3592882" y="2847276"/>
                  </a:lnTo>
                  <a:lnTo>
                    <a:pt x="3593027" y="2847276"/>
                  </a:lnTo>
                  <a:lnTo>
                    <a:pt x="3593173" y="2847276"/>
                  </a:lnTo>
                  <a:lnTo>
                    <a:pt x="3593318" y="2846653"/>
                  </a:lnTo>
                  <a:lnTo>
                    <a:pt x="3593463" y="2846653"/>
                  </a:lnTo>
                  <a:lnTo>
                    <a:pt x="3593463" y="2846029"/>
                  </a:lnTo>
                  <a:lnTo>
                    <a:pt x="3593609" y="2846029"/>
                  </a:lnTo>
                  <a:lnTo>
                    <a:pt x="3593900" y="2846029"/>
                  </a:lnTo>
                  <a:lnTo>
                    <a:pt x="3594045" y="2845406"/>
                  </a:lnTo>
                  <a:lnTo>
                    <a:pt x="3594191" y="2845406"/>
                  </a:lnTo>
                  <a:lnTo>
                    <a:pt x="3594336" y="2845406"/>
                  </a:lnTo>
                  <a:lnTo>
                    <a:pt x="3594481" y="2845406"/>
                  </a:lnTo>
                  <a:lnTo>
                    <a:pt x="3594627" y="2845406"/>
                  </a:lnTo>
                  <a:lnTo>
                    <a:pt x="3595354" y="2845406"/>
                  </a:lnTo>
                  <a:lnTo>
                    <a:pt x="3596954" y="2843535"/>
                  </a:lnTo>
                  <a:lnTo>
                    <a:pt x="3597099" y="2843535"/>
                  </a:lnTo>
                  <a:lnTo>
                    <a:pt x="3597535" y="2843535"/>
                  </a:lnTo>
                  <a:lnTo>
                    <a:pt x="3597535" y="2842911"/>
                  </a:lnTo>
                  <a:lnTo>
                    <a:pt x="3597535" y="2841664"/>
                  </a:lnTo>
                  <a:lnTo>
                    <a:pt x="3597681" y="2841664"/>
                  </a:lnTo>
                  <a:lnTo>
                    <a:pt x="3597826" y="2841664"/>
                  </a:lnTo>
                  <a:lnTo>
                    <a:pt x="3597972" y="2841664"/>
                  </a:lnTo>
                  <a:lnTo>
                    <a:pt x="3598117" y="2841664"/>
                  </a:lnTo>
                  <a:lnTo>
                    <a:pt x="3598408" y="2841664"/>
                  </a:lnTo>
                  <a:lnTo>
                    <a:pt x="3598553" y="2841664"/>
                  </a:lnTo>
                  <a:lnTo>
                    <a:pt x="3598990" y="2839793"/>
                  </a:lnTo>
                  <a:lnTo>
                    <a:pt x="3599862" y="2839793"/>
                  </a:lnTo>
                  <a:lnTo>
                    <a:pt x="3600008" y="2839793"/>
                  </a:lnTo>
                  <a:lnTo>
                    <a:pt x="3600153" y="2839793"/>
                  </a:lnTo>
                  <a:lnTo>
                    <a:pt x="3600153" y="2839170"/>
                  </a:lnTo>
                  <a:lnTo>
                    <a:pt x="3600589" y="2838546"/>
                  </a:lnTo>
                  <a:lnTo>
                    <a:pt x="3600880" y="2838546"/>
                  </a:lnTo>
                  <a:lnTo>
                    <a:pt x="3601316" y="2838546"/>
                  </a:lnTo>
                  <a:lnTo>
                    <a:pt x="3601607" y="2838546"/>
                  </a:lnTo>
                  <a:lnTo>
                    <a:pt x="3601607" y="2837923"/>
                  </a:lnTo>
                  <a:lnTo>
                    <a:pt x="3601898" y="2837923"/>
                  </a:lnTo>
                  <a:lnTo>
                    <a:pt x="3602189" y="2837923"/>
                  </a:lnTo>
                  <a:lnTo>
                    <a:pt x="3602334" y="2837923"/>
                  </a:lnTo>
                  <a:lnTo>
                    <a:pt x="3602334" y="2837299"/>
                  </a:lnTo>
                  <a:lnTo>
                    <a:pt x="3603062" y="2837299"/>
                  </a:lnTo>
                  <a:lnTo>
                    <a:pt x="3603062" y="2836675"/>
                  </a:lnTo>
                  <a:lnTo>
                    <a:pt x="3603643" y="2834805"/>
                  </a:lnTo>
                  <a:lnTo>
                    <a:pt x="3603789" y="2834805"/>
                  </a:lnTo>
                  <a:lnTo>
                    <a:pt x="3603934" y="2834181"/>
                  </a:lnTo>
                  <a:lnTo>
                    <a:pt x="3604080" y="2834181"/>
                  </a:lnTo>
                  <a:lnTo>
                    <a:pt x="3604225" y="2834181"/>
                  </a:lnTo>
                  <a:lnTo>
                    <a:pt x="3604661" y="2834181"/>
                  </a:lnTo>
                  <a:lnTo>
                    <a:pt x="3604807" y="2834181"/>
                  </a:lnTo>
                  <a:lnTo>
                    <a:pt x="3604952" y="2834181"/>
                  </a:lnTo>
                  <a:lnTo>
                    <a:pt x="3605098" y="2833558"/>
                  </a:lnTo>
                  <a:lnTo>
                    <a:pt x="3605243" y="2833558"/>
                  </a:lnTo>
                  <a:lnTo>
                    <a:pt x="3605825" y="2831063"/>
                  </a:lnTo>
                  <a:lnTo>
                    <a:pt x="3606115" y="2831063"/>
                  </a:lnTo>
                  <a:lnTo>
                    <a:pt x="3606843" y="2831063"/>
                  </a:lnTo>
                  <a:lnTo>
                    <a:pt x="3607133" y="2831063"/>
                  </a:lnTo>
                  <a:lnTo>
                    <a:pt x="3607279" y="2831063"/>
                  </a:lnTo>
                  <a:lnTo>
                    <a:pt x="3607570" y="2829816"/>
                  </a:lnTo>
                  <a:lnTo>
                    <a:pt x="3607861" y="2829192"/>
                  </a:lnTo>
                  <a:lnTo>
                    <a:pt x="3608006" y="2829192"/>
                  </a:lnTo>
                  <a:lnTo>
                    <a:pt x="3608151" y="2828569"/>
                  </a:lnTo>
                  <a:lnTo>
                    <a:pt x="3608442" y="2827945"/>
                  </a:lnTo>
                  <a:lnTo>
                    <a:pt x="3608588" y="2827945"/>
                  </a:lnTo>
                  <a:lnTo>
                    <a:pt x="3609169" y="2827322"/>
                  </a:lnTo>
                  <a:lnTo>
                    <a:pt x="3609606" y="2826698"/>
                  </a:lnTo>
                  <a:lnTo>
                    <a:pt x="3609751" y="2826698"/>
                  </a:lnTo>
                  <a:lnTo>
                    <a:pt x="3609897" y="2826698"/>
                  </a:lnTo>
                  <a:lnTo>
                    <a:pt x="3610042" y="2826698"/>
                  </a:lnTo>
                  <a:lnTo>
                    <a:pt x="3610187" y="2826698"/>
                  </a:lnTo>
                  <a:lnTo>
                    <a:pt x="3610624" y="2826075"/>
                  </a:lnTo>
                  <a:lnTo>
                    <a:pt x="3611205" y="2825451"/>
                  </a:lnTo>
                  <a:lnTo>
                    <a:pt x="3611351" y="2825451"/>
                  </a:lnTo>
                  <a:lnTo>
                    <a:pt x="3611496" y="2825451"/>
                  </a:lnTo>
                  <a:lnTo>
                    <a:pt x="3611642" y="2825451"/>
                  </a:lnTo>
                  <a:lnTo>
                    <a:pt x="3611787" y="2825451"/>
                  </a:lnTo>
                  <a:lnTo>
                    <a:pt x="3612078" y="2825451"/>
                  </a:lnTo>
                  <a:lnTo>
                    <a:pt x="3612369" y="2825451"/>
                  </a:lnTo>
                  <a:lnTo>
                    <a:pt x="3612514" y="2825451"/>
                  </a:lnTo>
                  <a:lnTo>
                    <a:pt x="3612660" y="2825451"/>
                  </a:lnTo>
                  <a:lnTo>
                    <a:pt x="3612950" y="2825451"/>
                  </a:lnTo>
                  <a:lnTo>
                    <a:pt x="3612950" y="2824827"/>
                  </a:lnTo>
                  <a:lnTo>
                    <a:pt x="3613532" y="2824827"/>
                  </a:lnTo>
                  <a:lnTo>
                    <a:pt x="3613678" y="2824827"/>
                  </a:lnTo>
                  <a:lnTo>
                    <a:pt x="3614405" y="2823580"/>
                  </a:lnTo>
                  <a:lnTo>
                    <a:pt x="3614405" y="2822957"/>
                  </a:lnTo>
                  <a:lnTo>
                    <a:pt x="3614696" y="2822957"/>
                  </a:lnTo>
                  <a:lnTo>
                    <a:pt x="3615423" y="2822957"/>
                  </a:lnTo>
                  <a:lnTo>
                    <a:pt x="3615714" y="2822957"/>
                  </a:lnTo>
                  <a:lnTo>
                    <a:pt x="3615859" y="2822957"/>
                  </a:lnTo>
                  <a:lnTo>
                    <a:pt x="3616004" y="2822957"/>
                  </a:lnTo>
                  <a:lnTo>
                    <a:pt x="3616150" y="2822957"/>
                  </a:lnTo>
                  <a:lnTo>
                    <a:pt x="3616295" y="2822957"/>
                  </a:lnTo>
                  <a:lnTo>
                    <a:pt x="3616732" y="2822957"/>
                  </a:lnTo>
                  <a:lnTo>
                    <a:pt x="3617313" y="2822957"/>
                  </a:lnTo>
                  <a:lnTo>
                    <a:pt x="3617459" y="2822957"/>
                  </a:lnTo>
                  <a:lnTo>
                    <a:pt x="3617895" y="2822957"/>
                  </a:lnTo>
                  <a:lnTo>
                    <a:pt x="3618331" y="2822957"/>
                  </a:lnTo>
                  <a:lnTo>
                    <a:pt x="3618477" y="2822957"/>
                  </a:lnTo>
                  <a:lnTo>
                    <a:pt x="3618768" y="2822957"/>
                  </a:lnTo>
                  <a:lnTo>
                    <a:pt x="3619495" y="2822957"/>
                  </a:lnTo>
                  <a:lnTo>
                    <a:pt x="3620222" y="2822957"/>
                  </a:lnTo>
                  <a:lnTo>
                    <a:pt x="3620513" y="2822957"/>
                  </a:lnTo>
                  <a:lnTo>
                    <a:pt x="3620513" y="2822333"/>
                  </a:lnTo>
                  <a:lnTo>
                    <a:pt x="3620658" y="2822333"/>
                  </a:lnTo>
                  <a:lnTo>
                    <a:pt x="3620803" y="2822333"/>
                  </a:lnTo>
                  <a:lnTo>
                    <a:pt x="3621240" y="2822333"/>
                  </a:lnTo>
                  <a:lnTo>
                    <a:pt x="3621821" y="2821086"/>
                  </a:lnTo>
                  <a:lnTo>
                    <a:pt x="3621967" y="2821086"/>
                  </a:lnTo>
                  <a:lnTo>
                    <a:pt x="3622258" y="2821086"/>
                  </a:lnTo>
                  <a:lnTo>
                    <a:pt x="3622403" y="2821086"/>
                  </a:lnTo>
                  <a:lnTo>
                    <a:pt x="3622839" y="2821086"/>
                  </a:lnTo>
                  <a:lnTo>
                    <a:pt x="3623130" y="2821086"/>
                  </a:lnTo>
                  <a:lnTo>
                    <a:pt x="3623712" y="2821086"/>
                  </a:lnTo>
                  <a:lnTo>
                    <a:pt x="3623857" y="2819839"/>
                  </a:lnTo>
                  <a:lnTo>
                    <a:pt x="3623857" y="2819215"/>
                  </a:lnTo>
                  <a:lnTo>
                    <a:pt x="3624148" y="2819215"/>
                  </a:lnTo>
                  <a:lnTo>
                    <a:pt x="3624294" y="2819215"/>
                  </a:lnTo>
                  <a:lnTo>
                    <a:pt x="3624439" y="2819215"/>
                  </a:lnTo>
                  <a:lnTo>
                    <a:pt x="3624585" y="2819215"/>
                  </a:lnTo>
                  <a:lnTo>
                    <a:pt x="3624585" y="2817968"/>
                  </a:lnTo>
                  <a:lnTo>
                    <a:pt x="3625748" y="2815474"/>
                  </a:lnTo>
                  <a:lnTo>
                    <a:pt x="3625893" y="2815474"/>
                  </a:lnTo>
                  <a:lnTo>
                    <a:pt x="3625893" y="2814850"/>
                  </a:lnTo>
                  <a:lnTo>
                    <a:pt x="3626184" y="2814850"/>
                  </a:lnTo>
                  <a:lnTo>
                    <a:pt x="3626475" y="2814850"/>
                  </a:lnTo>
                  <a:lnTo>
                    <a:pt x="3626766" y="2814227"/>
                  </a:lnTo>
                  <a:lnTo>
                    <a:pt x="3626911" y="2814227"/>
                  </a:lnTo>
                  <a:lnTo>
                    <a:pt x="3627057" y="2813603"/>
                  </a:lnTo>
                  <a:lnTo>
                    <a:pt x="3627057" y="2812979"/>
                  </a:lnTo>
                  <a:lnTo>
                    <a:pt x="3627202" y="2812979"/>
                  </a:lnTo>
                  <a:lnTo>
                    <a:pt x="3628511" y="2812356"/>
                  </a:lnTo>
                  <a:lnTo>
                    <a:pt x="3629093" y="2812356"/>
                  </a:lnTo>
                  <a:lnTo>
                    <a:pt x="3629384" y="2812356"/>
                  </a:lnTo>
                  <a:lnTo>
                    <a:pt x="3629384" y="2811732"/>
                  </a:lnTo>
                  <a:lnTo>
                    <a:pt x="3629674" y="2811732"/>
                  </a:lnTo>
                  <a:lnTo>
                    <a:pt x="3629820" y="2811109"/>
                  </a:lnTo>
                  <a:lnTo>
                    <a:pt x="3629965" y="2811109"/>
                  </a:lnTo>
                  <a:lnTo>
                    <a:pt x="3630111" y="2811109"/>
                  </a:lnTo>
                  <a:lnTo>
                    <a:pt x="3630983" y="2810485"/>
                  </a:lnTo>
                  <a:lnTo>
                    <a:pt x="3631129" y="2810485"/>
                  </a:lnTo>
                  <a:lnTo>
                    <a:pt x="3631274" y="2810485"/>
                  </a:lnTo>
                  <a:lnTo>
                    <a:pt x="3631420" y="2810485"/>
                  </a:lnTo>
                  <a:lnTo>
                    <a:pt x="3631565" y="2810485"/>
                  </a:lnTo>
                  <a:lnTo>
                    <a:pt x="3631710" y="2809861"/>
                  </a:lnTo>
                  <a:lnTo>
                    <a:pt x="3632001" y="2809861"/>
                  </a:lnTo>
                  <a:lnTo>
                    <a:pt x="3632147" y="2809861"/>
                  </a:lnTo>
                  <a:lnTo>
                    <a:pt x="3632437" y="2809861"/>
                  </a:lnTo>
                  <a:lnTo>
                    <a:pt x="3632583" y="2809861"/>
                  </a:lnTo>
                  <a:lnTo>
                    <a:pt x="3632728" y="2809861"/>
                  </a:lnTo>
                  <a:lnTo>
                    <a:pt x="3632874" y="2809861"/>
                  </a:lnTo>
                  <a:lnTo>
                    <a:pt x="3633455" y="2807991"/>
                  </a:lnTo>
                  <a:lnTo>
                    <a:pt x="3633455" y="2807367"/>
                  </a:lnTo>
                  <a:lnTo>
                    <a:pt x="3633601" y="2807367"/>
                  </a:lnTo>
                  <a:lnTo>
                    <a:pt x="3633746" y="2806744"/>
                  </a:lnTo>
                  <a:lnTo>
                    <a:pt x="3634619" y="2806744"/>
                  </a:lnTo>
                  <a:lnTo>
                    <a:pt x="3634764" y="2806744"/>
                  </a:lnTo>
                  <a:lnTo>
                    <a:pt x="3634910" y="2806744"/>
                  </a:lnTo>
                  <a:lnTo>
                    <a:pt x="3635055" y="2806744"/>
                  </a:lnTo>
                  <a:lnTo>
                    <a:pt x="3635637" y="2806120"/>
                  </a:lnTo>
                  <a:lnTo>
                    <a:pt x="3635928" y="2805496"/>
                  </a:lnTo>
                  <a:lnTo>
                    <a:pt x="3636219" y="2805496"/>
                  </a:lnTo>
                  <a:lnTo>
                    <a:pt x="3636800" y="2805496"/>
                  </a:lnTo>
                  <a:lnTo>
                    <a:pt x="3636946" y="2805496"/>
                  </a:lnTo>
                  <a:lnTo>
                    <a:pt x="3637091" y="2804873"/>
                  </a:lnTo>
                  <a:lnTo>
                    <a:pt x="3637091" y="2804249"/>
                  </a:lnTo>
                  <a:lnTo>
                    <a:pt x="3637382" y="2804249"/>
                  </a:lnTo>
                  <a:lnTo>
                    <a:pt x="3637673" y="2803626"/>
                  </a:lnTo>
                  <a:lnTo>
                    <a:pt x="3638109" y="2803002"/>
                  </a:lnTo>
                  <a:lnTo>
                    <a:pt x="3638545" y="2803002"/>
                  </a:lnTo>
                  <a:lnTo>
                    <a:pt x="3638691" y="2803002"/>
                  </a:lnTo>
                  <a:lnTo>
                    <a:pt x="3638836" y="2803002"/>
                  </a:lnTo>
                  <a:lnTo>
                    <a:pt x="3638982" y="2803002"/>
                  </a:lnTo>
                  <a:lnTo>
                    <a:pt x="3639127" y="2803002"/>
                  </a:lnTo>
                  <a:lnTo>
                    <a:pt x="3639272" y="2803002"/>
                  </a:lnTo>
                  <a:lnTo>
                    <a:pt x="3639709" y="2802378"/>
                  </a:lnTo>
                  <a:lnTo>
                    <a:pt x="3640145" y="2802378"/>
                  </a:lnTo>
                  <a:lnTo>
                    <a:pt x="3640290" y="2802378"/>
                  </a:lnTo>
                  <a:lnTo>
                    <a:pt x="3641018" y="2802378"/>
                  </a:lnTo>
                  <a:lnTo>
                    <a:pt x="3641163" y="2802378"/>
                  </a:lnTo>
                  <a:lnTo>
                    <a:pt x="3641745" y="2799884"/>
                  </a:lnTo>
                  <a:lnTo>
                    <a:pt x="3641745" y="2799261"/>
                  </a:lnTo>
                  <a:lnTo>
                    <a:pt x="3641890" y="2799261"/>
                  </a:lnTo>
                  <a:lnTo>
                    <a:pt x="3642181" y="2799261"/>
                  </a:lnTo>
                  <a:lnTo>
                    <a:pt x="3642326" y="2799261"/>
                  </a:lnTo>
                  <a:lnTo>
                    <a:pt x="3642472" y="2799261"/>
                  </a:lnTo>
                  <a:lnTo>
                    <a:pt x="3642617" y="2798637"/>
                  </a:lnTo>
                  <a:lnTo>
                    <a:pt x="3643490" y="2798013"/>
                  </a:lnTo>
                  <a:lnTo>
                    <a:pt x="3643781" y="2797390"/>
                  </a:lnTo>
                  <a:lnTo>
                    <a:pt x="3644072" y="2797390"/>
                  </a:lnTo>
                  <a:lnTo>
                    <a:pt x="3644217" y="2797390"/>
                  </a:lnTo>
                  <a:lnTo>
                    <a:pt x="3644362" y="2797390"/>
                  </a:lnTo>
                  <a:lnTo>
                    <a:pt x="3645090" y="2796143"/>
                  </a:lnTo>
                  <a:lnTo>
                    <a:pt x="3645090" y="2794895"/>
                  </a:lnTo>
                  <a:lnTo>
                    <a:pt x="3645380" y="2794272"/>
                  </a:lnTo>
                  <a:lnTo>
                    <a:pt x="3645526" y="2794272"/>
                  </a:lnTo>
                  <a:lnTo>
                    <a:pt x="3645671" y="2794272"/>
                  </a:lnTo>
                  <a:lnTo>
                    <a:pt x="3645817" y="2794272"/>
                  </a:lnTo>
                  <a:lnTo>
                    <a:pt x="3645962" y="2794272"/>
                  </a:lnTo>
                  <a:lnTo>
                    <a:pt x="3646107" y="2793648"/>
                  </a:lnTo>
                  <a:lnTo>
                    <a:pt x="3646544" y="2793025"/>
                  </a:lnTo>
                  <a:lnTo>
                    <a:pt x="3646689" y="2793025"/>
                  </a:lnTo>
                  <a:lnTo>
                    <a:pt x="3646980" y="2793025"/>
                  </a:lnTo>
                  <a:lnTo>
                    <a:pt x="3647562" y="2793025"/>
                  </a:lnTo>
                  <a:lnTo>
                    <a:pt x="3647707" y="2793025"/>
                  </a:lnTo>
                  <a:lnTo>
                    <a:pt x="3647707" y="2792401"/>
                  </a:lnTo>
                  <a:lnTo>
                    <a:pt x="3648289" y="2791778"/>
                  </a:lnTo>
                  <a:lnTo>
                    <a:pt x="3648580" y="2791778"/>
                  </a:lnTo>
                  <a:lnTo>
                    <a:pt x="3648725" y="2791778"/>
                  </a:lnTo>
                  <a:lnTo>
                    <a:pt x="3649161" y="2791778"/>
                  </a:lnTo>
                  <a:lnTo>
                    <a:pt x="3649307" y="2791778"/>
                  </a:lnTo>
                  <a:lnTo>
                    <a:pt x="3649889" y="2791778"/>
                  </a:lnTo>
                  <a:lnTo>
                    <a:pt x="3650034" y="2791778"/>
                  </a:lnTo>
                  <a:lnTo>
                    <a:pt x="3650179" y="2791154"/>
                  </a:lnTo>
                  <a:lnTo>
                    <a:pt x="3650470" y="2791154"/>
                  </a:lnTo>
                  <a:lnTo>
                    <a:pt x="3651197" y="2791154"/>
                  </a:lnTo>
                  <a:lnTo>
                    <a:pt x="3651343" y="2791154"/>
                  </a:lnTo>
                  <a:lnTo>
                    <a:pt x="3651488" y="2791154"/>
                  </a:lnTo>
                  <a:lnTo>
                    <a:pt x="3651488" y="2790530"/>
                  </a:lnTo>
                  <a:lnTo>
                    <a:pt x="3651634" y="2790530"/>
                  </a:lnTo>
                  <a:lnTo>
                    <a:pt x="3652070" y="2790530"/>
                  </a:lnTo>
                  <a:lnTo>
                    <a:pt x="3652215" y="2790530"/>
                  </a:lnTo>
                  <a:lnTo>
                    <a:pt x="3652652" y="2789907"/>
                  </a:lnTo>
                  <a:lnTo>
                    <a:pt x="3653088" y="2789907"/>
                  </a:lnTo>
                  <a:lnTo>
                    <a:pt x="3653233" y="2789907"/>
                  </a:lnTo>
                  <a:lnTo>
                    <a:pt x="3653670" y="2789907"/>
                  </a:lnTo>
                  <a:lnTo>
                    <a:pt x="3653815" y="2789907"/>
                  </a:lnTo>
                  <a:lnTo>
                    <a:pt x="3654397" y="2789907"/>
                  </a:lnTo>
                  <a:lnTo>
                    <a:pt x="3654833" y="2789907"/>
                  </a:lnTo>
                  <a:lnTo>
                    <a:pt x="3655124" y="2789283"/>
                  </a:lnTo>
                  <a:lnTo>
                    <a:pt x="3655706" y="2789283"/>
                  </a:lnTo>
                  <a:lnTo>
                    <a:pt x="3655851" y="2789283"/>
                  </a:lnTo>
                  <a:lnTo>
                    <a:pt x="3655996" y="2788660"/>
                  </a:lnTo>
                  <a:lnTo>
                    <a:pt x="3656869" y="2788660"/>
                  </a:lnTo>
                  <a:lnTo>
                    <a:pt x="3657160" y="2788036"/>
                  </a:lnTo>
                  <a:lnTo>
                    <a:pt x="3657305" y="2788036"/>
                  </a:lnTo>
                  <a:lnTo>
                    <a:pt x="3658178" y="2786789"/>
                  </a:lnTo>
                  <a:lnTo>
                    <a:pt x="3658469" y="2786165"/>
                  </a:lnTo>
                  <a:lnTo>
                    <a:pt x="3658614" y="2785542"/>
                  </a:lnTo>
                  <a:lnTo>
                    <a:pt x="3659341" y="2785542"/>
                  </a:lnTo>
                  <a:lnTo>
                    <a:pt x="3659341" y="2784918"/>
                  </a:lnTo>
                  <a:lnTo>
                    <a:pt x="3659632" y="2784918"/>
                  </a:lnTo>
                  <a:lnTo>
                    <a:pt x="3659632" y="2784295"/>
                  </a:lnTo>
                  <a:lnTo>
                    <a:pt x="3660359" y="2784295"/>
                  </a:lnTo>
                  <a:lnTo>
                    <a:pt x="3660650" y="2784295"/>
                  </a:lnTo>
                  <a:lnTo>
                    <a:pt x="3661086" y="2783671"/>
                  </a:lnTo>
                  <a:lnTo>
                    <a:pt x="3661086" y="2783047"/>
                  </a:lnTo>
                  <a:lnTo>
                    <a:pt x="3661086" y="2782424"/>
                  </a:lnTo>
                  <a:lnTo>
                    <a:pt x="3661232" y="2782424"/>
                  </a:lnTo>
                  <a:lnTo>
                    <a:pt x="3661377" y="2782424"/>
                  </a:lnTo>
                  <a:lnTo>
                    <a:pt x="3661523" y="2782424"/>
                  </a:lnTo>
                  <a:lnTo>
                    <a:pt x="3661668" y="2781800"/>
                  </a:lnTo>
                  <a:lnTo>
                    <a:pt x="3661959" y="2781800"/>
                  </a:lnTo>
                  <a:lnTo>
                    <a:pt x="3662104" y="2781800"/>
                  </a:lnTo>
                  <a:lnTo>
                    <a:pt x="3662104" y="2781177"/>
                  </a:lnTo>
                  <a:lnTo>
                    <a:pt x="3662395" y="2781177"/>
                  </a:lnTo>
                  <a:lnTo>
                    <a:pt x="3662395" y="2780553"/>
                  </a:lnTo>
                  <a:lnTo>
                    <a:pt x="3662541" y="2780553"/>
                  </a:lnTo>
                  <a:lnTo>
                    <a:pt x="3662831" y="2780553"/>
                  </a:lnTo>
                  <a:lnTo>
                    <a:pt x="3663122" y="2779929"/>
                  </a:lnTo>
                  <a:lnTo>
                    <a:pt x="3663268" y="2779929"/>
                  </a:lnTo>
                  <a:lnTo>
                    <a:pt x="3663413" y="2779929"/>
                  </a:lnTo>
                  <a:lnTo>
                    <a:pt x="3663559" y="2779929"/>
                  </a:lnTo>
                  <a:lnTo>
                    <a:pt x="3664140" y="2779929"/>
                  </a:lnTo>
                  <a:lnTo>
                    <a:pt x="3664431" y="2779929"/>
                  </a:lnTo>
                  <a:lnTo>
                    <a:pt x="3664577" y="2779929"/>
                  </a:lnTo>
                  <a:lnTo>
                    <a:pt x="3665158" y="2778682"/>
                  </a:lnTo>
                  <a:lnTo>
                    <a:pt x="3665304" y="2778682"/>
                  </a:lnTo>
                  <a:lnTo>
                    <a:pt x="3665740" y="2778682"/>
                  </a:lnTo>
                  <a:lnTo>
                    <a:pt x="3666322" y="2778059"/>
                  </a:lnTo>
                  <a:lnTo>
                    <a:pt x="3666758" y="2778059"/>
                  </a:lnTo>
                  <a:lnTo>
                    <a:pt x="3666903" y="2778059"/>
                  </a:lnTo>
                  <a:lnTo>
                    <a:pt x="3667340" y="2778059"/>
                  </a:lnTo>
                  <a:lnTo>
                    <a:pt x="3667630" y="2778059"/>
                  </a:lnTo>
                  <a:lnTo>
                    <a:pt x="3668212" y="2777435"/>
                  </a:lnTo>
                  <a:lnTo>
                    <a:pt x="3668358" y="2777435"/>
                  </a:lnTo>
                  <a:lnTo>
                    <a:pt x="3668503" y="2777435"/>
                  </a:lnTo>
                  <a:lnTo>
                    <a:pt x="3669085" y="2777435"/>
                  </a:lnTo>
                  <a:lnTo>
                    <a:pt x="3669376" y="2776812"/>
                  </a:lnTo>
                  <a:lnTo>
                    <a:pt x="3669521" y="2776812"/>
                  </a:lnTo>
                  <a:lnTo>
                    <a:pt x="3669666" y="2776812"/>
                  </a:lnTo>
                  <a:lnTo>
                    <a:pt x="3673447" y="2771823"/>
                  </a:lnTo>
                  <a:lnTo>
                    <a:pt x="3674029" y="2771823"/>
                  </a:lnTo>
                  <a:lnTo>
                    <a:pt x="3674175" y="2771823"/>
                  </a:lnTo>
                  <a:lnTo>
                    <a:pt x="3674320" y="2771823"/>
                  </a:lnTo>
                  <a:lnTo>
                    <a:pt x="3674465" y="2771823"/>
                  </a:lnTo>
                  <a:lnTo>
                    <a:pt x="3674611" y="2771199"/>
                  </a:lnTo>
                  <a:lnTo>
                    <a:pt x="3675193" y="2769952"/>
                  </a:lnTo>
                  <a:lnTo>
                    <a:pt x="3675338" y="2769952"/>
                  </a:lnTo>
                  <a:lnTo>
                    <a:pt x="3675483" y="2768705"/>
                  </a:lnTo>
                  <a:lnTo>
                    <a:pt x="3675774" y="2768081"/>
                  </a:lnTo>
                  <a:lnTo>
                    <a:pt x="3675920" y="2768081"/>
                  </a:lnTo>
                  <a:lnTo>
                    <a:pt x="3675920" y="2767458"/>
                  </a:lnTo>
                  <a:lnTo>
                    <a:pt x="3676065" y="2767458"/>
                  </a:lnTo>
                  <a:lnTo>
                    <a:pt x="3676211" y="2766834"/>
                  </a:lnTo>
                  <a:lnTo>
                    <a:pt x="3676647" y="2766211"/>
                  </a:lnTo>
                  <a:lnTo>
                    <a:pt x="3676938" y="2765587"/>
                  </a:lnTo>
                  <a:lnTo>
                    <a:pt x="3677083" y="2765587"/>
                  </a:lnTo>
                  <a:lnTo>
                    <a:pt x="3677519" y="2765587"/>
                  </a:lnTo>
                  <a:lnTo>
                    <a:pt x="3677956" y="2765587"/>
                  </a:lnTo>
                  <a:lnTo>
                    <a:pt x="3678247" y="2764964"/>
                  </a:lnTo>
                  <a:lnTo>
                    <a:pt x="3678247" y="2764340"/>
                  </a:lnTo>
                  <a:lnTo>
                    <a:pt x="3678683" y="2764340"/>
                  </a:lnTo>
                  <a:lnTo>
                    <a:pt x="3678828" y="2764340"/>
                  </a:lnTo>
                  <a:lnTo>
                    <a:pt x="3678974" y="2764340"/>
                  </a:lnTo>
                  <a:lnTo>
                    <a:pt x="3679119" y="2764340"/>
                  </a:lnTo>
                  <a:lnTo>
                    <a:pt x="3679555" y="2764340"/>
                  </a:lnTo>
                  <a:lnTo>
                    <a:pt x="3679701" y="2764340"/>
                  </a:lnTo>
                  <a:lnTo>
                    <a:pt x="3679846" y="2764340"/>
                  </a:lnTo>
                  <a:lnTo>
                    <a:pt x="3679992" y="2764340"/>
                  </a:lnTo>
                  <a:lnTo>
                    <a:pt x="3680137" y="2764340"/>
                  </a:lnTo>
                  <a:lnTo>
                    <a:pt x="3680428" y="2764340"/>
                  </a:lnTo>
                  <a:lnTo>
                    <a:pt x="3680573" y="2764340"/>
                  </a:lnTo>
                  <a:lnTo>
                    <a:pt x="3680719" y="2763716"/>
                  </a:lnTo>
                  <a:lnTo>
                    <a:pt x="3681010" y="2763716"/>
                  </a:lnTo>
                  <a:lnTo>
                    <a:pt x="3681155" y="2763716"/>
                  </a:lnTo>
                  <a:lnTo>
                    <a:pt x="3681300" y="2763093"/>
                  </a:lnTo>
                  <a:lnTo>
                    <a:pt x="3681446" y="2763093"/>
                  </a:lnTo>
                  <a:lnTo>
                    <a:pt x="3681737" y="2763093"/>
                  </a:lnTo>
                  <a:lnTo>
                    <a:pt x="3682173" y="2763093"/>
                  </a:lnTo>
                  <a:lnTo>
                    <a:pt x="3682609" y="2763093"/>
                  </a:lnTo>
                  <a:lnTo>
                    <a:pt x="3682755" y="2761846"/>
                  </a:lnTo>
                  <a:lnTo>
                    <a:pt x="3682900" y="2761846"/>
                  </a:lnTo>
                  <a:lnTo>
                    <a:pt x="3683046" y="2761846"/>
                  </a:lnTo>
                  <a:lnTo>
                    <a:pt x="3684064" y="2761222"/>
                  </a:lnTo>
                  <a:lnTo>
                    <a:pt x="3684500" y="2761222"/>
                  </a:lnTo>
                  <a:lnTo>
                    <a:pt x="3684645" y="2761222"/>
                  </a:lnTo>
                  <a:lnTo>
                    <a:pt x="3685372" y="2758728"/>
                  </a:lnTo>
                  <a:lnTo>
                    <a:pt x="3685518" y="2758728"/>
                  </a:lnTo>
                  <a:lnTo>
                    <a:pt x="3685663" y="2758728"/>
                  </a:lnTo>
                  <a:lnTo>
                    <a:pt x="3686536" y="2758104"/>
                  </a:lnTo>
                  <a:lnTo>
                    <a:pt x="3686681" y="2758104"/>
                  </a:lnTo>
                  <a:lnTo>
                    <a:pt x="3686972" y="2758104"/>
                  </a:lnTo>
                  <a:lnTo>
                    <a:pt x="3687117" y="2758104"/>
                  </a:lnTo>
                  <a:lnTo>
                    <a:pt x="3687554" y="2757481"/>
                  </a:lnTo>
                  <a:lnTo>
                    <a:pt x="3688135" y="2757481"/>
                  </a:lnTo>
                  <a:lnTo>
                    <a:pt x="3688717" y="2756857"/>
                  </a:lnTo>
                  <a:lnTo>
                    <a:pt x="3689153" y="2756857"/>
                  </a:lnTo>
                  <a:lnTo>
                    <a:pt x="3689735" y="2756857"/>
                  </a:lnTo>
                  <a:lnTo>
                    <a:pt x="3690317" y="2756857"/>
                  </a:lnTo>
                  <a:lnTo>
                    <a:pt x="3690462" y="2756857"/>
                  </a:lnTo>
                  <a:lnTo>
                    <a:pt x="3690608" y="2756857"/>
                  </a:lnTo>
                  <a:lnTo>
                    <a:pt x="3690753" y="2756857"/>
                  </a:lnTo>
                  <a:lnTo>
                    <a:pt x="3690753" y="2756233"/>
                  </a:lnTo>
                  <a:lnTo>
                    <a:pt x="3690753" y="2754986"/>
                  </a:lnTo>
                  <a:lnTo>
                    <a:pt x="3691044" y="2754986"/>
                  </a:lnTo>
                  <a:lnTo>
                    <a:pt x="3691189" y="2754986"/>
                  </a:lnTo>
                  <a:lnTo>
                    <a:pt x="3691771" y="2754986"/>
                  </a:lnTo>
                  <a:lnTo>
                    <a:pt x="3692207" y="2754986"/>
                  </a:lnTo>
                  <a:lnTo>
                    <a:pt x="3692644" y="2754986"/>
                  </a:lnTo>
                  <a:lnTo>
                    <a:pt x="3692789" y="2754986"/>
                  </a:lnTo>
                  <a:lnTo>
                    <a:pt x="3693080" y="2754986"/>
                  </a:lnTo>
                  <a:lnTo>
                    <a:pt x="3693952" y="2754986"/>
                  </a:lnTo>
                  <a:lnTo>
                    <a:pt x="3694098" y="2754986"/>
                  </a:lnTo>
                  <a:lnTo>
                    <a:pt x="3694243" y="2754986"/>
                  </a:lnTo>
                  <a:lnTo>
                    <a:pt x="3694389" y="2754363"/>
                  </a:lnTo>
                  <a:lnTo>
                    <a:pt x="3694825" y="2753739"/>
                  </a:lnTo>
                  <a:lnTo>
                    <a:pt x="3695261" y="2753739"/>
                  </a:lnTo>
                  <a:lnTo>
                    <a:pt x="3695552" y="2753739"/>
                  </a:lnTo>
                  <a:lnTo>
                    <a:pt x="3695698" y="2753739"/>
                  </a:lnTo>
                  <a:lnTo>
                    <a:pt x="3696425" y="2753739"/>
                  </a:lnTo>
                  <a:lnTo>
                    <a:pt x="3696861" y="2753739"/>
                  </a:lnTo>
                  <a:lnTo>
                    <a:pt x="3697006" y="2753739"/>
                  </a:lnTo>
                  <a:lnTo>
                    <a:pt x="3697297" y="2753739"/>
                  </a:lnTo>
                  <a:lnTo>
                    <a:pt x="3697443" y="2753739"/>
                  </a:lnTo>
                  <a:lnTo>
                    <a:pt x="3697588" y="2753739"/>
                  </a:lnTo>
                  <a:lnTo>
                    <a:pt x="3698024" y="2753115"/>
                  </a:lnTo>
                  <a:lnTo>
                    <a:pt x="3698606" y="2753115"/>
                  </a:lnTo>
                  <a:lnTo>
                    <a:pt x="3699188" y="2753115"/>
                  </a:lnTo>
                  <a:lnTo>
                    <a:pt x="3699333" y="2753115"/>
                  </a:lnTo>
                  <a:lnTo>
                    <a:pt x="3699770" y="2753115"/>
                  </a:lnTo>
                  <a:lnTo>
                    <a:pt x="3699915" y="2753115"/>
                  </a:lnTo>
                  <a:lnTo>
                    <a:pt x="3700060" y="2753115"/>
                  </a:lnTo>
                  <a:lnTo>
                    <a:pt x="3700351" y="2753115"/>
                  </a:lnTo>
                  <a:lnTo>
                    <a:pt x="3700497" y="2753115"/>
                  </a:lnTo>
                  <a:lnTo>
                    <a:pt x="3700497" y="2752492"/>
                  </a:lnTo>
                  <a:lnTo>
                    <a:pt x="3700933" y="2752492"/>
                  </a:lnTo>
                  <a:lnTo>
                    <a:pt x="3701805" y="2752492"/>
                  </a:lnTo>
                  <a:lnTo>
                    <a:pt x="3701951" y="2752492"/>
                  </a:lnTo>
                  <a:lnTo>
                    <a:pt x="3702242" y="2752492"/>
                  </a:lnTo>
                  <a:lnTo>
                    <a:pt x="3702387" y="2752492"/>
                  </a:lnTo>
                  <a:lnTo>
                    <a:pt x="3702533" y="2752492"/>
                  </a:lnTo>
                  <a:lnTo>
                    <a:pt x="3702678" y="2752492"/>
                  </a:lnTo>
                  <a:lnTo>
                    <a:pt x="3702969" y="2751868"/>
                  </a:lnTo>
                  <a:lnTo>
                    <a:pt x="3703551" y="2751868"/>
                  </a:lnTo>
                  <a:lnTo>
                    <a:pt x="3704278" y="2751868"/>
                  </a:lnTo>
                  <a:lnTo>
                    <a:pt x="3704569" y="2751868"/>
                  </a:lnTo>
                  <a:lnTo>
                    <a:pt x="3704714" y="2751868"/>
                  </a:lnTo>
                  <a:lnTo>
                    <a:pt x="3704859" y="2751868"/>
                  </a:lnTo>
                  <a:lnTo>
                    <a:pt x="3705296" y="2751868"/>
                  </a:lnTo>
                  <a:lnTo>
                    <a:pt x="3705441" y="2751245"/>
                  </a:lnTo>
                  <a:lnTo>
                    <a:pt x="3705587" y="2751245"/>
                  </a:lnTo>
                  <a:lnTo>
                    <a:pt x="3705732" y="2751245"/>
                  </a:lnTo>
                  <a:lnTo>
                    <a:pt x="3706168" y="2749998"/>
                  </a:lnTo>
                  <a:lnTo>
                    <a:pt x="3706605" y="2748750"/>
                  </a:lnTo>
                  <a:lnTo>
                    <a:pt x="3706750" y="2748750"/>
                  </a:lnTo>
                  <a:lnTo>
                    <a:pt x="3706895" y="2748750"/>
                  </a:lnTo>
                  <a:lnTo>
                    <a:pt x="3707041" y="2748750"/>
                  </a:lnTo>
                  <a:lnTo>
                    <a:pt x="3707186" y="2748750"/>
                  </a:lnTo>
                  <a:lnTo>
                    <a:pt x="3707332" y="2748750"/>
                  </a:lnTo>
                  <a:lnTo>
                    <a:pt x="3707768" y="2748750"/>
                  </a:lnTo>
                  <a:lnTo>
                    <a:pt x="3707913" y="2748750"/>
                  </a:lnTo>
                  <a:lnTo>
                    <a:pt x="3708059" y="2748750"/>
                  </a:lnTo>
                  <a:lnTo>
                    <a:pt x="3708931" y="2748750"/>
                  </a:lnTo>
                  <a:lnTo>
                    <a:pt x="3709077" y="2748750"/>
                  </a:lnTo>
                  <a:lnTo>
                    <a:pt x="3709222" y="2748750"/>
                  </a:lnTo>
                  <a:lnTo>
                    <a:pt x="3710095" y="2748750"/>
                  </a:lnTo>
                  <a:lnTo>
                    <a:pt x="3710095" y="2748127"/>
                  </a:lnTo>
                  <a:lnTo>
                    <a:pt x="3710386" y="2748127"/>
                  </a:lnTo>
                  <a:lnTo>
                    <a:pt x="3710531" y="2747503"/>
                  </a:lnTo>
                  <a:lnTo>
                    <a:pt x="3711404" y="2744385"/>
                  </a:lnTo>
                  <a:lnTo>
                    <a:pt x="3711404" y="2743762"/>
                  </a:lnTo>
                  <a:lnTo>
                    <a:pt x="3711549" y="2743762"/>
                  </a:lnTo>
                  <a:lnTo>
                    <a:pt x="3711694" y="2743762"/>
                  </a:lnTo>
                  <a:lnTo>
                    <a:pt x="3711840" y="2743762"/>
                  </a:lnTo>
                  <a:lnTo>
                    <a:pt x="3713003" y="2742515"/>
                  </a:lnTo>
                  <a:lnTo>
                    <a:pt x="3713439" y="2741891"/>
                  </a:lnTo>
                  <a:lnTo>
                    <a:pt x="3713730" y="2741891"/>
                  </a:lnTo>
                  <a:lnTo>
                    <a:pt x="3714312" y="2741891"/>
                  </a:lnTo>
                  <a:lnTo>
                    <a:pt x="3714457" y="2741891"/>
                  </a:lnTo>
                  <a:lnTo>
                    <a:pt x="3714457" y="2741267"/>
                  </a:lnTo>
                  <a:lnTo>
                    <a:pt x="3714894" y="2741267"/>
                  </a:lnTo>
                  <a:lnTo>
                    <a:pt x="3715039" y="2741267"/>
                  </a:lnTo>
                  <a:lnTo>
                    <a:pt x="3715766" y="2741267"/>
                  </a:lnTo>
                  <a:lnTo>
                    <a:pt x="3715912" y="2741267"/>
                  </a:lnTo>
                  <a:lnTo>
                    <a:pt x="3716203" y="2741267"/>
                  </a:lnTo>
                  <a:lnTo>
                    <a:pt x="3716203" y="2740644"/>
                  </a:lnTo>
                  <a:lnTo>
                    <a:pt x="3716639" y="2740644"/>
                  </a:lnTo>
                  <a:lnTo>
                    <a:pt x="3717221" y="2740644"/>
                  </a:lnTo>
                  <a:lnTo>
                    <a:pt x="3717366" y="2740644"/>
                  </a:lnTo>
                  <a:lnTo>
                    <a:pt x="3718093" y="2740644"/>
                  </a:lnTo>
                  <a:lnTo>
                    <a:pt x="3718384" y="2739397"/>
                  </a:lnTo>
                  <a:lnTo>
                    <a:pt x="3718820" y="2735032"/>
                  </a:lnTo>
                  <a:lnTo>
                    <a:pt x="3719111" y="2735032"/>
                  </a:lnTo>
                  <a:lnTo>
                    <a:pt x="3719257" y="2735032"/>
                  </a:lnTo>
                  <a:lnTo>
                    <a:pt x="3719402" y="2734408"/>
                  </a:lnTo>
                  <a:lnTo>
                    <a:pt x="3719838" y="2733784"/>
                  </a:lnTo>
                  <a:lnTo>
                    <a:pt x="3721292" y="2733161"/>
                  </a:lnTo>
                  <a:lnTo>
                    <a:pt x="3721438" y="2733161"/>
                  </a:lnTo>
                  <a:lnTo>
                    <a:pt x="3721583" y="2733161"/>
                  </a:lnTo>
                  <a:lnTo>
                    <a:pt x="3721729" y="2733161"/>
                  </a:lnTo>
                  <a:lnTo>
                    <a:pt x="3721874" y="2733161"/>
                  </a:lnTo>
                  <a:lnTo>
                    <a:pt x="3722165" y="2733161"/>
                  </a:lnTo>
                  <a:lnTo>
                    <a:pt x="3722456" y="2733161"/>
                  </a:lnTo>
                  <a:lnTo>
                    <a:pt x="3723038" y="2731914"/>
                  </a:lnTo>
                  <a:lnTo>
                    <a:pt x="3723183" y="2731914"/>
                  </a:lnTo>
                  <a:lnTo>
                    <a:pt x="3723910" y="2731290"/>
                  </a:lnTo>
                  <a:lnTo>
                    <a:pt x="3724201" y="2731290"/>
                  </a:lnTo>
                  <a:lnTo>
                    <a:pt x="3724346" y="2731290"/>
                  </a:lnTo>
                  <a:lnTo>
                    <a:pt x="3724492" y="2730043"/>
                  </a:lnTo>
                  <a:lnTo>
                    <a:pt x="3724637" y="2730043"/>
                  </a:lnTo>
                  <a:lnTo>
                    <a:pt x="3724928" y="2730043"/>
                  </a:lnTo>
                  <a:lnTo>
                    <a:pt x="3725219" y="2728796"/>
                  </a:lnTo>
                  <a:lnTo>
                    <a:pt x="3725364" y="2728796"/>
                  </a:lnTo>
                  <a:lnTo>
                    <a:pt x="3725801" y="2728796"/>
                  </a:lnTo>
                  <a:lnTo>
                    <a:pt x="3725946" y="2728796"/>
                  </a:lnTo>
                  <a:lnTo>
                    <a:pt x="3726237" y="2728796"/>
                  </a:lnTo>
                  <a:lnTo>
                    <a:pt x="3726382" y="2728796"/>
                  </a:lnTo>
                  <a:lnTo>
                    <a:pt x="3726673" y="2728172"/>
                  </a:lnTo>
                  <a:lnTo>
                    <a:pt x="3726819" y="2728172"/>
                  </a:lnTo>
                  <a:lnTo>
                    <a:pt x="3727109" y="2728172"/>
                  </a:lnTo>
                  <a:lnTo>
                    <a:pt x="3727255" y="2728172"/>
                  </a:lnTo>
                  <a:lnTo>
                    <a:pt x="3727691" y="2728172"/>
                  </a:lnTo>
                  <a:lnTo>
                    <a:pt x="3727837" y="2728172"/>
                  </a:lnTo>
                  <a:lnTo>
                    <a:pt x="3728273" y="2728172"/>
                  </a:lnTo>
                  <a:lnTo>
                    <a:pt x="3728418" y="2727549"/>
                  </a:lnTo>
                  <a:lnTo>
                    <a:pt x="3729000" y="2727549"/>
                  </a:lnTo>
                  <a:lnTo>
                    <a:pt x="3729000" y="2726925"/>
                  </a:lnTo>
                  <a:lnTo>
                    <a:pt x="3729145" y="2726925"/>
                  </a:lnTo>
                  <a:lnTo>
                    <a:pt x="3729291" y="2726925"/>
                  </a:lnTo>
                  <a:lnTo>
                    <a:pt x="3729873" y="2726301"/>
                  </a:lnTo>
                  <a:lnTo>
                    <a:pt x="3730163" y="2725054"/>
                  </a:lnTo>
                  <a:lnTo>
                    <a:pt x="3730454" y="2725054"/>
                  </a:lnTo>
                  <a:lnTo>
                    <a:pt x="3730600" y="2723807"/>
                  </a:lnTo>
                  <a:lnTo>
                    <a:pt x="3730745" y="2723807"/>
                  </a:lnTo>
                  <a:lnTo>
                    <a:pt x="3731472" y="2723183"/>
                  </a:lnTo>
                  <a:lnTo>
                    <a:pt x="3731763" y="2723183"/>
                  </a:lnTo>
                  <a:lnTo>
                    <a:pt x="3732199" y="2723183"/>
                  </a:lnTo>
                  <a:lnTo>
                    <a:pt x="3732345" y="2723183"/>
                  </a:lnTo>
                  <a:lnTo>
                    <a:pt x="3733217" y="2722560"/>
                  </a:lnTo>
                  <a:lnTo>
                    <a:pt x="3733654" y="2722560"/>
                  </a:lnTo>
                  <a:lnTo>
                    <a:pt x="3734381" y="2721936"/>
                  </a:lnTo>
                  <a:lnTo>
                    <a:pt x="3734672" y="2721313"/>
                  </a:lnTo>
                  <a:lnTo>
                    <a:pt x="3734817" y="2721313"/>
                  </a:lnTo>
                  <a:lnTo>
                    <a:pt x="3734962" y="2720689"/>
                  </a:lnTo>
                  <a:lnTo>
                    <a:pt x="3735544" y="2719442"/>
                  </a:lnTo>
                  <a:lnTo>
                    <a:pt x="3736417" y="2719442"/>
                  </a:lnTo>
                  <a:lnTo>
                    <a:pt x="3736708" y="2719442"/>
                  </a:lnTo>
                  <a:lnTo>
                    <a:pt x="3736853" y="2719442"/>
                  </a:lnTo>
                  <a:lnTo>
                    <a:pt x="3736998" y="2719442"/>
                  </a:lnTo>
                  <a:lnTo>
                    <a:pt x="3737289" y="2718818"/>
                  </a:lnTo>
                  <a:lnTo>
                    <a:pt x="3737871" y="2718818"/>
                  </a:lnTo>
                  <a:lnTo>
                    <a:pt x="3738307" y="2718195"/>
                  </a:lnTo>
                  <a:lnTo>
                    <a:pt x="3738453" y="2718195"/>
                  </a:lnTo>
                  <a:lnTo>
                    <a:pt x="3738598" y="2718195"/>
                  </a:lnTo>
                  <a:lnTo>
                    <a:pt x="3738744" y="2717571"/>
                  </a:lnTo>
                  <a:lnTo>
                    <a:pt x="3739762" y="2714453"/>
                  </a:lnTo>
                  <a:lnTo>
                    <a:pt x="3739907" y="2714453"/>
                  </a:lnTo>
                  <a:lnTo>
                    <a:pt x="3740343" y="2714453"/>
                  </a:lnTo>
                  <a:lnTo>
                    <a:pt x="3740489" y="2714453"/>
                  </a:lnTo>
                  <a:lnTo>
                    <a:pt x="3740634" y="2713830"/>
                  </a:lnTo>
                  <a:lnTo>
                    <a:pt x="3740779" y="2713830"/>
                  </a:lnTo>
                  <a:lnTo>
                    <a:pt x="3740925" y="2713830"/>
                  </a:lnTo>
                  <a:lnTo>
                    <a:pt x="3741070" y="2713206"/>
                  </a:lnTo>
                  <a:lnTo>
                    <a:pt x="3741070" y="2712583"/>
                  </a:lnTo>
                  <a:lnTo>
                    <a:pt x="3741361" y="2712583"/>
                  </a:lnTo>
                  <a:lnTo>
                    <a:pt x="3741797" y="2712583"/>
                  </a:lnTo>
                  <a:lnTo>
                    <a:pt x="3741943" y="2712583"/>
                  </a:lnTo>
                  <a:lnTo>
                    <a:pt x="3742088" y="2712583"/>
                  </a:lnTo>
                  <a:lnTo>
                    <a:pt x="3742234" y="2712583"/>
                  </a:lnTo>
                  <a:lnTo>
                    <a:pt x="3742525" y="2711959"/>
                  </a:lnTo>
                  <a:lnTo>
                    <a:pt x="3743397" y="2711335"/>
                  </a:lnTo>
                  <a:lnTo>
                    <a:pt x="3743543" y="2711335"/>
                  </a:lnTo>
                  <a:lnTo>
                    <a:pt x="3743833" y="2711335"/>
                  </a:lnTo>
                  <a:lnTo>
                    <a:pt x="3744124" y="2711335"/>
                  </a:lnTo>
                  <a:lnTo>
                    <a:pt x="3744561" y="2710712"/>
                  </a:lnTo>
                  <a:lnTo>
                    <a:pt x="3744706" y="2710712"/>
                  </a:lnTo>
                  <a:lnTo>
                    <a:pt x="3744851" y="2710712"/>
                  </a:lnTo>
                  <a:lnTo>
                    <a:pt x="3745142" y="2710088"/>
                  </a:lnTo>
                  <a:lnTo>
                    <a:pt x="3745433" y="2710088"/>
                  </a:lnTo>
                  <a:lnTo>
                    <a:pt x="3746160" y="2710088"/>
                  </a:lnTo>
                  <a:lnTo>
                    <a:pt x="3746887" y="2709465"/>
                  </a:lnTo>
                  <a:lnTo>
                    <a:pt x="3746887" y="2708841"/>
                  </a:lnTo>
                  <a:lnTo>
                    <a:pt x="3747033" y="2708841"/>
                  </a:lnTo>
                  <a:lnTo>
                    <a:pt x="3747324" y="2708218"/>
                  </a:lnTo>
                  <a:lnTo>
                    <a:pt x="3747469" y="2708218"/>
                  </a:lnTo>
                  <a:lnTo>
                    <a:pt x="3747614" y="2707594"/>
                  </a:lnTo>
                  <a:lnTo>
                    <a:pt x="3747760" y="2707594"/>
                  </a:lnTo>
                  <a:lnTo>
                    <a:pt x="3747905" y="2707594"/>
                  </a:lnTo>
                  <a:lnTo>
                    <a:pt x="3748632" y="2707594"/>
                  </a:lnTo>
                  <a:lnTo>
                    <a:pt x="3748923" y="2706970"/>
                  </a:lnTo>
                  <a:lnTo>
                    <a:pt x="3749941" y="2705723"/>
                  </a:lnTo>
                  <a:lnTo>
                    <a:pt x="3750087" y="2705723"/>
                  </a:lnTo>
                  <a:lnTo>
                    <a:pt x="3750232" y="2705723"/>
                  </a:lnTo>
                  <a:lnTo>
                    <a:pt x="3750378" y="2705723"/>
                  </a:lnTo>
                  <a:lnTo>
                    <a:pt x="3750523" y="2705723"/>
                  </a:lnTo>
                  <a:lnTo>
                    <a:pt x="3750668" y="2705100"/>
                  </a:lnTo>
                  <a:lnTo>
                    <a:pt x="3750959" y="2705100"/>
                  </a:lnTo>
                  <a:lnTo>
                    <a:pt x="3751541" y="2705100"/>
                  </a:lnTo>
                  <a:lnTo>
                    <a:pt x="3751686" y="2705100"/>
                  </a:lnTo>
                  <a:lnTo>
                    <a:pt x="3751686" y="2704476"/>
                  </a:lnTo>
                  <a:lnTo>
                    <a:pt x="3751832" y="2703229"/>
                  </a:lnTo>
                  <a:lnTo>
                    <a:pt x="3751977" y="2703229"/>
                  </a:lnTo>
                  <a:lnTo>
                    <a:pt x="3752123" y="2703229"/>
                  </a:lnTo>
                  <a:lnTo>
                    <a:pt x="3752268" y="2703229"/>
                  </a:lnTo>
                  <a:lnTo>
                    <a:pt x="3752414" y="2703229"/>
                  </a:lnTo>
                  <a:lnTo>
                    <a:pt x="3752559" y="2702605"/>
                  </a:lnTo>
                  <a:lnTo>
                    <a:pt x="3752704" y="2702605"/>
                  </a:lnTo>
                  <a:lnTo>
                    <a:pt x="3752850" y="2702605"/>
                  </a:lnTo>
                  <a:lnTo>
                    <a:pt x="3753141" y="2702605"/>
                  </a:lnTo>
                  <a:lnTo>
                    <a:pt x="3753577" y="2702605"/>
                  </a:lnTo>
                  <a:lnTo>
                    <a:pt x="3753722" y="2702605"/>
                  </a:lnTo>
                  <a:lnTo>
                    <a:pt x="3754159" y="2701358"/>
                  </a:lnTo>
                  <a:lnTo>
                    <a:pt x="3754595" y="2700735"/>
                  </a:lnTo>
                  <a:lnTo>
                    <a:pt x="3754740" y="2700735"/>
                  </a:lnTo>
                  <a:lnTo>
                    <a:pt x="3754886" y="2700735"/>
                  </a:lnTo>
                  <a:lnTo>
                    <a:pt x="3755322" y="2700111"/>
                  </a:lnTo>
                  <a:lnTo>
                    <a:pt x="3756049" y="2697617"/>
                  </a:lnTo>
                  <a:lnTo>
                    <a:pt x="3756485" y="2696993"/>
                  </a:lnTo>
                  <a:lnTo>
                    <a:pt x="3757213" y="2696993"/>
                  </a:lnTo>
                  <a:lnTo>
                    <a:pt x="3757503" y="2696993"/>
                  </a:lnTo>
                  <a:lnTo>
                    <a:pt x="3757649" y="2695122"/>
                  </a:lnTo>
                  <a:lnTo>
                    <a:pt x="3757940" y="2695122"/>
                  </a:lnTo>
                  <a:lnTo>
                    <a:pt x="3758521" y="2695122"/>
                  </a:lnTo>
                  <a:lnTo>
                    <a:pt x="3758667" y="2694499"/>
                  </a:lnTo>
                  <a:lnTo>
                    <a:pt x="3758812" y="2694499"/>
                  </a:lnTo>
                  <a:lnTo>
                    <a:pt x="3759103" y="2694499"/>
                  </a:lnTo>
                  <a:lnTo>
                    <a:pt x="3759394" y="2694499"/>
                  </a:lnTo>
                  <a:lnTo>
                    <a:pt x="3759830" y="2694499"/>
                  </a:lnTo>
                  <a:lnTo>
                    <a:pt x="3759830" y="2693875"/>
                  </a:lnTo>
                  <a:lnTo>
                    <a:pt x="3761430" y="2692004"/>
                  </a:lnTo>
                  <a:lnTo>
                    <a:pt x="3761866" y="2692004"/>
                  </a:lnTo>
                  <a:lnTo>
                    <a:pt x="3762012" y="2692004"/>
                  </a:lnTo>
                  <a:lnTo>
                    <a:pt x="3762157" y="2691381"/>
                  </a:lnTo>
                  <a:lnTo>
                    <a:pt x="3762157" y="2690134"/>
                  </a:lnTo>
                  <a:lnTo>
                    <a:pt x="3762302" y="2690134"/>
                  </a:lnTo>
                  <a:lnTo>
                    <a:pt x="3762448" y="2690134"/>
                  </a:lnTo>
                  <a:lnTo>
                    <a:pt x="3763320" y="2690134"/>
                  </a:lnTo>
                  <a:lnTo>
                    <a:pt x="3763611" y="2690134"/>
                  </a:lnTo>
                  <a:lnTo>
                    <a:pt x="3763757" y="2690134"/>
                  </a:lnTo>
                  <a:lnTo>
                    <a:pt x="3763902" y="2690134"/>
                  </a:lnTo>
                  <a:lnTo>
                    <a:pt x="3764193" y="2689510"/>
                  </a:lnTo>
                  <a:lnTo>
                    <a:pt x="3764484" y="2689510"/>
                  </a:lnTo>
                  <a:lnTo>
                    <a:pt x="3764629" y="2689510"/>
                  </a:lnTo>
                  <a:lnTo>
                    <a:pt x="3764920" y="2689510"/>
                  </a:lnTo>
                  <a:lnTo>
                    <a:pt x="3765066" y="2689510"/>
                  </a:lnTo>
                  <a:lnTo>
                    <a:pt x="3765647" y="2688886"/>
                  </a:lnTo>
                  <a:lnTo>
                    <a:pt x="3765793" y="2688886"/>
                  </a:lnTo>
                  <a:lnTo>
                    <a:pt x="3766520" y="2687016"/>
                  </a:lnTo>
                  <a:lnTo>
                    <a:pt x="3766665" y="2687016"/>
                  </a:lnTo>
                  <a:lnTo>
                    <a:pt x="3766811" y="2687016"/>
                  </a:lnTo>
                  <a:lnTo>
                    <a:pt x="3767102" y="2687016"/>
                  </a:lnTo>
                  <a:lnTo>
                    <a:pt x="3767392" y="2687016"/>
                  </a:lnTo>
                  <a:lnTo>
                    <a:pt x="3767538" y="2687016"/>
                  </a:lnTo>
                  <a:lnTo>
                    <a:pt x="3767829" y="2687016"/>
                  </a:lnTo>
                  <a:lnTo>
                    <a:pt x="3768265" y="2685769"/>
                  </a:lnTo>
                  <a:lnTo>
                    <a:pt x="3768410" y="2685769"/>
                  </a:lnTo>
                  <a:lnTo>
                    <a:pt x="3768556" y="2685145"/>
                  </a:lnTo>
                  <a:lnTo>
                    <a:pt x="3768847" y="2685145"/>
                  </a:lnTo>
                  <a:lnTo>
                    <a:pt x="3769283" y="2684521"/>
                  </a:lnTo>
                  <a:lnTo>
                    <a:pt x="3769719" y="2683898"/>
                  </a:lnTo>
                  <a:lnTo>
                    <a:pt x="3770010" y="2683898"/>
                  </a:lnTo>
                  <a:lnTo>
                    <a:pt x="3770446" y="2683898"/>
                  </a:lnTo>
                  <a:lnTo>
                    <a:pt x="3771173" y="2683898"/>
                  </a:lnTo>
                  <a:lnTo>
                    <a:pt x="3771319" y="2682651"/>
                  </a:lnTo>
                  <a:lnTo>
                    <a:pt x="3771901" y="2682027"/>
                  </a:lnTo>
                  <a:lnTo>
                    <a:pt x="3772046" y="2682027"/>
                  </a:lnTo>
                  <a:lnTo>
                    <a:pt x="3772337" y="2682027"/>
                  </a:lnTo>
                  <a:lnTo>
                    <a:pt x="3772773" y="2681403"/>
                  </a:lnTo>
                  <a:lnTo>
                    <a:pt x="3773064" y="2680780"/>
                  </a:lnTo>
                  <a:lnTo>
                    <a:pt x="3774082" y="2680780"/>
                  </a:lnTo>
                  <a:lnTo>
                    <a:pt x="3774373" y="2680780"/>
                  </a:lnTo>
                  <a:lnTo>
                    <a:pt x="3775245" y="2680780"/>
                  </a:lnTo>
                  <a:lnTo>
                    <a:pt x="3775536" y="2680780"/>
                  </a:lnTo>
                  <a:lnTo>
                    <a:pt x="3775682" y="2680156"/>
                  </a:lnTo>
                  <a:lnTo>
                    <a:pt x="3775827" y="2679533"/>
                  </a:lnTo>
                  <a:lnTo>
                    <a:pt x="3776554" y="2679533"/>
                  </a:lnTo>
                  <a:lnTo>
                    <a:pt x="3776845" y="2679533"/>
                  </a:lnTo>
                  <a:lnTo>
                    <a:pt x="3777427" y="2679533"/>
                  </a:lnTo>
                  <a:lnTo>
                    <a:pt x="3778154" y="2678286"/>
                  </a:lnTo>
                  <a:lnTo>
                    <a:pt x="3778736" y="2678286"/>
                  </a:lnTo>
                  <a:lnTo>
                    <a:pt x="3778881" y="2678286"/>
                  </a:lnTo>
                  <a:lnTo>
                    <a:pt x="3779463" y="2678286"/>
                  </a:lnTo>
                  <a:lnTo>
                    <a:pt x="3779608" y="2678286"/>
                  </a:lnTo>
                  <a:lnTo>
                    <a:pt x="3779754" y="2678286"/>
                  </a:lnTo>
                  <a:lnTo>
                    <a:pt x="3780044" y="2678286"/>
                  </a:lnTo>
                  <a:lnTo>
                    <a:pt x="3780335" y="2677662"/>
                  </a:lnTo>
                  <a:lnTo>
                    <a:pt x="3781062" y="2674544"/>
                  </a:lnTo>
                  <a:lnTo>
                    <a:pt x="3781353" y="2674544"/>
                  </a:lnTo>
                  <a:lnTo>
                    <a:pt x="3781644" y="2674544"/>
                  </a:lnTo>
                  <a:lnTo>
                    <a:pt x="3781789" y="2674544"/>
                  </a:lnTo>
                  <a:lnTo>
                    <a:pt x="3782371" y="2673920"/>
                  </a:lnTo>
                  <a:lnTo>
                    <a:pt x="3782371" y="2673297"/>
                  </a:lnTo>
                  <a:lnTo>
                    <a:pt x="3782517" y="2673297"/>
                  </a:lnTo>
                  <a:lnTo>
                    <a:pt x="3782662" y="2673297"/>
                  </a:lnTo>
                  <a:lnTo>
                    <a:pt x="3783680" y="2673297"/>
                  </a:lnTo>
                  <a:lnTo>
                    <a:pt x="3783825" y="2673297"/>
                  </a:lnTo>
                  <a:lnTo>
                    <a:pt x="3783971" y="2672673"/>
                  </a:lnTo>
                  <a:lnTo>
                    <a:pt x="3784553" y="2672050"/>
                  </a:lnTo>
                  <a:lnTo>
                    <a:pt x="3784698" y="2672050"/>
                  </a:lnTo>
                  <a:lnTo>
                    <a:pt x="3784698" y="2668932"/>
                  </a:lnTo>
                  <a:lnTo>
                    <a:pt x="3785134" y="2668932"/>
                  </a:lnTo>
                  <a:lnTo>
                    <a:pt x="3785280" y="2668932"/>
                  </a:lnTo>
                  <a:lnTo>
                    <a:pt x="3785425" y="2668932"/>
                  </a:lnTo>
                  <a:lnTo>
                    <a:pt x="3785571" y="2668932"/>
                  </a:lnTo>
                  <a:lnTo>
                    <a:pt x="3786007" y="2668308"/>
                  </a:lnTo>
                  <a:lnTo>
                    <a:pt x="3786298" y="2668308"/>
                  </a:lnTo>
                  <a:lnTo>
                    <a:pt x="3786734" y="2668308"/>
                  </a:lnTo>
                  <a:lnTo>
                    <a:pt x="3786879" y="2667061"/>
                  </a:lnTo>
                  <a:lnTo>
                    <a:pt x="3787025" y="2667061"/>
                  </a:lnTo>
                  <a:lnTo>
                    <a:pt x="3787316" y="2667061"/>
                  </a:lnTo>
                  <a:lnTo>
                    <a:pt x="3787461" y="2666437"/>
                  </a:lnTo>
                  <a:lnTo>
                    <a:pt x="3787607" y="2666437"/>
                  </a:lnTo>
                  <a:lnTo>
                    <a:pt x="3787897" y="2666437"/>
                  </a:lnTo>
                  <a:lnTo>
                    <a:pt x="3788043" y="2666437"/>
                  </a:lnTo>
                  <a:lnTo>
                    <a:pt x="3788188" y="2666437"/>
                  </a:lnTo>
                  <a:lnTo>
                    <a:pt x="3788334" y="2666437"/>
                  </a:lnTo>
                  <a:lnTo>
                    <a:pt x="3790224" y="2663943"/>
                  </a:lnTo>
                  <a:lnTo>
                    <a:pt x="3790515" y="2662696"/>
                  </a:lnTo>
                  <a:lnTo>
                    <a:pt x="3790660" y="2662696"/>
                  </a:lnTo>
                  <a:lnTo>
                    <a:pt x="3790951" y="2662696"/>
                  </a:lnTo>
                  <a:lnTo>
                    <a:pt x="3791097" y="2662072"/>
                  </a:lnTo>
                  <a:lnTo>
                    <a:pt x="3791242" y="2662072"/>
                  </a:lnTo>
                  <a:lnTo>
                    <a:pt x="3791824" y="2660825"/>
                  </a:lnTo>
                  <a:lnTo>
                    <a:pt x="3791824" y="2660202"/>
                  </a:lnTo>
                  <a:lnTo>
                    <a:pt x="3791969" y="2660202"/>
                  </a:lnTo>
                  <a:lnTo>
                    <a:pt x="3792260" y="2659578"/>
                  </a:lnTo>
                  <a:lnTo>
                    <a:pt x="3792696" y="2659578"/>
                  </a:lnTo>
                  <a:lnTo>
                    <a:pt x="3792842" y="2659578"/>
                  </a:lnTo>
                  <a:lnTo>
                    <a:pt x="3792987" y="2659578"/>
                  </a:lnTo>
                  <a:lnTo>
                    <a:pt x="3793714" y="2658955"/>
                  </a:lnTo>
                  <a:lnTo>
                    <a:pt x="3793714" y="2658331"/>
                  </a:lnTo>
                  <a:lnTo>
                    <a:pt x="3793860" y="2658331"/>
                  </a:lnTo>
                  <a:lnTo>
                    <a:pt x="3794005" y="2658331"/>
                  </a:lnTo>
                  <a:lnTo>
                    <a:pt x="3794732" y="2658331"/>
                  </a:lnTo>
                  <a:lnTo>
                    <a:pt x="3794878" y="2658331"/>
                  </a:lnTo>
                  <a:lnTo>
                    <a:pt x="3794878" y="2657707"/>
                  </a:lnTo>
                  <a:lnTo>
                    <a:pt x="3795169" y="2657084"/>
                  </a:lnTo>
                  <a:lnTo>
                    <a:pt x="3795314" y="2657084"/>
                  </a:lnTo>
                  <a:lnTo>
                    <a:pt x="3795459" y="2657084"/>
                  </a:lnTo>
                  <a:lnTo>
                    <a:pt x="3795750" y="2657084"/>
                  </a:lnTo>
                  <a:lnTo>
                    <a:pt x="3795896" y="2656460"/>
                  </a:lnTo>
                  <a:lnTo>
                    <a:pt x="3796187" y="2656460"/>
                  </a:lnTo>
                  <a:lnTo>
                    <a:pt x="3796477" y="2656460"/>
                  </a:lnTo>
                  <a:lnTo>
                    <a:pt x="3796768" y="2656460"/>
                  </a:lnTo>
                  <a:lnTo>
                    <a:pt x="3796914" y="2655837"/>
                  </a:lnTo>
                  <a:lnTo>
                    <a:pt x="3797059" y="2655837"/>
                  </a:lnTo>
                  <a:lnTo>
                    <a:pt x="3797205" y="2655837"/>
                  </a:lnTo>
                  <a:lnTo>
                    <a:pt x="3797495" y="2655837"/>
                  </a:lnTo>
                  <a:lnTo>
                    <a:pt x="3798368" y="2653966"/>
                  </a:lnTo>
                  <a:lnTo>
                    <a:pt x="3798513" y="2653966"/>
                  </a:lnTo>
                  <a:lnTo>
                    <a:pt x="3798659" y="2653342"/>
                  </a:lnTo>
                  <a:lnTo>
                    <a:pt x="3798804" y="2653342"/>
                  </a:lnTo>
                  <a:lnTo>
                    <a:pt x="3798950" y="2653342"/>
                  </a:lnTo>
                  <a:lnTo>
                    <a:pt x="3798950" y="2652719"/>
                  </a:lnTo>
                  <a:lnTo>
                    <a:pt x="3799095" y="2652719"/>
                  </a:lnTo>
                  <a:lnTo>
                    <a:pt x="3799241" y="2652719"/>
                  </a:lnTo>
                  <a:lnTo>
                    <a:pt x="3799677" y="2652095"/>
                  </a:lnTo>
                  <a:lnTo>
                    <a:pt x="3799677" y="2651472"/>
                  </a:lnTo>
                  <a:lnTo>
                    <a:pt x="3799822" y="2651472"/>
                  </a:lnTo>
                  <a:lnTo>
                    <a:pt x="3799822" y="2650848"/>
                  </a:lnTo>
                  <a:lnTo>
                    <a:pt x="3800113" y="2650848"/>
                  </a:lnTo>
                  <a:lnTo>
                    <a:pt x="3800549" y="2648977"/>
                  </a:lnTo>
                  <a:lnTo>
                    <a:pt x="3800840" y="2648977"/>
                  </a:lnTo>
                  <a:lnTo>
                    <a:pt x="3801131" y="2648977"/>
                  </a:lnTo>
                  <a:lnTo>
                    <a:pt x="3801276" y="2648354"/>
                  </a:lnTo>
                  <a:lnTo>
                    <a:pt x="3801422" y="2648354"/>
                  </a:lnTo>
                  <a:lnTo>
                    <a:pt x="3801567" y="2648354"/>
                  </a:lnTo>
                  <a:lnTo>
                    <a:pt x="3801713" y="2648354"/>
                  </a:lnTo>
                  <a:lnTo>
                    <a:pt x="3801858" y="2648354"/>
                  </a:lnTo>
                  <a:lnTo>
                    <a:pt x="3801858" y="2647730"/>
                  </a:lnTo>
                  <a:lnTo>
                    <a:pt x="3802004" y="2647730"/>
                  </a:lnTo>
                  <a:lnTo>
                    <a:pt x="3802440" y="2647730"/>
                  </a:lnTo>
                  <a:lnTo>
                    <a:pt x="3803022" y="2647730"/>
                  </a:lnTo>
                  <a:lnTo>
                    <a:pt x="3803167" y="2647730"/>
                  </a:lnTo>
                  <a:lnTo>
                    <a:pt x="3803167" y="2647106"/>
                  </a:lnTo>
                  <a:lnTo>
                    <a:pt x="3803312" y="2647106"/>
                  </a:lnTo>
                  <a:lnTo>
                    <a:pt x="3803603" y="2645236"/>
                  </a:lnTo>
                  <a:lnTo>
                    <a:pt x="3804185" y="2645236"/>
                  </a:lnTo>
                  <a:lnTo>
                    <a:pt x="3804767" y="2644612"/>
                  </a:lnTo>
                  <a:lnTo>
                    <a:pt x="3804912" y="2644612"/>
                  </a:lnTo>
                  <a:lnTo>
                    <a:pt x="3805639" y="2643365"/>
                  </a:lnTo>
                  <a:lnTo>
                    <a:pt x="3805930" y="2642741"/>
                  </a:lnTo>
                  <a:lnTo>
                    <a:pt x="3806076" y="2642741"/>
                  </a:lnTo>
                  <a:lnTo>
                    <a:pt x="3806366" y="2642741"/>
                  </a:lnTo>
                  <a:lnTo>
                    <a:pt x="3806512" y="2642118"/>
                  </a:lnTo>
                  <a:lnTo>
                    <a:pt x="3806948" y="2642118"/>
                  </a:lnTo>
                  <a:lnTo>
                    <a:pt x="3807239" y="2640871"/>
                  </a:lnTo>
                  <a:lnTo>
                    <a:pt x="3807821" y="2640871"/>
                  </a:lnTo>
                  <a:lnTo>
                    <a:pt x="3807966" y="2640871"/>
                  </a:lnTo>
                  <a:lnTo>
                    <a:pt x="3808257" y="2640871"/>
                  </a:lnTo>
                  <a:lnTo>
                    <a:pt x="3808402" y="2640871"/>
                  </a:lnTo>
                  <a:lnTo>
                    <a:pt x="3808693" y="2640871"/>
                  </a:lnTo>
                  <a:lnTo>
                    <a:pt x="3808839" y="2640871"/>
                  </a:lnTo>
                  <a:lnTo>
                    <a:pt x="3809420" y="2640871"/>
                  </a:lnTo>
                  <a:lnTo>
                    <a:pt x="3810002" y="2639623"/>
                  </a:lnTo>
                  <a:lnTo>
                    <a:pt x="3810293" y="2639000"/>
                  </a:lnTo>
                  <a:lnTo>
                    <a:pt x="3811020" y="2639000"/>
                  </a:lnTo>
                  <a:lnTo>
                    <a:pt x="3811165" y="2638376"/>
                  </a:lnTo>
                  <a:lnTo>
                    <a:pt x="3811311" y="2638376"/>
                  </a:lnTo>
                  <a:lnTo>
                    <a:pt x="3812183" y="2637753"/>
                  </a:lnTo>
                  <a:lnTo>
                    <a:pt x="3812474" y="2637753"/>
                  </a:lnTo>
                  <a:lnTo>
                    <a:pt x="3813201" y="2637129"/>
                  </a:lnTo>
                  <a:lnTo>
                    <a:pt x="3813347" y="2637129"/>
                  </a:lnTo>
                  <a:lnTo>
                    <a:pt x="3813638" y="2636506"/>
                  </a:lnTo>
                  <a:lnTo>
                    <a:pt x="3813929" y="2635258"/>
                  </a:lnTo>
                  <a:lnTo>
                    <a:pt x="3814074" y="2635258"/>
                  </a:lnTo>
                  <a:lnTo>
                    <a:pt x="3814510" y="2635258"/>
                  </a:lnTo>
                  <a:lnTo>
                    <a:pt x="3814656" y="2635258"/>
                  </a:lnTo>
                  <a:lnTo>
                    <a:pt x="3815092" y="2635258"/>
                  </a:lnTo>
                  <a:lnTo>
                    <a:pt x="3815528" y="2635258"/>
                  </a:lnTo>
                  <a:lnTo>
                    <a:pt x="3815964" y="2635258"/>
                  </a:lnTo>
                  <a:lnTo>
                    <a:pt x="3815964" y="2634635"/>
                  </a:lnTo>
                  <a:lnTo>
                    <a:pt x="3816255" y="2634635"/>
                  </a:lnTo>
                  <a:lnTo>
                    <a:pt x="3816692" y="2634635"/>
                  </a:lnTo>
                  <a:lnTo>
                    <a:pt x="3816982" y="2634635"/>
                  </a:lnTo>
                  <a:lnTo>
                    <a:pt x="3818291" y="2633388"/>
                  </a:lnTo>
                  <a:lnTo>
                    <a:pt x="3818437" y="2632764"/>
                  </a:lnTo>
                  <a:lnTo>
                    <a:pt x="3819018" y="2632140"/>
                  </a:lnTo>
                  <a:lnTo>
                    <a:pt x="3819164" y="2632140"/>
                  </a:lnTo>
                  <a:lnTo>
                    <a:pt x="3820182" y="2632140"/>
                  </a:lnTo>
                  <a:lnTo>
                    <a:pt x="3820618" y="2631517"/>
                  </a:lnTo>
                  <a:lnTo>
                    <a:pt x="3821345" y="2631517"/>
                  </a:lnTo>
                  <a:lnTo>
                    <a:pt x="3821491" y="2631517"/>
                  </a:lnTo>
                  <a:lnTo>
                    <a:pt x="3822509" y="2631517"/>
                  </a:lnTo>
                  <a:lnTo>
                    <a:pt x="3822654" y="2631517"/>
                  </a:lnTo>
                  <a:lnTo>
                    <a:pt x="3822654" y="2630893"/>
                  </a:lnTo>
                  <a:lnTo>
                    <a:pt x="3822799" y="2630893"/>
                  </a:lnTo>
                  <a:lnTo>
                    <a:pt x="3822945" y="2630893"/>
                  </a:lnTo>
                  <a:lnTo>
                    <a:pt x="3823381" y="2630893"/>
                  </a:lnTo>
                  <a:lnTo>
                    <a:pt x="3823527" y="2630893"/>
                  </a:lnTo>
                  <a:lnTo>
                    <a:pt x="3823672" y="2630893"/>
                  </a:lnTo>
                  <a:lnTo>
                    <a:pt x="3823963" y="2630270"/>
                  </a:lnTo>
                  <a:lnTo>
                    <a:pt x="3824545" y="2630270"/>
                  </a:lnTo>
                  <a:lnTo>
                    <a:pt x="3824690" y="2630270"/>
                  </a:lnTo>
                  <a:lnTo>
                    <a:pt x="3825417" y="2630270"/>
                  </a:lnTo>
                  <a:lnTo>
                    <a:pt x="3825417" y="2629646"/>
                  </a:lnTo>
                  <a:lnTo>
                    <a:pt x="3825708" y="2629646"/>
                  </a:lnTo>
                  <a:lnTo>
                    <a:pt x="3826435" y="2629646"/>
                  </a:lnTo>
                  <a:lnTo>
                    <a:pt x="3826581" y="2627775"/>
                  </a:lnTo>
                  <a:lnTo>
                    <a:pt x="3826726" y="2627775"/>
                  </a:lnTo>
                  <a:lnTo>
                    <a:pt x="3826871" y="2627775"/>
                  </a:lnTo>
                  <a:lnTo>
                    <a:pt x="3827453" y="2627775"/>
                  </a:lnTo>
                  <a:lnTo>
                    <a:pt x="3827599" y="2627775"/>
                  </a:lnTo>
                  <a:lnTo>
                    <a:pt x="3827744" y="2627775"/>
                  </a:lnTo>
                  <a:lnTo>
                    <a:pt x="3827744" y="2627152"/>
                  </a:lnTo>
                  <a:lnTo>
                    <a:pt x="3828180" y="2627152"/>
                  </a:lnTo>
                  <a:lnTo>
                    <a:pt x="3828326" y="2627152"/>
                  </a:lnTo>
                  <a:lnTo>
                    <a:pt x="3828326" y="2626528"/>
                  </a:lnTo>
                  <a:lnTo>
                    <a:pt x="3828907" y="2625281"/>
                  </a:lnTo>
                  <a:lnTo>
                    <a:pt x="3829053" y="2625281"/>
                  </a:lnTo>
                  <a:lnTo>
                    <a:pt x="3829198" y="2625281"/>
                  </a:lnTo>
                  <a:lnTo>
                    <a:pt x="3829344" y="2625281"/>
                  </a:lnTo>
                  <a:lnTo>
                    <a:pt x="3829489" y="2625281"/>
                  </a:lnTo>
                  <a:lnTo>
                    <a:pt x="3829780" y="2625281"/>
                  </a:lnTo>
                  <a:lnTo>
                    <a:pt x="3830071" y="2624657"/>
                  </a:lnTo>
                  <a:lnTo>
                    <a:pt x="3834288" y="2620292"/>
                  </a:lnTo>
                  <a:lnTo>
                    <a:pt x="3834724" y="2619669"/>
                  </a:lnTo>
                  <a:lnTo>
                    <a:pt x="3835015" y="2619669"/>
                  </a:lnTo>
                  <a:lnTo>
                    <a:pt x="3835161" y="2619045"/>
                  </a:lnTo>
                  <a:lnTo>
                    <a:pt x="3835306" y="2619045"/>
                  </a:lnTo>
                  <a:lnTo>
                    <a:pt x="3835306" y="2618422"/>
                  </a:lnTo>
                  <a:lnTo>
                    <a:pt x="3835597" y="2618422"/>
                  </a:lnTo>
                  <a:lnTo>
                    <a:pt x="3835742" y="2618422"/>
                  </a:lnTo>
                  <a:lnTo>
                    <a:pt x="3835742" y="2617798"/>
                  </a:lnTo>
                  <a:lnTo>
                    <a:pt x="3835888" y="2617798"/>
                  </a:lnTo>
                  <a:lnTo>
                    <a:pt x="3836033" y="2617798"/>
                  </a:lnTo>
                  <a:lnTo>
                    <a:pt x="3836324" y="2617174"/>
                  </a:lnTo>
                  <a:lnTo>
                    <a:pt x="3836469" y="2616551"/>
                  </a:lnTo>
                  <a:lnTo>
                    <a:pt x="3836760" y="2616551"/>
                  </a:lnTo>
                  <a:lnTo>
                    <a:pt x="3837051" y="2616551"/>
                  </a:lnTo>
                  <a:lnTo>
                    <a:pt x="3837633" y="2616551"/>
                  </a:lnTo>
                  <a:lnTo>
                    <a:pt x="3838215" y="2616551"/>
                  </a:lnTo>
                  <a:lnTo>
                    <a:pt x="3838360" y="2616551"/>
                  </a:lnTo>
                  <a:lnTo>
                    <a:pt x="3838360" y="2615927"/>
                  </a:lnTo>
                  <a:lnTo>
                    <a:pt x="3838360" y="2615304"/>
                  </a:lnTo>
                  <a:lnTo>
                    <a:pt x="3838505" y="2615304"/>
                  </a:lnTo>
                  <a:lnTo>
                    <a:pt x="3838796" y="2615304"/>
                  </a:lnTo>
                  <a:lnTo>
                    <a:pt x="3839087" y="2615304"/>
                  </a:lnTo>
                  <a:lnTo>
                    <a:pt x="3839233" y="2615304"/>
                  </a:lnTo>
                  <a:lnTo>
                    <a:pt x="3839523" y="2615304"/>
                  </a:lnTo>
                  <a:lnTo>
                    <a:pt x="3839814" y="2614057"/>
                  </a:lnTo>
                  <a:lnTo>
                    <a:pt x="3839960" y="2613433"/>
                  </a:lnTo>
                  <a:lnTo>
                    <a:pt x="3840687" y="2612809"/>
                  </a:lnTo>
                  <a:lnTo>
                    <a:pt x="3840832" y="2612809"/>
                  </a:lnTo>
                  <a:lnTo>
                    <a:pt x="3841414" y="2612186"/>
                  </a:lnTo>
                  <a:lnTo>
                    <a:pt x="3842141" y="2611562"/>
                  </a:lnTo>
                  <a:lnTo>
                    <a:pt x="3842286" y="2611562"/>
                  </a:lnTo>
                  <a:lnTo>
                    <a:pt x="3842432" y="2611562"/>
                  </a:lnTo>
                  <a:lnTo>
                    <a:pt x="3842577" y="2611562"/>
                  </a:lnTo>
                  <a:lnTo>
                    <a:pt x="3842723" y="2611562"/>
                  </a:lnTo>
                  <a:lnTo>
                    <a:pt x="3843450" y="2610939"/>
                  </a:lnTo>
                  <a:lnTo>
                    <a:pt x="3843595" y="2610939"/>
                  </a:lnTo>
                  <a:lnTo>
                    <a:pt x="3844032" y="2610939"/>
                  </a:lnTo>
                  <a:lnTo>
                    <a:pt x="3844468" y="2610315"/>
                  </a:lnTo>
                  <a:lnTo>
                    <a:pt x="3845195" y="2610315"/>
                  </a:lnTo>
                  <a:lnTo>
                    <a:pt x="3845486" y="2610315"/>
                  </a:lnTo>
                  <a:lnTo>
                    <a:pt x="3845777" y="2610315"/>
                  </a:lnTo>
                  <a:lnTo>
                    <a:pt x="3845922" y="2610315"/>
                  </a:lnTo>
                  <a:lnTo>
                    <a:pt x="3846068" y="2610315"/>
                  </a:lnTo>
                  <a:lnTo>
                    <a:pt x="3846213" y="2610315"/>
                  </a:lnTo>
                  <a:lnTo>
                    <a:pt x="3846358" y="2610315"/>
                  </a:lnTo>
                  <a:lnTo>
                    <a:pt x="3846795" y="2610315"/>
                  </a:lnTo>
                  <a:lnTo>
                    <a:pt x="3847086" y="2610315"/>
                  </a:lnTo>
                  <a:lnTo>
                    <a:pt x="3847376" y="2610315"/>
                  </a:lnTo>
                  <a:lnTo>
                    <a:pt x="3847813" y="2610315"/>
                  </a:lnTo>
                  <a:lnTo>
                    <a:pt x="3847958" y="2610315"/>
                  </a:lnTo>
                  <a:lnTo>
                    <a:pt x="3848104" y="2609068"/>
                  </a:lnTo>
                  <a:lnTo>
                    <a:pt x="3848104" y="2608444"/>
                  </a:lnTo>
                  <a:lnTo>
                    <a:pt x="3848249" y="2608444"/>
                  </a:lnTo>
                  <a:lnTo>
                    <a:pt x="3848540" y="2608444"/>
                  </a:lnTo>
                  <a:lnTo>
                    <a:pt x="3848685" y="2608444"/>
                  </a:lnTo>
                  <a:lnTo>
                    <a:pt x="3848831" y="2608444"/>
                  </a:lnTo>
                  <a:lnTo>
                    <a:pt x="3848976" y="2607821"/>
                  </a:lnTo>
                  <a:lnTo>
                    <a:pt x="3849121" y="2607821"/>
                  </a:lnTo>
                  <a:lnTo>
                    <a:pt x="3849121" y="2607197"/>
                  </a:lnTo>
                  <a:lnTo>
                    <a:pt x="3849121" y="2605950"/>
                  </a:lnTo>
                  <a:lnTo>
                    <a:pt x="3849703" y="2603456"/>
                  </a:lnTo>
                  <a:lnTo>
                    <a:pt x="3850430" y="2603456"/>
                  </a:lnTo>
                  <a:lnTo>
                    <a:pt x="3851303" y="2603456"/>
                  </a:lnTo>
                  <a:lnTo>
                    <a:pt x="3851448" y="2603456"/>
                  </a:lnTo>
                  <a:lnTo>
                    <a:pt x="3851885" y="2603456"/>
                  </a:lnTo>
                  <a:lnTo>
                    <a:pt x="3852321" y="2603456"/>
                  </a:lnTo>
                  <a:lnTo>
                    <a:pt x="3852612" y="2602832"/>
                  </a:lnTo>
                  <a:lnTo>
                    <a:pt x="3852757" y="2602832"/>
                  </a:lnTo>
                  <a:lnTo>
                    <a:pt x="3853921" y="2601585"/>
                  </a:lnTo>
                  <a:lnTo>
                    <a:pt x="3854066" y="2601585"/>
                  </a:lnTo>
                  <a:lnTo>
                    <a:pt x="3854211" y="2601585"/>
                  </a:lnTo>
                  <a:lnTo>
                    <a:pt x="3854502" y="2601585"/>
                  </a:lnTo>
                  <a:lnTo>
                    <a:pt x="3855229" y="2601585"/>
                  </a:lnTo>
                  <a:lnTo>
                    <a:pt x="3855229" y="2600338"/>
                  </a:lnTo>
                  <a:lnTo>
                    <a:pt x="3855229" y="2599714"/>
                  </a:lnTo>
                  <a:lnTo>
                    <a:pt x="3855811" y="2599714"/>
                  </a:lnTo>
                  <a:lnTo>
                    <a:pt x="3855956" y="2599714"/>
                  </a:lnTo>
                  <a:lnTo>
                    <a:pt x="3856247" y="2598467"/>
                  </a:lnTo>
                  <a:lnTo>
                    <a:pt x="3856538" y="2598467"/>
                  </a:lnTo>
                  <a:lnTo>
                    <a:pt x="3856684" y="2598467"/>
                  </a:lnTo>
                  <a:lnTo>
                    <a:pt x="3856974" y="2598467"/>
                  </a:lnTo>
                  <a:lnTo>
                    <a:pt x="3857120" y="2598467"/>
                  </a:lnTo>
                  <a:lnTo>
                    <a:pt x="3857265" y="2597843"/>
                  </a:lnTo>
                  <a:lnTo>
                    <a:pt x="3857702" y="2597843"/>
                  </a:lnTo>
                  <a:lnTo>
                    <a:pt x="3857847" y="2597843"/>
                  </a:lnTo>
                  <a:lnTo>
                    <a:pt x="3857992" y="2597220"/>
                  </a:lnTo>
                  <a:lnTo>
                    <a:pt x="3858138" y="2597220"/>
                  </a:lnTo>
                  <a:lnTo>
                    <a:pt x="3858720" y="2597220"/>
                  </a:lnTo>
                  <a:lnTo>
                    <a:pt x="3858865" y="2596596"/>
                  </a:lnTo>
                  <a:lnTo>
                    <a:pt x="3859010" y="2596596"/>
                  </a:lnTo>
                  <a:lnTo>
                    <a:pt x="3859156" y="2596596"/>
                  </a:lnTo>
                  <a:lnTo>
                    <a:pt x="3859883" y="2596596"/>
                  </a:lnTo>
                  <a:lnTo>
                    <a:pt x="3860028" y="2594726"/>
                  </a:lnTo>
                  <a:lnTo>
                    <a:pt x="3860465" y="2594102"/>
                  </a:lnTo>
                  <a:lnTo>
                    <a:pt x="3861192" y="2594102"/>
                  </a:lnTo>
                  <a:lnTo>
                    <a:pt x="3861192" y="2593478"/>
                  </a:lnTo>
                  <a:lnTo>
                    <a:pt x="3861919" y="2593478"/>
                  </a:lnTo>
                  <a:lnTo>
                    <a:pt x="3862064" y="2593478"/>
                  </a:lnTo>
                  <a:lnTo>
                    <a:pt x="3862646" y="2592231"/>
                  </a:lnTo>
                  <a:lnTo>
                    <a:pt x="3863082" y="2591608"/>
                  </a:lnTo>
                  <a:lnTo>
                    <a:pt x="3863519" y="2590984"/>
                  </a:lnTo>
                  <a:lnTo>
                    <a:pt x="3863809" y="2590360"/>
                  </a:lnTo>
                  <a:lnTo>
                    <a:pt x="3864246" y="2590360"/>
                  </a:lnTo>
                  <a:lnTo>
                    <a:pt x="3864682" y="2590360"/>
                  </a:lnTo>
                  <a:lnTo>
                    <a:pt x="3864973" y="2590360"/>
                  </a:lnTo>
                  <a:lnTo>
                    <a:pt x="3865845" y="2590360"/>
                  </a:lnTo>
                  <a:lnTo>
                    <a:pt x="3865991" y="2589113"/>
                  </a:lnTo>
                  <a:lnTo>
                    <a:pt x="3866136" y="2589113"/>
                  </a:lnTo>
                  <a:lnTo>
                    <a:pt x="3866282" y="2589113"/>
                  </a:lnTo>
                  <a:lnTo>
                    <a:pt x="3866282" y="2588490"/>
                  </a:lnTo>
                  <a:lnTo>
                    <a:pt x="3866863" y="2588490"/>
                  </a:lnTo>
                  <a:lnTo>
                    <a:pt x="3867445" y="2588490"/>
                  </a:lnTo>
                  <a:lnTo>
                    <a:pt x="3867591" y="2588490"/>
                  </a:lnTo>
                  <a:lnTo>
                    <a:pt x="3868463" y="2585372"/>
                  </a:lnTo>
                  <a:lnTo>
                    <a:pt x="3868609" y="2585372"/>
                  </a:lnTo>
                  <a:lnTo>
                    <a:pt x="3868754" y="2585372"/>
                  </a:lnTo>
                  <a:lnTo>
                    <a:pt x="3869336" y="2584748"/>
                  </a:lnTo>
                  <a:lnTo>
                    <a:pt x="3869336" y="2583501"/>
                  </a:lnTo>
                  <a:lnTo>
                    <a:pt x="3869481" y="2583501"/>
                  </a:lnTo>
                  <a:lnTo>
                    <a:pt x="3869626" y="2583501"/>
                  </a:lnTo>
                  <a:lnTo>
                    <a:pt x="3869772" y="2582877"/>
                  </a:lnTo>
                  <a:lnTo>
                    <a:pt x="3869772" y="2582254"/>
                  </a:lnTo>
                  <a:lnTo>
                    <a:pt x="3870063" y="2582254"/>
                  </a:lnTo>
                  <a:lnTo>
                    <a:pt x="3870354" y="2580383"/>
                  </a:lnTo>
                  <a:lnTo>
                    <a:pt x="3870644" y="2580383"/>
                  </a:lnTo>
                  <a:lnTo>
                    <a:pt x="3870790" y="2580383"/>
                  </a:lnTo>
                  <a:lnTo>
                    <a:pt x="3871081" y="2579760"/>
                  </a:lnTo>
                  <a:lnTo>
                    <a:pt x="3871081" y="2579136"/>
                  </a:lnTo>
                  <a:lnTo>
                    <a:pt x="3871517" y="2579136"/>
                  </a:lnTo>
                  <a:lnTo>
                    <a:pt x="3871662" y="2579136"/>
                  </a:lnTo>
                  <a:lnTo>
                    <a:pt x="3871662" y="2578512"/>
                  </a:lnTo>
                  <a:lnTo>
                    <a:pt x="3872099" y="2577889"/>
                  </a:lnTo>
                  <a:lnTo>
                    <a:pt x="3872390" y="2577889"/>
                  </a:lnTo>
                  <a:lnTo>
                    <a:pt x="3872535" y="2577889"/>
                  </a:lnTo>
                  <a:lnTo>
                    <a:pt x="3872680" y="2577889"/>
                  </a:lnTo>
                  <a:lnTo>
                    <a:pt x="3873262" y="2576018"/>
                  </a:lnTo>
                  <a:lnTo>
                    <a:pt x="3873553" y="2576018"/>
                  </a:lnTo>
                  <a:lnTo>
                    <a:pt x="3874135" y="2576018"/>
                  </a:lnTo>
                  <a:lnTo>
                    <a:pt x="3874280" y="2576018"/>
                  </a:lnTo>
                  <a:lnTo>
                    <a:pt x="3874426" y="2576018"/>
                  </a:lnTo>
                  <a:lnTo>
                    <a:pt x="3874862" y="2576018"/>
                  </a:lnTo>
                  <a:lnTo>
                    <a:pt x="3875298" y="2576018"/>
                  </a:lnTo>
                  <a:lnTo>
                    <a:pt x="3875443" y="2575394"/>
                  </a:lnTo>
                  <a:lnTo>
                    <a:pt x="3875880" y="2575394"/>
                  </a:lnTo>
                  <a:lnTo>
                    <a:pt x="3876025" y="2575394"/>
                  </a:lnTo>
                  <a:lnTo>
                    <a:pt x="3876025" y="2574771"/>
                  </a:lnTo>
                  <a:lnTo>
                    <a:pt x="3876607" y="2574147"/>
                  </a:lnTo>
                  <a:lnTo>
                    <a:pt x="3876607" y="2573524"/>
                  </a:lnTo>
                  <a:lnTo>
                    <a:pt x="3876752" y="2573524"/>
                  </a:lnTo>
                  <a:lnTo>
                    <a:pt x="3876898" y="2572900"/>
                  </a:lnTo>
                  <a:lnTo>
                    <a:pt x="3877189" y="2572900"/>
                  </a:lnTo>
                  <a:lnTo>
                    <a:pt x="3877189" y="2572277"/>
                  </a:lnTo>
                  <a:lnTo>
                    <a:pt x="3877479" y="2571653"/>
                  </a:lnTo>
                  <a:lnTo>
                    <a:pt x="3877479" y="2571029"/>
                  </a:lnTo>
                  <a:lnTo>
                    <a:pt x="3877916" y="2571029"/>
                  </a:lnTo>
                  <a:lnTo>
                    <a:pt x="3878061" y="2571029"/>
                  </a:lnTo>
                  <a:lnTo>
                    <a:pt x="3878352" y="2571029"/>
                  </a:lnTo>
                  <a:lnTo>
                    <a:pt x="3878497" y="2571029"/>
                  </a:lnTo>
                  <a:lnTo>
                    <a:pt x="3878497" y="2570406"/>
                  </a:lnTo>
                  <a:lnTo>
                    <a:pt x="3878643" y="2570406"/>
                  </a:lnTo>
                  <a:lnTo>
                    <a:pt x="3878788" y="2569782"/>
                  </a:lnTo>
                  <a:lnTo>
                    <a:pt x="3879079" y="2569159"/>
                  </a:lnTo>
                  <a:lnTo>
                    <a:pt x="3879370" y="2569159"/>
                  </a:lnTo>
                  <a:lnTo>
                    <a:pt x="3879806" y="2569159"/>
                  </a:lnTo>
                  <a:lnTo>
                    <a:pt x="3879952" y="2569159"/>
                  </a:lnTo>
                  <a:lnTo>
                    <a:pt x="3880097" y="2569159"/>
                  </a:lnTo>
                  <a:lnTo>
                    <a:pt x="3880243" y="2568535"/>
                  </a:lnTo>
                  <a:lnTo>
                    <a:pt x="3880533" y="2567911"/>
                  </a:lnTo>
                  <a:lnTo>
                    <a:pt x="3880824" y="2567911"/>
                  </a:lnTo>
                  <a:lnTo>
                    <a:pt x="3880970" y="2567911"/>
                  </a:lnTo>
                  <a:lnTo>
                    <a:pt x="3881697" y="2565417"/>
                  </a:lnTo>
                  <a:lnTo>
                    <a:pt x="3881842" y="2565417"/>
                  </a:lnTo>
                  <a:lnTo>
                    <a:pt x="3881988" y="2565417"/>
                  </a:lnTo>
                  <a:lnTo>
                    <a:pt x="3882278" y="2565417"/>
                  </a:lnTo>
                  <a:lnTo>
                    <a:pt x="3882424" y="2565417"/>
                  </a:lnTo>
                  <a:lnTo>
                    <a:pt x="3882715" y="2565417"/>
                  </a:lnTo>
                  <a:lnTo>
                    <a:pt x="3882860" y="2565417"/>
                  </a:lnTo>
                  <a:lnTo>
                    <a:pt x="3883006" y="2565417"/>
                  </a:lnTo>
                  <a:lnTo>
                    <a:pt x="3883151" y="2564794"/>
                  </a:lnTo>
                  <a:lnTo>
                    <a:pt x="3883296" y="2564794"/>
                  </a:lnTo>
                  <a:lnTo>
                    <a:pt x="3883442" y="2564794"/>
                  </a:lnTo>
                  <a:lnTo>
                    <a:pt x="3883878" y="2564794"/>
                  </a:lnTo>
                  <a:lnTo>
                    <a:pt x="3884169" y="2564794"/>
                  </a:lnTo>
                  <a:lnTo>
                    <a:pt x="3884314" y="2564794"/>
                  </a:lnTo>
                  <a:lnTo>
                    <a:pt x="3884605" y="2564794"/>
                  </a:lnTo>
                  <a:lnTo>
                    <a:pt x="3884751" y="2564794"/>
                  </a:lnTo>
                  <a:lnTo>
                    <a:pt x="3885914" y="2564170"/>
                  </a:lnTo>
                  <a:lnTo>
                    <a:pt x="3886205" y="2564170"/>
                  </a:lnTo>
                  <a:lnTo>
                    <a:pt x="3886787" y="2564170"/>
                  </a:lnTo>
                  <a:lnTo>
                    <a:pt x="3887078" y="2563546"/>
                  </a:lnTo>
                  <a:lnTo>
                    <a:pt x="3887223" y="2563546"/>
                  </a:lnTo>
                  <a:lnTo>
                    <a:pt x="3887368" y="2563546"/>
                  </a:lnTo>
                  <a:lnTo>
                    <a:pt x="3887514" y="2562923"/>
                  </a:lnTo>
                  <a:lnTo>
                    <a:pt x="3887659" y="2562923"/>
                  </a:lnTo>
                  <a:lnTo>
                    <a:pt x="3888096" y="2562299"/>
                  </a:lnTo>
                  <a:lnTo>
                    <a:pt x="3888677" y="2561052"/>
                  </a:lnTo>
                  <a:lnTo>
                    <a:pt x="3888823" y="2561052"/>
                  </a:lnTo>
                  <a:lnTo>
                    <a:pt x="3888968" y="2561052"/>
                  </a:lnTo>
                  <a:lnTo>
                    <a:pt x="3889259" y="2560429"/>
                  </a:lnTo>
                  <a:lnTo>
                    <a:pt x="3889404" y="2560429"/>
                  </a:lnTo>
                  <a:lnTo>
                    <a:pt x="3889841" y="2559805"/>
                  </a:lnTo>
                  <a:lnTo>
                    <a:pt x="3889841" y="2559181"/>
                  </a:lnTo>
                  <a:lnTo>
                    <a:pt x="3890131" y="2559181"/>
                  </a:lnTo>
                  <a:lnTo>
                    <a:pt x="3890277" y="2559181"/>
                  </a:lnTo>
                  <a:lnTo>
                    <a:pt x="3891004" y="2558558"/>
                  </a:lnTo>
                  <a:lnTo>
                    <a:pt x="3891149" y="2558558"/>
                  </a:lnTo>
                  <a:lnTo>
                    <a:pt x="3891149" y="2557934"/>
                  </a:lnTo>
                  <a:lnTo>
                    <a:pt x="3891440" y="2557934"/>
                  </a:lnTo>
                  <a:lnTo>
                    <a:pt x="3891877" y="2557934"/>
                  </a:lnTo>
                  <a:lnTo>
                    <a:pt x="3892022" y="2557934"/>
                  </a:lnTo>
                  <a:lnTo>
                    <a:pt x="3892167" y="2557934"/>
                  </a:lnTo>
                  <a:lnTo>
                    <a:pt x="3892604" y="2557934"/>
                  </a:lnTo>
                  <a:lnTo>
                    <a:pt x="3893040" y="2557311"/>
                  </a:lnTo>
                  <a:lnTo>
                    <a:pt x="3893185" y="2557311"/>
                  </a:lnTo>
                  <a:lnTo>
                    <a:pt x="3893767" y="2556687"/>
                  </a:lnTo>
                  <a:lnTo>
                    <a:pt x="3894203" y="2556687"/>
                  </a:lnTo>
                  <a:lnTo>
                    <a:pt x="3894640" y="2556063"/>
                  </a:lnTo>
                  <a:lnTo>
                    <a:pt x="3894785" y="2556063"/>
                  </a:lnTo>
                  <a:lnTo>
                    <a:pt x="3894931" y="2556063"/>
                  </a:lnTo>
                  <a:lnTo>
                    <a:pt x="3895221" y="2556063"/>
                  </a:lnTo>
                  <a:lnTo>
                    <a:pt x="3895367" y="2556063"/>
                  </a:lnTo>
                  <a:lnTo>
                    <a:pt x="3895803" y="2555440"/>
                  </a:lnTo>
                  <a:lnTo>
                    <a:pt x="3895948" y="2555440"/>
                  </a:lnTo>
                  <a:lnTo>
                    <a:pt x="3897403" y="2554816"/>
                  </a:lnTo>
                  <a:lnTo>
                    <a:pt x="3897694" y="2554193"/>
                  </a:lnTo>
                  <a:lnTo>
                    <a:pt x="3897839" y="2554193"/>
                  </a:lnTo>
                  <a:lnTo>
                    <a:pt x="3897984" y="2553569"/>
                  </a:lnTo>
                  <a:lnTo>
                    <a:pt x="3898130" y="2553569"/>
                  </a:lnTo>
                  <a:lnTo>
                    <a:pt x="3898566" y="2553569"/>
                  </a:lnTo>
                  <a:lnTo>
                    <a:pt x="3898712" y="2553569"/>
                  </a:lnTo>
                  <a:lnTo>
                    <a:pt x="3898857" y="2552322"/>
                  </a:lnTo>
                  <a:lnTo>
                    <a:pt x="3899002" y="2552322"/>
                  </a:lnTo>
                  <a:lnTo>
                    <a:pt x="3899002" y="2551698"/>
                  </a:lnTo>
                  <a:lnTo>
                    <a:pt x="3899730" y="2550451"/>
                  </a:lnTo>
                  <a:lnTo>
                    <a:pt x="3899875" y="2550451"/>
                  </a:lnTo>
                  <a:lnTo>
                    <a:pt x="3900020" y="2550451"/>
                  </a:lnTo>
                  <a:lnTo>
                    <a:pt x="3900457" y="2550451"/>
                  </a:lnTo>
                  <a:lnTo>
                    <a:pt x="3900893" y="2550451"/>
                  </a:lnTo>
                  <a:lnTo>
                    <a:pt x="3901038" y="2550451"/>
                  </a:lnTo>
                  <a:lnTo>
                    <a:pt x="3901766" y="2549828"/>
                  </a:lnTo>
                  <a:lnTo>
                    <a:pt x="3902202" y="2549204"/>
                  </a:lnTo>
                  <a:lnTo>
                    <a:pt x="3902638" y="2549204"/>
                  </a:lnTo>
                  <a:lnTo>
                    <a:pt x="3902783" y="2548580"/>
                  </a:lnTo>
                  <a:lnTo>
                    <a:pt x="3903074" y="2548580"/>
                  </a:lnTo>
                  <a:lnTo>
                    <a:pt x="3903220" y="2548580"/>
                  </a:lnTo>
                  <a:lnTo>
                    <a:pt x="3903656" y="2548580"/>
                  </a:lnTo>
                  <a:lnTo>
                    <a:pt x="3903656" y="2547957"/>
                  </a:lnTo>
                  <a:lnTo>
                    <a:pt x="3904092" y="2547957"/>
                  </a:lnTo>
                  <a:lnTo>
                    <a:pt x="3904092" y="2546710"/>
                  </a:lnTo>
                  <a:lnTo>
                    <a:pt x="3904383" y="2546710"/>
                  </a:lnTo>
                  <a:lnTo>
                    <a:pt x="3904383" y="2546086"/>
                  </a:lnTo>
                  <a:lnTo>
                    <a:pt x="3904965" y="2546086"/>
                  </a:lnTo>
                  <a:lnTo>
                    <a:pt x="3905110" y="2546086"/>
                  </a:lnTo>
                  <a:lnTo>
                    <a:pt x="3905401" y="2546086"/>
                  </a:lnTo>
                  <a:lnTo>
                    <a:pt x="3905401" y="2545463"/>
                  </a:lnTo>
                  <a:lnTo>
                    <a:pt x="3905692" y="2544215"/>
                  </a:lnTo>
                  <a:lnTo>
                    <a:pt x="3905837" y="2544215"/>
                  </a:lnTo>
                  <a:lnTo>
                    <a:pt x="3906128" y="2544215"/>
                  </a:lnTo>
                  <a:lnTo>
                    <a:pt x="3906274" y="2544215"/>
                  </a:lnTo>
                  <a:lnTo>
                    <a:pt x="3906565" y="2544215"/>
                  </a:lnTo>
                  <a:lnTo>
                    <a:pt x="3906565" y="2543592"/>
                  </a:lnTo>
                  <a:lnTo>
                    <a:pt x="3906710" y="2543592"/>
                  </a:lnTo>
                  <a:lnTo>
                    <a:pt x="3906710" y="2542968"/>
                  </a:lnTo>
                  <a:lnTo>
                    <a:pt x="3907437" y="2541097"/>
                  </a:lnTo>
                  <a:lnTo>
                    <a:pt x="3908164" y="2541097"/>
                  </a:lnTo>
                  <a:lnTo>
                    <a:pt x="3908455" y="2541097"/>
                  </a:lnTo>
                  <a:lnTo>
                    <a:pt x="3909182" y="2541097"/>
                  </a:lnTo>
                  <a:lnTo>
                    <a:pt x="3909473" y="2540474"/>
                  </a:lnTo>
                  <a:lnTo>
                    <a:pt x="3909909" y="2540474"/>
                  </a:lnTo>
                  <a:lnTo>
                    <a:pt x="3909909" y="2539850"/>
                  </a:lnTo>
                  <a:lnTo>
                    <a:pt x="3910346" y="2539850"/>
                  </a:lnTo>
                  <a:lnTo>
                    <a:pt x="3910636" y="2539850"/>
                  </a:lnTo>
                  <a:lnTo>
                    <a:pt x="3911073" y="2538603"/>
                  </a:lnTo>
                  <a:lnTo>
                    <a:pt x="3911218" y="2538603"/>
                  </a:lnTo>
                  <a:lnTo>
                    <a:pt x="3911364" y="2538603"/>
                  </a:lnTo>
                  <a:lnTo>
                    <a:pt x="3911945" y="2537980"/>
                  </a:lnTo>
                  <a:lnTo>
                    <a:pt x="3912091" y="2537356"/>
                  </a:lnTo>
                  <a:lnTo>
                    <a:pt x="3912382" y="2536732"/>
                  </a:lnTo>
                  <a:lnTo>
                    <a:pt x="3912527" y="2536732"/>
                  </a:lnTo>
                  <a:lnTo>
                    <a:pt x="3912818" y="2536732"/>
                  </a:lnTo>
                  <a:lnTo>
                    <a:pt x="3913109" y="2535485"/>
                  </a:lnTo>
                  <a:lnTo>
                    <a:pt x="3913254" y="2535485"/>
                  </a:lnTo>
                  <a:lnTo>
                    <a:pt x="3913690" y="2535485"/>
                  </a:lnTo>
                  <a:lnTo>
                    <a:pt x="3913836" y="2535485"/>
                  </a:lnTo>
                  <a:lnTo>
                    <a:pt x="3914418" y="2533614"/>
                  </a:lnTo>
                  <a:lnTo>
                    <a:pt x="3914418" y="2532991"/>
                  </a:lnTo>
                  <a:lnTo>
                    <a:pt x="3914563" y="2532991"/>
                  </a:lnTo>
                  <a:lnTo>
                    <a:pt x="3915145" y="2532991"/>
                  </a:lnTo>
                  <a:lnTo>
                    <a:pt x="3915290" y="2532367"/>
                  </a:lnTo>
                  <a:lnTo>
                    <a:pt x="3915290" y="2531120"/>
                  </a:lnTo>
                  <a:lnTo>
                    <a:pt x="3915726" y="2531120"/>
                  </a:lnTo>
                  <a:lnTo>
                    <a:pt x="3915872" y="2531120"/>
                  </a:lnTo>
                  <a:lnTo>
                    <a:pt x="3916308" y="2531120"/>
                  </a:lnTo>
                  <a:lnTo>
                    <a:pt x="3916453" y="2531120"/>
                  </a:lnTo>
                  <a:lnTo>
                    <a:pt x="3916453" y="2530497"/>
                  </a:lnTo>
                  <a:lnTo>
                    <a:pt x="3916599" y="2530497"/>
                  </a:lnTo>
                  <a:lnTo>
                    <a:pt x="3917035" y="2529873"/>
                  </a:lnTo>
                  <a:lnTo>
                    <a:pt x="3917181" y="2529873"/>
                  </a:lnTo>
                  <a:lnTo>
                    <a:pt x="3917326" y="2529873"/>
                  </a:lnTo>
                  <a:lnTo>
                    <a:pt x="3917617" y="2529873"/>
                  </a:lnTo>
                  <a:lnTo>
                    <a:pt x="3917762" y="2529873"/>
                  </a:lnTo>
                  <a:lnTo>
                    <a:pt x="3918053" y="2529873"/>
                  </a:lnTo>
                  <a:lnTo>
                    <a:pt x="3918635" y="2529873"/>
                  </a:lnTo>
                  <a:lnTo>
                    <a:pt x="3918780" y="2529873"/>
                  </a:lnTo>
                  <a:lnTo>
                    <a:pt x="3919362" y="2529873"/>
                  </a:lnTo>
                  <a:lnTo>
                    <a:pt x="3919507" y="2529249"/>
                  </a:lnTo>
                  <a:lnTo>
                    <a:pt x="3919653" y="2529249"/>
                  </a:lnTo>
                  <a:lnTo>
                    <a:pt x="3919798" y="2529249"/>
                  </a:lnTo>
                  <a:lnTo>
                    <a:pt x="3921834" y="2526755"/>
                  </a:lnTo>
                  <a:lnTo>
                    <a:pt x="3922271" y="2526755"/>
                  </a:lnTo>
                  <a:lnTo>
                    <a:pt x="3922561" y="2526755"/>
                  </a:lnTo>
                  <a:lnTo>
                    <a:pt x="3922852" y="2526755"/>
                  </a:lnTo>
                  <a:lnTo>
                    <a:pt x="3923143" y="2526755"/>
                  </a:lnTo>
                  <a:lnTo>
                    <a:pt x="3923579" y="2526755"/>
                  </a:lnTo>
                  <a:lnTo>
                    <a:pt x="3923725" y="2526755"/>
                  </a:lnTo>
                  <a:lnTo>
                    <a:pt x="3923870" y="2526755"/>
                  </a:lnTo>
                  <a:lnTo>
                    <a:pt x="3924016" y="2526755"/>
                  </a:lnTo>
                  <a:lnTo>
                    <a:pt x="3924452" y="2526755"/>
                  </a:lnTo>
                  <a:lnTo>
                    <a:pt x="3925324" y="2526755"/>
                  </a:lnTo>
                  <a:lnTo>
                    <a:pt x="3926052" y="2526755"/>
                  </a:lnTo>
                  <a:lnTo>
                    <a:pt x="3926197" y="2526131"/>
                  </a:lnTo>
                  <a:lnTo>
                    <a:pt x="3926633" y="2526131"/>
                  </a:lnTo>
                  <a:lnTo>
                    <a:pt x="3926924" y="2526131"/>
                  </a:lnTo>
                  <a:lnTo>
                    <a:pt x="3927070" y="2526131"/>
                  </a:lnTo>
                  <a:lnTo>
                    <a:pt x="3927360" y="2526131"/>
                  </a:lnTo>
                  <a:lnTo>
                    <a:pt x="3927506" y="2526131"/>
                  </a:lnTo>
                  <a:lnTo>
                    <a:pt x="3927651" y="2526131"/>
                  </a:lnTo>
                  <a:lnTo>
                    <a:pt x="3927797" y="2526131"/>
                  </a:lnTo>
                  <a:lnTo>
                    <a:pt x="3927797" y="2525508"/>
                  </a:lnTo>
                  <a:lnTo>
                    <a:pt x="3928088" y="2525508"/>
                  </a:lnTo>
                  <a:lnTo>
                    <a:pt x="3928088" y="2524884"/>
                  </a:lnTo>
                  <a:lnTo>
                    <a:pt x="3928378" y="2524884"/>
                  </a:lnTo>
                  <a:lnTo>
                    <a:pt x="3928815" y="2524884"/>
                  </a:lnTo>
                  <a:lnTo>
                    <a:pt x="3928960" y="2524261"/>
                  </a:lnTo>
                  <a:lnTo>
                    <a:pt x="3929106" y="2524261"/>
                  </a:lnTo>
                  <a:lnTo>
                    <a:pt x="3929396" y="2523637"/>
                  </a:lnTo>
                  <a:lnTo>
                    <a:pt x="3929542" y="2523014"/>
                  </a:lnTo>
                  <a:lnTo>
                    <a:pt x="3929687" y="2523014"/>
                  </a:lnTo>
                  <a:lnTo>
                    <a:pt x="3929833" y="2523014"/>
                  </a:lnTo>
                  <a:lnTo>
                    <a:pt x="3930560" y="2522390"/>
                  </a:lnTo>
                  <a:lnTo>
                    <a:pt x="3930705" y="2522390"/>
                  </a:lnTo>
                  <a:lnTo>
                    <a:pt x="3930851" y="2522390"/>
                  </a:lnTo>
                  <a:lnTo>
                    <a:pt x="3931141" y="2521766"/>
                  </a:lnTo>
                  <a:lnTo>
                    <a:pt x="3931723" y="2521766"/>
                  </a:lnTo>
                  <a:lnTo>
                    <a:pt x="3932014" y="2521766"/>
                  </a:lnTo>
                  <a:lnTo>
                    <a:pt x="3932596" y="2521766"/>
                  </a:lnTo>
                  <a:lnTo>
                    <a:pt x="3933323" y="2521143"/>
                  </a:lnTo>
                  <a:lnTo>
                    <a:pt x="3933468" y="2521143"/>
                  </a:lnTo>
                  <a:lnTo>
                    <a:pt x="3933759" y="2521143"/>
                  </a:lnTo>
                  <a:lnTo>
                    <a:pt x="3934195" y="2521143"/>
                  </a:lnTo>
                  <a:lnTo>
                    <a:pt x="3934341" y="2521143"/>
                  </a:lnTo>
                  <a:lnTo>
                    <a:pt x="3934632" y="2521143"/>
                  </a:lnTo>
                  <a:lnTo>
                    <a:pt x="3934923" y="2521143"/>
                  </a:lnTo>
                  <a:lnTo>
                    <a:pt x="3935068" y="2519272"/>
                  </a:lnTo>
                  <a:lnTo>
                    <a:pt x="3935213" y="2519272"/>
                  </a:lnTo>
                  <a:lnTo>
                    <a:pt x="3935941" y="2519272"/>
                  </a:lnTo>
                  <a:lnTo>
                    <a:pt x="3936086" y="2518648"/>
                  </a:lnTo>
                  <a:lnTo>
                    <a:pt x="3936377" y="2518648"/>
                  </a:lnTo>
                  <a:lnTo>
                    <a:pt x="3936377" y="2518025"/>
                  </a:lnTo>
                  <a:lnTo>
                    <a:pt x="3936813" y="2516778"/>
                  </a:lnTo>
                  <a:lnTo>
                    <a:pt x="3937104" y="2516778"/>
                  </a:lnTo>
                  <a:lnTo>
                    <a:pt x="3937976" y="2516154"/>
                  </a:lnTo>
                  <a:lnTo>
                    <a:pt x="3938122" y="2516154"/>
                  </a:lnTo>
                  <a:lnTo>
                    <a:pt x="3938413" y="2515531"/>
                  </a:lnTo>
                  <a:lnTo>
                    <a:pt x="3938558" y="2515531"/>
                  </a:lnTo>
                  <a:lnTo>
                    <a:pt x="3939867" y="2515531"/>
                  </a:lnTo>
                  <a:lnTo>
                    <a:pt x="3940303" y="2515531"/>
                  </a:lnTo>
                  <a:lnTo>
                    <a:pt x="3941030" y="2515531"/>
                  </a:lnTo>
                  <a:lnTo>
                    <a:pt x="3941176" y="2515531"/>
                  </a:lnTo>
                  <a:lnTo>
                    <a:pt x="3941467" y="2515531"/>
                  </a:lnTo>
                  <a:lnTo>
                    <a:pt x="3941612" y="2515531"/>
                  </a:lnTo>
                  <a:lnTo>
                    <a:pt x="3941903" y="2514907"/>
                  </a:lnTo>
                  <a:lnTo>
                    <a:pt x="3942194" y="2514907"/>
                  </a:lnTo>
                  <a:lnTo>
                    <a:pt x="3942339" y="2514907"/>
                  </a:lnTo>
                  <a:lnTo>
                    <a:pt x="3942485" y="2514907"/>
                  </a:lnTo>
                  <a:lnTo>
                    <a:pt x="3942776" y="2514907"/>
                  </a:lnTo>
                  <a:lnTo>
                    <a:pt x="3942921" y="2514907"/>
                  </a:lnTo>
                  <a:lnTo>
                    <a:pt x="3943503" y="2514907"/>
                  </a:lnTo>
                  <a:lnTo>
                    <a:pt x="3943939" y="2514907"/>
                  </a:lnTo>
                  <a:lnTo>
                    <a:pt x="3944084" y="2514907"/>
                  </a:lnTo>
                  <a:lnTo>
                    <a:pt x="3945248" y="2514907"/>
                  </a:lnTo>
                  <a:lnTo>
                    <a:pt x="3945539" y="2514907"/>
                  </a:lnTo>
                  <a:lnTo>
                    <a:pt x="3945684" y="2514907"/>
                  </a:lnTo>
                  <a:lnTo>
                    <a:pt x="3945975" y="2514907"/>
                  </a:lnTo>
                  <a:lnTo>
                    <a:pt x="3946120" y="2514283"/>
                  </a:lnTo>
                  <a:lnTo>
                    <a:pt x="3946266" y="2514283"/>
                  </a:lnTo>
                  <a:lnTo>
                    <a:pt x="3946702" y="2513660"/>
                  </a:lnTo>
                  <a:lnTo>
                    <a:pt x="3946847" y="2513660"/>
                  </a:lnTo>
                  <a:lnTo>
                    <a:pt x="3948302" y="2512413"/>
                  </a:lnTo>
                  <a:lnTo>
                    <a:pt x="3948302" y="2511789"/>
                  </a:lnTo>
                  <a:lnTo>
                    <a:pt x="3948593" y="2511789"/>
                  </a:lnTo>
                  <a:lnTo>
                    <a:pt x="3948593" y="2510542"/>
                  </a:lnTo>
                  <a:lnTo>
                    <a:pt x="3948738" y="2509918"/>
                  </a:lnTo>
                  <a:lnTo>
                    <a:pt x="3949174" y="2509918"/>
                  </a:lnTo>
                  <a:lnTo>
                    <a:pt x="3949320" y="2508048"/>
                  </a:lnTo>
                  <a:lnTo>
                    <a:pt x="3949901" y="2508048"/>
                  </a:lnTo>
                  <a:lnTo>
                    <a:pt x="3950192" y="2507424"/>
                  </a:lnTo>
                  <a:lnTo>
                    <a:pt x="3950338" y="2507424"/>
                  </a:lnTo>
                  <a:lnTo>
                    <a:pt x="3950628" y="2506177"/>
                  </a:lnTo>
                  <a:lnTo>
                    <a:pt x="3950919" y="2506177"/>
                  </a:lnTo>
                  <a:lnTo>
                    <a:pt x="3951065" y="2506177"/>
                  </a:lnTo>
                  <a:lnTo>
                    <a:pt x="3951501" y="2506177"/>
                  </a:lnTo>
                  <a:lnTo>
                    <a:pt x="3951937" y="2504930"/>
                  </a:lnTo>
                  <a:lnTo>
                    <a:pt x="3952519" y="2504306"/>
                  </a:lnTo>
                  <a:lnTo>
                    <a:pt x="3953101" y="2504306"/>
                  </a:lnTo>
                  <a:lnTo>
                    <a:pt x="3953101" y="2503683"/>
                  </a:lnTo>
                  <a:lnTo>
                    <a:pt x="3953246" y="2503683"/>
                  </a:lnTo>
                  <a:lnTo>
                    <a:pt x="3953682" y="2503683"/>
                  </a:lnTo>
                  <a:lnTo>
                    <a:pt x="3953973" y="2503059"/>
                  </a:lnTo>
                  <a:lnTo>
                    <a:pt x="3954119" y="2503059"/>
                  </a:lnTo>
                  <a:lnTo>
                    <a:pt x="3954264" y="2503059"/>
                  </a:lnTo>
                  <a:lnTo>
                    <a:pt x="3954410" y="2503059"/>
                  </a:lnTo>
                  <a:lnTo>
                    <a:pt x="3954846" y="2503059"/>
                  </a:lnTo>
                  <a:lnTo>
                    <a:pt x="3954846" y="2502435"/>
                  </a:lnTo>
                  <a:lnTo>
                    <a:pt x="3954991" y="2502435"/>
                  </a:lnTo>
                  <a:lnTo>
                    <a:pt x="3956155" y="2502435"/>
                  </a:lnTo>
                  <a:lnTo>
                    <a:pt x="3956300" y="2501812"/>
                  </a:lnTo>
                  <a:lnTo>
                    <a:pt x="3956736" y="2501812"/>
                  </a:lnTo>
                  <a:lnTo>
                    <a:pt x="3956882" y="2501812"/>
                  </a:lnTo>
                  <a:lnTo>
                    <a:pt x="3957463" y="2501188"/>
                  </a:lnTo>
                  <a:lnTo>
                    <a:pt x="3957609" y="2501188"/>
                  </a:lnTo>
                  <a:lnTo>
                    <a:pt x="3957754" y="2501188"/>
                  </a:lnTo>
                  <a:lnTo>
                    <a:pt x="3957754" y="2500565"/>
                  </a:lnTo>
                  <a:lnTo>
                    <a:pt x="3958045" y="2500565"/>
                  </a:lnTo>
                  <a:lnTo>
                    <a:pt x="3958481" y="2500565"/>
                  </a:lnTo>
                  <a:lnTo>
                    <a:pt x="3960081" y="2499941"/>
                  </a:lnTo>
                  <a:lnTo>
                    <a:pt x="3960663" y="2499941"/>
                  </a:lnTo>
                  <a:lnTo>
                    <a:pt x="3961390" y="2499317"/>
                  </a:lnTo>
                  <a:lnTo>
                    <a:pt x="3961535" y="2499317"/>
                  </a:lnTo>
                  <a:lnTo>
                    <a:pt x="3961826" y="2499317"/>
                  </a:lnTo>
                  <a:lnTo>
                    <a:pt x="3962263" y="2499317"/>
                  </a:lnTo>
                  <a:lnTo>
                    <a:pt x="3962844" y="2498070"/>
                  </a:lnTo>
                  <a:lnTo>
                    <a:pt x="3963426" y="2498070"/>
                  </a:lnTo>
                  <a:lnTo>
                    <a:pt x="3964008" y="2497447"/>
                  </a:lnTo>
                  <a:lnTo>
                    <a:pt x="3964153" y="2497447"/>
                  </a:lnTo>
                  <a:lnTo>
                    <a:pt x="3964298" y="2497447"/>
                  </a:lnTo>
                  <a:lnTo>
                    <a:pt x="3964444" y="2497447"/>
                  </a:lnTo>
                  <a:lnTo>
                    <a:pt x="3965607" y="2495576"/>
                  </a:lnTo>
                  <a:lnTo>
                    <a:pt x="3965753" y="2495576"/>
                  </a:lnTo>
                  <a:lnTo>
                    <a:pt x="3966044" y="2495576"/>
                  </a:lnTo>
                  <a:lnTo>
                    <a:pt x="3966189" y="2495576"/>
                  </a:lnTo>
                  <a:lnTo>
                    <a:pt x="3966771" y="2495576"/>
                  </a:lnTo>
                  <a:lnTo>
                    <a:pt x="3967498" y="2495576"/>
                  </a:lnTo>
                  <a:lnTo>
                    <a:pt x="3967643" y="2495576"/>
                  </a:lnTo>
                  <a:lnTo>
                    <a:pt x="3968080" y="2494952"/>
                  </a:lnTo>
                  <a:lnTo>
                    <a:pt x="3968370" y="2494952"/>
                  </a:lnTo>
                  <a:lnTo>
                    <a:pt x="3968516" y="2494952"/>
                  </a:lnTo>
                  <a:lnTo>
                    <a:pt x="3968661" y="2494952"/>
                  </a:lnTo>
                  <a:lnTo>
                    <a:pt x="3968661" y="2494329"/>
                  </a:lnTo>
                  <a:lnTo>
                    <a:pt x="3968807" y="2494329"/>
                  </a:lnTo>
                  <a:lnTo>
                    <a:pt x="3968952" y="2493082"/>
                  </a:lnTo>
                  <a:lnTo>
                    <a:pt x="3970115" y="2492458"/>
                  </a:lnTo>
                  <a:lnTo>
                    <a:pt x="3970261" y="2492458"/>
                  </a:lnTo>
                  <a:lnTo>
                    <a:pt x="3970697" y="2492458"/>
                  </a:lnTo>
                  <a:lnTo>
                    <a:pt x="3970843" y="2492458"/>
                  </a:lnTo>
                  <a:lnTo>
                    <a:pt x="3971424" y="2492458"/>
                  </a:lnTo>
                  <a:lnTo>
                    <a:pt x="3971715" y="2492458"/>
                  </a:lnTo>
                  <a:lnTo>
                    <a:pt x="3972006" y="2492458"/>
                  </a:lnTo>
                  <a:lnTo>
                    <a:pt x="3972151" y="2492458"/>
                  </a:lnTo>
                  <a:lnTo>
                    <a:pt x="3972297" y="2492458"/>
                  </a:lnTo>
                  <a:lnTo>
                    <a:pt x="3972588" y="2492458"/>
                  </a:lnTo>
                  <a:lnTo>
                    <a:pt x="3973606" y="2492458"/>
                  </a:lnTo>
                  <a:lnTo>
                    <a:pt x="3973751" y="2492458"/>
                  </a:lnTo>
                  <a:lnTo>
                    <a:pt x="3973897" y="2492458"/>
                  </a:lnTo>
                  <a:lnTo>
                    <a:pt x="3974333" y="2492458"/>
                  </a:lnTo>
                  <a:lnTo>
                    <a:pt x="3975060" y="2491211"/>
                  </a:lnTo>
                  <a:lnTo>
                    <a:pt x="3975351" y="2490587"/>
                  </a:lnTo>
                  <a:lnTo>
                    <a:pt x="3975496" y="2490587"/>
                  </a:lnTo>
                  <a:lnTo>
                    <a:pt x="3975787" y="2489964"/>
                  </a:lnTo>
                  <a:lnTo>
                    <a:pt x="3976078" y="2489964"/>
                  </a:lnTo>
                  <a:lnTo>
                    <a:pt x="3976514" y="2489340"/>
                  </a:lnTo>
                  <a:lnTo>
                    <a:pt x="3976805" y="2489340"/>
                  </a:lnTo>
                  <a:lnTo>
                    <a:pt x="3977096" y="2489340"/>
                  </a:lnTo>
                  <a:lnTo>
                    <a:pt x="3977387" y="2489340"/>
                  </a:lnTo>
                  <a:lnTo>
                    <a:pt x="3977532" y="2489340"/>
                  </a:lnTo>
                  <a:lnTo>
                    <a:pt x="3977678" y="2489340"/>
                  </a:lnTo>
                  <a:lnTo>
                    <a:pt x="3977823" y="2489340"/>
                  </a:lnTo>
                  <a:lnTo>
                    <a:pt x="3978259" y="2488717"/>
                  </a:lnTo>
                  <a:lnTo>
                    <a:pt x="3978841" y="2488093"/>
                  </a:lnTo>
                  <a:lnTo>
                    <a:pt x="3978841" y="2487469"/>
                  </a:lnTo>
                  <a:lnTo>
                    <a:pt x="3978986" y="2487469"/>
                  </a:lnTo>
                  <a:lnTo>
                    <a:pt x="3979568" y="2486222"/>
                  </a:lnTo>
                  <a:lnTo>
                    <a:pt x="3979859" y="2484975"/>
                  </a:lnTo>
                  <a:lnTo>
                    <a:pt x="3980295" y="2484975"/>
                  </a:lnTo>
                  <a:lnTo>
                    <a:pt x="3981313" y="2484975"/>
                  </a:lnTo>
                  <a:lnTo>
                    <a:pt x="3981895" y="2484975"/>
                  </a:lnTo>
                  <a:lnTo>
                    <a:pt x="3982186" y="2484975"/>
                  </a:lnTo>
                  <a:lnTo>
                    <a:pt x="3982331" y="2484975"/>
                  </a:lnTo>
                  <a:lnTo>
                    <a:pt x="3982477" y="2484975"/>
                  </a:lnTo>
                  <a:lnTo>
                    <a:pt x="3982913" y="2484975"/>
                  </a:lnTo>
                  <a:lnTo>
                    <a:pt x="3983058" y="2484975"/>
                  </a:lnTo>
                  <a:lnTo>
                    <a:pt x="3983204" y="2484975"/>
                  </a:lnTo>
                  <a:lnTo>
                    <a:pt x="3983931" y="2484975"/>
                  </a:lnTo>
                  <a:lnTo>
                    <a:pt x="3984076" y="2484975"/>
                  </a:lnTo>
                  <a:lnTo>
                    <a:pt x="3984222" y="2484975"/>
                  </a:lnTo>
                  <a:lnTo>
                    <a:pt x="3984367" y="2483728"/>
                  </a:lnTo>
                  <a:lnTo>
                    <a:pt x="3985676" y="2483728"/>
                  </a:lnTo>
                  <a:lnTo>
                    <a:pt x="3986403" y="2483728"/>
                  </a:lnTo>
                  <a:lnTo>
                    <a:pt x="3986549" y="2483728"/>
                  </a:lnTo>
                  <a:lnTo>
                    <a:pt x="3986694" y="2483104"/>
                  </a:lnTo>
                  <a:lnTo>
                    <a:pt x="3986839" y="2483104"/>
                  </a:lnTo>
                  <a:lnTo>
                    <a:pt x="3987276" y="2483104"/>
                  </a:lnTo>
                  <a:lnTo>
                    <a:pt x="3987421" y="2483104"/>
                  </a:lnTo>
                  <a:lnTo>
                    <a:pt x="3987567" y="2483104"/>
                  </a:lnTo>
                  <a:lnTo>
                    <a:pt x="3987712" y="2483104"/>
                  </a:lnTo>
                  <a:lnTo>
                    <a:pt x="3988003" y="2483104"/>
                  </a:lnTo>
                  <a:lnTo>
                    <a:pt x="3988875" y="2481857"/>
                  </a:lnTo>
                  <a:lnTo>
                    <a:pt x="3989021" y="2481857"/>
                  </a:lnTo>
                  <a:lnTo>
                    <a:pt x="3989166" y="2481857"/>
                  </a:lnTo>
                  <a:lnTo>
                    <a:pt x="3989457" y="2481857"/>
                  </a:lnTo>
                  <a:lnTo>
                    <a:pt x="3989603" y="2481857"/>
                  </a:lnTo>
                  <a:lnTo>
                    <a:pt x="3990039" y="2481857"/>
                  </a:lnTo>
                  <a:lnTo>
                    <a:pt x="3990330" y="2481857"/>
                  </a:lnTo>
                  <a:lnTo>
                    <a:pt x="3990766" y="2481857"/>
                  </a:lnTo>
                  <a:lnTo>
                    <a:pt x="3990911" y="2481857"/>
                  </a:lnTo>
                  <a:lnTo>
                    <a:pt x="3991348" y="2481857"/>
                  </a:lnTo>
                  <a:lnTo>
                    <a:pt x="3991784" y="2481857"/>
                  </a:lnTo>
                  <a:lnTo>
                    <a:pt x="3991929" y="2481234"/>
                  </a:lnTo>
                  <a:lnTo>
                    <a:pt x="3992075" y="2481234"/>
                  </a:lnTo>
                  <a:lnTo>
                    <a:pt x="3992511" y="2480610"/>
                  </a:lnTo>
                  <a:lnTo>
                    <a:pt x="3992511" y="2479986"/>
                  </a:lnTo>
                  <a:lnTo>
                    <a:pt x="3992656" y="2479986"/>
                  </a:lnTo>
                  <a:lnTo>
                    <a:pt x="3994402" y="2478116"/>
                  </a:lnTo>
                  <a:lnTo>
                    <a:pt x="3995129" y="2478116"/>
                  </a:lnTo>
                  <a:lnTo>
                    <a:pt x="3995274" y="2477492"/>
                  </a:lnTo>
                  <a:lnTo>
                    <a:pt x="3995710" y="2477492"/>
                  </a:lnTo>
                  <a:lnTo>
                    <a:pt x="3996001" y="2477492"/>
                  </a:lnTo>
                  <a:lnTo>
                    <a:pt x="3996438" y="2477492"/>
                  </a:lnTo>
                  <a:lnTo>
                    <a:pt x="3996583" y="2477492"/>
                  </a:lnTo>
                  <a:lnTo>
                    <a:pt x="3996728" y="2477492"/>
                  </a:lnTo>
                  <a:lnTo>
                    <a:pt x="3997019" y="2477492"/>
                  </a:lnTo>
                  <a:lnTo>
                    <a:pt x="3997601" y="2477492"/>
                  </a:lnTo>
                  <a:lnTo>
                    <a:pt x="3997892" y="2477492"/>
                  </a:lnTo>
                  <a:lnTo>
                    <a:pt x="3997892" y="2476868"/>
                  </a:lnTo>
                  <a:lnTo>
                    <a:pt x="3998183" y="2476868"/>
                  </a:lnTo>
                  <a:lnTo>
                    <a:pt x="3998328" y="2476868"/>
                  </a:lnTo>
                  <a:lnTo>
                    <a:pt x="3998910" y="2476245"/>
                  </a:lnTo>
                  <a:lnTo>
                    <a:pt x="3999346" y="2476245"/>
                  </a:lnTo>
                  <a:lnTo>
                    <a:pt x="3999491" y="2475621"/>
                  </a:lnTo>
                  <a:lnTo>
                    <a:pt x="3999782" y="2474998"/>
                  </a:lnTo>
                  <a:lnTo>
                    <a:pt x="4000364" y="2474998"/>
                  </a:lnTo>
                  <a:lnTo>
                    <a:pt x="4000655" y="2473127"/>
                  </a:lnTo>
                  <a:lnTo>
                    <a:pt x="4000946" y="2473127"/>
                  </a:lnTo>
                  <a:lnTo>
                    <a:pt x="4001964" y="2470633"/>
                  </a:lnTo>
                  <a:lnTo>
                    <a:pt x="4002109" y="2470633"/>
                  </a:lnTo>
                  <a:lnTo>
                    <a:pt x="4002545" y="2470633"/>
                  </a:lnTo>
                  <a:lnTo>
                    <a:pt x="4003273" y="2470633"/>
                  </a:lnTo>
                  <a:lnTo>
                    <a:pt x="4003563" y="2470633"/>
                  </a:lnTo>
                  <a:lnTo>
                    <a:pt x="4003709" y="2470633"/>
                  </a:lnTo>
                  <a:lnTo>
                    <a:pt x="4003854" y="2470009"/>
                  </a:lnTo>
                  <a:lnTo>
                    <a:pt x="4004000" y="2470009"/>
                  </a:lnTo>
                  <a:lnTo>
                    <a:pt x="4004145" y="2469385"/>
                  </a:lnTo>
                  <a:lnTo>
                    <a:pt x="4004581" y="2469385"/>
                  </a:lnTo>
                  <a:lnTo>
                    <a:pt x="4004872" y="2469385"/>
                  </a:lnTo>
                  <a:lnTo>
                    <a:pt x="4005018" y="2469385"/>
                  </a:lnTo>
                  <a:lnTo>
                    <a:pt x="4005454" y="2469385"/>
                  </a:lnTo>
                  <a:lnTo>
                    <a:pt x="4005599" y="2468762"/>
                  </a:lnTo>
                  <a:lnTo>
                    <a:pt x="4006036" y="2468762"/>
                  </a:lnTo>
                  <a:lnTo>
                    <a:pt x="4006472" y="2468762"/>
                  </a:lnTo>
                  <a:lnTo>
                    <a:pt x="4006908" y="2468762"/>
                  </a:lnTo>
                  <a:lnTo>
                    <a:pt x="4007490" y="2468762"/>
                  </a:lnTo>
                  <a:lnTo>
                    <a:pt x="4007635" y="2468762"/>
                  </a:lnTo>
                  <a:lnTo>
                    <a:pt x="4007926" y="2468762"/>
                  </a:lnTo>
                  <a:lnTo>
                    <a:pt x="4008362" y="2468138"/>
                  </a:lnTo>
                  <a:lnTo>
                    <a:pt x="4008653" y="2468138"/>
                  </a:lnTo>
                  <a:lnTo>
                    <a:pt x="4008944" y="2468138"/>
                  </a:lnTo>
                  <a:lnTo>
                    <a:pt x="4009380" y="2468138"/>
                  </a:lnTo>
                  <a:lnTo>
                    <a:pt x="4010108" y="2466891"/>
                  </a:lnTo>
                  <a:lnTo>
                    <a:pt x="4010398" y="2466891"/>
                  </a:lnTo>
                  <a:lnTo>
                    <a:pt x="4010544" y="2466891"/>
                  </a:lnTo>
                  <a:lnTo>
                    <a:pt x="4010689" y="2466891"/>
                  </a:lnTo>
                  <a:lnTo>
                    <a:pt x="4010980" y="2465644"/>
                  </a:lnTo>
                  <a:lnTo>
                    <a:pt x="4011125" y="2465644"/>
                  </a:lnTo>
                  <a:lnTo>
                    <a:pt x="4011416" y="2465644"/>
                  </a:lnTo>
                  <a:lnTo>
                    <a:pt x="4011562" y="2465644"/>
                  </a:lnTo>
                  <a:lnTo>
                    <a:pt x="4012434" y="2465644"/>
                  </a:lnTo>
                  <a:lnTo>
                    <a:pt x="4012580" y="2465020"/>
                  </a:lnTo>
                  <a:lnTo>
                    <a:pt x="4012725" y="2464397"/>
                  </a:lnTo>
                  <a:lnTo>
                    <a:pt x="4013016" y="2463773"/>
                  </a:lnTo>
                  <a:lnTo>
                    <a:pt x="4013307" y="2463150"/>
                  </a:lnTo>
                  <a:lnTo>
                    <a:pt x="4013452" y="2463150"/>
                  </a:lnTo>
                  <a:lnTo>
                    <a:pt x="4013889" y="2463150"/>
                  </a:lnTo>
                  <a:lnTo>
                    <a:pt x="4014034" y="2463150"/>
                  </a:lnTo>
                  <a:lnTo>
                    <a:pt x="4014034" y="2462526"/>
                  </a:lnTo>
                  <a:lnTo>
                    <a:pt x="4014179" y="2462526"/>
                  </a:lnTo>
                  <a:lnTo>
                    <a:pt x="4014470" y="2462526"/>
                  </a:lnTo>
                  <a:lnTo>
                    <a:pt x="4014616" y="2462526"/>
                  </a:lnTo>
                  <a:lnTo>
                    <a:pt x="4014761" y="2462526"/>
                  </a:lnTo>
                  <a:lnTo>
                    <a:pt x="4015343" y="2461902"/>
                  </a:lnTo>
                  <a:lnTo>
                    <a:pt x="4015488" y="2461902"/>
                  </a:lnTo>
                  <a:lnTo>
                    <a:pt x="4015488" y="2461279"/>
                  </a:lnTo>
                  <a:lnTo>
                    <a:pt x="4016215" y="2461279"/>
                  </a:lnTo>
                  <a:lnTo>
                    <a:pt x="4017379" y="2461279"/>
                  </a:lnTo>
                  <a:lnTo>
                    <a:pt x="4017815" y="2461279"/>
                  </a:lnTo>
                  <a:lnTo>
                    <a:pt x="4018251" y="2461279"/>
                  </a:lnTo>
                  <a:lnTo>
                    <a:pt x="4018688" y="2461279"/>
                  </a:lnTo>
                  <a:lnTo>
                    <a:pt x="4018978" y="2460655"/>
                  </a:lnTo>
                  <a:lnTo>
                    <a:pt x="4019851" y="2460032"/>
                  </a:lnTo>
                  <a:lnTo>
                    <a:pt x="4019996" y="2460032"/>
                  </a:lnTo>
                  <a:lnTo>
                    <a:pt x="4020142" y="2460032"/>
                  </a:lnTo>
                  <a:lnTo>
                    <a:pt x="4020433" y="2460032"/>
                  </a:lnTo>
                  <a:lnTo>
                    <a:pt x="4020578" y="2460032"/>
                  </a:lnTo>
                  <a:lnTo>
                    <a:pt x="4020869" y="2460032"/>
                  </a:lnTo>
                  <a:lnTo>
                    <a:pt x="4021014" y="2460032"/>
                  </a:lnTo>
                  <a:lnTo>
                    <a:pt x="4021160" y="2460032"/>
                  </a:lnTo>
                  <a:lnTo>
                    <a:pt x="4021451" y="2459408"/>
                  </a:lnTo>
                  <a:lnTo>
                    <a:pt x="4021887" y="2458785"/>
                  </a:lnTo>
                  <a:lnTo>
                    <a:pt x="4022178" y="2458161"/>
                  </a:lnTo>
                  <a:lnTo>
                    <a:pt x="4022905" y="2458161"/>
                  </a:lnTo>
                  <a:lnTo>
                    <a:pt x="4023196" y="2457537"/>
                  </a:lnTo>
                  <a:lnTo>
                    <a:pt x="4023632" y="2456914"/>
                  </a:lnTo>
                  <a:lnTo>
                    <a:pt x="4023923" y="2456914"/>
                  </a:lnTo>
                  <a:lnTo>
                    <a:pt x="4024068" y="2456914"/>
                  </a:lnTo>
                  <a:lnTo>
                    <a:pt x="4024214" y="2456914"/>
                  </a:lnTo>
                  <a:lnTo>
                    <a:pt x="4024795" y="2456914"/>
                  </a:lnTo>
                  <a:lnTo>
                    <a:pt x="4025377" y="2456914"/>
                  </a:lnTo>
                  <a:lnTo>
                    <a:pt x="4025523" y="2456290"/>
                  </a:lnTo>
                  <a:lnTo>
                    <a:pt x="4025668" y="2456290"/>
                  </a:lnTo>
                  <a:lnTo>
                    <a:pt x="4025959" y="2456290"/>
                  </a:lnTo>
                  <a:lnTo>
                    <a:pt x="4026104" y="2456290"/>
                  </a:lnTo>
                  <a:lnTo>
                    <a:pt x="4027559" y="2456290"/>
                  </a:lnTo>
                  <a:lnTo>
                    <a:pt x="4027704" y="2456290"/>
                  </a:lnTo>
                  <a:lnTo>
                    <a:pt x="4027849" y="2456290"/>
                  </a:lnTo>
                  <a:lnTo>
                    <a:pt x="4028140" y="2455667"/>
                  </a:lnTo>
                  <a:lnTo>
                    <a:pt x="4028286" y="2455667"/>
                  </a:lnTo>
                  <a:lnTo>
                    <a:pt x="4028722" y="2455043"/>
                  </a:lnTo>
                  <a:lnTo>
                    <a:pt x="4029595" y="2455043"/>
                  </a:lnTo>
                  <a:lnTo>
                    <a:pt x="4030031" y="2455043"/>
                  </a:lnTo>
                  <a:lnTo>
                    <a:pt x="4030467" y="2455043"/>
                  </a:lnTo>
                  <a:lnTo>
                    <a:pt x="4030467" y="2454420"/>
                  </a:lnTo>
                  <a:lnTo>
                    <a:pt x="4031485" y="2454420"/>
                  </a:lnTo>
                  <a:lnTo>
                    <a:pt x="4031630" y="2454420"/>
                  </a:lnTo>
                  <a:lnTo>
                    <a:pt x="4032212" y="2453172"/>
                  </a:lnTo>
                  <a:lnTo>
                    <a:pt x="4032648" y="2453172"/>
                  </a:lnTo>
                  <a:lnTo>
                    <a:pt x="4032794" y="2453172"/>
                  </a:lnTo>
                  <a:lnTo>
                    <a:pt x="4032939" y="2453172"/>
                  </a:lnTo>
                  <a:lnTo>
                    <a:pt x="4033230" y="2453172"/>
                  </a:lnTo>
                  <a:lnTo>
                    <a:pt x="4033376" y="2453172"/>
                  </a:lnTo>
                  <a:lnTo>
                    <a:pt x="4033521" y="2453172"/>
                  </a:lnTo>
                  <a:lnTo>
                    <a:pt x="4033666" y="2451925"/>
                  </a:lnTo>
                  <a:lnTo>
                    <a:pt x="4033812" y="2451925"/>
                  </a:lnTo>
                  <a:lnTo>
                    <a:pt x="4034103" y="2451302"/>
                  </a:lnTo>
                  <a:lnTo>
                    <a:pt x="4034248" y="2451302"/>
                  </a:lnTo>
                  <a:lnTo>
                    <a:pt x="4034830" y="2451302"/>
                  </a:lnTo>
                  <a:lnTo>
                    <a:pt x="4035266" y="2451302"/>
                  </a:lnTo>
                  <a:lnTo>
                    <a:pt x="4035702" y="2450678"/>
                  </a:lnTo>
                  <a:lnTo>
                    <a:pt x="4035848" y="2450054"/>
                  </a:lnTo>
                  <a:lnTo>
                    <a:pt x="4036866" y="2449431"/>
                  </a:lnTo>
                  <a:lnTo>
                    <a:pt x="4037011" y="2448807"/>
                  </a:lnTo>
                  <a:lnTo>
                    <a:pt x="4037448" y="2448184"/>
                  </a:lnTo>
                  <a:lnTo>
                    <a:pt x="4037738" y="2448184"/>
                  </a:lnTo>
                  <a:lnTo>
                    <a:pt x="4038029" y="2448184"/>
                  </a:lnTo>
                  <a:lnTo>
                    <a:pt x="4038175" y="2448184"/>
                  </a:lnTo>
                  <a:lnTo>
                    <a:pt x="4038465" y="2448184"/>
                  </a:lnTo>
                  <a:lnTo>
                    <a:pt x="4038611" y="2448184"/>
                  </a:lnTo>
                  <a:lnTo>
                    <a:pt x="4038756" y="2448184"/>
                  </a:lnTo>
                  <a:lnTo>
                    <a:pt x="4039047" y="2448184"/>
                  </a:lnTo>
                  <a:lnTo>
                    <a:pt x="4039338" y="2448184"/>
                  </a:lnTo>
                  <a:lnTo>
                    <a:pt x="4039774" y="2447560"/>
                  </a:lnTo>
                  <a:lnTo>
                    <a:pt x="4039920" y="2447560"/>
                  </a:lnTo>
                  <a:lnTo>
                    <a:pt x="4040356" y="2447560"/>
                  </a:lnTo>
                  <a:lnTo>
                    <a:pt x="4040501" y="2447560"/>
                  </a:lnTo>
                  <a:lnTo>
                    <a:pt x="4040647" y="2447560"/>
                  </a:lnTo>
                  <a:lnTo>
                    <a:pt x="4041229" y="2447560"/>
                  </a:lnTo>
                  <a:lnTo>
                    <a:pt x="4041374" y="2447560"/>
                  </a:lnTo>
                  <a:lnTo>
                    <a:pt x="4041519" y="2447560"/>
                  </a:lnTo>
                  <a:lnTo>
                    <a:pt x="4041665" y="2447560"/>
                  </a:lnTo>
                  <a:lnTo>
                    <a:pt x="4041956" y="2447560"/>
                  </a:lnTo>
                  <a:lnTo>
                    <a:pt x="4041956" y="2446937"/>
                  </a:lnTo>
                  <a:lnTo>
                    <a:pt x="4043701" y="2443195"/>
                  </a:lnTo>
                  <a:lnTo>
                    <a:pt x="4043846" y="2443195"/>
                  </a:lnTo>
                  <a:lnTo>
                    <a:pt x="4043992" y="2443195"/>
                  </a:lnTo>
                  <a:lnTo>
                    <a:pt x="4044719" y="2443195"/>
                  </a:lnTo>
                  <a:lnTo>
                    <a:pt x="4044864" y="2443195"/>
                  </a:lnTo>
                  <a:lnTo>
                    <a:pt x="4045010" y="2443195"/>
                  </a:lnTo>
                  <a:lnTo>
                    <a:pt x="4045446" y="2443195"/>
                  </a:lnTo>
                  <a:lnTo>
                    <a:pt x="4045591" y="2443195"/>
                  </a:lnTo>
                  <a:lnTo>
                    <a:pt x="4045737" y="2443195"/>
                  </a:lnTo>
                  <a:lnTo>
                    <a:pt x="4045882" y="2442571"/>
                  </a:lnTo>
                  <a:lnTo>
                    <a:pt x="4046028" y="2441948"/>
                  </a:lnTo>
                  <a:lnTo>
                    <a:pt x="4046318" y="2441324"/>
                  </a:lnTo>
                  <a:lnTo>
                    <a:pt x="4046609" y="2441324"/>
                  </a:lnTo>
                  <a:lnTo>
                    <a:pt x="4046755" y="2441324"/>
                  </a:lnTo>
                  <a:lnTo>
                    <a:pt x="4047918" y="2440077"/>
                  </a:lnTo>
                  <a:lnTo>
                    <a:pt x="4048064" y="2440077"/>
                  </a:lnTo>
                  <a:lnTo>
                    <a:pt x="4048354" y="2440077"/>
                  </a:lnTo>
                  <a:lnTo>
                    <a:pt x="4049372" y="2438206"/>
                  </a:lnTo>
                  <a:lnTo>
                    <a:pt x="4049809" y="2437583"/>
                  </a:lnTo>
                  <a:lnTo>
                    <a:pt x="4049809" y="2436959"/>
                  </a:lnTo>
                  <a:lnTo>
                    <a:pt x="4050245" y="2436959"/>
                  </a:lnTo>
                  <a:lnTo>
                    <a:pt x="4050390" y="2436336"/>
                  </a:lnTo>
                  <a:lnTo>
                    <a:pt x="4050827" y="2435088"/>
                  </a:lnTo>
                  <a:lnTo>
                    <a:pt x="4050827" y="2433841"/>
                  </a:lnTo>
                  <a:lnTo>
                    <a:pt x="4051263" y="2433841"/>
                  </a:lnTo>
                  <a:lnTo>
                    <a:pt x="4051408" y="2433841"/>
                  </a:lnTo>
                  <a:lnTo>
                    <a:pt x="4051408" y="2433218"/>
                  </a:lnTo>
                  <a:lnTo>
                    <a:pt x="4051845" y="2433218"/>
                  </a:lnTo>
                  <a:lnTo>
                    <a:pt x="4051990" y="2433218"/>
                  </a:lnTo>
                  <a:lnTo>
                    <a:pt x="4052426" y="2432594"/>
                  </a:lnTo>
                  <a:lnTo>
                    <a:pt x="4052863" y="2432594"/>
                  </a:lnTo>
                  <a:lnTo>
                    <a:pt x="4053008" y="2432594"/>
                  </a:lnTo>
                  <a:lnTo>
                    <a:pt x="4053008" y="2431971"/>
                  </a:lnTo>
                  <a:lnTo>
                    <a:pt x="4053153" y="2431971"/>
                  </a:lnTo>
                  <a:lnTo>
                    <a:pt x="4053299" y="2431971"/>
                  </a:lnTo>
                  <a:lnTo>
                    <a:pt x="4053881" y="2431971"/>
                  </a:lnTo>
                  <a:lnTo>
                    <a:pt x="4054171" y="2431971"/>
                  </a:lnTo>
                  <a:lnTo>
                    <a:pt x="4055044" y="2430100"/>
                  </a:lnTo>
                  <a:lnTo>
                    <a:pt x="4055335" y="2429476"/>
                  </a:lnTo>
                  <a:lnTo>
                    <a:pt x="4055771" y="2429476"/>
                  </a:lnTo>
                  <a:lnTo>
                    <a:pt x="4055917" y="2428853"/>
                  </a:lnTo>
                  <a:lnTo>
                    <a:pt x="4056644" y="2428853"/>
                  </a:lnTo>
                  <a:lnTo>
                    <a:pt x="4056789" y="2428853"/>
                  </a:lnTo>
                  <a:lnTo>
                    <a:pt x="4057225" y="2428229"/>
                  </a:lnTo>
                  <a:lnTo>
                    <a:pt x="4057371" y="2428229"/>
                  </a:lnTo>
                  <a:lnTo>
                    <a:pt x="4057516" y="2428229"/>
                  </a:lnTo>
                  <a:lnTo>
                    <a:pt x="4057662" y="2428229"/>
                  </a:lnTo>
                  <a:lnTo>
                    <a:pt x="4058098" y="2428229"/>
                  </a:lnTo>
                  <a:lnTo>
                    <a:pt x="4058243" y="2428229"/>
                  </a:lnTo>
                  <a:lnTo>
                    <a:pt x="4058534" y="2428229"/>
                  </a:lnTo>
                  <a:lnTo>
                    <a:pt x="4058825" y="2428229"/>
                  </a:lnTo>
                  <a:lnTo>
                    <a:pt x="4059698" y="2426982"/>
                  </a:lnTo>
                  <a:lnTo>
                    <a:pt x="4059843" y="2426982"/>
                  </a:lnTo>
                  <a:lnTo>
                    <a:pt x="4060134" y="2426982"/>
                  </a:lnTo>
                  <a:lnTo>
                    <a:pt x="4060279" y="2426982"/>
                  </a:lnTo>
                  <a:lnTo>
                    <a:pt x="4061443" y="2426358"/>
                  </a:lnTo>
                  <a:lnTo>
                    <a:pt x="4061443" y="2425735"/>
                  </a:lnTo>
                  <a:lnTo>
                    <a:pt x="4062315" y="2425735"/>
                  </a:lnTo>
                  <a:lnTo>
                    <a:pt x="4062752" y="2425735"/>
                  </a:lnTo>
                  <a:lnTo>
                    <a:pt x="4063042" y="2425735"/>
                  </a:lnTo>
                  <a:lnTo>
                    <a:pt x="4063770" y="2425735"/>
                  </a:lnTo>
                  <a:lnTo>
                    <a:pt x="4064060" y="2424488"/>
                  </a:lnTo>
                  <a:lnTo>
                    <a:pt x="4064351" y="2424488"/>
                  </a:lnTo>
                  <a:lnTo>
                    <a:pt x="4064497" y="2424488"/>
                  </a:lnTo>
                  <a:lnTo>
                    <a:pt x="4065078" y="2424488"/>
                  </a:lnTo>
                  <a:lnTo>
                    <a:pt x="4065224" y="2423240"/>
                  </a:lnTo>
                  <a:lnTo>
                    <a:pt x="4065224" y="2421993"/>
                  </a:lnTo>
                  <a:lnTo>
                    <a:pt x="4065951" y="2421370"/>
                  </a:lnTo>
                  <a:lnTo>
                    <a:pt x="4066096" y="2421370"/>
                  </a:lnTo>
                  <a:lnTo>
                    <a:pt x="4066387" y="2421370"/>
                  </a:lnTo>
                  <a:lnTo>
                    <a:pt x="4066387" y="2420122"/>
                  </a:lnTo>
                  <a:lnTo>
                    <a:pt x="4067114" y="2420122"/>
                  </a:lnTo>
                  <a:lnTo>
                    <a:pt x="4067260" y="2420122"/>
                  </a:lnTo>
                  <a:lnTo>
                    <a:pt x="4067405" y="2420122"/>
                  </a:lnTo>
                  <a:lnTo>
                    <a:pt x="4067841" y="2420122"/>
                  </a:lnTo>
                  <a:lnTo>
                    <a:pt x="4068423" y="2420122"/>
                  </a:lnTo>
                  <a:lnTo>
                    <a:pt x="4068569" y="2420122"/>
                  </a:lnTo>
                  <a:lnTo>
                    <a:pt x="4068714" y="2420122"/>
                  </a:lnTo>
                  <a:lnTo>
                    <a:pt x="4068859" y="2420122"/>
                  </a:lnTo>
                  <a:lnTo>
                    <a:pt x="4069150" y="2419499"/>
                  </a:lnTo>
                  <a:lnTo>
                    <a:pt x="4069296" y="2419499"/>
                  </a:lnTo>
                  <a:lnTo>
                    <a:pt x="4070023" y="2419499"/>
                  </a:lnTo>
                  <a:lnTo>
                    <a:pt x="4070314" y="2419499"/>
                  </a:lnTo>
                  <a:lnTo>
                    <a:pt x="4070459" y="2419499"/>
                  </a:lnTo>
                  <a:lnTo>
                    <a:pt x="4070605" y="2419499"/>
                  </a:lnTo>
                  <a:lnTo>
                    <a:pt x="4071041" y="2418875"/>
                  </a:lnTo>
                  <a:lnTo>
                    <a:pt x="4071186" y="2418875"/>
                  </a:lnTo>
                  <a:lnTo>
                    <a:pt x="4071332" y="2418875"/>
                  </a:lnTo>
                  <a:lnTo>
                    <a:pt x="4071768" y="2418252"/>
                  </a:lnTo>
                  <a:lnTo>
                    <a:pt x="4072640" y="2418252"/>
                  </a:lnTo>
                  <a:lnTo>
                    <a:pt x="4074240" y="2418252"/>
                  </a:lnTo>
                  <a:lnTo>
                    <a:pt x="4074240" y="2417628"/>
                  </a:lnTo>
                  <a:lnTo>
                    <a:pt x="4074386" y="2417628"/>
                  </a:lnTo>
                  <a:lnTo>
                    <a:pt x="4074386" y="2417005"/>
                  </a:lnTo>
                  <a:lnTo>
                    <a:pt x="4074531" y="2417005"/>
                  </a:lnTo>
                  <a:lnTo>
                    <a:pt x="4074822" y="2417005"/>
                  </a:lnTo>
                  <a:lnTo>
                    <a:pt x="4074967" y="2417005"/>
                  </a:lnTo>
                  <a:lnTo>
                    <a:pt x="4075113" y="2417005"/>
                  </a:lnTo>
                  <a:lnTo>
                    <a:pt x="4075258" y="2417005"/>
                  </a:lnTo>
                  <a:lnTo>
                    <a:pt x="4075404" y="2417005"/>
                  </a:lnTo>
                  <a:lnTo>
                    <a:pt x="4075549" y="2417005"/>
                  </a:lnTo>
                  <a:lnTo>
                    <a:pt x="4075694" y="2417005"/>
                  </a:lnTo>
                  <a:lnTo>
                    <a:pt x="4076131" y="2417005"/>
                  </a:lnTo>
                  <a:lnTo>
                    <a:pt x="4076276" y="2417005"/>
                  </a:lnTo>
                  <a:lnTo>
                    <a:pt x="4078603" y="2413263"/>
                  </a:lnTo>
                  <a:lnTo>
                    <a:pt x="4078748" y="2413263"/>
                  </a:lnTo>
                  <a:lnTo>
                    <a:pt x="4078894" y="2413263"/>
                  </a:lnTo>
                  <a:lnTo>
                    <a:pt x="4079185" y="2412639"/>
                  </a:lnTo>
                  <a:lnTo>
                    <a:pt x="4079475" y="2412639"/>
                  </a:lnTo>
                  <a:lnTo>
                    <a:pt x="4079621" y="2412639"/>
                  </a:lnTo>
                  <a:lnTo>
                    <a:pt x="4079766" y="2412016"/>
                  </a:lnTo>
                  <a:lnTo>
                    <a:pt x="4079912" y="2412016"/>
                  </a:lnTo>
                  <a:lnTo>
                    <a:pt x="4080057" y="2412016"/>
                  </a:lnTo>
                  <a:lnTo>
                    <a:pt x="4080493" y="2412016"/>
                  </a:lnTo>
                  <a:lnTo>
                    <a:pt x="4080639" y="2412016"/>
                  </a:lnTo>
                  <a:lnTo>
                    <a:pt x="4080930" y="2411392"/>
                  </a:lnTo>
                  <a:lnTo>
                    <a:pt x="4081366" y="2410145"/>
                  </a:lnTo>
                  <a:lnTo>
                    <a:pt x="4081511" y="2410145"/>
                  </a:lnTo>
                  <a:lnTo>
                    <a:pt x="4081657" y="2410145"/>
                  </a:lnTo>
                  <a:lnTo>
                    <a:pt x="4081948" y="2409522"/>
                  </a:lnTo>
                  <a:lnTo>
                    <a:pt x="4082239" y="2409522"/>
                  </a:lnTo>
                  <a:lnTo>
                    <a:pt x="4082529" y="2409522"/>
                  </a:lnTo>
                  <a:lnTo>
                    <a:pt x="4082966" y="2409522"/>
                  </a:lnTo>
                  <a:lnTo>
                    <a:pt x="4083111" y="2409522"/>
                  </a:lnTo>
                  <a:lnTo>
                    <a:pt x="4083402" y="2409522"/>
                  </a:lnTo>
                  <a:lnTo>
                    <a:pt x="4083547" y="2409522"/>
                  </a:lnTo>
                  <a:lnTo>
                    <a:pt x="4084129" y="2409522"/>
                  </a:lnTo>
                  <a:lnTo>
                    <a:pt x="4084420" y="2409522"/>
                  </a:lnTo>
                  <a:lnTo>
                    <a:pt x="4085002" y="2408274"/>
                  </a:lnTo>
                  <a:lnTo>
                    <a:pt x="4085002" y="2407651"/>
                  </a:lnTo>
                  <a:lnTo>
                    <a:pt x="4085292" y="2407651"/>
                  </a:lnTo>
                  <a:lnTo>
                    <a:pt x="4085438" y="2407651"/>
                  </a:lnTo>
                  <a:lnTo>
                    <a:pt x="4085874" y="2407651"/>
                  </a:lnTo>
                  <a:lnTo>
                    <a:pt x="4086020" y="2407651"/>
                  </a:lnTo>
                  <a:lnTo>
                    <a:pt x="4086310" y="2407651"/>
                  </a:lnTo>
                  <a:lnTo>
                    <a:pt x="4086456" y="2407027"/>
                  </a:lnTo>
                  <a:lnTo>
                    <a:pt x="4087183" y="2407027"/>
                  </a:lnTo>
                  <a:lnTo>
                    <a:pt x="4087328" y="2407027"/>
                  </a:lnTo>
                  <a:lnTo>
                    <a:pt x="4088056" y="2405780"/>
                  </a:lnTo>
                  <a:lnTo>
                    <a:pt x="4089074" y="2405157"/>
                  </a:lnTo>
                  <a:lnTo>
                    <a:pt x="4090092" y="2404533"/>
                  </a:lnTo>
                  <a:lnTo>
                    <a:pt x="4090237" y="2404533"/>
                  </a:lnTo>
                  <a:lnTo>
                    <a:pt x="4090382" y="2403909"/>
                  </a:lnTo>
                  <a:lnTo>
                    <a:pt x="4090528" y="2403909"/>
                  </a:lnTo>
                  <a:lnTo>
                    <a:pt x="4090819" y="2403909"/>
                  </a:lnTo>
                  <a:lnTo>
                    <a:pt x="4090964" y="2403909"/>
                  </a:lnTo>
                  <a:lnTo>
                    <a:pt x="4091255" y="2403909"/>
                  </a:lnTo>
                  <a:lnTo>
                    <a:pt x="4092564" y="2399544"/>
                  </a:lnTo>
                  <a:lnTo>
                    <a:pt x="4092709" y="2398921"/>
                  </a:lnTo>
                  <a:lnTo>
                    <a:pt x="4092855" y="2398921"/>
                  </a:lnTo>
                  <a:lnTo>
                    <a:pt x="4093000" y="2398297"/>
                  </a:lnTo>
                  <a:lnTo>
                    <a:pt x="4093145" y="2398297"/>
                  </a:lnTo>
                  <a:lnTo>
                    <a:pt x="4093291" y="2398297"/>
                  </a:lnTo>
                  <a:lnTo>
                    <a:pt x="4093436" y="2398297"/>
                  </a:lnTo>
                  <a:lnTo>
                    <a:pt x="4093873" y="2398297"/>
                  </a:lnTo>
                  <a:lnTo>
                    <a:pt x="4094163" y="2398297"/>
                  </a:lnTo>
                  <a:lnTo>
                    <a:pt x="4094309" y="2398297"/>
                  </a:lnTo>
                  <a:lnTo>
                    <a:pt x="4094309" y="2397674"/>
                  </a:lnTo>
                  <a:lnTo>
                    <a:pt x="4094454" y="2397050"/>
                  </a:lnTo>
                  <a:lnTo>
                    <a:pt x="4095181" y="2397050"/>
                  </a:lnTo>
                  <a:lnTo>
                    <a:pt x="4095472" y="2397050"/>
                  </a:lnTo>
                  <a:lnTo>
                    <a:pt x="4095763" y="2397050"/>
                  </a:lnTo>
                  <a:lnTo>
                    <a:pt x="4095909" y="2397050"/>
                  </a:lnTo>
                  <a:lnTo>
                    <a:pt x="4096199" y="2397050"/>
                  </a:lnTo>
                  <a:lnTo>
                    <a:pt x="4096781" y="2396426"/>
                  </a:lnTo>
                  <a:lnTo>
                    <a:pt x="4096927" y="2396426"/>
                  </a:lnTo>
                  <a:lnTo>
                    <a:pt x="4097072" y="2396426"/>
                  </a:lnTo>
                  <a:lnTo>
                    <a:pt x="4097217" y="2395803"/>
                  </a:lnTo>
                  <a:lnTo>
                    <a:pt x="4097508" y="2394556"/>
                  </a:lnTo>
                  <a:lnTo>
                    <a:pt x="4097654" y="2393932"/>
                  </a:lnTo>
                  <a:lnTo>
                    <a:pt x="4097945" y="2393308"/>
                  </a:lnTo>
                  <a:lnTo>
                    <a:pt x="4098817" y="2392685"/>
                  </a:lnTo>
                  <a:lnTo>
                    <a:pt x="4099253" y="2392061"/>
                  </a:lnTo>
                  <a:lnTo>
                    <a:pt x="4099399" y="2392061"/>
                  </a:lnTo>
                  <a:lnTo>
                    <a:pt x="4099690" y="2392061"/>
                  </a:lnTo>
                  <a:lnTo>
                    <a:pt x="4099980" y="2391438"/>
                  </a:lnTo>
                  <a:lnTo>
                    <a:pt x="4100417" y="2391438"/>
                  </a:lnTo>
                  <a:lnTo>
                    <a:pt x="4100853" y="2391438"/>
                  </a:lnTo>
                  <a:lnTo>
                    <a:pt x="4100998" y="2391438"/>
                  </a:lnTo>
                  <a:lnTo>
                    <a:pt x="4101144" y="2391438"/>
                  </a:lnTo>
                  <a:lnTo>
                    <a:pt x="4101289" y="2391438"/>
                  </a:lnTo>
                  <a:lnTo>
                    <a:pt x="4102307" y="2390814"/>
                  </a:lnTo>
                  <a:lnTo>
                    <a:pt x="4102307" y="2390191"/>
                  </a:lnTo>
                  <a:lnTo>
                    <a:pt x="4102453" y="2389567"/>
                  </a:lnTo>
                  <a:lnTo>
                    <a:pt x="4102598" y="2389567"/>
                  </a:lnTo>
                  <a:lnTo>
                    <a:pt x="4103325" y="2388320"/>
                  </a:lnTo>
                  <a:lnTo>
                    <a:pt x="4103616" y="2387696"/>
                  </a:lnTo>
                  <a:lnTo>
                    <a:pt x="4103907" y="2387696"/>
                  </a:lnTo>
                  <a:lnTo>
                    <a:pt x="4104198" y="2387696"/>
                  </a:lnTo>
                  <a:lnTo>
                    <a:pt x="4104489" y="2387073"/>
                  </a:lnTo>
                  <a:lnTo>
                    <a:pt x="4104634" y="2387073"/>
                  </a:lnTo>
                  <a:lnTo>
                    <a:pt x="4104780" y="2386449"/>
                  </a:lnTo>
                  <a:lnTo>
                    <a:pt x="4105070" y="2386449"/>
                  </a:lnTo>
                  <a:lnTo>
                    <a:pt x="4105216" y="2385825"/>
                  </a:lnTo>
                  <a:lnTo>
                    <a:pt x="4105652" y="2385202"/>
                  </a:lnTo>
                  <a:lnTo>
                    <a:pt x="4105797" y="2385202"/>
                  </a:lnTo>
                  <a:lnTo>
                    <a:pt x="4105943" y="2385202"/>
                  </a:lnTo>
                  <a:lnTo>
                    <a:pt x="4106088" y="2385202"/>
                  </a:lnTo>
                  <a:lnTo>
                    <a:pt x="4106234" y="2385202"/>
                  </a:lnTo>
                  <a:lnTo>
                    <a:pt x="4107688" y="2383955"/>
                  </a:lnTo>
                  <a:lnTo>
                    <a:pt x="4107833" y="2383955"/>
                  </a:lnTo>
                  <a:lnTo>
                    <a:pt x="4108270" y="2383955"/>
                  </a:lnTo>
                  <a:lnTo>
                    <a:pt x="4108415" y="2383955"/>
                  </a:lnTo>
                  <a:lnTo>
                    <a:pt x="4108561" y="2383955"/>
                  </a:lnTo>
                  <a:lnTo>
                    <a:pt x="4108851" y="2383955"/>
                  </a:lnTo>
                  <a:lnTo>
                    <a:pt x="4108997" y="2383955"/>
                  </a:lnTo>
                  <a:lnTo>
                    <a:pt x="4109869" y="2383955"/>
                  </a:lnTo>
                  <a:lnTo>
                    <a:pt x="4109869" y="2383331"/>
                  </a:lnTo>
                  <a:lnTo>
                    <a:pt x="4110160" y="2383331"/>
                  </a:lnTo>
                  <a:lnTo>
                    <a:pt x="4110451" y="2382084"/>
                  </a:lnTo>
                  <a:lnTo>
                    <a:pt x="4110742" y="2382084"/>
                  </a:lnTo>
                  <a:lnTo>
                    <a:pt x="4111178" y="2382084"/>
                  </a:lnTo>
                  <a:lnTo>
                    <a:pt x="4111469" y="2381460"/>
                  </a:lnTo>
                  <a:lnTo>
                    <a:pt x="4111615" y="2381460"/>
                  </a:lnTo>
                  <a:lnTo>
                    <a:pt x="4111905" y="2381460"/>
                  </a:lnTo>
                  <a:lnTo>
                    <a:pt x="4112051" y="2380837"/>
                  </a:lnTo>
                  <a:lnTo>
                    <a:pt x="4112051" y="2380213"/>
                  </a:lnTo>
                  <a:lnTo>
                    <a:pt x="4112342" y="2379590"/>
                  </a:lnTo>
                  <a:lnTo>
                    <a:pt x="4112923" y="2378966"/>
                  </a:lnTo>
                  <a:lnTo>
                    <a:pt x="4113069" y="2378966"/>
                  </a:lnTo>
                  <a:lnTo>
                    <a:pt x="4113650" y="2378966"/>
                  </a:lnTo>
                  <a:lnTo>
                    <a:pt x="4114378" y="2377719"/>
                  </a:lnTo>
                  <a:lnTo>
                    <a:pt x="4114814" y="2377719"/>
                  </a:lnTo>
                  <a:lnTo>
                    <a:pt x="4114959" y="2377719"/>
                  </a:lnTo>
                  <a:lnTo>
                    <a:pt x="4115541" y="2377719"/>
                  </a:lnTo>
                  <a:lnTo>
                    <a:pt x="4115832" y="2377719"/>
                  </a:lnTo>
                  <a:lnTo>
                    <a:pt x="4116123" y="2377719"/>
                  </a:lnTo>
                  <a:lnTo>
                    <a:pt x="4117286" y="2375848"/>
                  </a:lnTo>
                  <a:lnTo>
                    <a:pt x="4117577" y="2375848"/>
                  </a:lnTo>
                  <a:lnTo>
                    <a:pt x="4117722" y="2375848"/>
                  </a:lnTo>
                  <a:lnTo>
                    <a:pt x="4118013" y="2375848"/>
                  </a:lnTo>
                  <a:lnTo>
                    <a:pt x="4118450" y="2375848"/>
                  </a:lnTo>
                  <a:lnTo>
                    <a:pt x="4119758" y="2373977"/>
                  </a:lnTo>
                  <a:lnTo>
                    <a:pt x="4120049" y="2373977"/>
                  </a:lnTo>
                  <a:lnTo>
                    <a:pt x="4120485" y="2373354"/>
                  </a:lnTo>
                  <a:lnTo>
                    <a:pt x="4120631" y="2373354"/>
                  </a:lnTo>
                  <a:lnTo>
                    <a:pt x="4120922" y="2373354"/>
                  </a:lnTo>
                  <a:lnTo>
                    <a:pt x="4121067" y="2372107"/>
                  </a:lnTo>
                  <a:lnTo>
                    <a:pt x="4121358" y="2372107"/>
                  </a:lnTo>
                  <a:lnTo>
                    <a:pt x="4122085" y="2371483"/>
                  </a:lnTo>
                  <a:lnTo>
                    <a:pt x="4122376" y="2371483"/>
                  </a:lnTo>
                  <a:lnTo>
                    <a:pt x="4122521" y="2371483"/>
                  </a:lnTo>
                  <a:lnTo>
                    <a:pt x="4122667" y="2371483"/>
                  </a:lnTo>
                  <a:lnTo>
                    <a:pt x="4123103" y="2370859"/>
                  </a:lnTo>
                  <a:lnTo>
                    <a:pt x="4123539" y="2370859"/>
                  </a:lnTo>
                  <a:lnTo>
                    <a:pt x="4123685" y="2370859"/>
                  </a:lnTo>
                  <a:lnTo>
                    <a:pt x="4123685" y="2370236"/>
                  </a:lnTo>
                  <a:lnTo>
                    <a:pt x="4124557" y="2370236"/>
                  </a:lnTo>
                  <a:lnTo>
                    <a:pt x="4124557" y="2369612"/>
                  </a:lnTo>
                  <a:lnTo>
                    <a:pt x="4124703" y="2369612"/>
                  </a:lnTo>
                  <a:lnTo>
                    <a:pt x="4124848" y="2369612"/>
                  </a:lnTo>
                  <a:lnTo>
                    <a:pt x="4124994" y="2368989"/>
                  </a:lnTo>
                  <a:lnTo>
                    <a:pt x="4125139" y="2368989"/>
                  </a:lnTo>
                  <a:lnTo>
                    <a:pt x="4125284" y="2368989"/>
                  </a:lnTo>
                  <a:lnTo>
                    <a:pt x="4125575" y="2368989"/>
                  </a:lnTo>
                  <a:lnTo>
                    <a:pt x="4126593" y="2367118"/>
                  </a:lnTo>
                  <a:lnTo>
                    <a:pt x="4126739" y="2367118"/>
                  </a:lnTo>
                  <a:lnTo>
                    <a:pt x="4127320" y="2366494"/>
                  </a:lnTo>
                  <a:lnTo>
                    <a:pt x="4127466" y="2366494"/>
                  </a:lnTo>
                  <a:lnTo>
                    <a:pt x="4127757" y="2366494"/>
                  </a:lnTo>
                  <a:lnTo>
                    <a:pt x="4127757" y="2365247"/>
                  </a:lnTo>
                  <a:lnTo>
                    <a:pt x="4127902" y="2365247"/>
                  </a:lnTo>
                  <a:lnTo>
                    <a:pt x="4128338" y="2365247"/>
                  </a:lnTo>
                  <a:lnTo>
                    <a:pt x="4128629" y="2363376"/>
                  </a:lnTo>
                  <a:lnTo>
                    <a:pt x="4129066" y="2363376"/>
                  </a:lnTo>
                  <a:lnTo>
                    <a:pt x="4129211" y="2363376"/>
                  </a:lnTo>
                  <a:lnTo>
                    <a:pt x="4129356" y="2363376"/>
                  </a:lnTo>
                  <a:lnTo>
                    <a:pt x="4129502" y="2363376"/>
                  </a:lnTo>
                  <a:lnTo>
                    <a:pt x="4130084" y="2362129"/>
                  </a:lnTo>
                  <a:lnTo>
                    <a:pt x="4130229" y="2361506"/>
                  </a:lnTo>
                  <a:lnTo>
                    <a:pt x="4130665" y="2360882"/>
                  </a:lnTo>
                  <a:lnTo>
                    <a:pt x="4130665" y="2360259"/>
                  </a:lnTo>
                  <a:lnTo>
                    <a:pt x="4130665" y="2359635"/>
                  </a:lnTo>
                  <a:lnTo>
                    <a:pt x="4130811" y="2359635"/>
                  </a:lnTo>
                  <a:lnTo>
                    <a:pt x="4130956" y="2359635"/>
                  </a:lnTo>
                  <a:lnTo>
                    <a:pt x="4131538" y="2359635"/>
                  </a:lnTo>
                  <a:lnTo>
                    <a:pt x="4131829" y="2358388"/>
                  </a:lnTo>
                  <a:lnTo>
                    <a:pt x="4131974" y="2358388"/>
                  </a:lnTo>
                  <a:lnTo>
                    <a:pt x="4131974" y="2357764"/>
                  </a:lnTo>
                  <a:lnTo>
                    <a:pt x="4132119" y="2357764"/>
                  </a:lnTo>
                  <a:lnTo>
                    <a:pt x="4132119" y="2357141"/>
                  </a:lnTo>
                  <a:lnTo>
                    <a:pt x="4132556" y="2356517"/>
                  </a:lnTo>
                  <a:lnTo>
                    <a:pt x="4132847" y="2356517"/>
                  </a:lnTo>
                  <a:lnTo>
                    <a:pt x="4133137" y="2355894"/>
                  </a:lnTo>
                  <a:lnTo>
                    <a:pt x="4133283" y="2355894"/>
                  </a:lnTo>
                  <a:lnTo>
                    <a:pt x="4133428" y="2355270"/>
                  </a:lnTo>
                  <a:lnTo>
                    <a:pt x="4134010" y="2355270"/>
                  </a:lnTo>
                  <a:lnTo>
                    <a:pt x="4134155" y="2355270"/>
                  </a:lnTo>
                  <a:lnTo>
                    <a:pt x="4134883" y="2354646"/>
                  </a:lnTo>
                  <a:lnTo>
                    <a:pt x="4135319" y="2354646"/>
                  </a:lnTo>
                  <a:lnTo>
                    <a:pt x="4135464" y="2354023"/>
                  </a:lnTo>
                  <a:lnTo>
                    <a:pt x="4135610" y="2354023"/>
                  </a:lnTo>
                  <a:lnTo>
                    <a:pt x="4135755" y="2354023"/>
                  </a:lnTo>
                  <a:lnTo>
                    <a:pt x="4136191" y="2354023"/>
                  </a:lnTo>
                  <a:lnTo>
                    <a:pt x="4136628" y="2354023"/>
                  </a:lnTo>
                  <a:lnTo>
                    <a:pt x="4137064" y="2352776"/>
                  </a:lnTo>
                  <a:lnTo>
                    <a:pt x="4137500" y="2352776"/>
                  </a:lnTo>
                  <a:lnTo>
                    <a:pt x="4138227" y="2352776"/>
                  </a:lnTo>
                  <a:lnTo>
                    <a:pt x="4138809" y="2352776"/>
                  </a:lnTo>
                  <a:lnTo>
                    <a:pt x="4139245" y="2352152"/>
                  </a:lnTo>
                  <a:lnTo>
                    <a:pt x="4139827" y="2352152"/>
                  </a:lnTo>
                  <a:lnTo>
                    <a:pt x="4140263" y="2352152"/>
                  </a:lnTo>
                  <a:lnTo>
                    <a:pt x="4140554" y="2352152"/>
                  </a:lnTo>
                  <a:lnTo>
                    <a:pt x="4140845" y="2351528"/>
                  </a:lnTo>
                  <a:lnTo>
                    <a:pt x="4141136" y="2351528"/>
                  </a:lnTo>
                  <a:lnTo>
                    <a:pt x="4141281" y="2351528"/>
                  </a:lnTo>
                  <a:lnTo>
                    <a:pt x="4141572" y="2351528"/>
                  </a:lnTo>
                  <a:lnTo>
                    <a:pt x="4142008" y="2351528"/>
                  </a:lnTo>
                  <a:lnTo>
                    <a:pt x="4142299" y="2351528"/>
                  </a:lnTo>
                  <a:lnTo>
                    <a:pt x="4142445" y="2351528"/>
                  </a:lnTo>
                  <a:lnTo>
                    <a:pt x="4143026" y="2350905"/>
                  </a:lnTo>
                  <a:lnTo>
                    <a:pt x="4143172" y="2350905"/>
                  </a:lnTo>
                  <a:lnTo>
                    <a:pt x="4143317" y="2350905"/>
                  </a:lnTo>
                  <a:lnTo>
                    <a:pt x="4143754" y="2350281"/>
                  </a:lnTo>
                  <a:lnTo>
                    <a:pt x="4144190" y="2350281"/>
                  </a:lnTo>
                  <a:lnTo>
                    <a:pt x="4144772" y="2350281"/>
                  </a:lnTo>
                  <a:lnTo>
                    <a:pt x="4144917" y="2350281"/>
                  </a:lnTo>
                  <a:lnTo>
                    <a:pt x="4145789" y="2350281"/>
                  </a:lnTo>
                  <a:lnTo>
                    <a:pt x="4145935" y="2350281"/>
                  </a:lnTo>
                  <a:lnTo>
                    <a:pt x="4146371" y="2350281"/>
                  </a:lnTo>
                  <a:lnTo>
                    <a:pt x="4146517" y="2350281"/>
                  </a:lnTo>
                  <a:lnTo>
                    <a:pt x="4146807" y="2350281"/>
                  </a:lnTo>
                  <a:lnTo>
                    <a:pt x="4146953" y="2350281"/>
                  </a:lnTo>
                  <a:lnTo>
                    <a:pt x="4146953" y="2349658"/>
                  </a:lnTo>
                  <a:lnTo>
                    <a:pt x="4147535" y="2349658"/>
                  </a:lnTo>
                  <a:lnTo>
                    <a:pt x="4147680" y="2349658"/>
                  </a:lnTo>
                  <a:lnTo>
                    <a:pt x="4148116" y="2349658"/>
                  </a:lnTo>
                  <a:lnTo>
                    <a:pt x="4148989" y="2349034"/>
                  </a:lnTo>
                  <a:lnTo>
                    <a:pt x="4149134" y="2349034"/>
                  </a:lnTo>
                  <a:lnTo>
                    <a:pt x="4149571" y="2349034"/>
                  </a:lnTo>
                  <a:lnTo>
                    <a:pt x="4149716" y="2349034"/>
                  </a:lnTo>
                  <a:lnTo>
                    <a:pt x="4150007" y="2348411"/>
                  </a:lnTo>
                  <a:lnTo>
                    <a:pt x="4150589" y="2347787"/>
                  </a:lnTo>
                  <a:lnTo>
                    <a:pt x="4150734" y="2347787"/>
                  </a:lnTo>
                  <a:lnTo>
                    <a:pt x="4151607" y="2347787"/>
                  </a:lnTo>
                  <a:lnTo>
                    <a:pt x="4151897" y="2345916"/>
                  </a:lnTo>
                  <a:lnTo>
                    <a:pt x="4152043" y="2345916"/>
                  </a:lnTo>
                  <a:lnTo>
                    <a:pt x="4152770" y="2345293"/>
                  </a:lnTo>
                  <a:lnTo>
                    <a:pt x="4152915" y="2345293"/>
                  </a:lnTo>
                  <a:lnTo>
                    <a:pt x="4153352" y="2344045"/>
                  </a:lnTo>
                  <a:lnTo>
                    <a:pt x="4153497" y="2344045"/>
                  </a:lnTo>
                  <a:lnTo>
                    <a:pt x="4154224" y="2344045"/>
                  </a:lnTo>
                  <a:lnTo>
                    <a:pt x="4154806" y="2342175"/>
                  </a:lnTo>
                  <a:lnTo>
                    <a:pt x="4155388" y="2342175"/>
                  </a:lnTo>
                  <a:lnTo>
                    <a:pt x="4155533" y="2342175"/>
                  </a:lnTo>
                  <a:lnTo>
                    <a:pt x="4155824" y="2342175"/>
                  </a:lnTo>
                  <a:lnTo>
                    <a:pt x="4156406" y="2342175"/>
                  </a:lnTo>
                  <a:lnTo>
                    <a:pt x="4156987" y="2342175"/>
                  </a:lnTo>
                  <a:lnTo>
                    <a:pt x="4157133" y="2342175"/>
                  </a:lnTo>
                  <a:lnTo>
                    <a:pt x="4157424" y="2342175"/>
                  </a:lnTo>
                  <a:lnTo>
                    <a:pt x="4157569" y="2341551"/>
                  </a:lnTo>
                  <a:lnTo>
                    <a:pt x="4158005" y="2341551"/>
                  </a:lnTo>
                  <a:lnTo>
                    <a:pt x="4159023" y="2340304"/>
                  </a:lnTo>
                  <a:lnTo>
                    <a:pt x="4159169" y="2340304"/>
                  </a:lnTo>
                  <a:lnTo>
                    <a:pt x="4159314" y="2340304"/>
                  </a:lnTo>
                  <a:lnTo>
                    <a:pt x="4159459" y="2340304"/>
                  </a:lnTo>
                  <a:lnTo>
                    <a:pt x="4159605" y="2340304"/>
                  </a:lnTo>
                  <a:lnTo>
                    <a:pt x="4160041" y="2340304"/>
                  </a:lnTo>
                  <a:lnTo>
                    <a:pt x="4160477" y="2339680"/>
                  </a:lnTo>
                  <a:lnTo>
                    <a:pt x="4160623" y="2339680"/>
                  </a:lnTo>
                  <a:lnTo>
                    <a:pt x="4161059" y="2339680"/>
                  </a:lnTo>
                  <a:lnTo>
                    <a:pt x="4161641" y="2339680"/>
                  </a:lnTo>
                  <a:lnTo>
                    <a:pt x="4161786" y="2339680"/>
                  </a:lnTo>
                  <a:lnTo>
                    <a:pt x="4161932" y="2339680"/>
                  </a:lnTo>
                  <a:lnTo>
                    <a:pt x="4162950" y="2339680"/>
                  </a:lnTo>
                  <a:lnTo>
                    <a:pt x="4163386" y="2339057"/>
                  </a:lnTo>
                  <a:lnTo>
                    <a:pt x="4163531" y="2339057"/>
                  </a:lnTo>
                  <a:lnTo>
                    <a:pt x="4163677" y="2339057"/>
                  </a:lnTo>
                  <a:lnTo>
                    <a:pt x="4163822" y="2339057"/>
                  </a:lnTo>
                  <a:lnTo>
                    <a:pt x="4164113" y="2338433"/>
                  </a:lnTo>
                  <a:lnTo>
                    <a:pt x="4164404" y="2338433"/>
                  </a:lnTo>
                  <a:lnTo>
                    <a:pt x="4164549" y="2338433"/>
                  </a:lnTo>
                  <a:lnTo>
                    <a:pt x="4165713" y="2337810"/>
                  </a:lnTo>
                  <a:lnTo>
                    <a:pt x="4165858" y="2337810"/>
                  </a:lnTo>
                  <a:lnTo>
                    <a:pt x="4166004" y="2337810"/>
                  </a:lnTo>
                  <a:lnTo>
                    <a:pt x="4166440" y="2337810"/>
                  </a:lnTo>
                  <a:lnTo>
                    <a:pt x="4166876" y="2337810"/>
                  </a:lnTo>
                  <a:lnTo>
                    <a:pt x="4167312" y="2336562"/>
                  </a:lnTo>
                  <a:lnTo>
                    <a:pt x="4167312" y="2335939"/>
                  </a:lnTo>
                  <a:lnTo>
                    <a:pt x="4167894" y="2335315"/>
                  </a:lnTo>
                  <a:lnTo>
                    <a:pt x="4168185" y="2334692"/>
                  </a:lnTo>
                  <a:lnTo>
                    <a:pt x="4169348" y="2334692"/>
                  </a:lnTo>
                  <a:lnTo>
                    <a:pt x="4170657" y="2334068"/>
                  </a:lnTo>
                  <a:lnTo>
                    <a:pt x="4170803" y="2334068"/>
                  </a:lnTo>
                  <a:lnTo>
                    <a:pt x="4170948" y="2334068"/>
                  </a:lnTo>
                  <a:lnTo>
                    <a:pt x="4171094" y="2334068"/>
                  </a:lnTo>
                  <a:lnTo>
                    <a:pt x="4171239" y="2334068"/>
                  </a:lnTo>
                  <a:lnTo>
                    <a:pt x="4171675" y="2334068"/>
                  </a:lnTo>
                  <a:lnTo>
                    <a:pt x="4171821" y="2334068"/>
                  </a:lnTo>
                  <a:lnTo>
                    <a:pt x="4172112" y="2334068"/>
                  </a:lnTo>
                  <a:lnTo>
                    <a:pt x="4172402" y="2334068"/>
                  </a:lnTo>
                  <a:lnTo>
                    <a:pt x="4172839" y="2334068"/>
                  </a:lnTo>
                  <a:lnTo>
                    <a:pt x="4172984" y="2334068"/>
                  </a:lnTo>
                  <a:lnTo>
                    <a:pt x="4173129" y="2334068"/>
                  </a:lnTo>
                  <a:lnTo>
                    <a:pt x="4173420" y="2334068"/>
                  </a:lnTo>
                  <a:lnTo>
                    <a:pt x="4173711" y="2334068"/>
                  </a:lnTo>
                  <a:lnTo>
                    <a:pt x="4173711" y="2333445"/>
                  </a:lnTo>
                  <a:lnTo>
                    <a:pt x="4173857" y="2333445"/>
                  </a:lnTo>
                  <a:lnTo>
                    <a:pt x="4175020" y="2331574"/>
                  </a:lnTo>
                  <a:lnTo>
                    <a:pt x="4175020" y="2330950"/>
                  </a:lnTo>
                  <a:lnTo>
                    <a:pt x="4175165" y="2330327"/>
                  </a:lnTo>
                  <a:lnTo>
                    <a:pt x="4175311" y="2330327"/>
                  </a:lnTo>
                  <a:lnTo>
                    <a:pt x="4175311" y="2329703"/>
                  </a:lnTo>
                  <a:lnTo>
                    <a:pt x="4175602" y="2329703"/>
                  </a:lnTo>
                  <a:lnTo>
                    <a:pt x="4175893" y="2329703"/>
                  </a:lnTo>
                  <a:lnTo>
                    <a:pt x="4176183" y="2329703"/>
                  </a:lnTo>
                  <a:lnTo>
                    <a:pt x="4176620" y="2329703"/>
                  </a:lnTo>
                  <a:lnTo>
                    <a:pt x="4176620" y="2329079"/>
                  </a:lnTo>
                  <a:lnTo>
                    <a:pt x="4177929" y="2325962"/>
                  </a:lnTo>
                  <a:lnTo>
                    <a:pt x="4178365" y="2325962"/>
                  </a:lnTo>
                  <a:lnTo>
                    <a:pt x="4178801" y="2325962"/>
                  </a:lnTo>
                  <a:lnTo>
                    <a:pt x="4179092" y="2325962"/>
                  </a:lnTo>
                  <a:lnTo>
                    <a:pt x="4179237" y="2325962"/>
                  </a:lnTo>
                  <a:lnTo>
                    <a:pt x="4179383" y="2325962"/>
                  </a:lnTo>
                  <a:lnTo>
                    <a:pt x="4179819" y="2325962"/>
                  </a:lnTo>
                  <a:lnTo>
                    <a:pt x="4180110" y="2325962"/>
                  </a:lnTo>
                  <a:lnTo>
                    <a:pt x="4180401" y="2325338"/>
                  </a:lnTo>
                  <a:lnTo>
                    <a:pt x="4180546" y="2325338"/>
                  </a:lnTo>
                  <a:lnTo>
                    <a:pt x="4180692" y="2325338"/>
                  </a:lnTo>
                  <a:lnTo>
                    <a:pt x="4180837" y="2324714"/>
                  </a:lnTo>
                  <a:lnTo>
                    <a:pt x="4180982" y="2324714"/>
                  </a:lnTo>
                  <a:lnTo>
                    <a:pt x="4182000" y="2324091"/>
                  </a:lnTo>
                  <a:lnTo>
                    <a:pt x="4182146" y="2324091"/>
                  </a:lnTo>
                  <a:lnTo>
                    <a:pt x="4182728" y="2323467"/>
                  </a:lnTo>
                  <a:lnTo>
                    <a:pt x="4183309" y="2322844"/>
                  </a:lnTo>
                  <a:lnTo>
                    <a:pt x="4184036" y="2322220"/>
                  </a:lnTo>
                  <a:lnTo>
                    <a:pt x="4184036" y="2321596"/>
                  </a:lnTo>
                  <a:lnTo>
                    <a:pt x="4184327" y="2321596"/>
                  </a:lnTo>
                  <a:lnTo>
                    <a:pt x="4185054" y="2321596"/>
                  </a:lnTo>
                  <a:lnTo>
                    <a:pt x="4185491" y="2321596"/>
                  </a:lnTo>
                  <a:lnTo>
                    <a:pt x="4185491" y="2320973"/>
                  </a:lnTo>
                  <a:lnTo>
                    <a:pt x="4185782" y="2320973"/>
                  </a:lnTo>
                  <a:lnTo>
                    <a:pt x="4185927" y="2320973"/>
                  </a:lnTo>
                  <a:lnTo>
                    <a:pt x="4186072" y="2320973"/>
                  </a:lnTo>
                  <a:lnTo>
                    <a:pt x="4186218" y="2320973"/>
                  </a:lnTo>
                  <a:lnTo>
                    <a:pt x="4186363" y="2320349"/>
                  </a:lnTo>
                  <a:lnTo>
                    <a:pt x="4186363" y="2319726"/>
                  </a:lnTo>
                  <a:lnTo>
                    <a:pt x="4186509" y="2318479"/>
                  </a:lnTo>
                  <a:lnTo>
                    <a:pt x="4186945" y="2318479"/>
                  </a:lnTo>
                  <a:lnTo>
                    <a:pt x="4187527" y="2317855"/>
                  </a:lnTo>
                  <a:lnTo>
                    <a:pt x="4187672" y="2317855"/>
                  </a:lnTo>
                  <a:lnTo>
                    <a:pt x="4187817" y="2317855"/>
                  </a:lnTo>
                  <a:lnTo>
                    <a:pt x="4188108" y="2317855"/>
                  </a:lnTo>
                  <a:lnTo>
                    <a:pt x="4188399" y="2317231"/>
                  </a:lnTo>
                  <a:lnTo>
                    <a:pt x="4188545" y="2316608"/>
                  </a:lnTo>
                  <a:lnTo>
                    <a:pt x="4188690" y="2315984"/>
                  </a:lnTo>
                  <a:lnTo>
                    <a:pt x="4189563" y="2315361"/>
                  </a:lnTo>
                  <a:lnTo>
                    <a:pt x="4189708" y="2315361"/>
                  </a:lnTo>
                  <a:lnTo>
                    <a:pt x="4189999" y="2315361"/>
                  </a:lnTo>
                  <a:lnTo>
                    <a:pt x="4190581" y="2315361"/>
                  </a:lnTo>
                  <a:lnTo>
                    <a:pt x="4191162" y="2315361"/>
                  </a:lnTo>
                  <a:lnTo>
                    <a:pt x="4191744" y="2315361"/>
                  </a:lnTo>
                  <a:lnTo>
                    <a:pt x="4192035" y="2315361"/>
                  </a:lnTo>
                  <a:lnTo>
                    <a:pt x="4192180" y="2315361"/>
                  </a:lnTo>
                  <a:lnTo>
                    <a:pt x="4192326" y="2315361"/>
                  </a:lnTo>
                  <a:lnTo>
                    <a:pt x="4192471" y="2314113"/>
                  </a:lnTo>
                  <a:lnTo>
                    <a:pt x="4193634" y="2314113"/>
                  </a:lnTo>
                  <a:lnTo>
                    <a:pt x="4193925" y="2314113"/>
                  </a:lnTo>
                  <a:lnTo>
                    <a:pt x="4194507" y="2313490"/>
                  </a:lnTo>
                  <a:lnTo>
                    <a:pt x="4194652" y="2313490"/>
                  </a:lnTo>
                  <a:lnTo>
                    <a:pt x="4194798" y="2313490"/>
                  </a:lnTo>
                  <a:lnTo>
                    <a:pt x="4195089" y="2313490"/>
                  </a:lnTo>
                  <a:lnTo>
                    <a:pt x="4195525" y="2313490"/>
                  </a:lnTo>
                  <a:lnTo>
                    <a:pt x="4195816" y="2312866"/>
                  </a:lnTo>
                  <a:lnTo>
                    <a:pt x="4195961" y="2312866"/>
                  </a:lnTo>
                  <a:lnTo>
                    <a:pt x="4196688" y="2312866"/>
                  </a:lnTo>
                  <a:lnTo>
                    <a:pt x="4197270" y="2312866"/>
                  </a:lnTo>
                  <a:lnTo>
                    <a:pt x="4197416" y="2312866"/>
                  </a:lnTo>
                  <a:lnTo>
                    <a:pt x="4198434" y="2312866"/>
                  </a:lnTo>
                  <a:lnTo>
                    <a:pt x="4198579" y="2312866"/>
                  </a:lnTo>
                  <a:lnTo>
                    <a:pt x="4198724" y="2311619"/>
                  </a:lnTo>
                  <a:lnTo>
                    <a:pt x="4198724" y="2310996"/>
                  </a:lnTo>
                  <a:lnTo>
                    <a:pt x="4198870" y="2310996"/>
                  </a:lnTo>
                  <a:lnTo>
                    <a:pt x="4199306" y="2310996"/>
                  </a:lnTo>
                  <a:lnTo>
                    <a:pt x="4199742" y="2310996"/>
                  </a:lnTo>
                  <a:lnTo>
                    <a:pt x="4200179" y="2310372"/>
                  </a:lnTo>
                  <a:lnTo>
                    <a:pt x="4200469" y="2310372"/>
                  </a:lnTo>
                  <a:lnTo>
                    <a:pt x="4201051" y="2309748"/>
                  </a:lnTo>
                  <a:lnTo>
                    <a:pt x="4201342" y="2309748"/>
                  </a:lnTo>
                  <a:lnTo>
                    <a:pt x="4201487" y="2309748"/>
                  </a:lnTo>
                  <a:lnTo>
                    <a:pt x="4201778" y="2309748"/>
                  </a:lnTo>
                  <a:lnTo>
                    <a:pt x="4202360" y="2309125"/>
                  </a:lnTo>
                  <a:lnTo>
                    <a:pt x="4202505" y="2309125"/>
                  </a:lnTo>
                  <a:lnTo>
                    <a:pt x="4202796" y="2309125"/>
                  </a:lnTo>
                  <a:lnTo>
                    <a:pt x="4202942" y="2309125"/>
                  </a:lnTo>
                  <a:lnTo>
                    <a:pt x="4203087" y="2309125"/>
                  </a:lnTo>
                  <a:lnTo>
                    <a:pt x="4203523" y="2308501"/>
                  </a:lnTo>
                  <a:lnTo>
                    <a:pt x="4204105" y="2308501"/>
                  </a:lnTo>
                  <a:lnTo>
                    <a:pt x="4204541" y="2308501"/>
                  </a:lnTo>
                  <a:lnTo>
                    <a:pt x="4205123" y="2307878"/>
                  </a:lnTo>
                  <a:lnTo>
                    <a:pt x="4205269" y="2307878"/>
                  </a:lnTo>
                  <a:lnTo>
                    <a:pt x="4205559" y="2307878"/>
                  </a:lnTo>
                  <a:lnTo>
                    <a:pt x="4206432" y="2306630"/>
                  </a:lnTo>
                  <a:lnTo>
                    <a:pt x="4206432" y="2306007"/>
                  </a:lnTo>
                  <a:lnTo>
                    <a:pt x="4206577" y="2306007"/>
                  </a:lnTo>
                  <a:lnTo>
                    <a:pt x="4206868" y="2306007"/>
                  </a:lnTo>
                  <a:lnTo>
                    <a:pt x="4207014" y="2306007"/>
                  </a:lnTo>
                  <a:lnTo>
                    <a:pt x="4207450" y="2306007"/>
                  </a:lnTo>
                  <a:lnTo>
                    <a:pt x="4207595" y="2306007"/>
                  </a:lnTo>
                  <a:lnTo>
                    <a:pt x="4207741" y="2306007"/>
                  </a:lnTo>
                  <a:lnTo>
                    <a:pt x="4207886" y="2306007"/>
                  </a:lnTo>
                  <a:lnTo>
                    <a:pt x="4208177" y="2306007"/>
                  </a:lnTo>
                  <a:lnTo>
                    <a:pt x="4208322" y="2306007"/>
                  </a:lnTo>
                  <a:lnTo>
                    <a:pt x="4209195" y="2305383"/>
                  </a:lnTo>
                  <a:lnTo>
                    <a:pt x="4209340" y="2304760"/>
                  </a:lnTo>
                  <a:lnTo>
                    <a:pt x="4209777" y="2304760"/>
                  </a:lnTo>
                  <a:lnTo>
                    <a:pt x="4209922" y="2304136"/>
                  </a:lnTo>
                  <a:lnTo>
                    <a:pt x="4210358" y="2302889"/>
                  </a:lnTo>
                  <a:lnTo>
                    <a:pt x="4210504" y="2302889"/>
                  </a:lnTo>
                  <a:lnTo>
                    <a:pt x="4210649" y="2302889"/>
                  </a:lnTo>
                  <a:lnTo>
                    <a:pt x="4210940" y="2302889"/>
                  </a:lnTo>
                  <a:lnTo>
                    <a:pt x="4211231" y="2302889"/>
                  </a:lnTo>
                  <a:lnTo>
                    <a:pt x="4211813" y="2302889"/>
                  </a:lnTo>
                  <a:lnTo>
                    <a:pt x="4211958" y="2302889"/>
                  </a:lnTo>
                  <a:lnTo>
                    <a:pt x="4212104" y="2302889"/>
                  </a:lnTo>
                  <a:lnTo>
                    <a:pt x="4212249" y="2302889"/>
                  </a:lnTo>
                  <a:lnTo>
                    <a:pt x="4212394" y="2302889"/>
                  </a:lnTo>
                  <a:lnTo>
                    <a:pt x="4212976" y="2302265"/>
                  </a:lnTo>
                  <a:lnTo>
                    <a:pt x="4214139" y="2300395"/>
                  </a:lnTo>
                  <a:lnTo>
                    <a:pt x="4214285" y="2300395"/>
                  </a:lnTo>
                  <a:lnTo>
                    <a:pt x="4214430" y="2300395"/>
                  </a:lnTo>
                  <a:lnTo>
                    <a:pt x="4214576" y="2300395"/>
                  </a:lnTo>
                  <a:lnTo>
                    <a:pt x="4214576" y="2299771"/>
                  </a:lnTo>
                  <a:lnTo>
                    <a:pt x="4215012" y="2299771"/>
                  </a:lnTo>
                  <a:lnTo>
                    <a:pt x="4215303" y="2299771"/>
                  </a:lnTo>
                  <a:lnTo>
                    <a:pt x="4215448" y="2299771"/>
                  </a:lnTo>
                  <a:lnTo>
                    <a:pt x="4216321" y="2298524"/>
                  </a:lnTo>
                  <a:lnTo>
                    <a:pt x="4216903" y="2298524"/>
                  </a:lnTo>
                  <a:lnTo>
                    <a:pt x="4217048" y="2298524"/>
                  </a:lnTo>
                  <a:lnTo>
                    <a:pt x="4217484" y="2298524"/>
                  </a:lnTo>
                  <a:lnTo>
                    <a:pt x="4217630" y="2298524"/>
                  </a:lnTo>
                  <a:lnTo>
                    <a:pt x="4218648" y="2298524"/>
                  </a:lnTo>
                  <a:lnTo>
                    <a:pt x="4218793" y="2298524"/>
                  </a:lnTo>
                  <a:lnTo>
                    <a:pt x="4218939" y="2298524"/>
                  </a:lnTo>
                  <a:lnTo>
                    <a:pt x="4219375" y="2297900"/>
                  </a:lnTo>
                  <a:lnTo>
                    <a:pt x="4219956" y="2297900"/>
                  </a:lnTo>
                  <a:lnTo>
                    <a:pt x="4220102" y="2297900"/>
                  </a:lnTo>
                  <a:lnTo>
                    <a:pt x="4220393" y="2297900"/>
                  </a:lnTo>
                  <a:lnTo>
                    <a:pt x="4220538" y="2297900"/>
                  </a:lnTo>
                  <a:lnTo>
                    <a:pt x="4221120" y="2297900"/>
                  </a:lnTo>
                  <a:lnTo>
                    <a:pt x="4221265" y="2296653"/>
                  </a:lnTo>
                  <a:lnTo>
                    <a:pt x="4221411" y="2296653"/>
                  </a:lnTo>
                  <a:lnTo>
                    <a:pt x="4221702" y="2296653"/>
                  </a:lnTo>
                  <a:lnTo>
                    <a:pt x="4221847" y="2296653"/>
                  </a:lnTo>
                  <a:lnTo>
                    <a:pt x="4222138" y="2296653"/>
                  </a:lnTo>
                  <a:lnTo>
                    <a:pt x="4222138" y="2296030"/>
                  </a:lnTo>
                  <a:lnTo>
                    <a:pt x="4222429" y="2295406"/>
                  </a:lnTo>
                  <a:lnTo>
                    <a:pt x="4222429" y="2294782"/>
                  </a:lnTo>
                  <a:lnTo>
                    <a:pt x="4222429" y="2294159"/>
                  </a:lnTo>
                  <a:lnTo>
                    <a:pt x="4222720" y="2294159"/>
                  </a:lnTo>
                  <a:lnTo>
                    <a:pt x="4223156" y="2292288"/>
                  </a:lnTo>
                  <a:lnTo>
                    <a:pt x="4223301" y="2292288"/>
                  </a:lnTo>
                  <a:lnTo>
                    <a:pt x="4223447" y="2291665"/>
                  </a:lnTo>
                  <a:lnTo>
                    <a:pt x="4223592" y="2291665"/>
                  </a:lnTo>
                  <a:lnTo>
                    <a:pt x="4223883" y="2291665"/>
                  </a:lnTo>
                  <a:lnTo>
                    <a:pt x="4225046" y="2290417"/>
                  </a:lnTo>
                  <a:lnTo>
                    <a:pt x="4225483" y="2289794"/>
                  </a:lnTo>
                  <a:lnTo>
                    <a:pt x="4225919" y="2288547"/>
                  </a:lnTo>
                  <a:lnTo>
                    <a:pt x="4226064" y="2288547"/>
                  </a:lnTo>
                  <a:lnTo>
                    <a:pt x="4226210" y="2288547"/>
                  </a:lnTo>
                  <a:lnTo>
                    <a:pt x="4226210" y="2287923"/>
                  </a:lnTo>
                  <a:lnTo>
                    <a:pt x="4226501" y="2287923"/>
                  </a:lnTo>
                  <a:lnTo>
                    <a:pt x="4226791" y="2287299"/>
                  </a:lnTo>
                  <a:lnTo>
                    <a:pt x="4227228" y="2286676"/>
                  </a:lnTo>
                  <a:lnTo>
                    <a:pt x="4227519" y="2286676"/>
                  </a:lnTo>
                  <a:lnTo>
                    <a:pt x="4227809" y="2286676"/>
                  </a:lnTo>
                  <a:lnTo>
                    <a:pt x="4227809" y="2286052"/>
                  </a:lnTo>
                  <a:lnTo>
                    <a:pt x="4228537" y="2286052"/>
                  </a:lnTo>
                  <a:lnTo>
                    <a:pt x="4228827" y="2286052"/>
                  </a:lnTo>
                  <a:lnTo>
                    <a:pt x="4228973" y="2286052"/>
                  </a:lnTo>
                  <a:lnTo>
                    <a:pt x="4229118" y="2286052"/>
                  </a:lnTo>
                  <a:lnTo>
                    <a:pt x="4229264" y="2286052"/>
                  </a:lnTo>
                  <a:lnTo>
                    <a:pt x="4229845" y="2286052"/>
                  </a:lnTo>
                  <a:lnTo>
                    <a:pt x="4230136" y="2286052"/>
                  </a:lnTo>
                  <a:lnTo>
                    <a:pt x="4230573" y="2286052"/>
                  </a:lnTo>
                  <a:lnTo>
                    <a:pt x="4231009" y="2286052"/>
                  </a:lnTo>
                  <a:lnTo>
                    <a:pt x="4231300" y="2286052"/>
                  </a:lnTo>
                  <a:lnTo>
                    <a:pt x="4231881" y="2285429"/>
                  </a:lnTo>
                  <a:lnTo>
                    <a:pt x="4232027" y="2285429"/>
                  </a:lnTo>
                  <a:lnTo>
                    <a:pt x="4232027" y="2284805"/>
                  </a:lnTo>
                  <a:lnTo>
                    <a:pt x="4232318" y="2283558"/>
                  </a:lnTo>
                  <a:lnTo>
                    <a:pt x="4232463" y="2283558"/>
                  </a:lnTo>
                  <a:lnTo>
                    <a:pt x="4232463" y="2282934"/>
                  </a:lnTo>
                  <a:lnTo>
                    <a:pt x="4232609" y="2282934"/>
                  </a:lnTo>
                  <a:lnTo>
                    <a:pt x="4232754" y="2282934"/>
                  </a:lnTo>
                  <a:lnTo>
                    <a:pt x="4232899" y="2282934"/>
                  </a:lnTo>
                  <a:lnTo>
                    <a:pt x="4233336" y="2282311"/>
                  </a:lnTo>
                  <a:lnTo>
                    <a:pt x="4233481" y="2282311"/>
                  </a:lnTo>
                  <a:lnTo>
                    <a:pt x="4233626" y="2282311"/>
                  </a:lnTo>
                  <a:lnTo>
                    <a:pt x="4233772" y="2282311"/>
                  </a:lnTo>
                  <a:lnTo>
                    <a:pt x="4234208" y="2282311"/>
                  </a:lnTo>
                  <a:lnTo>
                    <a:pt x="4234935" y="2282311"/>
                  </a:lnTo>
                  <a:lnTo>
                    <a:pt x="4235226" y="2282311"/>
                  </a:lnTo>
                  <a:lnTo>
                    <a:pt x="4235372" y="2282311"/>
                  </a:lnTo>
                  <a:lnTo>
                    <a:pt x="4235517" y="2282311"/>
                  </a:lnTo>
                  <a:lnTo>
                    <a:pt x="4235662" y="2281687"/>
                  </a:lnTo>
                  <a:lnTo>
                    <a:pt x="4235662" y="2281064"/>
                  </a:lnTo>
                  <a:lnTo>
                    <a:pt x="4236390" y="2280440"/>
                  </a:lnTo>
                  <a:lnTo>
                    <a:pt x="4236826" y="2280440"/>
                  </a:lnTo>
                  <a:lnTo>
                    <a:pt x="4236971" y="2280440"/>
                  </a:lnTo>
                  <a:lnTo>
                    <a:pt x="4237117" y="2280440"/>
                  </a:lnTo>
                  <a:lnTo>
                    <a:pt x="4237408" y="2279816"/>
                  </a:lnTo>
                  <a:lnTo>
                    <a:pt x="4237553" y="2279816"/>
                  </a:lnTo>
                  <a:lnTo>
                    <a:pt x="4237844" y="2279193"/>
                  </a:lnTo>
                  <a:lnTo>
                    <a:pt x="4238280" y="2278569"/>
                  </a:lnTo>
                  <a:lnTo>
                    <a:pt x="4238571" y="2278569"/>
                  </a:lnTo>
                  <a:lnTo>
                    <a:pt x="4238716" y="2278569"/>
                  </a:lnTo>
                  <a:lnTo>
                    <a:pt x="4239007" y="2277946"/>
                  </a:lnTo>
                  <a:lnTo>
                    <a:pt x="4239153" y="2277946"/>
                  </a:lnTo>
                  <a:lnTo>
                    <a:pt x="4239880" y="2277946"/>
                  </a:lnTo>
                  <a:lnTo>
                    <a:pt x="4240171" y="2277322"/>
                  </a:lnTo>
                  <a:lnTo>
                    <a:pt x="4240316" y="2277322"/>
                  </a:lnTo>
                  <a:lnTo>
                    <a:pt x="4240607" y="2277322"/>
                  </a:lnTo>
                  <a:lnTo>
                    <a:pt x="4240898" y="2276075"/>
                  </a:lnTo>
                  <a:lnTo>
                    <a:pt x="4241625" y="2276075"/>
                  </a:lnTo>
                  <a:lnTo>
                    <a:pt x="4242061" y="2276075"/>
                  </a:lnTo>
                  <a:lnTo>
                    <a:pt x="4242497" y="2276075"/>
                  </a:lnTo>
                  <a:lnTo>
                    <a:pt x="4242643" y="2275451"/>
                  </a:lnTo>
                  <a:lnTo>
                    <a:pt x="4242788" y="2275451"/>
                  </a:lnTo>
                  <a:lnTo>
                    <a:pt x="4242934" y="2275451"/>
                  </a:lnTo>
                  <a:lnTo>
                    <a:pt x="4243515" y="2275451"/>
                  </a:lnTo>
                  <a:lnTo>
                    <a:pt x="4244097" y="2274828"/>
                  </a:lnTo>
                  <a:lnTo>
                    <a:pt x="4244388" y="2274204"/>
                  </a:lnTo>
                  <a:lnTo>
                    <a:pt x="4244533" y="2274204"/>
                  </a:lnTo>
                  <a:lnTo>
                    <a:pt x="4244824" y="2273581"/>
                  </a:lnTo>
                  <a:lnTo>
                    <a:pt x="4244970" y="2273581"/>
                  </a:lnTo>
                  <a:lnTo>
                    <a:pt x="4245261" y="2273581"/>
                  </a:lnTo>
                  <a:lnTo>
                    <a:pt x="4245406" y="2273581"/>
                  </a:lnTo>
                  <a:lnTo>
                    <a:pt x="4245551" y="2273581"/>
                  </a:lnTo>
                  <a:lnTo>
                    <a:pt x="4245842" y="2272957"/>
                  </a:lnTo>
                  <a:lnTo>
                    <a:pt x="4245988" y="2272957"/>
                  </a:lnTo>
                  <a:lnTo>
                    <a:pt x="4246715" y="2272333"/>
                  </a:lnTo>
                  <a:lnTo>
                    <a:pt x="4247151" y="2272333"/>
                  </a:lnTo>
                  <a:lnTo>
                    <a:pt x="4247733" y="2271710"/>
                  </a:lnTo>
                  <a:lnTo>
                    <a:pt x="4247878" y="2271710"/>
                  </a:lnTo>
                  <a:lnTo>
                    <a:pt x="4248024" y="2271710"/>
                  </a:lnTo>
                  <a:lnTo>
                    <a:pt x="4248605" y="2269839"/>
                  </a:lnTo>
                  <a:lnTo>
                    <a:pt x="4248896" y="2269839"/>
                  </a:lnTo>
                  <a:lnTo>
                    <a:pt x="4249042" y="2269839"/>
                  </a:lnTo>
                  <a:lnTo>
                    <a:pt x="4249042" y="2269216"/>
                  </a:lnTo>
                  <a:lnTo>
                    <a:pt x="4249332" y="2268592"/>
                  </a:lnTo>
                  <a:lnTo>
                    <a:pt x="4249914" y="2267345"/>
                  </a:lnTo>
                  <a:lnTo>
                    <a:pt x="4249914" y="2266721"/>
                  </a:lnTo>
                  <a:lnTo>
                    <a:pt x="4250641" y="2264850"/>
                  </a:lnTo>
                  <a:lnTo>
                    <a:pt x="4250787" y="2264850"/>
                  </a:lnTo>
                  <a:lnTo>
                    <a:pt x="4250932" y="2264850"/>
                  </a:lnTo>
                  <a:lnTo>
                    <a:pt x="4251078" y="2264850"/>
                  </a:lnTo>
                  <a:lnTo>
                    <a:pt x="4251223" y="2264850"/>
                  </a:lnTo>
                  <a:lnTo>
                    <a:pt x="4251368" y="2264850"/>
                  </a:lnTo>
                  <a:lnTo>
                    <a:pt x="4252241" y="2263603"/>
                  </a:lnTo>
                  <a:lnTo>
                    <a:pt x="4252386" y="2262980"/>
                  </a:lnTo>
                  <a:lnTo>
                    <a:pt x="4252532" y="2262980"/>
                  </a:lnTo>
                  <a:lnTo>
                    <a:pt x="4252968" y="2262980"/>
                  </a:lnTo>
                  <a:lnTo>
                    <a:pt x="4252968" y="2262356"/>
                  </a:lnTo>
                  <a:lnTo>
                    <a:pt x="4253114" y="2262356"/>
                  </a:lnTo>
                  <a:lnTo>
                    <a:pt x="4254422" y="2261733"/>
                  </a:lnTo>
                  <a:lnTo>
                    <a:pt x="4254713" y="2261733"/>
                  </a:lnTo>
                  <a:lnTo>
                    <a:pt x="4255004" y="2261733"/>
                  </a:lnTo>
                  <a:lnTo>
                    <a:pt x="4255004" y="2261109"/>
                  </a:lnTo>
                  <a:lnTo>
                    <a:pt x="4255731" y="2261109"/>
                  </a:lnTo>
                  <a:lnTo>
                    <a:pt x="4256895" y="2259862"/>
                  </a:lnTo>
                  <a:lnTo>
                    <a:pt x="4257040" y="2259862"/>
                  </a:lnTo>
                  <a:lnTo>
                    <a:pt x="4258203" y="2258615"/>
                  </a:lnTo>
                  <a:lnTo>
                    <a:pt x="4258349" y="2258615"/>
                  </a:lnTo>
                  <a:lnTo>
                    <a:pt x="4258640" y="2258615"/>
                  </a:lnTo>
                  <a:lnTo>
                    <a:pt x="4258785" y="2258615"/>
                  </a:lnTo>
                  <a:lnTo>
                    <a:pt x="4259949" y="2257367"/>
                  </a:lnTo>
                  <a:lnTo>
                    <a:pt x="4260966" y="2257367"/>
                  </a:lnTo>
                  <a:lnTo>
                    <a:pt x="4261403" y="2256120"/>
                  </a:lnTo>
                  <a:lnTo>
                    <a:pt x="4261548" y="2256120"/>
                  </a:lnTo>
                  <a:lnTo>
                    <a:pt x="4261694" y="2256120"/>
                  </a:lnTo>
                  <a:lnTo>
                    <a:pt x="4261839" y="2256120"/>
                  </a:lnTo>
                  <a:lnTo>
                    <a:pt x="4262566" y="2254250"/>
                  </a:lnTo>
                  <a:lnTo>
                    <a:pt x="4262712" y="2254250"/>
                  </a:lnTo>
                  <a:lnTo>
                    <a:pt x="4263148" y="2254250"/>
                  </a:lnTo>
                  <a:lnTo>
                    <a:pt x="4263584" y="2254250"/>
                  </a:lnTo>
                  <a:lnTo>
                    <a:pt x="4263875" y="2254250"/>
                  </a:lnTo>
                  <a:lnTo>
                    <a:pt x="4263875" y="2253626"/>
                  </a:lnTo>
                  <a:lnTo>
                    <a:pt x="4264020" y="2253626"/>
                  </a:lnTo>
                  <a:lnTo>
                    <a:pt x="4264166" y="2253626"/>
                  </a:lnTo>
                  <a:lnTo>
                    <a:pt x="4264748" y="2253002"/>
                  </a:lnTo>
                  <a:lnTo>
                    <a:pt x="4264893" y="2253002"/>
                  </a:lnTo>
                  <a:lnTo>
                    <a:pt x="4265475" y="2252379"/>
                  </a:lnTo>
                  <a:lnTo>
                    <a:pt x="4265475" y="2251755"/>
                  </a:lnTo>
                  <a:lnTo>
                    <a:pt x="4265620" y="2251755"/>
                  </a:lnTo>
                  <a:lnTo>
                    <a:pt x="4266347" y="2251755"/>
                  </a:lnTo>
                  <a:lnTo>
                    <a:pt x="4266493" y="2251755"/>
                  </a:lnTo>
                  <a:lnTo>
                    <a:pt x="4266638" y="2251755"/>
                  </a:lnTo>
                  <a:lnTo>
                    <a:pt x="4266784" y="2251132"/>
                  </a:lnTo>
                  <a:lnTo>
                    <a:pt x="4266929" y="2251132"/>
                  </a:lnTo>
                  <a:lnTo>
                    <a:pt x="4267220" y="2251132"/>
                  </a:lnTo>
                  <a:lnTo>
                    <a:pt x="4267365" y="2251132"/>
                  </a:lnTo>
                  <a:lnTo>
                    <a:pt x="4267656" y="2249261"/>
                  </a:lnTo>
                  <a:lnTo>
                    <a:pt x="4267801" y="2249261"/>
                  </a:lnTo>
                  <a:lnTo>
                    <a:pt x="4268238" y="2249261"/>
                  </a:lnTo>
                  <a:lnTo>
                    <a:pt x="4268965" y="2249261"/>
                  </a:lnTo>
                  <a:lnTo>
                    <a:pt x="4269110" y="2249261"/>
                  </a:lnTo>
                  <a:lnTo>
                    <a:pt x="4269256" y="2249261"/>
                  </a:lnTo>
                  <a:lnTo>
                    <a:pt x="4269547" y="2249261"/>
                  </a:lnTo>
                  <a:lnTo>
                    <a:pt x="4269692" y="2248014"/>
                  </a:lnTo>
                  <a:lnTo>
                    <a:pt x="4270419" y="2247390"/>
                  </a:lnTo>
                  <a:lnTo>
                    <a:pt x="4270419" y="2246767"/>
                  </a:lnTo>
                  <a:lnTo>
                    <a:pt x="4270419" y="2246143"/>
                  </a:lnTo>
                  <a:lnTo>
                    <a:pt x="4270565" y="2246143"/>
                  </a:lnTo>
                  <a:lnTo>
                    <a:pt x="4270855" y="2246143"/>
                  </a:lnTo>
                  <a:lnTo>
                    <a:pt x="4271146" y="2246143"/>
                  </a:lnTo>
                  <a:lnTo>
                    <a:pt x="4271292" y="2246143"/>
                  </a:lnTo>
                  <a:lnTo>
                    <a:pt x="4271583" y="2246143"/>
                  </a:lnTo>
                  <a:lnTo>
                    <a:pt x="4271728" y="2246143"/>
                  </a:lnTo>
                  <a:lnTo>
                    <a:pt x="4272019" y="2246143"/>
                  </a:lnTo>
                  <a:lnTo>
                    <a:pt x="4272164" y="2245519"/>
                  </a:lnTo>
                  <a:lnTo>
                    <a:pt x="4272455" y="2244896"/>
                  </a:lnTo>
                  <a:lnTo>
                    <a:pt x="4272455" y="2244272"/>
                  </a:lnTo>
                  <a:lnTo>
                    <a:pt x="4272601" y="2244272"/>
                  </a:lnTo>
                  <a:lnTo>
                    <a:pt x="4272746" y="2244272"/>
                  </a:lnTo>
                  <a:lnTo>
                    <a:pt x="4273473" y="2244272"/>
                  </a:lnTo>
                  <a:lnTo>
                    <a:pt x="4273619" y="2244272"/>
                  </a:lnTo>
                  <a:lnTo>
                    <a:pt x="4273619" y="2243649"/>
                  </a:lnTo>
                  <a:lnTo>
                    <a:pt x="4273909" y="2243649"/>
                  </a:lnTo>
                  <a:lnTo>
                    <a:pt x="4274636" y="2243025"/>
                  </a:lnTo>
                  <a:lnTo>
                    <a:pt x="4274636" y="2242402"/>
                  </a:lnTo>
                  <a:lnTo>
                    <a:pt x="4275073" y="2242402"/>
                  </a:lnTo>
                  <a:lnTo>
                    <a:pt x="4275218" y="2242402"/>
                  </a:lnTo>
                  <a:lnTo>
                    <a:pt x="4275364" y="2242402"/>
                  </a:lnTo>
                  <a:lnTo>
                    <a:pt x="4275509" y="2242402"/>
                  </a:lnTo>
                  <a:lnTo>
                    <a:pt x="4275945" y="2242402"/>
                  </a:lnTo>
                  <a:lnTo>
                    <a:pt x="4276091" y="2242402"/>
                  </a:lnTo>
                  <a:lnTo>
                    <a:pt x="4276382" y="2242402"/>
                  </a:lnTo>
                  <a:lnTo>
                    <a:pt x="4276527" y="2242402"/>
                  </a:lnTo>
                  <a:lnTo>
                    <a:pt x="4276672" y="2242402"/>
                  </a:lnTo>
                  <a:lnTo>
                    <a:pt x="4276818" y="2242402"/>
                  </a:lnTo>
                  <a:lnTo>
                    <a:pt x="4277109" y="2241778"/>
                  </a:lnTo>
                  <a:lnTo>
                    <a:pt x="4277400" y="2241778"/>
                  </a:lnTo>
                  <a:lnTo>
                    <a:pt x="4277545" y="2241778"/>
                  </a:lnTo>
                  <a:lnTo>
                    <a:pt x="4278272" y="2241778"/>
                  </a:lnTo>
                  <a:lnTo>
                    <a:pt x="4278563" y="2241778"/>
                  </a:lnTo>
                  <a:lnTo>
                    <a:pt x="4278563" y="2240531"/>
                  </a:lnTo>
                  <a:lnTo>
                    <a:pt x="4278999" y="2239907"/>
                  </a:lnTo>
                  <a:lnTo>
                    <a:pt x="4279145" y="2239907"/>
                  </a:lnTo>
                  <a:lnTo>
                    <a:pt x="4279436" y="2239907"/>
                  </a:lnTo>
                  <a:lnTo>
                    <a:pt x="4279581" y="2239907"/>
                  </a:lnTo>
                  <a:lnTo>
                    <a:pt x="4279872" y="2239907"/>
                  </a:lnTo>
                  <a:lnTo>
                    <a:pt x="4280017" y="2239907"/>
                  </a:lnTo>
                  <a:lnTo>
                    <a:pt x="4280454" y="2239907"/>
                  </a:lnTo>
                  <a:lnTo>
                    <a:pt x="4280744" y="2239907"/>
                  </a:lnTo>
                  <a:lnTo>
                    <a:pt x="4281181" y="2239907"/>
                  </a:lnTo>
                  <a:lnTo>
                    <a:pt x="4281762" y="2239907"/>
                  </a:lnTo>
                  <a:lnTo>
                    <a:pt x="4281908" y="2239907"/>
                  </a:lnTo>
                  <a:lnTo>
                    <a:pt x="4282199" y="2239907"/>
                  </a:lnTo>
                  <a:lnTo>
                    <a:pt x="4282199" y="2239284"/>
                  </a:lnTo>
                  <a:lnTo>
                    <a:pt x="4282344" y="2239284"/>
                  </a:lnTo>
                  <a:lnTo>
                    <a:pt x="4282344" y="2238660"/>
                  </a:lnTo>
                  <a:lnTo>
                    <a:pt x="4282780" y="2238660"/>
                  </a:lnTo>
                  <a:lnTo>
                    <a:pt x="4283217" y="2238660"/>
                  </a:lnTo>
                  <a:lnTo>
                    <a:pt x="4283362" y="2238660"/>
                  </a:lnTo>
                  <a:lnTo>
                    <a:pt x="4283362" y="2238036"/>
                  </a:lnTo>
                  <a:lnTo>
                    <a:pt x="4283653" y="2238036"/>
                  </a:lnTo>
                  <a:lnTo>
                    <a:pt x="4283798" y="2238036"/>
                  </a:lnTo>
                  <a:lnTo>
                    <a:pt x="4283944" y="2238036"/>
                  </a:lnTo>
                  <a:lnTo>
                    <a:pt x="4284380" y="2237413"/>
                  </a:lnTo>
                  <a:lnTo>
                    <a:pt x="4284525" y="2237413"/>
                  </a:lnTo>
                  <a:lnTo>
                    <a:pt x="4284962" y="2236789"/>
                  </a:lnTo>
                  <a:lnTo>
                    <a:pt x="4285107" y="2236789"/>
                  </a:lnTo>
                  <a:lnTo>
                    <a:pt x="4285253" y="2236166"/>
                  </a:lnTo>
                  <a:lnTo>
                    <a:pt x="4285398" y="2236166"/>
                  </a:lnTo>
                  <a:lnTo>
                    <a:pt x="4285543" y="2236166"/>
                  </a:lnTo>
                  <a:lnTo>
                    <a:pt x="4286125" y="2234919"/>
                  </a:lnTo>
                  <a:lnTo>
                    <a:pt x="4286271" y="2234919"/>
                  </a:lnTo>
                  <a:lnTo>
                    <a:pt x="4286561" y="2234919"/>
                  </a:lnTo>
                  <a:lnTo>
                    <a:pt x="4286998" y="2234919"/>
                  </a:lnTo>
                  <a:lnTo>
                    <a:pt x="4287288" y="2233671"/>
                  </a:lnTo>
                  <a:lnTo>
                    <a:pt x="4287579" y="2233671"/>
                  </a:lnTo>
                  <a:lnTo>
                    <a:pt x="4287725" y="2233671"/>
                  </a:lnTo>
                  <a:lnTo>
                    <a:pt x="4288016" y="2233048"/>
                  </a:lnTo>
                  <a:lnTo>
                    <a:pt x="4288161" y="2233048"/>
                  </a:lnTo>
                  <a:lnTo>
                    <a:pt x="4288452" y="2233048"/>
                  </a:lnTo>
                  <a:lnTo>
                    <a:pt x="4288743" y="2233048"/>
                  </a:lnTo>
                  <a:lnTo>
                    <a:pt x="4289034" y="2233048"/>
                  </a:lnTo>
                  <a:lnTo>
                    <a:pt x="4289761" y="2233048"/>
                  </a:lnTo>
                  <a:lnTo>
                    <a:pt x="4290342" y="2233048"/>
                  </a:lnTo>
                  <a:lnTo>
                    <a:pt x="4290488" y="2232424"/>
                  </a:lnTo>
                  <a:lnTo>
                    <a:pt x="4290633" y="2232424"/>
                  </a:lnTo>
                  <a:lnTo>
                    <a:pt x="4290924" y="2232424"/>
                  </a:lnTo>
                  <a:lnTo>
                    <a:pt x="4291215" y="2232424"/>
                  </a:lnTo>
                  <a:lnTo>
                    <a:pt x="4291651" y="2231801"/>
                  </a:lnTo>
                  <a:lnTo>
                    <a:pt x="4291942" y="2231801"/>
                  </a:lnTo>
                  <a:lnTo>
                    <a:pt x="4292088" y="2231801"/>
                  </a:lnTo>
                  <a:lnTo>
                    <a:pt x="4292233" y="2231801"/>
                  </a:lnTo>
                  <a:lnTo>
                    <a:pt x="4292815" y="2231177"/>
                  </a:lnTo>
                  <a:lnTo>
                    <a:pt x="4292960" y="2231177"/>
                  </a:lnTo>
                  <a:lnTo>
                    <a:pt x="4293106" y="2231177"/>
                  </a:lnTo>
                  <a:lnTo>
                    <a:pt x="4293833" y="2231177"/>
                  </a:lnTo>
                  <a:lnTo>
                    <a:pt x="4293978" y="2231177"/>
                  </a:lnTo>
                  <a:lnTo>
                    <a:pt x="4294269" y="2230553"/>
                  </a:lnTo>
                  <a:lnTo>
                    <a:pt x="4294560" y="2230553"/>
                  </a:lnTo>
                  <a:lnTo>
                    <a:pt x="4294560" y="2229930"/>
                  </a:lnTo>
                  <a:lnTo>
                    <a:pt x="4294705" y="2229306"/>
                  </a:lnTo>
                  <a:lnTo>
                    <a:pt x="4294851" y="2229306"/>
                  </a:lnTo>
                  <a:lnTo>
                    <a:pt x="4295432" y="2229306"/>
                  </a:lnTo>
                  <a:lnTo>
                    <a:pt x="4295432" y="2228683"/>
                  </a:lnTo>
                  <a:lnTo>
                    <a:pt x="4296450" y="2228059"/>
                  </a:lnTo>
                  <a:lnTo>
                    <a:pt x="4297032" y="2227436"/>
                  </a:lnTo>
                  <a:lnTo>
                    <a:pt x="4297468" y="2224941"/>
                  </a:lnTo>
                  <a:lnTo>
                    <a:pt x="4297614" y="2224941"/>
                  </a:lnTo>
                  <a:lnTo>
                    <a:pt x="4298341" y="2224318"/>
                  </a:lnTo>
                  <a:lnTo>
                    <a:pt x="4299359" y="2224318"/>
                  </a:lnTo>
                  <a:lnTo>
                    <a:pt x="4299941" y="2223694"/>
                  </a:lnTo>
                  <a:lnTo>
                    <a:pt x="4300377" y="2222447"/>
                  </a:lnTo>
                  <a:lnTo>
                    <a:pt x="4300668" y="2222447"/>
                  </a:lnTo>
                  <a:lnTo>
                    <a:pt x="4300958" y="2220576"/>
                  </a:lnTo>
                  <a:lnTo>
                    <a:pt x="4301686" y="2219953"/>
                  </a:lnTo>
                  <a:lnTo>
                    <a:pt x="4302122" y="2219329"/>
                  </a:lnTo>
                  <a:lnTo>
                    <a:pt x="4302267" y="2218705"/>
                  </a:lnTo>
                  <a:lnTo>
                    <a:pt x="4302994" y="2218705"/>
                  </a:lnTo>
                  <a:lnTo>
                    <a:pt x="4302994" y="2218082"/>
                  </a:lnTo>
                  <a:lnTo>
                    <a:pt x="4303431" y="2218082"/>
                  </a:lnTo>
                  <a:lnTo>
                    <a:pt x="4303576" y="2218082"/>
                  </a:lnTo>
                  <a:lnTo>
                    <a:pt x="4304158" y="2218082"/>
                  </a:lnTo>
                  <a:lnTo>
                    <a:pt x="4304158" y="2217458"/>
                  </a:lnTo>
                  <a:lnTo>
                    <a:pt x="4304449" y="2214964"/>
                  </a:lnTo>
                  <a:lnTo>
                    <a:pt x="4304594" y="2214964"/>
                  </a:lnTo>
                  <a:lnTo>
                    <a:pt x="4304740" y="2214964"/>
                  </a:lnTo>
                  <a:lnTo>
                    <a:pt x="4305030" y="2214964"/>
                  </a:lnTo>
                  <a:lnTo>
                    <a:pt x="4305176" y="2214964"/>
                  </a:lnTo>
                  <a:lnTo>
                    <a:pt x="4305321" y="2214964"/>
                  </a:lnTo>
                  <a:lnTo>
                    <a:pt x="4305467" y="2214964"/>
                  </a:lnTo>
                  <a:lnTo>
                    <a:pt x="4305612" y="2213717"/>
                  </a:lnTo>
                  <a:lnTo>
                    <a:pt x="4305903" y="2213093"/>
                  </a:lnTo>
                  <a:lnTo>
                    <a:pt x="4306048" y="2213093"/>
                  </a:lnTo>
                  <a:lnTo>
                    <a:pt x="4306194" y="2213093"/>
                  </a:lnTo>
                  <a:lnTo>
                    <a:pt x="4306776" y="2213093"/>
                  </a:lnTo>
                  <a:lnTo>
                    <a:pt x="4307066" y="2213093"/>
                  </a:lnTo>
                  <a:lnTo>
                    <a:pt x="4307357" y="2213093"/>
                  </a:lnTo>
                  <a:lnTo>
                    <a:pt x="4307503" y="2213093"/>
                  </a:lnTo>
                  <a:lnTo>
                    <a:pt x="4307648" y="2212470"/>
                  </a:lnTo>
                  <a:lnTo>
                    <a:pt x="4307793" y="2211846"/>
                  </a:lnTo>
                  <a:lnTo>
                    <a:pt x="4308666" y="2211846"/>
                  </a:lnTo>
                  <a:lnTo>
                    <a:pt x="4308811" y="2211846"/>
                  </a:lnTo>
                  <a:lnTo>
                    <a:pt x="4309102" y="2211846"/>
                  </a:lnTo>
                  <a:lnTo>
                    <a:pt x="4309102" y="2211222"/>
                  </a:lnTo>
                  <a:lnTo>
                    <a:pt x="4309248" y="2210599"/>
                  </a:lnTo>
                  <a:lnTo>
                    <a:pt x="4309393" y="2210599"/>
                  </a:lnTo>
                  <a:lnTo>
                    <a:pt x="4309539" y="2209975"/>
                  </a:lnTo>
                  <a:lnTo>
                    <a:pt x="4309684" y="2209975"/>
                  </a:lnTo>
                  <a:lnTo>
                    <a:pt x="4309684" y="2209352"/>
                  </a:lnTo>
                  <a:lnTo>
                    <a:pt x="4310266" y="2208728"/>
                  </a:lnTo>
                  <a:lnTo>
                    <a:pt x="4310557" y="2208728"/>
                  </a:lnTo>
                  <a:lnTo>
                    <a:pt x="4310702" y="2208728"/>
                  </a:lnTo>
                  <a:lnTo>
                    <a:pt x="4310847" y="2208728"/>
                  </a:lnTo>
                  <a:lnTo>
                    <a:pt x="4310993" y="2208728"/>
                  </a:lnTo>
                  <a:lnTo>
                    <a:pt x="4311138" y="2208728"/>
                  </a:lnTo>
                  <a:lnTo>
                    <a:pt x="4311284" y="2208728"/>
                  </a:lnTo>
                  <a:lnTo>
                    <a:pt x="4311575" y="2207481"/>
                  </a:lnTo>
                  <a:lnTo>
                    <a:pt x="4311720" y="2207481"/>
                  </a:lnTo>
                  <a:lnTo>
                    <a:pt x="4311865" y="2207481"/>
                  </a:lnTo>
                  <a:lnTo>
                    <a:pt x="4312156" y="2206857"/>
                  </a:lnTo>
                  <a:lnTo>
                    <a:pt x="4312738" y="2206857"/>
                  </a:lnTo>
                  <a:lnTo>
                    <a:pt x="4312883" y="2206857"/>
                  </a:lnTo>
                  <a:lnTo>
                    <a:pt x="4313029" y="2206857"/>
                  </a:lnTo>
                  <a:lnTo>
                    <a:pt x="4313174" y="2206857"/>
                  </a:lnTo>
                  <a:lnTo>
                    <a:pt x="4313320" y="2206857"/>
                  </a:lnTo>
                  <a:lnTo>
                    <a:pt x="4313611" y="2206857"/>
                  </a:lnTo>
                  <a:lnTo>
                    <a:pt x="4313901" y="2206857"/>
                  </a:lnTo>
                  <a:lnTo>
                    <a:pt x="4314192" y="2206857"/>
                  </a:lnTo>
                  <a:lnTo>
                    <a:pt x="4314338" y="2206857"/>
                  </a:lnTo>
                  <a:lnTo>
                    <a:pt x="4314483" y="2206857"/>
                  </a:lnTo>
                  <a:lnTo>
                    <a:pt x="4314628" y="2206857"/>
                  </a:lnTo>
                  <a:lnTo>
                    <a:pt x="4314774" y="2206857"/>
                  </a:lnTo>
                  <a:lnTo>
                    <a:pt x="4314919" y="2206857"/>
                  </a:lnTo>
                  <a:lnTo>
                    <a:pt x="4315065" y="2206857"/>
                  </a:lnTo>
                  <a:lnTo>
                    <a:pt x="4315210" y="2206857"/>
                  </a:lnTo>
                  <a:lnTo>
                    <a:pt x="4315356" y="2206857"/>
                  </a:lnTo>
                  <a:lnTo>
                    <a:pt x="4315937" y="2206857"/>
                  </a:lnTo>
                  <a:lnTo>
                    <a:pt x="4316228" y="2206857"/>
                  </a:lnTo>
                  <a:lnTo>
                    <a:pt x="4316519" y="2206857"/>
                  </a:lnTo>
                  <a:lnTo>
                    <a:pt x="4316955" y="2206857"/>
                  </a:lnTo>
                  <a:lnTo>
                    <a:pt x="4317392" y="2206857"/>
                  </a:lnTo>
                  <a:lnTo>
                    <a:pt x="4317537" y="2206857"/>
                  </a:lnTo>
                  <a:lnTo>
                    <a:pt x="4317828" y="2206857"/>
                  </a:lnTo>
                  <a:lnTo>
                    <a:pt x="4318410" y="2206857"/>
                  </a:lnTo>
                  <a:lnTo>
                    <a:pt x="4318700" y="2206857"/>
                  </a:lnTo>
                  <a:lnTo>
                    <a:pt x="4318991" y="2206234"/>
                  </a:lnTo>
                  <a:lnTo>
                    <a:pt x="4319137" y="2206234"/>
                  </a:lnTo>
                  <a:lnTo>
                    <a:pt x="4319428" y="2206234"/>
                  </a:lnTo>
                  <a:lnTo>
                    <a:pt x="4319573" y="2206234"/>
                  </a:lnTo>
                  <a:lnTo>
                    <a:pt x="4319718" y="2206234"/>
                  </a:lnTo>
                  <a:lnTo>
                    <a:pt x="4319864" y="2206234"/>
                  </a:lnTo>
                  <a:lnTo>
                    <a:pt x="4320155" y="2206234"/>
                  </a:lnTo>
                  <a:lnTo>
                    <a:pt x="4320736" y="2205610"/>
                  </a:lnTo>
                  <a:lnTo>
                    <a:pt x="4320882" y="2205610"/>
                  </a:lnTo>
                  <a:lnTo>
                    <a:pt x="4321027" y="2204987"/>
                  </a:lnTo>
                  <a:lnTo>
                    <a:pt x="4321173" y="2204987"/>
                  </a:lnTo>
                  <a:lnTo>
                    <a:pt x="4321754" y="2204987"/>
                  </a:lnTo>
                  <a:lnTo>
                    <a:pt x="4321900" y="2204987"/>
                  </a:lnTo>
                  <a:lnTo>
                    <a:pt x="4322481" y="2204363"/>
                  </a:lnTo>
                  <a:lnTo>
                    <a:pt x="4322627" y="2204363"/>
                  </a:lnTo>
                  <a:lnTo>
                    <a:pt x="4322918" y="2203739"/>
                  </a:lnTo>
                  <a:lnTo>
                    <a:pt x="4323063" y="2203739"/>
                  </a:lnTo>
                  <a:lnTo>
                    <a:pt x="4323209" y="2203739"/>
                  </a:lnTo>
                  <a:lnTo>
                    <a:pt x="4323354" y="2203739"/>
                  </a:lnTo>
                  <a:lnTo>
                    <a:pt x="4323499" y="2203739"/>
                  </a:lnTo>
                  <a:lnTo>
                    <a:pt x="4323645" y="2203739"/>
                  </a:lnTo>
                  <a:lnTo>
                    <a:pt x="4323790" y="2203116"/>
                  </a:lnTo>
                  <a:lnTo>
                    <a:pt x="4323936" y="2203116"/>
                  </a:lnTo>
                  <a:lnTo>
                    <a:pt x="4324517" y="2203116"/>
                  </a:lnTo>
                  <a:lnTo>
                    <a:pt x="4324663" y="2202492"/>
                  </a:lnTo>
                  <a:lnTo>
                    <a:pt x="4324954" y="2202492"/>
                  </a:lnTo>
                  <a:lnTo>
                    <a:pt x="4325245" y="2202492"/>
                  </a:lnTo>
                  <a:lnTo>
                    <a:pt x="4325972" y="2202492"/>
                  </a:lnTo>
                  <a:lnTo>
                    <a:pt x="4326553" y="2201869"/>
                  </a:lnTo>
                  <a:lnTo>
                    <a:pt x="4326990" y="2201869"/>
                  </a:lnTo>
                  <a:lnTo>
                    <a:pt x="4327135" y="2201869"/>
                  </a:lnTo>
                  <a:lnTo>
                    <a:pt x="4327135" y="2201245"/>
                  </a:lnTo>
                  <a:lnTo>
                    <a:pt x="4327135" y="2200622"/>
                  </a:lnTo>
                  <a:lnTo>
                    <a:pt x="4327281" y="2200622"/>
                  </a:lnTo>
                  <a:lnTo>
                    <a:pt x="4327571" y="2200622"/>
                  </a:lnTo>
                  <a:lnTo>
                    <a:pt x="4327862" y="2200622"/>
                  </a:lnTo>
                  <a:lnTo>
                    <a:pt x="4328298" y="2199998"/>
                  </a:lnTo>
                  <a:lnTo>
                    <a:pt x="4328298" y="2199374"/>
                  </a:lnTo>
                  <a:lnTo>
                    <a:pt x="4328444" y="2199374"/>
                  </a:lnTo>
                  <a:lnTo>
                    <a:pt x="4328589" y="2198751"/>
                  </a:lnTo>
                  <a:lnTo>
                    <a:pt x="4328735" y="2198751"/>
                  </a:lnTo>
                  <a:lnTo>
                    <a:pt x="4328880" y="2198751"/>
                  </a:lnTo>
                  <a:lnTo>
                    <a:pt x="4329026" y="2198751"/>
                  </a:lnTo>
                  <a:lnTo>
                    <a:pt x="4343132" y="2180667"/>
                  </a:lnTo>
                  <a:lnTo>
                    <a:pt x="4343714" y="2178173"/>
                  </a:lnTo>
                  <a:lnTo>
                    <a:pt x="4343859" y="2178173"/>
                  </a:lnTo>
                  <a:lnTo>
                    <a:pt x="4344004" y="2178173"/>
                  </a:lnTo>
                  <a:lnTo>
                    <a:pt x="4344004" y="2177549"/>
                  </a:lnTo>
                  <a:lnTo>
                    <a:pt x="4344150" y="2176302"/>
                  </a:lnTo>
                  <a:lnTo>
                    <a:pt x="4344295" y="2176302"/>
                  </a:lnTo>
                  <a:lnTo>
                    <a:pt x="4344441" y="2176302"/>
                  </a:lnTo>
                  <a:lnTo>
                    <a:pt x="4344586" y="2176302"/>
                  </a:lnTo>
                  <a:lnTo>
                    <a:pt x="4344877" y="2176302"/>
                  </a:lnTo>
                  <a:lnTo>
                    <a:pt x="4345895" y="2175678"/>
                  </a:lnTo>
                  <a:lnTo>
                    <a:pt x="4346331" y="2175678"/>
                  </a:lnTo>
                  <a:lnTo>
                    <a:pt x="4346622" y="2175678"/>
                  </a:lnTo>
                  <a:lnTo>
                    <a:pt x="4346768" y="2175678"/>
                  </a:lnTo>
                  <a:lnTo>
                    <a:pt x="4346913" y="2175678"/>
                  </a:lnTo>
                  <a:lnTo>
                    <a:pt x="4347495" y="2175678"/>
                  </a:lnTo>
                  <a:lnTo>
                    <a:pt x="4347495" y="2175055"/>
                  </a:lnTo>
                  <a:lnTo>
                    <a:pt x="4347640" y="2175055"/>
                  </a:lnTo>
                  <a:lnTo>
                    <a:pt x="4348803" y="2175055"/>
                  </a:lnTo>
                  <a:lnTo>
                    <a:pt x="4348949" y="2175055"/>
                  </a:lnTo>
                  <a:lnTo>
                    <a:pt x="4349094" y="2175055"/>
                  </a:lnTo>
                  <a:lnTo>
                    <a:pt x="4349240" y="2175055"/>
                  </a:lnTo>
                  <a:lnTo>
                    <a:pt x="4349531" y="2174431"/>
                  </a:lnTo>
                  <a:lnTo>
                    <a:pt x="4349676" y="2174431"/>
                  </a:lnTo>
                  <a:lnTo>
                    <a:pt x="4349821" y="2174431"/>
                  </a:lnTo>
                  <a:lnTo>
                    <a:pt x="4349967" y="2174431"/>
                  </a:lnTo>
                  <a:lnTo>
                    <a:pt x="4350112" y="2174431"/>
                  </a:lnTo>
                  <a:lnTo>
                    <a:pt x="4350258" y="2174431"/>
                  </a:lnTo>
                  <a:lnTo>
                    <a:pt x="4350694" y="2174431"/>
                  </a:lnTo>
                  <a:lnTo>
                    <a:pt x="4350839" y="2174431"/>
                  </a:lnTo>
                  <a:lnTo>
                    <a:pt x="4351130" y="2174431"/>
                  </a:lnTo>
                  <a:lnTo>
                    <a:pt x="4351276" y="2174431"/>
                  </a:lnTo>
                  <a:lnTo>
                    <a:pt x="4351567" y="2174431"/>
                  </a:lnTo>
                  <a:lnTo>
                    <a:pt x="4351712" y="2174431"/>
                  </a:lnTo>
                  <a:lnTo>
                    <a:pt x="4351857" y="2174431"/>
                  </a:lnTo>
                  <a:lnTo>
                    <a:pt x="4352003" y="2174431"/>
                  </a:lnTo>
                  <a:lnTo>
                    <a:pt x="4352294" y="2174431"/>
                  </a:lnTo>
                  <a:lnTo>
                    <a:pt x="4352439" y="2174431"/>
                  </a:lnTo>
                  <a:lnTo>
                    <a:pt x="4352585" y="2174431"/>
                  </a:lnTo>
                  <a:lnTo>
                    <a:pt x="4353021" y="2174431"/>
                  </a:lnTo>
                  <a:lnTo>
                    <a:pt x="4353166" y="2174431"/>
                  </a:lnTo>
                  <a:lnTo>
                    <a:pt x="4354039" y="2173807"/>
                  </a:lnTo>
                  <a:lnTo>
                    <a:pt x="4354184" y="2173807"/>
                  </a:lnTo>
                  <a:lnTo>
                    <a:pt x="4354621" y="2173184"/>
                  </a:lnTo>
                  <a:lnTo>
                    <a:pt x="4355202" y="2173184"/>
                  </a:lnTo>
                  <a:lnTo>
                    <a:pt x="4355348" y="2173184"/>
                  </a:lnTo>
                  <a:lnTo>
                    <a:pt x="4355493" y="2173184"/>
                  </a:lnTo>
                  <a:lnTo>
                    <a:pt x="4355638" y="2173184"/>
                  </a:lnTo>
                  <a:lnTo>
                    <a:pt x="4355784" y="2173184"/>
                  </a:lnTo>
                  <a:lnTo>
                    <a:pt x="4355929" y="2173184"/>
                  </a:lnTo>
                  <a:lnTo>
                    <a:pt x="4356220" y="2173184"/>
                  </a:lnTo>
                  <a:lnTo>
                    <a:pt x="4356366" y="2173184"/>
                  </a:lnTo>
                  <a:lnTo>
                    <a:pt x="4356511" y="2173184"/>
                  </a:lnTo>
                  <a:lnTo>
                    <a:pt x="4357093" y="2173184"/>
                  </a:lnTo>
                  <a:lnTo>
                    <a:pt x="4357238" y="2173184"/>
                  </a:lnTo>
                  <a:lnTo>
                    <a:pt x="4357529" y="2173184"/>
                  </a:lnTo>
                  <a:lnTo>
                    <a:pt x="4357674" y="2173184"/>
                  </a:lnTo>
                  <a:lnTo>
                    <a:pt x="4357820" y="2173184"/>
                  </a:lnTo>
                  <a:lnTo>
                    <a:pt x="4358111" y="2173184"/>
                  </a:lnTo>
                  <a:lnTo>
                    <a:pt x="4358256" y="2173184"/>
                  </a:lnTo>
                  <a:lnTo>
                    <a:pt x="4358402" y="2173184"/>
                  </a:lnTo>
                  <a:lnTo>
                    <a:pt x="4358692" y="2173184"/>
                  </a:lnTo>
                  <a:lnTo>
                    <a:pt x="4359274" y="2172560"/>
                  </a:lnTo>
                  <a:lnTo>
                    <a:pt x="4359420" y="2172560"/>
                  </a:lnTo>
                  <a:lnTo>
                    <a:pt x="4360001" y="2172560"/>
                  </a:lnTo>
                  <a:lnTo>
                    <a:pt x="4360147" y="2172560"/>
                  </a:lnTo>
                  <a:lnTo>
                    <a:pt x="4360292" y="2172560"/>
                  </a:lnTo>
                  <a:lnTo>
                    <a:pt x="4360728" y="2172560"/>
                  </a:lnTo>
                  <a:lnTo>
                    <a:pt x="4361165" y="2172560"/>
                  </a:lnTo>
                  <a:lnTo>
                    <a:pt x="4361892" y="2172560"/>
                  </a:lnTo>
                  <a:lnTo>
                    <a:pt x="4362037" y="2172560"/>
                  </a:lnTo>
                  <a:lnTo>
                    <a:pt x="4362183" y="2171937"/>
                  </a:lnTo>
                  <a:lnTo>
                    <a:pt x="4362328" y="2171937"/>
                  </a:lnTo>
                  <a:lnTo>
                    <a:pt x="4362473" y="2171937"/>
                  </a:lnTo>
                  <a:lnTo>
                    <a:pt x="4362619" y="2171937"/>
                  </a:lnTo>
                  <a:lnTo>
                    <a:pt x="4362764" y="2171937"/>
                  </a:lnTo>
                  <a:lnTo>
                    <a:pt x="4363055" y="2171937"/>
                  </a:lnTo>
                  <a:lnTo>
                    <a:pt x="4363782" y="2171937"/>
                  </a:lnTo>
                  <a:lnTo>
                    <a:pt x="4364219" y="2171313"/>
                  </a:lnTo>
                  <a:lnTo>
                    <a:pt x="4364364" y="2171313"/>
                  </a:lnTo>
                  <a:lnTo>
                    <a:pt x="4364655" y="2171313"/>
                  </a:lnTo>
                  <a:lnTo>
                    <a:pt x="4365091" y="2171313"/>
                  </a:lnTo>
                  <a:lnTo>
                    <a:pt x="4365527" y="2170690"/>
                  </a:lnTo>
                  <a:lnTo>
                    <a:pt x="4365964" y="2170690"/>
                  </a:lnTo>
                  <a:lnTo>
                    <a:pt x="4366982" y="2170690"/>
                  </a:lnTo>
                  <a:lnTo>
                    <a:pt x="4367127" y="2170690"/>
                  </a:lnTo>
                  <a:lnTo>
                    <a:pt x="4367418" y="2170690"/>
                  </a:lnTo>
                  <a:lnTo>
                    <a:pt x="4368145" y="2170690"/>
                  </a:lnTo>
                  <a:lnTo>
                    <a:pt x="4368727" y="2170690"/>
                  </a:lnTo>
                  <a:lnTo>
                    <a:pt x="4369163" y="2170690"/>
                  </a:lnTo>
                  <a:lnTo>
                    <a:pt x="4369745" y="2170690"/>
                  </a:lnTo>
                  <a:lnTo>
                    <a:pt x="4369745" y="2170066"/>
                  </a:lnTo>
                  <a:lnTo>
                    <a:pt x="4370181" y="2169442"/>
                  </a:lnTo>
                  <a:lnTo>
                    <a:pt x="4370617" y="2169442"/>
                  </a:lnTo>
                  <a:lnTo>
                    <a:pt x="4370908" y="2169442"/>
                  </a:lnTo>
                  <a:lnTo>
                    <a:pt x="4371054" y="2169442"/>
                  </a:lnTo>
                  <a:lnTo>
                    <a:pt x="4371926" y="2169442"/>
                  </a:lnTo>
                  <a:lnTo>
                    <a:pt x="4372072" y="2169442"/>
                  </a:lnTo>
                  <a:lnTo>
                    <a:pt x="4372653" y="2169442"/>
                  </a:lnTo>
                  <a:lnTo>
                    <a:pt x="4372944" y="2169442"/>
                  </a:lnTo>
                  <a:lnTo>
                    <a:pt x="4373235" y="2169442"/>
                  </a:lnTo>
                  <a:lnTo>
                    <a:pt x="4373380" y="2169442"/>
                  </a:lnTo>
                  <a:lnTo>
                    <a:pt x="4373817" y="2169442"/>
                  </a:lnTo>
                  <a:lnTo>
                    <a:pt x="4373962" y="2169442"/>
                  </a:lnTo>
                  <a:lnTo>
                    <a:pt x="4374253" y="2168819"/>
                  </a:lnTo>
                  <a:lnTo>
                    <a:pt x="4374689" y="2168819"/>
                  </a:lnTo>
                  <a:lnTo>
                    <a:pt x="4374835" y="2168819"/>
                  </a:lnTo>
                  <a:lnTo>
                    <a:pt x="4374980" y="2168819"/>
                  </a:lnTo>
                  <a:lnTo>
                    <a:pt x="4375125" y="2168819"/>
                  </a:lnTo>
                  <a:lnTo>
                    <a:pt x="4375271" y="2168819"/>
                  </a:lnTo>
                  <a:lnTo>
                    <a:pt x="4375416" y="2168819"/>
                  </a:lnTo>
                  <a:lnTo>
                    <a:pt x="4375562" y="2168819"/>
                  </a:lnTo>
                  <a:lnTo>
                    <a:pt x="4375707" y="2168819"/>
                  </a:lnTo>
                  <a:lnTo>
                    <a:pt x="4375707" y="2168195"/>
                  </a:lnTo>
                  <a:lnTo>
                    <a:pt x="4375853" y="2168195"/>
                  </a:lnTo>
                  <a:lnTo>
                    <a:pt x="4375998" y="2168195"/>
                  </a:lnTo>
                  <a:lnTo>
                    <a:pt x="4376143" y="2168195"/>
                  </a:lnTo>
                  <a:lnTo>
                    <a:pt x="4376289" y="2168195"/>
                  </a:lnTo>
                  <a:lnTo>
                    <a:pt x="4376434" y="2168195"/>
                  </a:lnTo>
                  <a:lnTo>
                    <a:pt x="4376580" y="2168195"/>
                  </a:lnTo>
                  <a:lnTo>
                    <a:pt x="4377452" y="2168195"/>
                  </a:lnTo>
                  <a:lnTo>
                    <a:pt x="4377598" y="2167572"/>
                  </a:lnTo>
                  <a:lnTo>
                    <a:pt x="4377743" y="2167572"/>
                  </a:lnTo>
                  <a:lnTo>
                    <a:pt x="4378034" y="2166324"/>
                  </a:lnTo>
                  <a:lnTo>
                    <a:pt x="4378470" y="2165701"/>
                  </a:lnTo>
                  <a:lnTo>
                    <a:pt x="4379197" y="2165077"/>
                  </a:lnTo>
                  <a:lnTo>
                    <a:pt x="4379488" y="2164454"/>
                  </a:lnTo>
                  <a:lnTo>
                    <a:pt x="4379634" y="2164454"/>
                  </a:lnTo>
                  <a:lnTo>
                    <a:pt x="4380070" y="2163207"/>
                  </a:lnTo>
                  <a:lnTo>
                    <a:pt x="4380361" y="2162583"/>
                  </a:lnTo>
                  <a:lnTo>
                    <a:pt x="4380506" y="2162583"/>
                  </a:lnTo>
                  <a:lnTo>
                    <a:pt x="4381088" y="2161336"/>
                  </a:lnTo>
                  <a:lnTo>
                    <a:pt x="4381233" y="2161336"/>
                  </a:lnTo>
                  <a:lnTo>
                    <a:pt x="4381524" y="2161336"/>
                  </a:lnTo>
                  <a:lnTo>
                    <a:pt x="4381815" y="2160712"/>
                  </a:lnTo>
                  <a:lnTo>
                    <a:pt x="4382106" y="2160712"/>
                  </a:lnTo>
                  <a:lnTo>
                    <a:pt x="4382688" y="2160712"/>
                  </a:lnTo>
                  <a:lnTo>
                    <a:pt x="4384142" y="2160712"/>
                  </a:lnTo>
                  <a:lnTo>
                    <a:pt x="4384578" y="2160712"/>
                  </a:lnTo>
                  <a:lnTo>
                    <a:pt x="4384724" y="2160712"/>
                  </a:lnTo>
                  <a:lnTo>
                    <a:pt x="4384724" y="2159465"/>
                  </a:lnTo>
                  <a:lnTo>
                    <a:pt x="4384869" y="2159465"/>
                  </a:lnTo>
                  <a:lnTo>
                    <a:pt x="4385451" y="2159465"/>
                  </a:lnTo>
                  <a:lnTo>
                    <a:pt x="4386469" y="2158218"/>
                  </a:lnTo>
                  <a:lnTo>
                    <a:pt x="4387196" y="2157594"/>
                  </a:lnTo>
                  <a:lnTo>
                    <a:pt x="4387341" y="2157594"/>
                  </a:lnTo>
                  <a:lnTo>
                    <a:pt x="4387778" y="2156971"/>
                  </a:lnTo>
                  <a:lnTo>
                    <a:pt x="4387778" y="2156347"/>
                  </a:lnTo>
                  <a:lnTo>
                    <a:pt x="4388214" y="2156347"/>
                  </a:lnTo>
                  <a:lnTo>
                    <a:pt x="4389232" y="2153853"/>
                  </a:lnTo>
                  <a:lnTo>
                    <a:pt x="4389813" y="2153853"/>
                  </a:lnTo>
                  <a:lnTo>
                    <a:pt x="4390104" y="2153853"/>
                  </a:lnTo>
                  <a:lnTo>
                    <a:pt x="4390250" y="2153853"/>
                  </a:lnTo>
                  <a:lnTo>
                    <a:pt x="4390831" y="2152606"/>
                  </a:lnTo>
                  <a:lnTo>
                    <a:pt x="4391413" y="2151982"/>
                  </a:lnTo>
                  <a:lnTo>
                    <a:pt x="4391704" y="2151982"/>
                  </a:lnTo>
                  <a:lnTo>
                    <a:pt x="4391849" y="2151982"/>
                  </a:lnTo>
                  <a:lnTo>
                    <a:pt x="4392431" y="2151359"/>
                  </a:lnTo>
                  <a:lnTo>
                    <a:pt x="4392722" y="2151359"/>
                  </a:lnTo>
                  <a:lnTo>
                    <a:pt x="4393158" y="2151359"/>
                  </a:lnTo>
                  <a:lnTo>
                    <a:pt x="4393304" y="2151359"/>
                  </a:lnTo>
                  <a:lnTo>
                    <a:pt x="4394322" y="2151359"/>
                  </a:lnTo>
                  <a:lnTo>
                    <a:pt x="4394467" y="2151359"/>
                  </a:lnTo>
                  <a:lnTo>
                    <a:pt x="4394903" y="2151359"/>
                  </a:lnTo>
                  <a:lnTo>
                    <a:pt x="4395049" y="2151359"/>
                  </a:lnTo>
                  <a:lnTo>
                    <a:pt x="4395630" y="2151359"/>
                  </a:lnTo>
                  <a:lnTo>
                    <a:pt x="4395921" y="2150735"/>
                  </a:lnTo>
                  <a:lnTo>
                    <a:pt x="4396212" y="2150735"/>
                  </a:lnTo>
                  <a:lnTo>
                    <a:pt x="4396358" y="2150735"/>
                  </a:lnTo>
                  <a:lnTo>
                    <a:pt x="4396503" y="2150735"/>
                  </a:lnTo>
                  <a:lnTo>
                    <a:pt x="4397521" y="2150735"/>
                  </a:lnTo>
                  <a:lnTo>
                    <a:pt x="4397666" y="2150735"/>
                  </a:lnTo>
                  <a:lnTo>
                    <a:pt x="4397957" y="2150735"/>
                  </a:lnTo>
                  <a:lnTo>
                    <a:pt x="4398248" y="2148864"/>
                  </a:lnTo>
                  <a:lnTo>
                    <a:pt x="4398539" y="2148864"/>
                  </a:lnTo>
                  <a:lnTo>
                    <a:pt x="4398830" y="2148864"/>
                  </a:lnTo>
                  <a:lnTo>
                    <a:pt x="4398975" y="2148864"/>
                  </a:lnTo>
                  <a:lnTo>
                    <a:pt x="4398975" y="2148241"/>
                  </a:lnTo>
                  <a:lnTo>
                    <a:pt x="4398975" y="2147617"/>
                  </a:lnTo>
                  <a:lnTo>
                    <a:pt x="4399121" y="2147617"/>
                  </a:lnTo>
                  <a:lnTo>
                    <a:pt x="4399848" y="2146993"/>
                  </a:lnTo>
                  <a:lnTo>
                    <a:pt x="4399993" y="2146993"/>
                  </a:lnTo>
                  <a:lnTo>
                    <a:pt x="4400139" y="2146993"/>
                  </a:lnTo>
                  <a:lnTo>
                    <a:pt x="4400575" y="2146993"/>
                  </a:lnTo>
                  <a:lnTo>
                    <a:pt x="4401157" y="2146993"/>
                  </a:lnTo>
                  <a:lnTo>
                    <a:pt x="4401302" y="2146993"/>
                  </a:lnTo>
                  <a:lnTo>
                    <a:pt x="4401448" y="2146993"/>
                  </a:lnTo>
                  <a:lnTo>
                    <a:pt x="4401884" y="2146993"/>
                  </a:lnTo>
                  <a:lnTo>
                    <a:pt x="4402029" y="2146993"/>
                  </a:lnTo>
                  <a:lnTo>
                    <a:pt x="4402902" y="2146370"/>
                  </a:lnTo>
                  <a:lnTo>
                    <a:pt x="4403193" y="2146370"/>
                  </a:lnTo>
                  <a:lnTo>
                    <a:pt x="4403483" y="2146370"/>
                  </a:lnTo>
                  <a:lnTo>
                    <a:pt x="4403920" y="2146370"/>
                  </a:lnTo>
                  <a:lnTo>
                    <a:pt x="4404065" y="2145746"/>
                  </a:lnTo>
                  <a:lnTo>
                    <a:pt x="4404647" y="2145746"/>
                  </a:lnTo>
                  <a:lnTo>
                    <a:pt x="4404792" y="2145123"/>
                  </a:lnTo>
                  <a:lnTo>
                    <a:pt x="4404938" y="2144499"/>
                  </a:lnTo>
                  <a:lnTo>
                    <a:pt x="4405374" y="2144499"/>
                  </a:lnTo>
                  <a:lnTo>
                    <a:pt x="4405519" y="2144499"/>
                  </a:lnTo>
                  <a:lnTo>
                    <a:pt x="4405665" y="2143876"/>
                  </a:lnTo>
                  <a:lnTo>
                    <a:pt x="4405810" y="2143252"/>
                  </a:lnTo>
                  <a:lnTo>
                    <a:pt x="4405956" y="2142628"/>
                  </a:lnTo>
                  <a:lnTo>
                    <a:pt x="4406537" y="2142628"/>
                  </a:lnTo>
                  <a:lnTo>
                    <a:pt x="4406828" y="2142628"/>
                  </a:lnTo>
                  <a:lnTo>
                    <a:pt x="4406974" y="2142628"/>
                  </a:lnTo>
                  <a:lnTo>
                    <a:pt x="4407119" y="2142628"/>
                  </a:lnTo>
                  <a:lnTo>
                    <a:pt x="4407410" y="2142005"/>
                  </a:lnTo>
                  <a:lnTo>
                    <a:pt x="4407701" y="2142005"/>
                  </a:lnTo>
                  <a:lnTo>
                    <a:pt x="4407846" y="2142005"/>
                  </a:lnTo>
                  <a:lnTo>
                    <a:pt x="4407992" y="2141381"/>
                  </a:lnTo>
                  <a:lnTo>
                    <a:pt x="4408283" y="2140758"/>
                  </a:lnTo>
                  <a:lnTo>
                    <a:pt x="4408428" y="2140134"/>
                  </a:lnTo>
                  <a:lnTo>
                    <a:pt x="4408573" y="2140134"/>
                  </a:lnTo>
                  <a:lnTo>
                    <a:pt x="4408719" y="2140134"/>
                  </a:lnTo>
                  <a:lnTo>
                    <a:pt x="4409155" y="2140134"/>
                  </a:lnTo>
                  <a:lnTo>
                    <a:pt x="4409446" y="2140134"/>
                  </a:lnTo>
                  <a:lnTo>
                    <a:pt x="4409882" y="2139510"/>
                  </a:lnTo>
                  <a:lnTo>
                    <a:pt x="4410028" y="2139510"/>
                  </a:lnTo>
                  <a:lnTo>
                    <a:pt x="4410464" y="2139510"/>
                  </a:lnTo>
                  <a:lnTo>
                    <a:pt x="4410755" y="2139510"/>
                  </a:lnTo>
                  <a:lnTo>
                    <a:pt x="4411046" y="2139510"/>
                  </a:lnTo>
                  <a:lnTo>
                    <a:pt x="4411773" y="2137640"/>
                  </a:lnTo>
                  <a:lnTo>
                    <a:pt x="4411773" y="2137016"/>
                  </a:lnTo>
                  <a:lnTo>
                    <a:pt x="4411918" y="2137016"/>
                  </a:lnTo>
                  <a:lnTo>
                    <a:pt x="4412209" y="2137016"/>
                  </a:lnTo>
                  <a:lnTo>
                    <a:pt x="4412354" y="2137016"/>
                  </a:lnTo>
                  <a:lnTo>
                    <a:pt x="4412645" y="2137016"/>
                  </a:lnTo>
                  <a:lnTo>
                    <a:pt x="4412936" y="2137016"/>
                  </a:lnTo>
                  <a:lnTo>
                    <a:pt x="4413082" y="2137016"/>
                  </a:lnTo>
                  <a:lnTo>
                    <a:pt x="4413518" y="2137016"/>
                  </a:lnTo>
                  <a:lnTo>
                    <a:pt x="4414100" y="2137016"/>
                  </a:lnTo>
                  <a:lnTo>
                    <a:pt x="4414245" y="2137016"/>
                  </a:lnTo>
                  <a:lnTo>
                    <a:pt x="4414390" y="2135769"/>
                  </a:lnTo>
                  <a:lnTo>
                    <a:pt x="4414681" y="2135769"/>
                  </a:lnTo>
                  <a:lnTo>
                    <a:pt x="4415118" y="2135769"/>
                  </a:lnTo>
                  <a:lnTo>
                    <a:pt x="4415699" y="2135769"/>
                  </a:lnTo>
                  <a:lnTo>
                    <a:pt x="4415845" y="2135769"/>
                  </a:lnTo>
                  <a:lnTo>
                    <a:pt x="4415990" y="2135769"/>
                  </a:lnTo>
                  <a:lnTo>
                    <a:pt x="4416426" y="2135769"/>
                  </a:lnTo>
                  <a:lnTo>
                    <a:pt x="4416717" y="2135769"/>
                  </a:lnTo>
                  <a:lnTo>
                    <a:pt x="4417299" y="2135769"/>
                  </a:lnTo>
                  <a:lnTo>
                    <a:pt x="4417735" y="2135769"/>
                  </a:lnTo>
                  <a:lnTo>
                    <a:pt x="4418317" y="2135769"/>
                  </a:lnTo>
                  <a:lnTo>
                    <a:pt x="4419480" y="2135145"/>
                  </a:lnTo>
                  <a:lnTo>
                    <a:pt x="4419917" y="2135145"/>
                  </a:lnTo>
                  <a:lnTo>
                    <a:pt x="4420062" y="2134522"/>
                  </a:lnTo>
                  <a:lnTo>
                    <a:pt x="4420353" y="2134522"/>
                  </a:lnTo>
                  <a:lnTo>
                    <a:pt x="4420935" y="2134522"/>
                  </a:lnTo>
                  <a:lnTo>
                    <a:pt x="4421080" y="2134522"/>
                  </a:lnTo>
                  <a:lnTo>
                    <a:pt x="4421807" y="2134522"/>
                  </a:lnTo>
                  <a:lnTo>
                    <a:pt x="4422970" y="2134522"/>
                  </a:lnTo>
                  <a:lnTo>
                    <a:pt x="4423407" y="2133898"/>
                  </a:lnTo>
                  <a:lnTo>
                    <a:pt x="4423698" y="2133898"/>
                  </a:lnTo>
                  <a:lnTo>
                    <a:pt x="4424134" y="2133898"/>
                  </a:lnTo>
                  <a:lnTo>
                    <a:pt x="4424570" y="2131404"/>
                  </a:lnTo>
                  <a:lnTo>
                    <a:pt x="4424716" y="2131404"/>
                  </a:lnTo>
                  <a:lnTo>
                    <a:pt x="4425006" y="2131404"/>
                  </a:lnTo>
                  <a:lnTo>
                    <a:pt x="4425297" y="2131404"/>
                  </a:lnTo>
                  <a:lnTo>
                    <a:pt x="4425443" y="2131404"/>
                  </a:lnTo>
                  <a:lnTo>
                    <a:pt x="4425588" y="2131404"/>
                  </a:lnTo>
                  <a:lnTo>
                    <a:pt x="4426170" y="2130157"/>
                  </a:lnTo>
                  <a:lnTo>
                    <a:pt x="4426315" y="2130157"/>
                  </a:lnTo>
                  <a:lnTo>
                    <a:pt x="4426315" y="2129533"/>
                  </a:lnTo>
                  <a:lnTo>
                    <a:pt x="4426461" y="2129533"/>
                  </a:lnTo>
                  <a:lnTo>
                    <a:pt x="4426606" y="2129533"/>
                  </a:lnTo>
                  <a:lnTo>
                    <a:pt x="4426752" y="2129533"/>
                  </a:lnTo>
                  <a:lnTo>
                    <a:pt x="4426897" y="2129533"/>
                  </a:lnTo>
                  <a:lnTo>
                    <a:pt x="4427042" y="2129533"/>
                  </a:lnTo>
                  <a:lnTo>
                    <a:pt x="4427188" y="2129533"/>
                  </a:lnTo>
                  <a:lnTo>
                    <a:pt x="4428351" y="2128910"/>
                  </a:lnTo>
                  <a:lnTo>
                    <a:pt x="4428497" y="2128910"/>
                  </a:lnTo>
                  <a:lnTo>
                    <a:pt x="4428642" y="2128910"/>
                  </a:lnTo>
                  <a:lnTo>
                    <a:pt x="4428642" y="2128286"/>
                  </a:lnTo>
                  <a:lnTo>
                    <a:pt x="4428788" y="2128286"/>
                  </a:lnTo>
                  <a:lnTo>
                    <a:pt x="4428933" y="2128286"/>
                  </a:lnTo>
                  <a:lnTo>
                    <a:pt x="4429078" y="2128286"/>
                  </a:lnTo>
                  <a:lnTo>
                    <a:pt x="4429224" y="2128286"/>
                  </a:lnTo>
                  <a:lnTo>
                    <a:pt x="4430096" y="2127039"/>
                  </a:lnTo>
                  <a:lnTo>
                    <a:pt x="4430387" y="2127039"/>
                  </a:lnTo>
                  <a:lnTo>
                    <a:pt x="4430387" y="2126415"/>
                  </a:lnTo>
                  <a:lnTo>
                    <a:pt x="4430823" y="2125792"/>
                  </a:lnTo>
                  <a:lnTo>
                    <a:pt x="4430969" y="2125792"/>
                  </a:lnTo>
                  <a:lnTo>
                    <a:pt x="4431260" y="2125792"/>
                  </a:lnTo>
                  <a:lnTo>
                    <a:pt x="4431696" y="2123297"/>
                  </a:lnTo>
                  <a:lnTo>
                    <a:pt x="4431841" y="2123297"/>
                  </a:lnTo>
                  <a:lnTo>
                    <a:pt x="4431987" y="2123297"/>
                  </a:lnTo>
                  <a:lnTo>
                    <a:pt x="4432132" y="2122674"/>
                  </a:lnTo>
                  <a:lnTo>
                    <a:pt x="4432278" y="2122674"/>
                  </a:lnTo>
                  <a:lnTo>
                    <a:pt x="4433296" y="2122674"/>
                  </a:lnTo>
                  <a:lnTo>
                    <a:pt x="4434168" y="2121427"/>
                  </a:lnTo>
                  <a:lnTo>
                    <a:pt x="4434314" y="2121427"/>
                  </a:lnTo>
                  <a:lnTo>
                    <a:pt x="4434459" y="2121427"/>
                  </a:lnTo>
                  <a:lnTo>
                    <a:pt x="4434750" y="2121427"/>
                  </a:lnTo>
                  <a:lnTo>
                    <a:pt x="4434750" y="2120803"/>
                  </a:lnTo>
                  <a:lnTo>
                    <a:pt x="4435913" y="2120803"/>
                  </a:lnTo>
                  <a:lnTo>
                    <a:pt x="4436059" y="2120803"/>
                  </a:lnTo>
                  <a:lnTo>
                    <a:pt x="4436640" y="2120179"/>
                  </a:lnTo>
                  <a:lnTo>
                    <a:pt x="4437077" y="2118309"/>
                  </a:lnTo>
                  <a:lnTo>
                    <a:pt x="4437222" y="2118309"/>
                  </a:lnTo>
                  <a:lnTo>
                    <a:pt x="4437368" y="2118309"/>
                  </a:lnTo>
                  <a:lnTo>
                    <a:pt x="4438095" y="2116438"/>
                  </a:lnTo>
                  <a:lnTo>
                    <a:pt x="4438240" y="2116438"/>
                  </a:lnTo>
                  <a:lnTo>
                    <a:pt x="4438386" y="2115814"/>
                  </a:lnTo>
                  <a:lnTo>
                    <a:pt x="4438531" y="2115814"/>
                  </a:lnTo>
                  <a:lnTo>
                    <a:pt x="4438967" y="2115814"/>
                  </a:lnTo>
                  <a:lnTo>
                    <a:pt x="4439549" y="2114567"/>
                  </a:lnTo>
                  <a:lnTo>
                    <a:pt x="4439694" y="2114567"/>
                  </a:lnTo>
                  <a:lnTo>
                    <a:pt x="4439840" y="2114567"/>
                  </a:lnTo>
                  <a:lnTo>
                    <a:pt x="4439985" y="2114567"/>
                  </a:lnTo>
                  <a:lnTo>
                    <a:pt x="4440131" y="2114567"/>
                  </a:lnTo>
                  <a:lnTo>
                    <a:pt x="4440276" y="2114567"/>
                  </a:lnTo>
                  <a:lnTo>
                    <a:pt x="4440712" y="2114567"/>
                  </a:lnTo>
                  <a:lnTo>
                    <a:pt x="4441730" y="2111449"/>
                  </a:lnTo>
                  <a:lnTo>
                    <a:pt x="4442167" y="2111449"/>
                  </a:lnTo>
                  <a:lnTo>
                    <a:pt x="4442312" y="2111449"/>
                  </a:lnTo>
                  <a:lnTo>
                    <a:pt x="4442458" y="2111449"/>
                  </a:lnTo>
                  <a:lnTo>
                    <a:pt x="4442894" y="2111449"/>
                  </a:lnTo>
                  <a:lnTo>
                    <a:pt x="4443039" y="2111449"/>
                  </a:lnTo>
                  <a:lnTo>
                    <a:pt x="4443185" y="2111449"/>
                  </a:lnTo>
                  <a:lnTo>
                    <a:pt x="4443621" y="2110826"/>
                  </a:lnTo>
                  <a:lnTo>
                    <a:pt x="4443912" y="2110202"/>
                  </a:lnTo>
                  <a:lnTo>
                    <a:pt x="4444057" y="2110202"/>
                  </a:lnTo>
                  <a:lnTo>
                    <a:pt x="4444203" y="2110202"/>
                  </a:lnTo>
                  <a:lnTo>
                    <a:pt x="4445366" y="2109578"/>
                  </a:lnTo>
                  <a:lnTo>
                    <a:pt x="4445657" y="2109578"/>
                  </a:lnTo>
                  <a:lnTo>
                    <a:pt x="4445657" y="2108955"/>
                  </a:lnTo>
                  <a:lnTo>
                    <a:pt x="4446093" y="2108955"/>
                  </a:lnTo>
                  <a:lnTo>
                    <a:pt x="4446239" y="2108955"/>
                  </a:lnTo>
                  <a:lnTo>
                    <a:pt x="4446384" y="2108955"/>
                  </a:lnTo>
                  <a:lnTo>
                    <a:pt x="4446820" y="2108331"/>
                  </a:lnTo>
                  <a:lnTo>
                    <a:pt x="4446966" y="2108331"/>
                  </a:lnTo>
                  <a:lnTo>
                    <a:pt x="4447111" y="2107708"/>
                  </a:lnTo>
                  <a:lnTo>
                    <a:pt x="4447547" y="2107084"/>
                  </a:lnTo>
                  <a:lnTo>
                    <a:pt x="4447693" y="2106461"/>
                  </a:lnTo>
                  <a:lnTo>
                    <a:pt x="4448129" y="2106461"/>
                  </a:lnTo>
                  <a:lnTo>
                    <a:pt x="4448275" y="2106461"/>
                  </a:lnTo>
                  <a:lnTo>
                    <a:pt x="4448420" y="2106461"/>
                  </a:lnTo>
                  <a:lnTo>
                    <a:pt x="4448565" y="2106461"/>
                  </a:lnTo>
                  <a:lnTo>
                    <a:pt x="4448711" y="2106461"/>
                  </a:lnTo>
                  <a:lnTo>
                    <a:pt x="4448856" y="2106461"/>
                  </a:lnTo>
                  <a:lnTo>
                    <a:pt x="4449293" y="2105837"/>
                  </a:lnTo>
                  <a:lnTo>
                    <a:pt x="4449729" y="2105837"/>
                  </a:lnTo>
                  <a:lnTo>
                    <a:pt x="4450020" y="2105837"/>
                  </a:lnTo>
                  <a:lnTo>
                    <a:pt x="4450165" y="2105213"/>
                  </a:lnTo>
                  <a:lnTo>
                    <a:pt x="4450310" y="2105213"/>
                  </a:lnTo>
                  <a:lnTo>
                    <a:pt x="4450892" y="2105213"/>
                  </a:lnTo>
                  <a:lnTo>
                    <a:pt x="4451183" y="2105213"/>
                  </a:lnTo>
                  <a:lnTo>
                    <a:pt x="4451474" y="2105213"/>
                  </a:lnTo>
                  <a:lnTo>
                    <a:pt x="4451619" y="2105213"/>
                  </a:lnTo>
                  <a:lnTo>
                    <a:pt x="4452346" y="2105213"/>
                  </a:lnTo>
                  <a:lnTo>
                    <a:pt x="4452492" y="2105213"/>
                  </a:lnTo>
                  <a:lnTo>
                    <a:pt x="4452783" y="2105213"/>
                  </a:lnTo>
                  <a:lnTo>
                    <a:pt x="4452783" y="2104590"/>
                  </a:lnTo>
                  <a:lnTo>
                    <a:pt x="4453074" y="2104590"/>
                  </a:lnTo>
                  <a:lnTo>
                    <a:pt x="4453655" y="2104590"/>
                  </a:lnTo>
                  <a:lnTo>
                    <a:pt x="4453801" y="2103966"/>
                  </a:lnTo>
                  <a:lnTo>
                    <a:pt x="4454092" y="2103966"/>
                  </a:lnTo>
                  <a:lnTo>
                    <a:pt x="4454237" y="2103343"/>
                  </a:lnTo>
                  <a:lnTo>
                    <a:pt x="4454382" y="2103343"/>
                  </a:lnTo>
                  <a:lnTo>
                    <a:pt x="4455110" y="2103343"/>
                  </a:lnTo>
                  <a:lnTo>
                    <a:pt x="4455982" y="2100225"/>
                  </a:lnTo>
                  <a:lnTo>
                    <a:pt x="4456564" y="2099601"/>
                  </a:lnTo>
                  <a:lnTo>
                    <a:pt x="4456709" y="2099601"/>
                  </a:lnTo>
                  <a:lnTo>
                    <a:pt x="4457145" y="2099601"/>
                  </a:lnTo>
                  <a:lnTo>
                    <a:pt x="4457291" y="2099601"/>
                  </a:lnTo>
                  <a:lnTo>
                    <a:pt x="4457582" y="2099601"/>
                  </a:lnTo>
                  <a:lnTo>
                    <a:pt x="4457727" y="2099601"/>
                  </a:lnTo>
                  <a:lnTo>
                    <a:pt x="4458018" y="2099601"/>
                  </a:lnTo>
                  <a:lnTo>
                    <a:pt x="4458163" y="2099601"/>
                  </a:lnTo>
                  <a:lnTo>
                    <a:pt x="4458600" y="2099601"/>
                  </a:lnTo>
                  <a:lnTo>
                    <a:pt x="4458891" y="2099601"/>
                  </a:lnTo>
                  <a:lnTo>
                    <a:pt x="4459036" y="2099601"/>
                  </a:lnTo>
                  <a:lnTo>
                    <a:pt x="4459181" y="2099601"/>
                  </a:lnTo>
                  <a:lnTo>
                    <a:pt x="4459618" y="2099601"/>
                  </a:lnTo>
                  <a:lnTo>
                    <a:pt x="4459763" y="2099601"/>
                  </a:lnTo>
                  <a:lnTo>
                    <a:pt x="4460345" y="2097730"/>
                  </a:lnTo>
                  <a:lnTo>
                    <a:pt x="4460490" y="2097730"/>
                  </a:lnTo>
                  <a:lnTo>
                    <a:pt x="4460636" y="2097730"/>
                  </a:lnTo>
                  <a:lnTo>
                    <a:pt x="4461072" y="2097730"/>
                  </a:lnTo>
                  <a:lnTo>
                    <a:pt x="4461654" y="2097107"/>
                  </a:lnTo>
                  <a:lnTo>
                    <a:pt x="4461799" y="2097107"/>
                  </a:lnTo>
                  <a:lnTo>
                    <a:pt x="4461945" y="2097107"/>
                  </a:lnTo>
                  <a:lnTo>
                    <a:pt x="4462526" y="2096483"/>
                  </a:lnTo>
                  <a:lnTo>
                    <a:pt x="4464271" y="2095860"/>
                  </a:lnTo>
                  <a:lnTo>
                    <a:pt x="4464562" y="2095860"/>
                  </a:lnTo>
                  <a:lnTo>
                    <a:pt x="4464853" y="2095860"/>
                  </a:lnTo>
                  <a:lnTo>
                    <a:pt x="4464998" y="2095860"/>
                  </a:lnTo>
                  <a:lnTo>
                    <a:pt x="4465289" y="2093989"/>
                  </a:lnTo>
                  <a:lnTo>
                    <a:pt x="4465580" y="2093989"/>
                  </a:lnTo>
                  <a:lnTo>
                    <a:pt x="4466016" y="2093989"/>
                  </a:lnTo>
                  <a:lnTo>
                    <a:pt x="4466162" y="2093989"/>
                  </a:lnTo>
                  <a:lnTo>
                    <a:pt x="4466307" y="2093989"/>
                  </a:lnTo>
                  <a:lnTo>
                    <a:pt x="4466453" y="2093989"/>
                  </a:lnTo>
                  <a:lnTo>
                    <a:pt x="4467471" y="2093365"/>
                  </a:lnTo>
                  <a:lnTo>
                    <a:pt x="4468052" y="2093365"/>
                  </a:lnTo>
                  <a:lnTo>
                    <a:pt x="4468198" y="2093365"/>
                  </a:lnTo>
                  <a:lnTo>
                    <a:pt x="4468343" y="2093365"/>
                  </a:lnTo>
                  <a:lnTo>
                    <a:pt x="4468634" y="2093365"/>
                  </a:lnTo>
                  <a:lnTo>
                    <a:pt x="4468925" y="2093365"/>
                  </a:lnTo>
                  <a:lnTo>
                    <a:pt x="4469070" y="2093365"/>
                  </a:lnTo>
                  <a:lnTo>
                    <a:pt x="4469361" y="2093365"/>
                  </a:lnTo>
                  <a:lnTo>
                    <a:pt x="4469797" y="2092742"/>
                  </a:lnTo>
                  <a:lnTo>
                    <a:pt x="4469943" y="2092118"/>
                  </a:lnTo>
                  <a:lnTo>
                    <a:pt x="4470670" y="2090247"/>
                  </a:lnTo>
                  <a:lnTo>
                    <a:pt x="4470815" y="2090247"/>
                  </a:lnTo>
                  <a:lnTo>
                    <a:pt x="4471106" y="2090247"/>
                  </a:lnTo>
                  <a:lnTo>
                    <a:pt x="4471397" y="2090247"/>
                  </a:lnTo>
                  <a:lnTo>
                    <a:pt x="4471397" y="2089624"/>
                  </a:lnTo>
                  <a:lnTo>
                    <a:pt x="4471688" y="2089624"/>
                  </a:lnTo>
                  <a:lnTo>
                    <a:pt x="4472415" y="2089624"/>
                  </a:lnTo>
                  <a:lnTo>
                    <a:pt x="4472561" y="2089000"/>
                  </a:lnTo>
                  <a:lnTo>
                    <a:pt x="4472706" y="2089000"/>
                  </a:lnTo>
                  <a:lnTo>
                    <a:pt x="4472851" y="2089000"/>
                  </a:lnTo>
                  <a:lnTo>
                    <a:pt x="4473288" y="2089000"/>
                  </a:lnTo>
                  <a:lnTo>
                    <a:pt x="4473433" y="2089000"/>
                  </a:lnTo>
                  <a:lnTo>
                    <a:pt x="4473724" y="2088377"/>
                  </a:lnTo>
                  <a:lnTo>
                    <a:pt x="4474160" y="2087753"/>
                  </a:lnTo>
                  <a:lnTo>
                    <a:pt x="4474306" y="2087753"/>
                  </a:lnTo>
                  <a:lnTo>
                    <a:pt x="4474597" y="2087753"/>
                  </a:lnTo>
                  <a:lnTo>
                    <a:pt x="4474742" y="2087753"/>
                  </a:lnTo>
                  <a:lnTo>
                    <a:pt x="4475178" y="2087753"/>
                  </a:lnTo>
                  <a:lnTo>
                    <a:pt x="4475324" y="2087753"/>
                  </a:lnTo>
                  <a:lnTo>
                    <a:pt x="4475760" y="2087753"/>
                  </a:lnTo>
                  <a:lnTo>
                    <a:pt x="4475905" y="2087753"/>
                  </a:lnTo>
                  <a:lnTo>
                    <a:pt x="4476342" y="2087753"/>
                  </a:lnTo>
                  <a:lnTo>
                    <a:pt x="4477796" y="2087753"/>
                  </a:lnTo>
                  <a:lnTo>
                    <a:pt x="4477941" y="2087753"/>
                  </a:lnTo>
                  <a:lnTo>
                    <a:pt x="4478523" y="2087753"/>
                  </a:lnTo>
                  <a:lnTo>
                    <a:pt x="4478814" y="2087753"/>
                  </a:lnTo>
                  <a:lnTo>
                    <a:pt x="4479250" y="2086506"/>
                  </a:lnTo>
                  <a:lnTo>
                    <a:pt x="4479541" y="2086506"/>
                  </a:lnTo>
                  <a:lnTo>
                    <a:pt x="4479977" y="2086506"/>
                  </a:lnTo>
                  <a:lnTo>
                    <a:pt x="4479977" y="2085882"/>
                  </a:lnTo>
                  <a:lnTo>
                    <a:pt x="4480268" y="2085882"/>
                  </a:lnTo>
                  <a:lnTo>
                    <a:pt x="4480414" y="2085882"/>
                  </a:lnTo>
                  <a:lnTo>
                    <a:pt x="4481141" y="2085259"/>
                  </a:lnTo>
                  <a:lnTo>
                    <a:pt x="4481432" y="2085259"/>
                  </a:lnTo>
                  <a:lnTo>
                    <a:pt x="4481868" y="2085259"/>
                  </a:lnTo>
                  <a:lnTo>
                    <a:pt x="4482013" y="2085259"/>
                  </a:lnTo>
                  <a:lnTo>
                    <a:pt x="4482304" y="2084635"/>
                  </a:lnTo>
                  <a:lnTo>
                    <a:pt x="4482595" y="2084012"/>
                  </a:lnTo>
                  <a:lnTo>
                    <a:pt x="4482740" y="2084012"/>
                  </a:lnTo>
                  <a:lnTo>
                    <a:pt x="4483613" y="2084012"/>
                  </a:lnTo>
                  <a:lnTo>
                    <a:pt x="4484631" y="2084012"/>
                  </a:lnTo>
                  <a:lnTo>
                    <a:pt x="4484922" y="2084012"/>
                  </a:lnTo>
                  <a:lnTo>
                    <a:pt x="4485213" y="2084012"/>
                  </a:lnTo>
                  <a:lnTo>
                    <a:pt x="4485358" y="2084012"/>
                  </a:lnTo>
                  <a:lnTo>
                    <a:pt x="4485503" y="2083388"/>
                  </a:lnTo>
                  <a:lnTo>
                    <a:pt x="4485794" y="2083388"/>
                  </a:lnTo>
                  <a:lnTo>
                    <a:pt x="4485940" y="2083388"/>
                  </a:lnTo>
                  <a:lnTo>
                    <a:pt x="4486085" y="2083388"/>
                  </a:lnTo>
                  <a:lnTo>
                    <a:pt x="4486376" y="2083388"/>
                  </a:lnTo>
                  <a:lnTo>
                    <a:pt x="4486667" y="2083388"/>
                  </a:lnTo>
                  <a:lnTo>
                    <a:pt x="4487830" y="2080270"/>
                  </a:lnTo>
                  <a:lnTo>
                    <a:pt x="4487976" y="2080270"/>
                  </a:lnTo>
                  <a:lnTo>
                    <a:pt x="4488267" y="2080270"/>
                  </a:lnTo>
                  <a:lnTo>
                    <a:pt x="4488848" y="2080270"/>
                  </a:lnTo>
                  <a:lnTo>
                    <a:pt x="4488994" y="2080270"/>
                  </a:lnTo>
                  <a:lnTo>
                    <a:pt x="4489139" y="2080270"/>
                  </a:lnTo>
                  <a:lnTo>
                    <a:pt x="4489285" y="2080270"/>
                  </a:lnTo>
                  <a:lnTo>
                    <a:pt x="4489575" y="2079647"/>
                  </a:lnTo>
                  <a:lnTo>
                    <a:pt x="4489721" y="2079647"/>
                  </a:lnTo>
                  <a:lnTo>
                    <a:pt x="4490884" y="2079647"/>
                  </a:lnTo>
                  <a:lnTo>
                    <a:pt x="4491030" y="2079647"/>
                  </a:lnTo>
                  <a:lnTo>
                    <a:pt x="4491757" y="2079647"/>
                  </a:lnTo>
                  <a:lnTo>
                    <a:pt x="4491902" y="2079647"/>
                  </a:lnTo>
                  <a:lnTo>
                    <a:pt x="4492048" y="2079023"/>
                  </a:lnTo>
                  <a:lnTo>
                    <a:pt x="4492193" y="2079023"/>
                  </a:lnTo>
                  <a:lnTo>
                    <a:pt x="4492484" y="2079023"/>
                  </a:lnTo>
                  <a:lnTo>
                    <a:pt x="4493066" y="2079023"/>
                  </a:lnTo>
                  <a:lnTo>
                    <a:pt x="4493211" y="2079023"/>
                  </a:lnTo>
                  <a:lnTo>
                    <a:pt x="4493647" y="2078399"/>
                  </a:lnTo>
                  <a:lnTo>
                    <a:pt x="4493793" y="2078399"/>
                  </a:lnTo>
                  <a:lnTo>
                    <a:pt x="4494229" y="2078399"/>
                  </a:lnTo>
                  <a:lnTo>
                    <a:pt x="4494229" y="2077776"/>
                  </a:lnTo>
                  <a:lnTo>
                    <a:pt x="4494520" y="2077776"/>
                  </a:lnTo>
                  <a:lnTo>
                    <a:pt x="4495102" y="2077776"/>
                  </a:lnTo>
                  <a:lnTo>
                    <a:pt x="4495102" y="2077152"/>
                  </a:lnTo>
                  <a:lnTo>
                    <a:pt x="4495247" y="2076529"/>
                  </a:lnTo>
                  <a:lnTo>
                    <a:pt x="4495247" y="2075905"/>
                  </a:lnTo>
                  <a:lnTo>
                    <a:pt x="4495392" y="2075905"/>
                  </a:lnTo>
                  <a:lnTo>
                    <a:pt x="4495392" y="2075281"/>
                  </a:lnTo>
                  <a:lnTo>
                    <a:pt x="4495829" y="2075281"/>
                  </a:lnTo>
                  <a:lnTo>
                    <a:pt x="4496556" y="2075281"/>
                  </a:lnTo>
                  <a:lnTo>
                    <a:pt x="4496701" y="2075281"/>
                  </a:lnTo>
                  <a:lnTo>
                    <a:pt x="4497865" y="2073411"/>
                  </a:lnTo>
                  <a:lnTo>
                    <a:pt x="4498010" y="2073411"/>
                  </a:lnTo>
                  <a:lnTo>
                    <a:pt x="4498301" y="2073411"/>
                  </a:lnTo>
                  <a:lnTo>
                    <a:pt x="4498446" y="2073411"/>
                  </a:lnTo>
                  <a:lnTo>
                    <a:pt x="4498592" y="2073411"/>
                  </a:lnTo>
                  <a:lnTo>
                    <a:pt x="4499610" y="2072787"/>
                  </a:lnTo>
                  <a:lnTo>
                    <a:pt x="4500046" y="2072787"/>
                  </a:lnTo>
                  <a:lnTo>
                    <a:pt x="4500191" y="2072787"/>
                  </a:lnTo>
                  <a:lnTo>
                    <a:pt x="4500628" y="2072164"/>
                  </a:lnTo>
                  <a:lnTo>
                    <a:pt x="4500773" y="2072164"/>
                  </a:lnTo>
                  <a:lnTo>
                    <a:pt x="4500919" y="2072164"/>
                  </a:lnTo>
                  <a:lnTo>
                    <a:pt x="4500919" y="2071540"/>
                  </a:lnTo>
                  <a:lnTo>
                    <a:pt x="4501064" y="2071540"/>
                  </a:lnTo>
                  <a:lnTo>
                    <a:pt x="4501355" y="2071540"/>
                  </a:lnTo>
                  <a:lnTo>
                    <a:pt x="4501500" y="2071540"/>
                  </a:lnTo>
                  <a:lnTo>
                    <a:pt x="4501646" y="2071540"/>
                  </a:lnTo>
                  <a:lnTo>
                    <a:pt x="4501937" y="2071540"/>
                  </a:lnTo>
                  <a:lnTo>
                    <a:pt x="4502518" y="2070916"/>
                  </a:lnTo>
                  <a:lnTo>
                    <a:pt x="4503245" y="2070916"/>
                  </a:lnTo>
                  <a:lnTo>
                    <a:pt x="4503536" y="2069669"/>
                  </a:lnTo>
                  <a:lnTo>
                    <a:pt x="4503682" y="2069669"/>
                  </a:lnTo>
                  <a:lnTo>
                    <a:pt x="4503827" y="2069669"/>
                  </a:lnTo>
                  <a:lnTo>
                    <a:pt x="4503972" y="2069669"/>
                  </a:lnTo>
                  <a:lnTo>
                    <a:pt x="4504118" y="2069669"/>
                  </a:lnTo>
                  <a:lnTo>
                    <a:pt x="4504263" y="2069669"/>
                  </a:lnTo>
                  <a:lnTo>
                    <a:pt x="4504700" y="2069046"/>
                  </a:lnTo>
                  <a:lnTo>
                    <a:pt x="4505572" y="2069046"/>
                  </a:lnTo>
                  <a:lnTo>
                    <a:pt x="4506299" y="2069046"/>
                  </a:lnTo>
                  <a:lnTo>
                    <a:pt x="4506445" y="2068422"/>
                  </a:lnTo>
                  <a:lnTo>
                    <a:pt x="4506736" y="2067798"/>
                  </a:lnTo>
                  <a:lnTo>
                    <a:pt x="4507317" y="2067175"/>
                  </a:lnTo>
                  <a:lnTo>
                    <a:pt x="4507463" y="2067175"/>
                  </a:lnTo>
                  <a:lnTo>
                    <a:pt x="4507608" y="2067175"/>
                  </a:lnTo>
                  <a:lnTo>
                    <a:pt x="4508481" y="2065928"/>
                  </a:lnTo>
                  <a:lnTo>
                    <a:pt x="4508917" y="2064681"/>
                  </a:lnTo>
                  <a:lnTo>
                    <a:pt x="4509208" y="2064681"/>
                  </a:lnTo>
                  <a:lnTo>
                    <a:pt x="4509644" y="2064681"/>
                  </a:lnTo>
                  <a:lnTo>
                    <a:pt x="4509790" y="2064681"/>
                  </a:lnTo>
                  <a:lnTo>
                    <a:pt x="4509935" y="2064681"/>
                  </a:lnTo>
                  <a:lnTo>
                    <a:pt x="4510226" y="2064681"/>
                  </a:lnTo>
                  <a:lnTo>
                    <a:pt x="4510371" y="2064057"/>
                  </a:lnTo>
                  <a:lnTo>
                    <a:pt x="4510662" y="2064057"/>
                  </a:lnTo>
                  <a:lnTo>
                    <a:pt x="4510807" y="2064057"/>
                  </a:lnTo>
                  <a:lnTo>
                    <a:pt x="4510953" y="2064057"/>
                  </a:lnTo>
                  <a:lnTo>
                    <a:pt x="4511389" y="2064057"/>
                  </a:lnTo>
                  <a:lnTo>
                    <a:pt x="4511680" y="2064057"/>
                  </a:lnTo>
                  <a:lnTo>
                    <a:pt x="4511971" y="2062810"/>
                  </a:lnTo>
                  <a:lnTo>
                    <a:pt x="4512262" y="2062186"/>
                  </a:lnTo>
                  <a:lnTo>
                    <a:pt x="4512407" y="2062186"/>
                  </a:lnTo>
                  <a:lnTo>
                    <a:pt x="4512553" y="2061563"/>
                  </a:lnTo>
                  <a:lnTo>
                    <a:pt x="4512843" y="2061563"/>
                  </a:lnTo>
                  <a:lnTo>
                    <a:pt x="4512989" y="2061563"/>
                  </a:lnTo>
                  <a:lnTo>
                    <a:pt x="4513134" y="2061563"/>
                  </a:lnTo>
                  <a:lnTo>
                    <a:pt x="4513280" y="2060315"/>
                  </a:lnTo>
                  <a:lnTo>
                    <a:pt x="4513425" y="2060315"/>
                  </a:lnTo>
                  <a:lnTo>
                    <a:pt x="4514007" y="2060315"/>
                  </a:lnTo>
                  <a:lnTo>
                    <a:pt x="4514152" y="2060315"/>
                  </a:lnTo>
                  <a:lnTo>
                    <a:pt x="4514734" y="2060315"/>
                  </a:lnTo>
                  <a:lnTo>
                    <a:pt x="4515170" y="2059692"/>
                  </a:lnTo>
                  <a:lnTo>
                    <a:pt x="4515607" y="2059068"/>
                  </a:lnTo>
                  <a:lnTo>
                    <a:pt x="4515607" y="2058445"/>
                  </a:lnTo>
                  <a:lnTo>
                    <a:pt x="4516334" y="2055950"/>
                  </a:lnTo>
                  <a:lnTo>
                    <a:pt x="4517061" y="2055327"/>
                  </a:lnTo>
                  <a:lnTo>
                    <a:pt x="4517206" y="2055327"/>
                  </a:lnTo>
                  <a:lnTo>
                    <a:pt x="4517206" y="2054703"/>
                  </a:lnTo>
                  <a:lnTo>
                    <a:pt x="4517933" y="2054703"/>
                  </a:lnTo>
                  <a:lnTo>
                    <a:pt x="4518079" y="2054703"/>
                  </a:lnTo>
                  <a:lnTo>
                    <a:pt x="4518806" y="2054703"/>
                  </a:lnTo>
                  <a:lnTo>
                    <a:pt x="4519533" y="2054703"/>
                  </a:lnTo>
                  <a:lnTo>
                    <a:pt x="4519678" y="2054703"/>
                  </a:lnTo>
                  <a:lnTo>
                    <a:pt x="4520696" y="2053456"/>
                  </a:lnTo>
                  <a:lnTo>
                    <a:pt x="4520842" y="2053456"/>
                  </a:lnTo>
                  <a:lnTo>
                    <a:pt x="4522442" y="2050962"/>
                  </a:lnTo>
                  <a:lnTo>
                    <a:pt x="4522587" y="2050962"/>
                  </a:lnTo>
                  <a:lnTo>
                    <a:pt x="4522878" y="2050962"/>
                  </a:lnTo>
                  <a:lnTo>
                    <a:pt x="4523023" y="2050962"/>
                  </a:lnTo>
                  <a:lnTo>
                    <a:pt x="4523169" y="2050962"/>
                  </a:lnTo>
                  <a:lnTo>
                    <a:pt x="4523460" y="2050962"/>
                  </a:lnTo>
                  <a:lnTo>
                    <a:pt x="4523896" y="2050338"/>
                  </a:lnTo>
                  <a:lnTo>
                    <a:pt x="4524332" y="2049715"/>
                  </a:lnTo>
                  <a:lnTo>
                    <a:pt x="4524477" y="2049715"/>
                  </a:lnTo>
                  <a:lnTo>
                    <a:pt x="4524768" y="2049715"/>
                  </a:lnTo>
                  <a:lnTo>
                    <a:pt x="4524914" y="2049715"/>
                  </a:lnTo>
                  <a:lnTo>
                    <a:pt x="4525641" y="2049715"/>
                  </a:lnTo>
                  <a:lnTo>
                    <a:pt x="4525786" y="2049715"/>
                  </a:lnTo>
                  <a:lnTo>
                    <a:pt x="4525932" y="2049091"/>
                  </a:lnTo>
                  <a:lnTo>
                    <a:pt x="4526077" y="2049091"/>
                  </a:lnTo>
                  <a:lnTo>
                    <a:pt x="4526368" y="2049091"/>
                  </a:lnTo>
                  <a:lnTo>
                    <a:pt x="4526513" y="2049091"/>
                  </a:lnTo>
                  <a:lnTo>
                    <a:pt x="4526659" y="2049091"/>
                  </a:lnTo>
                  <a:lnTo>
                    <a:pt x="4527386" y="2048467"/>
                  </a:lnTo>
                  <a:lnTo>
                    <a:pt x="4527677" y="2048467"/>
                  </a:lnTo>
                  <a:lnTo>
                    <a:pt x="4528259" y="2045973"/>
                  </a:lnTo>
                  <a:lnTo>
                    <a:pt x="4528695" y="2045973"/>
                  </a:lnTo>
                  <a:lnTo>
                    <a:pt x="4528695" y="2045350"/>
                  </a:lnTo>
                  <a:lnTo>
                    <a:pt x="4528840" y="2045350"/>
                  </a:lnTo>
                  <a:lnTo>
                    <a:pt x="4529131" y="2044102"/>
                  </a:lnTo>
                  <a:lnTo>
                    <a:pt x="4529422" y="2044102"/>
                  </a:lnTo>
                  <a:lnTo>
                    <a:pt x="4530004" y="2044102"/>
                  </a:lnTo>
                  <a:lnTo>
                    <a:pt x="4530149" y="2044102"/>
                  </a:lnTo>
                  <a:lnTo>
                    <a:pt x="4530585" y="2044102"/>
                  </a:lnTo>
                  <a:lnTo>
                    <a:pt x="4530731" y="2042855"/>
                  </a:lnTo>
                  <a:lnTo>
                    <a:pt x="4531458" y="2042855"/>
                  </a:lnTo>
                  <a:lnTo>
                    <a:pt x="4531894" y="2042855"/>
                  </a:lnTo>
                  <a:lnTo>
                    <a:pt x="4532330" y="2042855"/>
                  </a:lnTo>
                  <a:lnTo>
                    <a:pt x="4532476" y="2042855"/>
                  </a:lnTo>
                  <a:lnTo>
                    <a:pt x="4532767" y="2042855"/>
                  </a:lnTo>
                  <a:lnTo>
                    <a:pt x="4533203" y="2041608"/>
                  </a:lnTo>
                  <a:lnTo>
                    <a:pt x="4533494" y="2041608"/>
                  </a:lnTo>
                  <a:lnTo>
                    <a:pt x="4533930" y="2041608"/>
                  </a:lnTo>
                  <a:lnTo>
                    <a:pt x="4534221" y="2040984"/>
                  </a:lnTo>
                  <a:lnTo>
                    <a:pt x="4534803" y="2040984"/>
                  </a:lnTo>
                  <a:lnTo>
                    <a:pt x="4534948" y="2040984"/>
                  </a:lnTo>
                  <a:lnTo>
                    <a:pt x="4536693" y="2040361"/>
                  </a:lnTo>
                  <a:lnTo>
                    <a:pt x="4536693" y="2039737"/>
                  </a:lnTo>
                  <a:lnTo>
                    <a:pt x="4536984" y="2039737"/>
                  </a:lnTo>
                  <a:lnTo>
                    <a:pt x="4537275" y="2039737"/>
                  </a:lnTo>
                  <a:lnTo>
                    <a:pt x="4537711" y="2039737"/>
                  </a:lnTo>
                  <a:lnTo>
                    <a:pt x="4537711" y="2038490"/>
                  </a:lnTo>
                  <a:lnTo>
                    <a:pt x="4538002" y="2038490"/>
                  </a:lnTo>
                  <a:lnTo>
                    <a:pt x="4538729" y="2038490"/>
                  </a:lnTo>
                  <a:lnTo>
                    <a:pt x="4539020" y="2037867"/>
                  </a:lnTo>
                  <a:lnTo>
                    <a:pt x="4539747" y="2035996"/>
                  </a:lnTo>
                  <a:lnTo>
                    <a:pt x="4539893" y="2035372"/>
                  </a:lnTo>
                  <a:lnTo>
                    <a:pt x="4539893" y="2034749"/>
                  </a:lnTo>
                  <a:lnTo>
                    <a:pt x="4540329" y="2034749"/>
                  </a:lnTo>
                  <a:lnTo>
                    <a:pt x="4540765" y="2034749"/>
                  </a:lnTo>
                  <a:lnTo>
                    <a:pt x="4540911" y="2034749"/>
                  </a:lnTo>
                  <a:lnTo>
                    <a:pt x="4541783" y="2032254"/>
                  </a:lnTo>
                  <a:lnTo>
                    <a:pt x="4542074" y="2032254"/>
                  </a:lnTo>
                  <a:lnTo>
                    <a:pt x="4542656" y="2032254"/>
                  </a:lnTo>
                  <a:lnTo>
                    <a:pt x="4543674" y="2031631"/>
                  </a:lnTo>
                  <a:lnTo>
                    <a:pt x="4543819" y="2031631"/>
                  </a:lnTo>
                  <a:lnTo>
                    <a:pt x="4543964" y="2031631"/>
                  </a:lnTo>
                  <a:lnTo>
                    <a:pt x="4543964" y="2031007"/>
                  </a:lnTo>
                  <a:lnTo>
                    <a:pt x="4544255" y="2031007"/>
                  </a:lnTo>
                  <a:lnTo>
                    <a:pt x="4544401" y="2031007"/>
                  </a:lnTo>
                  <a:lnTo>
                    <a:pt x="4544546" y="2031007"/>
                  </a:lnTo>
                  <a:lnTo>
                    <a:pt x="4544692" y="2031007"/>
                  </a:lnTo>
                  <a:lnTo>
                    <a:pt x="4545128" y="2031007"/>
                  </a:lnTo>
                  <a:lnTo>
                    <a:pt x="4545419" y="2031007"/>
                  </a:lnTo>
                  <a:lnTo>
                    <a:pt x="4545564" y="2031007"/>
                  </a:lnTo>
                  <a:lnTo>
                    <a:pt x="4546000" y="2031007"/>
                  </a:lnTo>
                  <a:lnTo>
                    <a:pt x="4546728" y="2031007"/>
                  </a:lnTo>
                  <a:lnTo>
                    <a:pt x="4546873" y="2031007"/>
                  </a:lnTo>
                  <a:lnTo>
                    <a:pt x="4547018" y="2031007"/>
                  </a:lnTo>
                  <a:lnTo>
                    <a:pt x="4548327" y="2029760"/>
                  </a:lnTo>
                  <a:lnTo>
                    <a:pt x="4548473" y="2029760"/>
                  </a:lnTo>
                  <a:lnTo>
                    <a:pt x="4549200" y="2029136"/>
                  </a:lnTo>
                  <a:lnTo>
                    <a:pt x="4549491" y="2029136"/>
                  </a:lnTo>
                  <a:lnTo>
                    <a:pt x="4549782" y="2029136"/>
                  </a:lnTo>
                  <a:lnTo>
                    <a:pt x="4550072" y="2028513"/>
                  </a:lnTo>
                  <a:lnTo>
                    <a:pt x="4550654" y="2027889"/>
                  </a:lnTo>
                  <a:lnTo>
                    <a:pt x="4550945" y="2027889"/>
                  </a:lnTo>
                  <a:lnTo>
                    <a:pt x="4551090" y="2027889"/>
                  </a:lnTo>
                  <a:lnTo>
                    <a:pt x="4551236" y="2027889"/>
                  </a:lnTo>
                  <a:lnTo>
                    <a:pt x="4551381" y="2027266"/>
                  </a:lnTo>
                  <a:lnTo>
                    <a:pt x="4551963" y="2026642"/>
                  </a:lnTo>
                  <a:lnTo>
                    <a:pt x="4552399" y="2026018"/>
                  </a:lnTo>
                  <a:lnTo>
                    <a:pt x="4552835" y="2026018"/>
                  </a:lnTo>
                  <a:lnTo>
                    <a:pt x="4553999" y="2024771"/>
                  </a:lnTo>
                  <a:lnTo>
                    <a:pt x="4554144" y="2024771"/>
                  </a:lnTo>
                  <a:lnTo>
                    <a:pt x="4554144" y="2024148"/>
                  </a:lnTo>
                  <a:lnTo>
                    <a:pt x="4554435" y="2023524"/>
                  </a:lnTo>
                  <a:lnTo>
                    <a:pt x="4554726" y="2023524"/>
                  </a:lnTo>
                  <a:lnTo>
                    <a:pt x="4555308" y="2023524"/>
                  </a:lnTo>
                  <a:lnTo>
                    <a:pt x="4555453" y="2023524"/>
                  </a:lnTo>
                  <a:lnTo>
                    <a:pt x="4555599" y="2023524"/>
                  </a:lnTo>
                  <a:lnTo>
                    <a:pt x="4556617" y="2023524"/>
                  </a:lnTo>
                  <a:lnTo>
                    <a:pt x="4556762" y="2023524"/>
                  </a:lnTo>
                  <a:lnTo>
                    <a:pt x="4557344" y="2023524"/>
                  </a:lnTo>
                  <a:lnTo>
                    <a:pt x="4557489" y="2023524"/>
                  </a:lnTo>
                  <a:lnTo>
                    <a:pt x="4557634" y="2023524"/>
                  </a:lnTo>
                  <a:lnTo>
                    <a:pt x="4557925" y="2023524"/>
                  </a:lnTo>
                  <a:lnTo>
                    <a:pt x="4558216" y="2023524"/>
                  </a:lnTo>
                  <a:lnTo>
                    <a:pt x="4558362" y="2023524"/>
                  </a:lnTo>
                  <a:lnTo>
                    <a:pt x="4558507" y="2023524"/>
                  </a:lnTo>
                  <a:lnTo>
                    <a:pt x="4559525" y="2023524"/>
                  </a:lnTo>
                  <a:lnTo>
                    <a:pt x="4559670" y="2023524"/>
                  </a:lnTo>
                  <a:lnTo>
                    <a:pt x="4559816" y="2023524"/>
                  </a:lnTo>
                  <a:lnTo>
                    <a:pt x="4559961" y="2023524"/>
                  </a:lnTo>
                  <a:lnTo>
                    <a:pt x="4560107" y="2023524"/>
                  </a:lnTo>
                  <a:lnTo>
                    <a:pt x="4560252" y="2023524"/>
                  </a:lnTo>
                  <a:lnTo>
                    <a:pt x="4560398" y="2023524"/>
                  </a:lnTo>
                  <a:lnTo>
                    <a:pt x="4560688" y="2022901"/>
                  </a:lnTo>
                  <a:lnTo>
                    <a:pt x="4561706" y="2021030"/>
                  </a:lnTo>
                  <a:lnTo>
                    <a:pt x="4561852" y="2021030"/>
                  </a:lnTo>
                  <a:lnTo>
                    <a:pt x="4561997" y="2021030"/>
                  </a:lnTo>
                  <a:lnTo>
                    <a:pt x="4562143" y="2021030"/>
                  </a:lnTo>
                  <a:lnTo>
                    <a:pt x="4562288" y="2021030"/>
                  </a:lnTo>
                  <a:lnTo>
                    <a:pt x="4562434" y="2021030"/>
                  </a:lnTo>
                  <a:lnTo>
                    <a:pt x="4562870" y="2021030"/>
                  </a:lnTo>
                  <a:lnTo>
                    <a:pt x="4563597" y="2020406"/>
                  </a:lnTo>
                  <a:lnTo>
                    <a:pt x="4563597" y="2019783"/>
                  </a:lnTo>
                  <a:lnTo>
                    <a:pt x="4563888" y="2019783"/>
                  </a:lnTo>
                  <a:lnTo>
                    <a:pt x="4564615" y="2019783"/>
                  </a:lnTo>
                  <a:lnTo>
                    <a:pt x="4564760" y="2019783"/>
                  </a:lnTo>
                  <a:lnTo>
                    <a:pt x="4564906" y="2019783"/>
                  </a:lnTo>
                  <a:lnTo>
                    <a:pt x="4565197" y="2019783"/>
                  </a:lnTo>
                  <a:lnTo>
                    <a:pt x="4565633" y="2019783"/>
                  </a:lnTo>
                  <a:lnTo>
                    <a:pt x="4565924" y="2019159"/>
                  </a:lnTo>
                  <a:lnTo>
                    <a:pt x="4566505" y="2019159"/>
                  </a:lnTo>
                  <a:lnTo>
                    <a:pt x="4566651" y="2019159"/>
                  </a:lnTo>
                  <a:lnTo>
                    <a:pt x="4567087" y="2019159"/>
                  </a:lnTo>
                  <a:lnTo>
                    <a:pt x="4567087" y="2018535"/>
                  </a:lnTo>
                  <a:lnTo>
                    <a:pt x="4567233" y="2018535"/>
                  </a:lnTo>
                  <a:lnTo>
                    <a:pt x="4567523" y="2018535"/>
                  </a:lnTo>
                  <a:lnTo>
                    <a:pt x="4567669" y="2018535"/>
                  </a:lnTo>
                  <a:lnTo>
                    <a:pt x="4567960" y="2018535"/>
                  </a:lnTo>
                  <a:lnTo>
                    <a:pt x="4568251" y="2018535"/>
                  </a:lnTo>
                  <a:lnTo>
                    <a:pt x="4568396" y="2018535"/>
                  </a:lnTo>
                  <a:lnTo>
                    <a:pt x="4568687" y="2018535"/>
                  </a:lnTo>
                  <a:lnTo>
                    <a:pt x="4569996" y="2017912"/>
                  </a:lnTo>
                  <a:lnTo>
                    <a:pt x="4570141" y="2017912"/>
                  </a:lnTo>
                  <a:lnTo>
                    <a:pt x="4570577" y="2017288"/>
                  </a:lnTo>
                  <a:lnTo>
                    <a:pt x="4571014" y="2017288"/>
                  </a:lnTo>
                  <a:lnTo>
                    <a:pt x="4571595" y="2016665"/>
                  </a:lnTo>
                  <a:lnTo>
                    <a:pt x="4571741" y="2016041"/>
                  </a:lnTo>
                  <a:lnTo>
                    <a:pt x="4572177" y="2015418"/>
                  </a:lnTo>
                  <a:lnTo>
                    <a:pt x="4572322" y="2015418"/>
                  </a:lnTo>
                  <a:lnTo>
                    <a:pt x="4572322" y="2014794"/>
                  </a:lnTo>
                  <a:lnTo>
                    <a:pt x="4572613" y="2014794"/>
                  </a:lnTo>
                  <a:lnTo>
                    <a:pt x="4574358" y="2012300"/>
                  </a:lnTo>
                  <a:lnTo>
                    <a:pt x="4574504" y="2011676"/>
                  </a:lnTo>
                  <a:lnTo>
                    <a:pt x="4574649" y="2011676"/>
                  </a:lnTo>
                  <a:lnTo>
                    <a:pt x="4574940" y="2010429"/>
                  </a:lnTo>
                  <a:lnTo>
                    <a:pt x="4575376" y="2010429"/>
                  </a:lnTo>
                  <a:lnTo>
                    <a:pt x="4575667" y="2010429"/>
                  </a:lnTo>
                  <a:lnTo>
                    <a:pt x="4575813" y="2010429"/>
                  </a:lnTo>
                  <a:lnTo>
                    <a:pt x="4575958" y="2010429"/>
                  </a:lnTo>
                  <a:lnTo>
                    <a:pt x="4576104" y="2010429"/>
                  </a:lnTo>
                  <a:lnTo>
                    <a:pt x="4576394" y="2010429"/>
                  </a:lnTo>
                  <a:lnTo>
                    <a:pt x="4576831" y="2010429"/>
                  </a:lnTo>
                  <a:lnTo>
                    <a:pt x="4576976" y="2008558"/>
                  </a:lnTo>
                  <a:lnTo>
                    <a:pt x="4577122" y="2008558"/>
                  </a:lnTo>
                  <a:lnTo>
                    <a:pt x="4577412" y="2007935"/>
                  </a:lnTo>
                  <a:lnTo>
                    <a:pt x="4577558" y="2007311"/>
                  </a:lnTo>
                  <a:lnTo>
                    <a:pt x="4577703" y="2007311"/>
                  </a:lnTo>
                  <a:lnTo>
                    <a:pt x="4578576" y="2007311"/>
                  </a:lnTo>
                  <a:lnTo>
                    <a:pt x="4578721" y="2007311"/>
                  </a:lnTo>
                  <a:lnTo>
                    <a:pt x="4578867" y="2007311"/>
                  </a:lnTo>
                  <a:lnTo>
                    <a:pt x="4579012" y="2006687"/>
                  </a:lnTo>
                  <a:lnTo>
                    <a:pt x="4579157" y="2006687"/>
                  </a:lnTo>
                  <a:lnTo>
                    <a:pt x="4579885" y="2006687"/>
                  </a:lnTo>
                  <a:lnTo>
                    <a:pt x="4580175" y="2006687"/>
                  </a:lnTo>
                  <a:lnTo>
                    <a:pt x="4580321" y="2006687"/>
                  </a:lnTo>
                  <a:lnTo>
                    <a:pt x="4580466" y="2006687"/>
                  </a:lnTo>
                  <a:lnTo>
                    <a:pt x="4580757" y="2006687"/>
                  </a:lnTo>
                  <a:lnTo>
                    <a:pt x="4580903" y="2006687"/>
                  </a:lnTo>
                  <a:lnTo>
                    <a:pt x="4581339" y="2006687"/>
                  </a:lnTo>
                  <a:lnTo>
                    <a:pt x="4582211" y="2006687"/>
                  </a:lnTo>
                  <a:lnTo>
                    <a:pt x="4582502" y="2005440"/>
                  </a:lnTo>
                  <a:lnTo>
                    <a:pt x="4582648" y="2005440"/>
                  </a:lnTo>
                  <a:lnTo>
                    <a:pt x="4582793" y="2005440"/>
                  </a:lnTo>
                  <a:lnTo>
                    <a:pt x="4583666" y="2004817"/>
                  </a:lnTo>
                  <a:lnTo>
                    <a:pt x="4583957" y="2004817"/>
                  </a:lnTo>
                  <a:lnTo>
                    <a:pt x="4584974" y="2004817"/>
                  </a:lnTo>
                  <a:lnTo>
                    <a:pt x="4585120" y="2004817"/>
                  </a:lnTo>
                  <a:lnTo>
                    <a:pt x="4585265" y="2004817"/>
                  </a:lnTo>
                  <a:lnTo>
                    <a:pt x="4585411" y="2004817"/>
                  </a:lnTo>
                  <a:lnTo>
                    <a:pt x="4585556" y="2004817"/>
                  </a:lnTo>
                  <a:lnTo>
                    <a:pt x="4585847" y="2004193"/>
                  </a:lnTo>
                  <a:lnTo>
                    <a:pt x="4585992" y="2004193"/>
                  </a:lnTo>
                  <a:lnTo>
                    <a:pt x="4586138" y="2004193"/>
                  </a:lnTo>
                  <a:lnTo>
                    <a:pt x="4586865" y="2002322"/>
                  </a:lnTo>
                  <a:lnTo>
                    <a:pt x="4587010" y="2002322"/>
                  </a:lnTo>
                  <a:lnTo>
                    <a:pt x="4587301" y="2002322"/>
                  </a:lnTo>
                  <a:lnTo>
                    <a:pt x="4588028" y="2002322"/>
                  </a:lnTo>
                  <a:lnTo>
                    <a:pt x="4588174" y="2002322"/>
                  </a:lnTo>
                  <a:lnTo>
                    <a:pt x="4588319" y="2002322"/>
                  </a:lnTo>
                  <a:lnTo>
                    <a:pt x="4588610" y="2001699"/>
                  </a:lnTo>
                  <a:lnTo>
                    <a:pt x="4588901" y="2001699"/>
                  </a:lnTo>
                  <a:lnTo>
                    <a:pt x="4590064" y="1999828"/>
                  </a:lnTo>
                  <a:lnTo>
                    <a:pt x="4590501" y="1999828"/>
                  </a:lnTo>
                  <a:lnTo>
                    <a:pt x="4590792" y="1999828"/>
                  </a:lnTo>
                  <a:lnTo>
                    <a:pt x="4590937" y="1999828"/>
                  </a:lnTo>
                  <a:lnTo>
                    <a:pt x="4591082" y="1999828"/>
                  </a:lnTo>
                  <a:lnTo>
                    <a:pt x="4591228" y="1999828"/>
                  </a:lnTo>
                  <a:lnTo>
                    <a:pt x="4591519" y="1999828"/>
                  </a:lnTo>
                  <a:lnTo>
                    <a:pt x="4591664" y="1999828"/>
                  </a:lnTo>
                  <a:lnTo>
                    <a:pt x="4591809" y="1999828"/>
                  </a:lnTo>
                  <a:lnTo>
                    <a:pt x="4592100" y="1999828"/>
                  </a:lnTo>
                  <a:lnTo>
                    <a:pt x="4592391" y="1997957"/>
                  </a:lnTo>
                  <a:lnTo>
                    <a:pt x="4592537" y="1997957"/>
                  </a:lnTo>
                  <a:lnTo>
                    <a:pt x="4592682" y="1997957"/>
                  </a:lnTo>
                  <a:lnTo>
                    <a:pt x="4592827" y="1997957"/>
                  </a:lnTo>
                  <a:lnTo>
                    <a:pt x="4593118" y="1997957"/>
                  </a:lnTo>
                  <a:lnTo>
                    <a:pt x="4593264" y="1997957"/>
                  </a:lnTo>
                  <a:lnTo>
                    <a:pt x="4593991" y="1997957"/>
                  </a:lnTo>
                  <a:lnTo>
                    <a:pt x="4594427" y="1997957"/>
                  </a:lnTo>
                  <a:lnTo>
                    <a:pt x="4594573" y="1997334"/>
                  </a:lnTo>
                  <a:lnTo>
                    <a:pt x="4594863" y="1997334"/>
                  </a:lnTo>
                  <a:lnTo>
                    <a:pt x="4595881" y="1996710"/>
                  </a:lnTo>
                  <a:lnTo>
                    <a:pt x="4596172" y="1996710"/>
                  </a:lnTo>
                  <a:lnTo>
                    <a:pt x="4596318" y="1996710"/>
                  </a:lnTo>
                  <a:lnTo>
                    <a:pt x="4596609" y="1996710"/>
                  </a:lnTo>
                  <a:lnTo>
                    <a:pt x="4596754" y="1996710"/>
                  </a:lnTo>
                  <a:lnTo>
                    <a:pt x="4596899" y="1996710"/>
                  </a:lnTo>
                  <a:lnTo>
                    <a:pt x="4597190" y="1996710"/>
                  </a:lnTo>
                  <a:lnTo>
                    <a:pt x="4597336" y="1996710"/>
                  </a:lnTo>
                  <a:lnTo>
                    <a:pt x="4597481" y="1996710"/>
                  </a:lnTo>
                  <a:lnTo>
                    <a:pt x="4597917" y="1996087"/>
                  </a:lnTo>
                  <a:lnTo>
                    <a:pt x="4598208" y="1995463"/>
                  </a:lnTo>
                  <a:lnTo>
                    <a:pt x="4598644" y="1995463"/>
                  </a:lnTo>
                  <a:lnTo>
                    <a:pt x="4598790" y="1995463"/>
                  </a:lnTo>
                  <a:lnTo>
                    <a:pt x="4599081" y="1995463"/>
                  </a:lnTo>
                  <a:lnTo>
                    <a:pt x="4599517" y="1995463"/>
                  </a:lnTo>
                  <a:lnTo>
                    <a:pt x="4599662" y="1995463"/>
                  </a:lnTo>
                  <a:lnTo>
                    <a:pt x="4600244" y="1995463"/>
                  </a:lnTo>
                  <a:lnTo>
                    <a:pt x="4600971" y="1994839"/>
                  </a:lnTo>
                  <a:lnTo>
                    <a:pt x="4601262" y="1994839"/>
                  </a:lnTo>
                  <a:lnTo>
                    <a:pt x="4603880" y="1992969"/>
                  </a:lnTo>
                  <a:lnTo>
                    <a:pt x="4604316" y="1992345"/>
                  </a:lnTo>
                  <a:lnTo>
                    <a:pt x="4604462" y="1992345"/>
                  </a:lnTo>
                  <a:lnTo>
                    <a:pt x="4604607" y="1992345"/>
                  </a:lnTo>
                  <a:lnTo>
                    <a:pt x="4604752" y="1992345"/>
                  </a:lnTo>
                  <a:lnTo>
                    <a:pt x="4605334" y="1992345"/>
                  </a:lnTo>
                  <a:lnTo>
                    <a:pt x="4605479" y="1992345"/>
                  </a:lnTo>
                  <a:lnTo>
                    <a:pt x="4605770" y="1992345"/>
                  </a:lnTo>
                  <a:lnTo>
                    <a:pt x="4606207" y="1992345"/>
                  </a:lnTo>
                  <a:lnTo>
                    <a:pt x="4606352" y="1992345"/>
                  </a:lnTo>
                  <a:lnTo>
                    <a:pt x="4606643" y="1992345"/>
                  </a:lnTo>
                  <a:lnTo>
                    <a:pt x="4606788" y="1992345"/>
                  </a:lnTo>
                  <a:lnTo>
                    <a:pt x="4606934" y="1992345"/>
                  </a:lnTo>
                  <a:lnTo>
                    <a:pt x="4607079" y="1992345"/>
                  </a:lnTo>
                  <a:lnTo>
                    <a:pt x="4607225" y="1992345"/>
                  </a:lnTo>
                  <a:lnTo>
                    <a:pt x="4607370" y="1992345"/>
                  </a:lnTo>
                  <a:lnTo>
                    <a:pt x="4608243" y="1990474"/>
                  </a:lnTo>
                  <a:lnTo>
                    <a:pt x="4608679" y="1990474"/>
                  </a:lnTo>
                  <a:lnTo>
                    <a:pt x="4608970" y="1990474"/>
                  </a:lnTo>
                  <a:lnTo>
                    <a:pt x="4608970" y="1989851"/>
                  </a:lnTo>
                  <a:lnTo>
                    <a:pt x="4609406" y="1988604"/>
                  </a:lnTo>
                  <a:lnTo>
                    <a:pt x="4609697" y="1988604"/>
                  </a:lnTo>
                  <a:lnTo>
                    <a:pt x="4610424" y="1988604"/>
                  </a:lnTo>
                  <a:lnTo>
                    <a:pt x="4610715" y="1988604"/>
                  </a:lnTo>
                  <a:lnTo>
                    <a:pt x="4611006" y="1986733"/>
                  </a:lnTo>
                  <a:lnTo>
                    <a:pt x="4611151" y="1986733"/>
                  </a:lnTo>
                  <a:lnTo>
                    <a:pt x="4611587" y="1986733"/>
                  </a:lnTo>
                  <a:lnTo>
                    <a:pt x="4611878" y="1986733"/>
                  </a:lnTo>
                  <a:lnTo>
                    <a:pt x="4612024" y="1986733"/>
                  </a:lnTo>
                  <a:lnTo>
                    <a:pt x="4612460" y="1986109"/>
                  </a:lnTo>
                  <a:lnTo>
                    <a:pt x="4612605" y="1986109"/>
                  </a:lnTo>
                  <a:lnTo>
                    <a:pt x="4613042" y="1986109"/>
                  </a:lnTo>
                  <a:lnTo>
                    <a:pt x="4613332" y="1986109"/>
                  </a:lnTo>
                  <a:lnTo>
                    <a:pt x="4613623" y="1986109"/>
                  </a:lnTo>
                  <a:lnTo>
                    <a:pt x="4613623" y="1985486"/>
                  </a:lnTo>
                  <a:lnTo>
                    <a:pt x="4613769" y="1984862"/>
                  </a:lnTo>
                  <a:lnTo>
                    <a:pt x="4614205" y="1984862"/>
                  </a:lnTo>
                  <a:lnTo>
                    <a:pt x="4614205" y="1984238"/>
                  </a:lnTo>
                  <a:lnTo>
                    <a:pt x="4614350" y="1984238"/>
                  </a:lnTo>
                  <a:lnTo>
                    <a:pt x="4614496" y="1984238"/>
                  </a:lnTo>
                  <a:lnTo>
                    <a:pt x="4614641" y="1984238"/>
                  </a:lnTo>
                  <a:lnTo>
                    <a:pt x="4615078" y="1984238"/>
                  </a:lnTo>
                  <a:lnTo>
                    <a:pt x="4615223" y="1984238"/>
                  </a:lnTo>
                  <a:lnTo>
                    <a:pt x="4615659" y="1984238"/>
                  </a:lnTo>
                  <a:lnTo>
                    <a:pt x="4616386" y="1984238"/>
                  </a:lnTo>
                  <a:lnTo>
                    <a:pt x="4616532" y="1984238"/>
                  </a:lnTo>
                  <a:lnTo>
                    <a:pt x="4617114" y="1983615"/>
                  </a:lnTo>
                  <a:lnTo>
                    <a:pt x="4617986" y="1981744"/>
                  </a:lnTo>
                  <a:lnTo>
                    <a:pt x="4618422" y="1981744"/>
                  </a:lnTo>
                  <a:lnTo>
                    <a:pt x="4619149" y="1981744"/>
                  </a:lnTo>
                  <a:lnTo>
                    <a:pt x="4619295" y="1981744"/>
                  </a:lnTo>
                  <a:lnTo>
                    <a:pt x="4619440" y="1981744"/>
                  </a:lnTo>
                  <a:lnTo>
                    <a:pt x="4619731" y="1981744"/>
                  </a:lnTo>
                  <a:lnTo>
                    <a:pt x="4619877" y="1981744"/>
                  </a:lnTo>
                  <a:lnTo>
                    <a:pt x="4620022" y="1981744"/>
                  </a:lnTo>
                  <a:lnTo>
                    <a:pt x="4620167" y="1981744"/>
                  </a:lnTo>
                  <a:lnTo>
                    <a:pt x="4620313" y="1981744"/>
                  </a:lnTo>
                  <a:lnTo>
                    <a:pt x="4620749" y="1981121"/>
                  </a:lnTo>
                  <a:lnTo>
                    <a:pt x="4621331" y="1980497"/>
                  </a:lnTo>
                  <a:lnTo>
                    <a:pt x="4621476" y="1980497"/>
                  </a:lnTo>
                  <a:lnTo>
                    <a:pt x="4621913" y="1979873"/>
                  </a:lnTo>
                  <a:lnTo>
                    <a:pt x="4622058" y="1979873"/>
                  </a:lnTo>
                  <a:lnTo>
                    <a:pt x="4622203" y="1979250"/>
                  </a:lnTo>
                  <a:lnTo>
                    <a:pt x="4623076" y="1978626"/>
                  </a:lnTo>
                  <a:lnTo>
                    <a:pt x="4623221" y="1978626"/>
                  </a:lnTo>
                  <a:lnTo>
                    <a:pt x="4623658" y="1978626"/>
                  </a:lnTo>
                  <a:lnTo>
                    <a:pt x="4624239" y="1977379"/>
                  </a:lnTo>
                  <a:lnTo>
                    <a:pt x="4624385" y="1977379"/>
                  </a:lnTo>
                  <a:lnTo>
                    <a:pt x="4624821" y="1977379"/>
                  </a:lnTo>
                  <a:lnTo>
                    <a:pt x="4624966" y="1977379"/>
                  </a:lnTo>
                  <a:lnTo>
                    <a:pt x="4626130" y="1976755"/>
                  </a:lnTo>
                  <a:lnTo>
                    <a:pt x="4626130" y="1976132"/>
                  </a:lnTo>
                  <a:lnTo>
                    <a:pt x="4626275" y="1975508"/>
                  </a:lnTo>
                  <a:lnTo>
                    <a:pt x="4626275" y="1974885"/>
                  </a:lnTo>
                  <a:lnTo>
                    <a:pt x="4626421" y="1974885"/>
                  </a:lnTo>
                  <a:lnTo>
                    <a:pt x="4626712" y="1974261"/>
                  </a:lnTo>
                  <a:lnTo>
                    <a:pt x="4626857" y="1974261"/>
                  </a:lnTo>
                  <a:lnTo>
                    <a:pt x="4627002" y="1974261"/>
                  </a:lnTo>
                  <a:lnTo>
                    <a:pt x="4627439" y="1974261"/>
                  </a:lnTo>
                  <a:lnTo>
                    <a:pt x="4627584" y="1974261"/>
                  </a:lnTo>
                  <a:lnTo>
                    <a:pt x="4628457" y="1973638"/>
                  </a:lnTo>
                  <a:lnTo>
                    <a:pt x="4628602" y="1973638"/>
                  </a:lnTo>
                  <a:lnTo>
                    <a:pt x="4628602" y="1973014"/>
                  </a:lnTo>
                  <a:lnTo>
                    <a:pt x="4629620" y="1970520"/>
                  </a:lnTo>
                  <a:lnTo>
                    <a:pt x="4629620" y="1969896"/>
                  </a:lnTo>
                  <a:lnTo>
                    <a:pt x="4629911" y="1969896"/>
                  </a:lnTo>
                  <a:lnTo>
                    <a:pt x="4630202" y="1968649"/>
                  </a:lnTo>
                  <a:lnTo>
                    <a:pt x="4630347" y="1968649"/>
                  </a:lnTo>
                  <a:lnTo>
                    <a:pt x="4630784" y="1968649"/>
                  </a:lnTo>
                  <a:lnTo>
                    <a:pt x="4631074" y="1968649"/>
                  </a:lnTo>
                  <a:lnTo>
                    <a:pt x="4631220" y="1968649"/>
                  </a:lnTo>
                  <a:lnTo>
                    <a:pt x="4631365" y="1968649"/>
                  </a:lnTo>
                  <a:lnTo>
                    <a:pt x="4631511" y="1968649"/>
                  </a:lnTo>
                  <a:lnTo>
                    <a:pt x="4631656" y="1968649"/>
                  </a:lnTo>
                  <a:lnTo>
                    <a:pt x="4631656" y="1968025"/>
                  </a:lnTo>
                  <a:lnTo>
                    <a:pt x="4631801" y="1968025"/>
                  </a:lnTo>
                  <a:lnTo>
                    <a:pt x="4632383" y="1967402"/>
                  </a:lnTo>
                  <a:lnTo>
                    <a:pt x="4632529" y="1966778"/>
                  </a:lnTo>
                  <a:lnTo>
                    <a:pt x="4632819" y="1966778"/>
                  </a:lnTo>
                  <a:lnTo>
                    <a:pt x="4632965" y="1966778"/>
                  </a:lnTo>
                  <a:lnTo>
                    <a:pt x="4633110" y="1966778"/>
                  </a:lnTo>
                  <a:lnTo>
                    <a:pt x="4633256" y="1966155"/>
                  </a:lnTo>
                  <a:lnTo>
                    <a:pt x="4633401" y="1966155"/>
                  </a:lnTo>
                  <a:lnTo>
                    <a:pt x="4634128" y="1966155"/>
                  </a:lnTo>
                  <a:lnTo>
                    <a:pt x="4635873" y="1962413"/>
                  </a:lnTo>
                  <a:lnTo>
                    <a:pt x="4636164" y="1962413"/>
                  </a:lnTo>
                  <a:lnTo>
                    <a:pt x="4636310" y="1962413"/>
                  </a:lnTo>
                  <a:lnTo>
                    <a:pt x="4636455" y="1962413"/>
                  </a:lnTo>
                  <a:lnTo>
                    <a:pt x="4636601" y="1962413"/>
                  </a:lnTo>
                  <a:lnTo>
                    <a:pt x="4636746" y="1962413"/>
                  </a:lnTo>
                  <a:lnTo>
                    <a:pt x="4636891" y="1962413"/>
                  </a:lnTo>
                  <a:lnTo>
                    <a:pt x="4637182" y="1962413"/>
                  </a:lnTo>
                  <a:lnTo>
                    <a:pt x="4637473" y="1962413"/>
                  </a:lnTo>
                  <a:lnTo>
                    <a:pt x="4637619" y="1962413"/>
                  </a:lnTo>
                  <a:lnTo>
                    <a:pt x="4637764" y="1960542"/>
                  </a:lnTo>
                  <a:lnTo>
                    <a:pt x="4637909" y="1960542"/>
                  </a:lnTo>
                  <a:lnTo>
                    <a:pt x="4637909" y="1959919"/>
                  </a:lnTo>
                  <a:lnTo>
                    <a:pt x="4638346" y="1959919"/>
                  </a:lnTo>
                  <a:lnTo>
                    <a:pt x="4639218" y="1959295"/>
                  </a:lnTo>
                  <a:lnTo>
                    <a:pt x="4640091" y="1959295"/>
                  </a:lnTo>
                  <a:lnTo>
                    <a:pt x="4640236" y="1959295"/>
                  </a:lnTo>
                  <a:lnTo>
                    <a:pt x="4640527" y="1959295"/>
                  </a:lnTo>
                  <a:lnTo>
                    <a:pt x="4640818" y="1959295"/>
                  </a:lnTo>
                  <a:lnTo>
                    <a:pt x="4640963" y="1959295"/>
                  </a:lnTo>
                  <a:lnTo>
                    <a:pt x="4641254" y="1958672"/>
                  </a:lnTo>
                  <a:lnTo>
                    <a:pt x="4641400" y="1958672"/>
                  </a:lnTo>
                  <a:lnTo>
                    <a:pt x="4642127" y="1958048"/>
                  </a:lnTo>
                  <a:lnTo>
                    <a:pt x="4642563" y="1958048"/>
                  </a:lnTo>
                  <a:lnTo>
                    <a:pt x="4642999" y="1956801"/>
                  </a:lnTo>
                  <a:lnTo>
                    <a:pt x="4643726" y="1956801"/>
                  </a:lnTo>
                  <a:lnTo>
                    <a:pt x="4644308" y="1956177"/>
                  </a:lnTo>
                  <a:lnTo>
                    <a:pt x="4644454" y="1956177"/>
                  </a:lnTo>
                  <a:lnTo>
                    <a:pt x="4644599" y="1956177"/>
                  </a:lnTo>
                  <a:lnTo>
                    <a:pt x="4644744" y="1956177"/>
                  </a:lnTo>
                  <a:lnTo>
                    <a:pt x="4644890" y="1956177"/>
                  </a:lnTo>
                  <a:lnTo>
                    <a:pt x="4645326" y="1954306"/>
                  </a:lnTo>
                  <a:lnTo>
                    <a:pt x="4645908" y="1954306"/>
                  </a:lnTo>
                  <a:lnTo>
                    <a:pt x="4646053" y="1954306"/>
                  </a:lnTo>
                  <a:lnTo>
                    <a:pt x="4646199" y="1954306"/>
                  </a:lnTo>
                  <a:lnTo>
                    <a:pt x="4646344" y="1954306"/>
                  </a:lnTo>
                  <a:lnTo>
                    <a:pt x="4646780" y="1954306"/>
                  </a:lnTo>
                  <a:lnTo>
                    <a:pt x="4647362" y="1953683"/>
                  </a:lnTo>
                  <a:lnTo>
                    <a:pt x="4647653" y="1953683"/>
                  </a:lnTo>
                  <a:lnTo>
                    <a:pt x="4648089" y="1953683"/>
                  </a:lnTo>
                  <a:lnTo>
                    <a:pt x="4648235" y="1953683"/>
                  </a:lnTo>
                  <a:lnTo>
                    <a:pt x="4648525" y="1953059"/>
                  </a:lnTo>
                  <a:lnTo>
                    <a:pt x="4648816" y="1953059"/>
                  </a:lnTo>
                  <a:lnTo>
                    <a:pt x="4648962" y="1953059"/>
                  </a:lnTo>
                  <a:lnTo>
                    <a:pt x="4649689" y="1951812"/>
                  </a:lnTo>
                  <a:lnTo>
                    <a:pt x="4649980" y="1951189"/>
                  </a:lnTo>
                  <a:lnTo>
                    <a:pt x="4650125" y="1951189"/>
                  </a:lnTo>
                  <a:lnTo>
                    <a:pt x="4650125" y="1950565"/>
                  </a:lnTo>
                  <a:lnTo>
                    <a:pt x="4650125" y="1949941"/>
                  </a:lnTo>
                  <a:lnTo>
                    <a:pt x="4650707" y="1949941"/>
                  </a:lnTo>
                  <a:lnTo>
                    <a:pt x="4650852" y="1949941"/>
                  </a:lnTo>
                  <a:lnTo>
                    <a:pt x="4650998" y="1949941"/>
                  </a:lnTo>
                  <a:lnTo>
                    <a:pt x="4652452" y="1947447"/>
                  </a:lnTo>
                  <a:lnTo>
                    <a:pt x="4652743" y="1947447"/>
                  </a:lnTo>
                  <a:lnTo>
                    <a:pt x="4652888" y="1947447"/>
                  </a:lnTo>
                  <a:lnTo>
                    <a:pt x="4653324" y="1946824"/>
                  </a:lnTo>
                  <a:lnTo>
                    <a:pt x="4653615" y="1946824"/>
                  </a:lnTo>
                  <a:lnTo>
                    <a:pt x="4653761" y="1946824"/>
                  </a:lnTo>
                  <a:lnTo>
                    <a:pt x="4653906" y="1946824"/>
                  </a:lnTo>
                  <a:lnTo>
                    <a:pt x="4654633" y="1945576"/>
                  </a:lnTo>
                  <a:lnTo>
                    <a:pt x="4654779" y="1945576"/>
                  </a:lnTo>
                  <a:lnTo>
                    <a:pt x="4654924" y="1945576"/>
                  </a:lnTo>
                  <a:lnTo>
                    <a:pt x="4654924" y="1944953"/>
                  </a:lnTo>
                  <a:lnTo>
                    <a:pt x="4655070" y="1944953"/>
                  </a:lnTo>
                  <a:lnTo>
                    <a:pt x="4655360" y="1944953"/>
                  </a:lnTo>
                  <a:lnTo>
                    <a:pt x="4655651" y="1944329"/>
                  </a:lnTo>
                  <a:lnTo>
                    <a:pt x="4655797" y="1943706"/>
                  </a:lnTo>
                  <a:lnTo>
                    <a:pt x="4656524" y="1942458"/>
                  </a:lnTo>
                  <a:lnTo>
                    <a:pt x="4657251" y="1942458"/>
                  </a:lnTo>
                  <a:lnTo>
                    <a:pt x="4657396" y="1941835"/>
                  </a:lnTo>
                  <a:lnTo>
                    <a:pt x="4657542" y="1941835"/>
                  </a:lnTo>
                  <a:lnTo>
                    <a:pt x="4657687" y="1941835"/>
                  </a:lnTo>
                  <a:lnTo>
                    <a:pt x="4657687" y="1941211"/>
                  </a:lnTo>
                  <a:lnTo>
                    <a:pt x="4658124" y="1941211"/>
                  </a:lnTo>
                  <a:lnTo>
                    <a:pt x="4658414" y="1941211"/>
                  </a:lnTo>
                  <a:lnTo>
                    <a:pt x="4658414" y="1940588"/>
                  </a:lnTo>
                  <a:lnTo>
                    <a:pt x="4659287" y="1939964"/>
                  </a:lnTo>
                  <a:lnTo>
                    <a:pt x="4659432" y="1939964"/>
                  </a:lnTo>
                  <a:lnTo>
                    <a:pt x="4659578" y="1939341"/>
                  </a:lnTo>
                  <a:lnTo>
                    <a:pt x="4660014" y="1939341"/>
                  </a:lnTo>
                  <a:lnTo>
                    <a:pt x="4660159" y="1939341"/>
                  </a:lnTo>
                  <a:lnTo>
                    <a:pt x="4661614" y="1938093"/>
                  </a:lnTo>
                  <a:lnTo>
                    <a:pt x="4662050" y="1936846"/>
                  </a:lnTo>
                  <a:lnTo>
                    <a:pt x="4662050" y="1936223"/>
                  </a:lnTo>
                  <a:lnTo>
                    <a:pt x="4662777" y="1934975"/>
                  </a:lnTo>
                  <a:lnTo>
                    <a:pt x="4663359" y="1934975"/>
                  </a:lnTo>
                  <a:lnTo>
                    <a:pt x="4663504" y="1934975"/>
                  </a:lnTo>
                  <a:lnTo>
                    <a:pt x="4664668" y="1934975"/>
                  </a:lnTo>
                  <a:lnTo>
                    <a:pt x="4664959" y="1934975"/>
                  </a:lnTo>
                  <a:lnTo>
                    <a:pt x="4665831" y="1934975"/>
                  </a:lnTo>
                  <a:lnTo>
                    <a:pt x="4666122" y="1934352"/>
                  </a:lnTo>
                  <a:lnTo>
                    <a:pt x="4666558" y="1934352"/>
                  </a:lnTo>
                  <a:lnTo>
                    <a:pt x="4667140" y="1934352"/>
                  </a:lnTo>
                  <a:lnTo>
                    <a:pt x="4667285" y="1934352"/>
                  </a:lnTo>
                  <a:lnTo>
                    <a:pt x="4667431" y="1934352"/>
                  </a:lnTo>
                  <a:lnTo>
                    <a:pt x="4667722" y="1934352"/>
                  </a:lnTo>
                  <a:lnTo>
                    <a:pt x="4668740" y="1933728"/>
                  </a:lnTo>
                  <a:lnTo>
                    <a:pt x="4669321" y="1933105"/>
                  </a:lnTo>
                  <a:lnTo>
                    <a:pt x="4669758" y="1933105"/>
                  </a:lnTo>
                  <a:lnTo>
                    <a:pt x="4670048" y="1933105"/>
                  </a:lnTo>
                  <a:lnTo>
                    <a:pt x="4670630" y="1933105"/>
                  </a:lnTo>
                  <a:lnTo>
                    <a:pt x="4671212" y="1933105"/>
                  </a:lnTo>
                  <a:lnTo>
                    <a:pt x="4671212" y="1932481"/>
                  </a:lnTo>
                  <a:lnTo>
                    <a:pt x="4671794" y="1931858"/>
                  </a:lnTo>
                  <a:lnTo>
                    <a:pt x="4672375" y="1931858"/>
                  </a:lnTo>
                  <a:lnTo>
                    <a:pt x="4672521" y="1931858"/>
                  </a:lnTo>
                  <a:lnTo>
                    <a:pt x="4672521" y="1931234"/>
                  </a:lnTo>
                  <a:lnTo>
                    <a:pt x="4672811" y="1931234"/>
                  </a:lnTo>
                  <a:lnTo>
                    <a:pt x="4673393" y="1931234"/>
                  </a:lnTo>
                  <a:lnTo>
                    <a:pt x="4673684" y="1931234"/>
                  </a:lnTo>
                  <a:lnTo>
                    <a:pt x="4673829" y="1931234"/>
                  </a:lnTo>
                  <a:lnTo>
                    <a:pt x="4673975" y="1931234"/>
                  </a:lnTo>
                  <a:lnTo>
                    <a:pt x="4674120" y="1931234"/>
                  </a:lnTo>
                  <a:lnTo>
                    <a:pt x="4674702" y="1931234"/>
                  </a:lnTo>
                  <a:lnTo>
                    <a:pt x="4674993" y="1931234"/>
                  </a:lnTo>
                  <a:lnTo>
                    <a:pt x="4675138" y="1931234"/>
                  </a:lnTo>
                  <a:lnTo>
                    <a:pt x="4677029" y="1926869"/>
                  </a:lnTo>
                  <a:lnTo>
                    <a:pt x="4677174" y="1926869"/>
                  </a:lnTo>
                  <a:lnTo>
                    <a:pt x="4677465" y="1926869"/>
                  </a:lnTo>
                  <a:lnTo>
                    <a:pt x="4677901" y="1926869"/>
                  </a:lnTo>
                  <a:lnTo>
                    <a:pt x="4678192" y="1926869"/>
                  </a:lnTo>
                  <a:lnTo>
                    <a:pt x="4678774" y="1926245"/>
                  </a:lnTo>
                  <a:lnTo>
                    <a:pt x="4678919" y="1926245"/>
                  </a:lnTo>
                  <a:lnTo>
                    <a:pt x="4679065" y="1926245"/>
                  </a:lnTo>
                  <a:lnTo>
                    <a:pt x="4679356" y="1926245"/>
                  </a:lnTo>
                  <a:lnTo>
                    <a:pt x="4679501" y="1926245"/>
                  </a:lnTo>
                  <a:lnTo>
                    <a:pt x="4679792" y="1926245"/>
                  </a:lnTo>
                  <a:lnTo>
                    <a:pt x="4680083" y="1925622"/>
                  </a:lnTo>
                  <a:lnTo>
                    <a:pt x="4680228" y="1925622"/>
                  </a:lnTo>
                  <a:lnTo>
                    <a:pt x="4680374" y="1925622"/>
                  </a:lnTo>
                  <a:lnTo>
                    <a:pt x="4680664" y="1924998"/>
                  </a:lnTo>
                  <a:lnTo>
                    <a:pt x="4680810" y="1924998"/>
                  </a:lnTo>
                  <a:lnTo>
                    <a:pt x="4680955" y="1924998"/>
                  </a:lnTo>
                  <a:lnTo>
                    <a:pt x="4681682" y="1924375"/>
                  </a:lnTo>
                  <a:lnTo>
                    <a:pt x="4682119" y="1924375"/>
                  </a:lnTo>
                  <a:lnTo>
                    <a:pt x="4682555" y="1924375"/>
                  </a:lnTo>
                  <a:lnTo>
                    <a:pt x="4682700" y="1924375"/>
                  </a:lnTo>
                  <a:lnTo>
                    <a:pt x="4682846" y="1924375"/>
                  </a:lnTo>
                  <a:lnTo>
                    <a:pt x="4682991" y="1924375"/>
                  </a:lnTo>
                  <a:lnTo>
                    <a:pt x="4683718" y="1924375"/>
                  </a:lnTo>
                  <a:lnTo>
                    <a:pt x="4684155" y="1923751"/>
                  </a:lnTo>
                  <a:lnTo>
                    <a:pt x="4684300" y="1923751"/>
                  </a:lnTo>
                  <a:lnTo>
                    <a:pt x="4684591" y="1923751"/>
                  </a:lnTo>
                  <a:lnTo>
                    <a:pt x="4684736" y="1923751"/>
                  </a:lnTo>
                  <a:lnTo>
                    <a:pt x="4685027" y="1923751"/>
                  </a:lnTo>
                  <a:lnTo>
                    <a:pt x="4685464" y="1923751"/>
                  </a:lnTo>
                  <a:lnTo>
                    <a:pt x="4685754" y="1923751"/>
                  </a:lnTo>
                  <a:lnTo>
                    <a:pt x="4686481" y="1923751"/>
                  </a:lnTo>
                  <a:lnTo>
                    <a:pt x="4686627" y="1923127"/>
                  </a:lnTo>
                  <a:lnTo>
                    <a:pt x="4686918" y="1923127"/>
                  </a:lnTo>
                  <a:lnTo>
                    <a:pt x="4687354" y="1923127"/>
                  </a:lnTo>
                  <a:lnTo>
                    <a:pt x="4687645" y="1923127"/>
                  </a:lnTo>
                  <a:lnTo>
                    <a:pt x="4687790" y="1923127"/>
                  </a:lnTo>
                  <a:lnTo>
                    <a:pt x="4688081" y="1923127"/>
                  </a:lnTo>
                  <a:lnTo>
                    <a:pt x="4689390" y="1921880"/>
                  </a:lnTo>
                  <a:lnTo>
                    <a:pt x="4689681" y="1921880"/>
                  </a:lnTo>
                  <a:lnTo>
                    <a:pt x="4690263" y="1921880"/>
                  </a:lnTo>
                  <a:lnTo>
                    <a:pt x="4691135" y="1919386"/>
                  </a:lnTo>
                  <a:lnTo>
                    <a:pt x="4691426" y="1919386"/>
                  </a:lnTo>
                  <a:lnTo>
                    <a:pt x="4691571" y="1919386"/>
                  </a:lnTo>
                  <a:lnTo>
                    <a:pt x="4692008" y="1919386"/>
                  </a:lnTo>
                  <a:lnTo>
                    <a:pt x="4692589" y="1919386"/>
                  </a:lnTo>
                  <a:lnTo>
                    <a:pt x="4692735" y="1919386"/>
                  </a:lnTo>
                  <a:lnTo>
                    <a:pt x="4692735" y="1918762"/>
                  </a:lnTo>
                  <a:lnTo>
                    <a:pt x="4693026" y="1917515"/>
                  </a:lnTo>
                  <a:lnTo>
                    <a:pt x="4693171" y="1917515"/>
                  </a:lnTo>
                  <a:lnTo>
                    <a:pt x="4693316" y="1917515"/>
                  </a:lnTo>
                  <a:lnTo>
                    <a:pt x="4693462" y="1917515"/>
                  </a:lnTo>
                  <a:lnTo>
                    <a:pt x="4693462" y="1916892"/>
                  </a:lnTo>
                  <a:lnTo>
                    <a:pt x="4693607" y="1916892"/>
                  </a:lnTo>
                  <a:lnTo>
                    <a:pt x="4694044" y="1916268"/>
                  </a:lnTo>
                  <a:lnTo>
                    <a:pt x="4694189" y="1915644"/>
                  </a:lnTo>
                  <a:lnTo>
                    <a:pt x="4694625" y="1915021"/>
                  </a:lnTo>
                  <a:lnTo>
                    <a:pt x="4694916" y="1915021"/>
                  </a:lnTo>
                  <a:lnTo>
                    <a:pt x="4695352" y="1915021"/>
                  </a:lnTo>
                  <a:lnTo>
                    <a:pt x="4695498" y="1915021"/>
                  </a:lnTo>
                  <a:lnTo>
                    <a:pt x="4695498" y="1914397"/>
                  </a:lnTo>
                  <a:lnTo>
                    <a:pt x="4695934" y="1914397"/>
                  </a:lnTo>
                  <a:lnTo>
                    <a:pt x="4696080" y="1914397"/>
                  </a:lnTo>
                  <a:lnTo>
                    <a:pt x="4696370" y="1914397"/>
                  </a:lnTo>
                  <a:lnTo>
                    <a:pt x="4696516" y="1914397"/>
                  </a:lnTo>
                  <a:lnTo>
                    <a:pt x="4696952" y="1914397"/>
                  </a:lnTo>
                  <a:lnTo>
                    <a:pt x="4697098" y="1914397"/>
                  </a:lnTo>
                  <a:lnTo>
                    <a:pt x="4697825" y="1914397"/>
                  </a:lnTo>
                  <a:lnTo>
                    <a:pt x="4697970" y="1914397"/>
                  </a:lnTo>
                  <a:lnTo>
                    <a:pt x="4698116" y="1914397"/>
                  </a:lnTo>
                  <a:lnTo>
                    <a:pt x="4698697" y="1912526"/>
                  </a:lnTo>
                  <a:lnTo>
                    <a:pt x="4699570" y="1912526"/>
                  </a:lnTo>
                  <a:lnTo>
                    <a:pt x="4699861" y="1911903"/>
                  </a:lnTo>
                  <a:lnTo>
                    <a:pt x="4699861" y="1910656"/>
                  </a:lnTo>
                  <a:lnTo>
                    <a:pt x="4700006" y="1910656"/>
                  </a:lnTo>
                  <a:lnTo>
                    <a:pt x="4700442" y="1910032"/>
                  </a:lnTo>
                  <a:lnTo>
                    <a:pt x="4700733" y="1910032"/>
                  </a:lnTo>
                  <a:lnTo>
                    <a:pt x="4701315" y="1910032"/>
                  </a:lnTo>
                  <a:lnTo>
                    <a:pt x="4702187" y="1910032"/>
                  </a:lnTo>
                  <a:lnTo>
                    <a:pt x="4703351" y="1908161"/>
                  </a:lnTo>
                  <a:lnTo>
                    <a:pt x="4703642" y="1908161"/>
                  </a:lnTo>
                  <a:lnTo>
                    <a:pt x="4703933" y="1908161"/>
                  </a:lnTo>
                  <a:lnTo>
                    <a:pt x="4704369" y="1908161"/>
                  </a:lnTo>
                  <a:lnTo>
                    <a:pt x="4704514" y="1908161"/>
                  </a:lnTo>
                  <a:lnTo>
                    <a:pt x="4704805" y="1908161"/>
                  </a:lnTo>
                  <a:lnTo>
                    <a:pt x="4705096" y="1908161"/>
                  </a:lnTo>
                  <a:lnTo>
                    <a:pt x="4705241" y="1908161"/>
                  </a:lnTo>
                  <a:lnTo>
                    <a:pt x="4705532" y="1908161"/>
                  </a:lnTo>
                  <a:lnTo>
                    <a:pt x="4705678" y="1906914"/>
                  </a:lnTo>
                  <a:lnTo>
                    <a:pt x="4706114" y="1906914"/>
                  </a:lnTo>
                  <a:lnTo>
                    <a:pt x="4706696" y="1906914"/>
                  </a:lnTo>
                  <a:lnTo>
                    <a:pt x="4706841" y="1906914"/>
                  </a:lnTo>
                  <a:lnTo>
                    <a:pt x="4706986" y="1906914"/>
                  </a:lnTo>
                  <a:lnTo>
                    <a:pt x="4707132" y="1906291"/>
                  </a:lnTo>
                  <a:lnTo>
                    <a:pt x="4707277" y="1906291"/>
                  </a:lnTo>
                  <a:lnTo>
                    <a:pt x="4707568" y="1906291"/>
                  </a:lnTo>
                  <a:lnTo>
                    <a:pt x="4708004" y="1906291"/>
                  </a:lnTo>
                  <a:lnTo>
                    <a:pt x="4708877" y="1906291"/>
                  </a:lnTo>
                  <a:lnTo>
                    <a:pt x="4709168" y="1906291"/>
                  </a:lnTo>
                  <a:lnTo>
                    <a:pt x="4709459" y="1906291"/>
                  </a:lnTo>
                  <a:lnTo>
                    <a:pt x="4710186" y="1905667"/>
                  </a:lnTo>
                  <a:lnTo>
                    <a:pt x="4710331" y="1905667"/>
                  </a:lnTo>
                  <a:lnTo>
                    <a:pt x="4711058" y="1905667"/>
                  </a:lnTo>
                  <a:lnTo>
                    <a:pt x="4711204" y="1905667"/>
                  </a:lnTo>
                  <a:lnTo>
                    <a:pt x="4711349" y="1905667"/>
                  </a:lnTo>
                  <a:lnTo>
                    <a:pt x="4711495" y="1905667"/>
                  </a:lnTo>
                  <a:lnTo>
                    <a:pt x="4711640" y="1905667"/>
                  </a:lnTo>
                  <a:lnTo>
                    <a:pt x="4711786" y="1905043"/>
                  </a:lnTo>
                  <a:lnTo>
                    <a:pt x="4712222" y="1905043"/>
                  </a:lnTo>
                  <a:lnTo>
                    <a:pt x="4712367" y="1905043"/>
                  </a:lnTo>
                  <a:lnTo>
                    <a:pt x="4713094" y="1904420"/>
                  </a:lnTo>
                  <a:lnTo>
                    <a:pt x="4713385" y="1904420"/>
                  </a:lnTo>
                  <a:lnTo>
                    <a:pt x="4713967" y="1904420"/>
                  </a:lnTo>
                  <a:lnTo>
                    <a:pt x="4714258" y="1904420"/>
                  </a:lnTo>
                  <a:lnTo>
                    <a:pt x="4714839" y="1904420"/>
                  </a:lnTo>
                  <a:lnTo>
                    <a:pt x="4715567" y="1903796"/>
                  </a:lnTo>
                  <a:lnTo>
                    <a:pt x="4716439" y="1901926"/>
                  </a:lnTo>
                  <a:lnTo>
                    <a:pt x="4716730" y="1901926"/>
                  </a:lnTo>
                  <a:lnTo>
                    <a:pt x="4717893" y="1901926"/>
                  </a:lnTo>
                  <a:lnTo>
                    <a:pt x="4718039" y="1901926"/>
                  </a:lnTo>
                  <a:lnTo>
                    <a:pt x="4718330" y="1901926"/>
                  </a:lnTo>
                  <a:lnTo>
                    <a:pt x="4718621" y="1900678"/>
                  </a:lnTo>
                  <a:lnTo>
                    <a:pt x="4718766" y="1900678"/>
                  </a:lnTo>
                  <a:lnTo>
                    <a:pt x="4718911" y="1900678"/>
                  </a:lnTo>
                  <a:lnTo>
                    <a:pt x="4719493" y="1900055"/>
                  </a:lnTo>
                  <a:lnTo>
                    <a:pt x="4719638" y="1900055"/>
                  </a:lnTo>
                  <a:lnTo>
                    <a:pt x="4720075" y="1900055"/>
                  </a:lnTo>
                  <a:lnTo>
                    <a:pt x="4720220" y="1900055"/>
                  </a:lnTo>
                  <a:lnTo>
                    <a:pt x="4720511" y="1899431"/>
                  </a:lnTo>
                  <a:lnTo>
                    <a:pt x="4720656" y="1899431"/>
                  </a:lnTo>
                  <a:lnTo>
                    <a:pt x="4720947" y="1899431"/>
                  </a:lnTo>
                  <a:lnTo>
                    <a:pt x="4721238" y="1899431"/>
                  </a:lnTo>
                  <a:lnTo>
                    <a:pt x="4721529" y="1899431"/>
                  </a:lnTo>
                  <a:lnTo>
                    <a:pt x="4721674" y="1899431"/>
                  </a:lnTo>
                  <a:lnTo>
                    <a:pt x="4721820" y="1899431"/>
                  </a:lnTo>
                  <a:lnTo>
                    <a:pt x="4721820" y="1898808"/>
                  </a:lnTo>
                  <a:lnTo>
                    <a:pt x="4722111" y="1898808"/>
                  </a:lnTo>
                  <a:lnTo>
                    <a:pt x="4722402" y="1897560"/>
                  </a:lnTo>
                  <a:lnTo>
                    <a:pt x="4723129" y="1897560"/>
                  </a:lnTo>
                  <a:lnTo>
                    <a:pt x="4723420" y="1896937"/>
                  </a:lnTo>
                  <a:lnTo>
                    <a:pt x="4723565" y="1896937"/>
                  </a:lnTo>
                  <a:lnTo>
                    <a:pt x="4723856" y="1896937"/>
                  </a:lnTo>
                  <a:lnTo>
                    <a:pt x="4724001" y="1896937"/>
                  </a:lnTo>
                  <a:lnTo>
                    <a:pt x="4724583" y="1896937"/>
                  </a:lnTo>
                  <a:lnTo>
                    <a:pt x="4725456" y="1896937"/>
                  </a:lnTo>
                  <a:lnTo>
                    <a:pt x="4726037" y="1896937"/>
                  </a:lnTo>
                  <a:lnTo>
                    <a:pt x="4726183" y="1896937"/>
                  </a:lnTo>
                  <a:lnTo>
                    <a:pt x="4727491" y="1896937"/>
                  </a:lnTo>
                  <a:lnTo>
                    <a:pt x="4728509" y="1896937"/>
                  </a:lnTo>
                  <a:lnTo>
                    <a:pt x="4728655" y="1896937"/>
                  </a:lnTo>
                  <a:lnTo>
                    <a:pt x="4728800" y="1896937"/>
                  </a:lnTo>
                  <a:lnTo>
                    <a:pt x="4729673" y="1894443"/>
                  </a:lnTo>
                  <a:lnTo>
                    <a:pt x="4729818" y="1894443"/>
                  </a:lnTo>
                  <a:lnTo>
                    <a:pt x="4730109" y="1894443"/>
                  </a:lnTo>
                  <a:lnTo>
                    <a:pt x="4730400" y="1894443"/>
                  </a:lnTo>
                  <a:lnTo>
                    <a:pt x="4730545" y="1894443"/>
                  </a:lnTo>
                  <a:lnTo>
                    <a:pt x="4730691" y="1894443"/>
                  </a:lnTo>
                  <a:lnTo>
                    <a:pt x="4730836" y="1894443"/>
                  </a:lnTo>
                  <a:lnTo>
                    <a:pt x="4731127" y="1894443"/>
                  </a:lnTo>
                  <a:lnTo>
                    <a:pt x="4731418" y="1894443"/>
                  </a:lnTo>
                  <a:lnTo>
                    <a:pt x="4731854" y="1894443"/>
                  </a:lnTo>
                  <a:lnTo>
                    <a:pt x="4732000" y="1894443"/>
                  </a:lnTo>
                  <a:lnTo>
                    <a:pt x="4732145" y="1894443"/>
                  </a:lnTo>
                  <a:lnTo>
                    <a:pt x="4732291" y="1894443"/>
                  </a:lnTo>
                  <a:lnTo>
                    <a:pt x="4732436" y="1894443"/>
                  </a:lnTo>
                  <a:lnTo>
                    <a:pt x="4732581" y="1894443"/>
                  </a:lnTo>
                  <a:lnTo>
                    <a:pt x="4735635" y="1888830"/>
                  </a:lnTo>
                  <a:lnTo>
                    <a:pt x="4735781" y="1888830"/>
                  </a:lnTo>
                  <a:lnTo>
                    <a:pt x="4736217" y="1888207"/>
                  </a:lnTo>
                  <a:lnTo>
                    <a:pt x="4736362" y="1888207"/>
                  </a:lnTo>
                  <a:lnTo>
                    <a:pt x="4736362" y="1887583"/>
                  </a:lnTo>
                  <a:lnTo>
                    <a:pt x="4736508" y="1887583"/>
                  </a:lnTo>
                  <a:lnTo>
                    <a:pt x="4737380" y="1887583"/>
                  </a:lnTo>
                  <a:lnTo>
                    <a:pt x="4737526" y="1887583"/>
                  </a:lnTo>
                  <a:lnTo>
                    <a:pt x="4737962" y="1887583"/>
                  </a:lnTo>
                  <a:lnTo>
                    <a:pt x="4738544" y="1887583"/>
                  </a:lnTo>
                  <a:lnTo>
                    <a:pt x="4738689" y="1886960"/>
                  </a:lnTo>
                  <a:lnTo>
                    <a:pt x="4738980" y="1886960"/>
                  </a:lnTo>
                  <a:lnTo>
                    <a:pt x="4739271" y="1886336"/>
                  </a:lnTo>
                  <a:lnTo>
                    <a:pt x="4739998" y="1886336"/>
                  </a:lnTo>
                  <a:lnTo>
                    <a:pt x="4740289" y="1886336"/>
                  </a:lnTo>
                  <a:lnTo>
                    <a:pt x="4740434" y="1886336"/>
                  </a:lnTo>
                  <a:lnTo>
                    <a:pt x="4740580" y="1886336"/>
                  </a:lnTo>
                  <a:lnTo>
                    <a:pt x="4741016" y="1886336"/>
                  </a:lnTo>
                  <a:lnTo>
                    <a:pt x="4741016" y="1885712"/>
                  </a:lnTo>
                  <a:lnTo>
                    <a:pt x="4741307" y="1884465"/>
                  </a:lnTo>
                  <a:lnTo>
                    <a:pt x="4741307" y="1883842"/>
                  </a:lnTo>
                  <a:lnTo>
                    <a:pt x="4741452" y="1883842"/>
                  </a:lnTo>
                  <a:lnTo>
                    <a:pt x="4742034" y="1881971"/>
                  </a:lnTo>
                  <a:lnTo>
                    <a:pt x="4742325" y="1880724"/>
                  </a:lnTo>
                  <a:lnTo>
                    <a:pt x="4742761" y="1880100"/>
                  </a:lnTo>
                  <a:lnTo>
                    <a:pt x="4743634" y="1878229"/>
                  </a:lnTo>
                  <a:lnTo>
                    <a:pt x="4743779" y="1878229"/>
                  </a:lnTo>
                  <a:lnTo>
                    <a:pt x="4744070" y="1878229"/>
                  </a:lnTo>
                  <a:lnTo>
                    <a:pt x="4744506" y="1876982"/>
                  </a:lnTo>
                  <a:lnTo>
                    <a:pt x="4744943" y="1876982"/>
                  </a:lnTo>
                  <a:lnTo>
                    <a:pt x="4745088" y="1876982"/>
                  </a:lnTo>
                  <a:lnTo>
                    <a:pt x="4745379" y="1876982"/>
                  </a:lnTo>
                  <a:lnTo>
                    <a:pt x="4745815" y="1876982"/>
                  </a:lnTo>
                  <a:lnTo>
                    <a:pt x="4745961" y="1876982"/>
                  </a:lnTo>
                  <a:lnTo>
                    <a:pt x="4746978" y="1876982"/>
                  </a:lnTo>
                  <a:lnTo>
                    <a:pt x="4747269" y="1876982"/>
                  </a:lnTo>
                  <a:lnTo>
                    <a:pt x="4747560" y="1876982"/>
                  </a:lnTo>
                  <a:lnTo>
                    <a:pt x="4747706" y="1876982"/>
                  </a:lnTo>
                  <a:lnTo>
                    <a:pt x="4747996" y="1876982"/>
                  </a:lnTo>
                  <a:lnTo>
                    <a:pt x="4748433" y="1876359"/>
                  </a:lnTo>
                  <a:lnTo>
                    <a:pt x="4748578" y="1876359"/>
                  </a:lnTo>
                  <a:lnTo>
                    <a:pt x="4748724" y="1875735"/>
                  </a:lnTo>
                  <a:lnTo>
                    <a:pt x="4748869" y="1875735"/>
                  </a:lnTo>
                  <a:lnTo>
                    <a:pt x="4749160" y="1875735"/>
                  </a:lnTo>
                  <a:lnTo>
                    <a:pt x="4749451" y="1875112"/>
                  </a:lnTo>
                  <a:lnTo>
                    <a:pt x="4749887" y="1874488"/>
                  </a:lnTo>
                  <a:lnTo>
                    <a:pt x="4750032" y="1874488"/>
                  </a:lnTo>
                  <a:lnTo>
                    <a:pt x="4750178" y="1874488"/>
                  </a:lnTo>
                  <a:lnTo>
                    <a:pt x="4750469" y="1874488"/>
                  </a:lnTo>
                  <a:lnTo>
                    <a:pt x="4750614" y="1874488"/>
                  </a:lnTo>
                  <a:lnTo>
                    <a:pt x="4751050" y="1874488"/>
                  </a:lnTo>
                  <a:lnTo>
                    <a:pt x="4751196" y="1874488"/>
                  </a:lnTo>
                  <a:lnTo>
                    <a:pt x="4752068" y="1872617"/>
                  </a:lnTo>
                  <a:lnTo>
                    <a:pt x="4752214" y="1872617"/>
                  </a:lnTo>
                  <a:lnTo>
                    <a:pt x="4752650" y="1872617"/>
                  </a:lnTo>
                  <a:lnTo>
                    <a:pt x="4752941" y="1872617"/>
                  </a:lnTo>
                  <a:lnTo>
                    <a:pt x="4753086" y="1872617"/>
                  </a:lnTo>
                  <a:lnTo>
                    <a:pt x="4753523" y="1871994"/>
                  </a:lnTo>
                  <a:lnTo>
                    <a:pt x="4753959" y="1871994"/>
                  </a:lnTo>
                  <a:lnTo>
                    <a:pt x="4754250" y="1871370"/>
                  </a:lnTo>
                  <a:lnTo>
                    <a:pt x="4754395" y="1871370"/>
                  </a:lnTo>
                  <a:lnTo>
                    <a:pt x="4754831" y="1871370"/>
                  </a:lnTo>
                  <a:lnTo>
                    <a:pt x="4755268" y="1870123"/>
                  </a:lnTo>
                  <a:lnTo>
                    <a:pt x="4755559" y="1870123"/>
                  </a:lnTo>
                  <a:lnTo>
                    <a:pt x="4755704" y="1869499"/>
                  </a:lnTo>
                  <a:lnTo>
                    <a:pt x="4755849" y="1869499"/>
                  </a:lnTo>
                  <a:lnTo>
                    <a:pt x="4756140" y="1869499"/>
                  </a:lnTo>
                  <a:lnTo>
                    <a:pt x="4756577" y="1869499"/>
                  </a:lnTo>
                  <a:lnTo>
                    <a:pt x="4757158" y="1869499"/>
                  </a:lnTo>
                  <a:lnTo>
                    <a:pt x="4757304" y="1869499"/>
                  </a:lnTo>
                  <a:lnTo>
                    <a:pt x="4757449" y="1869499"/>
                  </a:lnTo>
                  <a:lnTo>
                    <a:pt x="4757595" y="1869499"/>
                  </a:lnTo>
                  <a:lnTo>
                    <a:pt x="4757595" y="1868876"/>
                  </a:lnTo>
                  <a:lnTo>
                    <a:pt x="4757885" y="1868876"/>
                  </a:lnTo>
                  <a:lnTo>
                    <a:pt x="4758613" y="1868876"/>
                  </a:lnTo>
                  <a:lnTo>
                    <a:pt x="4758613" y="1868252"/>
                  </a:lnTo>
                  <a:lnTo>
                    <a:pt x="4758613" y="1867629"/>
                  </a:lnTo>
                  <a:lnTo>
                    <a:pt x="4758903" y="1867629"/>
                  </a:lnTo>
                  <a:lnTo>
                    <a:pt x="4759194" y="1867629"/>
                  </a:lnTo>
                  <a:lnTo>
                    <a:pt x="4760212" y="1867005"/>
                  </a:lnTo>
                  <a:lnTo>
                    <a:pt x="4760648" y="1867005"/>
                  </a:lnTo>
                  <a:lnTo>
                    <a:pt x="4761230" y="1867005"/>
                  </a:lnTo>
                  <a:lnTo>
                    <a:pt x="4761376" y="1867005"/>
                  </a:lnTo>
                  <a:lnTo>
                    <a:pt x="4762103" y="1865758"/>
                  </a:lnTo>
                  <a:lnTo>
                    <a:pt x="4762684" y="1865758"/>
                  </a:lnTo>
                  <a:lnTo>
                    <a:pt x="4762830" y="1865758"/>
                  </a:lnTo>
                  <a:lnTo>
                    <a:pt x="4762975" y="1865758"/>
                  </a:lnTo>
                  <a:lnTo>
                    <a:pt x="4763121" y="1865758"/>
                  </a:lnTo>
                  <a:lnTo>
                    <a:pt x="4763557" y="1865758"/>
                  </a:lnTo>
                  <a:lnTo>
                    <a:pt x="4763702" y="1865758"/>
                  </a:lnTo>
                  <a:lnTo>
                    <a:pt x="4763848" y="1865758"/>
                  </a:lnTo>
                  <a:lnTo>
                    <a:pt x="4764284" y="1865134"/>
                  </a:lnTo>
                  <a:lnTo>
                    <a:pt x="4764720" y="1865134"/>
                  </a:lnTo>
                  <a:lnTo>
                    <a:pt x="4765011" y="1864511"/>
                  </a:lnTo>
                  <a:lnTo>
                    <a:pt x="4765448" y="1864511"/>
                  </a:lnTo>
                  <a:lnTo>
                    <a:pt x="4766175" y="1863887"/>
                  </a:lnTo>
                  <a:lnTo>
                    <a:pt x="4766611" y="1863887"/>
                  </a:lnTo>
                  <a:lnTo>
                    <a:pt x="4766756" y="1863887"/>
                  </a:lnTo>
                  <a:lnTo>
                    <a:pt x="4767193" y="1863263"/>
                  </a:lnTo>
                  <a:lnTo>
                    <a:pt x="4767483" y="1863263"/>
                  </a:lnTo>
                  <a:lnTo>
                    <a:pt x="4767483" y="1862640"/>
                  </a:lnTo>
                  <a:lnTo>
                    <a:pt x="4767774" y="1862640"/>
                  </a:lnTo>
                  <a:lnTo>
                    <a:pt x="4767920" y="1862640"/>
                  </a:lnTo>
                  <a:lnTo>
                    <a:pt x="4768211" y="1862640"/>
                  </a:lnTo>
                  <a:lnTo>
                    <a:pt x="4768356" y="1862640"/>
                  </a:lnTo>
                  <a:lnTo>
                    <a:pt x="4770537" y="1860769"/>
                  </a:lnTo>
                  <a:lnTo>
                    <a:pt x="4770683" y="1860769"/>
                  </a:lnTo>
                  <a:lnTo>
                    <a:pt x="4770828" y="1860769"/>
                  </a:lnTo>
                  <a:lnTo>
                    <a:pt x="4771119" y="1860769"/>
                  </a:lnTo>
                  <a:lnTo>
                    <a:pt x="4771410" y="1860769"/>
                  </a:lnTo>
                  <a:lnTo>
                    <a:pt x="4771555" y="1860146"/>
                  </a:lnTo>
                  <a:lnTo>
                    <a:pt x="4771701" y="1860146"/>
                  </a:lnTo>
                  <a:lnTo>
                    <a:pt x="4771846" y="1860146"/>
                  </a:lnTo>
                  <a:lnTo>
                    <a:pt x="4772719" y="1860146"/>
                  </a:lnTo>
                  <a:lnTo>
                    <a:pt x="4772719" y="1859522"/>
                  </a:lnTo>
                  <a:lnTo>
                    <a:pt x="4773155" y="1859522"/>
                  </a:lnTo>
                  <a:lnTo>
                    <a:pt x="4773301" y="1859522"/>
                  </a:lnTo>
                  <a:lnTo>
                    <a:pt x="4773737" y="1858275"/>
                  </a:lnTo>
                  <a:lnTo>
                    <a:pt x="4774028" y="1858275"/>
                  </a:lnTo>
                  <a:lnTo>
                    <a:pt x="4774464" y="1858275"/>
                  </a:lnTo>
                  <a:lnTo>
                    <a:pt x="4774609" y="1858275"/>
                  </a:lnTo>
                  <a:lnTo>
                    <a:pt x="4774755" y="1858275"/>
                  </a:lnTo>
                  <a:lnTo>
                    <a:pt x="4775191" y="1858275"/>
                  </a:lnTo>
                  <a:lnTo>
                    <a:pt x="4776354" y="1856404"/>
                  </a:lnTo>
                  <a:lnTo>
                    <a:pt x="4776500" y="1856404"/>
                  </a:lnTo>
                  <a:lnTo>
                    <a:pt x="4776791" y="1855780"/>
                  </a:lnTo>
                  <a:lnTo>
                    <a:pt x="4776936" y="1855780"/>
                  </a:lnTo>
                  <a:lnTo>
                    <a:pt x="4776936" y="1855157"/>
                  </a:lnTo>
                  <a:lnTo>
                    <a:pt x="4777082" y="1853910"/>
                  </a:lnTo>
                  <a:lnTo>
                    <a:pt x="4777227" y="1853910"/>
                  </a:lnTo>
                  <a:lnTo>
                    <a:pt x="4777227" y="1853286"/>
                  </a:lnTo>
                  <a:lnTo>
                    <a:pt x="4777954" y="1852039"/>
                  </a:lnTo>
                  <a:lnTo>
                    <a:pt x="4778681" y="1852039"/>
                  </a:lnTo>
                  <a:lnTo>
                    <a:pt x="4778972" y="1852039"/>
                  </a:lnTo>
                  <a:lnTo>
                    <a:pt x="4779263" y="1851415"/>
                  </a:lnTo>
                  <a:lnTo>
                    <a:pt x="4779408" y="1851415"/>
                  </a:lnTo>
                  <a:lnTo>
                    <a:pt x="4779554" y="1850792"/>
                  </a:lnTo>
                  <a:lnTo>
                    <a:pt x="4779699" y="1850792"/>
                  </a:lnTo>
                  <a:lnTo>
                    <a:pt x="4779990" y="1850792"/>
                  </a:lnTo>
                  <a:lnTo>
                    <a:pt x="4780136" y="1850792"/>
                  </a:lnTo>
                  <a:lnTo>
                    <a:pt x="4780717" y="1850168"/>
                  </a:lnTo>
                  <a:lnTo>
                    <a:pt x="4780863" y="1850168"/>
                  </a:lnTo>
                  <a:lnTo>
                    <a:pt x="4781444" y="1849545"/>
                  </a:lnTo>
                  <a:lnTo>
                    <a:pt x="4781881" y="1849545"/>
                  </a:lnTo>
                  <a:lnTo>
                    <a:pt x="4782317" y="1848921"/>
                  </a:lnTo>
                  <a:lnTo>
                    <a:pt x="4782462" y="1848921"/>
                  </a:lnTo>
                  <a:lnTo>
                    <a:pt x="4782608" y="1848921"/>
                  </a:lnTo>
                  <a:lnTo>
                    <a:pt x="4782753" y="1848297"/>
                  </a:lnTo>
                  <a:lnTo>
                    <a:pt x="4783189" y="1848297"/>
                  </a:lnTo>
                  <a:lnTo>
                    <a:pt x="4783335" y="1848297"/>
                  </a:lnTo>
                  <a:lnTo>
                    <a:pt x="4784207" y="1847674"/>
                  </a:lnTo>
                  <a:lnTo>
                    <a:pt x="4784498" y="1847674"/>
                  </a:lnTo>
                  <a:lnTo>
                    <a:pt x="4784644" y="1847674"/>
                  </a:lnTo>
                  <a:lnTo>
                    <a:pt x="4784789" y="1847674"/>
                  </a:lnTo>
                  <a:lnTo>
                    <a:pt x="4785080" y="1847674"/>
                  </a:lnTo>
                  <a:lnTo>
                    <a:pt x="4785225" y="1847674"/>
                  </a:lnTo>
                  <a:lnTo>
                    <a:pt x="4785371" y="1847674"/>
                  </a:lnTo>
                  <a:lnTo>
                    <a:pt x="4785662" y="1847050"/>
                  </a:lnTo>
                  <a:lnTo>
                    <a:pt x="4786098" y="1847050"/>
                  </a:lnTo>
                  <a:lnTo>
                    <a:pt x="4786825" y="1847050"/>
                  </a:lnTo>
                  <a:lnTo>
                    <a:pt x="4786970" y="1847050"/>
                  </a:lnTo>
                  <a:lnTo>
                    <a:pt x="4787261" y="1847050"/>
                  </a:lnTo>
                  <a:lnTo>
                    <a:pt x="4787407" y="1847050"/>
                  </a:lnTo>
                  <a:lnTo>
                    <a:pt x="4787698" y="1847050"/>
                  </a:lnTo>
                  <a:lnTo>
                    <a:pt x="4787843" y="1847050"/>
                  </a:lnTo>
                  <a:lnTo>
                    <a:pt x="4787988" y="1847050"/>
                  </a:lnTo>
                  <a:lnTo>
                    <a:pt x="4788425" y="1847050"/>
                  </a:lnTo>
                  <a:lnTo>
                    <a:pt x="4788716" y="1846427"/>
                  </a:lnTo>
                  <a:lnTo>
                    <a:pt x="4788861" y="1846427"/>
                  </a:lnTo>
                  <a:lnTo>
                    <a:pt x="4789006" y="1846427"/>
                  </a:lnTo>
                  <a:lnTo>
                    <a:pt x="4789443" y="1846427"/>
                  </a:lnTo>
                  <a:lnTo>
                    <a:pt x="4790170" y="1846427"/>
                  </a:lnTo>
                  <a:lnTo>
                    <a:pt x="4790461" y="1845803"/>
                  </a:lnTo>
                  <a:lnTo>
                    <a:pt x="4790897" y="1845803"/>
                  </a:lnTo>
                  <a:lnTo>
                    <a:pt x="4791042" y="1845803"/>
                  </a:lnTo>
                  <a:lnTo>
                    <a:pt x="4791042" y="1844556"/>
                  </a:lnTo>
                  <a:lnTo>
                    <a:pt x="4791333" y="1844556"/>
                  </a:lnTo>
                  <a:lnTo>
                    <a:pt x="4791479" y="1844556"/>
                  </a:lnTo>
                  <a:lnTo>
                    <a:pt x="4791915" y="1844556"/>
                  </a:lnTo>
                  <a:lnTo>
                    <a:pt x="4792206" y="1844556"/>
                  </a:lnTo>
                  <a:lnTo>
                    <a:pt x="4792933" y="1844556"/>
                  </a:lnTo>
                  <a:lnTo>
                    <a:pt x="4793078" y="1844556"/>
                  </a:lnTo>
                  <a:lnTo>
                    <a:pt x="4793805" y="1844556"/>
                  </a:lnTo>
                  <a:lnTo>
                    <a:pt x="4794096" y="1844556"/>
                  </a:lnTo>
                  <a:lnTo>
                    <a:pt x="4794823" y="1841438"/>
                  </a:lnTo>
                  <a:lnTo>
                    <a:pt x="4794969" y="1841438"/>
                  </a:lnTo>
                  <a:lnTo>
                    <a:pt x="4794969" y="1840815"/>
                  </a:lnTo>
                  <a:lnTo>
                    <a:pt x="4795260" y="1840191"/>
                  </a:lnTo>
                  <a:lnTo>
                    <a:pt x="4795405" y="1840191"/>
                  </a:lnTo>
                  <a:lnTo>
                    <a:pt x="4795841" y="1840191"/>
                  </a:lnTo>
                  <a:lnTo>
                    <a:pt x="4796714" y="1840191"/>
                  </a:lnTo>
                  <a:lnTo>
                    <a:pt x="4796859" y="1840191"/>
                  </a:lnTo>
                  <a:lnTo>
                    <a:pt x="4796859" y="1839567"/>
                  </a:lnTo>
                  <a:lnTo>
                    <a:pt x="4797441" y="1838944"/>
                  </a:lnTo>
                  <a:lnTo>
                    <a:pt x="4797587" y="1838944"/>
                  </a:lnTo>
                  <a:lnTo>
                    <a:pt x="4797732" y="1838944"/>
                  </a:lnTo>
                  <a:lnTo>
                    <a:pt x="4797877" y="1838944"/>
                  </a:lnTo>
                  <a:lnTo>
                    <a:pt x="4798168" y="1838944"/>
                  </a:lnTo>
                  <a:lnTo>
                    <a:pt x="4798168" y="1838320"/>
                  </a:lnTo>
                  <a:lnTo>
                    <a:pt x="4798314" y="1838320"/>
                  </a:lnTo>
                  <a:lnTo>
                    <a:pt x="4798459" y="1838320"/>
                  </a:lnTo>
                  <a:lnTo>
                    <a:pt x="4798605" y="1837697"/>
                  </a:lnTo>
                  <a:lnTo>
                    <a:pt x="4799041" y="1837697"/>
                  </a:lnTo>
                  <a:lnTo>
                    <a:pt x="4799623" y="1837073"/>
                  </a:lnTo>
                  <a:lnTo>
                    <a:pt x="4800204" y="1837073"/>
                  </a:lnTo>
                  <a:lnTo>
                    <a:pt x="4800350" y="1837073"/>
                  </a:lnTo>
                  <a:lnTo>
                    <a:pt x="4800640" y="1837073"/>
                  </a:lnTo>
                  <a:lnTo>
                    <a:pt x="4801368" y="1837073"/>
                  </a:lnTo>
                  <a:lnTo>
                    <a:pt x="4801513" y="1836449"/>
                  </a:lnTo>
                  <a:lnTo>
                    <a:pt x="4801658" y="1836449"/>
                  </a:lnTo>
                  <a:lnTo>
                    <a:pt x="4802095" y="1836449"/>
                  </a:lnTo>
                  <a:lnTo>
                    <a:pt x="4802240" y="1836449"/>
                  </a:lnTo>
                  <a:lnTo>
                    <a:pt x="4802967" y="1836449"/>
                  </a:lnTo>
                  <a:lnTo>
                    <a:pt x="4803113" y="1836449"/>
                  </a:lnTo>
                  <a:lnTo>
                    <a:pt x="4803404" y="1836449"/>
                  </a:lnTo>
                  <a:lnTo>
                    <a:pt x="4803549" y="1836449"/>
                  </a:lnTo>
                  <a:lnTo>
                    <a:pt x="4803694" y="1836449"/>
                  </a:lnTo>
                  <a:lnTo>
                    <a:pt x="4804712" y="1834579"/>
                  </a:lnTo>
                  <a:lnTo>
                    <a:pt x="4805149" y="1833955"/>
                  </a:lnTo>
                  <a:lnTo>
                    <a:pt x="4805585" y="1833955"/>
                  </a:lnTo>
                  <a:lnTo>
                    <a:pt x="4805876" y="1833332"/>
                  </a:lnTo>
                  <a:lnTo>
                    <a:pt x="4805876" y="1832708"/>
                  </a:lnTo>
                  <a:lnTo>
                    <a:pt x="4806021" y="1832084"/>
                  </a:lnTo>
                  <a:lnTo>
                    <a:pt x="4806312" y="1832084"/>
                  </a:lnTo>
                  <a:lnTo>
                    <a:pt x="4806458" y="1832084"/>
                  </a:lnTo>
                  <a:lnTo>
                    <a:pt x="4806894" y="1832084"/>
                  </a:lnTo>
                  <a:lnTo>
                    <a:pt x="4807185" y="1831461"/>
                  </a:lnTo>
                  <a:lnTo>
                    <a:pt x="4807621" y="1831461"/>
                  </a:lnTo>
                  <a:lnTo>
                    <a:pt x="4807912" y="1831461"/>
                  </a:lnTo>
                  <a:lnTo>
                    <a:pt x="4808348" y="1831461"/>
                  </a:lnTo>
                  <a:lnTo>
                    <a:pt x="4808493" y="1831461"/>
                  </a:lnTo>
                  <a:lnTo>
                    <a:pt x="4808639" y="1831461"/>
                  </a:lnTo>
                  <a:lnTo>
                    <a:pt x="4809366" y="1830837"/>
                  </a:lnTo>
                  <a:lnTo>
                    <a:pt x="4809948" y="1830837"/>
                  </a:lnTo>
                  <a:lnTo>
                    <a:pt x="4810093" y="1830837"/>
                  </a:lnTo>
                  <a:lnTo>
                    <a:pt x="4810239" y="1830837"/>
                  </a:lnTo>
                  <a:lnTo>
                    <a:pt x="4810384" y="1830837"/>
                  </a:lnTo>
                  <a:lnTo>
                    <a:pt x="4813729" y="1828343"/>
                  </a:lnTo>
                  <a:lnTo>
                    <a:pt x="4814165" y="1828343"/>
                  </a:lnTo>
                  <a:lnTo>
                    <a:pt x="4814747" y="1828343"/>
                  </a:lnTo>
                  <a:lnTo>
                    <a:pt x="4815038" y="1828343"/>
                  </a:lnTo>
                  <a:lnTo>
                    <a:pt x="4815328" y="1828343"/>
                  </a:lnTo>
                  <a:lnTo>
                    <a:pt x="4815474" y="1828343"/>
                  </a:lnTo>
                  <a:lnTo>
                    <a:pt x="4816056" y="1828343"/>
                  </a:lnTo>
                  <a:lnTo>
                    <a:pt x="4816201" y="1828343"/>
                  </a:lnTo>
                  <a:lnTo>
                    <a:pt x="4817364" y="1828343"/>
                  </a:lnTo>
                  <a:lnTo>
                    <a:pt x="4817510" y="1828343"/>
                  </a:lnTo>
                  <a:lnTo>
                    <a:pt x="4817946" y="1827096"/>
                  </a:lnTo>
                  <a:lnTo>
                    <a:pt x="4818819" y="1827096"/>
                  </a:lnTo>
                  <a:lnTo>
                    <a:pt x="4818964" y="1826472"/>
                  </a:lnTo>
                  <a:lnTo>
                    <a:pt x="4819400" y="1825849"/>
                  </a:lnTo>
                  <a:lnTo>
                    <a:pt x="4819546" y="1825225"/>
                  </a:lnTo>
                  <a:lnTo>
                    <a:pt x="4819837" y="1825225"/>
                  </a:lnTo>
                  <a:lnTo>
                    <a:pt x="4819982" y="1825225"/>
                  </a:lnTo>
                  <a:lnTo>
                    <a:pt x="4820273" y="1825225"/>
                  </a:lnTo>
                  <a:lnTo>
                    <a:pt x="4820273" y="1824601"/>
                  </a:lnTo>
                  <a:lnTo>
                    <a:pt x="4820564" y="1824601"/>
                  </a:lnTo>
                  <a:lnTo>
                    <a:pt x="4820709" y="1824601"/>
                  </a:lnTo>
                  <a:lnTo>
                    <a:pt x="4821000" y="1824601"/>
                  </a:lnTo>
                  <a:lnTo>
                    <a:pt x="4821436" y="1824601"/>
                  </a:lnTo>
                  <a:lnTo>
                    <a:pt x="4821582" y="1824601"/>
                  </a:lnTo>
                  <a:lnTo>
                    <a:pt x="4821727" y="1824601"/>
                  </a:lnTo>
                  <a:lnTo>
                    <a:pt x="4822600" y="1822731"/>
                  </a:lnTo>
                  <a:lnTo>
                    <a:pt x="4823036" y="1822731"/>
                  </a:lnTo>
                  <a:lnTo>
                    <a:pt x="4823909" y="1822731"/>
                  </a:lnTo>
                  <a:lnTo>
                    <a:pt x="4824636" y="1821483"/>
                  </a:lnTo>
                  <a:lnTo>
                    <a:pt x="4824781" y="1821483"/>
                  </a:lnTo>
                  <a:lnTo>
                    <a:pt x="4824927" y="1821483"/>
                  </a:lnTo>
                  <a:lnTo>
                    <a:pt x="4825363" y="1820860"/>
                  </a:lnTo>
                  <a:lnTo>
                    <a:pt x="4826090" y="1820236"/>
                  </a:lnTo>
                  <a:lnTo>
                    <a:pt x="4826526" y="1819613"/>
                  </a:lnTo>
                  <a:lnTo>
                    <a:pt x="4826672" y="1819613"/>
                  </a:lnTo>
                  <a:lnTo>
                    <a:pt x="4826817" y="1819613"/>
                  </a:lnTo>
                  <a:lnTo>
                    <a:pt x="4826963" y="1819613"/>
                  </a:lnTo>
                  <a:lnTo>
                    <a:pt x="4827690" y="1818989"/>
                  </a:lnTo>
                  <a:lnTo>
                    <a:pt x="4827980" y="1818989"/>
                  </a:lnTo>
                  <a:lnTo>
                    <a:pt x="4828271" y="1818989"/>
                  </a:lnTo>
                  <a:lnTo>
                    <a:pt x="4828417" y="1818989"/>
                  </a:lnTo>
                  <a:lnTo>
                    <a:pt x="4828708" y="1817742"/>
                  </a:lnTo>
                  <a:lnTo>
                    <a:pt x="4829726" y="1817118"/>
                  </a:lnTo>
                  <a:lnTo>
                    <a:pt x="4830162" y="1817118"/>
                  </a:lnTo>
                  <a:lnTo>
                    <a:pt x="4830598" y="1817118"/>
                  </a:lnTo>
                  <a:lnTo>
                    <a:pt x="4831034" y="1817118"/>
                  </a:lnTo>
                  <a:lnTo>
                    <a:pt x="4831762" y="1817118"/>
                  </a:lnTo>
                  <a:lnTo>
                    <a:pt x="4832198" y="1816495"/>
                  </a:lnTo>
                  <a:lnTo>
                    <a:pt x="4832489" y="1815871"/>
                  </a:lnTo>
                  <a:lnTo>
                    <a:pt x="4832780" y="1815871"/>
                  </a:lnTo>
                  <a:lnTo>
                    <a:pt x="4833943" y="1815871"/>
                  </a:lnTo>
                  <a:lnTo>
                    <a:pt x="4834670" y="1815248"/>
                  </a:lnTo>
                  <a:lnTo>
                    <a:pt x="4834670" y="1814624"/>
                  </a:lnTo>
                  <a:lnTo>
                    <a:pt x="4834815" y="1814624"/>
                  </a:lnTo>
                  <a:lnTo>
                    <a:pt x="4835106" y="1814624"/>
                  </a:lnTo>
                  <a:lnTo>
                    <a:pt x="4835252" y="1814624"/>
                  </a:lnTo>
                  <a:lnTo>
                    <a:pt x="4835397" y="1814624"/>
                  </a:lnTo>
                  <a:lnTo>
                    <a:pt x="4836124" y="1813377"/>
                  </a:lnTo>
                  <a:lnTo>
                    <a:pt x="4836270" y="1813377"/>
                  </a:lnTo>
                  <a:lnTo>
                    <a:pt x="4836706" y="1812753"/>
                  </a:lnTo>
                  <a:lnTo>
                    <a:pt x="4836851" y="1812753"/>
                  </a:lnTo>
                  <a:lnTo>
                    <a:pt x="4836997" y="1812753"/>
                  </a:lnTo>
                  <a:lnTo>
                    <a:pt x="4837142" y="1812753"/>
                  </a:lnTo>
                  <a:lnTo>
                    <a:pt x="4837724" y="1812753"/>
                  </a:lnTo>
                  <a:lnTo>
                    <a:pt x="4837869" y="1812753"/>
                  </a:lnTo>
                  <a:lnTo>
                    <a:pt x="4838306" y="1812753"/>
                  </a:lnTo>
                  <a:lnTo>
                    <a:pt x="4838742" y="1812753"/>
                  </a:lnTo>
                  <a:lnTo>
                    <a:pt x="4839178" y="1812753"/>
                  </a:lnTo>
                  <a:lnTo>
                    <a:pt x="4839469" y="1812753"/>
                  </a:lnTo>
                  <a:lnTo>
                    <a:pt x="4839615" y="1812753"/>
                  </a:lnTo>
                  <a:lnTo>
                    <a:pt x="4840196" y="1812753"/>
                  </a:lnTo>
                  <a:lnTo>
                    <a:pt x="4840633" y="1812130"/>
                  </a:lnTo>
                  <a:lnTo>
                    <a:pt x="4840778" y="1812130"/>
                  </a:lnTo>
                  <a:lnTo>
                    <a:pt x="4840923" y="1812130"/>
                  </a:lnTo>
                  <a:lnTo>
                    <a:pt x="4841796" y="1810883"/>
                  </a:lnTo>
                  <a:lnTo>
                    <a:pt x="4841941" y="1810883"/>
                  </a:lnTo>
                  <a:lnTo>
                    <a:pt x="4842378" y="1810259"/>
                  </a:lnTo>
                  <a:lnTo>
                    <a:pt x="4842523" y="1810259"/>
                  </a:lnTo>
                  <a:lnTo>
                    <a:pt x="4842814" y="1810259"/>
                  </a:lnTo>
                  <a:lnTo>
                    <a:pt x="4843250" y="1810259"/>
                  </a:lnTo>
                  <a:lnTo>
                    <a:pt x="4843541" y="1810259"/>
                  </a:lnTo>
                  <a:lnTo>
                    <a:pt x="4843541" y="1809635"/>
                  </a:lnTo>
                  <a:lnTo>
                    <a:pt x="4843832" y="1809635"/>
                  </a:lnTo>
                  <a:lnTo>
                    <a:pt x="4844704" y="1806517"/>
                  </a:lnTo>
                  <a:lnTo>
                    <a:pt x="4844850" y="1806517"/>
                  </a:lnTo>
                  <a:lnTo>
                    <a:pt x="4844995" y="1806517"/>
                  </a:lnTo>
                  <a:lnTo>
                    <a:pt x="4845286" y="1806517"/>
                  </a:lnTo>
                  <a:lnTo>
                    <a:pt x="4845432" y="1806517"/>
                  </a:lnTo>
                  <a:lnTo>
                    <a:pt x="4846159" y="1806517"/>
                  </a:lnTo>
                  <a:lnTo>
                    <a:pt x="4846304" y="1806517"/>
                  </a:lnTo>
                  <a:lnTo>
                    <a:pt x="4846595" y="1806517"/>
                  </a:lnTo>
                  <a:lnTo>
                    <a:pt x="4846886" y="1806517"/>
                  </a:lnTo>
                  <a:lnTo>
                    <a:pt x="4847322" y="1806517"/>
                  </a:lnTo>
                  <a:lnTo>
                    <a:pt x="4848049" y="1806517"/>
                  </a:lnTo>
                  <a:lnTo>
                    <a:pt x="4848485" y="1805894"/>
                  </a:lnTo>
                  <a:lnTo>
                    <a:pt x="4849649" y="1805894"/>
                  </a:lnTo>
                  <a:lnTo>
                    <a:pt x="4849940" y="1805894"/>
                  </a:lnTo>
                  <a:lnTo>
                    <a:pt x="4850085" y="1805894"/>
                  </a:lnTo>
                  <a:lnTo>
                    <a:pt x="4850231" y="1805894"/>
                  </a:lnTo>
                  <a:lnTo>
                    <a:pt x="4850521" y="1805894"/>
                  </a:lnTo>
                  <a:lnTo>
                    <a:pt x="4850667" y="1805894"/>
                  </a:lnTo>
                  <a:lnTo>
                    <a:pt x="4851103" y="1805894"/>
                  </a:lnTo>
                  <a:lnTo>
                    <a:pt x="4851249" y="1805894"/>
                  </a:lnTo>
                  <a:lnTo>
                    <a:pt x="4851394" y="1805894"/>
                  </a:lnTo>
                  <a:lnTo>
                    <a:pt x="4851539" y="1805894"/>
                  </a:lnTo>
                  <a:lnTo>
                    <a:pt x="4851685" y="1805894"/>
                  </a:lnTo>
                  <a:lnTo>
                    <a:pt x="4853285" y="1804023"/>
                  </a:lnTo>
                  <a:lnTo>
                    <a:pt x="4853575" y="1804023"/>
                  </a:lnTo>
                  <a:lnTo>
                    <a:pt x="4854012" y="1803400"/>
                  </a:lnTo>
                  <a:lnTo>
                    <a:pt x="4854448" y="1803400"/>
                  </a:lnTo>
                  <a:lnTo>
                    <a:pt x="4854739" y="1803400"/>
                  </a:lnTo>
                  <a:lnTo>
                    <a:pt x="4854884" y="1802776"/>
                  </a:lnTo>
                  <a:lnTo>
                    <a:pt x="4855320" y="1801529"/>
                  </a:lnTo>
                  <a:lnTo>
                    <a:pt x="4855757" y="1800905"/>
                  </a:lnTo>
                  <a:lnTo>
                    <a:pt x="4856048" y="1800905"/>
                  </a:lnTo>
                  <a:lnTo>
                    <a:pt x="4856338" y="1800905"/>
                  </a:lnTo>
                  <a:lnTo>
                    <a:pt x="4856629" y="1800905"/>
                  </a:lnTo>
                  <a:lnTo>
                    <a:pt x="4857066" y="1800905"/>
                  </a:lnTo>
                  <a:lnTo>
                    <a:pt x="4857793" y="1800905"/>
                  </a:lnTo>
                  <a:lnTo>
                    <a:pt x="4857938" y="1800905"/>
                  </a:lnTo>
                  <a:lnTo>
                    <a:pt x="4858811" y="1800282"/>
                  </a:lnTo>
                  <a:lnTo>
                    <a:pt x="4858956" y="1799034"/>
                  </a:lnTo>
                  <a:lnTo>
                    <a:pt x="4859392" y="1799034"/>
                  </a:lnTo>
                  <a:lnTo>
                    <a:pt x="4859683" y="1799034"/>
                  </a:lnTo>
                  <a:lnTo>
                    <a:pt x="4859829" y="1799034"/>
                  </a:lnTo>
                  <a:lnTo>
                    <a:pt x="4859974" y="1799034"/>
                  </a:lnTo>
                  <a:lnTo>
                    <a:pt x="4860120" y="1799034"/>
                  </a:lnTo>
                  <a:lnTo>
                    <a:pt x="4860410" y="1799034"/>
                  </a:lnTo>
                  <a:lnTo>
                    <a:pt x="4861283" y="1798411"/>
                  </a:lnTo>
                  <a:lnTo>
                    <a:pt x="4861865" y="1798411"/>
                  </a:lnTo>
                  <a:lnTo>
                    <a:pt x="4862592" y="1797164"/>
                  </a:lnTo>
                  <a:lnTo>
                    <a:pt x="4862737" y="1797164"/>
                  </a:lnTo>
                  <a:lnTo>
                    <a:pt x="4862737" y="1796540"/>
                  </a:lnTo>
                  <a:lnTo>
                    <a:pt x="4863173" y="1796540"/>
                  </a:lnTo>
                  <a:lnTo>
                    <a:pt x="4863319" y="1796540"/>
                  </a:lnTo>
                  <a:lnTo>
                    <a:pt x="4863610" y="1795293"/>
                  </a:lnTo>
                  <a:lnTo>
                    <a:pt x="4863755" y="1794669"/>
                  </a:lnTo>
                  <a:lnTo>
                    <a:pt x="4864046" y="1794046"/>
                  </a:lnTo>
                  <a:lnTo>
                    <a:pt x="4864191" y="1794046"/>
                  </a:lnTo>
                  <a:lnTo>
                    <a:pt x="4864337" y="1794046"/>
                  </a:lnTo>
                  <a:lnTo>
                    <a:pt x="4865791" y="1794046"/>
                  </a:lnTo>
                  <a:lnTo>
                    <a:pt x="4865937" y="1794046"/>
                  </a:lnTo>
                  <a:lnTo>
                    <a:pt x="4866518" y="1792799"/>
                  </a:lnTo>
                  <a:lnTo>
                    <a:pt x="4866955" y="1792799"/>
                  </a:lnTo>
                  <a:lnTo>
                    <a:pt x="4866955" y="1792175"/>
                  </a:lnTo>
                  <a:lnTo>
                    <a:pt x="4867245" y="1792175"/>
                  </a:lnTo>
                  <a:lnTo>
                    <a:pt x="4867391" y="1792175"/>
                  </a:lnTo>
                  <a:lnTo>
                    <a:pt x="4867536" y="1791552"/>
                  </a:lnTo>
                  <a:lnTo>
                    <a:pt x="4868118" y="1790928"/>
                  </a:lnTo>
                  <a:lnTo>
                    <a:pt x="4868845" y="1790928"/>
                  </a:lnTo>
                  <a:lnTo>
                    <a:pt x="4869136" y="1790928"/>
                  </a:lnTo>
                  <a:lnTo>
                    <a:pt x="4869427" y="1790928"/>
                  </a:lnTo>
                  <a:lnTo>
                    <a:pt x="4869572" y="1790304"/>
                  </a:lnTo>
                  <a:lnTo>
                    <a:pt x="4869863" y="1790304"/>
                  </a:lnTo>
                  <a:lnTo>
                    <a:pt x="4870154" y="1790304"/>
                  </a:lnTo>
                  <a:lnTo>
                    <a:pt x="4870590" y="1790304"/>
                  </a:lnTo>
                  <a:lnTo>
                    <a:pt x="4871026" y="1790304"/>
                  </a:lnTo>
                  <a:lnTo>
                    <a:pt x="4871172" y="1790304"/>
                  </a:lnTo>
                  <a:lnTo>
                    <a:pt x="4873208" y="1788434"/>
                  </a:lnTo>
                  <a:lnTo>
                    <a:pt x="4873208" y="1787810"/>
                  </a:lnTo>
                  <a:lnTo>
                    <a:pt x="4873353" y="1787810"/>
                  </a:lnTo>
                  <a:lnTo>
                    <a:pt x="4873790" y="1787186"/>
                  </a:lnTo>
                  <a:lnTo>
                    <a:pt x="4873935" y="1787186"/>
                  </a:lnTo>
                  <a:lnTo>
                    <a:pt x="4874517" y="1787186"/>
                  </a:lnTo>
                  <a:lnTo>
                    <a:pt x="4874662" y="1787186"/>
                  </a:lnTo>
                  <a:lnTo>
                    <a:pt x="4874807" y="1787186"/>
                  </a:lnTo>
                  <a:lnTo>
                    <a:pt x="4874953" y="1787186"/>
                  </a:lnTo>
                  <a:lnTo>
                    <a:pt x="4875389" y="1787186"/>
                  </a:lnTo>
                  <a:lnTo>
                    <a:pt x="4875389" y="1786563"/>
                  </a:lnTo>
                  <a:lnTo>
                    <a:pt x="4875825" y="1786563"/>
                  </a:lnTo>
                  <a:lnTo>
                    <a:pt x="4875971" y="1786563"/>
                  </a:lnTo>
                  <a:lnTo>
                    <a:pt x="4876116" y="1785939"/>
                  </a:lnTo>
                  <a:lnTo>
                    <a:pt x="4876262" y="1785939"/>
                  </a:lnTo>
                  <a:lnTo>
                    <a:pt x="4876698" y="1785939"/>
                  </a:lnTo>
                  <a:lnTo>
                    <a:pt x="4876843" y="1785939"/>
                  </a:lnTo>
                  <a:lnTo>
                    <a:pt x="4877716" y="1784692"/>
                  </a:lnTo>
                  <a:lnTo>
                    <a:pt x="4878007" y="1784069"/>
                  </a:lnTo>
                  <a:lnTo>
                    <a:pt x="4878152" y="1784069"/>
                  </a:lnTo>
                  <a:lnTo>
                    <a:pt x="4878589" y="1784069"/>
                  </a:lnTo>
                  <a:lnTo>
                    <a:pt x="4879170" y="1784069"/>
                  </a:lnTo>
                  <a:lnTo>
                    <a:pt x="4879316" y="1784069"/>
                  </a:lnTo>
                  <a:lnTo>
                    <a:pt x="4879461" y="1784069"/>
                  </a:lnTo>
                  <a:lnTo>
                    <a:pt x="4879607" y="1783445"/>
                  </a:lnTo>
                  <a:lnTo>
                    <a:pt x="4879752" y="1783445"/>
                  </a:lnTo>
                  <a:lnTo>
                    <a:pt x="4880043" y="1783445"/>
                  </a:lnTo>
                  <a:lnTo>
                    <a:pt x="4880334" y="1782821"/>
                  </a:lnTo>
                  <a:lnTo>
                    <a:pt x="4880479" y="1782821"/>
                  </a:lnTo>
                  <a:lnTo>
                    <a:pt x="4880915" y="1782821"/>
                  </a:lnTo>
                  <a:lnTo>
                    <a:pt x="4881642" y="1781574"/>
                  </a:lnTo>
                  <a:lnTo>
                    <a:pt x="4881788" y="1781574"/>
                  </a:lnTo>
                  <a:lnTo>
                    <a:pt x="4881788" y="1780951"/>
                  </a:lnTo>
                  <a:lnTo>
                    <a:pt x="4882079" y="1780951"/>
                  </a:lnTo>
                  <a:lnTo>
                    <a:pt x="4883533" y="1780327"/>
                  </a:lnTo>
                  <a:lnTo>
                    <a:pt x="4884115" y="1779703"/>
                  </a:lnTo>
                  <a:lnTo>
                    <a:pt x="4884842" y="1779703"/>
                  </a:lnTo>
                  <a:lnTo>
                    <a:pt x="4884987" y="1779703"/>
                  </a:lnTo>
                  <a:lnTo>
                    <a:pt x="4885278" y="1779703"/>
                  </a:lnTo>
                  <a:lnTo>
                    <a:pt x="4885860" y="1779703"/>
                  </a:lnTo>
                  <a:lnTo>
                    <a:pt x="4886151" y="1779703"/>
                  </a:lnTo>
                  <a:lnTo>
                    <a:pt x="4886151" y="1779080"/>
                  </a:lnTo>
                  <a:lnTo>
                    <a:pt x="4886296" y="1779080"/>
                  </a:lnTo>
                  <a:lnTo>
                    <a:pt x="4887460" y="1778456"/>
                  </a:lnTo>
                  <a:lnTo>
                    <a:pt x="4887605" y="1778456"/>
                  </a:lnTo>
                  <a:lnTo>
                    <a:pt x="4887750" y="1778456"/>
                  </a:lnTo>
                  <a:lnTo>
                    <a:pt x="4888477" y="1778456"/>
                  </a:lnTo>
                  <a:lnTo>
                    <a:pt x="4888768" y="1778456"/>
                  </a:lnTo>
                  <a:lnTo>
                    <a:pt x="4889059" y="1778456"/>
                  </a:lnTo>
                  <a:lnTo>
                    <a:pt x="4889205" y="1778456"/>
                  </a:lnTo>
                  <a:lnTo>
                    <a:pt x="4889350" y="1778456"/>
                  </a:lnTo>
                  <a:lnTo>
                    <a:pt x="4889932" y="1776586"/>
                  </a:lnTo>
                  <a:lnTo>
                    <a:pt x="4890077" y="1776586"/>
                  </a:lnTo>
                  <a:lnTo>
                    <a:pt x="4890223" y="1776586"/>
                  </a:lnTo>
                  <a:lnTo>
                    <a:pt x="4890368" y="1775962"/>
                  </a:lnTo>
                  <a:lnTo>
                    <a:pt x="4890804" y="1775962"/>
                  </a:lnTo>
                  <a:lnTo>
                    <a:pt x="4891241" y="1775962"/>
                  </a:lnTo>
                  <a:lnTo>
                    <a:pt x="4891822" y="1775962"/>
                  </a:lnTo>
                  <a:lnTo>
                    <a:pt x="4892113" y="1775962"/>
                  </a:lnTo>
                  <a:lnTo>
                    <a:pt x="4892259" y="1775962"/>
                  </a:lnTo>
                  <a:lnTo>
                    <a:pt x="4892404" y="1775962"/>
                  </a:lnTo>
                  <a:lnTo>
                    <a:pt x="4892695" y="1775338"/>
                  </a:lnTo>
                  <a:lnTo>
                    <a:pt x="4892840" y="1775338"/>
                  </a:lnTo>
                  <a:lnTo>
                    <a:pt x="4894731" y="1774091"/>
                  </a:lnTo>
                  <a:lnTo>
                    <a:pt x="4894876" y="1774091"/>
                  </a:lnTo>
                  <a:lnTo>
                    <a:pt x="4895022" y="1774091"/>
                  </a:lnTo>
                  <a:lnTo>
                    <a:pt x="4895749" y="1772844"/>
                  </a:lnTo>
                  <a:lnTo>
                    <a:pt x="4896040" y="1772844"/>
                  </a:lnTo>
                  <a:lnTo>
                    <a:pt x="4896330" y="1772844"/>
                  </a:lnTo>
                  <a:lnTo>
                    <a:pt x="4896767" y="1772844"/>
                  </a:lnTo>
                  <a:lnTo>
                    <a:pt x="4896912" y="1772844"/>
                  </a:lnTo>
                  <a:lnTo>
                    <a:pt x="4897058" y="1772844"/>
                  </a:lnTo>
                  <a:lnTo>
                    <a:pt x="4897639" y="1772844"/>
                  </a:lnTo>
                  <a:lnTo>
                    <a:pt x="4897785" y="1772220"/>
                  </a:lnTo>
                  <a:lnTo>
                    <a:pt x="4898657" y="1771597"/>
                  </a:lnTo>
                  <a:lnTo>
                    <a:pt x="4898948" y="1771597"/>
                  </a:lnTo>
                  <a:lnTo>
                    <a:pt x="4899094" y="1771597"/>
                  </a:lnTo>
                  <a:lnTo>
                    <a:pt x="4899239" y="1771597"/>
                  </a:lnTo>
                  <a:lnTo>
                    <a:pt x="4899384" y="1771597"/>
                  </a:lnTo>
                  <a:lnTo>
                    <a:pt x="4899530" y="1770973"/>
                  </a:lnTo>
                  <a:lnTo>
                    <a:pt x="4899966" y="1770973"/>
                  </a:lnTo>
                  <a:lnTo>
                    <a:pt x="4900548" y="1770973"/>
                  </a:lnTo>
                  <a:lnTo>
                    <a:pt x="4900693" y="1770973"/>
                  </a:lnTo>
                  <a:lnTo>
                    <a:pt x="4901275" y="1770973"/>
                  </a:lnTo>
                  <a:lnTo>
                    <a:pt x="4901857" y="1770973"/>
                  </a:lnTo>
                  <a:lnTo>
                    <a:pt x="4902147" y="1770973"/>
                  </a:lnTo>
                  <a:lnTo>
                    <a:pt x="4902293" y="1770350"/>
                  </a:lnTo>
                  <a:lnTo>
                    <a:pt x="4902438" y="1770350"/>
                  </a:lnTo>
                  <a:lnTo>
                    <a:pt x="4902875" y="1769726"/>
                  </a:lnTo>
                  <a:lnTo>
                    <a:pt x="4903747" y="1769103"/>
                  </a:lnTo>
                  <a:lnTo>
                    <a:pt x="4904474" y="1768479"/>
                  </a:lnTo>
                  <a:lnTo>
                    <a:pt x="4904620" y="1768479"/>
                  </a:lnTo>
                  <a:lnTo>
                    <a:pt x="4904911" y="1768479"/>
                  </a:lnTo>
                  <a:lnTo>
                    <a:pt x="4905201" y="1768479"/>
                  </a:lnTo>
                  <a:lnTo>
                    <a:pt x="4905492" y="1768479"/>
                  </a:lnTo>
                  <a:lnTo>
                    <a:pt x="4905638" y="1768479"/>
                  </a:lnTo>
                  <a:lnTo>
                    <a:pt x="4905783" y="1768479"/>
                  </a:lnTo>
                  <a:lnTo>
                    <a:pt x="4906219" y="1768479"/>
                  </a:lnTo>
                  <a:lnTo>
                    <a:pt x="4906365" y="1768479"/>
                  </a:lnTo>
                  <a:lnTo>
                    <a:pt x="4906801" y="1768479"/>
                  </a:lnTo>
                  <a:lnTo>
                    <a:pt x="4908110" y="1767855"/>
                  </a:lnTo>
                  <a:lnTo>
                    <a:pt x="4908255" y="1767855"/>
                  </a:lnTo>
                  <a:lnTo>
                    <a:pt x="4908692" y="1767855"/>
                  </a:lnTo>
                  <a:lnTo>
                    <a:pt x="4908837" y="1767855"/>
                  </a:lnTo>
                  <a:lnTo>
                    <a:pt x="4908982" y="1767232"/>
                  </a:lnTo>
                  <a:lnTo>
                    <a:pt x="4909564" y="1767232"/>
                  </a:lnTo>
                  <a:lnTo>
                    <a:pt x="4909855" y="1767232"/>
                  </a:lnTo>
                  <a:lnTo>
                    <a:pt x="4910582" y="1766608"/>
                  </a:lnTo>
                  <a:lnTo>
                    <a:pt x="4910728" y="1766608"/>
                  </a:lnTo>
                  <a:lnTo>
                    <a:pt x="4910873" y="1766608"/>
                  </a:lnTo>
                  <a:lnTo>
                    <a:pt x="4910873" y="1765985"/>
                  </a:lnTo>
                  <a:lnTo>
                    <a:pt x="4911455" y="1765985"/>
                  </a:lnTo>
                  <a:lnTo>
                    <a:pt x="4911600" y="1765985"/>
                  </a:lnTo>
                  <a:lnTo>
                    <a:pt x="4911746" y="1765985"/>
                  </a:lnTo>
                  <a:lnTo>
                    <a:pt x="4912182" y="1765985"/>
                  </a:lnTo>
                  <a:lnTo>
                    <a:pt x="4913054" y="1765361"/>
                  </a:lnTo>
                  <a:lnTo>
                    <a:pt x="4913054" y="1764737"/>
                  </a:lnTo>
                  <a:lnTo>
                    <a:pt x="4913491" y="1764737"/>
                  </a:lnTo>
                  <a:lnTo>
                    <a:pt x="4913927" y="1764114"/>
                  </a:lnTo>
                  <a:lnTo>
                    <a:pt x="4914654" y="1763490"/>
                  </a:lnTo>
                  <a:lnTo>
                    <a:pt x="4914945" y="1763490"/>
                  </a:lnTo>
                  <a:lnTo>
                    <a:pt x="4915817" y="1760996"/>
                  </a:lnTo>
                  <a:lnTo>
                    <a:pt x="4915963" y="1760996"/>
                  </a:lnTo>
                  <a:lnTo>
                    <a:pt x="4916108" y="1760996"/>
                  </a:lnTo>
                  <a:lnTo>
                    <a:pt x="4916108" y="1760372"/>
                  </a:lnTo>
                  <a:lnTo>
                    <a:pt x="4916254" y="1760372"/>
                  </a:lnTo>
                  <a:lnTo>
                    <a:pt x="4916399" y="1760372"/>
                  </a:lnTo>
                  <a:lnTo>
                    <a:pt x="4916690" y="1760372"/>
                  </a:lnTo>
                  <a:lnTo>
                    <a:pt x="4917272" y="1759125"/>
                  </a:lnTo>
                  <a:lnTo>
                    <a:pt x="4917563" y="1759125"/>
                  </a:lnTo>
                  <a:lnTo>
                    <a:pt x="4917999" y="1758502"/>
                  </a:lnTo>
                  <a:lnTo>
                    <a:pt x="4917999" y="1757878"/>
                  </a:lnTo>
                  <a:lnTo>
                    <a:pt x="4918144" y="1757878"/>
                  </a:lnTo>
                  <a:lnTo>
                    <a:pt x="4918290" y="1757878"/>
                  </a:lnTo>
                  <a:lnTo>
                    <a:pt x="4918726" y="1757878"/>
                  </a:lnTo>
                  <a:lnTo>
                    <a:pt x="4919308" y="1756007"/>
                  </a:lnTo>
                  <a:lnTo>
                    <a:pt x="4919744" y="1756007"/>
                  </a:lnTo>
                  <a:lnTo>
                    <a:pt x="4919889" y="1756007"/>
                  </a:lnTo>
                  <a:lnTo>
                    <a:pt x="4920035" y="1756007"/>
                  </a:lnTo>
                  <a:lnTo>
                    <a:pt x="4920180" y="1756007"/>
                  </a:lnTo>
                  <a:lnTo>
                    <a:pt x="4920617" y="1756007"/>
                  </a:lnTo>
                  <a:lnTo>
                    <a:pt x="4921489" y="1754760"/>
                  </a:lnTo>
                  <a:lnTo>
                    <a:pt x="4921635" y="1754760"/>
                  </a:lnTo>
                  <a:lnTo>
                    <a:pt x="4921780" y="1754760"/>
                  </a:lnTo>
                  <a:lnTo>
                    <a:pt x="4922216" y="1754760"/>
                  </a:lnTo>
                  <a:lnTo>
                    <a:pt x="4922798" y="1754760"/>
                  </a:lnTo>
                  <a:lnTo>
                    <a:pt x="4922943" y="1754760"/>
                  </a:lnTo>
                  <a:lnTo>
                    <a:pt x="4923525" y="1752889"/>
                  </a:lnTo>
                  <a:lnTo>
                    <a:pt x="4923816" y="1752889"/>
                  </a:lnTo>
                  <a:lnTo>
                    <a:pt x="4924107" y="1752889"/>
                  </a:lnTo>
                  <a:lnTo>
                    <a:pt x="4924252" y="1752889"/>
                  </a:lnTo>
                  <a:lnTo>
                    <a:pt x="4924543" y="1752889"/>
                  </a:lnTo>
                  <a:lnTo>
                    <a:pt x="4924834" y="1752889"/>
                  </a:lnTo>
                  <a:lnTo>
                    <a:pt x="4925270" y="1752266"/>
                  </a:lnTo>
                  <a:lnTo>
                    <a:pt x="4925561" y="1752266"/>
                  </a:lnTo>
                  <a:lnTo>
                    <a:pt x="4925706" y="1752266"/>
                  </a:lnTo>
                  <a:lnTo>
                    <a:pt x="4926434" y="1751019"/>
                  </a:lnTo>
                  <a:lnTo>
                    <a:pt x="4926579" y="1751019"/>
                  </a:lnTo>
                  <a:lnTo>
                    <a:pt x="4926724" y="1751019"/>
                  </a:lnTo>
                  <a:lnTo>
                    <a:pt x="4927452" y="1751019"/>
                  </a:lnTo>
                  <a:lnTo>
                    <a:pt x="4927597" y="1751019"/>
                  </a:lnTo>
                  <a:lnTo>
                    <a:pt x="4927742" y="1751019"/>
                  </a:lnTo>
                  <a:lnTo>
                    <a:pt x="4927888" y="1751019"/>
                  </a:lnTo>
                  <a:lnTo>
                    <a:pt x="4928760" y="1751019"/>
                  </a:lnTo>
                  <a:lnTo>
                    <a:pt x="4928760" y="1750395"/>
                  </a:lnTo>
                  <a:lnTo>
                    <a:pt x="4929342" y="1750395"/>
                  </a:lnTo>
                  <a:lnTo>
                    <a:pt x="4929633" y="1750395"/>
                  </a:lnTo>
                  <a:lnTo>
                    <a:pt x="4929778" y="1750395"/>
                  </a:lnTo>
                  <a:lnTo>
                    <a:pt x="4930215" y="1750395"/>
                  </a:lnTo>
                  <a:lnTo>
                    <a:pt x="4930215" y="1749771"/>
                  </a:lnTo>
                  <a:lnTo>
                    <a:pt x="4930651" y="1749771"/>
                  </a:lnTo>
                  <a:lnTo>
                    <a:pt x="4931087" y="1748524"/>
                  </a:lnTo>
                  <a:lnTo>
                    <a:pt x="4931233" y="1748524"/>
                  </a:lnTo>
                  <a:lnTo>
                    <a:pt x="4931378" y="1748524"/>
                  </a:lnTo>
                  <a:lnTo>
                    <a:pt x="4931523" y="1748524"/>
                  </a:lnTo>
                  <a:lnTo>
                    <a:pt x="4932396" y="1748524"/>
                  </a:lnTo>
                  <a:lnTo>
                    <a:pt x="4932687" y="1748524"/>
                  </a:lnTo>
                  <a:lnTo>
                    <a:pt x="4933123" y="1747901"/>
                  </a:lnTo>
                  <a:lnTo>
                    <a:pt x="4933414" y="1747901"/>
                  </a:lnTo>
                  <a:lnTo>
                    <a:pt x="4933559" y="1747901"/>
                  </a:lnTo>
                  <a:lnTo>
                    <a:pt x="4933705" y="1747277"/>
                  </a:lnTo>
                  <a:lnTo>
                    <a:pt x="4933850" y="1747277"/>
                  </a:lnTo>
                  <a:lnTo>
                    <a:pt x="4933996" y="1745406"/>
                  </a:lnTo>
                  <a:lnTo>
                    <a:pt x="4934577" y="1744783"/>
                  </a:lnTo>
                  <a:lnTo>
                    <a:pt x="4934868" y="1744159"/>
                  </a:lnTo>
                  <a:lnTo>
                    <a:pt x="4935159" y="1743536"/>
                  </a:lnTo>
                  <a:lnTo>
                    <a:pt x="4935595" y="1743536"/>
                  </a:lnTo>
                  <a:lnTo>
                    <a:pt x="4935741" y="1743536"/>
                  </a:lnTo>
                  <a:lnTo>
                    <a:pt x="4935741" y="1742912"/>
                  </a:lnTo>
                  <a:lnTo>
                    <a:pt x="4935886" y="1742912"/>
                  </a:lnTo>
                  <a:lnTo>
                    <a:pt x="4936032" y="1742912"/>
                  </a:lnTo>
                  <a:lnTo>
                    <a:pt x="4936177" y="1742912"/>
                  </a:lnTo>
                  <a:lnTo>
                    <a:pt x="4936322" y="1742912"/>
                  </a:lnTo>
                  <a:lnTo>
                    <a:pt x="4936468" y="1742912"/>
                  </a:lnTo>
                  <a:lnTo>
                    <a:pt x="4936613" y="1742912"/>
                  </a:lnTo>
                  <a:lnTo>
                    <a:pt x="4936759" y="1742912"/>
                  </a:lnTo>
                  <a:lnTo>
                    <a:pt x="4937195" y="1742912"/>
                  </a:lnTo>
                  <a:lnTo>
                    <a:pt x="4937777" y="1742912"/>
                  </a:lnTo>
                  <a:lnTo>
                    <a:pt x="4937922" y="1742912"/>
                  </a:lnTo>
                  <a:lnTo>
                    <a:pt x="4938504" y="1742912"/>
                  </a:lnTo>
                  <a:lnTo>
                    <a:pt x="4938795" y="1742912"/>
                  </a:lnTo>
                  <a:lnTo>
                    <a:pt x="4939231" y="1742912"/>
                  </a:lnTo>
                  <a:lnTo>
                    <a:pt x="4939376" y="1742912"/>
                  </a:lnTo>
                  <a:lnTo>
                    <a:pt x="4939376" y="1742288"/>
                  </a:lnTo>
                  <a:lnTo>
                    <a:pt x="4939522" y="1742288"/>
                  </a:lnTo>
                  <a:lnTo>
                    <a:pt x="4939958" y="1742288"/>
                  </a:lnTo>
                  <a:lnTo>
                    <a:pt x="4940104" y="1742288"/>
                  </a:lnTo>
                  <a:lnTo>
                    <a:pt x="4940249" y="1742288"/>
                  </a:lnTo>
                  <a:lnTo>
                    <a:pt x="4940394" y="1742288"/>
                  </a:lnTo>
                  <a:lnTo>
                    <a:pt x="4940394" y="1741665"/>
                  </a:lnTo>
                  <a:lnTo>
                    <a:pt x="4940540" y="1741665"/>
                  </a:lnTo>
                  <a:lnTo>
                    <a:pt x="4940685" y="1741665"/>
                  </a:lnTo>
                  <a:lnTo>
                    <a:pt x="4940831" y="1741665"/>
                  </a:lnTo>
                  <a:lnTo>
                    <a:pt x="4941267" y="1741665"/>
                  </a:lnTo>
                  <a:lnTo>
                    <a:pt x="4941703" y="1741665"/>
                  </a:lnTo>
                  <a:lnTo>
                    <a:pt x="4946648" y="1739171"/>
                  </a:lnTo>
                  <a:lnTo>
                    <a:pt x="4946793" y="1737923"/>
                  </a:lnTo>
                  <a:lnTo>
                    <a:pt x="4946939" y="1737923"/>
                  </a:lnTo>
                  <a:lnTo>
                    <a:pt x="4947084" y="1737923"/>
                  </a:lnTo>
                  <a:lnTo>
                    <a:pt x="4947520" y="1737923"/>
                  </a:lnTo>
                  <a:lnTo>
                    <a:pt x="4947520" y="1737300"/>
                  </a:lnTo>
                  <a:lnTo>
                    <a:pt x="4947666" y="1737300"/>
                  </a:lnTo>
                  <a:lnTo>
                    <a:pt x="4948102" y="1737300"/>
                  </a:lnTo>
                  <a:lnTo>
                    <a:pt x="4948393" y="1737300"/>
                  </a:lnTo>
                  <a:lnTo>
                    <a:pt x="4948829" y="1737300"/>
                  </a:lnTo>
                  <a:lnTo>
                    <a:pt x="4948974" y="1737300"/>
                  </a:lnTo>
                  <a:lnTo>
                    <a:pt x="4949120" y="1737300"/>
                  </a:lnTo>
                  <a:lnTo>
                    <a:pt x="4950138" y="1737300"/>
                  </a:lnTo>
                  <a:lnTo>
                    <a:pt x="4950283" y="1737300"/>
                  </a:lnTo>
                  <a:lnTo>
                    <a:pt x="4950429" y="1737300"/>
                  </a:lnTo>
                  <a:lnTo>
                    <a:pt x="4950429" y="1736053"/>
                  </a:lnTo>
                  <a:lnTo>
                    <a:pt x="4950720" y="1736053"/>
                  </a:lnTo>
                  <a:lnTo>
                    <a:pt x="4950865" y="1736053"/>
                  </a:lnTo>
                  <a:lnTo>
                    <a:pt x="4951447" y="1736053"/>
                  </a:lnTo>
                  <a:lnTo>
                    <a:pt x="4951592" y="1735429"/>
                  </a:lnTo>
                  <a:lnTo>
                    <a:pt x="4952319" y="1735429"/>
                  </a:lnTo>
                  <a:lnTo>
                    <a:pt x="4952465" y="1735429"/>
                  </a:lnTo>
                  <a:lnTo>
                    <a:pt x="4952901" y="1735429"/>
                  </a:lnTo>
                  <a:lnTo>
                    <a:pt x="4952901" y="1734806"/>
                  </a:lnTo>
                  <a:lnTo>
                    <a:pt x="4953192" y="1734806"/>
                  </a:lnTo>
                  <a:lnTo>
                    <a:pt x="4953337" y="1734806"/>
                  </a:lnTo>
                  <a:lnTo>
                    <a:pt x="4953483" y="1734806"/>
                  </a:lnTo>
                  <a:lnTo>
                    <a:pt x="4953628" y="1734806"/>
                  </a:lnTo>
                  <a:lnTo>
                    <a:pt x="4953919" y="1734806"/>
                  </a:lnTo>
                  <a:lnTo>
                    <a:pt x="4954064" y="1734806"/>
                  </a:lnTo>
                  <a:lnTo>
                    <a:pt x="4954792" y="1733558"/>
                  </a:lnTo>
                  <a:lnTo>
                    <a:pt x="4954937" y="1732935"/>
                  </a:lnTo>
                  <a:lnTo>
                    <a:pt x="4956100" y="1731688"/>
                  </a:lnTo>
                  <a:lnTo>
                    <a:pt x="4956682" y="1731688"/>
                  </a:lnTo>
                  <a:lnTo>
                    <a:pt x="4956827" y="1731688"/>
                  </a:lnTo>
                  <a:lnTo>
                    <a:pt x="4957555" y="1731688"/>
                  </a:lnTo>
                  <a:lnTo>
                    <a:pt x="4957845" y="1731064"/>
                  </a:lnTo>
                  <a:lnTo>
                    <a:pt x="4957991" y="1731064"/>
                  </a:lnTo>
                  <a:lnTo>
                    <a:pt x="4958718" y="1731064"/>
                  </a:lnTo>
                  <a:lnTo>
                    <a:pt x="4958863" y="1731064"/>
                  </a:lnTo>
                  <a:lnTo>
                    <a:pt x="4959154" y="1731064"/>
                  </a:lnTo>
                  <a:lnTo>
                    <a:pt x="4959736" y="1729817"/>
                  </a:lnTo>
                  <a:lnTo>
                    <a:pt x="4960027" y="1729817"/>
                  </a:lnTo>
                  <a:lnTo>
                    <a:pt x="4960318" y="1729193"/>
                  </a:lnTo>
                  <a:lnTo>
                    <a:pt x="4961190" y="1728570"/>
                  </a:lnTo>
                  <a:lnTo>
                    <a:pt x="4961336" y="1728570"/>
                  </a:lnTo>
                  <a:lnTo>
                    <a:pt x="4961627" y="1727946"/>
                  </a:lnTo>
                  <a:lnTo>
                    <a:pt x="4962499" y="1727946"/>
                  </a:lnTo>
                  <a:lnTo>
                    <a:pt x="4962790" y="1726699"/>
                  </a:lnTo>
                  <a:lnTo>
                    <a:pt x="4962935" y="1726699"/>
                  </a:lnTo>
                  <a:lnTo>
                    <a:pt x="4963662" y="1726699"/>
                  </a:lnTo>
                  <a:lnTo>
                    <a:pt x="4963808" y="1726699"/>
                  </a:lnTo>
                  <a:lnTo>
                    <a:pt x="4964390" y="1726699"/>
                  </a:lnTo>
                  <a:lnTo>
                    <a:pt x="4964535" y="1726699"/>
                  </a:lnTo>
                  <a:lnTo>
                    <a:pt x="4965117" y="1726699"/>
                  </a:lnTo>
                  <a:lnTo>
                    <a:pt x="4965262" y="1725452"/>
                  </a:lnTo>
                  <a:lnTo>
                    <a:pt x="4965408" y="1725452"/>
                  </a:lnTo>
                  <a:lnTo>
                    <a:pt x="4965553" y="1725452"/>
                  </a:lnTo>
                  <a:lnTo>
                    <a:pt x="4965698" y="1725452"/>
                  </a:lnTo>
                  <a:lnTo>
                    <a:pt x="4965989" y="1725452"/>
                  </a:lnTo>
                  <a:lnTo>
                    <a:pt x="4965989" y="1724828"/>
                  </a:lnTo>
                  <a:lnTo>
                    <a:pt x="4966862" y="1724828"/>
                  </a:lnTo>
                  <a:lnTo>
                    <a:pt x="4967153" y="1724828"/>
                  </a:lnTo>
                  <a:lnTo>
                    <a:pt x="4967298" y="1724828"/>
                  </a:lnTo>
                  <a:lnTo>
                    <a:pt x="4967444" y="1724828"/>
                  </a:lnTo>
                  <a:lnTo>
                    <a:pt x="4967589" y="1724828"/>
                  </a:lnTo>
                  <a:lnTo>
                    <a:pt x="4967880" y="1724828"/>
                  </a:lnTo>
                  <a:lnTo>
                    <a:pt x="4968316" y="1724828"/>
                  </a:lnTo>
                  <a:lnTo>
                    <a:pt x="4968752" y="1724828"/>
                  </a:lnTo>
                  <a:lnTo>
                    <a:pt x="4969770" y="1724828"/>
                  </a:lnTo>
                  <a:lnTo>
                    <a:pt x="4969916" y="1724828"/>
                  </a:lnTo>
                  <a:lnTo>
                    <a:pt x="4970207" y="1724828"/>
                  </a:lnTo>
                  <a:lnTo>
                    <a:pt x="4970352" y="1724828"/>
                  </a:lnTo>
                  <a:lnTo>
                    <a:pt x="4970497" y="1724828"/>
                  </a:lnTo>
                  <a:lnTo>
                    <a:pt x="4970643" y="1724828"/>
                  </a:lnTo>
                  <a:lnTo>
                    <a:pt x="4971079" y="1724828"/>
                  </a:lnTo>
                  <a:lnTo>
                    <a:pt x="4971225" y="1724828"/>
                  </a:lnTo>
                  <a:lnTo>
                    <a:pt x="4971661" y="1724828"/>
                  </a:lnTo>
                  <a:lnTo>
                    <a:pt x="4971806" y="1724828"/>
                  </a:lnTo>
                  <a:lnTo>
                    <a:pt x="4971952" y="1724828"/>
                  </a:lnTo>
                  <a:lnTo>
                    <a:pt x="4971952" y="1724205"/>
                  </a:lnTo>
                  <a:lnTo>
                    <a:pt x="4973406" y="1722957"/>
                  </a:lnTo>
                  <a:lnTo>
                    <a:pt x="4974133" y="1722957"/>
                  </a:lnTo>
                  <a:lnTo>
                    <a:pt x="4974279" y="1722957"/>
                  </a:lnTo>
                  <a:lnTo>
                    <a:pt x="4974715" y="1722957"/>
                  </a:lnTo>
                  <a:lnTo>
                    <a:pt x="4975151" y="1721710"/>
                  </a:lnTo>
                  <a:lnTo>
                    <a:pt x="4975733" y="1721710"/>
                  </a:lnTo>
                  <a:lnTo>
                    <a:pt x="4976169" y="1721087"/>
                  </a:lnTo>
                  <a:lnTo>
                    <a:pt x="4976460" y="1720463"/>
                  </a:lnTo>
                  <a:lnTo>
                    <a:pt x="4976605" y="1720463"/>
                  </a:lnTo>
                  <a:lnTo>
                    <a:pt x="4976751" y="1720463"/>
                  </a:lnTo>
                  <a:lnTo>
                    <a:pt x="4976896" y="1720463"/>
                  </a:lnTo>
                  <a:lnTo>
                    <a:pt x="4977042" y="1719840"/>
                  </a:lnTo>
                  <a:lnTo>
                    <a:pt x="4977623" y="1719840"/>
                  </a:lnTo>
                  <a:lnTo>
                    <a:pt x="4977914" y="1719840"/>
                  </a:lnTo>
                  <a:lnTo>
                    <a:pt x="4978641" y="1719840"/>
                  </a:lnTo>
                  <a:lnTo>
                    <a:pt x="4978932" y="1719840"/>
                  </a:lnTo>
                  <a:lnTo>
                    <a:pt x="4979078" y="1719216"/>
                  </a:lnTo>
                  <a:lnTo>
                    <a:pt x="4979514" y="1719216"/>
                  </a:lnTo>
                  <a:lnTo>
                    <a:pt x="4979805" y="1719216"/>
                  </a:lnTo>
                  <a:lnTo>
                    <a:pt x="4980968" y="1719216"/>
                  </a:lnTo>
                  <a:lnTo>
                    <a:pt x="4981114" y="1719216"/>
                  </a:lnTo>
                  <a:lnTo>
                    <a:pt x="4981259" y="1719216"/>
                  </a:lnTo>
                  <a:lnTo>
                    <a:pt x="4981841" y="1719216"/>
                  </a:lnTo>
                  <a:lnTo>
                    <a:pt x="4981986" y="1719216"/>
                  </a:lnTo>
                  <a:lnTo>
                    <a:pt x="4982132" y="1719216"/>
                  </a:lnTo>
                  <a:lnTo>
                    <a:pt x="4982568" y="1719216"/>
                  </a:lnTo>
                  <a:lnTo>
                    <a:pt x="4982713" y="1719216"/>
                  </a:lnTo>
                  <a:lnTo>
                    <a:pt x="4983440" y="1719216"/>
                  </a:lnTo>
                  <a:lnTo>
                    <a:pt x="4983731" y="1719216"/>
                  </a:lnTo>
                  <a:lnTo>
                    <a:pt x="4983877" y="1719216"/>
                  </a:lnTo>
                  <a:lnTo>
                    <a:pt x="4984167" y="1719216"/>
                  </a:lnTo>
                  <a:lnTo>
                    <a:pt x="4984749" y="1719216"/>
                  </a:lnTo>
                  <a:lnTo>
                    <a:pt x="4985185" y="1719216"/>
                  </a:lnTo>
                  <a:lnTo>
                    <a:pt x="4985913" y="1717969"/>
                  </a:lnTo>
                  <a:lnTo>
                    <a:pt x="4986058" y="1717969"/>
                  </a:lnTo>
                  <a:lnTo>
                    <a:pt x="4986203" y="1717969"/>
                  </a:lnTo>
                  <a:lnTo>
                    <a:pt x="4986349" y="1717345"/>
                  </a:lnTo>
                  <a:lnTo>
                    <a:pt x="4986494" y="1717345"/>
                  </a:lnTo>
                  <a:lnTo>
                    <a:pt x="4986931" y="1717345"/>
                  </a:lnTo>
                  <a:lnTo>
                    <a:pt x="4987076" y="1717345"/>
                  </a:lnTo>
                  <a:lnTo>
                    <a:pt x="4987367" y="1717345"/>
                  </a:lnTo>
                  <a:lnTo>
                    <a:pt x="4989694" y="1716098"/>
                  </a:lnTo>
                  <a:lnTo>
                    <a:pt x="4990275" y="1715474"/>
                  </a:lnTo>
                  <a:lnTo>
                    <a:pt x="4990566" y="1715474"/>
                  </a:lnTo>
                  <a:lnTo>
                    <a:pt x="4990857" y="1715474"/>
                  </a:lnTo>
                  <a:lnTo>
                    <a:pt x="4991293" y="1714851"/>
                  </a:lnTo>
                  <a:lnTo>
                    <a:pt x="4991730" y="1714851"/>
                  </a:lnTo>
                  <a:lnTo>
                    <a:pt x="4992166" y="1714851"/>
                  </a:lnTo>
                  <a:lnTo>
                    <a:pt x="4992602" y="1714227"/>
                  </a:lnTo>
                  <a:lnTo>
                    <a:pt x="4993329" y="1714227"/>
                  </a:lnTo>
                  <a:lnTo>
                    <a:pt x="4993766" y="1714227"/>
                  </a:lnTo>
                  <a:lnTo>
                    <a:pt x="4993911" y="1714227"/>
                  </a:lnTo>
                  <a:lnTo>
                    <a:pt x="4994056" y="1714227"/>
                  </a:lnTo>
                  <a:lnTo>
                    <a:pt x="4994202" y="1714227"/>
                  </a:lnTo>
                  <a:lnTo>
                    <a:pt x="4994347" y="1714227"/>
                  </a:lnTo>
                  <a:lnTo>
                    <a:pt x="4994784" y="1713604"/>
                  </a:lnTo>
                  <a:lnTo>
                    <a:pt x="4995802" y="1712357"/>
                  </a:lnTo>
                  <a:lnTo>
                    <a:pt x="4996092" y="1712357"/>
                  </a:lnTo>
                  <a:lnTo>
                    <a:pt x="4996383" y="1712357"/>
                  </a:lnTo>
                  <a:lnTo>
                    <a:pt x="4996529" y="1712357"/>
                  </a:lnTo>
                  <a:lnTo>
                    <a:pt x="4996674" y="1712357"/>
                  </a:lnTo>
                  <a:lnTo>
                    <a:pt x="4996819" y="1710486"/>
                  </a:lnTo>
                  <a:lnTo>
                    <a:pt x="4997110" y="1710486"/>
                  </a:lnTo>
                  <a:lnTo>
                    <a:pt x="4998274" y="1710486"/>
                  </a:lnTo>
                  <a:lnTo>
                    <a:pt x="4998419" y="1710486"/>
                  </a:lnTo>
                  <a:lnTo>
                    <a:pt x="4998855" y="1710486"/>
                  </a:lnTo>
                  <a:lnTo>
                    <a:pt x="4999001" y="1710486"/>
                  </a:lnTo>
                  <a:lnTo>
                    <a:pt x="4999146" y="1709862"/>
                  </a:lnTo>
                  <a:lnTo>
                    <a:pt x="4999292" y="1709862"/>
                  </a:lnTo>
                  <a:lnTo>
                    <a:pt x="4999437" y="1709862"/>
                  </a:lnTo>
                  <a:lnTo>
                    <a:pt x="4999728" y="1709239"/>
                  </a:lnTo>
                  <a:lnTo>
                    <a:pt x="5000164" y="1708615"/>
                  </a:lnTo>
                  <a:lnTo>
                    <a:pt x="5000891" y="1708615"/>
                  </a:lnTo>
                  <a:lnTo>
                    <a:pt x="5001037" y="1708615"/>
                  </a:lnTo>
                  <a:lnTo>
                    <a:pt x="5001182" y="1708615"/>
                  </a:lnTo>
                  <a:lnTo>
                    <a:pt x="5001182" y="1707991"/>
                  </a:lnTo>
                  <a:lnTo>
                    <a:pt x="5001473" y="1707991"/>
                  </a:lnTo>
                  <a:lnTo>
                    <a:pt x="5001619" y="1707991"/>
                  </a:lnTo>
                  <a:lnTo>
                    <a:pt x="5002055" y="1707991"/>
                  </a:lnTo>
                  <a:lnTo>
                    <a:pt x="5002200" y="1707991"/>
                  </a:lnTo>
                  <a:lnTo>
                    <a:pt x="5002346" y="1707991"/>
                  </a:lnTo>
                  <a:lnTo>
                    <a:pt x="5002491" y="1707991"/>
                  </a:lnTo>
                  <a:lnTo>
                    <a:pt x="5002782" y="1707991"/>
                  </a:lnTo>
                  <a:lnTo>
                    <a:pt x="5003073" y="1707991"/>
                  </a:lnTo>
                  <a:lnTo>
                    <a:pt x="5003509" y="1707368"/>
                  </a:lnTo>
                  <a:lnTo>
                    <a:pt x="5003945" y="1707368"/>
                  </a:lnTo>
                  <a:lnTo>
                    <a:pt x="5005836" y="1706121"/>
                  </a:lnTo>
                  <a:lnTo>
                    <a:pt x="5006127" y="1706121"/>
                  </a:lnTo>
                  <a:lnTo>
                    <a:pt x="5006418" y="1706121"/>
                  </a:lnTo>
                  <a:lnTo>
                    <a:pt x="5006999" y="1706121"/>
                  </a:lnTo>
                  <a:lnTo>
                    <a:pt x="5007145" y="1706121"/>
                  </a:lnTo>
                  <a:lnTo>
                    <a:pt x="5007290" y="1706121"/>
                  </a:lnTo>
                  <a:lnTo>
                    <a:pt x="5007436" y="1706121"/>
                  </a:lnTo>
                  <a:lnTo>
                    <a:pt x="5007872" y="1706121"/>
                  </a:lnTo>
                  <a:lnTo>
                    <a:pt x="5008454" y="1706121"/>
                  </a:lnTo>
                  <a:lnTo>
                    <a:pt x="5009181" y="1706121"/>
                  </a:lnTo>
                  <a:lnTo>
                    <a:pt x="5009472" y="1706121"/>
                  </a:lnTo>
                  <a:lnTo>
                    <a:pt x="5010053" y="1706121"/>
                  </a:lnTo>
                  <a:lnTo>
                    <a:pt x="5010199" y="1706121"/>
                  </a:lnTo>
                  <a:lnTo>
                    <a:pt x="5010344" y="1706121"/>
                  </a:lnTo>
                  <a:lnTo>
                    <a:pt x="5010780" y="1706121"/>
                  </a:lnTo>
                  <a:lnTo>
                    <a:pt x="5010926" y="1706121"/>
                  </a:lnTo>
                  <a:lnTo>
                    <a:pt x="5011798" y="1706121"/>
                  </a:lnTo>
                  <a:lnTo>
                    <a:pt x="5011944" y="1705497"/>
                  </a:lnTo>
                  <a:lnTo>
                    <a:pt x="5012816" y="1703626"/>
                  </a:lnTo>
                  <a:lnTo>
                    <a:pt x="5013107" y="1703626"/>
                  </a:lnTo>
                  <a:lnTo>
                    <a:pt x="5013253" y="1703003"/>
                  </a:lnTo>
                  <a:lnTo>
                    <a:pt x="5013543" y="1703003"/>
                  </a:lnTo>
                  <a:lnTo>
                    <a:pt x="5013980" y="1703003"/>
                  </a:lnTo>
                  <a:lnTo>
                    <a:pt x="5014125" y="1703003"/>
                  </a:lnTo>
                  <a:lnTo>
                    <a:pt x="5014416" y="1703003"/>
                  </a:lnTo>
                  <a:lnTo>
                    <a:pt x="5014707" y="1703003"/>
                  </a:lnTo>
                  <a:lnTo>
                    <a:pt x="5014852" y="1703003"/>
                  </a:lnTo>
                  <a:lnTo>
                    <a:pt x="5015143" y="1703003"/>
                  </a:lnTo>
                  <a:lnTo>
                    <a:pt x="5015289" y="1702379"/>
                  </a:lnTo>
                  <a:lnTo>
                    <a:pt x="5015434" y="1702379"/>
                  </a:lnTo>
                  <a:lnTo>
                    <a:pt x="5015579" y="1702379"/>
                  </a:lnTo>
                  <a:lnTo>
                    <a:pt x="5015579" y="1701756"/>
                  </a:lnTo>
                  <a:lnTo>
                    <a:pt x="5015725" y="1701756"/>
                  </a:lnTo>
                  <a:lnTo>
                    <a:pt x="5015870" y="1701756"/>
                  </a:lnTo>
                  <a:lnTo>
                    <a:pt x="5016597" y="1701132"/>
                  </a:lnTo>
                  <a:lnTo>
                    <a:pt x="5016743" y="1701132"/>
                  </a:lnTo>
                  <a:lnTo>
                    <a:pt x="5017034" y="1701132"/>
                  </a:lnTo>
                  <a:lnTo>
                    <a:pt x="5017179" y="1701132"/>
                  </a:lnTo>
                  <a:lnTo>
                    <a:pt x="5017470" y="1700508"/>
                  </a:lnTo>
                  <a:lnTo>
                    <a:pt x="5017615" y="1700508"/>
                  </a:lnTo>
                  <a:lnTo>
                    <a:pt x="5018052" y="1699885"/>
                  </a:lnTo>
                  <a:lnTo>
                    <a:pt x="5018488" y="1698638"/>
                  </a:lnTo>
                  <a:lnTo>
                    <a:pt x="5018633" y="1698638"/>
                  </a:lnTo>
                  <a:lnTo>
                    <a:pt x="5018779" y="1698638"/>
                  </a:lnTo>
                  <a:lnTo>
                    <a:pt x="5018924" y="1698638"/>
                  </a:lnTo>
                  <a:lnTo>
                    <a:pt x="5019215" y="1698638"/>
                  </a:lnTo>
                  <a:lnTo>
                    <a:pt x="5021106" y="1698014"/>
                  </a:lnTo>
                  <a:lnTo>
                    <a:pt x="5021251" y="1698014"/>
                  </a:lnTo>
                  <a:lnTo>
                    <a:pt x="5021542" y="1698014"/>
                  </a:lnTo>
                  <a:lnTo>
                    <a:pt x="5022124" y="1698014"/>
                  </a:lnTo>
                  <a:lnTo>
                    <a:pt x="5022269" y="1698014"/>
                  </a:lnTo>
                  <a:lnTo>
                    <a:pt x="5022996" y="1698014"/>
                  </a:lnTo>
                  <a:lnTo>
                    <a:pt x="5023287" y="1698014"/>
                  </a:lnTo>
                  <a:lnTo>
                    <a:pt x="5023432" y="1698014"/>
                  </a:lnTo>
                  <a:lnTo>
                    <a:pt x="5024159" y="1697391"/>
                  </a:lnTo>
                  <a:lnTo>
                    <a:pt x="5024305" y="1697391"/>
                  </a:lnTo>
                  <a:lnTo>
                    <a:pt x="5024596" y="1697391"/>
                  </a:lnTo>
                  <a:lnTo>
                    <a:pt x="5024887" y="1697391"/>
                  </a:lnTo>
                  <a:lnTo>
                    <a:pt x="5024887" y="1696767"/>
                  </a:lnTo>
                  <a:lnTo>
                    <a:pt x="5025032" y="1696767"/>
                  </a:lnTo>
                  <a:lnTo>
                    <a:pt x="5025759" y="1696143"/>
                  </a:lnTo>
                  <a:lnTo>
                    <a:pt x="5026050" y="1695520"/>
                  </a:lnTo>
                  <a:lnTo>
                    <a:pt x="5026195" y="1695520"/>
                  </a:lnTo>
                  <a:lnTo>
                    <a:pt x="5026341" y="1695520"/>
                  </a:lnTo>
                  <a:lnTo>
                    <a:pt x="5027213" y="1695520"/>
                  </a:lnTo>
                  <a:lnTo>
                    <a:pt x="5028086" y="1695520"/>
                  </a:lnTo>
                  <a:lnTo>
                    <a:pt x="5028231" y="1695520"/>
                  </a:lnTo>
                  <a:lnTo>
                    <a:pt x="5028377" y="1695520"/>
                  </a:lnTo>
                  <a:lnTo>
                    <a:pt x="5028522" y="1695520"/>
                  </a:lnTo>
                  <a:lnTo>
                    <a:pt x="5028668" y="1695520"/>
                  </a:lnTo>
                  <a:lnTo>
                    <a:pt x="5029395" y="1694896"/>
                  </a:lnTo>
                  <a:lnTo>
                    <a:pt x="5029540" y="1694896"/>
                  </a:lnTo>
                  <a:lnTo>
                    <a:pt x="5029831" y="1694896"/>
                  </a:lnTo>
                  <a:lnTo>
                    <a:pt x="5029976" y="1694273"/>
                  </a:lnTo>
                  <a:lnTo>
                    <a:pt x="5029976" y="1693649"/>
                  </a:lnTo>
                  <a:lnTo>
                    <a:pt x="5030122" y="1693649"/>
                  </a:lnTo>
                  <a:lnTo>
                    <a:pt x="5030558" y="1693025"/>
                  </a:lnTo>
                  <a:lnTo>
                    <a:pt x="5030704" y="1693025"/>
                  </a:lnTo>
                  <a:lnTo>
                    <a:pt x="5031140" y="1691778"/>
                  </a:lnTo>
                  <a:lnTo>
                    <a:pt x="5031576" y="1691155"/>
                  </a:lnTo>
                  <a:lnTo>
                    <a:pt x="5032449" y="1690531"/>
                  </a:lnTo>
                  <a:lnTo>
                    <a:pt x="5032740" y="1690531"/>
                  </a:lnTo>
                  <a:lnTo>
                    <a:pt x="5033321" y="1689908"/>
                  </a:lnTo>
                  <a:lnTo>
                    <a:pt x="5033321" y="1688660"/>
                  </a:lnTo>
                  <a:lnTo>
                    <a:pt x="5033467" y="1688660"/>
                  </a:lnTo>
                  <a:lnTo>
                    <a:pt x="5033758" y="1688660"/>
                  </a:lnTo>
                  <a:lnTo>
                    <a:pt x="5033758" y="1688037"/>
                  </a:lnTo>
                  <a:lnTo>
                    <a:pt x="5034194" y="1688037"/>
                  </a:lnTo>
                  <a:lnTo>
                    <a:pt x="5034339" y="1688037"/>
                  </a:lnTo>
                  <a:lnTo>
                    <a:pt x="5035066" y="1688037"/>
                  </a:lnTo>
                  <a:lnTo>
                    <a:pt x="5035648" y="1687413"/>
                  </a:lnTo>
                  <a:lnTo>
                    <a:pt x="5036375" y="1687413"/>
                  </a:lnTo>
                  <a:lnTo>
                    <a:pt x="5036521" y="1687413"/>
                  </a:lnTo>
                  <a:lnTo>
                    <a:pt x="5036957" y="1687413"/>
                  </a:lnTo>
                  <a:lnTo>
                    <a:pt x="5037684" y="1687413"/>
                  </a:lnTo>
                  <a:lnTo>
                    <a:pt x="5037829" y="1687413"/>
                  </a:lnTo>
                  <a:lnTo>
                    <a:pt x="5038120" y="1687413"/>
                  </a:lnTo>
                  <a:lnTo>
                    <a:pt x="5038702" y="1687413"/>
                  </a:lnTo>
                  <a:lnTo>
                    <a:pt x="5038847" y="1687413"/>
                  </a:lnTo>
                  <a:lnTo>
                    <a:pt x="5038993" y="1686790"/>
                  </a:lnTo>
                  <a:lnTo>
                    <a:pt x="5041029" y="1684295"/>
                  </a:lnTo>
                  <a:lnTo>
                    <a:pt x="5041756" y="1684295"/>
                  </a:lnTo>
                  <a:lnTo>
                    <a:pt x="5041901" y="1684295"/>
                  </a:lnTo>
                  <a:lnTo>
                    <a:pt x="5042192" y="1684295"/>
                  </a:lnTo>
                  <a:lnTo>
                    <a:pt x="5042338" y="1684295"/>
                  </a:lnTo>
                  <a:lnTo>
                    <a:pt x="5042629" y="1684295"/>
                  </a:lnTo>
                  <a:lnTo>
                    <a:pt x="5042774" y="1684295"/>
                  </a:lnTo>
                  <a:lnTo>
                    <a:pt x="5042919" y="1684295"/>
                  </a:lnTo>
                  <a:lnTo>
                    <a:pt x="5043646" y="1684295"/>
                  </a:lnTo>
                  <a:lnTo>
                    <a:pt x="5043937" y="1684295"/>
                  </a:lnTo>
                  <a:lnTo>
                    <a:pt x="5044228" y="1684295"/>
                  </a:lnTo>
                  <a:lnTo>
                    <a:pt x="5044374" y="1684295"/>
                  </a:lnTo>
                  <a:lnTo>
                    <a:pt x="5044664" y="1683672"/>
                  </a:lnTo>
                  <a:lnTo>
                    <a:pt x="5045246" y="1683672"/>
                  </a:lnTo>
                  <a:lnTo>
                    <a:pt x="5045392" y="1683672"/>
                  </a:lnTo>
                  <a:lnTo>
                    <a:pt x="5046119" y="1683672"/>
                  </a:lnTo>
                  <a:lnTo>
                    <a:pt x="5046264" y="1683672"/>
                  </a:lnTo>
                  <a:lnTo>
                    <a:pt x="5046991" y="1683048"/>
                  </a:lnTo>
                  <a:lnTo>
                    <a:pt x="5047718" y="1683048"/>
                  </a:lnTo>
                  <a:lnTo>
                    <a:pt x="5048155" y="1683048"/>
                  </a:lnTo>
                  <a:lnTo>
                    <a:pt x="5048300" y="1682425"/>
                  </a:lnTo>
                  <a:lnTo>
                    <a:pt x="5049318" y="1681801"/>
                  </a:lnTo>
                  <a:lnTo>
                    <a:pt x="5049609" y="1681801"/>
                  </a:lnTo>
                  <a:lnTo>
                    <a:pt x="5049609" y="1681177"/>
                  </a:lnTo>
                  <a:lnTo>
                    <a:pt x="5049609" y="1680554"/>
                  </a:lnTo>
                  <a:lnTo>
                    <a:pt x="5049754" y="1680554"/>
                  </a:lnTo>
                  <a:lnTo>
                    <a:pt x="5050191" y="1680554"/>
                  </a:lnTo>
                  <a:lnTo>
                    <a:pt x="5050336" y="1680554"/>
                  </a:lnTo>
                  <a:lnTo>
                    <a:pt x="5050627" y="1680554"/>
                  </a:lnTo>
                  <a:lnTo>
                    <a:pt x="5051063" y="1680554"/>
                  </a:lnTo>
                  <a:lnTo>
                    <a:pt x="5051645" y="1680554"/>
                  </a:lnTo>
                  <a:lnTo>
                    <a:pt x="5052517" y="1680554"/>
                  </a:lnTo>
                  <a:lnTo>
                    <a:pt x="5052517" y="1679930"/>
                  </a:lnTo>
                  <a:lnTo>
                    <a:pt x="5052663" y="1679930"/>
                  </a:lnTo>
                  <a:lnTo>
                    <a:pt x="5052954" y="1679930"/>
                  </a:lnTo>
                  <a:lnTo>
                    <a:pt x="5053390" y="1679930"/>
                  </a:lnTo>
                  <a:lnTo>
                    <a:pt x="5053535" y="1679930"/>
                  </a:lnTo>
                  <a:lnTo>
                    <a:pt x="5054553" y="1679930"/>
                  </a:lnTo>
                  <a:lnTo>
                    <a:pt x="5054699" y="1679930"/>
                  </a:lnTo>
                  <a:lnTo>
                    <a:pt x="5054844" y="1679930"/>
                  </a:lnTo>
                  <a:lnTo>
                    <a:pt x="5054990" y="1679930"/>
                  </a:lnTo>
                  <a:lnTo>
                    <a:pt x="5055717" y="1679307"/>
                  </a:lnTo>
                  <a:lnTo>
                    <a:pt x="5055717" y="1678683"/>
                  </a:lnTo>
                  <a:lnTo>
                    <a:pt x="5056008" y="1678683"/>
                  </a:lnTo>
                  <a:lnTo>
                    <a:pt x="5056153" y="1678683"/>
                  </a:lnTo>
                  <a:lnTo>
                    <a:pt x="5056299" y="1678683"/>
                  </a:lnTo>
                  <a:lnTo>
                    <a:pt x="5056735" y="1678683"/>
                  </a:lnTo>
                  <a:lnTo>
                    <a:pt x="5056880" y="1678060"/>
                  </a:lnTo>
                  <a:lnTo>
                    <a:pt x="5057171" y="1678060"/>
                  </a:lnTo>
                  <a:lnTo>
                    <a:pt x="5057753" y="1677436"/>
                  </a:lnTo>
                  <a:lnTo>
                    <a:pt x="5057898" y="1677436"/>
                  </a:lnTo>
                  <a:lnTo>
                    <a:pt x="5058189" y="1676812"/>
                  </a:lnTo>
                  <a:lnTo>
                    <a:pt x="5058480" y="1676812"/>
                  </a:lnTo>
                  <a:lnTo>
                    <a:pt x="5059062" y="1676812"/>
                  </a:lnTo>
                  <a:lnTo>
                    <a:pt x="5059352" y="1676812"/>
                  </a:lnTo>
                  <a:lnTo>
                    <a:pt x="5059498" y="1676812"/>
                  </a:lnTo>
                  <a:lnTo>
                    <a:pt x="5059643" y="1676812"/>
                  </a:lnTo>
                  <a:lnTo>
                    <a:pt x="5060516" y="1676189"/>
                  </a:lnTo>
                  <a:lnTo>
                    <a:pt x="5060661" y="1676189"/>
                  </a:lnTo>
                  <a:lnTo>
                    <a:pt x="5060807" y="1676189"/>
                  </a:lnTo>
                  <a:lnTo>
                    <a:pt x="5061098" y="1676189"/>
                  </a:lnTo>
                  <a:lnTo>
                    <a:pt x="5061243" y="1675565"/>
                  </a:lnTo>
                  <a:lnTo>
                    <a:pt x="5061970" y="1675565"/>
                  </a:lnTo>
                  <a:lnTo>
                    <a:pt x="5063279" y="1675565"/>
                  </a:lnTo>
                  <a:lnTo>
                    <a:pt x="5063861" y="1675565"/>
                  </a:lnTo>
                  <a:lnTo>
                    <a:pt x="5064006" y="1674942"/>
                  </a:lnTo>
                  <a:lnTo>
                    <a:pt x="5064151" y="1674942"/>
                  </a:lnTo>
                  <a:lnTo>
                    <a:pt x="5064297" y="1674942"/>
                  </a:lnTo>
                  <a:lnTo>
                    <a:pt x="5064442" y="1674942"/>
                  </a:lnTo>
                  <a:lnTo>
                    <a:pt x="5064733" y="1674942"/>
                  </a:lnTo>
                  <a:lnTo>
                    <a:pt x="5064879" y="1674942"/>
                  </a:lnTo>
                  <a:lnTo>
                    <a:pt x="5065460" y="1674942"/>
                  </a:lnTo>
                  <a:lnTo>
                    <a:pt x="5065897" y="1674318"/>
                  </a:lnTo>
                  <a:lnTo>
                    <a:pt x="5066187" y="1674318"/>
                  </a:lnTo>
                  <a:lnTo>
                    <a:pt x="5066769" y="1674318"/>
                  </a:lnTo>
                  <a:lnTo>
                    <a:pt x="5066915" y="1674318"/>
                  </a:lnTo>
                  <a:lnTo>
                    <a:pt x="5067642" y="1673694"/>
                  </a:lnTo>
                  <a:lnTo>
                    <a:pt x="5068078" y="1673071"/>
                  </a:lnTo>
                  <a:lnTo>
                    <a:pt x="5068369" y="1673071"/>
                  </a:lnTo>
                  <a:lnTo>
                    <a:pt x="5068369" y="1672447"/>
                  </a:lnTo>
                  <a:lnTo>
                    <a:pt x="5068660" y="1672447"/>
                  </a:lnTo>
                  <a:lnTo>
                    <a:pt x="5069096" y="1671824"/>
                  </a:lnTo>
                  <a:lnTo>
                    <a:pt x="5069532" y="1671824"/>
                  </a:lnTo>
                  <a:lnTo>
                    <a:pt x="5069969" y="1671824"/>
                  </a:lnTo>
                  <a:lnTo>
                    <a:pt x="5070259" y="1671200"/>
                  </a:lnTo>
                  <a:lnTo>
                    <a:pt x="5070550" y="1671200"/>
                  </a:lnTo>
                  <a:lnTo>
                    <a:pt x="5070986" y="1671200"/>
                  </a:lnTo>
                  <a:lnTo>
                    <a:pt x="5071132" y="1671200"/>
                  </a:lnTo>
                  <a:lnTo>
                    <a:pt x="5071859" y="1671200"/>
                  </a:lnTo>
                  <a:lnTo>
                    <a:pt x="5071859" y="1670577"/>
                  </a:lnTo>
                  <a:lnTo>
                    <a:pt x="5072295" y="1669329"/>
                  </a:lnTo>
                  <a:lnTo>
                    <a:pt x="5072586" y="1668082"/>
                  </a:lnTo>
                  <a:lnTo>
                    <a:pt x="5072732" y="1668082"/>
                  </a:lnTo>
                  <a:lnTo>
                    <a:pt x="5073022" y="1668082"/>
                  </a:lnTo>
                  <a:lnTo>
                    <a:pt x="5073168" y="1667459"/>
                  </a:lnTo>
                  <a:lnTo>
                    <a:pt x="5073313" y="1667459"/>
                  </a:lnTo>
                  <a:lnTo>
                    <a:pt x="5073750" y="1666835"/>
                  </a:lnTo>
                  <a:lnTo>
                    <a:pt x="5074040" y="1666835"/>
                  </a:lnTo>
                  <a:lnTo>
                    <a:pt x="5074186" y="1666835"/>
                  </a:lnTo>
                  <a:lnTo>
                    <a:pt x="5074331" y="1666835"/>
                  </a:lnTo>
                  <a:lnTo>
                    <a:pt x="5074477" y="1666835"/>
                  </a:lnTo>
                  <a:lnTo>
                    <a:pt x="5074913" y="1666835"/>
                  </a:lnTo>
                  <a:lnTo>
                    <a:pt x="5075058" y="1666835"/>
                  </a:lnTo>
                  <a:lnTo>
                    <a:pt x="5075058" y="1666211"/>
                  </a:lnTo>
                  <a:lnTo>
                    <a:pt x="5075058" y="1665588"/>
                  </a:lnTo>
                  <a:lnTo>
                    <a:pt x="5075204" y="1665588"/>
                  </a:lnTo>
                  <a:lnTo>
                    <a:pt x="5075349" y="1665588"/>
                  </a:lnTo>
                  <a:lnTo>
                    <a:pt x="5077967" y="1663717"/>
                  </a:lnTo>
                  <a:lnTo>
                    <a:pt x="5078112" y="1663717"/>
                  </a:lnTo>
                  <a:lnTo>
                    <a:pt x="5078985" y="1663717"/>
                  </a:lnTo>
                  <a:lnTo>
                    <a:pt x="5079276" y="1663717"/>
                  </a:lnTo>
                  <a:lnTo>
                    <a:pt x="5079567" y="1663094"/>
                  </a:lnTo>
                  <a:lnTo>
                    <a:pt x="5079712" y="1663094"/>
                  </a:lnTo>
                  <a:lnTo>
                    <a:pt x="5080003" y="1663094"/>
                  </a:lnTo>
                  <a:lnTo>
                    <a:pt x="5080294" y="1663094"/>
                  </a:lnTo>
                  <a:lnTo>
                    <a:pt x="5080439" y="1663094"/>
                  </a:lnTo>
                  <a:lnTo>
                    <a:pt x="5080439" y="1661846"/>
                  </a:lnTo>
                  <a:lnTo>
                    <a:pt x="5080585" y="1661846"/>
                  </a:lnTo>
                  <a:lnTo>
                    <a:pt x="5080730" y="1661846"/>
                  </a:lnTo>
                  <a:lnTo>
                    <a:pt x="5080730" y="1661223"/>
                  </a:lnTo>
                  <a:lnTo>
                    <a:pt x="5080875" y="1661223"/>
                  </a:lnTo>
                  <a:lnTo>
                    <a:pt x="5081021" y="1660599"/>
                  </a:lnTo>
                  <a:lnTo>
                    <a:pt x="5081748" y="1660599"/>
                  </a:lnTo>
                  <a:lnTo>
                    <a:pt x="5081893" y="1660599"/>
                  </a:lnTo>
                  <a:lnTo>
                    <a:pt x="5082039" y="1660599"/>
                  </a:lnTo>
                  <a:lnTo>
                    <a:pt x="5082475" y="1660599"/>
                  </a:lnTo>
                  <a:lnTo>
                    <a:pt x="5082911" y="1660599"/>
                  </a:lnTo>
                  <a:lnTo>
                    <a:pt x="5083057" y="1660599"/>
                  </a:lnTo>
                  <a:lnTo>
                    <a:pt x="5083348" y="1660599"/>
                  </a:lnTo>
                  <a:lnTo>
                    <a:pt x="5083639" y="1660599"/>
                  </a:lnTo>
                  <a:lnTo>
                    <a:pt x="5083784" y="1660599"/>
                  </a:lnTo>
                  <a:lnTo>
                    <a:pt x="5083929" y="1660599"/>
                  </a:lnTo>
                  <a:lnTo>
                    <a:pt x="5084511" y="1660599"/>
                  </a:lnTo>
                  <a:lnTo>
                    <a:pt x="5084947" y="1660599"/>
                  </a:lnTo>
                  <a:lnTo>
                    <a:pt x="5085384" y="1659352"/>
                  </a:lnTo>
                  <a:lnTo>
                    <a:pt x="5086256" y="1658728"/>
                  </a:lnTo>
                  <a:lnTo>
                    <a:pt x="5086692" y="1658728"/>
                  </a:lnTo>
                  <a:lnTo>
                    <a:pt x="5087129" y="1658728"/>
                  </a:lnTo>
                  <a:lnTo>
                    <a:pt x="5087274" y="1658728"/>
                  </a:lnTo>
                  <a:lnTo>
                    <a:pt x="5088292" y="1658728"/>
                  </a:lnTo>
                  <a:lnTo>
                    <a:pt x="5088438" y="1658728"/>
                  </a:lnTo>
                  <a:lnTo>
                    <a:pt x="5088874" y="1658728"/>
                  </a:lnTo>
                  <a:lnTo>
                    <a:pt x="5089019" y="1658728"/>
                  </a:lnTo>
                  <a:lnTo>
                    <a:pt x="5089601" y="1658728"/>
                  </a:lnTo>
                  <a:lnTo>
                    <a:pt x="5089746" y="1658105"/>
                  </a:lnTo>
                  <a:lnTo>
                    <a:pt x="5090183" y="1658105"/>
                  </a:lnTo>
                  <a:lnTo>
                    <a:pt x="5090764" y="1657481"/>
                  </a:lnTo>
                  <a:lnTo>
                    <a:pt x="5090910" y="1657481"/>
                  </a:lnTo>
                  <a:lnTo>
                    <a:pt x="5091201" y="1657481"/>
                  </a:lnTo>
                  <a:lnTo>
                    <a:pt x="5091491" y="1657481"/>
                  </a:lnTo>
                  <a:lnTo>
                    <a:pt x="5091491" y="1656858"/>
                  </a:lnTo>
                  <a:lnTo>
                    <a:pt x="5091782" y="1656858"/>
                  </a:lnTo>
                  <a:lnTo>
                    <a:pt x="5092364" y="1655611"/>
                  </a:lnTo>
                  <a:lnTo>
                    <a:pt x="5092946" y="1654363"/>
                  </a:lnTo>
                  <a:lnTo>
                    <a:pt x="5093527" y="1654363"/>
                  </a:lnTo>
                  <a:lnTo>
                    <a:pt x="5093673" y="1654363"/>
                  </a:lnTo>
                  <a:lnTo>
                    <a:pt x="5093818" y="1654363"/>
                  </a:lnTo>
                  <a:lnTo>
                    <a:pt x="5093964" y="1654363"/>
                  </a:lnTo>
                  <a:lnTo>
                    <a:pt x="5094109" y="1654363"/>
                  </a:lnTo>
                  <a:lnTo>
                    <a:pt x="5094400" y="1653740"/>
                  </a:lnTo>
                  <a:lnTo>
                    <a:pt x="5094545" y="1653740"/>
                  </a:lnTo>
                  <a:lnTo>
                    <a:pt x="5094691" y="1653740"/>
                  </a:lnTo>
                  <a:lnTo>
                    <a:pt x="5094836" y="1653740"/>
                  </a:lnTo>
                  <a:lnTo>
                    <a:pt x="5095273" y="1653740"/>
                  </a:lnTo>
                  <a:lnTo>
                    <a:pt x="5095418" y="1653740"/>
                  </a:lnTo>
                  <a:lnTo>
                    <a:pt x="5095709" y="1653740"/>
                  </a:lnTo>
                  <a:lnTo>
                    <a:pt x="5096291" y="1653116"/>
                  </a:lnTo>
                  <a:lnTo>
                    <a:pt x="5096436" y="1653116"/>
                  </a:lnTo>
                  <a:lnTo>
                    <a:pt x="5096727" y="1653116"/>
                  </a:lnTo>
                  <a:lnTo>
                    <a:pt x="5096872" y="1653116"/>
                  </a:lnTo>
                  <a:lnTo>
                    <a:pt x="5097163" y="1653116"/>
                  </a:lnTo>
                  <a:lnTo>
                    <a:pt x="5097454" y="1653116"/>
                  </a:lnTo>
                  <a:lnTo>
                    <a:pt x="5097599" y="1653116"/>
                  </a:lnTo>
                  <a:lnTo>
                    <a:pt x="5098036" y="1652493"/>
                  </a:lnTo>
                  <a:lnTo>
                    <a:pt x="5098181" y="1652493"/>
                  </a:lnTo>
                  <a:lnTo>
                    <a:pt x="5098617" y="1652493"/>
                  </a:lnTo>
                  <a:lnTo>
                    <a:pt x="5098908" y="1652493"/>
                  </a:lnTo>
                  <a:lnTo>
                    <a:pt x="5099635" y="1652493"/>
                  </a:lnTo>
                  <a:lnTo>
                    <a:pt x="5099926" y="1652493"/>
                  </a:lnTo>
                  <a:lnTo>
                    <a:pt x="5100072" y="1652493"/>
                  </a:lnTo>
                  <a:lnTo>
                    <a:pt x="5100217" y="1652493"/>
                  </a:lnTo>
                  <a:lnTo>
                    <a:pt x="5100653" y="1651869"/>
                  </a:lnTo>
                  <a:lnTo>
                    <a:pt x="5101235" y="1651869"/>
                  </a:lnTo>
                  <a:lnTo>
                    <a:pt x="5101380" y="1651869"/>
                  </a:lnTo>
                  <a:lnTo>
                    <a:pt x="5101526" y="1651869"/>
                  </a:lnTo>
                  <a:lnTo>
                    <a:pt x="5101671" y="1651869"/>
                  </a:lnTo>
                  <a:lnTo>
                    <a:pt x="5101817" y="1651869"/>
                  </a:lnTo>
                  <a:lnTo>
                    <a:pt x="5102108" y="1651869"/>
                  </a:lnTo>
                  <a:lnTo>
                    <a:pt x="5102398" y="1651869"/>
                  </a:lnTo>
                  <a:lnTo>
                    <a:pt x="5102689" y="1650622"/>
                  </a:lnTo>
                  <a:lnTo>
                    <a:pt x="5102835" y="1650622"/>
                  </a:lnTo>
                  <a:lnTo>
                    <a:pt x="5103271" y="1649998"/>
                  </a:lnTo>
                  <a:lnTo>
                    <a:pt x="5103271" y="1649375"/>
                  </a:lnTo>
                  <a:lnTo>
                    <a:pt x="5103707" y="1649375"/>
                  </a:lnTo>
                  <a:lnTo>
                    <a:pt x="5103707" y="1648751"/>
                  </a:lnTo>
                  <a:lnTo>
                    <a:pt x="5103853" y="1648751"/>
                  </a:lnTo>
                  <a:lnTo>
                    <a:pt x="5104144" y="1648751"/>
                  </a:lnTo>
                  <a:lnTo>
                    <a:pt x="5104289" y="1648751"/>
                  </a:lnTo>
                  <a:lnTo>
                    <a:pt x="5105307" y="1648128"/>
                  </a:lnTo>
                  <a:lnTo>
                    <a:pt x="5105743" y="1648128"/>
                  </a:lnTo>
                  <a:lnTo>
                    <a:pt x="5105889" y="1648128"/>
                  </a:lnTo>
                  <a:lnTo>
                    <a:pt x="5106034" y="1648128"/>
                  </a:lnTo>
                  <a:lnTo>
                    <a:pt x="5106325" y="1647504"/>
                  </a:lnTo>
                  <a:lnTo>
                    <a:pt x="5106325" y="1646880"/>
                  </a:lnTo>
                  <a:lnTo>
                    <a:pt x="5106470" y="1646880"/>
                  </a:lnTo>
                  <a:lnTo>
                    <a:pt x="5106616" y="1646880"/>
                  </a:lnTo>
                  <a:lnTo>
                    <a:pt x="5107197" y="1646880"/>
                  </a:lnTo>
                  <a:lnTo>
                    <a:pt x="5107488" y="1646880"/>
                  </a:lnTo>
                  <a:lnTo>
                    <a:pt x="5107634" y="1646880"/>
                  </a:lnTo>
                  <a:lnTo>
                    <a:pt x="5107779" y="1646257"/>
                  </a:lnTo>
                  <a:lnTo>
                    <a:pt x="5108797" y="1645633"/>
                  </a:lnTo>
                  <a:lnTo>
                    <a:pt x="5108943" y="1645633"/>
                  </a:lnTo>
                  <a:lnTo>
                    <a:pt x="5109524" y="1645633"/>
                  </a:lnTo>
                  <a:lnTo>
                    <a:pt x="5109670" y="1645633"/>
                  </a:lnTo>
                  <a:lnTo>
                    <a:pt x="5110251" y="1645633"/>
                  </a:lnTo>
                  <a:lnTo>
                    <a:pt x="5110397" y="1645010"/>
                  </a:lnTo>
                  <a:lnTo>
                    <a:pt x="5110688" y="1645010"/>
                  </a:lnTo>
                  <a:lnTo>
                    <a:pt x="5110688" y="1644386"/>
                  </a:lnTo>
                  <a:lnTo>
                    <a:pt x="5111996" y="1644386"/>
                  </a:lnTo>
                  <a:lnTo>
                    <a:pt x="5112287" y="1644386"/>
                  </a:lnTo>
                  <a:lnTo>
                    <a:pt x="5113014" y="1644386"/>
                  </a:lnTo>
                  <a:lnTo>
                    <a:pt x="5113887" y="1643762"/>
                  </a:lnTo>
                  <a:lnTo>
                    <a:pt x="5113887" y="1643139"/>
                  </a:lnTo>
                  <a:lnTo>
                    <a:pt x="5114032" y="1643139"/>
                  </a:lnTo>
                  <a:lnTo>
                    <a:pt x="5114178" y="1643139"/>
                  </a:lnTo>
                  <a:lnTo>
                    <a:pt x="5114323" y="1643139"/>
                  </a:lnTo>
                  <a:lnTo>
                    <a:pt x="5115487" y="1641268"/>
                  </a:lnTo>
                  <a:lnTo>
                    <a:pt x="5115632" y="1641268"/>
                  </a:lnTo>
                  <a:lnTo>
                    <a:pt x="5115923" y="1641268"/>
                  </a:lnTo>
                  <a:lnTo>
                    <a:pt x="5116505" y="1641268"/>
                  </a:lnTo>
                  <a:lnTo>
                    <a:pt x="5116796" y="1641268"/>
                  </a:lnTo>
                  <a:lnTo>
                    <a:pt x="5117232" y="1640021"/>
                  </a:lnTo>
                  <a:lnTo>
                    <a:pt x="5117377" y="1640021"/>
                  </a:lnTo>
                  <a:lnTo>
                    <a:pt x="5117959" y="1640021"/>
                  </a:lnTo>
                  <a:lnTo>
                    <a:pt x="5118250" y="1640021"/>
                  </a:lnTo>
                  <a:lnTo>
                    <a:pt x="5118395" y="1640021"/>
                  </a:lnTo>
                  <a:lnTo>
                    <a:pt x="5118395" y="1639397"/>
                  </a:lnTo>
                  <a:lnTo>
                    <a:pt x="5119268" y="1639397"/>
                  </a:lnTo>
                  <a:lnTo>
                    <a:pt x="5119413" y="1639397"/>
                  </a:lnTo>
                  <a:lnTo>
                    <a:pt x="5119704" y="1638774"/>
                  </a:lnTo>
                  <a:lnTo>
                    <a:pt x="5120140" y="1638774"/>
                  </a:lnTo>
                  <a:lnTo>
                    <a:pt x="5120286" y="1638150"/>
                  </a:lnTo>
                  <a:lnTo>
                    <a:pt x="5120722" y="1636903"/>
                  </a:lnTo>
                  <a:lnTo>
                    <a:pt x="5121013" y="1636280"/>
                  </a:lnTo>
                  <a:lnTo>
                    <a:pt x="5121304" y="1636280"/>
                  </a:lnTo>
                  <a:lnTo>
                    <a:pt x="5122176" y="1636280"/>
                  </a:lnTo>
                  <a:lnTo>
                    <a:pt x="5122467" y="1635656"/>
                  </a:lnTo>
                  <a:lnTo>
                    <a:pt x="5123049" y="1634409"/>
                  </a:lnTo>
                  <a:lnTo>
                    <a:pt x="5123194" y="1634409"/>
                  </a:lnTo>
                  <a:lnTo>
                    <a:pt x="5123485" y="1634409"/>
                  </a:lnTo>
                  <a:lnTo>
                    <a:pt x="5123485" y="1633785"/>
                  </a:lnTo>
                  <a:lnTo>
                    <a:pt x="5123631" y="1633785"/>
                  </a:lnTo>
                  <a:lnTo>
                    <a:pt x="5123776" y="1633785"/>
                  </a:lnTo>
                  <a:lnTo>
                    <a:pt x="5124212" y="1633162"/>
                  </a:lnTo>
                  <a:lnTo>
                    <a:pt x="5124358" y="1633162"/>
                  </a:lnTo>
                  <a:lnTo>
                    <a:pt x="5124794" y="1633162"/>
                  </a:lnTo>
                  <a:lnTo>
                    <a:pt x="5125085" y="1633162"/>
                  </a:lnTo>
                  <a:lnTo>
                    <a:pt x="5125230" y="1632538"/>
                  </a:lnTo>
                  <a:lnTo>
                    <a:pt x="5125376" y="1632538"/>
                  </a:lnTo>
                  <a:lnTo>
                    <a:pt x="5125957" y="1631291"/>
                  </a:lnTo>
                  <a:lnTo>
                    <a:pt x="5126103" y="1630667"/>
                  </a:lnTo>
                  <a:lnTo>
                    <a:pt x="5126248" y="1630667"/>
                  </a:lnTo>
                  <a:lnTo>
                    <a:pt x="5126539" y="1630667"/>
                  </a:lnTo>
                  <a:lnTo>
                    <a:pt x="5127702" y="1630667"/>
                  </a:lnTo>
                  <a:lnTo>
                    <a:pt x="5127848" y="1630044"/>
                  </a:lnTo>
                  <a:lnTo>
                    <a:pt x="5128284" y="1630044"/>
                  </a:lnTo>
                  <a:lnTo>
                    <a:pt x="5128430" y="1630044"/>
                  </a:lnTo>
                  <a:lnTo>
                    <a:pt x="5129011" y="1629420"/>
                  </a:lnTo>
                  <a:lnTo>
                    <a:pt x="5129302" y="1628797"/>
                  </a:lnTo>
                  <a:lnTo>
                    <a:pt x="5130320" y="1628173"/>
                  </a:lnTo>
                  <a:lnTo>
                    <a:pt x="5130466" y="1628173"/>
                  </a:lnTo>
                  <a:lnTo>
                    <a:pt x="5130466" y="1627549"/>
                  </a:lnTo>
                  <a:lnTo>
                    <a:pt x="5130611" y="1627549"/>
                  </a:lnTo>
                  <a:lnTo>
                    <a:pt x="5130756" y="1627549"/>
                  </a:lnTo>
                  <a:lnTo>
                    <a:pt x="5131338" y="1627549"/>
                  </a:lnTo>
                  <a:lnTo>
                    <a:pt x="5132356" y="1627549"/>
                  </a:lnTo>
                  <a:lnTo>
                    <a:pt x="5132647" y="1627549"/>
                  </a:lnTo>
                  <a:lnTo>
                    <a:pt x="5132792" y="1627549"/>
                  </a:lnTo>
                  <a:lnTo>
                    <a:pt x="5133083" y="1627549"/>
                  </a:lnTo>
                  <a:lnTo>
                    <a:pt x="5133810" y="1626302"/>
                  </a:lnTo>
                  <a:lnTo>
                    <a:pt x="5133956" y="1626302"/>
                  </a:lnTo>
                  <a:lnTo>
                    <a:pt x="5134101" y="1626302"/>
                  </a:lnTo>
                  <a:lnTo>
                    <a:pt x="5134392" y="1625679"/>
                  </a:lnTo>
                  <a:lnTo>
                    <a:pt x="5135265" y="1625679"/>
                  </a:lnTo>
                  <a:lnTo>
                    <a:pt x="5135410" y="1625679"/>
                  </a:lnTo>
                  <a:lnTo>
                    <a:pt x="5135555" y="1625679"/>
                  </a:lnTo>
                  <a:lnTo>
                    <a:pt x="5136137" y="1625679"/>
                  </a:lnTo>
                  <a:lnTo>
                    <a:pt x="5136283" y="1625679"/>
                  </a:lnTo>
                  <a:lnTo>
                    <a:pt x="5136719" y="1625679"/>
                  </a:lnTo>
                  <a:lnTo>
                    <a:pt x="5136719" y="1625055"/>
                  </a:lnTo>
                  <a:lnTo>
                    <a:pt x="5137010" y="1625055"/>
                  </a:lnTo>
                  <a:lnTo>
                    <a:pt x="5137446" y="1625055"/>
                  </a:lnTo>
                  <a:lnTo>
                    <a:pt x="5137591" y="1625055"/>
                  </a:lnTo>
                  <a:lnTo>
                    <a:pt x="5138028" y="1624431"/>
                  </a:lnTo>
                  <a:lnTo>
                    <a:pt x="5138318" y="1624431"/>
                  </a:lnTo>
                  <a:lnTo>
                    <a:pt x="5138464" y="1624431"/>
                  </a:lnTo>
                  <a:lnTo>
                    <a:pt x="5138755" y="1623808"/>
                  </a:lnTo>
                  <a:lnTo>
                    <a:pt x="5139627" y="1623808"/>
                  </a:lnTo>
                  <a:lnTo>
                    <a:pt x="5139773" y="1623808"/>
                  </a:lnTo>
                  <a:lnTo>
                    <a:pt x="5139773" y="1623184"/>
                  </a:lnTo>
                  <a:lnTo>
                    <a:pt x="5140064" y="1623184"/>
                  </a:lnTo>
                  <a:lnTo>
                    <a:pt x="5140354" y="1623184"/>
                  </a:lnTo>
                  <a:lnTo>
                    <a:pt x="5140500" y="1623184"/>
                  </a:lnTo>
                  <a:lnTo>
                    <a:pt x="5140791" y="1623184"/>
                  </a:lnTo>
                  <a:lnTo>
                    <a:pt x="5141518" y="1623184"/>
                  </a:lnTo>
                  <a:lnTo>
                    <a:pt x="5141954" y="1623184"/>
                  </a:lnTo>
                  <a:lnTo>
                    <a:pt x="5141954" y="1622561"/>
                  </a:lnTo>
                  <a:lnTo>
                    <a:pt x="5142245" y="1622561"/>
                  </a:lnTo>
                  <a:lnTo>
                    <a:pt x="5142681" y="1622561"/>
                  </a:lnTo>
                  <a:lnTo>
                    <a:pt x="5142972" y="1622561"/>
                  </a:lnTo>
                  <a:lnTo>
                    <a:pt x="5143554" y="1621937"/>
                  </a:lnTo>
                  <a:lnTo>
                    <a:pt x="5143845" y="1621314"/>
                  </a:lnTo>
                  <a:lnTo>
                    <a:pt x="5143990" y="1621314"/>
                  </a:lnTo>
                  <a:lnTo>
                    <a:pt x="5144281" y="1621314"/>
                  </a:lnTo>
                  <a:lnTo>
                    <a:pt x="5145008" y="1621314"/>
                  </a:lnTo>
                  <a:lnTo>
                    <a:pt x="5145444" y="1618196"/>
                  </a:lnTo>
                  <a:lnTo>
                    <a:pt x="5145590" y="1618196"/>
                  </a:lnTo>
                  <a:lnTo>
                    <a:pt x="5145735" y="1618196"/>
                  </a:lnTo>
                  <a:lnTo>
                    <a:pt x="5146171" y="1618196"/>
                  </a:lnTo>
                  <a:lnTo>
                    <a:pt x="5146317" y="1618196"/>
                  </a:lnTo>
                  <a:lnTo>
                    <a:pt x="5147626" y="1617572"/>
                  </a:lnTo>
                  <a:lnTo>
                    <a:pt x="5147917" y="1617572"/>
                  </a:lnTo>
                  <a:lnTo>
                    <a:pt x="5149371" y="1617572"/>
                  </a:lnTo>
                  <a:lnTo>
                    <a:pt x="5149516" y="1617572"/>
                  </a:lnTo>
                  <a:lnTo>
                    <a:pt x="5150098" y="1617572"/>
                  </a:lnTo>
                  <a:lnTo>
                    <a:pt x="5150389" y="1617572"/>
                  </a:lnTo>
                  <a:lnTo>
                    <a:pt x="5151116" y="1617572"/>
                  </a:lnTo>
                  <a:lnTo>
                    <a:pt x="5151261" y="1617572"/>
                  </a:lnTo>
                  <a:lnTo>
                    <a:pt x="5151407" y="1617572"/>
                  </a:lnTo>
                  <a:lnTo>
                    <a:pt x="5151552" y="1617572"/>
                  </a:lnTo>
                  <a:lnTo>
                    <a:pt x="5151843" y="1617572"/>
                  </a:lnTo>
                  <a:lnTo>
                    <a:pt x="5152279" y="1617572"/>
                  </a:lnTo>
                  <a:lnTo>
                    <a:pt x="5152861" y="1617572"/>
                  </a:lnTo>
                  <a:lnTo>
                    <a:pt x="5153006" y="1617572"/>
                  </a:lnTo>
                  <a:lnTo>
                    <a:pt x="5153297" y="1616948"/>
                  </a:lnTo>
                  <a:lnTo>
                    <a:pt x="5153443" y="1616325"/>
                  </a:lnTo>
                  <a:lnTo>
                    <a:pt x="5153443" y="1615701"/>
                  </a:lnTo>
                  <a:lnTo>
                    <a:pt x="5153588" y="1615701"/>
                  </a:lnTo>
                  <a:lnTo>
                    <a:pt x="5154024" y="1615701"/>
                  </a:lnTo>
                  <a:lnTo>
                    <a:pt x="5154170" y="1615701"/>
                  </a:lnTo>
                  <a:lnTo>
                    <a:pt x="5154752" y="1615701"/>
                  </a:lnTo>
                  <a:lnTo>
                    <a:pt x="5154752" y="1615078"/>
                  </a:lnTo>
                  <a:lnTo>
                    <a:pt x="5154897" y="1615078"/>
                  </a:lnTo>
                  <a:lnTo>
                    <a:pt x="5155042" y="1615078"/>
                  </a:lnTo>
                  <a:lnTo>
                    <a:pt x="5155188" y="1615078"/>
                  </a:lnTo>
                  <a:lnTo>
                    <a:pt x="5155624" y="1615078"/>
                  </a:lnTo>
                  <a:lnTo>
                    <a:pt x="5156060" y="1615078"/>
                  </a:lnTo>
                  <a:lnTo>
                    <a:pt x="5156206" y="1615078"/>
                  </a:lnTo>
                  <a:lnTo>
                    <a:pt x="5156351" y="1615078"/>
                  </a:lnTo>
                  <a:lnTo>
                    <a:pt x="5156642" y="1615078"/>
                  </a:lnTo>
                  <a:lnTo>
                    <a:pt x="5156933" y="1615078"/>
                  </a:lnTo>
                  <a:lnTo>
                    <a:pt x="5157369" y="1615078"/>
                  </a:lnTo>
                  <a:lnTo>
                    <a:pt x="5157806" y="1615078"/>
                  </a:lnTo>
                  <a:lnTo>
                    <a:pt x="5157806" y="1613831"/>
                  </a:lnTo>
                  <a:lnTo>
                    <a:pt x="5158242" y="1613831"/>
                  </a:lnTo>
                  <a:lnTo>
                    <a:pt x="5158823" y="1613831"/>
                  </a:lnTo>
                  <a:lnTo>
                    <a:pt x="5158823" y="1613207"/>
                  </a:lnTo>
                  <a:lnTo>
                    <a:pt x="5159114" y="1613207"/>
                  </a:lnTo>
                  <a:lnTo>
                    <a:pt x="5159260" y="1613207"/>
                  </a:lnTo>
                  <a:lnTo>
                    <a:pt x="5159696" y="1613207"/>
                  </a:lnTo>
                  <a:lnTo>
                    <a:pt x="5159841" y="1613207"/>
                  </a:lnTo>
                  <a:lnTo>
                    <a:pt x="5159987" y="1613207"/>
                  </a:lnTo>
                  <a:lnTo>
                    <a:pt x="5160132" y="1613207"/>
                  </a:lnTo>
                  <a:lnTo>
                    <a:pt x="5160714" y="1613207"/>
                  </a:lnTo>
                  <a:lnTo>
                    <a:pt x="5160859" y="1613207"/>
                  </a:lnTo>
                  <a:lnTo>
                    <a:pt x="5167549" y="1606348"/>
                  </a:lnTo>
                  <a:lnTo>
                    <a:pt x="5167694" y="1606348"/>
                  </a:lnTo>
                  <a:lnTo>
                    <a:pt x="5168131" y="1606348"/>
                  </a:lnTo>
                  <a:lnTo>
                    <a:pt x="5168567" y="1606348"/>
                  </a:lnTo>
                  <a:lnTo>
                    <a:pt x="5169440" y="1606348"/>
                  </a:lnTo>
                  <a:lnTo>
                    <a:pt x="5170021" y="1606348"/>
                  </a:lnTo>
                  <a:lnTo>
                    <a:pt x="5170167" y="1606348"/>
                  </a:lnTo>
                  <a:lnTo>
                    <a:pt x="5170312" y="1606348"/>
                  </a:lnTo>
                  <a:lnTo>
                    <a:pt x="5170603" y="1606348"/>
                  </a:lnTo>
                  <a:lnTo>
                    <a:pt x="5170894" y="1606348"/>
                  </a:lnTo>
                  <a:lnTo>
                    <a:pt x="5171039" y="1606348"/>
                  </a:lnTo>
                  <a:lnTo>
                    <a:pt x="5171185" y="1606348"/>
                  </a:lnTo>
                  <a:lnTo>
                    <a:pt x="5171621" y="1605724"/>
                  </a:lnTo>
                  <a:lnTo>
                    <a:pt x="5171766" y="1605724"/>
                  </a:lnTo>
                  <a:lnTo>
                    <a:pt x="5171912" y="1605724"/>
                  </a:lnTo>
                  <a:lnTo>
                    <a:pt x="5172639" y="1605724"/>
                  </a:lnTo>
                  <a:lnTo>
                    <a:pt x="5172930" y="1605724"/>
                  </a:lnTo>
                  <a:lnTo>
                    <a:pt x="5173221" y="1605724"/>
                  </a:lnTo>
                  <a:lnTo>
                    <a:pt x="5173366" y="1605724"/>
                  </a:lnTo>
                  <a:lnTo>
                    <a:pt x="5173511" y="1605724"/>
                  </a:lnTo>
                  <a:lnTo>
                    <a:pt x="5173802" y="1605100"/>
                  </a:lnTo>
                  <a:lnTo>
                    <a:pt x="5173948" y="1605100"/>
                  </a:lnTo>
                  <a:lnTo>
                    <a:pt x="5174093" y="1605100"/>
                  </a:lnTo>
                  <a:lnTo>
                    <a:pt x="5174239" y="1605100"/>
                  </a:lnTo>
                  <a:lnTo>
                    <a:pt x="5174675" y="1604477"/>
                  </a:lnTo>
                  <a:lnTo>
                    <a:pt x="5174820" y="1604477"/>
                  </a:lnTo>
                  <a:lnTo>
                    <a:pt x="5174966" y="1604477"/>
                  </a:lnTo>
                  <a:lnTo>
                    <a:pt x="5175111" y="1604477"/>
                  </a:lnTo>
                  <a:lnTo>
                    <a:pt x="5175257" y="1604477"/>
                  </a:lnTo>
                  <a:lnTo>
                    <a:pt x="5175693" y="1604477"/>
                  </a:lnTo>
                  <a:lnTo>
                    <a:pt x="5175984" y="1604477"/>
                  </a:lnTo>
                  <a:lnTo>
                    <a:pt x="5176129" y="1604477"/>
                  </a:lnTo>
                  <a:lnTo>
                    <a:pt x="5176711" y="1604477"/>
                  </a:lnTo>
                  <a:lnTo>
                    <a:pt x="5177438" y="1604477"/>
                  </a:lnTo>
                  <a:lnTo>
                    <a:pt x="5177438" y="1603853"/>
                  </a:lnTo>
                  <a:lnTo>
                    <a:pt x="5177583" y="1603853"/>
                  </a:lnTo>
                  <a:lnTo>
                    <a:pt x="5177874" y="1602606"/>
                  </a:lnTo>
                  <a:lnTo>
                    <a:pt x="5178747" y="1601982"/>
                  </a:lnTo>
                  <a:lnTo>
                    <a:pt x="5179038" y="1601982"/>
                  </a:lnTo>
                  <a:lnTo>
                    <a:pt x="5179183" y="1601982"/>
                  </a:lnTo>
                  <a:lnTo>
                    <a:pt x="5179328" y="1601982"/>
                  </a:lnTo>
                  <a:lnTo>
                    <a:pt x="5179474" y="1600735"/>
                  </a:lnTo>
                  <a:lnTo>
                    <a:pt x="5179910" y="1600112"/>
                  </a:lnTo>
                  <a:lnTo>
                    <a:pt x="5180056" y="1600112"/>
                  </a:lnTo>
                  <a:lnTo>
                    <a:pt x="5180201" y="1600112"/>
                  </a:lnTo>
                  <a:lnTo>
                    <a:pt x="5181510" y="1598865"/>
                  </a:lnTo>
                  <a:lnTo>
                    <a:pt x="5181655" y="1598865"/>
                  </a:lnTo>
                  <a:lnTo>
                    <a:pt x="5181801" y="1598865"/>
                  </a:lnTo>
                  <a:lnTo>
                    <a:pt x="5182237" y="1598865"/>
                  </a:lnTo>
                  <a:lnTo>
                    <a:pt x="5182964" y="1597617"/>
                  </a:lnTo>
                  <a:lnTo>
                    <a:pt x="5183110" y="1596994"/>
                  </a:lnTo>
                  <a:lnTo>
                    <a:pt x="5183837" y="1596994"/>
                  </a:lnTo>
                  <a:lnTo>
                    <a:pt x="5183982" y="1596994"/>
                  </a:lnTo>
                  <a:lnTo>
                    <a:pt x="5184418" y="1596994"/>
                  </a:lnTo>
                  <a:lnTo>
                    <a:pt x="5184564" y="1596994"/>
                  </a:lnTo>
                  <a:lnTo>
                    <a:pt x="5184709" y="1596994"/>
                  </a:lnTo>
                  <a:lnTo>
                    <a:pt x="5184855" y="1596994"/>
                  </a:lnTo>
                  <a:lnTo>
                    <a:pt x="5185146" y="1596994"/>
                  </a:lnTo>
                  <a:lnTo>
                    <a:pt x="5185873" y="1595747"/>
                  </a:lnTo>
                  <a:lnTo>
                    <a:pt x="5186018" y="1595747"/>
                  </a:lnTo>
                  <a:lnTo>
                    <a:pt x="5186309" y="1595747"/>
                  </a:lnTo>
                  <a:lnTo>
                    <a:pt x="5186309" y="1595123"/>
                  </a:lnTo>
                  <a:lnTo>
                    <a:pt x="5186600" y="1595123"/>
                  </a:lnTo>
                  <a:lnTo>
                    <a:pt x="5187327" y="1594499"/>
                  </a:lnTo>
                  <a:lnTo>
                    <a:pt x="5187763" y="1594499"/>
                  </a:lnTo>
                  <a:lnTo>
                    <a:pt x="5188199" y="1594499"/>
                  </a:lnTo>
                  <a:lnTo>
                    <a:pt x="5188345" y="1594499"/>
                  </a:lnTo>
                  <a:lnTo>
                    <a:pt x="5189654" y="1593876"/>
                  </a:lnTo>
                  <a:lnTo>
                    <a:pt x="5190090" y="1593876"/>
                  </a:lnTo>
                  <a:lnTo>
                    <a:pt x="5190235" y="1593876"/>
                  </a:lnTo>
                  <a:lnTo>
                    <a:pt x="5190672" y="1593876"/>
                  </a:lnTo>
                  <a:lnTo>
                    <a:pt x="5191108" y="1593876"/>
                  </a:lnTo>
                  <a:lnTo>
                    <a:pt x="5191253" y="1593876"/>
                  </a:lnTo>
                  <a:lnTo>
                    <a:pt x="5191835" y="1592629"/>
                  </a:lnTo>
                  <a:lnTo>
                    <a:pt x="5192126" y="1592005"/>
                  </a:lnTo>
                  <a:lnTo>
                    <a:pt x="5192417" y="1592005"/>
                  </a:lnTo>
                  <a:lnTo>
                    <a:pt x="5192708" y="1592005"/>
                  </a:lnTo>
                  <a:lnTo>
                    <a:pt x="5192853" y="1592005"/>
                  </a:lnTo>
                  <a:lnTo>
                    <a:pt x="5192998" y="1592005"/>
                  </a:lnTo>
                  <a:lnTo>
                    <a:pt x="5194016" y="1592005"/>
                  </a:lnTo>
                  <a:lnTo>
                    <a:pt x="5194162" y="1592005"/>
                  </a:lnTo>
                  <a:lnTo>
                    <a:pt x="5194598" y="1591382"/>
                  </a:lnTo>
                  <a:lnTo>
                    <a:pt x="5195180" y="1591382"/>
                  </a:lnTo>
                  <a:lnTo>
                    <a:pt x="5195325" y="1591382"/>
                  </a:lnTo>
                  <a:lnTo>
                    <a:pt x="5195471" y="1591382"/>
                  </a:lnTo>
                  <a:lnTo>
                    <a:pt x="5196052" y="1591382"/>
                  </a:lnTo>
                  <a:lnTo>
                    <a:pt x="5196052" y="1590758"/>
                  </a:lnTo>
                  <a:lnTo>
                    <a:pt x="5197507" y="1590134"/>
                  </a:lnTo>
                  <a:lnTo>
                    <a:pt x="5197798" y="1590134"/>
                  </a:lnTo>
                  <a:lnTo>
                    <a:pt x="5198379" y="1589511"/>
                  </a:lnTo>
                  <a:lnTo>
                    <a:pt x="5198525" y="1589511"/>
                  </a:lnTo>
                  <a:lnTo>
                    <a:pt x="5199106" y="1588887"/>
                  </a:lnTo>
                  <a:lnTo>
                    <a:pt x="5199833" y="1588264"/>
                  </a:lnTo>
                  <a:lnTo>
                    <a:pt x="5199833" y="1587640"/>
                  </a:lnTo>
                  <a:lnTo>
                    <a:pt x="5200561" y="1587640"/>
                  </a:lnTo>
                  <a:lnTo>
                    <a:pt x="5200706" y="1587640"/>
                  </a:lnTo>
                  <a:lnTo>
                    <a:pt x="5200851" y="1587640"/>
                  </a:lnTo>
                  <a:lnTo>
                    <a:pt x="5200997" y="1587640"/>
                  </a:lnTo>
                  <a:lnTo>
                    <a:pt x="5201142" y="1587640"/>
                  </a:lnTo>
                  <a:lnTo>
                    <a:pt x="5201288" y="1587640"/>
                  </a:lnTo>
                  <a:lnTo>
                    <a:pt x="5201869" y="1586393"/>
                  </a:lnTo>
                  <a:lnTo>
                    <a:pt x="5202597" y="1586393"/>
                  </a:lnTo>
                  <a:lnTo>
                    <a:pt x="5203033" y="1585146"/>
                  </a:lnTo>
                  <a:lnTo>
                    <a:pt x="5203324" y="1585146"/>
                  </a:lnTo>
                  <a:lnTo>
                    <a:pt x="5203905" y="1585146"/>
                  </a:lnTo>
                  <a:lnTo>
                    <a:pt x="5204342" y="1585146"/>
                  </a:lnTo>
                  <a:lnTo>
                    <a:pt x="5204633" y="1585146"/>
                  </a:lnTo>
                  <a:lnTo>
                    <a:pt x="5205214" y="1585146"/>
                  </a:lnTo>
                  <a:lnTo>
                    <a:pt x="5205650" y="1583899"/>
                  </a:lnTo>
                  <a:lnTo>
                    <a:pt x="5206087" y="1583899"/>
                  </a:lnTo>
                  <a:lnTo>
                    <a:pt x="5206378" y="1583899"/>
                  </a:lnTo>
                  <a:lnTo>
                    <a:pt x="5206523" y="1583899"/>
                  </a:lnTo>
                  <a:lnTo>
                    <a:pt x="5207686" y="1582651"/>
                  </a:lnTo>
                  <a:lnTo>
                    <a:pt x="5207832" y="1582651"/>
                  </a:lnTo>
                  <a:lnTo>
                    <a:pt x="5208123" y="1582651"/>
                  </a:lnTo>
                  <a:lnTo>
                    <a:pt x="5208704" y="1581404"/>
                  </a:lnTo>
                  <a:lnTo>
                    <a:pt x="5209286" y="1580781"/>
                  </a:lnTo>
                  <a:lnTo>
                    <a:pt x="5210450" y="1579534"/>
                  </a:lnTo>
                  <a:lnTo>
                    <a:pt x="5210595" y="1579534"/>
                  </a:lnTo>
                  <a:lnTo>
                    <a:pt x="5210740" y="1579534"/>
                  </a:lnTo>
                  <a:lnTo>
                    <a:pt x="5211031" y="1578910"/>
                  </a:lnTo>
                  <a:lnTo>
                    <a:pt x="5211322" y="1578910"/>
                  </a:lnTo>
                  <a:lnTo>
                    <a:pt x="5211904" y="1578910"/>
                  </a:lnTo>
                  <a:lnTo>
                    <a:pt x="5212195" y="1577663"/>
                  </a:lnTo>
                  <a:lnTo>
                    <a:pt x="5212485" y="1577663"/>
                  </a:lnTo>
                  <a:lnTo>
                    <a:pt x="5212922" y="1577663"/>
                  </a:lnTo>
                  <a:lnTo>
                    <a:pt x="5213067" y="1577663"/>
                  </a:lnTo>
                  <a:lnTo>
                    <a:pt x="5213358" y="1577663"/>
                  </a:lnTo>
                  <a:lnTo>
                    <a:pt x="5214085" y="1577663"/>
                  </a:lnTo>
                  <a:lnTo>
                    <a:pt x="5214376" y="1577663"/>
                  </a:lnTo>
                  <a:lnTo>
                    <a:pt x="5214812" y="1577039"/>
                  </a:lnTo>
                  <a:lnTo>
                    <a:pt x="5215249" y="1576416"/>
                  </a:lnTo>
                  <a:lnTo>
                    <a:pt x="5215830" y="1576416"/>
                  </a:lnTo>
                  <a:lnTo>
                    <a:pt x="5216121" y="1576416"/>
                  </a:lnTo>
                  <a:lnTo>
                    <a:pt x="5216267" y="1576416"/>
                  </a:lnTo>
                  <a:lnTo>
                    <a:pt x="5217139" y="1575792"/>
                  </a:lnTo>
                  <a:lnTo>
                    <a:pt x="5217721" y="1575792"/>
                  </a:lnTo>
                  <a:lnTo>
                    <a:pt x="5217866" y="1575792"/>
                  </a:lnTo>
                  <a:lnTo>
                    <a:pt x="5218012" y="1575792"/>
                  </a:lnTo>
                  <a:lnTo>
                    <a:pt x="5218157" y="1575792"/>
                  </a:lnTo>
                  <a:lnTo>
                    <a:pt x="5218448" y="1575792"/>
                  </a:lnTo>
                  <a:lnTo>
                    <a:pt x="5218593" y="1575792"/>
                  </a:lnTo>
                  <a:lnTo>
                    <a:pt x="5218593" y="1575168"/>
                  </a:lnTo>
                  <a:lnTo>
                    <a:pt x="5219030" y="1575168"/>
                  </a:lnTo>
                  <a:lnTo>
                    <a:pt x="5219175" y="1575168"/>
                  </a:lnTo>
                  <a:lnTo>
                    <a:pt x="5220338" y="1573921"/>
                  </a:lnTo>
                  <a:lnTo>
                    <a:pt x="5220775" y="1573298"/>
                  </a:lnTo>
                  <a:lnTo>
                    <a:pt x="5220920" y="1573298"/>
                  </a:lnTo>
                  <a:lnTo>
                    <a:pt x="5221066" y="1573298"/>
                  </a:lnTo>
                  <a:lnTo>
                    <a:pt x="5221356" y="1572674"/>
                  </a:lnTo>
                  <a:lnTo>
                    <a:pt x="5221793" y="1571427"/>
                  </a:lnTo>
                  <a:lnTo>
                    <a:pt x="5221938" y="1571427"/>
                  </a:lnTo>
                  <a:lnTo>
                    <a:pt x="5222374" y="1570803"/>
                  </a:lnTo>
                  <a:lnTo>
                    <a:pt x="5222520" y="1570803"/>
                  </a:lnTo>
                  <a:lnTo>
                    <a:pt x="5223247" y="1570180"/>
                  </a:lnTo>
                  <a:lnTo>
                    <a:pt x="5223392" y="1570180"/>
                  </a:lnTo>
                  <a:lnTo>
                    <a:pt x="5223683" y="1568933"/>
                  </a:lnTo>
                  <a:lnTo>
                    <a:pt x="5223829" y="1568933"/>
                  </a:lnTo>
                  <a:lnTo>
                    <a:pt x="5224120" y="1568933"/>
                  </a:lnTo>
                  <a:lnTo>
                    <a:pt x="5224410" y="1568933"/>
                  </a:lnTo>
                  <a:lnTo>
                    <a:pt x="5224992" y="1568933"/>
                  </a:lnTo>
                  <a:lnTo>
                    <a:pt x="5225138" y="1568933"/>
                  </a:lnTo>
                  <a:lnTo>
                    <a:pt x="5225574" y="1568309"/>
                  </a:lnTo>
                  <a:lnTo>
                    <a:pt x="5225719" y="1568309"/>
                  </a:lnTo>
                  <a:lnTo>
                    <a:pt x="5225865" y="1568309"/>
                  </a:lnTo>
                  <a:lnTo>
                    <a:pt x="5226301" y="1568309"/>
                  </a:lnTo>
                  <a:lnTo>
                    <a:pt x="5227173" y="1567685"/>
                  </a:lnTo>
                  <a:lnTo>
                    <a:pt x="5227319" y="1567685"/>
                  </a:lnTo>
                  <a:lnTo>
                    <a:pt x="5227464" y="1567685"/>
                  </a:lnTo>
                  <a:lnTo>
                    <a:pt x="5227610" y="1567685"/>
                  </a:lnTo>
                  <a:lnTo>
                    <a:pt x="5227901" y="1567685"/>
                  </a:lnTo>
                  <a:lnTo>
                    <a:pt x="5230082" y="1567062"/>
                  </a:lnTo>
                  <a:lnTo>
                    <a:pt x="5230373" y="1567062"/>
                  </a:lnTo>
                  <a:lnTo>
                    <a:pt x="5230518" y="1567062"/>
                  </a:lnTo>
                  <a:lnTo>
                    <a:pt x="5230955" y="1566438"/>
                  </a:lnTo>
                  <a:lnTo>
                    <a:pt x="5231245" y="1566438"/>
                  </a:lnTo>
                  <a:lnTo>
                    <a:pt x="5231391" y="1566438"/>
                  </a:lnTo>
                  <a:lnTo>
                    <a:pt x="5231536" y="1566438"/>
                  </a:lnTo>
                  <a:lnTo>
                    <a:pt x="5231827" y="1565815"/>
                  </a:lnTo>
                  <a:lnTo>
                    <a:pt x="5232118" y="1565815"/>
                  </a:lnTo>
                  <a:lnTo>
                    <a:pt x="5232845" y="1565815"/>
                  </a:lnTo>
                  <a:lnTo>
                    <a:pt x="5233281" y="1565815"/>
                  </a:lnTo>
                  <a:lnTo>
                    <a:pt x="5233572" y="1564568"/>
                  </a:lnTo>
                  <a:lnTo>
                    <a:pt x="5233718" y="1564568"/>
                  </a:lnTo>
                  <a:lnTo>
                    <a:pt x="5233863" y="1564568"/>
                  </a:lnTo>
                  <a:lnTo>
                    <a:pt x="5234299" y="1564568"/>
                  </a:lnTo>
                  <a:lnTo>
                    <a:pt x="5234881" y="1563944"/>
                  </a:lnTo>
                  <a:lnTo>
                    <a:pt x="5236044" y="1563944"/>
                  </a:lnTo>
                  <a:lnTo>
                    <a:pt x="5236481" y="1563944"/>
                  </a:lnTo>
                  <a:lnTo>
                    <a:pt x="5236626" y="1563944"/>
                  </a:lnTo>
                  <a:lnTo>
                    <a:pt x="5237208" y="1563320"/>
                  </a:lnTo>
                  <a:lnTo>
                    <a:pt x="5237353" y="1562697"/>
                  </a:lnTo>
                  <a:lnTo>
                    <a:pt x="5237499" y="1562697"/>
                  </a:lnTo>
                  <a:lnTo>
                    <a:pt x="5237790" y="1562697"/>
                  </a:lnTo>
                  <a:lnTo>
                    <a:pt x="5238662" y="1562073"/>
                  </a:lnTo>
                  <a:lnTo>
                    <a:pt x="5238808" y="1562073"/>
                  </a:lnTo>
                  <a:lnTo>
                    <a:pt x="5238953" y="1562073"/>
                  </a:lnTo>
                  <a:lnTo>
                    <a:pt x="5238953" y="1561450"/>
                  </a:lnTo>
                  <a:lnTo>
                    <a:pt x="5238953" y="1560826"/>
                  </a:lnTo>
                  <a:lnTo>
                    <a:pt x="5239098" y="1560826"/>
                  </a:lnTo>
                  <a:lnTo>
                    <a:pt x="5239244" y="1560202"/>
                  </a:lnTo>
                  <a:lnTo>
                    <a:pt x="5239680" y="1560202"/>
                  </a:lnTo>
                  <a:lnTo>
                    <a:pt x="5239825" y="1558955"/>
                  </a:lnTo>
                  <a:lnTo>
                    <a:pt x="5240262" y="1558955"/>
                  </a:lnTo>
                  <a:lnTo>
                    <a:pt x="5240407" y="1558955"/>
                  </a:lnTo>
                  <a:lnTo>
                    <a:pt x="5241280" y="1558332"/>
                  </a:lnTo>
                  <a:lnTo>
                    <a:pt x="5241425" y="1558332"/>
                  </a:lnTo>
                  <a:lnTo>
                    <a:pt x="5241571" y="1558332"/>
                  </a:lnTo>
                  <a:lnTo>
                    <a:pt x="5241861" y="1557708"/>
                  </a:lnTo>
                  <a:lnTo>
                    <a:pt x="5242443" y="1557708"/>
                  </a:lnTo>
                  <a:lnTo>
                    <a:pt x="5242734" y="1557708"/>
                  </a:lnTo>
                  <a:lnTo>
                    <a:pt x="5243316" y="1556461"/>
                  </a:lnTo>
                  <a:lnTo>
                    <a:pt x="5243461" y="1556461"/>
                  </a:lnTo>
                  <a:lnTo>
                    <a:pt x="5243897" y="1556461"/>
                  </a:lnTo>
                  <a:lnTo>
                    <a:pt x="5244625" y="1556461"/>
                  </a:lnTo>
                  <a:lnTo>
                    <a:pt x="5244770" y="1556461"/>
                  </a:lnTo>
                  <a:lnTo>
                    <a:pt x="5245061" y="1555837"/>
                  </a:lnTo>
                  <a:lnTo>
                    <a:pt x="5245061" y="1555214"/>
                  </a:lnTo>
                  <a:lnTo>
                    <a:pt x="5245061" y="1554590"/>
                  </a:lnTo>
                  <a:lnTo>
                    <a:pt x="5245206" y="1554590"/>
                  </a:lnTo>
                  <a:lnTo>
                    <a:pt x="5246660" y="1552096"/>
                  </a:lnTo>
                  <a:lnTo>
                    <a:pt x="5247242" y="1552096"/>
                  </a:lnTo>
                  <a:lnTo>
                    <a:pt x="5247678" y="1552096"/>
                  </a:lnTo>
                  <a:lnTo>
                    <a:pt x="5247824" y="1552096"/>
                  </a:lnTo>
                  <a:lnTo>
                    <a:pt x="5247969" y="1551472"/>
                  </a:lnTo>
                  <a:lnTo>
                    <a:pt x="5248115" y="1551472"/>
                  </a:lnTo>
                  <a:lnTo>
                    <a:pt x="5248115" y="1550849"/>
                  </a:lnTo>
                  <a:lnTo>
                    <a:pt x="5248260" y="1550849"/>
                  </a:lnTo>
                  <a:lnTo>
                    <a:pt x="5248551" y="1550849"/>
                  </a:lnTo>
                  <a:lnTo>
                    <a:pt x="5249424" y="1550849"/>
                  </a:lnTo>
                  <a:lnTo>
                    <a:pt x="5249569" y="1550225"/>
                  </a:lnTo>
                  <a:lnTo>
                    <a:pt x="5249714" y="1550225"/>
                  </a:lnTo>
                  <a:lnTo>
                    <a:pt x="5250151" y="1550225"/>
                  </a:lnTo>
                  <a:lnTo>
                    <a:pt x="5251023" y="1550225"/>
                  </a:lnTo>
                  <a:lnTo>
                    <a:pt x="5251605" y="1550225"/>
                  </a:lnTo>
                  <a:lnTo>
                    <a:pt x="5251750" y="1550225"/>
                  </a:lnTo>
                  <a:lnTo>
                    <a:pt x="5252041" y="1549602"/>
                  </a:lnTo>
                  <a:lnTo>
                    <a:pt x="5252187" y="1549602"/>
                  </a:lnTo>
                  <a:lnTo>
                    <a:pt x="5252332" y="1548978"/>
                  </a:lnTo>
                  <a:lnTo>
                    <a:pt x="5252768" y="1548978"/>
                  </a:lnTo>
                  <a:lnTo>
                    <a:pt x="5253059" y="1548978"/>
                  </a:lnTo>
                  <a:lnTo>
                    <a:pt x="5253205" y="1548978"/>
                  </a:lnTo>
                  <a:lnTo>
                    <a:pt x="5253495" y="1548978"/>
                  </a:lnTo>
                  <a:lnTo>
                    <a:pt x="5253641" y="1548978"/>
                  </a:lnTo>
                  <a:lnTo>
                    <a:pt x="5253786" y="1548354"/>
                  </a:lnTo>
                  <a:lnTo>
                    <a:pt x="5254659" y="1548354"/>
                  </a:lnTo>
                  <a:lnTo>
                    <a:pt x="5255386" y="1548354"/>
                  </a:lnTo>
                  <a:lnTo>
                    <a:pt x="5255968" y="1548354"/>
                  </a:lnTo>
                  <a:lnTo>
                    <a:pt x="5256113" y="1548354"/>
                  </a:lnTo>
                  <a:lnTo>
                    <a:pt x="5256840" y="1547107"/>
                  </a:lnTo>
                  <a:lnTo>
                    <a:pt x="5256986" y="1547107"/>
                  </a:lnTo>
                  <a:lnTo>
                    <a:pt x="5257713" y="1547107"/>
                  </a:lnTo>
                  <a:lnTo>
                    <a:pt x="5258004" y="1547107"/>
                  </a:lnTo>
                  <a:lnTo>
                    <a:pt x="5258149" y="1547107"/>
                  </a:lnTo>
                  <a:lnTo>
                    <a:pt x="5258585" y="1546484"/>
                  </a:lnTo>
                  <a:lnTo>
                    <a:pt x="5259167" y="1546484"/>
                  </a:lnTo>
                  <a:lnTo>
                    <a:pt x="5259749" y="1546484"/>
                  </a:lnTo>
                  <a:lnTo>
                    <a:pt x="5259894" y="1546484"/>
                  </a:lnTo>
                  <a:lnTo>
                    <a:pt x="5259894" y="1545860"/>
                  </a:lnTo>
                  <a:lnTo>
                    <a:pt x="5260476" y="1544613"/>
                  </a:lnTo>
                  <a:lnTo>
                    <a:pt x="5261058" y="1544613"/>
                  </a:lnTo>
                  <a:lnTo>
                    <a:pt x="5261348" y="1544613"/>
                  </a:lnTo>
                  <a:lnTo>
                    <a:pt x="5261494" y="1542742"/>
                  </a:lnTo>
                  <a:lnTo>
                    <a:pt x="5261930" y="1542119"/>
                  </a:lnTo>
                  <a:lnTo>
                    <a:pt x="5262366" y="1542119"/>
                  </a:lnTo>
                  <a:lnTo>
                    <a:pt x="5262657" y="1542119"/>
                  </a:lnTo>
                  <a:lnTo>
                    <a:pt x="5262803" y="1542119"/>
                  </a:lnTo>
                  <a:lnTo>
                    <a:pt x="5263094" y="1540871"/>
                  </a:lnTo>
                  <a:lnTo>
                    <a:pt x="5263821" y="1540871"/>
                  </a:lnTo>
                  <a:lnTo>
                    <a:pt x="5263966" y="1540248"/>
                  </a:lnTo>
                  <a:lnTo>
                    <a:pt x="5264112" y="1540248"/>
                  </a:lnTo>
                  <a:lnTo>
                    <a:pt x="5264693" y="1540248"/>
                  </a:lnTo>
                  <a:lnTo>
                    <a:pt x="5264839" y="1540248"/>
                  </a:lnTo>
                  <a:lnTo>
                    <a:pt x="5264984" y="1540248"/>
                  </a:lnTo>
                  <a:lnTo>
                    <a:pt x="5265130" y="1540248"/>
                  </a:lnTo>
                  <a:lnTo>
                    <a:pt x="5265566" y="1540248"/>
                  </a:lnTo>
                  <a:lnTo>
                    <a:pt x="5266438" y="1540248"/>
                  </a:lnTo>
                  <a:lnTo>
                    <a:pt x="5266584" y="1540248"/>
                  </a:lnTo>
                  <a:lnTo>
                    <a:pt x="5267020" y="1539001"/>
                  </a:lnTo>
                  <a:lnTo>
                    <a:pt x="5267165" y="1539001"/>
                  </a:lnTo>
                  <a:lnTo>
                    <a:pt x="5267311" y="1539001"/>
                  </a:lnTo>
                  <a:lnTo>
                    <a:pt x="5267456" y="1539001"/>
                  </a:lnTo>
                  <a:lnTo>
                    <a:pt x="5267747" y="1539001"/>
                  </a:lnTo>
                  <a:lnTo>
                    <a:pt x="5268038" y="1539001"/>
                  </a:lnTo>
                  <a:lnTo>
                    <a:pt x="5268183" y="1539001"/>
                  </a:lnTo>
                  <a:lnTo>
                    <a:pt x="5268620" y="1539001"/>
                  </a:lnTo>
                  <a:lnTo>
                    <a:pt x="5269201" y="1539001"/>
                  </a:lnTo>
                  <a:lnTo>
                    <a:pt x="5269347" y="1539001"/>
                  </a:lnTo>
                  <a:lnTo>
                    <a:pt x="5269492" y="1539001"/>
                  </a:lnTo>
                  <a:lnTo>
                    <a:pt x="5269929" y="1538377"/>
                  </a:lnTo>
                  <a:lnTo>
                    <a:pt x="5270074" y="1538377"/>
                  </a:lnTo>
                  <a:lnTo>
                    <a:pt x="5270219" y="1538377"/>
                  </a:lnTo>
                  <a:lnTo>
                    <a:pt x="5270510" y="1538377"/>
                  </a:lnTo>
                  <a:lnTo>
                    <a:pt x="5270656" y="1538377"/>
                  </a:lnTo>
                  <a:lnTo>
                    <a:pt x="5271674" y="1537753"/>
                  </a:lnTo>
                  <a:lnTo>
                    <a:pt x="5271819" y="1537753"/>
                  </a:lnTo>
                  <a:lnTo>
                    <a:pt x="5271819" y="1537130"/>
                  </a:lnTo>
                  <a:lnTo>
                    <a:pt x="5272983" y="1537130"/>
                  </a:lnTo>
                  <a:lnTo>
                    <a:pt x="5273419" y="1537130"/>
                  </a:lnTo>
                  <a:lnTo>
                    <a:pt x="5273710" y="1537130"/>
                  </a:lnTo>
                  <a:lnTo>
                    <a:pt x="5274000" y="1537130"/>
                  </a:lnTo>
                  <a:lnTo>
                    <a:pt x="5274146" y="1537130"/>
                  </a:lnTo>
                  <a:lnTo>
                    <a:pt x="5274291" y="1537130"/>
                  </a:lnTo>
                  <a:lnTo>
                    <a:pt x="5274437" y="1537130"/>
                  </a:lnTo>
                  <a:lnTo>
                    <a:pt x="5274582" y="1537130"/>
                  </a:lnTo>
                  <a:lnTo>
                    <a:pt x="5274873" y="1537130"/>
                  </a:lnTo>
                  <a:lnTo>
                    <a:pt x="5275164" y="1537130"/>
                  </a:lnTo>
                  <a:lnTo>
                    <a:pt x="5275309" y="1537130"/>
                  </a:lnTo>
                  <a:lnTo>
                    <a:pt x="5275455" y="1537130"/>
                  </a:lnTo>
                  <a:lnTo>
                    <a:pt x="5275600" y="1537130"/>
                  </a:lnTo>
                  <a:lnTo>
                    <a:pt x="5277491" y="1534012"/>
                  </a:lnTo>
                  <a:lnTo>
                    <a:pt x="5277636" y="1534012"/>
                  </a:lnTo>
                  <a:lnTo>
                    <a:pt x="5277782" y="1534012"/>
                  </a:lnTo>
                  <a:lnTo>
                    <a:pt x="5278072" y="1534012"/>
                  </a:lnTo>
                  <a:lnTo>
                    <a:pt x="5278218" y="1534012"/>
                  </a:lnTo>
                  <a:lnTo>
                    <a:pt x="5278509" y="1534012"/>
                  </a:lnTo>
                  <a:lnTo>
                    <a:pt x="5278654" y="1534012"/>
                  </a:lnTo>
                  <a:lnTo>
                    <a:pt x="5278800" y="1533388"/>
                  </a:lnTo>
                  <a:lnTo>
                    <a:pt x="5278945" y="1533388"/>
                  </a:lnTo>
                  <a:lnTo>
                    <a:pt x="5278945" y="1532141"/>
                  </a:lnTo>
                  <a:lnTo>
                    <a:pt x="5279090" y="1532141"/>
                  </a:lnTo>
                  <a:lnTo>
                    <a:pt x="5279236" y="1532141"/>
                  </a:lnTo>
                  <a:lnTo>
                    <a:pt x="5279381" y="1532141"/>
                  </a:lnTo>
                  <a:lnTo>
                    <a:pt x="5279527" y="1532141"/>
                  </a:lnTo>
                  <a:lnTo>
                    <a:pt x="5279527" y="1530894"/>
                  </a:lnTo>
                  <a:lnTo>
                    <a:pt x="5280108" y="1529647"/>
                  </a:lnTo>
                  <a:lnTo>
                    <a:pt x="5280399" y="1529647"/>
                  </a:lnTo>
                  <a:lnTo>
                    <a:pt x="5280981" y="1529023"/>
                  </a:lnTo>
                  <a:lnTo>
                    <a:pt x="5281126" y="1529023"/>
                  </a:lnTo>
                  <a:lnTo>
                    <a:pt x="5281272" y="1529023"/>
                  </a:lnTo>
                  <a:lnTo>
                    <a:pt x="5281563" y="1529023"/>
                  </a:lnTo>
                  <a:lnTo>
                    <a:pt x="5281999" y="1529023"/>
                  </a:lnTo>
                  <a:lnTo>
                    <a:pt x="5282144" y="1529023"/>
                  </a:lnTo>
                  <a:lnTo>
                    <a:pt x="5282581" y="1529023"/>
                  </a:lnTo>
                  <a:lnTo>
                    <a:pt x="5282726" y="1529023"/>
                  </a:lnTo>
                  <a:lnTo>
                    <a:pt x="5283308" y="1527776"/>
                  </a:lnTo>
                  <a:lnTo>
                    <a:pt x="5283599" y="1527776"/>
                  </a:lnTo>
                  <a:lnTo>
                    <a:pt x="5284471" y="1527153"/>
                  </a:lnTo>
                  <a:lnTo>
                    <a:pt x="5284762" y="1527153"/>
                  </a:lnTo>
                  <a:lnTo>
                    <a:pt x="5285489" y="1527153"/>
                  </a:lnTo>
                  <a:lnTo>
                    <a:pt x="5285635" y="1527153"/>
                  </a:lnTo>
                  <a:lnTo>
                    <a:pt x="5286216" y="1527153"/>
                  </a:lnTo>
                  <a:lnTo>
                    <a:pt x="5288107" y="1526529"/>
                  </a:lnTo>
                  <a:lnTo>
                    <a:pt x="5288252" y="1526529"/>
                  </a:lnTo>
                  <a:lnTo>
                    <a:pt x="5288543" y="1526529"/>
                  </a:lnTo>
                  <a:lnTo>
                    <a:pt x="5290579" y="1525282"/>
                  </a:lnTo>
                  <a:lnTo>
                    <a:pt x="5291015" y="1525282"/>
                  </a:lnTo>
                  <a:lnTo>
                    <a:pt x="5291161" y="1525282"/>
                  </a:lnTo>
                  <a:lnTo>
                    <a:pt x="5291452" y="1524658"/>
                  </a:lnTo>
                  <a:lnTo>
                    <a:pt x="5291452" y="1524035"/>
                  </a:lnTo>
                  <a:lnTo>
                    <a:pt x="5292179" y="1524035"/>
                  </a:lnTo>
                  <a:lnTo>
                    <a:pt x="5292760" y="1523411"/>
                  </a:lnTo>
                  <a:lnTo>
                    <a:pt x="5293051" y="1523411"/>
                  </a:lnTo>
                  <a:lnTo>
                    <a:pt x="5293197" y="1523411"/>
                  </a:lnTo>
                  <a:lnTo>
                    <a:pt x="5293342" y="1523411"/>
                  </a:lnTo>
                  <a:lnTo>
                    <a:pt x="5294069" y="1523411"/>
                  </a:lnTo>
                  <a:lnTo>
                    <a:pt x="5294942" y="1523411"/>
                  </a:lnTo>
                  <a:lnTo>
                    <a:pt x="5295233" y="1523411"/>
                  </a:lnTo>
                  <a:lnTo>
                    <a:pt x="5295378" y="1523411"/>
                  </a:lnTo>
                  <a:lnTo>
                    <a:pt x="5295523" y="1523411"/>
                  </a:lnTo>
                  <a:lnTo>
                    <a:pt x="5295669" y="1522788"/>
                  </a:lnTo>
                  <a:lnTo>
                    <a:pt x="5295669" y="1521540"/>
                  </a:lnTo>
                  <a:lnTo>
                    <a:pt x="5295814" y="1521540"/>
                  </a:lnTo>
                  <a:lnTo>
                    <a:pt x="5296396" y="1521540"/>
                  </a:lnTo>
                  <a:lnTo>
                    <a:pt x="5296541" y="1521540"/>
                  </a:lnTo>
                  <a:lnTo>
                    <a:pt x="5296978" y="1521540"/>
                  </a:lnTo>
                  <a:lnTo>
                    <a:pt x="5297123" y="1521540"/>
                  </a:lnTo>
                  <a:lnTo>
                    <a:pt x="5297269" y="1521540"/>
                  </a:lnTo>
                  <a:lnTo>
                    <a:pt x="5297705" y="1521540"/>
                  </a:lnTo>
                  <a:lnTo>
                    <a:pt x="5297850" y="1521540"/>
                  </a:lnTo>
                  <a:lnTo>
                    <a:pt x="5298577" y="1520917"/>
                  </a:lnTo>
                  <a:lnTo>
                    <a:pt x="5298868" y="1520917"/>
                  </a:lnTo>
                  <a:lnTo>
                    <a:pt x="5299014" y="1520917"/>
                  </a:lnTo>
                  <a:lnTo>
                    <a:pt x="5299305" y="1520917"/>
                  </a:lnTo>
                  <a:lnTo>
                    <a:pt x="5299450" y="1520917"/>
                  </a:lnTo>
                  <a:lnTo>
                    <a:pt x="5299595" y="1520917"/>
                  </a:lnTo>
                  <a:lnTo>
                    <a:pt x="5299886" y="1520917"/>
                  </a:lnTo>
                  <a:lnTo>
                    <a:pt x="5300177" y="1520917"/>
                  </a:lnTo>
                  <a:lnTo>
                    <a:pt x="5300322" y="1520917"/>
                  </a:lnTo>
                  <a:lnTo>
                    <a:pt x="5300322" y="1520293"/>
                  </a:lnTo>
                  <a:lnTo>
                    <a:pt x="5301050" y="1520293"/>
                  </a:lnTo>
                  <a:lnTo>
                    <a:pt x="5302068" y="1519670"/>
                  </a:lnTo>
                  <a:lnTo>
                    <a:pt x="5302213" y="1519670"/>
                  </a:lnTo>
                  <a:lnTo>
                    <a:pt x="5302358" y="1519670"/>
                  </a:lnTo>
                  <a:lnTo>
                    <a:pt x="5302504" y="1519670"/>
                  </a:lnTo>
                  <a:lnTo>
                    <a:pt x="5302795" y="1519670"/>
                  </a:lnTo>
                  <a:lnTo>
                    <a:pt x="5303231" y="1519670"/>
                  </a:lnTo>
                  <a:lnTo>
                    <a:pt x="5303231" y="1519046"/>
                  </a:lnTo>
                  <a:lnTo>
                    <a:pt x="5303376" y="1519046"/>
                  </a:lnTo>
                  <a:lnTo>
                    <a:pt x="5303667" y="1519046"/>
                  </a:lnTo>
                  <a:lnTo>
                    <a:pt x="5303667" y="1518422"/>
                  </a:lnTo>
                  <a:lnTo>
                    <a:pt x="5304249" y="1515928"/>
                  </a:lnTo>
                  <a:lnTo>
                    <a:pt x="5305267" y="1515928"/>
                  </a:lnTo>
                  <a:lnTo>
                    <a:pt x="5305558" y="1515928"/>
                  </a:lnTo>
                  <a:lnTo>
                    <a:pt x="5306576" y="1515928"/>
                  </a:lnTo>
                  <a:lnTo>
                    <a:pt x="5306721" y="1515928"/>
                  </a:lnTo>
                  <a:lnTo>
                    <a:pt x="5307303" y="1515928"/>
                  </a:lnTo>
                  <a:lnTo>
                    <a:pt x="5307448" y="1515928"/>
                  </a:lnTo>
                  <a:lnTo>
                    <a:pt x="5308030" y="1515928"/>
                  </a:lnTo>
                  <a:lnTo>
                    <a:pt x="5308321" y="1515928"/>
                  </a:lnTo>
                  <a:lnTo>
                    <a:pt x="5308612" y="1515928"/>
                  </a:lnTo>
                  <a:lnTo>
                    <a:pt x="5308757" y="1515928"/>
                  </a:lnTo>
                  <a:lnTo>
                    <a:pt x="5308903" y="1515305"/>
                  </a:lnTo>
                  <a:lnTo>
                    <a:pt x="5309048" y="1515305"/>
                  </a:lnTo>
                  <a:lnTo>
                    <a:pt x="5309484" y="1514681"/>
                  </a:lnTo>
                  <a:lnTo>
                    <a:pt x="5309484" y="1514057"/>
                  </a:lnTo>
                  <a:lnTo>
                    <a:pt x="5309630" y="1512810"/>
                  </a:lnTo>
                  <a:lnTo>
                    <a:pt x="5310066" y="1512187"/>
                  </a:lnTo>
                  <a:lnTo>
                    <a:pt x="5310211" y="1512187"/>
                  </a:lnTo>
                  <a:lnTo>
                    <a:pt x="5310793" y="1512187"/>
                  </a:lnTo>
                  <a:lnTo>
                    <a:pt x="5311084" y="1512187"/>
                  </a:lnTo>
                  <a:lnTo>
                    <a:pt x="5311229" y="1512187"/>
                  </a:lnTo>
                  <a:lnTo>
                    <a:pt x="5312102" y="1510316"/>
                  </a:lnTo>
                  <a:lnTo>
                    <a:pt x="5312684" y="1509069"/>
                  </a:lnTo>
                  <a:lnTo>
                    <a:pt x="5312829" y="1509069"/>
                  </a:lnTo>
                  <a:lnTo>
                    <a:pt x="5313702" y="1509069"/>
                  </a:lnTo>
                  <a:lnTo>
                    <a:pt x="5313847" y="1509069"/>
                  </a:lnTo>
                  <a:lnTo>
                    <a:pt x="5314138" y="1508445"/>
                  </a:lnTo>
                  <a:lnTo>
                    <a:pt x="5314429" y="1507822"/>
                  </a:lnTo>
                  <a:lnTo>
                    <a:pt x="5314574" y="1507822"/>
                  </a:lnTo>
                  <a:lnTo>
                    <a:pt x="5314720" y="1507822"/>
                  </a:lnTo>
                  <a:lnTo>
                    <a:pt x="5315156" y="1507198"/>
                  </a:lnTo>
                  <a:lnTo>
                    <a:pt x="5315592" y="1506574"/>
                  </a:lnTo>
                  <a:lnTo>
                    <a:pt x="5315738" y="1506574"/>
                  </a:lnTo>
                  <a:lnTo>
                    <a:pt x="5316174" y="1506574"/>
                  </a:lnTo>
                  <a:lnTo>
                    <a:pt x="5316174" y="1505951"/>
                  </a:lnTo>
                  <a:lnTo>
                    <a:pt x="5316319" y="1505951"/>
                  </a:lnTo>
                  <a:lnTo>
                    <a:pt x="5316465" y="1505951"/>
                  </a:lnTo>
                  <a:lnTo>
                    <a:pt x="5316756" y="1505951"/>
                  </a:lnTo>
                  <a:lnTo>
                    <a:pt x="5317774" y="1503456"/>
                  </a:lnTo>
                  <a:lnTo>
                    <a:pt x="5317919" y="1503456"/>
                  </a:lnTo>
                  <a:lnTo>
                    <a:pt x="5318355" y="1503456"/>
                  </a:lnTo>
                  <a:lnTo>
                    <a:pt x="5318646" y="1503456"/>
                  </a:lnTo>
                  <a:lnTo>
                    <a:pt x="5318792" y="1503456"/>
                  </a:lnTo>
                  <a:lnTo>
                    <a:pt x="5318937" y="1503456"/>
                  </a:lnTo>
                  <a:lnTo>
                    <a:pt x="5319082" y="1503456"/>
                  </a:lnTo>
                  <a:lnTo>
                    <a:pt x="5319519" y="1503456"/>
                  </a:lnTo>
                  <a:lnTo>
                    <a:pt x="5319519" y="1502833"/>
                  </a:lnTo>
                  <a:lnTo>
                    <a:pt x="5320391" y="1502209"/>
                  </a:lnTo>
                  <a:lnTo>
                    <a:pt x="5320537" y="1502209"/>
                  </a:lnTo>
                  <a:lnTo>
                    <a:pt x="5320973" y="1502209"/>
                  </a:lnTo>
                  <a:lnTo>
                    <a:pt x="5321264" y="1502209"/>
                  </a:lnTo>
                  <a:lnTo>
                    <a:pt x="5321991" y="1502209"/>
                  </a:lnTo>
                  <a:lnTo>
                    <a:pt x="5322136" y="1500962"/>
                  </a:lnTo>
                  <a:lnTo>
                    <a:pt x="5322863" y="1498468"/>
                  </a:lnTo>
                  <a:lnTo>
                    <a:pt x="5323736" y="1498468"/>
                  </a:lnTo>
                  <a:lnTo>
                    <a:pt x="5324172" y="1497844"/>
                  </a:lnTo>
                  <a:lnTo>
                    <a:pt x="5324318" y="1497844"/>
                  </a:lnTo>
                  <a:lnTo>
                    <a:pt x="5324463" y="1497844"/>
                  </a:lnTo>
                  <a:lnTo>
                    <a:pt x="5325045" y="1497844"/>
                  </a:lnTo>
                  <a:lnTo>
                    <a:pt x="5325772" y="1497844"/>
                  </a:lnTo>
                  <a:lnTo>
                    <a:pt x="5325917" y="1497844"/>
                  </a:lnTo>
                  <a:lnTo>
                    <a:pt x="5326063" y="1497221"/>
                  </a:lnTo>
                  <a:lnTo>
                    <a:pt x="5326354" y="1497221"/>
                  </a:lnTo>
                  <a:lnTo>
                    <a:pt x="5326499" y="1497221"/>
                  </a:lnTo>
                  <a:lnTo>
                    <a:pt x="5326645" y="1497221"/>
                  </a:lnTo>
                  <a:lnTo>
                    <a:pt x="5326935" y="1497221"/>
                  </a:lnTo>
                  <a:lnTo>
                    <a:pt x="5326935" y="1496597"/>
                  </a:lnTo>
                  <a:lnTo>
                    <a:pt x="5327226" y="1495973"/>
                  </a:lnTo>
                  <a:lnTo>
                    <a:pt x="5327517" y="1495973"/>
                  </a:lnTo>
                  <a:lnTo>
                    <a:pt x="5327662" y="1495973"/>
                  </a:lnTo>
                  <a:lnTo>
                    <a:pt x="5327662" y="1495350"/>
                  </a:lnTo>
                  <a:lnTo>
                    <a:pt x="5327808" y="1495350"/>
                  </a:lnTo>
                  <a:lnTo>
                    <a:pt x="5327953" y="1495350"/>
                  </a:lnTo>
                  <a:lnTo>
                    <a:pt x="5329408" y="1495350"/>
                  </a:lnTo>
                  <a:lnTo>
                    <a:pt x="5329989" y="1495350"/>
                  </a:lnTo>
                  <a:lnTo>
                    <a:pt x="5330135" y="1495350"/>
                  </a:lnTo>
                  <a:lnTo>
                    <a:pt x="5331298" y="1492856"/>
                  </a:lnTo>
                  <a:lnTo>
                    <a:pt x="5331734" y="1492856"/>
                  </a:lnTo>
                  <a:lnTo>
                    <a:pt x="5332171" y="1492232"/>
                  </a:lnTo>
                  <a:lnTo>
                    <a:pt x="5332316" y="1492232"/>
                  </a:lnTo>
                  <a:lnTo>
                    <a:pt x="5332607" y="1492232"/>
                  </a:lnTo>
                  <a:lnTo>
                    <a:pt x="5332607" y="1491608"/>
                  </a:lnTo>
                  <a:lnTo>
                    <a:pt x="5332898" y="1491608"/>
                  </a:lnTo>
                  <a:lnTo>
                    <a:pt x="5334061" y="1491608"/>
                  </a:lnTo>
                  <a:lnTo>
                    <a:pt x="5334207" y="1490985"/>
                  </a:lnTo>
                  <a:lnTo>
                    <a:pt x="5334643" y="1490985"/>
                  </a:lnTo>
                  <a:lnTo>
                    <a:pt x="5334788" y="1490985"/>
                  </a:lnTo>
                  <a:lnTo>
                    <a:pt x="5335515" y="1490985"/>
                  </a:lnTo>
                  <a:lnTo>
                    <a:pt x="5335661" y="1490985"/>
                  </a:lnTo>
                  <a:lnTo>
                    <a:pt x="5336243" y="1490361"/>
                  </a:lnTo>
                  <a:lnTo>
                    <a:pt x="5336679" y="1490361"/>
                  </a:lnTo>
                  <a:lnTo>
                    <a:pt x="5336970" y="1490361"/>
                  </a:lnTo>
                  <a:lnTo>
                    <a:pt x="5337406" y="1490361"/>
                  </a:lnTo>
                  <a:lnTo>
                    <a:pt x="5337551" y="1490361"/>
                  </a:lnTo>
                  <a:lnTo>
                    <a:pt x="5337697" y="1490361"/>
                  </a:lnTo>
                  <a:lnTo>
                    <a:pt x="5337842" y="1490361"/>
                  </a:lnTo>
                  <a:lnTo>
                    <a:pt x="5337988" y="1490361"/>
                  </a:lnTo>
                  <a:lnTo>
                    <a:pt x="5338133" y="1490361"/>
                  </a:lnTo>
                  <a:lnTo>
                    <a:pt x="5338279" y="1490361"/>
                  </a:lnTo>
                  <a:lnTo>
                    <a:pt x="5339006" y="1490361"/>
                  </a:lnTo>
                  <a:lnTo>
                    <a:pt x="5339442" y="1490361"/>
                  </a:lnTo>
                  <a:lnTo>
                    <a:pt x="5339587" y="1490361"/>
                  </a:lnTo>
                  <a:lnTo>
                    <a:pt x="5339878" y="1490361"/>
                  </a:lnTo>
                  <a:lnTo>
                    <a:pt x="5340169" y="1490361"/>
                  </a:lnTo>
                  <a:lnTo>
                    <a:pt x="5340315" y="1490361"/>
                  </a:lnTo>
                  <a:lnTo>
                    <a:pt x="5340460" y="1490361"/>
                  </a:lnTo>
                  <a:lnTo>
                    <a:pt x="5340605" y="1490361"/>
                  </a:lnTo>
                  <a:lnTo>
                    <a:pt x="5344823" y="1485996"/>
                  </a:lnTo>
                  <a:lnTo>
                    <a:pt x="5345114" y="1485996"/>
                  </a:lnTo>
                  <a:lnTo>
                    <a:pt x="5345259" y="1485996"/>
                  </a:lnTo>
                  <a:lnTo>
                    <a:pt x="5345550" y="1485996"/>
                  </a:lnTo>
                  <a:lnTo>
                    <a:pt x="5345695" y="1485996"/>
                  </a:lnTo>
                  <a:lnTo>
                    <a:pt x="5346132" y="1485996"/>
                  </a:lnTo>
                  <a:lnTo>
                    <a:pt x="5346568" y="1485996"/>
                  </a:lnTo>
                  <a:lnTo>
                    <a:pt x="5346568" y="1485373"/>
                  </a:lnTo>
                  <a:lnTo>
                    <a:pt x="5346713" y="1485373"/>
                  </a:lnTo>
                  <a:lnTo>
                    <a:pt x="5346859" y="1485373"/>
                  </a:lnTo>
                  <a:lnTo>
                    <a:pt x="5347150" y="1485373"/>
                  </a:lnTo>
                  <a:lnTo>
                    <a:pt x="5347295" y="1485373"/>
                  </a:lnTo>
                  <a:lnTo>
                    <a:pt x="5347586" y="1485373"/>
                  </a:lnTo>
                  <a:lnTo>
                    <a:pt x="5348022" y="1484749"/>
                  </a:lnTo>
                  <a:lnTo>
                    <a:pt x="5348313" y="1484749"/>
                  </a:lnTo>
                  <a:lnTo>
                    <a:pt x="5348458" y="1484749"/>
                  </a:lnTo>
                  <a:lnTo>
                    <a:pt x="5348604" y="1484749"/>
                  </a:lnTo>
                  <a:lnTo>
                    <a:pt x="5348749" y="1484749"/>
                  </a:lnTo>
                  <a:lnTo>
                    <a:pt x="5348895" y="1484749"/>
                  </a:lnTo>
                  <a:lnTo>
                    <a:pt x="5349040" y="1484749"/>
                  </a:lnTo>
                  <a:lnTo>
                    <a:pt x="5349185" y="1484749"/>
                  </a:lnTo>
                  <a:lnTo>
                    <a:pt x="5349331" y="1484749"/>
                  </a:lnTo>
                  <a:lnTo>
                    <a:pt x="5349476" y="1484749"/>
                  </a:lnTo>
                  <a:lnTo>
                    <a:pt x="5349622" y="1484749"/>
                  </a:lnTo>
                  <a:lnTo>
                    <a:pt x="5349767" y="1484749"/>
                  </a:lnTo>
                  <a:lnTo>
                    <a:pt x="5350494" y="1484125"/>
                  </a:lnTo>
                  <a:lnTo>
                    <a:pt x="5350640" y="1484125"/>
                  </a:lnTo>
                  <a:lnTo>
                    <a:pt x="5351221" y="1482878"/>
                  </a:lnTo>
                  <a:lnTo>
                    <a:pt x="5351221" y="1482255"/>
                  </a:lnTo>
                  <a:lnTo>
                    <a:pt x="5351367" y="1482255"/>
                  </a:lnTo>
                  <a:lnTo>
                    <a:pt x="5352239" y="1482255"/>
                  </a:lnTo>
                  <a:lnTo>
                    <a:pt x="5352239" y="1481631"/>
                  </a:lnTo>
                  <a:lnTo>
                    <a:pt x="5352239" y="1481008"/>
                  </a:lnTo>
                  <a:lnTo>
                    <a:pt x="5353112" y="1480384"/>
                  </a:lnTo>
                  <a:lnTo>
                    <a:pt x="5353257" y="1480384"/>
                  </a:lnTo>
                  <a:lnTo>
                    <a:pt x="5353694" y="1480384"/>
                  </a:lnTo>
                  <a:lnTo>
                    <a:pt x="5353839" y="1480384"/>
                  </a:lnTo>
                  <a:lnTo>
                    <a:pt x="5354421" y="1480384"/>
                  </a:lnTo>
                  <a:lnTo>
                    <a:pt x="5355002" y="1480384"/>
                  </a:lnTo>
                  <a:lnTo>
                    <a:pt x="5355293" y="1480384"/>
                  </a:lnTo>
                  <a:lnTo>
                    <a:pt x="5355439" y="1480384"/>
                  </a:lnTo>
                  <a:lnTo>
                    <a:pt x="5355730" y="1480384"/>
                  </a:lnTo>
                  <a:lnTo>
                    <a:pt x="5355875" y="1480384"/>
                  </a:lnTo>
                  <a:lnTo>
                    <a:pt x="5356602" y="1480384"/>
                  </a:lnTo>
                  <a:lnTo>
                    <a:pt x="5356602" y="1479760"/>
                  </a:lnTo>
                  <a:lnTo>
                    <a:pt x="5357184" y="1479760"/>
                  </a:lnTo>
                  <a:lnTo>
                    <a:pt x="5357329" y="1479760"/>
                  </a:lnTo>
                  <a:lnTo>
                    <a:pt x="5357475" y="1479760"/>
                  </a:lnTo>
                  <a:lnTo>
                    <a:pt x="5357766" y="1479760"/>
                  </a:lnTo>
                  <a:lnTo>
                    <a:pt x="5358202" y="1479760"/>
                  </a:lnTo>
                  <a:lnTo>
                    <a:pt x="5358638" y="1478513"/>
                  </a:lnTo>
                  <a:lnTo>
                    <a:pt x="5358784" y="1478513"/>
                  </a:lnTo>
                  <a:lnTo>
                    <a:pt x="5359074" y="1478513"/>
                  </a:lnTo>
                  <a:lnTo>
                    <a:pt x="5359220" y="1478513"/>
                  </a:lnTo>
                  <a:lnTo>
                    <a:pt x="5360529" y="1478513"/>
                  </a:lnTo>
                  <a:lnTo>
                    <a:pt x="5360674" y="1478513"/>
                  </a:lnTo>
                  <a:lnTo>
                    <a:pt x="5361110" y="1478513"/>
                  </a:lnTo>
                  <a:lnTo>
                    <a:pt x="5362419" y="1477266"/>
                  </a:lnTo>
                  <a:lnTo>
                    <a:pt x="5363001" y="1476642"/>
                  </a:lnTo>
                  <a:lnTo>
                    <a:pt x="5363583" y="1476019"/>
                  </a:lnTo>
                  <a:lnTo>
                    <a:pt x="5364019" y="1475395"/>
                  </a:lnTo>
                  <a:lnTo>
                    <a:pt x="5364455" y="1475395"/>
                  </a:lnTo>
                  <a:lnTo>
                    <a:pt x="5364746" y="1474772"/>
                  </a:lnTo>
                  <a:lnTo>
                    <a:pt x="5364891" y="1474772"/>
                  </a:lnTo>
                  <a:lnTo>
                    <a:pt x="5365037" y="1474148"/>
                  </a:lnTo>
                  <a:lnTo>
                    <a:pt x="5365619" y="1473525"/>
                  </a:lnTo>
                  <a:lnTo>
                    <a:pt x="5365764" y="1473525"/>
                  </a:lnTo>
                  <a:lnTo>
                    <a:pt x="5366637" y="1472277"/>
                  </a:lnTo>
                  <a:lnTo>
                    <a:pt x="5366637" y="1471654"/>
                  </a:lnTo>
                  <a:lnTo>
                    <a:pt x="5366927" y="1469159"/>
                  </a:lnTo>
                  <a:lnTo>
                    <a:pt x="5367364" y="1469159"/>
                  </a:lnTo>
                  <a:lnTo>
                    <a:pt x="5367509" y="1469159"/>
                  </a:lnTo>
                  <a:lnTo>
                    <a:pt x="5367654" y="1469159"/>
                  </a:lnTo>
                  <a:lnTo>
                    <a:pt x="5367800" y="1469159"/>
                  </a:lnTo>
                  <a:lnTo>
                    <a:pt x="5367945" y="1469159"/>
                  </a:lnTo>
                  <a:lnTo>
                    <a:pt x="5368963" y="1468536"/>
                  </a:lnTo>
                  <a:lnTo>
                    <a:pt x="5369109" y="1468536"/>
                  </a:lnTo>
                  <a:lnTo>
                    <a:pt x="5369254" y="1468536"/>
                  </a:lnTo>
                  <a:lnTo>
                    <a:pt x="5370127" y="1468536"/>
                  </a:lnTo>
                  <a:lnTo>
                    <a:pt x="5370418" y="1468536"/>
                  </a:lnTo>
                  <a:lnTo>
                    <a:pt x="5370708" y="1468536"/>
                  </a:lnTo>
                  <a:lnTo>
                    <a:pt x="5371145" y="1467912"/>
                  </a:lnTo>
                  <a:lnTo>
                    <a:pt x="5371290" y="1467912"/>
                  </a:lnTo>
                  <a:lnTo>
                    <a:pt x="5371872" y="1467912"/>
                  </a:lnTo>
                  <a:lnTo>
                    <a:pt x="5372744" y="1466042"/>
                  </a:lnTo>
                  <a:lnTo>
                    <a:pt x="5373035" y="1466042"/>
                  </a:lnTo>
                  <a:lnTo>
                    <a:pt x="5373472" y="1466042"/>
                  </a:lnTo>
                  <a:lnTo>
                    <a:pt x="5373908" y="1466042"/>
                  </a:lnTo>
                  <a:lnTo>
                    <a:pt x="5374199" y="1466042"/>
                  </a:lnTo>
                  <a:lnTo>
                    <a:pt x="5374344" y="1465418"/>
                  </a:lnTo>
                  <a:lnTo>
                    <a:pt x="5374780" y="1465418"/>
                  </a:lnTo>
                  <a:lnTo>
                    <a:pt x="5374926" y="1465418"/>
                  </a:lnTo>
                  <a:lnTo>
                    <a:pt x="5375217" y="1465418"/>
                  </a:lnTo>
                  <a:lnTo>
                    <a:pt x="5376525" y="1464794"/>
                  </a:lnTo>
                  <a:lnTo>
                    <a:pt x="5376962" y="1464794"/>
                  </a:lnTo>
                  <a:lnTo>
                    <a:pt x="5377107" y="1464794"/>
                  </a:lnTo>
                  <a:lnTo>
                    <a:pt x="5377253" y="1464794"/>
                  </a:lnTo>
                  <a:lnTo>
                    <a:pt x="5377543" y="1464794"/>
                  </a:lnTo>
                  <a:lnTo>
                    <a:pt x="5377689" y="1464794"/>
                  </a:lnTo>
                  <a:lnTo>
                    <a:pt x="5377689" y="1463547"/>
                  </a:lnTo>
                  <a:lnTo>
                    <a:pt x="5377834" y="1463547"/>
                  </a:lnTo>
                  <a:lnTo>
                    <a:pt x="5378271" y="1462924"/>
                  </a:lnTo>
                  <a:lnTo>
                    <a:pt x="5378271" y="1462300"/>
                  </a:lnTo>
                  <a:lnTo>
                    <a:pt x="5378707" y="1461676"/>
                  </a:lnTo>
                  <a:lnTo>
                    <a:pt x="5378852" y="1461676"/>
                  </a:lnTo>
                  <a:lnTo>
                    <a:pt x="5379434" y="1461676"/>
                  </a:lnTo>
                  <a:lnTo>
                    <a:pt x="5379725" y="1461676"/>
                  </a:lnTo>
                  <a:lnTo>
                    <a:pt x="5380016" y="1461676"/>
                  </a:lnTo>
                  <a:lnTo>
                    <a:pt x="5380161" y="1461676"/>
                  </a:lnTo>
                  <a:lnTo>
                    <a:pt x="5380307" y="1461676"/>
                  </a:lnTo>
                  <a:lnTo>
                    <a:pt x="5380307" y="1461053"/>
                  </a:lnTo>
                  <a:lnTo>
                    <a:pt x="5380743" y="1461053"/>
                  </a:lnTo>
                  <a:lnTo>
                    <a:pt x="5380743" y="1460429"/>
                  </a:lnTo>
                  <a:lnTo>
                    <a:pt x="5381034" y="1460429"/>
                  </a:lnTo>
                  <a:lnTo>
                    <a:pt x="5381906" y="1459182"/>
                  </a:lnTo>
                  <a:lnTo>
                    <a:pt x="5382197" y="1459182"/>
                  </a:lnTo>
                  <a:lnTo>
                    <a:pt x="5382488" y="1459182"/>
                  </a:lnTo>
                  <a:lnTo>
                    <a:pt x="5382924" y="1459182"/>
                  </a:lnTo>
                  <a:lnTo>
                    <a:pt x="5383942" y="1459182"/>
                  </a:lnTo>
                  <a:lnTo>
                    <a:pt x="5384088" y="1459182"/>
                  </a:lnTo>
                  <a:lnTo>
                    <a:pt x="5384233" y="1459182"/>
                  </a:lnTo>
                  <a:lnTo>
                    <a:pt x="5384669" y="1459182"/>
                  </a:lnTo>
                  <a:lnTo>
                    <a:pt x="5384960" y="1459182"/>
                  </a:lnTo>
                  <a:lnTo>
                    <a:pt x="5385106" y="1459182"/>
                  </a:lnTo>
                  <a:lnTo>
                    <a:pt x="5385251" y="1459182"/>
                  </a:lnTo>
                  <a:lnTo>
                    <a:pt x="5386560" y="1458559"/>
                  </a:lnTo>
                  <a:lnTo>
                    <a:pt x="5386705" y="1458559"/>
                  </a:lnTo>
                  <a:lnTo>
                    <a:pt x="5386705" y="1457935"/>
                  </a:lnTo>
                  <a:lnTo>
                    <a:pt x="5387142" y="1457935"/>
                  </a:lnTo>
                  <a:lnTo>
                    <a:pt x="5387142" y="1457311"/>
                  </a:lnTo>
                  <a:lnTo>
                    <a:pt x="5387287" y="1456688"/>
                  </a:lnTo>
                  <a:lnTo>
                    <a:pt x="5387578" y="1456688"/>
                  </a:lnTo>
                  <a:lnTo>
                    <a:pt x="5387869" y="1456688"/>
                  </a:lnTo>
                  <a:lnTo>
                    <a:pt x="5388305" y="1456688"/>
                  </a:lnTo>
                  <a:lnTo>
                    <a:pt x="5389177" y="1456064"/>
                  </a:lnTo>
                  <a:lnTo>
                    <a:pt x="5389323" y="1456064"/>
                  </a:lnTo>
                  <a:lnTo>
                    <a:pt x="5389468" y="1456064"/>
                  </a:lnTo>
                  <a:lnTo>
                    <a:pt x="5389614" y="1456064"/>
                  </a:lnTo>
                  <a:lnTo>
                    <a:pt x="5390632" y="1456064"/>
                  </a:lnTo>
                  <a:lnTo>
                    <a:pt x="5391068" y="1456064"/>
                  </a:lnTo>
                  <a:lnTo>
                    <a:pt x="5391650" y="1456064"/>
                  </a:lnTo>
                  <a:lnTo>
                    <a:pt x="5391941" y="1456064"/>
                  </a:lnTo>
                  <a:lnTo>
                    <a:pt x="5392377" y="1455441"/>
                  </a:lnTo>
                  <a:lnTo>
                    <a:pt x="5392668" y="1455441"/>
                  </a:lnTo>
                  <a:lnTo>
                    <a:pt x="5392959" y="1455441"/>
                  </a:lnTo>
                  <a:lnTo>
                    <a:pt x="5393540" y="1455441"/>
                  </a:lnTo>
                  <a:lnTo>
                    <a:pt x="5393977" y="1454817"/>
                  </a:lnTo>
                  <a:lnTo>
                    <a:pt x="5394558" y="1454193"/>
                  </a:lnTo>
                  <a:lnTo>
                    <a:pt x="5394704" y="1454193"/>
                  </a:lnTo>
                  <a:lnTo>
                    <a:pt x="5395140" y="1454193"/>
                  </a:lnTo>
                  <a:lnTo>
                    <a:pt x="5395576" y="1454193"/>
                  </a:lnTo>
                  <a:lnTo>
                    <a:pt x="5395867" y="1454193"/>
                  </a:lnTo>
                  <a:lnTo>
                    <a:pt x="5396012" y="1454193"/>
                  </a:lnTo>
                  <a:lnTo>
                    <a:pt x="5396158" y="1454193"/>
                  </a:lnTo>
                  <a:lnTo>
                    <a:pt x="5396303" y="1454193"/>
                  </a:lnTo>
                  <a:lnTo>
                    <a:pt x="5396449" y="1454193"/>
                  </a:lnTo>
                  <a:lnTo>
                    <a:pt x="5396885" y="1454193"/>
                  </a:lnTo>
                  <a:lnTo>
                    <a:pt x="5397176" y="1453570"/>
                  </a:lnTo>
                  <a:lnTo>
                    <a:pt x="5398194" y="1452323"/>
                  </a:lnTo>
                  <a:lnTo>
                    <a:pt x="5398630" y="1452323"/>
                  </a:lnTo>
                  <a:lnTo>
                    <a:pt x="5398776" y="1452323"/>
                  </a:lnTo>
                  <a:lnTo>
                    <a:pt x="5398776" y="1451699"/>
                  </a:lnTo>
                  <a:lnTo>
                    <a:pt x="5398921" y="1451699"/>
                  </a:lnTo>
                  <a:lnTo>
                    <a:pt x="5399066" y="1451699"/>
                  </a:lnTo>
                  <a:lnTo>
                    <a:pt x="5399212" y="1451699"/>
                  </a:lnTo>
                  <a:lnTo>
                    <a:pt x="5399648" y="1451699"/>
                  </a:lnTo>
                  <a:lnTo>
                    <a:pt x="5399648" y="1451076"/>
                  </a:lnTo>
                  <a:lnTo>
                    <a:pt x="5400666" y="1447958"/>
                  </a:lnTo>
                  <a:lnTo>
                    <a:pt x="5400812" y="1447958"/>
                  </a:lnTo>
                  <a:lnTo>
                    <a:pt x="5401102" y="1447334"/>
                  </a:lnTo>
                  <a:lnTo>
                    <a:pt x="5401248" y="1447334"/>
                  </a:lnTo>
                  <a:lnTo>
                    <a:pt x="5401393" y="1447334"/>
                  </a:lnTo>
                  <a:lnTo>
                    <a:pt x="5402557" y="1447334"/>
                  </a:lnTo>
                  <a:lnTo>
                    <a:pt x="5402847" y="1447334"/>
                  </a:lnTo>
                  <a:lnTo>
                    <a:pt x="5403138" y="1447334"/>
                  </a:lnTo>
                  <a:lnTo>
                    <a:pt x="5403284" y="1447334"/>
                  </a:lnTo>
                  <a:lnTo>
                    <a:pt x="5404447" y="1447334"/>
                  </a:lnTo>
                  <a:lnTo>
                    <a:pt x="5404593" y="1447334"/>
                  </a:lnTo>
                  <a:lnTo>
                    <a:pt x="5404738" y="1447334"/>
                  </a:lnTo>
                  <a:lnTo>
                    <a:pt x="5404883" y="1447334"/>
                  </a:lnTo>
                  <a:lnTo>
                    <a:pt x="5405320" y="1447334"/>
                  </a:lnTo>
                  <a:lnTo>
                    <a:pt x="5406629" y="1447334"/>
                  </a:lnTo>
                  <a:lnTo>
                    <a:pt x="5406774" y="1447334"/>
                  </a:lnTo>
                  <a:lnTo>
                    <a:pt x="5406919" y="1447334"/>
                  </a:lnTo>
                  <a:lnTo>
                    <a:pt x="5407065" y="1447334"/>
                  </a:lnTo>
                  <a:lnTo>
                    <a:pt x="5407501" y="1446087"/>
                  </a:lnTo>
                  <a:lnTo>
                    <a:pt x="5407647" y="1446087"/>
                  </a:lnTo>
                  <a:lnTo>
                    <a:pt x="5407792" y="1446087"/>
                  </a:lnTo>
                  <a:lnTo>
                    <a:pt x="5408083" y="1446087"/>
                  </a:lnTo>
                  <a:lnTo>
                    <a:pt x="5408228" y="1446087"/>
                  </a:lnTo>
                  <a:lnTo>
                    <a:pt x="5408374" y="1446087"/>
                  </a:lnTo>
                  <a:lnTo>
                    <a:pt x="5408810" y="1446087"/>
                  </a:lnTo>
                  <a:lnTo>
                    <a:pt x="5408955" y="1446087"/>
                  </a:lnTo>
                  <a:lnTo>
                    <a:pt x="5409246" y="1446087"/>
                  </a:lnTo>
                  <a:lnTo>
                    <a:pt x="5410700" y="1446087"/>
                  </a:lnTo>
                  <a:lnTo>
                    <a:pt x="5411137" y="1446087"/>
                  </a:lnTo>
                  <a:lnTo>
                    <a:pt x="5411718" y="1445463"/>
                  </a:lnTo>
                  <a:lnTo>
                    <a:pt x="5411718" y="1444840"/>
                  </a:lnTo>
                  <a:lnTo>
                    <a:pt x="5412736" y="1444216"/>
                  </a:lnTo>
                  <a:lnTo>
                    <a:pt x="5412882" y="1444216"/>
                  </a:lnTo>
                  <a:lnTo>
                    <a:pt x="5413173" y="1444216"/>
                  </a:lnTo>
                  <a:lnTo>
                    <a:pt x="5413318" y="1444216"/>
                  </a:lnTo>
                  <a:lnTo>
                    <a:pt x="5414191" y="1443593"/>
                  </a:lnTo>
                  <a:lnTo>
                    <a:pt x="5414336" y="1443593"/>
                  </a:lnTo>
                  <a:lnTo>
                    <a:pt x="5414482" y="1443593"/>
                  </a:lnTo>
                  <a:lnTo>
                    <a:pt x="5414918" y="1443593"/>
                  </a:lnTo>
                  <a:lnTo>
                    <a:pt x="5414918" y="1442969"/>
                  </a:lnTo>
                  <a:lnTo>
                    <a:pt x="5415063" y="1442969"/>
                  </a:lnTo>
                  <a:lnTo>
                    <a:pt x="5415209" y="1442969"/>
                  </a:lnTo>
                  <a:lnTo>
                    <a:pt x="5415499" y="1442969"/>
                  </a:lnTo>
                  <a:lnTo>
                    <a:pt x="5415645" y="1442969"/>
                  </a:lnTo>
                  <a:lnTo>
                    <a:pt x="5415790" y="1442969"/>
                  </a:lnTo>
                  <a:lnTo>
                    <a:pt x="5415936" y="1442345"/>
                  </a:lnTo>
                  <a:lnTo>
                    <a:pt x="5416227" y="1442345"/>
                  </a:lnTo>
                  <a:lnTo>
                    <a:pt x="5416372" y="1442345"/>
                  </a:lnTo>
                  <a:lnTo>
                    <a:pt x="5416517" y="1442345"/>
                  </a:lnTo>
                  <a:lnTo>
                    <a:pt x="5416808" y="1442345"/>
                  </a:lnTo>
                  <a:lnTo>
                    <a:pt x="5416954" y="1442345"/>
                  </a:lnTo>
                  <a:lnTo>
                    <a:pt x="5417099" y="1442345"/>
                  </a:lnTo>
                  <a:lnTo>
                    <a:pt x="5417535" y="1442345"/>
                  </a:lnTo>
                  <a:lnTo>
                    <a:pt x="5417681" y="1442345"/>
                  </a:lnTo>
                  <a:lnTo>
                    <a:pt x="5421317" y="1441098"/>
                  </a:lnTo>
                  <a:lnTo>
                    <a:pt x="5421607" y="1441098"/>
                  </a:lnTo>
                  <a:lnTo>
                    <a:pt x="5421753" y="1441098"/>
                  </a:lnTo>
                  <a:lnTo>
                    <a:pt x="5423062" y="1440475"/>
                  </a:lnTo>
                  <a:lnTo>
                    <a:pt x="5423643" y="1440475"/>
                  </a:lnTo>
                  <a:lnTo>
                    <a:pt x="5423934" y="1440475"/>
                  </a:lnTo>
                  <a:lnTo>
                    <a:pt x="5424225" y="1440475"/>
                  </a:lnTo>
                  <a:lnTo>
                    <a:pt x="5424516" y="1440475"/>
                  </a:lnTo>
                  <a:lnTo>
                    <a:pt x="5424807" y="1440475"/>
                  </a:lnTo>
                  <a:lnTo>
                    <a:pt x="5425243" y="1440475"/>
                  </a:lnTo>
                  <a:lnTo>
                    <a:pt x="5425534" y="1440475"/>
                  </a:lnTo>
                  <a:lnTo>
                    <a:pt x="5425679" y="1440475"/>
                  </a:lnTo>
                  <a:lnTo>
                    <a:pt x="5426261" y="1440475"/>
                  </a:lnTo>
                  <a:lnTo>
                    <a:pt x="5426406" y="1440475"/>
                  </a:lnTo>
                  <a:lnTo>
                    <a:pt x="5426552" y="1440475"/>
                  </a:lnTo>
                  <a:lnTo>
                    <a:pt x="5427134" y="1440475"/>
                  </a:lnTo>
                  <a:lnTo>
                    <a:pt x="5427279" y="1440475"/>
                  </a:lnTo>
                  <a:lnTo>
                    <a:pt x="5427424" y="1440475"/>
                  </a:lnTo>
                  <a:lnTo>
                    <a:pt x="5427570" y="1440475"/>
                  </a:lnTo>
                  <a:lnTo>
                    <a:pt x="5427715" y="1440475"/>
                  </a:lnTo>
                  <a:lnTo>
                    <a:pt x="5428152" y="1439851"/>
                  </a:lnTo>
                  <a:lnTo>
                    <a:pt x="5428297" y="1439851"/>
                  </a:lnTo>
                  <a:lnTo>
                    <a:pt x="5428879" y="1437980"/>
                  </a:lnTo>
                  <a:lnTo>
                    <a:pt x="5429606" y="1437980"/>
                  </a:lnTo>
                  <a:lnTo>
                    <a:pt x="5429897" y="1437980"/>
                  </a:lnTo>
                  <a:lnTo>
                    <a:pt x="5430333" y="1436110"/>
                  </a:lnTo>
                  <a:lnTo>
                    <a:pt x="5430478" y="1436110"/>
                  </a:lnTo>
                  <a:lnTo>
                    <a:pt x="5430478" y="1435486"/>
                  </a:lnTo>
                  <a:lnTo>
                    <a:pt x="5431205" y="1434862"/>
                  </a:lnTo>
                  <a:lnTo>
                    <a:pt x="5431642" y="1434862"/>
                  </a:lnTo>
                  <a:lnTo>
                    <a:pt x="5431787" y="1434862"/>
                  </a:lnTo>
                  <a:lnTo>
                    <a:pt x="5432223" y="1434862"/>
                  </a:lnTo>
                  <a:lnTo>
                    <a:pt x="5432369" y="1434862"/>
                  </a:lnTo>
                  <a:lnTo>
                    <a:pt x="5432660" y="1434862"/>
                  </a:lnTo>
                  <a:lnTo>
                    <a:pt x="5432660" y="1434239"/>
                  </a:lnTo>
                  <a:lnTo>
                    <a:pt x="5433096" y="1434239"/>
                  </a:lnTo>
                  <a:lnTo>
                    <a:pt x="5433823" y="1432992"/>
                  </a:lnTo>
                  <a:lnTo>
                    <a:pt x="5433969" y="1432992"/>
                  </a:lnTo>
                  <a:lnTo>
                    <a:pt x="5434259" y="1432992"/>
                  </a:lnTo>
                  <a:lnTo>
                    <a:pt x="5434405" y="1432992"/>
                  </a:lnTo>
                  <a:lnTo>
                    <a:pt x="5434550" y="1432992"/>
                  </a:lnTo>
                  <a:lnTo>
                    <a:pt x="5434550" y="1432368"/>
                  </a:lnTo>
                  <a:lnTo>
                    <a:pt x="5435277" y="1430497"/>
                  </a:lnTo>
                  <a:lnTo>
                    <a:pt x="5435423" y="1430497"/>
                  </a:lnTo>
                  <a:lnTo>
                    <a:pt x="5435568" y="1430497"/>
                  </a:lnTo>
                  <a:lnTo>
                    <a:pt x="5435714" y="1430497"/>
                  </a:lnTo>
                  <a:lnTo>
                    <a:pt x="5436004" y="1430497"/>
                  </a:lnTo>
                  <a:lnTo>
                    <a:pt x="5436150" y="1430497"/>
                  </a:lnTo>
                  <a:lnTo>
                    <a:pt x="5436732" y="1430497"/>
                  </a:lnTo>
                  <a:lnTo>
                    <a:pt x="5437022" y="1429874"/>
                  </a:lnTo>
                  <a:lnTo>
                    <a:pt x="5437604" y="1429874"/>
                  </a:lnTo>
                  <a:lnTo>
                    <a:pt x="5437750" y="1429874"/>
                  </a:lnTo>
                  <a:lnTo>
                    <a:pt x="5438040" y="1429874"/>
                  </a:lnTo>
                  <a:lnTo>
                    <a:pt x="5438186" y="1429874"/>
                  </a:lnTo>
                  <a:lnTo>
                    <a:pt x="5438622" y="1429250"/>
                  </a:lnTo>
                  <a:lnTo>
                    <a:pt x="5439058" y="1429250"/>
                  </a:lnTo>
                  <a:lnTo>
                    <a:pt x="5439058" y="1428627"/>
                  </a:lnTo>
                  <a:lnTo>
                    <a:pt x="5439349" y="1428627"/>
                  </a:lnTo>
                  <a:lnTo>
                    <a:pt x="5439495" y="1428627"/>
                  </a:lnTo>
                  <a:lnTo>
                    <a:pt x="5440222" y="1426756"/>
                  </a:lnTo>
                  <a:lnTo>
                    <a:pt x="5440367" y="1426756"/>
                  </a:lnTo>
                  <a:lnTo>
                    <a:pt x="5440658" y="1426756"/>
                  </a:lnTo>
                  <a:lnTo>
                    <a:pt x="5440658" y="1426132"/>
                  </a:lnTo>
                  <a:lnTo>
                    <a:pt x="5440658" y="1424885"/>
                  </a:lnTo>
                  <a:lnTo>
                    <a:pt x="5440804" y="1424885"/>
                  </a:lnTo>
                  <a:lnTo>
                    <a:pt x="5441240" y="1424885"/>
                  </a:lnTo>
                  <a:lnTo>
                    <a:pt x="5441821" y="1424885"/>
                  </a:lnTo>
                  <a:lnTo>
                    <a:pt x="5441967" y="1424885"/>
                  </a:lnTo>
                  <a:lnTo>
                    <a:pt x="5442112" y="1424885"/>
                  </a:lnTo>
                  <a:lnTo>
                    <a:pt x="5442549" y="1424262"/>
                  </a:lnTo>
                  <a:lnTo>
                    <a:pt x="5442694" y="1424262"/>
                  </a:lnTo>
                  <a:lnTo>
                    <a:pt x="5443130" y="1424262"/>
                  </a:lnTo>
                  <a:lnTo>
                    <a:pt x="5444439" y="1424262"/>
                  </a:lnTo>
                  <a:lnTo>
                    <a:pt x="5445166" y="1424262"/>
                  </a:lnTo>
                  <a:lnTo>
                    <a:pt x="5445312" y="1424262"/>
                  </a:lnTo>
                  <a:lnTo>
                    <a:pt x="5445603" y="1423638"/>
                  </a:lnTo>
                  <a:lnTo>
                    <a:pt x="5445748" y="1423638"/>
                  </a:lnTo>
                  <a:lnTo>
                    <a:pt x="5445748" y="1423014"/>
                  </a:lnTo>
                  <a:lnTo>
                    <a:pt x="5446184" y="1422391"/>
                  </a:lnTo>
                  <a:lnTo>
                    <a:pt x="5446621" y="1422391"/>
                  </a:lnTo>
                  <a:lnTo>
                    <a:pt x="5446766" y="1422391"/>
                  </a:lnTo>
                  <a:lnTo>
                    <a:pt x="5447348" y="1421767"/>
                  </a:lnTo>
                  <a:lnTo>
                    <a:pt x="5447493" y="1421767"/>
                  </a:lnTo>
                  <a:lnTo>
                    <a:pt x="5447639" y="1421767"/>
                  </a:lnTo>
                  <a:lnTo>
                    <a:pt x="5448220" y="1421767"/>
                  </a:lnTo>
                  <a:lnTo>
                    <a:pt x="5449238" y="1421767"/>
                  </a:lnTo>
                  <a:lnTo>
                    <a:pt x="5449238" y="1421144"/>
                  </a:lnTo>
                  <a:lnTo>
                    <a:pt x="5449529" y="1420520"/>
                  </a:lnTo>
                  <a:lnTo>
                    <a:pt x="5449674" y="1419896"/>
                  </a:lnTo>
                  <a:lnTo>
                    <a:pt x="5450838" y="1419896"/>
                  </a:lnTo>
                  <a:lnTo>
                    <a:pt x="5450983" y="1419896"/>
                  </a:lnTo>
                  <a:lnTo>
                    <a:pt x="5451274" y="1419273"/>
                  </a:lnTo>
                  <a:lnTo>
                    <a:pt x="5451856" y="1418649"/>
                  </a:lnTo>
                  <a:lnTo>
                    <a:pt x="5452292" y="1418649"/>
                  </a:lnTo>
                  <a:lnTo>
                    <a:pt x="5452583" y="1418026"/>
                  </a:lnTo>
                  <a:lnTo>
                    <a:pt x="5452728" y="1417402"/>
                  </a:lnTo>
                  <a:lnTo>
                    <a:pt x="5452728" y="1416779"/>
                  </a:lnTo>
                  <a:lnTo>
                    <a:pt x="5452874" y="1416779"/>
                  </a:lnTo>
                  <a:lnTo>
                    <a:pt x="5452874" y="1416155"/>
                  </a:lnTo>
                  <a:lnTo>
                    <a:pt x="5452874" y="1415531"/>
                  </a:lnTo>
                  <a:lnTo>
                    <a:pt x="5453019" y="1415531"/>
                  </a:lnTo>
                  <a:lnTo>
                    <a:pt x="5453165" y="1415531"/>
                  </a:lnTo>
                  <a:lnTo>
                    <a:pt x="5453310" y="1414908"/>
                  </a:lnTo>
                  <a:lnTo>
                    <a:pt x="5453456" y="1414908"/>
                  </a:lnTo>
                  <a:lnTo>
                    <a:pt x="5453746" y="1414908"/>
                  </a:lnTo>
                  <a:lnTo>
                    <a:pt x="5454764" y="1414908"/>
                  </a:lnTo>
                  <a:lnTo>
                    <a:pt x="5455055" y="1414908"/>
                  </a:lnTo>
                  <a:lnTo>
                    <a:pt x="5455201" y="1414284"/>
                  </a:lnTo>
                  <a:lnTo>
                    <a:pt x="5456073" y="1412413"/>
                  </a:lnTo>
                  <a:lnTo>
                    <a:pt x="5456509" y="1412413"/>
                  </a:lnTo>
                  <a:lnTo>
                    <a:pt x="5457091" y="1412413"/>
                  </a:lnTo>
                  <a:lnTo>
                    <a:pt x="5457527" y="1411790"/>
                  </a:lnTo>
                  <a:lnTo>
                    <a:pt x="5457673" y="1411790"/>
                  </a:lnTo>
                  <a:lnTo>
                    <a:pt x="5457818" y="1411790"/>
                  </a:lnTo>
                  <a:lnTo>
                    <a:pt x="5458109" y="1411790"/>
                  </a:lnTo>
                  <a:lnTo>
                    <a:pt x="5458400" y="1409919"/>
                  </a:lnTo>
                  <a:lnTo>
                    <a:pt x="5458691" y="1409919"/>
                  </a:lnTo>
                  <a:lnTo>
                    <a:pt x="5458836" y="1409919"/>
                  </a:lnTo>
                  <a:lnTo>
                    <a:pt x="5459127" y="1409919"/>
                  </a:lnTo>
                  <a:lnTo>
                    <a:pt x="5459273" y="1409919"/>
                  </a:lnTo>
                  <a:lnTo>
                    <a:pt x="5459418" y="1409919"/>
                  </a:lnTo>
                  <a:lnTo>
                    <a:pt x="5459563" y="1409919"/>
                  </a:lnTo>
                  <a:lnTo>
                    <a:pt x="5459709" y="1409919"/>
                  </a:lnTo>
                  <a:lnTo>
                    <a:pt x="5459854" y="1409919"/>
                  </a:lnTo>
                  <a:lnTo>
                    <a:pt x="5460291" y="1409919"/>
                  </a:lnTo>
                  <a:lnTo>
                    <a:pt x="5462617" y="1407425"/>
                  </a:lnTo>
                  <a:lnTo>
                    <a:pt x="5462763" y="1407425"/>
                  </a:lnTo>
                  <a:lnTo>
                    <a:pt x="5463054" y="1407425"/>
                  </a:lnTo>
                  <a:lnTo>
                    <a:pt x="5463926" y="1407425"/>
                  </a:lnTo>
                  <a:lnTo>
                    <a:pt x="5464072" y="1407425"/>
                  </a:lnTo>
                  <a:lnTo>
                    <a:pt x="5464217" y="1407425"/>
                  </a:lnTo>
                  <a:lnTo>
                    <a:pt x="5464362" y="1407425"/>
                  </a:lnTo>
                  <a:lnTo>
                    <a:pt x="5464508" y="1407425"/>
                  </a:lnTo>
                  <a:lnTo>
                    <a:pt x="5464944" y="1406801"/>
                  </a:lnTo>
                  <a:lnTo>
                    <a:pt x="5465090" y="1406801"/>
                  </a:lnTo>
                  <a:lnTo>
                    <a:pt x="5465380" y="1406178"/>
                  </a:lnTo>
                  <a:lnTo>
                    <a:pt x="5465671" y="1405554"/>
                  </a:lnTo>
                  <a:lnTo>
                    <a:pt x="5466108" y="1405554"/>
                  </a:lnTo>
                  <a:lnTo>
                    <a:pt x="5466398" y="1405554"/>
                  </a:lnTo>
                  <a:lnTo>
                    <a:pt x="5466544" y="1405554"/>
                  </a:lnTo>
                  <a:lnTo>
                    <a:pt x="5466689" y="1404930"/>
                  </a:lnTo>
                  <a:lnTo>
                    <a:pt x="5466835" y="1404930"/>
                  </a:lnTo>
                  <a:lnTo>
                    <a:pt x="5467416" y="1404930"/>
                  </a:lnTo>
                  <a:lnTo>
                    <a:pt x="5467562" y="1404930"/>
                  </a:lnTo>
                  <a:lnTo>
                    <a:pt x="5467707" y="1404307"/>
                  </a:lnTo>
                  <a:lnTo>
                    <a:pt x="5468289" y="1404307"/>
                  </a:lnTo>
                  <a:lnTo>
                    <a:pt x="5468725" y="1404307"/>
                  </a:lnTo>
                  <a:lnTo>
                    <a:pt x="5469161" y="1404307"/>
                  </a:lnTo>
                  <a:lnTo>
                    <a:pt x="5469452" y="1404307"/>
                  </a:lnTo>
                  <a:lnTo>
                    <a:pt x="5470907" y="1403060"/>
                  </a:lnTo>
                  <a:lnTo>
                    <a:pt x="5471488" y="1402436"/>
                  </a:lnTo>
                  <a:lnTo>
                    <a:pt x="5472070" y="1402436"/>
                  </a:lnTo>
                  <a:lnTo>
                    <a:pt x="5472797" y="1401189"/>
                  </a:lnTo>
                  <a:lnTo>
                    <a:pt x="5472943" y="1401189"/>
                  </a:lnTo>
                  <a:lnTo>
                    <a:pt x="5473088" y="1401189"/>
                  </a:lnTo>
                  <a:lnTo>
                    <a:pt x="5473233" y="1401189"/>
                  </a:lnTo>
                  <a:lnTo>
                    <a:pt x="5473524" y="1401189"/>
                  </a:lnTo>
                  <a:lnTo>
                    <a:pt x="5473815" y="1401189"/>
                  </a:lnTo>
                  <a:lnTo>
                    <a:pt x="5474397" y="1401189"/>
                  </a:lnTo>
                  <a:lnTo>
                    <a:pt x="5474397" y="1400565"/>
                  </a:lnTo>
                  <a:lnTo>
                    <a:pt x="5474688" y="1400565"/>
                  </a:lnTo>
                  <a:lnTo>
                    <a:pt x="5475851" y="1400565"/>
                  </a:lnTo>
                  <a:lnTo>
                    <a:pt x="5476724" y="1400565"/>
                  </a:lnTo>
                  <a:lnTo>
                    <a:pt x="5477305" y="1399942"/>
                  </a:lnTo>
                  <a:lnTo>
                    <a:pt x="5477451" y="1399942"/>
                  </a:lnTo>
                  <a:lnTo>
                    <a:pt x="5477887" y="1399942"/>
                  </a:lnTo>
                  <a:lnTo>
                    <a:pt x="5478032" y="1399942"/>
                  </a:lnTo>
                  <a:lnTo>
                    <a:pt x="5478760" y="1399318"/>
                  </a:lnTo>
                  <a:lnTo>
                    <a:pt x="5479341" y="1399318"/>
                  </a:lnTo>
                  <a:lnTo>
                    <a:pt x="5479632" y="1399318"/>
                  </a:lnTo>
                  <a:lnTo>
                    <a:pt x="5479923" y="1399318"/>
                  </a:lnTo>
                  <a:lnTo>
                    <a:pt x="5480068" y="1399318"/>
                  </a:lnTo>
                  <a:lnTo>
                    <a:pt x="5480359" y="1399318"/>
                  </a:lnTo>
                  <a:lnTo>
                    <a:pt x="5480359" y="1398695"/>
                  </a:lnTo>
                  <a:lnTo>
                    <a:pt x="5481959" y="1398071"/>
                  </a:lnTo>
                  <a:lnTo>
                    <a:pt x="5482395" y="1398071"/>
                  </a:lnTo>
                  <a:lnTo>
                    <a:pt x="5482541" y="1398071"/>
                  </a:lnTo>
                  <a:lnTo>
                    <a:pt x="5482686" y="1398071"/>
                  </a:lnTo>
                  <a:lnTo>
                    <a:pt x="5482831" y="1398071"/>
                  </a:lnTo>
                  <a:lnTo>
                    <a:pt x="5482977" y="1398071"/>
                  </a:lnTo>
                  <a:lnTo>
                    <a:pt x="5483122" y="1398071"/>
                  </a:lnTo>
                  <a:lnTo>
                    <a:pt x="5483268" y="1398071"/>
                  </a:lnTo>
                  <a:lnTo>
                    <a:pt x="5483413" y="1398071"/>
                  </a:lnTo>
                  <a:lnTo>
                    <a:pt x="5483559" y="1398071"/>
                  </a:lnTo>
                  <a:lnTo>
                    <a:pt x="5483849" y="1397447"/>
                  </a:lnTo>
                  <a:lnTo>
                    <a:pt x="5484140" y="1397447"/>
                  </a:lnTo>
                  <a:lnTo>
                    <a:pt x="5484577" y="1397447"/>
                  </a:lnTo>
                  <a:lnTo>
                    <a:pt x="5484722" y="1397447"/>
                  </a:lnTo>
                  <a:lnTo>
                    <a:pt x="5485013" y="1397447"/>
                  </a:lnTo>
                  <a:lnTo>
                    <a:pt x="5485304" y="1397447"/>
                  </a:lnTo>
                  <a:lnTo>
                    <a:pt x="5486176" y="1396200"/>
                  </a:lnTo>
                  <a:lnTo>
                    <a:pt x="5486322" y="1396200"/>
                  </a:lnTo>
                  <a:lnTo>
                    <a:pt x="5487194" y="1396200"/>
                  </a:lnTo>
                  <a:lnTo>
                    <a:pt x="5487340" y="1396200"/>
                  </a:lnTo>
                  <a:lnTo>
                    <a:pt x="5487485" y="1396200"/>
                  </a:lnTo>
                  <a:lnTo>
                    <a:pt x="5487921" y="1396200"/>
                  </a:lnTo>
                  <a:lnTo>
                    <a:pt x="5488212" y="1396200"/>
                  </a:lnTo>
                  <a:lnTo>
                    <a:pt x="5488503" y="1396200"/>
                  </a:lnTo>
                  <a:lnTo>
                    <a:pt x="5489230" y="1396200"/>
                  </a:lnTo>
                  <a:lnTo>
                    <a:pt x="5489376" y="1396200"/>
                  </a:lnTo>
                  <a:lnTo>
                    <a:pt x="5490539" y="1395577"/>
                  </a:lnTo>
                  <a:lnTo>
                    <a:pt x="5490975" y="1394330"/>
                  </a:lnTo>
                  <a:lnTo>
                    <a:pt x="5491121" y="1393706"/>
                  </a:lnTo>
                  <a:lnTo>
                    <a:pt x="5491266" y="1393082"/>
                  </a:lnTo>
                  <a:lnTo>
                    <a:pt x="5491412" y="1392459"/>
                  </a:lnTo>
                  <a:lnTo>
                    <a:pt x="5491557" y="1392459"/>
                  </a:lnTo>
                  <a:lnTo>
                    <a:pt x="5491848" y="1391835"/>
                  </a:lnTo>
                  <a:lnTo>
                    <a:pt x="5491848" y="1391212"/>
                  </a:lnTo>
                  <a:lnTo>
                    <a:pt x="5492575" y="1391212"/>
                  </a:lnTo>
                  <a:lnTo>
                    <a:pt x="5492575" y="1390588"/>
                  </a:lnTo>
                  <a:lnTo>
                    <a:pt x="5493157" y="1390588"/>
                  </a:lnTo>
                  <a:lnTo>
                    <a:pt x="5493302" y="1390588"/>
                  </a:lnTo>
                  <a:lnTo>
                    <a:pt x="5493448" y="1390588"/>
                  </a:lnTo>
                  <a:lnTo>
                    <a:pt x="5493884" y="1390588"/>
                  </a:lnTo>
                  <a:lnTo>
                    <a:pt x="5496065" y="1389341"/>
                  </a:lnTo>
                  <a:lnTo>
                    <a:pt x="5496501" y="1389341"/>
                  </a:lnTo>
                  <a:lnTo>
                    <a:pt x="5496792" y="1389341"/>
                  </a:lnTo>
                  <a:lnTo>
                    <a:pt x="5497229" y="1389341"/>
                  </a:lnTo>
                  <a:lnTo>
                    <a:pt x="5497519" y="1389341"/>
                  </a:lnTo>
                  <a:lnTo>
                    <a:pt x="5497810" y="1389341"/>
                  </a:lnTo>
                  <a:lnTo>
                    <a:pt x="5497956" y="1389341"/>
                  </a:lnTo>
                  <a:lnTo>
                    <a:pt x="5498101" y="1389341"/>
                  </a:lnTo>
                  <a:lnTo>
                    <a:pt x="5498537" y="1389341"/>
                  </a:lnTo>
                  <a:lnTo>
                    <a:pt x="5498683" y="1389341"/>
                  </a:lnTo>
                  <a:lnTo>
                    <a:pt x="5499119" y="1389341"/>
                  </a:lnTo>
                  <a:lnTo>
                    <a:pt x="5500428" y="1388717"/>
                  </a:lnTo>
                  <a:lnTo>
                    <a:pt x="5500573" y="1388094"/>
                  </a:lnTo>
                  <a:lnTo>
                    <a:pt x="5501010" y="1388094"/>
                  </a:lnTo>
                  <a:lnTo>
                    <a:pt x="5501155" y="1388094"/>
                  </a:lnTo>
                  <a:lnTo>
                    <a:pt x="5501446" y="1388094"/>
                  </a:lnTo>
                  <a:lnTo>
                    <a:pt x="5501591" y="1388094"/>
                  </a:lnTo>
                  <a:lnTo>
                    <a:pt x="5501737" y="1388094"/>
                  </a:lnTo>
                  <a:lnTo>
                    <a:pt x="5501882" y="1388094"/>
                  </a:lnTo>
                  <a:lnTo>
                    <a:pt x="5502319" y="1388094"/>
                  </a:lnTo>
                  <a:lnTo>
                    <a:pt x="5502609" y="1388094"/>
                  </a:lnTo>
                  <a:lnTo>
                    <a:pt x="5503046" y="1387470"/>
                  </a:lnTo>
                  <a:lnTo>
                    <a:pt x="5503191" y="1387470"/>
                  </a:lnTo>
                  <a:lnTo>
                    <a:pt x="5503336" y="1387470"/>
                  </a:lnTo>
                  <a:lnTo>
                    <a:pt x="5504064" y="1386847"/>
                  </a:lnTo>
                  <a:lnTo>
                    <a:pt x="5504064" y="1386223"/>
                  </a:lnTo>
                  <a:lnTo>
                    <a:pt x="5505082" y="1384976"/>
                  </a:lnTo>
                  <a:lnTo>
                    <a:pt x="5505372" y="1384976"/>
                  </a:lnTo>
                  <a:lnTo>
                    <a:pt x="5506827" y="1384352"/>
                  </a:lnTo>
                  <a:lnTo>
                    <a:pt x="5507263" y="1384352"/>
                  </a:lnTo>
                  <a:lnTo>
                    <a:pt x="5507408" y="1384352"/>
                  </a:lnTo>
                  <a:lnTo>
                    <a:pt x="5507699" y="1384352"/>
                  </a:lnTo>
                  <a:lnTo>
                    <a:pt x="5507699" y="1383105"/>
                  </a:lnTo>
                  <a:lnTo>
                    <a:pt x="5507845" y="1383105"/>
                  </a:lnTo>
                  <a:lnTo>
                    <a:pt x="5507990" y="1383105"/>
                  </a:lnTo>
                  <a:lnTo>
                    <a:pt x="5508136" y="1383105"/>
                  </a:lnTo>
                  <a:lnTo>
                    <a:pt x="5508863" y="1382482"/>
                  </a:lnTo>
                  <a:lnTo>
                    <a:pt x="5509444" y="1382482"/>
                  </a:lnTo>
                  <a:lnTo>
                    <a:pt x="5509735" y="1382482"/>
                  </a:lnTo>
                  <a:lnTo>
                    <a:pt x="5510171" y="1382482"/>
                  </a:lnTo>
                  <a:lnTo>
                    <a:pt x="5510317" y="1382482"/>
                  </a:lnTo>
                  <a:lnTo>
                    <a:pt x="5510462" y="1382482"/>
                  </a:lnTo>
                  <a:lnTo>
                    <a:pt x="5510753" y="1381858"/>
                  </a:lnTo>
                  <a:lnTo>
                    <a:pt x="5510899" y="1381234"/>
                  </a:lnTo>
                  <a:lnTo>
                    <a:pt x="5511189" y="1380611"/>
                  </a:lnTo>
                  <a:lnTo>
                    <a:pt x="5511335" y="1380611"/>
                  </a:lnTo>
                  <a:lnTo>
                    <a:pt x="5511480" y="1380611"/>
                  </a:lnTo>
                  <a:lnTo>
                    <a:pt x="5511771" y="1380611"/>
                  </a:lnTo>
                  <a:lnTo>
                    <a:pt x="5512062" y="1380611"/>
                  </a:lnTo>
                  <a:lnTo>
                    <a:pt x="5512498" y="1380611"/>
                  </a:lnTo>
                  <a:lnTo>
                    <a:pt x="5512644" y="1380611"/>
                  </a:lnTo>
                  <a:lnTo>
                    <a:pt x="5512789" y="1380611"/>
                  </a:lnTo>
                  <a:lnTo>
                    <a:pt x="5514971" y="1379364"/>
                  </a:lnTo>
                  <a:lnTo>
                    <a:pt x="5515261" y="1379364"/>
                  </a:lnTo>
                  <a:lnTo>
                    <a:pt x="5515552" y="1379364"/>
                  </a:lnTo>
                  <a:lnTo>
                    <a:pt x="5515698" y="1379364"/>
                  </a:lnTo>
                  <a:lnTo>
                    <a:pt x="5515843" y="1379364"/>
                  </a:lnTo>
                  <a:lnTo>
                    <a:pt x="5516279" y="1379364"/>
                  </a:lnTo>
                  <a:lnTo>
                    <a:pt x="5516279" y="1378740"/>
                  </a:lnTo>
                  <a:lnTo>
                    <a:pt x="5516425" y="1378740"/>
                  </a:lnTo>
                  <a:lnTo>
                    <a:pt x="5516570" y="1378740"/>
                  </a:lnTo>
                  <a:lnTo>
                    <a:pt x="5516861" y="1378740"/>
                  </a:lnTo>
                  <a:lnTo>
                    <a:pt x="5517443" y="1378740"/>
                  </a:lnTo>
                  <a:lnTo>
                    <a:pt x="5517588" y="1378740"/>
                  </a:lnTo>
                  <a:lnTo>
                    <a:pt x="5517588" y="1378116"/>
                  </a:lnTo>
                  <a:lnTo>
                    <a:pt x="5518606" y="1377493"/>
                  </a:lnTo>
                  <a:lnTo>
                    <a:pt x="5518897" y="1376246"/>
                  </a:lnTo>
                  <a:lnTo>
                    <a:pt x="5519188" y="1376246"/>
                  </a:lnTo>
                  <a:lnTo>
                    <a:pt x="5519333" y="1376246"/>
                  </a:lnTo>
                  <a:lnTo>
                    <a:pt x="5519479" y="1376246"/>
                  </a:lnTo>
                  <a:lnTo>
                    <a:pt x="5519624" y="1376246"/>
                  </a:lnTo>
                  <a:lnTo>
                    <a:pt x="5519624" y="1375622"/>
                  </a:lnTo>
                  <a:lnTo>
                    <a:pt x="5521224" y="1375622"/>
                  </a:lnTo>
                  <a:lnTo>
                    <a:pt x="5521951" y="1375622"/>
                  </a:lnTo>
                  <a:lnTo>
                    <a:pt x="5522533" y="1375622"/>
                  </a:lnTo>
                  <a:lnTo>
                    <a:pt x="5522533" y="1374999"/>
                  </a:lnTo>
                  <a:lnTo>
                    <a:pt x="5522678" y="1374999"/>
                  </a:lnTo>
                  <a:lnTo>
                    <a:pt x="5522969" y="1374999"/>
                  </a:lnTo>
                  <a:lnTo>
                    <a:pt x="5523551" y="1374375"/>
                  </a:lnTo>
                  <a:lnTo>
                    <a:pt x="5523696" y="1374375"/>
                  </a:lnTo>
                  <a:lnTo>
                    <a:pt x="5524278" y="1373128"/>
                  </a:lnTo>
                  <a:lnTo>
                    <a:pt x="5524423" y="1373128"/>
                  </a:lnTo>
                  <a:lnTo>
                    <a:pt x="5524859" y="1373128"/>
                  </a:lnTo>
                  <a:lnTo>
                    <a:pt x="5525877" y="1372504"/>
                  </a:lnTo>
                  <a:lnTo>
                    <a:pt x="5526168" y="1372504"/>
                  </a:lnTo>
                  <a:lnTo>
                    <a:pt x="5526168" y="1371881"/>
                  </a:lnTo>
                  <a:lnTo>
                    <a:pt x="5526314" y="1371881"/>
                  </a:lnTo>
                  <a:lnTo>
                    <a:pt x="5526459" y="1371881"/>
                  </a:lnTo>
                  <a:lnTo>
                    <a:pt x="5527041" y="1371881"/>
                  </a:lnTo>
                  <a:lnTo>
                    <a:pt x="5527477" y="1371881"/>
                  </a:lnTo>
                  <a:lnTo>
                    <a:pt x="5527913" y="1371881"/>
                  </a:lnTo>
                  <a:lnTo>
                    <a:pt x="5527913" y="1371257"/>
                  </a:lnTo>
                  <a:lnTo>
                    <a:pt x="5528931" y="1371257"/>
                  </a:lnTo>
                  <a:lnTo>
                    <a:pt x="5529513" y="1371257"/>
                  </a:lnTo>
                  <a:lnTo>
                    <a:pt x="5530095" y="1370010"/>
                  </a:lnTo>
                  <a:lnTo>
                    <a:pt x="5530531" y="1370010"/>
                  </a:lnTo>
                  <a:lnTo>
                    <a:pt x="5531113" y="1370010"/>
                  </a:lnTo>
                  <a:lnTo>
                    <a:pt x="5531258" y="1369386"/>
                  </a:lnTo>
                  <a:lnTo>
                    <a:pt x="5531549" y="1369386"/>
                  </a:lnTo>
                  <a:lnTo>
                    <a:pt x="5531840" y="1369386"/>
                  </a:lnTo>
                  <a:lnTo>
                    <a:pt x="5532422" y="1369386"/>
                  </a:lnTo>
                  <a:lnTo>
                    <a:pt x="5532712" y="1369386"/>
                  </a:lnTo>
                  <a:lnTo>
                    <a:pt x="5534021" y="1368763"/>
                  </a:lnTo>
                  <a:lnTo>
                    <a:pt x="5534167" y="1368763"/>
                  </a:lnTo>
                  <a:lnTo>
                    <a:pt x="5534312" y="1368763"/>
                  </a:lnTo>
                  <a:lnTo>
                    <a:pt x="5535039" y="1368763"/>
                  </a:lnTo>
                  <a:lnTo>
                    <a:pt x="5535185" y="1368763"/>
                  </a:lnTo>
                  <a:lnTo>
                    <a:pt x="5535330" y="1368763"/>
                  </a:lnTo>
                  <a:lnTo>
                    <a:pt x="5535912" y="1367516"/>
                  </a:lnTo>
                  <a:lnTo>
                    <a:pt x="5536057" y="1367516"/>
                  </a:lnTo>
                  <a:lnTo>
                    <a:pt x="5536203" y="1367516"/>
                  </a:lnTo>
                  <a:lnTo>
                    <a:pt x="5536348" y="1366892"/>
                  </a:lnTo>
                  <a:lnTo>
                    <a:pt x="5537366" y="1366268"/>
                  </a:lnTo>
                  <a:lnTo>
                    <a:pt x="5537366" y="1365645"/>
                  </a:lnTo>
                  <a:lnTo>
                    <a:pt x="5537511" y="1365645"/>
                  </a:lnTo>
                  <a:lnTo>
                    <a:pt x="5538384" y="1364398"/>
                  </a:lnTo>
                  <a:lnTo>
                    <a:pt x="5538529" y="1364398"/>
                  </a:lnTo>
                  <a:lnTo>
                    <a:pt x="5538820" y="1363774"/>
                  </a:lnTo>
                  <a:lnTo>
                    <a:pt x="5539547" y="1363774"/>
                  </a:lnTo>
                  <a:lnTo>
                    <a:pt x="5539693" y="1363774"/>
                  </a:lnTo>
                  <a:lnTo>
                    <a:pt x="5539838" y="1363774"/>
                  </a:lnTo>
                  <a:lnTo>
                    <a:pt x="5541293" y="1361903"/>
                  </a:lnTo>
                  <a:lnTo>
                    <a:pt x="5541583" y="1361903"/>
                  </a:lnTo>
                  <a:lnTo>
                    <a:pt x="5541874" y="1361903"/>
                  </a:lnTo>
                  <a:lnTo>
                    <a:pt x="5542020" y="1361903"/>
                  </a:lnTo>
                  <a:lnTo>
                    <a:pt x="5542456" y="1361280"/>
                  </a:lnTo>
                  <a:lnTo>
                    <a:pt x="5542601" y="1361280"/>
                  </a:lnTo>
                  <a:lnTo>
                    <a:pt x="5542747" y="1361280"/>
                  </a:lnTo>
                  <a:lnTo>
                    <a:pt x="5542892" y="1361280"/>
                  </a:lnTo>
                  <a:lnTo>
                    <a:pt x="5543183" y="1361280"/>
                  </a:lnTo>
                  <a:lnTo>
                    <a:pt x="5543328" y="1361280"/>
                  </a:lnTo>
                  <a:lnTo>
                    <a:pt x="5543619" y="1361280"/>
                  </a:lnTo>
                  <a:lnTo>
                    <a:pt x="5544637" y="1360033"/>
                  </a:lnTo>
                  <a:lnTo>
                    <a:pt x="5544783" y="1360033"/>
                  </a:lnTo>
                  <a:lnTo>
                    <a:pt x="5545219" y="1360033"/>
                  </a:lnTo>
                  <a:lnTo>
                    <a:pt x="5545364" y="1360033"/>
                  </a:lnTo>
                  <a:lnTo>
                    <a:pt x="5545510" y="1360033"/>
                  </a:lnTo>
                  <a:lnTo>
                    <a:pt x="5545801" y="1360033"/>
                  </a:lnTo>
                  <a:lnTo>
                    <a:pt x="5545946" y="1360033"/>
                  </a:lnTo>
                  <a:lnTo>
                    <a:pt x="5546382" y="1360033"/>
                  </a:lnTo>
                  <a:lnTo>
                    <a:pt x="5546528" y="1359409"/>
                  </a:lnTo>
                  <a:lnTo>
                    <a:pt x="5547110" y="1359409"/>
                  </a:lnTo>
                  <a:lnTo>
                    <a:pt x="5548273" y="1359409"/>
                  </a:lnTo>
                  <a:lnTo>
                    <a:pt x="5548418" y="1359409"/>
                  </a:lnTo>
                  <a:lnTo>
                    <a:pt x="5548855" y="1359409"/>
                  </a:lnTo>
                  <a:lnTo>
                    <a:pt x="5549291" y="1359409"/>
                  </a:lnTo>
                  <a:lnTo>
                    <a:pt x="5549727" y="1359409"/>
                  </a:lnTo>
                  <a:lnTo>
                    <a:pt x="5549873" y="1359409"/>
                  </a:lnTo>
                  <a:lnTo>
                    <a:pt x="5550309" y="1359409"/>
                  </a:lnTo>
                  <a:lnTo>
                    <a:pt x="5550600" y="1359409"/>
                  </a:lnTo>
                  <a:lnTo>
                    <a:pt x="5551181" y="1359409"/>
                  </a:lnTo>
                  <a:lnTo>
                    <a:pt x="5551327" y="1359409"/>
                  </a:lnTo>
                  <a:lnTo>
                    <a:pt x="5551618" y="1359409"/>
                  </a:lnTo>
                  <a:lnTo>
                    <a:pt x="5553508" y="1359409"/>
                  </a:lnTo>
                  <a:lnTo>
                    <a:pt x="5553654" y="1359409"/>
                  </a:lnTo>
                  <a:lnTo>
                    <a:pt x="5553799" y="1359409"/>
                  </a:lnTo>
                  <a:lnTo>
                    <a:pt x="5554235" y="1359409"/>
                  </a:lnTo>
                  <a:lnTo>
                    <a:pt x="5554381" y="1359409"/>
                  </a:lnTo>
                  <a:lnTo>
                    <a:pt x="5554672" y="1359409"/>
                  </a:lnTo>
                  <a:lnTo>
                    <a:pt x="5555108" y="1359409"/>
                  </a:lnTo>
                  <a:lnTo>
                    <a:pt x="5555253" y="1359409"/>
                  </a:lnTo>
                  <a:lnTo>
                    <a:pt x="5555690" y="1359409"/>
                  </a:lnTo>
                  <a:lnTo>
                    <a:pt x="5555981" y="1358785"/>
                  </a:lnTo>
                  <a:lnTo>
                    <a:pt x="5556126" y="1358785"/>
                  </a:lnTo>
                  <a:lnTo>
                    <a:pt x="5556417" y="1358785"/>
                  </a:lnTo>
                  <a:lnTo>
                    <a:pt x="5556562" y="1358785"/>
                  </a:lnTo>
                  <a:lnTo>
                    <a:pt x="5557289" y="1358785"/>
                  </a:lnTo>
                  <a:lnTo>
                    <a:pt x="5557435" y="1358785"/>
                  </a:lnTo>
                  <a:lnTo>
                    <a:pt x="5558162" y="1358162"/>
                  </a:lnTo>
                  <a:lnTo>
                    <a:pt x="5558744" y="1356915"/>
                  </a:lnTo>
                  <a:lnTo>
                    <a:pt x="5558889" y="1356915"/>
                  </a:lnTo>
                  <a:lnTo>
                    <a:pt x="5559034" y="1356915"/>
                  </a:lnTo>
                  <a:lnTo>
                    <a:pt x="5559180" y="1356291"/>
                  </a:lnTo>
                  <a:lnTo>
                    <a:pt x="5559325" y="1356291"/>
                  </a:lnTo>
                  <a:lnTo>
                    <a:pt x="5559762" y="1355667"/>
                  </a:lnTo>
                  <a:lnTo>
                    <a:pt x="5560634" y="1355667"/>
                  </a:lnTo>
                  <a:lnTo>
                    <a:pt x="5560780" y="1355667"/>
                  </a:lnTo>
                  <a:lnTo>
                    <a:pt x="5560925" y="1355667"/>
                  </a:lnTo>
                  <a:lnTo>
                    <a:pt x="5561361" y="1355667"/>
                  </a:lnTo>
                  <a:lnTo>
                    <a:pt x="5561652" y="1355667"/>
                  </a:lnTo>
                  <a:lnTo>
                    <a:pt x="5561798" y="1355667"/>
                  </a:lnTo>
                  <a:lnTo>
                    <a:pt x="5562088" y="1355667"/>
                  </a:lnTo>
                  <a:lnTo>
                    <a:pt x="5562234" y="1355667"/>
                  </a:lnTo>
                  <a:lnTo>
                    <a:pt x="5562379" y="1355667"/>
                  </a:lnTo>
                  <a:lnTo>
                    <a:pt x="5562525" y="1355667"/>
                  </a:lnTo>
                  <a:lnTo>
                    <a:pt x="5562961" y="1355044"/>
                  </a:lnTo>
                  <a:lnTo>
                    <a:pt x="5563106" y="1355044"/>
                  </a:lnTo>
                  <a:lnTo>
                    <a:pt x="5564124" y="1353797"/>
                  </a:lnTo>
                  <a:lnTo>
                    <a:pt x="5564270" y="1353797"/>
                  </a:lnTo>
                  <a:lnTo>
                    <a:pt x="5564415" y="1353797"/>
                  </a:lnTo>
                  <a:lnTo>
                    <a:pt x="5565288" y="1353797"/>
                  </a:lnTo>
                  <a:lnTo>
                    <a:pt x="5566451" y="1353797"/>
                  </a:lnTo>
                  <a:lnTo>
                    <a:pt x="5566597" y="1353797"/>
                  </a:lnTo>
                  <a:lnTo>
                    <a:pt x="5566742" y="1353797"/>
                  </a:lnTo>
                  <a:lnTo>
                    <a:pt x="5567324" y="1353797"/>
                  </a:lnTo>
                  <a:lnTo>
                    <a:pt x="5567469" y="1353797"/>
                  </a:lnTo>
                  <a:lnTo>
                    <a:pt x="5568196" y="1352550"/>
                  </a:lnTo>
                  <a:lnTo>
                    <a:pt x="5568342" y="1352550"/>
                  </a:lnTo>
                  <a:lnTo>
                    <a:pt x="5568487" y="1352550"/>
                  </a:lnTo>
                  <a:lnTo>
                    <a:pt x="5568923" y="1352550"/>
                  </a:lnTo>
                  <a:lnTo>
                    <a:pt x="5569069" y="1352550"/>
                  </a:lnTo>
                  <a:lnTo>
                    <a:pt x="5569214" y="1352550"/>
                  </a:lnTo>
                  <a:lnTo>
                    <a:pt x="5569360" y="1352550"/>
                  </a:lnTo>
                  <a:lnTo>
                    <a:pt x="5569505" y="1352550"/>
                  </a:lnTo>
                  <a:lnTo>
                    <a:pt x="5569651" y="1352550"/>
                  </a:lnTo>
                  <a:lnTo>
                    <a:pt x="5569941" y="1352550"/>
                  </a:lnTo>
                  <a:lnTo>
                    <a:pt x="5570959" y="1351302"/>
                  </a:lnTo>
                  <a:lnTo>
                    <a:pt x="5571396" y="1350679"/>
                  </a:lnTo>
                  <a:lnTo>
                    <a:pt x="5572704" y="1350679"/>
                  </a:lnTo>
                  <a:lnTo>
                    <a:pt x="5573141" y="1350679"/>
                  </a:lnTo>
                  <a:lnTo>
                    <a:pt x="5573577" y="1350055"/>
                  </a:lnTo>
                  <a:lnTo>
                    <a:pt x="5574304" y="1348808"/>
                  </a:lnTo>
                  <a:lnTo>
                    <a:pt x="5574304" y="1348184"/>
                  </a:lnTo>
                  <a:lnTo>
                    <a:pt x="5574740" y="1347561"/>
                  </a:lnTo>
                  <a:lnTo>
                    <a:pt x="5574886" y="1347561"/>
                  </a:lnTo>
                  <a:lnTo>
                    <a:pt x="5575031" y="1347561"/>
                  </a:lnTo>
                  <a:lnTo>
                    <a:pt x="5575177" y="1347561"/>
                  </a:lnTo>
                  <a:lnTo>
                    <a:pt x="5576340" y="1346314"/>
                  </a:lnTo>
                  <a:lnTo>
                    <a:pt x="5576631" y="1345690"/>
                  </a:lnTo>
                  <a:lnTo>
                    <a:pt x="5576776" y="1345690"/>
                  </a:lnTo>
                  <a:lnTo>
                    <a:pt x="5576922" y="1345690"/>
                  </a:lnTo>
                  <a:lnTo>
                    <a:pt x="5577649" y="1344443"/>
                  </a:lnTo>
                  <a:lnTo>
                    <a:pt x="5577940" y="1344443"/>
                  </a:lnTo>
                  <a:lnTo>
                    <a:pt x="5578085" y="1344443"/>
                  </a:lnTo>
                  <a:lnTo>
                    <a:pt x="5578667" y="1344443"/>
                  </a:lnTo>
                  <a:lnTo>
                    <a:pt x="5578958" y="1344443"/>
                  </a:lnTo>
                  <a:lnTo>
                    <a:pt x="5579539" y="1344443"/>
                  </a:lnTo>
                  <a:lnTo>
                    <a:pt x="5579976" y="1343819"/>
                  </a:lnTo>
                  <a:lnTo>
                    <a:pt x="5580557" y="1343819"/>
                  </a:lnTo>
                  <a:lnTo>
                    <a:pt x="5580703" y="1343819"/>
                  </a:lnTo>
                  <a:lnTo>
                    <a:pt x="5580848" y="1343819"/>
                  </a:lnTo>
                  <a:lnTo>
                    <a:pt x="5580994" y="1343196"/>
                  </a:lnTo>
                  <a:lnTo>
                    <a:pt x="5581285" y="1343196"/>
                  </a:lnTo>
                  <a:lnTo>
                    <a:pt x="5581575" y="1343196"/>
                  </a:lnTo>
                  <a:lnTo>
                    <a:pt x="5581721" y="1343196"/>
                  </a:lnTo>
                  <a:lnTo>
                    <a:pt x="5581866" y="1343196"/>
                  </a:lnTo>
                  <a:lnTo>
                    <a:pt x="5582303" y="1342572"/>
                  </a:lnTo>
                  <a:lnTo>
                    <a:pt x="5582448" y="1341949"/>
                  </a:lnTo>
                  <a:lnTo>
                    <a:pt x="5582593" y="1341949"/>
                  </a:lnTo>
                  <a:lnTo>
                    <a:pt x="5582739" y="1341949"/>
                  </a:lnTo>
                  <a:lnTo>
                    <a:pt x="5582884" y="1341949"/>
                  </a:lnTo>
                  <a:lnTo>
                    <a:pt x="5583175" y="1341325"/>
                  </a:lnTo>
                  <a:lnTo>
                    <a:pt x="5583321" y="1341325"/>
                  </a:lnTo>
                  <a:lnTo>
                    <a:pt x="5583466" y="1341325"/>
                  </a:lnTo>
                  <a:lnTo>
                    <a:pt x="5583611" y="1341325"/>
                  </a:lnTo>
                  <a:lnTo>
                    <a:pt x="5584338" y="1340078"/>
                  </a:lnTo>
                  <a:lnTo>
                    <a:pt x="5584775" y="1339454"/>
                  </a:lnTo>
                  <a:lnTo>
                    <a:pt x="5585647" y="1339454"/>
                  </a:lnTo>
                  <a:lnTo>
                    <a:pt x="5585793" y="1339454"/>
                  </a:lnTo>
                  <a:lnTo>
                    <a:pt x="5586520" y="1339454"/>
                  </a:lnTo>
                  <a:lnTo>
                    <a:pt x="5586665" y="1339454"/>
                  </a:lnTo>
                  <a:lnTo>
                    <a:pt x="5586811" y="1339454"/>
                  </a:lnTo>
                  <a:lnTo>
                    <a:pt x="5586956" y="1339454"/>
                  </a:lnTo>
                  <a:lnTo>
                    <a:pt x="5587102" y="1339454"/>
                  </a:lnTo>
                  <a:lnTo>
                    <a:pt x="5587683" y="1339454"/>
                  </a:lnTo>
                  <a:lnTo>
                    <a:pt x="5588120" y="1339454"/>
                  </a:lnTo>
                  <a:lnTo>
                    <a:pt x="5588410" y="1339454"/>
                  </a:lnTo>
                  <a:lnTo>
                    <a:pt x="5588556" y="1339454"/>
                  </a:lnTo>
                  <a:lnTo>
                    <a:pt x="5588701" y="1339454"/>
                  </a:lnTo>
                  <a:lnTo>
                    <a:pt x="5588701" y="1338831"/>
                  </a:lnTo>
                  <a:lnTo>
                    <a:pt x="5588992" y="1338831"/>
                  </a:lnTo>
                  <a:lnTo>
                    <a:pt x="5589138" y="1337584"/>
                  </a:lnTo>
                  <a:lnTo>
                    <a:pt x="5589428" y="1337584"/>
                  </a:lnTo>
                  <a:lnTo>
                    <a:pt x="5589865" y="1337584"/>
                  </a:lnTo>
                  <a:lnTo>
                    <a:pt x="5590010" y="1337584"/>
                  </a:lnTo>
                  <a:lnTo>
                    <a:pt x="5590156" y="1336960"/>
                  </a:lnTo>
                  <a:lnTo>
                    <a:pt x="5590446" y="1336960"/>
                  </a:lnTo>
                  <a:lnTo>
                    <a:pt x="5590737" y="1336960"/>
                  </a:lnTo>
                  <a:lnTo>
                    <a:pt x="5590883" y="1336960"/>
                  </a:lnTo>
                  <a:lnTo>
                    <a:pt x="5591173" y="1336336"/>
                  </a:lnTo>
                  <a:lnTo>
                    <a:pt x="5591610" y="1336336"/>
                  </a:lnTo>
                  <a:lnTo>
                    <a:pt x="5592191" y="1335713"/>
                  </a:lnTo>
                  <a:lnTo>
                    <a:pt x="5592628" y="1335713"/>
                  </a:lnTo>
                  <a:lnTo>
                    <a:pt x="5592919" y="1334466"/>
                  </a:lnTo>
                  <a:lnTo>
                    <a:pt x="5593064" y="1334466"/>
                  </a:lnTo>
                  <a:lnTo>
                    <a:pt x="5593355" y="1334466"/>
                  </a:lnTo>
                  <a:lnTo>
                    <a:pt x="5593500" y="1334466"/>
                  </a:lnTo>
                  <a:lnTo>
                    <a:pt x="5593937" y="1334466"/>
                  </a:lnTo>
                  <a:lnTo>
                    <a:pt x="5594809" y="1334466"/>
                  </a:lnTo>
                  <a:lnTo>
                    <a:pt x="5594955" y="1334466"/>
                  </a:lnTo>
                  <a:lnTo>
                    <a:pt x="5595682" y="1333842"/>
                  </a:lnTo>
                  <a:lnTo>
                    <a:pt x="5595973" y="1333218"/>
                  </a:lnTo>
                  <a:lnTo>
                    <a:pt x="5596118" y="1332595"/>
                  </a:lnTo>
                  <a:lnTo>
                    <a:pt x="5596409" y="1332595"/>
                  </a:lnTo>
                  <a:lnTo>
                    <a:pt x="5596554" y="1332595"/>
                  </a:lnTo>
                  <a:lnTo>
                    <a:pt x="5598154" y="1331971"/>
                  </a:lnTo>
                  <a:lnTo>
                    <a:pt x="5599317" y="1331348"/>
                  </a:lnTo>
                  <a:lnTo>
                    <a:pt x="5599463" y="1331348"/>
                  </a:lnTo>
                  <a:lnTo>
                    <a:pt x="5599608" y="1331348"/>
                  </a:lnTo>
                  <a:lnTo>
                    <a:pt x="5600917" y="1331348"/>
                  </a:lnTo>
                  <a:lnTo>
                    <a:pt x="5600917" y="1330724"/>
                  </a:lnTo>
                  <a:lnTo>
                    <a:pt x="5601208" y="1330724"/>
                  </a:lnTo>
                  <a:lnTo>
                    <a:pt x="5601208" y="1330101"/>
                  </a:lnTo>
                  <a:lnTo>
                    <a:pt x="5602226" y="1328853"/>
                  </a:lnTo>
                  <a:lnTo>
                    <a:pt x="5602953" y="1328853"/>
                  </a:lnTo>
                  <a:lnTo>
                    <a:pt x="5603389" y="1328853"/>
                  </a:lnTo>
                  <a:lnTo>
                    <a:pt x="5603535" y="1328853"/>
                  </a:lnTo>
                  <a:lnTo>
                    <a:pt x="5604553" y="1328853"/>
                  </a:lnTo>
                  <a:lnTo>
                    <a:pt x="5605425" y="1328853"/>
                  </a:lnTo>
                  <a:lnTo>
                    <a:pt x="5606152" y="1328853"/>
                  </a:lnTo>
                  <a:lnTo>
                    <a:pt x="5607025" y="1328230"/>
                  </a:lnTo>
                  <a:lnTo>
                    <a:pt x="5607461" y="1326983"/>
                  </a:lnTo>
                  <a:lnTo>
                    <a:pt x="5607607" y="1326983"/>
                  </a:lnTo>
                  <a:lnTo>
                    <a:pt x="5608043" y="1326983"/>
                  </a:lnTo>
                  <a:lnTo>
                    <a:pt x="5608043" y="1326359"/>
                  </a:lnTo>
                  <a:lnTo>
                    <a:pt x="5608188" y="1326359"/>
                  </a:lnTo>
                  <a:lnTo>
                    <a:pt x="5608770" y="1325736"/>
                  </a:lnTo>
                  <a:lnTo>
                    <a:pt x="5609352" y="1325112"/>
                  </a:lnTo>
                  <a:lnTo>
                    <a:pt x="5609643" y="1325112"/>
                  </a:lnTo>
                  <a:lnTo>
                    <a:pt x="5609933" y="1323241"/>
                  </a:lnTo>
                  <a:lnTo>
                    <a:pt x="5610224" y="1323241"/>
                  </a:lnTo>
                  <a:lnTo>
                    <a:pt x="5611242" y="1323241"/>
                  </a:lnTo>
                  <a:lnTo>
                    <a:pt x="5611678" y="1323241"/>
                  </a:lnTo>
                  <a:lnTo>
                    <a:pt x="5611824" y="1323241"/>
                  </a:lnTo>
                  <a:lnTo>
                    <a:pt x="5612115" y="1322618"/>
                  </a:lnTo>
                  <a:lnTo>
                    <a:pt x="5612260" y="1322618"/>
                  </a:lnTo>
                  <a:lnTo>
                    <a:pt x="5612406" y="1322618"/>
                  </a:lnTo>
                  <a:lnTo>
                    <a:pt x="5612696" y="1322618"/>
                  </a:lnTo>
                  <a:lnTo>
                    <a:pt x="5612696" y="1321994"/>
                  </a:lnTo>
                  <a:lnTo>
                    <a:pt x="5612842" y="1321994"/>
                  </a:lnTo>
                  <a:lnTo>
                    <a:pt x="5613424" y="1321994"/>
                  </a:lnTo>
                  <a:lnTo>
                    <a:pt x="5613569" y="1321994"/>
                  </a:lnTo>
                  <a:lnTo>
                    <a:pt x="5613860" y="1321994"/>
                  </a:lnTo>
                  <a:lnTo>
                    <a:pt x="5614005" y="1321994"/>
                  </a:lnTo>
                  <a:lnTo>
                    <a:pt x="5614151" y="1321994"/>
                  </a:lnTo>
                  <a:lnTo>
                    <a:pt x="5614296" y="1321994"/>
                  </a:lnTo>
                  <a:lnTo>
                    <a:pt x="5615023" y="1320747"/>
                  </a:lnTo>
                  <a:lnTo>
                    <a:pt x="5615023" y="1320123"/>
                  </a:lnTo>
                  <a:lnTo>
                    <a:pt x="5615605" y="1320123"/>
                  </a:lnTo>
                  <a:lnTo>
                    <a:pt x="5616041" y="1320123"/>
                  </a:lnTo>
                  <a:lnTo>
                    <a:pt x="5616187" y="1320123"/>
                  </a:lnTo>
                  <a:lnTo>
                    <a:pt x="5616478" y="1320123"/>
                  </a:lnTo>
                  <a:lnTo>
                    <a:pt x="5616768" y="1320123"/>
                  </a:lnTo>
                  <a:lnTo>
                    <a:pt x="5616914" y="1320123"/>
                  </a:lnTo>
                  <a:lnTo>
                    <a:pt x="5616914" y="1319500"/>
                  </a:lnTo>
                  <a:lnTo>
                    <a:pt x="5617350" y="1319500"/>
                  </a:lnTo>
                  <a:lnTo>
                    <a:pt x="5617495" y="1319500"/>
                  </a:lnTo>
                  <a:lnTo>
                    <a:pt x="5617641" y="1318876"/>
                  </a:lnTo>
                  <a:lnTo>
                    <a:pt x="5618077" y="1318876"/>
                  </a:lnTo>
                  <a:lnTo>
                    <a:pt x="5618223" y="1318876"/>
                  </a:lnTo>
                  <a:lnTo>
                    <a:pt x="5618368" y="1318876"/>
                  </a:lnTo>
                  <a:lnTo>
                    <a:pt x="5618513" y="1318876"/>
                  </a:lnTo>
                  <a:lnTo>
                    <a:pt x="5618804" y="1318876"/>
                  </a:lnTo>
                  <a:lnTo>
                    <a:pt x="5618950" y="1318876"/>
                  </a:lnTo>
                  <a:lnTo>
                    <a:pt x="5619095" y="1318876"/>
                  </a:lnTo>
                  <a:lnTo>
                    <a:pt x="5619241" y="1318876"/>
                  </a:lnTo>
                  <a:lnTo>
                    <a:pt x="5619386" y="1318876"/>
                  </a:lnTo>
                  <a:lnTo>
                    <a:pt x="5619677" y="1318876"/>
                  </a:lnTo>
                  <a:lnTo>
                    <a:pt x="5619968" y="1318876"/>
                  </a:lnTo>
                  <a:lnTo>
                    <a:pt x="5620113" y="1318876"/>
                  </a:lnTo>
                  <a:lnTo>
                    <a:pt x="5620404" y="1318253"/>
                  </a:lnTo>
                  <a:lnTo>
                    <a:pt x="5620404" y="1317629"/>
                  </a:lnTo>
                  <a:lnTo>
                    <a:pt x="5620549" y="1317629"/>
                  </a:lnTo>
                  <a:lnTo>
                    <a:pt x="5620840" y="1317629"/>
                  </a:lnTo>
                  <a:lnTo>
                    <a:pt x="5630875" y="1303910"/>
                  </a:lnTo>
                  <a:lnTo>
                    <a:pt x="5631020" y="1303910"/>
                  </a:lnTo>
                  <a:lnTo>
                    <a:pt x="5631165" y="1303910"/>
                  </a:lnTo>
                  <a:lnTo>
                    <a:pt x="5631747" y="1302663"/>
                  </a:lnTo>
                  <a:lnTo>
                    <a:pt x="5631893" y="1302663"/>
                  </a:lnTo>
                  <a:lnTo>
                    <a:pt x="5632620" y="1302663"/>
                  </a:lnTo>
                  <a:lnTo>
                    <a:pt x="5632911" y="1302663"/>
                  </a:lnTo>
                  <a:lnTo>
                    <a:pt x="5633201" y="1302663"/>
                  </a:lnTo>
                  <a:lnTo>
                    <a:pt x="5633347" y="1302663"/>
                  </a:lnTo>
                  <a:lnTo>
                    <a:pt x="5633783" y="1302663"/>
                  </a:lnTo>
                  <a:lnTo>
                    <a:pt x="5634365" y="1302663"/>
                  </a:lnTo>
                  <a:lnTo>
                    <a:pt x="5634510" y="1302663"/>
                  </a:lnTo>
                  <a:lnTo>
                    <a:pt x="5634656" y="1302663"/>
                  </a:lnTo>
                  <a:lnTo>
                    <a:pt x="5635965" y="1302039"/>
                  </a:lnTo>
                  <a:lnTo>
                    <a:pt x="5635965" y="1301416"/>
                  </a:lnTo>
                  <a:lnTo>
                    <a:pt x="5636983" y="1301416"/>
                  </a:lnTo>
                  <a:lnTo>
                    <a:pt x="5637564" y="1301416"/>
                  </a:lnTo>
                  <a:lnTo>
                    <a:pt x="5638437" y="1301416"/>
                  </a:lnTo>
                  <a:lnTo>
                    <a:pt x="5638582" y="1301416"/>
                  </a:lnTo>
                  <a:lnTo>
                    <a:pt x="5639018" y="1300792"/>
                  </a:lnTo>
                  <a:lnTo>
                    <a:pt x="5639164" y="1300169"/>
                  </a:lnTo>
                  <a:lnTo>
                    <a:pt x="5639309" y="1300169"/>
                  </a:lnTo>
                  <a:lnTo>
                    <a:pt x="5639891" y="1300169"/>
                  </a:lnTo>
                  <a:lnTo>
                    <a:pt x="5640036" y="1299545"/>
                  </a:lnTo>
                  <a:lnTo>
                    <a:pt x="5640618" y="1299545"/>
                  </a:lnTo>
                  <a:lnTo>
                    <a:pt x="5640909" y="1299545"/>
                  </a:lnTo>
                  <a:lnTo>
                    <a:pt x="5641491" y="1299545"/>
                  </a:lnTo>
                  <a:lnTo>
                    <a:pt x="5641782" y="1299545"/>
                  </a:lnTo>
                  <a:lnTo>
                    <a:pt x="5641927" y="1299545"/>
                  </a:lnTo>
                  <a:lnTo>
                    <a:pt x="5642654" y="1299545"/>
                  </a:lnTo>
                  <a:lnTo>
                    <a:pt x="5643090" y="1298921"/>
                  </a:lnTo>
                  <a:lnTo>
                    <a:pt x="5643381" y="1298921"/>
                  </a:lnTo>
                  <a:lnTo>
                    <a:pt x="5643527" y="1298921"/>
                  </a:lnTo>
                  <a:lnTo>
                    <a:pt x="5643672" y="1298921"/>
                  </a:lnTo>
                  <a:lnTo>
                    <a:pt x="5643818" y="1298921"/>
                  </a:lnTo>
                  <a:lnTo>
                    <a:pt x="5644108" y="1298921"/>
                  </a:lnTo>
                  <a:lnTo>
                    <a:pt x="5644108" y="1298298"/>
                  </a:lnTo>
                  <a:lnTo>
                    <a:pt x="5644254" y="1298298"/>
                  </a:lnTo>
                  <a:lnTo>
                    <a:pt x="5644690" y="1298298"/>
                  </a:lnTo>
                  <a:lnTo>
                    <a:pt x="5644690" y="1297674"/>
                  </a:lnTo>
                  <a:lnTo>
                    <a:pt x="5645417" y="1297674"/>
                  </a:lnTo>
                  <a:lnTo>
                    <a:pt x="5645563" y="1297674"/>
                  </a:lnTo>
                  <a:lnTo>
                    <a:pt x="5645708" y="1297674"/>
                  </a:lnTo>
                  <a:lnTo>
                    <a:pt x="5645999" y="1297674"/>
                  </a:lnTo>
                  <a:lnTo>
                    <a:pt x="5646144" y="1297674"/>
                  </a:lnTo>
                  <a:lnTo>
                    <a:pt x="5646290" y="1297674"/>
                  </a:lnTo>
                  <a:lnTo>
                    <a:pt x="5646435" y="1297674"/>
                  </a:lnTo>
                  <a:lnTo>
                    <a:pt x="5646726" y="1297674"/>
                  </a:lnTo>
                  <a:lnTo>
                    <a:pt x="5647162" y="1296427"/>
                  </a:lnTo>
                  <a:lnTo>
                    <a:pt x="5647308" y="1296427"/>
                  </a:lnTo>
                  <a:lnTo>
                    <a:pt x="5647453" y="1295804"/>
                  </a:lnTo>
                  <a:lnTo>
                    <a:pt x="5647744" y="1295804"/>
                  </a:lnTo>
                  <a:lnTo>
                    <a:pt x="5647744" y="1295180"/>
                  </a:lnTo>
                  <a:lnTo>
                    <a:pt x="5648180" y="1295180"/>
                  </a:lnTo>
                  <a:lnTo>
                    <a:pt x="5648326" y="1295180"/>
                  </a:lnTo>
                  <a:lnTo>
                    <a:pt x="5648471" y="1295180"/>
                  </a:lnTo>
                  <a:lnTo>
                    <a:pt x="5648762" y="1295180"/>
                  </a:lnTo>
                  <a:lnTo>
                    <a:pt x="5649198" y="1294556"/>
                  </a:lnTo>
                  <a:lnTo>
                    <a:pt x="5650216" y="1293933"/>
                  </a:lnTo>
                  <a:lnTo>
                    <a:pt x="5650653" y="1293933"/>
                  </a:lnTo>
                  <a:lnTo>
                    <a:pt x="5650943" y="1293933"/>
                  </a:lnTo>
                  <a:lnTo>
                    <a:pt x="5651089" y="1293933"/>
                  </a:lnTo>
                  <a:lnTo>
                    <a:pt x="5652107" y="1293933"/>
                  </a:lnTo>
                  <a:lnTo>
                    <a:pt x="5652543" y="1293933"/>
                  </a:lnTo>
                  <a:lnTo>
                    <a:pt x="5652834" y="1293933"/>
                  </a:lnTo>
                  <a:lnTo>
                    <a:pt x="5652979" y="1293933"/>
                  </a:lnTo>
                  <a:lnTo>
                    <a:pt x="5654143" y="1293933"/>
                  </a:lnTo>
                  <a:lnTo>
                    <a:pt x="5654288" y="1293933"/>
                  </a:lnTo>
                  <a:lnTo>
                    <a:pt x="5655306" y="1293933"/>
                  </a:lnTo>
                  <a:lnTo>
                    <a:pt x="5655742" y="1293933"/>
                  </a:lnTo>
                  <a:lnTo>
                    <a:pt x="5657051" y="1292062"/>
                  </a:lnTo>
                  <a:lnTo>
                    <a:pt x="5657488" y="1292062"/>
                  </a:lnTo>
                  <a:lnTo>
                    <a:pt x="5657778" y="1292062"/>
                  </a:lnTo>
                  <a:lnTo>
                    <a:pt x="5658360" y="1290815"/>
                  </a:lnTo>
                  <a:lnTo>
                    <a:pt x="5658505" y="1290191"/>
                  </a:lnTo>
                  <a:lnTo>
                    <a:pt x="5658942" y="1290191"/>
                  </a:lnTo>
                  <a:lnTo>
                    <a:pt x="5659669" y="1290191"/>
                  </a:lnTo>
                  <a:lnTo>
                    <a:pt x="5659960" y="1290191"/>
                  </a:lnTo>
                  <a:lnTo>
                    <a:pt x="5660251" y="1289568"/>
                  </a:lnTo>
                  <a:lnTo>
                    <a:pt x="5661269" y="1289568"/>
                  </a:lnTo>
                  <a:lnTo>
                    <a:pt x="5661850" y="1288944"/>
                  </a:lnTo>
                  <a:lnTo>
                    <a:pt x="5662432" y="1288944"/>
                  </a:lnTo>
                  <a:lnTo>
                    <a:pt x="5662723" y="1288944"/>
                  </a:lnTo>
                  <a:lnTo>
                    <a:pt x="5663014" y="1288944"/>
                  </a:lnTo>
                  <a:lnTo>
                    <a:pt x="5663450" y="1288321"/>
                  </a:lnTo>
                  <a:lnTo>
                    <a:pt x="5663741" y="1288321"/>
                  </a:lnTo>
                  <a:lnTo>
                    <a:pt x="5664032" y="1288321"/>
                  </a:lnTo>
                  <a:lnTo>
                    <a:pt x="5664177" y="1288321"/>
                  </a:lnTo>
                  <a:lnTo>
                    <a:pt x="5664468" y="1288321"/>
                  </a:lnTo>
                  <a:lnTo>
                    <a:pt x="5665631" y="1287697"/>
                  </a:lnTo>
                  <a:lnTo>
                    <a:pt x="5665777" y="1287697"/>
                  </a:lnTo>
                  <a:lnTo>
                    <a:pt x="5665922" y="1287697"/>
                  </a:lnTo>
                  <a:lnTo>
                    <a:pt x="5666068" y="1287073"/>
                  </a:lnTo>
                  <a:lnTo>
                    <a:pt x="5666358" y="1287073"/>
                  </a:lnTo>
                  <a:lnTo>
                    <a:pt x="5666649" y="1287073"/>
                  </a:lnTo>
                  <a:lnTo>
                    <a:pt x="5667376" y="1287073"/>
                  </a:lnTo>
                  <a:lnTo>
                    <a:pt x="5667522" y="1287073"/>
                  </a:lnTo>
                  <a:lnTo>
                    <a:pt x="5667667" y="1287073"/>
                  </a:lnTo>
                  <a:lnTo>
                    <a:pt x="5667667" y="1286450"/>
                  </a:lnTo>
                  <a:lnTo>
                    <a:pt x="5667813" y="1286450"/>
                  </a:lnTo>
                  <a:lnTo>
                    <a:pt x="5667958" y="1286450"/>
                  </a:lnTo>
                  <a:lnTo>
                    <a:pt x="5668394" y="1286450"/>
                  </a:lnTo>
                  <a:lnTo>
                    <a:pt x="5668540" y="1286450"/>
                  </a:lnTo>
                  <a:lnTo>
                    <a:pt x="5668831" y="1285826"/>
                  </a:lnTo>
                  <a:lnTo>
                    <a:pt x="5668976" y="1285826"/>
                  </a:lnTo>
                  <a:lnTo>
                    <a:pt x="5669122" y="1285826"/>
                  </a:lnTo>
                  <a:lnTo>
                    <a:pt x="5669849" y="1285826"/>
                  </a:lnTo>
                  <a:lnTo>
                    <a:pt x="5669849" y="1285203"/>
                  </a:lnTo>
                  <a:lnTo>
                    <a:pt x="5670576" y="1284579"/>
                  </a:lnTo>
                  <a:lnTo>
                    <a:pt x="5670721" y="1284579"/>
                  </a:lnTo>
                  <a:lnTo>
                    <a:pt x="5671594" y="1283955"/>
                  </a:lnTo>
                  <a:lnTo>
                    <a:pt x="5671739" y="1283955"/>
                  </a:lnTo>
                  <a:lnTo>
                    <a:pt x="5671885" y="1283955"/>
                  </a:lnTo>
                  <a:lnTo>
                    <a:pt x="5672030" y="1283332"/>
                  </a:lnTo>
                  <a:lnTo>
                    <a:pt x="5672175" y="1283332"/>
                  </a:lnTo>
                  <a:lnTo>
                    <a:pt x="5672321" y="1283332"/>
                  </a:lnTo>
                  <a:lnTo>
                    <a:pt x="5672612" y="1283332"/>
                  </a:lnTo>
                  <a:lnTo>
                    <a:pt x="5672757" y="1282708"/>
                  </a:lnTo>
                  <a:lnTo>
                    <a:pt x="5672903" y="1282708"/>
                  </a:lnTo>
                  <a:lnTo>
                    <a:pt x="5673484" y="1282708"/>
                  </a:lnTo>
                  <a:lnTo>
                    <a:pt x="5673775" y="1282085"/>
                  </a:lnTo>
                  <a:lnTo>
                    <a:pt x="5674648" y="1282085"/>
                  </a:lnTo>
                  <a:lnTo>
                    <a:pt x="5674793" y="1282085"/>
                  </a:lnTo>
                  <a:lnTo>
                    <a:pt x="5675084" y="1282085"/>
                  </a:lnTo>
                  <a:lnTo>
                    <a:pt x="5675666" y="1282085"/>
                  </a:lnTo>
                  <a:lnTo>
                    <a:pt x="5675811" y="1282085"/>
                  </a:lnTo>
                  <a:lnTo>
                    <a:pt x="5676247" y="1281461"/>
                  </a:lnTo>
                  <a:lnTo>
                    <a:pt x="5676684" y="1281461"/>
                  </a:lnTo>
                  <a:lnTo>
                    <a:pt x="5676829" y="1281461"/>
                  </a:lnTo>
                  <a:lnTo>
                    <a:pt x="5676975" y="1281461"/>
                  </a:lnTo>
                  <a:lnTo>
                    <a:pt x="5677120" y="1281461"/>
                  </a:lnTo>
                  <a:lnTo>
                    <a:pt x="5677265" y="1281461"/>
                  </a:lnTo>
                  <a:lnTo>
                    <a:pt x="5677847" y="1279590"/>
                  </a:lnTo>
                  <a:lnTo>
                    <a:pt x="5677993" y="1279590"/>
                  </a:lnTo>
                  <a:lnTo>
                    <a:pt x="5677993" y="1278967"/>
                  </a:lnTo>
                  <a:lnTo>
                    <a:pt x="5678138" y="1278343"/>
                  </a:lnTo>
                  <a:lnTo>
                    <a:pt x="5679010" y="1275849"/>
                  </a:lnTo>
                  <a:lnTo>
                    <a:pt x="5679156" y="1275849"/>
                  </a:lnTo>
                  <a:lnTo>
                    <a:pt x="5679738" y="1275849"/>
                  </a:lnTo>
                  <a:lnTo>
                    <a:pt x="5679738" y="1275225"/>
                  </a:lnTo>
                  <a:lnTo>
                    <a:pt x="5680610" y="1275225"/>
                  </a:lnTo>
                  <a:lnTo>
                    <a:pt x="5680610" y="1274602"/>
                  </a:lnTo>
                  <a:lnTo>
                    <a:pt x="5680901" y="1274602"/>
                  </a:lnTo>
                  <a:lnTo>
                    <a:pt x="5681046" y="1272731"/>
                  </a:lnTo>
                  <a:lnTo>
                    <a:pt x="5682064" y="1272731"/>
                  </a:lnTo>
                  <a:lnTo>
                    <a:pt x="5682210" y="1272731"/>
                  </a:lnTo>
                  <a:lnTo>
                    <a:pt x="5683082" y="1270860"/>
                  </a:lnTo>
                  <a:lnTo>
                    <a:pt x="5683519" y="1270860"/>
                  </a:lnTo>
                  <a:lnTo>
                    <a:pt x="5683664" y="1270860"/>
                  </a:lnTo>
                  <a:lnTo>
                    <a:pt x="5683810" y="1270860"/>
                  </a:lnTo>
                  <a:lnTo>
                    <a:pt x="5683955" y="1270860"/>
                  </a:lnTo>
                  <a:lnTo>
                    <a:pt x="5684246" y="1270860"/>
                  </a:lnTo>
                  <a:lnTo>
                    <a:pt x="5685264" y="1269613"/>
                  </a:lnTo>
                  <a:lnTo>
                    <a:pt x="5685409" y="1269613"/>
                  </a:lnTo>
                  <a:lnTo>
                    <a:pt x="5685845" y="1268990"/>
                  </a:lnTo>
                  <a:lnTo>
                    <a:pt x="5685991" y="1268990"/>
                  </a:lnTo>
                  <a:lnTo>
                    <a:pt x="5686136" y="1268990"/>
                  </a:lnTo>
                  <a:lnTo>
                    <a:pt x="5686282" y="1268990"/>
                  </a:lnTo>
                  <a:lnTo>
                    <a:pt x="5686573" y="1268990"/>
                  </a:lnTo>
                  <a:lnTo>
                    <a:pt x="5687009" y="1268990"/>
                  </a:lnTo>
                  <a:lnTo>
                    <a:pt x="5687445" y="1267119"/>
                  </a:lnTo>
                  <a:lnTo>
                    <a:pt x="5687881" y="1266495"/>
                  </a:lnTo>
                  <a:lnTo>
                    <a:pt x="5688609" y="1266495"/>
                  </a:lnTo>
                  <a:lnTo>
                    <a:pt x="5688754" y="1266495"/>
                  </a:lnTo>
                  <a:lnTo>
                    <a:pt x="5689045" y="1265872"/>
                  </a:lnTo>
                  <a:lnTo>
                    <a:pt x="5689190" y="1265872"/>
                  </a:lnTo>
                  <a:lnTo>
                    <a:pt x="5689917" y="1265872"/>
                  </a:lnTo>
                  <a:lnTo>
                    <a:pt x="5689917" y="1265248"/>
                  </a:lnTo>
                  <a:lnTo>
                    <a:pt x="5690645" y="1265248"/>
                  </a:lnTo>
                  <a:lnTo>
                    <a:pt x="5691226" y="1265248"/>
                  </a:lnTo>
                  <a:lnTo>
                    <a:pt x="5691372" y="1265248"/>
                  </a:lnTo>
                  <a:lnTo>
                    <a:pt x="5691953" y="1265248"/>
                  </a:lnTo>
                  <a:lnTo>
                    <a:pt x="5692680" y="1264624"/>
                  </a:lnTo>
                  <a:lnTo>
                    <a:pt x="5692826" y="1264624"/>
                  </a:lnTo>
                  <a:lnTo>
                    <a:pt x="5693262" y="1263377"/>
                  </a:lnTo>
                  <a:lnTo>
                    <a:pt x="5693989" y="1263377"/>
                  </a:lnTo>
                  <a:lnTo>
                    <a:pt x="5694280" y="1263377"/>
                  </a:lnTo>
                  <a:lnTo>
                    <a:pt x="5694716" y="1263377"/>
                  </a:lnTo>
                  <a:lnTo>
                    <a:pt x="5695153" y="1262754"/>
                  </a:lnTo>
                  <a:lnTo>
                    <a:pt x="5695298" y="1262754"/>
                  </a:lnTo>
                  <a:lnTo>
                    <a:pt x="5696316" y="1261507"/>
                  </a:lnTo>
                  <a:lnTo>
                    <a:pt x="5696752" y="1261507"/>
                  </a:lnTo>
                  <a:lnTo>
                    <a:pt x="5697189" y="1261507"/>
                  </a:lnTo>
                  <a:lnTo>
                    <a:pt x="5697189" y="1260883"/>
                  </a:lnTo>
                  <a:lnTo>
                    <a:pt x="5697625" y="1260883"/>
                  </a:lnTo>
                  <a:lnTo>
                    <a:pt x="5697770" y="1260259"/>
                  </a:lnTo>
                  <a:lnTo>
                    <a:pt x="5698061" y="1259636"/>
                  </a:lnTo>
                  <a:lnTo>
                    <a:pt x="5698061" y="1259012"/>
                  </a:lnTo>
                  <a:lnTo>
                    <a:pt x="5698207" y="1259012"/>
                  </a:lnTo>
                  <a:lnTo>
                    <a:pt x="5698352" y="1259012"/>
                  </a:lnTo>
                  <a:lnTo>
                    <a:pt x="5699225" y="1259012"/>
                  </a:lnTo>
                  <a:lnTo>
                    <a:pt x="5699370" y="1259012"/>
                  </a:lnTo>
                  <a:lnTo>
                    <a:pt x="5699515" y="1258389"/>
                  </a:lnTo>
                  <a:lnTo>
                    <a:pt x="5699661" y="1258389"/>
                  </a:lnTo>
                  <a:lnTo>
                    <a:pt x="5699806" y="1258389"/>
                  </a:lnTo>
                  <a:lnTo>
                    <a:pt x="5699952" y="1258389"/>
                  </a:lnTo>
                  <a:lnTo>
                    <a:pt x="5700533" y="1258389"/>
                  </a:lnTo>
                  <a:lnTo>
                    <a:pt x="5701115" y="1257765"/>
                  </a:lnTo>
                  <a:lnTo>
                    <a:pt x="5701261" y="1257765"/>
                  </a:lnTo>
                  <a:lnTo>
                    <a:pt x="5701406" y="1257765"/>
                  </a:lnTo>
                  <a:lnTo>
                    <a:pt x="5701551" y="1257765"/>
                  </a:lnTo>
                  <a:lnTo>
                    <a:pt x="5701697" y="1257765"/>
                  </a:lnTo>
                  <a:lnTo>
                    <a:pt x="5701697" y="1257141"/>
                  </a:lnTo>
                  <a:lnTo>
                    <a:pt x="5702424" y="1255894"/>
                  </a:lnTo>
                  <a:lnTo>
                    <a:pt x="5702569" y="1255894"/>
                  </a:lnTo>
                  <a:lnTo>
                    <a:pt x="5702860" y="1255894"/>
                  </a:lnTo>
                  <a:lnTo>
                    <a:pt x="5703151" y="1255894"/>
                  </a:lnTo>
                  <a:lnTo>
                    <a:pt x="5703297" y="1255894"/>
                  </a:lnTo>
                  <a:lnTo>
                    <a:pt x="5704460" y="1255894"/>
                  </a:lnTo>
                  <a:lnTo>
                    <a:pt x="5705332" y="1254647"/>
                  </a:lnTo>
                  <a:lnTo>
                    <a:pt x="5705478" y="1254647"/>
                  </a:lnTo>
                  <a:lnTo>
                    <a:pt x="5705478" y="1254024"/>
                  </a:lnTo>
                  <a:lnTo>
                    <a:pt x="5706205" y="1254024"/>
                  </a:lnTo>
                  <a:lnTo>
                    <a:pt x="5706350" y="1254024"/>
                  </a:lnTo>
                  <a:lnTo>
                    <a:pt x="5706641" y="1254024"/>
                  </a:lnTo>
                  <a:lnTo>
                    <a:pt x="5707368" y="1253400"/>
                  </a:lnTo>
                  <a:lnTo>
                    <a:pt x="5707659" y="1253400"/>
                  </a:lnTo>
                  <a:lnTo>
                    <a:pt x="5707805" y="1253400"/>
                  </a:lnTo>
                  <a:lnTo>
                    <a:pt x="5707950" y="1253400"/>
                  </a:lnTo>
                  <a:lnTo>
                    <a:pt x="5708096" y="1253400"/>
                  </a:lnTo>
                  <a:lnTo>
                    <a:pt x="5708823" y="1253400"/>
                  </a:lnTo>
                  <a:lnTo>
                    <a:pt x="5709114" y="1253400"/>
                  </a:lnTo>
                  <a:lnTo>
                    <a:pt x="5709695" y="1253400"/>
                  </a:lnTo>
                  <a:lnTo>
                    <a:pt x="5709986" y="1253400"/>
                  </a:lnTo>
                  <a:lnTo>
                    <a:pt x="5710422" y="1253400"/>
                  </a:lnTo>
                  <a:lnTo>
                    <a:pt x="5710568" y="1252776"/>
                  </a:lnTo>
                  <a:lnTo>
                    <a:pt x="5710713" y="1252776"/>
                  </a:lnTo>
                  <a:lnTo>
                    <a:pt x="5710859" y="1252776"/>
                  </a:lnTo>
                  <a:lnTo>
                    <a:pt x="5711877" y="1251529"/>
                  </a:lnTo>
                  <a:lnTo>
                    <a:pt x="5712022" y="1251529"/>
                  </a:lnTo>
                  <a:lnTo>
                    <a:pt x="5712313" y="1251529"/>
                  </a:lnTo>
                  <a:lnTo>
                    <a:pt x="5712458" y="1251529"/>
                  </a:lnTo>
                  <a:lnTo>
                    <a:pt x="5712749" y="1251529"/>
                  </a:lnTo>
                  <a:lnTo>
                    <a:pt x="5713185" y="1251529"/>
                  </a:lnTo>
                  <a:lnTo>
                    <a:pt x="5714494" y="1249035"/>
                  </a:lnTo>
                  <a:lnTo>
                    <a:pt x="5714785" y="1249035"/>
                  </a:lnTo>
                  <a:lnTo>
                    <a:pt x="5714931" y="1249035"/>
                  </a:lnTo>
                  <a:lnTo>
                    <a:pt x="5715076" y="1249035"/>
                  </a:lnTo>
                  <a:lnTo>
                    <a:pt x="5715221" y="1249035"/>
                  </a:lnTo>
                  <a:lnTo>
                    <a:pt x="5715367" y="1249035"/>
                  </a:lnTo>
                  <a:lnTo>
                    <a:pt x="5715949" y="1249035"/>
                  </a:lnTo>
                  <a:lnTo>
                    <a:pt x="5716530" y="1249035"/>
                  </a:lnTo>
                  <a:lnTo>
                    <a:pt x="5717839" y="1249035"/>
                  </a:lnTo>
                  <a:lnTo>
                    <a:pt x="5717985" y="1249035"/>
                  </a:lnTo>
                  <a:lnTo>
                    <a:pt x="5718130" y="1249035"/>
                  </a:lnTo>
                  <a:lnTo>
                    <a:pt x="5718712" y="1249035"/>
                  </a:lnTo>
                  <a:lnTo>
                    <a:pt x="5719002" y="1249035"/>
                  </a:lnTo>
                  <a:lnTo>
                    <a:pt x="5719293" y="1249035"/>
                  </a:lnTo>
                  <a:lnTo>
                    <a:pt x="5720020" y="1249035"/>
                  </a:lnTo>
                  <a:lnTo>
                    <a:pt x="5720311" y="1249035"/>
                  </a:lnTo>
                  <a:lnTo>
                    <a:pt x="5720457" y="1249035"/>
                  </a:lnTo>
                  <a:lnTo>
                    <a:pt x="5720748" y="1249035"/>
                  </a:lnTo>
                  <a:lnTo>
                    <a:pt x="5720893" y="1249035"/>
                  </a:lnTo>
                  <a:lnTo>
                    <a:pt x="5721329" y="1249035"/>
                  </a:lnTo>
                  <a:lnTo>
                    <a:pt x="5721620" y="1249035"/>
                  </a:lnTo>
                  <a:lnTo>
                    <a:pt x="5721911" y="1249035"/>
                  </a:lnTo>
                  <a:lnTo>
                    <a:pt x="5722784" y="1249035"/>
                  </a:lnTo>
                  <a:lnTo>
                    <a:pt x="5722929" y="1249035"/>
                  </a:lnTo>
                  <a:lnTo>
                    <a:pt x="5723511" y="1249035"/>
                  </a:lnTo>
                  <a:lnTo>
                    <a:pt x="5724092" y="1247788"/>
                  </a:lnTo>
                  <a:lnTo>
                    <a:pt x="5724674" y="1247788"/>
                  </a:lnTo>
                  <a:lnTo>
                    <a:pt x="5725110" y="1247164"/>
                  </a:lnTo>
                  <a:lnTo>
                    <a:pt x="5726565" y="1246541"/>
                  </a:lnTo>
                  <a:lnTo>
                    <a:pt x="5726855" y="1246541"/>
                  </a:lnTo>
                  <a:lnTo>
                    <a:pt x="5727292" y="1245917"/>
                  </a:lnTo>
                  <a:lnTo>
                    <a:pt x="5727437" y="1245917"/>
                  </a:lnTo>
                  <a:lnTo>
                    <a:pt x="5728310" y="1245917"/>
                  </a:lnTo>
                  <a:lnTo>
                    <a:pt x="5728455" y="1245917"/>
                  </a:lnTo>
                  <a:lnTo>
                    <a:pt x="5728746" y="1245917"/>
                  </a:lnTo>
                  <a:lnTo>
                    <a:pt x="5729328" y="1245917"/>
                  </a:lnTo>
                  <a:lnTo>
                    <a:pt x="5729764" y="1245293"/>
                  </a:lnTo>
                  <a:lnTo>
                    <a:pt x="5730055" y="1245293"/>
                  </a:lnTo>
                  <a:lnTo>
                    <a:pt x="5730637" y="1245293"/>
                  </a:lnTo>
                  <a:lnTo>
                    <a:pt x="5730782" y="1245293"/>
                  </a:lnTo>
                  <a:lnTo>
                    <a:pt x="5732091" y="1244670"/>
                  </a:lnTo>
                  <a:lnTo>
                    <a:pt x="5732382" y="1244670"/>
                  </a:lnTo>
                  <a:lnTo>
                    <a:pt x="5732527" y="1244670"/>
                  </a:lnTo>
                  <a:lnTo>
                    <a:pt x="5732963" y="1244670"/>
                  </a:lnTo>
                  <a:lnTo>
                    <a:pt x="5733109" y="1244670"/>
                  </a:lnTo>
                  <a:lnTo>
                    <a:pt x="5733400" y="1244670"/>
                  </a:lnTo>
                  <a:lnTo>
                    <a:pt x="5733545" y="1244670"/>
                  </a:lnTo>
                  <a:lnTo>
                    <a:pt x="5733545" y="1244046"/>
                  </a:lnTo>
                  <a:lnTo>
                    <a:pt x="5733981" y="1244046"/>
                  </a:lnTo>
                  <a:lnTo>
                    <a:pt x="5734418" y="1244046"/>
                  </a:lnTo>
                  <a:lnTo>
                    <a:pt x="5735145" y="1243423"/>
                  </a:lnTo>
                  <a:lnTo>
                    <a:pt x="5735290" y="1243423"/>
                  </a:lnTo>
                  <a:lnTo>
                    <a:pt x="5736017" y="1243423"/>
                  </a:lnTo>
                  <a:lnTo>
                    <a:pt x="5736163" y="1243423"/>
                  </a:lnTo>
                  <a:lnTo>
                    <a:pt x="5736454" y="1242799"/>
                  </a:lnTo>
                  <a:lnTo>
                    <a:pt x="5736599" y="1242799"/>
                  </a:lnTo>
                  <a:lnTo>
                    <a:pt x="5736744" y="1242799"/>
                  </a:lnTo>
                  <a:lnTo>
                    <a:pt x="5736890" y="1242799"/>
                  </a:lnTo>
                  <a:lnTo>
                    <a:pt x="5737181" y="1242799"/>
                  </a:lnTo>
                  <a:lnTo>
                    <a:pt x="5737326" y="1242799"/>
                  </a:lnTo>
                  <a:lnTo>
                    <a:pt x="5738199" y="1242799"/>
                  </a:lnTo>
                  <a:lnTo>
                    <a:pt x="5738490" y="1242175"/>
                  </a:lnTo>
                  <a:lnTo>
                    <a:pt x="5738926" y="1242175"/>
                  </a:lnTo>
                  <a:lnTo>
                    <a:pt x="5739071" y="1242175"/>
                  </a:lnTo>
                  <a:lnTo>
                    <a:pt x="5739217" y="1242175"/>
                  </a:lnTo>
                  <a:lnTo>
                    <a:pt x="5739798" y="1242175"/>
                  </a:lnTo>
                  <a:lnTo>
                    <a:pt x="5740089" y="1241552"/>
                  </a:lnTo>
                  <a:lnTo>
                    <a:pt x="5740089" y="1240928"/>
                  </a:lnTo>
                  <a:lnTo>
                    <a:pt x="5740235" y="1240928"/>
                  </a:lnTo>
                  <a:lnTo>
                    <a:pt x="5740525" y="1239681"/>
                  </a:lnTo>
                  <a:lnTo>
                    <a:pt x="5741398" y="1239681"/>
                  </a:lnTo>
                  <a:lnTo>
                    <a:pt x="5741543" y="1239681"/>
                  </a:lnTo>
                  <a:lnTo>
                    <a:pt x="5741689" y="1239681"/>
                  </a:lnTo>
                  <a:lnTo>
                    <a:pt x="5741980" y="1239681"/>
                  </a:lnTo>
                  <a:lnTo>
                    <a:pt x="5742416" y="1239681"/>
                  </a:lnTo>
                  <a:lnTo>
                    <a:pt x="5742416" y="1239058"/>
                  </a:lnTo>
                  <a:lnTo>
                    <a:pt x="5743143" y="1238434"/>
                  </a:lnTo>
                  <a:lnTo>
                    <a:pt x="5743434" y="1238434"/>
                  </a:lnTo>
                  <a:lnTo>
                    <a:pt x="5743579" y="1238434"/>
                  </a:lnTo>
                  <a:lnTo>
                    <a:pt x="5743725" y="1238434"/>
                  </a:lnTo>
                  <a:lnTo>
                    <a:pt x="5744307" y="1237810"/>
                  </a:lnTo>
                  <a:lnTo>
                    <a:pt x="5745034" y="1237187"/>
                  </a:lnTo>
                  <a:lnTo>
                    <a:pt x="5745034" y="1236563"/>
                  </a:lnTo>
                  <a:lnTo>
                    <a:pt x="5745906" y="1235940"/>
                  </a:lnTo>
                  <a:lnTo>
                    <a:pt x="5746197" y="1235940"/>
                  </a:lnTo>
                  <a:lnTo>
                    <a:pt x="5746779" y="1235940"/>
                  </a:lnTo>
                  <a:lnTo>
                    <a:pt x="5747506" y="1235940"/>
                  </a:lnTo>
                  <a:lnTo>
                    <a:pt x="5747651" y="1235940"/>
                  </a:lnTo>
                  <a:lnTo>
                    <a:pt x="5747797" y="1235940"/>
                  </a:lnTo>
                  <a:lnTo>
                    <a:pt x="5748088" y="1235940"/>
                  </a:lnTo>
                  <a:lnTo>
                    <a:pt x="5748669" y="1235940"/>
                  </a:lnTo>
                  <a:lnTo>
                    <a:pt x="5748815" y="1235940"/>
                  </a:lnTo>
                  <a:lnTo>
                    <a:pt x="5748960" y="1235940"/>
                  </a:lnTo>
                  <a:lnTo>
                    <a:pt x="5749106" y="1235940"/>
                  </a:lnTo>
                  <a:lnTo>
                    <a:pt x="5749542" y="1235940"/>
                  </a:lnTo>
                  <a:lnTo>
                    <a:pt x="5750124" y="1235316"/>
                  </a:lnTo>
                  <a:lnTo>
                    <a:pt x="5750269" y="1235316"/>
                  </a:lnTo>
                  <a:lnTo>
                    <a:pt x="5750414" y="1234692"/>
                  </a:lnTo>
                  <a:lnTo>
                    <a:pt x="5750705" y="1234692"/>
                  </a:lnTo>
                  <a:lnTo>
                    <a:pt x="5750851" y="1234692"/>
                  </a:lnTo>
                  <a:lnTo>
                    <a:pt x="5751869" y="1234692"/>
                  </a:lnTo>
                  <a:lnTo>
                    <a:pt x="5751869" y="1234069"/>
                  </a:lnTo>
                  <a:lnTo>
                    <a:pt x="5752160" y="1234069"/>
                  </a:lnTo>
                  <a:lnTo>
                    <a:pt x="5752741" y="1232822"/>
                  </a:lnTo>
                  <a:lnTo>
                    <a:pt x="5753032" y="1232822"/>
                  </a:lnTo>
                  <a:lnTo>
                    <a:pt x="5753323" y="1232822"/>
                  </a:lnTo>
                  <a:lnTo>
                    <a:pt x="5753614" y="1232198"/>
                  </a:lnTo>
                  <a:lnTo>
                    <a:pt x="5754341" y="1231575"/>
                  </a:lnTo>
                  <a:lnTo>
                    <a:pt x="5754486" y="1231575"/>
                  </a:lnTo>
                  <a:lnTo>
                    <a:pt x="5754923" y="1230951"/>
                  </a:lnTo>
                  <a:lnTo>
                    <a:pt x="5755068" y="1230951"/>
                  </a:lnTo>
                  <a:lnTo>
                    <a:pt x="5755213" y="1230951"/>
                  </a:lnTo>
                  <a:lnTo>
                    <a:pt x="5755504" y="1230951"/>
                  </a:lnTo>
                  <a:lnTo>
                    <a:pt x="5755650" y="1230951"/>
                  </a:lnTo>
                  <a:lnTo>
                    <a:pt x="5756231" y="1230327"/>
                  </a:lnTo>
                  <a:lnTo>
                    <a:pt x="5756668" y="1229704"/>
                  </a:lnTo>
                  <a:lnTo>
                    <a:pt x="5756959" y="1229704"/>
                  </a:lnTo>
                  <a:lnTo>
                    <a:pt x="5757249" y="1229704"/>
                  </a:lnTo>
                  <a:lnTo>
                    <a:pt x="5757395" y="1229080"/>
                  </a:lnTo>
                  <a:lnTo>
                    <a:pt x="5758122" y="1228457"/>
                  </a:lnTo>
                  <a:lnTo>
                    <a:pt x="5758267" y="1228457"/>
                  </a:lnTo>
                  <a:lnTo>
                    <a:pt x="5758558" y="1228457"/>
                  </a:lnTo>
                  <a:lnTo>
                    <a:pt x="5758704" y="1228457"/>
                  </a:lnTo>
                  <a:lnTo>
                    <a:pt x="5758849" y="1228457"/>
                  </a:lnTo>
                  <a:lnTo>
                    <a:pt x="5759431" y="1228457"/>
                  </a:lnTo>
                  <a:lnTo>
                    <a:pt x="5759722" y="1228457"/>
                  </a:lnTo>
                  <a:lnTo>
                    <a:pt x="5759867" y="1228457"/>
                  </a:lnTo>
                  <a:lnTo>
                    <a:pt x="5760594" y="1227210"/>
                  </a:lnTo>
                  <a:lnTo>
                    <a:pt x="5760740" y="1227210"/>
                  </a:lnTo>
                  <a:lnTo>
                    <a:pt x="5761030" y="1226586"/>
                  </a:lnTo>
                  <a:lnTo>
                    <a:pt x="5761612" y="1226586"/>
                  </a:lnTo>
                  <a:lnTo>
                    <a:pt x="5762194" y="1226586"/>
                  </a:lnTo>
                  <a:lnTo>
                    <a:pt x="5762339" y="1225962"/>
                  </a:lnTo>
                  <a:lnTo>
                    <a:pt x="5762921" y="1225962"/>
                  </a:lnTo>
                  <a:lnTo>
                    <a:pt x="5763066" y="1225962"/>
                  </a:lnTo>
                  <a:lnTo>
                    <a:pt x="5763939" y="1225962"/>
                  </a:lnTo>
                  <a:lnTo>
                    <a:pt x="5764812" y="1222844"/>
                  </a:lnTo>
                  <a:lnTo>
                    <a:pt x="5764957" y="1222844"/>
                  </a:lnTo>
                  <a:lnTo>
                    <a:pt x="5765102" y="1222844"/>
                  </a:lnTo>
                  <a:lnTo>
                    <a:pt x="5765248" y="1222844"/>
                  </a:lnTo>
                  <a:lnTo>
                    <a:pt x="5765539" y="1222221"/>
                  </a:lnTo>
                  <a:lnTo>
                    <a:pt x="5765975" y="1222221"/>
                  </a:lnTo>
                  <a:lnTo>
                    <a:pt x="5765975" y="1221597"/>
                  </a:lnTo>
                  <a:lnTo>
                    <a:pt x="5766120" y="1221597"/>
                  </a:lnTo>
                  <a:lnTo>
                    <a:pt x="5766266" y="1221597"/>
                  </a:lnTo>
                  <a:lnTo>
                    <a:pt x="5766702" y="1221597"/>
                  </a:lnTo>
                  <a:lnTo>
                    <a:pt x="5767138" y="1220350"/>
                  </a:lnTo>
                  <a:lnTo>
                    <a:pt x="5767429" y="1220350"/>
                  </a:lnTo>
                  <a:lnTo>
                    <a:pt x="5767575" y="1219727"/>
                  </a:lnTo>
                  <a:lnTo>
                    <a:pt x="5768738" y="1219727"/>
                  </a:lnTo>
                  <a:lnTo>
                    <a:pt x="5768883" y="1219727"/>
                  </a:lnTo>
                  <a:lnTo>
                    <a:pt x="5769174" y="1219103"/>
                  </a:lnTo>
                  <a:lnTo>
                    <a:pt x="5769320" y="1219103"/>
                  </a:lnTo>
                  <a:lnTo>
                    <a:pt x="5769756" y="1218479"/>
                  </a:lnTo>
                  <a:lnTo>
                    <a:pt x="5769901" y="1218479"/>
                  </a:lnTo>
                  <a:lnTo>
                    <a:pt x="5770192" y="1217856"/>
                  </a:lnTo>
                  <a:lnTo>
                    <a:pt x="5770483" y="1217232"/>
                  </a:lnTo>
                  <a:lnTo>
                    <a:pt x="5771647" y="1216609"/>
                  </a:lnTo>
                  <a:lnTo>
                    <a:pt x="5771937" y="1216609"/>
                  </a:lnTo>
                  <a:lnTo>
                    <a:pt x="5772228" y="1216609"/>
                  </a:lnTo>
                  <a:lnTo>
                    <a:pt x="5772374" y="1216609"/>
                  </a:lnTo>
                  <a:lnTo>
                    <a:pt x="5772955" y="1215985"/>
                  </a:lnTo>
                  <a:lnTo>
                    <a:pt x="5773101" y="1215985"/>
                  </a:lnTo>
                  <a:lnTo>
                    <a:pt x="5773392" y="1215985"/>
                  </a:lnTo>
                  <a:lnTo>
                    <a:pt x="5773682" y="1215361"/>
                  </a:lnTo>
                  <a:lnTo>
                    <a:pt x="5774119" y="1215361"/>
                  </a:lnTo>
                  <a:lnTo>
                    <a:pt x="5774410" y="1213491"/>
                  </a:lnTo>
                  <a:lnTo>
                    <a:pt x="5774700" y="1213491"/>
                  </a:lnTo>
                  <a:lnTo>
                    <a:pt x="5774991" y="1213491"/>
                  </a:lnTo>
                  <a:lnTo>
                    <a:pt x="5775573" y="1213491"/>
                  </a:lnTo>
                  <a:lnTo>
                    <a:pt x="5776009" y="1213491"/>
                  </a:lnTo>
                  <a:lnTo>
                    <a:pt x="5777027" y="1212244"/>
                  </a:lnTo>
                  <a:lnTo>
                    <a:pt x="5777173" y="1212244"/>
                  </a:lnTo>
                  <a:lnTo>
                    <a:pt x="5777609" y="1212244"/>
                  </a:lnTo>
                  <a:lnTo>
                    <a:pt x="5778045" y="1211620"/>
                  </a:lnTo>
                  <a:lnTo>
                    <a:pt x="5778191" y="1209749"/>
                  </a:lnTo>
                  <a:lnTo>
                    <a:pt x="5778482" y="1209749"/>
                  </a:lnTo>
                  <a:lnTo>
                    <a:pt x="5778918" y="1209126"/>
                  </a:lnTo>
                  <a:lnTo>
                    <a:pt x="5780372" y="1208502"/>
                  </a:lnTo>
                  <a:lnTo>
                    <a:pt x="5780808" y="1208502"/>
                  </a:lnTo>
                  <a:lnTo>
                    <a:pt x="5781099" y="1208502"/>
                  </a:lnTo>
                  <a:lnTo>
                    <a:pt x="5781245" y="1208502"/>
                  </a:lnTo>
                  <a:lnTo>
                    <a:pt x="5781535" y="1208502"/>
                  </a:lnTo>
                  <a:lnTo>
                    <a:pt x="5781535" y="1207878"/>
                  </a:lnTo>
                  <a:lnTo>
                    <a:pt x="5782408" y="1206008"/>
                  </a:lnTo>
                  <a:lnTo>
                    <a:pt x="5782990" y="1206008"/>
                  </a:lnTo>
                  <a:lnTo>
                    <a:pt x="5783717" y="1205384"/>
                  </a:lnTo>
                  <a:lnTo>
                    <a:pt x="5783862" y="1205384"/>
                  </a:lnTo>
                  <a:lnTo>
                    <a:pt x="5784589" y="1204761"/>
                  </a:lnTo>
                  <a:lnTo>
                    <a:pt x="5785026" y="1204761"/>
                  </a:lnTo>
                  <a:lnTo>
                    <a:pt x="5785607" y="1204761"/>
                  </a:lnTo>
                  <a:lnTo>
                    <a:pt x="5785753" y="1204761"/>
                  </a:lnTo>
                  <a:lnTo>
                    <a:pt x="5786334" y="1204761"/>
                  </a:lnTo>
                  <a:lnTo>
                    <a:pt x="5786625" y="1204137"/>
                  </a:lnTo>
                  <a:lnTo>
                    <a:pt x="5787062" y="1204137"/>
                  </a:lnTo>
                  <a:lnTo>
                    <a:pt x="5788080" y="1203513"/>
                  </a:lnTo>
                  <a:lnTo>
                    <a:pt x="5788225" y="1203513"/>
                  </a:lnTo>
                  <a:lnTo>
                    <a:pt x="5788516" y="1203513"/>
                  </a:lnTo>
                  <a:lnTo>
                    <a:pt x="5789388" y="1203513"/>
                  </a:lnTo>
                  <a:lnTo>
                    <a:pt x="5789825" y="1202890"/>
                  </a:lnTo>
                  <a:lnTo>
                    <a:pt x="5789970" y="1202890"/>
                  </a:lnTo>
                  <a:lnTo>
                    <a:pt x="5790116" y="1202890"/>
                  </a:lnTo>
                  <a:lnTo>
                    <a:pt x="5790406" y="1202266"/>
                  </a:lnTo>
                  <a:lnTo>
                    <a:pt x="5790988" y="1202266"/>
                  </a:lnTo>
                  <a:lnTo>
                    <a:pt x="5790988" y="1201643"/>
                  </a:lnTo>
                  <a:lnTo>
                    <a:pt x="5791134" y="1201019"/>
                  </a:lnTo>
                  <a:lnTo>
                    <a:pt x="5791279" y="1201019"/>
                  </a:lnTo>
                  <a:lnTo>
                    <a:pt x="5791424" y="1201019"/>
                  </a:lnTo>
                  <a:lnTo>
                    <a:pt x="5791715" y="1201019"/>
                  </a:lnTo>
                  <a:lnTo>
                    <a:pt x="5791861" y="1201019"/>
                  </a:lnTo>
                  <a:lnTo>
                    <a:pt x="5792152" y="1201019"/>
                  </a:lnTo>
                  <a:lnTo>
                    <a:pt x="5792152" y="1200395"/>
                  </a:lnTo>
                  <a:lnTo>
                    <a:pt x="5793460" y="1199772"/>
                  </a:lnTo>
                  <a:lnTo>
                    <a:pt x="5794187" y="1199772"/>
                  </a:lnTo>
                  <a:lnTo>
                    <a:pt x="5794333" y="1199772"/>
                  </a:lnTo>
                  <a:lnTo>
                    <a:pt x="5794333" y="1199148"/>
                  </a:lnTo>
                  <a:lnTo>
                    <a:pt x="5794333" y="1198525"/>
                  </a:lnTo>
                  <a:lnTo>
                    <a:pt x="5794478" y="1198525"/>
                  </a:lnTo>
                  <a:lnTo>
                    <a:pt x="5794478" y="1197901"/>
                  </a:lnTo>
                  <a:lnTo>
                    <a:pt x="5796223" y="1197278"/>
                  </a:lnTo>
                  <a:lnTo>
                    <a:pt x="5796660" y="1197278"/>
                  </a:lnTo>
                  <a:lnTo>
                    <a:pt x="5796805" y="1197278"/>
                  </a:lnTo>
                  <a:lnTo>
                    <a:pt x="5797387" y="1197278"/>
                  </a:lnTo>
                  <a:lnTo>
                    <a:pt x="5797532" y="1197278"/>
                  </a:lnTo>
                  <a:lnTo>
                    <a:pt x="5797823" y="1197278"/>
                  </a:lnTo>
                  <a:lnTo>
                    <a:pt x="5797969" y="1197278"/>
                  </a:lnTo>
                  <a:lnTo>
                    <a:pt x="5798114" y="1197278"/>
                  </a:lnTo>
                  <a:lnTo>
                    <a:pt x="5798259" y="1197278"/>
                  </a:lnTo>
                  <a:lnTo>
                    <a:pt x="5798841" y="1196654"/>
                  </a:lnTo>
                  <a:lnTo>
                    <a:pt x="5799423" y="1196654"/>
                  </a:lnTo>
                  <a:lnTo>
                    <a:pt x="5799714" y="1196654"/>
                  </a:lnTo>
                  <a:lnTo>
                    <a:pt x="5800150" y="1196030"/>
                  </a:lnTo>
                  <a:lnTo>
                    <a:pt x="5801022" y="1196030"/>
                  </a:lnTo>
                  <a:lnTo>
                    <a:pt x="5801313" y="1196030"/>
                  </a:lnTo>
                  <a:lnTo>
                    <a:pt x="5802040" y="1194783"/>
                  </a:lnTo>
                  <a:lnTo>
                    <a:pt x="5802331" y="1194783"/>
                  </a:lnTo>
                  <a:lnTo>
                    <a:pt x="5802768" y="1194783"/>
                  </a:lnTo>
                  <a:lnTo>
                    <a:pt x="5802913" y="1194783"/>
                  </a:lnTo>
                  <a:lnTo>
                    <a:pt x="5803640" y="1194783"/>
                  </a:lnTo>
                  <a:lnTo>
                    <a:pt x="5803786" y="1194783"/>
                  </a:lnTo>
                  <a:lnTo>
                    <a:pt x="5804076" y="1194783"/>
                  </a:lnTo>
                  <a:lnTo>
                    <a:pt x="5804222" y="1194783"/>
                  </a:lnTo>
                  <a:lnTo>
                    <a:pt x="5805240" y="1194783"/>
                  </a:lnTo>
                  <a:lnTo>
                    <a:pt x="5805385" y="1194783"/>
                  </a:lnTo>
                  <a:lnTo>
                    <a:pt x="5805531" y="1194783"/>
                  </a:lnTo>
                  <a:lnTo>
                    <a:pt x="5805676" y="1193536"/>
                  </a:lnTo>
                  <a:lnTo>
                    <a:pt x="5805967" y="1193536"/>
                  </a:lnTo>
                  <a:lnTo>
                    <a:pt x="5806403" y="1193536"/>
                  </a:lnTo>
                  <a:lnTo>
                    <a:pt x="5806985" y="1192912"/>
                  </a:lnTo>
                  <a:lnTo>
                    <a:pt x="5807130" y="1192912"/>
                  </a:lnTo>
                  <a:lnTo>
                    <a:pt x="5807421" y="1192912"/>
                  </a:lnTo>
                  <a:lnTo>
                    <a:pt x="5807567" y="1192289"/>
                  </a:lnTo>
                  <a:lnTo>
                    <a:pt x="5808148" y="1192289"/>
                  </a:lnTo>
                  <a:lnTo>
                    <a:pt x="5808294" y="1192289"/>
                  </a:lnTo>
                  <a:lnTo>
                    <a:pt x="5808439" y="1192289"/>
                  </a:lnTo>
                  <a:lnTo>
                    <a:pt x="5809457" y="1191042"/>
                  </a:lnTo>
                  <a:lnTo>
                    <a:pt x="5810039" y="1191042"/>
                  </a:lnTo>
                  <a:lnTo>
                    <a:pt x="5810621" y="1191042"/>
                  </a:lnTo>
                  <a:lnTo>
                    <a:pt x="5810766" y="1191042"/>
                  </a:lnTo>
                  <a:lnTo>
                    <a:pt x="5810911" y="1190418"/>
                  </a:lnTo>
                  <a:lnTo>
                    <a:pt x="5810911" y="1189795"/>
                  </a:lnTo>
                  <a:lnTo>
                    <a:pt x="5811057" y="1189795"/>
                  </a:lnTo>
                  <a:lnTo>
                    <a:pt x="5811493" y="1189795"/>
                  </a:lnTo>
                  <a:lnTo>
                    <a:pt x="5811784" y="1189795"/>
                  </a:lnTo>
                  <a:lnTo>
                    <a:pt x="5812511" y="1189795"/>
                  </a:lnTo>
                  <a:lnTo>
                    <a:pt x="5812657" y="1189795"/>
                  </a:lnTo>
                  <a:lnTo>
                    <a:pt x="5812802" y="1189795"/>
                  </a:lnTo>
                  <a:lnTo>
                    <a:pt x="5813674" y="1188547"/>
                  </a:lnTo>
                  <a:lnTo>
                    <a:pt x="5813820" y="1188547"/>
                  </a:lnTo>
                  <a:lnTo>
                    <a:pt x="5814692" y="1188547"/>
                  </a:lnTo>
                  <a:lnTo>
                    <a:pt x="5814838" y="1188547"/>
                  </a:lnTo>
                  <a:lnTo>
                    <a:pt x="5814983" y="1188547"/>
                  </a:lnTo>
                  <a:lnTo>
                    <a:pt x="5815129" y="1188547"/>
                  </a:lnTo>
                  <a:lnTo>
                    <a:pt x="5815565" y="1188547"/>
                  </a:lnTo>
                  <a:lnTo>
                    <a:pt x="5815856" y="1188547"/>
                  </a:lnTo>
                  <a:lnTo>
                    <a:pt x="5816438" y="1188547"/>
                  </a:lnTo>
                  <a:lnTo>
                    <a:pt x="5817601" y="1186677"/>
                  </a:lnTo>
                  <a:lnTo>
                    <a:pt x="5818037" y="1186677"/>
                  </a:lnTo>
                  <a:lnTo>
                    <a:pt x="5818183" y="1186053"/>
                  </a:lnTo>
                  <a:lnTo>
                    <a:pt x="5818910" y="1186053"/>
                  </a:lnTo>
                  <a:lnTo>
                    <a:pt x="5819055" y="1186053"/>
                  </a:lnTo>
                  <a:lnTo>
                    <a:pt x="5819346" y="1186053"/>
                  </a:lnTo>
                  <a:lnTo>
                    <a:pt x="5819346" y="1185429"/>
                  </a:lnTo>
                  <a:lnTo>
                    <a:pt x="5819782" y="1185429"/>
                  </a:lnTo>
                  <a:lnTo>
                    <a:pt x="5819928" y="1185429"/>
                  </a:lnTo>
                  <a:lnTo>
                    <a:pt x="5820073" y="1185429"/>
                  </a:lnTo>
                  <a:lnTo>
                    <a:pt x="5820364" y="1185429"/>
                  </a:lnTo>
                  <a:lnTo>
                    <a:pt x="5820509" y="1185429"/>
                  </a:lnTo>
                  <a:lnTo>
                    <a:pt x="5820655" y="1185429"/>
                  </a:lnTo>
                  <a:lnTo>
                    <a:pt x="5820800" y="1185429"/>
                  </a:lnTo>
                  <a:lnTo>
                    <a:pt x="5821673" y="1184806"/>
                  </a:lnTo>
                  <a:lnTo>
                    <a:pt x="5821818" y="1184806"/>
                  </a:lnTo>
                  <a:lnTo>
                    <a:pt x="5821964" y="1184806"/>
                  </a:lnTo>
                  <a:lnTo>
                    <a:pt x="5822109" y="1184182"/>
                  </a:lnTo>
                  <a:lnTo>
                    <a:pt x="5822400" y="1184182"/>
                  </a:lnTo>
                  <a:lnTo>
                    <a:pt x="5822545" y="1183559"/>
                  </a:lnTo>
                  <a:lnTo>
                    <a:pt x="5823127" y="1182935"/>
                  </a:lnTo>
                  <a:lnTo>
                    <a:pt x="5824000" y="1182312"/>
                  </a:lnTo>
                  <a:lnTo>
                    <a:pt x="5824291" y="1182312"/>
                  </a:lnTo>
                  <a:lnTo>
                    <a:pt x="5824436" y="1182312"/>
                  </a:lnTo>
                  <a:lnTo>
                    <a:pt x="5825599" y="1181688"/>
                  </a:lnTo>
                  <a:lnTo>
                    <a:pt x="5826036" y="1181688"/>
                  </a:lnTo>
                  <a:lnTo>
                    <a:pt x="5826181" y="1181688"/>
                  </a:lnTo>
                  <a:lnTo>
                    <a:pt x="5826327" y="1181688"/>
                  </a:lnTo>
                  <a:lnTo>
                    <a:pt x="5826472" y="1181688"/>
                  </a:lnTo>
                  <a:lnTo>
                    <a:pt x="5826617" y="1181688"/>
                  </a:lnTo>
                  <a:lnTo>
                    <a:pt x="5826763" y="1181688"/>
                  </a:lnTo>
                  <a:lnTo>
                    <a:pt x="5828072" y="1178570"/>
                  </a:lnTo>
                  <a:lnTo>
                    <a:pt x="5828217" y="1178570"/>
                  </a:lnTo>
                  <a:lnTo>
                    <a:pt x="5828653" y="1177947"/>
                  </a:lnTo>
                  <a:lnTo>
                    <a:pt x="5828799" y="1177323"/>
                  </a:lnTo>
                  <a:lnTo>
                    <a:pt x="5828944" y="1177323"/>
                  </a:lnTo>
                  <a:lnTo>
                    <a:pt x="5829526" y="1177323"/>
                  </a:lnTo>
                  <a:lnTo>
                    <a:pt x="5829526" y="1176699"/>
                  </a:lnTo>
                  <a:lnTo>
                    <a:pt x="5829526" y="1176076"/>
                  </a:lnTo>
                  <a:lnTo>
                    <a:pt x="5829671" y="1175452"/>
                  </a:lnTo>
                  <a:lnTo>
                    <a:pt x="5829817" y="1175452"/>
                  </a:lnTo>
                  <a:lnTo>
                    <a:pt x="5830253" y="1175452"/>
                  </a:lnTo>
                  <a:lnTo>
                    <a:pt x="5830398" y="1174829"/>
                  </a:lnTo>
                  <a:lnTo>
                    <a:pt x="5830544" y="1174829"/>
                  </a:lnTo>
                  <a:lnTo>
                    <a:pt x="5830980" y="1174829"/>
                  </a:lnTo>
                  <a:lnTo>
                    <a:pt x="5831271" y="1174829"/>
                  </a:lnTo>
                  <a:lnTo>
                    <a:pt x="5831416" y="1174829"/>
                  </a:lnTo>
                  <a:lnTo>
                    <a:pt x="5831998" y="1174205"/>
                  </a:lnTo>
                  <a:lnTo>
                    <a:pt x="5832144" y="1174205"/>
                  </a:lnTo>
                  <a:lnTo>
                    <a:pt x="5832434" y="1173581"/>
                  </a:lnTo>
                  <a:lnTo>
                    <a:pt x="5832725" y="1173581"/>
                  </a:lnTo>
                  <a:lnTo>
                    <a:pt x="5833016" y="1173581"/>
                  </a:lnTo>
                  <a:lnTo>
                    <a:pt x="5833162" y="1173581"/>
                  </a:lnTo>
                  <a:lnTo>
                    <a:pt x="5833743" y="1173581"/>
                  </a:lnTo>
                  <a:lnTo>
                    <a:pt x="5834034" y="1173581"/>
                  </a:lnTo>
                  <a:lnTo>
                    <a:pt x="5834761" y="1173581"/>
                  </a:lnTo>
                  <a:lnTo>
                    <a:pt x="5834761" y="1172958"/>
                  </a:lnTo>
                  <a:lnTo>
                    <a:pt x="5835052" y="1171711"/>
                  </a:lnTo>
                  <a:lnTo>
                    <a:pt x="5835197" y="1171087"/>
                  </a:lnTo>
                  <a:lnTo>
                    <a:pt x="5836361" y="1170464"/>
                  </a:lnTo>
                  <a:lnTo>
                    <a:pt x="5837088" y="1170464"/>
                  </a:lnTo>
                  <a:lnTo>
                    <a:pt x="5837233" y="1170464"/>
                  </a:lnTo>
                  <a:lnTo>
                    <a:pt x="5837379" y="1170464"/>
                  </a:lnTo>
                  <a:lnTo>
                    <a:pt x="5837524" y="1170464"/>
                  </a:lnTo>
                  <a:lnTo>
                    <a:pt x="5837670" y="1170464"/>
                  </a:lnTo>
                  <a:lnTo>
                    <a:pt x="5837815" y="1170464"/>
                  </a:lnTo>
                  <a:lnTo>
                    <a:pt x="5837961" y="1170464"/>
                  </a:lnTo>
                  <a:lnTo>
                    <a:pt x="5838397" y="1170464"/>
                  </a:lnTo>
                  <a:lnTo>
                    <a:pt x="5838542" y="1170464"/>
                  </a:lnTo>
                  <a:lnTo>
                    <a:pt x="5839124" y="1170464"/>
                  </a:lnTo>
                  <a:lnTo>
                    <a:pt x="5839269" y="1170464"/>
                  </a:lnTo>
                  <a:lnTo>
                    <a:pt x="5839415" y="1170464"/>
                  </a:lnTo>
                  <a:lnTo>
                    <a:pt x="5839706" y="1170464"/>
                  </a:lnTo>
                  <a:lnTo>
                    <a:pt x="5839851" y="1170464"/>
                  </a:lnTo>
                  <a:lnTo>
                    <a:pt x="5839997" y="1170464"/>
                  </a:lnTo>
                  <a:lnTo>
                    <a:pt x="5840142" y="1170464"/>
                  </a:lnTo>
                  <a:lnTo>
                    <a:pt x="5842469" y="1170464"/>
                  </a:lnTo>
                  <a:lnTo>
                    <a:pt x="5842614" y="1170464"/>
                  </a:lnTo>
                  <a:lnTo>
                    <a:pt x="5843487" y="1169840"/>
                  </a:lnTo>
                  <a:lnTo>
                    <a:pt x="5843632" y="1169840"/>
                  </a:lnTo>
                  <a:lnTo>
                    <a:pt x="5843778" y="1169840"/>
                  </a:lnTo>
                  <a:lnTo>
                    <a:pt x="5844796" y="1169840"/>
                  </a:lnTo>
                  <a:lnTo>
                    <a:pt x="5844941" y="1169840"/>
                  </a:lnTo>
                  <a:lnTo>
                    <a:pt x="5845086" y="1169840"/>
                  </a:lnTo>
                  <a:lnTo>
                    <a:pt x="5845232" y="1169840"/>
                  </a:lnTo>
                  <a:lnTo>
                    <a:pt x="5846395" y="1169840"/>
                  </a:lnTo>
                  <a:lnTo>
                    <a:pt x="5846541" y="1169840"/>
                  </a:lnTo>
                  <a:lnTo>
                    <a:pt x="5846686" y="1169840"/>
                  </a:lnTo>
                  <a:lnTo>
                    <a:pt x="5846977" y="1169840"/>
                  </a:lnTo>
                  <a:lnTo>
                    <a:pt x="5847413" y="1169840"/>
                  </a:lnTo>
                  <a:lnTo>
                    <a:pt x="5847704" y="1169216"/>
                  </a:lnTo>
                  <a:lnTo>
                    <a:pt x="5847849" y="1169216"/>
                  </a:lnTo>
                  <a:lnTo>
                    <a:pt x="5847995" y="1169216"/>
                  </a:lnTo>
                  <a:lnTo>
                    <a:pt x="5848140" y="1169216"/>
                  </a:lnTo>
                  <a:lnTo>
                    <a:pt x="5848140" y="1168593"/>
                  </a:lnTo>
                  <a:lnTo>
                    <a:pt x="5848431" y="1168593"/>
                  </a:lnTo>
                  <a:lnTo>
                    <a:pt x="5848577" y="1167969"/>
                  </a:lnTo>
                  <a:lnTo>
                    <a:pt x="5849013" y="1166722"/>
                  </a:lnTo>
                  <a:lnTo>
                    <a:pt x="5850031" y="1166722"/>
                  </a:lnTo>
                  <a:lnTo>
                    <a:pt x="5850322" y="1166722"/>
                  </a:lnTo>
                  <a:lnTo>
                    <a:pt x="5850613" y="1166098"/>
                  </a:lnTo>
                  <a:lnTo>
                    <a:pt x="5850903" y="1166098"/>
                  </a:lnTo>
                  <a:lnTo>
                    <a:pt x="5851631" y="1166098"/>
                  </a:lnTo>
                  <a:lnTo>
                    <a:pt x="5852067" y="1165475"/>
                  </a:lnTo>
                  <a:lnTo>
                    <a:pt x="5852212" y="1165475"/>
                  </a:lnTo>
                  <a:lnTo>
                    <a:pt x="5852358" y="1165475"/>
                  </a:lnTo>
                  <a:lnTo>
                    <a:pt x="5852358" y="1164228"/>
                  </a:lnTo>
                  <a:lnTo>
                    <a:pt x="5852503" y="1164228"/>
                  </a:lnTo>
                  <a:lnTo>
                    <a:pt x="5852649" y="1164228"/>
                  </a:lnTo>
                  <a:lnTo>
                    <a:pt x="5852794" y="1164228"/>
                  </a:lnTo>
                  <a:lnTo>
                    <a:pt x="5853376" y="1164228"/>
                  </a:lnTo>
                  <a:lnTo>
                    <a:pt x="5853812" y="1163604"/>
                  </a:lnTo>
                  <a:lnTo>
                    <a:pt x="5854248" y="1163604"/>
                  </a:lnTo>
                  <a:lnTo>
                    <a:pt x="5854394" y="1162357"/>
                  </a:lnTo>
                  <a:lnTo>
                    <a:pt x="5854975" y="1162357"/>
                  </a:lnTo>
                  <a:lnTo>
                    <a:pt x="5855266" y="1162357"/>
                  </a:lnTo>
                  <a:lnTo>
                    <a:pt x="5855702" y="1162357"/>
                  </a:lnTo>
                  <a:lnTo>
                    <a:pt x="5855848" y="1162357"/>
                  </a:lnTo>
                  <a:lnTo>
                    <a:pt x="5856430" y="1161733"/>
                  </a:lnTo>
                  <a:lnTo>
                    <a:pt x="5857011" y="1161110"/>
                  </a:lnTo>
                  <a:lnTo>
                    <a:pt x="5857157" y="1161110"/>
                  </a:lnTo>
                  <a:lnTo>
                    <a:pt x="5857448" y="1161110"/>
                  </a:lnTo>
                  <a:lnTo>
                    <a:pt x="5857738" y="1161110"/>
                  </a:lnTo>
                  <a:lnTo>
                    <a:pt x="5857738" y="1160486"/>
                  </a:lnTo>
                  <a:lnTo>
                    <a:pt x="5859484" y="1159863"/>
                  </a:lnTo>
                  <a:lnTo>
                    <a:pt x="5859920" y="1157368"/>
                  </a:lnTo>
                  <a:lnTo>
                    <a:pt x="5860065" y="1157368"/>
                  </a:lnTo>
                  <a:lnTo>
                    <a:pt x="5860211" y="1157368"/>
                  </a:lnTo>
                  <a:lnTo>
                    <a:pt x="5860647" y="1156745"/>
                  </a:lnTo>
                  <a:lnTo>
                    <a:pt x="5861374" y="1156745"/>
                  </a:lnTo>
                  <a:lnTo>
                    <a:pt x="5861519" y="1156745"/>
                  </a:lnTo>
                  <a:lnTo>
                    <a:pt x="5862101" y="1156745"/>
                  </a:lnTo>
                  <a:lnTo>
                    <a:pt x="5862247" y="1156745"/>
                  </a:lnTo>
                  <a:lnTo>
                    <a:pt x="5862247" y="1156121"/>
                  </a:lnTo>
                  <a:lnTo>
                    <a:pt x="5862683" y="1156121"/>
                  </a:lnTo>
                  <a:lnTo>
                    <a:pt x="5864283" y="1155498"/>
                  </a:lnTo>
                  <a:lnTo>
                    <a:pt x="5864428" y="1155498"/>
                  </a:lnTo>
                  <a:lnTo>
                    <a:pt x="5864573" y="1155498"/>
                  </a:lnTo>
                  <a:lnTo>
                    <a:pt x="5864864" y="1155498"/>
                  </a:lnTo>
                  <a:lnTo>
                    <a:pt x="5865010" y="1155498"/>
                  </a:lnTo>
                  <a:lnTo>
                    <a:pt x="5865010" y="1154874"/>
                  </a:lnTo>
                  <a:lnTo>
                    <a:pt x="5865301" y="1154874"/>
                  </a:lnTo>
                  <a:lnTo>
                    <a:pt x="5865737" y="1154874"/>
                  </a:lnTo>
                  <a:lnTo>
                    <a:pt x="5866464" y="1154250"/>
                  </a:lnTo>
                  <a:lnTo>
                    <a:pt x="5866609" y="1154250"/>
                  </a:lnTo>
                  <a:lnTo>
                    <a:pt x="5867773" y="1153003"/>
                  </a:lnTo>
                  <a:lnTo>
                    <a:pt x="5867918" y="1153003"/>
                  </a:lnTo>
                  <a:lnTo>
                    <a:pt x="5868209" y="1153003"/>
                  </a:lnTo>
                  <a:lnTo>
                    <a:pt x="5868500" y="1152380"/>
                  </a:lnTo>
                  <a:lnTo>
                    <a:pt x="5869227" y="1152380"/>
                  </a:lnTo>
                  <a:lnTo>
                    <a:pt x="5870536" y="1152380"/>
                  </a:lnTo>
                  <a:lnTo>
                    <a:pt x="5870681" y="1152380"/>
                  </a:lnTo>
                  <a:lnTo>
                    <a:pt x="5870827" y="1152380"/>
                  </a:lnTo>
                  <a:lnTo>
                    <a:pt x="5870972" y="1152380"/>
                  </a:lnTo>
                  <a:lnTo>
                    <a:pt x="5871263" y="1152380"/>
                  </a:lnTo>
                  <a:lnTo>
                    <a:pt x="5871699" y="1151756"/>
                  </a:lnTo>
                  <a:lnTo>
                    <a:pt x="5872281" y="1151756"/>
                  </a:lnTo>
                  <a:lnTo>
                    <a:pt x="5872863" y="1151756"/>
                  </a:lnTo>
                  <a:lnTo>
                    <a:pt x="5874171" y="1151756"/>
                  </a:lnTo>
                  <a:lnTo>
                    <a:pt x="5874462" y="1151756"/>
                  </a:lnTo>
                  <a:lnTo>
                    <a:pt x="5874608" y="1151756"/>
                  </a:lnTo>
                  <a:lnTo>
                    <a:pt x="5874753" y="1151756"/>
                  </a:lnTo>
                  <a:lnTo>
                    <a:pt x="5875480" y="1151756"/>
                  </a:lnTo>
                  <a:lnTo>
                    <a:pt x="5875626" y="1151756"/>
                  </a:lnTo>
                  <a:lnTo>
                    <a:pt x="5875771" y="1151756"/>
                  </a:lnTo>
                  <a:lnTo>
                    <a:pt x="5876789" y="1151756"/>
                  </a:lnTo>
                  <a:lnTo>
                    <a:pt x="5876935" y="1151756"/>
                  </a:lnTo>
                  <a:lnTo>
                    <a:pt x="5876935" y="1151132"/>
                  </a:lnTo>
                  <a:lnTo>
                    <a:pt x="5877080" y="1151132"/>
                  </a:lnTo>
                  <a:lnTo>
                    <a:pt x="5877225" y="1151132"/>
                  </a:lnTo>
                  <a:lnTo>
                    <a:pt x="5878389" y="1151132"/>
                  </a:lnTo>
                  <a:lnTo>
                    <a:pt x="5879261" y="1150509"/>
                  </a:lnTo>
                  <a:lnTo>
                    <a:pt x="5879407" y="1150509"/>
                  </a:lnTo>
                  <a:lnTo>
                    <a:pt x="5879698" y="1150509"/>
                  </a:lnTo>
                  <a:lnTo>
                    <a:pt x="5879989" y="1150509"/>
                  </a:lnTo>
                  <a:lnTo>
                    <a:pt x="5880134" y="1150509"/>
                  </a:lnTo>
                  <a:lnTo>
                    <a:pt x="5881006" y="1150509"/>
                  </a:lnTo>
                  <a:lnTo>
                    <a:pt x="5881297" y="1149885"/>
                  </a:lnTo>
                  <a:lnTo>
                    <a:pt x="5881443" y="1149885"/>
                  </a:lnTo>
                  <a:lnTo>
                    <a:pt x="5881734" y="1149885"/>
                  </a:lnTo>
                  <a:lnTo>
                    <a:pt x="5882170" y="1149885"/>
                  </a:lnTo>
                  <a:lnTo>
                    <a:pt x="5882315" y="1149885"/>
                  </a:lnTo>
                  <a:lnTo>
                    <a:pt x="5882461" y="1149885"/>
                  </a:lnTo>
                  <a:lnTo>
                    <a:pt x="5883333" y="1149885"/>
                  </a:lnTo>
                  <a:lnTo>
                    <a:pt x="5883624" y="1149885"/>
                  </a:lnTo>
                  <a:lnTo>
                    <a:pt x="5883770" y="1149885"/>
                  </a:lnTo>
                  <a:lnTo>
                    <a:pt x="5884060" y="1149885"/>
                  </a:lnTo>
                  <a:lnTo>
                    <a:pt x="5884351" y="1149885"/>
                  </a:lnTo>
                  <a:lnTo>
                    <a:pt x="5885078" y="1149885"/>
                  </a:lnTo>
                  <a:lnTo>
                    <a:pt x="5885369" y="1149262"/>
                  </a:lnTo>
                  <a:lnTo>
                    <a:pt x="5885951" y="1149262"/>
                  </a:lnTo>
                  <a:lnTo>
                    <a:pt x="5886096" y="1149262"/>
                  </a:lnTo>
                  <a:lnTo>
                    <a:pt x="5886387" y="1149262"/>
                  </a:lnTo>
                  <a:lnTo>
                    <a:pt x="5886533" y="1149262"/>
                  </a:lnTo>
                  <a:lnTo>
                    <a:pt x="5886824" y="1148638"/>
                  </a:lnTo>
                  <a:lnTo>
                    <a:pt x="5886969" y="1148638"/>
                  </a:lnTo>
                  <a:lnTo>
                    <a:pt x="5887405" y="1148638"/>
                  </a:lnTo>
                  <a:lnTo>
                    <a:pt x="5887987" y="1148638"/>
                  </a:lnTo>
                  <a:lnTo>
                    <a:pt x="5888132" y="1148638"/>
                  </a:lnTo>
                  <a:lnTo>
                    <a:pt x="5889296" y="1148638"/>
                  </a:lnTo>
                  <a:lnTo>
                    <a:pt x="5889877" y="1148638"/>
                  </a:lnTo>
                  <a:lnTo>
                    <a:pt x="5890023" y="1148638"/>
                  </a:lnTo>
                  <a:lnTo>
                    <a:pt x="5890168" y="1148638"/>
                  </a:lnTo>
                  <a:lnTo>
                    <a:pt x="5890314" y="1148015"/>
                  </a:lnTo>
                  <a:lnTo>
                    <a:pt x="5890605" y="1148015"/>
                  </a:lnTo>
                  <a:lnTo>
                    <a:pt x="5890750" y="1148015"/>
                  </a:lnTo>
                  <a:lnTo>
                    <a:pt x="5890895" y="1148015"/>
                  </a:lnTo>
                  <a:lnTo>
                    <a:pt x="5890895" y="1147391"/>
                  </a:lnTo>
                  <a:lnTo>
                    <a:pt x="5891041" y="1147391"/>
                  </a:lnTo>
                  <a:lnTo>
                    <a:pt x="5891186" y="1147391"/>
                  </a:lnTo>
                  <a:lnTo>
                    <a:pt x="5891332" y="1147391"/>
                  </a:lnTo>
                  <a:lnTo>
                    <a:pt x="5891477" y="1147391"/>
                  </a:lnTo>
                  <a:lnTo>
                    <a:pt x="5892786" y="1146144"/>
                  </a:lnTo>
                  <a:lnTo>
                    <a:pt x="5892931" y="1146144"/>
                  </a:lnTo>
                  <a:lnTo>
                    <a:pt x="5893368" y="1146144"/>
                  </a:lnTo>
                  <a:lnTo>
                    <a:pt x="5893659" y="1146144"/>
                  </a:lnTo>
                  <a:lnTo>
                    <a:pt x="5893949" y="1146144"/>
                  </a:lnTo>
                  <a:lnTo>
                    <a:pt x="5894095" y="1146144"/>
                  </a:lnTo>
                  <a:lnTo>
                    <a:pt x="5894386" y="1146144"/>
                  </a:lnTo>
                  <a:lnTo>
                    <a:pt x="5894531" y="1146144"/>
                  </a:lnTo>
                  <a:lnTo>
                    <a:pt x="5895404" y="1144897"/>
                  </a:lnTo>
                  <a:lnTo>
                    <a:pt x="5895694" y="1144273"/>
                  </a:lnTo>
                  <a:lnTo>
                    <a:pt x="5895985" y="1144273"/>
                  </a:lnTo>
                  <a:lnTo>
                    <a:pt x="5896276" y="1143649"/>
                  </a:lnTo>
                  <a:lnTo>
                    <a:pt x="5896567" y="1143649"/>
                  </a:lnTo>
                  <a:lnTo>
                    <a:pt x="5896712" y="1143649"/>
                  </a:lnTo>
                  <a:lnTo>
                    <a:pt x="5897149" y="1143649"/>
                  </a:lnTo>
                  <a:lnTo>
                    <a:pt x="5898021" y="1143649"/>
                  </a:lnTo>
                  <a:lnTo>
                    <a:pt x="5898894" y="1143026"/>
                  </a:lnTo>
                  <a:lnTo>
                    <a:pt x="5899476" y="1142402"/>
                  </a:lnTo>
                  <a:lnTo>
                    <a:pt x="5899621" y="1142402"/>
                  </a:lnTo>
                  <a:lnTo>
                    <a:pt x="5900057" y="1142402"/>
                  </a:lnTo>
                  <a:lnTo>
                    <a:pt x="5900203" y="1142402"/>
                  </a:lnTo>
                  <a:lnTo>
                    <a:pt x="5900348" y="1141779"/>
                  </a:lnTo>
                  <a:lnTo>
                    <a:pt x="5900639" y="1141779"/>
                  </a:lnTo>
                  <a:lnTo>
                    <a:pt x="5900784" y="1141779"/>
                  </a:lnTo>
                  <a:lnTo>
                    <a:pt x="5901948" y="1141155"/>
                  </a:lnTo>
                  <a:lnTo>
                    <a:pt x="5902675" y="1141155"/>
                  </a:lnTo>
                  <a:lnTo>
                    <a:pt x="5902820" y="1141155"/>
                  </a:lnTo>
                  <a:lnTo>
                    <a:pt x="5902966" y="1141155"/>
                  </a:lnTo>
                  <a:lnTo>
                    <a:pt x="5903111" y="1141155"/>
                  </a:lnTo>
                  <a:lnTo>
                    <a:pt x="5903257" y="1141155"/>
                  </a:lnTo>
                  <a:lnTo>
                    <a:pt x="5903547" y="1141155"/>
                  </a:lnTo>
                  <a:lnTo>
                    <a:pt x="5903838" y="1141155"/>
                  </a:lnTo>
                  <a:lnTo>
                    <a:pt x="5904711" y="1140532"/>
                  </a:lnTo>
                  <a:lnTo>
                    <a:pt x="5904856" y="1140532"/>
                  </a:lnTo>
                  <a:lnTo>
                    <a:pt x="5905002" y="1140532"/>
                  </a:lnTo>
                  <a:lnTo>
                    <a:pt x="5905147" y="1140532"/>
                  </a:lnTo>
                  <a:lnTo>
                    <a:pt x="5905147" y="1139908"/>
                  </a:lnTo>
                  <a:lnTo>
                    <a:pt x="5905729" y="1138661"/>
                  </a:lnTo>
                  <a:lnTo>
                    <a:pt x="5905874" y="1138661"/>
                  </a:lnTo>
                  <a:lnTo>
                    <a:pt x="5906165" y="1138661"/>
                  </a:lnTo>
                  <a:lnTo>
                    <a:pt x="5906311" y="1138661"/>
                  </a:lnTo>
                  <a:lnTo>
                    <a:pt x="5906601" y="1138661"/>
                  </a:lnTo>
                  <a:lnTo>
                    <a:pt x="5907183" y="1138661"/>
                  </a:lnTo>
                  <a:lnTo>
                    <a:pt x="5907765" y="1138037"/>
                  </a:lnTo>
                  <a:lnTo>
                    <a:pt x="5907910" y="1138037"/>
                  </a:lnTo>
                  <a:lnTo>
                    <a:pt x="5908056" y="1138037"/>
                  </a:lnTo>
                  <a:lnTo>
                    <a:pt x="5908201" y="1138037"/>
                  </a:lnTo>
                  <a:lnTo>
                    <a:pt x="5908928" y="1138037"/>
                  </a:lnTo>
                  <a:lnTo>
                    <a:pt x="5909364" y="1138037"/>
                  </a:lnTo>
                  <a:lnTo>
                    <a:pt x="5909510" y="1138037"/>
                  </a:lnTo>
                  <a:lnTo>
                    <a:pt x="5909655" y="1137414"/>
                  </a:lnTo>
                  <a:lnTo>
                    <a:pt x="5909655" y="1136790"/>
                  </a:lnTo>
                  <a:lnTo>
                    <a:pt x="5909801" y="1136790"/>
                  </a:lnTo>
                  <a:lnTo>
                    <a:pt x="5909946" y="1136166"/>
                  </a:lnTo>
                  <a:lnTo>
                    <a:pt x="5910237" y="1136166"/>
                  </a:lnTo>
                  <a:lnTo>
                    <a:pt x="5910673" y="1134919"/>
                  </a:lnTo>
                  <a:lnTo>
                    <a:pt x="5910819" y="1134919"/>
                  </a:lnTo>
                  <a:lnTo>
                    <a:pt x="5910964" y="1134919"/>
                  </a:lnTo>
                  <a:lnTo>
                    <a:pt x="5911110" y="1134919"/>
                  </a:lnTo>
                  <a:lnTo>
                    <a:pt x="5911982" y="1134296"/>
                  </a:lnTo>
                  <a:lnTo>
                    <a:pt x="5912564" y="1134296"/>
                  </a:lnTo>
                  <a:lnTo>
                    <a:pt x="5912709" y="1134296"/>
                  </a:lnTo>
                  <a:lnTo>
                    <a:pt x="5913291" y="1133672"/>
                  </a:lnTo>
                  <a:lnTo>
                    <a:pt x="5913436" y="1133672"/>
                  </a:lnTo>
                  <a:lnTo>
                    <a:pt x="5913582" y="1133672"/>
                  </a:lnTo>
                  <a:lnTo>
                    <a:pt x="5914891" y="1133672"/>
                  </a:lnTo>
                  <a:lnTo>
                    <a:pt x="5915472" y="1133672"/>
                  </a:lnTo>
                  <a:lnTo>
                    <a:pt x="5915618" y="1133672"/>
                  </a:lnTo>
                  <a:lnTo>
                    <a:pt x="5916054" y="1133672"/>
                  </a:lnTo>
                  <a:lnTo>
                    <a:pt x="5916199" y="1133672"/>
                  </a:lnTo>
                  <a:lnTo>
                    <a:pt x="5916781" y="1133672"/>
                  </a:lnTo>
                  <a:lnTo>
                    <a:pt x="5916927" y="1133672"/>
                  </a:lnTo>
                  <a:lnTo>
                    <a:pt x="5917799" y="1133672"/>
                  </a:lnTo>
                  <a:lnTo>
                    <a:pt x="5918235" y="1133672"/>
                  </a:lnTo>
                  <a:lnTo>
                    <a:pt x="5918381" y="1133049"/>
                  </a:lnTo>
                  <a:lnTo>
                    <a:pt x="5918817" y="1133049"/>
                  </a:lnTo>
                  <a:lnTo>
                    <a:pt x="5918963" y="1133049"/>
                  </a:lnTo>
                  <a:lnTo>
                    <a:pt x="5919253" y="1133049"/>
                  </a:lnTo>
                  <a:lnTo>
                    <a:pt x="5919544" y="1133049"/>
                  </a:lnTo>
                  <a:lnTo>
                    <a:pt x="5919690" y="1133049"/>
                  </a:lnTo>
                  <a:lnTo>
                    <a:pt x="5919835" y="1132425"/>
                  </a:lnTo>
                  <a:lnTo>
                    <a:pt x="5919981" y="1132425"/>
                  </a:lnTo>
                  <a:lnTo>
                    <a:pt x="5920126" y="1132425"/>
                  </a:lnTo>
                  <a:lnTo>
                    <a:pt x="5920271" y="1132425"/>
                  </a:lnTo>
                  <a:lnTo>
                    <a:pt x="5920417" y="1132425"/>
                  </a:lnTo>
                  <a:lnTo>
                    <a:pt x="5920708" y="1132425"/>
                  </a:lnTo>
                  <a:lnTo>
                    <a:pt x="5920999" y="1132425"/>
                  </a:lnTo>
                  <a:lnTo>
                    <a:pt x="5921435" y="1131801"/>
                  </a:lnTo>
                  <a:lnTo>
                    <a:pt x="5921871" y="1131801"/>
                  </a:lnTo>
                  <a:lnTo>
                    <a:pt x="5922016" y="1131801"/>
                  </a:lnTo>
                  <a:lnTo>
                    <a:pt x="5922453" y="1131801"/>
                  </a:lnTo>
                  <a:lnTo>
                    <a:pt x="5922889" y="1131801"/>
                  </a:lnTo>
                  <a:lnTo>
                    <a:pt x="5923034" y="1131801"/>
                  </a:lnTo>
                  <a:lnTo>
                    <a:pt x="5923325" y="1131801"/>
                  </a:lnTo>
                  <a:lnTo>
                    <a:pt x="5923471" y="1131801"/>
                  </a:lnTo>
                  <a:lnTo>
                    <a:pt x="5923762" y="1131801"/>
                  </a:lnTo>
                  <a:lnTo>
                    <a:pt x="5923907" y="1131801"/>
                  </a:lnTo>
                  <a:lnTo>
                    <a:pt x="5928561" y="1128683"/>
                  </a:lnTo>
                  <a:lnTo>
                    <a:pt x="5928851" y="1128683"/>
                  </a:lnTo>
                  <a:lnTo>
                    <a:pt x="5929433" y="1128683"/>
                  </a:lnTo>
                  <a:lnTo>
                    <a:pt x="5929724" y="1128060"/>
                  </a:lnTo>
                  <a:lnTo>
                    <a:pt x="5929869" y="1126813"/>
                  </a:lnTo>
                  <a:lnTo>
                    <a:pt x="5930451" y="1126813"/>
                  </a:lnTo>
                  <a:lnTo>
                    <a:pt x="5930742" y="1126813"/>
                  </a:lnTo>
                  <a:lnTo>
                    <a:pt x="5931324" y="1126813"/>
                  </a:lnTo>
                  <a:lnTo>
                    <a:pt x="5931469" y="1126189"/>
                  </a:lnTo>
                  <a:lnTo>
                    <a:pt x="5931469" y="1125566"/>
                  </a:lnTo>
                  <a:lnTo>
                    <a:pt x="5931615" y="1125566"/>
                  </a:lnTo>
                  <a:lnTo>
                    <a:pt x="5931760" y="1125566"/>
                  </a:lnTo>
                  <a:lnTo>
                    <a:pt x="5932051" y="1125566"/>
                  </a:lnTo>
                  <a:lnTo>
                    <a:pt x="5932196" y="1125566"/>
                  </a:lnTo>
                  <a:lnTo>
                    <a:pt x="5932342" y="1125566"/>
                  </a:lnTo>
                  <a:lnTo>
                    <a:pt x="5932633" y="1125566"/>
                  </a:lnTo>
                  <a:lnTo>
                    <a:pt x="5932923" y="1125566"/>
                  </a:lnTo>
                  <a:lnTo>
                    <a:pt x="5933505" y="1125566"/>
                  </a:lnTo>
                  <a:lnTo>
                    <a:pt x="5933651" y="1124318"/>
                  </a:lnTo>
                  <a:lnTo>
                    <a:pt x="5934087" y="1124318"/>
                  </a:lnTo>
                  <a:lnTo>
                    <a:pt x="5934669" y="1124318"/>
                  </a:lnTo>
                  <a:lnTo>
                    <a:pt x="5935105" y="1124318"/>
                  </a:lnTo>
                  <a:lnTo>
                    <a:pt x="5935977" y="1124318"/>
                  </a:lnTo>
                  <a:lnTo>
                    <a:pt x="5936414" y="1124318"/>
                  </a:lnTo>
                  <a:lnTo>
                    <a:pt x="5936414" y="1123695"/>
                  </a:lnTo>
                  <a:lnTo>
                    <a:pt x="5936850" y="1123695"/>
                  </a:lnTo>
                  <a:lnTo>
                    <a:pt x="5937577" y="1123695"/>
                  </a:lnTo>
                  <a:lnTo>
                    <a:pt x="5937577" y="1123071"/>
                  </a:lnTo>
                  <a:lnTo>
                    <a:pt x="5938013" y="1123071"/>
                  </a:lnTo>
                  <a:lnTo>
                    <a:pt x="5939031" y="1121201"/>
                  </a:lnTo>
                  <a:lnTo>
                    <a:pt x="5939468" y="1121201"/>
                  </a:lnTo>
                  <a:lnTo>
                    <a:pt x="5939758" y="1121201"/>
                  </a:lnTo>
                  <a:lnTo>
                    <a:pt x="5940195" y="1121201"/>
                  </a:lnTo>
                  <a:lnTo>
                    <a:pt x="5940776" y="1121201"/>
                  </a:lnTo>
                  <a:lnTo>
                    <a:pt x="5941213" y="1121201"/>
                  </a:lnTo>
                  <a:lnTo>
                    <a:pt x="5941794" y="1119953"/>
                  </a:lnTo>
                  <a:lnTo>
                    <a:pt x="5942085" y="1119953"/>
                  </a:lnTo>
                  <a:lnTo>
                    <a:pt x="5942231" y="1119330"/>
                  </a:lnTo>
                  <a:lnTo>
                    <a:pt x="5942376" y="1119330"/>
                  </a:lnTo>
                  <a:lnTo>
                    <a:pt x="5942812" y="1118706"/>
                  </a:lnTo>
                  <a:lnTo>
                    <a:pt x="5943394" y="1118706"/>
                  </a:lnTo>
                  <a:lnTo>
                    <a:pt x="5943539" y="1118706"/>
                  </a:lnTo>
                  <a:lnTo>
                    <a:pt x="5943685" y="1118706"/>
                  </a:lnTo>
                  <a:lnTo>
                    <a:pt x="5943830" y="1118706"/>
                  </a:lnTo>
                  <a:lnTo>
                    <a:pt x="5944121" y="1118706"/>
                  </a:lnTo>
                  <a:lnTo>
                    <a:pt x="5944267" y="1118706"/>
                  </a:lnTo>
                  <a:lnTo>
                    <a:pt x="5944557" y="1118706"/>
                  </a:lnTo>
                  <a:lnTo>
                    <a:pt x="5944557" y="1118083"/>
                  </a:lnTo>
                  <a:lnTo>
                    <a:pt x="5944703" y="1118083"/>
                  </a:lnTo>
                  <a:lnTo>
                    <a:pt x="5944994" y="1118083"/>
                  </a:lnTo>
                  <a:lnTo>
                    <a:pt x="5945575" y="1118083"/>
                  </a:lnTo>
                  <a:lnTo>
                    <a:pt x="5946303" y="1118083"/>
                  </a:lnTo>
                  <a:lnTo>
                    <a:pt x="5946593" y="1118083"/>
                  </a:lnTo>
                  <a:lnTo>
                    <a:pt x="5946739" y="1118083"/>
                  </a:lnTo>
                  <a:lnTo>
                    <a:pt x="5946884" y="1117459"/>
                  </a:lnTo>
                  <a:lnTo>
                    <a:pt x="5947030" y="1117459"/>
                  </a:lnTo>
                  <a:lnTo>
                    <a:pt x="5947175" y="1117459"/>
                  </a:lnTo>
                  <a:lnTo>
                    <a:pt x="5947175" y="1116835"/>
                  </a:lnTo>
                  <a:lnTo>
                    <a:pt x="5947902" y="1115588"/>
                  </a:lnTo>
                  <a:lnTo>
                    <a:pt x="5948048" y="1115588"/>
                  </a:lnTo>
                  <a:lnTo>
                    <a:pt x="5948193" y="1115588"/>
                  </a:lnTo>
                  <a:lnTo>
                    <a:pt x="5948629" y="1114965"/>
                  </a:lnTo>
                  <a:lnTo>
                    <a:pt x="5948775" y="1114965"/>
                  </a:lnTo>
                  <a:lnTo>
                    <a:pt x="5949793" y="1114341"/>
                  </a:lnTo>
                  <a:lnTo>
                    <a:pt x="5950229" y="1114341"/>
                  </a:lnTo>
                  <a:lnTo>
                    <a:pt x="5950665" y="1114341"/>
                  </a:lnTo>
                  <a:lnTo>
                    <a:pt x="5952265" y="1113094"/>
                  </a:lnTo>
                  <a:lnTo>
                    <a:pt x="5952410" y="1113094"/>
                  </a:lnTo>
                  <a:lnTo>
                    <a:pt x="5952410" y="1112470"/>
                  </a:lnTo>
                  <a:lnTo>
                    <a:pt x="5952556" y="1112470"/>
                  </a:lnTo>
                  <a:lnTo>
                    <a:pt x="5952992" y="1111847"/>
                  </a:lnTo>
                  <a:lnTo>
                    <a:pt x="5953138" y="1111847"/>
                  </a:lnTo>
                  <a:lnTo>
                    <a:pt x="5953283" y="1111847"/>
                  </a:lnTo>
                  <a:lnTo>
                    <a:pt x="5953428" y="1111847"/>
                  </a:lnTo>
                  <a:lnTo>
                    <a:pt x="5953574" y="1111847"/>
                  </a:lnTo>
                  <a:lnTo>
                    <a:pt x="5953719" y="1111847"/>
                  </a:lnTo>
                  <a:lnTo>
                    <a:pt x="5954446" y="1111223"/>
                  </a:lnTo>
                  <a:lnTo>
                    <a:pt x="5955319" y="1110600"/>
                  </a:lnTo>
                  <a:lnTo>
                    <a:pt x="5955755" y="1110600"/>
                  </a:lnTo>
                  <a:lnTo>
                    <a:pt x="5955901" y="1110600"/>
                  </a:lnTo>
                  <a:lnTo>
                    <a:pt x="5956046" y="1110600"/>
                  </a:lnTo>
                  <a:lnTo>
                    <a:pt x="5956628" y="1109976"/>
                  </a:lnTo>
                  <a:lnTo>
                    <a:pt x="5956628" y="1109352"/>
                  </a:lnTo>
                  <a:lnTo>
                    <a:pt x="5956919" y="1109352"/>
                  </a:lnTo>
                  <a:lnTo>
                    <a:pt x="5957209" y="1109352"/>
                  </a:lnTo>
                  <a:lnTo>
                    <a:pt x="5957209" y="1108729"/>
                  </a:lnTo>
                  <a:lnTo>
                    <a:pt x="5957355" y="1108729"/>
                  </a:lnTo>
                  <a:lnTo>
                    <a:pt x="5957791" y="1108729"/>
                  </a:lnTo>
                  <a:lnTo>
                    <a:pt x="5958227" y="1107482"/>
                  </a:lnTo>
                  <a:lnTo>
                    <a:pt x="5958373" y="1107482"/>
                  </a:lnTo>
                  <a:lnTo>
                    <a:pt x="5959391" y="1104987"/>
                  </a:lnTo>
                  <a:lnTo>
                    <a:pt x="5959536" y="1104364"/>
                  </a:lnTo>
                  <a:lnTo>
                    <a:pt x="5959682" y="1104364"/>
                  </a:lnTo>
                  <a:lnTo>
                    <a:pt x="5959827" y="1104364"/>
                  </a:lnTo>
                  <a:lnTo>
                    <a:pt x="5960845" y="1104364"/>
                  </a:lnTo>
                  <a:lnTo>
                    <a:pt x="5961281" y="1104364"/>
                  </a:lnTo>
                  <a:lnTo>
                    <a:pt x="5961427" y="1103740"/>
                  </a:lnTo>
                  <a:lnTo>
                    <a:pt x="5961863" y="1103740"/>
                  </a:lnTo>
                  <a:lnTo>
                    <a:pt x="5961863" y="1103117"/>
                  </a:lnTo>
                  <a:lnTo>
                    <a:pt x="5962881" y="1102493"/>
                  </a:lnTo>
                  <a:lnTo>
                    <a:pt x="5962881" y="1101869"/>
                  </a:lnTo>
                  <a:lnTo>
                    <a:pt x="5963754" y="1101869"/>
                  </a:lnTo>
                  <a:lnTo>
                    <a:pt x="5963899" y="1101869"/>
                  </a:lnTo>
                  <a:lnTo>
                    <a:pt x="5964044" y="1101869"/>
                  </a:lnTo>
                  <a:lnTo>
                    <a:pt x="5964917" y="1100622"/>
                  </a:lnTo>
                  <a:lnTo>
                    <a:pt x="5965644" y="1099375"/>
                  </a:lnTo>
                  <a:lnTo>
                    <a:pt x="5965790" y="1099375"/>
                  </a:lnTo>
                  <a:lnTo>
                    <a:pt x="5965935" y="1099375"/>
                  </a:lnTo>
                  <a:lnTo>
                    <a:pt x="5966808" y="1099375"/>
                  </a:lnTo>
                  <a:lnTo>
                    <a:pt x="5967098" y="1099375"/>
                  </a:lnTo>
                  <a:lnTo>
                    <a:pt x="5967971" y="1097504"/>
                  </a:lnTo>
                  <a:lnTo>
                    <a:pt x="5968407" y="1097504"/>
                  </a:lnTo>
                  <a:lnTo>
                    <a:pt x="5968698" y="1097504"/>
                  </a:lnTo>
                  <a:lnTo>
                    <a:pt x="5968843" y="1097504"/>
                  </a:lnTo>
                  <a:lnTo>
                    <a:pt x="5968989" y="1096881"/>
                  </a:lnTo>
                  <a:lnTo>
                    <a:pt x="5969134" y="1096881"/>
                  </a:lnTo>
                  <a:lnTo>
                    <a:pt x="5969280" y="1096881"/>
                  </a:lnTo>
                  <a:lnTo>
                    <a:pt x="5969425" y="1096881"/>
                  </a:lnTo>
                  <a:lnTo>
                    <a:pt x="5969716" y="1096881"/>
                  </a:lnTo>
                  <a:lnTo>
                    <a:pt x="5970007" y="1096881"/>
                  </a:lnTo>
                  <a:lnTo>
                    <a:pt x="5970152" y="1096881"/>
                  </a:lnTo>
                  <a:lnTo>
                    <a:pt x="5970298" y="1096881"/>
                  </a:lnTo>
                  <a:lnTo>
                    <a:pt x="5970879" y="1096881"/>
                  </a:lnTo>
                  <a:lnTo>
                    <a:pt x="5971025" y="1096881"/>
                  </a:lnTo>
                  <a:lnTo>
                    <a:pt x="5971316" y="1096257"/>
                  </a:lnTo>
                  <a:lnTo>
                    <a:pt x="5971461" y="1096257"/>
                  </a:lnTo>
                  <a:lnTo>
                    <a:pt x="5972188" y="1095634"/>
                  </a:lnTo>
                  <a:lnTo>
                    <a:pt x="5972479" y="1095634"/>
                  </a:lnTo>
                  <a:lnTo>
                    <a:pt x="5972770" y="1095010"/>
                  </a:lnTo>
                  <a:lnTo>
                    <a:pt x="5973061" y="1095010"/>
                  </a:lnTo>
                  <a:lnTo>
                    <a:pt x="5973352" y="1095010"/>
                  </a:lnTo>
                  <a:lnTo>
                    <a:pt x="5973788" y="1095010"/>
                  </a:lnTo>
                  <a:lnTo>
                    <a:pt x="5974079" y="1094386"/>
                  </a:lnTo>
                  <a:lnTo>
                    <a:pt x="5974806" y="1094386"/>
                  </a:lnTo>
                  <a:lnTo>
                    <a:pt x="5976115" y="1092516"/>
                  </a:lnTo>
                  <a:lnTo>
                    <a:pt x="5976987" y="1091892"/>
                  </a:lnTo>
                  <a:lnTo>
                    <a:pt x="5977569" y="1091892"/>
                  </a:lnTo>
                  <a:lnTo>
                    <a:pt x="5977714" y="1091892"/>
                  </a:lnTo>
                  <a:lnTo>
                    <a:pt x="5977860" y="1091892"/>
                  </a:lnTo>
                  <a:lnTo>
                    <a:pt x="5978005" y="1091892"/>
                  </a:lnTo>
                  <a:lnTo>
                    <a:pt x="5978151" y="1091892"/>
                  </a:lnTo>
                  <a:lnTo>
                    <a:pt x="5979169" y="1090645"/>
                  </a:lnTo>
                  <a:lnTo>
                    <a:pt x="5979460" y="1090645"/>
                  </a:lnTo>
                  <a:lnTo>
                    <a:pt x="5979605" y="1090021"/>
                  </a:lnTo>
                  <a:lnTo>
                    <a:pt x="5980041" y="1090021"/>
                  </a:lnTo>
                  <a:lnTo>
                    <a:pt x="5980041" y="1089398"/>
                  </a:lnTo>
                  <a:lnTo>
                    <a:pt x="5980187" y="1089398"/>
                  </a:lnTo>
                  <a:lnTo>
                    <a:pt x="5980478" y="1089398"/>
                  </a:lnTo>
                  <a:lnTo>
                    <a:pt x="5980914" y="1088774"/>
                  </a:lnTo>
                  <a:lnTo>
                    <a:pt x="5980914" y="1088151"/>
                  </a:lnTo>
                  <a:lnTo>
                    <a:pt x="5981205" y="1088151"/>
                  </a:lnTo>
                  <a:lnTo>
                    <a:pt x="5982077" y="1087527"/>
                  </a:lnTo>
                  <a:lnTo>
                    <a:pt x="5982223" y="1087527"/>
                  </a:lnTo>
                  <a:lnTo>
                    <a:pt x="5983531" y="1086903"/>
                  </a:lnTo>
                  <a:lnTo>
                    <a:pt x="5983677" y="1086280"/>
                  </a:lnTo>
                  <a:lnTo>
                    <a:pt x="5983822" y="1086280"/>
                  </a:lnTo>
                  <a:lnTo>
                    <a:pt x="5983968" y="1086280"/>
                  </a:lnTo>
                  <a:lnTo>
                    <a:pt x="5984404" y="1086280"/>
                  </a:lnTo>
                  <a:lnTo>
                    <a:pt x="5985131" y="1086280"/>
                  </a:lnTo>
                  <a:lnTo>
                    <a:pt x="5985277" y="1086280"/>
                  </a:lnTo>
                  <a:lnTo>
                    <a:pt x="5985858" y="1086280"/>
                  </a:lnTo>
                  <a:lnTo>
                    <a:pt x="5986004" y="1086280"/>
                  </a:lnTo>
                  <a:lnTo>
                    <a:pt x="5986876" y="1086280"/>
                  </a:lnTo>
                  <a:lnTo>
                    <a:pt x="5987022" y="1086280"/>
                  </a:lnTo>
                  <a:lnTo>
                    <a:pt x="5987313" y="1086280"/>
                  </a:lnTo>
                  <a:lnTo>
                    <a:pt x="5987458" y="1086280"/>
                  </a:lnTo>
                  <a:lnTo>
                    <a:pt x="5987603" y="1086280"/>
                  </a:lnTo>
                  <a:lnTo>
                    <a:pt x="5987749" y="1086280"/>
                  </a:lnTo>
                  <a:lnTo>
                    <a:pt x="5987894" y="1086280"/>
                  </a:lnTo>
                  <a:lnTo>
                    <a:pt x="5988476" y="1086280"/>
                  </a:lnTo>
                  <a:lnTo>
                    <a:pt x="5989203" y="1085033"/>
                  </a:lnTo>
                  <a:lnTo>
                    <a:pt x="5989494" y="1085033"/>
                  </a:lnTo>
                  <a:lnTo>
                    <a:pt x="5989785" y="1084409"/>
                  </a:lnTo>
                  <a:lnTo>
                    <a:pt x="5990076" y="1084409"/>
                  </a:lnTo>
                  <a:lnTo>
                    <a:pt x="5990076" y="1083786"/>
                  </a:lnTo>
                  <a:lnTo>
                    <a:pt x="5990366" y="1083786"/>
                  </a:lnTo>
                  <a:lnTo>
                    <a:pt x="5990657" y="1083786"/>
                  </a:lnTo>
                  <a:lnTo>
                    <a:pt x="5990657" y="1083162"/>
                  </a:lnTo>
                  <a:lnTo>
                    <a:pt x="5990948" y="1081291"/>
                  </a:lnTo>
                  <a:lnTo>
                    <a:pt x="5991094" y="1081291"/>
                  </a:lnTo>
                  <a:lnTo>
                    <a:pt x="5991239" y="1081291"/>
                  </a:lnTo>
                  <a:lnTo>
                    <a:pt x="5991530" y="1081291"/>
                  </a:lnTo>
                  <a:lnTo>
                    <a:pt x="5991966" y="1081291"/>
                  </a:lnTo>
                  <a:lnTo>
                    <a:pt x="5992257" y="1081291"/>
                  </a:lnTo>
                  <a:lnTo>
                    <a:pt x="5992548" y="1081291"/>
                  </a:lnTo>
                  <a:lnTo>
                    <a:pt x="5992839" y="1081291"/>
                  </a:lnTo>
                  <a:lnTo>
                    <a:pt x="5993275" y="1081291"/>
                  </a:lnTo>
                  <a:lnTo>
                    <a:pt x="5993857" y="1080044"/>
                  </a:lnTo>
                  <a:lnTo>
                    <a:pt x="5994002" y="1080044"/>
                  </a:lnTo>
                  <a:lnTo>
                    <a:pt x="5994729" y="1078173"/>
                  </a:lnTo>
                  <a:lnTo>
                    <a:pt x="5994875" y="1078173"/>
                  </a:lnTo>
                  <a:lnTo>
                    <a:pt x="5995020" y="1078173"/>
                  </a:lnTo>
                  <a:lnTo>
                    <a:pt x="5995456" y="1078173"/>
                  </a:lnTo>
                  <a:lnTo>
                    <a:pt x="5995602" y="1077550"/>
                  </a:lnTo>
                  <a:lnTo>
                    <a:pt x="5995893" y="1077550"/>
                  </a:lnTo>
                  <a:lnTo>
                    <a:pt x="5996474" y="1076926"/>
                  </a:lnTo>
                  <a:lnTo>
                    <a:pt x="5996765" y="1076926"/>
                  </a:lnTo>
                  <a:lnTo>
                    <a:pt x="5996911" y="1076926"/>
                  </a:lnTo>
                  <a:lnTo>
                    <a:pt x="5997056" y="1076926"/>
                  </a:lnTo>
                  <a:lnTo>
                    <a:pt x="5997347" y="1076303"/>
                  </a:lnTo>
                  <a:lnTo>
                    <a:pt x="5997638" y="1076303"/>
                  </a:lnTo>
                  <a:lnTo>
                    <a:pt x="5998365" y="1076303"/>
                  </a:lnTo>
                  <a:lnTo>
                    <a:pt x="5999237" y="1076303"/>
                  </a:lnTo>
                  <a:lnTo>
                    <a:pt x="5999674" y="1075679"/>
                  </a:lnTo>
                  <a:lnTo>
                    <a:pt x="5999819" y="1075679"/>
                  </a:lnTo>
                  <a:lnTo>
                    <a:pt x="6000110" y="1075679"/>
                  </a:lnTo>
                  <a:lnTo>
                    <a:pt x="6000255" y="1075679"/>
                  </a:lnTo>
                  <a:lnTo>
                    <a:pt x="6000837" y="1075679"/>
                  </a:lnTo>
                  <a:lnTo>
                    <a:pt x="6001128" y="1075679"/>
                  </a:lnTo>
                  <a:lnTo>
                    <a:pt x="6001273" y="1075679"/>
                  </a:lnTo>
                  <a:lnTo>
                    <a:pt x="6001273" y="1075055"/>
                  </a:lnTo>
                  <a:lnTo>
                    <a:pt x="6003600" y="1070690"/>
                  </a:lnTo>
                  <a:lnTo>
                    <a:pt x="6004036" y="1070690"/>
                  </a:lnTo>
                  <a:lnTo>
                    <a:pt x="6004182" y="1070690"/>
                  </a:lnTo>
                  <a:lnTo>
                    <a:pt x="6004618" y="1070690"/>
                  </a:lnTo>
                  <a:lnTo>
                    <a:pt x="6005200" y="1070690"/>
                  </a:lnTo>
                  <a:lnTo>
                    <a:pt x="6005345" y="1070690"/>
                  </a:lnTo>
                  <a:lnTo>
                    <a:pt x="6005491" y="1070690"/>
                  </a:lnTo>
                  <a:lnTo>
                    <a:pt x="6005636" y="1070690"/>
                  </a:lnTo>
                  <a:lnTo>
                    <a:pt x="6005782" y="1070690"/>
                  </a:lnTo>
                  <a:lnTo>
                    <a:pt x="6005927" y="1070690"/>
                  </a:lnTo>
                  <a:lnTo>
                    <a:pt x="6006363" y="1070690"/>
                  </a:lnTo>
                  <a:lnTo>
                    <a:pt x="6006654" y="1070690"/>
                  </a:lnTo>
                  <a:lnTo>
                    <a:pt x="6007236" y="1070690"/>
                  </a:lnTo>
                  <a:lnTo>
                    <a:pt x="6007381" y="1070690"/>
                  </a:lnTo>
                  <a:lnTo>
                    <a:pt x="6007527" y="1070690"/>
                  </a:lnTo>
                  <a:lnTo>
                    <a:pt x="6007818" y="1070690"/>
                  </a:lnTo>
                  <a:lnTo>
                    <a:pt x="6008108" y="1070690"/>
                  </a:lnTo>
                  <a:lnTo>
                    <a:pt x="6008545" y="1068820"/>
                  </a:lnTo>
                  <a:lnTo>
                    <a:pt x="6008690" y="1068820"/>
                  </a:lnTo>
                  <a:lnTo>
                    <a:pt x="6009126" y="1068820"/>
                  </a:lnTo>
                  <a:lnTo>
                    <a:pt x="6009272" y="1068820"/>
                  </a:lnTo>
                  <a:lnTo>
                    <a:pt x="6009417" y="1068820"/>
                  </a:lnTo>
                  <a:lnTo>
                    <a:pt x="6009563" y="1068820"/>
                  </a:lnTo>
                  <a:lnTo>
                    <a:pt x="6009708" y="1068820"/>
                  </a:lnTo>
                  <a:lnTo>
                    <a:pt x="6011162" y="1068196"/>
                  </a:lnTo>
                  <a:lnTo>
                    <a:pt x="6011308" y="1068196"/>
                  </a:lnTo>
                  <a:lnTo>
                    <a:pt x="6011453" y="1068196"/>
                  </a:lnTo>
                  <a:lnTo>
                    <a:pt x="6012035" y="1068196"/>
                  </a:lnTo>
                  <a:lnTo>
                    <a:pt x="6012180" y="1068196"/>
                  </a:lnTo>
                  <a:lnTo>
                    <a:pt x="6012907" y="1068196"/>
                  </a:lnTo>
                  <a:lnTo>
                    <a:pt x="6013053" y="1068196"/>
                  </a:lnTo>
                  <a:lnTo>
                    <a:pt x="6013198" y="1067572"/>
                  </a:lnTo>
                  <a:lnTo>
                    <a:pt x="6013635" y="1067572"/>
                  </a:lnTo>
                  <a:lnTo>
                    <a:pt x="6014071" y="1067572"/>
                  </a:lnTo>
                  <a:lnTo>
                    <a:pt x="6014362" y="1067572"/>
                  </a:lnTo>
                  <a:lnTo>
                    <a:pt x="6014798" y="1067572"/>
                  </a:lnTo>
                  <a:lnTo>
                    <a:pt x="6015234" y="1067572"/>
                  </a:lnTo>
                  <a:lnTo>
                    <a:pt x="6015671" y="1067572"/>
                  </a:lnTo>
                  <a:lnTo>
                    <a:pt x="6016543" y="1066325"/>
                  </a:lnTo>
                  <a:lnTo>
                    <a:pt x="6016688" y="1066325"/>
                  </a:lnTo>
                  <a:lnTo>
                    <a:pt x="6016979" y="1066325"/>
                  </a:lnTo>
                  <a:lnTo>
                    <a:pt x="6017561" y="1066325"/>
                  </a:lnTo>
                  <a:lnTo>
                    <a:pt x="6019015" y="1065078"/>
                  </a:lnTo>
                  <a:lnTo>
                    <a:pt x="6019015" y="1064455"/>
                  </a:lnTo>
                  <a:lnTo>
                    <a:pt x="6019161" y="1064455"/>
                  </a:lnTo>
                  <a:lnTo>
                    <a:pt x="6019306" y="1064455"/>
                  </a:lnTo>
                  <a:lnTo>
                    <a:pt x="6019452" y="1064455"/>
                  </a:lnTo>
                  <a:lnTo>
                    <a:pt x="6019597" y="1064455"/>
                  </a:lnTo>
                  <a:lnTo>
                    <a:pt x="6020033" y="1064455"/>
                  </a:lnTo>
                  <a:lnTo>
                    <a:pt x="6020179" y="1064455"/>
                  </a:lnTo>
                  <a:lnTo>
                    <a:pt x="6020324" y="1064455"/>
                  </a:lnTo>
                  <a:lnTo>
                    <a:pt x="6020760" y="1063831"/>
                  </a:lnTo>
                  <a:lnTo>
                    <a:pt x="6021488" y="1063831"/>
                  </a:lnTo>
                  <a:lnTo>
                    <a:pt x="6021633" y="1063831"/>
                  </a:lnTo>
                  <a:lnTo>
                    <a:pt x="6021778" y="1063831"/>
                  </a:lnTo>
                  <a:lnTo>
                    <a:pt x="6022505" y="1063831"/>
                  </a:lnTo>
                  <a:lnTo>
                    <a:pt x="6022651" y="1063831"/>
                  </a:lnTo>
                  <a:lnTo>
                    <a:pt x="6022796" y="1063831"/>
                  </a:lnTo>
                  <a:lnTo>
                    <a:pt x="6023814" y="1063207"/>
                  </a:lnTo>
                  <a:lnTo>
                    <a:pt x="6024978" y="1062584"/>
                  </a:lnTo>
                  <a:lnTo>
                    <a:pt x="6025123" y="1062584"/>
                  </a:lnTo>
                  <a:lnTo>
                    <a:pt x="6025414" y="1062584"/>
                  </a:lnTo>
                  <a:lnTo>
                    <a:pt x="6025705" y="1062584"/>
                  </a:lnTo>
                  <a:lnTo>
                    <a:pt x="6025850" y="1062584"/>
                  </a:lnTo>
                  <a:lnTo>
                    <a:pt x="6026723" y="1062584"/>
                  </a:lnTo>
                  <a:lnTo>
                    <a:pt x="6027014" y="1062584"/>
                  </a:lnTo>
                  <a:lnTo>
                    <a:pt x="6027595" y="1061960"/>
                  </a:lnTo>
                  <a:lnTo>
                    <a:pt x="6028032" y="1061960"/>
                  </a:lnTo>
                  <a:lnTo>
                    <a:pt x="6028323" y="1061960"/>
                  </a:lnTo>
                  <a:lnTo>
                    <a:pt x="6028904" y="1061960"/>
                  </a:lnTo>
                  <a:lnTo>
                    <a:pt x="6029050" y="1061960"/>
                  </a:lnTo>
                  <a:lnTo>
                    <a:pt x="6029486" y="1061960"/>
                  </a:lnTo>
                  <a:lnTo>
                    <a:pt x="6029922" y="1061960"/>
                  </a:lnTo>
                  <a:lnTo>
                    <a:pt x="6030358" y="1061960"/>
                  </a:lnTo>
                  <a:lnTo>
                    <a:pt x="6030504" y="1061960"/>
                  </a:lnTo>
                  <a:lnTo>
                    <a:pt x="6030795" y="1061960"/>
                  </a:lnTo>
                  <a:lnTo>
                    <a:pt x="6031086" y="1061960"/>
                  </a:lnTo>
                  <a:lnTo>
                    <a:pt x="6031376" y="1061960"/>
                  </a:lnTo>
                  <a:lnTo>
                    <a:pt x="6031667" y="1061960"/>
                  </a:lnTo>
                  <a:lnTo>
                    <a:pt x="6031813" y="1061337"/>
                  </a:lnTo>
                  <a:lnTo>
                    <a:pt x="6032104" y="1061337"/>
                  </a:lnTo>
                  <a:lnTo>
                    <a:pt x="6032104" y="1060713"/>
                  </a:lnTo>
                  <a:lnTo>
                    <a:pt x="6032685" y="1060713"/>
                  </a:lnTo>
                  <a:lnTo>
                    <a:pt x="6033267" y="1060713"/>
                  </a:lnTo>
                  <a:lnTo>
                    <a:pt x="6033703" y="1060713"/>
                  </a:lnTo>
                  <a:lnTo>
                    <a:pt x="6033703" y="1059466"/>
                  </a:lnTo>
                  <a:lnTo>
                    <a:pt x="6033849" y="1059466"/>
                  </a:lnTo>
                  <a:lnTo>
                    <a:pt x="6033994" y="1059466"/>
                  </a:lnTo>
                  <a:lnTo>
                    <a:pt x="6034140" y="1059466"/>
                  </a:lnTo>
                  <a:lnTo>
                    <a:pt x="6034430" y="1059466"/>
                  </a:lnTo>
                  <a:lnTo>
                    <a:pt x="6035448" y="1059466"/>
                  </a:lnTo>
                  <a:lnTo>
                    <a:pt x="6035594" y="1059466"/>
                  </a:lnTo>
                  <a:lnTo>
                    <a:pt x="6036175" y="1059466"/>
                  </a:lnTo>
                  <a:lnTo>
                    <a:pt x="6036612" y="1059466"/>
                  </a:lnTo>
                  <a:lnTo>
                    <a:pt x="6037048" y="1059466"/>
                  </a:lnTo>
                  <a:lnTo>
                    <a:pt x="6037339" y="1058842"/>
                  </a:lnTo>
                  <a:lnTo>
                    <a:pt x="6037775" y="1058842"/>
                  </a:lnTo>
                  <a:lnTo>
                    <a:pt x="6037921" y="1058842"/>
                  </a:lnTo>
                  <a:lnTo>
                    <a:pt x="6038066" y="1058842"/>
                  </a:lnTo>
                  <a:lnTo>
                    <a:pt x="6038357" y="1058842"/>
                  </a:lnTo>
                  <a:lnTo>
                    <a:pt x="6040538" y="1056348"/>
                  </a:lnTo>
                  <a:lnTo>
                    <a:pt x="6040684" y="1056348"/>
                  </a:lnTo>
                  <a:lnTo>
                    <a:pt x="6040829" y="1056348"/>
                  </a:lnTo>
                  <a:lnTo>
                    <a:pt x="6040975" y="1056348"/>
                  </a:lnTo>
                  <a:lnTo>
                    <a:pt x="6041265" y="1056348"/>
                  </a:lnTo>
                  <a:lnTo>
                    <a:pt x="6041411" y="1056348"/>
                  </a:lnTo>
                  <a:lnTo>
                    <a:pt x="6041702" y="1055724"/>
                  </a:lnTo>
                  <a:lnTo>
                    <a:pt x="6042138" y="1055101"/>
                  </a:lnTo>
                  <a:lnTo>
                    <a:pt x="6042283" y="1055101"/>
                  </a:lnTo>
                  <a:lnTo>
                    <a:pt x="6042574" y="1055101"/>
                  </a:lnTo>
                  <a:lnTo>
                    <a:pt x="6042720" y="1055101"/>
                  </a:lnTo>
                  <a:lnTo>
                    <a:pt x="6043301" y="1055101"/>
                  </a:lnTo>
                  <a:lnTo>
                    <a:pt x="6043447" y="1054477"/>
                  </a:lnTo>
                  <a:lnTo>
                    <a:pt x="6044028" y="1053854"/>
                  </a:lnTo>
                  <a:lnTo>
                    <a:pt x="6044610" y="1053854"/>
                  </a:lnTo>
                  <a:lnTo>
                    <a:pt x="6044756" y="1053854"/>
                  </a:lnTo>
                  <a:lnTo>
                    <a:pt x="6045337" y="1053854"/>
                  </a:lnTo>
                  <a:lnTo>
                    <a:pt x="6045483" y="1053854"/>
                  </a:lnTo>
                  <a:lnTo>
                    <a:pt x="6045774" y="1053854"/>
                  </a:lnTo>
                  <a:lnTo>
                    <a:pt x="6046064" y="1053854"/>
                  </a:lnTo>
                  <a:lnTo>
                    <a:pt x="6046210" y="1053854"/>
                  </a:lnTo>
                  <a:lnTo>
                    <a:pt x="6046937" y="1053854"/>
                  </a:lnTo>
                  <a:lnTo>
                    <a:pt x="6047373" y="1053854"/>
                  </a:lnTo>
                  <a:lnTo>
                    <a:pt x="6047519" y="1053854"/>
                  </a:lnTo>
                  <a:lnTo>
                    <a:pt x="6047810" y="1053854"/>
                  </a:lnTo>
                  <a:lnTo>
                    <a:pt x="6048100" y="1053854"/>
                  </a:lnTo>
                  <a:lnTo>
                    <a:pt x="6048682" y="1053854"/>
                  </a:lnTo>
                  <a:lnTo>
                    <a:pt x="6049409" y="1052606"/>
                  </a:lnTo>
                  <a:lnTo>
                    <a:pt x="6049845" y="1052606"/>
                  </a:lnTo>
                  <a:lnTo>
                    <a:pt x="6049991" y="1052606"/>
                  </a:lnTo>
                  <a:lnTo>
                    <a:pt x="6050282" y="1052606"/>
                  </a:lnTo>
                  <a:lnTo>
                    <a:pt x="6051154" y="1051359"/>
                  </a:lnTo>
                  <a:lnTo>
                    <a:pt x="6051736" y="1050736"/>
                  </a:lnTo>
                  <a:lnTo>
                    <a:pt x="6052027" y="1050736"/>
                  </a:lnTo>
                  <a:lnTo>
                    <a:pt x="6052318" y="1050112"/>
                  </a:lnTo>
                  <a:lnTo>
                    <a:pt x="6052463" y="1050112"/>
                  </a:lnTo>
                  <a:lnTo>
                    <a:pt x="6052609" y="1050112"/>
                  </a:lnTo>
                  <a:lnTo>
                    <a:pt x="6053481" y="1050112"/>
                  </a:lnTo>
                  <a:lnTo>
                    <a:pt x="6053772" y="1050112"/>
                  </a:lnTo>
                  <a:lnTo>
                    <a:pt x="6053917" y="1050112"/>
                  </a:lnTo>
                  <a:lnTo>
                    <a:pt x="6054063" y="1049489"/>
                  </a:lnTo>
                  <a:lnTo>
                    <a:pt x="6054063" y="1048865"/>
                  </a:lnTo>
                  <a:lnTo>
                    <a:pt x="6054208" y="1046371"/>
                  </a:lnTo>
                  <a:lnTo>
                    <a:pt x="6054499" y="1045747"/>
                  </a:lnTo>
                  <a:lnTo>
                    <a:pt x="6054935" y="1045747"/>
                  </a:lnTo>
                  <a:lnTo>
                    <a:pt x="6055081" y="1045747"/>
                  </a:lnTo>
                  <a:lnTo>
                    <a:pt x="6055663" y="1045747"/>
                  </a:lnTo>
                  <a:lnTo>
                    <a:pt x="6056099" y="1045747"/>
                  </a:lnTo>
                  <a:lnTo>
                    <a:pt x="6056680" y="1045747"/>
                  </a:lnTo>
                  <a:lnTo>
                    <a:pt x="6056826" y="1045747"/>
                  </a:lnTo>
                  <a:lnTo>
                    <a:pt x="6056971" y="1045747"/>
                  </a:lnTo>
                  <a:lnTo>
                    <a:pt x="6058862" y="1045123"/>
                  </a:lnTo>
                  <a:lnTo>
                    <a:pt x="6059153" y="1044500"/>
                  </a:lnTo>
                  <a:lnTo>
                    <a:pt x="6059444" y="1044500"/>
                  </a:lnTo>
                  <a:lnTo>
                    <a:pt x="6059589" y="1044500"/>
                  </a:lnTo>
                  <a:lnTo>
                    <a:pt x="6059734" y="1044500"/>
                  </a:lnTo>
                  <a:lnTo>
                    <a:pt x="6060171" y="1043876"/>
                  </a:lnTo>
                  <a:lnTo>
                    <a:pt x="6060462" y="1043876"/>
                  </a:lnTo>
                  <a:lnTo>
                    <a:pt x="6060898" y="1043876"/>
                  </a:lnTo>
                  <a:lnTo>
                    <a:pt x="6061043" y="1043876"/>
                  </a:lnTo>
                  <a:lnTo>
                    <a:pt x="6061916" y="1043253"/>
                  </a:lnTo>
                  <a:lnTo>
                    <a:pt x="6062061" y="1043253"/>
                  </a:lnTo>
                  <a:lnTo>
                    <a:pt x="6062498" y="1043253"/>
                  </a:lnTo>
                  <a:lnTo>
                    <a:pt x="6063079" y="1042629"/>
                  </a:lnTo>
                  <a:lnTo>
                    <a:pt x="6063806" y="1042006"/>
                  </a:lnTo>
                  <a:lnTo>
                    <a:pt x="6063952" y="1042006"/>
                  </a:lnTo>
                  <a:lnTo>
                    <a:pt x="6065115" y="1042006"/>
                  </a:lnTo>
                  <a:lnTo>
                    <a:pt x="6065115" y="1041382"/>
                  </a:lnTo>
                  <a:lnTo>
                    <a:pt x="6065261" y="1041382"/>
                  </a:lnTo>
                  <a:lnTo>
                    <a:pt x="6066569" y="1040758"/>
                  </a:lnTo>
                  <a:lnTo>
                    <a:pt x="6067151" y="1040758"/>
                  </a:lnTo>
                  <a:lnTo>
                    <a:pt x="6067151" y="1039511"/>
                  </a:lnTo>
                  <a:lnTo>
                    <a:pt x="6067442" y="1039511"/>
                  </a:lnTo>
                  <a:lnTo>
                    <a:pt x="6067442" y="1038888"/>
                  </a:lnTo>
                  <a:lnTo>
                    <a:pt x="6067587" y="1038888"/>
                  </a:lnTo>
                  <a:lnTo>
                    <a:pt x="6067733" y="1038888"/>
                  </a:lnTo>
                  <a:lnTo>
                    <a:pt x="6067878" y="1038888"/>
                  </a:lnTo>
                  <a:lnTo>
                    <a:pt x="6068169" y="1038888"/>
                  </a:lnTo>
                  <a:lnTo>
                    <a:pt x="6068605" y="1038888"/>
                  </a:lnTo>
                  <a:lnTo>
                    <a:pt x="6069333" y="1038888"/>
                  </a:lnTo>
                  <a:lnTo>
                    <a:pt x="6070060" y="1038888"/>
                  </a:lnTo>
                  <a:lnTo>
                    <a:pt x="6070496" y="1038888"/>
                  </a:lnTo>
                  <a:lnTo>
                    <a:pt x="6070641" y="1038888"/>
                  </a:lnTo>
                  <a:lnTo>
                    <a:pt x="6070932" y="1038888"/>
                  </a:lnTo>
                  <a:lnTo>
                    <a:pt x="6071223" y="1038888"/>
                  </a:lnTo>
                  <a:lnTo>
                    <a:pt x="6072096" y="1038888"/>
                  </a:lnTo>
                  <a:lnTo>
                    <a:pt x="6072241" y="1038888"/>
                  </a:lnTo>
                  <a:lnTo>
                    <a:pt x="6072677" y="1038888"/>
                  </a:lnTo>
                  <a:lnTo>
                    <a:pt x="6072968" y="1038888"/>
                  </a:lnTo>
                  <a:lnTo>
                    <a:pt x="6073114" y="1038888"/>
                  </a:lnTo>
                  <a:lnTo>
                    <a:pt x="6073259" y="1038888"/>
                  </a:lnTo>
                  <a:lnTo>
                    <a:pt x="6073841" y="1038264"/>
                  </a:lnTo>
                  <a:lnTo>
                    <a:pt x="6074132" y="1038264"/>
                  </a:lnTo>
                  <a:lnTo>
                    <a:pt x="6074277" y="1038264"/>
                  </a:lnTo>
                  <a:lnTo>
                    <a:pt x="6074422" y="1037640"/>
                  </a:lnTo>
                  <a:lnTo>
                    <a:pt x="6074568" y="1037640"/>
                  </a:lnTo>
                  <a:lnTo>
                    <a:pt x="6074713" y="1037640"/>
                  </a:lnTo>
                  <a:lnTo>
                    <a:pt x="6075150" y="1037017"/>
                  </a:lnTo>
                  <a:lnTo>
                    <a:pt x="6075586" y="1036393"/>
                  </a:lnTo>
                  <a:lnTo>
                    <a:pt x="6075877" y="1036393"/>
                  </a:lnTo>
                  <a:lnTo>
                    <a:pt x="6076022" y="1036393"/>
                  </a:lnTo>
                  <a:lnTo>
                    <a:pt x="6076168" y="1036393"/>
                  </a:lnTo>
                  <a:lnTo>
                    <a:pt x="6077185" y="1034523"/>
                  </a:lnTo>
                  <a:lnTo>
                    <a:pt x="6077622" y="1034523"/>
                  </a:lnTo>
                  <a:lnTo>
                    <a:pt x="6078058" y="1033899"/>
                  </a:lnTo>
                  <a:lnTo>
                    <a:pt x="6078203" y="1033275"/>
                  </a:lnTo>
                  <a:lnTo>
                    <a:pt x="6078494" y="1033275"/>
                  </a:lnTo>
                  <a:lnTo>
                    <a:pt x="6078640" y="1033275"/>
                  </a:lnTo>
                  <a:lnTo>
                    <a:pt x="6079949" y="1033275"/>
                  </a:lnTo>
                  <a:lnTo>
                    <a:pt x="6080530" y="1033275"/>
                  </a:lnTo>
                  <a:lnTo>
                    <a:pt x="6080967" y="1033275"/>
                  </a:lnTo>
                  <a:lnTo>
                    <a:pt x="6081257" y="1033275"/>
                  </a:lnTo>
                  <a:lnTo>
                    <a:pt x="6081548" y="1032652"/>
                  </a:lnTo>
                  <a:lnTo>
                    <a:pt x="6081839" y="1032652"/>
                  </a:lnTo>
                  <a:lnTo>
                    <a:pt x="6082275" y="1032028"/>
                  </a:lnTo>
                  <a:lnTo>
                    <a:pt x="6082421" y="1031405"/>
                  </a:lnTo>
                  <a:lnTo>
                    <a:pt x="6083293" y="1031405"/>
                  </a:lnTo>
                  <a:lnTo>
                    <a:pt x="6083439" y="1031405"/>
                  </a:lnTo>
                  <a:lnTo>
                    <a:pt x="6084311" y="1030781"/>
                  </a:lnTo>
                  <a:lnTo>
                    <a:pt x="6084311" y="1030157"/>
                  </a:lnTo>
                  <a:lnTo>
                    <a:pt x="6085329" y="1029534"/>
                  </a:lnTo>
                  <a:lnTo>
                    <a:pt x="6085911" y="1029534"/>
                  </a:lnTo>
                  <a:lnTo>
                    <a:pt x="6086493" y="1029534"/>
                  </a:lnTo>
                  <a:lnTo>
                    <a:pt x="6086784" y="1029534"/>
                  </a:lnTo>
                  <a:lnTo>
                    <a:pt x="6087802" y="1028910"/>
                  </a:lnTo>
                  <a:lnTo>
                    <a:pt x="6087947" y="1028910"/>
                  </a:lnTo>
                  <a:lnTo>
                    <a:pt x="6088092" y="1028910"/>
                  </a:lnTo>
                  <a:lnTo>
                    <a:pt x="6088238" y="1028910"/>
                  </a:lnTo>
                  <a:lnTo>
                    <a:pt x="6088383" y="1028910"/>
                  </a:lnTo>
                  <a:lnTo>
                    <a:pt x="6088674" y="1028287"/>
                  </a:lnTo>
                  <a:lnTo>
                    <a:pt x="6088820" y="1028287"/>
                  </a:lnTo>
                  <a:lnTo>
                    <a:pt x="6089401" y="1028287"/>
                  </a:lnTo>
                  <a:lnTo>
                    <a:pt x="6089838" y="1028287"/>
                  </a:lnTo>
                  <a:lnTo>
                    <a:pt x="6090565" y="1027663"/>
                  </a:lnTo>
                  <a:lnTo>
                    <a:pt x="6091873" y="1027040"/>
                  </a:lnTo>
                  <a:lnTo>
                    <a:pt x="6092019" y="1027040"/>
                  </a:lnTo>
                  <a:lnTo>
                    <a:pt x="6092164" y="1027040"/>
                  </a:lnTo>
                  <a:lnTo>
                    <a:pt x="6092455" y="1027040"/>
                  </a:lnTo>
                  <a:lnTo>
                    <a:pt x="6092455" y="1026416"/>
                  </a:lnTo>
                  <a:lnTo>
                    <a:pt x="6092601" y="1025792"/>
                  </a:lnTo>
                  <a:lnTo>
                    <a:pt x="6092746" y="1025792"/>
                  </a:lnTo>
                  <a:lnTo>
                    <a:pt x="6093619" y="1025792"/>
                  </a:lnTo>
                  <a:lnTo>
                    <a:pt x="6094637" y="1023922"/>
                  </a:lnTo>
                  <a:lnTo>
                    <a:pt x="6095073" y="1023922"/>
                  </a:lnTo>
                  <a:lnTo>
                    <a:pt x="6095218" y="1023922"/>
                  </a:lnTo>
                  <a:lnTo>
                    <a:pt x="6095364" y="1023298"/>
                  </a:lnTo>
                  <a:lnTo>
                    <a:pt x="6095509" y="1023298"/>
                  </a:lnTo>
                  <a:lnTo>
                    <a:pt x="6096527" y="1022051"/>
                  </a:lnTo>
                  <a:lnTo>
                    <a:pt x="6097109" y="1022051"/>
                  </a:lnTo>
                  <a:lnTo>
                    <a:pt x="6097254" y="1022051"/>
                  </a:lnTo>
                  <a:lnTo>
                    <a:pt x="6097545" y="1022051"/>
                  </a:lnTo>
                  <a:lnTo>
                    <a:pt x="6098127" y="1022051"/>
                  </a:lnTo>
                  <a:lnTo>
                    <a:pt x="6098418" y="1021427"/>
                  </a:lnTo>
                  <a:lnTo>
                    <a:pt x="6098854" y="1021427"/>
                  </a:lnTo>
                  <a:lnTo>
                    <a:pt x="6098999" y="1020804"/>
                  </a:lnTo>
                  <a:lnTo>
                    <a:pt x="6099145" y="1020180"/>
                  </a:lnTo>
                  <a:lnTo>
                    <a:pt x="6099436" y="1020180"/>
                  </a:lnTo>
                  <a:lnTo>
                    <a:pt x="6099581" y="1020180"/>
                  </a:lnTo>
                  <a:lnTo>
                    <a:pt x="6100308" y="1020180"/>
                  </a:lnTo>
                  <a:lnTo>
                    <a:pt x="6100599" y="1020180"/>
                  </a:lnTo>
                  <a:lnTo>
                    <a:pt x="6100890" y="1020180"/>
                  </a:lnTo>
                  <a:lnTo>
                    <a:pt x="6100890" y="1019557"/>
                  </a:lnTo>
                  <a:lnTo>
                    <a:pt x="6101035" y="1019557"/>
                  </a:lnTo>
                  <a:lnTo>
                    <a:pt x="6101326" y="1019557"/>
                  </a:lnTo>
                  <a:lnTo>
                    <a:pt x="6101472" y="1019557"/>
                  </a:lnTo>
                  <a:lnTo>
                    <a:pt x="6101762" y="1018933"/>
                  </a:lnTo>
                  <a:lnTo>
                    <a:pt x="6102635" y="1018933"/>
                  </a:lnTo>
                  <a:lnTo>
                    <a:pt x="6103507" y="1018933"/>
                  </a:lnTo>
                  <a:lnTo>
                    <a:pt x="6103653" y="1018933"/>
                  </a:lnTo>
                  <a:lnTo>
                    <a:pt x="6103944" y="1018933"/>
                  </a:lnTo>
                  <a:lnTo>
                    <a:pt x="6104235" y="1018933"/>
                  </a:lnTo>
                  <a:lnTo>
                    <a:pt x="6104380" y="1018933"/>
                  </a:lnTo>
                  <a:lnTo>
                    <a:pt x="6104671" y="1018933"/>
                  </a:lnTo>
                  <a:lnTo>
                    <a:pt x="6105107" y="1018933"/>
                  </a:lnTo>
                  <a:lnTo>
                    <a:pt x="6105253" y="1018309"/>
                  </a:lnTo>
                  <a:lnTo>
                    <a:pt x="6105398" y="1018309"/>
                  </a:lnTo>
                  <a:lnTo>
                    <a:pt x="6105398" y="1017686"/>
                  </a:lnTo>
                  <a:lnTo>
                    <a:pt x="6105398" y="1017062"/>
                  </a:lnTo>
                  <a:lnTo>
                    <a:pt x="6106561" y="1017062"/>
                  </a:lnTo>
                  <a:lnTo>
                    <a:pt x="6106998" y="1017062"/>
                  </a:lnTo>
                  <a:lnTo>
                    <a:pt x="6107143" y="1017062"/>
                  </a:lnTo>
                  <a:lnTo>
                    <a:pt x="6107579" y="1017062"/>
                  </a:lnTo>
                  <a:lnTo>
                    <a:pt x="6108016" y="1016439"/>
                  </a:lnTo>
                  <a:lnTo>
                    <a:pt x="6108161" y="1016439"/>
                  </a:lnTo>
                  <a:lnTo>
                    <a:pt x="6108307" y="1016439"/>
                  </a:lnTo>
                  <a:lnTo>
                    <a:pt x="6108452" y="1016439"/>
                  </a:lnTo>
                  <a:lnTo>
                    <a:pt x="6108888" y="1016439"/>
                  </a:lnTo>
                  <a:lnTo>
                    <a:pt x="6109179" y="1016439"/>
                  </a:lnTo>
                  <a:lnTo>
                    <a:pt x="6109325" y="1016439"/>
                  </a:lnTo>
                  <a:lnTo>
                    <a:pt x="6109470" y="1016439"/>
                  </a:lnTo>
                  <a:lnTo>
                    <a:pt x="6109761" y="1015815"/>
                  </a:lnTo>
                  <a:lnTo>
                    <a:pt x="6110052" y="1015192"/>
                  </a:lnTo>
                  <a:lnTo>
                    <a:pt x="6110197" y="1015192"/>
                  </a:lnTo>
                  <a:lnTo>
                    <a:pt x="6110342" y="1015192"/>
                  </a:lnTo>
                  <a:lnTo>
                    <a:pt x="6110779" y="1013944"/>
                  </a:lnTo>
                  <a:lnTo>
                    <a:pt x="6110924" y="1013944"/>
                  </a:lnTo>
                  <a:lnTo>
                    <a:pt x="6111070" y="1013944"/>
                  </a:lnTo>
                  <a:lnTo>
                    <a:pt x="6112088" y="1012697"/>
                  </a:lnTo>
                  <a:lnTo>
                    <a:pt x="6112524" y="1012697"/>
                  </a:lnTo>
                  <a:lnTo>
                    <a:pt x="6112815" y="1012697"/>
                  </a:lnTo>
                  <a:lnTo>
                    <a:pt x="6113251" y="1012697"/>
                  </a:lnTo>
                  <a:lnTo>
                    <a:pt x="6113396" y="1012697"/>
                  </a:lnTo>
                  <a:lnTo>
                    <a:pt x="6114851" y="1012074"/>
                  </a:lnTo>
                  <a:lnTo>
                    <a:pt x="6115287" y="1012074"/>
                  </a:lnTo>
                  <a:lnTo>
                    <a:pt x="6115432" y="1012074"/>
                  </a:lnTo>
                  <a:lnTo>
                    <a:pt x="6115432" y="1011450"/>
                  </a:lnTo>
                  <a:lnTo>
                    <a:pt x="6115578" y="1011450"/>
                  </a:lnTo>
                  <a:lnTo>
                    <a:pt x="6116450" y="1011450"/>
                  </a:lnTo>
                  <a:lnTo>
                    <a:pt x="6116887" y="1011450"/>
                  </a:lnTo>
                  <a:lnTo>
                    <a:pt x="6117177" y="1011450"/>
                  </a:lnTo>
                  <a:lnTo>
                    <a:pt x="6117759" y="1011450"/>
                  </a:lnTo>
                  <a:lnTo>
                    <a:pt x="6118195" y="1011450"/>
                  </a:lnTo>
                  <a:lnTo>
                    <a:pt x="6119068" y="1011450"/>
                  </a:lnTo>
                  <a:lnTo>
                    <a:pt x="6119504" y="1011450"/>
                  </a:lnTo>
                  <a:lnTo>
                    <a:pt x="6120231" y="1011450"/>
                  </a:lnTo>
                  <a:lnTo>
                    <a:pt x="6120377" y="1011450"/>
                  </a:lnTo>
                  <a:lnTo>
                    <a:pt x="6120813" y="1011450"/>
                  </a:lnTo>
                  <a:lnTo>
                    <a:pt x="6121104" y="1010826"/>
                  </a:lnTo>
                  <a:lnTo>
                    <a:pt x="6121249" y="1010826"/>
                  </a:lnTo>
                  <a:lnTo>
                    <a:pt x="6121540" y="1010826"/>
                  </a:lnTo>
                  <a:lnTo>
                    <a:pt x="6121686" y="1010826"/>
                  </a:lnTo>
                  <a:lnTo>
                    <a:pt x="6121977" y="1010826"/>
                  </a:lnTo>
                  <a:lnTo>
                    <a:pt x="6122122" y="1010826"/>
                  </a:lnTo>
                  <a:lnTo>
                    <a:pt x="6122122" y="1010203"/>
                  </a:lnTo>
                  <a:lnTo>
                    <a:pt x="6122413" y="1010203"/>
                  </a:lnTo>
                  <a:lnTo>
                    <a:pt x="6122849" y="1010203"/>
                  </a:lnTo>
                  <a:lnTo>
                    <a:pt x="6123140" y="1010203"/>
                  </a:lnTo>
                  <a:lnTo>
                    <a:pt x="6123285" y="1010203"/>
                  </a:lnTo>
                  <a:lnTo>
                    <a:pt x="6123576" y="1010203"/>
                  </a:lnTo>
                  <a:lnTo>
                    <a:pt x="6123722" y="1010203"/>
                  </a:lnTo>
                  <a:lnTo>
                    <a:pt x="6123867" y="1010203"/>
                  </a:lnTo>
                  <a:lnTo>
                    <a:pt x="6124012" y="1010203"/>
                  </a:lnTo>
                  <a:lnTo>
                    <a:pt x="6124158" y="1010203"/>
                  </a:lnTo>
                  <a:lnTo>
                    <a:pt x="6124594" y="1010203"/>
                  </a:lnTo>
                  <a:lnTo>
                    <a:pt x="6125467" y="1010203"/>
                  </a:lnTo>
                  <a:lnTo>
                    <a:pt x="6125758" y="1010203"/>
                  </a:lnTo>
                  <a:lnTo>
                    <a:pt x="6125903" y="1010203"/>
                  </a:lnTo>
                  <a:lnTo>
                    <a:pt x="6126339" y="1010203"/>
                  </a:lnTo>
                  <a:lnTo>
                    <a:pt x="6126485" y="1010203"/>
                  </a:lnTo>
                  <a:lnTo>
                    <a:pt x="6126921" y="1010203"/>
                  </a:lnTo>
                  <a:lnTo>
                    <a:pt x="6127357" y="1010203"/>
                  </a:lnTo>
                  <a:lnTo>
                    <a:pt x="6127357" y="1009579"/>
                  </a:lnTo>
                  <a:lnTo>
                    <a:pt x="6127503" y="1009579"/>
                  </a:lnTo>
                  <a:lnTo>
                    <a:pt x="6127648" y="1009579"/>
                  </a:lnTo>
                  <a:lnTo>
                    <a:pt x="6128230" y="1008956"/>
                  </a:lnTo>
                  <a:lnTo>
                    <a:pt x="6128375" y="1008956"/>
                  </a:lnTo>
                  <a:lnTo>
                    <a:pt x="6128521" y="1008956"/>
                  </a:lnTo>
                  <a:lnTo>
                    <a:pt x="6128666" y="1008956"/>
                  </a:lnTo>
                  <a:lnTo>
                    <a:pt x="6135065" y="1003967"/>
                  </a:lnTo>
                  <a:lnTo>
                    <a:pt x="6135065" y="1003343"/>
                  </a:lnTo>
                  <a:lnTo>
                    <a:pt x="6135647" y="1003343"/>
                  </a:lnTo>
                  <a:lnTo>
                    <a:pt x="6135792" y="1003343"/>
                  </a:lnTo>
                  <a:lnTo>
                    <a:pt x="6136955" y="1003343"/>
                  </a:lnTo>
                  <a:lnTo>
                    <a:pt x="6137101" y="1003343"/>
                  </a:lnTo>
                  <a:lnTo>
                    <a:pt x="6137246" y="1003343"/>
                  </a:lnTo>
                  <a:lnTo>
                    <a:pt x="6137392" y="1003343"/>
                  </a:lnTo>
                  <a:lnTo>
                    <a:pt x="6137537" y="1003343"/>
                  </a:lnTo>
                  <a:lnTo>
                    <a:pt x="6137682" y="1003343"/>
                  </a:lnTo>
                  <a:lnTo>
                    <a:pt x="6137973" y="1003343"/>
                  </a:lnTo>
                  <a:lnTo>
                    <a:pt x="6138264" y="1003343"/>
                  </a:lnTo>
                  <a:lnTo>
                    <a:pt x="6138410" y="1003343"/>
                  </a:lnTo>
                  <a:lnTo>
                    <a:pt x="6138555" y="1003343"/>
                  </a:lnTo>
                  <a:lnTo>
                    <a:pt x="6138555" y="1002720"/>
                  </a:lnTo>
                  <a:lnTo>
                    <a:pt x="6138700" y="1002720"/>
                  </a:lnTo>
                  <a:lnTo>
                    <a:pt x="6138846" y="1002720"/>
                  </a:lnTo>
                  <a:lnTo>
                    <a:pt x="6139137" y="1002720"/>
                  </a:lnTo>
                  <a:lnTo>
                    <a:pt x="6139718" y="1002720"/>
                  </a:lnTo>
                  <a:lnTo>
                    <a:pt x="6139864" y="1002720"/>
                  </a:lnTo>
                  <a:lnTo>
                    <a:pt x="6139864" y="1002096"/>
                  </a:lnTo>
                  <a:lnTo>
                    <a:pt x="6140300" y="1002096"/>
                  </a:lnTo>
                  <a:lnTo>
                    <a:pt x="6140446" y="1002096"/>
                  </a:lnTo>
                  <a:lnTo>
                    <a:pt x="6140591" y="1002096"/>
                  </a:lnTo>
                  <a:lnTo>
                    <a:pt x="6140736" y="1002096"/>
                  </a:lnTo>
                  <a:lnTo>
                    <a:pt x="6141609" y="1002096"/>
                  </a:lnTo>
                  <a:lnTo>
                    <a:pt x="6142772" y="1002096"/>
                  </a:lnTo>
                  <a:lnTo>
                    <a:pt x="6143209" y="1002096"/>
                  </a:lnTo>
                  <a:lnTo>
                    <a:pt x="6143936" y="1002096"/>
                  </a:lnTo>
                  <a:lnTo>
                    <a:pt x="6144227" y="1001473"/>
                  </a:lnTo>
                  <a:lnTo>
                    <a:pt x="6144808" y="1001473"/>
                  </a:lnTo>
                  <a:lnTo>
                    <a:pt x="6144954" y="1001473"/>
                  </a:lnTo>
                  <a:lnTo>
                    <a:pt x="6145099" y="1001473"/>
                  </a:lnTo>
                  <a:lnTo>
                    <a:pt x="6145245" y="1001473"/>
                  </a:lnTo>
                  <a:lnTo>
                    <a:pt x="6145535" y="1001473"/>
                  </a:lnTo>
                  <a:lnTo>
                    <a:pt x="6145972" y="1001473"/>
                  </a:lnTo>
                  <a:lnTo>
                    <a:pt x="6146263" y="1001473"/>
                  </a:lnTo>
                  <a:lnTo>
                    <a:pt x="6146408" y="1000849"/>
                  </a:lnTo>
                  <a:lnTo>
                    <a:pt x="6146990" y="1000849"/>
                  </a:lnTo>
                  <a:lnTo>
                    <a:pt x="6147571" y="1000849"/>
                  </a:lnTo>
                  <a:lnTo>
                    <a:pt x="6147717" y="1000849"/>
                  </a:lnTo>
                  <a:lnTo>
                    <a:pt x="6148444" y="1000849"/>
                  </a:lnTo>
                  <a:lnTo>
                    <a:pt x="6148589" y="1000849"/>
                  </a:lnTo>
                  <a:lnTo>
                    <a:pt x="6148880" y="1000849"/>
                  </a:lnTo>
                  <a:lnTo>
                    <a:pt x="6149171" y="1000849"/>
                  </a:lnTo>
                  <a:lnTo>
                    <a:pt x="6149171" y="1000226"/>
                  </a:lnTo>
                  <a:lnTo>
                    <a:pt x="6150189" y="999602"/>
                  </a:lnTo>
                  <a:lnTo>
                    <a:pt x="6150335" y="999602"/>
                  </a:lnTo>
                  <a:lnTo>
                    <a:pt x="6150480" y="999602"/>
                  </a:lnTo>
                  <a:lnTo>
                    <a:pt x="6150625" y="999602"/>
                  </a:lnTo>
                  <a:lnTo>
                    <a:pt x="6151498" y="998355"/>
                  </a:lnTo>
                  <a:lnTo>
                    <a:pt x="6151934" y="998355"/>
                  </a:lnTo>
                  <a:lnTo>
                    <a:pt x="6152080" y="998355"/>
                  </a:lnTo>
                  <a:lnTo>
                    <a:pt x="6152952" y="997108"/>
                  </a:lnTo>
                  <a:lnTo>
                    <a:pt x="6153243" y="997108"/>
                  </a:lnTo>
                  <a:lnTo>
                    <a:pt x="6154116" y="996484"/>
                  </a:lnTo>
                  <a:lnTo>
                    <a:pt x="6154261" y="996484"/>
                  </a:lnTo>
                  <a:lnTo>
                    <a:pt x="6154406" y="996484"/>
                  </a:lnTo>
                  <a:lnTo>
                    <a:pt x="6154552" y="996484"/>
                  </a:lnTo>
                  <a:lnTo>
                    <a:pt x="6154843" y="996484"/>
                  </a:lnTo>
                  <a:lnTo>
                    <a:pt x="6154988" y="996484"/>
                  </a:lnTo>
                  <a:lnTo>
                    <a:pt x="6155279" y="996484"/>
                  </a:lnTo>
                  <a:lnTo>
                    <a:pt x="6155424" y="996484"/>
                  </a:lnTo>
                  <a:lnTo>
                    <a:pt x="6155570" y="996484"/>
                  </a:lnTo>
                  <a:lnTo>
                    <a:pt x="6155715" y="996484"/>
                  </a:lnTo>
                  <a:lnTo>
                    <a:pt x="6156006" y="996484"/>
                  </a:lnTo>
                  <a:lnTo>
                    <a:pt x="6156879" y="996484"/>
                  </a:lnTo>
                  <a:lnTo>
                    <a:pt x="6157024" y="995860"/>
                  </a:lnTo>
                  <a:lnTo>
                    <a:pt x="6157170" y="995860"/>
                  </a:lnTo>
                  <a:lnTo>
                    <a:pt x="6157315" y="995860"/>
                  </a:lnTo>
                  <a:lnTo>
                    <a:pt x="6157460" y="995860"/>
                  </a:lnTo>
                  <a:lnTo>
                    <a:pt x="6157606" y="995860"/>
                  </a:lnTo>
                  <a:lnTo>
                    <a:pt x="6157897" y="995860"/>
                  </a:lnTo>
                  <a:lnTo>
                    <a:pt x="6158187" y="995860"/>
                  </a:lnTo>
                  <a:lnTo>
                    <a:pt x="6158478" y="995860"/>
                  </a:lnTo>
                  <a:lnTo>
                    <a:pt x="6158624" y="995860"/>
                  </a:lnTo>
                  <a:lnTo>
                    <a:pt x="6158769" y="995860"/>
                  </a:lnTo>
                  <a:lnTo>
                    <a:pt x="6159060" y="995860"/>
                  </a:lnTo>
                  <a:lnTo>
                    <a:pt x="6159205" y="995860"/>
                  </a:lnTo>
                  <a:lnTo>
                    <a:pt x="6159496" y="995860"/>
                  </a:lnTo>
                  <a:lnTo>
                    <a:pt x="6159787" y="995860"/>
                  </a:lnTo>
                  <a:lnTo>
                    <a:pt x="6159933" y="995860"/>
                  </a:lnTo>
                  <a:lnTo>
                    <a:pt x="6160369" y="995860"/>
                  </a:lnTo>
                  <a:lnTo>
                    <a:pt x="6160805" y="995237"/>
                  </a:lnTo>
                  <a:lnTo>
                    <a:pt x="6161096" y="995237"/>
                  </a:lnTo>
                  <a:lnTo>
                    <a:pt x="6161678" y="995237"/>
                  </a:lnTo>
                  <a:lnTo>
                    <a:pt x="6161823" y="995237"/>
                  </a:lnTo>
                  <a:lnTo>
                    <a:pt x="6161969" y="994613"/>
                  </a:lnTo>
                  <a:lnTo>
                    <a:pt x="6162114" y="994613"/>
                  </a:lnTo>
                  <a:lnTo>
                    <a:pt x="6162696" y="994613"/>
                  </a:lnTo>
                  <a:lnTo>
                    <a:pt x="6163423" y="994613"/>
                  </a:lnTo>
                  <a:lnTo>
                    <a:pt x="6164150" y="993990"/>
                  </a:lnTo>
                  <a:lnTo>
                    <a:pt x="6164586" y="993990"/>
                  </a:lnTo>
                  <a:lnTo>
                    <a:pt x="6164732" y="993990"/>
                  </a:lnTo>
                  <a:lnTo>
                    <a:pt x="6165313" y="993990"/>
                  </a:lnTo>
                  <a:lnTo>
                    <a:pt x="6165313" y="993366"/>
                  </a:lnTo>
                  <a:lnTo>
                    <a:pt x="6165604" y="993366"/>
                  </a:lnTo>
                  <a:lnTo>
                    <a:pt x="6165895" y="992119"/>
                  </a:lnTo>
                  <a:lnTo>
                    <a:pt x="6166622" y="992119"/>
                  </a:lnTo>
                  <a:lnTo>
                    <a:pt x="6166913" y="992119"/>
                  </a:lnTo>
                  <a:lnTo>
                    <a:pt x="6167204" y="992119"/>
                  </a:lnTo>
                  <a:lnTo>
                    <a:pt x="6167495" y="992119"/>
                  </a:lnTo>
                  <a:lnTo>
                    <a:pt x="6167640" y="992119"/>
                  </a:lnTo>
                  <a:lnTo>
                    <a:pt x="6168076" y="992119"/>
                  </a:lnTo>
                  <a:lnTo>
                    <a:pt x="6168804" y="992119"/>
                  </a:lnTo>
                  <a:lnTo>
                    <a:pt x="6168949" y="992119"/>
                  </a:lnTo>
                  <a:lnTo>
                    <a:pt x="6169385" y="992119"/>
                  </a:lnTo>
                  <a:lnTo>
                    <a:pt x="6170694" y="990872"/>
                  </a:lnTo>
                  <a:lnTo>
                    <a:pt x="6170840" y="990872"/>
                  </a:lnTo>
                  <a:lnTo>
                    <a:pt x="6171712" y="990872"/>
                  </a:lnTo>
                  <a:lnTo>
                    <a:pt x="6171857" y="990872"/>
                  </a:lnTo>
                  <a:lnTo>
                    <a:pt x="6171857" y="989625"/>
                  </a:lnTo>
                  <a:lnTo>
                    <a:pt x="6172003" y="989625"/>
                  </a:lnTo>
                  <a:lnTo>
                    <a:pt x="6172003" y="989001"/>
                  </a:lnTo>
                  <a:lnTo>
                    <a:pt x="6172148" y="989001"/>
                  </a:lnTo>
                  <a:lnTo>
                    <a:pt x="6172439" y="989001"/>
                  </a:lnTo>
                  <a:lnTo>
                    <a:pt x="6172585" y="989001"/>
                  </a:lnTo>
                  <a:lnTo>
                    <a:pt x="6173748" y="987754"/>
                  </a:lnTo>
                  <a:lnTo>
                    <a:pt x="6173748" y="987130"/>
                  </a:lnTo>
                  <a:lnTo>
                    <a:pt x="6174039" y="987130"/>
                  </a:lnTo>
                  <a:lnTo>
                    <a:pt x="6174184" y="987130"/>
                  </a:lnTo>
                  <a:lnTo>
                    <a:pt x="6174330" y="987130"/>
                  </a:lnTo>
                  <a:lnTo>
                    <a:pt x="6174475" y="987130"/>
                  </a:lnTo>
                  <a:lnTo>
                    <a:pt x="6174911" y="987130"/>
                  </a:lnTo>
                  <a:lnTo>
                    <a:pt x="6175057" y="987130"/>
                  </a:lnTo>
                  <a:lnTo>
                    <a:pt x="6175202" y="986507"/>
                  </a:lnTo>
                  <a:lnTo>
                    <a:pt x="6175493" y="986507"/>
                  </a:lnTo>
                  <a:lnTo>
                    <a:pt x="6175929" y="985260"/>
                  </a:lnTo>
                  <a:lnTo>
                    <a:pt x="6176220" y="985260"/>
                  </a:lnTo>
                  <a:lnTo>
                    <a:pt x="6176511" y="985260"/>
                  </a:lnTo>
                  <a:lnTo>
                    <a:pt x="6176511" y="984636"/>
                  </a:lnTo>
                  <a:lnTo>
                    <a:pt x="6176657" y="984636"/>
                  </a:lnTo>
                  <a:lnTo>
                    <a:pt x="6176802" y="984636"/>
                  </a:lnTo>
                  <a:lnTo>
                    <a:pt x="6176947" y="984636"/>
                  </a:lnTo>
                  <a:lnTo>
                    <a:pt x="6177384" y="984636"/>
                  </a:lnTo>
                  <a:lnTo>
                    <a:pt x="6178256" y="981518"/>
                  </a:lnTo>
                  <a:lnTo>
                    <a:pt x="6178402" y="981518"/>
                  </a:lnTo>
                  <a:lnTo>
                    <a:pt x="6178547" y="980894"/>
                  </a:lnTo>
                  <a:lnTo>
                    <a:pt x="6178692" y="980894"/>
                  </a:lnTo>
                  <a:lnTo>
                    <a:pt x="6178983" y="980894"/>
                  </a:lnTo>
                  <a:lnTo>
                    <a:pt x="6180001" y="980894"/>
                  </a:lnTo>
                  <a:lnTo>
                    <a:pt x="6180438" y="980894"/>
                  </a:lnTo>
                  <a:lnTo>
                    <a:pt x="6180728" y="980271"/>
                  </a:lnTo>
                  <a:lnTo>
                    <a:pt x="6180728" y="979647"/>
                  </a:lnTo>
                  <a:lnTo>
                    <a:pt x="6181019" y="979024"/>
                  </a:lnTo>
                  <a:lnTo>
                    <a:pt x="6181310" y="979024"/>
                  </a:lnTo>
                  <a:lnTo>
                    <a:pt x="6181310" y="978400"/>
                  </a:lnTo>
                  <a:lnTo>
                    <a:pt x="6182183" y="978400"/>
                  </a:lnTo>
                  <a:lnTo>
                    <a:pt x="6182474" y="978400"/>
                  </a:lnTo>
                  <a:lnTo>
                    <a:pt x="6182619" y="978400"/>
                  </a:lnTo>
                  <a:lnTo>
                    <a:pt x="6183055" y="978400"/>
                  </a:lnTo>
                  <a:lnTo>
                    <a:pt x="6183346" y="978400"/>
                  </a:lnTo>
                  <a:lnTo>
                    <a:pt x="6183492" y="978400"/>
                  </a:lnTo>
                  <a:lnTo>
                    <a:pt x="6183782" y="978400"/>
                  </a:lnTo>
                  <a:lnTo>
                    <a:pt x="6184655" y="978400"/>
                  </a:lnTo>
                  <a:lnTo>
                    <a:pt x="6184655" y="977777"/>
                  </a:lnTo>
                  <a:lnTo>
                    <a:pt x="6184800" y="977777"/>
                  </a:lnTo>
                  <a:lnTo>
                    <a:pt x="6184946" y="977777"/>
                  </a:lnTo>
                  <a:lnTo>
                    <a:pt x="6185091" y="977777"/>
                  </a:lnTo>
                  <a:lnTo>
                    <a:pt x="6185382" y="977777"/>
                  </a:lnTo>
                  <a:lnTo>
                    <a:pt x="6185527" y="977777"/>
                  </a:lnTo>
                  <a:lnTo>
                    <a:pt x="6186545" y="977153"/>
                  </a:lnTo>
                  <a:lnTo>
                    <a:pt x="6186691" y="977153"/>
                  </a:lnTo>
                  <a:lnTo>
                    <a:pt x="6186836" y="977153"/>
                  </a:lnTo>
                  <a:lnTo>
                    <a:pt x="6186982" y="977153"/>
                  </a:lnTo>
                  <a:lnTo>
                    <a:pt x="6187127" y="977153"/>
                  </a:lnTo>
                  <a:lnTo>
                    <a:pt x="6188436" y="977153"/>
                  </a:lnTo>
                  <a:lnTo>
                    <a:pt x="6188727" y="977153"/>
                  </a:lnTo>
                  <a:lnTo>
                    <a:pt x="6189018" y="977153"/>
                  </a:lnTo>
                  <a:lnTo>
                    <a:pt x="6189599" y="977153"/>
                  </a:lnTo>
                  <a:lnTo>
                    <a:pt x="6190036" y="977153"/>
                  </a:lnTo>
                  <a:lnTo>
                    <a:pt x="6190181" y="977153"/>
                  </a:lnTo>
                  <a:lnTo>
                    <a:pt x="6191199" y="976529"/>
                  </a:lnTo>
                  <a:lnTo>
                    <a:pt x="6191344" y="976529"/>
                  </a:lnTo>
                  <a:lnTo>
                    <a:pt x="6192217" y="976529"/>
                  </a:lnTo>
                  <a:lnTo>
                    <a:pt x="6192362" y="976529"/>
                  </a:lnTo>
                  <a:lnTo>
                    <a:pt x="6192362" y="975906"/>
                  </a:lnTo>
                  <a:lnTo>
                    <a:pt x="6192653" y="975906"/>
                  </a:lnTo>
                  <a:lnTo>
                    <a:pt x="6192799" y="975906"/>
                  </a:lnTo>
                  <a:lnTo>
                    <a:pt x="6192944" y="975906"/>
                  </a:lnTo>
                  <a:lnTo>
                    <a:pt x="6193817" y="975906"/>
                  </a:lnTo>
                  <a:lnTo>
                    <a:pt x="6193962" y="975906"/>
                  </a:lnTo>
                  <a:lnTo>
                    <a:pt x="6193962" y="975282"/>
                  </a:lnTo>
                  <a:lnTo>
                    <a:pt x="6194253" y="974035"/>
                  </a:lnTo>
                  <a:lnTo>
                    <a:pt x="6194398" y="974035"/>
                  </a:lnTo>
                  <a:lnTo>
                    <a:pt x="6194689" y="974035"/>
                  </a:lnTo>
                  <a:lnTo>
                    <a:pt x="6194835" y="974035"/>
                  </a:lnTo>
                  <a:lnTo>
                    <a:pt x="6196144" y="973412"/>
                  </a:lnTo>
                  <a:lnTo>
                    <a:pt x="6196434" y="972788"/>
                  </a:lnTo>
                  <a:lnTo>
                    <a:pt x="6196580" y="972788"/>
                  </a:lnTo>
                  <a:lnTo>
                    <a:pt x="6196725" y="972788"/>
                  </a:lnTo>
                  <a:lnTo>
                    <a:pt x="6196725" y="972164"/>
                  </a:lnTo>
                  <a:lnTo>
                    <a:pt x="6197016" y="972164"/>
                  </a:lnTo>
                  <a:lnTo>
                    <a:pt x="6197452" y="972164"/>
                  </a:lnTo>
                  <a:lnTo>
                    <a:pt x="6197598" y="972164"/>
                  </a:lnTo>
                  <a:lnTo>
                    <a:pt x="6198325" y="971541"/>
                  </a:lnTo>
                  <a:lnTo>
                    <a:pt x="6198470" y="970917"/>
                  </a:lnTo>
                  <a:lnTo>
                    <a:pt x="6198761" y="970917"/>
                  </a:lnTo>
                  <a:lnTo>
                    <a:pt x="6199634" y="970294"/>
                  </a:lnTo>
                  <a:lnTo>
                    <a:pt x="6199779" y="970294"/>
                  </a:lnTo>
                  <a:lnTo>
                    <a:pt x="6199925" y="970294"/>
                  </a:lnTo>
                  <a:lnTo>
                    <a:pt x="6200215" y="970294"/>
                  </a:lnTo>
                  <a:lnTo>
                    <a:pt x="6200943" y="970294"/>
                  </a:lnTo>
                  <a:lnTo>
                    <a:pt x="6201088" y="970294"/>
                  </a:lnTo>
                  <a:lnTo>
                    <a:pt x="6201524" y="970294"/>
                  </a:lnTo>
                  <a:lnTo>
                    <a:pt x="6201670" y="970294"/>
                  </a:lnTo>
                  <a:lnTo>
                    <a:pt x="6202251" y="969670"/>
                  </a:lnTo>
                  <a:lnTo>
                    <a:pt x="6203851" y="969670"/>
                  </a:lnTo>
                  <a:lnTo>
                    <a:pt x="6204142" y="969670"/>
                  </a:lnTo>
                  <a:lnTo>
                    <a:pt x="6204287" y="969670"/>
                  </a:lnTo>
                  <a:lnTo>
                    <a:pt x="6204433" y="969670"/>
                  </a:lnTo>
                  <a:lnTo>
                    <a:pt x="6204724" y="969046"/>
                  </a:lnTo>
                  <a:lnTo>
                    <a:pt x="6205014" y="969046"/>
                  </a:lnTo>
                  <a:lnTo>
                    <a:pt x="6205160" y="968423"/>
                  </a:lnTo>
                  <a:lnTo>
                    <a:pt x="6205451" y="968423"/>
                  </a:lnTo>
                  <a:lnTo>
                    <a:pt x="6205596" y="968423"/>
                  </a:lnTo>
                  <a:lnTo>
                    <a:pt x="6206178" y="968423"/>
                  </a:lnTo>
                  <a:lnTo>
                    <a:pt x="6206323" y="968423"/>
                  </a:lnTo>
                  <a:lnTo>
                    <a:pt x="6206469" y="968423"/>
                  </a:lnTo>
                  <a:lnTo>
                    <a:pt x="6206614" y="968423"/>
                  </a:lnTo>
                  <a:lnTo>
                    <a:pt x="6206760" y="968423"/>
                  </a:lnTo>
                  <a:lnTo>
                    <a:pt x="6207196" y="968423"/>
                  </a:lnTo>
                  <a:lnTo>
                    <a:pt x="6208650" y="968423"/>
                  </a:lnTo>
                  <a:lnTo>
                    <a:pt x="6208941" y="968423"/>
                  </a:lnTo>
                  <a:lnTo>
                    <a:pt x="6209232" y="968423"/>
                  </a:lnTo>
                  <a:lnTo>
                    <a:pt x="6209523" y="967799"/>
                  </a:lnTo>
                  <a:lnTo>
                    <a:pt x="6209668" y="967799"/>
                  </a:lnTo>
                  <a:lnTo>
                    <a:pt x="6209814" y="967799"/>
                  </a:lnTo>
                  <a:lnTo>
                    <a:pt x="6209959" y="967799"/>
                  </a:lnTo>
                  <a:lnTo>
                    <a:pt x="6210104" y="967799"/>
                  </a:lnTo>
                  <a:lnTo>
                    <a:pt x="6210250" y="967799"/>
                  </a:lnTo>
                  <a:lnTo>
                    <a:pt x="6210250" y="967176"/>
                  </a:lnTo>
                  <a:lnTo>
                    <a:pt x="6210250" y="966552"/>
                  </a:lnTo>
                  <a:lnTo>
                    <a:pt x="6210395" y="966552"/>
                  </a:lnTo>
                  <a:lnTo>
                    <a:pt x="6210541" y="966552"/>
                  </a:lnTo>
                  <a:lnTo>
                    <a:pt x="6211413" y="964681"/>
                  </a:lnTo>
                  <a:lnTo>
                    <a:pt x="6211559" y="964681"/>
                  </a:lnTo>
                  <a:lnTo>
                    <a:pt x="6211704" y="964681"/>
                  </a:lnTo>
                  <a:lnTo>
                    <a:pt x="6211995" y="964681"/>
                  </a:lnTo>
                  <a:lnTo>
                    <a:pt x="6212140" y="964681"/>
                  </a:lnTo>
                  <a:lnTo>
                    <a:pt x="6212286" y="964681"/>
                  </a:lnTo>
                  <a:lnTo>
                    <a:pt x="6212431" y="964681"/>
                  </a:lnTo>
                  <a:lnTo>
                    <a:pt x="6212722" y="964681"/>
                  </a:lnTo>
                  <a:lnTo>
                    <a:pt x="6212867" y="964681"/>
                  </a:lnTo>
                  <a:lnTo>
                    <a:pt x="6213013" y="964681"/>
                  </a:lnTo>
                  <a:lnTo>
                    <a:pt x="6213595" y="964058"/>
                  </a:lnTo>
                  <a:lnTo>
                    <a:pt x="6213740" y="964058"/>
                  </a:lnTo>
                  <a:lnTo>
                    <a:pt x="6214176" y="964058"/>
                  </a:lnTo>
                  <a:lnTo>
                    <a:pt x="6215049" y="962811"/>
                  </a:lnTo>
                  <a:lnTo>
                    <a:pt x="6215049" y="962187"/>
                  </a:lnTo>
                  <a:lnTo>
                    <a:pt x="6215485" y="962187"/>
                  </a:lnTo>
                  <a:lnTo>
                    <a:pt x="6215631" y="962187"/>
                  </a:lnTo>
                  <a:lnTo>
                    <a:pt x="6215776" y="962187"/>
                  </a:lnTo>
                  <a:lnTo>
                    <a:pt x="6215921" y="962187"/>
                  </a:lnTo>
                  <a:lnTo>
                    <a:pt x="6216358" y="962187"/>
                  </a:lnTo>
                  <a:lnTo>
                    <a:pt x="6216939" y="962187"/>
                  </a:lnTo>
                  <a:lnTo>
                    <a:pt x="6217085" y="962187"/>
                  </a:lnTo>
                  <a:lnTo>
                    <a:pt x="6217376" y="961563"/>
                  </a:lnTo>
                  <a:lnTo>
                    <a:pt x="6217812" y="959693"/>
                  </a:lnTo>
                  <a:lnTo>
                    <a:pt x="6217957" y="959693"/>
                  </a:lnTo>
                  <a:lnTo>
                    <a:pt x="6218103" y="959693"/>
                  </a:lnTo>
                  <a:lnTo>
                    <a:pt x="6218248" y="959693"/>
                  </a:lnTo>
                  <a:lnTo>
                    <a:pt x="6220139" y="959069"/>
                  </a:lnTo>
                  <a:lnTo>
                    <a:pt x="6220720" y="959069"/>
                  </a:lnTo>
                  <a:lnTo>
                    <a:pt x="6221157" y="959069"/>
                  </a:lnTo>
                  <a:lnTo>
                    <a:pt x="6221302" y="959069"/>
                  </a:lnTo>
                  <a:lnTo>
                    <a:pt x="6221448" y="959069"/>
                  </a:lnTo>
                  <a:lnTo>
                    <a:pt x="6222320" y="958446"/>
                  </a:lnTo>
                  <a:lnTo>
                    <a:pt x="6222611" y="958446"/>
                  </a:lnTo>
                  <a:lnTo>
                    <a:pt x="6222756" y="957822"/>
                  </a:lnTo>
                  <a:lnTo>
                    <a:pt x="6222902" y="957822"/>
                  </a:lnTo>
                  <a:lnTo>
                    <a:pt x="6222902" y="957198"/>
                  </a:lnTo>
                  <a:lnTo>
                    <a:pt x="6223629" y="957198"/>
                  </a:lnTo>
                  <a:lnTo>
                    <a:pt x="6223774" y="957198"/>
                  </a:lnTo>
                  <a:lnTo>
                    <a:pt x="6224065" y="957198"/>
                  </a:lnTo>
                  <a:lnTo>
                    <a:pt x="6224938" y="957198"/>
                  </a:lnTo>
                  <a:lnTo>
                    <a:pt x="6225083" y="957198"/>
                  </a:lnTo>
                  <a:lnTo>
                    <a:pt x="6225229" y="957198"/>
                  </a:lnTo>
                  <a:lnTo>
                    <a:pt x="6225519" y="957198"/>
                  </a:lnTo>
                  <a:lnTo>
                    <a:pt x="6225665" y="957198"/>
                  </a:lnTo>
                  <a:lnTo>
                    <a:pt x="6226101" y="957198"/>
                  </a:lnTo>
                  <a:lnTo>
                    <a:pt x="6226247" y="957198"/>
                  </a:lnTo>
                  <a:lnTo>
                    <a:pt x="6227846" y="956575"/>
                  </a:lnTo>
                  <a:lnTo>
                    <a:pt x="6227992" y="956575"/>
                  </a:lnTo>
                  <a:lnTo>
                    <a:pt x="6228137" y="956575"/>
                  </a:lnTo>
                  <a:lnTo>
                    <a:pt x="6228864" y="955328"/>
                  </a:lnTo>
                  <a:lnTo>
                    <a:pt x="6229010" y="955328"/>
                  </a:lnTo>
                  <a:lnTo>
                    <a:pt x="6229155" y="955328"/>
                  </a:lnTo>
                  <a:lnTo>
                    <a:pt x="6230319" y="955328"/>
                  </a:lnTo>
                  <a:lnTo>
                    <a:pt x="6230464" y="955328"/>
                  </a:lnTo>
                  <a:lnTo>
                    <a:pt x="6230609" y="955328"/>
                  </a:lnTo>
                  <a:lnTo>
                    <a:pt x="6230755" y="955328"/>
                  </a:lnTo>
                  <a:lnTo>
                    <a:pt x="6230900" y="955328"/>
                  </a:lnTo>
                  <a:lnTo>
                    <a:pt x="6231046" y="955328"/>
                  </a:lnTo>
                  <a:lnTo>
                    <a:pt x="6231337" y="955328"/>
                  </a:lnTo>
                  <a:lnTo>
                    <a:pt x="6231627" y="955328"/>
                  </a:lnTo>
                  <a:lnTo>
                    <a:pt x="6231773" y="955328"/>
                  </a:lnTo>
                  <a:lnTo>
                    <a:pt x="6232354" y="954704"/>
                  </a:lnTo>
                  <a:lnTo>
                    <a:pt x="6235118" y="954080"/>
                  </a:lnTo>
                  <a:lnTo>
                    <a:pt x="6235263" y="954080"/>
                  </a:lnTo>
                  <a:lnTo>
                    <a:pt x="6235408" y="954080"/>
                  </a:lnTo>
                  <a:lnTo>
                    <a:pt x="6235845" y="954080"/>
                  </a:lnTo>
                  <a:lnTo>
                    <a:pt x="6236136" y="954080"/>
                  </a:lnTo>
                  <a:lnTo>
                    <a:pt x="6236572" y="954080"/>
                  </a:lnTo>
                  <a:lnTo>
                    <a:pt x="6237008" y="952833"/>
                  </a:lnTo>
                  <a:lnTo>
                    <a:pt x="6237154" y="952833"/>
                  </a:lnTo>
                  <a:lnTo>
                    <a:pt x="6237444" y="952833"/>
                  </a:lnTo>
                  <a:lnTo>
                    <a:pt x="6237590" y="952833"/>
                  </a:lnTo>
                  <a:lnTo>
                    <a:pt x="6237735" y="952833"/>
                  </a:lnTo>
                  <a:lnTo>
                    <a:pt x="6237881" y="952833"/>
                  </a:lnTo>
                  <a:lnTo>
                    <a:pt x="6238608" y="952833"/>
                  </a:lnTo>
                  <a:lnTo>
                    <a:pt x="6239044" y="952833"/>
                  </a:lnTo>
                  <a:lnTo>
                    <a:pt x="6239480" y="952210"/>
                  </a:lnTo>
                  <a:lnTo>
                    <a:pt x="6239626" y="952210"/>
                  </a:lnTo>
                  <a:lnTo>
                    <a:pt x="6239771" y="952210"/>
                  </a:lnTo>
                  <a:lnTo>
                    <a:pt x="6241662" y="950963"/>
                  </a:lnTo>
                  <a:lnTo>
                    <a:pt x="6242389" y="950963"/>
                  </a:lnTo>
                  <a:lnTo>
                    <a:pt x="6242534" y="950963"/>
                  </a:lnTo>
                  <a:lnTo>
                    <a:pt x="6242825" y="950963"/>
                  </a:lnTo>
                  <a:lnTo>
                    <a:pt x="6242971" y="950963"/>
                  </a:lnTo>
                  <a:lnTo>
                    <a:pt x="6243552" y="950963"/>
                  </a:lnTo>
                  <a:lnTo>
                    <a:pt x="6243989" y="950339"/>
                  </a:lnTo>
                  <a:lnTo>
                    <a:pt x="6244425" y="950339"/>
                  </a:lnTo>
                  <a:lnTo>
                    <a:pt x="6244861" y="950339"/>
                  </a:lnTo>
                  <a:lnTo>
                    <a:pt x="6245152" y="949092"/>
                  </a:lnTo>
                  <a:lnTo>
                    <a:pt x="6245297" y="949092"/>
                  </a:lnTo>
                  <a:lnTo>
                    <a:pt x="6245588" y="949092"/>
                  </a:lnTo>
                  <a:lnTo>
                    <a:pt x="6245879" y="949092"/>
                  </a:lnTo>
                  <a:lnTo>
                    <a:pt x="6246897" y="947845"/>
                  </a:lnTo>
                  <a:lnTo>
                    <a:pt x="6247042" y="947221"/>
                  </a:lnTo>
                  <a:lnTo>
                    <a:pt x="6247188" y="947221"/>
                  </a:lnTo>
                  <a:lnTo>
                    <a:pt x="6247333" y="947221"/>
                  </a:lnTo>
                  <a:lnTo>
                    <a:pt x="6247479" y="947221"/>
                  </a:lnTo>
                  <a:lnTo>
                    <a:pt x="6247479" y="946597"/>
                  </a:lnTo>
                  <a:lnTo>
                    <a:pt x="6247770" y="945974"/>
                  </a:lnTo>
                  <a:lnTo>
                    <a:pt x="6247915" y="945974"/>
                  </a:lnTo>
                  <a:lnTo>
                    <a:pt x="6248060" y="945974"/>
                  </a:lnTo>
                  <a:lnTo>
                    <a:pt x="6249369" y="944727"/>
                  </a:lnTo>
                  <a:lnTo>
                    <a:pt x="6249660" y="944727"/>
                  </a:lnTo>
                  <a:lnTo>
                    <a:pt x="6249806" y="944727"/>
                  </a:lnTo>
                  <a:lnTo>
                    <a:pt x="6250096" y="944727"/>
                  </a:lnTo>
                  <a:lnTo>
                    <a:pt x="6250387" y="944727"/>
                  </a:lnTo>
                  <a:lnTo>
                    <a:pt x="6250533" y="944727"/>
                  </a:lnTo>
                  <a:lnTo>
                    <a:pt x="6250678" y="944727"/>
                  </a:lnTo>
                  <a:lnTo>
                    <a:pt x="6251114" y="944727"/>
                  </a:lnTo>
                  <a:lnTo>
                    <a:pt x="6251260" y="944727"/>
                  </a:lnTo>
                  <a:lnTo>
                    <a:pt x="6252714" y="943480"/>
                  </a:lnTo>
                  <a:lnTo>
                    <a:pt x="6252859" y="943480"/>
                  </a:lnTo>
                  <a:lnTo>
                    <a:pt x="6253005" y="943480"/>
                  </a:lnTo>
                  <a:lnTo>
                    <a:pt x="6254168" y="943480"/>
                  </a:lnTo>
                  <a:lnTo>
                    <a:pt x="6254605" y="943480"/>
                  </a:lnTo>
                  <a:lnTo>
                    <a:pt x="6254750" y="943480"/>
                  </a:lnTo>
                  <a:lnTo>
                    <a:pt x="6255186" y="943480"/>
                  </a:lnTo>
                  <a:lnTo>
                    <a:pt x="6255332" y="943480"/>
                  </a:lnTo>
                  <a:lnTo>
                    <a:pt x="6255913" y="943480"/>
                  </a:lnTo>
                  <a:lnTo>
                    <a:pt x="6255913" y="942856"/>
                  </a:lnTo>
                  <a:lnTo>
                    <a:pt x="6256350" y="942856"/>
                  </a:lnTo>
                  <a:lnTo>
                    <a:pt x="6257077" y="942232"/>
                  </a:lnTo>
                  <a:lnTo>
                    <a:pt x="6257368" y="942232"/>
                  </a:lnTo>
                  <a:lnTo>
                    <a:pt x="6257513" y="942232"/>
                  </a:lnTo>
                  <a:lnTo>
                    <a:pt x="6257949" y="942232"/>
                  </a:lnTo>
                  <a:lnTo>
                    <a:pt x="6258095" y="942232"/>
                  </a:lnTo>
                  <a:lnTo>
                    <a:pt x="6258822" y="942232"/>
                  </a:lnTo>
                  <a:lnTo>
                    <a:pt x="6258967" y="942232"/>
                  </a:lnTo>
                  <a:lnTo>
                    <a:pt x="6259258" y="942232"/>
                  </a:lnTo>
                  <a:lnTo>
                    <a:pt x="6259404" y="942232"/>
                  </a:lnTo>
                  <a:lnTo>
                    <a:pt x="6259985" y="941609"/>
                  </a:lnTo>
                  <a:lnTo>
                    <a:pt x="6260131" y="941609"/>
                  </a:lnTo>
                  <a:lnTo>
                    <a:pt x="6260712" y="941609"/>
                  </a:lnTo>
                  <a:lnTo>
                    <a:pt x="6261003" y="941609"/>
                  </a:lnTo>
                  <a:lnTo>
                    <a:pt x="6261149" y="941609"/>
                  </a:lnTo>
                  <a:lnTo>
                    <a:pt x="6261294" y="941609"/>
                  </a:lnTo>
                  <a:lnTo>
                    <a:pt x="6261585" y="941609"/>
                  </a:lnTo>
                  <a:lnTo>
                    <a:pt x="6262021" y="941609"/>
                  </a:lnTo>
                  <a:lnTo>
                    <a:pt x="6262894" y="940985"/>
                  </a:lnTo>
                  <a:lnTo>
                    <a:pt x="6263330" y="940362"/>
                  </a:lnTo>
                  <a:lnTo>
                    <a:pt x="6263330" y="939738"/>
                  </a:lnTo>
                  <a:lnTo>
                    <a:pt x="6263912" y="939738"/>
                  </a:lnTo>
                  <a:lnTo>
                    <a:pt x="6264057" y="939738"/>
                  </a:lnTo>
                  <a:lnTo>
                    <a:pt x="6264203" y="939738"/>
                  </a:lnTo>
                  <a:lnTo>
                    <a:pt x="6264348" y="939738"/>
                  </a:lnTo>
                  <a:lnTo>
                    <a:pt x="6265512" y="939738"/>
                  </a:lnTo>
                  <a:lnTo>
                    <a:pt x="6265657" y="939738"/>
                  </a:lnTo>
                  <a:lnTo>
                    <a:pt x="6265802" y="939738"/>
                  </a:lnTo>
                  <a:lnTo>
                    <a:pt x="6266239" y="939738"/>
                  </a:lnTo>
                  <a:lnTo>
                    <a:pt x="6266384" y="939738"/>
                  </a:lnTo>
                  <a:lnTo>
                    <a:pt x="6267111" y="936620"/>
                  </a:lnTo>
                  <a:lnTo>
                    <a:pt x="6267257" y="936620"/>
                  </a:lnTo>
                  <a:lnTo>
                    <a:pt x="6267402" y="936620"/>
                  </a:lnTo>
                  <a:lnTo>
                    <a:pt x="6267547" y="935997"/>
                  </a:lnTo>
                  <a:lnTo>
                    <a:pt x="6267984" y="935997"/>
                  </a:lnTo>
                  <a:lnTo>
                    <a:pt x="6268129" y="935997"/>
                  </a:lnTo>
                  <a:lnTo>
                    <a:pt x="6268275" y="935997"/>
                  </a:lnTo>
                  <a:lnTo>
                    <a:pt x="6268275" y="935373"/>
                  </a:lnTo>
                  <a:lnTo>
                    <a:pt x="6268420" y="935373"/>
                  </a:lnTo>
                  <a:lnTo>
                    <a:pt x="6269147" y="935373"/>
                  </a:lnTo>
                  <a:lnTo>
                    <a:pt x="6270020" y="935373"/>
                  </a:lnTo>
                  <a:lnTo>
                    <a:pt x="6270165" y="935373"/>
                  </a:lnTo>
                  <a:lnTo>
                    <a:pt x="6270601" y="935373"/>
                  </a:lnTo>
                  <a:lnTo>
                    <a:pt x="6271038" y="935373"/>
                  </a:lnTo>
                  <a:lnTo>
                    <a:pt x="6271474" y="934749"/>
                  </a:lnTo>
                  <a:lnTo>
                    <a:pt x="6271910" y="934749"/>
                  </a:lnTo>
                  <a:lnTo>
                    <a:pt x="6272056" y="934749"/>
                  </a:lnTo>
                  <a:lnTo>
                    <a:pt x="6272492" y="934749"/>
                  </a:lnTo>
                  <a:lnTo>
                    <a:pt x="6272783" y="932879"/>
                  </a:lnTo>
                  <a:lnTo>
                    <a:pt x="6272928" y="932879"/>
                  </a:lnTo>
                  <a:lnTo>
                    <a:pt x="6274237" y="932255"/>
                  </a:lnTo>
                  <a:lnTo>
                    <a:pt x="6274673" y="931631"/>
                  </a:lnTo>
                  <a:lnTo>
                    <a:pt x="6274819" y="931631"/>
                  </a:lnTo>
                  <a:lnTo>
                    <a:pt x="6274964" y="931631"/>
                  </a:lnTo>
                  <a:lnTo>
                    <a:pt x="6275110" y="931631"/>
                  </a:lnTo>
                  <a:lnTo>
                    <a:pt x="6275691" y="931631"/>
                  </a:lnTo>
                  <a:lnTo>
                    <a:pt x="6276273" y="931631"/>
                  </a:lnTo>
                  <a:lnTo>
                    <a:pt x="6276418" y="931631"/>
                  </a:lnTo>
                  <a:lnTo>
                    <a:pt x="6277000" y="931631"/>
                  </a:lnTo>
                  <a:lnTo>
                    <a:pt x="6277146" y="931631"/>
                  </a:lnTo>
                  <a:lnTo>
                    <a:pt x="6277873" y="931631"/>
                  </a:lnTo>
                  <a:lnTo>
                    <a:pt x="6278018" y="931631"/>
                  </a:lnTo>
                  <a:lnTo>
                    <a:pt x="6278454" y="931631"/>
                  </a:lnTo>
                  <a:lnTo>
                    <a:pt x="6278600" y="931631"/>
                  </a:lnTo>
                  <a:lnTo>
                    <a:pt x="6278891" y="931008"/>
                  </a:lnTo>
                  <a:lnTo>
                    <a:pt x="6280781" y="928514"/>
                  </a:lnTo>
                  <a:lnTo>
                    <a:pt x="6280927" y="928514"/>
                  </a:lnTo>
                  <a:lnTo>
                    <a:pt x="6281072" y="928514"/>
                  </a:lnTo>
                  <a:lnTo>
                    <a:pt x="6281363" y="928514"/>
                  </a:lnTo>
                  <a:lnTo>
                    <a:pt x="6281363" y="927890"/>
                  </a:lnTo>
                  <a:lnTo>
                    <a:pt x="6281945" y="927890"/>
                  </a:lnTo>
                  <a:lnTo>
                    <a:pt x="6282090" y="927890"/>
                  </a:lnTo>
                  <a:lnTo>
                    <a:pt x="6282235" y="927266"/>
                  </a:lnTo>
                  <a:lnTo>
                    <a:pt x="6282672" y="927266"/>
                  </a:lnTo>
                  <a:lnTo>
                    <a:pt x="6282817" y="927266"/>
                  </a:lnTo>
                  <a:lnTo>
                    <a:pt x="6283253" y="927266"/>
                  </a:lnTo>
                  <a:lnTo>
                    <a:pt x="6283399" y="926643"/>
                  </a:lnTo>
                  <a:lnTo>
                    <a:pt x="6283544" y="926643"/>
                  </a:lnTo>
                  <a:lnTo>
                    <a:pt x="6283835" y="926643"/>
                  </a:lnTo>
                  <a:lnTo>
                    <a:pt x="6283981" y="926643"/>
                  </a:lnTo>
                  <a:lnTo>
                    <a:pt x="6284417" y="926643"/>
                  </a:lnTo>
                  <a:lnTo>
                    <a:pt x="6284999" y="926019"/>
                  </a:lnTo>
                  <a:lnTo>
                    <a:pt x="6285289" y="925396"/>
                  </a:lnTo>
                  <a:lnTo>
                    <a:pt x="6286598" y="924148"/>
                  </a:lnTo>
                  <a:lnTo>
                    <a:pt x="6287180" y="922901"/>
                  </a:lnTo>
                  <a:lnTo>
                    <a:pt x="6287325" y="922901"/>
                  </a:lnTo>
                  <a:lnTo>
                    <a:pt x="6287471" y="922901"/>
                  </a:lnTo>
                  <a:lnTo>
                    <a:pt x="6287616" y="922901"/>
                  </a:lnTo>
                  <a:lnTo>
                    <a:pt x="6287907" y="921654"/>
                  </a:lnTo>
                  <a:lnTo>
                    <a:pt x="6288198" y="921031"/>
                  </a:lnTo>
                  <a:lnTo>
                    <a:pt x="6288634" y="921031"/>
                  </a:lnTo>
                  <a:lnTo>
                    <a:pt x="6288925" y="921031"/>
                  </a:lnTo>
                  <a:lnTo>
                    <a:pt x="6288925" y="920407"/>
                  </a:lnTo>
                  <a:lnTo>
                    <a:pt x="6289070" y="920407"/>
                  </a:lnTo>
                  <a:lnTo>
                    <a:pt x="6289361" y="920407"/>
                  </a:lnTo>
                  <a:lnTo>
                    <a:pt x="6289507" y="920407"/>
                  </a:lnTo>
                  <a:lnTo>
                    <a:pt x="6289652" y="920407"/>
                  </a:lnTo>
                  <a:lnTo>
                    <a:pt x="6290088" y="919783"/>
                  </a:lnTo>
                  <a:lnTo>
                    <a:pt x="6290670" y="919783"/>
                  </a:lnTo>
                  <a:lnTo>
                    <a:pt x="6291106" y="919783"/>
                  </a:lnTo>
                  <a:lnTo>
                    <a:pt x="6291252" y="919783"/>
                  </a:lnTo>
                  <a:lnTo>
                    <a:pt x="6291543" y="919783"/>
                  </a:lnTo>
                  <a:lnTo>
                    <a:pt x="6291688" y="919783"/>
                  </a:lnTo>
                  <a:lnTo>
                    <a:pt x="6291979" y="919783"/>
                  </a:lnTo>
                  <a:lnTo>
                    <a:pt x="6292415" y="919783"/>
                  </a:lnTo>
                  <a:lnTo>
                    <a:pt x="6293869" y="919160"/>
                  </a:lnTo>
                  <a:lnTo>
                    <a:pt x="6294306" y="919160"/>
                  </a:lnTo>
                  <a:lnTo>
                    <a:pt x="6294451" y="919160"/>
                  </a:lnTo>
                  <a:lnTo>
                    <a:pt x="6294742" y="919160"/>
                  </a:lnTo>
                  <a:lnTo>
                    <a:pt x="6295760" y="918536"/>
                  </a:lnTo>
                  <a:lnTo>
                    <a:pt x="6295905" y="918536"/>
                  </a:lnTo>
                  <a:lnTo>
                    <a:pt x="6296633" y="918536"/>
                  </a:lnTo>
                  <a:lnTo>
                    <a:pt x="6296778" y="918536"/>
                  </a:lnTo>
                  <a:lnTo>
                    <a:pt x="6296923" y="918536"/>
                  </a:lnTo>
                  <a:lnTo>
                    <a:pt x="6297069" y="917913"/>
                  </a:lnTo>
                  <a:lnTo>
                    <a:pt x="6297360" y="917913"/>
                  </a:lnTo>
                  <a:lnTo>
                    <a:pt x="6297796" y="917913"/>
                  </a:lnTo>
                  <a:lnTo>
                    <a:pt x="6297941" y="917913"/>
                  </a:lnTo>
                  <a:lnTo>
                    <a:pt x="6298087" y="917289"/>
                  </a:lnTo>
                  <a:lnTo>
                    <a:pt x="6298232" y="917289"/>
                  </a:lnTo>
                  <a:lnTo>
                    <a:pt x="6298378" y="917289"/>
                  </a:lnTo>
                  <a:lnTo>
                    <a:pt x="6298523" y="917289"/>
                  </a:lnTo>
                  <a:lnTo>
                    <a:pt x="6298669" y="917289"/>
                  </a:lnTo>
                  <a:lnTo>
                    <a:pt x="6299686" y="916666"/>
                  </a:lnTo>
                  <a:lnTo>
                    <a:pt x="6299977" y="916666"/>
                  </a:lnTo>
                  <a:lnTo>
                    <a:pt x="6300123" y="916666"/>
                  </a:lnTo>
                  <a:lnTo>
                    <a:pt x="6300995" y="916042"/>
                  </a:lnTo>
                  <a:lnTo>
                    <a:pt x="6301141" y="916042"/>
                  </a:lnTo>
                  <a:lnTo>
                    <a:pt x="6301141" y="915418"/>
                  </a:lnTo>
                  <a:lnTo>
                    <a:pt x="6301286" y="915418"/>
                  </a:lnTo>
                  <a:lnTo>
                    <a:pt x="6302159" y="915418"/>
                  </a:lnTo>
                  <a:lnTo>
                    <a:pt x="6302304" y="915418"/>
                  </a:lnTo>
                  <a:lnTo>
                    <a:pt x="6302304" y="914795"/>
                  </a:lnTo>
                  <a:lnTo>
                    <a:pt x="6302450" y="914795"/>
                  </a:lnTo>
                  <a:lnTo>
                    <a:pt x="6302595" y="914795"/>
                  </a:lnTo>
                  <a:lnTo>
                    <a:pt x="6302740" y="914795"/>
                  </a:lnTo>
                  <a:lnTo>
                    <a:pt x="6304049" y="913548"/>
                  </a:lnTo>
                  <a:lnTo>
                    <a:pt x="6304486" y="913548"/>
                  </a:lnTo>
                  <a:lnTo>
                    <a:pt x="6304922" y="913548"/>
                  </a:lnTo>
                  <a:lnTo>
                    <a:pt x="6305213" y="913548"/>
                  </a:lnTo>
                  <a:lnTo>
                    <a:pt x="6305358" y="913548"/>
                  </a:lnTo>
                  <a:lnTo>
                    <a:pt x="6306085" y="912924"/>
                  </a:lnTo>
                  <a:lnTo>
                    <a:pt x="6306667" y="912924"/>
                  </a:lnTo>
                  <a:lnTo>
                    <a:pt x="6307249" y="912924"/>
                  </a:lnTo>
                  <a:lnTo>
                    <a:pt x="6307685" y="912924"/>
                  </a:lnTo>
                  <a:lnTo>
                    <a:pt x="6307830" y="912924"/>
                  </a:lnTo>
                  <a:lnTo>
                    <a:pt x="6308121" y="912924"/>
                  </a:lnTo>
                  <a:lnTo>
                    <a:pt x="6308557" y="912924"/>
                  </a:lnTo>
                  <a:lnTo>
                    <a:pt x="6308848" y="912924"/>
                  </a:lnTo>
                  <a:lnTo>
                    <a:pt x="6308994" y="912924"/>
                  </a:lnTo>
                  <a:lnTo>
                    <a:pt x="6309139" y="912924"/>
                  </a:lnTo>
                  <a:lnTo>
                    <a:pt x="6309430" y="912300"/>
                  </a:lnTo>
                  <a:lnTo>
                    <a:pt x="6309721" y="912300"/>
                  </a:lnTo>
                  <a:lnTo>
                    <a:pt x="6310012" y="912300"/>
                  </a:lnTo>
                  <a:lnTo>
                    <a:pt x="6310012" y="911677"/>
                  </a:lnTo>
                  <a:lnTo>
                    <a:pt x="6310157" y="911677"/>
                  </a:lnTo>
                  <a:lnTo>
                    <a:pt x="6310303" y="911677"/>
                  </a:lnTo>
                  <a:lnTo>
                    <a:pt x="6310448" y="910430"/>
                  </a:lnTo>
                  <a:lnTo>
                    <a:pt x="6310593" y="910430"/>
                  </a:lnTo>
                  <a:lnTo>
                    <a:pt x="6310739" y="910430"/>
                  </a:lnTo>
                  <a:lnTo>
                    <a:pt x="6311611" y="910430"/>
                  </a:lnTo>
                  <a:lnTo>
                    <a:pt x="6311757" y="910430"/>
                  </a:lnTo>
                  <a:lnTo>
                    <a:pt x="6311902" y="910430"/>
                  </a:lnTo>
                  <a:lnTo>
                    <a:pt x="6312629" y="909806"/>
                  </a:lnTo>
                  <a:lnTo>
                    <a:pt x="6313502" y="909183"/>
                  </a:lnTo>
                  <a:lnTo>
                    <a:pt x="6314084" y="909183"/>
                  </a:lnTo>
                  <a:lnTo>
                    <a:pt x="6314229" y="909183"/>
                  </a:lnTo>
                  <a:lnTo>
                    <a:pt x="6314374" y="909183"/>
                  </a:lnTo>
                  <a:lnTo>
                    <a:pt x="6314665" y="909183"/>
                  </a:lnTo>
                  <a:lnTo>
                    <a:pt x="6314956" y="909183"/>
                  </a:lnTo>
                  <a:lnTo>
                    <a:pt x="6315392" y="909183"/>
                  </a:lnTo>
                  <a:lnTo>
                    <a:pt x="6315538" y="909183"/>
                  </a:lnTo>
                  <a:lnTo>
                    <a:pt x="6316265" y="908559"/>
                  </a:lnTo>
                  <a:lnTo>
                    <a:pt x="6316847" y="908559"/>
                  </a:lnTo>
                  <a:lnTo>
                    <a:pt x="6317283" y="907935"/>
                  </a:lnTo>
                  <a:lnTo>
                    <a:pt x="6317574" y="907935"/>
                  </a:lnTo>
                  <a:lnTo>
                    <a:pt x="6317719" y="907935"/>
                  </a:lnTo>
                  <a:lnTo>
                    <a:pt x="6317865" y="907935"/>
                  </a:lnTo>
                  <a:lnTo>
                    <a:pt x="6318446" y="907935"/>
                  </a:lnTo>
                  <a:lnTo>
                    <a:pt x="6318883" y="907935"/>
                  </a:lnTo>
                  <a:lnTo>
                    <a:pt x="6321355" y="904194"/>
                  </a:lnTo>
                  <a:lnTo>
                    <a:pt x="6321500" y="904194"/>
                  </a:lnTo>
                  <a:lnTo>
                    <a:pt x="6321646" y="904194"/>
                  </a:lnTo>
                  <a:lnTo>
                    <a:pt x="6321791" y="904194"/>
                  </a:lnTo>
                  <a:lnTo>
                    <a:pt x="6322518" y="904194"/>
                  </a:lnTo>
                  <a:lnTo>
                    <a:pt x="6322518" y="903570"/>
                  </a:lnTo>
                  <a:lnTo>
                    <a:pt x="6322664" y="903570"/>
                  </a:lnTo>
                  <a:lnTo>
                    <a:pt x="6322955" y="903570"/>
                  </a:lnTo>
                  <a:lnTo>
                    <a:pt x="6323100" y="903570"/>
                  </a:lnTo>
                  <a:lnTo>
                    <a:pt x="6323100" y="902947"/>
                  </a:lnTo>
                  <a:lnTo>
                    <a:pt x="6323245" y="902947"/>
                  </a:lnTo>
                  <a:lnTo>
                    <a:pt x="6323682" y="902947"/>
                  </a:lnTo>
                  <a:lnTo>
                    <a:pt x="6324554" y="902323"/>
                  </a:lnTo>
                  <a:lnTo>
                    <a:pt x="6325136" y="901076"/>
                  </a:lnTo>
                  <a:lnTo>
                    <a:pt x="6325572" y="901076"/>
                  </a:lnTo>
                  <a:lnTo>
                    <a:pt x="6326445" y="900452"/>
                  </a:lnTo>
                  <a:lnTo>
                    <a:pt x="6326590" y="900452"/>
                  </a:lnTo>
                  <a:lnTo>
                    <a:pt x="6326736" y="900452"/>
                  </a:lnTo>
                  <a:lnTo>
                    <a:pt x="6327463" y="899829"/>
                  </a:lnTo>
                  <a:lnTo>
                    <a:pt x="6327608" y="899829"/>
                  </a:lnTo>
                  <a:lnTo>
                    <a:pt x="6327754" y="899829"/>
                  </a:lnTo>
                  <a:lnTo>
                    <a:pt x="6328190" y="899205"/>
                  </a:lnTo>
                  <a:lnTo>
                    <a:pt x="6328335" y="898582"/>
                  </a:lnTo>
                  <a:lnTo>
                    <a:pt x="6328335" y="897958"/>
                  </a:lnTo>
                  <a:lnTo>
                    <a:pt x="6329062" y="896711"/>
                  </a:lnTo>
                  <a:lnTo>
                    <a:pt x="6329353" y="896711"/>
                  </a:lnTo>
                  <a:lnTo>
                    <a:pt x="6329935" y="896711"/>
                  </a:lnTo>
                  <a:lnTo>
                    <a:pt x="6331098" y="896087"/>
                  </a:lnTo>
                  <a:lnTo>
                    <a:pt x="6331244" y="896087"/>
                  </a:lnTo>
                  <a:lnTo>
                    <a:pt x="6331826" y="896087"/>
                  </a:lnTo>
                  <a:lnTo>
                    <a:pt x="6331971" y="896087"/>
                  </a:lnTo>
                  <a:lnTo>
                    <a:pt x="6332116" y="896087"/>
                  </a:lnTo>
                  <a:lnTo>
                    <a:pt x="6332262" y="896087"/>
                  </a:lnTo>
                  <a:lnTo>
                    <a:pt x="6332844" y="896087"/>
                  </a:lnTo>
                  <a:lnTo>
                    <a:pt x="6332989" y="896087"/>
                  </a:lnTo>
                  <a:lnTo>
                    <a:pt x="6333425" y="896087"/>
                  </a:lnTo>
                  <a:lnTo>
                    <a:pt x="6334007" y="896087"/>
                  </a:lnTo>
                  <a:lnTo>
                    <a:pt x="6335607" y="895464"/>
                  </a:lnTo>
                  <a:lnTo>
                    <a:pt x="6336043" y="894840"/>
                  </a:lnTo>
                  <a:lnTo>
                    <a:pt x="6336334" y="894840"/>
                  </a:lnTo>
                  <a:lnTo>
                    <a:pt x="6336479" y="894840"/>
                  </a:lnTo>
                  <a:lnTo>
                    <a:pt x="6336625" y="894840"/>
                  </a:lnTo>
                  <a:lnTo>
                    <a:pt x="6337061" y="894840"/>
                  </a:lnTo>
                  <a:lnTo>
                    <a:pt x="6337352" y="894840"/>
                  </a:lnTo>
                  <a:lnTo>
                    <a:pt x="6337788" y="894840"/>
                  </a:lnTo>
                  <a:lnTo>
                    <a:pt x="6337933" y="894217"/>
                  </a:lnTo>
                  <a:lnTo>
                    <a:pt x="6338515" y="892969"/>
                  </a:lnTo>
                  <a:lnTo>
                    <a:pt x="6338661" y="892969"/>
                  </a:lnTo>
                  <a:lnTo>
                    <a:pt x="6338806" y="892969"/>
                  </a:lnTo>
                  <a:lnTo>
                    <a:pt x="6338951" y="892969"/>
                  </a:lnTo>
                  <a:lnTo>
                    <a:pt x="6339097" y="892969"/>
                  </a:lnTo>
                  <a:lnTo>
                    <a:pt x="6339388" y="892969"/>
                  </a:lnTo>
                  <a:lnTo>
                    <a:pt x="6339824" y="892969"/>
                  </a:lnTo>
                  <a:lnTo>
                    <a:pt x="6340115" y="892969"/>
                  </a:lnTo>
                  <a:lnTo>
                    <a:pt x="6340260" y="892969"/>
                  </a:lnTo>
                  <a:lnTo>
                    <a:pt x="6340842" y="892969"/>
                  </a:lnTo>
                  <a:lnTo>
                    <a:pt x="6341424" y="892969"/>
                  </a:lnTo>
                  <a:lnTo>
                    <a:pt x="6341569" y="892969"/>
                  </a:lnTo>
                  <a:lnTo>
                    <a:pt x="6342005" y="892969"/>
                  </a:lnTo>
                  <a:lnTo>
                    <a:pt x="6342151" y="892969"/>
                  </a:lnTo>
                  <a:lnTo>
                    <a:pt x="6342732" y="892346"/>
                  </a:lnTo>
                  <a:lnTo>
                    <a:pt x="6342878" y="892346"/>
                  </a:lnTo>
                  <a:lnTo>
                    <a:pt x="6343169" y="892346"/>
                  </a:lnTo>
                  <a:lnTo>
                    <a:pt x="6344478" y="892346"/>
                  </a:lnTo>
                  <a:lnTo>
                    <a:pt x="6344768" y="892346"/>
                  </a:lnTo>
                  <a:lnTo>
                    <a:pt x="6345205" y="891722"/>
                  </a:lnTo>
                  <a:lnTo>
                    <a:pt x="6345641" y="891722"/>
                  </a:lnTo>
                  <a:lnTo>
                    <a:pt x="6345786" y="891722"/>
                  </a:lnTo>
                  <a:lnTo>
                    <a:pt x="6346950" y="891722"/>
                  </a:lnTo>
                  <a:lnTo>
                    <a:pt x="6347386" y="891722"/>
                  </a:lnTo>
                  <a:lnTo>
                    <a:pt x="6347531" y="891722"/>
                  </a:lnTo>
                  <a:lnTo>
                    <a:pt x="6347677" y="891099"/>
                  </a:lnTo>
                  <a:lnTo>
                    <a:pt x="6348259" y="890475"/>
                  </a:lnTo>
                  <a:lnTo>
                    <a:pt x="6348695" y="890475"/>
                  </a:lnTo>
                  <a:lnTo>
                    <a:pt x="6349277" y="890475"/>
                  </a:lnTo>
                  <a:lnTo>
                    <a:pt x="6349567" y="890475"/>
                  </a:lnTo>
                  <a:lnTo>
                    <a:pt x="6349567" y="889851"/>
                  </a:lnTo>
                  <a:lnTo>
                    <a:pt x="6350149" y="889851"/>
                  </a:lnTo>
                  <a:lnTo>
                    <a:pt x="6350295" y="889851"/>
                  </a:lnTo>
                  <a:lnTo>
                    <a:pt x="6350585" y="889851"/>
                  </a:lnTo>
                  <a:lnTo>
                    <a:pt x="6351022" y="889851"/>
                  </a:lnTo>
                  <a:lnTo>
                    <a:pt x="6351894" y="888604"/>
                  </a:lnTo>
                  <a:lnTo>
                    <a:pt x="6352476" y="888604"/>
                  </a:lnTo>
                  <a:lnTo>
                    <a:pt x="6352767" y="887981"/>
                  </a:lnTo>
                  <a:lnTo>
                    <a:pt x="6352912" y="887981"/>
                  </a:lnTo>
                  <a:lnTo>
                    <a:pt x="6353058" y="887981"/>
                  </a:lnTo>
                  <a:lnTo>
                    <a:pt x="6353058" y="887357"/>
                  </a:lnTo>
                  <a:lnTo>
                    <a:pt x="6353930" y="886734"/>
                  </a:lnTo>
                  <a:lnTo>
                    <a:pt x="6354076" y="886734"/>
                  </a:lnTo>
                  <a:lnTo>
                    <a:pt x="6354948" y="886734"/>
                  </a:lnTo>
                  <a:lnTo>
                    <a:pt x="6355239" y="886734"/>
                  </a:lnTo>
                  <a:lnTo>
                    <a:pt x="6355675" y="885486"/>
                  </a:lnTo>
                  <a:lnTo>
                    <a:pt x="6356257" y="884239"/>
                  </a:lnTo>
                  <a:lnTo>
                    <a:pt x="6356402" y="884239"/>
                  </a:lnTo>
                  <a:lnTo>
                    <a:pt x="6356548" y="884239"/>
                  </a:lnTo>
                  <a:lnTo>
                    <a:pt x="6356839" y="883616"/>
                  </a:lnTo>
                  <a:lnTo>
                    <a:pt x="6357130" y="882992"/>
                  </a:lnTo>
                  <a:lnTo>
                    <a:pt x="6357275" y="882992"/>
                  </a:lnTo>
                  <a:lnTo>
                    <a:pt x="6357420" y="882992"/>
                  </a:lnTo>
                  <a:lnTo>
                    <a:pt x="6357857" y="882992"/>
                  </a:lnTo>
                  <a:lnTo>
                    <a:pt x="6358729" y="882992"/>
                  </a:lnTo>
                  <a:lnTo>
                    <a:pt x="6359166" y="882368"/>
                  </a:lnTo>
                  <a:lnTo>
                    <a:pt x="6360038" y="882368"/>
                  </a:lnTo>
                  <a:lnTo>
                    <a:pt x="6360183" y="882368"/>
                  </a:lnTo>
                  <a:lnTo>
                    <a:pt x="6360620" y="882368"/>
                  </a:lnTo>
                  <a:lnTo>
                    <a:pt x="6361201" y="882368"/>
                  </a:lnTo>
                  <a:lnTo>
                    <a:pt x="6361347" y="882368"/>
                  </a:lnTo>
                  <a:lnTo>
                    <a:pt x="6361492" y="882368"/>
                  </a:lnTo>
                  <a:lnTo>
                    <a:pt x="6362074" y="882368"/>
                  </a:lnTo>
                  <a:lnTo>
                    <a:pt x="6362801" y="882368"/>
                  </a:lnTo>
                  <a:lnTo>
                    <a:pt x="6362947" y="882368"/>
                  </a:lnTo>
                  <a:lnTo>
                    <a:pt x="6363092" y="882368"/>
                  </a:lnTo>
                  <a:lnTo>
                    <a:pt x="6363674" y="882368"/>
                  </a:lnTo>
                  <a:lnTo>
                    <a:pt x="6363674" y="881121"/>
                  </a:lnTo>
                  <a:lnTo>
                    <a:pt x="6363674" y="880498"/>
                  </a:lnTo>
                  <a:lnTo>
                    <a:pt x="6363819" y="880498"/>
                  </a:lnTo>
                  <a:lnTo>
                    <a:pt x="6363965" y="880498"/>
                  </a:lnTo>
                  <a:lnTo>
                    <a:pt x="6364110" y="880498"/>
                  </a:lnTo>
                  <a:lnTo>
                    <a:pt x="6364255" y="880498"/>
                  </a:lnTo>
                  <a:lnTo>
                    <a:pt x="6364546" y="880498"/>
                  </a:lnTo>
                  <a:lnTo>
                    <a:pt x="6365273" y="880498"/>
                  </a:lnTo>
                  <a:lnTo>
                    <a:pt x="6365419" y="880498"/>
                  </a:lnTo>
                  <a:lnTo>
                    <a:pt x="6365564" y="880498"/>
                  </a:lnTo>
                  <a:lnTo>
                    <a:pt x="6365855" y="880498"/>
                  </a:lnTo>
                  <a:lnTo>
                    <a:pt x="6366437" y="879874"/>
                  </a:lnTo>
                  <a:lnTo>
                    <a:pt x="6366728" y="879874"/>
                  </a:lnTo>
                  <a:lnTo>
                    <a:pt x="6366873" y="879874"/>
                  </a:lnTo>
                  <a:lnTo>
                    <a:pt x="6367018" y="879874"/>
                  </a:lnTo>
                  <a:lnTo>
                    <a:pt x="6367891" y="879874"/>
                  </a:lnTo>
                  <a:lnTo>
                    <a:pt x="6368182" y="879874"/>
                  </a:lnTo>
                  <a:lnTo>
                    <a:pt x="6368327" y="879874"/>
                  </a:lnTo>
                  <a:lnTo>
                    <a:pt x="6368473" y="879874"/>
                  </a:lnTo>
                  <a:lnTo>
                    <a:pt x="6369054" y="879874"/>
                  </a:lnTo>
                  <a:lnTo>
                    <a:pt x="6369345" y="879874"/>
                  </a:lnTo>
                  <a:lnTo>
                    <a:pt x="6369491" y="879874"/>
                  </a:lnTo>
                  <a:lnTo>
                    <a:pt x="6369636" y="879874"/>
                  </a:lnTo>
                  <a:lnTo>
                    <a:pt x="6369927" y="879874"/>
                  </a:lnTo>
                  <a:lnTo>
                    <a:pt x="6370072" y="879251"/>
                  </a:lnTo>
                  <a:lnTo>
                    <a:pt x="6370218" y="879251"/>
                  </a:lnTo>
                  <a:lnTo>
                    <a:pt x="6370218" y="878627"/>
                  </a:lnTo>
                  <a:lnTo>
                    <a:pt x="6370509" y="878627"/>
                  </a:lnTo>
                  <a:lnTo>
                    <a:pt x="6371090" y="878627"/>
                  </a:lnTo>
                  <a:lnTo>
                    <a:pt x="6371527" y="878003"/>
                  </a:lnTo>
                  <a:lnTo>
                    <a:pt x="6371672" y="878003"/>
                  </a:lnTo>
                  <a:lnTo>
                    <a:pt x="6371818" y="878003"/>
                  </a:lnTo>
                  <a:lnTo>
                    <a:pt x="6372108" y="877380"/>
                  </a:lnTo>
                  <a:lnTo>
                    <a:pt x="6372545" y="877380"/>
                  </a:lnTo>
                  <a:lnTo>
                    <a:pt x="6372690" y="877380"/>
                  </a:lnTo>
                  <a:lnTo>
                    <a:pt x="6373272" y="877380"/>
                  </a:lnTo>
                  <a:lnTo>
                    <a:pt x="6373417" y="877380"/>
                  </a:lnTo>
                  <a:lnTo>
                    <a:pt x="6373853" y="877380"/>
                  </a:lnTo>
                  <a:lnTo>
                    <a:pt x="6374435" y="877380"/>
                  </a:lnTo>
                  <a:lnTo>
                    <a:pt x="6374581" y="877380"/>
                  </a:lnTo>
                  <a:lnTo>
                    <a:pt x="6374581" y="876756"/>
                  </a:lnTo>
                  <a:lnTo>
                    <a:pt x="6374871" y="876756"/>
                  </a:lnTo>
                  <a:lnTo>
                    <a:pt x="6375017" y="876756"/>
                  </a:lnTo>
                  <a:lnTo>
                    <a:pt x="6375162" y="876756"/>
                  </a:lnTo>
                  <a:lnTo>
                    <a:pt x="6375308" y="876756"/>
                  </a:lnTo>
                  <a:lnTo>
                    <a:pt x="6376035" y="876756"/>
                  </a:lnTo>
                  <a:lnTo>
                    <a:pt x="6376180" y="876133"/>
                  </a:lnTo>
                  <a:lnTo>
                    <a:pt x="6376617" y="876133"/>
                  </a:lnTo>
                  <a:lnTo>
                    <a:pt x="6376907" y="876133"/>
                  </a:lnTo>
                  <a:lnTo>
                    <a:pt x="6377780" y="876133"/>
                  </a:lnTo>
                  <a:lnTo>
                    <a:pt x="6377925" y="876133"/>
                  </a:lnTo>
                  <a:lnTo>
                    <a:pt x="6378653" y="875509"/>
                  </a:lnTo>
                  <a:lnTo>
                    <a:pt x="6378943" y="875509"/>
                  </a:lnTo>
                  <a:lnTo>
                    <a:pt x="6379525" y="875509"/>
                  </a:lnTo>
                  <a:lnTo>
                    <a:pt x="6380252" y="874885"/>
                  </a:lnTo>
                  <a:lnTo>
                    <a:pt x="6380398" y="874885"/>
                  </a:lnTo>
                  <a:lnTo>
                    <a:pt x="6380834" y="874262"/>
                  </a:lnTo>
                  <a:lnTo>
                    <a:pt x="6380979" y="873638"/>
                  </a:lnTo>
                  <a:lnTo>
                    <a:pt x="6381270" y="873638"/>
                  </a:lnTo>
                  <a:lnTo>
                    <a:pt x="6381706" y="873638"/>
                  </a:lnTo>
                  <a:lnTo>
                    <a:pt x="6382143" y="873638"/>
                  </a:lnTo>
                  <a:lnTo>
                    <a:pt x="6382724" y="873638"/>
                  </a:lnTo>
                  <a:lnTo>
                    <a:pt x="6383015" y="873638"/>
                  </a:lnTo>
                  <a:lnTo>
                    <a:pt x="6383015" y="873015"/>
                  </a:lnTo>
                  <a:lnTo>
                    <a:pt x="6383161" y="873015"/>
                  </a:lnTo>
                  <a:lnTo>
                    <a:pt x="6383742" y="872391"/>
                  </a:lnTo>
                  <a:lnTo>
                    <a:pt x="6384470" y="871768"/>
                  </a:lnTo>
                  <a:lnTo>
                    <a:pt x="6384470" y="871144"/>
                  </a:lnTo>
                  <a:lnTo>
                    <a:pt x="6384615" y="871144"/>
                  </a:lnTo>
                  <a:lnTo>
                    <a:pt x="6385051" y="871144"/>
                  </a:lnTo>
                  <a:lnTo>
                    <a:pt x="6385342" y="871144"/>
                  </a:lnTo>
                  <a:lnTo>
                    <a:pt x="6385488" y="871144"/>
                  </a:lnTo>
                  <a:lnTo>
                    <a:pt x="6385633" y="871144"/>
                  </a:lnTo>
                  <a:lnTo>
                    <a:pt x="6385778" y="871144"/>
                  </a:lnTo>
                  <a:lnTo>
                    <a:pt x="6385778" y="870520"/>
                  </a:lnTo>
                  <a:lnTo>
                    <a:pt x="6385924" y="870520"/>
                  </a:lnTo>
                  <a:lnTo>
                    <a:pt x="6386506" y="870520"/>
                  </a:lnTo>
                  <a:lnTo>
                    <a:pt x="6387087" y="870520"/>
                  </a:lnTo>
                  <a:lnTo>
                    <a:pt x="6387814" y="870520"/>
                  </a:lnTo>
                  <a:lnTo>
                    <a:pt x="6388105" y="870520"/>
                  </a:lnTo>
                  <a:lnTo>
                    <a:pt x="6388251" y="870520"/>
                  </a:lnTo>
                  <a:lnTo>
                    <a:pt x="6388687" y="870520"/>
                  </a:lnTo>
                  <a:lnTo>
                    <a:pt x="6388832" y="870520"/>
                  </a:lnTo>
                  <a:lnTo>
                    <a:pt x="6388978" y="870520"/>
                  </a:lnTo>
                  <a:lnTo>
                    <a:pt x="6389414" y="870520"/>
                  </a:lnTo>
                  <a:lnTo>
                    <a:pt x="6389559" y="870520"/>
                  </a:lnTo>
                  <a:lnTo>
                    <a:pt x="6389850" y="870520"/>
                  </a:lnTo>
                  <a:lnTo>
                    <a:pt x="6390141" y="870520"/>
                  </a:lnTo>
                  <a:lnTo>
                    <a:pt x="6390577" y="869897"/>
                  </a:lnTo>
                  <a:lnTo>
                    <a:pt x="6396249" y="865532"/>
                  </a:lnTo>
                  <a:lnTo>
                    <a:pt x="6396249" y="864908"/>
                  </a:lnTo>
                  <a:lnTo>
                    <a:pt x="6396394" y="864908"/>
                  </a:lnTo>
                  <a:lnTo>
                    <a:pt x="6396540" y="864908"/>
                  </a:lnTo>
                  <a:lnTo>
                    <a:pt x="6396685" y="864908"/>
                  </a:lnTo>
                  <a:lnTo>
                    <a:pt x="6396831" y="864908"/>
                  </a:lnTo>
                  <a:lnTo>
                    <a:pt x="6396976" y="864908"/>
                  </a:lnTo>
                  <a:lnTo>
                    <a:pt x="6397122" y="864908"/>
                  </a:lnTo>
                  <a:lnTo>
                    <a:pt x="6397267" y="864908"/>
                  </a:lnTo>
                  <a:lnTo>
                    <a:pt x="6397412" y="864908"/>
                  </a:lnTo>
                  <a:lnTo>
                    <a:pt x="6397558" y="864908"/>
                  </a:lnTo>
                  <a:lnTo>
                    <a:pt x="6397703" y="864908"/>
                  </a:lnTo>
                  <a:lnTo>
                    <a:pt x="6397849" y="864908"/>
                  </a:lnTo>
                  <a:lnTo>
                    <a:pt x="6398430" y="864285"/>
                  </a:lnTo>
                  <a:lnTo>
                    <a:pt x="6398576" y="864285"/>
                  </a:lnTo>
                  <a:lnTo>
                    <a:pt x="6398867" y="864285"/>
                  </a:lnTo>
                  <a:lnTo>
                    <a:pt x="6399158" y="864285"/>
                  </a:lnTo>
                  <a:lnTo>
                    <a:pt x="6399303" y="864285"/>
                  </a:lnTo>
                  <a:lnTo>
                    <a:pt x="6399448" y="864285"/>
                  </a:lnTo>
                  <a:lnTo>
                    <a:pt x="6399448" y="863661"/>
                  </a:lnTo>
                  <a:lnTo>
                    <a:pt x="6399594" y="863661"/>
                  </a:lnTo>
                  <a:lnTo>
                    <a:pt x="6400321" y="863661"/>
                  </a:lnTo>
                  <a:lnTo>
                    <a:pt x="6400612" y="862414"/>
                  </a:lnTo>
                  <a:lnTo>
                    <a:pt x="6400612" y="861790"/>
                  </a:lnTo>
                  <a:lnTo>
                    <a:pt x="6401193" y="861790"/>
                  </a:lnTo>
                  <a:lnTo>
                    <a:pt x="6401339" y="861790"/>
                  </a:lnTo>
                  <a:lnTo>
                    <a:pt x="6401484" y="861167"/>
                  </a:lnTo>
                  <a:lnTo>
                    <a:pt x="6401630" y="861167"/>
                  </a:lnTo>
                  <a:lnTo>
                    <a:pt x="6401775" y="861167"/>
                  </a:lnTo>
                  <a:lnTo>
                    <a:pt x="6402211" y="861167"/>
                  </a:lnTo>
                  <a:lnTo>
                    <a:pt x="6402793" y="861167"/>
                  </a:lnTo>
                  <a:lnTo>
                    <a:pt x="6403229" y="861167"/>
                  </a:lnTo>
                  <a:lnTo>
                    <a:pt x="6403375" y="861167"/>
                  </a:lnTo>
                  <a:lnTo>
                    <a:pt x="6404247" y="861167"/>
                  </a:lnTo>
                  <a:lnTo>
                    <a:pt x="6404829" y="861167"/>
                  </a:lnTo>
                  <a:lnTo>
                    <a:pt x="6405120" y="861167"/>
                  </a:lnTo>
                  <a:lnTo>
                    <a:pt x="6405556" y="860543"/>
                  </a:lnTo>
                  <a:lnTo>
                    <a:pt x="6406138" y="858672"/>
                  </a:lnTo>
                  <a:lnTo>
                    <a:pt x="6406574" y="858049"/>
                  </a:lnTo>
                  <a:lnTo>
                    <a:pt x="6406865" y="858049"/>
                  </a:lnTo>
                  <a:lnTo>
                    <a:pt x="6407301" y="858049"/>
                  </a:lnTo>
                  <a:lnTo>
                    <a:pt x="6408174" y="858049"/>
                  </a:lnTo>
                  <a:lnTo>
                    <a:pt x="6408756" y="858049"/>
                  </a:lnTo>
                  <a:lnTo>
                    <a:pt x="6408901" y="858049"/>
                  </a:lnTo>
                  <a:lnTo>
                    <a:pt x="6409483" y="858049"/>
                  </a:lnTo>
                  <a:lnTo>
                    <a:pt x="6409628" y="858049"/>
                  </a:lnTo>
                  <a:lnTo>
                    <a:pt x="6410210" y="858049"/>
                  </a:lnTo>
                  <a:lnTo>
                    <a:pt x="6410646" y="858049"/>
                  </a:lnTo>
                  <a:lnTo>
                    <a:pt x="6410792" y="858049"/>
                  </a:lnTo>
                  <a:lnTo>
                    <a:pt x="6411082" y="858049"/>
                  </a:lnTo>
                  <a:lnTo>
                    <a:pt x="6411228" y="858049"/>
                  </a:lnTo>
                  <a:lnTo>
                    <a:pt x="6411519" y="857425"/>
                  </a:lnTo>
                  <a:lnTo>
                    <a:pt x="6411955" y="857425"/>
                  </a:lnTo>
                  <a:lnTo>
                    <a:pt x="6412391" y="857425"/>
                  </a:lnTo>
                  <a:lnTo>
                    <a:pt x="6412828" y="857425"/>
                  </a:lnTo>
                  <a:lnTo>
                    <a:pt x="6412973" y="857425"/>
                  </a:lnTo>
                  <a:lnTo>
                    <a:pt x="6413264" y="857425"/>
                  </a:lnTo>
                  <a:lnTo>
                    <a:pt x="6413409" y="857425"/>
                  </a:lnTo>
                  <a:lnTo>
                    <a:pt x="6413555" y="856802"/>
                  </a:lnTo>
                  <a:lnTo>
                    <a:pt x="6413555" y="856178"/>
                  </a:lnTo>
                  <a:lnTo>
                    <a:pt x="6413846" y="856178"/>
                  </a:lnTo>
                  <a:lnTo>
                    <a:pt x="6414427" y="856178"/>
                  </a:lnTo>
                  <a:lnTo>
                    <a:pt x="6415154" y="855554"/>
                  </a:lnTo>
                  <a:lnTo>
                    <a:pt x="6415300" y="855554"/>
                  </a:lnTo>
                  <a:lnTo>
                    <a:pt x="6415736" y="855554"/>
                  </a:lnTo>
                  <a:lnTo>
                    <a:pt x="6416318" y="855554"/>
                  </a:lnTo>
                  <a:lnTo>
                    <a:pt x="6416318" y="854931"/>
                  </a:lnTo>
                  <a:lnTo>
                    <a:pt x="6416463" y="854307"/>
                  </a:lnTo>
                  <a:lnTo>
                    <a:pt x="6416609" y="854307"/>
                  </a:lnTo>
                  <a:lnTo>
                    <a:pt x="6417336" y="854307"/>
                  </a:lnTo>
                  <a:lnTo>
                    <a:pt x="6418354" y="853684"/>
                  </a:lnTo>
                  <a:lnTo>
                    <a:pt x="6418499" y="853684"/>
                  </a:lnTo>
                  <a:lnTo>
                    <a:pt x="6418645" y="853684"/>
                  </a:lnTo>
                  <a:lnTo>
                    <a:pt x="6418935" y="852437"/>
                  </a:lnTo>
                  <a:lnTo>
                    <a:pt x="6419372" y="852437"/>
                  </a:lnTo>
                  <a:lnTo>
                    <a:pt x="6420244" y="852437"/>
                  </a:lnTo>
                  <a:lnTo>
                    <a:pt x="6420826" y="852437"/>
                  </a:lnTo>
                  <a:lnTo>
                    <a:pt x="6420971" y="851813"/>
                  </a:lnTo>
                  <a:lnTo>
                    <a:pt x="6421408" y="851813"/>
                  </a:lnTo>
                  <a:lnTo>
                    <a:pt x="6421844" y="851813"/>
                  </a:lnTo>
                  <a:lnTo>
                    <a:pt x="6422135" y="851813"/>
                  </a:lnTo>
                  <a:lnTo>
                    <a:pt x="6423444" y="850566"/>
                  </a:lnTo>
                  <a:lnTo>
                    <a:pt x="6423880" y="850566"/>
                  </a:lnTo>
                  <a:lnTo>
                    <a:pt x="6424025" y="850566"/>
                  </a:lnTo>
                  <a:lnTo>
                    <a:pt x="6424171" y="850566"/>
                  </a:lnTo>
                  <a:lnTo>
                    <a:pt x="6424316" y="850566"/>
                  </a:lnTo>
                  <a:lnTo>
                    <a:pt x="6424752" y="850566"/>
                  </a:lnTo>
                  <a:lnTo>
                    <a:pt x="6425043" y="850566"/>
                  </a:lnTo>
                  <a:lnTo>
                    <a:pt x="6426207" y="850566"/>
                  </a:lnTo>
                  <a:lnTo>
                    <a:pt x="6426352" y="850566"/>
                  </a:lnTo>
                  <a:lnTo>
                    <a:pt x="6426643" y="850566"/>
                  </a:lnTo>
                  <a:lnTo>
                    <a:pt x="6426788" y="850566"/>
                  </a:lnTo>
                  <a:lnTo>
                    <a:pt x="6427806" y="849942"/>
                  </a:lnTo>
                  <a:lnTo>
                    <a:pt x="6428243" y="849942"/>
                  </a:lnTo>
                  <a:lnTo>
                    <a:pt x="6428533" y="849942"/>
                  </a:lnTo>
                  <a:lnTo>
                    <a:pt x="6428970" y="849942"/>
                  </a:lnTo>
                  <a:lnTo>
                    <a:pt x="6430424" y="849942"/>
                  </a:lnTo>
                  <a:lnTo>
                    <a:pt x="6430569" y="849942"/>
                  </a:lnTo>
                  <a:lnTo>
                    <a:pt x="6430860" y="849942"/>
                  </a:lnTo>
                  <a:lnTo>
                    <a:pt x="6431006" y="849942"/>
                  </a:lnTo>
                  <a:lnTo>
                    <a:pt x="6431297" y="849942"/>
                  </a:lnTo>
                  <a:lnTo>
                    <a:pt x="6431297" y="849319"/>
                  </a:lnTo>
                  <a:lnTo>
                    <a:pt x="6431442" y="849319"/>
                  </a:lnTo>
                  <a:lnTo>
                    <a:pt x="6431878" y="849319"/>
                  </a:lnTo>
                  <a:lnTo>
                    <a:pt x="6432169" y="849319"/>
                  </a:lnTo>
                  <a:lnTo>
                    <a:pt x="6432896" y="849319"/>
                  </a:lnTo>
                  <a:lnTo>
                    <a:pt x="6433187" y="849319"/>
                  </a:lnTo>
                  <a:lnTo>
                    <a:pt x="6433478" y="849319"/>
                  </a:lnTo>
                  <a:lnTo>
                    <a:pt x="6433769" y="849319"/>
                  </a:lnTo>
                  <a:lnTo>
                    <a:pt x="6433914" y="849319"/>
                  </a:lnTo>
                  <a:lnTo>
                    <a:pt x="6434350" y="849319"/>
                  </a:lnTo>
                  <a:lnTo>
                    <a:pt x="6434496" y="849319"/>
                  </a:lnTo>
                  <a:lnTo>
                    <a:pt x="6435368" y="848071"/>
                  </a:lnTo>
                  <a:lnTo>
                    <a:pt x="6435659" y="848071"/>
                  </a:lnTo>
                  <a:lnTo>
                    <a:pt x="6435805" y="848071"/>
                  </a:lnTo>
                  <a:lnTo>
                    <a:pt x="6436241" y="848071"/>
                  </a:lnTo>
                  <a:lnTo>
                    <a:pt x="6436386" y="848071"/>
                  </a:lnTo>
                  <a:lnTo>
                    <a:pt x="6436532" y="848071"/>
                  </a:lnTo>
                  <a:lnTo>
                    <a:pt x="6436677" y="848071"/>
                  </a:lnTo>
                  <a:lnTo>
                    <a:pt x="6437114" y="847448"/>
                  </a:lnTo>
                  <a:lnTo>
                    <a:pt x="6438277" y="846201"/>
                  </a:lnTo>
                  <a:lnTo>
                    <a:pt x="6438422" y="846201"/>
                  </a:lnTo>
                  <a:lnTo>
                    <a:pt x="6439004" y="846201"/>
                  </a:lnTo>
                  <a:lnTo>
                    <a:pt x="6439731" y="846201"/>
                  </a:lnTo>
                  <a:lnTo>
                    <a:pt x="6440313" y="845577"/>
                  </a:lnTo>
                  <a:lnTo>
                    <a:pt x="6440458" y="845577"/>
                  </a:lnTo>
                  <a:lnTo>
                    <a:pt x="6441185" y="845577"/>
                  </a:lnTo>
                  <a:lnTo>
                    <a:pt x="6441331" y="845577"/>
                  </a:lnTo>
                  <a:lnTo>
                    <a:pt x="6441476" y="845577"/>
                  </a:lnTo>
                  <a:lnTo>
                    <a:pt x="6441913" y="845577"/>
                  </a:lnTo>
                  <a:lnTo>
                    <a:pt x="6442640" y="844954"/>
                  </a:lnTo>
                  <a:lnTo>
                    <a:pt x="6442785" y="844954"/>
                  </a:lnTo>
                  <a:lnTo>
                    <a:pt x="6442931" y="844954"/>
                  </a:lnTo>
                  <a:lnTo>
                    <a:pt x="6443076" y="844954"/>
                  </a:lnTo>
                  <a:lnTo>
                    <a:pt x="6443512" y="844954"/>
                  </a:lnTo>
                  <a:lnTo>
                    <a:pt x="6443658" y="844954"/>
                  </a:lnTo>
                  <a:lnTo>
                    <a:pt x="6444239" y="844330"/>
                  </a:lnTo>
                  <a:lnTo>
                    <a:pt x="6444821" y="844330"/>
                  </a:lnTo>
                  <a:lnTo>
                    <a:pt x="6444967" y="844330"/>
                  </a:lnTo>
                  <a:lnTo>
                    <a:pt x="6445548" y="844330"/>
                  </a:lnTo>
                  <a:lnTo>
                    <a:pt x="6445985" y="843083"/>
                  </a:lnTo>
                  <a:lnTo>
                    <a:pt x="6446130" y="843083"/>
                  </a:lnTo>
                  <a:lnTo>
                    <a:pt x="6447003" y="843083"/>
                  </a:lnTo>
                  <a:lnTo>
                    <a:pt x="6447293" y="842459"/>
                  </a:lnTo>
                  <a:lnTo>
                    <a:pt x="6447439" y="842459"/>
                  </a:lnTo>
                  <a:lnTo>
                    <a:pt x="6448748" y="842459"/>
                  </a:lnTo>
                  <a:lnTo>
                    <a:pt x="6448893" y="842459"/>
                  </a:lnTo>
                  <a:lnTo>
                    <a:pt x="6449038" y="842459"/>
                  </a:lnTo>
                  <a:lnTo>
                    <a:pt x="6449329" y="842459"/>
                  </a:lnTo>
                  <a:lnTo>
                    <a:pt x="6449911" y="842459"/>
                  </a:lnTo>
                  <a:lnTo>
                    <a:pt x="6450056" y="842459"/>
                  </a:lnTo>
                  <a:lnTo>
                    <a:pt x="6450347" y="842459"/>
                  </a:lnTo>
                  <a:lnTo>
                    <a:pt x="6450784" y="842459"/>
                  </a:lnTo>
                  <a:lnTo>
                    <a:pt x="6450929" y="842459"/>
                  </a:lnTo>
                  <a:lnTo>
                    <a:pt x="6451220" y="842459"/>
                  </a:lnTo>
                  <a:lnTo>
                    <a:pt x="6451365" y="842459"/>
                  </a:lnTo>
                  <a:lnTo>
                    <a:pt x="6452238" y="841836"/>
                  </a:lnTo>
                  <a:lnTo>
                    <a:pt x="6452965" y="841836"/>
                  </a:lnTo>
                  <a:lnTo>
                    <a:pt x="6453983" y="841836"/>
                  </a:lnTo>
                  <a:lnTo>
                    <a:pt x="6453983" y="841212"/>
                  </a:lnTo>
                  <a:lnTo>
                    <a:pt x="6454128" y="841212"/>
                  </a:lnTo>
                  <a:lnTo>
                    <a:pt x="6454419" y="839965"/>
                  </a:lnTo>
                  <a:lnTo>
                    <a:pt x="6454565" y="839965"/>
                  </a:lnTo>
                  <a:lnTo>
                    <a:pt x="6455146" y="839965"/>
                  </a:lnTo>
                  <a:lnTo>
                    <a:pt x="6455437" y="839965"/>
                  </a:lnTo>
                  <a:lnTo>
                    <a:pt x="6455583" y="839965"/>
                  </a:lnTo>
                  <a:lnTo>
                    <a:pt x="6456164" y="839965"/>
                  </a:lnTo>
                  <a:lnTo>
                    <a:pt x="6456455" y="839965"/>
                  </a:lnTo>
                  <a:lnTo>
                    <a:pt x="6456746" y="839965"/>
                  </a:lnTo>
                  <a:lnTo>
                    <a:pt x="6457619" y="839965"/>
                  </a:lnTo>
                  <a:lnTo>
                    <a:pt x="6457764" y="838718"/>
                  </a:lnTo>
                  <a:lnTo>
                    <a:pt x="6458055" y="838718"/>
                  </a:lnTo>
                  <a:lnTo>
                    <a:pt x="6458200" y="838718"/>
                  </a:lnTo>
                  <a:lnTo>
                    <a:pt x="6458346" y="838718"/>
                  </a:lnTo>
                  <a:lnTo>
                    <a:pt x="6458491" y="838718"/>
                  </a:lnTo>
                  <a:lnTo>
                    <a:pt x="6458637" y="838718"/>
                  </a:lnTo>
                  <a:lnTo>
                    <a:pt x="6458927" y="838718"/>
                  </a:lnTo>
                  <a:lnTo>
                    <a:pt x="6459073" y="838094"/>
                  </a:lnTo>
                  <a:lnTo>
                    <a:pt x="6459655" y="838094"/>
                  </a:lnTo>
                  <a:lnTo>
                    <a:pt x="6459945" y="838094"/>
                  </a:lnTo>
                  <a:lnTo>
                    <a:pt x="6460673" y="837471"/>
                  </a:lnTo>
                  <a:lnTo>
                    <a:pt x="6461254" y="837471"/>
                  </a:lnTo>
                  <a:lnTo>
                    <a:pt x="6461400" y="837471"/>
                  </a:lnTo>
                  <a:lnTo>
                    <a:pt x="6462127" y="836847"/>
                  </a:lnTo>
                  <a:lnTo>
                    <a:pt x="6462563" y="836847"/>
                  </a:lnTo>
                  <a:lnTo>
                    <a:pt x="6462854" y="836223"/>
                  </a:lnTo>
                  <a:lnTo>
                    <a:pt x="6463290" y="836223"/>
                  </a:lnTo>
                  <a:lnTo>
                    <a:pt x="6463436" y="836223"/>
                  </a:lnTo>
                  <a:lnTo>
                    <a:pt x="6463726" y="836223"/>
                  </a:lnTo>
                  <a:lnTo>
                    <a:pt x="6464163" y="835600"/>
                  </a:lnTo>
                  <a:lnTo>
                    <a:pt x="6464454" y="835600"/>
                  </a:lnTo>
                  <a:lnTo>
                    <a:pt x="6465035" y="835600"/>
                  </a:lnTo>
                  <a:lnTo>
                    <a:pt x="6465181" y="835600"/>
                  </a:lnTo>
                  <a:lnTo>
                    <a:pt x="6465762" y="834976"/>
                  </a:lnTo>
                  <a:lnTo>
                    <a:pt x="6466199" y="833729"/>
                  </a:lnTo>
                  <a:lnTo>
                    <a:pt x="6466344" y="833729"/>
                  </a:lnTo>
                  <a:lnTo>
                    <a:pt x="6466490" y="833729"/>
                  </a:lnTo>
                  <a:lnTo>
                    <a:pt x="6466635" y="833729"/>
                  </a:lnTo>
                  <a:lnTo>
                    <a:pt x="6466780" y="833729"/>
                  </a:lnTo>
                  <a:lnTo>
                    <a:pt x="6466926" y="833729"/>
                  </a:lnTo>
                  <a:lnTo>
                    <a:pt x="6467508" y="833729"/>
                  </a:lnTo>
                  <a:lnTo>
                    <a:pt x="6468525" y="833729"/>
                  </a:lnTo>
                  <a:lnTo>
                    <a:pt x="6469107" y="833729"/>
                  </a:lnTo>
                  <a:lnTo>
                    <a:pt x="6469398" y="833729"/>
                  </a:lnTo>
                  <a:lnTo>
                    <a:pt x="6469543" y="833729"/>
                  </a:lnTo>
                  <a:lnTo>
                    <a:pt x="6469980" y="833729"/>
                  </a:lnTo>
                  <a:lnTo>
                    <a:pt x="6471143" y="830611"/>
                  </a:lnTo>
                  <a:lnTo>
                    <a:pt x="6471289" y="830611"/>
                  </a:lnTo>
                  <a:lnTo>
                    <a:pt x="6471579" y="829988"/>
                  </a:lnTo>
                  <a:lnTo>
                    <a:pt x="6471725" y="829988"/>
                  </a:lnTo>
                  <a:lnTo>
                    <a:pt x="6472743" y="829988"/>
                  </a:lnTo>
                  <a:lnTo>
                    <a:pt x="6472888" y="829988"/>
                  </a:lnTo>
                  <a:lnTo>
                    <a:pt x="6473179" y="829988"/>
                  </a:lnTo>
                  <a:lnTo>
                    <a:pt x="6473470" y="829988"/>
                  </a:lnTo>
                  <a:lnTo>
                    <a:pt x="6473761" y="829988"/>
                  </a:lnTo>
                  <a:lnTo>
                    <a:pt x="6474052" y="829988"/>
                  </a:lnTo>
                  <a:lnTo>
                    <a:pt x="6474488" y="829988"/>
                  </a:lnTo>
                  <a:lnTo>
                    <a:pt x="6474924" y="829988"/>
                  </a:lnTo>
                  <a:lnTo>
                    <a:pt x="6475215" y="829988"/>
                  </a:lnTo>
                  <a:lnTo>
                    <a:pt x="6475651" y="829988"/>
                  </a:lnTo>
                  <a:lnTo>
                    <a:pt x="6475942" y="829988"/>
                  </a:lnTo>
                  <a:lnTo>
                    <a:pt x="6476088" y="829988"/>
                  </a:lnTo>
                  <a:lnTo>
                    <a:pt x="6476088" y="829364"/>
                  </a:lnTo>
                  <a:lnTo>
                    <a:pt x="6476233" y="829364"/>
                  </a:lnTo>
                  <a:lnTo>
                    <a:pt x="6476815" y="828117"/>
                  </a:lnTo>
                  <a:lnTo>
                    <a:pt x="6476960" y="828117"/>
                  </a:lnTo>
                  <a:lnTo>
                    <a:pt x="6477106" y="828117"/>
                  </a:lnTo>
                  <a:lnTo>
                    <a:pt x="6478124" y="828117"/>
                  </a:lnTo>
                  <a:lnTo>
                    <a:pt x="6478414" y="828117"/>
                  </a:lnTo>
                  <a:lnTo>
                    <a:pt x="6478851" y="828117"/>
                  </a:lnTo>
                  <a:lnTo>
                    <a:pt x="6478996" y="828117"/>
                  </a:lnTo>
                  <a:lnTo>
                    <a:pt x="6479142" y="828117"/>
                  </a:lnTo>
                  <a:lnTo>
                    <a:pt x="6479432" y="828117"/>
                  </a:lnTo>
                  <a:lnTo>
                    <a:pt x="6480450" y="827493"/>
                  </a:lnTo>
                  <a:lnTo>
                    <a:pt x="6480450" y="826870"/>
                  </a:lnTo>
                  <a:lnTo>
                    <a:pt x="6480741" y="826870"/>
                  </a:lnTo>
                  <a:lnTo>
                    <a:pt x="6480887" y="826870"/>
                  </a:lnTo>
                  <a:lnTo>
                    <a:pt x="6481178" y="826870"/>
                  </a:lnTo>
                  <a:lnTo>
                    <a:pt x="6482050" y="826246"/>
                  </a:lnTo>
                  <a:lnTo>
                    <a:pt x="6482050" y="825622"/>
                  </a:lnTo>
                  <a:lnTo>
                    <a:pt x="6482195" y="825622"/>
                  </a:lnTo>
                  <a:lnTo>
                    <a:pt x="6482777" y="824999"/>
                  </a:lnTo>
                  <a:lnTo>
                    <a:pt x="6483941" y="821881"/>
                  </a:lnTo>
                  <a:lnTo>
                    <a:pt x="6484231" y="821881"/>
                  </a:lnTo>
                  <a:lnTo>
                    <a:pt x="6484813" y="821881"/>
                  </a:lnTo>
                  <a:lnTo>
                    <a:pt x="6484959" y="821881"/>
                  </a:lnTo>
                  <a:lnTo>
                    <a:pt x="6485104" y="821881"/>
                  </a:lnTo>
                  <a:lnTo>
                    <a:pt x="6485104" y="821257"/>
                  </a:lnTo>
                  <a:lnTo>
                    <a:pt x="6485104" y="820634"/>
                  </a:lnTo>
                  <a:lnTo>
                    <a:pt x="6485540" y="820634"/>
                  </a:lnTo>
                  <a:lnTo>
                    <a:pt x="6485686" y="820634"/>
                  </a:lnTo>
                  <a:lnTo>
                    <a:pt x="6485831" y="820634"/>
                  </a:lnTo>
                  <a:lnTo>
                    <a:pt x="6485977" y="820634"/>
                  </a:lnTo>
                  <a:lnTo>
                    <a:pt x="6486122" y="820634"/>
                  </a:lnTo>
                  <a:lnTo>
                    <a:pt x="6486267" y="820634"/>
                  </a:lnTo>
                  <a:lnTo>
                    <a:pt x="6486558" y="820634"/>
                  </a:lnTo>
                  <a:lnTo>
                    <a:pt x="6486995" y="820634"/>
                  </a:lnTo>
                  <a:lnTo>
                    <a:pt x="6487576" y="820634"/>
                  </a:lnTo>
                  <a:lnTo>
                    <a:pt x="6487867" y="820634"/>
                  </a:lnTo>
                  <a:lnTo>
                    <a:pt x="6488303" y="820634"/>
                  </a:lnTo>
                  <a:lnTo>
                    <a:pt x="6489030" y="818763"/>
                  </a:lnTo>
                  <a:lnTo>
                    <a:pt x="6489176" y="818763"/>
                  </a:lnTo>
                  <a:lnTo>
                    <a:pt x="6489612" y="818763"/>
                  </a:lnTo>
                  <a:lnTo>
                    <a:pt x="6490339" y="818763"/>
                  </a:lnTo>
                  <a:lnTo>
                    <a:pt x="6490630" y="818763"/>
                  </a:lnTo>
                  <a:lnTo>
                    <a:pt x="6490776" y="818763"/>
                  </a:lnTo>
                  <a:lnTo>
                    <a:pt x="6490921" y="817516"/>
                  </a:lnTo>
                  <a:lnTo>
                    <a:pt x="6491066" y="816892"/>
                  </a:lnTo>
                  <a:lnTo>
                    <a:pt x="6491503" y="816892"/>
                  </a:lnTo>
                  <a:lnTo>
                    <a:pt x="6491794" y="816892"/>
                  </a:lnTo>
                  <a:lnTo>
                    <a:pt x="6492375" y="816892"/>
                  </a:lnTo>
                  <a:lnTo>
                    <a:pt x="6492521" y="816892"/>
                  </a:lnTo>
                  <a:lnTo>
                    <a:pt x="6493248" y="815022"/>
                  </a:lnTo>
                  <a:lnTo>
                    <a:pt x="6493684" y="815022"/>
                  </a:lnTo>
                  <a:lnTo>
                    <a:pt x="6493830" y="815022"/>
                  </a:lnTo>
                  <a:lnTo>
                    <a:pt x="6494993" y="815022"/>
                  </a:lnTo>
                  <a:lnTo>
                    <a:pt x="6495575" y="815022"/>
                  </a:lnTo>
                  <a:lnTo>
                    <a:pt x="6495720" y="815022"/>
                  </a:lnTo>
                  <a:lnTo>
                    <a:pt x="6495865" y="815022"/>
                  </a:lnTo>
                  <a:lnTo>
                    <a:pt x="6496156" y="815022"/>
                  </a:lnTo>
                  <a:lnTo>
                    <a:pt x="6496738" y="814398"/>
                  </a:lnTo>
                  <a:lnTo>
                    <a:pt x="6496883" y="814398"/>
                  </a:lnTo>
                  <a:lnTo>
                    <a:pt x="6497465" y="813774"/>
                  </a:lnTo>
                  <a:lnTo>
                    <a:pt x="6497611" y="813774"/>
                  </a:lnTo>
                  <a:lnTo>
                    <a:pt x="6497756" y="813774"/>
                  </a:lnTo>
                  <a:lnTo>
                    <a:pt x="6498629" y="812527"/>
                  </a:lnTo>
                  <a:lnTo>
                    <a:pt x="6498774" y="812527"/>
                  </a:lnTo>
                  <a:lnTo>
                    <a:pt x="6499210" y="812527"/>
                  </a:lnTo>
                  <a:lnTo>
                    <a:pt x="6499356" y="811904"/>
                  </a:lnTo>
                  <a:lnTo>
                    <a:pt x="6499501" y="811904"/>
                  </a:lnTo>
                  <a:lnTo>
                    <a:pt x="6499937" y="811904"/>
                  </a:lnTo>
                  <a:lnTo>
                    <a:pt x="6499937" y="811280"/>
                  </a:lnTo>
                  <a:lnTo>
                    <a:pt x="6500228" y="811280"/>
                  </a:lnTo>
                  <a:lnTo>
                    <a:pt x="6500374" y="811280"/>
                  </a:lnTo>
                  <a:lnTo>
                    <a:pt x="6501101" y="810657"/>
                  </a:lnTo>
                  <a:lnTo>
                    <a:pt x="6501246" y="810657"/>
                  </a:lnTo>
                  <a:lnTo>
                    <a:pt x="6501392" y="810657"/>
                  </a:lnTo>
                  <a:lnTo>
                    <a:pt x="6501683" y="808786"/>
                  </a:lnTo>
                  <a:lnTo>
                    <a:pt x="6501828" y="808162"/>
                  </a:lnTo>
                  <a:lnTo>
                    <a:pt x="6501973" y="808162"/>
                  </a:lnTo>
                  <a:lnTo>
                    <a:pt x="6502410" y="808162"/>
                  </a:lnTo>
                  <a:lnTo>
                    <a:pt x="6502555" y="808162"/>
                  </a:lnTo>
                  <a:lnTo>
                    <a:pt x="6502991" y="808162"/>
                  </a:lnTo>
                  <a:lnTo>
                    <a:pt x="6503282" y="808162"/>
                  </a:lnTo>
                  <a:lnTo>
                    <a:pt x="6503428" y="808162"/>
                  </a:lnTo>
                  <a:lnTo>
                    <a:pt x="6504155" y="806291"/>
                  </a:lnTo>
                  <a:lnTo>
                    <a:pt x="6504446" y="806291"/>
                  </a:lnTo>
                  <a:lnTo>
                    <a:pt x="6504591" y="806291"/>
                  </a:lnTo>
                  <a:lnTo>
                    <a:pt x="6505173" y="806291"/>
                  </a:lnTo>
                  <a:lnTo>
                    <a:pt x="6505173" y="805668"/>
                  </a:lnTo>
                  <a:lnTo>
                    <a:pt x="6505318" y="805668"/>
                  </a:lnTo>
                  <a:lnTo>
                    <a:pt x="6506045" y="805668"/>
                  </a:lnTo>
                  <a:lnTo>
                    <a:pt x="6506918" y="805668"/>
                  </a:lnTo>
                  <a:lnTo>
                    <a:pt x="6507790" y="805668"/>
                  </a:lnTo>
                  <a:lnTo>
                    <a:pt x="6508518" y="805668"/>
                  </a:lnTo>
                  <a:lnTo>
                    <a:pt x="6508663" y="805668"/>
                  </a:lnTo>
                  <a:lnTo>
                    <a:pt x="6508808" y="805668"/>
                  </a:lnTo>
                  <a:lnTo>
                    <a:pt x="6508954" y="805668"/>
                  </a:lnTo>
                  <a:lnTo>
                    <a:pt x="6509245" y="804421"/>
                  </a:lnTo>
                  <a:lnTo>
                    <a:pt x="6509390" y="804421"/>
                  </a:lnTo>
                  <a:lnTo>
                    <a:pt x="6509535" y="804421"/>
                  </a:lnTo>
                  <a:lnTo>
                    <a:pt x="6510408" y="803797"/>
                  </a:lnTo>
                  <a:lnTo>
                    <a:pt x="6510990" y="803797"/>
                  </a:lnTo>
                  <a:lnTo>
                    <a:pt x="6511135" y="803797"/>
                  </a:lnTo>
                  <a:lnTo>
                    <a:pt x="6511571" y="803797"/>
                  </a:lnTo>
                  <a:lnTo>
                    <a:pt x="6511862" y="803797"/>
                  </a:lnTo>
                  <a:lnTo>
                    <a:pt x="6512299" y="803797"/>
                  </a:lnTo>
                  <a:lnTo>
                    <a:pt x="6512735" y="803797"/>
                  </a:lnTo>
                  <a:lnTo>
                    <a:pt x="6513026" y="803174"/>
                  </a:lnTo>
                  <a:lnTo>
                    <a:pt x="6513171" y="803174"/>
                  </a:lnTo>
                  <a:lnTo>
                    <a:pt x="6513462" y="802550"/>
                  </a:lnTo>
                  <a:lnTo>
                    <a:pt x="6513753" y="802550"/>
                  </a:lnTo>
                  <a:lnTo>
                    <a:pt x="6513898" y="801926"/>
                  </a:lnTo>
                  <a:lnTo>
                    <a:pt x="6514044" y="801926"/>
                  </a:lnTo>
                  <a:lnTo>
                    <a:pt x="6514044" y="801303"/>
                  </a:lnTo>
                  <a:lnTo>
                    <a:pt x="6514625" y="801303"/>
                  </a:lnTo>
                  <a:lnTo>
                    <a:pt x="6514771" y="801303"/>
                  </a:lnTo>
                  <a:lnTo>
                    <a:pt x="6514771" y="800679"/>
                  </a:lnTo>
                  <a:lnTo>
                    <a:pt x="6515643" y="800056"/>
                  </a:lnTo>
                  <a:lnTo>
                    <a:pt x="6515934" y="800056"/>
                  </a:lnTo>
                  <a:lnTo>
                    <a:pt x="6516080" y="800056"/>
                  </a:lnTo>
                  <a:lnTo>
                    <a:pt x="6516661" y="800056"/>
                  </a:lnTo>
                  <a:lnTo>
                    <a:pt x="6516952" y="800056"/>
                  </a:lnTo>
                  <a:lnTo>
                    <a:pt x="6517243" y="800056"/>
                  </a:lnTo>
                  <a:lnTo>
                    <a:pt x="6517388" y="800056"/>
                  </a:lnTo>
                  <a:lnTo>
                    <a:pt x="6518261" y="799432"/>
                  </a:lnTo>
                  <a:lnTo>
                    <a:pt x="6518552" y="799432"/>
                  </a:lnTo>
                  <a:lnTo>
                    <a:pt x="6518843" y="798808"/>
                  </a:lnTo>
                  <a:lnTo>
                    <a:pt x="6519134" y="798185"/>
                  </a:lnTo>
                  <a:lnTo>
                    <a:pt x="6519279" y="798185"/>
                  </a:lnTo>
                  <a:lnTo>
                    <a:pt x="6519715" y="796938"/>
                  </a:lnTo>
                  <a:lnTo>
                    <a:pt x="6520006" y="796938"/>
                  </a:lnTo>
                  <a:lnTo>
                    <a:pt x="6520588" y="796938"/>
                  </a:lnTo>
                  <a:lnTo>
                    <a:pt x="6521024" y="795691"/>
                  </a:lnTo>
                  <a:lnTo>
                    <a:pt x="6521170" y="795691"/>
                  </a:lnTo>
                  <a:lnTo>
                    <a:pt x="6521460" y="795691"/>
                  </a:lnTo>
                  <a:lnTo>
                    <a:pt x="6522042" y="795691"/>
                  </a:lnTo>
                  <a:lnTo>
                    <a:pt x="6522187" y="795691"/>
                  </a:lnTo>
                  <a:lnTo>
                    <a:pt x="6522478" y="795691"/>
                  </a:lnTo>
                  <a:lnTo>
                    <a:pt x="6522769" y="795691"/>
                  </a:lnTo>
                  <a:lnTo>
                    <a:pt x="6523496" y="795691"/>
                  </a:lnTo>
                  <a:lnTo>
                    <a:pt x="6523642" y="795691"/>
                  </a:lnTo>
                  <a:lnTo>
                    <a:pt x="6523642" y="795067"/>
                  </a:lnTo>
                  <a:lnTo>
                    <a:pt x="6524078" y="795067"/>
                  </a:lnTo>
                  <a:lnTo>
                    <a:pt x="6524223" y="795067"/>
                  </a:lnTo>
                  <a:lnTo>
                    <a:pt x="6524369" y="795067"/>
                  </a:lnTo>
                  <a:lnTo>
                    <a:pt x="6524514" y="795067"/>
                  </a:lnTo>
                  <a:lnTo>
                    <a:pt x="6525096" y="795067"/>
                  </a:lnTo>
                  <a:lnTo>
                    <a:pt x="6525678" y="795067"/>
                  </a:lnTo>
                  <a:lnTo>
                    <a:pt x="6525969" y="795067"/>
                  </a:lnTo>
                  <a:lnTo>
                    <a:pt x="6526114" y="794443"/>
                  </a:lnTo>
                  <a:lnTo>
                    <a:pt x="6526987" y="793196"/>
                  </a:lnTo>
                  <a:lnTo>
                    <a:pt x="6527132" y="793196"/>
                  </a:lnTo>
                  <a:lnTo>
                    <a:pt x="6527423" y="792573"/>
                  </a:lnTo>
                  <a:lnTo>
                    <a:pt x="6527568" y="792573"/>
                  </a:lnTo>
                  <a:lnTo>
                    <a:pt x="6528586" y="791949"/>
                  </a:lnTo>
                  <a:lnTo>
                    <a:pt x="6528732" y="791949"/>
                  </a:lnTo>
                  <a:lnTo>
                    <a:pt x="6528877" y="791949"/>
                  </a:lnTo>
                  <a:lnTo>
                    <a:pt x="6529022" y="791949"/>
                  </a:lnTo>
                  <a:lnTo>
                    <a:pt x="6529022" y="791325"/>
                  </a:lnTo>
                  <a:lnTo>
                    <a:pt x="6529022" y="790702"/>
                  </a:lnTo>
                  <a:lnTo>
                    <a:pt x="6529168" y="790702"/>
                  </a:lnTo>
                  <a:lnTo>
                    <a:pt x="6529750" y="790702"/>
                  </a:lnTo>
                  <a:lnTo>
                    <a:pt x="6529895" y="790702"/>
                  </a:lnTo>
                  <a:lnTo>
                    <a:pt x="6530040" y="790702"/>
                  </a:lnTo>
                  <a:lnTo>
                    <a:pt x="6530186" y="790702"/>
                  </a:lnTo>
                  <a:lnTo>
                    <a:pt x="6530331" y="790702"/>
                  </a:lnTo>
                  <a:lnTo>
                    <a:pt x="6530768" y="790702"/>
                  </a:lnTo>
                  <a:lnTo>
                    <a:pt x="6530768" y="790078"/>
                  </a:lnTo>
                  <a:lnTo>
                    <a:pt x="6531349" y="790078"/>
                  </a:lnTo>
                  <a:lnTo>
                    <a:pt x="6531931" y="790078"/>
                  </a:lnTo>
                  <a:lnTo>
                    <a:pt x="6532222" y="790078"/>
                  </a:lnTo>
                  <a:lnTo>
                    <a:pt x="6532367" y="790078"/>
                  </a:lnTo>
                  <a:lnTo>
                    <a:pt x="6532513" y="790078"/>
                  </a:lnTo>
                  <a:lnTo>
                    <a:pt x="6532949" y="790078"/>
                  </a:lnTo>
                  <a:lnTo>
                    <a:pt x="6533094" y="790078"/>
                  </a:lnTo>
                  <a:lnTo>
                    <a:pt x="6533385" y="790078"/>
                  </a:lnTo>
                  <a:lnTo>
                    <a:pt x="6533822" y="790078"/>
                  </a:lnTo>
                  <a:lnTo>
                    <a:pt x="6534112" y="790078"/>
                  </a:lnTo>
                  <a:lnTo>
                    <a:pt x="6534258" y="790078"/>
                  </a:lnTo>
                  <a:lnTo>
                    <a:pt x="6534549" y="790078"/>
                  </a:lnTo>
                  <a:lnTo>
                    <a:pt x="6535567" y="788831"/>
                  </a:lnTo>
                  <a:lnTo>
                    <a:pt x="6535712" y="788831"/>
                  </a:lnTo>
                  <a:lnTo>
                    <a:pt x="6536148" y="788831"/>
                  </a:lnTo>
                  <a:lnTo>
                    <a:pt x="6536439" y="788208"/>
                  </a:lnTo>
                  <a:lnTo>
                    <a:pt x="6536730" y="788208"/>
                  </a:lnTo>
                  <a:lnTo>
                    <a:pt x="6536875" y="788208"/>
                  </a:lnTo>
                  <a:lnTo>
                    <a:pt x="6537312" y="787584"/>
                  </a:lnTo>
                  <a:lnTo>
                    <a:pt x="6537748" y="787584"/>
                  </a:lnTo>
                  <a:lnTo>
                    <a:pt x="6537893" y="786960"/>
                  </a:lnTo>
                  <a:lnTo>
                    <a:pt x="6538184" y="786960"/>
                  </a:lnTo>
                  <a:lnTo>
                    <a:pt x="6539057" y="786960"/>
                  </a:lnTo>
                  <a:lnTo>
                    <a:pt x="6539784" y="786960"/>
                  </a:lnTo>
                  <a:lnTo>
                    <a:pt x="6539929" y="786960"/>
                  </a:lnTo>
                  <a:lnTo>
                    <a:pt x="6540075" y="786960"/>
                  </a:lnTo>
                  <a:lnTo>
                    <a:pt x="6540657" y="786960"/>
                  </a:lnTo>
                  <a:lnTo>
                    <a:pt x="6540802" y="786960"/>
                  </a:lnTo>
                  <a:lnTo>
                    <a:pt x="6540947" y="786960"/>
                  </a:lnTo>
                  <a:lnTo>
                    <a:pt x="6541238" y="786960"/>
                  </a:lnTo>
                  <a:lnTo>
                    <a:pt x="6541384" y="786337"/>
                  </a:lnTo>
                  <a:lnTo>
                    <a:pt x="6542256" y="786337"/>
                  </a:lnTo>
                  <a:lnTo>
                    <a:pt x="6542402" y="786337"/>
                  </a:lnTo>
                  <a:lnTo>
                    <a:pt x="6542692" y="786337"/>
                  </a:lnTo>
                  <a:lnTo>
                    <a:pt x="6542838" y="785713"/>
                  </a:lnTo>
                  <a:lnTo>
                    <a:pt x="6543129" y="785713"/>
                  </a:lnTo>
                  <a:lnTo>
                    <a:pt x="6543565" y="785713"/>
                  </a:lnTo>
                  <a:lnTo>
                    <a:pt x="6543710" y="785713"/>
                  </a:lnTo>
                  <a:lnTo>
                    <a:pt x="6544001" y="785713"/>
                  </a:lnTo>
                  <a:lnTo>
                    <a:pt x="6544292" y="785713"/>
                  </a:lnTo>
                  <a:lnTo>
                    <a:pt x="6544438" y="785713"/>
                  </a:lnTo>
                  <a:lnTo>
                    <a:pt x="6544728" y="785713"/>
                  </a:lnTo>
                  <a:lnTo>
                    <a:pt x="6545019" y="785090"/>
                  </a:lnTo>
                  <a:lnTo>
                    <a:pt x="6548364" y="780725"/>
                  </a:lnTo>
                  <a:lnTo>
                    <a:pt x="6548364" y="780101"/>
                  </a:lnTo>
                  <a:lnTo>
                    <a:pt x="6548510" y="780101"/>
                  </a:lnTo>
                  <a:lnTo>
                    <a:pt x="6548655" y="780101"/>
                  </a:lnTo>
                  <a:lnTo>
                    <a:pt x="6548946" y="780101"/>
                  </a:lnTo>
                  <a:lnTo>
                    <a:pt x="6549091" y="780101"/>
                  </a:lnTo>
                  <a:lnTo>
                    <a:pt x="6549382" y="780101"/>
                  </a:lnTo>
                  <a:lnTo>
                    <a:pt x="6549964" y="780101"/>
                  </a:lnTo>
                  <a:lnTo>
                    <a:pt x="6550109" y="780101"/>
                  </a:lnTo>
                  <a:lnTo>
                    <a:pt x="6550400" y="780101"/>
                  </a:lnTo>
                  <a:lnTo>
                    <a:pt x="6550982" y="780101"/>
                  </a:lnTo>
                  <a:lnTo>
                    <a:pt x="6551418" y="780101"/>
                  </a:lnTo>
                  <a:lnTo>
                    <a:pt x="6552000" y="780101"/>
                  </a:lnTo>
                  <a:lnTo>
                    <a:pt x="6552145" y="780101"/>
                  </a:lnTo>
                  <a:lnTo>
                    <a:pt x="6552436" y="780101"/>
                  </a:lnTo>
                  <a:lnTo>
                    <a:pt x="6552872" y="780101"/>
                  </a:lnTo>
                  <a:lnTo>
                    <a:pt x="6553309" y="780101"/>
                  </a:lnTo>
                  <a:lnTo>
                    <a:pt x="6553454" y="780101"/>
                  </a:lnTo>
                  <a:lnTo>
                    <a:pt x="6553745" y="780101"/>
                  </a:lnTo>
                  <a:lnTo>
                    <a:pt x="6554763" y="780101"/>
                  </a:lnTo>
                  <a:lnTo>
                    <a:pt x="6555054" y="779477"/>
                  </a:lnTo>
                  <a:lnTo>
                    <a:pt x="6555054" y="778854"/>
                  </a:lnTo>
                  <a:lnTo>
                    <a:pt x="6555490" y="778854"/>
                  </a:lnTo>
                  <a:lnTo>
                    <a:pt x="6557090" y="778854"/>
                  </a:lnTo>
                  <a:lnTo>
                    <a:pt x="6557235" y="778854"/>
                  </a:lnTo>
                  <a:lnTo>
                    <a:pt x="6557526" y="778854"/>
                  </a:lnTo>
                  <a:lnTo>
                    <a:pt x="6557817" y="778230"/>
                  </a:lnTo>
                  <a:lnTo>
                    <a:pt x="6557962" y="778230"/>
                  </a:lnTo>
                  <a:lnTo>
                    <a:pt x="6558108" y="778230"/>
                  </a:lnTo>
                  <a:lnTo>
                    <a:pt x="6558253" y="778230"/>
                  </a:lnTo>
                  <a:lnTo>
                    <a:pt x="6559271" y="776983"/>
                  </a:lnTo>
                  <a:lnTo>
                    <a:pt x="6559416" y="776983"/>
                  </a:lnTo>
                  <a:lnTo>
                    <a:pt x="6559707" y="776983"/>
                  </a:lnTo>
                  <a:lnTo>
                    <a:pt x="6559853" y="776983"/>
                  </a:lnTo>
                  <a:lnTo>
                    <a:pt x="6560144" y="776983"/>
                  </a:lnTo>
                  <a:lnTo>
                    <a:pt x="6560289" y="776983"/>
                  </a:lnTo>
                  <a:lnTo>
                    <a:pt x="6560580" y="776983"/>
                  </a:lnTo>
                  <a:lnTo>
                    <a:pt x="6561598" y="776983"/>
                  </a:lnTo>
                  <a:lnTo>
                    <a:pt x="6561743" y="776983"/>
                  </a:lnTo>
                  <a:lnTo>
                    <a:pt x="6562180" y="776983"/>
                  </a:lnTo>
                  <a:lnTo>
                    <a:pt x="6562470" y="776359"/>
                  </a:lnTo>
                  <a:lnTo>
                    <a:pt x="6562761" y="776359"/>
                  </a:lnTo>
                  <a:lnTo>
                    <a:pt x="6562907" y="776359"/>
                  </a:lnTo>
                  <a:lnTo>
                    <a:pt x="6563197" y="776359"/>
                  </a:lnTo>
                  <a:lnTo>
                    <a:pt x="6563343" y="776359"/>
                  </a:lnTo>
                  <a:lnTo>
                    <a:pt x="6563634" y="776359"/>
                  </a:lnTo>
                  <a:lnTo>
                    <a:pt x="6563779" y="776359"/>
                  </a:lnTo>
                  <a:lnTo>
                    <a:pt x="6564215" y="776359"/>
                  </a:lnTo>
                  <a:lnTo>
                    <a:pt x="6564361" y="776359"/>
                  </a:lnTo>
                  <a:lnTo>
                    <a:pt x="6565233" y="775736"/>
                  </a:lnTo>
                  <a:lnTo>
                    <a:pt x="6565379" y="775736"/>
                  </a:lnTo>
                  <a:lnTo>
                    <a:pt x="6565524" y="775736"/>
                  </a:lnTo>
                  <a:lnTo>
                    <a:pt x="6565961" y="775112"/>
                  </a:lnTo>
                  <a:lnTo>
                    <a:pt x="6566251" y="775112"/>
                  </a:lnTo>
                  <a:lnTo>
                    <a:pt x="6566542" y="775112"/>
                  </a:lnTo>
                  <a:lnTo>
                    <a:pt x="6566833" y="775112"/>
                  </a:lnTo>
                  <a:lnTo>
                    <a:pt x="6567269" y="774489"/>
                  </a:lnTo>
                  <a:lnTo>
                    <a:pt x="6567415" y="774489"/>
                  </a:lnTo>
                  <a:lnTo>
                    <a:pt x="6567997" y="774489"/>
                  </a:lnTo>
                  <a:lnTo>
                    <a:pt x="6568287" y="774489"/>
                  </a:lnTo>
                  <a:lnTo>
                    <a:pt x="6569742" y="773865"/>
                  </a:lnTo>
                  <a:lnTo>
                    <a:pt x="6569887" y="773865"/>
                  </a:lnTo>
                  <a:lnTo>
                    <a:pt x="6569887" y="773242"/>
                  </a:lnTo>
                  <a:lnTo>
                    <a:pt x="6570032" y="773242"/>
                  </a:lnTo>
                  <a:lnTo>
                    <a:pt x="6570614" y="773242"/>
                  </a:lnTo>
                  <a:lnTo>
                    <a:pt x="6571050" y="771371"/>
                  </a:lnTo>
                  <a:lnTo>
                    <a:pt x="6571778" y="771371"/>
                  </a:lnTo>
                  <a:lnTo>
                    <a:pt x="6571923" y="771371"/>
                  </a:lnTo>
                  <a:lnTo>
                    <a:pt x="6572214" y="770747"/>
                  </a:lnTo>
                  <a:lnTo>
                    <a:pt x="6572505" y="770747"/>
                  </a:lnTo>
                  <a:lnTo>
                    <a:pt x="6573086" y="770747"/>
                  </a:lnTo>
                  <a:lnTo>
                    <a:pt x="6573523" y="770747"/>
                  </a:lnTo>
                  <a:lnTo>
                    <a:pt x="6574250" y="770124"/>
                  </a:lnTo>
                  <a:lnTo>
                    <a:pt x="6574832" y="770124"/>
                  </a:lnTo>
                  <a:lnTo>
                    <a:pt x="6574977" y="770124"/>
                  </a:lnTo>
                  <a:lnTo>
                    <a:pt x="6575413" y="770124"/>
                  </a:lnTo>
                  <a:lnTo>
                    <a:pt x="6575413" y="769500"/>
                  </a:lnTo>
                  <a:lnTo>
                    <a:pt x="6575559" y="769500"/>
                  </a:lnTo>
                  <a:lnTo>
                    <a:pt x="6575995" y="769500"/>
                  </a:lnTo>
                  <a:lnTo>
                    <a:pt x="6576867" y="768876"/>
                  </a:lnTo>
                  <a:lnTo>
                    <a:pt x="6577158" y="768253"/>
                  </a:lnTo>
                  <a:lnTo>
                    <a:pt x="6577449" y="768253"/>
                  </a:lnTo>
                  <a:lnTo>
                    <a:pt x="6577595" y="768253"/>
                  </a:lnTo>
                  <a:lnTo>
                    <a:pt x="6578031" y="767006"/>
                  </a:lnTo>
                  <a:lnTo>
                    <a:pt x="6578467" y="767006"/>
                  </a:lnTo>
                  <a:lnTo>
                    <a:pt x="6578613" y="764511"/>
                  </a:lnTo>
                  <a:lnTo>
                    <a:pt x="6578758" y="764511"/>
                  </a:lnTo>
                  <a:lnTo>
                    <a:pt x="6579049" y="764511"/>
                  </a:lnTo>
                  <a:lnTo>
                    <a:pt x="6579194" y="764511"/>
                  </a:lnTo>
                  <a:lnTo>
                    <a:pt x="6579776" y="764511"/>
                  </a:lnTo>
                  <a:lnTo>
                    <a:pt x="6579921" y="764511"/>
                  </a:lnTo>
                  <a:lnTo>
                    <a:pt x="6580067" y="764511"/>
                  </a:lnTo>
                  <a:lnTo>
                    <a:pt x="6580358" y="764511"/>
                  </a:lnTo>
                  <a:lnTo>
                    <a:pt x="6580939" y="762641"/>
                  </a:lnTo>
                  <a:lnTo>
                    <a:pt x="6581085" y="762641"/>
                  </a:lnTo>
                  <a:lnTo>
                    <a:pt x="6581667" y="762017"/>
                  </a:lnTo>
                  <a:lnTo>
                    <a:pt x="6581957" y="762017"/>
                  </a:lnTo>
                  <a:lnTo>
                    <a:pt x="6581957" y="761394"/>
                  </a:lnTo>
                  <a:lnTo>
                    <a:pt x="6582248" y="761394"/>
                  </a:lnTo>
                  <a:lnTo>
                    <a:pt x="6582248" y="760770"/>
                  </a:lnTo>
                  <a:lnTo>
                    <a:pt x="6582685" y="760146"/>
                  </a:lnTo>
                  <a:lnTo>
                    <a:pt x="6583557" y="760146"/>
                  </a:lnTo>
                  <a:lnTo>
                    <a:pt x="6583848" y="760146"/>
                  </a:lnTo>
                  <a:lnTo>
                    <a:pt x="6585738" y="758899"/>
                  </a:lnTo>
                  <a:lnTo>
                    <a:pt x="6586175" y="758276"/>
                  </a:lnTo>
                  <a:lnTo>
                    <a:pt x="6587193" y="758276"/>
                  </a:lnTo>
                  <a:lnTo>
                    <a:pt x="6587484" y="758276"/>
                  </a:lnTo>
                  <a:lnTo>
                    <a:pt x="6587774" y="758276"/>
                  </a:lnTo>
                  <a:lnTo>
                    <a:pt x="6588065" y="758276"/>
                  </a:lnTo>
                  <a:lnTo>
                    <a:pt x="6588211" y="758276"/>
                  </a:lnTo>
                  <a:lnTo>
                    <a:pt x="6588356" y="758276"/>
                  </a:lnTo>
                  <a:lnTo>
                    <a:pt x="6588502" y="757028"/>
                  </a:lnTo>
                  <a:lnTo>
                    <a:pt x="6588647" y="757028"/>
                  </a:lnTo>
                  <a:lnTo>
                    <a:pt x="6589083" y="757028"/>
                  </a:lnTo>
                  <a:lnTo>
                    <a:pt x="6589956" y="757028"/>
                  </a:lnTo>
                  <a:lnTo>
                    <a:pt x="6590537" y="757028"/>
                  </a:lnTo>
                  <a:lnTo>
                    <a:pt x="6590683" y="757028"/>
                  </a:lnTo>
                  <a:lnTo>
                    <a:pt x="6590974" y="757028"/>
                  </a:lnTo>
                  <a:lnTo>
                    <a:pt x="6591701" y="757028"/>
                  </a:lnTo>
                  <a:lnTo>
                    <a:pt x="6592428" y="757028"/>
                  </a:lnTo>
                  <a:lnTo>
                    <a:pt x="6593882" y="757028"/>
                  </a:lnTo>
                  <a:lnTo>
                    <a:pt x="6594028" y="757028"/>
                  </a:lnTo>
                  <a:lnTo>
                    <a:pt x="6594173" y="757028"/>
                  </a:lnTo>
                  <a:lnTo>
                    <a:pt x="6594319" y="757028"/>
                  </a:lnTo>
                  <a:lnTo>
                    <a:pt x="6595337" y="757028"/>
                  </a:lnTo>
                  <a:lnTo>
                    <a:pt x="6595627" y="757028"/>
                  </a:lnTo>
                  <a:lnTo>
                    <a:pt x="6596209" y="756405"/>
                  </a:lnTo>
                  <a:lnTo>
                    <a:pt x="6596354" y="756405"/>
                  </a:lnTo>
                  <a:lnTo>
                    <a:pt x="6596645" y="756405"/>
                  </a:lnTo>
                  <a:lnTo>
                    <a:pt x="6597518" y="756405"/>
                  </a:lnTo>
                  <a:lnTo>
                    <a:pt x="6597663" y="756405"/>
                  </a:lnTo>
                  <a:lnTo>
                    <a:pt x="6597954" y="756405"/>
                  </a:lnTo>
                  <a:lnTo>
                    <a:pt x="6598390" y="755158"/>
                  </a:lnTo>
                  <a:lnTo>
                    <a:pt x="6598972" y="755158"/>
                  </a:lnTo>
                  <a:lnTo>
                    <a:pt x="6599118" y="755158"/>
                  </a:lnTo>
                  <a:lnTo>
                    <a:pt x="6599845" y="755158"/>
                  </a:lnTo>
                  <a:lnTo>
                    <a:pt x="6600426" y="755158"/>
                  </a:lnTo>
                  <a:lnTo>
                    <a:pt x="6601008" y="755158"/>
                  </a:lnTo>
                  <a:lnTo>
                    <a:pt x="6601154" y="755158"/>
                  </a:lnTo>
                  <a:lnTo>
                    <a:pt x="6601299" y="755158"/>
                  </a:lnTo>
                  <a:lnTo>
                    <a:pt x="6601444" y="753911"/>
                  </a:lnTo>
                  <a:lnTo>
                    <a:pt x="6601735" y="753911"/>
                  </a:lnTo>
                  <a:lnTo>
                    <a:pt x="6602026" y="753911"/>
                  </a:lnTo>
                  <a:lnTo>
                    <a:pt x="6602317" y="753911"/>
                  </a:lnTo>
                  <a:lnTo>
                    <a:pt x="6602462" y="753911"/>
                  </a:lnTo>
                  <a:lnTo>
                    <a:pt x="6603480" y="753287"/>
                  </a:lnTo>
                  <a:lnTo>
                    <a:pt x="6604062" y="753287"/>
                  </a:lnTo>
                  <a:lnTo>
                    <a:pt x="6604207" y="753287"/>
                  </a:lnTo>
                  <a:lnTo>
                    <a:pt x="6604498" y="752663"/>
                  </a:lnTo>
                  <a:lnTo>
                    <a:pt x="6604935" y="752663"/>
                  </a:lnTo>
                  <a:lnTo>
                    <a:pt x="6605080" y="752663"/>
                  </a:lnTo>
                  <a:lnTo>
                    <a:pt x="6605225" y="752663"/>
                  </a:lnTo>
                  <a:lnTo>
                    <a:pt x="6605371" y="752663"/>
                  </a:lnTo>
                  <a:lnTo>
                    <a:pt x="6605953" y="752663"/>
                  </a:lnTo>
                  <a:lnTo>
                    <a:pt x="6606098" y="752663"/>
                  </a:lnTo>
                  <a:lnTo>
                    <a:pt x="6606243" y="752663"/>
                  </a:lnTo>
                  <a:lnTo>
                    <a:pt x="6606825" y="752663"/>
                  </a:lnTo>
                  <a:lnTo>
                    <a:pt x="6607407" y="752663"/>
                  </a:lnTo>
                  <a:lnTo>
                    <a:pt x="6607698" y="752663"/>
                  </a:lnTo>
                  <a:lnTo>
                    <a:pt x="6608134" y="752663"/>
                  </a:lnTo>
                  <a:lnTo>
                    <a:pt x="6608570" y="752663"/>
                  </a:lnTo>
                  <a:lnTo>
                    <a:pt x="6608716" y="752663"/>
                  </a:lnTo>
                  <a:lnTo>
                    <a:pt x="6609152" y="752040"/>
                  </a:lnTo>
                  <a:lnTo>
                    <a:pt x="6609297" y="752040"/>
                  </a:lnTo>
                  <a:lnTo>
                    <a:pt x="6609588" y="752040"/>
                  </a:lnTo>
                  <a:lnTo>
                    <a:pt x="6609734" y="752040"/>
                  </a:lnTo>
                  <a:lnTo>
                    <a:pt x="6609879" y="751416"/>
                  </a:lnTo>
                  <a:lnTo>
                    <a:pt x="6610897" y="750169"/>
                  </a:lnTo>
                  <a:lnTo>
                    <a:pt x="6611042" y="750169"/>
                  </a:lnTo>
                  <a:lnTo>
                    <a:pt x="6611188" y="750169"/>
                  </a:lnTo>
                  <a:lnTo>
                    <a:pt x="6611770" y="750169"/>
                  </a:lnTo>
                  <a:lnTo>
                    <a:pt x="6612497" y="750169"/>
                  </a:lnTo>
                  <a:lnTo>
                    <a:pt x="6612642" y="750169"/>
                  </a:lnTo>
                  <a:lnTo>
                    <a:pt x="6612933" y="749545"/>
                  </a:lnTo>
                  <a:lnTo>
                    <a:pt x="6613078" y="749545"/>
                  </a:lnTo>
                  <a:lnTo>
                    <a:pt x="6614096" y="748298"/>
                  </a:lnTo>
                  <a:lnTo>
                    <a:pt x="6614387" y="747675"/>
                  </a:lnTo>
                  <a:lnTo>
                    <a:pt x="6614533" y="747675"/>
                  </a:lnTo>
                  <a:lnTo>
                    <a:pt x="6614678" y="747675"/>
                  </a:lnTo>
                  <a:lnTo>
                    <a:pt x="6615260" y="747051"/>
                  </a:lnTo>
                  <a:lnTo>
                    <a:pt x="6615551" y="747051"/>
                  </a:lnTo>
                  <a:lnTo>
                    <a:pt x="6615842" y="747051"/>
                  </a:lnTo>
                  <a:lnTo>
                    <a:pt x="6616132" y="747051"/>
                  </a:lnTo>
                  <a:lnTo>
                    <a:pt x="6616278" y="747051"/>
                  </a:lnTo>
                  <a:lnTo>
                    <a:pt x="6616423" y="747051"/>
                  </a:lnTo>
                  <a:lnTo>
                    <a:pt x="6616569" y="745804"/>
                  </a:lnTo>
                  <a:lnTo>
                    <a:pt x="6616859" y="745804"/>
                  </a:lnTo>
                  <a:lnTo>
                    <a:pt x="6617005" y="745804"/>
                  </a:lnTo>
                  <a:lnTo>
                    <a:pt x="6617441" y="745804"/>
                  </a:lnTo>
                  <a:lnTo>
                    <a:pt x="6617441" y="745180"/>
                  </a:lnTo>
                  <a:lnTo>
                    <a:pt x="6617587" y="745180"/>
                  </a:lnTo>
                  <a:lnTo>
                    <a:pt x="6618023" y="744557"/>
                  </a:lnTo>
                  <a:lnTo>
                    <a:pt x="6618314" y="744557"/>
                  </a:lnTo>
                  <a:lnTo>
                    <a:pt x="6618314" y="743933"/>
                  </a:lnTo>
                  <a:lnTo>
                    <a:pt x="6618750" y="743310"/>
                  </a:lnTo>
                  <a:lnTo>
                    <a:pt x="6618895" y="743310"/>
                  </a:lnTo>
                  <a:lnTo>
                    <a:pt x="6619041" y="743310"/>
                  </a:lnTo>
                  <a:lnTo>
                    <a:pt x="6619186" y="743310"/>
                  </a:lnTo>
                  <a:lnTo>
                    <a:pt x="6619623" y="743310"/>
                  </a:lnTo>
                  <a:lnTo>
                    <a:pt x="6621077" y="742686"/>
                  </a:lnTo>
                  <a:lnTo>
                    <a:pt x="6621222" y="742686"/>
                  </a:lnTo>
                  <a:lnTo>
                    <a:pt x="6621368" y="742686"/>
                  </a:lnTo>
                  <a:lnTo>
                    <a:pt x="6621659" y="742686"/>
                  </a:lnTo>
                  <a:lnTo>
                    <a:pt x="6621659" y="742062"/>
                  </a:lnTo>
                  <a:lnTo>
                    <a:pt x="6621804" y="741439"/>
                  </a:lnTo>
                  <a:lnTo>
                    <a:pt x="6622095" y="741439"/>
                  </a:lnTo>
                  <a:lnTo>
                    <a:pt x="6622531" y="740192"/>
                  </a:lnTo>
                  <a:lnTo>
                    <a:pt x="6623549" y="739568"/>
                  </a:lnTo>
                  <a:lnTo>
                    <a:pt x="6623985" y="739568"/>
                  </a:lnTo>
                  <a:lnTo>
                    <a:pt x="6624131" y="739568"/>
                  </a:lnTo>
                  <a:lnTo>
                    <a:pt x="6624422" y="739568"/>
                  </a:lnTo>
                  <a:lnTo>
                    <a:pt x="6624567" y="739568"/>
                  </a:lnTo>
                  <a:lnTo>
                    <a:pt x="6624712" y="739568"/>
                  </a:lnTo>
                  <a:lnTo>
                    <a:pt x="6625730" y="738945"/>
                  </a:lnTo>
                  <a:lnTo>
                    <a:pt x="6625876" y="738945"/>
                  </a:lnTo>
                  <a:lnTo>
                    <a:pt x="6626458" y="738945"/>
                  </a:lnTo>
                  <a:lnTo>
                    <a:pt x="6626603" y="738945"/>
                  </a:lnTo>
                  <a:lnTo>
                    <a:pt x="6626894" y="738945"/>
                  </a:lnTo>
                  <a:lnTo>
                    <a:pt x="6627039" y="738945"/>
                  </a:lnTo>
                  <a:lnTo>
                    <a:pt x="6627185" y="738945"/>
                  </a:lnTo>
                  <a:lnTo>
                    <a:pt x="6627330" y="738945"/>
                  </a:lnTo>
                  <a:lnTo>
                    <a:pt x="6627766" y="738321"/>
                  </a:lnTo>
                  <a:lnTo>
                    <a:pt x="6627912" y="737697"/>
                  </a:lnTo>
                  <a:lnTo>
                    <a:pt x="6628348" y="737697"/>
                  </a:lnTo>
                  <a:lnTo>
                    <a:pt x="6628639" y="737697"/>
                  </a:lnTo>
                  <a:lnTo>
                    <a:pt x="6628930" y="737074"/>
                  </a:lnTo>
                  <a:lnTo>
                    <a:pt x="6629657" y="735827"/>
                  </a:lnTo>
                  <a:lnTo>
                    <a:pt x="6629802" y="735827"/>
                  </a:lnTo>
                  <a:lnTo>
                    <a:pt x="6629948" y="735827"/>
                  </a:lnTo>
                  <a:lnTo>
                    <a:pt x="6629948" y="735203"/>
                  </a:lnTo>
                  <a:lnTo>
                    <a:pt x="6630384" y="735203"/>
                  </a:lnTo>
                  <a:lnTo>
                    <a:pt x="6630675" y="735203"/>
                  </a:lnTo>
                  <a:lnTo>
                    <a:pt x="6631693" y="734579"/>
                  </a:lnTo>
                  <a:lnTo>
                    <a:pt x="6632565" y="734579"/>
                  </a:lnTo>
                  <a:lnTo>
                    <a:pt x="6632711" y="734579"/>
                  </a:lnTo>
                  <a:lnTo>
                    <a:pt x="6633002" y="733332"/>
                  </a:lnTo>
                  <a:lnTo>
                    <a:pt x="6633147" y="733332"/>
                  </a:lnTo>
                  <a:lnTo>
                    <a:pt x="6633438" y="733332"/>
                  </a:lnTo>
                  <a:lnTo>
                    <a:pt x="6634747" y="733332"/>
                  </a:lnTo>
                  <a:lnTo>
                    <a:pt x="6634892" y="733332"/>
                  </a:lnTo>
                  <a:lnTo>
                    <a:pt x="6635183" y="733332"/>
                  </a:lnTo>
                  <a:lnTo>
                    <a:pt x="6635474" y="733332"/>
                  </a:lnTo>
                  <a:lnTo>
                    <a:pt x="6636056" y="732709"/>
                  </a:lnTo>
                  <a:lnTo>
                    <a:pt x="6636201" y="732709"/>
                  </a:lnTo>
                  <a:lnTo>
                    <a:pt x="6636492" y="732709"/>
                  </a:lnTo>
                  <a:lnTo>
                    <a:pt x="6636783" y="732085"/>
                  </a:lnTo>
                  <a:lnTo>
                    <a:pt x="6637074" y="732085"/>
                  </a:lnTo>
                  <a:lnTo>
                    <a:pt x="6637364" y="731462"/>
                  </a:lnTo>
                  <a:lnTo>
                    <a:pt x="6637655" y="731462"/>
                  </a:lnTo>
                  <a:lnTo>
                    <a:pt x="6638528" y="731462"/>
                  </a:lnTo>
                  <a:lnTo>
                    <a:pt x="6639110" y="731462"/>
                  </a:lnTo>
                  <a:lnTo>
                    <a:pt x="6639400" y="731462"/>
                  </a:lnTo>
                  <a:lnTo>
                    <a:pt x="6640273" y="731462"/>
                  </a:lnTo>
                  <a:lnTo>
                    <a:pt x="6640418" y="731462"/>
                  </a:lnTo>
                  <a:lnTo>
                    <a:pt x="6640564" y="730838"/>
                  </a:lnTo>
                  <a:lnTo>
                    <a:pt x="6641291" y="730838"/>
                  </a:lnTo>
                  <a:lnTo>
                    <a:pt x="6641436" y="730838"/>
                  </a:lnTo>
                  <a:lnTo>
                    <a:pt x="6642018" y="730214"/>
                  </a:lnTo>
                  <a:lnTo>
                    <a:pt x="6642454" y="729591"/>
                  </a:lnTo>
                  <a:lnTo>
                    <a:pt x="6642745" y="728967"/>
                  </a:lnTo>
                  <a:lnTo>
                    <a:pt x="6643036" y="728967"/>
                  </a:lnTo>
                  <a:lnTo>
                    <a:pt x="6644490" y="728967"/>
                  </a:lnTo>
                  <a:lnTo>
                    <a:pt x="6645217" y="728967"/>
                  </a:lnTo>
                  <a:lnTo>
                    <a:pt x="6645945" y="728967"/>
                  </a:lnTo>
                  <a:lnTo>
                    <a:pt x="6646235" y="728967"/>
                  </a:lnTo>
                  <a:lnTo>
                    <a:pt x="6646963" y="727720"/>
                  </a:lnTo>
                  <a:lnTo>
                    <a:pt x="6647253" y="727720"/>
                  </a:lnTo>
                  <a:lnTo>
                    <a:pt x="6647690" y="727720"/>
                  </a:lnTo>
                  <a:lnTo>
                    <a:pt x="6647835" y="727720"/>
                  </a:lnTo>
                  <a:lnTo>
                    <a:pt x="6648271" y="727096"/>
                  </a:lnTo>
                  <a:lnTo>
                    <a:pt x="6648417" y="727096"/>
                  </a:lnTo>
                  <a:lnTo>
                    <a:pt x="6648562" y="727096"/>
                  </a:lnTo>
                  <a:lnTo>
                    <a:pt x="6648999" y="727096"/>
                  </a:lnTo>
                  <a:lnTo>
                    <a:pt x="6649435" y="726473"/>
                  </a:lnTo>
                  <a:lnTo>
                    <a:pt x="6650162" y="726473"/>
                  </a:lnTo>
                  <a:lnTo>
                    <a:pt x="6650744" y="726473"/>
                  </a:lnTo>
                  <a:lnTo>
                    <a:pt x="6651034" y="726473"/>
                  </a:lnTo>
                  <a:lnTo>
                    <a:pt x="6651907" y="726473"/>
                  </a:lnTo>
                  <a:lnTo>
                    <a:pt x="6652052" y="726473"/>
                  </a:lnTo>
                  <a:lnTo>
                    <a:pt x="6652198" y="726473"/>
                  </a:lnTo>
                  <a:lnTo>
                    <a:pt x="6652634" y="726473"/>
                  </a:lnTo>
                  <a:lnTo>
                    <a:pt x="6653216" y="726473"/>
                  </a:lnTo>
                  <a:lnTo>
                    <a:pt x="6653361" y="726473"/>
                  </a:lnTo>
                  <a:lnTo>
                    <a:pt x="6653361" y="725849"/>
                  </a:lnTo>
                  <a:lnTo>
                    <a:pt x="6654234" y="725849"/>
                  </a:lnTo>
                  <a:lnTo>
                    <a:pt x="6654379" y="725849"/>
                  </a:lnTo>
                  <a:lnTo>
                    <a:pt x="6656997" y="723355"/>
                  </a:lnTo>
                  <a:lnTo>
                    <a:pt x="6657142" y="723355"/>
                  </a:lnTo>
                  <a:lnTo>
                    <a:pt x="6657869" y="722731"/>
                  </a:lnTo>
                  <a:lnTo>
                    <a:pt x="6657869" y="722108"/>
                  </a:lnTo>
                  <a:lnTo>
                    <a:pt x="6658160" y="722108"/>
                  </a:lnTo>
                  <a:lnTo>
                    <a:pt x="6659033" y="722108"/>
                  </a:lnTo>
                  <a:lnTo>
                    <a:pt x="6659178" y="722108"/>
                  </a:lnTo>
                  <a:lnTo>
                    <a:pt x="6659469" y="722108"/>
                  </a:lnTo>
                  <a:lnTo>
                    <a:pt x="6659760" y="722108"/>
                  </a:lnTo>
                  <a:lnTo>
                    <a:pt x="6660196" y="721484"/>
                  </a:lnTo>
                  <a:lnTo>
                    <a:pt x="6660342" y="720861"/>
                  </a:lnTo>
                  <a:lnTo>
                    <a:pt x="6660633" y="720861"/>
                  </a:lnTo>
                  <a:lnTo>
                    <a:pt x="6660778" y="720237"/>
                  </a:lnTo>
                  <a:lnTo>
                    <a:pt x="6660923" y="720237"/>
                  </a:lnTo>
                  <a:lnTo>
                    <a:pt x="6661360" y="720237"/>
                  </a:lnTo>
                  <a:lnTo>
                    <a:pt x="6661505" y="720237"/>
                  </a:lnTo>
                  <a:lnTo>
                    <a:pt x="6661651" y="720237"/>
                  </a:lnTo>
                  <a:lnTo>
                    <a:pt x="6662232" y="720237"/>
                  </a:lnTo>
                  <a:lnTo>
                    <a:pt x="6662523" y="720237"/>
                  </a:lnTo>
                  <a:lnTo>
                    <a:pt x="6662669" y="720237"/>
                  </a:lnTo>
                  <a:lnTo>
                    <a:pt x="6662959" y="720237"/>
                  </a:lnTo>
                  <a:lnTo>
                    <a:pt x="6663105" y="720237"/>
                  </a:lnTo>
                  <a:lnTo>
                    <a:pt x="6663396" y="720237"/>
                  </a:lnTo>
                  <a:lnTo>
                    <a:pt x="6663541" y="720237"/>
                  </a:lnTo>
                  <a:lnTo>
                    <a:pt x="6663832" y="720237"/>
                  </a:lnTo>
                  <a:lnTo>
                    <a:pt x="6664995" y="719613"/>
                  </a:lnTo>
                  <a:lnTo>
                    <a:pt x="6666450" y="718990"/>
                  </a:lnTo>
                  <a:lnTo>
                    <a:pt x="6666595" y="718990"/>
                  </a:lnTo>
                  <a:lnTo>
                    <a:pt x="6667031" y="718990"/>
                  </a:lnTo>
                  <a:lnTo>
                    <a:pt x="6667613" y="717119"/>
                  </a:lnTo>
                  <a:lnTo>
                    <a:pt x="6667758" y="717119"/>
                  </a:lnTo>
                  <a:lnTo>
                    <a:pt x="6667904" y="717119"/>
                  </a:lnTo>
                  <a:lnTo>
                    <a:pt x="6668631" y="717119"/>
                  </a:lnTo>
                  <a:lnTo>
                    <a:pt x="6668922" y="717119"/>
                  </a:lnTo>
                  <a:lnTo>
                    <a:pt x="6669067" y="717119"/>
                  </a:lnTo>
                  <a:lnTo>
                    <a:pt x="6669504" y="717119"/>
                  </a:lnTo>
                  <a:lnTo>
                    <a:pt x="6669649" y="716496"/>
                  </a:lnTo>
                  <a:lnTo>
                    <a:pt x="6669794" y="716496"/>
                  </a:lnTo>
                  <a:lnTo>
                    <a:pt x="6670085" y="716496"/>
                  </a:lnTo>
                  <a:lnTo>
                    <a:pt x="6670522" y="715872"/>
                  </a:lnTo>
                  <a:lnTo>
                    <a:pt x="6670958" y="715872"/>
                  </a:lnTo>
                  <a:lnTo>
                    <a:pt x="6671103" y="715872"/>
                  </a:lnTo>
                  <a:lnTo>
                    <a:pt x="6671249" y="715872"/>
                  </a:lnTo>
                  <a:lnTo>
                    <a:pt x="6671830" y="715248"/>
                  </a:lnTo>
                  <a:lnTo>
                    <a:pt x="6672121" y="715248"/>
                  </a:lnTo>
                  <a:lnTo>
                    <a:pt x="6672703" y="715248"/>
                  </a:lnTo>
                  <a:lnTo>
                    <a:pt x="6673430" y="715248"/>
                  </a:lnTo>
                  <a:lnTo>
                    <a:pt x="6673721" y="715248"/>
                  </a:lnTo>
                  <a:lnTo>
                    <a:pt x="6673866" y="715248"/>
                  </a:lnTo>
                  <a:lnTo>
                    <a:pt x="6674012" y="715248"/>
                  </a:lnTo>
                  <a:lnTo>
                    <a:pt x="6674012" y="714625"/>
                  </a:lnTo>
                  <a:lnTo>
                    <a:pt x="6674448" y="714625"/>
                  </a:lnTo>
                  <a:lnTo>
                    <a:pt x="6675466" y="714001"/>
                  </a:lnTo>
                  <a:lnTo>
                    <a:pt x="6675902" y="713378"/>
                  </a:lnTo>
                  <a:lnTo>
                    <a:pt x="6676193" y="713378"/>
                  </a:lnTo>
                  <a:lnTo>
                    <a:pt x="6676484" y="712754"/>
                  </a:lnTo>
                  <a:lnTo>
                    <a:pt x="6676920" y="712754"/>
                  </a:lnTo>
                  <a:lnTo>
                    <a:pt x="6677066" y="712754"/>
                  </a:lnTo>
                  <a:lnTo>
                    <a:pt x="6677647" y="710883"/>
                  </a:lnTo>
                  <a:lnTo>
                    <a:pt x="6678374" y="710260"/>
                  </a:lnTo>
                  <a:lnTo>
                    <a:pt x="6678374" y="709636"/>
                  </a:lnTo>
                  <a:lnTo>
                    <a:pt x="6678811" y="709013"/>
                  </a:lnTo>
                  <a:lnTo>
                    <a:pt x="6678811" y="708389"/>
                  </a:lnTo>
                  <a:lnTo>
                    <a:pt x="6679102" y="708389"/>
                  </a:lnTo>
                  <a:lnTo>
                    <a:pt x="6679247" y="708389"/>
                  </a:lnTo>
                  <a:lnTo>
                    <a:pt x="6679829" y="708389"/>
                  </a:lnTo>
                  <a:lnTo>
                    <a:pt x="6680120" y="708389"/>
                  </a:lnTo>
                  <a:lnTo>
                    <a:pt x="6680265" y="708389"/>
                  </a:lnTo>
                  <a:lnTo>
                    <a:pt x="6680410" y="708389"/>
                  </a:lnTo>
                  <a:lnTo>
                    <a:pt x="6680556" y="708389"/>
                  </a:lnTo>
                  <a:lnTo>
                    <a:pt x="6680701" y="707765"/>
                  </a:lnTo>
                  <a:lnTo>
                    <a:pt x="6681138" y="707765"/>
                  </a:lnTo>
                  <a:lnTo>
                    <a:pt x="6681428" y="707765"/>
                  </a:lnTo>
                  <a:lnTo>
                    <a:pt x="6681574" y="707765"/>
                  </a:lnTo>
                  <a:lnTo>
                    <a:pt x="6682301" y="707765"/>
                  </a:lnTo>
                  <a:lnTo>
                    <a:pt x="6683755" y="707142"/>
                  </a:lnTo>
                  <a:lnTo>
                    <a:pt x="6684046" y="707142"/>
                  </a:lnTo>
                  <a:lnTo>
                    <a:pt x="6684482" y="707142"/>
                  </a:lnTo>
                  <a:lnTo>
                    <a:pt x="6684628" y="707142"/>
                  </a:lnTo>
                  <a:lnTo>
                    <a:pt x="6684628" y="706518"/>
                  </a:lnTo>
                  <a:lnTo>
                    <a:pt x="6685064" y="706518"/>
                  </a:lnTo>
                  <a:lnTo>
                    <a:pt x="6685209" y="706518"/>
                  </a:lnTo>
                  <a:lnTo>
                    <a:pt x="6686227" y="705895"/>
                  </a:lnTo>
                  <a:lnTo>
                    <a:pt x="6686227" y="705271"/>
                  </a:lnTo>
                  <a:lnTo>
                    <a:pt x="6686518" y="705271"/>
                  </a:lnTo>
                  <a:lnTo>
                    <a:pt x="6686809" y="705271"/>
                  </a:lnTo>
                  <a:lnTo>
                    <a:pt x="6686955" y="705271"/>
                  </a:lnTo>
                  <a:lnTo>
                    <a:pt x="6687391" y="705271"/>
                  </a:lnTo>
                  <a:lnTo>
                    <a:pt x="6687682" y="705271"/>
                  </a:lnTo>
                  <a:lnTo>
                    <a:pt x="6687827" y="705271"/>
                  </a:lnTo>
                  <a:lnTo>
                    <a:pt x="6688554" y="705271"/>
                  </a:lnTo>
                  <a:lnTo>
                    <a:pt x="6689427" y="704648"/>
                  </a:lnTo>
                  <a:lnTo>
                    <a:pt x="6689572" y="704648"/>
                  </a:lnTo>
                  <a:lnTo>
                    <a:pt x="6690009" y="704024"/>
                  </a:lnTo>
                  <a:lnTo>
                    <a:pt x="6690445" y="704024"/>
                  </a:lnTo>
                  <a:lnTo>
                    <a:pt x="6691026" y="703400"/>
                  </a:lnTo>
                  <a:lnTo>
                    <a:pt x="6691317" y="703400"/>
                  </a:lnTo>
                  <a:lnTo>
                    <a:pt x="6691754" y="703400"/>
                  </a:lnTo>
                  <a:lnTo>
                    <a:pt x="6691899" y="703400"/>
                  </a:lnTo>
                  <a:lnTo>
                    <a:pt x="6691899" y="702777"/>
                  </a:lnTo>
                  <a:lnTo>
                    <a:pt x="6692190" y="702777"/>
                  </a:lnTo>
                  <a:lnTo>
                    <a:pt x="6692335" y="702777"/>
                  </a:lnTo>
                  <a:lnTo>
                    <a:pt x="6692481" y="702777"/>
                  </a:lnTo>
                  <a:lnTo>
                    <a:pt x="6692626" y="702777"/>
                  </a:lnTo>
                  <a:lnTo>
                    <a:pt x="6693935" y="700906"/>
                  </a:lnTo>
                  <a:lnTo>
                    <a:pt x="6694080" y="700906"/>
                  </a:lnTo>
                  <a:lnTo>
                    <a:pt x="6694080" y="700282"/>
                  </a:lnTo>
                  <a:lnTo>
                    <a:pt x="6694662" y="699659"/>
                  </a:lnTo>
                  <a:lnTo>
                    <a:pt x="6694662" y="699035"/>
                  </a:lnTo>
                  <a:lnTo>
                    <a:pt x="6694808" y="699035"/>
                  </a:lnTo>
                  <a:lnTo>
                    <a:pt x="6695098" y="699035"/>
                  </a:lnTo>
                  <a:lnTo>
                    <a:pt x="6695244" y="699035"/>
                  </a:lnTo>
                  <a:lnTo>
                    <a:pt x="6695826" y="699035"/>
                  </a:lnTo>
                  <a:lnTo>
                    <a:pt x="6696116" y="697788"/>
                  </a:lnTo>
                  <a:lnTo>
                    <a:pt x="6696553" y="697788"/>
                  </a:lnTo>
                  <a:lnTo>
                    <a:pt x="6696698" y="697788"/>
                  </a:lnTo>
                  <a:lnTo>
                    <a:pt x="6696989" y="697788"/>
                  </a:lnTo>
                  <a:lnTo>
                    <a:pt x="6697571" y="697788"/>
                  </a:lnTo>
                  <a:lnTo>
                    <a:pt x="6697716" y="697788"/>
                  </a:lnTo>
                  <a:lnTo>
                    <a:pt x="6697861" y="697788"/>
                  </a:lnTo>
                  <a:lnTo>
                    <a:pt x="6698152" y="697788"/>
                  </a:lnTo>
                  <a:lnTo>
                    <a:pt x="6698298" y="697788"/>
                  </a:lnTo>
                  <a:lnTo>
                    <a:pt x="6698589" y="697788"/>
                  </a:lnTo>
                  <a:lnTo>
                    <a:pt x="6698734" y="697788"/>
                  </a:lnTo>
                  <a:lnTo>
                    <a:pt x="6698879" y="697788"/>
                  </a:lnTo>
                  <a:lnTo>
                    <a:pt x="6699316" y="697788"/>
                  </a:lnTo>
                  <a:lnTo>
                    <a:pt x="6699752" y="697165"/>
                  </a:lnTo>
                  <a:lnTo>
                    <a:pt x="6700043" y="697165"/>
                  </a:lnTo>
                  <a:lnTo>
                    <a:pt x="6700188" y="697165"/>
                  </a:lnTo>
                  <a:lnTo>
                    <a:pt x="6700479" y="697165"/>
                  </a:lnTo>
                  <a:lnTo>
                    <a:pt x="6700625" y="697165"/>
                  </a:lnTo>
                  <a:lnTo>
                    <a:pt x="6701352" y="697165"/>
                  </a:lnTo>
                  <a:lnTo>
                    <a:pt x="6701497" y="697165"/>
                  </a:lnTo>
                  <a:lnTo>
                    <a:pt x="6702079" y="697165"/>
                  </a:lnTo>
                  <a:lnTo>
                    <a:pt x="6702515" y="697165"/>
                  </a:lnTo>
                  <a:lnTo>
                    <a:pt x="6702951" y="697165"/>
                  </a:lnTo>
                  <a:lnTo>
                    <a:pt x="6703097" y="697165"/>
                  </a:lnTo>
                  <a:lnTo>
                    <a:pt x="6703097" y="696541"/>
                  </a:lnTo>
                  <a:lnTo>
                    <a:pt x="6703533" y="696541"/>
                  </a:lnTo>
                  <a:lnTo>
                    <a:pt x="6703679" y="696541"/>
                  </a:lnTo>
                  <a:lnTo>
                    <a:pt x="6703824" y="696541"/>
                  </a:lnTo>
                  <a:lnTo>
                    <a:pt x="6704115" y="696541"/>
                  </a:lnTo>
                  <a:lnTo>
                    <a:pt x="6705133" y="696541"/>
                  </a:lnTo>
                  <a:lnTo>
                    <a:pt x="6705860" y="696541"/>
                  </a:lnTo>
                  <a:lnTo>
                    <a:pt x="6706442" y="696541"/>
                  </a:lnTo>
                  <a:lnTo>
                    <a:pt x="6706732" y="696541"/>
                  </a:lnTo>
                  <a:lnTo>
                    <a:pt x="6707605" y="696541"/>
                  </a:lnTo>
                  <a:lnTo>
                    <a:pt x="6708041" y="696541"/>
                  </a:lnTo>
                  <a:lnTo>
                    <a:pt x="6708623" y="696541"/>
                  </a:lnTo>
                  <a:lnTo>
                    <a:pt x="6708768" y="696541"/>
                  </a:lnTo>
                  <a:lnTo>
                    <a:pt x="6709205" y="696541"/>
                  </a:lnTo>
                  <a:lnTo>
                    <a:pt x="6709641" y="696541"/>
                  </a:lnTo>
                  <a:lnTo>
                    <a:pt x="6710659" y="695917"/>
                  </a:lnTo>
                  <a:lnTo>
                    <a:pt x="6712404" y="694670"/>
                  </a:lnTo>
                  <a:lnTo>
                    <a:pt x="6712840" y="694670"/>
                  </a:lnTo>
                  <a:lnTo>
                    <a:pt x="6712986" y="694670"/>
                  </a:lnTo>
                  <a:lnTo>
                    <a:pt x="6714004" y="694670"/>
                  </a:lnTo>
                  <a:lnTo>
                    <a:pt x="6714585" y="692799"/>
                  </a:lnTo>
                  <a:lnTo>
                    <a:pt x="6714876" y="692799"/>
                  </a:lnTo>
                  <a:lnTo>
                    <a:pt x="6715313" y="692176"/>
                  </a:lnTo>
                  <a:lnTo>
                    <a:pt x="6715603" y="692176"/>
                  </a:lnTo>
                  <a:lnTo>
                    <a:pt x="6716185" y="692176"/>
                  </a:lnTo>
                  <a:lnTo>
                    <a:pt x="6716331" y="692176"/>
                  </a:lnTo>
                  <a:lnTo>
                    <a:pt x="6716476" y="692176"/>
                  </a:lnTo>
                  <a:lnTo>
                    <a:pt x="6716912" y="692176"/>
                  </a:lnTo>
                  <a:lnTo>
                    <a:pt x="6717058" y="692176"/>
                  </a:lnTo>
                  <a:lnTo>
                    <a:pt x="6717203" y="692176"/>
                  </a:lnTo>
                  <a:lnTo>
                    <a:pt x="6717349" y="692176"/>
                  </a:lnTo>
                  <a:lnTo>
                    <a:pt x="6717785" y="691552"/>
                  </a:lnTo>
                  <a:lnTo>
                    <a:pt x="6718221" y="691552"/>
                  </a:lnTo>
                  <a:lnTo>
                    <a:pt x="6719094" y="691552"/>
                  </a:lnTo>
                  <a:lnTo>
                    <a:pt x="6719094" y="690929"/>
                  </a:lnTo>
                  <a:lnTo>
                    <a:pt x="6719239" y="690929"/>
                  </a:lnTo>
                  <a:lnTo>
                    <a:pt x="6719675" y="689682"/>
                  </a:lnTo>
                  <a:lnTo>
                    <a:pt x="6719821" y="689682"/>
                  </a:lnTo>
                  <a:lnTo>
                    <a:pt x="6719966" y="688434"/>
                  </a:lnTo>
                  <a:lnTo>
                    <a:pt x="6720693" y="688434"/>
                  </a:lnTo>
                  <a:lnTo>
                    <a:pt x="6721130" y="687187"/>
                  </a:lnTo>
                  <a:lnTo>
                    <a:pt x="6721275" y="687187"/>
                  </a:lnTo>
                  <a:lnTo>
                    <a:pt x="6722293" y="686564"/>
                  </a:lnTo>
                  <a:lnTo>
                    <a:pt x="6722438" y="686564"/>
                  </a:lnTo>
                  <a:lnTo>
                    <a:pt x="6723020" y="686564"/>
                  </a:lnTo>
                  <a:lnTo>
                    <a:pt x="6724329" y="686564"/>
                  </a:lnTo>
                  <a:lnTo>
                    <a:pt x="6724620" y="686564"/>
                  </a:lnTo>
                  <a:lnTo>
                    <a:pt x="6724765" y="685940"/>
                  </a:lnTo>
                  <a:lnTo>
                    <a:pt x="6725056" y="685316"/>
                  </a:lnTo>
                  <a:lnTo>
                    <a:pt x="6725201" y="685316"/>
                  </a:lnTo>
                  <a:lnTo>
                    <a:pt x="6725347" y="685316"/>
                  </a:lnTo>
                  <a:lnTo>
                    <a:pt x="6725929" y="683446"/>
                  </a:lnTo>
                  <a:lnTo>
                    <a:pt x="6726074" y="683446"/>
                  </a:lnTo>
                  <a:lnTo>
                    <a:pt x="6726219" y="682822"/>
                  </a:lnTo>
                  <a:lnTo>
                    <a:pt x="6726365" y="682822"/>
                  </a:lnTo>
                  <a:lnTo>
                    <a:pt x="6726510" y="682822"/>
                  </a:lnTo>
                  <a:lnTo>
                    <a:pt x="6726656" y="682822"/>
                  </a:lnTo>
                  <a:lnTo>
                    <a:pt x="6726801" y="682822"/>
                  </a:lnTo>
                  <a:lnTo>
                    <a:pt x="6726947" y="682822"/>
                  </a:lnTo>
                  <a:lnTo>
                    <a:pt x="6727383" y="682822"/>
                  </a:lnTo>
                  <a:lnTo>
                    <a:pt x="6727528" y="682199"/>
                  </a:lnTo>
                  <a:lnTo>
                    <a:pt x="6727674" y="682199"/>
                  </a:lnTo>
                  <a:lnTo>
                    <a:pt x="6727819" y="682199"/>
                  </a:lnTo>
                  <a:lnTo>
                    <a:pt x="6728401" y="682199"/>
                  </a:lnTo>
                  <a:lnTo>
                    <a:pt x="6728546" y="682199"/>
                  </a:lnTo>
                  <a:lnTo>
                    <a:pt x="6728837" y="682199"/>
                  </a:lnTo>
                  <a:lnTo>
                    <a:pt x="6730146" y="681575"/>
                  </a:lnTo>
                  <a:lnTo>
                    <a:pt x="6731164" y="681575"/>
                  </a:lnTo>
                  <a:lnTo>
                    <a:pt x="6731891" y="681575"/>
                  </a:lnTo>
                  <a:lnTo>
                    <a:pt x="6732036" y="681575"/>
                  </a:lnTo>
                  <a:lnTo>
                    <a:pt x="6732182" y="681575"/>
                  </a:lnTo>
                  <a:lnTo>
                    <a:pt x="6732327" y="680951"/>
                  </a:lnTo>
                  <a:lnTo>
                    <a:pt x="6732764" y="680951"/>
                  </a:lnTo>
                  <a:lnTo>
                    <a:pt x="6733054" y="680951"/>
                  </a:lnTo>
                  <a:lnTo>
                    <a:pt x="6733345" y="680951"/>
                  </a:lnTo>
                  <a:lnTo>
                    <a:pt x="6733491" y="680951"/>
                  </a:lnTo>
                  <a:lnTo>
                    <a:pt x="6733782" y="680951"/>
                  </a:lnTo>
                  <a:lnTo>
                    <a:pt x="6733782" y="680328"/>
                  </a:lnTo>
                  <a:lnTo>
                    <a:pt x="6733927" y="680328"/>
                  </a:lnTo>
                  <a:lnTo>
                    <a:pt x="6734654" y="680328"/>
                  </a:lnTo>
                  <a:lnTo>
                    <a:pt x="6734800" y="680328"/>
                  </a:lnTo>
                  <a:lnTo>
                    <a:pt x="6735236" y="680328"/>
                  </a:lnTo>
                  <a:lnTo>
                    <a:pt x="6738144" y="676586"/>
                  </a:lnTo>
                  <a:lnTo>
                    <a:pt x="6738435" y="676586"/>
                  </a:lnTo>
                  <a:lnTo>
                    <a:pt x="6739162" y="676586"/>
                  </a:lnTo>
                  <a:lnTo>
                    <a:pt x="6739599" y="676586"/>
                  </a:lnTo>
                  <a:lnTo>
                    <a:pt x="6739744" y="676586"/>
                  </a:lnTo>
                  <a:lnTo>
                    <a:pt x="6739889" y="676586"/>
                  </a:lnTo>
                  <a:lnTo>
                    <a:pt x="6740035" y="675963"/>
                  </a:lnTo>
                  <a:lnTo>
                    <a:pt x="6740180" y="675963"/>
                  </a:lnTo>
                  <a:lnTo>
                    <a:pt x="6740326" y="675963"/>
                  </a:lnTo>
                  <a:lnTo>
                    <a:pt x="6740471" y="675963"/>
                  </a:lnTo>
                  <a:lnTo>
                    <a:pt x="6740907" y="675339"/>
                  </a:lnTo>
                  <a:lnTo>
                    <a:pt x="6741053" y="675339"/>
                  </a:lnTo>
                  <a:lnTo>
                    <a:pt x="6741344" y="675339"/>
                  </a:lnTo>
                  <a:lnTo>
                    <a:pt x="6741489" y="675339"/>
                  </a:lnTo>
                  <a:lnTo>
                    <a:pt x="6741635" y="675339"/>
                  </a:lnTo>
                  <a:lnTo>
                    <a:pt x="6742653" y="674716"/>
                  </a:lnTo>
                  <a:lnTo>
                    <a:pt x="6742798" y="674092"/>
                  </a:lnTo>
                  <a:lnTo>
                    <a:pt x="6743089" y="673468"/>
                  </a:lnTo>
                  <a:lnTo>
                    <a:pt x="6744252" y="672845"/>
                  </a:lnTo>
                  <a:lnTo>
                    <a:pt x="6744834" y="672221"/>
                  </a:lnTo>
                  <a:lnTo>
                    <a:pt x="6744979" y="672221"/>
                  </a:lnTo>
                  <a:lnTo>
                    <a:pt x="6745416" y="672221"/>
                  </a:lnTo>
                  <a:lnTo>
                    <a:pt x="6745852" y="672221"/>
                  </a:lnTo>
                  <a:lnTo>
                    <a:pt x="6746143" y="671598"/>
                  </a:lnTo>
                  <a:lnTo>
                    <a:pt x="6746579" y="671598"/>
                  </a:lnTo>
                  <a:lnTo>
                    <a:pt x="6746724" y="671598"/>
                  </a:lnTo>
                  <a:lnTo>
                    <a:pt x="6746870" y="671598"/>
                  </a:lnTo>
                  <a:lnTo>
                    <a:pt x="6747161" y="670974"/>
                  </a:lnTo>
                  <a:lnTo>
                    <a:pt x="6747452" y="670974"/>
                  </a:lnTo>
                  <a:lnTo>
                    <a:pt x="6748760" y="670974"/>
                  </a:lnTo>
                  <a:lnTo>
                    <a:pt x="6748906" y="670974"/>
                  </a:lnTo>
                  <a:lnTo>
                    <a:pt x="6749051" y="670974"/>
                  </a:lnTo>
                  <a:lnTo>
                    <a:pt x="6749197" y="670974"/>
                  </a:lnTo>
                  <a:lnTo>
                    <a:pt x="6749778" y="670974"/>
                  </a:lnTo>
                  <a:lnTo>
                    <a:pt x="6750069" y="670974"/>
                  </a:lnTo>
                  <a:lnTo>
                    <a:pt x="6750215" y="670974"/>
                  </a:lnTo>
                  <a:lnTo>
                    <a:pt x="6751669" y="670350"/>
                  </a:lnTo>
                  <a:lnTo>
                    <a:pt x="6751814" y="670350"/>
                  </a:lnTo>
                  <a:lnTo>
                    <a:pt x="6751814" y="669727"/>
                  </a:lnTo>
                  <a:lnTo>
                    <a:pt x="6751960" y="669727"/>
                  </a:lnTo>
                  <a:lnTo>
                    <a:pt x="6752541" y="669727"/>
                  </a:lnTo>
                  <a:lnTo>
                    <a:pt x="6752978" y="669727"/>
                  </a:lnTo>
                  <a:lnTo>
                    <a:pt x="6753269" y="669727"/>
                  </a:lnTo>
                  <a:lnTo>
                    <a:pt x="6753414" y="669727"/>
                  </a:lnTo>
                  <a:lnTo>
                    <a:pt x="6753559" y="669727"/>
                  </a:lnTo>
                  <a:lnTo>
                    <a:pt x="6753996" y="669727"/>
                  </a:lnTo>
                  <a:lnTo>
                    <a:pt x="6754141" y="669727"/>
                  </a:lnTo>
                  <a:lnTo>
                    <a:pt x="6754287" y="669727"/>
                  </a:lnTo>
                  <a:lnTo>
                    <a:pt x="6755450" y="669727"/>
                  </a:lnTo>
                  <a:lnTo>
                    <a:pt x="6755595" y="669727"/>
                  </a:lnTo>
                  <a:lnTo>
                    <a:pt x="6755741" y="669727"/>
                  </a:lnTo>
                  <a:lnTo>
                    <a:pt x="6755886" y="669727"/>
                  </a:lnTo>
                  <a:lnTo>
                    <a:pt x="6755886" y="669103"/>
                  </a:lnTo>
                  <a:lnTo>
                    <a:pt x="6756032" y="669103"/>
                  </a:lnTo>
                  <a:lnTo>
                    <a:pt x="6757050" y="668480"/>
                  </a:lnTo>
                  <a:lnTo>
                    <a:pt x="6757195" y="668480"/>
                  </a:lnTo>
                  <a:lnTo>
                    <a:pt x="6757341" y="668480"/>
                  </a:lnTo>
                  <a:lnTo>
                    <a:pt x="6757486" y="668480"/>
                  </a:lnTo>
                  <a:lnTo>
                    <a:pt x="6757486" y="667856"/>
                  </a:lnTo>
                  <a:lnTo>
                    <a:pt x="6757631" y="667856"/>
                  </a:lnTo>
                  <a:lnTo>
                    <a:pt x="6757777" y="667856"/>
                  </a:lnTo>
                  <a:lnTo>
                    <a:pt x="6757922" y="667856"/>
                  </a:lnTo>
                  <a:lnTo>
                    <a:pt x="6758359" y="667856"/>
                  </a:lnTo>
                  <a:lnTo>
                    <a:pt x="6758504" y="667856"/>
                  </a:lnTo>
                  <a:lnTo>
                    <a:pt x="6758504" y="667233"/>
                  </a:lnTo>
                  <a:lnTo>
                    <a:pt x="6759086" y="667233"/>
                  </a:lnTo>
                  <a:lnTo>
                    <a:pt x="6759667" y="667233"/>
                  </a:lnTo>
                  <a:lnTo>
                    <a:pt x="6759813" y="667233"/>
                  </a:lnTo>
                  <a:lnTo>
                    <a:pt x="6759958" y="667233"/>
                  </a:lnTo>
                  <a:lnTo>
                    <a:pt x="6760104" y="667233"/>
                  </a:lnTo>
                  <a:lnTo>
                    <a:pt x="6760394" y="667233"/>
                  </a:lnTo>
                  <a:lnTo>
                    <a:pt x="6760685" y="667233"/>
                  </a:lnTo>
                  <a:lnTo>
                    <a:pt x="6761122" y="666609"/>
                  </a:lnTo>
                  <a:lnTo>
                    <a:pt x="6761267" y="666609"/>
                  </a:lnTo>
                  <a:lnTo>
                    <a:pt x="6761849" y="665985"/>
                  </a:lnTo>
                  <a:lnTo>
                    <a:pt x="6762285" y="665985"/>
                  </a:lnTo>
                  <a:lnTo>
                    <a:pt x="6762285" y="665362"/>
                  </a:lnTo>
                  <a:lnTo>
                    <a:pt x="6762430" y="665362"/>
                  </a:lnTo>
                  <a:lnTo>
                    <a:pt x="6762721" y="665362"/>
                  </a:lnTo>
                  <a:lnTo>
                    <a:pt x="6763012" y="665362"/>
                  </a:lnTo>
                  <a:lnTo>
                    <a:pt x="6763158" y="664738"/>
                  </a:lnTo>
                  <a:lnTo>
                    <a:pt x="6763303" y="664738"/>
                  </a:lnTo>
                  <a:lnTo>
                    <a:pt x="6763448" y="664738"/>
                  </a:lnTo>
                  <a:lnTo>
                    <a:pt x="6764321" y="664115"/>
                  </a:lnTo>
                  <a:lnTo>
                    <a:pt x="6764466" y="664115"/>
                  </a:lnTo>
                  <a:lnTo>
                    <a:pt x="6764612" y="664115"/>
                  </a:lnTo>
                  <a:lnTo>
                    <a:pt x="6764757" y="663491"/>
                  </a:lnTo>
                  <a:lnTo>
                    <a:pt x="6765339" y="662868"/>
                  </a:lnTo>
                  <a:lnTo>
                    <a:pt x="6765484" y="662868"/>
                  </a:lnTo>
                  <a:lnTo>
                    <a:pt x="6765921" y="662868"/>
                  </a:lnTo>
                  <a:lnTo>
                    <a:pt x="6766066" y="662868"/>
                  </a:lnTo>
                  <a:lnTo>
                    <a:pt x="6766793" y="662868"/>
                  </a:lnTo>
                  <a:lnTo>
                    <a:pt x="6766939" y="662868"/>
                  </a:lnTo>
                  <a:lnTo>
                    <a:pt x="6767375" y="662244"/>
                  </a:lnTo>
                  <a:lnTo>
                    <a:pt x="6767520" y="662244"/>
                  </a:lnTo>
                  <a:lnTo>
                    <a:pt x="6767957" y="662244"/>
                  </a:lnTo>
                  <a:lnTo>
                    <a:pt x="6767957" y="661620"/>
                  </a:lnTo>
                  <a:lnTo>
                    <a:pt x="6768829" y="660997"/>
                  </a:lnTo>
                  <a:lnTo>
                    <a:pt x="6769120" y="660373"/>
                  </a:lnTo>
                  <a:lnTo>
                    <a:pt x="6769265" y="660373"/>
                  </a:lnTo>
                  <a:lnTo>
                    <a:pt x="6769411" y="660373"/>
                  </a:lnTo>
                  <a:lnTo>
                    <a:pt x="6769556" y="660373"/>
                  </a:lnTo>
                  <a:lnTo>
                    <a:pt x="6770283" y="660373"/>
                  </a:lnTo>
                  <a:lnTo>
                    <a:pt x="6770865" y="660373"/>
                  </a:lnTo>
                  <a:lnTo>
                    <a:pt x="6771883" y="660373"/>
                  </a:lnTo>
                  <a:lnTo>
                    <a:pt x="6772319" y="660373"/>
                  </a:lnTo>
                  <a:lnTo>
                    <a:pt x="6772610" y="660373"/>
                  </a:lnTo>
                  <a:lnTo>
                    <a:pt x="6772756" y="660373"/>
                  </a:lnTo>
                  <a:lnTo>
                    <a:pt x="6772756" y="659750"/>
                  </a:lnTo>
                  <a:lnTo>
                    <a:pt x="6773483" y="659750"/>
                  </a:lnTo>
                  <a:lnTo>
                    <a:pt x="6773774" y="659750"/>
                  </a:lnTo>
                  <a:lnTo>
                    <a:pt x="6774064" y="658502"/>
                  </a:lnTo>
                  <a:lnTo>
                    <a:pt x="6774210" y="658502"/>
                  </a:lnTo>
                  <a:lnTo>
                    <a:pt x="6774646" y="658502"/>
                  </a:lnTo>
                  <a:lnTo>
                    <a:pt x="6775373" y="658502"/>
                  </a:lnTo>
                  <a:lnTo>
                    <a:pt x="6775519" y="658502"/>
                  </a:lnTo>
                  <a:lnTo>
                    <a:pt x="6775519" y="657879"/>
                  </a:lnTo>
                  <a:lnTo>
                    <a:pt x="6775810" y="657879"/>
                  </a:lnTo>
                  <a:lnTo>
                    <a:pt x="6776100" y="657879"/>
                  </a:lnTo>
                  <a:lnTo>
                    <a:pt x="6776973" y="657255"/>
                  </a:lnTo>
                  <a:lnTo>
                    <a:pt x="6777264" y="657255"/>
                  </a:lnTo>
                  <a:lnTo>
                    <a:pt x="6777700" y="657255"/>
                  </a:lnTo>
                  <a:lnTo>
                    <a:pt x="6777846" y="657255"/>
                  </a:lnTo>
                  <a:lnTo>
                    <a:pt x="6778282" y="657255"/>
                  </a:lnTo>
                  <a:lnTo>
                    <a:pt x="6778427" y="656632"/>
                  </a:lnTo>
                  <a:lnTo>
                    <a:pt x="6779445" y="655385"/>
                  </a:lnTo>
                  <a:lnTo>
                    <a:pt x="6780172" y="654761"/>
                  </a:lnTo>
                  <a:lnTo>
                    <a:pt x="6780754" y="654761"/>
                  </a:lnTo>
                  <a:lnTo>
                    <a:pt x="6780899" y="654761"/>
                  </a:lnTo>
                  <a:lnTo>
                    <a:pt x="6781336" y="654761"/>
                  </a:lnTo>
                  <a:lnTo>
                    <a:pt x="6782063" y="654761"/>
                  </a:lnTo>
                  <a:lnTo>
                    <a:pt x="6783226" y="654137"/>
                  </a:lnTo>
                  <a:lnTo>
                    <a:pt x="6783372" y="654137"/>
                  </a:lnTo>
                  <a:lnTo>
                    <a:pt x="6783517" y="654137"/>
                  </a:lnTo>
                  <a:lnTo>
                    <a:pt x="6783517" y="653514"/>
                  </a:lnTo>
                  <a:lnTo>
                    <a:pt x="6783953" y="653514"/>
                  </a:lnTo>
                  <a:lnTo>
                    <a:pt x="6784099" y="652890"/>
                  </a:lnTo>
                  <a:lnTo>
                    <a:pt x="6784244" y="652890"/>
                  </a:lnTo>
                  <a:lnTo>
                    <a:pt x="6784390" y="652890"/>
                  </a:lnTo>
                  <a:lnTo>
                    <a:pt x="6784681" y="652890"/>
                  </a:lnTo>
                  <a:lnTo>
                    <a:pt x="6784971" y="652890"/>
                  </a:lnTo>
                  <a:lnTo>
                    <a:pt x="6785117" y="652890"/>
                  </a:lnTo>
                  <a:lnTo>
                    <a:pt x="6785262" y="652890"/>
                  </a:lnTo>
                  <a:lnTo>
                    <a:pt x="6785553" y="652890"/>
                  </a:lnTo>
                  <a:lnTo>
                    <a:pt x="6785698" y="652267"/>
                  </a:lnTo>
                  <a:lnTo>
                    <a:pt x="6786135" y="652267"/>
                  </a:lnTo>
                  <a:lnTo>
                    <a:pt x="6786862" y="652267"/>
                  </a:lnTo>
                  <a:lnTo>
                    <a:pt x="6787153" y="652267"/>
                  </a:lnTo>
                  <a:lnTo>
                    <a:pt x="6787298" y="652267"/>
                  </a:lnTo>
                  <a:lnTo>
                    <a:pt x="6789334" y="651643"/>
                  </a:lnTo>
                  <a:lnTo>
                    <a:pt x="6789625" y="651643"/>
                  </a:lnTo>
                  <a:lnTo>
                    <a:pt x="6789770" y="651643"/>
                  </a:lnTo>
                  <a:lnTo>
                    <a:pt x="6790207" y="651643"/>
                  </a:lnTo>
                  <a:lnTo>
                    <a:pt x="6790498" y="651019"/>
                  </a:lnTo>
                  <a:lnTo>
                    <a:pt x="6791225" y="649772"/>
                  </a:lnTo>
                  <a:lnTo>
                    <a:pt x="6791516" y="649772"/>
                  </a:lnTo>
                  <a:lnTo>
                    <a:pt x="6791661" y="649149"/>
                  </a:lnTo>
                  <a:lnTo>
                    <a:pt x="6791806" y="649149"/>
                  </a:lnTo>
                  <a:lnTo>
                    <a:pt x="6792388" y="649149"/>
                  </a:lnTo>
                  <a:lnTo>
                    <a:pt x="6792679" y="649149"/>
                  </a:lnTo>
                  <a:lnTo>
                    <a:pt x="6792970" y="649149"/>
                  </a:lnTo>
                  <a:lnTo>
                    <a:pt x="6793115" y="649149"/>
                  </a:lnTo>
                  <a:lnTo>
                    <a:pt x="6793261" y="649149"/>
                  </a:lnTo>
                  <a:lnTo>
                    <a:pt x="6793406" y="649149"/>
                  </a:lnTo>
                  <a:lnTo>
                    <a:pt x="6793697" y="649149"/>
                  </a:lnTo>
                  <a:lnTo>
                    <a:pt x="6796024" y="645407"/>
                  </a:lnTo>
                  <a:lnTo>
                    <a:pt x="6796460" y="645407"/>
                  </a:lnTo>
                  <a:lnTo>
                    <a:pt x="6797042" y="645407"/>
                  </a:lnTo>
                  <a:lnTo>
                    <a:pt x="6797042" y="644784"/>
                  </a:lnTo>
                  <a:lnTo>
                    <a:pt x="6797333" y="644784"/>
                  </a:lnTo>
                  <a:lnTo>
                    <a:pt x="6797478" y="644784"/>
                  </a:lnTo>
                  <a:lnTo>
                    <a:pt x="6798205" y="644784"/>
                  </a:lnTo>
                  <a:lnTo>
                    <a:pt x="6798641" y="644784"/>
                  </a:lnTo>
                  <a:lnTo>
                    <a:pt x="6798787" y="644784"/>
                  </a:lnTo>
                  <a:lnTo>
                    <a:pt x="6798932" y="644784"/>
                  </a:lnTo>
                  <a:lnTo>
                    <a:pt x="6799078" y="644160"/>
                  </a:lnTo>
                  <a:lnTo>
                    <a:pt x="6799368" y="644160"/>
                  </a:lnTo>
                  <a:lnTo>
                    <a:pt x="6799514" y="644160"/>
                  </a:lnTo>
                  <a:lnTo>
                    <a:pt x="6799950" y="641666"/>
                  </a:lnTo>
                  <a:lnTo>
                    <a:pt x="6800096" y="641666"/>
                  </a:lnTo>
                  <a:lnTo>
                    <a:pt x="6801404" y="641666"/>
                  </a:lnTo>
                  <a:lnTo>
                    <a:pt x="6801550" y="641666"/>
                  </a:lnTo>
                  <a:lnTo>
                    <a:pt x="6801695" y="641666"/>
                  </a:lnTo>
                  <a:lnTo>
                    <a:pt x="6802132" y="641666"/>
                  </a:lnTo>
                  <a:lnTo>
                    <a:pt x="6802422" y="640419"/>
                  </a:lnTo>
                  <a:lnTo>
                    <a:pt x="6802859" y="640419"/>
                  </a:lnTo>
                  <a:lnTo>
                    <a:pt x="6802859" y="639795"/>
                  </a:lnTo>
                  <a:lnTo>
                    <a:pt x="6803150" y="639795"/>
                  </a:lnTo>
                  <a:lnTo>
                    <a:pt x="6803295" y="639171"/>
                  </a:lnTo>
                  <a:lnTo>
                    <a:pt x="6803586" y="639171"/>
                  </a:lnTo>
                  <a:lnTo>
                    <a:pt x="6804022" y="639171"/>
                  </a:lnTo>
                  <a:lnTo>
                    <a:pt x="6804168" y="639171"/>
                  </a:lnTo>
                  <a:lnTo>
                    <a:pt x="6804604" y="639171"/>
                  </a:lnTo>
                  <a:lnTo>
                    <a:pt x="6804895" y="639171"/>
                  </a:lnTo>
                  <a:lnTo>
                    <a:pt x="6805331" y="637924"/>
                  </a:lnTo>
                  <a:lnTo>
                    <a:pt x="6806058" y="637924"/>
                  </a:lnTo>
                  <a:lnTo>
                    <a:pt x="6806203" y="637924"/>
                  </a:lnTo>
                  <a:lnTo>
                    <a:pt x="6806349" y="637924"/>
                  </a:lnTo>
                  <a:lnTo>
                    <a:pt x="6807512" y="636053"/>
                  </a:lnTo>
                  <a:lnTo>
                    <a:pt x="6807658" y="636053"/>
                  </a:lnTo>
                  <a:lnTo>
                    <a:pt x="6807803" y="636053"/>
                  </a:lnTo>
                  <a:lnTo>
                    <a:pt x="6808094" y="636053"/>
                  </a:lnTo>
                  <a:lnTo>
                    <a:pt x="6809839" y="635430"/>
                  </a:lnTo>
                  <a:lnTo>
                    <a:pt x="6809985" y="634806"/>
                  </a:lnTo>
                  <a:lnTo>
                    <a:pt x="6810712" y="634183"/>
                  </a:lnTo>
                  <a:lnTo>
                    <a:pt x="6810857" y="634183"/>
                  </a:lnTo>
                  <a:lnTo>
                    <a:pt x="6811003" y="634183"/>
                  </a:lnTo>
                  <a:lnTo>
                    <a:pt x="6811148" y="634183"/>
                  </a:lnTo>
                  <a:lnTo>
                    <a:pt x="6811293" y="634183"/>
                  </a:lnTo>
                  <a:lnTo>
                    <a:pt x="6811584" y="634183"/>
                  </a:lnTo>
                  <a:lnTo>
                    <a:pt x="6811730" y="633559"/>
                  </a:lnTo>
                  <a:lnTo>
                    <a:pt x="6811875" y="633559"/>
                  </a:lnTo>
                  <a:lnTo>
                    <a:pt x="6812021" y="633559"/>
                  </a:lnTo>
                  <a:lnTo>
                    <a:pt x="6812311" y="633559"/>
                  </a:lnTo>
                  <a:lnTo>
                    <a:pt x="6813184" y="632936"/>
                  </a:lnTo>
                  <a:lnTo>
                    <a:pt x="6813329" y="632936"/>
                  </a:lnTo>
                  <a:lnTo>
                    <a:pt x="6813620" y="632936"/>
                  </a:lnTo>
                  <a:lnTo>
                    <a:pt x="6814202" y="632936"/>
                  </a:lnTo>
                  <a:lnTo>
                    <a:pt x="6814347" y="632936"/>
                  </a:lnTo>
                  <a:lnTo>
                    <a:pt x="6814493" y="632936"/>
                  </a:lnTo>
                  <a:lnTo>
                    <a:pt x="6814638" y="632936"/>
                  </a:lnTo>
                  <a:lnTo>
                    <a:pt x="6814929" y="631688"/>
                  </a:lnTo>
                  <a:lnTo>
                    <a:pt x="6815074" y="631688"/>
                  </a:lnTo>
                  <a:lnTo>
                    <a:pt x="6815220" y="631688"/>
                  </a:lnTo>
                  <a:lnTo>
                    <a:pt x="6815365" y="631688"/>
                  </a:lnTo>
                  <a:lnTo>
                    <a:pt x="6815511" y="631688"/>
                  </a:lnTo>
                  <a:lnTo>
                    <a:pt x="6815511" y="631065"/>
                  </a:lnTo>
                  <a:lnTo>
                    <a:pt x="6815656" y="631065"/>
                  </a:lnTo>
                  <a:lnTo>
                    <a:pt x="6816674" y="627947"/>
                  </a:lnTo>
                  <a:lnTo>
                    <a:pt x="6816965" y="627947"/>
                  </a:lnTo>
                  <a:lnTo>
                    <a:pt x="6817110" y="627947"/>
                  </a:lnTo>
                  <a:lnTo>
                    <a:pt x="6817401" y="627947"/>
                  </a:lnTo>
                  <a:lnTo>
                    <a:pt x="6817692" y="627947"/>
                  </a:lnTo>
                  <a:lnTo>
                    <a:pt x="6817983" y="627947"/>
                  </a:lnTo>
                  <a:lnTo>
                    <a:pt x="6818274" y="627947"/>
                  </a:lnTo>
                  <a:lnTo>
                    <a:pt x="6819728" y="627947"/>
                  </a:lnTo>
                  <a:lnTo>
                    <a:pt x="6820310" y="627323"/>
                  </a:lnTo>
                  <a:lnTo>
                    <a:pt x="6820746" y="627323"/>
                  </a:lnTo>
                  <a:lnTo>
                    <a:pt x="6820891" y="627323"/>
                  </a:lnTo>
                  <a:lnTo>
                    <a:pt x="6821037" y="627323"/>
                  </a:lnTo>
                  <a:lnTo>
                    <a:pt x="6821328" y="627323"/>
                  </a:lnTo>
                  <a:lnTo>
                    <a:pt x="6821473" y="627323"/>
                  </a:lnTo>
                  <a:lnTo>
                    <a:pt x="6821619" y="627323"/>
                  </a:lnTo>
                  <a:lnTo>
                    <a:pt x="6821909" y="627323"/>
                  </a:lnTo>
                  <a:lnTo>
                    <a:pt x="6822491" y="626700"/>
                  </a:lnTo>
                  <a:lnTo>
                    <a:pt x="6822637" y="626700"/>
                  </a:lnTo>
                  <a:lnTo>
                    <a:pt x="6822637" y="626076"/>
                  </a:lnTo>
                  <a:lnTo>
                    <a:pt x="6823218" y="625453"/>
                  </a:lnTo>
                  <a:lnTo>
                    <a:pt x="6823655" y="625453"/>
                  </a:lnTo>
                  <a:lnTo>
                    <a:pt x="6824527" y="624205"/>
                  </a:lnTo>
                  <a:lnTo>
                    <a:pt x="6824673" y="624205"/>
                  </a:lnTo>
                  <a:lnTo>
                    <a:pt x="6824963" y="624205"/>
                  </a:lnTo>
                  <a:lnTo>
                    <a:pt x="6825109" y="624205"/>
                  </a:lnTo>
                  <a:lnTo>
                    <a:pt x="6825981" y="624205"/>
                  </a:lnTo>
                  <a:lnTo>
                    <a:pt x="6826127" y="624205"/>
                  </a:lnTo>
                  <a:lnTo>
                    <a:pt x="6826272" y="624205"/>
                  </a:lnTo>
                  <a:lnTo>
                    <a:pt x="6826854" y="624205"/>
                  </a:lnTo>
                  <a:lnTo>
                    <a:pt x="6827726" y="624205"/>
                  </a:lnTo>
                  <a:lnTo>
                    <a:pt x="6828454" y="623582"/>
                  </a:lnTo>
                  <a:lnTo>
                    <a:pt x="6828744" y="623582"/>
                  </a:lnTo>
                  <a:lnTo>
                    <a:pt x="6829326" y="623582"/>
                  </a:lnTo>
                  <a:lnTo>
                    <a:pt x="6829472" y="623582"/>
                  </a:lnTo>
                  <a:lnTo>
                    <a:pt x="6829762" y="623582"/>
                  </a:lnTo>
                  <a:lnTo>
                    <a:pt x="6830635" y="623582"/>
                  </a:lnTo>
                  <a:lnTo>
                    <a:pt x="6830926" y="623582"/>
                  </a:lnTo>
                  <a:lnTo>
                    <a:pt x="6831944" y="623582"/>
                  </a:lnTo>
                  <a:lnTo>
                    <a:pt x="6832089" y="623582"/>
                  </a:lnTo>
                  <a:lnTo>
                    <a:pt x="6833398" y="623582"/>
                  </a:lnTo>
                  <a:lnTo>
                    <a:pt x="6833834" y="623582"/>
                  </a:lnTo>
                  <a:lnTo>
                    <a:pt x="6833980" y="623582"/>
                  </a:lnTo>
                  <a:lnTo>
                    <a:pt x="6834271" y="623582"/>
                  </a:lnTo>
                  <a:lnTo>
                    <a:pt x="6834852" y="623582"/>
                  </a:lnTo>
                  <a:lnTo>
                    <a:pt x="6835289" y="622958"/>
                  </a:lnTo>
                  <a:lnTo>
                    <a:pt x="6836452" y="622958"/>
                  </a:lnTo>
                  <a:lnTo>
                    <a:pt x="6836888" y="622958"/>
                  </a:lnTo>
                  <a:lnTo>
                    <a:pt x="6837034" y="622958"/>
                  </a:lnTo>
                  <a:lnTo>
                    <a:pt x="6837179" y="622958"/>
                  </a:lnTo>
                  <a:lnTo>
                    <a:pt x="6837761" y="622958"/>
                  </a:lnTo>
                  <a:lnTo>
                    <a:pt x="6837906" y="622958"/>
                  </a:lnTo>
                  <a:lnTo>
                    <a:pt x="6838343" y="622958"/>
                  </a:lnTo>
                  <a:lnTo>
                    <a:pt x="6838488" y="622958"/>
                  </a:lnTo>
                  <a:lnTo>
                    <a:pt x="6838633" y="622335"/>
                  </a:lnTo>
                  <a:lnTo>
                    <a:pt x="6840669" y="621711"/>
                  </a:lnTo>
                  <a:lnTo>
                    <a:pt x="6840815" y="621711"/>
                  </a:lnTo>
                  <a:lnTo>
                    <a:pt x="6840960" y="621711"/>
                  </a:lnTo>
                  <a:lnTo>
                    <a:pt x="6841106" y="621711"/>
                  </a:lnTo>
                  <a:lnTo>
                    <a:pt x="6841833" y="621711"/>
                  </a:lnTo>
                  <a:lnTo>
                    <a:pt x="6842269" y="621087"/>
                  </a:lnTo>
                  <a:lnTo>
                    <a:pt x="6842414" y="621087"/>
                  </a:lnTo>
                  <a:lnTo>
                    <a:pt x="6843142" y="621087"/>
                  </a:lnTo>
                  <a:lnTo>
                    <a:pt x="6843578" y="621087"/>
                  </a:lnTo>
                  <a:lnTo>
                    <a:pt x="6843723" y="621087"/>
                  </a:lnTo>
                  <a:lnTo>
                    <a:pt x="6843869" y="621087"/>
                  </a:lnTo>
                  <a:lnTo>
                    <a:pt x="6844014" y="621087"/>
                  </a:lnTo>
                  <a:lnTo>
                    <a:pt x="6844305" y="621087"/>
                  </a:lnTo>
                  <a:lnTo>
                    <a:pt x="6844596" y="621087"/>
                  </a:lnTo>
                  <a:lnTo>
                    <a:pt x="6844596" y="620464"/>
                  </a:lnTo>
                  <a:lnTo>
                    <a:pt x="6844741" y="620464"/>
                  </a:lnTo>
                  <a:lnTo>
                    <a:pt x="6846050" y="619840"/>
                  </a:lnTo>
                  <a:lnTo>
                    <a:pt x="6847359" y="619217"/>
                  </a:lnTo>
                  <a:lnTo>
                    <a:pt x="6847650" y="619217"/>
                  </a:lnTo>
                  <a:lnTo>
                    <a:pt x="6848377" y="618593"/>
                  </a:lnTo>
                  <a:lnTo>
                    <a:pt x="6848522" y="618593"/>
                  </a:lnTo>
                  <a:lnTo>
                    <a:pt x="6848668" y="618593"/>
                  </a:lnTo>
                  <a:lnTo>
                    <a:pt x="6848959" y="618593"/>
                  </a:lnTo>
                  <a:lnTo>
                    <a:pt x="6849540" y="618593"/>
                  </a:lnTo>
                  <a:lnTo>
                    <a:pt x="6849686" y="618593"/>
                  </a:lnTo>
                  <a:lnTo>
                    <a:pt x="6849831" y="618593"/>
                  </a:lnTo>
                  <a:lnTo>
                    <a:pt x="6849977" y="618593"/>
                  </a:lnTo>
                  <a:lnTo>
                    <a:pt x="6850122" y="618593"/>
                  </a:lnTo>
                  <a:lnTo>
                    <a:pt x="6850413" y="618593"/>
                  </a:lnTo>
                  <a:lnTo>
                    <a:pt x="6850558" y="618593"/>
                  </a:lnTo>
                  <a:lnTo>
                    <a:pt x="6850704" y="617970"/>
                  </a:lnTo>
                  <a:lnTo>
                    <a:pt x="6850849" y="617970"/>
                  </a:lnTo>
                  <a:lnTo>
                    <a:pt x="6850849" y="617346"/>
                  </a:lnTo>
                  <a:lnTo>
                    <a:pt x="6850995" y="617346"/>
                  </a:lnTo>
                  <a:lnTo>
                    <a:pt x="6851140" y="617346"/>
                  </a:lnTo>
                  <a:lnTo>
                    <a:pt x="6851285" y="616722"/>
                  </a:lnTo>
                  <a:lnTo>
                    <a:pt x="6851431" y="616722"/>
                  </a:lnTo>
                  <a:lnTo>
                    <a:pt x="6851867" y="616722"/>
                  </a:lnTo>
                  <a:lnTo>
                    <a:pt x="6852303" y="616722"/>
                  </a:lnTo>
                  <a:lnTo>
                    <a:pt x="6852594" y="616722"/>
                  </a:lnTo>
                  <a:lnTo>
                    <a:pt x="6852740" y="616722"/>
                  </a:lnTo>
                  <a:lnTo>
                    <a:pt x="6852885" y="616722"/>
                  </a:lnTo>
                  <a:lnTo>
                    <a:pt x="6853176" y="616099"/>
                  </a:lnTo>
                  <a:lnTo>
                    <a:pt x="6853321" y="616099"/>
                  </a:lnTo>
                  <a:lnTo>
                    <a:pt x="6853903" y="616099"/>
                  </a:lnTo>
                  <a:lnTo>
                    <a:pt x="6854194" y="616099"/>
                  </a:lnTo>
                  <a:lnTo>
                    <a:pt x="6854630" y="616099"/>
                  </a:lnTo>
                  <a:lnTo>
                    <a:pt x="6854776" y="615475"/>
                  </a:lnTo>
                  <a:lnTo>
                    <a:pt x="6855357" y="615475"/>
                  </a:lnTo>
                  <a:lnTo>
                    <a:pt x="6855503" y="615475"/>
                  </a:lnTo>
                  <a:lnTo>
                    <a:pt x="6856084" y="615475"/>
                  </a:lnTo>
                  <a:lnTo>
                    <a:pt x="6856230" y="615475"/>
                  </a:lnTo>
                  <a:lnTo>
                    <a:pt x="6857248" y="615475"/>
                  </a:lnTo>
                  <a:lnTo>
                    <a:pt x="6857393" y="615475"/>
                  </a:lnTo>
                  <a:lnTo>
                    <a:pt x="6857539" y="615475"/>
                  </a:lnTo>
                  <a:lnTo>
                    <a:pt x="6858120" y="615475"/>
                  </a:lnTo>
                  <a:lnTo>
                    <a:pt x="6859284" y="614852"/>
                  </a:lnTo>
                  <a:lnTo>
                    <a:pt x="6859720" y="614852"/>
                  </a:lnTo>
                  <a:lnTo>
                    <a:pt x="6860883" y="614852"/>
                  </a:lnTo>
                  <a:lnTo>
                    <a:pt x="6861174" y="614852"/>
                  </a:lnTo>
                  <a:lnTo>
                    <a:pt x="6861465" y="614852"/>
                  </a:lnTo>
                  <a:lnTo>
                    <a:pt x="6861756" y="614852"/>
                  </a:lnTo>
                  <a:lnTo>
                    <a:pt x="6861901" y="614852"/>
                  </a:lnTo>
                  <a:lnTo>
                    <a:pt x="6862047" y="614852"/>
                  </a:lnTo>
                  <a:lnTo>
                    <a:pt x="6862192" y="614852"/>
                  </a:lnTo>
                  <a:lnTo>
                    <a:pt x="6862338" y="614852"/>
                  </a:lnTo>
                  <a:lnTo>
                    <a:pt x="6862919" y="614228"/>
                  </a:lnTo>
                  <a:lnTo>
                    <a:pt x="6863356" y="614228"/>
                  </a:lnTo>
                  <a:lnTo>
                    <a:pt x="6863792" y="614228"/>
                  </a:lnTo>
                  <a:lnTo>
                    <a:pt x="6863937" y="614228"/>
                  </a:lnTo>
                  <a:lnTo>
                    <a:pt x="6864665" y="614228"/>
                  </a:lnTo>
                  <a:lnTo>
                    <a:pt x="6864810" y="614228"/>
                  </a:lnTo>
                  <a:lnTo>
                    <a:pt x="6864955" y="614228"/>
                  </a:lnTo>
                  <a:lnTo>
                    <a:pt x="6865683" y="614228"/>
                  </a:lnTo>
                  <a:lnTo>
                    <a:pt x="6865973" y="614228"/>
                  </a:lnTo>
                  <a:lnTo>
                    <a:pt x="6866700" y="614228"/>
                  </a:lnTo>
                  <a:lnTo>
                    <a:pt x="6866846" y="614228"/>
                  </a:lnTo>
                  <a:lnTo>
                    <a:pt x="6867864" y="613605"/>
                  </a:lnTo>
                  <a:lnTo>
                    <a:pt x="6868009" y="613605"/>
                  </a:lnTo>
                  <a:lnTo>
                    <a:pt x="6868155" y="613605"/>
                  </a:lnTo>
                  <a:lnTo>
                    <a:pt x="6868591" y="612981"/>
                  </a:lnTo>
                  <a:lnTo>
                    <a:pt x="6868882" y="612357"/>
                  </a:lnTo>
                  <a:lnTo>
                    <a:pt x="6869318" y="612357"/>
                  </a:lnTo>
                  <a:lnTo>
                    <a:pt x="6869464" y="612357"/>
                  </a:lnTo>
                  <a:lnTo>
                    <a:pt x="6869609" y="612357"/>
                  </a:lnTo>
                  <a:lnTo>
                    <a:pt x="6869900" y="612357"/>
                  </a:lnTo>
                  <a:lnTo>
                    <a:pt x="6870045" y="612357"/>
                  </a:lnTo>
                  <a:lnTo>
                    <a:pt x="6870191" y="612357"/>
                  </a:lnTo>
                  <a:lnTo>
                    <a:pt x="6870336" y="612357"/>
                  </a:lnTo>
                  <a:lnTo>
                    <a:pt x="6871209" y="611110"/>
                  </a:lnTo>
                  <a:lnTo>
                    <a:pt x="6871936" y="609863"/>
                  </a:lnTo>
                  <a:lnTo>
                    <a:pt x="6872663" y="609863"/>
                  </a:lnTo>
                  <a:lnTo>
                    <a:pt x="6873099" y="609863"/>
                  </a:lnTo>
                  <a:lnTo>
                    <a:pt x="6873245" y="609863"/>
                  </a:lnTo>
                  <a:lnTo>
                    <a:pt x="6873535" y="609863"/>
                  </a:lnTo>
                  <a:lnTo>
                    <a:pt x="6873681" y="609863"/>
                  </a:lnTo>
                  <a:lnTo>
                    <a:pt x="6873972" y="609863"/>
                  </a:lnTo>
                  <a:lnTo>
                    <a:pt x="6874117" y="609863"/>
                  </a:lnTo>
                  <a:lnTo>
                    <a:pt x="6874699" y="609863"/>
                  </a:lnTo>
                  <a:lnTo>
                    <a:pt x="6874844" y="609863"/>
                  </a:lnTo>
                  <a:lnTo>
                    <a:pt x="6874990" y="609863"/>
                  </a:lnTo>
                  <a:lnTo>
                    <a:pt x="6875571" y="609863"/>
                  </a:lnTo>
                  <a:lnTo>
                    <a:pt x="6875717" y="609863"/>
                  </a:lnTo>
                  <a:lnTo>
                    <a:pt x="6875862" y="609863"/>
                  </a:lnTo>
                  <a:lnTo>
                    <a:pt x="6876299" y="609863"/>
                  </a:lnTo>
                  <a:lnTo>
                    <a:pt x="6876444" y="609863"/>
                  </a:lnTo>
                  <a:lnTo>
                    <a:pt x="6876735" y="609863"/>
                  </a:lnTo>
                  <a:lnTo>
                    <a:pt x="6877898" y="609863"/>
                  </a:lnTo>
                  <a:lnTo>
                    <a:pt x="6878189" y="609863"/>
                  </a:lnTo>
                  <a:lnTo>
                    <a:pt x="6878335" y="609863"/>
                  </a:lnTo>
                  <a:lnTo>
                    <a:pt x="6878480" y="609863"/>
                  </a:lnTo>
                  <a:lnTo>
                    <a:pt x="6878771" y="609863"/>
                  </a:lnTo>
                  <a:lnTo>
                    <a:pt x="6879062" y="609239"/>
                  </a:lnTo>
                  <a:lnTo>
                    <a:pt x="6879789" y="608616"/>
                  </a:lnTo>
                  <a:lnTo>
                    <a:pt x="6880516" y="608616"/>
                  </a:lnTo>
                  <a:lnTo>
                    <a:pt x="6880661" y="608616"/>
                  </a:lnTo>
                  <a:lnTo>
                    <a:pt x="6880807" y="608616"/>
                  </a:lnTo>
                  <a:lnTo>
                    <a:pt x="6881098" y="608616"/>
                  </a:lnTo>
                  <a:lnTo>
                    <a:pt x="6881825" y="608616"/>
                  </a:lnTo>
                  <a:lnTo>
                    <a:pt x="6882261" y="608616"/>
                  </a:lnTo>
                  <a:lnTo>
                    <a:pt x="6882843" y="608616"/>
                  </a:lnTo>
                  <a:lnTo>
                    <a:pt x="6883861" y="607369"/>
                  </a:lnTo>
                  <a:lnTo>
                    <a:pt x="6884588" y="606122"/>
                  </a:lnTo>
                  <a:lnTo>
                    <a:pt x="6884733" y="605498"/>
                  </a:lnTo>
                  <a:lnTo>
                    <a:pt x="6885170" y="604874"/>
                  </a:lnTo>
                  <a:lnTo>
                    <a:pt x="6885897" y="604251"/>
                  </a:lnTo>
                  <a:lnTo>
                    <a:pt x="6886042" y="604251"/>
                  </a:lnTo>
                  <a:lnTo>
                    <a:pt x="6886333" y="604251"/>
                  </a:lnTo>
                  <a:lnTo>
                    <a:pt x="6886478" y="604251"/>
                  </a:lnTo>
                  <a:lnTo>
                    <a:pt x="6887060" y="604251"/>
                  </a:lnTo>
                  <a:lnTo>
                    <a:pt x="6887496" y="604251"/>
                  </a:lnTo>
                  <a:lnTo>
                    <a:pt x="6887642" y="604251"/>
                  </a:lnTo>
                  <a:lnTo>
                    <a:pt x="6887933" y="604251"/>
                  </a:lnTo>
                  <a:lnTo>
                    <a:pt x="6888223" y="604251"/>
                  </a:lnTo>
                  <a:lnTo>
                    <a:pt x="6888514" y="604251"/>
                  </a:lnTo>
                  <a:lnTo>
                    <a:pt x="6889387" y="603627"/>
                  </a:lnTo>
                  <a:lnTo>
                    <a:pt x="6889532" y="603627"/>
                  </a:lnTo>
                  <a:lnTo>
                    <a:pt x="6890114" y="603627"/>
                  </a:lnTo>
                  <a:lnTo>
                    <a:pt x="6890259" y="603627"/>
                  </a:lnTo>
                  <a:lnTo>
                    <a:pt x="6890696" y="603627"/>
                  </a:lnTo>
                  <a:lnTo>
                    <a:pt x="6890841" y="603627"/>
                  </a:lnTo>
                  <a:lnTo>
                    <a:pt x="6891859" y="603627"/>
                  </a:lnTo>
                  <a:lnTo>
                    <a:pt x="6892005" y="603627"/>
                  </a:lnTo>
                  <a:lnTo>
                    <a:pt x="6892005" y="603004"/>
                  </a:lnTo>
                  <a:lnTo>
                    <a:pt x="6892150" y="603004"/>
                  </a:lnTo>
                  <a:lnTo>
                    <a:pt x="6892295" y="603004"/>
                  </a:lnTo>
                  <a:lnTo>
                    <a:pt x="6892877" y="603004"/>
                  </a:lnTo>
                  <a:lnTo>
                    <a:pt x="6894477" y="602380"/>
                  </a:lnTo>
                  <a:lnTo>
                    <a:pt x="6895349" y="602380"/>
                  </a:lnTo>
                  <a:lnTo>
                    <a:pt x="6895640" y="602380"/>
                  </a:lnTo>
                  <a:lnTo>
                    <a:pt x="6895786" y="602380"/>
                  </a:lnTo>
                  <a:lnTo>
                    <a:pt x="6895786" y="601756"/>
                  </a:lnTo>
                  <a:lnTo>
                    <a:pt x="6896367" y="601756"/>
                  </a:lnTo>
                  <a:lnTo>
                    <a:pt x="6896513" y="601756"/>
                  </a:lnTo>
                  <a:lnTo>
                    <a:pt x="6896658" y="601756"/>
                  </a:lnTo>
                  <a:lnTo>
                    <a:pt x="6896804" y="601756"/>
                  </a:lnTo>
                  <a:lnTo>
                    <a:pt x="6897385" y="601756"/>
                  </a:lnTo>
                  <a:lnTo>
                    <a:pt x="6897531" y="601756"/>
                  </a:lnTo>
                  <a:lnTo>
                    <a:pt x="6897676" y="601756"/>
                  </a:lnTo>
                  <a:lnTo>
                    <a:pt x="6898258" y="601756"/>
                  </a:lnTo>
                  <a:lnTo>
                    <a:pt x="6898694" y="601756"/>
                  </a:lnTo>
                  <a:lnTo>
                    <a:pt x="6898840" y="601756"/>
                  </a:lnTo>
                  <a:lnTo>
                    <a:pt x="6899276" y="601756"/>
                  </a:lnTo>
                  <a:lnTo>
                    <a:pt x="6900439" y="601756"/>
                  </a:lnTo>
                  <a:lnTo>
                    <a:pt x="6900875" y="601756"/>
                  </a:lnTo>
                  <a:lnTo>
                    <a:pt x="6901166" y="601756"/>
                  </a:lnTo>
                  <a:lnTo>
                    <a:pt x="6901166" y="601133"/>
                  </a:lnTo>
                  <a:lnTo>
                    <a:pt x="6901312" y="601133"/>
                  </a:lnTo>
                  <a:lnTo>
                    <a:pt x="6901312" y="600509"/>
                  </a:lnTo>
                  <a:lnTo>
                    <a:pt x="6901457" y="600509"/>
                  </a:lnTo>
                  <a:lnTo>
                    <a:pt x="6901603" y="600509"/>
                  </a:lnTo>
                  <a:lnTo>
                    <a:pt x="6902039" y="600509"/>
                  </a:lnTo>
                  <a:lnTo>
                    <a:pt x="6903202" y="600509"/>
                  </a:lnTo>
                  <a:lnTo>
                    <a:pt x="6904220" y="600509"/>
                  </a:lnTo>
                  <a:lnTo>
                    <a:pt x="6904366" y="600509"/>
                  </a:lnTo>
                  <a:lnTo>
                    <a:pt x="6904511" y="600509"/>
                  </a:lnTo>
                  <a:lnTo>
                    <a:pt x="6904657" y="600509"/>
                  </a:lnTo>
                  <a:lnTo>
                    <a:pt x="6904947" y="599886"/>
                  </a:lnTo>
                  <a:lnTo>
                    <a:pt x="6905238" y="599886"/>
                  </a:lnTo>
                  <a:lnTo>
                    <a:pt x="6905384" y="599886"/>
                  </a:lnTo>
                  <a:lnTo>
                    <a:pt x="6905675" y="599262"/>
                  </a:lnTo>
                  <a:lnTo>
                    <a:pt x="6906402" y="599262"/>
                  </a:lnTo>
                  <a:lnTo>
                    <a:pt x="6906693" y="598639"/>
                  </a:lnTo>
                  <a:lnTo>
                    <a:pt x="6906838" y="598639"/>
                  </a:lnTo>
                  <a:lnTo>
                    <a:pt x="6907274" y="598639"/>
                  </a:lnTo>
                  <a:lnTo>
                    <a:pt x="6907420" y="598639"/>
                  </a:lnTo>
                  <a:lnTo>
                    <a:pt x="6907565" y="598639"/>
                  </a:lnTo>
                  <a:lnTo>
                    <a:pt x="6909892" y="597391"/>
                  </a:lnTo>
                  <a:lnTo>
                    <a:pt x="6910328" y="597391"/>
                  </a:lnTo>
                  <a:lnTo>
                    <a:pt x="6910474" y="597391"/>
                  </a:lnTo>
                  <a:lnTo>
                    <a:pt x="6910764" y="597391"/>
                  </a:lnTo>
                  <a:lnTo>
                    <a:pt x="6910910" y="596768"/>
                  </a:lnTo>
                  <a:lnTo>
                    <a:pt x="6911055" y="596768"/>
                  </a:lnTo>
                  <a:lnTo>
                    <a:pt x="6911201" y="596768"/>
                  </a:lnTo>
                  <a:lnTo>
                    <a:pt x="6911928" y="596768"/>
                  </a:lnTo>
                  <a:lnTo>
                    <a:pt x="6912073" y="596144"/>
                  </a:lnTo>
                  <a:lnTo>
                    <a:pt x="6912219" y="596144"/>
                  </a:lnTo>
                  <a:lnTo>
                    <a:pt x="6912364" y="596144"/>
                  </a:lnTo>
                  <a:lnTo>
                    <a:pt x="6912655" y="596144"/>
                  </a:lnTo>
                  <a:lnTo>
                    <a:pt x="6912800" y="596144"/>
                  </a:lnTo>
                  <a:lnTo>
                    <a:pt x="6913237" y="595521"/>
                  </a:lnTo>
                  <a:lnTo>
                    <a:pt x="6913382" y="595521"/>
                  </a:lnTo>
                  <a:lnTo>
                    <a:pt x="6913382" y="594897"/>
                  </a:lnTo>
                  <a:lnTo>
                    <a:pt x="6913964" y="594897"/>
                  </a:lnTo>
                  <a:lnTo>
                    <a:pt x="6915418" y="593650"/>
                  </a:lnTo>
                  <a:lnTo>
                    <a:pt x="6915563" y="593650"/>
                  </a:lnTo>
                  <a:lnTo>
                    <a:pt x="6915854" y="593650"/>
                  </a:lnTo>
                  <a:lnTo>
                    <a:pt x="6916000" y="593650"/>
                  </a:lnTo>
                  <a:lnTo>
                    <a:pt x="6916291" y="593650"/>
                  </a:lnTo>
                  <a:lnTo>
                    <a:pt x="6916727" y="593650"/>
                  </a:lnTo>
                  <a:lnTo>
                    <a:pt x="6916872" y="593650"/>
                  </a:lnTo>
                  <a:lnTo>
                    <a:pt x="6917018" y="593026"/>
                  </a:lnTo>
                  <a:lnTo>
                    <a:pt x="6917163" y="591779"/>
                  </a:lnTo>
                  <a:lnTo>
                    <a:pt x="6917309" y="591779"/>
                  </a:lnTo>
                  <a:lnTo>
                    <a:pt x="6917599" y="591779"/>
                  </a:lnTo>
                  <a:lnTo>
                    <a:pt x="6919054" y="591779"/>
                  </a:lnTo>
                  <a:lnTo>
                    <a:pt x="6919345" y="591779"/>
                  </a:lnTo>
                  <a:lnTo>
                    <a:pt x="6919345" y="591156"/>
                  </a:lnTo>
                  <a:lnTo>
                    <a:pt x="6919635" y="591156"/>
                  </a:lnTo>
                  <a:lnTo>
                    <a:pt x="6919926" y="591156"/>
                  </a:lnTo>
                  <a:lnTo>
                    <a:pt x="6920072" y="591156"/>
                  </a:lnTo>
                  <a:lnTo>
                    <a:pt x="6920508" y="590532"/>
                  </a:lnTo>
                  <a:lnTo>
                    <a:pt x="6922108" y="589908"/>
                  </a:lnTo>
                  <a:lnTo>
                    <a:pt x="6922253" y="589908"/>
                  </a:lnTo>
                  <a:lnTo>
                    <a:pt x="6922544" y="589908"/>
                  </a:lnTo>
                  <a:lnTo>
                    <a:pt x="6922689" y="589908"/>
                  </a:lnTo>
                  <a:lnTo>
                    <a:pt x="6922980" y="589908"/>
                  </a:lnTo>
                  <a:lnTo>
                    <a:pt x="6923271" y="589908"/>
                  </a:lnTo>
                  <a:lnTo>
                    <a:pt x="6923416" y="589908"/>
                  </a:lnTo>
                  <a:lnTo>
                    <a:pt x="6923562" y="589908"/>
                  </a:lnTo>
                  <a:lnTo>
                    <a:pt x="6923707" y="589908"/>
                  </a:lnTo>
                  <a:lnTo>
                    <a:pt x="6924289" y="589908"/>
                  </a:lnTo>
                  <a:lnTo>
                    <a:pt x="6925162" y="589908"/>
                  </a:lnTo>
                  <a:lnTo>
                    <a:pt x="6925307" y="589908"/>
                  </a:lnTo>
                  <a:lnTo>
                    <a:pt x="6925452" y="589908"/>
                  </a:lnTo>
                  <a:lnTo>
                    <a:pt x="6925743" y="589908"/>
                  </a:lnTo>
                  <a:lnTo>
                    <a:pt x="6925889" y="589908"/>
                  </a:lnTo>
                  <a:lnTo>
                    <a:pt x="6926034" y="589908"/>
                  </a:lnTo>
                  <a:lnTo>
                    <a:pt x="6926325" y="589908"/>
                  </a:lnTo>
                  <a:lnTo>
                    <a:pt x="6927052" y="589285"/>
                  </a:lnTo>
                  <a:lnTo>
                    <a:pt x="6927197" y="589285"/>
                  </a:lnTo>
                  <a:lnTo>
                    <a:pt x="6927488" y="589285"/>
                  </a:lnTo>
                  <a:lnTo>
                    <a:pt x="6927488" y="588661"/>
                  </a:lnTo>
                  <a:lnTo>
                    <a:pt x="6927925" y="588661"/>
                  </a:lnTo>
                  <a:lnTo>
                    <a:pt x="6928070" y="588661"/>
                  </a:lnTo>
                  <a:lnTo>
                    <a:pt x="6928797" y="588661"/>
                  </a:lnTo>
                  <a:lnTo>
                    <a:pt x="6928943" y="588661"/>
                  </a:lnTo>
                  <a:lnTo>
                    <a:pt x="6929670" y="588038"/>
                  </a:lnTo>
                  <a:lnTo>
                    <a:pt x="6930688" y="587414"/>
                  </a:lnTo>
                  <a:lnTo>
                    <a:pt x="6930833" y="587414"/>
                  </a:lnTo>
                  <a:lnTo>
                    <a:pt x="6930979" y="586790"/>
                  </a:lnTo>
                  <a:lnTo>
                    <a:pt x="6931706" y="586790"/>
                  </a:lnTo>
                  <a:lnTo>
                    <a:pt x="6931851" y="586790"/>
                  </a:lnTo>
                  <a:lnTo>
                    <a:pt x="6931997" y="586790"/>
                  </a:lnTo>
                  <a:lnTo>
                    <a:pt x="6932287" y="586790"/>
                  </a:lnTo>
                  <a:lnTo>
                    <a:pt x="6932578" y="586790"/>
                  </a:lnTo>
                  <a:lnTo>
                    <a:pt x="6932724" y="586790"/>
                  </a:lnTo>
                  <a:lnTo>
                    <a:pt x="6933015" y="586790"/>
                  </a:lnTo>
                  <a:lnTo>
                    <a:pt x="6933305" y="586790"/>
                  </a:lnTo>
                  <a:lnTo>
                    <a:pt x="6933742" y="586790"/>
                  </a:lnTo>
                  <a:lnTo>
                    <a:pt x="6933887" y="586790"/>
                  </a:lnTo>
                  <a:lnTo>
                    <a:pt x="6934178" y="586790"/>
                  </a:lnTo>
                  <a:lnTo>
                    <a:pt x="6934323" y="586790"/>
                  </a:lnTo>
                  <a:lnTo>
                    <a:pt x="6937086" y="586790"/>
                  </a:lnTo>
                  <a:lnTo>
                    <a:pt x="6937232" y="586790"/>
                  </a:lnTo>
                  <a:lnTo>
                    <a:pt x="6937668" y="586790"/>
                  </a:lnTo>
                  <a:lnTo>
                    <a:pt x="6937959" y="586790"/>
                  </a:lnTo>
                  <a:lnTo>
                    <a:pt x="6938541" y="586790"/>
                  </a:lnTo>
                  <a:lnTo>
                    <a:pt x="6938686" y="586790"/>
                  </a:lnTo>
                  <a:lnTo>
                    <a:pt x="6938686" y="586167"/>
                  </a:lnTo>
                  <a:lnTo>
                    <a:pt x="6938832" y="586167"/>
                  </a:lnTo>
                  <a:lnTo>
                    <a:pt x="6938977" y="586167"/>
                  </a:lnTo>
                  <a:lnTo>
                    <a:pt x="6939122" y="586167"/>
                  </a:lnTo>
                  <a:lnTo>
                    <a:pt x="6939704" y="586167"/>
                  </a:lnTo>
                  <a:lnTo>
                    <a:pt x="6940286" y="586167"/>
                  </a:lnTo>
                  <a:lnTo>
                    <a:pt x="6941304" y="586167"/>
                  </a:lnTo>
                  <a:lnTo>
                    <a:pt x="6941449" y="586167"/>
                  </a:lnTo>
                  <a:lnTo>
                    <a:pt x="6941740" y="586167"/>
                  </a:lnTo>
                  <a:lnTo>
                    <a:pt x="6941885" y="586167"/>
                  </a:lnTo>
                  <a:lnTo>
                    <a:pt x="6941885" y="584920"/>
                  </a:lnTo>
                  <a:lnTo>
                    <a:pt x="6942758" y="584920"/>
                  </a:lnTo>
                  <a:lnTo>
                    <a:pt x="6943340" y="584920"/>
                  </a:lnTo>
                  <a:lnTo>
                    <a:pt x="6943776" y="584920"/>
                  </a:lnTo>
                  <a:lnTo>
                    <a:pt x="6943921" y="583049"/>
                  </a:lnTo>
                  <a:lnTo>
                    <a:pt x="6944067" y="582425"/>
                  </a:lnTo>
                  <a:lnTo>
                    <a:pt x="6944503" y="582425"/>
                  </a:lnTo>
                  <a:lnTo>
                    <a:pt x="6944649" y="582425"/>
                  </a:lnTo>
                  <a:lnTo>
                    <a:pt x="6944794" y="582425"/>
                  </a:lnTo>
                  <a:lnTo>
                    <a:pt x="6945230" y="582425"/>
                  </a:lnTo>
                  <a:lnTo>
                    <a:pt x="6945376" y="582425"/>
                  </a:lnTo>
                  <a:lnTo>
                    <a:pt x="6945812" y="582425"/>
                  </a:lnTo>
                  <a:lnTo>
                    <a:pt x="6946394" y="582425"/>
                  </a:lnTo>
                  <a:lnTo>
                    <a:pt x="6947266" y="582425"/>
                  </a:lnTo>
                  <a:lnTo>
                    <a:pt x="6947557" y="582425"/>
                  </a:lnTo>
                  <a:lnTo>
                    <a:pt x="6949011" y="582425"/>
                  </a:lnTo>
                  <a:lnTo>
                    <a:pt x="6949593" y="582425"/>
                  </a:lnTo>
                  <a:lnTo>
                    <a:pt x="6949738" y="582425"/>
                  </a:lnTo>
                  <a:lnTo>
                    <a:pt x="6949884" y="582425"/>
                  </a:lnTo>
                  <a:lnTo>
                    <a:pt x="6950320" y="582425"/>
                  </a:lnTo>
                  <a:lnTo>
                    <a:pt x="6950466" y="582425"/>
                  </a:lnTo>
                  <a:lnTo>
                    <a:pt x="6951338" y="582425"/>
                  </a:lnTo>
                  <a:lnTo>
                    <a:pt x="6951920" y="582425"/>
                  </a:lnTo>
                  <a:lnTo>
                    <a:pt x="6952211" y="582425"/>
                  </a:lnTo>
                  <a:lnTo>
                    <a:pt x="6952792" y="582425"/>
                  </a:lnTo>
                  <a:lnTo>
                    <a:pt x="6952938" y="582425"/>
                  </a:lnTo>
                  <a:lnTo>
                    <a:pt x="6953083" y="582425"/>
                  </a:lnTo>
                  <a:lnTo>
                    <a:pt x="6953520" y="582425"/>
                  </a:lnTo>
                  <a:lnTo>
                    <a:pt x="6953810" y="582425"/>
                  </a:lnTo>
                  <a:lnTo>
                    <a:pt x="6954683" y="582425"/>
                  </a:lnTo>
                  <a:lnTo>
                    <a:pt x="6954828" y="582425"/>
                  </a:lnTo>
                  <a:lnTo>
                    <a:pt x="6954974" y="582425"/>
                  </a:lnTo>
                  <a:lnTo>
                    <a:pt x="6955555" y="582425"/>
                  </a:lnTo>
                  <a:lnTo>
                    <a:pt x="6955992" y="582425"/>
                  </a:lnTo>
                  <a:lnTo>
                    <a:pt x="6956428" y="582425"/>
                  </a:lnTo>
                  <a:lnTo>
                    <a:pt x="6957301" y="582425"/>
                  </a:lnTo>
                  <a:lnTo>
                    <a:pt x="6957446" y="581802"/>
                  </a:lnTo>
                  <a:lnTo>
                    <a:pt x="6957446" y="581178"/>
                  </a:lnTo>
                  <a:lnTo>
                    <a:pt x="6957591" y="581178"/>
                  </a:lnTo>
                  <a:lnTo>
                    <a:pt x="6957737" y="581178"/>
                  </a:lnTo>
                  <a:lnTo>
                    <a:pt x="6958028" y="581178"/>
                  </a:lnTo>
                  <a:lnTo>
                    <a:pt x="6958173" y="580555"/>
                  </a:lnTo>
                  <a:lnTo>
                    <a:pt x="6958464" y="580555"/>
                  </a:lnTo>
                  <a:lnTo>
                    <a:pt x="6958609" y="580555"/>
                  </a:lnTo>
                  <a:lnTo>
                    <a:pt x="6958609" y="579931"/>
                  </a:lnTo>
                  <a:lnTo>
                    <a:pt x="6960791" y="578060"/>
                  </a:lnTo>
                  <a:lnTo>
                    <a:pt x="6960936" y="578060"/>
                  </a:lnTo>
                  <a:lnTo>
                    <a:pt x="6961227" y="578060"/>
                  </a:lnTo>
                  <a:lnTo>
                    <a:pt x="6961372" y="578060"/>
                  </a:lnTo>
                  <a:lnTo>
                    <a:pt x="6961663" y="578060"/>
                  </a:lnTo>
                  <a:lnTo>
                    <a:pt x="6961809" y="578060"/>
                  </a:lnTo>
                  <a:lnTo>
                    <a:pt x="6961954" y="578060"/>
                  </a:lnTo>
                  <a:lnTo>
                    <a:pt x="6962245" y="578060"/>
                  </a:lnTo>
                  <a:lnTo>
                    <a:pt x="6962536" y="578060"/>
                  </a:lnTo>
                  <a:lnTo>
                    <a:pt x="6963118" y="578060"/>
                  </a:lnTo>
                  <a:lnTo>
                    <a:pt x="6963699" y="578060"/>
                  </a:lnTo>
                  <a:lnTo>
                    <a:pt x="6964572" y="576813"/>
                  </a:lnTo>
                  <a:lnTo>
                    <a:pt x="6964717" y="576813"/>
                  </a:lnTo>
                  <a:lnTo>
                    <a:pt x="6965299" y="576190"/>
                  </a:lnTo>
                  <a:lnTo>
                    <a:pt x="6965444" y="576190"/>
                  </a:lnTo>
                  <a:lnTo>
                    <a:pt x="6965590" y="576190"/>
                  </a:lnTo>
                  <a:lnTo>
                    <a:pt x="6965881" y="576190"/>
                  </a:lnTo>
                  <a:lnTo>
                    <a:pt x="6966026" y="576190"/>
                  </a:lnTo>
                  <a:lnTo>
                    <a:pt x="6966462" y="576190"/>
                  </a:lnTo>
                  <a:lnTo>
                    <a:pt x="6966608" y="576190"/>
                  </a:lnTo>
                  <a:lnTo>
                    <a:pt x="6966899" y="576190"/>
                  </a:lnTo>
                  <a:lnTo>
                    <a:pt x="6967626" y="576190"/>
                  </a:lnTo>
                  <a:lnTo>
                    <a:pt x="6968062" y="576190"/>
                  </a:lnTo>
                  <a:lnTo>
                    <a:pt x="6968207" y="576190"/>
                  </a:lnTo>
                  <a:lnTo>
                    <a:pt x="6968353" y="576190"/>
                  </a:lnTo>
                  <a:lnTo>
                    <a:pt x="6969371" y="574942"/>
                  </a:lnTo>
                  <a:lnTo>
                    <a:pt x="6969516" y="574942"/>
                  </a:lnTo>
                  <a:lnTo>
                    <a:pt x="6969662" y="574942"/>
                  </a:lnTo>
                  <a:lnTo>
                    <a:pt x="6969807" y="574942"/>
                  </a:lnTo>
                  <a:lnTo>
                    <a:pt x="6970243" y="574942"/>
                  </a:lnTo>
                  <a:lnTo>
                    <a:pt x="6970389" y="574942"/>
                  </a:lnTo>
                  <a:lnTo>
                    <a:pt x="6971116" y="574942"/>
                  </a:lnTo>
                  <a:lnTo>
                    <a:pt x="6971698" y="574319"/>
                  </a:lnTo>
                  <a:lnTo>
                    <a:pt x="6971989" y="574319"/>
                  </a:lnTo>
                  <a:lnTo>
                    <a:pt x="6972279" y="573695"/>
                  </a:lnTo>
                  <a:lnTo>
                    <a:pt x="6972425" y="573695"/>
                  </a:lnTo>
                  <a:lnTo>
                    <a:pt x="6972570" y="573695"/>
                  </a:lnTo>
                  <a:lnTo>
                    <a:pt x="6973443" y="573695"/>
                  </a:lnTo>
                  <a:lnTo>
                    <a:pt x="6973588" y="573695"/>
                  </a:lnTo>
                  <a:lnTo>
                    <a:pt x="6973734" y="573695"/>
                  </a:lnTo>
                  <a:lnTo>
                    <a:pt x="6973879" y="573695"/>
                  </a:lnTo>
                  <a:lnTo>
                    <a:pt x="6974315" y="573695"/>
                  </a:lnTo>
                  <a:lnTo>
                    <a:pt x="6974897" y="573695"/>
                  </a:lnTo>
                  <a:lnTo>
                    <a:pt x="6975770" y="573695"/>
                  </a:lnTo>
                  <a:lnTo>
                    <a:pt x="6975915" y="573695"/>
                  </a:lnTo>
                  <a:lnTo>
                    <a:pt x="6976351" y="573695"/>
                  </a:lnTo>
                  <a:lnTo>
                    <a:pt x="6977078" y="573695"/>
                  </a:lnTo>
                  <a:lnTo>
                    <a:pt x="6977224" y="573695"/>
                  </a:lnTo>
                  <a:lnTo>
                    <a:pt x="6977369" y="573695"/>
                  </a:lnTo>
                  <a:lnTo>
                    <a:pt x="6979405" y="573072"/>
                  </a:lnTo>
                  <a:lnTo>
                    <a:pt x="6979551" y="573072"/>
                  </a:lnTo>
                  <a:lnTo>
                    <a:pt x="6980132" y="572448"/>
                  </a:lnTo>
                  <a:lnTo>
                    <a:pt x="6980569" y="572448"/>
                  </a:lnTo>
                  <a:lnTo>
                    <a:pt x="6980714" y="572448"/>
                  </a:lnTo>
                  <a:lnTo>
                    <a:pt x="6981005" y="572448"/>
                  </a:lnTo>
                  <a:lnTo>
                    <a:pt x="6981150" y="572448"/>
                  </a:lnTo>
                  <a:lnTo>
                    <a:pt x="6981441" y="572448"/>
                  </a:lnTo>
                  <a:lnTo>
                    <a:pt x="6981587" y="572448"/>
                  </a:lnTo>
                  <a:lnTo>
                    <a:pt x="6981877" y="571824"/>
                  </a:lnTo>
                  <a:lnTo>
                    <a:pt x="6982168" y="571824"/>
                  </a:lnTo>
                  <a:lnTo>
                    <a:pt x="6982314" y="571824"/>
                  </a:lnTo>
                  <a:lnTo>
                    <a:pt x="6982605" y="570577"/>
                  </a:lnTo>
                  <a:lnTo>
                    <a:pt x="6982750" y="570577"/>
                  </a:lnTo>
                  <a:lnTo>
                    <a:pt x="6982895" y="570577"/>
                  </a:lnTo>
                  <a:lnTo>
                    <a:pt x="6983186" y="570577"/>
                  </a:lnTo>
                  <a:lnTo>
                    <a:pt x="6983332" y="570577"/>
                  </a:lnTo>
                  <a:lnTo>
                    <a:pt x="6983623" y="570577"/>
                  </a:lnTo>
                  <a:lnTo>
                    <a:pt x="6984059" y="570577"/>
                  </a:lnTo>
                  <a:lnTo>
                    <a:pt x="6984931" y="570577"/>
                  </a:lnTo>
                  <a:lnTo>
                    <a:pt x="6985077" y="570577"/>
                  </a:lnTo>
                  <a:lnTo>
                    <a:pt x="6985222" y="570577"/>
                  </a:lnTo>
                  <a:lnTo>
                    <a:pt x="6985222" y="569954"/>
                  </a:lnTo>
                  <a:lnTo>
                    <a:pt x="6985368" y="569954"/>
                  </a:lnTo>
                  <a:lnTo>
                    <a:pt x="6985949" y="569330"/>
                  </a:lnTo>
                  <a:lnTo>
                    <a:pt x="6986822" y="568707"/>
                  </a:lnTo>
                  <a:lnTo>
                    <a:pt x="6986967" y="568707"/>
                  </a:lnTo>
                  <a:lnTo>
                    <a:pt x="6987258" y="568707"/>
                  </a:lnTo>
                  <a:lnTo>
                    <a:pt x="6987404" y="568707"/>
                  </a:lnTo>
                  <a:lnTo>
                    <a:pt x="6987549" y="568707"/>
                  </a:lnTo>
                  <a:lnTo>
                    <a:pt x="6988422" y="568083"/>
                  </a:lnTo>
                  <a:lnTo>
                    <a:pt x="6988567" y="568083"/>
                  </a:lnTo>
                  <a:lnTo>
                    <a:pt x="6988858" y="568083"/>
                  </a:lnTo>
                  <a:lnTo>
                    <a:pt x="6989440" y="568083"/>
                  </a:lnTo>
                  <a:lnTo>
                    <a:pt x="6989585" y="568083"/>
                  </a:lnTo>
                  <a:lnTo>
                    <a:pt x="6989730" y="568083"/>
                  </a:lnTo>
                  <a:lnTo>
                    <a:pt x="6989876" y="568083"/>
                  </a:lnTo>
                  <a:lnTo>
                    <a:pt x="6990458" y="568083"/>
                  </a:lnTo>
                  <a:lnTo>
                    <a:pt x="6991039" y="568083"/>
                  </a:lnTo>
                  <a:lnTo>
                    <a:pt x="6991476" y="566836"/>
                  </a:lnTo>
                  <a:lnTo>
                    <a:pt x="6992203" y="566836"/>
                  </a:lnTo>
                  <a:lnTo>
                    <a:pt x="6992348" y="566836"/>
                  </a:lnTo>
                  <a:lnTo>
                    <a:pt x="6992639" y="566836"/>
                  </a:lnTo>
                  <a:lnTo>
                    <a:pt x="6992784" y="566836"/>
                  </a:lnTo>
                  <a:lnTo>
                    <a:pt x="6993075" y="566212"/>
                  </a:lnTo>
                  <a:lnTo>
                    <a:pt x="6993221" y="566212"/>
                  </a:lnTo>
                  <a:lnTo>
                    <a:pt x="6995111" y="564965"/>
                  </a:lnTo>
                  <a:lnTo>
                    <a:pt x="6995547" y="564965"/>
                  </a:lnTo>
                  <a:lnTo>
                    <a:pt x="6995693" y="564965"/>
                  </a:lnTo>
                  <a:lnTo>
                    <a:pt x="6995838" y="564341"/>
                  </a:lnTo>
                  <a:lnTo>
                    <a:pt x="6995984" y="563718"/>
                  </a:lnTo>
                  <a:lnTo>
                    <a:pt x="6996129" y="563718"/>
                  </a:lnTo>
                  <a:lnTo>
                    <a:pt x="6996275" y="563718"/>
                  </a:lnTo>
                  <a:lnTo>
                    <a:pt x="6996565" y="563718"/>
                  </a:lnTo>
                  <a:lnTo>
                    <a:pt x="6997147" y="563718"/>
                  </a:lnTo>
                  <a:lnTo>
                    <a:pt x="6997583" y="563718"/>
                  </a:lnTo>
                  <a:lnTo>
                    <a:pt x="6998892" y="563094"/>
                  </a:lnTo>
                  <a:lnTo>
                    <a:pt x="6999474" y="563094"/>
                  </a:lnTo>
                  <a:lnTo>
                    <a:pt x="6999765" y="563094"/>
                  </a:lnTo>
                  <a:lnTo>
                    <a:pt x="7000056" y="563094"/>
                  </a:lnTo>
                  <a:lnTo>
                    <a:pt x="7000201" y="563094"/>
                  </a:lnTo>
                  <a:lnTo>
                    <a:pt x="7000637" y="563094"/>
                  </a:lnTo>
                  <a:lnTo>
                    <a:pt x="7000783" y="563094"/>
                  </a:lnTo>
                  <a:lnTo>
                    <a:pt x="7001365" y="563094"/>
                  </a:lnTo>
                  <a:lnTo>
                    <a:pt x="7001946" y="562471"/>
                  </a:lnTo>
                  <a:lnTo>
                    <a:pt x="7002819" y="562471"/>
                  </a:lnTo>
                  <a:lnTo>
                    <a:pt x="7003255" y="562471"/>
                  </a:lnTo>
                  <a:lnTo>
                    <a:pt x="7003691" y="561847"/>
                  </a:lnTo>
                  <a:lnTo>
                    <a:pt x="7004128" y="561224"/>
                  </a:lnTo>
                  <a:lnTo>
                    <a:pt x="7004273" y="561224"/>
                  </a:lnTo>
                  <a:lnTo>
                    <a:pt x="7004564" y="561224"/>
                  </a:lnTo>
                  <a:lnTo>
                    <a:pt x="7004709" y="561224"/>
                  </a:lnTo>
                  <a:lnTo>
                    <a:pt x="7005436" y="561224"/>
                  </a:lnTo>
                  <a:lnTo>
                    <a:pt x="7005582" y="561224"/>
                  </a:lnTo>
                  <a:lnTo>
                    <a:pt x="7006018" y="561224"/>
                  </a:lnTo>
                  <a:lnTo>
                    <a:pt x="7007036" y="561224"/>
                  </a:lnTo>
                  <a:lnTo>
                    <a:pt x="7007618" y="560600"/>
                  </a:lnTo>
                  <a:lnTo>
                    <a:pt x="7007909" y="560600"/>
                  </a:lnTo>
                  <a:lnTo>
                    <a:pt x="7008345" y="559353"/>
                  </a:lnTo>
                  <a:lnTo>
                    <a:pt x="7008927" y="559353"/>
                  </a:lnTo>
                  <a:lnTo>
                    <a:pt x="7009072" y="559353"/>
                  </a:lnTo>
                  <a:lnTo>
                    <a:pt x="7009217" y="559353"/>
                  </a:lnTo>
                  <a:lnTo>
                    <a:pt x="7009363" y="559353"/>
                  </a:lnTo>
                  <a:lnTo>
                    <a:pt x="7009363" y="558729"/>
                  </a:lnTo>
                  <a:lnTo>
                    <a:pt x="7009363" y="558106"/>
                  </a:lnTo>
                  <a:lnTo>
                    <a:pt x="7009654" y="558106"/>
                  </a:lnTo>
                  <a:lnTo>
                    <a:pt x="7009945" y="558106"/>
                  </a:lnTo>
                  <a:lnTo>
                    <a:pt x="7010090" y="558106"/>
                  </a:lnTo>
                  <a:lnTo>
                    <a:pt x="7010235" y="558106"/>
                  </a:lnTo>
                  <a:lnTo>
                    <a:pt x="7010381" y="558106"/>
                  </a:lnTo>
                  <a:lnTo>
                    <a:pt x="7012126" y="556859"/>
                  </a:lnTo>
                  <a:lnTo>
                    <a:pt x="7012271" y="556859"/>
                  </a:lnTo>
                  <a:lnTo>
                    <a:pt x="7012417" y="556859"/>
                  </a:lnTo>
                  <a:lnTo>
                    <a:pt x="7013144" y="556859"/>
                  </a:lnTo>
                  <a:lnTo>
                    <a:pt x="7013435" y="556859"/>
                  </a:lnTo>
                  <a:lnTo>
                    <a:pt x="7013580" y="556859"/>
                  </a:lnTo>
                  <a:lnTo>
                    <a:pt x="7013726" y="556859"/>
                  </a:lnTo>
                  <a:lnTo>
                    <a:pt x="7013871" y="556859"/>
                  </a:lnTo>
                  <a:lnTo>
                    <a:pt x="7014162" y="556859"/>
                  </a:lnTo>
                  <a:lnTo>
                    <a:pt x="7014307" y="556859"/>
                  </a:lnTo>
                  <a:lnTo>
                    <a:pt x="7014598" y="556235"/>
                  </a:lnTo>
                  <a:lnTo>
                    <a:pt x="7015034" y="556235"/>
                  </a:lnTo>
                  <a:lnTo>
                    <a:pt x="7015180" y="556235"/>
                  </a:lnTo>
                  <a:lnTo>
                    <a:pt x="7015762" y="556235"/>
                  </a:lnTo>
                  <a:lnTo>
                    <a:pt x="7015907" y="556235"/>
                  </a:lnTo>
                  <a:lnTo>
                    <a:pt x="7016052" y="556235"/>
                  </a:lnTo>
                  <a:lnTo>
                    <a:pt x="7016343" y="556235"/>
                  </a:lnTo>
                  <a:lnTo>
                    <a:pt x="7016634" y="556235"/>
                  </a:lnTo>
                  <a:lnTo>
                    <a:pt x="7016780" y="556235"/>
                  </a:lnTo>
                  <a:lnTo>
                    <a:pt x="7017798" y="556235"/>
                  </a:lnTo>
                  <a:lnTo>
                    <a:pt x="7017943" y="556235"/>
                  </a:lnTo>
                  <a:lnTo>
                    <a:pt x="7018234" y="556235"/>
                  </a:lnTo>
                  <a:lnTo>
                    <a:pt x="7019543" y="556235"/>
                  </a:lnTo>
                  <a:lnTo>
                    <a:pt x="7019688" y="556235"/>
                  </a:lnTo>
                  <a:lnTo>
                    <a:pt x="7019688" y="555611"/>
                  </a:lnTo>
                  <a:lnTo>
                    <a:pt x="7020124" y="554988"/>
                  </a:lnTo>
                  <a:lnTo>
                    <a:pt x="7021142" y="554988"/>
                  </a:lnTo>
                  <a:lnTo>
                    <a:pt x="7021288" y="554988"/>
                  </a:lnTo>
                  <a:lnTo>
                    <a:pt x="7021433" y="554988"/>
                  </a:lnTo>
                  <a:lnTo>
                    <a:pt x="7021869" y="553741"/>
                  </a:lnTo>
                  <a:lnTo>
                    <a:pt x="7022742" y="552493"/>
                  </a:lnTo>
                  <a:lnTo>
                    <a:pt x="7023033" y="552493"/>
                  </a:lnTo>
                  <a:lnTo>
                    <a:pt x="7023178" y="552493"/>
                  </a:lnTo>
                  <a:lnTo>
                    <a:pt x="7024778" y="551246"/>
                  </a:lnTo>
                  <a:lnTo>
                    <a:pt x="7025069" y="551246"/>
                  </a:lnTo>
                  <a:lnTo>
                    <a:pt x="7025214" y="551246"/>
                  </a:lnTo>
                  <a:lnTo>
                    <a:pt x="7025360" y="551246"/>
                  </a:lnTo>
                  <a:lnTo>
                    <a:pt x="7025505" y="551246"/>
                  </a:lnTo>
                  <a:lnTo>
                    <a:pt x="7025651" y="551246"/>
                  </a:lnTo>
                  <a:lnTo>
                    <a:pt x="7025941" y="551246"/>
                  </a:lnTo>
                  <a:lnTo>
                    <a:pt x="7026087" y="551246"/>
                  </a:lnTo>
                  <a:lnTo>
                    <a:pt x="7026232" y="551246"/>
                  </a:lnTo>
                  <a:lnTo>
                    <a:pt x="7026814" y="549376"/>
                  </a:lnTo>
                  <a:lnTo>
                    <a:pt x="7027250" y="549376"/>
                  </a:lnTo>
                  <a:lnTo>
                    <a:pt x="7027541" y="549376"/>
                  </a:lnTo>
                  <a:lnTo>
                    <a:pt x="7028414" y="549376"/>
                  </a:lnTo>
                  <a:lnTo>
                    <a:pt x="7028850" y="548752"/>
                  </a:lnTo>
                  <a:lnTo>
                    <a:pt x="7028995" y="548752"/>
                  </a:lnTo>
                  <a:lnTo>
                    <a:pt x="7029141" y="548752"/>
                  </a:lnTo>
                  <a:lnTo>
                    <a:pt x="7029722" y="548752"/>
                  </a:lnTo>
                  <a:lnTo>
                    <a:pt x="7030304" y="548752"/>
                  </a:lnTo>
                  <a:lnTo>
                    <a:pt x="7030886" y="548752"/>
                  </a:lnTo>
                  <a:lnTo>
                    <a:pt x="7031177" y="548752"/>
                  </a:lnTo>
                  <a:lnTo>
                    <a:pt x="7031468" y="548128"/>
                  </a:lnTo>
                  <a:lnTo>
                    <a:pt x="7032049" y="548128"/>
                  </a:lnTo>
                  <a:lnTo>
                    <a:pt x="7033067" y="546258"/>
                  </a:lnTo>
                  <a:lnTo>
                    <a:pt x="7033358" y="546258"/>
                  </a:lnTo>
                  <a:lnTo>
                    <a:pt x="7033649" y="546258"/>
                  </a:lnTo>
                  <a:lnTo>
                    <a:pt x="7033940" y="546258"/>
                  </a:lnTo>
                  <a:lnTo>
                    <a:pt x="7034958" y="546258"/>
                  </a:lnTo>
                  <a:lnTo>
                    <a:pt x="7035103" y="546258"/>
                  </a:lnTo>
                  <a:lnTo>
                    <a:pt x="7035394" y="546258"/>
                  </a:lnTo>
                  <a:lnTo>
                    <a:pt x="7035539" y="546258"/>
                  </a:lnTo>
                  <a:lnTo>
                    <a:pt x="7035685" y="546258"/>
                  </a:lnTo>
                  <a:lnTo>
                    <a:pt x="7035976" y="545010"/>
                  </a:lnTo>
                  <a:lnTo>
                    <a:pt x="7036557" y="545010"/>
                  </a:lnTo>
                  <a:lnTo>
                    <a:pt x="7036703" y="545010"/>
                  </a:lnTo>
                  <a:lnTo>
                    <a:pt x="7037139" y="545010"/>
                  </a:lnTo>
                  <a:lnTo>
                    <a:pt x="7037285" y="543763"/>
                  </a:lnTo>
                  <a:lnTo>
                    <a:pt x="7037430" y="543763"/>
                  </a:lnTo>
                  <a:lnTo>
                    <a:pt x="7037575" y="543763"/>
                  </a:lnTo>
                  <a:lnTo>
                    <a:pt x="7037866" y="543140"/>
                  </a:lnTo>
                  <a:lnTo>
                    <a:pt x="7039030" y="543140"/>
                  </a:lnTo>
                  <a:lnTo>
                    <a:pt x="7039175" y="543140"/>
                  </a:lnTo>
                  <a:lnTo>
                    <a:pt x="7039611" y="543140"/>
                  </a:lnTo>
                  <a:lnTo>
                    <a:pt x="7039902" y="543140"/>
                  </a:lnTo>
                  <a:lnTo>
                    <a:pt x="7040048" y="543140"/>
                  </a:lnTo>
                  <a:lnTo>
                    <a:pt x="7040193" y="543140"/>
                  </a:lnTo>
                  <a:lnTo>
                    <a:pt x="7041066" y="543140"/>
                  </a:lnTo>
                  <a:lnTo>
                    <a:pt x="7042520" y="542516"/>
                  </a:lnTo>
                  <a:lnTo>
                    <a:pt x="7042811" y="542516"/>
                  </a:lnTo>
                  <a:lnTo>
                    <a:pt x="7042956" y="542516"/>
                  </a:lnTo>
                  <a:lnTo>
                    <a:pt x="7042956" y="541893"/>
                  </a:lnTo>
                  <a:lnTo>
                    <a:pt x="7043683" y="541893"/>
                  </a:lnTo>
                  <a:lnTo>
                    <a:pt x="7043829" y="541893"/>
                  </a:lnTo>
                  <a:lnTo>
                    <a:pt x="7043974" y="541893"/>
                  </a:lnTo>
                  <a:lnTo>
                    <a:pt x="7044120" y="541893"/>
                  </a:lnTo>
                  <a:lnTo>
                    <a:pt x="7044556" y="541893"/>
                  </a:lnTo>
                  <a:lnTo>
                    <a:pt x="7045574" y="541269"/>
                  </a:lnTo>
                  <a:lnTo>
                    <a:pt x="7045865" y="541269"/>
                  </a:lnTo>
                  <a:lnTo>
                    <a:pt x="7046301" y="540645"/>
                  </a:lnTo>
                  <a:lnTo>
                    <a:pt x="7046446" y="540645"/>
                  </a:lnTo>
                  <a:lnTo>
                    <a:pt x="7046446" y="540022"/>
                  </a:lnTo>
                  <a:lnTo>
                    <a:pt x="7046592" y="540022"/>
                  </a:lnTo>
                  <a:lnTo>
                    <a:pt x="7047319" y="540022"/>
                  </a:lnTo>
                  <a:lnTo>
                    <a:pt x="7047755" y="539398"/>
                  </a:lnTo>
                  <a:lnTo>
                    <a:pt x="7048337" y="539398"/>
                  </a:lnTo>
                  <a:lnTo>
                    <a:pt x="7048628" y="539398"/>
                  </a:lnTo>
                  <a:lnTo>
                    <a:pt x="7049355" y="539398"/>
                  </a:lnTo>
                  <a:lnTo>
                    <a:pt x="7050227" y="538775"/>
                  </a:lnTo>
                  <a:lnTo>
                    <a:pt x="7050518" y="538775"/>
                  </a:lnTo>
                  <a:lnTo>
                    <a:pt x="7050518" y="537527"/>
                  </a:lnTo>
                  <a:lnTo>
                    <a:pt x="7050664" y="537527"/>
                  </a:lnTo>
                  <a:lnTo>
                    <a:pt x="7050809" y="537527"/>
                  </a:lnTo>
                  <a:lnTo>
                    <a:pt x="7051391" y="537527"/>
                  </a:lnTo>
                  <a:lnTo>
                    <a:pt x="7051536" y="537527"/>
                  </a:lnTo>
                  <a:lnTo>
                    <a:pt x="7052118" y="537527"/>
                  </a:lnTo>
                  <a:lnTo>
                    <a:pt x="7052409" y="537527"/>
                  </a:lnTo>
                  <a:lnTo>
                    <a:pt x="7052554" y="536904"/>
                  </a:lnTo>
                  <a:lnTo>
                    <a:pt x="7052700" y="536904"/>
                  </a:lnTo>
                  <a:lnTo>
                    <a:pt x="7052991" y="536904"/>
                  </a:lnTo>
                  <a:lnTo>
                    <a:pt x="7053136" y="536904"/>
                  </a:lnTo>
                  <a:lnTo>
                    <a:pt x="7053427" y="536904"/>
                  </a:lnTo>
                  <a:lnTo>
                    <a:pt x="7053718" y="536904"/>
                  </a:lnTo>
                  <a:lnTo>
                    <a:pt x="7054299" y="536904"/>
                  </a:lnTo>
                  <a:lnTo>
                    <a:pt x="7054445" y="536904"/>
                  </a:lnTo>
                  <a:lnTo>
                    <a:pt x="7054590" y="536904"/>
                  </a:lnTo>
                  <a:lnTo>
                    <a:pt x="7054736" y="536904"/>
                  </a:lnTo>
                  <a:lnTo>
                    <a:pt x="7055172" y="536904"/>
                  </a:lnTo>
                  <a:lnTo>
                    <a:pt x="7055317" y="536904"/>
                  </a:lnTo>
                  <a:lnTo>
                    <a:pt x="7055608" y="536904"/>
                  </a:lnTo>
                  <a:lnTo>
                    <a:pt x="7055899" y="536904"/>
                  </a:lnTo>
                  <a:lnTo>
                    <a:pt x="7056481" y="536904"/>
                  </a:lnTo>
                  <a:lnTo>
                    <a:pt x="7057499" y="536904"/>
                  </a:lnTo>
                  <a:lnTo>
                    <a:pt x="7057935" y="536904"/>
                  </a:lnTo>
                  <a:lnTo>
                    <a:pt x="7058226" y="536904"/>
                  </a:lnTo>
                  <a:lnTo>
                    <a:pt x="7058517" y="536280"/>
                  </a:lnTo>
                  <a:lnTo>
                    <a:pt x="7058953" y="536280"/>
                  </a:lnTo>
                  <a:lnTo>
                    <a:pt x="7059098" y="536280"/>
                  </a:lnTo>
                  <a:lnTo>
                    <a:pt x="7059826" y="535033"/>
                  </a:lnTo>
                  <a:lnTo>
                    <a:pt x="7060116" y="535033"/>
                  </a:lnTo>
                  <a:lnTo>
                    <a:pt x="7060553" y="535033"/>
                  </a:lnTo>
                  <a:lnTo>
                    <a:pt x="7061280" y="535033"/>
                  </a:lnTo>
                  <a:lnTo>
                    <a:pt x="7061425" y="535033"/>
                  </a:lnTo>
                  <a:lnTo>
                    <a:pt x="7061571" y="535033"/>
                  </a:lnTo>
                  <a:lnTo>
                    <a:pt x="7061716" y="535033"/>
                  </a:lnTo>
                  <a:lnTo>
                    <a:pt x="7062007" y="535033"/>
                  </a:lnTo>
                  <a:lnTo>
                    <a:pt x="7062298" y="535033"/>
                  </a:lnTo>
                  <a:lnTo>
                    <a:pt x="7062589" y="535033"/>
                  </a:lnTo>
                  <a:lnTo>
                    <a:pt x="7062734" y="535033"/>
                  </a:lnTo>
                  <a:lnTo>
                    <a:pt x="7062879" y="535033"/>
                  </a:lnTo>
                  <a:lnTo>
                    <a:pt x="7063025" y="535033"/>
                  </a:lnTo>
                  <a:lnTo>
                    <a:pt x="7063170" y="535033"/>
                  </a:lnTo>
                  <a:lnTo>
                    <a:pt x="7064043" y="535033"/>
                  </a:lnTo>
                  <a:lnTo>
                    <a:pt x="7064479" y="534410"/>
                  </a:lnTo>
                  <a:lnTo>
                    <a:pt x="7064915" y="534410"/>
                  </a:lnTo>
                  <a:lnTo>
                    <a:pt x="7065061" y="534410"/>
                  </a:lnTo>
                  <a:lnTo>
                    <a:pt x="7065206" y="534410"/>
                  </a:lnTo>
                  <a:lnTo>
                    <a:pt x="7065497" y="534410"/>
                  </a:lnTo>
                  <a:lnTo>
                    <a:pt x="7066515" y="534410"/>
                  </a:lnTo>
                  <a:lnTo>
                    <a:pt x="7067388" y="534410"/>
                  </a:lnTo>
                  <a:lnTo>
                    <a:pt x="7067679" y="534410"/>
                  </a:lnTo>
                  <a:lnTo>
                    <a:pt x="7067824" y="534410"/>
                  </a:lnTo>
                  <a:lnTo>
                    <a:pt x="7068115" y="534410"/>
                  </a:lnTo>
                  <a:lnTo>
                    <a:pt x="7068260" y="534410"/>
                  </a:lnTo>
                  <a:lnTo>
                    <a:pt x="7068842" y="533786"/>
                  </a:lnTo>
                  <a:lnTo>
                    <a:pt x="7069133" y="533786"/>
                  </a:lnTo>
                  <a:lnTo>
                    <a:pt x="7069278" y="533786"/>
                  </a:lnTo>
                  <a:lnTo>
                    <a:pt x="7069424" y="533786"/>
                  </a:lnTo>
                  <a:lnTo>
                    <a:pt x="7069569" y="533162"/>
                  </a:lnTo>
                  <a:lnTo>
                    <a:pt x="7070151" y="532539"/>
                  </a:lnTo>
                  <a:lnTo>
                    <a:pt x="7070296" y="532539"/>
                  </a:lnTo>
                  <a:lnTo>
                    <a:pt x="7070442" y="532539"/>
                  </a:lnTo>
                  <a:lnTo>
                    <a:pt x="7071169" y="531915"/>
                  </a:lnTo>
                  <a:lnTo>
                    <a:pt x="7071460" y="531915"/>
                  </a:lnTo>
                  <a:lnTo>
                    <a:pt x="7071605" y="531915"/>
                  </a:lnTo>
                  <a:lnTo>
                    <a:pt x="7072041" y="531915"/>
                  </a:lnTo>
                  <a:lnTo>
                    <a:pt x="7072187" y="531915"/>
                  </a:lnTo>
                  <a:lnTo>
                    <a:pt x="7072187" y="531292"/>
                  </a:lnTo>
                  <a:lnTo>
                    <a:pt x="7073641" y="530044"/>
                  </a:lnTo>
                  <a:lnTo>
                    <a:pt x="7073786" y="530044"/>
                  </a:lnTo>
                  <a:lnTo>
                    <a:pt x="7074514" y="530044"/>
                  </a:lnTo>
                  <a:lnTo>
                    <a:pt x="7075241" y="530044"/>
                  </a:lnTo>
                  <a:lnTo>
                    <a:pt x="7075532" y="530044"/>
                  </a:lnTo>
                  <a:lnTo>
                    <a:pt x="7075677" y="530044"/>
                  </a:lnTo>
                  <a:lnTo>
                    <a:pt x="7075968" y="530044"/>
                  </a:lnTo>
                  <a:lnTo>
                    <a:pt x="7076404" y="530044"/>
                  </a:lnTo>
                  <a:lnTo>
                    <a:pt x="7076549" y="530044"/>
                  </a:lnTo>
                  <a:lnTo>
                    <a:pt x="7076549" y="529421"/>
                  </a:lnTo>
                  <a:lnTo>
                    <a:pt x="7076840" y="528797"/>
                  </a:lnTo>
                  <a:lnTo>
                    <a:pt x="7077277" y="526303"/>
                  </a:lnTo>
                  <a:lnTo>
                    <a:pt x="7077713" y="526303"/>
                  </a:lnTo>
                  <a:lnTo>
                    <a:pt x="7077858" y="526303"/>
                  </a:lnTo>
                  <a:lnTo>
                    <a:pt x="7078004" y="525679"/>
                  </a:lnTo>
                  <a:lnTo>
                    <a:pt x="7078585" y="525679"/>
                  </a:lnTo>
                  <a:lnTo>
                    <a:pt x="7078731" y="525679"/>
                  </a:lnTo>
                  <a:lnTo>
                    <a:pt x="7078731" y="525056"/>
                  </a:lnTo>
                  <a:lnTo>
                    <a:pt x="7079167" y="525056"/>
                  </a:lnTo>
                  <a:lnTo>
                    <a:pt x="7079458" y="525056"/>
                  </a:lnTo>
                  <a:lnTo>
                    <a:pt x="7079603" y="525056"/>
                  </a:lnTo>
                  <a:lnTo>
                    <a:pt x="7079749" y="525056"/>
                  </a:lnTo>
                  <a:lnTo>
                    <a:pt x="7080476" y="524432"/>
                  </a:lnTo>
                  <a:lnTo>
                    <a:pt x="7080621" y="524432"/>
                  </a:lnTo>
                  <a:lnTo>
                    <a:pt x="7080767" y="524432"/>
                  </a:lnTo>
                  <a:lnTo>
                    <a:pt x="7080912" y="523809"/>
                  </a:lnTo>
                  <a:lnTo>
                    <a:pt x="7081203" y="523809"/>
                  </a:lnTo>
                  <a:lnTo>
                    <a:pt x="7081639" y="523809"/>
                  </a:lnTo>
                  <a:lnTo>
                    <a:pt x="7081785" y="523809"/>
                  </a:lnTo>
                  <a:lnTo>
                    <a:pt x="7082948" y="523809"/>
                  </a:lnTo>
                  <a:lnTo>
                    <a:pt x="7083239" y="523809"/>
                  </a:lnTo>
                  <a:lnTo>
                    <a:pt x="7083384" y="523185"/>
                  </a:lnTo>
                  <a:lnTo>
                    <a:pt x="7083530" y="523185"/>
                  </a:lnTo>
                  <a:lnTo>
                    <a:pt x="7084112" y="523185"/>
                  </a:lnTo>
                  <a:lnTo>
                    <a:pt x="7084257" y="523185"/>
                  </a:lnTo>
                  <a:lnTo>
                    <a:pt x="7085566" y="522561"/>
                  </a:lnTo>
                  <a:lnTo>
                    <a:pt x="7085711" y="522561"/>
                  </a:lnTo>
                  <a:lnTo>
                    <a:pt x="7085857" y="522561"/>
                  </a:lnTo>
                  <a:lnTo>
                    <a:pt x="7086002" y="522561"/>
                  </a:lnTo>
                  <a:lnTo>
                    <a:pt x="7086438" y="522561"/>
                  </a:lnTo>
                  <a:lnTo>
                    <a:pt x="7086729" y="522561"/>
                  </a:lnTo>
                  <a:lnTo>
                    <a:pt x="7087166" y="522561"/>
                  </a:lnTo>
                  <a:lnTo>
                    <a:pt x="7087311" y="522561"/>
                  </a:lnTo>
                  <a:lnTo>
                    <a:pt x="7088038" y="522561"/>
                  </a:lnTo>
                  <a:lnTo>
                    <a:pt x="7088184" y="522561"/>
                  </a:lnTo>
                  <a:lnTo>
                    <a:pt x="7088329" y="522561"/>
                  </a:lnTo>
                  <a:lnTo>
                    <a:pt x="7089929" y="522561"/>
                  </a:lnTo>
                  <a:lnTo>
                    <a:pt x="7090219" y="522561"/>
                  </a:lnTo>
                  <a:lnTo>
                    <a:pt x="7090365" y="522561"/>
                  </a:lnTo>
                  <a:lnTo>
                    <a:pt x="7090656" y="522561"/>
                  </a:lnTo>
                  <a:lnTo>
                    <a:pt x="7090801" y="521938"/>
                  </a:lnTo>
                  <a:lnTo>
                    <a:pt x="7091092" y="521938"/>
                  </a:lnTo>
                  <a:lnTo>
                    <a:pt x="7091237" y="521938"/>
                  </a:lnTo>
                  <a:lnTo>
                    <a:pt x="7091383" y="521938"/>
                  </a:lnTo>
                  <a:lnTo>
                    <a:pt x="7091528" y="521938"/>
                  </a:lnTo>
                  <a:lnTo>
                    <a:pt x="7092401" y="521938"/>
                  </a:lnTo>
                  <a:lnTo>
                    <a:pt x="7092546" y="521938"/>
                  </a:lnTo>
                  <a:lnTo>
                    <a:pt x="7092692" y="521938"/>
                  </a:lnTo>
                  <a:lnTo>
                    <a:pt x="7093128" y="521938"/>
                  </a:lnTo>
                  <a:lnTo>
                    <a:pt x="7093273" y="521938"/>
                  </a:lnTo>
                  <a:lnTo>
                    <a:pt x="7093710" y="521314"/>
                  </a:lnTo>
                  <a:lnTo>
                    <a:pt x="7093855" y="521314"/>
                  </a:lnTo>
                  <a:lnTo>
                    <a:pt x="7094146" y="521314"/>
                  </a:lnTo>
                  <a:lnTo>
                    <a:pt x="7094291" y="521314"/>
                  </a:lnTo>
                  <a:lnTo>
                    <a:pt x="7094437" y="521314"/>
                  </a:lnTo>
                  <a:lnTo>
                    <a:pt x="7095600" y="521314"/>
                  </a:lnTo>
                  <a:lnTo>
                    <a:pt x="7096036" y="521314"/>
                  </a:lnTo>
                  <a:lnTo>
                    <a:pt x="7096327" y="521314"/>
                  </a:lnTo>
                  <a:lnTo>
                    <a:pt x="7096473" y="521314"/>
                  </a:lnTo>
                  <a:lnTo>
                    <a:pt x="7098218" y="520691"/>
                  </a:lnTo>
                  <a:lnTo>
                    <a:pt x="7098363" y="520691"/>
                  </a:lnTo>
                  <a:lnTo>
                    <a:pt x="7098654" y="520691"/>
                  </a:lnTo>
                  <a:lnTo>
                    <a:pt x="7098800" y="520691"/>
                  </a:lnTo>
                  <a:lnTo>
                    <a:pt x="7099090" y="520691"/>
                  </a:lnTo>
                  <a:lnTo>
                    <a:pt x="7099527" y="520691"/>
                  </a:lnTo>
                  <a:lnTo>
                    <a:pt x="7099672" y="520691"/>
                  </a:lnTo>
                  <a:lnTo>
                    <a:pt x="7099818" y="520691"/>
                  </a:lnTo>
                  <a:lnTo>
                    <a:pt x="7100690" y="520691"/>
                  </a:lnTo>
                  <a:lnTo>
                    <a:pt x="7101126" y="520691"/>
                  </a:lnTo>
                  <a:lnTo>
                    <a:pt x="7101272" y="520691"/>
                  </a:lnTo>
                  <a:lnTo>
                    <a:pt x="7101417" y="520691"/>
                  </a:lnTo>
                  <a:lnTo>
                    <a:pt x="7101854" y="520067"/>
                  </a:lnTo>
                  <a:lnTo>
                    <a:pt x="7101999" y="520067"/>
                  </a:lnTo>
                  <a:lnTo>
                    <a:pt x="7102144" y="520067"/>
                  </a:lnTo>
                  <a:lnTo>
                    <a:pt x="7102290" y="520067"/>
                  </a:lnTo>
                  <a:lnTo>
                    <a:pt x="7102435" y="520067"/>
                  </a:lnTo>
                  <a:lnTo>
                    <a:pt x="7103017" y="519444"/>
                  </a:lnTo>
                  <a:lnTo>
                    <a:pt x="7103162" y="518820"/>
                  </a:lnTo>
                  <a:lnTo>
                    <a:pt x="7103889" y="518820"/>
                  </a:lnTo>
                  <a:lnTo>
                    <a:pt x="7105053" y="518196"/>
                  </a:lnTo>
                  <a:lnTo>
                    <a:pt x="7105053" y="517573"/>
                  </a:lnTo>
                  <a:lnTo>
                    <a:pt x="7105344" y="516949"/>
                  </a:lnTo>
                  <a:lnTo>
                    <a:pt x="7105635" y="516949"/>
                  </a:lnTo>
                  <a:lnTo>
                    <a:pt x="7106507" y="516326"/>
                  </a:lnTo>
                  <a:lnTo>
                    <a:pt x="7106653" y="516326"/>
                  </a:lnTo>
                  <a:lnTo>
                    <a:pt x="7107234" y="516326"/>
                  </a:lnTo>
                  <a:lnTo>
                    <a:pt x="7107380" y="516326"/>
                  </a:lnTo>
                  <a:lnTo>
                    <a:pt x="7107671" y="516326"/>
                  </a:lnTo>
                  <a:lnTo>
                    <a:pt x="7107961" y="516326"/>
                  </a:lnTo>
                  <a:lnTo>
                    <a:pt x="7108398" y="516326"/>
                  </a:lnTo>
                  <a:lnTo>
                    <a:pt x="7109270" y="515702"/>
                  </a:lnTo>
                  <a:lnTo>
                    <a:pt x="7109416" y="515702"/>
                  </a:lnTo>
                  <a:lnTo>
                    <a:pt x="7109852" y="515702"/>
                  </a:lnTo>
                  <a:lnTo>
                    <a:pt x="7109997" y="513831"/>
                  </a:lnTo>
                  <a:lnTo>
                    <a:pt x="7110724" y="513831"/>
                  </a:lnTo>
                  <a:lnTo>
                    <a:pt x="7111452" y="513831"/>
                  </a:lnTo>
                  <a:lnTo>
                    <a:pt x="7111452" y="513208"/>
                  </a:lnTo>
                  <a:lnTo>
                    <a:pt x="7112033" y="513208"/>
                  </a:lnTo>
                  <a:lnTo>
                    <a:pt x="7112179" y="513208"/>
                  </a:lnTo>
                  <a:lnTo>
                    <a:pt x="7112615" y="512584"/>
                  </a:lnTo>
                  <a:lnTo>
                    <a:pt x="7113488" y="512584"/>
                  </a:lnTo>
                  <a:lnTo>
                    <a:pt x="7113488" y="511961"/>
                  </a:lnTo>
                  <a:lnTo>
                    <a:pt x="7114069" y="511961"/>
                  </a:lnTo>
                  <a:lnTo>
                    <a:pt x="7114215" y="511961"/>
                  </a:lnTo>
                  <a:lnTo>
                    <a:pt x="7114360" y="511961"/>
                  </a:lnTo>
                  <a:lnTo>
                    <a:pt x="7114651" y="511961"/>
                  </a:lnTo>
                  <a:lnTo>
                    <a:pt x="7114796" y="511961"/>
                  </a:lnTo>
                  <a:lnTo>
                    <a:pt x="7116105" y="511961"/>
                  </a:lnTo>
                  <a:lnTo>
                    <a:pt x="7116251" y="511961"/>
                  </a:lnTo>
                  <a:lnTo>
                    <a:pt x="7116687" y="511961"/>
                  </a:lnTo>
                  <a:lnTo>
                    <a:pt x="7117269" y="511961"/>
                  </a:lnTo>
                  <a:lnTo>
                    <a:pt x="7117414" y="511961"/>
                  </a:lnTo>
                  <a:lnTo>
                    <a:pt x="7117705" y="511961"/>
                  </a:lnTo>
                  <a:lnTo>
                    <a:pt x="7117850" y="511961"/>
                  </a:lnTo>
                  <a:lnTo>
                    <a:pt x="7118141" y="511961"/>
                  </a:lnTo>
                  <a:lnTo>
                    <a:pt x="7119014" y="511961"/>
                  </a:lnTo>
                  <a:lnTo>
                    <a:pt x="7119741" y="511961"/>
                  </a:lnTo>
                  <a:lnTo>
                    <a:pt x="7120323" y="511961"/>
                  </a:lnTo>
                  <a:lnTo>
                    <a:pt x="7120468" y="511961"/>
                  </a:lnTo>
                  <a:lnTo>
                    <a:pt x="7120759" y="511337"/>
                  </a:lnTo>
                  <a:lnTo>
                    <a:pt x="7120904" y="510713"/>
                  </a:lnTo>
                  <a:lnTo>
                    <a:pt x="7121050" y="510713"/>
                  </a:lnTo>
                  <a:lnTo>
                    <a:pt x="7121195" y="510713"/>
                  </a:lnTo>
                  <a:lnTo>
                    <a:pt x="7121631" y="510090"/>
                  </a:lnTo>
                  <a:lnTo>
                    <a:pt x="7121777" y="509466"/>
                  </a:lnTo>
                  <a:lnTo>
                    <a:pt x="7122504" y="509466"/>
                  </a:lnTo>
                  <a:lnTo>
                    <a:pt x="7122795" y="509466"/>
                  </a:lnTo>
                  <a:lnTo>
                    <a:pt x="7123086" y="509466"/>
                  </a:lnTo>
                  <a:lnTo>
                    <a:pt x="7123231" y="508219"/>
                  </a:lnTo>
                  <a:lnTo>
                    <a:pt x="7123376" y="508219"/>
                  </a:lnTo>
                  <a:lnTo>
                    <a:pt x="7123522" y="508219"/>
                  </a:lnTo>
                  <a:lnTo>
                    <a:pt x="7123958" y="508219"/>
                  </a:lnTo>
                  <a:lnTo>
                    <a:pt x="7124249" y="508219"/>
                  </a:lnTo>
                  <a:lnTo>
                    <a:pt x="7124394" y="508219"/>
                  </a:lnTo>
                  <a:lnTo>
                    <a:pt x="7124685" y="508219"/>
                  </a:lnTo>
                  <a:lnTo>
                    <a:pt x="7124831" y="508219"/>
                  </a:lnTo>
                  <a:lnTo>
                    <a:pt x="7125122" y="507596"/>
                  </a:lnTo>
                  <a:lnTo>
                    <a:pt x="7125703" y="507596"/>
                  </a:lnTo>
                  <a:lnTo>
                    <a:pt x="7125849" y="507596"/>
                  </a:lnTo>
                  <a:lnTo>
                    <a:pt x="7126140" y="507596"/>
                  </a:lnTo>
                  <a:lnTo>
                    <a:pt x="7126285" y="507596"/>
                  </a:lnTo>
                  <a:lnTo>
                    <a:pt x="7126576" y="507596"/>
                  </a:lnTo>
                  <a:lnTo>
                    <a:pt x="7127158" y="506972"/>
                  </a:lnTo>
                  <a:lnTo>
                    <a:pt x="7127303" y="506972"/>
                  </a:lnTo>
                  <a:lnTo>
                    <a:pt x="7127448" y="506972"/>
                  </a:lnTo>
                  <a:lnTo>
                    <a:pt x="7127594" y="506972"/>
                  </a:lnTo>
                  <a:lnTo>
                    <a:pt x="7128030" y="506972"/>
                  </a:lnTo>
                  <a:lnTo>
                    <a:pt x="7128466" y="506972"/>
                  </a:lnTo>
                  <a:lnTo>
                    <a:pt x="7129339" y="506972"/>
                  </a:lnTo>
                  <a:lnTo>
                    <a:pt x="7129484" y="506972"/>
                  </a:lnTo>
                  <a:lnTo>
                    <a:pt x="7129630" y="506972"/>
                  </a:lnTo>
                  <a:lnTo>
                    <a:pt x="7129775" y="506348"/>
                  </a:lnTo>
                  <a:lnTo>
                    <a:pt x="7130066" y="506348"/>
                  </a:lnTo>
                  <a:lnTo>
                    <a:pt x="7130211" y="506348"/>
                  </a:lnTo>
                  <a:lnTo>
                    <a:pt x="7130357" y="506348"/>
                  </a:lnTo>
                  <a:lnTo>
                    <a:pt x="7130502" y="506348"/>
                  </a:lnTo>
                  <a:lnTo>
                    <a:pt x="7130793" y="506348"/>
                  </a:lnTo>
                  <a:lnTo>
                    <a:pt x="7130939" y="505725"/>
                  </a:lnTo>
                  <a:lnTo>
                    <a:pt x="7131084" y="505101"/>
                  </a:lnTo>
                  <a:lnTo>
                    <a:pt x="7131229" y="505101"/>
                  </a:lnTo>
                  <a:lnTo>
                    <a:pt x="7131375" y="505101"/>
                  </a:lnTo>
                  <a:lnTo>
                    <a:pt x="7131520" y="505101"/>
                  </a:lnTo>
                  <a:lnTo>
                    <a:pt x="7131811" y="505101"/>
                  </a:lnTo>
                  <a:lnTo>
                    <a:pt x="7131957" y="505101"/>
                  </a:lnTo>
                  <a:lnTo>
                    <a:pt x="7131957" y="504478"/>
                  </a:lnTo>
                  <a:lnTo>
                    <a:pt x="7132247" y="504478"/>
                  </a:lnTo>
                  <a:lnTo>
                    <a:pt x="7132393" y="504478"/>
                  </a:lnTo>
                  <a:lnTo>
                    <a:pt x="7132975" y="504478"/>
                  </a:lnTo>
                  <a:lnTo>
                    <a:pt x="7133120" y="504478"/>
                  </a:lnTo>
                  <a:lnTo>
                    <a:pt x="7133556" y="503854"/>
                  </a:lnTo>
                  <a:lnTo>
                    <a:pt x="7133702" y="503854"/>
                  </a:lnTo>
                  <a:lnTo>
                    <a:pt x="7133847" y="503230"/>
                  </a:lnTo>
                  <a:lnTo>
                    <a:pt x="7134138" y="503230"/>
                  </a:lnTo>
                  <a:lnTo>
                    <a:pt x="7134865" y="502607"/>
                  </a:lnTo>
                  <a:lnTo>
                    <a:pt x="7135011" y="502607"/>
                  </a:lnTo>
                  <a:lnTo>
                    <a:pt x="7135156" y="502607"/>
                  </a:lnTo>
                  <a:lnTo>
                    <a:pt x="7135301" y="502607"/>
                  </a:lnTo>
                  <a:lnTo>
                    <a:pt x="7136029" y="502607"/>
                  </a:lnTo>
                  <a:lnTo>
                    <a:pt x="7136174" y="502607"/>
                  </a:lnTo>
                  <a:lnTo>
                    <a:pt x="7136756" y="502607"/>
                  </a:lnTo>
                  <a:lnTo>
                    <a:pt x="7137046" y="501983"/>
                  </a:lnTo>
                  <a:lnTo>
                    <a:pt x="7137192" y="501983"/>
                  </a:lnTo>
                  <a:lnTo>
                    <a:pt x="7137337" y="501983"/>
                  </a:lnTo>
                  <a:lnTo>
                    <a:pt x="7137483" y="501983"/>
                  </a:lnTo>
                  <a:lnTo>
                    <a:pt x="7137774" y="501360"/>
                  </a:lnTo>
                  <a:lnTo>
                    <a:pt x="7137919" y="501360"/>
                  </a:lnTo>
                  <a:lnTo>
                    <a:pt x="7138210" y="500736"/>
                  </a:lnTo>
                  <a:lnTo>
                    <a:pt x="7138501" y="500736"/>
                  </a:lnTo>
                  <a:lnTo>
                    <a:pt x="7138937" y="500736"/>
                  </a:lnTo>
                  <a:lnTo>
                    <a:pt x="7140246" y="500736"/>
                  </a:lnTo>
                  <a:lnTo>
                    <a:pt x="7140391" y="500736"/>
                  </a:lnTo>
                  <a:lnTo>
                    <a:pt x="7140828" y="500736"/>
                  </a:lnTo>
                  <a:lnTo>
                    <a:pt x="7140973" y="500736"/>
                  </a:lnTo>
                  <a:lnTo>
                    <a:pt x="7141555" y="500736"/>
                  </a:lnTo>
                  <a:lnTo>
                    <a:pt x="7141991" y="500736"/>
                  </a:lnTo>
                  <a:lnTo>
                    <a:pt x="7142136" y="500736"/>
                  </a:lnTo>
                  <a:lnTo>
                    <a:pt x="7142427" y="500736"/>
                  </a:lnTo>
                  <a:lnTo>
                    <a:pt x="7142718" y="500736"/>
                  </a:lnTo>
                  <a:lnTo>
                    <a:pt x="7143591" y="498865"/>
                  </a:lnTo>
                  <a:lnTo>
                    <a:pt x="7143736" y="498865"/>
                  </a:lnTo>
                  <a:lnTo>
                    <a:pt x="7143881" y="498865"/>
                  </a:lnTo>
                  <a:lnTo>
                    <a:pt x="7144027" y="498865"/>
                  </a:lnTo>
                  <a:lnTo>
                    <a:pt x="7144027" y="497618"/>
                  </a:lnTo>
                  <a:lnTo>
                    <a:pt x="7144318" y="497618"/>
                  </a:lnTo>
                  <a:lnTo>
                    <a:pt x="7145190" y="497618"/>
                  </a:lnTo>
                  <a:lnTo>
                    <a:pt x="7145336" y="497618"/>
                  </a:lnTo>
                  <a:lnTo>
                    <a:pt x="7145772" y="497618"/>
                  </a:lnTo>
                  <a:lnTo>
                    <a:pt x="7146354" y="496371"/>
                  </a:lnTo>
                  <a:lnTo>
                    <a:pt x="7146499" y="496371"/>
                  </a:lnTo>
                  <a:lnTo>
                    <a:pt x="7146645" y="496371"/>
                  </a:lnTo>
                  <a:lnTo>
                    <a:pt x="7147808" y="495747"/>
                  </a:lnTo>
                  <a:lnTo>
                    <a:pt x="7148826" y="495747"/>
                  </a:lnTo>
                  <a:lnTo>
                    <a:pt x="7149262" y="495747"/>
                  </a:lnTo>
                  <a:lnTo>
                    <a:pt x="7149408" y="495747"/>
                  </a:lnTo>
                  <a:lnTo>
                    <a:pt x="7150135" y="495747"/>
                  </a:lnTo>
                  <a:lnTo>
                    <a:pt x="7150280" y="495747"/>
                  </a:lnTo>
                  <a:lnTo>
                    <a:pt x="7150571" y="495747"/>
                  </a:lnTo>
                  <a:lnTo>
                    <a:pt x="7151444" y="494500"/>
                  </a:lnTo>
                  <a:lnTo>
                    <a:pt x="7152025" y="494500"/>
                  </a:lnTo>
                  <a:lnTo>
                    <a:pt x="7152171" y="494500"/>
                  </a:lnTo>
                  <a:lnTo>
                    <a:pt x="7152898" y="494500"/>
                  </a:lnTo>
                  <a:lnTo>
                    <a:pt x="7153043" y="494500"/>
                  </a:lnTo>
                  <a:lnTo>
                    <a:pt x="7153480" y="494500"/>
                  </a:lnTo>
                  <a:lnTo>
                    <a:pt x="7154061" y="493253"/>
                  </a:lnTo>
                  <a:lnTo>
                    <a:pt x="7154498" y="493253"/>
                  </a:lnTo>
                  <a:lnTo>
                    <a:pt x="7154934" y="493253"/>
                  </a:lnTo>
                  <a:lnTo>
                    <a:pt x="7155079" y="493253"/>
                  </a:lnTo>
                  <a:lnTo>
                    <a:pt x="7155370" y="493253"/>
                  </a:lnTo>
                  <a:lnTo>
                    <a:pt x="7155952" y="492630"/>
                  </a:lnTo>
                  <a:lnTo>
                    <a:pt x="7156388" y="492630"/>
                  </a:lnTo>
                  <a:lnTo>
                    <a:pt x="7156970" y="491382"/>
                  </a:lnTo>
                  <a:lnTo>
                    <a:pt x="7157406" y="491382"/>
                  </a:lnTo>
                  <a:lnTo>
                    <a:pt x="7158133" y="490759"/>
                  </a:lnTo>
                  <a:lnTo>
                    <a:pt x="7158860" y="490759"/>
                  </a:lnTo>
                  <a:lnTo>
                    <a:pt x="7159297" y="490759"/>
                  </a:lnTo>
                  <a:lnTo>
                    <a:pt x="7160024" y="490759"/>
                  </a:lnTo>
                  <a:lnTo>
                    <a:pt x="7160896" y="490759"/>
                  </a:lnTo>
                  <a:lnTo>
                    <a:pt x="7161333" y="490759"/>
                  </a:lnTo>
                  <a:lnTo>
                    <a:pt x="7161478" y="490759"/>
                  </a:lnTo>
                  <a:lnTo>
                    <a:pt x="7161914" y="490759"/>
                  </a:lnTo>
                  <a:lnTo>
                    <a:pt x="7162496" y="490759"/>
                  </a:lnTo>
                  <a:lnTo>
                    <a:pt x="7162787" y="490759"/>
                  </a:lnTo>
                  <a:lnTo>
                    <a:pt x="7162932" y="490135"/>
                  </a:lnTo>
                  <a:lnTo>
                    <a:pt x="7163369" y="490135"/>
                  </a:lnTo>
                  <a:lnTo>
                    <a:pt x="7163659" y="488888"/>
                  </a:lnTo>
                  <a:lnTo>
                    <a:pt x="7164096" y="488888"/>
                  </a:lnTo>
                  <a:lnTo>
                    <a:pt x="7164241" y="488264"/>
                  </a:lnTo>
                  <a:lnTo>
                    <a:pt x="7164386" y="487641"/>
                  </a:lnTo>
                  <a:lnTo>
                    <a:pt x="7165404" y="487641"/>
                  </a:lnTo>
                  <a:lnTo>
                    <a:pt x="7165550" y="487641"/>
                  </a:lnTo>
                  <a:lnTo>
                    <a:pt x="7165841" y="487641"/>
                  </a:lnTo>
                  <a:lnTo>
                    <a:pt x="7165841" y="487017"/>
                  </a:lnTo>
                  <a:lnTo>
                    <a:pt x="7165986" y="487017"/>
                  </a:lnTo>
                  <a:lnTo>
                    <a:pt x="7166132" y="487017"/>
                  </a:lnTo>
                  <a:lnTo>
                    <a:pt x="7166422" y="487017"/>
                  </a:lnTo>
                  <a:lnTo>
                    <a:pt x="7166713" y="487017"/>
                  </a:lnTo>
                  <a:lnTo>
                    <a:pt x="7166859" y="487017"/>
                  </a:lnTo>
                  <a:lnTo>
                    <a:pt x="7166859" y="486394"/>
                  </a:lnTo>
                  <a:lnTo>
                    <a:pt x="7167004" y="485147"/>
                  </a:lnTo>
                  <a:lnTo>
                    <a:pt x="7167150" y="485147"/>
                  </a:lnTo>
                  <a:lnTo>
                    <a:pt x="7167440" y="485147"/>
                  </a:lnTo>
                  <a:lnTo>
                    <a:pt x="7167731" y="483899"/>
                  </a:lnTo>
                  <a:lnTo>
                    <a:pt x="7167877" y="483899"/>
                  </a:lnTo>
                  <a:lnTo>
                    <a:pt x="7168022" y="483899"/>
                  </a:lnTo>
                  <a:lnTo>
                    <a:pt x="7168168" y="483899"/>
                  </a:lnTo>
                  <a:lnTo>
                    <a:pt x="7168313" y="483899"/>
                  </a:lnTo>
                  <a:lnTo>
                    <a:pt x="7168313" y="483276"/>
                  </a:lnTo>
                  <a:lnTo>
                    <a:pt x="7168604" y="483276"/>
                  </a:lnTo>
                  <a:lnTo>
                    <a:pt x="7168749" y="483276"/>
                  </a:lnTo>
                  <a:lnTo>
                    <a:pt x="7168895" y="483276"/>
                  </a:lnTo>
                  <a:lnTo>
                    <a:pt x="7169040" y="483276"/>
                  </a:lnTo>
                  <a:lnTo>
                    <a:pt x="7169186" y="483276"/>
                  </a:lnTo>
                  <a:lnTo>
                    <a:pt x="7169622" y="483276"/>
                  </a:lnTo>
                  <a:lnTo>
                    <a:pt x="7169767" y="483276"/>
                  </a:lnTo>
                  <a:lnTo>
                    <a:pt x="7169913" y="483276"/>
                  </a:lnTo>
                  <a:lnTo>
                    <a:pt x="7170058" y="483276"/>
                  </a:lnTo>
                  <a:lnTo>
                    <a:pt x="7170204" y="482652"/>
                  </a:lnTo>
                  <a:lnTo>
                    <a:pt x="7170204" y="482029"/>
                  </a:lnTo>
                  <a:lnTo>
                    <a:pt x="7170640" y="482029"/>
                  </a:lnTo>
                  <a:lnTo>
                    <a:pt x="7171076" y="482029"/>
                  </a:lnTo>
                  <a:lnTo>
                    <a:pt x="7171367" y="481405"/>
                  </a:lnTo>
                  <a:lnTo>
                    <a:pt x="7171658" y="481405"/>
                  </a:lnTo>
                  <a:lnTo>
                    <a:pt x="7171803" y="480781"/>
                  </a:lnTo>
                  <a:lnTo>
                    <a:pt x="7172239" y="480781"/>
                  </a:lnTo>
                  <a:lnTo>
                    <a:pt x="7172385" y="480781"/>
                  </a:lnTo>
                  <a:lnTo>
                    <a:pt x="7172676" y="480781"/>
                  </a:lnTo>
                  <a:lnTo>
                    <a:pt x="7173257" y="480781"/>
                  </a:lnTo>
                  <a:lnTo>
                    <a:pt x="7173403" y="480781"/>
                  </a:lnTo>
                  <a:lnTo>
                    <a:pt x="7173694" y="480781"/>
                  </a:lnTo>
                  <a:lnTo>
                    <a:pt x="7173985" y="480781"/>
                  </a:lnTo>
                  <a:lnTo>
                    <a:pt x="7174566" y="480781"/>
                  </a:lnTo>
                  <a:lnTo>
                    <a:pt x="7174712" y="480781"/>
                  </a:lnTo>
                  <a:lnTo>
                    <a:pt x="7175003" y="480781"/>
                  </a:lnTo>
                  <a:lnTo>
                    <a:pt x="7175439" y="480781"/>
                  </a:lnTo>
                  <a:lnTo>
                    <a:pt x="7176166" y="480781"/>
                  </a:lnTo>
                  <a:lnTo>
                    <a:pt x="7176457" y="480781"/>
                  </a:lnTo>
                  <a:lnTo>
                    <a:pt x="7176893" y="480781"/>
                  </a:lnTo>
                  <a:lnTo>
                    <a:pt x="7177038" y="480781"/>
                  </a:lnTo>
                  <a:lnTo>
                    <a:pt x="7177184" y="480158"/>
                  </a:lnTo>
                  <a:lnTo>
                    <a:pt x="7177329" y="480158"/>
                  </a:lnTo>
                  <a:lnTo>
                    <a:pt x="7177766" y="479534"/>
                  </a:lnTo>
                  <a:lnTo>
                    <a:pt x="7178202" y="479534"/>
                  </a:lnTo>
                  <a:lnTo>
                    <a:pt x="7178638" y="479534"/>
                  </a:lnTo>
                  <a:lnTo>
                    <a:pt x="7178929" y="478911"/>
                  </a:lnTo>
                  <a:lnTo>
                    <a:pt x="7179220" y="478911"/>
                  </a:lnTo>
                  <a:lnTo>
                    <a:pt x="7179365" y="478911"/>
                  </a:lnTo>
                  <a:lnTo>
                    <a:pt x="7179511" y="478911"/>
                  </a:lnTo>
                  <a:lnTo>
                    <a:pt x="7179656" y="478911"/>
                  </a:lnTo>
                  <a:lnTo>
                    <a:pt x="7179802" y="478911"/>
                  </a:lnTo>
                  <a:lnTo>
                    <a:pt x="7180529" y="478911"/>
                  </a:lnTo>
                  <a:lnTo>
                    <a:pt x="7181110" y="478911"/>
                  </a:lnTo>
                  <a:lnTo>
                    <a:pt x="7181256" y="478911"/>
                  </a:lnTo>
                  <a:lnTo>
                    <a:pt x="7181401" y="478287"/>
                  </a:lnTo>
                  <a:lnTo>
                    <a:pt x="7181692" y="478287"/>
                  </a:lnTo>
                  <a:lnTo>
                    <a:pt x="7181838" y="478287"/>
                  </a:lnTo>
                  <a:lnTo>
                    <a:pt x="7182128" y="478287"/>
                  </a:lnTo>
                  <a:lnTo>
                    <a:pt x="7182274" y="478287"/>
                  </a:lnTo>
                  <a:lnTo>
                    <a:pt x="7182419" y="478287"/>
                  </a:lnTo>
                  <a:lnTo>
                    <a:pt x="7182419" y="477664"/>
                  </a:lnTo>
                  <a:lnTo>
                    <a:pt x="7182565" y="477664"/>
                  </a:lnTo>
                  <a:lnTo>
                    <a:pt x="7183146" y="477664"/>
                  </a:lnTo>
                  <a:lnTo>
                    <a:pt x="7183292" y="477664"/>
                  </a:lnTo>
                  <a:lnTo>
                    <a:pt x="7183437" y="477664"/>
                  </a:lnTo>
                  <a:lnTo>
                    <a:pt x="7183583" y="477664"/>
                  </a:lnTo>
                  <a:lnTo>
                    <a:pt x="7183728" y="477664"/>
                  </a:lnTo>
                  <a:lnTo>
                    <a:pt x="7183728" y="477040"/>
                  </a:lnTo>
                  <a:lnTo>
                    <a:pt x="7184310" y="477040"/>
                  </a:lnTo>
                  <a:lnTo>
                    <a:pt x="7184891" y="477040"/>
                  </a:lnTo>
                  <a:lnTo>
                    <a:pt x="7185037" y="477040"/>
                  </a:lnTo>
                  <a:lnTo>
                    <a:pt x="7185619" y="477040"/>
                  </a:lnTo>
                  <a:lnTo>
                    <a:pt x="7185764" y="477040"/>
                  </a:lnTo>
                  <a:lnTo>
                    <a:pt x="7185909" y="477040"/>
                  </a:lnTo>
                  <a:lnTo>
                    <a:pt x="7186055" y="477040"/>
                  </a:lnTo>
                  <a:lnTo>
                    <a:pt x="7186200" y="477040"/>
                  </a:lnTo>
                  <a:lnTo>
                    <a:pt x="7186491" y="477040"/>
                  </a:lnTo>
                  <a:lnTo>
                    <a:pt x="7186637" y="477040"/>
                  </a:lnTo>
                  <a:lnTo>
                    <a:pt x="7186782" y="477040"/>
                  </a:lnTo>
                  <a:lnTo>
                    <a:pt x="7186927" y="477040"/>
                  </a:lnTo>
                  <a:lnTo>
                    <a:pt x="7187073" y="477040"/>
                  </a:lnTo>
                  <a:lnTo>
                    <a:pt x="7187655" y="476416"/>
                  </a:lnTo>
                  <a:lnTo>
                    <a:pt x="7187800" y="476416"/>
                  </a:lnTo>
                  <a:lnTo>
                    <a:pt x="7188091" y="476416"/>
                  </a:lnTo>
                  <a:lnTo>
                    <a:pt x="7188236" y="476416"/>
                  </a:lnTo>
                  <a:lnTo>
                    <a:pt x="7188382" y="476416"/>
                  </a:lnTo>
                  <a:lnTo>
                    <a:pt x="7188527" y="476416"/>
                  </a:lnTo>
                  <a:lnTo>
                    <a:pt x="7188963" y="476416"/>
                  </a:lnTo>
                  <a:lnTo>
                    <a:pt x="7189400" y="476416"/>
                  </a:lnTo>
                  <a:lnTo>
                    <a:pt x="7189545" y="476416"/>
                  </a:lnTo>
                  <a:lnTo>
                    <a:pt x="7189691" y="476416"/>
                  </a:lnTo>
                  <a:lnTo>
                    <a:pt x="7190127" y="476416"/>
                  </a:lnTo>
                  <a:lnTo>
                    <a:pt x="7190272" y="476416"/>
                  </a:lnTo>
                  <a:lnTo>
                    <a:pt x="7190418" y="476416"/>
                  </a:lnTo>
                  <a:lnTo>
                    <a:pt x="7190854" y="476416"/>
                  </a:lnTo>
                  <a:lnTo>
                    <a:pt x="7190999" y="476416"/>
                  </a:lnTo>
                  <a:lnTo>
                    <a:pt x="7191145" y="476416"/>
                  </a:lnTo>
                  <a:lnTo>
                    <a:pt x="7191290" y="476416"/>
                  </a:lnTo>
                  <a:lnTo>
                    <a:pt x="7191436" y="476416"/>
                  </a:lnTo>
                  <a:lnTo>
                    <a:pt x="7191581" y="476416"/>
                  </a:lnTo>
                  <a:lnTo>
                    <a:pt x="7212813" y="462698"/>
                  </a:lnTo>
                  <a:lnTo>
                    <a:pt x="7213104" y="462698"/>
                  </a:lnTo>
                  <a:lnTo>
                    <a:pt x="7213249" y="462074"/>
                  </a:lnTo>
                  <a:lnTo>
                    <a:pt x="7214122" y="462074"/>
                  </a:lnTo>
                  <a:lnTo>
                    <a:pt x="7214267" y="462074"/>
                  </a:lnTo>
                  <a:lnTo>
                    <a:pt x="7214558" y="462074"/>
                  </a:lnTo>
                  <a:lnTo>
                    <a:pt x="7214849" y="462074"/>
                  </a:lnTo>
                  <a:lnTo>
                    <a:pt x="7214995" y="462074"/>
                  </a:lnTo>
                  <a:lnTo>
                    <a:pt x="7215140" y="462074"/>
                  </a:lnTo>
                  <a:lnTo>
                    <a:pt x="7215576" y="462074"/>
                  </a:lnTo>
                  <a:lnTo>
                    <a:pt x="7216594" y="462074"/>
                  </a:lnTo>
                  <a:lnTo>
                    <a:pt x="7216740" y="462074"/>
                  </a:lnTo>
                  <a:lnTo>
                    <a:pt x="7217176" y="462074"/>
                  </a:lnTo>
                  <a:lnTo>
                    <a:pt x="7217612" y="462074"/>
                  </a:lnTo>
                  <a:lnTo>
                    <a:pt x="7217612" y="461450"/>
                  </a:lnTo>
                  <a:lnTo>
                    <a:pt x="7217758" y="461450"/>
                  </a:lnTo>
                  <a:lnTo>
                    <a:pt x="7217903" y="461450"/>
                  </a:lnTo>
                  <a:lnTo>
                    <a:pt x="7218048" y="461450"/>
                  </a:lnTo>
                  <a:lnTo>
                    <a:pt x="7218339" y="461450"/>
                  </a:lnTo>
                  <a:lnTo>
                    <a:pt x="7218485" y="460827"/>
                  </a:lnTo>
                  <a:lnTo>
                    <a:pt x="7218630" y="460827"/>
                  </a:lnTo>
                  <a:lnTo>
                    <a:pt x="7219357" y="460827"/>
                  </a:lnTo>
                  <a:lnTo>
                    <a:pt x="7219794" y="460827"/>
                  </a:lnTo>
                  <a:lnTo>
                    <a:pt x="7220230" y="460203"/>
                  </a:lnTo>
                  <a:lnTo>
                    <a:pt x="7220375" y="460203"/>
                  </a:lnTo>
                  <a:lnTo>
                    <a:pt x="7220521" y="460203"/>
                  </a:lnTo>
                  <a:lnTo>
                    <a:pt x="7220666" y="459580"/>
                  </a:lnTo>
                  <a:lnTo>
                    <a:pt x="7220812" y="459580"/>
                  </a:lnTo>
                  <a:lnTo>
                    <a:pt x="7221539" y="459580"/>
                  </a:lnTo>
                  <a:lnTo>
                    <a:pt x="7221975" y="459580"/>
                  </a:lnTo>
                  <a:lnTo>
                    <a:pt x="7222120" y="459580"/>
                  </a:lnTo>
                  <a:lnTo>
                    <a:pt x="7222411" y="459580"/>
                  </a:lnTo>
                  <a:lnTo>
                    <a:pt x="7222848" y="459580"/>
                  </a:lnTo>
                  <a:lnTo>
                    <a:pt x="7222993" y="459580"/>
                  </a:lnTo>
                  <a:lnTo>
                    <a:pt x="7223138" y="459580"/>
                  </a:lnTo>
                  <a:lnTo>
                    <a:pt x="7223429" y="459580"/>
                  </a:lnTo>
                  <a:lnTo>
                    <a:pt x="7223866" y="459580"/>
                  </a:lnTo>
                  <a:lnTo>
                    <a:pt x="7223866" y="458956"/>
                  </a:lnTo>
                  <a:lnTo>
                    <a:pt x="7224302" y="458956"/>
                  </a:lnTo>
                  <a:lnTo>
                    <a:pt x="7224447" y="458956"/>
                  </a:lnTo>
                  <a:lnTo>
                    <a:pt x="7224593" y="458956"/>
                  </a:lnTo>
                  <a:lnTo>
                    <a:pt x="7224738" y="458956"/>
                  </a:lnTo>
                  <a:lnTo>
                    <a:pt x="7225174" y="458956"/>
                  </a:lnTo>
                  <a:lnTo>
                    <a:pt x="7225465" y="458956"/>
                  </a:lnTo>
                  <a:lnTo>
                    <a:pt x="7225611" y="458956"/>
                  </a:lnTo>
                  <a:lnTo>
                    <a:pt x="7225756" y="458956"/>
                  </a:lnTo>
                  <a:lnTo>
                    <a:pt x="7225901" y="458333"/>
                  </a:lnTo>
                  <a:lnTo>
                    <a:pt x="7226338" y="457709"/>
                  </a:lnTo>
                  <a:lnTo>
                    <a:pt x="7226483" y="456462"/>
                  </a:lnTo>
                  <a:lnTo>
                    <a:pt x="7226629" y="456462"/>
                  </a:lnTo>
                  <a:lnTo>
                    <a:pt x="7226774" y="456462"/>
                  </a:lnTo>
                  <a:lnTo>
                    <a:pt x="7227356" y="455838"/>
                  </a:lnTo>
                  <a:lnTo>
                    <a:pt x="7227647" y="455838"/>
                  </a:lnTo>
                  <a:lnTo>
                    <a:pt x="7227937" y="455838"/>
                  </a:lnTo>
                  <a:lnTo>
                    <a:pt x="7228083" y="455838"/>
                  </a:lnTo>
                  <a:lnTo>
                    <a:pt x="7228228" y="455838"/>
                  </a:lnTo>
                  <a:lnTo>
                    <a:pt x="7228374" y="455838"/>
                  </a:lnTo>
                  <a:lnTo>
                    <a:pt x="7228519" y="455838"/>
                  </a:lnTo>
                  <a:lnTo>
                    <a:pt x="7228955" y="455838"/>
                  </a:lnTo>
                  <a:lnTo>
                    <a:pt x="7229246" y="455838"/>
                  </a:lnTo>
                  <a:lnTo>
                    <a:pt x="7229973" y="455838"/>
                  </a:lnTo>
                  <a:lnTo>
                    <a:pt x="7230119" y="455838"/>
                  </a:lnTo>
                  <a:lnTo>
                    <a:pt x="7230410" y="455838"/>
                  </a:lnTo>
                  <a:lnTo>
                    <a:pt x="7230555" y="455838"/>
                  </a:lnTo>
                  <a:lnTo>
                    <a:pt x="7230991" y="455215"/>
                  </a:lnTo>
                  <a:lnTo>
                    <a:pt x="7231137" y="455215"/>
                  </a:lnTo>
                  <a:lnTo>
                    <a:pt x="7231573" y="455215"/>
                  </a:lnTo>
                  <a:lnTo>
                    <a:pt x="7231718" y="455215"/>
                  </a:lnTo>
                  <a:lnTo>
                    <a:pt x="7232155" y="455215"/>
                  </a:lnTo>
                  <a:lnTo>
                    <a:pt x="7232300" y="455215"/>
                  </a:lnTo>
                  <a:lnTo>
                    <a:pt x="7232446" y="455215"/>
                  </a:lnTo>
                  <a:lnTo>
                    <a:pt x="7232591" y="455215"/>
                  </a:lnTo>
                  <a:lnTo>
                    <a:pt x="7233173" y="455215"/>
                  </a:lnTo>
                  <a:lnTo>
                    <a:pt x="7233173" y="454591"/>
                  </a:lnTo>
                  <a:lnTo>
                    <a:pt x="7233318" y="454591"/>
                  </a:lnTo>
                  <a:lnTo>
                    <a:pt x="7233754" y="454591"/>
                  </a:lnTo>
                  <a:lnTo>
                    <a:pt x="7233754" y="453967"/>
                  </a:lnTo>
                  <a:lnTo>
                    <a:pt x="7234045" y="453967"/>
                  </a:lnTo>
                  <a:lnTo>
                    <a:pt x="7234191" y="453967"/>
                  </a:lnTo>
                  <a:lnTo>
                    <a:pt x="7234482" y="453967"/>
                  </a:lnTo>
                  <a:lnTo>
                    <a:pt x="7234627" y="453967"/>
                  </a:lnTo>
                  <a:lnTo>
                    <a:pt x="7234772" y="453967"/>
                  </a:lnTo>
                  <a:lnTo>
                    <a:pt x="7234918" y="453967"/>
                  </a:lnTo>
                  <a:lnTo>
                    <a:pt x="7235209" y="453967"/>
                  </a:lnTo>
                  <a:lnTo>
                    <a:pt x="7235209" y="453344"/>
                  </a:lnTo>
                  <a:lnTo>
                    <a:pt x="7235354" y="452720"/>
                  </a:lnTo>
                  <a:lnTo>
                    <a:pt x="7235645" y="452720"/>
                  </a:lnTo>
                  <a:lnTo>
                    <a:pt x="7235936" y="452720"/>
                  </a:lnTo>
                  <a:lnTo>
                    <a:pt x="7236227" y="452720"/>
                  </a:lnTo>
                  <a:lnTo>
                    <a:pt x="7236372" y="452720"/>
                  </a:lnTo>
                  <a:lnTo>
                    <a:pt x="7236518" y="452720"/>
                  </a:lnTo>
                  <a:lnTo>
                    <a:pt x="7236808" y="451473"/>
                  </a:lnTo>
                  <a:lnTo>
                    <a:pt x="7236954" y="451473"/>
                  </a:lnTo>
                  <a:lnTo>
                    <a:pt x="7237390" y="451473"/>
                  </a:lnTo>
                  <a:lnTo>
                    <a:pt x="7237681" y="451473"/>
                  </a:lnTo>
                  <a:lnTo>
                    <a:pt x="7237826" y="450226"/>
                  </a:lnTo>
                  <a:lnTo>
                    <a:pt x="7237972" y="450226"/>
                  </a:lnTo>
                  <a:lnTo>
                    <a:pt x="7238263" y="450226"/>
                  </a:lnTo>
                  <a:lnTo>
                    <a:pt x="7238990" y="450226"/>
                  </a:lnTo>
                  <a:lnTo>
                    <a:pt x="7239426" y="450226"/>
                  </a:lnTo>
                  <a:lnTo>
                    <a:pt x="7239571" y="450226"/>
                  </a:lnTo>
                  <a:lnTo>
                    <a:pt x="7240008" y="450226"/>
                  </a:lnTo>
                  <a:lnTo>
                    <a:pt x="7240153" y="449602"/>
                  </a:lnTo>
                  <a:lnTo>
                    <a:pt x="7240299" y="449602"/>
                  </a:lnTo>
                  <a:lnTo>
                    <a:pt x="7240589" y="449602"/>
                  </a:lnTo>
                  <a:lnTo>
                    <a:pt x="7240735" y="449602"/>
                  </a:lnTo>
                  <a:lnTo>
                    <a:pt x="7241462" y="448979"/>
                  </a:lnTo>
                  <a:lnTo>
                    <a:pt x="7242771" y="447732"/>
                  </a:lnTo>
                  <a:lnTo>
                    <a:pt x="7243207" y="447108"/>
                  </a:lnTo>
                  <a:lnTo>
                    <a:pt x="7243934" y="447108"/>
                  </a:lnTo>
                  <a:lnTo>
                    <a:pt x="7244371" y="447108"/>
                  </a:lnTo>
                  <a:lnTo>
                    <a:pt x="7244807" y="447108"/>
                  </a:lnTo>
                  <a:lnTo>
                    <a:pt x="7245098" y="447108"/>
                  </a:lnTo>
                  <a:lnTo>
                    <a:pt x="7246261" y="447108"/>
                  </a:lnTo>
                  <a:lnTo>
                    <a:pt x="7246843" y="446484"/>
                  </a:lnTo>
                  <a:lnTo>
                    <a:pt x="7246843" y="445861"/>
                  </a:lnTo>
                  <a:lnTo>
                    <a:pt x="7246988" y="445237"/>
                  </a:lnTo>
                  <a:lnTo>
                    <a:pt x="7247134" y="445237"/>
                  </a:lnTo>
                  <a:lnTo>
                    <a:pt x="7247570" y="445237"/>
                  </a:lnTo>
                  <a:lnTo>
                    <a:pt x="7248152" y="444614"/>
                  </a:lnTo>
                  <a:lnTo>
                    <a:pt x="7248297" y="444614"/>
                  </a:lnTo>
                  <a:lnTo>
                    <a:pt x="7248442" y="444614"/>
                  </a:lnTo>
                  <a:lnTo>
                    <a:pt x="7248588" y="444614"/>
                  </a:lnTo>
                  <a:lnTo>
                    <a:pt x="7249170" y="444614"/>
                  </a:lnTo>
                  <a:lnTo>
                    <a:pt x="7249315" y="443990"/>
                  </a:lnTo>
                  <a:lnTo>
                    <a:pt x="7250624" y="443990"/>
                  </a:lnTo>
                  <a:lnTo>
                    <a:pt x="7250769" y="443990"/>
                  </a:lnTo>
                  <a:lnTo>
                    <a:pt x="7251496" y="443990"/>
                  </a:lnTo>
                  <a:lnTo>
                    <a:pt x="7251642" y="443990"/>
                  </a:lnTo>
                  <a:lnTo>
                    <a:pt x="7252514" y="443367"/>
                  </a:lnTo>
                  <a:lnTo>
                    <a:pt x="7252805" y="443367"/>
                  </a:lnTo>
                  <a:lnTo>
                    <a:pt x="7253096" y="443367"/>
                  </a:lnTo>
                  <a:lnTo>
                    <a:pt x="7253969" y="443367"/>
                  </a:lnTo>
                  <a:lnTo>
                    <a:pt x="7254259" y="443367"/>
                  </a:lnTo>
                  <a:lnTo>
                    <a:pt x="7254405" y="443367"/>
                  </a:lnTo>
                  <a:lnTo>
                    <a:pt x="7254405" y="442743"/>
                  </a:lnTo>
                  <a:lnTo>
                    <a:pt x="7255132" y="442119"/>
                  </a:lnTo>
                  <a:lnTo>
                    <a:pt x="7255277" y="442119"/>
                  </a:lnTo>
                  <a:lnTo>
                    <a:pt x="7255423" y="442119"/>
                  </a:lnTo>
                  <a:lnTo>
                    <a:pt x="7256150" y="441496"/>
                  </a:lnTo>
                  <a:lnTo>
                    <a:pt x="7256295" y="441496"/>
                  </a:lnTo>
                  <a:lnTo>
                    <a:pt x="7256877" y="441496"/>
                  </a:lnTo>
                  <a:lnTo>
                    <a:pt x="7257168" y="441496"/>
                  </a:lnTo>
                  <a:lnTo>
                    <a:pt x="7257750" y="440872"/>
                  </a:lnTo>
                  <a:lnTo>
                    <a:pt x="7258186" y="440872"/>
                  </a:lnTo>
                  <a:lnTo>
                    <a:pt x="7258477" y="440872"/>
                  </a:lnTo>
                  <a:lnTo>
                    <a:pt x="7258768" y="440872"/>
                  </a:lnTo>
                  <a:lnTo>
                    <a:pt x="7259640" y="440872"/>
                  </a:lnTo>
                  <a:lnTo>
                    <a:pt x="7259786" y="440872"/>
                  </a:lnTo>
                  <a:lnTo>
                    <a:pt x="7259931" y="440872"/>
                  </a:lnTo>
                  <a:lnTo>
                    <a:pt x="7260076" y="440872"/>
                  </a:lnTo>
                  <a:lnTo>
                    <a:pt x="7260222" y="440872"/>
                  </a:lnTo>
                  <a:lnTo>
                    <a:pt x="7260222" y="440249"/>
                  </a:lnTo>
                  <a:lnTo>
                    <a:pt x="7260513" y="440249"/>
                  </a:lnTo>
                  <a:lnTo>
                    <a:pt x="7260658" y="440249"/>
                  </a:lnTo>
                  <a:lnTo>
                    <a:pt x="7260804" y="440249"/>
                  </a:lnTo>
                  <a:lnTo>
                    <a:pt x="7260949" y="440249"/>
                  </a:lnTo>
                  <a:lnTo>
                    <a:pt x="7261094" y="440249"/>
                  </a:lnTo>
                  <a:lnTo>
                    <a:pt x="7261240" y="440249"/>
                  </a:lnTo>
                  <a:lnTo>
                    <a:pt x="7261385" y="440249"/>
                  </a:lnTo>
                  <a:lnTo>
                    <a:pt x="7261531" y="440249"/>
                  </a:lnTo>
                  <a:lnTo>
                    <a:pt x="7261676" y="440249"/>
                  </a:lnTo>
                  <a:lnTo>
                    <a:pt x="7261967" y="440249"/>
                  </a:lnTo>
                  <a:lnTo>
                    <a:pt x="7262112" y="440249"/>
                  </a:lnTo>
                  <a:lnTo>
                    <a:pt x="7262112" y="439625"/>
                  </a:lnTo>
                  <a:lnTo>
                    <a:pt x="7262258" y="439625"/>
                  </a:lnTo>
                  <a:lnTo>
                    <a:pt x="7262403" y="439625"/>
                  </a:lnTo>
                  <a:lnTo>
                    <a:pt x="7262549" y="439625"/>
                  </a:lnTo>
                  <a:lnTo>
                    <a:pt x="7262694" y="439625"/>
                  </a:lnTo>
                  <a:lnTo>
                    <a:pt x="7262840" y="439001"/>
                  </a:lnTo>
                  <a:lnTo>
                    <a:pt x="7262840" y="438378"/>
                  </a:lnTo>
                  <a:lnTo>
                    <a:pt x="7263130" y="438378"/>
                  </a:lnTo>
                  <a:lnTo>
                    <a:pt x="7263276" y="438378"/>
                  </a:lnTo>
                  <a:lnTo>
                    <a:pt x="7263567" y="438378"/>
                  </a:lnTo>
                  <a:lnTo>
                    <a:pt x="7263712" y="438378"/>
                  </a:lnTo>
                  <a:lnTo>
                    <a:pt x="7264148" y="438378"/>
                  </a:lnTo>
                  <a:lnTo>
                    <a:pt x="7264148" y="437754"/>
                  </a:lnTo>
                  <a:lnTo>
                    <a:pt x="7264439" y="437754"/>
                  </a:lnTo>
                  <a:lnTo>
                    <a:pt x="7264585" y="437754"/>
                  </a:lnTo>
                  <a:lnTo>
                    <a:pt x="7264730" y="437754"/>
                  </a:lnTo>
                  <a:lnTo>
                    <a:pt x="7265166" y="437754"/>
                  </a:lnTo>
                  <a:lnTo>
                    <a:pt x="7265748" y="437754"/>
                  </a:lnTo>
                  <a:lnTo>
                    <a:pt x="7266184" y="437754"/>
                  </a:lnTo>
                  <a:lnTo>
                    <a:pt x="7266475" y="437754"/>
                  </a:lnTo>
                  <a:lnTo>
                    <a:pt x="7266766" y="437754"/>
                  </a:lnTo>
                  <a:lnTo>
                    <a:pt x="7267202" y="437754"/>
                  </a:lnTo>
                  <a:lnTo>
                    <a:pt x="7267348" y="437754"/>
                  </a:lnTo>
                  <a:lnTo>
                    <a:pt x="7267493" y="437754"/>
                  </a:lnTo>
                  <a:lnTo>
                    <a:pt x="7267639" y="437754"/>
                  </a:lnTo>
                  <a:lnTo>
                    <a:pt x="7267784" y="437754"/>
                  </a:lnTo>
                  <a:lnTo>
                    <a:pt x="7267929" y="437754"/>
                  </a:lnTo>
                  <a:lnTo>
                    <a:pt x="7268075" y="437754"/>
                  </a:lnTo>
                  <a:lnTo>
                    <a:pt x="7268220" y="437754"/>
                  </a:lnTo>
                  <a:lnTo>
                    <a:pt x="7268366" y="437754"/>
                  </a:lnTo>
                  <a:lnTo>
                    <a:pt x="7269238" y="437754"/>
                  </a:lnTo>
                  <a:lnTo>
                    <a:pt x="7269384" y="437754"/>
                  </a:lnTo>
                  <a:lnTo>
                    <a:pt x="7270256" y="437754"/>
                  </a:lnTo>
                  <a:lnTo>
                    <a:pt x="7270693" y="437754"/>
                  </a:lnTo>
                  <a:lnTo>
                    <a:pt x="7270983" y="437754"/>
                  </a:lnTo>
                  <a:lnTo>
                    <a:pt x="7271129" y="437754"/>
                  </a:lnTo>
                  <a:lnTo>
                    <a:pt x="7271274" y="437754"/>
                  </a:lnTo>
                  <a:lnTo>
                    <a:pt x="7271420" y="437754"/>
                  </a:lnTo>
                  <a:lnTo>
                    <a:pt x="7271565" y="437131"/>
                  </a:lnTo>
                  <a:lnTo>
                    <a:pt x="7272001" y="437131"/>
                  </a:lnTo>
                  <a:lnTo>
                    <a:pt x="7272001" y="436507"/>
                  </a:lnTo>
                  <a:lnTo>
                    <a:pt x="7272583" y="435260"/>
                  </a:lnTo>
                  <a:lnTo>
                    <a:pt x="7273019" y="432766"/>
                  </a:lnTo>
                  <a:lnTo>
                    <a:pt x="7273746" y="432766"/>
                  </a:lnTo>
                  <a:lnTo>
                    <a:pt x="7274328" y="431518"/>
                  </a:lnTo>
                  <a:lnTo>
                    <a:pt x="7274764" y="431518"/>
                  </a:lnTo>
                  <a:lnTo>
                    <a:pt x="7274910" y="431518"/>
                  </a:lnTo>
                  <a:lnTo>
                    <a:pt x="7275201" y="431518"/>
                  </a:lnTo>
                  <a:lnTo>
                    <a:pt x="7275201" y="430895"/>
                  </a:lnTo>
                  <a:lnTo>
                    <a:pt x="7275637" y="429648"/>
                  </a:lnTo>
                  <a:lnTo>
                    <a:pt x="7276073" y="429024"/>
                  </a:lnTo>
                  <a:lnTo>
                    <a:pt x="7276510" y="428401"/>
                  </a:lnTo>
                  <a:lnTo>
                    <a:pt x="7276800" y="428401"/>
                  </a:lnTo>
                  <a:lnTo>
                    <a:pt x="7277382" y="428401"/>
                  </a:lnTo>
                  <a:lnTo>
                    <a:pt x="7277673" y="428401"/>
                  </a:lnTo>
                  <a:lnTo>
                    <a:pt x="7277964" y="428401"/>
                  </a:lnTo>
                  <a:lnTo>
                    <a:pt x="7278255" y="428401"/>
                  </a:lnTo>
                  <a:lnTo>
                    <a:pt x="7278982" y="428401"/>
                  </a:lnTo>
                  <a:lnTo>
                    <a:pt x="7279127" y="428401"/>
                  </a:lnTo>
                  <a:lnTo>
                    <a:pt x="7279273" y="428401"/>
                  </a:lnTo>
                  <a:lnTo>
                    <a:pt x="7279709" y="428401"/>
                  </a:lnTo>
                  <a:lnTo>
                    <a:pt x="7279854" y="428401"/>
                  </a:lnTo>
                  <a:lnTo>
                    <a:pt x="7280145" y="428401"/>
                  </a:lnTo>
                  <a:lnTo>
                    <a:pt x="7280581" y="428401"/>
                  </a:lnTo>
                  <a:lnTo>
                    <a:pt x="7280872" y="428401"/>
                  </a:lnTo>
                  <a:lnTo>
                    <a:pt x="7281309" y="428401"/>
                  </a:lnTo>
                  <a:lnTo>
                    <a:pt x="7281599" y="428401"/>
                  </a:lnTo>
                  <a:lnTo>
                    <a:pt x="7281745" y="428401"/>
                  </a:lnTo>
                  <a:lnTo>
                    <a:pt x="7282181" y="428401"/>
                  </a:lnTo>
                  <a:lnTo>
                    <a:pt x="7282327" y="428401"/>
                  </a:lnTo>
                  <a:lnTo>
                    <a:pt x="7282617" y="427777"/>
                  </a:lnTo>
                  <a:lnTo>
                    <a:pt x="7282763" y="427777"/>
                  </a:lnTo>
                  <a:lnTo>
                    <a:pt x="7282908" y="427777"/>
                  </a:lnTo>
                  <a:lnTo>
                    <a:pt x="7283490" y="427777"/>
                  </a:lnTo>
                  <a:lnTo>
                    <a:pt x="7283635" y="427777"/>
                  </a:lnTo>
                  <a:lnTo>
                    <a:pt x="7284072" y="427777"/>
                  </a:lnTo>
                  <a:lnTo>
                    <a:pt x="7284653" y="427777"/>
                  </a:lnTo>
                  <a:lnTo>
                    <a:pt x="7284799" y="427777"/>
                  </a:lnTo>
                  <a:lnTo>
                    <a:pt x="7284944" y="427777"/>
                  </a:lnTo>
                  <a:lnTo>
                    <a:pt x="7285235" y="427777"/>
                  </a:lnTo>
                  <a:lnTo>
                    <a:pt x="7285380" y="427777"/>
                  </a:lnTo>
                  <a:lnTo>
                    <a:pt x="7285526" y="427777"/>
                  </a:lnTo>
                  <a:lnTo>
                    <a:pt x="7285671" y="427777"/>
                  </a:lnTo>
                  <a:lnTo>
                    <a:pt x="7285817" y="427777"/>
                  </a:lnTo>
                  <a:lnTo>
                    <a:pt x="7286108" y="427777"/>
                  </a:lnTo>
                  <a:lnTo>
                    <a:pt x="7286980" y="427777"/>
                  </a:lnTo>
                  <a:lnTo>
                    <a:pt x="7287562" y="427777"/>
                  </a:lnTo>
                  <a:lnTo>
                    <a:pt x="7287707" y="427777"/>
                  </a:lnTo>
                  <a:lnTo>
                    <a:pt x="7287853" y="427777"/>
                  </a:lnTo>
                  <a:lnTo>
                    <a:pt x="7287998" y="427777"/>
                  </a:lnTo>
                  <a:lnTo>
                    <a:pt x="7288144" y="427153"/>
                  </a:lnTo>
                  <a:lnTo>
                    <a:pt x="7288434" y="427153"/>
                  </a:lnTo>
                  <a:lnTo>
                    <a:pt x="7288871" y="427153"/>
                  </a:lnTo>
                  <a:lnTo>
                    <a:pt x="7289743" y="427153"/>
                  </a:lnTo>
                  <a:lnTo>
                    <a:pt x="7289889" y="427153"/>
                  </a:lnTo>
                  <a:lnTo>
                    <a:pt x="7290034" y="427153"/>
                  </a:lnTo>
                  <a:lnTo>
                    <a:pt x="7290180" y="427153"/>
                  </a:lnTo>
                  <a:lnTo>
                    <a:pt x="7290761" y="427153"/>
                  </a:lnTo>
                  <a:lnTo>
                    <a:pt x="7290907" y="427153"/>
                  </a:lnTo>
                  <a:lnTo>
                    <a:pt x="7291052" y="427153"/>
                  </a:lnTo>
                  <a:lnTo>
                    <a:pt x="7291488" y="426530"/>
                  </a:lnTo>
                  <a:lnTo>
                    <a:pt x="7291634" y="426530"/>
                  </a:lnTo>
                  <a:lnTo>
                    <a:pt x="7291925" y="426530"/>
                  </a:lnTo>
                  <a:lnTo>
                    <a:pt x="7292215" y="426530"/>
                  </a:lnTo>
                  <a:lnTo>
                    <a:pt x="7292652" y="426530"/>
                  </a:lnTo>
                  <a:lnTo>
                    <a:pt x="7292797" y="426530"/>
                  </a:lnTo>
                  <a:lnTo>
                    <a:pt x="7292943" y="426530"/>
                  </a:lnTo>
                  <a:lnTo>
                    <a:pt x="7293233" y="426530"/>
                  </a:lnTo>
                  <a:lnTo>
                    <a:pt x="7293524" y="426530"/>
                  </a:lnTo>
                  <a:lnTo>
                    <a:pt x="7293961" y="426530"/>
                  </a:lnTo>
                  <a:lnTo>
                    <a:pt x="7294542" y="425906"/>
                  </a:lnTo>
                  <a:lnTo>
                    <a:pt x="7294688" y="425906"/>
                  </a:lnTo>
                  <a:lnTo>
                    <a:pt x="7294833" y="425906"/>
                  </a:lnTo>
                  <a:lnTo>
                    <a:pt x="7296142" y="425283"/>
                  </a:lnTo>
                  <a:lnTo>
                    <a:pt x="7296578" y="425283"/>
                  </a:lnTo>
                  <a:lnTo>
                    <a:pt x="7297305" y="424659"/>
                  </a:lnTo>
                  <a:lnTo>
                    <a:pt x="7297596" y="424659"/>
                  </a:lnTo>
                  <a:lnTo>
                    <a:pt x="7297887" y="424659"/>
                  </a:lnTo>
                  <a:lnTo>
                    <a:pt x="7298323" y="424659"/>
                  </a:lnTo>
                  <a:lnTo>
                    <a:pt x="7298614" y="424659"/>
                  </a:lnTo>
                  <a:lnTo>
                    <a:pt x="7298905" y="423412"/>
                  </a:lnTo>
                  <a:lnTo>
                    <a:pt x="7299050" y="423412"/>
                  </a:lnTo>
                  <a:lnTo>
                    <a:pt x="7299196" y="423412"/>
                  </a:lnTo>
                  <a:lnTo>
                    <a:pt x="7299341" y="423412"/>
                  </a:lnTo>
                  <a:lnTo>
                    <a:pt x="7299487" y="423412"/>
                  </a:lnTo>
                  <a:lnTo>
                    <a:pt x="7300068" y="422788"/>
                  </a:lnTo>
                  <a:lnTo>
                    <a:pt x="7300650" y="422788"/>
                  </a:lnTo>
                  <a:lnTo>
                    <a:pt x="7300796" y="422788"/>
                  </a:lnTo>
                  <a:lnTo>
                    <a:pt x="7301523" y="421541"/>
                  </a:lnTo>
                  <a:lnTo>
                    <a:pt x="7301959" y="421541"/>
                  </a:lnTo>
                  <a:lnTo>
                    <a:pt x="7301959" y="420918"/>
                  </a:lnTo>
                  <a:lnTo>
                    <a:pt x="7302250" y="420918"/>
                  </a:lnTo>
                  <a:lnTo>
                    <a:pt x="7302541" y="420918"/>
                  </a:lnTo>
                  <a:lnTo>
                    <a:pt x="7302832" y="420918"/>
                  </a:lnTo>
                  <a:lnTo>
                    <a:pt x="7303850" y="420918"/>
                  </a:lnTo>
                  <a:lnTo>
                    <a:pt x="7303995" y="420918"/>
                  </a:lnTo>
                  <a:lnTo>
                    <a:pt x="7304140" y="420918"/>
                  </a:lnTo>
                  <a:lnTo>
                    <a:pt x="7304577" y="420918"/>
                  </a:lnTo>
                  <a:lnTo>
                    <a:pt x="7305304" y="420918"/>
                  </a:lnTo>
                  <a:lnTo>
                    <a:pt x="7305595" y="420918"/>
                  </a:lnTo>
                  <a:lnTo>
                    <a:pt x="7305740" y="420918"/>
                  </a:lnTo>
                  <a:lnTo>
                    <a:pt x="7306176" y="420918"/>
                  </a:lnTo>
                  <a:lnTo>
                    <a:pt x="7306613" y="420918"/>
                  </a:lnTo>
                  <a:lnTo>
                    <a:pt x="7306613" y="420294"/>
                  </a:lnTo>
                  <a:lnTo>
                    <a:pt x="7307049" y="420294"/>
                  </a:lnTo>
                  <a:lnTo>
                    <a:pt x="7307776" y="420294"/>
                  </a:lnTo>
                  <a:lnTo>
                    <a:pt x="7307921" y="420294"/>
                  </a:lnTo>
                  <a:lnTo>
                    <a:pt x="7309085" y="420294"/>
                  </a:lnTo>
                  <a:lnTo>
                    <a:pt x="7309376" y="420294"/>
                  </a:lnTo>
                  <a:lnTo>
                    <a:pt x="7310685" y="420294"/>
                  </a:lnTo>
                  <a:lnTo>
                    <a:pt x="7310830" y="420294"/>
                  </a:lnTo>
                  <a:lnTo>
                    <a:pt x="7310975" y="419670"/>
                  </a:lnTo>
                  <a:lnTo>
                    <a:pt x="7311266" y="419670"/>
                  </a:lnTo>
                  <a:lnTo>
                    <a:pt x="7311557" y="419670"/>
                  </a:lnTo>
                  <a:lnTo>
                    <a:pt x="7311993" y="419670"/>
                  </a:lnTo>
                  <a:lnTo>
                    <a:pt x="7312139" y="419670"/>
                  </a:lnTo>
                  <a:lnTo>
                    <a:pt x="7312430" y="419670"/>
                  </a:lnTo>
                  <a:lnTo>
                    <a:pt x="7312866" y="419670"/>
                  </a:lnTo>
                  <a:lnTo>
                    <a:pt x="7313302" y="419047"/>
                  </a:lnTo>
                  <a:lnTo>
                    <a:pt x="7313448" y="419047"/>
                  </a:lnTo>
                  <a:lnTo>
                    <a:pt x="7313884" y="419047"/>
                  </a:lnTo>
                  <a:lnTo>
                    <a:pt x="7314320" y="419047"/>
                  </a:lnTo>
                  <a:lnTo>
                    <a:pt x="7314611" y="419047"/>
                  </a:lnTo>
                  <a:lnTo>
                    <a:pt x="7315193" y="419047"/>
                  </a:lnTo>
                  <a:lnTo>
                    <a:pt x="7315484" y="419047"/>
                  </a:lnTo>
                  <a:lnTo>
                    <a:pt x="7315774" y="419047"/>
                  </a:lnTo>
                  <a:lnTo>
                    <a:pt x="7316502" y="419047"/>
                  </a:lnTo>
                  <a:lnTo>
                    <a:pt x="7316647" y="418423"/>
                  </a:lnTo>
                  <a:lnTo>
                    <a:pt x="7317520" y="418423"/>
                  </a:lnTo>
                  <a:lnTo>
                    <a:pt x="7318247" y="417176"/>
                  </a:lnTo>
                  <a:lnTo>
                    <a:pt x="7318392" y="416552"/>
                  </a:lnTo>
                  <a:lnTo>
                    <a:pt x="7318974" y="415929"/>
                  </a:lnTo>
                  <a:lnTo>
                    <a:pt x="7319119" y="415929"/>
                  </a:lnTo>
                  <a:lnTo>
                    <a:pt x="7319265" y="415305"/>
                  </a:lnTo>
                  <a:lnTo>
                    <a:pt x="7319265" y="414682"/>
                  </a:lnTo>
                  <a:lnTo>
                    <a:pt x="7319701" y="414682"/>
                  </a:lnTo>
                  <a:lnTo>
                    <a:pt x="7320283" y="414682"/>
                  </a:lnTo>
                  <a:lnTo>
                    <a:pt x="7321155" y="414682"/>
                  </a:lnTo>
                  <a:lnTo>
                    <a:pt x="7321301" y="414682"/>
                  </a:lnTo>
                  <a:lnTo>
                    <a:pt x="7321591" y="414682"/>
                  </a:lnTo>
                  <a:lnTo>
                    <a:pt x="7322028" y="414682"/>
                  </a:lnTo>
                  <a:lnTo>
                    <a:pt x="7322464" y="414682"/>
                  </a:lnTo>
                  <a:lnTo>
                    <a:pt x="7322609" y="414682"/>
                  </a:lnTo>
                  <a:lnTo>
                    <a:pt x="7322755" y="414682"/>
                  </a:lnTo>
                  <a:lnTo>
                    <a:pt x="7323046" y="414682"/>
                  </a:lnTo>
                  <a:lnTo>
                    <a:pt x="7323191" y="414682"/>
                  </a:lnTo>
                  <a:lnTo>
                    <a:pt x="7323773" y="414682"/>
                  </a:lnTo>
                  <a:lnTo>
                    <a:pt x="7324645" y="414682"/>
                  </a:lnTo>
                  <a:lnTo>
                    <a:pt x="7324791" y="414682"/>
                  </a:lnTo>
                  <a:lnTo>
                    <a:pt x="7324936" y="414682"/>
                  </a:lnTo>
                  <a:lnTo>
                    <a:pt x="7325227" y="414682"/>
                  </a:lnTo>
                  <a:lnTo>
                    <a:pt x="7325373" y="414682"/>
                  </a:lnTo>
                  <a:lnTo>
                    <a:pt x="7325518" y="414682"/>
                  </a:lnTo>
                  <a:lnTo>
                    <a:pt x="7325954" y="414682"/>
                  </a:lnTo>
                  <a:lnTo>
                    <a:pt x="7326390" y="414682"/>
                  </a:lnTo>
                  <a:lnTo>
                    <a:pt x="7327408" y="414058"/>
                  </a:lnTo>
                  <a:lnTo>
                    <a:pt x="7328136" y="413435"/>
                  </a:lnTo>
                  <a:lnTo>
                    <a:pt x="7328281" y="413435"/>
                  </a:lnTo>
                  <a:lnTo>
                    <a:pt x="7328717" y="412811"/>
                  </a:lnTo>
                  <a:lnTo>
                    <a:pt x="7329444" y="412811"/>
                  </a:lnTo>
                  <a:lnTo>
                    <a:pt x="7329590" y="412811"/>
                  </a:lnTo>
                  <a:lnTo>
                    <a:pt x="7330026" y="412811"/>
                  </a:lnTo>
                  <a:lnTo>
                    <a:pt x="7330317" y="412187"/>
                  </a:lnTo>
                  <a:lnTo>
                    <a:pt x="7330608" y="412187"/>
                  </a:lnTo>
                  <a:lnTo>
                    <a:pt x="7330753" y="412187"/>
                  </a:lnTo>
                  <a:lnTo>
                    <a:pt x="7330753" y="410940"/>
                  </a:lnTo>
                  <a:lnTo>
                    <a:pt x="7330899" y="410940"/>
                  </a:lnTo>
                  <a:lnTo>
                    <a:pt x="7331044" y="410940"/>
                  </a:lnTo>
                  <a:lnTo>
                    <a:pt x="7331480" y="410317"/>
                  </a:lnTo>
                  <a:lnTo>
                    <a:pt x="7331626" y="410317"/>
                  </a:lnTo>
                  <a:lnTo>
                    <a:pt x="7331917" y="410317"/>
                  </a:lnTo>
                  <a:lnTo>
                    <a:pt x="7332062" y="410317"/>
                  </a:lnTo>
                  <a:lnTo>
                    <a:pt x="7332644" y="410317"/>
                  </a:lnTo>
                  <a:lnTo>
                    <a:pt x="7333516" y="408446"/>
                  </a:lnTo>
                  <a:lnTo>
                    <a:pt x="7333662" y="408446"/>
                  </a:lnTo>
                  <a:lnTo>
                    <a:pt x="7334243" y="408446"/>
                  </a:lnTo>
                  <a:lnTo>
                    <a:pt x="7334534" y="407199"/>
                  </a:lnTo>
                  <a:lnTo>
                    <a:pt x="7334971" y="406575"/>
                  </a:lnTo>
                  <a:lnTo>
                    <a:pt x="7335407" y="406575"/>
                  </a:lnTo>
                  <a:lnTo>
                    <a:pt x="7335843" y="406575"/>
                  </a:lnTo>
                  <a:lnTo>
                    <a:pt x="7335989" y="406575"/>
                  </a:lnTo>
                  <a:lnTo>
                    <a:pt x="7336279" y="406575"/>
                  </a:lnTo>
                  <a:lnTo>
                    <a:pt x="7336425" y="406575"/>
                  </a:lnTo>
                  <a:lnTo>
                    <a:pt x="7336570" y="406575"/>
                  </a:lnTo>
                  <a:lnTo>
                    <a:pt x="7336861" y="406575"/>
                  </a:lnTo>
                  <a:lnTo>
                    <a:pt x="7337152" y="406575"/>
                  </a:lnTo>
                  <a:lnTo>
                    <a:pt x="7337879" y="405328"/>
                  </a:lnTo>
                  <a:lnTo>
                    <a:pt x="7338025" y="405328"/>
                  </a:lnTo>
                  <a:lnTo>
                    <a:pt x="7338461" y="405328"/>
                  </a:lnTo>
                  <a:lnTo>
                    <a:pt x="7339042" y="404704"/>
                  </a:lnTo>
                  <a:lnTo>
                    <a:pt x="7339188" y="404704"/>
                  </a:lnTo>
                  <a:lnTo>
                    <a:pt x="7339770" y="404704"/>
                  </a:lnTo>
                  <a:lnTo>
                    <a:pt x="7340351" y="404704"/>
                  </a:lnTo>
                  <a:lnTo>
                    <a:pt x="7340642" y="404704"/>
                  </a:lnTo>
                  <a:lnTo>
                    <a:pt x="7341369" y="404081"/>
                  </a:lnTo>
                  <a:lnTo>
                    <a:pt x="7341515" y="404081"/>
                  </a:lnTo>
                  <a:lnTo>
                    <a:pt x="7341515" y="403457"/>
                  </a:lnTo>
                  <a:lnTo>
                    <a:pt x="7341806" y="403457"/>
                  </a:lnTo>
                  <a:lnTo>
                    <a:pt x="7341951" y="403457"/>
                  </a:lnTo>
                  <a:lnTo>
                    <a:pt x="7342096" y="403457"/>
                  </a:lnTo>
                  <a:lnTo>
                    <a:pt x="7342387" y="403457"/>
                  </a:lnTo>
                  <a:lnTo>
                    <a:pt x="7342678" y="403457"/>
                  </a:lnTo>
                  <a:lnTo>
                    <a:pt x="7342969" y="403457"/>
                  </a:lnTo>
                  <a:lnTo>
                    <a:pt x="7343260" y="403457"/>
                  </a:lnTo>
                  <a:lnTo>
                    <a:pt x="7343551" y="403457"/>
                  </a:lnTo>
                  <a:lnTo>
                    <a:pt x="7343696" y="403457"/>
                  </a:lnTo>
                  <a:lnTo>
                    <a:pt x="7343987" y="403457"/>
                  </a:lnTo>
                  <a:lnTo>
                    <a:pt x="7344132" y="403457"/>
                  </a:lnTo>
                  <a:lnTo>
                    <a:pt x="7344278" y="403457"/>
                  </a:lnTo>
                  <a:lnTo>
                    <a:pt x="7345005" y="402210"/>
                  </a:lnTo>
                  <a:lnTo>
                    <a:pt x="7345441" y="402210"/>
                  </a:lnTo>
                  <a:lnTo>
                    <a:pt x="7346168" y="402210"/>
                  </a:lnTo>
                  <a:lnTo>
                    <a:pt x="7346750" y="402210"/>
                  </a:lnTo>
                  <a:lnTo>
                    <a:pt x="7346895" y="402210"/>
                  </a:lnTo>
                  <a:lnTo>
                    <a:pt x="7347186" y="402210"/>
                  </a:lnTo>
                  <a:lnTo>
                    <a:pt x="7347623" y="402210"/>
                  </a:lnTo>
                  <a:lnTo>
                    <a:pt x="7347913" y="402210"/>
                  </a:lnTo>
                  <a:lnTo>
                    <a:pt x="7347913" y="401587"/>
                  </a:lnTo>
                  <a:lnTo>
                    <a:pt x="7348204" y="401587"/>
                  </a:lnTo>
                  <a:lnTo>
                    <a:pt x="7348931" y="399716"/>
                  </a:lnTo>
                  <a:lnTo>
                    <a:pt x="7349368" y="399092"/>
                  </a:lnTo>
                  <a:lnTo>
                    <a:pt x="7349804" y="399092"/>
                  </a:lnTo>
                  <a:lnTo>
                    <a:pt x="7350531" y="399092"/>
                  </a:lnTo>
                  <a:lnTo>
                    <a:pt x="7350677" y="399092"/>
                  </a:lnTo>
                  <a:lnTo>
                    <a:pt x="7350967" y="399092"/>
                  </a:lnTo>
                  <a:lnTo>
                    <a:pt x="7351113" y="399092"/>
                  </a:lnTo>
                  <a:lnTo>
                    <a:pt x="7351258" y="399092"/>
                  </a:lnTo>
                  <a:lnTo>
                    <a:pt x="7351404" y="399092"/>
                  </a:lnTo>
                  <a:lnTo>
                    <a:pt x="7351404" y="398469"/>
                  </a:lnTo>
                  <a:lnTo>
                    <a:pt x="7352712" y="397845"/>
                  </a:lnTo>
                  <a:lnTo>
                    <a:pt x="7352858" y="397845"/>
                  </a:lnTo>
                  <a:lnTo>
                    <a:pt x="7353003" y="397845"/>
                  </a:lnTo>
                  <a:lnTo>
                    <a:pt x="7353149" y="397845"/>
                  </a:lnTo>
                  <a:lnTo>
                    <a:pt x="7353585" y="397845"/>
                  </a:lnTo>
                  <a:lnTo>
                    <a:pt x="7353730" y="397221"/>
                  </a:lnTo>
                  <a:lnTo>
                    <a:pt x="7353876" y="397221"/>
                  </a:lnTo>
                  <a:lnTo>
                    <a:pt x="7354021" y="397221"/>
                  </a:lnTo>
                  <a:lnTo>
                    <a:pt x="7354603" y="397221"/>
                  </a:lnTo>
                  <a:lnTo>
                    <a:pt x="7355766" y="396598"/>
                  </a:lnTo>
                  <a:lnTo>
                    <a:pt x="7356057" y="396598"/>
                  </a:lnTo>
                  <a:lnTo>
                    <a:pt x="7356203" y="396598"/>
                  </a:lnTo>
                  <a:lnTo>
                    <a:pt x="7356639" y="394727"/>
                  </a:lnTo>
                  <a:lnTo>
                    <a:pt x="7357075" y="394727"/>
                  </a:lnTo>
                  <a:lnTo>
                    <a:pt x="7357657" y="394104"/>
                  </a:lnTo>
                  <a:lnTo>
                    <a:pt x="7358093" y="394104"/>
                  </a:lnTo>
                  <a:lnTo>
                    <a:pt x="7358239" y="394104"/>
                  </a:lnTo>
                  <a:lnTo>
                    <a:pt x="7358820" y="394104"/>
                  </a:lnTo>
                  <a:lnTo>
                    <a:pt x="7358966" y="394104"/>
                  </a:lnTo>
                  <a:lnTo>
                    <a:pt x="7359547" y="394104"/>
                  </a:lnTo>
                  <a:lnTo>
                    <a:pt x="7359693" y="394104"/>
                  </a:lnTo>
                  <a:lnTo>
                    <a:pt x="7359838" y="394104"/>
                  </a:lnTo>
                  <a:lnTo>
                    <a:pt x="7359984" y="394104"/>
                  </a:lnTo>
                  <a:lnTo>
                    <a:pt x="7360856" y="393480"/>
                  </a:lnTo>
                  <a:lnTo>
                    <a:pt x="7361583" y="393480"/>
                  </a:lnTo>
                  <a:lnTo>
                    <a:pt x="7361729" y="393480"/>
                  </a:lnTo>
                  <a:lnTo>
                    <a:pt x="7361874" y="393480"/>
                  </a:lnTo>
                  <a:lnTo>
                    <a:pt x="7362311" y="393480"/>
                  </a:lnTo>
                  <a:lnTo>
                    <a:pt x="7363183" y="393480"/>
                  </a:lnTo>
                  <a:lnTo>
                    <a:pt x="7363474" y="393480"/>
                  </a:lnTo>
                  <a:lnTo>
                    <a:pt x="7363765" y="393480"/>
                  </a:lnTo>
                  <a:lnTo>
                    <a:pt x="7364637" y="393480"/>
                  </a:lnTo>
                  <a:lnTo>
                    <a:pt x="7365510" y="392856"/>
                  </a:lnTo>
                  <a:lnTo>
                    <a:pt x="7365655" y="392856"/>
                  </a:lnTo>
                  <a:lnTo>
                    <a:pt x="7365946" y="392856"/>
                  </a:lnTo>
                  <a:lnTo>
                    <a:pt x="7366092" y="392856"/>
                  </a:lnTo>
                  <a:lnTo>
                    <a:pt x="7366528" y="392856"/>
                  </a:lnTo>
                  <a:lnTo>
                    <a:pt x="7366964" y="392856"/>
                  </a:lnTo>
                  <a:lnTo>
                    <a:pt x="7367110" y="392856"/>
                  </a:lnTo>
                  <a:lnTo>
                    <a:pt x="7367400" y="392856"/>
                  </a:lnTo>
                  <a:lnTo>
                    <a:pt x="7367546" y="392856"/>
                  </a:lnTo>
                  <a:lnTo>
                    <a:pt x="7367691" y="392233"/>
                  </a:lnTo>
                  <a:lnTo>
                    <a:pt x="7367837" y="392233"/>
                  </a:lnTo>
                  <a:lnTo>
                    <a:pt x="7367982" y="392233"/>
                  </a:lnTo>
                  <a:lnTo>
                    <a:pt x="7368564" y="391609"/>
                  </a:lnTo>
                  <a:lnTo>
                    <a:pt x="7368709" y="391609"/>
                  </a:lnTo>
                  <a:lnTo>
                    <a:pt x="7368855" y="391609"/>
                  </a:lnTo>
                  <a:lnTo>
                    <a:pt x="7369436" y="389738"/>
                  </a:lnTo>
                  <a:lnTo>
                    <a:pt x="7369582" y="389738"/>
                  </a:lnTo>
                  <a:lnTo>
                    <a:pt x="7369727" y="389738"/>
                  </a:lnTo>
                  <a:lnTo>
                    <a:pt x="7370018" y="389738"/>
                  </a:lnTo>
                  <a:lnTo>
                    <a:pt x="7370164" y="389738"/>
                  </a:lnTo>
                  <a:lnTo>
                    <a:pt x="7370600" y="389738"/>
                  </a:lnTo>
                  <a:lnTo>
                    <a:pt x="7370745" y="389738"/>
                  </a:lnTo>
                  <a:lnTo>
                    <a:pt x="7371182" y="389738"/>
                  </a:lnTo>
                  <a:lnTo>
                    <a:pt x="7372345" y="389738"/>
                  </a:lnTo>
                  <a:lnTo>
                    <a:pt x="7373072" y="389115"/>
                  </a:lnTo>
                  <a:lnTo>
                    <a:pt x="7373654" y="388491"/>
                  </a:lnTo>
                  <a:lnTo>
                    <a:pt x="7374090" y="388491"/>
                  </a:lnTo>
                  <a:lnTo>
                    <a:pt x="7374381" y="388491"/>
                  </a:lnTo>
                  <a:lnTo>
                    <a:pt x="7374526" y="387244"/>
                  </a:lnTo>
                  <a:lnTo>
                    <a:pt x="7374817" y="387244"/>
                  </a:lnTo>
                  <a:lnTo>
                    <a:pt x="7375690" y="387244"/>
                  </a:lnTo>
                  <a:lnTo>
                    <a:pt x="7375981" y="387244"/>
                  </a:lnTo>
                  <a:lnTo>
                    <a:pt x="7376126" y="387244"/>
                  </a:lnTo>
                  <a:lnTo>
                    <a:pt x="7376853" y="386621"/>
                  </a:lnTo>
                  <a:lnTo>
                    <a:pt x="7376999" y="386621"/>
                  </a:lnTo>
                  <a:lnTo>
                    <a:pt x="7377144" y="386621"/>
                  </a:lnTo>
                  <a:lnTo>
                    <a:pt x="7377726" y="386621"/>
                  </a:lnTo>
                  <a:lnTo>
                    <a:pt x="7378162" y="386621"/>
                  </a:lnTo>
                  <a:lnTo>
                    <a:pt x="7378307" y="386621"/>
                  </a:lnTo>
                  <a:lnTo>
                    <a:pt x="7379035" y="386621"/>
                  </a:lnTo>
                  <a:lnTo>
                    <a:pt x="7379180" y="386621"/>
                  </a:lnTo>
                  <a:lnTo>
                    <a:pt x="7379325" y="386621"/>
                  </a:lnTo>
                  <a:lnTo>
                    <a:pt x="7380052" y="385997"/>
                  </a:lnTo>
                  <a:lnTo>
                    <a:pt x="7380489" y="385997"/>
                  </a:lnTo>
                  <a:lnTo>
                    <a:pt x="7380634" y="385997"/>
                  </a:lnTo>
                  <a:lnTo>
                    <a:pt x="7381216" y="385373"/>
                  </a:lnTo>
                  <a:lnTo>
                    <a:pt x="7381361" y="385373"/>
                  </a:lnTo>
                  <a:lnTo>
                    <a:pt x="7381507" y="385373"/>
                  </a:lnTo>
                  <a:lnTo>
                    <a:pt x="7381652" y="385373"/>
                  </a:lnTo>
                  <a:lnTo>
                    <a:pt x="7381798" y="385373"/>
                  </a:lnTo>
                  <a:lnTo>
                    <a:pt x="7381943" y="384750"/>
                  </a:lnTo>
                  <a:lnTo>
                    <a:pt x="7382088" y="384750"/>
                  </a:lnTo>
                  <a:lnTo>
                    <a:pt x="7382525" y="384126"/>
                  </a:lnTo>
                  <a:lnTo>
                    <a:pt x="7383252" y="384126"/>
                  </a:lnTo>
                  <a:lnTo>
                    <a:pt x="7383397" y="384126"/>
                  </a:lnTo>
                  <a:lnTo>
                    <a:pt x="7384415" y="384126"/>
                  </a:lnTo>
                  <a:lnTo>
                    <a:pt x="7384706" y="384126"/>
                  </a:lnTo>
                  <a:lnTo>
                    <a:pt x="7384852" y="384126"/>
                  </a:lnTo>
                  <a:lnTo>
                    <a:pt x="7384997" y="384126"/>
                  </a:lnTo>
                  <a:lnTo>
                    <a:pt x="7385433" y="383503"/>
                  </a:lnTo>
                  <a:lnTo>
                    <a:pt x="7386597" y="382255"/>
                  </a:lnTo>
                  <a:lnTo>
                    <a:pt x="7386887" y="382255"/>
                  </a:lnTo>
                  <a:lnTo>
                    <a:pt x="7387178" y="382255"/>
                  </a:lnTo>
                  <a:lnTo>
                    <a:pt x="7387469" y="382255"/>
                  </a:lnTo>
                  <a:lnTo>
                    <a:pt x="7388051" y="382255"/>
                  </a:lnTo>
                  <a:lnTo>
                    <a:pt x="7388196" y="382255"/>
                  </a:lnTo>
                  <a:lnTo>
                    <a:pt x="7388342" y="382255"/>
                  </a:lnTo>
                  <a:lnTo>
                    <a:pt x="7388778" y="382255"/>
                  </a:lnTo>
                  <a:lnTo>
                    <a:pt x="7389360" y="382255"/>
                  </a:lnTo>
                  <a:lnTo>
                    <a:pt x="7389505" y="382255"/>
                  </a:lnTo>
                  <a:lnTo>
                    <a:pt x="7389651" y="382255"/>
                  </a:lnTo>
                  <a:lnTo>
                    <a:pt x="7389796" y="381632"/>
                  </a:lnTo>
                  <a:lnTo>
                    <a:pt x="7390378" y="381632"/>
                  </a:lnTo>
                  <a:lnTo>
                    <a:pt x="7390669" y="381632"/>
                  </a:lnTo>
                  <a:lnTo>
                    <a:pt x="7391396" y="381632"/>
                  </a:lnTo>
                  <a:lnTo>
                    <a:pt x="7392268" y="381632"/>
                  </a:lnTo>
                  <a:lnTo>
                    <a:pt x="7393722" y="381632"/>
                  </a:lnTo>
                  <a:lnTo>
                    <a:pt x="7393868" y="381632"/>
                  </a:lnTo>
                  <a:lnTo>
                    <a:pt x="7393868" y="381008"/>
                  </a:lnTo>
                  <a:lnTo>
                    <a:pt x="7394159" y="381008"/>
                  </a:lnTo>
                  <a:lnTo>
                    <a:pt x="7394595" y="381008"/>
                  </a:lnTo>
                  <a:lnTo>
                    <a:pt x="7394740" y="381008"/>
                  </a:lnTo>
                  <a:lnTo>
                    <a:pt x="7395031" y="380385"/>
                  </a:lnTo>
                  <a:lnTo>
                    <a:pt x="7395177" y="380385"/>
                  </a:lnTo>
                  <a:lnTo>
                    <a:pt x="7395322" y="380385"/>
                  </a:lnTo>
                  <a:lnTo>
                    <a:pt x="7395468" y="380385"/>
                  </a:lnTo>
                  <a:lnTo>
                    <a:pt x="7396631" y="380385"/>
                  </a:lnTo>
                  <a:lnTo>
                    <a:pt x="7396776" y="380385"/>
                  </a:lnTo>
                  <a:lnTo>
                    <a:pt x="7396922" y="380385"/>
                  </a:lnTo>
                  <a:lnTo>
                    <a:pt x="7397067" y="380385"/>
                  </a:lnTo>
                  <a:lnTo>
                    <a:pt x="7397213" y="380385"/>
                  </a:lnTo>
                  <a:lnTo>
                    <a:pt x="7397794" y="380385"/>
                  </a:lnTo>
                  <a:lnTo>
                    <a:pt x="7397794" y="379761"/>
                  </a:lnTo>
                  <a:lnTo>
                    <a:pt x="7398085" y="379138"/>
                  </a:lnTo>
                  <a:lnTo>
                    <a:pt x="7398231" y="379138"/>
                  </a:lnTo>
                  <a:lnTo>
                    <a:pt x="7398667" y="379138"/>
                  </a:lnTo>
                  <a:lnTo>
                    <a:pt x="7398812" y="379138"/>
                  </a:lnTo>
                  <a:lnTo>
                    <a:pt x="7398958" y="379138"/>
                  </a:lnTo>
                  <a:lnTo>
                    <a:pt x="7399830" y="378514"/>
                  </a:lnTo>
                  <a:lnTo>
                    <a:pt x="7400848" y="378514"/>
                  </a:lnTo>
                  <a:lnTo>
                    <a:pt x="7401139" y="378514"/>
                  </a:lnTo>
                  <a:lnTo>
                    <a:pt x="7401430" y="378514"/>
                  </a:lnTo>
                  <a:lnTo>
                    <a:pt x="7401866" y="378514"/>
                  </a:lnTo>
                  <a:lnTo>
                    <a:pt x="7402739" y="378514"/>
                  </a:lnTo>
                  <a:lnTo>
                    <a:pt x="7403175" y="378514"/>
                  </a:lnTo>
                  <a:lnTo>
                    <a:pt x="7403466" y="378514"/>
                  </a:lnTo>
                  <a:lnTo>
                    <a:pt x="7403466" y="377890"/>
                  </a:lnTo>
                  <a:lnTo>
                    <a:pt x="7403611" y="377890"/>
                  </a:lnTo>
                  <a:lnTo>
                    <a:pt x="7403757" y="377890"/>
                  </a:lnTo>
                  <a:lnTo>
                    <a:pt x="7403902" y="377890"/>
                  </a:lnTo>
                  <a:lnTo>
                    <a:pt x="7404048" y="377890"/>
                  </a:lnTo>
                  <a:lnTo>
                    <a:pt x="7404339" y="377890"/>
                  </a:lnTo>
                  <a:lnTo>
                    <a:pt x="7404775" y="377267"/>
                  </a:lnTo>
                  <a:lnTo>
                    <a:pt x="7405066" y="377267"/>
                  </a:lnTo>
                  <a:lnTo>
                    <a:pt x="7405211" y="377267"/>
                  </a:lnTo>
                  <a:lnTo>
                    <a:pt x="7405357" y="377267"/>
                  </a:lnTo>
                  <a:lnTo>
                    <a:pt x="7405357" y="376643"/>
                  </a:lnTo>
                  <a:lnTo>
                    <a:pt x="7405502" y="376643"/>
                  </a:lnTo>
                  <a:lnTo>
                    <a:pt x="7405647" y="376643"/>
                  </a:lnTo>
                  <a:lnTo>
                    <a:pt x="7406520" y="376020"/>
                  </a:lnTo>
                  <a:lnTo>
                    <a:pt x="7407102" y="375396"/>
                  </a:lnTo>
                  <a:lnTo>
                    <a:pt x="7407392" y="375396"/>
                  </a:lnTo>
                  <a:lnTo>
                    <a:pt x="7407683" y="375396"/>
                  </a:lnTo>
                  <a:lnTo>
                    <a:pt x="7408265" y="375396"/>
                  </a:lnTo>
                  <a:lnTo>
                    <a:pt x="7408701" y="375396"/>
                  </a:lnTo>
                  <a:lnTo>
                    <a:pt x="7408847" y="375396"/>
                  </a:lnTo>
                  <a:lnTo>
                    <a:pt x="7408992" y="375396"/>
                  </a:lnTo>
                  <a:lnTo>
                    <a:pt x="7409283" y="374149"/>
                  </a:lnTo>
                  <a:lnTo>
                    <a:pt x="7409428" y="374149"/>
                  </a:lnTo>
                  <a:lnTo>
                    <a:pt x="7410301" y="374149"/>
                  </a:lnTo>
                  <a:lnTo>
                    <a:pt x="7410883" y="374149"/>
                  </a:lnTo>
                  <a:lnTo>
                    <a:pt x="7411028" y="374149"/>
                  </a:lnTo>
                  <a:lnTo>
                    <a:pt x="7411610" y="374149"/>
                  </a:lnTo>
                  <a:lnTo>
                    <a:pt x="7411901" y="374149"/>
                  </a:lnTo>
                  <a:lnTo>
                    <a:pt x="7412192" y="374149"/>
                  </a:lnTo>
                  <a:lnTo>
                    <a:pt x="7412337" y="374149"/>
                  </a:lnTo>
                  <a:lnTo>
                    <a:pt x="7412482" y="374149"/>
                  </a:lnTo>
                  <a:lnTo>
                    <a:pt x="7412773" y="374149"/>
                  </a:lnTo>
                  <a:lnTo>
                    <a:pt x="7413210" y="372902"/>
                  </a:lnTo>
                  <a:lnTo>
                    <a:pt x="7413500" y="372278"/>
                  </a:lnTo>
                  <a:lnTo>
                    <a:pt x="7413937" y="372278"/>
                  </a:lnTo>
                  <a:lnTo>
                    <a:pt x="7414227" y="372278"/>
                  </a:lnTo>
                  <a:lnTo>
                    <a:pt x="7414955" y="371655"/>
                  </a:lnTo>
                  <a:lnTo>
                    <a:pt x="7415827" y="371031"/>
                  </a:lnTo>
                  <a:lnTo>
                    <a:pt x="7416118" y="371031"/>
                  </a:lnTo>
                  <a:lnTo>
                    <a:pt x="7416263" y="371031"/>
                  </a:lnTo>
                  <a:lnTo>
                    <a:pt x="7416700" y="370407"/>
                  </a:lnTo>
                  <a:lnTo>
                    <a:pt x="7416845" y="370407"/>
                  </a:lnTo>
                  <a:lnTo>
                    <a:pt x="7416991" y="369784"/>
                  </a:lnTo>
                  <a:lnTo>
                    <a:pt x="7417427" y="369784"/>
                  </a:lnTo>
                  <a:lnTo>
                    <a:pt x="7417718" y="369784"/>
                  </a:lnTo>
                  <a:lnTo>
                    <a:pt x="7418154" y="369784"/>
                  </a:lnTo>
                  <a:lnTo>
                    <a:pt x="7419027" y="369160"/>
                  </a:lnTo>
                  <a:lnTo>
                    <a:pt x="7419754" y="369160"/>
                  </a:lnTo>
                  <a:lnTo>
                    <a:pt x="7420045" y="368537"/>
                  </a:lnTo>
                  <a:lnTo>
                    <a:pt x="7420772" y="368537"/>
                  </a:lnTo>
                  <a:lnTo>
                    <a:pt x="7421062" y="368537"/>
                  </a:lnTo>
                  <a:lnTo>
                    <a:pt x="7421644" y="368537"/>
                  </a:lnTo>
                  <a:lnTo>
                    <a:pt x="7421790" y="368537"/>
                  </a:lnTo>
                  <a:lnTo>
                    <a:pt x="7421935" y="368537"/>
                  </a:lnTo>
                  <a:lnTo>
                    <a:pt x="7422371" y="368537"/>
                  </a:lnTo>
                  <a:lnTo>
                    <a:pt x="7422371" y="367913"/>
                  </a:lnTo>
                  <a:lnTo>
                    <a:pt x="7422517" y="367913"/>
                  </a:lnTo>
                  <a:lnTo>
                    <a:pt x="7424116" y="367913"/>
                  </a:lnTo>
                  <a:lnTo>
                    <a:pt x="7424989" y="367913"/>
                  </a:lnTo>
                  <a:lnTo>
                    <a:pt x="7425134" y="367289"/>
                  </a:lnTo>
                  <a:lnTo>
                    <a:pt x="7425716" y="366666"/>
                  </a:lnTo>
                  <a:lnTo>
                    <a:pt x="7425862" y="366666"/>
                  </a:lnTo>
                  <a:lnTo>
                    <a:pt x="7426152" y="366666"/>
                  </a:lnTo>
                  <a:lnTo>
                    <a:pt x="7426298" y="366666"/>
                  </a:lnTo>
                  <a:lnTo>
                    <a:pt x="7426443" y="366666"/>
                  </a:lnTo>
                  <a:lnTo>
                    <a:pt x="7426589" y="366666"/>
                  </a:lnTo>
                  <a:lnTo>
                    <a:pt x="7427316" y="366666"/>
                  </a:lnTo>
                  <a:lnTo>
                    <a:pt x="7427316" y="365419"/>
                  </a:lnTo>
                  <a:lnTo>
                    <a:pt x="7427897" y="364795"/>
                  </a:lnTo>
                  <a:lnTo>
                    <a:pt x="7428043" y="364795"/>
                  </a:lnTo>
                  <a:lnTo>
                    <a:pt x="7428188" y="364795"/>
                  </a:lnTo>
                  <a:lnTo>
                    <a:pt x="7428915" y="364795"/>
                  </a:lnTo>
                  <a:lnTo>
                    <a:pt x="7429643" y="364795"/>
                  </a:lnTo>
                  <a:lnTo>
                    <a:pt x="7429788" y="364795"/>
                  </a:lnTo>
                  <a:lnTo>
                    <a:pt x="7430079" y="364795"/>
                  </a:lnTo>
                  <a:lnTo>
                    <a:pt x="7430224" y="364795"/>
                  </a:lnTo>
                  <a:lnTo>
                    <a:pt x="7430370" y="364795"/>
                  </a:lnTo>
                  <a:lnTo>
                    <a:pt x="7430515" y="364795"/>
                  </a:lnTo>
                  <a:lnTo>
                    <a:pt x="7430951" y="364795"/>
                  </a:lnTo>
                  <a:lnTo>
                    <a:pt x="7431097" y="364795"/>
                  </a:lnTo>
                  <a:lnTo>
                    <a:pt x="7431242" y="364795"/>
                  </a:lnTo>
                  <a:lnTo>
                    <a:pt x="7432551" y="364172"/>
                  </a:lnTo>
                  <a:lnTo>
                    <a:pt x="7432697" y="364172"/>
                  </a:lnTo>
                  <a:lnTo>
                    <a:pt x="7432842" y="364172"/>
                  </a:lnTo>
                  <a:lnTo>
                    <a:pt x="7433133" y="364172"/>
                  </a:lnTo>
                  <a:lnTo>
                    <a:pt x="7433278" y="364172"/>
                  </a:lnTo>
                  <a:lnTo>
                    <a:pt x="7433860" y="362924"/>
                  </a:lnTo>
                  <a:lnTo>
                    <a:pt x="7434005" y="362924"/>
                  </a:lnTo>
                  <a:lnTo>
                    <a:pt x="7434442" y="362924"/>
                  </a:lnTo>
                  <a:lnTo>
                    <a:pt x="7434587" y="362924"/>
                  </a:lnTo>
                  <a:lnTo>
                    <a:pt x="7434878" y="362924"/>
                  </a:lnTo>
                  <a:lnTo>
                    <a:pt x="7435169" y="362924"/>
                  </a:lnTo>
                  <a:lnTo>
                    <a:pt x="7435605" y="362924"/>
                  </a:lnTo>
                  <a:lnTo>
                    <a:pt x="7435750" y="362924"/>
                  </a:lnTo>
                  <a:lnTo>
                    <a:pt x="7436623" y="362924"/>
                  </a:lnTo>
                  <a:lnTo>
                    <a:pt x="7436914" y="362924"/>
                  </a:lnTo>
                  <a:lnTo>
                    <a:pt x="7437059" y="362924"/>
                  </a:lnTo>
                  <a:lnTo>
                    <a:pt x="7437786" y="362924"/>
                  </a:lnTo>
                  <a:lnTo>
                    <a:pt x="7437932" y="362924"/>
                  </a:lnTo>
                  <a:lnTo>
                    <a:pt x="7438077" y="362924"/>
                  </a:lnTo>
                  <a:lnTo>
                    <a:pt x="7438514" y="362924"/>
                  </a:lnTo>
                  <a:lnTo>
                    <a:pt x="7438804" y="362924"/>
                  </a:lnTo>
                  <a:lnTo>
                    <a:pt x="7438950" y="362924"/>
                  </a:lnTo>
                  <a:lnTo>
                    <a:pt x="7439095" y="362924"/>
                  </a:lnTo>
                  <a:lnTo>
                    <a:pt x="7439386" y="362924"/>
                  </a:lnTo>
                  <a:lnTo>
                    <a:pt x="7439532" y="362924"/>
                  </a:lnTo>
                  <a:lnTo>
                    <a:pt x="7440404" y="362924"/>
                  </a:lnTo>
                  <a:lnTo>
                    <a:pt x="7440695" y="362924"/>
                  </a:lnTo>
                  <a:lnTo>
                    <a:pt x="7440840" y="362924"/>
                  </a:lnTo>
                  <a:lnTo>
                    <a:pt x="7442876" y="362301"/>
                  </a:lnTo>
                  <a:lnTo>
                    <a:pt x="7443167" y="362301"/>
                  </a:lnTo>
                  <a:lnTo>
                    <a:pt x="7443313" y="361677"/>
                  </a:lnTo>
                  <a:lnTo>
                    <a:pt x="7443603" y="361677"/>
                  </a:lnTo>
                  <a:lnTo>
                    <a:pt x="7443749" y="361677"/>
                  </a:lnTo>
                  <a:lnTo>
                    <a:pt x="7444331" y="361677"/>
                  </a:lnTo>
                  <a:lnTo>
                    <a:pt x="7444476" y="361677"/>
                  </a:lnTo>
                  <a:lnTo>
                    <a:pt x="7444621" y="361677"/>
                  </a:lnTo>
                  <a:lnTo>
                    <a:pt x="7444767" y="361677"/>
                  </a:lnTo>
                  <a:lnTo>
                    <a:pt x="7445058" y="361677"/>
                  </a:lnTo>
                  <a:lnTo>
                    <a:pt x="7446367" y="361054"/>
                  </a:lnTo>
                  <a:lnTo>
                    <a:pt x="7446657" y="361054"/>
                  </a:lnTo>
                  <a:lnTo>
                    <a:pt x="7446803" y="361054"/>
                  </a:lnTo>
                  <a:lnTo>
                    <a:pt x="7447530" y="361054"/>
                  </a:lnTo>
                  <a:lnTo>
                    <a:pt x="7447675" y="361054"/>
                  </a:lnTo>
                  <a:lnTo>
                    <a:pt x="7448257" y="361054"/>
                  </a:lnTo>
                  <a:lnTo>
                    <a:pt x="7448402" y="361054"/>
                  </a:lnTo>
                  <a:lnTo>
                    <a:pt x="7448548" y="361054"/>
                  </a:lnTo>
                  <a:lnTo>
                    <a:pt x="7448839" y="361054"/>
                  </a:lnTo>
                  <a:lnTo>
                    <a:pt x="7449566" y="361054"/>
                  </a:lnTo>
                  <a:lnTo>
                    <a:pt x="7449711" y="361054"/>
                  </a:lnTo>
                  <a:lnTo>
                    <a:pt x="7450438" y="361054"/>
                  </a:lnTo>
                  <a:lnTo>
                    <a:pt x="7450584" y="361054"/>
                  </a:lnTo>
                  <a:lnTo>
                    <a:pt x="7450729" y="361054"/>
                  </a:lnTo>
                  <a:lnTo>
                    <a:pt x="7451311" y="361054"/>
                  </a:lnTo>
                  <a:lnTo>
                    <a:pt x="7452038" y="361054"/>
                  </a:lnTo>
                  <a:lnTo>
                    <a:pt x="7452329" y="361054"/>
                  </a:lnTo>
                  <a:lnTo>
                    <a:pt x="7452620" y="361054"/>
                  </a:lnTo>
                  <a:lnTo>
                    <a:pt x="7452911" y="361054"/>
                  </a:lnTo>
                  <a:lnTo>
                    <a:pt x="7453056" y="361054"/>
                  </a:lnTo>
                  <a:lnTo>
                    <a:pt x="7453202" y="361054"/>
                  </a:lnTo>
                  <a:lnTo>
                    <a:pt x="7453638" y="359183"/>
                  </a:lnTo>
                  <a:lnTo>
                    <a:pt x="7453783" y="359183"/>
                  </a:lnTo>
                  <a:lnTo>
                    <a:pt x="7453929" y="359183"/>
                  </a:lnTo>
                  <a:lnTo>
                    <a:pt x="7454074" y="359183"/>
                  </a:lnTo>
                  <a:lnTo>
                    <a:pt x="7454510" y="359183"/>
                  </a:lnTo>
                  <a:lnTo>
                    <a:pt x="7454656" y="359183"/>
                  </a:lnTo>
                  <a:lnTo>
                    <a:pt x="7455092" y="359183"/>
                  </a:lnTo>
                  <a:lnTo>
                    <a:pt x="7455674" y="358559"/>
                  </a:lnTo>
                  <a:lnTo>
                    <a:pt x="7456255" y="358559"/>
                  </a:lnTo>
                  <a:lnTo>
                    <a:pt x="7456401" y="358559"/>
                  </a:lnTo>
                  <a:lnTo>
                    <a:pt x="7456546" y="358559"/>
                  </a:lnTo>
                  <a:lnTo>
                    <a:pt x="7456546" y="357936"/>
                  </a:lnTo>
                  <a:lnTo>
                    <a:pt x="7456837" y="357936"/>
                  </a:lnTo>
                  <a:lnTo>
                    <a:pt x="7457128" y="357936"/>
                  </a:lnTo>
                  <a:lnTo>
                    <a:pt x="7458001" y="357312"/>
                  </a:lnTo>
                  <a:lnTo>
                    <a:pt x="7458146" y="357312"/>
                  </a:lnTo>
                  <a:lnTo>
                    <a:pt x="7458582" y="357312"/>
                  </a:lnTo>
                  <a:lnTo>
                    <a:pt x="7458873" y="357312"/>
                  </a:lnTo>
                  <a:lnTo>
                    <a:pt x="7459019" y="357312"/>
                  </a:lnTo>
                  <a:lnTo>
                    <a:pt x="7459455" y="357312"/>
                  </a:lnTo>
                  <a:lnTo>
                    <a:pt x="7459600" y="357312"/>
                  </a:lnTo>
                  <a:lnTo>
                    <a:pt x="7460182" y="357312"/>
                  </a:lnTo>
                  <a:lnTo>
                    <a:pt x="7461782" y="357312"/>
                  </a:lnTo>
                  <a:lnTo>
                    <a:pt x="7461927" y="357312"/>
                  </a:lnTo>
                  <a:lnTo>
                    <a:pt x="7462072" y="357312"/>
                  </a:lnTo>
                  <a:lnTo>
                    <a:pt x="7462363" y="357312"/>
                  </a:lnTo>
                  <a:lnTo>
                    <a:pt x="7462654" y="357312"/>
                  </a:lnTo>
                  <a:lnTo>
                    <a:pt x="7462945" y="357312"/>
                  </a:lnTo>
                  <a:lnTo>
                    <a:pt x="7463527" y="357312"/>
                  </a:lnTo>
                  <a:lnTo>
                    <a:pt x="7463527" y="356689"/>
                  </a:lnTo>
                  <a:lnTo>
                    <a:pt x="7463963" y="356689"/>
                  </a:lnTo>
                  <a:lnTo>
                    <a:pt x="7464108" y="356689"/>
                  </a:lnTo>
                  <a:lnTo>
                    <a:pt x="7464545" y="356689"/>
                  </a:lnTo>
                  <a:lnTo>
                    <a:pt x="7464690" y="356689"/>
                  </a:lnTo>
                  <a:lnTo>
                    <a:pt x="7464836" y="356065"/>
                  </a:lnTo>
                  <a:lnTo>
                    <a:pt x="7464981" y="356065"/>
                  </a:lnTo>
                  <a:lnTo>
                    <a:pt x="7465126" y="356065"/>
                  </a:lnTo>
                  <a:lnTo>
                    <a:pt x="7465272" y="356065"/>
                  </a:lnTo>
                  <a:lnTo>
                    <a:pt x="7466144" y="355441"/>
                  </a:lnTo>
                  <a:lnTo>
                    <a:pt x="7466290" y="355441"/>
                  </a:lnTo>
                  <a:lnTo>
                    <a:pt x="7466435" y="354818"/>
                  </a:lnTo>
                  <a:lnTo>
                    <a:pt x="7466581" y="354818"/>
                  </a:lnTo>
                  <a:lnTo>
                    <a:pt x="7466726" y="354818"/>
                  </a:lnTo>
                  <a:lnTo>
                    <a:pt x="7466872" y="354194"/>
                  </a:lnTo>
                  <a:lnTo>
                    <a:pt x="7466872" y="352324"/>
                  </a:lnTo>
                  <a:lnTo>
                    <a:pt x="7467017" y="352324"/>
                  </a:lnTo>
                  <a:lnTo>
                    <a:pt x="7467162" y="352324"/>
                  </a:lnTo>
                  <a:lnTo>
                    <a:pt x="7467453" y="352324"/>
                  </a:lnTo>
                  <a:lnTo>
                    <a:pt x="7467453" y="351700"/>
                  </a:lnTo>
                  <a:lnTo>
                    <a:pt x="7468326" y="351076"/>
                  </a:lnTo>
                  <a:lnTo>
                    <a:pt x="7468762" y="351076"/>
                  </a:lnTo>
                  <a:lnTo>
                    <a:pt x="7468762" y="350453"/>
                  </a:lnTo>
                  <a:lnTo>
                    <a:pt x="7469344" y="349829"/>
                  </a:lnTo>
                  <a:lnTo>
                    <a:pt x="7469489" y="349829"/>
                  </a:lnTo>
                  <a:lnTo>
                    <a:pt x="7469780" y="349829"/>
                  </a:lnTo>
                  <a:lnTo>
                    <a:pt x="7470362" y="349829"/>
                  </a:lnTo>
                  <a:lnTo>
                    <a:pt x="7470507" y="349829"/>
                  </a:lnTo>
                  <a:lnTo>
                    <a:pt x="7470653" y="349829"/>
                  </a:lnTo>
                  <a:lnTo>
                    <a:pt x="7471089" y="349829"/>
                  </a:lnTo>
                  <a:lnTo>
                    <a:pt x="7471234" y="349829"/>
                  </a:lnTo>
                  <a:lnTo>
                    <a:pt x="7471816" y="349829"/>
                  </a:lnTo>
                  <a:lnTo>
                    <a:pt x="7471961" y="349829"/>
                  </a:lnTo>
                  <a:lnTo>
                    <a:pt x="7472252" y="349206"/>
                  </a:lnTo>
                  <a:lnTo>
                    <a:pt x="7472689" y="349206"/>
                  </a:lnTo>
                  <a:lnTo>
                    <a:pt x="7473270" y="349206"/>
                  </a:lnTo>
                  <a:lnTo>
                    <a:pt x="7473852" y="348582"/>
                  </a:lnTo>
                  <a:lnTo>
                    <a:pt x="7473997" y="348582"/>
                  </a:lnTo>
                  <a:lnTo>
                    <a:pt x="7474434" y="348582"/>
                  </a:lnTo>
                  <a:lnTo>
                    <a:pt x="7474579" y="348582"/>
                  </a:lnTo>
                  <a:lnTo>
                    <a:pt x="7475015" y="347958"/>
                  </a:lnTo>
                  <a:lnTo>
                    <a:pt x="7475306" y="347958"/>
                  </a:lnTo>
                  <a:lnTo>
                    <a:pt x="7475452" y="347958"/>
                  </a:lnTo>
                  <a:lnTo>
                    <a:pt x="7475888" y="347958"/>
                  </a:lnTo>
                  <a:lnTo>
                    <a:pt x="7476179" y="347958"/>
                  </a:lnTo>
                  <a:lnTo>
                    <a:pt x="7476324" y="347958"/>
                  </a:lnTo>
                  <a:lnTo>
                    <a:pt x="7476615" y="347335"/>
                  </a:lnTo>
                  <a:lnTo>
                    <a:pt x="7476760" y="347335"/>
                  </a:lnTo>
                  <a:lnTo>
                    <a:pt x="7477488" y="347335"/>
                  </a:lnTo>
                  <a:lnTo>
                    <a:pt x="7477633" y="347335"/>
                  </a:lnTo>
                  <a:lnTo>
                    <a:pt x="7477778" y="347335"/>
                  </a:lnTo>
                  <a:lnTo>
                    <a:pt x="7478360" y="347335"/>
                  </a:lnTo>
                  <a:lnTo>
                    <a:pt x="7478651" y="347335"/>
                  </a:lnTo>
                  <a:lnTo>
                    <a:pt x="7478796" y="347335"/>
                  </a:lnTo>
                  <a:lnTo>
                    <a:pt x="7479524" y="347335"/>
                  </a:lnTo>
                  <a:lnTo>
                    <a:pt x="7479960" y="347335"/>
                  </a:lnTo>
                  <a:lnTo>
                    <a:pt x="7480105" y="347335"/>
                  </a:lnTo>
                  <a:lnTo>
                    <a:pt x="7480251" y="347335"/>
                  </a:lnTo>
                  <a:lnTo>
                    <a:pt x="7480396" y="347335"/>
                  </a:lnTo>
                  <a:lnTo>
                    <a:pt x="7480832" y="346711"/>
                  </a:lnTo>
                  <a:lnTo>
                    <a:pt x="7480978" y="346711"/>
                  </a:lnTo>
                  <a:lnTo>
                    <a:pt x="7481269" y="346711"/>
                  </a:lnTo>
                  <a:lnTo>
                    <a:pt x="7481414" y="346711"/>
                  </a:lnTo>
                  <a:lnTo>
                    <a:pt x="7481559" y="346711"/>
                  </a:lnTo>
                  <a:lnTo>
                    <a:pt x="7481559" y="346088"/>
                  </a:lnTo>
                  <a:lnTo>
                    <a:pt x="7481705" y="346088"/>
                  </a:lnTo>
                  <a:lnTo>
                    <a:pt x="7482287" y="346088"/>
                  </a:lnTo>
                  <a:lnTo>
                    <a:pt x="7483595" y="346088"/>
                  </a:lnTo>
                  <a:lnTo>
                    <a:pt x="7484032" y="346088"/>
                  </a:lnTo>
                  <a:lnTo>
                    <a:pt x="7484177" y="346088"/>
                  </a:lnTo>
                  <a:lnTo>
                    <a:pt x="7484323" y="346088"/>
                  </a:lnTo>
                  <a:lnTo>
                    <a:pt x="7484468" y="346088"/>
                  </a:lnTo>
                  <a:lnTo>
                    <a:pt x="7484759" y="346088"/>
                  </a:lnTo>
                  <a:lnTo>
                    <a:pt x="7485050" y="346088"/>
                  </a:lnTo>
                  <a:lnTo>
                    <a:pt x="7485486" y="346088"/>
                  </a:lnTo>
                  <a:lnTo>
                    <a:pt x="7485631" y="346088"/>
                  </a:lnTo>
                  <a:lnTo>
                    <a:pt x="7486504" y="346088"/>
                  </a:lnTo>
                  <a:lnTo>
                    <a:pt x="7486940" y="346088"/>
                  </a:lnTo>
                  <a:lnTo>
                    <a:pt x="7487086" y="346088"/>
                  </a:lnTo>
                  <a:lnTo>
                    <a:pt x="7487813" y="346088"/>
                  </a:lnTo>
                  <a:lnTo>
                    <a:pt x="7487958" y="346088"/>
                  </a:lnTo>
                  <a:lnTo>
                    <a:pt x="7488540" y="346088"/>
                  </a:lnTo>
                  <a:lnTo>
                    <a:pt x="7488685" y="346088"/>
                  </a:lnTo>
                  <a:lnTo>
                    <a:pt x="7489267" y="346088"/>
                  </a:lnTo>
                  <a:lnTo>
                    <a:pt x="7489412" y="346088"/>
                  </a:lnTo>
                  <a:lnTo>
                    <a:pt x="7489703" y="346088"/>
                  </a:lnTo>
                  <a:lnTo>
                    <a:pt x="7489994" y="346088"/>
                  </a:lnTo>
                  <a:lnTo>
                    <a:pt x="7490430" y="345464"/>
                  </a:lnTo>
                  <a:lnTo>
                    <a:pt x="7490867" y="345464"/>
                  </a:lnTo>
                  <a:lnTo>
                    <a:pt x="7491303" y="345464"/>
                  </a:lnTo>
                  <a:lnTo>
                    <a:pt x="7491448" y="345464"/>
                  </a:lnTo>
                  <a:lnTo>
                    <a:pt x="7491594" y="345464"/>
                  </a:lnTo>
                  <a:lnTo>
                    <a:pt x="7491739" y="345464"/>
                  </a:lnTo>
                  <a:lnTo>
                    <a:pt x="7492466" y="344841"/>
                  </a:lnTo>
                  <a:lnTo>
                    <a:pt x="7492612" y="344841"/>
                  </a:lnTo>
                  <a:lnTo>
                    <a:pt x="7492757" y="344841"/>
                  </a:lnTo>
                  <a:lnTo>
                    <a:pt x="7492903" y="344217"/>
                  </a:lnTo>
                  <a:lnTo>
                    <a:pt x="7493194" y="344217"/>
                  </a:lnTo>
                  <a:lnTo>
                    <a:pt x="7493339" y="344217"/>
                  </a:lnTo>
                  <a:lnTo>
                    <a:pt x="7493775" y="343593"/>
                  </a:lnTo>
                  <a:lnTo>
                    <a:pt x="7493921" y="343593"/>
                  </a:lnTo>
                  <a:lnTo>
                    <a:pt x="7494648" y="343593"/>
                  </a:lnTo>
                  <a:lnTo>
                    <a:pt x="7495375" y="343593"/>
                  </a:lnTo>
                  <a:lnTo>
                    <a:pt x="7496393" y="342970"/>
                  </a:lnTo>
                  <a:lnTo>
                    <a:pt x="7496829" y="342970"/>
                  </a:lnTo>
                  <a:lnTo>
                    <a:pt x="7496975" y="342970"/>
                  </a:lnTo>
                  <a:lnTo>
                    <a:pt x="7497702" y="341099"/>
                  </a:lnTo>
                  <a:lnTo>
                    <a:pt x="7497702" y="339852"/>
                  </a:lnTo>
                  <a:lnTo>
                    <a:pt x="7497847" y="339852"/>
                  </a:lnTo>
                  <a:lnTo>
                    <a:pt x="7498283" y="339228"/>
                  </a:lnTo>
                  <a:lnTo>
                    <a:pt x="7498283" y="338605"/>
                  </a:lnTo>
                  <a:lnTo>
                    <a:pt x="7498429" y="338605"/>
                  </a:lnTo>
                  <a:lnTo>
                    <a:pt x="7498574" y="338605"/>
                  </a:lnTo>
                  <a:lnTo>
                    <a:pt x="7499011" y="338605"/>
                  </a:lnTo>
                  <a:lnTo>
                    <a:pt x="7499156" y="338605"/>
                  </a:lnTo>
                  <a:lnTo>
                    <a:pt x="7499301" y="337981"/>
                  </a:lnTo>
                  <a:lnTo>
                    <a:pt x="7499301" y="337358"/>
                  </a:lnTo>
                  <a:lnTo>
                    <a:pt x="7499447" y="337358"/>
                  </a:lnTo>
                  <a:lnTo>
                    <a:pt x="7499738" y="337358"/>
                  </a:lnTo>
                  <a:lnTo>
                    <a:pt x="7500174" y="337358"/>
                  </a:lnTo>
                  <a:lnTo>
                    <a:pt x="7501047" y="337358"/>
                  </a:lnTo>
                  <a:lnTo>
                    <a:pt x="7501337" y="337358"/>
                  </a:lnTo>
                  <a:lnTo>
                    <a:pt x="7501483" y="337358"/>
                  </a:lnTo>
                  <a:lnTo>
                    <a:pt x="7502064" y="337358"/>
                  </a:lnTo>
                  <a:lnTo>
                    <a:pt x="7502210" y="337358"/>
                  </a:lnTo>
                  <a:lnTo>
                    <a:pt x="7502501" y="337358"/>
                  </a:lnTo>
                  <a:lnTo>
                    <a:pt x="7502646" y="337358"/>
                  </a:lnTo>
                  <a:lnTo>
                    <a:pt x="7502792" y="337358"/>
                  </a:lnTo>
                  <a:lnTo>
                    <a:pt x="7503082" y="336734"/>
                  </a:lnTo>
                  <a:lnTo>
                    <a:pt x="7503519" y="336734"/>
                  </a:lnTo>
                  <a:lnTo>
                    <a:pt x="7504246" y="336734"/>
                  </a:lnTo>
                  <a:lnTo>
                    <a:pt x="7504391" y="336734"/>
                  </a:lnTo>
                  <a:lnTo>
                    <a:pt x="7504973" y="336110"/>
                  </a:lnTo>
                  <a:lnTo>
                    <a:pt x="7505409" y="336110"/>
                  </a:lnTo>
                  <a:lnTo>
                    <a:pt x="7505555" y="336110"/>
                  </a:lnTo>
                  <a:lnTo>
                    <a:pt x="7506136" y="336110"/>
                  </a:lnTo>
                  <a:lnTo>
                    <a:pt x="7506864" y="334863"/>
                  </a:lnTo>
                  <a:lnTo>
                    <a:pt x="7507009" y="334863"/>
                  </a:lnTo>
                  <a:lnTo>
                    <a:pt x="7507881" y="334863"/>
                  </a:lnTo>
                  <a:lnTo>
                    <a:pt x="7508027" y="334863"/>
                  </a:lnTo>
                  <a:lnTo>
                    <a:pt x="7508609" y="334863"/>
                  </a:lnTo>
                  <a:lnTo>
                    <a:pt x="7508609" y="334240"/>
                  </a:lnTo>
                  <a:lnTo>
                    <a:pt x="7509045" y="334240"/>
                  </a:lnTo>
                  <a:lnTo>
                    <a:pt x="7509336" y="334240"/>
                  </a:lnTo>
                  <a:lnTo>
                    <a:pt x="7509772" y="334240"/>
                  </a:lnTo>
                  <a:lnTo>
                    <a:pt x="7509772" y="333616"/>
                  </a:lnTo>
                  <a:lnTo>
                    <a:pt x="7509917" y="333616"/>
                  </a:lnTo>
                  <a:lnTo>
                    <a:pt x="7512099" y="332992"/>
                  </a:lnTo>
                  <a:lnTo>
                    <a:pt x="7512390" y="332992"/>
                  </a:lnTo>
                  <a:lnTo>
                    <a:pt x="7513262" y="332992"/>
                  </a:lnTo>
                  <a:lnTo>
                    <a:pt x="7513553" y="332992"/>
                  </a:lnTo>
                  <a:lnTo>
                    <a:pt x="7513844" y="332992"/>
                  </a:lnTo>
                  <a:lnTo>
                    <a:pt x="7514135" y="332992"/>
                  </a:lnTo>
                  <a:lnTo>
                    <a:pt x="7514426" y="332992"/>
                  </a:lnTo>
                  <a:lnTo>
                    <a:pt x="7514571" y="332992"/>
                  </a:lnTo>
                  <a:lnTo>
                    <a:pt x="7514716" y="332992"/>
                  </a:lnTo>
                  <a:lnTo>
                    <a:pt x="7515007" y="331745"/>
                  </a:lnTo>
                  <a:lnTo>
                    <a:pt x="7515007" y="331122"/>
                  </a:lnTo>
                  <a:lnTo>
                    <a:pt x="7515153" y="331122"/>
                  </a:lnTo>
                  <a:lnTo>
                    <a:pt x="7515589" y="330498"/>
                  </a:lnTo>
                  <a:lnTo>
                    <a:pt x="7515734" y="330498"/>
                  </a:lnTo>
                  <a:lnTo>
                    <a:pt x="7515880" y="330498"/>
                  </a:lnTo>
                  <a:lnTo>
                    <a:pt x="7516462" y="330498"/>
                  </a:lnTo>
                  <a:lnTo>
                    <a:pt x="7516607" y="330498"/>
                  </a:lnTo>
                  <a:lnTo>
                    <a:pt x="7516752" y="330498"/>
                  </a:lnTo>
                  <a:lnTo>
                    <a:pt x="7517189" y="330498"/>
                  </a:lnTo>
                  <a:lnTo>
                    <a:pt x="7517334" y="330498"/>
                  </a:lnTo>
                  <a:lnTo>
                    <a:pt x="7517916" y="330498"/>
                  </a:lnTo>
                  <a:lnTo>
                    <a:pt x="7518207" y="330498"/>
                  </a:lnTo>
                  <a:lnTo>
                    <a:pt x="7518788" y="330498"/>
                  </a:lnTo>
                  <a:lnTo>
                    <a:pt x="7518934" y="330498"/>
                  </a:lnTo>
                  <a:lnTo>
                    <a:pt x="7519225" y="330498"/>
                  </a:lnTo>
                  <a:lnTo>
                    <a:pt x="7519225" y="329875"/>
                  </a:lnTo>
                  <a:lnTo>
                    <a:pt x="7519516" y="329251"/>
                  </a:lnTo>
                  <a:lnTo>
                    <a:pt x="7519806" y="329251"/>
                  </a:lnTo>
                  <a:lnTo>
                    <a:pt x="7519952" y="329251"/>
                  </a:lnTo>
                  <a:lnTo>
                    <a:pt x="7520243" y="329251"/>
                  </a:lnTo>
                  <a:lnTo>
                    <a:pt x="7520679" y="329251"/>
                  </a:lnTo>
                  <a:lnTo>
                    <a:pt x="7520824" y="329251"/>
                  </a:lnTo>
                  <a:lnTo>
                    <a:pt x="7520970" y="329251"/>
                  </a:lnTo>
                  <a:lnTo>
                    <a:pt x="7521988" y="329251"/>
                  </a:lnTo>
                  <a:lnTo>
                    <a:pt x="7522424" y="328627"/>
                  </a:lnTo>
                  <a:lnTo>
                    <a:pt x="7522715" y="328627"/>
                  </a:lnTo>
                  <a:lnTo>
                    <a:pt x="7523151" y="328627"/>
                  </a:lnTo>
                  <a:lnTo>
                    <a:pt x="7523297" y="328627"/>
                  </a:lnTo>
                  <a:lnTo>
                    <a:pt x="7523442" y="328627"/>
                  </a:lnTo>
                  <a:lnTo>
                    <a:pt x="7523733" y="328627"/>
                  </a:lnTo>
                  <a:lnTo>
                    <a:pt x="7524169" y="328627"/>
                  </a:lnTo>
                  <a:lnTo>
                    <a:pt x="7524605" y="328004"/>
                  </a:lnTo>
                  <a:lnTo>
                    <a:pt x="7525333" y="328004"/>
                  </a:lnTo>
                  <a:lnTo>
                    <a:pt x="7525478" y="328004"/>
                  </a:lnTo>
                  <a:lnTo>
                    <a:pt x="7525623" y="328004"/>
                  </a:lnTo>
                  <a:lnTo>
                    <a:pt x="7525769" y="328004"/>
                  </a:lnTo>
                  <a:lnTo>
                    <a:pt x="7525914" y="328004"/>
                  </a:lnTo>
                  <a:lnTo>
                    <a:pt x="7526060" y="328004"/>
                  </a:lnTo>
                  <a:lnTo>
                    <a:pt x="7526496" y="328004"/>
                  </a:lnTo>
                  <a:lnTo>
                    <a:pt x="7526932" y="328004"/>
                  </a:lnTo>
                  <a:lnTo>
                    <a:pt x="7527223" y="328004"/>
                  </a:lnTo>
                  <a:lnTo>
                    <a:pt x="7527369" y="328004"/>
                  </a:lnTo>
                  <a:lnTo>
                    <a:pt x="7527950" y="327380"/>
                  </a:lnTo>
                  <a:lnTo>
                    <a:pt x="7528241" y="327380"/>
                  </a:lnTo>
                  <a:lnTo>
                    <a:pt x="7528386" y="327380"/>
                  </a:lnTo>
                  <a:lnTo>
                    <a:pt x="7528677" y="327380"/>
                  </a:lnTo>
                  <a:lnTo>
                    <a:pt x="7528823" y="327380"/>
                  </a:lnTo>
                  <a:lnTo>
                    <a:pt x="7529695" y="326133"/>
                  </a:lnTo>
                  <a:lnTo>
                    <a:pt x="7529841" y="326133"/>
                  </a:lnTo>
                  <a:lnTo>
                    <a:pt x="7529986" y="326133"/>
                  </a:lnTo>
                  <a:lnTo>
                    <a:pt x="7530132" y="326133"/>
                  </a:lnTo>
                  <a:lnTo>
                    <a:pt x="7530713" y="326133"/>
                  </a:lnTo>
                  <a:lnTo>
                    <a:pt x="7531004" y="326133"/>
                  </a:lnTo>
                  <a:lnTo>
                    <a:pt x="7531150" y="326133"/>
                  </a:lnTo>
                  <a:lnTo>
                    <a:pt x="7531440" y="326133"/>
                  </a:lnTo>
                  <a:lnTo>
                    <a:pt x="7531731" y="326133"/>
                  </a:lnTo>
                  <a:lnTo>
                    <a:pt x="7532168" y="326133"/>
                  </a:lnTo>
                  <a:lnTo>
                    <a:pt x="7532458" y="326133"/>
                  </a:lnTo>
                  <a:lnTo>
                    <a:pt x="7532604" y="326133"/>
                  </a:lnTo>
                  <a:lnTo>
                    <a:pt x="7533186" y="326133"/>
                  </a:lnTo>
                  <a:lnTo>
                    <a:pt x="7533331" y="326133"/>
                  </a:lnTo>
                  <a:lnTo>
                    <a:pt x="7534204" y="324262"/>
                  </a:lnTo>
                  <a:lnTo>
                    <a:pt x="7534349" y="324262"/>
                  </a:lnTo>
                  <a:lnTo>
                    <a:pt x="7534931" y="323015"/>
                  </a:lnTo>
                  <a:lnTo>
                    <a:pt x="7535076" y="323015"/>
                  </a:lnTo>
                  <a:lnTo>
                    <a:pt x="7535221" y="323015"/>
                  </a:lnTo>
                  <a:lnTo>
                    <a:pt x="7535803" y="323015"/>
                  </a:lnTo>
                  <a:lnTo>
                    <a:pt x="7535949" y="323015"/>
                  </a:lnTo>
                  <a:lnTo>
                    <a:pt x="7536676" y="323015"/>
                  </a:lnTo>
                  <a:lnTo>
                    <a:pt x="7536821" y="323015"/>
                  </a:lnTo>
                  <a:lnTo>
                    <a:pt x="7537403" y="323015"/>
                  </a:lnTo>
                  <a:lnTo>
                    <a:pt x="7537985" y="323015"/>
                  </a:lnTo>
                  <a:lnTo>
                    <a:pt x="7538275" y="323015"/>
                  </a:lnTo>
                  <a:lnTo>
                    <a:pt x="7538421" y="323015"/>
                  </a:lnTo>
                  <a:lnTo>
                    <a:pt x="7538566" y="323015"/>
                  </a:lnTo>
                  <a:lnTo>
                    <a:pt x="7538712" y="323015"/>
                  </a:lnTo>
                  <a:lnTo>
                    <a:pt x="7539439" y="321768"/>
                  </a:lnTo>
                  <a:lnTo>
                    <a:pt x="7539875" y="321768"/>
                  </a:lnTo>
                  <a:lnTo>
                    <a:pt x="7540021" y="321768"/>
                  </a:lnTo>
                  <a:lnTo>
                    <a:pt x="7540021" y="321144"/>
                  </a:lnTo>
                  <a:lnTo>
                    <a:pt x="7540311" y="321144"/>
                  </a:lnTo>
                  <a:lnTo>
                    <a:pt x="7540602" y="321144"/>
                  </a:lnTo>
                  <a:lnTo>
                    <a:pt x="7541039" y="321144"/>
                  </a:lnTo>
                  <a:lnTo>
                    <a:pt x="7541329" y="321144"/>
                  </a:lnTo>
                  <a:lnTo>
                    <a:pt x="7541475" y="321144"/>
                  </a:lnTo>
                  <a:lnTo>
                    <a:pt x="7541620" y="321144"/>
                  </a:lnTo>
                  <a:lnTo>
                    <a:pt x="7543656" y="319897"/>
                  </a:lnTo>
                  <a:lnTo>
                    <a:pt x="7543947" y="319897"/>
                  </a:lnTo>
                  <a:lnTo>
                    <a:pt x="7544238" y="319897"/>
                  </a:lnTo>
                  <a:lnTo>
                    <a:pt x="7544820" y="319897"/>
                  </a:lnTo>
                  <a:lnTo>
                    <a:pt x="7545110" y="319897"/>
                  </a:lnTo>
                  <a:lnTo>
                    <a:pt x="7545256" y="319897"/>
                  </a:lnTo>
                  <a:lnTo>
                    <a:pt x="7545401" y="319897"/>
                  </a:lnTo>
                  <a:lnTo>
                    <a:pt x="7545547" y="319897"/>
                  </a:lnTo>
                  <a:lnTo>
                    <a:pt x="7545838" y="319897"/>
                  </a:lnTo>
                  <a:lnTo>
                    <a:pt x="7546274" y="319897"/>
                  </a:lnTo>
                  <a:lnTo>
                    <a:pt x="7546419" y="319897"/>
                  </a:lnTo>
                  <a:lnTo>
                    <a:pt x="7546565" y="319897"/>
                  </a:lnTo>
                  <a:lnTo>
                    <a:pt x="7546856" y="319897"/>
                  </a:lnTo>
                  <a:lnTo>
                    <a:pt x="7547146" y="319897"/>
                  </a:lnTo>
                  <a:lnTo>
                    <a:pt x="7548455" y="319897"/>
                  </a:lnTo>
                  <a:lnTo>
                    <a:pt x="7549182" y="319897"/>
                  </a:lnTo>
                  <a:lnTo>
                    <a:pt x="7549909" y="319897"/>
                  </a:lnTo>
                  <a:lnTo>
                    <a:pt x="7550491" y="319274"/>
                  </a:lnTo>
                  <a:lnTo>
                    <a:pt x="7550637" y="319274"/>
                  </a:lnTo>
                  <a:lnTo>
                    <a:pt x="7550782" y="319274"/>
                  </a:lnTo>
                  <a:lnTo>
                    <a:pt x="7551073" y="319274"/>
                  </a:lnTo>
                  <a:lnTo>
                    <a:pt x="7551218" y="319274"/>
                  </a:lnTo>
                  <a:lnTo>
                    <a:pt x="7551509" y="319274"/>
                  </a:lnTo>
                  <a:lnTo>
                    <a:pt x="7551945" y="319274"/>
                  </a:lnTo>
                  <a:lnTo>
                    <a:pt x="7552091" y="319274"/>
                  </a:lnTo>
                  <a:lnTo>
                    <a:pt x="7552527" y="319274"/>
                  </a:lnTo>
                  <a:lnTo>
                    <a:pt x="7552818" y="319274"/>
                  </a:lnTo>
                  <a:lnTo>
                    <a:pt x="7552963" y="319274"/>
                  </a:lnTo>
                  <a:lnTo>
                    <a:pt x="7553109" y="319274"/>
                  </a:lnTo>
                  <a:lnTo>
                    <a:pt x="7553254" y="319274"/>
                  </a:lnTo>
                  <a:lnTo>
                    <a:pt x="7553400" y="319274"/>
                  </a:lnTo>
                  <a:lnTo>
                    <a:pt x="7553981" y="318650"/>
                  </a:lnTo>
                  <a:lnTo>
                    <a:pt x="7554272" y="318650"/>
                  </a:lnTo>
                  <a:lnTo>
                    <a:pt x="7554563" y="318650"/>
                  </a:lnTo>
                  <a:lnTo>
                    <a:pt x="7554709" y="318650"/>
                  </a:lnTo>
                  <a:lnTo>
                    <a:pt x="7554854" y="318650"/>
                  </a:lnTo>
                  <a:lnTo>
                    <a:pt x="7554999" y="318650"/>
                  </a:lnTo>
                  <a:lnTo>
                    <a:pt x="7555726" y="318026"/>
                  </a:lnTo>
                  <a:lnTo>
                    <a:pt x="7556454" y="318026"/>
                  </a:lnTo>
                  <a:lnTo>
                    <a:pt x="7557035" y="318026"/>
                  </a:lnTo>
                  <a:lnTo>
                    <a:pt x="7557181" y="318026"/>
                  </a:lnTo>
                  <a:lnTo>
                    <a:pt x="7557326" y="318026"/>
                  </a:lnTo>
                  <a:lnTo>
                    <a:pt x="7557617" y="318026"/>
                  </a:lnTo>
                  <a:lnTo>
                    <a:pt x="7557762" y="318026"/>
                  </a:lnTo>
                  <a:lnTo>
                    <a:pt x="7558053" y="318026"/>
                  </a:lnTo>
                  <a:lnTo>
                    <a:pt x="7558199" y="318026"/>
                  </a:lnTo>
                  <a:lnTo>
                    <a:pt x="7558490" y="318026"/>
                  </a:lnTo>
                  <a:lnTo>
                    <a:pt x="7559071" y="316779"/>
                  </a:lnTo>
                  <a:lnTo>
                    <a:pt x="7559362" y="316779"/>
                  </a:lnTo>
                  <a:lnTo>
                    <a:pt x="7560089" y="316779"/>
                  </a:lnTo>
                  <a:lnTo>
                    <a:pt x="7560235" y="316779"/>
                  </a:lnTo>
                  <a:lnTo>
                    <a:pt x="7560380" y="316779"/>
                  </a:lnTo>
                  <a:lnTo>
                    <a:pt x="7560526" y="316779"/>
                  </a:lnTo>
                  <a:lnTo>
                    <a:pt x="7560671" y="316779"/>
                  </a:lnTo>
                  <a:lnTo>
                    <a:pt x="7560816" y="316779"/>
                  </a:lnTo>
                  <a:lnTo>
                    <a:pt x="7561689" y="316156"/>
                  </a:lnTo>
                  <a:lnTo>
                    <a:pt x="7561834" y="316156"/>
                  </a:lnTo>
                  <a:lnTo>
                    <a:pt x="7562416" y="316156"/>
                  </a:lnTo>
                  <a:lnTo>
                    <a:pt x="7562852" y="316156"/>
                  </a:lnTo>
                  <a:lnTo>
                    <a:pt x="7562998" y="316156"/>
                  </a:lnTo>
                  <a:lnTo>
                    <a:pt x="7563434" y="316156"/>
                  </a:lnTo>
                  <a:lnTo>
                    <a:pt x="7563579" y="316156"/>
                  </a:lnTo>
                  <a:lnTo>
                    <a:pt x="7563725" y="316156"/>
                  </a:lnTo>
                  <a:lnTo>
                    <a:pt x="7564161" y="316156"/>
                  </a:lnTo>
                  <a:lnTo>
                    <a:pt x="7564307" y="315532"/>
                  </a:lnTo>
                  <a:lnTo>
                    <a:pt x="7565034" y="315532"/>
                  </a:lnTo>
                  <a:lnTo>
                    <a:pt x="7565179" y="315532"/>
                  </a:lnTo>
                  <a:lnTo>
                    <a:pt x="7566197" y="315532"/>
                  </a:lnTo>
                  <a:lnTo>
                    <a:pt x="7566633" y="315532"/>
                  </a:lnTo>
                  <a:lnTo>
                    <a:pt x="7566779" y="315532"/>
                  </a:lnTo>
                  <a:lnTo>
                    <a:pt x="7567070" y="315532"/>
                  </a:lnTo>
                  <a:lnTo>
                    <a:pt x="7567215" y="314909"/>
                  </a:lnTo>
                  <a:lnTo>
                    <a:pt x="7567361" y="314909"/>
                  </a:lnTo>
                  <a:lnTo>
                    <a:pt x="7567651" y="314909"/>
                  </a:lnTo>
                  <a:lnTo>
                    <a:pt x="7567942" y="314909"/>
                  </a:lnTo>
                  <a:lnTo>
                    <a:pt x="7568088" y="314909"/>
                  </a:lnTo>
                  <a:lnTo>
                    <a:pt x="7568233" y="314909"/>
                  </a:lnTo>
                  <a:lnTo>
                    <a:pt x="7568379" y="314909"/>
                  </a:lnTo>
                  <a:lnTo>
                    <a:pt x="7568524" y="314909"/>
                  </a:lnTo>
                  <a:lnTo>
                    <a:pt x="7568669" y="314909"/>
                  </a:lnTo>
                  <a:lnTo>
                    <a:pt x="7568960" y="314909"/>
                  </a:lnTo>
                  <a:lnTo>
                    <a:pt x="7569106" y="314909"/>
                  </a:lnTo>
                  <a:lnTo>
                    <a:pt x="7569396" y="314909"/>
                  </a:lnTo>
                  <a:lnTo>
                    <a:pt x="7569396" y="314285"/>
                  </a:lnTo>
                  <a:lnTo>
                    <a:pt x="7570414" y="314285"/>
                  </a:lnTo>
                  <a:lnTo>
                    <a:pt x="7570560" y="314285"/>
                  </a:lnTo>
                  <a:lnTo>
                    <a:pt x="7571142" y="314285"/>
                  </a:lnTo>
                  <a:lnTo>
                    <a:pt x="7571287" y="314285"/>
                  </a:lnTo>
                  <a:lnTo>
                    <a:pt x="7571578" y="314285"/>
                  </a:lnTo>
                  <a:lnTo>
                    <a:pt x="7572741" y="314285"/>
                  </a:lnTo>
                  <a:lnTo>
                    <a:pt x="7573178" y="314285"/>
                  </a:lnTo>
                  <a:lnTo>
                    <a:pt x="7573468" y="314285"/>
                  </a:lnTo>
                  <a:lnTo>
                    <a:pt x="7573905" y="314285"/>
                  </a:lnTo>
                  <a:lnTo>
                    <a:pt x="7574050" y="314285"/>
                  </a:lnTo>
                  <a:lnTo>
                    <a:pt x="7574050" y="313661"/>
                  </a:lnTo>
                  <a:lnTo>
                    <a:pt x="7574196" y="313661"/>
                  </a:lnTo>
                  <a:lnTo>
                    <a:pt x="7574486" y="313661"/>
                  </a:lnTo>
                  <a:lnTo>
                    <a:pt x="7574777" y="313661"/>
                  </a:lnTo>
                  <a:lnTo>
                    <a:pt x="7574923" y="313661"/>
                  </a:lnTo>
                  <a:lnTo>
                    <a:pt x="7575068" y="313661"/>
                  </a:lnTo>
                  <a:lnTo>
                    <a:pt x="7575359" y="313661"/>
                  </a:lnTo>
                  <a:lnTo>
                    <a:pt x="7575650" y="313661"/>
                  </a:lnTo>
                  <a:lnTo>
                    <a:pt x="7575941" y="313661"/>
                  </a:lnTo>
                  <a:lnTo>
                    <a:pt x="7576377" y="313661"/>
                  </a:lnTo>
                  <a:lnTo>
                    <a:pt x="7576522" y="313661"/>
                  </a:lnTo>
                  <a:lnTo>
                    <a:pt x="7577395" y="313038"/>
                  </a:lnTo>
                  <a:lnTo>
                    <a:pt x="7577540" y="313038"/>
                  </a:lnTo>
                  <a:lnTo>
                    <a:pt x="7577831" y="311791"/>
                  </a:lnTo>
                  <a:lnTo>
                    <a:pt x="7577977" y="311791"/>
                  </a:lnTo>
                  <a:lnTo>
                    <a:pt x="7578413" y="311791"/>
                  </a:lnTo>
                  <a:lnTo>
                    <a:pt x="7578704" y="311791"/>
                  </a:lnTo>
                  <a:lnTo>
                    <a:pt x="7578849" y="311791"/>
                  </a:lnTo>
                  <a:lnTo>
                    <a:pt x="7579140" y="311791"/>
                  </a:lnTo>
                  <a:lnTo>
                    <a:pt x="7579576" y="311791"/>
                  </a:lnTo>
                  <a:lnTo>
                    <a:pt x="7579722" y="311791"/>
                  </a:lnTo>
                  <a:lnTo>
                    <a:pt x="7579867" y="311791"/>
                  </a:lnTo>
                  <a:lnTo>
                    <a:pt x="7579867" y="311167"/>
                  </a:lnTo>
                  <a:lnTo>
                    <a:pt x="7580013" y="311167"/>
                  </a:lnTo>
                  <a:lnTo>
                    <a:pt x="7580158" y="311167"/>
                  </a:lnTo>
                  <a:lnTo>
                    <a:pt x="7580594" y="311167"/>
                  </a:lnTo>
                  <a:lnTo>
                    <a:pt x="7581031" y="311167"/>
                  </a:lnTo>
                  <a:lnTo>
                    <a:pt x="7582049" y="311167"/>
                  </a:lnTo>
                  <a:lnTo>
                    <a:pt x="7582194" y="311167"/>
                  </a:lnTo>
                  <a:lnTo>
                    <a:pt x="7584230" y="309920"/>
                  </a:lnTo>
                  <a:lnTo>
                    <a:pt x="7584521" y="309920"/>
                  </a:lnTo>
                  <a:lnTo>
                    <a:pt x="7584812" y="309920"/>
                  </a:lnTo>
                  <a:lnTo>
                    <a:pt x="7585102" y="309920"/>
                  </a:lnTo>
                  <a:lnTo>
                    <a:pt x="7585393" y="309920"/>
                  </a:lnTo>
                  <a:lnTo>
                    <a:pt x="7585539" y="309920"/>
                  </a:lnTo>
                  <a:lnTo>
                    <a:pt x="7585975" y="309920"/>
                  </a:lnTo>
                  <a:lnTo>
                    <a:pt x="7586702" y="309920"/>
                  </a:lnTo>
                  <a:lnTo>
                    <a:pt x="7586848" y="309920"/>
                  </a:lnTo>
                  <a:lnTo>
                    <a:pt x="7587138" y="309920"/>
                  </a:lnTo>
                  <a:lnTo>
                    <a:pt x="7587138" y="309296"/>
                  </a:lnTo>
                  <a:lnTo>
                    <a:pt x="7587138" y="308673"/>
                  </a:lnTo>
                  <a:lnTo>
                    <a:pt x="7587429" y="308673"/>
                  </a:lnTo>
                  <a:lnTo>
                    <a:pt x="7587720" y="308673"/>
                  </a:lnTo>
                  <a:lnTo>
                    <a:pt x="7588302" y="308049"/>
                  </a:lnTo>
                  <a:lnTo>
                    <a:pt x="7589029" y="308049"/>
                  </a:lnTo>
                  <a:lnTo>
                    <a:pt x="7589465" y="308049"/>
                  </a:lnTo>
                  <a:lnTo>
                    <a:pt x="7589901" y="307426"/>
                  </a:lnTo>
                  <a:lnTo>
                    <a:pt x="7590047" y="307426"/>
                  </a:lnTo>
                  <a:lnTo>
                    <a:pt x="7590338" y="307426"/>
                  </a:lnTo>
                  <a:lnTo>
                    <a:pt x="7590629" y="307426"/>
                  </a:lnTo>
                  <a:lnTo>
                    <a:pt x="7591065" y="307426"/>
                  </a:lnTo>
                  <a:lnTo>
                    <a:pt x="7591210" y="307426"/>
                  </a:lnTo>
                  <a:lnTo>
                    <a:pt x="7591356" y="307426"/>
                  </a:lnTo>
                  <a:lnTo>
                    <a:pt x="7591501" y="307426"/>
                  </a:lnTo>
                  <a:lnTo>
                    <a:pt x="7591647" y="307426"/>
                  </a:lnTo>
                  <a:lnTo>
                    <a:pt x="7591937" y="307426"/>
                  </a:lnTo>
                  <a:lnTo>
                    <a:pt x="7592665" y="307426"/>
                  </a:lnTo>
                  <a:lnTo>
                    <a:pt x="7592810" y="307426"/>
                  </a:lnTo>
                  <a:lnTo>
                    <a:pt x="7592955" y="307426"/>
                  </a:lnTo>
                  <a:lnTo>
                    <a:pt x="7593246" y="307426"/>
                  </a:lnTo>
                  <a:lnTo>
                    <a:pt x="7593392" y="307426"/>
                  </a:lnTo>
                  <a:lnTo>
                    <a:pt x="7593537" y="307426"/>
                  </a:lnTo>
                  <a:lnTo>
                    <a:pt x="7593683" y="307426"/>
                  </a:lnTo>
                  <a:lnTo>
                    <a:pt x="7594264" y="307426"/>
                  </a:lnTo>
                  <a:lnTo>
                    <a:pt x="7594555" y="307426"/>
                  </a:lnTo>
                  <a:lnTo>
                    <a:pt x="7594701" y="306802"/>
                  </a:lnTo>
                  <a:lnTo>
                    <a:pt x="7594991" y="306802"/>
                  </a:lnTo>
                  <a:lnTo>
                    <a:pt x="7595282" y="306802"/>
                  </a:lnTo>
                  <a:lnTo>
                    <a:pt x="7596009" y="306802"/>
                  </a:lnTo>
                  <a:lnTo>
                    <a:pt x="7596155" y="306802"/>
                  </a:lnTo>
                  <a:lnTo>
                    <a:pt x="7596591" y="306178"/>
                  </a:lnTo>
                  <a:lnTo>
                    <a:pt x="7596736" y="306178"/>
                  </a:lnTo>
                  <a:lnTo>
                    <a:pt x="7596882" y="305555"/>
                  </a:lnTo>
                  <a:lnTo>
                    <a:pt x="7597173" y="305555"/>
                  </a:lnTo>
                  <a:lnTo>
                    <a:pt x="7597318" y="305555"/>
                  </a:lnTo>
                  <a:lnTo>
                    <a:pt x="7598627" y="305555"/>
                  </a:lnTo>
                  <a:lnTo>
                    <a:pt x="7598772" y="305555"/>
                  </a:lnTo>
                  <a:lnTo>
                    <a:pt x="7599209" y="305555"/>
                  </a:lnTo>
                  <a:lnTo>
                    <a:pt x="7599354" y="305555"/>
                  </a:lnTo>
                  <a:lnTo>
                    <a:pt x="7599500" y="305555"/>
                  </a:lnTo>
                  <a:lnTo>
                    <a:pt x="7599645" y="305555"/>
                  </a:lnTo>
                  <a:lnTo>
                    <a:pt x="7599645" y="304931"/>
                  </a:lnTo>
                  <a:lnTo>
                    <a:pt x="7600081" y="304931"/>
                  </a:lnTo>
                  <a:lnTo>
                    <a:pt x="7600663" y="304931"/>
                  </a:lnTo>
                  <a:lnTo>
                    <a:pt x="7600954" y="304931"/>
                  </a:lnTo>
                  <a:lnTo>
                    <a:pt x="7601245" y="304931"/>
                  </a:lnTo>
                  <a:lnTo>
                    <a:pt x="7601536" y="304931"/>
                  </a:lnTo>
                  <a:lnTo>
                    <a:pt x="7601681" y="304931"/>
                  </a:lnTo>
                  <a:lnTo>
                    <a:pt x="7601972" y="304308"/>
                  </a:lnTo>
                  <a:lnTo>
                    <a:pt x="7602117" y="304308"/>
                  </a:lnTo>
                  <a:lnTo>
                    <a:pt x="7602263" y="304308"/>
                  </a:lnTo>
                  <a:lnTo>
                    <a:pt x="7602844" y="304308"/>
                  </a:lnTo>
                  <a:lnTo>
                    <a:pt x="7603281" y="304308"/>
                  </a:lnTo>
                  <a:lnTo>
                    <a:pt x="7603426" y="304308"/>
                  </a:lnTo>
                  <a:lnTo>
                    <a:pt x="7603571" y="304308"/>
                  </a:lnTo>
                  <a:lnTo>
                    <a:pt x="7604299" y="304308"/>
                  </a:lnTo>
                  <a:lnTo>
                    <a:pt x="7604444" y="304308"/>
                  </a:lnTo>
                  <a:lnTo>
                    <a:pt x="7604880" y="304308"/>
                  </a:lnTo>
                  <a:lnTo>
                    <a:pt x="7605026" y="304308"/>
                  </a:lnTo>
                  <a:lnTo>
                    <a:pt x="7605171" y="304308"/>
                  </a:lnTo>
                  <a:lnTo>
                    <a:pt x="7605753" y="304308"/>
                  </a:lnTo>
                  <a:lnTo>
                    <a:pt x="7607353" y="302437"/>
                  </a:lnTo>
                  <a:lnTo>
                    <a:pt x="7607789" y="302437"/>
                  </a:lnTo>
                  <a:lnTo>
                    <a:pt x="7607934" y="302437"/>
                  </a:lnTo>
                  <a:lnTo>
                    <a:pt x="7608080" y="302437"/>
                  </a:lnTo>
                  <a:lnTo>
                    <a:pt x="7608516" y="302437"/>
                  </a:lnTo>
                  <a:lnTo>
                    <a:pt x="7608661" y="301813"/>
                  </a:lnTo>
                  <a:lnTo>
                    <a:pt x="7608807" y="301813"/>
                  </a:lnTo>
                  <a:lnTo>
                    <a:pt x="7609098" y="301813"/>
                  </a:lnTo>
                  <a:lnTo>
                    <a:pt x="7609243" y="301813"/>
                  </a:lnTo>
                  <a:lnTo>
                    <a:pt x="7609388" y="301813"/>
                  </a:lnTo>
                  <a:lnTo>
                    <a:pt x="7609825" y="301813"/>
                  </a:lnTo>
                  <a:lnTo>
                    <a:pt x="7610261" y="299943"/>
                  </a:lnTo>
                  <a:lnTo>
                    <a:pt x="7610406" y="299943"/>
                  </a:lnTo>
                  <a:lnTo>
                    <a:pt x="7610552" y="299943"/>
                  </a:lnTo>
                  <a:lnTo>
                    <a:pt x="7610988" y="299943"/>
                  </a:lnTo>
                  <a:lnTo>
                    <a:pt x="7611279" y="299943"/>
                  </a:lnTo>
                  <a:lnTo>
                    <a:pt x="7611424" y="299943"/>
                  </a:lnTo>
                  <a:lnTo>
                    <a:pt x="7611570" y="299943"/>
                  </a:lnTo>
                  <a:lnTo>
                    <a:pt x="7611861" y="299943"/>
                  </a:lnTo>
                  <a:lnTo>
                    <a:pt x="7612152" y="299943"/>
                  </a:lnTo>
                  <a:lnTo>
                    <a:pt x="7612442" y="298695"/>
                  </a:lnTo>
                  <a:lnTo>
                    <a:pt x="7612733" y="298072"/>
                  </a:lnTo>
                  <a:lnTo>
                    <a:pt x="7613024" y="298072"/>
                  </a:lnTo>
                  <a:lnTo>
                    <a:pt x="7613606" y="298072"/>
                  </a:lnTo>
                  <a:lnTo>
                    <a:pt x="7614188" y="298072"/>
                  </a:lnTo>
                  <a:lnTo>
                    <a:pt x="7614333" y="296825"/>
                  </a:lnTo>
                  <a:lnTo>
                    <a:pt x="7614478" y="296825"/>
                  </a:lnTo>
                  <a:lnTo>
                    <a:pt x="7615351" y="296825"/>
                  </a:lnTo>
                  <a:lnTo>
                    <a:pt x="7615642" y="296201"/>
                  </a:lnTo>
                  <a:lnTo>
                    <a:pt x="7615787" y="296201"/>
                  </a:lnTo>
                  <a:lnTo>
                    <a:pt x="7615933" y="296201"/>
                  </a:lnTo>
                  <a:lnTo>
                    <a:pt x="7616078" y="296201"/>
                  </a:lnTo>
                  <a:lnTo>
                    <a:pt x="7616369" y="296201"/>
                  </a:lnTo>
                  <a:lnTo>
                    <a:pt x="7617096" y="296201"/>
                  </a:lnTo>
                  <a:lnTo>
                    <a:pt x="7617387" y="296201"/>
                  </a:lnTo>
                  <a:lnTo>
                    <a:pt x="7617969" y="296201"/>
                  </a:lnTo>
                  <a:lnTo>
                    <a:pt x="7618259" y="295578"/>
                  </a:lnTo>
                  <a:lnTo>
                    <a:pt x="7618550" y="295578"/>
                  </a:lnTo>
                  <a:lnTo>
                    <a:pt x="7618696" y="295578"/>
                  </a:lnTo>
                  <a:lnTo>
                    <a:pt x="7618841" y="295578"/>
                  </a:lnTo>
                  <a:lnTo>
                    <a:pt x="7618987" y="295578"/>
                  </a:lnTo>
                  <a:lnTo>
                    <a:pt x="7619132" y="295578"/>
                  </a:lnTo>
                  <a:lnTo>
                    <a:pt x="7619277" y="295578"/>
                  </a:lnTo>
                  <a:lnTo>
                    <a:pt x="7619568" y="295578"/>
                  </a:lnTo>
                  <a:lnTo>
                    <a:pt x="7620732" y="293083"/>
                  </a:lnTo>
                  <a:lnTo>
                    <a:pt x="7620877" y="293083"/>
                  </a:lnTo>
                  <a:lnTo>
                    <a:pt x="7621313" y="293083"/>
                  </a:lnTo>
                  <a:lnTo>
                    <a:pt x="7621459" y="293083"/>
                  </a:lnTo>
                  <a:lnTo>
                    <a:pt x="7621604" y="293083"/>
                  </a:lnTo>
                  <a:lnTo>
                    <a:pt x="7621895" y="292460"/>
                  </a:lnTo>
                  <a:lnTo>
                    <a:pt x="7622041" y="292460"/>
                  </a:lnTo>
                  <a:lnTo>
                    <a:pt x="7622768" y="291836"/>
                  </a:lnTo>
                  <a:lnTo>
                    <a:pt x="7622913" y="291836"/>
                  </a:lnTo>
                  <a:lnTo>
                    <a:pt x="7623058" y="291836"/>
                  </a:lnTo>
                  <a:lnTo>
                    <a:pt x="7623349" y="291836"/>
                  </a:lnTo>
                  <a:lnTo>
                    <a:pt x="7623640" y="291836"/>
                  </a:lnTo>
                  <a:lnTo>
                    <a:pt x="7623786" y="291836"/>
                  </a:lnTo>
                  <a:lnTo>
                    <a:pt x="7624513" y="291836"/>
                  </a:lnTo>
                  <a:lnTo>
                    <a:pt x="7624949" y="291836"/>
                  </a:lnTo>
                  <a:lnTo>
                    <a:pt x="7625240" y="291836"/>
                  </a:lnTo>
                  <a:lnTo>
                    <a:pt x="7625531" y="291836"/>
                  </a:lnTo>
                  <a:lnTo>
                    <a:pt x="7625676" y="291836"/>
                  </a:lnTo>
                  <a:lnTo>
                    <a:pt x="7626549" y="291836"/>
                  </a:lnTo>
                  <a:lnTo>
                    <a:pt x="7626985" y="291212"/>
                  </a:lnTo>
                  <a:lnTo>
                    <a:pt x="7627567" y="290589"/>
                  </a:lnTo>
                  <a:lnTo>
                    <a:pt x="7627858" y="290589"/>
                  </a:lnTo>
                  <a:lnTo>
                    <a:pt x="7628148" y="289965"/>
                  </a:lnTo>
                  <a:lnTo>
                    <a:pt x="7628294" y="289965"/>
                  </a:lnTo>
                  <a:lnTo>
                    <a:pt x="7628439" y="289965"/>
                  </a:lnTo>
                  <a:lnTo>
                    <a:pt x="7628585" y="289965"/>
                  </a:lnTo>
                  <a:lnTo>
                    <a:pt x="7629021" y="289965"/>
                  </a:lnTo>
                  <a:lnTo>
                    <a:pt x="7629166" y="289965"/>
                  </a:lnTo>
                  <a:lnTo>
                    <a:pt x="7629312" y="289965"/>
                  </a:lnTo>
                  <a:lnTo>
                    <a:pt x="7629603" y="289965"/>
                  </a:lnTo>
                  <a:lnTo>
                    <a:pt x="7629748" y="289965"/>
                  </a:lnTo>
                  <a:lnTo>
                    <a:pt x="7629893" y="289965"/>
                  </a:lnTo>
                  <a:lnTo>
                    <a:pt x="7630039" y="289965"/>
                  </a:lnTo>
                  <a:lnTo>
                    <a:pt x="7630475" y="289965"/>
                  </a:lnTo>
                  <a:lnTo>
                    <a:pt x="7630766" y="289965"/>
                  </a:lnTo>
                  <a:lnTo>
                    <a:pt x="7630911" y="289965"/>
                  </a:lnTo>
                  <a:lnTo>
                    <a:pt x="7631202" y="289965"/>
                  </a:lnTo>
                  <a:lnTo>
                    <a:pt x="7631493" y="289965"/>
                  </a:lnTo>
                  <a:lnTo>
                    <a:pt x="7631639" y="289965"/>
                  </a:lnTo>
                  <a:lnTo>
                    <a:pt x="7631784" y="289965"/>
                  </a:lnTo>
                  <a:lnTo>
                    <a:pt x="7632075" y="289965"/>
                  </a:lnTo>
                  <a:lnTo>
                    <a:pt x="7632220" y="289965"/>
                  </a:lnTo>
                  <a:lnTo>
                    <a:pt x="7635565" y="288095"/>
                  </a:lnTo>
                  <a:lnTo>
                    <a:pt x="7636001" y="288095"/>
                  </a:lnTo>
                  <a:lnTo>
                    <a:pt x="7636292" y="288095"/>
                  </a:lnTo>
                  <a:lnTo>
                    <a:pt x="7636728" y="287471"/>
                  </a:lnTo>
                  <a:lnTo>
                    <a:pt x="7636874" y="287471"/>
                  </a:lnTo>
                  <a:lnTo>
                    <a:pt x="7637019" y="287471"/>
                  </a:lnTo>
                  <a:lnTo>
                    <a:pt x="7637310" y="287471"/>
                  </a:lnTo>
                  <a:lnTo>
                    <a:pt x="7637456" y="287471"/>
                  </a:lnTo>
                  <a:lnTo>
                    <a:pt x="7637601" y="287471"/>
                  </a:lnTo>
                  <a:lnTo>
                    <a:pt x="7638328" y="287471"/>
                  </a:lnTo>
                  <a:lnTo>
                    <a:pt x="7638328" y="286847"/>
                  </a:lnTo>
                  <a:lnTo>
                    <a:pt x="7638328" y="286224"/>
                  </a:lnTo>
                  <a:lnTo>
                    <a:pt x="7638619" y="286224"/>
                  </a:lnTo>
                  <a:lnTo>
                    <a:pt x="7638910" y="286224"/>
                  </a:lnTo>
                  <a:lnTo>
                    <a:pt x="7639055" y="286224"/>
                  </a:lnTo>
                  <a:lnTo>
                    <a:pt x="7639346" y="285600"/>
                  </a:lnTo>
                  <a:lnTo>
                    <a:pt x="7639492" y="285600"/>
                  </a:lnTo>
                  <a:lnTo>
                    <a:pt x="7639782" y="284977"/>
                  </a:lnTo>
                  <a:lnTo>
                    <a:pt x="7639928" y="284977"/>
                  </a:lnTo>
                  <a:lnTo>
                    <a:pt x="7640073" y="284977"/>
                  </a:lnTo>
                  <a:lnTo>
                    <a:pt x="7640510" y="284977"/>
                  </a:lnTo>
                  <a:lnTo>
                    <a:pt x="7641382" y="284977"/>
                  </a:lnTo>
                  <a:lnTo>
                    <a:pt x="7641528" y="284977"/>
                  </a:lnTo>
                  <a:lnTo>
                    <a:pt x="7641673" y="284977"/>
                  </a:lnTo>
                  <a:lnTo>
                    <a:pt x="7641818" y="284977"/>
                  </a:lnTo>
                  <a:lnTo>
                    <a:pt x="7641964" y="284977"/>
                  </a:lnTo>
                  <a:lnTo>
                    <a:pt x="7642255" y="284977"/>
                  </a:lnTo>
                  <a:lnTo>
                    <a:pt x="7642400" y="284977"/>
                  </a:lnTo>
                  <a:lnTo>
                    <a:pt x="7642691" y="284977"/>
                  </a:lnTo>
                  <a:lnTo>
                    <a:pt x="7642982" y="284977"/>
                  </a:lnTo>
                  <a:lnTo>
                    <a:pt x="7643273" y="284977"/>
                  </a:lnTo>
                  <a:lnTo>
                    <a:pt x="7644145" y="284977"/>
                  </a:lnTo>
                  <a:lnTo>
                    <a:pt x="7644436" y="284977"/>
                  </a:lnTo>
                  <a:lnTo>
                    <a:pt x="7644581" y="284977"/>
                  </a:lnTo>
                  <a:lnTo>
                    <a:pt x="7644727" y="284353"/>
                  </a:lnTo>
                  <a:lnTo>
                    <a:pt x="7644727" y="283729"/>
                  </a:lnTo>
                  <a:lnTo>
                    <a:pt x="7645454" y="283729"/>
                  </a:lnTo>
                  <a:lnTo>
                    <a:pt x="7645890" y="283729"/>
                  </a:lnTo>
                  <a:lnTo>
                    <a:pt x="7646617" y="283729"/>
                  </a:lnTo>
                  <a:lnTo>
                    <a:pt x="7647054" y="283729"/>
                  </a:lnTo>
                  <a:lnTo>
                    <a:pt x="7647926" y="283729"/>
                  </a:lnTo>
                  <a:lnTo>
                    <a:pt x="7648072" y="283729"/>
                  </a:lnTo>
                  <a:lnTo>
                    <a:pt x="7648944" y="283106"/>
                  </a:lnTo>
                  <a:lnTo>
                    <a:pt x="7649671" y="283106"/>
                  </a:lnTo>
                  <a:lnTo>
                    <a:pt x="7649962" y="283106"/>
                  </a:lnTo>
                  <a:lnTo>
                    <a:pt x="7650253" y="283106"/>
                  </a:lnTo>
                  <a:lnTo>
                    <a:pt x="7650398" y="283106"/>
                  </a:lnTo>
                  <a:lnTo>
                    <a:pt x="7650689" y="283106"/>
                  </a:lnTo>
                  <a:lnTo>
                    <a:pt x="7650835" y="283106"/>
                  </a:lnTo>
                  <a:lnTo>
                    <a:pt x="7650980" y="283106"/>
                  </a:lnTo>
                  <a:lnTo>
                    <a:pt x="7651416" y="282482"/>
                  </a:lnTo>
                  <a:lnTo>
                    <a:pt x="7651562" y="282482"/>
                  </a:lnTo>
                  <a:lnTo>
                    <a:pt x="7651707" y="282482"/>
                  </a:lnTo>
                  <a:lnTo>
                    <a:pt x="7651998" y="282482"/>
                  </a:lnTo>
                  <a:lnTo>
                    <a:pt x="7652144" y="282482"/>
                  </a:lnTo>
                  <a:lnTo>
                    <a:pt x="7652289" y="282482"/>
                  </a:lnTo>
                  <a:lnTo>
                    <a:pt x="7652434" y="282482"/>
                  </a:lnTo>
                  <a:lnTo>
                    <a:pt x="7652580" y="282482"/>
                  </a:lnTo>
                  <a:lnTo>
                    <a:pt x="7652725" y="282482"/>
                  </a:lnTo>
                  <a:lnTo>
                    <a:pt x="7652871" y="282482"/>
                  </a:lnTo>
                  <a:lnTo>
                    <a:pt x="7653307" y="282482"/>
                  </a:lnTo>
                  <a:lnTo>
                    <a:pt x="7653598" y="281859"/>
                  </a:lnTo>
                  <a:lnTo>
                    <a:pt x="7654616" y="281859"/>
                  </a:lnTo>
                  <a:lnTo>
                    <a:pt x="7654907" y="281859"/>
                  </a:lnTo>
                  <a:lnTo>
                    <a:pt x="7655052" y="281859"/>
                  </a:lnTo>
                  <a:lnTo>
                    <a:pt x="7655488" y="281859"/>
                  </a:lnTo>
                  <a:lnTo>
                    <a:pt x="7655634" y="281859"/>
                  </a:lnTo>
                  <a:lnTo>
                    <a:pt x="7655779" y="281859"/>
                  </a:lnTo>
                  <a:lnTo>
                    <a:pt x="7655925" y="281859"/>
                  </a:lnTo>
                  <a:lnTo>
                    <a:pt x="7656943" y="281859"/>
                  </a:lnTo>
                  <a:lnTo>
                    <a:pt x="7657088" y="281859"/>
                  </a:lnTo>
                  <a:lnTo>
                    <a:pt x="7657233" y="281859"/>
                  </a:lnTo>
                  <a:lnTo>
                    <a:pt x="7657379" y="281859"/>
                  </a:lnTo>
                  <a:lnTo>
                    <a:pt x="7657815" y="281859"/>
                  </a:lnTo>
                  <a:lnTo>
                    <a:pt x="7657961" y="281235"/>
                  </a:lnTo>
                  <a:lnTo>
                    <a:pt x="7658542" y="281235"/>
                  </a:lnTo>
                  <a:lnTo>
                    <a:pt x="7658833" y="281235"/>
                  </a:lnTo>
                  <a:lnTo>
                    <a:pt x="7659124" y="281235"/>
                  </a:lnTo>
                  <a:lnTo>
                    <a:pt x="7659560" y="281235"/>
                  </a:lnTo>
                  <a:lnTo>
                    <a:pt x="7659706" y="281235"/>
                  </a:lnTo>
                  <a:lnTo>
                    <a:pt x="7660287" y="281235"/>
                  </a:lnTo>
                  <a:lnTo>
                    <a:pt x="7660578" y="281235"/>
                  </a:lnTo>
                  <a:lnTo>
                    <a:pt x="7660724" y="281235"/>
                  </a:lnTo>
                  <a:lnTo>
                    <a:pt x="7661015" y="281235"/>
                  </a:lnTo>
                  <a:lnTo>
                    <a:pt x="7661305" y="281235"/>
                  </a:lnTo>
                  <a:lnTo>
                    <a:pt x="7661596" y="281235"/>
                  </a:lnTo>
                  <a:lnTo>
                    <a:pt x="7661887" y="281235"/>
                  </a:lnTo>
                  <a:lnTo>
                    <a:pt x="7662469" y="281235"/>
                  </a:lnTo>
                  <a:lnTo>
                    <a:pt x="7662614" y="281235"/>
                  </a:lnTo>
                  <a:lnTo>
                    <a:pt x="7662760" y="281235"/>
                  </a:lnTo>
                  <a:lnTo>
                    <a:pt x="7662905" y="281235"/>
                  </a:lnTo>
                  <a:lnTo>
                    <a:pt x="7663196" y="281235"/>
                  </a:lnTo>
                  <a:lnTo>
                    <a:pt x="7663341" y="281235"/>
                  </a:lnTo>
                  <a:lnTo>
                    <a:pt x="7664068" y="281235"/>
                  </a:lnTo>
                  <a:lnTo>
                    <a:pt x="7664214" y="281235"/>
                  </a:lnTo>
                  <a:lnTo>
                    <a:pt x="7664796" y="281235"/>
                  </a:lnTo>
                  <a:lnTo>
                    <a:pt x="7664941" y="281235"/>
                  </a:lnTo>
                  <a:lnTo>
                    <a:pt x="7665086" y="280612"/>
                  </a:lnTo>
                  <a:lnTo>
                    <a:pt x="7665377" y="280612"/>
                  </a:lnTo>
                  <a:lnTo>
                    <a:pt x="7665523" y="280612"/>
                  </a:lnTo>
                  <a:lnTo>
                    <a:pt x="7665814" y="279988"/>
                  </a:lnTo>
                  <a:lnTo>
                    <a:pt x="7666395" y="279988"/>
                  </a:lnTo>
                  <a:lnTo>
                    <a:pt x="7667704" y="279364"/>
                  </a:lnTo>
                  <a:lnTo>
                    <a:pt x="7667850" y="279364"/>
                  </a:lnTo>
                  <a:lnTo>
                    <a:pt x="7668140" y="279364"/>
                  </a:lnTo>
                  <a:lnTo>
                    <a:pt x="7668431" y="279364"/>
                  </a:lnTo>
                  <a:lnTo>
                    <a:pt x="7668577" y="279364"/>
                  </a:lnTo>
                  <a:lnTo>
                    <a:pt x="7668868" y="279364"/>
                  </a:lnTo>
                  <a:lnTo>
                    <a:pt x="7669158" y="279364"/>
                  </a:lnTo>
                  <a:lnTo>
                    <a:pt x="7669304" y="278741"/>
                  </a:lnTo>
                  <a:lnTo>
                    <a:pt x="7669449" y="278741"/>
                  </a:lnTo>
                  <a:lnTo>
                    <a:pt x="7669740" y="278741"/>
                  </a:lnTo>
                  <a:lnTo>
                    <a:pt x="7670031" y="278741"/>
                  </a:lnTo>
                  <a:lnTo>
                    <a:pt x="7670322" y="278741"/>
                  </a:lnTo>
                  <a:lnTo>
                    <a:pt x="7671049" y="278117"/>
                  </a:lnTo>
                  <a:lnTo>
                    <a:pt x="7671194" y="278117"/>
                  </a:lnTo>
                  <a:lnTo>
                    <a:pt x="7671340" y="278117"/>
                  </a:lnTo>
                  <a:lnTo>
                    <a:pt x="7671776" y="277494"/>
                  </a:lnTo>
                  <a:lnTo>
                    <a:pt x="7672358" y="277494"/>
                  </a:lnTo>
                  <a:lnTo>
                    <a:pt x="7672503" y="277494"/>
                  </a:lnTo>
                  <a:lnTo>
                    <a:pt x="7672794" y="277494"/>
                  </a:lnTo>
                  <a:lnTo>
                    <a:pt x="7673085" y="277494"/>
                  </a:lnTo>
                  <a:lnTo>
                    <a:pt x="7673957" y="276870"/>
                  </a:lnTo>
                  <a:lnTo>
                    <a:pt x="7674103" y="276870"/>
                  </a:lnTo>
                  <a:lnTo>
                    <a:pt x="7674394" y="276870"/>
                  </a:lnTo>
                  <a:lnTo>
                    <a:pt x="7674539" y="276870"/>
                  </a:lnTo>
                  <a:lnTo>
                    <a:pt x="7674975" y="276870"/>
                  </a:lnTo>
                  <a:lnTo>
                    <a:pt x="7675266" y="276870"/>
                  </a:lnTo>
                  <a:lnTo>
                    <a:pt x="7675412" y="276870"/>
                  </a:lnTo>
                  <a:lnTo>
                    <a:pt x="7675557" y="276870"/>
                  </a:lnTo>
                  <a:lnTo>
                    <a:pt x="7675703" y="276870"/>
                  </a:lnTo>
                  <a:lnTo>
                    <a:pt x="7675848" y="276870"/>
                  </a:lnTo>
                  <a:lnTo>
                    <a:pt x="7675848" y="276246"/>
                  </a:lnTo>
                  <a:lnTo>
                    <a:pt x="7676139" y="276246"/>
                  </a:lnTo>
                  <a:lnTo>
                    <a:pt x="7676284" y="276246"/>
                  </a:lnTo>
                  <a:lnTo>
                    <a:pt x="7677011" y="276246"/>
                  </a:lnTo>
                  <a:lnTo>
                    <a:pt x="7677157" y="276246"/>
                  </a:lnTo>
                  <a:lnTo>
                    <a:pt x="7677593" y="276246"/>
                  </a:lnTo>
                  <a:lnTo>
                    <a:pt x="7677738" y="276246"/>
                  </a:lnTo>
                  <a:lnTo>
                    <a:pt x="7678029" y="276246"/>
                  </a:lnTo>
                  <a:lnTo>
                    <a:pt x="7678175" y="276246"/>
                  </a:lnTo>
                  <a:lnTo>
                    <a:pt x="7678756" y="276246"/>
                  </a:lnTo>
                  <a:lnTo>
                    <a:pt x="7679193" y="275623"/>
                  </a:lnTo>
                  <a:lnTo>
                    <a:pt x="7679629" y="274999"/>
                  </a:lnTo>
                  <a:lnTo>
                    <a:pt x="7679920" y="274999"/>
                  </a:lnTo>
                  <a:lnTo>
                    <a:pt x="7680211" y="274999"/>
                  </a:lnTo>
                  <a:lnTo>
                    <a:pt x="7681229" y="274376"/>
                  </a:lnTo>
                  <a:lnTo>
                    <a:pt x="7681374" y="274376"/>
                  </a:lnTo>
                  <a:lnTo>
                    <a:pt x="7681810" y="274376"/>
                  </a:lnTo>
                  <a:lnTo>
                    <a:pt x="7682101" y="274376"/>
                  </a:lnTo>
                  <a:lnTo>
                    <a:pt x="7682247" y="274376"/>
                  </a:lnTo>
                  <a:lnTo>
                    <a:pt x="7682683" y="274376"/>
                  </a:lnTo>
                  <a:lnTo>
                    <a:pt x="7682828" y="274376"/>
                  </a:lnTo>
                  <a:lnTo>
                    <a:pt x="7682974" y="274376"/>
                  </a:lnTo>
                  <a:lnTo>
                    <a:pt x="7683410" y="273129"/>
                  </a:lnTo>
                  <a:lnTo>
                    <a:pt x="7683555" y="273129"/>
                  </a:lnTo>
                  <a:lnTo>
                    <a:pt x="7683846" y="273129"/>
                  </a:lnTo>
                  <a:lnTo>
                    <a:pt x="7684428" y="272505"/>
                  </a:lnTo>
                  <a:lnTo>
                    <a:pt x="7684719" y="272505"/>
                  </a:lnTo>
                  <a:lnTo>
                    <a:pt x="7685446" y="272505"/>
                  </a:lnTo>
                  <a:lnTo>
                    <a:pt x="7685737" y="272505"/>
                  </a:lnTo>
                  <a:lnTo>
                    <a:pt x="7685882" y="272505"/>
                  </a:lnTo>
                  <a:lnTo>
                    <a:pt x="7686464" y="272505"/>
                  </a:lnTo>
                  <a:lnTo>
                    <a:pt x="7686609" y="272505"/>
                  </a:lnTo>
                  <a:lnTo>
                    <a:pt x="7687046" y="271881"/>
                  </a:lnTo>
                  <a:lnTo>
                    <a:pt x="7687191" y="271881"/>
                  </a:lnTo>
                  <a:lnTo>
                    <a:pt x="7687337" y="271881"/>
                  </a:lnTo>
                  <a:lnTo>
                    <a:pt x="7687773" y="271258"/>
                  </a:lnTo>
                  <a:lnTo>
                    <a:pt x="7687773" y="270634"/>
                  </a:lnTo>
                  <a:lnTo>
                    <a:pt x="7687918" y="270634"/>
                  </a:lnTo>
                  <a:lnTo>
                    <a:pt x="7688064" y="270634"/>
                  </a:lnTo>
                  <a:lnTo>
                    <a:pt x="7688791" y="270634"/>
                  </a:lnTo>
                  <a:lnTo>
                    <a:pt x="7689082" y="270634"/>
                  </a:lnTo>
                  <a:lnTo>
                    <a:pt x="7689227" y="270634"/>
                  </a:lnTo>
                  <a:lnTo>
                    <a:pt x="7689518" y="270634"/>
                  </a:lnTo>
                  <a:lnTo>
                    <a:pt x="7689809" y="270634"/>
                  </a:lnTo>
                  <a:lnTo>
                    <a:pt x="7689954" y="270011"/>
                  </a:lnTo>
                  <a:lnTo>
                    <a:pt x="7690536" y="270011"/>
                  </a:lnTo>
                  <a:lnTo>
                    <a:pt x="7691118" y="270011"/>
                  </a:lnTo>
                  <a:lnTo>
                    <a:pt x="7691554" y="270011"/>
                  </a:lnTo>
                  <a:lnTo>
                    <a:pt x="7691990" y="270011"/>
                  </a:lnTo>
                  <a:lnTo>
                    <a:pt x="7692136" y="270011"/>
                  </a:lnTo>
                  <a:lnTo>
                    <a:pt x="7692863" y="270011"/>
                  </a:lnTo>
                  <a:lnTo>
                    <a:pt x="7693154" y="270011"/>
                  </a:lnTo>
                  <a:lnTo>
                    <a:pt x="7693299" y="270011"/>
                  </a:lnTo>
                  <a:lnTo>
                    <a:pt x="7693444" y="270011"/>
                  </a:lnTo>
                  <a:lnTo>
                    <a:pt x="7693590" y="269387"/>
                  </a:lnTo>
                  <a:lnTo>
                    <a:pt x="7693735" y="269387"/>
                  </a:lnTo>
                  <a:lnTo>
                    <a:pt x="7693881" y="269387"/>
                  </a:lnTo>
                  <a:lnTo>
                    <a:pt x="7694026" y="269387"/>
                  </a:lnTo>
                  <a:lnTo>
                    <a:pt x="7694172" y="269387"/>
                  </a:lnTo>
                  <a:lnTo>
                    <a:pt x="7694462" y="269387"/>
                  </a:lnTo>
                  <a:lnTo>
                    <a:pt x="7694899" y="269387"/>
                  </a:lnTo>
                  <a:lnTo>
                    <a:pt x="7695771" y="269387"/>
                  </a:lnTo>
                  <a:lnTo>
                    <a:pt x="7696353" y="269387"/>
                  </a:lnTo>
                  <a:lnTo>
                    <a:pt x="7696644" y="269387"/>
                  </a:lnTo>
                  <a:lnTo>
                    <a:pt x="7696935" y="268763"/>
                  </a:lnTo>
                  <a:lnTo>
                    <a:pt x="7697662" y="268763"/>
                  </a:lnTo>
                  <a:lnTo>
                    <a:pt x="7698243" y="268763"/>
                  </a:lnTo>
                  <a:lnTo>
                    <a:pt x="7699407" y="268763"/>
                  </a:lnTo>
                  <a:lnTo>
                    <a:pt x="7699989" y="267516"/>
                  </a:lnTo>
                  <a:lnTo>
                    <a:pt x="7700425" y="267516"/>
                  </a:lnTo>
                  <a:lnTo>
                    <a:pt x="7700716" y="266893"/>
                  </a:lnTo>
                  <a:lnTo>
                    <a:pt x="7701007" y="266893"/>
                  </a:lnTo>
                  <a:lnTo>
                    <a:pt x="7701297" y="266893"/>
                  </a:lnTo>
                  <a:lnTo>
                    <a:pt x="7701443" y="266269"/>
                  </a:lnTo>
                  <a:lnTo>
                    <a:pt x="7701588" y="266269"/>
                  </a:lnTo>
                  <a:lnTo>
                    <a:pt x="7701734" y="266269"/>
                  </a:lnTo>
                  <a:lnTo>
                    <a:pt x="7702025" y="266269"/>
                  </a:lnTo>
                  <a:lnTo>
                    <a:pt x="7702170" y="266269"/>
                  </a:lnTo>
                  <a:lnTo>
                    <a:pt x="7702606" y="266269"/>
                  </a:lnTo>
                  <a:lnTo>
                    <a:pt x="7703043" y="266269"/>
                  </a:lnTo>
                  <a:lnTo>
                    <a:pt x="7703188" y="266269"/>
                  </a:lnTo>
                  <a:lnTo>
                    <a:pt x="7703333" y="265022"/>
                  </a:lnTo>
                  <a:lnTo>
                    <a:pt x="7703479" y="265022"/>
                  </a:lnTo>
                  <a:lnTo>
                    <a:pt x="7703624" y="265022"/>
                  </a:lnTo>
                  <a:lnTo>
                    <a:pt x="7703915" y="265022"/>
                  </a:lnTo>
                  <a:lnTo>
                    <a:pt x="7704206" y="265022"/>
                  </a:lnTo>
                  <a:lnTo>
                    <a:pt x="7704351" y="265022"/>
                  </a:lnTo>
                  <a:lnTo>
                    <a:pt x="7708423" y="263775"/>
                  </a:lnTo>
                  <a:lnTo>
                    <a:pt x="7709005" y="263775"/>
                  </a:lnTo>
                  <a:lnTo>
                    <a:pt x="7709587" y="263775"/>
                  </a:lnTo>
                  <a:lnTo>
                    <a:pt x="7710023" y="263775"/>
                  </a:lnTo>
                  <a:lnTo>
                    <a:pt x="7710459" y="263775"/>
                  </a:lnTo>
                  <a:lnTo>
                    <a:pt x="7710895" y="263775"/>
                  </a:lnTo>
                  <a:lnTo>
                    <a:pt x="7711041" y="263775"/>
                  </a:lnTo>
                  <a:lnTo>
                    <a:pt x="7711332" y="263775"/>
                  </a:lnTo>
                  <a:lnTo>
                    <a:pt x="7711623" y="263151"/>
                  </a:lnTo>
                  <a:lnTo>
                    <a:pt x="7711913" y="263151"/>
                  </a:lnTo>
                  <a:lnTo>
                    <a:pt x="7712059" y="263151"/>
                  </a:lnTo>
                  <a:lnTo>
                    <a:pt x="7712204" y="263151"/>
                  </a:lnTo>
                  <a:lnTo>
                    <a:pt x="7712641" y="263151"/>
                  </a:lnTo>
                  <a:lnTo>
                    <a:pt x="7713077" y="263151"/>
                  </a:lnTo>
                  <a:lnTo>
                    <a:pt x="7713368" y="263151"/>
                  </a:lnTo>
                  <a:lnTo>
                    <a:pt x="7713368" y="262528"/>
                  </a:lnTo>
                  <a:lnTo>
                    <a:pt x="7714095" y="261904"/>
                  </a:lnTo>
                  <a:lnTo>
                    <a:pt x="7714240" y="261904"/>
                  </a:lnTo>
                  <a:lnTo>
                    <a:pt x="7714386" y="261904"/>
                  </a:lnTo>
                  <a:lnTo>
                    <a:pt x="7714531" y="261904"/>
                  </a:lnTo>
                  <a:lnTo>
                    <a:pt x="7714677" y="261904"/>
                  </a:lnTo>
                  <a:lnTo>
                    <a:pt x="7714822" y="261904"/>
                  </a:lnTo>
                  <a:lnTo>
                    <a:pt x="7715258" y="261904"/>
                  </a:lnTo>
                  <a:lnTo>
                    <a:pt x="7715840" y="261904"/>
                  </a:lnTo>
                  <a:lnTo>
                    <a:pt x="7715840" y="261280"/>
                  </a:lnTo>
                  <a:lnTo>
                    <a:pt x="7716276" y="261280"/>
                  </a:lnTo>
                  <a:lnTo>
                    <a:pt x="7716567" y="261280"/>
                  </a:lnTo>
                  <a:lnTo>
                    <a:pt x="7716713" y="261280"/>
                  </a:lnTo>
                  <a:lnTo>
                    <a:pt x="7717003" y="261280"/>
                  </a:lnTo>
                  <a:lnTo>
                    <a:pt x="7717149" y="261280"/>
                  </a:lnTo>
                  <a:lnTo>
                    <a:pt x="7717440" y="260657"/>
                  </a:lnTo>
                  <a:lnTo>
                    <a:pt x="7717585" y="260657"/>
                  </a:lnTo>
                  <a:lnTo>
                    <a:pt x="7717876" y="260657"/>
                  </a:lnTo>
                  <a:lnTo>
                    <a:pt x="7718458" y="260657"/>
                  </a:lnTo>
                  <a:lnTo>
                    <a:pt x="7718603" y="260657"/>
                  </a:lnTo>
                  <a:lnTo>
                    <a:pt x="7718748" y="260657"/>
                  </a:lnTo>
                  <a:lnTo>
                    <a:pt x="7719039" y="260657"/>
                  </a:lnTo>
                  <a:lnTo>
                    <a:pt x="7719476" y="260657"/>
                  </a:lnTo>
                  <a:lnTo>
                    <a:pt x="7719766" y="260657"/>
                  </a:lnTo>
                  <a:lnTo>
                    <a:pt x="7720348" y="260657"/>
                  </a:lnTo>
                  <a:lnTo>
                    <a:pt x="7720639" y="260657"/>
                  </a:lnTo>
                  <a:lnTo>
                    <a:pt x="7721221" y="260657"/>
                  </a:lnTo>
                  <a:lnTo>
                    <a:pt x="7721512" y="260657"/>
                  </a:lnTo>
                  <a:lnTo>
                    <a:pt x="7721657" y="260657"/>
                  </a:lnTo>
                  <a:lnTo>
                    <a:pt x="7721802" y="260657"/>
                  </a:lnTo>
                  <a:lnTo>
                    <a:pt x="7722093" y="260657"/>
                  </a:lnTo>
                  <a:lnTo>
                    <a:pt x="7722239" y="260657"/>
                  </a:lnTo>
                  <a:lnTo>
                    <a:pt x="7722384" y="260657"/>
                  </a:lnTo>
                  <a:lnTo>
                    <a:pt x="7722966" y="260657"/>
                  </a:lnTo>
                  <a:lnTo>
                    <a:pt x="7723257" y="260657"/>
                  </a:lnTo>
                  <a:lnTo>
                    <a:pt x="7723693" y="260657"/>
                  </a:lnTo>
                  <a:lnTo>
                    <a:pt x="7723838" y="260657"/>
                  </a:lnTo>
                  <a:lnTo>
                    <a:pt x="7724129" y="260657"/>
                  </a:lnTo>
                  <a:lnTo>
                    <a:pt x="7724275" y="260657"/>
                  </a:lnTo>
                  <a:lnTo>
                    <a:pt x="7724275" y="260033"/>
                  </a:lnTo>
                  <a:lnTo>
                    <a:pt x="7724565" y="260033"/>
                  </a:lnTo>
                  <a:lnTo>
                    <a:pt x="7724856" y="260033"/>
                  </a:lnTo>
                  <a:lnTo>
                    <a:pt x="7725147" y="260033"/>
                  </a:lnTo>
                  <a:lnTo>
                    <a:pt x="7725583" y="260033"/>
                  </a:lnTo>
                  <a:lnTo>
                    <a:pt x="7725729" y="260033"/>
                  </a:lnTo>
                  <a:lnTo>
                    <a:pt x="7725874" y="260033"/>
                  </a:lnTo>
                  <a:lnTo>
                    <a:pt x="7726020" y="259410"/>
                  </a:lnTo>
                  <a:lnTo>
                    <a:pt x="7726165" y="259410"/>
                  </a:lnTo>
                  <a:lnTo>
                    <a:pt x="7726456" y="259410"/>
                  </a:lnTo>
                  <a:lnTo>
                    <a:pt x="7727329" y="259410"/>
                  </a:lnTo>
                  <a:lnTo>
                    <a:pt x="7727619" y="259410"/>
                  </a:lnTo>
                  <a:lnTo>
                    <a:pt x="7727765" y="259410"/>
                  </a:lnTo>
                  <a:lnTo>
                    <a:pt x="7727910" y="259410"/>
                  </a:lnTo>
                  <a:lnTo>
                    <a:pt x="7728928" y="258786"/>
                  </a:lnTo>
                  <a:lnTo>
                    <a:pt x="7729510" y="258786"/>
                  </a:lnTo>
                  <a:lnTo>
                    <a:pt x="7729655" y="258786"/>
                  </a:lnTo>
                  <a:lnTo>
                    <a:pt x="7729946" y="258786"/>
                  </a:lnTo>
                  <a:lnTo>
                    <a:pt x="7730237" y="258786"/>
                  </a:lnTo>
                  <a:lnTo>
                    <a:pt x="7730528" y="258786"/>
                  </a:lnTo>
                  <a:lnTo>
                    <a:pt x="7731110" y="258786"/>
                  </a:lnTo>
                  <a:lnTo>
                    <a:pt x="7731546" y="258786"/>
                  </a:lnTo>
                  <a:lnTo>
                    <a:pt x="7731691" y="258786"/>
                  </a:lnTo>
                  <a:lnTo>
                    <a:pt x="7731982" y="258786"/>
                  </a:lnTo>
                  <a:lnTo>
                    <a:pt x="7732273" y="257539"/>
                  </a:lnTo>
                  <a:lnTo>
                    <a:pt x="7732709" y="257539"/>
                  </a:lnTo>
                  <a:lnTo>
                    <a:pt x="7732855" y="257539"/>
                  </a:lnTo>
                  <a:lnTo>
                    <a:pt x="7733146" y="257539"/>
                  </a:lnTo>
                  <a:lnTo>
                    <a:pt x="7733436" y="257539"/>
                  </a:lnTo>
                  <a:lnTo>
                    <a:pt x="7733582" y="257539"/>
                  </a:lnTo>
                  <a:lnTo>
                    <a:pt x="7734018" y="257539"/>
                  </a:lnTo>
                  <a:lnTo>
                    <a:pt x="7734600" y="257539"/>
                  </a:lnTo>
                  <a:lnTo>
                    <a:pt x="7735472" y="257539"/>
                  </a:lnTo>
                  <a:lnTo>
                    <a:pt x="7735618" y="257539"/>
                  </a:lnTo>
                  <a:lnTo>
                    <a:pt x="7735763" y="257539"/>
                  </a:lnTo>
                  <a:lnTo>
                    <a:pt x="7735909" y="257539"/>
                  </a:lnTo>
                  <a:lnTo>
                    <a:pt x="7736200" y="257539"/>
                  </a:lnTo>
                  <a:lnTo>
                    <a:pt x="7736345" y="257539"/>
                  </a:lnTo>
                  <a:lnTo>
                    <a:pt x="7736490" y="257539"/>
                  </a:lnTo>
                  <a:lnTo>
                    <a:pt x="7736636" y="257539"/>
                  </a:lnTo>
                  <a:lnTo>
                    <a:pt x="7737363" y="257539"/>
                  </a:lnTo>
                  <a:lnTo>
                    <a:pt x="7737508" y="257539"/>
                  </a:lnTo>
                  <a:lnTo>
                    <a:pt x="7737945" y="257539"/>
                  </a:lnTo>
                  <a:lnTo>
                    <a:pt x="7738090" y="257539"/>
                  </a:lnTo>
                  <a:lnTo>
                    <a:pt x="7738235" y="257539"/>
                  </a:lnTo>
                  <a:lnTo>
                    <a:pt x="7738526" y="256915"/>
                  </a:lnTo>
                  <a:lnTo>
                    <a:pt x="7738672" y="256915"/>
                  </a:lnTo>
                  <a:lnTo>
                    <a:pt x="7738817" y="256915"/>
                  </a:lnTo>
                  <a:lnTo>
                    <a:pt x="7739108" y="256915"/>
                  </a:lnTo>
                  <a:lnTo>
                    <a:pt x="7739544" y="256915"/>
                  </a:lnTo>
                  <a:lnTo>
                    <a:pt x="7739835" y="256915"/>
                  </a:lnTo>
                  <a:lnTo>
                    <a:pt x="7740271" y="256915"/>
                  </a:lnTo>
                  <a:lnTo>
                    <a:pt x="7740999" y="256292"/>
                  </a:lnTo>
                  <a:lnTo>
                    <a:pt x="7741144" y="256292"/>
                  </a:lnTo>
                  <a:lnTo>
                    <a:pt x="7741580" y="256292"/>
                  </a:lnTo>
                  <a:lnTo>
                    <a:pt x="7741726" y="256292"/>
                  </a:lnTo>
                  <a:lnTo>
                    <a:pt x="7741871" y="256292"/>
                  </a:lnTo>
                  <a:lnTo>
                    <a:pt x="7742017" y="256292"/>
                  </a:lnTo>
                  <a:lnTo>
                    <a:pt x="7742598" y="256292"/>
                  </a:lnTo>
                  <a:lnTo>
                    <a:pt x="7742744" y="256292"/>
                  </a:lnTo>
                  <a:lnTo>
                    <a:pt x="7743035" y="256292"/>
                  </a:lnTo>
                  <a:lnTo>
                    <a:pt x="7743325" y="255668"/>
                  </a:lnTo>
                  <a:lnTo>
                    <a:pt x="7743471" y="255668"/>
                  </a:lnTo>
                  <a:lnTo>
                    <a:pt x="7744198" y="255668"/>
                  </a:lnTo>
                  <a:lnTo>
                    <a:pt x="7744489" y="255668"/>
                  </a:lnTo>
                  <a:lnTo>
                    <a:pt x="7744780" y="255668"/>
                  </a:lnTo>
                  <a:lnTo>
                    <a:pt x="7744925" y="255668"/>
                  </a:lnTo>
                  <a:lnTo>
                    <a:pt x="7745070" y="255668"/>
                  </a:lnTo>
                  <a:lnTo>
                    <a:pt x="7745216" y="255668"/>
                  </a:lnTo>
                  <a:lnTo>
                    <a:pt x="7746670" y="255045"/>
                  </a:lnTo>
                  <a:lnTo>
                    <a:pt x="7746961" y="255045"/>
                  </a:lnTo>
                  <a:lnTo>
                    <a:pt x="7747106" y="255045"/>
                  </a:lnTo>
                  <a:lnTo>
                    <a:pt x="7747252" y="255045"/>
                  </a:lnTo>
                  <a:lnTo>
                    <a:pt x="7747834" y="255045"/>
                  </a:lnTo>
                  <a:lnTo>
                    <a:pt x="7748124" y="254421"/>
                  </a:lnTo>
                  <a:lnTo>
                    <a:pt x="7748270" y="254421"/>
                  </a:lnTo>
                  <a:lnTo>
                    <a:pt x="7748415" y="254421"/>
                  </a:lnTo>
                  <a:lnTo>
                    <a:pt x="7748561" y="254421"/>
                  </a:lnTo>
                  <a:lnTo>
                    <a:pt x="7748852" y="254421"/>
                  </a:lnTo>
                  <a:lnTo>
                    <a:pt x="7749288" y="254421"/>
                  </a:lnTo>
                  <a:lnTo>
                    <a:pt x="7749579" y="254421"/>
                  </a:lnTo>
                  <a:lnTo>
                    <a:pt x="7749870" y="254421"/>
                  </a:lnTo>
                  <a:lnTo>
                    <a:pt x="7750160" y="254421"/>
                  </a:lnTo>
                  <a:lnTo>
                    <a:pt x="7750306" y="254421"/>
                  </a:lnTo>
                  <a:lnTo>
                    <a:pt x="7750451" y="254421"/>
                  </a:lnTo>
                  <a:lnTo>
                    <a:pt x="7751760" y="253174"/>
                  </a:lnTo>
                  <a:lnTo>
                    <a:pt x="7751905" y="253174"/>
                  </a:lnTo>
                  <a:lnTo>
                    <a:pt x="7752051" y="253174"/>
                  </a:lnTo>
                  <a:lnTo>
                    <a:pt x="7752196" y="253174"/>
                  </a:lnTo>
                  <a:lnTo>
                    <a:pt x="7752342" y="253174"/>
                  </a:lnTo>
                  <a:lnTo>
                    <a:pt x="7752487" y="252550"/>
                  </a:lnTo>
                  <a:lnTo>
                    <a:pt x="7752778" y="252550"/>
                  </a:lnTo>
                  <a:lnTo>
                    <a:pt x="7753069" y="252550"/>
                  </a:lnTo>
                  <a:lnTo>
                    <a:pt x="7753796" y="252550"/>
                  </a:lnTo>
                  <a:lnTo>
                    <a:pt x="7753941" y="252550"/>
                  </a:lnTo>
                  <a:lnTo>
                    <a:pt x="7754378" y="252550"/>
                  </a:lnTo>
                  <a:lnTo>
                    <a:pt x="7754814" y="252550"/>
                  </a:lnTo>
                  <a:lnTo>
                    <a:pt x="7754959" y="252550"/>
                  </a:lnTo>
                  <a:lnTo>
                    <a:pt x="7755977" y="251927"/>
                  </a:lnTo>
                  <a:lnTo>
                    <a:pt x="7756268" y="251927"/>
                  </a:lnTo>
                  <a:lnTo>
                    <a:pt x="7756414" y="251927"/>
                  </a:lnTo>
                  <a:lnTo>
                    <a:pt x="7756705" y="251927"/>
                  </a:lnTo>
                  <a:lnTo>
                    <a:pt x="7756995" y="251303"/>
                  </a:lnTo>
                  <a:lnTo>
                    <a:pt x="7757722" y="251303"/>
                  </a:lnTo>
                  <a:lnTo>
                    <a:pt x="7757868" y="251303"/>
                  </a:lnTo>
                  <a:lnTo>
                    <a:pt x="7758013" y="251303"/>
                  </a:lnTo>
                  <a:lnTo>
                    <a:pt x="7758159" y="251303"/>
                  </a:lnTo>
                  <a:lnTo>
                    <a:pt x="7758450" y="250056"/>
                  </a:lnTo>
                  <a:lnTo>
                    <a:pt x="7759031" y="250056"/>
                  </a:lnTo>
                  <a:lnTo>
                    <a:pt x="7759177" y="250056"/>
                  </a:lnTo>
                  <a:lnTo>
                    <a:pt x="7759322" y="250056"/>
                  </a:lnTo>
                  <a:lnTo>
                    <a:pt x="7759468" y="250056"/>
                  </a:lnTo>
                  <a:lnTo>
                    <a:pt x="7759613" y="250056"/>
                  </a:lnTo>
                  <a:lnTo>
                    <a:pt x="7760340" y="250056"/>
                  </a:lnTo>
                  <a:lnTo>
                    <a:pt x="7760776" y="250056"/>
                  </a:lnTo>
                  <a:lnTo>
                    <a:pt x="7760922" y="250056"/>
                  </a:lnTo>
                  <a:lnTo>
                    <a:pt x="7761067" y="250056"/>
                  </a:lnTo>
                  <a:lnTo>
                    <a:pt x="7761213" y="250056"/>
                  </a:lnTo>
                  <a:lnTo>
                    <a:pt x="7761213" y="249432"/>
                  </a:lnTo>
                  <a:lnTo>
                    <a:pt x="7761213" y="248809"/>
                  </a:lnTo>
                  <a:lnTo>
                    <a:pt x="7761504" y="248809"/>
                  </a:lnTo>
                  <a:lnTo>
                    <a:pt x="7762667" y="248809"/>
                  </a:lnTo>
                  <a:lnTo>
                    <a:pt x="7762667" y="248185"/>
                  </a:lnTo>
                  <a:lnTo>
                    <a:pt x="7762667" y="247562"/>
                  </a:lnTo>
                  <a:lnTo>
                    <a:pt x="7763249" y="247562"/>
                  </a:lnTo>
                  <a:lnTo>
                    <a:pt x="7763540" y="247562"/>
                  </a:lnTo>
                  <a:lnTo>
                    <a:pt x="7763685" y="247562"/>
                  </a:lnTo>
                  <a:lnTo>
                    <a:pt x="7764412" y="247562"/>
                  </a:lnTo>
                  <a:lnTo>
                    <a:pt x="7764557" y="247562"/>
                  </a:lnTo>
                  <a:lnTo>
                    <a:pt x="7765285" y="247562"/>
                  </a:lnTo>
                  <a:lnTo>
                    <a:pt x="7765430" y="246938"/>
                  </a:lnTo>
                  <a:lnTo>
                    <a:pt x="7765721" y="246938"/>
                  </a:lnTo>
                  <a:lnTo>
                    <a:pt x="7765866" y="246938"/>
                  </a:lnTo>
                  <a:lnTo>
                    <a:pt x="7766303" y="246938"/>
                  </a:lnTo>
                  <a:lnTo>
                    <a:pt x="7766448" y="246938"/>
                  </a:lnTo>
                  <a:lnTo>
                    <a:pt x="7766884" y="246938"/>
                  </a:lnTo>
                  <a:lnTo>
                    <a:pt x="7767030" y="246938"/>
                  </a:lnTo>
                  <a:lnTo>
                    <a:pt x="7767175" y="246938"/>
                  </a:lnTo>
                  <a:lnTo>
                    <a:pt x="7768048" y="245067"/>
                  </a:lnTo>
                  <a:lnTo>
                    <a:pt x="7768193" y="245067"/>
                  </a:lnTo>
                  <a:lnTo>
                    <a:pt x="7768339" y="245067"/>
                  </a:lnTo>
                  <a:lnTo>
                    <a:pt x="7768484" y="245067"/>
                  </a:lnTo>
                  <a:lnTo>
                    <a:pt x="7768629" y="245067"/>
                  </a:lnTo>
                  <a:lnTo>
                    <a:pt x="7769066" y="244444"/>
                  </a:lnTo>
                  <a:lnTo>
                    <a:pt x="7769211" y="244444"/>
                  </a:lnTo>
                  <a:lnTo>
                    <a:pt x="7769502" y="244444"/>
                  </a:lnTo>
                  <a:lnTo>
                    <a:pt x="7769502" y="243820"/>
                  </a:lnTo>
                  <a:lnTo>
                    <a:pt x="7769647" y="243197"/>
                  </a:lnTo>
                  <a:lnTo>
                    <a:pt x="7770375" y="243197"/>
                  </a:lnTo>
                  <a:lnTo>
                    <a:pt x="7770956" y="243197"/>
                  </a:lnTo>
                  <a:lnTo>
                    <a:pt x="7771102" y="243197"/>
                  </a:lnTo>
                  <a:lnTo>
                    <a:pt x="7771829" y="243197"/>
                  </a:lnTo>
                  <a:lnTo>
                    <a:pt x="7771974" y="243197"/>
                  </a:lnTo>
                  <a:lnTo>
                    <a:pt x="7772410" y="243197"/>
                  </a:lnTo>
                  <a:lnTo>
                    <a:pt x="7772701" y="243197"/>
                  </a:lnTo>
                  <a:lnTo>
                    <a:pt x="7772847" y="243197"/>
                  </a:lnTo>
                  <a:lnTo>
                    <a:pt x="7772992" y="243197"/>
                  </a:lnTo>
                  <a:lnTo>
                    <a:pt x="7773138" y="243197"/>
                  </a:lnTo>
                  <a:lnTo>
                    <a:pt x="7773283" y="243197"/>
                  </a:lnTo>
                  <a:lnTo>
                    <a:pt x="7773574" y="243197"/>
                  </a:lnTo>
                  <a:lnTo>
                    <a:pt x="7773865" y="243197"/>
                  </a:lnTo>
                  <a:lnTo>
                    <a:pt x="7774010" y="242573"/>
                  </a:lnTo>
                  <a:lnTo>
                    <a:pt x="7774010" y="241949"/>
                  </a:lnTo>
                  <a:lnTo>
                    <a:pt x="7774156" y="241949"/>
                  </a:lnTo>
                  <a:lnTo>
                    <a:pt x="7774592" y="241949"/>
                  </a:lnTo>
                  <a:lnTo>
                    <a:pt x="7774737" y="241949"/>
                  </a:lnTo>
                  <a:lnTo>
                    <a:pt x="7775464" y="241949"/>
                  </a:lnTo>
                  <a:lnTo>
                    <a:pt x="7775901" y="241949"/>
                  </a:lnTo>
                  <a:lnTo>
                    <a:pt x="7777210" y="241949"/>
                  </a:lnTo>
                  <a:lnTo>
                    <a:pt x="7777355" y="241949"/>
                  </a:lnTo>
                  <a:lnTo>
                    <a:pt x="7777937" y="241949"/>
                  </a:lnTo>
                  <a:lnTo>
                    <a:pt x="7778518" y="241949"/>
                  </a:lnTo>
                  <a:lnTo>
                    <a:pt x="7778955" y="241949"/>
                  </a:lnTo>
                  <a:lnTo>
                    <a:pt x="7779100" y="241949"/>
                  </a:lnTo>
                  <a:lnTo>
                    <a:pt x="7779245" y="241949"/>
                  </a:lnTo>
                  <a:lnTo>
                    <a:pt x="7779536" y="241949"/>
                  </a:lnTo>
                  <a:lnTo>
                    <a:pt x="7779682" y="241949"/>
                  </a:lnTo>
                  <a:lnTo>
                    <a:pt x="7780118" y="241949"/>
                  </a:lnTo>
                  <a:lnTo>
                    <a:pt x="7780263" y="241949"/>
                  </a:lnTo>
                  <a:lnTo>
                    <a:pt x="7780409" y="241949"/>
                  </a:lnTo>
                  <a:lnTo>
                    <a:pt x="7780991" y="241326"/>
                  </a:lnTo>
                  <a:lnTo>
                    <a:pt x="7781281" y="241326"/>
                  </a:lnTo>
                  <a:lnTo>
                    <a:pt x="7781863" y="241326"/>
                  </a:lnTo>
                  <a:lnTo>
                    <a:pt x="7782881" y="241326"/>
                  </a:lnTo>
                  <a:lnTo>
                    <a:pt x="7783027" y="241326"/>
                  </a:lnTo>
                  <a:lnTo>
                    <a:pt x="7783172" y="241326"/>
                  </a:lnTo>
                  <a:lnTo>
                    <a:pt x="7783317" y="241326"/>
                  </a:lnTo>
                  <a:lnTo>
                    <a:pt x="7783899" y="241326"/>
                  </a:lnTo>
                  <a:lnTo>
                    <a:pt x="7784045" y="241326"/>
                  </a:lnTo>
                  <a:lnTo>
                    <a:pt x="7784335" y="241326"/>
                  </a:lnTo>
                  <a:lnTo>
                    <a:pt x="7784917" y="241326"/>
                  </a:lnTo>
                  <a:lnTo>
                    <a:pt x="7785208" y="241326"/>
                  </a:lnTo>
                  <a:lnTo>
                    <a:pt x="7786226" y="241326"/>
                  </a:lnTo>
                  <a:lnTo>
                    <a:pt x="7786226" y="240702"/>
                  </a:lnTo>
                  <a:lnTo>
                    <a:pt x="7787098" y="240702"/>
                  </a:lnTo>
                  <a:lnTo>
                    <a:pt x="7787389" y="240702"/>
                  </a:lnTo>
                  <a:lnTo>
                    <a:pt x="7787826" y="240702"/>
                  </a:lnTo>
                  <a:lnTo>
                    <a:pt x="7788698" y="239455"/>
                  </a:lnTo>
                  <a:lnTo>
                    <a:pt x="7788844" y="239455"/>
                  </a:lnTo>
                  <a:lnTo>
                    <a:pt x="7788989" y="239455"/>
                  </a:lnTo>
                  <a:lnTo>
                    <a:pt x="7789280" y="239455"/>
                  </a:lnTo>
                  <a:lnTo>
                    <a:pt x="7789425" y="239455"/>
                  </a:lnTo>
                  <a:lnTo>
                    <a:pt x="7790443" y="238832"/>
                  </a:lnTo>
                  <a:lnTo>
                    <a:pt x="7790734" y="238832"/>
                  </a:lnTo>
                  <a:lnTo>
                    <a:pt x="7791316" y="238832"/>
                  </a:lnTo>
                  <a:lnTo>
                    <a:pt x="7791461" y="238832"/>
                  </a:lnTo>
                  <a:lnTo>
                    <a:pt x="7791752" y="238832"/>
                  </a:lnTo>
                  <a:lnTo>
                    <a:pt x="7791897" y="238832"/>
                  </a:lnTo>
                  <a:lnTo>
                    <a:pt x="7792043" y="238832"/>
                  </a:lnTo>
                  <a:lnTo>
                    <a:pt x="7792334" y="238832"/>
                  </a:lnTo>
                  <a:lnTo>
                    <a:pt x="7792479" y="238832"/>
                  </a:lnTo>
                  <a:lnTo>
                    <a:pt x="7792625" y="238832"/>
                  </a:lnTo>
                  <a:lnTo>
                    <a:pt x="7792915" y="238832"/>
                  </a:lnTo>
                  <a:lnTo>
                    <a:pt x="7793061" y="238832"/>
                  </a:lnTo>
                  <a:lnTo>
                    <a:pt x="7793352" y="238832"/>
                  </a:lnTo>
                  <a:lnTo>
                    <a:pt x="7793643" y="238832"/>
                  </a:lnTo>
                  <a:lnTo>
                    <a:pt x="7793643" y="238208"/>
                  </a:lnTo>
                  <a:lnTo>
                    <a:pt x="7793933" y="237584"/>
                  </a:lnTo>
                  <a:lnTo>
                    <a:pt x="7794806" y="237584"/>
                  </a:lnTo>
                  <a:lnTo>
                    <a:pt x="7794951" y="237584"/>
                  </a:lnTo>
                  <a:lnTo>
                    <a:pt x="7795388" y="237584"/>
                  </a:lnTo>
                  <a:lnTo>
                    <a:pt x="7795533" y="237584"/>
                  </a:lnTo>
                  <a:lnTo>
                    <a:pt x="7796115" y="237584"/>
                  </a:lnTo>
                  <a:lnTo>
                    <a:pt x="7796260" y="237584"/>
                  </a:lnTo>
                  <a:lnTo>
                    <a:pt x="7797133" y="237584"/>
                  </a:lnTo>
                  <a:lnTo>
                    <a:pt x="7797715" y="237584"/>
                  </a:lnTo>
                  <a:lnTo>
                    <a:pt x="7797860" y="237584"/>
                  </a:lnTo>
                  <a:lnTo>
                    <a:pt x="7798005" y="237584"/>
                  </a:lnTo>
                  <a:lnTo>
                    <a:pt x="7798151" y="237584"/>
                  </a:lnTo>
                  <a:lnTo>
                    <a:pt x="7798442" y="237584"/>
                  </a:lnTo>
                  <a:lnTo>
                    <a:pt x="7798732" y="236961"/>
                  </a:lnTo>
                  <a:lnTo>
                    <a:pt x="7798878" y="236961"/>
                  </a:lnTo>
                  <a:lnTo>
                    <a:pt x="7799023" y="236961"/>
                  </a:lnTo>
                  <a:lnTo>
                    <a:pt x="7799460" y="236961"/>
                  </a:lnTo>
                  <a:lnTo>
                    <a:pt x="7800041" y="236961"/>
                  </a:lnTo>
                  <a:lnTo>
                    <a:pt x="7800332" y="236337"/>
                  </a:lnTo>
                  <a:lnTo>
                    <a:pt x="7800478" y="236337"/>
                  </a:lnTo>
                  <a:lnTo>
                    <a:pt x="7800623" y="236337"/>
                  </a:lnTo>
                  <a:lnTo>
                    <a:pt x="7800768" y="236337"/>
                  </a:lnTo>
                  <a:lnTo>
                    <a:pt x="7800914" y="236337"/>
                  </a:lnTo>
                  <a:lnTo>
                    <a:pt x="7801059" y="236337"/>
                  </a:lnTo>
                  <a:lnTo>
                    <a:pt x="7801350" y="236337"/>
                  </a:lnTo>
                  <a:lnTo>
                    <a:pt x="7801496" y="236337"/>
                  </a:lnTo>
                  <a:lnTo>
                    <a:pt x="7801932" y="236337"/>
                  </a:lnTo>
                  <a:lnTo>
                    <a:pt x="7802659" y="236337"/>
                  </a:lnTo>
                  <a:lnTo>
                    <a:pt x="7803241" y="236337"/>
                  </a:lnTo>
                  <a:lnTo>
                    <a:pt x="7803386" y="236337"/>
                  </a:lnTo>
                  <a:lnTo>
                    <a:pt x="7803532" y="236337"/>
                  </a:lnTo>
                  <a:lnTo>
                    <a:pt x="7803677" y="236337"/>
                  </a:lnTo>
                  <a:lnTo>
                    <a:pt x="7803968" y="236337"/>
                  </a:lnTo>
                  <a:lnTo>
                    <a:pt x="7804113" y="236337"/>
                  </a:lnTo>
                  <a:lnTo>
                    <a:pt x="7804259" y="236337"/>
                  </a:lnTo>
                  <a:lnTo>
                    <a:pt x="7804404" y="236337"/>
                  </a:lnTo>
                  <a:lnTo>
                    <a:pt x="7804550" y="236337"/>
                  </a:lnTo>
                  <a:lnTo>
                    <a:pt x="7804695" y="236337"/>
                  </a:lnTo>
                  <a:lnTo>
                    <a:pt x="7808040" y="233843"/>
                  </a:lnTo>
                  <a:lnTo>
                    <a:pt x="7808185" y="233843"/>
                  </a:lnTo>
                  <a:lnTo>
                    <a:pt x="7808331" y="233843"/>
                  </a:lnTo>
                  <a:lnTo>
                    <a:pt x="7808476" y="233843"/>
                  </a:lnTo>
                  <a:lnTo>
                    <a:pt x="7808621" y="233843"/>
                  </a:lnTo>
                  <a:lnTo>
                    <a:pt x="7808912" y="233843"/>
                  </a:lnTo>
                  <a:lnTo>
                    <a:pt x="7809058" y="233843"/>
                  </a:lnTo>
                  <a:lnTo>
                    <a:pt x="7809349" y="233843"/>
                  </a:lnTo>
                  <a:lnTo>
                    <a:pt x="7809639" y="233843"/>
                  </a:lnTo>
                  <a:lnTo>
                    <a:pt x="7809785" y="233843"/>
                  </a:lnTo>
                  <a:lnTo>
                    <a:pt x="7809930" y="233843"/>
                  </a:lnTo>
                  <a:lnTo>
                    <a:pt x="7810221" y="233843"/>
                  </a:lnTo>
                  <a:lnTo>
                    <a:pt x="7810367" y="233843"/>
                  </a:lnTo>
                  <a:lnTo>
                    <a:pt x="7810803" y="233843"/>
                  </a:lnTo>
                  <a:lnTo>
                    <a:pt x="7811530" y="233843"/>
                  </a:lnTo>
                  <a:lnTo>
                    <a:pt x="7812112" y="233843"/>
                  </a:lnTo>
                  <a:lnTo>
                    <a:pt x="7812548" y="233843"/>
                  </a:lnTo>
                  <a:lnTo>
                    <a:pt x="7812548" y="233219"/>
                  </a:lnTo>
                  <a:lnTo>
                    <a:pt x="7813130" y="233219"/>
                  </a:lnTo>
                  <a:lnTo>
                    <a:pt x="7813711" y="232596"/>
                  </a:lnTo>
                  <a:lnTo>
                    <a:pt x="7814584" y="232596"/>
                  </a:lnTo>
                  <a:lnTo>
                    <a:pt x="7815020" y="232596"/>
                  </a:lnTo>
                  <a:lnTo>
                    <a:pt x="7815456" y="232596"/>
                  </a:lnTo>
                  <a:lnTo>
                    <a:pt x="7815747" y="232596"/>
                  </a:lnTo>
                  <a:lnTo>
                    <a:pt x="7816038" y="232596"/>
                  </a:lnTo>
                  <a:lnTo>
                    <a:pt x="7816184" y="232596"/>
                  </a:lnTo>
                  <a:lnTo>
                    <a:pt x="7816329" y="232596"/>
                  </a:lnTo>
                  <a:lnTo>
                    <a:pt x="7816765" y="232596"/>
                  </a:lnTo>
                  <a:lnTo>
                    <a:pt x="7816911" y="232596"/>
                  </a:lnTo>
                  <a:lnTo>
                    <a:pt x="7817056" y="232596"/>
                  </a:lnTo>
                  <a:lnTo>
                    <a:pt x="7817202" y="232596"/>
                  </a:lnTo>
                  <a:lnTo>
                    <a:pt x="7817492" y="231349"/>
                  </a:lnTo>
                  <a:lnTo>
                    <a:pt x="7817638" y="231349"/>
                  </a:lnTo>
                  <a:lnTo>
                    <a:pt x="7817783" y="230725"/>
                  </a:lnTo>
                  <a:lnTo>
                    <a:pt x="7817929" y="230725"/>
                  </a:lnTo>
                  <a:lnTo>
                    <a:pt x="7818510" y="230725"/>
                  </a:lnTo>
                  <a:lnTo>
                    <a:pt x="7818656" y="230725"/>
                  </a:lnTo>
                  <a:lnTo>
                    <a:pt x="7818801" y="230725"/>
                  </a:lnTo>
                  <a:lnTo>
                    <a:pt x="7818947" y="230725"/>
                  </a:lnTo>
                  <a:lnTo>
                    <a:pt x="7819092" y="230725"/>
                  </a:lnTo>
                  <a:lnTo>
                    <a:pt x="7819383" y="230725"/>
                  </a:lnTo>
                  <a:lnTo>
                    <a:pt x="7819674" y="230725"/>
                  </a:lnTo>
                  <a:lnTo>
                    <a:pt x="7819819" y="230725"/>
                  </a:lnTo>
                  <a:lnTo>
                    <a:pt x="7819965" y="230725"/>
                  </a:lnTo>
                  <a:lnTo>
                    <a:pt x="7820110" y="230725"/>
                  </a:lnTo>
                  <a:lnTo>
                    <a:pt x="7820401" y="230725"/>
                  </a:lnTo>
                  <a:lnTo>
                    <a:pt x="7820546" y="230725"/>
                  </a:lnTo>
                  <a:lnTo>
                    <a:pt x="7820692" y="230725"/>
                  </a:lnTo>
                  <a:lnTo>
                    <a:pt x="7821128" y="230725"/>
                  </a:lnTo>
                  <a:lnTo>
                    <a:pt x="7821419" y="230725"/>
                  </a:lnTo>
                  <a:lnTo>
                    <a:pt x="7821564" y="230725"/>
                  </a:lnTo>
                  <a:lnTo>
                    <a:pt x="7823164" y="230101"/>
                  </a:lnTo>
                  <a:lnTo>
                    <a:pt x="7823455" y="230101"/>
                  </a:lnTo>
                  <a:lnTo>
                    <a:pt x="7823746" y="230101"/>
                  </a:lnTo>
                  <a:lnTo>
                    <a:pt x="7824327" y="230101"/>
                  </a:lnTo>
                  <a:lnTo>
                    <a:pt x="7825055" y="229478"/>
                  </a:lnTo>
                  <a:lnTo>
                    <a:pt x="7825636" y="228854"/>
                  </a:lnTo>
                  <a:lnTo>
                    <a:pt x="7825927" y="228854"/>
                  </a:lnTo>
                  <a:lnTo>
                    <a:pt x="7826363" y="228854"/>
                  </a:lnTo>
                  <a:lnTo>
                    <a:pt x="7826509" y="228854"/>
                  </a:lnTo>
                  <a:lnTo>
                    <a:pt x="7826654" y="228854"/>
                  </a:lnTo>
                  <a:lnTo>
                    <a:pt x="7827090" y="228854"/>
                  </a:lnTo>
                  <a:lnTo>
                    <a:pt x="7827236" y="228854"/>
                  </a:lnTo>
                  <a:lnTo>
                    <a:pt x="7827527" y="228854"/>
                  </a:lnTo>
                  <a:lnTo>
                    <a:pt x="7827818" y="228854"/>
                  </a:lnTo>
                  <a:lnTo>
                    <a:pt x="7827963" y="228854"/>
                  </a:lnTo>
                  <a:lnTo>
                    <a:pt x="7828108" y="228854"/>
                  </a:lnTo>
                  <a:lnTo>
                    <a:pt x="7828254" y="228854"/>
                  </a:lnTo>
                  <a:lnTo>
                    <a:pt x="7829126" y="228854"/>
                  </a:lnTo>
                  <a:lnTo>
                    <a:pt x="7829272" y="228231"/>
                  </a:lnTo>
                  <a:lnTo>
                    <a:pt x="7829417" y="228231"/>
                  </a:lnTo>
                  <a:lnTo>
                    <a:pt x="7829563" y="228231"/>
                  </a:lnTo>
                  <a:lnTo>
                    <a:pt x="7830435" y="227607"/>
                  </a:lnTo>
                  <a:lnTo>
                    <a:pt x="7830581" y="227607"/>
                  </a:lnTo>
                  <a:lnTo>
                    <a:pt x="7830726" y="227607"/>
                  </a:lnTo>
                  <a:lnTo>
                    <a:pt x="7831453" y="226983"/>
                  </a:lnTo>
                  <a:lnTo>
                    <a:pt x="7831599" y="226983"/>
                  </a:lnTo>
                  <a:lnTo>
                    <a:pt x="7831744" y="226983"/>
                  </a:lnTo>
                  <a:lnTo>
                    <a:pt x="7832180" y="226983"/>
                  </a:lnTo>
                  <a:lnTo>
                    <a:pt x="7832326" y="226983"/>
                  </a:lnTo>
                  <a:lnTo>
                    <a:pt x="7832762" y="226983"/>
                  </a:lnTo>
                  <a:lnTo>
                    <a:pt x="7833489" y="226983"/>
                  </a:lnTo>
                  <a:lnTo>
                    <a:pt x="7833635" y="226983"/>
                  </a:lnTo>
                  <a:lnTo>
                    <a:pt x="7833925" y="226983"/>
                  </a:lnTo>
                  <a:lnTo>
                    <a:pt x="7834071" y="226983"/>
                  </a:lnTo>
                  <a:lnTo>
                    <a:pt x="7834362" y="226983"/>
                  </a:lnTo>
                  <a:lnTo>
                    <a:pt x="7834653" y="226360"/>
                  </a:lnTo>
                  <a:lnTo>
                    <a:pt x="7834798" y="226360"/>
                  </a:lnTo>
                  <a:lnTo>
                    <a:pt x="7835089" y="226360"/>
                  </a:lnTo>
                  <a:lnTo>
                    <a:pt x="7835234" y="226360"/>
                  </a:lnTo>
                  <a:lnTo>
                    <a:pt x="7835380" y="226360"/>
                  </a:lnTo>
                  <a:lnTo>
                    <a:pt x="7835816" y="226360"/>
                  </a:lnTo>
                  <a:lnTo>
                    <a:pt x="7835961" y="226360"/>
                  </a:lnTo>
                  <a:lnTo>
                    <a:pt x="7836979" y="226360"/>
                  </a:lnTo>
                  <a:lnTo>
                    <a:pt x="7837125" y="226360"/>
                  </a:lnTo>
                  <a:lnTo>
                    <a:pt x="7837270" y="226360"/>
                  </a:lnTo>
                  <a:lnTo>
                    <a:pt x="7837416" y="226360"/>
                  </a:lnTo>
                  <a:lnTo>
                    <a:pt x="7837707" y="226360"/>
                  </a:lnTo>
                  <a:lnTo>
                    <a:pt x="7837852" y="226360"/>
                  </a:lnTo>
                  <a:lnTo>
                    <a:pt x="7838288" y="226360"/>
                  </a:lnTo>
                  <a:lnTo>
                    <a:pt x="7838434" y="226360"/>
                  </a:lnTo>
                  <a:lnTo>
                    <a:pt x="7838724" y="226360"/>
                  </a:lnTo>
                  <a:lnTo>
                    <a:pt x="7839015" y="226360"/>
                  </a:lnTo>
                  <a:lnTo>
                    <a:pt x="7839452" y="226360"/>
                  </a:lnTo>
                  <a:lnTo>
                    <a:pt x="7839888" y="226360"/>
                  </a:lnTo>
                  <a:lnTo>
                    <a:pt x="7840033" y="226360"/>
                  </a:lnTo>
                  <a:lnTo>
                    <a:pt x="7840324" y="226360"/>
                  </a:lnTo>
                  <a:lnTo>
                    <a:pt x="7840615" y="226360"/>
                  </a:lnTo>
                  <a:lnTo>
                    <a:pt x="7841342" y="226360"/>
                  </a:lnTo>
                  <a:lnTo>
                    <a:pt x="7841924" y="225736"/>
                  </a:lnTo>
                  <a:lnTo>
                    <a:pt x="7842360" y="225736"/>
                  </a:lnTo>
                  <a:lnTo>
                    <a:pt x="7842506" y="225736"/>
                  </a:lnTo>
                  <a:lnTo>
                    <a:pt x="7842942" y="225736"/>
                  </a:lnTo>
                  <a:lnTo>
                    <a:pt x="7843378" y="225736"/>
                  </a:lnTo>
                  <a:lnTo>
                    <a:pt x="7843960" y="225736"/>
                  </a:lnTo>
                  <a:lnTo>
                    <a:pt x="7844832" y="225736"/>
                  </a:lnTo>
                  <a:lnTo>
                    <a:pt x="7844978" y="225736"/>
                  </a:lnTo>
                  <a:lnTo>
                    <a:pt x="7845269" y="225736"/>
                  </a:lnTo>
                  <a:lnTo>
                    <a:pt x="7845414" y="225736"/>
                  </a:lnTo>
                  <a:lnTo>
                    <a:pt x="7845705" y="225736"/>
                  </a:lnTo>
                  <a:lnTo>
                    <a:pt x="7845850" y="225736"/>
                  </a:lnTo>
                  <a:lnTo>
                    <a:pt x="7845996" y="225736"/>
                  </a:lnTo>
                  <a:lnTo>
                    <a:pt x="7846141" y="225736"/>
                  </a:lnTo>
                  <a:lnTo>
                    <a:pt x="7846577" y="225113"/>
                  </a:lnTo>
                  <a:lnTo>
                    <a:pt x="7846868" y="225113"/>
                  </a:lnTo>
                  <a:lnTo>
                    <a:pt x="7847159" y="225113"/>
                  </a:lnTo>
                  <a:lnTo>
                    <a:pt x="7847305" y="225113"/>
                  </a:lnTo>
                  <a:lnTo>
                    <a:pt x="7848177" y="225113"/>
                  </a:lnTo>
                  <a:lnTo>
                    <a:pt x="7848468" y="224489"/>
                  </a:lnTo>
                  <a:lnTo>
                    <a:pt x="7848613" y="224489"/>
                  </a:lnTo>
                  <a:lnTo>
                    <a:pt x="7848759" y="224489"/>
                  </a:lnTo>
                  <a:lnTo>
                    <a:pt x="7848904" y="224489"/>
                  </a:lnTo>
                  <a:lnTo>
                    <a:pt x="7849341" y="224489"/>
                  </a:lnTo>
                  <a:lnTo>
                    <a:pt x="7849486" y="224489"/>
                  </a:lnTo>
                  <a:lnTo>
                    <a:pt x="7849631" y="224489"/>
                  </a:lnTo>
                  <a:lnTo>
                    <a:pt x="7850213" y="224489"/>
                  </a:lnTo>
                  <a:lnTo>
                    <a:pt x="7850504" y="223866"/>
                  </a:lnTo>
                  <a:lnTo>
                    <a:pt x="7850795" y="223866"/>
                  </a:lnTo>
                  <a:lnTo>
                    <a:pt x="7851522" y="223866"/>
                  </a:lnTo>
                  <a:lnTo>
                    <a:pt x="7851667" y="223866"/>
                  </a:lnTo>
                  <a:lnTo>
                    <a:pt x="7851813" y="223866"/>
                  </a:lnTo>
                  <a:lnTo>
                    <a:pt x="7852104" y="223242"/>
                  </a:lnTo>
                  <a:lnTo>
                    <a:pt x="7852394" y="223242"/>
                  </a:lnTo>
                  <a:lnTo>
                    <a:pt x="7852831" y="223242"/>
                  </a:lnTo>
                  <a:lnTo>
                    <a:pt x="7852976" y="223242"/>
                  </a:lnTo>
                  <a:lnTo>
                    <a:pt x="7853122" y="223242"/>
                  </a:lnTo>
                  <a:lnTo>
                    <a:pt x="7853412" y="223242"/>
                  </a:lnTo>
                  <a:lnTo>
                    <a:pt x="7853412" y="222618"/>
                  </a:lnTo>
                  <a:lnTo>
                    <a:pt x="7853849" y="222618"/>
                  </a:lnTo>
                  <a:lnTo>
                    <a:pt x="7854140" y="222618"/>
                  </a:lnTo>
                  <a:lnTo>
                    <a:pt x="7854576" y="222618"/>
                  </a:lnTo>
                  <a:lnTo>
                    <a:pt x="7854721" y="222618"/>
                  </a:lnTo>
                  <a:lnTo>
                    <a:pt x="7854867" y="222618"/>
                  </a:lnTo>
                  <a:lnTo>
                    <a:pt x="7855303" y="222618"/>
                  </a:lnTo>
                  <a:lnTo>
                    <a:pt x="7855739" y="222618"/>
                  </a:lnTo>
                  <a:lnTo>
                    <a:pt x="7856030" y="222618"/>
                  </a:lnTo>
                  <a:lnTo>
                    <a:pt x="7856321" y="222618"/>
                  </a:lnTo>
                  <a:lnTo>
                    <a:pt x="7856466" y="222618"/>
                  </a:lnTo>
                  <a:lnTo>
                    <a:pt x="7856612" y="222618"/>
                  </a:lnTo>
                  <a:lnTo>
                    <a:pt x="7856757" y="222618"/>
                  </a:lnTo>
                  <a:lnTo>
                    <a:pt x="7856903" y="222618"/>
                  </a:lnTo>
                  <a:lnTo>
                    <a:pt x="7856903" y="221995"/>
                  </a:lnTo>
                  <a:lnTo>
                    <a:pt x="7857194" y="221995"/>
                  </a:lnTo>
                  <a:lnTo>
                    <a:pt x="7858066" y="221995"/>
                  </a:lnTo>
                  <a:lnTo>
                    <a:pt x="7858212" y="221995"/>
                  </a:lnTo>
                  <a:lnTo>
                    <a:pt x="7858357" y="221995"/>
                  </a:lnTo>
                  <a:lnTo>
                    <a:pt x="7858793" y="221995"/>
                  </a:lnTo>
                  <a:lnTo>
                    <a:pt x="7859084" y="221995"/>
                  </a:lnTo>
                  <a:lnTo>
                    <a:pt x="7859375" y="221371"/>
                  </a:lnTo>
                  <a:lnTo>
                    <a:pt x="7860102" y="221371"/>
                  </a:lnTo>
                  <a:lnTo>
                    <a:pt x="7860538" y="221371"/>
                  </a:lnTo>
                  <a:lnTo>
                    <a:pt x="7861120" y="221371"/>
                  </a:lnTo>
                  <a:lnTo>
                    <a:pt x="7861265" y="221371"/>
                  </a:lnTo>
                  <a:lnTo>
                    <a:pt x="7861556" y="221371"/>
                  </a:lnTo>
                  <a:lnTo>
                    <a:pt x="7861702" y="221371"/>
                  </a:lnTo>
                  <a:lnTo>
                    <a:pt x="7861993" y="220748"/>
                  </a:lnTo>
                  <a:lnTo>
                    <a:pt x="7862283" y="220748"/>
                  </a:lnTo>
                  <a:lnTo>
                    <a:pt x="7862720" y="220748"/>
                  </a:lnTo>
                  <a:lnTo>
                    <a:pt x="7862865" y="220748"/>
                  </a:lnTo>
                  <a:lnTo>
                    <a:pt x="7863156" y="220748"/>
                  </a:lnTo>
                  <a:lnTo>
                    <a:pt x="7863447" y="220748"/>
                  </a:lnTo>
                  <a:lnTo>
                    <a:pt x="7863592" y="220748"/>
                  </a:lnTo>
                  <a:lnTo>
                    <a:pt x="7864319" y="220748"/>
                  </a:lnTo>
                  <a:lnTo>
                    <a:pt x="7864465" y="220748"/>
                  </a:lnTo>
                  <a:lnTo>
                    <a:pt x="7864901" y="220124"/>
                  </a:lnTo>
                  <a:lnTo>
                    <a:pt x="7865047" y="220124"/>
                  </a:lnTo>
                  <a:lnTo>
                    <a:pt x="7865047" y="219500"/>
                  </a:lnTo>
                  <a:lnTo>
                    <a:pt x="7865919" y="219500"/>
                  </a:lnTo>
                  <a:lnTo>
                    <a:pt x="7866210" y="219500"/>
                  </a:lnTo>
                  <a:lnTo>
                    <a:pt x="7866355" y="219500"/>
                  </a:lnTo>
                  <a:lnTo>
                    <a:pt x="7866501" y="218877"/>
                  </a:lnTo>
                  <a:lnTo>
                    <a:pt x="7866646" y="218877"/>
                  </a:lnTo>
                  <a:lnTo>
                    <a:pt x="7866792" y="218877"/>
                  </a:lnTo>
                  <a:lnTo>
                    <a:pt x="7867082" y="218253"/>
                  </a:lnTo>
                  <a:lnTo>
                    <a:pt x="7867228" y="218253"/>
                  </a:lnTo>
                  <a:lnTo>
                    <a:pt x="7867373" y="218253"/>
                  </a:lnTo>
                  <a:lnTo>
                    <a:pt x="7867519" y="218253"/>
                  </a:lnTo>
                  <a:lnTo>
                    <a:pt x="7867664" y="218253"/>
                  </a:lnTo>
                  <a:lnTo>
                    <a:pt x="7867810" y="218253"/>
                  </a:lnTo>
                  <a:lnTo>
                    <a:pt x="7868246" y="218253"/>
                  </a:lnTo>
                  <a:lnTo>
                    <a:pt x="7868391" y="218253"/>
                  </a:lnTo>
                  <a:lnTo>
                    <a:pt x="7868682" y="218253"/>
                  </a:lnTo>
                  <a:lnTo>
                    <a:pt x="7869846" y="215759"/>
                  </a:lnTo>
                  <a:lnTo>
                    <a:pt x="7869846" y="215135"/>
                  </a:lnTo>
                  <a:lnTo>
                    <a:pt x="7870136" y="215135"/>
                  </a:lnTo>
                  <a:lnTo>
                    <a:pt x="7871009" y="215135"/>
                  </a:lnTo>
                  <a:lnTo>
                    <a:pt x="7871154" y="215135"/>
                  </a:lnTo>
                  <a:lnTo>
                    <a:pt x="7871300" y="215135"/>
                  </a:lnTo>
                  <a:lnTo>
                    <a:pt x="7871445" y="215135"/>
                  </a:lnTo>
                  <a:lnTo>
                    <a:pt x="7871882" y="215135"/>
                  </a:lnTo>
                  <a:lnTo>
                    <a:pt x="7872318" y="215135"/>
                  </a:lnTo>
                  <a:lnTo>
                    <a:pt x="7872463" y="215135"/>
                  </a:lnTo>
                  <a:lnTo>
                    <a:pt x="7872609" y="215135"/>
                  </a:lnTo>
                  <a:lnTo>
                    <a:pt x="7872754" y="214512"/>
                  </a:lnTo>
                  <a:lnTo>
                    <a:pt x="7873045" y="214512"/>
                  </a:lnTo>
                  <a:lnTo>
                    <a:pt x="7873627" y="214512"/>
                  </a:lnTo>
                  <a:lnTo>
                    <a:pt x="7874499" y="213888"/>
                  </a:lnTo>
                  <a:lnTo>
                    <a:pt x="7874645" y="213888"/>
                  </a:lnTo>
                  <a:lnTo>
                    <a:pt x="7875226" y="213888"/>
                  </a:lnTo>
                  <a:lnTo>
                    <a:pt x="7875663" y="213888"/>
                  </a:lnTo>
                  <a:lnTo>
                    <a:pt x="7875808" y="213888"/>
                  </a:lnTo>
                  <a:lnTo>
                    <a:pt x="7875953" y="213888"/>
                  </a:lnTo>
                  <a:lnTo>
                    <a:pt x="7876244" y="213888"/>
                  </a:lnTo>
                  <a:lnTo>
                    <a:pt x="7876390" y="213888"/>
                  </a:lnTo>
                  <a:lnTo>
                    <a:pt x="7876535" y="213888"/>
                  </a:lnTo>
                  <a:lnTo>
                    <a:pt x="7876681" y="213888"/>
                  </a:lnTo>
                  <a:lnTo>
                    <a:pt x="7876826" y="213888"/>
                  </a:lnTo>
                  <a:lnTo>
                    <a:pt x="7877262" y="213888"/>
                  </a:lnTo>
                  <a:lnTo>
                    <a:pt x="7877553" y="213888"/>
                  </a:lnTo>
                  <a:lnTo>
                    <a:pt x="7877699" y="213888"/>
                  </a:lnTo>
                  <a:lnTo>
                    <a:pt x="7878135" y="213888"/>
                  </a:lnTo>
                  <a:lnTo>
                    <a:pt x="7878426" y="213265"/>
                  </a:lnTo>
                  <a:lnTo>
                    <a:pt x="7878571" y="213265"/>
                  </a:lnTo>
                  <a:lnTo>
                    <a:pt x="7878862" y="212641"/>
                  </a:lnTo>
                  <a:lnTo>
                    <a:pt x="7879153" y="212641"/>
                  </a:lnTo>
                  <a:lnTo>
                    <a:pt x="7879298" y="212641"/>
                  </a:lnTo>
                  <a:lnTo>
                    <a:pt x="7879444" y="212641"/>
                  </a:lnTo>
                  <a:lnTo>
                    <a:pt x="7880025" y="212641"/>
                  </a:lnTo>
                  <a:lnTo>
                    <a:pt x="7881043" y="212641"/>
                  </a:lnTo>
                  <a:lnTo>
                    <a:pt x="7881189" y="212641"/>
                  </a:lnTo>
                  <a:lnTo>
                    <a:pt x="7881480" y="212641"/>
                  </a:lnTo>
                  <a:lnTo>
                    <a:pt x="7881625" y="212641"/>
                  </a:lnTo>
                  <a:lnTo>
                    <a:pt x="7881770" y="212641"/>
                  </a:lnTo>
                  <a:lnTo>
                    <a:pt x="7882207" y="212641"/>
                  </a:lnTo>
                  <a:lnTo>
                    <a:pt x="7882643" y="212641"/>
                  </a:lnTo>
                  <a:lnTo>
                    <a:pt x="7882788" y="212641"/>
                  </a:lnTo>
                  <a:lnTo>
                    <a:pt x="7882934" y="212641"/>
                  </a:lnTo>
                  <a:lnTo>
                    <a:pt x="7883661" y="212017"/>
                  </a:lnTo>
                  <a:lnTo>
                    <a:pt x="7883806" y="212017"/>
                  </a:lnTo>
                  <a:lnTo>
                    <a:pt x="7884097" y="212017"/>
                  </a:lnTo>
                  <a:lnTo>
                    <a:pt x="7884534" y="212017"/>
                  </a:lnTo>
                  <a:lnTo>
                    <a:pt x="7884824" y="212017"/>
                  </a:lnTo>
                  <a:lnTo>
                    <a:pt x="7885261" y="212017"/>
                  </a:lnTo>
                  <a:lnTo>
                    <a:pt x="7885842" y="212017"/>
                  </a:lnTo>
                  <a:lnTo>
                    <a:pt x="7885988" y="212017"/>
                  </a:lnTo>
                  <a:lnTo>
                    <a:pt x="7886279" y="211394"/>
                  </a:lnTo>
                  <a:lnTo>
                    <a:pt x="7886715" y="211394"/>
                  </a:lnTo>
                  <a:lnTo>
                    <a:pt x="7887006" y="211394"/>
                  </a:lnTo>
                  <a:lnTo>
                    <a:pt x="7887297" y="211394"/>
                  </a:lnTo>
                  <a:lnTo>
                    <a:pt x="7887442" y="211394"/>
                  </a:lnTo>
                  <a:lnTo>
                    <a:pt x="7888024" y="210147"/>
                  </a:lnTo>
                  <a:lnTo>
                    <a:pt x="7888460" y="210147"/>
                  </a:lnTo>
                  <a:lnTo>
                    <a:pt x="7888605" y="210147"/>
                  </a:lnTo>
                  <a:lnTo>
                    <a:pt x="7888751" y="210147"/>
                  </a:lnTo>
                  <a:lnTo>
                    <a:pt x="7888896" y="210147"/>
                  </a:lnTo>
                  <a:lnTo>
                    <a:pt x="7889042" y="210147"/>
                  </a:lnTo>
                  <a:lnTo>
                    <a:pt x="7889187" y="209523"/>
                  </a:lnTo>
                  <a:lnTo>
                    <a:pt x="7890060" y="209523"/>
                  </a:lnTo>
                  <a:lnTo>
                    <a:pt x="7890205" y="209523"/>
                  </a:lnTo>
                  <a:lnTo>
                    <a:pt x="7890496" y="207652"/>
                  </a:lnTo>
                  <a:lnTo>
                    <a:pt x="7890496" y="207029"/>
                  </a:lnTo>
                  <a:lnTo>
                    <a:pt x="7890787" y="207029"/>
                  </a:lnTo>
                  <a:lnTo>
                    <a:pt x="7891369" y="207029"/>
                  </a:lnTo>
                  <a:lnTo>
                    <a:pt x="7891659" y="207029"/>
                  </a:lnTo>
                  <a:lnTo>
                    <a:pt x="7891805" y="207029"/>
                  </a:lnTo>
                  <a:lnTo>
                    <a:pt x="7892241" y="207029"/>
                  </a:lnTo>
                  <a:lnTo>
                    <a:pt x="7892677" y="206405"/>
                  </a:lnTo>
                  <a:lnTo>
                    <a:pt x="7893986" y="206405"/>
                  </a:lnTo>
                  <a:lnTo>
                    <a:pt x="7894422" y="206405"/>
                  </a:lnTo>
                  <a:lnTo>
                    <a:pt x="7894568" y="206405"/>
                  </a:lnTo>
                  <a:lnTo>
                    <a:pt x="7895004" y="205782"/>
                  </a:lnTo>
                  <a:lnTo>
                    <a:pt x="7895150" y="205158"/>
                  </a:lnTo>
                  <a:lnTo>
                    <a:pt x="7895440" y="205158"/>
                  </a:lnTo>
                  <a:lnTo>
                    <a:pt x="7895877" y="205158"/>
                  </a:lnTo>
                  <a:lnTo>
                    <a:pt x="7896313" y="205158"/>
                  </a:lnTo>
                  <a:lnTo>
                    <a:pt x="7896458" y="205158"/>
                  </a:lnTo>
                  <a:lnTo>
                    <a:pt x="7896604" y="205158"/>
                  </a:lnTo>
                  <a:lnTo>
                    <a:pt x="7896749" y="204535"/>
                  </a:lnTo>
                  <a:lnTo>
                    <a:pt x="7896895" y="204535"/>
                  </a:lnTo>
                  <a:lnTo>
                    <a:pt x="7897913" y="204535"/>
                  </a:lnTo>
                  <a:lnTo>
                    <a:pt x="7898058" y="204535"/>
                  </a:lnTo>
                  <a:lnTo>
                    <a:pt x="7898204" y="204535"/>
                  </a:lnTo>
                  <a:lnTo>
                    <a:pt x="7898494" y="203911"/>
                  </a:lnTo>
                  <a:lnTo>
                    <a:pt x="7898640" y="203911"/>
                  </a:lnTo>
                  <a:lnTo>
                    <a:pt x="7898931" y="203911"/>
                  </a:lnTo>
                  <a:lnTo>
                    <a:pt x="7899367" y="203911"/>
                  </a:lnTo>
                  <a:lnTo>
                    <a:pt x="7900385" y="203911"/>
                  </a:lnTo>
                  <a:lnTo>
                    <a:pt x="7900821" y="203911"/>
                  </a:lnTo>
                  <a:lnTo>
                    <a:pt x="7900967" y="203911"/>
                  </a:lnTo>
                  <a:lnTo>
                    <a:pt x="7900967" y="203287"/>
                  </a:lnTo>
                  <a:lnTo>
                    <a:pt x="7901112" y="203287"/>
                  </a:lnTo>
                  <a:lnTo>
                    <a:pt x="7901548" y="203287"/>
                  </a:lnTo>
                  <a:lnTo>
                    <a:pt x="7901694" y="203287"/>
                  </a:lnTo>
                  <a:lnTo>
                    <a:pt x="7902130" y="203287"/>
                  </a:lnTo>
                  <a:lnTo>
                    <a:pt x="7902566" y="203287"/>
                  </a:lnTo>
                  <a:lnTo>
                    <a:pt x="7902712" y="203287"/>
                  </a:lnTo>
                  <a:lnTo>
                    <a:pt x="7902857" y="203287"/>
                  </a:lnTo>
                  <a:lnTo>
                    <a:pt x="7903003" y="203287"/>
                  </a:lnTo>
                  <a:lnTo>
                    <a:pt x="7903148" y="203287"/>
                  </a:lnTo>
                  <a:lnTo>
                    <a:pt x="7903293" y="203287"/>
                  </a:lnTo>
                  <a:lnTo>
                    <a:pt x="7903439" y="203287"/>
                  </a:lnTo>
                  <a:lnTo>
                    <a:pt x="7903584" y="203287"/>
                  </a:lnTo>
                  <a:lnTo>
                    <a:pt x="7904166" y="203287"/>
                  </a:lnTo>
                  <a:lnTo>
                    <a:pt x="7904311" y="203287"/>
                  </a:lnTo>
                  <a:lnTo>
                    <a:pt x="7905039" y="203287"/>
                  </a:lnTo>
                  <a:lnTo>
                    <a:pt x="7905184" y="203287"/>
                  </a:lnTo>
                  <a:lnTo>
                    <a:pt x="7905475" y="203287"/>
                  </a:lnTo>
                  <a:lnTo>
                    <a:pt x="7905766" y="203287"/>
                  </a:lnTo>
                  <a:lnTo>
                    <a:pt x="7906202" y="203287"/>
                  </a:lnTo>
                  <a:lnTo>
                    <a:pt x="7906493" y="203287"/>
                  </a:lnTo>
                  <a:lnTo>
                    <a:pt x="7906638" y="203287"/>
                  </a:lnTo>
                  <a:lnTo>
                    <a:pt x="7908674" y="202664"/>
                  </a:lnTo>
                  <a:lnTo>
                    <a:pt x="7908965" y="202664"/>
                  </a:lnTo>
                  <a:lnTo>
                    <a:pt x="7909110" y="202664"/>
                  </a:lnTo>
                  <a:lnTo>
                    <a:pt x="7909256" y="202040"/>
                  </a:lnTo>
                  <a:lnTo>
                    <a:pt x="7909838" y="202040"/>
                  </a:lnTo>
                  <a:lnTo>
                    <a:pt x="7910128" y="201417"/>
                  </a:lnTo>
                  <a:lnTo>
                    <a:pt x="7910419" y="201417"/>
                  </a:lnTo>
                  <a:lnTo>
                    <a:pt x="7911001" y="201417"/>
                  </a:lnTo>
                  <a:lnTo>
                    <a:pt x="7911437" y="201417"/>
                  </a:lnTo>
                  <a:lnTo>
                    <a:pt x="7911583" y="201417"/>
                  </a:lnTo>
                  <a:lnTo>
                    <a:pt x="7911874" y="201417"/>
                  </a:lnTo>
                  <a:lnTo>
                    <a:pt x="7912164" y="201417"/>
                  </a:lnTo>
                  <a:lnTo>
                    <a:pt x="7912310" y="201417"/>
                  </a:lnTo>
                  <a:lnTo>
                    <a:pt x="7912455" y="201417"/>
                  </a:lnTo>
                  <a:lnTo>
                    <a:pt x="7912892" y="201417"/>
                  </a:lnTo>
                  <a:lnTo>
                    <a:pt x="7912892" y="200793"/>
                  </a:lnTo>
                  <a:lnTo>
                    <a:pt x="7913182" y="200793"/>
                  </a:lnTo>
                  <a:lnTo>
                    <a:pt x="7913473" y="200169"/>
                  </a:lnTo>
                  <a:lnTo>
                    <a:pt x="7913764" y="200169"/>
                  </a:lnTo>
                  <a:lnTo>
                    <a:pt x="7914055" y="200169"/>
                  </a:lnTo>
                  <a:lnTo>
                    <a:pt x="7914927" y="200169"/>
                  </a:lnTo>
                  <a:lnTo>
                    <a:pt x="7915073" y="200169"/>
                  </a:lnTo>
                  <a:lnTo>
                    <a:pt x="7915218" y="200169"/>
                  </a:lnTo>
                  <a:lnTo>
                    <a:pt x="7915509" y="200169"/>
                  </a:lnTo>
                  <a:lnTo>
                    <a:pt x="7915655" y="200169"/>
                  </a:lnTo>
                  <a:lnTo>
                    <a:pt x="7916091" y="200169"/>
                  </a:lnTo>
                  <a:lnTo>
                    <a:pt x="7916236" y="200169"/>
                  </a:lnTo>
                  <a:lnTo>
                    <a:pt x="7916673" y="199546"/>
                  </a:lnTo>
                  <a:lnTo>
                    <a:pt x="7916963" y="198922"/>
                  </a:lnTo>
                  <a:lnTo>
                    <a:pt x="7917109" y="198922"/>
                  </a:lnTo>
                  <a:lnTo>
                    <a:pt x="7917254" y="198922"/>
                  </a:lnTo>
                  <a:lnTo>
                    <a:pt x="7917545" y="198922"/>
                  </a:lnTo>
                  <a:lnTo>
                    <a:pt x="7918127" y="198922"/>
                  </a:lnTo>
                  <a:lnTo>
                    <a:pt x="7918272" y="198922"/>
                  </a:lnTo>
                  <a:lnTo>
                    <a:pt x="7919145" y="197675"/>
                  </a:lnTo>
                  <a:lnTo>
                    <a:pt x="7919436" y="197675"/>
                  </a:lnTo>
                  <a:lnTo>
                    <a:pt x="7919726" y="197675"/>
                  </a:lnTo>
                  <a:lnTo>
                    <a:pt x="7920163" y="197675"/>
                  </a:lnTo>
                  <a:lnTo>
                    <a:pt x="7920454" y="197675"/>
                  </a:lnTo>
                  <a:lnTo>
                    <a:pt x="7920744" y="197675"/>
                  </a:lnTo>
                  <a:lnTo>
                    <a:pt x="7922053" y="197675"/>
                  </a:lnTo>
                  <a:lnTo>
                    <a:pt x="7922199" y="197675"/>
                  </a:lnTo>
                  <a:lnTo>
                    <a:pt x="7922344" y="197675"/>
                  </a:lnTo>
                  <a:lnTo>
                    <a:pt x="7922344" y="197052"/>
                  </a:lnTo>
                  <a:lnTo>
                    <a:pt x="7922635" y="196428"/>
                  </a:lnTo>
                  <a:lnTo>
                    <a:pt x="7923071" y="196428"/>
                  </a:lnTo>
                  <a:lnTo>
                    <a:pt x="7923362" y="196428"/>
                  </a:lnTo>
                  <a:lnTo>
                    <a:pt x="7923508" y="196428"/>
                  </a:lnTo>
                  <a:lnTo>
                    <a:pt x="7923653" y="196428"/>
                  </a:lnTo>
                  <a:lnTo>
                    <a:pt x="7923798" y="195804"/>
                  </a:lnTo>
                  <a:lnTo>
                    <a:pt x="7923944" y="195804"/>
                  </a:lnTo>
                  <a:lnTo>
                    <a:pt x="7924089" y="195804"/>
                  </a:lnTo>
                  <a:lnTo>
                    <a:pt x="7924235" y="195804"/>
                  </a:lnTo>
                  <a:lnTo>
                    <a:pt x="7924380" y="195804"/>
                  </a:lnTo>
                  <a:lnTo>
                    <a:pt x="7924671" y="195804"/>
                  </a:lnTo>
                  <a:lnTo>
                    <a:pt x="7924962" y="195804"/>
                  </a:lnTo>
                  <a:lnTo>
                    <a:pt x="7925107" y="195181"/>
                  </a:lnTo>
                  <a:lnTo>
                    <a:pt x="7925253" y="194557"/>
                  </a:lnTo>
                  <a:lnTo>
                    <a:pt x="7926707" y="194557"/>
                  </a:lnTo>
                  <a:lnTo>
                    <a:pt x="7926852" y="194557"/>
                  </a:lnTo>
                  <a:lnTo>
                    <a:pt x="7927289" y="193934"/>
                  </a:lnTo>
                  <a:lnTo>
                    <a:pt x="7927870" y="193934"/>
                  </a:lnTo>
                  <a:lnTo>
                    <a:pt x="7928016" y="193934"/>
                  </a:lnTo>
                  <a:lnTo>
                    <a:pt x="7928452" y="193934"/>
                  </a:lnTo>
                  <a:lnTo>
                    <a:pt x="7929034" y="193934"/>
                  </a:lnTo>
                  <a:lnTo>
                    <a:pt x="7929470" y="193934"/>
                  </a:lnTo>
                  <a:lnTo>
                    <a:pt x="7929615" y="193934"/>
                  </a:lnTo>
                  <a:lnTo>
                    <a:pt x="7929761" y="193934"/>
                  </a:lnTo>
                  <a:lnTo>
                    <a:pt x="7930197" y="193934"/>
                  </a:lnTo>
                  <a:lnTo>
                    <a:pt x="7930343" y="193934"/>
                  </a:lnTo>
                  <a:lnTo>
                    <a:pt x="7930488" y="193934"/>
                  </a:lnTo>
                  <a:lnTo>
                    <a:pt x="7930633" y="193934"/>
                  </a:lnTo>
                  <a:lnTo>
                    <a:pt x="7930779" y="193934"/>
                  </a:lnTo>
                  <a:lnTo>
                    <a:pt x="7930779" y="193310"/>
                  </a:lnTo>
                  <a:lnTo>
                    <a:pt x="7930924" y="193310"/>
                  </a:lnTo>
                  <a:lnTo>
                    <a:pt x="7931070" y="193310"/>
                  </a:lnTo>
                  <a:lnTo>
                    <a:pt x="7931070" y="192686"/>
                  </a:lnTo>
                  <a:lnTo>
                    <a:pt x="7931506" y="192686"/>
                  </a:lnTo>
                  <a:lnTo>
                    <a:pt x="7931651" y="192686"/>
                  </a:lnTo>
                  <a:lnTo>
                    <a:pt x="7931797" y="192686"/>
                  </a:lnTo>
                  <a:lnTo>
                    <a:pt x="7932088" y="191439"/>
                  </a:lnTo>
                  <a:lnTo>
                    <a:pt x="7932524" y="191439"/>
                  </a:lnTo>
                  <a:lnTo>
                    <a:pt x="7932669" y="191439"/>
                  </a:lnTo>
                  <a:lnTo>
                    <a:pt x="7933251" y="191439"/>
                  </a:lnTo>
                  <a:lnTo>
                    <a:pt x="7933542" y="190816"/>
                  </a:lnTo>
                  <a:lnTo>
                    <a:pt x="7934269" y="190816"/>
                  </a:lnTo>
                  <a:lnTo>
                    <a:pt x="7934560" y="190816"/>
                  </a:lnTo>
                  <a:lnTo>
                    <a:pt x="7934851" y="190816"/>
                  </a:lnTo>
                  <a:lnTo>
                    <a:pt x="7934996" y="190816"/>
                  </a:lnTo>
                  <a:lnTo>
                    <a:pt x="7935578" y="190816"/>
                  </a:lnTo>
                  <a:lnTo>
                    <a:pt x="7935723" y="190816"/>
                  </a:lnTo>
                  <a:lnTo>
                    <a:pt x="7936014" y="190816"/>
                  </a:lnTo>
                  <a:lnTo>
                    <a:pt x="7937032" y="190816"/>
                  </a:lnTo>
                  <a:lnTo>
                    <a:pt x="7937178" y="190816"/>
                  </a:lnTo>
                  <a:lnTo>
                    <a:pt x="7937614" y="190816"/>
                  </a:lnTo>
                  <a:lnTo>
                    <a:pt x="7938050" y="190816"/>
                  </a:lnTo>
                  <a:lnTo>
                    <a:pt x="7938777" y="190816"/>
                  </a:lnTo>
                  <a:lnTo>
                    <a:pt x="7939068" y="190816"/>
                  </a:lnTo>
                  <a:lnTo>
                    <a:pt x="7939941" y="190192"/>
                  </a:lnTo>
                  <a:lnTo>
                    <a:pt x="7940377" y="190192"/>
                  </a:lnTo>
                  <a:lnTo>
                    <a:pt x="7940668" y="190192"/>
                  </a:lnTo>
                  <a:lnTo>
                    <a:pt x="7940813" y="190192"/>
                  </a:lnTo>
                  <a:lnTo>
                    <a:pt x="7940959" y="190192"/>
                  </a:lnTo>
                  <a:lnTo>
                    <a:pt x="7941540" y="190192"/>
                  </a:lnTo>
                  <a:lnTo>
                    <a:pt x="7941540" y="189569"/>
                  </a:lnTo>
                  <a:lnTo>
                    <a:pt x="7941540" y="188945"/>
                  </a:lnTo>
                  <a:lnTo>
                    <a:pt x="7941686" y="188945"/>
                  </a:lnTo>
                  <a:lnTo>
                    <a:pt x="7941831" y="188945"/>
                  </a:lnTo>
                  <a:lnTo>
                    <a:pt x="7941977" y="188945"/>
                  </a:lnTo>
                  <a:lnTo>
                    <a:pt x="7942122" y="188945"/>
                  </a:lnTo>
                  <a:lnTo>
                    <a:pt x="7942267" y="188945"/>
                  </a:lnTo>
                  <a:lnTo>
                    <a:pt x="7942413" y="188945"/>
                  </a:lnTo>
                  <a:lnTo>
                    <a:pt x="7942558" y="188945"/>
                  </a:lnTo>
                  <a:lnTo>
                    <a:pt x="7942849" y="188945"/>
                  </a:lnTo>
                  <a:lnTo>
                    <a:pt x="7942995" y="188945"/>
                  </a:lnTo>
                  <a:lnTo>
                    <a:pt x="7943140" y="188945"/>
                  </a:lnTo>
                  <a:lnTo>
                    <a:pt x="7943285" y="188945"/>
                  </a:lnTo>
                  <a:lnTo>
                    <a:pt x="7943431" y="188945"/>
                  </a:lnTo>
                  <a:lnTo>
                    <a:pt x="7944013" y="188945"/>
                  </a:lnTo>
                  <a:lnTo>
                    <a:pt x="7944158" y="188945"/>
                  </a:lnTo>
                  <a:lnTo>
                    <a:pt x="7944303" y="188321"/>
                  </a:lnTo>
                  <a:lnTo>
                    <a:pt x="7944449" y="188321"/>
                  </a:lnTo>
                  <a:lnTo>
                    <a:pt x="7944594" y="188321"/>
                  </a:lnTo>
                  <a:lnTo>
                    <a:pt x="7944740" y="188321"/>
                  </a:lnTo>
                  <a:lnTo>
                    <a:pt x="7948666" y="185203"/>
                  </a:lnTo>
                  <a:lnTo>
                    <a:pt x="7948812" y="185203"/>
                  </a:lnTo>
                  <a:lnTo>
                    <a:pt x="7949102" y="185203"/>
                  </a:lnTo>
                  <a:lnTo>
                    <a:pt x="7949248" y="185203"/>
                  </a:lnTo>
                  <a:lnTo>
                    <a:pt x="7949393" y="185203"/>
                  </a:lnTo>
                  <a:lnTo>
                    <a:pt x="7949539" y="185203"/>
                  </a:lnTo>
                  <a:lnTo>
                    <a:pt x="7949684" y="185203"/>
                  </a:lnTo>
                  <a:lnTo>
                    <a:pt x="7949975" y="185203"/>
                  </a:lnTo>
                  <a:lnTo>
                    <a:pt x="7950557" y="185203"/>
                  </a:lnTo>
                  <a:lnTo>
                    <a:pt x="7951284" y="185203"/>
                  </a:lnTo>
                  <a:lnTo>
                    <a:pt x="7951429" y="185203"/>
                  </a:lnTo>
                  <a:lnTo>
                    <a:pt x="7951720" y="185203"/>
                  </a:lnTo>
                  <a:lnTo>
                    <a:pt x="7952156" y="185203"/>
                  </a:lnTo>
                  <a:lnTo>
                    <a:pt x="7952302" y="185203"/>
                  </a:lnTo>
                  <a:lnTo>
                    <a:pt x="7952447" y="185203"/>
                  </a:lnTo>
                  <a:lnTo>
                    <a:pt x="7952593" y="185203"/>
                  </a:lnTo>
                  <a:lnTo>
                    <a:pt x="7952738" y="185203"/>
                  </a:lnTo>
                  <a:lnTo>
                    <a:pt x="7952884" y="185203"/>
                  </a:lnTo>
                  <a:lnTo>
                    <a:pt x="7953174" y="185203"/>
                  </a:lnTo>
                  <a:lnTo>
                    <a:pt x="7953611" y="185203"/>
                  </a:lnTo>
                  <a:lnTo>
                    <a:pt x="7954192" y="185203"/>
                  </a:lnTo>
                  <a:lnTo>
                    <a:pt x="7954338" y="185203"/>
                  </a:lnTo>
                  <a:lnTo>
                    <a:pt x="7954774" y="185203"/>
                  </a:lnTo>
                  <a:lnTo>
                    <a:pt x="7954919" y="185203"/>
                  </a:lnTo>
                  <a:lnTo>
                    <a:pt x="7954919" y="184580"/>
                  </a:lnTo>
                  <a:lnTo>
                    <a:pt x="7955065" y="184580"/>
                  </a:lnTo>
                  <a:lnTo>
                    <a:pt x="7955065" y="183956"/>
                  </a:lnTo>
                  <a:lnTo>
                    <a:pt x="7955210" y="183956"/>
                  </a:lnTo>
                  <a:lnTo>
                    <a:pt x="7955356" y="183956"/>
                  </a:lnTo>
                  <a:lnTo>
                    <a:pt x="7955647" y="183956"/>
                  </a:lnTo>
                  <a:lnTo>
                    <a:pt x="7956083" y="183333"/>
                  </a:lnTo>
                  <a:lnTo>
                    <a:pt x="7956228" y="183333"/>
                  </a:lnTo>
                  <a:lnTo>
                    <a:pt x="7956810" y="182709"/>
                  </a:lnTo>
                  <a:lnTo>
                    <a:pt x="7956955" y="182709"/>
                  </a:lnTo>
                  <a:lnTo>
                    <a:pt x="7957537" y="182709"/>
                  </a:lnTo>
                  <a:lnTo>
                    <a:pt x="7957683" y="182709"/>
                  </a:lnTo>
                  <a:lnTo>
                    <a:pt x="7958119" y="182709"/>
                  </a:lnTo>
                  <a:lnTo>
                    <a:pt x="7958410" y="182086"/>
                  </a:lnTo>
                  <a:lnTo>
                    <a:pt x="7958555" y="182086"/>
                  </a:lnTo>
                  <a:lnTo>
                    <a:pt x="7958701" y="182086"/>
                  </a:lnTo>
                  <a:lnTo>
                    <a:pt x="7958991" y="182086"/>
                  </a:lnTo>
                  <a:lnTo>
                    <a:pt x="7959137" y="182086"/>
                  </a:lnTo>
                  <a:lnTo>
                    <a:pt x="7959282" y="182086"/>
                  </a:lnTo>
                  <a:lnTo>
                    <a:pt x="7959428" y="182086"/>
                  </a:lnTo>
                  <a:lnTo>
                    <a:pt x="7959573" y="182086"/>
                  </a:lnTo>
                  <a:lnTo>
                    <a:pt x="7959719" y="182086"/>
                  </a:lnTo>
                  <a:lnTo>
                    <a:pt x="7960155" y="182086"/>
                  </a:lnTo>
                  <a:lnTo>
                    <a:pt x="7960300" y="182086"/>
                  </a:lnTo>
                  <a:lnTo>
                    <a:pt x="7960446" y="182086"/>
                  </a:lnTo>
                  <a:lnTo>
                    <a:pt x="7960736" y="182086"/>
                  </a:lnTo>
                  <a:lnTo>
                    <a:pt x="7960882" y="182086"/>
                  </a:lnTo>
                  <a:lnTo>
                    <a:pt x="7961027" y="182086"/>
                  </a:lnTo>
                  <a:lnTo>
                    <a:pt x="7961464" y="182086"/>
                  </a:lnTo>
                  <a:lnTo>
                    <a:pt x="7961609" y="182086"/>
                  </a:lnTo>
                  <a:lnTo>
                    <a:pt x="7962336" y="182086"/>
                  </a:lnTo>
                  <a:lnTo>
                    <a:pt x="7962482" y="182086"/>
                  </a:lnTo>
                  <a:lnTo>
                    <a:pt x="7962627" y="182086"/>
                  </a:lnTo>
                  <a:lnTo>
                    <a:pt x="7962918" y="182086"/>
                  </a:lnTo>
                  <a:lnTo>
                    <a:pt x="7963063" y="182086"/>
                  </a:lnTo>
                  <a:lnTo>
                    <a:pt x="7963209" y="182086"/>
                  </a:lnTo>
                  <a:lnTo>
                    <a:pt x="7963354" y="182086"/>
                  </a:lnTo>
                  <a:lnTo>
                    <a:pt x="7963645" y="182086"/>
                  </a:lnTo>
                  <a:lnTo>
                    <a:pt x="7964081" y="182086"/>
                  </a:lnTo>
                  <a:lnTo>
                    <a:pt x="7964081" y="181462"/>
                  </a:lnTo>
                  <a:lnTo>
                    <a:pt x="7964227" y="180838"/>
                  </a:lnTo>
                  <a:lnTo>
                    <a:pt x="7964372" y="180838"/>
                  </a:lnTo>
                  <a:lnTo>
                    <a:pt x="7965245" y="180838"/>
                  </a:lnTo>
                  <a:lnTo>
                    <a:pt x="7965536" y="180838"/>
                  </a:lnTo>
                  <a:lnTo>
                    <a:pt x="7965972" y="180838"/>
                  </a:lnTo>
                  <a:lnTo>
                    <a:pt x="7966117" y="180838"/>
                  </a:lnTo>
                  <a:lnTo>
                    <a:pt x="7966699" y="180215"/>
                  </a:lnTo>
                  <a:lnTo>
                    <a:pt x="7966990" y="180215"/>
                  </a:lnTo>
                  <a:lnTo>
                    <a:pt x="7967281" y="180215"/>
                  </a:lnTo>
                  <a:lnTo>
                    <a:pt x="7967426" y="180215"/>
                  </a:lnTo>
                  <a:lnTo>
                    <a:pt x="7967717" y="180215"/>
                  </a:lnTo>
                  <a:lnTo>
                    <a:pt x="7967862" y="180215"/>
                  </a:lnTo>
                  <a:lnTo>
                    <a:pt x="7968008" y="180215"/>
                  </a:lnTo>
                  <a:lnTo>
                    <a:pt x="7968444" y="179591"/>
                  </a:lnTo>
                  <a:lnTo>
                    <a:pt x="7968589" y="179591"/>
                  </a:lnTo>
                  <a:lnTo>
                    <a:pt x="7968735" y="179591"/>
                  </a:lnTo>
                  <a:lnTo>
                    <a:pt x="7969026" y="179591"/>
                  </a:lnTo>
                  <a:lnTo>
                    <a:pt x="7969317" y="178968"/>
                  </a:lnTo>
                  <a:lnTo>
                    <a:pt x="7969462" y="178968"/>
                  </a:lnTo>
                  <a:lnTo>
                    <a:pt x="7969607" y="178968"/>
                  </a:lnTo>
                  <a:lnTo>
                    <a:pt x="7970044" y="178968"/>
                  </a:lnTo>
                  <a:lnTo>
                    <a:pt x="7970189" y="178968"/>
                  </a:lnTo>
                  <a:lnTo>
                    <a:pt x="7970771" y="178968"/>
                  </a:lnTo>
                  <a:lnTo>
                    <a:pt x="7970916" y="178968"/>
                  </a:lnTo>
                  <a:lnTo>
                    <a:pt x="7971062" y="178968"/>
                  </a:lnTo>
                  <a:lnTo>
                    <a:pt x="7971207" y="178344"/>
                  </a:lnTo>
                  <a:lnTo>
                    <a:pt x="7971353" y="177720"/>
                  </a:lnTo>
                  <a:lnTo>
                    <a:pt x="7971643" y="177720"/>
                  </a:lnTo>
                  <a:lnTo>
                    <a:pt x="7972080" y="177720"/>
                  </a:lnTo>
                  <a:lnTo>
                    <a:pt x="7972225" y="177720"/>
                  </a:lnTo>
                  <a:lnTo>
                    <a:pt x="7972371" y="177720"/>
                  </a:lnTo>
                  <a:lnTo>
                    <a:pt x="7972516" y="177720"/>
                  </a:lnTo>
                  <a:lnTo>
                    <a:pt x="7973098" y="177720"/>
                  </a:lnTo>
                  <a:lnTo>
                    <a:pt x="7973389" y="177720"/>
                  </a:lnTo>
                  <a:lnTo>
                    <a:pt x="7973679" y="177720"/>
                  </a:lnTo>
                  <a:lnTo>
                    <a:pt x="7973825" y="177720"/>
                  </a:lnTo>
                  <a:lnTo>
                    <a:pt x="7974116" y="177720"/>
                  </a:lnTo>
                  <a:lnTo>
                    <a:pt x="7974406" y="177720"/>
                  </a:lnTo>
                  <a:lnTo>
                    <a:pt x="7975134" y="177720"/>
                  </a:lnTo>
                  <a:lnTo>
                    <a:pt x="7975424" y="177720"/>
                  </a:lnTo>
                  <a:lnTo>
                    <a:pt x="7975570" y="177720"/>
                  </a:lnTo>
                  <a:lnTo>
                    <a:pt x="7975861" y="177720"/>
                  </a:lnTo>
                  <a:lnTo>
                    <a:pt x="7976006" y="177720"/>
                  </a:lnTo>
                  <a:lnTo>
                    <a:pt x="7976733" y="177720"/>
                  </a:lnTo>
                  <a:lnTo>
                    <a:pt x="7976879" y="177720"/>
                  </a:lnTo>
                  <a:lnTo>
                    <a:pt x="7977315" y="177720"/>
                  </a:lnTo>
                  <a:lnTo>
                    <a:pt x="7978188" y="177720"/>
                  </a:lnTo>
                  <a:lnTo>
                    <a:pt x="7978478" y="177720"/>
                  </a:lnTo>
                  <a:lnTo>
                    <a:pt x="7978624" y="177720"/>
                  </a:lnTo>
                  <a:lnTo>
                    <a:pt x="7978769" y="177720"/>
                  </a:lnTo>
                  <a:lnTo>
                    <a:pt x="7978915" y="177720"/>
                  </a:lnTo>
                  <a:lnTo>
                    <a:pt x="7979060" y="177720"/>
                  </a:lnTo>
                  <a:lnTo>
                    <a:pt x="7979642" y="177097"/>
                  </a:lnTo>
                  <a:lnTo>
                    <a:pt x="7979933" y="177097"/>
                  </a:lnTo>
                  <a:lnTo>
                    <a:pt x="7980224" y="177097"/>
                  </a:lnTo>
                  <a:lnTo>
                    <a:pt x="7980514" y="177097"/>
                  </a:lnTo>
                  <a:lnTo>
                    <a:pt x="7980660" y="177097"/>
                  </a:lnTo>
                  <a:lnTo>
                    <a:pt x="7980805" y="177097"/>
                  </a:lnTo>
                  <a:lnTo>
                    <a:pt x="7981241" y="176473"/>
                  </a:lnTo>
                  <a:lnTo>
                    <a:pt x="7981387" y="176473"/>
                  </a:lnTo>
                  <a:lnTo>
                    <a:pt x="7981823" y="175850"/>
                  </a:lnTo>
                  <a:lnTo>
                    <a:pt x="7981969" y="175850"/>
                  </a:lnTo>
                  <a:lnTo>
                    <a:pt x="7982114" y="175850"/>
                  </a:lnTo>
                  <a:lnTo>
                    <a:pt x="7982696" y="175850"/>
                  </a:lnTo>
                  <a:lnTo>
                    <a:pt x="7982696" y="175226"/>
                  </a:lnTo>
                  <a:lnTo>
                    <a:pt x="7982987" y="175226"/>
                  </a:lnTo>
                  <a:lnTo>
                    <a:pt x="7983423" y="175226"/>
                  </a:lnTo>
                  <a:lnTo>
                    <a:pt x="7984005" y="173979"/>
                  </a:lnTo>
                  <a:lnTo>
                    <a:pt x="7984150" y="173979"/>
                  </a:lnTo>
                  <a:lnTo>
                    <a:pt x="7984295" y="173979"/>
                  </a:lnTo>
                  <a:lnTo>
                    <a:pt x="7984441" y="173979"/>
                  </a:lnTo>
                  <a:lnTo>
                    <a:pt x="7984586" y="173979"/>
                  </a:lnTo>
                  <a:lnTo>
                    <a:pt x="7984732" y="173979"/>
                  </a:lnTo>
                  <a:lnTo>
                    <a:pt x="7985168" y="173979"/>
                  </a:lnTo>
                  <a:lnTo>
                    <a:pt x="7985313" y="173979"/>
                  </a:lnTo>
                  <a:lnTo>
                    <a:pt x="7985604" y="173979"/>
                  </a:lnTo>
                  <a:lnTo>
                    <a:pt x="7985895" y="173979"/>
                  </a:lnTo>
                  <a:lnTo>
                    <a:pt x="7986477" y="173979"/>
                  </a:lnTo>
                  <a:lnTo>
                    <a:pt x="7986768" y="173979"/>
                  </a:lnTo>
                  <a:lnTo>
                    <a:pt x="7986913" y="173979"/>
                  </a:lnTo>
                  <a:lnTo>
                    <a:pt x="7987204" y="173979"/>
                  </a:lnTo>
                  <a:lnTo>
                    <a:pt x="7987349" y="173979"/>
                  </a:lnTo>
                  <a:lnTo>
                    <a:pt x="7987495" y="173979"/>
                  </a:lnTo>
                  <a:lnTo>
                    <a:pt x="7987931" y="173979"/>
                  </a:lnTo>
                  <a:lnTo>
                    <a:pt x="7988076" y="173979"/>
                  </a:lnTo>
                  <a:lnTo>
                    <a:pt x="7988367" y="173979"/>
                  </a:lnTo>
                  <a:lnTo>
                    <a:pt x="7988513" y="173979"/>
                  </a:lnTo>
                  <a:lnTo>
                    <a:pt x="7988949" y="173979"/>
                  </a:lnTo>
                  <a:lnTo>
                    <a:pt x="7989967" y="173979"/>
                  </a:lnTo>
                  <a:lnTo>
                    <a:pt x="7990403" y="173979"/>
                  </a:lnTo>
                  <a:lnTo>
                    <a:pt x="7990549" y="173979"/>
                  </a:lnTo>
                  <a:lnTo>
                    <a:pt x="7990694" y="173979"/>
                  </a:lnTo>
                  <a:lnTo>
                    <a:pt x="7990840" y="173979"/>
                  </a:lnTo>
                  <a:lnTo>
                    <a:pt x="7990985" y="173979"/>
                  </a:lnTo>
                  <a:lnTo>
                    <a:pt x="7991130" y="173979"/>
                  </a:lnTo>
                  <a:lnTo>
                    <a:pt x="7991712" y="173979"/>
                  </a:lnTo>
                  <a:lnTo>
                    <a:pt x="7991858" y="173979"/>
                  </a:lnTo>
                  <a:lnTo>
                    <a:pt x="7992003" y="173979"/>
                  </a:lnTo>
                  <a:lnTo>
                    <a:pt x="7992148" y="173979"/>
                  </a:lnTo>
                  <a:lnTo>
                    <a:pt x="7992294" y="173979"/>
                  </a:lnTo>
                  <a:lnTo>
                    <a:pt x="7992439" y="173979"/>
                  </a:lnTo>
                  <a:lnTo>
                    <a:pt x="7992730" y="173979"/>
                  </a:lnTo>
                  <a:lnTo>
                    <a:pt x="7992876" y="173979"/>
                  </a:lnTo>
                  <a:lnTo>
                    <a:pt x="7992876" y="173355"/>
                  </a:lnTo>
                  <a:lnTo>
                    <a:pt x="7993021" y="173355"/>
                  </a:lnTo>
                  <a:lnTo>
                    <a:pt x="7993457" y="173355"/>
                  </a:lnTo>
                  <a:lnTo>
                    <a:pt x="7994039" y="172732"/>
                  </a:lnTo>
                  <a:lnTo>
                    <a:pt x="7994184" y="172732"/>
                  </a:lnTo>
                  <a:lnTo>
                    <a:pt x="7994475" y="172732"/>
                  </a:lnTo>
                  <a:lnTo>
                    <a:pt x="7994621" y="172732"/>
                  </a:lnTo>
                  <a:lnTo>
                    <a:pt x="7995348" y="172108"/>
                  </a:lnTo>
                  <a:lnTo>
                    <a:pt x="7995348" y="171485"/>
                  </a:lnTo>
                  <a:lnTo>
                    <a:pt x="7995493" y="171485"/>
                  </a:lnTo>
                  <a:lnTo>
                    <a:pt x="7995493" y="170861"/>
                  </a:lnTo>
                  <a:lnTo>
                    <a:pt x="7995929" y="170861"/>
                  </a:lnTo>
                  <a:lnTo>
                    <a:pt x="7996220" y="170861"/>
                  </a:lnTo>
                  <a:lnTo>
                    <a:pt x="7996366" y="170861"/>
                  </a:lnTo>
                  <a:lnTo>
                    <a:pt x="7996511" y="170861"/>
                  </a:lnTo>
                  <a:lnTo>
                    <a:pt x="7996657" y="170861"/>
                  </a:lnTo>
                  <a:lnTo>
                    <a:pt x="7996947" y="170861"/>
                  </a:lnTo>
                  <a:lnTo>
                    <a:pt x="7996947" y="170237"/>
                  </a:lnTo>
                  <a:lnTo>
                    <a:pt x="7997238" y="170237"/>
                  </a:lnTo>
                  <a:lnTo>
                    <a:pt x="7997529" y="170237"/>
                  </a:lnTo>
                  <a:lnTo>
                    <a:pt x="7997675" y="170237"/>
                  </a:lnTo>
                  <a:lnTo>
                    <a:pt x="7997965" y="170237"/>
                  </a:lnTo>
                  <a:lnTo>
                    <a:pt x="7998838" y="169614"/>
                  </a:lnTo>
                  <a:lnTo>
                    <a:pt x="7998838" y="168990"/>
                  </a:lnTo>
                  <a:lnTo>
                    <a:pt x="7998983" y="168990"/>
                  </a:lnTo>
                  <a:lnTo>
                    <a:pt x="7999129" y="168990"/>
                  </a:lnTo>
                  <a:lnTo>
                    <a:pt x="7999274" y="168990"/>
                  </a:lnTo>
                  <a:lnTo>
                    <a:pt x="7999565" y="168990"/>
                  </a:lnTo>
                  <a:lnTo>
                    <a:pt x="7999711" y="168990"/>
                  </a:lnTo>
                  <a:lnTo>
                    <a:pt x="8000001" y="167743"/>
                  </a:lnTo>
                  <a:lnTo>
                    <a:pt x="8000292" y="167743"/>
                  </a:lnTo>
                  <a:lnTo>
                    <a:pt x="8000438" y="167743"/>
                  </a:lnTo>
                  <a:lnTo>
                    <a:pt x="8000583" y="167743"/>
                  </a:lnTo>
                  <a:lnTo>
                    <a:pt x="8000728" y="167743"/>
                  </a:lnTo>
                  <a:lnTo>
                    <a:pt x="8000874" y="167743"/>
                  </a:lnTo>
                  <a:lnTo>
                    <a:pt x="8001019" y="167743"/>
                  </a:lnTo>
                  <a:lnTo>
                    <a:pt x="8001165" y="167743"/>
                  </a:lnTo>
                  <a:lnTo>
                    <a:pt x="8002037" y="166496"/>
                  </a:lnTo>
                  <a:lnTo>
                    <a:pt x="8002183" y="166496"/>
                  </a:lnTo>
                  <a:lnTo>
                    <a:pt x="8002619" y="166496"/>
                  </a:lnTo>
                  <a:lnTo>
                    <a:pt x="8002910" y="166496"/>
                  </a:lnTo>
                  <a:lnTo>
                    <a:pt x="8003055" y="166496"/>
                  </a:lnTo>
                  <a:lnTo>
                    <a:pt x="8003492" y="166496"/>
                  </a:lnTo>
                  <a:lnTo>
                    <a:pt x="8003637" y="166496"/>
                  </a:lnTo>
                  <a:lnTo>
                    <a:pt x="8003782" y="166496"/>
                  </a:lnTo>
                  <a:lnTo>
                    <a:pt x="8003782" y="165872"/>
                  </a:lnTo>
                  <a:lnTo>
                    <a:pt x="8003928" y="165872"/>
                  </a:lnTo>
                  <a:lnTo>
                    <a:pt x="8004655" y="164625"/>
                  </a:lnTo>
                  <a:lnTo>
                    <a:pt x="8004946" y="164002"/>
                  </a:lnTo>
                  <a:lnTo>
                    <a:pt x="8005382" y="164002"/>
                  </a:lnTo>
                  <a:lnTo>
                    <a:pt x="8005528" y="164002"/>
                  </a:lnTo>
                  <a:lnTo>
                    <a:pt x="8005673" y="163378"/>
                  </a:lnTo>
                  <a:lnTo>
                    <a:pt x="8005818" y="163378"/>
                  </a:lnTo>
                  <a:lnTo>
                    <a:pt x="8005964" y="163378"/>
                  </a:lnTo>
                  <a:lnTo>
                    <a:pt x="8006109" y="163378"/>
                  </a:lnTo>
                  <a:lnTo>
                    <a:pt x="8006400" y="163378"/>
                  </a:lnTo>
                  <a:lnTo>
                    <a:pt x="8006691" y="163378"/>
                  </a:lnTo>
                  <a:lnTo>
                    <a:pt x="8006982" y="163378"/>
                  </a:lnTo>
                  <a:lnTo>
                    <a:pt x="8007127" y="163378"/>
                  </a:lnTo>
                  <a:lnTo>
                    <a:pt x="8007854" y="163378"/>
                  </a:lnTo>
                  <a:lnTo>
                    <a:pt x="8008145" y="163378"/>
                  </a:lnTo>
                  <a:lnTo>
                    <a:pt x="8008291" y="163378"/>
                  </a:lnTo>
                  <a:lnTo>
                    <a:pt x="8009018" y="162754"/>
                  </a:lnTo>
                  <a:lnTo>
                    <a:pt x="8009163" y="162754"/>
                  </a:lnTo>
                  <a:lnTo>
                    <a:pt x="8009309" y="162754"/>
                  </a:lnTo>
                  <a:lnTo>
                    <a:pt x="8009454" y="162754"/>
                  </a:lnTo>
                  <a:lnTo>
                    <a:pt x="8009745" y="162754"/>
                  </a:lnTo>
                  <a:lnTo>
                    <a:pt x="8010181" y="162754"/>
                  </a:lnTo>
                  <a:lnTo>
                    <a:pt x="8010472" y="162754"/>
                  </a:lnTo>
                  <a:lnTo>
                    <a:pt x="8010763" y="162754"/>
                  </a:lnTo>
                  <a:lnTo>
                    <a:pt x="8010908" y="162131"/>
                  </a:lnTo>
                  <a:lnTo>
                    <a:pt x="8011054" y="162131"/>
                  </a:lnTo>
                  <a:lnTo>
                    <a:pt x="8011199" y="162131"/>
                  </a:lnTo>
                  <a:lnTo>
                    <a:pt x="8011345" y="162131"/>
                  </a:lnTo>
                  <a:lnTo>
                    <a:pt x="8012217" y="162131"/>
                  </a:lnTo>
                  <a:lnTo>
                    <a:pt x="8012217" y="161507"/>
                  </a:lnTo>
                  <a:lnTo>
                    <a:pt x="8012508" y="160884"/>
                  </a:lnTo>
                  <a:lnTo>
                    <a:pt x="8012653" y="160884"/>
                  </a:lnTo>
                  <a:lnTo>
                    <a:pt x="8012944" y="160884"/>
                  </a:lnTo>
                  <a:lnTo>
                    <a:pt x="8013090" y="160884"/>
                  </a:lnTo>
                  <a:lnTo>
                    <a:pt x="8013381" y="160884"/>
                  </a:lnTo>
                  <a:lnTo>
                    <a:pt x="8013526" y="160884"/>
                  </a:lnTo>
                  <a:lnTo>
                    <a:pt x="8013817" y="160884"/>
                  </a:lnTo>
                  <a:lnTo>
                    <a:pt x="8013817" y="160260"/>
                  </a:lnTo>
                  <a:lnTo>
                    <a:pt x="8013962" y="159637"/>
                  </a:lnTo>
                  <a:lnTo>
                    <a:pt x="8014253" y="159637"/>
                  </a:lnTo>
                  <a:lnTo>
                    <a:pt x="8014398" y="159013"/>
                  </a:lnTo>
                  <a:lnTo>
                    <a:pt x="8014544" y="159013"/>
                  </a:lnTo>
                  <a:lnTo>
                    <a:pt x="8014980" y="159013"/>
                  </a:lnTo>
                  <a:lnTo>
                    <a:pt x="8015126" y="159013"/>
                  </a:lnTo>
                  <a:lnTo>
                    <a:pt x="8015271" y="159013"/>
                  </a:lnTo>
                  <a:lnTo>
                    <a:pt x="8015562" y="159013"/>
                  </a:lnTo>
                  <a:lnTo>
                    <a:pt x="8015853" y="159013"/>
                  </a:lnTo>
                  <a:lnTo>
                    <a:pt x="8016580" y="158389"/>
                  </a:lnTo>
                  <a:lnTo>
                    <a:pt x="8016580" y="157766"/>
                  </a:lnTo>
                  <a:lnTo>
                    <a:pt x="8016725" y="157766"/>
                  </a:lnTo>
                  <a:lnTo>
                    <a:pt x="8017016" y="157766"/>
                  </a:lnTo>
                  <a:lnTo>
                    <a:pt x="8017162" y="157766"/>
                  </a:lnTo>
                  <a:lnTo>
                    <a:pt x="8017307" y="157766"/>
                  </a:lnTo>
                  <a:lnTo>
                    <a:pt x="8017452" y="157766"/>
                  </a:lnTo>
                  <a:lnTo>
                    <a:pt x="8017598" y="157766"/>
                  </a:lnTo>
                  <a:lnTo>
                    <a:pt x="8017743" y="157766"/>
                  </a:lnTo>
                  <a:lnTo>
                    <a:pt x="8017889" y="157766"/>
                  </a:lnTo>
                  <a:lnTo>
                    <a:pt x="8018034" y="157766"/>
                  </a:lnTo>
                  <a:lnTo>
                    <a:pt x="8018180" y="157766"/>
                  </a:lnTo>
                  <a:lnTo>
                    <a:pt x="8018325" y="157766"/>
                  </a:lnTo>
                  <a:lnTo>
                    <a:pt x="8018616" y="157766"/>
                  </a:lnTo>
                  <a:lnTo>
                    <a:pt x="8018907" y="157766"/>
                  </a:lnTo>
                  <a:lnTo>
                    <a:pt x="8019634" y="157142"/>
                  </a:lnTo>
                  <a:lnTo>
                    <a:pt x="8019779" y="157142"/>
                  </a:lnTo>
                  <a:lnTo>
                    <a:pt x="8019925" y="157142"/>
                  </a:lnTo>
                  <a:lnTo>
                    <a:pt x="8020361" y="156519"/>
                  </a:lnTo>
                  <a:lnTo>
                    <a:pt x="8020652" y="156519"/>
                  </a:lnTo>
                  <a:lnTo>
                    <a:pt x="8021233" y="155895"/>
                  </a:lnTo>
                  <a:lnTo>
                    <a:pt x="8021524" y="155895"/>
                  </a:lnTo>
                  <a:lnTo>
                    <a:pt x="8022106" y="155895"/>
                  </a:lnTo>
                  <a:lnTo>
                    <a:pt x="8022688" y="155895"/>
                  </a:lnTo>
                  <a:lnTo>
                    <a:pt x="8022833" y="155895"/>
                  </a:lnTo>
                  <a:lnTo>
                    <a:pt x="8022979" y="155895"/>
                  </a:lnTo>
                  <a:lnTo>
                    <a:pt x="8023124" y="155895"/>
                  </a:lnTo>
                  <a:lnTo>
                    <a:pt x="8023269" y="155895"/>
                  </a:lnTo>
                  <a:lnTo>
                    <a:pt x="8023415" y="155895"/>
                  </a:lnTo>
                  <a:lnTo>
                    <a:pt x="8023560" y="155895"/>
                  </a:lnTo>
                  <a:lnTo>
                    <a:pt x="8023706" y="155895"/>
                  </a:lnTo>
                  <a:lnTo>
                    <a:pt x="8023851" y="155895"/>
                  </a:lnTo>
                  <a:lnTo>
                    <a:pt x="8023997" y="155895"/>
                  </a:lnTo>
                  <a:lnTo>
                    <a:pt x="8024142" y="155895"/>
                  </a:lnTo>
                  <a:lnTo>
                    <a:pt x="8024287" y="155895"/>
                  </a:lnTo>
                  <a:lnTo>
                    <a:pt x="8024578" y="155895"/>
                  </a:lnTo>
                  <a:lnTo>
                    <a:pt x="8025015" y="155895"/>
                  </a:lnTo>
                  <a:lnTo>
                    <a:pt x="8025305" y="155895"/>
                  </a:lnTo>
                  <a:lnTo>
                    <a:pt x="8025887" y="155895"/>
                  </a:lnTo>
                  <a:lnTo>
                    <a:pt x="8026033" y="155895"/>
                  </a:lnTo>
                  <a:lnTo>
                    <a:pt x="8026323" y="155895"/>
                  </a:lnTo>
                  <a:lnTo>
                    <a:pt x="8026760" y="155895"/>
                  </a:lnTo>
                  <a:lnTo>
                    <a:pt x="8026905" y="155895"/>
                  </a:lnTo>
                  <a:lnTo>
                    <a:pt x="8027051" y="155271"/>
                  </a:lnTo>
                  <a:lnTo>
                    <a:pt x="8027632" y="154648"/>
                  </a:lnTo>
                  <a:lnTo>
                    <a:pt x="8027778" y="154648"/>
                  </a:lnTo>
                  <a:lnTo>
                    <a:pt x="8028068" y="154648"/>
                  </a:lnTo>
                  <a:lnTo>
                    <a:pt x="8028214" y="154024"/>
                  </a:lnTo>
                  <a:lnTo>
                    <a:pt x="8028650" y="154024"/>
                  </a:lnTo>
                  <a:lnTo>
                    <a:pt x="8028796" y="154024"/>
                  </a:lnTo>
                  <a:lnTo>
                    <a:pt x="8028796" y="153401"/>
                  </a:lnTo>
                  <a:lnTo>
                    <a:pt x="8029086" y="152777"/>
                  </a:lnTo>
                  <a:lnTo>
                    <a:pt x="8029232" y="152777"/>
                  </a:lnTo>
                  <a:lnTo>
                    <a:pt x="8029523" y="152777"/>
                  </a:lnTo>
                  <a:lnTo>
                    <a:pt x="8029668" y="152777"/>
                  </a:lnTo>
                  <a:lnTo>
                    <a:pt x="8029959" y="152777"/>
                  </a:lnTo>
                  <a:lnTo>
                    <a:pt x="8031850" y="149659"/>
                  </a:lnTo>
                  <a:lnTo>
                    <a:pt x="8032431" y="149659"/>
                  </a:lnTo>
                  <a:lnTo>
                    <a:pt x="8032577" y="149659"/>
                  </a:lnTo>
                  <a:lnTo>
                    <a:pt x="8032868" y="149659"/>
                  </a:lnTo>
                  <a:lnTo>
                    <a:pt x="8033013" y="149659"/>
                  </a:lnTo>
                  <a:lnTo>
                    <a:pt x="8033158" y="149659"/>
                  </a:lnTo>
                  <a:lnTo>
                    <a:pt x="8033304" y="149659"/>
                  </a:lnTo>
                  <a:lnTo>
                    <a:pt x="8033886" y="149659"/>
                  </a:lnTo>
                  <a:lnTo>
                    <a:pt x="8034031" y="149659"/>
                  </a:lnTo>
                  <a:lnTo>
                    <a:pt x="8034467" y="149659"/>
                  </a:lnTo>
                  <a:lnTo>
                    <a:pt x="8034613" y="149659"/>
                  </a:lnTo>
                  <a:lnTo>
                    <a:pt x="8034758" y="149659"/>
                  </a:lnTo>
                  <a:lnTo>
                    <a:pt x="8034903" y="149659"/>
                  </a:lnTo>
                  <a:lnTo>
                    <a:pt x="8035340" y="149036"/>
                  </a:lnTo>
                  <a:lnTo>
                    <a:pt x="8035485" y="149036"/>
                  </a:lnTo>
                  <a:lnTo>
                    <a:pt x="8035776" y="149036"/>
                  </a:lnTo>
                  <a:lnTo>
                    <a:pt x="8036794" y="148412"/>
                  </a:lnTo>
                  <a:lnTo>
                    <a:pt x="8037667" y="148412"/>
                  </a:lnTo>
                  <a:lnTo>
                    <a:pt x="8038248" y="147789"/>
                  </a:lnTo>
                  <a:lnTo>
                    <a:pt x="8038394" y="147789"/>
                  </a:lnTo>
                  <a:lnTo>
                    <a:pt x="8038685" y="147789"/>
                  </a:lnTo>
                  <a:lnTo>
                    <a:pt x="8038830" y="147789"/>
                  </a:lnTo>
                  <a:lnTo>
                    <a:pt x="8039121" y="147789"/>
                  </a:lnTo>
                  <a:lnTo>
                    <a:pt x="8039266" y="147789"/>
                  </a:lnTo>
                  <a:lnTo>
                    <a:pt x="8039412" y="147789"/>
                  </a:lnTo>
                  <a:lnTo>
                    <a:pt x="8039557" y="147789"/>
                  </a:lnTo>
                  <a:lnTo>
                    <a:pt x="8039703" y="147789"/>
                  </a:lnTo>
                  <a:lnTo>
                    <a:pt x="8039848" y="147789"/>
                  </a:lnTo>
                  <a:lnTo>
                    <a:pt x="8039993" y="147789"/>
                  </a:lnTo>
                  <a:lnTo>
                    <a:pt x="8040139" y="147165"/>
                  </a:lnTo>
                  <a:lnTo>
                    <a:pt x="8040721" y="147165"/>
                  </a:lnTo>
                  <a:lnTo>
                    <a:pt x="8040866" y="147165"/>
                  </a:lnTo>
                  <a:lnTo>
                    <a:pt x="8041448" y="147165"/>
                  </a:lnTo>
                  <a:lnTo>
                    <a:pt x="8041593" y="147165"/>
                  </a:lnTo>
                  <a:lnTo>
                    <a:pt x="8041738" y="147165"/>
                  </a:lnTo>
                  <a:lnTo>
                    <a:pt x="8041884" y="147165"/>
                  </a:lnTo>
                  <a:lnTo>
                    <a:pt x="8042902" y="147165"/>
                  </a:lnTo>
                  <a:lnTo>
                    <a:pt x="8043047" y="147165"/>
                  </a:lnTo>
                  <a:lnTo>
                    <a:pt x="8043193" y="147165"/>
                  </a:lnTo>
                  <a:lnTo>
                    <a:pt x="8043484" y="147165"/>
                  </a:lnTo>
                  <a:lnTo>
                    <a:pt x="8043629" y="147165"/>
                  </a:lnTo>
                  <a:lnTo>
                    <a:pt x="8043920" y="147165"/>
                  </a:lnTo>
                  <a:lnTo>
                    <a:pt x="8044065" y="147165"/>
                  </a:lnTo>
                  <a:lnTo>
                    <a:pt x="8044647" y="147165"/>
                  </a:lnTo>
                  <a:lnTo>
                    <a:pt x="8044938" y="147165"/>
                  </a:lnTo>
                  <a:lnTo>
                    <a:pt x="8045229" y="147165"/>
                  </a:lnTo>
                  <a:lnTo>
                    <a:pt x="8045520" y="147165"/>
                  </a:lnTo>
                  <a:lnTo>
                    <a:pt x="8045810" y="147165"/>
                  </a:lnTo>
                  <a:lnTo>
                    <a:pt x="8045956" y="147165"/>
                  </a:lnTo>
                  <a:lnTo>
                    <a:pt x="8046247" y="147165"/>
                  </a:lnTo>
                  <a:lnTo>
                    <a:pt x="8046828" y="147165"/>
                  </a:lnTo>
                  <a:lnTo>
                    <a:pt x="8047119" y="146541"/>
                  </a:lnTo>
                  <a:lnTo>
                    <a:pt x="8047265" y="146541"/>
                  </a:lnTo>
                  <a:lnTo>
                    <a:pt x="8047410" y="146541"/>
                  </a:lnTo>
                  <a:lnTo>
                    <a:pt x="8047556" y="146541"/>
                  </a:lnTo>
                  <a:lnTo>
                    <a:pt x="8047992" y="146541"/>
                  </a:lnTo>
                  <a:lnTo>
                    <a:pt x="8048428" y="146541"/>
                  </a:lnTo>
                  <a:lnTo>
                    <a:pt x="8048864" y="146541"/>
                  </a:lnTo>
                  <a:lnTo>
                    <a:pt x="8049446" y="146541"/>
                  </a:lnTo>
                  <a:lnTo>
                    <a:pt x="8049446" y="145918"/>
                  </a:lnTo>
                  <a:lnTo>
                    <a:pt x="8049737" y="145918"/>
                  </a:lnTo>
                  <a:lnTo>
                    <a:pt x="8050028" y="145918"/>
                  </a:lnTo>
                  <a:lnTo>
                    <a:pt x="8050173" y="145918"/>
                  </a:lnTo>
                  <a:lnTo>
                    <a:pt x="8050319" y="145918"/>
                  </a:lnTo>
                  <a:lnTo>
                    <a:pt x="8050464" y="145918"/>
                  </a:lnTo>
                  <a:lnTo>
                    <a:pt x="8050609" y="145918"/>
                  </a:lnTo>
                  <a:lnTo>
                    <a:pt x="8050755" y="145918"/>
                  </a:lnTo>
                  <a:lnTo>
                    <a:pt x="8051046" y="145918"/>
                  </a:lnTo>
                  <a:lnTo>
                    <a:pt x="8051191" y="145918"/>
                  </a:lnTo>
                  <a:lnTo>
                    <a:pt x="8051773" y="145918"/>
                  </a:lnTo>
                  <a:lnTo>
                    <a:pt x="8051918" y="145918"/>
                  </a:lnTo>
                  <a:lnTo>
                    <a:pt x="8052500" y="145918"/>
                  </a:lnTo>
                  <a:lnTo>
                    <a:pt x="8052645" y="145918"/>
                  </a:lnTo>
                  <a:lnTo>
                    <a:pt x="8053373" y="145918"/>
                  </a:lnTo>
                  <a:lnTo>
                    <a:pt x="8053518" y="145294"/>
                  </a:lnTo>
                  <a:lnTo>
                    <a:pt x="8053663" y="144671"/>
                  </a:lnTo>
                  <a:lnTo>
                    <a:pt x="8053809" y="144671"/>
                  </a:lnTo>
                  <a:lnTo>
                    <a:pt x="8053954" y="144671"/>
                  </a:lnTo>
                  <a:lnTo>
                    <a:pt x="8054100" y="144671"/>
                  </a:lnTo>
                  <a:lnTo>
                    <a:pt x="8054536" y="144671"/>
                  </a:lnTo>
                  <a:lnTo>
                    <a:pt x="8054681" y="144671"/>
                  </a:lnTo>
                  <a:lnTo>
                    <a:pt x="8054827" y="144671"/>
                  </a:lnTo>
                  <a:lnTo>
                    <a:pt x="8055118" y="144671"/>
                  </a:lnTo>
                  <a:lnTo>
                    <a:pt x="8055408" y="144047"/>
                  </a:lnTo>
                  <a:lnTo>
                    <a:pt x="8055554" y="144047"/>
                  </a:lnTo>
                  <a:lnTo>
                    <a:pt x="8055845" y="144047"/>
                  </a:lnTo>
                  <a:lnTo>
                    <a:pt x="8055990" y="144047"/>
                  </a:lnTo>
                  <a:lnTo>
                    <a:pt x="8056136" y="144047"/>
                  </a:lnTo>
                  <a:lnTo>
                    <a:pt x="8056281" y="143423"/>
                  </a:lnTo>
                  <a:lnTo>
                    <a:pt x="8056426" y="143423"/>
                  </a:lnTo>
                  <a:lnTo>
                    <a:pt x="8056863" y="143423"/>
                  </a:lnTo>
                  <a:lnTo>
                    <a:pt x="8057008" y="143423"/>
                  </a:lnTo>
                  <a:lnTo>
                    <a:pt x="8057154" y="143423"/>
                  </a:lnTo>
                  <a:lnTo>
                    <a:pt x="8057154" y="142800"/>
                  </a:lnTo>
                  <a:lnTo>
                    <a:pt x="8057299" y="142800"/>
                  </a:lnTo>
                  <a:lnTo>
                    <a:pt x="8057444" y="142800"/>
                  </a:lnTo>
                  <a:lnTo>
                    <a:pt x="8057590" y="142800"/>
                  </a:lnTo>
                  <a:lnTo>
                    <a:pt x="8057735" y="142800"/>
                  </a:lnTo>
                  <a:lnTo>
                    <a:pt x="8057881" y="142800"/>
                  </a:lnTo>
                  <a:lnTo>
                    <a:pt x="8058026" y="142800"/>
                  </a:lnTo>
                  <a:lnTo>
                    <a:pt x="8058317" y="142176"/>
                  </a:lnTo>
                  <a:lnTo>
                    <a:pt x="8058608" y="142176"/>
                  </a:lnTo>
                  <a:lnTo>
                    <a:pt x="8059044" y="141553"/>
                  </a:lnTo>
                  <a:lnTo>
                    <a:pt x="8059335" y="141553"/>
                  </a:lnTo>
                  <a:lnTo>
                    <a:pt x="8059480" y="141553"/>
                  </a:lnTo>
                  <a:lnTo>
                    <a:pt x="8059480" y="140929"/>
                  </a:lnTo>
                  <a:lnTo>
                    <a:pt x="8059771" y="140929"/>
                  </a:lnTo>
                  <a:lnTo>
                    <a:pt x="8060208" y="140929"/>
                  </a:lnTo>
                  <a:lnTo>
                    <a:pt x="8060498" y="140929"/>
                  </a:lnTo>
                  <a:lnTo>
                    <a:pt x="8060644" y="140929"/>
                  </a:lnTo>
                  <a:lnTo>
                    <a:pt x="8061080" y="140306"/>
                  </a:lnTo>
                  <a:lnTo>
                    <a:pt x="8061371" y="140306"/>
                  </a:lnTo>
                  <a:lnTo>
                    <a:pt x="8061662" y="140306"/>
                  </a:lnTo>
                  <a:lnTo>
                    <a:pt x="8062243" y="140306"/>
                  </a:lnTo>
                  <a:lnTo>
                    <a:pt x="8062389" y="140306"/>
                  </a:lnTo>
                  <a:lnTo>
                    <a:pt x="8062971" y="140306"/>
                  </a:lnTo>
                  <a:lnTo>
                    <a:pt x="8063116" y="140306"/>
                  </a:lnTo>
                  <a:lnTo>
                    <a:pt x="8063698" y="140306"/>
                  </a:lnTo>
                  <a:lnTo>
                    <a:pt x="8064861" y="139058"/>
                  </a:lnTo>
                  <a:lnTo>
                    <a:pt x="8065443" y="139058"/>
                  </a:lnTo>
                  <a:lnTo>
                    <a:pt x="8065734" y="139058"/>
                  </a:lnTo>
                  <a:lnTo>
                    <a:pt x="8065879" y="139058"/>
                  </a:lnTo>
                  <a:lnTo>
                    <a:pt x="8066170" y="139058"/>
                  </a:lnTo>
                  <a:lnTo>
                    <a:pt x="8066897" y="139058"/>
                  </a:lnTo>
                  <a:lnTo>
                    <a:pt x="8067043" y="139058"/>
                  </a:lnTo>
                  <a:lnTo>
                    <a:pt x="8067333" y="139058"/>
                  </a:lnTo>
                  <a:lnTo>
                    <a:pt x="8067770" y="139058"/>
                  </a:lnTo>
                  <a:lnTo>
                    <a:pt x="8068061" y="139058"/>
                  </a:lnTo>
                  <a:lnTo>
                    <a:pt x="8068497" y="139058"/>
                  </a:lnTo>
                  <a:lnTo>
                    <a:pt x="8068788" y="139058"/>
                  </a:lnTo>
                  <a:lnTo>
                    <a:pt x="8069806" y="138435"/>
                  </a:lnTo>
                  <a:lnTo>
                    <a:pt x="8069951" y="138435"/>
                  </a:lnTo>
                  <a:lnTo>
                    <a:pt x="8070096" y="138435"/>
                  </a:lnTo>
                  <a:lnTo>
                    <a:pt x="8070387" y="138435"/>
                  </a:lnTo>
                  <a:lnTo>
                    <a:pt x="8070678" y="137811"/>
                  </a:lnTo>
                  <a:lnTo>
                    <a:pt x="8070969" y="137811"/>
                  </a:lnTo>
                  <a:lnTo>
                    <a:pt x="8071260" y="137811"/>
                  </a:lnTo>
                  <a:lnTo>
                    <a:pt x="8071405" y="137811"/>
                  </a:lnTo>
                  <a:lnTo>
                    <a:pt x="8071551" y="137811"/>
                  </a:lnTo>
                  <a:lnTo>
                    <a:pt x="8071696" y="137811"/>
                  </a:lnTo>
                  <a:lnTo>
                    <a:pt x="8071842" y="137811"/>
                  </a:lnTo>
                  <a:lnTo>
                    <a:pt x="8071987" y="137811"/>
                  </a:lnTo>
                  <a:lnTo>
                    <a:pt x="8072132" y="137811"/>
                  </a:lnTo>
                  <a:lnTo>
                    <a:pt x="8072423" y="137811"/>
                  </a:lnTo>
                  <a:lnTo>
                    <a:pt x="8073296" y="137188"/>
                  </a:lnTo>
                  <a:lnTo>
                    <a:pt x="8073441" y="137188"/>
                  </a:lnTo>
                  <a:lnTo>
                    <a:pt x="8073587" y="137188"/>
                  </a:lnTo>
                  <a:lnTo>
                    <a:pt x="8074023" y="137188"/>
                  </a:lnTo>
                  <a:lnTo>
                    <a:pt x="8074459" y="137188"/>
                  </a:lnTo>
                  <a:lnTo>
                    <a:pt x="8074750" y="137188"/>
                  </a:lnTo>
                  <a:lnTo>
                    <a:pt x="8075041" y="137188"/>
                  </a:lnTo>
                  <a:lnTo>
                    <a:pt x="8075768" y="137188"/>
                  </a:lnTo>
                  <a:lnTo>
                    <a:pt x="8076495" y="137188"/>
                  </a:lnTo>
                  <a:lnTo>
                    <a:pt x="8076786" y="137188"/>
                  </a:lnTo>
                  <a:lnTo>
                    <a:pt x="8077222" y="137188"/>
                  </a:lnTo>
                  <a:lnTo>
                    <a:pt x="8077368" y="137188"/>
                  </a:lnTo>
                  <a:lnTo>
                    <a:pt x="8077513" y="137188"/>
                  </a:lnTo>
                  <a:lnTo>
                    <a:pt x="8077659" y="136564"/>
                  </a:lnTo>
                  <a:lnTo>
                    <a:pt x="8077659" y="135940"/>
                  </a:lnTo>
                  <a:lnTo>
                    <a:pt x="8077804" y="135940"/>
                  </a:lnTo>
                  <a:lnTo>
                    <a:pt x="8077949" y="135940"/>
                  </a:lnTo>
                  <a:lnTo>
                    <a:pt x="8078095" y="135940"/>
                  </a:lnTo>
                  <a:lnTo>
                    <a:pt x="8078386" y="135940"/>
                  </a:lnTo>
                  <a:lnTo>
                    <a:pt x="8078677" y="135940"/>
                  </a:lnTo>
                  <a:lnTo>
                    <a:pt x="8078822" y="135940"/>
                  </a:lnTo>
                  <a:lnTo>
                    <a:pt x="8078967" y="135940"/>
                  </a:lnTo>
                  <a:lnTo>
                    <a:pt x="8079258" y="135317"/>
                  </a:lnTo>
                  <a:lnTo>
                    <a:pt x="8079404" y="135317"/>
                  </a:lnTo>
                  <a:lnTo>
                    <a:pt x="8079840" y="135317"/>
                  </a:lnTo>
                  <a:lnTo>
                    <a:pt x="8080567" y="134693"/>
                  </a:lnTo>
                  <a:lnTo>
                    <a:pt x="8081294" y="134070"/>
                  </a:lnTo>
                  <a:lnTo>
                    <a:pt x="8081876" y="134070"/>
                  </a:lnTo>
                  <a:lnTo>
                    <a:pt x="8082312" y="134070"/>
                  </a:lnTo>
                  <a:lnTo>
                    <a:pt x="8082603" y="134070"/>
                  </a:lnTo>
                  <a:lnTo>
                    <a:pt x="8082748" y="134070"/>
                  </a:lnTo>
                  <a:lnTo>
                    <a:pt x="8082748" y="133446"/>
                  </a:lnTo>
                  <a:lnTo>
                    <a:pt x="8082894" y="133446"/>
                  </a:lnTo>
                  <a:lnTo>
                    <a:pt x="8083039" y="133446"/>
                  </a:lnTo>
                  <a:lnTo>
                    <a:pt x="8083185" y="133446"/>
                  </a:lnTo>
                  <a:lnTo>
                    <a:pt x="8083330" y="133446"/>
                  </a:lnTo>
                  <a:lnTo>
                    <a:pt x="8083766" y="133446"/>
                  </a:lnTo>
                  <a:lnTo>
                    <a:pt x="8084057" y="133446"/>
                  </a:lnTo>
                  <a:lnTo>
                    <a:pt x="8084203" y="133446"/>
                  </a:lnTo>
                  <a:lnTo>
                    <a:pt x="8084348" y="133446"/>
                  </a:lnTo>
                  <a:lnTo>
                    <a:pt x="8085948" y="133446"/>
                  </a:lnTo>
                  <a:lnTo>
                    <a:pt x="8086093" y="133446"/>
                  </a:lnTo>
                  <a:lnTo>
                    <a:pt x="8086239" y="133446"/>
                  </a:lnTo>
                  <a:lnTo>
                    <a:pt x="8086239" y="132823"/>
                  </a:lnTo>
                  <a:lnTo>
                    <a:pt x="8086384" y="132823"/>
                  </a:lnTo>
                  <a:lnTo>
                    <a:pt x="8086675" y="132823"/>
                  </a:lnTo>
                  <a:lnTo>
                    <a:pt x="8086820" y="132823"/>
                  </a:lnTo>
                  <a:lnTo>
                    <a:pt x="8087548" y="132823"/>
                  </a:lnTo>
                  <a:lnTo>
                    <a:pt x="8087693" y="132823"/>
                  </a:lnTo>
                  <a:lnTo>
                    <a:pt x="8087838" y="132823"/>
                  </a:lnTo>
                  <a:lnTo>
                    <a:pt x="8087984" y="132823"/>
                  </a:lnTo>
                  <a:lnTo>
                    <a:pt x="8088129" y="132823"/>
                  </a:lnTo>
                  <a:lnTo>
                    <a:pt x="8088275" y="132823"/>
                  </a:lnTo>
                  <a:lnTo>
                    <a:pt x="8088420" y="132823"/>
                  </a:lnTo>
                  <a:lnTo>
                    <a:pt x="8088565" y="132823"/>
                  </a:lnTo>
                  <a:lnTo>
                    <a:pt x="8088856" y="132823"/>
                  </a:lnTo>
                  <a:lnTo>
                    <a:pt x="8089874" y="132823"/>
                  </a:lnTo>
                  <a:lnTo>
                    <a:pt x="8090020" y="132823"/>
                  </a:lnTo>
                  <a:lnTo>
                    <a:pt x="8090892" y="132823"/>
                  </a:lnTo>
                  <a:lnTo>
                    <a:pt x="8091038" y="132199"/>
                  </a:lnTo>
                  <a:lnTo>
                    <a:pt x="8091183" y="132199"/>
                  </a:lnTo>
                  <a:lnTo>
                    <a:pt x="8091474" y="132199"/>
                  </a:lnTo>
                  <a:lnTo>
                    <a:pt x="8091619" y="132199"/>
                  </a:lnTo>
                  <a:lnTo>
                    <a:pt x="8091765" y="132199"/>
                  </a:lnTo>
                  <a:lnTo>
                    <a:pt x="8092347" y="132199"/>
                  </a:lnTo>
                  <a:lnTo>
                    <a:pt x="8092492" y="132199"/>
                  </a:lnTo>
                  <a:lnTo>
                    <a:pt x="8092783" y="132199"/>
                  </a:lnTo>
                  <a:lnTo>
                    <a:pt x="8093074" y="132199"/>
                  </a:lnTo>
                  <a:lnTo>
                    <a:pt x="8093365" y="132199"/>
                  </a:lnTo>
                  <a:lnTo>
                    <a:pt x="8093365" y="131575"/>
                  </a:lnTo>
                  <a:lnTo>
                    <a:pt x="8093655" y="131575"/>
                  </a:lnTo>
                  <a:lnTo>
                    <a:pt x="8093801" y="131575"/>
                  </a:lnTo>
                  <a:lnTo>
                    <a:pt x="8093946" y="131575"/>
                  </a:lnTo>
                  <a:lnTo>
                    <a:pt x="8094092" y="131575"/>
                  </a:lnTo>
                  <a:lnTo>
                    <a:pt x="8095400" y="130328"/>
                  </a:lnTo>
                  <a:lnTo>
                    <a:pt x="8095691" y="130328"/>
                  </a:lnTo>
                  <a:lnTo>
                    <a:pt x="8095837" y="130328"/>
                  </a:lnTo>
                  <a:lnTo>
                    <a:pt x="8095982" y="130328"/>
                  </a:lnTo>
                  <a:lnTo>
                    <a:pt x="8096128" y="130328"/>
                  </a:lnTo>
                  <a:lnTo>
                    <a:pt x="8096418" y="130328"/>
                  </a:lnTo>
                  <a:lnTo>
                    <a:pt x="8096709" y="129081"/>
                  </a:lnTo>
                  <a:lnTo>
                    <a:pt x="8097000" y="129081"/>
                  </a:lnTo>
                  <a:lnTo>
                    <a:pt x="8097291" y="129081"/>
                  </a:lnTo>
                  <a:lnTo>
                    <a:pt x="8097436" y="129081"/>
                  </a:lnTo>
                  <a:lnTo>
                    <a:pt x="8097582" y="128457"/>
                  </a:lnTo>
                  <a:lnTo>
                    <a:pt x="8097727" y="128457"/>
                  </a:lnTo>
                  <a:lnTo>
                    <a:pt x="8098309" y="128457"/>
                  </a:lnTo>
                  <a:lnTo>
                    <a:pt x="8098454" y="128457"/>
                  </a:lnTo>
                  <a:lnTo>
                    <a:pt x="8099036" y="128457"/>
                  </a:lnTo>
                  <a:lnTo>
                    <a:pt x="8099182" y="128457"/>
                  </a:lnTo>
                  <a:lnTo>
                    <a:pt x="8099618" y="127834"/>
                  </a:lnTo>
                  <a:lnTo>
                    <a:pt x="8099763" y="127834"/>
                  </a:lnTo>
                  <a:lnTo>
                    <a:pt x="8100200" y="127834"/>
                  </a:lnTo>
                  <a:lnTo>
                    <a:pt x="8100345" y="126587"/>
                  </a:lnTo>
                  <a:lnTo>
                    <a:pt x="8100490" y="126587"/>
                  </a:lnTo>
                  <a:lnTo>
                    <a:pt x="8100781" y="126587"/>
                  </a:lnTo>
                  <a:lnTo>
                    <a:pt x="8100927" y="126587"/>
                  </a:lnTo>
                  <a:lnTo>
                    <a:pt x="8101072" y="126587"/>
                  </a:lnTo>
                  <a:lnTo>
                    <a:pt x="8101218" y="126587"/>
                  </a:lnTo>
                  <a:lnTo>
                    <a:pt x="8101363" y="126587"/>
                  </a:lnTo>
                  <a:lnTo>
                    <a:pt x="8101654" y="126587"/>
                  </a:lnTo>
                  <a:lnTo>
                    <a:pt x="8101799" y="126587"/>
                  </a:lnTo>
                  <a:lnTo>
                    <a:pt x="8102090" y="126587"/>
                  </a:lnTo>
                  <a:lnTo>
                    <a:pt x="8102235" y="126587"/>
                  </a:lnTo>
                  <a:lnTo>
                    <a:pt x="8102526" y="126587"/>
                  </a:lnTo>
                  <a:lnTo>
                    <a:pt x="8102672" y="126587"/>
                  </a:lnTo>
                  <a:lnTo>
                    <a:pt x="8102963" y="126587"/>
                  </a:lnTo>
                  <a:lnTo>
                    <a:pt x="8103108" y="126587"/>
                  </a:lnTo>
                  <a:lnTo>
                    <a:pt x="8103399" y="125963"/>
                  </a:lnTo>
                  <a:lnTo>
                    <a:pt x="8104126" y="125963"/>
                  </a:lnTo>
                  <a:lnTo>
                    <a:pt x="8104271" y="125963"/>
                  </a:lnTo>
                  <a:lnTo>
                    <a:pt x="8104708" y="125963"/>
                  </a:lnTo>
                  <a:lnTo>
                    <a:pt x="8104999" y="125963"/>
                  </a:lnTo>
                  <a:lnTo>
                    <a:pt x="8105144" y="125963"/>
                  </a:lnTo>
                  <a:lnTo>
                    <a:pt x="8105289" y="125963"/>
                  </a:lnTo>
                  <a:lnTo>
                    <a:pt x="8106162" y="125340"/>
                  </a:lnTo>
                  <a:lnTo>
                    <a:pt x="8106307" y="125340"/>
                  </a:lnTo>
                  <a:lnTo>
                    <a:pt x="8106453" y="125340"/>
                  </a:lnTo>
                  <a:lnTo>
                    <a:pt x="8107035" y="125340"/>
                  </a:lnTo>
                  <a:lnTo>
                    <a:pt x="8107180" y="125340"/>
                  </a:lnTo>
                  <a:lnTo>
                    <a:pt x="8107471" y="124716"/>
                  </a:lnTo>
                  <a:lnTo>
                    <a:pt x="8107616" y="124716"/>
                  </a:lnTo>
                  <a:lnTo>
                    <a:pt x="8107907" y="124716"/>
                  </a:lnTo>
                  <a:lnTo>
                    <a:pt x="8108053" y="124716"/>
                  </a:lnTo>
                  <a:lnTo>
                    <a:pt x="8108198" y="124716"/>
                  </a:lnTo>
                  <a:lnTo>
                    <a:pt x="8108343" y="124716"/>
                  </a:lnTo>
                  <a:lnTo>
                    <a:pt x="8108489" y="124716"/>
                  </a:lnTo>
                  <a:lnTo>
                    <a:pt x="8108925" y="124716"/>
                  </a:lnTo>
                  <a:lnTo>
                    <a:pt x="8109361" y="124716"/>
                  </a:lnTo>
                  <a:lnTo>
                    <a:pt x="8109652" y="124716"/>
                  </a:lnTo>
                  <a:lnTo>
                    <a:pt x="8110088" y="124716"/>
                  </a:lnTo>
                  <a:lnTo>
                    <a:pt x="8110234" y="124716"/>
                  </a:lnTo>
                  <a:lnTo>
                    <a:pt x="8110525" y="124716"/>
                  </a:lnTo>
                  <a:lnTo>
                    <a:pt x="8111252" y="124716"/>
                  </a:lnTo>
                  <a:lnTo>
                    <a:pt x="8111543" y="124716"/>
                  </a:lnTo>
                  <a:lnTo>
                    <a:pt x="8111979" y="124716"/>
                  </a:lnTo>
                  <a:lnTo>
                    <a:pt x="8112124" y="124716"/>
                  </a:lnTo>
                  <a:lnTo>
                    <a:pt x="8112706" y="124716"/>
                  </a:lnTo>
                  <a:lnTo>
                    <a:pt x="8112852" y="124716"/>
                  </a:lnTo>
                  <a:lnTo>
                    <a:pt x="8113288" y="124716"/>
                  </a:lnTo>
                  <a:lnTo>
                    <a:pt x="8113433" y="124716"/>
                  </a:lnTo>
                  <a:lnTo>
                    <a:pt x="8113724" y="124092"/>
                  </a:lnTo>
                  <a:lnTo>
                    <a:pt x="8114306" y="124092"/>
                  </a:lnTo>
                  <a:lnTo>
                    <a:pt x="8114451" y="124092"/>
                  </a:lnTo>
                  <a:lnTo>
                    <a:pt x="8114742" y="123469"/>
                  </a:lnTo>
                  <a:lnTo>
                    <a:pt x="8115178" y="123469"/>
                  </a:lnTo>
                  <a:lnTo>
                    <a:pt x="8115324" y="123469"/>
                  </a:lnTo>
                  <a:lnTo>
                    <a:pt x="8115615" y="123469"/>
                  </a:lnTo>
                  <a:lnTo>
                    <a:pt x="8116342" y="123469"/>
                  </a:lnTo>
                  <a:lnTo>
                    <a:pt x="8116633" y="123469"/>
                  </a:lnTo>
                  <a:lnTo>
                    <a:pt x="8116923" y="123469"/>
                  </a:lnTo>
                  <a:lnTo>
                    <a:pt x="8117069" y="122222"/>
                  </a:lnTo>
                  <a:lnTo>
                    <a:pt x="8117360" y="122222"/>
                  </a:lnTo>
                  <a:lnTo>
                    <a:pt x="8118087" y="122222"/>
                  </a:lnTo>
                  <a:lnTo>
                    <a:pt x="8118232" y="122222"/>
                  </a:lnTo>
                  <a:lnTo>
                    <a:pt x="8118378" y="122222"/>
                  </a:lnTo>
                  <a:lnTo>
                    <a:pt x="8118523" y="122222"/>
                  </a:lnTo>
                  <a:lnTo>
                    <a:pt x="8118814" y="122222"/>
                  </a:lnTo>
                  <a:lnTo>
                    <a:pt x="8119250" y="122222"/>
                  </a:lnTo>
                  <a:lnTo>
                    <a:pt x="8119687" y="122222"/>
                  </a:lnTo>
                  <a:lnTo>
                    <a:pt x="8119832" y="122222"/>
                  </a:lnTo>
                  <a:lnTo>
                    <a:pt x="8119977" y="122222"/>
                  </a:lnTo>
                  <a:lnTo>
                    <a:pt x="8120123" y="122222"/>
                  </a:lnTo>
                  <a:lnTo>
                    <a:pt x="8120268" y="122222"/>
                  </a:lnTo>
                  <a:lnTo>
                    <a:pt x="8120559" y="122222"/>
                  </a:lnTo>
                  <a:lnTo>
                    <a:pt x="8121141" y="121598"/>
                  </a:lnTo>
                  <a:lnTo>
                    <a:pt x="8121577" y="121598"/>
                  </a:lnTo>
                  <a:lnTo>
                    <a:pt x="8121723" y="121598"/>
                  </a:lnTo>
                  <a:lnTo>
                    <a:pt x="8122013" y="121598"/>
                  </a:lnTo>
                  <a:lnTo>
                    <a:pt x="8122159" y="121598"/>
                  </a:lnTo>
                  <a:lnTo>
                    <a:pt x="8122304" y="121598"/>
                  </a:lnTo>
                  <a:lnTo>
                    <a:pt x="8122595" y="121598"/>
                  </a:lnTo>
                  <a:lnTo>
                    <a:pt x="8123031" y="121598"/>
                  </a:lnTo>
                  <a:lnTo>
                    <a:pt x="8123177" y="121598"/>
                  </a:lnTo>
                  <a:lnTo>
                    <a:pt x="8123322" y="121598"/>
                  </a:lnTo>
                  <a:lnTo>
                    <a:pt x="8123613" y="121598"/>
                  </a:lnTo>
                  <a:lnTo>
                    <a:pt x="8123904" y="121598"/>
                  </a:lnTo>
                  <a:lnTo>
                    <a:pt x="8124049" y="121598"/>
                  </a:lnTo>
                  <a:lnTo>
                    <a:pt x="8124486" y="121598"/>
                  </a:lnTo>
                  <a:lnTo>
                    <a:pt x="8124776" y="121598"/>
                  </a:lnTo>
                  <a:lnTo>
                    <a:pt x="8125213" y="121598"/>
                  </a:lnTo>
                  <a:lnTo>
                    <a:pt x="8125504" y="121598"/>
                  </a:lnTo>
                  <a:lnTo>
                    <a:pt x="8125649" y="121598"/>
                  </a:lnTo>
                  <a:lnTo>
                    <a:pt x="8125940" y="121598"/>
                  </a:lnTo>
                  <a:lnTo>
                    <a:pt x="8125940" y="120974"/>
                  </a:lnTo>
                  <a:lnTo>
                    <a:pt x="8126085" y="120974"/>
                  </a:lnTo>
                  <a:lnTo>
                    <a:pt x="8126231" y="120974"/>
                  </a:lnTo>
                  <a:lnTo>
                    <a:pt x="8126376" y="120974"/>
                  </a:lnTo>
                  <a:lnTo>
                    <a:pt x="8126522" y="120974"/>
                  </a:lnTo>
                  <a:lnTo>
                    <a:pt x="8126667" y="120974"/>
                  </a:lnTo>
                  <a:lnTo>
                    <a:pt x="8126812" y="120974"/>
                  </a:lnTo>
                  <a:lnTo>
                    <a:pt x="8126958" y="120974"/>
                  </a:lnTo>
                  <a:lnTo>
                    <a:pt x="8127249" y="120351"/>
                  </a:lnTo>
                  <a:lnTo>
                    <a:pt x="8127394" y="120351"/>
                  </a:lnTo>
                  <a:lnTo>
                    <a:pt x="8127540" y="120351"/>
                  </a:lnTo>
                  <a:lnTo>
                    <a:pt x="8127685" y="119727"/>
                  </a:lnTo>
                  <a:lnTo>
                    <a:pt x="8128412" y="119727"/>
                  </a:lnTo>
                  <a:lnTo>
                    <a:pt x="8128848" y="119727"/>
                  </a:lnTo>
                  <a:lnTo>
                    <a:pt x="8128848" y="119104"/>
                  </a:lnTo>
                  <a:lnTo>
                    <a:pt x="8128994" y="119104"/>
                  </a:lnTo>
                  <a:lnTo>
                    <a:pt x="8129139" y="119104"/>
                  </a:lnTo>
                  <a:lnTo>
                    <a:pt x="8129285" y="119104"/>
                  </a:lnTo>
                  <a:lnTo>
                    <a:pt x="8129430" y="119104"/>
                  </a:lnTo>
                  <a:lnTo>
                    <a:pt x="8129575" y="119104"/>
                  </a:lnTo>
                  <a:lnTo>
                    <a:pt x="8129721" y="119104"/>
                  </a:lnTo>
                  <a:lnTo>
                    <a:pt x="8130012" y="119104"/>
                  </a:lnTo>
                  <a:lnTo>
                    <a:pt x="8130448" y="119104"/>
                  </a:lnTo>
                  <a:lnTo>
                    <a:pt x="8130739" y="119104"/>
                  </a:lnTo>
                  <a:lnTo>
                    <a:pt x="8131175" y="118480"/>
                  </a:lnTo>
                  <a:lnTo>
                    <a:pt x="8131466" y="118480"/>
                  </a:lnTo>
                  <a:lnTo>
                    <a:pt x="8131902" y="118480"/>
                  </a:lnTo>
                  <a:lnTo>
                    <a:pt x="8132048" y="118480"/>
                  </a:lnTo>
                  <a:lnTo>
                    <a:pt x="8132193" y="118480"/>
                  </a:lnTo>
                  <a:lnTo>
                    <a:pt x="8132339" y="118480"/>
                  </a:lnTo>
                  <a:lnTo>
                    <a:pt x="8132484" y="118480"/>
                  </a:lnTo>
                  <a:lnTo>
                    <a:pt x="8132629" y="118480"/>
                  </a:lnTo>
                  <a:lnTo>
                    <a:pt x="8132775" y="118480"/>
                  </a:lnTo>
                  <a:lnTo>
                    <a:pt x="8132920" y="118480"/>
                  </a:lnTo>
                  <a:lnTo>
                    <a:pt x="8133211" y="118480"/>
                  </a:lnTo>
                  <a:lnTo>
                    <a:pt x="8133502" y="118480"/>
                  </a:lnTo>
                  <a:lnTo>
                    <a:pt x="8133647" y="118480"/>
                  </a:lnTo>
                  <a:lnTo>
                    <a:pt x="8133938" y="118480"/>
                  </a:lnTo>
                  <a:lnTo>
                    <a:pt x="8134229" y="118480"/>
                  </a:lnTo>
                  <a:lnTo>
                    <a:pt x="8134375" y="118480"/>
                  </a:lnTo>
                  <a:lnTo>
                    <a:pt x="8134665" y="118480"/>
                  </a:lnTo>
                  <a:lnTo>
                    <a:pt x="8134811" y="118480"/>
                  </a:lnTo>
                  <a:lnTo>
                    <a:pt x="8134956" y="118480"/>
                  </a:lnTo>
                  <a:lnTo>
                    <a:pt x="8135102" y="118480"/>
                  </a:lnTo>
                  <a:lnTo>
                    <a:pt x="8135247" y="118480"/>
                  </a:lnTo>
                  <a:lnTo>
                    <a:pt x="8135538" y="118480"/>
                  </a:lnTo>
                  <a:lnTo>
                    <a:pt x="8136120" y="118480"/>
                  </a:lnTo>
                  <a:lnTo>
                    <a:pt x="8136120" y="117857"/>
                  </a:lnTo>
                  <a:lnTo>
                    <a:pt x="8136410" y="117857"/>
                  </a:lnTo>
                  <a:lnTo>
                    <a:pt x="8136556" y="117857"/>
                  </a:lnTo>
                  <a:lnTo>
                    <a:pt x="8137138" y="117857"/>
                  </a:lnTo>
                  <a:lnTo>
                    <a:pt x="8137428" y="117857"/>
                  </a:lnTo>
                  <a:lnTo>
                    <a:pt x="8137574" y="117857"/>
                  </a:lnTo>
                  <a:lnTo>
                    <a:pt x="8138156" y="117857"/>
                  </a:lnTo>
                  <a:lnTo>
                    <a:pt x="8138446" y="117857"/>
                  </a:lnTo>
                  <a:lnTo>
                    <a:pt x="8139028" y="117857"/>
                  </a:lnTo>
                  <a:lnTo>
                    <a:pt x="8139319" y="117857"/>
                  </a:lnTo>
                  <a:lnTo>
                    <a:pt x="8143391" y="115986"/>
                  </a:lnTo>
                  <a:lnTo>
                    <a:pt x="8143536" y="115986"/>
                  </a:lnTo>
                  <a:lnTo>
                    <a:pt x="8143827" y="115986"/>
                  </a:lnTo>
                  <a:lnTo>
                    <a:pt x="8143973" y="115986"/>
                  </a:lnTo>
                  <a:lnTo>
                    <a:pt x="8144118" y="115986"/>
                  </a:lnTo>
                  <a:lnTo>
                    <a:pt x="8144700" y="115986"/>
                  </a:lnTo>
                  <a:lnTo>
                    <a:pt x="8144991" y="115986"/>
                  </a:lnTo>
                  <a:lnTo>
                    <a:pt x="8145136" y="115986"/>
                  </a:lnTo>
                  <a:lnTo>
                    <a:pt x="8145281" y="115986"/>
                  </a:lnTo>
                  <a:lnTo>
                    <a:pt x="8145427" y="115986"/>
                  </a:lnTo>
                  <a:lnTo>
                    <a:pt x="8145572" y="115986"/>
                  </a:lnTo>
                  <a:lnTo>
                    <a:pt x="8145718" y="115986"/>
                  </a:lnTo>
                  <a:lnTo>
                    <a:pt x="8145863" y="115986"/>
                  </a:lnTo>
                  <a:lnTo>
                    <a:pt x="8146009" y="115986"/>
                  </a:lnTo>
                  <a:lnTo>
                    <a:pt x="8146299" y="115986"/>
                  </a:lnTo>
                  <a:lnTo>
                    <a:pt x="8146445" y="115362"/>
                  </a:lnTo>
                  <a:lnTo>
                    <a:pt x="8146736" y="115362"/>
                  </a:lnTo>
                  <a:lnTo>
                    <a:pt x="8147027" y="115362"/>
                  </a:lnTo>
                  <a:lnTo>
                    <a:pt x="8147172" y="115362"/>
                  </a:lnTo>
                  <a:lnTo>
                    <a:pt x="8147317" y="115362"/>
                  </a:lnTo>
                  <a:lnTo>
                    <a:pt x="8147754" y="115362"/>
                  </a:lnTo>
                  <a:lnTo>
                    <a:pt x="8147754" y="114739"/>
                  </a:lnTo>
                  <a:lnTo>
                    <a:pt x="8147754" y="114115"/>
                  </a:lnTo>
                  <a:lnTo>
                    <a:pt x="8147899" y="114115"/>
                  </a:lnTo>
                  <a:lnTo>
                    <a:pt x="8148045" y="114115"/>
                  </a:lnTo>
                  <a:lnTo>
                    <a:pt x="8148190" y="114115"/>
                  </a:lnTo>
                  <a:lnTo>
                    <a:pt x="8148481" y="114115"/>
                  </a:lnTo>
                  <a:lnTo>
                    <a:pt x="8149063" y="114115"/>
                  </a:lnTo>
                  <a:lnTo>
                    <a:pt x="8149208" y="114115"/>
                  </a:lnTo>
                  <a:lnTo>
                    <a:pt x="8149208" y="113491"/>
                  </a:lnTo>
                  <a:lnTo>
                    <a:pt x="8149499" y="113491"/>
                  </a:lnTo>
                  <a:lnTo>
                    <a:pt x="8149644" y="113491"/>
                  </a:lnTo>
                  <a:lnTo>
                    <a:pt x="8150080" y="113491"/>
                  </a:lnTo>
                  <a:lnTo>
                    <a:pt x="8150226" y="113491"/>
                  </a:lnTo>
                  <a:lnTo>
                    <a:pt x="8150517" y="113491"/>
                  </a:lnTo>
                  <a:lnTo>
                    <a:pt x="8150808" y="113491"/>
                  </a:lnTo>
                  <a:lnTo>
                    <a:pt x="8151098" y="113491"/>
                  </a:lnTo>
                  <a:lnTo>
                    <a:pt x="8151244" y="112868"/>
                  </a:lnTo>
                  <a:lnTo>
                    <a:pt x="8151535" y="112244"/>
                  </a:lnTo>
                  <a:lnTo>
                    <a:pt x="8151826" y="112244"/>
                  </a:lnTo>
                  <a:lnTo>
                    <a:pt x="8151971" y="112244"/>
                  </a:lnTo>
                  <a:lnTo>
                    <a:pt x="8152407" y="111621"/>
                  </a:lnTo>
                  <a:lnTo>
                    <a:pt x="8152698" y="111621"/>
                  </a:lnTo>
                  <a:lnTo>
                    <a:pt x="8153280" y="111621"/>
                  </a:lnTo>
                  <a:lnTo>
                    <a:pt x="8153571" y="111621"/>
                  </a:lnTo>
                  <a:lnTo>
                    <a:pt x="8153571" y="110997"/>
                  </a:lnTo>
                  <a:lnTo>
                    <a:pt x="8153716" y="110997"/>
                  </a:lnTo>
                  <a:lnTo>
                    <a:pt x="8154007" y="110997"/>
                  </a:lnTo>
                  <a:lnTo>
                    <a:pt x="8154152" y="110997"/>
                  </a:lnTo>
                  <a:lnTo>
                    <a:pt x="8154298" y="110997"/>
                  </a:lnTo>
                  <a:lnTo>
                    <a:pt x="8154589" y="109750"/>
                  </a:lnTo>
                  <a:lnTo>
                    <a:pt x="8154734" y="109750"/>
                  </a:lnTo>
                  <a:lnTo>
                    <a:pt x="8154880" y="109750"/>
                  </a:lnTo>
                  <a:lnTo>
                    <a:pt x="8155025" y="109750"/>
                  </a:lnTo>
                  <a:lnTo>
                    <a:pt x="8155170" y="109750"/>
                  </a:lnTo>
                  <a:lnTo>
                    <a:pt x="8155316" y="109750"/>
                  </a:lnTo>
                  <a:lnTo>
                    <a:pt x="8155461" y="109750"/>
                  </a:lnTo>
                  <a:lnTo>
                    <a:pt x="8155607" y="109750"/>
                  </a:lnTo>
                  <a:lnTo>
                    <a:pt x="8155752" y="109750"/>
                  </a:lnTo>
                  <a:lnTo>
                    <a:pt x="8155898" y="109750"/>
                  </a:lnTo>
                  <a:lnTo>
                    <a:pt x="8156188" y="109750"/>
                  </a:lnTo>
                  <a:lnTo>
                    <a:pt x="8156479" y="109750"/>
                  </a:lnTo>
                  <a:lnTo>
                    <a:pt x="8156479" y="109126"/>
                  </a:lnTo>
                  <a:lnTo>
                    <a:pt x="8156770" y="109126"/>
                  </a:lnTo>
                  <a:lnTo>
                    <a:pt x="8156915" y="109126"/>
                  </a:lnTo>
                  <a:lnTo>
                    <a:pt x="8157061" y="109126"/>
                  </a:lnTo>
                  <a:lnTo>
                    <a:pt x="8157206" y="109126"/>
                  </a:lnTo>
                  <a:lnTo>
                    <a:pt x="8157643" y="109126"/>
                  </a:lnTo>
                  <a:lnTo>
                    <a:pt x="8157933" y="109126"/>
                  </a:lnTo>
                  <a:lnTo>
                    <a:pt x="8157933" y="108503"/>
                  </a:lnTo>
                  <a:lnTo>
                    <a:pt x="8158370" y="108503"/>
                  </a:lnTo>
                  <a:lnTo>
                    <a:pt x="8158661" y="108503"/>
                  </a:lnTo>
                  <a:lnTo>
                    <a:pt x="8158806" y="108503"/>
                  </a:lnTo>
                  <a:lnTo>
                    <a:pt x="8158951" y="108503"/>
                  </a:lnTo>
                  <a:lnTo>
                    <a:pt x="8159242" y="108503"/>
                  </a:lnTo>
                  <a:lnTo>
                    <a:pt x="8159388" y="108503"/>
                  </a:lnTo>
                  <a:lnTo>
                    <a:pt x="8159533" y="108503"/>
                  </a:lnTo>
                  <a:lnTo>
                    <a:pt x="8159824" y="108503"/>
                  </a:lnTo>
                  <a:lnTo>
                    <a:pt x="8159969" y="108503"/>
                  </a:lnTo>
                  <a:lnTo>
                    <a:pt x="8160115" y="108503"/>
                  </a:lnTo>
                  <a:lnTo>
                    <a:pt x="8160260" y="108503"/>
                  </a:lnTo>
                  <a:lnTo>
                    <a:pt x="8160551" y="108503"/>
                  </a:lnTo>
                  <a:lnTo>
                    <a:pt x="8160987" y="108503"/>
                  </a:lnTo>
                  <a:lnTo>
                    <a:pt x="8161133" y="108503"/>
                  </a:lnTo>
                  <a:lnTo>
                    <a:pt x="8161278" y="108503"/>
                  </a:lnTo>
                  <a:lnTo>
                    <a:pt x="8161424" y="107256"/>
                  </a:lnTo>
                  <a:lnTo>
                    <a:pt x="8161569" y="107256"/>
                  </a:lnTo>
                  <a:lnTo>
                    <a:pt x="8161860" y="107256"/>
                  </a:lnTo>
                  <a:lnTo>
                    <a:pt x="8162151" y="107256"/>
                  </a:lnTo>
                  <a:lnTo>
                    <a:pt x="8162878" y="107256"/>
                  </a:lnTo>
                  <a:lnTo>
                    <a:pt x="8163023" y="107256"/>
                  </a:lnTo>
                  <a:lnTo>
                    <a:pt x="8163460" y="107256"/>
                  </a:lnTo>
                  <a:lnTo>
                    <a:pt x="8163750" y="107256"/>
                  </a:lnTo>
                  <a:lnTo>
                    <a:pt x="8164041" y="107256"/>
                  </a:lnTo>
                  <a:lnTo>
                    <a:pt x="8164187" y="107256"/>
                  </a:lnTo>
                  <a:lnTo>
                    <a:pt x="8164332" y="107256"/>
                  </a:lnTo>
                  <a:lnTo>
                    <a:pt x="8164478" y="107256"/>
                  </a:lnTo>
                  <a:lnTo>
                    <a:pt x="8164623" y="107256"/>
                  </a:lnTo>
                  <a:lnTo>
                    <a:pt x="8164768" y="107256"/>
                  </a:lnTo>
                  <a:lnTo>
                    <a:pt x="8164914" y="107256"/>
                  </a:lnTo>
                  <a:lnTo>
                    <a:pt x="8165205" y="106632"/>
                  </a:lnTo>
                  <a:lnTo>
                    <a:pt x="8165350" y="106632"/>
                  </a:lnTo>
                  <a:lnTo>
                    <a:pt x="8165350" y="106008"/>
                  </a:lnTo>
                  <a:lnTo>
                    <a:pt x="8165641" y="106008"/>
                  </a:lnTo>
                  <a:lnTo>
                    <a:pt x="8165786" y="106008"/>
                  </a:lnTo>
                  <a:lnTo>
                    <a:pt x="8166077" y="106008"/>
                  </a:lnTo>
                  <a:lnTo>
                    <a:pt x="8166223" y="105385"/>
                  </a:lnTo>
                  <a:lnTo>
                    <a:pt x="8166950" y="105385"/>
                  </a:lnTo>
                  <a:lnTo>
                    <a:pt x="8167095" y="105385"/>
                  </a:lnTo>
                  <a:lnTo>
                    <a:pt x="8167241" y="105385"/>
                  </a:lnTo>
                  <a:lnTo>
                    <a:pt x="8167386" y="105385"/>
                  </a:lnTo>
                  <a:lnTo>
                    <a:pt x="8167968" y="104761"/>
                  </a:lnTo>
                  <a:lnTo>
                    <a:pt x="8168259" y="104761"/>
                  </a:lnTo>
                  <a:lnTo>
                    <a:pt x="8168404" y="104761"/>
                  </a:lnTo>
                  <a:lnTo>
                    <a:pt x="8168695" y="104761"/>
                  </a:lnTo>
                  <a:lnTo>
                    <a:pt x="8169131" y="104761"/>
                  </a:lnTo>
                  <a:lnTo>
                    <a:pt x="8169713" y="104761"/>
                  </a:lnTo>
                  <a:lnTo>
                    <a:pt x="8170004" y="104761"/>
                  </a:lnTo>
                  <a:lnTo>
                    <a:pt x="8170149" y="104761"/>
                  </a:lnTo>
                  <a:lnTo>
                    <a:pt x="8170440" y="104761"/>
                  </a:lnTo>
                  <a:lnTo>
                    <a:pt x="8170585" y="104761"/>
                  </a:lnTo>
                  <a:lnTo>
                    <a:pt x="8170876" y="104761"/>
                  </a:lnTo>
                  <a:lnTo>
                    <a:pt x="8171022" y="104761"/>
                  </a:lnTo>
                  <a:lnTo>
                    <a:pt x="8172040" y="104761"/>
                  </a:lnTo>
                  <a:lnTo>
                    <a:pt x="8172331" y="104761"/>
                  </a:lnTo>
                  <a:lnTo>
                    <a:pt x="8172767" y="104761"/>
                  </a:lnTo>
                  <a:lnTo>
                    <a:pt x="8172912" y="104761"/>
                  </a:lnTo>
                  <a:lnTo>
                    <a:pt x="8173203" y="104138"/>
                  </a:lnTo>
                  <a:lnTo>
                    <a:pt x="8173203" y="103514"/>
                  </a:lnTo>
                  <a:lnTo>
                    <a:pt x="8173349" y="102267"/>
                  </a:lnTo>
                  <a:lnTo>
                    <a:pt x="8173930" y="102267"/>
                  </a:lnTo>
                  <a:lnTo>
                    <a:pt x="8174076" y="102267"/>
                  </a:lnTo>
                  <a:lnTo>
                    <a:pt x="8174512" y="101643"/>
                  </a:lnTo>
                  <a:lnTo>
                    <a:pt x="8174657" y="101643"/>
                  </a:lnTo>
                  <a:lnTo>
                    <a:pt x="8174803" y="101643"/>
                  </a:lnTo>
                  <a:lnTo>
                    <a:pt x="8174948" y="101643"/>
                  </a:lnTo>
                  <a:lnTo>
                    <a:pt x="8175094" y="101643"/>
                  </a:lnTo>
                  <a:lnTo>
                    <a:pt x="8175239" y="101643"/>
                  </a:lnTo>
                  <a:lnTo>
                    <a:pt x="8175239" y="101020"/>
                  </a:lnTo>
                  <a:lnTo>
                    <a:pt x="8175530" y="101020"/>
                  </a:lnTo>
                  <a:lnTo>
                    <a:pt x="8175675" y="100396"/>
                  </a:lnTo>
                  <a:lnTo>
                    <a:pt x="8176112" y="100396"/>
                  </a:lnTo>
                  <a:lnTo>
                    <a:pt x="8176257" y="100396"/>
                  </a:lnTo>
                  <a:lnTo>
                    <a:pt x="8176402" y="100396"/>
                  </a:lnTo>
                  <a:lnTo>
                    <a:pt x="8176693" y="100396"/>
                  </a:lnTo>
                  <a:lnTo>
                    <a:pt x="8176839" y="100396"/>
                  </a:lnTo>
                  <a:lnTo>
                    <a:pt x="8177420" y="100396"/>
                  </a:lnTo>
                  <a:lnTo>
                    <a:pt x="8177566" y="100396"/>
                  </a:lnTo>
                  <a:lnTo>
                    <a:pt x="8177711" y="99773"/>
                  </a:lnTo>
                  <a:lnTo>
                    <a:pt x="8177857" y="99773"/>
                  </a:lnTo>
                  <a:lnTo>
                    <a:pt x="8178002" y="99149"/>
                  </a:lnTo>
                  <a:lnTo>
                    <a:pt x="8178293" y="99149"/>
                  </a:lnTo>
                  <a:lnTo>
                    <a:pt x="8178438" y="99149"/>
                  </a:lnTo>
                  <a:lnTo>
                    <a:pt x="8178729" y="99149"/>
                  </a:lnTo>
                  <a:lnTo>
                    <a:pt x="8178875" y="99149"/>
                  </a:lnTo>
                  <a:lnTo>
                    <a:pt x="8179166" y="99149"/>
                  </a:lnTo>
                  <a:lnTo>
                    <a:pt x="8179311" y="99149"/>
                  </a:lnTo>
                  <a:lnTo>
                    <a:pt x="8179456" y="98526"/>
                  </a:lnTo>
                  <a:lnTo>
                    <a:pt x="8179602" y="98526"/>
                  </a:lnTo>
                  <a:lnTo>
                    <a:pt x="8179893" y="98526"/>
                  </a:lnTo>
                  <a:lnTo>
                    <a:pt x="8180329" y="97902"/>
                  </a:lnTo>
                  <a:lnTo>
                    <a:pt x="8180765" y="97902"/>
                  </a:lnTo>
                  <a:lnTo>
                    <a:pt x="8180911" y="97902"/>
                  </a:lnTo>
                  <a:lnTo>
                    <a:pt x="8181056" y="97902"/>
                  </a:lnTo>
                  <a:lnTo>
                    <a:pt x="8181492" y="97902"/>
                  </a:lnTo>
                  <a:lnTo>
                    <a:pt x="8181638" y="97902"/>
                  </a:lnTo>
                  <a:lnTo>
                    <a:pt x="8181929" y="97902"/>
                  </a:lnTo>
                  <a:lnTo>
                    <a:pt x="8182656" y="97902"/>
                  </a:lnTo>
                  <a:lnTo>
                    <a:pt x="8182947" y="97902"/>
                  </a:lnTo>
                  <a:lnTo>
                    <a:pt x="8182947" y="97278"/>
                  </a:lnTo>
                  <a:lnTo>
                    <a:pt x="8183092" y="97278"/>
                  </a:lnTo>
                  <a:lnTo>
                    <a:pt x="8183674" y="97278"/>
                  </a:lnTo>
                  <a:lnTo>
                    <a:pt x="8184401" y="97278"/>
                  </a:lnTo>
                  <a:lnTo>
                    <a:pt x="8184692" y="97278"/>
                  </a:lnTo>
                  <a:lnTo>
                    <a:pt x="8184983" y="97278"/>
                  </a:lnTo>
                  <a:lnTo>
                    <a:pt x="8185128" y="97278"/>
                  </a:lnTo>
                  <a:lnTo>
                    <a:pt x="8185419" y="97278"/>
                  </a:lnTo>
                  <a:lnTo>
                    <a:pt x="8185710" y="97278"/>
                  </a:lnTo>
                  <a:lnTo>
                    <a:pt x="8185855" y="97278"/>
                  </a:lnTo>
                  <a:lnTo>
                    <a:pt x="8186291" y="97278"/>
                  </a:lnTo>
                  <a:lnTo>
                    <a:pt x="8186437" y="97278"/>
                  </a:lnTo>
                  <a:lnTo>
                    <a:pt x="8186728" y="97278"/>
                  </a:lnTo>
                  <a:lnTo>
                    <a:pt x="8186873" y="97278"/>
                  </a:lnTo>
                  <a:lnTo>
                    <a:pt x="8187309" y="97278"/>
                  </a:lnTo>
                  <a:lnTo>
                    <a:pt x="8187600" y="97278"/>
                  </a:lnTo>
                  <a:lnTo>
                    <a:pt x="8187746" y="96655"/>
                  </a:lnTo>
                  <a:lnTo>
                    <a:pt x="8187891" y="96655"/>
                  </a:lnTo>
                  <a:lnTo>
                    <a:pt x="8188037" y="96655"/>
                  </a:lnTo>
                  <a:lnTo>
                    <a:pt x="8188182" y="96655"/>
                  </a:lnTo>
                  <a:lnTo>
                    <a:pt x="8188327" y="96655"/>
                  </a:lnTo>
                  <a:lnTo>
                    <a:pt x="8188473" y="96655"/>
                  </a:lnTo>
                  <a:lnTo>
                    <a:pt x="8188618" y="96655"/>
                  </a:lnTo>
                  <a:lnTo>
                    <a:pt x="8189200" y="96031"/>
                  </a:lnTo>
                  <a:lnTo>
                    <a:pt x="8189491" y="96031"/>
                  </a:lnTo>
                  <a:lnTo>
                    <a:pt x="8189927" y="96031"/>
                  </a:lnTo>
                  <a:lnTo>
                    <a:pt x="8190072" y="96031"/>
                  </a:lnTo>
                  <a:lnTo>
                    <a:pt x="8190363" y="96031"/>
                  </a:lnTo>
                  <a:lnTo>
                    <a:pt x="8190509" y="96031"/>
                  </a:lnTo>
                  <a:lnTo>
                    <a:pt x="8190654" y="96031"/>
                  </a:lnTo>
                  <a:lnTo>
                    <a:pt x="8190800" y="96031"/>
                  </a:lnTo>
                  <a:lnTo>
                    <a:pt x="8191090" y="96031"/>
                  </a:lnTo>
                  <a:lnTo>
                    <a:pt x="8191381" y="96031"/>
                  </a:lnTo>
                  <a:lnTo>
                    <a:pt x="8191527" y="95408"/>
                  </a:lnTo>
                  <a:lnTo>
                    <a:pt x="8191818" y="95408"/>
                  </a:lnTo>
                  <a:lnTo>
                    <a:pt x="8192108" y="95408"/>
                  </a:lnTo>
                  <a:lnTo>
                    <a:pt x="8192254" y="95408"/>
                  </a:lnTo>
                  <a:lnTo>
                    <a:pt x="8192399" y="95408"/>
                  </a:lnTo>
                  <a:lnTo>
                    <a:pt x="8192545" y="95408"/>
                  </a:lnTo>
                  <a:lnTo>
                    <a:pt x="8192690" y="95408"/>
                  </a:lnTo>
                  <a:lnTo>
                    <a:pt x="8192836" y="95408"/>
                  </a:lnTo>
                  <a:lnTo>
                    <a:pt x="8193272" y="95408"/>
                  </a:lnTo>
                  <a:lnTo>
                    <a:pt x="8193417" y="95408"/>
                  </a:lnTo>
                  <a:lnTo>
                    <a:pt x="8193563" y="95408"/>
                  </a:lnTo>
                  <a:lnTo>
                    <a:pt x="8193854" y="95408"/>
                  </a:lnTo>
                  <a:lnTo>
                    <a:pt x="8193999" y="95408"/>
                  </a:lnTo>
                  <a:lnTo>
                    <a:pt x="8194144" y="95408"/>
                  </a:lnTo>
                  <a:lnTo>
                    <a:pt x="8194872" y="94784"/>
                  </a:lnTo>
                  <a:lnTo>
                    <a:pt x="8195017" y="94784"/>
                  </a:lnTo>
                  <a:lnTo>
                    <a:pt x="8195308" y="94784"/>
                  </a:lnTo>
                  <a:lnTo>
                    <a:pt x="8195744" y="94784"/>
                  </a:lnTo>
                  <a:lnTo>
                    <a:pt x="8196035" y="94784"/>
                  </a:lnTo>
                  <a:lnTo>
                    <a:pt x="8196180" y="94784"/>
                  </a:lnTo>
                  <a:lnTo>
                    <a:pt x="8196617" y="94784"/>
                  </a:lnTo>
                  <a:lnTo>
                    <a:pt x="8196907" y="94784"/>
                  </a:lnTo>
                  <a:lnTo>
                    <a:pt x="8197053" y="94784"/>
                  </a:lnTo>
                  <a:lnTo>
                    <a:pt x="8197198" y="94784"/>
                  </a:lnTo>
                  <a:lnTo>
                    <a:pt x="8197344" y="94784"/>
                  </a:lnTo>
                  <a:lnTo>
                    <a:pt x="8197344" y="94160"/>
                  </a:lnTo>
                  <a:lnTo>
                    <a:pt x="8197489" y="94160"/>
                  </a:lnTo>
                  <a:lnTo>
                    <a:pt x="8197635" y="94160"/>
                  </a:lnTo>
                  <a:lnTo>
                    <a:pt x="8197635" y="93537"/>
                  </a:lnTo>
                  <a:lnTo>
                    <a:pt x="8197780" y="93537"/>
                  </a:lnTo>
                  <a:lnTo>
                    <a:pt x="8197925" y="93537"/>
                  </a:lnTo>
                  <a:lnTo>
                    <a:pt x="8197925" y="92913"/>
                  </a:lnTo>
                  <a:lnTo>
                    <a:pt x="8198071" y="92913"/>
                  </a:lnTo>
                  <a:lnTo>
                    <a:pt x="8198507" y="92913"/>
                  </a:lnTo>
                  <a:lnTo>
                    <a:pt x="8198653" y="92913"/>
                  </a:lnTo>
                  <a:lnTo>
                    <a:pt x="8198943" y="92913"/>
                  </a:lnTo>
                  <a:lnTo>
                    <a:pt x="8199089" y="92913"/>
                  </a:lnTo>
                  <a:lnTo>
                    <a:pt x="8199380" y="92913"/>
                  </a:lnTo>
                  <a:lnTo>
                    <a:pt x="8199816" y="92913"/>
                  </a:lnTo>
                  <a:lnTo>
                    <a:pt x="8200107" y="92913"/>
                  </a:lnTo>
                  <a:lnTo>
                    <a:pt x="8200252" y="92913"/>
                  </a:lnTo>
                  <a:lnTo>
                    <a:pt x="8200398" y="92913"/>
                  </a:lnTo>
                  <a:lnTo>
                    <a:pt x="8201125" y="92913"/>
                  </a:lnTo>
                  <a:lnTo>
                    <a:pt x="8201270" y="92913"/>
                  </a:lnTo>
                  <a:lnTo>
                    <a:pt x="8201416" y="92913"/>
                  </a:lnTo>
                  <a:lnTo>
                    <a:pt x="8201561" y="92913"/>
                  </a:lnTo>
                  <a:lnTo>
                    <a:pt x="8201707" y="92913"/>
                  </a:lnTo>
                  <a:lnTo>
                    <a:pt x="8201997" y="92913"/>
                  </a:lnTo>
                  <a:lnTo>
                    <a:pt x="8202143" y="92913"/>
                  </a:lnTo>
                  <a:lnTo>
                    <a:pt x="8202288" y="92913"/>
                  </a:lnTo>
                  <a:lnTo>
                    <a:pt x="8202434" y="92913"/>
                  </a:lnTo>
                  <a:lnTo>
                    <a:pt x="8202579" y="92913"/>
                  </a:lnTo>
                  <a:lnTo>
                    <a:pt x="8203161" y="92913"/>
                  </a:lnTo>
                  <a:lnTo>
                    <a:pt x="8203597" y="92913"/>
                  </a:lnTo>
                  <a:lnTo>
                    <a:pt x="8203742" y="92913"/>
                  </a:lnTo>
                  <a:lnTo>
                    <a:pt x="8204033" y="92913"/>
                  </a:lnTo>
                  <a:lnTo>
                    <a:pt x="8204179" y="92913"/>
                  </a:lnTo>
                  <a:lnTo>
                    <a:pt x="8204760" y="92913"/>
                  </a:lnTo>
                  <a:lnTo>
                    <a:pt x="8204760" y="92290"/>
                  </a:lnTo>
                  <a:lnTo>
                    <a:pt x="8205197" y="92290"/>
                  </a:lnTo>
                  <a:lnTo>
                    <a:pt x="8205342" y="92290"/>
                  </a:lnTo>
                  <a:lnTo>
                    <a:pt x="8205778" y="92290"/>
                  </a:lnTo>
                  <a:lnTo>
                    <a:pt x="8206360" y="92290"/>
                  </a:lnTo>
                  <a:lnTo>
                    <a:pt x="8206651" y="92290"/>
                  </a:lnTo>
                  <a:lnTo>
                    <a:pt x="8206942" y="92290"/>
                  </a:lnTo>
                  <a:lnTo>
                    <a:pt x="8207087" y="91043"/>
                  </a:lnTo>
                  <a:lnTo>
                    <a:pt x="8207233" y="91043"/>
                  </a:lnTo>
                  <a:lnTo>
                    <a:pt x="8207524" y="91043"/>
                  </a:lnTo>
                  <a:lnTo>
                    <a:pt x="8207814" y="91043"/>
                  </a:lnTo>
                  <a:lnTo>
                    <a:pt x="8208105" y="91043"/>
                  </a:lnTo>
                  <a:lnTo>
                    <a:pt x="8208251" y="91043"/>
                  </a:lnTo>
                  <a:lnTo>
                    <a:pt x="8208396" y="91043"/>
                  </a:lnTo>
                  <a:lnTo>
                    <a:pt x="8208542" y="91043"/>
                  </a:lnTo>
                  <a:lnTo>
                    <a:pt x="8209123" y="91043"/>
                  </a:lnTo>
                  <a:lnTo>
                    <a:pt x="8209414" y="91043"/>
                  </a:lnTo>
                  <a:lnTo>
                    <a:pt x="8209560" y="91043"/>
                  </a:lnTo>
                  <a:lnTo>
                    <a:pt x="8209996" y="90419"/>
                  </a:lnTo>
                  <a:lnTo>
                    <a:pt x="8210141" y="90419"/>
                  </a:lnTo>
                  <a:lnTo>
                    <a:pt x="8210287" y="90419"/>
                  </a:lnTo>
                  <a:lnTo>
                    <a:pt x="8210432" y="90419"/>
                  </a:lnTo>
                  <a:lnTo>
                    <a:pt x="8210723" y="89795"/>
                  </a:lnTo>
                  <a:lnTo>
                    <a:pt x="8210868" y="89795"/>
                  </a:lnTo>
                  <a:lnTo>
                    <a:pt x="8211014" y="89795"/>
                  </a:lnTo>
                  <a:lnTo>
                    <a:pt x="8211159" y="89795"/>
                  </a:lnTo>
                  <a:lnTo>
                    <a:pt x="8211305" y="89795"/>
                  </a:lnTo>
                  <a:lnTo>
                    <a:pt x="8211305" y="89172"/>
                  </a:lnTo>
                  <a:lnTo>
                    <a:pt x="8211450" y="89172"/>
                  </a:lnTo>
                  <a:lnTo>
                    <a:pt x="8211595" y="89172"/>
                  </a:lnTo>
                  <a:lnTo>
                    <a:pt x="8211741" y="89172"/>
                  </a:lnTo>
                  <a:lnTo>
                    <a:pt x="8211886" y="89172"/>
                  </a:lnTo>
                  <a:lnTo>
                    <a:pt x="8212032" y="88548"/>
                  </a:lnTo>
                  <a:lnTo>
                    <a:pt x="8212177" y="88548"/>
                  </a:lnTo>
                  <a:lnTo>
                    <a:pt x="8212323" y="88548"/>
                  </a:lnTo>
                  <a:lnTo>
                    <a:pt x="8212759" y="88548"/>
                  </a:lnTo>
                  <a:lnTo>
                    <a:pt x="8212904" y="88548"/>
                  </a:lnTo>
                  <a:lnTo>
                    <a:pt x="8213486" y="88548"/>
                  </a:lnTo>
                  <a:lnTo>
                    <a:pt x="8213922" y="88548"/>
                  </a:lnTo>
                  <a:lnTo>
                    <a:pt x="8214068" y="88548"/>
                  </a:lnTo>
                  <a:lnTo>
                    <a:pt x="8214213" y="88548"/>
                  </a:lnTo>
                  <a:lnTo>
                    <a:pt x="8214649" y="88548"/>
                  </a:lnTo>
                  <a:lnTo>
                    <a:pt x="8215231" y="88548"/>
                  </a:lnTo>
                  <a:lnTo>
                    <a:pt x="8215377" y="88548"/>
                  </a:lnTo>
                  <a:lnTo>
                    <a:pt x="8215667" y="88548"/>
                  </a:lnTo>
                  <a:lnTo>
                    <a:pt x="8215958" y="88548"/>
                  </a:lnTo>
                  <a:lnTo>
                    <a:pt x="8216104" y="88548"/>
                  </a:lnTo>
                  <a:lnTo>
                    <a:pt x="8216685" y="88548"/>
                  </a:lnTo>
                  <a:lnTo>
                    <a:pt x="8216976" y="88548"/>
                  </a:lnTo>
                  <a:lnTo>
                    <a:pt x="8217267" y="88548"/>
                  </a:lnTo>
                  <a:lnTo>
                    <a:pt x="8217703" y="88548"/>
                  </a:lnTo>
                  <a:lnTo>
                    <a:pt x="8217849" y="88548"/>
                  </a:lnTo>
                  <a:lnTo>
                    <a:pt x="8217994" y="88548"/>
                  </a:lnTo>
                  <a:lnTo>
                    <a:pt x="8218140" y="88548"/>
                  </a:lnTo>
                  <a:lnTo>
                    <a:pt x="8218285" y="88548"/>
                  </a:lnTo>
                  <a:lnTo>
                    <a:pt x="8218430" y="88548"/>
                  </a:lnTo>
                  <a:lnTo>
                    <a:pt x="8218576" y="88548"/>
                  </a:lnTo>
                  <a:lnTo>
                    <a:pt x="8218721" y="88548"/>
                  </a:lnTo>
                  <a:lnTo>
                    <a:pt x="8218867" y="88548"/>
                  </a:lnTo>
                  <a:lnTo>
                    <a:pt x="8219012" y="88548"/>
                  </a:lnTo>
                  <a:lnTo>
                    <a:pt x="8219158" y="88548"/>
                  </a:lnTo>
                  <a:lnTo>
                    <a:pt x="8219448" y="88548"/>
                  </a:lnTo>
                  <a:lnTo>
                    <a:pt x="8219739" y="88548"/>
                  </a:lnTo>
                  <a:lnTo>
                    <a:pt x="8220030" y="87925"/>
                  </a:lnTo>
                  <a:lnTo>
                    <a:pt x="8220176" y="87925"/>
                  </a:lnTo>
                  <a:lnTo>
                    <a:pt x="8220321" y="87925"/>
                  </a:lnTo>
                  <a:lnTo>
                    <a:pt x="8220466" y="87925"/>
                  </a:lnTo>
                  <a:lnTo>
                    <a:pt x="8220612" y="87925"/>
                  </a:lnTo>
                  <a:lnTo>
                    <a:pt x="8220903" y="87925"/>
                  </a:lnTo>
                  <a:lnTo>
                    <a:pt x="8221194" y="87925"/>
                  </a:lnTo>
                  <a:lnTo>
                    <a:pt x="8221194" y="87301"/>
                  </a:lnTo>
                  <a:lnTo>
                    <a:pt x="8221339" y="87301"/>
                  </a:lnTo>
                  <a:lnTo>
                    <a:pt x="8222066" y="87301"/>
                  </a:lnTo>
                  <a:lnTo>
                    <a:pt x="8222066" y="86677"/>
                  </a:lnTo>
                  <a:lnTo>
                    <a:pt x="8222066" y="86054"/>
                  </a:lnTo>
                  <a:lnTo>
                    <a:pt x="8222212" y="86054"/>
                  </a:lnTo>
                  <a:lnTo>
                    <a:pt x="8222502" y="86054"/>
                  </a:lnTo>
                  <a:lnTo>
                    <a:pt x="8224538" y="84807"/>
                  </a:lnTo>
                  <a:lnTo>
                    <a:pt x="8224684" y="84807"/>
                  </a:lnTo>
                  <a:lnTo>
                    <a:pt x="8224829" y="84807"/>
                  </a:lnTo>
                  <a:lnTo>
                    <a:pt x="8225120" y="84807"/>
                  </a:lnTo>
                  <a:lnTo>
                    <a:pt x="8225411" y="84807"/>
                  </a:lnTo>
                  <a:lnTo>
                    <a:pt x="8225556" y="84807"/>
                  </a:lnTo>
                  <a:lnTo>
                    <a:pt x="8225847" y="84807"/>
                  </a:lnTo>
                  <a:lnTo>
                    <a:pt x="8225847" y="84183"/>
                  </a:lnTo>
                  <a:lnTo>
                    <a:pt x="8225993" y="83560"/>
                  </a:lnTo>
                  <a:lnTo>
                    <a:pt x="8226138" y="83560"/>
                  </a:lnTo>
                  <a:lnTo>
                    <a:pt x="8226283" y="83560"/>
                  </a:lnTo>
                  <a:lnTo>
                    <a:pt x="8226574" y="83560"/>
                  </a:lnTo>
                  <a:lnTo>
                    <a:pt x="8226720" y="83560"/>
                  </a:lnTo>
                  <a:lnTo>
                    <a:pt x="8226865" y="83560"/>
                  </a:lnTo>
                  <a:lnTo>
                    <a:pt x="8227156" y="83560"/>
                  </a:lnTo>
                  <a:lnTo>
                    <a:pt x="8227447" y="83560"/>
                  </a:lnTo>
                  <a:lnTo>
                    <a:pt x="8227738" y="83560"/>
                  </a:lnTo>
                  <a:lnTo>
                    <a:pt x="8227883" y="83560"/>
                  </a:lnTo>
                  <a:lnTo>
                    <a:pt x="8228319" y="83560"/>
                  </a:lnTo>
                  <a:lnTo>
                    <a:pt x="8228465" y="83560"/>
                  </a:lnTo>
                  <a:lnTo>
                    <a:pt x="8228610" y="83560"/>
                  </a:lnTo>
                  <a:lnTo>
                    <a:pt x="8228901" y="83560"/>
                  </a:lnTo>
                  <a:lnTo>
                    <a:pt x="8229047" y="83560"/>
                  </a:lnTo>
                  <a:lnTo>
                    <a:pt x="8229337" y="83560"/>
                  </a:lnTo>
                  <a:lnTo>
                    <a:pt x="8229483" y="83560"/>
                  </a:lnTo>
                  <a:lnTo>
                    <a:pt x="8229628" y="83560"/>
                  </a:lnTo>
                  <a:lnTo>
                    <a:pt x="8229774" y="83560"/>
                  </a:lnTo>
                  <a:lnTo>
                    <a:pt x="8229919" y="83560"/>
                  </a:lnTo>
                  <a:lnTo>
                    <a:pt x="8230065" y="83560"/>
                  </a:lnTo>
                  <a:lnTo>
                    <a:pt x="8230210" y="83560"/>
                  </a:lnTo>
                  <a:lnTo>
                    <a:pt x="8230646" y="83560"/>
                  </a:lnTo>
                  <a:lnTo>
                    <a:pt x="8230792" y="83560"/>
                  </a:lnTo>
                  <a:lnTo>
                    <a:pt x="8230937" y="83560"/>
                  </a:lnTo>
                  <a:lnTo>
                    <a:pt x="8231082" y="83560"/>
                  </a:lnTo>
                  <a:lnTo>
                    <a:pt x="8231228" y="83560"/>
                  </a:lnTo>
                  <a:lnTo>
                    <a:pt x="8231373" y="82936"/>
                  </a:lnTo>
                  <a:lnTo>
                    <a:pt x="8231664" y="82936"/>
                  </a:lnTo>
                  <a:lnTo>
                    <a:pt x="8231810" y="82936"/>
                  </a:lnTo>
                  <a:lnTo>
                    <a:pt x="8231955" y="82936"/>
                  </a:lnTo>
                  <a:lnTo>
                    <a:pt x="8232537" y="82936"/>
                  </a:lnTo>
                  <a:lnTo>
                    <a:pt x="8232682" y="82936"/>
                  </a:lnTo>
                  <a:lnTo>
                    <a:pt x="8233118" y="82936"/>
                  </a:lnTo>
                  <a:lnTo>
                    <a:pt x="8233264" y="82936"/>
                  </a:lnTo>
                  <a:lnTo>
                    <a:pt x="8233409" y="82312"/>
                  </a:lnTo>
                  <a:lnTo>
                    <a:pt x="8234136" y="81689"/>
                  </a:lnTo>
                  <a:lnTo>
                    <a:pt x="8234282" y="81689"/>
                  </a:lnTo>
                  <a:lnTo>
                    <a:pt x="8234427" y="81689"/>
                  </a:lnTo>
                  <a:lnTo>
                    <a:pt x="8234573" y="81689"/>
                  </a:lnTo>
                  <a:lnTo>
                    <a:pt x="8234718" y="81689"/>
                  </a:lnTo>
                  <a:lnTo>
                    <a:pt x="8234718" y="81065"/>
                  </a:lnTo>
                  <a:lnTo>
                    <a:pt x="8234864" y="81065"/>
                  </a:lnTo>
                  <a:lnTo>
                    <a:pt x="8235009" y="81065"/>
                  </a:lnTo>
                  <a:lnTo>
                    <a:pt x="8235154" y="81065"/>
                  </a:lnTo>
                  <a:lnTo>
                    <a:pt x="8235591" y="81065"/>
                  </a:lnTo>
                  <a:lnTo>
                    <a:pt x="8235736" y="81065"/>
                  </a:lnTo>
                  <a:lnTo>
                    <a:pt x="8235882" y="81065"/>
                  </a:lnTo>
                  <a:lnTo>
                    <a:pt x="8236172" y="81065"/>
                  </a:lnTo>
                  <a:lnTo>
                    <a:pt x="8236609" y="81065"/>
                  </a:lnTo>
                  <a:lnTo>
                    <a:pt x="8236754" y="81065"/>
                  </a:lnTo>
                  <a:lnTo>
                    <a:pt x="8236900" y="81065"/>
                  </a:lnTo>
                  <a:lnTo>
                    <a:pt x="8237045" y="81065"/>
                  </a:lnTo>
                  <a:lnTo>
                    <a:pt x="8237190" y="81065"/>
                  </a:lnTo>
                  <a:lnTo>
                    <a:pt x="8237336" y="80442"/>
                  </a:lnTo>
                  <a:lnTo>
                    <a:pt x="8237481" y="80442"/>
                  </a:lnTo>
                  <a:lnTo>
                    <a:pt x="8237627" y="80442"/>
                  </a:lnTo>
                  <a:lnTo>
                    <a:pt x="8237772" y="79818"/>
                  </a:lnTo>
                  <a:lnTo>
                    <a:pt x="8237917" y="79818"/>
                  </a:lnTo>
                  <a:lnTo>
                    <a:pt x="8238063" y="79818"/>
                  </a:lnTo>
                  <a:lnTo>
                    <a:pt x="8238208" y="79818"/>
                  </a:lnTo>
                  <a:lnTo>
                    <a:pt x="8238354" y="79818"/>
                  </a:lnTo>
                  <a:lnTo>
                    <a:pt x="8238499" y="79818"/>
                  </a:lnTo>
                  <a:lnTo>
                    <a:pt x="8238645" y="79818"/>
                  </a:lnTo>
                  <a:lnTo>
                    <a:pt x="8238790" y="79818"/>
                  </a:lnTo>
                  <a:lnTo>
                    <a:pt x="8238935" y="79818"/>
                  </a:lnTo>
                  <a:lnTo>
                    <a:pt x="8239226" y="79818"/>
                  </a:lnTo>
                  <a:lnTo>
                    <a:pt x="8239953" y="79194"/>
                  </a:lnTo>
                  <a:lnTo>
                    <a:pt x="8240244" y="79194"/>
                  </a:lnTo>
                  <a:lnTo>
                    <a:pt x="8240390" y="79194"/>
                  </a:lnTo>
                  <a:lnTo>
                    <a:pt x="8240535" y="79194"/>
                  </a:lnTo>
                  <a:lnTo>
                    <a:pt x="8240681" y="79194"/>
                  </a:lnTo>
                  <a:lnTo>
                    <a:pt x="8240826" y="79194"/>
                  </a:lnTo>
                  <a:lnTo>
                    <a:pt x="8240971" y="79194"/>
                  </a:lnTo>
                  <a:lnTo>
                    <a:pt x="8241408" y="79194"/>
                  </a:lnTo>
                  <a:lnTo>
                    <a:pt x="8241553" y="79194"/>
                  </a:lnTo>
                  <a:lnTo>
                    <a:pt x="8241844" y="79194"/>
                  </a:lnTo>
                  <a:lnTo>
                    <a:pt x="8241989" y="79194"/>
                  </a:lnTo>
                  <a:lnTo>
                    <a:pt x="8242135" y="78571"/>
                  </a:lnTo>
                  <a:lnTo>
                    <a:pt x="8242426" y="78571"/>
                  </a:lnTo>
                  <a:lnTo>
                    <a:pt x="8242571" y="78571"/>
                  </a:lnTo>
                  <a:lnTo>
                    <a:pt x="8242862" y="78571"/>
                  </a:lnTo>
                  <a:lnTo>
                    <a:pt x="8243153" y="78571"/>
                  </a:lnTo>
                  <a:lnTo>
                    <a:pt x="8243298" y="78571"/>
                  </a:lnTo>
                  <a:lnTo>
                    <a:pt x="8243444" y="78571"/>
                  </a:lnTo>
                  <a:lnTo>
                    <a:pt x="8243735" y="78571"/>
                  </a:lnTo>
                  <a:lnTo>
                    <a:pt x="8243880" y="78571"/>
                  </a:lnTo>
                  <a:lnTo>
                    <a:pt x="8244171" y="78571"/>
                  </a:lnTo>
                  <a:lnTo>
                    <a:pt x="8244316" y="78571"/>
                  </a:lnTo>
                  <a:lnTo>
                    <a:pt x="8244462" y="78571"/>
                  </a:lnTo>
                  <a:lnTo>
                    <a:pt x="8244607" y="78571"/>
                  </a:lnTo>
                  <a:lnTo>
                    <a:pt x="8244752" y="78571"/>
                  </a:lnTo>
                  <a:lnTo>
                    <a:pt x="8244898" y="78571"/>
                  </a:lnTo>
                  <a:lnTo>
                    <a:pt x="8245334" y="78571"/>
                  </a:lnTo>
                  <a:lnTo>
                    <a:pt x="8245480" y="78571"/>
                  </a:lnTo>
                  <a:lnTo>
                    <a:pt x="8245625" y="78571"/>
                  </a:lnTo>
                  <a:lnTo>
                    <a:pt x="8245770" y="78571"/>
                  </a:lnTo>
                  <a:lnTo>
                    <a:pt x="8245916" y="78571"/>
                  </a:lnTo>
                  <a:lnTo>
                    <a:pt x="8246061" y="78571"/>
                  </a:lnTo>
                  <a:lnTo>
                    <a:pt x="8246352" y="78571"/>
                  </a:lnTo>
                  <a:lnTo>
                    <a:pt x="8246643" y="78571"/>
                  </a:lnTo>
                  <a:lnTo>
                    <a:pt x="8247079" y="78571"/>
                  </a:lnTo>
                  <a:lnTo>
                    <a:pt x="8247225" y="78571"/>
                  </a:lnTo>
                  <a:lnTo>
                    <a:pt x="8247516" y="78571"/>
                  </a:lnTo>
                  <a:lnTo>
                    <a:pt x="8247806" y="78571"/>
                  </a:lnTo>
                  <a:lnTo>
                    <a:pt x="8247952" y="78571"/>
                  </a:lnTo>
                  <a:lnTo>
                    <a:pt x="8248243" y="78571"/>
                  </a:lnTo>
                  <a:lnTo>
                    <a:pt x="8248388" y="78571"/>
                  </a:lnTo>
                  <a:lnTo>
                    <a:pt x="8248534" y="78571"/>
                  </a:lnTo>
                  <a:lnTo>
                    <a:pt x="8248679" y="78571"/>
                  </a:lnTo>
                  <a:lnTo>
                    <a:pt x="8248824" y="78571"/>
                  </a:lnTo>
                  <a:lnTo>
                    <a:pt x="8248970" y="78571"/>
                  </a:lnTo>
                  <a:lnTo>
                    <a:pt x="8249115" y="78571"/>
                  </a:lnTo>
                  <a:lnTo>
                    <a:pt x="8249406" y="78571"/>
                  </a:lnTo>
                  <a:lnTo>
                    <a:pt x="8249552" y="78571"/>
                  </a:lnTo>
                  <a:lnTo>
                    <a:pt x="8249697" y="78571"/>
                  </a:lnTo>
                  <a:lnTo>
                    <a:pt x="8250133" y="78571"/>
                  </a:lnTo>
                  <a:lnTo>
                    <a:pt x="8250279" y="78571"/>
                  </a:lnTo>
                  <a:lnTo>
                    <a:pt x="8250424" y="78571"/>
                  </a:lnTo>
                  <a:lnTo>
                    <a:pt x="8250715" y="78571"/>
                  </a:lnTo>
                  <a:lnTo>
                    <a:pt x="8250860" y="78571"/>
                  </a:lnTo>
                  <a:lnTo>
                    <a:pt x="8251006" y="78571"/>
                  </a:lnTo>
                  <a:lnTo>
                    <a:pt x="8251151" y="78571"/>
                  </a:lnTo>
                  <a:lnTo>
                    <a:pt x="8251297" y="78571"/>
                  </a:lnTo>
                  <a:lnTo>
                    <a:pt x="8252024" y="77947"/>
                  </a:lnTo>
                  <a:lnTo>
                    <a:pt x="8252460" y="77947"/>
                  </a:lnTo>
                  <a:lnTo>
                    <a:pt x="8253042" y="77324"/>
                  </a:lnTo>
                  <a:lnTo>
                    <a:pt x="8253187" y="77324"/>
                  </a:lnTo>
                  <a:lnTo>
                    <a:pt x="8253623" y="77324"/>
                  </a:lnTo>
                  <a:lnTo>
                    <a:pt x="8253914" y="77324"/>
                  </a:lnTo>
                  <a:lnTo>
                    <a:pt x="8254060" y="77324"/>
                  </a:lnTo>
                  <a:lnTo>
                    <a:pt x="8254351" y="77324"/>
                  </a:lnTo>
                  <a:lnTo>
                    <a:pt x="8254787" y="76700"/>
                  </a:lnTo>
                  <a:lnTo>
                    <a:pt x="8254932" y="76700"/>
                  </a:lnTo>
                  <a:lnTo>
                    <a:pt x="8255078" y="76700"/>
                  </a:lnTo>
                  <a:lnTo>
                    <a:pt x="8255223" y="76700"/>
                  </a:lnTo>
                  <a:lnTo>
                    <a:pt x="8255369" y="76700"/>
                  </a:lnTo>
                  <a:lnTo>
                    <a:pt x="8255805" y="76700"/>
                  </a:lnTo>
                  <a:lnTo>
                    <a:pt x="8255950" y="76700"/>
                  </a:lnTo>
                  <a:lnTo>
                    <a:pt x="8256096" y="76700"/>
                  </a:lnTo>
                  <a:lnTo>
                    <a:pt x="8256241" y="76700"/>
                  </a:lnTo>
                  <a:lnTo>
                    <a:pt x="8256677" y="76700"/>
                  </a:lnTo>
                  <a:lnTo>
                    <a:pt x="8256823" y="76700"/>
                  </a:lnTo>
                  <a:lnTo>
                    <a:pt x="8257114" y="76700"/>
                  </a:lnTo>
                  <a:lnTo>
                    <a:pt x="8257841" y="75453"/>
                  </a:lnTo>
                  <a:lnTo>
                    <a:pt x="8258132" y="75453"/>
                  </a:lnTo>
                  <a:lnTo>
                    <a:pt x="8258277" y="74206"/>
                  </a:lnTo>
                  <a:lnTo>
                    <a:pt x="8258422" y="74206"/>
                  </a:lnTo>
                  <a:lnTo>
                    <a:pt x="8258568" y="74206"/>
                  </a:lnTo>
                  <a:lnTo>
                    <a:pt x="8258713" y="74206"/>
                  </a:lnTo>
                  <a:lnTo>
                    <a:pt x="8258859" y="74206"/>
                  </a:lnTo>
                  <a:lnTo>
                    <a:pt x="8259004" y="74206"/>
                  </a:lnTo>
                  <a:lnTo>
                    <a:pt x="8259440" y="74206"/>
                  </a:lnTo>
                  <a:lnTo>
                    <a:pt x="8259586" y="74206"/>
                  </a:lnTo>
                  <a:lnTo>
                    <a:pt x="8259586" y="73582"/>
                  </a:lnTo>
                  <a:lnTo>
                    <a:pt x="8259731" y="73582"/>
                  </a:lnTo>
                  <a:lnTo>
                    <a:pt x="8259877" y="73582"/>
                  </a:lnTo>
                  <a:lnTo>
                    <a:pt x="8260022" y="73582"/>
                  </a:lnTo>
                  <a:lnTo>
                    <a:pt x="8260168" y="73582"/>
                  </a:lnTo>
                  <a:lnTo>
                    <a:pt x="8260604" y="73582"/>
                  </a:lnTo>
                  <a:lnTo>
                    <a:pt x="8261186" y="73582"/>
                  </a:lnTo>
                  <a:lnTo>
                    <a:pt x="8261913" y="73582"/>
                  </a:lnTo>
                  <a:lnTo>
                    <a:pt x="8262204" y="73582"/>
                  </a:lnTo>
                  <a:lnTo>
                    <a:pt x="8262640" y="71711"/>
                  </a:lnTo>
                  <a:lnTo>
                    <a:pt x="8262785" y="71711"/>
                  </a:lnTo>
                  <a:lnTo>
                    <a:pt x="8262931" y="71711"/>
                  </a:lnTo>
                  <a:lnTo>
                    <a:pt x="8263222" y="71711"/>
                  </a:lnTo>
                  <a:lnTo>
                    <a:pt x="8263222" y="71088"/>
                  </a:lnTo>
                  <a:lnTo>
                    <a:pt x="8263222" y="70464"/>
                  </a:lnTo>
                  <a:lnTo>
                    <a:pt x="8263367" y="70464"/>
                  </a:lnTo>
                  <a:lnTo>
                    <a:pt x="8263512" y="70464"/>
                  </a:lnTo>
                  <a:lnTo>
                    <a:pt x="8263658" y="70464"/>
                  </a:lnTo>
                  <a:lnTo>
                    <a:pt x="8264239" y="70464"/>
                  </a:lnTo>
                  <a:lnTo>
                    <a:pt x="8264385" y="70464"/>
                  </a:lnTo>
                  <a:lnTo>
                    <a:pt x="8264530" y="70464"/>
                  </a:lnTo>
                  <a:lnTo>
                    <a:pt x="8264676" y="70464"/>
                  </a:lnTo>
                  <a:lnTo>
                    <a:pt x="8264821" y="70464"/>
                  </a:lnTo>
                  <a:lnTo>
                    <a:pt x="8264967" y="69841"/>
                  </a:lnTo>
                  <a:lnTo>
                    <a:pt x="8265257" y="69841"/>
                  </a:lnTo>
                  <a:lnTo>
                    <a:pt x="8267875" y="69217"/>
                  </a:lnTo>
                  <a:lnTo>
                    <a:pt x="8268166" y="69217"/>
                  </a:lnTo>
                  <a:lnTo>
                    <a:pt x="8268311" y="69217"/>
                  </a:lnTo>
                  <a:lnTo>
                    <a:pt x="8268457" y="68594"/>
                  </a:lnTo>
                  <a:lnTo>
                    <a:pt x="8268748" y="68594"/>
                  </a:lnTo>
                  <a:lnTo>
                    <a:pt x="8268893" y="68594"/>
                  </a:lnTo>
                  <a:lnTo>
                    <a:pt x="8269184" y="68594"/>
                  </a:lnTo>
                  <a:lnTo>
                    <a:pt x="8269475" y="67970"/>
                  </a:lnTo>
                  <a:lnTo>
                    <a:pt x="8269620" y="67970"/>
                  </a:lnTo>
                  <a:lnTo>
                    <a:pt x="8269766" y="67970"/>
                  </a:lnTo>
                  <a:lnTo>
                    <a:pt x="8269911" y="67970"/>
                  </a:lnTo>
                  <a:lnTo>
                    <a:pt x="8270057" y="67970"/>
                  </a:lnTo>
                  <a:lnTo>
                    <a:pt x="8270347" y="67970"/>
                  </a:lnTo>
                  <a:lnTo>
                    <a:pt x="8270493" y="67970"/>
                  </a:lnTo>
                  <a:lnTo>
                    <a:pt x="8270493" y="67346"/>
                  </a:lnTo>
                  <a:lnTo>
                    <a:pt x="8270638" y="67346"/>
                  </a:lnTo>
                  <a:lnTo>
                    <a:pt x="8270784" y="67346"/>
                  </a:lnTo>
                  <a:lnTo>
                    <a:pt x="8270929" y="67346"/>
                  </a:lnTo>
                  <a:lnTo>
                    <a:pt x="8271220" y="67346"/>
                  </a:lnTo>
                  <a:lnTo>
                    <a:pt x="8271511" y="67346"/>
                  </a:lnTo>
                  <a:lnTo>
                    <a:pt x="8271656" y="66723"/>
                  </a:lnTo>
                  <a:lnTo>
                    <a:pt x="8271802" y="66723"/>
                  </a:lnTo>
                  <a:lnTo>
                    <a:pt x="8271947" y="66723"/>
                  </a:lnTo>
                  <a:lnTo>
                    <a:pt x="8272092" y="66723"/>
                  </a:lnTo>
                  <a:lnTo>
                    <a:pt x="8272383" y="66723"/>
                  </a:lnTo>
                  <a:lnTo>
                    <a:pt x="8272674" y="66099"/>
                  </a:lnTo>
                  <a:lnTo>
                    <a:pt x="8272820" y="66099"/>
                  </a:lnTo>
                  <a:lnTo>
                    <a:pt x="8272965" y="66099"/>
                  </a:lnTo>
                  <a:lnTo>
                    <a:pt x="8273110" y="66099"/>
                  </a:lnTo>
                  <a:lnTo>
                    <a:pt x="8273256" y="66099"/>
                  </a:lnTo>
                  <a:lnTo>
                    <a:pt x="8273401" y="66099"/>
                  </a:lnTo>
                  <a:lnTo>
                    <a:pt x="8273547" y="66099"/>
                  </a:lnTo>
                  <a:lnTo>
                    <a:pt x="8273838" y="66099"/>
                  </a:lnTo>
                  <a:lnTo>
                    <a:pt x="8273983" y="66099"/>
                  </a:lnTo>
                  <a:lnTo>
                    <a:pt x="8274128" y="66099"/>
                  </a:lnTo>
                  <a:lnTo>
                    <a:pt x="8274274" y="66099"/>
                  </a:lnTo>
                  <a:lnTo>
                    <a:pt x="8274856" y="66099"/>
                  </a:lnTo>
                  <a:lnTo>
                    <a:pt x="8275001" y="66099"/>
                  </a:lnTo>
                  <a:lnTo>
                    <a:pt x="8275146" y="66099"/>
                  </a:lnTo>
                  <a:lnTo>
                    <a:pt x="8275292" y="66099"/>
                  </a:lnTo>
                  <a:lnTo>
                    <a:pt x="8275728" y="66099"/>
                  </a:lnTo>
                  <a:lnTo>
                    <a:pt x="8275874" y="66099"/>
                  </a:lnTo>
                  <a:lnTo>
                    <a:pt x="8276019" y="66099"/>
                  </a:lnTo>
                  <a:lnTo>
                    <a:pt x="8276164" y="66099"/>
                  </a:lnTo>
                  <a:lnTo>
                    <a:pt x="8276455" y="66099"/>
                  </a:lnTo>
                  <a:lnTo>
                    <a:pt x="8276746" y="66099"/>
                  </a:lnTo>
                  <a:lnTo>
                    <a:pt x="8276892" y="66099"/>
                  </a:lnTo>
                  <a:lnTo>
                    <a:pt x="8277328" y="66099"/>
                  </a:lnTo>
                  <a:lnTo>
                    <a:pt x="8277473" y="66099"/>
                  </a:lnTo>
                  <a:lnTo>
                    <a:pt x="8277619" y="66099"/>
                  </a:lnTo>
                  <a:lnTo>
                    <a:pt x="8277764" y="66099"/>
                  </a:lnTo>
                  <a:lnTo>
                    <a:pt x="8278055" y="66099"/>
                  </a:lnTo>
                  <a:lnTo>
                    <a:pt x="8278200" y="65476"/>
                  </a:lnTo>
                  <a:lnTo>
                    <a:pt x="8278346" y="65476"/>
                  </a:lnTo>
                  <a:lnTo>
                    <a:pt x="8278491" y="65476"/>
                  </a:lnTo>
                  <a:lnTo>
                    <a:pt x="8278637" y="65476"/>
                  </a:lnTo>
                  <a:lnTo>
                    <a:pt x="8278782" y="65476"/>
                  </a:lnTo>
                  <a:lnTo>
                    <a:pt x="8279073" y="65476"/>
                  </a:lnTo>
                  <a:lnTo>
                    <a:pt x="8279655" y="64852"/>
                  </a:lnTo>
                  <a:lnTo>
                    <a:pt x="8279800" y="64852"/>
                  </a:lnTo>
                  <a:lnTo>
                    <a:pt x="8279945" y="64852"/>
                  </a:lnTo>
                  <a:lnTo>
                    <a:pt x="8280091" y="64852"/>
                  </a:lnTo>
                  <a:lnTo>
                    <a:pt x="8280236" y="64852"/>
                  </a:lnTo>
                  <a:lnTo>
                    <a:pt x="8280382" y="63605"/>
                  </a:lnTo>
                  <a:lnTo>
                    <a:pt x="8280527" y="63605"/>
                  </a:lnTo>
                  <a:lnTo>
                    <a:pt x="8280673" y="63605"/>
                  </a:lnTo>
                  <a:lnTo>
                    <a:pt x="8280963" y="63605"/>
                  </a:lnTo>
                  <a:lnTo>
                    <a:pt x="8281109" y="63605"/>
                  </a:lnTo>
                  <a:lnTo>
                    <a:pt x="8281545" y="63605"/>
                  </a:lnTo>
                  <a:lnTo>
                    <a:pt x="8281691" y="63605"/>
                  </a:lnTo>
                  <a:lnTo>
                    <a:pt x="8281981" y="63605"/>
                  </a:lnTo>
                  <a:lnTo>
                    <a:pt x="8282272" y="63605"/>
                  </a:lnTo>
                  <a:lnTo>
                    <a:pt x="8282418" y="63605"/>
                  </a:lnTo>
                  <a:lnTo>
                    <a:pt x="8282563" y="63605"/>
                  </a:lnTo>
                  <a:lnTo>
                    <a:pt x="8282709" y="63605"/>
                  </a:lnTo>
                  <a:lnTo>
                    <a:pt x="8282999" y="63605"/>
                  </a:lnTo>
                  <a:lnTo>
                    <a:pt x="8283145" y="63605"/>
                  </a:lnTo>
                  <a:lnTo>
                    <a:pt x="8283436" y="62981"/>
                  </a:lnTo>
                  <a:lnTo>
                    <a:pt x="8284017" y="62981"/>
                  </a:lnTo>
                  <a:lnTo>
                    <a:pt x="8284163" y="62981"/>
                  </a:lnTo>
                  <a:lnTo>
                    <a:pt x="8284308" y="62981"/>
                  </a:lnTo>
                  <a:lnTo>
                    <a:pt x="8285035" y="62358"/>
                  </a:lnTo>
                  <a:lnTo>
                    <a:pt x="8285181" y="62358"/>
                  </a:lnTo>
                  <a:lnTo>
                    <a:pt x="8285326" y="62358"/>
                  </a:lnTo>
                  <a:lnTo>
                    <a:pt x="8285472" y="62358"/>
                  </a:lnTo>
                  <a:lnTo>
                    <a:pt x="8285617" y="62358"/>
                  </a:lnTo>
                  <a:lnTo>
                    <a:pt x="8285762" y="62358"/>
                  </a:lnTo>
                  <a:lnTo>
                    <a:pt x="8285908" y="62358"/>
                  </a:lnTo>
                  <a:lnTo>
                    <a:pt x="8286199" y="62358"/>
                  </a:lnTo>
                  <a:lnTo>
                    <a:pt x="8286344" y="62358"/>
                  </a:lnTo>
                  <a:lnTo>
                    <a:pt x="8286926" y="62358"/>
                  </a:lnTo>
                  <a:lnTo>
                    <a:pt x="8286926" y="61734"/>
                  </a:lnTo>
                  <a:lnTo>
                    <a:pt x="8287653" y="61734"/>
                  </a:lnTo>
                  <a:lnTo>
                    <a:pt x="8287798" y="61734"/>
                  </a:lnTo>
                  <a:lnTo>
                    <a:pt x="8287944" y="61734"/>
                  </a:lnTo>
                  <a:lnTo>
                    <a:pt x="8288526" y="61734"/>
                  </a:lnTo>
                  <a:lnTo>
                    <a:pt x="8288671" y="61734"/>
                  </a:lnTo>
                  <a:lnTo>
                    <a:pt x="8288962" y="61734"/>
                  </a:lnTo>
                  <a:lnTo>
                    <a:pt x="8289107" y="61734"/>
                  </a:lnTo>
                  <a:lnTo>
                    <a:pt x="8289398" y="61111"/>
                  </a:lnTo>
                  <a:lnTo>
                    <a:pt x="8289544" y="61111"/>
                  </a:lnTo>
                  <a:lnTo>
                    <a:pt x="8289689" y="61111"/>
                  </a:lnTo>
                  <a:lnTo>
                    <a:pt x="8289834" y="61111"/>
                  </a:lnTo>
                  <a:lnTo>
                    <a:pt x="8289980" y="61111"/>
                  </a:lnTo>
                  <a:lnTo>
                    <a:pt x="8290562" y="61111"/>
                  </a:lnTo>
                  <a:lnTo>
                    <a:pt x="8290707" y="61111"/>
                  </a:lnTo>
                  <a:lnTo>
                    <a:pt x="8290852" y="61111"/>
                  </a:lnTo>
                  <a:lnTo>
                    <a:pt x="8290998" y="61111"/>
                  </a:lnTo>
                  <a:lnTo>
                    <a:pt x="8291579" y="61111"/>
                  </a:lnTo>
                  <a:lnTo>
                    <a:pt x="8291870" y="61111"/>
                  </a:lnTo>
                  <a:lnTo>
                    <a:pt x="8292016" y="61111"/>
                  </a:lnTo>
                  <a:lnTo>
                    <a:pt x="8292307" y="61111"/>
                  </a:lnTo>
                  <a:lnTo>
                    <a:pt x="8292452" y="61111"/>
                  </a:lnTo>
                  <a:lnTo>
                    <a:pt x="8292597" y="61111"/>
                  </a:lnTo>
                  <a:lnTo>
                    <a:pt x="8292743" y="61111"/>
                  </a:lnTo>
                  <a:lnTo>
                    <a:pt x="8292888" y="61111"/>
                  </a:lnTo>
                  <a:lnTo>
                    <a:pt x="8293179" y="61111"/>
                  </a:lnTo>
                  <a:lnTo>
                    <a:pt x="8293325" y="61111"/>
                  </a:lnTo>
                  <a:lnTo>
                    <a:pt x="8293470" y="61111"/>
                  </a:lnTo>
                  <a:lnTo>
                    <a:pt x="8293615" y="61111"/>
                  </a:lnTo>
                  <a:lnTo>
                    <a:pt x="8293761" y="61111"/>
                  </a:lnTo>
                  <a:lnTo>
                    <a:pt x="8293906" y="61111"/>
                  </a:lnTo>
                  <a:lnTo>
                    <a:pt x="8294343" y="61111"/>
                  </a:lnTo>
                  <a:lnTo>
                    <a:pt x="8294633" y="61111"/>
                  </a:lnTo>
                  <a:lnTo>
                    <a:pt x="8294779" y="61111"/>
                  </a:lnTo>
                  <a:lnTo>
                    <a:pt x="8294924" y="61111"/>
                  </a:lnTo>
                  <a:lnTo>
                    <a:pt x="8295361" y="61111"/>
                  </a:lnTo>
                  <a:lnTo>
                    <a:pt x="8295506" y="61111"/>
                  </a:lnTo>
                  <a:lnTo>
                    <a:pt x="8296379" y="61111"/>
                  </a:lnTo>
                  <a:lnTo>
                    <a:pt x="8296524" y="61111"/>
                  </a:lnTo>
                  <a:lnTo>
                    <a:pt x="8296669" y="61111"/>
                  </a:lnTo>
                  <a:lnTo>
                    <a:pt x="8296815" y="61111"/>
                  </a:lnTo>
                  <a:lnTo>
                    <a:pt x="8297106" y="61111"/>
                  </a:lnTo>
                  <a:lnTo>
                    <a:pt x="8297106" y="60487"/>
                  </a:lnTo>
                  <a:lnTo>
                    <a:pt x="8297251" y="60487"/>
                  </a:lnTo>
                  <a:lnTo>
                    <a:pt x="8297397" y="60487"/>
                  </a:lnTo>
                  <a:lnTo>
                    <a:pt x="8297542" y="60487"/>
                  </a:lnTo>
                  <a:lnTo>
                    <a:pt x="8297687" y="60487"/>
                  </a:lnTo>
                  <a:lnTo>
                    <a:pt x="8297978" y="60487"/>
                  </a:lnTo>
                  <a:lnTo>
                    <a:pt x="8298124" y="60487"/>
                  </a:lnTo>
                  <a:lnTo>
                    <a:pt x="8298269" y="60487"/>
                  </a:lnTo>
                  <a:lnTo>
                    <a:pt x="8298705" y="60487"/>
                  </a:lnTo>
                  <a:lnTo>
                    <a:pt x="8298851" y="60487"/>
                  </a:lnTo>
                  <a:lnTo>
                    <a:pt x="8298996" y="60487"/>
                  </a:lnTo>
                  <a:lnTo>
                    <a:pt x="8299142" y="60487"/>
                  </a:lnTo>
                  <a:lnTo>
                    <a:pt x="8299578" y="59863"/>
                  </a:lnTo>
                  <a:lnTo>
                    <a:pt x="8300160" y="59863"/>
                  </a:lnTo>
                  <a:lnTo>
                    <a:pt x="8300305" y="59863"/>
                  </a:lnTo>
                  <a:lnTo>
                    <a:pt x="8300450" y="59240"/>
                  </a:lnTo>
                  <a:lnTo>
                    <a:pt x="8300596" y="59240"/>
                  </a:lnTo>
                  <a:lnTo>
                    <a:pt x="8300741" y="59240"/>
                  </a:lnTo>
                  <a:lnTo>
                    <a:pt x="8300887" y="59240"/>
                  </a:lnTo>
                  <a:lnTo>
                    <a:pt x="8301032" y="59240"/>
                  </a:lnTo>
                  <a:lnTo>
                    <a:pt x="8301614" y="59240"/>
                  </a:lnTo>
                  <a:lnTo>
                    <a:pt x="8301759" y="59240"/>
                  </a:lnTo>
                  <a:lnTo>
                    <a:pt x="8302196" y="59240"/>
                  </a:lnTo>
                  <a:lnTo>
                    <a:pt x="8302341" y="59240"/>
                  </a:lnTo>
                  <a:lnTo>
                    <a:pt x="8302632" y="59240"/>
                  </a:lnTo>
                  <a:lnTo>
                    <a:pt x="8302777" y="59240"/>
                  </a:lnTo>
                  <a:lnTo>
                    <a:pt x="8302777" y="58616"/>
                  </a:lnTo>
                  <a:lnTo>
                    <a:pt x="8302923" y="58616"/>
                  </a:lnTo>
                  <a:lnTo>
                    <a:pt x="8303650" y="58616"/>
                  </a:lnTo>
                  <a:lnTo>
                    <a:pt x="8303795" y="58616"/>
                  </a:lnTo>
                  <a:lnTo>
                    <a:pt x="8303941" y="58616"/>
                  </a:lnTo>
                  <a:lnTo>
                    <a:pt x="8304086" y="58616"/>
                  </a:lnTo>
                  <a:lnTo>
                    <a:pt x="8304232" y="58616"/>
                  </a:lnTo>
                  <a:lnTo>
                    <a:pt x="8304522" y="58616"/>
                  </a:lnTo>
                  <a:lnTo>
                    <a:pt x="8304668" y="58616"/>
                  </a:lnTo>
                  <a:lnTo>
                    <a:pt x="8304813" y="58616"/>
                  </a:lnTo>
                  <a:lnTo>
                    <a:pt x="8304959" y="58616"/>
                  </a:lnTo>
                  <a:lnTo>
                    <a:pt x="8305395" y="58616"/>
                  </a:lnTo>
                  <a:lnTo>
                    <a:pt x="8305540" y="58616"/>
                  </a:lnTo>
                  <a:lnTo>
                    <a:pt x="8305977" y="58616"/>
                  </a:lnTo>
                  <a:lnTo>
                    <a:pt x="8306122" y="58616"/>
                  </a:lnTo>
                  <a:lnTo>
                    <a:pt x="8306267" y="58616"/>
                  </a:lnTo>
                  <a:lnTo>
                    <a:pt x="8306558" y="57993"/>
                  </a:lnTo>
                  <a:lnTo>
                    <a:pt x="8306849" y="57993"/>
                  </a:lnTo>
                  <a:lnTo>
                    <a:pt x="8307140" y="57993"/>
                  </a:lnTo>
                  <a:lnTo>
                    <a:pt x="8307285" y="57993"/>
                  </a:lnTo>
                  <a:lnTo>
                    <a:pt x="8307431" y="57993"/>
                  </a:lnTo>
                  <a:lnTo>
                    <a:pt x="8307576" y="57993"/>
                  </a:lnTo>
                  <a:lnTo>
                    <a:pt x="8307722" y="57993"/>
                  </a:lnTo>
                  <a:lnTo>
                    <a:pt x="8307867" y="57993"/>
                  </a:lnTo>
                  <a:lnTo>
                    <a:pt x="8308158" y="57993"/>
                  </a:lnTo>
                  <a:lnTo>
                    <a:pt x="8308158" y="57369"/>
                  </a:lnTo>
                  <a:lnTo>
                    <a:pt x="8308303" y="57369"/>
                  </a:lnTo>
                  <a:lnTo>
                    <a:pt x="8308449" y="57369"/>
                  </a:lnTo>
                  <a:lnTo>
                    <a:pt x="8308594" y="57369"/>
                  </a:lnTo>
                  <a:lnTo>
                    <a:pt x="8308740" y="57369"/>
                  </a:lnTo>
                  <a:lnTo>
                    <a:pt x="8308885" y="57369"/>
                  </a:lnTo>
                  <a:lnTo>
                    <a:pt x="8309176" y="57369"/>
                  </a:lnTo>
                  <a:lnTo>
                    <a:pt x="8309612" y="57369"/>
                  </a:lnTo>
                  <a:lnTo>
                    <a:pt x="8309758" y="57369"/>
                  </a:lnTo>
                  <a:lnTo>
                    <a:pt x="8310049" y="57369"/>
                  </a:lnTo>
                  <a:lnTo>
                    <a:pt x="8310194" y="57369"/>
                  </a:lnTo>
                  <a:lnTo>
                    <a:pt x="8310485" y="57369"/>
                  </a:lnTo>
                  <a:lnTo>
                    <a:pt x="8310921" y="57369"/>
                  </a:lnTo>
                  <a:lnTo>
                    <a:pt x="8311067" y="57369"/>
                  </a:lnTo>
                  <a:lnTo>
                    <a:pt x="8311212" y="57369"/>
                  </a:lnTo>
                  <a:lnTo>
                    <a:pt x="8311357" y="57369"/>
                  </a:lnTo>
                  <a:lnTo>
                    <a:pt x="8311503" y="57369"/>
                  </a:lnTo>
                  <a:lnTo>
                    <a:pt x="8311648" y="57369"/>
                  </a:lnTo>
                  <a:lnTo>
                    <a:pt x="8311939" y="57369"/>
                  </a:lnTo>
                  <a:lnTo>
                    <a:pt x="8312084" y="57369"/>
                  </a:lnTo>
                  <a:lnTo>
                    <a:pt x="8312521" y="57369"/>
                  </a:lnTo>
                  <a:lnTo>
                    <a:pt x="8312812" y="57369"/>
                  </a:lnTo>
                  <a:lnTo>
                    <a:pt x="8312957" y="57369"/>
                  </a:lnTo>
                  <a:lnTo>
                    <a:pt x="8312957" y="56745"/>
                  </a:lnTo>
                  <a:lnTo>
                    <a:pt x="8313102" y="56745"/>
                  </a:lnTo>
                  <a:lnTo>
                    <a:pt x="8313248" y="56745"/>
                  </a:lnTo>
                  <a:lnTo>
                    <a:pt x="8313393" y="56745"/>
                  </a:lnTo>
                  <a:lnTo>
                    <a:pt x="8313539" y="56745"/>
                  </a:lnTo>
                  <a:lnTo>
                    <a:pt x="8313684" y="56745"/>
                  </a:lnTo>
                  <a:lnTo>
                    <a:pt x="8313830" y="56745"/>
                  </a:lnTo>
                  <a:lnTo>
                    <a:pt x="8313975" y="56745"/>
                  </a:lnTo>
                  <a:lnTo>
                    <a:pt x="8314266" y="56745"/>
                  </a:lnTo>
                  <a:lnTo>
                    <a:pt x="8315575" y="56745"/>
                  </a:lnTo>
                  <a:lnTo>
                    <a:pt x="8315720" y="56745"/>
                  </a:lnTo>
                  <a:lnTo>
                    <a:pt x="8315866" y="56745"/>
                  </a:lnTo>
                  <a:lnTo>
                    <a:pt x="8316156" y="56745"/>
                  </a:lnTo>
                  <a:lnTo>
                    <a:pt x="8316302" y="56745"/>
                  </a:lnTo>
                  <a:lnTo>
                    <a:pt x="8316447" y="56745"/>
                  </a:lnTo>
                  <a:lnTo>
                    <a:pt x="8316447" y="56122"/>
                  </a:lnTo>
                  <a:lnTo>
                    <a:pt x="8316593" y="56122"/>
                  </a:lnTo>
                  <a:lnTo>
                    <a:pt x="8317029" y="56122"/>
                  </a:lnTo>
                  <a:lnTo>
                    <a:pt x="8317320" y="56122"/>
                  </a:lnTo>
                  <a:lnTo>
                    <a:pt x="8317465" y="56122"/>
                  </a:lnTo>
                  <a:lnTo>
                    <a:pt x="8317611" y="56122"/>
                  </a:lnTo>
                  <a:lnTo>
                    <a:pt x="8317756" y="56122"/>
                  </a:lnTo>
                  <a:lnTo>
                    <a:pt x="8317902" y="55498"/>
                  </a:lnTo>
                  <a:lnTo>
                    <a:pt x="8317902" y="54875"/>
                  </a:lnTo>
                  <a:lnTo>
                    <a:pt x="8318047" y="54875"/>
                  </a:lnTo>
                  <a:lnTo>
                    <a:pt x="8318629" y="54875"/>
                  </a:lnTo>
                  <a:lnTo>
                    <a:pt x="8319065" y="54875"/>
                  </a:lnTo>
                  <a:lnTo>
                    <a:pt x="8319210" y="54875"/>
                  </a:lnTo>
                  <a:lnTo>
                    <a:pt x="8319501" y="54875"/>
                  </a:lnTo>
                  <a:lnTo>
                    <a:pt x="8319647" y="54875"/>
                  </a:lnTo>
                  <a:lnTo>
                    <a:pt x="8320083" y="54251"/>
                  </a:lnTo>
                  <a:lnTo>
                    <a:pt x="8320228" y="54251"/>
                  </a:lnTo>
                  <a:lnTo>
                    <a:pt x="8320374" y="54251"/>
                  </a:lnTo>
                  <a:lnTo>
                    <a:pt x="8320955" y="54251"/>
                  </a:lnTo>
                  <a:lnTo>
                    <a:pt x="8321246" y="54251"/>
                  </a:lnTo>
                  <a:lnTo>
                    <a:pt x="8321537" y="54251"/>
                  </a:lnTo>
                  <a:lnTo>
                    <a:pt x="8321683" y="54251"/>
                  </a:lnTo>
                  <a:lnTo>
                    <a:pt x="8321828" y="54251"/>
                  </a:lnTo>
                  <a:lnTo>
                    <a:pt x="8322264" y="54251"/>
                  </a:lnTo>
                  <a:lnTo>
                    <a:pt x="8322410" y="54251"/>
                  </a:lnTo>
                  <a:lnTo>
                    <a:pt x="8322555" y="54251"/>
                  </a:lnTo>
                  <a:lnTo>
                    <a:pt x="8322701" y="54251"/>
                  </a:lnTo>
                  <a:lnTo>
                    <a:pt x="8322846" y="54251"/>
                  </a:lnTo>
                  <a:lnTo>
                    <a:pt x="8322991" y="54251"/>
                  </a:lnTo>
                  <a:lnTo>
                    <a:pt x="8323137" y="54251"/>
                  </a:lnTo>
                  <a:lnTo>
                    <a:pt x="8323282" y="54251"/>
                  </a:lnTo>
                  <a:lnTo>
                    <a:pt x="8323573" y="54251"/>
                  </a:lnTo>
                  <a:lnTo>
                    <a:pt x="8323719" y="54251"/>
                  </a:lnTo>
                  <a:lnTo>
                    <a:pt x="8323864" y="54251"/>
                  </a:lnTo>
                  <a:lnTo>
                    <a:pt x="8324155" y="54251"/>
                  </a:lnTo>
                  <a:lnTo>
                    <a:pt x="8324300" y="54251"/>
                  </a:lnTo>
                  <a:lnTo>
                    <a:pt x="8324591" y="54251"/>
                  </a:lnTo>
                  <a:lnTo>
                    <a:pt x="8324737" y="54251"/>
                  </a:lnTo>
                  <a:lnTo>
                    <a:pt x="8325318" y="54251"/>
                  </a:lnTo>
                  <a:lnTo>
                    <a:pt x="8325754" y="54251"/>
                  </a:lnTo>
                  <a:lnTo>
                    <a:pt x="8325900" y="54251"/>
                  </a:lnTo>
                  <a:lnTo>
                    <a:pt x="8326336" y="54251"/>
                  </a:lnTo>
                  <a:lnTo>
                    <a:pt x="8326482" y="54251"/>
                  </a:lnTo>
                  <a:lnTo>
                    <a:pt x="8326627" y="54251"/>
                  </a:lnTo>
                  <a:lnTo>
                    <a:pt x="8326772" y="53628"/>
                  </a:lnTo>
                  <a:lnTo>
                    <a:pt x="8326918" y="53628"/>
                  </a:lnTo>
                  <a:lnTo>
                    <a:pt x="8327209" y="53628"/>
                  </a:lnTo>
                  <a:lnTo>
                    <a:pt x="8327354" y="53628"/>
                  </a:lnTo>
                  <a:lnTo>
                    <a:pt x="8327354" y="53004"/>
                  </a:lnTo>
                  <a:lnTo>
                    <a:pt x="8327645" y="52380"/>
                  </a:lnTo>
                  <a:lnTo>
                    <a:pt x="8327936" y="52380"/>
                  </a:lnTo>
                  <a:lnTo>
                    <a:pt x="8328227" y="52380"/>
                  </a:lnTo>
                  <a:lnTo>
                    <a:pt x="8328372" y="52380"/>
                  </a:lnTo>
                  <a:lnTo>
                    <a:pt x="8328518" y="52380"/>
                  </a:lnTo>
                  <a:lnTo>
                    <a:pt x="8328663" y="52380"/>
                  </a:lnTo>
                  <a:lnTo>
                    <a:pt x="8329245" y="52380"/>
                  </a:lnTo>
                  <a:lnTo>
                    <a:pt x="8329390" y="52380"/>
                  </a:lnTo>
                  <a:lnTo>
                    <a:pt x="8329536" y="52380"/>
                  </a:lnTo>
                  <a:lnTo>
                    <a:pt x="8329826" y="52380"/>
                  </a:lnTo>
                  <a:lnTo>
                    <a:pt x="8329972" y="52380"/>
                  </a:lnTo>
                  <a:lnTo>
                    <a:pt x="8330117" y="52380"/>
                  </a:lnTo>
                  <a:lnTo>
                    <a:pt x="8330408" y="51757"/>
                  </a:lnTo>
                  <a:lnTo>
                    <a:pt x="8330554" y="51757"/>
                  </a:lnTo>
                  <a:lnTo>
                    <a:pt x="8330699" y="51757"/>
                  </a:lnTo>
                  <a:lnTo>
                    <a:pt x="8330990" y="51757"/>
                  </a:lnTo>
                  <a:lnTo>
                    <a:pt x="8330990" y="51133"/>
                  </a:lnTo>
                  <a:lnTo>
                    <a:pt x="8331135" y="50510"/>
                  </a:lnTo>
                  <a:lnTo>
                    <a:pt x="8331571" y="50510"/>
                  </a:lnTo>
                  <a:lnTo>
                    <a:pt x="8331717" y="50510"/>
                  </a:lnTo>
                  <a:lnTo>
                    <a:pt x="8331862" y="50510"/>
                  </a:lnTo>
                  <a:lnTo>
                    <a:pt x="8332299" y="50510"/>
                  </a:lnTo>
                  <a:lnTo>
                    <a:pt x="8332880" y="50510"/>
                  </a:lnTo>
                  <a:lnTo>
                    <a:pt x="8333462" y="50510"/>
                  </a:lnTo>
                  <a:lnTo>
                    <a:pt x="8333753" y="50510"/>
                  </a:lnTo>
                  <a:lnTo>
                    <a:pt x="8333898" y="50510"/>
                  </a:lnTo>
                  <a:lnTo>
                    <a:pt x="8334044" y="50510"/>
                  </a:lnTo>
                  <a:lnTo>
                    <a:pt x="8334189" y="50510"/>
                  </a:lnTo>
                  <a:lnTo>
                    <a:pt x="8334335" y="50510"/>
                  </a:lnTo>
                  <a:lnTo>
                    <a:pt x="8334480" y="50510"/>
                  </a:lnTo>
                  <a:lnTo>
                    <a:pt x="8334916" y="50510"/>
                  </a:lnTo>
                  <a:lnTo>
                    <a:pt x="8335207" y="50510"/>
                  </a:lnTo>
                  <a:lnTo>
                    <a:pt x="8335353" y="49886"/>
                  </a:lnTo>
                  <a:lnTo>
                    <a:pt x="8335643" y="49886"/>
                  </a:lnTo>
                  <a:lnTo>
                    <a:pt x="8335789" y="49886"/>
                  </a:lnTo>
                  <a:lnTo>
                    <a:pt x="8335934" y="49886"/>
                  </a:lnTo>
                  <a:lnTo>
                    <a:pt x="8336080" y="49886"/>
                  </a:lnTo>
                  <a:lnTo>
                    <a:pt x="8336225" y="49886"/>
                  </a:lnTo>
                  <a:lnTo>
                    <a:pt x="8336371" y="49886"/>
                  </a:lnTo>
                  <a:lnTo>
                    <a:pt x="8336661" y="49886"/>
                  </a:lnTo>
                  <a:lnTo>
                    <a:pt x="8336661" y="49263"/>
                  </a:lnTo>
                  <a:lnTo>
                    <a:pt x="8336807" y="49263"/>
                  </a:lnTo>
                  <a:lnTo>
                    <a:pt x="8337098" y="49263"/>
                  </a:lnTo>
                  <a:lnTo>
                    <a:pt x="8338261" y="49263"/>
                  </a:lnTo>
                  <a:lnTo>
                    <a:pt x="8338406" y="49263"/>
                  </a:lnTo>
                  <a:lnTo>
                    <a:pt x="8338552" y="49263"/>
                  </a:lnTo>
                  <a:lnTo>
                    <a:pt x="8338988" y="49263"/>
                  </a:lnTo>
                  <a:lnTo>
                    <a:pt x="8339134" y="49263"/>
                  </a:lnTo>
                  <a:lnTo>
                    <a:pt x="8339279" y="49263"/>
                  </a:lnTo>
                  <a:lnTo>
                    <a:pt x="8339424" y="49263"/>
                  </a:lnTo>
                  <a:lnTo>
                    <a:pt x="8339570" y="49263"/>
                  </a:lnTo>
                  <a:lnTo>
                    <a:pt x="8339861" y="49263"/>
                  </a:lnTo>
                  <a:lnTo>
                    <a:pt x="8340152" y="49263"/>
                  </a:lnTo>
                  <a:lnTo>
                    <a:pt x="8340297" y="49263"/>
                  </a:lnTo>
                  <a:lnTo>
                    <a:pt x="8340442" y="49263"/>
                  </a:lnTo>
                  <a:lnTo>
                    <a:pt x="8340733" y="48639"/>
                  </a:lnTo>
                  <a:lnTo>
                    <a:pt x="8340879" y="48639"/>
                  </a:lnTo>
                  <a:lnTo>
                    <a:pt x="8341024" y="48639"/>
                  </a:lnTo>
                  <a:lnTo>
                    <a:pt x="8341315" y="48639"/>
                  </a:lnTo>
                  <a:lnTo>
                    <a:pt x="8341460" y="48639"/>
                  </a:lnTo>
                  <a:lnTo>
                    <a:pt x="8341606" y="48639"/>
                  </a:lnTo>
                  <a:lnTo>
                    <a:pt x="8341606" y="47392"/>
                  </a:lnTo>
                  <a:lnTo>
                    <a:pt x="8341751" y="47392"/>
                  </a:lnTo>
                  <a:lnTo>
                    <a:pt x="8341751" y="46768"/>
                  </a:lnTo>
                  <a:lnTo>
                    <a:pt x="8342333" y="46768"/>
                  </a:lnTo>
                  <a:lnTo>
                    <a:pt x="8342478" y="46768"/>
                  </a:lnTo>
                  <a:lnTo>
                    <a:pt x="8342624" y="46768"/>
                  </a:lnTo>
                  <a:lnTo>
                    <a:pt x="8343206" y="46768"/>
                  </a:lnTo>
                  <a:lnTo>
                    <a:pt x="8343351" y="46768"/>
                  </a:lnTo>
                  <a:lnTo>
                    <a:pt x="8343496" y="46768"/>
                  </a:lnTo>
                  <a:lnTo>
                    <a:pt x="8343496" y="46145"/>
                  </a:lnTo>
                  <a:lnTo>
                    <a:pt x="8343642" y="46145"/>
                  </a:lnTo>
                  <a:lnTo>
                    <a:pt x="8344078" y="46145"/>
                  </a:lnTo>
                  <a:lnTo>
                    <a:pt x="8344369" y="46145"/>
                  </a:lnTo>
                  <a:lnTo>
                    <a:pt x="8344514" y="46145"/>
                  </a:lnTo>
                  <a:lnTo>
                    <a:pt x="8344660" y="46145"/>
                  </a:lnTo>
                  <a:lnTo>
                    <a:pt x="8344660" y="45521"/>
                  </a:lnTo>
                  <a:lnTo>
                    <a:pt x="8344805" y="45521"/>
                  </a:lnTo>
                  <a:lnTo>
                    <a:pt x="8345096" y="45521"/>
                  </a:lnTo>
                  <a:lnTo>
                    <a:pt x="8345096" y="44897"/>
                  </a:lnTo>
                  <a:lnTo>
                    <a:pt x="8345241" y="44897"/>
                  </a:lnTo>
                  <a:lnTo>
                    <a:pt x="8345387" y="44897"/>
                  </a:lnTo>
                  <a:lnTo>
                    <a:pt x="8345678" y="44897"/>
                  </a:lnTo>
                  <a:lnTo>
                    <a:pt x="8345823" y="44897"/>
                  </a:lnTo>
                  <a:lnTo>
                    <a:pt x="8346405" y="44897"/>
                  </a:lnTo>
                  <a:lnTo>
                    <a:pt x="8346841" y="44897"/>
                  </a:lnTo>
                  <a:lnTo>
                    <a:pt x="8347423" y="43650"/>
                  </a:lnTo>
                  <a:lnTo>
                    <a:pt x="8347568" y="43650"/>
                  </a:lnTo>
                  <a:lnTo>
                    <a:pt x="8347714" y="43650"/>
                  </a:lnTo>
                  <a:lnTo>
                    <a:pt x="8347859" y="43650"/>
                  </a:lnTo>
                  <a:lnTo>
                    <a:pt x="8348005" y="43650"/>
                  </a:lnTo>
                  <a:lnTo>
                    <a:pt x="8348295" y="43650"/>
                  </a:lnTo>
                  <a:lnTo>
                    <a:pt x="8348441" y="43650"/>
                  </a:lnTo>
                  <a:lnTo>
                    <a:pt x="8348732" y="43650"/>
                  </a:lnTo>
                  <a:lnTo>
                    <a:pt x="8348877" y="43650"/>
                  </a:lnTo>
                  <a:lnTo>
                    <a:pt x="8349168" y="43650"/>
                  </a:lnTo>
                  <a:lnTo>
                    <a:pt x="8349313" y="43650"/>
                  </a:lnTo>
                  <a:lnTo>
                    <a:pt x="8349459" y="43650"/>
                  </a:lnTo>
                  <a:lnTo>
                    <a:pt x="8349604" y="43650"/>
                  </a:lnTo>
                  <a:lnTo>
                    <a:pt x="8349750" y="43650"/>
                  </a:lnTo>
                  <a:lnTo>
                    <a:pt x="8349895" y="43650"/>
                  </a:lnTo>
                  <a:lnTo>
                    <a:pt x="8350186" y="43650"/>
                  </a:lnTo>
                  <a:lnTo>
                    <a:pt x="8350331" y="43650"/>
                  </a:lnTo>
                  <a:lnTo>
                    <a:pt x="8350331" y="43027"/>
                  </a:lnTo>
                  <a:lnTo>
                    <a:pt x="8350477" y="43027"/>
                  </a:lnTo>
                  <a:lnTo>
                    <a:pt x="8350622" y="43027"/>
                  </a:lnTo>
                  <a:lnTo>
                    <a:pt x="8350913" y="43027"/>
                  </a:lnTo>
                  <a:lnTo>
                    <a:pt x="8351059" y="42403"/>
                  </a:lnTo>
                  <a:lnTo>
                    <a:pt x="8351204" y="42403"/>
                  </a:lnTo>
                  <a:lnTo>
                    <a:pt x="8351349" y="42403"/>
                  </a:lnTo>
                  <a:lnTo>
                    <a:pt x="8351495" y="42403"/>
                  </a:lnTo>
                  <a:lnTo>
                    <a:pt x="8351640" y="42403"/>
                  </a:lnTo>
                  <a:lnTo>
                    <a:pt x="8351786" y="42403"/>
                  </a:lnTo>
                  <a:lnTo>
                    <a:pt x="8351931" y="42403"/>
                  </a:lnTo>
                  <a:lnTo>
                    <a:pt x="8352222" y="42403"/>
                  </a:lnTo>
                  <a:lnTo>
                    <a:pt x="8352367" y="42403"/>
                  </a:lnTo>
                  <a:lnTo>
                    <a:pt x="8352658" y="42403"/>
                  </a:lnTo>
                  <a:lnTo>
                    <a:pt x="8352804" y="42403"/>
                  </a:lnTo>
                  <a:lnTo>
                    <a:pt x="8352949" y="42403"/>
                  </a:lnTo>
                  <a:lnTo>
                    <a:pt x="8352949" y="41780"/>
                  </a:lnTo>
                  <a:lnTo>
                    <a:pt x="8353094" y="41780"/>
                  </a:lnTo>
                  <a:lnTo>
                    <a:pt x="8353385" y="41780"/>
                  </a:lnTo>
                  <a:lnTo>
                    <a:pt x="8353531" y="41780"/>
                  </a:lnTo>
                  <a:lnTo>
                    <a:pt x="8353676" y="41780"/>
                  </a:lnTo>
                  <a:lnTo>
                    <a:pt x="8353967" y="41780"/>
                  </a:lnTo>
                  <a:lnTo>
                    <a:pt x="8354258" y="41780"/>
                  </a:lnTo>
                  <a:lnTo>
                    <a:pt x="8354403" y="41780"/>
                  </a:lnTo>
                  <a:lnTo>
                    <a:pt x="8354549" y="41780"/>
                  </a:lnTo>
                  <a:lnTo>
                    <a:pt x="8354985" y="41780"/>
                  </a:lnTo>
                  <a:lnTo>
                    <a:pt x="8355130" y="41780"/>
                  </a:lnTo>
                  <a:lnTo>
                    <a:pt x="8355276" y="41780"/>
                  </a:lnTo>
                  <a:lnTo>
                    <a:pt x="8355421" y="41780"/>
                  </a:lnTo>
                  <a:lnTo>
                    <a:pt x="8355567" y="41780"/>
                  </a:lnTo>
                  <a:lnTo>
                    <a:pt x="8355712" y="41780"/>
                  </a:lnTo>
                  <a:lnTo>
                    <a:pt x="8355858" y="41780"/>
                  </a:lnTo>
                  <a:lnTo>
                    <a:pt x="8356003" y="41780"/>
                  </a:lnTo>
                  <a:lnTo>
                    <a:pt x="8356148" y="41780"/>
                  </a:lnTo>
                  <a:lnTo>
                    <a:pt x="8356294" y="41780"/>
                  </a:lnTo>
                  <a:lnTo>
                    <a:pt x="8356439" y="41156"/>
                  </a:lnTo>
                  <a:lnTo>
                    <a:pt x="8356876" y="41156"/>
                  </a:lnTo>
                  <a:lnTo>
                    <a:pt x="8357021" y="41156"/>
                  </a:lnTo>
                  <a:lnTo>
                    <a:pt x="8357457" y="41156"/>
                  </a:lnTo>
                  <a:lnTo>
                    <a:pt x="8357603" y="41156"/>
                  </a:lnTo>
                  <a:lnTo>
                    <a:pt x="8357748" y="41156"/>
                  </a:lnTo>
                  <a:lnTo>
                    <a:pt x="8357894" y="41156"/>
                  </a:lnTo>
                  <a:lnTo>
                    <a:pt x="8358039" y="41156"/>
                  </a:lnTo>
                  <a:lnTo>
                    <a:pt x="8358039" y="40532"/>
                  </a:lnTo>
                  <a:lnTo>
                    <a:pt x="8358184" y="40532"/>
                  </a:lnTo>
                  <a:lnTo>
                    <a:pt x="8358475" y="40532"/>
                  </a:lnTo>
                  <a:lnTo>
                    <a:pt x="8358911" y="40532"/>
                  </a:lnTo>
                  <a:lnTo>
                    <a:pt x="8359057" y="40532"/>
                  </a:lnTo>
                  <a:lnTo>
                    <a:pt x="8359348" y="40532"/>
                  </a:lnTo>
                  <a:lnTo>
                    <a:pt x="8359493" y="40532"/>
                  </a:lnTo>
                  <a:lnTo>
                    <a:pt x="8359639" y="39909"/>
                  </a:lnTo>
                  <a:lnTo>
                    <a:pt x="8360075" y="39285"/>
                  </a:lnTo>
                  <a:lnTo>
                    <a:pt x="8360220" y="39285"/>
                  </a:lnTo>
                  <a:lnTo>
                    <a:pt x="8360366" y="39285"/>
                  </a:lnTo>
                  <a:lnTo>
                    <a:pt x="8360657" y="39285"/>
                  </a:lnTo>
                  <a:lnTo>
                    <a:pt x="8360657" y="38662"/>
                  </a:lnTo>
                  <a:lnTo>
                    <a:pt x="8360802" y="38662"/>
                  </a:lnTo>
                  <a:lnTo>
                    <a:pt x="8360947" y="38662"/>
                  </a:lnTo>
                  <a:lnTo>
                    <a:pt x="8361093" y="38662"/>
                  </a:lnTo>
                  <a:lnTo>
                    <a:pt x="8361238" y="38038"/>
                  </a:lnTo>
                  <a:lnTo>
                    <a:pt x="8361529" y="38038"/>
                  </a:lnTo>
                  <a:lnTo>
                    <a:pt x="8361675" y="38038"/>
                  </a:lnTo>
                  <a:lnTo>
                    <a:pt x="8362111" y="38038"/>
                  </a:lnTo>
                  <a:lnTo>
                    <a:pt x="8362256" y="38038"/>
                  </a:lnTo>
                  <a:lnTo>
                    <a:pt x="8362402" y="38038"/>
                  </a:lnTo>
                  <a:lnTo>
                    <a:pt x="8362402" y="37414"/>
                  </a:lnTo>
                  <a:lnTo>
                    <a:pt x="8362547" y="37414"/>
                  </a:lnTo>
                  <a:lnTo>
                    <a:pt x="8362693" y="37414"/>
                  </a:lnTo>
                  <a:lnTo>
                    <a:pt x="8362838" y="37414"/>
                  </a:lnTo>
                  <a:lnTo>
                    <a:pt x="8362983" y="36791"/>
                  </a:lnTo>
                  <a:lnTo>
                    <a:pt x="8363565" y="36791"/>
                  </a:lnTo>
                  <a:lnTo>
                    <a:pt x="8363711" y="36791"/>
                  </a:lnTo>
                  <a:lnTo>
                    <a:pt x="8364001" y="36791"/>
                  </a:lnTo>
                  <a:lnTo>
                    <a:pt x="8364147" y="36791"/>
                  </a:lnTo>
                  <a:lnTo>
                    <a:pt x="8364438" y="36791"/>
                  </a:lnTo>
                  <a:lnTo>
                    <a:pt x="8364583" y="36791"/>
                  </a:lnTo>
                  <a:lnTo>
                    <a:pt x="8364729" y="36167"/>
                  </a:lnTo>
                  <a:lnTo>
                    <a:pt x="8364874" y="36167"/>
                  </a:lnTo>
                  <a:lnTo>
                    <a:pt x="8365019" y="36167"/>
                  </a:lnTo>
                  <a:lnTo>
                    <a:pt x="8365456" y="36167"/>
                  </a:lnTo>
                  <a:lnTo>
                    <a:pt x="8365601" y="36167"/>
                  </a:lnTo>
                  <a:lnTo>
                    <a:pt x="8365746" y="36167"/>
                  </a:lnTo>
                  <a:lnTo>
                    <a:pt x="8365892" y="36167"/>
                  </a:lnTo>
                  <a:lnTo>
                    <a:pt x="8366183" y="36167"/>
                  </a:lnTo>
                  <a:lnTo>
                    <a:pt x="8366474" y="36167"/>
                  </a:lnTo>
                  <a:lnTo>
                    <a:pt x="8366764" y="36167"/>
                  </a:lnTo>
                  <a:lnTo>
                    <a:pt x="8366910" y="35544"/>
                  </a:lnTo>
                  <a:lnTo>
                    <a:pt x="8367055" y="35544"/>
                  </a:lnTo>
                  <a:lnTo>
                    <a:pt x="8367201" y="35544"/>
                  </a:lnTo>
                  <a:lnTo>
                    <a:pt x="8367492" y="35544"/>
                  </a:lnTo>
                  <a:lnTo>
                    <a:pt x="8368073" y="35544"/>
                  </a:lnTo>
                  <a:lnTo>
                    <a:pt x="8368219" y="35544"/>
                  </a:lnTo>
                  <a:lnTo>
                    <a:pt x="8368364" y="35544"/>
                  </a:lnTo>
                  <a:lnTo>
                    <a:pt x="8368510" y="35544"/>
                  </a:lnTo>
                  <a:lnTo>
                    <a:pt x="8368800" y="35544"/>
                  </a:lnTo>
                  <a:lnTo>
                    <a:pt x="8368946" y="35544"/>
                  </a:lnTo>
                  <a:lnTo>
                    <a:pt x="8369091" y="35544"/>
                  </a:lnTo>
                  <a:lnTo>
                    <a:pt x="8369237" y="35544"/>
                  </a:lnTo>
                  <a:lnTo>
                    <a:pt x="8369382" y="35544"/>
                  </a:lnTo>
                  <a:lnTo>
                    <a:pt x="8369528" y="35544"/>
                  </a:lnTo>
                  <a:lnTo>
                    <a:pt x="8369673" y="35544"/>
                  </a:lnTo>
                  <a:lnTo>
                    <a:pt x="8369818" y="35544"/>
                  </a:lnTo>
                  <a:lnTo>
                    <a:pt x="8369964" y="35544"/>
                  </a:lnTo>
                  <a:lnTo>
                    <a:pt x="8370691" y="35544"/>
                  </a:lnTo>
                  <a:lnTo>
                    <a:pt x="8370836" y="35544"/>
                  </a:lnTo>
                  <a:lnTo>
                    <a:pt x="8370982" y="35544"/>
                  </a:lnTo>
                  <a:lnTo>
                    <a:pt x="8371127" y="35544"/>
                  </a:lnTo>
                  <a:lnTo>
                    <a:pt x="8371273" y="35544"/>
                  </a:lnTo>
                  <a:lnTo>
                    <a:pt x="8371418" y="34920"/>
                  </a:lnTo>
                  <a:lnTo>
                    <a:pt x="8371709" y="34920"/>
                  </a:lnTo>
                  <a:lnTo>
                    <a:pt x="8371854" y="34920"/>
                  </a:lnTo>
                  <a:lnTo>
                    <a:pt x="8372000" y="34920"/>
                  </a:lnTo>
                  <a:lnTo>
                    <a:pt x="8372291" y="34920"/>
                  </a:lnTo>
                  <a:lnTo>
                    <a:pt x="8372436" y="34920"/>
                  </a:lnTo>
                  <a:lnTo>
                    <a:pt x="8372436" y="34297"/>
                  </a:lnTo>
                  <a:lnTo>
                    <a:pt x="8372581" y="34297"/>
                  </a:lnTo>
                  <a:lnTo>
                    <a:pt x="8373018" y="33049"/>
                  </a:lnTo>
                  <a:lnTo>
                    <a:pt x="8373454" y="33049"/>
                  </a:lnTo>
                  <a:lnTo>
                    <a:pt x="8373599" y="33049"/>
                  </a:lnTo>
                  <a:lnTo>
                    <a:pt x="8373745" y="33049"/>
                  </a:lnTo>
                  <a:lnTo>
                    <a:pt x="8373890" y="33049"/>
                  </a:lnTo>
                  <a:lnTo>
                    <a:pt x="8374036" y="33049"/>
                  </a:lnTo>
                  <a:lnTo>
                    <a:pt x="8374181" y="33049"/>
                  </a:lnTo>
                  <a:lnTo>
                    <a:pt x="8374327" y="33049"/>
                  </a:lnTo>
                  <a:lnTo>
                    <a:pt x="8374617" y="32426"/>
                  </a:lnTo>
                  <a:lnTo>
                    <a:pt x="8374763" y="32426"/>
                  </a:lnTo>
                  <a:lnTo>
                    <a:pt x="8374908" y="32426"/>
                  </a:lnTo>
                  <a:lnTo>
                    <a:pt x="8375054" y="32426"/>
                  </a:lnTo>
                  <a:lnTo>
                    <a:pt x="8375199" y="32426"/>
                  </a:lnTo>
                  <a:lnTo>
                    <a:pt x="8375345" y="32426"/>
                  </a:lnTo>
                  <a:lnTo>
                    <a:pt x="8375490" y="32426"/>
                  </a:lnTo>
                  <a:lnTo>
                    <a:pt x="8375635" y="32426"/>
                  </a:lnTo>
                  <a:lnTo>
                    <a:pt x="8375781" y="32426"/>
                  </a:lnTo>
                  <a:lnTo>
                    <a:pt x="8375926" y="32426"/>
                  </a:lnTo>
                  <a:lnTo>
                    <a:pt x="8376217" y="32426"/>
                  </a:lnTo>
                  <a:lnTo>
                    <a:pt x="8376217" y="31802"/>
                  </a:lnTo>
                  <a:lnTo>
                    <a:pt x="8376363" y="31802"/>
                  </a:lnTo>
                  <a:lnTo>
                    <a:pt x="8376508" y="31802"/>
                  </a:lnTo>
                  <a:lnTo>
                    <a:pt x="8376799" y="31802"/>
                  </a:lnTo>
                  <a:lnTo>
                    <a:pt x="8376944" y="31802"/>
                  </a:lnTo>
                  <a:lnTo>
                    <a:pt x="8377235" y="31802"/>
                  </a:lnTo>
                  <a:lnTo>
                    <a:pt x="8377526" y="31802"/>
                  </a:lnTo>
                  <a:lnTo>
                    <a:pt x="8377671" y="31179"/>
                  </a:lnTo>
                  <a:lnTo>
                    <a:pt x="8378399" y="31179"/>
                  </a:lnTo>
                  <a:lnTo>
                    <a:pt x="8378544" y="31179"/>
                  </a:lnTo>
                  <a:lnTo>
                    <a:pt x="8378689" y="31179"/>
                  </a:lnTo>
                  <a:lnTo>
                    <a:pt x="8378835" y="31179"/>
                  </a:lnTo>
                  <a:lnTo>
                    <a:pt x="8378980" y="31179"/>
                  </a:lnTo>
                  <a:lnTo>
                    <a:pt x="8379271" y="31179"/>
                  </a:lnTo>
                  <a:lnTo>
                    <a:pt x="8379707" y="31179"/>
                  </a:lnTo>
                  <a:lnTo>
                    <a:pt x="8379853" y="31179"/>
                  </a:lnTo>
                  <a:lnTo>
                    <a:pt x="8379998" y="31179"/>
                  </a:lnTo>
                  <a:lnTo>
                    <a:pt x="8380144" y="31179"/>
                  </a:lnTo>
                  <a:lnTo>
                    <a:pt x="8380289" y="31179"/>
                  </a:lnTo>
                  <a:lnTo>
                    <a:pt x="8380434" y="31179"/>
                  </a:lnTo>
                  <a:lnTo>
                    <a:pt x="8380580" y="31179"/>
                  </a:lnTo>
                  <a:lnTo>
                    <a:pt x="8380580" y="30555"/>
                  </a:lnTo>
                  <a:lnTo>
                    <a:pt x="8380580" y="29931"/>
                  </a:lnTo>
                  <a:lnTo>
                    <a:pt x="8380725" y="29931"/>
                  </a:lnTo>
                  <a:lnTo>
                    <a:pt x="8381016" y="29931"/>
                  </a:lnTo>
                  <a:lnTo>
                    <a:pt x="8381162" y="29931"/>
                  </a:lnTo>
                  <a:lnTo>
                    <a:pt x="8381307" y="29931"/>
                  </a:lnTo>
                  <a:lnTo>
                    <a:pt x="8381307" y="29308"/>
                  </a:lnTo>
                  <a:lnTo>
                    <a:pt x="8381452" y="29308"/>
                  </a:lnTo>
                  <a:lnTo>
                    <a:pt x="8381743" y="29308"/>
                  </a:lnTo>
                  <a:lnTo>
                    <a:pt x="8381889" y="29308"/>
                  </a:lnTo>
                  <a:lnTo>
                    <a:pt x="8382034" y="29308"/>
                  </a:lnTo>
                  <a:lnTo>
                    <a:pt x="8382325" y="28684"/>
                  </a:lnTo>
                  <a:lnTo>
                    <a:pt x="8382470" y="28684"/>
                  </a:lnTo>
                  <a:lnTo>
                    <a:pt x="8382761" y="28684"/>
                  </a:lnTo>
                  <a:lnTo>
                    <a:pt x="8382907" y="28684"/>
                  </a:lnTo>
                  <a:lnTo>
                    <a:pt x="8383052" y="28684"/>
                  </a:lnTo>
                  <a:lnTo>
                    <a:pt x="8383198" y="28684"/>
                  </a:lnTo>
                  <a:lnTo>
                    <a:pt x="8383343" y="28684"/>
                  </a:lnTo>
                  <a:lnTo>
                    <a:pt x="8383488" y="28684"/>
                  </a:lnTo>
                  <a:lnTo>
                    <a:pt x="8383634" y="28684"/>
                  </a:lnTo>
                  <a:lnTo>
                    <a:pt x="8383925" y="28684"/>
                  </a:lnTo>
                  <a:lnTo>
                    <a:pt x="8384070" y="28684"/>
                  </a:lnTo>
                  <a:lnTo>
                    <a:pt x="8384216" y="28684"/>
                  </a:lnTo>
                  <a:lnTo>
                    <a:pt x="8384361" y="28684"/>
                  </a:lnTo>
                  <a:lnTo>
                    <a:pt x="8384506" y="28684"/>
                  </a:lnTo>
                  <a:lnTo>
                    <a:pt x="8384797" y="28684"/>
                  </a:lnTo>
                  <a:lnTo>
                    <a:pt x="8384943" y="28684"/>
                  </a:lnTo>
                  <a:lnTo>
                    <a:pt x="8385234" y="28684"/>
                  </a:lnTo>
                  <a:lnTo>
                    <a:pt x="8385379" y="28684"/>
                  </a:lnTo>
                  <a:lnTo>
                    <a:pt x="8385524" y="28684"/>
                  </a:lnTo>
                  <a:lnTo>
                    <a:pt x="8385670" y="28684"/>
                  </a:lnTo>
                  <a:lnTo>
                    <a:pt x="8385961" y="28684"/>
                  </a:lnTo>
                  <a:lnTo>
                    <a:pt x="8386106" y="28684"/>
                  </a:lnTo>
                  <a:lnTo>
                    <a:pt x="8386251" y="28684"/>
                  </a:lnTo>
                  <a:lnTo>
                    <a:pt x="8386397" y="28684"/>
                  </a:lnTo>
                  <a:lnTo>
                    <a:pt x="8386688" y="28684"/>
                  </a:lnTo>
                  <a:lnTo>
                    <a:pt x="8386979" y="28684"/>
                  </a:lnTo>
                  <a:lnTo>
                    <a:pt x="8387124" y="28684"/>
                  </a:lnTo>
                  <a:lnTo>
                    <a:pt x="8387269" y="28684"/>
                  </a:lnTo>
                  <a:lnTo>
                    <a:pt x="8387706" y="28684"/>
                  </a:lnTo>
                  <a:lnTo>
                    <a:pt x="8387851" y="28684"/>
                  </a:lnTo>
                  <a:lnTo>
                    <a:pt x="8388142" y="28684"/>
                  </a:lnTo>
                  <a:lnTo>
                    <a:pt x="8388287" y="28684"/>
                  </a:lnTo>
                  <a:lnTo>
                    <a:pt x="8388433" y="28684"/>
                  </a:lnTo>
                  <a:lnTo>
                    <a:pt x="8388578" y="28684"/>
                  </a:lnTo>
                  <a:lnTo>
                    <a:pt x="8388724" y="28684"/>
                  </a:lnTo>
                  <a:lnTo>
                    <a:pt x="8388869" y="28684"/>
                  </a:lnTo>
                  <a:lnTo>
                    <a:pt x="8389015" y="28684"/>
                  </a:lnTo>
                  <a:lnTo>
                    <a:pt x="8389305" y="28684"/>
                  </a:lnTo>
                  <a:lnTo>
                    <a:pt x="8389596" y="28684"/>
                  </a:lnTo>
                  <a:lnTo>
                    <a:pt x="8389742" y="28684"/>
                  </a:lnTo>
                  <a:lnTo>
                    <a:pt x="8389887" y="28684"/>
                  </a:lnTo>
                  <a:lnTo>
                    <a:pt x="8390033" y="28684"/>
                  </a:lnTo>
                  <a:lnTo>
                    <a:pt x="8390323" y="28684"/>
                  </a:lnTo>
                  <a:lnTo>
                    <a:pt x="8390614" y="28061"/>
                  </a:lnTo>
                  <a:lnTo>
                    <a:pt x="8390905" y="28061"/>
                  </a:lnTo>
                  <a:lnTo>
                    <a:pt x="8391196" y="27437"/>
                  </a:lnTo>
                  <a:lnTo>
                    <a:pt x="8391341" y="27437"/>
                  </a:lnTo>
                  <a:lnTo>
                    <a:pt x="8391632" y="26814"/>
                  </a:lnTo>
                  <a:lnTo>
                    <a:pt x="8391778" y="26814"/>
                  </a:lnTo>
                  <a:lnTo>
                    <a:pt x="8392069" y="26814"/>
                  </a:lnTo>
                  <a:lnTo>
                    <a:pt x="8392359" y="26814"/>
                  </a:lnTo>
                  <a:lnTo>
                    <a:pt x="8392505" y="26814"/>
                  </a:lnTo>
                  <a:lnTo>
                    <a:pt x="8392796" y="26814"/>
                  </a:lnTo>
                  <a:lnTo>
                    <a:pt x="8393086" y="26814"/>
                  </a:lnTo>
                  <a:lnTo>
                    <a:pt x="8393232" y="26814"/>
                  </a:lnTo>
                  <a:lnTo>
                    <a:pt x="8393523" y="26814"/>
                  </a:lnTo>
                  <a:lnTo>
                    <a:pt x="8393668" y="26814"/>
                  </a:lnTo>
                  <a:lnTo>
                    <a:pt x="8393814" y="26814"/>
                  </a:lnTo>
                  <a:lnTo>
                    <a:pt x="8393959" y="26814"/>
                  </a:lnTo>
                  <a:lnTo>
                    <a:pt x="8394104" y="26814"/>
                  </a:lnTo>
                  <a:lnTo>
                    <a:pt x="8394250" y="26814"/>
                  </a:lnTo>
                  <a:lnTo>
                    <a:pt x="8394541" y="26814"/>
                  </a:lnTo>
                  <a:lnTo>
                    <a:pt x="8394686" y="26814"/>
                  </a:lnTo>
                  <a:lnTo>
                    <a:pt x="8394686" y="26190"/>
                  </a:lnTo>
                  <a:lnTo>
                    <a:pt x="8394832" y="26190"/>
                  </a:lnTo>
                  <a:lnTo>
                    <a:pt x="8395413" y="26190"/>
                  </a:lnTo>
                  <a:lnTo>
                    <a:pt x="8395559" y="26190"/>
                  </a:lnTo>
                  <a:lnTo>
                    <a:pt x="8395559" y="25566"/>
                  </a:lnTo>
                  <a:lnTo>
                    <a:pt x="8395704" y="25566"/>
                  </a:lnTo>
                  <a:lnTo>
                    <a:pt x="8395850" y="25566"/>
                  </a:lnTo>
                  <a:lnTo>
                    <a:pt x="8396431" y="25566"/>
                  </a:lnTo>
                  <a:lnTo>
                    <a:pt x="8396577" y="25566"/>
                  </a:lnTo>
                  <a:lnTo>
                    <a:pt x="8396722" y="25566"/>
                  </a:lnTo>
                  <a:lnTo>
                    <a:pt x="8396868" y="25566"/>
                  </a:lnTo>
                  <a:lnTo>
                    <a:pt x="8397013" y="25566"/>
                  </a:lnTo>
                  <a:lnTo>
                    <a:pt x="8397158" y="25566"/>
                  </a:lnTo>
                  <a:lnTo>
                    <a:pt x="8397304" y="25566"/>
                  </a:lnTo>
                  <a:lnTo>
                    <a:pt x="8397304" y="24943"/>
                  </a:lnTo>
                  <a:lnTo>
                    <a:pt x="8397449" y="24943"/>
                  </a:lnTo>
                  <a:lnTo>
                    <a:pt x="8397449" y="24319"/>
                  </a:lnTo>
                  <a:lnTo>
                    <a:pt x="8397595" y="24319"/>
                  </a:lnTo>
                  <a:lnTo>
                    <a:pt x="8397740" y="24319"/>
                  </a:lnTo>
                  <a:lnTo>
                    <a:pt x="8397886" y="24319"/>
                  </a:lnTo>
                  <a:lnTo>
                    <a:pt x="8398176" y="24319"/>
                  </a:lnTo>
                  <a:lnTo>
                    <a:pt x="8398322" y="24319"/>
                  </a:lnTo>
                  <a:lnTo>
                    <a:pt x="8398613" y="24319"/>
                  </a:lnTo>
                  <a:lnTo>
                    <a:pt x="8398758" y="24319"/>
                  </a:lnTo>
                  <a:lnTo>
                    <a:pt x="8398904" y="24319"/>
                  </a:lnTo>
                  <a:lnTo>
                    <a:pt x="8399194" y="24319"/>
                  </a:lnTo>
                  <a:lnTo>
                    <a:pt x="8399485" y="24319"/>
                  </a:lnTo>
                  <a:lnTo>
                    <a:pt x="8399776" y="24319"/>
                  </a:lnTo>
                  <a:lnTo>
                    <a:pt x="8400067" y="24319"/>
                  </a:lnTo>
                  <a:lnTo>
                    <a:pt x="8400358" y="24319"/>
                  </a:lnTo>
                  <a:lnTo>
                    <a:pt x="8400794" y="24319"/>
                  </a:lnTo>
                  <a:lnTo>
                    <a:pt x="8400939" y="24319"/>
                  </a:lnTo>
                  <a:lnTo>
                    <a:pt x="8401085" y="24319"/>
                  </a:lnTo>
                  <a:lnTo>
                    <a:pt x="8401230" y="24319"/>
                  </a:lnTo>
                  <a:lnTo>
                    <a:pt x="8401376" y="24319"/>
                  </a:lnTo>
                  <a:lnTo>
                    <a:pt x="8403993" y="23072"/>
                  </a:lnTo>
                  <a:lnTo>
                    <a:pt x="8404139" y="23072"/>
                  </a:lnTo>
                  <a:lnTo>
                    <a:pt x="8404284" y="23072"/>
                  </a:lnTo>
                  <a:lnTo>
                    <a:pt x="8404430" y="23072"/>
                  </a:lnTo>
                  <a:lnTo>
                    <a:pt x="8404575" y="23072"/>
                  </a:lnTo>
                  <a:lnTo>
                    <a:pt x="8404721" y="23072"/>
                  </a:lnTo>
                  <a:lnTo>
                    <a:pt x="8405157" y="23072"/>
                  </a:lnTo>
                  <a:lnTo>
                    <a:pt x="8405302" y="23072"/>
                  </a:lnTo>
                  <a:lnTo>
                    <a:pt x="8405593" y="23072"/>
                  </a:lnTo>
                  <a:lnTo>
                    <a:pt x="8405739" y="23072"/>
                  </a:lnTo>
                  <a:lnTo>
                    <a:pt x="8406175" y="23072"/>
                  </a:lnTo>
                  <a:lnTo>
                    <a:pt x="8406320" y="23072"/>
                  </a:lnTo>
                  <a:lnTo>
                    <a:pt x="8406756" y="23072"/>
                  </a:lnTo>
                  <a:lnTo>
                    <a:pt x="8406902" y="23072"/>
                  </a:lnTo>
                  <a:lnTo>
                    <a:pt x="8406902" y="22448"/>
                  </a:lnTo>
                  <a:lnTo>
                    <a:pt x="8407047" y="22448"/>
                  </a:lnTo>
                  <a:lnTo>
                    <a:pt x="8407193" y="22448"/>
                  </a:lnTo>
                  <a:lnTo>
                    <a:pt x="8407338" y="22448"/>
                  </a:lnTo>
                  <a:lnTo>
                    <a:pt x="8407484" y="22448"/>
                  </a:lnTo>
                  <a:lnTo>
                    <a:pt x="8407629" y="22448"/>
                  </a:lnTo>
                  <a:lnTo>
                    <a:pt x="8407774" y="22448"/>
                  </a:lnTo>
                  <a:lnTo>
                    <a:pt x="8407920" y="22448"/>
                  </a:lnTo>
                  <a:lnTo>
                    <a:pt x="8408065" y="22448"/>
                  </a:lnTo>
                  <a:lnTo>
                    <a:pt x="8408211" y="22448"/>
                  </a:lnTo>
                  <a:lnTo>
                    <a:pt x="8408502" y="22448"/>
                  </a:lnTo>
                  <a:lnTo>
                    <a:pt x="8408647" y="21825"/>
                  </a:lnTo>
                  <a:lnTo>
                    <a:pt x="8408792" y="21825"/>
                  </a:lnTo>
                  <a:lnTo>
                    <a:pt x="8409083" y="21825"/>
                  </a:lnTo>
                  <a:lnTo>
                    <a:pt x="8409229" y="21825"/>
                  </a:lnTo>
                  <a:lnTo>
                    <a:pt x="8409374" y="21825"/>
                  </a:lnTo>
                  <a:lnTo>
                    <a:pt x="8409520" y="21825"/>
                  </a:lnTo>
                  <a:lnTo>
                    <a:pt x="8409665" y="21825"/>
                  </a:lnTo>
                  <a:lnTo>
                    <a:pt x="8409810" y="21825"/>
                  </a:lnTo>
                  <a:lnTo>
                    <a:pt x="8410101" y="21825"/>
                  </a:lnTo>
                  <a:lnTo>
                    <a:pt x="8410538" y="21825"/>
                  </a:lnTo>
                  <a:lnTo>
                    <a:pt x="8410683" y="21825"/>
                  </a:lnTo>
                  <a:lnTo>
                    <a:pt x="8410828" y="21825"/>
                  </a:lnTo>
                  <a:lnTo>
                    <a:pt x="8410974" y="21825"/>
                  </a:lnTo>
                  <a:lnTo>
                    <a:pt x="8411119" y="21825"/>
                  </a:lnTo>
                  <a:lnTo>
                    <a:pt x="8411265" y="21825"/>
                  </a:lnTo>
                  <a:lnTo>
                    <a:pt x="8411410" y="21825"/>
                  </a:lnTo>
                  <a:lnTo>
                    <a:pt x="8411556" y="21825"/>
                  </a:lnTo>
                  <a:lnTo>
                    <a:pt x="8411556" y="21201"/>
                  </a:lnTo>
                  <a:lnTo>
                    <a:pt x="8411701" y="21201"/>
                  </a:lnTo>
                  <a:lnTo>
                    <a:pt x="8411846" y="21201"/>
                  </a:lnTo>
                  <a:lnTo>
                    <a:pt x="8412137" y="21201"/>
                  </a:lnTo>
                  <a:lnTo>
                    <a:pt x="8412283" y="21201"/>
                  </a:lnTo>
                  <a:lnTo>
                    <a:pt x="8412428" y="21201"/>
                  </a:lnTo>
                  <a:lnTo>
                    <a:pt x="8412573" y="21201"/>
                  </a:lnTo>
                  <a:lnTo>
                    <a:pt x="8412864" y="21201"/>
                  </a:lnTo>
                  <a:lnTo>
                    <a:pt x="8413155" y="21201"/>
                  </a:lnTo>
                  <a:lnTo>
                    <a:pt x="8413301" y="21201"/>
                  </a:lnTo>
                  <a:lnTo>
                    <a:pt x="8413737" y="21201"/>
                  </a:lnTo>
                  <a:lnTo>
                    <a:pt x="8413882" y="21201"/>
                  </a:lnTo>
                  <a:lnTo>
                    <a:pt x="8414028" y="21201"/>
                  </a:lnTo>
                  <a:lnTo>
                    <a:pt x="8414173" y="20578"/>
                  </a:lnTo>
                  <a:lnTo>
                    <a:pt x="8414319" y="20578"/>
                  </a:lnTo>
                  <a:lnTo>
                    <a:pt x="8414464" y="20578"/>
                  </a:lnTo>
                  <a:lnTo>
                    <a:pt x="8414609" y="20578"/>
                  </a:lnTo>
                  <a:lnTo>
                    <a:pt x="8414900" y="20578"/>
                  </a:lnTo>
                  <a:lnTo>
                    <a:pt x="8415046" y="20578"/>
                  </a:lnTo>
                  <a:lnTo>
                    <a:pt x="8415191" y="20578"/>
                  </a:lnTo>
                  <a:lnTo>
                    <a:pt x="8415482" y="20578"/>
                  </a:lnTo>
                  <a:lnTo>
                    <a:pt x="8415773" y="20578"/>
                  </a:lnTo>
                  <a:lnTo>
                    <a:pt x="8415918" y="19954"/>
                  </a:lnTo>
                  <a:lnTo>
                    <a:pt x="8416064" y="19954"/>
                  </a:lnTo>
                  <a:lnTo>
                    <a:pt x="8416209" y="19954"/>
                  </a:lnTo>
                  <a:lnTo>
                    <a:pt x="8416355" y="19954"/>
                  </a:lnTo>
                  <a:lnTo>
                    <a:pt x="8416791" y="19954"/>
                  </a:lnTo>
                  <a:lnTo>
                    <a:pt x="8416791" y="19331"/>
                  </a:lnTo>
                  <a:lnTo>
                    <a:pt x="8416936" y="19331"/>
                  </a:lnTo>
                  <a:lnTo>
                    <a:pt x="8417082" y="19331"/>
                  </a:lnTo>
                  <a:lnTo>
                    <a:pt x="8417227" y="19331"/>
                  </a:lnTo>
                  <a:lnTo>
                    <a:pt x="8417373" y="19331"/>
                  </a:lnTo>
                  <a:lnTo>
                    <a:pt x="8417518" y="19331"/>
                  </a:lnTo>
                  <a:lnTo>
                    <a:pt x="8417663" y="19331"/>
                  </a:lnTo>
                  <a:lnTo>
                    <a:pt x="8417809" y="19331"/>
                  </a:lnTo>
                  <a:lnTo>
                    <a:pt x="8417954" y="19331"/>
                  </a:lnTo>
                  <a:lnTo>
                    <a:pt x="8417954" y="18707"/>
                  </a:lnTo>
                  <a:lnTo>
                    <a:pt x="8418245" y="18707"/>
                  </a:lnTo>
                  <a:lnTo>
                    <a:pt x="8418681" y="18707"/>
                  </a:lnTo>
                  <a:lnTo>
                    <a:pt x="8418827" y="18707"/>
                  </a:lnTo>
                  <a:lnTo>
                    <a:pt x="8418972" y="18707"/>
                  </a:lnTo>
                  <a:lnTo>
                    <a:pt x="8419118" y="18707"/>
                  </a:lnTo>
                  <a:lnTo>
                    <a:pt x="8419263" y="18707"/>
                  </a:lnTo>
                  <a:lnTo>
                    <a:pt x="8419408" y="18707"/>
                  </a:lnTo>
                  <a:lnTo>
                    <a:pt x="8419554" y="18707"/>
                  </a:lnTo>
                  <a:lnTo>
                    <a:pt x="8419845" y="18707"/>
                  </a:lnTo>
                  <a:lnTo>
                    <a:pt x="8419990" y="18707"/>
                  </a:lnTo>
                  <a:lnTo>
                    <a:pt x="8420136" y="18707"/>
                  </a:lnTo>
                  <a:lnTo>
                    <a:pt x="8420281" y="18707"/>
                  </a:lnTo>
                  <a:lnTo>
                    <a:pt x="8420572" y="18707"/>
                  </a:lnTo>
                  <a:lnTo>
                    <a:pt x="8420717" y="18707"/>
                  </a:lnTo>
                  <a:lnTo>
                    <a:pt x="8421008" y="18707"/>
                  </a:lnTo>
                  <a:lnTo>
                    <a:pt x="8421008" y="18083"/>
                  </a:lnTo>
                  <a:lnTo>
                    <a:pt x="8421154" y="17460"/>
                  </a:lnTo>
                  <a:lnTo>
                    <a:pt x="8421299" y="17460"/>
                  </a:lnTo>
                  <a:lnTo>
                    <a:pt x="8421444" y="17460"/>
                  </a:lnTo>
                  <a:lnTo>
                    <a:pt x="8421590" y="17460"/>
                  </a:lnTo>
                  <a:lnTo>
                    <a:pt x="8421881" y="17460"/>
                  </a:lnTo>
                  <a:lnTo>
                    <a:pt x="8422026" y="17460"/>
                  </a:lnTo>
                  <a:lnTo>
                    <a:pt x="8422172" y="17460"/>
                  </a:lnTo>
                  <a:lnTo>
                    <a:pt x="8422317" y="17460"/>
                  </a:lnTo>
                  <a:lnTo>
                    <a:pt x="8422608" y="17460"/>
                  </a:lnTo>
                  <a:lnTo>
                    <a:pt x="8422753" y="17460"/>
                  </a:lnTo>
                  <a:lnTo>
                    <a:pt x="8422899" y="17460"/>
                  </a:lnTo>
                  <a:lnTo>
                    <a:pt x="8423044" y="17460"/>
                  </a:lnTo>
                  <a:lnTo>
                    <a:pt x="8423335" y="17460"/>
                  </a:lnTo>
                  <a:lnTo>
                    <a:pt x="8423480" y="17460"/>
                  </a:lnTo>
                  <a:lnTo>
                    <a:pt x="8423626" y="17460"/>
                  </a:lnTo>
                  <a:lnTo>
                    <a:pt x="8423771" y="17460"/>
                  </a:lnTo>
                  <a:lnTo>
                    <a:pt x="8423917" y="16836"/>
                  </a:lnTo>
                  <a:lnTo>
                    <a:pt x="8424062" y="16836"/>
                  </a:lnTo>
                  <a:lnTo>
                    <a:pt x="8424208" y="16836"/>
                  </a:lnTo>
                  <a:lnTo>
                    <a:pt x="8424353" y="16836"/>
                  </a:lnTo>
                  <a:lnTo>
                    <a:pt x="8424498" y="16836"/>
                  </a:lnTo>
                  <a:lnTo>
                    <a:pt x="8424644" y="16836"/>
                  </a:lnTo>
                  <a:lnTo>
                    <a:pt x="8424789" y="16836"/>
                  </a:lnTo>
                  <a:lnTo>
                    <a:pt x="8424935" y="16836"/>
                  </a:lnTo>
                  <a:lnTo>
                    <a:pt x="8425080" y="16836"/>
                  </a:lnTo>
                  <a:lnTo>
                    <a:pt x="8425226" y="16836"/>
                  </a:lnTo>
                  <a:lnTo>
                    <a:pt x="8425371" y="16836"/>
                  </a:lnTo>
                  <a:lnTo>
                    <a:pt x="8425516" y="16836"/>
                  </a:lnTo>
                  <a:lnTo>
                    <a:pt x="8425662" y="16836"/>
                  </a:lnTo>
                  <a:lnTo>
                    <a:pt x="8425953" y="16836"/>
                  </a:lnTo>
                  <a:lnTo>
                    <a:pt x="8426098" y="16836"/>
                  </a:lnTo>
                  <a:lnTo>
                    <a:pt x="8426389" y="16836"/>
                  </a:lnTo>
                  <a:lnTo>
                    <a:pt x="8426534" y="16836"/>
                  </a:lnTo>
                  <a:lnTo>
                    <a:pt x="8426680" y="16836"/>
                  </a:lnTo>
                  <a:lnTo>
                    <a:pt x="8426825" y="16836"/>
                  </a:lnTo>
                  <a:lnTo>
                    <a:pt x="8426971" y="16836"/>
                  </a:lnTo>
                  <a:lnTo>
                    <a:pt x="8427116" y="16836"/>
                  </a:lnTo>
                  <a:lnTo>
                    <a:pt x="8427261" y="16836"/>
                  </a:lnTo>
                  <a:lnTo>
                    <a:pt x="8427552" y="16213"/>
                  </a:lnTo>
                  <a:lnTo>
                    <a:pt x="8428134" y="16213"/>
                  </a:lnTo>
                  <a:lnTo>
                    <a:pt x="8428279" y="16213"/>
                  </a:lnTo>
                  <a:lnTo>
                    <a:pt x="8428425" y="16213"/>
                  </a:lnTo>
                  <a:lnTo>
                    <a:pt x="8428570" y="16213"/>
                  </a:lnTo>
                  <a:lnTo>
                    <a:pt x="8428716" y="16213"/>
                  </a:lnTo>
                  <a:lnTo>
                    <a:pt x="8428861" y="16213"/>
                  </a:lnTo>
                  <a:lnTo>
                    <a:pt x="8429007" y="16213"/>
                  </a:lnTo>
                  <a:lnTo>
                    <a:pt x="8429297" y="16213"/>
                  </a:lnTo>
                  <a:lnTo>
                    <a:pt x="8429443" y="16213"/>
                  </a:lnTo>
                  <a:lnTo>
                    <a:pt x="8429734" y="16213"/>
                  </a:lnTo>
                  <a:lnTo>
                    <a:pt x="8429879" y="16213"/>
                  </a:lnTo>
                  <a:lnTo>
                    <a:pt x="8430025" y="16213"/>
                  </a:lnTo>
                  <a:lnTo>
                    <a:pt x="8430170" y="16213"/>
                  </a:lnTo>
                  <a:lnTo>
                    <a:pt x="8430315" y="16213"/>
                  </a:lnTo>
                  <a:lnTo>
                    <a:pt x="8430461" y="16213"/>
                  </a:lnTo>
                  <a:lnTo>
                    <a:pt x="8430461" y="15589"/>
                  </a:lnTo>
                  <a:lnTo>
                    <a:pt x="8430606" y="15589"/>
                  </a:lnTo>
                  <a:lnTo>
                    <a:pt x="8431043" y="15589"/>
                  </a:lnTo>
                  <a:lnTo>
                    <a:pt x="8431333" y="15589"/>
                  </a:lnTo>
                  <a:lnTo>
                    <a:pt x="8431624" y="15589"/>
                  </a:lnTo>
                  <a:lnTo>
                    <a:pt x="8431770" y="15589"/>
                  </a:lnTo>
                  <a:lnTo>
                    <a:pt x="8431915" y="15589"/>
                  </a:lnTo>
                  <a:lnTo>
                    <a:pt x="8432061" y="15589"/>
                  </a:lnTo>
                  <a:lnTo>
                    <a:pt x="8432206" y="15589"/>
                  </a:lnTo>
                  <a:lnTo>
                    <a:pt x="8432351" y="15589"/>
                  </a:lnTo>
                  <a:lnTo>
                    <a:pt x="8432788" y="15589"/>
                  </a:lnTo>
                  <a:lnTo>
                    <a:pt x="8432933" y="15589"/>
                  </a:lnTo>
                  <a:lnTo>
                    <a:pt x="8433078" y="15589"/>
                  </a:lnTo>
                  <a:lnTo>
                    <a:pt x="8433224" y="15589"/>
                  </a:lnTo>
                  <a:lnTo>
                    <a:pt x="8433515" y="15589"/>
                  </a:lnTo>
                  <a:lnTo>
                    <a:pt x="8433951" y="15589"/>
                  </a:lnTo>
                  <a:lnTo>
                    <a:pt x="8434096" y="15589"/>
                  </a:lnTo>
                  <a:lnTo>
                    <a:pt x="8434387" y="15589"/>
                  </a:lnTo>
                  <a:lnTo>
                    <a:pt x="8434533" y="15589"/>
                  </a:lnTo>
                  <a:lnTo>
                    <a:pt x="8434678" y="15589"/>
                  </a:lnTo>
                  <a:lnTo>
                    <a:pt x="8434969" y="15589"/>
                  </a:lnTo>
                  <a:lnTo>
                    <a:pt x="8435114" y="15589"/>
                  </a:lnTo>
                  <a:lnTo>
                    <a:pt x="8435260" y="15589"/>
                  </a:lnTo>
                  <a:lnTo>
                    <a:pt x="8435405" y="15589"/>
                  </a:lnTo>
                  <a:lnTo>
                    <a:pt x="8435551" y="14965"/>
                  </a:lnTo>
                  <a:lnTo>
                    <a:pt x="8435842" y="14965"/>
                  </a:lnTo>
                  <a:lnTo>
                    <a:pt x="8436132" y="14965"/>
                  </a:lnTo>
                  <a:lnTo>
                    <a:pt x="8436278" y="14965"/>
                  </a:lnTo>
                  <a:lnTo>
                    <a:pt x="8436423" y="14965"/>
                  </a:lnTo>
                  <a:lnTo>
                    <a:pt x="8436569" y="14965"/>
                  </a:lnTo>
                  <a:lnTo>
                    <a:pt x="8437441" y="14965"/>
                  </a:lnTo>
                  <a:lnTo>
                    <a:pt x="8437587" y="14965"/>
                  </a:lnTo>
                  <a:lnTo>
                    <a:pt x="8437732" y="14965"/>
                  </a:lnTo>
                  <a:lnTo>
                    <a:pt x="8437732" y="14342"/>
                  </a:lnTo>
                  <a:lnTo>
                    <a:pt x="8437878" y="13718"/>
                  </a:lnTo>
                  <a:lnTo>
                    <a:pt x="8438023" y="13718"/>
                  </a:lnTo>
                  <a:lnTo>
                    <a:pt x="8438168" y="13718"/>
                  </a:lnTo>
                  <a:lnTo>
                    <a:pt x="8438459" y="13718"/>
                  </a:lnTo>
                  <a:lnTo>
                    <a:pt x="8438605" y="13718"/>
                  </a:lnTo>
                  <a:lnTo>
                    <a:pt x="8438750" y="13718"/>
                  </a:lnTo>
                  <a:lnTo>
                    <a:pt x="8439041" y="13718"/>
                  </a:lnTo>
                  <a:lnTo>
                    <a:pt x="8439186" y="13718"/>
                  </a:lnTo>
                  <a:lnTo>
                    <a:pt x="8439332" y="13718"/>
                  </a:lnTo>
                  <a:lnTo>
                    <a:pt x="8439477" y="13718"/>
                  </a:lnTo>
                  <a:lnTo>
                    <a:pt x="8439623" y="13718"/>
                  </a:lnTo>
                  <a:lnTo>
                    <a:pt x="8439913" y="13718"/>
                  </a:lnTo>
                  <a:lnTo>
                    <a:pt x="8440059" y="13718"/>
                  </a:lnTo>
                  <a:lnTo>
                    <a:pt x="8440204" y="13718"/>
                  </a:lnTo>
                  <a:lnTo>
                    <a:pt x="8440350" y="13718"/>
                  </a:lnTo>
                  <a:lnTo>
                    <a:pt x="8440641" y="13718"/>
                  </a:lnTo>
                  <a:lnTo>
                    <a:pt x="8440786" y="13718"/>
                  </a:lnTo>
                  <a:lnTo>
                    <a:pt x="8440931" y="13718"/>
                  </a:lnTo>
                  <a:lnTo>
                    <a:pt x="8441077" y="13718"/>
                  </a:lnTo>
                  <a:lnTo>
                    <a:pt x="8441222" y="13095"/>
                  </a:lnTo>
                  <a:lnTo>
                    <a:pt x="8441368" y="13095"/>
                  </a:lnTo>
                  <a:lnTo>
                    <a:pt x="8441949" y="13095"/>
                  </a:lnTo>
                  <a:lnTo>
                    <a:pt x="8442095" y="13095"/>
                  </a:lnTo>
                  <a:lnTo>
                    <a:pt x="8442240" y="13095"/>
                  </a:lnTo>
                  <a:lnTo>
                    <a:pt x="8442822" y="13095"/>
                  </a:lnTo>
                  <a:lnTo>
                    <a:pt x="8442822" y="12471"/>
                  </a:lnTo>
                  <a:lnTo>
                    <a:pt x="8442967" y="12471"/>
                  </a:lnTo>
                  <a:lnTo>
                    <a:pt x="8443113" y="12471"/>
                  </a:lnTo>
                  <a:lnTo>
                    <a:pt x="8443113" y="11848"/>
                  </a:lnTo>
                  <a:lnTo>
                    <a:pt x="8443258" y="11848"/>
                  </a:lnTo>
                  <a:lnTo>
                    <a:pt x="8443404" y="11848"/>
                  </a:lnTo>
                  <a:lnTo>
                    <a:pt x="8443549" y="11848"/>
                  </a:lnTo>
                  <a:lnTo>
                    <a:pt x="8443695" y="11848"/>
                  </a:lnTo>
                  <a:lnTo>
                    <a:pt x="8443840" y="11848"/>
                  </a:lnTo>
                  <a:lnTo>
                    <a:pt x="8443985" y="11848"/>
                  </a:lnTo>
                  <a:lnTo>
                    <a:pt x="8444276" y="11848"/>
                  </a:lnTo>
                  <a:lnTo>
                    <a:pt x="8444422" y="11848"/>
                  </a:lnTo>
                  <a:lnTo>
                    <a:pt x="8444713" y="11848"/>
                  </a:lnTo>
                  <a:lnTo>
                    <a:pt x="8444858" y="11848"/>
                  </a:lnTo>
                  <a:lnTo>
                    <a:pt x="8445149" y="11848"/>
                  </a:lnTo>
                  <a:lnTo>
                    <a:pt x="8445294" y="11848"/>
                  </a:lnTo>
                  <a:lnTo>
                    <a:pt x="8445440" y="11848"/>
                  </a:lnTo>
                  <a:lnTo>
                    <a:pt x="8445585" y="11848"/>
                  </a:lnTo>
                  <a:lnTo>
                    <a:pt x="8445731" y="11848"/>
                  </a:lnTo>
                  <a:lnTo>
                    <a:pt x="8445876" y="11848"/>
                  </a:lnTo>
                  <a:lnTo>
                    <a:pt x="8446021" y="11848"/>
                  </a:lnTo>
                  <a:lnTo>
                    <a:pt x="8446167" y="11848"/>
                  </a:lnTo>
                  <a:lnTo>
                    <a:pt x="8446312" y="11848"/>
                  </a:lnTo>
                  <a:lnTo>
                    <a:pt x="8446458" y="11848"/>
                  </a:lnTo>
                  <a:lnTo>
                    <a:pt x="8446603" y="11848"/>
                  </a:lnTo>
                  <a:lnTo>
                    <a:pt x="8446748" y="11848"/>
                  </a:lnTo>
                  <a:lnTo>
                    <a:pt x="8446894" y="11848"/>
                  </a:lnTo>
                  <a:lnTo>
                    <a:pt x="8446894" y="11224"/>
                  </a:lnTo>
                  <a:lnTo>
                    <a:pt x="8447039" y="11224"/>
                  </a:lnTo>
                  <a:lnTo>
                    <a:pt x="8447185" y="11224"/>
                  </a:lnTo>
                  <a:lnTo>
                    <a:pt x="8447330" y="11224"/>
                  </a:lnTo>
                  <a:lnTo>
                    <a:pt x="8447476" y="11224"/>
                  </a:lnTo>
                  <a:lnTo>
                    <a:pt x="8447621" y="11224"/>
                  </a:lnTo>
                  <a:lnTo>
                    <a:pt x="8447766" y="11224"/>
                  </a:lnTo>
                  <a:lnTo>
                    <a:pt x="8447912" y="11224"/>
                  </a:lnTo>
                  <a:lnTo>
                    <a:pt x="8448057" y="11224"/>
                  </a:lnTo>
                  <a:lnTo>
                    <a:pt x="8448203" y="11224"/>
                  </a:lnTo>
                  <a:lnTo>
                    <a:pt x="8448348" y="11224"/>
                  </a:lnTo>
                  <a:lnTo>
                    <a:pt x="8448494" y="11224"/>
                  </a:lnTo>
                  <a:lnTo>
                    <a:pt x="8448930" y="11224"/>
                  </a:lnTo>
                  <a:lnTo>
                    <a:pt x="8449075" y="11224"/>
                  </a:lnTo>
                  <a:lnTo>
                    <a:pt x="8449221" y="11224"/>
                  </a:lnTo>
                  <a:lnTo>
                    <a:pt x="8449366" y="11224"/>
                  </a:lnTo>
                  <a:lnTo>
                    <a:pt x="8449657" y="11224"/>
                  </a:lnTo>
                  <a:lnTo>
                    <a:pt x="8449948" y="11224"/>
                  </a:lnTo>
                  <a:lnTo>
                    <a:pt x="8450093" y="11224"/>
                  </a:lnTo>
                  <a:lnTo>
                    <a:pt x="8450384" y="11224"/>
                  </a:lnTo>
                  <a:lnTo>
                    <a:pt x="8450675" y="11224"/>
                  </a:lnTo>
                  <a:lnTo>
                    <a:pt x="8450820" y="11224"/>
                  </a:lnTo>
                  <a:lnTo>
                    <a:pt x="8450966" y="11224"/>
                  </a:lnTo>
                  <a:lnTo>
                    <a:pt x="8451111" y="11224"/>
                  </a:lnTo>
                  <a:lnTo>
                    <a:pt x="8451257" y="11224"/>
                  </a:lnTo>
                  <a:lnTo>
                    <a:pt x="8451402" y="11224"/>
                  </a:lnTo>
                  <a:lnTo>
                    <a:pt x="8451548" y="11224"/>
                  </a:lnTo>
                  <a:lnTo>
                    <a:pt x="8451693" y="11224"/>
                  </a:lnTo>
                  <a:lnTo>
                    <a:pt x="8451693" y="10600"/>
                  </a:lnTo>
                  <a:lnTo>
                    <a:pt x="8451984" y="10600"/>
                  </a:lnTo>
                  <a:lnTo>
                    <a:pt x="8452129" y="10600"/>
                  </a:lnTo>
                  <a:lnTo>
                    <a:pt x="8452420" y="10600"/>
                  </a:lnTo>
                  <a:lnTo>
                    <a:pt x="8452566" y="10600"/>
                  </a:lnTo>
                  <a:lnTo>
                    <a:pt x="8452711" y="10600"/>
                  </a:lnTo>
                  <a:lnTo>
                    <a:pt x="8452856" y="10600"/>
                  </a:lnTo>
                  <a:lnTo>
                    <a:pt x="8453002" y="10600"/>
                  </a:lnTo>
                  <a:lnTo>
                    <a:pt x="8453147" y="10600"/>
                  </a:lnTo>
                  <a:lnTo>
                    <a:pt x="8453438" y="10600"/>
                  </a:lnTo>
                  <a:lnTo>
                    <a:pt x="8453583" y="10600"/>
                  </a:lnTo>
                  <a:lnTo>
                    <a:pt x="8454020" y="10600"/>
                  </a:lnTo>
                  <a:lnTo>
                    <a:pt x="8454311" y="9977"/>
                  </a:lnTo>
                  <a:lnTo>
                    <a:pt x="8454456" y="9977"/>
                  </a:lnTo>
                  <a:lnTo>
                    <a:pt x="8454601" y="9977"/>
                  </a:lnTo>
                  <a:lnTo>
                    <a:pt x="8454892" y="9977"/>
                  </a:lnTo>
                  <a:lnTo>
                    <a:pt x="8455038" y="9977"/>
                  </a:lnTo>
                  <a:lnTo>
                    <a:pt x="8455038" y="9353"/>
                  </a:lnTo>
                  <a:lnTo>
                    <a:pt x="8455183" y="9353"/>
                  </a:lnTo>
                  <a:lnTo>
                    <a:pt x="8455329" y="9353"/>
                  </a:lnTo>
                  <a:lnTo>
                    <a:pt x="8455474" y="9353"/>
                  </a:lnTo>
                  <a:lnTo>
                    <a:pt x="8455765" y="9353"/>
                  </a:lnTo>
                  <a:lnTo>
                    <a:pt x="8455910" y="9353"/>
                  </a:lnTo>
                  <a:lnTo>
                    <a:pt x="8456056" y="9353"/>
                  </a:lnTo>
                  <a:lnTo>
                    <a:pt x="8456201" y="9353"/>
                  </a:lnTo>
                  <a:lnTo>
                    <a:pt x="8456347" y="9353"/>
                  </a:lnTo>
                  <a:lnTo>
                    <a:pt x="8456637" y="9353"/>
                  </a:lnTo>
                  <a:lnTo>
                    <a:pt x="8456783" y="9353"/>
                  </a:lnTo>
                  <a:lnTo>
                    <a:pt x="8456783" y="8730"/>
                  </a:lnTo>
                  <a:lnTo>
                    <a:pt x="8456928" y="8730"/>
                  </a:lnTo>
                  <a:lnTo>
                    <a:pt x="8457074" y="8730"/>
                  </a:lnTo>
                  <a:lnTo>
                    <a:pt x="8457219" y="8730"/>
                  </a:lnTo>
                  <a:lnTo>
                    <a:pt x="8457510" y="8730"/>
                  </a:lnTo>
                  <a:lnTo>
                    <a:pt x="8457655" y="8730"/>
                  </a:lnTo>
                  <a:lnTo>
                    <a:pt x="8457655" y="8106"/>
                  </a:lnTo>
                  <a:lnTo>
                    <a:pt x="8457801" y="8106"/>
                  </a:lnTo>
                  <a:lnTo>
                    <a:pt x="8457946" y="8106"/>
                  </a:lnTo>
                  <a:lnTo>
                    <a:pt x="8458237" y="8106"/>
                  </a:lnTo>
                  <a:lnTo>
                    <a:pt x="8458383" y="8106"/>
                  </a:lnTo>
                  <a:lnTo>
                    <a:pt x="8458528" y="8106"/>
                  </a:lnTo>
                  <a:lnTo>
                    <a:pt x="8458673" y="7482"/>
                  </a:lnTo>
                  <a:lnTo>
                    <a:pt x="8458964" y="7482"/>
                  </a:lnTo>
                  <a:lnTo>
                    <a:pt x="8459110" y="7482"/>
                  </a:lnTo>
                  <a:lnTo>
                    <a:pt x="8459255" y="7482"/>
                  </a:lnTo>
                  <a:lnTo>
                    <a:pt x="8459401" y="7482"/>
                  </a:lnTo>
                  <a:lnTo>
                    <a:pt x="8459546" y="7482"/>
                  </a:lnTo>
                  <a:lnTo>
                    <a:pt x="8459837" y="7482"/>
                  </a:lnTo>
                  <a:lnTo>
                    <a:pt x="8459982" y="7482"/>
                  </a:lnTo>
                  <a:lnTo>
                    <a:pt x="8460128" y="7482"/>
                  </a:lnTo>
                  <a:lnTo>
                    <a:pt x="8460418" y="7482"/>
                  </a:lnTo>
                  <a:lnTo>
                    <a:pt x="8460564" y="7482"/>
                  </a:lnTo>
                  <a:lnTo>
                    <a:pt x="8460709" y="7482"/>
                  </a:lnTo>
                  <a:lnTo>
                    <a:pt x="8460855" y="7482"/>
                  </a:lnTo>
                  <a:lnTo>
                    <a:pt x="8461000" y="7482"/>
                  </a:lnTo>
                  <a:lnTo>
                    <a:pt x="8461146" y="7482"/>
                  </a:lnTo>
                  <a:lnTo>
                    <a:pt x="8461291" y="6859"/>
                  </a:lnTo>
                  <a:lnTo>
                    <a:pt x="8461436" y="6859"/>
                  </a:lnTo>
                  <a:lnTo>
                    <a:pt x="8461582" y="6859"/>
                  </a:lnTo>
                  <a:lnTo>
                    <a:pt x="8461873" y="6859"/>
                  </a:lnTo>
                  <a:lnTo>
                    <a:pt x="8462018" y="6859"/>
                  </a:lnTo>
                  <a:lnTo>
                    <a:pt x="8462309" y="6859"/>
                  </a:lnTo>
                  <a:lnTo>
                    <a:pt x="8462454" y="6859"/>
                  </a:lnTo>
                  <a:lnTo>
                    <a:pt x="8462745" y="6859"/>
                  </a:lnTo>
                  <a:lnTo>
                    <a:pt x="8462891" y="6859"/>
                  </a:lnTo>
                  <a:lnTo>
                    <a:pt x="8463182" y="6859"/>
                  </a:lnTo>
                  <a:lnTo>
                    <a:pt x="8463327" y="6859"/>
                  </a:lnTo>
                  <a:lnTo>
                    <a:pt x="8463472" y="6859"/>
                  </a:lnTo>
                  <a:lnTo>
                    <a:pt x="8463472" y="6235"/>
                  </a:lnTo>
                  <a:lnTo>
                    <a:pt x="8463763" y="6235"/>
                  </a:lnTo>
                  <a:lnTo>
                    <a:pt x="8463909" y="6235"/>
                  </a:lnTo>
                  <a:lnTo>
                    <a:pt x="8464054" y="6235"/>
                  </a:lnTo>
                  <a:lnTo>
                    <a:pt x="8464200" y="6235"/>
                  </a:lnTo>
                  <a:lnTo>
                    <a:pt x="8464345" y="6235"/>
                  </a:lnTo>
                  <a:lnTo>
                    <a:pt x="8464636" y="6235"/>
                  </a:lnTo>
                  <a:lnTo>
                    <a:pt x="8464781" y="6235"/>
                  </a:lnTo>
                  <a:lnTo>
                    <a:pt x="8464927" y="6235"/>
                  </a:lnTo>
                  <a:lnTo>
                    <a:pt x="8464927" y="5612"/>
                  </a:lnTo>
                  <a:lnTo>
                    <a:pt x="8465072" y="5612"/>
                  </a:lnTo>
                  <a:lnTo>
                    <a:pt x="8465508" y="5612"/>
                  </a:lnTo>
                  <a:lnTo>
                    <a:pt x="8465654" y="5612"/>
                  </a:lnTo>
                  <a:lnTo>
                    <a:pt x="8465945" y="5612"/>
                  </a:lnTo>
                  <a:lnTo>
                    <a:pt x="8466090" y="5612"/>
                  </a:lnTo>
                  <a:lnTo>
                    <a:pt x="8466236" y="5612"/>
                  </a:lnTo>
                  <a:lnTo>
                    <a:pt x="8466381" y="5612"/>
                  </a:lnTo>
                  <a:lnTo>
                    <a:pt x="8466526" y="5612"/>
                  </a:lnTo>
                  <a:lnTo>
                    <a:pt x="8466672" y="5612"/>
                  </a:lnTo>
                  <a:lnTo>
                    <a:pt x="8466817" y="5612"/>
                  </a:lnTo>
                  <a:lnTo>
                    <a:pt x="8467253" y="5612"/>
                  </a:lnTo>
                  <a:lnTo>
                    <a:pt x="8467399" y="5612"/>
                  </a:lnTo>
                  <a:lnTo>
                    <a:pt x="8467544" y="5612"/>
                  </a:lnTo>
                  <a:lnTo>
                    <a:pt x="8467690" y="5612"/>
                  </a:lnTo>
                  <a:lnTo>
                    <a:pt x="8467835" y="5612"/>
                  </a:lnTo>
                  <a:lnTo>
                    <a:pt x="8467981" y="4988"/>
                  </a:lnTo>
                  <a:lnTo>
                    <a:pt x="8468126" y="4988"/>
                  </a:lnTo>
                  <a:lnTo>
                    <a:pt x="8468271" y="4988"/>
                  </a:lnTo>
                  <a:lnTo>
                    <a:pt x="8468562" y="4988"/>
                  </a:lnTo>
                  <a:lnTo>
                    <a:pt x="8468708" y="4988"/>
                  </a:lnTo>
                  <a:lnTo>
                    <a:pt x="8468853" y="4988"/>
                  </a:lnTo>
                  <a:lnTo>
                    <a:pt x="8468999" y="4988"/>
                  </a:lnTo>
                  <a:lnTo>
                    <a:pt x="8469144" y="4988"/>
                  </a:lnTo>
                  <a:lnTo>
                    <a:pt x="8469289" y="4365"/>
                  </a:lnTo>
                  <a:lnTo>
                    <a:pt x="8469435" y="4365"/>
                  </a:lnTo>
                  <a:lnTo>
                    <a:pt x="8469580" y="4365"/>
                  </a:lnTo>
                  <a:lnTo>
                    <a:pt x="8469726" y="4365"/>
                  </a:lnTo>
                  <a:lnTo>
                    <a:pt x="8469871" y="4365"/>
                  </a:lnTo>
                  <a:lnTo>
                    <a:pt x="8470162" y="4365"/>
                  </a:lnTo>
                  <a:lnTo>
                    <a:pt x="8470307" y="4365"/>
                  </a:lnTo>
                  <a:lnTo>
                    <a:pt x="8470744" y="4365"/>
                  </a:lnTo>
                  <a:lnTo>
                    <a:pt x="8470889" y="4365"/>
                  </a:lnTo>
                  <a:lnTo>
                    <a:pt x="8471035" y="4365"/>
                  </a:lnTo>
                  <a:lnTo>
                    <a:pt x="8471180" y="4365"/>
                  </a:lnTo>
                  <a:lnTo>
                    <a:pt x="8471616" y="4365"/>
                  </a:lnTo>
                  <a:lnTo>
                    <a:pt x="8471762" y="4365"/>
                  </a:lnTo>
                  <a:lnTo>
                    <a:pt x="8471907" y="4365"/>
                  </a:lnTo>
                  <a:lnTo>
                    <a:pt x="8472198" y="4365"/>
                  </a:lnTo>
                  <a:lnTo>
                    <a:pt x="8472489" y="4365"/>
                  </a:lnTo>
                  <a:lnTo>
                    <a:pt x="8472634" y="4365"/>
                  </a:lnTo>
                  <a:lnTo>
                    <a:pt x="8472780" y="4365"/>
                  </a:lnTo>
                  <a:lnTo>
                    <a:pt x="8472925" y="4365"/>
                  </a:lnTo>
                  <a:lnTo>
                    <a:pt x="8473071" y="4365"/>
                  </a:lnTo>
                  <a:lnTo>
                    <a:pt x="8473071" y="3741"/>
                  </a:lnTo>
                  <a:lnTo>
                    <a:pt x="8473216" y="3741"/>
                  </a:lnTo>
                  <a:lnTo>
                    <a:pt x="8473361" y="3741"/>
                  </a:lnTo>
                  <a:lnTo>
                    <a:pt x="8473652" y="3741"/>
                  </a:lnTo>
                  <a:lnTo>
                    <a:pt x="8473798" y="3741"/>
                  </a:lnTo>
                  <a:lnTo>
                    <a:pt x="8473943" y="3741"/>
                  </a:lnTo>
                  <a:lnTo>
                    <a:pt x="8474234" y="3741"/>
                  </a:lnTo>
                  <a:lnTo>
                    <a:pt x="8474379" y="3741"/>
                  </a:lnTo>
                  <a:lnTo>
                    <a:pt x="8474525" y="3741"/>
                  </a:lnTo>
                  <a:lnTo>
                    <a:pt x="8474670" y="3741"/>
                  </a:lnTo>
                  <a:lnTo>
                    <a:pt x="8474816" y="3741"/>
                  </a:lnTo>
                  <a:lnTo>
                    <a:pt x="8474961" y="3741"/>
                  </a:lnTo>
                  <a:lnTo>
                    <a:pt x="8475106" y="3741"/>
                  </a:lnTo>
                  <a:lnTo>
                    <a:pt x="8475252" y="3741"/>
                  </a:lnTo>
                  <a:lnTo>
                    <a:pt x="8475397" y="3741"/>
                  </a:lnTo>
                  <a:lnTo>
                    <a:pt x="8476415" y="3741"/>
                  </a:lnTo>
                  <a:lnTo>
                    <a:pt x="8476561" y="3741"/>
                  </a:lnTo>
                  <a:lnTo>
                    <a:pt x="8476706" y="3741"/>
                  </a:lnTo>
                  <a:lnTo>
                    <a:pt x="8476852" y="3741"/>
                  </a:lnTo>
                  <a:lnTo>
                    <a:pt x="8476997" y="3741"/>
                  </a:lnTo>
                  <a:lnTo>
                    <a:pt x="8477142" y="3741"/>
                  </a:lnTo>
                  <a:lnTo>
                    <a:pt x="8477288" y="3741"/>
                  </a:lnTo>
                  <a:lnTo>
                    <a:pt x="8477433" y="3741"/>
                  </a:lnTo>
                  <a:lnTo>
                    <a:pt x="8477579" y="3741"/>
                  </a:lnTo>
                  <a:lnTo>
                    <a:pt x="8477724" y="3741"/>
                  </a:lnTo>
                  <a:lnTo>
                    <a:pt x="8477870" y="3741"/>
                  </a:lnTo>
                  <a:lnTo>
                    <a:pt x="8478015" y="3741"/>
                  </a:lnTo>
                  <a:lnTo>
                    <a:pt x="8478160" y="3741"/>
                  </a:lnTo>
                  <a:lnTo>
                    <a:pt x="8478306" y="3741"/>
                  </a:lnTo>
                  <a:lnTo>
                    <a:pt x="8478451" y="3741"/>
                  </a:lnTo>
                  <a:lnTo>
                    <a:pt x="8478451" y="3117"/>
                  </a:lnTo>
                  <a:lnTo>
                    <a:pt x="8478597" y="3117"/>
                  </a:lnTo>
                  <a:lnTo>
                    <a:pt x="8478742" y="3117"/>
                  </a:lnTo>
                  <a:lnTo>
                    <a:pt x="8478888" y="3117"/>
                  </a:lnTo>
                  <a:lnTo>
                    <a:pt x="8479178" y="3117"/>
                  </a:lnTo>
                  <a:lnTo>
                    <a:pt x="8479469" y="3117"/>
                  </a:lnTo>
                  <a:lnTo>
                    <a:pt x="8479615" y="3117"/>
                  </a:lnTo>
                  <a:lnTo>
                    <a:pt x="8479760" y="3117"/>
                  </a:lnTo>
                  <a:lnTo>
                    <a:pt x="8479906" y="3117"/>
                  </a:lnTo>
                  <a:lnTo>
                    <a:pt x="8480051" y="3117"/>
                  </a:lnTo>
                  <a:lnTo>
                    <a:pt x="8480196" y="3117"/>
                  </a:lnTo>
                  <a:lnTo>
                    <a:pt x="8480342" y="3117"/>
                  </a:lnTo>
                  <a:lnTo>
                    <a:pt x="8480487" y="3117"/>
                  </a:lnTo>
                  <a:lnTo>
                    <a:pt x="8480633" y="3117"/>
                  </a:lnTo>
                  <a:lnTo>
                    <a:pt x="8480778" y="3117"/>
                  </a:lnTo>
                  <a:lnTo>
                    <a:pt x="8480778" y="2494"/>
                  </a:lnTo>
                  <a:lnTo>
                    <a:pt x="8480923" y="2494"/>
                  </a:lnTo>
                  <a:lnTo>
                    <a:pt x="8480923" y="1870"/>
                  </a:lnTo>
                  <a:lnTo>
                    <a:pt x="8481214" y="1870"/>
                  </a:lnTo>
                  <a:lnTo>
                    <a:pt x="8481214" y="1247"/>
                  </a:lnTo>
                  <a:lnTo>
                    <a:pt x="8481360" y="1247"/>
                  </a:lnTo>
                  <a:lnTo>
                    <a:pt x="8481505" y="1247"/>
                  </a:lnTo>
                  <a:lnTo>
                    <a:pt x="8481651" y="1247"/>
                  </a:lnTo>
                  <a:lnTo>
                    <a:pt x="8481796" y="1247"/>
                  </a:lnTo>
                  <a:lnTo>
                    <a:pt x="8481941" y="1247"/>
                  </a:lnTo>
                  <a:lnTo>
                    <a:pt x="8482087" y="1247"/>
                  </a:lnTo>
                  <a:lnTo>
                    <a:pt x="8482232" y="1247"/>
                  </a:lnTo>
                  <a:lnTo>
                    <a:pt x="8482378" y="1247"/>
                  </a:lnTo>
                  <a:lnTo>
                    <a:pt x="8482523" y="1247"/>
                  </a:lnTo>
                  <a:lnTo>
                    <a:pt x="8482959" y="1247"/>
                  </a:lnTo>
                  <a:lnTo>
                    <a:pt x="8483105" y="1247"/>
                  </a:lnTo>
                  <a:lnTo>
                    <a:pt x="8483250" y="1247"/>
                  </a:lnTo>
                  <a:lnTo>
                    <a:pt x="8483396" y="1247"/>
                  </a:lnTo>
                  <a:lnTo>
                    <a:pt x="8483541" y="1247"/>
                  </a:lnTo>
                  <a:lnTo>
                    <a:pt x="8483832" y="1247"/>
                  </a:lnTo>
                  <a:lnTo>
                    <a:pt x="8483977" y="1247"/>
                  </a:lnTo>
                  <a:lnTo>
                    <a:pt x="8484123" y="1247"/>
                  </a:lnTo>
                  <a:lnTo>
                    <a:pt x="8484268" y="1247"/>
                  </a:lnTo>
                  <a:lnTo>
                    <a:pt x="8484414" y="1247"/>
                  </a:lnTo>
                  <a:lnTo>
                    <a:pt x="8484559" y="1247"/>
                  </a:lnTo>
                  <a:lnTo>
                    <a:pt x="8484705" y="623"/>
                  </a:lnTo>
                  <a:lnTo>
                    <a:pt x="8484850" y="623"/>
                  </a:lnTo>
                  <a:lnTo>
                    <a:pt x="8484995" y="623"/>
                  </a:lnTo>
                  <a:lnTo>
                    <a:pt x="8485141" y="623"/>
                  </a:lnTo>
                  <a:lnTo>
                    <a:pt x="8485286" y="623"/>
                  </a:lnTo>
                  <a:lnTo>
                    <a:pt x="8485432" y="623"/>
                  </a:lnTo>
                  <a:lnTo>
                    <a:pt x="8485577" y="623"/>
                  </a:lnTo>
                  <a:lnTo>
                    <a:pt x="8485723" y="623"/>
                  </a:lnTo>
                  <a:lnTo>
                    <a:pt x="8485868" y="623"/>
                  </a:lnTo>
                  <a:lnTo>
                    <a:pt x="8486013" y="623"/>
                  </a:lnTo>
                  <a:lnTo>
                    <a:pt x="8486159" y="623"/>
                  </a:lnTo>
                  <a:lnTo>
                    <a:pt x="8486304" y="623"/>
                  </a:lnTo>
                  <a:lnTo>
                    <a:pt x="8486450" y="623"/>
                  </a:lnTo>
                  <a:lnTo>
                    <a:pt x="8486595" y="623"/>
                  </a:lnTo>
                  <a:lnTo>
                    <a:pt x="8486741" y="623"/>
                  </a:lnTo>
                  <a:lnTo>
                    <a:pt x="8486886" y="0"/>
                  </a:lnTo>
                  <a:lnTo>
                    <a:pt x="8486886" y="0"/>
                  </a:lnTo>
                  <a:lnTo>
                    <a:pt x="8487031" y="0"/>
                  </a:lnTo>
                  <a:lnTo>
                    <a:pt x="8487177" y="0"/>
                  </a:lnTo>
                  <a:lnTo>
                    <a:pt x="8487322" y="0"/>
                  </a:lnTo>
                  <a:lnTo>
                    <a:pt x="8487468" y="0"/>
                  </a:lnTo>
                  <a:lnTo>
                    <a:pt x="8487613" y="0"/>
                  </a:lnTo>
                  <a:lnTo>
                    <a:pt x="8487758" y="0"/>
                  </a:lnTo>
                  <a:lnTo>
                    <a:pt x="8487904" y="0"/>
                  </a:lnTo>
                  <a:lnTo>
                    <a:pt x="8488049" y="0"/>
                  </a:lnTo>
                  <a:lnTo>
                    <a:pt x="8488195" y="0"/>
                  </a:lnTo>
                  <a:lnTo>
                    <a:pt x="8488340" y="0"/>
                  </a:lnTo>
                  <a:lnTo>
                    <a:pt x="8488486" y="0"/>
                  </a:lnTo>
                  <a:lnTo>
                    <a:pt x="8488631" y="0"/>
                  </a:lnTo>
                  <a:lnTo>
                    <a:pt x="8488776" y="0"/>
                  </a:lnTo>
                  <a:lnTo>
                    <a:pt x="8488922" y="0"/>
                  </a:lnTo>
                  <a:lnTo>
                    <a:pt x="8489067" y="0"/>
                  </a:lnTo>
                  <a:lnTo>
                    <a:pt x="8489358" y="0"/>
                  </a:lnTo>
                  <a:lnTo>
                    <a:pt x="8489504" y="0"/>
                  </a:lnTo>
                  <a:lnTo>
                    <a:pt x="8489649" y="0"/>
                  </a:lnTo>
                  <a:lnTo>
                    <a:pt x="8490231" y="0"/>
                  </a:lnTo>
                  <a:lnTo>
                    <a:pt x="8490376" y="0"/>
                  </a:lnTo>
                  <a:lnTo>
                    <a:pt x="8490522" y="0"/>
                  </a:lnTo>
                  <a:lnTo>
                    <a:pt x="8490667" y="0"/>
                  </a:lnTo>
                  <a:lnTo>
                    <a:pt x="8490812" y="0"/>
                  </a:lnTo>
                  <a:lnTo>
                    <a:pt x="8490958" y="0"/>
                  </a:lnTo>
                  <a:lnTo>
                    <a:pt x="8491103" y="0"/>
                  </a:lnTo>
                  <a:lnTo>
                    <a:pt x="8491249" y="0"/>
                  </a:lnTo>
                  <a:lnTo>
                    <a:pt x="8491394" y="0"/>
                  </a:lnTo>
                  <a:lnTo>
                    <a:pt x="8491540" y="0"/>
                  </a:lnTo>
                  <a:lnTo>
                    <a:pt x="8491685" y="0"/>
                  </a:lnTo>
                  <a:lnTo>
                    <a:pt x="8491830" y="0"/>
                  </a:lnTo>
                  <a:lnTo>
                    <a:pt x="8491976" y="0"/>
                  </a:lnTo>
                  <a:lnTo>
                    <a:pt x="8492121" y="0"/>
                  </a:lnTo>
                  <a:lnTo>
                    <a:pt x="8492267" y="0"/>
                  </a:lnTo>
                  <a:lnTo>
                    <a:pt x="8492412" y="0"/>
                  </a:lnTo>
                  <a:lnTo>
                    <a:pt x="8492558" y="0"/>
                  </a:lnTo>
                  <a:lnTo>
                    <a:pt x="8492703" y="0"/>
                  </a:lnTo>
                  <a:lnTo>
                    <a:pt x="8492848" y="0"/>
                  </a:lnTo>
                  <a:lnTo>
                    <a:pt x="8492994" y="0"/>
                  </a:lnTo>
                  <a:lnTo>
                    <a:pt x="8493139" y="0"/>
                  </a:lnTo>
                  <a:lnTo>
                    <a:pt x="8493285" y="0"/>
                  </a:lnTo>
                  <a:lnTo>
                    <a:pt x="8493430" y="0"/>
                  </a:lnTo>
                  <a:lnTo>
                    <a:pt x="8493575" y="0"/>
                  </a:lnTo>
                  <a:lnTo>
                    <a:pt x="8493721" y="0"/>
                  </a:lnTo>
                  <a:lnTo>
                    <a:pt x="8493866" y="0"/>
                  </a:lnTo>
                  <a:lnTo>
                    <a:pt x="8494012" y="0"/>
                  </a:lnTo>
                  <a:lnTo>
                    <a:pt x="8494157" y="0"/>
                  </a:lnTo>
                  <a:lnTo>
                    <a:pt x="8494303" y="0"/>
                  </a:lnTo>
                  <a:lnTo>
                    <a:pt x="8494448" y="0"/>
                  </a:lnTo>
                  <a:lnTo>
                    <a:pt x="8494593" y="0"/>
                  </a:lnTo>
                  <a:lnTo>
                    <a:pt x="8494739" y="0"/>
                  </a:lnTo>
                  <a:lnTo>
                    <a:pt x="8494884" y="0"/>
                  </a:lnTo>
                  <a:lnTo>
                    <a:pt x="8495030" y="0"/>
                  </a:lnTo>
                  <a:lnTo>
                    <a:pt x="8495175" y="0"/>
                  </a:lnTo>
                  <a:lnTo>
                    <a:pt x="8495321" y="0"/>
                  </a:lnTo>
                  <a:lnTo>
                    <a:pt x="8495466" y="0"/>
                  </a:lnTo>
                  <a:lnTo>
                    <a:pt x="8495611" y="0"/>
                  </a:lnTo>
                  <a:lnTo>
                    <a:pt x="8495757" y="0"/>
                  </a:lnTo>
                  <a:lnTo>
                    <a:pt x="8495902" y="0"/>
                  </a:lnTo>
                  <a:lnTo>
                    <a:pt x="8496048" y="0"/>
                  </a:lnTo>
                  <a:lnTo>
                    <a:pt x="8496193" y="0"/>
                  </a:lnTo>
                  <a:lnTo>
                    <a:pt x="8496339" y="0"/>
                  </a:lnTo>
                  <a:lnTo>
                    <a:pt x="8496484" y="0"/>
                  </a:lnTo>
                  <a:lnTo>
                    <a:pt x="8496629" y="0"/>
                  </a:lnTo>
                  <a:lnTo>
                    <a:pt x="8496775" y="0"/>
                  </a:lnTo>
                  <a:lnTo>
                    <a:pt x="8497066" y="0"/>
                  </a:lnTo>
                  <a:lnTo>
                    <a:pt x="8497211" y="0"/>
                  </a:lnTo>
                  <a:lnTo>
                    <a:pt x="8497357" y="0"/>
                  </a:lnTo>
                  <a:lnTo>
                    <a:pt x="8497502" y="0"/>
                  </a:lnTo>
                  <a:lnTo>
                    <a:pt x="8497647" y="0"/>
                  </a:lnTo>
                  <a:lnTo>
                    <a:pt x="8497793" y="0"/>
                  </a:lnTo>
                  <a:lnTo>
                    <a:pt x="8497938" y="0"/>
                  </a:lnTo>
                  <a:lnTo>
                    <a:pt x="8498084" y="0"/>
                  </a:lnTo>
                  <a:lnTo>
                    <a:pt x="8498229" y="0"/>
                  </a:lnTo>
                  <a:lnTo>
                    <a:pt x="8498375" y="0"/>
                  </a:lnTo>
                  <a:lnTo>
                    <a:pt x="8498520" y="0"/>
                  </a:lnTo>
                  <a:lnTo>
                    <a:pt x="8498665" y="0"/>
                  </a:lnTo>
                  <a:lnTo>
                    <a:pt x="8498811" y="0"/>
                  </a:lnTo>
                  <a:lnTo>
                    <a:pt x="8498956" y="0"/>
                  </a:lnTo>
                  <a:lnTo>
                    <a:pt x="8499102" y="0"/>
                  </a:lnTo>
                  <a:lnTo>
                    <a:pt x="8499247" y="0"/>
                  </a:lnTo>
                  <a:lnTo>
                    <a:pt x="8499393" y="0"/>
                  </a:lnTo>
                  <a:lnTo>
                    <a:pt x="8499538" y="0"/>
                  </a:lnTo>
                  <a:lnTo>
                    <a:pt x="8499683" y="0"/>
                  </a:lnTo>
                  <a:lnTo>
                    <a:pt x="8499829" y="0"/>
                  </a:lnTo>
                  <a:lnTo>
                    <a:pt x="8499974" y="0"/>
                  </a:lnTo>
                  <a:lnTo>
                    <a:pt x="8500120" y="0"/>
                  </a:lnTo>
                  <a:lnTo>
                    <a:pt x="8500265" y="0"/>
                  </a:lnTo>
                  <a:lnTo>
                    <a:pt x="8500410" y="0"/>
                  </a:lnTo>
                  <a:lnTo>
                    <a:pt x="8500556" y="0"/>
                  </a:lnTo>
                  <a:lnTo>
                    <a:pt x="8500701" y="0"/>
                  </a:lnTo>
                  <a:lnTo>
                    <a:pt x="8500847" y="0"/>
                  </a:lnTo>
                  <a:lnTo>
                    <a:pt x="8500992" y="0"/>
                  </a:lnTo>
                  <a:lnTo>
                    <a:pt x="8501138" y="0"/>
                  </a:lnTo>
                  <a:lnTo>
                    <a:pt x="8501283" y="0"/>
                  </a:lnTo>
                  <a:lnTo>
                    <a:pt x="8501428" y="0"/>
                  </a:lnTo>
                  <a:lnTo>
                    <a:pt x="8501574" y="0"/>
                  </a:lnTo>
                  <a:lnTo>
                    <a:pt x="8501719" y="0"/>
                  </a:lnTo>
                  <a:lnTo>
                    <a:pt x="8501865" y="0"/>
                  </a:lnTo>
                  <a:lnTo>
                    <a:pt x="8502010" y="0"/>
                  </a:lnTo>
                  <a:lnTo>
                    <a:pt x="8502156" y="0"/>
                  </a:lnTo>
                  <a:lnTo>
                    <a:pt x="8502301" y="0"/>
                  </a:lnTo>
                  <a:lnTo>
                    <a:pt x="850244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45" y="6340585"/>
                  </a:lnTo>
                  <a:lnTo>
                    <a:pt x="290" y="6340585"/>
                  </a:lnTo>
                  <a:lnTo>
                    <a:pt x="436" y="6340585"/>
                  </a:lnTo>
                  <a:lnTo>
                    <a:pt x="581" y="6340585"/>
                  </a:lnTo>
                  <a:lnTo>
                    <a:pt x="727" y="6340585"/>
                  </a:lnTo>
                  <a:lnTo>
                    <a:pt x="872" y="6340585"/>
                  </a:lnTo>
                  <a:lnTo>
                    <a:pt x="1017" y="6340585"/>
                  </a:lnTo>
                  <a:lnTo>
                    <a:pt x="1163" y="6340585"/>
                  </a:lnTo>
                  <a:lnTo>
                    <a:pt x="1163" y="6339961"/>
                  </a:lnTo>
                  <a:lnTo>
                    <a:pt x="1308" y="6339961"/>
                  </a:lnTo>
                  <a:lnTo>
                    <a:pt x="1454" y="6339961"/>
                  </a:lnTo>
                  <a:lnTo>
                    <a:pt x="1599" y="6339961"/>
                  </a:lnTo>
                  <a:lnTo>
                    <a:pt x="1599" y="6339337"/>
                  </a:lnTo>
                  <a:lnTo>
                    <a:pt x="1599" y="6338714"/>
                  </a:lnTo>
                  <a:lnTo>
                    <a:pt x="1745" y="6338714"/>
                  </a:lnTo>
                  <a:lnTo>
                    <a:pt x="1890" y="6338714"/>
                  </a:lnTo>
                  <a:lnTo>
                    <a:pt x="1890" y="6338090"/>
                  </a:lnTo>
                  <a:lnTo>
                    <a:pt x="1890" y="6337467"/>
                  </a:lnTo>
                  <a:lnTo>
                    <a:pt x="1890" y="6336843"/>
                  </a:lnTo>
                  <a:lnTo>
                    <a:pt x="1890" y="6336219"/>
                  </a:lnTo>
                  <a:lnTo>
                    <a:pt x="2035" y="6336219"/>
                  </a:lnTo>
                  <a:lnTo>
                    <a:pt x="2181" y="6336219"/>
                  </a:lnTo>
                  <a:lnTo>
                    <a:pt x="2326" y="6336219"/>
                  </a:lnTo>
                  <a:lnTo>
                    <a:pt x="2472" y="6336219"/>
                  </a:lnTo>
                  <a:lnTo>
                    <a:pt x="2472" y="6335596"/>
                  </a:lnTo>
                  <a:lnTo>
                    <a:pt x="2617" y="6335596"/>
                  </a:lnTo>
                  <a:lnTo>
                    <a:pt x="2763" y="6335596"/>
                  </a:lnTo>
                  <a:lnTo>
                    <a:pt x="2908" y="6335596"/>
                  </a:lnTo>
                  <a:lnTo>
                    <a:pt x="3053" y="6335596"/>
                  </a:lnTo>
                  <a:lnTo>
                    <a:pt x="3199" y="6335596"/>
                  </a:lnTo>
                  <a:lnTo>
                    <a:pt x="3344" y="6335596"/>
                  </a:lnTo>
                  <a:lnTo>
                    <a:pt x="3490" y="6335596"/>
                  </a:lnTo>
                  <a:lnTo>
                    <a:pt x="3635" y="6335596"/>
                  </a:lnTo>
                  <a:lnTo>
                    <a:pt x="3781" y="6335596"/>
                  </a:lnTo>
                  <a:lnTo>
                    <a:pt x="3926" y="6335596"/>
                  </a:lnTo>
                  <a:lnTo>
                    <a:pt x="4071" y="6335596"/>
                  </a:lnTo>
                  <a:lnTo>
                    <a:pt x="4217" y="6335596"/>
                  </a:lnTo>
                  <a:lnTo>
                    <a:pt x="4217" y="6334972"/>
                  </a:lnTo>
                  <a:lnTo>
                    <a:pt x="4362" y="6334972"/>
                  </a:lnTo>
                  <a:lnTo>
                    <a:pt x="4508" y="6334972"/>
                  </a:lnTo>
                  <a:lnTo>
                    <a:pt x="4653" y="6334972"/>
                  </a:lnTo>
                  <a:lnTo>
                    <a:pt x="4799" y="6334972"/>
                  </a:lnTo>
                  <a:lnTo>
                    <a:pt x="4799" y="6334349"/>
                  </a:lnTo>
                  <a:lnTo>
                    <a:pt x="4799" y="6333725"/>
                  </a:lnTo>
                  <a:lnTo>
                    <a:pt x="4944" y="6333725"/>
                  </a:lnTo>
                  <a:lnTo>
                    <a:pt x="4944" y="6333102"/>
                  </a:lnTo>
                  <a:lnTo>
                    <a:pt x="5089" y="6333102"/>
                  </a:lnTo>
                  <a:lnTo>
                    <a:pt x="5235" y="6333102"/>
                  </a:lnTo>
                  <a:lnTo>
                    <a:pt x="5380" y="6333102"/>
                  </a:lnTo>
                  <a:lnTo>
                    <a:pt x="5526" y="6333102"/>
                  </a:lnTo>
                  <a:lnTo>
                    <a:pt x="5671" y="6333102"/>
                  </a:lnTo>
                  <a:lnTo>
                    <a:pt x="5817" y="6333102"/>
                  </a:lnTo>
                  <a:lnTo>
                    <a:pt x="5962" y="6333102"/>
                  </a:lnTo>
                  <a:lnTo>
                    <a:pt x="6107" y="6333102"/>
                  </a:lnTo>
                  <a:lnTo>
                    <a:pt x="6253" y="6333102"/>
                  </a:lnTo>
                  <a:lnTo>
                    <a:pt x="6253" y="6332478"/>
                  </a:lnTo>
                  <a:lnTo>
                    <a:pt x="6398" y="6332478"/>
                  </a:lnTo>
                  <a:lnTo>
                    <a:pt x="6544" y="6332478"/>
                  </a:lnTo>
                  <a:lnTo>
                    <a:pt x="6689" y="6332478"/>
                  </a:lnTo>
                  <a:lnTo>
                    <a:pt x="6689" y="6331854"/>
                  </a:lnTo>
                  <a:lnTo>
                    <a:pt x="6689" y="6331231"/>
                  </a:lnTo>
                  <a:lnTo>
                    <a:pt x="6834" y="6331231"/>
                  </a:lnTo>
                  <a:lnTo>
                    <a:pt x="6834" y="6330607"/>
                  </a:lnTo>
                  <a:lnTo>
                    <a:pt x="6980" y="6330607"/>
                  </a:lnTo>
                  <a:lnTo>
                    <a:pt x="7125" y="6330607"/>
                  </a:lnTo>
                  <a:lnTo>
                    <a:pt x="7271" y="6330607"/>
                  </a:lnTo>
                  <a:lnTo>
                    <a:pt x="7271" y="6329984"/>
                  </a:lnTo>
                  <a:lnTo>
                    <a:pt x="7416" y="6329984"/>
                  </a:lnTo>
                  <a:lnTo>
                    <a:pt x="7416" y="6329360"/>
                  </a:lnTo>
                  <a:lnTo>
                    <a:pt x="7562" y="6329360"/>
                  </a:lnTo>
                  <a:lnTo>
                    <a:pt x="7562" y="6328736"/>
                  </a:lnTo>
                  <a:lnTo>
                    <a:pt x="7707" y="6328736"/>
                  </a:lnTo>
                  <a:lnTo>
                    <a:pt x="7707" y="6328113"/>
                  </a:lnTo>
                  <a:lnTo>
                    <a:pt x="7852" y="6328113"/>
                  </a:lnTo>
                  <a:lnTo>
                    <a:pt x="7998" y="6328113"/>
                  </a:lnTo>
                  <a:lnTo>
                    <a:pt x="8143" y="6328113"/>
                  </a:lnTo>
                  <a:lnTo>
                    <a:pt x="8289" y="6328113"/>
                  </a:lnTo>
                  <a:lnTo>
                    <a:pt x="8434" y="6328113"/>
                  </a:lnTo>
                  <a:lnTo>
                    <a:pt x="8580" y="6328113"/>
                  </a:lnTo>
                  <a:lnTo>
                    <a:pt x="8725" y="6328113"/>
                  </a:lnTo>
                  <a:lnTo>
                    <a:pt x="8870" y="6328113"/>
                  </a:lnTo>
                  <a:lnTo>
                    <a:pt x="9016" y="6328113"/>
                  </a:lnTo>
                  <a:lnTo>
                    <a:pt x="9161" y="6328113"/>
                  </a:lnTo>
                  <a:lnTo>
                    <a:pt x="9307" y="6328113"/>
                  </a:lnTo>
                  <a:lnTo>
                    <a:pt x="9452" y="6328113"/>
                  </a:lnTo>
                  <a:lnTo>
                    <a:pt x="9598" y="6328113"/>
                  </a:lnTo>
                  <a:lnTo>
                    <a:pt x="9743" y="6328113"/>
                  </a:lnTo>
                  <a:lnTo>
                    <a:pt x="9743" y="6327489"/>
                  </a:lnTo>
                  <a:lnTo>
                    <a:pt x="9888" y="6327489"/>
                  </a:lnTo>
                  <a:lnTo>
                    <a:pt x="10034" y="6327489"/>
                  </a:lnTo>
                  <a:lnTo>
                    <a:pt x="10179" y="6327489"/>
                  </a:lnTo>
                  <a:lnTo>
                    <a:pt x="10325" y="6327489"/>
                  </a:lnTo>
                  <a:lnTo>
                    <a:pt x="10470" y="6327489"/>
                  </a:lnTo>
                  <a:lnTo>
                    <a:pt x="10470" y="6326866"/>
                  </a:lnTo>
                  <a:lnTo>
                    <a:pt x="10616" y="6326866"/>
                  </a:lnTo>
                  <a:lnTo>
                    <a:pt x="10616" y="6326242"/>
                  </a:lnTo>
                  <a:lnTo>
                    <a:pt x="10761" y="6326242"/>
                  </a:lnTo>
                  <a:lnTo>
                    <a:pt x="10761" y="6325619"/>
                  </a:lnTo>
                  <a:lnTo>
                    <a:pt x="10906" y="6325619"/>
                  </a:lnTo>
                  <a:lnTo>
                    <a:pt x="11052" y="6325619"/>
                  </a:lnTo>
                  <a:lnTo>
                    <a:pt x="11052" y="6324995"/>
                  </a:lnTo>
                  <a:lnTo>
                    <a:pt x="11197" y="6324995"/>
                  </a:lnTo>
                  <a:lnTo>
                    <a:pt x="11343" y="6324995"/>
                  </a:lnTo>
                  <a:lnTo>
                    <a:pt x="11488" y="6324995"/>
                  </a:lnTo>
                  <a:lnTo>
                    <a:pt x="11634" y="6324995"/>
                  </a:lnTo>
                  <a:lnTo>
                    <a:pt x="11779" y="6324995"/>
                  </a:lnTo>
                  <a:lnTo>
                    <a:pt x="11924" y="6324995"/>
                  </a:lnTo>
                  <a:lnTo>
                    <a:pt x="12070" y="6324995"/>
                  </a:lnTo>
                  <a:lnTo>
                    <a:pt x="12215" y="6324995"/>
                  </a:lnTo>
                  <a:lnTo>
                    <a:pt x="12361" y="6324995"/>
                  </a:lnTo>
                  <a:lnTo>
                    <a:pt x="12506" y="6324995"/>
                  </a:lnTo>
                  <a:lnTo>
                    <a:pt x="12652" y="6324995"/>
                  </a:lnTo>
                  <a:lnTo>
                    <a:pt x="12797" y="6324995"/>
                  </a:lnTo>
                  <a:lnTo>
                    <a:pt x="12797" y="6324371"/>
                  </a:lnTo>
                  <a:lnTo>
                    <a:pt x="12797" y="6323748"/>
                  </a:lnTo>
                  <a:lnTo>
                    <a:pt x="12942" y="6323748"/>
                  </a:lnTo>
                  <a:lnTo>
                    <a:pt x="12942" y="6323124"/>
                  </a:lnTo>
                  <a:lnTo>
                    <a:pt x="13088" y="6323124"/>
                  </a:lnTo>
                  <a:lnTo>
                    <a:pt x="13233" y="6323124"/>
                  </a:lnTo>
                  <a:lnTo>
                    <a:pt x="13379" y="6323124"/>
                  </a:lnTo>
                  <a:lnTo>
                    <a:pt x="13379" y="6322501"/>
                  </a:lnTo>
                  <a:lnTo>
                    <a:pt x="13524" y="6322501"/>
                  </a:lnTo>
                  <a:lnTo>
                    <a:pt x="13524" y="6321877"/>
                  </a:lnTo>
                  <a:lnTo>
                    <a:pt x="13669" y="6321877"/>
                  </a:lnTo>
                  <a:lnTo>
                    <a:pt x="13669" y="6321253"/>
                  </a:lnTo>
                  <a:lnTo>
                    <a:pt x="13669" y="6320630"/>
                  </a:lnTo>
                  <a:lnTo>
                    <a:pt x="13815" y="6320630"/>
                  </a:lnTo>
                  <a:lnTo>
                    <a:pt x="13960" y="6320630"/>
                  </a:lnTo>
                  <a:lnTo>
                    <a:pt x="13960" y="6320006"/>
                  </a:lnTo>
                  <a:lnTo>
                    <a:pt x="14106" y="6320006"/>
                  </a:lnTo>
                  <a:lnTo>
                    <a:pt x="14251" y="6320006"/>
                  </a:lnTo>
                  <a:lnTo>
                    <a:pt x="14397" y="6320006"/>
                  </a:lnTo>
                  <a:lnTo>
                    <a:pt x="14542" y="6320006"/>
                  </a:lnTo>
                  <a:lnTo>
                    <a:pt x="14687" y="6320006"/>
                  </a:lnTo>
                  <a:lnTo>
                    <a:pt x="14833" y="6320006"/>
                  </a:lnTo>
                  <a:lnTo>
                    <a:pt x="14833" y="6319383"/>
                  </a:lnTo>
                  <a:lnTo>
                    <a:pt x="14978" y="6319383"/>
                  </a:lnTo>
                  <a:lnTo>
                    <a:pt x="15124" y="6319383"/>
                  </a:lnTo>
                  <a:lnTo>
                    <a:pt x="15269" y="6319383"/>
                  </a:lnTo>
                  <a:lnTo>
                    <a:pt x="15269" y="6318759"/>
                  </a:lnTo>
                  <a:lnTo>
                    <a:pt x="15415" y="6318759"/>
                  </a:lnTo>
                  <a:lnTo>
                    <a:pt x="15560" y="6318759"/>
                  </a:lnTo>
                  <a:lnTo>
                    <a:pt x="15560" y="6318136"/>
                  </a:lnTo>
                  <a:lnTo>
                    <a:pt x="15705" y="6318136"/>
                  </a:lnTo>
                  <a:lnTo>
                    <a:pt x="15705" y="6317512"/>
                  </a:lnTo>
                  <a:lnTo>
                    <a:pt x="15705" y="6316888"/>
                  </a:lnTo>
                  <a:lnTo>
                    <a:pt x="15851" y="6316888"/>
                  </a:lnTo>
                  <a:lnTo>
                    <a:pt x="15996" y="6316888"/>
                  </a:lnTo>
                  <a:lnTo>
                    <a:pt x="16142" y="6316888"/>
                  </a:lnTo>
                  <a:lnTo>
                    <a:pt x="16287" y="6316888"/>
                  </a:lnTo>
                  <a:lnTo>
                    <a:pt x="16433" y="6316888"/>
                  </a:lnTo>
                  <a:lnTo>
                    <a:pt x="16433" y="6316265"/>
                  </a:lnTo>
                  <a:lnTo>
                    <a:pt x="16433" y="6315641"/>
                  </a:lnTo>
                  <a:lnTo>
                    <a:pt x="16578" y="6315641"/>
                  </a:lnTo>
                  <a:lnTo>
                    <a:pt x="16723" y="6315641"/>
                  </a:lnTo>
                  <a:lnTo>
                    <a:pt x="16869" y="6315641"/>
                  </a:lnTo>
                  <a:lnTo>
                    <a:pt x="17014" y="6315641"/>
                  </a:lnTo>
                  <a:lnTo>
                    <a:pt x="17014" y="6315018"/>
                  </a:lnTo>
                  <a:lnTo>
                    <a:pt x="17014" y="6314394"/>
                  </a:lnTo>
                  <a:lnTo>
                    <a:pt x="17160" y="6314394"/>
                  </a:lnTo>
                  <a:lnTo>
                    <a:pt x="17305" y="6314394"/>
                  </a:lnTo>
                  <a:lnTo>
                    <a:pt x="17451" y="6314394"/>
                  </a:lnTo>
                  <a:lnTo>
                    <a:pt x="17451" y="6313770"/>
                  </a:lnTo>
                  <a:lnTo>
                    <a:pt x="17596" y="6313770"/>
                  </a:lnTo>
                  <a:lnTo>
                    <a:pt x="17741" y="6313770"/>
                  </a:lnTo>
                  <a:lnTo>
                    <a:pt x="17741" y="6313147"/>
                  </a:lnTo>
                  <a:lnTo>
                    <a:pt x="17741" y="6312523"/>
                  </a:lnTo>
                  <a:lnTo>
                    <a:pt x="17887" y="6312523"/>
                  </a:lnTo>
                  <a:lnTo>
                    <a:pt x="18032" y="6312523"/>
                  </a:lnTo>
                  <a:lnTo>
                    <a:pt x="18178" y="6312523"/>
                  </a:lnTo>
                  <a:lnTo>
                    <a:pt x="18323" y="6312523"/>
                  </a:lnTo>
                  <a:lnTo>
                    <a:pt x="18469" y="6312523"/>
                  </a:lnTo>
                  <a:lnTo>
                    <a:pt x="18614" y="6312523"/>
                  </a:lnTo>
                  <a:lnTo>
                    <a:pt x="18614" y="6311900"/>
                  </a:lnTo>
                  <a:lnTo>
                    <a:pt x="18759" y="6311900"/>
                  </a:lnTo>
                  <a:lnTo>
                    <a:pt x="18905" y="6311900"/>
                  </a:lnTo>
                  <a:lnTo>
                    <a:pt x="18905" y="6311276"/>
                  </a:lnTo>
                  <a:lnTo>
                    <a:pt x="19050" y="6311276"/>
                  </a:lnTo>
                  <a:lnTo>
                    <a:pt x="19196" y="6311276"/>
                  </a:lnTo>
                  <a:lnTo>
                    <a:pt x="19341" y="6311276"/>
                  </a:lnTo>
                  <a:lnTo>
                    <a:pt x="19487" y="6311276"/>
                  </a:lnTo>
                  <a:lnTo>
                    <a:pt x="19632" y="6311276"/>
                  </a:lnTo>
                  <a:lnTo>
                    <a:pt x="19777" y="6311276"/>
                  </a:lnTo>
                  <a:lnTo>
                    <a:pt x="19923" y="6311276"/>
                  </a:lnTo>
                  <a:lnTo>
                    <a:pt x="20068" y="6311276"/>
                  </a:lnTo>
                  <a:lnTo>
                    <a:pt x="20214" y="6311276"/>
                  </a:lnTo>
                  <a:lnTo>
                    <a:pt x="20214" y="6310653"/>
                  </a:lnTo>
                  <a:lnTo>
                    <a:pt x="20359" y="6310653"/>
                  </a:lnTo>
                  <a:lnTo>
                    <a:pt x="20504" y="6310653"/>
                  </a:lnTo>
                  <a:lnTo>
                    <a:pt x="20650" y="6310653"/>
                  </a:lnTo>
                  <a:lnTo>
                    <a:pt x="20650" y="6310029"/>
                  </a:lnTo>
                  <a:lnTo>
                    <a:pt x="20650" y="6309405"/>
                  </a:lnTo>
                  <a:lnTo>
                    <a:pt x="20795" y="6309405"/>
                  </a:lnTo>
                  <a:lnTo>
                    <a:pt x="20941" y="6309405"/>
                  </a:lnTo>
                  <a:lnTo>
                    <a:pt x="21086" y="6309405"/>
                  </a:lnTo>
                  <a:lnTo>
                    <a:pt x="21232" y="6309405"/>
                  </a:lnTo>
                  <a:lnTo>
                    <a:pt x="21377" y="6309405"/>
                  </a:lnTo>
                  <a:lnTo>
                    <a:pt x="21377" y="6308782"/>
                  </a:lnTo>
                  <a:lnTo>
                    <a:pt x="21522" y="6308782"/>
                  </a:lnTo>
                  <a:lnTo>
                    <a:pt x="21668" y="6308782"/>
                  </a:lnTo>
                  <a:lnTo>
                    <a:pt x="21813" y="6308782"/>
                  </a:lnTo>
                  <a:lnTo>
                    <a:pt x="21959" y="6308782"/>
                  </a:lnTo>
                  <a:lnTo>
                    <a:pt x="21959" y="6308158"/>
                  </a:lnTo>
                  <a:lnTo>
                    <a:pt x="22104" y="6308158"/>
                  </a:lnTo>
                  <a:lnTo>
                    <a:pt x="22250" y="6308158"/>
                  </a:lnTo>
                  <a:lnTo>
                    <a:pt x="22395" y="6308158"/>
                  </a:lnTo>
                  <a:lnTo>
                    <a:pt x="22540" y="6308158"/>
                  </a:lnTo>
                  <a:lnTo>
                    <a:pt x="22686" y="6308158"/>
                  </a:lnTo>
                  <a:lnTo>
                    <a:pt x="22831" y="6308158"/>
                  </a:lnTo>
                  <a:lnTo>
                    <a:pt x="22831" y="6307535"/>
                  </a:lnTo>
                  <a:lnTo>
                    <a:pt x="22977" y="6307535"/>
                  </a:lnTo>
                  <a:lnTo>
                    <a:pt x="23122" y="6307535"/>
                  </a:lnTo>
                  <a:lnTo>
                    <a:pt x="23268" y="6307535"/>
                  </a:lnTo>
                  <a:lnTo>
                    <a:pt x="23413" y="6307535"/>
                  </a:lnTo>
                  <a:lnTo>
                    <a:pt x="23413" y="6306911"/>
                  </a:lnTo>
                  <a:lnTo>
                    <a:pt x="23413" y="6306287"/>
                  </a:lnTo>
                  <a:lnTo>
                    <a:pt x="23558" y="6306287"/>
                  </a:lnTo>
                  <a:lnTo>
                    <a:pt x="23704" y="6306287"/>
                  </a:lnTo>
                  <a:lnTo>
                    <a:pt x="23849" y="6306287"/>
                  </a:lnTo>
                  <a:lnTo>
                    <a:pt x="23995" y="6306287"/>
                  </a:lnTo>
                  <a:lnTo>
                    <a:pt x="24140" y="6306287"/>
                  </a:lnTo>
                  <a:lnTo>
                    <a:pt x="24286" y="6306287"/>
                  </a:lnTo>
                  <a:lnTo>
                    <a:pt x="24431" y="6306287"/>
                  </a:lnTo>
                  <a:lnTo>
                    <a:pt x="24576" y="6306287"/>
                  </a:lnTo>
                  <a:lnTo>
                    <a:pt x="24576" y="6305664"/>
                  </a:lnTo>
                  <a:lnTo>
                    <a:pt x="24722" y="6305664"/>
                  </a:lnTo>
                  <a:lnTo>
                    <a:pt x="24867" y="6305664"/>
                  </a:lnTo>
                  <a:lnTo>
                    <a:pt x="25013" y="6305664"/>
                  </a:lnTo>
                  <a:lnTo>
                    <a:pt x="25158" y="6305664"/>
                  </a:lnTo>
                  <a:lnTo>
                    <a:pt x="25304" y="6305664"/>
                  </a:lnTo>
                  <a:lnTo>
                    <a:pt x="25449" y="6305664"/>
                  </a:lnTo>
                  <a:lnTo>
                    <a:pt x="25594" y="6305664"/>
                  </a:lnTo>
                  <a:lnTo>
                    <a:pt x="25740" y="6305664"/>
                  </a:lnTo>
                  <a:lnTo>
                    <a:pt x="25885" y="6305664"/>
                  </a:lnTo>
                  <a:lnTo>
                    <a:pt x="26031" y="6305664"/>
                  </a:lnTo>
                  <a:lnTo>
                    <a:pt x="26176" y="6305664"/>
                  </a:lnTo>
                  <a:lnTo>
                    <a:pt x="26176" y="6305040"/>
                  </a:lnTo>
                  <a:lnTo>
                    <a:pt x="26322" y="6305040"/>
                  </a:lnTo>
                  <a:lnTo>
                    <a:pt x="26467" y="6305040"/>
                  </a:lnTo>
                  <a:lnTo>
                    <a:pt x="26612" y="6305040"/>
                  </a:lnTo>
                  <a:lnTo>
                    <a:pt x="26758" y="6305040"/>
                  </a:lnTo>
                  <a:lnTo>
                    <a:pt x="26903" y="6305040"/>
                  </a:lnTo>
                  <a:lnTo>
                    <a:pt x="27049" y="6305040"/>
                  </a:lnTo>
                  <a:lnTo>
                    <a:pt x="27194" y="6305040"/>
                  </a:lnTo>
                  <a:lnTo>
                    <a:pt x="27339" y="6305040"/>
                  </a:lnTo>
                  <a:lnTo>
                    <a:pt x="27485" y="6305040"/>
                  </a:lnTo>
                  <a:lnTo>
                    <a:pt x="27630" y="6305040"/>
                  </a:lnTo>
                  <a:lnTo>
                    <a:pt x="27776" y="6305040"/>
                  </a:lnTo>
                  <a:lnTo>
                    <a:pt x="27921" y="6305040"/>
                  </a:lnTo>
                  <a:lnTo>
                    <a:pt x="28067" y="6305040"/>
                  </a:lnTo>
                  <a:lnTo>
                    <a:pt x="28212" y="6305040"/>
                  </a:lnTo>
                  <a:lnTo>
                    <a:pt x="28357" y="6305040"/>
                  </a:lnTo>
                  <a:lnTo>
                    <a:pt x="28503" y="6305040"/>
                  </a:lnTo>
                  <a:lnTo>
                    <a:pt x="28648" y="6305040"/>
                  </a:lnTo>
                  <a:lnTo>
                    <a:pt x="28794" y="6305040"/>
                  </a:lnTo>
                  <a:lnTo>
                    <a:pt x="28939" y="6305040"/>
                  </a:lnTo>
                  <a:lnTo>
                    <a:pt x="29085" y="6305040"/>
                  </a:lnTo>
                  <a:lnTo>
                    <a:pt x="29230" y="6305040"/>
                  </a:lnTo>
                  <a:lnTo>
                    <a:pt x="29375" y="6305040"/>
                  </a:lnTo>
                  <a:lnTo>
                    <a:pt x="29521" y="6305040"/>
                  </a:lnTo>
                  <a:lnTo>
                    <a:pt x="29666" y="6305040"/>
                  </a:lnTo>
                  <a:lnTo>
                    <a:pt x="29812" y="6305040"/>
                  </a:lnTo>
                  <a:lnTo>
                    <a:pt x="29812" y="6304417"/>
                  </a:lnTo>
                  <a:lnTo>
                    <a:pt x="29957" y="6304417"/>
                  </a:lnTo>
                  <a:lnTo>
                    <a:pt x="30103" y="6304417"/>
                  </a:lnTo>
                  <a:lnTo>
                    <a:pt x="30248" y="6304417"/>
                  </a:lnTo>
                  <a:lnTo>
                    <a:pt x="30393" y="6304417"/>
                  </a:lnTo>
                  <a:lnTo>
                    <a:pt x="30539" y="6304417"/>
                  </a:lnTo>
                  <a:lnTo>
                    <a:pt x="30684" y="6304417"/>
                  </a:lnTo>
                  <a:lnTo>
                    <a:pt x="30830" y="6304417"/>
                  </a:lnTo>
                  <a:lnTo>
                    <a:pt x="30975" y="6304417"/>
                  </a:lnTo>
                  <a:lnTo>
                    <a:pt x="31121" y="6304417"/>
                  </a:lnTo>
                  <a:lnTo>
                    <a:pt x="31266" y="6304417"/>
                  </a:lnTo>
                  <a:lnTo>
                    <a:pt x="31266" y="6303793"/>
                  </a:lnTo>
                  <a:lnTo>
                    <a:pt x="31411" y="6303793"/>
                  </a:lnTo>
                  <a:lnTo>
                    <a:pt x="31411" y="6303170"/>
                  </a:lnTo>
                  <a:lnTo>
                    <a:pt x="31557" y="6303170"/>
                  </a:lnTo>
                  <a:lnTo>
                    <a:pt x="31702" y="6303170"/>
                  </a:lnTo>
                  <a:lnTo>
                    <a:pt x="31848" y="6303170"/>
                  </a:lnTo>
                  <a:lnTo>
                    <a:pt x="31848" y="6302546"/>
                  </a:lnTo>
                  <a:lnTo>
                    <a:pt x="31993" y="6302546"/>
                  </a:lnTo>
                  <a:lnTo>
                    <a:pt x="31993" y="6301922"/>
                  </a:lnTo>
                  <a:lnTo>
                    <a:pt x="32139" y="6301922"/>
                  </a:lnTo>
                  <a:lnTo>
                    <a:pt x="32284" y="6301922"/>
                  </a:lnTo>
                  <a:lnTo>
                    <a:pt x="32429" y="6301922"/>
                  </a:lnTo>
                  <a:lnTo>
                    <a:pt x="32575" y="6301922"/>
                  </a:lnTo>
                  <a:lnTo>
                    <a:pt x="32720" y="6301922"/>
                  </a:lnTo>
                  <a:lnTo>
                    <a:pt x="32720" y="6301299"/>
                  </a:lnTo>
                  <a:lnTo>
                    <a:pt x="32866" y="6301299"/>
                  </a:lnTo>
                  <a:lnTo>
                    <a:pt x="33011" y="6301299"/>
                  </a:lnTo>
                  <a:lnTo>
                    <a:pt x="33157" y="6301299"/>
                  </a:lnTo>
                  <a:lnTo>
                    <a:pt x="33302" y="6301299"/>
                  </a:lnTo>
                  <a:lnTo>
                    <a:pt x="33447" y="6301299"/>
                  </a:lnTo>
                  <a:lnTo>
                    <a:pt x="33447" y="6300675"/>
                  </a:lnTo>
                  <a:lnTo>
                    <a:pt x="33593" y="6300675"/>
                  </a:lnTo>
                  <a:lnTo>
                    <a:pt x="33738" y="6300675"/>
                  </a:lnTo>
                  <a:lnTo>
                    <a:pt x="33738" y="6300052"/>
                  </a:lnTo>
                  <a:lnTo>
                    <a:pt x="33884" y="6300052"/>
                  </a:lnTo>
                  <a:lnTo>
                    <a:pt x="34029" y="6300052"/>
                  </a:lnTo>
                  <a:lnTo>
                    <a:pt x="34174" y="6300052"/>
                  </a:lnTo>
                  <a:lnTo>
                    <a:pt x="34320" y="6300052"/>
                  </a:lnTo>
                  <a:lnTo>
                    <a:pt x="34465" y="6300052"/>
                  </a:lnTo>
                  <a:lnTo>
                    <a:pt x="34611" y="6300052"/>
                  </a:lnTo>
                  <a:lnTo>
                    <a:pt x="34611" y="6299428"/>
                  </a:lnTo>
                  <a:lnTo>
                    <a:pt x="34611" y="6298805"/>
                  </a:lnTo>
                  <a:lnTo>
                    <a:pt x="34756" y="6298805"/>
                  </a:lnTo>
                  <a:lnTo>
                    <a:pt x="34756" y="6298181"/>
                  </a:lnTo>
                  <a:lnTo>
                    <a:pt x="34902" y="6298181"/>
                  </a:lnTo>
                  <a:lnTo>
                    <a:pt x="35047" y="6298181"/>
                  </a:lnTo>
                  <a:lnTo>
                    <a:pt x="35047" y="6297557"/>
                  </a:lnTo>
                  <a:lnTo>
                    <a:pt x="35192" y="6297557"/>
                  </a:lnTo>
                  <a:lnTo>
                    <a:pt x="35338" y="6297557"/>
                  </a:lnTo>
                  <a:lnTo>
                    <a:pt x="35338" y="6296934"/>
                  </a:lnTo>
                  <a:lnTo>
                    <a:pt x="35338" y="6296310"/>
                  </a:lnTo>
                  <a:lnTo>
                    <a:pt x="35483" y="6296310"/>
                  </a:lnTo>
                  <a:lnTo>
                    <a:pt x="35483" y="6295687"/>
                  </a:lnTo>
                  <a:lnTo>
                    <a:pt x="35483" y="6295063"/>
                  </a:lnTo>
                  <a:lnTo>
                    <a:pt x="35629" y="6295063"/>
                  </a:lnTo>
                  <a:lnTo>
                    <a:pt x="35774" y="6295063"/>
                  </a:lnTo>
                  <a:lnTo>
                    <a:pt x="35920" y="6295063"/>
                  </a:lnTo>
                  <a:lnTo>
                    <a:pt x="36065" y="6295063"/>
                  </a:lnTo>
                  <a:lnTo>
                    <a:pt x="36210" y="6295063"/>
                  </a:lnTo>
                  <a:lnTo>
                    <a:pt x="36210" y="6294439"/>
                  </a:lnTo>
                  <a:lnTo>
                    <a:pt x="36210" y="6293816"/>
                  </a:lnTo>
                  <a:lnTo>
                    <a:pt x="36210" y="6293192"/>
                  </a:lnTo>
                  <a:lnTo>
                    <a:pt x="36356" y="6293192"/>
                  </a:lnTo>
                  <a:lnTo>
                    <a:pt x="36501" y="6293192"/>
                  </a:lnTo>
                  <a:lnTo>
                    <a:pt x="36647" y="6293192"/>
                  </a:lnTo>
                  <a:lnTo>
                    <a:pt x="36792" y="6293192"/>
                  </a:lnTo>
                  <a:lnTo>
                    <a:pt x="36938" y="6293192"/>
                  </a:lnTo>
                  <a:lnTo>
                    <a:pt x="37083" y="6293192"/>
                  </a:lnTo>
                  <a:lnTo>
                    <a:pt x="37228" y="6293192"/>
                  </a:lnTo>
                  <a:lnTo>
                    <a:pt x="37374" y="6293192"/>
                  </a:lnTo>
                  <a:lnTo>
                    <a:pt x="37519" y="6293192"/>
                  </a:lnTo>
                  <a:lnTo>
                    <a:pt x="37665" y="6293192"/>
                  </a:lnTo>
                  <a:lnTo>
                    <a:pt x="37665" y="6292569"/>
                  </a:lnTo>
                  <a:lnTo>
                    <a:pt x="37810" y="6292569"/>
                  </a:lnTo>
                  <a:lnTo>
                    <a:pt x="37956" y="6292569"/>
                  </a:lnTo>
                  <a:lnTo>
                    <a:pt x="38101" y="6292569"/>
                  </a:lnTo>
                  <a:lnTo>
                    <a:pt x="38246" y="6292569"/>
                  </a:lnTo>
                  <a:lnTo>
                    <a:pt x="38246" y="6291945"/>
                  </a:lnTo>
                  <a:lnTo>
                    <a:pt x="38392" y="6291945"/>
                  </a:lnTo>
                  <a:lnTo>
                    <a:pt x="38392" y="6291322"/>
                  </a:lnTo>
                  <a:lnTo>
                    <a:pt x="38537" y="6291322"/>
                  </a:lnTo>
                  <a:lnTo>
                    <a:pt x="38683" y="6291322"/>
                  </a:lnTo>
                  <a:lnTo>
                    <a:pt x="38683" y="6290698"/>
                  </a:lnTo>
                  <a:lnTo>
                    <a:pt x="38828" y="6290698"/>
                  </a:lnTo>
                  <a:lnTo>
                    <a:pt x="38974" y="6290698"/>
                  </a:lnTo>
                  <a:lnTo>
                    <a:pt x="39119" y="6290698"/>
                  </a:lnTo>
                  <a:lnTo>
                    <a:pt x="39264" y="6290698"/>
                  </a:lnTo>
                  <a:lnTo>
                    <a:pt x="39410" y="6290698"/>
                  </a:lnTo>
                  <a:lnTo>
                    <a:pt x="39555" y="6290698"/>
                  </a:lnTo>
                  <a:lnTo>
                    <a:pt x="39701" y="6290698"/>
                  </a:lnTo>
                  <a:lnTo>
                    <a:pt x="39846" y="6290698"/>
                  </a:lnTo>
                  <a:lnTo>
                    <a:pt x="39992" y="6290698"/>
                  </a:lnTo>
                  <a:lnTo>
                    <a:pt x="40137" y="6290698"/>
                  </a:lnTo>
                  <a:lnTo>
                    <a:pt x="40137" y="6290074"/>
                  </a:lnTo>
                  <a:lnTo>
                    <a:pt x="40282" y="6290074"/>
                  </a:lnTo>
                  <a:lnTo>
                    <a:pt x="40428" y="6290074"/>
                  </a:lnTo>
                  <a:lnTo>
                    <a:pt x="40573" y="6290074"/>
                  </a:lnTo>
                  <a:lnTo>
                    <a:pt x="40719" y="6290074"/>
                  </a:lnTo>
                  <a:lnTo>
                    <a:pt x="40864" y="6290074"/>
                  </a:lnTo>
                  <a:lnTo>
                    <a:pt x="41009" y="6290074"/>
                  </a:lnTo>
                  <a:lnTo>
                    <a:pt x="41009" y="6289451"/>
                  </a:lnTo>
                  <a:lnTo>
                    <a:pt x="41009" y="6288827"/>
                  </a:lnTo>
                  <a:lnTo>
                    <a:pt x="41009" y="6288204"/>
                  </a:lnTo>
                  <a:lnTo>
                    <a:pt x="41155" y="6288204"/>
                  </a:lnTo>
                  <a:lnTo>
                    <a:pt x="41300" y="6288204"/>
                  </a:lnTo>
                  <a:lnTo>
                    <a:pt x="41446" y="6288204"/>
                  </a:lnTo>
                  <a:lnTo>
                    <a:pt x="41591" y="6288204"/>
                  </a:lnTo>
                  <a:lnTo>
                    <a:pt x="41591" y="6287580"/>
                  </a:lnTo>
                  <a:lnTo>
                    <a:pt x="41737" y="6287580"/>
                  </a:lnTo>
                  <a:lnTo>
                    <a:pt x="41737" y="6286956"/>
                  </a:lnTo>
                  <a:lnTo>
                    <a:pt x="41882" y="6286956"/>
                  </a:lnTo>
                  <a:lnTo>
                    <a:pt x="42027" y="6286956"/>
                  </a:lnTo>
                  <a:lnTo>
                    <a:pt x="42173" y="6286956"/>
                  </a:lnTo>
                  <a:lnTo>
                    <a:pt x="42318" y="6286956"/>
                  </a:lnTo>
                  <a:lnTo>
                    <a:pt x="42464" y="6286956"/>
                  </a:lnTo>
                  <a:lnTo>
                    <a:pt x="42609" y="6286956"/>
                  </a:lnTo>
                  <a:lnTo>
                    <a:pt x="42755" y="6286956"/>
                  </a:lnTo>
                  <a:lnTo>
                    <a:pt x="42900" y="6286956"/>
                  </a:lnTo>
                  <a:lnTo>
                    <a:pt x="43045" y="6286956"/>
                  </a:lnTo>
                  <a:lnTo>
                    <a:pt x="43191" y="6286956"/>
                  </a:lnTo>
                  <a:lnTo>
                    <a:pt x="43336" y="6286956"/>
                  </a:lnTo>
                  <a:lnTo>
                    <a:pt x="43482" y="6286956"/>
                  </a:lnTo>
                  <a:lnTo>
                    <a:pt x="43627" y="6286956"/>
                  </a:lnTo>
                  <a:lnTo>
                    <a:pt x="43773" y="6286956"/>
                  </a:lnTo>
                  <a:lnTo>
                    <a:pt x="43918" y="6286956"/>
                  </a:lnTo>
                  <a:lnTo>
                    <a:pt x="44063" y="6286956"/>
                  </a:lnTo>
                  <a:lnTo>
                    <a:pt x="44063" y="6286333"/>
                  </a:lnTo>
                  <a:lnTo>
                    <a:pt x="44209" y="6286333"/>
                  </a:lnTo>
                  <a:lnTo>
                    <a:pt x="44209" y="6285709"/>
                  </a:lnTo>
                  <a:lnTo>
                    <a:pt x="44209" y="6285086"/>
                  </a:lnTo>
                  <a:lnTo>
                    <a:pt x="44354" y="6285086"/>
                  </a:lnTo>
                  <a:lnTo>
                    <a:pt x="44500" y="6285086"/>
                  </a:lnTo>
                  <a:lnTo>
                    <a:pt x="44645" y="6285086"/>
                  </a:lnTo>
                  <a:lnTo>
                    <a:pt x="44791" y="6285086"/>
                  </a:lnTo>
                  <a:lnTo>
                    <a:pt x="44936" y="6285086"/>
                  </a:lnTo>
                  <a:lnTo>
                    <a:pt x="45081" y="6285086"/>
                  </a:lnTo>
                  <a:lnTo>
                    <a:pt x="45227" y="6285086"/>
                  </a:lnTo>
                  <a:lnTo>
                    <a:pt x="45227" y="6284462"/>
                  </a:lnTo>
                  <a:lnTo>
                    <a:pt x="45372" y="6284462"/>
                  </a:lnTo>
                  <a:lnTo>
                    <a:pt x="45518" y="6284462"/>
                  </a:lnTo>
                  <a:lnTo>
                    <a:pt x="45663" y="6284462"/>
                  </a:lnTo>
                  <a:lnTo>
                    <a:pt x="45809" y="6284462"/>
                  </a:lnTo>
                  <a:lnTo>
                    <a:pt x="45954" y="6284462"/>
                  </a:lnTo>
                  <a:lnTo>
                    <a:pt x="46099" y="6284462"/>
                  </a:lnTo>
                  <a:lnTo>
                    <a:pt x="46245" y="6284462"/>
                  </a:lnTo>
                  <a:lnTo>
                    <a:pt x="46390" y="6284462"/>
                  </a:lnTo>
                  <a:lnTo>
                    <a:pt x="46390" y="6283839"/>
                  </a:lnTo>
                  <a:lnTo>
                    <a:pt x="46536" y="6283839"/>
                  </a:lnTo>
                  <a:lnTo>
                    <a:pt x="46681" y="6283839"/>
                  </a:lnTo>
                  <a:lnTo>
                    <a:pt x="46681" y="6283215"/>
                  </a:lnTo>
                  <a:lnTo>
                    <a:pt x="46681" y="6282591"/>
                  </a:lnTo>
                  <a:lnTo>
                    <a:pt x="46827" y="6282591"/>
                  </a:lnTo>
                  <a:lnTo>
                    <a:pt x="46972" y="6282591"/>
                  </a:lnTo>
                  <a:lnTo>
                    <a:pt x="46972" y="6281968"/>
                  </a:lnTo>
                  <a:lnTo>
                    <a:pt x="46972" y="6281344"/>
                  </a:lnTo>
                  <a:lnTo>
                    <a:pt x="46972" y="6280721"/>
                  </a:lnTo>
                  <a:lnTo>
                    <a:pt x="47117" y="6280721"/>
                  </a:lnTo>
                  <a:lnTo>
                    <a:pt x="47263" y="6280721"/>
                  </a:lnTo>
                  <a:lnTo>
                    <a:pt x="47408" y="6280721"/>
                  </a:lnTo>
                  <a:lnTo>
                    <a:pt x="47554" y="6280721"/>
                  </a:lnTo>
                  <a:lnTo>
                    <a:pt x="47699" y="6280721"/>
                  </a:lnTo>
                  <a:lnTo>
                    <a:pt x="47844" y="6280721"/>
                  </a:lnTo>
                  <a:lnTo>
                    <a:pt x="47990" y="6280721"/>
                  </a:lnTo>
                  <a:lnTo>
                    <a:pt x="48135" y="6280721"/>
                  </a:lnTo>
                  <a:lnTo>
                    <a:pt x="48281" y="6280721"/>
                  </a:lnTo>
                  <a:lnTo>
                    <a:pt x="48426" y="6280721"/>
                  </a:lnTo>
                  <a:lnTo>
                    <a:pt x="48572" y="6280721"/>
                  </a:lnTo>
                  <a:lnTo>
                    <a:pt x="48717" y="6280721"/>
                  </a:lnTo>
                  <a:lnTo>
                    <a:pt x="48717" y="6280097"/>
                  </a:lnTo>
                  <a:lnTo>
                    <a:pt x="48862" y="6280097"/>
                  </a:lnTo>
                  <a:lnTo>
                    <a:pt x="49008" y="6280097"/>
                  </a:lnTo>
                  <a:lnTo>
                    <a:pt x="49153" y="6280097"/>
                  </a:lnTo>
                  <a:lnTo>
                    <a:pt x="49153" y="6279473"/>
                  </a:lnTo>
                  <a:lnTo>
                    <a:pt x="49299" y="6279473"/>
                  </a:lnTo>
                  <a:lnTo>
                    <a:pt x="49444" y="6279473"/>
                  </a:lnTo>
                  <a:lnTo>
                    <a:pt x="49444" y="6278850"/>
                  </a:lnTo>
                  <a:lnTo>
                    <a:pt x="49590" y="6278850"/>
                  </a:lnTo>
                  <a:lnTo>
                    <a:pt x="49590" y="6278226"/>
                  </a:lnTo>
                  <a:lnTo>
                    <a:pt x="49590" y="6277603"/>
                  </a:lnTo>
                  <a:lnTo>
                    <a:pt x="49735" y="6277603"/>
                  </a:lnTo>
                  <a:lnTo>
                    <a:pt x="49880" y="6277603"/>
                  </a:lnTo>
                  <a:lnTo>
                    <a:pt x="49880" y="6276979"/>
                  </a:lnTo>
                  <a:lnTo>
                    <a:pt x="50026" y="6276979"/>
                  </a:lnTo>
                  <a:lnTo>
                    <a:pt x="50026" y="6276356"/>
                  </a:lnTo>
                  <a:lnTo>
                    <a:pt x="50026" y="6275732"/>
                  </a:lnTo>
                  <a:lnTo>
                    <a:pt x="50171" y="6275732"/>
                  </a:lnTo>
                  <a:lnTo>
                    <a:pt x="50317" y="6275732"/>
                  </a:lnTo>
                  <a:lnTo>
                    <a:pt x="50462" y="6275732"/>
                  </a:lnTo>
                  <a:lnTo>
                    <a:pt x="50608" y="6275732"/>
                  </a:lnTo>
                  <a:lnTo>
                    <a:pt x="50753" y="6275732"/>
                  </a:lnTo>
                  <a:lnTo>
                    <a:pt x="50898" y="6275732"/>
                  </a:lnTo>
                  <a:lnTo>
                    <a:pt x="50898" y="6275108"/>
                  </a:lnTo>
                  <a:lnTo>
                    <a:pt x="51044" y="6275108"/>
                  </a:lnTo>
                  <a:lnTo>
                    <a:pt x="51189" y="6275108"/>
                  </a:lnTo>
                  <a:lnTo>
                    <a:pt x="51189" y="6274485"/>
                  </a:lnTo>
                  <a:lnTo>
                    <a:pt x="51335" y="6274485"/>
                  </a:lnTo>
                  <a:lnTo>
                    <a:pt x="51480" y="6274485"/>
                  </a:lnTo>
                  <a:lnTo>
                    <a:pt x="51626" y="6274485"/>
                  </a:lnTo>
                  <a:lnTo>
                    <a:pt x="51771" y="6274485"/>
                  </a:lnTo>
                  <a:lnTo>
                    <a:pt x="51916" y="6274485"/>
                  </a:lnTo>
                  <a:lnTo>
                    <a:pt x="52062" y="6274485"/>
                  </a:lnTo>
                  <a:lnTo>
                    <a:pt x="52207" y="6274485"/>
                  </a:lnTo>
                  <a:lnTo>
                    <a:pt x="52353" y="6274485"/>
                  </a:lnTo>
                  <a:lnTo>
                    <a:pt x="52498" y="6274485"/>
                  </a:lnTo>
                  <a:lnTo>
                    <a:pt x="52644" y="6274485"/>
                  </a:lnTo>
                  <a:lnTo>
                    <a:pt x="52789" y="6274485"/>
                  </a:lnTo>
                  <a:lnTo>
                    <a:pt x="52934" y="6274485"/>
                  </a:lnTo>
                  <a:lnTo>
                    <a:pt x="53080" y="6274485"/>
                  </a:lnTo>
                  <a:lnTo>
                    <a:pt x="53225" y="6274485"/>
                  </a:lnTo>
                  <a:lnTo>
                    <a:pt x="53371" y="6274485"/>
                  </a:lnTo>
                  <a:lnTo>
                    <a:pt x="53516" y="6274485"/>
                  </a:lnTo>
                  <a:lnTo>
                    <a:pt x="53662" y="6274485"/>
                  </a:lnTo>
                  <a:lnTo>
                    <a:pt x="53662" y="6273861"/>
                  </a:lnTo>
                  <a:lnTo>
                    <a:pt x="53807" y="6273861"/>
                  </a:lnTo>
                  <a:lnTo>
                    <a:pt x="53952" y="6273861"/>
                  </a:lnTo>
                  <a:lnTo>
                    <a:pt x="54098" y="6273861"/>
                  </a:lnTo>
                  <a:lnTo>
                    <a:pt x="54243" y="6273861"/>
                  </a:lnTo>
                  <a:lnTo>
                    <a:pt x="54243" y="6273238"/>
                  </a:lnTo>
                  <a:lnTo>
                    <a:pt x="54389" y="6273238"/>
                  </a:lnTo>
                  <a:lnTo>
                    <a:pt x="54534" y="6273238"/>
                  </a:lnTo>
                  <a:lnTo>
                    <a:pt x="54679" y="6273238"/>
                  </a:lnTo>
                  <a:lnTo>
                    <a:pt x="54679" y="6272614"/>
                  </a:lnTo>
                  <a:lnTo>
                    <a:pt x="54679" y="6271990"/>
                  </a:lnTo>
                  <a:lnTo>
                    <a:pt x="54825" y="6271990"/>
                  </a:lnTo>
                  <a:lnTo>
                    <a:pt x="54970" y="6271990"/>
                  </a:lnTo>
                  <a:lnTo>
                    <a:pt x="55116" y="6271990"/>
                  </a:lnTo>
                  <a:lnTo>
                    <a:pt x="55261" y="6271990"/>
                  </a:lnTo>
                  <a:lnTo>
                    <a:pt x="55407" y="6271990"/>
                  </a:lnTo>
                  <a:lnTo>
                    <a:pt x="55552" y="6271990"/>
                  </a:lnTo>
                  <a:lnTo>
                    <a:pt x="55697" y="6271990"/>
                  </a:lnTo>
                  <a:lnTo>
                    <a:pt x="55843" y="6271990"/>
                  </a:lnTo>
                  <a:lnTo>
                    <a:pt x="55988" y="6271990"/>
                  </a:lnTo>
                  <a:lnTo>
                    <a:pt x="56134" y="6271990"/>
                  </a:lnTo>
                  <a:lnTo>
                    <a:pt x="56134" y="6271367"/>
                  </a:lnTo>
                  <a:lnTo>
                    <a:pt x="56134" y="6270743"/>
                  </a:lnTo>
                  <a:lnTo>
                    <a:pt x="56279" y="6270743"/>
                  </a:lnTo>
                  <a:lnTo>
                    <a:pt x="56425" y="6270743"/>
                  </a:lnTo>
                  <a:lnTo>
                    <a:pt x="56570" y="6270743"/>
                  </a:lnTo>
                  <a:lnTo>
                    <a:pt x="56715" y="6270743"/>
                  </a:lnTo>
                  <a:lnTo>
                    <a:pt x="56715" y="6270120"/>
                  </a:lnTo>
                  <a:lnTo>
                    <a:pt x="56861" y="6270120"/>
                  </a:lnTo>
                  <a:lnTo>
                    <a:pt x="56861" y="6269496"/>
                  </a:lnTo>
                  <a:lnTo>
                    <a:pt x="56861" y="6268873"/>
                  </a:lnTo>
                  <a:lnTo>
                    <a:pt x="56861" y="6268249"/>
                  </a:lnTo>
                  <a:lnTo>
                    <a:pt x="57006" y="6268249"/>
                  </a:lnTo>
                  <a:lnTo>
                    <a:pt x="57006" y="6267625"/>
                  </a:lnTo>
                  <a:lnTo>
                    <a:pt x="57152" y="6267625"/>
                  </a:lnTo>
                  <a:lnTo>
                    <a:pt x="57152" y="6267002"/>
                  </a:lnTo>
                  <a:lnTo>
                    <a:pt x="57297" y="6267002"/>
                  </a:lnTo>
                  <a:lnTo>
                    <a:pt x="57443" y="6267002"/>
                  </a:lnTo>
                  <a:lnTo>
                    <a:pt x="57588" y="6267002"/>
                  </a:lnTo>
                  <a:lnTo>
                    <a:pt x="57733" y="6267002"/>
                  </a:lnTo>
                  <a:lnTo>
                    <a:pt x="57879" y="6267002"/>
                  </a:lnTo>
                  <a:lnTo>
                    <a:pt x="57879" y="6266378"/>
                  </a:lnTo>
                  <a:lnTo>
                    <a:pt x="58024" y="6266378"/>
                  </a:lnTo>
                  <a:lnTo>
                    <a:pt x="58170" y="6266378"/>
                  </a:lnTo>
                  <a:lnTo>
                    <a:pt x="58315" y="6266378"/>
                  </a:lnTo>
                  <a:lnTo>
                    <a:pt x="58461" y="6266378"/>
                  </a:lnTo>
                  <a:lnTo>
                    <a:pt x="58606" y="6266378"/>
                  </a:lnTo>
                  <a:lnTo>
                    <a:pt x="58751" y="6266378"/>
                  </a:lnTo>
                  <a:lnTo>
                    <a:pt x="58897" y="6266378"/>
                  </a:lnTo>
                  <a:lnTo>
                    <a:pt x="58897" y="6265755"/>
                  </a:lnTo>
                  <a:lnTo>
                    <a:pt x="58897" y="6265131"/>
                  </a:lnTo>
                  <a:lnTo>
                    <a:pt x="59042" y="6265131"/>
                  </a:lnTo>
                  <a:lnTo>
                    <a:pt x="59188" y="6265131"/>
                  </a:lnTo>
                  <a:lnTo>
                    <a:pt x="59333" y="6265131"/>
                  </a:lnTo>
                  <a:lnTo>
                    <a:pt x="59479" y="6265131"/>
                  </a:lnTo>
                  <a:lnTo>
                    <a:pt x="59624" y="6265131"/>
                  </a:lnTo>
                  <a:lnTo>
                    <a:pt x="59769" y="6265131"/>
                  </a:lnTo>
                  <a:lnTo>
                    <a:pt x="59915" y="6265131"/>
                  </a:lnTo>
                  <a:lnTo>
                    <a:pt x="60060" y="6265131"/>
                  </a:lnTo>
                  <a:lnTo>
                    <a:pt x="60206" y="6265131"/>
                  </a:lnTo>
                  <a:lnTo>
                    <a:pt x="60351" y="6265131"/>
                  </a:lnTo>
                  <a:lnTo>
                    <a:pt x="60497" y="6265131"/>
                  </a:lnTo>
                  <a:lnTo>
                    <a:pt x="60497" y="6264507"/>
                  </a:lnTo>
                  <a:lnTo>
                    <a:pt x="60642" y="6264507"/>
                  </a:lnTo>
                  <a:lnTo>
                    <a:pt x="60787" y="6264507"/>
                  </a:lnTo>
                  <a:lnTo>
                    <a:pt x="60787" y="6263884"/>
                  </a:lnTo>
                  <a:lnTo>
                    <a:pt x="60933" y="6263884"/>
                  </a:lnTo>
                  <a:lnTo>
                    <a:pt x="60933" y="6263260"/>
                  </a:lnTo>
                  <a:lnTo>
                    <a:pt x="61078" y="6263260"/>
                  </a:lnTo>
                  <a:lnTo>
                    <a:pt x="61224" y="6263260"/>
                  </a:lnTo>
                  <a:lnTo>
                    <a:pt x="61369" y="6263260"/>
                  </a:lnTo>
                  <a:lnTo>
                    <a:pt x="61369" y="6262637"/>
                  </a:lnTo>
                  <a:lnTo>
                    <a:pt x="61514" y="6262637"/>
                  </a:lnTo>
                  <a:lnTo>
                    <a:pt x="61660" y="6262637"/>
                  </a:lnTo>
                  <a:lnTo>
                    <a:pt x="61660" y="6262013"/>
                  </a:lnTo>
                  <a:lnTo>
                    <a:pt x="61805" y="6262013"/>
                  </a:lnTo>
                  <a:lnTo>
                    <a:pt x="61951" y="6262013"/>
                  </a:lnTo>
                  <a:lnTo>
                    <a:pt x="62096" y="6262013"/>
                  </a:lnTo>
                  <a:lnTo>
                    <a:pt x="62242" y="6262013"/>
                  </a:lnTo>
                  <a:lnTo>
                    <a:pt x="62387" y="6262013"/>
                  </a:lnTo>
                  <a:lnTo>
                    <a:pt x="62532" y="6262013"/>
                  </a:lnTo>
                  <a:lnTo>
                    <a:pt x="62678" y="6262013"/>
                  </a:lnTo>
                  <a:lnTo>
                    <a:pt x="62823" y="6262013"/>
                  </a:lnTo>
                  <a:lnTo>
                    <a:pt x="62969" y="6262013"/>
                  </a:lnTo>
                  <a:lnTo>
                    <a:pt x="63114" y="6262013"/>
                  </a:lnTo>
                  <a:lnTo>
                    <a:pt x="63114" y="6261390"/>
                  </a:lnTo>
                  <a:lnTo>
                    <a:pt x="63260" y="6261390"/>
                  </a:lnTo>
                  <a:lnTo>
                    <a:pt x="63405" y="6261390"/>
                  </a:lnTo>
                  <a:lnTo>
                    <a:pt x="63550" y="6261390"/>
                  </a:lnTo>
                  <a:lnTo>
                    <a:pt x="63696" y="6261390"/>
                  </a:lnTo>
                  <a:lnTo>
                    <a:pt x="63696" y="6260766"/>
                  </a:lnTo>
                  <a:lnTo>
                    <a:pt x="63696" y="6260142"/>
                  </a:lnTo>
                  <a:lnTo>
                    <a:pt x="63841" y="6260142"/>
                  </a:lnTo>
                  <a:lnTo>
                    <a:pt x="63987" y="6260142"/>
                  </a:lnTo>
                  <a:lnTo>
                    <a:pt x="64132" y="6260142"/>
                  </a:lnTo>
                  <a:lnTo>
                    <a:pt x="64132" y="6259519"/>
                  </a:lnTo>
                  <a:lnTo>
                    <a:pt x="64278" y="6259519"/>
                  </a:lnTo>
                  <a:lnTo>
                    <a:pt x="64278" y="6258895"/>
                  </a:lnTo>
                  <a:lnTo>
                    <a:pt x="64423" y="6258895"/>
                  </a:lnTo>
                  <a:lnTo>
                    <a:pt x="64423" y="6258272"/>
                  </a:lnTo>
                  <a:lnTo>
                    <a:pt x="64423" y="6257648"/>
                  </a:lnTo>
                  <a:lnTo>
                    <a:pt x="64568" y="6257648"/>
                  </a:lnTo>
                  <a:lnTo>
                    <a:pt x="64714" y="6257648"/>
                  </a:lnTo>
                  <a:lnTo>
                    <a:pt x="64859" y="6257648"/>
                  </a:lnTo>
                  <a:lnTo>
                    <a:pt x="65005" y="6257648"/>
                  </a:lnTo>
                  <a:lnTo>
                    <a:pt x="65150" y="6257648"/>
                  </a:lnTo>
                  <a:lnTo>
                    <a:pt x="65150" y="6257024"/>
                  </a:lnTo>
                  <a:lnTo>
                    <a:pt x="65150" y="6256401"/>
                  </a:lnTo>
                  <a:lnTo>
                    <a:pt x="65150" y="6255777"/>
                  </a:lnTo>
                  <a:lnTo>
                    <a:pt x="65296" y="6255777"/>
                  </a:lnTo>
                  <a:lnTo>
                    <a:pt x="65441" y="6255777"/>
                  </a:lnTo>
                  <a:lnTo>
                    <a:pt x="65586" y="6255777"/>
                  </a:lnTo>
                  <a:lnTo>
                    <a:pt x="65732" y="6255777"/>
                  </a:lnTo>
                  <a:lnTo>
                    <a:pt x="65877" y="6255777"/>
                  </a:lnTo>
                  <a:lnTo>
                    <a:pt x="66023" y="6255777"/>
                  </a:lnTo>
                  <a:lnTo>
                    <a:pt x="66168" y="6255777"/>
                  </a:lnTo>
                  <a:lnTo>
                    <a:pt x="66314" y="6255777"/>
                  </a:lnTo>
                  <a:lnTo>
                    <a:pt x="66459" y="6255777"/>
                  </a:lnTo>
                  <a:lnTo>
                    <a:pt x="66604" y="6255777"/>
                  </a:lnTo>
                  <a:lnTo>
                    <a:pt x="66604" y="6255154"/>
                  </a:lnTo>
                  <a:lnTo>
                    <a:pt x="66750" y="6255154"/>
                  </a:lnTo>
                  <a:lnTo>
                    <a:pt x="66895" y="6255154"/>
                  </a:lnTo>
                  <a:lnTo>
                    <a:pt x="67041" y="6255154"/>
                  </a:lnTo>
                  <a:lnTo>
                    <a:pt x="67186" y="6255154"/>
                  </a:lnTo>
                  <a:lnTo>
                    <a:pt x="67186" y="6254530"/>
                  </a:lnTo>
                  <a:lnTo>
                    <a:pt x="67332" y="6254530"/>
                  </a:lnTo>
                  <a:lnTo>
                    <a:pt x="67477" y="6254530"/>
                  </a:lnTo>
                  <a:lnTo>
                    <a:pt x="67622" y="6254530"/>
                  </a:lnTo>
                  <a:lnTo>
                    <a:pt x="67768" y="6254530"/>
                  </a:lnTo>
                  <a:lnTo>
                    <a:pt x="67913" y="6254530"/>
                  </a:lnTo>
                  <a:lnTo>
                    <a:pt x="67913" y="6253907"/>
                  </a:lnTo>
                  <a:lnTo>
                    <a:pt x="68059" y="6253907"/>
                  </a:lnTo>
                  <a:lnTo>
                    <a:pt x="68204" y="6253907"/>
                  </a:lnTo>
                  <a:lnTo>
                    <a:pt x="68349" y="6253907"/>
                  </a:lnTo>
                  <a:lnTo>
                    <a:pt x="68495" y="6253907"/>
                  </a:lnTo>
                  <a:lnTo>
                    <a:pt x="68640" y="6253907"/>
                  </a:lnTo>
                  <a:lnTo>
                    <a:pt x="68786" y="6253907"/>
                  </a:lnTo>
                  <a:lnTo>
                    <a:pt x="68931" y="6253907"/>
                  </a:lnTo>
                  <a:lnTo>
                    <a:pt x="69077" y="6253907"/>
                  </a:lnTo>
                  <a:lnTo>
                    <a:pt x="69222" y="6253907"/>
                  </a:lnTo>
                  <a:lnTo>
                    <a:pt x="69367" y="6253907"/>
                  </a:lnTo>
                  <a:lnTo>
                    <a:pt x="69513" y="6253907"/>
                  </a:lnTo>
                  <a:lnTo>
                    <a:pt x="69658" y="6253907"/>
                  </a:lnTo>
                  <a:lnTo>
                    <a:pt x="69658" y="6253283"/>
                  </a:lnTo>
                  <a:lnTo>
                    <a:pt x="69658" y="6252659"/>
                  </a:lnTo>
                  <a:lnTo>
                    <a:pt x="69804" y="6252659"/>
                  </a:lnTo>
                  <a:lnTo>
                    <a:pt x="69949" y="6252659"/>
                  </a:lnTo>
                  <a:lnTo>
                    <a:pt x="70095" y="6252659"/>
                  </a:lnTo>
                  <a:lnTo>
                    <a:pt x="70240" y="6252659"/>
                  </a:lnTo>
                  <a:lnTo>
                    <a:pt x="70385" y="6252659"/>
                  </a:lnTo>
                  <a:lnTo>
                    <a:pt x="70385" y="6252036"/>
                  </a:lnTo>
                  <a:lnTo>
                    <a:pt x="70385" y="6251412"/>
                  </a:lnTo>
                  <a:lnTo>
                    <a:pt x="70531" y="6251412"/>
                  </a:lnTo>
                  <a:lnTo>
                    <a:pt x="70676" y="6251412"/>
                  </a:lnTo>
                  <a:lnTo>
                    <a:pt x="70676" y="6250789"/>
                  </a:lnTo>
                  <a:lnTo>
                    <a:pt x="70822" y="6250789"/>
                  </a:lnTo>
                  <a:lnTo>
                    <a:pt x="70822" y="6250165"/>
                  </a:lnTo>
                  <a:lnTo>
                    <a:pt x="70967" y="6250165"/>
                  </a:lnTo>
                  <a:lnTo>
                    <a:pt x="71113" y="6250165"/>
                  </a:lnTo>
                  <a:lnTo>
                    <a:pt x="71258" y="6250165"/>
                  </a:lnTo>
                  <a:lnTo>
                    <a:pt x="71403" y="6250165"/>
                  </a:lnTo>
                  <a:lnTo>
                    <a:pt x="71549" y="6250165"/>
                  </a:lnTo>
                  <a:lnTo>
                    <a:pt x="71694" y="6250165"/>
                  </a:lnTo>
                  <a:lnTo>
                    <a:pt x="71694" y="6249542"/>
                  </a:lnTo>
                  <a:lnTo>
                    <a:pt x="71840" y="6249542"/>
                  </a:lnTo>
                  <a:lnTo>
                    <a:pt x="71985" y="6249542"/>
                  </a:lnTo>
                  <a:lnTo>
                    <a:pt x="72131" y="6249542"/>
                  </a:lnTo>
                  <a:lnTo>
                    <a:pt x="72276" y="6249542"/>
                  </a:lnTo>
                  <a:lnTo>
                    <a:pt x="72421" y="6249542"/>
                  </a:lnTo>
                  <a:lnTo>
                    <a:pt x="72567" y="6249542"/>
                  </a:lnTo>
                  <a:lnTo>
                    <a:pt x="72712" y="6249542"/>
                  </a:lnTo>
                  <a:lnTo>
                    <a:pt x="72858" y="6249542"/>
                  </a:lnTo>
                  <a:lnTo>
                    <a:pt x="72858" y="6248918"/>
                  </a:lnTo>
                  <a:lnTo>
                    <a:pt x="73003" y="6248918"/>
                  </a:lnTo>
                  <a:lnTo>
                    <a:pt x="73149" y="6248918"/>
                  </a:lnTo>
                  <a:lnTo>
                    <a:pt x="73294" y="6248918"/>
                  </a:lnTo>
                  <a:lnTo>
                    <a:pt x="73439" y="6248918"/>
                  </a:lnTo>
                  <a:lnTo>
                    <a:pt x="73585" y="6248918"/>
                  </a:lnTo>
                  <a:lnTo>
                    <a:pt x="73730" y="6248918"/>
                  </a:lnTo>
                  <a:lnTo>
                    <a:pt x="73876" y="6248918"/>
                  </a:lnTo>
                  <a:lnTo>
                    <a:pt x="73876" y="6248294"/>
                  </a:lnTo>
                  <a:lnTo>
                    <a:pt x="74021" y="6248294"/>
                  </a:lnTo>
                  <a:lnTo>
                    <a:pt x="74167" y="6248294"/>
                  </a:lnTo>
                  <a:lnTo>
                    <a:pt x="74312" y="6248294"/>
                  </a:lnTo>
                  <a:lnTo>
                    <a:pt x="74457" y="6248294"/>
                  </a:lnTo>
                  <a:lnTo>
                    <a:pt x="74603" y="6248294"/>
                  </a:lnTo>
                  <a:lnTo>
                    <a:pt x="74603" y="6247671"/>
                  </a:lnTo>
                  <a:lnTo>
                    <a:pt x="74748" y="6247671"/>
                  </a:lnTo>
                  <a:lnTo>
                    <a:pt x="74894" y="6247671"/>
                  </a:lnTo>
                  <a:lnTo>
                    <a:pt x="75039" y="6247671"/>
                  </a:lnTo>
                  <a:lnTo>
                    <a:pt x="75184" y="6247671"/>
                  </a:lnTo>
                  <a:lnTo>
                    <a:pt x="75330" y="6247671"/>
                  </a:lnTo>
                  <a:lnTo>
                    <a:pt x="75475" y="6247671"/>
                  </a:lnTo>
                  <a:lnTo>
                    <a:pt x="75621" y="6247671"/>
                  </a:lnTo>
                  <a:lnTo>
                    <a:pt x="75766" y="6247671"/>
                  </a:lnTo>
                  <a:lnTo>
                    <a:pt x="75912" y="6247671"/>
                  </a:lnTo>
                  <a:lnTo>
                    <a:pt x="76057" y="6247671"/>
                  </a:lnTo>
                  <a:lnTo>
                    <a:pt x="76057" y="6247047"/>
                  </a:lnTo>
                  <a:lnTo>
                    <a:pt x="76057" y="6246424"/>
                  </a:lnTo>
                  <a:lnTo>
                    <a:pt x="76202" y="6246424"/>
                  </a:lnTo>
                  <a:lnTo>
                    <a:pt x="76202" y="6245800"/>
                  </a:lnTo>
                  <a:lnTo>
                    <a:pt x="76348" y="6245800"/>
                  </a:lnTo>
                  <a:lnTo>
                    <a:pt x="76493" y="6245800"/>
                  </a:lnTo>
                  <a:lnTo>
                    <a:pt x="76639" y="6245800"/>
                  </a:lnTo>
                  <a:lnTo>
                    <a:pt x="76784" y="6245800"/>
                  </a:lnTo>
                  <a:lnTo>
                    <a:pt x="76930" y="6245800"/>
                  </a:lnTo>
                  <a:lnTo>
                    <a:pt x="77075" y="6245800"/>
                  </a:lnTo>
                  <a:lnTo>
                    <a:pt x="77220" y="6245800"/>
                  </a:lnTo>
                  <a:lnTo>
                    <a:pt x="77220" y="6245176"/>
                  </a:lnTo>
                  <a:lnTo>
                    <a:pt x="77220" y="6244553"/>
                  </a:lnTo>
                  <a:lnTo>
                    <a:pt x="77220" y="6243929"/>
                  </a:lnTo>
                  <a:lnTo>
                    <a:pt x="77220" y="6243306"/>
                  </a:lnTo>
                  <a:lnTo>
                    <a:pt x="77366" y="6243306"/>
                  </a:lnTo>
                  <a:lnTo>
                    <a:pt x="77511" y="6243306"/>
                  </a:lnTo>
                  <a:lnTo>
                    <a:pt x="77511" y="6242682"/>
                  </a:lnTo>
                  <a:lnTo>
                    <a:pt x="77657" y="6242682"/>
                  </a:lnTo>
                  <a:lnTo>
                    <a:pt x="77802" y="6242682"/>
                  </a:lnTo>
                  <a:lnTo>
                    <a:pt x="77802" y="6242059"/>
                  </a:lnTo>
                  <a:lnTo>
                    <a:pt x="77948" y="6242059"/>
                  </a:lnTo>
                  <a:lnTo>
                    <a:pt x="78093" y="6242059"/>
                  </a:lnTo>
                  <a:lnTo>
                    <a:pt x="78238" y="6242059"/>
                  </a:lnTo>
                  <a:lnTo>
                    <a:pt x="78384" y="6242059"/>
                  </a:lnTo>
                  <a:lnTo>
                    <a:pt x="78529" y="6242059"/>
                  </a:lnTo>
                  <a:lnTo>
                    <a:pt x="78675" y="6242059"/>
                  </a:lnTo>
                  <a:lnTo>
                    <a:pt x="78820" y="6242059"/>
                  </a:lnTo>
                  <a:lnTo>
                    <a:pt x="78820" y="6241435"/>
                  </a:lnTo>
                  <a:lnTo>
                    <a:pt x="78966" y="6241435"/>
                  </a:lnTo>
                  <a:lnTo>
                    <a:pt x="79111" y="6241435"/>
                  </a:lnTo>
                  <a:lnTo>
                    <a:pt x="79111" y="6240811"/>
                  </a:lnTo>
                  <a:lnTo>
                    <a:pt x="79111" y="6240188"/>
                  </a:lnTo>
                  <a:lnTo>
                    <a:pt x="79111" y="6239564"/>
                  </a:lnTo>
                  <a:lnTo>
                    <a:pt x="79256" y="6239564"/>
                  </a:lnTo>
                  <a:lnTo>
                    <a:pt x="79402" y="6239564"/>
                  </a:lnTo>
                  <a:lnTo>
                    <a:pt x="79547" y="6239564"/>
                  </a:lnTo>
                  <a:lnTo>
                    <a:pt x="79693" y="6239564"/>
                  </a:lnTo>
                  <a:lnTo>
                    <a:pt x="79838" y="6239564"/>
                  </a:lnTo>
                  <a:lnTo>
                    <a:pt x="79838" y="6238941"/>
                  </a:lnTo>
                  <a:lnTo>
                    <a:pt x="79838" y="6238317"/>
                  </a:lnTo>
                  <a:lnTo>
                    <a:pt x="79838" y="6237693"/>
                  </a:lnTo>
                  <a:lnTo>
                    <a:pt x="79984" y="6237693"/>
                  </a:lnTo>
                  <a:lnTo>
                    <a:pt x="80129" y="6237693"/>
                  </a:lnTo>
                  <a:lnTo>
                    <a:pt x="80274" y="6237693"/>
                  </a:lnTo>
                  <a:lnTo>
                    <a:pt x="80420" y="6237693"/>
                  </a:lnTo>
                  <a:lnTo>
                    <a:pt x="80565" y="6237693"/>
                  </a:lnTo>
                  <a:lnTo>
                    <a:pt x="80711" y="6237693"/>
                  </a:lnTo>
                  <a:lnTo>
                    <a:pt x="80711" y="6237070"/>
                  </a:lnTo>
                  <a:lnTo>
                    <a:pt x="80856" y="6237070"/>
                  </a:lnTo>
                  <a:lnTo>
                    <a:pt x="81002" y="6237070"/>
                  </a:lnTo>
                  <a:lnTo>
                    <a:pt x="81147" y="6237070"/>
                  </a:lnTo>
                  <a:lnTo>
                    <a:pt x="81147" y="6236446"/>
                  </a:lnTo>
                  <a:lnTo>
                    <a:pt x="81292" y="6236446"/>
                  </a:lnTo>
                  <a:lnTo>
                    <a:pt x="81438" y="6236446"/>
                  </a:lnTo>
                  <a:lnTo>
                    <a:pt x="81583" y="6236446"/>
                  </a:lnTo>
                  <a:lnTo>
                    <a:pt x="81729" y="6236446"/>
                  </a:lnTo>
                  <a:lnTo>
                    <a:pt x="81874" y="6236446"/>
                  </a:lnTo>
                  <a:lnTo>
                    <a:pt x="82019" y="6236446"/>
                  </a:lnTo>
                  <a:lnTo>
                    <a:pt x="82165" y="6236446"/>
                  </a:lnTo>
                  <a:lnTo>
                    <a:pt x="82310" y="6236446"/>
                  </a:lnTo>
                  <a:lnTo>
                    <a:pt x="82456" y="6236446"/>
                  </a:lnTo>
                  <a:lnTo>
                    <a:pt x="82601" y="6236446"/>
                  </a:lnTo>
                  <a:lnTo>
                    <a:pt x="82747" y="6236446"/>
                  </a:lnTo>
                  <a:lnTo>
                    <a:pt x="82892" y="6236446"/>
                  </a:lnTo>
                  <a:lnTo>
                    <a:pt x="83037" y="6236446"/>
                  </a:lnTo>
                  <a:lnTo>
                    <a:pt x="83183" y="6236446"/>
                  </a:lnTo>
                  <a:lnTo>
                    <a:pt x="83328" y="6236446"/>
                  </a:lnTo>
                  <a:lnTo>
                    <a:pt x="83474" y="6236446"/>
                  </a:lnTo>
                  <a:lnTo>
                    <a:pt x="83474" y="6235823"/>
                  </a:lnTo>
                  <a:lnTo>
                    <a:pt x="83619" y="6235823"/>
                  </a:lnTo>
                  <a:lnTo>
                    <a:pt x="83619" y="6235199"/>
                  </a:lnTo>
                  <a:lnTo>
                    <a:pt x="83765" y="6235199"/>
                  </a:lnTo>
                  <a:lnTo>
                    <a:pt x="83765" y="6234576"/>
                  </a:lnTo>
                  <a:lnTo>
                    <a:pt x="83765" y="6233952"/>
                  </a:lnTo>
                  <a:lnTo>
                    <a:pt x="83910" y="6233952"/>
                  </a:lnTo>
                  <a:lnTo>
                    <a:pt x="84055" y="6233952"/>
                  </a:lnTo>
                  <a:lnTo>
                    <a:pt x="84201" y="6233952"/>
                  </a:lnTo>
                  <a:lnTo>
                    <a:pt x="84346" y="6233952"/>
                  </a:lnTo>
                  <a:lnTo>
                    <a:pt x="84492" y="6233952"/>
                  </a:lnTo>
                  <a:lnTo>
                    <a:pt x="84637" y="6233952"/>
                  </a:lnTo>
                  <a:lnTo>
                    <a:pt x="84783" y="6233952"/>
                  </a:lnTo>
                  <a:lnTo>
                    <a:pt x="84928" y="6233952"/>
                  </a:lnTo>
                  <a:lnTo>
                    <a:pt x="84928" y="6233328"/>
                  </a:lnTo>
                  <a:lnTo>
                    <a:pt x="85073" y="6233328"/>
                  </a:lnTo>
                  <a:lnTo>
                    <a:pt x="85073" y="6232705"/>
                  </a:lnTo>
                  <a:lnTo>
                    <a:pt x="85219" y="6232705"/>
                  </a:lnTo>
                  <a:lnTo>
                    <a:pt x="85364" y="6232705"/>
                  </a:lnTo>
                  <a:lnTo>
                    <a:pt x="85364" y="6232081"/>
                  </a:lnTo>
                  <a:lnTo>
                    <a:pt x="85364" y="6231458"/>
                  </a:lnTo>
                  <a:lnTo>
                    <a:pt x="85510" y="6231458"/>
                  </a:lnTo>
                  <a:lnTo>
                    <a:pt x="85510" y="6230834"/>
                  </a:lnTo>
                  <a:lnTo>
                    <a:pt x="85655" y="6230834"/>
                  </a:lnTo>
                  <a:lnTo>
                    <a:pt x="85801" y="6230834"/>
                  </a:lnTo>
                  <a:lnTo>
                    <a:pt x="85946" y="6230834"/>
                  </a:lnTo>
                  <a:lnTo>
                    <a:pt x="86091" y="6230834"/>
                  </a:lnTo>
                  <a:lnTo>
                    <a:pt x="86237" y="6230834"/>
                  </a:lnTo>
                  <a:lnTo>
                    <a:pt x="86382" y="6230834"/>
                  </a:lnTo>
                  <a:lnTo>
                    <a:pt x="86528" y="6230834"/>
                  </a:lnTo>
                  <a:lnTo>
                    <a:pt x="86673" y="6230834"/>
                  </a:lnTo>
                  <a:lnTo>
                    <a:pt x="86819" y="6230834"/>
                  </a:lnTo>
                  <a:lnTo>
                    <a:pt x="86819" y="6230210"/>
                  </a:lnTo>
                  <a:lnTo>
                    <a:pt x="86964" y="6230210"/>
                  </a:lnTo>
                  <a:lnTo>
                    <a:pt x="86964" y="6229587"/>
                  </a:lnTo>
                  <a:lnTo>
                    <a:pt x="87109" y="6229587"/>
                  </a:lnTo>
                  <a:lnTo>
                    <a:pt x="87255" y="6229587"/>
                  </a:lnTo>
                  <a:lnTo>
                    <a:pt x="87400" y="6229587"/>
                  </a:lnTo>
                  <a:lnTo>
                    <a:pt x="87400" y="6228963"/>
                  </a:lnTo>
                  <a:lnTo>
                    <a:pt x="87546" y="6228963"/>
                  </a:lnTo>
                  <a:lnTo>
                    <a:pt x="87691" y="6228963"/>
                  </a:lnTo>
                  <a:lnTo>
                    <a:pt x="87836" y="6228963"/>
                  </a:lnTo>
                  <a:lnTo>
                    <a:pt x="87982" y="6228963"/>
                  </a:lnTo>
                  <a:lnTo>
                    <a:pt x="88127" y="6228963"/>
                  </a:lnTo>
                  <a:lnTo>
                    <a:pt x="88273" y="6228963"/>
                  </a:lnTo>
                  <a:lnTo>
                    <a:pt x="88418" y="6228963"/>
                  </a:lnTo>
                  <a:lnTo>
                    <a:pt x="88564" y="6228963"/>
                  </a:lnTo>
                  <a:lnTo>
                    <a:pt x="88564" y="6228340"/>
                  </a:lnTo>
                  <a:lnTo>
                    <a:pt x="88564" y="6227716"/>
                  </a:lnTo>
                  <a:lnTo>
                    <a:pt x="88709" y="6227716"/>
                  </a:lnTo>
                  <a:lnTo>
                    <a:pt x="88854" y="6227716"/>
                  </a:lnTo>
                  <a:lnTo>
                    <a:pt x="89000" y="6227716"/>
                  </a:lnTo>
                  <a:lnTo>
                    <a:pt x="89145" y="6227716"/>
                  </a:lnTo>
                  <a:lnTo>
                    <a:pt x="89291" y="6227716"/>
                  </a:lnTo>
                  <a:lnTo>
                    <a:pt x="89436" y="6227716"/>
                  </a:lnTo>
                  <a:lnTo>
                    <a:pt x="89582" y="6227716"/>
                  </a:lnTo>
                  <a:lnTo>
                    <a:pt x="89727" y="6227716"/>
                  </a:lnTo>
                  <a:lnTo>
                    <a:pt x="89872" y="6227716"/>
                  </a:lnTo>
                  <a:lnTo>
                    <a:pt x="90018" y="6227716"/>
                  </a:lnTo>
                  <a:lnTo>
                    <a:pt x="90163" y="6227716"/>
                  </a:lnTo>
                  <a:lnTo>
                    <a:pt x="90309" y="6227716"/>
                  </a:lnTo>
                  <a:lnTo>
                    <a:pt x="90454" y="6227716"/>
                  </a:lnTo>
                  <a:lnTo>
                    <a:pt x="90600" y="6227716"/>
                  </a:lnTo>
                  <a:lnTo>
                    <a:pt x="90745" y="6227716"/>
                  </a:lnTo>
                  <a:lnTo>
                    <a:pt x="90745" y="6227093"/>
                  </a:lnTo>
                  <a:lnTo>
                    <a:pt x="90890" y="6227093"/>
                  </a:lnTo>
                  <a:lnTo>
                    <a:pt x="91036" y="6227093"/>
                  </a:lnTo>
                  <a:lnTo>
                    <a:pt x="91181" y="6227093"/>
                  </a:lnTo>
                  <a:lnTo>
                    <a:pt x="91327" y="6227093"/>
                  </a:lnTo>
                  <a:lnTo>
                    <a:pt x="91472" y="6227093"/>
                  </a:lnTo>
                  <a:lnTo>
                    <a:pt x="91618" y="6227093"/>
                  </a:lnTo>
                  <a:lnTo>
                    <a:pt x="91618" y="6226469"/>
                  </a:lnTo>
                  <a:lnTo>
                    <a:pt x="91763" y="6226469"/>
                  </a:lnTo>
                  <a:lnTo>
                    <a:pt x="91763" y="6225845"/>
                  </a:lnTo>
                  <a:lnTo>
                    <a:pt x="91908" y="6225845"/>
                  </a:lnTo>
                  <a:lnTo>
                    <a:pt x="92054" y="6225845"/>
                  </a:lnTo>
                  <a:lnTo>
                    <a:pt x="92199" y="6225845"/>
                  </a:lnTo>
                  <a:lnTo>
                    <a:pt x="92345" y="6225845"/>
                  </a:lnTo>
                  <a:lnTo>
                    <a:pt x="92490" y="6225845"/>
                  </a:lnTo>
                  <a:lnTo>
                    <a:pt x="92636" y="6225845"/>
                  </a:lnTo>
                  <a:lnTo>
                    <a:pt x="92781" y="6225845"/>
                  </a:lnTo>
                  <a:lnTo>
                    <a:pt x="92926" y="6225845"/>
                  </a:lnTo>
                  <a:lnTo>
                    <a:pt x="93072" y="6225845"/>
                  </a:lnTo>
                  <a:lnTo>
                    <a:pt x="93217" y="6225845"/>
                  </a:lnTo>
                  <a:lnTo>
                    <a:pt x="93363" y="6225845"/>
                  </a:lnTo>
                  <a:lnTo>
                    <a:pt x="93508" y="6225845"/>
                  </a:lnTo>
                  <a:lnTo>
                    <a:pt x="93654" y="6225845"/>
                  </a:lnTo>
                  <a:lnTo>
                    <a:pt x="93799" y="6225845"/>
                  </a:lnTo>
                  <a:lnTo>
                    <a:pt x="93799" y="6225222"/>
                  </a:lnTo>
                  <a:lnTo>
                    <a:pt x="93944" y="6225222"/>
                  </a:lnTo>
                  <a:lnTo>
                    <a:pt x="94090" y="6225222"/>
                  </a:lnTo>
                  <a:lnTo>
                    <a:pt x="94235" y="6225222"/>
                  </a:lnTo>
                  <a:lnTo>
                    <a:pt x="94381" y="6225222"/>
                  </a:lnTo>
                  <a:lnTo>
                    <a:pt x="94526" y="6225222"/>
                  </a:lnTo>
                  <a:lnTo>
                    <a:pt x="94526" y="6224598"/>
                  </a:lnTo>
                  <a:lnTo>
                    <a:pt x="94671" y="6224598"/>
                  </a:lnTo>
                  <a:lnTo>
                    <a:pt x="94671" y="6223975"/>
                  </a:lnTo>
                  <a:lnTo>
                    <a:pt x="94817" y="6223975"/>
                  </a:lnTo>
                  <a:lnTo>
                    <a:pt x="94817" y="6223351"/>
                  </a:lnTo>
                  <a:lnTo>
                    <a:pt x="94817" y="6222727"/>
                  </a:lnTo>
                  <a:lnTo>
                    <a:pt x="94817" y="6222104"/>
                  </a:lnTo>
                  <a:lnTo>
                    <a:pt x="94962" y="6222104"/>
                  </a:lnTo>
                  <a:lnTo>
                    <a:pt x="95108" y="6222104"/>
                  </a:lnTo>
                  <a:lnTo>
                    <a:pt x="95253" y="6222104"/>
                  </a:lnTo>
                  <a:lnTo>
                    <a:pt x="95399" y="6222104"/>
                  </a:lnTo>
                  <a:lnTo>
                    <a:pt x="95399" y="6221480"/>
                  </a:lnTo>
                  <a:lnTo>
                    <a:pt x="95544" y="6221480"/>
                  </a:lnTo>
                  <a:lnTo>
                    <a:pt x="95689" y="6221480"/>
                  </a:lnTo>
                  <a:lnTo>
                    <a:pt x="95835" y="6221480"/>
                  </a:lnTo>
                  <a:lnTo>
                    <a:pt x="95980" y="6221480"/>
                  </a:lnTo>
                  <a:lnTo>
                    <a:pt x="96126" y="6221480"/>
                  </a:lnTo>
                  <a:lnTo>
                    <a:pt x="96126" y="6220857"/>
                  </a:lnTo>
                  <a:lnTo>
                    <a:pt x="96126" y="6220233"/>
                  </a:lnTo>
                  <a:lnTo>
                    <a:pt x="96271" y="6220233"/>
                  </a:lnTo>
                  <a:lnTo>
                    <a:pt x="96417" y="6220233"/>
                  </a:lnTo>
                  <a:lnTo>
                    <a:pt x="96562" y="6220233"/>
                  </a:lnTo>
                  <a:lnTo>
                    <a:pt x="96707" y="6220233"/>
                  </a:lnTo>
                  <a:lnTo>
                    <a:pt x="96707" y="6219610"/>
                  </a:lnTo>
                  <a:lnTo>
                    <a:pt x="96853" y="6219610"/>
                  </a:lnTo>
                  <a:lnTo>
                    <a:pt x="96998" y="6219610"/>
                  </a:lnTo>
                  <a:lnTo>
                    <a:pt x="97144" y="6219610"/>
                  </a:lnTo>
                  <a:lnTo>
                    <a:pt x="97144" y="6218986"/>
                  </a:lnTo>
                  <a:lnTo>
                    <a:pt x="97144" y="6218362"/>
                  </a:lnTo>
                  <a:lnTo>
                    <a:pt x="97289" y="6218362"/>
                  </a:lnTo>
                  <a:lnTo>
                    <a:pt x="97435" y="6218362"/>
                  </a:lnTo>
                  <a:lnTo>
                    <a:pt x="97580" y="6218362"/>
                  </a:lnTo>
                  <a:lnTo>
                    <a:pt x="97725" y="6218362"/>
                  </a:lnTo>
                  <a:lnTo>
                    <a:pt x="97871" y="6218362"/>
                  </a:lnTo>
                  <a:lnTo>
                    <a:pt x="98016" y="6218362"/>
                  </a:lnTo>
                  <a:lnTo>
                    <a:pt x="98162" y="6218362"/>
                  </a:lnTo>
                  <a:lnTo>
                    <a:pt x="98162" y="6217739"/>
                  </a:lnTo>
                  <a:lnTo>
                    <a:pt x="98307" y="6217739"/>
                  </a:lnTo>
                  <a:lnTo>
                    <a:pt x="98453" y="6217739"/>
                  </a:lnTo>
                  <a:lnTo>
                    <a:pt x="98598" y="6217739"/>
                  </a:lnTo>
                  <a:lnTo>
                    <a:pt x="98743" y="6217739"/>
                  </a:lnTo>
                  <a:lnTo>
                    <a:pt x="98889" y="6217739"/>
                  </a:lnTo>
                  <a:lnTo>
                    <a:pt x="99034" y="6217739"/>
                  </a:lnTo>
                  <a:lnTo>
                    <a:pt x="99034" y="6217115"/>
                  </a:lnTo>
                  <a:lnTo>
                    <a:pt x="99180" y="6217115"/>
                  </a:lnTo>
                  <a:lnTo>
                    <a:pt x="99325" y="6217115"/>
                  </a:lnTo>
                  <a:lnTo>
                    <a:pt x="99471" y="6217115"/>
                  </a:lnTo>
                  <a:lnTo>
                    <a:pt x="99616" y="6217115"/>
                  </a:lnTo>
                  <a:lnTo>
                    <a:pt x="99761" y="6217115"/>
                  </a:lnTo>
                  <a:lnTo>
                    <a:pt x="99907" y="6217115"/>
                  </a:lnTo>
                  <a:lnTo>
                    <a:pt x="100052" y="6217115"/>
                  </a:lnTo>
                  <a:lnTo>
                    <a:pt x="100052" y="6216492"/>
                  </a:lnTo>
                  <a:lnTo>
                    <a:pt x="100198" y="6216492"/>
                  </a:lnTo>
                  <a:lnTo>
                    <a:pt x="100343" y="6216492"/>
                  </a:lnTo>
                  <a:lnTo>
                    <a:pt x="100489" y="6216492"/>
                  </a:lnTo>
                  <a:lnTo>
                    <a:pt x="100634" y="6216492"/>
                  </a:lnTo>
                  <a:lnTo>
                    <a:pt x="100779" y="6216492"/>
                  </a:lnTo>
                  <a:lnTo>
                    <a:pt x="100925" y="6216492"/>
                  </a:lnTo>
                  <a:lnTo>
                    <a:pt x="101070" y="6216492"/>
                  </a:lnTo>
                  <a:lnTo>
                    <a:pt x="101216" y="6216492"/>
                  </a:lnTo>
                  <a:lnTo>
                    <a:pt x="101361" y="6216492"/>
                  </a:lnTo>
                  <a:lnTo>
                    <a:pt x="101506" y="6216492"/>
                  </a:lnTo>
                  <a:lnTo>
                    <a:pt x="101652" y="6216492"/>
                  </a:lnTo>
                  <a:lnTo>
                    <a:pt x="101797" y="6216492"/>
                  </a:lnTo>
                  <a:lnTo>
                    <a:pt x="101797" y="6215868"/>
                  </a:lnTo>
                  <a:lnTo>
                    <a:pt x="101943" y="6215868"/>
                  </a:lnTo>
                  <a:lnTo>
                    <a:pt x="102088" y="6215868"/>
                  </a:lnTo>
                  <a:lnTo>
                    <a:pt x="102234" y="6215868"/>
                  </a:lnTo>
                  <a:lnTo>
                    <a:pt x="102234" y="6215244"/>
                  </a:lnTo>
                  <a:lnTo>
                    <a:pt x="102379" y="6215244"/>
                  </a:lnTo>
                  <a:lnTo>
                    <a:pt x="102524" y="6215244"/>
                  </a:lnTo>
                  <a:lnTo>
                    <a:pt x="102670" y="6215244"/>
                  </a:lnTo>
                  <a:lnTo>
                    <a:pt x="102815" y="6215244"/>
                  </a:lnTo>
                  <a:lnTo>
                    <a:pt x="102961" y="6215244"/>
                  </a:lnTo>
                  <a:lnTo>
                    <a:pt x="102961" y="6214621"/>
                  </a:lnTo>
                  <a:lnTo>
                    <a:pt x="103106" y="6214621"/>
                  </a:lnTo>
                  <a:lnTo>
                    <a:pt x="103106" y="6213997"/>
                  </a:lnTo>
                  <a:lnTo>
                    <a:pt x="103252" y="6213997"/>
                  </a:lnTo>
                  <a:lnTo>
                    <a:pt x="103397" y="6213997"/>
                  </a:lnTo>
                  <a:lnTo>
                    <a:pt x="103397" y="6213374"/>
                  </a:lnTo>
                  <a:lnTo>
                    <a:pt x="103542" y="6213374"/>
                  </a:lnTo>
                  <a:lnTo>
                    <a:pt x="103688" y="6213374"/>
                  </a:lnTo>
                  <a:lnTo>
                    <a:pt x="103688" y="6212750"/>
                  </a:lnTo>
                  <a:lnTo>
                    <a:pt x="103833" y="6212750"/>
                  </a:lnTo>
                  <a:lnTo>
                    <a:pt x="103979" y="6212750"/>
                  </a:lnTo>
                  <a:lnTo>
                    <a:pt x="103979" y="6212127"/>
                  </a:lnTo>
                  <a:lnTo>
                    <a:pt x="104124" y="6212127"/>
                  </a:lnTo>
                  <a:lnTo>
                    <a:pt x="104270" y="6212127"/>
                  </a:lnTo>
                  <a:lnTo>
                    <a:pt x="104415" y="6212127"/>
                  </a:lnTo>
                  <a:lnTo>
                    <a:pt x="104560" y="6212127"/>
                  </a:lnTo>
                  <a:lnTo>
                    <a:pt x="104706" y="6212127"/>
                  </a:lnTo>
                  <a:lnTo>
                    <a:pt x="104851" y="6212127"/>
                  </a:lnTo>
                  <a:lnTo>
                    <a:pt x="104997" y="6212127"/>
                  </a:lnTo>
                  <a:lnTo>
                    <a:pt x="105142" y="6212127"/>
                  </a:lnTo>
                  <a:lnTo>
                    <a:pt x="105288" y="6212127"/>
                  </a:lnTo>
                  <a:lnTo>
                    <a:pt x="105433" y="6212127"/>
                  </a:lnTo>
                  <a:lnTo>
                    <a:pt x="105578" y="6212127"/>
                  </a:lnTo>
                  <a:lnTo>
                    <a:pt x="105724" y="6212127"/>
                  </a:lnTo>
                  <a:lnTo>
                    <a:pt x="105869" y="6212127"/>
                  </a:lnTo>
                  <a:lnTo>
                    <a:pt x="106015" y="6212127"/>
                  </a:lnTo>
                  <a:lnTo>
                    <a:pt x="106160" y="6212127"/>
                  </a:lnTo>
                  <a:lnTo>
                    <a:pt x="106306" y="6212127"/>
                  </a:lnTo>
                  <a:lnTo>
                    <a:pt x="106451" y="6212127"/>
                  </a:lnTo>
                  <a:lnTo>
                    <a:pt x="106596" y="6212127"/>
                  </a:lnTo>
                  <a:lnTo>
                    <a:pt x="106742" y="6212127"/>
                  </a:lnTo>
                  <a:lnTo>
                    <a:pt x="106887" y="6212127"/>
                  </a:lnTo>
                  <a:lnTo>
                    <a:pt x="107033" y="6212127"/>
                  </a:lnTo>
                  <a:lnTo>
                    <a:pt x="107178" y="6212127"/>
                  </a:lnTo>
                  <a:lnTo>
                    <a:pt x="107324" y="6212127"/>
                  </a:lnTo>
                  <a:lnTo>
                    <a:pt x="107324" y="6211503"/>
                  </a:lnTo>
                  <a:lnTo>
                    <a:pt x="107324" y="6210879"/>
                  </a:lnTo>
                  <a:lnTo>
                    <a:pt x="107324" y="6210256"/>
                  </a:lnTo>
                  <a:lnTo>
                    <a:pt x="107469" y="6210256"/>
                  </a:lnTo>
                  <a:lnTo>
                    <a:pt x="107614" y="6210256"/>
                  </a:lnTo>
                  <a:lnTo>
                    <a:pt x="107760" y="6210256"/>
                  </a:lnTo>
                  <a:lnTo>
                    <a:pt x="107905" y="6210256"/>
                  </a:lnTo>
                  <a:lnTo>
                    <a:pt x="108051" y="6210256"/>
                  </a:lnTo>
                  <a:lnTo>
                    <a:pt x="108051" y="6209632"/>
                  </a:lnTo>
                  <a:lnTo>
                    <a:pt x="108196" y="6209632"/>
                  </a:lnTo>
                  <a:lnTo>
                    <a:pt x="108341" y="6209632"/>
                  </a:lnTo>
                  <a:lnTo>
                    <a:pt x="108487" y="6209632"/>
                  </a:lnTo>
                  <a:lnTo>
                    <a:pt x="108632" y="6209632"/>
                  </a:lnTo>
                  <a:lnTo>
                    <a:pt x="108632" y="6209009"/>
                  </a:lnTo>
                  <a:lnTo>
                    <a:pt x="108632" y="6208385"/>
                  </a:lnTo>
                  <a:lnTo>
                    <a:pt x="108632" y="6207761"/>
                  </a:lnTo>
                  <a:lnTo>
                    <a:pt x="108778" y="6207761"/>
                  </a:lnTo>
                  <a:lnTo>
                    <a:pt x="108923" y="6207761"/>
                  </a:lnTo>
                  <a:lnTo>
                    <a:pt x="109069" y="6207761"/>
                  </a:lnTo>
                  <a:lnTo>
                    <a:pt x="109069" y="6207138"/>
                  </a:lnTo>
                  <a:lnTo>
                    <a:pt x="109069" y="6206514"/>
                  </a:lnTo>
                  <a:lnTo>
                    <a:pt x="109214" y="6206514"/>
                  </a:lnTo>
                  <a:lnTo>
                    <a:pt x="109359" y="6206514"/>
                  </a:lnTo>
                  <a:lnTo>
                    <a:pt x="109505" y="6206514"/>
                  </a:lnTo>
                  <a:lnTo>
                    <a:pt x="109650" y="6206514"/>
                  </a:lnTo>
                  <a:lnTo>
                    <a:pt x="109796" y="6206514"/>
                  </a:lnTo>
                  <a:lnTo>
                    <a:pt x="109941" y="6206514"/>
                  </a:lnTo>
                  <a:lnTo>
                    <a:pt x="110087" y="6206514"/>
                  </a:lnTo>
                  <a:lnTo>
                    <a:pt x="110232" y="6206514"/>
                  </a:lnTo>
                  <a:lnTo>
                    <a:pt x="110377" y="6206514"/>
                  </a:lnTo>
                  <a:lnTo>
                    <a:pt x="110523" y="6206514"/>
                  </a:lnTo>
                  <a:lnTo>
                    <a:pt x="110523" y="6205891"/>
                  </a:lnTo>
                  <a:lnTo>
                    <a:pt x="110668" y="6205891"/>
                  </a:lnTo>
                  <a:lnTo>
                    <a:pt x="110814" y="6205891"/>
                  </a:lnTo>
                  <a:lnTo>
                    <a:pt x="110959" y="6205891"/>
                  </a:lnTo>
                  <a:lnTo>
                    <a:pt x="111105" y="6205891"/>
                  </a:lnTo>
                  <a:lnTo>
                    <a:pt x="111250" y="6205891"/>
                  </a:lnTo>
                  <a:lnTo>
                    <a:pt x="111395" y="6205891"/>
                  </a:lnTo>
                  <a:lnTo>
                    <a:pt x="111395" y="6205267"/>
                  </a:lnTo>
                  <a:lnTo>
                    <a:pt x="111541" y="6205267"/>
                  </a:lnTo>
                  <a:lnTo>
                    <a:pt x="111541" y="6204644"/>
                  </a:lnTo>
                  <a:lnTo>
                    <a:pt x="111686" y="6204644"/>
                  </a:lnTo>
                  <a:lnTo>
                    <a:pt x="111832" y="6204644"/>
                  </a:lnTo>
                  <a:lnTo>
                    <a:pt x="111977" y="6204644"/>
                  </a:lnTo>
                  <a:lnTo>
                    <a:pt x="111977" y="6204020"/>
                  </a:lnTo>
                  <a:lnTo>
                    <a:pt x="112123" y="6204020"/>
                  </a:lnTo>
                  <a:lnTo>
                    <a:pt x="112268" y="6204020"/>
                  </a:lnTo>
                  <a:lnTo>
                    <a:pt x="112413" y="6204020"/>
                  </a:lnTo>
                  <a:lnTo>
                    <a:pt x="112559" y="6204020"/>
                  </a:lnTo>
                  <a:lnTo>
                    <a:pt x="112704" y="6204020"/>
                  </a:lnTo>
                  <a:lnTo>
                    <a:pt x="112850" y="6204020"/>
                  </a:lnTo>
                  <a:lnTo>
                    <a:pt x="112995" y="6204020"/>
                  </a:lnTo>
                  <a:lnTo>
                    <a:pt x="112995" y="6203396"/>
                  </a:lnTo>
                  <a:lnTo>
                    <a:pt x="112995" y="6202773"/>
                  </a:lnTo>
                  <a:lnTo>
                    <a:pt x="112995" y="6202149"/>
                  </a:lnTo>
                  <a:lnTo>
                    <a:pt x="112995" y="6201526"/>
                  </a:lnTo>
                  <a:lnTo>
                    <a:pt x="112995" y="6200902"/>
                  </a:lnTo>
                  <a:lnTo>
                    <a:pt x="113141" y="6200902"/>
                  </a:lnTo>
                  <a:lnTo>
                    <a:pt x="113286" y="6200902"/>
                  </a:lnTo>
                  <a:lnTo>
                    <a:pt x="113286" y="6200278"/>
                  </a:lnTo>
                  <a:lnTo>
                    <a:pt x="113431" y="6200278"/>
                  </a:lnTo>
                  <a:lnTo>
                    <a:pt x="113577" y="6200278"/>
                  </a:lnTo>
                  <a:lnTo>
                    <a:pt x="113722" y="6200278"/>
                  </a:lnTo>
                  <a:lnTo>
                    <a:pt x="113722" y="6199655"/>
                  </a:lnTo>
                  <a:lnTo>
                    <a:pt x="113868" y="6199655"/>
                  </a:lnTo>
                  <a:lnTo>
                    <a:pt x="114013" y="6199655"/>
                  </a:lnTo>
                  <a:lnTo>
                    <a:pt x="114013" y="6199031"/>
                  </a:lnTo>
                  <a:lnTo>
                    <a:pt x="114159" y="6199031"/>
                  </a:lnTo>
                  <a:lnTo>
                    <a:pt x="114304" y="6199031"/>
                  </a:lnTo>
                  <a:lnTo>
                    <a:pt x="114449" y="6199031"/>
                  </a:lnTo>
                  <a:lnTo>
                    <a:pt x="114595" y="6199031"/>
                  </a:lnTo>
                  <a:lnTo>
                    <a:pt x="114740" y="6199031"/>
                  </a:lnTo>
                  <a:lnTo>
                    <a:pt x="114740" y="6198408"/>
                  </a:lnTo>
                  <a:lnTo>
                    <a:pt x="114740" y="6197784"/>
                  </a:lnTo>
                  <a:lnTo>
                    <a:pt x="114886" y="6197784"/>
                  </a:lnTo>
                  <a:lnTo>
                    <a:pt x="115031" y="6197784"/>
                  </a:lnTo>
                  <a:lnTo>
                    <a:pt x="115176" y="6197784"/>
                  </a:lnTo>
                  <a:lnTo>
                    <a:pt x="115176" y="6197161"/>
                  </a:lnTo>
                  <a:lnTo>
                    <a:pt x="115322" y="6197161"/>
                  </a:lnTo>
                  <a:lnTo>
                    <a:pt x="115467" y="6197161"/>
                  </a:lnTo>
                  <a:lnTo>
                    <a:pt x="115613" y="6197161"/>
                  </a:lnTo>
                  <a:lnTo>
                    <a:pt x="115758" y="6197161"/>
                  </a:lnTo>
                  <a:lnTo>
                    <a:pt x="115904" y="6197161"/>
                  </a:lnTo>
                  <a:lnTo>
                    <a:pt x="116049" y="6197161"/>
                  </a:lnTo>
                  <a:lnTo>
                    <a:pt x="116194" y="6197161"/>
                  </a:lnTo>
                  <a:lnTo>
                    <a:pt x="116194" y="6196537"/>
                  </a:lnTo>
                  <a:lnTo>
                    <a:pt x="116340" y="6196537"/>
                  </a:lnTo>
                  <a:lnTo>
                    <a:pt x="116485" y="6196537"/>
                  </a:lnTo>
                  <a:lnTo>
                    <a:pt x="116631" y="6196537"/>
                  </a:lnTo>
                  <a:lnTo>
                    <a:pt x="116776" y="6196537"/>
                  </a:lnTo>
                  <a:lnTo>
                    <a:pt x="116922" y="6196537"/>
                  </a:lnTo>
                  <a:lnTo>
                    <a:pt x="117067" y="6196537"/>
                  </a:lnTo>
                  <a:lnTo>
                    <a:pt x="117067" y="6195913"/>
                  </a:lnTo>
                  <a:lnTo>
                    <a:pt x="117212" y="6195913"/>
                  </a:lnTo>
                  <a:lnTo>
                    <a:pt x="117358" y="6195913"/>
                  </a:lnTo>
                  <a:lnTo>
                    <a:pt x="117358" y="6195290"/>
                  </a:lnTo>
                  <a:lnTo>
                    <a:pt x="117503" y="6195290"/>
                  </a:lnTo>
                  <a:lnTo>
                    <a:pt x="117649" y="6195290"/>
                  </a:lnTo>
                  <a:lnTo>
                    <a:pt x="117649" y="6194666"/>
                  </a:lnTo>
                  <a:lnTo>
                    <a:pt x="117794" y="6194666"/>
                  </a:lnTo>
                  <a:lnTo>
                    <a:pt x="117940" y="6194666"/>
                  </a:lnTo>
                  <a:lnTo>
                    <a:pt x="118085" y="6194666"/>
                  </a:lnTo>
                  <a:lnTo>
                    <a:pt x="118085" y="6194043"/>
                  </a:lnTo>
                  <a:lnTo>
                    <a:pt x="118085" y="6193419"/>
                  </a:lnTo>
                  <a:lnTo>
                    <a:pt x="118085" y="6192796"/>
                  </a:lnTo>
                  <a:lnTo>
                    <a:pt x="118230" y="6192796"/>
                  </a:lnTo>
                  <a:lnTo>
                    <a:pt x="118376" y="6192796"/>
                  </a:lnTo>
                  <a:lnTo>
                    <a:pt x="118521" y="6192796"/>
                  </a:lnTo>
                  <a:lnTo>
                    <a:pt x="118667" y="6192796"/>
                  </a:lnTo>
                  <a:lnTo>
                    <a:pt x="118667" y="6192172"/>
                  </a:lnTo>
                  <a:lnTo>
                    <a:pt x="118667" y="6191548"/>
                  </a:lnTo>
                  <a:lnTo>
                    <a:pt x="118812" y="6191548"/>
                  </a:lnTo>
                  <a:lnTo>
                    <a:pt x="118958" y="6191548"/>
                  </a:lnTo>
                  <a:lnTo>
                    <a:pt x="119103" y="6191548"/>
                  </a:lnTo>
                  <a:lnTo>
                    <a:pt x="119248" y="6191548"/>
                  </a:lnTo>
                  <a:lnTo>
                    <a:pt x="119394" y="6191548"/>
                  </a:lnTo>
                  <a:lnTo>
                    <a:pt x="119539" y="6191548"/>
                  </a:lnTo>
                  <a:lnTo>
                    <a:pt x="119685" y="6191548"/>
                  </a:lnTo>
                  <a:lnTo>
                    <a:pt x="119685" y="6190925"/>
                  </a:lnTo>
                  <a:lnTo>
                    <a:pt x="119830" y="6190925"/>
                  </a:lnTo>
                  <a:lnTo>
                    <a:pt x="119976" y="6190925"/>
                  </a:lnTo>
                  <a:lnTo>
                    <a:pt x="120121" y="6190925"/>
                  </a:lnTo>
                  <a:lnTo>
                    <a:pt x="120266" y="6190925"/>
                  </a:lnTo>
                  <a:lnTo>
                    <a:pt x="120412" y="6190925"/>
                  </a:lnTo>
                  <a:lnTo>
                    <a:pt x="120557" y="6190925"/>
                  </a:lnTo>
                  <a:lnTo>
                    <a:pt x="120703" y="6190925"/>
                  </a:lnTo>
                  <a:lnTo>
                    <a:pt x="120848" y="6190925"/>
                  </a:lnTo>
                  <a:lnTo>
                    <a:pt x="120848" y="6190301"/>
                  </a:lnTo>
                  <a:lnTo>
                    <a:pt x="120994" y="6190301"/>
                  </a:lnTo>
                  <a:lnTo>
                    <a:pt x="121139" y="6190301"/>
                  </a:lnTo>
                  <a:lnTo>
                    <a:pt x="121284" y="6190301"/>
                  </a:lnTo>
                  <a:lnTo>
                    <a:pt x="121430" y="6190301"/>
                  </a:lnTo>
                  <a:lnTo>
                    <a:pt x="121575" y="6190301"/>
                  </a:lnTo>
                  <a:lnTo>
                    <a:pt x="121721" y="6190301"/>
                  </a:lnTo>
                  <a:lnTo>
                    <a:pt x="121866" y="6190301"/>
                  </a:lnTo>
                  <a:lnTo>
                    <a:pt x="122011" y="6190301"/>
                  </a:lnTo>
                  <a:lnTo>
                    <a:pt x="122157" y="6190301"/>
                  </a:lnTo>
                  <a:lnTo>
                    <a:pt x="122302" y="6190301"/>
                  </a:lnTo>
                  <a:lnTo>
                    <a:pt x="122448" y="6190301"/>
                  </a:lnTo>
                  <a:lnTo>
                    <a:pt x="122593" y="6190301"/>
                  </a:lnTo>
                  <a:lnTo>
                    <a:pt x="122739" y="6190301"/>
                  </a:lnTo>
                  <a:lnTo>
                    <a:pt x="122739" y="6189678"/>
                  </a:lnTo>
                  <a:lnTo>
                    <a:pt x="122739" y="6189054"/>
                  </a:lnTo>
                  <a:lnTo>
                    <a:pt x="122884" y="6189054"/>
                  </a:lnTo>
                  <a:lnTo>
                    <a:pt x="123029" y="6189054"/>
                  </a:lnTo>
                  <a:lnTo>
                    <a:pt x="123175" y="6189054"/>
                  </a:lnTo>
                  <a:lnTo>
                    <a:pt x="123175" y="6188430"/>
                  </a:lnTo>
                  <a:lnTo>
                    <a:pt x="123320" y="6188430"/>
                  </a:lnTo>
                  <a:lnTo>
                    <a:pt x="123320" y="6187807"/>
                  </a:lnTo>
                  <a:lnTo>
                    <a:pt x="123466" y="6187807"/>
                  </a:lnTo>
                  <a:lnTo>
                    <a:pt x="123466" y="6187183"/>
                  </a:lnTo>
                  <a:lnTo>
                    <a:pt x="123611" y="6187183"/>
                  </a:lnTo>
                  <a:lnTo>
                    <a:pt x="123757" y="6187183"/>
                  </a:lnTo>
                  <a:lnTo>
                    <a:pt x="123757" y="6186560"/>
                  </a:lnTo>
                  <a:lnTo>
                    <a:pt x="123757" y="6185936"/>
                  </a:lnTo>
                  <a:lnTo>
                    <a:pt x="123902" y="6185936"/>
                  </a:lnTo>
                  <a:lnTo>
                    <a:pt x="124047" y="6185936"/>
                  </a:lnTo>
                  <a:lnTo>
                    <a:pt x="124193" y="6185936"/>
                  </a:lnTo>
                  <a:lnTo>
                    <a:pt x="124338" y="6185936"/>
                  </a:lnTo>
                  <a:lnTo>
                    <a:pt x="124484" y="6185936"/>
                  </a:lnTo>
                  <a:lnTo>
                    <a:pt x="124629" y="6185936"/>
                  </a:lnTo>
                  <a:lnTo>
                    <a:pt x="124775" y="6185936"/>
                  </a:lnTo>
                  <a:lnTo>
                    <a:pt x="124920" y="6185936"/>
                  </a:lnTo>
                  <a:lnTo>
                    <a:pt x="125065" y="6185936"/>
                  </a:lnTo>
                  <a:lnTo>
                    <a:pt x="125211" y="6185936"/>
                  </a:lnTo>
                  <a:lnTo>
                    <a:pt x="125356" y="6185936"/>
                  </a:lnTo>
                  <a:lnTo>
                    <a:pt x="125502" y="6185936"/>
                  </a:lnTo>
                  <a:lnTo>
                    <a:pt x="125647" y="6185936"/>
                  </a:lnTo>
                  <a:lnTo>
                    <a:pt x="125793" y="6185936"/>
                  </a:lnTo>
                  <a:lnTo>
                    <a:pt x="125938" y="6185936"/>
                  </a:lnTo>
                  <a:lnTo>
                    <a:pt x="126083" y="6185936"/>
                  </a:lnTo>
                  <a:lnTo>
                    <a:pt x="126083" y="6185313"/>
                  </a:lnTo>
                  <a:lnTo>
                    <a:pt x="126229" y="6185313"/>
                  </a:lnTo>
                  <a:lnTo>
                    <a:pt x="126374" y="6185313"/>
                  </a:lnTo>
                  <a:lnTo>
                    <a:pt x="126520" y="6185313"/>
                  </a:lnTo>
                  <a:lnTo>
                    <a:pt x="126665" y="6185313"/>
                  </a:lnTo>
                  <a:lnTo>
                    <a:pt x="126811" y="6185313"/>
                  </a:lnTo>
                  <a:lnTo>
                    <a:pt x="126956" y="6185313"/>
                  </a:lnTo>
                  <a:lnTo>
                    <a:pt x="127101" y="6185313"/>
                  </a:lnTo>
                  <a:lnTo>
                    <a:pt x="127247" y="6185313"/>
                  </a:lnTo>
                  <a:lnTo>
                    <a:pt x="127392" y="6185313"/>
                  </a:lnTo>
                  <a:lnTo>
                    <a:pt x="127538" y="6185313"/>
                  </a:lnTo>
                  <a:lnTo>
                    <a:pt x="127683" y="6185313"/>
                  </a:lnTo>
                  <a:lnTo>
                    <a:pt x="127829" y="6185313"/>
                  </a:lnTo>
                  <a:lnTo>
                    <a:pt x="127974" y="6185313"/>
                  </a:lnTo>
                  <a:lnTo>
                    <a:pt x="128119" y="6185313"/>
                  </a:lnTo>
                  <a:lnTo>
                    <a:pt x="128265" y="6185313"/>
                  </a:lnTo>
                  <a:lnTo>
                    <a:pt x="128410" y="6185313"/>
                  </a:lnTo>
                  <a:lnTo>
                    <a:pt x="128556" y="6185313"/>
                  </a:lnTo>
                  <a:lnTo>
                    <a:pt x="128701" y="6185313"/>
                  </a:lnTo>
                  <a:lnTo>
                    <a:pt x="128846" y="6185313"/>
                  </a:lnTo>
                  <a:lnTo>
                    <a:pt x="128992" y="6185313"/>
                  </a:lnTo>
                  <a:lnTo>
                    <a:pt x="129137" y="6185313"/>
                  </a:lnTo>
                  <a:lnTo>
                    <a:pt x="129137" y="6184689"/>
                  </a:lnTo>
                  <a:lnTo>
                    <a:pt x="129283" y="6184689"/>
                  </a:lnTo>
                  <a:lnTo>
                    <a:pt x="129428" y="6184689"/>
                  </a:lnTo>
                  <a:lnTo>
                    <a:pt x="129428" y="6184065"/>
                  </a:lnTo>
                  <a:lnTo>
                    <a:pt x="129574" y="6184065"/>
                  </a:lnTo>
                  <a:lnTo>
                    <a:pt x="129574" y="6183442"/>
                  </a:lnTo>
                  <a:lnTo>
                    <a:pt x="129719" y="6183442"/>
                  </a:lnTo>
                  <a:lnTo>
                    <a:pt x="129719" y="6182818"/>
                  </a:lnTo>
                  <a:lnTo>
                    <a:pt x="129864" y="6182818"/>
                  </a:lnTo>
                  <a:lnTo>
                    <a:pt x="130010" y="6182818"/>
                  </a:lnTo>
                  <a:lnTo>
                    <a:pt x="130155" y="6182818"/>
                  </a:lnTo>
                  <a:lnTo>
                    <a:pt x="130301" y="6182818"/>
                  </a:lnTo>
                  <a:lnTo>
                    <a:pt x="130301" y="6182195"/>
                  </a:lnTo>
                  <a:lnTo>
                    <a:pt x="130446" y="6182195"/>
                  </a:lnTo>
                  <a:lnTo>
                    <a:pt x="130592" y="6182195"/>
                  </a:lnTo>
                  <a:lnTo>
                    <a:pt x="130737" y="6182195"/>
                  </a:lnTo>
                  <a:lnTo>
                    <a:pt x="130882" y="6182195"/>
                  </a:lnTo>
                  <a:lnTo>
                    <a:pt x="130882" y="6181571"/>
                  </a:lnTo>
                  <a:lnTo>
                    <a:pt x="131028" y="6181571"/>
                  </a:lnTo>
                  <a:lnTo>
                    <a:pt x="131173" y="6181571"/>
                  </a:lnTo>
                  <a:lnTo>
                    <a:pt x="131319" y="6181571"/>
                  </a:lnTo>
                  <a:lnTo>
                    <a:pt x="131464" y="6181571"/>
                  </a:lnTo>
                  <a:lnTo>
                    <a:pt x="131464" y="6180947"/>
                  </a:lnTo>
                  <a:lnTo>
                    <a:pt x="131610" y="6180947"/>
                  </a:lnTo>
                  <a:lnTo>
                    <a:pt x="131755" y="6180947"/>
                  </a:lnTo>
                  <a:lnTo>
                    <a:pt x="131900" y="6180947"/>
                  </a:lnTo>
                  <a:lnTo>
                    <a:pt x="131900" y="6180324"/>
                  </a:lnTo>
                  <a:lnTo>
                    <a:pt x="131900" y="6179700"/>
                  </a:lnTo>
                  <a:lnTo>
                    <a:pt x="132046" y="6179700"/>
                  </a:lnTo>
                  <a:lnTo>
                    <a:pt x="132191" y="6179700"/>
                  </a:lnTo>
                  <a:lnTo>
                    <a:pt x="132337" y="6179700"/>
                  </a:lnTo>
                  <a:lnTo>
                    <a:pt x="132482" y="6179700"/>
                  </a:lnTo>
                  <a:lnTo>
                    <a:pt x="132628" y="6179700"/>
                  </a:lnTo>
                  <a:lnTo>
                    <a:pt x="132773" y="6179700"/>
                  </a:lnTo>
                  <a:lnTo>
                    <a:pt x="132918" y="6179700"/>
                  </a:lnTo>
                  <a:lnTo>
                    <a:pt x="133064" y="6179700"/>
                  </a:lnTo>
                  <a:lnTo>
                    <a:pt x="133209" y="6179700"/>
                  </a:lnTo>
                  <a:lnTo>
                    <a:pt x="133355" y="6179700"/>
                  </a:lnTo>
                  <a:lnTo>
                    <a:pt x="133500" y="6179700"/>
                  </a:lnTo>
                  <a:lnTo>
                    <a:pt x="133646" y="6179700"/>
                  </a:lnTo>
                  <a:lnTo>
                    <a:pt x="133791" y="6179700"/>
                  </a:lnTo>
                  <a:lnTo>
                    <a:pt x="133936" y="6179700"/>
                  </a:lnTo>
                  <a:lnTo>
                    <a:pt x="134082" y="6179700"/>
                  </a:lnTo>
                  <a:lnTo>
                    <a:pt x="134082" y="6179077"/>
                  </a:lnTo>
                  <a:lnTo>
                    <a:pt x="134227" y="6179077"/>
                  </a:lnTo>
                  <a:lnTo>
                    <a:pt x="134373" y="6179077"/>
                  </a:lnTo>
                  <a:lnTo>
                    <a:pt x="134373" y="6178453"/>
                  </a:lnTo>
                  <a:lnTo>
                    <a:pt x="134518" y="6178453"/>
                  </a:lnTo>
                  <a:lnTo>
                    <a:pt x="134518" y="6177830"/>
                  </a:lnTo>
                  <a:lnTo>
                    <a:pt x="134664" y="6177830"/>
                  </a:lnTo>
                  <a:lnTo>
                    <a:pt x="134809" y="6177830"/>
                  </a:lnTo>
                  <a:lnTo>
                    <a:pt x="134954" y="6177830"/>
                  </a:lnTo>
                  <a:lnTo>
                    <a:pt x="134954" y="6177206"/>
                  </a:lnTo>
                  <a:lnTo>
                    <a:pt x="135100" y="6177206"/>
                  </a:lnTo>
                  <a:lnTo>
                    <a:pt x="135245" y="6177206"/>
                  </a:lnTo>
                  <a:lnTo>
                    <a:pt x="135391" y="6177206"/>
                  </a:lnTo>
                  <a:lnTo>
                    <a:pt x="135536" y="6177206"/>
                  </a:lnTo>
                  <a:lnTo>
                    <a:pt x="135681" y="6177206"/>
                  </a:lnTo>
                  <a:lnTo>
                    <a:pt x="135681" y="6176582"/>
                  </a:lnTo>
                  <a:lnTo>
                    <a:pt x="135827" y="6176582"/>
                  </a:lnTo>
                  <a:lnTo>
                    <a:pt x="135972" y="6176582"/>
                  </a:lnTo>
                  <a:lnTo>
                    <a:pt x="136118" y="6176582"/>
                  </a:lnTo>
                  <a:lnTo>
                    <a:pt x="136263" y="6176582"/>
                  </a:lnTo>
                  <a:lnTo>
                    <a:pt x="136409" y="6176582"/>
                  </a:lnTo>
                  <a:lnTo>
                    <a:pt x="136409" y="6175959"/>
                  </a:lnTo>
                  <a:lnTo>
                    <a:pt x="136554" y="6175959"/>
                  </a:lnTo>
                  <a:lnTo>
                    <a:pt x="136699" y="6175959"/>
                  </a:lnTo>
                  <a:lnTo>
                    <a:pt x="136845" y="6175959"/>
                  </a:lnTo>
                  <a:lnTo>
                    <a:pt x="136990" y="6175959"/>
                  </a:lnTo>
                  <a:lnTo>
                    <a:pt x="137136" y="6175959"/>
                  </a:lnTo>
                  <a:lnTo>
                    <a:pt x="137281" y="6175959"/>
                  </a:lnTo>
                  <a:lnTo>
                    <a:pt x="137281" y="6175335"/>
                  </a:lnTo>
                  <a:lnTo>
                    <a:pt x="137281" y="6174712"/>
                  </a:lnTo>
                  <a:lnTo>
                    <a:pt x="137281" y="6174088"/>
                  </a:lnTo>
                  <a:lnTo>
                    <a:pt x="137427" y="6174088"/>
                  </a:lnTo>
                  <a:lnTo>
                    <a:pt x="137572" y="6174088"/>
                  </a:lnTo>
                  <a:lnTo>
                    <a:pt x="137717" y="6174088"/>
                  </a:lnTo>
                  <a:lnTo>
                    <a:pt x="137863" y="6174088"/>
                  </a:lnTo>
                  <a:lnTo>
                    <a:pt x="138008" y="6174088"/>
                  </a:lnTo>
                  <a:lnTo>
                    <a:pt x="138008" y="6173464"/>
                  </a:lnTo>
                  <a:lnTo>
                    <a:pt x="138154" y="6173464"/>
                  </a:lnTo>
                  <a:lnTo>
                    <a:pt x="138299" y="6173464"/>
                  </a:lnTo>
                  <a:lnTo>
                    <a:pt x="138299" y="6172841"/>
                  </a:lnTo>
                  <a:lnTo>
                    <a:pt x="138299" y="6172217"/>
                  </a:lnTo>
                  <a:lnTo>
                    <a:pt x="138445" y="6172217"/>
                  </a:lnTo>
                  <a:lnTo>
                    <a:pt x="138590" y="6172217"/>
                  </a:lnTo>
                  <a:lnTo>
                    <a:pt x="138735" y="6172217"/>
                  </a:lnTo>
                  <a:lnTo>
                    <a:pt x="138735" y="6171594"/>
                  </a:lnTo>
                  <a:lnTo>
                    <a:pt x="138881" y="6171594"/>
                  </a:lnTo>
                  <a:lnTo>
                    <a:pt x="139026" y="6171594"/>
                  </a:lnTo>
                  <a:lnTo>
                    <a:pt x="139026" y="6170970"/>
                  </a:lnTo>
                  <a:lnTo>
                    <a:pt x="139172" y="6170970"/>
                  </a:lnTo>
                  <a:lnTo>
                    <a:pt x="139317" y="6170970"/>
                  </a:lnTo>
                  <a:lnTo>
                    <a:pt x="139463" y="6170970"/>
                  </a:lnTo>
                  <a:lnTo>
                    <a:pt x="139608" y="6170970"/>
                  </a:lnTo>
                  <a:lnTo>
                    <a:pt x="139753" y="6170970"/>
                  </a:lnTo>
                  <a:lnTo>
                    <a:pt x="139753" y="6170347"/>
                  </a:lnTo>
                  <a:lnTo>
                    <a:pt x="139899" y="6170347"/>
                  </a:lnTo>
                  <a:lnTo>
                    <a:pt x="140044" y="6170347"/>
                  </a:lnTo>
                  <a:lnTo>
                    <a:pt x="140190" y="6170347"/>
                  </a:lnTo>
                  <a:lnTo>
                    <a:pt x="140335" y="6170347"/>
                  </a:lnTo>
                  <a:lnTo>
                    <a:pt x="140481" y="6170347"/>
                  </a:lnTo>
                  <a:lnTo>
                    <a:pt x="140626" y="6170347"/>
                  </a:lnTo>
                  <a:lnTo>
                    <a:pt x="140626" y="6169723"/>
                  </a:lnTo>
                  <a:lnTo>
                    <a:pt x="140771" y="6169723"/>
                  </a:lnTo>
                  <a:lnTo>
                    <a:pt x="140917" y="6169723"/>
                  </a:lnTo>
                  <a:lnTo>
                    <a:pt x="141062" y="6169723"/>
                  </a:lnTo>
                  <a:lnTo>
                    <a:pt x="141062" y="6169099"/>
                  </a:lnTo>
                  <a:lnTo>
                    <a:pt x="141208" y="6169099"/>
                  </a:lnTo>
                  <a:lnTo>
                    <a:pt x="141353" y="6169099"/>
                  </a:lnTo>
                  <a:lnTo>
                    <a:pt x="141499" y="6169099"/>
                  </a:lnTo>
                  <a:lnTo>
                    <a:pt x="141499" y="6168476"/>
                  </a:lnTo>
                  <a:lnTo>
                    <a:pt x="141644" y="6168476"/>
                  </a:lnTo>
                  <a:lnTo>
                    <a:pt x="141789" y="6168476"/>
                  </a:lnTo>
                  <a:lnTo>
                    <a:pt x="141935" y="6168476"/>
                  </a:lnTo>
                  <a:lnTo>
                    <a:pt x="142080" y="6168476"/>
                  </a:lnTo>
                  <a:lnTo>
                    <a:pt x="142226" y="6168476"/>
                  </a:lnTo>
                  <a:lnTo>
                    <a:pt x="142226" y="6167852"/>
                  </a:lnTo>
                  <a:lnTo>
                    <a:pt x="142371" y="6167852"/>
                  </a:lnTo>
                  <a:lnTo>
                    <a:pt x="142516" y="6167852"/>
                  </a:lnTo>
                  <a:lnTo>
                    <a:pt x="142662" y="6167852"/>
                  </a:lnTo>
                  <a:lnTo>
                    <a:pt x="142807" y="6167852"/>
                  </a:lnTo>
                  <a:lnTo>
                    <a:pt x="142953" y="6167852"/>
                  </a:lnTo>
                  <a:lnTo>
                    <a:pt x="143098" y="6167852"/>
                  </a:lnTo>
                  <a:lnTo>
                    <a:pt x="143244" y="6167852"/>
                  </a:lnTo>
                  <a:lnTo>
                    <a:pt x="143244" y="6167229"/>
                  </a:lnTo>
                  <a:lnTo>
                    <a:pt x="143389" y="6167229"/>
                  </a:lnTo>
                  <a:lnTo>
                    <a:pt x="143534" y="6167229"/>
                  </a:lnTo>
                  <a:lnTo>
                    <a:pt x="143680" y="6167229"/>
                  </a:lnTo>
                  <a:lnTo>
                    <a:pt x="143825" y="6167229"/>
                  </a:lnTo>
                  <a:lnTo>
                    <a:pt x="143971" y="6167229"/>
                  </a:lnTo>
                  <a:lnTo>
                    <a:pt x="144116" y="6167229"/>
                  </a:lnTo>
                  <a:lnTo>
                    <a:pt x="144116" y="6166605"/>
                  </a:lnTo>
                  <a:lnTo>
                    <a:pt x="144262" y="6166605"/>
                  </a:lnTo>
                  <a:lnTo>
                    <a:pt x="144262" y="6165981"/>
                  </a:lnTo>
                  <a:lnTo>
                    <a:pt x="144407" y="6165981"/>
                  </a:lnTo>
                  <a:lnTo>
                    <a:pt x="144552" y="6165981"/>
                  </a:lnTo>
                  <a:lnTo>
                    <a:pt x="144552" y="6165358"/>
                  </a:lnTo>
                  <a:lnTo>
                    <a:pt x="144698" y="6165358"/>
                  </a:lnTo>
                  <a:lnTo>
                    <a:pt x="144843" y="6165358"/>
                  </a:lnTo>
                  <a:lnTo>
                    <a:pt x="144989" y="6165358"/>
                  </a:lnTo>
                  <a:lnTo>
                    <a:pt x="145134" y="6165358"/>
                  </a:lnTo>
                  <a:lnTo>
                    <a:pt x="145280" y="6165358"/>
                  </a:lnTo>
                  <a:lnTo>
                    <a:pt x="145425" y="6165358"/>
                  </a:lnTo>
                  <a:lnTo>
                    <a:pt x="145570" y="6165358"/>
                  </a:lnTo>
                  <a:lnTo>
                    <a:pt x="145716" y="6165358"/>
                  </a:lnTo>
                  <a:lnTo>
                    <a:pt x="145861" y="6165358"/>
                  </a:lnTo>
                  <a:lnTo>
                    <a:pt x="146007" y="6165358"/>
                  </a:lnTo>
                  <a:lnTo>
                    <a:pt x="146152" y="6165358"/>
                  </a:lnTo>
                  <a:lnTo>
                    <a:pt x="146298" y="6165358"/>
                  </a:lnTo>
                  <a:lnTo>
                    <a:pt x="146443" y="6165358"/>
                  </a:lnTo>
                  <a:lnTo>
                    <a:pt x="146443" y="6164734"/>
                  </a:lnTo>
                  <a:lnTo>
                    <a:pt x="146588" y="6164734"/>
                  </a:lnTo>
                  <a:lnTo>
                    <a:pt x="146734" y="6164734"/>
                  </a:lnTo>
                  <a:lnTo>
                    <a:pt x="146879" y="6164734"/>
                  </a:lnTo>
                  <a:lnTo>
                    <a:pt x="147025" y="6164734"/>
                  </a:lnTo>
                  <a:lnTo>
                    <a:pt x="147170" y="6164734"/>
                  </a:lnTo>
                  <a:lnTo>
                    <a:pt x="147316" y="6164734"/>
                  </a:lnTo>
                  <a:lnTo>
                    <a:pt x="147461" y="6164734"/>
                  </a:lnTo>
                  <a:lnTo>
                    <a:pt x="147606" y="6164734"/>
                  </a:lnTo>
                  <a:lnTo>
                    <a:pt x="147752" y="6164734"/>
                  </a:lnTo>
                  <a:lnTo>
                    <a:pt x="147897" y="6164734"/>
                  </a:lnTo>
                  <a:lnTo>
                    <a:pt x="147897" y="6164111"/>
                  </a:lnTo>
                  <a:lnTo>
                    <a:pt x="147897" y="6163487"/>
                  </a:lnTo>
                  <a:lnTo>
                    <a:pt x="148043" y="6163487"/>
                  </a:lnTo>
                  <a:lnTo>
                    <a:pt x="148188" y="6163487"/>
                  </a:lnTo>
                  <a:lnTo>
                    <a:pt x="148334" y="6163487"/>
                  </a:lnTo>
                  <a:lnTo>
                    <a:pt x="148334" y="6162864"/>
                  </a:lnTo>
                  <a:lnTo>
                    <a:pt x="148479" y="6162864"/>
                  </a:lnTo>
                  <a:lnTo>
                    <a:pt x="148624" y="6162864"/>
                  </a:lnTo>
                  <a:lnTo>
                    <a:pt x="148770" y="6162864"/>
                  </a:lnTo>
                  <a:lnTo>
                    <a:pt x="148915" y="6162864"/>
                  </a:lnTo>
                  <a:lnTo>
                    <a:pt x="148915" y="6162240"/>
                  </a:lnTo>
                  <a:lnTo>
                    <a:pt x="148915" y="6161616"/>
                  </a:lnTo>
                  <a:lnTo>
                    <a:pt x="149061" y="6161616"/>
                  </a:lnTo>
                  <a:lnTo>
                    <a:pt x="149061" y="6160993"/>
                  </a:lnTo>
                  <a:lnTo>
                    <a:pt x="149206" y="6160993"/>
                  </a:lnTo>
                  <a:lnTo>
                    <a:pt x="149351" y="6160993"/>
                  </a:lnTo>
                  <a:lnTo>
                    <a:pt x="149497" y="6160993"/>
                  </a:lnTo>
                  <a:lnTo>
                    <a:pt x="149642" y="6160993"/>
                  </a:lnTo>
                  <a:lnTo>
                    <a:pt x="149642" y="6160369"/>
                  </a:lnTo>
                  <a:lnTo>
                    <a:pt x="149642" y="6159746"/>
                  </a:lnTo>
                  <a:lnTo>
                    <a:pt x="149642" y="6159122"/>
                  </a:lnTo>
                  <a:lnTo>
                    <a:pt x="149642" y="6158498"/>
                  </a:lnTo>
                  <a:lnTo>
                    <a:pt x="149788" y="6158498"/>
                  </a:lnTo>
                  <a:lnTo>
                    <a:pt x="149788" y="6157875"/>
                  </a:lnTo>
                  <a:lnTo>
                    <a:pt x="149788" y="6157251"/>
                  </a:lnTo>
                  <a:lnTo>
                    <a:pt x="149933" y="6157251"/>
                  </a:lnTo>
                  <a:lnTo>
                    <a:pt x="150079" y="6157251"/>
                  </a:lnTo>
                  <a:lnTo>
                    <a:pt x="150224" y="6157251"/>
                  </a:lnTo>
                  <a:lnTo>
                    <a:pt x="150369" y="6157251"/>
                  </a:lnTo>
                  <a:lnTo>
                    <a:pt x="150515" y="6157251"/>
                  </a:lnTo>
                  <a:lnTo>
                    <a:pt x="150660" y="6157251"/>
                  </a:lnTo>
                  <a:lnTo>
                    <a:pt x="150806" y="6157251"/>
                  </a:lnTo>
                  <a:lnTo>
                    <a:pt x="150951" y="6157251"/>
                  </a:lnTo>
                  <a:lnTo>
                    <a:pt x="150951" y="6156628"/>
                  </a:lnTo>
                  <a:lnTo>
                    <a:pt x="150951" y="6156004"/>
                  </a:lnTo>
                  <a:lnTo>
                    <a:pt x="150951" y="6155381"/>
                  </a:lnTo>
                  <a:lnTo>
                    <a:pt x="150951" y="6154757"/>
                  </a:lnTo>
                  <a:lnTo>
                    <a:pt x="150951" y="6154133"/>
                  </a:lnTo>
                  <a:lnTo>
                    <a:pt x="151097" y="6154133"/>
                  </a:lnTo>
                  <a:lnTo>
                    <a:pt x="151242" y="6154133"/>
                  </a:lnTo>
                  <a:lnTo>
                    <a:pt x="151387" y="6154133"/>
                  </a:lnTo>
                  <a:lnTo>
                    <a:pt x="151533" y="6154133"/>
                  </a:lnTo>
                  <a:lnTo>
                    <a:pt x="151678" y="6154133"/>
                  </a:lnTo>
                  <a:lnTo>
                    <a:pt x="151824" y="6154133"/>
                  </a:lnTo>
                  <a:lnTo>
                    <a:pt x="151969" y="6154133"/>
                  </a:lnTo>
                  <a:lnTo>
                    <a:pt x="152115" y="6154133"/>
                  </a:lnTo>
                  <a:lnTo>
                    <a:pt x="152260" y="6154133"/>
                  </a:lnTo>
                  <a:lnTo>
                    <a:pt x="152405" y="6154133"/>
                  </a:lnTo>
                  <a:lnTo>
                    <a:pt x="152551" y="6154133"/>
                  </a:lnTo>
                  <a:lnTo>
                    <a:pt x="152696" y="6154133"/>
                  </a:lnTo>
                  <a:lnTo>
                    <a:pt x="152842" y="6154133"/>
                  </a:lnTo>
                  <a:lnTo>
                    <a:pt x="152987" y="6154133"/>
                  </a:lnTo>
                  <a:lnTo>
                    <a:pt x="153133" y="6154133"/>
                  </a:lnTo>
                  <a:lnTo>
                    <a:pt x="153278" y="6154133"/>
                  </a:lnTo>
                  <a:lnTo>
                    <a:pt x="153423" y="6154133"/>
                  </a:lnTo>
                  <a:lnTo>
                    <a:pt x="153569" y="6154133"/>
                  </a:lnTo>
                  <a:lnTo>
                    <a:pt x="153714" y="6154133"/>
                  </a:lnTo>
                  <a:lnTo>
                    <a:pt x="153860" y="6154133"/>
                  </a:lnTo>
                  <a:lnTo>
                    <a:pt x="154005" y="6154133"/>
                  </a:lnTo>
                  <a:lnTo>
                    <a:pt x="154151" y="6154133"/>
                  </a:lnTo>
                  <a:lnTo>
                    <a:pt x="154296" y="6154133"/>
                  </a:lnTo>
                  <a:lnTo>
                    <a:pt x="154441" y="6154133"/>
                  </a:lnTo>
                  <a:lnTo>
                    <a:pt x="154587" y="6154133"/>
                  </a:lnTo>
                  <a:lnTo>
                    <a:pt x="154732" y="6154133"/>
                  </a:lnTo>
                  <a:lnTo>
                    <a:pt x="154878" y="6154133"/>
                  </a:lnTo>
                  <a:lnTo>
                    <a:pt x="155023" y="6154133"/>
                  </a:lnTo>
                  <a:lnTo>
                    <a:pt x="155169" y="6154133"/>
                  </a:lnTo>
                  <a:lnTo>
                    <a:pt x="155314" y="6154133"/>
                  </a:lnTo>
                  <a:lnTo>
                    <a:pt x="155459" y="6154133"/>
                  </a:lnTo>
                  <a:lnTo>
                    <a:pt x="155605" y="6154133"/>
                  </a:lnTo>
                  <a:lnTo>
                    <a:pt x="155605" y="6153510"/>
                  </a:lnTo>
                  <a:lnTo>
                    <a:pt x="155750" y="6153510"/>
                  </a:lnTo>
                  <a:lnTo>
                    <a:pt x="155896" y="6153510"/>
                  </a:lnTo>
                  <a:lnTo>
                    <a:pt x="156041" y="6153510"/>
                  </a:lnTo>
                  <a:lnTo>
                    <a:pt x="156186" y="6153510"/>
                  </a:lnTo>
                  <a:lnTo>
                    <a:pt x="156332" y="6153510"/>
                  </a:lnTo>
                  <a:lnTo>
                    <a:pt x="156477" y="6153510"/>
                  </a:lnTo>
                  <a:lnTo>
                    <a:pt x="156623" y="6153510"/>
                  </a:lnTo>
                  <a:lnTo>
                    <a:pt x="156623" y="6152886"/>
                  </a:lnTo>
                  <a:lnTo>
                    <a:pt x="156623" y="6152263"/>
                  </a:lnTo>
                  <a:lnTo>
                    <a:pt x="156623" y="6151639"/>
                  </a:lnTo>
                  <a:lnTo>
                    <a:pt x="156768" y="6151639"/>
                  </a:lnTo>
                  <a:lnTo>
                    <a:pt x="156914" y="6151639"/>
                  </a:lnTo>
                  <a:lnTo>
                    <a:pt x="157059" y="6151639"/>
                  </a:lnTo>
                  <a:lnTo>
                    <a:pt x="157204" y="6151639"/>
                  </a:lnTo>
                  <a:lnTo>
                    <a:pt x="157350" y="6151639"/>
                  </a:lnTo>
                  <a:lnTo>
                    <a:pt x="157495" y="6151639"/>
                  </a:lnTo>
                  <a:lnTo>
                    <a:pt x="157495" y="6151015"/>
                  </a:lnTo>
                  <a:lnTo>
                    <a:pt x="157641" y="6151015"/>
                  </a:lnTo>
                  <a:lnTo>
                    <a:pt x="157786" y="6151015"/>
                  </a:lnTo>
                  <a:lnTo>
                    <a:pt x="157932" y="6151015"/>
                  </a:lnTo>
                  <a:lnTo>
                    <a:pt x="157932" y="6150392"/>
                  </a:lnTo>
                  <a:lnTo>
                    <a:pt x="158077" y="6150392"/>
                  </a:lnTo>
                  <a:lnTo>
                    <a:pt x="158222" y="6150392"/>
                  </a:lnTo>
                  <a:lnTo>
                    <a:pt x="158368" y="6150392"/>
                  </a:lnTo>
                  <a:lnTo>
                    <a:pt x="158368" y="6149768"/>
                  </a:lnTo>
                  <a:lnTo>
                    <a:pt x="158513" y="6149768"/>
                  </a:lnTo>
                  <a:lnTo>
                    <a:pt x="158659" y="6149768"/>
                  </a:lnTo>
                  <a:lnTo>
                    <a:pt x="158659" y="6149145"/>
                  </a:lnTo>
                  <a:lnTo>
                    <a:pt x="158804" y="6149145"/>
                  </a:lnTo>
                  <a:lnTo>
                    <a:pt x="158950" y="6149145"/>
                  </a:lnTo>
                  <a:lnTo>
                    <a:pt x="159095" y="6149145"/>
                  </a:lnTo>
                  <a:lnTo>
                    <a:pt x="159240" y="6149145"/>
                  </a:lnTo>
                  <a:lnTo>
                    <a:pt x="159386" y="6149145"/>
                  </a:lnTo>
                  <a:lnTo>
                    <a:pt x="159531" y="6149145"/>
                  </a:lnTo>
                  <a:lnTo>
                    <a:pt x="159531" y="6148521"/>
                  </a:lnTo>
                  <a:lnTo>
                    <a:pt x="159677" y="6148521"/>
                  </a:lnTo>
                  <a:lnTo>
                    <a:pt x="159822" y="6148521"/>
                  </a:lnTo>
                  <a:lnTo>
                    <a:pt x="159968" y="6148521"/>
                  </a:lnTo>
                  <a:lnTo>
                    <a:pt x="160113" y="6148521"/>
                  </a:lnTo>
                  <a:lnTo>
                    <a:pt x="160113" y="6147898"/>
                  </a:lnTo>
                  <a:lnTo>
                    <a:pt x="160258" y="6147898"/>
                  </a:lnTo>
                  <a:lnTo>
                    <a:pt x="160404" y="6147898"/>
                  </a:lnTo>
                  <a:lnTo>
                    <a:pt x="160549" y="6147898"/>
                  </a:lnTo>
                  <a:lnTo>
                    <a:pt x="160695" y="6147898"/>
                  </a:lnTo>
                  <a:lnTo>
                    <a:pt x="160840" y="6147898"/>
                  </a:lnTo>
                  <a:lnTo>
                    <a:pt x="160986" y="6147898"/>
                  </a:lnTo>
                  <a:lnTo>
                    <a:pt x="161131" y="6147898"/>
                  </a:lnTo>
                  <a:lnTo>
                    <a:pt x="161276" y="6147898"/>
                  </a:lnTo>
                  <a:lnTo>
                    <a:pt x="161422" y="6147898"/>
                  </a:lnTo>
                  <a:lnTo>
                    <a:pt x="161567" y="6147898"/>
                  </a:lnTo>
                  <a:lnTo>
                    <a:pt x="161713" y="6147898"/>
                  </a:lnTo>
                  <a:lnTo>
                    <a:pt x="161858" y="6147898"/>
                  </a:lnTo>
                  <a:lnTo>
                    <a:pt x="161858" y="6147274"/>
                  </a:lnTo>
                  <a:lnTo>
                    <a:pt x="162004" y="6147274"/>
                  </a:lnTo>
                  <a:lnTo>
                    <a:pt x="162149" y="6147274"/>
                  </a:lnTo>
                  <a:lnTo>
                    <a:pt x="162294" y="6147274"/>
                  </a:lnTo>
                  <a:lnTo>
                    <a:pt x="162440" y="6147274"/>
                  </a:lnTo>
                  <a:lnTo>
                    <a:pt x="162585" y="6147274"/>
                  </a:lnTo>
                  <a:lnTo>
                    <a:pt x="162731" y="6147274"/>
                  </a:lnTo>
                  <a:lnTo>
                    <a:pt x="162876" y="6147274"/>
                  </a:lnTo>
                  <a:lnTo>
                    <a:pt x="163021" y="6147274"/>
                  </a:lnTo>
                  <a:lnTo>
                    <a:pt x="163167" y="6147274"/>
                  </a:lnTo>
                  <a:lnTo>
                    <a:pt x="163312" y="6147274"/>
                  </a:lnTo>
                  <a:lnTo>
                    <a:pt x="163458" y="6147274"/>
                  </a:lnTo>
                  <a:lnTo>
                    <a:pt x="163458" y="6146650"/>
                  </a:lnTo>
                  <a:lnTo>
                    <a:pt x="163603" y="6146650"/>
                  </a:lnTo>
                  <a:lnTo>
                    <a:pt x="163749" y="6146650"/>
                  </a:lnTo>
                  <a:lnTo>
                    <a:pt x="163749" y="6146027"/>
                  </a:lnTo>
                  <a:lnTo>
                    <a:pt x="163894" y="6146027"/>
                  </a:lnTo>
                  <a:lnTo>
                    <a:pt x="164039" y="6146027"/>
                  </a:lnTo>
                  <a:lnTo>
                    <a:pt x="164185" y="6146027"/>
                  </a:lnTo>
                  <a:lnTo>
                    <a:pt x="164330" y="6146027"/>
                  </a:lnTo>
                  <a:lnTo>
                    <a:pt x="164476" y="6146027"/>
                  </a:lnTo>
                  <a:lnTo>
                    <a:pt x="164621" y="6146027"/>
                  </a:lnTo>
                  <a:lnTo>
                    <a:pt x="164767" y="6146027"/>
                  </a:lnTo>
                  <a:lnTo>
                    <a:pt x="164912" y="6146027"/>
                  </a:lnTo>
                  <a:lnTo>
                    <a:pt x="165057" y="6146027"/>
                  </a:lnTo>
                  <a:lnTo>
                    <a:pt x="165203" y="6146027"/>
                  </a:lnTo>
                  <a:lnTo>
                    <a:pt x="165348" y="6146027"/>
                  </a:lnTo>
                  <a:lnTo>
                    <a:pt x="165494" y="6146027"/>
                  </a:lnTo>
                  <a:lnTo>
                    <a:pt x="165639" y="6146027"/>
                  </a:lnTo>
                  <a:lnTo>
                    <a:pt x="165639" y="6145403"/>
                  </a:lnTo>
                  <a:lnTo>
                    <a:pt x="165785" y="6145403"/>
                  </a:lnTo>
                  <a:lnTo>
                    <a:pt x="165785" y="6144780"/>
                  </a:lnTo>
                  <a:lnTo>
                    <a:pt x="165930" y="6144780"/>
                  </a:lnTo>
                  <a:lnTo>
                    <a:pt x="166075" y="6144780"/>
                  </a:lnTo>
                  <a:lnTo>
                    <a:pt x="166075" y="6144156"/>
                  </a:lnTo>
                  <a:lnTo>
                    <a:pt x="166075" y="6143533"/>
                  </a:lnTo>
                  <a:lnTo>
                    <a:pt x="166221" y="6143533"/>
                  </a:lnTo>
                  <a:lnTo>
                    <a:pt x="166366" y="6143533"/>
                  </a:lnTo>
                  <a:lnTo>
                    <a:pt x="166366" y="6142909"/>
                  </a:lnTo>
                  <a:lnTo>
                    <a:pt x="166512" y="6142909"/>
                  </a:lnTo>
                  <a:lnTo>
                    <a:pt x="166657" y="6142909"/>
                  </a:lnTo>
                  <a:lnTo>
                    <a:pt x="166803" y="6142909"/>
                  </a:lnTo>
                  <a:lnTo>
                    <a:pt x="166948" y="6142909"/>
                  </a:lnTo>
                  <a:lnTo>
                    <a:pt x="167093" y="6142909"/>
                  </a:lnTo>
                  <a:lnTo>
                    <a:pt x="167093" y="6142285"/>
                  </a:lnTo>
                  <a:lnTo>
                    <a:pt x="167093" y="6141662"/>
                  </a:lnTo>
                  <a:lnTo>
                    <a:pt x="167093" y="6141038"/>
                  </a:lnTo>
                  <a:lnTo>
                    <a:pt x="167239" y="6141038"/>
                  </a:lnTo>
                  <a:lnTo>
                    <a:pt x="167384" y="6141038"/>
                  </a:lnTo>
                  <a:lnTo>
                    <a:pt x="167530" y="6141038"/>
                  </a:lnTo>
                  <a:lnTo>
                    <a:pt x="167675" y="6141038"/>
                  </a:lnTo>
                  <a:lnTo>
                    <a:pt x="167821" y="6141038"/>
                  </a:lnTo>
                  <a:lnTo>
                    <a:pt x="167821" y="6140415"/>
                  </a:lnTo>
                  <a:lnTo>
                    <a:pt x="167966" y="6140415"/>
                  </a:lnTo>
                  <a:lnTo>
                    <a:pt x="167966" y="6139791"/>
                  </a:lnTo>
                  <a:lnTo>
                    <a:pt x="168111" y="6139791"/>
                  </a:lnTo>
                  <a:lnTo>
                    <a:pt x="168257" y="6139791"/>
                  </a:lnTo>
                  <a:lnTo>
                    <a:pt x="168402" y="6139791"/>
                  </a:lnTo>
                  <a:lnTo>
                    <a:pt x="168548" y="6139791"/>
                  </a:lnTo>
                  <a:lnTo>
                    <a:pt x="168693" y="6139791"/>
                  </a:lnTo>
                  <a:lnTo>
                    <a:pt x="168838" y="6139791"/>
                  </a:lnTo>
                  <a:lnTo>
                    <a:pt x="168984" y="6139791"/>
                  </a:lnTo>
                  <a:lnTo>
                    <a:pt x="169129" y="6139791"/>
                  </a:lnTo>
                  <a:lnTo>
                    <a:pt x="169275" y="6139791"/>
                  </a:lnTo>
                  <a:lnTo>
                    <a:pt x="169420" y="6139791"/>
                  </a:lnTo>
                  <a:lnTo>
                    <a:pt x="169566" y="6139791"/>
                  </a:lnTo>
                  <a:lnTo>
                    <a:pt x="169711" y="6139791"/>
                  </a:lnTo>
                  <a:lnTo>
                    <a:pt x="169856" y="6139791"/>
                  </a:lnTo>
                  <a:lnTo>
                    <a:pt x="170002" y="6139791"/>
                  </a:lnTo>
                  <a:lnTo>
                    <a:pt x="170147" y="6139791"/>
                  </a:lnTo>
                  <a:lnTo>
                    <a:pt x="170293" y="6139791"/>
                  </a:lnTo>
                  <a:lnTo>
                    <a:pt x="170293" y="6139167"/>
                  </a:lnTo>
                  <a:lnTo>
                    <a:pt x="170438" y="6139167"/>
                  </a:lnTo>
                  <a:lnTo>
                    <a:pt x="170584" y="6139167"/>
                  </a:lnTo>
                  <a:lnTo>
                    <a:pt x="170584" y="6138544"/>
                  </a:lnTo>
                  <a:lnTo>
                    <a:pt x="170729" y="6138544"/>
                  </a:lnTo>
                  <a:lnTo>
                    <a:pt x="170874" y="6138544"/>
                  </a:lnTo>
                  <a:lnTo>
                    <a:pt x="170874" y="6137920"/>
                  </a:lnTo>
                  <a:lnTo>
                    <a:pt x="171020" y="6137920"/>
                  </a:lnTo>
                  <a:lnTo>
                    <a:pt x="171020" y="6137297"/>
                  </a:lnTo>
                  <a:lnTo>
                    <a:pt x="171165" y="6137297"/>
                  </a:lnTo>
                  <a:lnTo>
                    <a:pt x="171311" y="6137297"/>
                  </a:lnTo>
                  <a:lnTo>
                    <a:pt x="171456" y="6137297"/>
                  </a:lnTo>
                  <a:lnTo>
                    <a:pt x="171602" y="6137297"/>
                  </a:lnTo>
                  <a:lnTo>
                    <a:pt x="171747" y="6137297"/>
                  </a:lnTo>
                  <a:lnTo>
                    <a:pt x="171892" y="6137297"/>
                  </a:lnTo>
                  <a:lnTo>
                    <a:pt x="172038" y="6137297"/>
                  </a:lnTo>
                  <a:lnTo>
                    <a:pt x="172183" y="6137297"/>
                  </a:lnTo>
                  <a:lnTo>
                    <a:pt x="172183" y="6136673"/>
                  </a:lnTo>
                  <a:lnTo>
                    <a:pt x="172329" y="6136673"/>
                  </a:lnTo>
                  <a:lnTo>
                    <a:pt x="172474" y="6136673"/>
                  </a:lnTo>
                  <a:lnTo>
                    <a:pt x="172620" y="6136673"/>
                  </a:lnTo>
                  <a:lnTo>
                    <a:pt x="172765" y="6136673"/>
                  </a:lnTo>
                  <a:lnTo>
                    <a:pt x="172910" y="6136673"/>
                  </a:lnTo>
                  <a:lnTo>
                    <a:pt x="172910" y="6136050"/>
                  </a:lnTo>
                  <a:lnTo>
                    <a:pt x="173056" y="6136050"/>
                  </a:lnTo>
                  <a:lnTo>
                    <a:pt x="173201" y="6136050"/>
                  </a:lnTo>
                  <a:lnTo>
                    <a:pt x="173347" y="6136050"/>
                  </a:lnTo>
                  <a:lnTo>
                    <a:pt x="173347" y="6135426"/>
                  </a:lnTo>
                  <a:lnTo>
                    <a:pt x="173492" y="6135426"/>
                  </a:lnTo>
                  <a:lnTo>
                    <a:pt x="173638" y="6135426"/>
                  </a:lnTo>
                  <a:lnTo>
                    <a:pt x="173783" y="6135426"/>
                  </a:lnTo>
                  <a:lnTo>
                    <a:pt x="173783" y="6134802"/>
                  </a:lnTo>
                  <a:lnTo>
                    <a:pt x="173783" y="6134179"/>
                  </a:lnTo>
                  <a:lnTo>
                    <a:pt x="173783" y="6133555"/>
                  </a:lnTo>
                  <a:lnTo>
                    <a:pt x="173783" y="6132932"/>
                  </a:lnTo>
                  <a:lnTo>
                    <a:pt x="173928" y="6132932"/>
                  </a:lnTo>
                  <a:lnTo>
                    <a:pt x="174074" y="6132932"/>
                  </a:lnTo>
                  <a:lnTo>
                    <a:pt x="174074" y="6132308"/>
                  </a:lnTo>
                  <a:lnTo>
                    <a:pt x="174219" y="6132308"/>
                  </a:lnTo>
                  <a:lnTo>
                    <a:pt x="174219" y="6131684"/>
                  </a:lnTo>
                  <a:lnTo>
                    <a:pt x="174365" y="6131684"/>
                  </a:lnTo>
                  <a:lnTo>
                    <a:pt x="174510" y="6131684"/>
                  </a:lnTo>
                  <a:lnTo>
                    <a:pt x="174656" y="6131684"/>
                  </a:lnTo>
                  <a:lnTo>
                    <a:pt x="174801" y="6131684"/>
                  </a:lnTo>
                  <a:lnTo>
                    <a:pt x="174946" y="6131684"/>
                  </a:lnTo>
                  <a:lnTo>
                    <a:pt x="175092" y="6131684"/>
                  </a:lnTo>
                  <a:lnTo>
                    <a:pt x="175237" y="6131684"/>
                  </a:lnTo>
                  <a:lnTo>
                    <a:pt x="175383" y="6131684"/>
                  </a:lnTo>
                  <a:lnTo>
                    <a:pt x="175528" y="6131684"/>
                  </a:lnTo>
                  <a:lnTo>
                    <a:pt x="175673" y="6131684"/>
                  </a:lnTo>
                  <a:lnTo>
                    <a:pt x="175819" y="6131684"/>
                  </a:lnTo>
                  <a:lnTo>
                    <a:pt x="175964" y="6131684"/>
                  </a:lnTo>
                  <a:lnTo>
                    <a:pt x="176110" y="6131684"/>
                  </a:lnTo>
                  <a:lnTo>
                    <a:pt x="176110" y="6131061"/>
                  </a:lnTo>
                  <a:lnTo>
                    <a:pt x="176255" y="6131061"/>
                  </a:lnTo>
                  <a:lnTo>
                    <a:pt x="176401" y="6131061"/>
                  </a:lnTo>
                  <a:lnTo>
                    <a:pt x="176401" y="6130437"/>
                  </a:lnTo>
                  <a:lnTo>
                    <a:pt x="176546" y="6130437"/>
                  </a:lnTo>
                  <a:lnTo>
                    <a:pt x="176691" y="6130437"/>
                  </a:lnTo>
                  <a:lnTo>
                    <a:pt x="176691" y="6129814"/>
                  </a:lnTo>
                  <a:lnTo>
                    <a:pt x="176837" y="6129814"/>
                  </a:lnTo>
                  <a:lnTo>
                    <a:pt x="176982" y="6129814"/>
                  </a:lnTo>
                  <a:lnTo>
                    <a:pt x="177128" y="6129814"/>
                  </a:lnTo>
                  <a:lnTo>
                    <a:pt x="177273" y="6129814"/>
                  </a:lnTo>
                  <a:lnTo>
                    <a:pt x="177419" y="6129814"/>
                  </a:lnTo>
                  <a:lnTo>
                    <a:pt x="177564" y="6129814"/>
                  </a:lnTo>
                  <a:lnTo>
                    <a:pt x="177709" y="6129814"/>
                  </a:lnTo>
                  <a:lnTo>
                    <a:pt x="177855" y="6129814"/>
                  </a:lnTo>
                  <a:lnTo>
                    <a:pt x="178000" y="6129814"/>
                  </a:lnTo>
                  <a:lnTo>
                    <a:pt x="178146" y="6129814"/>
                  </a:lnTo>
                  <a:lnTo>
                    <a:pt x="178291" y="6129814"/>
                  </a:lnTo>
                  <a:lnTo>
                    <a:pt x="178437" y="6129814"/>
                  </a:lnTo>
                  <a:lnTo>
                    <a:pt x="178582" y="6129814"/>
                  </a:lnTo>
                  <a:lnTo>
                    <a:pt x="178727" y="6129814"/>
                  </a:lnTo>
                  <a:lnTo>
                    <a:pt x="178873" y="6129814"/>
                  </a:lnTo>
                  <a:lnTo>
                    <a:pt x="178873" y="6129190"/>
                  </a:lnTo>
                  <a:lnTo>
                    <a:pt x="179018" y="6129190"/>
                  </a:lnTo>
                  <a:lnTo>
                    <a:pt x="179164" y="6129190"/>
                  </a:lnTo>
                  <a:lnTo>
                    <a:pt x="179309" y="6129190"/>
                  </a:lnTo>
                  <a:lnTo>
                    <a:pt x="179455" y="6129190"/>
                  </a:lnTo>
                  <a:lnTo>
                    <a:pt x="179600" y="6129190"/>
                  </a:lnTo>
                  <a:lnTo>
                    <a:pt x="179600" y="6128567"/>
                  </a:lnTo>
                  <a:lnTo>
                    <a:pt x="179745" y="6128567"/>
                  </a:lnTo>
                  <a:lnTo>
                    <a:pt x="179891" y="6128567"/>
                  </a:lnTo>
                  <a:lnTo>
                    <a:pt x="180036" y="6128567"/>
                  </a:lnTo>
                  <a:lnTo>
                    <a:pt x="180182" y="6128567"/>
                  </a:lnTo>
                  <a:lnTo>
                    <a:pt x="180327" y="6128567"/>
                  </a:lnTo>
                  <a:lnTo>
                    <a:pt x="180473" y="6128567"/>
                  </a:lnTo>
                  <a:lnTo>
                    <a:pt x="180618" y="6128567"/>
                  </a:lnTo>
                  <a:lnTo>
                    <a:pt x="180763" y="6128567"/>
                  </a:lnTo>
                  <a:lnTo>
                    <a:pt x="180909" y="6128567"/>
                  </a:lnTo>
                  <a:lnTo>
                    <a:pt x="181054" y="6128567"/>
                  </a:lnTo>
                  <a:lnTo>
                    <a:pt x="181200" y="6128567"/>
                  </a:lnTo>
                  <a:lnTo>
                    <a:pt x="181345" y="6128567"/>
                  </a:lnTo>
                  <a:lnTo>
                    <a:pt x="181345" y="6127943"/>
                  </a:lnTo>
                  <a:lnTo>
                    <a:pt x="181345" y="6127319"/>
                  </a:lnTo>
                  <a:lnTo>
                    <a:pt x="181345" y="6126696"/>
                  </a:lnTo>
                  <a:lnTo>
                    <a:pt x="181345" y="6126072"/>
                  </a:lnTo>
                  <a:lnTo>
                    <a:pt x="181491" y="6126072"/>
                  </a:lnTo>
                  <a:lnTo>
                    <a:pt x="181491" y="6125449"/>
                  </a:lnTo>
                  <a:lnTo>
                    <a:pt x="181636" y="6125449"/>
                  </a:lnTo>
                  <a:lnTo>
                    <a:pt x="181636" y="6124825"/>
                  </a:lnTo>
                  <a:lnTo>
                    <a:pt x="181781" y="6124825"/>
                  </a:lnTo>
                  <a:lnTo>
                    <a:pt x="181927" y="6124825"/>
                  </a:lnTo>
                  <a:lnTo>
                    <a:pt x="182072" y="6124825"/>
                  </a:lnTo>
                  <a:lnTo>
                    <a:pt x="182218" y="6124825"/>
                  </a:lnTo>
                  <a:lnTo>
                    <a:pt x="182363" y="6124825"/>
                  </a:lnTo>
                  <a:lnTo>
                    <a:pt x="182508" y="6124825"/>
                  </a:lnTo>
                  <a:lnTo>
                    <a:pt x="182508" y="6124201"/>
                  </a:lnTo>
                  <a:lnTo>
                    <a:pt x="182508" y="6123578"/>
                  </a:lnTo>
                  <a:lnTo>
                    <a:pt x="182508" y="6122954"/>
                  </a:lnTo>
                  <a:lnTo>
                    <a:pt x="182508" y="6122331"/>
                  </a:lnTo>
                  <a:lnTo>
                    <a:pt x="182654" y="6122331"/>
                  </a:lnTo>
                  <a:lnTo>
                    <a:pt x="182799" y="6122331"/>
                  </a:lnTo>
                  <a:lnTo>
                    <a:pt x="182945" y="6122331"/>
                  </a:lnTo>
                  <a:lnTo>
                    <a:pt x="182945" y="6121707"/>
                  </a:lnTo>
                  <a:lnTo>
                    <a:pt x="183090" y="6121707"/>
                  </a:lnTo>
                  <a:lnTo>
                    <a:pt x="183236" y="6121707"/>
                  </a:lnTo>
                  <a:lnTo>
                    <a:pt x="183236" y="6121084"/>
                  </a:lnTo>
                  <a:lnTo>
                    <a:pt x="183381" y="6121084"/>
                  </a:lnTo>
                  <a:lnTo>
                    <a:pt x="183526" y="6121084"/>
                  </a:lnTo>
                  <a:lnTo>
                    <a:pt x="183672" y="6121084"/>
                  </a:lnTo>
                  <a:lnTo>
                    <a:pt x="183817" y="6121084"/>
                  </a:lnTo>
                  <a:lnTo>
                    <a:pt x="183963" y="6121084"/>
                  </a:lnTo>
                  <a:lnTo>
                    <a:pt x="184108" y="6121084"/>
                  </a:lnTo>
                  <a:lnTo>
                    <a:pt x="184254" y="6121084"/>
                  </a:lnTo>
                  <a:lnTo>
                    <a:pt x="184254" y="6120460"/>
                  </a:lnTo>
                  <a:lnTo>
                    <a:pt x="184254" y="6119836"/>
                  </a:lnTo>
                  <a:lnTo>
                    <a:pt x="184399" y="6119836"/>
                  </a:lnTo>
                  <a:lnTo>
                    <a:pt x="184544" y="6119836"/>
                  </a:lnTo>
                  <a:lnTo>
                    <a:pt x="184690" y="6119836"/>
                  </a:lnTo>
                  <a:lnTo>
                    <a:pt x="184835" y="6119836"/>
                  </a:lnTo>
                  <a:lnTo>
                    <a:pt x="184835" y="6119213"/>
                  </a:lnTo>
                  <a:lnTo>
                    <a:pt x="184835" y="6118589"/>
                  </a:lnTo>
                  <a:lnTo>
                    <a:pt x="184981" y="6118589"/>
                  </a:lnTo>
                  <a:lnTo>
                    <a:pt x="185126" y="6118589"/>
                  </a:lnTo>
                  <a:lnTo>
                    <a:pt x="185272" y="6118589"/>
                  </a:lnTo>
                  <a:lnTo>
                    <a:pt x="185272" y="6117966"/>
                  </a:lnTo>
                  <a:lnTo>
                    <a:pt x="185272" y="6117342"/>
                  </a:lnTo>
                  <a:lnTo>
                    <a:pt x="185272" y="6116718"/>
                  </a:lnTo>
                  <a:lnTo>
                    <a:pt x="185272" y="6116095"/>
                  </a:lnTo>
                  <a:lnTo>
                    <a:pt x="185417" y="6116095"/>
                  </a:lnTo>
                  <a:lnTo>
                    <a:pt x="185562" y="6116095"/>
                  </a:lnTo>
                  <a:lnTo>
                    <a:pt x="185708" y="6116095"/>
                  </a:lnTo>
                  <a:lnTo>
                    <a:pt x="185708" y="6115471"/>
                  </a:lnTo>
                  <a:lnTo>
                    <a:pt x="185708" y="6114848"/>
                  </a:lnTo>
                  <a:lnTo>
                    <a:pt x="185708" y="6114224"/>
                  </a:lnTo>
                  <a:lnTo>
                    <a:pt x="185853" y="6114224"/>
                  </a:lnTo>
                  <a:lnTo>
                    <a:pt x="185853" y="6113601"/>
                  </a:lnTo>
                  <a:lnTo>
                    <a:pt x="185853" y="6112977"/>
                  </a:lnTo>
                  <a:lnTo>
                    <a:pt x="185853" y="6112353"/>
                  </a:lnTo>
                  <a:lnTo>
                    <a:pt x="185999" y="6112353"/>
                  </a:lnTo>
                  <a:lnTo>
                    <a:pt x="185999" y="6111730"/>
                  </a:lnTo>
                  <a:lnTo>
                    <a:pt x="186144" y="6111730"/>
                  </a:lnTo>
                  <a:lnTo>
                    <a:pt x="186290" y="6111730"/>
                  </a:lnTo>
                  <a:lnTo>
                    <a:pt x="186435" y="6111730"/>
                  </a:lnTo>
                  <a:lnTo>
                    <a:pt x="186435" y="6111106"/>
                  </a:lnTo>
                  <a:lnTo>
                    <a:pt x="186580" y="6111106"/>
                  </a:lnTo>
                  <a:lnTo>
                    <a:pt x="186726" y="6111106"/>
                  </a:lnTo>
                  <a:lnTo>
                    <a:pt x="186726" y="6110483"/>
                  </a:lnTo>
                  <a:lnTo>
                    <a:pt x="186871" y="6110483"/>
                  </a:lnTo>
                  <a:lnTo>
                    <a:pt x="187017" y="6110483"/>
                  </a:lnTo>
                  <a:lnTo>
                    <a:pt x="187162" y="6110483"/>
                  </a:lnTo>
                  <a:lnTo>
                    <a:pt x="187308" y="6110483"/>
                  </a:lnTo>
                  <a:lnTo>
                    <a:pt x="187453" y="6110483"/>
                  </a:lnTo>
                  <a:lnTo>
                    <a:pt x="187598" y="6110483"/>
                  </a:lnTo>
                  <a:lnTo>
                    <a:pt x="187598" y="6109859"/>
                  </a:lnTo>
                  <a:lnTo>
                    <a:pt x="187598" y="6109235"/>
                  </a:lnTo>
                  <a:lnTo>
                    <a:pt x="187744" y="6109235"/>
                  </a:lnTo>
                  <a:lnTo>
                    <a:pt x="187889" y="6109235"/>
                  </a:lnTo>
                  <a:lnTo>
                    <a:pt x="188035" y="6109235"/>
                  </a:lnTo>
                  <a:lnTo>
                    <a:pt x="188035" y="6108612"/>
                  </a:lnTo>
                  <a:lnTo>
                    <a:pt x="188180" y="6108612"/>
                  </a:lnTo>
                  <a:lnTo>
                    <a:pt x="188326" y="6108612"/>
                  </a:lnTo>
                  <a:lnTo>
                    <a:pt x="188471" y="6108612"/>
                  </a:lnTo>
                  <a:lnTo>
                    <a:pt x="188471" y="6107988"/>
                  </a:lnTo>
                  <a:lnTo>
                    <a:pt x="188616" y="6107988"/>
                  </a:lnTo>
                  <a:lnTo>
                    <a:pt x="188762" y="6107988"/>
                  </a:lnTo>
                  <a:lnTo>
                    <a:pt x="188907" y="6107988"/>
                  </a:lnTo>
                  <a:lnTo>
                    <a:pt x="189053" y="6107988"/>
                  </a:lnTo>
                  <a:lnTo>
                    <a:pt x="189198" y="6107988"/>
                  </a:lnTo>
                  <a:lnTo>
                    <a:pt x="189343" y="6107988"/>
                  </a:lnTo>
                  <a:lnTo>
                    <a:pt x="189489" y="6107988"/>
                  </a:lnTo>
                  <a:lnTo>
                    <a:pt x="189489" y="6107365"/>
                  </a:lnTo>
                  <a:lnTo>
                    <a:pt x="189634" y="6107365"/>
                  </a:lnTo>
                  <a:lnTo>
                    <a:pt x="189780" y="6107365"/>
                  </a:lnTo>
                  <a:lnTo>
                    <a:pt x="189925" y="6107365"/>
                  </a:lnTo>
                  <a:lnTo>
                    <a:pt x="190071" y="6107365"/>
                  </a:lnTo>
                  <a:lnTo>
                    <a:pt x="190216" y="6107365"/>
                  </a:lnTo>
                  <a:lnTo>
                    <a:pt x="190361" y="6107365"/>
                  </a:lnTo>
                  <a:lnTo>
                    <a:pt x="190507" y="6107365"/>
                  </a:lnTo>
                  <a:lnTo>
                    <a:pt x="190652" y="6107365"/>
                  </a:lnTo>
                  <a:lnTo>
                    <a:pt x="190652" y="6106741"/>
                  </a:lnTo>
                  <a:lnTo>
                    <a:pt x="190798" y="6106741"/>
                  </a:lnTo>
                  <a:lnTo>
                    <a:pt x="190943" y="6106741"/>
                  </a:lnTo>
                  <a:lnTo>
                    <a:pt x="190943" y="6106118"/>
                  </a:lnTo>
                  <a:lnTo>
                    <a:pt x="191089" y="6106118"/>
                  </a:lnTo>
                  <a:lnTo>
                    <a:pt x="191234" y="6106118"/>
                  </a:lnTo>
                  <a:lnTo>
                    <a:pt x="191379" y="6106118"/>
                  </a:lnTo>
                  <a:lnTo>
                    <a:pt x="191379" y="6105494"/>
                  </a:lnTo>
                  <a:lnTo>
                    <a:pt x="191379" y="6104870"/>
                  </a:lnTo>
                  <a:lnTo>
                    <a:pt x="191525" y="6104870"/>
                  </a:lnTo>
                  <a:lnTo>
                    <a:pt x="191670" y="6104870"/>
                  </a:lnTo>
                  <a:lnTo>
                    <a:pt x="191816" y="6104870"/>
                  </a:lnTo>
                  <a:lnTo>
                    <a:pt x="191961" y="6104870"/>
                  </a:lnTo>
                  <a:lnTo>
                    <a:pt x="192107" y="6104870"/>
                  </a:lnTo>
                  <a:lnTo>
                    <a:pt x="192252" y="6104870"/>
                  </a:lnTo>
                  <a:lnTo>
                    <a:pt x="192252" y="6104247"/>
                  </a:lnTo>
                  <a:lnTo>
                    <a:pt x="192397" y="6104247"/>
                  </a:lnTo>
                  <a:lnTo>
                    <a:pt x="192543" y="6104247"/>
                  </a:lnTo>
                  <a:lnTo>
                    <a:pt x="192688" y="6104247"/>
                  </a:lnTo>
                  <a:lnTo>
                    <a:pt x="192688" y="6103623"/>
                  </a:lnTo>
                  <a:lnTo>
                    <a:pt x="192834" y="6103623"/>
                  </a:lnTo>
                  <a:lnTo>
                    <a:pt x="192834" y="6103000"/>
                  </a:lnTo>
                  <a:lnTo>
                    <a:pt x="192834" y="6102376"/>
                  </a:lnTo>
                  <a:lnTo>
                    <a:pt x="192979" y="6102376"/>
                  </a:lnTo>
                  <a:lnTo>
                    <a:pt x="193125" y="6102376"/>
                  </a:lnTo>
                  <a:lnTo>
                    <a:pt x="193270" y="6102376"/>
                  </a:lnTo>
                  <a:lnTo>
                    <a:pt x="193415" y="6102376"/>
                  </a:lnTo>
                  <a:lnTo>
                    <a:pt x="193561" y="6102376"/>
                  </a:lnTo>
                  <a:lnTo>
                    <a:pt x="193706" y="6102376"/>
                  </a:lnTo>
                  <a:lnTo>
                    <a:pt x="193706" y="6101752"/>
                  </a:lnTo>
                  <a:lnTo>
                    <a:pt x="193852" y="6101752"/>
                  </a:lnTo>
                  <a:lnTo>
                    <a:pt x="193997" y="6101752"/>
                  </a:lnTo>
                  <a:lnTo>
                    <a:pt x="194143" y="6101752"/>
                  </a:lnTo>
                  <a:lnTo>
                    <a:pt x="194288" y="6101752"/>
                  </a:lnTo>
                  <a:lnTo>
                    <a:pt x="194433" y="6101752"/>
                  </a:lnTo>
                  <a:lnTo>
                    <a:pt x="194579" y="6101752"/>
                  </a:lnTo>
                  <a:lnTo>
                    <a:pt x="194579" y="6101129"/>
                  </a:lnTo>
                  <a:lnTo>
                    <a:pt x="194724" y="6101129"/>
                  </a:lnTo>
                  <a:lnTo>
                    <a:pt x="194870" y="6101129"/>
                  </a:lnTo>
                  <a:lnTo>
                    <a:pt x="195015" y="6101129"/>
                  </a:lnTo>
                  <a:lnTo>
                    <a:pt x="195161" y="6101129"/>
                  </a:lnTo>
                  <a:lnTo>
                    <a:pt x="195306" y="6101129"/>
                  </a:lnTo>
                  <a:lnTo>
                    <a:pt x="195306" y="6100505"/>
                  </a:lnTo>
                  <a:lnTo>
                    <a:pt x="195451" y="6100505"/>
                  </a:lnTo>
                  <a:lnTo>
                    <a:pt x="195451" y="6099882"/>
                  </a:lnTo>
                  <a:lnTo>
                    <a:pt x="195597" y="6099882"/>
                  </a:lnTo>
                  <a:lnTo>
                    <a:pt x="195742" y="6099882"/>
                  </a:lnTo>
                  <a:lnTo>
                    <a:pt x="195888" y="6099882"/>
                  </a:lnTo>
                  <a:lnTo>
                    <a:pt x="196033" y="6099882"/>
                  </a:lnTo>
                  <a:lnTo>
                    <a:pt x="196178" y="6099882"/>
                  </a:lnTo>
                  <a:lnTo>
                    <a:pt x="196324" y="6099882"/>
                  </a:lnTo>
                  <a:lnTo>
                    <a:pt x="196324" y="6099258"/>
                  </a:lnTo>
                  <a:lnTo>
                    <a:pt x="196324" y="6098635"/>
                  </a:lnTo>
                  <a:lnTo>
                    <a:pt x="196324" y="6098011"/>
                  </a:lnTo>
                  <a:lnTo>
                    <a:pt x="196469" y="6098011"/>
                  </a:lnTo>
                  <a:lnTo>
                    <a:pt x="196615" y="6098011"/>
                  </a:lnTo>
                  <a:lnTo>
                    <a:pt x="196760" y="6098011"/>
                  </a:lnTo>
                  <a:lnTo>
                    <a:pt x="196906" y="6098011"/>
                  </a:lnTo>
                  <a:lnTo>
                    <a:pt x="197051" y="6098011"/>
                  </a:lnTo>
                  <a:lnTo>
                    <a:pt x="197196" y="6098011"/>
                  </a:lnTo>
                  <a:lnTo>
                    <a:pt x="197342" y="6098011"/>
                  </a:lnTo>
                  <a:lnTo>
                    <a:pt x="197342" y="6097387"/>
                  </a:lnTo>
                  <a:lnTo>
                    <a:pt x="197342" y="6096764"/>
                  </a:lnTo>
                  <a:lnTo>
                    <a:pt x="197487" y="6096764"/>
                  </a:lnTo>
                  <a:lnTo>
                    <a:pt x="197633" y="6096764"/>
                  </a:lnTo>
                  <a:lnTo>
                    <a:pt x="197778" y="6096764"/>
                  </a:lnTo>
                  <a:lnTo>
                    <a:pt x="197924" y="6096764"/>
                  </a:lnTo>
                  <a:lnTo>
                    <a:pt x="198069" y="6096764"/>
                  </a:lnTo>
                  <a:lnTo>
                    <a:pt x="198214" y="6096764"/>
                  </a:lnTo>
                  <a:lnTo>
                    <a:pt x="198360" y="6096764"/>
                  </a:lnTo>
                  <a:lnTo>
                    <a:pt x="198505" y="6096764"/>
                  </a:lnTo>
                  <a:lnTo>
                    <a:pt x="198651" y="6096764"/>
                  </a:lnTo>
                  <a:lnTo>
                    <a:pt x="198796" y="6096764"/>
                  </a:lnTo>
                  <a:lnTo>
                    <a:pt x="198942" y="6096764"/>
                  </a:lnTo>
                  <a:lnTo>
                    <a:pt x="199087" y="6096764"/>
                  </a:lnTo>
                  <a:lnTo>
                    <a:pt x="199087" y="6096140"/>
                  </a:lnTo>
                  <a:lnTo>
                    <a:pt x="199232" y="6096140"/>
                  </a:lnTo>
                  <a:lnTo>
                    <a:pt x="199378" y="6096140"/>
                  </a:lnTo>
                  <a:lnTo>
                    <a:pt x="199523" y="6096140"/>
                  </a:lnTo>
                  <a:lnTo>
                    <a:pt x="199669" y="6096140"/>
                  </a:lnTo>
                  <a:lnTo>
                    <a:pt x="199814" y="6096140"/>
                  </a:lnTo>
                  <a:lnTo>
                    <a:pt x="199960" y="6096140"/>
                  </a:lnTo>
                  <a:lnTo>
                    <a:pt x="200105" y="6096140"/>
                  </a:lnTo>
                  <a:lnTo>
                    <a:pt x="200250" y="6096140"/>
                  </a:lnTo>
                  <a:lnTo>
                    <a:pt x="200396" y="6096140"/>
                  </a:lnTo>
                  <a:lnTo>
                    <a:pt x="200541" y="6096140"/>
                  </a:lnTo>
                  <a:lnTo>
                    <a:pt x="200541" y="6095517"/>
                  </a:lnTo>
                  <a:lnTo>
                    <a:pt x="200687" y="6095517"/>
                  </a:lnTo>
                  <a:lnTo>
                    <a:pt x="200687" y="6094893"/>
                  </a:lnTo>
                  <a:lnTo>
                    <a:pt x="200832" y="6094893"/>
                  </a:lnTo>
                  <a:lnTo>
                    <a:pt x="200978" y="6094893"/>
                  </a:lnTo>
                  <a:lnTo>
                    <a:pt x="200978" y="6094270"/>
                  </a:lnTo>
                  <a:lnTo>
                    <a:pt x="201123" y="6094270"/>
                  </a:lnTo>
                  <a:lnTo>
                    <a:pt x="201268" y="6094270"/>
                  </a:lnTo>
                  <a:lnTo>
                    <a:pt x="201414" y="6094270"/>
                  </a:lnTo>
                  <a:lnTo>
                    <a:pt x="201559" y="6094270"/>
                  </a:lnTo>
                  <a:lnTo>
                    <a:pt x="201559" y="6093646"/>
                  </a:lnTo>
                  <a:lnTo>
                    <a:pt x="201705" y="6093646"/>
                  </a:lnTo>
                  <a:lnTo>
                    <a:pt x="201850" y="6093646"/>
                  </a:lnTo>
                  <a:lnTo>
                    <a:pt x="201850" y="6093022"/>
                  </a:lnTo>
                  <a:lnTo>
                    <a:pt x="201996" y="6093022"/>
                  </a:lnTo>
                  <a:lnTo>
                    <a:pt x="202141" y="6093022"/>
                  </a:lnTo>
                  <a:lnTo>
                    <a:pt x="202286" y="6093022"/>
                  </a:lnTo>
                  <a:lnTo>
                    <a:pt x="202432" y="6093022"/>
                  </a:lnTo>
                  <a:lnTo>
                    <a:pt x="202432" y="6092399"/>
                  </a:lnTo>
                  <a:lnTo>
                    <a:pt x="202577" y="6092399"/>
                  </a:lnTo>
                  <a:lnTo>
                    <a:pt x="202577" y="6091775"/>
                  </a:lnTo>
                  <a:lnTo>
                    <a:pt x="202723" y="6091775"/>
                  </a:lnTo>
                  <a:lnTo>
                    <a:pt x="202723" y="6091152"/>
                  </a:lnTo>
                  <a:lnTo>
                    <a:pt x="202723" y="6090528"/>
                  </a:lnTo>
                  <a:lnTo>
                    <a:pt x="202868" y="6090528"/>
                  </a:lnTo>
                  <a:lnTo>
                    <a:pt x="202868" y="6089904"/>
                  </a:lnTo>
                  <a:lnTo>
                    <a:pt x="203013" y="6089904"/>
                  </a:lnTo>
                  <a:lnTo>
                    <a:pt x="203159" y="6089904"/>
                  </a:lnTo>
                  <a:lnTo>
                    <a:pt x="203304" y="6089904"/>
                  </a:lnTo>
                  <a:lnTo>
                    <a:pt x="203450" y="6089904"/>
                  </a:lnTo>
                  <a:lnTo>
                    <a:pt x="203595" y="6089904"/>
                  </a:lnTo>
                  <a:lnTo>
                    <a:pt x="203595" y="6089281"/>
                  </a:lnTo>
                  <a:lnTo>
                    <a:pt x="203741" y="6089281"/>
                  </a:lnTo>
                  <a:lnTo>
                    <a:pt x="203886" y="6089281"/>
                  </a:lnTo>
                  <a:lnTo>
                    <a:pt x="204031" y="6089281"/>
                  </a:lnTo>
                  <a:lnTo>
                    <a:pt x="204177" y="6089281"/>
                  </a:lnTo>
                  <a:lnTo>
                    <a:pt x="204322" y="6089281"/>
                  </a:lnTo>
                  <a:lnTo>
                    <a:pt x="204468" y="6089281"/>
                  </a:lnTo>
                  <a:lnTo>
                    <a:pt x="204468" y="6088657"/>
                  </a:lnTo>
                  <a:lnTo>
                    <a:pt x="204613" y="6088657"/>
                  </a:lnTo>
                  <a:lnTo>
                    <a:pt x="204759" y="6088657"/>
                  </a:lnTo>
                  <a:lnTo>
                    <a:pt x="204759" y="6088034"/>
                  </a:lnTo>
                  <a:lnTo>
                    <a:pt x="204904" y="6088034"/>
                  </a:lnTo>
                  <a:lnTo>
                    <a:pt x="204904" y="6087410"/>
                  </a:lnTo>
                  <a:lnTo>
                    <a:pt x="205049" y="6087410"/>
                  </a:lnTo>
                  <a:lnTo>
                    <a:pt x="205049" y="6086787"/>
                  </a:lnTo>
                  <a:lnTo>
                    <a:pt x="205195" y="6086787"/>
                  </a:lnTo>
                  <a:lnTo>
                    <a:pt x="205340" y="6086787"/>
                  </a:lnTo>
                  <a:lnTo>
                    <a:pt x="205486" y="6086787"/>
                  </a:lnTo>
                  <a:lnTo>
                    <a:pt x="205486" y="6086163"/>
                  </a:lnTo>
                  <a:lnTo>
                    <a:pt x="205631" y="6086163"/>
                  </a:lnTo>
                  <a:lnTo>
                    <a:pt x="205777" y="6086163"/>
                  </a:lnTo>
                  <a:lnTo>
                    <a:pt x="205777" y="6085539"/>
                  </a:lnTo>
                  <a:lnTo>
                    <a:pt x="205777" y="6084916"/>
                  </a:lnTo>
                  <a:lnTo>
                    <a:pt x="205922" y="6084916"/>
                  </a:lnTo>
                  <a:lnTo>
                    <a:pt x="206067" y="6084916"/>
                  </a:lnTo>
                  <a:lnTo>
                    <a:pt x="206213" y="6084916"/>
                  </a:lnTo>
                  <a:lnTo>
                    <a:pt x="206358" y="6084916"/>
                  </a:lnTo>
                  <a:lnTo>
                    <a:pt x="206504" y="6084916"/>
                  </a:lnTo>
                  <a:lnTo>
                    <a:pt x="206649" y="6084916"/>
                  </a:lnTo>
                  <a:lnTo>
                    <a:pt x="206649" y="6084292"/>
                  </a:lnTo>
                  <a:lnTo>
                    <a:pt x="206795" y="6084292"/>
                  </a:lnTo>
                  <a:lnTo>
                    <a:pt x="206940" y="6084292"/>
                  </a:lnTo>
                  <a:lnTo>
                    <a:pt x="207085" y="6084292"/>
                  </a:lnTo>
                  <a:lnTo>
                    <a:pt x="207231" y="6084292"/>
                  </a:lnTo>
                  <a:lnTo>
                    <a:pt x="207376" y="6084292"/>
                  </a:lnTo>
                  <a:lnTo>
                    <a:pt x="207522" y="6084292"/>
                  </a:lnTo>
                  <a:lnTo>
                    <a:pt x="207522" y="6083669"/>
                  </a:lnTo>
                  <a:lnTo>
                    <a:pt x="207667" y="6083669"/>
                  </a:lnTo>
                  <a:lnTo>
                    <a:pt x="207813" y="6083669"/>
                  </a:lnTo>
                  <a:lnTo>
                    <a:pt x="207958" y="6083669"/>
                  </a:lnTo>
                  <a:lnTo>
                    <a:pt x="208103" y="6083669"/>
                  </a:lnTo>
                  <a:lnTo>
                    <a:pt x="208249" y="6083669"/>
                  </a:lnTo>
                  <a:lnTo>
                    <a:pt x="208394" y="6083669"/>
                  </a:lnTo>
                  <a:lnTo>
                    <a:pt x="208540" y="6083669"/>
                  </a:lnTo>
                  <a:lnTo>
                    <a:pt x="208685" y="6083669"/>
                  </a:lnTo>
                  <a:lnTo>
                    <a:pt x="208831" y="6083669"/>
                  </a:lnTo>
                  <a:lnTo>
                    <a:pt x="208976" y="6083669"/>
                  </a:lnTo>
                  <a:lnTo>
                    <a:pt x="208976" y="6083045"/>
                  </a:lnTo>
                  <a:lnTo>
                    <a:pt x="209121" y="6083045"/>
                  </a:lnTo>
                  <a:lnTo>
                    <a:pt x="209267" y="6083045"/>
                  </a:lnTo>
                  <a:lnTo>
                    <a:pt x="209412" y="6083045"/>
                  </a:lnTo>
                  <a:lnTo>
                    <a:pt x="209412" y="6082421"/>
                  </a:lnTo>
                  <a:lnTo>
                    <a:pt x="209558" y="6082421"/>
                  </a:lnTo>
                  <a:lnTo>
                    <a:pt x="209703" y="6082421"/>
                  </a:lnTo>
                  <a:lnTo>
                    <a:pt x="209848" y="6082421"/>
                  </a:lnTo>
                  <a:lnTo>
                    <a:pt x="209994" y="6082421"/>
                  </a:lnTo>
                  <a:lnTo>
                    <a:pt x="209994" y="6081798"/>
                  </a:lnTo>
                  <a:lnTo>
                    <a:pt x="209994" y="6081174"/>
                  </a:lnTo>
                  <a:lnTo>
                    <a:pt x="210139" y="6081174"/>
                  </a:lnTo>
                  <a:lnTo>
                    <a:pt x="210139" y="6080551"/>
                  </a:lnTo>
                  <a:lnTo>
                    <a:pt x="210139" y="6079927"/>
                  </a:lnTo>
                  <a:lnTo>
                    <a:pt x="210139" y="6079304"/>
                  </a:lnTo>
                  <a:lnTo>
                    <a:pt x="210285" y="6079304"/>
                  </a:lnTo>
                  <a:lnTo>
                    <a:pt x="210430" y="6079304"/>
                  </a:lnTo>
                  <a:lnTo>
                    <a:pt x="210576" y="6079304"/>
                  </a:lnTo>
                  <a:lnTo>
                    <a:pt x="210576" y="6078680"/>
                  </a:lnTo>
                  <a:lnTo>
                    <a:pt x="210576" y="6078056"/>
                  </a:lnTo>
                  <a:lnTo>
                    <a:pt x="210576" y="6077433"/>
                  </a:lnTo>
                  <a:lnTo>
                    <a:pt x="210721" y="6077433"/>
                  </a:lnTo>
                  <a:lnTo>
                    <a:pt x="210866" y="6077433"/>
                  </a:lnTo>
                  <a:lnTo>
                    <a:pt x="211012" y="6077433"/>
                  </a:lnTo>
                  <a:lnTo>
                    <a:pt x="211157" y="6077433"/>
                  </a:lnTo>
                  <a:lnTo>
                    <a:pt x="211303" y="6077433"/>
                  </a:lnTo>
                  <a:lnTo>
                    <a:pt x="211448" y="6077433"/>
                  </a:lnTo>
                  <a:lnTo>
                    <a:pt x="211448" y="6076809"/>
                  </a:lnTo>
                  <a:lnTo>
                    <a:pt x="211594" y="6076809"/>
                  </a:lnTo>
                  <a:lnTo>
                    <a:pt x="211739" y="6076809"/>
                  </a:lnTo>
                  <a:lnTo>
                    <a:pt x="211884" y="6076809"/>
                  </a:lnTo>
                  <a:lnTo>
                    <a:pt x="212030" y="6076809"/>
                  </a:lnTo>
                  <a:lnTo>
                    <a:pt x="212175" y="6076809"/>
                  </a:lnTo>
                  <a:lnTo>
                    <a:pt x="212321" y="6076809"/>
                  </a:lnTo>
                  <a:lnTo>
                    <a:pt x="212466" y="6076809"/>
                  </a:lnTo>
                  <a:lnTo>
                    <a:pt x="212466" y="6076186"/>
                  </a:lnTo>
                  <a:lnTo>
                    <a:pt x="212612" y="6076186"/>
                  </a:lnTo>
                  <a:lnTo>
                    <a:pt x="212757" y="6076186"/>
                  </a:lnTo>
                  <a:lnTo>
                    <a:pt x="212902" y="6076186"/>
                  </a:lnTo>
                  <a:lnTo>
                    <a:pt x="213048" y="6076186"/>
                  </a:lnTo>
                  <a:lnTo>
                    <a:pt x="213193" y="6076186"/>
                  </a:lnTo>
                  <a:lnTo>
                    <a:pt x="213193" y="6075562"/>
                  </a:lnTo>
                  <a:lnTo>
                    <a:pt x="213339" y="6075562"/>
                  </a:lnTo>
                  <a:lnTo>
                    <a:pt x="213484" y="6075562"/>
                  </a:lnTo>
                  <a:lnTo>
                    <a:pt x="213630" y="6075562"/>
                  </a:lnTo>
                  <a:lnTo>
                    <a:pt x="213775" y="6075562"/>
                  </a:lnTo>
                  <a:lnTo>
                    <a:pt x="213920" y="6075562"/>
                  </a:lnTo>
                  <a:lnTo>
                    <a:pt x="214066" y="6075562"/>
                  </a:lnTo>
                  <a:lnTo>
                    <a:pt x="214066" y="6074938"/>
                  </a:lnTo>
                  <a:lnTo>
                    <a:pt x="214211" y="6074938"/>
                  </a:lnTo>
                  <a:lnTo>
                    <a:pt x="214357" y="6074938"/>
                  </a:lnTo>
                  <a:lnTo>
                    <a:pt x="214502" y="6074938"/>
                  </a:lnTo>
                  <a:lnTo>
                    <a:pt x="214502" y="6074315"/>
                  </a:lnTo>
                  <a:lnTo>
                    <a:pt x="214502" y="6073691"/>
                  </a:lnTo>
                  <a:lnTo>
                    <a:pt x="214648" y="6073691"/>
                  </a:lnTo>
                  <a:lnTo>
                    <a:pt x="214793" y="6073691"/>
                  </a:lnTo>
                  <a:lnTo>
                    <a:pt x="214793" y="6073068"/>
                  </a:lnTo>
                  <a:lnTo>
                    <a:pt x="214938" y="6073068"/>
                  </a:lnTo>
                  <a:lnTo>
                    <a:pt x="215084" y="6073068"/>
                  </a:lnTo>
                  <a:lnTo>
                    <a:pt x="215229" y="6073068"/>
                  </a:lnTo>
                  <a:lnTo>
                    <a:pt x="215229" y="6072444"/>
                  </a:lnTo>
                  <a:lnTo>
                    <a:pt x="215375" y="6072444"/>
                  </a:lnTo>
                  <a:lnTo>
                    <a:pt x="215520" y="6072444"/>
                  </a:lnTo>
                  <a:lnTo>
                    <a:pt x="215666" y="6072444"/>
                  </a:lnTo>
                  <a:lnTo>
                    <a:pt x="215811" y="6072444"/>
                  </a:lnTo>
                  <a:lnTo>
                    <a:pt x="215956" y="6072444"/>
                  </a:lnTo>
                  <a:lnTo>
                    <a:pt x="216102" y="6072444"/>
                  </a:lnTo>
                  <a:lnTo>
                    <a:pt x="216247" y="6072444"/>
                  </a:lnTo>
                  <a:lnTo>
                    <a:pt x="216393" y="6072444"/>
                  </a:lnTo>
                  <a:lnTo>
                    <a:pt x="216538" y="6072444"/>
                  </a:lnTo>
                  <a:lnTo>
                    <a:pt x="216683" y="6072444"/>
                  </a:lnTo>
                  <a:lnTo>
                    <a:pt x="216829" y="6072444"/>
                  </a:lnTo>
                  <a:lnTo>
                    <a:pt x="216974" y="6072444"/>
                  </a:lnTo>
                  <a:lnTo>
                    <a:pt x="216974" y="6071821"/>
                  </a:lnTo>
                  <a:lnTo>
                    <a:pt x="217120" y="6071821"/>
                  </a:lnTo>
                  <a:lnTo>
                    <a:pt x="217265" y="6071821"/>
                  </a:lnTo>
                  <a:lnTo>
                    <a:pt x="217411" y="6071821"/>
                  </a:lnTo>
                  <a:lnTo>
                    <a:pt x="217556" y="6071821"/>
                  </a:lnTo>
                  <a:lnTo>
                    <a:pt x="217556" y="6071197"/>
                  </a:lnTo>
                  <a:lnTo>
                    <a:pt x="217701" y="6071197"/>
                  </a:lnTo>
                  <a:lnTo>
                    <a:pt x="217847" y="6071197"/>
                  </a:lnTo>
                  <a:lnTo>
                    <a:pt x="217992" y="6071197"/>
                  </a:lnTo>
                  <a:lnTo>
                    <a:pt x="218138" y="6071197"/>
                  </a:lnTo>
                  <a:lnTo>
                    <a:pt x="218283" y="6071197"/>
                  </a:lnTo>
                  <a:lnTo>
                    <a:pt x="218429" y="6071197"/>
                  </a:lnTo>
                  <a:lnTo>
                    <a:pt x="218574" y="6071197"/>
                  </a:lnTo>
                  <a:lnTo>
                    <a:pt x="218719" y="6071197"/>
                  </a:lnTo>
                  <a:lnTo>
                    <a:pt x="218719" y="6070573"/>
                  </a:lnTo>
                  <a:lnTo>
                    <a:pt x="218865" y="6070573"/>
                  </a:lnTo>
                  <a:lnTo>
                    <a:pt x="219010" y="6070573"/>
                  </a:lnTo>
                  <a:lnTo>
                    <a:pt x="219156" y="6070573"/>
                  </a:lnTo>
                  <a:lnTo>
                    <a:pt x="219301" y="6070573"/>
                  </a:lnTo>
                  <a:lnTo>
                    <a:pt x="219447" y="6070573"/>
                  </a:lnTo>
                  <a:lnTo>
                    <a:pt x="219447" y="6069950"/>
                  </a:lnTo>
                  <a:lnTo>
                    <a:pt x="219592" y="6069950"/>
                  </a:lnTo>
                  <a:lnTo>
                    <a:pt x="219737" y="6069950"/>
                  </a:lnTo>
                  <a:lnTo>
                    <a:pt x="219737" y="6069326"/>
                  </a:lnTo>
                  <a:lnTo>
                    <a:pt x="219883" y="6069326"/>
                  </a:lnTo>
                  <a:lnTo>
                    <a:pt x="219883" y="6068703"/>
                  </a:lnTo>
                  <a:lnTo>
                    <a:pt x="219883" y="6068079"/>
                  </a:lnTo>
                  <a:lnTo>
                    <a:pt x="220028" y="6068079"/>
                  </a:lnTo>
                  <a:lnTo>
                    <a:pt x="220174" y="6068079"/>
                  </a:lnTo>
                  <a:lnTo>
                    <a:pt x="220319" y="6068079"/>
                  </a:lnTo>
                  <a:lnTo>
                    <a:pt x="220319" y="6067455"/>
                  </a:lnTo>
                  <a:lnTo>
                    <a:pt x="220465" y="6067455"/>
                  </a:lnTo>
                  <a:lnTo>
                    <a:pt x="220610" y="6067455"/>
                  </a:lnTo>
                  <a:lnTo>
                    <a:pt x="220610" y="6066832"/>
                  </a:lnTo>
                  <a:lnTo>
                    <a:pt x="220755" y="6066832"/>
                  </a:lnTo>
                  <a:lnTo>
                    <a:pt x="220901" y="6066832"/>
                  </a:lnTo>
                  <a:lnTo>
                    <a:pt x="221046" y="6066832"/>
                  </a:lnTo>
                  <a:lnTo>
                    <a:pt x="221046" y="6066208"/>
                  </a:lnTo>
                  <a:lnTo>
                    <a:pt x="221192" y="6066208"/>
                  </a:lnTo>
                  <a:lnTo>
                    <a:pt x="221337" y="6066208"/>
                  </a:lnTo>
                  <a:lnTo>
                    <a:pt x="221483" y="6066208"/>
                  </a:lnTo>
                  <a:lnTo>
                    <a:pt x="221628" y="6066208"/>
                  </a:lnTo>
                  <a:lnTo>
                    <a:pt x="221773" y="6066208"/>
                  </a:lnTo>
                  <a:lnTo>
                    <a:pt x="221919" y="6066208"/>
                  </a:lnTo>
                  <a:lnTo>
                    <a:pt x="221919" y="6065585"/>
                  </a:lnTo>
                  <a:lnTo>
                    <a:pt x="222064" y="6065585"/>
                  </a:lnTo>
                  <a:lnTo>
                    <a:pt x="222210" y="6065585"/>
                  </a:lnTo>
                  <a:lnTo>
                    <a:pt x="222210" y="6064961"/>
                  </a:lnTo>
                  <a:lnTo>
                    <a:pt x="222355" y="6064961"/>
                  </a:lnTo>
                  <a:lnTo>
                    <a:pt x="222501" y="6064961"/>
                  </a:lnTo>
                  <a:lnTo>
                    <a:pt x="222646" y="6064961"/>
                  </a:lnTo>
                  <a:lnTo>
                    <a:pt x="222646" y="6064338"/>
                  </a:lnTo>
                  <a:lnTo>
                    <a:pt x="222791" y="6064338"/>
                  </a:lnTo>
                  <a:lnTo>
                    <a:pt x="222937" y="6064338"/>
                  </a:lnTo>
                  <a:lnTo>
                    <a:pt x="223082" y="6064338"/>
                  </a:lnTo>
                  <a:lnTo>
                    <a:pt x="223228" y="6064338"/>
                  </a:lnTo>
                  <a:lnTo>
                    <a:pt x="223373" y="6064338"/>
                  </a:lnTo>
                  <a:lnTo>
                    <a:pt x="223518" y="6064338"/>
                  </a:lnTo>
                  <a:lnTo>
                    <a:pt x="223664" y="6064338"/>
                  </a:lnTo>
                  <a:lnTo>
                    <a:pt x="223809" y="6064338"/>
                  </a:lnTo>
                  <a:lnTo>
                    <a:pt x="223955" y="6064338"/>
                  </a:lnTo>
                  <a:lnTo>
                    <a:pt x="224100" y="6064338"/>
                  </a:lnTo>
                  <a:lnTo>
                    <a:pt x="224246" y="6064338"/>
                  </a:lnTo>
                  <a:lnTo>
                    <a:pt x="224391" y="6064338"/>
                  </a:lnTo>
                  <a:lnTo>
                    <a:pt x="224536" y="6064338"/>
                  </a:lnTo>
                  <a:lnTo>
                    <a:pt x="224536" y="6063714"/>
                  </a:lnTo>
                  <a:lnTo>
                    <a:pt x="224682" y="6063714"/>
                  </a:lnTo>
                  <a:lnTo>
                    <a:pt x="224827" y="6063714"/>
                  </a:lnTo>
                  <a:lnTo>
                    <a:pt x="224973" y="6063714"/>
                  </a:lnTo>
                  <a:lnTo>
                    <a:pt x="225118" y="6063714"/>
                  </a:lnTo>
                  <a:lnTo>
                    <a:pt x="225264" y="6063714"/>
                  </a:lnTo>
                  <a:lnTo>
                    <a:pt x="225409" y="6063714"/>
                  </a:lnTo>
                  <a:lnTo>
                    <a:pt x="225554" y="6063714"/>
                  </a:lnTo>
                  <a:lnTo>
                    <a:pt x="225700" y="6063714"/>
                  </a:lnTo>
                  <a:lnTo>
                    <a:pt x="225845" y="6063714"/>
                  </a:lnTo>
                  <a:lnTo>
                    <a:pt x="225991" y="6063714"/>
                  </a:lnTo>
                  <a:lnTo>
                    <a:pt x="226136" y="6063714"/>
                  </a:lnTo>
                  <a:lnTo>
                    <a:pt x="226282" y="6063714"/>
                  </a:lnTo>
                  <a:lnTo>
                    <a:pt x="226282" y="6063090"/>
                  </a:lnTo>
                  <a:lnTo>
                    <a:pt x="226282" y="6062467"/>
                  </a:lnTo>
                  <a:lnTo>
                    <a:pt x="226427" y="6062467"/>
                  </a:lnTo>
                  <a:lnTo>
                    <a:pt x="226572" y="6062467"/>
                  </a:lnTo>
                  <a:lnTo>
                    <a:pt x="226718" y="6062467"/>
                  </a:lnTo>
                  <a:lnTo>
                    <a:pt x="226863" y="6062467"/>
                  </a:lnTo>
                  <a:lnTo>
                    <a:pt x="227009" y="6062467"/>
                  </a:lnTo>
                  <a:lnTo>
                    <a:pt x="227154" y="6062467"/>
                  </a:lnTo>
                  <a:lnTo>
                    <a:pt x="227300" y="6062467"/>
                  </a:lnTo>
                  <a:lnTo>
                    <a:pt x="227300" y="6061843"/>
                  </a:lnTo>
                  <a:lnTo>
                    <a:pt x="227445" y="6061843"/>
                  </a:lnTo>
                  <a:lnTo>
                    <a:pt x="227590" y="6061843"/>
                  </a:lnTo>
                  <a:lnTo>
                    <a:pt x="227590" y="6061220"/>
                  </a:lnTo>
                  <a:lnTo>
                    <a:pt x="227736" y="6061220"/>
                  </a:lnTo>
                  <a:lnTo>
                    <a:pt x="227881" y="6061220"/>
                  </a:lnTo>
                  <a:lnTo>
                    <a:pt x="227881" y="6060596"/>
                  </a:lnTo>
                  <a:lnTo>
                    <a:pt x="228027" y="6060596"/>
                  </a:lnTo>
                  <a:lnTo>
                    <a:pt x="228172" y="6060596"/>
                  </a:lnTo>
                  <a:lnTo>
                    <a:pt x="228318" y="6060596"/>
                  </a:lnTo>
                  <a:lnTo>
                    <a:pt x="228463" y="6060596"/>
                  </a:lnTo>
                  <a:lnTo>
                    <a:pt x="228608" y="6060596"/>
                  </a:lnTo>
                  <a:lnTo>
                    <a:pt x="228754" y="6060596"/>
                  </a:lnTo>
                  <a:lnTo>
                    <a:pt x="228899" y="6060596"/>
                  </a:lnTo>
                  <a:lnTo>
                    <a:pt x="229045" y="6060596"/>
                  </a:lnTo>
                  <a:lnTo>
                    <a:pt x="229045" y="6059972"/>
                  </a:lnTo>
                  <a:lnTo>
                    <a:pt x="229190" y="6059972"/>
                  </a:lnTo>
                  <a:lnTo>
                    <a:pt x="229336" y="6059972"/>
                  </a:lnTo>
                  <a:lnTo>
                    <a:pt x="229481" y="6059972"/>
                  </a:lnTo>
                  <a:lnTo>
                    <a:pt x="229626" y="6059972"/>
                  </a:lnTo>
                  <a:lnTo>
                    <a:pt x="229772" y="6059972"/>
                  </a:lnTo>
                  <a:lnTo>
                    <a:pt x="229917" y="6059972"/>
                  </a:lnTo>
                  <a:lnTo>
                    <a:pt x="230063" y="6059972"/>
                  </a:lnTo>
                  <a:lnTo>
                    <a:pt x="230208" y="6059972"/>
                  </a:lnTo>
                  <a:lnTo>
                    <a:pt x="230353" y="6059972"/>
                  </a:lnTo>
                  <a:lnTo>
                    <a:pt x="230499" y="6059972"/>
                  </a:lnTo>
                  <a:lnTo>
                    <a:pt x="230644" y="6059972"/>
                  </a:lnTo>
                  <a:lnTo>
                    <a:pt x="230790" y="6059972"/>
                  </a:lnTo>
                  <a:lnTo>
                    <a:pt x="230790" y="6059349"/>
                  </a:lnTo>
                  <a:lnTo>
                    <a:pt x="230935" y="6059349"/>
                  </a:lnTo>
                  <a:lnTo>
                    <a:pt x="230935" y="6058725"/>
                  </a:lnTo>
                  <a:lnTo>
                    <a:pt x="231081" y="6058725"/>
                  </a:lnTo>
                  <a:lnTo>
                    <a:pt x="231226" y="6058725"/>
                  </a:lnTo>
                  <a:lnTo>
                    <a:pt x="231371" y="6058725"/>
                  </a:lnTo>
                  <a:lnTo>
                    <a:pt x="231371" y="6058102"/>
                  </a:lnTo>
                  <a:lnTo>
                    <a:pt x="231517" y="6058102"/>
                  </a:lnTo>
                  <a:lnTo>
                    <a:pt x="231662" y="6058102"/>
                  </a:lnTo>
                  <a:lnTo>
                    <a:pt x="231662" y="6057478"/>
                  </a:lnTo>
                  <a:lnTo>
                    <a:pt x="231808" y="6057478"/>
                  </a:lnTo>
                  <a:lnTo>
                    <a:pt x="231953" y="6057478"/>
                  </a:lnTo>
                  <a:lnTo>
                    <a:pt x="231953" y="6056855"/>
                  </a:lnTo>
                  <a:lnTo>
                    <a:pt x="232099" y="6056855"/>
                  </a:lnTo>
                  <a:lnTo>
                    <a:pt x="232244" y="6056855"/>
                  </a:lnTo>
                  <a:lnTo>
                    <a:pt x="232389" y="6056855"/>
                  </a:lnTo>
                  <a:lnTo>
                    <a:pt x="232389" y="6056231"/>
                  </a:lnTo>
                  <a:lnTo>
                    <a:pt x="232535" y="6056231"/>
                  </a:lnTo>
                  <a:lnTo>
                    <a:pt x="232680" y="6056231"/>
                  </a:lnTo>
                  <a:lnTo>
                    <a:pt x="232826" y="6056231"/>
                  </a:lnTo>
                  <a:lnTo>
                    <a:pt x="232971" y="6056231"/>
                  </a:lnTo>
                  <a:lnTo>
                    <a:pt x="232971" y="6055607"/>
                  </a:lnTo>
                  <a:lnTo>
                    <a:pt x="233117" y="6055607"/>
                  </a:lnTo>
                  <a:lnTo>
                    <a:pt x="233262" y="6055607"/>
                  </a:lnTo>
                  <a:lnTo>
                    <a:pt x="233407" y="6055607"/>
                  </a:lnTo>
                  <a:lnTo>
                    <a:pt x="233553" y="6055607"/>
                  </a:lnTo>
                  <a:lnTo>
                    <a:pt x="233698" y="6055607"/>
                  </a:lnTo>
                  <a:lnTo>
                    <a:pt x="233844" y="6055607"/>
                  </a:lnTo>
                  <a:lnTo>
                    <a:pt x="233989" y="6055607"/>
                  </a:lnTo>
                  <a:lnTo>
                    <a:pt x="233989" y="6054984"/>
                  </a:lnTo>
                  <a:lnTo>
                    <a:pt x="234135" y="6054984"/>
                  </a:lnTo>
                  <a:lnTo>
                    <a:pt x="234135" y="6054360"/>
                  </a:lnTo>
                  <a:lnTo>
                    <a:pt x="234280" y="6054360"/>
                  </a:lnTo>
                  <a:lnTo>
                    <a:pt x="234425" y="6054360"/>
                  </a:lnTo>
                  <a:lnTo>
                    <a:pt x="234571" y="6054360"/>
                  </a:lnTo>
                  <a:lnTo>
                    <a:pt x="234716" y="6054360"/>
                  </a:lnTo>
                  <a:lnTo>
                    <a:pt x="234716" y="6053737"/>
                  </a:lnTo>
                  <a:lnTo>
                    <a:pt x="234862" y="6053737"/>
                  </a:lnTo>
                  <a:lnTo>
                    <a:pt x="234862" y="6053113"/>
                  </a:lnTo>
                  <a:lnTo>
                    <a:pt x="235007" y="6053113"/>
                  </a:lnTo>
                  <a:lnTo>
                    <a:pt x="235153" y="6053113"/>
                  </a:lnTo>
                  <a:lnTo>
                    <a:pt x="235298" y="6053113"/>
                  </a:lnTo>
                  <a:lnTo>
                    <a:pt x="235298" y="6052489"/>
                  </a:lnTo>
                  <a:lnTo>
                    <a:pt x="235443" y="6052489"/>
                  </a:lnTo>
                  <a:lnTo>
                    <a:pt x="235589" y="6052489"/>
                  </a:lnTo>
                  <a:lnTo>
                    <a:pt x="235734" y="6052489"/>
                  </a:lnTo>
                  <a:lnTo>
                    <a:pt x="235880" y="6052489"/>
                  </a:lnTo>
                  <a:lnTo>
                    <a:pt x="235880" y="6051866"/>
                  </a:lnTo>
                  <a:lnTo>
                    <a:pt x="235880" y="6051242"/>
                  </a:lnTo>
                  <a:lnTo>
                    <a:pt x="236025" y="6051242"/>
                  </a:lnTo>
                  <a:lnTo>
                    <a:pt x="236025" y="6050619"/>
                  </a:lnTo>
                  <a:lnTo>
                    <a:pt x="236171" y="6050619"/>
                  </a:lnTo>
                  <a:lnTo>
                    <a:pt x="236316" y="6050619"/>
                  </a:lnTo>
                  <a:lnTo>
                    <a:pt x="236461" y="6050619"/>
                  </a:lnTo>
                  <a:lnTo>
                    <a:pt x="236607" y="6050619"/>
                  </a:lnTo>
                  <a:lnTo>
                    <a:pt x="236607" y="6049995"/>
                  </a:lnTo>
                  <a:lnTo>
                    <a:pt x="236752" y="6049995"/>
                  </a:lnTo>
                  <a:lnTo>
                    <a:pt x="236898" y="6049995"/>
                  </a:lnTo>
                  <a:lnTo>
                    <a:pt x="237043" y="6049995"/>
                  </a:lnTo>
                  <a:lnTo>
                    <a:pt x="237188" y="6049995"/>
                  </a:lnTo>
                  <a:lnTo>
                    <a:pt x="237334" y="6049995"/>
                  </a:lnTo>
                  <a:lnTo>
                    <a:pt x="237479" y="6049995"/>
                  </a:lnTo>
                  <a:lnTo>
                    <a:pt x="237625" y="6049995"/>
                  </a:lnTo>
                  <a:lnTo>
                    <a:pt x="237770" y="6049995"/>
                  </a:lnTo>
                  <a:lnTo>
                    <a:pt x="237916" y="6049995"/>
                  </a:lnTo>
                  <a:lnTo>
                    <a:pt x="237916" y="6049372"/>
                  </a:lnTo>
                  <a:lnTo>
                    <a:pt x="238061" y="6049372"/>
                  </a:lnTo>
                  <a:lnTo>
                    <a:pt x="238206" y="6049372"/>
                  </a:lnTo>
                  <a:lnTo>
                    <a:pt x="238352" y="6049372"/>
                  </a:lnTo>
                  <a:lnTo>
                    <a:pt x="238497" y="6049372"/>
                  </a:lnTo>
                  <a:lnTo>
                    <a:pt x="238643" y="6049372"/>
                  </a:lnTo>
                  <a:lnTo>
                    <a:pt x="238788" y="6049372"/>
                  </a:lnTo>
                  <a:lnTo>
                    <a:pt x="238934" y="6049372"/>
                  </a:lnTo>
                  <a:lnTo>
                    <a:pt x="239079" y="6049372"/>
                  </a:lnTo>
                  <a:lnTo>
                    <a:pt x="239224" y="6049372"/>
                  </a:lnTo>
                  <a:lnTo>
                    <a:pt x="239370" y="6049372"/>
                  </a:lnTo>
                  <a:lnTo>
                    <a:pt x="239515" y="6049372"/>
                  </a:lnTo>
                  <a:lnTo>
                    <a:pt x="239661" y="6049372"/>
                  </a:lnTo>
                  <a:lnTo>
                    <a:pt x="239806" y="6049372"/>
                  </a:lnTo>
                  <a:lnTo>
                    <a:pt x="239952" y="6049372"/>
                  </a:lnTo>
                  <a:lnTo>
                    <a:pt x="240097" y="6049372"/>
                  </a:lnTo>
                  <a:lnTo>
                    <a:pt x="240242" y="6049372"/>
                  </a:lnTo>
                  <a:lnTo>
                    <a:pt x="240388" y="6049372"/>
                  </a:lnTo>
                  <a:lnTo>
                    <a:pt x="240533" y="6049372"/>
                  </a:lnTo>
                  <a:lnTo>
                    <a:pt x="240679" y="6049372"/>
                  </a:lnTo>
                  <a:lnTo>
                    <a:pt x="240679" y="6048748"/>
                  </a:lnTo>
                  <a:lnTo>
                    <a:pt x="240824" y="6048748"/>
                  </a:lnTo>
                  <a:lnTo>
                    <a:pt x="240970" y="6048748"/>
                  </a:lnTo>
                  <a:lnTo>
                    <a:pt x="240970" y="6048124"/>
                  </a:lnTo>
                  <a:lnTo>
                    <a:pt x="241115" y="6048124"/>
                  </a:lnTo>
                  <a:lnTo>
                    <a:pt x="241115" y="6047501"/>
                  </a:lnTo>
                  <a:lnTo>
                    <a:pt x="241260" y="6047501"/>
                  </a:lnTo>
                  <a:lnTo>
                    <a:pt x="241406" y="6047501"/>
                  </a:lnTo>
                  <a:lnTo>
                    <a:pt x="241406" y="6046877"/>
                  </a:lnTo>
                  <a:lnTo>
                    <a:pt x="241551" y="6046877"/>
                  </a:lnTo>
                  <a:lnTo>
                    <a:pt x="241551" y="6046254"/>
                  </a:lnTo>
                  <a:lnTo>
                    <a:pt x="241697" y="6046254"/>
                  </a:lnTo>
                  <a:lnTo>
                    <a:pt x="241697" y="6045630"/>
                  </a:lnTo>
                  <a:lnTo>
                    <a:pt x="241842" y="6045630"/>
                  </a:lnTo>
                  <a:lnTo>
                    <a:pt x="241988" y="6045630"/>
                  </a:lnTo>
                  <a:lnTo>
                    <a:pt x="242133" y="6045630"/>
                  </a:lnTo>
                  <a:lnTo>
                    <a:pt x="242278" y="6045630"/>
                  </a:lnTo>
                  <a:lnTo>
                    <a:pt x="242424" y="6045630"/>
                  </a:lnTo>
                  <a:lnTo>
                    <a:pt x="242424" y="6045007"/>
                  </a:lnTo>
                  <a:lnTo>
                    <a:pt x="242569" y="6045007"/>
                  </a:lnTo>
                  <a:lnTo>
                    <a:pt x="242715" y="6045007"/>
                  </a:lnTo>
                  <a:lnTo>
                    <a:pt x="242715" y="6044383"/>
                  </a:lnTo>
                  <a:lnTo>
                    <a:pt x="242860" y="6044383"/>
                  </a:lnTo>
                  <a:lnTo>
                    <a:pt x="243006" y="6044383"/>
                  </a:lnTo>
                  <a:lnTo>
                    <a:pt x="243151" y="6044383"/>
                  </a:lnTo>
                  <a:lnTo>
                    <a:pt x="243296" y="6044383"/>
                  </a:lnTo>
                  <a:lnTo>
                    <a:pt x="243442" y="6044383"/>
                  </a:lnTo>
                  <a:lnTo>
                    <a:pt x="243587" y="6044383"/>
                  </a:lnTo>
                  <a:lnTo>
                    <a:pt x="243587" y="6043759"/>
                  </a:lnTo>
                  <a:lnTo>
                    <a:pt x="243733" y="6043759"/>
                  </a:lnTo>
                  <a:lnTo>
                    <a:pt x="243878" y="6043759"/>
                  </a:lnTo>
                  <a:lnTo>
                    <a:pt x="244023" y="6043759"/>
                  </a:lnTo>
                  <a:lnTo>
                    <a:pt x="244169" y="6043759"/>
                  </a:lnTo>
                  <a:lnTo>
                    <a:pt x="244314" y="6043759"/>
                  </a:lnTo>
                  <a:lnTo>
                    <a:pt x="244460" y="6043759"/>
                  </a:lnTo>
                  <a:lnTo>
                    <a:pt x="244460" y="6043136"/>
                  </a:lnTo>
                  <a:lnTo>
                    <a:pt x="244460" y="6042512"/>
                  </a:lnTo>
                  <a:lnTo>
                    <a:pt x="244605" y="6042512"/>
                  </a:lnTo>
                  <a:lnTo>
                    <a:pt x="244751" y="6042512"/>
                  </a:lnTo>
                  <a:lnTo>
                    <a:pt x="244751" y="6041889"/>
                  </a:lnTo>
                  <a:lnTo>
                    <a:pt x="244896" y="6041889"/>
                  </a:lnTo>
                  <a:lnTo>
                    <a:pt x="245041" y="6041889"/>
                  </a:lnTo>
                  <a:lnTo>
                    <a:pt x="245187" y="6041889"/>
                  </a:lnTo>
                  <a:lnTo>
                    <a:pt x="245332" y="6041889"/>
                  </a:lnTo>
                  <a:lnTo>
                    <a:pt x="245478" y="6041889"/>
                  </a:lnTo>
                  <a:lnTo>
                    <a:pt x="245478" y="6041265"/>
                  </a:lnTo>
                  <a:lnTo>
                    <a:pt x="245623" y="6041265"/>
                  </a:lnTo>
                  <a:lnTo>
                    <a:pt x="245769" y="6041265"/>
                  </a:lnTo>
                  <a:lnTo>
                    <a:pt x="245914" y="6041265"/>
                  </a:lnTo>
                  <a:lnTo>
                    <a:pt x="246059" y="6041265"/>
                  </a:lnTo>
                  <a:lnTo>
                    <a:pt x="246205" y="6041265"/>
                  </a:lnTo>
                  <a:lnTo>
                    <a:pt x="246350" y="6041265"/>
                  </a:lnTo>
                  <a:lnTo>
                    <a:pt x="246496" y="6041265"/>
                  </a:lnTo>
                  <a:lnTo>
                    <a:pt x="246496" y="6040641"/>
                  </a:lnTo>
                  <a:lnTo>
                    <a:pt x="246641" y="6040641"/>
                  </a:lnTo>
                  <a:lnTo>
                    <a:pt x="246787" y="6040641"/>
                  </a:lnTo>
                  <a:lnTo>
                    <a:pt x="246932" y="6040641"/>
                  </a:lnTo>
                  <a:lnTo>
                    <a:pt x="247077" y="6040641"/>
                  </a:lnTo>
                  <a:lnTo>
                    <a:pt x="247077" y="6040018"/>
                  </a:lnTo>
                  <a:lnTo>
                    <a:pt x="247223" y="6040018"/>
                  </a:lnTo>
                  <a:lnTo>
                    <a:pt x="247368" y="6040018"/>
                  </a:lnTo>
                  <a:lnTo>
                    <a:pt x="247514" y="6040018"/>
                  </a:lnTo>
                  <a:lnTo>
                    <a:pt x="247659" y="6040018"/>
                  </a:lnTo>
                  <a:lnTo>
                    <a:pt x="247659" y="6039394"/>
                  </a:lnTo>
                  <a:lnTo>
                    <a:pt x="247805" y="6039394"/>
                  </a:lnTo>
                  <a:lnTo>
                    <a:pt x="247950" y="6039394"/>
                  </a:lnTo>
                  <a:lnTo>
                    <a:pt x="248095" y="6039394"/>
                  </a:lnTo>
                  <a:lnTo>
                    <a:pt x="248241" y="6039394"/>
                  </a:lnTo>
                  <a:lnTo>
                    <a:pt x="248386" y="6039394"/>
                  </a:lnTo>
                  <a:lnTo>
                    <a:pt x="248532" y="6039394"/>
                  </a:lnTo>
                  <a:lnTo>
                    <a:pt x="248677" y="6039394"/>
                  </a:lnTo>
                  <a:lnTo>
                    <a:pt x="248823" y="6039394"/>
                  </a:lnTo>
                  <a:lnTo>
                    <a:pt x="248968" y="6039394"/>
                  </a:lnTo>
                  <a:lnTo>
                    <a:pt x="249113" y="6039394"/>
                  </a:lnTo>
                  <a:lnTo>
                    <a:pt x="249113" y="6038771"/>
                  </a:lnTo>
                  <a:lnTo>
                    <a:pt x="249113" y="6038147"/>
                  </a:lnTo>
                  <a:lnTo>
                    <a:pt x="249259" y="6038147"/>
                  </a:lnTo>
                  <a:lnTo>
                    <a:pt x="249404" y="6038147"/>
                  </a:lnTo>
                  <a:lnTo>
                    <a:pt x="249550" y="6038147"/>
                  </a:lnTo>
                  <a:lnTo>
                    <a:pt x="249695" y="6038147"/>
                  </a:lnTo>
                  <a:lnTo>
                    <a:pt x="249840" y="6038147"/>
                  </a:lnTo>
                  <a:lnTo>
                    <a:pt x="249986" y="6038147"/>
                  </a:lnTo>
                  <a:lnTo>
                    <a:pt x="250131" y="6038147"/>
                  </a:lnTo>
                  <a:lnTo>
                    <a:pt x="250277" y="6038147"/>
                  </a:lnTo>
                  <a:lnTo>
                    <a:pt x="250422" y="6038147"/>
                  </a:lnTo>
                  <a:lnTo>
                    <a:pt x="250568" y="6038147"/>
                  </a:lnTo>
                  <a:lnTo>
                    <a:pt x="250713" y="6038147"/>
                  </a:lnTo>
                  <a:lnTo>
                    <a:pt x="250858" y="6038147"/>
                  </a:lnTo>
                  <a:lnTo>
                    <a:pt x="251004" y="6038147"/>
                  </a:lnTo>
                  <a:lnTo>
                    <a:pt x="251149" y="6038147"/>
                  </a:lnTo>
                  <a:lnTo>
                    <a:pt x="251295" y="6038147"/>
                  </a:lnTo>
                  <a:lnTo>
                    <a:pt x="251440" y="6038147"/>
                  </a:lnTo>
                  <a:lnTo>
                    <a:pt x="251440" y="6037524"/>
                  </a:lnTo>
                  <a:lnTo>
                    <a:pt x="251586" y="6037524"/>
                  </a:lnTo>
                  <a:lnTo>
                    <a:pt x="251731" y="6037524"/>
                  </a:lnTo>
                  <a:lnTo>
                    <a:pt x="251731" y="6036900"/>
                  </a:lnTo>
                  <a:lnTo>
                    <a:pt x="251876" y="6036900"/>
                  </a:lnTo>
                  <a:lnTo>
                    <a:pt x="252022" y="6036900"/>
                  </a:lnTo>
                  <a:lnTo>
                    <a:pt x="252167" y="6036900"/>
                  </a:lnTo>
                  <a:lnTo>
                    <a:pt x="252313" y="6036900"/>
                  </a:lnTo>
                  <a:lnTo>
                    <a:pt x="252458" y="6036900"/>
                  </a:lnTo>
                  <a:lnTo>
                    <a:pt x="252604" y="6036900"/>
                  </a:lnTo>
                  <a:lnTo>
                    <a:pt x="252749" y="6036900"/>
                  </a:lnTo>
                  <a:lnTo>
                    <a:pt x="252894" y="6036900"/>
                  </a:lnTo>
                  <a:lnTo>
                    <a:pt x="253040" y="6036900"/>
                  </a:lnTo>
                  <a:lnTo>
                    <a:pt x="253040" y="6036276"/>
                  </a:lnTo>
                  <a:lnTo>
                    <a:pt x="253185" y="6036276"/>
                  </a:lnTo>
                  <a:lnTo>
                    <a:pt x="253331" y="6036276"/>
                  </a:lnTo>
                  <a:lnTo>
                    <a:pt x="253476" y="6036276"/>
                  </a:lnTo>
                  <a:lnTo>
                    <a:pt x="253622" y="6036276"/>
                  </a:lnTo>
                  <a:lnTo>
                    <a:pt x="253767" y="6036276"/>
                  </a:lnTo>
                  <a:lnTo>
                    <a:pt x="253767" y="6035653"/>
                  </a:lnTo>
                  <a:lnTo>
                    <a:pt x="253912" y="6035653"/>
                  </a:lnTo>
                  <a:lnTo>
                    <a:pt x="254058" y="6035653"/>
                  </a:lnTo>
                  <a:lnTo>
                    <a:pt x="254203" y="6035653"/>
                  </a:lnTo>
                  <a:lnTo>
                    <a:pt x="254349" y="6035653"/>
                  </a:lnTo>
                  <a:lnTo>
                    <a:pt x="254349" y="6035029"/>
                  </a:lnTo>
                  <a:lnTo>
                    <a:pt x="254494" y="6035029"/>
                  </a:lnTo>
                  <a:lnTo>
                    <a:pt x="254640" y="6035029"/>
                  </a:lnTo>
                  <a:lnTo>
                    <a:pt x="254785" y="6035029"/>
                  </a:lnTo>
                  <a:lnTo>
                    <a:pt x="254785" y="6034406"/>
                  </a:lnTo>
                  <a:lnTo>
                    <a:pt x="254930" y="6034406"/>
                  </a:lnTo>
                  <a:lnTo>
                    <a:pt x="255076" y="6034406"/>
                  </a:lnTo>
                  <a:lnTo>
                    <a:pt x="255221" y="6034406"/>
                  </a:lnTo>
                  <a:lnTo>
                    <a:pt x="255221" y="6033782"/>
                  </a:lnTo>
                  <a:lnTo>
                    <a:pt x="255367" y="6033782"/>
                  </a:lnTo>
                  <a:lnTo>
                    <a:pt x="255512" y="6033782"/>
                  </a:lnTo>
                  <a:lnTo>
                    <a:pt x="255658" y="6033782"/>
                  </a:lnTo>
                  <a:lnTo>
                    <a:pt x="255803" y="6033782"/>
                  </a:lnTo>
                  <a:lnTo>
                    <a:pt x="255803" y="6033158"/>
                  </a:lnTo>
                  <a:lnTo>
                    <a:pt x="255948" y="6033158"/>
                  </a:lnTo>
                  <a:lnTo>
                    <a:pt x="256094" y="6033158"/>
                  </a:lnTo>
                  <a:lnTo>
                    <a:pt x="256239" y="6033158"/>
                  </a:lnTo>
                  <a:lnTo>
                    <a:pt x="256385" y="6033158"/>
                  </a:lnTo>
                  <a:lnTo>
                    <a:pt x="256530" y="6033158"/>
                  </a:lnTo>
                  <a:lnTo>
                    <a:pt x="256675" y="6033158"/>
                  </a:lnTo>
                  <a:lnTo>
                    <a:pt x="256821" y="6033158"/>
                  </a:lnTo>
                  <a:lnTo>
                    <a:pt x="256821" y="6032535"/>
                  </a:lnTo>
                  <a:lnTo>
                    <a:pt x="256966" y="6032535"/>
                  </a:lnTo>
                  <a:lnTo>
                    <a:pt x="256966" y="6031911"/>
                  </a:lnTo>
                  <a:lnTo>
                    <a:pt x="257112" y="6031911"/>
                  </a:lnTo>
                  <a:lnTo>
                    <a:pt x="257257" y="6031911"/>
                  </a:lnTo>
                  <a:lnTo>
                    <a:pt x="257403" y="6031911"/>
                  </a:lnTo>
                  <a:lnTo>
                    <a:pt x="257548" y="6031911"/>
                  </a:lnTo>
                  <a:lnTo>
                    <a:pt x="257693" y="6031911"/>
                  </a:lnTo>
                  <a:lnTo>
                    <a:pt x="257693" y="6031288"/>
                  </a:lnTo>
                  <a:lnTo>
                    <a:pt x="257839" y="6031288"/>
                  </a:lnTo>
                  <a:lnTo>
                    <a:pt x="257839" y="6030664"/>
                  </a:lnTo>
                  <a:lnTo>
                    <a:pt x="257984" y="6030664"/>
                  </a:lnTo>
                  <a:lnTo>
                    <a:pt x="258130" y="6030664"/>
                  </a:lnTo>
                  <a:lnTo>
                    <a:pt x="258275" y="6030664"/>
                  </a:lnTo>
                  <a:lnTo>
                    <a:pt x="258275" y="6030041"/>
                  </a:lnTo>
                  <a:lnTo>
                    <a:pt x="258421" y="6030041"/>
                  </a:lnTo>
                  <a:lnTo>
                    <a:pt x="258421" y="6029417"/>
                  </a:lnTo>
                  <a:lnTo>
                    <a:pt x="258566" y="6029417"/>
                  </a:lnTo>
                  <a:lnTo>
                    <a:pt x="258711" y="6029417"/>
                  </a:lnTo>
                  <a:lnTo>
                    <a:pt x="258857" y="6029417"/>
                  </a:lnTo>
                  <a:lnTo>
                    <a:pt x="259002" y="6029417"/>
                  </a:lnTo>
                  <a:lnTo>
                    <a:pt x="259002" y="6028793"/>
                  </a:lnTo>
                  <a:lnTo>
                    <a:pt x="259148" y="6028793"/>
                  </a:lnTo>
                  <a:lnTo>
                    <a:pt x="259293" y="6028793"/>
                  </a:lnTo>
                  <a:lnTo>
                    <a:pt x="259293" y="6028170"/>
                  </a:lnTo>
                  <a:lnTo>
                    <a:pt x="259439" y="6028170"/>
                  </a:lnTo>
                  <a:lnTo>
                    <a:pt x="259439" y="6027546"/>
                  </a:lnTo>
                  <a:lnTo>
                    <a:pt x="259584" y="6027546"/>
                  </a:lnTo>
                  <a:lnTo>
                    <a:pt x="259729" y="6027546"/>
                  </a:lnTo>
                  <a:lnTo>
                    <a:pt x="259875" y="6027546"/>
                  </a:lnTo>
                  <a:lnTo>
                    <a:pt x="260020" y="6027546"/>
                  </a:lnTo>
                  <a:lnTo>
                    <a:pt x="260020" y="6026923"/>
                  </a:lnTo>
                  <a:lnTo>
                    <a:pt x="260166" y="6026923"/>
                  </a:lnTo>
                  <a:lnTo>
                    <a:pt x="260311" y="6026923"/>
                  </a:lnTo>
                  <a:lnTo>
                    <a:pt x="260457" y="6026923"/>
                  </a:lnTo>
                  <a:lnTo>
                    <a:pt x="260457" y="6026299"/>
                  </a:lnTo>
                  <a:lnTo>
                    <a:pt x="260602" y="6026299"/>
                  </a:lnTo>
                  <a:lnTo>
                    <a:pt x="260747" y="6026299"/>
                  </a:lnTo>
                  <a:lnTo>
                    <a:pt x="260893" y="6026299"/>
                  </a:lnTo>
                  <a:lnTo>
                    <a:pt x="261038" y="6026299"/>
                  </a:lnTo>
                  <a:lnTo>
                    <a:pt x="261038" y="6025675"/>
                  </a:lnTo>
                  <a:lnTo>
                    <a:pt x="261184" y="6025675"/>
                  </a:lnTo>
                  <a:lnTo>
                    <a:pt x="261329" y="6025675"/>
                  </a:lnTo>
                  <a:lnTo>
                    <a:pt x="261475" y="6025675"/>
                  </a:lnTo>
                  <a:lnTo>
                    <a:pt x="261620" y="6025675"/>
                  </a:lnTo>
                  <a:lnTo>
                    <a:pt x="261765" y="6025675"/>
                  </a:lnTo>
                  <a:lnTo>
                    <a:pt x="261911" y="6025675"/>
                  </a:lnTo>
                  <a:lnTo>
                    <a:pt x="262056" y="6025675"/>
                  </a:lnTo>
                  <a:lnTo>
                    <a:pt x="262056" y="6025052"/>
                  </a:lnTo>
                  <a:lnTo>
                    <a:pt x="262202" y="6025052"/>
                  </a:lnTo>
                  <a:lnTo>
                    <a:pt x="262347" y="6025052"/>
                  </a:lnTo>
                  <a:lnTo>
                    <a:pt x="262493" y="6025052"/>
                  </a:lnTo>
                  <a:lnTo>
                    <a:pt x="262638" y="6025052"/>
                  </a:lnTo>
                  <a:lnTo>
                    <a:pt x="262638" y="6024428"/>
                  </a:lnTo>
                  <a:lnTo>
                    <a:pt x="262783" y="6024428"/>
                  </a:lnTo>
                  <a:lnTo>
                    <a:pt x="262929" y="6024428"/>
                  </a:lnTo>
                  <a:lnTo>
                    <a:pt x="263074" y="6024428"/>
                  </a:lnTo>
                  <a:lnTo>
                    <a:pt x="263074" y="6023805"/>
                  </a:lnTo>
                  <a:lnTo>
                    <a:pt x="263220" y="6023805"/>
                  </a:lnTo>
                  <a:lnTo>
                    <a:pt x="263365" y="6023805"/>
                  </a:lnTo>
                  <a:lnTo>
                    <a:pt x="263510" y="6023805"/>
                  </a:lnTo>
                  <a:lnTo>
                    <a:pt x="263656" y="6023805"/>
                  </a:lnTo>
                  <a:lnTo>
                    <a:pt x="263801" y="6023805"/>
                  </a:lnTo>
                  <a:lnTo>
                    <a:pt x="263947" y="6023805"/>
                  </a:lnTo>
                  <a:lnTo>
                    <a:pt x="264092" y="6023805"/>
                  </a:lnTo>
                  <a:lnTo>
                    <a:pt x="264238" y="6023805"/>
                  </a:lnTo>
                  <a:lnTo>
                    <a:pt x="264383" y="6023805"/>
                  </a:lnTo>
                  <a:lnTo>
                    <a:pt x="264528" y="6023805"/>
                  </a:lnTo>
                  <a:lnTo>
                    <a:pt x="264674" y="6023805"/>
                  </a:lnTo>
                  <a:lnTo>
                    <a:pt x="264819" y="6023805"/>
                  </a:lnTo>
                  <a:lnTo>
                    <a:pt x="264819" y="6023181"/>
                  </a:lnTo>
                  <a:lnTo>
                    <a:pt x="264819" y="6022558"/>
                  </a:lnTo>
                  <a:lnTo>
                    <a:pt x="264965" y="6022558"/>
                  </a:lnTo>
                  <a:lnTo>
                    <a:pt x="265110" y="6022558"/>
                  </a:lnTo>
                  <a:lnTo>
                    <a:pt x="265256" y="6022558"/>
                  </a:lnTo>
                  <a:lnTo>
                    <a:pt x="265256" y="6021934"/>
                  </a:lnTo>
                  <a:lnTo>
                    <a:pt x="265401" y="6021934"/>
                  </a:lnTo>
                  <a:lnTo>
                    <a:pt x="265546" y="6021934"/>
                  </a:lnTo>
                  <a:lnTo>
                    <a:pt x="265692" y="6021934"/>
                  </a:lnTo>
                  <a:lnTo>
                    <a:pt x="265837" y="6021934"/>
                  </a:lnTo>
                  <a:lnTo>
                    <a:pt x="265983" y="6021934"/>
                  </a:lnTo>
                  <a:lnTo>
                    <a:pt x="265983" y="6021310"/>
                  </a:lnTo>
                  <a:lnTo>
                    <a:pt x="266128" y="6021310"/>
                  </a:lnTo>
                  <a:lnTo>
                    <a:pt x="266128" y="6020687"/>
                  </a:lnTo>
                  <a:lnTo>
                    <a:pt x="266128" y="6020063"/>
                  </a:lnTo>
                  <a:lnTo>
                    <a:pt x="266274" y="6020063"/>
                  </a:lnTo>
                  <a:lnTo>
                    <a:pt x="266419" y="6020063"/>
                  </a:lnTo>
                  <a:lnTo>
                    <a:pt x="266564" y="6020063"/>
                  </a:lnTo>
                  <a:lnTo>
                    <a:pt x="266710" y="6020063"/>
                  </a:lnTo>
                  <a:lnTo>
                    <a:pt x="266710" y="6019440"/>
                  </a:lnTo>
                  <a:lnTo>
                    <a:pt x="266855" y="6019440"/>
                  </a:lnTo>
                  <a:lnTo>
                    <a:pt x="267001" y="6019440"/>
                  </a:lnTo>
                  <a:lnTo>
                    <a:pt x="267146" y="6019440"/>
                  </a:lnTo>
                  <a:lnTo>
                    <a:pt x="267292" y="6019440"/>
                  </a:lnTo>
                  <a:lnTo>
                    <a:pt x="267437" y="6019440"/>
                  </a:lnTo>
                  <a:lnTo>
                    <a:pt x="267582" y="6019440"/>
                  </a:lnTo>
                  <a:lnTo>
                    <a:pt x="267728" y="6019440"/>
                  </a:lnTo>
                  <a:lnTo>
                    <a:pt x="267873" y="6019440"/>
                  </a:lnTo>
                  <a:lnTo>
                    <a:pt x="268019" y="6019440"/>
                  </a:lnTo>
                  <a:lnTo>
                    <a:pt x="268164" y="6019440"/>
                  </a:lnTo>
                  <a:lnTo>
                    <a:pt x="268310" y="6019440"/>
                  </a:lnTo>
                  <a:lnTo>
                    <a:pt x="268455" y="6019440"/>
                  </a:lnTo>
                  <a:lnTo>
                    <a:pt x="268455" y="6018816"/>
                  </a:lnTo>
                  <a:lnTo>
                    <a:pt x="268600" y="6018816"/>
                  </a:lnTo>
                  <a:lnTo>
                    <a:pt x="268746" y="6018816"/>
                  </a:lnTo>
                  <a:lnTo>
                    <a:pt x="268891" y="6018816"/>
                  </a:lnTo>
                  <a:lnTo>
                    <a:pt x="269037" y="6018816"/>
                  </a:lnTo>
                  <a:lnTo>
                    <a:pt x="269037" y="6018192"/>
                  </a:lnTo>
                  <a:lnTo>
                    <a:pt x="269182" y="6018192"/>
                  </a:lnTo>
                  <a:lnTo>
                    <a:pt x="269328" y="6018192"/>
                  </a:lnTo>
                  <a:lnTo>
                    <a:pt x="269473" y="6018192"/>
                  </a:lnTo>
                  <a:lnTo>
                    <a:pt x="269473" y="6017569"/>
                  </a:lnTo>
                  <a:lnTo>
                    <a:pt x="269618" y="6017569"/>
                  </a:lnTo>
                  <a:lnTo>
                    <a:pt x="269764" y="6017569"/>
                  </a:lnTo>
                  <a:lnTo>
                    <a:pt x="269909" y="6017569"/>
                  </a:lnTo>
                  <a:lnTo>
                    <a:pt x="270055" y="6017569"/>
                  </a:lnTo>
                  <a:lnTo>
                    <a:pt x="270200" y="6017569"/>
                  </a:lnTo>
                  <a:lnTo>
                    <a:pt x="270345" y="6017569"/>
                  </a:lnTo>
                  <a:lnTo>
                    <a:pt x="270491" y="6017569"/>
                  </a:lnTo>
                  <a:lnTo>
                    <a:pt x="270636" y="6017569"/>
                  </a:lnTo>
                  <a:lnTo>
                    <a:pt x="270782" y="6017569"/>
                  </a:lnTo>
                  <a:lnTo>
                    <a:pt x="270927" y="6017569"/>
                  </a:lnTo>
                  <a:lnTo>
                    <a:pt x="270927" y="6016945"/>
                  </a:lnTo>
                  <a:lnTo>
                    <a:pt x="271073" y="6016945"/>
                  </a:lnTo>
                  <a:lnTo>
                    <a:pt x="271218" y="6016945"/>
                  </a:lnTo>
                  <a:lnTo>
                    <a:pt x="271363" y="6016945"/>
                  </a:lnTo>
                  <a:lnTo>
                    <a:pt x="271509" y="6016945"/>
                  </a:lnTo>
                  <a:lnTo>
                    <a:pt x="271654" y="6016945"/>
                  </a:lnTo>
                  <a:lnTo>
                    <a:pt x="271800" y="6016945"/>
                  </a:lnTo>
                  <a:lnTo>
                    <a:pt x="271945" y="6016945"/>
                  </a:lnTo>
                  <a:lnTo>
                    <a:pt x="271945" y="6016322"/>
                  </a:lnTo>
                  <a:lnTo>
                    <a:pt x="271945" y="6015698"/>
                  </a:lnTo>
                  <a:lnTo>
                    <a:pt x="272091" y="6015698"/>
                  </a:lnTo>
                  <a:lnTo>
                    <a:pt x="272236" y="6015698"/>
                  </a:lnTo>
                  <a:lnTo>
                    <a:pt x="272381" y="6015698"/>
                  </a:lnTo>
                  <a:lnTo>
                    <a:pt x="272527" y="6015698"/>
                  </a:lnTo>
                  <a:lnTo>
                    <a:pt x="272672" y="6015698"/>
                  </a:lnTo>
                  <a:lnTo>
                    <a:pt x="272672" y="6015075"/>
                  </a:lnTo>
                  <a:lnTo>
                    <a:pt x="272818" y="6015075"/>
                  </a:lnTo>
                  <a:lnTo>
                    <a:pt x="272963" y="6015075"/>
                  </a:lnTo>
                  <a:lnTo>
                    <a:pt x="272963" y="6014451"/>
                  </a:lnTo>
                  <a:lnTo>
                    <a:pt x="273109" y="6014451"/>
                  </a:lnTo>
                  <a:lnTo>
                    <a:pt x="273254" y="6014451"/>
                  </a:lnTo>
                  <a:lnTo>
                    <a:pt x="273254" y="6013827"/>
                  </a:lnTo>
                  <a:lnTo>
                    <a:pt x="273399" y="6013827"/>
                  </a:lnTo>
                  <a:lnTo>
                    <a:pt x="273399" y="6013204"/>
                  </a:lnTo>
                  <a:lnTo>
                    <a:pt x="273399" y="6012580"/>
                  </a:lnTo>
                  <a:lnTo>
                    <a:pt x="273545" y="6012580"/>
                  </a:lnTo>
                  <a:lnTo>
                    <a:pt x="273690" y="6012580"/>
                  </a:lnTo>
                  <a:lnTo>
                    <a:pt x="273836" y="6012580"/>
                  </a:lnTo>
                  <a:lnTo>
                    <a:pt x="273836" y="6011957"/>
                  </a:lnTo>
                  <a:lnTo>
                    <a:pt x="273981" y="6011957"/>
                  </a:lnTo>
                  <a:lnTo>
                    <a:pt x="274127" y="6011957"/>
                  </a:lnTo>
                  <a:lnTo>
                    <a:pt x="274272" y="6011957"/>
                  </a:lnTo>
                  <a:lnTo>
                    <a:pt x="274417" y="6011957"/>
                  </a:lnTo>
                  <a:lnTo>
                    <a:pt x="274563" y="6011957"/>
                  </a:lnTo>
                  <a:lnTo>
                    <a:pt x="274708" y="6011957"/>
                  </a:lnTo>
                  <a:lnTo>
                    <a:pt x="274854" y="6011957"/>
                  </a:lnTo>
                  <a:lnTo>
                    <a:pt x="274999" y="6011957"/>
                  </a:lnTo>
                  <a:lnTo>
                    <a:pt x="275145" y="6011957"/>
                  </a:lnTo>
                  <a:lnTo>
                    <a:pt x="275290" y="6011957"/>
                  </a:lnTo>
                  <a:lnTo>
                    <a:pt x="275435" y="6011957"/>
                  </a:lnTo>
                  <a:lnTo>
                    <a:pt x="275581" y="6011957"/>
                  </a:lnTo>
                  <a:lnTo>
                    <a:pt x="275726" y="6011957"/>
                  </a:lnTo>
                  <a:lnTo>
                    <a:pt x="275872" y="6011957"/>
                  </a:lnTo>
                  <a:lnTo>
                    <a:pt x="276017" y="6011957"/>
                  </a:lnTo>
                  <a:lnTo>
                    <a:pt x="276163" y="6011957"/>
                  </a:lnTo>
                  <a:lnTo>
                    <a:pt x="276308" y="6011957"/>
                  </a:lnTo>
                  <a:lnTo>
                    <a:pt x="276453" y="6011957"/>
                  </a:lnTo>
                  <a:lnTo>
                    <a:pt x="276599" y="6011957"/>
                  </a:lnTo>
                  <a:lnTo>
                    <a:pt x="276599" y="6011333"/>
                  </a:lnTo>
                  <a:lnTo>
                    <a:pt x="276744" y="6011333"/>
                  </a:lnTo>
                  <a:lnTo>
                    <a:pt x="276890" y="6011333"/>
                  </a:lnTo>
                  <a:lnTo>
                    <a:pt x="276890" y="6010709"/>
                  </a:lnTo>
                  <a:lnTo>
                    <a:pt x="276890" y="6010086"/>
                  </a:lnTo>
                  <a:lnTo>
                    <a:pt x="276890" y="6009462"/>
                  </a:lnTo>
                  <a:lnTo>
                    <a:pt x="276890" y="6008839"/>
                  </a:lnTo>
                  <a:lnTo>
                    <a:pt x="277035" y="6008839"/>
                  </a:lnTo>
                  <a:lnTo>
                    <a:pt x="277180" y="6008839"/>
                  </a:lnTo>
                  <a:lnTo>
                    <a:pt x="277326" y="6008839"/>
                  </a:lnTo>
                  <a:lnTo>
                    <a:pt x="277471" y="6008839"/>
                  </a:lnTo>
                  <a:lnTo>
                    <a:pt x="277617" y="6008839"/>
                  </a:lnTo>
                  <a:lnTo>
                    <a:pt x="277762" y="6008839"/>
                  </a:lnTo>
                  <a:lnTo>
                    <a:pt x="277908" y="6008839"/>
                  </a:lnTo>
                  <a:lnTo>
                    <a:pt x="278053" y="6008839"/>
                  </a:lnTo>
                  <a:lnTo>
                    <a:pt x="278198" y="6008839"/>
                  </a:lnTo>
                  <a:lnTo>
                    <a:pt x="278344" y="6008839"/>
                  </a:lnTo>
                  <a:lnTo>
                    <a:pt x="278489" y="6008839"/>
                  </a:lnTo>
                  <a:lnTo>
                    <a:pt x="278635" y="6008839"/>
                  </a:lnTo>
                  <a:lnTo>
                    <a:pt x="278780" y="6008839"/>
                  </a:lnTo>
                  <a:lnTo>
                    <a:pt x="278780" y="6008215"/>
                  </a:lnTo>
                  <a:lnTo>
                    <a:pt x="278926" y="6008215"/>
                  </a:lnTo>
                  <a:lnTo>
                    <a:pt x="278926" y="6007592"/>
                  </a:lnTo>
                  <a:lnTo>
                    <a:pt x="279071" y="6007592"/>
                  </a:lnTo>
                  <a:lnTo>
                    <a:pt x="279071" y="6006968"/>
                  </a:lnTo>
                  <a:lnTo>
                    <a:pt x="279216" y="6006968"/>
                  </a:lnTo>
                  <a:lnTo>
                    <a:pt x="279362" y="6006968"/>
                  </a:lnTo>
                  <a:lnTo>
                    <a:pt x="279507" y="6006968"/>
                  </a:lnTo>
                  <a:lnTo>
                    <a:pt x="279653" y="6006968"/>
                  </a:lnTo>
                  <a:lnTo>
                    <a:pt x="279798" y="6006968"/>
                  </a:lnTo>
                  <a:lnTo>
                    <a:pt x="279798" y="6006344"/>
                  </a:lnTo>
                  <a:lnTo>
                    <a:pt x="279944" y="6006344"/>
                  </a:lnTo>
                  <a:lnTo>
                    <a:pt x="280089" y="6006344"/>
                  </a:lnTo>
                  <a:lnTo>
                    <a:pt x="280234" y="6006344"/>
                  </a:lnTo>
                  <a:lnTo>
                    <a:pt x="280234" y="6005721"/>
                  </a:lnTo>
                  <a:lnTo>
                    <a:pt x="280380" y="6005721"/>
                  </a:lnTo>
                  <a:lnTo>
                    <a:pt x="280525" y="6005721"/>
                  </a:lnTo>
                  <a:lnTo>
                    <a:pt x="280671" y="6005721"/>
                  </a:lnTo>
                  <a:lnTo>
                    <a:pt x="280816" y="6005721"/>
                  </a:lnTo>
                  <a:lnTo>
                    <a:pt x="280962" y="6005721"/>
                  </a:lnTo>
                  <a:lnTo>
                    <a:pt x="280962" y="6005097"/>
                  </a:lnTo>
                  <a:lnTo>
                    <a:pt x="281107" y="6005097"/>
                  </a:lnTo>
                  <a:lnTo>
                    <a:pt x="281252" y="6005097"/>
                  </a:lnTo>
                  <a:lnTo>
                    <a:pt x="281252" y="6004474"/>
                  </a:lnTo>
                  <a:lnTo>
                    <a:pt x="281398" y="6004474"/>
                  </a:lnTo>
                  <a:lnTo>
                    <a:pt x="281398" y="6003850"/>
                  </a:lnTo>
                  <a:lnTo>
                    <a:pt x="281543" y="6003850"/>
                  </a:lnTo>
                  <a:lnTo>
                    <a:pt x="281689" y="6003850"/>
                  </a:lnTo>
                  <a:lnTo>
                    <a:pt x="281834" y="6003850"/>
                  </a:lnTo>
                  <a:lnTo>
                    <a:pt x="281980" y="6003850"/>
                  </a:lnTo>
                  <a:lnTo>
                    <a:pt x="281980" y="6003226"/>
                  </a:lnTo>
                  <a:lnTo>
                    <a:pt x="282125" y="6003226"/>
                  </a:lnTo>
                  <a:lnTo>
                    <a:pt x="282270" y="6003226"/>
                  </a:lnTo>
                  <a:lnTo>
                    <a:pt x="282416" y="6003226"/>
                  </a:lnTo>
                  <a:lnTo>
                    <a:pt x="282416" y="6002603"/>
                  </a:lnTo>
                  <a:lnTo>
                    <a:pt x="282561" y="6002603"/>
                  </a:lnTo>
                  <a:lnTo>
                    <a:pt x="282707" y="6002603"/>
                  </a:lnTo>
                  <a:lnTo>
                    <a:pt x="282707" y="6001979"/>
                  </a:lnTo>
                  <a:lnTo>
                    <a:pt x="282852" y="6001979"/>
                  </a:lnTo>
                  <a:lnTo>
                    <a:pt x="282998" y="6001979"/>
                  </a:lnTo>
                  <a:lnTo>
                    <a:pt x="282998" y="6001356"/>
                  </a:lnTo>
                  <a:lnTo>
                    <a:pt x="282998" y="6000732"/>
                  </a:lnTo>
                  <a:lnTo>
                    <a:pt x="283143" y="6000732"/>
                  </a:lnTo>
                  <a:lnTo>
                    <a:pt x="283288" y="6000732"/>
                  </a:lnTo>
                  <a:lnTo>
                    <a:pt x="283434" y="6000732"/>
                  </a:lnTo>
                  <a:lnTo>
                    <a:pt x="283579" y="6000732"/>
                  </a:lnTo>
                  <a:lnTo>
                    <a:pt x="283579" y="6000109"/>
                  </a:lnTo>
                  <a:lnTo>
                    <a:pt x="283725" y="6000109"/>
                  </a:lnTo>
                  <a:lnTo>
                    <a:pt x="283870" y="6000109"/>
                  </a:lnTo>
                  <a:lnTo>
                    <a:pt x="284015" y="6000109"/>
                  </a:lnTo>
                  <a:lnTo>
                    <a:pt x="284161" y="6000109"/>
                  </a:lnTo>
                  <a:lnTo>
                    <a:pt x="284306" y="6000109"/>
                  </a:lnTo>
                  <a:lnTo>
                    <a:pt x="284306" y="5999485"/>
                  </a:lnTo>
                  <a:lnTo>
                    <a:pt x="284452" y="5999485"/>
                  </a:lnTo>
                  <a:lnTo>
                    <a:pt x="284597" y="5999485"/>
                  </a:lnTo>
                  <a:lnTo>
                    <a:pt x="284597" y="5998861"/>
                  </a:lnTo>
                  <a:lnTo>
                    <a:pt x="284743" y="5998861"/>
                  </a:lnTo>
                  <a:lnTo>
                    <a:pt x="284888" y="5998861"/>
                  </a:lnTo>
                  <a:lnTo>
                    <a:pt x="285033" y="5998861"/>
                  </a:lnTo>
                  <a:lnTo>
                    <a:pt x="285179" y="5998861"/>
                  </a:lnTo>
                  <a:lnTo>
                    <a:pt x="285179" y="5998238"/>
                  </a:lnTo>
                  <a:lnTo>
                    <a:pt x="285324" y="5998238"/>
                  </a:lnTo>
                  <a:lnTo>
                    <a:pt x="285470" y="5998238"/>
                  </a:lnTo>
                  <a:lnTo>
                    <a:pt x="285615" y="5998238"/>
                  </a:lnTo>
                  <a:lnTo>
                    <a:pt x="285761" y="5998238"/>
                  </a:lnTo>
                  <a:lnTo>
                    <a:pt x="285906" y="5998238"/>
                  </a:lnTo>
                  <a:lnTo>
                    <a:pt x="286051" y="5998238"/>
                  </a:lnTo>
                  <a:lnTo>
                    <a:pt x="286051" y="5997614"/>
                  </a:lnTo>
                  <a:lnTo>
                    <a:pt x="286197" y="5997614"/>
                  </a:lnTo>
                  <a:lnTo>
                    <a:pt x="286342" y="5997614"/>
                  </a:lnTo>
                  <a:lnTo>
                    <a:pt x="286488" y="5997614"/>
                  </a:lnTo>
                  <a:lnTo>
                    <a:pt x="286633" y="5997614"/>
                  </a:lnTo>
                  <a:lnTo>
                    <a:pt x="286779" y="5997614"/>
                  </a:lnTo>
                  <a:lnTo>
                    <a:pt x="286924" y="5997614"/>
                  </a:lnTo>
                  <a:lnTo>
                    <a:pt x="286924" y="5996991"/>
                  </a:lnTo>
                  <a:lnTo>
                    <a:pt x="286924" y="5996367"/>
                  </a:lnTo>
                  <a:lnTo>
                    <a:pt x="287069" y="5996367"/>
                  </a:lnTo>
                  <a:lnTo>
                    <a:pt x="287215" y="5996367"/>
                  </a:lnTo>
                  <a:lnTo>
                    <a:pt x="287215" y="5995743"/>
                  </a:lnTo>
                  <a:lnTo>
                    <a:pt x="287215" y="5995120"/>
                  </a:lnTo>
                  <a:lnTo>
                    <a:pt x="287360" y="5995120"/>
                  </a:lnTo>
                  <a:lnTo>
                    <a:pt x="287506" y="5995120"/>
                  </a:lnTo>
                  <a:lnTo>
                    <a:pt x="287651" y="5995120"/>
                  </a:lnTo>
                  <a:lnTo>
                    <a:pt x="287797" y="5995120"/>
                  </a:lnTo>
                  <a:lnTo>
                    <a:pt x="287942" y="5995120"/>
                  </a:lnTo>
                  <a:lnTo>
                    <a:pt x="287942" y="5994496"/>
                  </a:lnTo>
                  <a:lnTo>
                    <a:pt x="288087" y="5994496"/>
                  </a:lnTo>
                  <a:lnTo>
                    <a:pt x="288233" y="5994496"/>
                  </a:lnTo>
                  <a:lnTo>
                    <a:pt x="288378" y="5994496"/>
                  </a:lnTo>
                  <a:lnTo>
                    <a:pt x="288524" y="5994496"/>
                  </a:lnTo>
                  <a:lnTo>
                    <a:pt x="288669" y="5994496"/>
                  </a:lnTo>
                  <a:lnTo>
                    <a:pt x="288815" y="5994496"/>
                  </a:lnTo>
                  <a:lnTo>
                    <a:pt x="288960" y="5994496"/>
                  </a:lnTo>
                  <a:lnTo>
                    <a:pt x="289105" y="5994496"/>
                  </a:lnTo>
                  <a:lnTo>
                    <a:pt x="289251" y="5994496"/>
                  </a:lnTo>
                  <a:lnTo>
                    <a:pt x="289396" y="5994496"/>
                  </a:lnTo>
                  <a:lnTo>
                    <a:pt x="289542" y="5994496"/>
                  </a:lnTo>
                  <a:lnTo>
                    <a:pt x="289687" y="5994496"/>
                  </a:lnTo>
                  <a:lnTo>
                    <a:pt x="289833" y="5994496"/>
                  </a:lnTo>
                  <a:lnTo>
                    <a:pt x="289833" y="5993873"/>
                  </a:lnTo>
                  <a:lnTo>
                    <a:pt x="289833" y="5993249"/>
                  </a:lnTo>
                  <a:lnTo>
                    <a:pt x="289978" y="5993249"/>
                  </a:lnTo>
                  <a:lnTo>
                    <a:pt x="290123" y="5993249"/>
                  </a:lnTo>
                  <a:lnTo>
                    <a:pt x="290123" y="5992626"/>
                  </a:lnTo>
                  <a:lnTo>
                    <a:pt x="290269" y="5992626"/>
                  </a:lnTo>
                  <a:lnTo>
                    <a:pt x="290414" y="5992626"/>
                  </a:lnTo>
                  <a:lnTo>
                    <a:pt x="290414" y="5992002"/>
                  </a:lnTo>
                  <a:lnTo>
                    <a:pt x="290560" y="5992002"/>
                  </a:lnTo>
                  <a:lnTo>
                    <a:pt x="290705" y="5992002"/>
                  </a:lnTo>
                  <a:lnTo>
                    <a:pt x="290705" y="5991378"/>
                  </a:lnTo>
                  <a:lnTo>
                    <a:pt x="290850" y="5991378"/>
                  </a:lnTo>
                  <a:lnTo>
                    <a:pt x="290996" y="5991378"/>
                  </a:lnTo>
                  <a:lnTo>
                    <a:pt x="290996" y="5990755"/>
                  </a:lnTo>
                  <a:lnTo>
                    <a:pt x="291141" y="5990755"/>
                  </a:lnTo>
                  <a:lnTo>
                    <a:pt x="291287" y="5990755"/>
                  </a:lnTo>
                  <a:lnTo>
                    <a:pt x="291287" y="5990131"/>
                  </a:lnTo>
                  <a:lnTo>
                    <a:pt x="291432" y="5990131"/>
                  </a:lnTo>
                  <a:lnTo>
                    <a:pt x="291578" y="5990131"/>
                  </a:lnTo>
                  <a:lnTo>
                    <a:pt x="291578" y="5989508"/>
                  </a:lnTo>
                  <a:lnTo>
                    <a:pt x="291723" y="5989508"/>
                  </a:lnTo>
                  <a:lnTo>
                    <a:pt x="291868" y="5989508"/>
                  </a:lnTo>
                  <a:lnTo>
                    <a:pt x="291868" y="5988884"/>
                  </a:lnTo>
                  <a:lnTo>
                    <a:pt x="292014" y="5988884"/>
                  </a:lnTo>
                  <a:lnTo>
                    <a:pt x="292159" y="5988884"/>
                  </a:lnTo>
                  <a:lnTo>
                    <a:pt x="292305" y="5988884"/>
                  </a:lnTo>
                  <a:lnTo>
                    <a:pt x="292305" y="5988261"/>
                  </a:lnTo>
                  <a:lnTo>
                    <a:pt x="292305" y="5987637"/>
                  </a:lnTo>
                  <a:lnTo>
                    <a:pt x="292450" y="5987637"/>
                  </a:lnTo>
                  <a:lnTo>
                    <a:pt x="292450" y="5987013"/>
                  </a:lnTo>
                  <a:lnTo>
                    <a:pt x="292450" y="5986390"/>
                  </a:lnTo>
                  <a:lnTo>
                    <a:pt x="292596" y="5986390"/>
                  </a:lnTo>
                  <a:lnTo>
                    <a:pt x="292741" y="5986390"/>
                  </a:lnTo>
                  <a:lnTo>
                    <a:pt x="292886" y="5986390"/>
                  </a:lnTo>
                  <a:lnTo>
                    <a:pt x="292886" y="5985766"/>
                  </a:lnTo>
                  <a:lnTo>
                    <a:pt x="293032" y="5985766"/>
                  </a:lnTo>
                  <a:lnTo>
                    <a:pt x="293177" y="5985766"/>
                  </a:lnTo>
                  <a:lnTo>
                    <a:pt x="293177" y="5985143"/>
                  </a:lnTo>
                  <a:lnTo>
                    <a:pt x="293323" y="5985143"/>
                  </a:lnTo>
                  <a:lnTo>
                    <a:pt x="293468" y="5985143"/>
                  </a:lnTo>
                  <a:lnTo>
                    <a:pt x="293614" y="5985143"/>
                  </a:lnTo>
                  <a:lnTo>
                    <a:pt x="293614" y="5984519"/>
                  </a:lnTo>
                  <a:lnTo>
                    <a:pt x="293614" y="5983895"/>
                  </a:lnTo>
                  <a:lnTo>
                    <a:pt x="293614" y="5983272"/>
                  </a:lnTo>
                  <a:lnTo>
                    <a:pt x="293614" y="5982648"/>
                  </a:lnTo>
                  <a:lnTo>
                    <a:pt x="293759" y="5982648"/>
                  </a:lnTo>
                  <a:lnTo>
                    <a:pt x="293904" y="5982648"/>
                  </a:lnTo>
                  <a:lnTo>
                    <a:pt x="294050" y="5982648"/>
                  </a:lnTo>
                  <a:lnTo>
                    <a:pt x="294195" y="5982648"/>
                  </a:lnTo>
                  <a:lnTo>
                    <a:pt x="294195" y="5982025"/>
                  </a:lnTo>
                  <a:lnTo>
                    <a:pt x="294195" y="5981401"/>
                  </a:lnTo>
                  <a:lnTo>
                    <a:pt x="294341" y="5981401"/>
                  </a:lnTo>
                  <a:lnTo>
                    <a:pt x="294486" y="5981401"/>
                  </a:lnTo>
                  <a:lnTo>
                    <a:pt x="294632" y="5981401"/>
                  </a:lnTo>
                  <a:lnTo>
                    <a:pt x="294777" y="5981401"/>
                  </a:lnTo>
                  <a:lnTo>
                    <a:pt x="294922" y="5981401"/>
                  </a:lnTo>
                  <a:lnTo>
                    <a:pt x="295068" y="5981401"/>
                  </a:lnTo>
                  <a:lnTo>
                    <a:pt x="295213" y="5981401"/>
                  </a:lnTo>
                  <a:lnTo>
                    <a:pt x="295359" y="5981401"/>
                  </a:lnTo>
                  <a:lnTo>
                    <a:pt x="295504" y="5981401"/>
                  </a:lnTo>
                  <a:lnTo>
                    <a:pt x="295504" y="5980778"/>
                  </a:lnTo>
                  <a:lnTo>
                    <a:pt x="295504" y="5980154"/>
                  </a:lnTo>
                  <a:lnTo>
                    <a:pt x="295504" y="5979530"/>
                  </a:lnTo>
                  <a:lnTo>
                    <a:pt x="295504" y="5978907"/>
                  </a:lnTo>
                  <a:lnTo>
                    <a:pt x="295504" y="5978283"/>
                  </a:lnTo>
                  <a:lnTo>
                    <a:pt x="295650" y="5978283"/>
                  </a:lnTo>
                  <a:lnTo>
                    <a:pt x="295795" y="5978283"/>
                  </a:lnTo>
                  <a:lnTo>
                    <a:pt x="295940" y="5978283"/>
                  </a:lnTo>
                  <a:lnTo>
                    <a:pt x="296086" y="5978283"/>
                  </a:lnTo>
                  <a:lnTo>
                    <a:pt x="296231" y="5978283"/>
                  </a:lnTo>
                  <a:lnTo>
                    <a:pt x="296377" y="5978283"/>
                  </a:lnTo>
                  <a:lnTo>
                    <a:pt x="296522" y="5978283"/>
                  </a:lnTo>
                  <a:lnTo>
                    <a:pt x="296668" y="5978283"/>
                  </a:lnTo>
                  <a:lnTo>
                    <a:pt x="296813" y="5978283"/>
                  </a:lnTo>
                  <a:lnTo>
                    <a:pt x="296958" y="5978283"/>
                  </a:lnTo>
                  <a:lnTo>
                    <a:pt x="297104" y="5978283"/>
                  </a:lnTo>
                  <a:lnTo>
                    <a:pt x="297249" y="5978283"/>
                  </a:lnTo>
                  <a:lnTo>
                    <a:pt x="297395" y="5978283"/>
                  </a:lnTo>
                  <a:lnTo>
                    <a:pt x="297540" y="5978283"/>
                  </a:lnTo>
                  <a:lnTo>
                    <a:pt x="297685" y="5978283"/>
                  </a:lnTo>
                  <a:lnTo>
                    <a:pt x="297685" y="5977660"/>
                  </a:lnTo>
                  <a:lnTo>
                    <a:pt x="297831" y="5977660"/>
                  </a:lnTo>
                  <a:lnTo>
                    <a:pt x="297976" y="5977660"/>
                  </a:lnTo>
                  <a:lnTo>
                    <a:pt x="298122" y="5977660"/>
                  </a:lnTo>
                  <a:lnTo>
                    <a:pt x="298267" y="5977660"/>
                  </a:lnTo>
                  <a:lnTo>
                    <a:pt x="298267" y="5977036"/>
                  </a:lnTo>
                  <a:lnTo>
                    <a:pt x="298267" y="5976412"/>
                  </a:lnTo>
                  <a:lnTo>
                    <a:pt x="298413" y="5976412"/>
                  </a:lnTo>
                  <a:lnTo>
                    <a:pt x="298413" y="5975789"/>
                  </a:lnTo>
                  <a:lnTo>
                    <a:pt x="298558" y="5975789"/>
                  </a:lnTo>
                  <a:lnTo>
                    <a:pt x="298703" y="5975789"/>
                  </a:lnTo>
                  <a:lnTo>
                    <a:pt x="298703" y="5975165"/>
                  </a:lnTo>
                  <a:lnTo>
                    <a:pt x="298849" y="5975165"/>
                  </a:lnTo>
                  <a:lnTo>
                    <a:pt x="298994" y="5975165"/>
                  </a:lnTo>
                  <a:lnTo>
                    <a:pt x="299140" y="5975165"/>
                  </a:lnTo>
                  <a:lnTo>
                    <a:pt x="299285" y="5975165"/>
                  </a:lnTo>
                  <a:lnTo>
                    <a:pt x="299431" y="5975165"/>
                  </a:lnTo>
                  <a:lnTo>
                    <a:pt x="299576" y="5975165"/>
                  </a:lnTo>
                  <a:lnTo>
                    <a:pt x="299721" y="5975165"/>
                  </a:lnTo>
                  <a:lnTo>
                    <a:pt x="299867" y="5975165"/>
                  </a:lnTo>
                  <a:lnTo>
                    <a:pt x="300012" y="5975165"/>
                  </a:lnTo>
                  <a:lnTo>
                    <a:pt x="300158" y="5975165"/>
                  </a:lnTo>
                  <a:lnTo>
                    <a:pt x="300303" y="5975165"/>
                  </a:lnTo>
                  <a:lnTo>
                    <a:pt x="300449" y="5975165"/>
                  </a:lnTo>
                  <a:lnTo>
                    <a:pt x="300594" y="5975165"/>
                  </a:lnTo>
                  <a:lnTo>
                    <a:pt x="300739" y="5975165"/>
                  </a:lnTo>
                  <a:lnTo>
                    <a:pt x="300885" y="5975165"/>
                  </a:lnTo>
                  <a:lnTo>
                    <a:pt x="301030" y="5975165"/>
                  </a:lnTo>
                  <a:lnTo>
                    <a:pt x="301176" y="5975165"/>
                  </a:lnTo>
                  <a:lnTo>
                    <a:pt x="301321" y="5975165"/>
                  </a:lnTo>
                  <a:lnTo>
                    <a:pt x="301321" y="5974542"/>
                  </a:lnTo>
                  <a:lnTo>
                    <a:pt x="301467" y="5974542"/>
                  </a:lnTo>
                  <a:lnTo>
                    <a:pt x="301612" y="5974542"/>
                  </a:lnTo>
                  <a:lnTo>
                    <a:pt x="301757" y="5974542"/>
                  </a:lnTo>
                  <a:lnTo>
                    <a:pt x="301903" y="5974542"/>
                  </a:lnTo>
                  <a:lnTo>
                    <a:pt x="302048" y="5974542"/>
                  </a:lnTo>
                  <a:lnTo>
                    <a:pt x="302194" y="5974542"/>
                  </a:lnTo>
                  <a:lnTo>
                    <a:pt x="302339" y="5974542"/>
                  </a:lnTo>
                  <a:lnTo>
                    <a:pt x="302339" y="5973918"/>
                  </a:lnTo>
                  <a:lnTo>
                    <a:pt x="302485" y="5973918"/>
                  </a:lnTo>
                  <a:lnTo>
                    <a:pt x="302630" y="5973918"/>
                  </a:lnTo>
                  <a:lnTo>
                    <a:pt x="302775" y="5973918"/>
                  </a:lnTo>
                  <a:lnTo>
                    <a:pt x="302921" y="5973918"/>
                  </a:lnTo>
                  <a:lnTo>
                    <a:pt x="303066" y="5973918"/>
                  </a:lnTo>
                  <a:lnTo>
                    <a:pt x="303212" y="5973918"/>
                  </a:lnTo>
                  <a:lnTo>
                    <a:pt x="303212" y="5973295"/>
                  </a:lnTo>
                  <a:lnTo>
                    <a:pt x="303357" y="5973295"/>
                  </a:lnTo>
                  <a:lnTo>
                    <a:pt x="303503" y="5973295"/>
                  </a:lnTo>
                  <a:lnTo>
                    <a:pt x="303648" y="5973295"/>
                  </a:lnTo>
                  <a:lnTo>
                    <a:pt x="303648" y="5972671"/>
                  </a:lnTo>
                  <a:lnTo>
                    <a:pt x="303648" y="5972047"/>
                  </a:lnTo>
                  <a:lnTo>
                    <a:pt x="303648" y="5971424"/>
                  </a:lnTo>
                  <a:lnTo>
                    <a:pt x="303648" y="5970800"/>
                  </a:lnTo>
                  <a:lnTo>
                    <a:pt x="303793" y="5970800"/>
                  </a:lnTo>
                  <a:lnTo>
                    <a:pt x="303939" y="5970800"/>
                  </a:lnTo>
                  <a:lnTo>
                    <a:pt x="303939" y="5970177"/>
                  </a:lnTo>
                  <a:lnTo>
                    <a:pt x="304084" y="5970177"/>
                  </a:lnTo>
                  <a:lnTo>
                    <a:pt x="304230" y="5970177"/>
                  </a:lnTo>
                  <a:lnTo>
                    <a:pt x="304230" y="5969553"/>
                  </a:lnTo>
                  <a:lnTo>
                    <a:pt x="304230" y="5968929"/>
                  </a:lnTo>
                  <a:lnTo>
                    <a:pt x="304375" y="5968929"/>
                  </a:lnTo>
                  <a:lnTo>
                    <a:pt x="304520" y="5968929"/>
                  </a:lnTo>
                  <a:lnTo>
                    <a:pt x="304666" y="5968929"/>
                  </a:lnTo>
                  <a:lnTo>
                    <a:pt x="304666" y="5968306"/>
                  </a:lnTo>
                  <a:lnTo>
                    <a:pt x="304811" y="5968306"/>
                  </a:lnTo>
                  <a:lnTo>
                    <a:pt x="304957" y="5968306"/>
                  </a:lnTo>
                  <a:lnTo>
                    <a:pt x="304957" y="5967682"/>
                  </a:lnTo>
                  <a:lnTo>
                    <a:pt x="305102" y="5967682"/>
                  </a:lnTo>
                  <a:lnTo>
                    <a:pt x="305102" y="5967059"/>
                  </a:lnTo>
                  <a:lnTo>
                    <a:pt x="305248" y="5967059"/>
                  </a:lnTo>
                  <a:lnTo>
                    <a:pt x="305393" y="5967059"/>
                  </a:lnTo>
                  <a:lnTo>
                    <a:pt x="305538" y="5967059"/>
                  </a:lnTo>
                  <a:lnTo>
                    <a:pt x="305684" y="5967059"/>
                  </a:lnTo>
                  <a:lnTo>
                    <a:pt x="305829" y="5967059"/>
                  </a:lnTo>
                  <a:lnTo>
                    <a:pt x="305975" y="5967059"/>
                  </a:lnTo>
                  <a:lnTo>
                    <a:pt x="305975" y="5966435"/>
                  </a:lnTo>
                  <a:lnTo>
                    <a:pt x="306120" y="5966435"/>
                  </a:lnTo>
                  <a:lnTo>
                    <a:pt x="306266" y="5966435"/>
                  </a:lnTo>
                  <a:lnTo>
                    <a:pt x="306411" y="5966435"/>
                  </a:lnTo>
                  <a:lnTo>
                    <a:pt x="306411" y="5965812"/>
                  </a:lnTo>
                  <a:lnTo>
                    <a:pt x="306556" y="5965812"/>
                  </a:lnTo>
                  <a:lnTo>
                    <a:pt x="306702" y="5965812"/>
                  </a:lnTo>
                  <a:lnTo>
                    <a:pt x="306847" y="5965812"/>
                  </a:lnTo>
                  <a:lnTo>
                    <a:pt x="306993" y="5965812"/>
                  </a:lnTo>
                  <a:lnTo>
                    <a:pt x="307138" y="5965812"/>
                  </a:lnTo>
                  <a:lnTo>
                    <a:pt x="307284" y="5965812"/>
                  </a:lnTo>
                  <a:lnTo>
                    <a:pt x="307429" y="5965812"/>
                  </a:lnTo>
                  <a:lnTo>
                    <a:pt x="307574" y="5965812"/>
                  </a:lnTo>
                  <a:lnTo>
                    <a:pt x="307720" y="5965812"/>
                  </a:lnTo>
                  <a:lnTo>
                    <a:pt x="307865" y="5965812"/>
                  </a:lnTo>
                  <a:lnTo>
                    <a:pt x="307865" y="5965188"/>
                  </a:lnTo>
                  <a:lnTo>
                    <a:pt x="308011" y="5965188"/>
                  </a:lnTo>
                  <a:lnTo>
                    <a:pt x="308011" y="5964564"/>
                  </a:lnTo>
                  <a:lnTo>
                    <a:pt x="308156" y="5964564"/>
                  </a:lnTo>
                  <a:lnTo>
                    <a:pt x="308156" y="5963941"/>
                  </a:lnTo>
                  <a:lnTo>
                    <a:pt x="308302" y="5963941"/>
                  </a:lnTo>
                  <a:lnTo>
                    <a:pt x="308302" y="5963317"/>
                  </a:lnTo>
                  <a:lnTo>
                    <a:pt x="308447" y="5963317"/>
                  </a:lnTo>
                  <a:lnTo>
                    <a:pt x="308592" y="5963317"/>
                  </a:lnTo>
                  <a:lnTo>
                    <a:pt x="308738" y="5963317"/>
                  </a:lnTo>
                  <a:lnTo>
                    <a:pt x="308883" y="5963317"/>
                  </a:lnTo>
                  <a:lnTo>
                    <a:pt x="309029" y="5963317"/>
                  </a:lnTo>
                  <a:lnTo>
                    <a:pt x="309029" y="5962694"/>
                  </a:lnTo>
                  <a:lnTo>
                    <a:pt x="309174" y="5962694"/>
                  </a:lnTo>
                  <a:lnTo>
                    <a:pt x="309320" y="5962694"/>
                  </a:lnTo>
                  <a:lnTo>
                    <a:pt x="309465" y="5962694"/>
                  </a:lnTo>
                  <a:lnTo>
                    <a:pt x="309610" y="5962694"/>
                  </a:lnTo>
                  <a:lnTo>
                    <a:pt x="309756" y="5962694"/>
                  </a:lnTo>
                  <a:lnTo>
                    <a:pt x="309901" y="5962694"/>
                  </a:lnTo>
                  <a:lnTo>
                    <a:pt x="310047" y="5962694"/>
                  </a:lnTo>
                  <a:lnTo>
                    <a:pt x="310047" y="5962070"/>
                  </a:lnTo>
                  <a:lnTo>
                    <a:pt x="310192" y="5962070"/>
                  </a:lnTo>
                  <a:lnTo>
                    <a:pt x="310338" y="5962070"/>
                  </a:lnTo>
                  <a:lnTo>
                    <a:pt x="310483" y="5962070"/>
                  </a:lnTo>
                  <a:lnTo>
                    <a:pt x="310628" y="5962070"/>
                  </a:lnTo>
                  <a:lnTo>
                    <a:pt x="310628" y="5961446"/>
                  </a:lnTo>
                  <a:lnTo>
                    <a:pt x="310774" y="5961446"/>
                  </a:lnTo>
                  <a:lnTo>
                    <a:pt x="310919" y="5961446"/>
                  </a:lnTo>
                  <a:lnTo>
                    <a:pt x="311065" y="5961446"/>
                  </a:lnTo>
                  <a:lnTo>
                    <a:pt x="311210" y="5961446"/>
                  </a:lnTo>
                  <a:lnTo>
                    <a:pt x="311210" y="5960823"/>
                  </a:lnTo>
                  <a:lnTo>
                    <a:pt x="311355" y="5960823"/>
                  </a:lnTo>
                  <a:lnTo>
                    <a:pt x="311501" y="5960823"/>
                  </a:lnTo>
                  <a:lnTo>
                    <a:pt x="311646" y="5960823"/>
                  </a:lnTo>
                  <a:lnTo>
                    <a:pt x="311792" y="5960823"/>
                  </a:lnTo>
                  <a:lnTo>
                    <a:pt x="311937" y="5960823"/>
                  </a:lnTo>
                  <a:lnTo>
                    <a:pt x="311937" y="5960199"/>
                  </a:lnTo>
                  <a:lnTo>
                    <a:pt x="312083" y="5960199"/>
                  </a:lnTo>
                  <a:lnTo>
                    <a:pt x="312228" y="5960199"/>
                  </a:lnTo>
                  <a:lnTo>
                    <a:pt x="312228" y="5959576"/>
                  </a:lnTo>
                  <a:lnTo>
                    <a:pt x="312373" y="5959576"/>
                  </a:lnTo>
                  <a:lnTo>
                    <a:pt x="312519" y="5959576"/>
                  </a:lnTo>
                  <a:lnTo>
                    <a:pt x="312664" y="5959576"/>
                  </a:lnTo>
                  <a:lnTo>
                    <a:pt x="312810" y="5959576"/>
                  </a:lnTo>
                  <a:lnTo>
                    <a:pt x="312955" y="5959576"/>
                  </a:lnTo>
                  <a:lnTo>
                    <a:pt x="313101" y="5959576"/>
                  </a:lnTo>
                  <a:lnTo>
                    <a:pt x="313246" y="5959576"/>
                  </a:lnTo>
                  <a:lnTo>
                    <a:pt x="313391" y="5959576"/>
                  </a:lnTo>
                  <a:lnTo>
                    <a:pt x="313537" y="5959576"/>
                  </a:lnTo>
                  <a:lnTo>
                    <a:pt x="313537" y="5958952"/>
                  </a:lnTo>
                  <a:lnTo>
                    <a:pt x="313537" y="5958329"/>
                  </a:lnTo>
                  <a:lnTo>
                    <a:pt x="313682" y="5958329"/>
                  </a:lnTo>
                  <a:lnTo>
                    <a:pt x="313828" y="5958329"/>
                  </a:lnTo>
                  <a:lnTo>
                    <a:pt x="313973" y="5958329"/>
                  </a:lnTo>
                  <a:lnTo>
                    <a:pt x="314119" y="5958329"/>
                  </a:lnTo>
                  <a:lnTo>
                    <a:pt x="314119" y="5957705"/>
                  </a:lnTo>
                  <a:lnTo>
                    <a:pt x="314119" y="5957081"/>
                  </a:lnTo>
                  <a:lnTo>
                    <a:pt x="314264" y="5957081"/>
                  </a:lnTo>
                  <a:lnTo>
                    <a:pt x="314264" y="5956458"/>
                  </a:lnTo>
                  <a:lnTo>
                    <a:pt x="314409" y="5956458"/>
                  </a:lnTo>
                  <a:lnTo>
                    <a:pt x="314555" y="5956458"/>
                  </a:lnTo>
                  <a:lnTo>
                    <a:pt x="314700" y="5956458"/>
                  </a:lnTo>
                  <a:lnTo>
                    <a:pt x="314846" y="5956458"/>
                  </a:lnTo>
                  <a:lnTo>
                    <a:pt x="314991" y="5956458"/>
                  </a:lnTo>
                  <a:lnTo>
                    <a:pt x="315137" y="5956458"/>
                  </a:lnTo>
                  <a:lnTo>
                    <a:pt x="315137" y="5955834"/>
                  </a:lnTo>
                  <a:lnTo>
                    <a:pt x="315282" y="5955834"/>
                  </a:lnTo>
                  <a:lnTo>
                    <a:pt x="315427" y="5955834"/>
                  </a:lnTo>
                  <a:lnTo>
                    <a:pt x="315573" y="5955834"/>
                  </a:lnTo>
                  <a:lnTo>
                    <a:pt x="315718" y="5955834"/>
                  </a:lnTo>
                  <a:lnTo>
                    <a:pt x="315864" y="5955834"/>
                  </a:lnTo>
                  <a:lnTo>
                    <a:pt x="316009" y="5955834"/>
                  </a:lnTo>
                  <a:lnTo>
                    <a:pt x="316009" y="5955211"/>
                  </a:lnTo>
                  <a:lnTo>
                    <a:pt x="316155" y="5955211"/>
                  </a:lnTo>
                  <a:lnTo>
                    <a:pt x="316300" y="5955211"/>
                  </a:lnTo>
                  <a:lnTo>
                    <a:pt x="316445" y="5955211"/>
                  </a:lnTo>
                  <a:lnTo>
                    <a:pt x="316591" y="5955211"/>
                  </a:lnTo>
                  <a:lnTo>
                    <a:pt x="316591" y="5954587"/>
                  </a:lnTo>
                  <a:lnTo>
                    <a:pt x="316736" y="5954587"/>
                  </a:lnTo>
                  <a:lnTo>
                    <a:pt x="316882" y="5954587"/>
                  </a:lnTo>
                  <a:lnTo>
                    <a:pt x="317027" y="5954587"/>
                  </a:lnTo>
                  <a:lnTo>
                    <a:pt x="317173" y="5954587"/>
                  </a:lnTo>
                  <a:lnTo>
                    <a:pt x="317318" y="5954587"/>
                  </a:lnTo>
                  <a:lnTo>
                    <a:pt x="317463" y="5954587"/>
                  </a:lnTo>
                  <a:lnTo>
                    <a:pt x="317609" y="5954587"/>
                  </a:lnTo>
                  <a:lnTo>
                    <a:pt x="317609" y="5953963"/>
                  </a:lnTo>
                  <a:lnTo>
                    <a:pt x="317609" y="5953340"/>
                  </a:lnTo>
                  <a:lnTo>
                    <a:pt x="317754" y="5953340"/>
                  </a:lnTo>
                  <a:lnTo>
                    <a:pt x="317900" y="5953340"/>
                  </a:lnTo>
                  <a:lnTo>
                    <a:pt x="318045" y="5953340"/>
                  </a:lnTo>
                  <a:lnTo>
                    <a:pt x="318190" y="5953340"/>
                  </a:lnTo>
                  <a:lnTo>
                    <a:pt x="318336" y="5953340"/>
                  </a:lnTo>
                  <a:lnTo>
                    <a:pt x="318336" y="5952716"/>
                  </a:lnTo>
                  <a:lnTo>
                    <a:pt x="318481" y="5952716"/>
                  </a:lnTo>
                  <a:lnTo>
                    <a:pt x="318627" y="5952716"/>
                  </a:lnTo>
                  <a:lnTo>
                    <a:pt x="318772" y="5952716"/>
                  </a:lnTo>
                  <a:lnTo>
                    <a:pt x="318772" y="5952093"/>
                  </a:lnTo>
                  <a:lnTo>
                    <a:pt x="318918" y="5952093"/>
                  </a:lnTo>
                  <a:lnTo>
                    <a:pt x="319063" y="5952093"/>
                  </a:lnTo>
                  <a:lnTo>
                    <a:pt x="319063" y="5951469"/>
                  </a:lnTo>
                  <a:lnTo>
                    <a:pt x="319208" y="5951469"/>
                  </a:lnTo>
                  <a:lnTo>
                    <a:pt x="319354" y="5951469"/>
                  </a:lnTo>
                  <a:lnTo>
                    <a:pt x="319499" y="5951469"/>
                  </a:lnTo>
                  <a:lnTo>
                    <a:pt x="319645" y="5951469"/>
                  </a:lnTo>
                  <a:lnTo>
                    <a:pt x="319790" y="5951469"/>
                  </a:lnTo>
                  <a:lnTo>
                    <a:pt x="319936" y="5951469"/>
                  </a:lnTo>
                  <a:lnTo>
                    <a:pt x="320081" y="5951469"/>
                  </a:lnTo>
                  <a:lnTo>
                    <a:pt x="320226" y="5951469"/>
                  </a:lnTo>
                  <a:lnTo>
                    <a:pt x="320372" y="5951469"/>
                  </a:lnTo>
                  <a:lnTo>
                    <a:pt x="320372" y="5950846"/>
                  </a:lnTo>
                  <a:lnTo>
                    <a:pt x="320372" y="5950222"/>
                  </a:lnTo>
                  <a:lnTo>
                    <a:pt x="320517" y="5950222"/>
                  </a:lnTo>
                  <a:lnTo>
                    <a:pt x="320663" y="5950222"/>
                  </a:lnTo>
                  <a:lnTo>
                    <a:pt x="320663" y="5949598"/>
                  </a:lnTo>
                  <a:lnTo>
                    <a:pt x="320808" y="5949598"/>
                  </a:lnTo>
                  <a:lnTo>
                    <a:pt x="320954" y="5949598"/>
                  </a:lnTo>
                  <a:lnTo>
                    <a:pt x="321099" y="5949598"/>
                  </a:lnTo>
                  <a:lnTo>
                    <a:pt x="321244" y="5949598"/>
                  </a:lnTo>
                  <a:lnTo>
                    <a:pt x="321390" y="5949598"/>
                  </a:lnTo>
                  <a:lnTo>
                    <a:pt x="321390" y="5948975"/>
                  </a:lnTo>
                  <a:lnTo>
                    <a:pt x="321535" y="5948975"/>
                  </a:lnTo>
                  <a:lnTo>
                    <a:pt x="321681" y="5948975"/>
                  </a:lnTo>
                  <a:lnTo>
                    <a:pt x="321826" y="5948975"/>
                  </a:lnTo>
                  <a:lnTo>
                    <a:pt x="321972" y="5948975"/>
                  </a:lnTo>
                  <a:lnTo>
                    <a:pt x="322117" y="5948975"/>
                  </a:lnTo>
                  <a:lnTo>
                    <a:pt x="322262" y="5948975"/>
                  </a:lnTo>
                  <a:lnTo>
                    <a:pt x="322262" y="5948351"/>
                  </a:lnTo>
                  <a:lnTo>
                    <a:pt x="322262" y="5947728"/>
                  </a:lnTo>
                  <a:lnTo>
                    <a:pt x="322408" y="5947728"/>
                  </a:lnTo>
                  <a:lnTo>
                    <a:pt x="322408" y="5947104"/>
                  </a:lnTo>
                  <a:lnTo>
                    <a:pt x="322408" y="5946480"/>
                  </a:lnTo>
                  <a:lnTo>
                    <a:pt x="322553" y="5946480"/>
                  </a:lnTo>
                  <a:lnTo>
                    <a:pt x="322699" y="5946480"/>
                  </a:lnTo>
                  <a:lnTo>
                    <a:pt x="322844" y="5946480"/>
                  </a:lnTo>
                  <a:lnTo>
                    <a:pt x="322990" y="5946480"/>
                  </a:lnTo>
                  <a:lnTo>
                    <a:pt x="323135" y="5946480"/>
                  </a:lnTo>
                  <a:lnTo>
                    <a:pt x="323280" y="5946480"/>
                  </a:lnTo>
                  <a:lnTo>
                    <a:pt x="323426" y="5946480"/>
                  </a:lnTo>
                  <a:lnTo>
                    <a:pt x="323571" y="5946480"/>
                  </a:lnTo>
                  <a:lnTo>
                    <a:pt x="323717" y="5946480"/>
                  </a:lnTo>
                  <a:lnTo>
                    <a:pt x="323862" y="5946480"/>
                  </a:lnTo>
                  <a:lnTo>
                    <a:pt x="323862" y="5945857"/>
                  </a:lnTo>
                  <a:lnTo>
                    <a:pt x="324008" y="5945857"/>
                  </a:lnTo>
                  <a:lnTo>
                    <a:pt x="324153" y="5945857"/>
                  </a:lnTo>
                  <a:lnTo>
                    <a:pt x="324298" y="5945857"/>
                  </a:lnTo>
                  <a:lnTo>
                    <a:pt x="324298" y="5945233"/>
                  </a:lnTo>
                  <a:lnTo>
                    <a:pt x="324298" y="5944610"/>
                  </a:lnTo>
                  <a:lnTo>
                    <a:pt x="324444" y="5944610"/>
                  </a:lnTo>
                  <a:lnTo>
                    <a:pt x="324589" y="5944610"/>
                  </a:lnTo>
                  <a:lnTo>
                    <a:pt x="324735" y="5944610"/>
                  </a:lnTo>
                  <a:lnTo>
                    <a:pt x="324880" y="5944610"/>
                  </a:lnTo>
                  <a:lnTo>
                    <a:pt x="324880" y="5943986"/>
                  </a:lnTo>
                  <a:lnTo>
                    <a:pt x="325025" y="5943986"/>
                  </a:lnTo>
                  <a:lnTo>
                    <a:pt x="325171" y="5943986"/>
                  </a:lnTo>
                  <a:lnTo>
                    <a:pt x="325316" y="5943986"/>
                  </a:lnTo>
                  <a:lnTo>
                    <a:pt x="325462" y="5943986"/>
                  </a:lnTo>
                  <a:lnTo>
                    <a:pt x="325462" y="5943363"/>
                  </a:lnTo>
                  <a:lnTo>
                    <a:pt x="325607" y="5943363"/>
                  </a:lnTo>
                  <a:lnTo>
                    <a:pt x="325753" y="5943363"/>
                  </a:lnTo>
                  <a:lnTo>
                    <a:pt x="325753" y="5942739"/>
                  </a:lnTo>
                  <a:lnTo>
                    <a:pt x="325898" y="5942739"/>
                  </a:lnTo>
                  <a:lnTo>
                    <a:pt x="326043" y="5942739"/>
                  </a:lnTo>
                  <a:lnTo>
                    <a:pt x="326189" y="5942739"/>
                  </a:lnTo>
                  <a:lnTo>
                    <a:pt x="326334" y="5942739"/>
                  </a:lnTo>
                  <a:lnTo>
                    <a:pt x="326480" y="5942739"/>
                  </a:lnTo>
                  <a:lnTo>
                    <a:pt x="326625" y="5942739"/>
                  </a:lnTo>
                  <a:lnTo>
                    <a:pt x="326771" y="5942739"/>
                  </a:lnTo>
                  <a:lnTo>
                    <a:pt x="326916" y="5942739"/>
                  </a:lnTo>
                  <a:lnTo>
                    <a:pt x="327061" y="5942739"/>
                  </a:lnTo>
                  <a:lnTo>
                    <a:pt x="327207" y="5942739"/>
                  </a:lnTo>
                  <a:lnTo>
                    <a:pt x="327207" y="5942115"/>
                  </a:lnTo>
                  <a:lnTo>
                    <a:pt x="327352" y="5942115"/>
                  </a:lnTo>
                  <a:lnTo>
                    <a:pt x="327498" y="5942115"/>
                  </a:lnTo>
                  <a:lnTo>
                    <a:pt x="327498" y="5941492"/>
                  </a:lnTo>
                  <a:lnTo>
                    <a:pt x="327643" y="5941492"/>
                  </a:lnTo>
                  <a:lnTo>
                    <a:pt x="327789" y="5941492"/>
                  </a:lnTo>
                  <a:lnTo>
                    <a:pt x="327934" y="5941492"/>
                  </a:lnTo>
                  <a:lnTo>
                    <a:pt x="328079" y="5941492"/>
                  </a:lnTo>
                  <a:lnTo>
                    <a:pt x="328079" y="5940868"/>
                  </a:lnTo>
                  <a:lnTo>
                    <a:pt x="328225" y="5940868"/>
                  </a:lnTo>
                  <a:lnTo>
                    <a:pt x="328370" y="5940868"/>
                  </a:lnTo>
                  <a:lnTo>
                    <a:pt x="328516" y="5940868"/>
                  </a:lnTo>
                  <a:lnTo>
                    <a:pt x="328661" y="5940868"/>
                  </a:lnTo>
                  <a:lnTo>
                    <a:pt x="328807" y="5940868"/>
                  </a:lnTo>
                  <a:lnTo>
                    <a:pt x="328807" y="5940245"/>
                  </a:lnTo>
                  <a:lnTo>
                    <a:pt x="328952" y="5940245"/>
                  </a:lnTo>
                  <a:lnTo>
                    <a:pt x="329097" y="5940245"/>
                  </a:lnTo>
                  <a:lnTo>
                    <a:pt x="329243" y="5940245"/>
                  </a:lnTo>
                  <a:lnTo>
                    <a:pt x="329243" y="5939621"/>
                  </a:lnTo>
                  <a:lnTo>
                    <a:pt x="329388" y="5939621"/>
                  </a:lnTo>
                  <a:lnTo>
                    <a:pt x="329534" y="5939621"/>
                  </a:lnTo>
                  <a:lnTo>
                    <a:pt x="329679" y="5939621"/>
                  </a:lnTo>
                  <a:lnTo>
                    <a:pt x="329825" y="5939621"/>
                  </a:lnTo>
                  <a:lnTo>
                    <a:pt x="329970" y="5939621"/>
                  </a:lnTo>
                  <a:lnTo>
                    <a:pt x="330115" y="5939621"/>
                  </a:lnTo>
                  <a:lnTo>
                    <a:pt x="330261" y="5939621"/>
                  </a:lnTo>
                  <a:lnTo>
                    <a:pt x="330261" y="5938998"/>
                  </a:lnTo>
                  <a:lnTo>
                    <a:pt x="330406" y="5938998"/>
                  </a:lnTo>
                  <a:lnTo>
                    <a:pt x="330406" y="5938374"/>
                  </a:lnTo>
                  <a:lnTo>
                    <a:pt x="330552" y="5938374"/>
                  </a:lnTo>
                  <a:lnTo>
                    <a:pt x="330697" y="5938374"/>
                  </a:lnTo>
                  <a:lnTo>
                    <a:pt x="330842" y="5938374"/>
                  </a:lnTo>
                  <a:lnTo>
                    <a:pt x="330988" y="5938374"/>
                  </a:lnTo>
                  <a:lnTo>
                    <a:pt x="331133" y="5938374"/>
                  </a:lnTo>
                  <a:lnTo>
                    <a:pt x="331279" y="5938374"/>
                  </a:lnTo>
                  <a:lnTo>
                    <a:pt x="331424" y="5938374"/>
                  </a:lnTo>
                  <a:lnTo>
                    <a:pt x="331424" y="5937750"/>
                  </a:lnTo>
                  <a:lnTo>
                    <a:pt x="331570" y="5937750"/>
                  </a:lnTo>
                  <a:lnTo>
                    <a:pt x="331570" y="5937127"/>
                  </a:lnTo>
                  <a:lnTo>
                    <a:pt x="331715" y="5937127"/>
                  </a:lnTo>
                  <a:lnTo>
                    <a:pt x="331860" y="5937127"/>
                  </a:lnTo>
                  <a:lnTo>
                    <a:pt x="332006" y="5937127"/>
                  </a:lnTo>
                  <a:lnTo>
                    <a:pt x="332151" y="5937127"/>
                  </a:lnTo>
                  <a:lnTo>
                    <a:pt x="332297" y="5937127"/>
                  </a:lnTo>
                  <a:lnTo>
                    <a:pt x="332442" y="5937127"/>
                  </a:lnTo>
                  <a:lnTo>
                    <a:pt x="332588" y="5937127"/>
                  </a:lnTo>
                  <a:lnTo>
                    <a:pt x="332733" y="5937127"/>
                  </a:lnTo>
                  <a:lnTo>
                    <a:pt x="332878" y="5937127"/>
                  </a:lnTo>
                  <a:lnTo>
                    <a:pt x="332878" y="5936503"/>
                  </a:lnTo>
                  <a:lnTo>
                    <a:pt x="333024" y="5936503"/>
                  </a:lnTo>
                  <a:lnTo>
                    <a:pt x="333024" y="5935880"/>
                  </a:lnTo>
                  <a:lnTo>
                    <a:pt x="333169" y="5935880"/>
                  </a:lnTo>
                  <a:lnTo>
                    <a:pt x="333315" y="5935880"/>
                  </a:lnTo>
                  <a:lnTo>
                    <a:pt x="333315" y="5935256"/>
                  </a:lnTo>
                  <a:lnTo>
                    <a:pt x="333460" y="5935256"/>
                  </a:lnTo>
                  <a:lnTo>
                    <a:pt x="333606" y="5935256"/>
                  </a:lnTo>
                  <a:lnTo>
                    <a:pt x="333751" y="5935256"/>
                  </a:lnTo>
                  <a:lnTo>
                    <a:pt x="333896" y="5935256"/>
                  </a:lnTo>
                  <a:lnTo>
                    <a:pt x="334042" y="5935256"/>
                  </a:lnTo>
                  <a:lnTo>
                    <a:pt x="334187" y="5935256"/>
                  </a:lnTo>
                  <a:lnTo>
                    <a:pt x="334333" y="5935256"/>
                  </a:lnTo>
                  <a:lnTo>
                    <a:pt x="334333" y="5934632"/>
                  </a:lnTo>
                  <a:lnTo>
                    <a:pt x="334478" y="5934632"/>
                  </a:lnTo>
                  <a:lnTo>
                    <a:pt x="334478" y="5934009"/>
                  </a:lnTo>
                  <a:lnTo>
                    <a:pt x="334624" y="5934009"/>
                  </a:lnTo>
                  <a:lnTo>
                    <a:pt x="334769" y="5934009"/>
                  </a:lnTo>
                  <a:lnTo>
                    <a:pt x="334914" y="5934009"/>
                  </a:lnTo>
                  <a:lnTo>
                    <a:pt x="335060" y="5934009"/>
                  </a:lnTo>
                  <a:lnTo>
                    <a:pt x="335205" y="5934009"/>
                  </a:lnTo>
                  <a:lnTo>
                    <a:pt x="335351" y="5934009"/>
                  </a:lnTo>
                  <a:lnTo>
                    <a:pt x="335496" y="5934009"/>
                  </a:lnTo>
                  <a:lnTo>
                    <a:pt x="335642" y="5934009"/>
                  </a:lnTo>
                  <a:lnTo>
                    <a:pt x="335642" y="5933385"/>
                  </a:lnTo>
                  <a:lnTo>
                    <a:pt x="335787" y="5933385"/>
                  </a:lnTo>
                  <a:lnTo>
                    <a:pt x="335932" y="5933385"/>
                  </a:lnTo>
                  <a:lnTo>
                    <a:pt x="336078" y="5933385"/>
                  </a:lnTo>
                  <a:lnTo>
                    <a:pt x="336223" y="5933385"/>
                  </a:lnTo>
                  <a:lnTo>
                    <a:pt x="336223" y="5932762"/>
                  </a:lnTo>
                  <a:lnTo>
                    <a:pt x="336369" y="5932762"/>
                  </a:lnTo>
                  <a:lnTo>
                    <a:pt x="336369" y="5932138"/>
                  </a:lnTo>
                  <a:lnTo>
                    <a:pt x="336514" y="5932138"/>
                  </a:lnTo>
                  <a:lnTo>
                    <a:pt x="336660" y="5932138"/>
                  </a:lnTo>
                  <a:lnTo>
                    <a:pt x="336660" y="5931515"/>
                  </a:lnTo>
                  <a:lnTo>
                    <a:pt x="336805" y="5931515"/>
                  </a:lnTo>
                  <a:lnTo>
                    <a:pt x="336950" y="5931515"/>
                  </a:lnTo>
                  <a:lnTo>
                    <a:pt x="337096" y="5931515"/>
                  </a:lnTo>
                  <a:lnTo>
                    <a:pt x="337241" y="5931515"/>
                  </a:lnTo>
                  <a:lnTo>
                    <a:pt x="337387" y="5931515"/>
                  </a:lnTo>
                  <a:lnTo>
                    <a:pt x="337532" y="5931515"/>
                  </a:lnTo>
                  <a:lnTo>
                    <a:pt x="337677" y="5931515"/>
                  </a:lnTo>
                  <a:lnTo>
                    <a:pt x="337823" y="5931515"/>
                  </a:lnTo>
                  <a:lnTo>
                    <a:pt x="337968" y="5931515"/>
                  </a:lnTo>
                  <a:lnTo>
                    <a:pt x="338114" y="5931515"/>
                  </a:lnTo>
                  <a:lnTo>
                    <a:pt x="338259" y="5931515"/>
                  </a:lnTo>
                  <a:lnTo>
                    <a:pt x="338405" y="5931515"/>
                  </a:lnTo>
                  <a:lnTo>
                    <a:pt x="338405" y="5930891"/>
                  </a:lnTo>
                  <a:lnTo>
                    <a:pt x="338405" y="5930267"/>
                  </a:lnTo>
                  <a:lnTo>
                    <a:pt x="338550" y="5930267"/>
                  </a:lnTo>
                  <a:lnTo>
                    <a:pt x="338550" y="5929644"/>
                  </a:lnTo>
                  <a:lnTo>
                    <a:pt x="338695" y="5929644"/>
                  </a:lnTo>
                  <a:lnTo>
                    <a:pt x="338841" y="5929644"/>
                  </a:lnTo>
                  <a:lnTo>
                    <a:pt x="338986" y="5929644"/>
                  </a:lnTo>
                  <a:lnTo>
                    <a:pt x="339132" y="5929644"/>
                  </a:lnTo>
                  <a:lnTo>
                    <a:pt x="339132" y="5929020"/>
                  </a:lnTo>
                  <a:lnTo>
                    <a:pt x="339277" y="5929020"/>
                  </a:lnTo>
                  <a:lnTo>
                    <a:pt x="339277" y="5928397"/>
                  </a:lnTo>
                  <a:lnTo>
                    <a:pt x="339423" y="5928397"/>
                  </a:lnTo>
                  <a:lnTo>
                    <a:pt x="339568" y="5928397"/>
                  </a:lnTo>
                  <a:lnTo>
                    <a:pt x="339713" y="5928397"/>
                  </a:lnTo>
                  <a:lnTo>
                    <a:pt x="339859" y="5928397"/>
                  </a:lnTo>
                  <a:lnTo>
                    <a:pt x="339859" y="5927773"/>
                  </a:lnTo>
                  <a:lnTo>
                    <a:pt x="340004" y="5927773"/>
                  </a:lnTo>
                  <a:lnTo>
                    <a:pt x="340150" y="5927773"/>
                  </a:lnTo>
                  <a:lnTo>
                    <a:pt x="340295" y="5927773"/>
                  </a:lnTo>
                  <a:lnTo>
                    <a:pt x="340441" y="5927773"/>
                  </a:lnTo>
                  <a:lnTo>
                    <a:pt x="340586" y="5927773"/>
                  </a:lnTo>
                  <a:lnTo>
                    <a:pt x="340731" y="5927773"/>
                  </a:lnTo>
                  <a:lnTo>
                    <a:pt x="340731" y="5927149"/>
                  </a:lnTo>
                  <a:lnTo>
                    <a:pt x="340877" y="5927149"/>
                  </a:lnTo>
                  <a:lnTo>
                    <a:pt x="341022" y="5927149"/>
                  </a:lnTo>
                  <a:lnTo>
                    <a:pt x="341168" y="5927149"/>
                  </a:lnTo>
                  <a:lnTo>
                    <a:pt x="341313" y="5927149"/>
                  </a:lnTo>
                  <a:lnTo>
                    <a:pt x="341459" y="5927149"/>
                  </a:lnTo>
                  <a:lnTo>
                    <a:pt x="341459" y="5926526"/>
                  </a:lnTo>
                  <a:lnTo>
                    <a:pt x="341604" y="5926526"/>
                  </a:lnTo>
                  <a:lnTo>
                    <a:pt x="341749" y="5926526"/>
                  </a:lnTo>
                  <a:lnTo>
                    <a:pt x="341749" y="5925902"/>
                  </a:lnTo>
                  <a:lnTo>
                    <a:pt x="341895" y="5925902"/>
                  </a:lnTo>
                  <a:lnTo>
                    <a:pt x="342040" y="5925902"/>
                  </a:lnTo>
                  <a:lnTo>
                    <a:pt x="342186" y="5925902"/>
                  </a:lnTo>
                  <a:lnTo>
                    <a:pt x="342331" y="5925902"/>
                  </a:lnTo>
                  <a:lnTo>
                    <a:pt x="342477" y="5925902"/>
                  </a:lnTo>
                  <a:lnTo>
                    <a:pt x="342622" y="5925902"/>
                  </a:lnTo>
                  <a:lnTo>
                    <a:pt x="342767" y="5925902"/>
                  </a:lnTo>
                  <a:lnTo>
                    <a:pt x="342913" y="5925902"/>
                  </a:lnTo>
                  <a:lnTo>
                    <a:pt x="343058" y="5925902"/>
                  </a:lnTo>
                  <a:lnTo>
                    <a:pt x="343204" y="5925902"/>
                  </a:lnTo>
                  <a:lnTo>
                    <a:pt x="343349" y="5925902"/>
                  </a:lnTo>
                  <a:lnTo>
                    <a:pt x="343495" y="5925902"/>
                  </a:lnTo>
                  <a:lnTo>
                    <a:pt x="343495" y="5925279"/>
                  </a:lnTo>
                  <a:lnTo>
                    <a:pt x="343640" y="5925279"/>
                  </a:lnTo>
                  <a:lnTo>
                    <a:pt x="343785" y="5925279"/>
                  </a:lnTo>
                  <a:lnTo>
                    <a:pt x="343931" y="5925279"/>
                  </a:lnTo>
                  <a:lnTo>
                    <a:pt x="344076" y="5925279"/>
                  </a:lnTo>
                  <a:lnTo>
                    <a:pt x="344222" y="5925279"/>
                  </a:lnTo>
                  <a:lnTo>
                    <a:pt x="344367" y="5925279"/>
                  </a:lnTo>
                  <a:lnTo>
                    <a:pt x="344512" y="5925279"/>
                  </a:lnTo>
                  <a:lnTo>
                    <a:pt x="344658" y="5925279"/>
                  </a:lnTo>
                  <a:lnTo>
                    <a:pt x="344803" y="5925279"/>
                  </a:lnTo>
                  <a:lnTo>
                    <a:pt x="344949" y="5925279"/>
                  </a:lnTo>
                  <a:lnTo>
                    <a:pt x="345094" y="5925279"/>
                  </a:lnTo>
                  <a:lnTo>
                    <a:pt x="345094" y="5924655"/>
                  </a:lnTo>
                  <a:lnTo>
                    <a:pt x="345240" y="5924655"/>
                  </a:lnTo>
                  <a:lnTo>
                    <a:pt x="345385" y="5924655"/>
                  </a:lnTo>
                  <a:lnTo>
                    <a:pt x="345530" y="5924655"/>
                  </a:lnTo>
                  <a:lnTo>
                    <a:pt x="345676" y="5924655"/>
                  </a:lnTo>
                  <a:lnTo>
                    <a:pt x="345821" y="5924655"/>
                  </a:lnTo>
                  <a:lnTo>
                    <a:pt x="345967" y="5924655"/>
                  </a:lnTo>
                  <a:lnTo>
                    <a:pt x="345967" y="5924032"/>
                  </a:lnTo>
                  <a:lnTo>
                    <a:pt x="346112" y="5924032"/>
                  </a:lnTo>
                  <a:lnTo>
                    <a:pt x="346258" y="5924032"/>
                  </a:lnTo>
                  <a:lnTo>
                    <a:pt x="346258" y="5923408"/>
                  </a:lnTo>
                  <a:lnTo>
                    <a:pt x="346403" y="5923408"/>
                  </a:lnTo>
                  <a:lnTo>
                    <a:pt x="346548" y="5923408"/>
                  </a:lnTo>
                  <a:lnTo>
                    <a:pt x="346694" y="5923408"/>
                  </a:lnTo>
                  <a:lnTo>
                    <a:pt x="346839" y="5923408"/>
                  </a:lnTo>
                  <a:lnTo>
                    <a:pt x="346985" y="5923408"/>
                  </a:lnTo>
                  <a:lnTo>
                    <a:pt x="347130" y="5923408"/>
                  </a:lnTo>
                  <a:lnTo>
                    <a:pt x="347276" y="5923408"/>
                  </a:lnTo>
                  <a:lnTo>
                    <a:pt x="347421" y="5923408"/>
                  </a:lnTo>
                  <a:lnTo>
                    <a:pt x="347566" y="5923408"/>
                  </a:lnTo>
                  <a:lnTo>
                    <a:pt x="347712" y="5923408"/>
                  </a:lnTo>
                  <a:lnTo>
                    <a:pt x="347712" y="5922784"/>
                  </a:lnTo>
                  <a:lnTo>
                    <a:pt x="347857" y="5922784"/>
                  </a:lnTo>
                  <a:lnTo>
                    <a:pt x="348003" y="5922784"/>
                  </a:lnTo>
                  <a:lnTo>
                    <a:pt x="348003" y="5922161"/>
                  </a:lnTo>
                  <a:lnTo>
                    <a:pt x="348148" y="5922161"/>
                  </a:lnTo>
                  <a:lnTo>
                    <a:pt x="348294" y="5922161"/>
                  </a:lnTo>
                  <a:lnTo>
                    <a:pt x="348294" y="5921537"/>
                  </a:lnTo>
                  <a:lnTo>
                    <a:pt x="348439" y="5921537"/>
                  </a:lnTo>
                  <a:lnTo>
                    <a:pt x="348439" y="5920914"/>
                  </a:lnTo>
                  <a:lnTo>
                    <a:pt x="348584" y="5920914"/>
                  </a:lnTo>
                  <a:lnTo>
                    <a:pt x="348730" y="5920914"/>
                  </a:lnTo>
                  <a:lnTo>
                    <a:pt x="348875" y="5920914"/>
                  </a:lnTo>
                  <a:lnTo>
                    <a:pt x="348875" y="5920290"/>
                  </a:lnTo>
                  <a:lnTo>
                    <a:pt x="349021" y="5920290"/>
                  </a:lnTo>
                  <a:lnTo>
                    <a:pt x="349166" y="5920290"/>
                  </a:lnTo>
                  <a:lnTo>
                    <a:pt x="349312" y="5920290"/>
                  </a:lnTo>
                  <a:lnTo>
                    <a:pt x="349312" y="5919666"/>
                  </a:lnTo>
                  <a:lnTo>
                    <a:pt x="349457" y="5919666"/>
                  </a:lnTo>
                  <a:lnTo>
                    <a:pt x="349602" y="5919666"/>
                  </a:lnTo>
                  <a:lnTo>
                    <a:pt x="349748" y="5919666"/>
                  </a:lnTo>
                  <a:lnTo>
                    <a:pt x="349893" y="5919666"/>
                  </a:lnTo>
                  <a:lnTo>
                    <a:pt x="349893" y="5919043"/>
                  </a:lnTo>
                  <a:lnTo>
                    <a:pt x="349893" y="5918419"/>
                  </a:lnTo>
                  <a:lnTo>
                    <a:pt x="350039" y="5918419"/>
                  </a:lnTo>
                  <a:lnTo>
                    <a:pt x="350184" y="5918419"/>
                  </a:lnTo>
                  <a:lnTo>
                    <a:pt x="350330" y="5918419"/>
                  </a:lnTo>
                  <a:lnTo>
                    <a:pt x="350475" y="5918419"/>
                  </a:lnTo>
                  <a:lnTo>
                    <a:pt x="350620" y="5918419"/>
                  </a:lnTo>
                  <a:lnTo>
                    <a:pt x="350766" y="5918419"/>
                  </a:lnTo>
                  <a:lnTo>
                    <a:pt x="350766" y="5917796"/>
                  </a:lnTo>
                  <a:lnTo>
                    <a:pt x="350911" y="5917796"/>
                  </a:lnTo>
                  <a:lnTo>
                    <a:pt x="351057" y="5917796"/>
                  </a:lnTo>
                  <a:lnTo>
                    <a:pt x="351057" y="5917172"/>
                  </a:lnTo>
                  <a:lnTo>
                    <a:pt x="351057" y="5916549"/>
                  </a:lnTo>
                  <a:lnTo>
                    <a:pt x="351202" y="5916549"/>
                  </a:lnTo>
                  <a:lnTo>
                    <a:pt x="351347" y="5916549"/>
                  </a:lnTo>
                  <a:lnTo>
                    <a:pt x="351493" y="5916549"/>
                  </a:lnTo>
                  <a:lnTo>
                    <a:pt x="351638" y="5916549"/>
                  </a:lnTo>
                  <a:lnTo>
                    <a:pt x="351784" y="5916549"/>
                  </a:lnTo>
                  <a:lnTo>
                    <a:pt x="351784" y="5915925"/>
                  </a:lnTo>
                  <a:lnTo>
                    <a:pt x="351929" y="5915925"/>
                  </a:lnTo>
                  <a:lnTo>
                    <a:pt x="352075" y="5915925"/>
                  </a:lnTo>
                  <a:lnTo>
                    <a:pt x="352220" y="5915925"/>
                  </a:lnTo>
                  <a:lnTo>
                    <a:pt x="352365" y="5915925"/>
                  </a:lnTo>
                  <a:lnTo>
                    <a:pt x="352365" y="5915301"/>
                  </a:lnTo>
                  <a:lnTo>
                    <a:pt x="352511" y="5915301"/>
                  </a:lnTo>
                  <a:lnTo>
                    <a:pt x="352656" y="5915301"/>
                  </a:lnTo>
                  <a:lnTo>
                    <a:pt x="352802" y="5915301"/>
                  </a:lnTo>
                  <a:lnTo>
                    <a:pt x="352802" y="5914678"/>
                  </a:lnTo>
                  <a:lnTo>
                    <a:pt x="352947" y="5914678"/>
                  </a:lnTo>
                  <a:lnTo>
                    <a:pt x="353093" y="5914678"/>
                  </a:lnTo>
                  <a:lnTo>
                    <a:pt x="353238" y="5914678"/>
                  </a:lnTo>
                  <a:lnTo>
                    <a:pt x="353383" y="5914678"/>
                  </a:lnTo>
                  <a:lnTo>
                    <a:pt x="353529" y="5914678"/>
                  </a:lnTo>
                  <a:lnTo>
                    <a:pt x="353529" y="5914054"/>
                  </a:lnTo>
                  <a:lnTo>
                    <a:pt x="353674" y="5914054"/>
                  </a:lnTo>
                  <a:lnTo>
                    <a:pt x="353820" y="5914054"/>
                  </a:lnTo>
                  <a:lnTo>
                    <a:pt x="353965" y="5914054"/>
                  </a:lnTo>
                  <a:lnTo>
                    <a:pt x="354111" y="5914054"/>
                  </a:lnTo>
                  <a:lnTo>
                    <a:pt x="354256" y="5914054"/>
                  </a:lnTo>
                  <a:lnTo>
                    <a:pt x="354256" y="5913431"/>
                  </a:lnTo>
                  <a:lnTo>
                    <a:pt x="354401" y="5913431"/>
                  </a:lnTo>
                  <a:lnTo>
                    <a:pt x="354547" y="5913431"/>
                  </a:lnTo>
                  <a:lnTo>
                    <a:pt x="354692" y="5913431"/>
                  </a:lnTo>
                  <a:lnTo>
                    <a:pt x="354838" y="5913431"/>
                  </a:lnTo>
                  <a:lnTo>
                    <a:pt x="354983" y="5913431"/>
                  </a:lnTo>
                  <a:lnTo>
                    <a:pt x="354983" y="5912807"/>
                  </a:lnTo>
                  <a:lnTo>
                    <a:pt x="355129" y="5912807"/>
                  </a:lnTo>
                  <a:lnTo>
                    <a:pt x="355274" y="5912807"/>
                  </a:lnTo>
                  <a:lnTo>
                    <a:pt x="355419" y="5912807"/>
                  </a:lnTo>
                  <a:lnTo>
                    <a:pt x="355565" y="5912807"/>
                  </a:lnTo>
                  <a:lnTo>
                    <a:pt x="355565" y="5912183"/>
                  </a:lnTo>
                  <a:lnTo>
                    <a:pt x="355565" y="5911560"/>
                  </a:lnTo>
                  <a:lnTo>
                    <a:pt x="355710" y="5911560"/>
                  </a:lnTo>
                  <a:lnTo>
                    <a:pt x="355856" y="5911560"/>
                  </a:lnTo>
                  <a:lnTo>
                    <a:pt x="356001" y="5911560"/>
                  </a:lnTo>
                  <a:lnTo>
                    <a:pt x="356001" y="5910936"/>
                  </a:lnTo>
                  <a:lnTo>
                    <a:pt x="356147" y="5910936"/>
                  </a:lnTo>
                  <a:lnTo>
                    <a:pt x="356292" y="5910936"/>
                  </a:lnTo>
                  <a:lnTo>
                    <a:pt x="356437" y="5910936"/>
                  </a:lnTo>
                  <a:lnTo>
                    <a:pt x="356437" y="5910313"/>
                  </a:lnTo>
                  <a:lnTo>
                    <a:pt x="356437" y="5909689"/>
                  </a:lnTo>
                  <a:lnTo>
                    <a:pt x="356583" y="5909689"/>
                  </a:lnTo>
                  <a:lnTo>
                    <a:pt x="356728" y="5909689"/>
                  </a:lnTo>
                  <a:lnTo>
                    <a:pt x="356874" y="5909689"/>
                  </a:lnTo>
                  <a:lnTo>
                    <a:pt x="357019" y="5909689"/>
                  </a:lnTo>
                  <a:lnTo>
                    <a:pt x="357019" y="5909066"/>
                  </a:lnTo>
                  <a:lnTo>
                    <a:pt x="357019" y="5908442"/>
                  </a:lnTo>
                  <a:lnTo>
                    <a:pt x="357165" y="5908442"/>
                  </a:lnTo>
                  <a:lnTo>
                    <a:pt x="357165" y="5907818"/>
                  </a:lnTo>
                  <a:lnTo>
                    <a:pt x="357310" y="5907818"/>
                  </a:lnTo>
                  <a:lnTo>
                    <a:pt x="357455" y="5907818"/>
                  </a:lnTo>
                  <a:lnTo>
                    <a:pt x="357601" y="5907818"/>
                  </a:lnTo>
                  <a:lnTo>
                    <a:pt x="357746" y="5907818"/>
                  </a:lnTo>
                  <a:lnTo>
                    <a:pt x="357892" y="5907818"/>
                  </a:lnTo>
                  <a:lnTo>
                    <a:pt x="357892" y="5907195"/>
                  </a:lnTo>
                  <a:lnTo>
                    <a:pt x="357892" y="5906571"/>
                  </a:lnTo>
                  <a:lnTo>
                    <a:pt x="358037" y="5906571"/>
                  </a:lnTo>
                  <a:lnTo>
                    <a:pt x="358182" y="5906571"/>
                  </a:lnTo>
                  <a:lnTo>
                    <a:pt x="358328" y="5906571"/>
                  </a:lnTo>
                  <a:lnTo>
                    <a:pt x="358473" y="5906571"/>
                  </a:lnTo>
                  <a:lnTo>
                    <a:pt x="358473" y="5905948"/>
                  </a:lnTo>
                  <a:lnTo>
                    <a:pt x="358619" y="5905948"/>
                  </a:lnTo>
                  <a:lnTo>
                    <a:pt x="358764" y="5905948"/>
                  </a:lnTo>
                  <a:lnTo>
                    <a:pt x="358910" y="5905948"/>
                  </a:lnTo>
                  <a:lnTo>
                    <a:pt x="358910" y="5905324"/>
                  </a:lnTo>
                  <a:lnTo>
                    <a:pt x="359055" y="5905324"/>
                  </a:lnTo>
                  <a:lnTo>
                    <a:pt x="359055" y="5904700"/>
                  </a:lnTo>
                  <a:lnTo>
                    <a:pt x="359055" y="5904077"/>
                  </a:lnTo>
                  <a:lnTo>
                    <a:pt x="359200" y="5904077"/>
                  </a:lnTo>
                  <a:lnTo>
                    <a:pt x="359346" y="5904077"/>
                  </a:lnTo>
                  <a:lnTo>
                    <a:pt x="359491" y="5904077"/>
                  </a:lnTo>
                  <a:lnTo>
                    <a:pt x="359637" y="5904077"/>
                  </a:lnTo>
                  <a:lnTo>
                    <a:pt x="359782" y="5904077"/>
                  </a:lnTo>
                  <a:lnTo>
                    <a:pt x="359928" y="5904077"/>
                  </a:lnTo>
                  <a:lnTo>
                    <a:pt x="359928" y="5903453"/>
                  </a:lnTo>
                  <a:lnTo>
                    <a:pt x="360073" y="5903453"/>
                  </a:lnTo>
                  <a:lnTo>
                    <a:pt x="360218" y="5903453"/>
                  </a:lnTo>
                  <a:lnTo>
                    <a:pt x="360364" y="5903453"/>
                  </a:lnTo>
                  <a:lnTo>
                    <a:pt x="360509" y="5903453"/>
                  </a:lnTo>
                  <a:lnTo>
                    <a:pt x="360509" y="5902830"/>
                  </a:lnTo>
                  <a:lnTo>
                    <a:pt x="360655" y="5902830"/>
                  </a:lnTo>
                  <a:lnTo>
                    <a:pt x="360800" y="5902830"/>
                  </a:lnTo>
                  <a:lnTo>
                    <a:pt x="360946" y="5902830"/>
                  </a:lnTo>
                  <a:lnTo>
                    <a:pt x="361091" y="5902830"/>
                  </a:lnTo>
                  <a:lnTo>
                    <a:pt x="361236" y="5902830"/>
                  </a:lnTo>
                  <a:lnTo>
                    <a:pt x="361382" y="5902830"/>
                  </a:lnTo>
                  <a:lnTo>
                    <a:pt x="361382" y="5902206"/>
                  </a:lnTo>
                  <a:lnTo>
                    <a:pt x="361382" y="5901583"/>
                  </a:lnTo>
                  <a:lnTo>
                    <a:pt x="361527" y="5901583"/>
                  </a:lnTo>
                  <a:lnTo>
                    <a:pt x="361673" y="5901583"/>
                  </a:lnTo>
                  <a:lnTo>
                    <a:pt x="361818" y="5901583"/>
                  </a:lnTo>
                  <a:lnTo>
                    <a:pt x="361964" y="5901583"/>
                  </a:lnTo>
                  <a:lnTo>
                    <a:pt x="362109" y="5901583"/>
                  </a:lnTo>
                  <a:lnTo>
                    <a:pt x="362254" y="5901583"/>
                  </a:lnTo>
                  <a:lnTo>
                    <a:pt x="362400" y="5901583"/>
                  </a:lnTo>
                  <a:lnTo>
                    <a:pt x="362545" y="5901583"/>
                  </a:lnTo>
                  <a:lnTo>
                    <a:pt x="362691" y="5901583"/>
                  </a:lnTo>
                  <a:lnTo>
                    <a:pt x="362836" y="5901583"/>
                  </a:lnTo>
                  <a:lnTo>
                    <a:pt x="362982" y="5901583"/>
                  </a:lnTo>
                  <a:lnTo>
                    <a:pt x="363127" y="5901583"/>
                  </a:lnTo>
                  <a:lnTo>
                    <a:pt x="363127" y="5900959"/>
                  </a:lnTo>
                  <a:lnTo>
                    <a:pt x="363272" y="5900959"/>
                  </a:lnTo>
                  <a:lnTo>
                    <a:pt x="363418" y="5900959"/>
                  </a:lnTo>
                  <a:lnTo>
                    <a:pt x="363563" y="5900959"/>
                  </a:lnTo>
                  <a:lnTo>
                    <a:pt x="363709" y="5900959"/>
                  </a:lnTo>
                  <a:lnTo>
                    <a:pt x="363854" y="5900959"/>
                  </a:lnTo>
                  <a:lnTo>
                    <a:pt x="363854" y="5900335"/>
                  </a:lnTo>
                  <a:lnTo>
                    <a:pt x="364000" y="5900335"/>
                  </a:lnTo>
                  <a:lnTo>
                    <a:pt x="364000" y="5899712"/>
                  </a:lnTo>
                  <a:lnTo>
                    <a:pt x="364145" y="5899712"/>
                  </a:lnTo>
                  <a:lnTo>
                    <a:pt x="364290" y="5899712"/>
                  </a:lnTo>
                  <a:lnTo>
                    <a:pt x="364436" y="5899712"/>
                  </a:lnTo>
                  <a:lnTo>
                    <a:pt x="364581" y="5899712"/>
                  </a:lnTo>
                  <a:lnTo>
                    <a:pt x="364581" y="5899088"/>
                  </a:lnTo>
                  <a:lnTo>
                    <a:pt x="364727" y="5899088"/>
                  </a:lnTo>
                  <a:lnTo>
                    <a:pt x="364872" y="5899088"/>
                  </a:lnTo>
                  <a:lnTo>
                    <a:pt x="365017" y="5899088"/>
                  </a:lnTo>
                  <a:lnTo>
                    <a:pt x="365163" y="5899088"/>
                  </a:lnTo>
                  <a:lnTo>
                    <a:pt x="365163" y="5898465"/>
                  </a:lnTo>
                  <a:lnTo>
                    <a:pt x="365308" y="5898465"/>
                  </a:lnTo>
                  <a:lnTo>
                    <a:pt x="365454" y="5898465"/>
                  </a:lnTo>
                  <a:lnTo>
                    <a:pt x="365454" y="5897841"/>
                  </a:lnTo>
                  <a:lnTo>
                    <a:pt x="365454" y="5897217"/>
                  </a:lnTo>
                  <a:lnTo>
                    <a:pt x="365599" y="5897217"/>
                  </a:lnTo>
                  <a:lnTo>
                    <a:pt x="365745" y="5897217"/>
                  </a:lnTo>
                  <a:lnTo>
                    <a:pt x="365890" y="5897217"/>
                  </a:lnTo>
                  <a:lnTo>
                    <a:pt x="366035" y="5897217"/>
                  </a:lnTo>
                  <a:lnTo>
                    <a:pt x="366181" y="5897217"/>
                  </a:lnTo>
                  <a:lnTo>
                    <a:pt x="366326" y="5897217"/>
                  </a:lnTo>
                  <a:lnTo>
                    <a:pt x="366472" y="5897217"/>
                  </a:lnTo>
                  <a:lnTo>
                    <a:pt x="366617" y="5897217"/>
                  </a:lnTo>
                  <a:lnTo>
                    <a:pt x="366763" y="5897217"/>
                  </a:lnTo>
                  <a:lnTo>
                    <a:pt x="366908" y="5897217"/>
                  </a:lnTo>
                  <a:lnTo>
                    <a:pt x="367053" y="5897217"/>
                  </a:lnTo>
                  <a:lnTo>
                    <a:pt x="367199" y="5897217"/>
                  </a:lnTo>
                  <a:lnTo>
                    <a:pt x="367344" y="5897217"/>
                  </a:lnTo>
                  <a:lnTo>
                    <a:pt x="367490" y="5897217"/>
                  </a:lnTo>
                  <a:lnTo>
                    <a:pt x="367635" y="5897217"/>
                  </a:lnTo>
                  <a:lnTo>
                    <a:pt x="367781" y="5897217"/>
                  </a:lnTo>
                  <a:lnTo>
                    <a:pt x="367781" y="5896594"/>
                  </a:lnTo>
                  <a:lnTo>
                    <a:pt x="367926" y="5896594"/>
                  </a:lnTo>
                  <a:lnTo>
                    <a:pt x="367926" y="5895970"/>
                  </a:lnTo>
                  <a:lnTo>
                    <a:pt x="368071" y="5895970"/>
                  </a:lnTo>
                  <a:lnTo>
                    <a:pt x="368217" y="5895970"/>
                  </a:lnTo>
                  <a:lnTo>
                    <a:pt x="368362" y="5895970"/>
                  </a:lnTo>
                  <a:lnTo>
                    <a:pt x="368508" y="5895970"/>
                  </a:lnTo>
                  <a:lnTo>
                    <a:pt x="368508" y="5895347"/>
                  </a:lnTo>
                  <a:lnTo>
                    <a:pt x="368653" y="5895347"/>
                  </a:lnTo>
                  <a:lnTo>
                    <a:pt x="368799" y="5895347"/>
                  </a:lnTo>
                  <a:lnTo>
                    <a:pt x="368944" y="5895347"/>
                  </a:lnTo>
                  <a:lnTo>
                    <a:pt x="369089" y="5895347"/>
                  </a:lnTo>
                  <a:lnTo>
                    <a:pt x="369235" y="5895347"/>
                  </a:lnTo>
                  <a:lnTo>
                    <a:pt x="369235" y="5894723"/>
                  </a:lnTo>
                  <a:lnTo>
                    <a:pt x="369235" y="5894100"/>
                  </a:lnTo>
                  <a:lnTo>
                    <a:pt x="369380" y="5894100"/>
                  </a:lnTo>
                  <a:lnTo>
                    <a:pt x="369526" y="5894100"/>
                  </a:lnTo>
                  <a:lnTo>
                    <a:pt x="369671" y="5894100"/>
                  </a:lnTo>
                  <a:lnTo>
                    <a:pt x="369817" y="5894100"/>
                  </a:lnTo>
                  <a:lnTo>
                    <a:pt x="369817" y="5893476"/>
                  </a:lnTo>
                  <a:lnTo>
                    <a:pt x="369817" y="5892852"/>
                  </a:lnTo>
                  <a:lnTo>
                    <a:pt x="369962" y="5892852"/>
                  </a:lnTo>
                  <a:lnTo>
                    <a:pt x="370107" y="5892852"/>
                  </a:lnTo>
                  <a:lnTo>
                    <a:pt x="370253" y="5892852"/>
                  </a:lnTo>
                  <a:lnTo>
                    <a:pt x="370398" y="5892852"/>
                  </a:lnTo>
                  <a:lnTo>
                    <a:pt x="370544" y="5892852"/>
                  </a:lnTo>
                  <a:lnTo>
                    <a:pt x="370544" y="5892229"/>
                  </a:lnTo>
                  <a:lnTo>
                    <a:pt x="370689" y="5892229"/>
                  </a:lnTo>
                  <a:lnTo>
                    <a:pt x="370835" y="5892229"/>
                  </a:lnTo>
                  <a:lnTo>
                    <a:pt x="370980" y="5892229"/>
                  </a:lnTo>
                  <a:lnTo>
                    <a:pt x="371125" y="5892229"/>
                  </a:lnTo>
                  <a:lnTo>
                    <a:pt x="371271" y="5892229"/>
                  </a:lnTo>
                  <a:lnTo>
                    <a:pt x="371416" y="5892229"/>
                  </a:lnTo>
                  <a:lnTo>
                    <a:pt x="371416" y="5891605"/>
                  </a:lnTo>
                  <a:lnTo>
                    <a:pt x="371562" y="5891605"/>
                  </a:lnTo>
                  <a:lnTo>
                    <a:pt x="371562" y="5890982"/>
                  </a:lnTo>
                  <a:lnTo>
                    <a:pt x="371707" y="5890982"/>
                  </a:lnTo>
                  <a:lnTo>
                    <a:pt x="371852" y="5890982"/>
                  </a:lnTo>
                  <a:lnTo>
                    <a:pt x="371998" y="5890982"/>
                  </a:lnTo>
                  <a:lnTo>
                    <a:pt x="371998" y="5890358"/>
                  </a:lnTo>
                  <a:lnTo>
                    <a:pt x="372143" y="5890358"/>
                  </a:lnTo>
                  <a:lnTo>
                    <a:pt x="372143" y="5889735"/>
                  </a:lnTo>
                  <a:lnTo>
                    <a:pt x="372143" y="5889111"/>
                  </a:lnTo>
                  <a:lnTo>
                    <a:pt x="372289" y="5889111"/>
                  </a:lnTo>
                  <a:lnTo>
                    <a:pt x="372434" y="5889111"/>
                  </a:lnTo>
                  <a:lnTo>
                    <a:pt x="372580" y="5889111"/>
                  </a:lnTo>
                  <a:lnTo>
                    <a:pt x="372580" y="5888487"/>
                  </a:lnTo>
                  <a:lnTo>
                    <a:pt x="372580" y="5887864"/>
                  </a:lnTo>
                  <a:lnTo>
                    <a:pt x="372725" y="5887864"/>
                  </a:lnTo>
                  <a:lnTo>
                    <a:pt x="372870" y="5887864"/>
                  </a:lnTo>
                  <a:lnTo>
                    <a:pt x="373016" y="5887864"/>
                  </a:lnTo>
                  <a:lnTo>
                    <a:pt x="373016" y="5887240"/>
                  </a:lnTo>
                  <a:lnTo>
                    <a:pt x="373016" y="5886617"/>
                  </a:lnTo>
                  <a:lnTo>
                    <a:pt x="373161" y="5886617"/>
                  </a:lnTo>
                  <a:lnTo>
                    <a:pt x="373307" y="5886617"/>
                  </a:lnTo>
                  <a:lnTo>
                    <a:pt x="373307" y="5885993"/>
                  </a:lnTo>
                  <a:lnTo>
                    <a:pt x="373452" y="5885993"/>
                  </a:lnTo>
                  <a:lnTo>
                    <a:pt x="373452" y="5885369"/>
                  </a:lnTo>
                  <a:lnTo>
                    <a:pt x="373598" y="5885369"/>
                  </a:lnTo>
                  <a:lnTo>
                    <a:pt x="373743" y="5885369"/>
                  </a:lnTo>
                  <a:lnTo>
                    <a:pt x="373888" y="5885369"/>
                  </a:lnTo>
                  <a:lnTo>
                    <a:pt x="374034" y="5885369"/>
                  </a:lnTo>
                  <a:lnTo>
                    <a:pt x="374179" y="5885369"/>
                  </a:lnTo>
                  <a:lnTo>
                    <a:pt x="374325" y="5885369"/>
                  </a:lnTo>
                  <a:lnTo>
                    <a:pt x="374470" y="5885369"/>
                  </a:lnTo>
                  <a:lnTo>
                    <a:pt x="374470" y="5884746"/>
                  </a:lnTo>
                  <a:lnTo>
                    <a:pt x="374616" y="5884746"/>
                  </a:lnTo>
                  <a:lnTo>
                    <a:pt x="374761" y="5884746"/>
                  </a:lnTo>
                  <a:lnTo>
                    <a:pt x="374906" y="5884746"/>
                  </a:lnTo>
                  <a:lnTo>
                    <a:pt x="375052" y="5884746"/>
                  </a:lnTo>
                  <a:lnTo>
                    <a:pt x="375197" y="5884746"/>
                  </a:lnTo>
                  <a:lnTo>
                    <a:pt x="375343" y="5884746"/>
                  </a:lnTo>
                  <a:lnTo>
                    <a:pt x="375488" y="5884746"/>
                  </a:lnTo>
                  <a:lnTo>
                    <a:pt x="375488" y="5884122"/>
                  </a:lnTo>
                  <a:lnTo>
                    <a:pt x="375634" y="5884122"/>
                  </a:lnTo>
                  <a:lnTo>
                    <a:pt x="375634" y="5883499"/>
                  </a:lnTo>
                  <a:lnTo>
                    <a:pt x="375634" y="5882875"/>
                  </a:lnTo>
                  <a:lnTo>
                    <a:pt x="375779" y="5882875"/>
                  </a:lnTo>
                  <a:lnTo>
                    <a:pt x="375924" y="5882875"/>
                  </a:lnTo>
                  <a:lnTo>
                    <a:pt x="376070" y="5882875"/>
                  </a:lnTo>
                  <a:lnTo>
                    <a:pt x="376070" y="5882252"/>
                  </a:lnTo>
                  <a:lnTo>
                    <a:pt x="376215" y="5882252"/>
                  </a:lnTo>
                  <a:lnTo>
                    <a:pt x="376215" y="5881628"/>
                  </a:lnTo>
                  <a:lnTo>
                    <a:pt x="376361" y="5881628"/>
                  </a:lnTo>
                  <a:lnTo>
                    <a:pt x="376506" y="5881628"/>
                  </a:lnTo>
                  <a:lnTo>
                    <a:pt x="376652" y="5881628"/>
                  </a:lnTo>
                  <a:lnTo>
                    <a:pt x="376797" y="5881628"/>
                  </a:lnTo>
                  <a:lnTo>
                    <a:pt x="376942" y="5881628"/>
                  </a:lnTo>
                  <a:lnTo>
                    <a:pt x="377088" y="5881628"/>
                  </a:lnTo>
                  <a:lnTo>
                    <a:pt x="377233" y="5881628"/>
                  </a:lnTo>
                  <a:lnTo>
                    <a:pt x="377379" y="5881628"/>
                  </a:lnTo>
                  <a:lnTo>
                    <a:pt x="377524" y="5881628"/>
                  </a:lnTo>
                  <a:lnTo>
                    <a:pt x="377670" y="5881628"/>
                  </a:lnTo>
                  <a:lnTo>
                    <a:pt x="377815" y="5881628"/>
                  </a:lnTo>
                  <a:lnTo>
                    <a:pt x="377960" y="5881628"/>
                  </a:lnTo>
                  <a:lnTo>
                    <a:pt x="378106" y="5881628"/>
                  </a:lnTo>
                  <a:lnTo>
                    <a:pt x="378251" y="5881628"/>
                  </a:lnTo>
                  <a:lnTo>
                    <a:pt x="378397" y="5881628"/>
                  </a:lnTo>
                  <a:lnTo>
                    <a:pt x="378542" y="5881628"/>
                  </a:lnTo>
                  <a:lnTo>
                    <a:pt x="378542" y="5881004"/>
                  </a:lnTo>
                  <a:lnTo>
                    <a:pt x="378542" y="5880381"/>
                  </a:lnTo>
                  <a:lnTo>
                    <a:pt x="378687" y="5880381"/>
                  </a:lnTo>
                  <a:lnTo>
                    <a:pt x="378833" y="5880381"/>
                  </a:lnTo>
                  <a:lnTo>
                    <a:pt x="378978" y="5880381"/>
                  </a:lnTo>
                  <a:lnTo>
                    <a:pt x="379124" y="5880381"/>
                  </a:lnTo>
                  <a:lnTo>
                    <a:pt x="379269" y="5880381"/>
                  </a:lnTo>
                  <a:lnTo>
                    <a:pt x="379415" y="5880381"/>
                  </a:lnTo>
                  <a:lnTo>
                    <a:pt x="379560" y="5880381"/>
                  </a:lnTo>
                  <a:lnTo>
                    <a:pt x="379705" y="5880381"/>
                  </a:lnTo>
                  <a:lnTo>
                    <a:pt x="379705" y="5879757"/>
                  </a:lnTo>
                  <a:lnTo>
                    <a:pt x="379851" y="5879757"/>
                  </a:lnTo>
                  <a:lnTo>
                    <a:pt x="379996" y="5879757"/>
                  </a:lnTo>
                  <a:lnTo>
                    <a:pt x="379996" y="5879134"/>
                  </a:lnTo>
                  <a:lnTo>
                    <a:pt x="380142" y="5879134"/>
                  </a:lnTo>
                  <a:lnTo>
                    <a:pt x="380287" y="5879134"/>
                  </a:lnTo>
                  <a:lnTo>
                    <a:pt x="380287" y="5878510"/>
                  </a:lnTo>
                  <a:lnTo>
                    <a:pt x="380287" y="5877886"/>
                  </a:lnTo>
                  <a:lnTo>
                    <a:pt x="380287" y="5877263"/>
                  </a:lnTo>
                  <a:lnTo>
                    <a:pt x="380433" y="5877263"/>
                  </a:lnTo>
                  <a:lnTo>
                    <a:pt x="380578" y="5877263"/>
                  </a:lnTo>
                  <a:lnTo>
                    <a:pt x="380723" y="5877263"/>
                  </a:lnTo>
                  <a:lnTo>
                    <a:pt x="380723" y="5876639"/>
                  </a:lnTo>
                  <a:lnTo>
                    <a:pt x="380723" y="5876016"/>
                  </a:lnTo>
                  <a:lnTo>
                    <a:pt x="380869" y="5876016"/>
                  </a:lnTo>
                  <a:lnTo>
                    <a:pt x="381014" y="5876016"/>
                  </a:lnTo>
                  <a:lnTo>
                    <a:pt x="381014" y="5875392"/>
                  </a:lnTo>
                  <a:lnTo>
                    <a:pt x="381160" y="5875392"/>
                  </a:lnTo>
                  <a:lnTo>
                    <a:pt x="381305" y="5875392"/>
                  </a:lnTo>
                  <a:lnTo>
                    <a:pt x="381451" y="5875392"/>
                  </a:lnTo>
                  <a:lnTo>
                    <a:pt x="381596" y="5875392"/>
                  </a:lnTo>
                  <a:lnTo>
                    <a:pt x="381741" y="5875392"/>
                  </a:lnTo>
                  <a:lnTo>
                    <a:pt x="381887" y="5875392"/>
                  </a:lnTo>
                  <a:lnTo>
                    <a:pt x="382032" y="5875392"/>
                  </a:lnTo>
                  <a:lnTo>
                    <a:pt x="382032" y="5874769"/>
                  </a:lnTo>
                  <a:lnTo>
                    <a:pt x="382178" y="5874769"/>
                  </a:lnTo>
                  <a:lnTo>
                    <a:pt x="382178" y="5874145"/>
                  </a:lnTo>
                  <a:lnTo>
                    <a:pt x="382323" y="5874145"/>
                  </a:lnTo>
                  <a:lnTo>
                    <a:pt x="382469" y="5874145"/>
                  </a:lnTo>
                  <a:lnTo>
                    <a:pt x="382614" y="5874145"/>
                  </a:lnTo>
                  <a:lnTo>
                    <a:pt x="382759" y="5874145"/>
                  </a:lnTo>
                  <a:lnTo>
                    <a:pt x="382905" y="5874145"/>
                  </a:lnTo>
                  <a:lnTo>
                    <a:pt x="383050" y="5874145"/>
                  </a:lnTo>
                  <a:lnTo>
                    <a:pt x="383196" y="5874145"/>
                  </a:lnTo>
                  <a:lnTo>
                    <a:pt x="383196" y="5873521"/>
                  </a:lnTo>
                  <a:lnTo>
                    <a:pt x="383341" y="5873521"/>
                  </a:lnTo>
                  <a:lnTo>
                    <a:pt x="383487" y="5873521"/>
                  </a:lnTo>
                  <a:lnTo>
                    <a:pt x="383632" y="5873521"/>
                  </a:lnTo>
                  <a:lnTo>
                    <a:pt x="383632" y="5872898"/>
                  </a:lnTo>
                  <a:lnTo>
                    <a:pt x="383777" y="5872898"/>
                  </a:lnTo>
                  <a:lnTo>
                    <a:pt x="383777" y="5872274"/>
                  </a:lnTo>
                  <a:lnTo>
                    <a:pt x="383923" y="5872274"/>
                  </a:lnTo>
                  <a:lnTo>
                    <a:pt x="384068" y="5872274"/>
                  </a:lnTo>
                  <a:lnTo>
                    <a:pt x="384068" y="5871651"/>
                  </a:lnTo>
                  <a:lnTo>
                    <a:pt x="384214" y="5871651"/>
                  </a:lnTo>
                  <a:lnTo>
                    <a:pt x="384359" y="5871651"/>
                  </a:lnTo>
                  <a:lnTo>
                    <a:pt x="384505" y="5871651"/>
                  </a:lnTo>
                  <a:lnTo>
                    <a:pt x="384650" y="5871651"/>
                  </a:lnTo>
                  <a:lnTo>
                    <a:pt x="384650" y="5871027"/>
                  </a:lnTo>
                  <a:lnTo>
                    <a:pt x="384795" y="5871027"/>
                  </a:lnTo>
                  <a:lnTo>
                    <a:pt x="384795" y="5870403"/>
                  </a:lnTo>
                  <a:lnTo>
                    <a:pt x="384795" y="5869780"/>
                  </a:lnTo>
                  <a:lnTo>
                    <a:pt x="384941" y="5869780"/>
                  </a:lnTo>
                  <a:lnTo>
                    <a:pt x="385086" y="5869780"/>
                  </a:lnTo>
                  <a:lnTo>
                    <a:pt x="385232" y="5869780"/>
                  </a:lnTo>
                  <a:lnTo>
                    <a:pt x="385377" y="5869780"/>
                  </a:lnTo>
                  <a:lnTo>
                    <a:pt x="385522" y="5869780"/>
                  </a:lnTo>
                  <a:lnTo>
                    <a:pt x="385668" y="5869780"/>
                  </a:lnTo>
                  <a:lnTo>
                    <a:pt x="385813" y="5869780"/>
                  </a:lnTo>
                  <a:lnTo>
                    <a:pt x="385813" y="5869156"/>
                  </a:lnTo>
                  <a:lnTo>
                    <a:pt x="385959" y="5869156"/>
                  </a:lnTo>
                  <a:lnTo>
                    <a:pt x="385959" y="5868533"/>
                  </a:lnTo>
                  <a:lnTo>
                    <a:pt x="386104" y="5868533"/>
                  </a:lnTo>
                  <a:lnTo>
                    <a:pt x="386250" y="5868533"/>
                  </a:lnTo>
                  <a:lnTo>
                    <a:pt x="386395" y="5868533"/>
                  </a:lnTo>
                  <a:lnTo>
                    <a:pt x="386395" y="5867909"/>
                  </a:lnTo>
                  <a:lnTo>
                    <a:pt x="386540" y="5867909"/>
                  </a:lnTo>
                  <a:lnTo>
                    <a:pt x="386686" y="5867909"/>
                  </a:lnTo>
                  <a:lnTo>
                    <a:pt x="386686" y="5867286"/>
                  </a:lnTo>
                  <a:lnTo>
                    <a:pt x="386686" y="5866662"/>
                  </a:lnTo>
                  <a:lnTo>
                    <a:pt x="386831" y="5866662"/>
                  </a:lnTo>
                  <a:lnTo>
                    <a:pt x="386977" y="5866662"/>
                  </a:lnTo>
                  <a:lnTo>
                    <a:pt x="387122" y="5866662"/>
                  </a:lnTo>
                  <a:lnTo>
                    <a:pt x="387268" y="5866662"/>
                  </a:lnTo>
                  <a:lnTo>
                    <a:pt x="387413" y="5866662"/>
                  </a:lnTo>
                  <a:lnTo>
                    <a:pt x="387413" y="5866038"/>
                  </a:lnTo>
                  <a:lnTo>
                    <a:pt x="387558" y="5866038"/>
                  </a:lnTo>
                  <a:lnTo>
                    <a:pt x="387704" y="5866038"/>
                  </a:lnTo>
                  <a:lnTo>
                    <a:pt x="387849" y="5866038"/>
                  </a:lnTo>
                  <a:lnTo>
                    <a:pt x="387995" y="5866038"/>
                  </a:lnTo>
                  <a:lnTo>
                    <a:pt x="388140" y="5866038"/>
                  </a:lnTo>
                  <a:lnTo>
                    <a:pt x="388286" y="5866038"/>
                  </a:lnTo>
                  <a:lnTo>
                    <a:pt x="388431" y="5866038"/>
                  </a:lnTo>
                  <a:lnTo>
                    <a:pt x="388576" y="5866038"/>
                  </a:lnTo>
                  <a:lnTo>
                    <a:pt x="388722" y="5866038"/>
                  </a:lnTo>
                  <a:lnTo>
                    <a:pt x="388867" y="5866038"/>
                  </a:lnTo>
                  <a:lnTo>
                    <a:pt x="389013" y="5866038"/>
                  </a:lnTo>
                  <a:lnTo>
                    <a:pt x="389013" y="5865415"/>
                  </a:lnTo>
                  <a:lnTo>
                    <a:pt x="389013" y="5864791"/>
                  </a:lnTo>
                  <a:lnTo>
                    <a:pt x="389158" y="5864791"/>
                  </a:lnTo>
                  <a:lnTo>
                    <a:pt x="389304" y="5864791"/>
                  </a:lnTo>
                  <a:lnTo>
                    <a:pt x="389449" y="5864791"/>
                  </a:lnTo>
                  <a:lnTo>
                    <a:pt x="389594" y="5864791"/>
                  </a:lnTo>
                  <a:lnTo>
                    <a:pt x="389740" y="5864791"/>
                  </a:lnTo>
                  <a:lnTo>
                    <a:pt x="389885" y="5864791"/>
                  </a:lnTo>
                  <a:lnTo>
                    <a:pt x="389885" y="5864168"/>
                  </a:lnTo>
                  <a:lnTo>
                    <a:pt x="390031" y="5864168"/>
                  </a:lnTo>
                  <a:lnTo>
                    <a:pt x="390176" y="5864168"/>
                  </a:lnTo>
                  <a:lnTo>
                    <a:pt x="390322" y="5864168"/>
                  </a:lnTo>
                  <a:lnTo>
                    <a:pt x="390467" y="5864168"/>
                  </a:lnTo>
                  <a:lnTo>
                    <a:pt x="390612" y="5864168"/>
                  </a:lnTo>
                  <a:lnTo>
                    <a:pt x="390758" y="5864168"/>
                  </a:lnTo>
                  <a:lnTo>
                    <a:pt x="390758" y="5863544"/>
                  </a:lnTo>
                  <a:lnTo>
                    <a:pt x="390903" y="5863544"/>
                  </a:lnTo>
                  <a:lnTo>
                    <a:pt x="391049" y="5863544"/>
                  </a:lnTo>
                  <a:lnTo>
                    <a:pt x="391194" y="5863544"/>
                  </a:lnTo>
                  <a:lnTo>
                    <a:pt x="391340" y="5863544"/>
                  </a:lnTo>
                  <a:lnTo>
                    <a:pt x="391485" y="5863544"/>
                  </a:lnTo>
                  <a:lnTo>
                    <a:pt x="391630" y="5863544"/>
                  </a:lnTo>
                  <a:lnTo>
                    <a:pt x="391776" y="5863544"/>
                  </a:lnTo>
                  <a:lnTo>
                    <a:pt x="391921" y="5863544"/>
                  </a:lnTo>
                  <a:lnTo>
                    <a:pt x="392067" y="5863544"/>
                  </a:lnTo>
                  <a:lnTo>
                    <a:pt x="392212" y="5863544"/>
                  </a:lnTo>
                  <a:lnTo>
                    <a:pt x="392357" y="5863544"/>
                  </a:lnTo>
                  <a:lnTo>
                    <a:pt x="392357" y="5862920"/>
                  </a:lnTo>
                  <a:lnTo>
                    <a:pt x="392503" y="5862920"/>
                  </a:lnTo>
                  <a:lnTo>
                    <a:pt x="392648" y="5862920"/>
                  </a:lnTo>
                  <a:lnTo>
                    <a:pt x="392794" y="5862920"/>
                  </a:lnTo>
                  <a:lnTo>
                    <a:pt x="392939" y="5862920"/>
                  </a:lnTo>
                  <a:lnTo>
                    <a:pt x="393085" y="5862920"/>
                  </a:lnTo>
                  <a:lnTo>
                    <a:pt x="393230" y="5862920"/>
                  </a:lnTo>
                  <a:lnTo>
                    <a:pt x="393375" y="5862920"/>
                  </a:lnTo>
                  <a:lnTo>
                    <a:pt x="393375" y="5862297"/>
                  </a:lnTo>
                  <a:lnTo>
                    <a:pt x="393521" y="5862297"/>
                  </a:lnTo>
                  <a:lnTo>
                    <a:pt x="393666" y="5862297"/>
                  </a:lnTo>
                  <a:lnTo>
                    <a:pt x="393812" y="5862297"/>
                  </a:lnTo>
                  <a:lnTo>
                    <a:pt x="393812" y="5861673"/>
                  </a:lnTo>
                  <a:lnTo>
                    <a:pt x="393957" y="5861673"/>
                  </a:lnTo>
                  <a:lnTo>
                    <a:pt x="394103" y="5861673"/>
                  </a:lnTo>
                  <a:lnTo>
                    <a:pt x="394248" y="5861673"/>
                  </a:lnTo>
                  <a:lnTo>
                    <a:pt x="394393" y="5861673"/>
                  </a:lnTo>
                  <a:lnTo>
                    <a:pt x="394539" y="5861673"/>
                  </a:lnTo>
                  <a:lnTo>
                    <a:pt x="394539" y="5861050"/>
                  </a:lnTo>
                  <a:lnTo>
                    <a:pt x="394684" y="5861050"/>
                  </a:lnTo>
                  <a:lnTo>
                    <a:pt x="394830" y="5861050"/>
                  </a:lnTo>
                  <a:lnTo>
                    <a:pt x="394975" y="5861050"/>
                  </a:lnTo>
                  <a:lnTo>
                    <a:pt x="394975" y="5860426"/>
                  </a:lnTo>
                  <a:lnTo>
                    <a:pt x="395121" y="5860426"/>
                  </a:lnTo>
                  <a:lnTo>
                    <a:pt x="395266" y="5860426"/>
                  </a:lnTo>
                  <a:lnTo>
                    <a:pt x="395411" y="5860426"/>
                  </a:lnTo>
                  <a:lnTo>
                    <a:pt x="395557" y="5860426"/>
                  </a:lnTo>
                  <a:lnTo>
                    <a:pt x="395702" y="5860426"/>
                  </a:lnTo>
                  <a:lnTo>
                    <a:pt x="395702" y="5859803"/>
                  </a:lnTo>
                  <a:lnTo>
                    <a:pt x="395702" y="5859179"/>
                  </a:lnTo>
                  <a:lnTo>
                    <a:pt x="395848" y="5859179"/>
                  </a:lnTo>
                  <a:lnTo>
                    <a:pt x="395993" y="5859179"/>
                  </a:lnTo>
                  <a:lnTo>
                    <a:pt x="396139" y="5859179"/>
                  </a:lnTo>
                  <a:lnTo>
                    <a:pt x="396284" y="5859179"/>
                  </a:lnTo>
                  <a:lnTo>
                    <a:pt x="396429" y="5859179"/>
                  </a:lnTo>
                  <a:lnTo>
                    <a:pt x="396575" y="5859179"/>
                  </a:lnTo>
                  <a:lnTo>
                    <a:pt x="396575" y="5858555"/>
                  </a:lnTo>
                  <a:lnTo>
                    <a:pt x="396720" y="5858555"/>
                  </a:lnTo>
                  <a:lnTo>
                    <a:pt x="396720" y="5857932"/>
                  </a:lnTo>
                  <a:lnTo>
                    <a:pt x="396866" y="5857932"/>
                  </a:lnTo>
                  <a:lnTo>
                    <a:pt x="397011" y="5857932"/>
                  </a:lnTo>
                  <a:lnTo>
                    <a:pt x="397157" y="5857932"/>
                  </a:lnTo>
                  <a:lnTo>
                    <a:pt x="397157" y="5857308"/>
                  </a:lnTo>
                  <a:lnTo>
                    <a:pt x="397302" y="5857308"/>
                  </a:lnTo>
                  <a:lnTo>
                    <a:pt x="397447" y="5857308"/>
                  </a:lnTo>
                  <a:lnTo>
                    <a:pt x="397593" y="5857308"/>
                  </a:lnTo>
                  <a:lnTo>
                    <a:pt x="397738" y="5857308"/>
                  </a:lnTo>
                  <a:lnTo>
                    <a:pt x="397884" y="5857308"/>
                  </a:lnTo>
                  <a:lnTo>
                    <a:pt x="398029" y="5857308"/>
                  </a:lnTo>
                  <a:lnTo>
                    <a:pt x="398175" y="5857308"/>
                  </a:lnTo>
                  <a:lnTo>
                    <a:pt x="398320" y="5857308"/>
                  </a:lnTo>
                  <a:lnTo>
                    <a:pt x="398320" y="5856685"/>
                  </a:lnTo>
                  <a:lnTo>
                    <a:pt x="398465" y="5856685"/>
                  </a:lnTo>
                  <a:lnTo>
                    <a:pt x="398465" y="5856061"/>
                  </a:lnTo>
                  <a:lnTo>
                    <a:pt x="398611" y="5856061"/>
                  </a:lnTo>
                  <a:lnTo>
                    <a:pt x="398756" y="5856061"/>
                  </a:lnTo>
                  <a:lnTo>
                    <a:pt x="398902" y="5856061"/>
                  </a:lnTo>
                  <a:lnTo>
                    <a:pt x="399047" y="5856061"/>
                  </a:lnTo>
                  <a:lnTo>
                    <a:pt x="399192" y="5856061"/>
                  </a:lnTo>
                  <a:lnTo>
                    <a:pt x="399338" y="5856061"/>
                  </a:lnTo>
                  <a:lnTo>
                    <a:pt x="399483" y="5856061"/>
                  </a:lnTo>
                  <a:lnTo>
                    <a:pt x="399483" y="5855437"/>
                  </a:lnTo>
                  <a:lnTo>
                    <a:pt x="399629" y="5855437"/>
                  </a:lnTo>
                  <a:lnTo>
                    <a:pt x="399774" y="5855437"/>
                  </a:lnTo>
                  <a:lnTo>
                    <a:pt x="399920" y="5855437"/>
                  </a:lnTo>
                  <a:lnTo>
                    <a:pt x="399920" y="5854814"/>
                  </a:lnTo>
                  <a:lnTo>
                    <a:pt x="400065" y="5854814"/>
                  </a:lnTo>
                  <a:lnTo>
                    <a:pt x="400210" y="5854814"/>
                  </a:lnTo>
                  <a:lnTo>
                    <a:pt x="400210" y="5854190"/>
                  </a:lnTo>
                  <a:lnTo>
                    <a:pt x="400210" y="5853567"/>
                  </a:lnTo>
                  <a:lnTo>
                    <a:pt x="400356" y="5853567"/>
                  </a:lnTo>
                  <a:lnTo>
                    <a:pt x="400501" y="5853567"/>
                  </a:lnTo>
                  <a:lnTo>
                    <a:pt x="400501" y="5852943"/>
                  </a:lnTo>
                  <a:lnTo>
                    <a:pt x="400647" y="5852943"/>
                  </a:lnTo>
                  <a:lnTo>
                    <a:pt x="400792" y="5852943"/>
                  </a:lnTo>
                  <a:lnTo>
                    <a:pt x="400938" y="5852943"/>
                  </a:lnTo>
                  <a:lnTo>
                    <a:pt x="401083" y="5852943"/>
                  </a:lnTo>
                  <a:lnTo>
                    <a:pt x="401228" y="5852943"/>
                  </a:lnTo>
                  <a:lnTo>
                    <a:pt x="401228" y="5852320"/>
                  </a:lnTo>
                  <a:lnTo>
                    <a:pt x="401374" y="5852320"/>
                  </a:lnTo>
                  <a:lnTo>
                    <a:pt x="401519" y="5852320"/>
                  </a:lnTo>
                  <a:lnTo>
                    <a:pt x="401665" y="5852320"/>
                  </a:lnTo>
                  <a:lnTo>
                    <a:pt x="401810" y="5852320"/>
                  </a:lnTo>
                  <a:lnTo>
                    <a:pt x="401956" y="5852320"/>
                  </a:lnTo>
                  <a:lnTo>
                    <a:pt x="402101" y="5852320"/>
                  </a:lnTo>
                  <a:lnTo>
                    <a:pt x="402101" y="5851696"/>
                  </a:lnTo>
                  <a:lnTo>
                    <a:pt x="402246" y="5851696"/>
                  </a:lnTo>
                  <a:lnTo>
                    <a:pt x="402392" y="5851696"/>
                  </a:lnTo>
                  <a:lnTo>
                    <a:pt x="402537" y="5851696"/>
                  </a:lnTo>
                  <a:lnTo>
                    <a:pt x="402537" y="5851072"/>
                  </a:lnTo>
                  <a:lnTo>
                    <a:pt x="402683" y="5851072"/>
                  </a:lnTo>
                  <a:lnTo>
                    <a:pt x="402828" y="5851072"/>
                  </a:lnTo>
                  <a:lnTo>
                    <a:pt x="402974" y="5851072"/>
                  </a:lnTo>
                  <a:lnTo>
                    <a:pt x="403119" y="5851072"/>
                  </a:lnTo>
                  <a:lnTo>
                    <a:pt x="403119" y="5850449"/>
                  </a:lnTo>
                  <a:lnTo>
                    <a:pt x="403264" y="5850449"/>
                  </a:lnTo>
                  <a:lnTo>
                    <a:pt x="403410" y="5850449"/>
                  </a:lnTo>
                  <a:lnTo>
                    <a:pt x="403410" y="5849825"/>
                  </a:lnTo>
                  <a:lnTo>
                    <a:pt x="403555" y="5849825"/>
                  </a:lnTo>
                  <a:lnTo>
                    <a:pt x="403701" y="5849825"/>
                  </a:lnTo>
                  <a:lnTo>
                    <a:pt x="403701" y="5849202"/>
                  </a:lnTo>
                  <a:lnTo>
                    <a:pt x="403846" y="5849202"/>
                  </a:lnTo>
                  <a:lnTo>
                    <a:pt x="403992" y="5849202"/>
                  </a:lnTo>
                  <a:lnTo>
                    <a:pt x="403992" y="5848578"/>
                  </a:lnTo>
                  <a:lnTo>
                    <a:pt x="404137" y="5848578"/>
                  </a:lnTo>
                  <a:lnTo>
                    <a:pt x="404137" y="5847954"/>
                  </a:lnTo>
                  <a:lnTo>
                    <a:pt x="404282" y="5847954"/>
                  </a:lnTo>
                  <a:lnTo>
                    <a:pt x="404428" y="5847954"/>
                  </a:lnTo>
                  <a:lnTo>
                    <a:pt x="404573" y="5847954"/>
                  </a:lnTo>
                  <a:lnTo>
                    <a:pt x="404719" y="5847954"/>
                  </a:lnTo>
                  <a:lnTo>
                    <a:pt x="404864" y="5847954"/>
                  </a:lnTo>
                  <a:lnTo>
                    <a:pt x="405010" y="5847954"/>
                  </a:lnTo>
                  <a:lnTo>
                    <a:pt x="405155" y="5847954"/>
                  </a:lnTo>
                  <a:lnTo>
                    <a:pt x="405300" y="5847954"/>
                  </a:lnTo>
                  <a:lnTo>
                    <a:pt x="405300" y="5847331"/>
                  </a:lnTo>
                  <a:lnTo>
                    <a:pt x="405446" y="5847331"/>
                  </a:lnTo>
                  <a:lnTo>
                    <a:pt x="405446" y="5846707"/>
                  </a:lnTo>
                  <a:lnTo>
                    <a:pt x="405591" y="5846707"/>
                  </a:lnTo>
                  <a:lnTo>
                    <a:pt x="405737" y="5846707"/>
                  </a:lnTo>
                  <a:lnTo>
                    <a:pt x="405882" y="5846707"/>
                  </a:lnTo>
                  <a:lnTo>
                    <a:pt x="406027" y="5846707"/>
                  </a:lnTo>
                  <a:lnTo>
                    <a:pt x="406173" y="5846707"/>
                  </a:lnTo>
                  <a:lnTo>
                    <a:pt x="406318" y="5846707"/>
                  </a:lnTo>
                  <a:lnTo>
                    <a:pt x="406464" y="5846707"/>
                  </a:lnTo>
                  <a:lnTo>
                    <a:pt x="406609" y="5846707"/>
                  </a:lnTo>
                  <a:lnTo>
                    <a:pt x="406755" y="5846707"/>
                  </a:lnTo>
                  <a:lnTo>
                    <a:pt x="406900" y="5846707"/>
                  </a:lnTo>
                  <a:lnTo>
                    <a:pt x="407045" y="5846707"/>
                  </a:lnTo>
                  <a:lnTo>
                    <a:pt x="407191" y="5846707"/>
                  </a:lnTo>
                  <a:lnTo>
                    <a:pt x="407336" y="5846707"/>
                  </a:lnTo>
                  <a:lnTo>
                    <a:pt x="407482" y="5846707"/>
                  </a:lnTo>
                  <a:lnTo>
                    <a:pt x="407627" y="5846707"/>
                  </a:lnTo>
                  <a:lnTo>
                    <a:pt x="407773" y="5846707"/>
                  </a:lnTo>
                  <a:lnTo>
                    <a:pt x="407773" y="5846084"/>
                  </a:lnTo>
                  <a:lnTo>
                    <a:pt x="407918" y="5846084"/>
                  </a:lnTo>
                  <a:lnTo>
                    <a:pt x="408063" y="5846084"/>
                  </a:lnTo>
                  <a:lnTo>
                    <a:pt x="408209" y="5846084"/>
                  </a:lnTo>
                  <a:lnTo>
                    <a:pt x="408354" y="5846084"/>
                  </a:lnTo>
                  <a:lnTo>
                    <a:pt x="408500" y="5846084"/>
                  </a:lnTo>
                  <a:lnTo>
                    <a:pt x="408645" y="5846084"/>
                  </a:lnTo>
                  <a:lnTo>
                    <a:pt x="408791" y="5846084"/>
                  </a:lnTo>
                  <a:lnTo>
                    <a:pt x="408936" y="5846084"/>
                  </a:lnTo>
                  <a:lnTo>
                    <a:pt x="409081" y="5846084"/>
                  </a:lnTo>
                  <a:lnTo>
                    <a:pt x="409081" y="5845460"/>
                  </a:lnTo>
                  <a:lnTo>
                    <a:pt x="409227" y="5845460"/>
                  </a:lnTo>
                  <a:lnTo>
                    <a:pt x="409227" y="5844837"/>
                  </a:lnTo>
                  <a:lnTo>
                    <a:pt x="409372" y="5844837"/>
                  </a:lnTo>
                  <a:lnTo>
                    <a:pt x="409518" y="5844837"/>
                  </a:lnTo>
                  <a:lnTo>
                    <a:pt x="409663" y="5844837"/>
                  </a:lnTo>
                  <a:lnTo>
                    <a:pt x="409809" y="5844837"/>
                  </a:lnTo>
                  <a:lnTo>
                    <a:pt x="409954" y="5844837"/>
                  </a:lnTo>
                  <a:lnTo>
                    <a:pt x="410099" y="5844837"/>
                  </a:lnTo>
                  <a:lnTo>
                    <a:pt x="410245" y="5844837"/>
                  </a:lnTo>
                  <a:lnTo>
                    <a:pt x="410245" y="5844213"/>
                  </a:lnTo>
                  <a:lnTo>
                    <a:pt x="410390" y="5844213"/>
                  </a:lnTo>
                  <a:lnTo>
                    <a:pt x="410536" y="5844213"/>
                  </a:lnTo>
                  <a:lnTo>
                    <a:pt x="410681" y="5844213"/>
                  </a:lnTo>
                  <a:lnTo>
                    <a:pt x="410827" y="5844213"/>
                  </a:lnTo>
                  <a:lnTo>
                    <a:pt x="410827" y="5843589"/>
                  </a:lnTo>
                  <a:lnTo>
                    <a:pt x="410972" y="5843589"/>
                  </a:lnTo>
                  <a:lnTo>
                    <a:pt x="411117" y="5843589"/>
                  </a:lnTo>
                  <a:lnTo>
                    <a:pt x="411263" y="5843589"/>
                  </a:lnTo>
                  <a:lnTo>
                    <a:pt x="411408" y="5843589"/>
                  </a:lnTo>
                  <a:lnTo>
                    <a:pt x="411408" y="5842966"/>
                  </a:lnTo>
                  <a:lnTo>
                    <a:pt x="411554" y="5842966"/>
                  </a:lnTo>
                  <a:lnTo>
                    <a:pt x="411554" y="5842342"/>
                  </a:lnTo>
                  <a:lnTo>
                    <a:pt x="411699" y="5842342"/>
                  </a:lnTo>
                  <a:lnTo>
                    <a:pt x="411699" y="5841719"/>
                  </a:lnTo>
                  <a:lnTo>
                    <a:pt x="411845" y="5841719"/>
                  </a:lnTo>
                  <a:lnTo>
                    <a:pt x="411990" y="5841719"/>
                  </a:lnTo>
                  <a:lnTo>
                    <a:pt x="412135" y="5841719"/>
                  </a:lnTo>
                  <a:lnTo>
                    <a:pt x="412281" y="5841719"/>
                  </a:lnTo>
                  <a:lnTo>
                    <a:pt x="412426" y="5841719"/>
                  </a:lnTo>
                  <a:lnTo>
                    <a:pt x="412572" y="5841719"/>
                  </a:lnTo>
                  <a:lnTo>
                    <a:pt x="412717" y="5841719"/>
                  </a:lnTo>
                  <a:lnTo>
                    <a:pt x="412862" y="5841719"/>
                  </a:lnTo>
                  <a:lnTo>
                    <a:pt x="413008" y="5841719"/>
                  </a:lnTo>
                  <a:lnTo>
                    <a:pt x="413153" y="5841719"/>
                  </a:lnTo>
                  <a:lnTo>
                    <a:pt x="413299" y="5841719"/>
                  </a:lnTo>
                  <a:lnTo>
                    <a:pt x="413444" y="5841719"/>
                  </a:lnTo>
                  <a:lnTo>
                    <a:pt x="413444" y="5841095"/>
                  </a:lnTo>
                  <a:lnTo>
                    <a:pt x="413590" y="5841095"/>
                  </a:lnTo>
                  <a:lnTo>
                    <a:pt x="413735" y="5841095"/>
                  </a:lnTo>
                  <a:lnTo>
                    <a:pt x="413880" y="5841095"/>
                  </a:lnTo>
                  <a:lnTo>
                    <a:pt x="414026" y="5841095"/>
                  </a:lnTo>
                  <a:lnTo>
                    <a:pt x="414026" y="5840472"/>
                  </a:lnTo>
                  <a:lnTo>
                    <a:pt x="414171" y="5840472"/>
                  </a:lnTo>
                  <a:lnTo>
                    <a:pt x="414317" y="5840472"/>
                  </a:lnTo>
                  <a:lnTo>
                    <a:pt x="414462" y="5840472"/>
                  </a:lnTo>
                  <a:lnTo>
                    <a:pt x="414608" y="5840472"/>
                  </a:lnTo>
                  <a:lnTo>
                    <a:pt x="414753" y="5840472"/>
                  </a:lnTo>
                  <a:lnTo>
                    <a:pt x="414898" y="5840472"/>
                  </a:lnTo>
                  <a:lnTo>
                    <a:pt x="415044" y="5840472"/>
                  </a:lnTo>
                  <a:lnTo>
                    <a:pt x="415044" y="5839848"/>
                  </a:lnTo>
                  <a:lnTo>
                    <a:pt x="415044" y="5839224"/>
                  </a:lnTo>
                  <a:lnTo>
                    <a:pt x="415189" y="5839224"/>
                  </a:lnTo>
                  <a:lnTo>
                    <a:pt x="415335" y="5839224"/>
                  </a:lnTo>
                  <a:lnTo>
                    <a:pt x="415480" y="5839224"/>
                  </a:lnTo>
                  <a:lnTo>
                    <a:pt x="415626" y="5839224"/>
                  </a:lnTo>
                  <a:lnTo>
                    <a:pt x="415771" y="5839224"/>
                  </a:lnTo>
                  <a:lnTo>
                    <a:pt x="415916" y="5839224"/>
                  </a:lnTo>
                  <a:lnTo>
                    <a:pt x="416062" y="5839224"/>
                  </a:lnTo>
                  <a:lnTo>
                    <a:pt x="416062" y="5838601"/>
                  </a:lnTo>
                  <a:lnTo>
                    <a:pt x="416207" y="5838601"/>
                  </a:lnTo>
                  <a:lnTo>
                    <a:pt x="416207" y="5837977"/>
                  </a:lnTo>
                  <a:lnTo>
                    <a:pt x="416353" y="5837977"/>
                  </a:lnTo>
                  <a:lnTo>
                    <a:pt x="416353" y="5837354"/>
                  </a:lnTo>
                  <a:lnTo>
                    <a:pt x="416498" y="5837354"/>
                  </a:lnTo>
                  <a:lnTo>
                    <a:pt x="416644" y="5837354"/>
                  </a:lnTo>
                  <a:lnTo>
                    <a:pt x="416789" y="5837354"/>
                  </a:lnTo>
                  <a:lnTo>
                    <a:pt x="416789" y="5836730"/>
                  </a:lnTo>
                  <a:lnTo>
                    <a:pt x="416934" y="5836730"/>
                  </a:lnTo>
                  <a:lnTo>
                    <a:pt x="417080" y="5836730"/>
                  </a:lnTo>
                  <a:lnTo>
                    <a:pt x="417225" y="5836730"/>
                  </a:lnTo>
                  <a:lnTo>
                    <a:pt x="417371" y="5836730"/>
                  </a:lnTo>
                  <a:lnTo>
                    <a:pt x="417516" y="5836730"/>
                  </a:lnTo>
                  <a:lnTo>
                    <a:pt x="417516" y="5836106"/>
                  </a:lnTo>
                  <a:lnTo>
                    <a:pt x="417662" y="5836106"/>
                  </a:lnTo>
                  <a:lnTo>
                    <a:pt x="417807" y="5836106"/>
                  </a:lnTo>
                  <a:lnTo>
                    <a:pt x="417952" y="5836106"/>
                  </a:lnTo>
                  <a:lnTo>
                    <a:pt x="417952" y="5835483"/>
                  </a:lnTo>
                  <a:lnTo>
                    <a:pt x="418098" y="5835483"/>
                  </a:lnTo>
                  <a:lnTo>
                    <a:pt x="418243" y="5835483"/>
                  </a:lnTo>
                  <a:lnTo>
                    <a:pt x="418243" y="5834859"/>
                  </a:lnTo>
                  <a:lnTo>
                    <a:pt x="418389" y="5834859"/>
                  </a:lnTo>
                  <a:lnTo>
                    <a:pt x="418534" y="5834859"/>
                  </a:lnTo>
                  <a:lnTo>
                    <a:pt x="418679" y="5834859"/>
                  </a:lnTo>
                  <a:lnTo>
                    <a:pt x="418825" y="5834859"/>
                  </a:lnTo>
                  <a:lnTo>
                    <a:pt x="418970" y="5834859"/>
                  </a:lnTo>
                  <a:lnTo>
                    <a:pt x="419116" y="5834859"/>
                  </a:lnTo>
                  <a:lnTo>
                    <a:pt x="419261" y="5834859"/>
                  </a:lnTo>
                  <a:lnTo>
                    <a:pt x="419407" y="5834859"/>
                  </a:lnTo>
                  <a:lnTo>
                    <a:pt x="419552" y="5834859"/>
                  </a:lnTo>
                  <a:lnTo>
                    <a:pt x="419552" y="5834236"/>
                  </a:lnTo>
                  <a:lnTo>
                    <a:pt x="419697" y="5834236"/>
                  </a:lnTo>
                  <a:lnTo>
                    <a:pt x="419843" y="5834236"/>
                  </a:lnTo>
                  <a:lnTo>
                    <a:pt x="419988" y="5834236"/>
                  </a:lnTo>
                  <a:lnTo>
                    <a:pt x="420134" y="5834236"/>
                  </a:lnTo>
                  <a:lnTo>
                    <a:pt x="420279" y="5834236"/>
                  </a:lnTo>
                  <a:lnTo>
                    <a:pt x="420425" y="5834236"/>
                  </a:lnTo>
                  <a:lnTo>
                    <a:pt x="420425" y="5833612"/>
                  </a:lnTo>
                  <a:lnTo>
                    <a:pt x="420570" y="5833612"/>
                  </a:lnTo>
                  <a:lnTo>
                    <a:pt x="420715" y="5833612"/>
                  </a:lnTo>
                  <a:lnTo>
                    <a:pt x="420861" y="5833612"/>
                  </a:lnTo>
                  <a:lnTo>
                    <a:pt x="421006" y="5833612"/>
                  </a:lnTo>
                  <a:lnTo>
                    <a:pt x="421152" y="5833612"/>
                  </a:lnTo>
                  <a:lnTo>
                    <a:pt x="421152" y="5832989"/>
                  </a:lnTo>
                  <a:lnTo>
                    <a:pt x="421297" y="5832989"/>
                  </a:lnTo>
                  <a:lnTo>
                    <a:pt x="421297" y="5832365"/>
                  </a:lnTo>
                  <a:lnTo>
                    <a:pt x="421443" y="5832365"/>
                  </a:lnTo>
                  <a:lnTo>
                    <a:pt x="421588" y="5832365"/>
                  </a:lnTo>
                  <a:lnTo>
                    <a:pt x="421733" y="5832365"/>
                  </a:lnTo>
                  <a:lnTo>
                    <a:pt x="421879" y="5832365"/>
                  </a:lnTo>
                  <a:lnTo>
                    <a:pt x="421879" y="5831741"/>
                  </a:lnTo>
                  <a:lnTo>
                    <a:pt x="422024" y="5831741"/>
                  </a:lnTo>
                  <a:lnTo>
                    <a:pt x="422170" y="5831741"/>
                  </a:lnTo>
                  <a:lnTo>
                    <a:pt x="422315" y="5831741"/>
                  </a:lnTo>
                  <a:lnTo>
                    <a:pt x="422315" y="5831118"/>
                  </a:lnTo>
                  <a:lnTo>
                    <a:pt x="422461" y="5831118"/>
                  </a:lnTo>
                  <a:lnTo>
                    <a:pt x="422606" y="5831118"/>
                  </a:lnTo>
                  <a:lnTo>
                    <a:pt x="422751" y="5831118"/>
                  </a:lnTo>
                  <a:lnTo>
                    <a:pt x="422897" y="5831118"/>
                  </a:lnTo>
                  <a:lnTo>
                    <a:pt x="423042" y="5831118"/>
                  </a:lnTo>
                  <a:lnTo>
                    <a:pt x="423042" y="5830494"/>
                  </a:lnTo>
                  <a:lnTo>
                    <a:pt x="423188" y="5830494"/>
                  </a:lnTo>
                  <a:lnTo>
                    <a:pt x="423333" y="5830494"/>
                  </a:lnTo>
                  <a:lnTo>
                    <a:pt x="423479" y="5830494"/>
                  </a:lnTo>
                  <a:lnTo>
                    <a:pt x="423479" y="5829871"/>
                  </a:lnTo>
                  <a:lnTo>
                    <a:pt x="423479" y="5829247"/>
                  </a:lnTo>
                  <a:lnTo>
                    <a:pt x="423624" y="5829247"/>
                  </a:lnTo>
                  <a:lnTo>
                    <a:pt x="423769" y="5829247"/>
                  </a:lnTo>
                  <a:lnTo>
                    <a:pt x="423915" y="5829247"/>
                  </a:lnTo>
                  <a:lnTo>
                    <a:pt x="424060" y="5829247"/>
                  </a:lnTo>
                  <a:lnTo>
                    <a:pt x="424060" y="5828623"/>
                  </a:lnTo>
                  <a:lnTo>
                    <a:pt x="424206" y="5828623"/>
                  </a:lnTo>
                  <a:lnTo>
                    <a:pt x="424351" y="5828623"/>
                  </a:lnTo>
                  <a:lnTo>
                    <a:pt x="424497" y="5828623"/>
                  </a:lnTo>
                  <a:lnTo>
                    <a:pt x="424642" y="5828623"/>
                  </a:lnTo>
                  <a:lnTo>
                    <a:pt x="424642" y="5828000"/>
                  </a:lnTo>
                  <a:lnTo>
                    <a:pt x="424787" y="5828000"/>
                  </a:lnTo>
                  <a:lnTo>
                    <a:pt x="424933" y="5828000"/>
                  </a:lnTo>
                  <a:lnTo>
                    <a:pt x="425078" y="5828000"/>
                  </a:lnTo>
                  <a:lnTo>
                    <a:pt x="425224" y="5828000"/>
                  </a:lnTo>
                  <a:lnTo>
                    <a:pt x="425369" y="5828000"/>
                  </a:lnTo>
                  <a:lnTo>
                    <a:pt x="425514" y="5828000"/>
                  </a:lnTo>
                  <a:lnTo>
                    <a:pt x="425660" y="5828000"/>
                  </a:lnTo>
                  <a:lnTo>
                    <a:pt x="425805" y="5828000"/>
                  </a:lnTo>
                  <a:lnTo>
                    <a:pt x="425951" y="5828000"/>
                  </a:lnTo>
                  <a:lnTo>
                    <a:pt x="426096" y="5828000"/>
                  </a:lnTo>
                  <a:lnTo>
                    <a:pt x="426242" y="5828000"/>
                  </a:lnTo>
                  <a:lnTo>
                    <a:pt x="426387" y="5828000"/>
                  </a:lnTo>
                  <a:lnTo>
                    <a:pt x="426532" y="5828000"/>
                  </a:lnTo>
                  <a:lnTo>
                    <a:pt x="426678" y="5828000"/>
                  </a:lnTo>
                  <a:lnTo>
                    <a:pt x="426823" y="5828000"/>
                  </a:lnTo>
                  <a:lnTo>
                    <a:pt x="426969" y="5828000"/>
                  </a:lnTo>
                  <a:lnTo>
                    <a:pt x="427114" y="5828000"/>
                  </a:lnTo>
                  <a:lnTo>
                    <a:pt x="427260" y="5828000"/>
                  </a:lnTo>
                  <a:lnTo>
                    <a:pt x="427405" y="5828000"/>
                  </a:lnTo>
                  <a:lnTo>
                    <a:pt x="427550" y="5828000"/>
                  </a:lnTo>
                  <a:lnTo>
                    <a:pt x="427696" y="5828000"/>
                  </a:lnTo>
                  <a:lnTo>
                    <a:pt x="427841" y="5828000"/>
                  </a:lnTo>
                  <a:lnTo>
                    <a:pt x="427841" y="5827376"/>
                  </a:lnTo>
                  <a:lnTo>
                    <a:pt x="427987" y="5827376"/>
                  </a:lnTo>
                  <a:lnTo>
                    <a:pt x="428132" y="5827376"/>
                  </a:lnTo>
                  <a:lnTo>
                    <a:pt x="428278" y="5827376"/>
                  </a:lnTo>
                  <a:lnTo>
                    <a:pt x="428423" y="5827376"/>
                  </a:lnTo>
                  <a:lnTo>
                    <a:pt x="428568" y="5827376"/>
                  </a:lnTo>
                  <a:lnTo>
                    <a:pt x="428714" y="5827376"/>
                  </a:lnTo>
                  <a:lnTo>
                    <a:pt x="428714" y="5826753"/>
                  </a:lnTo>
                  <a:lnTo>
                    <a:pt x="428859" y="5826753"/>
                  </a:lnTo>
                  <a:lnTo>
                    <a:pt x="429005" y="5826753"/>
                  </a:lnTo>
                  <a:lnTo>
                    <a:pt x="429150" y="5826753"/>
                  </a:lnTo>
                  <a:lnTo>
                    <a:pt x="429296" y="5826753"/>
                  </a:lnTo>
                  <a:lnTo>
                    <a:pt x="429441" y="5826753"/>
                  </a:lnTo>
                  <a:lnTo>
                    <a:pt x="429441" y="5826129"/>
                  </a:lnTo>
                  <a:lnTo>
                    <a:pt x="429586" y="5826129"/>
                  </a:lnTo>
                  <a:lnTo>
                    <a:pt x="429732" y="5826129"/>
                  </a:lnTo>
                  <a:lnTo>
                    <a:pt x="429877" y="5826129"/>
                  </a:lnTo>
                  <a:lnTo>
                    <a:pt x="430023" y="5826129"/>
                  </a:lnTo>
                  <a:lnTo>
                    <a:pt x="430023" y="5825506"/>
                  </a:lnTo>
                  <a:lnTo>
                    <a:pt x="430168" y="5825506"/>
                  </a:lnTo>
                  <a:lnTo>
                    <a:pt x="430314" y="5825506"/>
                  </a:lnTo>
                  <a:lnTo>
                    <a:pt x="430459" y="5825506"/>
                  </a:lnTo>
                  <a:lnTo>
                    <a:pt x="430459" y="5824882"/>
                  </a:lnTo>
                  <a:lnTo>
                    <a:pt x="430604" y="5824882"/>
                  </a:lnTo>
                  <a:lnTo>
                    <a:pt x="430750" y="5824882"/>
                  </a:lnTo>
                  <a:lnTo>
                    <a:pt x="430895" y="5824882"/>
                  </a:lnTo>
                  <a:lnTo>
                    <a:pt x="431041" y="5824882"/>
                  </a:lnTo>
                  <a:lnTo>
                    <a:pt x="431186" y="5824882"/>
                  </a:lnTo>
                  <a:lnTo>
                    <a:pt x="431332" y="5824882"/>
                  </a:lnTo>
                  <a:lnTo>
                    <a:pt x="431332" y="5824258"/>
                  </a:lnTo>
                  <a:lnTo>
                    <a:pt x="431477" y="5824258"/>
                  </a:lnTo>
                  <a:lnTo>
                    <a:pt x="431622" y="5824258"/>
                  </a:lnTo>
                  <a:lnTo>
                    <a:pt x="431768" y="5824258"/>
                  </a:lnTo>
                  <a:lnTo>
                    <a:pt x="431913" y="5824258"/>
                  </a:lnTo>
                  <a:lnTo>
                    <a:pt x="431913" y="5823635"/>
                  </a:lnTo>
                  <a:lnTo>
                    <a:pt x="432059" y="5823635"/>
                  </a:lnTo>
                  <a:lnTo>
                    <a:pt x="432204" y="5823635"/>
                  </a:lnTo>
                  <a:lnTo>
                    <a:pt x="432349" y="5823635"/>
                  </a:lnTo>
                  <a:lnTo>
                    <a:pt x="432349" y="5823011"/>
                  </a:lnTo>
                  <a:lnTo>
                    <a:pt x="432495" y="5823011"/>
                  </a:lnTo>
                  <a:lnTo>
                    <a:pt x="432640" y="5823011"/>
                  </a:lnTo>
                  <a:lnTo>
                    <a:pt x="432786" y="5823011"/>
                  </a:lnTo>
                  <a:lnTo>
                    <a:pt x="432931" y="5823011"/>
                  </a:lnTo>
                  <a:lnTo>
                    <a:pt x="433077" y="5823011"/>
                  </a:lnTo>
                  <a:lnTo>
                    <a:pt x="433222" y="5823011"/>
                  </a:lnTo>
                  <a:lnTo>
                    <a:pt x="433222" y="5822388"/>
                  </a:lnTo>
                  <a:lnTo>
                    <a:pt x="433367" y="5822388"/>
                  </a:lnTo>
                  <a:lnTo>
                    <a:pt x="433513" y="5822388"/>
                  </a:lnTo>
                  <a:lnTo>
                    <a:pt x="433513" y="5821764"/>
                  </a:lnTo>
                  <a:lnTo>
                    <a:pt x="433658" y="5821764"/>
                  </a:lnTo>
                  <a:lnTo>
                    <a:pt x="433804" y="5821764"/>
                  </a:lnTo>
                  <a:lnTo>
                    <a:pt x="433949" y="5821764"/>
                  </a:lnTo>
                  <a:lnTo>
                    <a:pt x="434095" y="5821764"/>
                  </a:lnTo>
                  <a:lnTo>
                    <a:pt x="434095" y="5821140"/>
                  </a:lnTo>
                  <a:lnTo>
                    <a:pt x="434240" y="5821140"/>
                  </a:lnTo>
                  <a:lnTo>
                    <a:pt x="434385" y="5821140"/>
                  </a:lnTo>
                  <a:lnTo>
                    <a:pt x="434531" y="5821140"/>
                  </a:lnTo>
                  <a:lnTo>
                    <a:pt x="434676" y="5821140"/>
                  </a:lnTo>
                  <a:lnTo>
                    <a:pt x="434822" y="5821140"/>
                  </a:lnTo>
                  <a:lnTo>
                    <a:pt x="434822" y="5820517"/>
                  </a:lnTo>
                  <a:lnTo>
                    <a:pt x="434967" y="5820517"/>
                  </a:lnTo>
                  <a:lnTo>
                    <a:pt x="435113" y="5820517"/>
                  </a:lnTo>
                  <a:lnTo>
                    <a:pt x="435258" y="5820517"/>
                  </a:lnTo>
                  <a:lnTo>
                    <a:pt x="435258" y="5819893"/>
                  </a:lnTo>
                  <a:lnTo>
                    <a:pt x="435403" y="5819893"/>
                  </a:lnTo>
                  <a:lnTo>
                    <a:pt x="435549" y="5819893"/>
                  </a:lnTo>
                  <a:lnTo>
                    <a:pt x="435694" y="5819893"/>
                  </a:lnTo>
                  <a:lnTo>
                    <a:pt x="435840" y="5819893"/>
                  </a:lnTo>
                  <a:lnTo>
                    <a:pt x="435840" y="5819270"/>
                  </a:lnTo>
                  <a:lnTo>
                    <a:pt x="435985" y="5819270"/>
                  </a:lnTo>
                  <a:lnTo>
                    <a:pt x="436131" y="5819270"/>
                  </a:lnTo>
                  <a:lnTo>
                    <a:pt x="436276" y="5819270"/>
                  </a:lnTo>
                  <a:lnTo>
                    <a:pt x="436276" y="5818646"/>
                  </a:lnTo>
                  <a:lnTo>
                    <a:pt x="436421" y="5818646"/>
                  </a:lnTo>
                  <a:lnTo>
                    <a:pt x="436567" y="5818646"/>
                  </a:lnTo>
                  <a:lnTo>
                    <a:pt x="436712" y="5818646"/>
                  </a:lnTo>
                  <a:lnTo>
                    <a:pt x="436712" y="5818023"/>
                  </a:lnTo>
                  <a:lnTo>
                    <a:pt x="436858" y="5818023"/>
                  </a:lnTo>
                  <a:lnTo>
                    <a:pt x="436858" y="5817399"/>
                  </a:lnTo>
                  <a:lnTo>
                    <a:pt x="437003" y="5817399"/>
                  </a:lnTo>
                  <a:lnTo>
                    <a:pt x="437149" y="5817399"/>
                  </a:lnTo>
                  <a:lnTo>
                    <a:pt x="437149" y="5816775"/>
                  </a:lnTo>
                  <a:lnTo>
                    <a:pt x="437294" y="5816775"/>
                  </a:lnTo>
                  <a:lnTo>
                    <a:pt x="437439" y="5816775"/>
                  </a:lnTo>
                  <a:lnTo>
                    <a:pt x="437585" y="5816775"/>
                  </a:lnTo>
                  <a:lnTo>
                    <a:pt x="437585" y="5816152"/>
                  </a:lnTo>
                  <a:lnTo>
                    <a:pt x="437730" y="5816152"/>
                  </a:lnTo>
                  <a:lnTo>
                    <a:pt x="437876" y="5816152"/>
                  </a:lnTo>
                  <a:lnTo>
                    <a:pt x="437876" y="5815528"/>
                  </a:lnTo>
                  <a:lnTo>
                    <a:pt x="438021" y="5815528"/>
                  </a:lnTo>
                  <a:lnTo>
                    <a:pt x="438167" y="5815528"/>
                  </a:lnTo>
                  <a:lnTo>
                    <a:pt x="438167" y="5814905"/>
                  </a:lnTo>
                  <a:lnTo>
                    <a:pt x="438312" y="5814905"/>
                  </a:lnTo>
                  <a:lnTo>
                    <a:pt x="438457" y="5814905"/>
                  </a:lnTo>
                  <a:lnTo>
                    <a:pt x="438603" y="5814905"/>
                  </a:lnTo>
                  <a:lnTo>
                    <a:pt x="438748" y="5814905"/>
                  </a:lnTo>
                  <a:lnTo>
                    <a:pt x="438894" y="5814905"/>
                  </a:lnTo>
                  <a:lnTo>
                    <a:pt x="438894" y="5814281"/>
                  </a:lnTo>
                  <a:lnTo>
                    <a:pt x="439039" y="5814281"/>
                  </a:lnTo>
                  <a:lnTo>
                    <a:pt x="439039" y="5813657"/>
                  </a:lnTo>
                  <a:lnTo>
                    <a:pt x="439039" y="5813034"/>
                  </a:lnTo>
                  <a:lnTo>
                    <a:pt x="439184" y="5813034"/>
                  </a:lnTo>
                  <a:lnTo>
                    <a:pt x="439330" y="5813034"/>
                  </a:lnTo>
                  <a:lnTo>
                    <a:pt x="439475" y="5813034"/>
                  </a:lnTo>
                  <a:lnTo>
                    <a:pt x="439621" y="5813034"/>
                  </a:lnTo>
                  <a:lnTo>
                    <a:pt x="439621" y="5812410"/>
                  </a:lnTo>
                  <a:lnTo>
                    <a:pt x="439766" y="5812410"/>
                  </a:lnTo>
                  <a:lnTo>
                    <a:pt x="439766" y="5811787"/>
                  </a:lnTo>
                  <a:lnTo>
                    <a:pt x="439766" y="5811163"/>
                  </a:lnTo>
                  <a:lnTo>
                    <a:pt x="439912" y="5811163"/>
                  </a:lnTo>
                  <a:lnTo>
                    <a:pt x="440057" y="5811163"/>
                  </a:lnTo>
                  <a:lnTo>
                    <a:pt x="440057" y="5810540"/>
                  </a:lnTo>
                  <a:lnTo>
                    <a:pt x="440202" y="5810540"/>
                  </a:lnTo>
                  <a:lnTo>
                    <a:pt x="440348" y="5810540"/>
                  </a:lnTo>
                  <a:lnTo>
                    <a:pt x="440348" y="5809916"/>
                  </a:lnTo>
                  <a:lnTo>
                    <a:pt x="440493" y="5809916"/>
                  </a:lnTo>
                  <a:lnTo>
                    <a:pt x="440639" y="5809916"/>
                  </a:lnTo>
                  <a:lnTo>
                    <a:pt x="440784" y="5809916"/>
                  </a:lnTo>
                  <a:lnTo>
                    <a:pt x="440930" y="5809916"/>
                  </a:lnTo>
                  <a:lnTo>
                    <a:pt x="441075" y="5809916"/>
                  </a:lnTo>
                  <a:lnTo>
                    <a:pt x="441220" y="5809916"/>
                  </a:lnTo>
                  <a:lnTo>
                    <a:pt x="441220" y="5809292"/>
                  </a:lnTo>
                  <a:lnTo>
                    <a:pt x="441366" y="5809292"/>
                  </a:lnTo>
                  <a:lnTo>
                    <a:pt x="441511" y="5809292"/>
                  </a:lnTo>
                  <a:lnTo>
                    <a:pt x="441657" y="5809292"/>
                  </a:lnTo>
                  <a:lnTo>
                    <a:pt x="441802" y="5809292"/>
                  </a:lnTo>
                  <a:lnTo>
                    <a:pt x="441802" y="5808669"/>
                  </a:lnTo>
                  <a:lnTo>
                    <a:pt x="441802" y="5808045"/>
                  </a:lnTo>
                  <a:lnTo>
                    <a:pt x="441948" y="5808045"/>
                  </a:lnTo>
                  <a:lnTo>
                    <a:pt x="442093" y="5808045"/>
                  </a:lnTo>
                  <a:lnTo>
                    <a:pt x="442238" y="5808045"/>
                  </a:lnTo>
                  <a:lnTo>
                    <a:pt x="442384" y="5808045"/>
                  </a:lnTo>
                  <a:lnTo>
                    <a:pt x="442529" y="5808045"/>
                  </a:lnTo>
                  <a:lnTo>
                    <a:pt x="442675" y="5808045"/>
                  </a:lnTo>
                  <a:lnTo>
                    <a:pt x="442820" y="5808045"/>
                  </a:lnTo>
                  <a:lnTo>
                    <a:pt x="442820" y="5807422"/>
                  </a:lnTo>
                  <a:lnTo>
                    <a:pt x="442966" y="5807422"/>
                  </a:lnTo>
                  <a:lnTo>
                    <a:pt x="443111" y="5807422"/>
                  </a:lnTo>
                  <a:lnTo>
                    <a:pt x="443256" y="5807422"/>
                  </a:lnTo>
                  <a:lnTo>
                    <a:pt x="443402" y="5807422"/>
                  </a:lnTo>
                  <a:lnTo>
                    <a:pt x="443547" y="5807422"/>
                  </a:lnTo>
                  <a:lnTo>
                    <a:pt x="443547" y="5806798"/>
                  </a:lnTo>
                  <a:lnTo>
                    <a:pt x="443547" y="5806174"/>
                  </a:lnTo>
                  <a:lnTo>
                    <a:pt x="443693" y="5806174"/>
                  </a:lnTo>
                  <a:lnTo>
                    <a:pt x="443838" y="5806174"/>
                  </a:lnTo>
                  <a:lnTo>
                    <a:pt x="443984" y="5806174"/>
                  </a:lnTo>
                  <a:lnTo>
                    <a:pt x="443984" y="5805551"/>
                  </a:lnTo>
                  <a:lnTo>
                    <a:pt x="444129" y="5805551"/>
                  </a:lnTo>
                  <a:lnTo>
                    <a:pt x="444129" y="5804927"/>
                  </a:lnTo>
                  <a:lnTo>
                    <a:pt x="444129" y="5804304"/>
                  </a:lnTo>
                  <a:lnTo>
                    <a:pt x="444274" y="5804304"/>
                  </a:lnTo>
                  <a:lnTo>
                    <a:pt x="444420" y="5804304"/>
                  </a:lnTo>
                  <a:lnTo>
                    <a:pt x="444565" y="5804304"/>
                  </a:lnTo>
                  <a:lnTo>
                    <a:pt x="444711" y="5804304"/>
                  </a:lnTo>
                  <a:lnTo>
                    <a:pt x="444856" y="5804304"/>
                  </a:lnTo>
                  <a:lnTo>
                    <a:pt x="445002" y="5804304"/>
                  </a:lnTo>
                  <a:lnTo>
                    <a:pt x="445147" y="5804304"/>
                  </a:lnTo>
                  <a:lnTo>
                    <a:pt x="445147" y="5803680"/>
                  </a:lnTo>
                  <a:lnTo>
                    <a:pt x="445292" y="5803680"/>
                  </a:lnTo>
                  <a:lnTo>
                    <a:pt x="445438" y="5803680"/>
                  </a:lnTo>
                  <a:lnTo>
                    <a:pt x="445438" y="5803057"/>
                  </a:lnTo>
                  <a:lnTo>
                    <a:pt x="445438" y="5802433"/>
                  </a:lnTo>
                  <a:lnTo>
                    <a:pt x="445583" y="5802433"/>
                  </a:lnTo>
                  <a:lnTo>
                    <a:pt x="445729" y="5802433"/>
                  </a:lnTo>
                  <a:lnTo>
                    <a:pt x="445874" y="5802433"/>
                  </a:lnTo>
                  <a:lnTo>
                    <a:pt x="446019" y="5802433"/>
                  </a:lnTo>
                  <a:lnTo>
                    <a:pt x="446019" y="5801809"/>
                  </a:lnTo>
                  <a:lnTo>
                    <a:pt x="446165" y="5801809"/>
                  </a:lnTo>
                  <a:lnTo>
                    <a:pt x="446310" y="5801809"/>
                  </a:lnTo>
                  <a:lnTo>
                    <a:pt x="446456" y="5801809"/>
                  </a:lnTo>
                  <a:lnTo>
                    <a:pt x="446601" y="5801809"/>
                  </a:lnTo>
                  <a:lnTo>
                    <a:pt x="446747" y="5801809"/>
                  </a:lnTo>
                  <a:lnTo>
                    <a:pt x="446892" y="5801809"/>
                  </a:lnTo>
                  <a:lnTo>
                    <a:pt x="446892" y="5801186"/>
                  </a:lnTo>
                  <a:lnTo>
                    <a:pt x="447037" y="5801186"/>
                  </a:lnTo>
                  <a:lnTo>
                    <a:pt x="447037" y="5800562"/>
                  </a:lnTo>
                  <a:lnTo>
                    <a:pt x="447183" y="5800562"/>
                  </a:lnTo>
                  <a:lnTo>
                    <a:pt x="447183" y="5799939"/>
                  </a:lnTo>
                  <a:lnTo>
                    <a:pt x="447328" y="5799939"/>
                  </a:lnTo>
                  <a:lnTo>
                    <a:pt x="447474" y="5799939"/>
                  </a:lnTo>
                  <a:lnTo>
                    <a:pt x="447619" y="5799939"/>
                  </a:lnTo>
                  <a:lnTo>
                    <a:pt x="447619" y="5799315"/>
                  </a:lnTo>
                  <a:lnTo>
                    <a:pt x="447765" y="5799315"/>
                  </a:lnTo>
                  <a:lnTo>
                    <a:pt x="447910" y="5799315"/>
                  </a:lnTo>
                  <a:lnTo>
                    <a:pt x="448055" y="5799315"/>
                  </a:lnTo>
                  <a:lnTo>
                    <a:pt x="448201" y="5799315"/>
                  </a:lnTo>
                  <a:lnTo>
                    <a:pt x="448201" y="5798691"/>
                  </a:lnTo>
                  <a:lnTo>
                    <a:pt x="448346" y="5798691"/>
                  </a:lnTo>
                  <a:lnTo>
                    <a:pt x="448492" y="5798691"/>
                  </a:lnTo>
                  <a:lnTo>
                    <a:pt x="448637" y="5798691"/>
                  </a:lnTo>
                  <a:lnTo>
                    <a:pt x="448783" y="5798691"/>
                  </a:lnTo>
                  <a:lnTo>
                    <a:pt x="448783" y="5798068"/>
                  </a:lnTo>
                  <a:lnTo>
                    <a:pt x="448928" y="5798068"/>
                  </a:lnTo>
                  <a:lnTo>
                    <a:pt x="449073" y="5798068"/>
                  </a:lnTo>
                  <a:lnTo>
                    <a:pt x="449219" y="5798068"/>
                  </a:lnTo>
                  <a:lnTo>
                    <a:pt x="449219" y="5797444"/>
                  </a:lnTo>
                  <a:lnTo>
                    <a:pt x="449364" y="5797444"/>
                  </a:lnTo>
                  <a:lnTo>
                    <a:pt x="449364" y="5796821"/>
                  </a:lnTo>
                  <a:lnTo>
                    <a:pt x="449510" y="5796821"/>
                  </a:lnTo>
                  <a:lnTo>
                    <a:pt x="449510" y="5796197"/>
                  </a:lnTo>
                  <a:lnTo>
                    <a:pt x="449655" y="5796197"/>
                  </a:lnTo>
                  <a:lnTo>
                    <a:pt x="449801" y="5796197"/>
                  </a:lnTo>
                  <a:lnTo>
                    <a:pt x="449946" y="5796197"/>
                  </a:lnTo>
                  <a:lnTo>
                    <a:pt x="450091" y="5796197"/>
                  </a:lnTo>
                  <a:lnTo>
                    <a:pt x="450237" y="5796197"/>
                  </a:lnTo>
                  <a:lnTo>
                    <a:pt x="450382" y="5796197"/>
                  </a:lnTo>
                  <a:lnTo>
                    <a:pt x="450382" y="5795574"/>
                  </a:lnTo>
                  <a:lnTo>
                    <a:pt x="450528" y="5795574"/>
                  </a:lnTo>
                  <a:lnTo>
                    <a:pt x="450673" y="5795574"/>
                  </a:lnTo>
                  <a:lnTo>
                    <a:pt x="450819" y="5795574"/>
                  </a:lnTo>
                  <a:lnTo>
                    <a:pt x="450964" y="5795574"/>
                  </a:lnTo>
                  <a:lnTo>
                    <a:pt x="450964" y="5794950"/>
                  </a:lnTo>
                  <a:lnTo>
                    <a:pt x="451109" y="5794950"/>
                  </a:lnTo>
                  <a:lnTo>
                    <a:pt x="451255" y="5794950"/>
                  </a:lnTo>
                  <a:lnTo>
                    <a:pt x="451400" y="5794950"/>
                  </a:lnTo>
                  <a:lnTo>
                    <a:pt x="451546" y="5794950"/>
                  </a:lnTo>
                  <a:lnTo>
                    <a:pt x="451691" y="5794950"/>
                  </a:lnTo>
                  <a:lnTo>
                    <a:pt x="451837" y="5794950"/>
                  </a:lnTo>
                  <a:lnTo>
                    <a:pt x="451982" y="5794950"/>
                  </a:lnTo>
                  <a:lnTo>
                    <a:pt x="452127" y="5794950"/>
                  </a:lnTo>
                  <a:lnTo>
                    <a:pt x="452273" y="5794950"/>
                  </a:lnTo>
                  <a:lnTo>
                    <a:pt x="452418" y="5794950"/>
                  </a:lnTo>
                  <a:lnTo>
                    <a:pt x="452564" y="5794950"/>
                  </a:lnTo>
                  <a:lnTo>
                    <a:pt x="452709" y="5794950"/>
                  </a:lnTo>
                  <a:lnTo>
                    <a:pt x="452854" y="5794950"/>
                  </a:lnTo>
                  <a:lnTo>
                    <a:pt x="453000" y="5794950"/>
                  </a:lnTo>
                  <a:lnTo>
                    <a:pt x="453145" y="5794950"/>
                  </a:lnTo>
                  <a:lnTo>
                    <a:pt x="453291" y="5794950"/>
                  </a:lnTo>
                  <a:lnTo>
                    <a:pt x="453291" y="5794326"/>
                  </a:lnTo>
                  <a:lnTo>
                    <a:pt x="453436" y="5794326"/>
                  </a:lnTo>
                  <a:lnTo>
                    <a:pt x="453582" y="5794326"/>
                  </a:lnTo>
                  <a:lnTo>
                    <a:pt x="453582" y="5793703"/>
                  </a:lnTo>
                  <a:lnTo>
                    <a:pt x="453582" y="5793079"/>
                  </a:lnTo>
                  <a:lnTo>
                    <a:pt x="453582" y="5792456"/>
                  </a:lnTo>
                  <a:lnTo>
                    <a:pt x="453727" y="5792456"/>
                  </a:lnTo>
                  <a:lnTo>
                    <a:pt x="453727" y="5791832"/>
                  </a:lnTo>
                  <a:lnTo>
                    <a:pt x="453872" y="5791832"/>
                  </a:lnTo>
                  <a:lnTo>
                    <a:pt x="454018" y="5791832"/>
                  </a:lnTo>
                  <a:lnTo>
                    <a:pt x="454163" y="5791832"/>
                  </a:lnTo>
                  <a:lnTo>
                    <a:pt x="454309" y="5791832"/>
                  </a:lnTo>
                  <a:lnTo>
                    <a:pt x="454454" y="5791832"/>
                  </a:lnTo>
                  <a:lnTo>
                    <a:pt x="454600" y="5791832"/>
                  </a:lnTo>
                  <a:lnTo>
                    <a:pt x="454745" y="5791832"/>
                  </a:lnTo>
                  <a:lnTo>
                    <a:pt x="454745" y="5791208"/>
                  </a:lnTo>
                  <a:lnTo>
                    <a:pt x="454890" y="5791208"/>
                  </a:lnTo>
                  <a:lnTo>
                    <a:pt x="455036" y="5791208"/>
                  </a:lnTo>
                  <a:lnTo>
                    <a:pt x="455181" y="5791208"/>
                  </a:lnTo>
                  <a:lnTo>
                    <a:pt x="455327" y="5791208"/>
                  </a:lnTo>
                  <a:lnTo>
                    <a:pt x="455327" y="5790585"/>
                  </a:lnTo>
                  <a:lnTo>
                    <a:pt x="455327" y="5789961"/>
                  </a:lnTo>
                  <a:lnTo>
                    <a:pt x="455472" y="5789961"/>
                  </a:lnTo>
                  <a:lnTo>
                    <a:pt x="455472" y="5789338"/>
                  </a:lnTo>
                  <a:lnTo>
                    <a:pt x="455472" y="5788714"/>
                  </a:lnTo>
                  <a:lnTo>
                    <a:pt x="455618" y="5788714"/>
                  </a:lnTo>
                  <a:lnTo>
                    <a:pt x="455763" y="5788714"/>
                  </a:lnTo>
                  <a:lnTo>
                    <a:pt x="455763" y="5788091"/>
                  </a:lnTo>
                  <a:lnTo>
                    <a:pt x="455908" y="5788091"/>
                  </a:lnTo>
                  <a:lnTo>
                    <a:pt x="456054" y="5788091"/>
                  </a:lnTo>
                  <a:lnTo>
                    <a:pt x="456054" y="5787467"/>
                  </a:lnTo>
                  <a:lnTo>
                    <a:pt x="456199" y="5787467"/>
                  </a:lnTo>
                  <a:lnTo>
                    <a:pt x="456345" y="5787467"/>
                  </a:lnTo>
                  <a:lnTo>
                    <a:pt x="456490" y="5787467"/>
                  </a:lnTo>
                  <a:lnTo>
                    <a:pt x="456490" y="5786843"/>
                  </a:lnTo>
                  <a:lnTo>
                    <a:pt x="456636" y="5786843"/>
                  </a:lnTo>
                  <a:lnTo>
                    <a:pt x="456781" y="5786843"/>
                  </a:lnTo>
                  <a:lnTo>
                    <a:pt x="456926" y="5786843"/>
                  </a:lnTo>
                  <a:lnTo>
                    <a:pt x="457072" y="5786843"/>
                  </a:lnTo>
                  <a:lnTo>
                    <a:pt x="457217" y="5786843"/>
                  </a:lnTo>
                  <a:lnTo>
                    <a:pt x="457363" y="5786843"/>
                  </a:lnTo>
                  <a:lnTo>
                    <a:pt x="457508" y="5786843"/>
                  </a:lnTo>
                  <a:lnTo>
                    <a:pt x="457654" y="5786843"/>
                  </a:lnTo>
                  <a:lnTo>
                    <a:pt x="457799" y="5786843"/>
                  </a:lnTo>
                  <a:lnTo>
                    <a:pt x="457799" y="5786220"/>
                  </a:lnTo>
                  <a:lnTo>
                    <a:pt x="457944" y="5786220"/>
                  </a:lnTo>
                  <a:lnTo>
                    <a:pt x="457944" y="5785596"/>
                  </a:lnTo>
                  <a:lnTo>
                    <a:pt x="458090" y="5785596"/>
                  </a:lnTo>
                  <a:lnTo>
                    <a:pt x="458235" y="5785596"/>
                  </a:lnTo>
                  <a:lnTo>
                    <a:pt x="458381" y="5785596"/>
                  </a:lnTo>
                  <a:lnTo>
                    <a:pt x="458526" y="5785596"/>
                  </a:lnTo>
                  <a:lnTo>
                    <a:pt x="458672" y="5785596"/>
                  </a:lnTo>
                  <a:lnTo>
                    <a:pt x="458817" y="5785596"/>
                  </a:lnTo>
                  <a:lnTo>
                    <a:pt x="458962" y="5785596"/>
                  </a:lnTo>
                  <a:lnTo>
                    <a:pt x="459108" y="5785596"/>
                  </a:lnTo>
                  <a:lnTo>
                    <a:pt x="459253" y="5785596"/>
                  </a:lnTo>
                  <a:lnTo>
                    <a:pt x="459399" y="5785596"/>
                  </a:lnTo>
                  <a:lnTo>
                    <a:pt x="459544" y="5785596"/>
                  </a:lnTo>
                  <a:lnTo>
                    <a:pt x="459544" y="5784973"/>
                  </a:lnTo>
                  <a:lnTo>
                    <a:pt x="459689" y="5784973"/>
                  </a:lnTo>
                  <a:lnTo>
                    <a:pt x="459835" y="5784973"/>
                  </a:lnTo>
                  <a:lnTo>
                    <a:pt x="459980" y="5784973"/>
                  </a:lnTo>
                  <a:lnTo>
                    <a:pt x="460126" y="5784973"/>
                  </a:lnTo>
                  <a:lnTo>
                    <a:pt x="460271" y="5784973"/>
                  </a:lnTo>
                  <a:lnTo>
                    <a:pt x="460417" y="5784973"/>
                  </a:lnTo>
                  <a:lnTo>
                    <a:pt x="460562" y="5784973"/>
                  </a:lnTo>
                  <a:lnTo>
                    <a:pt x="460707" y="5784973"/>
                  </a:lnTo>
                  <a:lnTo>
                    <a:pt x="460853" y="5784973"/>
                  </a:lnTo>
                  <a:lnTo>
                    <a:pt x="460998" y="5784973"/>
                  </a:lnTo>
                  <a:lnTo>
                    <a:pt x="461144" y="5784973"/>
                  </a:lnTo>
                  <a:lnTo>
                    <a:pt x="461144" y="5784349"/>
                  </a:lnTo>
                  <a:lnTo>
                    <a:pt x="461289" y="5784349"/>
                  </a:lnTo>
                  <a:lnTo>
                    <a:pt x="461435" y="5784349"/>
                  </a:lnTo>
                  <a:lnTo>
                    <a:pt x="461435" y="5783726"/>
                  </a:lnTo>
                  <a:lnTo>
                    <a:pt x="461580" y="5783726"/>
                  </a:lnTo>
                  <a:lnTo>
                    <a:pt x="461580" y="5783102"/>
                  </a:lnTo>
                  <a:lnTo>
                    <a:pt x="461725" y="5783102"/>
                  </a:lnTo>
                  <a:lnTo>
                    <a:pt x="461871" y="5783102"/>
                  </a:lnTo>
                  <a:lnTo>
                    <a:pt x="462016" y="5783102"/>
                  </a:lnTo>
                  <a:lnTo>
                    <a:pt x="462162" y="5783102"/>
                  </a:lnTo>
                  <a:lnTo>
                    <a:pt x="462307" y="5783102"/>
                  </a:lnTo>
                  <a:lnTo>
                    <a:pt x="462307" y="5782478"/>
                  </a:lnTo>
                  <a:lnTo>
                    <a:pt x="462307" y="5781855"/>
                  </a:lnTo>
                  <a:lnTo>
                    <a:pt x="462453" y="5781855"/>
                  </a:lnTo>
                  <a:lnTo>
                    <a:pt x="462453" y="5781231"/>
                  </a:lnTo>
                  <a:lnTo>
                    <a:pt x="462598" y="5781231"/>
                  </a:lnTo>
                  <a:lnTo>
                    <a:pt x="462743" y="5781231"/>
                  </a:lnTo>
                  <a:lnTo>
                    <a:pt x="462889" y="5781231"/>
                  </a:lnTo>
                  <a:lnTo>
                    <a:pt x="462889" y="5780608"/>
                  </a:lnTo>
                  <a:lnTo>
                    <a:pt x="463034" y="5780608"/>
                  </a:lnTo>
                  <a:lnTo>
                    <a:pt x="463034" y="5779984"/>
                  </a:lnTo>
                  <a:lnTo>
                    <a:pt x="463034" y="5779360"/>
                  </a:lnTo>
                  <a:lnTo>
                    <a:pt x="463180" y="5779360"/>
                  </a:lnTo>
                  <a:lnTo>
                    <a:pt x="463325" y="5779360"/>
                  </a:lnTo>
                  <a:lnTo>
                    <a:pt x="463471" y="5779360"/>
                  </a:lnTo>
                  <a:lnTo>
                    <a:pt x="463616" y="5779360"/>
                  </a:lnTo>
                  <a:lnTo>
                    <a:pt x="463761" y="5779360"/>
                  </a:lnTo>
                  <a:lnTo>
                    <a:pt x="463907" y="5779360"/>
                  </a:lnTo>
                  <a:lnTo>
                    <a:pt x="464052" y="5779360"/>
                  </a:lnTo>
                  <a:lnTo>
                    <a:pt x="464198" y="5779360"/>
                  </a:lnTo>
                  <a:lnTo>
                    <a:pt x="464343" y="5779360"/>
                  </a:lnTo>
                  <a:lnTo>
                    <a:pt x="464343" y="5778737"/>
                  </a:lnTo>
                  <a:lnTo>
                    <a:pt x="464489" y="5778737"/>
                  </a:lnTo>
                  <a:lnTo>
                    <a:pt x="464634" y="5778737"/>
                  </a:lnTo>
                  <a:lnTo>
                    <a:pt x="464779" y="5778737"/>
                  </a:lnTo>
                  <a:lnTo>
                    <a:pt x="464925" y="5778737"/>
                  </a:lnTo>
                  <a:lnTo>
                    <a:pt x="465070" y="5778737"/>
                  </a:lnTo>
                  <a:lnTo>
                    <a:pt x="465216" y="5778737"/>
                  </a:lnTo>
                  <a:lnTo>
                    <a:pt x="465216" y="5778113"/>
                  </a:lnTo>
                  <a:lnTo>
                    <a:pt x="465216" y="5777490"/>
                  </a:lnTo>
                  <a:lnTo>
                    <a:pt x="465361" y="5777490"/>
                  </a:lnTo>
                  <a:lnTo>
                    <a:pt x="465361" y="5776866"/>
                  </a:lnTo>
                  <a:lnTo>
                    <a:pt x="465507" y="5776866"/>
                  </a:lnTo>
                  <a:lnTo>
                    <a:pt x="465652" y="5776866"/>
                  </a:lnTo>
                  <a:lnTo>
                    <a:pt x="465797" y="5776866"/>
                  </a:lnTo>
                  <a:lnTo>
                    <a:pt x="465797" y="5776243"/>
                  </a:lnTo>
                  <a:lnTo>
                    <a:pt x="465797" y="5775619"/>
                  </a:lnTo>
                  <a:lnTo>
                    <a:pt x="465943" y="5775619"/>
                  </a:lnTo>
                  <a:lnTo>
                    <a:pt x="466088" y="5775619"/>
                  </a:lnTo>
                  <a:lnTo>
                    <a:pt x="466234" y="5775619"/>
                  </a:lnTo>
                  <a:lnTo>
                    <a:pt x="466379" y="5775619"/>
                  </a:lnTo>
                  <a:lnTo>
                    <a:pt x="466524" y="5775619"/>
                  </a:lnTo>
                  <a:lnTo>
                    <a:pt x="466670" y="5775619"/>
                  </a:lnTo>
                  <a:lnTo>
                    <a:pt x="466815" y="5775619"/>
                  </a:lnTo>
                  <a:lnTo>
                    <a:pt x="466961" y="5775619"/>
                  </a:lnTo>
                  <a:lnTo>
                    <a:pt x="467106" y="5775619"/>
                  </a:lnTo>
                  <a:lnTo>
                    <a:pt x="467106" y="5774995"/>
                  </a:lnTo>
                  <a:lnTo>
                    <a:pt x="467252" y="5774995"/>
                  </a:lnTo>
                  <a:lnTo>
                    <a:pt x="467397" y="5774995"/>
                  </a:lnTo>
                  <a:lnTo>
                    <a:pt x="467542" y="5774995"/>
                  </a:lnTo>
                  <a:lnTo>
                    <a:pt x="467688" y="5774995"/>
                  </a:lnTo>
                  <a:lnTo>
                    <a:pt x="467833" y="5774995"/>
                  </a:lnTo>
                  <a:lnTo>
                    <a:pt x="467979" y="5774995"/>
                  </a:lnTo>
                  <a:lnTo>
                    <a:pt x="468124" y="5774995"/>
                  </a:lnTo>
                  <a:lnTo>
                    <a:pt x="468270" y="5774995"/>
                  </a:lnTo>
                  <a:lnTo>
                    <a:pt x="468415" y="5774995"/>
                  </a:lnTo>
                  <a:lnTo>
                    <a:pt x="468560" y="5774995"/>
                  </a:lnTo>
                  <a:lnTo>
                    <a:pt x="468706" y="5774995"/>
                  </a:lnTo>
                  <a:lnTo>
                    <a:pt x="468851" y="5774995"/>
                  </a:lnTo>
                  <a:lnTo>
                    <a:pt x="468997" y="5774995"/>
                  </a:lnTo>
                  <a:lnTo>
                    <a:pt x="468997" y="5774372"/>
                  </a:lnTo>
                  <a:lnTo>
                    <a:pt x="469142" y="5774372"/>
                  </a:lnTo>
                  <a:lnTo>
                    <a:pt x="469288" y="5774372"/>
                  </a:lnTo>
                  <a:lnTo>
                    <a:pt x="469433" y="5774372"/>
                  </a:lnTo>
                  <a:lnTo>
                    <a:pt x="469433" y="5773748"/>
                  </a:lnTo>
                  <a:lnTo>
                    <a:pt x="469578" y="5773748"/>
                  </a:lnTo>
                  <a:lnTo>
                    <a:pt x="469578" y="5773125"/>
                  </a:lnTo>
                  <a:lnTo>
                    <a:pt x="469724" y="5773125"/>
                  </a:lnTo>
                  <a:lnTo>
                    <a:pt x="469724" y="5772501"/>
                  </a:lnTo>
                  <a:lnTo>
                    <a:pt x="469869" y="5772501"/>
                  </a:lnTo>
                  <a:lnTo>
                    <a:pt x="470015" y="5772501"/>
                  </a:lnTo>
                  <a:lnTo>
                    <a:pt x="470160" y="5772501"/>
                  </a:lnTo>
                  <a:lnTo>
                    <a:pt x="470306" y="5772501"/>
                  </a:lnTo>
                  <a:lnTo>
                    <a:pt x="470451" y="5772501"/>
                  </a:lnTo>
                  <a:lnTo>
                    <a:pt x="470451" y="5771877"/>
                  </a:lnTo>
                  <a:lnTo>
                    <a:pt x="470596" y="5771877"/>
                  </a:lnTo>
                  <a:lnTo>
                    <a:pt x="470742" y="5771877"/>
                  </a:lnTo>
                  <a:lnTo>
                    <a:pt x="470887" y="5771877"/>
                  </a:lnTo>
                  <a:lnTo>
                    <a:pt x="470887" y="5771254"/>
                  </a:lnTo>
                  <a:lnTo>
                    <a:pt x="471033" y="5771254"/>
                  </a:lnTo>
                  <a:lnTo>
                    <a:pt x="471178" y="5771254"/>
                  </a:lnTo>
                  <a:lnTo>
                    <a:pt x="471178" y="5770630"/>
                  </a:lnTo>
                  <a:lnTo>
                    <a:pt x="471324" y="5770630"/>
                  </a:lnTo>
                  <a:lnTo>
                    <a:pt x="471469" y="5770630"/>
                  </a:lnTo>
                  <a:lnTo>
                    <a:pt x="471614" y="5770630"/>
                  </a:lnTo>
                  <a:lnTo>
                    <a:pt x="471614" y="5770007"/>
                  </a:lnTo>
                  <a:lnTo>
                    <a:pt x="471760" y="5770007"/>
                  </a:lnTo>
                  <a:lnTo>
                    <a:pt x="471905" y="5770007"/>
                  </a:lnTo>
                  <a:lnTo>
                    <a:pt x="472051" y="5770007"/>
                  </a:lnTo>
                  <a:lnTo>
                    <a:pt x="472196" y="5770007"/>
                  </a:lnTo>
                  <a:lnTo>
                    <a:pt x="472196" y="5769383"/>
                  </a:lnTo>
                  <a:lnTo>
                    <a:pt x="472342" y="5769383"/>
                  </a:lnTo>
                  <a:lnTo>
                    <a:pt x="472487" y="5769383"/>
                  </a:lnTo>
                  <a:lnTo>
                    <a:pt x="472632" y="5769383"/>
                  </a:lnTo>
                  <a:lnTo>
                    <a:pt x="472778" y="5769383"/>
                  </a:lnTo>
                  <a:lnTo>
                    <a:pt x="472923" y="5769383"/>
                  </a:lnTo>
                  <a:lnTo>
                    <a:pt x="473069" y="5769383"/>
                  </a:lnTo>
                  <a:lnTo>
                    <a:pt x="473214" y="5769383"/>
                  </a:lnTo>
                  <a:lnTo>
                    <a:pt x="473359" y="5769383"/>
                  </a:lnTo>
                  <a:lnTo>
                    <a:pt x="473505" y="5769383"/>
                  </a:lnTo>
                  <a:lnTo>
                    <a:pt x="473505" y="5768760"/>
                  </a:lnTo>
                  <a:lnTo>
                    <a:pt x="473650" y="5768760"/>
                  </a:lnTo>
                  <a:lnTo>
                    <a:pt x="473796" y="5768760"/>
                  </a:lnTo>
                  <a:lnTo>
                    <a:pt x="473941" y="5768760"/>
                  </a:lnTo>
                  <a:lnTo>
                    <a:pt x="474087" y="5768760"/>
                  </a:lnTo>
                  <a:lnTo>
                    <a:pt x="474232" y="5768760"/>
                  </a:lnTo>
                  <a:lnTo>
                    <a:pt x="474377" y="5768760"/>
                  </a:lnTo>
                  <a:lnTo>
                    <a:pt x="474523" y="5768760"/>
                  </a:lnTo>
                  <a:lnTo>
                    <a:pt x="474668" y="5768760"/>
                  </a:lnTo>
                  <a:lnTo>
                    <a:pt x="474814" y="5768760"/>
                  </a:lnTo>
                  <a:lnTo>
                    <a:pt x="474959" y="5768760"/>
                  </a:lnTo>
                  <a:lnTo>
                    <a:pt x="475105" y="5768760"/>
                  </a:lnTo>
                  <a:lnTo>
                    <a:pt x="475250" y="5768760"/>
                  </a:lnTo>
                  <a:lnTo>
                    <a:pt x="475395" y="5768760"/>
                  </a:lnTo>
                  <a:lnTo>
                    <a:pt x="475541" y="5768760"/>
                  </a:lnTo>
                  <a:lnTo>
                    <a:pt x="475686" y="5768760"/>
                  </a:lnTo>
                  <a:lnTo>
                    <a:pt x="475832" y="5768760"/>
                  </a:lnTo>
                  <a:lnTo>
                    <a:pt x="475832" y="5768136"/>
                  </a:lnTo>
                  <a:lnTo>
                    <a:pt x="475977" y="5768136"/>
                  </a:lnTo>
                  <a:lnTo>
                    <a:pt x="476123" y="5768136"/>
                  </a:lnTo>
                  <a:lnTo>
                    <a:pt x="476123" y="5767512"/>
                  </a:lnTo>
                  <a:lnTo>
                    <a:pt x="476123" y="5766889"/>
                  </a:lnTo>
                  <a:lnTo>
                    <a:pt x="476268" y="5766889"/>
                  </a:lnTo>
                  <a:lnTo>
                    <a:pt x="476413" y="5766889"/>
                  </a:lnTo>
                  <a:lnTo>
                    <a:pt x="476413" y="5766265"/>
                  </a:lnTo>
                  <a:lnTo>
                    <a:pt x="476559" y="5766265"/>
                  </a:lnTo>
                  <a:lnTo>
                    <a:pt x="476559" y="5765642"/>
                  </a:lnTo>
                  <a:lnTo>
                    <a:pt x="476559" y="5765018"/>
                  </a:lnTo>
                  <a:lnTo>
                    <a:pt x="476704" y="5765018"/>
                  </a:lnTo>
                  <a:lnTo>
                    <a:pt x="476704" y="5764394"/>
                  </a:lnTo>
                  <a:lnTo>
                    <a:pt x="476704" y="5763771"/>
                  </a:lnTo>
                  <a:lnTo>
                    <a:pt x="476850" y="5763771"/>
                  </a:lnTo>
                  <a:lnTo>
                    <a:pt x="476995" y="5763771"/>
                  </a:lnTo>
                  <a:lnTo>
                    <a:pt x="477141" y="5763771"/>
                  </a:lnTo>
                  <a:lnTo>
                    <a:pt x="477286" y="5763771"/>
                  </a:lnTo>
                  <a:lnTo>
                    <a:pt x="477431" y="5763771"/>
                  </a:lnTo>
                  <a:lnTo>
                    <a:pt x="477577" y="5763771"/>
                  </a:lnTo>
                  <a:lnTo>
                    <a:pt x="477722" y="5763771"/>
                  </a:lnTo>
                  <a:lnTo>
                    <a:pt x="477868" y="5763771"/>
                  </a:lnTo>
                  <a:lnTo>
                    <a:pt x="478013" y="5763771"/>
                  </a:lnTo>
                  <a:lnTo>
                    <a:pt x="478159" y="5763771"/>
                  </a:lnTo>
                  <a:lnTo>
                    <a:pt x="478304" y="5763771"/>
                  </a:lnTo>
                  <a:lnTo>
                    <a:pt x="478449" y="5763771"/>
                  </a:lnTo>
                  <a:lnTo>
                    <a:pt x="478449" y="5763147"/>
                  </a:lnTo>
                  <a:lnTo>
                    <a:pt x="478595" y="5763147"/>
                  </a:lnTo>
                  <a:lnTo>
                    <a:pt x="478740" y="5763147"/>
                  </a:lnTo>
                  <a:lnTo>
                    <a:pt x="478886" y="5763147"/>
                  </a:lnTo>
                  <a:lnTo>
                    <a:pt x="479031" y="5763147"/>
                  </a:lnTo>
                  <a:lnTo>
                    <a:pt x="479177" y="5763147"/>
                  </a:lnTo>
                  <a:lnTo>
                    <a:pt x="479322" y="5763147"/>
                  </a:lnTo>
                  <a:lnTo>
                    <a:pt x="479467" y="5763147"/>
                  </a:lnTo>
                  <a:lnTo>
                    <a:pt x="479467" y="5762524"/>
                  </a:lnTo>
                  <a:lnTo>
                    <a:pt x="479613" y="5762524"/>
                  </a:lnTo>
                  <a:lnTo>
                    <a:pt x="479613" y="5761900"/>
                  </a:lnTo>
                  <a:lnTo>
                    <a:pt x="479758" y="5761900"/>
                  </a:lnTo>
                  <a:lnTo>
                    <a:pt x="479904" y="5761900"/>
                  </a:lnTo>
                  <a:lnTo>
                    <a:pt x="479904" y="5761277"/>
                  </a:lnTo>
                  <a:lnTo>
                    <a:pt x="480049" y="5761277"/>
                  </a:lnTo>
                  <a:lnTo>
                    <a:pt x="480194" y="5761277"/>
                  </a:lnTo>
                  <a:lnTo>
                    <a:pt x="480340" y="5761277"/>
                  </a:lnTo>
                  <a:lnTo>
                    <a:pt x="480485" y="5761277"/>
                  </a:lnTo>
                  <a:lnTo>
                    <a:pt x="480631" y="5761277"/>
                  </a:lnTo>
                  <a:lnTo>
                    <a:pt x="480776" y="5761277"/>
                  </a:lnTo>
                  <a:lnTo>
                    <a:pt x="480922" y="5761277"/>
                  </a:lnTo>
                  <a:lnTo>
                    <a:pt x="481067" y="5761277"/>
                  </a:lnTo>
                  <a:lnTo>
                    <a:pt x="481212" y="5761277"/>
                  </a:lnTo>
                  <a:lnTo>
                    <a:pt x="481358" y="5761277"/>
                  </a:lnTo>
                  <a:lnTo>
                    <a:pt x="481503" y="5761277"/>
                  </a:lnTo>
                  <a:lnTo>
                    <a:pt x="481649" y="5761277"/>
                  </a:lnTo>
                  <a:lnTo>
                    <a:pt x="481794" y="5761277"/>
                  </a:lnTo>
                  <a:lnTo>
                    <a:pt x="481940" y="5761277"/>
                  </a:lnTo>
                  <a:lnTo>
                    <a:pt x="481940" y="5760653"/>
                  </a:lnTo>
                  <a:lnTo>
                    <a:pt x="482085" y="5760653"/>
                  </a:lnTo>
                  <a:lnTo>
                    <a:pt x="482230" y="5760653"/>
                  </a:lnTo>
                  <a:lnTo>
                    <a:pt x="482376" y="5760653"/>
                  </a:lnTo>
                  <a:lnTo>
                    <a:pt x="482521" y="5760653"/>
                  </a:lnTo>
                  <a:lnTo>
                    <a:pt x="482667" y="5760653"/>
                  </a:lnTo>
                  <a:lnTo>
                    <a:pt x="482812" y="5760653"/>
                  </a:lnTo>
                  <a:lnTo>
                    <a:pt x="482812" y="5760029"/>
                  </a:lnTo>
                  <a:lnTo>
                    <a:pt x="482958" y="5760029"/>
                  </a:lnTo>
                  <a:lnTo>
                    <a:pt x="482958" y="5759406"/>
                  </a:lnTo>
                  <a:lnTo>
                    <a:pt x="483103" y="5759406"/>
                  </a:lnTo>
                  <a:lnTo>
                    <a:pt x="483248" y="5759406"/>
                  </a:lnTo>
                  <a:lnTo>
                    <a:pt x="483394" y="5759406"/>
                  </a:lnTo>
                  <a:lnTo>
                    <a:pt x="483539" y="5759406"/>
                  </a:lnTo>
                  <a:lnTo>
                    <a:pt x="483685" y="5759406"/>
                  </a:lnTo>
                  <a:lnTo>
                    <a:pt x="483830" y="5759406"/>
                  </a:lnTo>
                  <a:lnTo>
                    <a:pt x="483976" y="5759406"/>
                  </a:lnTo>
                  <a:lnTo>
                    <a:pt x="484121" y="5759406"/>
                  </a:lnTo>
                  <a:lnTo>
                    <a:pt x="484266" y="5759406"/>
                  </a:lnTo>
                  <a:lnTo>
                    <a:pt x="484412" y="5759406"/>
                  </a:lnTo>
                  <a:lnTo>
                    <a:pt x="484557" y="5759406"/>
                  </a:lnTo>
                  <a:lnTo>
                    <a:pt x="484703" y="5759406"/>
                  </a:lnTo>
                  <a:lnTo>
                    <a:pt x="484848" y="5759406"/>
                  </a:lnTo>
                  <a:lnTo>
                    <a:pt x="484994" y="5759406"/>
                  </a:lnTo>
                  <a:lnTo>
                    <a:pt x="485139" y="5759406"/>
                  </a:lnTo>
                  <a:lnTo>
                    <a:pt x="485139" y="5758782"/>
                  </a:lnTo>
                  <a:lnTo>
                    <a:pt x="485284" y="5758782"/>
                  </a:lnTo>
                  <a:lnTo>
                    <a:pt x="485430" y="5758782"/>
                  </a:lnTo>
                  <a:lnTo>
                    <a:pt x="485430" y="5758159"/>
                  </a:lnTo>
                  <a:lnTo>
                    <a:pt x="485575" y="5758159"/>
                  </a:lnTo>
                  <a:lnTo>
                    <a:pt x="485575" y="5757535"/>
                  </a:lnTo>
                  <a:lnTo>
                    <a:pt x="485721" y="5757535"/>
                  </a:lnTo>
                  <a:lnTo>
                    <a:pt x="485866" y="5757535"/>
                  </a:lnTo>
                  <a:lnTo>
                    <a:pt x="485866" y="5756911"/>
                  </a:lnTo>
                  <a:lnTo>
                    <a:pt x="485866" y="5756288"/>
                  </a:lnTo>
                  <a:lnTo>
                    <a:pt x="486012" y="5756288"/>
                  </a:lnTo>
                  <a:lnTo>
                    <a:pt x="486157" y="5756288"/>
                  </a:lnTo>
                  <a:lnTo>
                    <a:pt x="486302" y="5756288"/>
                  </a:lnTo>
                  <a:lnTo>
                    <a:pt x="486448" y="5756288"/>
                  </a:lnTo>
                  <a:lnTo>
                    <a:pt x="486593" y="5756288"/>
                  </a:lnTo>
                  <a:lnTo>
                    <a:pt x="486739" y="5756288"/>
                  </a:lnTo>
                  <a:lnTo>
                    <a:pt x="486739" y="5755664"/>
                  </a:lnTo>
                  <a:lnTo>
                    <a:pt x="486884" y="5755664"/>
                  </a:lnTo>
                  <a:lnTo>
                    <a:pt x="487029" y="5755664"/>
                  </a:lnTo>
                  <a:lnTo>
                    <a:pt x="487175" y="5755664"/>
                  </a:lnTo>
                  <a:lnTo>
                    <a:pt x="487320" y="5755664"/>
                  </a:lnTo>
                  <a:lnTo>
                    <a:pt x="487320" y="5755041"/>
                  </a:lnTo>
                  <a:lnTo>
                    <a:pt x="487466" y="5755041"/>
                  </a:lnTo>
                  <a:lnTo>
                    <a:pt x="487611" y="5755041"/>
                  </a:lnTo>
                  <a:lnTo>
                    <a:pt x="487757" y="5755041"/>
                  </a:lnTo>
                  <a:lnTo>
                    <a:pt x="487902" y="5755041"/>
                  </a:lnTo>
                  <a:lnTo>
                    <a:pt x="487902" y="5754417"/>
                  </a:lnTo>
                  <a:lnTo>
                    <a:pt x="488047" y="5754417"/>
                  </a:lnTo>
                  <a:lnTo>
                    <a:pt x="488193" y="5754417"/>
                  </a:lnTo>
                  <a:lnTo>
                    <a:pt x="488338" y="5754417"/>
                  </a:lnTo>
                  <a:lnTo>
                    <a:pt x="488338" y="5753794"/>
                  </a:lnTo>
                  <a:lnTo>
                    <a:pt x="488484" y="5753794"/>
                  </a:lnTo>
                  <a:lnTo>
                    <a:pt x="488484" y="5753170"/>
                  </a:lnTo>
                  <a:lnTo>
                    <a:pt x="488629" y="5753170"/>
                  </a:lnTo>
                  <a:lnTo>
                    <a:pt x="488629" y="5752546"/>
                  </a:lnTo>
                  <a:lnTo>
                    <a:pt x="488775" y="5752546"/>
                  </a:lnTo>
                  <a:lnTo>
                    <a:pt x="488775" y="5751923"/>
                  </a:lnTo>
                  <a:lnTo>
                    <a:pt x="488920" y="5751923"/>
                  </a:lnTo>
                  <a:lnTo>
                    <a:pt x="489065" y="5751923"/>
                  </a:lnTo>
                  <a:lnTo>
                    <a:pt x="489065" y="5751299"/>
                  </a:lnTo>
                  <a:lnTo>
                    <a:pt x="489211" y="5751299"/>
                  </a:lnTo>
                  <a:lnTo>
                    <a:pt x="489211" y="5750676"/>
                  </a:lnTo>
                  <a:lnTo>
                    <a:pt x="489356" y="5750676"/>
                  </a:lnTo>
                  <a:lnTo>
                    <a:pt x="489502" y="5750676"/>
                  </a:lnTo>
                  <a:lnTo>
                    <a:pt x="489502" y="5750052"/>
                  </a:lnTo>
                  <a:lnTo>
                    <a:pt x="489647" y="5750052"/>
                  </a:lnTo>
                  <a:lnTo>
                    <a:pt x="489793" y="5750052"/>
                  </a:lnTo>
                  <a:lnTo>
                    <a:pt x="489938" y="5750052"/>
                  </a:lnTo>
                  <a:lnTo>
                    <a:pt x="490083" y="5750052"/>
                  </a:lnTo>
                  <a:lnTo>
                    <a:pt x="490229" y="5750052"/>
                  </a:lnTo>
                  <a:lnTo>
                    <a:pt x="490374" y="5750052"/>
                  </a:lnTo>
                  <a:lnTo>
                    <a:pt x="490374" y="5749428"/>
                  </a:lnTo>
                  <a:lnTo>
                    <a:pt x="490520" y="5749428"/>
                  </a:lnTo>
                  <a:lnTo>
                    <a:pt x="490665" y="5749428"/>
                  </a:lnTo>
                  <a:lnTo>
                    <a:pt x="490811" y="5749428"/>
                  </a:lnTo>
                  <a:lnTo>
                    <a:pt x="490811" y="5748805"/>
                  </a:lnTo>
                  <a:lnTo>
                    <a:pt x="490956" y="5748805"/>
                  </a:lnTo>
                  <a:lnTo>
                    <a:pt x="490956" y="5748181"/>
                  </a:lnTo>
                  <a:lnTo>
                    <a:pt x="491101" y="5748181"/>
                  </a:lnTo>
                  <a:lnTo>
                    <a:pt x="491247" y="5748181"/>
                  </a:lnTo>
                  <a:lnTo>
                    <a:pt x="491392" y="5748181"/>
                  </a:lnTo>
                  <a:lnTo>
                    <a:pt x="491538" y="5748181"/>
                  </a:lnTo>
                  <a:lnTo>
                    <a:pt x="491683" y="5748181"/>
                  </a:lnTo>
                  <a:lnTo>
                    <a:pt x="491829" y="5748181"/>
                  </a:lnTo>
                  <a:lnTo>
                    <a:pt x="491974" y="5748181"/>
                  </a:lnTo>
                  <a:lnTo>
                    <a:pt x="492119" y="5748181"/>
                  </a:lnTo>
                  <a:lnTo>
                    <a:pt x="492265" y="5748181"/>
                  </a:lnTo>
                  <a:lnTo>
                    <a:pt x="492410" y="5748181"/>
                  </a:lnTo>
                  <a:lnTo>
                    <a:pt x="492556" y="5748181"/>
                  </a:lnTo>
                  <a:lnTo>
                    <a:pt x="492556" y="5747558"/>
                  </a:lnTo>
                  <a:lnTo>
                    <a:pt x="492701" y="5747558"/>
                  </a:lnTo>
                  <a:lnTo>
                    <a:pt x="492847" y="5747558"/>
                  </a:lnTo>
                  <a:lnTo>
                    <a:pt x="492992" y="5747558"/>
                  </a:lnTo>
                  <a:lnTo>
                    <a:pt x="493137" y="5747558"/>
                  </a:lnTo>
                  <a:lnTo>
                    <a:pt x="493283" y="5747558"/>
                  </a:lnTo>
                  <a:lnTo>
                    <a:pt x="493283" y="5746934"/>
                  </a:lnTo>
                  <a:lnTo>
                    <a:pt x="493428" y="5746934"/>
                  </a:lnTo>
                  <a:lnTo>
                    <a:pt x="493574" y="5746934"/>
                  </a:lnTo>
                  <a:lnTo>
                    <a:pt x="493719" y="5746934"/>
                  </a:lnTo>
                  <a:lnTo>
                    <a:pt x="493864" y="5746934"/>
                  </a:lnTo>
                  <a:lnTo>
                    <a:pt x="494010" y="5746934"/>
                  </a:lnTo>
                  <a:lnTo>
                    <a:pt x="494155" y="5746934"/>
                  </a:lnTo>
                  <a:lnTo>
                    <a:pt x="494301" y="5746934"/>
                  </a:lnTo>
                  <a:lnTo>
                    <a:pt x="494446" y="5746934"/>
                  </a:lnTo>
                  <a:lnTo>
                    <a:pt x="494592" y="5746934"/>
                  </a:lnTo>
                  <a:lnTo>
                    <a:pt x="494737" y="5746934"/>
                  </a:lnTo>
                  <a:lnTo>
                    <a:pt x="494882" y="5746934"/>
                  </a:lnTo>
                  <a:lnTo>
                    <a:pt x="495028" y="5746934"/>
                  </a:lnTo>
                  <a:lnTo>
                    <a:pt x="495173" y="5746934"/>
                  </a:lnTo>
                  <a:lnTo>
                    <a:pt x="495319" y="5746934"/>
                  </a:lnTo>
                  <a:lnTo>
                    <a:pt x="495464" y="5746934"/>
                  </a:lnTo>
                  <a:lnTo>
                    <a:pt x="495464" y="5746311"/>
                  </a:lnTo>
                  <a:lnTo>
                    <a:pt x="495464" y="5745687"/>
                  </a:lnTo>
                  <a:lnTo>
                    <a:pt x="495610" y="5745687"/>
                  </a:lnTo>
                  <a:lnTo>
                    <a:pt x="495755" y="5745687"/>
                  </a:lnTo>
                  <a:lnTo>
                    <a:pt x="495900" y="5745687"/>
                  </a:lnTo>
                  <a:lnTo>
                    <a:pt x="496046" y="5745687"/>
                  </a:lnTo>
                  <a:lnTo>
                    <a:pt x="496191" y="5745687"/>
                  </a:lnTo>
                  <a:lnTo>
                    <a:pt x="496337" y="5745687"/>
                  </a:lnTo>
                  <a:lnTo>
                    <a:pt x="496482" y="5745687"/>
                  </a:lnTo>
                  <a:lnTo>
                    <a:pt x="496628" y="5745687"/>
                  </a:lnTo>
                  <a:lnTo>
                    <a:pt x="496628" y="5745063"/>
                  </a:lnTo>
                  <a:lnTo>
                    <a:pt x="496628" y="5744440"/>
                  </a:lnTo>
                  <a:lnTo>
                    <a:pt x="496773" y="5744440"/>
                  </a:lnTo>
                  <a:lnTo>
                    <a:pt x="496918" y="5744440"/>
                  </a:lnTo>
                  <a:lnTo>
                    <a:pt x="497064" y="5744440"/>
                  </a:lnTo>
                  <a:lnTo>
                    <a:pt x="497209" y="5744440"/>
                  </a:lnTo>
                  <a:lnTo>
                    <a:pt x="497209" y="5743816"/>
                  </a:lnTo>
                  <a:lnTo>
                    <a:pt x="497355" y="5743816"/>
                  </a:lnTo>
                  <a:lnTo>
                    <a:pt x="497500" y="5743816"/>
                  </a:lnTo>
                  <a:lnTo>
                    <a:pt x="497646" y="5743816"/>
                  </a:lnTo>
                  <a:lnTo>
                    <a:pt x="497791" y="5743816"/>
                  </a:lnTo>
                  <a:lnTo>
                    <a:pt x="497936" y="5743816"/>
                  </a:lnTo>
                  <a:lnTo>
                    <a:pt x="498082" y="5743816"/>
                  </a:lnTo>
                  <a:lnTo>
                    <a:pt x="498227" y="5743816"/>
                  </a:lnTo>
                  <a:lnTo>
                    <a:pt x="498373" y="5743816"/>
                  </a:lnTo>
                  <a:lnTo>
                    <a:pt x="498518" y="5743816"/>
                  </a:lnTo>
                  <a:lnTo>
                    <a:pt x="498664" y="5743816"/>
                  </a:lnTo>
                  <a:lnTo>
                    <a:pt x="498809" y="5743816"/>
                  </a:lnTo>
                  <a:lnTo>
                    <a:pt x="498809" y="5743193"/>
                  </a:lnTo>
                  <a:lnTo>
                    <a:pt x="498954" y="5743193"/>
                  </a:lnTo>
                  <a:lnTo>
                    <a:pt x="499100" y="5743193"/>
                  </a:lnTo>
                  <a:lnTo>
                    <a:pt x="499245" y="5743193"/>
                  </a:lnTo>
                  <a:lnTo>
                    <a:pt x="499391" y="5743193"/>
                  </a:lnTo>
                  <a:lnTo>
                    <a:pt x="499536" y="5743193"/>
                  </a:lnTo>
                  <a:lnTo>
                    <a:pt x="499681" y="5743193"/>
                  </a:lnTo>
                  <a:lnTo>
                    <a:pt x="499827" y="5743193"/>
                  </a:lnTo>
                  <a:lnTo>
                    <a:pt x="499972" y="5743193"/>
                  </a:lnTo>
                  <a:lnTo>
                    <a:pt x="500118" y="5743193"/>
                  </a:lnTo>
                  <a:lnTo>
                    <a:pt x="500118" y="5742569"/>
                  </a:lnTo>
                  <a:lnTo>
                    <a:pt x="500263" y="5742569"/>
                  </a:lnTo>
                  <a:lnTo>
                    <a:pt x="500409" y="5742569"/>
                  </a:lnTo>
                  <a:lnTo>
                    <a:pt x="500554" y="5742569"/>
                  </a:lnTo>
                  <a:lnTo>
                    <a:pt x="500699" y="5742569"/>
                  </a:lnTo>
                  <a:lnTo>
                    <a:pt x="500845" y="5742569"/>
                  </a:lnTo>
                  <a:lnTo>
                    <a:pt x="500845" y="5741945"/>
                  </a:lnTo>
                  <a:lnTo>
                    <a:pt x="500990" y="5741945"/>
                  </a:lnTo>
                  <a:lnTo>
                    <a:pt x="501136" y="5741945"/>
                  </a:lnTo>
                  <a:lnTo>
                    <a:pt x="501281" y="5741945"/>
                  </a:lnTo>
                  <a:lnTo>
                    <a:pt x="501281" y="5741322"/>
                  </a:lnTo>
                  <a:lnTo>
                    <a:pt x="501427" y="5741322"/>
                  </a:lnTo>
                  <a:lnTo>
                    <a:pt x="501572" y="5741322"/>
                  </a:lnTo>
                  <a:lnTo>
                    <a:pt x="501717" y="5741322"/>
                  </a:lnTo>
                  <a:lnTo>
                    <a:pt x="501863" y="5741322"/>
                  </a:lnTo>
                  <a:lnTo>
                    <a:pt x="502008" y="5741322"/>
                  </a:lnTo>
                  <a:lnTo>
                    <a:pt x="502154" y="5741322"/>
                  </a:lnTo>
                  <a:lnTo>
                    <a:pt x="502299" y="5741322"/>
                  </a:lnTo>
                  <a:lnTo>
                    <a:pt x="502445" y="5741322"/>
                  </a:lnTo>
                  <a:lnTo>
                    <a:pt x="502590" y="5741322"/>
                  </a:lnTo>
                  <a:lnTo>
                    <a:pt x="502735" y="5741322"/>
                  </a:lnTo>
                  <a:lnTo>
                    <a:pt x="502881" y="5741322"/>
                  </a:lnTo>
                  <a:lnTo>
                    <a:pt x="503026" y="5741322"/>
                  </a:lnTo>
                  <a:lnTo>
                    <a:pt x="503026" y="5740698"/>
                  </a:lnTo>
                  <a:lnTo>
                    <a:pt x="503172" y="5740698"/>
                  </a:lnTo>
                  <a:lnTo>
                    <a:pt x="503172" y="5740075"/>
                  </a:lnTo>
                  <a:lnTo>
                    <a:pt x="503317" y="5740075"/>
                  </a:lnTo>
                  <a:lnTo>
                    <a:pt x="503463" y="5740075"/>
                  </a:lnTo>
                  <a:lnTo>
                    <a:pt x="503608" y="5740075"/>
                  </a:lnTo>
                  <a:lnTo>
                    <a:pt x="503753" y="5740075"/>
                  </a:lnTo>
                  <a:lnTo>
                    <a:pt x="503899" y="5740075"/>
                  </a:lnTo>
                  <a:lnTo>
                    <a:pt x="504044" y="5740075"/>
                  </a:lnTo>
                  <a:lnTo>
                    <a:pt x="504190" y="5740075"/>
                  </a:lnTo>
                  <a:lnTo>
                    <a:pt x="504335" y="5740075"/>
                  </a:lnTo>
                  <a:lnTo>
                    <a:pt x="504335" y="5739451"/>
                  </a:lnTo>
                  <a:lnTo>
                    <a:pt x="504481" y="5739451"/>
                  </a:lnTo>
                  <a:lnTo>
                    <a:pt x="504626" y="5739451"/>
                  </a:lnTo>
                  <a:lnTo>
                    <a:pt x="504771" y="5739451"/>
                  </a:lnTo>
                  <a:lnTo>
                    <a:pt x="504917" y="5739451"/>
                  </a:lnTo>
                  <a:lnTo>
                    <a:pt x="504917" y="5738828"/>
                  </a:lnTo>
                  <a:lnTo>
                    <a:pt x="504917" y="5738204"/>
                  </a:lnTo>
                  <a:lnTo>
                    <a:pt x="504917" y="5737580"/>
                  </a:lnTo>
                  <a:lnTo>
                    <a:pt x="504917" y="5736957"/>
                  </a:lnTo>
                  <a:lnTo>
                    <a:pt x="505062" y="5736957"/>
                  </a:lnTo>
                  <a:lnTo>
                    <a:pt x="505062" y="5736333"/>
                  </a:lnTo>
                  <a:lnTo>
                    <a:pt x="505208" y="5736333"/>
                  </a:lnTo>
                  <a:lnTo>
                    <a:pt x="505353" y="5736333"/>
                  </a:lnTo>
                  <a:lnTo>
                    <a:pt x="505353" y="5735710"/>
                  </a:lnTo>
                  <a:lnTo>
                    <a:pt x="505499" y="5735710"/>
                  </a:lnTo>
                  <a:lnTo>
                    <a:pt x="505644" y="5735710"/>
                  </a:lnTo>
                  <a:lnTo>
                    <a:pt x="505789" y="5735710"/>
                  </a:lnTo>
                  <a:lnTo>
                    <a:pt x="505789" y="5735086"/>
                  </a:lnTo>
                  <a:lnTo>
                    <a:pt x="505935" y="5735086"/>
                  </a:lnTo>
                  <a:lnTo>
                    <a:pt x="506080" y="5735086"/>
                  </a:lnTo>
                  <a:lnTo>
                    <a:pt x="506226" y="5735086"/>
                  </a:lnTo>
                  <a:lnTo>
                    <a:pt x="506371" y="5735086"/>
                  </a:lnTo>
                  <a:lnTo>
                    <a:pt x="506516" y="5735086"/>
                  </a:lnTo>
                  <a:lnTo>
                    <a:pt x="506662" y="5735086"/>
                  </a:lnTo>
                  <a:lnTo>
                    <a:pt x="506807" y="5735086"/>
                  </a:lnTo>
                  <a:lnTo>
                    <a:pt x="506953" y="5735086"/>
                  </a:lnTo>
                  <a:lnTo>
                    <a:pt x="506953" y="5734463"/>
                  </a:lnTo>
                  <a:lnTo>
                    <a:pt x="507098" y="5734463"/>
                  </a:lnTo>
                  <a:lnTo>
                    <a:pt x="507244" y="5734463"/>
                  </a:lnTo>
                  <a:lnTo>
                    <a:pt x="507389" y="5734463"/>
                  </a:lnTo>
                  <a:lnTo>
                    <a:pt x="507534" y="5734463"/>
                  </a:lnTo>
                  <a:lnTo>
                    <a:pt x="507534" y="5733839"/>
                  </a:lnTo>
                  <a:lnTo>
                    <a:pt x="507680" y="5733839"/>
                  </a:lnTo>
                  <a:lnTo>
                    <a:pt x="507825" y="5733839"/>
                  </a:lnTo>
                  <a:lnTo>
                    <a:pt x="507971" y="5733839"/>
                  </a:lnTo>
                  <a:lnTo>
                    <a:pt x="508116" y="5733839"/>
                  </a:lnTo>
                  <a:lnTo>
                    <a:pt x="508116" y="5733215"/>
                  </a:lnTo>
                  <a:lnTo>
                    <a:pt x="508262" y="5733215"/>
                  </a:lnTo>
                  <a:lnTo>
                    <a:pt x="508407" y="5733215"/>
                  </a:lnTo>
                  <a:lnTo>
                    <a:pt x="508407" y="5732592"/>
                  </a:lnTo>
                  <a:lnTo>
                    <a:pt x="508407" y="5731968"/>
                  </a:lnTo>
                  <a:lnTo>
                    <a:pt x="508552" y="5731968"/>
                  </a:lnTo>
                  <a:lnTo>
                    <a:pt x="508698" y="5731968"/>
                  </a:lnTo>
                  <a:lnTo>
                    <a:pt x="508843" y="5731968"/>
                  </a:lnTo>
                  <a:lnTo>
                    <a:pt x="508989" y="5731968"/>
                  </a:lnTo>
                  <a:lnTo>
                    <a:pt x="509134" y="5731968"/>
                  </a:lnTo>
                  <a:lnTo>
                    <a:pt x="509280" y="5731968"/>
                  </a:lnTo>
                  <a:lnTo>
                    <a:pt x="509425" y="5731968"/>
                  </a:lnTo>
                  <a:lnTo>
                    <a:pt x="509570" y="5731968"/>
                  </a:lnTo>
                  <a:lnTo>
                    <a:pt x="509716" y="5731968"/>
                  </a:lnTo>
                  <a:lnTo>
                    <a:pt x="509861" y="5731968"/>
                  </a:lnTo>
                  <a:lnTo>
                    <a:pt x="510007" y="5731968"/>
                  </a:lnTo>
                  <a:lnTo>
                    <a:pt x="510152" y="5731968"/>
                  </a:lnTo>
                  <a:lnTo>
                    <a:pt x="510152" y="5731345"/>
                  </a:lnTo>
                  <a:lnTo>
                    <a:pt x="510152" y="5730721"/>
                  </a:lnTo>
                  <a:lnTo>
                    <a:pt x="510298" y="5730721"/>
                  </a:lnTo>
                  <a:lnTo>
                    <a:pt x="510443" y="5730721"/>
                  </a:lnTo>
                  <a:lnTo>
                    <a:pt x="510588" y="5730721"/>
                  </a:lnTo>
                  <a:lnTo>
                    <a:pt x="510734" y="5730721"/>
                  </a:lnTo>
                  <a:lnTo>
                    <a:pt x="510879" y="5730721"/>
                  </a:lnTo>
                  <a:lnTo>
                    <a:pt x="511025" y="5730721"/>
                  </a:lnTo>
                  <a:lnTo>
                    <a:pt x="511170" y="5730721"/>
                  </a:lnTo>
                  <a:lnTo>
                    <a:pt x="511316" y="5730721"/>
                  </a:lnTo>
                  <a:lnTo>
                    <a:pt x="511461" y="5730721"/>
                  </a:lnTo>
                  <a:lnTo>
                    <a:pt x="511606" y="5730721"/>
                  </a:lnTo>
                  <a:lnTo>
                    <a:pt x="511752" y="5730721"/>
                  </a:lnTo>
                  <a:lnTo>
                    <a:pt x="511897" y="5730721"/>
                  </a:lnTo>
                  <a:lnTo>
                    <a:pt x="511897" y="5730097"/>
                  </a:lnTo>
                  <a:lnTo>
                    <a:pt x="511897" y="5729474"/>
                  </a:lnTo>
                  <a:lnTo>
                    <a:pt x="512043" y="5729474"/>
                  </a:lnTo>
                  <a:lnTo>
                    <a:pt x="512188" y="5729474"/>
                  </a:lnTo>
                  <a:lnTo>
                    <a:pt x="512334" y="5729474"/>
                  </a:lnTo>
                  <a:lnTo>
                    <a:pt x="512479" y="5729474"/>
                  </a:lnTo>
                  <a:lnTo>
                    <a:pt x="512624" y="5729474"/>
                  </a:lnTo>
                  <a:lnTo>
                    <a:pt x="512770" y="5729474"/>
                  </a:lnTo>
                  <a:lnTo>
                    <a:pt x="512915" y="5729474"/>
                  </a:lnTo>
                  <a:lnTo>
                    <a:pt x="513061" y="5729474"/>
                  </a:lnTo>
                  <a:lnTo>
                    <a:pt x="513061" y="5728850"/>
                  </a:lnTo>
                  <a:lnTo>
                    <a:pt x="513206" y="5728850"/>
                  </a:lnTo>
                  <a:lnTo>
                    <a:pt x="513351" y="5728850"/>
                  </a:lnTo>
                  <a:lnTo>
                    <a:pt x="513351" y="5728227"/>
                  </a:lnTo>
                  <a:lnTo>
                    <a:pt x="513497" y="5728227"/>
                  </a:lnTo>
                  <a:lnTo>
                    <a:pt x="513642" y="5728227"/>
                  </a:lnTo>
                  <a:lnTo>
                    <a:pt x="513788" y="5728227"/>
                  </a:lnTo>
                  <a:lnTo>
                    <a:pt x="513788" y="5727603"/>
                  </a:lnTo>
                  <a:lnTo>
                    <a:pt x="513933" y="5727603"/>
                  </a:lnTo>
                  <a:lnTo>
                    <a:pt x="514079" y="5727603"/>
                  </a:lnTo>
                  <a:lnTo>
                    <a:pt x="514079" y="5726980"/>
                  </a:lnTo>
                  <a:lnTo>
                    <a:pt x="514224" y="5726980"/>
                  </a:lnTo>
                  <a:lnTo>
                    <a:pt x="514369" y="5726980"/>
                  </a:lnTo>
                  <a:lnTo>
                    <a:pt x="514515" y="5726980"/>
                  </a:lnTo>
                  <a:lnTo>
                    <a:pt x="514515" y="5726356"/>
                  </a:lnTo>
                  <a:lnTo>
                    <a:pt x="514660" y="5726356"/>
                  </a:lnTo>
                  <a:lnTo>
                    <a:pt x="514806" y="5726356"/>
                  </a:lnTo>
                  <a:lnTo>
                    <a:pt x="514806" y="5725732"/>
                  </a:lnTo>
                  <a:lnTo>
                    <a:pt x="514951" y="5725732"/>
                  </a:lnTo>
                  <a:lnTo>
                    <a:pt x="515097" y="5725732"/>
                  </a:lnTo>
                  <a:lnTo>
                    <a:pt x="515242" y="5725732"/>
                  </a:lnTo>
                  <a:lnTo>
                    <a:pt x="515387" y="5725732"/>
                  </a:lnTo>
                  <a:lnTo>
                    <a:pt x="515533" y="5725732"/>
                  </a:lnTo>
                  <a:lnTo>
                    <a:pt x="515678" y="5725732"/>
                  </a:lnTo>
                  <a:lnTo>
                    <a:pt x="515824" y="5725732"/>
                  </a:lnTo>
                  <a:lnTo>
                    <a:pt x="515824" y="5725109"/>
                  </a:lnTo>
                  <a:lnTo>
                    <a:pt x="515969" y="5725109"/>
                  </a:lnTo>
                  <a:lnTo>
                    <a:pt x="516115" y="5725109"/>
                  </a:lnTo>
                  <a:lnTo>
                    <a:pt x="516260" y="5725109"/>
                  </a:lnTo>
                  <a:lnTo>
                    <a:pt x="516405" y="5725109"/>
                  </a:lnTo>
                  <a:lnTo>
                    <a:pt x="516551" y="5725109"/>
                  </a:lnTo>
                  <a:lnTo>
                    <a:pt x="516696" y="5725109"/>
                  </a:lnTo>
                  <a:lnTo>
                    <a:pt x="516842" y="5725109"/>
                  </a:lnTo>
                  <a:lnTo>
                    <a:pt x="516987" y="5725109"/>
                  </a:lnTo>
                  <a:lnTo>
                    <a:pt x="517133" y="5725109"/>
                  </a:lnTo>
                  <a:lnTo>
                    <a:pt x="517278" y="5725109"/>
                  </a:lnTo>
                  <a:lnTo>
                    <a:pt x="517423" y="5725109"/>
                  </a:lnTo>
                  <a:lnTo>
                    <a:pt x="517569" y="5725109"/>
                  </a:lnTo>
                  <a:lnTo>
                    <a:pt x="517714" y="5725109"/>
                  </a:lnTo>
                  <a:lnTo>
                    <a:pt x="517860" y="5725109"/>
                  </a:lnTo>
                  <a:lnTo>
                    <a:pt x="518005" y="5725109"/>
                  </a:lnTo>
                  <a:lnTo>
                    <a:pt x="518151" y="5725109"/>
                  </a:lnTo>
                  <a:lnTo>
                    <a:pt x="518296" y="5725109"/>
                  </a:lnTo>
                  <a:lnTo>
                    <a:pt x="518441" y="5725109"/>
                  </a:lnTo>
                  <a:lnTo>
                    <a:pt x="518441" y="5724485"/>
                  </a:lnTo>
                  <a:lnTo>
                    <a:pt x="518587" y="5724485"/>
                  </a:lnTo>
                  <a:lnTo>
                    <a:pt x="518732" y="5724485"/>
                  </a:lnTo>
                  <a:lnTo>
                    <a:pt x="518878" y="5724485"/>
                  </a:lnTo>
                  <a:lnTo>
                    <a:pt x="519023" y="5724485"/>
                  </a:lnTo>
                  <a:lnTo>
                    <a:pt x="519169" y="5724485"/>
                  </a:lnTo>
                  <a:lnTo>
                    <a:pt x="519169" y="5723862"/>
                  </a:lnTo>
                  <a:lnTo>
                    <a:pt x="519314" y="5723862"/>
                  </a:lnTo>
                  <a:lnTo>
                    <a:pt x="519314" y="5723238"/>
                  </a:lnTo>
                  <a:lnTo>
                    <a:pt x="519314" y="5722614"/>
                  </a:lnTo>
                  <a:lnTo>
                    <a:pt x="519314" y="5721991"/>
                  </a:lnTo>
                  <a:lnTo>
                    <a:pt x="519314" y="5721367"/>
                  </a:lnTo>
                  <a:lnTo>
                    <a:pt x="519459" y="5721367"/>
                  </a:lnTo>
                  <a:lnTo>
                    <a:pt x="519605" y="5721367"/>
                  </a:lnTo>
                  <a:lnTo>
                    <a:pt x="519605" y="5720744"/>
                  </a:lnTo>
                  <a:lnTo>
                    <a:pt x="519750" y="5720744"/>
                  </a:lnTo>
                  <a:lnTo>
                    <a:pt x="519750" y="5720120"/>
                  </a:lnTo>
                  <a:lnTo>
                    <a:pt x="519896" y="5720120"/>
                  </a:lnTo>
                  <a:lnTo>
                    <a:pt x="519896" y="5719497"/>
                  </a:lnTo>
                  <a:lnTo>
                    <a:pt x="519896" y="5718873"/>
                  </a:lnTo>
                  <a:lnTo>
                    <a:pt x="520041" y="5718873"/>
                  </a:lnTo>
                  <a:lnTo>
                    <a:pt x="520186" y="5718873"/>
                  </a:lnTo>
                  <a:lnTo>
                    <a:pt x="520186" y="5718249"/>
                  </a:lnTo>
                  <a:lnTo>
                    <a:pt x="520332" y="5718249"/>
                  </a:lnTo>
                  <a:lnTo>
                    <a:pt x="520477" y="5718249"/>
                  </a:lnTo>
                  <a:lnTo>
                    <a:pt x="520477" y="5717626"/>
                  </a:lnTo>
                  <a:lnTo>
                    <a:pt x="520623" y="5717626"/>
                  </a:lnTo>
                  <a:lnTo>
                    <a:pt x="520768" y="5717626"/>
                  </a:lnTo>
                  <a:lnTo>
                    <a:pt x="520914" y="5717626"/>
                  </a:lnTo>
                  <a:lnTo>
                    <a:pt x="521059" y="5717626"/>
                  </a:lnTo>
                  <a:lnTo>
                    <a:pt x="521204" y="5717626"/>
                  </a:lnTo>
                  <a:lnTo>
                    <a:pt x="521350" y="5717626"/>
                  </a:lnTo>
                  <a:lnTo>
                    <a:pt x="521495" y="5717626"/>
                  </a:lnTo>
                  <a:lnTo>
                    <a:pt x="521641" y="5717626"/>
                  </a:lnTo>
                  <a:lnTo>
                    <a:pt x="521786" y="5717626"/>
                  </a:lnTo>
                  <a:lnTo>
                    <a:pt x="521932" y="5717626"/>
                  </a:lnTo>
                  <a:lnTo>
                    <a:pt x="522077" y="5717626"/>
                  </a:lnTo>
                  <a:lnTo>
                    <a:pt x="522222" y="5717626"/>
                  </a:lnTo>
                  <a:lnTo>
                    <a:pt x="522368" y="5717626"/>
                  </a:lnTo>
                  <a:lnTo>
                    <a:pt x="522513" y="5717626"/>
                  </a:lnTo>
                  <a:lnTo>
                    <a:pt x="522659" y="5717626"/>
                  </a:lnTo>
                  <a:lnTo>
                    <a:pt x="522804" y="5717626"/>
                  </a:lnTo>
                  <a:lnTo>
                    <a:pt x="522950" y="5717626"/>
                  </a:lnTo>
                  <a:lnTo>
                    <a:pt x="523095" y="5717626"/>
                  </a:lnTo>
                  <a:lnTo>
                    <a:pt x="523240" y="5717626"/>
                  </a:lnTo>
                  <a:lnTo>
                    <a:pt x="523386" y="5717626"/>
                  </a:lnTo>
                  <a:lnTo>
                    <a:pt x="523386" y="5717002"/>
                  </a:lnTo>
                  <a:lnTo>
                    <a:pt x="523531" y="5717002"/>
                  </a:lnTo>
                  <a:lnTo>
                    <a:pt x="523677" y="5717002"/>
                  </a:lnTo>
                  <a:lnTo>
                    <a:pt x="523822" y="5717002"/>
                  </a:lnTo>
                  <a:lnTo>
                    <a:pt x="523822" y="5716379"/>
                  </a:lnTo>
                  <a:lnTo>
                    <a:pt x="523968" y="5716379"/>
                  </a:lnTo>
                  <a:lnTo>
                    <a:pt x="524113" y="5716379"/>
                  </a:lnTo>
                  <a:lnTo>
                    <a:pt x="524258" y="5716379"/>
                  </a:lnTo>
                  <a:lnTo>
                    <a:pt x="524258" y="5715755"/>
                  </a:lnTo>
                  <a:lnTo>
                    <a:pt x="524404" y="5715755"/>
                  </a:lnTo>
                  <a:lnTo>
                    <a:pt x="524549" y="5715755"/>
                  </a:lnTo>
                  <a:lnTo>
                    <a:pt x="524549" y="5715131"/>
                  </a:lnTo>
                  <a:lnTo>
                    <a:pt x="524695" y="5715131"/>
                  </a:lnTo>
                  <a:lnTo>
                    <a:pt x="524840" y="5715131"/>
                  </a:lnTo>
                  <a:lnTo>
                    <a:pt x="524840" y="5714508"/>
                  </a:lnTo>
                  <a:lnTo>
                    <a:pt x="524840" y="5713884"/>
                  </a:lnTo>
                  <a:lnTo>
                    <a:pt x="524986" y="5713884"/>
                  </a:lnTo>
                  <a:lnTo>
                    <a:pt x="524986" y="5713261"/>
                  </a:lnTo>
                  <a:lnTo>
                    <a:pt x="525131" y="5713261"/>
                  </a:lnTo>
                  <a:lnTo>
                    <a:pt x="525276" y="5713261"/>
                  </a:lnTo>
                  <a:lnTo>
                    <a:pt x="525276" y="5712637"/>
                  </a:lnTo>
                  <a:lnTo>
                    <a:pt x="525422" y="5712637"/>
                  </a:lnTo>
                  <a:lnTo>
                    <a:pt x="525567" y="5712637"/>
                  </a:lnTo>
                  <a:lnTo>
                    <a:pt x="525713" y="5712637"/>
                  </a:lnTo>
                  <a:lnTo>
                    <a:pt x="525713" y="5712014"/>
                  </a:lnTo>
                  <a:lnTo>
                    <a:pt x="525858" y="5712014"/>
                  </a:lnTo>
                  <a:lnTo>
                    <a:pt x="526004" y="5712014"/>
                  </a:lnTo>
                  <a:lnTo>
                    <a:pt x="526149" y="5712014"/>
                  </a:lnTo>
                  <a:lnTo>
                    <a:pt x="526294" y="5712014"/>
                  </a:lnTo>
                  <a:lnTo>
                    <a:pt x="526440" y="5712014"/>
                  </a:lnTo>
                  <a:lnTo>
                    <a:pt x="526440" y="5711390"/>
                  </a:lnTo>
                  <a:lnTo>
                    <a:pt x="526440" y="5710766"/>
                  </a:lnTo>
                  <a:lnTo>
                    <a:pt x="526585" y="5710766"/>
                  </a:lnTo>
                  <a:lnTo>
                    <a:pt x="526731" y="5710766"/>
                  </a:lnTo>
                  <a:lnTo>
                    <a:pt x="526876" y="5710766"/>
                  </a:lnTo>
                  <a:lnTo>
                    <a:pt x="526876" y="5710143"/>
                  </a:lnTo>
                  <a:lnTo>
                    <a:pt x="527021" y="5710143"/>
                  </a:lnTo>
                  <a:lnTo>
                    <a:pt x="527021" y="5709519"/>
                  </a:lnTo>
                  <a:lnTo>
                    <a:pt x="527167" y="5709519"/>
                  </a:lnTo>
                  <a:lnTo>
                    <a:pt x="527312" y="5709519"/>
                  </a:lnTo>
                  <a:lnTo>
                    <a:pt x="527458" y="5709519"/>
                  </a:lnTo>
                  <a:lnTo>
                    <a:pt x="527603" y="5709519"/>
                  </a:lnTo>
                  <a:lnTo>
                    <a:pt x="527603" y="5708896"/>
                  </a:lnTo>
                  <a:lnTo>
                    <a:pt x="527749" y="5708896"/>
                  </a:lnTo>
                  <a:lnTo>
                    <a:pt x="527894" y="5708896"/>
                  </a:lnTo>
                  <a:lnTo>
                    <a:pt x="527894" y="5708272"/>
                  </a:lnTo>
                  <a:lnTo>
                    <a:pt x="528039" y="5708272"/>
                  </a:lnTo>
                  <a:lnTo>
                    <a:pt x="528039" y="5707648"/>
                  </a:lnTo>
                  <a:lnTo>
                    <a:pt x="528185" y="5707648"/>
                  </a:lnTo>
                  <a:lnTo>
                    <a:pt x="528185" y="5707025"/>
                  </a:lnTo>
                  <a:lnTo>
                    <a:pt x="528330" y="5707025"/>
                  </a:lnTo>
                  <a:lnTo>
                    <a:pt x="528476" y="5707025"/>
                  </a:lnTo>
                  <a:lnTo>
                    <a:pt x="528621" y="5707025"/>
                  </a:lnTo>
                  <a:lnTo>
                    <a:pt x="528767" y="5707025"/>
                  </a:lnTo>
                  <a:lnTo>
                    <a:pt x="528912" y="5707025"/>
                  </a:lnTo>
                  <a:lnTo>
                    <a:pt x="529057" y="5707025"/>
                  </a:lnTo>
                  <a:lnTo>
                    <a:pt x="529057" y="5706401"/>
                  </a:lnTo>
                  <a:lnTo>
                    <a:pt x="529057" y="5705778"/>
                  </a:lnTo>
                  <a:lnTo>
                    <a:pt x="529203" y="5705778"/>
                  </a:lnTo>
                  <a:lnTo>
                    <a:pt x="529348" y="5705778"/>
                  </a:lnTo>
                  <a:lnTo>
                    <a:pt x="529494" y="5705778"/>
                  </a:lnTo>
                  <a:lnTo>
                    <a:pt x="529639" y="5705778"/>
                  </a:lnTo>
                  <a:lnTo>
                    <a:pt x="529639" y="5705154"/>
                  </a:lnTo>
                  <a:lnTo>
                    <a:pt x="529785" y="5705154"/>
                  </a:lnTo>
                  <a:lnTo>
                    <a:pt x="529785" y="5704531"/>
                  </a:lnTo>
                  <a:lnTo>
                    <a:pt x="529930" y="5704531"/>
                  </a:lnTo>
                  <a:lnTo>
                    <a:pt x="529930" y="5703907"/>
                  </a:lnTo>
                  <a:lnTo>
                    <a:pt x="530075" y="5703907"/>
                  </a:lnTo>
                  <a:lnTo>
                    <a:pt x="530221" y="5703907"/>
                  </a:lnTo>
                  <a:lnTo>
                    <a:pt x="530221" y="5703283"/>
                  </a:lnTo>
                  <a:lnTo>
                    <a:pt x="530366" y="5703283"/>
                  </a:lnTo>
                  <a:lnTo>
                    <a:pt x="530366" y="5702660"/>
                  </a:lnTo>
                  <a:lnTo>
                    <a:pt x="530512" y="5702660"/>
                  </a:lnTo>
                  <a:lnTo>
                    <a:pt x="530657" y="5702660"/>
                  </a:lnTo>
                  <a:lnTo>
                    <a:pt x="530803" y="5702660"/>
                  </a:lnTo>
                  <a:lnTo>
                    <a:pt x="530948" y="5702660"/>
                  </a:lnTo>
                  <a:lnTo>
                    <a:pt x="531093" y="5702660"/>
                  </a:lnTo>
                  <a:lnTo>
                    <a:pt x="531239" y="5702660"/>
                  </a:lnTo>
                  <a:lnTo>
                    <a:pt x="531384" y="5702660"/>
                  </a:lnTo>
                  <a:lnTo>
                    <a:pt x="531530" y="5702660"/>
                  </a:lnTo>
                  <a:lnTo>
                    <a:pt x="531675" y="5702660"/>
                  </a:lnTo>
                  <a:lnTo>
                    <a:pt x="531821" y="5702660"/>
                  </a:lnTo>
                  <a:lnTo>
                    <a:pt x="531966" y="5702660"/>
                  </a:lnTo>
                  <a:lnTo>
                    <a:pt x="532111" y="5702660"/>
                  </a:lnTo>
                  <a:lnTo>
                    <a:pt x="532257" y="5702660"/>
                  </a:lnTo>
                  <a:lnTo>
                    <a:pt x="532402" y="5702660"/>
                  </a:lnTo>
                  <a:lnTo>
                    <a:pt x="532548" y="5702660"/>
                  </a:lnTo>
                  <a:lnTo>
                    <a:pt x="532693" y="5702660"/>
                  </a:lnTo>
                  <a:lnTo>
                    <a:pt x="532839" y="5702660"/>
                  </a:lnTo>
                  <a:lnTo>
                    <a:pt x="532984" y="5702660"/>
                  </a:lnTo>
                  <a:lnTo>
                    <a:pt x="533129" y="5702660"/>
                  </a:lnTo>
                  <a:lnTo>
                    <a:pt x="533275" y="5702660"/>
                  </a:lnTo>
                  <a:lnTo>
                    <a:pt x="533275" y="5702036"/>
                  </a:lnTo>
                  <a:lnTo>
                    <a:pt x="533420" y="5702036"/>
                  </a:lnTo>
                  <a:lnTo>
                    <a:pt x="533566" y="5702036"/>
                  </a:lnTo>
                  <a:lnTo>
                    <a:pt x="533711" y="5702036"/>
                  </a:lnTo>
                  <a:lnTo>
                    <a:pt x="533856" y="5702036"/>
                  </a:lnTo>
                  <a:lnTo>
                    <a:pt x="534002" y="5702036"/>
                  </a:lnTo>
                  <a:lnTo>
                    <a:pt x="534147" y="5702036"/>
                  </a:lnTo>
                  <a:lnTo>
                    <a:pt x="534147" y="5701413"/>
                  </a:lnTo>
                  <a:lnTo>
                    <a:pt x="534293" y="5701413"/>
                  </a:lnTo>
                  <a:lnTo>
                    <a:pt x="534438" y="5701413"/>
                  </a:lnTo>
                  <a:lnTo>
                    <a:pt x="534584" y="5701413"/>
                  </a:lnTo>
                  <a:lnTo>
                    <a:pt x="534729" y="5701413"/>
                  </a:lnTo>
                  <a:lnTo>
                    <a:pt x="534874" y="5701413"/>
                  </a:lnTo>
                  <a:lnTo>
                    <a:pt x="534874" y="5700789"/>
                  </a:lnTo>
                  <a:lnTo>
                    <a:pt x="535020" y="5700789"/>
                  </a:lnTo>
                  <a:lnTo>
                    <a:pt x="535165" y="5700789"/>
                  </a:lnTo>
                  <a:lnTo>
                    <a:pt x="535311" y="5700789"/>
                  </a:lnTo>
                  <a:lnTo>
                    <a:pt x="535456" y="5700789"/>
                  </a:lnTo>
                  <a:lnTo>
                    <a:pt x="535602" y="5700789"/>
                  </a:lnTo>
                  <a:lnTo>
                    <a:pt x="535602" y="5700165"/>
                  </a:lnTo>
                  <a:lnTo>
                    <a:pt x="535747" y="5700165"/>
                  </a:lnTo>
                  <a:lnTo>
                    <a:pt x="535892" y="5700165"/>
                  </a:lnTo>
                  <a:lnTo>
                    <a:pt x="535892" y="5699542"/>
                  </a:lnTo>
                  <a:lnTo>
                    <a:pt x="536038" y="5699542"/>
                  </a:lnTo>
                  <a:lnTo>
                    <a:pt x="536183" y="5699542"/>
                  </a:lnTo>
                  <a:lnTo>
                    <a:pt x="536329" y="5699542"/>
                  </a:lnTo>
                  <a:lnTo>
                    <a:pt x="536474" y="5699542"/>
                  </a:lnTo>
                  <a:lnTo>
                    <a:pt x="536620" y="5699542"/>
                  </a:lnTo>
                  <a:lnTo>
                    <a:pt x="536765" y="5699542"/>
                  </a:lnTo>
                  <a:lnTo>
                    <a:pt x="536765" y="5698918"/>
                  </a:lnTo>
                  <a:lnTo>
                    <a:pt x="536765" y="5698295"/>
                  </a:lnTo>
                  <a:lnTo>
                    <a:pt x="536910" y="5698295"/>
                  </a:lnTo>
                  <a:lnTo>
                    <a:pt x="537056" y="5698295"/>
                  </a:lnTo>
                  <a:lnTo>
                    <a:pt x="537056" y="5697671"/>
                  </a:lnTo>
                  <a:lnTo>
                    <a:pt x="537056" y="5697048"/>
                  </a:lnTo>
                  <a:lnTo>
                    <a:pt x="537201" y="5697048"/>
                  </a:lnTo>
                  <a:lnTo>
                    <a:pt x="537347" y="5697048"/>
                  </a:lnTo>
                  <a:lnTo>
                    <a:pt x="537492" y="5697048"/>
                  </a:lnTo>
                  <a:lnTo>
                    <a:pt x="537638" y="5697048"/>
                  </a:lnTo>
                  <a:lnTo>
                    <a:pt x="537783" y="5697048"/>
                  </a:lnTo>
                  <a:lnTo>
                    <a:pt x="537928" y="5697048"/>
                  </a:lnTo>
                  <a:lnTo>
                    <a:pt x="538074" y="5697048"/>
                  </a:lnTo>
                  <a:lnTo>
                    <a:pt x="538219" y="5697048"/>
                  </a:lnTo>
                  <a:lnTo>
                    <a:pt x="538365" y="5697048"/>
                  </a:lnTo>
                  <a:lnTo>
                    <a:pt x="538510" y="5697048"/>
                  </a:lnTo>
                  <a:lnTo>
                    <a:pt x="538656" y="5697048"/>
                  </a:lnTo>
                  <a:lnTo>
                    <a:pt x="538656" y="5696424"/>
                  </a:lnTo>
                  <a:lnTo>
                    <a:pt x="538801" y="5696424"/>
                  </a:lnTo>
                  <a:lnTo>
                    <a:pt x="538946" y="5696424"/>
                  </a:lnTo>
                  <a:lnTo>
                    <a:pt x="539092" y="5696424"/>
                  </a:lnTo>
                  <a:lnTo>
                    <a:pt x="539092" y="5695800"/>
                  </a:lnTo>
                  <a:lnTo>
                    <a:pt x="539237" y="5695800"/>
                  </a:lnTo>
                  <a:lnTo>
                    <a:pt x="539383" y="5695800"/>
                  </a:lnTo>
                  <a:lnTo>
                    <a:pt x="539528" y="5695800"/>
                  </a:lnTo>
                  <a:lnTo>
                    <a:pt x="539674" y="5695800"/>
                  </a:lnTo>
                  <a:lnTo>
                    <a:pt x="539819" y="5695800"/>
                  </a:lnTo>
                  <a:lnTo>
                    <a:pt x="539964" y="5695800"/>
                  </a:lnTo>
                  <a:lnTo>
                    <a:pt x="540110" y="5695800"/>
                  </a:lnTo>
                  <a:lnTo>
                    <a:pt x="540255" y="5695800"/>
                  </a:lnTo>
                  <a:lnTo>
                    <a:pt x="540401" y="5695800"/>
                  </a:lnTo>
                  <a:lnTo>
                    <a:pt x="540546" y="5695800"/>
                  </a:lnTo>
                  <a:lnTo>
                    <a:pt x="540691" y="5695800"/>
                  </a:lnTo>
                  <a:lnTo>
                    <a:pt x="540837" y="5695800"/>
                  </a:lnTo>
                  <a:lnTo>
                    <a:pt x="540982" y="5695800"/>
                  </a:lnTo>
                  <a:lnTo>
                    <a:pt x="541128" y="5695800"/>
                  </a:lnTo>
                  <a:lnTo>
                    <a:pt x="541273" y="5695800"/>
                  </a:lnTo>
                  <a:lnTo>
                    <a:pt x="541273" y="5695177"/>
                  </a:lnTo>
                  <a:lnTo>
                    <a:pt x="541419" y="5695177"/>
                  </a:lnTo>
                  <a:lnTo>
                    <a:pt x="541564" y="5695177"/>
                  </a:lnTo>
                  <a:lnTo>
                    <a:pt x="541709" y="5695177"/>
                  </a:lnTo>
                  <a:lnTo>
                    <a:pt x="541855" y="5695177"/>
                  </a:lnTo>
                  <a:lnTo>
                    <a:pt x="541855" y="5694553"/>
                  </a:lnTo>
                  <a:lnTo>
                    <a:pt x="542000" y="5694553"/>
                  </a:lnTo>
                  <a:lnTo>
                    <a:pt x="542146" y="5694553"/>
                  </a:lnTo>
                  <a:lnTo>
                    <a:pt x="542291" y="5694553"/>
                  </a:lnTo>
                  <a:lnTo>
                    <a:pt x="542291" y="5693930"/>
                  </a:lnTo>
                  <a:lnTo>
                    <a:pt x="542437" y="5693930"/>
                  </a:lnTo>
                  <a:lnTo>
                    <a:pt x="542582" y="5693930"/>
                  </a:lnTo>
                  <a:lnTo>
                    <a:pt x="542582" y="5693306"/>
                  </a:lnTo>
                  <a:lnTo>
                    <a:pt x="542727" y="5693306"/>
                  </a:lnTo>
                  <a:lnTo>
                    <a:pt x="542873" y="5693306"/>
                  </a:lnTo>
                  <a:lnTo>
                    <a:pt x="543018" y="5693306"/>
                  </a:lnTo>
                  <a:lnTo>
                    <a:pt x="543164" y="5693306"/>
                  </a:lnTo>
                  <a:lnTo>
                    <a:pt x="543309" y="5693306"/>
                  </a:lnTo>
                  <a:lnTo>
                    <a:pt x="543455" y="5693306"/>
                  </a:lnTo>
                  <a:lnTo>
                    <a:pt x="543600" y="5693306"/>
                  </a:lnTo>
                  <a:lnTo>
                    <a:pt x="543745" y="5693306"/>
                  </a:lnTo>
                  <a:lnTo>
                    <a:pt x="543891" y="5693306"/>
                  </a:lnTo>
                  <a:lnTo>
                    <a:pt x="544036" y="5693306"/>
                  </a:lnTo>
                  <a:lnTo>
                    <a:pt x="544182" y="5693306"/>
                  </a:lnTo>
                  <a:lnTo>
                    <a:pt x="544327" y="5693306"/>
                  </a:lnTo>
                  <a:lnTo>
                    <a:pt x="544473" y="5693306"/>
                  </a:lnTo>
                  <a:lnTo>
                    <a:pt x="544618" y="5693306"/>
                  </a:lnTo>
                  <a:lnTo>
                    <a:pt x="544763" y="5693306"/>
                  </a:lnTo>
                  <a:lnTo>
                    <a:pt x="544909" y="5693306"/>
                  </a:lnTo>
                  <a:lnTo>
                    <a:pt x="544909" y="5692682"/>
                  </a:lnTo>
                  <a:lnTo>
                    <a:pt x="545054" y="5692682"/>
                  </a:lnTo>
                  <a:lnTo>
                    <a:pt x="545200" y="5692682"/>
                  </a:lnTo>
                  <a:lnTo>
                    <a:pt x="545345" y="5692682"/>
                  </a:lnTo>
                  <a:lnTo>
                    <a:pt x="545491" y="5692682"/>
                  </a:lnTo>
                  <a:lnTo>
                    <a:pt x="545636" y="5692682"/>
                  </a:lnTo>
                  <a:lnTo>
                    <a:pt x="545781" y="5692682"/>
                  </a:lnTo>
                  <a:lnTo>
                    <a:pt x="545927" y="5692682"/>
                  </a:lnTo>
                  <a:lnTo>
                    <a:pt x="546072" y="5692682"/>
                  </a:lnTo>
                  <a:lnTo>
                    <a:pt x="546218" y="5692682"/>
                  </a:lnTo>
                  <a:lnTo>
                    <a:pt x="546363" y="5692682"/>
                  </a:lnTo>
                  <a:lnTo>
                    <a:pt x="546509" y="5692682"/>
                  </a:lnTo>
                  <a:lnTo>
                    <a:pt x="546509" y="5692059"/>
                  </a:lnTo>
                  <a:lnTo>
                    <a:pt x="546654" y="5692059"/>
                  </a:lnTo>
                  <a:lnTo>
                    <a:pt x="546799" y="5692059"/>
                  </a:lnTo>
                  <a:lnTo>
                    <a:pt x="546945" y="5692059"/>
                  </a:lnTo>
                  <a:lnTo>
                    <a:pt x="547090" y="5692059"/>
                  </a:lnTo>
                  <a:lnTo>
                    <a:pt x="547090" y="5691435"/>
                  </a:lnTo>
                  <a:lnTo>
                    <a:pt x="547236" y="5691435"/>
                  </a:lnTo>
                  <a:lnTo>
                    <a:pt x="547236" y="5690812"/>
                  </a:lnTo>
                  <a:lnTo>
                    <a:pt x="547236" y="5690188"/>
                  </a:lnTo>
                  <a:lnTo>
                    <a:pt x="547236" y="5689565"/>
                  </a:lnTo>
                  <a:lnTo>
                    <a:pt x="547381" y="5689565"/>
                  </a:lnTo>
                  <a:lnTo>
                    <a:pt x="547526" y="5689565"/>
                  </a:lnTo>
                  <a:lnTo>
                    <a:pt x="547672" y="5689565"/>
                  </a:lnTo>
                  <a:lnTo>
                    <a:pt x="547817" y="5689565"/>
                  </a:lnTo>
                  <a:lnTo>
                    <a:pt x="547963" y="5689565"/>
                  </a:lnTo>
                  <a:lnTo>
                    <a:pt x="548108" y="5689565"/>
                  </a:lnTo>
                  <a:lnTo>
                    <a:pt x="548254" y="5689565"/>
                  </a:lnTo>
                  <a:lnTo>
                    <a:pt x="548399" y="5689565"/>
                  </a:lnTo>
                  <a:lnTo>
                    <a:pt x="548544" y="5689565"/>
                  </a:lnTo>
                  <a:lnTo>
                    <a:pt x="548690" y="5689565"/>
                  </a:lnTo>
                  <a:lnTo>
                    <a:pt x="548835" y="5689565"/>
                  </a:lnTo>
                  <a:lnTo>
                    <a:pt x="548981" y="5689565"/>
                  </a:lnTo>
                  <a:lnTo>
                    <a:pt x="549126" y="5689565"/>
                  </a:lnTo>
                  <a:lnTo>
                    <a:pt x="549126" y="5688941"/>
                  </a:lnTo>
                  <a:lnTo>
                    <a:pt x="549272" y="5688941"/>
                  </a:lnTo>
                  <a:lnTo>
                    <a:pt x="549417" y="5688941"/>
                  </a:lnTo>
                  <a:lnTo>
                    <a:pt x="549417" y="5688317"/>
                  </a:lnTo>
                  <a:lnTo>
                    <a:pt x="549562" y="5688317"/>
                  </a:lnTo>
                  <a:lnTo>
                    <a:pt x="549708" y="5688317"/>
                  </a:lnTo>
                  <a:lnTo>
                    <a:pt x="549708" y="5687694"/>
                  </a:lnTo>
                  <a:lnTo>
                    <a:pt x="549853" y="5687694"/>
                  </a:lnTo>
                  <a:lnTo>
                    <a:pt x="549999" y="5687694"/>
                  </a:lnTo>
                  <a:lnTo>
                    <a:pt x="550144" y="5687694"/>
                  </a:lnTo>
                  <a:lnTo>
                    <a:pt x="550144" y="5687070"/>
                  </a:lnTo>
                  <a:lnTo>
                    <a:pt x="550290" y="5687070"/>
                  </a:lnTo>
                  <a:lnTo>
                    <a:pt x="550435" y="5687070"/>
                  </a:lnTo>
                  <a:lnTo>
                    <a:pt x="550580" y="5687070"/>
                  </a:lnTo>
                  <a:lnTo>
                    <a:pt x="550726" y="5687070"/>
                  </a:lnTo>
                  <a:lnTo>
                    <a:pt x="550726" y="5686447"/>
                  </a:lnTo>
                  <a:lnTo>
                    <a:pt x="550726" y="5685823"/>
                  </a:lnTo>
                  <a:lnTo>
                    <a:pt x="550871" y="5685823"/>
                  </a:lnTo>
                  <a:lnTo>
                    <a:pt x="550871" y="5685200"/>
                  </a:lnTo>
                  <a:lnTo>
                    <a:pt x="551017" y="5685200"/>
                  </a:lnTo>
                  <a:lnTo>
                    <a:pt x="551162" y="5685200"/>
                  </a:lnTo>
                  <a:lnTo>
                    <a:pt x="551162" y="5684576"/>
                  </a:lnTo>
                  <a:lnTo>
                    <a:pt x="551162" y="5683952"/>
                  </a:lnTo>
                  <a:lnTo>
                    <a:pt x="551308" y="5683952"/>
                  </a:lnTo>
                  <a:lnTo>
                    <a:pt x="551453" y="5683952"/>
                  </a:lnTo>
                  <a:lnTo>
                    <a:pt x="551598" y="5683952"/>
                  </a:lnTo>
                  <a:lnTo>
                    <a:pt x="551744" y="5683952"/>
                  </a:lnTo>
                  <a:lnTo>
                    <a:pt x="551889" y="5683952"/>
                  </a:lnTo>
                  <a:lnTo>
                    <a:pt x="552035" y="5683952"/>
                  </a:lnTo>
                  <a:lnTo>
                    <a:pt x="552180" y="5683952"/>
                  </a:lnTo>
                  <a:lnTo>
                    <a:pt x="552326" y="5683952"/>
                  </a:lnTo>
                  <a:lnTo>
                    <a:pt x="552471" y="5683952"/>
                  </a:lnTo>
                  <a:lnTo>
                    <a:pt x="552616" y="5683952"/>
                  </a:lnTo>
                  <a:lnTo>
                    <a:pt x="552762" y="5683952"/>
                  </a:lnTo>
                  <a:lnTo>
                    <a:pt x="552762" y="5683329"/>
                  </a:lnTo>
                  <a:lnTo>
                    <a:pt x="552762" y="5682705"/>
                  </a:lnTo>
                  <a:lnTo>
                    <a:pt x="552907" y="5682705"/>
                  </a:lnTo>
                  <a:lnTo>
                    <a:pt x="552907" y="5682082"/>
                  </a:lnTo>
                  <a:lnTo>
                    <a:pt x="552907" y="5681458"/>
                  </a:lnTo>
                  <a:lnTo>
                    <a:pt x="553053" y="5681458"/>
                  </a:lnTo>
                  <a:lnTo>
                    <a:pt x="553198" y="5681458"/>
                  </a:lnTo>
                  <a:lnTo>
                    <a:pt x="553344" y="5681458"/>
                  </a:lnTo>
                  <a:lnTo>
                    <a:pt x="553489" y="5681458"/>
                  </a:lnTo>
                  <a:lnTo>
                    <a:pt x="553634" y="5681458"/>
                  </a:lnTo>
                  <a:lnTo>
                    <a:pt x="553780" y="5681458"/>
                  </a:lnTo>
                  <a:lnTo>
                    <a:pt x="553925" y="5681458"/>
                  </a:lnTo>
                  <a:lnTo>
                    <a:pt x="554071" y="5681458"/>
                  </a:lnTo>
                  <a:lnTo>
                    <a:pt x="554071" y="5680834"/>
                  </a:lnTo>
                  <a:lnTo>
                    <a:pt x="554216" y="5680834"/>
                  </a:lnTo>
                  <a:lnTo>
                    <a:pt x="554216" y="5680211"/>
                  </a:lnTo>
                  <a:lnTo>
                    <a:pt x="554361" y="5680211"/>
                  </a:lnTo>
                  <a:lnTo>
                    <a:pt x="554507" y="5680211"/>
                  </a:lnTo>
                  <a:lnTo>
                    <a:pt x="554652" y="5680211"/>
                  </a:lnTo>
                  <a:lnTo>
                    <a:pt x="554798" y="5680211"/>
                  </a:lnTo>
                  <a:lnTo>
                    <a:pt x="554943" y="5680211"/>
                  </a:lnTo>
                  <a:lnTo>
                    <a:pt x="555089" y="5680211"/>
                  </a:lnTo>
                  <a:lnTo>
                    <a:pt x="555234" y="5680211"/>
                  </a:lnTo>
                  <a:lnTo>
                    <a:pt x="555379" y="5680211"/>
                  </a:lnTo>
                  <a:lnTo>
                    <a:pt x="555525" y="5680211"/>
                  </a:lnTo>
                  <a:lnTo>
                    <a:pt x="555670" y="5680211"/>
                  </a:lnTo>
                  <a:lnTo>
                    <a:pt x="555670" y="5679587"/>
                  </a:lnTo>
                  <a:lnTo>
                    <a:pt x="555816" y="5679587"/>
                  </a:lnTo>
                  <a:lnTo>
                    <a:pt x="555961" y="5679587"/>
                  </a:lnTo>
                  <a:lnTo>
                    <a:pt x="555961" y="5678964"/>
                  </a:lnTo>
                  <a:lnTo>
                    <a:pt x="556107" y="5678964"/>
                  </a:lnTo>
                  <a:lnTo>
                    <a:pt x="556252" y="5678964"/>
                  </a:lnTo>
                  <a:lnTo>
                    <a:pt x="556252" y="5678340"/>
                  </a:lnTo>
                  <a:lnTo>
                    <a:pt x="556397" y="5678340"/>
                  </a:lnTo>
                  <a:lnTo>
                    <a:pt x="556543" y="5678340"/>
                  </a:lnTo>
                  <a:lnTo>
                    <a:pt x="556688" y="5678340"/>
                  </a:lnTo>
                  <a:lnTo>
                    <a:pt x="556834" y="5678340"/>
                  </a:lnTo>
                  <a:lnTo>
                    <a:pt x="556834" y="5677717"/>
                  </a:lnTo>
                  <a:lnTo>
                    <a:pt x="556979" y="5677717"/>
                  </a:lnTo>
                  <a:lnTo>
                    <a:pt x="557125" y="5677717"/>
                  </a:lnTo>
                  <a:lnTo>
                    <a:pt x="557270" y="5677717"/>
                  </a:lnTo>
                  <a:lnTo>
                    <a:pt x="557270" y="5677093"/>
                  </a:lnTo>
                  <a:lnTo>
                    <a:pt x="557415" y="5677093"/>
                  </a:lnTo>
                  <a:lnTo>
                    <a:pt x="557561" y="5677093"/>
                  </a:lnTo>
                  <a:lnTo>
                    <a:pt x="557706" y="5677093"/>
                  </a:lnTo>
                  <a:lnTo>
                    <a:pt x="557852" y="5677093"/>
                  </a:lnTo>
                  <a:lnTo>
                    <a:pt x="557997" y="5677093"/>
                  </a:lnTo>
                  <a:lnTo>
                    <a:pt x="558143" y="5677093"/>
                  </a:lnTo>
                  <a:lnTo>
                    <a:pt x="558143" y="5676469"/>
                  </a:lnTo>
                  <a:lnTo>
                    <a:pt x="558288" y="5676469"/>
                  </a:lnTo>
                  <a:lnTo>
                    <a:pt x="558433" y="5676469"/>
                  </a:lnTo>
                  <a:lnTo>
                    <a:pt x="558579" y="5676469"/>
                  </a:lnTo>
                  <a:lnTo>
                    <a:pt x="558724" y="5676469"/>
                  </a:lnTo>
                  <a:lnTo>
                    <a:pt x="558870" y="5676469"/>
                  </a:lnTo>
                  <a:lnTo>
                    <a:pt x="558870" y="5675846"/>
                  </a:lnTo>
                  <a:lnTo>
                    <a:pt x="558870" y="5675222"/>
                  </a:lnTo>
                  <a:lnTo>
                    <a:pt x="558870" y="5674599"/>
                  </a:lnTo>
                  <a:lnTo>
                    <a:pt x="558870" y="5673975"/>
                  </a:lnTo>
                  <a:lnTo>
                    <a:pt x="559015" y="5673975"/>
                  </a:lnTo>
                  <a:lnTo>
                    <a:pt x="559161" y="5673975"/>
                  </a:lnTo>
                  <a:lnTo>
                    <a:pt x="559161" y="5673351"/>
                  </a:lnTo>
                  <a:lnTo>
                    <a:pt x="559306" y="5673351"/>
                  </a:lnTo>
                  <a:lnTo>
                    <a:pt x="559451" y="5673351"/>
                  </a:lnTo>
                  <a:lnTo>
                    <a:pt x="559597" y="5673351"/>
                  </a:lnTo>
                  <a:lnTo>
                    <a:pt x="559742" y="5673351"/>
                  </a:lnTo>
                  <a:lnTo>
                    <a:pt x="559888" y="5673351"/>
                  </a:lnTo>
                  <a:lnTo>
                    <a:pt x="560033" y="5673351"/>
                  </a:lnTo>
                  <a:lnTo>
                    <a:pt x="560179" y="5673351"/>
                  </a:lnTo>
                  <a:lnTo>
                    <a:pt x="560179" y="5672728"/>
                  </a:lnTo>
                  <a:lnTo>
                    <a:pt x="560324" y="5672728"/>
                  </a:lnTo>
                  <a:lnTo>
                    <a:pt x="560469" y="5672728"/>
                  </a:lnTo>
                  <a:lnTo>
                    <a:pt x="560615" y="5672728"/>
                  </a:lnTo>
                  <a:lnTo>
                    <a:pt x="560760" y="5672728"/>
                  </a:lnTo>
                  <a:lnTo>
                    <a:pt x="560906" y="5672728"/>
                  </a:lnTo>
                  <a:lnTo>
                    <a:pt x="561051" y="5672728"/>
                  </a:lnTo>
                  <a:lnTo>
                    <a:pt x="561196" y="5672728"/>
                  </a:lnTo>
                  <a:lnTo>
                    <a:pt x="561342" y="5672728"/>
                  </a:lnTo>
                  <a:lnTo>
                    <a:pt x="561487" y="5672728"/>
                  </a:lnTo>
                  <a:lnTo>
                    <a:pt x="561633" y="5672728"/>
                  </a:lnTo>
                  <a:lnTo>
                    <a:pt x="561778" y="5672728"/>
                  </a:lnTo>
                  <a:lnTo>
                    <a:pt x="561924" y="5672728"/>
                  </a:lnTo>
                  <a:lnTo>
                    <a:pt x="561924" y="5672104"/>
                  </a:lnTo>
                  <a:lnTo>
                    <a:pt x="562069" y="5672104"/>
                  </a:lnTo>
                  <a:lnTo>
                    <a:pt x="562214" y="5672104"/>
                  </a:lnTo>
                  <a:lnTo>
                    <a:pt x="562360" y="5672104"/>
                  </a:lnTo>
                  <a:lnTo>
                    <a:pt x="562505" y="5672104"/>
                  </a:lnTo>
                  <a:lnTo>
                    <a:pt x="562651" y="5672104"/>
                  </a:lnTo>
                  <a:lnTo>
                    <a:pt x="562796" y="5672104"/>
                  </a:lnTo>
                  <a:lnTo>
                    <a:pt x="562942" y="5672104"/>
                  </a:lnTo>
                  <a:lnTo>
                    <a:pt x="563087" y="5672104"/>
                  </a:lnTo>
                  <a:lnTo>
                    <a:pt x="563232" y="5672104"/>
                  </a:lnTo>
                  <a:lnTo>
                    <a:pt x="563378" y="5672104"/>
                  </a:lnTo>
                  <a:lnTo>
                    <a:pt x="563523" y="5672104"/>
                  </a:lnTo>
                  <a:lnTo>
                    <a:pt x="563669" y="5672104"/>
                  </a:lnTo>
                  <a:lnTo>
                    <a:pt x="563814" y="5672104"/>
                  </a:lnTo>
                  <a:lnTo>
                    <a:pt x="563960" y="5672104"/>
                  </a:lnTo>
                  <a:lnTo>
                    <a:pt x="564105" y="5672104"/>
                  </a:lnTo>
                  <a:lnTo>
                    <a:pt x="564250" y="5672104"/>
                  </a:lnTo>
                  <a:lnTo>
                    <a:pt x="564396" y="5672104"/>
                  </a:lnTo>
                  <a:lnTo>
                    <a:pt x="564541" y="5672104"/>
                  </a:lnTo>
                  <a:lnTo>
                    <a:pt x="564687" y="5672104"/>
                  </a:lnTo>
                  <a:lnTo>
                    <a:pt x="564832" y="5672104"/>
                  </a:lnTo>
                  <a:lnTo>
                    <a:pt x="564978" y="5672104"/>
                  </a:lnTo>
                  <a:lnTo>
                    <a:pt x="565123" y="5672104"/>
                  </a:lnTo>
                  <a:lnTo>
                    <a:pt x="565268" y="5672104"/>
                  </a:lnTo>
                  <a:lnTo>
                    <a:pt x="565414" y="5672104"/>
                  </a:lnTo>
                  <a:lnTo>
                    <a:pt x="565414" y="5671481"/>
                  </a:lnTo>
                  <a:lnTo>
                    <a:pt x="565414" y="5670857"/>
                  </a:lnTo>
                  <a:lnTo>
                    <a:pt x="565559" y="5670857"/>
                  </a:lnTo>
                  <a:lnTo>
                    <a:pt x="565705" y="5670857"/>
                  </a:lnTo>
                  <a:lnTo>
                    <a:pt x="565705" y="5670234"/>
                  </a:lnTo>
                  <a:lnTo>
                    <a:pt x="565705" y="5669610"/>
                  </a:lnTo>
                  <a:lnTo>
                    <a:pt x="565850" y="5669610"/>
                  </a:lnTo>
                  <a:lnTo>
                    <a:pt x="565996" y="5669610"/>
                  </a:lnTo>
                  <a:lnTo>
                    <a:pt x="566141" y="5669610"/>
                  </a:lnTo>
                  <a:lnTo>
                    <a:pt x="566141" y="5668986"/>
                  </a:lnTo>
                  <a:lnTo>
                    <a:pt x="566286" y="5668986"/>
                  </a:lnTo>
                  <a:lnTo>
                    <a:pt x="566286" y="5668363"/>
                  </a:lnTo>
                  <a:lnTo>
                    <a:pt x="566432" y="5668363"/>
                  </a:lnTo>
                  <a:lnTo>
                    <a:pt x="566577" y="5668363"/>
                  </a:lnTo>
                  <a:lnTo>
                    <a:pt x="566723" y="5668363"/>
                  </a:lnTo>
                  <a:lnTo>
                    <a:pt x="566723" y="5667739"/>
                  </a:lnTo>
                  <a:lnTo>
                    <a:pt x="566868" y="5667739"/>
                  </a:lnTo>
                  <a:lnTo>
                    <a:pt x="566868" y="5667116"/>
                  </a:lnTo>
                  <a:lnTo>
                    <a:pt x="566868" y="5666492"/>
                  </a:lnTo>
                  <a:lnTo>
                    <a:pt x="567014" y="5666492"/>
                  </a:lnTo>
                  <a:lnTo>
                    <a:pt x="567159" y="5666492"/>
                  </a:lnTo>
                  <a:lnTo>
                    <a:pt x="567304" y="5666492"/>
                  </a:lnTo>
                  <a:lnTo>
                    <a:pt x="567450" y="5666492"/>
                  </a:lnTo>
                  <a:lnTo>
                    <a:pt x="567595" y="5666492"/>
                  </a:lnTo>
                  <a:lnTo>
                    <a:pt x="567595" y="5665868"/>
                  </a:lnTo>
                  <a:lnTo>
                    <a:pt x="567741" y="5665868"/>
                  </a:lnTo>
                  <a:lnTo>
                    <a:pt x="567886" y="5665868"/>
                  </a:lnTo>
                  <a:lnTo>
                    <a:pt x="568031" y="5665868"/>
                  </a:lnTo>
                  <a:lnTo>
                    <a:pt x="568177" y="5665868"/>
                  </a:lnTo>
                  <a:lnTo>
                    <a:pt x="568322" y="5665868"/>
                  </a:lnTo>
                  <a:lnTo>
                    <a:pt x="568468" y="5665868"/>
                  </a:lnTo>
                  <a:lnTo>
                    <a:pt x="568613" y="5665868"/>
                  </a:lnTo>
                  <a:lnTo>
                    <a:pt x="568759" y="5665868"/>
                  </a:lnTo>
                  <a:lnTo>
                    <a:pt x="568904" y="5665868"/>
                  </a:lnTo>
                  <a:lnTo>
                    <a:pt x="569049" y="5665868"/>
                  </a:lnTo>
                  <a:lnTo>
                    <a:pt x="569195" y="5665868"/>
                  </a:lnTo>
                  <a:lnTo>
                    <a:pt x="569195" y="5665245"/>
                  </a:lnTo>
                  <a:lnTo>
                    <a:pt x="569340" y="5665245"/>
                  </a:lnTo>
                  <a:lnTo>
                    <a:pt x="569486" y="5665245"/>
                  </a:lnTo>
                  <a:lnTo>
                    <a:pt x="569631" y="5665245"/>
                  </a:lnTo>
                  <a:lnTo>
                    <a:pt x="569777" y="5665245"/>
                  </a:lnTo>
                  <a:lnTo>
                    <a:pt x="569777" y="5664621"/>
                  </a:lnTo>
                  <a:lnTo>
                    <a:pt x="569922" y="5664621"/>
                  </a:lnTo>
                  <a:lnTo>
                    <a:pt x="570067" y="5664621"/>
                  </a:lnTo>
                  <a:lnTo>
                    <a:pt x="570213" y="5664621"/>
                  </a:lnTo>
                  <a:lnTo>
                    <a:pt x="570358" y="5664621"/>
                  </a:lnTo>
                  <a:lnTo>
                    <a:pt x="570504" y="5664621"/>
                  </a:lnTo>
                  <a:lnTo>
                    <a:pt x="570504" y="5663998"/>
                  </a:lnTo>
                  <a:lnTo>
                    <a:pt x="570649" y="5663998"/>
                  </a:lnTo>
                  <a:lnTo>
                    <a:pt x="570795" y="5663998"/>
                  </a:lnTo>
                  <a:lnTo>
                    <a:pt x="570940" y="5663998"/>
                  </a:lnTo>
                  <a:lnTo>
                    <a:pt x="571085" y="5663998"/>
                  </a:lnTo>
                  <a:lnTo>
                    <a:pt x="571231" y="5663998"/>
                  </a:lnTo>
                  <a:lnTo>
                    <a:pt x="571376" y="5663998"/>
                  </a:lnTo>
                  <a:lnTo>
                    <a:pt x="571522" y="5663998"/>
                  </a:lnTo>
                  <a:lnTo>
                    <a:pt x="571667" y="5663998"/>
                  </a:lnTo>
                  <a:lnTo>
                    <a:pt x="571667" y="5663374"/>
                  </a:lnTo>
                  <a:lnTo>
                    <a:pt x="571667" y="5662751"/>
                  </a:lnTo>
                  <a:lnTo>
                    <a:pt x="571667" y="5662127"/>
                  </a:lnTo>
                  <a:lnTo>
                    <a:pt x="571813" y="5662127"/>
                  </a:lnTo>
                  <a:lnTo>
                    <a:pt x="571958" y="5662127"/>
                  </a:lnTo>
                  <a:lnTo>
                    <a:pt x="572103" y="5662127"/>
                  </a:lnTo>
                  <a:lnTo>
                    <a:pt x="572249" y="5662127"/>
                  </a:lnTo>
                  <a:lnTo>
                    <a:pt x="572394" y="5662127"/>
                  </a:lnTo>
                  <a:lnTo>
                    <a:pt x="572394" y="5661503"/>
                  </a:lnTo>
                  <a:lnTo>
                    <a:pt x="572540" y="5661503"/>
                  </a:lnTo>
                  <a:lnTo>
                    <a:pt x="572540" y="5660880"/>
                  </a:lnTo>
                  <a:lnTo>
                    <a:pt x="572685" y="5660880"/>
                  </a:lnTo>
                  <a:lnTo>
                    <a:pt x="572831" y="5660880"/>
                  </a:lnTo>
                  <a:lnTo>
                    <a:pt x="572976" y="5660880"/>
                  </a:lnTo>
                  <a:lnTo>
                    <a:pt x="573121" y="5660880"/>
                  </a:lnTo>
                  <a:lnTo>
                    <a:pt x="573267" y="5660880"/>
                  </a:lnTo>
                  <a:lnTo>
                    <a:pt x="573412" y="5660880"/>
                  </a:lnTo>
                  <a:lnTo>
                    <a:pt x="573558" y="5660880"/>
                  </a:lnTo>
                  <a:lnTo>
                    <a:pt x="573703" y="5660880"/>
                  </a:lnTo>
                  <a:lnTo>
                    <a:pt x="573849" y="5660880"/>
                  </a:lnTo>
                  <a:lnTo>
                    <a:pt x="573994" y="5660880"/>
                  </a:lnTo>
                  <a:lnTo>
                    <a:pt x="574139" y="5660880"/>
                  </a:lnTo>
                  <a:lnTo>
                    <a:pt x="574285" y="5660880"/>
                  </a:lnTo>
                  <a:lnTo>
                    <a:pt x="574430" y="5660880"/>
                  </a:lnTo>
                  <a:lnTo>
                    <a:pt x="574576" y="5660880"/>
                  </a:lnTo>
                  <a:lnTo>
                    <a:pt x="574721" y="5660880"/>
                  </a:lnTo>
                  <a:lnTo>
                    <a:pt x="574866" y="5660880"/>
                  </a:lnTo>
                  <a:lnTo>
                    <a:pt x="574866" y="5660256"/>
                  </a:lnTo>
                  <a:lnTo>
                    <a:pt x="575012" y="5660256"/>
                  </a:lnTo>
                  <a:lnTo>
                    <a:pt x="575157" y="5660256"/>
                  </a:lnTo>
                  <a:lnTo>
                    <a:pt x="575303" y="5660256"/>
                  </a:lnTo>
                  <a:lnTo>
                    <a:pt x="575303" y="5659633"/>
                  </a:lnTo>
                  <a:lnTo>
                    <a:pt x="575448" y="5659633"/>
                  </a:lnTo>
                  <a:lnTo>
                    <a:pt x="575448" y="5659009"/>
                  </a:lnTo>
                  <a:lnTo>
                    <a:pt x="575594" y="5659009"/>
                  </a:lnTo>
                  <a:lnTo>
                    <a:pt x="575739" y="5659009"/>
                  </a:lnTo>
                  <a:lnTo>
                    <a:pt x="575884" y="5659009"/>
                  </a:lnTo>
                  <a:lnTo>
                    <a:pt x="576030" y="5659009"/>
                  </a:lnTo>
                  <a:lnTo>
                    <a:pt x="576175" y="5659009"/>
                  </a:lnTo>
                  <a:lnTo>
                    <a:pt x="576321" y="5659009"/>
                  </a:lnTo>
                  <a:lnTo>
                    <a:pt x="576466" y="5659009"/>
                  </a:lnTo>
                  <a:lnTo>
                    <a:pt x="576466" y="5658385"/>
                  </a:lnTo>
                  <a:lnTo>
                    <a:pt x="576612" y="5658385"/>
                  </a:lnTo>
                  <a:lnTo>
                    <a:pt x="576757" y="5658385"/>
                  </a:lnTo>
                  <a:lnTo>
                    <a:pt x="576902" y="5658385"/>
                  </a:lnTo>
                  <a:lnTo>
                    <a:pt x="577048" y="5658385"/>
                  </a:lnTo>
                  <a:lnTo>
                    <a:pt x="577193" y="5658385"/>
                  </a:lnTo>
                  <a:lnTo>
                    <a:pt x="577339" y="5658385"/>
                  </a:lnTo>
                  <a:lnTo>
                    <a:pt x="577484" y="5658385"/>
                  </a:lnTo>
                  <a:lnTo>
                    <a:pt x="577630" y="5658385"/>
                  </a:lnTo>
                  <a:lnTo>
                    <a:pt x="577775" y="5658385"/>
                  </a:lnTo>
                  <a:lnTo>
                    <a:pt x="577920" y="5658385"/>
                  </a:lnTo>
                  <a:lnTo>
                    <a:pt x="577920" y="5657762"/>
                  </a:lnTo>
                  <a:lnTo>
                    <a:pt x="578066" y="5657762"/>
                  </a:lnTo>
                  <a:lnTo>
                    <a:pt x="578211" y="5657762"/>
                  </a:lnTo>
                  <a:lnTo>
                    <a:pt x="578357" y="5657762"/>
                  </a:lnTo>
                  <a:lnTo>
                    <a:pt x="578502" y="5657762"/>
                  </a:lnTo>
                  <a:lnTo>
                    <a:pt x="578502" y="5657138"/>
                  </a:lnTo>
                  <a:lnTo>
                    <a:pt x="578648" y="5657138"/>
                  </a:lnTo>
                  <a:lnTo>
                    <a:pt x="578648" y="5656515"/>
                  </a:lnTo>
                  <a:lnTo>
                    <a:pt x="578793" y="5656515"/>
                  </a:lnTo>
                  <a:lnTo>
                    <a:pt x="578938" y="5656515"/>
                  </a:lnTo>
                  <a:lnTo>
                    <a:pt x="579084" y="5656515"/>
                  </a:lnTo>
                  <a:lnTo>
                    <a:pt x="579229" y="5656515"/>
                  </a:lnTo>
                  <a:lnTo>
                    <a:pt x="579375" y="5656515"/>
                  </a:lnTo>
                  <a:lnTo>
                    <a:pt x="579520" y="5656515"/>
                  </a:lnTo>
                  <a:lnTo>
                    <a:pt x="579666" y="5656515"/>
                  </a:lnTo>
                  <a:lnTo>
                    <a:pt x="579811" y="5656515"/>
                  </a:lnTo>
                  <a:lnTo>
                    <a:pt x="579956" y="5656515"/>
                  </a:lnTo>
                  <a:lnTo>
                    <a:pt x="580102" y="5656515"/>
                  </a:lnTo>
                  <a:lnTo>
                    <a:pt x="580247" y="5656515"/>
                  </a:lnTo>
                  <a:lnTo>
                    <a:pt x="580393" y="5656515"/>
                  </a:lnTo>
                  <a:lnTo>
                    <a:pt x="580538" y="5656515"/>
                  </a:lnTo>
                  <a:lnTo>
                    <a:pt x="580683" y="5656515"/>
                  </a:lnTo>
                  <a:lnTo>
                    <a:pt x="580829" y="5656515"/>
                  </a:lnTo>
                  <a:lnTo>
                    <a:pt x="580829" y="5655891"/>
                  </a:lnTo>
                  <a:lnTo>
                    <a:pt x="580974" y="5655891"/>
                  </a:lnTo>
                  <a:lnTo>
                    <a:pt x="581120" y="5655891"/>
                  </a:lnTo>
                  <a:lnTo>
                    <a:pt x="581120" y="5655268"/>
                  </a:lnTo>
                  <a:lnTo>
                    <a:pt x="581265" y="5655268"/>
                  </a:lnTo>
                  <a:lnTo>
                    <a:pt x="581411" y="5655268"/>
                  </a:lnTo>
                  <a:lnTo>
                    <a:pt x="581556" y="5655268"/>
                  </a:lnTo>
                  <a:lnTo>
                    <a:pt x="581556" y="5654644"/>
                  </a:lnTo>
                  <a:lnTo>
                    <a:pt x="581556" y="5654020"/>
                  </a:lnTo>
                  <a:lnTo>
                    <a:pt x="581701" y="5654020"/>
                  </a:lnTo>
                  <a:lnTo>
                    <a:pt x="581701" y="5653397"/>
                  </a:lnTo>
                  <a:lnTo>
                    <a:pt x="581847" y="5653397"/>
                  </a:lnTo>
                  <a:lnTo>
                    <a:pt x="581992" y="5653397"/>
                  </a:lnTo>
                  <a:lnTo>
                    <a:pt x="582138" y="5653397"/>
                  </a:lnTo>
                  <a:lnTo>
                    <a:pt x="582283" y="5653397"/>
                  </a:lnTo>
                  <a:lnTo>
                    <a:pt x="582429" y="5653397"/>
                  </a:lnTo>
                  <a:lnTo>
                    <a:pt x="582574" y="5653397"/>
                  </a:lnTo>
                  <a:lnTo>
                    <a:pt x="582719" y="5653397"/>
                  </a:lnTo>
                  <a:lnTo>
                    <a:pt x="582719" y="5652773"/>
                  </a:lnTo>
                  <a:lnTo>
                    <a:pt x="582865" y="5652773"/>
                  </a:lnTo>
                  <a:lnTo>
                    <a:pt x="583010" y="5652773"/>
                  </a:lnTo>
                  <a:lnTo>
                    <a:pt x="583010" y="5652150"/>
                  </a:lnTo>
                  <a:lnTo>
                    <a:pt x="583010" y="5651526"/>
                  </a:lnTo>
                  <a:lnTo>
                    <a:pt x="583156" y="5651526"/>
                  </a:lnTo>
                  <a:lnTo>
                    <a:pt x="583301" y="5651526"/>
                  </a:lnTo>
                  <a:lnTo>
                    <a:pt x="583301" y="5650902"/>
                  </a:lnTo>
                  <a:lnTo>
                    <a:pt x="583447" y="5650902"/>
                  </a:lnTo>
                  <a:lnTo>
                    <a:pt x="583592" y="5650902"/>
                  </a:lnTo>
                  <a:lnTo>
                    <a:pt x="583737" y="5650902"/>
                  </a:lnTo>
                  <a:lnTo>
                    <a:pt x="583883" y="5650902"/>
                  </a:lnTo>
                  <a:lnTo>
                    <a:pt x="584028" y="5650902"/>
                  </a:lnTo>
                  <a:lnTo>
                    <a:pt x="584174" y="5650902"/>
                  </a:lnTo>
                  <a:lnTo>
                    <a:pt x="584319" y="5650902"/>
                  </a:lnTo>
                  <a:lnTo>
                    <a:pt x="584319" y="5650279"/>
                  </a:lnTo>
                  <a:lnTo>
                    <a:pt x="584465" y="5650279"/>
                  </a:lnTo>
                  <a:lnTo>
                    <a:pt x="584465" y="5649655"/>
                  </a:lnTo>
                  <a:lnTo>
                    <a:pt x="584610" y="5649655"/>
                  </a:lnTo>
                  <a:lnTo>
                    <a:pt x="584610" y="5649032"/>
                  </a:lnTo>
                  <a:lnTo>
                    <a:pt x="584755" y="5649032"/>
                  </a:lnTo>
                  <a:lnTo>
                    <a:pt x="584755" y="5648408"/>
                  </a:lnTo>
                  <a:lnTo>
                    <a:pt x="584901" y="5648408"/>
                  </a:lnTo>
                  <a:lnTo>
                    <a:pt x="584901" y="5647785"/>
                  </a:lnTo>
                  <a:lnTo>
                    <a:pt x="585046" y="5647785"/>
                  </a:lnTo>
                  <a:lnTo>
                    <a:pt x="585192" y="5647785"/>
                  </a:lnTo>
                  <a:lnTo>
                    <a:pt x="585337" y="5647785"/>
                  </a:lnTo>
                  <a:lnTo>
                    <a:pt x="585337" y="5647161"/>
                  </a:lnTo>
                  <a:lnTo>
                    <a:pt x="585483" y="5647161"/>
                  </a:lnTo>
                  <a:lnTo>
                    <a:pt x="585483" y="5646537"/>
                  </a:lnTo>
                  <a:lnTo>
                    <a:pt x="585483" y="5645914"/>
                  </a:lnTo>
                  <a:lnTo>
                    <a:pt x="585628" y="5645914"/>
                  </a:lnTo>
                  <a:lnTo>
                    <a:pt x="585773" y="5645914"/>
                  </a:lnTo>
                  <a:lnTo>
                    <a:pt x="585919" y="5645914"/>
                  </a:lnTo>
                  <a:lnTo>
                    <a:pt x="586064" y="5645914"/>
                  </a:lnTo>
                  <a:lnTo>
                    <a:pt x="586210" y="5645914"/>
                  </a:lnTo>
                  <a:lnTo>
                    <a:pt x="586355" y="5645914"/>
                  </a:lnTo>
                  <a:lnTo>
                    <a:pt x="586501" y="5645914"/>
                  </a:lnTo>
                  <a:lnTo>
                    <a:pt x="586646" y="5645914"/>
                  </a:lnTo>
                  <a:lnTo>
                    <a:pt x="586791" y="5645914"/>
                  </a:lnTo>
                  <a:lnTo>
                    <a:pt x="586937" y="5645914"/>
                  </a:lnTo>
                  <a:lnTo>
                    <a:pt x="587082" y="5645914"/>
                  </a:lnTo>
                  <a:lnTo>
                    <a:pt x="587082" y="5645290"/>
                  </a:lnTo>
                  <a:lnTo>
                    <a:pt x="587082" y="5644667"/>
                  </a:lnTo>
                  <a:lnTo>
                    <a:pt x="587228" y="5644667"/>
                  </a:lnTo>
                  <a:lnTo>
                    <a:pt x="587373" y="5644667"/>
                  </a:lnTo>
                  <a:lnTo>
                    <a:pt x="587518" y="5644667"/>
                  </a:lnTo>
                  <a:lnTo>
                    <a:pt x="587518" y="5644043"/>
                  </a:lnTo>
                  <a:lnTo>
                    <a:pt x="587664" y="5644043"/>
                  </a:lnTo>
                  <a:lnTo>
                    <a:pt x="587809" y="5644043"/>
                  </a:lnTo>
                  <a:lnTo>
                    <a:pt x="587809" y="5643419"/>
                  </a:lnTo>
                  <a:lnTo>
                    <a:pt x="587955" y="5643419"/>
                  </a:lnTo>
                  <a:lnTo>
                    <a:pt x="588100" y="5643419"/>
                  </a:lnTo>
                  <a:lnTo>
                    <a:pt x="588246" y="5643419"/>
                  </a:lnTo>
                  <a:lnTo>
                    <a:pt x="588391" y="5643419"/>
                  </a:lnTo>
                  <a:lnTo>
                    <a:pt x="588536" y="5643419"/>
                  </a:lnTo>
                  <a:lnTo>
                    <a:pt x="588682" y="5643419"/>
                  </a:lnTo>
                  <a:lnTo>
                    <a:pt x="588827" y="5643419"/>
                  </a:lnTo>
                  <a:lnTo>
                    <a:pt x="588973" y="5643419"/>
                  </a:lnTo>
                  <a:lnTo>
                    <a:pt x="589118" y="5643419"/>
                  </a:lnTo>
                  <a:lnTo>
                    <a:pt x="589264" y="5643419"/>
                  </a:lnTo>
                  <a:lnTo>
                    <a:pt x="589409" y="5643419"/>
                  </a:lnTo>
                  <a:lnTo>
                    <a:pt x="589554" y="5643419"/>
                  </a:lnTo>
                  <a:lnTo>
                    <a:pt x="589700" y="5643419"/>
                  </a:lnTo>
                  <a:lnTo>
                    <a:pt x="589845" y="5643419"/>
                  </a:lnTo>
                  <a:lnTo>
                    <a:pt x="589845" y="5642796"/>
                  </a:lnTo>
                  <a:lnTo>
                    <a:pt x="589991" y="5642796"/>
                  </a:lnTo>
                  <a:lnTo>
                    <a:pt x="590136" y="5642796"/>
                  </a:lnTo>
                  <a:lnTo>
                    <a:pt x="590282" y="5642796"/>
                  </a:lnTo>
                  <a:lnTo>
                    <a:pt x="590427" y="5642796"/>
                  </a:lnTo>
                  <a:lnTo>
                    <a:pt x="590572" y="5642796"/>
                  </a:lnTo>
                  <a:lnTo>
                    <a:pt x="590572" y="5642172"/>
                  </a:lnTo>
                  <a:lnTo>
                    <a:pt x="590718" y="5642172"/>
                  </a:lnTo>
                  <a:lnTo>
                    <a:pt x="590718" y="5641549"/>
                  </a:lnTo>
                  <a:lnTo>
                    <a:pt x="590718" y="5640925"/>
                  </a:lnTo>
                  <a:lnTo>
                    <a:pt x="590863" y="5640925"/>
                  </a:lnTo>
                  <a:lnTo>
                    <a:pt x="591009" y="5640925"/>
                  </a:lnTo>
                  <a:lnTo>
                    <a:pt x="591009" y="5640302"/>
                  </a:lnTo>
                  <a:lnTo>
                    <a:pt x="591009" y="5639678"/>
                  </a:lnTo>
                  <a:lnTo>
                    <a:pt x="591154" y="5639678"/>
                  </a:lnTo>
                  <a:lnTo>
                    <a:pt x="591300" y="5639678"/>
                  </a:lnTo>
                  <a:lnTo>
                    <a:pt x="591445" y="5639678"/>
                  </a:lnTo>
                  <a:lnTo>
                    <a:pt x="591590" y="5639678"/>
                  </a:lnTo>
                  <a:lnTo>
                    <a:pt x="591736" y="5639678"/>
                  </a:lnTo>
                  <a:lnTo>
                    <a:pt x="591736" y="5639054"/>
                  </a:lnTo>
                  <a:lnTo>
                    <a:pt x="591881" y="5639054"/>
                  </a:lnTo>
                  <a:lnTo>
                    <a:pt x="592027" y="5639054"/>
                  </a:lnTo>
                  <a:lnTo>
                    <a:pt x="592172" y="5639054"/>
                  </a:lnTo>
                  <a:lnTo>
                    <a:pt x="592318" y="5639054"/>
                  </a:lnTo>
                  <a:lnTo>
                    <a:pt x="592463" y="5639054"/>
                  </a:lnTo>
                  <a:lnTo>
                    <a:pt x="592608" y="5639054"/>
                  </a:lnTo>
                  <a:lnTo>
                    <a:pt x="592608" y="5638431"/>
                  </a:lnTo>
                  <a:lnTo>
                    <a:pt x="592754" y="5638431"/>
                  </a:lnTo>
                  <a:lnTo>
                    <a:pt x="592899" y="5638431"/>
                  </a:lnTo>
                  <a:lnTo>
                    <a:pt x="593045" y="5638431"/>
                  </a:lnTo>
                  <a:lnTo>
                    <a:pt x="593190" y="5638431"/>
                  </a:lnTo>
                  <a:lnTo>
                    <a:pt x="593190" y="5637807"/>
                  </a:lnTo>
                  <a:lnTo>
                    <a:pt x="593336" y="5637807"/>
                  </a:lnTo>
                  <a:lnTo>
                    <a:pt x="593336" y="5637184"/>
                  </a:lnTo>
                  <a:lnTo>
                    <a:pt x="593336" y="5636560"/>
                  </a:lnTo>
                  <a:lnTo>
                    <a:pt x="593336" y="5635936"/>
                  </a:lnTo>
                  <a:lnTo>
                    <a:pt x="593481" y="5635936"/>
                  </a:lnTo>
                  <a:lnTo>
                    <a:pt x="593626" y="5635936"/>
                  </a:lnTo>
                  <a:lnTo>
                    <a:pt x="593772" y="5635936"/>
                  </a:lnTo>
                  <a:lnTo>
                    <a:pt x="593917" y="5635936"/>
                  </a:lnTo>
                  <a:lnTo>
                    <a:pt x="594063" y="5635936"/>
                  </a:lnTo>
                  <a:lnTo>
                    <a:pt x="594063" y="5635313"/>
                  </a:lnTo>
                  <a:lnTo>
                    <a:pt x="594208" y="5635313"/>
                  </a:lnTo>
                  <a:lnTo>
                    <a:pt x="594353" y="5635313"/>
                  </a:lnTo>
                  <a:lnTo>
                    <a:pt x="594499" y="5635313"/>
                  </a:lnTo>
                  <a:lnTo>
                    <a:pt x="594644" y="5635313"/>
                  </a:lnTo>
                  <a:lnTo>
                    <a:pt x="594790" y="5635313"/>
                  </a:lnTo>
                  <a:lnTo>
                    <a:pt x="594935" y="5635313"/>
                  </a:lnTo>
                  <a:lnTo>
                    <a:pt x="595081" y="5635313"/>
                  </a:lnTo>
                  <a:lnTo>
                    <a:pt x="595081" y="5634689"/>
                  </a:lnTo>
                  <a:lnTo>
                    <a:pt x="595226" y="5634689"/>
                  </a:lnTo>
                  <a:lnTo>
                    <a:pt x="595371" y="5634689"/>
                  </a:lnTo>
                  <a:lnTo>
                    <a:pt x="595517" y="5634689"/>
                  </a:lnTo>
                  <a:lnTo>
                    <a:pt x="595662" y="5634689"/>
                  </a:lnTo>
                  <a:lnTo>
                    <a:pt x="595808" y="5634689"/>
                  </a:lnTo>
                  <a:lnTo>
                    <a:pt x="595953" y="5634689"/>
                  </a:lnTo>
                  <a:lnTo>
                    <a:pt x="596099" y="5634689"/>
                  </a:lnTo>
                  <a:lnTo>
                    <a:pt x="596244" y="5634689"/>
                  </a:lnTo>
                  <a:lnTo>
                    <a:pt x="596389" y="5634689"/>
                  </a:lnTo>
                  <a:lnTo>
                    <a:pt x="596535" y="5634689"/>
                  </a:lnTo>
                  <a:lnTo>
                    <a:pt x="596535" y="5634066"/>
                  </a:lnTo>
                  <a:lnTo>
                    <a:pt x="596680" y="5634066"/>
                  </a:lnTo>
                  <a:lnTo>
                    <a:pt x="596826" y="5634066"/>
                  </a:lnTo>
                  <a:lnTo>
                    <a:pt x="596971" y="5634066"/>
                  </a:lnTo>
                  <a:lnTo>
                    <a:pt x="597117" y="5634066"/>
                  </a:lnTo>
                  <a:lnTo>
                    <a:pt x="597262" y="5634066"/>
                  </a:lnTo>
                  <a:lnTo>
                    <a:pt x="597262" y="5633442"/>
                  </a:lnTo>
                  <a:lnTo>
                    <a:pt x="597407" y="5633442"/>
                  </a:lnTo>
                  <a:lnTo>
                    <a:pt x="597553" y="5633442"/>
                  </a:lnTo>
                  <a:lnTo>
                    <a:pt x="597698" y="5633442"/>
                  </a:lnTo>
                  <a:lnTo>
                    <a:pt x="597844" y="5633442"/>
                  </a:lnTo>
                  <a:lnTo>
                    <a:pt x="597989" y="5633442"/>
                  </a:lnTo>
                  <a:lnTo>
                    <a:pt x="598135" y="5633442"/>
                  </a:lnTo>
                  <a:lnTo>
                    <a:pt x="598280" y="5633442"/>
                  </a:lnTo>
                  <a:lnTo>
                    <a:pt x="598425" y="5633442"/>
                  </a:lnTo>
                  <a:lnTo>
                    <a:pt x="598571" y="5633442"/>
                  </a:lnTo>
                  <a:lnTo>
                    <a:pt x="598716" y="5633442"/>
                  </a:lnTo>
                  <a:lnTo>
                    <a:pt x="598716" y="5632819"/>
                  </a:lnTo>
                  <a:lnTo>
                    <a:pt x="598716" y="5632195"/>
                  </a:lnTo>
                  <a:lnTo>
                    <a:pt x="598716" y="5631571"/>
                  </a:lnTo>
                  <a:lnTo>
                    <a:pt x="598862" y="5631571"/>
                  </a:lnTo>
                  <a:lnTo>
                    <a:pt x="599007" y="5631571"/>
                  </a:lnTo>
                  <a:lnTo>
                    <a:pt x="599153" y="5631571"/>
                  </a:lnTo>
                  <a:lnTo>
                    <a:pt x="599298" y="5631571"/>
                  </a:lnTo>
                  <a:lnTo>
                    <a:pt x="599443" y="5631571"/>
                  </a:lnTo>
                  <a:lnTo>
                    <a:pt x="599589" y="5631571"/>
                  </a:lnTo>
                  <a:lnTo>
                    <a:pt x="599589" y="5630948"/>
                  </a:lnTo>
                  <a:lnTo>
                    <a:pt x="599734" y="5630948"/>
                  </a:lnTo>
                  <a:lnTo>
                    <a:pt x="599880" y="5630948"/>
                  </a:lnTo>
                  <a:lnTo>
                    <a:pt x="600025" y="5630948"/>
                  </a:lnTo>
                  <a:lnTo>
                    <a:pt x="600171" y="5630948"/>
                  </a:lnTo>
                  <a:lnTo>
                    <a:pt x="600316" y="5630948"/>
                  </a:lnTo>
                  <a:lnTo>
                    <a:pt x="600461" y="5630948"/>
                  </a:lnTo>
                  <a:lnTo>
                    <a:pt x="600607" y="5630948"/>
                  </a:lnTo>
                  <a:lnTo>
                    <a:pt x="600752" y="5630948"/>
                  </a:lnTo>
                  <a:lnTo>
                    <a:pt x="600898" y="5630948"/>
                  </a:lnTo>
                  <a:lnTo>
                    <a:pt x="601043" y="5630948"/>
                  </a:lnTo>
                  <a:lnTo>
                    <a:pt x="601188" y="5630948"/>
                  </a:lnTo>
                  <a:lnTo>
                    <a:pt x="601334" y="5630948"/>
                  </a:lnTo>
                  <a:lnTo>
                    <a:pt x="601479" y="5630948"/>
                  </a:lnTo>
                  <a:lnTo>
                    <a:pt x="601625" y="5630948"/>
                  </a:lnTo>
                  <a:lnTo>
                    <a:pt x="601625" y="5630324"/>
                  </a:lnTo>
                  <a:lnTo>
                    <a:pt x="601625" y="5629701"/>
                  </a:lnTo>
                  <a:lnTo>
                    <a:pt x="601770" y="5629701"/>
                  </a:lnTo>
                  <a:lnTo>
                    <a:pt x="601916" y="5629701"/>
                  </a:lnTo>
                  <a:lnTo>
                    <a:pt x="602061" y="5629701"/>
                  </a:lnTo>
                  <a:lnTo>
                    <a:pt x="602061" y="5629077"/>
                  </a:lnTo>
                  <a:lnTo>
                    <a:pt x="602206" y="5629077"/>
                  </a:lnTo>
                  <a:lnTo>
                    <a:pt x="602352" y="5629077"/>
                  </a:lnTo>
                  <a:lnTo>
                    <a:pt x="602497" y="5629077"/>
                  </a:lnTo>
                  <a:lnTo>
                    <a:pt x="602497" y="5628454"/>
                  </a:lnTo>
                  <a:lnTo>
                    <a:pt x="602643" y="5628454"/>
                  </a:lnTo>
                  <a:lnTo>
                    <a:pt x="602788" y="5628454"/>
                  </a:lnTo>
                  <a:lnTo>
                    <a:pt x="602788" y="5627830"/>
                  </a:lnTo>
                  <a:lnTo>
                    <a:pt x="602934" y="5627830"/>
                  </a:lnTo>
                  <a:lnTo>
                    <a:pt x="603079" y="5627830"/>
                  </a:lnTo>
                  <a:lnTo>
                    <a:pt x="603224" y="5627830"/>
                  </a:lnTo>
                  <a:lnTo>
                    <a:pt x="603224" y="5627206"/>
                  </a:lnTo>
                  <a:lnTo>
                    <a:pt x="603370" y="5627206"/>
                  </a:lnTo>
                  <a:lnTo>
                    <a:pt x="603515" y="5627206"/>
                  </a:lnTo>
                  <a:lnTo>
                    <a:pt x="603661" y="5627206"/>
                  </a:lnTo>
                  <a:lnTo>
                    <a:pt x="603806" y="5627206"/>
                  </a:lnTo>
                  <a:lnTo>
                    <a:pt x="603952" y="5627206"/>
                  </a:lnTo>
                  <a:lnTo>
                    <a:pt x="604097" y="5627206"/>
                  </a:lnTo>
                  <a:lnTo>
                    <a:pt x="604242" y="5627206"/>
                  </a:lnTo>
                  <a:lnTo>
                    <a:pt x="604242" y="5626583"/>
                  </a:lnTo>
                  <a:lnTo>
                    <a:pt x="604388" y="5626583"/>
                  </a:lnTo>
                  <a:lnTo>
                    <a:pt x="604533" y="5626583"/>
                  </a:lnTo>
                  <a:lnTo>
                    <a:pt x="604533" y="5625959"/>
                  </a:lnTo>
                  <a:lnTo>
                    <a:pt x="604679" y="5625959"/>
                  </a:lnTo>
                  <a:lnTo>
                    <a:pt x="604824" y="5625959"/>
                  </a:lnTo>
                  <a:lnTo>
                    <a:pt x="604970" y="5625959"/>
                  </a:lnTo>
                  <a:lnTo>
                    <a:pt x="604970" y="5625336"/>
                  </a:lnTo>
                  <a:lnTo>
                    <a:pt x="604970" y="5624712"/>
                  </a:lnTo>
                  <a:lnTo>
                    <a:pt x="605115" y="5624712"/>
                  </a:lnTo>
                  <a:lnTo>
                    <a:pt x="605260" y="5624712"/>
                  </a:lnTo>
                  <a:lnTo>
                    <a:pt x="605406" y="5624712"/>
                  </a:lnTo>
                  <a:lnTo>
                    <a:pt x="605551" y="5624712"/>
                  </a:lnTo>
                  <a:lnTo>
                    <a:pt x="605697" y="5624712"/>
                  </a:lnTo>
                  <a:lnTo>
                    <a:pt x="605842" y="5624712"/>
                  </a:lnTo>
                  <a:lnTo>
                    <a:pt x="605988" y="5624712"/>
                  </a:lnTo>
                  <a:lnTo>
                    <a:pt x="606133" y="5624712"/>
                  </a:lnTo>
                  <a:lnTo>
                    <a:pt x="606278" y="5624712"/>
                  </a:lnTo>
                  <a:lnTo>
                    <a:pt x="606278" y="5624088"/>
                  </a:lnTo>
                  <a:lnTo>
                    <a:pt x="606424" y="5624088"/>
                  </a:lnTo>
                  <a:lnTo>
                    <a:pt x="606569" y="5624088"/>
                  </a:lnTo>
                  <a:lnTo>
                    <a:pt x="606715" y="5624088"/>
                  </a:lnTo>
                  <a:lnTo>
                    <a:pt x="606715" y="5623465"/>
                  </a:lnTo>
                  <a:lnTo>
                    <a:pt x="606860" y="5623465"/>
                  </a:lnTo>
                  <a:lnTo>
                    <a:pt x="607006" y="5623465"/>
                  </a:lnTo>
                  <a:lnTo>
                    <a:pt x="607006" y="5622841"/>
                  </a:lnTo>
                  <a:lnTo>
                    <a:pt x="607151" y="5622841"/>
                  </a:lnTo>
                  <a:lnTo>
                    <a:pt x="607296" y="5622841"/>
                  </a:lnTo>
                  <a:lnTo>
                    <a:pt x="607442" y="5622841"/>
                  </a:lnTo>
                  <a:lnTo>
                    <a:pt x="607587" y="5622841"/>
                  </a:lnTo>
                  <a:lnTo>
                    <a:pt x="607587" y="5622218"/>
                  </a:lnTo>
                  <a:lnTo>
                    <a:pt x="607733" y="5622218"/>
                  </a:lnTo>
                  <a:lnTo>
                    <a:pt x="607878" y="5622218"/>
                  </a:lnTo>
                  <a:lnTo>
                    <a:pt x="607878" y="5621594"/>
                  </a:lnTo>
                  <a:lnTo>
                    <a:pt x="607878" y="5620971"/>
                  </a:lnTo>
                  <a:lnTo>
                    <a:pt x="608023" y="5620971"/>
                  </a:lnTo>
                  <a:lnTo>
                    <a:pt x="608169" y="5620971"/>
                  </a:lnTo>
                  <a:lnTo>
                    <a:pt x="608314" y="5620971"/>
                  </a:lnTo>
                  <a:lnTo>
                    <a:pt x="608460" y="5620971"/>
                  </a:lnTo>
                  <a:lnTo>
                    <a:pt x="608460" y="5620347"/>
                  </a:lnTo>
                  <a:lnTo>
                    <a:pt x="608605" y="5620347"/>
                  </a:lnTo>
                  <a:lnTo>
                    <a:pt x="608605" y="5619723"/>
                  </a:lnTo>
                  <a:lnTo>
                    <a:pt x="608605" y="5619100"/>
                  </a:lnTo>
                  <a:lnTo>
                    <a:pt x="608605" y="5618476"/>
                  </a:lnTo>
                  <a:lnTo>
                    <a:pt x="608751" y="5618476"/>
                  </a:lnTo>
                  <a:lnTo>
                    <a:pt x="608751" y="5617853"/>
                  </a:lnTo>
                  <a:lnTo>
                    <a:pt x="608896" y="5617853"/>
                  </a:lnTo>
                  <a:lnTo>
                    <a:pt x="609041" y="5617853"/>
                  </a:lnTo>
                  <a:lnTo>
                    <a:pt x="609041" y="5617229"/>
                  </a:lnTo>
                  <a:lnTo>
                    <a:pt x="609187" y="5617229"/>
                  </a:lnTo>
                  <a:lnTo>
                    <a:pt x="609187" y="5616605"/>
                  </a:lnTo>
                  <a:lnTo>
                    <a:pt x="609332" y="5616605"/>
                  </a:lnTo>
                  <a:lnTo>
                    <a:pt x="609478" y="5616605"/>
                  </a:lnTo>
                  <a:lnTo>
                    <a:pt x="609623" y="5616605"/>
                  </a:lnTo>
                  <a:lnTo>
                    <a:pt x="609623" y="5615982"/>
                  </a:lnTo>
                  <a:lnTo>
                    <a:pt x="609769" y="5615982"/>
                  </a:lnTo>
                  <a:lnTo>
                    <a:pt x="609914" y="5615982"/>
                  </a:lnTo>
                  <a:lnTo>
                    <a:pt x="610059" y="5615982"/>
                  </a:lnTo>
                  <a:lnTo>
                    <a:pt x="610205" y="5615982"/>
                  </a:lnTo>
                  <a:lnTo>
                    <a:pt x="610350" y="5615982"/>
                  </a:lnTo>
                  <a:lnTo>
                    <a:pt x="610350" y="5615358"/>
                  </a:lnTo>
                  <a:lnTo>
                    <a:pt x="610496" y="5615358"/>
                  </a:lnTo>
                  <a:lnTo>
                    <a:pt x="610641" y="5615358"/>
                  </a:lnTo>
                  <a:lnTo>
                    <a:pt x="610787" y="5615358"/>
                  </a:lnTo>
                  <a:lnTo>
                    <a:pt x="610787" y="5614735"/>
                  </a:lnTo>
                  <a:lnTo>
                    <a:pt x="610787" y="5614111"/>
                  </a:lnTo>
                  <a:lnTo>
                    <a:pt x="610932" y="5614111"/>
                  </a:lnTo>
                  <a:lnTo>
                    <a:pt x="611077" y="5614111"/>
                  </a:lnTo>
                  <a:lnTo>
                    <a:pt x="611077" y="5613488"/>
                  </a:lnTo>
                  <a:lnTo>
                    <a:pt x="611223" y="5613488"/>
                  </a:lnTo>
                  <a:lnTo>
                    <a:pt x="611223" y="5612864"/>
                  </a:lnTo>
                  <a:lnTo>
                    <a:pt x="611368" y="5612864"/>
                  </a:lnTo>
                  <a:lnTo>
                    <a:pt x="611514" y="5612864"/>
                  </a:lnTo>
                  <a:lnTo>
                    <a:pt x="611659" y="5612864"/>
                  </a:lnTo>
                  <a:lnTo>
                    <a:pt x="611805" y="5612864"/>
                  </a:lnTo>
                  <a:lnTo>
                    <a:pt x="611950" y="5612864"/>
                  </a:lnTo>
                  <a:lnTo>
                    <a:pt x="612095" y="5612864"/>
                  </a:lnTo>
                  <a:lnTo>
                    <a:pt x="612241" y="5612864"/>
                  </a:lnTo>
                  <a:lnTo>
                    <a:pt x="612386" y="5612864"/>
                  </a:lnTo>
                  <a:lnTo>
                    <a:pt x="612532" y="5612864"/>
                  </a:lnTo>
                  <a:lnTo>
                    <a:pt x="612677" y="5612864"/>
                  </a:lnTo>
                  <a:lnTo>
                    <a:pt x="612823" y="5612864"/>
                  </a:lnTo>
                  <a:lnTo>
                    <a:pt x="612968" y="5612864"/>
                  </a:lnTo>
                  <a:lnTo>
                    <a:pt x="612968" y="5612240"/>
                  </a:lnTo>
                  <a:lnTo>
                    <a:pt x="613113" y="5612240"/>
                  </a:lnTo>
                  <a:lnTo>
                    <a:pt x="613259" y="5612240"/>
                  </a:lnTo>
                  <a:lnTo>
                    <a:pt x="613404" y="5612240"/>
                  </a:lnTo>
                  <a:lnTo>
                    <a:pt x="613550" y="5612240"/>
                  </a:lnTo>
                  <a:lnTo>
                    <a:pt x="613550" y="5611617"/>
                  </a:lnTo>
                  <a:lnTo>
                    <a:pt x="613695" y="5611617"/>
                  </a:lnTo>
                  <a:lnTo>
                    <a:pt x="613841" y="5611617"/>
                  </a:lnTo>
                  <a:lnTo>
                    <a:pt x="613841" y="5610993"/>
                  </a:lnTo>
                  <a:lnTo>
                    <a:pt x="613986" y="5610993"/>
                  </a:lnTo>
                  <a:lnTo>
                    <a:pt x="614131" y="5610993"/>
                  </a:lnTo>
                  <a:lnTo>
                    <a:pt x="614277" y="5610993"/>
                  </a:lnTo>
                  <a:lnTo>
                    <a:pt x="614422" y="5610993"/>
                  </a:lnTo>
                  <a:lnTo>
                    <a:pt x="614568" y="5610993"/>
                  </a:lnTo>
                  <a:lnTo>
                    <a:pt x="614713" y="5610993"/>
                  </a:lnTo>
                  <a:lnTo>
                    <a:pt x="614858" y="5610993"/>
                  </a:lnTo>
                  <a:lnTo>
                    <a:pt x="615004" y="5610993"/>
                  </a:lnTo>
                  <a:lnTo>
                    <a:pt x="615149" y="5610993"/>
                  </a:lnTo>
                  <a:lnTo>
                    <a:pt x="615295" y="5610993"/>
                  </a:lnTo>
                  <a:lnTo>
                    <a:pt x="615440" y="5610993"/>
                  </a:lnTo>
                  <a:lnTo>
                    <a:pt x="615586" y="5610993"/>
                  </a:lnTo>
                  <a:lnTo>
                    <a:pt x="615731" y="5610993"/>
                  </a:lnTo>
                  <a:lnTo>
                    <a:pt x="615876" y="5610993"/>
                  </a:lnTo>
                  <a:lnTo>
                    <a:pt x="615876" y="5610370"/>
                  </a:lnTo>
                  <a:lnTo>
                    <a:pt x="616022" y="5610370"/>
                  </a:lnTo>
                  <a:lnTo>
                    <a:pt x="616167" y="5610370"/>
                  </a:lnTo>
                  <a:lnTo>
                    <a:pt x="616313" y="5610370"/>
                  </a:lnTo>
                  <a:lnTo>
                    <a:pt x="616458" y="5610370"/>
                  </a:lnTo>
                  <a:lnTo>
                    <a:pt x="616604" y="5610370"/>
                  </a:lnTo>
                  <a:lnTo>
                    <a:pt x="616749" y="5610370"/>
                  </a:lnTo>
                  <a:lnTo>
                    <a:pt x="616894" y="5610370"/>
                  </a:lnTo>
                  <a:lnTo>
                    <a:pt x="617040" y="5610370"/>
                  </a:lnTo>
                  <a:lnTo>
                    <a:pt x="617185" y="5610370"/>
                  </a:lnTo>
                  <a:lnTo>
                    <a:pt x="617331" y="5610370"/>
                  </a:lnTo>
                  <a:lnTo>
                    <a:pt x="617476" y="5610370"/>
                  </a:lnTo>
                  <a:lnTo>
                    <a:pt x="617622" y="5610370"/>
                  </a:lnTo>
                  <a:lnTo>
                    <a:pt x="617622" y="5609746"/>
                  </a:lnTo>
                  <a:lnTo>
                    <a:pt x="617622" y="5609122"/>
                  </a:lnTo>
                  <a:lnTo>
                    <a:pt x="617767" y="5609122"/>
                  </a:lnTo>
                  <a:lnTo>
                    <a:pt x="617912" y="5609122"/>
                  </a:lnTo>
                  <a:lnTo>
                    <a:pt x="618058" y="5609122"/>
                  </a:lnTo>
                  <a:lnTo>
                    <a:pt x="618203" y="5609122"/>
                  </a:lnTo>
                  <a:lnTo>
                    <a:pt x="618349" y="5609122"/>
                  </a:lnTo>
                  <a:lnTo>
                    <a:pt x="618494" y="5609122"/>
                  </a:lnTo>
                  <a:lnTo>
                    <a:pt x="618640" y="5609122"/>
                  </a:lnTo>
                  <a:lnTo>
                    <a:pt x="618785" y="5609122"/>
                  </a:lnTo>
                  <a:lnTo>
                    <a:pt x="618785" y="5608499"/>
                  </a:lnTo>
                  <a:lnTo>
                    <a:pt x="618930" y="5608499"/>
                  </a:lnTo>
                  <a:lnTo>
                    <a:pt x="619076" y="5608499"/>
                  </a:lnTo>
                  <a:lnTo>
                    <a:pt x="619221" y="5608499"/>
                  </a:lnTo>
                  <a:lnTo>
                    <a:pt x="619221" y="5607875"/>
                  </a:lnTo>
                  <a:lnTo>
                    <a:pt x="619367" y="5607875"/>
                  </a:lnTo>
                  <a:lnTo>
                    <a:pt x="619512" y="5607875"/>
                  </a:lnTo>
                  <a:lnTo>
                    <a:pt x="619512" y="5607252"/>
                  </a:lnTo>
                  <a:lnTo>
                    <a:pt x="619512" y="5606628"/>
                  </a:lnTo>
                  <a:lnTo>
                    <a:pt x="619658" y="5606628"/>
                  </a:lnTo>
                  <a:lnTo>
                    <a:pt x="619803" y="5606628"/>
                  </a:lnTo>
                  <a:lnTo>
                    <a:pt x="619948" y="5606628"/>
                  </a:lnTo>
                  <a:lnTo>
                    <a:pt x="620094" y="5606628"/>
                  </a:lnTo>
                  <a:lnTo>
                    <a:pt x="620094" y="5606005"/>
                  </a:lnTo>
                  <a:lnTo>
                    <a:pt x="620094" y="5605381"/>
                  </a:lnTo>
                  <a:lnTo>
                    <a:pt x="620239" y="5605381"/>
                  </a:lnTo>
                  <a:lnTo>
                    <a:pt x="620239" y="5604757"/>
                  </a:lnTo>
                  <a:lnTo>
                    <a:pt x="620385" y="5604757"/>
                  </a:lnTo>
                  <a:lnTo>
                    <a:pt x="620530" y="5604757"/>
                  </a:lnTo>
                  <a:lnTo>
                    <a:pt x="620676" y="5604757"/>
                  </a:lnTo>
                  <a:lnTo>
                    <a:pt x="620821" y="5604757"/>
                  </a:lnTo>
                  <a:lnTo>
                    <a:pt x="620966" y="5604757"/>
                  </a:lnTo>
                  <a:lnTo>
                    <a:pt x="621112" y="5604757"/>
                  </a:lnTo>
                  <a:lnTo>
                    <a:pt x="621257" y="5604757"/>
                  </a:lnTo>
                  <a:lnTo>
                    <a:pt x="621403" y="5604757"/>
                  </a:lnTo>
                  <a:lnTo>
                    <a:pt x="621548" y="5604757"/>
                  </a:lnTo>
                  <a:lnTo>
                    <a:pt x="621693" y="5604757"/>
                  </a:lnTo>
                  <a:lnTo>
                    <a:pt x="621839" y="5604757"/>
                  </a:lnTo>
                  <a:lnTo>
                    <a:pt x="621984" y="5604757"/>
                  </a:lnTo>
                  <a:lnTo>
                    <a:pt x="622130" y="5604757"/>
                  </a:lnTo>
                  <a:lnTo>
                    <a:pt x="622275" y="5604757"/>
                  </a:lnTo>
                  <a:lnTo>
                    <a:pt x="622421" y="5604757"/>
                  </a:lnTo>
                  <a:lnTo>
                    <a:pt x="622421" y="5604134"/>
                  </a:lnTo>
                  <a:lnTo>
                    <a:pt x="622566" y="5604134"/>
                  </a:lnTo>
                  <a:lnTo>
                    <a:pt x="622711" y="5604134"/>
                  </a:lnTo>
                  <a:lnTo>
                    <a:pt x="622857" y="5604134"/>
                  </a:lnTo>
                  <a:lnTo>
                    <a:pt x="623002" y="5604134"/>
                  </a:lnTo>
                  <a:lnTo>
                    <a:pt x="623148" y="5604134"/>
                  </a:lnTo>
                  <a:lnTo>
                    <a:pt x="623148" y="5603510"/>
                  </a:lnTo>
                  <a:lnTo>
                    <a:pt x="623293" y="5603510"/>
                  </a:lnTo>
                  <a:lnTo>
                    <a:pt x="623439" y="5603510"/>
                  </a:lnTo>
                  <a:lnTo>
                    <a:pt x="623584" y="5603510"/>
                  </a:lnTo>
                  <a:lnTo>
                    <a:pt x="623729" y="5603510"/>
                  </a:lnTo>
                  <a:lnTo>
                    <a:pt x="623875" y="5603510"/>
                  </a:lnTo>
                  <a:lnTo>
                    <a:pt x="623875" y="5602887"/>
                  </a:lnTo>
                  <a:lnTo>
                    <a:pt x="624020" y="5602887"/>
                  </a:lnTo>
                  <a:lnTo>
                    <a:pt x="624166" y="5602887"/>
                  </a:lnTo>
                  <a:lnTo>
                    <a:pt x="624311" y="5602887"/>
                  </a:lnTo>
                  <a:lnTo>
                    <a:pt x="624457" y="5602887"/>
                  </a:lnTo>
                  <a:lnTo>
                    <a:pt x="624602" y="5602887"/>
                  </a:lnTo>
                  <a:lnTo>
                    <a:pt x="624747" y="5602887"/>
                  </a:lnTo>
                  <a:lnTo>
                    <a:pt x="624893" y="5602887"/>
                  </a:lnTo>
                  <a:lnTo>
                    <a:pt x="625038" y="5602887"/>
                  </a:lnTo>
                  <a:lnTo>
                    <a:pt x="625038" y="5602263"/>
                  </a:lnTo>
                  <a:lnTo>
                    <a:pt x="625184" y="5602263"/>
                  </a:lnTo>
                  <a:lnTo>
                    <a:pt x="625329" y="5602263"/>
                  </a:lnTo>
                  <a:lnTo>
                    <a:pt x="625475" y="5602263"/>
                  </a:lnTo>
                  <a:lnTo>
                    <a:pt x="625620" y="5602263"/>
                  </a:lnTo>
                  <a:lnTo>
                    <a:pt x="625620" y="5601639"/>
                  </a:lnTo>
                  <a:lnTo>
                    <a:pt x="625765" y="5601639"/>
                  </a:lnTo>
                  <a:lnTo>
                    <a:pt x="625911" y="5601639"/>
                  </a:lnTo>
                  <a:lnTo>
                    <a:pt x="626056" y="5601639"/>
                  </a:lnTo>
                  <a:lnTo>
                    <a:pt x="626202" y="5601639"/>
                  </a:lnTo>
                  <a:lnTo>
                    <a:pt x="626347" y="5601639"/>
                  </a:lnTo>
                  <a:lnTo>
                    <a:pt x="626347" y="5601016"/>
                  </a:lnTo>
                  <a:lnTo>
                    <a:pt x="626493" y="5601016"/>
                  </a:lnTo>
                  <a:lnTo>
                    <a:pt x="626638" y="5601016"/>
                  </a:lnTo>
                  <a:lnTo>
                    <a:pt x="626783" y="5601016"/>
                  </a:lnTo>
                  <a:lnTo>
                    <a:pt x="626929" y="5601016"/>
                  </a:lnTo>
                  <a:lnTo>
                    <a:pt x="627074" y="5601016"/>
                  </a:lnTo>
                  <a:lnTo>
                    <a:pt x="627220" y="5601016"/>
                  </a:lnTo>
                  <a:lnTo>
                    <a:pt x="627365" y="5601016"/>
                  </a:lnTo>
                  <a:lnTo>
                    <a:pt x="627511" y="5601016"/>
                  </a:lnTo>
                  <a:lnTo>
                    <a:pt x="627656" y="5601016"/>
                  </a:lnTo>
                  <a:lnTo>
                    <a:pt x="627656" y="5600392"/>
                  </a:lnTo>
                  <a:lnTo>
                    <a:pt x="627801" y="5600392"/>
                  </a:lnTo>
                  <a:lnTo>
                    <a:pt x="627947" y="5600392"/>
                  </a:lnTo>
                  <a:lnTo>
                    <a:pt x="628092" y="5600392"/>
                  </a:lnTo>
                  <a:lnTo>
                    <a:pt x="628238" y="5600392"/>
                  </a:lnTo>
                  <a:lnTo>
                    <a:pt x="628383" y="5600392"/>
                  </a:lnTo>
                  <a:lnTo>
                    <a:pt x="628528" y="5600392"/>
                  </a:lnTo>
                  <a:lnTo>
                    <a:pt x="628528" y="5599769"/>
                  </a:lnTo>
                  <a:lnTo>
                    <a:pt x="628674" y="5599769"/>
                  </a:lnTo>
                  <a:lnTo>
                    <a:pt x="628819" y="5599769"/>
                  </a:lnTo>
                  <a:lnTo>
                    <a:pt x="628965" y="5599769"/>
                  </a:lnTo>
                  <a:lnTo>
                    <a:pt x="628965" y="5599145"/>
                  </a:lnTo>
                  <a:lnTo>
                    <a:pt x="629110" y="5599145"/>
                  </a:lnTo>
                  <a:lnTo>
                    <a:pt x="629110" y="5598522"/>
                  </a:lnTo>
                  <a:lnTo>
                    <a:pt x="629256" y="5598522"/>
                  </a:lnTo>
                  <a:lnTo>
                    <a:pt x="629401" y="5598522"/>
                  </a:lnTo>
                  <a:lnTo>
                    <a:pt x="629546" y="5598522"/>
                  </a:lnTo>
                  <a:lnTo>
                    <a:pt x="629692" y="5598522"/>
                  </a:lnTo>
                  <a:lnTo>
                    <a:pt x="629837" y="5598522"/>
                  </a:lnTo>
                  <a:lnTo>
                    <a:pt x="629983" y="5598522"/>
                  </a:lnTo>
                  <a:lnTo>
                    <a:pt x="630128" y="5598522"/>
                  </a:lnTo>
                  <a:lnTo>
                    <a:pt x="630128" y="5597898"/>
                  </a:lnTo>
                  <a:lnTo>
                    <a:pt x="630128" y="5597274"/>
                  </a:lnTo>
                  <a:lnTo>
                    <a:pt x="630274" y="5597274"/>
                  </a:lnTo>
                  <a:lnTo>
                    <a:pt x="630419" y="5597274"/>
                  </a:lnTo>
                  <a:lnTo>
                    <a:pt x="630564" y="5597274"/>
                  </a:lnTo>
                  <a:lnTo>
                    <a:pt x="630564" y="5596651"/>
                  </a:lnTo>
                  <a:lnTo>
                    <a:pt x="630710" y="5596651"/>
                  </a:lnTo>
                  <a:lnTo>
                    <a:pt x="630855" y="5596651"/>
                  </a:lnTo>
                  <a:lnTo>
                    <a:pt x="631001" y="5596651"/>
                  </a:lnTo>
                  <a:lnTo>
                    <a:pt x="631146" y="5596651"/>
                  </a:lnTo>
                  <a:lnTo>
                    <a:pt x="631146" y="5596027"/>
                  </a:lnTo>
                  <a:lnTo>
                    <a:pt x="631146" y="5595404"/>
                  </a:lnTo>
                  <a:lnTo>
                    <a:pt x="631292" y="5595404"/>
                  </a:lnTo>
                  <a:lnTo>
                    <a:pt x="631292" y="5594780"/>
                  </a:lnTo>
                  <a:lnTo>
                    <a:pt x="631437" y="5594780"/>
                  </a:lnTo>
                  <a:lnTo>
                    <a:pt x="631437" y="5594156"/>
                  </a:lnTo>
                  <a:lnTo>
                    <a:pt x="631582" y="5594156"/>
                  </a:lnTo>
                  <a:lnTo>
                    <a:pt x="631728" y="5594156"/>
                  </a:lnTo>
                  <a:lnTo>
                    <a:pt x="631728" y="5593533"/>
                  </a:lnTo>
                  <a:lnTo>
                    <a:pt x="631873" y="5593533"/>
                  </a:lnTo>
                  <a:lnTo>
                    <a:pt x="632019" y="5593533"/>
                  </a:lnTo>
                  <a:lnTo>
                    <a:pt x="632164" y="5593533"/>
                  </a:lnTo>
                  <a:lnTo>
                    <a:pt x="632310" y="5593533"/>
                  </a:lnTo>
                  <a:lnTo>
                    <a:pt x="632310" y="5592909"/>
                  </a:lnTo>
                  <a:lnTo>
                    <a:pt x="632455" y="5592909"/>
                  </a:lnTo>
                  <a:lnTo>
                    <a:pt x="632455" y="5592286"/>
                  </a:lnTo>
                  <a:lnTo>
                    <a:pt x="632600" y="5592286"/>
                  </a:lnTo>
                  <a:lnTo>
                    <a:pt x="632600" y="5591662"/>
                  </a:lnTo>
                  <a:lnTo>
                    <a:pt x="632746" y="5591662"/>
                  </a:lnTo>
                  <a:lnTo>
                    <a:pt x="632891" y="5591662"/>
                  </a:lnTo>
                  <a:lnTo>
                    <a:pt x="633037" y="5591662"/>
                  </a:lnTo>
                  <a:lnTo>
                    <a:pt x="633182" y="5591662"/>
                  </a:lnTo>
                  <a:lnTo>
                    <a:pt x="633328" y="5591662"/>
                  </a:lnTo>
                  <a:lnTo>
                    <a:pt x="633473" y="5591662"/>
                  </a:lnTo>
                  <a:lnTo>
                    <a:pt x="633618" y="5591662"/>
                  </a:lnTo>
                  <a:lnTo>
                    <a:pt x="633764" y="5591662"/>
                  </a:lnTo>
                  <a:lnTo>
                    <a:pt x="633909" y="5591662"/>
                  </a:lnTo>
                  <a:lnTo>
                    <a:pt x="634055" y="5591662"/>
                  </a:lnTo>
                  <a:lnTo>
                    <a:pt x="634200" y="5591662"/>
                  </a:lnTo>
                  <a:lnTo>
                    <a:pt x="634346" y="5591662"/>
                  </a:lnTo>
                  <a:lnTo>
                    <a:pt x="634491" y="5591662"/>
                  </a:lnTo>
                  <a:lnTo>
                    <a:pt x="634636" y="5591662"/>
                  </a:lnTo>
                  <a:lnTo>
                    <a:pt x="634782" y="5591662"/>
                  </a:lnTo>
                  <a:lnTo>
                    <a:pt x="634927" y="5591662"/>
                  </a:lnTo>
                  <a:lnTo>
                    <a:pt x="635073" y="5591662"/>
                  </a:lnTo>
                  <a:lnTo>
                    <a:pt x="635073" y="5591039"/>
                  </a:lnTo>
                  <a:lnTo>
                    <a:pt x="635218" y="5591039"/>
                  </a:lnTo>
                  <a:lnTo>
                    <a:pt x="635218" y="5590415"/>
                  </a:lnTo>
                  <a:lnTo>
                    <a:pt x="635363" y="5590415"/>
                  </a:lnTo>
                  <a:lnTo>
                    <a:pt x="635363" y="5589791"/>
                  </a:lnTo>
                  <a:lnTo>
                    <a:pt x="635509" y="5589791"/>
                  </a:lnTo>
                  <a:lnTo>
                    <a:pt x="635509" y="5589168"/>
                  </a:lnTo>
                  <a:lnTo>
                    <a:pt x="635654" y="5589168"/>
                  </a:lnTo>
                  <a:lnTo>
                    <a:pt x="635654" y="5588544"/>
                  </a:lnTo>
                  <a:lnTo>
                    <a:pt x="635800" y="5588544"/>
                  </a:lnTo>
                  <a:lnTo>
                    <a:pt x="635945" y="5588544"/>
                  </a:lnTo>
                  <a:lnTo>
                    <a:pt x="636091" y="5588544"/>
                  </a:lnTo>
                  <a:lnTo>
                    <a:pt x="636236" y="5588544"/>
                  </a:lnTo>
                  <a:lnTo>
                    <a:pt x="636381" y="5588544"/>
                  </a:lnTo>
                  <a:lnTo>
                    <a:pt x="636527" y="5588544"/>
                  </a:lnTo>
                  <a:lnTo>
                    <a:pt x="636527" y="5587921"/>
                  </a:lnTo>
                  <a:lnTo>
                    <a:pt x="636672" y="5587921"/>
                  </a:lnTo>
                  <a:lnTo>
                    <a:pt x="636818" y="5587921"/>
                  </a:lnTo>
                  <a:lnTo>
                    <a:pt x="636963" y="5587921"/>
                  </a:lnTo>
                  <a:lnTo>
                    <a:pt x="636963" y="5587297"/>
                  </a:lnTo>
                  <a:lnTo>
                    <a:pt x="637109" y="5587297"/>
                  </a:lnTo>
                  <a:lnTo>
                    <a:pt x="637254" y="5587297"/>
                  </a:lnTo>
                  <a:lnTo>
                    <a:pt x="637399" y="5587297"/>
                  </a:lnTo>
                  <a:lnTo>
                    <a:pt x="637545" y="5587297"/>
                  </a:lnTo>
                  <a:lnTo>
                    <a:pt x="637690" y="5587297"/>
                  </a:lnTo>
                  <a:lnTo>
                    <a:pt x="637836" y="5587297"/>
                  </a:lnTo>
                  <a:lnTo>
                    <a:pt x="637981" y="5587297"/>
                  </a:lnTo>
                  <a:lnTo>
                    <a:pt x="637981" y="5586673"/>
                  </a:lnTo>
                  <a:lnTo>
                    <a:pt x="638127" y="5586673"/>
                  </a:lnTo>
                  <a:lnTo>
                    <a:pt x="638272" y="5586673"/>
                  </a:lnTo>
                  <a:lnTo>
                    <a:pt x="638272" y="5586050"/>
                  </a:lnTo>
                  <a:lnTo>
                    <a:pt x="638417" y="5586050"/>
                  </a:lnTo>
                  <a:lnTo>
                    <a:pt x="638563" y="5586050"/>
                  </a:lnTo>
                  <a:lnTo>
                    <a:pt x="638563" y="5585426"/>
                  </a:lnTo>
                  <a:lnTo>
                    <a:pt x="638708" y="5585426"/>
                  </a:lnTo>
                  <a:lnTo>
                    <a:pt x="638854" y="5585426"/>
                  </a:lnTo>
                  <a:lnTo>
                    <a:pt x="638999" y="5585426"/>
                  </a:lnTo>
                  <a:lnTo>
                    <a:pt x="638999" y="5584803"/>
                  </a:lnTo>
                  <a:lnTo>
                    <a:pt x="639145" y="5584803"/>
                  </a:lnTo>
                  <a:lnTo>
                    <a:pt x="639290" y="5584803"/>
                  </a:lnTo>
                  <a:lnTo>
                    <a:pt x="639435" y="5584803"/>
                  </a:lnTo>
                  <a:lnTo>
                    <a:pt x="639581" y="5584803"/>
                  </a:lnTo>
                  <a:lnTo>
                    <a:pt x="639726" y="5584803"/>
                  </a:lnTo>
                  <a:lnTo>
                    <a:pt x="639726" y="5584179"/>
                  </a:lnTo>
                  <a:lnTo>
                    <a:pt x="639872" y="5584179"/>
                  </a:lnTo>
                  <a:lnTo>
                    <a:pt x="640017" y="5584179"/>
                  </a:lnTo>
                  <a:lnTo>
                    <a:pt x="640017" y="5583556"/>
                  </a:lnTo>
                  <a:lnTo>
                    <a:pt x="640017" y="5582932"/>
                  </a:lnTo>
                  <a:lnTo>
                    <a:pt x="640017" y="5582308"/>
                  </a:lnTo>
                  <a:lnTo>
                    <a:pt x="640163" y="5582308"/>
                  </a:lnTo>
                  <a:lnTo>
                    <a:pt x="640308" y="5582308"/>
                  </a:lnTo>
                  <a:lnTo>
                    <a:pt x="640453" y="5582308"/>
                  </a:lnTo>
                  <a:lnTo>
                    <a:pt x="640599" y="5582308"/>
                  </a:lnTo>
                  <a:lnTo>
                    <a:pt x="640744" y="5582308"/>
                  </a:lnTo>
                  <a:lnTo>
                    <a:pt x="640890" y="5582308"/>
                  </a:lnTo>
                  <a:lnTo>
                    <a:pt x="641035" y="5582308"/>
                  </a:lnTo>
                  <a:lnTo>
                    <a:pt x="641035" y="5581685"/>
                  </a:lnTo>
                  <a:lnTo>
                    <a:pt x="641181" y="5581685"/>
                  </a:lnTo>
                  <a:lnTo>
                    <a:pt x="641181" y="5581061"/>
                  </a:lnTo>
                  <a:lnTo>
                    <a:pt x="641326" y="5581061"/>
                  </a:lnTo>
                  <a:lnTo>
                    <a:pt x="641471" y="5581061"/>
                  </a:lnTo>
                  <a:lnTo>
                    <a:pt x="641617" y="5581061"/>
                  </a:lnTo>
                  <a:lnTo>
                    <a:pt x="641762" y="5581061"/>
                  </a:lnTo>
                  <a:lnTo>
                    <a:pt x="641908" y="5581061"/>
                  </a:lnTo>
                  <a:lnTo>
                    <a:pt x="642053" y="5581061"/>
                  </a:lnTo>
                  <a:lnTo>
                    <a:pt x="642198" y="5581061"/>
                  </a:lnTo>
                  <a:lnTo>
                    <a:pt x="642344" y="5581061"/>
                  </a:lnTo>
                  <a:lnTo>
                    <a:pt x="642344" y="5580438"/>
                  </a:lnTo>
                  <a:lnTo>
                    <a:pt x="642489" y="5580438"/>
                  </a:lnTo>
                  <a:lnTo>
                    <a:pt x="642635" y="5580438"/>
                  </a:lnTo>
                  <a:lnTo>
                    <a:pt x="642780" y="5580438"/>
                  </a:lnTo>
                  <a:lnTo>
                    <a:pt x="642926" y="5580438"/>
                  </a:lnTo>
                  <a:lnTo>
                    <a:pt x="643071" y="5580438"/>
                  </a:lnTo>
                  <a:lnTo>
                    <a:pt x="643216" y="5580438"/>
                  </a:lnTo>
                  <a:lnTo>
                    <a:pt x="643362" y="5580438"/>
                  </a:lnTo>
                  <a:lnTo>
                    <a:pt x="643362" y="5579814"/>
                  </a:lnTo>
                  <a:lnTo>
                    <a:pt x="643507" y="5579814"/>
                  </a:lnTo>
                  <a:lnTo>
                    <a:pt x="643507" y="5579191"/>
                  </a:lnTo>
                  <a:lnTo>
                    <a:pt x="643653" y="5579191"/>
                  </a:lnTo>
                  <a:lnTo>
                    <a:pt x="643798" y="5579191"/>
                  </a:lnTo>
                  <a:lnTo>
                    <a:pt x="643944" y="5579191"/>
                  </a:lnTo>
                  <a:lnTo>
                    <a:pt x="643944" y="5578567"/>
                  </a:lnTo>
                  <a:lnTo>
                    <a:pt x="644089" y="5578567"/>
                  </a:lnTo>
                  <a:lnTo>
                    <a:pt x="644234" y="5578567"/>
                  </a:lnTo>
                  <a:lnTo>
                    <a:pt x="644380" y="5578567"/>
                  </a:lnTo>
                  <a:lnTo>
                    <a:pt x="644525" y="5578567"/>
                  </a:lnTo>
                  <a:lnTo>
                    <a:pt x="644525" y="5577943"/>
                  </a:lnTo>
                  <a:lnTo>
                    <a:pt x="644671" y="5577943"/>
                  </a:lnTo>
                  <a:lnTo>
                    <a:pt x="644816" y="5577943"/>
                  </a:lnTo>
                  <a:lnTo>
                    <a:pt x="644816" y="5577320"/>
                  </a:lnTo>
                  <a:lnTo>
                    <a:pt x="644962" y="5577320"/>
                  </a:lnTo>
                  <a:lnTo>
                    <a:pt x="645107" y="5577320"/>
                  </a:lnTo>
                  <a:lnTo>
                    <a:pt x="645252" y="5577320"/>
                  </a:lnTo>
                  <a:lnTo>
                    <a:pt x="645398" y="5577320"/>
                  </a:lnTo>
                  <a:lnTo>
                    <a:pt x="645543" y="5577320"/>
                  </a:lnTo>
                  <a:lnTo>
                    <a:pt x="645689" y="5577320"/>
                  </a:lnTo>
                  <a:lnTo>
                    <a:pt x="645834" y="5577320"/>
                  </a:lnTo>
                  <a:lnTo>
                    <a:pt x="645980" y="5577320"/>
                  </a:lnTo>
                  <a:lnTo>
                    <a:pt x="646125" y="5577320"/>
                  </a:lnTo>
                  <a:lnTo>
                    <a:pt x="646270" y="5577320"/>
                  </a:lnTo>
                  <a:lnTo>
                    <a:pt x="646416" y="5577320"/>
                  </a:lnTo>
                  <a:lnTo>
                    <a:pt x="646561" y="5577320"/>
                  </a:lnTo>
                  <a:lnTo>
                    <a:pt x="646707" y="5577320"/>
                  </a:lnTo>
                  <a:lnTo>
                    <a:pt x="646852" y="5577320"/>
                  </a:lnTo>
                  <a:lnTo>
                    <a:pt x="646998" y="5577320"/>
                  </a:lnTo>
                  <a:lnTo>
                    <a:pt x="647143" y="5577320"/>
                  </a:lnTo>
                  <a:lnTo>
                    <a:pt x="647288" y="5577320"/>
                  </a:lnTo>
                  <a:lnTo>
                    <a:pt x="647434" y="5577320"/>
                  </a:lnTo>
                  <a:lnTo>
                    <a:pt x="647579" y="5577320"/>
                  </a:lnTo>
                  <a:lnTo>
                    <a:pt x="647725" y="5577320"/>
                  </a:lnTo>
                  <a:lnTo>
                    <a:pt x="647870" y="5577320"/>
                  </a:lnTo>
                  <a:lnTo>
                    <a:pt x="647870" y="5576696"/>
                  </a:lnTo>
                  <a:lnTo>
                    <a:pt x="648016" y="5576696"/>
                  </a:lnTo>
                  <a:lnTo>
                    <a:pt x="648016" y="5576073"/>
                  </a:lnTo>
                  <a:lnTo>
                    <a:pt x="648016" y="5575449"/>
                  </a:lnTo>
                  <a:lnTo>
                    <a:pt x="648161" y="5575449"/>
                  </a:lnTo>
                  <a:lnTo>
                    <a:pt x="648161" y="5574825"/>
                  </a:lnTo>
                  <a:lnTo>
                    <a:pt x="648306" y="5574825"/>
                  </a:lnTo>
                  <a:lnTo>
                    <a:pt x="648452" y="5574825"/>
                  </a:lnTo>
                  <a:lnTo>
                    <a:pt x="648597" y="5574825"/>
                  </a:lnTo>
                  <a:lnTo>
                    <a:pt x="648743" y="5574825"/>
                  </a:lnTo>
                  <a:lnTo>
                    <a:pt x="648888" y="5574825"/>
                  </a:lnTo>
                  <a:lnTo>
                    <a:pt x="649033" y="5574825"/>
                  </a:lnTo>
                  <a:lnTo>
                    <a:pt x="649179" y="5574825"/>
                  </a:lnTo>
                  <a:lnTo>
                    <a:pt x="649324" y="5574825"/>
                  </a:lnTo>
                  <a:lnTo>
                    <a:pt x="649470" y="5574825"/>
                  </a:lnTo>
                  <a:lnTo>
                    <a:pt x="649615" y="5574825"/>
                  </a:lnTo>
                  <a:lnTo>
                    <a:pt x="649761" y="5574825"/>
                  </a:lnTo>
                  <a:lnTo>
                    <a:pt x="649906" y="5574825"/>
                  </a:lnTo>
                  <a:lnTo>
                    <a:pt x="650051" y="5574825"/>
                  </a:lnTo>
                  <a:lnTo>
                    <a:pt x="650197" y="5574825"/>
                  </a:lnTo>
                  <a:lnTo>
                    <a:pt x="650342" y="5574825"/>
                  </a:lnTo>
                  <a:lnTo>
                    <a:pt x="650488" y="5574825"/>
                  </a:lnTo>
                  <a:lnTo>
                    <a:pt x="650633" y="5574825"/>
                  </a:lnTo>
                  <a:lnTo>
                    <a:pt x="650779" y="5574825"/>
                  </a:lnTo>
                  <a:lnTo>
                    <a:pt x="650924" y="5574825"/>
                  </a:lnTo>
                  <a:lnTo>
                    <a:pt x="651069" y="5574825"/>
                  </a:lnTo>
                  <a:lnTo>
                    <a:pt x="651069" y="5574202"/>
                  </a:lnTo>
                  <a:lnTo>
                    <a:pt x="651215" y="5574202"/>
                  </a:lnTo>
                  <a:lnTo>
                    <a:pt x="651360" y="5574202"/>
                  </a:lnTo>
                  <a:lnTo>
                    <a:pt x="651506" y="5574202"/>
                  </a:lnTo>
                  <a:lnTo>
                    <a:pt x="651506" y="5573578"/>
                  </a:lnTo>
                  <a:lnTo>
                    <a:pt x="651506" y="5572955"/>
                  </a:lnTo>
                  <a:lnTo>
                    <a:pt x="651651" y="5572955"/>
                  </a:lnTo>
                  <a:lnTo>
                    <a:pt x="651797" y="5572955"/>
                  </a:lnTo>
                  <a:lnTo>
                    <a:pt x="651942" y="5572955"/>
                  </a:lnTo>
                  <a:lnTo>
                    <a:pt x="652087" y="5572955"/>
                  </a:lnTo>
                  <a:lnTo>
                    <a:pt x="652233" y="5572955"/>
                  </a:lnTo>
                  <a:lnTo>
                    <a:pt x="652233" y="5572331"/>
                  </a:lnTo>
                  <a:lnTo>
                    <a:pt x="652378" y="5572331"/>
                  </a:lnTo>
                  <a:lnTo>
                    <a:pt x="652378" y="5571708"/>
                  </a:lnTo>
                  <a:lnTo>
                    <a:pt x="652524" y="5571708"/>
                  </a:lnTo>
                  <a:lnTo>
                    <a:pt x="652669" y="5571708"/>
                  </a:lnTo>
                  <a:lnTo>
                    <a:pt x="652815" y="5571708"/>
                  </a:lnTo>
                  <a:lnTo>
                    <a:pt x="652960" y="5571708"/>
                  </a:lnTo>
                  <a:lnTo>
                    <a:pt x="653105" y="5571708"/>
                  </a:lnTo>
                  <a:lnTo>
                    <a:pt x="653251" y="5571708"/>
                  </a:lnTo>
                  <a:lnTo>
                    <a:pt x="653251" y="5571084"/>
                  </a:lnTo>
                  <a:lnTo>
                    <a:pt x="653251" y="5570460"/>
                  </a:lnTo>
                  <a:lnTo>
                    <a:pt x="653396" y="5570460"/>
                  </a:lnTo>
                  <a:lnTo>
                    <a:pt x="653396" y="5569837"/>
                  </a:lnTo>
                  <a:lnTo>
                    <a:pt x="653542" y="5569837"/>
                  </a:lnTo>
                  <a:lnTo>
                    <a:pt x="653687" y="5569837"/>
                  </a:lnTo>
                  <a:lnTo>
                    <a:pt x="653687" y="5569213"/>
                  </a:lnTo>
                  <a:lnTo>
                    <a:pt x="653833" y="5569213"/>
                  </a:lnTo>
                  <a:lnTo>
                    <a:pt x="653978" y="5569213"/>
                  </a:lnTo>
                  <a:lnTo>
                    <a:pt x="653978" y="5568590"/>
                  </a:lnTo>
                  <a:lnTo>
                    <a:pt x="653978" y="5567966"/>
                  </a:lnTo>
                  <a:lnTo>
                    <a:pt x="653978" y="5567342"/>
                  </a:lnTo>
                  <a:lnTo>
                    <a:pt x="654123" y="5567342"/>
                  </a:lnTo>
                  <a:lnTo>
                    <a:pt x="654269" y="5567342"/>
                  </a:lnTo>
                  <a:lnTo>
                    <a:pt x="654414" y="5567342"/>
                  </a:lnTo>
                  <a:lnTo>
                    <a:pt x="654560" y="5567342"/>
                  </a:lnTo>
                  <a:lnTo>
                    <a:pt x="654560" y="5566719"/>
                  </a:lnTo>
                  <a:lnTo>
                    <a:pt x="654705" y="5566719"/>
                  </a:lnTo>
                  <a:lnTo>
                    <a:pt x="654851" y="5566719"/>
                  </a:lnTo>
                  <a:lnTo>
                    <a:pt x="654996" y="5566719"/>
                  </a:lnTo>
                  <a:lnTo>
                    <a:pt x="655141" y="5566719"/>
                  </a:lnTo>
                  <a:lnTo>
                    <a:pt x="655287" y="5566719"/>
                  </a:lnTo>
                  <a:lnTo>
                    <a:pt x="655432" y="5566719"/>
                  </a:lnTo>
                  <a:lnTo>
                    <a:pt x="655432" y="5566095"/>
                  </a:lnTo>
                  <a:lnTo>
                    <a:pt x="655578" y="5566095"/>
                  </a:lnTo>
                  <a:lnTo>
                    <a:pt x="655578" y="5565472"/>
                  </a:lnTo>
                  <a:lnTo>
                    <a:pt x="655723" y="5565472"/>
                  </a:lnTo>
                  <a:lnTo>
                    <a:pt x="655868" y="5565472"/>
                  </a:lnTo>
                  <a:lnTo>
                    <a:pt x="656014" y="5565472"/>
                  </a:lnTo>
                  <a:lnTo>
                    <a:pt x="656159" y="5565472"/>
                  </a:lnTo>
                  <a:lnTo>
                    <a:pt x="656305" y="5565472"/>
                  </a:lnTo>
                  <a:lnTo>
                    <a:pt x="656450" y="5565472"/>
                  </a:lnTo>
                  <a:lnTo>
                    <a:pt x="656596" y="5565472"/>
                  </a:lnTo>
                  <a:lnTo>
                    <a:pt x="656741" y="5565472"/>
                  </a:lnTo>
                  <a:lnTo>
                    <a:pt x="656741" y="5564848"/>
                  </a:lnTo>
                  <a:lnTo>
                    <a:pt x="656886" y="5564848"/>
                  </a:lnTo>
                  <a:lnTo>
                    <a:pt x="657032" y="5564848"/>
                  </a:lnTo>
                  <a:lnTo>
                    <a:pt x="657177" y="5564848"/>
                  </a:lnTo>
                  <a:lnTo>
                    <a:pt x="657323" y="5564848"/>
                  </a:lnTo>
                  <a:lnTo>
                    <a:pt x="657323" y="5564225"/>
                  </a:lnTo>
                  <a:lnTo>
                    <a:pt x="657323" y="5563601"/>
                  </a:lnTo>
                  <a:lnTo>
                    <a:pt x="657468" y="5563601"/>
                  </a:lnTo>
                  <a:lnTo>
                    <a:pt x="657468" y="5562977"/>
                  </a:lnTo>
                  <a:lnTo>
                    <a:pt x="657614" y="5562977"/>
                  </a:lnTo>
                  <a:lnTo>
                    <a:pt x="657759" y="5562977"/>
                  </a:lnTo>
                  <a:lnTo>
                    <a:pt x="657904" y="5562977"/>
                  </a:lnTo>
                  <a:lnTo>
                    <a:pt x="658050" y="5562977"/>
                  </a:lnTo>
                  <a:lnTo>
                    <a:pt x="658195" y="5562977"/>
                  </a:lnTo>
                  <a:lnTo>
                    <a:pt x="658195" y="5562354"/>
                  </a:lnTo>
                  <a:lnTo>
                    <a:pt x="658341" y="5562354"/>
                  </a:lnTo>
                  <a:lnTo>
                    <a:pt x="658486" y="5562354"/>
                  </a:lnTo>
                  <a:lnTo>
                    <a:pt x="658486" y="5561730"/>
                  </a:lnTo>
                  <a:lnTo>
                    <a:pt x="658632" y="5561730"/>
                  </a:lnTo>
                  <a:lnTo>
                    <a:pt x="658777" y="5561730"/>
                  </a:lnTo>
                  <a:lnTo>
                    <a:pt x="658777" y="5561107"/>
                  </a:lnTo>
                  <a:lnTo>
                    <a:pt x="658922" y="5561107"/>
                  </a:lnTo>
                  <a:lnTo>
                    <a:pt x="659068" y="5561107"/>
                  </a:lnTo>
                  <a:lnTo>
                    <a:pt x="659213" y="5561107"/>
                  </a:lnTo>
                  <a:lnTo>
                    <a:pt x="659359" y="5561107"/>
                  </a:lnTo>
                  <a:lnTo>
                    <a:pt x="659359" y="5560483"/>
                  </a:lnTo>
                  <a:lnTo>
                    <a:pt x="659504" y="5560483"/>
                  </a:lnTo>
                  <a:lnTo>
                    <a:pt x="659650" y="5560483"/>
                  </a:lnTo>
                  <a:lnTo>
                    <a:pt x="659650" y="5559859"/>
                  </a:lnTo>
                  <a:lnTo>
                    <a:pt x="659795" y="5559859"/>
                  </a:lnTo>
                  <a:lnTo>
                    <a:pt x="659940" y="5559859"/>
                  </a:lnTo>
                  <a:lnTo>
                    <a:pt x="659940" y="5559236"/>
                  </a:lnTo>
                  <a:lnTo>
                    <a:pt x="660086" y="5559236"/>
                  </a:lnTo>
                  <a:lnTo>
                    <a:pt x="660231" y="5559236"/>
                  </a:lnTo>
                  <a:lnTo>
                    <a:pt x="660231" y="5558612"/>
                  </a:lnTo>
                  <a:lnTo>
                    <a:pt x="660377" y="5558612"/>
                  </a:lnTo>
                  <a:lnTo>
                    <a:pt x="660522" y="5558612"/>
                  </a:lnTo>
                  <a:lnTo>
                    <a:pt x="660668" y="5558612"/>
                  </a:lnTo>
                  <a:lnTo>
                    <a:pt x="660813" y="5558612"/>
                  </a:lnTo>
                  <a:lnTo>
                    <a:pt x="660958" y="5558612"/>
                  </a:lnTo>
                  <a:lnTo>
                    <a:pt x="660958" y="5557989"/>
                  </a:lnTo>
                  <a:lnTo>
                    <a:pt x="660958" y="5557365"/>
                  </a:lnTo>
                  <a:lnTo>
                    <a:pt x="661104" y="5557365"/>
                  </a:lnTo>
                  <a:lnTo>
                    <a:pt x="661104" y="5556742"/>
                  </a:lnTo>
                  <a:lnTo>
                    <a:pt x="661104" y="5556118"/>
                  </a:lnTo>
                  <a:lnTo>
                    <a:pt x="661249" y="5556118"/>
                  </a:lnTo>
                  <a:lnTo>
                    <a:pt x="661249" y="5555494"/>
                  </a:lnTo>
                  <a:lnTo>
                    <a:pt x="661395" y="5555494"/>
                  </a:lnTo>
                  <a:lnTo>
                    <a:pt x="661540" y="5555494"/>
                  </a:lnTo>
                  <a:lnTo>
                    <a:pt x="661685" y="5555494"/>
                  </a:lnTo>
                  <a:lnTo>
                    <a:pt x="661831" y="5555494"/>
                  </a:lnTo>
                  <a:lnTo>
                    <a:pt x="661831" y="5554871"/>
                  </a:lnTo>
                  <a:lnTo>
                    <a:pt x="661976" y="5554871"/>
                  </a:lnTo>
                  <a:lnTo>
                    <a:pt x="662122" y="5554871"/>
                  </a:lnTo>
                  <a:lnTo>
                    <a:pt x="662122" y="5554247"/>
                  </a:lnTo>
                  <a:lnTo>
                    <a:pt x="662267" y="5554247"/>
                  </a:lnTo>
                  <a:lnTo>
                    <a:pt x="662413" y="5554247"/>
                  </a:lnTo>
                  <a:lnTo>
                    <a:pt x="662558" y="5554247"/>
                  </a:lnTo>
                  <a:lnTo>
                    <a:pt x="662703" y="5554247"/>
                  </a:lnTo>
                  <a:lnTo>
                    <a:pt x="662849" y="5554247"/>
                  </a:lnTo>
                  <a:lnTo>
                    <a:pt x="662994" y="5554247"/>
                  </a:lnTo>
                  <a:lnTo>
                    <a:pt x="663140" y="5554247"/>
                  </a:lnTo>
                  <a:lnTo>
                    <a:pt x="663285" y="5554247"/>
                  </a:lnTo>
                  <a:lnTo>
                    <a:pt x="663285" y="5553624"/>
                  </a:lnTo>
                  <a:lnTo>
                    <a:pt x="663431" y="5553624"/>
                  </a:lnTo>
                  <a:lnTo>
                    <a:pt x="663576" y="5553624"/>
                  </a:lnTo>
                  <a:lnTo>
                    <a:pt x="663576" y="5553000"/>
                  </a:lnTo>
                  <a:lnTo>
                    <a:pt x="663721" y="5553000"/>
                  </a:lnTo>
                  <a:lnTo>
                    <a:pt x="663867" y="5553000"/>
                  </a:lnTo>
                  <a:lnTo>
                    <a:pt x="664012" y="5553000"/>
                  </a:lnTo>
                  <a:lnTo>
                    <a:pt x="664012" y="5552376"/>
                  </a:lnTo>
                  <a:lnTo>
                    <a:pt x="664158" y="5552376"/>
                  </a:lnTo>
                  <a:lnTo>
                    <a:pt x="664303" y="5552376"/>
                  </a:lnTo>
                  <a:lnTo>
                    <a:pt x="664449" y="5552376"/>
                  </a:lnTo>
                  <a:lnTo>
                    <a:pt x="664449" y="5551753"/>
                  </a:lnTo>
                  <a:lnTo>
                    <a:pt x="664449" y="5551129"/>
                  </a:lnTo>
                  <a:lnTo>
                    <a:pt x="664594" y="5551129"/>
                  </a:lnTo>
                  <a:lnTo>
                    <a:pt x="664594" y="5550506"/>
                  </a:lnTo>
                  <a:lnTo>
                    <a:pt x="664594" y="5549882"/>
                  </a:lnTo>
                  <a:lnTo>
                    <a:pt x="664739" y="5549882"/>
                  </a:lnTo>
                  <a:lnTo>
                    <a:pt x="664885" y="5549882"/>
                  </a:lnTo>
                  <a:lnTo>
                    <a:pt x="665030" y="5549882"/>
                  </a:lnTo>
                  <a:lnTo>
                    <a:pt x="665176" y="5549882"/>
                  </a:lnTo>
                  <a:lnTo>
                    <a:pt x="665321" y="5549882"/>
                  </a:lnTo>
                  <a:lnTo>
                    <a:pt x="665321" y="5549259"/>
                  </a:lnTo>
                  <a:lnTo>
                    <a:pt x="665467" y="5549259"/>
                  </a:lnTo>
                  <a:lnTo>
                    <a:pt x="665612" y="5549259"/>
                  </a:lnTo>
                  <a:lnTo>
                    <a:pt x="665757" y="5549259"/>
                  </a:lnTo>
                  <a:lnTo>
                    <a:pt x="665757" y="5548635"/>
                  </a:lnTo>
                  <a:lnTo>
                    <a:pt x="665757" y="5548011"/>
                  </a:lnTo>
                  <a:lnTo>
                    <a:pt x="665903" y="5548011"/>
                  </a:lnTo>
                  <a:lnTo>
                    <a:pt x="666048" y="5548011"/>
                  </a:lnTo>
                  <a:lnTo>
                    <a:pt x="666194" y="5548011"/>
                  </a:lnTo>
                  <a:lnTo>
                    <a:pt x="666339" y="5548011"/>
                  </a:lnTo>
                  <a:lnTo>
                    <a:pt x="666485" y="5548011"/>
                  </a:lnTo>
                  <a:lnTo>
                    <a:pt x="666630" y="5548011"/>
                  </a:lnTo>
                  <a:lnTo>
                    <a:pt x="666775" y="5548011"/>
                  </a:lnTo>
                  <a:lnTo>
                    <a:pt x="666921" y="5548011"/>
                  </a:lnTo>
                  <a:lnTo>
                    <a:pt x="667066" y="5548011"/>
                  </a:lnTo>
                  <a:lnTo>
                    <a:pt x="667212" y="5548011"/>
                  </a:lnTo>
                  <a:lnTo>
                    <a:pt x="667357" y="5548011"/>
                  </a:lnTo>
                  <a:lnTo>
                    <a:pt x="667357" y="5547388"/>
                  </a:lnTo>
                  <a:lnTo>
                    <a:pt x="667357" y="5546764"/>
                  </a:lnTo>
                  <a:lnTo>
                    <a:pt x="667503" y="5546764"/>
                  </a:lnTo>
                  <a:lnTo>
                    <a:pt x="667503" y="5546141"/>
                  </a:lnTo>
                  <a:lnTo>
                    <a:pt x="667503" y="5545517"/>
                  </a:lnTo>
                  <a:lnTo>
                    <a:pt x="667648" y="5545517"/>
                  </a:lnTo>
                  <a:lnTo>
                    <a:pt x="667793" y="5545517"/>
                  </a:lnTo>
                  <a:lnTo>
                    <a:pt x="667939" y="5545517"/>
                  </a:lnTo>
                  <a:lnTo>
                    <a:pt x="667939" y="5544893"/>
                  </a:lnTo>
                  <a:lnTo>
                    <a:pt x="667939" y="5544270"/>
                  </a:lnTo>
                  <a:lnTo>
                    <a:pt x="668084" y="5544270"/>
                  </a:lnTo>
                  <a:lnTo>
                    <a:pt x="668230" y="5544270"/>
                  </a:lnTo>
                  <a:lnTo>
                    <a:pt x="668375" y="5544270"/>
                  </a:lnTo>
                  <a:lnTo>
                    <a:pt x="668520" y="5544270"/>
                  </a:lnTo>
                  <a:lnTo>
                    <a:pt x="668520" y="5543646"/>
                  </a:lnTo>
                  <a:lnTo>
                    <a:pt x="668520" y="5543023"/>
                  </a:lnTo>
                  <a:lnTo>
                    <a:pt x="668666" y="5543023"/>
                  </a:lnTo>
                  <a:lnTo>
                    <a:pt x="668666" y="5542399"/>
                  </a:lnTo>
                  <a:lnTo>
                    <a:pt x="668811" y="5542399"/>
                  </a:lnTo>
                  <a:lnTo>
                    <a:pt x="668957" y="5542399"/>
                  </a:lnTo>
                  <a:lnTo>
                    <a:pt x="669102" y="5542399"/>
                  </a:lnTo>
                  <a:lnTo>
                    <a:pt x="669248" y="5542399"/>
                  </a:lnTo>
                  <a:lnTo>
                    <a:pt x="669393" y="5542399"/>
                  </a:lnTo>
                  <a:lnTo>
                    <a:pt x="669538" y="5542399"/>
                  </a:lnTo>
                  <a:lnTo>
                    <a:pt x="669538" y="5541776"/>
                  </a:lnTo>
                  <a:lnTo>
                    <a:pt x="669684" y="5541776"/>
                  </a:lnTo>
                  <a:lnTo>
                    <a:pt x="669829" y="5541776"/>
                  </a:lnTo>
                  <a:lnTo>
                    <a:pt x="669975" y="5541776"/>
                  </a:lnTo>
                  <a:lnTo>
                    <a:pt x="669975" y="5541152"/>
                  </a:lnTo>
                  <a:lnTo>
                    <a:pt x="670120" y="5541152"/>
                  </a:lnTo>
                  <a:lnTo>
                    <a:pt x="670266" y="5541152"/>
                  </a:lnTo>
                  <a:lnTo>
                    <a:pt x="670411" y="5541152"/>
                  </a:lnTo>
                  <a:lnTo>
                    <a:pt x="670556" y="5541152"/>
                  </a:lnTo>
                  <a:lnTo>
                    <a:pt x="670702" y="5541152"/>
                  </a:lnTo>
                  <a:lnTo>
                    <a:pt x="670847" y="5541152"/>
                  </a:lnTo>
                  <a:lnTo>
                    <a:pt x="670993" y="5541152"/>
                  </a:lnTo>
                  <a:lnTo>
                    <a:pt x="671138" y="5541152"/>
                  </a:lnTo>
                  <a:lnTo>
                    <a:pt x="671284" y="5541152"/>
                  </a:lnTo>
                  <a:lnTo>
                    <a:pt x="671429" y="5541152"/>
                  </a:lnTo>
                  <a:lnTo>
                    <a:pt x="671574" y="5541152"/>
                  </a:lnTo>
                  <a:lnTo>
                    <a:pt x="671720" y="5541152"/>
                  </a:lnTo>
                  <a:lnTo>
                    <a:pt x="671865" y="5541152"/>
                  </a:lnTo>
                  <a:lnTo>
                    <a:pt x="672011" y="5541152"/>
                  </a:lnTo>
                  <a:lnTo>
                    <a:pt x="672011" y="5540528"/>
                  </a:lnTo>
                  <a:lnTo>
                    <a:pt x="672156" y="5540528"/>
                  </a:lnTo>
                  <a:lnTo>
                    <a:pt x="672156" y="5539905"/>
                  </a:lnTo>
                  <a:lnTo>
                    <a:pt x="672302" y="5539905"/>
                  </a:lnTo>
                  <a:lnTo>
                    <a:pt x="672447" y="5539905"/>
                  </a:lnTo>
                  <a:lnTo>
                    <a:pt x="672592" y="5539905"/>
                  </a:lnTo>
                  <a:lnTo>
                    <a:pt x="672738" y="5539905"/>
                  </a:lnTo>
                  <a:lnTo>
                    <a:pt x="672883" y="5539905"/>
                  </a:lnTo>
                  <a:lnTo>
                    <a:pt x="672883" y="5539281"/>
                  </a:lnTo>
                  <a:lnTo>
                    <a:pt x="673029" y="5539281"/>
                  </a:lnTo>
                  <a:lnTo>
                    <a:pt x="673174" y="5539281"/>
                  </a:lnTo>
                  <a:lnTo>
                    <a:pt x="673320" y="5539281"/>
                  </a:lnTo>
                  <a:lnTo>
                    <a:pt x="673465" y="5539281"/>
                  </a:lnTo>
                  <a:lnTo>
                    <a:pt x="673610" y="5539281"/>
                  </a:lnTo>
                  <a:lnTo>
                    <a:pt x="673756" y="5539281"/>
                  </a:lnTo>
                  <a:lnTo>
                    <a:pt x="673901" y="5539281"/>
                  </a:lnTo>
                  <a:lnTo>
                    <a:pt x="674047" y="5539281"/>
                  </a:lnTo>
                  <a:lnTo>
                    <a:pt x="674047" y="5538658"/>
                  </a:lnTo>
                  <a:lnTo>
                    <a:pt x="674047" y="5538034"/>
                  </a:lnTo>
                  <a:lnTo>
                    <a:pt x="674192" y="5538034"/>
                  </a:lnTo>
                  <a:lnTo>
                    <a:pt x="674192" y="5537410"/>
                  </a:lnTo>
                  <a:lnTo>
                    <a:pt x="674338" y="5537410"/>
                  </a:lnTo>
                  <a:lnTo>
                    <a:pt x="674483" y="5537410"/>
                  </a:lnTo>
                  <a:lnTo>
                    <a:pt x="674628" y="5537410"/>
                  </a:lnTo>
                  <a:lnTo>
                    <a:pt x="674774" y="5537410"/>
                  </a:lnTo>
                  <a:lnTo>
                    <a:pt x="674919" y="5537410"/>
                  </a:lnTo>
                  <a:lnTo>
                    <a:pt x="675065" y="5537410"/>
                  </a:lnTo>
                  <a:lnTo>
                    <a:pt x="675065" y="5536787"/>
                  </a:lnTo>
                  <a:lnTo>
                    <a:pt x="675065" y="5536163"/>
                  </a:lnTo>
                  <a:lnTo>
                    <a:pt x="675210" y="5536163"/>
                  </a:lnTo>
                  <a:lnTo>
                    <a:pt x="675210" y="5535540"/>
                  </a:lnTo>
                  <a:lnTo>
                    <a:pt x="675355" y="5535540"/>
                  </a:lnTo>
                  <a:lnTo>
                    <a:pt x="675355" y="5534916"/>
                  </a:lnTo>
                  <a:lnTo>
                    <a:pt x="675501" y="5534916"/>
                  </a:lnTo>
                  <a:lnTo>
                    <a:pt x="675646" y="5534916"/>
                  </a:lnTo>
                  <a:lnTo>
                    <a:pt x="675646" y="5534293"/>
                  </a:lnTo>
                  <a:lnTo>
                    <a:pt x="675792" y="5534293"/>
                  </a:lnTo>
                  <a:lnTo>
                    <a:pt x="675937" y="5534293"/>
                  </a:lnTo>
                  <a:lnTo>
                    <a:pt x="675937" y="5533669"/>
                  </a:lnTo>
                  <a:lnTo>
                    <a:pt x="676083" y="5533669"/>
                  </a:lnTo>
                  <a:lnTo>
                    <a:pt x="676228" y="5533669"/>
                  </a:lnTo>
                  <a:lnTo>
                    <a:pt x="676228" y="5533045"/>
                  </a:lnTo>
                  <a:lnTo>
                    <a:pt x="676373" y="5533045"/>
                  </a:lnTo>
                  <a:lnTo>
                    <a:pt x="676519" y="5533045"/>
                  </a:lnTo>
                  <a:lnTo>
                    <a:pt x="676664" y="5533045"/>
                  </a:lnTo>
                  <a:lnTo>
                    <a:pt x="676810" y="5533045"/>
                  </a:lnTo>
                  <a:lnTo>
                    <a:pt x="676955" y="5533045"/>
                  </a:lnTo>
                  <a:lnTo>
                    <a:pt x="677101" y="5533045"/>
                  </a:lnTo>
                  <a:lnTo>
                    <a:pt x="677246" y="5533045"/>
                  </a:lnTo>
                  <a:lnTo>
                    <a:pt x="677246" y="5532422"/>
                  </a:lnTo>
                  <a:lnTo>
                    <a:pt x="677391" y="5532422"/>
                  </a:lnTo>
                  <a:lnTo>
                    <a:pt x="677537" y="5532422"/>
                  </a:lnTo>
                  <a:lnTo>
                    <a:pt x="677682" y="5532422"/>
                  </a:lnTo>
                  <a:lnTo>
                    <a:pt x="677828" y="5532422"/>
                  </a:lnTo>
                  <a:lnTo>
                    <a:pt x="677828" y="5531798"/>
                  </a:lnTo>
                  <a:lnTo>
                    <a:pt x="677973" y="5531798"/>
                  </a:lnTo>
                  <a:lnTo>
                    <a:pt x="677973" y="5531175"/>
                  </a:lnTo>
                  <a:lnTo>
                    <a:pt x="678119" y="5531175"/>
                  </a:lnTo>
                  <a:lnTo>
                    <a:pt x="678264" y="5531175"/>
                  </a:lnTo>
                  <a:lnTo>
                    <a:pt x="678264" y="5530551"/>
                  </a:lnTo>
                  <a:lnTo>
                    <a:pt x="678264" y="5529928"/>
                  </a:lnTo>
                  <a:lnTo>
                    <a:pt x="678264" y="5529304"/>
                  </a:lnTo>
                  <a:lnTo>
                    <a:pt x="678409" y="5529304"/>
                  </a:lnTo>
                  <a:lnTo>
                    <a:pt x="678409" y="5528680"/>
                  </a:lnTo>
                  <a:lnTo>
                    <a:pt x="678555" y="5528680"/>
                  </a:lnTo>
                  <a:lnTo>
                    <a:pt x="678555" y="5528057"/>
                  </a:lnTo>
                  <a:lnTo>
                    <a:pt x="678700" y="5528057"/>
                  </a:lnTo>
                  <a:lnTo>
                    <a:pt x="678846" y="5528057"/>
                  </a:lnTo>
                  <a:lnTo>
                    <a:pt x="678991" y="5528057"/>
                  </a:lnTo>
                  <a:lnTo>
                    <a:pt x="679137" y="5528057"/>
                  </a:lnTo>
                  <a:lnTo>
                    <a:pt x="679282" y="5528057"/>
                  </a:lnTo>
                  <a:lnTo>
                    <a:pt x="679427" y="5528057"/>
                  </a:lnTo>
                  <a:lnTo>
                    <a:pt x="679573" y="5528057"/>
                  </a:lnTo>
                  <a:lnTo>
                    <a:pt x="679573" y="5527433"/>
                  </a:lnTo>
                  <a:lnTo>
                    <a:pt x="679718" y="5527433"/>
                  </a:lnTo>
                  <a:lnTo>
                    <a:pt x="679864" y="5527433"/>
                  </a:lnTo>
                  <a:lnTo>
                    <a:pt x="680009" y="5527433"/>
                  </a:lnTo>
                  <a:lnTo>
                    <a:pt x="680155" y="5527433"/>
                  </a:lnTo>
                  <a:lnTo>
                    <a:pt x="680300" y="5527433"/>
                  </a:lnTo>
                  <a:lnTo>
                    <a:pt x="680445" y="5527433"/>
                  </a:lnTo>
                  <a:lnTo>
                    <a:pt x="680591" y="5527433"/>
                  </a:lnTo>
                  <a:lnTo>
                    <a:pt x="680736" y="5527433"/>
                  </a:lnTo>
                  <a:lnTo>
                    <a:pt x="680882" y="5527433"/>
                  </a:lnTo>
                  <a:lnTo>
                    <a:pt x="680882" y="5526810"/>
                  </a:lnTo>
                  <a:lnTo>
                    <a:pt x="681027" y="5526810"/>
                  </a:lnTo>
                  <a:lnTo>
                    <a:pt x="681173" y="5526810"/>
                  </a:lnTo>
                  <a:lnTo>
                    <a:pt x="681318" y="5526810"/>
                  </a:lnTo>
                  <a:lnTo>
                    <a:pt x="681318" y="5526186"/>
                  </a:lnTo>
                  <a:lnTo>
                    <a:pt x="681463" y="5526186"/>
                  </a:lnTo>
                  <a:lnTo>
                    <a:pt x="681609" y="5526186"/>
                  </a:lnTo>
                  <a:lnTo>
                    <a:pt x="681754" y="5526186"/>
                  </a:lnTo>
                  <a:lnTo>
                    <a:pt x="681900" y="5526186"/>
                  </a:lnTo>
                  <a:lnTo>
                    <a:pt x="682045" y="5526186"/>
                  </a:lnTo>
                  <a:lnTo>
                    <a:pt x="682045" y="5525562"/>
                  </a:lnTo>
                  <a:lnTo>
                    <a:pt x="682190" y="5525562"/>
                  </a:lnTo>
                  <a:lnTo>
                    <a:pt x="682336" y="5525562"/>
                  </a:lnTo>
                  <a:lnTo>
                    <a:pt x="682336" y="5524939"/>
                  </a:lnTo>
                  <a:lnTo>
                    <a:pt x="682481" y="5524939"/>
                  </a:lnTo>
                  <a:lnTo>
                    <a:pt x="682627" y="5524939"/>
                  </a:lnTo>
                  <a:lnTo>
                    <a:pt x="682627" y="5524315"/>
                  </a:lnTo>
                  <a:lnTo>
                    <a:pt x="682627" y="5523692"/>
                  </a:lnTo>
                  <a:lnTo>
                    <a:pt x="682772" y="5523692"/>
                  </a:lnTo>
                  <a:lnTo>
                    <a:pt x="682918" y="5523692"/>
                  </a:lnTo>
                  <a:lnTo>
                    <a:pt x="683063" y="5523692"/>
                  </a:lnTo>
                  <a:lnTo>
                    <a:pt x="683063" y="5523068"/>
                  </a:lnTo>
                  <a:lnTo>
                    <a:pt x="683208" y="5523068"/>
                  </a:lnTo>
                  <a:lnTo>
                    <a:pt x="683354" y="5523068"/>
                  </a:lnTo>
                  <a:lnTo>
                    <a:pt x="683499" y="5523068"/>
                  </a:lnTo>
                  <a:lnTo>
                    <a:pt x="683645" y="5523068"/>
                  </a:lnTo>
                  <a:lnTo>
                    <a:pt x="683645" y="5522445"/>
                  </a:lnTo>
                  <a:lnTo>
                    <a:pt x="683790" y="5522445"/>
                  </a:lnTo>
                  <a:lnTo>
                    <a:pt x="683936" y="5522445"/>
                  </a:lnTo>
                  <a:lnTo>
                    <a:pt x="683936" y="5521821"/>
                  </a:lnTo>
                  <a:lnTo>
                    <a:pt x="684081" y="5521821"/>
                  </a:lnTo>
                  <a:lnTo>
                    <a:pt x="684081" y="5521197"/>
                  </a:lnTo>
                  <a:lnTo>
                    <a:pt x="684226" y="5521197"/>
                  </a:lnTo>
                  <a:lnTo>
                    <a:pt x="684372" y="5521197"/>
                  </a:lnTo>
                  <a:lnTo>
                    <a:pt x="684517" y="5521197"/>
                  </a:lnTo>
                  <a:lnTo>
                    <a:pt x="684663" y="5521197"/>
                  </a:lnTo>
                  <a:lnTo>
                    <a:pt x="684808" y="5521197"/>
                  </a:lnTo>
                  <a:lnTo>
                    <a:pt x="684808" y="5520574"/>
                  </a:lnTo>
                  <a:lnTo>
                    <a:pt x="684808" y="5519950"/>
                  </a:lnTo>
                  <a:lnTo>
                    <a:pt x="684954" y="5519950"/>
                  </a:lnTo>
                  <a:lnTo>
                    <a:pt x="684954" y="5519327"/>
                  </a:lnTo>
                  <a:lnTo>
                    <a:pt x="684954" y="5518703"/>
                  </a:lnTo>
                  <a:lnTo>
                    <a:pt x="684954" y="5518079"/>
                  </a:lnTo>
                  <a:lnTo>
                    <a:pt x="684954" y="5517456"/>
                  </a:lnTo>
                  <a:lnTo>
                    <a:pt x="685099" y="5517456"/>
                  </a:lnTo>
                  <a:lnTo>
                    <a:pt x="685244" y="5517456"/>
                  </a:lnTo>
                  <a:lnTo>
                    <a:pt x="685390" y="5517456"/>
                  </a:lnTo>
                  <a:lnTo>
                    <a:pt x="685535" y="5517456"/>
                  </a:lnTo>
                  <a:lnTo>
                    <a:pt x="685681" y="5517456"/>
                  </a:lnTo>
                  <a:lnTo>
                    <a:pt x="685826" y="5517456"/>
                  </a:lnTo>
                  <a:lnTo>
                    <a:pt x="685972" y="5517456"/>
                  </a:lnTo>
                  <a:lnTo>
                    <a:pt x="686117" y="5517456"/>
                  </a:lnTo>
                  <a:lnTo>
                    <a:pt x="686262" y="5517456"/>
                  </a:lnTo>
                  <a:lnTo>
                    <a:pt x="686408" y="5517456"/>
                  </a:lnTo>
                  <a:lnTo>
                    <a:pt x="686553" y="5517456"/>
                  </a:lnTo>
                  <a:lnTo>
                    <a:pt x="686553" y="5516832"/>
                  </a:lnTo>
                  <a:lnTo>
                    <a:pt x="686699" y="5516832"/>
                  </a:lnTo>
                  <a:lnTo>
                    <a:pt x="686844" y="5516832"/>
                  </a:lnTo>
                  <a:lnTo>
                    <a:pt x="686990" y="5516832"/>
                  </a:lnTo>
                  <a:lnTo>
                    <a:pt x="687135" y="5516832"/>
                  </a:lnTo>
                  <a:lnTo>
                    <a:pt x="687280" y="5516832"/>
                  </a:lnTo>
                  <a:lnTo>
                    <a:pt x="687426" y="5516832"/>
                  </a:lnTo>
                  <a:lnTo>
                    <a:pt x="687426" y="5516209"/>
                  </a:lnTo>
                  <a:lnTo>
                    <a:pt x="687426" y="5515585"/>
                  </a:lnTo>
                  <a:lnTo>
                    <a:pt x="687571" y="5515585"/>
                  </a:lnTo>
                  <a:lnTo>
                    <a:pt x="687717" y="5515585"/>
                  </a:lnTo>
                  <a:lnTo>
                    <a:pt x="687717" y="5514962"/>
                  </a:lnTo>
                  <a:lnTo>
                    <a:pt x="687717" y="5514338"/>
                  </a:lnTo>
                  <a:lnTo>
                    <a:pt x="687862" y="5514338"/>
                  </a:lnTo>
                  <a:lnTo>
                    <a:pt x="687862" y="5513714"/>
                  </a:lnTo>
                  <a:lnTo>
                    <a:pt x="688008" y="5513714"/>
                  </a:lnTo>
                  <a:lnTo>
                    <a:pt x="688153" y="5513714"/>
                  </a:lnTo>
                  <a:lnTo>
                    <a:pt x="688298" y="5513714"/>
                  </a:lnTo>
                  <a:lnTo>
                    <a:pt x="688444" y="5513714"/>
                  </a:lnTo>
                  <a:lnTo>
                    <a:pt x="688444" y="5513091"/>
                  </a:lnTo>
                  <a:lnTo>
                    <a:pt x="688589" y="5513091"/>
                  </a:lnTo>
                  <a:lnTo>
                    <a:pt x="688735" y="5513091"/>
                  </a:lnTo>
                  <a:lnTo>
                    <a:pt x="688880" y="5513091"/>
                  </a:lnTo>
                  <a:lnTo>
                    <a:pt x="689025" y="5513091"/>
                  </a:lnTo>
                  <a:lnTo>
                    <a:pt x="689171" y="5513091"/>
                  </a:lnTo>
                  <a:lnTo>
                    <a:pt x="689171" y="5512467"/>
                  </a:lnTo>
                  <a:lnTo>
                    <a:pt x="689316" y="5512467"/>
                  </a:lnTo>
                  <a:lnTo>
                    <a:pt x="689316" y="5511844"/>
                  </a:lnTo>
                  <a:lnTo>
                    <a:pt x="689462" y="5511844"/>
                  </a:lnTo>
                  <a:lnTo>
                    <a:pt x="689607" y="5511844"/>
                  </a:lnTo>
                  <a:lnTo>
                    <a:pt x="689753" y="5511844"/>
                  </a:lnTo>
                  <a:lnTo>
                    <a:pt x="689898" y="5511844"/>
                  </a:lnTo>
                  <a:lnTo>
                    <a:pt x="690043" y="5511844"/>
                  </a:lnTo>
                  <a:lnTo>
                    <a:pt x="690189" y="5511844"/>
                  </a:lnTo>
                  <a:lnTo>
                    <a:pt x="690189" y="5511220"/>
                  </a:lnTo>
                  <a:lnTo>
                    <a:pt x="690189" y="5510596"/>
                  </a:lnTo>
                  <a:lnTo>
                    <a:pt x="690334" y="5510596"/>
                  </a:lnTo>
                  <a:lnTo>
                    <a:pt x="690480" y="5510596"/>
                  </a:lnTo>
                  <a:lnTo>
                    <a:pt x="690625" y="5510596"/>
                  </a:lnTo>
                  <a:lnTo>
                    <a:pt x="690625" y="5509973"/>
                  </a:lnTo>
                  <a:lnTo>
                    <a:pt x="690771" y="5509973"/>
                  </a:lnTo>
                  <a:lnTo>
                    <a:pt x="690916" y="5509973"/>
                  </a:lnTo>
                  <a:lnTo>
                    <a:pt x="691061" y="5509973"/>
                  </a:lnTo>
                  <a:lnTo>
                    <a:pt x="691207" y="5509973"/>
                  </a:lnTo>
                  <a:lnTo>
                    <a:pt x="691352" y="5509973"/>
                  </a:lnTo>
                  <a:lnTo>
                    <a:pt x="691498" y="5509973"/>
                  </a:lnTo>
                  <a:lnTo>
                    <a:pt x="691498" y="5509349"/>
                  </a:lnTo>
                  <a:lnTo>
                    <a:pt x="691643" y="5509349"/>
                  </a:lnTo>
                  <a:lnTo>
                    <a:pt x="691789" y="5509349"/>
                  </a:lnTo>
                  <a:lnTo>
                    <a:pt x="691789" y="5508726"/>
                  </a:lnTo>
                  <a:lnTo>
                    <a:pt x="691934" y="5508726"/>
                  </a:lnTo>
                  <a:lnTo>
                    <a:pt x="691934" y="5508102"/>
                  </a:lnTo>
                  <a:lnTo>
                    <a:pt x="691934" y="5507479"/>
                  </a:lnTo>
                  <a:lnTo>
                    <a:pt x="692079" y="5507479"/>
                  </a:lnTo>
                  <a:lnTo>
                    <a:pt x="692225" y="5507479"/>
                  </a:lnTo>
                  <a:lnTo>
                    <a:pt x="692370" y="5507479"/>
                  </a:lnTo>
                  <a:lnTo>
                    <a:pt x="692516" y="5507479"/>
                  </a:lnTo>
                  <a:lnTo>
                    <a:pt x="692516" y="5506855"/>
                  </a:lnTo>
                  <a:lnTo>
                    <a:pt x="692661" y="5506855"/>
                  </a:lnTo>
                  <a:lnTo>
                    <a:pt x="692807" y="5506855"/>
                  </a:lnTo>
                  <a:lnTo>
                    <a:pt x="692952" y="5506855"/>
                  </a:lnTo>
                  <a:lnTo>
                    <a:pt x="692952" y="5506231"/>
                  </a:lnTo>
                  <a:lnTo>
                    <a:pt x="693097" y="5506231"/>
                  </a:lnTo>
                  <a:lnTo>
                    <a:pt x="693097" y="5505608"/>
                  </a:lnTo>
                  <a:lnTo>
                    <a:pt x="693243" y="5505608"/>
                  </a:lnTo>
                  <a:lnTo>
                    <a:pt x="693388" y="5505608"/>
                  </a:lnTo>
                  <a:lnTo>
                    <a:pt x="693534" y="5505608"/>
                  </a:lnTo>
                  <a:lnTo>
                    <a:pt x="693679" y="5505608"/>
                  </a:lnTo>
                  <a:lnTo>
                    <a:pt x="693825" y="5505608"/>
                  </a:lnTo>
                  <a:lnTo>
                    <a:pt x="693970" y="5505608"/>
                  </a:lnTo>
                  <a:lnTo>
                    <a:pt x="694115" y="5505608"/>
                  </a:lnTo>
                  <a:lnTo>
                    <a:pt x="694261" y="5505608"/>
                  </a:lnTo>
                  <a:lnTo>
                    <a:pt x="694406" y="5505608"/>
                  </a:lnTo>
                  <a:lnTo>
                    <a:pt x="694406" y="5504984"/>
                  </a:lnTo>
                  <a:lnTo>
                    <a:pt x="694552" y="5504984"/>
                  </a:lnTo>
                  <a:lnTo>
                    <a:pt x="694697" y="5504984"/>
                  </a:lnTo>
                  <a:lnTo>
                    <a:pt x="694843" y="5504984"/>
                  </a:lnTo>
                  <a:lnTo>
                    <a:pt x="694843" y="5504361"/>
                  </a:lnTo>
                  <a:lnTo>
                    <a:pt x="694843" y="5503737"/>
                  </a:lnTo>
                  <a:lnTo>
                    <a:pt x="694988" y="5503737"/>
                  </a:lnTo>
                  <a:lnTo>
                    <a:pt x="695133" y="5503737"/>
                  </a:lnTo>
                  <a:lnTo>
                    <a:pt x="695279" y="5503737"/>
                  </a:lnTo>
                  <a:lnTo>
                    <a:pt x="695424" y="5503737"/>
                  </a:lnTo>
                  <a:lnTo>
                    <a:pt x="695570" y="5503737"/>
                  </a:lnTo>
                  <a:lnTo>
                    <a:pt x="695570" y="5503113"/>
                  </a:lnTo>
                  <a:lnTo>
                    <a:pt x="695715" y="5503113"/>
                  </a:lnTo>
                  <a:lnTo>
                    <a:pt x="695860" y="5503113"/>
                  </a:lnTo>
                  <a:lnTo>
                    <a:pt x="696006" y="5503113"/>
                  </a:lnTo>
                  <a:lnTo>
                    <a:pt x="696151" y="5503113"/>
                  </a:lnTo>
                  <a:lnTo>
                    <a:pt x="696297" y="5503113"/>
                  </a:lnTo>
                  <a:lnTo>
                    <a:pt x="696442" y="5503113"/>
                  </a:lnTo>
                  <a:lnTo>
                    <a:pt x="696588" y="5503113"/>
                  </a:lnTo>
                  <a:lnTo>
                    <a:pt x="696588" y="5502490"/>
                  </a:lnTo>
                  <a:lnTo>
                    <a:pt x="696733" y="5502490"/>
                  </a:lnTo>
                  <a:lnTo>
                    <a:pt x="696733" y="5501866"/>
                  </a:lnTo>
                  <a:lnTo>
                    <a:pt x="696733" y="5501243"/>
                  </a:lnTo>
                  <a:lnTo>
                    <a:pt x="696733" y="5500619"/>
                  </a:lnTo>
                  <a:lnTo>
                    <a:pt x="696878" y="5500619"/>
                  </a:lnTo>
                  <a:lnTo>
                    <a:pt x="697024" y="5500619"/>
                  </a:lnTo>
                  <a:lnTo>
                    <a:pt x="697169" y="5500619"/>
                  </a:lnTo>
                  <a:lnTo>
                    <a:pt x="697315" y="5500619"/>
                  </a:lnTo>
                  <a:lnTo>
                    <a:pt x="697460" y="5500619"/>
                  </a:lnTo>
                  <a:lnTo>
                    <a:pt x="697460" y="5499996"/>
                  </a:lnTo>
                  <a:lnTo>
                    <a:pt x="697606" y="5499996"/>
                  </a:lnTo>
                  <a:lnTo>
                    <a:pt x="697751" y="5499996"/>
                  </a:lnTo>
                  <a:lnTo>
                    <a:pt x="697896" y="5499996"/>
                  </a:lnTo>
                  <a:lnTo>
                    <a:pt x="698042" y="5499996"/>
                  </a:lnTo>
                  <a:lnTo>
                    <a:pt x="698187" y="5499996"/>
                  </a:lnTo>
                  <a:lnTo>
                    <a:pt x="698333" y="5499996"/>
                  </a:lnTo>
                  <a:lnTo>
                    <a:pt x="698333" y="5499372"/>
                  </a:lnTo>
                  <a:lnTo>
                    <a:pt x="698478" y="5499372"/>
                  </a:lnTo>
                  <a:lnTo>
                    <a:pt x="698624" y="5499372"/>
                  </a:lnTo>
                  <a:lnTo>
                    <a:pt x="698769" y="5499372"/>
                  </a:lnTo>
                  <a:lnTo>
                    <a:pt x="698769" y="5498748"/>
                  </a:lnTo>
                  <a:lnTo>
                    <a:pt x="698914" y="5498748"/>
                  </a:lnTo>
                  <a:lnTo>
                    <a:pt x="698914" y="5498125"/>
                  </a:lnTo>
                  <a:lnTo>
                    <a:pt x="699060" y="5498125"/>
                  </a:lnTo>
                  <a:lnTo>
                    <a:pt x="699060" y="5497501"/>
                  </a:lnTo>
                  <a:lnTo>
                    <a:pt x="699060" y="5496878"/>
                  </a:lnTo>
                  <a:lnTo>
                    <a:pt x="699205" y="5496878"/>
                  </a:lnTo>
                  <a:lnTo>
                    <a:pt x="699351" y="5496878"/>
                  </a:lnTo>
                  <a:lnTo>
                    <a:pt x="699351" y="5496254"/>
                  </a:lnTo>
                  <a:lnTo>
                    <a:pt x="699496" y="5496254"/>
                  </a:lnTo>
                  <a:lnTo>
                    <a:pt x="699496" y="5495630"/>
                  </a:lnTo>
                  <a:lnTo>
                    <a:pt x="699496" y="5495007"/>
                  </a:lnTo>
                  <a:lnTo>
                    <a:pt x="699496" y="5494383"/>
                  </a:lnTo>
                  <a:lnTo>
                    <a:pt x="699642" y="5494383"/>
                  </a:lnTo>
                  <a:lnTo>
                    <a:pt x="699787" y="5494383"/>
                  </a:lnTo>
                  <a:lnTo>
                    <a:pt x="699932" y="5494383"/>
                  </a:lnTo>
                  <a:lnTo>
                    <a:pt x="700078" y="5494383"/>
                  </a:lnTo>
                  <a:lnTo>
                    <a:pt x="700223" y="5494383"/>
                  </a:lnTo>
                  <a:lnTo>
                    <a:pt x="700223" y="5493760"/>
                  </a:lnTo>
                  <a:lnTo>
                    <a:pt x="700223" y="5493136"/>
                  </a:lnTo>
                  <a:lnTo>
                    <a:pt x="700369" y="5493136"/>
                  </a:lnTo>
                  <a:lnTo>
                    <a:pt x="700514" y="5493136"/>
                  </a:lnTo>
                  <a:lnTo>
                    <a:pt x="700514" y="5492513"/>
                  </a:lnTo>
                  <a:lnTo>
                    <a:pt x="700660" y="5492513"/>
                  </a:lnTo>
                  <a:lnTo>
                    <a:pt x="700805" y="5492513"/>
                  </a:lnTo>
                  <a:lnTo>
                    <a:pt x="700950" y="5492513"/>
                  </a:lnTo>
                  <a:lnTo>
                    <a:pt x="701096" y="5492513"/>
                  </a:lnTo>
                  <a:lnTo>
                    <a:pt x="701241" y="5492513"/>
                  </a:lnTo>
                  <a:lnTo>
                    <a:pt x="701387" y="5492513"/>
                  </a:lnTo>
                  <a:lnTo>
                    <a:pt x="701532" y="5492513"/>
                  </a:lnTo>
                  <a:lnTo>
                    <a:pt x="701532" y="5491889"/>
                  </a:lnTo>
                  <a:lnTo>
                    <a:pt x="701678" y="5491889"/>
                  </a:lnTo>
                  <a:lnTo>
                    <a:pt x="701823" y="5491889"/>
                  </a:lnTo>
                  <a:lnTo>
                    <a:pt x="701968" y="5491889"/>
                  </a:lnTo>
                  <a:lnTo>
                    <a:pt x="702114" y="5491889"/>
                  </a:lnTo>
                  <a:lnTo>
                    <a:pt x="702259" y="5491889"/>
                  </a:lnTo>
                  <a:lnTo>
                    <a:pt x="702405" y="5491889"/>
                  </a:lnTo>
                  <a:lnTo>
                    <a:pt x="702550" y="5491889"/>
                  </a:lnTo>
                  <a:lnTo>
                    <a:pt x="702695" y="5491889"/>
                  </a:lnTo>
                  <a:lnTo>
                    <a:pt x="702695" y="5491265"/>
                  </a:lnTo>
                  <a:lnTo>
                    <a:pt x="702695" y="5490642"/>
                  </a:lnTo>
                  <a:lnTo>
                    <a:pt x="702841" y="5490642"/>
                  </a:lnTo>
                  <a:lnTo>
                    <a:pt x="702841" y="5490018"/>
                  </a:lnTo>
                  <a:lnTo>
                    <a:pt x="702986" y="5490018"/>
                  </a:lnTo>
                  <a:lnTo>
                    <a:pt x="702986" y="5489395"/>
                  </a:lnTo>
                  <a:lnTo>
                    <a:pt x="702986" y="5488771"/>
                  </a:lnTo>
                  <a:lnTo>
                    <a:pt x="702986" y="5488147"/>
                  </a:lnTo>
                  <a:lnTo>
                    <a:pt x="702986" y="5487524"/>
                  </a:lnTo>
                  <a:lnTo>
                    <a:pt x="703132" y="5487524"/>
                  </a:lnTo>
                  <a:lnTo>
                    <a:pt x="703277" y="5487524"/>
                  </a:lnTo>
                  <a:lnTo>
                    <a:pt x="703423" y="5487524"/>
                  </a:lnTo>
                  <a:lnTo>
                    <a:pt x="703568" y="5487524"/>
                  </a:lnTo>
                  <a:lnTo>
                    <a:pt x="703713" y="5487524"/>
                  </a:lnTo>
                  <a:lnTo>
                    <a:pt x="703713" y="5486900"/>
                  </a:lnTo>
                  <a:lnTo>
                    <a:pt x="703859" y="5486900"/>
                  </a:lnTo>
                  <a:lnTo>
                    <a:pt x="704004" y="5486900"/>
                  </a:lnTo>
                  <a:lnTo>
                    <a:pt x="704004" y="5486277"/>
                  </a:lnTo>
                  <a:lnTo>
                    <a:pt x="704150" y="5486277"/>
                  </a:lnTo>
                  <a:lnTo>
                    <a:pt x="704150" y="5485653"/>
                  </a:lnTo>
                  <a:lnTo>
                    <a:pt x="704295" y="5485653"/>
                  </a:lnTo>
                  <a:lnTo>
                    <a:pt x="704441" y="5485653"/>
                  </a:lnTo>
                  <a:lnTo>
                    <a:pt x="704586" y="5485653"/>
                  </a:lnTo>
                  <a:lnTo>
                    <a:pt x="704731" y="5485653"/>
                  </a:lnTo>
                  <a:lnTo>
                    <a:pt x="704731" y="5485030"/>
                  </a:lnTo>
                  <a:lnTo>
                    <a:pt x="704877" y="5485030"/>
                  </a:lnTo>
                  <a:lnTo>
                    <a:pt x="705022" y="5485030"/>
                  </a:lnTo>
                  <a:lnTo>
                    <a:pt x="705168" y="5485030"/>
                  </a:lnTo>
                  <a:lnTo>
                    <a:pt x="705313" y="5485030"/>
                  </a:lnTo>
                  <a:lnTo>
                    <a:pt x="705459" y="5485030"/>
                  </a:lnTo>
                  <a:lnTo>
                    <a:pt x="705604" y="5485030"/>
                  </a:lnTo>
                  <a:lnTo>
                    <a:pt x="705749" y="5485030"/>
                  </a:lnTo>
                  <a:lnTo>
                    <a:pt x="705895" y="5485030"/>
                  </a:lnTo>
                  <a:lnTo>
                    <a:pt x="706040" y="5485030"/>
                  </a:lnTo>
                  <a:lnTo>
                    <a:pt x="706040" y="5484406"/>
                  </a:lnTo>
                  <a:lnTo>
                    <a:pt x="706186" y="5484406"/>
                  </a:lnTo>
                  <a:lnTo>
                    <a:pt x="706331" y="5484406"/>
                  </a:lnTo>
                  <a:lnTo>
                    <a:pt x="706477" y="5484406"/>
                  </a:lnTo>
                  <a:lnTo>
                    <a:pt x="706477" y="5483782"/>
                  </a:lnTo>
                  <a:lnTo>
                    <a:pt x="706477" y="5483159"/>
                  </a:lnTo>
                  <a:lnTo>
                    <a:pt x="706477" y="5482535"/>
                  </a:lnTo>
                  <a:lnTo>
                    <a:pt x="706622" y="5482535"/>
                  </a:lnTo>
                  <a:lnTo>
                    <a:pt x="706767" y="5482535"/>
                  </a:lnTo>
                  <a:lnTo>
                    <a:pt x="706913" y="5482535"/>
                  </a:lnTo>
                  <a:lnTo>
                    <a:pt x="707058" y="5482535"/>
                  </a:lnTo>
                  <a:lnTo>
                    <a:pt x="707204" y="5482535"/>
                  </a:lnTo>
                  <a:lnTo>
                    <a:pt x="707204" y="5481912"/>
                  </a:lnTo>
                  <a:lnTo>
                    <a:pt x="707204" y="5481288"/>
                  </a:lnTo>
                  <a:lnTo>
                    <a:pt x="707204" y="5480665"/>
                  </a:lnTo>
                  <a:lnTo>
                    <a:pt x="707204" y="5480041"/>
                  </a:lnTo>
                  <a:lnTo>
                    <a:pt x="707349" y="5480041"/>
                  </a:lnTo>
                  <a:lnTo>
                    <a:pt x="707495" y="5480041"/>
                  </a:lnTo>
                  <a:lnTo>
                    <a:pt x="707640" y="5480041"/>
                  </a:lnTo>
                  <a:lnTo>
                    <a:pt x="707785" y="5480041"/>
                  </a:lnTo>
                  <a:lnTo>
                    <a:pt x="707931" y="5480041"/>
                  </a:lnTo>
                  <a:lnTo>
                    <a:pt x="708076" y="5480041"/>
                  </a:lnTo>
                  <a:lnTo>
                    <a:pt x="708222" y="5480041"/>
                  </a:lnTo>
                  <a:lnTo>
                    <a:pt x="708367" y="5480041"/>
                  </a:lnTo>
                  <a:lnTo>
                    <a:pt x="708513" y="5480041"/>
                  </a:lnTo>
                  <a:lnTo>
                    <a:pt x="708658" y="5480041"/>
                  </a:lnTo>
                  <a:lnTo>
                    <a:pt x="708803" y="5480041"/>
                  </a:lnTo>
                  <a:lnTo>
                    <a:pt x="708949" y="5480041"/>
                  </a:lnTo>
                  <a:lnTo>
                    <a:pt x="708949" y="5479417"/>
                  </a:lnTo>
                  <a:lnTo>
                    <a:pt x="709094" y="5479417"/>
                  </a:lnTo>
                  <a:lnTo>
                    <a:pt x="709240" y="5479417"/>
                  </a:lnTo>
                  <a:lnTo>
                    <a:pt x="709385" y="5479417"/>
                  </a:lnTo>
                  <a:lnTo>
                    <a:pt x="709530" y="5479417"/>
                  </a:lnTo>
                  <a:lnTo>
                    <a:pt x="709676" y="5479417"/>
                  </a:lnTo>
                  <a:lnTo>
                    <a:pt x="709821" y="5479417"/>
                  </a:lnTo>
                  <a:lnTo>
                    <a:pt x="709967" y="5479417"/>
                  </a:lnTo>
                  <a:lnTo>
                    <a:pt x="710112" y="5479417"/>
                  </a:lnTo>
                  <a:lnTo>
                    <a:pt x="710258" y="5479417"/>
                  </a:lnTo>
                  <a:lnTo>
                    <a:pt x="710403" y="5479417"/>
                  </a:lnTo>
                  <a:lnTo>
                    <a:pt x="710548" y="5479417"/>
                  </a:lnTo>
                  <a:lnTo>
                    <a:pt x="710694" y="5479417"/>
                  </a:lnTo>
                  <a:lnTo>
                    <a:pt x="710839" y="5479417"/>
                  </a:lnTo>
                  <a:lnTo>
                    <a:pt x="710985" y="5479417"/>
                  </a:lnTo>
                  <a:lnTo>
                    <a:pt x="711130" y="5479417"/>
                  </a:lnTo>
                  <a:lnTo>
                    <a:pt x="711276" y="5479417"/>
                  </a:lnTo>
                  <a:lnTo>
                    <a:pt x="711421" y="5479417"/>
                  </a:lnTo>
                  <a:lnTo>
                    <a:pt x="711421" y="5478794"/>
                  </a:lnTo>
                  <a:lnTo>
                    <a:pt x="711566" y="5478794"/>
                  </a:lnTo>
                  <a:lnTo>
                    <a:pt x="711712" y="5478794"/>
                  </a:lnTo>
                  <a:lnTo>
                    <a:pt x="711857" y="5478794"/>
                  </a:lnTo>
                  <a:lnTo>
                    <a:pt x="712003" y="5478794"/>
                  </a:lnTo>
                  <a:lnTo>
                    <a:pt x="712003" y="5478170"/>
                  </a:lnTo>
                  <a:lnTo>
                    <a:pt x="712003" y="5477547"/>
                  </a:lnTo>
                  <a:lnTo>
                    <a:pt x="712148" y="5477547"/>
                  </a:lnTo>
                  <a:lnTo>
                    <a:pt x="712294" y="5477547"/>
                  </a:lnTo>
                  <a:lnTo>
                    <a:pt x="712439" y="5477547"/>
                  </a:lnTo>
                  <a:lnTo>
                    <a:pt x="712584" y="5477547"/>
                  </a:lnTo>
                  <a:lnTo>
                    <a:pt x="712730" y="5477547"/>
                  </a:lnTo>
                  <a:lnTo>
                    <a:pt x="712730" y="5476923"/>
                  </a:lnTo>
                  <a:lnTo>
                    <a:pt x="712730" y="5476299"/>
                  </a:lnTo>
                  <a:lnTo>
                    <a:pt x="712875" y="5476299"/>
                  </a:lnTo>
                  <a:lnTo>
                    <a:pt x="712875" y="5475676"/>
                  </a:lnTo>
                  <a:lnTo>
                    <a:pt x="713021" y="5475676"/>
                  </a:lnTo>
                  <a:lnTo>
                    <a:pt x="713166" y="5475676"/>
                  </a:lnTo>
                  <a:lnTo>
                    <a:pt x="713166" y="5475052"/>
                  </a:lnTo>
                  <a:lnTo>
                    <a:pt x="713166" y="5474429"/>
                  </a:lnTo>
                  <a:lnTo>
                    <a:pt x="713166" y="5473805"/>
                  </a:lnTo>
                  <a:lnTo>
                    <a:pt x="713312" y="5473805"/>
                  </a:lnTo>
                  <a:lnTo>
                    <a:pt x="713457" y="5473805"/>
                  </a:lnTo>
                  <a:lnTo>
                    <a:pt x="713457" y="5473182"/>
                  </a:lnTo>
                  <a:lnTo>
                    <a:pt x="713602" y="5473182"/>
                  </a:lnTo>
                  <a:lnTo>
                    <a:pt x="713748" y="5473182"/>
                  </a:lnTo>
                  <a:lnTo>
                    <a:pt x="713893" y="5473182"/>
                  </a:lnTo>
                  <a:lnTo>
                    <a:pt x="714039" y="5473182"/>
                  </a:lnTo>
                  <a:lnTo>
                    <a:pt x="714039" y="5472558"/>
                  </a:lnTo>
                  <a:lnTo>
                    <a:pt x="714184" y="5472558"/>
                  </a:lnTo>
                  <a:lnTo>
                    <a:pt x="714330" y="5472558"/>
                  </a:lnTo>
                  <a:lnTo>
                    <a:pt x="714475" y="5472558"/>
                  </a:lnTo>
                  <a:lnTo>
                    <a:pt x="714620" y="5472558"/>
                  </a:lnTo>
                  <a:lnTo>
                    <a:pt x="714766" y="5472558"/>
                  </a:lnTo>
                  <a:lnTo>
                    <a:pt x="714911" y="5472558"/>
                  </a:lnTo>
                  <a:lnTo>
                    <a:pt x="714911" y="5471934"/>
                  </a:lnTo>
                  <a:lnTo>
                    <a:pt x="715057" y="5471934"/>
                  </a:lnTo>
                  <a:lnTo>
                    <a:pt x="715057" y="5471311"/>
                  </a:lnTo>
                  <a:lnTo>
                    <a:pt x="715202" y="5471311"/>
                  </a:lnTo>
                  <a:lnTo>
                    <a:pt x="715348" y="5471311"/>
                  </a:lnTo>
                  <a:lnTo>
                    <a:pt x="715348" y="5470687"/>
                  </a:lnTo>
                  <a:lnTo>
                    <a:pt x="715493" y="5470687"/>
                  </a:lnTo>
                  <a:lnTo>
                    <a:pt x="715493" y="5470064"/>
                  </a:lnTo>
                  <a:lnTo>
                    <a:pt x="715493" y="5469440"/>
                  </a:lnTo>
                  <a:lnTo>
                    <a:pt x="715493" y="5468816"/>
                  </a:lnTo>
                  <a:lnTo>
                    <a:pt x="715638" y="5468816"/>
                  </a:lnTo>
                  <a:lnTo>
                    <a:pt x="715784" y="5468816"/>
                  </a:lnTo>
                  <a:lnTo>
                    <a:pt x="715929" y="5468816"/>
                  </a:lnTo>
                  <a:lnTo>
                    <a:pt x="716075" y="5468816"/>
                  </a:lnTo>
                  <a:lnTo>
                    <a:pt x="716220" y="5468816"/>
                  </a:lnTo>
                  <a:lnTo>
                    <a:pt x="716220" y="5468193"/>
                  </a:lnTo>
                  <a:lnTo>
                    <a:pt x="716365" y="5468193"/>
                  </a:lnTo>
                  <a:lnTo>
                    <a:pt x="716511" y="5468193"/>
                  </a:lnTo>
                  <a:lnTo>
                    <a:pt x="716511" y="5467569"/>
                  </a:lnTo>
                  <a:lnTo>
                    <a:pt x="716656" y="5467569"/>
                  </a:lnTo>
                  <a:lnTo>
                    <a:pt x="716802" y="5467569"/>
                  </a:lnTo>
                  <a:lnTo>
                    <a:pt x="716802" y="5466946"/>
                  </a:lnTo>
                  <a:lnTo>
                    <a:pt x="716947" y="5466946"/>
                  </a:lnTo>
                  <a:lnTo>
                    <a:pt x="717093" y="5466946"/>
                  </a:lnTo>
                  <a:lnTo>
                    <a:pt x="717093" y="5466322"/>
                  </a:lnTo>
                  <a:lnTo>
                    <a:pt x="717093" y="5465699"/>
                  </a:lnTo>
                  <a:lnTo>
                    <a:pt x="717238" y="5465699"/>
                  </a:lnTo>
                  <a:lnTo>
                    <a:pt x="717383" y="5465699"/>
                  </a:lnTo>
                  <a:lnTo>
                    <a:pt x="717529" y="5465699"/>
                  </a:lnTo>
                  <a:lnTo>
                    <a:pt x="717529" y="5465075"/>
                  </a:lnTo>
                  <a:lnTo>
                    <a:pt x="717674" y="5465075"/>
                  </a:lnTo>
                  <a:lnTo>
                    <a:pt x="717820" y="5465075"/>
                  </a:lnTo>
                  <a:lnTo>
                    <a:pt x="717820" y="5464451"/>
                  </a:lnTo>
                  <a:lnTo>
                    <a:pt x="717965" y="5464451"/>
                  </a:lnTo>
                  <a:lnTo>
                    <a:pt x="718111" y="5464451"/>
                  </a:lnTo>
                  <a:lnTo>
                    <a:pt x="718256" y="5464451"/>
                  </a:lnTo>
                  <a:lnTo>
                    <a:pt x="718401" y="5464451"/>
                  </a:lnTo>
                  <a:lnTo>
                    <a:pt x="718547" y="5464451"/>
                  </a:lnTo>
                  <a:lnTo>
                    <a:pt x="718547" y="5463828"/>
                  </a:lnTo>
                  <a:lnTo>
                    <a:pt x="718692" y="5463828"/>
                  </a:lnTo>
                  <a:lnTo>
                    <a:pt x="718692" y="5463204"/>
                  </a:lnTo>
                  <a:lnTo>
                    <a:pt x="718838" y="5463204"/>
                  </a:lnTo>
                  <a:lnTo>
                    <a:pt x="718983" y="5463204"/>
                  </a:lnTo>
                  <a:lnTo>
                    <a:pt x="718983" y="5462581"/>
                  </a:lnTo>
                  <a:lnTo>
                    <a:pt x="719129" y="5462581"/>
                  </a:lnTo>
                  <a:lnTo>
                    <a:pt x="719129" y="5461957"/>
                  </a:lnTo>
                  <a:lnTo>
                    <a:pt x="719274" y="5461957"/>
                  </a:lnTo>
                  <a:lnTo>
                    <a:pt x="719419" y="5461957"/>
                  </a:lnTo>
                  <a:lnTo>
                    <a:pt x="719565" y="5461957"/>
                  </a:lnTo>
                  <a:lnTo>
                    <a:pt x="719710" y="5461957"/>
                  </a:lnTo>
                  <a:lnTo>
                    <a:pt x="719856" y="5461957"/>
                  </a:lnTo>
                  <a:lnTo>
                    <a:pt x="720001" y="5461957"/>
                  </a:lnTo>
                  <a:lnTo>
                    <a:pt x="720147" y="5461957"/>
                  </a:lnTo>
                  <a:lnTo>
                    <a:pt x="720147" y="5461333"/>
                  </a:lnTo>
                  <a:lnTo>
                    <a:pt x="720292" y="5461333"/>
                  </a:lnTo>
                  <a:lnTo>
                    <a:pt x="720437" y="5461333"/>
                  </a:lnTo>
                  <a:lnTo>
                    <a:pt x="720583" y="5461333"/>
                  </a:lnTo>
                  <a:lnTo>
                    <a:pt x="720728" y="5461333"/>
                  </a:lnTo>
                  <a:lnTo>
                    <a:pt x="720874" y="5461333"/>
                  </a:lnTo>
                  <a:lnTo>
                    <a:pt x="721019" y="5461333"/>
                  </a:lnTo>
                  <a:lnTo>
                    <a:pt x="721165" y="5461333"/>
                  </a:lnTo>
                  <a:lnTo>
                    <a:pt x="721310" y="5461333"/>
                  </a:lnTo>
                  <a:lnTo>
                    <a:pt x="721455" y="5461333"/>
                  </a:lnTo>
                  <a:lnTo>
                    <a:pt x="721601" y="5461333"/>
                  </a:lnTo>
                  <a:lnTo>
                    <a:pt x="721601" y="5460710"/>
                  </a:lnTo>
                  <a:lnTo>
                    <a:pt x="721746" y="5460710"/>
                  </a:lnTo>
                  <a:lnTo>
                    <a:pt x="721892" y="5460710"/>
                  </a:lnTo>
                  <a:lnTo>
                    <a:pt x="722037" y="5460710"/>
                  </a:lnTo>
                  <a:lnTo>
                    <a:pt x="722037" y="5460086"/>
                  </a:lnTo>
                  <a:lnTo>
                    <a:pt x="722183" y="5460086"/>
                  </a:lnTo>
                  <a:lnTo>
                    <a:pt x="722183" y="5459463"/>
                  </a:lnTo>
                  <a:lnTo>
                    <a:pt x="722328" y="5459463"/>
                  </a:lnTo>
                  <a:lnTo>
                    <a:pt x="722473" y="5459463"/>
                  </a:lnTo>
                  <a:lnTo>
                    <a:pt x="722473" y="5458839"/>
                  </a:lnTo>
                  <a:lnTo>
                    <a:pt x="722619" y="5458839"/>
                  </a:lnTo>
                  <a:lnTo>
                    <a:pt x="722764" y="5458839"/>
                  </a:lnTo>
                  <a:lnTo>
                    <a:pt x="722910" y="5458839"/>
                  </a:lnTo>
                  <a:lnTo>
                    <a:pt x="722910" y="5458216"/>
                  </a:lnTo>
                  <a:lnTo>
                    <a:pt x="723055" y="5458216"/>
                  </a:lnTo>
                  <a:lnTo>
                    <a:pt x="723200" y="5458216"/>
                  </a:lnTo>
                  <a:lnTo>
                    <a:pt x="723346" y="5458216"/>
                  </a:lnTo>
                  <a:lnTo>
                    <a:pt x="723491" y="5458216"/>
                  </a:lnTo>
                  <a:lnTo>
                    <a:pt x="723637" y="5458216"/>
                  </a:lnTo>
                  <a:lnTo>
                    <a:pt x="723637" y="5457592"/>
                  </a:lnTo>
                  <a:lnTo>
                    <a:pt x="723782" y="5457592"/>
                  </a:lnTo>
                  <a:lnTo>
                    <a:pt x="723928" y="5457592"/>
                  </a:lnTo>
                  <a:lnTo>
                    <a:pt x="724073" y="5457592"/>
                  </a:lnTo>
                  <a:lnTo>
                    <a:pt x="724218" y="5457592"/>
                  </a:lnTo>
                  <a:lnTo>
                    <a:pt x="724364" y="5457592"/>
                  </a:lnTo>
                  <a:lnTo>
                    <a:pt x="724509" y="5457592"/>
                  </a:lnTo>
                  <a:lnTo>
                    <a:pt x="724655" y="5457592"/>
                  </a:lnTo>
                  <a:lnTo>
                    <a:pt x="724800" y="5457592"/>
                  </a:lnTo>
                  <a:lnTo>
                    <a:pt x="724946" y="5457592"/>
                  </a:lnTo>
                  <a:lnTo>
                    <a:pt x="724946" y="5456968"/>
                  </a:lnTo>
                  <a:lnTo>
                    <a:pt x="724946" y="5456345"/>
                  </a:lnTo>
                  <a:lnTo>
                    <a:pt x="725091" y="5456345"/>
                  </a:lnTo>
                  <a:lnTo>
                    <a:pt x="725236" y="5456345"/>
                  </a:lnTo>
                  <a:lnTo>
                    <a:pt x="725236" y="5455721"/>
                  </a:lnTo>
                  <a:lnTo>
                    <a:pt x="725382" y="5455721"/>
                  </a:lnTo>
                  <a:lnTo>
                    <a:pt x="725527" y="5455721"/>
                  </a:lnTo>
                  <a:lnTo>
                    <a:pt x="725527" y="5455098"/>
                  </a:lnTo>
                  <a:lnTo>
                    <a:pt x="725673" y="5455098"/>
                  </a:lnTo>
                  <a:lnTo>
                    <a:pt x="725818" y="5455098"/>
                  </a:lnTo>
                  <a:lnTo>
                    <a:pt x="725964" y="5455098"/>
                  </a:lnTo>
                  <a:lnTo>
                    <a:pt x="725964" y="5454474"/>
                  </a:lnTo>
                  <a:lnTo>
                    <a:pt x="726109" y="5454474"/>
                  </a:lnTo>
                  <a:lnTo>
                    <a:pt x="726254" y="5454474"/>
                  </a:lnTo>
                  <a:lnTo>
                    <a:pt x="726400" y="5454474"/>
                  </a:lnTo>
                  <a:lnTo>
                    <a:pt x="726400" y="5453850"/>
                  </a:lnTo>
                  <a:lnTo>
                    <a:pt x="726400" y="5453227"/>
                  </a:lnTo>
                  <a:lnTo>
                    <a:pt x="726545" y="5453227"/>
                  </a:lnTo>
                  <a:lnTo>
                    <a:pt x="726691" y="5453227"/>
                  </a:lnTo>
                  <a:lnTo>
                    <a:pt x="726836" y="5453227"/>
                  </a:lnTo>
                  <a:lnTo>
                    <a:pt x="726982" y="5453227"/>
                  </a:lnTo>
                  <a:lnTo>
                    <a:pt x="727127" y="5453227"/>
                  </a:lnTo>
                  <a:lnTo>
                    <a:pt x="727272" y="5453227"/>
                  </a:lnTo>
                  <a:lnTo>
                    <a:pt x="727418" y="5453227"/>
                  </a:lnTo>
                  <a:lnTo>
                    <a:pt x="727418" y="5452603"/>
                  </a:lnTo>
                  <a:lnTo>
                    <a:pt x="727418" y="5451980"/>
                  </a:lnTo>
                  <a:lnTo>
                    <a:pt x="727563" y="5451980"/>
                  </a:lnTo>
                  <a:lnTo>
                    <a:pt x="727709" y="5451980"/>
                  </a:lnTo>
                  <a:lnTo>
                    <a:pt x="727854" y="5451980"/>
                  </a:lnTo>
                  <a:lnTo>
                    <a:pt x="727854" y="5451356"/>
                  </a:lnTo>
                  <a:lnTo>
                    <a:pt x="728000" y="5451356"/>
                  </a:lnTo>
                  <a:lnTo>
                    <a:pt x="728145" y="5451356"/>
                  </a:lnTo>
                  <a:lnTo>
                    <a:pt x="728290" y="5451356"/>
                  </a:lnTo>
                  <a:lnTo>
                    <a:pt x="728436" y="5451356"/>
                  </a:lnTo>
                  <a:lnTo>
                    <a:pt x="728436" y="5450733"/>
                  </a:lnTo>
                  <a:lnTo>
                    <a:pt x="728581" y="5450733"/>
                  </a:lnTo>
                  <a:lnTo>
                    <a:pt x="728727" y="5450733"/>
                  </a:lnTo>
                  <a:lnTo>
                    <a:pt x="728872" y="5450733"/>
                  </a:lnTo>
                  <a:lnTo>
                    <a:pt x="728872" y="5450109"/>
                  </a:lnTo>
                  <a:lnTo>
                    <a:pt x="728872" y="5449485"/>
                  </a:lnTo>
                  <a:lnTo>
                    <a:pt x="729018" y="5449485"/>
                  </a:lnTo>
                  <a:lnTo>
                    <a:pt x="729018" y="5448862"/>
                  </a:lnTo>
                  <a:lnTo>
                    <a:pt x="729163" y="5448862"/>
                  </a:lnTo>
                  <a:lnTo>
                    <a:pt x="729308" y="5448862"/>
                  </a:lnTo>
                  <a:lnTo>
                    <a:pt x="729454" y="5448862"/>
                  </a:lnTo>
                  <a:lnTo>
                    <a:pt x="729599" y="5448862"/>
                  </a:lnTo>
                  <a:lnTo>
                    <a:pt x="729599" y="5448238"/>
                  </a:lnTo>
                  <a:lnTo>
                    <a:pt x="729745" y="5448238"/>
                  </a:lnTo>
                  <a:lnTo>
                    <a:pt x="729890" y="5448238"/>
                  </a:lnTo>
                  <a:lnTo>
                    <a:pt x="730035" y="5448238"/>
                  </a:lnTo>
                  <a:lnTo>
                    <a:pt x="730181" y="5448238"/>
                  </a:lnTo>
                  <a:lnTo>
                    <a:pt x="730326" y="5448238"/>
                  </a:lnTo>
                  <a:lnTo>
                    <a:pt x="730326" y="5447615"/>
                  </a:lnTo>
                  <a:lnTo>
                    <a:pt x="730472" y="5447615"/>
                  </a:lnTo>
                  <a:lnTo>
                    <a:pt x="730617" y="5447615"/>
                  </a:lnTo>
                  <a:lnTo>
                    <a:pt x="730763" y="5447615"/>
                  </a:lnTo>
                  <a:lnTo>
                    <a:pt x="730908" y="5447615"/>
                  </a:lnTo>
                  <a:lnTo>
                    <a:pt x="731053" y="5447615"/>
                  </a:lnTo>
                  <a:lnTo>
                    <a:pt x="731199" y="5447615"/>
                  </a:lnTo>
                  <a:lnTo>
                    <a:pt x="731344" y="5447615"/>
                  </a:lnTo>
                  <a:lnTo>
                    <a:pt x="731490" y="5447615"/>
                  </a:lnTo>
                  <a:lnTo>
                    <a:pt x="731635" y="5447615"/>
                  </a:lnTo>
                  <a:lnTo>
                    <a:pt x="731781" y="5447615"/>
                  </a:lnTo>
                  <a:lnTo>
                    <a:pt x="731926" y="5447615"/>
                  </a:lnTo>
                  <a:lnTo>
                    <a:pt x="732071" y="5447615"/>
                  </a:lnTo>
                  <a:lnTo>
                    <a:pt x="732217" y="5447615"/>
                  </a:lnTo>
                  <a:lnTo>
                    <a:pt x="732362" y="5447615"/>
                  </a:lnTo>
                  <a:lnTo>
                    <a:pt x="732508" y="5447615"/>
                  </a:lnTo>
                  <a:lnTo>
                    <a:pt x="732653" y="5447615"/>
                  </a:lnTo>
                  <a:lnTo>
                    <a:pt x="732799" y="5447615"/>
                  </a:lnTo>
                  <a:lnTo>
                    <a:pt x="732944" y="5447615"/>
                  </a:lnTo>
                  <a:lnTo>
                    <a:pt x="733089" y="5447615"/>
                  </a:lnTo>
                  <a:lnTo>
                    <a:pt x="733235" y="5447615"/>
                  </a:lnTo>
                  <a:lnTo>
                    <a:pt x="733380" y="5447615"/>
                  </a:lnTo>
                  <a:lnTo>
                    <a:pt x="733526" y="5447615"/>
                  </a:lnTo>
                  <a:lnTo>
                    <a:pt x="733671" y="5447615"/>
                  </a:lnTo>
                  <a:lnTo>
                    <a:pt x="733671" y="5446991"/>
                  </a:lnTo>
                  <a:lnTo>
                    <a:pt x="733671" y="5446367"/>
                  </a:lnTo>
                  <a:lnTo>
                    <a:pt x="733817" y="5446367"/>
                  </a:lnTo>
                  <a:lnTo>
                    <a:pt x="733962" y="5446367"/>
                  </a:lnTo>
                  <a:lnTo>
                    <a:pt x="734107" y="5446367"/>
                  </a:lnTo>
                  <a:lnTo>
                    <a:pt x="734253" y="5446367"/>
                  </a:lnTo>
                  <a:lnTo>
                    <a:pt x="734398" y="5446367"/>
                  </a:lnTo>
                  <a:lnTo>
                    <a:pt x="734398" y="5445744"/>
                  </a:lnTo>
                  <a:lnTo>
                    <a:pt x="734398" y="5445120"/>
                  </a:lnTo>
                  <a:lnTo>
                    <a:pt x="734398" y="5444497"/>
                  </a:lnTo>
                  <a:lnTo>
                    <a:pt x="734544" y="5444497"/>
                  </a:lnTo>
                  <a:lnTo>
                    <a:pt x="734689" y="5444497"/>
                  </a:lnTo>
                  <a:lnTo>
                    <a:pt x="734835" y="5444497"/>
                  </a:lnTo>
                  <a:lnTo>
                    <a:pt x="734835" y="5443873"/>
                  </a:lnTo>
                  <a:lnTo>
                    <a:pt x="734835" y="5443250"/>
                  </a:lnTo>
                  <a:lnTo>
                    <a:pt x="734980" y="5443250"/>
                  </a:lnTo>
                  <a:lnTo>
                    <a:pt x="735125" y="5443250"/>
                  </a:lnTo>
                  <a:lnTo>
                    <a:pt x="735271" y="5443250"/>
                  </a:lnTo>
                  <a:lnTo>
                    <a:pt x="735416" y="5443250"/>
                  </a:lnTo>
                  <a:lnTo>
                    <a:pt x="735416" y="5442626"/>
                  </a:lnTo>
                  <a:lnTo>
                    <a:pt x="735562" y="5442626"/>
                  </a:lnTo>
                  <a:lnTo>
                    <a:pt x="735707" y="5442626"/>
                  </a:lnTo>
                  <a:lnTo>
                    <a:pt x="735853" y="5442626"/>
                  </a:lnTo>
                  <a:lnTo>
                    <a:pt x="735998" y="5442626"/>
                  </a:lnTo>
                  <a:lnTo>
                    <a:pt x="736143" y="5442626"/>
                  </a:lnTo>
                  <a:lnTo>
                    <a:pt x="736143" y="5442002"/>
                  </a:lnTo>
                  <a:lnTo>
                    <a:pt x="736289" y="5442002"/>
                  </a:lnTo>
                  <a:lnTo>
                    <a:pt x="736434" y="5442002"/>
                  </a:lnTo>
                  <a:lnTo>
                    <a:pt x="736580" y="5442002"/>
                  </a:lnTo>
                  <a:lnTo>
                    <a:pt x="736725" y="5442002"/>
                  </a:lnTo>
                  <a:lnTo>
                    <a:pt x="736870" y="5442002"/>
                  </a:lnTo>
                  <a:lnTo>
                    <a:pt x="737016" y="5442002"/>
                  </a:lnTo>
                  <a:lnTo>
                    <a:pt x="737161" y="5442002"/>
                  </a:lnTo>
                  <a:lnTo>
                    <a:pt x="737307" y="5442002"/>
                  </a:lnTo>
                  <a:lnTo>
                    <a:pt x="737452" y="5442002"/>
                  </a:lnTo>
                  <a:lnTo>
                    <a:pt x="737452" y="5441379"/>
                  </a:lnTo>
                  <a:lnTo>
                    <a:pt x="737598" y="5441379"/>
                  </a:lnTo>
                  <a:lnTo>
                    <a:pt x="737743" y="5441379"/>
                  </a:lnTo>
                  <a:lnTo>
                    <a:pt x="737743" y="5440755"/>
                  </a:lnTo>
                  <a:lnTo>
                    <a:pt x="737888" y="5440755"/>
                  </a:lnTo>
                  <a:lnTo>
                    <a:pt x="738034" y="5440755"/>
                  </a:lnTo>
                  <a:lnTo>
                    <a:pt x="738179" y="5440755"/>
                  </a:lnTo>
                  <a:lnTo>
                    <a:pt x="738325" y="5440755"/>
                  </a:lnTo>
                  <a:lnTo>
                    <a:pt x="738470" y="5440755"/>
                  </a:lnTo>
                  <a:lnTo>
                    <a:pt x="738616" y="5440755"/>
                  </a:lnTo>
                  <a:lnTo>
                    <a:pt x="738761" y="5440755"/>
                  </a:lnTo>
                  <a:lnTo>
                    <a:pt x="738906" y="5440755"/>
                  </a:lnTo>
                  <a:lnTo>
                    <a:pt x="739052" y="5440755"/>
                  </a:lnTo>
                  <a:lnTo>
                    <a:pt x="739197" y="5440755"/>
                  </a:lnTo>
                  <a:lnTo>
                    <a:pt x="739197" y="5440132"/>
                  </a:lnTo>
                  <a:lnTo>
                    <a:pt x="739343" y="5440132"/>
                  </a:lnTo>
                  <a:lnTo>
                    <a:pt x="739488" y="5440132"/>
                  </a:lnTo>
                  <a:lnTo>
                    <a:pt x="739634" y="5440132"/>
                  </a:lnTo>
                  <a:lnTo>
                    <a:pt x="739634" y="5439508"/>
                  </a:lnTo>
                  <a:lnTo>
                    <a:pt x="739779" y="5439508"/>
                  </a:lnTo>
                  <a:lnTo>
                    <a:pt x="739924" y="5439508"/>
                  </a:lnTo>
                  <a:lnTo>
                    <a:pt x="740070" y="5439508"/>
                  </a:lnTo>
                  <a:lnTo>
                    <a:pt x="740215" y="5439508"/>
                  </a:lnTo>
                  <a:lnTo>
                    <a:pt x="740361" y="5439508"/>
                  </a:lnTo>
                  <a:lnTo>
                    <a:pt x="740506" y="5439508"/>
                  </a:lnTo>
                  <a:lnTo>
                    <a:pt x="740652" y="5439508"/>
                  </a:lnTo>
                  <a:lnTo>
                    <a:pt x="740797" y="5439508"/>
                  </a:lnTo>
                  <a:lnTo>
                    <a:pt x="740797" y="5438884"/>
                  </a:lnTo>
                  <a:lnTo>
                    <a:pt x="740942" y="5438884"/>
                  </a:lnTo>
                  <a:lnTo>
                    <a:pt x="740942" y="5438261"/>
                  </a:lnTo>
                  <a:lnTo>
                    <a:pt x="740942" y="5437637"/>
                  </a:lnTo>
                  <a:lnTo>
                    <a:pt x="741088" y="5437637"/>
                  </a:lnTo>
                  <a:lnTo>
                    <a:pt x="741233" y="5437637"/>
                  </a:lnTo>
                  <a:lnTo>
                    <a:pt x="741379" y="5437637"/>
                  </a:lnTo>
                  <a:lnTo>
                    <a:pt x="741524" y="5437637"/>
                  </a:lnTo>
                  <a:lnTo>
                    <a:pt x="741670" y="5437637"/>
                  </a:lnTo>
                  <a:lnTo>
                    <a:pt x="741815" y="5437637"/>
                  </a:lnTo>
                  <a:lnTo>
                    <a:pt x="741960" y="5437637"/>
                  </a:lnTo>
                  <a:lnTo>
                    <a:pt x="742106" y="5437637"/>
                  </a:lnTo>
                  <a:lnTo>
                    <a:pt x="742106" y="5437014"/>
                  </a:lnTo>
                  <a:lnTo>
                    <a:pt x="742251" y="5437014"/>
                  </a:lnTo>
                  <a:lnTo>
                    <a:pt x="742251" y="5436390"/>
                  </a:lnTo>
                  <a:lnTo>
                    <a:pt x="742397" y="5436390"/>
                  </a:lnTo>
                  <a:lnTo>
                    <a:pt x="742542" y="5436390"/>
                  </a:lnTo>
                  <a:lnTo>
                    <a:pt x="742687" y="5436390"/>
                  </a:lnTo>
                  <a:lnTo>
                    <a:pt x="742833" y="5436390"/>
                  </a:lnTo>
                  <a:lnTo>
                    <a:pt x="742978" y="5436390"/>
                  </a:lnTo>
                  <a:lnTo>
                    <a:pt x="743124" y="5436390"/>
                  </a:lnTo>
                  <a:lnTo>
                    <a:pt x="743269" y="5436390"/>
                  </a:lnTo>
                  <a:lnTo>
                    <a:pt x="743415" y="5436390"/>
                  </a:lnTo>
                  <a:lnTo>
                    <a:pt x="743560" y="5436390"/>
                  </a:lnTo>
                  <a:lnTo>
                    <a:pt x="743705" y="5436390"/>
                  </a:lnTo>
                  <a:lnTo>
                    <a:pt x="743851" y="5436390"/>
                  </a:lnTo>
                  <a:lnTo>
                    <a:pt x="743851" y="5435767"/>
                  </a:lnTo>
                  <a:lnTo>
                    <a:pt x="743851" y="5435143"/>
                  </a:lnTo>
                  <a:lnTo>
                    <a:pt x="743996" y="5435143"/>
                  </a:lnTo>
                  <a:lnTo>
                    <a:pt x="744142" y="5435143"/>
                  </a:lnTo>
                  <a:lnTo>
                    <a:pt x="744287" y="5435143"/>
                  </a:lnTo>
                  <a:lnTo>
                    <a:pt x="744433" y="5435143"/>
                  </a:lnTo>
                  <a:lnTo>
                    <a:pt x="744578" y="5435143"/>
                  </a:lnTo>
                  <a:lnTo>
                    <a:pt x="744723" y="5435143"/>
                  </a:lnTo>
                  <a:lnTo>
                    <a:pt x="744869" y="5435143"/>
                  </a:lnTo>
                  <a:lnTo>
                    <a:pt x="744869" y="5434519"/>
                  </a:lnTo>
                  <a:lnTo>
                    <a:pt x="745014" y="5434519"/>
                  </a:lnTo>
                  <a:lnTo>
                    <a:pt x="745014" y="5433896"/>
                  </a:lnTo>
                  <a:lnTo>
                    <a:pt x="745160" y="5433896"/>
                  </a:lnTo>
                  <a:lnTo>
                    <a:pt x="745305" y="5433896"/>
                  </a:lnTo>
                  <a:lnTo>
                    <a:pt x="745451" y="5433896"/>
                  </a:lnTo>
                  <a:lnTo>
                    <a:pt x="745596" y="5433896"/>
                  </a:lnTo>
                  <a:lnTo>
                    <a:pt x="745596" y="5433272"/>
                  </a:lnTo>
                  <a:lnTo>
                    <a:pt x="745741" y="5433272"/>
                  </a:lnTo>
                  <a:lnTo>
                    <a:pt x="745887" y="5433272"/>
                  </a:lnTo>
                  <a:lnTo>
                    <a:pt x="746032" y="5433272"/>
                  </a:lnTo>
                  <a:lnTo>
                    <a:pt x="746032" y="5432649"/>
                  </a:lnTo>
                  <a:lnTo>
                    <a:pt x="746178" y="5432649"/>
                  </a:lnTo>
                  <a:lnTo>
                    <a:pt x="746178" y="5432025"/>
                  </a:lnTo>
                  <a:lnTo>
                    <a:pt x="746323" y="5432025"/>
                  </a:lnTo>
                  <a:lnTo>
                    <a:pt x="746469" y="5432025"/>
                  </a:lnTo>
                  <a:lnTo>
                    <a:pt x="746614" y="5432025"/>
                  </a:lnTo>
                  <a:lnTo>
                    <a:pt x="746759" y="5432025"/>
                  </a:lnTo>
                  <a:lnTo>
                    <a:pt x="746905" y="5432025"/>
                  </a:lnTo>
                  <a:lnTo>
                    <a:pt x="746905" y="5431401"/>
                  </a:lnTo>
                  <a:lnTo>
                    <a:pt x="746905" y="5430778"/>
                  </a:lnTo>
                  <a:lnTo>
                    <a:pt x="747050" y="5430778"/>
                  </a:lnTo>
                  <a:lnTo>
                    <a:pt x="747196" y="5430778"/>
                  </a:lnTo>
                  <a:lnTo>
                    <a:pt x="747341" y="5430778"/>
                  </a:lnTo>
                  <a:lnTo>
                    <a:pt x="747487" y="5430778"/>
                  </a:lnTo>
                  <a:lnTo>
                    <a:pt x="747632" y="5430778"/>
                  </a:lnTo>
                  <a:lnTo>
                    <a:pt x="747777" y="5430778"/>
                  </a:lnTo>
                  <a:lnTo>
                    <a:pt x="747777" y="5430154"/>
                  </a:lnTo>
                  <a:lnTo>
                    <a:pt x="747923" y="5430154"/>
                  </a:lnTo>
                  <a:lnTo>
                    <a:pt x="747923" y="5429531"/>
                  </a:lnTo>
                  <a:lnTo>
                    <a:pt x="747923" y="5428907"/>
                  </a:lnTo>
                  <a:lnTo>
                    <a:pt x="748068" y="5428907"/>
                  </a:lnTo>
                  <a:lnTo>
                    <a:pt x="748068" y="5428284"/>
                  </a:lnTo>
                  <a:lnTo>
                    <a:pt x="748214" y="5428284"/>
                  </a:lnTo>
                  <a:lnTo>
                    <a:pt x="748359" y="5428284"/>
                  </a:lnTo>
                  <a:lnTo>
                    <a:pt x="748505" y="5428284"/>
                  </a:lnTo>
                  <a:lnTo>
                    <a:pt x="748505" y="5427660"/>
                  </a:lnTo>
                  <a:lnTo>
                    <a:pt x="748650" y="5427660"/>
                  </a:lnTo>
                  <a:lnTo>
                    <a:pt x="748795" y="5427660"/>
                  </a:lnTo>
                  <a:lnTo>
                    <a:pt x="748941" y="5427660"/>
                  </a:lnTo>
                  <a:lnTo>
                    <a:pt x="749086" y="5427660"/>
                  </a:lnTo>
                  <a:lnTo>
                    <a:pt x="749232" y="5427660"/>
                  </a:lnTo>
                  <a:lnTo>
                    <a:pt x="749377" y="5427660"/>
                  </a:lnTo>
                  <a:lnTo>
                    <a:pt x="749377" y="5427036"/>
                  </a:lnTo>
                  <a:lnTo>
                    <a:pt x="749522" y="5427036"/>
                  </a:lnTo>
                  <a:lnTo>
                    <a:pt x="749668" y="5427036"/>
                  </a:lnTo>
                  <a:lnTo>
                    <a:pt x="749813" y="5427036"/>
                  </a:lnTo>
                  <a:lnTo>
                    <a:pt x="749959" y="5427036"/>
                  </a:lnTo>
                  <a:lnTo>
                    <a:pt x="749959" y="5426413"/>
                  </a:lnTo>
                  <a:lnTo>
                    <a:pt x="749959" y="5425789"/>
                  </a:lnTo>
                  <a:lnTo>
                    <a:pt x="750104" y="5425789"/>
                  </a:lnTo>
                  <a:lnTo>
                    <a:pt x="750250" y="5425789"/>
                  </a:lnTo>
                  <a:lnTo>
                    <a:pt x="750395" y="5425789"/>
                  </a:lnTo>
                  <a:lnTo>
                    <a:pt x="750540" y="5425789"/>
                  </a:lnTo>
                  <a:lnTo>
                    <a:pt x="750686" y="5425789"/>
                  </a:lnTo>
                  <a:lnTo>
                    <a:pt x="750686" y="5425166"/>
                  </a:lnTo>
                  <a:lnTo>
                    <a:pt x="750831" y="5425166"/>
                  </a:lnTo>
                  <a:lnTo>
                    <a:pt x="750977" y="5425166"/>
                  </a:lnTo>
                  <a:lnTo>
                    <a:pt x="751122" y="5425166"/>
                  </a:lnTo>
                  <a:lnTo>
                    <a:pt x="751122" y="5424542"/>
                  </a:lnTo>
                  <a:lnTo>
                    <a:pt x="751268" y="5424542"/>
                  </a:lnTo>
                  <a:lnTo>
                    <a:pt x="751413" y="5424542"/>
                  </a:lnTo>
                  <a:lnTo>
                    <a:pt x="751558" y="5424542"/>
                  </a:lnTo>
                  <a:lnTo>
                    <a:pt x="751704" y="5424542"/>
                  </a:lnTo>
                  <a:lnTo>
                    <a:pt x="751849" y="5424542"/>
                  </a:lnTo>
                  <a:lnTo>
                    <a:pt x="751995" y="5424542"/>
                  </a:lnTo>
                  <a:lnTo>
                    <a:pt x="751995" y="5423919"/>
                  </a:lnTo>
                  <a:lnTo>
                    <a:pt x="751995" y="5423295"/>
                  </a:lnTo>
                  <a:lnTo>
                    <a:pt x="751995" y="5422671"/>
                  </a:lnTo>
                  <a:lnTo>
                    <a:pt x="751995" y="5422048"/>
                  </a:lnTo>
                  <a:lnTo>
                    <a:pt x="752140" y="5422048"/>
                  </a:lnTo>
                  <a:lnTo>
                    <a:pt x="752286" y="5422048"/>
                  </a:lnTo>
                  <a:lnTo>
                    <a:pt x="752431" y="5422048"/>
                  </a:lnTo>
                  <a:lnTo>
                    <a:pt x="752431" y="5421424"/>
                  </a:lnTo>
                  <a:lnTo>
                    <a:pt x="752576" y="5421424"/>
                  </a:lnTo>
                  <a:lnTo>
                    <a:pt x="752576" y="5420801"/>
                  </a:lnTo>
                  <a:lnTo>
                    <a:pt x="752722" y="5420801"/>
                  </a:lnTo>
                  <a:lnTo>
                    <a:pt x="752722" y="5420177"/>
                  </a:lnTo>
                  <a:lnTo>
                    <a:pt x="752867" y="5420177"/>
                  </a:lnTo>
                  <a:lnTo>
                    <a:pt x="752867" y="5419553"/>
                  </a:lnTo>
                  <a:lnTo>
                    <a:pt x="752867" y="5418930"/>
                  </a:lnTo>
                  <a:lnTo>
                    <a:pt x="753013" y="5418930"/>
                  </a:lnTo>
                  <a:lnTo>
                    <a:pt x="753158" y="5418930"/>
                  </a:lnTo>
                  <a:lnTo>
                    <a:pt x="753158" y="5418306"/>
                  </a:lnTo>
                  <a:lnTo>
                    <a:pt x="753304" y="5418306"/>
                  </a:lnTo>
                  <a:lnTo>
                    <a:pt x="753449" y="5418306"/>
                  </a:lnTo>
                  <a:lnTo>
                    <a:pt x="753449" y="5417683"/>
                  </a:lnTo>
                  <a:lnTo>
                    <a:pt x="753594" y="5417683"/>
                  </a:lnTo>
                  <a:lnTo>
                    <a:pt x="753594" y="5417059"/>
                  </a:lnTo>
                  <a:lnTo>
                    <a:pt x="753740" y="5417059"/>
                  </a:lnTo>
                  <a:lnTo>
                    <a:pt x="753885" y="5417059"/>
                  </a:lnTo>
                  <a:lnTo>
                    <a:pt x="754031" y="5417059"/>
                  </a:lnTo>
                  <a:lnTo>
                    <a:pt x="754176" y="5417059"/>
                  </a:lnTo>
                  <a:lnTo>
                    <a:pt x="754322" y="5417059"/>
                  </a:lnTo>
                  <a:lnTo>
                    <a:pt x="754467" y="5417059"/>
                  </a:lnTo>
                  <a:lnTo>
                    <a:pt x="754612" y="5417059"/>
                  </a:lnTo>
                  <a:lnTo>
                    <a:pt x="754758" y="5417059"/>
                  </a:lnTo>
                  <a:lnTo>
                    <a:pt x="754903" y="5417059"/>
                  </a:lnTo>
                  <a:lnTo>
                    <a:pt x="755049" y="5417059"/>
                  </a:lnTo>
                  <a:lnTo>
                    <a:pt x="755049" y="5416436"/>
                  </a:lnTo>
                  <a:lnTo>
                    <a:pt x="755194" y="5416436"/>
                  </a:lnTo>
                  <a:lnTo>
                    <a:pt x="755340" y="5416436"/>
                  </a:lnTo>
                  <a:lnTo>
                    <a:pt x="755340" y="5415812"/>
                  </a:lnTo>
                  <a:lnTo>
                    <a:pt x="755485" y="5415812"/>
                  </a:lnTo>
                  <a:lnTo>
                    <a:pt x="755630" y="5415812"/>
                  </a:lnTo>
                  <a:lnTo>
                    <a:pt x="755776" y="5415812"/>
                  </a:lnTo>
                  <a:lnTo>
                    <a:pt x="755921" y="5415812"/>
                  </a:lnTo>
                  <a:lnTo>
                    <a:pt x="756067" y="5415812"/>
                  </a:lnTo>
                  <a:lnTo>
                    <a:pt x="756212" y="5415812"/>
                  </a:lnTo>
                  <a:lnTo>
                    <a:pt x="756357" y="5415812"/>
                  </a:lnTo>
                  <a:lnTo>
                    <a:pt x="756503" y="5415812"/>
                  </a:lnTo>
                  <a:lnTo>
                    <a:pt x="756648" y="5415812"/>
                  </a:lnTo>
                  <a:lnTo>
                    <a:pt x="756794" y="5415812"/>
                  </a:lnTo>
                  <a:lnTo>
                    <a:pt x="756939" y="5415812"/>
                  </a:lnTo>
                  <a:lnTo>
                    <a:pt x="757085" y="5415812"/>
                  </a:lnTo>
                  <a:lnTo>
                    <a:pt x="757085" y="5415188"/>
                  </a:lnTo>
                  <a:lnTo>
                    <a:pt x="757230" y="5415188"/>
                  </a:lnTo>
                  <a:lnTo>
                    <a:pt x="757375" y="5415188"/>
                  </a:lnTo>
                  <a:lnTo>
                    <a:pt x="757521" y="5415188"/>
                  </a:lnTo>
                  <a:lnTo>
                    <a:pt x="757666" y="5415188"/>
                  </a:lnTo>
                  <a:lnTo>
                    <a:pt x="757812" y="5415188"/>
                  </a:lnTo>
                  <a:lnTo>
                    <a:pt x="757812" y="5414565"/>
                  </a:lnTo>
                  <a:lnTo>
                    <a:pt x="757957" y="5414565"/>
                  </a:lnTo>
                  <a:lnTo>
                    <a:pt x="758103" y="5414565"/>
                  </a:lnTo>
                  <a:lnTo>
                    <a:pt x="758103" y="5413941"/>
                  </a:lnTo>
                  <a:lnTo>
                    <a:pt x="758248" y="5413941"/>
                  </a:lnTo>
                  <a:lnTo>
                    <a:pt x="758393" y="5413941"/>
                  </a:lnTo>
                  <a:lnTo>
                    <a:pt x="758539" y="5413941"/>
                  </a:lnTo>
                  <a:lnTo>
                    <a:pt x="758539" y="5413318"/>
                  </a:lnTo>
                  <a:lnTo>
                    <a:pt x="758684" y="5413318"/>
                  </a:lnTo>
                  <a:lnTo>
                    <a:pt x="758830" y="5413318"/>
                  </a:lnTo>
                  <a:lnTo>
                    <a:pt x="758975" y="5413318"/>
                  </a:lnTo>
                  <a:lnTo>
                    <a:pt x="759121" y="5413318"/>
                  </a:lnTo>
                  <a:lnTo>
                    <a:pt x="759266" y="5413318"/>
                  </a:lnTo>
                  <a:lnTo>
                    <a:pt x="759411" y="5413318"/>
                  </a:lnTo>
                  <a:lnTo>
                    <a:pt x="759557" y="5413318"/>
                  </a:lnTo>
                  <a:lnTo>
                    <a:pt x="759702" y="5413318"/>
                  </a:lnTo>
                  <a:lnTo>
                    <a:pt x="759848" y="5413318"/>
                  </a:lnTo>
                  <a:lnTo>
                    <a:pt x="759993" y="5413318"/>
                  </a:lnTo>
                  <a:lnTo>
                    <a:pt x="760139" y="5413318"/>
                  </a:lnTo>
                  <a:lnTo>
                    <a:pt x="760139" y="5412694"/>
                  </a:lnTo>
                  <a:lnTo>
                    <a:pt x="760284" y="5412694"/>
                  </a:lnTo>
                  <a:lnTo>
                    <a:pt x="760429" y="5412694"/>
                  </a:lnTo>
                  <a:lnTo>
                    <a:pt x="760575" y="5412694"/>
                  </a:lnTo>
                  <a:lnTo>
                    <a:pt x="760720" y="5412694"/>
                  </a:lnTo>
                  <a:lnTo>
                    <a:pt x="760866" y="5412694"/>
                  </a:lnTo>
                  <a:lnTo>
                    <a:pt x="761011" y="5412694"/>
                  </a:lnTo>
                  <a:lnTo>
                    <a:pt x="761157" y="5412694"/>
                  </a:lnTo>
                  <a:lnTo>
                    <a:pt x="761157" y="5412070"/>
                  </a:lnTo>
                  <a:lnTo>
                    <a:pt x="761302" y="5412070"/>
                  </a:lnTo>
                  <a:lnTo>
                    <a:pt x="761447" y="5412070"/>
                  </a:lnTo>
                  <a:lnTo>
                    <a:pt x="761593" y="5412070"/>
                  </a:lnTo>
                  <a:lnTo>
                    <a:pt x="761738" y="5412070"/>
                  </a:lnTo>
                  <a:lnTo>
                    <a:pt x="761884" y="5412070"/>
                  </a:lnTo>
                  <a:lnTo>
                    <a:pt x="761884" y="5411447"/>
                  </a:lnTo>
                  <a:lnTo>
                    <a:pt x="762029" y="5411447"/>
                  </a:lnTo>
                  <a:lnTo>
                    <a:pt x="762175" y="5411447"/>
                  </a:lnTo>
                  <a:lnTo>
                    <a:pt x="762320" y="5411447"/>
                  </a:lnTo>
                  <a:lnTo>
                    <a:pt x="762320" y="5410823"/>
                  </a:lnTo>
                  <a:lnTo>
                    <a:pt x="762465" y="5410823"/>
                  </a:lnTo>
                  <a:lnTo>
                    <a:pt x="762465" y="5410200"/>
                  </a:lnTo>
                  <a:lnTo>
                    <a:pt x="762611" y="5410200"/>
                  </a:lnTo>
                  <a:lnTo>
                    <a:pt x="762756" y="5410200"/>
                  </a:lnTo>
                  <a:lnTo>
                    <a:pt x="762756" y="5409576"/>
                  </a:lnTo>
                  <a:lnTo>
                    <a:pt x="762902" y="5409576"/>
                  </a:lnTo>
                  <a:lnTo>
                    <a:pt x="763047" y="5409576"/>
                  </a:lnTo>
                  <a:lnTo>
                    <a:pt x="763192" y="5409576"/>
                  </a:lnTo>
                  <a:lnTo>
                    <a:pt x="763338" y="5409576"/>
                  </a:lnTo>
                  <a:lnTo>
                    <a:pt x="763483" y="5409576"/>
                  </a:lnTo>
                  <a:lnTo>
                    <a:pt x="763483" y="5408953"/>
                  </a:lnTo>
                  <a:lnTo>
                    <a:pt x="763629" y="5408953"/>
                  </a:lnTo>
                  <a:lnTo>
                    <a:pt x="763774" y="5408953"/>
                  </a:lnTo>
                  <a:lnTo>
                    <a:pt x="763920" y="5408953"/>
                  </a:lnTo>
                  <a:lnTo>
                    <a:pt x="764065" y="5408953"/>
                  </a:lnTo>
                  <a:lnTo>
                    <a:pt x="764210" y="5408953"/>
                  </a:lnTo>
                  <a:lnTo>
                    <a:pt x="764356" y="5408953"/>
                  </a:lnTo>
                  <a:lnTo>
                    <a:pt x="764501" y="5408953"/>
                  </a:lnTo>
                  <a:lnTo>
                    <a:pt x="764647" y="5408953"/>
                  </a:lnTo>
                  <a:lnTo>
                    <a:pt x="764792" y="5408953"/>
                  </a:lnTo>
                  <a:lnTo>
                    <a:pt x="764938" y="5408953"/>
                  </a:lnTo>
                  <a:lnTo>
                    <a:pt x="765083" y="5408953"/>
                  </a:lnTo>
                  <a:lnTo>
                    <a:pt x="765228" y="5408953"/>
                  </a:lnTo>
                  <a:lnTo>
                    <a:pt x="765374" y="5408953"/>
                  </a:lnTo>
                  <a:lnTo>
                    <a:pt x="765374" y="5408329"/>
                  </a:lnTo>
                  <a:lnTo>
                    <a:pt x="765519" y="5408329"/>
                  </a:lnTo>
                  <a:lnTo>
                    <a:pt x="765665" y="5408329"/>
                  </a:lnTo>
                  <a:lnTo>
                    <a:pt x="765810" y="5408329"/>
                  </a:lnTo>
                  <a:lnTo>
                    <a:pt x="765810" y="5407705"/>
                  </a:lnTo>
                  <a:lnTo>
                    <a:pt x="765956" y="5407705"/>
                  </a:lnTo>
                  <a:lnTo>
                    <a:pt x="765956" y="5407082"/>
                  </a:lnTo>
                  <a:lnTo>
                    <a:pt x="765956" y="5406458"/>
                  </a:lnTo>
                  <a:lnTo>
                    <a:pt x="765956" y="5405835"/>
                  </a:lnTo>
                  <a:lnTo>
                    <a:pt x="766101" y="5405835"/>
                  </a:lnTo>
                  <a:lnTo>
                    <a:pt x="766246" y="5405835"/>
                  </a:lnTo>
                  <a:lnTo>
                    <a:pt x="766246" y="5405211"/>
                  </a:lnTo>
                  <a:lnTo>
                    <a:pt x="766392" y="5405211"/>
                  </a:lnTo>
                  <a:lnTo>
                    <a:pt x="766537" y="5405211"/>
                  </a:lnTo>
                  <a:lnTo>
                    <a:pt x="766537" y="5404587"/>
                  </a:lnTo>
                  <a:lnTo>
                    <a:pt x="766537" y="5403964"/>
                  </a:lnTo>
                  <a:lnTo>
                    <a:pt x="766683" y="5403964"/>
                  </a:lnTo>
                  <a:lnTo>
                    <a:pt x="766828" y="5403964"/>
                  </a:lnTo>
                  <a:lnTo>
                    <a:pt x="766974" y="5403964"/>
                  </a:lnTo>
                  <a:lnTo>
                    <a:pt x="767119" y="5403964"/>
                  </a:lnTo>
                  <a:lnTo>
                    <a:pt x="767264" y="5403964"/>
                  </a:lnTo>
                  <a:lnTo>
                    <a:pt x="767410" y="5403964"/>
                  </a:lnTo>
                  <a:lnTo>
                    <a:pt x="767410" y="5403340"/>
                  </a:lnTo>
                  <a:lnTo>
                    <a:pt x="767555" y="5403340"/>
                  </a:lnTo>
                  <a:lnTo>
                    <a:pt x="767701" y="5403340"/>
                  </a:lnTo>
                  <a:lnTo>
                    <a:pt x="767846" y="5403340"/>
                  </a:lnTo>
                  <a:lnTo>
                    <a:pt x="767992" y="5403340"/>
                  </a:lnTo>
                  <a:lnTo>
                    <a:pt x="768137" y="5403340"/>
                  </a:lnTo>
                  <a:lnTo>
                    <a:pt x="768282" y="5403340"/>
                  </a:lnTo>
                  <a:lnTo>
                    <a:pt x="768428" y="5403340"/>
                  </a:lnTo>
                  <a:lnTo>
                    <a:pt x="768573" y="5403340"/>
                  </a:lnTo>
                  <a:lnTo>
                    <a:pt x="768719" y="5403340"/>
                  </a:lnTo>
                  <a:lnTo>
                    <a:pt x="768864" y="5403340"/>
                  </a:lnTo>
                  <a:lnTo>
                    <a:pt x="769010" y="5403340"/>
                  </a:lnTo>
                  <a:lnTo>
                    <a:pt x="769155" y="5403340"/>
                  </a:lnTo>
                  <a:lnTo>
                    <a:pt x="769300" y="5403340"/>
                  </a:lnTo>
                  <a:lnTo>
                    <a:pt x="769446" y="5403340"/>
                  </a:lnTo>
                  <a:lnTo>
                    <a:pt x="769446" y="5402717"/>
                  </a:lnTo>
                  <a:lnTo>
                    <a:pt x="769591" y="5402717"/>
                  </a:lnTo>
                  <a:lnTo>
                    <a:pt x="769591" y="5402093"/>
                  </a:lnTo>
                  <a:lnTo>
                    <a:pt x="769737" y="5402093"/>
                  </a:lnTo>
                  <a:lnTo>
                    <a:pt x="769882" y="5402093"/>
                  </a:lnTo>
                  <a:lnTo>
                    <a:pt x="770027" y="5402093"/>
                  </a:lnTo>
                  <a:lnTo>
                    <a:pt x="770173" y="5402093"/>
                  </a:lnTo>
                  <a:lnTo>
                    <a:pt x="770318" y="5402093"/>
                  </a:lnTo>
                  <a:lnTo>
                    <a:pt x="770464" y="5402093"/>
                  </a:lnTo>
                  <a:lnTo>
                    <a:pt x="770609" y="5402093"/>
                  </a:lnTo>
                  <a:lnTo>
                    <a:pt x="770755" y="5402093"/>
                  </a:lnTo>
                  <a:lnTo>
                    <a:pt x="770900" y="5402093"/>
                  </a:lnTo>
                  <a:lnTo>
                    <a:pt x="771045" y="5402093"/>
                  </a:lnTo>
                  <a:lnTo>
                    <a:pt x="771191" y="5402093"/>
                  </a:lnTo>
                  <a:lnTo>
                    <a:pt x="771336" y="5402093"/>
                  </a:lnTo>
                  <a:lnTo>
                    <a:pt x="771482" y="5402093"/>
                  </a:lnTo>
                  <a:lnTo>
                    <a:pt x="771627" y="5402093"/>
                  </a:lnTo>
                  <a:lnTo>
                    <a:pt x="771773" y="5402093"/>
                  </a:lnTo>
                  <a:lnTo>
                    <a:pt x="771918" y="5402093"/>
                  </a:lnTo>
                  <a:lnTo>
                    <a:pt x="771918" y="5401470"/>
                  </a:lnTo>
                  <a:lnTo>
                    <a:pt x="772063" y="5401470"/>
                  </a:lnTo>
                  <a:lnTo>
                    <a:pt x="772209" y="5401470"/>
                  </a:lnTo>
                  <a:lnTo>
                    <a:pt x="772354" y="5401470"/>
                  </a:lnTo>
                  <a:lnTo>
                    <a:pt x="772500" y="5401470"/>
                  </a:lnTo>
                  <a:lnTo>
                    <a:pt x="772500" y="5400846"/>
                  </a:lnTo>
                  <a:lnTo>
                    <a:pt x="772645" y="5400846"/>
                  </a:lnTo>
                  <a:lnTo>
                    <a:pt x="772791" y="5400846"/>
                  </a:lnTo>
                  <a:lnTo>
                    <a:pt x="772936" y="5400846"/>
                  </a:lnTo>
                  <a:lnTo>
                    <a:pt x="773081" y="5400846"/>
                  </a:lnTo>
                  <a:lnTo>
                    <a:pt x="773227" y="5400846"/>
                  </a:lnTo>
                  <a:lnTo>
                    <a:pt x="773227" y="5400222"/>
                  </a:lnTo>
                  <a:lnTo>
                    <a:pt x="773372" y="5400222"/>
                  </a:lnTo>
                  <a:lnTo>
                    <a:pt x="773518" y="5400222"/>
                  </a:lnTo>
                  <a:lnTo>
                    <a:pt x="773663" y="5400222"/>
                  </a:lnTo>
                  <a:lnTo>
                    <a:pt x="773809" y="5400222"/>
                  </a:lnTo>
                  <a:lnTo>
                    <a:pt x="773954" y="5400222"/>
                  </a:lnTo>
                  <a:lnTo>
                    <a:pt x="774099" y="5400222"/>
                  </a:lnTo>
                  <a:lnTo>
                    <a:pt x="774245" y="5400222"/>
                  </a:lnTo>
                  <a:lnTo>
                    <a:pt x="774390" y="5400222"/>
                  </a:lnTo>
                  <a:lnTo>
                    <a:pt x="774536" y="5400222"/>
                  </a:lnTo>
                  <a:lnTo>
                    <a:pt x="774681" y="5400222"/>
                  </a:lnTo>
                  <a:lnTo>
                    <a:pt x="774827" y="5400222"/>
                  </a:lnTo>
                  <a:lnTo>
                    <a:pt x="774972" y="5400222"/>
                  </a:lnTo>
                  <a:lnTo>
                    <a:pt x="775117" y="5400222"/>
                  </a:lnTo>
                  <a:lnTo>
                    <a:pt x="775263" y="5400222"/>
                  </a:lnTo>
                  <a:lnTo>
                    <a:pt x="775408" y="5400222"/>
                  </a:lnTo>
                  <a:lnTo>
                    <a:pt x="775554" y="5400222"/>
                  </a:lnTo>
                  <a:lnTo>
                    <a:pt x="775699" y="5400222"/>
                  </a:lnTo>
                  <a:lnTo>
                    <a:pt x="775699" y="5399599"/>
                  </a:lnTo>
                  <a:lnTo>
                    <a:pt x="775845" y="5399599"/>
                  </a:lnTo>
                  <a:lnTo>
                    <a:pt x="775990" y="5399599"/>
                  </a:lnTo>
                  <a:lnTo>
                    <a:pt x="776135" y="5399599"/>
                  </a:lnTo>
                  <a:lnTo>
                    <a:pt x="776281" y="5399599"/>
                  </a:lnTo>
                  <a:lnTo>
                    <a:pt x="776281" y="5398975"/>
                  </a:lnTo>
                  <a:lnTo>
                    <a:pt x="776281" y="5398352"/>
                  </a:lnTo>
                  <a:lnTo>
                    <a:pt x="776426" y="5398352"/>
                  </a:lnTo>
                  <a:lnTo>
                    <a:pt x="776572" y="5398352"/>
                  </a:lnTo>
                  <a:lnTo>
                    <a:pt x="776572" y="5397728"/>
                  </a:lnTo>
                  <a:lnTo>
                    <a:pt x="776717" y="5397728"/>
                  </a:lnTo>
                  <a:lnTo>
                    <a:pt x="776717" y="5397104"/>
                  </a:lnTo>
                  <a:lnTo>
                    <a:pt x="776862" y="5397104"/>
                  </a:lnTo>
                  <a:lnTo>
                    <a:pt x="777008" y="5397104"/>
                  </a:lnTo>
                  <a:lnTo>
                    <a:pt x="777153" y="5397104"/>
                  </a:lnTo>
                  <a:lnTo>
                    <a:pt x="777299" y="5397104"/>
                  </a:lnTo>
                  <a:lnTo>
                    <a:pt x="777444" y="5397104"/>
                  </a:lnTo>
                  <a:lnTo>
                    <a:pt x="777590" y="5397104"/>
                  </a:lnTo>
                  <a:lnTo>
                    <a:pt x="777735" y="5397104"/>
                  </a:lnTo>
                  <a:lnTo>
                    <a:pt x="777880" y="5397104"/>
                  </a:lnTo>
                  <a:lnTo>
                    <a:pt x="778026" y="5397104"/>
                  </a:lnTo>
                  <a:lnTo>
                    <a:pt x="778171" y="5397104"/>
                  </a:lnTo>
                  <a:lnTo>
                    <a:pt x="778317" y="5397104"/>
                  </a:lnTo>
                  <a:lnTo>
                    <a:pt x="778462" y="5397104"/>
                  </a:lnTo>
                  <a:lnTo>
                    <a:pt x="778608" y="5397104"/>
                  </a:lnTo>
                  <a:lnTo>
                    <a:pt x="778608" y="5396481"/>
                  </a:lnTo>
                  <a:lnTo>
                    <a:pt x="778753" y="5396481"/>
                  </a:lnTo>
                  <a:lnTo>
                    <a:pt x="778898" y="5396481"/>
                  </a:lnTo>
                  <a:lnTo>
                    <a:pt x="778898" y="5395857"/>
                  </a:lnTo>
                  <a:lnTo>
                    <a:pt x="779044" y="5395857"/>
                  </a:lnTo>
                  <a:lnTo>
                    <a:pt x="779044" y="5395234"/>
                  </a:lnTo>
                  <a:lnTo>
                    <a:pt x="779189" y="5395234"/>
                  </a:lnTo>
                  <a:lnTo>
                    <a:pt x="779335" y="5395234"/>
                  </a:lnTo>
                  <a:lnTo>
                    <a:pt x="779335" y="5394610"/>
                  </a:lnTo>
                  <a:lnTo>
                    <a:pt x="779480" y="5394610"/>
                  </a:lnTo>
                  <a:lnTo>
                    <a:pt x="779626" y="5394610"/>
                  </a:lnTo>
                  <a:lnTo>
                    <a:pt x="779771" y="5394610"/>
                  </a:lnTo>
                  <a:lnTo>
                    <a:pt x="779916" y="5394610"/>
                  </a:lnTo>
                  <a:lnTo>
                    <a:pt x="779916" y="5393987"/>
                  </a:lnTo>
                  <a:lnTo>
                    <a:pt x="780062" y="5393987"/>
                  </a:lnTo>
                  <a:lnTo>
                    <a:pt x="780207" y="5393987"/>
                  </a:lnTo>
                  <a:lnTo>
                    <a:pt x="780353" y="5393987"/>
                  </a:lnTo>
                  <a:lnTo>
                    <a:pt x="780498" y="5393987"/>
                  </a:lnTo>
                  <a:lnTo>
                    <a:pt x="780498" y="5393363"/>
                  </a:lnTo>
                  <a:lnTo>
                    <a:pt x="780644" y="5393363"/>
                  </a:lnTo>
                  <a:lnTo>
                    <a:pt x="780789" y="5393363"/>
                  </a:lnTo>
                  <a:lnTo>
                    <a:pt x="780934" y="5393363"/>
                  </a:lnTo>
                  <a:lnTo>
                    <a:pt x="780934" y="5392739"/>
                  </a:lnTo>
                  <a:lnTo>
                    <a:pt x="781080" y="5392739"/>
                  </a:lnTo>
                  <a:lnTo>
                    <a:pt x="781225" y="5392739"/>
                  </a:lnTo>
                  <a:lnTo>
                    <a:pt x="781371" y="5392739"/>
                  </a:lnTo>
                  <a:lnTo>
                    <a:pt x="781371" y="5392116"/>
                  </a:lnTo>
                  <a:lnTo>
                    <a:pt x="781516" y="5392116"/>
                  </a:lnTo>
                  <a:lnTo>
                    <a:pt x="781662" y="5392116"/>
                  </a:lnTo>
                  <a:lnTo>
                    <a:pt x="781807" y="5392116"/>
                  </a:lnTo>
                  <a:lnTo>
                    <a:pt x="781952" y="5392116"/>
                  </a:lnTo>
                  <a:lnTo>
                    <a:pt x="782098" y="5392116"/>
                  </a:lnTo>
                  <a:lnTo>
                    <a:pt x="782243" y="5392116"/>
                  </a:lnTo>
                  <a:lnTo>
                    <a:pt x="782389" y="5392116"/>
                  </a:lnTo>
                  <a:lnTo>
                    <a:pt x="782534" y="5392116"/>
                  </a:lnTo>
                  <a:lnTo>
                    <a:pt x="782680" y="5392116"/>
                  </a:lnTo>
                  <a:lnTo>
                    <a:pt x="782680" y="5391492"/>
                  </a:lnTo>
                  <a:lnTo>
                    <a:pt x="782825" y="5391492"/>
                  </a:lnTo>
                  <a:lnTo>
                    <a:pt x="782970" y="5391492"/>
                  </a:lnTo>
                  <a:lnTo>
                    <a:pt x="783116" y="5391492"/>
                  </a:lnTo>
                  <a:lnTo>
                    <a:pt x="783261" y="5391492"/>
                  </a:lnTo>
                  <a:lnTo>
                    <a:pt x="783407" y="5391492"/>
                  </a:lnTo>
                  <a:lnTo>
                    <a:pt x="783552" y="5391492"/>
                  </a:lnTo>
                  <a:lnTo>
                    <a:pt x="783697" y="5391492"/>
                  </a:lnTo>
                  <a:lnTo>
                    <a:pt x="783843" y="5391492"/>
                  </a:lnTo>
                  <a:lnTo>
                    <a:pt x="783988" y="5391492"/>
                  </a:lnTo>
                  <a:lnTo>
                    <a:pt x="784134" y="5391492"/>
                  </a:lnTo>
                  <a:lnTo>
                    <a:pt x="784279" y="5391492"/>
                  </a:lnTo>
                  <a:lnTo>
                    <a:pt x="784279" y="5390869"/>
                  </a:lnTo>
                  <a:lnTo>
                    <a:pt x="784425" y="5390869"/>
                  </a:lnTo>
                  <a:lnTo>
                    <a:pt x="784570" y="5390869"/>
                  </a:lnTo>
                  <a:lnTo>
                    <a:pt x="784715" y="5390869"/>
                  </a:lnTo>
                  <a:lnTo>
                    <a:pt x="784861" y="5390869"/>
                  </a:lnTo>
                  <a:lnTo>
                    <a:pt x="785006" y="5390869"/>
                  </a:lnTo>
                  <a:lnTo>
                    <a:pt x="785152" y="5390869"/>
                  </a:lnTo>
                  <a:lnTo>
                    <a:pt x="785297" y="5390869"/>
                  </a:lnTo>
                  <a:lnTo>
                    <a:pt x="785297" y="5390245"/>
                  </a:lnTo>
                  <a:lnTo>
                    <a:pt x="785443" y="5390245"/>
                  </a:lnTo>
                  <a:lnTo>
                    <a:pt x="785588" y="5390245"/>
                  </a:lnTo>
                  <a:lnTo>
                    <a:pt x="785588" y="5389621"/>
                  </a:lnTo>
                  <a:lnTo>
                    <a:pt x="785733" y="5389621"/>
                  </a:lnTo>
                  <a:lnTo>
                    <a:pt x="785879" y="5389621"/>
                  </a:lnTo>
                  <a:lnTo>
                    <a:pt x="786024" y="5389621"/>
                  </a:lnTo>
                  <a:lnTo>
                    <a:pt x="786170" y="5389621"/>
                  </a:lnTo>
                  <a:lnTo>
                    <a:pt x="786170" y="5388998"/>
                  </a:lnTo>
                  <a:lnTo>
                    <a:pt x="786315" y="5388998"/>
                  </a:lnTo>
                  <a:lnTo>
                    <a:pt x="786315" y="5388374"/>
                  </a:lnTo>
                  <a:lnTo>
                    <a:pt x="786315" y="5387751"/>
                  </a:lnTo>
                  <a:lnTo>
                    <a:pt x="786461" y="5387751"/>
                  </a:lnTo>
                  <a:lnTo>
                    <a:pt x="786606" y="5387751"/>
                  </a:lnTo>
                  <a:lnTo>
                    <a:pt x="786606" y="5387127"/>
                  </a:lnTo>
                  <a:lnTo>
                    <a:pt x="786751" y="5387127"/>
                  </a:lnTo>
                  <a:lnTo>
                    <a:pt x="786751" y="5386504"/>
                  </a:lnTo>
                  <a:lnTo>
                    <a:pt x="786751" y="5385880"/>
                  </a:lnTo>
                  <a:lnTo>
                    <a:pt x="786751" y="5385256"/>
                  </a:lnTo>
                  <a:lnTo>
                    <a:pt x="786897" y="5385256"/>
                  </a:lnTo>
                  <a:lnTo>
                    <a:pt x="787042" y="5385256"/>
                  </a:lnTo>
                  <a:lnTo>
                    <a:pt x="787188" y="5385256"/>
                  </a:lnTo>
                  <a:lnTo>
                    <a:pt x="787188" y="5384633"/>
                  </a:lnTo>
                  <a:lnTo>
                    <a:pt x="787333" y="5384633"/>
                  </a:lnTo>
                  <a:lnTo>
                    <a:pt x="787333" y="5384009"/>
                  </a:lnTo>
                  <a:lnTo>
                    <a:pt x="787333" y="5383386"/>
                  </a:lnTo>
                  <a:lnTo>
                    <a:pt x="787479" y="5383386"/>
                  </a:lnTo>
                  <a:lnTo>
                    <a:pt x="787624" y="5383386"/>
                  </a:lnTo>
                  <a:lnTo>
                    <a:pt x="787769" y="5383386"/>
                  </a:lnTo>
                  <a:lnTo>
                    <a:pt x="787915" y="5383386"/>
                  </a:lnTo>
                  <a:lnTo>
                    <a:pt x="788060" y="5383386"/>
                  </a:lnTo>
                  <a:lnTo>
                    <a:pt x="788206" y="5383386"/>
                  </a:lnTo>
                  <a:lnTo>
                    <a:pt x="788206" y="5382762"/>
                  </a:lnTo>
                  <a:lnTo>
                    <a:pt x="788351" y="5382762"/>
                  </a:lnTo>
                  <a:lnTo>
                    <a:pt x="788351" y="5382138"/>
                  </a:lnTo>
                  <a:lnTo>
                    <a:pt x="788497" y="5382138"/>
                  </a:lnTo>
                  <a:lnTo>
                    <a:pt x="788642" y="5382138"/>
                  </a:lnTo>
                  <a:lnTo>
                    <a:pt x="788787" y="5382138"/>
                  </a:lnTo>
                  <a:lnTo>
                    <a:pt x="788933" y="5382138"/>
                  </a:lnTo>
                  <a:lnTo>
                    <a:pt x="789078" y="5382138"/>
                  </a:lnTo>
                  <a:lnTo>
                    <a:pt x="789224" y="5382138"/>
                  </a:lnTo>
                  <a:lnTo>
                    <a:pt x="789369" y="5382138"/>
                  </a:lnTo>
                  <a:lnTo>
                    <a:pt x="789515" y="5382138"/>
                  </a:lnTo>
                  <a:lnTo>
                    <a:pt x="789660" y="5382138"/>
                  </a:lnTo>
                  <a:lnTo>
                    <a:pt x="789805" y="5382138"/>
                  </a:lnTo>
                  <a:lnTo>
                    <a:pt x="789951" y="5382138"/>
                  </a:lnTo>
                  <a:lnTo>
                    <a:pt x="790096" y="5382138"/>
                  </a:lnTo>
                  <a:lnTo>
                    <a:pt x="790242" y="5382138"/>
                  </a:lnTo>
                  <a:lnTo>
                    <a:pt x="790387" y="5382138"/>
                  </a:lnTo>
                  <a:lnTo>
                    <a:pt x="790532" y="5382138"/>
                  </a:lnTo>
                  <a:lnTo>
                    <a:pt x="790532" y="5381515"/>
                  </a:lnTo>
                  <a:lnTo>
                    <a:pt x="790678" y="5381515"/>
                  </a:lnTo>
                  <a:lnTo>
                    <a:pt x="790823" y="5381515"/>
                  </a:lnTo>
                  <a:lnTo>
                    <a:pt x="790969" y="5381515"/>
                  </a:lnTo>
                  <a:lnTo>
                    <a:pt x="791114" y="5381515"/>
                  </a:lnTo>
                  <a:lnTo>
                    <a:pt x="791260" y="5381515"/>
                  </a:lnTo>
                  <a:lnTo>
                    <a:pt x="791260" y="5380891"/>
                  </a:lnTo>
                  <a:lnTo>
                    <a:pt x="791405" y="5380891"/>
                  </a:lnTo>
                  <a:lnTo>
                    <a:pt x="791550" y="5380891"/>
                  </a:lnTo>
                  <a:lnTo>
                    <a:pt x="791696" y="5380891"/>
                  </a:lnTo>
                  <a:lnTo>
                    <a:pt x="791841" y="5380891"/>
                  </a:lnTo>
                  <a:lnTo>
                    <a:pt x="791987" y="5380891"/>
                  </a:lnTo>
                  <a:lnTo>
                    <a:pt x="792132" y="5380891"/>
                  </a:lnTo>
                  <a:lnTo>
                    <a:pt x="792132" y="5380268"/>
                  </a:lnTo>
                  <a:lnTo>
                    <a:pt x="792278" y="5380268"/>
                  </a:lnTo>
                  <a:lnTo>
                    <a:pt x="792423" y="5380268"/>
                  </a:lnTo>
                  <a:lnTo>
                    <a:pt x="792568" y="5380268"/>
                  </a:lnTo>
                  <a:lnTo>
                    <a:pt x="792714" y="5380268"/>
                  </a:lnTo>
                  <a:lnTo>
                    <a:pt x="792859" y="5380268"/>
                  </a:lnTo>
                  <a:lnTo>
                    <a:pt x="793005" y="5380268"/>
                  </a:lnTo>
                  <a:lnTo>
                    <a:pt x="793150" y="5380268"/>
                  </a:lnTo>
                  <a:lnTo>
                    <a:pt x="793296" y="5380268"/>
                  </a:lnTo>
                  <a:lnTo>
                    <a:pt x="793441" y="5380268"/>
                  </a:lnTo>
                  <a:lnTo>
                    <a:pt x="793586" y="5380268"/>
                  </a:lnTo>
                  <a:lnTo>
                    <a:pt x="793732" y="5380268"/>
                  </a:lnTo>
                  <a:lnTo>
                    <a:pt x="793732" y="5379644"/>
                  </a:lnTo>
                  <a:lnTo>
                    <a:pt x="793877" y="5379644"/>
                  </a:lnTo>
                  <a:lnTo>
                    <a:pt x="794023" y="5379644"/>
                  </a:lnTo>
                  <a:lnTo>
                    <a:pt x="794023" y="5379021"/>
                  </a:lnTo>
                  <a:lnTo>
                    <a:pt x="794168" y="5379021"/>
                  </a:lnTo>
                  <a:lnTo>
                    <a:pt x="794314" y="5379021"/>
                  </a:lnTo>
                  <a:lnTo>
                    <a:pt x="794459" y="5379021"/>
                  </a:lnTo>
                  <a:lnTo>
                    <a:pt x="794604" y="5379021"/>
                  </a:lnTo>
                  <a:lnTo>
                    <a:pt x="794750" y="5379021"/>
                  </a:lnTo>
                  <a:lnTo>
                    <a:pt x="794750" y="5378397"/>
                  </a:lnTo>
                  <a:lnTo>
                    <a:pt x="794750" y="5377773"/>
                  </a:lnTo>
                  <a:lnTo>
                    <a:pt x="794895" y="5377773"/>
                  </a:lnTo>
                  <a:lnTo>
                    <a:pt x="795041" y="5377773"/>
                  </a:lnTo>
                  <a:lnTo>
                    <a:pt x="795186" y="5377773"/>
                  </a:lnTo>
                  <a:lnTo>
                    <a:pt x="795186" y="5377150"/>
                  </a:lnTo>
                  <a:lnTo>
                    <a:pt x="795332" y="5377150"/>
                  </a:lnTo>
                  <a:lnTo>
                    <a:pt x="795332" y="5376526"/>
                  </a:lnTo>
                  <a:lnTo>
                    <a:pt x="795477" y="5376526"/>
                  </a:lnTo>
                  <a:lnTo>
                    <a:pt x="795622" y="5376526"/>
                  </a:lnTo>
                  <a:lnTo>
                    <a:pt x="795768" y="5376526"/>
                  </a:lnTo>
                  <a:lnTo>
                    <a:pt x="795913" y="5376526"/>
                  </a:lnTo>
                  <a:lnTo>
                    <a:pt x="796059" y="5376526"/>
                  </a:lnTo>
                  <a:lnTo>
                    <a:pt x="796204" y="5376526"/>
                  </a:lnTo>
                  <a:lnTo>
                    <a:pt x="796350" y="5376526"/>
                  </a:lnTo>
                  <a:lnTo>
                    <a:pt x="796495" y="5376526"/>
                  </a:lnTo>
                  <a:lnTo>
                    <a:pt x="796495" y="5375903"/>
                  </a:lnTo>
                  <a:lnTo>
                    <a:pt x="796495" y="5375279"/>
                  </a:lnTo>
                  <a:lnTo>
                    <a:pt x="796640" y="5375279"/>
                  </a:lnTo>
                  <a:lnTo>
                    <a:pt x="796786" y="5375279"/>
                  </a:lnTo>
                  <a:lnTo>
                    <a:pt x="796786" y="5374656"/>
                  </a:lnTo>
                  <a:lnTo>
                    <a:pt x="796786" y="5374032"/>
                  </a:lnTo>
                  <a:lnTo>
                    <a:pt x="796931" y="5374032"/>
                  </a:lnTo>
                  <a:lnTo>
                    <a:pt x="797077" y="5374032"/>
                  </a:lnTo>
                  <a:lnTo>
                    <a:pt x="797222" y="5374032"/>
                  </a:lnTo>
                  <a:lnTo>
                    <a:pt x="797367" y="5374032"/>
                  </a:lnTo>
                  <a:lnTo>
                    <a:pt x="797513" y="5374032"/>
                  </a:lnTo>
                  <a:lnTo>
                    <a:pt x="797658" y="5374032"/>
                  </a:lnTo>
                  <a:lnTo>
                    <a:pt x="797658" y="5373408"/>
                  </a:lnTo>
                  <a:lnTo>
                    <a:pt x="797804" y="5373408"/>
                  </a:lnTo>
                  <a:lnTo>
                    <a:pt x="797949" y="5373408"/>
                  </a:lnTo>
                  <a:lnTo>
                    <a:pt x="798095" y="5373408"/>
                  </a:lnTo>
                  <a:lnTo>
                    <a:pt x="798240" y="5373408"/>
                  </a:lnTo>
                  <a:lnTo>
                    <a:pt x="798385" y="5373408"/>
                  </a:lnTo>
                  <a:lnTo>
                    <a:pt x="798385" y="5372785"/>
                  </a:lnTo>
                  <a:lnTo>
                    <a:pt x="798531" y="5372785"/>
                  </a:lnTo>
                  <a:lnTo>
                    <a:pt x="798531" y="5372161"/>
                  </a:lnTo>
                  <a:lnTo>
                    <a:pt x="798676" y="5372161"/>
                  </a:lnTo>
                  <a:lnTo>
                    <a:pt x="798822" y="5372161"/>
                  </a:lnTo>
                  <a:lnTo>
                    <a:pt x="798967" y="5372161"/>
                  </a:lnTo>
                  <a:lnTo>
                    <a:pt x="799113" y="5372161"/>
                  </a:lnTo>
                  <a:lnTo>
                    <a:pt x="799258" y="5372161"/>
                  </a:lnTo>
                  <a:lnTo>
                    <a:pt x="799403" y="5372161"/>
                  </a:lnTo>
                  <a:lnTo>
                    <a:pt x="799403" y="5371538"/>
                  </a:lnTo>
                  <a:lnTo>
                    <a:pt x="799403" y="5370914"/>
                  </a:lnTo>
                  <a:lnTo>
                    <a:pt x="799403" y="5370290"/>
                  </a:lnTo>
                  <a:lnTo>
                    <a:pt x="799549" y="5370290"/>
                  </a:lnTo>
                  <a:lnTo>
                    <a:pt x="799549" y="5369667"/>
                  </a:lnTo>
                  <a:lnTo>
                    <a:pt x="799694" y="5369667"/>
                  </a:lnTo>
                  <a:lnTo>
                    <a:pt x="799694" y="5369043"/>
                  </a:lnTo>
                  <a:lnTo>
                    <a:pt x="799840" y="5369043"/>
                  </a:lnTo>
                  <a:lnTo>
                    <a:pt x="799985" y="5369043"/>
                  </a:lnTo>
                  <a:lnTo>
                    <a:pt x="800131" y="5369043"/>
                  </a:lnTo>
                  <a:lnTo>
                    <a:pt x="800276" y="5369043"/>
                  </a:lnTo>
                  <a:lnTo>
                    <a:pt x="800421" y="5369043"/>
                  </a:lnTo>
                  <a:lnTo>
                    <a:pt x="800567" y="5369043"/>
                  </a:lnTo>
                  <a:lnTo>
                    <a:pt x="800712" y="5369043"/>
                  </a:lnTo>
                  <a:lnTo>
                    <a:pt x="800858" y="5369043"/>
                  </a:lnTo>
                  <a:lnTo>
                    <a:pt x="801003" y="5369043"/>
                  </a:lnTo>
                  <a:lnTo>
                    <a:pt x="801149" y="5369043"/>
                  </a:lnTo>
                  <a:lnTo>
                    <a:pt x="801294" y="5369043"/>
                  </a:lnTo>
                  <a:lnTo>
                    <a:pt x="801294" y="5368420"/>
                  </a:lnTo>
                  <a:lnTo>
                    <a:pt x="801294" y="5367796"/>
                  </a:lnTo>
                  <a:lnTo>
                    <a:pt x="801294" y="5367173"/>
                  </a:lnTo>
                  <a:lnTo>
                    <a:pt x="801294" y="5366549"/>
                  </a:lnTo>
                  <a:lnTo>
                    <a:pt x="801439" y="5366549"/>
                  </a:lnTo>
                  <a:lnTo>
                    <a:pt x="801585" y="5366549"/>
                  </a:lnTo>
                  <a:lnTo>
                    <a:pt x="801730" y="5366549"/>
                  </a:lnTo>
                  <a:lnTo>
                    <a:pt x="801876" y="5366549"/>
                  </a:lnTo>
                  <a:lnTo>
                    <a:pt x="801876" y="5365925"/>
                  </a:lnTo>
                  <a:lnTo>
                    <a:pt x="802021" y="5365925"/>
                  </a:lnTo>
                  <a:lnTo>
                    <a:pt x="802167" y="5365925"/>
                  </a:lnTo>
                  <a:lnTo>
                    <a:pt x="802312" y="5365925"/>
                  </a:lnTo>
                  <a:lnTo>
                    <a:pt x="802457" y="5365925"/>
                  </a:lnTo>
                  <a:lnTo>
                    <a:pt x="802603" y="5365925"/>
                  </a:lnTo>
                  <a:lnTo>
                    <a:pt x="802603" y="5365302"/>
                  </a:lnTo>
                  <a:lnTo>
                    <a:pt x="802748" y="5365302"/>
                  </a:lnTo>
                  <a:lnTo>
                    <a:pt x="802894" y="5365302"/>
                  </a:lnTo>
                  <a:lnTo>
                    <a:pt x="803039" y="5365302"/>
                  </a:lnTo>
                  <a:lnTo>
                    <a:pt x="803185" y="5365302"/>
                  </a:lnTo>
                  <a:lnTo>
                    <a:pt x="803330" y="5365302"/>
                  </a:lnTo>
                  <a:lnTo>
                    <a:pt x="803475" y="5365302"/>
                  </a:lnTo>
                  <a:lnTo>
                    <a:pt x="803621" y="5365302"/>
                  </a:lnTo>
                  <a:lnTo>
                    <a:pt x="803766" y="5365302"/>
                  </a:lnTo>
                  <a:lnTo>
                    <a:pt x="803912" y="5365302"/>
                  </a:lnTo>
                  <a:lnTo>
                    <a:pt x="804057" y="5365302"/>
                  </a:lnTo>
                  <a:lnTo>
                    <a:pt x="804202" y="5365302"/>
                  </a:lnTo>
                  <a:lnTo>
                    <a:pt x="804202" y="5364678"/>
                  </a:lnTo>
                  <a:lnTo>
                    <a:pt x="804348" y="5364678"/>
                  </a:lnTo>
                  <a:lnTo>
                    <a:pt x="804493" y="5364678"/>
                  </a:lnTo>
                  <a:lnTo>
                    <a:pt x="804639" y="5364678"/>
                  </a:lnTo>
                  <a:lnTo>
                    <a:pt x="804784" y="5364678"/>
                  </a:lnTo>
                  <a:lnTo>
                    <a:pt x="804784" y="5364055"/>
                  </a:lnTo>
                  <a:lnTo>
                    <a:pt x="804784" y="5363431"/>
                  </a:lnTo>
                  <a:lnTo>
                    <a:pt x="804930" y="5363431"/>
                  </a:lnTo>
                  <a:lnTo>
                    <a:pt x="804930" y="5362807"/>
                  </a:lnTo>
                  <a:lnTo>
                    <a:pt x="805075" y="5362807"/>
                  </a:lnTo>
                  <a:lnTo>
                    <a:pt x="805220" y="5362807"/>
                  </a:lnTo>
                  <a:lnTo>
                    <a:pt x="805366" y="5362807"/>
                  </a:lnTo>
                  <a:lnTo>
                    <a:pt x="805366" y="5362184"/>
                  </a:lnTo>
                  <a:lnTo>
                    <a:pt x="805511" y="5362184"/>
                  </a:lnTo>
                  <a:lnTo>
                    <a:pt x="805657" y="5362184"/>
                  </a:lnTo>
                  <a:lnTo>
                    <a:pt x="805657" y="5361560"/>
                  </a:lnTo>
                  <a:lnTo>
                    <a:pt x="805802" y="5361560"/>
                  </a:lnTo>
                  <a:lnTo>
                    <a:pt x="805802" y="5360937"/>
                  </a:lnTo>
                  <a:lnTo>
                    <a:pt x="805948" y="5360937"/>
                  </a:lnTo>
                  <a:lnTo>
                    <a:pt x="805948" y="5360313"/>
                  </a:lnTo>
                  <a:lnTo>
                    <a:pt x="806093" y="5360313"/>
                  </a:lnTo>
                  <a:lnTo>
                    <a:pt x="806238" y="5360313"/>
                  </a:lnTo>
                  <a:lnTo>
                    <a:pt x="806238" y="5359690"/>
                  </a:lnTo>
                  <a:lnTo>
                    <a:pt x="806238" y="5359066"/>
                  </a:lnTo>
                  <a:lnTo>
                    <a:pt x="806384" y="5359066"/>
                  </a:lnTo>
                  <a:lnTo>
                    <a:pt x="806529" y="5359066"/>
                  </a:lnTo>
                  <a:lnTo>
                    <a:pt x="806675" y="5359066"/>
                  </a:lnTo>
                  <a:lnTo>
                    <a:pt x="806820" y="5359066"/>
                  </a:lnTo>
                  <a:lnTo>
                    <a:pt x="806966" y="5359066"/>
                  </a:lnTo>
                  <a:lnTo>
                    <a:pt x="807111" y="5359066"/>
                  </a:lnTo>
                  <a:lnTo>
                    <a:pt x="807111" y="5358442"/>
                  </a:lnTo>
                  <a:lnTo>
                    <a:pt x="807111" y="5357819"/>
                  </a:lnTo>
                  <a:lnTo>
                    <a:pt x="807256" y="5357819"/>
                  </a:lnTo>
                  <a:lnTo>
                    <a:pt x="807402" y="5357819"/>
                  </a:lnTo>
                  <a:lnTo>
                    <a:pt x="807547" y="5357819"/>
                  </a:lnTo>
                  <a:lnTo>
                    <a:pt x="807693" y="5357819"/>
                  </a:lnTo>
                  <a:lnTo>
                    <a:pt x="807838" y="5357819"/>
                  </a:lnTo>
                  <a:lnTo>
                    <a:pt x="807838" y="5357195"/>
                  </a:lnTo>
                  <a:lnTo>
                    <a:pt x="807984" y="5357195"/>
                  </a:lnTo>
                  <a:lnTo>
                    <a:pt x="808129" y="5357195"/>
                  </a:lnTo>
                  <a:lnTo>
                    <a:pt x="808274" y="5357195"/>
                  </a:lnTo>
                  <a:lnTo>
                    <a:pt x="808274" y="5356572"/>
                  </a:lnTo>
                  <a:lnTo>
                    <a:pt x="808420" y="5356572"/>
                  </a:lnTo>
                  <a:lnTo>
                    <a:pt x="808565" y="5356572"/>
                  </a:lnTo>
                  <a:lnTo>
                    <a:pt x="808711" y="5356572"/>
                  </a:lnTo>
                  <a:lnTo>
                    <a:pt x="808856" y="5356572"/>
                  </a:lnTo>
                  <a:lnTo>
                    <a:pt x="809002" y="5356572"/>
                  </a:lnTo>
                  <a:lnTo>
                    <a:pt x="809002" y="5355948"/>
                  </a:lnTo>
                  <a:lnTo>
                    <a:pt x="809002" y="5355324"/>
                  </a:lnTo>
                  <a:lnTo>
                    <a:pt x="809147" y="5355324"/>
                  </a:lnTo>
                  <a:lnTo>
                    <a:pt x="809292" y="5355324"/>
                  </a:lnTo>
                  <a:lnTo>
                    <a:pt x="809292" y="5354701"/>
                  </a:lnTo>
                  <a:lnTo>
                    <a:pt x="809438" y="5354701"/>
                  </a:lnTo>
                  <a:lnTo>
                    <a:pt x="809583" y="5354701"/>
                  </a:lnTo>
                  <a:lnTo>
                    <a:pt x="809729" y="5354701"/>
                  </a:lnTo>
                  <a:lnTo>
                    <a:pt x="809729" y="5354077"/>
                  </a:lnTo>
                  <a:lnTo>
                    <a:pt x="809874" y="5354077"/>
                  </a:lnTo>
                  <a:lnTo>
                    <a:pt x="810020" y="5354077"/>
                  </a:lnTo>
                  <a:lnTo>
                    <a:pt x="810165" y="5354077"/>
                  </a:lnTo>
                  <a:lnTo>
                    <a:pt x="810310" y="5354077"/>
                  </a:lnTo>
                  <a:lnTo>
                    <a:pt x="810456" y="5354077"/>
                  </a:lnTo>
                  <a:lnTo>
                    <a:pt x="810601" y="5354077"/>
                  </a:lnTo>
                  <a:lnTo>
                    <a:pt x="810601" y="5353454"/>
                  </a:lnTo>
                  <a:lnTo>
                    <a:pt x="810601" y="5352830"/>
                  </a:lnTo>
                  <a:lnTo>
                    <a:pt x="810747" y="5352830"/>
                  </a:lnTo>
                  <a:lnTo>
                    <a:pt x="810747" y="5352207"/>
                  </a:lnTo>
                  <a:lnTo>
                    <a:pt x="810892" y="5352207"/>
                  </a:lnTo>
                  <a:lnTo>
                    <a:pt x="810892" y="5351583"/>
                  </a:lnTo>
                  <a:lnTo>
                    <a:pt x="811037" y="5351583"/>
                  </a:lnTo>
                  <a:lnTo>
                    <a:pt x="811183" y="5351583"/>
                  </a:lnTo>
                  <a:lnTo>
                    <a:pt x="811328" y="5351583"/>
                  </a:lnTo>
                  <a:lnTo>
                    <a:pt x="811474" y="5351583"/>
                  </a:lnTo>
                  <a:lnTo>
                    <a:pt x="811619" y="5351583"/>
                  </a:lnTo>
                  <a:lnTo>
                    <a:pt x="811619" y="5350959"/>
                  </a:lnTo>
                  <a:lnTo>
                    <a:pt x="811619" y="5350336"/>
                  </a:lnTo>
                  <a:lnTo>
                    <a:pt x="811765" y="5350336"/>
                  </a:lnTo>
                  <a:lnTo>
                    <a:pt x="811910" y="5350336"/>
                  </a:lnTo>
                  <a:lnTo>
                    <a:pt x="812055" y="5350336"/>
                  </a:lnTo>
                  <a:lnTo>
                    <a:pt x="812201" y="5350336"/>
                  </a:lnTo>
                  <a:lnTo>
                    <a:pt x="812346" y="5350336"/>
                  </a:lnTo>
                  <a:lnTo>
                    <a:pt x="812492" y="5350336"/>
                  </a:lnTo>
                  <a:lnTo>
                    <a:pt x="812637" y="5350336"/>
                  </a:lnTo>
                  <a:lnTo>
                    <a:pt x="812783" y="5350336"/>
                  </a:lnTo>
                  <a:lnTo>
                    <a:pt x="812928" y="5350336"/>
                  </a:lnTo>
                  <a:lnTo>
                    <a:pt x="813073" y="5350336"/>
                  </a:lnTo>
                  <a:lnTo>
                    <a:pt x="813219" y="5350336"/>
                  </a:lnTo>
                  <a:lnTo>
                    <a:pt x="813364" y="5350336"/>
                  </a:lnTo>
                  <a:lnTo>
                    <a:pt x="813510" y="5350336"/>
                  </a:lnTo>
                  <a:lnTo>
                    <a:pt x="813655" y="5350336"/>
                  </a:lnTo>
                  <a:lnTo>
                    <a:pt x="813655" y="5349712"/>
                  </a:lnTo>
                  <a:lnTo>
                    <a:pt x="813801" y="5349712"/>
                  </a:lnTo>
                  <a:lnTo>
                    <a:pt x="813946" y="5349712"/>
                  </a:lnTo>
                  <a:lnTo>
                    <a:pt x="814091" y="5349712"/>
                  </a:lnTo>
                  <a:lnTo>
                    <a:pt x="814237" y="5349712"/>
                  </a:lnTo>
                  <a:lnTo>
                    <a:pt x="814382" y="5349712"/>
                  </a:lnTo>
                  <a:lnTo>
                    <a:pt x="814382" y="5349089"/>
                  </a:lnTo>
                  <a:lnTo>
                    <a:pt x="814528" y="5349089"/>
                  </a:lnTo>
                  <a:lnTo>
                    <a:pt x="814673" y="5349089"/>
                  </a:lnTo>
                  <a:lnTo>
                    <a:pt x="814819" y="5349089"/>
                  </a:lnTo>
                  <a:lnTo>
                    <a:pt x="814964" y="5349089"/>
                  </a:lnTo>
                  <a:lnTo>
                    <a:pt x="815109" y="5349089"/>
                  </a:lnTo>
                  <a:lnTo>
                    <a:pt x="815255" y="5349089"/>
                  </a:lnTo>
                  <a:lnTo>
                    <a:pt x="815400" y="5349089"/>
                  </a:lnTo>
                  <a:lnTo>
                    <a:pt x="815546" y="5349089"/>
                  </a:lnTo>
                  <a:lnTo>
                    <a:pt x="815691" y="5349089"/>
                  </a:lnTo>
                  <a:lnTo>
                    <a:pt x="815837" y="5349089"/>
                  </a:lnTo>
                  <a:lnTo>
                    <a:pt x="815982" y="5349089"/>
                  </a:lnTo>
                  <a:lnTo>
                    <a:pt x="815982" y="5348465"/>
                  </a:lnTo>
                  <a:lnTo>
                    <a:pt x="816127" y="5348465"/>
                  </a:lnTo>
                  <a:lnTo>
                    <a:pt x="816273" y="5348465"/>
                  </a:lnTo>
                  <a:lnTo>
                    <a:pt x="816418" y="5348465"/>
                  </a:lnTo>
                  <a:lnTo>
                    <a:pt x="816418" y="5347841"/>
                  </a:lnTo>
                  <a:lnTo>
                    <a:pt x="816564" y="5347841"/>
                  </a:lnTo>
                  <a:lnTo>
                    <a:pt x="816709" y="5347841"/>
                  </a:lnTo>
                  <a:lnTo>
                    <a:pt x="816855" y="5347841"/>
                  </a:lnTo>
                  <a:lnTo>
                    <a:pt x="817000" y="5347841"/>
                  </a:lnTo>
                  <a:lnTo>
                    <a:pt x="817145" y="5347841"/>
                  </a:lnTo>
                  <a:lnTo>
                    <a:pt x="817291" y="5347841"/>
                  </a:lnTo>
                  <a:lnTo>
                    <a:pt x="817436" y="5347841"/>
                  </a:lnTo>
                  <a:lnTo>
                    <a:pt x="817582" y="5347841"/>
                  </a:lnTo>
                  <a:lnTo>
                    <a:pt x="817727" y="5347841"/>
                  </a:lnTo>
                  <a:lnTo>
                    <a:pt x="817727" y="5347218"/>
                  </a:lnTo>
                  <a:lnTo>
                    <a:pt x="817872" y="5347218"/>
                  </a:lnTo>
                  <a:lnTo>
                    <a:pt x="817872" y="5346594"/>
                  </a:lnTo>
                  <a:lnTo>
                    <a:pt x="817872" y="5345971"/>
                  </a:lnTo>
                  <a:lnTo>
                    <a:pt x="818018" y="5345971"/>
                  </a:lnTo>
                  <a:lnTo>
                    <a:pt x="818018" y="5345347"/>
                  </a:lnTo>
                  <a:lnTo>
                    <a:pt x="818163" y="5345347"/>
                  </a:lnTo>
                  <a:lnTo>
                    <a:pt x="818163" y="5344724"/>
                  </a:lnTo>
                  <a:lnTo>
                    <a:pt x="818163" y="5344100"/>
                  </a:lnTo>
                  <a:lnTo>
                    <a:pt x="818163" y="5343476"/>
                  </a:lnTo>
                  <a:lnTo>
                    <a:pt x="818309" y="5343476"/>
                  </a:lnTo>
                  <a:lnTo>
                    <a:pt x="818454" y="5343476"/>
                  </a:lnTo>
                  <a:lnTo>
                    <a:pt x="818600" y="5343476"/>
                  </a:lnTo>
                  <a:lnTo>
                    <a:pt x="818745" y="5343476"/>
                  </a:lnTo>
                  <a:lnTo>
                    <a:pt x="818745" y="5342853"/>
                  </a:lnTo>
                  <a:lnTo>
                    <a:pt x="818890" y="5342853"/>
                  </a:lnTo>
                  <a:lnTo>
                    <a:pt x="819036" y="5342853"/>
                  </a:lnTo>
                  <a:lnTo>
                    <a:pt x="819181" y="5342853"/>
                  </a:lnTo>
                  <a:lnTo>
                    <a:pt x="819327" y="5342853"/>
                  </a:lnTo>
                  <a:lnTo>
                    <a:pt x="819472" y="5342853"/>
                  </a:lnTo>
                  <a:lnTo>
                    <a:pt x="819618" y="5342853"/>
                  </a:lnTo>
                  <a:lnTo>
                    <a:pt x="819618" y="5342229"/>
                  </a:lnTo>
                  <a:lnTo>
                    <a:pt x="819618" y="5341606"/>
                  </a:lnTo>
                  <a:lnTo>
                    <a:pt x="819763" y="5341606"/>
                  </a:lnTo>
                  <a:lnTo>
                    <a:pt x="819908" y="5341606"/>
                  </a:lnTo>
                  <a:lnTo>
                    <a:pt x="819908" y="5340982"/>
                  </a:lnTo>
                  <a:lnTo>
                    <a:pt x="820054" y="5340982"/>
                  </a:lnTo>
                  <a:lnTo>
                    <a:pt x="820199" y="5340982"/>
                  </a:lnTo>
                  <a:lnTo>
                    <a:pt x="820345" y="5340982"/>
                  </a:lnTo>
                  <a:lnTo>
                    <a:pt x="820345" y="5340358"/>
                  </a:lnTo>
                  <a:lnTo>
                    <a:pt x="820490" y="5340358"/>
                  </a:lnTo>
                  <a:lnTo>
                    <a:pt x="820490" y="5339735"/>
                  </a:lnTo>
                  <a:lnTo>
                    <a:pt x="820636" y="5339735"/>
                  </a:lnTo>
                  <a:lnTo>
                    <a:pt x="820781" y="5339735"/>
                  </a:lnTo>
                  <a:lnTo>
                    <a:pt x="820926" y="5339735"/>
                  </a:lnTo>
                  <a:lnTo>
                    <a:pt x="821072" y="5339735"/>
                  </a:lnTo>
                  <a:lnTo>
                    <a:pt x="821217" y="5339735"/>
                  </a:lnTo>
                  <a:lnTo>
                    <a:pt x="821217" y="5339111"/>
                  </a:lnTo>
                  <a:lnTo>
                    <a:pt x="821363" y="5339111"/>
                  </a:lnTo>
                  <a:lnTo>
                    <a:pt x="821508" y="5339111"/>
                  </a:lnTo>
                  <a:lnTo>
                    <a:pt x="821654" y="5339111"/>
                  </a:lnTo>
                  <a:lnTo>
                    <a:pt x="821799" y="5339111"/>
                  </a:lnTo>
                  <a:lnTo>
                    <a:pt x="821944" y="5339111"/>
                  </a:lnTo>
                  <a:lnTo>
                    <a:pt x="821944" y="5338488"/>
                  </a:lnTo>
                  <a:lnTo>
                    <a:pt x="822090" y="5338488"/>
                  </a:lnTo>
                  <a:lnTo>
                    <a:pt x="822235" y="5338488"/>
                  </a:lnTo>
                  <a:lnTo>
                    <a:pt x="822381" y="5338488"/>
                  </a:lnTo>
                  <a:lnTo>
                    <a:pt x="822526" y="5338488"/>
                  </a:lnTo>
                  <a:lnTo>
                    <a:pt x="822672" y="5338488"/>
                  </a:lnTo>
                  <a:lnTo>
                    <a:pt x="822817" y="5338488"/>
                  </a:lnTo>
                  <a:lnTo>
                    <a:pt x="822962" y="5338488"/>
                  </a:lnTo>
                  <a:lnTo>
                    <a:pt x="823108" y="5338488"/>
                  </a:lnTo>
                  <a:lnTo>
                    <a:pt x="823253" y="5338488"/>
                  </a:lnTo>
                  <a:lnTo>
                    <a:pt x="823399" y="5338488"/>
                  </a:lnTo>
                  <a:lnTo>
                    <a:pt x="823544" y="5338488"/>
                  </a:lnTo>
                  <a:lnTo>
                    <a:pt x="823544" y="5337864"/>
                  </a:lnTo>
                  <a:lnTo>
                    <a:pt x="823544" y="5337241"/>
                  </a:lnTo>
                  <a:lnTo>
                    <a:pt x="823544" y="5336617"/>
                  </a:lnTo>
                  <a:lnTo>
                    <a:pt x="823690" y="5336617"/>
                  </a:lnTo>
                  <a:lnTo>
                    <a:pt x="823690" y="5335993"/>
                  </a:lnTo>
                  <a:lnTo>
                    <a:pt x="823690" y="5335370"/>
                  </a:lnTo>
                  <a:lnTo>
                    <a:pt x="823835" y="5335370"/>
                  </a:lnTo>
                  <a:lnTo>
                    <a:pt x="823980" y="5335370"/>
                  </a:lnTo>
                  <a:lnTo>
                    <a:pt x="824126" y="5335370"/>
                  </a:lnTo>
                  <a:lnTo>
                    <a:pt x="824271" y="5335370"/>
                  </a:lnTo>
                  <a:lnTo>
                    <a:pt x="824271" y="5334746"/>
                  </a:lnTo>
                  <a:lnTo>
                    <a:pt x="824271" y="5334123"/>
                  </a:lnTo>
                  <a:lnTo>
                    <a:pt x="824417" y="5334123"/>
                  </a:lnTo>
                  <a:lnTo>
                    <a:pt x="824562" y="5334123"/>
                  </a:lnTo>
                  <a:lnTo>
                    <a:pt x="824707" y="5334123"/>
                  </a:lnTo>
                  <a:lnTo>
                    <a:pt x="824707" y="5333499"/>
                  </a:lnTo>
                  <a:lnTo>
                    <a:pt x="824853" y="5333499"/>
                  </a:lnTo>
                  <a:lnTo>
                    <a:pt x="824998" y="5333499"/>
                  </a:lnTo>
                  <a:lnTo>
                    <a:pt x="824998" y="5332875"/>
                  </a:lnTo>
                  <a:lnTo>
                    <a:pt x="825144" y="5332875"/>
                  </a:lnTo>
                  <a:lnTo>
                    <a:pt x="825289" y="5332875"/>
                  </a:lnTo>
                  <a:lnTo>
                    <a:pt x="825289" y="5332252"/>
                  </a:lnTo>
                  <a:lnTo>
                    <a:pt x="825435" y="5332252"/>
                  </a:lnTo>
                  <a:lnTo>
                    <a:pt x="825580" y="5332252"/>
                  </a:lnTo>
                  <a:lnTo>
                    <a:pt x="825725" y="5332252"/>
                  </a:lnTo>
                  <a:lnTo>
                    <a:pt x="825871" y="5332252"/>
                  </a:lnTo>
                  <a:lnTo>
                    <a:pt x="825871" y="5331628"/>
                  </a:lnTo>
                  <a:lnTo>
                    <a:pt x="826016" y="5331628"/>
                  </a:lnTo>
                  <a:lnTo>
                    <a:pt x="826162" y="5331628"/>
                  </a:lnTo>
                  <a:lnTo>
                    <a:pt x="826307" y="5331628"/>
                  </a:lnTo>
                  <a:lnTo>
                    <a:pt x="826453" y="5331628"/>
                  </a:lnTo>
                  <a:lnTo>
                    <a:pt x="826453" y="5331005"/>
                  </a:lnTo>
                  <a:lnTo>
                    <a:pt x="826598" y="5331005"/>
                  </a:lnTo>
                  <a:lnTo>
                    <a:pt x="826743" y="5331005"/>
                  </a:lnTo>
                  <a:lnTo>
                    <a:pt x="826743" y="5330381"/>
                  </a:lnTo>
                  <a:lnTo>
                    <a:pt x="826889" y="5330381"/>
                  </a:lnTo>
                  <a:lnTo>
                    <a:pt x="827034" y="5330381"/>
                  </a:lnTo>
                  <a:lnTo>
                    <a:pt x="827180" y="5330381"/>
                  </a:lnTo>
                  <a:lnTo>
                    <a:pt x="827325" y="5330381"/>
                  </a:lnTo>
                  <a:lnTo>
                    <a:pt x="827471" y="5330381"/>
                  </a:lnTo>
                  <a:lnTo>
                    <a:pt x="827616" y="5330381"/>
                  </a:lnTo>
                  <a:lnTo>
                    <a:pt x="827761" y="5330381"/>
                  </a:lnTo>
                  <a:lnTo>
                    <a:pt x="827761" y="5329758"/>
                  </a:lnTo>
                  <a:lnTo>
                    <a:pt x="827907" y="5329758"/>
                  </a:lnTo>
                  <a:lnTo>
                    <a:pt x="828052" y="5329758"/>
                  </a:lnTo>
                  <a:lnTo>
                    <a:pt x="828198" y="5329758"/>
                  </a:lnTo>
                  <a:lnTo>
                    <a:pt x="828343" y="5329758"/>
                  </a:lnTo>
                  <a:lnTo>
                    <a:pt x="828489" y="5329758"/>
                  </a:lnTo>
                  <a:lnTo>
                    <a:pt x="828489" y="5329134"/>
                  </a:lnTo>
                  <a:lnTo>
                    <a:pt x="828634" y="5329134"/>
                  </a:lnTo>
                  <a:lnTo>
                    <a:pt x="828779" y="5329134"/>
                  </a:lnTo>
                  <a:lnTo>
                    <a:pt x="828925" y="5329134"/>
                  </a:lnTo>
                  <a:lnTo>
                    <a:pt x="829070" y="5329134"/>
                  </a:lnTo>
                  <a:lnTo>
                    <a:pt x="829216" y="5329134"/>
                  </a:lnTo>
                  <a:lnTo>
                    <a:pt x="829216" y="5328510"/>
                  </a:lnTo>
                  <a:lnTo>
                    <a:pt x="829361" y="5328510"/>
                  </a:lnTo>
                  <a:lnTo>
                    <a:pt x="829361" y="5327887"/>
                  </a:lnTo>
                  <a:lnTo>
                    <a:pt x="829361" y="5327263"/>
                  </a:lnTo>
                  <a:lnTo>
                    <a:pt x="829507" y="5327263"/>
                  </a:lnTo>
                  <a:lnTo>
                    <a:pt x="829652" y="5327263"/>
                  </a:lnTo>
                  <a:lnTo>
                    <a:pt x="829797" y="5327263"/>
                  </a:lnTo>
                  <a:lnTo>
                    <a:pt x="829943" y="5327263"/>
                  </a:lnTo>
                  <a:lnTo>
                    <a:pt x="830088" y="5327263"/>
                  </a:lnTo>
                  <a:lnTo>
                    <a:pt x="830234" y="5327263"/>
                  </a:lnTo>
                  <a:lnTo>
                    <a:pt x="830379" y="5327263"/>
                  </a:lnTo>
                  <a:lnTo>
                    <a:pt x="830379" y="5326640"/>
                  </a:lnTo>
                  <a:lnTo>
                    <a:pt x="830524" y="5326640"/>
                  </a:lnTo>
                  <a:lnTo>
                    <a:pt x="830670" y="5326640"/>
                  </a:lnTo>
                  <a:lnTo>
                    <a:pt x="830815" y="5326640"/>
                  </a:lnTo>
                  <a:lnTo>
                    <a:pt x="830961" y="5326640"/>
                  </a:lnTo>
                  <a:lnTo>
                    <a:pt x="831106" y="5326640"/>
                  </a:lnTo>
                  <a:lnTo>
                    <a:pt x="831252" y="5326640"/>
                  </a:lnTo>
                  <a:lnTo>
                    <a:pt x="831397" y="5326640"/>
                  </a:lnTo>
                  <a:lnTo>
                    <a:pt x="831542" y="5326640"/>
                  </a:lnTo>
                  <a:lnTo>
                    <a:pt x="831688" y="5326640"/>
                  </a:lnTo>
                  <a:lnTo>
                    <a:pt x="831833" y="5326640"/>
                  </a:lnTo>
                  <a:lnTo>
                    <a:pt x="831833" y="5326016"/>
                  </a:lnTo>
                  <a:lnTo>
                    <a:pt x="831979" y="5326016"/>
                  </a:lnTo>
                  <a:lnTo>
                    <a:pt x="831979" y="5325393"/>
                  </a:lnTo>
                  <a:lnTo>
                    <a:pt x="832124" y="5325393"/>
                  </a:lnTo>
                  <a:lnTo>
                    <a:pt x="832124" y="5324769"/>
                  </a:lnTo>
                  <a:lnTo>
                    <a:pt x="832124" y="5324145"/>
                  </a:lnTo>
                  <a:lnTo>
                    <a:pt x="832270" y="5324145"/>
                  </a:lnTo>
                  <a:lnTo>
                    <a:pt x="832270" y="5323522"/>
                  </a:lnTo>
                  <a:lnTo>
                    <a:pt x="832270" y="5322898"/>
                  </a:lnTo>
                  <a:lnTo>
                    <a:pt x="832415" y="5322898"/>
                  </a:lnTo>
                  <a:lnTo>
                    <a:pt x="832560" y="5322898"/>
                  </a:lnTo>
                  <a:lnTo>
                    <a:pt x="832706" y="5322898"/>
                  </a:lnTo>
                  <a:lnTo>
                    <a:pt x="832851" y="5322898"/>
                  </a:lnTo>
                  <a:lnTo>
                    <a:pt x="832851" y="5322275"/>
                  </a:lnTo>
                  <a:lnTo>
                    <a:pt x="832997" y="5322275"/>
                  </a:lnTo>
                  <a:lnTo>
                    <a:pt x="833142" y="5322275"/>
                  </a:lnTo>
                  <a:lnTo>
                    <a:pt x="833288" y="5322275"/>
                  </a:lnTo>
                  <a:lnTo>
                    <a:pt x="833433" y="5322275"/>
                  </a:lnTo>
                  <a:lnTo>
                    <a:pt x="833578" y="5322275"/>
                  </a:lnTo>
                  <a:lnTo>
                    <a:pt x="833724" y="5322275"/>
                  </a:lnTo>
                  <a:lnTo>
                    <a:pt x="833869" y="5322275"/>
                  </a:lnTo>
                  <a:lnTo>
                    <a:pt x="834015" y="5322275"/>
                  </a:lnTo>
                  <a:lnTo>
                    <a:pt x="834160" y="5322275"/>
                  </a:lnTo>
                  <a:lnTo>
                    <a:pt x="834306" y="5322275"/>
                  </a:lnTo>
                  <a:lnTo>
                    <a:pt x="834451" y="5322275"/>
                  </a:lnTo>
                  <a:lnTo>
                    <a:pt x="834596" y="5322275"/>
                  </a:lnTo>
                  <a:lnTo>
                    <a:pt x="834596" y="5321651"/>
                  </a:lnTo>
                  <a:lnTo>
                    <a:pt x="834742" y="5321651"/>
                  </a:lnTo>
                  <a:lnTo>
                    <a:pt x="834742" y="5321027"/>
                  </a:lnTo>
                  <a:lnTo>
                    <a:pt x="834887" y="5321027"/>
                  </a:lnTo>
                  <a:lnTo>
                    <a:pt x="835033" y="5321027"/>
                  </a:lnTo>
                  <a:lnTo>
                    <a:pt x="835178" y="5321027"/>
                  </a:lnTo>
                  <a:lnTo>
                    <a:pt x="835324" y="5321027"/>
                  </a:lnTo>
                  <a:lnTo>
                    <a:pt x="835469" y="5321027"/>
                  </a:lnTo>
                  <a:lnTo>
                    <a:pt x="835469" y="5320404"/>
                  </a:lnTo>
                  <a:lnTo>
                    <a:pt x="835614" y="5320404"/>
                  </a:lnTo>
                  <a:lnTo>
                    <a:pt x="835614" y="5319780"/>
                  </a:lnTo>
                  <a:lnTo>
                    <a:pt x="835760" y="5319780"/>
                  </a:lnTo>
                  <a:lnTo>
                    <a:pt x="835905" y="5319780"/>
                  </a:lnTo>
                  <a:lnTo>
                    <a:pt x="835905" y="5319157"/>
                  </a:lnTo>
                  <a:lnTo>
                    <a:pt x="836051" y="5319157"/>
                  </a:lnTo>
                  <a:lnTo>
                    <a:pt x="836196" y="5319157"/>
                  </a:lnTo>
                  <a:lnTo>
                    <a:pt x="836342" y="5319157"/>
                  </a:lnTo>
                  <a:lnTo>
                    <a:pt x="836487" y="5319157"/>
                  </a:lnTo>
                  <a:lnTo>
                    <a:pt x="836632" y="5319157"/>
                  </a:lnTo>
                  <a:lnTo>
                    <a:pt x="836632" y="5318533"/>
                  </a:lnTo>
                  <a:lnTo>
                    <a:pt x="836778" y="5318533"/>
                  </a:lnTo>
                  <a:lnTo>
                    <a:pt x="836923" y="5318533"/>
                  </a:lnTo>
                  <a:lnTo>
                    <a:pt x="837069" y="5318533"/>
                  </a:lnTo>
                  <a:lnTo>
                    <a:pt x="837214" y="5318533"/>
                  </a:lnTo>
                  <a:lnTo>
                    <a:pt x="837214" y="5317910"/>
                  </a:lnTo>
                  <a:lnTo>
                    <a:pt x="837359" y="5317910"/>
                  </a:lnTo>
                  <a:lnTo>
                    <a:pt x="837505" y="5317910"/>
                  </a:lnTo>
                  <a:lnTo>
                    <a:pt x="837650" y="5317910"/>
                  </a:lnTo>
                  <a:lnTo>
                    <a:pt x="837796" y="5317910"/>
                  </a:lnTo>
                  <a:lnTo>
                    <a:pt x="837941" y="5317910"/>
                  </a:lnTo>
                  <a:lnTo>
                    <a:pt x="838087" y="5317910"/>
                  </a:lnTo>
                  <a:lnTo>
                    <a:pt x="838232" y="5317910"/>
                  </a:lnTo>
                  <a:lnTo>
                    <a:pt x="838377" y="5317910"/>
                  </a:lnTo>
                  <a:lnTo>
                    <a:pt x="838523" y="5317910"/>
                  </a:lnTo>
                  <a:lnTo>
                    <a:pt x="838668" y="5317910"/>
                  </a:lnTo>
                  <a:lnTo>
                    <a:pt x="838814" y="5317910"/>
                  </a:lnTo>
                  <a:lnTo>
                    <a:pt x="838814" y="5317286"/>
                  </a:lnTo>
                  <a:lnTo>
                    <a:pt x="838814" y="5316662"/>
                  </a:lnTo>
                  <a:lnTo>
                    <a:pt x="838959" y="5316662"/>
                  </a:lnTo>
                  <a:lnTo>
                    <a:pt x="839105" y="5316662"/>
                  </a:lnTo>
                  <a:lnTo>
                    <a:pt x="839250" y="5316662"/>
                  </a:lnTo>
                  <a:lnTo>
                    <a:pt x="839395" y="5316662"/>
                  </a:lnTo>
                  <a:lnTo>
                    <a:pt x="839541" y="5316662"/>
                  </a:lnTo>
                  <a:lnTo>
                    <a:pt x="839686" y="5316662"/>
                  </a:lnTo>
                  <a:lnTo>
                    <a:pt x="839832" y="5316662"/>
                  </a:lnTo>
                  <a:lnTo>
                    <a:pt x="839977" y="5316662"/>
                  </a:lnTo>
                  <a:lnTo>
                    <a:pt x="840123" y="5316662"/>
                  </a:lnTo>
                  <a:lnTo>
                    <a:pt x="840268" y="5316662"/>
                  </a:lnTo>
                  <a:lnTo>
                    <a:pt x="840413" y="5316662"/>
                  </a:lnTo>
                  <a:lnTo>
                    <a:pt x="840559" y="5316662"/>
                  </a:lnTo>
                  <a:lnTo>
                    <a:pt x="840704" y="5316662"/>
                  </a:lnTo>
                  <a:lnTo>
                    <a:pt x="840850" y="5316662"/>
                  </a:lnTo>
                  <a:lnTo>
                    <a:pt x="840995" y="5316662"/>
                  </a:lnTo>
                  <a:lnTo>
                    <a:pt x="841141" y="5316662"/>
                  </a:lnTo>
                  <a:lnTo>
                    <a:pt x="841286" y="5316662"/>
                  </a:lnTo>
                  <a:lnTo>
                    <a:pt x="841286" y="5316039"/>
                  </a:lnTo>
                  <a:lnTo>
                    <a:pt x="841431" y="5316039"/>
                  </a:lnTo>
                  <a:lnTo>
                    <a:pt x="841577" y="5316039"/>
                  </a:lnTo>
                  <a:lnTo>
                    <a:pt x="841722" y="5316039"/>
                  </a:lnTo>
                  <a:lnTo>
                    <a:pt x="841868" y="5316039"/>
                  </a:lnTo>
                  <a:lnTo>
                    <a:pt x="842013" y="5316039"/>
                  </a:lnTo>
                  <a:lnTo>
                    <a:pt x="842159" y="5316039"/>
                  </a:lnTo>
                  <a:lnTo>
                    <a:pt x="842304" y="5316039"/>
                  </a:lnTo>
                  <a:lnTo>
                    <a:pt x="842449" y="5316039"/>
                  </a:lnTo>
                  <a:lnTo>
                    <a:pt x="842595" y="5316039"/>
                  </a:lnTo>
                  <a:lnTo>
                    <a:pt x="842740" y="5316039"/>
                  </a:lnTo>
                  <a:lnTo>
                    <a:pt x="842886" y="5316039"/>
                  </a:lnTo>
                  <a:lnTo>
                    <a:pt x="843031" y="5316039"/>
                  </a:lnTo>
                  <a:lnTo>
                    <a:pt x="843031" y="5315415"/>
                  </a:lnTo>
                  <a:lnTo>
                    <a:pt x="843177" y="5315415"/>
                  </a:lnTo>
                  <a:lnTo>
                    <a:pt x="843322" y="5315415"/>
                  </a:lnTo>
                  <a:lnTo>
                    <a:pt x="843467" y="5315415"/>
                  </a:lnTo>
                  <a:lnTo>
                    <a:pt x="843613" y="5315415"/>
                  </a:lnTo>
                  <a:lnTo>
                    <a:pt x="843758" y="5315415"/>
                  </a:lnTo>
                  <a:lnTo>
                    <a:pt x="843904" y="5315415"/>
                  </a:lnTo>
                  <a:lnTo>
                    <a:pt x="844049" y="5315415"/>
                  </a:lnTo>
                  <a:lnTo>
                    <a:pt x="844194" y="5315415"/>
                  </a:lnTo>
                  <a:lnTo>
                    <a:pt x="844340" y="5315415"/>
                  </a:lnTo>
                  <a:lnTo>
                    <a:pt x="844485" y="5315415"/>
                  </a:lnTo>
                  <a:lnTo>
                    <a:pt x="844631" y="5315415"/>
                  </a:lnTo>
                  <a:lnTo>
                    <a:pt x="844776" y="5315415"/>
                  </a:lnTo>
                  <a:lnTo>
                    <a:pt x="844922" y="5315415"/>
                  </a:lnTo>
                  <a:lnTo>
                    <a:pt x="845067" y="5315415"/>
                  </a:lnTo>
                  <a:lnTo>
                    <a:pt x="845067" y="5314792"/>
                  </a:lnTo>
                  <a:lnTo>
                    <a:pt x="845067" y="5314168"/>
                  </a:lnTo>
                  <a:lnTo>
                    <a:pt x="845212" y="5314168"/>
                  </a:lnTo>
                  <a:lnTo>
                    <a:pt x="845358" y="5314168"/>
                  </a:lnTo>
                  <a:lnTo>
                    <a:pt x="845503" y="5314168"/>
                  </a:lnTo>
                  <a:lnTo>
                    <a:pt x="845503" y="5313544"/>
                  </a:lnTo>
                  <a:lnTo>
                    <a:pt x="845503" y="5312921"/>
                  </a:lnTo>
                  <a:lnTo>
                    <a:pt x="845649" y="5312921"/>
                  </a:lnTo>
                  <a:lnTo>
                    <a:pt x="845794" y="5312921"/>
                  </a:lnTo>
                  <a:lnTo>
                    <a:pt x="845940" y="5312921"/>
                  </a:lnTo>
                  <a:lnTo>
                    <a:pt x="846085" y="5312921"/>
                  </a:lnTo>
                  <a:lnTo>
                    <a:pt x="846230" y="5312921"/>
                  </a:lnTo>
                  <a:lnTo>
                    <a:pt x="846230" y="5312297"/>
                  </a:lnTo>
                  <a:lnTo>
                    <a:pt x="846376" y="5312297"/>
                  </a:lnTo>
                  <a:lnTo>
                    <a:pt x="846376" y="5311674"/>
                  </a:lnTo>
                  <a:lnTo>
                    <a:pt x="846521" y="5311674"/>
                  </a:lnTo>
                  <a:lnTo>
                    <a:pt x="846667" y="5311674"/>
                  </a:lnTo>
                  <a:lnTo>
                    <a:pt x="846812" y="5311674"/>
                  </a:lnTo>
                  <a:lnTo>
                    <a:pt x="846812" y="5311050"/>
                  </a:lnTo>
                  <a:lnTo>
                    <a:pt x="846958" y="5311050"/>
                  </a:lnTo>
                  <a:lnTo>
                    <a:pt x="847103" y="5311050"/>
                  </a:lnTo>
                  <a:lnTo>
                    <a:pt x="847248" y="5311050"/>
                  </a:lnTo>
                  <a:lnTo>
                    <a:pt x="847394" y="5311050"/>
                  </a:lnTo>
                  <a:lnTo>
                    <a:pt x="847539" y="5311050"/>
                  </a:lnTo>
                  <a:lnTo>
                    <a:pt x="847539" y="5310427"/>
                  </a:lnTo>
                  <a:lnTo>
                    <a:pt x="847685" y="5310427"/>
                  </a:lnTo>
                  <a:lnTo>
                    <a:pt x="847830" y="5310427"/>
                  </a:lnTo>
                  <a:lnTo>
                    <a:pt x="847976" y="5310427"/>
                  </a:lnTo>
                  <a:lnTo>
                    <a:pt x="848121" y="5310427"/>
                  </a:lnTo>
                  <a:lnTo>
                    <a:pt x="848121" y="5309803"/>
                  </a:lnTo>
                  <a:lnTo>
                    <a:pt x="848266" y="5309803"/>
                  </a:lnTo>
                  <a:lnTo>
                    <a:pt x="848412" y="5309803"/>
                  </a:lnTo>
                  <a:lnTo>
                    <a:pt x="848557" y="5309803"/>
                  </a:lnTo>
                  <a:lnTo>
                    <a:pt x="848557" y="5309179"/>
                  </a:lnTo>
                  <a:lnTo>
                    <a:pt x="848703" y="5309179"/>
                  </a:lnTo>
                  <a:lnTo>
                    <a:pt x="848848" y="5309179"/>
                  </a:lnTo>
                  <a:lnTo>
                    <a:pt x="848994" y="5309179"/>
                  </a:lnTo>
                  <a:lnTo>
                    <a:pt x="849139" y="5309179"/>
                  </a:lnTo>
                  <a:lnTo>
                    <a:pt x="849284" y="5309179"/>
                  </a:lnTo>
                  <a:lnTo>
                    <a:pt x="849284" y="5308556"/>
                  </a:lnTo>
                  <a:lnTo>
                    <a:pt x="849430" y="5308556"/>
                  </a:lnTo>
                  <a:lnTo>
                    <a:pt x="849575" y="5308556"/>
                  </a:lnTo>
                  <a:lnTo>
                    <a:pt x="849575" y="5307932"/>
                  </a:lnTo>
                  <a:lnTo>
                    <a:pt x="849721" y="5307932"/>
                  </a:lnTo>
                  <a:lnTo>
                    <a:pt x="849866" y="5307932"/>
                  </a:lnTo>
                  <a:lnTo>
                    <a:pt x="849866" y="5307309"/>
                  </a:lnTo>
                  <a:lnTo>
                    <a:pt x="850012" y="5307309"/>
                  </a:lnTo>
                  <a:lnTo>
                    <a:pt x="850012" y="5306685"/>
                  </a:lnTo>
                  <a:lnTo>
                    <a:pt x="850157" y="5306685"/>
                  </a:lnTo>
                  <a:lnTo>
                    <a:pt x="850157" y="5306061"/>
                  </a:lnTo>
                  <a:lnTo>
                    <a:pt x="850302" y="5306061"/>
                  </a:lnTo>
                  <a:lnTo>
                    <a:pt x="850448" y="5306061"/>
                  </a:lnTo>
                  <a:lnTo>
                    <a:pt x="850448" y="5305438"/>
                  </a:lnTo>
                  <a:lnTo>
                    <a:pt x="850448" y="5304814"/>
                  </a:lnTo>
                  <a:lnTo>
                    <a:pt x="850593" y="5304814"/>
                  </a:lnTo>
                  <a:lnTo>
                    <a:pt x="850739" y="5304814"/>
                  </a:lnTo>
                  <a:lnTo>
                    <a:pt x="850739" y="5304191"/>
                  </a:lnTo>
                  <a:lnTo>
                    <a:pt x="850884" y="5304191"/>
                  </a:lnTo>
                  <a:lnTo>
                    <a:pt x="851029" y="5304191"/>
                  </a:lnTo>
                  <a:lnTo>
                    <a:pt x="851029" y="5303567"/>
                  </a:lnTo>
                  <a:lnTo>
                    <a:pt x="851175" y="5303567"/>
                  </a:lnTo>
                  <a:lnTo>
                    <a:pt x="851320" y="5303567"/>
                  </a:lnTo>
                  <a:lnTo>
                    <a:pt x="851320" y="5302944"/>
                  </a:lnTo>
                  <a:lnTo>
                    <a:pt x="851320" y="5302320"/>
                  </a:lnTo>
                  <a:lnTo>
                    <a:pt x="851466" y="5302320"/>
                  </a:lnTo>
                  <a:lnTo>
                    <a:pt x="851611" y="5302320"/>
                  </a:lnTo>
                  <a:lnTo>
                    <a:pt x="851757" y="5302320"/>
                  </a:lnTo>
                  <a:lnTo>
                    <a:pt x="851757" y="5301696"/>
                  </a:lnTo>
                  <a:lnTo>
                    <a:pt x="851902" y="5301696"/>
                  </a:lnTo>
                  <a:lnTo>
                    <a:pt x="852047" y="5301696"/>
                  </a:lnTo>
                  <a:lnTo>
                    <a:pt x="852193" y="5301696"/>
                  </a:lnTo>
                  <a:lnTo>
                    <a:pt x="852193" y="5301073"/>
                  </a:lnTo>
                  <a:lnTo>
                    <a:pt x="852338" y="5301073"/>
                  </a:lnTo>
                  <a:lnTo>
                    <a:pt x="852484" y="5301073"/>
                  </a:lnTo>
                  <a:lnTo>
                    <a:pt x="852629" y="5301073"/>
                  </a:lnTo>
                  <a:lnTo>
                    <a:pt x="852775" y="5301073"/>
                  </a:lnTo>
                  <a:lnTo>
                    <a:pt x="852920" y="5301073"/>
                  </a:lnTo>
                  <a:lnTo>
                    <a:pt x="853065" y="5301073"/>
                  </a:lnTo>
                  <a:lnTo>
                    <a:pt x="853211" y="5301073"/>
                  </a:lnTo>
                  <a:lnTo>
                    <a:pt x="853356" y="5301073"/>
                  </a:lnTo>
                  <a:lnTo>
                    <a:pt x="853502" y="5301073"/>
                  </a:lnTo>
                  <a:lnTo>
                    <a:pt x="853647" y="5301073"/>
                  </a:lnTo>
                  <a:lnTo>
                    <a:pt x="853647" y="5300449"/>
                  </a:lnTo>
                  <a:lnTo>
                    <a:pt x="853793" y="5300449"/>
                  </a:lnTo>
                  <a:lnTo>
                    <a:pt x="853938" y="5300449"/>
                  </a:lnTo>
                  <a:lnTo>
                    <a:pt x="854083" y="5300449"/>
                  </a:lnTo>
                  <a:lnTo>
                    <a:pt x="854229" y="5300449"/>
                  </a:lnTo>
                  <a:lnTo>
                    <a:pt x="854229" y="5299826"/>
                  </a:lnTo>
                  <a:lnTo>
                    <a:pt x="854374" y="5299826"/>
                  </a:lnTo>
                  <a:lnTo>
                    <a:pt x="854520" y="5299826"/>
                  </a:lnTo>
                  <a:lnTo>
                    <a:pt x="854665" y="5299826"/>
                  </a:lnTo>
                  <a:lnTo>
                    <a:pt x="854811" y="5299826"/>
                  </a:lnTo>
                  <a:lnTo>
                    <a:pt x="854956" y="5299826"/>
                  </a:lnTo>
                  <a:lnTo>
                    <a:pt x="855101" y="5299826"/>
                  </a:lnTo>
                  <a:lnTo>
                    <a:pt x="855247" y="5299826"/>
                  </a:lnTo>
                  <a:lnTo>
                    <a:pt x="855392" y="5299826"/>
                  </a:lnTo>
                  <a:lnTo>
                    <a:pt x="855538" y="5299826"/>
                  </a:lnTo>
                  <a:lnTo>
                    <a:pt x="855538" y="5299202"/>
                  </a:lnTo>
                  <a:lnTo>
                    <a:pt x="855683" y="5299202"/>
                  </a:lnTo>
                  <a:lnTo>
                    <a:pt x="855829" y="5299202"/>
                  </a:lnTo>
                  <a:lnTo>
                    <a:pt x="855974" y="5299202"/>
                  </a:lnTo>
                  <a:lnTo>
                    <a:pt x="856119" y="5299202"/>
                  </a:lnTo>
                  <a:lnTo>
                    <a:pt x="856265" y="5299202"/>
                  </a:lnTo>
                  <a:lnTo>
                    <a:pt x="856410" y="5299202"/>
                  </a:lnTo>
                  <a:lnTo>
                    <a:pt x="856556" y="5299202"/>
                  </a:lnTo>
                  <a:lnTo>
                    <a:pt x="856701" y="5299202"/>
                  </a:lnTo>
                  <a:lnTo>
                    <a:pt x="856847" y="5299202"/>
                  </a:lnTo>
                  <a:lnTo>
                    <a:pt x="856847" y="5298578"/>
                  </a:lnTo>
                  <a:lnTo>
                    <a:pt x="856847" y="5297955"/>
                  </a:lnTo>
                  <a:lnTo>
                    <a:pt x="856992" y="5297955"/>
                  </a:lnTo>
                  <a:lnTo>
                    <a:pt x="857137" y="5297955"/>
                  </a:lnTo>
                  <a:lnTo>
                    <a:pt x="857283" y="5297955"/>
                  </a:lnTo>
                  <a:lnTo>
                    <a:pt x="857428" y="5297955"/>
                  </a:lnTo>
                  <a:lnTo>
                    <a:pt x="857428" y="5297331"/>
                  </a:lnTo>
                  <a:lnTo>
                    <a:pt x="857574" y="5297331"/>
                  </a:lnTo>
                  <a:lnTo>
                    <a:pt x="857719" y="5297331"/>
                  </a:lnTo>
                  <a:lnTo>
                    <a:pt x="857864" y="5297331"/>
                  </a:lnTo>
                  <a:lnTo>
                    <a:pt x="858010" y="5297331"/>
                  </a:lnTo>
                  <a:lnTo>
                    <a:pt x="858010" y="5296708"/>
                  </a:lnTo>
                  <a:lnTo>
                    <a:pt x="858010" y="5296084"/>
                  </a:lnTo>
                  <a:lnTo>
                    <a:pt x="858155" y="5296084"/>
                  </a:lnTo>
                  <a:lnTo>
                    <a:pt x="858301" y="5296084"/>
                  </a:lnTo>
                  <a:lnTo>
                    <a:pt x="858446" y="5296084"/>
                  </a:lnTo>
                  <a:lnTo>
                    <a:pt x="858592" y="5296084"/>
                  </a:lnTo>
                  <a:lnTo>
                    <a:pt x="858592" y="5295461"/>
                  </a:lnTo>
                  <a:lnTo>
                    <a:pt x="858737" y="5295461"/>
                  </a:lnTo>
                  <a:lnTo>
                    <a:pt x="858882" y="5295461"/>
                  </a:lnTo>
                  <a:lnTo>
                    <a:pt x="859028" y="5295461"/>
                  </a:lnTo>
                  <a:lnTo>
                    <a:pt x="859173" y="5295461"/>
                  </a:lnTo>
                  <a:lnTo>
                    <a:pt x="859173" y="5294837"/>
                  </a:lnTo>
                  <a:lnTo>
                    <a:pt x="859173" y="5294213"/>
                  </a:lnTo>
                  <a:lnTo>
                    <a:pt x="859173" y="5293590"/>
                  </a:lnTo>
                  <a:lnTo>
                    <a:pt x="859173" y="5292966"/>
                  </a:lnTo>
                  <a:lnTo>
                    <a:pt x="859319" y="5292966"/>
                  </a:lnTo>
                  <a:lnTo>
                    <a:pt x="859464" y="5292966"/>
                  </a:lnTo>
                  <a:lnTo>
                    <a:pt x="859610" y="5292966"/>
                  </a:lnTo>
                  <a:lnTo>
                    <a:pt x="859755" y="5292966"/>
                  </a:lnTo>
                  <a:lnTo>
                    <a:pt x="859900" y="5292966"/>
                  </a:lnTo>
                  <a:lnTo>
                    <a:pt x="860046" y="5292966"/>
                  </a:lnTo>
                  <a:lnTo>
                    <a:pt x="860191" y="5292966"/>
                  </a:lnTo>
                  <a:lnTo>
                    <a:pt x="860191" y="5292343"/>
                  </a:lnTo>
                  <a:lnTo>
                    <a:pt x="860191" y="5291719"/>
                  </a:lnTo>
                  <a:lnTo>
                    <a:pt x="860337" y="5291719"/>
                  </a:lnTo>
                  <a:lnTo>
                    <a:pt x="860337" y="5291095"/>
                  </a:lnTo>
                  <a:lnTo>
                    <a:pt x="860482" y="5291095"/>
                  </a:lnTo>
                  <a:lnTo>
                    <a:pt x="860628" y="5291095"/>
                  </a:lnTo>
                  <a:lnTo>
                    <a:pt x="860773" y="5291095"/>
                  </a:lnTo>
                  <a:lnTo>
                    <a:pt x="860918" y="5291095"/>
                  </a:lnTo>
                  <a:lnTo>
                    <a:pt x="861064" y="5291095"/>
                  </a:lnTo>
                  <a:lnTo>
                    <a:pt x="861064" y="5290472"/>
                  </a:lnTo>
                  <a:lnTo>
                    <a:pt x="861209" y="5290472"/>
                  </a:lnTo>
                  <a:lnTo>
                    <a:pt x="861355" y="5290472"/>
                  </a:lnTo>
                  <a:lnTo>
                    <a:pt x="861500" y="5290472"/>
                  </a:lnTo>
                  <a:lnTo>
                    <a:pt x="861646" y="5290472"/>
                  </a:lnTo>
                  <a:lnTo>
                    <a:pt x="861791" y="5290472"/>
                  </a:lnTo>
                  <a:lnTo>
                    <a:pt x="861936" y="5290472"/>
                  </a:lnTo>
                  <a:lnTo>
                    <a:pt x="862082" y="5290472"/>
                  </a:lnTo>
                  <a:lnTo>
                    <a:pt x="862227" y="5290472"/>
                  </a:lnTo>
                  <a:lnTo>
                    <a:pt x="862373" y="5290472"/>
                  </a:lnTo>
                  <a:lnTo>
                    <a:pt x="862518" y="5290472"/>
                  </a:lnTo>
                  <a:lnTo>
                    <a:pt x="862518" y="5289848"/>
                  </a:lnTo>
                  <a:lnTo>
                    <a:pt x="862518" y="5289225"/>
                  </a:lnTo>
                  <a:lnTo>
                    <a:pt x="862664" y="5289225"/>
                  </a:lnTo>
                  <a:lnTo>
                    <a:pt x="862809" y="5289225"/>
                  </a:lnTo>
                  <a:lnTo>
                    <a:pt x="862809" y="5288601"/>
                  </a:lnTo>
                  <a:lnTo>
                    <a:pt x="862954" y="5288601"/>
                  </a:lnTo>
                  <a:lnTo>
                    <a:pt x="863100" y="5288601"/>
                  </a:lnTo>
                  <a:lnTo>
                    <a:pt x="863245" y="5288601"/>
                  </a:lnTo>
                  <a:lnTo>
                    <a:pt x="863245" y="5287978"/>
                  </a:lnTo>
                  <a:lnTo>
                    <a:pt x="863391" y="5287978"/>
                  </a:lnTo>
                  <a:lnTo>
                    <a:pt x="863536" y="5287978"/>
                  </a:lnTo>
                  <a:lnTo>
                    <a:pt x="863682" y="5287978"/>
                  </a:lnTo>
                  <a:lnTo>
                    <a:pt x="863827" y="5287978"/>
                  </a:lnTo>
                  <a:lnTo>
                    <a:pt x="863972" y="5287978"/>
                  </a:lnTo>
                  <a:lnTo>
                    <a:pt x="864118" y="5287978"/>
                  </a:lnTo>
                  <a:lnTo>
                    <a:pt x="864263" y="5287978"/>
                  </a:lnTo>
                  <a:lnTo>
                    <a:pt x="864263" y="5287354"/>
                  </a:lnTo>
                  <a:lnTo>
                    <a:pt x="864409" y="5287354"/>
                  </a:lnTo>
                  <a:lnTo>
                    <a:pt x="864554" y="5287354"/>
                  </a:lnTo>
                  <a:lnTo>
                    <a:pt x="864699" y="5287354"/>
                  </a:lnTo>
                  <a:lnTo>
                    <a:pt x="864845" y="5287354"/>
                  </a:lnTo>
                  <a:lnTo>
                    <a:pt x="864990" y="5287354"/>
                  </a:lnTo>
                  <a:lnTo>
                    <a:pt x="864990" y="5286730"/>
                  </a:lnTo>
                  <a:lnTo>
                    <a:pt x="865136" y="5286730"/>
                  </a:lnTo>
                  <a:lnTo>
                    <a:pt x="865136" y="5286107"/>
                  </a:lnTo>
                  <a:lnTo>
                    <a:pt x="865136" y="5285483"/>
                  </a:lnTo>
                  <a:lnTo>
                    <a:pt x="865281" y="5285483"/>
                  </a:lnTo>
                  <a:lnTo>
                    <a:pt x="865281" y="5284860"/>
                  </a:lnTo>
                  <a:lnTo>
                    <a:pt x="865427" y="5284860"/>
                  </a:lnTo>
                  <a:lnTo>
                    <a:pt x="865572" y="5284860"/>
                  </a:lnTo>
                  <a:lnTo>
                    <a:pt x="865717" y="5284860"/>
                  </a:lnTo>
                  <a:lnTo>
                    <a:pt x="865863" y="5284860"/>
                  </a:lnTo>
                  <a:lnTo>
                    <a:pt x="866008" y="5284860"/>
                  </a:lnTo>
                  <a:lnTo>
                    <a:pt x="866154" y="5284860"/>
                  </a:lnTo>
                  <a:lnTo>
                    <a:pt x="866299" y="5284860"/>
                  </a:lnTo>
                  <a:lnTo>
                    <a:pt x="866445" y="5284860"/>
                  </a:lnTo>
                  <a:lnTo>
                    <a:pt x="866590" y="5284860"/>
                  </a:lnTo>
                  <a:lnTo>
                    <a:pt x="866590" y="5284236"/>
                  </a:lnTo>
                  <a:lnTo>
                    <a:pt x="866735" y="5284236"/>
                  </a:lnTo>
                  <a:lnTo>
                    <a:pt x="866881" y="5284236"/>
                  </a:lnTo>
                  <a:lnTo>
                    <a:pt x="867026" y="5284236"/>
                  </a:lnTo>
                  <a:lnTo>
                    <a:pt x="867026" y="5283612"/>
                  </a:lnTo>
                  <a:lnTo>
                    <a:pt x="867172" y="5283612"/>
                  </a:lnTo>
                  <a:lnTo>
                    <a:pt x="867172" y="5282989"/>
                  </a:lnTo>
                  <a:lnTo>
                    <a:pt x="867317" y="5282989"/>
                  </a:lnTo>
                  <a:lnTo>
                    <a:pt x="867463" y="5282989"/>
                  </a:lnTo>
                  <a:lnTo>
                    <a:pt x="867608" y="5282989"/>
                  </a:lnTo>
                  <a:lnTo>
                    <a:pt x="867608" y="5282365"/>
                  </a:lnTo>
                  <a:lnTo>
                    <a:pt x="867753" y="5282365"/>
                  </a:lnTo>
                  <a:lnTo>
                    <a:pt x="867899" y="5282365"/>
                  </a:lnTo>
                  <a:lnTo>
                    <a:pt x="867899" y="5281742"/>
                  </a:lnTo>
                  <a:lnTo>
                    <a:pt x="868044" y="5281742"/>
                  </a:lnTo>
                  <a:lnTo>
                    <a:pt x="868190" y="5281742"/>
                  </a:lnTo>
                  <a:lnTo>
                    <a:pt x="868335" y="5281742"/>
                  </a:lnTo>
                  <a:lnTo>
                    <a:pt x="868481" y="5281742"/>
                  </a:lnTo>
                  <a:lnTo>
                    <a:pt x="868481" y="5281118"/>
                  </a:lnTo>
                  <a:lnTo>
                    <a:pt x="868626" y="5281118"/>
                  </a:lnTo>
                  <a:lnTo>
                    <a:pt x="868626" y="5280495"/>
                  </a:lnTo>
                  <a:lnTo>
                    <a:pt x="868771" y="5280495"/>
                  </a:lnTo>
                  <a:lnTo>
                    <a:pt x="868917" y="5280495"/>
                  </a:lnTo>
                  <a:lnTo>
                    <a:pt x="868917" y="5279871"/>
                  </a:lnTo>
                  <a:lnTo>
                    <a:pt x="869062" y="5279871"/>
                  </a:lnTo>
                  <a:lnTo>
                    <a:pt x="869208" y="5279871"/>
                  </a:lnTo>
                  <a:lnTo>
                    <a:pt x="869353" y="5279871"/>
                  </a:lnTo>
                  <a:lnTo>
                    <a:pt x="869353" y="5279247"/>
                  </a:lnTo>
                  <a:lnTo>
                    <a:pt x="869353" y="5278624"/>
                  </a:lnTo>
                  <a:lnTo>
                    <a:pt x="869353" y="5278000"/>
                  </a:lnTo>
                  <a:lnTo>
                    <a:pt x="869499" y="5278000"/>
                  </a:lnTo>
                  <a:lnTo>
                    <a:pt x="869644" y="5278000"/>
                  </a:lnTo>
                  <a:lnTo>
                    <a:pt x="869789" y="5278000"/>
                  </a:lnTo>
                  <a:lnTo>
                    <a:pt x="869935" y="5278000"/>
                  </a:lnTo>
                  <a:lnTo>
                    <a:pt x="870080" y="5278000"/>
                  </a:lnTo>
                  <a:lnTo>
                    <a:pt x="870080" y="5277377"/>
                  </a:lnTo>
                  <a:lnTo>
                    <a:pt x="870226" y="5277377"/>
                  </a:lnTo>
                  <a:lnTo>
                    <a:pt x="870371" y="5277377"/>
                  </a:lnTo>
                  <a:lnTo>
                    <a:pt x="870517" y="5277377"/>
                  </a:lnTo>
                  <a:lnTo>
                    <a:pt x="870662" y="5277377"/>
                  </a:lnTo>
                  <a:lnTo>
                    <a:pt x="870807" y="5277377"/>
                  </a:lnTo>
                  <a:lnTo>
                    <a:pt x="870953" y="5277377"/>
                  </a:lnTo>
                  <a:lnTo>
                    <a:pt x="871098" y="5277377"/>
                  </a:lnTo>
                  <a:lnTo>
                    <a:pt x="871244" y="5277377"/>
                  </a:lnTo>
                  <a:lnTo>
                    <a:pt x="871389" y="5277377"/>
                  </a:lnTo>
                  <a:lnTo>
                    <a:pt x="871534" y="5277377"/>
                  </a:lnTo>
                  <a:lnTo>
                    <a:pt x="871534" y="5276753"/>
                  </a:lnTo>
                  <a:lnTo>
                    <a:pt x="871680" y="5276753"/>
                  </a:lnTo>
                  <a:lnTo>
                    <a:pt x="871825" y="5276753"/>
                  </a:lnTo>
                  <a:lnTo>
                    <a:pt x="871971" y="5276753"/>
                  </a:lnTo>
                  <a:lnTo>
                    <a:pt x="872116" y="5276753"/>
                  </a:lnTo>
                  <a:lnTo>
                    <a:pt x="872262" y="5276753"/>
                  </a:lnTo>
                  <a:lnTo>
                    <a:pt x="872407" y="5276753"/>
                  </a:lnTo>
                  <a:lnTo>
                    <a:pt x="872552" y="5276753"/>
                  </a:lnTo>
                  <a:lnTo>
                    <a:pt x="872698" y="5276753"/>
                  </a:lnTo>
                  <a:lnTo>
                    <a:pt x="872843" y="5276753"/>
                  </a:lnTo>
                  <a:lnTo>
                    <a:pt x="872843" y="5276130"/>
                  </a:lnTo>
                  <a:lnTo>
                    <a:pt x="872989" y="5276130"/>
                  </a:lnTo>
                  <a:lnTo>
                    <a:pt x="872989" y="5275506"/>
                  </a:lnTo>
                  <a:lnTo>
                    <a:pt x="872989" y="5274882"/>
                  </a:lnTo>
                  <a:lnTo>
                    <a:pt x="873134" y="5274882"/>
                  </a:lnTo>
                  <a:lnTo>
                    <a:pt x="873280" y="5274882"/>
                  </a:lnTo>
                  <a:lnTo>
                    <a:pt x="873425" y="5274882"/>
                  </a:lnTo>
                  <a:lnTo>
                    <a:pt x="873570" y="5274882"/>
                  </a:lnTo>
                  <a:lnTo>
                    <a:pt x="873716" y="5274882"/>
                  </a:lnTo>
                  <a:lnTo>
                    <a:pt x="873861" y="5274882"/>
                  </a:lnTo>
                  <a:lnTo>
                    <a:pt x="873861" y="5274259"/>
                  </a:lnTo>
                  <a:lnTo>
                    <a:pt x="873861" y="5273635"/>
                  </a:lnTo>
                  <a:lnTo>
                    <a:pt x="873861" y="5273012"/>
                  </a:lnTo>
                  <a:lnTo>
                    <a:pt x="874007" y="5273012"/>
                  </a:lnTo>
                  <a:lnTo>
                    <a:pt x="874152" y="5273012"/>
                  </a:lnTo>
                  <a:lnTo>
                    <a:pt x="874298" y="5273012"/>
                  </a:lnTo>
                  <a:lnTo>
                    <a:pt x="874443" y="5273012"/>
                  </a:lnTo>
                  <a:lnTo>
                    <a:pt x="874588" y="5273012"/>
                  </a:lnTo>
                  <a:lnTo>
                    <a:pt x="874734" y="5273012"/>
                  </a:lnTo>
                  <a:lnTo>
                    <a:pt x="874879" y="5273012"/>
                  </a:lnTo>
                  <a:lnTo>
                    <a:pt x="875025" y="5273012"/>
                  </a:lnTo>
                  <a:lnTo>
                    <a:pt x="875025" y="5272388"/>
                  </a:lnTo>
                  <a:lnTo>
                    <a:pt x="875170" y="5272388"/>
                  </a:lnTo>
                  <a:lnTo>
                    <a:pt x="875316" y="5272388"/>
                  </a:lnTo>
                  <a:lnTo>
                    <a:pt x="875461" y="5272388"/>
                  </a:lnTo>
                  <a:lnTo>
                    <a:pt x="875461" y="5271764"/>
                  </a:lnTo>
                  <a:lnTo>
                    <a:pt x="875606" y="5271764"/>
                  </a:lnTo>
                  <a:lnTo>
                    <a:pt x="875752" y="5271764"/>
                  </a:lnTo>
                  <a:lnTo>
                    <a:pt x="875752" y="5271141"/>
                  </a:lnTo>
                  <a:lnTo>
                    <a:pt x="875897" y="5271141"/>
                  </a:lnTo>
                  <a:lnTo>
                    <a:pt x="876043" y="5271141"/>
                  </a:lnTo>
                  <a:lnTo>
                    <a:pt x="876043" y="5270517"/>
                  </a:lnTo>
                  <a:lnTo>
                    <a:pt x="876188" y="5270517"/>
                  </a:lnTo>
                  <a:lnTo>
                    <a:pt x="876334" y="5270517"/>
                  </a:lnTo>
                  <a:lnTo>
                    <a:pt x="876479" y="5270517"/>
                  </a:lnTo>
                  <a:lnTo>
                    <a:pt x="876624" y="5270517"/>
                  </a:lnTo>
                  <a:lnTo>
                    <a:pt x="876770" y="5270517"/>
                  </a:lnTo>
                  <a:lnTo>
                    <a:pt x="876915" y="5270517"/>
                  </a:lnTo>
                  <a:lnTo>
                    <a:pt x="877061" y="5270517"/>
                  </a:lnTo>
                  <a:lnTo>
                    <a:pt x="877061" y="5269894"/>
                  </a:lnTo>
                  <a:lnTo>
                    <a:pt x="877206" y="5269894"/>
                  </a:lnTo>
                  <a:lnTo>
                    <a:pt x="877352" y="5269894"/>
                  </a:lnTo>
                  <a:lnTo>
                    <a:pt x="877497" y="5269894"/>
                  </a:lnTo>
                  <a:lnTo>
                    <a:pt x="877642" y="5269894"/>
                  </a:lnTo>
                  <a:lnTo>
                    <a:pt x="877788" y="5269894"/>
                  </a:lnTo>
                  <a:lnTo>
                    <a:pt x="877788" y="5269270"/>
                  </a:lnTo>
                  <a:lnTo>
                    <a:pt x="877933" y="5269270"/>
                  </a:lnTo>
                  <a:lnTo>
                    <a:pt x="878079" y="5269270"/>
                  </a:lnTo>
                  <a:lnTo>
                    <a:pt x="878224" y="5269270"/>
                  </a:lnTo>
                  <a:lnTo>
                    <a:pt x="878369" y="5269270"/>
                  </a:lnTo>
                  <a:lnTo>
                    <a:pt x="878369" y="5268647"/>
                  </a:lnTo>
                  <a:lnTo>
                    <a:pt x="878369" y="5268023"/>
                  </a:lnTo>
                  <a:lnTo>
                    <a:pt x="878515" y="5268023"/>
                  </a:lnTo>
                  <a:lnTo>
                    <a:pt x="878660" y="5268023"/>
                  </a:lnTo>
                  <a:lnTo>
                    <a:pt x="878660" y="5267399"/>
                  </a:lnTo>
                  <a:lnTo>
                    <a:pt x="878806" y="5267399"/>
                  </a:lnTo>
                  <a:lnTo>
                    <a:pt x="878951" y="5267399"/>
                  </a:lnTo>
                  <a:lnTo>
                    <a:pt x="879097" y="5267399"/>
                  </a:lnTo>
                  <a:lnTo>
                    <a:pt x="879242" y="5267399"/>
                  </a:lnTo>
                  <a:lnTo>
                    <a:pt x="879242" y="5266776"/>
                  </a:lnTo>
                  <a:lnTo>
                    <a:pt x="879387" y="5266776"/>
                  </a:lnTo>
                  <a:lnTo>
                    <a:pt x="879533" y="5266776"/>
                  </a:lnTo>
                  <a:lnTo>
                    <a:pt x="879678" y="5266776"/>
                  </a:lnTo>
                  <a:lnTo>
                    <a:pt x="879824" y="5266776"/>
                  </a:lnTo>
                  <a:lnTo>
                    <a:pt x="879969" y="5266776"/>
                  </a:lnTo>
                  <a:lnTo>
                    <a:pt x="880115" y="5266776"/>
                  </a:lnTo>
                  <a:lnTo>
                    <a:pt x="880260" y="5266776"/>
                  </a:lnTo>
                  <a:lnTo>
                    <a:pt x="880405" y="5266776"/>
                  </a:lnTo>
                  <a:lnTo>
                    <a:pt x="880551" y="5266776"/>
                  </a:lnTo>
                  <a:lnTo>
                    <a:pt x="880696" y="5266776"/>
                  </a:lnTo>
                  <a:lnTo>
                    <a:pt x="880842" y="5266776"/>
                  </a:lnTo>
                  <a:lnTo>
                    <a:pt x="880987" y="5266776"/>
                  </a:lnTo>
                  <a:lnTo>
                    <a:pt x="881133" y="5266776"/>
                  </a:lnTo>
                  <a:lnTo>
                    <a:pt x="881278" y="5266776"/>
                  </a:lnTo>
                  <a:lnTo>
                    <a:pt x="881423" y="5266776"/>
                  </a:lnTo>
                  <a:lnTo>
                    <a:pt x="881423" y="5266152"/>
                  </a:lnTo>
                  <a:lnTo>
                    <a:pt x="881569" y="5266152"/>
                  </a:lnTo>
                  <a:lnTo>
                    <a:pt x="881714" y="5266152"/>
                  </a:lnTo>
                  <a:lnTo>
                    <a:pt x="881714" y="5265529"/>
                  </a:lnTo>
                  <a:lnTo>
                    <a:pt x="881860" y="5265529"/>
                  </a:lnTo>
                  <a:lnTo>
                    <a:pt x="882005" y="5265529"/>
                  </a:lnTo>
                  <a:lnTo>
                    <a:pt x="882151" y="5265529"/>
                  </a:lnTo>
                  <a:lnTo>
                    <a:pt x="882296" y="5265529"/>
                  </a:lnTo>
                  <a:lnTo>
                    <a:pt x="882441" y="5265529"/>
                  </a:lnTo>
                  <a:lnTo>
                    <a:pt x="882587" y="5265529"/>
                  </a:lnTo>
                  <a:lnTo>
                    <a:pt x="882732" y="5265529"/>
                  </a:lnTo>
                  <a:lnTo>
                    <a:pt x="882878" y="5265529"/>
                  </a:lnTo>
                  <a:lnTo>
                    <a:pt x="882878" y="5264905"/>
                  </a:lnTo>
                  <a:lnTo>
                    <a:pt x="882878" y="5264281"/>
                  </a:lnTo>
                  <a:lnTo>
                    <a:pt x="883023" y="5264281"/>
                  </a:lnTo>
                  <a:lnTo>
                    <a:pt x="883023" y="5263658"/>
                  </a:lnTo>
                  <a:lnTo>
                    <a:pt x="883023" y="5263034"/>
                  </a:lnTo>
                  <a:lnTo>
                    <a:pt x="883169" y="5263034"/>
                  </a:lnTo>
                  <a:lnTo>
                    <a:pt x="883314" y="5263034"/>
                  </a:lnTo>
                  <a:lnTo>
                    <a:pt x="883459" y="5263034"/>
                  </a:lnTo>
                  <a:lnTo>
                    <a:pt x="883605" y="5263034"/>
                  </a:lnTo>
                  <a:lnTo>
                    <a:pt x="883750" y="5263034"/>
                  </a:lnTo>
                  <a:lnTo>
                    <a:pt x="883896" y="5263034"/>
                  </a:lnTo>
                  <a:lnTo>
                    <a:pt x="884041" y="5263034"/>
                  </a:lnTo>
                  <a:lnTo>
                    <a:pt x="884187" y="5263034"/>
                  </a:lnTo>
                  <a:lnTo>
                    <a:pt x="884332" y="5263034"/>
                  </a:lnTo>
                  <a:lnTo>
                    <a:pt x="884477" y="5263034"/>
                  </a:lnTo>
                  <a:lnTo>
                    <a:pt x="884623" y="5263034"/>
                  </a:lnTo>
                  <a:lnTo>
                    <a:pt x="884768" y="5263034"/>
                  </a:lnTo>
                  <a:lnTo>
                    <a:pt x="884914" y="5263034"/>
                  </a:lnTo>
                  <a:lnTo>
                    <a:pt x="885059" y="5263034"/>
                  </a:lnTo>
                  <a:lnTo>
                    <a:pt x="885059" y="5262411"/>
                  </a:lnTo>
                  <a:lnTo>
                    <a:pt x="885204" y="5262411"/>
                  </a:lnTo>
                  <a:lnTo>
                    <a:pt x="885204" y="5261787"/>
                  </a:lnTo>
                  <a:lnTo>
                    <a:pt x="885350" y="5261787"/>
                  </a:lnTo>
                  <a:lnTo>
                    <a:pt x="885350" y="5261164"/>
                  </a:lnTo>
                  <a:lnTo>
                    <a:pt x="885495" y="5261164"/>
                  </a:lnTo>
                  <a:lnTo>
                    <a:pt x="885641" y="5261164"/>
                  </a:lnTo>
                  <a:lnTo>
                    <a:pt x="885786" y="5261164"/>
                  </a:lnTo>
                  <a:lnTo>
                    <a:pt x="885932" y="5261164"/>
                  </a:lnTo>
                  <a:lnTo>
                    <a:pt x="886077" y="5261164"/>
                  </a:lnTo>
                  <a:lnTo>
                    <a:pt x="886222" y="5261164"/>
                  </a:lnTo>
                  <a:lnTo>
                    <a:pt x="886368" y="5261164"/>
                  </a:lnTo>
                  <a:lnTo>
                    <a:pt x="886513" y="5261164"/>
                  </a:lnTo>
                  <a:lnTo>
                    <a:pt x="886659" y="5261164"/>
                  </a:lnTo>
                  <a:lnTo>
                    <a:pt x="886804" y="5261164"/>
                  </a:lnTo>
                  <a:lnTo>
                    <a:pt x="886950" y="5261164"/>
                  </a:lnTo>
                  <a:lnTo>
                    <a:pt x="886950" y="5260540"/>
                  </a:lnTo>
                  <a:lnTo>
                    <a:pt x="886950" y="5259916"/>
                  </a:lnTo>
                  <a:lnTo>
                    <a:pt x="887095" y="5259916"/>
                  </a:lnTo>
                  <a:lnTo>
                    <a:pt x="887095" y="5259293"/>
                  </a:lnTo>
                  <a:lnTo>
                    <a:pt x="887240" y="5259293"/>
                  </a:lnTo>
                  <a:lnTo>
                    <a:pt x="887386" y="5259293"/>
                  </a:lnTo>
                  <a:lnTo>
                    <a:pt x="887531" y="5259293"/>
                  </a:lnTo>
                  <a:lnTo>
                    <a:pt x="887531" y="5258669"/>
                  </a:lnTo>
                  <a:lnTo>
                    <a:pt x="887677" y="5258669"/>
                  </a:lnTo>
                  <a:lnTo>
                    <a:pt x="887822" y="5258669"/>
                  </a:lnTo>
                  <a:lnTo>
                    <a:pt x="887968" y="5258669"/>
                  </a:lnTo>
                  <a:lnTo>
                    <a:pt x="887968" y="5258046"/>
                  </a:lnTo>
                  <a:lnTo>
                    <a:pt x="888113" y="5258046"/>
                  </a:lnTo>
                  <a:lnTo>
                    <a:pt x="888258" y="5258046"/>
                  </a:lnTo>
                  <a:lnTo>
                    <a:pt x="888404" y="5258046"/>
                  </a:lnTo>
                  <a:lnTo>
                    <a:pt x="888404" y="5257422"/>
                  </a:lnTo>
                  <a:lnTo>
                    <a:pt x="888404" y="5256798"/>
                  </a:lnTo>
                  <a:lnTo>
                    <a:pt x="888549" y="5256798"/>
                  </a:lnTo>
                  <a:lnTo>
                    <a:pt x="888549" y="5256175"/>
                  </a:lnTo>
                  <a:lnTo>
                    <a:pt x="888549" y="5255551"/>
                  </a:lnTo>
                  <a:lnTo>
                    <a:pt x="888695" y="5255551"/>
                  </a:lnTo>
                  <a:lnTo>
                    <a:pt x="888840" y="5255551"/>
                  </a:lnTo>
                  <a:lnTo>
                    <a:pt x="888986" y="5255551"/>
                  </a:lnTo>
                  <a:lnTo>
                    <a:pt x="889131" y="5255551"/>
                  </a:lnTo>
                  <a:lnTo>
                    <a:pt x="889131" y="5254928"/>
                  </a:lnTo>
                  <a:lnTo>
                    <a:pt x="889131" y="5254304"/>
                  </a:lnTo>
                  <a:lnTo>
                    <a:pt x="889276" y="5254304"/>
                  </a:lnTo>
                  <a:lnTo>
                    <a:pt x="889422" y="5254304"/>
                  </a:lnTo>
                  <a:lnTo>
                    <a:pt x="889567" y="5254304"/>
                  </a:lnTo>
                  <a:lnTo>
                    <a:pt x="889567" y="5253681"/>
                  </a:lnTo>
                  <a:lnTo>
                    <a:pt x="889713" y="5253681"/>
                  </a:lnTo>
                  <a:lnTo>
                    <a:pt x="889858" y="5253681"/>
                  </a:lnTo>
                  <a:lnTo>
                    <a:pt x="889858" y="5253057"/>
                  </a:lnTo>
                  <a:lnTo>
                    <a:pt x="889858" y="5252433"/>
                  </a:lnTo>
                  <a:lnTo>
                    <a:pt x="890004" y="5252433"/>
                  </a:lnTo>
                  <a:lnTo>
                    <a:pt x="890149" y="5252433"/>
                  </a:lnTo>
                  <a:lnTo>
                    <a:pt x="890294" y="5252433"/>
                  </a:lnTo>
                  <a:lnTo>
                    <a:pt x="890440" y="5252433"/>
                  </a:lnTo>
                  <a:lnTo>
                    <a:pt x="890585" y="5252433"/>
                  </a:lnTo>
                  <a:lnTo>
                    <a:pt x="890731" y="5252433"/>
                  </a:lnTo>
                  <a:lnTo>
                    <a:pt x="890876" y="5252433"/>
                  </a:lnTo>
                  <a:lnTo>
                    <a:pt x="891022" y="5252433"/>
                  </a:lnTo>
                  <a:lnTo>
                    <a:pt x="891167" y="5252433"/>
                  </a:lnTo>
                  <a:lnTo>
                    <a:pt x="891167" y="5251810"/>
                  </a:lnTo>
                  <a:lnTo>
                    <a:pt x="891312" y="5251810"/>
                  </a:lnTo>
                  <a:lnTo>
                    <a:pt x="891458" y="5251810"/>
                  </a:lnTo>
                  <a:lnTo>
                    <a:pt x="891603" y="5251810"/>
                  </a:lnTo>
                  <a:lnTo>
                    <a:pt x="891603" y="5251186"/>
                  </a:lnTo>
                  <a:lnTo>
                    <a:pt x="891749" y="5251186"/>
                  </a:lnTo>
                  <a:lnTo>
                    <a:pt x="891749" y="5250563"/>
                  </a:lnTo>
                  <a:lnTo>
                    <a:pt x="891894" y="5250563"/>
                  </a:lnTo>
                  <a:lnTo>
                    <a:pt x="892039" y="5250563"/>
                  </a:lnTo>
                  <a:lnTo>
                    <a:pt x="892185" y="5250563"/>
                  </a:lnTo>
                  <a:lnTo>
                    <a:pt x="892330" y="5250563"/>
                  </a:lnTo>
                  <a:lnTo>
                    <a:pt x="892476" y="5250563"/>
                  </a:lnTo>
                  <a:lnTo>
                    <a:pt x="892621" y="5250563"/>
                  </a:lnTo>
                  <a:lnTo>
                    <a:pt x="892767" y="5250563"/>
                  </a:lnTo>
                  <a:lnTo>
                    <a:pt x="892912" y="5250563"/>
                  </a:lnTo>
                  <a:lnTo>
                    <a:pt x="892912" y="5249939"/>
                  </a:lnTo>
                  <a:lnTo>
                    <a:pt x="893057" y="5249939"/>
                  </a:lnTo>
                  <a:lnTo>
                    <a:pt x="893057" y="5249315"/>
                  </a:lnTo>
                  <a:lnTo>
                    <a:pt x="893203" y="5249315"/>
                  </a:lnTo>
                  <a:lnTo>
                    <a:pt x="893203" y="5248692"/>
                  </a:lnTo>
                  <a:lnTo>
                    <a:pt x="893203" y="5248068"/>
                  </a:lnTo>
                  <a:lnTo>
                    <a:pt x="893203" y="5247445"/>
                  </a:lnTo>
                  <a:lnTo>
                    <a:pt x="893348" y="5247445"/>
                  </a:lnTo>
                  <a:lnTo>
                    <a:pt x="893494" y="5247445"/>
                  </a:lnTo>
                  <a:lnTo>
                    <a:pt x="893639" y="5247445"/>
                  </a:lnTo>
                  <a:lnTo>
                    <a:pt x="893785" y="5247445"/>
                  </a:lnTo>
                  <a:lnTo>
                    <a:pt x="893930" y="5247445"/>
                  </a:lnTo>
                  <a:lnTo>
                    <a:pt x="894075" y="5247445"/>
                  </a:lnTo>
                  <a:lnTo>
                    <a:pt x="894075" y="5246821"/>
                  </a:lnTo>
                  <a:lnTo>
                    <a:pt x="894221" y="5246821"/>
                  </a:lnTo>
                  <a:lnTo>
                    <a:pt x="894366" y="5246821"/>
                  </a:lnTo>
                  <a:lnTo>
                    <a:pt x="894512" y="5246821"/>
                  </a:lnTo>
                  <a:lnTo>
                    <a:pt x="894657" y="5246821"/>
                  </a:lnTo>
                  <a:lnTo>
                    <a:pt x="894803" y="5246821"/>
                  </a:lnTo>
                  <a:lnTo>
                    <a:pt x="894948" y="5246821"/>
                  </a:lnTo>
                  <a:lnTo>
                    <a:pt x="894948" y="5246198"/>
                  </a:lnTo>
                  <a:lnTo>
                    <a:pt x="894948" y="5245574"/>
                  </a:lnTo>
                  <a:lnTo>
                    <a:pt x="894948" y="5244950"/>
                  </a:lnTo>
                  <a:lnTo>
                    <a:pt x="895093" y="5244950"/>
                  </a:lnTo>
                  <a:lnTo>
                    <a:pt x="895239" y="5244950"/>
                  </a:lnTo>
                  <a:lnTo>
                    <a:pt x="895384" y="5244950"/>
                  </a:lnTo>
                  <a:lnTo>
                    <a:pt x="895530" y="5244950"/>
                  </a:lnTo>
                  <a:lnTo>
                    <a:pt x="895530" y="5244327"/>
                  </a:lnTo>
                  <a:lnTo>
                    <a:pt x="895675" y="5244327"/>
                  </a:lnTo>
                  <a:lnTo>
                    <a:pt x="895821" y="5244327"/>
                  </a:lnTo>
                  <a:lnTo>
                    <a:pt x="895966" y="5244327"/>
                  </a:lnTo>
                  <a:lnTo>
                    <a:pt x="895966" y="5243703"/>
                  </a:lnTo>
                  <a:lnTo>
                    <a:pt x="896111" y="5243703"/>
                  </a:lnTo>
                  <a:lnTo>
                    <a:pt x="896257" y="5243703"/>
                  </a:lnTo>
                  <a:lnTo>
                    <a:pt x="896402" y="5243703"/>
                  </a:lnTo>
                  <a:lnTo>
                    <a:pt x="896548" y="5243703"/>
                  </a:lnTo>
                  <a:lnTo>
                    <a:pt x="896693" y="5243703"/>
                  </a:lnTo>
                  <a:lnTo>
                    <a:pt x="896839" y="5243703"/>
                  </a:lnTo>
                  <a:lnTo>
                    <a:pt x="896839" y="5243080"/>
                  </a:lnTo>
                  <a:lnTo>
                    <a:pt x="896984" y="5243080"/>
                  </a:lnTo>
                  <a:lnTo>
                    <a:pt x="897129" y="5243080"/>
                  </a:lnTo>
                  <a:lnTo>
                    <a:pt x="897275" y="5243080"/>
                  </a:lnTo>
                  <a:lnTo>
                    <a:pt x="897420" y="5243080"/>
                  </a:lnTo>
                  <a:lnTo>
                    <a:pt x="897566" y="5243080"/>
                  </a:lnTo>
                  <a:lnTo>
                    <a:pt x="897711" y="5243080"/>
                  </a:lnTo>
                  <a:lnTo>
                    <a:pt x="897857" y="5243080"/>
                  </a:lnTo>
                  <a:lnTo>
                    <a:pt x="898002" y="5243080"/>
                  </a:lnTo>
                  <a:lnTo>
                    <a:pt x="898147" y="5243080"/>
                  </a:lnTo>
                  <a:lnTo>
                    <a:pt x="898293" y="5243080"/>
                  </a:lnTo>
                  <a:lnTo>
                    <a:pt x="898438" y="5243080"/>
                  </a:lnTo>
                  <a:lnTo>
                    <a:pt x="898584" y="5243080"/>
                  </a:lnTo>
                  <a:lnTo>
                    <a:pt x="898729" y="5243080"/>
                  </a:lnTo>
                  <a:lnTo>
                    <a:pt x="898729" y="5242456"/>
                  </a:lnTo>
                  <a:lnTo>
                    <a:pt x="898874" y="5242456"/>
                  </a:lnTo>
                  <a:lnTo>
                    <a:pt x="898874" y="5241832"/>
                  </a:lnTo>
                  <a:lnTo>
                    <a:pt x="899020" y="5241832"/>
                  </a:lnTo>
                  <a:lnTo>
                    <a:pt x="899165" y="5241832"/>
                  </a:lnTo>
                  <a:lnTo>
                    <a:pt x="899165" y="5241209"/>
                  </a:lnTo>
                  <a:lnTo>
                    <a:pt x="899165" y="5240585"/>
                  </a:lnTo>
                  <a:lnTo>
                    <a:pt x="899311" y="5240585"/>
                  </a:lnTo>
                  <a:lnTo>
                    <a:pt x="899456" y="5240585"/>
                  </a:lnTo>
                  <a:lnTo>
                    <a:pt x="899602" y="5240585"/>
                  </a:lnTo>
                  <a:lnTo>
                    <a:pt x="899602" y="5239962"/>
                  </a:lnTo>
                  <a:lnTo>
                    <a:pt x="899602" y="5239338"/>
                  </a:lnTo>
                  <a:lnTo>
                    <a:pt x="899747" y="5239338"/>
                  </a:lnTo>
                  <a:lnTo>
                    <a:pt x="899892" y="5239338"/>
                  </a:lnTo>
                  <a:lnTo>
                    <a:pt x="900038" y="5239338"/>
                  </a:lnTo>
                  <a:lnTo>
                    <a:pt x="900183" y="5239338"/>
                  </a:lnTo>
                  <a:lnTo>
                    <a:pt x="900329" y="5239338"/>
                  </a:lnTo>
                  <a:lnTo>
                    <a:pt x="900474" y="5239338"/>
                  </a:lnTo>
                  <a:lnTo>
                    <a:pt x="900474" y="5238715"/>
                  </a:lnTo>
                  <a:lnTo>
                    <a:pt x="900620" y="5238715"/>
                  </a:lnTo>
                  <a:lnTo>
                    <a:pt x="900765" y="5238715"/>
                  </a:lnTo>
                  <a:lnTo>
                    <a:pt x="900910" y="5238715"/>
                  </a:lnTo>
                  <a:lnTo>
                    <a:pt x="901056" y="5238715"/>
                  </a:lnTo>
                  <a:lnTo>
                    <a:pt x="901201" y="5238715"/>
                  </a:lnTo>
                  <a:lnTo>
                    <a:pt x="901347" y="5238715"/>
                  </a:lnTo>
                  <a:lnTo>
                    <a:pt x="901492" y="5238715"/>
                  </a:lnTo>
                  <a:lnTo>
                    <a:pt x="901492" y="5238091"/>
                  </a:lnTo>
                  <a:lnTo>
                    <a:pt x="901638" y="5238091"/>
                  </a:lnTo>
                  <a:lnTo>
                    <a:pt x="901638" y="5237467"/>
                  </a:lnTo>
                  <a:lnTo>
                    <a:pt x="901783" y="5237467"/>
                  </a:lnTo>
                  <a:lnTo>
                    <a:pt x="901783" y="5236844"/>
                  </a:lnTo>
                  <a:lnTo>
                    <a:pt x="901928" y="5236844"/>
                  </a:lnTo>
                  <a:lnTo>
                    <a:pt x="902074" y="5236844"/>
                  </a:lnTo>
                  <a:lnTo>
                    <a:pt x="902219" y="5236844"/>
                  </a:lnTo>
                  <a:lnTo>
                    <a:pt x="902365" y="5236844"/>
                  </a:lnTo>
                  <a:lnTo>
                    <a:pt x="902365" y="5236220"/>
                  </a:lnTo>
                  <a:lnTo>
                    <a:pt x="902365" y="5235597"/>
                  </a:lnTo>
                  <a:lnTo>
                    <a:pt x="902510" y="5235597"/>
                  </a:lnTo>
                  <a:lnTo>
                    <a:pt x="902656" y="5235597"/>
                  </a:lnTo>
                  <a:lnTo>
                    <a:pt x="902801" y="5235597"/>
                  </a:lnTo>
                  <a:lnTo>
                    <a:pt x="902946" y="5235597"/>
                  </a:lnTo>
                  <a:lnTo>
                    <a:pt x="902946" y="5234973"/>
                  </a:lnTo>
                  <a:lnTo>
                    <a:pt x="903092" y="5234973"/>
                  </a:lnTo>
                  <a:lnTo>
                    <a:pt x="903237" y="5234973"/>
                  </a:lnTo>
                  <a:lnTo>
                    <a:pt x="903383" y="5234973"/>
                  </a:lnTo>
                  <a:lnTo>
                    <a:pt x="903528" y="5234973"/>
                  </a:lnTo>
                  <a:lnTo>
                    <a:pt x="903528" y="5234349"/>
                  </a:lnTo>
                  <a:lnTo>
                    <a:pt x="903674" y="5234349"/>
                  </a:lnTo>
                  <a:lnTo>
                    <a:pt x="903819" y="5234349"/>
                  </a:lnTo>
                  <a:lnTo>
                    <a:pt x="903964" y="5234349"/>
                  </a:lnTo>
                  <a:lnTo>
                    <a:pt x="904110" y="5234349"/>
                  </a:lnTo>
                  <a:lnTo>
                    <a:pt x="904255" y="5234349"/>
                  </a:lnTo>
                  <a:lnTo>
                    <a:pt x="904401" y="5234349"/>
                  </a:lnTo>
                  <a:lnTo>
                    <a:pt x="904546" y="5234349"/>
                  </a:lnTo>
                  <a:lnTo>
                    <a:pt x="904546" y="5233726"/>
                  </a:lnTo>
                  <a:lnTo>
                    <a:pt x="904692" y="5233726"/>
                  </a:lnTo>
                  <a:lnTo>
                    <a:pt x="904837" y="5233726"/>
                  </a:lnTo>
                  <a:lnTo>
                    <a:pt x="904982" y="5233726"/>
                  </a:lnTo>
                  <a:lnTo>
                    <a:pt x="905128" y="5233726"/>
                  </a:lnTo>
                  <a:lnTo>
                    <a:pt x="905273" y="5233726"/>
                  </a:lnTo>
                  <a:lnTo>
                    <a:pt x="905419" y="5233726"/>
                  </a:lnTo>
                  <a:lnTo>
                    <a:pt x="905564" y="5233726"/>
                  </a:lnTo>
                  <a:lnTo>
                    <a:pt x="905709" y="5233726"/>
                  </a:lnTo>
                  <a:lnTo>
                    <a:pt x="905709" y="5233102"/>
                  </a:lnTo>
                  <a:lnTo>
                    <a:pt x="905855" y="5233102"/>
                  </a:lnTo>
                  <a:lnTo>
                    <a:pt x="905855" y="5232479"/>
                  </a:lnTo>
                  <a:lnTo>
                    <a:pt x="905855" y="5231855"/>
                  </a:lnTo>
                  <a:lnTo>
                    <a:pt x="906000" y="5231855"/>
                  </a:lnTo>
                  <a:lnTo>
                    <a:pt x="906146" y="5231855"/>
                  </a:lnTo>
                  <a:lnTo>
                    <a:pt x="906291" y="5231855"/>
                  </a:lnTo>
                  <a:lnTo>
                    <a:pt x="906437" y="5231855"/>
                  </a:lnTo>
                  <a:lnTo>
                    <a:pt x="906582" y="5231855"/>
                  </a:lnTo>
                  <a:lnTo>
                    <a:pt x="906727" y="5231855"/>
                  </a:lnTo>
                  <a:lnTo>
                    <a:pt x="906873" y="5231855"/>
                  </a:lnTo>
                  <a:lnTo>
                    <a:pt x="907018" y="5231855"/>
                  </a:lnTo>
                  <a:lnTo>
                    <a:pt x="907164" y="5231855"/>
                  </a:lnTo>
                  <a:lnTo>
                    <a:pt x="907309" y="5231855"/>
                  </a:lnTo>
                  <a:lnTo>
                    <a:pt x="907455" y="5231855"/>
                  </a:lnTo>
                  <a:lnTo>
                    <a:pt x="907600" y="5231855"/>
                  </a:lnTo>
                  <a:lnTo>
                    <a:pt x="907745" y="5231855"/>
                  </a:lnTo>
                  <a:lnTo>
                    <a:pt x="907745" y="5231232"/>
                  </a:lnTo>
                  <a:lnTo>
                    <a:pt x="907891" y="5231232"/>
                  </a:lnTo>
                  <a:lnTo>
                    <a:pt x="908036" y="5231232"/>
                  </a:lnTo>
                  <a:lnTo>
                    <a:pt x="908182" y="5231232"/>
                  </a:lnTo>
                  <a:lnTo>
                    <a:pt x="908327" y="5231232"/>
                  </a:lnTo>
                  <a:lnTo>
                    <a:pt x="908473" y="5231232"/>
                  </a:lnTo>
                  <a:lnTo>
                    <a:pt x="908618" y="5231232"/>
                  </a:lnTo>
                  <a:lnTo>
                    <a:pt x="908618" y="5230608"/>
                  </a:lnTo>
                  <a:lnTo>
                    <a:pt x="908763" y="5230608"/>
                  </a:lnTo>
                  <a:lnTo>
                    <a:pt x="908909" y="5230608"/>
                  </a:lnTo>
                  <a:lnTo>
                    <a:pt x="909054" y="5230608"/>
                  </a:lnTo>
                  <a:lnTo>
                    <a:pt x="909054" y="5229984"/>
                  </a:lnTo>
                  <a:lnTo>
                    <a:pt x="909200" y="5229984"/>
                  </a:lnTo>
                  <a:lnTo>
                    <a:pt x="909345" y="5229984"/>
                  </a:lnTo>
                  <a:lnTo>
                    <a:pt x="909491" y="5229984"/>
                  </a:lnTo>
                  <a:lnTo>
                    <a:pt x="909636" y="5229984"/>
                  </a:lnTo>
                  <a:lnTo>
                    <a:pt x="909636" y="5229361"/>
                  </a:lnTo>
                  <a:lnTo>
                    <a:pt x="909781" y="5229361"/>
                  </a:lnTo>
                  <a:lnTo>
                    <a:pt x="909927" y="5229361"/>
                  </a:lnTo>
                  <a:lnTo>
                    <a:pt x="910072" y="5229361"/>
                  </a:lnTo>
                  <a:lnTo>
                    <a:pt x="910218" y="5229361"/>
                  </a:lnTo>
                  <a:lnTo>
                    <a:pt x="910218" y="5228737"/>
                  </a:lnTo>
                  <a:lnTo>
                    <a:pt x="910363" y="5228737"/>
                  </a:lnTo>
                  <a:lnTo>
                    <a:pt x="910509" y="5228737"/>
                  </a:lnTo>
                  <a:lnTo>
                    <a:pt x="910654" y="5228737"/>
                  </a:lnTo>
                  <a:lnTo>
                    <a:pt x="910799" y="5228737"/>
                  </a:lnTo>
                  <a:lnTo>
                    <a:pt x="910945" y="5228737"/>
                  </a:lnTo>
                  <a:lnTo>
                    <a:pt x="911090" y="5228737"/>
                  </a:lnTo>
                  <a:lnTo>
                    <a:pt x="911236" y="5228737"/>
                  </a:lnTo>
                  <a:lnTo>
                    <a:pt x="911381" y="5228737"/>
                  </a:lnTo>
                  <a:lnTo>
                    <a:pt x="911526" y="5228737"/>
                  </a:lnTo>
                  <a:lnTo>
                    <a:pt x="911672" y="5228737"/>
                  </a:lnTo>
                  <a:lnTo>
                    <a:pt x="911817" y="5228737"/>
                  </a:lnTo>
                  <a:lnTo>
                    <a:pt x="911963" y="5228737"/>
                  </a:lnTo>
                  <a:lnTo>
                    <a:pt x="912108" y="5228737"/>
                  </a:lnTo>
                  <a:lnTo>
                    <a:pt x="912254" y="5228737"/>
                  </a:lnTo>
                  <a:lnTo>
                    <a:pt x="912399" y="5228737"/>
                  </a:lnTo>
                  <a:lnTo>
                    <a:pt x="912544" y="5228737"/>
                  </a:lnTo>
                  <a:lnTo>
                    <a:pt x="912544" y="5228114"/>
                  </a:lnTo>
                  <a:lnTo>
                    <a:pt x="912690" y="5228114"/>
                  </a:lnTo>
                  <a:lnTo>
                    <a:pt x="912835" y="5228114"/>
                  </a:lnTo>
                  <a:lnTo>
                    <a:pt x="912835" y="5227490"/>
                  </a:lnTo>
                  <a:lnTo>
                    <a:pt x="912981" y="5227490"/>
                  </a:lnTo>
                  <a:lnTo>
                    <a:pt x="913126" y="5227490"/>
                  </a:lnTo>
                  <a:lnTo>
                    <a:pt x="913272" y="5227490"/>
                  </a:lnTo>
                  <a:lnTo>
                    <a:pt x="913417" y="5227490"/>
                  </a:lnTo>
                  <a:lnTo>
                    <a:pt x="913562" y="5227490"/>
                  </a:lnTo>
                  <a:lnTo>
                    <a:pt x="913708" y="5227490"/>
                  </a:lnTo>
                  <a:lnTo>
                    <a:pt x="913708" y="5226866"/>
                  </a:lnTo>
                  <a:lnTo>
                    <a:pt x="913853" y="5226866"/>
                  </a:lnTo>
                  <a:lnTo>
                    <a:pt x="913999" y="5226866"/>
                  </a:lnTo>
                  <a:lnTo>
                    <a:pt x="913999" y="5226243"/>
                  </a:lnTo>
                  <a:lnTo>
                    <a:pt x="914144" y="5226243"/>
                  </a:lnTo>
                  <a:lnTo>
                    <a:pt x="914290" y="5226243"/>
                  </a:lnTo>
                  <a:lnTo>
                    <a:pt x="914290" y="5225619"/>
                  </a:lnTo>
                  <a:lnTo>
                    <a:pt x="914435" y="5225619"/>
                  </a:lnTo>
                  <a:lnTo>
                    <a:pt x="914580" y="5225619"/>
                  </a:lnTo>
                  <a:lnTo>
                    <a:pt x="914726" y="5225619"/>
                  </a:lnTo>
                  <a:lnTo>
                    <a:pt x="914726" y="5224996"/>
                  </a:lnTo>
                  <a:lnTo>
                    <a:pt x="914871" y="5224996"/>
                  </a:lnTo>
                  <a:lnTo>
                    <a:pt x="914871" y="5224372"/>
                  </a:lnTo>
                  <a:lnTo>
                    <a:pt x="915017" y="5224372"/>
                  </a:lnTo>
                  <a:lnTo>
                    <a:pt x="915162" y="5224372"/>
                  </a:lnTo>
                  <a:lnTo>
                    <a:pt x="915308" y="5224372"/>
                  </a:lnTo>
                  <a:lnTo>
                    <a:pt x="915453" y="5224372"/>
                  </a:lnTo>
                  <a:lnTo>
                    <a:pt x="915598" y="5224372"/>
                  </a:lnTo>
                  <a:lnTo>
                    <a:pt x="915744" y="5224372"/>
                  </a:lnTo>
                  <a:lnTo>
                    <a:pt x="915889" y="5224372"/>
                  </a:lnTo>
                  <a:lnTo>
                    <a:pt x="916035" y="5224372"/>
                  </a:lnTo>
                  <a:lnTo>
                    <a:pt x="916180" y="5224372"/>
                  </a:lnTo>
                  <a:lnTo>
                    <a:pt x="916326" y="5224372"/>
                  </a:lnTo>
                  <a:lnTo>
                    <a:pt x="916326" y="5223749"/>
                  </a:lnTo>
                  <a:lnTo>
                    <a:pt x="916471" y="5223749"/>
                  </a:lnTo>
                  <a:lnTo>
                    <a:pt x="916471" y="5223125"/>
                  </a:lnTo>
                  <a:lnTo>
                    <a:pt x="916616" y="5223125"/>
                  </a:lnTo>
                  <a:lnTo>
                    <a:pt x="916762" y="5223125"/>
                  </a:lnTo>
                  <a:lnTo>
                    <a:pt x="916907" y="5223125"/>
                  </a:lnTo>
                  <a:lnTo>
                    <a:pt x="917053" y="5223125"/>
                  </a:lnTo>
                  <a:lnTo>
                    <a:pt x="917053" y="5222501"/>
                  </a:lnTo>
                  <a:lnTo>
                    <a:pt x="917198" y="5222501"/>
                  </a:lnTo>
                  <a:lnTo>
                    <a:pt x="917198" y="5221878"/>
                  </a:lnTo>
                  <a:lnTo>
                    <a:pt x="917344" y="5221878"/>
                  </a:lnTo>
                  <a:lnTo>
                    <a:pt x="917489" y="5221878"/>
                  </a:lnTo>
                  <a:lnTo>
                    <a:pt x="917634" y="5221878"/>
                  </a:lnTo>
                  <a:lnTo>
                    <a:pt x="917780" y="5221878"/>
                  </a:lnTo>
                  <a:lnTo>
                    <a:pt x="917925" y="5221878"/>
                  </a:lnTo>
                  <a:lnTo>
                    <a:pt x="918071" y="5221878"/>
                  </a:lnTo>
                  <a:lnTo>
                    <a:pt x="918071" y="5221254"/>
                  </a:lnTo>
                  <a:lnTo>
                    <a:pt x="918216" y="5221254"/>
                  </a:lnTo>
                  <a:lnTo>
                    <a:pt x="918361" y="5221254"/>
                  </a:lnTo>
                  <a:lnTo>
                    <a:pt x="918507" y="5221254"/>
                  </a:lnTo>
                  <a:lnTo>
                    <a:pt x="918652" y="5221254"/>
                  </a:lnTo>
                  <a:lnTo>
                    <a:pt x="918798" y="5221254"/>
                  </a:lnTo>
                  <a:lnTo>
                    <a:pt x="918943" y="5221254"/>
                  </a:lnTo>
                  <a:lnTo>
                    <a:pt x="918943" y="5220631"/>
                  </a:lnTo>
                  <a:lnTo>
                    <a:pt x="919089" y="5220631"/>
                  </a:lnTo>
                  <a:lnTo>
                    <a:pt x="919089" y="5220007"/>
                  </a:lnTo>
                  <a:lnTo>
                    <a:pt x="919234" y="5220007"/>
                  </a:lnTo>
                  <a:lnTo>
                    <a:pt x="919379" y="5220007"/>
                  </a:lnTo>
                  <a:lnTo>
                    <a:pt x="919525" y="5220007"/>
                  </a:lnTo>
                  <a:lnTo>
                    <a:pt x="919525" y="5219384"/>
                  </a:lnTo>
                  <a:lnTo>
                    <a:pt x="919525" y="5218760"/>
                  </a:lnTo>
                  <a:lnTo>
                    <a:pt x="919525" y="5218136"/>
                  </a:lnTo>
                  <a:lnTo>
                    <a:pt x="919670" y="5218136"/>
                  </a:lnTo>
                  <a:lnTo>
                    <a:pt x="919816" y="5218136"/>
                  </a:lnTo>
                  <a:lnTo>
                    <a:pt x="919961" y="5218136"/>
                  </a:lnTo>
                  <a:lnTo>
                    <a:pt x="919961" y="5217513"/>
                  </a:lnTo>
                  <a:lnTo>
                    <a:pt x="920107" y="5217513"/>
                  </a:lnTo>
                  <a:lnTo>
                    <a:pt x="920252" y="5217513"/>
                  </a:lnTo>
                  <a:lnTo>
                    <a:pt x="920397" y="5217513"/>
                  </a:lnTo>
                  <a:lnTo>
                    <a:pt x="920543" y="5217513"/>
                  </a:lnTo>
                  <a:lnTo>
                    <a:pt x="920688" y="5217513"/>
                  </a:lnTo>
                  <a:lnTo>
                    <a:pt x="920834" y="5217513"/>
                  </a:lnTo>
                  <a:lnTo>
                    <a:pt x="920834" y="5216889"/>
                  </a:lnTo>
                  <a:lnTo>
                    <a:pt x="920979" y="5216889"/>
                  </a:lnTo>
                  <a:lnTo>
                    <a:pt x="921125" y="5216889"/>
                  </a:lnTo>
                  <a:lnTo>
                    <a:pt x="921125" y="5216266"/>
                  </a:lnTo>
                  <a:lnTo>
                    <a:pt x="921270" y="5216266"/>
                  </a:lnTo>
                  <a:lnTo>
                    <a:pt x="921415" y="5216266"/>
                  </a:lnTo>
                  <a:lnTo>
                    <a:pt x="921415" y="5215642"/>
                  </a:lnTo>
                  <a:lnTo>
                    <a:pt x="921561" y="5215642"/>
                  </a:lnTo>
                  <a:lnTo>
                    <a:pt x="921706" y="5215642"/>
                  </a:lnTo>
                  <a:lnTo>
                    <a:pt x="921852" y="5215642"/>
                  </a:lnTo>
                  <a:lnTo>
                    <a:pt x="921997" y="5215642"/>
                  </a:lnTo>
                  <a:lnTo>
                    <a:pt x="922143" y="5215642"/>
                  </a:lnTo>
                  <a:lnTo>
                    <a:pt x="922288" y="5215642"/>
                  </a:lnTo>
                  <a:lnTo>
                    <a:pt x="922288" y="5215018"/>
                  </a:lnTo>
                  <a:lnTo>
                    <a:pt x="922433" y="5215018"/>
                  </a:lnTo>
                  <a:lnTo>
                    <a:pt x="922433" y="5214395"/>
                  </a:lnTo>
                  <a:lnTo>
                    <a:pt x="922579" y="5214395"/>
                  </a:lnTo>
                  <a:lnTo>
                    <a:pt x="922724" y="5214395"/>
                  </a:lnTo>
                  <a:lnTo>
                    <a:pt x="922870" y="5214395"/>
                  </a:lnTo>
                  <a:lnTo>
                    <a:pt x="923015" y="5214395"/>
                  </a:lnTo>
                  <a:lnTo>
                    <a:pt x="923161" y="5214395"/>
                  </a:lnTo>
                  <a:lnTo>
                    <a:pt x="923306" y="5214395"/>
                  </a:lnTo>
                  <a:lnTo>
                    <a:pt x="923306" y="5213771"/>
                  </a:lnTo>
                  <a:lnTo>
                    <a:pt x="923451" y="5213771"/>
                  </a:lnTo>
                  <a:lnTo>
                    <a:pt x="923597" y="5213771"/>
                  </a:lnTo>
                  <a:lnTo>
                    <a:pt x="923742" y="5213771"/>
                  </a:lnTo>
                  <a:lnTo>
                    <a:pt x="923742" y="5213148"/>
                  </a:lnTo>
                  <a:lnTo>
                    <a:pt x="923888" y="5213148"/>
                  </a:lnTo>
                  <a:lnTo>
                    <a:pt x="924033" y="5213148"/>
                  </a:lnTo>
                  <a:lnTo>
                    <a:pt x="924033" y="5212524"/>
                  </a:lnTo>
                  <a:lnTo>
                    <a:pt x="924179" y="5212524"/>
                  </a:lnTo>
                  <a:lnTo>
                    <a:pt x="924324" y="5212524"/>
                  </a:lnTo>
                  <a:lnTo>
                    <a:pt x="924469" y="5212524"/>
                  </a:lnTo>
                  <a:lnTo>
                    <a:pt x="924469" y="5211901"/>
                  </a:lnTo>
                  <a:lnTo>
                    <a:pt x="924615" y="5211901"/>
                  </a:lnTo>
                  <a:lnTo>
                    <a:pt x="924615" y="5211277"/>
                  </a:lnTo>
                  <a:lnTo>
                    <a:pt x="924615" y="5210653"/>
                  </a:lnTo>
                  <a:lnTo>
                    <a:pt x="924760" y="5210653"/>
                  </a:lnTo>
                  <a:lnTo>
                    <a:pt x="924760" y="5210030"/>
                  </a:lnTo>
                  <a:lnTo>
                    <a:pt x="924906" y="5210030"/>
                  </a:lnTo>
                  <a:lnTo>
                    <a:pt x="925051" y="5210030"/>
                  </a:lnTo>
                  <a:lnTo>
                    <a:pt x="925051" y="5209406"/>
                  </a:lnTo>
                  <a:lnTo>
                    <a:pt x="925051" y="5208783"/>
                  </a:lnTo>
                  <a:lnTo>
                    <a:pt x="925051" y="5208159"/>
                  </a:lnTo>
                  <a:lnTo>
                    <a:pt x="925196" y="5208159"/>
                  </a:lnTo>
                  <a:lnTo>
                    <a:pt x="925342" y="5208159"/>
                  </a:lnTo>
                  <a:lnTo>
                    <a:pt x="925487" y="5208159"/>
                  </a:lnTo>
                  <a:lnTo>
                    <a:pt x="925633" y="5208159"/>
                  </a:lnTo>
                  <a:lnTo>
                    <a:pt x="925778" y="5208159"/>
                  </a:lnTo>
                  <a:lnTo>
                    <a:pt x="925924" y="5208159"/>
                  </a:lnTo>
                  <a:lnTo>
                    <a:pt x="926069" y="5208159"/>
                  </a:lnTo>
                  <a:lnTo>
                    <a:pt x="926214" y="5208159"/>
                  </a:lnTo>
                  <a:lnTo>
                    <a:pt x="926360" y="5208159"/>
                  </a:lnTo>
                  <a:lnTo>
                    <a:pt x="926505" y="5208159"/>
                  </a:lnTo>
                  <a:lnTo>
                    <a:pt x="926651" y="5208159"/>
                  </a:lnTo>
                  <a:lnTo>
                    <a:pt x="926796" y="5208159"/>
                  </a:lnTo>
                  <a:lnTo>
                    <a:pt x="926942" y="5208159"/>
                  </a:lnTo>
                  <a:lnTo>
                    <a:pt x="926942" y="5207535"/>
                  </a:lnTo>
                  <a:lnTo>
                    <a:pt x="927087" y="5207535"/>
                  </a:lnTo>
                  <a:lnTo>
                    <a:pt x="927232" y="5207535"/>
                  </a:lnTo>
                  <a:lnTo>
                    <a:pt x="927378" y="5207535"/>
                  </a:lnTo>
                  <a:lnTo>
                    <a:pt x="927523" y="5207535"/>
                  </a:lnTo>
                  <a:lnTo>
                    <a:pt x="927669" y="5207535"/>
                  </a:lnTo>
                  <a:lnTo>
                    <a:pt x="927814" y="5207535"/>
                  </a:lnTo>
                  <a:lnTo>
                    <a:pt x="927960" y="5207535"/>
                  </a:lnTo>
                  <a:lnTo>
                    <a:pt x="928105" y="5207535"/>
                  </a:lnTo>
                  <a:lnTo>
                    <a:pt x="928250" y="5207535"/>
                  </a:lnTo>
                  <a:lnTo>
                    <a:pt x="928396" y="5207535"/>
                  </a:lnTo>
                  <a:lnTo>
                    <a:pt x="928541" y="5207535"/>
                  </a:lnTo>
                  <a:lnTo>
                    <a:pt x="928541" y="5206912"/>
                  </a:lnTo>
                  <a:lnTo>
                    <a:pt x="928687" y="5206912"/>
                  </a:lnTo>
                  <a:lnTo>
                    <a:pt x="928832" y="5206912"/>
                  </a:lnTo>
                  <a:lnTo>
                    <a:pt x="928978" y="5206912"/>
                  </a:lnTo>
                  <a:lnTo>
                    <a:pt x="929123" y="5206912"/>
                  </a:lnTo>
                  <a:lnTo>
                    <a:pt x="929123" y="5206288"/>
                  </a:lnTo>
                  <a:lnTo>
                    <a:pt x="929268" y="5206288"/>
                  </a:lnTo>
                  <a:lnTo>
                    <a:pt x="929268" y="5205665"/>
                  </a:lnTo>
                  <a:lnTo>
                    <a:pt x="929414" y="5205665"/>
                  </a:lnTo>
                  <a:lnTo>
                    <a:pt x="929559" y="5205665"/>
                  </a:lnTo>
                  <a:lnTo>
                    <a:pt x="929705" y="5205665"/>
                  </a:lnTo>
                  <a:lnTo>
                    <a:pt x="929850" y="5205665"/>
                  </a:lnTo>
                  <a:lnTo>
                    <a:pt x="929996" y="5205665"/>
                  </a:lnTo>
                  <a:lnTo>
                    <a:pt x="929996" y="5205041"/>
                  </a:lnTo>
                  <a:lnTo>
                    <a:pt x="930141" y="5205041"/>
                  </a:lnTo>
                  <a:lnTo>
                    <a:pt x="930286" y="5205041"/>
                  </a:lnTo>
                  <a:lnTo>
                    <a:pt x="930432" y="5205041"/>
                  </a:lnTo>
                  <a:lnTo>
                    <a:pt x="930577" y="5205041"/>
                  </a:lnTo>
                  <a:lnTo>
                    <a:pt x="930723" y="5205041"/>
                  </a:lnTo>
                  <a:lnTo>
                    <a:pt x="930723" y="5204418"/>
                  </a:lnTo>
                  <a:lnTo>
                    <a:pt x="930868" y="5204418"/>
                  </a:lnTo>
                  <a:lnTo>
                    <a:pt x="931014" y="5204418"/>
                  </a:lnTo>
                  <a:lnTo>
                    <a:pt x="931159" y="5204418"/>
                  </a:lnTo>
                  <a:lnTo>
                    <a:pt x="931304" y="5204418"/>
                  </a:lnTo>
                  <a:lnTo>
                    <a:pt x="931450" y="5204418"/>
                  </a:lnTo>
                  <a:lnTo>
                    <a:pt x="931595" y="5204418"/>
                  </a:lnTo>
                  <a:lnTo>
                    <a:pt x="931741" y="5204418"/>
                  </a:lnTo>
                  <a:lnTo>
                    <a:pt x="931886" y="5204418"/>
                  </a:lnTo>
                  <a:lnTo>
                    <a:pt x="931886" y="5203794"/>
                  </a:lnTo>
                  <a:lnTo>
                    <a:pt x="932031" y="5203794"/>
                  </a:lnTo>
                  <a:lnTo>
                    <a:pt x="932177" y="5203794"/>
                  </a:lnTo>
                  <a:lnTo>
                    <a:pt x="932177" y="5203170"/>
                  </a:lnTo>
                  <a:lnTo>
                    <a:pt x="932322" y="5203170"/>
                  </a:lnTo>
                  <a:lnTo>
                    <a:pt x="932322" y="5202547"/>
                  </a:lnTo>
                  <a:lnTo>
                    <a:pt x="932468" y="5202547"/>
                  </a:lnTo>
                  <a:lnTo>
                    <a:pt x="932613" y="5202547"/>
                  </a:lnTo>
                  <a:lnTo>
                    <a:pt x="932759" y="5202547"/>
                  </a:lnTo>
                  <a:lnTo>
                    <a:pt x="932904" y="5202547"/>
                  </a:lnTo>
                  <a:lnTo>
                    <a:pt x="933049" y="5202547"/>
                  </a:lnTo>
                  <a:lnTo>
                    <a:pt x="933195" y="5202547"/>
                  </a:lnTo>
                  <a:lnTo>
                    <a:pt x="933195" y="5201923"/>
                  </a:lnTo>
                  <a:lnTo>
                    <a:pt x="933195" y="5201300"/>
                  </a:lnTo>
                  <a:lnTo>
                    <a:pt x="933195" y="5200676"/>
                  </a:lnTo>
                  <a:lnTo>
                    <a:pt x="933195" y="5200052"/>
                  </a:lnTo>
                  <a:lnTo>
                    <a:pt x="933340" y="5200052"/>
                  </a:lnTo>
                  <a:lnTo>
                    <a:pt x="933486" y="5200052"/>
                  </a:lnTo>
                  <a:lnTo>
                    <a:pt x="933631" y="5200052"/>
                  </a:lnTo>
                  <a:lnTo>
                    <a:pt x="933631" y="5199429"/>
                  </a:lnTo>
                  <a:lnTo>
                    <a:pt x="933777" y="5199429"/>
                  </a:lnTo>
                  <a:lnTo>
                    <a:pt x="933922" y="5199429"/>
                  </a:lnTo>
                  <a:lnTo>
                    <a:pt x="934067" y="5199429"/>
                  </a:lnTo>
                  <a:lnTo>
                    <a:pt x="934213" y="5199429"/>
                  </a:lnTo>
                  <a:lnTo>
                    <a:pt x="934358" y="5199429"/>
                  </a:lnTo>
                  <a:lnTo>
                    <a:pt x="934358" y="5198805"/>
                  </a:lnTo>
                  <a:lnTo>
                    <a:pt x="934504" y="5198805"/>
                  </a:lnTo>
                  <a:lnTo>
                    <a:pt x="934649" y="5198805"/>
                  </a:lnTo>
                  <a:lnTo>
                    <a:pt x="934795" y="5198805"/>
                  </a:lnTo>
                  <a:lnTo>
                    <a:pt x="934795" y="5198182"/>
                  </a:lnTo>
                  <a:lnTo>
                    <a:pt x="934940" y="5198182"/>
                  </a:lnTo>
                  <a:lnTo>
                    <a:pt x="935085" y="5198182"/>
                  </a:lnTo>
                  <a:lnTo>
                    <a:pt x="935231" y="5198182"/>
                  </a:lnTo>
                  <a:lnTo>
                    <a:pt x="935376" y="5198182"/>
                  </a:lnTo>
                  <a:lnTo>
                    <a:pt x="935522" y="5198182"/>
                  </a:lnTo>
                  <a:lnTo>
                    <a:pt x="935667" y="5198182"/>
                  </a:lnTo>
                  <a:lnTo>
                    <a:pt x="935667" y="5197558"/>
                  </a:lnTo>
                  <a:lnTo>
                    <a:pt x="935813" y="5197558"/>
                  </a:lnTo>
                  <a:lnTo>
                    <a:pt x="935958" y="5197558"/>
                  </a:lnTo>
                  <a:lnTo>
                    <a:pt x="936103" y="5197558"/>
                  </a:lnTo>
                  <a:lnTo>
                    <a:pt x="936249" y="5197558"/>
                  </a:lnTo>
                  <a:lnTo>
                    <a:pt x="936394" y="5197558"/>
                  </a:lnTo>
                  <a:lnTo>
                    <a:pt x="936394" y="5196935"/>
                  </a:lnTo>
                  <a:lnTo>
                    <a:pt x="936394" y="5196311"/>
                  </a:lnTo>
                  <a:lnTo>
                    <a:pt x="936540" y="5196311"/>
                  </a:lnTo>
                  <a:lnTo>
                    <a:pt x="936685" y="5196311"/>
                  </a:lnTo>
                  <a:lnTo>
                    <a:pt x="936831" y="5196311"/>
                  </a:lnTo>
                  <a:lnTo>
                    <a:pt x="936976" y="5196311"/>
                  </a:lnTo>
                  <a:lnTo>
                    <a:pt x="936976" y="5195687"/>
                  </a:lnTo>
                  <a:lnTo>
                    <a:pt x="937121" y="5195687"/>
                  </a:lnTo>
                  <a:lnTo>
                    <a:pt x="937267" y="5195687"/>
                  </a:lnTo>
                  <a:lnTo>
                    <a:pt x="937267" y="5195064"/>
                  </a:lnTo>
                  <a:lnTo>
                    <a:pt x="937412" y="5195064"/>
                  </a:lnTo>
                  <a:lnTo>
                    <a:pt x="937558" y="5195064"/>
                  </a:lnTo>
                  <a:lnTo>
                    <a:pt x="937703" y="5195064"/>
                  </a:lnTo>
                  <a:lnTo>
                    <a:pt x="937703" y="5194440"/>
                  </a:lnTo>
                  <a:lnTo>
                    <a:pt x="937849" y="5194440"/>
                  </a:lnTo>
                  <a:lnTo>
                    <a:pt x="937994" y="5194440"/>
                  </a:lnTo>
                  <a:lnTo>
                    <a:pt x="938139" y="5194440"/>
                  </a:lnTo>
                  <a:lnTo>
                    <a:pt x="938139" y="5193817"/>
                  </a:lnTo>
                  <a:lnTo>
                    <a:pt x="938285" y="5193817"/>
                  </a:lnTo>
                  <a:lnTo>
                    <a:pt x="938430" y="5193817"/>
                  </a:lnTo>
                  <a:lnTo>
                    <a:pt x="938576" y="5193817"/>
                  </a:lnTo>
                  <a:lnTo>
                    <a:pt x="938721" y="5193817"/>
                  </a:lnTo>
                  <a:lnTo>
                    <a:pt x="938866" y="5193817"/>
                  </a:lnTo>
                  <a:lnTo>
                    <a:pt x="939012" y="5193817"/>
                  </a:lnTo>
                  <a:lnTo>
                    <a:pt x="939157" y="5193817"/>
                  </a:lnTo>
                  <a:lnTo>
                    <a:pt x="939303" y="5193817"/>
                  </a:lnTo>
                  <a:lnTo>
                    <a:pt x="939448" y="5193817"/>
                  </a:lnTo>
                  <a:lnTo>
                    <a:pt x="939448" y="5193193"/>
                  </a:lnTo>
                  <a:lnTo>
                    <a:pt x="939594" y="5193193"/>
                  </a:lnTo>
                  <a:lnTo>
                    <a:pt x="939739" y="5193193"/>
                  </a:lnTo>
                  <a:lnTo>
                    <a:pt x="939884" y="5193193"/>
                  </a:lnTo>
                  <a:lnTo>
                    <a:pt x="939884" y="5192569"/>
                  </a:lnTo>
                  <a:lnTo>
                    <a:pt x="940030" y="5192569"/>
                  </a:lnTo>
                  <a:lnTo>
                    <a:pt x="940175" y="5192569"/>
                  </a:lnTo>
                  <a:lnTo>
                    <a:pt x="940321" y="5192569"/>
                  </a:lnTo>
                  <a:lnTo>
                    <a:pt x="940466" y="5192569"/>
                  </a:lnTo>
                  <a:lnTo>
                    <a:pt x="940612" y="5192569"/>
                  </a:lnTo>
                  <a:lnTo>
                    <a:pt x="940612" y="5191946"/>
                  </a:lnTo>
                  <a:lnTo>
                    <a:pt x="940757" y="5191946"/>
                  </a:lnTo>
                  <a:lnTo>
                    <a:pt x="940902" y="5191946"/>
                  </a:lnTo>
                  <a:lnTo>
                    <a:pt x="941048" y="5191946"/>
                  </a:lnTo>
                  <a:lnTo>
                    <a:pt x="941193" y="5191946"/>
                  </a:lnTo>
                  <a:lnTo>
                    <a:pt x="941339" y="5191946"/>
                  </a:lnTo>
                  <a:lnTo>
                    <a:pt x="941484" y="5191946"/>
                  </a:lnTo>
                  <a:lnTo>
                    <a:pt x="941630" y="5191946"/>
                  </a:lnTo>
                  <a:lnTo>
                    <a:pt x="941775" y="5191946"/>
                  </a:lnTo>
                  <a:lnTo>
                    <a:pt x="941920" y="5191946"/>
                  </a:lnTo>
                  <a:lnTo>
                    <a:pt x="942066" y="5191946"/>
                  </a:lnTo>
                  <a:lnTo>
                    <a:pt x="942211" y="5191946"/>
                  </a:lnTo>
                  <a:lnTo>
                    <a:pt x="942357" y="5191946"/>
                  </a:lnTo>
                  <a:lnTo>
                    <a:pt x="942502" y="5191946"/>
                  </a:lnTo>
                  <a:lnTo>
                    <a:pt x="942648" y="5191946"/>
                  </a:lnTo>
                  <a:lnTo>
                    <a:pt x="942793" y="5191946"/>
                  </a:lnTo>
                  <a:lnTo>
                    <a:pt x="942938" y="5191946"/>
                  </a:lnTo>
                  <a:lnTo>
                    <a:pt x="943084" y="5191946"/>
                  </a:lnTo>
                  <a:lnTo>
                    <a:pt x="943229" y="5191946"/>
                  </a:lnTo>
                  <a:lnTo>
                    <a:pt x="943375" y="5191946"/>
                  </a:lnTo>
                  <a:lnTo>
                    <a:pt x="943520" y="5191946"/>
                  </a:lnTo>
                  <a:lnTo>
                    <a:pt x="943666" y="5191946"/>
                  </a:lnTo>
                  <a:lnTo>
                    <a:pt x="943811" y="5191946"/>
                  </a:lnTo>
                  <a:lnTo>
                    <a:pt x="943956" y="5191946"/>
                  </a:lnTo>
                  <a:lnTo>
                    <a:pt x="944102" y="5191946"/>
                  </a:lnTo>
                  <a:lnTo>
                    <a:pt x="944247" y="5191946"/>
                  </a:lnTo>
                  <a:lnTo>
                    <a:pt x="944393" y="5191946"/>
                  </a:lnTo>
                  <a:lnTo>
                    <a:pt x="944538" y="5191946"/>
                  </a:lnTo>
                  <a:lnTo>
                    <a:pt x="944684" y="5191946"/>
                  </a:lnTo>
                  <a:lnTo>
                    <a:pt x="944829" y="5191946"/>
                  </a:lnTo>
                  <a:lnTo>
                    <a:pt x="944829" y="5191322"/>
                  </a:lnTo>
                  <a:lnTo>
                    <a:pt x="944829" y="5190699"/>
                  </a:lnTo>
                  <a:lnTo>
                    <a:pt x="944974" y="5190699"/>
                  </a:lnTo>
                  <a:lnTo>
                    <a:pt x="944974" y="5190075"/>
                  </a:lnTo>
                  <a:lnTo>
                    <a:pt x="945120" y="5190075"/>
                  </a:lnTo>
                  <a:lnTo>
                    <a:pt x="945120" y="5189452"/>
                  </a:lnTo>
                  <a:lnTo>
                    <a:pt x="945265" y="5189452"/>
                  </a:lnTo>
                  <a:lnTo>
                    <a:pt x="945411" y="5189452"/>
                  </a:lnTo>
                  <a:lnTo>
                    <a:pt x="945556" y="5189452"/>
                  </a:lnTo>
                  <a:lnTo>
                    <a:pt x="945701" y="5189452"/>
                  </a:lnTo>
                  <a:lnTo>
                    <a:pt x="945847" y="5189452"/>
                  </a:lnTo>
                  <a:lnTo>
                    <a:pt x="945847" y="5188828"/>
                  </a:lnTo>
                  <a:lnTo>
                    <a:pt x="945992" y="5188828"/>
                  </a:lnTo>
                  <a:lnTo>
                    <a:pt x="946138" y="5188828"/>
                  </a:lnTo>
                  <a:lnTo>
                    <a:pt x="946283" y="5188828"/>
                  </a:lnTo>
                  <a:lnTo>
                    <a:pt x="946283" y="5188204"/>
                  </a:lnTo>
                  <a:lnTo>
                    <a:pt x="946429" y="5188204"/>
                  </a:lnTo>
                  <a:lnTo>
                    <a:pt x="946574" y="5188204"/>
                  </a:lnTo>
                  <a:lnTo>
                    <a:pt x="946719" y="5188204"/>
                  </a:lnTo>
                  <a:lnTo>
                    <a:pt x="946865" y="5188204"/>
                  </a:lnTo>
                  <a:lnTo>
                    <a:pt x="947010" y="5188204"/>
                  </a:lnTo>
                  <a:lnTo>
                    <a:pt x="947156" y="5188204"/>
                  </a:lnTo>
                  <a:lnTo>
                    <a:pt x="947301" y="5188204"/>
                  </a:lnTo>
                  <a:lnTo>
                    <a:pt x="947447" y="5188204"/>
                  </a:lnTo>
                  <a:lnTo>
                    <a:pt x="947592" y="5188204"/>
                  </a:lnTo>
                  <a:lnTo>
                    <a:pt x="947737" y="5188204"/>
                  </a:lnTo>
                  <a:lnTo>
                    <a:pt x="947883" y="5188204"/>
                  </a:lnTo>
                  <a:lnTo>
                    <a:pt x="948028" y="5188204"/>
                  </a:lnTo>
                  <a:lnTo>
                    <a:pt x="948174" y="5188204"/>
                  </a:lnTo>
                  <a:lnTo>
                    <a:pt x="948174" y="5187581"/>
                  </a:lnTo>
                  <a:lnTo>
                    <a:pt x="948319" y="5187581"/>
                  </a:lnTo>
                  <a:lnTo>
                    <a:pt x="948465" y="5187581"/>
                  </a:lnTo>
                  <a:lnTo>
                    <a:pt x="948610" y="5187581"/>
                  </a:lnTo>
                  <a:lnTo>
                    <a:pt x="948755" y="5187581"/>
                  </a:lnTo>
                  <a:lnTo>
                    <a:pt x="948901" y="5187581"/>
                  </a:lnTo>
                  <a:lnTo>
                    <a:pt x="949046" y="5187581"/>
                  </a:lnTo>
                  <a:lnTo>
                    <a:pt x="949192" y="5187581"/>
                  </a:lnTo>
                  <a:lnTo>
                    <a:pt x="949337" y="5187581"/>
                  </a:lnTo>
                  <a:lnTo>
                    <a:pt x="949483" y="5187581"/>
                  </a:lnTo>
                  <a:lnTo>
                    <a:pt x="949628" y="5187581"/>
                  </a:lnTo>
                  <a:lnTo>
                    <a:pt x="949773" y="5187581"/>
                  </a:lnTo>
                  <a:lnTo>
                    <a:pt x="949919" y="5187581"/>
                  </a:lnTo>
                  <a:lnTo>
                    <a:pt x="949919" y="5186957"/>
                  </a:lnTo>
                  <a:lnTo>
                    <a:pt x="950064" y="5186957"/>
                  </a:lnTo>
                  <a:lnTo>
                    <a:pt x="950210" y="5186957"/>
                  </a:lnTo>
                  <a:lnTo>
                    <a:pt x="950355" y="5186957"/>
                  </a:lnTo>
                  <a:lnTo>
                    <a:pt x="950501" y="5186957"/>
                  </a:lnTo>
                  <a:lnTo>
                    <a:pt x="950646" y="5186957"/>
                  </a:lnTo>
                  <a:lnTo>
                    <a:pt x="950791" y="5186957"/>
                  </a:lnTo>
                  <a:lnTo>
                    <a:pt x="950937" y="5186957"/>
                  </a:lnTo>
                  <a:lnTo>
                    <a:pt x="951082" y="5186957"/>
                  </a:lnTo>
                  <a:lnTo>
                    <a:pt x="951228" y="5186957"/>
                  </a:lnTo>
                  <a:lnTo>
                    <a:pt x="951228" y="5186334"/>
                  </a:lnTo>
                  <a:lnTo>
                    <a:pt x="951228" y="5185710"/>
                  </a:lnTo>
                  <a:lnTo>
                    <a:pt x="951373" y="5185710"/>
                  </a:lnTo>
                  <a:lnTo>
                    <a:pt x="951519" y="5185710"/>
                  </a:lnTo>
                  <a:lnTo>
                    <a:pt x="951664" y="5185710"/>
                  </a:lnTo>
                  <a:lnTo>
                    <a:pt x="951809" y="5185710"/>
                  </a:lnTo>
                  <a:lnTo>
                    <a:pt x="951955" y="5185710"/>
                  </a:lnTo>
                  <a:lnTo>
                    <a:pt x="951955" y="5185086"/>
                  </a:lnTo>
                  <a:lnTo>
                    <a:pt x="952100" y="5185086"/>
                  </a:lnTo>
                  <a:lnTo>
                    <a:pt x="952100" y="5184463"/>
                  </a:lnTo>
                  <a:lnTo>
                    <a:pt x="952246" y="5184463"/>
                  </a:lnTo>
                  <a:lnTo>
                    <a:pt x="952391" y="5184463"/>
                  </a:lnTo>
                  <a:lnTo>
                    <a:pt x="952536" y="5184463"/>
                  </a:lnTo>
                  <a:lnTo>
                    <a:pt x="952536" y="5183839"/>
                  </a:lnTo>
                  <a:lnTo>
                    <a:pt x="952682" y="5183839"/>
                  </a:lnTo>
                  <a:lnTo>
                    <a:pt x="952682" y="5183216"/>
                  </a:lnTo>
                  <a:lnTo>
                    <a:pt x="952827" y="5183216"/>
                  </a:lnTo>
                  <a:lnTo>
                    <a:pt x="952973" y="5183216"/>
                  </a:lnTo>
                  <a:lnTo>
                    <a:pt x="953118" y="5183216"/>
                  </a:lnTo>
                  <a:lnTo>
                    <a:pt x="953264" y="5183216"/>
                  </a:lnTo>
                  <a:lnTo>
                    <a:pt x="953409" y="5183216"/>
                  </a:lnTo>
                  <a:lnTo>
                    <a:pt x="953554" y="5183216"/>
                  </a:lnTo>
                  <a:lnTo>
                    <a:pt x="953700" y="5183216"/>
                  </a:lnTo>
                  <a:lnTo>
                    <a:pt x="953845" y="5183216"/>
                  </a:lnTo>
                  <a:lnTo>
                    <a:pt x="953991" y="5183216"/>
                  </a:lnTo>
                  <a:lnTo>
                    <a:pt x="954136" y="5183216"/>
                  </a:lnTo>
                  <a:lnTo>
                    <a:pt x="954282" y="5183216"/>
                  </a:lnTo>
                  <a:lnTo>
                    <a:pt x="954427" y="5183216"/>
                  </a:lnTo>
                  <a:lnTo>
                    <a:pt x="954572" y="5183216"/>
                  </a:lnTo>
                  <a:lnTo>
                    <a:pt x="954718" y="5183216"/>
                  </a:lnTo>
                  <a:lnTo>
                    <a:pt x="954863" y="5183216"/>
                  </a:lnTo>
                  <a:lnTo>
                    <a:pt x="954863" y="5182592"/>
                  </a:lnTo>
                  <a:lnTo>
                    <a:pt x="955009" y="5182592"/>
                  </a:lnTo>
                  <a:lnTo>
                    <a:pt x="955154" y="5182592"/>
                  </a:lnTo>
                  <a:lnTo>
                    <a:pt x="955154" y="5181969"/>
                  </a:lnTo>
                  <a:lnTo>
                    <a:pt x="955300" y="5181969"/>
                  </a:lnTo>
                  <a:lnTo>
                    <a:pt x="955445" y="5181969"/>
                  </a:lnTo>
                  <a:lnTo>
                    <a:pt x="955590" y="5181969"/>
                  </a:lnTo>
                  <a:lnTo>
                    <a:pt x="955736" y="5181969"/>
                  </a:lnTo>
                  <a:lnTo>
                    <a:pt x="955881" y="5181969"/>
                  </a:lnTo>
                  <a:lnTo>
                    <a:pt x="956027" y="5181969"/>
                  </a:lnTo>
                  <a:lnTo>
                    <a:pt x="956172" y="5181969"/>
                  </a:lnTo>
                  <a:lnTo>
                    <a:pt x="956318" y="5181969"/>
                  </a:lnTo>
                  <a:lnTo>
                    <a:pt x="956463" y="5181969"/>
                  </a:lnTo>
                  <a:lnTo>
                    <a:pt x="956463" y="5181345"/>
                  </a:lnTo>
                  <a:lnTo>
                    <a:pt x="956608" y="5181345"/>
                  </a:lnTo>
                  <a:lnTo>
                    <a:pt x="956754" y="5181345"/>
                  </a:lnTo>
                  <a:lnTo>
                    <a:pt x="956754" y="5180721"/>
                  </a:lnTo>
                  <a:lnTo>
                    <a:pt x="956754" y="5180098"/>
                  </a:lnTo>
                  <a:lnTo>
                    <a:pt x="956899" y="5180098"/>
                  </a:lnTo>
                  <a:lnTo>
                    <a:pt x="956899" y="5179474"/>
                  </a:lnTo>
                  <a:lnTo>
                    <a:pt x="956899" y="5178851"/>
                  </a:lnTo>
                  <a:lnTo>
                    <a:pt x="957045" y="5178851"/>
                  </a:lnTo>
                  <a:lnTo>
                    <a:pt x="957045" y="5178227"/>
                  </a:lnTo>
                  <a:lnTo>
                    <a:pt x="957190" y="5178227"/>
                  </a:lnTo>
                  <a:lnTo>
                    <a:pt x="957336" y="5178227"/>
                  </a:lnTo>
                  <a:lnTo>
                    <a:pt x="957481" y="5178227"/>
                  </a:lnTo>
                  <a:lnTo>
                    <a:pt x="957481" y="5177603"/>
                  </a:lnTo>
                  <a:lnTo>
                    <a:pt x="957626" y="5177603"/>
                  </a:lnTo>
                  <a:lnTo>
                    <a:pt x="957626" y="5176980"/>
                  </a:lnTo>
                  <a:lnTo>
                    <a:pt x="957626" y="5176356"/>
                  </a:lnTo>
                  <a:lnTo>
                    <a:pt x="957772" y="5176356"/>
                  </a:lnTo>
                  <a:lnTo>
                    <a:pt x="957917" y="5176356"/>
                  </a:lnTo>
                  <a:lnTo>
                    <a:pt x="958063" y="5176356"/>
                  </a:lnTo>
                  <a:lnTo>
                    <a:pt x="958208" y="5176356"/>
                  </a:lnTo>
                  <a:lnTo>
                    <a:pt x="958354" y="5176356"/>
                  </a:lnTo>
                  <a:lnTo>
                    <a:pt x="958499" y="5176356"/>
                  </a:lnTo>
                  <a:lnTo>
                    <a:pt x="958644" y="5176356"/>
                  </a:lnTo>
                  <a:lnTo>
                    <a:pt x="958790" y="5176356"/>
                  </a:lnTo>
                  <a:lnTo>
                    <a:pt x="958935" y="5176356"/>
                  </a:lnTo>
                  <a:lnTo>
                    <a:pt x="959081" y="5176356"/>
                  </a:lnTo>
                  <a:lnTo>
                    <a:pt x="959226" y="5176356"/>
                  </a:lnTo>
                  <a:lnTo>
                    <a:pt x="959371" y="5176356"/>
                  </a:lnTo>
                  <a:lnTo>
                    <a:pt x="959517" y="5176356"/>
                  </a:lnTo>
                  <a:lnTo>
                    <a:pt x="959662" y="5176356"/>
                  </a:lnTo>
                  <a:lnTo>
                    <a:pt x="959808" y="5176356"/>
                  </a:lnTo>
                  <a:lnTo>
                    <a:pt x="959808" y="5175733"/>
                  </a:lnTo>
                  <a:lnTo>
                    <a:pt x="959808" y="5175109"/>
                  </a:lnTo>
                  <a:lnTo>
                    <a:pt x="959953" y="5175109"/>
                  </a:lnTo>
                  <a:lnTo>
                    <a:pt x="960099" y="5175109"/>
                  </a:lnTo>
                  <a:lnTo>
                    <a:pt x="960244" y="5175109"/>
                  </a:lnTo>
                  <a:lnTo>
                    <a:pt x="960244" y="5174486"/>
                  </a:lnTo>
                  <a:lnTo>
                    <a:pt x="960389" y="5174486"/>
                  </a:lnTo>
                  <a:lnTo>
                    <a:pt x="960535" y="5174486"/>
                  </a:lnTo>
                  <a:lnTo>
                    <a:pt x="960680" y="5174486"/>
                  </a:lnTo>
                  <a:lnTo>
                    <a:pt x="960826" y="5174486"/>
                  </a:lnTo>
                  <a:lnTo>
                    <a:pt x="960971" y="5174486"/>
                  </a:lnTo>
                  <a:lnTo>
                    <a:pt x="961117" y="5174486"/>
                  </a:lnTo>
                  <a:lnTo>
                    <a:pt x="961262" y="5174486"/>
                  </a:lnTo>
                  <a:lnTo>
                    <a:pt x="961407" y="5174486"/>
                  </a:lnTo>
                  <a:lnTo>
                    <a:pt x="961553" y="5174486"/>
                  </a:lnTo>
                  <a:lnTo>
                    <a:pt x="961698" y="5174486"/>
                  </a:lnTo>
                  <a:lnTo>
                    <a:pt x="961698" y="5173862"/>
                  </a:lnTo>
                  <a:lnTo>
                    <a:pt x="961844" y="5173862"/>
                  </a:lnTo>
                  <a:lnTo>
                    <a:pt x="961989" y="5173862"/>
                  </a:lnTo>
                  <a:lnTo>
                    <a:pt x="961989" y="5173238"/>
                  </a:lnTo>
                  <a:lnTo>
                    <a:pt x="962135" y="5173238"/>
                  </a:lnTo>
                  <a:lnTo>
                    <a:pt x="962280" y="5173238"/>
                  </a:lnTo>
                  <a:lnTo>
                    <a:pt x="962280" y="5172615"/>
                  </a:lnTo>
                  <a:lnTo>
                    <a:pt x="962280" y="5171991"/>
                  </a:lnTo>
                  <a:lnTo>
                    <a:pt x="962280" y="5171368"/>
                  </a:lnTo>
                  <a:lnTo>
                    <a:pt x="962425" y="5171368"/>
                  </a:lnTo>
                  <a:lnTo>
                    <a:pt x="962571" y="5171368"/>
                  </a:lnTo>
                  <a:lnTo>
                    <a:pt x="962716" y="5171368"/>
                  </a:lnTo>
                  <a:lnTo>
                    <a:pt x="962862" y="5171368"/>
                  </a:lnTo>
                  <a:lnTo>
                    <a:pt x="963007" y="5171368"/>
                  </a:lnTo>
                  <a:lnTo>
                    <a:pt x="963007" y="5170744"/>
                  </a:lnTo>
                  <a:lnTo>
                    <a:pt x="963153" y="5170744"/>
                  </a:lnTo>
                  <a:lnTo>
                    <a:pt x="963298" y="5170744"/>
                  </a:lnTo>
                  <a:lnTo>
                    <a:pt x="963443" y="5170744"/>
                  </a:lnTo>
                  <a:lnTo>
                    <a:pt x="963589" y="5170744"/>
                  </a:lnTo>
                  <a:lnTo>
                    <a:pt x="963734" y="5170744"/>
                  </a:lnTo>
                  <a:lnTo>
                    <a:pt x="963880" y="5170744"/>
                  </a:lnTo>
                  <a:lnTo>
                    <a:pt x="964025" y="5170744"/>
                  </a:lnTo>
                  <a:lnTo>
                    <a:pt x="964171" y="5170744"/>
                  </a:lnTo>
                  <a:lnTo>
                    <a:pt x="964316" y="5170744"/>
                  </a:lnTo>
                  <a:lnTo>
                    <a:pt x="964316" y="5170121"/>
                  </a:lnTo>
                  <a:lnTo>
                    <a:pt x="964461" y="5170121"/>
                  </a:lnTo>
                  <a:lnTo>
                    <a:pt x="964461" y="5169497"/>
                  </a:lnTo>
                  <a:lnTo>
                    <a:pt x="964607" y="5169497"/>
                  </a:lnTo>
                  <a:lnTo>
                    <a:pt x="964752" y="5169497"/>
                  </a:lnTo>
                  <a:lnTo>
                    <a:pt x="964752" y="5168873"/>
                  </a:lnTo>
                  <a:lnTo>
                    <a:pt x="964752" y="5168250"/>
                  </a:lnTo>
                  <a:lnTo>
                    <a:pt x="964752" y="5167626"/>
                  </a:lnTo>
                  <a:lnTo>
                    <a:pt x="964898" y="5167626"/>
                  </a:lnTo>
                  <a:lnTo>
                    <a:pt x="965043" y="5167626"/>
                  </a:lnTo>
                  <a:lnTo>
                    <a:pt x="965189" y="5167626"/>
                  </a:lnTo>
                  <a:lnTo>
                    <a:pt x="965334" y="5167626"/>
                  </a:lnTo>
                  <a:lnTo>
                    <a:pt x="965479" y="5167626"/>
                  </a:lnTo>
                  <a:lnTo>
                    <a:pt x="965479" y="5167003"/>
                  </a:lnTo>
                  <a:lnTo>
                    <a:pt x="965625" y="5167003"/>
                  </a:lnTo>
                  <a:lnTo>
                    <a:pt x="965625" y="5166379"/>
                  </a:lnTo>
                  <a:lnTo>
                    <a:pt x="965625" y="5165755"/>
                  </a:lnTo>
                  <a:lnTo>
                    <a:pt x="965625" y="5165132"/>
                  </a:lnTo>
                  <a:lnTo>
                    <a:pt x="965770" y="5165132"/>
                  </a:lnTo>
                  <a:lnTo>
                    <a:pt x="965916" y="5165132"/>
                  </a:lnTo>
                  <a:lnTo>
                    <a:pt x="966061" y="5165132"/>
                  </a:lnTo>
                  <a:lnTo>
                    <a:pt x="966206" y="5165132"/>
                  </a:lnTo>
                  <a:lnTo>
                    <a:pt x="966352" y="5165132"/>
                  </a:lnTo>
                  <a:lnTo>
                    <a:pt x="966352" y="5164508"/>
                  </a:lnTo>
                  <a:lnTo>
                    <a:pt x="966497" y="5164508"/>
                  </a:lnTo>
                  <a:lnTo>
                    <a:pt x="966643" y="5164508"/>
                  </a:lnTo>
                  <a:lnTo>
                    <a:pt x="966788" y="5164508"/>
                  </a:lnTo>
                  <a:lnTo>
                    <a:pt x="966788" y="5163885"/>
                  </a:lnTo>
                  <a:lnTo>
                    <a:pt x="966934" y="5163885"/>
                  </a:lnTo>
                  <a:lnTo>
                    <a:pt x="967079" y="5163885"/>
                  </a:lnTo>
                  <a:lnTo>
                    <a:pt x="967079" y="5163261"/>
                  </a:lnTo>
                  <a:lnTo>
                    <a:pt x="967079" y="5162638"/>
                  </a:lnTo>
                  <a:lnTo>
                    <a:pt x="967224" y="5162638"/>
                  </a:lnTo>
                  <a:lnTo>
                    <a:pt x="967370" y="5162638"/>
                  </a:lnTo>
                  <a:lnTo>
                    <a:pt x="967515" y="5162638"/>
                  </a:lnTo>
                  <a:lnTo>
                    <a:pt x="967661" y="5162638"/>
                  </a:lnTo>
                  <a:lnTo>
                    <a:pt x="967806" y="5162638"/>
                  </a:lnTo>
                  <a:lnTo>
                    <a:pt x="967952" y="5162638"/>
                  </a:lnTo>
                  <a:lnTo>
                    <a:pt x="968097" y="5162638"/>
                  </a:lnTo>
                  <a:lnTo>
                    <a:pt x="968242" y="5162638"/>
                  </a:lnTo>
                  <a:lnTo>
                    <a:pt x="968388" y="5162638"/>
                  </a:lnTo>
                  <a:lnTo>
                    <a:pt x="968533" y="5162638"/>
                  </a:lnTo>
                  <a:lnTo>
                    <a:pt x="968533" y="5162014"/>
                  </a:lnTo>
                  <a:lnTo>
                    <a:pt x="968533" y="5161390"/>
                  </a:lnTo>
                  <a:lnTo>
                    <a:pt x="968679" y="5161390"/>
                  </a:lnTo>
                  <a:lnTo>
                    <a:pt x="968824" y="5161390"/>
                  </a:lnTo>
                  <a:lnTo>
                    <a:pt x="968970" y="5161390"/>
                  </a:lnTo>
                  <a:lnTo>
                    <a:pt x="969115" y="5161390"/>
                  </a:lnTo>
                  <a:lnTo>
                    <a:pt x="969260" y="5161390"/>
                  </a:lnTo>
                  <a:lnTo>
                    <a:pt x="969406" y="5161390"/>
                  </a:lnTo>
                  <a:lnTo>
                    <a:pt x="969551" y="5161390"/>
                  </a:lnTo>
                  <a:lnTo>
                    <a:pt x="969697" y="5161390"/>
                  </a:lnTo>
                  <a:lnTo>
                    <a:pt x="969842" y="5161390"/>
                  </a:lnTo>
                  <a:lnTo>
                    <a:pt x="969988" y="5161390"/>
                  </a:lnTo>
                  <a:lnTo>
                    <a:pt x="969988" y="5160767"/>
                  </a:lnTo>
                  <a:lnTo>
                    <a:pt x="970133" y="5160767"/>
                  </a:lnTo>
                  <a:lnTo>
                    <a:pt x="970278" y="5160767"/>
                  </a:lnTo>
                  <a:lnTo>
                    <a:pt x="970424" y="5160767"/>
                  </a:lnTo>
                  <a:lnTo>
                    <a:pt x="970569" y="5160767"/>
                  </a:lnTo>
                  <a:lnTo>
                    <a:pt x="970715" y="5160767"/>
                  </a:lnTo>
                  <a:lnTo>
                    <a:pt x="970860" y="5160767"/>
                  </a:lnTo>
                  <a:lnTo>
                    <a:pt x="971006" y="5160767"/>
                  </a:lnTo>
                  <a:lnTo>
                    <a:pt x="971151" y="5160767"/>
                  </a:lnTo>
                  <a:lnTo>
                    <a:pt x="971151" y="5160143"/>
                  </a:lnTo>
                  <a:lnTo>
                    <a:pt x="971296" y="5160143"/>
                  </a:lnTo>
                  <a:lnTo>
                    <a:pt x="971442" y="5160143"/>
                  </a:lnTo>
                  <a:lnTo>
                    <a:pt x="971587" y="5160143"/>
                  </a:lnTo>
                  <a:lnTo>
                    <a:pt x="971733" y="5160143"/>
                  </a:lnTo>
                  <a:lnTo>
                    <a:pt x="971878" y="5160143"/>
                  </a:lnTo>
                  <a:lnTo>
                    <a:pt x="971878" y="5159520"/>
                  </a:lnTo>
                  <a:lnTo>
                    <a:pt x="971878" y="5158896"/>
                  </a:lnTo>
                  <a:lnTo>
                    <a:pt x="972024" y="5158896"/>
                  </a:lnTo>
                  <a:lnTo>
                    <a:pt x="972169" y="5158896"/>
                  </a:lnTo>
                  <a:lnTo>
                    <a:pt x="972169" y="5158272"/>
                  </a:lnTo>
                  <a:lnTo>
                    <a:pt x="972314" y="5158272"/>
                  </a:lnTo>
                  <a:lnTo>
                    <a:pt x="972314" y="5157649"/>
                  </a:lnTo>
                  <a:lnTo>
                    <a:pt x="972460" y="5157649"/>
                  </a:lnTo>
                  <a:lnTo>
                    <a:pt x="972605" y="5157649"/>
                  </a:lnTo>
                  <a:lnTo>
                    <a:pt x="972751" y="5157649"/>
                  </a:lnTo>
                  <a:lnTo>
                    <a:pt x="972896" y="5157649"/>
                  </a:lnTo>
                  <a:lnTo>
                    <a:pt x="973041" y="5157649"/>
                  </a:lnTo>
                  <a:lnTo>
                    <a:pt x="973041" y="5157025"/>
                  </a:lnTo>
                  <a:lnTo>
                    <a:pt x="973187" y="5157025"/>
                  </a:lnTo>
                  <a:lnTo>
                    <a:pt x="973332" y="5157025"/>
                  </a:lnTo>
                  <a:lnTo>
                    <a:pt x="973478" y="5157025"/>
                  </a:lnTo>
                  <a:lnTo>
                    <a:pt x="973478" y="5156402"/>
                  </a:lnTo>
                  <a:lnTo>
                    <a:pt x="973623" y="5156402"/>
                  </a:lnTo>
                  <a:lnTo>
                    <a:pt x="973623" y="5155778"/>
                  </a:lnTo>
                  <a:lnTo>
                    <a:pt x="973769" y="5155778"/>
                  </a:lnTo>
                  <a:lnTo>
                    <a:pt x="973914" y="5155778"/>
                  </a:lnTo>
                  <a:lnTo>
                    <a:pt x="973914" y="5155155"/>
                  </a:lnTo>
                  <a:lnTo>
                    <a:pt x="973914" y="5154531"/>
                  </a:lnTo>
                  <a:lnTo>
                    <a:pt x="974059" y="5154531"/>
                  </a:lnTo>
                  <a:lnTo>
                    <a:pt x="974205" y="5154531"/>
                  </a:lnTo>
                  <a:lnTo>
                    <a:pt x="974350" y="5154531"/>
                  </a:lnTo>
                  <a:lnTo>
                    <a:pt x="974496" y="5154531"/>
                  </a:lnTo>
                  <a:lnTo>
                    <a:pt x="974641" y="5154531"/>
                  </a:lnTo>
                  <a:lnTo>
                    <a:pt x="974787" y="5154531"/>
                  </a:lnTo>
                  <a:lnTo>
                    <a:pt x="974932" y="5154531"/>
                  </a:lnTo>
                  <a:lnTo>
                    <a:pt x="975077" y="5154531"/>
                  </a:lnTo>
                  <a:lnTo>
                    <a:pt x="975077" y="5153907"/>
                  </a:lnTo>
                  <a:lnTo>
                    <a:pt x="975223" y="5153907"/>
                  </a:lnTo>
                  <a:lnTo>
                    <a:pt x="975368" y="5153907"/>
                  </a:lnTo>
                  <a:lnTo>
                    <a:pt x="975514" y="5153907"/>
                  </a:lnTo>
                  <a:lnTo>
                    <a:pt x="975659" y="5153907"/>
                  </a:lnTo>
                  <a:lnTo>
                    <a:pt x="975805" y="5153907"/>
                  </a:lnTo>
                  <a:lnTo>
                    <a:pt x="975950" y="5153907"/>
                  </a:lnTo>
                  <a:lnTo>
                    <a:pt x="975950" y="5153284"/>
                  </a:lnTo>
                  <a:lnTo>
                    <a:pt x="976095" y="5153284"/>
                  </a:lnTo>
                  <a:lnTo>
                    <a:pt x="976241" y="5153284"/>
                  </a:lnTo>
                  <a:lnTo>
                    <a:pt x="976386" y="5153284"/>
                  </a:lnTo>
                  <a:lnTo>
                    <a:pt x="976386" y="5152660"/>
                  </a:lnTo>
                  <a:lnTo>
                    <a:pt x="976532" y="5152660"/>
                  </a:lnTo>
                  <a:lnTo>
                    <a:pt x="976677" y="5152660"/>
                  </a:lnTo>
                  <a:lnTo>
                    <a:pt x="976677" y="5152037"/>
                  </a:lnTo>
                  <a:lnTo>
                    <a:pt x="976823" y="5152037"/>
                  </a:lnTo>
                  <a:lnTo>
                    <a:pt x="976968" y="5152037"/>
                  </a:lnTo>
                  <a:lnTo>
                    <a:pt x="976968" y="5151413"/>
                  </a:lnTo>
                  <a:lnTo>
                    <a:pt x="977113" y="5151413"/>
                  </a:lnTo>
                  <a:lnTo>
                    <a:pt x="977259" y="5151413"/>
                  </a:lnTo>
                  <a:lnTo>
                    <a:pt x="977404" y="5151413"/>
                  </a:lnTo>
                  <a:lnTo>
                    <a:pt x="977550" y="5151413"/>
                  </a:lnTo>
                  <a:lnTo>
                    <a:pt x="977550" y="5150789"/>
                  </a:lnTo>
                  <a:lnTo>
                    <a:pt x="977695" y="5150789"/>
                  </a:lnTo>
                  <a:lnTo>
                    <a:pt x="977841" y="5150789"/>
                  </a:lnTo>
                  <a:lnTo>
                    <a:pt x="977986" y="5150789"/>
                  </a:lnTo>
                  <a:lnTo>
                    <a:pt x="978131" y="5150789"/>
                  </a:lnTo>
                  <a:lnTo>
                    <a:pt x="978131" y="5150166"/>
                  </a:lnTo>
                  <a:lnTo>
                    <a:pt x="978131" y="5149542"/>
                  </a:lnTo>
                  <a:lnTo>
                    <a:pt x="978131" y="5148919"/>
                  </a:lnTo>
                  <a:lnTo>
                    <a:pt x="978277" y="5148919"/>
                  </a:lnTo>
                  <a:lnTo>
                    <a:pt x="978422" y="5148919"/>
                  </a:lnTo>
                  <a:lnTo>
                    <a:pt x="978568" y="5148919"/>
                  </a:lnTo>
                  <a:lnTo>
                    <a:pt x="978568" y="5148295"/>
                  </a:lnTo>
                  <a:lnTo>
                    <a:pt x="978713" y="5148295"/>
                  </a:lnTo>
                  <a:lnTo>
                    <a:pt x="978713" y="5147672"/>
                  </a:lnTo>
                  <a:lnTo>
                    <a:pt x="978859" y="5147672"/>
                  </a:lnTo>
                  <a:lnTo>
                    <a:pt x="979004" y="5147672"/>
                  </a:lnTo>
                  <a:lnTo>
                    <a:pt x="979004" y="5147048"/>
                  </a:lnTo>
                  <a:lnTo>
                    <a:pt x="979149" y="5147048"/>
                  </a:lnTo>
                  <a:lnTo>
                    <a:pt x="979295" y="5147048"/>
                  </a:lnTo>
                  <a:lnTo>
                    <a:pt x="979295" y="5146424"/>
                  </a:lnTo>
                  <a:lnTo>
                    <a:pt x="979440" y="5146424"/>
                  </a:lnTo>
                  <a:lnTo>
                    <a:pt x="979440" y="5145801"/>
                  </a:lnTo>
                  <a:lnTo>
                    <a:pt x="979586" y="5145801"/>
                  </a:lnTo>
                  <a:lnTo>
                    <a:pt x="979731" y="5145801"/>
                  </a:lnTo>
                  <a:lnTo>
                    <a:pt x="979876" y="5145801"/>
                  </a:lnTo>
                  <a:lnTo>
                    <a:pt x="979876" y="5145177"/>
                  </a:lnTo>
                  <a:lnTo>
                    <a:pt x="980022" y="5145177"/>
                  </a:lnTo>
                  <a:lnTo>
                    <a:pt x="980167" y="5145177"/>
                  </a:lnTo>
                  <a:lnTo>
                    <a:pt x="980313" y="5145177"/>
                  </a:lnTo>
                  <a:lnTo>
                    <a:pt x="980313" y="5144554"/>
                  </a:lnTo>
                  <a:lnTo>
                    <a:pt x="980458" y="5144554"/>
                  </a:lnTo>
                  <a:lnTo>
                    <a:pt x="980604" y="5144554"/>
                  </a:lnTo>
                  <a:lnTo>
                    <a:pt x="980749" y="5144554"/>
                  </a:lnTo>
                  <a:lnTo>
                    <a:pt x="980894" y="5144554"/>
                  </a:lnTo>
                  <a:lnTo>
                    <a:pt x="981040" y="5144554"/>
                  </a:lnTo>
                  <a:lnTo>
                    <a:pt x="981185" y="5144554"/>
                  </a:lnTo>
                  <a:lnTo>
                    <a:pt x="981331" y="5144554"/>
                  </a:lnTo>
                  <a:lnTo>
                    <a:pt x="981476" y="5144554"/>
                  </a:lnTo>
                  <a:lnTo>
                    <a:pt x="981622" y="5144554"/>
                  </a:lnTo>
                  <a:lnTo>
                    <a:pt x="981622" y="5143930"/>
                  </a:lnTo>
                  <a:lnTo>
                    <a:pt x="981767" y="5143930"/>
                  </a:lnTo>
                  <a:lnTo>
                    <a:pt x="981912" y="5143930"/>
                  </a:lnTo>
                  <a:lnTo>
                    <a:pt x="982058" y="5143930"/>
                  </a:lnTo>
                  <a:lnTo>
                    <a:pt x="982203" y="5143930"/>
                  </a:lnTo>
                  <a:lnTo>
                    <a:pt x="982349" y="5143930"/>
                  </a:lnTo>
                  <a:lnTo>
                    <a:pt x="982349" y="5143306"/>
                  </a:lnTo>
                  <a:lnTo>
                    <a:pt x="982349" y="5142683"/>
                  </a:lnTo>
                  <a:lnTo>
                    <a:pt x="982494" y="5142683"/>
                  </a:lnTo>
                  <a:lnTo>
                    <a:pt x="982640" y="5142683"/>
                  </a:lnTo>
                  <a:lnTo>
                    <a:pt x="982785" y="5142683"/>
                  </a:lnTo>
                  <a:lnTo>
                    <a:pt x="982930" y="5142683"/>
                  </a:lnTo>
                  <a:lnTo>
                    <a:pt x="983076" y="5142683"/>
                  </a:lnTo>
                  <a:lnTo>
                    <a:pt x="983076" y="5142059"/>
                  </a:lnTo>
                  <a:lnTo>
                    <a:pt x="983221" y="5142059"/>
                  </a:lnTo>
                  <a:lnTo>
                    <a:pt x="983367" y="5142059"/>
                  </a:lnTo>
                  <a:lnTo>
                    <a:pt x="983512" y="5142059"/>
                  </a:lnTo>
                  <a:lnTo>
                    <a:pt x="983658" y="5142059"/>
                  </a:lnTo>
                  <a:lnTo>
                    <a:pt x="983803" y="5142059"/>
                  </a:lnTo>
                  <a:lnTo>
                    <a:pt x="983803" y="5141436"/>
                  </a:lnTo>
                  <a:lnTo>
                    <a:pt x="983948" y="5141436"/>
                  </a:lnTo>
                  <a:lnTo>
                    <a:pt x="984094" y="5141436"/>
                  </a:lnTo>
                  <a:lnTo>
                    <a:pt x="984239" y="5141436"/>
                  </a:lnTo>
                  <a:lnTo>
                    <a:pt x="984385" y="5141436"/>
                  </a:lnTo>
                  <a:lnTo>
                    <a:pt x="984530" y="5141436"/>
                  </a:lnTo>
                  <a:lnTo>
                    <a:pt x="984676" y="5141436"/>
                  </a:lnTo>
                  <a:lnTo>
                    <a:pt x="984821" y="5141436"/>
                  </a:lnTo>
                  <a:lnTo>
                    <a:pt x="984966" y="5141436"/>
                  </a:lnTo>
                  <a:lnTo>
                    <a:pt x="984966" y="5140812"/>
                  </a:lnTo>
                  <a:lnTo>
                    <a:pt x="985112" y="5140812"/>
                  </a:lnTo>
                  <a:lnTo>
                    <a:pt x="985257" y="5140812"/>
                  </a:lnTo>
                  <a:lnTo>
                    <a:pt x="985403" y="5140812"/>
                  </a:lnTo>
                  <a:lnTo>
                    <a:pt x="985548" y="5140812"/>
                  </a:lnTo>
                  <a:lnTo>
                    <a:pt x="985548" y="5140189"/>
                  </a:lnTo>
                  <a:lnTo>
                    <a:pt x="985694" y="5140189"/>
                  </a:lnTo>
                  <a:lnTo>
                    <a:pt x="985839" y="5140189"/>
                  </a:lnTo>
                  <a:lnTo>
                    <a:pt x="985984" y="5140189"/>
                  </a:lnTo>
                  <a:lnTo>
                    <a:pt x="986130" y="5140189"/>
                  </a:lnTo>
                  <a:lnTo>
                    <a:pt x="986275" y="5140189"/>
                  </a:lnTo>
                  <a:lnTo>
                    <a:pt x="986275" y="5139565"/>
                  </a:lnTo>
                  <a:lnTo>
                    <a:pt x="986421" y="5139565"/>
                  </a:lnTo>
                  <a:lnTo>
                    <a:pt x="986566" y="5139565"/>
                  </a:lnTo>
                  <a:lnTo>
                    <a:pt x="986711" y="5139565"/>
                  </a:lnTo>
                  <a:lnTo>
                    <a:pt x="986857" y="5139565"/>
                  </a:lnTo>
                  <a:lnTo>
                    <a:pt x="987002" y="5139565"/>
                  </a:lnTo>
                  <a:lnTo>
                    <a:pt x="987148" y="5139565"/>
                  </a:lnTo>
                  <a:lnTo>
                    <a:pt x="987293" y="5139565"/>
                  </a:lnTo>
                  <a:lnTo>
                    <a:pt x="987439" y="5139565"/>
                  </a:lnTo>
                  <a:lnTo>
                    <a:pt x="987439" y="5138941"/>
                  </a:lnTo>
                  <a:lnTo>
                    <a:pt x="987439" y="5138318"/>
                  </a:lnTo>
                  <a:lnTo>
                    <a:pt x="987584" y="5138318"/>
                  </a:lnTo>
                  <a:lnTo>
                    <a:pt x="987584" y="5137694"/>
                  </a:lnTo>
                  <a:lnTo>
                    <a:pt x="987729" y="5137694"/>
                  </a:lnTo>
                  <a:lnTo>
                    <a:pt x="987875" y="5137694"/>
                  </a:lnTo>
                  <a:lnTo>
                    <a:pt x="988020" y="5137694"/>
                  </a:lnTo>
                  <a:lnTo>
                    <a:pt x="988020" y="5137071"/>
                  </a:lnTo>
                  <a:lnTo>
                    <a:pt x="988166" y="5137071"/>
                  </a:lnTo>
                  <a:lnTo>
                    <a:pt x="988311" y="5137071"/>
                  </a:lnTo>
                  <a:lnTo>
                    <a:pt x="988311" y="5136447"/>
                  </a:lnTo>
                  <a:lnTo>
                    <a:pt x="988457" y="5136447"/>
                  </a:lnTo>
                  <a:lnTo>
                    <a:pt x="988602" y="5136447"/>
                  </a:lnTo>
                  <a:lnTo>
                    <a:pt x="988747" y="5136447"/>
                  </a:lnTo>
                  <a:lnTo>
                    <a:pt x="988893" y="5136447"/>
                  </a:lnTo>
                  <a:lnTo>
                    <a:pt x="989038" y="5136447"/>
                  </a:lnTo>
                  <a:lnTo>
                    <a:pt x="989184" y="5136447"/>
                  </a:lnTo>
                  <a:lnTo>
                    <a:pt x="989184" y="5135823"/>
                  </a:lnTo>
                  <a:lnTo>
                    <a:pt x="989329" y="5135823"/>
                  </a:lnTo>
                  <a:lnTo>
                    <a:pt x="989475" y="5135823"/>
                  </a:lnTo>
                  <a:lnTo>
                    <a:pt x="989620" y="5135823"/>
                  </a:lnTo>
                  <a:lnTo>
                    <a:pt x="989620" y="5135200"/>
                  </a:lnTo>
                  <a:lnTo>
                    <a:pt x="989620" y="5134576"/>
                  </a:lnTo>
                  <a:lnTo>
                    <a:pt x="989765" y="5134576"/>
                  </a:lnTo>
                  <a:lnTo>
                    <a:pt x="989765" y="5133953"/>
                  </a:lnTo>
                  <a:lnTo>
                    <a:pt x="989911" y="5133953"/>
                  </a:lnTo>
                  <a:lnTo>
                    <a:pt x="990056" y="5133953"/>
                  </a:lnTo>
                  <a:lnTo>
                    <a:pt x="990056" y="5133329"/>
                  </a:lnTo>
                  <a:lnTo>
                    <a:pt x="990202" y="5133329"/>
                  </a:lnTo>
                  <a:lnTo>
                    <a:pt x="990347" y="5133329"/>
                  </a:lnTo>
                  <a:lnTo>
                    <a:pt x="990347" y="5132706"/>
                  </a:lnTo>
                  <a:lnTo>
                    <a:pt x="990493" y="5132706"/>
                  </a:lnTo>
                  <a:lnTo>
                    <a:pt x="990638" y="5132706"/>
                  </a:lnTo>
                  <a:lnTo>
                    <a:pt x="990783" y="5132706"/>
                  </a:lnTo>
                  <a:lnTo>
                    <a:pt x="990929" y="5132706"/>
                  </a:lnTo>
                  <a:lnTo>
                    <a:pt x="990929" y="5132082"/>
                  </a:lnTo>
                  <a:lnTo>
                    <a:pt x="991074" y="5132082"/>
                  </a:lnTo>
                  <a:lnTo>
                    <a:pt x="991220" y="5132082"/>
                  </a:lnTo>
                  <a:lnTo>
                    <a:pt x="991365" y="5132082"/>
                  </a:lnTo>
                  <a:lnTo>
                    <a:pt x="991511" y="5132082"/>
                  </a:lnTo>
                  <a:lnTo>
                    <a:pt x="991656" y="5132082"/>
                  </a:lnTo>
                  <a:lnTo>
                    <a:pt x="991801" y="5132082"/>
                  </a:lnTo>
                  <a:lnTo>
                    <a:pt x="991947" y="5132082"/>
                  </a:lnTo>
                  <a:lnTo>
                    <a:pt x="992092" y="5132082"/>
                  </a:lnTo>
                  <a:lnTo>
                    <a:pt x="992238" y="5132082"/>
                  </a:lnTo>
                  <a:lnTo>
                    <a:pt x="992238" y="5131458"/>
                  </a:lnTo>
                  <a:lnTo>
                    <a:pt x="992238" y="5130835"/>
                  </a:lnTo>
                  <a:lnTo>
                    <a:pt x="992383" y="5130835"/>
                  </a:lnTo>
                  <a:lnTo>
                    <a:pt x="992528" y="5130835"/>
                  </a:lnTo>
                  <a:lnTo>
                    <a:pt x="992674" y="5130835"/>
                  </a:lnTo>
                  <a:lnTo>
                    <a:pt x="992819" y="5130835"/>
                  </a:lnTo>
                  <a:lnTo>
                    <a:pt x="992819" y="5130211"/>
                  </a:lnTo>
                  <a:lnTo>
                    <a:pt x="992965" y="5130211"/>
                  </a:lnTo>
                  <a:lnTo>
                    <a:pt x="993110" y="5130211"/>
                  </a:lnTo>
                  <a:lnTo>
                    <a:pt x="993110" y="5129588"/>
                  </a:lnTo>
                  <a:lnTo>
                    <a:pt x="993256" y="5129588"/>
                  </a:lnTo>
                  <a:lnTo>
                    <a:pt x="993401" y="5129588"/>
                  </a:lnTo>
                  <a:lnTo>
                    <a:pt x="993546" y="5129588"/>
                  </a:lnTo>
                  <a:lnTo>
                    <a:pt x="993546" y="5128964"/>
                  </a:lnTo>
                  <a:lnTo>
                    <a:pt x="993692" y="5128964"/>
                  </a:lnTo>
                  <a:lnTo>
                    <a:pt x="993837" y="5128964"/>
                  </a:lnTo>
                  <a:lnTo>
                    <a:pt x="993983" y="5128964"/>
                  </a:lnTo>
                  <a:lnTo>
                    <a:pt x="993983" y="5128340"/>
                  </a:lnTo>
                  <a:lnTo>
                    <a:pt x="994128" y="5128340"/>
                  </a:lnTo>
                  <a:lnTo>
                    <a:pt x="994274" y="5128340"/>
                  </a:lnTo>
                  <a:lnTo>
                    <a:pt x="994419" y="5128340"/>
                  </a:lnTo>
                  <a:lnTo>
                    <a:pt x="994564" y="5128340"/>
                  </a:lnTo>
                  <a:lnTo>
                    <a:pt x="994710" y="5128340"/>
                  </a:lnTo>
                  <a:lnTo>
                    <a:pt x="994710" y="5127717"/>
                  </a:lnTo>
                  <a:lnTo>
                    <a:pt x="994855" y="5127717"/>
                  </a:lnTo>
                  <a:lnTo>
                    <a:pt x="995001" y="5127717"/>
                  </a:lnTo>
                  <a:lnTo>
                    <a:pt x="995146" y="5127717"/>
                  </a:lnTo>
                  <a:lnTo>
                    <a:pt x="995292" y="5127717"/>
                  </a:lnTo>
                  <a:lnTo>
                    <a:pt x="995437" y="5127717"/>
                  </a:lnTo>
                  <a:lnTo>
                    <a:pt x="995582" y="5127717"/>
                  </a:lnTo>
                  <a:lnTo>
                    <a:pt x="995728" y="5127717"/>
                  </a:lnTo>
                  <a:lnTo>
                    <a:pt x="995728" y="5127093"/>
                  </a:lnTo>
                  <a:lnTo>
                    <a:pt x="995873" y="5127093"/>
                  </a:lnTo>
                  <a:lnTo>
                    <a:pt x="996019" y="5127093"/>
                  </a:lnTo>
                  <a:lnTo>
                    <a:pt x="996164" y="5127093"/>
                  </a:lnTo>
                  <a:lnTo>
                    <a:pt x="996310" y="5127093"/>
                  </a:lnTo>
                  <a:lnTo>
                    <a:pt x="996455" y="5127093"/>
                  </a:lnTo>
                  <a:lnTo>
                    <a:pt x="996600" y="5127093"/>
                  </a:lnTo>
                  <a:lnTo>
                    <a:pt x="996746" y="5127093"/>
                  </a:lnTo>
                  <a:lnTo>
                    <a:pt x="996891" y="5127093"/>
                  </a:lnTo>
                  <a:lnTo>
                    <a:pt x="997037" y="5127093"/>
                  </a:lnTo>
                  <a:lnTo>
                    <a:pt x="997037" y="5126470"/>
                  </a:lnTo>
                  <a:lnTo>
                    <a:pt x="997182" y="5126470"/>
                  </a:lnTo>
                  <a:lnTo>
                    <a:pt x="997328" y="5126470"/>
                  </a:lnTo>
                  <a:lnTo>
                    <a:pt x="997328" y="5125846"/>
                  </a:lnTo>
                  <a:lnTo>
                    <a:pt x="997328" y="5125223"/>
                  </a:lnTo>
                  <a:lnTo>
                    <a:pt x="997473" y="5125223"/>
                  </a:lnTo>
                  <a:lnTo>
                    <a:pt x="997473" y="5124599"/>
                  </a:lnTo>
                  <a:lnTo>
                    <a:pt x="997618" y="5124599"/>
                  </a:lnTo>
                  <a:lnTo>
                    <a:pt x="997764" y="5124599"/>
                  </a:lnTo>
                  <a:lnTo>
                    <a:pt x="997764" y="5123975"/>
                  </a:lnTo>
                  <a:lnTo>
                    <a:pt x="997909" y="5123975"/>
                  </a:lnTo>
                  <a:lnTo>
                    <a:pt x="998055" y="5123975"/>
                  </a:lnTo>
                  <a:lnTo>
                    <a:pt x="998200" y="5123975"/>
                  </a:lnTo>
                  <a:lnTo>
                    <a:pt x="998346" y="5123975"/>
                  </a:lnTo>
                  <a:lnTo>
                    <a:pt x="998491" y="5123975"/>
                  </a:lnTo>
                  <a:lnTo>
                    <a:pt x="998636" y="5123975"/>
                  </a:lnTo>
                  <a:lnTo>
                    <a:pt x="998782" y="5123975"/>
                  </a:lnTo>
                  <a:lnTo>
                    <a:pt x="998927" y="5123975"/>
                  </a:lnTo>
                  <a:lnTo>
                    <a:pt x="999073" y="5123975"/>
                  </a:lnTo>
                  <a:lnTo>
                    <a:pt x="999218" y="5123975"/>
                  </a:lnTo>
                  <a:lnTo>
                    <a:pt x="999363" y="5123975"/>
                  </a:lnTo>
                  <a:lnTo>
                    <a:pt x="999509" y="5123975"/>
                  </a:lnTo>
                  <a:lnTo>
                    <a:pt x="999654" y="5123975"/>
                  </a:lnTo>
                  <a:lnTo>
                    <a:pt x="999800" y="5123975"/>
                  </a:lnTo>
                  <a:lnTo>
                    <a:pt x="999945" y="5123975"/>
                  </a:lnTo>
                  <a:lnTo>
                    <a:pt x="1000091" y="5123975"/>
                  </a:lnTo>
                  <a:lnTo>
                    <a:pt x="1000091" y="5123352"/>
                  </a:lnTo>
                  <a:lnTo>
                    <a:pt x="1000236" y="5123352"/>
                  </a:lnTo>
                  <a:lnTo>
                    <a:pt x="1000381" y="5123352"/>
                  </a:lnTo>
                  <a:lnTo>
                    <a:pt x="1000527" y="5123352"/>
                  </a:lnTo>
                  <a:lnTo>
                    <a:pt x="1000672" y="5123352"/>
                  </a:lnTo>
                  <a:lnTo>
                    <a:pt x="1000818" y="5123352"/>
                  </a:lnTo>
                  <a:lnTo>
                    <a:pt x="1000963" y="5123352"/>
                  </a:lnTo>
                  <a:lnTo>
                    <a:pt x="1001109" y="5123352"/>
                  </a:lnTo>
                  <a:lnTo>
                    <a:pt x="1001254" y="5123352"/>
                  </a:lnTo>
                  <a:lnTo>
                    <a:pt x="1001399" y="5123352"/>
                  </a:lnTo>
                  <a:lnTo>
                    <a:pt x="1001399" y="5122728"/>
                  </a:lnTo>
                  <a:lnTo>
                    <a:pt x="1001545" y="5122728"/>
                  </a:lnTo>
                  <a:lnTo>
                    <a:pt x="1001690" y="5122728"/>
                  </a:lnTo>
                  <a:lnTo>
                    <a:pt x="1001836" y="5122728"/>
                  </a:lnTo>
                  <a:lnTo>
                    <a:pt x="1001981" y="5122728"/>
                  </a:lnTo>
                  <a:lnTo>
                    <a:pt x="1001981" y="5122105"/>
                  </a:lnTo>
                  <a:lnTo>
                    <a:pt x="1002127" y="5122105"/>
                  </a:lnTo>
                  <a:lnTo>
                    <a:pt x="1002272" y="5122105"/>
                  </a:lnTo>
                  <a:lnTo>
                    <a:pt x="1002272" y="5121481"/>
                  </a:lnTo>
                  <a:lnTo>
                    <a:pt x="1002417" y="5121481"/>
                  </a:lnTo>
                  <a:lnTo>
                    <a:pt x="1002563" y="5121481"/>
                  </a:lnTo>
                  <a:lnTo>
                    <a:pt x="1002708" y="5121481"/>
                  </a:lnTo>
                  <a:lnTo>
                    <a:pt x="1002708" y="5120858"/>
                  </a:lnTo>
                  <a:lnTo>
                    <a:pt x="1002854" y="5120858"/>
                  </a:lnTo>
                  <a:lnTo>
                    <a:pt x="1002999" y="5120858"/>
                  </a:lnTo>
                  <a:lnTo>
                    <a:pt x="1003145" y="5120858"/>
                  </a:lnTo>
                  <a:lnTo>
                    <a:pt x="1003145" y="5120234"/>
                  </a:lnTo>
                  <a:lnTo>
                    <a:pt x="1003290" y="5120234"/>
                  </a:lnTo>
                  <a:lnTo>
                    <a:pt x="1003435" y="5120234"/>
                  </a:lnTo>
                  <a:lnTo>
                    <a:pt x="1003581" y="5120234"/>
                  </a:lnTo>
                  <a:lnTo>
                    <a:pt x="1003581" y="5119610"/>
                  </a:lnTo>
                  <a:lnTo>
                    <a:pt x="1003726" y="5119610"/>
                  </a:lnTo>
                  <a:lnTo>
                    <a:pt x="1003872" y="5119610"/>
                  </a:lnTo>
                  <a:lnTo>
                    <a:pt x="1004017" y="5119610"/>
                  </a:lnTo>
                  <a:lnTo>
                    <a:pt x="1004163" y="5119610"/>
                  </a:lnTo>
                  <a:lnTo>
                    <a:pt x="1004163" y="5118987"/>
                  </a:lnTo>
                  <a:lnTo>
                    <a:pt x="1004163" y="5118363"/>
                  </a:lnTo>
                  <a:lnTo>
                    <a:pt x="1004308" y="5118363"/>
                  </a:lnTo>
                  <a:lnTo>
                    <a:pt x="1004453" y="5118363"/>
                  </a:lnTo>
                  <a:lnTo>
                    <a:pt x="1004599" y="5118363"/>
                  </a:lnTo>
                  <a:lnTo>
                    <a:pt x="1004744" y="5118363"/>
                  </a:lnTo>
                  <a:lnTo>
                    <a:pt x="1004890" y="5118363"/>
                  </a:lnTo>
                  <a:lnTo>
                    <a:pt x="1005035" y="5118363"/>
                  </a:lnTo>
                  <a:lnTo>
                    <a:pt x="1005181" y="5118363"/>
                  </a:lnTo>
                  <a:lnTo>
                    <a:pt x="1005326" y="5118363"/>
                  </a:lnTo>
                  <a:lnTo>
                    <a:pt x="1005471" y="5118363"/>
                  </a:lnTo>
                  <a:lnTo>
                    <a:pt x="1005617" y="5118363"/>
                  </a:lnTo>
                  <a:lnTo>
                    <a:pt x="1005762" y="5118363"/>
                  </a:lnTo>
                  <a:lnTo>
                    <a:pt x="1005762" y="5117740"/>
                  </a:lnTo>
                  <a:lnTo>
                    <a:pt x="1005908" y="5117740"/>
                  </a:lnTo>
                  <a:lnTo>
                    <a:pt x="1006053" y="5117740"/>
                  </a:lnTo>
                  <a:lnTo>
                    <a:pt x="1006198" y="5117740"/>
                  </a:lnTo>
                  <a:lnTo>
                    <a:pt x="1006344" y="5117740"/>
                  </a:lnTo>
                  <a:lnTo>
                    <a:pt x="1006489" y="5117740"/>
                  </a:lnTo>
                  <a:lnTo>
                    <a:pt x="1006635" y="5117740"/>
                  </a:lnTo>
                  <a:lnTo>
                    <a:pt x="1006780" y="5117740"/>
                  </a:lnTo>
                  <a:lnTo>
                    <a:pt x="1006926" y="5117740"/>
                  </a:lnTo>
                  <a:lnTo>
                    <a:pt x="1007071" y="5117740"/>
                  </a:lnTo>
                  <a:lnTo>
                    <a:pt x="1007216" y="5117740"/>
                  </a:lnTo>
                  <a:lnTo>
                    <a:pt x="1007362" y="5117740"/>
                  </a:lnTo>
                  <a:lnTo>
                    <a:pt x="1007507" y="5117740"/>
                  </a:lnTo>
                  <a:lnTo>
                    <a:pt x="1007653" y="5117740"/>
                  </a:lnTo>
                  <a:lnTo>
                    <a:pt x="1007798" y="5117740"/>
                  </a:lnTo>
                  <a:lnTo>
                    <a:pt x="1007944" y="5117740"/>
                  </a:lnTo>
                  <a:lnTo>
                    <a:pt x="1008089" y="5117740"/>
                  </a:lnTo>
                  <a:lnTo>
                    <a:pt x="1008234" y="5117740"/>
                  </a:lnTo>
                  <a:lnTo>
                    <a:pt x="1008380" y="5117740"/>
                  </a:lnTo>
                  <a:lnTo>
                    <a:pt x="1008525" y="5117740"/>
                  </a:lnTo>
                  <a:lnTo>
                    <a:pt x="1008671" y="5117740"/>
                  </a:lnTo>
                  <a:lnTo>
                    <a:pt x="1008816" y="5117740"/>
                  </a:lnTo>
                  <a:lnTo>
                    <a:pt x="1008962" y="5117740"/>
                  </a:lnTo>
                  <a:lnTo>
                    <a:pt x="1009107" y="5117740"/>
                  </a:lnTo>
                  <a:lnTo>
                    <a:pt x="1009252" y="5117740"/>
                  </a:lnTo>
                  <a:lnTo>
                    <a:pt x="1009398" y="5117740"/>
                  </a:lnTo>
                  <a:lnTo>
                    <a:pt x="1009543" y="5117740"/>
                  </a:lnTo>
                  <a:lnTo>
                    <a:pt x="1009689" y="5117740"/>
                  </a:lnTo>
                  <a:lnTo>
                    <a:pt x="1009834" y="5117740"/>
                  </a:lnTo>
                  <a:lnTo>
                    <a:pt x="1009834" y="5117116"/>
                  </a:lnTo>
                  <a:lnTo>
                    <a:pt x="1009980" y="5117116"/>
                  </a:lnTo>
                  <a:lnTo>
                    <a:pt x="1010125" y="5117116"/>
                  </a:lnTo>
                  <a:lnTo>
                    <a:pt x="1010270" y="5117116"/>
                  </a:lnTo>
                  <a:lnTo>
                    <a:pt x="1010416" y="5117116"/>
                  </a:lnTo>
                  <a:lnTo>
                    <a:pt x="1010561" y="5117116"/>
                  </a:lnTo>
                  <a:lnTo>
                    <a:pt x="1010561" y="5116492"/>
                  </a:lnTo>
                  <a:lnTo>
                    <a:pt x="1010707" y="5116492"/>
                  </a:lnTo>
                  <a:lnTo>
                    <a:pt x="1010852" y="5116492"/>
                  </a:lnTo>
                  <a:lnTo>
                    <a:pt x="1010998" y="5116492"/>
                  </a:lnTo>
                  <a:lnTo>
                    <a:pt x="1011143" y="5116492"/>
                  </a:lnTo>
                  <a:lnTo>
                    <a:pt x="1011288" y="5116492"/>
                  </a:lnTo>
                  <a:lnTo>
                    <a:pt x="1011434" y="5116492"/>
                  </a:lnTo>
                  <a:lnTo>
                    <a:pt x="1011579" y="5116492"/>
                  </a:lnTo>
                  <a:lnTo>
                    <a:pt x="1011725" y="5116492"/>
                  </a:lnTo>
                  <a:lnTo>
                    <a:pt x="1011870" y="5116492"/>
                  </a:lnTo>
                  <a:lnTo>
                    <a:pt x="1012016" y="5116492"/>
                  </a:lnTo>
                  <a:lnTo>
                    <a:pt x="1012016" y="5115869"/>
                  </a:lnTo>
                  <a:lnTo>
                    <a:pt x="1012016" y="5115245"/>
                  </a:lnTo>
                  <a:lnTo>
                    <a:pt x="1012016" y="5114622"/>
                  </a:lnTo>
                  <a:lnTo>
                    <a:pt x="1012161" y="5114622"/>
                  </a:lnTo>
                  <a:lnTo>
                    <a:pt x="1012306" y="5114622"/>
                  </a:lnTo>
                  <a:lnTo>
                    <a:pt x="1012452" y="5114622"/>
                  </a:lnTo>
                  <a:lnTo>
                    <a:pt x="1012597" y="5114622"/>
                  </a:lnTo>
                  <a:lnTo>
                    <a:pt x="1012597" y="5113998"/>
                  </a:lnTo>
                  <a:lnTo>
                    <a:pt x="1012743" y="5113998"/>
                  </a:lnTo>
                  <a:lnTo>
                    <a:pt x="1012888" y="5113998"/>
                  </a:lnTo>
                  <a:lnTo>
                    <a:pt x="1013033" y="5113998"/>
                  </a:lnTo>
                  <a:lnTo>
                    <a:pt x="1013033" y="5113375"/>
                  </a:lnTo>
                  <a:lnTo>
                    <a:pt x="1013179" y="5113375"/>
                  </a:lnTo>
                  <a:lnTo>
                    <a:pt x="1013324" y="5113375"/>
                  </a:lnTo>
                  <a:lnTo>
                    <a:pt x="1013470" y="5113375"/>
                  </a:lnTo>
                  <a:lnTo>
                    <a:pt x="1013615" y="5113375"/>
                  </a:lnTo>
                  <a:lnTo>
                    <a:pt x="1013761" y="5113375"/>
                  </a:lnTo>
                  <a:lnTo>
                    <a:pt x="1013906" y="5113375"/>
                  </a:lnTo>
                  <a:lnTo>
                    <a:pt x="1014051" y="5113375"/>
                  </a:lnTo>
                  <a:lnTo>
                    <a:pt x="1014197" y="5113375"/>
                  </a:lnTo>
                  <a:lnTo>
                    <a:pt x="1014342" y="5113375"/>
                  </a:lnTo>
                  <a:lnTo>
                    <a:pt x="1014488" y="5113375"/>
                  </a:lnTo>
                  <a:lnTo>
                    <a:pt x="1014633" y="5113375"/>
                  </a:lnTo>
                  <a:lnTo>
                    <a:pt x="1014779" y="5113375"/>
                  </a:lnTo>
                  <a:lnTo>
                    <a:pt x="1014779" y="5112751"/>
                  </a:lnTo>
                  <a:lnTo>
                    <a:pt x="1014924" y="5112751"/>
                  </a:lnTo>
                  <a:lnTo>
                    <a:pt x="1015069" y="5112751"/>
                  </a:lnTo>
                  <a:lnTo>
                    <a:pt x="1015215" y="5112751"/>
                  </a:lnTo>
                  <a:lnTo>
                    <a:pt x="1015360" y="5112751"/>
                  </a:lnTo>
                  <a:lnTo>
                    <a:pt x="1015506" y="5112751"/>
                  </a:lnTo>
                  <a:lnTo>
                    <a:pt x="1015651" y="5112751"/>
                  </a:lnTo>
                  <a:lnTo>
                    <a:pt x="1015651" y="5112127"/>
                  </a:lnTo>
                  <a:lnTo>
                    <a:pt x="1015651" y="5111504"/>
                  </a:lnTo>
                  <a:lnTo>
                    <a:pt x="1015651" y="5110880"/>
                  </a:lnTo>
                  <a:lnTo>
                    <a:pt x="1015797" y="5110880"/>
                  </a:lnTo>
                  <a:lnTo>
                    <a:pt x="1015942" y="5110880"/>
                  </a:lnTo>
                  <a:lnTo>
                    <a:pt x="1015942" y="5110257"/>
                  </a:lnTo>
                  <a:lnTo>
                    <a:pt x="1016087" y="5110257"/>
                  </a:lnTo>
                  <a:lnTo>
                    <a:pt x="1016233" y="5110257"/>
                  </a:lnTo>
                  <a:lnTo>
                    <a:pt x="1016378" y="5110257"/>
                  </a:lnTo>
                  <a:lnTo>
                    <a:pt x="1016524" y="5110257"/>
                  </a:lnTo>
                  <a:lnTo>
                    <a:pt x="1016669" y="5110257"/>
                  </a:lnTo>
                  <a:lnTo>
                    <a:pt x="1016669" y="5109633"/>
                  </a:lnTo>
                  <a:lnTo>
                    <a:pt x="1016669" y="5109009"/>
                  </a:lnTo>
                  <a:lnTo>
                    <a:pt x="1016815" y="5109009"/>
                  </a:lnTo>
                  <a:lnTo>
                    <a:pt x="1016960" y="5109009"/>
                  </a:lnTo>
                  <a:lnTo>
                    <a:pt x="1017105" y="5109009"/>
                  </a:lnTo>
                  <a:lnTo>
                    <a:pt x="1017251" y="5109009"/>
                  </a:lnTo>
                  <a:lnTo>
                    <a:pt x="1017396" y="5109009"/>
                  </a:lnTo>
                  <a:lnTo>
                    <a:pt x="1017396" y="5108386"/>
                  </a:lnTo>
                  <a:lnTo>
                    <a:pt x="1017542" y="5108386"/>
                  </a:lnTo>
                  <a:lnTo>
                    <a:pt x="1017687" y="5108386"/>
                  </a:lnTo>
                  <a:lnTo>
                    <a:pt x="1017833" y="5108386"/>
                  </a:lnTo>
                  <a:lnTo>
                    <a:pt x="1017978" y="5108386"/>
                  </a:lnTo>
                  <a:lnTo>
                    <a:pt x="1018123" y="5108386"/>
                  </a:lnTo>
                  <a:lnTo>
                    <a:pt x="1018269" y="5108386"/>
                  </a:lnTo>
                  <a:lnTo>
                    <a:pt x="1018414" y="5108386"/>
                  </a:lnTo>
                  <a:lnTo>
                    <a:pt x="1018560" y="5108386"/>
                  </a:lnTo>
                  <a:lnTo>
                    <a:pt x="1018560" y="5107762"/>
                  </a:lnTo>
                  <a:lnTo>
                    <a:pt x="1018705" y="5107762"/>
                  </a:lnTo>
                  <a:lnTo>
                    <a:pt x="1018851" y="5107762"/>
                  </a:lnTo>
                  <a:lnTo>
                    <a:pt x="1018996" y="5107762"/>
                  </a:lnTo>
                  <a:lnTo>
                    <a:pt x="1018996" y="5107139"/>
                  </a:lnTo>
                  <a:lnTo>
                    <a:pt x="1019141" y="5107139"/>
                  </a:lnTo>
                  <a:lnTo>
                    <a:pt x="1019287" y="5107139"/>
                  </a:lnTo>
                  <a:lnTo>
                    <a:pt x="1019432" y="5107139"/>
                  </a:lnTo>
                  <a:lnTo>
                    <a:pt x="1019578" y="5107139"/>
                  </a:lnTo>
                  <a:lnTo>
                    <a:pt x="1019723" y="5107139"/>
                  </a:lnTo>
                  <a:lnTo>
                    <a:pt x="1019868" y="5107139"/>
                  </a:lnTo>
                  <a:lnTo>
                    <a:pt x="1020014" y="5107139"/>
                  </a:lnTo>
                  <a:lnTo>
                    <a:pt x="1020159" y="5107139"/>
                  </a:lnTo>
                  <a:lnTo>
                    <a:pt x="1020305" y="5107139"/>
                  </a:lnTo>
                  <a:lnTo>
                    <a:pt x="1020305" y="5106515"/>
                  </a:lnTo>
                  <a:lnTo>
                    <a:pt x="1020305" y="5105892"/>
                  </a:lnTo>
                  <a:lnTo>
                    <a:pt x="1020450" y="5105892"/>
                  </a:lnTo>
                  <a:lnTo>
                    <a:pt x="1020596" y="5105892"/>
                  </a:lnTo>
                  <a:lnTo>
                    <a:pt x="1020741" y="5105892"/>
                  </a:lnTo>
                  <a:lnTo>
                    <a:pt x="1020886" y="5105892"/>
                  </a:lnTo>
                  <a:lnTo>
                    <a:pt x="1021032" y="5105892"/>
                  </a:lnTo>
                  <a:lnTo>
                    <a:pt x="1021177" y="5105892"/>
                  </a:lnTo>
                  <a:lnTo>
                    <a:pt x="1021323" y="5105892"/>
                  </a:lnTo>
                  <a:lnTo>
                    <a:pt x="1021468" y="5105892"/>
                  </a:lnTo>
                  <a:lnTo>
                    <a:pt x="1021468" y="5105268"/>
                  </a:lnTo>
                  <a:lnTo>
                    <a:pt x="1021614" y="5105268"/>
                  </a:lnTo>
                  <a:lnTo>
                    <a:pt x="1021614" y="5104644"/>
                  </a:lnTo>
                  <a:lnTo>
                    <a:pt x="1021759" y="5104644"/>
                  </a:lnTo>
                  <a:lnTo>
                    <a:pt x="1021904" y="5104644"/>
                  </a:lnTo>
                  <a:lnTo>
                    <a:pt x="1021904" y="5104021"/>
                  </a:lnTo>
                  <a:lnTo>
                    <a:pt x="1022050" y="5104021"/>
                  </a:lnTo>
                  <a:lnTo>
                    <a:pt x="1022195" y="5104021"/>
                  </a:lnTo>
                  <a:lnTo>
                    <a:pt x="1022341" y="5104021"/>
                  </a:lnTo>
                  <a:lnTo>
                    <a:pt x="1022341" y="5103397"/>
                  </a:lnTo>
                  <a:lnTo>
                    <a:pt x="1022486" y="5103397"/>
                  </a:lnTo>
                  <a:lnTo>
                    <a:pt x="1022486" y="5102774"/>
                  </a:lnTo>
                  <a:lnTo>
                    <a:pt x="1022632" y="5102774"/>
                  </a:lnTo>
                  <a:lnTo>
                    <a:pt x="1022777" y="5102774"/>
                  </a:lnTo>
                  <a:lnTo>
                    <a:pt x="1022922" y="5102774"/>
                  </a:lnTo>
                  <a:lnTo>
                    <a:pt x="1022922" y="5102150"/>
                  </a:lnTo>
                  <a:lnTo>
                    <a:pt x="1023068" y="5102150"/>
                  </a:lnTo>
                  <a:lnTo>
                    <a:pt x="1023213" y="5102150"/>
                  </a:lnTo>
                  <a:lnTo>
                    <a:pt x="1023359" y="5102150"/>
                  </a:lnTo>
                  <a:lnTo>
                    <a:pt x="1023504" y="5102150"/>
                  </a:lnTo>
                  <a:lnTo>
                    <a:pt x="1023650" y="5102150"/>
                  </a:lnTo>
                  <a:lnTo>
                    <a:pt x="1023795" y="5102150"/>
                  </a:lnTo>
                  <a:lnTo>
                    <a:pt x="1023940" y="5102150"/>
                  </a:lnTo>
                  <a:lnTo>
                    <a:pt x="1023940" y="5101526"/>
                  </a:lnTo>
                  <a:lnTo>
                    <a:pt x="1024086" y="5101526"/>
                  </a:lnTo>
                  <a:lnTo>
                    <a:pt x="1024231" y="5101526"/>
                  </a:lnTo>
                  <a:lnTo>
                    <a:pt x="1024377" y="5101526"/>
                  </a:lnTo>
                  <a:lnTo>
                    <a:pt x="1024377" y="5100903"/>
                  </a:lnTo>
                  <a:lnTo>
                    <a:pt x="1024522" y="5100903"/>
                  </a:lnTo>
                  <a:lnTo>
                    <a:pt x="1024668" y="5100903"/>
                  </a:lnTo>
                  <a:lnTo>
                    <a:pt x="1024813" y="5100903"/>
                  </a:lnTo>
                  <a:lnTo>
                    <a:pt x="1024958" y="5100903"/>
                  </a:lnTo>
                  <a:lnTo>
                    <a:pt x="1025104" y="5100903"/>
                  </a:lnTo>
                  <a:lnTo>
                    <a:pt x="1025104" y="5100279"/>
                  </a:lnTo>
                  <a:lnTo>
                    <a:pt x="1025249" y="5100279"/>
                  </a:lnTo>
                  <a:lnTo>
                    <a:pt x="1025395" y="5100279"/>
                  </a:lnTo>
                  <a:lnTo>
                    <a:pt x="1025395" y="5099656"/>
                  </a:lnTo>
                  <a:lnTo>
                    <a:pt x="1025395" y="5099032"/>
                  </a:lnTo>
                  <a:lnTo>
                    <a:pt x="1025395" y="5098409"/>
                  </a:lnTo>
                  <a:lnTo>
                    <a:pt x="1025540" y="5098409"/>
                  </a:lnTo>
                  <a:lnTo>
                    <a:pt x="1025686" y="5098409"/>
                  </a:lnTo>
                  <a:lnTo>
                    <a:pt x="1025831" y="5098409"/>
                  </a:lnTo>
                  <a:lnTo>
                    <a:pt x="1025976" y="5098409"/>
                  </a:lnTo>
                  <a:lnTo>
                    <a:pt x="1025976" y="5097785"/>
                  </a:lnTo>
                  <a:lnTo>
                    <a:pt x="1026122" y="5097785"/>
                  </a:lnTo>
                  <a:lnTo>
                    <a:pt x="1026267" y="5097785"/>
                  </a:lnTo>
                  <a:lnTo>
                    <a:pt x="1026413" y="5097785"/>
                  </a:lnTo>
                  <a:lnTo>
                    <a:pt x="1026558" y="5097785"/>
                  </a:lnTo>
                  <a:lnTo>
                    <a:pt x="1026703" y="5097785"/>
                  </a:lnTo>
                  <a:lnTo>
                    <a:pt x="1026849" y="5097785"/>
                  </a:lnTo>
                  <a:lnTo>
                    <a:pt x="1026994" y="5097785"/>
                  </a:lnTo>
                  <a:lnTo>
                    <a:pt x="1027140" y="5097785"/>
                  </a:lnTo>
                  <a:lnTo>
                    <a:pt x="1027140" y="5097161"/>
                  </a:lnTo>
                  <a:lnTo>
                    <a:pt x="1027285" y="5097161"/>
                  </a:lnTo>
                  <a:lnTo>
                    <a:pt x="1027431" y="5097161"/>
                  </a:lnTo>
                  <a:lnTo>
                    <a:pt x="1027576" y="5097161"/>
                  </a:lnTo>
                  <a:lnTo>
                    <a:pt x="1027721" y="5097161"/>
                  </a:lnTo>
                  <a:lnTo>
                    <a:pt x="1027867" y="5097161"/>
                  </a:lnTo>
                  <a:lnTo>
                    <a:pt x="1028012" y="5097161"/>
                  </a:lnTo>
                  <a:lnTo>
                    <a:pt x="1028012" y="5096538"/>
                  </a:lnTo>
                  <a:lnTo>
                    <a:pt x="1028158" y="5096538"/>
                  </a:lnTo>
                  <a:lnTo>
                    <a:pt x="1028158" y="5095914"/>
                  </a:lnTo>
                  <a:lnTo>
                    <a:pt x="1028158" y="5095291"/>
                  </a:lnTo>
                  <a:lnTo>
                    <a:pt x="1028303" y="5095291"/>
                  </a:lnTo>
                  <a:lnTo>
                    <a:pt x="1028449" y="5095291"/>
                  </a:lnTo>
                  <a:lnTo>
                    <a:pt x="1028594" y="5095291"/>
                  </a:lnTo>
                  <a:lnTo>
                    <a:pt x="1028594" y="5094667"/>
                  </a:lnTo>
                  <a:lnTo>
                    <a:pt x="1028594" y="5094043"/>
                  </a:lnTo>
                  <a:lnTo>
                    <a:pt x="1028739" y="5094043"/>
                  </a:lnTo>
                  <a:lnTo>
                    <a:pt x="1028885" y="5094043"/>
                  </a:lnTo>
                  <a:lnTo>
                    <a:pt x="1029030" y="5094043"/>
                  </a:lnTo>
                  <a:lnTo>
                    <a:pt x="1029176" y="5094043"/>
                  </a:lnTo>
                  <a:lnTo>
                    <a:pt x="1029176" y="5093420"/>
                  </a:lnTo>
                  <a:lnTo>
                    <a:pt x="1029321" y="5093420"/>
                  </a:lnTo>
                  <a:lnTo>
                    <a:pt x="1029467" y="5093420"/>
                  </a:lnTo>
                  <a:lnTo>
                    <a:pt x="1029612" y="5093420"/>
                  </a:lnTo>
                  <a:lnTo>
                    <a:pt x="1029612" y="5092796"/>
                  </a:lnTo>
                  <a:lnTo>
                    <a:pt x="1029757" y="5092796"/>
                  </a:lnTo>
                  <a:lnTo>
                    <a:pt x="1029903" y="5092796"/>
                  </a:lnTo>
                  <a:lnTo>
                    <a:pt x="1030048" y="5092796"/>
                  </a:lnTo>
                  <a:lnTo>
                    <a:pt x="1030194" y="5092796"/>
                  </a:lnTo>
                  <a:lnTo>
                    <a:pt x="1030339" y="5092796"/>
                  </a:lnTo>
                  <a:lnTo>
                    <a:pt x="1030485" y="5092796"/>
                  </a:lnTo>
                  <a:lnTo>
                    <a:pt x="1030630" y="5092796"/>
                  </a:lnTo>
                  <a:lnTo>
                    <a:pt x="1030775" y="5092796"/>
                  </a:lnTo>
                  <a:lnTo>
                    <a:pt x="1030921" y="5092796"/>
                  </a:lnTo>
                  <a:lnTo>
                    <a:pt x="1031066" y="5092796"/>
                  </a:lnTo>
                  <a:lnTo>
                    <a:pt x="1031212" y="5092796"/>
                  </a:lnTo>
                  <a:lnTo>
                    <a:pt x="1031357" y="5092796"/>
                  </a:lnTo>
                  <a:lnTo>
                    <a:pt x="1031357" y="5092173"/>
                  </a:lnTo>
                  <a:lnTo>
                    <a:pt x="1031503" y="5092173"/>
                  </a:lnTo>
                  <a:lnTo>
                    <a:pt x="1031648" y="5092173"/>
                  </a:lnTo>
                  <a:lnTo>
                    <a:pt x="1031793" y="5092173"/>
                  </a:lnTo>
                  <a:lnTo>
                    <a:pt x="1031939" y="5092173"/>
                  </a:lnTo>
                  <a:lnTo>
                    <a:pt x="1031939" y="5091549"/>
                  </a:lnTo>
                  <a:lnTo>
                    <a:pt x="1032084" y="5091549"/>
                  </a:lnTo>
                  <a:lnTo>
                    <a:pt x="1032230" y="5091549"/>
                  </a:lnTo>
                  <a:lnTo>
                    <a:pt x="1032375" y="5091549"/>
                  </a:lnTo>
                  <a:lnTo>
                    <a:pt x="1032521" y="5091549"/>
                  </a:lnTo>
                  <a:lnTo>
                    <a:pt x="1032666" y="5091549"/>
                  </a:lnTo>
                  <a:lnTo>
                    <a:pt x="1032666" y="5090926"/>
                  </a:lnTo>
                  <a:lnTo>
                    <a:pt x="1032811" y="5090926"/>
                  </a:lnTo>
                  <a:lnTo>
                    <a:pt x="1032957" y="5090926"/>
                  </a:lnTo>
                  <a:lnTo>
                    <a:pt x="1033102" y="5090926"/>
                  </a:lnTo>
                  <a:lnTo>
                    <a:pt x="1033248" y="5090926"/>
                  </a:lnTo>
                  <a:lnTo>
                    <a:pt x="1033393" y="5090926"/>
                  </a:lnTo>
                  <a:lnTo>
                    <a:pt x="1033538" y="5090926"/>
                  </a:lnTo>
                  <a:lnTo>
                    <a:pt x="1033684" y="5090926"/>
                  </a:lnTo>
                  <a:lnTo>
                    <a:pt x="1033829" y="5090926"/>
                  </a:lnTo>
                  <a:lnTo>
                    <a:pt x="1033829" y="5090302"/>
                  </a:lnTo>
                  <a:lnTo>
                    <a:pt x="1033975" y="5090302"/>
                  </a:lnTo>
                  <a:lnTo>
                    <a:pt x="1034120" y="5090302"/>
                  </a:lnTo>
                  <a:lnTo>
                    <a:pt x="1034266" y="5090302"/>
                  </a:lnTo>
                  <a:lnTo>
                    <a:pt x="1034266" y="5089678"/>
                  </a:lnTo>
                  <a:lnTo>
                    <a:pt x="1034411" y="5089678"/>
                  </a:lnTo>
                  <a:lnTo>
                    <a:pt x="1034556" y="5089678"/>
                  </a:lnTo>
                  <a:lnTo>
                    <a:pt x="1034702" y="5089678"/>
                  </a:lnTo>
                  <a:lnTo>
                    <a:pt x="1034847" y="5089678"/>
                  </a:lnTo>
                  <a:lnTo>
                    <a:pt x="1034847" y="5089055"/>
                  </a:lnTo>
                  <a:lnTo>
                    <a:pt x="1034993" y="5089055"/>
                  </a:lnTo>
                  <a:lnTo>
                    <a:pt x="1035138" y="5089055"/>
                  </a:lnTo>
                  <a:lnTo>
                    <a:pt x="1035138" y="5088431"/>
                  </a:lnTo>
                  <a:lnTo>
                    <a:pt x="1035284" y="5088431"/>
                  </a:lnTo>
                  <a:lnTo>
                    <a:pt x="1035284" y="5087808"/>
                  </a:lnTo>
                  <a:lnTo>
                    <a:pt x="1035284" y="5087184"/>
                  </a:lnTo>
                  <a:lnTo>
                    <a:pt x="1035429" y="5087184"/>
                  </a:lnTo>
                  <a:lnTo>
                    <a:pt x="1035574" y="5087184"/>
                  </a:lnTo>
                  <a:lnTo>
                    <a:pt x="1035720" y="5087184"/>
                  </a:lnTo>
                  <a:lnTo>
                    <a:pt x="1035865" y="5087184"/>
                  </a:lnTo>
                  <a:lnTo>
                    <a:pt x="1036011" y="5087184"/>
                  </a:lnTo>
                  <a:lnTo>
                    <a:pt x="1036011" y="5086560"/>
                  </a:lnTo>
                  <a:lnTo>
                    <a:pt x="1036011" y="5085937"/>
                  </a:lnTo>
                  <a:lnTo>
                    <a:pt x="1036156" y="5085937"/>
                  </a:lnTo>
                  <a:lnTo>
                    <a:pt x="1036302" y="5085937"/>
                  </a:lnTo>
                  <a:lnTo>
                    <a:pt x="1036447" y="5085937"/>
                  </a:lnTo>
                  <a:lnTo>
                    <a:pt x="1036447" y="5085313"/>
                  </a:lnTo>
                  <a:lnTo>
                    <a:pt x="1036592" y="5085313"/>
                  </a:lnTo>
                  <a:lnTo>
                    <a:pt x="1036592" y="5084690"/>
                  </a:lnTo>
                  <a:lnTo>
                    <a:pt x="1036738" y="5084690"/>
                  </a:lnTo>
                  <a:lnTo>
                    <a:pt x="1036883" y="5084690"/>
                  </a:lnTo>
                  <a:lnTo>
                    <a:pt x="1036883" y="5084066"/>
                  </a:lnTo>
                  <a:lnTo>
                    <a:pt x="1037029" y="5084066"/>
                  </a:lnTo>
                  <a:lnTo>
                    <a:pt x="1037174" y="5084066"/>
                  </a:lnTo>
                  <a:lnTo>
                    <a:pt x="1037320" y="5084066"/>
                  </a:lnTo>
                  <a:lnTo>
                    <a:pt x="1037465" y="5084066"/>
                  </a:lnTo>
                  <a:lnTo>
                    <a:pt x="1037465" y="5083443"/>
                  </a:lnTo>
                  <a:lnTo>
                    <a:pt x="1037610" y="5083443"/>
                  </a:lnTo>
                  <a:lnTo>
                    <a:pt x="1037756" y="5083443"/>
                  </a:lnTo>
                  <a:lnTo>
                    <a:pt x="1037756" y="5082819"/>
                  </a:lnTo>
                  <a:lnTo>
                    <a:pt x="1037901" y="5082819"/>
                  </a:lnTo>
                  <a:lnTo>
                    <a:pt x="1038047" y="5082819"/>
                  </a:lnTo>
                  <a:lnTo>
                    <a:pt x="1038192" y="5082819"/>
                  </a:lnTo>
                  <a:lnTo>
                    <a:pt x="1038338" y="5082819"/>
                  </a:lnTo>
                  <a:lnTo>
                    <a:pt x="1038338" y="5082195"/>
                  </a:lnTo>
                  <a:lnTo>
                    <a:pt x="1038483" y="5082195"/>
                  </a:lnTo>
                  <a:lnTo>
                    <a:pt x="1038628" y="5082195"/>
                  </a:lnTo>
                  <a:lnTo>
                    <a:pt x="1038774" y="5082195"/>
                  </a:lnTo>
                  <a:lnTo>
                    <a:pt x="1038919" y="5082195"/>
                  </a:lnTo>
                  <a:lnTo>
                    <a:pt x="1039065" y="5082195"/>
                  </a:lnTo>
                  <a:lnTo>
                    <a:pt x="1039210" y="5082195"/>
                  </a:lnTo>
                  <a:lnTo>
                    <a:pt x="1039356" y="5082195"/>
                  </a:lnTo>
                  <a:lnTo>
                    <a:pt x="1039501" y="5082195"/>
                  </a:lnTo>
                  <a:lnTo>
                    <a:pt x="1039501" y="5081572"/>
                  </a:lnTo>
                  <a:lnTo>
                    <a:pt x="1039501" y="5080948"/>
                  </a:lnTo>
                  <a:lnTo>
                    <a:pt x="1039646" y="5080948"/>
                  </a:lnTo>
                  <a:lnTo>
                    <a:pt x="1039646" y="5080325"/>
                  </a:lnTo>
                  <a:lnTo>
                    <a:pt x="1039792" y="5080325"/>
                  </a:lnTo>
                  <a:lnTo>
                    <a:pt x="1039937" y="5080325"/>
                  </a:lnTo>
                  <a:lnTo>
                    <a:pt x="1040083" y="5080325"/>
                  </a:lnTo>
                  <a:lnTo>
                    <a:pt x="1040228" y="5080325"/>
                  </a:lnTo>
                  <a:lnTo>
                    <a:pt x="1040228" y="5079701"/>
                  </a:lnTo>
                  <a:lnTo>
                    <a:pt x="1040373" y="5079701"/>
                  </a:lnTo>
                  <a:lnTo>
                    <a:pt x="1040519" y="5079701"/>
                  </a:lnTo>
                  <a:lnTo>
                    <a:pt x="1040664" y="5079701"/>
                  </a:lnTo>
                  <a:lnTo>
                    <a:pt x="1040810" y="5079701"/>
                  </a:lnTo>
                  <a:lnTo>
                    <a:pt x="1040955" y="5079701"/>
                  </a:lnTo>
                  <a:lnTo>
                    <a:pt x="1041101" y="5079701"/>
                  </a:lnTo>
                  <a:lnTo>
                    <a:pt x="1041101" y="5079077"/>
                  </a:lnTo>
                  <a:lnTo>
                    <a:pt x="1041246" y="5079077"/>
                  </a:lnTo>
                  <a:lnTo>
                    <a:pt x="1041391" y="5079077"/>
                  </a:lnTo>
                  <a:lnTo>
                    <a:pt x="1041537" y="5079077"/>
                  </a:lnTo>
                  <a:lnTo>
                    <a:pt x="1041682" y="5079077"/>
                  </a:lnTo>
                  <a:lnTo>
                    <a:pt x="1041828" y="5079077"/>
                  </a:lnTo>
                  <a:lnTo>
                    <a:pt x="1041973" y="5079077"/>
                  </a:lnTo>
                  <a:lnTo>
                    <a:pt x="1042119" y="5079077"/>
                  </a:lnTo>
                  <a:lnTo>
                    <a:pt x="1042264" y="5079077"/>
                  </a:lnTo>
                  <a:lnTo>
                    <a:pt x="1042409" y="5079077"/>
                  </a:lnTo>
                  <a:lnTo>
                    <a:pt x="1042555" y="5079077"/>
                  </a:lnTo>
                  <a:lnTo>
                    <a:pt x="1042700" y="5079077"/>
                  </a:lnTo>
                  <a:lnTo>
                    <a:pt x="1042846" y="5079077"/>
                  </a:lnTo>
                  <a:lnTo>
                    <a:pt x="1042991" y="5079077"/>
                  </a:lnTo>
                  <a:lnTo>
                    <a:pt x="1043137" y="5079077"/>
                  </a:lnTo>
                  <a:lnTo>
                    <a:pt x="1043282" y="5079077"/>
                  </a:lnTo>
                  <a:lnTo>
                    <a:pt x="1043427" y="5079077"/>
                  </a:lnTo>
                  <a:lnTo>
                    <a:pt x="1043573" y="5079077"/>
                  </a:lnTo>
                  <a:lnTo>
                    <a:pt x="1043573" y="5078454"/>
                  </a:lnTo>
                  <a:lnTo>
                    <a:pt x="1043718" y="5078454"/>
                  </a:lnTo>
                  <a:lnTo>
                    <a:pt x="1043718" y="5077830"/>
                  </a:lnTo>
                  <a:lnTo>
                    <a:pt x="1043864" y="5077830"/>
                  </a:lnTo>
                  <a:lnTo>
                    <a:pt x="1043864" y="5077207"/>
                  </a:lnTo>
                  <a:lnTo>
                    <a:pt x="1044009" y="5077207"/>
                  </a:lnTo>
                  <a:lnTo>
                    <a:pt x="1044155" y="5077207"/>
                  </a:lnTo>
                  <a:lnTo>
                    <a:pt x="1044300" y="5077207"/>
                  </a:lnTo>
                  <a:lnTo>
                    <a:pt x="1044445" y="5077207"/>
                  </a:lnTo>
                  <a:lnTo>
                    <a:pt x="1044445" y="5076583"/>
                  </a:lnTo>
                  <a:lnTo>
                    <a:pt x="1044591" y="5076583"/>
                  </a:lnTo>
                  <a:lnTo>
                    <a:pt x="1044736" y="5076583"/>
                  </a:lnTo>
                  <a:lnTo>
                    <a:pt x="1044882" y="5076583"/>
                  </a:lnTo>
                  <a:lnTo>
                    <a:pt x="1045027" y="5076583"/>
                  </a:lnTo>
                  <a:lnTo>
                    <a:pt x="1045027" y="5075960"/>
                  </a:lnTo>
                  <a:lnTo>
                    <a:pt x="1045173" y="5075960"/>
                  </a:lnTo>
                  <a:lnTo>
                    <a:pt x="1045318" y="5075960"/>
                  </a:lnTo>
                  <a:lnTo>
                    <a:pt x="1045463" y="5075960"/>
                  </a:lnTo>
                  <a:lnTo>
                    <a:pt x="1045463" y="5075336"/>
                  </a:lnTo>
                  <a:lnTo>
                    <a:pt x="1045609" y="5075336"/>
                  </a:lnTo>
                  <a:lnTo>
                    <a:pt x="1045754" y="5075336"/>
                  </a:lnTo>
                  <a:lnTo>
                    <a:pt x="1045900" y="5075336"/>
                  </a:lnTo>
                  <a:lnTo>
                    <a:pt x="1045900" y="5074712"/>
                  </a:lnTo>
                  <a:lnTo>
                    <a:pt x="1046045" y="5074712"/>
                  </a:lnTo>
                  <a:lnTo>
                    <a:pt x="1046191" y="5074712"/>
                  </a:lnTo>
                  <a:lnTo>
                    <a:pt x="1046336" y="5074712"/>
                  </a:lnTo>
                  <a:lnTo>
                    <a:pt x="1046336" y="5074089"/>
                  </a:lnTo>
                  <a:lnTo>
                    <a:pt x="1046481" y="5074089"/>
                  </a:lnTo>
                  <a:lnTo>
                    <a:pt x="1046627" y="5074089"/>
                  </a:lnTo>
                  <a:lnTo>
                    <a:pt x="1046772" y="5074089"/>
                  </a:lnTo>
                  <a:lnTo>
                    <a:pt x="1046918" y="5074089"/>
                  </a:lnTo>
                  <a:lnTo>
                    <a:pt x="1047063" y="5074089"/>
                  </a:lnTo>
                  <a:lnTo>
                    <a:pt x="1047208" y="5074089"/>
                  </a:lnTo>
                  <a:lnTo>
                    <a:pt x="1047354" y="5074089"/>
                  </a:lnTo>
                  <a:lnTo>
                    <a:pt x="1047499" y="5074089"/>
                  </a:lnTo>
                  <a:lnTo>
                    <a:pt x="1047499" y="5073465"/>
                  </a:lnTo>
                  <a:lnTo>
                    <a:pt x="1047645" y="5073465"/>
                  </a:lnTo>
                  <a:lnTo>
                    <a:pt x="1047645" y="5072842"/>
                  </a:lnTo>
                  <a:lnTo>
                    <a:pt x="1047790" y="5072842"/>
                  </a:lnTo>
                  <a:lnTo>
                    <a:pt x="1047936" y="5072842"/>
                  </a:lnTo>
                  <a:lnTo>
                    <a:pt x="1047936" y="5072218"/>
                  </a:lnTo>
                  <a:lnTo>
                    <a:pt x="1048081" y="5072218"/>
                  </a:lnTo>
                  <a:lnTo>
                    <a:pt x="1048226" y="5072218"/>
                  </a:lnTo>
                  <a:lnTo>
                    <a:pt x="1048372" y="5072218"/>
                  </a:lnTo>
                  <a:lnTo>
                    <a:pt x="1048517" y="5072218"/>
                  </a:lnTo>
                  <a:lnTo>
                    <a:pt x="1048663" y="5072218"/>
                  </a:lnTo>
                  <a:lnTo>
                    <a:pt x="1048808" y="5072218"/>
                  </a:lnTo>
                  <a:lnTo>
                    <a:pt x="1048954" y="5072218"/>
                  </a:lnTo>
                  <a:lnTo>
                    <a:pt x="1049099" y="5072218"/>
                  </a:lnTo>
                  <a:lnTo>
                    <a:pt x="1049244" y="5072218"/>
                  </a:lnTo>
                  <a:lnTo>
                    <a:pt x="1049390" y="5072218"/>
                  </a:lnTo>
                  <a:lnTo>
                    <a:pt x="1049535" y="5072218"/>
                  </a:lnTo>
                  <a:lnTo>
                    <a:pt x="1049681" y="5072218"/>
                  </a:lnTo>
                  <a:lnTo>
                    <a:pt x="1049826" y="5072218"/>
                  </a:lnTo>
                  <a:lnTo>
                    <a:pt x="1049972" y="5072218"/>
                  </a:lnTo>
                  <a:lnTo>
                    <a:pt x="1049972" y="5071595"/>
                  </a:lnTo>
                  <a:lnTo>
                    <a:pt x="1050117" y="5071595"/>
                  </a:lnTo>
                  <a:lnTo>
                    <a:pt x="1050262" y="5071595"/>
                  </a:lnTo>
                  <a:lnTo>
                    <a:pt x="1050262" y="5070971"/>
                  </a:lnTo>
                  <a:lnTo>
                    <a:pt x="1050408" y="5070971"/>
                  </a:lnTo>
                  <a:lnTo>
                    <a:pt x="1050553" y="5070971"/>
                  </a:lnTo>
                  <a:lnTo>
                    <a:pt x="1050553" y="5070347"/>
                  </a:lnTo>
                  <a:lnTo>
                    <a:pt x="1050553" y="5069724"/>
                  </a:lnTo>
                  <a:lnTo>
                    <a:pt x="1050553" y="5069100"/>
                  </a:lnTo>
                  <a:lnTo>
                    <a:pt x="1050553" y="5068477"/>
                  </a:lnTo>
                  <a:lnTo>
                    <a:pt x="1050699" y="5068477"/>
                  </a:lnTo>
                  <a:lnTo>
                    <a:pt x="1050844" y="5068477"/>
                  </a:lnTo>
                  <a:lnTo>
                    <a:pt x="1050990" y="5068477"/>
                  </a:lnTo>
                  <a:lnTo>
                    <a:pt x="1050990" y="5067853"/>
                  </a:lnTo>
                  <a:lnTo>
                    <a:pt x="1051135" y="5067853"/>
                  </a:lnTo>
                  <a:lnTo>
                    <a:pt x="1051280" y="5067853"/>
                  </a:lnTo>
                  <a:lnTo>
                    <a:pt x="1051426" y="5067853"/>
                  </a:lnTo>
                  <a:lnTo>
                    <a:pt x="1051571" y="5067853"/>
                  </a:lnTo>
                  <a:lnTo>
                    <a:pt x="1051717" y="5067853"/>
                  </a:lnTo>
                  <a:lnTo>
                    <a:pt x="1051862" y="5067853"/>
                  </a:lnTo>
                  <a:lnTo>
                    <a:pt x="1052008" y="5067853"/>
                  </a:lnTo>
                  <a:lnTo>
                    <a:pt x="1052153" y="5067853"/>
                  </a:lnTo>
                  <a:lnTo>
                    <a:pt x="1052298" y="5067853"/>
                  </a:lnTo>
                  <a:lnTo>
                    <a:pt x="1052444" y="5067853"/>
                  </a:lnTo>
                  <a:lnTo>
                    <a:pt x="1052589" y="5067853"/>
                  </a:lnTo>
                  <a:lnTo>
                    <a:pt x="1052735" y="5067853"/>
                  </a:lnTo>
                  <a:lnTo>
                    <a:pt x="1052880" y="5067853"/>
                  </a:lnTo>
                  <a:lnTo>
                    <a:pt x="1053026" y="5067853"/>
                  </a:lnTo>
                  <a:lnTo>
                    <a:pt x="1053171" y="5067853"/>
                  </a:lnTo>
                  <a:lnTo>
                    <a:pt x="1053316" y="5067853"/>
                  </a:lnTo>
                  <a:lnTo>
                    <a:pt x="1053462" y="5067853"/>
                  </a:lnTo>
                  <a:lnTo>
                    <a:pt x="1053607" y="5067853"/>
                  </a:lnTo>
                  <a:lnTo>
                    <a:pt x="1053753" y="5067853"/>
                  </a:lnTo>
                  <a:lnTo>
                    <a:pt x="1053898" y="5067853"/>
                  </a:lnTo>
                  <a:lnTo>
                    <a:pt x="1054043" y="5067853"/>
                  </a:lnTo>
                  <a:lnTo>
                    <a:pt x="1054189" y="5067853"/>
                  </a:lnTo>
                  <a:lnTo>
                    <a:pt x="1054189" y="5067229"/>
                  </a:lnTo>
                  <a:lnTo>
                    <a:pt x="1054334" y="5067229"/>
                  </a:lnTo>
                  <a:lnTo>
                    <a:pt x="1054334" y="5066606"/>
                  </a:lnTo>
                  <a:lnTo>
                    <a:pt x="1054480" y="5066606"/>
                  </a:lnTo>
                  <a:lnTo>
                    <a:pt x="1054480" y="5065982"/>
                  </a:lnTo>
                  <a:lnTo>
                    <a:pt x="1054625" y="5065982"/>
                  </a:lnTo>
                  <a:lnTo>
                    <a:pt x="1054771" y="5065982"/>
                  </a:lnTo>
                  <a:lnTo>
                    <a:pt x="1054916" y="5065982"/>
                  </a:lnTo>
                  <a:lnTo>
                    <a:pt x="1054916" y="5065359"/>
                  </a:lnTo>
                  <a:lnTo>
                    <a:pt x="1054916" y="5064735"/>
                  </a:lnTo>
                  <a:lnTo>
                    <a:pt x="1055061" y="5064735"/>
                  </a:lnTo>
                  <a:lnTo>
                    <a:pt x="1055207" y="5064735"/>
                  </a:lnTo>
                  <a:lnTo>
                    <a:pt x="1055352" y="5064735"/>
                  </a:lnTo>
                  <a:lnTo>
                    <a:pt x="1055498" y="5064735"/>
                  </a:lnTo>
                  <a:lnTo>
                    <a:pt x="1055498" y="5064112"/>
                  </a:lnTo>
                  <a:lnTo>
                    <a:pt x="1055643" y="5064112"/>
                  </a:lnTo>
                  <a:lnTo>
                    <a:pt x="1055789" y="5064112"/>
                  </a:lnTo>
                  <a:lnTo>
                    <a:pt x="1055789" y="5063488"/>
                  </a:lnTo>
                  <a:lnTo>
                    <a:pt x="1055934" y="5063488"/>
                  </a:lnTo>
                  <a:lnTo>
                    <a:pt x="1056079" y="5063488"/>
                  </a:lnTo>
                  <a:lnTo>
                    <a:pt x="1056225" y="5063488"/>
                  </a:lnTo>
                  <a:lnTo>
                    <a:pt x="1056370" y="5063488"/>
                  </a:lnTo>
                  <a:lnTo>
                    <a:pt x="1056516" y="5063488"/>
                  </a:lnTo>
                  <a:lnTo>
                    <a:pt x="1056516" y="5062864"/>
                  </a:lnTo>
                  <a:lnTo>
                    <a:pt x="1056661" y="5062864"/>
                  </a:lnTo>
                  <a:lnTo>
                    <a:pt x="1056661" y="5062241"/>
                  </a:lnTo>
                  <a:lnTo>
                    <a:pt x="1056807" y="5062241"/>
                  </a:lnTo>
                  <a:lnTo>
                    <a:pt x="1056952" y="5062241"/>
                  </a:lnTo>
                  <a:lnTo>
                    <a:pt x="1057097" y="5062241"/>
                  </a:lnTo>
                  <a:lnTo>
                    <a:pt x="1057097" y="5061617"/>
                  </a:lnTo>
                  <a:lnTo>
                    <a:pt x="1057243" y="5061617"/>
                  </a:lnTo>
                  <a:lnTo>
                    <a:pt x="1057388" y="5061617"/>
                  </a:lnTo>
                  <a:lnTo>
                    <a:pt x="1057534" y="5061617"/>
                  </a:lnTo>
                  <a:lnTo>
                    <a:pt x="1057679" y="5061617"/>
                  </a:lnTo>
                  <a:lnTo>
                    <a:pt x="1057825" y="5061617"/>
                  </a:lnTo>
                  <a:lnTo>
                    <a:pt x="1057970" y="5061617"/>
                  </a:lnTo>
                  <a:lnTo>
                    <a:pt x="1058115" y="5061617"/>
                  </a:lnTo>
                  <a:lnTo>
                    <a:pt x="1058261" y="5061617"/>
                  </a:lnTo>
                  <a:lnTo>
                    <a:pt x="1058406" y="5061617"/>
                  </a:lnTo>
                  <a:lnTo>
                    <a:pt x="1058552" y="5061617"/>
                  </a:lnTo>
                  <a:lnTo>
                    <a:pt x="1058697" y="5061617"/>
                  </a:lnTo>
                  <a:lnTo>
                    <a:pt x="1058843" y="5061617"/>
                  </a:lnTo>
                  <a:lnTo>
                    <a:pt x="1058988" y="5061617"/>
                  </a:lnTo>
                  <a:lnTo>
                    <a:pt x="1059133" y="5061617"/>
                  </a:lnTo>
                  <a:lnTo>
                    <a:pt x="1059133" y="5060994"/>
                  </a:lnTo>
                  <a:lnTo>
                    <a:pt x="1059133" y="5060370"/>
                  </a:lnTo>
                  <a:lnTo>
                    <a:pt x="1059279" y="5060370"/>
                  </a:lnTo>
                  <a:lnTo>
                    <a:pt x="1059424" y="5060370"/>
                  </a:lnTo>
                  <a:lnTo>
                    <a:pt x="1059424" y="5059746"/>
                  </a:lnTo>
                  <a:lnTo>
                    <a:pt x="1059424" y="5059123"/>
                  </a:lnTo>
                  <a:lnTo>
                    <a:pt x="1059424" y="5058499"/>
                  </a:lnTo>
                  <a:lnTo>
                    <a:pt x="1059424" y="5057876"/>
                  </a:lnTo>
                  <a:lnTo>
                    <a:pt x="1059570" y="5057876"/>
                  </a:lnTo>
                  <a:lnTo>
                    <a:pt x="1059715" y="5057876"/>
                  </a:lnTo>
                  <a:lnTo>
                    <a:pt x="1059861" y="5057876"/>
                  </a:lnTo>
                  <a:lnTo>
                    <a:pt x="1060006" y="5057876"/>
                  </a:lnTo>
                  <a:lnTo>
                    <a:pt x="1060151" y="5057876"/>
                  </a:lnTo>
                  <a:lnTo>
                    <a:pt x="1060297" y="5057876"/>
                  </a:lnTo>
                  <a:lnTo>
                    <a:pt x="1060442" y="5057876"/>
                  </a:lnTo>
                  <a:lnTo>
                    <a:pt x="1060588" y="5057876"/>
                  </a:lnTo>
                  <a:lnTo>
                    <a:pt x="1060733" y="5057876"/>
                  </a:lnTo>
                  <a:lnTo>
                    <a:pt x="1060878" y="5057876"/>
                  </a:lnTo>
                  <a:lnTo>
                    <a:pt x="1061024" y="5057876"/>
                  </a:lnTo>
                  <a:lnTo>
                    <a:pt x="1061169" y="5057876"/>
                  </a:lnTo>
                  <a:lnTo>
                    <a:pt x="1061315" y="5057876"/>
                  </a:lnTo>
                  <a:lnTo>
                    <a:pt x="1061460" y="5057876"/>
                  </a:lnTo>
                  <a:lnTo>
                    <a:pt x="1061460" y="5057252"/>
                  </a:lnTo>
                  <a:lnTo>
                    <a:pt x="1061460" y="5056629"/>
                  </a:lnTo>
                  <a:lnTo>
                    <a:pt x="1061606" y="5056629"/>
                  </a:lnTo>
                  <a:lnTo>
                    <a:pt x="1061751" y="5056629"/>
                  </a:lnTo>
                  <a:lnTo>
                    <a:pt x="1061896" y="5056629"/>
                  </a:lnTo>
                  <a:lnTo>
                    <a:pt x="1062042" y="5056629"/>
                  </a:lnTo>
                  <a:lnTo>
                    <a:pt x="1062187" y="5056629"/>
                  </a:lnTo>
                  <a:lnTo>
                    <a:pt x="1062333" y="5056629"/>
                  </a:lnTo>
                  <a:lnTo>
                    <a:pt x="1062478" y="5056629"/>
                  </a:lnTo>
                  <a:lnTo>
                    <a:pt x="1062624" y="5056629"/>
                  </a:lnTo>
                  <a:lnTo>
                    <a:pt x="1062769" y="5056629"/>
                  </a:lnTo>
                  <a:lnTo>
                    <a:pt x="1062914" y="5056629"/>
                  </a:lnTo>
                  <a:lnTo>
                    <a:pt x="1063060" y="5056629"/>
                  </a:lnTo>
                  <a:lnTo>
                    <a:pt x="1063060" y="5056005"/>
                  </a:lnTo>
                  <a:lnTo>
                    <a:pt x="1063205" y="5056005"/>
                  </a:lnTo>
                  <a:lnTo>
                    <a:pt x="1063351" y="5056005"/>
                  </a:lnTo>
                  <a:lnTo>
                    <a:pt x="1063496" y="5056005"/>
                  </a:lnTo>
                  <a:lnTo>
                    <a:pt x="1063496" y="5055381"/>
                  </a:lnTo>
                  <a:lnTo>
                    <a:pt x="1063642" y="5055381"/>
                  </a:lnTo>
                  <a:lnTo>
                    <a:pt x="1063642" y="5054758"/>
                  </a:lnTo>
                  <a:lnTo>
                    <a:pt x="1063787" y="5054758"/>
                  </a:lnTo>
                  <a:lnTo>
                    <a:pt x="1063932" y="5054758"/>
                  </a:lnTo>
                  <a:lnTo>
                    <a:pt x="1064078" y="5054758"/>
                  </a:lnTo>
                  <a:lnTo>
                    <a:pt x="1064223" y="5054758"/>
                  </a:lnTo>
                  <a:lnTo>
                    <a:pt x="1064223" y="5054134"/>
                  </a:lnTo>
                  <a:lnTo>
                    <a:pt x="1064369" y="5054134"/>
                  </a:lnTo>
                  <a:lnTo>
                    <a:pt x="1064514" y="5054134"/>
                  </a:lnTo>
                  <a:lnTo>
                    <a:pt x="1064660" y="5054134"/>
                  </a:lnTo>
                  <a:lnTo>
                    <a:pt x="1064805" y="5054134"/>
                  </a:lnTo>
                  <a:lnTo>
                    <a:pt x="1064950" y="5054134"/>
                  </a:lnTo>
                  <a:lnTo>
                    <a:pt x="1064950" y="5053511"/>
                  </a:lnTo>
                  <a:lnTo>
                    <a:pt x="1065096" y="5053511"/>
                  </a:lnTo>
                  <a:lnTo>
                    <a:pt x="1065096" y="5052887"/>
                  </a:lnTo>
                  <a:lnTo>
                    <a:pt x="1065241" y="5052887"/>
                  </a:lnTo>
                  <a:lnTo>
                    <a:pt x="1065387" y="5052887"/>
                  </a:lnTo>
                  <a:lnTo>
                    <a:pt x="1065387" y="5052263"/>
                  </a:lnTo>
                  <a:lnTo>
                    <a:pt x="1065532" y="5052263"/>
                  </a:lnTo>
                  <a:lnTo>
                    <a:pt x="1065678" y="5052263"/>
                  </a:lnTo>
                  <a:lnTo>
                    <a:pt x="1065823" y="5052263"/>
                  </a:lnTo>
                  <a:lnTo>
                    <a:pt x="1065968" y="5052263"/>
                  </a:lnTo>
                  <a:lnTo>
                    <a:pt x="1066114" y="5052263"/>
                  </a:lnTo>
                  <a:lnTo>
                    <a:pt x="1066114" y="5051640"/>
                  </a:lnTo>
                  <a:lnTo>
                    <a:pt x="1066114" y="5051016"/>
                  </a:lnTo>
                  <a:lnTo>
                    <a:pt x="1066259" y="5051016"/>
                  </a:lnTo>
                  <a:lnTo>
                    <a:pt x="1066405" y="5051016"/>
                  </a:lnTo>
                  <a:lnTo>
                    <a:pt x="1066550" y="5051016"/>
                  </a:lnTo>
                  <a:lnTo>
                    <a:pt x="1066696" y="5051016"/>
                  </a:lnTo>
                  <a:lnTo>
                    <a:pt x="1066841" y="5051016"/>
                  </a:lnTo>
                  <a:lnTo>
                    <a:pt x="1066986" y="5051016"/>
                  </a:lnTo>
                  <a:lnTo>
                    <a:pt x="1067132" y="5051016"/>
                  </a:lnTo>
                  <a:lnTo>
                    <a:pt x="1067277" y="5051016"/>
                  </a:lnTo>
                  <a:lnTo>
                    <a:pt x="1067423" y="5051016"/>
                  </a:lnTo>
                  <a:lnTo>
                    <a:pt x="1067568" y="5051016"/>
                  </a:lnTo>
                  <a:lnTo>
                    <a:pt x="1067713" y="5051016"/>
                  </a:lnTo>
                  <a:lnTo>
                    <a:pt x="1067713" y="5050393"/>
                  </a:lnTo>
                  <a:lnTo>
                    <a:pt x="1067859" y="5050393"/>
                  </a:lnTo>
                  <a:lnTo>
                    <a:pt x="1068004" y="5050393"/>
                  </a:lnTo>
                  <a:lnTo>
                    <a:pt x="1068004" y="5049769"/>
                  </a:lnTo>
                  <a:lnTo>
                    <a:pt x="1068150" y="5049769"/>
                  </a:lnTo>
                  <a:lnTo>
                    <a:pt x="1068295" y="5049769"/>
                  </a:lnTo>
                  <a:lnTo>
                    <a:pt x="1068295" y="5049146"/>
                  </a:lnTo>
                  <a:lnTo>
                    <a:pt x="1068441" y="5049146"/>
                  </a:lnTo>
                  <a:lnTo>
                    <a:pt x="1068586" y="5049146"/>
                  </a:lnTo>
                  <a:lnTo>
                    <a:pt x="1068731" y="5049146"/>
                  </a:lnTo>
                  <a:lnTo>
                    <a:pt x="1068877" y="5049146"/>
                  </a:lnTo>
                  <a:lnTo>
                    <a:pt x="1069022" y="5049146"/>
                  </a:lnTo>
                  <a:lnTo>
                    <a:pt x="1069168" y="5049146"/>
                  </a:lnTo>
                  <a:lnTo>
                    <a:pt x="1069313" y="5049146"/>
                  </a:lnTo>
                  <a:lnTo>
                    <a:pt x="1069313" y="5048522"/>
                  </a:lnTo>
                  <a:lnTo>
                    <a:pt x="1069459" y="5048522"/>
                  </a:lnTo>
                  <a:lnTo>
                    <a:pt x="1069604" y="5048522"/>
                  </a:lnTo>
                  <a:lnTo>
                    <a:pt x="1069749" y="5048522"/>
                  </a:lnTo>
                  <a:lnTo>
                    <a:pt x="1069895" y="5048522"/>
                  </a:lnTo>
                  <a:lnTo>
                    <a:pt x="1070040" y="5048522"/>
                  </a:lnTo>
                  <a:lnTo>
                    <a:pt x="1070186" y="5048522"/>
                  </a:lnTo>
                  <a:lnTo>
                    <a:pt x="1070331" y="5048522"/>
                  </a:lnTo>
                  <a:lnTo>
                    <a:pt x="1070477" y="5048522"/>
                  </a:lnTo>
                  <a:lnTo>
                    <a:pt x="1070477" y="5047898"/>
                  </a:lnTo>
                  <a:lnTo>
                    <a:pt x="1070477" y="5047275"/>
                  </a:lnTo>
                  <a:lnTo>
                    <a:pt x="1070622" y="5047275"/>
                  </a:lnTo>
                  <a:lnTo>
                    <a:pt x="1070767" y="5047275"/>
                  </a:lnTo>
                  <a:lnTo>
                    <a:pt x="1070767" y="5046651"/>
                  </a:lnTo>
                  <a:lnTo>
                    <a:pt x="1070913" y="5046651"/>
                  </a:lnTo>
                  <a:lnTo>
                    <a:pt x="1071058" y="5046651"/>
                  </a:lnTo>
                  <a:lnTo>
                    <a:pt x="1071204" y="5046651"/>
                  </a:lnTo>
                  <a:lnTo>
                    <a:pt x="1071349" y="5046651"/>
                  </a:lnTo>
                  <a:lnTo>
                    <a:pt x="1071495" y="5046651"/>
                  </a:lnTo>
                  <a:lnTo>
                    <a:pt x="1071640" y="5046651"/>
                  </a:lnTo>
                  <a:lnTo>
                    <a:pt x="1071785" y="5046651"/>
                  </a:lnTo>
                  <a:lnTo>
                    <a:pt x="1071931" y="5046651"/>
                  </a:lnTo>
                  <a:lnTo>
                    <a:pt x="1072076" y="5046651"/>
                  </a:lnTo>
                  <a:lnTo>
                    <a:pt x="1072222" y="5046651"/>
                  </a:lnTo>
                  <a:lnTo>
                    <a:pt x="1072367" y="5046651"/>
                  </a:lnTo>
                  <a:lnTo>
                    <a:pt x="1072367" y="5046028"/>
                  </a:lnTo>
                  <a:lnTo>
                    <a:pt x="1072513" y="5046028"/>
                  </a:lnTo>
                  <a:lnTo>
                    <a:pt x="1072513" y="5045404"/>
                  </a:lnTo>
                  <a:lnTo>
                    <a:pt x="1072658" y="5045404"/>
                  </a:lnTo>
                  <a:lnTo>
                    <a:pt x="1072658" y="5044780"/>
                  </a:lnTo>
                  <a:lnTo>
                    <a:pt x="1072803" y="5044780"/>
                  </a:lnTo>
                  <a:lnTo>
                    <a:pt x="1072803" y="5044157"/>
                  </a:lnTo>
                  <a:lnTo>
                    <a:pt x="1072949" y="5044157"/>
                  </a:lnTo>
                  <a:lnTo>
                    <a:pt x="1073094" y="5044157"/>
                  </a:lnTo>
                  <a:lnTo>
                    <a:pt x="1073240" y="5044157"/>
                  </a:lnTo>
                  <a:lnTo>
                    <a:pt x="1073240" y="5043533"/>
                  </a:lnTo>
                  <a:lnTo>
                    <a:pt x="1073240" y="5042910"/>
                  </a:lnTo>
                  <a:lnTo>
                    <a:pt x="1073385" y="5042910"/>
                  </a:lnTo>
                  <a:lnTo>
                    <a:pt x="1073530" y="5042910"/>
                  </a:lnTo>
                  <a:lnTo>
                    <a:pt x="1073676" y="5042910"/>
                  </a:lnTo>
                  <a:lnTo>
                    <a:pt x="1073821" y="5042910"/>
                  </a:lnTo>
                  <a:lnTo>
                    <a:pt x="1073967" y="5042910"/>
                  </a:lnTo>
                  <a:lnTo>
                    <a:pt x="1074112" y="5042910"/>
                  </a:lnTo>
                  <a:lnTo>
                    <a:pt x="1074258" y="5042910"/>
                  </a:lnTo>
                  <a:lnTo>
                    <a:pt x="1074403" y="5042910"/>
                  </a:lnTo>
                  <a:lnTo>
                    <a:pt x="1074548" y="5042910"/>
                  </a:lnTo>
                  <a:lnTo>
                    <a:pt x="1074694" y="5042910"/>
                  </a:lnTo>
                  <a:lnTo>
                    <a:pt x="1074839" y="5042910"/>
                  </a:lnTo>
                  <a:lnTo>
                    <a:pt x="1074985" y="5042910"/>
                  </a:lnTo>
                  <a:lnTo>
                    <a:pt x="1075130" y="5042910"/>
                  </a:lnTo>
                  <a:lnTo>
                    <a:pt x="1075276" y="5042910"/>
                  </a:lnTo>
                  <a:lnTo>
                    <a:pt x="1075421" y="5042910"/>
                  </a:lnTo>
                  <a:lnTo>
                    <a:pt x="1075566" y="5042910"/>
                  </a:lnTo>
                  <a:lnTo>
                    <a:pt x="1075712" y="5042910"/>
                  </a:lnTo>
                  <a:lnTo>
                    <a:pt x="1075857" y="5042910"/>
                  </a:lnTo>
                  <a:lnTo>
                    <a:pt x="1076003" y="5042910"/>
                  </a:lnTo>
                  <a:lnTo>
                    <a:pt x="1076148" y="5042910"/>
                  </a:lnTo>
                  <a:lnTo>
                    <a:pt x="1076148" y="5042286"/>
                  </a:lnTo>
                  <a:lnTo>
                    <a:pt x="1076294" y="5042286"/>
                  </a:lnTo>
                  <a:lnTo>
                    <a:pt x="1076439" y="5042286"/>
                  </a:lnTo>
                  <a:lnTo>
                    <a:pt x="1076439" y="5041663"/>
                  </a:lnTo>
                  <a:lnTo>
                    <a:pt x="1076584" y="5041663"/>
                  </a:lnTo>
                  <a:lnTo>
                    <a:pt x="1076730" y="5041663"/>
                  </a:lnTo>
                  <a:lnTo>
                    <a:pt x="1076875" y="5041663"/>
                  </a:lnTo>
                  <a:lnTo>
                    <a:pt x="1077021" y="5041663"/>
                  </a:lnTo>
                  <a:lnTo>
                    <a:pt x="1077166" y="5041663"/>
                  </a:lnTo>
                  <a:lnTo>
                    <a:pt x="1077312" y="5041663"/>
                  </a:lnTo>
                  <a:lnTo>
                    <a:pt x="1077457" y="5041663"/>
                  </a:lnTo>
                  <a:lnTo>
                    <a:pt x="1077602" y="5041663"/>
                  </a:lnTo>
                  <a:lnTo>
                    <a:pt x="1077748" y="5041663"/>
                  </a:lnTo>
                  <a:lnTo>
                    <a:pt x="1077893" y="5041663"/>
                  </a:lnTo>
                  <a:lnTo>
                    <a:pt x="1077893" y="5041039"/>
                  </a:lnTo>
                  <a:lnTo>
                    <a:pt x="1077893" y="5040415"/>
                  </a:lnTo>
                  <a:lnTo>
                    <a:pt x="1078039" y="5040415"/>
                  </a:lnTo>
                  <a:lnTo>
                    <a:pt x="1078184" y="5040415"/>
                  </a:lnTo>
                  <a:lnTo>
                    <a:pt x="1078330" y="5040415"/>
                  </a:lnTo>
                  <a:lnTo>
                    <a:pt x="1078475" y="5040415"/>
                  </a:lnTo>
                  <a:lnTo>
                    <a:pt x="1078475" y="5039792"/>
                  </a:lnTo>
                  <a:lnTo>
                    <a:pt x="1078475" y="5039168"/>
                  </a:lnTo>
                  <a:lnTo>
                    <a:pt x="1078620" y="5039168"/>
                  </a:lnTo>
                  <a:lnTo>
                    <a:pt x="1078766" y="5039168"/>
                  </a:lnTo>
                  <a:lnTo>
                    <a:pt x="1078766" y="5038545"/>
                  </a:lnTo>
                  <a:lnTo>
                    <a:pt x="1078911" y="5038545"/>
                  </a:lnTo>
                  <a:lnTo>
                    <a:pt x="1079057" y="5038545"/>
                  </a:lnTo>
                  <a:lnTo>
                    <a:pt x="1079202" y="5038545"/>
                  </a:lnTo>
                  <a:lnTo>
                    <a:pt x="1079348" y="5038545"/>
                  </a:lnTo>
                  <a:lnTo>
                    <a:pt x="1079493" y="5038545"/>
                  </a:lnTo>
                  <a:lnTo>
                    <a:pt x="1079638" y="5038545"/>
                  </a:lnTo>
                  <a:lnTo>
                    <a:pt x="1079784" y="5038545"/>
                  </a:lnTo>
                  <a:lnTo>
                    <a:pt x="1079929" y="5038545"/>
                  </a:lnTo>
                  <a:lnTo>
                    <a:pt x="1080075" y="5038545"/>
                  </a:lnTo>
                  <a:lnTo>
                    <a:pt x="1080220" y="5038545"/>
                  </a:lnTo>
                  <a:lnTo>
                    <a:pt x="1080365" y="5038545"/>
                  </a:lnTo>
                  <a:lnTo>
                    <a:pt x="1080511" y="5038545"/>
                  </a:lnTo>
                  <a:lnTo>
                    <a:pt x="1080511" y="5037921"/>
                  </a:lnTo>
                  <a:lnTo>
                    <a:pt x="1080656" y="5037921"/>
                  </a:lnTo>
                  <a:lnTo>
                    <a:pt x="1080802" y="5037921"/>
                  </a:lnTo>
                  <a:lnTo>
                    <a:pt x="1080947" y="5037921"/>
                  </a:lnTo>
                  <a:lnTo>
                    <a:pt x="1081093" y="5037921"/>
                  </a:lnTo>
                  <a:lnTo>
                    <a:pt x="1081238" y="5037921"/>
                  </a:lnTo>
                  <a:lnTo>
                    <a:pt x="1081383" y="5037921"/>
                  </a:lnTo>
                  <a:lnTo>
                    <a:pt x="1081529" y="5037921"/>
                  </a:lnTo>
                  <a:lnTo>
                    <a:pt x="1081674" y="5037921"/>
                  </a:lnTo>
                  <a:lnTo>
                    <a:pt x="1081820" y="5037921"/>
                  </a:lnTo>
                  <a:lnTo>
                    <a:pt x="1081965" y="5037921"/>
                  </a:lnTo>
                  <a:lnTo>
                    <a:pt x="1082111" y="5037921"/>
                  </a:lnTo>
                  <a:lnTo>
                    <a:pt x="1082256" y="5037921"/>
                  </a:lnTo>
                  <a:lnTo>
                    <a:pt x="1082401" y="5037921"/>
                  </a:lnTo>
                  <a:lnTo>
                    <a:pt x="1082401" y="5037297"/>
                  </a:lnTo>
                  <a:lnTo>
                    <a:pt x="1082547" y="5037297"/>
                  </a:lnTo>
                  <a:lnTo>
                    <a:pt x="1082692" y="5037297"/>
                  </a:lnTo>
                  <a:lnTo>
                    <a:pt x="1082692" y="5036674"/>
                  </a:lnTo>
                  <a:lnTo>
                    <a:pt x="1082692" y="5036050"/>
                  </a:lnTo>
                  <a:lnTo>
                    <a:pt x="1082838" y="5036050"/>
                  </a:lnTo>
                  <a:lnTo>
                    <a:pt x="1082838" y="5035427"/>
                  </a:lnTo>
                  <a:lnTo>
                    <a:pt x="1082983" y="5035427"/>
                  </a:lnTo>
                  <a:lnTo>
                    <a:pt x="1083129" y="5035427"/>
                  </a:lnTo>
                  <a:lnTo>
                    <a:pt x="1083274" y="5035427"/>
                  </a:lnTo>
                  <a:lnTo>
                    <a:pt x="1083419" y="5035427"/>
                  </a:lnTo>
                  <a:lnTo>
                    <a:pt x="1083419" y="5034803"/>
                  </a:lnTo>
                  <a:lnTo>
                    <a:pt x="1083419" y="5034180"/>
                  </a:lnTo>
                  <a:lnTo>
                    <a:pt x="1083565" y="5034180"/>
                  </a:lnTo>
                  <a:lnTo>
                    <a:pt x="1083710" y="5034180"/>
                  </a:lnTo>
                  <a:lnTo>
                    <a:pt x="1083856" y="5034180"/>
                  </a:lnTo>
                  <a:lnTo>
                    <a:pt x="1084001" y="5034180"/>
                  </a:lnTo>
                  <a:lnTo>
                    <a:pt x="1084147" y="5034180"/>
                  </a:lnTo>
                  <a:lnTo>
                    <a:pt x="1084292" y="5034180"/>
                  </a:lnTo>
                  <a:lnTo>
                    <a:pt x="1084292" y="5033556"/>
                  </a:lnTo>
                  <a:lnTo>
                    <a:pt x="1084437" y="5033556"/>
                  </a:lnTo>
                  <a:lnTo>
                    <a:pt x="1084437" y="5032932"/>
                  </a:lnTo>
                  <a:lnTo>
                    <a:pt x="1084583" y="5032932"/>
                  </a:lnTo>
                  <a:lnTo>
                    <a:pt x="1084728" y="5032932"/>
                  </a:lnTo>
                  <a:lnTo>
                    <a:pt x="1084874" y="5032932"/>
                  </a:lnTo>
                  <a:lnTo>
                    <a:pt x="1085019" y="5032932"/>
                  </a:lnTo>
                  <a:lnTo>
                    <a:pt x="1085165" y="5032932"/>
                  </a:lnTo>
                  <a:lnTo>
                    <a:pt x="1085165" y="5032309"/>
                  </a:lnTo>
                  <a:lnTo>
                    <a:pt x="1085310" y="5032309"/>
                  </a:lnTo>
                  <a:lnTo>
                    <a:pt x="1085455" y="5032309"/>
                  </a:lnTo>
                  <a:lnTo>
                    <a:pt x="1085601" y="5032309"/>
                  </a:lnTo>
                  <a:lnTo>
                    <a:pt x="1085746" y="5032309"/>
                  </a:lnTo>
                  <a:lnTo>
                    <a:pt x="1085892" y="5032309"/>
                  </a:lnTo>
                  <a:lnTo>
                    <a:pt x="1086037" y="5032309"/>
                  </a:lnTo>
                  <a:lnTo>
                    <a:pt x="1086183" y="5032309"/>
                  </a:lnTo>
                  <a:lnTo>
                    <a:pt x="1086328" y="5032309"/>
                  </a:lnTo>
                  <a:lnTo>
                    <a:pt x="1086473" y="5032309"/>
                  </a:lnTo>
                  <a:lnTo>
                    <a:pt x="1086619" y="5032309"/>
                  </a:lnTo>
                  <a:lnTo>
                    <a:pt x="1086764" y="5032309"/>
                  </a:lnTo>
                  <a:lnTo>
                    <a:pt x="1086910" y="5032309"/>
                  </a:lnTo>
                  <a:lnTo>
                    <a:pt x="1087055" y="5032309"/>
                  </a:lnTo>
                  <a:lnTo>
                    <a:pt x="1087200" y="5032309"/>
                  </a:lnTo>
                  <a:lnTo>
                    <a:pt x="1087346" y="5032309"/>
                  </a:lnTo>
                  <a:lnTo>
                    <a:pt x="1087491" y="5032309"/>
                  </a:lnTo>
                  <a:lnTo>
                    <a:pt x="1087491" y="5031685"/>
                  </a:lnTo>
                  <a:lnTo>
                    <a:pt x="1087637" y="5031685"/>
                  </a:lnTo>
                  <a:lnTo>
                    <a:pt x="1087637" y="5031062"/>
                  </a:lnTo>
                  <a:lnTo>
                    <a:pt x="1087637" y="5030438"/>
                  </a:lnTo>
                  <a:lnTo>
                    <a:pt x="1087782" y="5030438"/>
                  </a:lnTo>
                  <a:lnTo>
                    <a:pt x="1087928" y="5030438"/>
                  </a:lnTo>
                  <a:lnTo>
                    <a:pt x="1088073" y="5030438"/>
                  </a:lnTo>
                  <a:lnTo>
                    <a:pt x="1088218" y="5030438"/>
                  </a:lnTo>
                  <a:lnTo>
                    <a:pt x="1088364" y="5030438"/>
                  </a:lnTo>
                  <a:lnTo>
                    <a:pt x="1088509" y="5030438"/>
                  </a:lnTo>
                  <a:lnTo>
                    <a:pt x="1088655" y="5030438"/>
                  </a:lnTo>
                  <a:lnTo>
                    <a:pt x="1088800" y="5030438"/>
                  </a:lnTo>
                  <a:lnTo>
                    <a:pt x="1088946" y="5030438"/>
                  </a:lnTo>
                  <a:lnTo>
                    <a:pt x="1089091" y="5030438"/>
                  </a:lnTo>
                  <a:lnTo>
                    <a:pt x="1089236" y="5030438"/>
                  </a:lnTo>
                  <a:lnTo>
                    <a:pt x="1089382" y="5030438"/>
                  </a:lnTo>
                  <a:lnTo>
                    <a:pt x="1089382" y="5029814"/>
                  </a:lnTo>
                  <a:lnTo>
                    <a:pt x="1089382" y="5029191"/>
                  </a:lnTo>
                  <a:lnTo>
                    <a:pt x="1089527" y="5029191"/>
                  </a:lnTo>
                  <a:lnTo>
                    <a:pt x="1089673" y="5029191"/>
                  </a:lnTo>
                  <a:lnTo>
                    <a:pt x="1089673" y="5028567"/>
                  </a:lnTo>
                  <a:lnTo>
                    <a:pt x="1089818" y="5028567"/>
                  </a:lnTo>
                  <a:lnTo>
                    <a:pt x="1089818" y="5027944"/>
                  </a:lnTo>
                  <a:lnTo>
                    <a:pt x="1089964" y="5027944"/>
                  </a:lnTo>
                  <a:lnTo>
                    <a:pt x="1090109" y="5027944"/>
                  </a:lnTo>
                  <a:lnTo>
                    <a:pt x="1090109" y="5027320"/>
                  </a:lnTo>
                  <a:lnTo>
                    <a:pt x="1090254" y="5027320"/>
                  </a:lnTo>
                  <a:lnTo>
                    <a:pt x="1090400" y="5027320"/>
                  </a:lnTo>
                  <a:lnTo>
                    <a:pt x="1090545" y="5027320"/>
                  </a:lnTo>
                  <a:lnTo>
                    <a:pt x="1090691" y="5027320"/>
                  </a:lnTo>
                  <a:lnTo>
                    <a:pt x="1090691" y="5026697"/>
                  </a:lnTo>
                  <a:lnTo>
                    <a:pt x="1090691" y="5026073"/>
                  </a:lnTo>
                  <a:lnTo>
                    <a:pt x="1090836" y="5026073"/>
                  </a:lnTo>
                  <a:lnTo>
                    <a:pt x="1090982" y="5026073"/>
                  </a:lnTo>
                  <a:lnTo>
                    <a:pt x="1091127" y="5026073"/>
                  </a:lnTo>
                  <a:lnTo>
                    <a:pt x="1091272" y="5026073"/>
                  </a:lnTo>
                  <a:lnTo>
                    <a:pt x="1091272" y="5025449"/>
                  </a:lnTo>
                  <a:lnTo>
                    <a:pt x="1091272" y="5024826"/>
                  </a:lnTo>
                  <a:lnTo>
                    <a:pt x="1091418" y="5024826"/>
                  </a:lnTo>
                  <a:lnTo>
                    <a:pt x="1091563" y="5024826"/>
                  </a:lnTo>
                  <a:lnTo>
                    <a:pt x="1091563" y="5024202"/>
                  </a:lnTo>
                  <a:lnTo>
                    <a:pt x="1091563" y="5023579"/>
                  </a:lnTo>
                  <a:lnTo>
                    <a:pt x="1091709" y="5023579"/>
                  </a:lnTo>
                  <a:lnTo>
                    <a:pt x="1091854" y="5023579"/>
                  </a:lnTo>
                  <a:lnTo>
                    <a:pt x="1092000" y="5023579"/>
                  </a:lnTo>
                  <a:lnTo>
                    <a:pt x="1092145" y="5023579"/>
                  </a:lnTo>
                  <a:lnTo>
                    <a:pt x="1092290" y="5023579"/>
                  </a:lnTo>
                  <a:lnTo>
                    <a:pt x="1092290" y="5022955"/>
                  </a:lnTo>
                  <a:lnTo>
                    <a:pt x="1092290" y="5022331"/>
                  </a:lnTo>
                  <a:lnTo>
                    <a:pt x="1092436" y="5022331"/>
                  </a:lnTo>
                  <a:lnTo>
                    <a:pt x="1092581" y="5022331"/>
                  </a:lnTo>
                  <a:lnTo>
                    <a:pt x="1092727" y="5022331"/>
                  </a:lnTo>
                  <a:lnTo>
                    <a:pt x="1092872" y="5022331"/>
                  </a:lnTo>
                  <a:lnTo>
                    <a:pt x="1092872" y="5021708"/>
                  </a:lnTo>
                  <a:lnTo>
                    <a:pt x="1092872" y="5021084"/>
                  </a:lnTo>
                  <a:lnTo>
                    <a:pt x="1093018" y="5021084"/>
                  </a:lnTo>
                  <a:lnTo>
                    <a:pt x="1093163" y="5021084"/>
                  </a:lnTo>
                  <a:lnTo>
                    <a:pt x="1093308" y="5021084"/>
                  </a:lnTo>
                  <a:lnTo>
                    <a:pt x="1093454" y="5021084"/>
                  </a:lnTo>
                  <a:lnTo>
                    <a:pt x="1093454" y="5020461"/>
                  </a:lnTo>
                  <a:lnTo>
                    <a:pt x="1093599" y="5020461"/>
                  </a:lnTo>
                  <a:lnTo>
                    <a:pt x="1093745" y="5020461"/>
                  </a:lnTo>
                  <a:lnTo>
                    <a:pt x="1093890" y="5020461"/>
                  </a:lnTo>
                  <a:lnTo>
                    <a:pt x="1094035" y="5020461"/>
                  </a:lnTo>
                  <a:lnTo>
                    <a:pt x="1094181" y="5020461"/>
                  </a:lnTo>
                  <a:lnTo>
                    <a:pt x="1094326" y="5020461"/>
                  </a:lnTo>
                  <a:lnTo>
                    <a:pt x="1094472" y="5020461"/>
                  </a:lnTo>
                  <a:lnTo>
                    <a:pt x="1094617" y="5020461"/>
                  </a:lnTo>
                  <a:lnTo>
                    <a:pt x="1094763" y="5020461"/>
                  </a:lnTo>
                  <a:lnTo>
                    <a:pt x="1094763" y="5019837"/>
                  </a:lnTo>
                  <a:lnTo>
                    <a:pt x="1094908" y="5019837"/>
                  </a:lnTo>
                  <a:lnTo>
                    <a:pt x="1095053" y="5019837"/>
                  </a:lnTo>
                  <a:lnTo>
                    <a:pt x="1095199" y="5019837"/>
                  </a:lnTo>
                  <a:lnTo>
                    <a:pt x="1095344" y="5019837"/>
                  </a:lnTo>
                  <a:lnTo>
                    <a:pt x="1095490" y="5019837"/>
                  </a:lnTo>
                  <a:lnTo>
                    <a:pt x="1095635" y="5019837"/>
                  </a:lnTo>
                  <a:lnTo>
                    <a:pt x="1095781" y="5019837"/>
                  </a:lnTo>
                  <a:lnTo>
                    <a:pt x="1095926" y="5019837"/>
                  </a:lnTo>
                  <a:lnTo>
                    <a:pt x="1096071" y="5019837"/>
                  </a:lnTo>
                  <a:lnTo>
                    <a:pt x="1096071" y="5019214"/>
                  </a:lnTo>
                  <a:lnTo>
                    <a:pt x="1096217" y="5019214"/>
                  </a:lnTo>
                  <a:lnTo>
                    <a:pt x="1096217" y="5018590"/>
                  </a:lnTo>
                  <a:lnTo>
                    <a:pt x="1096362" y="5018590"/>
                  </a:lnTo>
                  <a:lnTo>
                    <a:pt x="1096508" y="5018590"/>
                  </a:lnTo>
                  <a:lnTo>
                    <a:pt x="1096508" y="5017966"/>
                  </a:lnTo>
                  <a:lnTo>
                    <a:pt x="1096653" y="5017966"/>
                  </a:lnTo>
                  <a:lnTo>
                    <a:pt x="1096799" y="5017966"/>
                  </a:lnTo>
                  <a:lnTo>
                    <a:pt x="1096944" y="5017966"/>
                  </a:lnTo>
                  <a:lnTo>
                    <a:pt x="1097089" y="5017966"/>
                  </a:lnTo>
                  <a:lnTo>
                    <a:pt x="1097235" y="5017966"/>
                  </a:lnTo>
                  <a:lnTo>
                    <a:pt x="1097380" y="5017966"/>
                  </a:lnTo>
                  <a:lnTo>
                    <a:pt x="1097380" y="5017343"/>
                  </a:lnTo>
                  <a:lnTo>
                    <a:pt x="1097526" y="5017343"/>
                  </a:lnTo>
                  <a:lnTo>
                    <a:pt x="1097671" y="5017343"/>
                  </a:lnTo>
                  <a:lnTo>
                    <a:pt x="1097817" y="5017343"/>
                  </a:lnTo>
                  <a:lnTo>
                    <a:pt x="1097962" y="5017343"/>
                  </a:lnTo>
                  <a:lnTo>
                    <a:pt x="1098107" y="5017343"/>
                  </a:lnTo>
                  <a:lnTo>
                    <a:pt x="1098253" y="5017343"/>
                  </a:lnTo>
                  <a:lnTo>
                    <a:pt x="1098253" y="5016719"/>
                  </a:lnTo>
                  <a:lnTo>
                    <a:pt x="1098398" y="5016719"/>
                  </a:lnTo>
                  <a:lnTo>
                    <a:pt x="1098544" y="5016719"/>
                  </a:lnTo>
                  <a:lnTo>
                    <a:pt x="1098689" y="5016719"/>
                  </a:lnTo>
                  <a:lnTo>
                    <a:pt x="1098689" y="5016096"/>
                  </a:lnTo>
                  <a:lnTo>
                    <a:pt x="1098835" y="5016096"/>
                  </a:lnTo>
                  <a:lnTo>
                    <a:pt x="1098980" y="5016096"/>
                  </a:lnTo>
                  <a:lnTo>
                    <a:pt x="1099125" y="5016096"/>
                  </a:lnTo>
                  <a:lnTo>
                    <a:pt x="1099125" y="5015472"/>
                  </a:lnTo>
                  <a:lnTo>
                    <a:pt x="1099271" y="5015472"/>
                  </a:lnTo>
                  <a:lnTo>
                    <a:pt x="1099416" y="5015472"/>
                  </a:lnTo>
                  <a:lnTo>
                    <a:pt x="1099416" y="5014849"/>
                  </a:lnTo>
                  <a:lnTo>
                    <a:pt x="1099416" y="5014225"/>
                  </a:lnTo>
                  <a:lnTo>
                    <a:pt x="1099562" y="5014225"/>
                  </a:lnTo>
                  <a:lnTo>
                    <a:pt x="1099707" y="5014225"/>
                  </a:lnTo>
                  <a:lnTo>
                    <a:pt x="1099853" y="5014225"/>
                  </a:lnTo>
                  <a:lnTo>
                    <a:pt x="1099998" y="5014225"/>
                  </a:lnTo>
                  <a:lnTo>
                    <a:pt x="1100143" y="5014225"/>
                  </a:lnTo>
                  <a:lnTo>
                    <a:pt x="1100289" y="5014225"/>
                  </a:lnTo>
                  <a:lnTo>
                    <a:pt x="1100434" y="5014225"/>
                  </a:lnTo>
                  <a:lnTo>
                    <a:pt x="1100580" y="5014225"/>
                  </a:lnTo>
                  <a:lnTo>
                    <a:pt x="1100725" y="5014225"/>
                  </a:lnTo>
                  <a:lnTo>
                    <a:pt x="1100870" y="5014225"/>
                  </a:lnTo>
                  <a:lnTo>
                    <a:pt x="1101016" y="5014225"/>
                  </a:lnTo>
                  <a:lnTo>
                    <a:pt x="1101161" y="5014225"/>
                  </a:lnTo>
                  <a:lnTo>
                    <a:pt x="1101307" y="5014225"/>
                  </a:lnTo>
                  <a:lnTo>
                    <a:pt x="1101452" y="5014225"/>
                  </a:lnTo>
                  <a:lnTo>
                    <a:pt x="1101452" y="5013601"/>
                  </a:lnTo>
                  <a:lnTo>
                    <a:pt x="1101598" y="5013601"/>
                  </a:lnTo>
                  <a:lnTo>
                    <a:pt x="1101743" y="5013601"/>
                  </a:lnTo>
                  <a:lnTo>
                    <a:pt x="1101743" y="5012978"/>
                  </a:lnTo>
                  <a:lnTo>
                    <a:pt x="1101888" y="5012978"/>
                  </a:lnTo>
                  <a:lnTo>
                    <a:pt x="1102034" y="5012978"/>
                  </a:lnTo>
                  <a:lnTo>
                    <a:pt x="1102179" y="5012978"/>
                  </a:lnTo>
                  <a:lnTo>
                    <a:pt x="1102325" y="5012978"/>
                  </a:lnTo>
                  <a:lnTo>
                    <a:pt x="1102470" y="5012978"/>
                  </a:lnTo>
                  <a:lnTo>
                    <a:pt x="1102616" y="5012978"/>
                  </a:lnTo>
                  <a:lnTo>
                    <a:pt x="1102761" y="5012978"/>
                  </a:lnTo>
                  <a:lnTo>
                    <a:pt x="1102906" y="5012978"/>
                  </a:lnTo>
                  <a:lnTo>
                    <a:pt x="1103052" y="5012978"/>
                  </a:lnTo>
                  <a:lnTo>
                    <a:pt x="1103197" y="5012978"/>
                  </a:lnTo>
                  <a:lnTo>
                    <a:pt x="1103343" y="5012978"/>
                  </a:lnTo>
                  <a:lnTo>
                    <a:pt x="1103488" y="5012978"/>
                  </a:lnTo>
                  <a:lnTo>
                    <a:pt x="1103634" y="5012978"/>
                  </a:lnTo>
                  <a:lnTo>
                    <a:pt x="1103779" y="5012978"/>
                  </a:lnTo>
                  <a:lnTo>
                    <a:pt x="1103924" y="5012978"/>
                  </a:lnTo>
                  <a:lnTo>
                    <a:pt x="1104070" y="5012978"/>
                  </a:lnTo>
                  <a:lnTo>
                    <a:pt x="1104215" y="5012978"/>
                  </a:lnTo>
                  <a:lnTo>
                    <a:pt x="1104215" y="5012354"/>
                  </a:lnTo>
                  <a:lnTo>
                    <a:pt x="1104361" y="5012354"/>
                  </a:lnTo>
                  <a:lnTo>
                    <a:pt x="1104506" y="5012354"/>
                  </a:lnTo>
                  <a:lnTo>
                    <a:pt x="1104652" y="5012354"/>
                  </a:lnTo>
                  <a:lnTo>
                    <a:pt x="1104797" y="5012354"/>
                  </a:lnTo>
                  <a:lnTo>
                    <a:pt x="1104942" y="5012354"/>
                  </a:lnTo>
                  <a:lnTo>
                    <a:pt x="1104942" y="5011731"/>
                  </a:lnTo>
                  <a:lnTo>
                    <a:pt x="1105088" y="5011731"/>
                  </a:lnTo>
                  <a:lnTo>
                    <a:pt x="1105088" y="5011107"/>
                  </a:lnTo>
                  <a:lnTo>
                    <a:pt x="1105233" y="5011107"/>
                  </a:lnTo>
                  <a:lnTo>
                    <a:pt x="1105379" y="5011107"/>
                  </a:lnTo>
                  <a:lnTo>
                    <a:pt x="1105524" y="5011107"/>
                  </a:lnTo>
                  <a:lnTo>
                    <a:pt x="1105670" y="5011107"/>
                  </a:lnTo>
                  <a:lnTo>
                    <a:pt x="1105815" y="5011107"/>
                  </a:lnTo>
                  <a:lnTo>
                    <a:pt x="1105815" y="5010483"/>
                  </a:lnTo>
                  <a:lnTo>
                    <a:pt x="1105960" y="5010483"/>
                  </a:lnTo>
                  <a:lnTo>
                    <a:pt x="1106106" y="5010483"/>
                  </a:lnTo>
                  <a:lnTo>
                    <a:pt x="1106251" y="5010483"/>
                  </a:lnTo>
                  <a:lnTo>
                    <a:pt x="1106397" y="5010483"/>
                  </a:lnTo>
                  <a:lnTo>
                    <a:pt x="1106542" y="5010483"/>
                  </a:lnTo>
                  <a:lnTo>
                    <a:pt x="1106688" y="5010483"/>
                  </a:lnTo>
                  <a:lnTo>
                    <a:pt x="1106833" y="5010483"/>
                  </a:lnTo>
                  <a:lnTo>
                    <a:pt x="1106978" y="5010483"/>
                  </a:lnTo>
                  <a:lnTo>
                    <a:pt x="1106978" y="5009860"/>
                  </a:lnTo>
                  <a:lnTo>
                    <a:pt x="1106978" y="5009236"/>
                  </a:lnTo>
                  <a:lnTo>
                    <a:pt x="1107124" y="5009236"/>
                  </a:lnTo>
                  <a:lnTo>
                    <a:pt x="1107124" y="5008613"/>
                  </a:lnTo>
                  <a:lnTo>
                    <a:pt x="1107269" y="5008613"/>
                  </a:lnTo>
                  <a:lnTo>
                    <a:pt x="1107415" y="5008613"/>
                  </a:lnTo>
                  <a:lnTo>
                    <a:pt x="1107415" y="5007989"/>
                  </a:lnTo>
                  <a:lnTo>
                    <a:pt x="1107560" y="5007989"/>
                  </a:lnTo>
                  <a:lnTo>
                    <a:pt x="1107705" y="5007989"/>
                  </a:lnTo>
                  <a:lnTo>
                    <a:pt x="1107851" y="5007989"/>
                  </a:lnTo>
                  <a:lnTo>
                    <a:pt x="1107851" y="5007366"/>
                  </a:lnTo>
                  <a:lnTo>
                    <a:pt x="1107851" y="5006742"/>
                  </a:lnTo>
                  <a:lnTo>
                    <a:pt x="1107996" y="5006742"/>
                  </a:lnTo>
                  <a:lnTo>
                    <a:pt x="1108142" y="5006742"/>
                  </a:lnTo>
                  <a:lnTo>
                    <a:pt x="1108142" y="5006118"/>
                  </a:lnTo>
                  <a:lnTo>
                    <a:pt x="1108287" y="5006118"/>
                  </a:lnTo>
                  <a:lnTo>
                    <a:pt x="1108433" y="5006118"/>
                  </a:lnTo>
                  <a:lnTo>
                    <a:pt x="1108578" y="5006118"/>
                  </a:lnTo>
                  <a:lnTo>
                    <a:pt x="1108723" y="5006118"/>
                  </a:lnTo>
                  <a:lnTo>
                    <a:pt x="1108869" y="5006118"/>
                  </a:lnTo>
                  <a:lnTo>
                    <a:pt x="1109014" y="5006118"/>
                  </a:lnTo>
                  <a:lnTo>
                    <a:pt x="1109014" y="5005495"/>
                  </a:lnTo>
                  <a:lnTo>
                    <a:pt x="1109160" y="5005495"/>
                  </a:lnTo>
                  <a:lnTo>
                    <a:pt x="1109305" y="5005495"/>
                  </a:lnTo>
                  <a:lnTo>
                    <a:pt x="1109305" y="5004871"/>
                  </a:lnTo>
                  <a:lnTo>
                    <a:pt x="1109451" y="5004871"/>
                  </a:lnTo>
                  <a:lnTo>
                    <a:pt x="1109451" y="5004248"/>
                  </a:lnTo>
                  <a:lnTo>
                    <a:pt x="1109596" y="5004248"/>
                  </a:lnTo>
                  <a:lnTo>
                    <a:pt x="1109741" y="5004248"/>
                  </a:lnTo>
                  <a:lnTo>
                    <a:pt x="1109887" y="5004248"/>
                  </a:lnTo>
                  <a:lnTo>
                    <a:pt x="1110032" y="5004248"/>
                  </a:lnTo>
                  <a:lnTo>
                    <a:pt x="1110178" y="5004248"/>
                  </a:lnTo>
                  <a:lnTo>
                    <a:pt x="1110323" y="5004248"/>
                  </a:lnTo>
                  <a:lnTo>
                    <a:pt x="1110323" y="5003624"/>
                  </a:lnTo>
                  <a:lnTo>
                    <a:pt x="1110469" y="5003624"/>
                  </a:lnTo>
                  <a:lnTo>
                    <a:pt x="1110614" y="5003624"/>
                  </a:lnTo>
                  <a:lnTo>
                    <a:pt x="1110759" y="5003624"/>
                  </a:lnTo>
                  <a:lnTo>
                    <a:pt x="1110905" y="5003624"/>
                  </a:lnTo>
                  <a:lnTo>
                    <a:pt x="1111050" y="5003624"/>
                  </a:lnTo>
                  <a:lnTo>
                    <a:pt x="1111196" y="5003624"/>
                  </a:lnTo>
                  <a:lnTo>
                    <a:pt x="1111341" y="5003624"/>
                  </a:lnTo>
                  <a:lnTo>
                    <a:pt x="1111487" y="5003624"/>
                  </a:lnTo>
                  <a:lnTo>
                    <a:pt x="1111632" y="5003624"/>
                  </a:lnTo>
                  <a:lnTo>
                    <a:pt x="1111777" y="5003624"/>
                  </a:lnTo>
                  <a:lnTo>
                    <a:pt x="1111923" y="5003624"/>
                  </a:lnTo>
                  <a:lnTo>
                    <a:pt x="1112068" y="5003624"/>
                  </a:lnTo>
                  <a:lnTo>
                    <a:pt x="1112214" y="5003624"/>
                  </a:lnTo>
                  <a:lnTo>
                    <a:pt x="1112214" y="5003000"/>
                  </a:lnTo>
                  <a:lnTo>
                    <a:pt x="1112359" y="5003000"/>
                  </a:lnTo>
                  <a:lnTo>
                    <a:pt x="1112505" y="5003000"/>
                  </a:lnTo>
                  <a:lnTo>
                    <a:pt x="1112650" y="5003000"/>
                  </a:lnTo>
                  <a:lnTo>
                    <a:pt x="1112795" y="5003000"/>
                  </a:lnTo>
                  <a:lnTo>
                    <a:pt x="1112795" y="5002377"/>
                  </a:lnTo>
                  <a:lnTo>
                    <a:pt x="1112941" y="5002377"/>
                  </a:lnTo>
                  <a:lnTo>
                    <a:pt x="1113086" y="5002377"/>
                  </a:lnTo>
                  <a:lnTo>
                    <a:pt x="1113232" y="5002377"/>
                  </a:lnTo>
                  <a:lnTo>
                    <a:pt x="1113377" y="5002377"/>
                  </a:lnTo>
                  <a:lnTo>
                    <a:pt x="1113377" y="5001753"/>
                  </a:lnTo>
                  <a:lnTo>
                    <a:pt x="1113523" y="5001753"/>
                  </a:lnTo>
                  <a:lnTo>
                    <a:pt x="1113668" y="5001753"/>
                  </a:lnTo>
                  <a:lnTo>
                    <a:pt x="1113813" y="5001753"/>
                  </a:lnTo>
                  <a:lnTo>
                    <a:pt x="1113959" y="5001753"/>
                  </a:lnTo>
                  <a:lnTo>
                    <a:pt x="1114104" y="5001753"/>
                  </a:lnTo>
                  <a:lnTo>
                    <a:pt x="1114250" y="5001753"/>
                  </a:lnTo>
                  <a:lnTo>
                    <a:pt x="1114395" y="5001753"/>
                  </a:lnTo>
                  <a:lnTo>
                    <a:pt x="1114540" y="5001753"/>
                  </a:lnTo>
                  <a:lnTo>
                    <a:pt x="1114540" y="5001130"/>
                  </a:lnTo>
                  <a:lnTo>
                    <a:pt x="1114686" y="5001130"/>
                  </a:lnTo>
                  <a:lnTo>
                    <a:pt x="1114831" y="5001130"/>
                  </a:lnTo>
                  <a:lnTo>
                    <a:pt x="1114977" y="5001130"/>
                  </a:lnTo>
                  <a:lnTo>
                    <a:pt x="1115122" y="5001130"/>
                  </a:lnTo>
                  <a:lnTo>
                    <a:pt x="1115268" y="5001130"/>
                  </a:lnTo>
                  <a:lnTo>
                    <a:pt x="1115268" y="5000506"/>
                  </a:lnTo>
                  <a:lnTo>
                    <a:pt x="1115413" y="5000506"/>
                  </a:lnTo>
                  <a:lnTo>
                    <a:pt x="1115558" y="5000506"/>
                  </a:lnTo>
                  <a:lnTo>
                    <a:pt x="1115704" y="5000506"/>
                  </a:lnTo>
                  <a:lnTo>
                    <a:pt x="1115849" y="5000506"/>
                  </a:lnTo>
                  <a:lnTo>
                    <a:pt x="1115849" y="4999883"/>
                  </a:lnTo>
                  <a:lnTo>
                    <a:pt x="1115849" y="4999259"/>
                  </a:lnTo>
                  <a:lnTo>
                    <a:pt x="1115995" y="4999259"/>
                  </a:lnTo>
                  <a:lnTo>
                    <a:pt x="1116140" y="4999259"/>
                  </a:lnTo>
                  <a:lnTo>
                    <a:pt x="1116140" y="4998635"/>
                  </a:lnTo>
                  <a:lnTo>
                    <a:pt x="1116286" y="4998635"/>
                  </a:lnTo>
                  <a:lnTo>
                    <a:pt x="1116431" y="4998635"/>
                  </a:lnTo>
                  <a:lnTo>
                    <a:pt x="1116576" y="4998635"/>
                  </a:lnTo>
                  <a:lnTo>
                    <a:pt x="1116722" y="4998635"/>
                  </a:lnTo>
                  <a:lnTo>
                    <a:pt x="1116867" y="4998635"/>
                  </a:lnTo>
                  <a:lnTo>
                    <a:pt x="1117013" y="4998635"/>
                  </a:lnTo>
                  <a:lnTo>
                    <a:pt x="1117158" y="4998635"/>
                  </a:lnTo>
                  <a:lnTo>
                    <a:pt x="1117304" y="4998635"/>
                  </a:lnTo>
                  <a:lnTo>
                    <a:pt x="1117449" y="4998635"/>
                  </a:lnTo>
                  <a:lnTo>
                    <a:pt x="1117594" y="4998635"/>
                  </a:lnTo>
                  <a:lnTo>
                    <a:pt x="1117740" y="4998635"/>
                  </a:lnTo>
                  <a:lnTo>
                    <a:pt x="1117885" y="4998635"/>
                  </a:lnTo>
                  <a:lnTo>
                    <a:pt x="1117885" y="4998012"/>
                  </a:lnTo>
                  <a:lnTo>
                    <a:pt x="1117885" y="4997388"/>
                  </a:lnTo>
                  <a:lnTo>
                    <a:pt x="1118031" y="4997388"/>
                  </a:lnTo>
                  <a:lnTo>
                    <a:pt x="1118176" y="4997388"/>
                  </a:lnTo>
                  <a:lnTo>
                    <a:pt x="1118322" y="4997388"/>
                  </a:lnTo>
                  <a:lnTo>
                    <a:pt x="1118322" y="4996765"/>
                  </a:lnTo>
                  <a:lnTo>
                    <a:pt x="1118467" y="4996765"/>
                  </a:lnTo>
                  <a:lnTo>
                    <a:pt x="1118612" y="4996765"/>
                  </a:lnTo>
                  <a:lnTo>
                    <a:pt x="1118612" y="4996141"/>
                  </a:lnTo>
                  <a:lnTo>
                    <a:pt x="1118758" y="4996141"/>
                  </a:lnTo>
                  <a:lnTo>
                    <a:pt x="1118903" y="4996141"/>
                  </a:lnTo>
                  <a:lnTo>
                    <a:pt x="1119049" y="4996141"/>
                  </a:lnTo>
                  <a:lnTo>
                    <a:pt x="1119194" y="4996141"/>
                  </a:lnTo>
                  <a:lnTo>
                    <a:pt x="1119340" y="4996141"/>
                  </a:lnTo>
                  <a:lnTo>
                    <a:pt x="1119485" y="4996141"/>
                  </a:lnTo>
                  <a:lnTo>
                    <a:pt x="1119630" y="4996141"/>
                  </a:lnTo>
                  <a:lnTo>
                    <a:pt x="1119776" y="4996141"/>
                  </a:lnTo>
                  <a:lnTo>
                    <a:pt x="1119776" y="4995517"/>
                  </a:lnTo>
                  <a:lnTo>
                    <a:pt x="1119921" y="4995517"/>
                  </a:lnTo>
                  <a:lnTo>
                    <a:pt x="1120067" y="4995517"/>
                  </a:lnTo>
                  <a:lnTo>
                    <a:pt x="1120212" y="4995517"/>
                  </a:lnTo>
                  <a:lnTo>
                    <a:pt x="1120212" y="4994894"/>
                  </a:lnTo>
                  <a:lnTo>
                    <a:pt x="1120358" y="4994894"/>
                  </a:lnTo>
                  <a:lnTo>
                    <a:pt x="1120503" y="4994894"/>
                  </a:lnTo>
                  <a:lnTo>
                    <a:pt x="1120648" y="4994894"/>
                  </a:lnTo>
                  <a:lnTo>
                    <a:pt x="1120794" y="4994894"/>
                  </a:lnTo>
                  <a:lnTo>
                    <a:pt x="1120939" y="4994894"/>
                  </a:lnTo>
                  <a:lnTo>
                    <a:pt x="1121085" y="4994894"/>
                  </a:lnTo>
                  <a:lnTo>
                    <a:pt x="1121230" y="4994894"/>
                  </a:lnTo>
                  <a:lnTo>
                    <a:pt x="1121375" y="4994894"/>
                  </a:lnTo>
                  <a:lnTo>
                    <a:pt x="1121521" y="4994894"/>
                  </a:lnTo>
                  <a:lnTo>
                    <a:pt x="1121666" y="4994894"/>
                  </a:lnTo>
                  <a:lnTo>
                    <a:pt x="1121812" y="4994894"/>
                  </a:lnTo>
                  <a:lnTo>
                    <a:pt x="1121957" y="4994894"/>
                  </a:lnTo>
                  <a:lnTo>
                    <a:pt x="1122103" y="4994894"/>
                  </a:lnTo>
                  <a:lnTo>
                    <a:pt x="1122248" y="4994894"/>
                  </a:lnTo>
                  <a:lnTo>
                    <a:pt x="1122248" y="4994270"/>
                  </a:lnTo>
                  <a:lnTo>
                    <a:pt x="1122393" y="4994270"/>
                  </a:lnTo>
                  <a:lnTo>
                    <a:pt x="1122539" y="4994270"/>
                  </a:lnTo>
                  <a:lnTo>
                    <a:pt x="1122684" y="4994270"/>
                  </a:lnTo>
                  <a:lnTo>
                    <a:pt x="1122830" y="4994270"/>
                  </a:lnTo>
                  <a:lnTo>
                    <a:pt x="1122975" y="4994270"/>
                  </a:lnTo>
                  <a:lnTo>
                    <a:pt x="1122975" y="4993647"/>
                  </a:lnTo>
                  <a:lnTo>
                    <a:pt x="1123121" y="4993647"/>
                  </a:lnTo>
                  <a:lnTo>
                    <a:pt x="1123266" y="4993647"/>
                  </a:lnTo>
                  <a:lnTo>
                    <a:pt x="1123411" y="4993647"/>
                  </a:lnTo>
                  <a:lnTo>
                    <a:pt x="1123557" y="4993647"/>
                  </a:lnTo>
                  <a:lnTo>
                    <a:pt x="1123702" y="4993647"/>
                  </a:lnTo>
                  <a:lnTo>
                    <a:pt x="1123702" y="4993023"/>
                  </a:lnTo>
                  <a:lnTo>
                    <a:pt x="1123848" y="4993023"/>
                  </a:lnTo>
                  <a:lnTo>
                    <a:pt x="1123848" y="4992400"/>
                  </a:lnTo>
                  <a:lnTo>
                    <a:pt x="1123848" y="4991776"/>
                  </a:lnTo>
                  <a:lnTo>
                    <a:pt x="1123848" y="4991152"/>
                  </a:lnTo>
                  <a:lnTo>
                    <a:pt x="1123993" y="4991152"/>
                  </a:lnTo>
                  <a:lnTo>
                    <a:pt x="1124139" y="4991152"/>
                  </a:lnTo>
                  <a:lnTo>
                    <a:pt x="1124284" y="4991152"/>
                  </a:lnTo>
                  <a:lnTo>
                    <a:pt x="1124284" y="4990529"/>
                  </a:lnTo>
                  <a:lnTo>
                    <a:pt x="1124429" y="4990529"/>
                  </a:lnTo>
                  <a:lnTo>
                    <a:pt x="1124575" y="4990529"/>
                  </a:lnTo>
                  <a:lnTo>
                    <a:pt x="1124720" y="4990529"/>
                  </a:lnTo>
                  <a:lnTo>
                    <a:pt x="1124720" y="4989905"/>
                  </a:lnTo>
                  <a:lnTo>
                    <a:pt x="1124866" y="4989905"/>
                  </a:lnTo>
                  <a:lnTo>
                    <a:pt x="1125011" y="4989905"/>
                  </a:lnTo>
                  <a:lnTo>
                    <a:pt x="1125157" y="4989905"/>
                  </a:lnTo>
                  <a:lnTo>
                    <a:pt x="1125302" y="4989905"/>
                  </a:lnTo>
                  <a:lnTo>
                    <a:pt x="1125447" y="4989905"/>
                  </a:lnTo>
                  <a:lnTo>
                    <a:pt x="1125593" y="4989905"/>
                  </a:lnTo>
                  <a:lnTo>
                    <a:pt x="1125593" y="4989282"/>
                  </a:lnTo>
                  <a:lnTo>
                    <a:pt x="1125738" y="4989282"/>
                  </a:lnTo>
                  <a:lnTo>
                    <a:pt x="1125884" y="4989282"/>
                  </a:lnTo>
                  <a:lnTo>
                    <a:pt x="1126029" y="4989282"/>
                  </a:lnTo>
                  <a:lnTo>
                    <a:pt x="1126175" y="4989282"/>
                  </a:lnTo>
                  <a:lnTo>
                    <a:pt x="1126320" y="4989282"/>
                  </a:lnTo>
                  <a:lnTo>
                    <a:pt x="1126465" y="4989282"/>
                  </a:lnTo>
                  <a:lnTo>
                    <a:pt x="1126611" y="4989282"/>
                  </a:lnTo>
                  <a:lnTo>
                    <a:pt x="1126756" y="4989282"/>
                  </a:lnTo>
                  <a:lnTo>
                    <a:pt x="1126902" y="4989282"/>
                  </a:lnTo>
                  <a:lnTo>
                    <a:pt x="1127047" y="4989282"/>
                  </a:lnTo>
                  <a:lnTo>
                    <a:pt x="1127193" y="4989282"/>
                  </a:lnTo>
                  <a:lnTo>
                    <a:pt x="1127338" y="4989282"/>
                  </a:lnTo>
                  <a:lnTo>
                    <a:pt x="1127338" y="4988658"/>
                  </a:lnTo>
                  <a:lnTo>
                    <a:pt x="1127483" y="4988658"/>
                  </a:lnTo>
                  <a:lnTo>
                    <a:pt x="1127629" y="4988658"/>
                  </a:lnTo>
                  <a:lnTo>
                    <a:pt x="1127774" y="4988658"/>
                  </a:lnTo>
                  <a:lnTo>
                    <a:pt x="1127920" y="4988658"/>
                  </a:lnTo>
                  <a:lnTo>
                    <a:pt x="1127920" y="4988034"/>
                  </a:lnTo>
                  <a:lnTo>
                    <a:pt x="1128065" y="4988034"/>
                  </a:lnTo>
                  <a:lnTo>
                    <a:pt x="1128210" y="4988034"/>
                  </a:lnTo>
                  <a:lnTo>
                    <a:pt x="1128356" y="4988034"/>
                  </a:lnTo>
                  <a:lnTo>
                    <a:pt x="1128356" y="4987411"/>
                  </a:lnTo>
                  <a:lnTo>
                    <a:pt x="1128501" y="4987411"/>
                  </a:lnTo>
                  <a:lnTo>
                    <a:pt x="1128647" y="4987411"/>
                  </a:lnTo>
                  <a:lnTo>
                    <a:pt x="1128792" y="4987411"/>
                  </a:lnTo>
                  <a:lnTo>
                    <a:pt x="1128938" y="4987411"/>
                  </a:lnTo>
                  <a:lnTo>
                    <a:pt x="1128938" y="4986787"/>
                  </a:lnTo>
                  <a:lnTo>
                    <a:pt x="1129083" y="4986787"/>
                  </a:lnTo>
                  <a:lnTo>
                    <a:pt x="1129228" y="4986787"/>
                  </a:lnTo>
                  <a:lnTo>
                    <a:pt x="1129374" y="4986787"/>
                  </a:lnTo>
                  <a:lnTo>
                    <a:pt x="1129374" y="4986164"/>
                  </a:lnTo>
                  <a:lnTo>
                    <a:pt x="1129519" y="4986164"/>
                  </a:lnTo>
                  <a:lnTo>
                    <a:pt x="1129519" y="4985540"/>
                  </a:lnTo>
                  <a:lnTo>
                    <a:pt x="1129665" y="4985540"/>
                  </a:lnTo>
                  <a:lnTo>
                    <a:pt x="1129665" y="4984917"/>
                  </a:lnTo>
                  <a:lnTo>
                    <a:pt x="1129665" y="4984293"/>
                  </a:lnTo>
                  <a:lnTo>
                    <a:pt x="1129665" y="4983669"/>
                  </a:lnTo>
                  <a:lnTo>
                    <a:pt x="1129810" y="4983669"/>
                  </a:lnTo>
                  <a:lnTo>
                    <a:pt x="1129810" y="4983046"/>
                  </a:lnTo>
                  <a:lnTo>
                    <a:pt x="1129956" y="4983046"/>
                  </a:lnTo>
                  <a:lnTo>
                    <a:pt x="1129956" y="4982422"/>
                  </a:lnTo>
                  <a:lnTo>
                    <a:pt x="1130101" y="4982422"/>
                  </a:lnTo>
                  <a:lnTo>
                    <a:pt x="1130246" y="4982422"/>
                  </a:lnTo>
                  <a:lnTo>
                    <a:pt x="1130392" y="4982422"/>
                  </a:lnTo>
                  <a:lnTo>
                    <a:pt x="1130392" y="4981799"/>
                  </a:lnTo>
                  <a:lnTo>
                    <a:pt x="1130392" y="4981175"/>
                  </a:lnTo>
                  <a:lnTo>
                    <a:pt x="1130537" y="4981175"/>
                  </a:lnTo>
                  <a:lnTo>
                    <a:pt x="1130683" y="4981175"/>
                  </a:lnTo>
                  <a:lnTo>
                    <a:pt x="1130828" y="4981175"/>
                  </a:lnTo>
                  <a:lnTo>
                    <a:pt x="1130974" y="4981175"/>
                  </a:lnTo>
                  <a:lnTo>
                    <a:pt x="1130974" y="4980551"/>
                  </a:lnTo>
                  <a:lnTo>
                    <a:pt x="1131119" y="4980551"/>
                  </a:lnTo>
                  <a:lnTo>
                    <a:pt x="1131264" y="4980551"/>
                  </a:lnTo>
                  <a:lnTo>
                    <a:pt x="1131410" y="4980551"/>
                  </a:lnTo>
                  <a:lnTo>
                    <a:pt x="1131555" y="4980551"/>
                  </a:lnTo>
                  <a:lnTo>
                    <a:pt x="1131555" y="4979928"/>
                  </a:lnTo>
                  <a:lnTo>
                    <a:pt x="1131555" y="4979304"/>
                  </a:lnTo>
                  <a:lnTo>
                    <a:pt x="1131555" y="4978681"/>
                  </a:lnTo>
                  <a:lnTo>
                    <a:pt x="1131701" y="4978681"/>
                  </a:lnTo>
                  <a:lnTo>
                    <a:pt x="1131846" y="4978681"/>
                  </a:lnTo>
                  <a:lnTo>
                    <a:pt x="1131992" y="4978681"/>
                  </a:lnTo>
                  <a:lnTo>
                    <a:pt x="1132137" y="4978681"/>
                  </a:lnTo>
                  <a:lnTo>
                    <a:pt x="1132137" y="4978057"/>
                  </a:lnTo>
                  <a:lnTo>
                    <a:pt x="1132137" y="4977434"/>
                  </a:lnTo>
                  <a:lnTo>
                    <a:pt x="1132137" y="4976810"/>
                  </a:lnTo>
                  <a:lnTo>
                    <a:pt x="1132137" y="4976186"/>
                  </a:lnTo>
                  <a:lnTo>
                    <a:pt x="1132282" y="4976186"/>
                  </a:lnTo>
                  <a:lnTo>
                    <a:pt x="1132428" y="4976186"/>
                  </a:lnTo>
                  <a:lnTo>
                    <a:pt x="1132428" y="4975563"/>
                  </a:lnTo>
                  <a:lnTo>
                    <a:pt x="1132573" y="4975563"/>
                  </a:lnTo>
                  <a:lnTo>
                    <a:pt x="1132573" y="4974939"/>
                  </a:lnTo>
                  <a:lnTo>
                    <a:pt x="1132573" y="4974316"/>
                  </a:lnTo>
                  <a:lnTo>
                    <a:pt x="1132719" y="4974316"/>
                  </a:lnTo>
                  <a:lnTo>
                    <a:pt x="1132864" y="4974316"/>
                  </a:lnTo>
                  <a:lnTo>
                    <a:pt x="1133010" y="4974316"/>
                  </a:lnTo>
                  <a:lnTo>
                    <a:pt x="1133155" y="4974316"/>
                  </a:lnTo>
                  <a:lnTo>
                    <a:pt x="1133300" y="4974316"/>
                  </a:lnTo>
                  <a:lnTo>
                    <a:pt x="1133446" y="4974316"/>
                  </a:lnTo>
                  <a:lnTo>
                    <a:pt x="1133591" y="4974316"/>
                  </a:lnTo>
                  <a:lnTo>
                    <a:pt x="1133737" y="4974316"/>
                  </a:lnTo>
                  <a:lnTo>
                    <a:pt x="1133882" y="4974316"/>
                  </a:lnTo>
                  <a:lnTo>
                    <a:pt x="1133882" y="4973692"/>
                  </a:lnTo>
                  <a:lnTo>
                    <a:pt x="1134028" y="4973692"/>
                  </a:lnTo>
                  <a:lnTo>
                    <a:pt x="1134028" y="4973068"/>
                  </a:lnTo>
                  <a:lnTo>
                    <a:pt x="1134028" y="4972445"/>
                  </a:lnTo>
                  <a:lnTo>
                    <a:pt x="1134173" y="4972445"/>
                  </a:lnTo>
                  <a:lnTo>
                    <a:pt x="1134318" y="4972445"/>
                  </a:lnTo>
                  <a:lnTo>
                    <a:pt x="1134464" y="4972445"/>
                  </a:lnTo>
                  <a:lnTo>
                    <a:pt x="1134609" y="4972445"/>
                  </a:lnTo>
                  <a:lnTo>
                    <a:pt x="1134609" y="4971821"/>
                  </a:lnTo>
                  <a:lnTo>
                    <a:pt x="1134755" y="4971821"/>
                  </a:lnTo>
                  <a:lnTo>
                    <a:pt x="1134900" y="4971821"/>
                  </a:lnTo>
                  <a:lnTo>
                    <a:pt x="1134900" y="4971198"/>
                  </a:lnTo>
                  <a:lnTo>
                    <a:pt x="1135045" y="4971198"/>
                  </a:lnTo>
                  <a:lnTo>
                    <a:pt x="1135191" y="4971198"/>
                  </a:lnTo>
                  <a:lnTo>
                    <a:pt x="1135336" y="4971198"/>
                  </a:lnTo>
                  <a:lnTo>
                    <a:pt x="1135336" y="4970574"/>
                  </a:lnTo>
                  <a:lnTo>
                    <a:pt x="1135482" y="4970574"/>
                  </a:lnTo>
                  <a:lnTo>
                    <a:pt x="1135627" y="4970574"/>
                  </a:lnTo>
                  <a:lnTo>
                    <a:pt x="1135773" y="4970574"/>
                  </a:lnTo>
                  <a:lnTo>
                    <a:pt x="1135918" y="4970574"/>
                  </a:lnTo>
                  <a:lnTo>
                    <a:pt x="1136063" y="4970574"/>
                  </a:lnTo>
                  <a:lnTo>
                    <a:pt x="1136209" y="4970574"/>
                  </a:lnTo>
                  <a:lnTo>
                    <a:pt x="1136354" y="4970574"/>
                  </a:lnTo>
                  <a:lnTo>
                    <a:pt x="1136500" y="4970574"/>
                  </a:lnTo>
                  <a:lnTo>
                    <a:pt x="1136645" y="4970574"/>
                  </a:lnTo>
                  <a:lnTo>
                    <a:pt x="1136791" y="4970574"/>
                  </a:lnTo>
                  <a:lnTo>
                    <a:pt x="1136936" y="4970574"/>
                  </a:lnTo>
                  <a:lnTo>
                    <a:pt x="1137081" y="4970574"/>
                  </a:lnTo>
                  <a:lnTo>
                    <a:pt x="1137227" y="4970574"/>
                  </a:lnTo>
                  <a:lnTo>
                    <a:pt x="1137227" y="4969951"/>
                  </a:lnTo>
                  <a:lnTo>
                    <a:pt x="1137372" y="4969951"/>
                  </a:lnTo>
                  <a:lnTo>
                    <a:pt x="1137518" y="4969951"/>
                  </a:lnTo>
                  <a:lnTo>
                    <a:pt x="1137518" y="4969327"/>
                  </a:lnTo>
                  <a:lnTo>
                    <a:pt x="1137518" y="4968703"/>
                  </a:lnTo>
                  <a:lnTo>
                    <a:pt x="1137663" y="4968703"/>
                  </a:lnTo>
                  <a:lnTo>
                    <a:pt x="1137809" y="4968703"/>
                  </a:lnTo>
                  <a:lnTo>
                    <a:pt x="1137954" y="4968703"/>
                  </a:lnTo>
                  <a:lnTo>
                    <a:pt x="1138099" y="4968703"/>
                  </a:lnTo>
                  <a:lnTo>
                    <a:pt x="1138245" y="4968703"/>
                  </a:lnTo>
                  <a:lnTo>
                    <a:pt x="1138390" y="4968703"/>
                  </a:lnTo>
                  <a:lnTo>
                    <a:pt x="1138390" y="4968080"/>
                  </a:lnTo>
                  <a:lnTo>
                    <a:pt x="1138390" y="4967456"/>
                  </a:lnTo>
                  <a:lnTo>
                    <a:pt x="1138390" y="4966833"/>
                  </a:lnTo>
                  <a:lnTo>
                    <a:pt x="1138390" y="4966209"/>
                  </a:lnTo>
                  <a:lnTo>
                    <a:pt x="1138536" y="4966209"/>
                  </a:lnTo>
                  <a:lnTo>
                    <a:pt x="1138681" y="4966209"/>
                  </a:lnTo>
                  <a:lnTo>
                    <a:pt x="1138827" y="4966209"/>
                  </a:lnTo>
                  <a:lnTo>
                    <a:pt x="1138972" y="4966209"/>
                  </a:lnTo>
                  <a:lnTo>
                    <a:pt x="1139117" y="4966209"/>
                  </a:lnTo>
                  <a:lnTo>
                    <a:pt x="1139263" y="4966209"/>
                  </a:lnTo>
                  <a:lnTo>
                    <a:pt x="1139408" y="4966209"/>
                  </a:lnTo>
                  <a:lnTo>
                    <a:pt x="1139554" y="4966209"/>
                  </a:lnTo>
                  <a:lnTo>
                    <a:pt x="1139554" y="4965586"/>
                  </a:lnTo>
                  <a:lnTo>
                    <a:pt x="1139699" y="4965586"/>
                  </a:lnTo>
                  <a:lnTo>
                    <a:pt x="1139845" y="4965586"/>
                  </a:lnTo>
                  <a:lnTo>
                    <a:pt x="1139990" y="4965586"/>
                  </a:lnTo>
                  <a:lnTo>
                    <a:pt x="1140135" y="4965586"/>
                  </a:lnTo>
                  <a:lnTo>
                    <a:pt x="1140281" y="4965586"/>
                  </a:lnTo>
                  <a:lnTo>
                    <a:pt x="1140426" y="4965586"/>
                  </a:lnTo>
                  <a:lnTo>
                    <a:pt x="1140426" y="4964962"/>
                  </a:lnTo>
                  <a:lnTo>
                    <a:pt x="1140572" y="4964962"/>
                  </a:lnTo>
                  <a:lnTo>
                    <a:pt x="1140717" y="4964962"/>
                  </a:lnTo>
                  <a:lnTo>
                    <a:pt x="1140863" y="4964962"/>
                  </a:lnTo>
                  <a:lnTo>
                    <a:pt x="1141008" y="4964962"/>
                  </a:lnTo>
                  <a:lnTo>
                    <a:pt x="1141153" y="4964962"/>
                  </a:lnTo>
                  <a:lnTo>
                    <a:pt x="1141299" y="4964962"/>
                  </a:lnTo>
                  <a:lnTo>
                    <a:pt x="1141299" y="4964338"/>
                  </a:lnTo>
                  <a:lnTo>
                    <a:pt x="1141444" y="4964338"/>
                  </a:lnTo>
                  <a:lnTo>
                    <a:pt x="1141590" y="4964338"/>
                  </a:lnTo>
                  <a:lnTo>
                    <a:pt x="1141735" y="4964338"/>
                  </a:lnTo>
                  <a:lnTo>
                    <a:pt x="1141880" y="4964338"/>
                  </a:lnTo>
                  <a:lnTo>
                    <a:pt x="1142026" y="4964338"/>
                  </a:lnTo>
                  <a:lnTo>
                    <a:pt x="1142171" y="4964338"/>
                  </a:lnTo>
                  <a:lnTo>
                    <a:pt x="1142317" y="4964338"/>
                  </a:lnTo>
                  <a:lnTo>
                    <a:pt x="1142317" y="4963715"/>
                  </a:lnTo>
                  <a:lnTo>
                    <a:pt x="1142317" y="4963091"/>
                  </a:lnTo>
                  <a:lnTo>
                    <a:pt x="1142462" y="4963091"/>
                  </a:lnTo>
                  <a:lnTo>
                    <a:pt x="1142608" y="4963091"/>
                  </a:lnTo>
                  <a:lnTo>
                    <a:pt x="1142753" y="4963091"/>
                  </a:lnTo>
                  <a:lnTo>
                    <a:pt x="1142898" y="4963091"/>
                  </a:lnTo>
                  <a:lnTo>
                    <a:pt x="1143044" y="4963091"/>
                  </a:lnTo>
                  <a:lnTo>
                    <a:pt x="1143189" y="4963091"/>
                  </a:lnTo>
                  <a:lnTo>
                    <a:pt x="1143335" y="4963091"/>
                  </a:lnTo>
                  <a:lnTo>
                    <a:pt x="1143480" y="4963091"/>
                  </a:lnTo>
                  <a:lnTo>
                    <a:pt x="1143626" y="4963091"/>
                  </a:lnTo>
                  <a:lnTo>
                    <a:pt x="1143771" y="4963091"/>
                  </a:lnTo>
                  <a:lnTo>
                    <a:pt x="1143916" y="4963091"/>
                  </a:lnTo>
                  <a:lnTo>
                    <a:pt x="1143916" y="4962468"/>
                  </a:lnTo>
                  <a:lnTo>
                    <a:pt x="1143916" y="4961844"/>
                  </a:lnTo>
                  <a:lnTo>
                    <a:pt x="1144062" y="4961844"/>
                  </a:lnTo>
                  <a:lnTo>
                    <a:pt x="1144207" y="4961844"/>
                  </a:lnTo>
                  <a:lnTo>
                    <a:pt x="1144353" y="4961844"/>
                  </a:lnTo>
                  <a:lnTo>
                    <a:pt x="1144498" y="4961844"/>
                  </a:lnTo>
                  <a:lnTo>
                    <a:pt x="1144498" y="4961220"/>
                  </a:lnTo>
                  <a:lnTo>
                    <a:pt x="1144644" y="4961220"/>
                  </a:lnTo>
                  <a:lnTo>
                    <a:pt x="1144789" y="4961220"/>
                  </a:lnTo>
                  <a:lnTo>
                    <a:pt x="1144934" y="4961220"/>
                  </a:lnTo>
                  <a:lnTo>
                    <a:pt x="1145080" y="4961220"/>
                  </a:lnTo>
                  <a:lnTo>
                    <a:pt x="1145080" y="4960597"/>
                  </a:lnTo>
                  <a:lnTo>
                    <a:pt x="1145225" y="4960597"/>
                  </a:lnTo>
                  <a:lnTo>
                    <a:pt x="1145225" y="4959973"/>
                  </a:lnTo>
                  <a:lnTo>
                    <a:pt x="1145371" y="4959973"/>
                  </a:lnTo>
                  <a:lnTo>
                    <a:pt x="1145371" y="4959350"/>
                  </a:lnTo>
                  <a:lnTo>
                    <a:pt x="1145516" y="4959350"/>
                  </a:lnTo>
                  <a:lnTo>
                    <a:pt x="1145662" y="4959350"/>
                  </a:lnTo>
                  <a:lnTo>
                    <a:pt x="1145807" y="4959350"/>
                  </a:lnTo>
                  <a:lnTo>
                    <a:pt x="1145807" y="4958726"/>
                  </a:lnTo>
                  <a:lnTo>
                    <a:pt x="1145952" y="4958726"/>
                  </a:lnTo>
                  <a:lnTo>
                    <a:pt x="1146098" y="4958726"/>
                  </a:lnTo>
                  <a:lnTo>
                    <a:pt x="1146243" y="4958726"/>
                  </a:lnTo>
                  <a:lnTo>
                    <a:pt x="1146243" y="4958103"/>
                  </a:lnTo>
                  <a:lnTo>
                    <a:pt x="1146243" y="4957479"/>
                  </a:lnTo>
                  <a:lnTo>
                    <a:pt x="1146389" y="4957479"/>
                  </a:lnTo>
                  <a:lnTo>
                    <a:pt x="1146534" y="4957479"/>
                  </a:lnTo>
                  <a:lnTo>
                    <a:pt x="1146534" y="4956855"/>
                  </a:lnTo>
                  <a:lnTo>
                    <a:pt x="1146680" y="4956855"/>
                  </a:lnTo>
                  <a:lnTo>
                    <a:pt x="1146825" y="4956855"/>
                  </a:lnTo>
                  <a:lnTo>
                    <a:pt x="1146970" y="4956855"/>
                  </a:lnTo>
                  <a:lnTo>
                    <a:pt x="1146970" y="4956232"/>
                  </a:lnTo>
                  <a:lnTo>
                    <a:pt x="1146970" y="4955608"/>
                  </a:lnTo>
                  <a:lnTo>
                    <a:pt x="1147116" y="4955608"/>
                  </a:lnTo>
                  <a:lnTo>
                    <a:pt x="1147261" y="4955608"/>
                  </a:lnTo>
                  <a:lnTo>
                    <a:pt x="1147407" y="4955608"/>
                  </a:lnTo>
                  <a:lnTo>
                    <a:pt x="1147552" y="4955608"/>
                  </a:lnTo>
                  <a:lnTo>
                    <a:pt x="1147698" y="4955608"/>
                  </a:lnTo>
                  <a:lnTo>
                    <a:pt x="1147843" y="4955608"/>
                  </a:lnTo>
                  <a:lnTo>
                    <a:pt x="1147988" y="4955608"/>
                  </a:lnTo>
                  <a:lnTo>
                    <a:pt x="1147988" y="4954985"/>
                  </a:lnTo>
                  <a:lnTo>
                    <a:pt x="1148134" y="4954985"/>
                  </a:lnTo>
                  <a:lnTo>
                    <a:pt x="1148279" y="4954985"/>
                  </a:lnTo>
                  <a:lnTo>
                    <a:pt x="1148279" y="4954361"/>
                  </a:lnTo>
                  <a:lnTo>
                    <a:pt x="1148425" y="4954361"/>
                  </a:lnTo>
                  <a:lnTo>
                    <a:pt x="1148570" y="4954361"/>
                  </a:lnTo>
                  <a:lnTo>
                    <a:pt x="1148570" y="4953737"/>
                  </a:lnTo>
                  <a:lnTo>
                    <a:pt x="1148570" y="4953114"/>
                  </a:lnTo>
                  <a:lnTo>
                    <a:pt x="1148715" y="4953114"/>
                  </a:lnTo>
                  <a:lnTo>
                    <a:pt x="1148861" y="4953114"/>
                  </a:lnTo>
                  <a:lnTo>
                    <a:pt x="1148861" y="4952490"/>
                  </a:lnTo>
                  <a:lnTo>
                    <a:pt x="1149006" y="4952490"/>
                  </a:lnTo>
                  <a:lnTo>
                    <a:pt x="1149006" y="4951867"/>
                  </a:lnTo>
                  <a:lnTo>
                    <a:pt x="1149152" y="4951867"/>
                  </a:lnTo>
                  <a:lnTo>
                    <a:pt x="1149297" y="4951867"/>
                  </a:lnTo>
                  <a:lnTo>
                    <a:pt x="1149297" y="4951243"/>
                  </a:lnTo>
                  <a:lnTo>
                    <a:pt x="1149443" y="4951243"/>
                  </a:lnTo>
                  <a:lnTo>
                    <a:pt x="1149588" y="4951243"/>
                  </a:lnTo>
                  <a:lnTo>
                    <a:pt x="1149733" y="4951243"/>
                  </a:lnTo>
                  <a:lnTo>
                    <a:pt x="1149879" y="4951243"/>
                  </a:lnTo>
                  <a:lnTo>
                    <a:pt x="1150024" y="4951243"/>
                  </a:lnTo>
                  <a:lnTo>
                    <a:pt x="1150170" y="4951243"/>
                  </a:lnTo>
                  <a:lnTo>
                    <a:pt x="1150170" y="4950620"/>
                  </a:lnTo>
                  <a:lnTo>
                    <a:pt x="1150315" y="4950620"/>
                  </a:lnTo>
                  <a:lnTo>
                    <a:pt x="1150461" y="4950620"/>
                  </a:lnTo>
                  <a:lnTo>
                    <a:pt x="1150606" y="4950620"/>
                  </a:lnTo>
                  <a:lnTo>
                    <a:pt x="1150751" y="4950620"/>
                  </a:lnTo>
                  <a:lnTo>
                    <a:pt x="1150897" y="4950620"/>
                  </a:lnTo>
                  <a:lnTo>
                    <a:pt x="1151042" y="4950620"/>
                  </a:lnTo>
                  <a:lnTo>
                    <a:pt x="1151188" y="4950620"/>
                  </a:lnTo>
                  <a:lnTo>
                    <a:pt x="1151188" y="4949996"/>
                  </a:lnTo>
                  <a:lnTo>
                    <a:pt x="1151333" y="4949996"/>
                  </a:lnTo>
                  <a:lnTo>
                    <a:pt x="1151479" y="4949996"/>
                  </a:lnTo>
                  <a:lnTo>
                    <a:pt x="1151624" y="4949996"/>
                  </a:lnTo>
                  <a:lnTo>
                    <a:pt x="1151769" y="4949996"/>
                  </a:lnTo>
                  <a:lnTo>
                    <a:pt x="1151915" y="4949996"/>
                  </a:lnTo>
                  <a:lnTo>
                    <a:pt x="1152060" y="4949996"/>
                  </a:lnTo>
                  <a:lnTo>
                    <a:pt x="1152206" y="4949996"/>
                  </a:lnTo>
                  <a:lnTo>
                    <a:pt x="1152351" y="4949996"/>
                  </a:lnTo>
                  <a:lnTo>
                    <a:pt x="1152351" y="4949372"/>
                  </a:lnTo>
                  <a:lnTo>
                    <a:pt x="1152497" y="4949372"/>
                  </a:lnTo>
                  <a:lnTo>
                    <a:pt x="1152642" y="4949372"/>
                  </a:lnTo>
                  <a:lnTo>
                    <a:pt x="1152642" y="4948749"/>
                  </a:lnTo>
                  <a:lnTo>
                    <a:pt x="1152787" y="4948749"/>
                  </a:lnTo>
                  <a:lnTo>
                    <a:pt x="1152933" y="4948749"/>
                  </a:lnTo>
                  <a:lnTo>
                    <a:pt x="1153078" y="4948749"/>
                  </a:lnTo>
                  <a:lnTo>
                    <a:pt x="1153224" y="4948749"/>
                  </a:lnTo>
                  <a:lnTo>
                    <a:pt x="1153369" y="4948749"/>
                  </a:lnTo>
                  <a:lnTo>
                    <a:pt x="1153515" y="4948749"/>
                  </a:lnTo>
                  <a:lnTo>
                    <a:pt x="1153660" y="4948749"/>
                  </a:lnTo>
                  <a:lnTo>
                    <a:pt x="1153805" y="4948749"/>
                  </a:lnTo>
                  <a:lnTo>
                    <a:pt x="1153951" y="4948749"/>
                  </a:lnTo>
                  <a:lnTo>
                    <a:pt x="1153951" y="4948125"/>
                  </a:lnTo>
                  <a:lnTo>
                    <a:pt x="1154096" y="4948125"/>
                  </a:lnTo>
                  <a:lnTo>
                    <a:pt x="1154242" y="4948125"/>
                  </a:lnTo>
                  <a:lnTo>
                    <a:pt x="1154387" y="4948125"/>
                  </a:lnTo>
                  <a:lnTo>
                    <a:pt x="1154387" y="4947502"/>
                  </a:lnTo>
                  <a:lnTo>
                    <a:pt x="1154387" y="4946878"/>
                  </a:lnTo>
                  <a:lnTo>
                    <a:pt x="1154532" y="4946878"/>
                  </a:lnTo>
                  <a:lnTo>
                    <a:pt x="1154678" y="4946878"/>
                  </a:lnTo>
                  <a:lnTo>
                    <a:pt x="1154823" y="4946878"/>
                  </a:lnTo>
                  <a:lnTo>
                    <a:pt x="1154823" y="4946254"/>
                  </a:lnTo>
                  <a:lnTo>
                    <a:pt x="1154823" y="4945631"/>
                  </a:lnTo>
                  <a:lnTo>
                    <a:pt x="1154969" y="4945631"/>
                  </a:lnTo>
                  <a:lnTo>
                    <a:pt x="1155114" y="4945631"/>
                  </a:lnTo>
                  <a:lnTo>
                    <a:pt x="1155260" y="4945631"/>
                  </a:lnTo>
                  <a:lnTo>
                    <a:pt x="1155405" y="4945631"/>
                  </a:lnTo>
                  <a:lnTo>
                    <a:pt x="1155550" y="4945631"/>
                  </a:lnTo>
                  <a:lnTo>
                    <a:pt x="1155550" y="4945007"/>
                  </a:lnTo>
                  <a:lnTo>
                    <a:pt x="1155696" y="4945007"/>
                  </a:lnTo>
                  <a:lnTo>
                    <a:pt x="1155841" y="4945007"/>
                  </a:lnTo>
                  <a:lnTo>
                    <a:pt x="1155987" y="4945007"/>
                  </a:lnTo>
                  <a:lnTo>
                    <a:pt x="1156132" y="4945007"/>
                  </a:lnTo>
                  <a:lnTo>
                    <a:pt x="1156278" y="4945007"/>
                  </a:lnTo>
                  <a:lnTo>
                    <a:pt x="1156423" y="4945007"/>
                  </a:lnTo>
                  <a:lnTo>
                    <a:pt x="1156568" y="4945007"/>
                  </a:lnTo>
                  <a:lnTo>
                    <a:pt x="1156714" y="4945007"/>
                  </a:lnTo>
                  <a:lnTo>
                    <a:pt x="1156859" y="4945007"/>
                  </a:lnTo>
                  <a:lnTo>
                    <a:pt x="1157005" y="4945007"/>
                  </a:lnTo>
                  <a:lnTo>
                    <a:pt x="1157005" y="4944384"/>
                  </a:lnTo>
                  <a:lnTo>
                    <a:pt x="1157150" y="4944384"/>
                  </a:lnTo>
                  <a:lnTo>
                    <a:pt x="1157150" y="4943760"/>
                  </a:lnTo>
                  <a:lnTo>
                    <a:pt x="1157296" y="4943760"/>
                  </a:lnTo>
                  <a:lnTo>
                    <a:pt x="1157441" y="4943760"/>
                  </a:lnTo>
                  <a:lnTo>
                    <a:pt x="1157586" y="4943760"/>
                  </a:lnTo>
                  <a:lnTo>
                    <a:pt x="1157586" y="4943137"/>
                  </a:lnTo>
                  <a:lnTo>
                    <a:pt x="1157586" y="4942513"/>
                  </a:lnTo>
                  <a:lnTo>
                    <a:pt x="1157732" y="4942513"/>
                  </a:lnTo>
                  <a:lnTo>
                    <a:pt x="1157732" y="4941889"/>
                  </a:lnTo>
                  <a:lnTo>
                    <a:pt x="1157877" y="4941889"/>
                  </a:lnTo>
                  <a:lnTo>
                    <a:pt x="1158023" y="4941889"/>
                  </a:lnTo>
                  <a:lnTo>
                    <a:pt x="1158168" y="4941889"/>
                  </a:lnTo>
                  <a:lnTo>
                    <a:pt x="1158314" y="4941889"/>
                  </a:lnTo>
                  <a:lnTo>
                    <a:pt x="1158459" y="4941889"/>
                  </a:lnTo>
                  <a:lnTo>
                    <a:pt x="1158604" y="4941889"/>
                  </a:lnTo>
                  <a:lnTo>
                    <a:pt x="1158750" y="4941889"/>
                  </a:lnTo>
                  <a:lnTo>
                    <a:pt x="1158895" y="4941889"/>
                  </a:lnTo>
                  <a:lnTo>
                    <a:pt x="1159041" y="4941889"/>
                  </a:lnTo>
                  <a:lnTo>
                    <a:pt x="1159186" y="4941889"/>
                  </a:lnTo>
                  <a:lnTo>
                    <a:pt x="1159332" y="4941889"/>
                  </a:lnTo>
                  <a:lnTo>
                    <a:pt x="1159477" y="4941889"/>
                  </a:lnTo>
                  <a:lnTo>
                    <a:pt x="1159622" y="4941889"/>
                  </a:lnTo>
                  <a:lnTo>
                    <a:pt x="1159768" y="4941889"/>
                  </a:lnTo>
                  <a:lnTo>
                    <a:pt x="1159913" y="4941889"/>
                  </a:lnTo>
                  <a:lnTo>
                    <a:pt x="1160059" y="4941889"/>
                  </a:lnTo>
                  <a:lnTo>
                    <a:pt x="1160204" y="4941889"/>
                  </a:lnTo>
                  <a:lnTo>
                    <a:pt x="1160350" y="4941889"/>
                  </a:lnTo>
                  <a:lnTo>
                    <a:pt x="1160495" y="4941889"/>
                  </a:lnTo>
                  <a:lnTo>
                    <a:pt x="1160495" y="4941266"/>
                  </a:lnTo>
                  <a:lnTo>
                    <a:pt x="1160495" y="4940642"/>
                  </a:lnTo>
                  <a:lnTo>
                    <a:pt x="1160640" y="4940642"/>
                  </a:lnTo>
                  <a:lnTo>
                    <a:pt x="1160786" y="4940642"/>
                  </a:lnTo>
                  <a:lnTo>
                    <a:pt x="1160931" y="4940642"/>
                  </a:lnTo>
                  <a:lnTo>
                    <a:pt x="1160931" y="4940019"/>
                  </a:lnTo>
                  <a:lnTo>
                    <a:pt x="1161077" y="4940019"/>
                  </a:lnTo>
                  <a:lnTo>
                    <a:pt x="1161077" y="4939395"/>
                  </a:lnTo>
                  <a:lnTo>
                    <a:pt x="1161222" y="4939395"/>
                  </a:lnTo>
                  <a:lnTo>
                    <a:pt x="1161367" y="4939395"/>
                  </a:lnTo>
                  <a:lnTo>
                    <a:pt x="1161513" y="4939395"/>
                  </a:lnTo>
                  <a:lnTo>
                    <a:pt x="1161658" y="4939395"/>
                  </a:lnTo>
                  <a:lnTo>
                    <a:pt x="1161804" y="4939395"/>
                  </a:lnTo>
                  <a:lnTo>
                    <a:pt x="1161949" y="4939395"/>
                  </a:lnTo>
                  <a:lnTo>
                    <a:pt x="1161949" y="4938771"/>
                  </a:lnTo>
                  <a:lnTo>
                    <a:pt x="1162095" y="4938771"/>
                  </a:lnTo>
                  <a:lnTo>
                    <a:pt x="1162240" y="4938771"/>
                  </a:lnTo>
                  <a:lnTo>
                    <a:pt x="1162385" y="4938771"/>
                  </a:lnTo>
                  <a:lnTo>
                    <a:pt x="1162531" y="4938771"/>
                  </a:lnTo>
                  <a:lnTo>
                    <a:pt x="1162676" y="4938771"/>
                  </a:lnTo>
                  <a:lnTo>
                    <a:pt x="1162822" y="4938771"/>
                  </a:lnTo>
                  <a:lnTo>
                    <a:pt x="1162822" y="4938148"/>
                  </a:lnTo>
                  <a:lnTo>
                    <a:pt x="1162822" y="4937524"/>
                  </a:lnTo>
                  <a:lnTo>
                    <a:pt x="1162967" y="4937524"/>
                  </a:lnTo>
                  <a:lnTo>
                    <a:pt x="1163113" y="4937524"/>
                  </a:lnTo>
                  <a:lnTo>
                    <a:pt x="1163258" y="4937524"/>
                  </a:lnTo>
                  <a:lnTo>
                    <a:pt x="1163258" y="4936901"/>
                  </a:lnTo>
                  <a:lnTo>
                    <a:pt x="1163403" y="4936901"/>
                  </a:lnTo>
                  <a:lnTo>
                    <a:pt x="1163549" y="4936901"/>
                  </a:lnTo>
                  <a:lnTo>
                    <a:pt x="1163694" y="4936901"/>
                  </a:lnTo>
                  <a:lnTo>
                    <a:pt x="1163840" y="4936901"/>
                  </a:lnTo>
                  <a:lnTo>
                    <a:pt x="1163985" y="4936901"/>
                  </a:lnTo>
                  <a:lnTo>
                    <a:pt x="1164131" y="4936901"/>
                  </a:lnTo>
                  <a:lnTo>
                    <a:pt x="1164276" y="4936901"/>
                  </a:lnTo>
                  <a:lnTo>
                    <a:pt x="1164421" y="4936901"/>
                  </a:lnTo>
                  <a:lnTo>
                    <a:pt x="1164567" y="4936901"/>
                  </a:lnTo>
                  <a:lnTo>
                    <a:pt x="1164712" y="4936901"/>
                  </a:lnTo>
                  <a:lnTo>
                    <a:pt x="1164858" y="4936901"/>
                  </a:lnTo>
                  <a:lnTo>
                    <a:pt x="1164858" y="4936277"/>
                  </a:lnTo>
                  <a:lnTo>
                    <a:pt x="1165003" y="4936277"/>
                  </a:lnTo>
                  <a:lnTo>
                    <a:pt x="1165149" y="4936277"/>
                  </a:lnTo>
                  <a:lnTo>
                    <a:pt x="1165149" y="4935654"/>
                  </a:lnTo>
                  <a:lnTo>
                    <a:pt x="1165294" y="4935654"/>
                  </a:lnTo>
                  <a:lnTo>
                    <a:pt x="1165439" y="4935654"/>
                  </a:lnTo>
                  <a:lnTo>
                    <a:pt x="1165439" y="4935030"/>
                  </a:lnTo>
                  <a:lnTo>
                    <a:pt x="1165585" y="4935030"/>
                  </a:lnTo>
                  <a:lnTo>
                    <a:pt x="1165730" y="4935030"/>
                  </a:lnTo>
                  <a:lnTo>
                    <a:pt x="1165876" y="4935030"/>
                  </a:lnTo>
                  <a:lnTo>
                    <a:pt x="1166021" y="4935030"/>
                  </a:lnTo>
                  <a:lnTo>
                    <a:pt x="1166167" y="4935030"/>
                  </a:lnTo>
                  <a:lnTo>
                    <a:pt x="1166312" y="4935030"/>
                  </a:lnTo>
                  <a:lnTo>
                    <a:pt x="1166457" y="4935030"/>
                  </a:lnTo>
                  <a:lnTo>
                    <a:pt x="1166603" y="4935030"/>
                  </a:lnTo>
                  <a:lnTo>
                    <a:pt x="1166748" y="4935030"/>
                  </a:lnTo>
                  <a:lnTo>
                    <a:pt x="1166748" y="4934406"/>
                  </a:lnTo>
                  <a:lnTo>
                    <a:pt x="1166748" y="4933783"/>
                  </a:lnTo>
                  <a:lnTo>
                    <a:pt x="1166894" y="4933783"/>
                  </a:lnTo>
                  <a:lnTo>
                    <a:pt x="1167039" y="4933783"/>
                  </a:lnTo>
                  <a:lnTo>
                    <a:pt x="1167185" y="4933783"/>
                  </a:lnTo>
                  <a:lnTo>
                    <a:pt x="1167330" y="4933783"/>
                  </a:lnTo>
                  <a:lnTo>
                    <a:pt x="1167330" y="4933159"/>
                  </a:lnTo>
                  <a:lnTo>
                    <a:pt x="1167475" y="4933159"/>
                  </a:lnTo>
                  <a:lnTo>
                    <a:pt x="1167621" y="4933159"/>
                  </a:lnTo>
                  <a:lnTo>
                    <a:pt x="1167766" y="4933159"/>
                  </a:lnTo>
                  <a:lnTo>
                    <a:pt x="1167766" y="4932536"/>
                  </a:lnTo>
                  <a:lnTo>
                    <a:pt x="1167912" y="4932536"/>
                  </a:lnTo>
                  <a:lnTo>
                    <a:pt x="1168057" y="4932536"/>
                  </a:lnTo>
                  <a:lnTo>
                    <a:pt x="1168202" y="4932536"/>
                  </a:lnTo>
                  <a:lnTo>
                    <a:pt x="1168348" y="4932536"/>
                  </a:lnTo>
                  <a:lnTo>
                    <a:pt x="1168493" y="4932536"/>
                  </a:lnTo>
                  <a:lnTo>
                    <a:pt x="1168639" y="4932536"/>
                  </a:lnTo>
                  <a:lnTo>
                    <a:pt x="1168784" y="4932536"/>
                  </a:lnTo>
                  <a:lnTo>
                    <a:pt x="1168930" y="4932536"/>
                  </a:lnTo>
                  <a:lnTo>
                    <a:pt x="1169075" y="4932536"/>
                  </a:lnTo>
                  <a:lnTo>
                    <a:pt x="1169220" y="4932536"/>
                  </a:lnTo>
                  <a:lnTo>
                    <a:pt x="1169366" y="4932536"/>
                  </a:lnTo>
                  <a:lnTo>
                    <a:pt x="1169511" y="4932536"/>
                  </a:lnTo>
                  <a:lnTo>
                    <a:pt x="1169657" y="4932536"/>
                  </a:lnTo>
                  <a:lnTo>
                    <a:pt x="1169802" y="4932536"/>
                  </a:lnTo>
                  <a:lnTo>
                    <a:pt x="1169948" y="4932536"/>
                  </a:lnTo>
                  <a:lnTo>
                    <a:pt x="1170093" y="4932536"/>
                  </a:lnTo>
                  <a:lnTo>
                    <a:pt x="1170238" y="4932536"/>
                  </a:lnTo>
                  <a:lnTo>
                    <a:pt x="1170384" y="4932536"/>
                  </a:lnTo>
                  <a:lnTo>
                    <a:pt x="1170529" y="4932536"/>
                  </a:lnTo>
                  <a:lnTo>
                    <a:pt x="1170529" y="4931912"/>
                  </a:lnTo>
                  <a:lnTo>
                    <a:pt x="1170675" y="4931912"/>
                  </a:lnTo>
                  <a:lnTo>
                    <a:pt x="1170820" y="4931912"/>
                  </a:lnTo>
                  <a:lnTo>
                    <a:pt x="1170966" y="4931912"/>
                  </a:lnTo>
                  <a:lnTo>
                    <a:pt x="1171111" y="4931912"/>
                  </a:lnTo>
                  <a:lnTo>
                    <a:pt x="1171256" y="4931912"/>
                  </a:lnTo>
                  <a:lnTo>
                    <a:pt x="1171402" y="4931912"/>
                  </a:lnTo>
                  <a:lnTo>
                    <a:pt x="1171547" y="4931912"/>
                  </a:lnTo>
                  <a:lnTo>
                    <a:pt x="1171547" y="4931288"/>
                  </a:lnTo>
                  <a:lnTo>
                    <a:pt x="1171693" y="4931288"/>
                  </a:lnTo>
                  <a:lnTo>
                    <a:pt x="1171838" y="4931288"/>
                  </a:lnTo>
                  <a:lnTo>
                    <a:pt x="1171984" y="4931288"/>
                  </a:lnTo>
                  <a:lnTo>
                    <a:pt x="1171984" y="4930665"/>
                  </a:lnTo>
                  <a:lnTo>
                    <a:pt x="1172129" y="4930665"/>
                  </a:lnTo>
                  <a:lnTo>
                    <a:pt x="1172274" y="4930665"/>
                  </a:lnTo>
                  <a:lnTo>
                    <a:pt x="1172420" y="4930665"/>
                  </a:lnTo>
                  <a:lnTo>
                    <a:pt x="1172565" y="4930665"/>
                  </a:lnTo>
                  <a:lnTo>
                    <a:pt x="1172711" y="4930665"/>
                  </a:lnTo>
                  <a:lnTo>
                    <a:pt x="1172856" y="4930665"/>
                  </a:lnTo>
                  <a:lnTo>
                    <a:pt x="1172856" y="4930041"/>
                  </a:lnTo>
                  <a:lnTo>
                    <a:pt x="1173002" y="4930041"/>
                  </a:lnTo>
                  <a:lnTo>
                    <a:pt x="1173147" y="4930041"/>
                  </a:lnTo>
                  <a:lnTo>
                    <a:pt x="1173292" y="4930041"/>
                  </a:lnTo>
                  <a:lnTo>
                    <a:pt x="1173438" y="4930041"/>
                  </a:lnTo>
                  <a:lnTo>
                    <a:pt x="1173583" y="4930041"/>
                  </a:lnTo>
                  <a:lnTo>
                    <a:pt x="1173583" y="4929418"/>
                  </a:lnTo>
                  <a:lnTo>
                    <a:pt x="1173729" y="4929418"/>
                  </a:lnTo>
                  <a:lnTo>
                    <a:pt x="1173729" y="4928794"/>
                  </a:lnTo>
                  <a:lnTo>
                    <a:pt x="1173729" y="4928171"/>
                  </a:lnTo>
                  <a:lnTo>
                    <a:pt x="1173874" y="4928171"/>
                  </a:lnTo>
                  <a:lnTo>
                    <a:pt x="1174020" y="4928171"/>
                  </a:lnTo>
                  <a:lnTo>
                    <a:pt x="1174165" y="4928171"/>
                  </a:lnTo>
                  <a:lnTo>
                    <a:pt x="1174310" y="4928171"/>
                  </a:lnTo>
                  <a:lnTo>
                    <a:pt x="1174310" y="4927547"/>
                  </a:lnTo>
                  <a:lnTo>
                    <a:pt x="1174456" y="4927547"/>
                  </a:lnTo>
                  <a:lnTo>
                    <a:pt x="1174601" y="4927547"/>
                  </a:lnTo>
                  <a:lnTo>
                    <a:pt x="1174747" y="4927547"/>
                  </a:lnTo>
                  <a:lnTo>
                    <a:pt x="1174892" y="4927547"/>
                  </a:lnTo>
                  <a:lnTo>
                    <a:pt x="1175037" y="4927547"/>
                  </a:lnTo>
                  <a:lnTo>
                    <a:pt x="1175183" y="4927547"/>
                  </a:lnTo>
                  <a:lnTo>
                    <a:pt x="1175328" y="4927547"/>
                  </a:lnTo>
                  <a:lnTo>
                    <a:pt x="1175474" y="4927547"/>
                  </a:lnTo>
                  <a:lnTo>
                    <a:pt x="1175619" y="4927547"/>
                  </a:lnTo>
                  <a:lnTo>
                    <a:pt x="1175765" y="4927547"/>
                  </a:lnTo>
                  <a:lnTo>
                    <a:pt x="1175910" y="4927547"/>
                  </a:lnTo>
                  <a:lnTo>
                    <a:pt x="1176055" y="4927547"/>
                  </a:lnTo>
                  <a:lnTo>
                    <a:pt x="1176201" y="4927547"/>
                  </a:lnTo>
                  <a:lnTo>
                    <a:pt x="1176346" y="4927547"/>
                  </a:lnTo>
                  <a:lnTo>
                    <a:pt x="1176492" y="4927547"/>
                  </a:lnTo>
                  <a:lnTo>
                    <a:pt x="1176637" y="4927547"/>
                  </a:lnTo>
                  <a:lnTo>
                    <a:pt x="1176783" y="4927547"/>
                  </a:lnTo>
                  <a:lnTo>
                    <a:pt x="1176928" y="4927547"/>
                  </a:lnTo>
                  <a:lnTo>
                    <a:pt x="1176928" y="4926923"/>
                  </a:lnTo>
                  <a:lnTo>
                    <a:pt x="1177073" y="4926923"/>
                  </a:lnTo>
                  <a:lnTo>
                    <a:pt x="1177219" y="4926923"/>
                  </a:lnTo>
                  <a:lnTo>
                    <a:pt x="1177364" y="4926923"/>
                  </a:lnTo>
                  <a:lnTo>
                    <a:pt x="1177510" y="4926923"/>
                  </a:lnTo>
                  <a:lnTo>
                    <a:pt x="1177510" y="4926300"/>
                  </a:lnTo>
                  <a:lnTo>
                    <a:pt x="1177655" y="4926300"/>
                  </a:lnTo>
                  <a:lnTo>
                    <a:pt x="1177801" y="4926300"/>
                  </a:lnTo>
                  <a:lnTo>
                    <a:pt x="1177946" y="4926300"/>
                  </a:lnTo>
                  <a:lnTo>
                    <a:pt x="1178091" y="4926300"/>
                  </a:lnTo>
                  <a:lnTo>
                    <a:pt x="1178237" y="4926300"/>
                  </a:lnTo>
                  <a:lnTo>
                    <a:pt x="1178382" y="4926300"/>
                  </a:lnTo>
                  <a:lnTo>
                    <a:pt x="1178528" y="4926300"/>
                  </a:lnTo>
                  <a:lnTo>
                    <a:pt x="1178673" y="4926300"/>
                  </a:lnTo>
                  <a:lnTo>
                    <a:pt x="1178673" y="4925676"/>
                  </a:lnTo>
                  <a:lnTo>
                    <a:pt x="1178819" y="4925676"/>
                  </a:lnTo>
                  <a:lnTo>
                    <a:pt x="1178819" y="4925053"/>
                  </a:lnTo>
                  <a:lnTo>
                    <a:pt x="1178964" y="4925053"/>
                  </a:lnTo>
                  <a:lnTo>
                    <a:pt x="1179109" y="4925053"/>
                  </a:lnTo>
                  <a:lnTo>
                    <a:pt x="1179109" y="4924429"/>
                  </a:lnTo>
                  <a:lnTo>
                    <a:pt x="1179255" y="4924429"/>
                  </a:lnTo>
                  <a:lnTo>
                    <a:pt x="1179400" y="4924429"/>
                  </a:lnTo>
                  <a:lnTo>
                    <a:pt x="1179546" y="4924429"/>
                  </a:lnTo>
                  <a:lnTo>
                    <a:pt x="1179691" y="4924429"/>
                  </a:lnTo>
                  <a:lnTo>
                    <a:pt x="1179837" y="4924429"/>
                  </a:lnTo>
                  <a:lnTo>
                    <a:pt x="1179982" y="4924429"/>
                  </a:lnTo>
                  <a:lnTo>
                    <a:pt x="1180127" y="4924429"/>
                  </a:lnTo>
                  <a:lnTo>
                    <a:pt x="1180127" y="4923805"/>
                  </a:lnTo>
                  <a:lnTo>
                    <a:pt x="1180273" y="4923805"/>
                  </a:lnTo>
                  <a:lnTo>
                    <a:pt x="1180273" y="4923182"/>
                  </a:lnTo>
                  <a:lnTo>
                    <a:pt x="1180273" y="4922558"/>
                  </a:lnTo>
                  <a:lnTo>
                    <a:pt x="1180418" y="4922558"/>
                  </a:lnTo>
                  <a:lnTo>
                    <a:pt x="1180564" y="4922558"/>
                  </a:lnTo>
                  <a:lnTo>
                    <a:pt x="1180709" y="4922558"/>
                  </a:lnTo>
                  <a:lnTo>
                    <a:pt x="1180709" y="4921935"/>
                  </a:lnTo>
                  <a:lnTo>
                    <a:pt x="1180855" y="4921935"/>
                  </a:lnTo>
                  <a:lnTo>
                    <a:pt x="1181000" y="4921935"/>
                  </a:lnTo>
                  <a:lnTo>
                    <a:pt x="1181145" y="4921935"/>
                  </a:lnTo>
                  <a:lnTo>
                    <a:pt x="1181291" y="4921935"/>
                  </a:lnTo>
                  <a:lnTo>
                    <a:pt x="1181436" y="4921935"/>
                  </a:lnTo>
                  <a:lnTo>
                    <a:pt x="1181582" y="4921935"/>
                  </a:lnTo>
                  <a:lnTo>
                    <a:pt x="1181582" y="4921311"/>
                  </a:lnTo>
                  <a:lnTo>
                    <a:pt x="1181582" y="4920688"/>
                  </a:lnTo>
                  <a:lnTo>
                    <a:pt x="1181727" y="4920688"/>
                  </a:lnTo>
                  <a:lnTo>
                    <a:pt x="1181727" y="4920064"/>
                  </a:lnTo>
                  <a:lnTo>
                    <a:pt x="1181872" y="4920064"/>
                  </a:lnTo>
                  <a:lnTo>
                    <a:pt x="1182018" y="4920064"/>
                  </a:lnTo>
                  <a:lnTo>
                    <a:pt x="1182163" y="4920064"/>
                  </a:lnTo>
                  <a:lnTo>
                    <a:pt x="1182309" y="4920064"/>
                  </a:lnTo>
                  <a:lnTo>
                    <a:pt x="1182454" y="4920064"/>
                  </a:lnTo>
                  <a:lnTo>
                    <a:pt x="1182600" y="4920064"/>
                  </a:lnTo>
                  <a:lnTo>
                    <a:pt x="1182745" y="4920064"/>
                  </a:lnTo>
                  <a:lnTo>
                    <a:pt x="1182745" y="4919440"/>
                  </a:lnTo>
                  <a:lnTo>
                    <a:pt x="1182890" y="4919440"/>
                  </a:lnTo>
                  <a:lnTo>
                    <a:pt x="1183036" y="4919440"/>
                  </a:lnTo>
                  <a:lnTo>
                    <a:pt x="1183181" y="4919440"/>
                  </a:lnTo>
                  <a:lnTo>
                    <a:pt x="1183327" y="4919440"/>
                  </a:lnTo>
                  <a:lnTo>
                    <a:pt x="1183472" y="4919440"/>
                  </a:lnTo>
                  <a:lnTo>
                    <a:pt x="1183618" y="4919440"/>
                  </a:lnTo>
                  <a:lnTo>
                    <a:pt x="1183763" y="4919440"/>
                  </a:lnTo>
                  <a:lnTo>
                    <a:pt x="1183908" y="4919440"/>
                  </a:lnTo>
                  <a:lnTo>
                    <a:pt x="1184054" y="4919440"/>
                  </a:lnTo>
                  <a:lnTo>
                    <a:pt x="1184199" y="4919440"/>
                  </a:lnTo>
                  <a:lnTo>
                    <a:pt x="1184345" y="4919440"/>
                  </a:lnTo>
                  <a:lnTo>
                    <a:pt x="1184490" y="4919440"/>
                  </a:lnTo>
                  <a:lnTo>
                    <a:pt x="1184636" y="4919440"/>
                  </a:lnTo>
                  <a:lnTo>
                    <a:pt x="1184781" y="4919440"/>
                  </a:lnTo>
                  <a:lnTo>
                    <a:pt x="1184926" y="4919440"/>
                  </a:lnTo>
                  <a:lnTo>
                    <a:pt x="1185072" y="4919440"/>
                  </a:lnTo>
                  <a:lnTo>
                    <a:pt x="1185072" y="4918817"/>
                  </a:lnTo>
                  <a:lnTo>
                    <a:pt x="1185217" y="4918817"/>
                  </a:lnTo>
                  <a:lnTo>
                    <a:pt x="1185217" y="4918193"/>
                  </a:lnTo>
                  <a:lnTo>
                    <a:pt x="1185363" y="4918193"/>
                  </a:lnTo>
                  <a:lnTo>
                    <a:pt x="1185508" y="4918193"/>
                  </a:lnTo>
                  <a:lnTo>
                    <a:pt x="1185654" y="4918193"/>
                  </a:lnTo>
                  <a:lnTo>
                    <a:pt x="1185799" y="4918193"/>
                  </a:lnTo>
                  <a:lnTo>
                    <a:pt x="1185799" y="4917570"/>
                  </a:lnTo>
                  <a:lnTo>
                    <a:pt x="1185799" y="4916946"/>
                  </a:lnTo>
                  <a:lnTo>
                    <a:pt x="1185944" y="4916946"/>
                  </a:lnTo>
                  <a:lnTo>
                    <a:pt x="1185944" y="4916323"/>
                  </a:lnTo>
                  <a:lnTo>
                    <a:pt x="1186090" y="4916323"/>
                  </a:lnTo>
                  <a:lnTo>
                    <a:pt x="1186090" y="4915699"/>
                  </a:lnTo>
                  <a:lnTo>
                    <a:pt x="1186235" y="4915699"/>
                  </a:lnTo>
                  <a:lnTo>
                    <a:pt x="1186381" y="4915699"/>
                  </a:lnTo>
                  <a:lnTo>
                    <a:pt x="1186526" y="4915699"/>
                  </a:lnTo>
                  <a:lnTo>
                    <a:pt x="1186672" y="4915699"/>
                  </a:lnTo>
                  <a:lnTo>
                    <a:pt x="1186817" y="4915699"/>
                  </a:lnTo>
                  <a:lnTo>
                    <a:pt x="1186962" y="4915699"/>
                  </a:lnTo>
                  <a:lnTo>
                    <a:pt x="1187108" y="4915699"/>
                  </a:lnTo>
                  <a:lnTo>
                    <a:pt x="1187253" y="4915699"/>
                  </a:lnTo>
                  <a:lnTo>
                    <a:pt x="1187399" y="4915699"/>
                  </a:lnTo>
                  <a:lnTo>
                    <a:pt x="1187544" y="4915699"/>
                  </a:lnTo>
                  <a:lnTo>
                    <a:pt x="1187690" y="4915699"/>
                  </a:lnTo>
                  <a:lnTo>
                    <a:pt x="1187835" y="4915699"/>
                  </a:lnTo>
                  <a:lnTo>
                    <a:pt x="1187980" y="4915699"/>
                  </a:lnTo>
                  <a:lnTo>
                    <a:pt x="1188126" y="4915699"/>
                  </a:lnTo>
                  <a:lnTo>
                    <a:pt x="1188271" y="4915699"/>
                  </a:lnTo>
                  <a:lnTo>
                    <a:pt x="1188417" y="4915699"/>
                  </a:lnTo>
                  <a:lnTo>
                    <a:pt x="1188562" y="4915699"/>
                  </a:lnTo>
                  <a:lnTo>
                    <a:pt x="1188562" y="4915075"/>
                  </a:lnTo>
                  <a:lnTo>
                    <a:pt x="1188707" y="4915075"/>
                  </a:lnTo>
                  <a:lnTo>
                    <a:pt x="1188853" y="4915075"/>
                  </a:lnTo>
                  <a:lnTo>
                    <a:pt x="1188998" y="4915075"/>
                  </a:lnTo>
                  <a:lnTo>
                    <a:pt x="1189144" y="4915075"/>
                  </a:lnTo>
                  <a:lnTo>
                    <a:pt x="1189289" y="4915075"/>
                  </a:lnTo>
                  <a:lnTo>
                    <a:pt x="1189289" y="4914452"/>
                  </a:lnTo>
                  <a:lnTo>
                    <a:pt x="1189435" y="4914452"/>
                  </a:lnTo>
                  <a:lnTo>
                    <a:pt x="1189580" y="4914452"/>
                  </a:lnTo>
                  <a:lnTo>
                    <a:pt x="1189725" y="4914452"/>
                  </a:lnTo>
                  <a:lnTo>
                    <a:pt x="1189725" y="4913828"/>
                  </a:lnTo>
                  <a:lnTo>
                    <a:pt x="1189871" y="4913828"/>
                  </a:lnTo>
                  <a:lnTo>
                    <a:pt x="1189871" y="4913205"/>
                  </a:lnTo>
                  <a:lnTo>
                    <a:pt x="1189871" y="4912581"/>
                  </a:lnTo>
                  <a:lnTo>
                    <a:pt x="1190016" y="4912581"/>
                  </a:lnTo>
                  <a:lnTo>
                    <a:pt x="1190162" y="4912581"/>
                  </a:lnTo>
                  <a:lnTo>
                    <a:pt x="1190162" y="4911957"/>
                  </a:lnTo>
                  <a:lnTo>
                    <a:pt x="1190307" y="4911957"/>
                  </a:lnTo>
                  <a:lnTo>
                    <a:pt x="1190307" y="4911334"/>
                  </a:lnTo>
                  <a:lnTo>
                    <a:pt x="1190453" y="4911334"/>
                  </a:lnTo>
                  <a:lnTo>
                    <a:pt x="1190598" y="4911334"/>
                  </a:lnTo>
                  <a:lnTo>
                    <a:pt x="1190743" y="4911334"/>
                  </a:lnTo>
                  <a:lnTo>
                    <a:pt x="1190743" y="4910710"/>
                  </a:lnTo>
                  <a:lnTo>
                    <a:pt x="1190889" y="4910710"/>
                  </a:lnTo>
                  <a:lnTo>
                    <a:pt x="1191034" y="4910710"/>
                  </a:lnTo>
                  <a:lnTo>
                    <a:pt x="1191180" y="4910710"/>
                  </a:lnTo>
                  <a:lnTo>
                    <a:pt x="1191325" y="4910710"/>
                  </a:lnTo>
                  <a:lnTo>
                    <a:pt x="1191471" y="4910710"/>
                  </a:lnTo>
                  <a:lnTo>
                    <a:pt x="1191616" y="4910710"/>
                  </a:lnTo>
                  <a:lnTo>
                    <a:pt x="1191761" y="4910710"/>
                  </a:lnTo>
                  <a:lnTo>
                    <a:pt x="1191907" y="4910710"/>
                  </a:lnTo>
                  <a:lnTo>
                    <a:pt x="1191907" y="4910087"/>
                  </a:lnTo>
                  <a:lnTo>
                    <a:pt x="1192052" y="4910087"/>
                  </a:lnTo>
                  <a:lnTo>
                    <a:pt x="1192198" y="4910087"/>
                  </a:lnTo>
                  <a:lnTo>
                    <a:pt x="1192343" y="4910087"/>
                  </a:lnTo>
                  <a:lnTo>
                    <a:pt x="1192489" y="4910087"/>
                  </a:lnTo>
                  <a:lnTo>
                    <a:pt x="1192634" y="4910087"/>
                  </a:lnTo>
                  <a:lnTo>
                    <a:pt x="1192779" y="4910087"/>
                  </a:lnTo>
                  <a:lnTo>
                    <a:pt x="1192779" y="4909463"/>
                  </a:lnTo>
                  <a:lnTo>
                    <a:pt x="1192779" y="4908840"/>
                  </a:lnTo>
                  <a:lnTo>
                    <a:pt x="1192925" y="4908840"/>
                  </a:lnTo>
                  <a:lnTo>
                    <a:pt x="1193070" y="4908840"/>
                  </a:lnTo>
                  <a:lnTo>
                    <a:pt x="1193216" y="4908840"/>
                  </a:lnTo>
                  <a:lnTo>
                    <a:pt x="1193361" y="4908840"/>
                  </a:lnTo>
                  <a:lnTo>
                    <a:pt x="1193507" y="4908840"/>
                  </a:lnTo>
                  <a:lnTo>
                    <a:pt x="1193652" y="4908840"/>
                  </a:lnTo>
                  <a:lnTo>
                    <a:pt x="1193652" y="4908216"/>
                  </a:lnTo>
                  <a:lnTo>
                    <a:pt x="1193797" y="4908216"/>
                  </a:lnTo>
                  <a:lnTo>
                    <a:pt x="1193797" y="4907592"/>
                  </a:lnTo>
                  <a:lnTo>
                    <a:pt x="1193943" y="4907592"/>
                  </a:lnTo>
                  <a:lnTo>
                    <a:pt x="1194088" y="4907592"/>
                  </a:lnTo>
                  <a:lnTo>
                    <a:pt x="1194234" y="4907592"/>
                  </a:lnTo>
                  <a:lnTo>
                    <a:pt x="1194379" y="4907592"/>
                  </a:lnTo>
                  <a:lnTo>
                    <a:pt x="1194525" y="4907592"/>
                  </a:lnTo>
                  <a:lnTo>
                    <a:pt x="1194670" y="4907592"/>
                  </a:lnTo>
                  <a:lnTo>
                    <a:pt x="1194815" y="4907592"/>
                  </a:lnTo>
                  <a:lnTo>
                    <a:pt x="1194815" y="4906969"/>
                  </a:lnTo>
                  <a:lnTo>
                    <a:pt x="1194961" y="4906969"/>
                  </a:lnTo>
                  <a:lnTo>
                    <a:pt x="1195106" y="4906969"/>
                  </a:lnTo>
                  <a:lnTo>
                    <a:pt x="1195252" y="4906969"/>
                  </a:lnTo>
                  <a:lnTo>
                    <a:pt x="1195397" y="4906969"/>
                  </a:lnTo>
                  <a:lnTo>
                    <a:pt x="1195542" y="4906969"/>
                  </a:lnTo>
                  <a:lnTo>
                    <a:pt x="1195688" y="4906969"/>
                  </a:lnTo>
                  <a:lnTo>
                    <a:pt x="1195833" y="4906969"/>
                  </a:lnTo>
                  <a:lnTo>
                    <a:pt x="1195833" y="4906345"/>
                  </a:lnTo>
                  <a:lnTo>
                    <a:pt x="1195979" y="4906345"/>
                  </a:lnTo>
                  <a:lnTo>
                    <a:pt x="1195979" y="4905722"/>
                  </a:lnTo>
                  <a:lnTo>
                    <a:pt x="1195979" y="4905098"/>
                  </a:lnTo>
                  <a:lnTo>
                    <a:pt x="1195979" y="4904474"/>
                  </a:lnTo>
                  <a:lnTo>
                    <a:pt x="1196124" y="4904474"/>
                  </a:lnTo>
                  <a:lnTo>
                    <a:pt x="1196270" y="4904474"/>
                  </a:lnTo>
                  <a:lnTo>
                    <a:pt x="1196415" y="4904474"/>
                  </a:lnTo>
                  <a:lnTo>
                    <a:pt x="1196560" y="4904474"/>
                  </a:lnTo>
                  <a:lnTo>
                    <a:pt x="1196706" y="4904474"/>
                  </a:lnTo>
                  <a:lnTo>
                    <a:pt x="1196851" y="4904474"/>
                  </a:lnTo>
                  <a:lnTo>
                    <a:pt x="1196997" y="4904474"/>
                  </a:lnTo>
                  <a:lnTo>
                    <a:pt x="1196997" y="4903851"/>
                  </a:lnTo>
                  <a:lnTo>
                    <a:pt x="1197142" y="4903851"/>
                  </a:lnTo>
                  <a:lnTo>
                    <a:pt x="1197142" y="4903227"/>
                  </a:lnTo>
                  <a:lnTo>
                    <a:pt x="1197142" y="4902604"/>
                  </a:lnTo>
                  <a:lnTo>
                    <a:pt x="1197288" y="4902604"/>
                  </a:lnTo>
                  <a:lnTo>
                    <a:pt x="1197433" y="4902604"/>
                  </a:lnTo>
                  <a:lnTo>
                    <a:pt x="1197578" y="4902604"/>
                  </a:lnTo>
                  <a:lnTo>
                    <a:pt x="1197724" y="4902604"/>
                  </a:lnTo>
                  <a:lnTo>
                    <a:pt x="1197869" y="4902604"/>
                  </a:lnTo>
                  <a:lnTo>
                    <a:pt x="1198015" y="4902604"/>
                  </a:lnTo>
                  <a:lnTo>
                    <a:pt x="1198015" y="4901980"/>
                  </a:lnTo>
                  <a:lnTo>
                    <a:pt x="1198160" y="4901980"/>
                  </a:lnTo>
                  <a:lnTo>
                    <a:pt x="1198306" y="4901980"/>
                  </a:lnTo>
                  <a:lnTo>
                    <a:pt x="1198451" y="4901980"/>
                  </a:lnTo>
                  <a:lnTo>
                    <a:pt x="1198596" y="4901980"/>
                  </a:lnTo>
                  <a:lnTo>
                    <a:pt x="1198742" y="4901980"/>
                  </a:lnTo>
                  <a:lnTo>
                    <a:pt x="1198887" y="4901980"/>
                  </a:lnTo>
                  <a:lnTo>
                    <a:pt x="1199033" y="4901980"/>
                  </a:lnTo>
                  <a:lnTo>
                    <a:pt x="1199178" y="4901980"/>
                  </a:lnTo>
                  <a:lnTo>
                    <a:pt x="1199324" y="4901980"/>
                  </a:lnTo>
                  <a:lnTo>
                    <a:pt x="1199469" y="4901980"/>
                  </a:lnTo>
                  <a:lnTo>
                    <a:pt x="1199614" y="4901980"/>
                  </a:lnTo>
                  <a:lnTo>
                    <a:pt x="1199760" y="4901980"/>
                  </a:lnTo>
                  <a:lnTo>
                    <a:pt x="1199760" y="4901357"/>
                  </a:lnTo>
                  <a:lnTo>
                    <a:pt x="1199760" y="4900733"/>
                  </a:lnTo>
                  <a:lnTo>
                    <a:pt x="1199760" y="4900109"/>
                  </a:lnTo>
                  <a:lnTo>
                    <a:pt x="1199905" y="4900109"/>
                  </a:lnTo>
                  <a:lnTo>
                    <a:pt x="1200051" y="4900109"/>
                  </a:lnTo>
                  <a:lnTo>
                    <a:pt x="1200196" y="4900109"/>
                  </a:lnTo>
                  <a:lnTo>
                    <a:pt x="1200342" y="4900109"/>
                  </a:lnTo>
                  <a:lnTo>
                    <a:pt x="1200487" y="4900109"/>
                  </a:lnTo>
                  <a:lnTo>
                    <a:pt x="1200632" y="4900109"/>
                  </a:lnTo>
                  <a:lnTo>
                    <a:pt x="1200778" y="4900109"/>
                  </a:lnTo>
                  <a:lnTo>
                    <a:pt x="1200923" y="4900109"/>
                  </a:lnTo>
                  <a:lnTo>
                    <a:pt x="1201069" y="4900109"/>
                  </a:lnTo>
                  <a:lnTo>
                    <a:pt x="1201214" y="4900109"/>
                  </a:lnTo>
                  <a:lnTo>
                    <a:pt x="1201360" y="4900109"/>
                  </a:lnTo>
                  <a:lnTo>
                    <a:pt x="1201505" y="4900109"/>
                  </a:lnTo>
                  <a:lnTo>
                    <a:pt x="1201650" y="4900109"/>
                  </a:lnTo>
                  <a:lnTo>
                    <a:pt x="1201796" y="4900109"/>
                  </a:lnTo>
                  <a:lnTo>
                    <a:pt x="1201941" y="4900109"/>
                  </a:lnTo>
                  <a:lnTo>
                    <a:pt x="1202087" y="4900109"/>
                  </a:lnTo>
                  <a:lnTo>
                    <a:pt x="1202232" y="4900109"/>
                  </a:lnTo>
                  <a:lnTo>
                    <a:pt x="1202377" y="4900109"/>
                  </a:lnTo>
                  <a:lnTo>
                    <a:pt x="1202523" y="4900109"/>
                  </a:lnTo>
                  <a:lnTo>
                    <a:pt x="1202668" y="4900109"/>
                  </a:lnTo>
                  <a:lnTo>
                    <a:pt x="1202814" y="4900109"/>
                  </a:lnTo>
                  <a:lnTo>
                    <a:pt x="1202959" y="4900109"/>
                  </a:lnTo>
                  <a:lnTo>
                    <a:pt x="1203105" y="4900109"/>
                  </a:lnTo>
                  <a:lnTo>
                    <a:pt x="1203250" y="4900109"/>
                  </a:lnTo>
                  <a:lnTo>
                    <a:pt x="1203395" y="4900109"/>
                  </a:lnTo>
                  <a:lnTo>
                    <a:pt x="1203541" y="4900109"/>
                  </a:lnTo>
                  <a:lnTo>
                    <a:pt x="1203686" y="4900109"/>
                  </a:lnTo>
                  <a:lnTo>
                    <a:pt x="1203832" y="4900109"/>
                  </a:lnTo>
                  <a:lnTo>
                    <a:pt x="1203977" y="4900109"/>
                  </a:lnTo>
                  <a:lnTo>
                    <a:pt x="1204123" y="4900109"/>
                  </a:lnTo>
                  <a:lnTo>
                    <a:pt x="1204268" y="4900109"/>
                  </a:lnTo>
                  <a:lnTo>
                    <a:pt x="1204413" y="4900109"/>
                  </a:lnTo>
                  <a:lnTo>
                    <a:pt x="1204559" y="4900109"/>
                  </a:lnTo>
                  <a:lnTo>
                    <a:pt x="1204704" y="4900109"/>
                  </a:lnTo>
                  <a:lnTo>
                    <a:pt x="1204850" y="4900109"/>
                  </a:lnTo>
                  <a:lnTo>
                    <a:pt x="1204995" y="4900109"/>
                  </a:lnTo>
                  <a:lnTo>
                    <a:pt x="1205141" y="4900109"/>
                  </a:lnTo>
                  <a:lnTo>
                    <a:pt x="1205141" y="4899486"/>
                  </a:lnTo>
                  <a:lnTo>
                    <a:pt x="1205141" y="4898862"/>
                  </a:lnTo>
                  <a:lnTo>
                    <a:pt x="1205141" y="4898239"/>
                  </a:lnTo>
                  <a:lnTo>
                    <a:pt x="1205286" y="4898239"/>
                  </a:lnTo>
                  <a:lnTo>
                    <a:pt x="1205431" y="4898239"/>
                  </a:lnTo>
                  <a:lnTo>
                    <a:pt x="1205577" y="4898239"/>
                  </a:lnTo>
                  <a:lnTo>
                    <a:pt x="1205722" y="4898239"/>
                  </a:lnTo>
                  <a:lnTo>
                    <a:pt x="1205868" y="4898239"/>
                  </a:lnTo>
                  <a:lnTo>
                    <a:pt x="1206013" y="4898239"/>
                  </a:lnTo>
                  <a:lnTo>
                    <a:pt x="1206159" y="4898239"/>
                  </a:lnTo>
                  <a:lnTo>
                    <a:pt x="1206304" y="4898239"/>
                  </a:lnTo>
                  <a:lnTo>
                    <a:pt x="1206449" y="4898239"/>
                  </a:lnTo>
                  <a:lnTo>
                    <a:pt x="1206595" y="4898239"/>
                  </a:lnTo>
                  <a:lnTo>
                    <a:pt x="1206595" y="4897615"/>
                  </a:lnTo>
                  <a:lnTo>
                    <a:pt x="1206740" y="4897615"/>
                  </a:lnTo>
                  <a:lnTo>
                    <a:pt x="1206886" y="4897615"/>
                  </a:lnTo>
                  <a:lnTo>
                    <a:pt x="1207031" y="4897615"/>
                  </a:lnTo>
                  <a:lnTo>
                    <a:pt x="1207177" y="4897615"/>
                  </a:lnTo>
                  <a:lnTo>
                    <a:pt x="1207322" y="4897615"/>
                  </a:lnTo>
                  <a:lnTo>
                    <a:pt x="1207322" y="4896991"/>
                  </a:lnTo>
                  <a:lnTo>
                    <a:pt x="1207467" y="4896991"/>
                  </a:lnTo>
                  <a:lnTo>
                    <a:pt x="1207613" y="4896991"/>
                  </a:lnTo>
                  <a:lnTo>
                    <a:pt x="1207758" y="4896991"/>
                  </a:lnTo>
                  <a:lnTo>
                    <a:pt x="1207904" y="4896991"/>
                  </a:lnTo>
                  <a:lnTo>
                    <a:pt x="1208049" y="4896991"/>
                  </a:lnTo>
                  <a:lnTo>
                    <a:pt x="1208049" y="4896368"/>
                  </a:lnTo>
                  <a:lnTo>
                    <a:pt x="1208195" y="4896368"/>
                  </a:lnTo>
                  <a:lnTo>
                    <a:pt x="1208340" y="4896368"/>
                  </a:lnTo>
                  <a:lnTo>
                    <a:pt x="1208485" y="4896368"/>
                  </a:lnTo>
                  <a:lnTo>
                    <a:pt x="1208631" y="4896368"/>
                  </a:lnTo>
                  <a:lnTo>
                    <a:pt x="1208776" y="4896368"/>
                  </a:lnTo>
                  <a:lnTo>
                    <a:pt x="1208922" y="4896368"/>
                  </a:lnTo>
                  <a:lnTo>
                    <a:pt x="1209067" y="4896368"/>
                  </a:lnTo>
                  <a:lnTo>
                    <a:pt x="1209212" y="4896368"/>
                  </a:lnTo>
                  <a:lnTo>
                    <a:pt x="1209358" y="4896368"/>
                  </a:lnTo>
                  <a:lnTo>
                    <a:pt x="1209503" y="4896368"/>
                  </a:lnTo>
                  <a:lnTo>
                    <a:pt x="1209503" y="4895744"/>
                  </a:lnTo>
                  <a:lnTo>
                    <a:pt x="1209503" y="4895121"/>
                  </a:lnTo>
                  <a:lnTo>
                    <a:pt x="1209503" y="4894497"/>
                  </a:lnTo>
                  <a:lnTo>
                    <a:pt x="1209649" y="4894497"/>
                  </a:lnTo>
                  <a:lnTo>
                    <a:pt x="1209794" y="4894497"/>
                  </a:lnTo>
                  <a:lnTo>
                    <a:pt x="1209940" y="4894497"/>
                  </a:lnTo>
                  <a:lnTo>
                    <a:pt x="1210085" y="4894497"/>
                  </a:lnTo>
                  <a:lnTo>
                    <a:pt x="1210230" y="4894497"/>
                  </a:lnTo>
                  <a:lnTo>
                    <a:pt x="1210376" y="4894497"/>
                  </a:lnTo>
                  <a:lnTo>
                    <a:pt x="1210521" y="4894497"/>
                  </a:lnTo>
                  <a:lnTo>
                    <a:pt x="1210667" y="4894497"/>
                  </a:lnTo>
                  <a:lnTo>
                    <a:pt x="1210812" y="4894497"/>
                  </a:lnTo>
                  <a:lnTo>
                    <a:pt x="1210958" y="4894497"/>
                  </a:lnTo>
                  <a:lnTo>
                    <a:pt x="1211103" y="4894497"/>
                  </a:lnTo>
                  <a:lnTo>
                    <a:pt x="1211248" y="4894497"/>
                  </a:lnTo>
                  <a:lnTo>
                    <a:pt x="1211394" y="4894497"/>
                  </a:lnTo>
                  <a:lnTo>
                    <a:pt x="1211539" y="4894497"/>
                  </a:lnTo>
                  <a:lnTo>
                    <a:pt x="1211685" y="4894497"/>
                  </a:lnTo>
                  <a:lnTo>
                    <a:pt x="1211685" y="4893874"/>
                  </a:lnTo>
                  <a:lnTo>
                    <a:pt x="1211830" y="4893874"/>
                  </a:lnTo>
                  <a:lnTo>
                    <a:pt x="1211976" y="4893874"/>
                  </a:lnTo>
                  <a:lnTo>
                    <a:pt x="1212121" y="4893874"/>
                  </a:lnTo>
                  <a:lnTo>
                    <a:pt x="1212266" y="4893874"/>
                  </a:lnTo>
                  <a:lnTo>
                    <a:pt x="1212266" y="4893250"/>
                  </a:lnTo>
                  <a:lnTo>
                    <a:pt x="1212266" y="4892626"/>
                  </a:lnTo>
                  <a:lnTo>
                    <a:pt x="1212412" y="4892626"/>
                  </a:lnTo>
                  <a:lnTo>
                    <a:pt x="1212557" y="4892626"/>
                  </a:lnTo>
                  <a:lnTo>
                    <a:pt x="1212703" y="4892626"/>
                  </a:lnTo>
                  <a:lnTo>
                    <a:pt x="1212848" y="4892626"/>
                  </a:lnTo>
                  <a:lnTo>
                    <a:pt x="1212994" y="4892626"/>
                  </a:lnTo>
                  <a:lnTo>
                    <a:pt x="1213139" y="4892626"/>
                  </a:lnTo>
                  <a:lnTo>
                    <a:pt x="1213284" y="4892626"/>
                  </a:lnTo>
                  <a:lnTo>
                    <a:pt x="1213430" y="4892626"/>
                  </a:lnTo>
                  <a:lnTo>
                    <a:pt x="1213575" y="4892626"/>
                  </a:lnTo>
                  <a:lnTo>
                    <a:pt x="1213721" y="4892626"/>
                  </a:lnTo>
                  <a:lnTo>
                    <a:pt x="1213866" y="4892626"/>
                  </a:lnTo>
                  <a:lnTo>
                    <a:pt x="1214012" y="4892626"/>
                  </a:lnTo>
                  <a:lnTo>
                    <a:pt x="1214157" y="4892626"/>
                  </a:lnTo>
                  <a:lnTo>
                    <a:pt x="1214302" y="4892626"/>
                  </a:lnTo>
                  <a:lnTo>
                    <a:pt x="1214448" y="4892626"/>
                  </a:lnTo>
                  <a:lnTo>
                    <a:pt x="1214593" y="4892626"/>
                  </a:lnTo>
                  <a:lnTo>
                    <a:pt x="1214593" y="4892003"/>
                  </a:lnTo>
                  <a:lnTo>
                    <a:pt x="1214739" y="4892003"/>
                  </a:lnTo>
                  <a:lnTo>
                    <a:pt x="1214884" y="4892003"/>
                  </a:lnTo>
                  <a:lnTo>
                    <a:pt x="1215030" y="4892003"/>
                  </a:lnTo>
                  <a:lnTo>
                    <a:pt x="1215175" y="4892003"/>
                  </a:lnTo>
                  <a:lnTo>
                    <a:pt x="1215175" y="4891379"/>
                  </a:lnTo>
                  <a:lnTo>
                    <a:pt x="1215175" y="4890756"/>
                  </a:lnTo>
                  <a:lnTo>
                    <a:pt x="1215320" y="4890756"/>
                  </a:lnTo>
                  <a:lnTo>
                    <a:pt x="1215466" y="4890756"/>
                  </a:lnTo>
                  <a:lnTo>
                    <a:pt x="1215611" y="4890756"/>
                  </a:lnTo>
                  <a:lnTo>
                    <a:pt x="1215611" y="4890132"/>
                  </a:lnTo>
                  <a:lnTo>
                    <a:pt x="1215757" y="4890132"/>
                  </a:lnTo>
                  <a:lnTo>
                    <a:pt x="1215757" y="4889508"/>
                  </a:lnTo>
                  <a:lnTo>
                    <a:pt x="1215902" y="4889508"/>
                  </a:lnTo>
                  <a:lnTo>
                    <a:pt x="1216047" y="4889508"/>
                  </a:lnTo>
                  <a:lnTo>
                    <a:pt x="1216193" y="4889508"/>
                  </a:lnTo>
                  <a:lnTo>
                    <a:pt x="1216338" y="4889508"/>
                  </a:lnTo>
                  <a:lnTo>
                    <a:pt x="1216484" y="4889508"/>
                  </a:lnTo>
                  <a:lnTo>
                    <a:pt x="1216484" y="4888885"/>
                  </a:lnTo>
                  <a:lnTo>
                    <a:pt x="1216629" y="4888885"/>
                  </a:lnTo>
                  <a:lnTo>
                    <a:pt x="1216775" y="4888885"/>
                  </a:lnTo>
                  <a:lnTo>
                    <a:pt x="1216920" y="4888885"/>
                  </a:lnTo>
                  <a:lnTo>
                    <a:pt x="1216920" y="4888261"/>
                  </a:lnTo>
                  <a:lnTo>
                    <a:pt x="1217065" y="4888261"/>
                  </a:lnTo>
                  <a:lnTo>
                    <a:pt x="1217211" y="4888261"/>
                  </a:lnTo>
                  <a:lnTo>
                    <a:pt x="1217356" y="4888261"/>
                  </a:lnTo>
                  <a:lnTo>
                    <a:pt x="1217356" y="4887638"/>
                  </a:lnTo>
                  <a:lnTo>
                    <a:pt x="1217502" y="4887638"/>
                  </a:lnTo>
                  <a:lnTo>
                    <a:pt x="1217647" y="4887638"/>
                  </a:lnTo>
                  <a:lnTo>
                    <a:pt x="1217793" y="4887638"/>
                  </a:lnTo>
                  <a:lnTo>
                    <a:pt x="1217938" y="4887638"/>
                  </a:lnTo>
                  <a:lnTo>
                    <a:pt x="1218083" y="4887638"/>
                  </a:lnTo>
                  <a:lnTo>
                    <a:pt x="1218229" y="4887638"/>
                  </a:lnTo>
                  <a:lnTo>
                    <a:pt x="1218374" y="4887638"/>
                  </a:lnTo>
                  <a:lnTo>
                    <a:pt x="1218374" y="4887014"/>
                  </a:lnTo>
                  <a:lnTo>
                    <a:pt x="1218374" y="4886391"/>
                  </a:lnTo>
                  <a:lnTo>
                    <a:pt x="1218520" y="4886391"/>
                  </a:lnTo>
                  <a:lnTo>
                    <a:pt x="1218665" y="4886391"/>
                  </a:lnTo>
                  <a:lnTo>
                    <a:pt x="1218811" y="4886391"/>
                  </a:lnTo>
                  <a:lnTo>
                    <a:pt x="1218956" y="4886391"/>
                  </a:lnTo>
                  <a:lnTo>
                    <a:pt x="1218956" y="4885767"/>
                  </a:lnTo>
                  <a:lnTo>
                    <a:pt x="1219101" y="4885767"/>
                  </a:lnTo>
                  <a:lnTo>
                    <a:pt x="1219247" y="4885767"/>
                  </a:lnTo>
                  <a:lnTo>
                    <a:pt x="1219392" y="4885767"/>
                  </a:lnTo>
                  <a:lnTo>
                    <a:pt x="1219538" y="4885767"/>
                  </a:lnTo>
                  <a:lnTo>
                    <a:pt x="1219538" y="4885143"/>
                  </a:lnTo>
                  <a:lnTo>
                    <a:pt x="1219683" y="4885143"/>
                  </a:lnTo>
                  <a:lnTo>
                    <a:pt x="1219829" y="4885143"/>
                  </a:lnTo>
                  <a:lnTo>
                    <a:pt x="1219974" y="4885143"/>
                  </a:lnTo>
                  <a:lnTo>
                    <a:pt x="1220119" y="4885143"/>
                  </a:lnTo>
                  <a:lnTo>
                    <a:pt x="1220265" y="4885143"/>
                  </a:lnTo>
                  <a:lnTo>
                    <a:pt x="1220265" y="4884520"/>
                  </a:lnTo>
                  <a:lnTo>
                    <a:pt x="1220410" y="4884520"/>
                  </a:lnTo>
                  <a:lnTo>
                    <a:pt x="1220410" y="4883896"/>
                  </a:lnTo>
                  <a:lnTo>
                    <a:pt x="1220556" y="4883896"/>
                  </a:lnTo>
                  <a:lnTo>
                    <a:pt x="1220701" y="4883896"/>
                  </a:lnTo>
                  <a:lnTo>
                    <a:pt x="1220847" y="4883896"/>
                  </a:lnTo>
                  <a:lnTo>
                    <a:pt x="1220847" y="4883273"/>
                  </a:lnTo>
                  <a:lnTo>
                    <a:pt x="1220847" y="4882649"/>
                  </a:lnTo>
                  <a:lnTo>
                    <a:pt x="1220992" y="4882649"/>
                  </a:lnTo>
                  <a:lnTo>
                    <a:pt x="1221137" y="4882649"/>
                  </a:lnTo>
                  <a:lnTo>
                    <a:pt x="1221283" y="4882649"/>
                  </a:lnTo>
                  <a:lnTo>
                    <a:pt x="1221428" y="4882649"/>
                  </a:lnTo>
                  <a:lnTo>
                    <a:pt x="1221574" y="4882649"/>
                  </a:lnTo>
                  <a:lnTo>
                    <a:pt x="1221719" y="4882649"/>
                  </a:lnTo>
                  <a:lnTo>
                    <a:pt x="1221865" y="4882649"/>
                  </a:lnTo>
                  <a:lnTo>
                    <a:pt x="1222010" y="4882649"/>
                  </a:lnTo>
                  <a:lnTo>
                    <a:pt x="1222155" y="4882649"/>
                  </a:lnTo>
                  <a:lnTo>
                    <a:pt x="1222301" y="4882649"/>
                  </a:lnTo>
                  <a:lnTo>
                    <a:pt x="1222446" y="4882649"/>
                  </a:lnTo>
                  <a:lnTo>
                    <a:pt x="1222592" y="4882649"/>
                  </a:lnTo>
                  <a:lnTo>
                    <a:pt x="1222737" y="4882649"/>
                  </a:lnTo>
                  <a:lnTo>
                    <a:pt x="1222882" y="4882649"/>
                  </a:lnTo>
                  <a:lnTo>
                    <a:pt x="1223028" y="4882649"/>
                  </a:lnTo>
                  <a:lnTo>
                    <a:pt x="1223173" y="4882649"/>
                  </a:lnTo>
                  <a:lnTo>
                    <a:pt x="1223319" y="4882649"/>
                  </a:lnTo>
                  <a:lnTo>
                    <a:pt x="1223464" y="4882649"/>
                  </a:lnTo>
                  <a:lnTo>
                    <a:pt x="1223464" y="4882025"/>
                  </a:lnTo>
                  <a:lnTo>
                    <a:pt x="1223610" y="4882025"/>
                  </a:lnTo>
                  <a:lnTo>
                    <a:pt x="1223755" y="4882025"/>
                  </a:lnTo>
                  <a:lnTo>
                    <a:pt x="1223900" y="4882025"/>
                  </a:lnTo>
                  <a:lnTo>
                    <a:pt x="1224046" y="4882025"/>
                  </a:lnTo>
                  <a:lnTo>
                    <a:pt x="1224191" y="4882025"/>
                  </a:lnTo>
                  <a:lnTo>
                    <a:pt x="1224337" y="4882025"/>
                  </a:lnTo>
                  <a:lnTo>
                    <a:pt x="1224482" y="4882025"/>
                  </a:lnTo>
                  <a:lnTo>
                    <a:pt x="1224628" y="4882025"/>
                  </a:lnTo>
                  <a:lnTo>
                    <a:pt x="1224773" y="4882025"/>
                  </a:lnTo>
                  <a:lnTo>
                    <a:pt x="1224918" y="4882025"/>
                  </a:lnTo>
                  <a:lnTo>
                    <a:pt x="1225064" y="4882025"/>
                  </a:lnTo>
                  <a:lnTo>
                    <a:pt x="1225064" y="4881402"/>
                  </a:lnTo>
                  <a:lnTo>
                    <a:pt x="1225209" y="4881402"/>
                  </a:lnTo>
                  <a:lnTo>
                    <a:pt x="1225355" y="4881402"/>
                  </a:lnTo>
                  <a:lnTo>
                    <a:pt x="1225355" y="4880778"/>
                  </a:lnTo>
                  <a:lnTo>
                    <a:pt x="1225500" y="4880778"/>
                  </a:lnTo>
                  <a:lnTo>
                    <a:pt x="1225500" y="4880155"/>
                  </a:lnTo>
                  <a:lnTo>
                    <a:pt x="1225500" y="4879531"/>
                  </a:lnTo>
                  <a:lnTo>
                    <a:pt x="1225646" y="4879531"/>
                  </a:lnTo>
                  <a:lnTo>
                    <a:pt x="1225791" y="4879531"/>
                  </a:lnTo>
                  <a:lnTo>
                    <a:pt x="1225936" y="4879531"/>
                  </a:lnTo>
                  <a:lnTo>
                    <a:pt x="1225936" y="4878908"/>
                  </a:lnTo>
                  <a:lnTo>
                    <a:pt x="1226082" y="4878908"/>
                  </a:lnTo>
                  <a:lnTo>
                    <a:pt x="1226227" y="4878908"/>
                  </a:lnTo>
                  <a:lnTo>
                    <a:pt x="1226373" y="4878908"/>
                  </a:lnTo>
                  <a:lnTo>
                    <a:pt x="1226518" y="4878908"/>
                  </a:lnTo>
                  <a:lnTo>
                    <a:pt x="1226518" y="4878284"/>
                  </a:lnTo>
                  <a:lnTo>
                    <a:pt x="1226518" y="4877660"/>
                  </a:lnTo>
                  <a:lnTo>
                    <a:pt x="1226664" y="4877660"/>
                  </a:lnTo>
                  <a:lnTo>
                    <a:pt x="1226664" y="4877037"/>
                  </a:lnTo>
                  <a:lnTo>
                    <a:pt x="1226809" y="4877037"/>
                  </a:lnTo>
                  <a:lnTo>
                    <a:pt x="1226954" y="4877037"/>
                  </a:lnTo>
                  <a:lnTo>
                    <a:pt x="1227100" y="4877037"/>
                  </a:lnTo>
                  <a:lnTo>
                    <a:pt x="1227100" y="4876413"/>
                  </a:lnTo>
                  <a:lnTo>
                    <a:pt x="1227245" y="4876413"/>
                  </a:lnTo>
                  <a:lnTo>
                    <a:pt x="1227391" y="4876413"/>
                  </a:lnTo>
                  <a:lnTo>
                    <a:pt x="1227536" y="4876413"/>
                  </a:lnTo>
                  <a:lnTo>
                    <a:pt x="1227682" y="4876413"/>
                  </a:lnTo>
                  <a:lnTo>
                    <a:pt x="1227682" y="4875790"/>
                  </a:lnTo>
                  <a:lnTo>
                    <a:pt x="1227827" y="4875790"/>
                  </a:lnTo>
                  <a:lnTo>
                    <a:pt x="1227827" y="4875166"/>
                  </a:lnTo>
                  <a:lnTo>
                    <a:pt x="1227827" y="4874542"/>
                  </a:lnTo>
                  <a:lnTo>
                    <a:pt x="1227972" y="4874542"/>
                  </a:lnTo>
                  <a:lnTo>
                    <a:pt x="1228118" y="4874542"/>
                  </a:lnTo>
                  <a:lnTo>
                    <a:pt x="1228263" y="4874542"/>
                  </a:lnTo>
                  <a:lnTo>
                    <a:pt x="1228409" y="4874542"/>
                  </a:lnTo>
                  <a:lnTo>
                    <a:pt x="1228554" y="4874542"/>
                  </a:lnTo>
                  <a:lnTo>
                    <a:pt x="1228554" y="4873919"/>
                  </a:lnTo>
                  <a:lnTo>
                    <a:pt x="1228700" y="4873919"/>
                  </a:lnTo>
                  <a:lnTo>
                    <a:pt x="1228845" y="4873919"/>
                  </a:lnTo>
                  <a:lnTo>
                    <a:pt x="1228990" y="4873919"/>
                  </a:lnTo>
                  <a:lnTo>
                    <a:pt x="1229136" y="4873919"/>
                  </a:lnTo>
                  <a:lnTo>
                    <a:pt x="1229281" y="4873919"/>
                  </a:lnTo>
                  <a:lnTo>
                    <a:pt x="1229427" y="4873919"/>
                  </a:lnTo>
                  <a:lnTo>
                    <a:pt x="1229572" y="4873919"/>
                  </a:lnTo>
                  <a:lnTo>
                    <a:pt x="1229717" y="4873919"/>
                  </a:lnTo>
                  <a:lnTo>
                    <a:pt x="1229717" y="4873295"/>
                  </a:lnTo>
                  <a:lnTo>
                    <a:pt x="1229863" y="4873295"/>
                  </a:lnTo>
                  <a:lnTo>
                    <a:pt x="1229863" y="4872672"/>
                  </a:lnTo>
                  <a:lnTo>
                    <a:pt x="1230008" y="4872672"/>
                  </a:lnTo>
                  <a:lnTo>
                    <a:pt x="1230154" y="4872672"/>
                  </a:lnTo>
                  <a:lnTo>
                    <a:pt x="1230154" y="4872048"/>
                  </a:lnTo>
                  <a:lnTo>
                    <a:pt x="1230299" y="4872048"/>
                  </a:lnTo>
                  <a:lnTo>
                    <a:pt x="1230445" y="4872048"/>
                  </a:lnTo>
                  <a:lnTo>
                    <a:pt x="1230590" y="4872048"/>
                  </a:lnTo>
                  <a:lnTo>
                    <a:pt x="1230735" y="4872048"/>
                  </a:lnTo>
                  <a:lnTo>
                    <a:pt x="1230881" y="4872048"/>
                  </a:lnTo>
                  <a:lnTo>
                    <a:pt x="1231026" y="4872048"/>
                  </a:lnTo>
                  <a:lnTo>
                    <a:pt x="1231172" y="4872048"/>
                  </a:lnTo>
                  <a:lnTo>
                    <a:pt x="1231317" y="4872048"/>
                  </a:lnTo>
                  <a:lnTo>
                    <a:pt x="1231463" y="4872048"/>
                  </a:lnTo>
                  <a:lnTo>
                    <a:pt x="1231463" y="4871425"/>
                  </a:lnTo>
                  <a:lnTo>
                    <a:pt x="1231463" y="4870801"/>
                  </a:lnTo>
                  <a:lnTo>
                    <a:pt x="1231608" y="4870801"/>
                  </a:lnTo>
                  <a:lnTo>
                    <a:pt x="1231753" y="4870801"/>
                  </a:lnTo>
                  <a:lnTo>
                    <a:pt x="1231753" y="4870177"/>
                  </a:lnTo>
                  <a:lnTo>
                    <a:pt x="1231899" y="4870177"/>
                  </a:lnTo>
                  <a:lnTo>
                    <a:pt x="1232044" y="4870177"/>
                  </a:lnTo>
                  <a:lnTo>
                    <a:pt x="1232190" y="4870177"/>
                  </a:lnTo>
                  <a:lnTo>
                    <a:pt x="1232335" y="4870177"/>
                  </a:lnTo>
                  <a:lnTo>
                    <a:pt x="1232481" y="4870177"/>
                  </a:lnTo>
                  <a:lnTo>
                    <a:pt x="1232626" y="4870177"/>
                  </a:lnTo>
                  <a:lnTo>
                    <a:pt x="1232771" y="4870177"/>
                  </a:lnTo>
                  <a:lnTo>
                    <a:pt x="1232917" y="4870177"/>
                  </a:lnTo>
                  <a:lnTo>
                    <a:pt x="1233062" y="4870177"/>
                  </a:lnTo>
                  <a:lnTo>
                    <a:pt x="1233208" y="4870177"/>
                  </a:lnTo>
                  <a:lnTo>
                    <a:pt x="1233353" y="4870177"/>
                  </a:lnTo>
                  <a:lnTo>
                    <a:pt x="1233353" y="4869554"/>
                  </a:lnTo>
                  <a:lnTo>
                    <a:pt x="1233499" y="4869554"/>
                  </a:lnTo>
                  <a:lnTo>
                    <a:pt x="1233644" y="4869554"/>
                  </a:lnTo>
                  <a:lnTo>
                    <a:pt x="1233644" y="4868930"/>
                  </a:lnTo>
                  <a:lnTo>
                    <a:pt x="1233789" y="4868930"/>
                  </a:lnTo>
                  <a:lnTo>
                    <a:pt x="1233789" y="4868307"/>
                  </a:lnTo>
                  <a:lnTo>
                    <a:pt x="1233935" y="4868307"/>
                  </a:lnTo>
                  <a:lnTo>
                    <a:pt x="1233935" y="4867683"/>
                  </a:lnTo>
                  <a:lnTo>
                    <a:pt x="1234080" y="4867683"/>
                  </a:lnTo>
                  <a:lnTo>
                    <a:pt x="1234226" y="4867683"/>
                  </a:lnTo>
                  <a:lnTo>
                    <a:pt x="1234371" y="4867683"/>
                  </a:lnTo>
                  <a:lnTo>
                    <a:pt x="1234517" y="4867683"/>
                  </a:lnTo>
                  <a:lnTo>
                    <a:pt x="1234662" y="4867683"/>
                  </a:lnTo>
                  <a:lnTo>
                    <a:pt x="1234807" y="4867683"/>
                  </a:lnTo>
                  <a:lnTo>
                    <a:pt x="1234953" y="4867683"/>
                  </a:lnTo>
                  <a:lnTo>
                    <a:pt x="1235098" y="4867683"/>
                  </a:lnTo>
                  <a:lnTo>
                    <a:pt x="1235244" y="4867683"/>
                  </a:lnTo>
                  <a:lnTo>
                    <a:pt x="1235389" y="4867683"/>
                  </a:lnTo>
                  <a:lnTo>
                    <a:pt x="1235389" y="4867060"/>
                  </a:lnTo>
                  <a:lnTo>
                    <a:pt x="1235389" y="4866436"/>
                  </a:lnTo>
                  <a:lnTo>
                    <a:pt x="1235535" y="4866436"/>
                  </a:lnTo>
                  <a:lnTo>
                    <a:pt x="1235680" y="4866436"/>
                  </a:lnTo>
                  <a:lnTo>
                    <a:pt x="1235825" y="4866436"/>
                  </a:lnTo>
                  <a:lnTo>
                    <a:pt x="1235971" y="4866436"/>
                  </a:lnTo>
                  <a:lnTo>
                    <a:pt x="1235971" y="4865812"/>
                  </a:lnTo>
                  <a:lnTo>
                    <a:pt x="1236116" y="4865812"/>
                  </a:lnTo>
                  <a:lnTo>
                    <a:pt x="1236262" y="4865812"/>
                  </a:lnTo>
                  <a:lnTo>
                    <a:pt x="1236407" y="4865812"/>
                  </a:lnTo>
                  <a:lnTo>
                    <a:pt x="1236552" y="4865812"/>
                  </a:lnTo>
                  <a:lnTo>
                    <a:pt x="1236698" y="4865812"/>
                  </a:lnTo>
                  <a:lnTo>
                    <a:pt x="1236843" y="4865812"/>
                  </a:lnTo>
                  <a:lnTo>
                    <a:pt x="1236989" y="4865812"/>
                  </a:lnTo>
                  <a:lnTo>
                    <a:pt x="1237134" y="4865812"/>
                  </a:lnTo>
                  <a:lnTo>
                    <a:pt x="1237280" y="4865812"/>
                  </a:lnTo>
                  <a:lnTo>
                    <a:pt x="1237425" y="4865812"/>
                  </a:lnTo>
                  <a:lnTo>
                    <a:pt x="1237570" y="4865812"/>
                  </a:lnTo>
                  <a:lnTo>
                    <a:pt x="1237570" y="4865189"/>
                  </a:lnTo>
                  <a:lnTo>
                    <a:pt x="1237570" y="4864565"/>
                  </a:lnTo>
                  <a:lnTo>
                    <a:pt x="1237716" y="4864565"/>
                  </a:lnTo>
                  <a:lnTo>
                    <a:pt x="1237861" y="4864565"/>
                  </a:lnTo>
                  <a:lnTo>
                    <a:pt x="1237861" y="4863942"/>
                  </a:lnTo>
                  <a:lnTo>
                    <a:pt x="1238007" y="4863942"/>
                  </a:lnTo>
                  <a:lnTo>
                    <a:pt x="1238152" y="4863942"/>
                  </a:lnTo>
                  <a:lnTo>
                    <a:pt x="1238298" y="4863942"/>
                  </a:lnTo>
                  <a:lnTo>
                    <a:pt x="1238443" y="4863942"/>
                  </a:lnTo>
                  <a:lnTo>
                    <a:pt x="1238588" y="4863942"/>
                  </a:lnTo>
                  <a:lnTo>
                    <a:pt x="1238734" y="4863942"/>
                  </a:lnTo>
                  <a:lnTo>
                    <a:pt x="1238879" y="4863942"/>
                  </a:lnTo>
                  <a:lnTo>
                    <a:pt x="1239025" y="4863942"/>
                  </a:lnTo>
                  <a:lnTo>
                    <a:pt x="1239170" y="4863942"/>
                  </a:lnTo>
                  <a:lnTo>
                    <a:pt x="1239316" y="4863942"/>
                  </a:lnTo>
                  <a:lnTo>
                    <a:pt x="1239316" y="4863318"/>
                  </a:lnTo>
                  <a:lnTo>
                    <a:pt x="1239461" y="4863318"/>
                  </a:lnTo>
                  <a:lnTo>
                    <a:pt x="1239606" y="4863318"/>
                  </a:lnTo>
                  <a:lnTo>
                    <a:pt x="1239606" y="4862694"/>
                  </a:lnTo>
                  <a:lnTo>
                    <a:pt x="1239752" y="4862694"/>
                  </a:lnTo>
                  <a:lnTo>
                    <a:pt x="1239897" y="4862694"/>
                  </a:lnTo>
                  <a:lnTo>
                    <a:pt x="1240043" y="4862694"/>
                  </a:lnTo>
                  <a:lnTo>
                    <a:pt x="1240188" y="4862694"/>
                  </a:lnTo>
                  <a:lnTo>
                    <a:pt x="1240334" y="4862694"/>
                  </a:lnTo>
                  <a:lnTo>
                    <a:pt x="1240479" y="4862694"/>
                  </a:lnTo>
                  <a:lnTo>
                    <a:pt x="1240479" y="4862071"/>
                  </a:lnTo>
                  <a:lnTo>
                    <a:pt x="1240624" y="4862071"/>
                  </a:lnTo>
                  <a:lnTo>
                    <a:pt x="1240770" y="4862071"/>
                  </a:lnTo>
                  <a:lnTo>
                    <a:pt x="1240915" y="4862071"/>
                  </a:lnTo>
                  <a:lnTo>
                    <a:pt x="1241061" y="4862071"/>
                  </a:lnTo>
                  <a:lnTo>
                    <a:pt x="1241206" y="4862071"/>
                  </a:lnTo>
                  <a:lnTo>
                    <a:pt x="1241352" y="4862071"/>
                  </a:lnTo>
                  <a:lnTo>
                    <a:pt x="1241497" y="4862071"/>
                  </a:lnTo>
                  <a:lnTo>
                    <a:pt x="1241642" y="4862071"/>
                  </a:lnTo>
                  <a:lnTo>
                    <a:pt x="1241642" y="4861447"/>
                  </a:lnTo>
                  <a:lnTo>
                    <a:pt x="1241642" y="4860824"/>
                  </a:lnTo>
                  <a:lnTo>
                    <a:pt x="1241788" y="4860824"/>
                  </a:lnTo>
                  <a:lnTo>
                    <a:pt x="1241933" y="4860824"/>
                  </a:lnTo>
                  <a:lnTo>
                    <a:pt x="1241933" y="4860200"/>
                  </a:lnTo>
                  <a:lnTo>
                    <a:pt x="1242079" y="4860200"/>
                  </a:lnTo>
                  <a:lnTo>
                    <a:pt x="1242224" y="4860200"/>
                  </a:lnTo>
                  <a:lnTo>
                    <a:pt x="1242369" y="4860200"/>
                  </a:lnTo>
                  <a:lnTo>
                    <a:pt x="1242369" y="4859577"/>
                  </a:lnTo>
                  <a:lnTo>
                    <a:pt x="1242515" y="4859577"/>
                  </a:lnTo>
                  <a:lnTo>
                    <a:pt x="1242660" y="4859577"/>
                  </a:lnTo>
                  <a:lnTo>
                    <a:pt x="1242806" y="4859577"/>
                  </a:lnTo>
                  <a:lnTo>
                    <a:pt x="1242951" y="4859577"/>
                  </a:lnTo>
                  <a:lnTo>
                    <a:pt x="1242951" y="4858953"/>
                  </a:lnTo>
                  <a:lnTo>
                    <a:pt x="1243097" y="4858953"/>
                  </a:lnTo>
                  <a:lnTo>
                    <a:pt x="1243242" y="4858953"/>
                  </a:lnTo>
                  <a:lnTo>
                    <a:pt x="1243387" y="4858953"/>
                  </a:lnTo>
                  <a:lnTo>
                    <a:pt x="1243533" y="4858953"/>
                  </a:lnTo>
                  <a:lnTo>
                    <a:pt x="1243533" y="4858329"/>
                  </a:lnTo>
                  <a:lnTo>
                    <a:pt x="1243678" y="4858329"/>
                  </a:lnTo>
                  <a:lnTo>
                    <a:pt x="1243824" y="4858329"/>
                  </a:lnTo>
                  <a:lnTo>
                    <a:pt x="1243969" y="4858329"/>
                  </a:lnTo>
                  <a:lnTo>
                    <a:pt x="1244115" y="4858329"/>
                  </a:lnTo>
                  <a:lnTo>
                    <a:pt x="1244260" y="4858329"/>
                  </a:lnTo>
                  <a:lnTo>
                    <a:pt x="1244405" y="4858329"/>
                  </a:lnTo>
                  <a:lnTo>
                    <a:pt x="1244551" y="4858329"/>
                  </a:lnTo>
                  <a:lnTo>
                    <a:pt x="1244696" y="4858329"/>
                  </a:lnTo>
                  <a:lnTo>
                    <a:pt x="1244842" y="4858329"/>
                  </a:lnTo>
                  <a:lnTo>
                    <a:pt x="1244987" y="4858329"/>
                  </a:lnTo>
                  <a:lnTo>
                    <a:pt x="1245133" y="4858329"/>
                  </a:lnTo>
                  <a:lnTo>
                    <a:pt x="1245278" y="4858329"/>
                  </a:lnTo>
                  <a:lnTo>
                    <a:pt x="1245423" y="4858329"/>
                  </a:lnTo>
                  <a:lnTo>
                    <a:pt x="1245569" y="4858329"/>
                  </a:lnTo>
                  <a:lnTo>
                    <a:pt x="1245714" y="4858329"/>
                  </a:lnTo>
                  <a:lnTo>
                    <a:pt x="1245714" y="4857706"/>
                  </a:lnTo>
                  <a:lnTo>
                    <a:pt x="1245860" y="4857706"/>
                  </a:lnTo>
                  <a:lnTo>
                    <a:pt x="1245860" y="4857082"/>
                  </a:lnTo>
                  <a:lnTo>
                    <a:pt x="1246005" y="4857082"/>
                  </a:lnTo>
                  <a:lnTo>
                    <a:pt x="1246005" y="4856459"/>
                  </a:lnTo>
                  <a:lnTo>
                    <a:pt x="1246151" y="4856459"/>
                  </a:lnTo>
                  <a:lnTo>
                    <a:pt x="1246296" y="4856459"/>
                  </a:lnTo>
                  <a:lnTo>
                    <a:pt x="1246296" y="4855835"/>
                  </a:lnTo>
                  <a:lnTo>
                    <a:pt x="1246441" y="4855835"/>
                  </a:lnTo>
                  <a:lnTo>
                    <a:pt x="1246587" y="4855835"/>
                  </a:lnTo>
                  <a:lnTo>
                    <a:pt x="1246732" y="4855835"/>
                  </a:lnTo>
                  <a:lnTo>
                    <a:pt x="1246878" y="4855835"/>
                  </a:lnTo>
                  <a:lnTo>
                    <a:pt x="1246878" y="4855211"/>
                  </a:lnTo>
                  <a:lnTo>
                    <a:pt x="1247023" y="4855211"/>
                  </a:lnTo>
                  <a:lnTo>
                    <a:pt x="1247169" y="4855211"/>
                  </a:lnTo>
                  <a:lnTo>
                    <a:pt x="1247169" y="4854588"/>
                  </a:lnTo>
                  <a:lnTo>
                    <a:pt x="1247314" y="4854588"/>
                  </a:lnTo>
                  <a:lnTo>
                    <a:pt x="1247314" y="4853964"/>
                  </a:lnTo>
                  <a:lnTo>
                    <a:pt x="1247459" y="4853964"/>
                  </a:lnTo>
                  <a:lnTo>
                    <a:pt x="1247605" y="4853964"/>
                  </a:lnTo>
                  <a:lnTo>
                    <a:pt x="1247750" y="4853964"/>
                  </a:lnTo>
                  <a:lnTo>
                    <a:pt x="1247896" y="4853964"/>
                  </a:lnTo>
                  <a:lnTo>
                    <a:pt x="1248041" y="4853964"/>
                  </a:lnTo>
                  <a:lnTo>
                    <a:pt x="1248187" y="4853964"/>
                  </a:lnTo>
                  <a:lnTo>
                    <a:pt x="1248332" y="4853964"/>
                  </a:lnTo>
                  <a:lnTo>
                    <a:pt x="1248477" y="4853964"/>
                  </a:lnTo>
                  <a:lnTo>
                    <a:pt x="1248623" y="4853964"/>
                  </a:lnTo>
                  <a:lnTo>
                    <a:pt x="1248768" y="4853964"/>
                  </a:lnTo>
                  <a:lnTo>
                    <a:pt x="1248914" y="4853964"/>
                  </a:lnTo>
                  <a:lnTo>
                    <a:pt x="1249059" y="4853964"/>
                  </a:lnTo>
                  <a:lnTo>
                    <a:pt x="1249204" y="4853964"/>
                  </a:lnTo>
                  <a:lnTo>
                    <a:pt x="1249350" y="4853964"/>
                  </a:lnTo>
                  <a:lnTo>
                    <a:pt x="1249495" y="4853964"/>
                  </a:lnTo>
                  <a:lnTo>
                    <a:pt x="1249641" y="4853964"/>
                  </a:lnTo>
                  <a:lnTo>
                    <a:pt x="1249786" y="4853964"/>
                  </a:lnTo>
                  <a:lnTo>
                    <a:pt x="1249932" y="4853964"/>
                  </a:lnTo>
                  <a:lnTo>
                    <a:pt x="1250077" y="4853964"/>
                  </a:lnTo>
                  <a:lnTo>
                    <a:pt x="1250077" y="4853341"/>
                  </a:lnTo>
                  <a:lnTo>
                    <a:pt x="1250222" y="4853341"/>
                  </a:lnTo>
                  <a:lnTo>
                    <a:pt x="1250222" y="4852717"/>
                  </a:lnTo>
                  <a:lnTo>
                    <a:pt x="1250368" y="4852717"/>
                  </a:lnTo>
                  <a:lnTo>
                    <a:pt x="1250513" y="4852717"/>
                  </a:lnTo>
                  <a:lnTo>
                    <a:pt x="1250513" y="4852094"/>
                  </a:lnTo>
                  <a:lnTo>
                    <a:pt x="1250513" y="4851470"/>
                  </a:lnTo>
                  <a:lnTo>
                    <a:pt x="1250659" y="4851470"/>
                  </a:lnTo>
                  <a:lnTo>
                    <a:pt x="1250804" y="4851470"/>
                  </a:lnTo>
                  <a:lnTo>
                    <a:pt x="1250804" y="4850846"/>
                  </a:lnTo>
                  <a:lnTo>
                    <a:pt x="1250950" y="4850846"/>
                  </a:lnTo>
                  <a:lnTo>
                    <a:pt x="1251095" y="4850846"/>
                  </a:lnTo>
                  <a:lnTo>
                    <a:pt x="1251240" y="4850846"/>
                  </a:lnTo>
                  <a:lnTo>
                    <a:pt x="1251386" y="4850846"/>
                  </a:lnTo>
                  <a:lnTo>
                    <a:pt x="1251531" y="4850846"/>
                  </a:lnTo>
                  <a:lnTo>
                    <a:pt x="1251677" y="4850846"/>
                  </a:lnTo>
                  <a:lnTo>
                    <a:pt x="1251822" y="4850846"/>
                  </a:lnTo>
                  <a:lnTo>
                    <a:pt x="1251822" y="4850223"/>
                  </a:lnTo>
                  <a:lnTo>
                    <a:pt x="1251968" y="4850223"/>
                  </a:lnTo>
                  <a:lnTo>
                    <a:pt x="1252113" y="4850223"/>
                  </a:lnTo>
                  <a:lnTo>
                    <a:pt x="1252258" y="4850223"/>
                  </a:lnTo>
                  <a:lnTo>
                    <a:pt x="1252404" y="4850223"/>
                  </a:lnTo>
                  <a:lnTo>
                    <a:pt x="1252549" y="4850223"/>
                  </a:lnTo>
                  <a:lnTo>
                    <a:pt x="1252695" y="4850223"/>
                  </a:lnTo>
                  <a:lnTo>
                    <a:pt x="1252840" y="4850223"/>
                  </a:lnTo>
                  <a:lnTo>
                    <a:pt x="1252986" y="4850223"/>
                  </a:lnTo>
                  <a:lnTo>
                    <a:pt x="1252986" y="4849599"/>
                  </a:lnTo>
                  <a:lnTo>
                    <a:pt x="1253131" y="4849599"/>
                  </a:lnTo>
                  <a:lnTo>
                    <a:pt x="1253276" y="4849599"/>
                  </a:lnTo>
                  <a:lnTo>
                    <a:pt x="1253422" y="4849599"/>
                  </a:lnTo>
                  <a:lnTo>
                    <a:pt x="1253567" y="4849599"/>
                  </a:lnTo>
                  <a:lnTo>
                    <a:pt x="1253713" y="4849599"/>
                  </a:lnTo>
                  <a:lnTo>
                    <a:pt x="1253713" y="4848976"/>
                  </a:lnTo>
                  <a:lnTo>
                    <a:pt x="1253858" y="4848976"/>
                  </a:lnTo>
                  <a:lnTo>
                    <a:pt x="1254004" y="4848976"/>
                  </a:lnTo>
                  <a:lnTo>
                    <a:pt x="1254149" y="4848976"/>
                  </a:lnTo>
                  <a:lnTo>
                    <a:pt x="1254294" y="4848976"/>
                  </a:lnTo>
                  <a:lnTo>
                    <a:pt x="1254294" y="4848352"/>
                  </a:lnTo>
                  <a:lnTo>
                    <a:pt x="1254440" y="4848352"/>
                  </a:lnTo>
                  <a:lnTo>
                    <a:pt x="1254585" y="4848352"/>
                  </a:lnTo>
                  <a:lnTo>
                    <a:pt x="1254585" y="4847728"/>
                  </a:lnTo>
                  <a:lnTo>
                    <a:pt x="1254731" y="4847728"/>
                  </a:lnTo>
                  <a:lnTo>
                    <a:pt x="1254876" y="4847728"/>
                  </a:lnTo>
                  <a:lnTo>
                    <a:pt x="1255022" y="4847728"/>
                  </a:lnTo>
                  <a:lnTo>
                    <a:pt x="1255167" y="4847728"/>
                  </a:lnTo>
                  <a:lnTo>
                    <a:pt x="1255312" y="4847728"/>
                  </a:lnTo>
                  <a:lnTo>
                    <a:pt x="1255458" y="4847728"/>
                  </a:lnTo>
                  <a:lnTo>
                    <a:pt x="1255603" y="4847728"/>
                  </a:lnTo>
                  <a:lnTo>
                    <a:pt x="1255749" y="4847728"/>
                  </a:lnTo>
                  <a:lnTo>
                    <a:pt x="1255894" y="4847728"/>
                  </a:lnTo>
                  <a:lnTo>
                    <a:pt x="1256039" y="4847728"/>
                  </a:lnTo>
                  <a:lnTo>
                    <a:pt x="1256185" y="4847728"/>
                  </a:lnTo>
                  <a:lnTo>
                    <a:pt x="1256330" y="4847728"/>
                  </a:lnTo>
                  <a:lnTo>
                    <a:pt x="1256476" y="4847728"/>
                  </a:lnTo>
                  <a:lnTo>
                    <a:pt x="1256621" y="4847728"/>
                  </a:lnTo>
                  <a:lnTo>
                    <a:pt x="1256767" y="4847728"/>
                  </a:lnTo>
                  <a:lnTo>
                    <a:pt x="1256912" y="4847728"/>
                  </a:lnTo>
                  <a:lnTo>
                    <a:pt x="1257057" y="4847728"/>
                  </a:lnTo>
                  <a:lnTo>
                    <a:pt x="1257203" y="4847728"/>
                  </a:lnTo>
                  <a:lnTo>
                    <a:pt x="1257203" y="4847105"/>
                  </a:lnTo>
                  <a:lnTo>
                    <a:pt x="1257348" y="4847105"/>
                  </a:lnTo>
                  <a:lnTo>
                    <a:pt x="1257348" y="4846481"/>
                  </a:lnTo>
                  <a:lnTo>
                    <a:pt x="1257348" y="4845858"/>
                  </a:lnTo>
                  <a:lnTo>
                    <a:pt x="1257494" y="4845858"/>
                  </a:lnTo>
                  <a:lnTo>
                    <a:pt x="1257639" y="4845858"/>
                  </a:lnTo>
                  <a:lnTo>
                    <a:pt x="1257785" y="4845858"/>
                  </a:lnTo>
                  <a:lnTo>
                    <a:pt x="1257930" y="4845858"/>
                  </a:lnTo>
                  <a:lnTo>
                    <a:pt x="1258075" y="4845858"/>
                  </a:lnTo>
                  <a:lnTo>
                    <a:pt x="1258221" y="4845858"/>
                  </a:lnTo>
                  <a:lnTo>
                    <a:pt x="1258366" y="4845858"/>
                  </a:lnTo>
                  <a:lnTo>
                    <a:pt x="1258512" y="4845858"/>
                  </a:lnTo>
                  <a:lnTo>
                    <a:pt x="1258657" y="4845858"/>
                  </a:lnTo>
                  <a:lnTo>
                    <a:pt x="1258803" y="4845858"/>
                  </a:lnTo>
                  <a:lnTo>
                    <a:pt x="1258803" y="4845234"/>
                  </a:lnTo>
                  <a:lnTo>
                    <a:pt x="1258948" y="4845234"/>
                  </a:lnTo>
                  <a:lnTo>
                    <a:pt x="1259093" y="4845234"/>
                  </a:lnTo>
                  <a:lnTo>
                    <a:pt x="1259239" y="4845234"/>
                  </a:lnTo>
                  <a:lnTo>
                    <a:pt x="1259384" y="4845234"/>
                  </a:lnTo>
                  <a:lnTo>
                    <a:pt x="1259530" y="4845234"/>
                  </a:lnTo>
                  <a:lnTo>
                    <a:pt x="1259675" y="4845234"/>
                  </a:lnTo>
                  <a:lnTo>
                    <a:pt x="1259821" y="4845234"/>
                  </a:lnTo>
                  <a:lnTo>
                    <a:pt x="1259966" y="4845234"/>
                  </a:lnTo>
                  <a:lnTo>
                    <a:pt x="1260111" y="4845234"/>
                  </a:lnTo>
                  <a:lnTo>
                    <a:pt x="1260257" y="4845234"/>
                  </a:lnTo>
                  <a:lnTo>
                    <a:pt x="1260402" y="4845234"/>
                  </a:lnTo>
                  <a:lnTo>
                    <a:pt x="1260548" y="4845234"/>
                  </a:lnTo>
                  <a:lnTo>
                    <a:pt x="1260693" y="4845234"/>
                  </a:lnTo>
                  <a:lnTo>
                    <a:pt x="1260839" y="4845234"/>
                  </a:lnTo>
                  <a:lnTo>
                    <a:pt x="1260984" y="4845234"/>
                  </a:lnTo>
                  <a:lnTo>
                    <a:pt x="1260984" y="4844611"/>
                  </a:lnTo>
                  <a:lnTo>
                    <a:pt x="1261129" y="4844611"/>
                  </a:lnTo>
                  <a:lnTo>
                    <a:pt x="1261275" y="4844611"/>
                  </a:lnTo>
                  <a:lnTo>
                    <a:pt x="1261420" y="4844611"/>
                  </a:lnTo>
                  <a:lnTo>
                    <a:pt x="1261420" y="4843987"/>
                  </a:lnTo>
                  <a:lnTo>
                    <a:pt x="1261566" y="4843987"/>
                  </a:lnTo>
                  <a:lnTo>
                    <a:pt x="1261711" y="4843987"/>
                  </a:lnTo>
                  <a:lnTo>
                    <a:pt x="1261857" y="4843987"/>
                  </a:lnTo>
                  <a:lnTo>
                    <a:pt x="1262002" y="4843987"/>
                  </a:lnTo>
                  <a:lnTo>
                    <a:pt x="1262147" y="4843987"/>
                  </a:lnTo>
                  <a:lnTo>
                    <a:pt x="1262293" y="4843987"/>
                  </a:lnTo>
                  <a:lnTo>
                    <a:pt x="1262438" y="4843987"/>
                  </a:lnTo>
                  <a:lnTo>
                    <a:pt x="1262584" y="4843987"/>
                  </a:lnTo>
                  <a:lnTo>
                    <a:pt x="1262584" y="4843363"/>
                  </a:lnTo>
                  <a:lnTo>
                    <a:pt x="1262584" y="4842740"/>
                  </a:lnTo>
                  <a:lnTo>
                    <a:pt x="1262729" y="4842740"/>
                  </a:lnTo>
                  <a:lnTo>
                    <a:pt x="1262874" y="4842740"/>
                  </a:lnTo>
                  <a:lnTo>
                    <a:pt x="1263020" y="4842740"/>
                  </a:lnTo>
                  <a:lnTo>
                    <a:pt x="1263165" y="4842740"/>
                  </a:lnTo>
                  <a:lnTo>
                    <a:pt x="1263311" y="4842740"/>
                  </a:lnTo>
                  <a:lnTo>
                    <a:pt x="1263456" y="4842740"/>
                  </a:lnTo>
                  <a:lnTo>
                    <a:pt x="1263602" y="4842740"/>
                  </a:lnTo>
                  <a:lnTo>
                    <a:pt x="1263747" y="4842740"/>
                  </a:lnTo>
                  <a:lnTo>
                    <a:pt x="1263747" y="4842116"/>
                  </a:lnTo>
                  <a:lnTo>
                    <a:pt x="1263892" y="4842116"/>
                  </a:lnTo>
                  <a:lnTo>
                    <a:pt x="1263892" y="4841493"/>
                  </a:lnTo>
                  <a:lnTo>
                    <a:pt x="1264038" y="4841493"/>
                  </a:lnTo>
                  <a:lnTo>
                    <a:pt x="1264183" y="4841493"/>
                  </a:lnTo>
                  <a:lnTo>
                    <a:pt x="1264329" y="4841493"/>
                  </a:lnTo>
                  <a:lnTo>
                    <a:pt x="1264474" y="4841493"/>
                  </a:lnTo>
                  <a:lnTo>
                    <a:pt x="1264474" y="4840869"/>
                  </a:lnTo>
                  <a:lnTo>
                    <a:pt x="1264620" y="4840869"/>
                  </a:lnTo>
                  <a:lnTo>
                    <a:pt x="1264765" y="4840869"/>
                  </a:lnTo>
                  <a:lnTo>
                    <a:pt x="1264910" y="4840869"/>
                  </a:lnTo>
                  <a:lnTo>
                    <a:pt x="1265056" y="4840869"/>
                  </a:lnTo>
                  <a:lnTo>
                    <a:pt x="1265201" y="4840869"/>
                  </a:lnTo>
                  <a:lnTo>
                    <a:pt x="1265347" y="4840869"/>
                  </a:lnTo>
                  <a:lnTo>
                    <a:pt x="1265492" y="4840869"/>
                  </a:lnTo>
                  <a:lnTo>
                    <a:pt x="1265638" y="4840869"/>
                  </a:lnTo>
                  <a:lnTo>
                    <a:pt x="1265638" y="4840245"/>
                  </a:lnTo>
                  <a:lnTo>
                    <a:pt x="1265783" y="4840245"/>
                  </a:lnTo>
                  <a:lnTo>
                    <a:pt x="1265928" y="4840245"/>
                  </a:lnTo>
                  <a:lnTo>
                    <a:pt x="1265928" y="4839622"/>
                  </a:lnTo>
                  <a:lnTo>
                    <a:pt x="1266074" y="4839622"/>
                  </a:lnTo>
                  <a:lnTo>
                    <a:pt x="1266219" y="4839622"/>
                  </a:lnTo>
                  <a:lnTo>
                    <a:pt x="1266365" y="4839622"/>
                  </a:lnTo>
                  <a:lnTo>
                    <a:pt x="1266510" y="4839622"/>
                  </a:lnTo>
                  <a:lnTo>
                    <a:pt x="1266656" y="4839622"/>
                  </a:lnTo>
                  <a:lnTo>
                    <a:pt x="1266656" y="4838998"/>
                  </a:lnTo>
                  <a:lnTo>
                    <a:pt x="1266801" y="4838998"/>
                  </a:lnTo>
                  <a:lnTo>
                    <a:pt x="1266946" y="4838998"/>
                  </a:lnTo>
                  <a:lnTo>
                    <a:pt x="1267092" y="4838998"/>
                  </a:lnTo>
                  <a:lnTo>
                    <a:pt x="1267237" y="4838998"/>
                  </a:lnTo>
                  <a:lnTo>
                    <a:pt x="1267383" y="4838998"/>
                  </a:lnTo>
                  <a:lnTo>
                    <a:pt x="1267528" y="4838998"/>
                  </a:lnTo>
                  <a:lnTo>
                    <a:pt x="1267674" y="4838998"/>
                  </a:lnTo>
                  <a:lnTo>
                    <a:pt x="1267819" y="4838998"/>
                  </a:lnTo>
                  <a:lnTo>
                    <a:pt x="1267964" y="4838998"/>
                  </a:lnTo>
                  <a:lnTo>
                    <a:pt x="1268110" y="4838998"/>
                  </a:lnTo>
                  <a:lnTo>
                    <a:pt x="1268255" y="4838998"/>
                  </a:lnTo>
                  <a:lnTo>
                    <a:pt x="1268401" y="4838998"/>
                  </a:lnTo>
                  <a:lnTo>
                    <a:pt x="1268546" y="4838998"/>
                  </a:lnTo>
                  <a:lnTo>
                    <a:pt x="1268692" y="4838998"/>
                  </a:lnTo>
                  <a:lnTo>
                    <a:pt x="1268692" y="4838375"/>
                  </a:lnTo>
                  <a:lnTo>
                    <a:pt x="1268692" y="4837751"/>
                  </a:lnTo>
                  <a:lnTo>
                    <a:pt x="1268837" y="4837751"/>
                  </a:lnTo>
                  <a:lnTo>
                    <a:pt x="1268982" y="4837751"/>
                  </a:lnTo>
                  <a:lnTo>
                    <a:pt x="1268982" y="4837128"/>
                  </a:lnTo>
                  <a:lnTo>
                    <a:pt x="1269128" y="4837128"/>
                  </a:lnTo>
                  <a:lnTo>
                    <a:pt x="1269273" y="4837128"/>
                  </a:lnTo>
                  <a:lnTo>
                    <a:pt x="1269273" y="4836504"/>
                  </a:lnTo>
                  <a:lnTo>
                    <a:pt x="1269419" y="4836504"/>
                  </a:lnTo>
                  <a:lnTo>
                    <a:pt x="1269564" y="4836504"/>
                  </a:lnTo>
                  <a:lnTo>
                    <a:pt x="1269709" y="4836504"/>
                  </a:lnTo>
                  <a:lnTo>
                    <a:pt x="1269855" y="4836504"/>
                  </a:lnTo>
                  <a:lnTo>
                    <a:pt x="1270000" y="4836504"/>
                  </a:lnTo>
                  <a:lnTo>
                    <a:pt x="1270000" y="4835880"/>
                  </a:lnTo>
                  <a:lnTo>
                    <a:pt x="1270146" y="4835880"/>
                  </a:lnTo>
                  <a:lnTo>
                    <a:pt x="1270291" y="4835880"/>
                  </a:lnTo>
                  <a:lnTo>
                    <a:pt x="1270437" y="4835880"/>
                  </a:lnTo>
                  <a:lnTo>
                    <a:pt x="1270582" y="4835880"/>
                  </a:lnTo>
                  <a:lnTo>
                    <a:pt x="1270727" y="4835880"/>
                  </a:lnTo>
                  <a:lnTo>
                    <a:pt x="1270873" y="4835880"/>
                  </a:lnTo>
                  <a:lnTo>
                    <a:pt x="1270873" y="4835257"/>
                  </a:lnTo>
                  <a:lnTo>
                    <a:pt x="1271018" y="4835257"/>
                  </a:lnTo>
                  <a:lnTo>
                    <a:pt x="1271164" y="4835257"/>
                  </a:lnTo>
                  <a:lnTo>
                    <a:pt x="1271164" y="4834633"/>
                  </a:lnTo>
                  <a:lnTo>
                    <a:pt x="1271309" y="4834633"/>
                  </a:lnTo>
                  <a:lnTo>
                    <a:pt x="1271309" y="4834010"/>
                  </a:lnTo>
                  <a:lnTo>
                    <a:pt x="1271455" y="4834010"/>
                  </a:lnTo>
                  <a:lnTo>
                    <a:pt x="1271455" y="4833386"/>
                  </a:lnTo>
                  <a:lnTo>
                    <a:pt x="1271600" y="4833386"/>
                  </a:lnTo>
                  <a:lnTo>
                    <a:pt x="1271745" y="4833386"/>
                  </a:lnTo>
                  <a:lnTo>
                    <a:pt x="1271891" y="4833386"/>
                  </a:lnTo>
                  <a:lnTo>
                    <a:pt x="1272036" y="4833386"/>
                  </a:lnTo>
                  <a:lnTo>
                    <a:pt x="1272036" y="4832762"/>
                  </a:lnTo>
                  <a:lnTo>
                    <a:pt x="1272182" y="4832762"/>
                  </a:lnTo>
                  <a:lnTo>
                    <a:pt x="1272182" y="4832139"/>
                  </a:lnTo>
                  <a:lnTo>
                    <a:pt x="1272327" y="4832139"/>
                  </a:lnTo>
                  <a:lnTo>
                    <a:pt x="1272473" y="4832139"/>
                  </a:lnTo>
                  <a:lnTo>
                    <a:pt x="1272473" y="4831515"/>
                  </a:lnTo>
                  <a:lnTo>
                    <a:pt x="1272618" y="4831515"/>
                  </a:lnTo>
                  <a:lnTo>
                    <a:pt x="1272763" y="4831515"/>
                  </a:lnTo>
                  <a:lnTo>
                    <a:pt x="1272909" y="4831515"/>
                  </a:lnTo>
                  <a:lnTo>
                    <a:pt x="1272909" y="4830892"/>
                  </a:lnTo>
                  <a:lnTo>
                    <a:pt x="1272909" y="4830268"/>
                  </a:lnTo>
                  <a:lnTo>
                    <a:pt x="1272909" y="4829645"/>
                  </a:lnTo>
                  <a:lnTo>
                    <a:pt x="1273054" y="4829645"/>
                  </a:lnTo>
                  <a:lnTo>
                    <a:pt x="1273200" y="4829645"/>
                  </a:lnTo>
                  <a:lnTo>
                    <a:pt x="1273345" y="4829645"/>
                  </a:lnTo>
                  <a:lnTo>
                    <a:pt x="1273491" y="4829645"/>
                  </a:lnTo>
                  <a:lnTo>
                    <a:pt x="1273491" y="4829021"/>
                  </a:lnTo>
                  <a:lnTo>
                    <a:pt x="1273636" y="4829021"/>
                  </a:lnTo>
                  <a:lnTo>
                    <a:pt x="1273781" y="4829021"/>
                  </a:lnTo>
                  <a:lnTo>
                    <a:pt x="1273927" y="4829021"/>
                  </a:lnTo>
                  <a:lnTo>
                    <a:pt x="1273927" y="4828397"/>
                  </a:lnTo>
                  <a:lnTo>
                    <a:pt x="1274072" y="4828397"/>
                  </a:lnTo>
                  <a:lnTo>
                    <a:pt x="1274218" y="4828397"/>
                  </a:lnTo>
                  <a:lnTo>
                    <a:pt x="1274363" y="4828397"/>
                  </a:lnTo>
                  <a:lnTo>
                    <a:pt x="1274509" y="4828397"/>
                  </a:lnTo>
                  <a:lnTo>
                    <a:pt x="1274654" y="4828397"/>
                  </a:lnTo>
                  <a:lnTo>
                    <a:pt x="1274799" y="4828397"/>
                  </a:lnTo>
                  <a:lnTo>
                    <a:pt x="1274945" y="4828397"/>
                  </a:lnTo>
                  <a:lnTo>
                    <a:pt x="1275090" y="4828397"/>
                  </a:lnTo>
                  <a:lnTo>
                    <a:pt x="1275236" y="4828397"/>
                  </a:lnTo>
                  <a:lnTo>
                    <a:pt x="1275381" y="4828397"/>
                  </a:lnTo>
                  <a:lnTo>
                    <a:pt x="1275527" y="4828397"/>
                  </a:lnTo>
                  <a:lnTo>
                    <a:pt x="1275672" y="4828397"/>
                  </a:lnTo>
                  <a:lnTo>
                    <a:pt x="1275817" y="4828397"/>
                  </a:lnTo>
                  <a:lnTo>
                    <a:pt x="1275817" y="4827774"/>
                  </a:lnTo>
                  <a:lnTo>
                    <a:pt x="1275963" y="4827774"/>
                  </a:lnTo>
                  <a:lnTo>
                    <a:pt x="1276108" y="4827774"/>
                  </a:lnTo>
                  <a:lnTo>
                    <a:pt x="1276254" y="4827774"/>
                  </a:lnTo>
                  <a:lnTo>
                    <a:pt x="1276399" y="4827774"/>
                  </a:lnTo>
                  <a:lnTo>
                    <a:pt x="1276399" y="4827150"/>
                  </a:lnTo>
                  <a:lnTo>
                    <a:pt x="1276544" y="4827150"/>
                  </a:lnTo>
                  <a:lnTo>
                    <a:pt x="1276690" y="4827150"/>
                  </a:lnTo>
                  <a:lnTo>
                    <a:pt x="1276835" y="4827150"/>
                  </a:lnTo>
                  <a:lnTo>
                    <a:pt x="1276981" y="4827150"/>
                  </a:lnTo>
                  <a:lnTo>
                    <a:pt x="1276981" y="4826527"/>
                  </a:lnTo>
                  <a:lnTo>
                    <a:pt x="1276981" y="4825903"/>
                  </a:lnTo>
                  <a:lnTo>
                    <a:pt x="1277126" y="4825903"/>
                  </a:lnTo>
                  <a:lnTo>
                    <a:pt x="1277126" y="4825279"/>
                  </a:lnTo>
                  <a:lnTo>
                    <a:pt x="1277272" y="4825279"/>
                  </a:lnTo>
                  <a:lnTo>
                    <a:pt x="1277417" y="4825279"/>
                  </a:lnTo>
                  <a:lnTo>
                    <a:pt x="1277562" y="4825279"/>
                  </a:lnTo>
                  <a:lnTo>
                    <a:pt x="1277708" y="4825279"/>
                  </a:lnTo>
                  <a:lnTo>
                    <a:pt x="1277708" y="4824656"/>
                  </a:lnTo>
                  <a:lnTo>
                    <a:pt x="1277853" y="4824656"/>
                  </a:lnTo>
                  <a:lnTo>
                    <a:pt x="1277999" y="4824656"/>
                  </a:lnTo>
                  <a:lnTo>
                    <a:pt x="1278144" y="4824656"/>
                  </a:lnTo>
                  <a:lnTo>
                    <a:pt x="1278290" y="4824656"/>
                  </a:lnTo>
                  <a:lnTo>
                    <a:pt x="1278435" y="4824656"/>
                  </a:lnTo>
                  <a:lnTo>
                    <a:pt x="1278580" y="4824656"/>
                  </a:lnTo>
                  <a:lnTo>
                    <a:pt x="1278580" y="4824032"/>
                  </a:lnTo>
                  <a:lnTo>
                    <a:pt x="1278580" y="4823409"/>
                  </a:lnTo>
                  <a:lnTo>
                    <a:pt x="1278580" y="4822785"/>
                  </a:lnTo>
                  <a:lnTo>
                    <a:pt x="1278726" y="4822785"/>
                  </a:lnTo>
                  <a:lnTo>
                    <a:pt x="1278871" y="4822785"/>
                  </a:lnTo>
                  <a:lnTo>
                    <a:pt x="1279017" y="4822785"/>
                  </a:lnTo>
                  <a:lnTo>
                    <a:pt x="1279162" y="4822785"/>
                  </a:lnTo>
                  <a:lnTo>
                    <a:pt x="1279308" y="4822785"/>
                  </a:lnTo>
                  <a:lnTo>
                    <a:pt x="1279453" y="4822785"/>
                  </a:lnTo>
                  <a:lnTo>
                    <a:pt x="1279453" y="4822162"/>
                  </a:lnTo>
                  <a:lnTo>
                    <a:pt x="1279453" y="4821538"/>
                  </a:lnTo>
                  <a:lnTo>
                    <a:pt x="1279598" y="4821538"/>
                  </a:lnTo>
                  <a:lnTo>
                    <a:pt x="1279744" y="4821538"/>
                  </a:lnTo>
                  <a:lnTo>
                    <a:pt x="1279889" y="4821538"/>
                  </a:lnTo>
                  <a:lnTo>
                    <a:pt x="1280035" y="4821538"/>
                  </a:lnTo>
                  <a:lnTo>
                    <a:pt x="1280180" y="4821538"/>
                  </a:lnTo>
                  <a:lnTo>
                    <a:pt x="1280326" y="4821538"/>
                  </a:lnTo>
                  <a:lnTo>
                    <a:pt x="1280326" y="4820914"/>
                  </a:lnTo>
                  <a:lnTo>
                    <a:pt x="1280471" y="4820914"/>
                  </a:lnTo>
                  <a:lnTo>
                    <a:pt x="1280616" y="4820914"/>
                  </a:lnTo>
                  <a:lnTo>
                    <a:pt x="1280616" y="4820291"/>
                  </a:lnTo>
                  <a:lnTo>
                    <a:pt x="1280762" y="4820291"/>
                  </a:lnTo>
                  <a:lnTo>
                    <a:pt x="1280907" y="4820291"/>
                  </a:lnTo>
                  <a:lnTo>
                    <a:pt x="1281053" y="4820291"/>
                  </a:lnTo>
                  <a:lnTo>
                    <a:pt x="1281198" y="4820291"/>
                  </a:lnTo>
                  <a:lnTo>
                    <a:pt x="1281344" y="4820291"/>
                  </a:lnTo>
                  <a:lnTo>
                    <a:pt x="1281489" y="4820291"/>
                  </a:lnTo>
                  <a:lnTo>
                    <a:pt x="1281489" y="4819667"/>
                  </a:lnTo>
                  <a:lnTo>
                    <a:pt x="1281634" y="4819667"/>
                  </a:lnTo>
                  <a:lnTo>
                    <a:pt x="1281780" y="4819667"/>
                  </a:lnTo>
                  <a:lnTo>
                    <a:pt x="1281780" y="4819044"/>
                  </a:lnTo>
                  <a:lnTo>
                    <a:pt x="1281925" y="4819044"/>
                  </a:lnTo>
                  <a:lnTo>
                    <a:pt x="1282071" y="4819044"/>
                  </a:lnTo>
                  <a:lnTo>
                    <a:pt x="1282216" y="4819044"/>
                  </a:lnTo>
                  <a:lnTo>
                    <a:pt x="1282362" y="4819044"/>
                  </a:lnTo>
                  <a:lnTo>
                    <a:pt x="1282362" y="4818420"/>
                  </a:lnTo>
                  <a:lnTo>
                    <a:pt x="1282507" y="4818420"/>
                  </a:lnTo>
                  <a:lnTo>
                    <a:pt x="1282652" y="4818420"/>
                  </a:lnTo>
                  <a:lnTo>
                    <a:pt x="1282652" y="4817796"/>
                  </a:lnTo>
                  <a:lnTo>
                    <a:pt x="1282798" y="4817796"/>
                  </a:lnTo>
                  <a:lnTo>
                    <a:pt x="1282943" y="4817796"/>
                  </a:lnTo>
                  <a:lnTo>
                    <a:pt x="1283089" y="4817796"/>
                  </a:lnTo>
                  <a:lnTo>
                    <a:pt x="1283234" y="4817796"/>
                  </a:lnTo>
                  <a:lnTo>
                    <a:pt x="1283379" y="4817796"/>
                  </a:lnTo>
                  <a:lnTo>
                    <a:pt x="1283525" y="4817796"/>
                  </a:lnTo>
                  <a:lnTo>
                    <a:pt x="1283670" y="4817796"/>
                  </a:lnTo>
                  <a:lnTo>
                    <a:pt x="1283670" y="4817173"/>
                  </a:lnTo>
                  <a:lnTo>
                    <a:pt x="1283816" y="4817173"/>
                  </a:lnTo>
                  <a:lnTo>
                    <a:pt x="1283961" y="4817173"/>
                  </a:lnTo>
                  <a:lnTo>
                    <a:pt x="1284107" y="4817173"/>
                  </a:lnTo>
                  <a:lnTo>
                    <a:pt x="1284107" y="4816549"/>
                  </a:lnTo>
                  <a:lnTo>
                    <a:pt x="1284252" y="4816549"/>
                  </a:lnTo>
                  <a:lnTo>
                    <a:pt x="1284397" y="4816549"/>
                  </a:lnTo>
                  <a:lnTo>
                    <a:pt x="1284543" y="4816549"/>
                  </a:lnTo>
                  <a:lnTo>
                    <a:pt x="1284688" y="4816549"/>
                  </a:lnTo>
                  <a:lnTo>
                    <a:pt x="1284834" y="4816549"/>
                  </a:lnTo>
                  <a:lnTo>
                    <a:pt x="1284979" y="4816549"/>
                  </a:lnTo>
                  <a:lnTo>
                    <a:pt x="1285125" y="4816549"/>
                  </a:lnTo>
                  <a:lnTo>
                    <a:pt x="1285270" y="4816549"/>
                  </a:lnTo>
                  <a:lnTo>
                    <a:pt x="1285415" y="4816549"/>
                  </a:lnTo>
                  <a:lnTo>
                    <a:pt x="1285561" y="4816549"/>
                  </a:lnTo>
                  <a:lnTo>
                    <a:pt x="1285561" y="4815926"/>
                  </a:lnTo>
                  <a:lnTo>
                    <a:pt x="1285561" y="4815302"/>
                  </a:lnTo>
                  <a:lnTo>
                    <a:pt x="1285561" y="4814679"/>
                  </a:lnTo>
                  <a:lnTo>
                    <a:pt x="1285706" y="4814679"/>
                  </a:lnTo>
                  <a:lnTo>
                    <a:pt x="1285852" y="4814679"/>
                  </a:lnTo>
                  <a:lnTo>
                    <a:pt x="1285997" y="4814679"/>
                  </a:lnTo>
                  <a:lnTo>
                    <a:pt x="1286143" y="4814679"/>
                  </a:lnTo>
                  <a:lnTo>
                    <a:pt x="1286288" y="4814679"/>
                  </a:lnTo>
                  <a:lnTo>
                    <a:pt x="1286433" y="4814679"/>
                  </a:lnTo>
                  <a:lnTo>
                    <a:pt x="1286579" y="4814679"/>
                  </a:lnTo>
                  <a:lnTo>
                    <a:pt x="1286724" y="4814679"/>
                  </a:lnTo>
                  <a:lnTo>
                    <a:pt x="1286870" y="4814679"/>
                  </a:lnTo>
                  <a:lnTo>
                    <a:pt x="1287015" y="4814679"/>
                  </a:lnTo>
                  <a:lnTo>
                    <a:pt x="1287015" y="4814055"/>
                  </a:lnTo>
                  <a:lnTo>
                    <a:pt x="1287161" y="4814055"/>
                  </a:lnTo>
                  <a:lnTo>
                    <a:pt x="1287161" y="4813431"/>
                  </a:lnTo>
                  <a:lnTo>
                    <a:pt x="1287306" y="4813431"/>
                  </a:lnTo>
                  <a:lnTo>
                    <a:pt x="1287451" y="4813431"/>
                  </a:lnTo>
                  <a:lnTo>
                    <a:pt x="1287451" y="4812808"/>
                  </a:lnTo>
                  <a:lnTo>
                    <a:pt x="1287597" y="4812808"/>
                  </a:lnTo>
                  <a:lnTo>
                    <a:pt x="1287742" y="4812808"/>
                  </a:lnTo>
                  <a:lnTo>
                    <a:pt x="1287742" y="4812184"/>
                  </a:lnTo>
                  <a:lnTo>
                    <a:pt x="1287888" y="4812184"/>
                  </a:lnTo>
                  <a:lnTo>
                    <a:pt x="1288033" y="4812184"/>
                  </a:lnTo>
                  <a:lnTo>
                    <a:pt x="1288033" y="4811561"/>
                  </a:lnTo>
                  <a:lnTo>
                    <a:pt x="1288179" y="4811561"/>
                  </a:lnTo>
                  <a:lnTo>
                    <a:pt x="1288324" y="4811561"/>
                  </a:lnTo>
                  <a:lnTo>
                    <a:pt x="1288469" y="4811561"/>
                  </a:lnTo>
                  <a:lnTo>
                    <a:pt x="1288615" y="4811561"/>
                  </a:lnTo>
                  <a:lnTo>
                    <a:pt x="1288615" y="4810937"/>
                  </a:lnTo>
                  <a:lnTo>
                    <a:pt x="1288760" y="4810937"/>
                  </a:lnTo>
                  <a:lnTo>
                    <a:pt x="1288906" y="4810937"/>
                  </a:lnTo>
                  <a:lnTo>
                    <a:pt x="1289051" y="4810937"/>
                  </a:lnTo>
                  <a:lnTo>
                    <a:pt x="1289051" y="4810314"/>
                  </a:lnTo>
                  <a:lnTo>
                    <a:pt x="1289197" y="4810314"/>
                  </a:lnTo>
                  <a:lnTo>
                    <a:pt x="1289342" y="4810314"/>
                  </a:lnTo>
                  <a:lnTo>
                    <a:pt x="1289487" y="4810314"/>
                  </a:lnTo>
                  <a:lnTo>
                    <a:pt x="1289633" y="4810314"/>
                  </a:lnTo>
                  <a:lnTo>
                    <a:pt x="1289778" y="4810314"/>
                  </a:lnTo>
                  <a:lnTo>
                    <a:pt x="1289924" y="4810314"/>
                  </a:lnTo>
                  <a:lnTo>
                    <a:pt x="1290069" y="4810314"/>
                  </a:lnTo>
                  <a:lnTo>
                    <a:pt x="1290214" y="4810314"/>
                  </a:lnTo>
                  <a:lnTo>
                    <a:pt x="1290214" y="4809690"/>
                  </a:lnTo>
                  <a:lnTo>
                    <a:pt x="1290360" y="4809690"/>
                  </a:lnTo>
                  <a:lnTo>
                    <a:pt x="1290505" y="4809690"/>
                  </a:lnTo>
                  <a:lnTo>
                    <a:pt x="1290505" y="4809066"/>
                  </a:lnTo>
                  <a:lnTo>
                    <a:pt x="1290505" y="4808443"/>
                  </a:lnTo>
                  <a:lnTo>
                    <a:pt x="1290651" y="4808443"/>
                  </a:lnTo>
                  <a:lnTo>
                    <a:pt x="1290796" y="4808443"/>
                  </a:lnTo>
                  <a:lnTo>
                    <a:pt x="1290796" y="4807819"/>
                  </a:lnTo>
                  <a:lnTo>
                    <a:pt x="1290942" y="4807819"/>
                  </a:lnTo>
                  <a:lnTo>
                    <a:pt x="1290942" y="4807196"/>
                  </a:lnTo>
                  <a:lnTo>
                    <a:pt x="1291087" y="4807196"/>
                  </a:lnTo>
                  <a:lnTo>
                    <a:pt x="1291087" y="4806572"/>
                  </a:lnTo>
                  <a:lnTo>
                    <a:pt x="1291232" y="4806572"/>
                  </a:lnTo>
                  <a:lnTo>
                    <a:pt x="1291378" y="4806572"/>
                  </a:lnTo>
                  <a:lnTo>
                    <a:pt x="1291523" y="4806572"/>
                  </a:lnTo>
                  <a:lnTo>
                    <a:pt x="1291669" y="4806572"/>
                  </a:lnTo>
                  <a:lnTo>
                    <a:pt x="1291814" y="4806572"/>
                  </a:lnTo>
                  <a:lnTo>
                    <a:pt x="1291960" y="4806572"/>
                  </a:lnTo>
                  <a:lnTo>
                    <a:pt x="1292105" y="4806572"/>
                  </a:lnTo>
                  <a:lnTo>
                    <a:pt x="1292250" y="4806572"/>
                  </a:lnTo>
                  <a:lnTo>
                    <a:pt x="1292396" y="4806572"/>
                  </a:lnTo>
                  <a:lnTo>
                    <a:pt x="1292541" y="4806572"/>
                  </a:lnTo>
                  <a:lnTo>
                    <a:pt x="1292541" y="4805948"/>
                  </a:lnTo>
                  <a:lnTo>
                    <a:pt x="1292687" y="4805948"/>
                  </a:lnTo>
                  <a:lnTo>
                    <a:pt x="1292832" y="4805948"/>
                  </a:lnTo>
                  <a:lnTo>
                    <a:pt x="1292978" y="4805948"/>
                  </a:lnTo>
                  <a:lnTo>
                    <a:pt x="1293123" y="4805948"/>
                  </a:lnTo>
                  <a:lnTo>
                    <a:pt x="1293268" y="4805948"/>
                  </a:lnTo>
                  <a:lnTo>
                    <a:pt x="1293414" y="4805948"/>
                  </a:lnTo>
                  <a:lnTo>
                    <a:pt x="1293559" y="4805948"/>
                  </a:lnTo>
                  <a:lnTo>
                    <a:pt x="1293559" y="4805325"/>
                  </a:lnTo>
                  <a:lnTo>
                    <a:pt x="1293705" y="4805325"/>
                  </a:lnTo>
                  <a:lnTo>
                    <a:pt x="1293850" y="4805325"/>
                  </a:lnTo>
                  <a:lnTo>
                    <a:pt x="1293850" y="4804701"/>
                  </a:lnTo>
                  <a:lnTo>
                    <a:pt x="1293996" y="4804701"/>
                  </a:lnTo>
                  <a:lnTo>
                    <a:pt x="1294141" y="4804701"/>
                  </a:lnTo>
                  <a:lnTo>
                    <a:pt x="1294286" y="4804701"/>
                  </a:lnTo>
                  <a:lnTo>
                    <a:pt x="1294432" y="4804701"/>
                  </a:lnTo>
                  <a:lnTo>
                    <a:pt x="1294577" y="4804701"/>
                  </a:lnTo>
                  <a:lnTo>
                    <a:pt x="1294723" y="4804701"/>
                  </a:lnTo>
                  <a:lnTo>
                    <a:pt x="1294868" y="4804701"/>
                  </a:lnTo>
                  <a:lnTo>
                    <a:pt x="1295014" y="4804701"/>
                  </a:lnTo>
                  <a:lnTo>
                    <a:pt x="1295159" y="4804701"/>
                  </a:lnTo>
                  <a:lnTo>
                    <a:pt x="1295159" y="4804078"/>
                  </a:lnTo>
                  <a:lnTo>
                    <a:pt x="1295304" y="4804078"/>
                  </a:lnTo>
                  <a:lnTo>
                    <a:pt x="1295450" y="4804078"/>
                  </a:lnTo>
                  <a:lnTo>
                    <a:pt x="1295595" y="4804078"/>
                  </a:lnTo>
                  <a:lnTo>
                    <a:pt x="1295741" y="4804078"/>
                  </a:lnTo>
                  <a:lnTo>
                    <a:pt x="1295886" y="4804078"/>
                  </a:lnTo>
                  <a:lnTo>
                    <a:pt x="1296032" y="4804078"/>
                  </a:lnTo>
                  <a:lnTo>
                    <a:pt x="1296177" y="4804078"/>
                  </a:lnTo>
                  <a:lnTo>
                    <a:pt x="1296177" y="4803454"/>
                  </a:lnTo>
                  <a:lnTo>
                    <a:pt x="1296322" y="4803454"/>
                  </a:lnTo>
                  <a:lnTo>
                    <a:pt x="1296322" y="4802831"/>
                  </a:lnTo>
                  <a:lnTo>
                    <a:pt x="1296468" y="4802831"/>
                  </a:lnTo>
                  <a:lnTo>
                    <a:pt x="1296613" y="4802831"/>
                  </a:lnTo>
                  <a:lnTo>
                    <a:pt x="1296759" y="4802831"/>
                  </a:lnTo>
                  <a:lnTo>
                    <a:pt x="1296904" y="4802831"/>
                  </a:lnTo>
                  <a:lnTo>
                    <a:pt x="1297049" y="4802831"/>
                  </a:lnTo>
                  <a:lnTo>
                    <a:pt x="1297195" y="4802831"/>
                  </a:lnTo>
                  <a:lnTo>
                    <a:pt x="1297340" y="4802831"/>
                  </a:lnTo>
                  <a:lnTo>
                    <a:pt x="1297486" y="4802831"/>
                  </a:lnTo>
                  <a:lnTo>
                    <a:pt x="1297631" y="4802831"/>
                  </a:lnTo>
                  <a:lnTo>
                    <a:pt x="1297631" y="4802207"/>
                  </a:lnTo>
                  <a:lnTo>
                    <a:pt x="1297777" y="4802207"/>
                  </a:lnTo>
                  <a:lnTo>
                    <a:pt x="1297922" y="4802207"/>
                  </a:lnTo>
                  <a:lnTo>
                    <a:pt x="1297922" y="4801583"/>
                  </a:lnTo>
                  <a:lnTo>
                    <a:pt x="1298067" y="4801583"/>
                  </a:lnTo>
                  <a:lnTo>
                    <a:pt x="1298213" y="4801583"/>
                  </a:lnTo>
                  <a:lnTo>
                    <a:pt x="1298358" y="4801583"/>
                  </a:lnTo>
                  <a:lnTo>
                    <a:pt x="1298358" y="4800960"/>
                  </a:lnTo>
                  <a:lnTo>
                    <a:pt x="1298504" y="4800960"/>
                  </a:lnTo>
                  <a:lnTo>
                    <a:pt x="1298649" y="4800960"/>
                  </a:lnTo>
                  <a:lnTo>
                    <a:pt x="1298795" y="4800960"/>
                  </a:lnTo>
                  <a:lnTo>
                    <a:pt x="1298795" y="4800336"/>
                  </a:lnTo>
                  <a:lnTo>
                    <a:pt x="1298940" y="4800336"/>
                  </a:lnTo>
                  <a:lnTo>
                    <a:pt x="1299085" y="4800336"/>
                  </a:lnTo>
                  <a:lnTo>
                    <a:pt x="1299231" y="4800336"/>
                  </a:lnTo>
                  <a:lnTo>
                    <a:pt x="1299376" y="4800336"/>
                  </a:lnTo>
                  <a:lnTo>
                    <a:pt x="1299522" y="4800336"/>
                  </a:lnTo>
                  <a:lnTo>
                    <a:pt x="1299667" y="4800336"/>
                  </a:lnTo>
                  <a:lnTo>
                    <a:pt x="1299813" y="4800336"/>
                  </a:lnTo>
                  <a:lnTo>
                    <a:pt x="1299958" y="4800336"/>
                  </a:lnTo>
                  <a:lnTo>
                    <a:pt x="1300103" y="4800336"/>
                  </a:lnTo>
                  <a:lnTo>
                    <a:pt x="1300249" y="4800336"/>
                  </a:lnTo>
                  <a:lnTo>
                    <a:pt x="1300394" y="4800336"/>
                  </a:lnTo>
                  <a:lnTo>
                    <a:pt x="1300540" y="4800336"/>
                  </a:lnTo>
                  <a:lnTo>
                    <a:pt x="1300685" y="4800336"/>
                  </a:lnTo>
                  <a:lnTo>
                    <a:pt x="1300685" y="4799713"/>
                  </a:lnTo>
                  <a:lnTo>
                    <a:pt x="1300831" y="4799713"/>
                  </a:lnTo>
                  <a:lnTo>
                    <a:pt x="1300976" y="4799713"/>
                  </a:lnTo>
                  <a:lnTo>
                    <a:pt x="1301121" y="4799713"/>
                  </a:lnTo>
                  <a:lnTo>
                    <a:pt x="1301267" y="4799713"/>
                  </a:lnTo>
                  <a:lnTo>
                    <a:pt x="1301412" y="4799713"/>
                  </a:lnTo>
                  <a:lnTo>
                    <a:pt x="1301558" y="4799713"/>
                  </a:lnTo>
                  <a:lnTo>
                    <a:pt x="1301703" y="4799713"/>
                  </a:lnTo>
                  <a:lnTo>
                    <a:pt x="1301849" y="4799713"/>
                  </a:lnTo>
                  <a:lnTo>
                    <a:pt x="1301849" y="4799089"/>
                  </a:lnTo>
                  <a:lnTo>
                    <a:pt x="1301994" y="4799089"/>
                  </a:lnTo>
                  <a:lnTo>
                    <a:pt x="1302139" y="4799089"/>
                  </a:lnTo>
                  <a:lnTo>
                    <a:pt x="1302285" y="4799089"/>
                  </a:lnTo>
                  <a:lnTo>
                    <a:pt x="1302430" y="4799089"/>
                  </a:lnTo>
                  <a:lnTo>
                    <a:pt x="1302576" y="4799089"/>
                  </a:lnTo>
                  <a:lnTo>
                    <a:pt x="1302721" y="4799089"/>
                  </a:lnTo>
                  <a:lnTo>
                    <a:pt x="1302867" y="4799089"/>
                  </a:lnTo>
                  <a:lnTo>
                    <a:pt x="1303012" y="4799089"/>
                  </a:lnTo>
                  <a:lnTo>
                    <a:pt x="1303157" y="4799089"/>
                  </a:lnTo>
                  <a:lnTo>
                    <a:pt x="1303303" y="4799089"/>
                  </a:lnTo>
                  <a:lnTo>
                    <a:pt x="1303448" y="4799089"/>
                  </a:lnTo>
                  <a:lnTo>
                    <a:pt x="1303594" y="4799089"/>
                  </a:lnTo>
                  <a:lnTo>
                    <a:pt x="1303739" y="4799089"/>
                  </a:lnTo>
                  <a:lnTo>
                    <a:pt x="1303884" y="4799089"/>
                  </a:lnTo>
                  <a:lnTo>
                    <a:pt x="1304030" y="4799089"/>
                  </a:lnTo>
                  <a:lnTo>
                    <a:pt x="1304175" y="4799089"/>
                  </a:lnTo>
                  <a:lnTo>
                    <a:pt x="1304321" y="4799089"/>
                  </a:lnTo>
                  <a:lnTo>
                    <a:pt x="1304466" y="4799089"/>
                  </a:lnTo>
                  <a:lnTo>
                    <a:pt x="1304612" y="4799089"/>
                  </a:lnTo>
                  <a:lnTo>
                    <a:pt x="1304612" y="4798465"/>
                  </a:lnTo>
                  <a:lnTo>
                    <a:pt x="1304757" y="4798465"/>
                  </a:lnTo>
                  <a:lnTo>
                    <a:pt x="1304902" y="4798465"/>
                  </a:lnTo>
                  <a:lnTo>
                    <a:pt x="1305048" y="4798465"/>
                  </a:lnTo>
                  <a:lnTo>
                    <a:pt x="1305048" y="4797842"/>
                  </a:lnTo>
                  <a:lnTo>
                    <a:pt x="1305193" y="4797842"/>
                  </a:lnTo>
                  <a:lnTo>
                    <a:pt x="1305339" y="4797842"/>
                  </a:lnTo>
                  <a:lnTo>
                    <a:pt x="1305339" y="4797218"/>
                  </a:lnTo>
                  <a:lnTo>
                    <a:pt x="1305484" y="4797218"/>
                  </a:lnTo>
                  <a:lnTo>
                    <a:pt x="1305630" y="4797218"/>
                  </a:lnTo>
                  <a:lnTo>
                    <a:pt x="1305775" y="4797218"/>
                  </a:lnTo>
                  <a:lnTo>
                    <a:pt x="1305920" y="4797218"/>
                  </a:lnTo>
                  <a:lnTo>
                    <a:pt x="1306066" y="4797218"/>
                  </a:lnTo>
                  <a:lnTo>
                    <a:pt x="1306211" y="4797218"/>
                  </a:lnTo>
                  <a:lnTo>
                    <a:pt x="1306357" y="4797218"/>
                  </a:lnTo>
                  <a:lnTo>
                    <a:pt x="1306502" y="4797218"/>
                  </a:lnTo>
                  <a:lnTo>
                    <a:pt x="1306648" y="4797218"/>
                  </a:lnTo>
                  <a:lnTo>
                    <a:pt x="1306793" y="4797218"/>
                  </a:lnTo>
                  <a:lnTo>
                    <a:pt x="1306938" y="4797218"/>
                  </a:lnTo>
                  <a:lnTo>
                    <a:pt x="1307084" y="4797218"/>
                  </a:lnTo>
                  <a:lnTo>
                    <a:pt x="1307229" y="4797218"/>
                  </a:lnTo>
                  <a:lnTo>
                    <a:pt x="1307375" y="4797218"/>
                  </a:lnTo>
                  <a:lnTo>
                    <a:pt x="1307375" y="4796595"/>
                  </a:lnTo>
                  <a:lnTo>
                    <a:pt x="1307520" y="4796595"/>
                  </a:lnTo>
                  <a:lnTo>
                    <a:pt x="1307520" y="4795971"/>
                  </a:lnTo>
                  <a:lnTo>
                    <a:pt x="1307520" y="4795348"/>
                  </a:lnTo>
                  <a:lnTo>
                    <a:pt x="1307666" y="4795348"/>
                  </a:lnTo>
                  <a:lnTo>
                    <a:pt x="1307811" y="4795348"/>
                  </a:lnTo>
                  <a:lnTo>
                    <a:pt x="1307811" y="4794724"/>
                  </a:lnTo>
                  <a:lnTo>
                    <a:pt x="1307956" y="4794724"/>
                  </a:lnTo>
                  <a:lnTo>
                    <a:pt x="1308102" y="4794724"/>
                  </a:lnTo>
                  <a:lnTo>
                    <a:pt x="1308102" y="4794100"/>
                  </a:lnTo>
                  <a:lnTo>
                    <a:pt x="1308247" y="4794100"/>
                  </a:lnTo>
                  <a:lnTo>
                    <a:pt x="1308393" y="4794100"/>
                  </a:lnTo>
                  <a:lnTo>
                    <a:pt x="1308538" y="4794100"/>
                  </a:lnTo>
                  <a:lnTo>
                    <a:pt x="1308684" y="4794100"/>
                  </a:lnTo>
                  <a:lnTo>
                    <a:pt x="1308684" y="4793477"/>
                  </a:lnTo>
                  <a:lnTo>
                    <a:pt x="1308829" y="4793477"/>
                  </a:lnTo>
                  <a:lnTo>
                    <a:pt x="1308974" y="4793477"/>
                  </a:lnTo>
                  <a:lnTo>
                    <a:pt x="1309120" y="4793477"/>
                  </a:lnTo>
                  <a:lnTo>
                    <a:pt x="1309265" y="4793477"/>
                  </a:lnTo>
                  <a:lnTo>
                    <a:pt x="1309411" y="4793477"/>
                  </a:lnTo>
                  <a:lnTo>
                    <a:pt x="1309556" y="4793477"/>
                  </a:lnTo>
                  <a:lnTo>
                    <a:pt x="1309702" y="4793477"/>
                  </a:lnTo>
                  <a:lnTo>
                    <a:pt x="1309847" y="4793477"/>
                  </a:lnTo>
                  <a:lnTo>
                    <a:pt x="1309847" y="4792853"/>
                  </a:lnTo>
                  <a:lnTo>
                    <a:pt x="1309992" y="4792853"/>
                  </a:lnTo>
                  <a:lnTo>
                    <a:pt x="1310138" y="4792853"/>
                  </a:lnTo>
                  <a:lnTo>
                    <a:pt x="1310138" y="4792230"/>
                  </a:lnTo>
                  <a:lnTo>
                    <a:pt x="1310283" y="4792230"/>
                  </a:lnTo>
                  <a:lnTo>
                    <a:pt x="1310429" y="4792230"/>
                  </a:lnTo>
                  <a:lnTo>
                    <a:pt x="1310574" y="4792230"/>
                  </a:lnTo>
                  <a:lnTo>
                    <a:pt x="1310719" y="4792230"/>
                  </a:lnTo>
                  <a:lnTo>
                    <a:pt x="1310865" y="4792230"/>
                  </a:lnTo>
                  <a:lnTo>
                    <a:pt x="1311010" y="4792230"/>
                  </a:lnTo>
                  <a:lnTo>
                    <a:pt x="1311010" y="4791606"/>
                  </a:lnTo>
                  <a:lnTo>
                    <a:pt x="1311156" y="4791606"/>
                  </a:lnTo>
                  <a:lnTo>
                    <a:pt x="1311301" y="4791606"/>
                  </a:lnTo>
                  <a:lnTo>
                    <a:pt x="1311447" y="4791606"/>
                  </a:lnTo>
                  <a:lnTo>
                    <a:pt x="1311592" y="4791606"/>
                  </a:lnTo>
                  <a:lnTo>
                    <a:pt x="1311737" y="4791606"/>
                  </a:lnTo>
                  <a:lnTo>
                    <a:pt x="1311737" y="4790982"/>
                  </a:lnTo>
                  <a:lnTo>
                    <a:pt x="1311883" y="4790982"/>
                  </a:lnTo>
                  <a:lnTo>
                    <a:pt x="1312028" y="4790982"/>
                  </a:lnTo>
                  <a:lnTo>
                    <a:pt x="1312174" y="4790982"/>
                  </a:lnTo>
                  <a:lnTo>
                    <a:pt x="1312319" y="4790982"/>
                  </a:lnTo>
                  <a:lnTo>
                    <a:pt x="1312465" y="4790982"/>
                  </a:lnTo>
                  <a:lnTo>
                    <a:pt x="1312610" y="4790982"/>
                  </a:lnTo>
                  <a:lnTo>
                    <a:pt x="1312755" y="4790982"/>
                  </a:lnTo>
                  <a:lnTo>
                    <a:pt x="1312901" y="4790982"/>
                  </a:lnTo>
                  <a:lnTo>
                    <a:pt x="1313046" y="4790982"/>
                  </a:lnTo>
                  <a:lnTo>
                    <a:pt x="1313192" y="4790982"/>
                  </a:lnTo>
                  <a:lnTo>
                    <a:pt x="1313337" y="4790982"/>
                  </a:lnTo>
                  <a:lnTo>
                    <a:pt x="1313483" y="4790982"/>
                  </a:lnTo>
                  <a:lnTo>
                    <a:pt x="1313483" y="4790359"/>
                  </a:lnTo>
                  <a:lnTo>
                    <a:pt x="1313483" y="4789735"/>
                  </a:lnTo>
                  <a:lnTo>
                    <a:pt x="1313483" y="4789112"/>
                  </a:lnTo>
                  <a:lnTo>
                    <a:pt x="1313483" y="4788488"/>
                  </a:lnTo>
                  <a:lnTo>
                    <a:pt x="1313628" y="4788488"/>
                  </a:lnTo>
                  <a:lnTo>
                    <a:pt x="1313773" y="4788488"/>
                  </a:lnTo>
                  <a:lnTo>
                    <a:pt x="1313919" y="4788488"/>
                  </a:lnTo>
                  <a:lnTo>
                    <a:pt x="1314064" y="4788488"/>
                  </a:lnTo>
                  <a:lnTo>
                    <a:pt x="1314210" y="4788488"/>
                  </a:lnTo>
                  <a:lnTo>
                    <a:pt x="1314355" y="4788488"/>
                  </a:lnTo>
                  <a:lnTo>
                    <a:pt x="1314501" y="4788488"/>
                  </a:lnTo>
                  <a:lnTo>
                    <a:pt x="1314646" y="4788488"/>
                  </a:lnTo>
                  <a:lnTo>
                    <a:pt x="1314646" y="4787865"/>
                  </a:lnTo>
                  <a:lnTo>
                    <a:pt x="1314791" y="4787865"/>
                  </a:lnTo>
                  <a:lnTo>
                    <a:pt x="1314937" y="4787865"/>
                  </a:lnTo>
                  <a:lnTo>
                    <a:pt x="1315082" y="4787865"/>
                  </a:lnTo>
                  <a:lnTo>
                    <a:pt x="1315228" y="4787865"/>
                  </a:lnTo>
                  <a:lnTo>
                    <a:pt x="1315373" y="4787865"/>
                  </a:lnTo>
                  <a:lnTo>
                    <a:pt x="1315519" y="4787865"/>
                  </a:lnTo>
                  <a:lnTo>
                    <a:pt x="1315664" y="4787865"/>
                  </a:lnTo>
                  <a:lnTo>
                    <a:pt x="1315809" y="4787865"/>
                  </a:lnTo>
                  <a:lnTo>
                    <a:pt x="1315809" y="4787241"/>
                  </a:lnTo>
                  <a:lnTo>
                    <a:pt x="1315955" y="4787241"/>
                  </a:lnTo>
                  <a:lnTo>
                    <a:pt x="1316100" y="4787241"/>
                  </a:lnTo>
                  <a:lnTo>
                    <a:pt x="1316246" y="4787241"/>
                  </a:lnTo>
                  <a:lnTo>
                    <a:pt x="1316391" y="4787241"/>
                  </a:lnTo>
                  <a:lnTo>
                    <a:pt x="1316537" y="4787241"/>
                  </a:lnTo>
                  <a:lnTo>
                    <a:pt x="1316682" y="4787241"/>
                  </a:lnTo>
                  <a:lnTo>
                    <a:pt x="1316827" y="4787241"/>
                  </a:lnTo>
                  <a:lnTo>
                    <a:pt x="1316827" y="4786617"/>
                  </a:lnTo>
                  <a:lnTo>
                    <a:pt x="1316827" y="4785994"/>
                  </a:lnTo>
                  <a:lnTo>
                    <a:pt x="1316973" y="4785994"/>
                  </a:lnTo>
                  <a:lnTo>
                    <a:pt x="1317118" y="4785994"/>
                  </a:lnTo>
                  <a:lnTo>
                    <a:pt x="1317118" y="4785370"/>
                  </a:lnTo>
                  <a:lnTo>
                    <a:pt x="1317264" y="4785370"/>
                  </a:lnTo>
                  <a:lnTo>
                    <a:pt x="1317409" y="4785370"/>
                  </a:lnTo>
                  <a:lnTo>
                    <a:pt x="1317554" y="4785370"/>
                  </a:lnTo>
                  <a:lnTo>
                    <a:pt x="1317700" y="4785370"/>
                  </a:lnTo>
                  <a:lnTo>
                    <a:pt x="1317845" y="4785370"/>
                  </a:lnTo>
                  <a:lnTo>
                    <a:pt x="1317991" y="4785370"/>
                  </a:lnTo>
                  <a:lnTo>
                    <a:pt x="1318136" y="4785370"/>
                  </a:lnTo>
                  <a:lnTo>
                    <a:pt x="1318282" y="4785370"/>
                  </a:lnTo>
                  <a:lnTo>
                    <a:pt x="1318427" y="4785370"/>
                  </a:lnTo>
                  <a:lnTo>
                    <a:pt x="1318572" y="4785370"/>
                  </a:lnTo>
                  <a:lnTo>
                    <a:pt x="1318718" y="4785370"/>
                  </a:lnTo>
                  <a:lnTo>
                    <a:pt x="1318718" y="4784747"/>
                  </a:lnTo>
                  <a:lnTo>
                    <a:pt x="1318863" y="4784747"/>
                  </a:lnTo>
                  <a:lnTo>
                    <a:pt x="1319009" y="4784747"/>
                  </a:lnTo>
                  <a:lnTo>
                    <a:pt x="1319154" y="4784747"/>
                  </a:lnTo>
                  <a:lnTo>
                    <a:pt x="1319300" y="4784747"/>
                  </a:lnTo>
                  <a:lnTo>
                    <a:pt x="1319445" y="4784747"/>
                  </a:lnTo>
                  <a:lnTo>
                    <a:pt x="1319590" y="4784747"/>
                  </a:lnTo>
                  <a:lnTo>
                    <a:pt x="1319736" y="4784747"/>
                  </a:lnTo>
                  <a:lnTo>
                    <a:pt x="1319736" y="4784123"/>
                  </a:lnTo>
                  <a:lnTo>
                    <a:pt x="1319881" y="4784123"/>
                  </a:lnTo>
                  <a:lnTo>
                    <a:pt x="1320027" y="4784123"/>
                  </a:lnTo>
                  <a:lnTo>
                    <a:pt x="1320172" y="4784123"/>
                  </a:lnTo>
                  <a:lnTo>
                    <a:pt x="1320318" y="4784123"/>
                  </a:lnTo>
                  <a:lnTo>
                    <a:pt x="1320463" y="4784123"/>
                  </a:lnTo>
                  <a:lnTo>
                    <a:pt x="1320608" y="4784123"/>
                  </a:lnTo>
                  <a:lnTo>
                    <a:pt x="1320754" y="4784123"/>
                  </a:lnTo>
                  <a:lnTo>
                    <a:pt x="1320899" y="4784123"/>
                  </a:lnTo>
                  <a:lnTo>
                    <a:pt x="1321045" y="4784123"/>
                  </a:lnTo>
                  <a:lnTo>
                    <a:pt x="1321190" y="4784123"/>
                  </a:lnTo>
                  <a:lnTo>
                    <a:pt x="1321336" y="4784123"/>
                  </a:lnTo>
                  <a:lnTo>
                    <a:pt x="1321481" y="4784123"/>
                  </a:lnTo>
                  <a:lnTo>
                    <a:pt x="1321626" y="4784123"/>
                  </a:lnTo>
                  <a:lnTo>
                    <a:pt x="1321772" y="4784123"/>
                  </a:lnTo>
                  <a:lnTo>
                    <a:pt x="1321917" y="4784123"/>
                  </a:lnTo>
                  <a:lnTo>
                    <a:pt x="1322063" y="4784123"/>
                  </a:lnTo>
                  <a:lnTo>
                    <a:pt x="1322208" y="4784123"/>
                  </a:lnTo>
                  <a:lnTo>
                    <a:pt x="1322208" y="4783499"/>
                  </a:lnTo>
                  <a:lnTo>
                    <a:pt x="1322354" y="4783499"/>
                  </a:lnTo>
                  <a:lnTo>
                    <a:pt x="1322499" y="4783499"/>
                  </a:lnTo>
                  <a:lnTo>
                    <a:pt x="1322644" y="4783499"/>
                  </a:lnTo>
                  <a:lnTo>
                    <a:pt x="1322790" y="4783499"/>
                  </a:lnTo>
                  <a:lnTo>
                    <a:pt x="1322935" y="4783499"/>
                  </a:lnTo>
                  <a:lnTo>
                    <a:pt x="1322935" y="4782876"/>
                  </a:lnTo>
                  <a:lnTo>
                    <a:pt x="1322935" y="4782252"/>
                  </a:lnTo>
                  <a:lnTo>
                    <a:pt x="1322935" y="4781629"/>
                  </a:lnTo>
                  <a:lnTo>
                    <a:pt x="1323081" y="4781629"/>
                  </a:lnTo>
                  <a:lnTo>
                    <a:pt x="1323226" y="4781629"/>
                  </a:lnTo>
                  <a:lnTo>
                    <a:pt x="1323371" y="4781629"/>
                  </a:lnTo>
                  <a:lnTo>
                    <a:pt x="1323517" y="4781629"/>
                  </a:lnTo>
                  <a:lnTo>
                    <a:pt x="1323517" y="4781005"/>
                  </a:lnTo>
                  <a:lnTo>
                    <a:pt x="1323662" y="4781005"/>
                  </a:lnTo>
                  <a:lnTo>
                    <a:pt x="1323808" y="4781005"/>
                  </a:lnTo>
                  <a:lnTo>
                    <a:pt x="1323953" y="4781005"/>
                  </a:lnTo>
                  <a:lnTo>
                    <a:pt x="1324099" y="4781005"/>
                  </a:lnTo>
                  <a:lnTo>
                    <a:pt x="1324099" y="4780382"/>
                  </a:lnTo>
                  <a:lnTo>
                    <a:pt x="1324244" y="4780382"/>
                  </a:lnTo>
                  <a:lnTo>
                    <a:pt x="1324244" y="4779758"/>
                  </a:lnTo>
                  <a:lnTo>
                    <a:pt x="1324389" y="4779758"/>
                  </a:lnTo>
                  <a:lnTo>
                    <a:pt x="1324389" y="4779134"/>
                  </a:lnTo>
                  <a:lnTo>
                    <a:pt x="1324389" y="4778511"/>
                  </a:lnTo>
                  <a:lnTo>
                    <a:pt x="1324535" y="4778511"/>
                  </a:lnTo>
                  <a:lnTo>
                    <a:pt x="1324680" y="4778511"/>
                  </a:lnTo>
                  <a:lnTo>
                    <a:pt x="1324680" y="4777887"/>
                  </a:lnTo>
                  <a:lnTo>
                    <a:pt x="1324826" y="4777887"/>
                  </a:lnTo>
                  <a:lnTo>
                    <a:pt x="1324971" y="4777887"/>
                  </a:lnTo>
                  <a:lnTo>
                    <a:pt x="1325117" y="4777887"/>
                  </a:lnTo>
                  <a:lnTo>
                    <a:pt x="1325262" y="4777887"/>
                  </a:lnTo>
                  <a:lnTo>
                    <a:pt x="1325407" y="4777887"/>
                  </a:lnTo>
                  <a:lnTo>
                    <a:pt x="1325553" y="4777887"/>
                  </a:lnTo>
                  <a:lnTo>
                    <a:pt x="1325698" y="4777887"/>
                  </a:lnTo>
                  <a:lnTo>
                    <a:pt x="1325844" y="4777887"/>
                  </a:lnTo>
                  <a:lnTo>
                    <a:pt x="1325989" y="4777887"/>
                  </a:lnTo>
                  <a:lnTo>
                    <a:pt x="1326135" y="4777887"/>
                  </a:lnTo>
                  <a:lnTo>
                    <a:pt x="1326280" y="4777887"/>
                  </a:lnTo>
                  <a:lnTo>
                    <a:pt x="1326425" y="4777887"/>
                  </a:lnTo>
                  <a:lnTo>
                    <a:pt x="1326571" y="4777887"/>
                  </a:lnTo>
                  <a:lnTo>
                    <a:pt x="1326716" y="4777887"/>
                  </a:lnTo>
                  <a:lnTo>
                    <a:pt x="1326862" y="4777887"/>
                  </a:lnTo>
                  <a:lnTo>
                    <a:pt x="1327007" y="4777887"/>
                  </a:lnTo>
                  <a:lnTo>
                    <a:pt x="1327153" y="4777887"/>
                  </a:lnTo>
                  <a:lnTo>
                    <a:pt x="1327298" y="4777887"/>
                  </a:lnTo>
                  <a:lnTo>
                    <a:pt x="1327443" y="4777887"/>
                  </a:lnTo>
                  <a:lnTo>
                    <a:pt x="1327443" y="4777264"/>
                  </a:lnTo>
                  <a:lnTo>
                    <a:pt x="1327589" y="4777264"/>
                  </a:lnTo>
                  <a:lnTo>
                    <a:pt x="1327734" y="4777264"/>
                  </a:lnTo>
                  <a:lnTo>
                    <a:pt x="1327880" y="4777264"/>
                  </a:lnTo>
                  <a:lnTo>
                    <a:pt x="1328025" y="4777264"/>
                  </a:lnTo>
                  <a:lnTo>
                    <a:pt x="1328025" y="4776640"/>
                  </a:lnTo>
                  <a:lnTo>
                    <a:pt x="1328171" y="4776640"/>
                  </a:lnTo>
                  <a:lnTo>
                    <a:pt x="1328316" y="4776640"/>
                  </a:lnTo>
                  <a:lnTo>
                    <a:pt x="1328461" y="4776640"/>
                  </a:lnTo>
                  <a:lnTo>
                    <a:pt x="1328607" y="4776640"/>
                  </a:lnTo>
                  <a:lnTo>
                    <a:pt x="1328752" y="4776640"/>
                  </a:lnTo>
                  <a:lnTo>
                    <a:pt x="1328898" y="4776640"/>
                  </a:lnTo>
                  <a:lnTo>
                    <a:pt x="1328898" y="4776016"/>
                  </a:lnTo>
                  <a:lnTo>
                    <a:pt x="1329043" y="4776016"/>
                  </a:lnTo>
                  <a:lnTo>
                    <a:pt x="1329189" y="4776016"/>
                  </a:lnTo>
                  <a:lnTo>
                    <a:pt x="1329334" y="4776016"/>
                  </a:lnTo>
                  <a:lnTo>
                    <a:pt x="1329479" y="4776016"/>
                  </a:lnTo>
                  <a:lnTo>
                    <a:pt x="1329479" y="4775393"/>
                  </a:lnTo>
                  <a:lnTo>
                    <a:pt x="1329625" y="4775393"/>
                  </a:lnTo>
                  <a:lnTo>
                    <a:pt x="1329770" y="4775393"/>
                  </a:lnTo>
                  <a:lnTo>
                    <a:pt x="1329916" y="4775393"/>
                  </a:lnTo>
                  <a:lnTo>
                    <a:pt x="1330061" y="4775393"/>
                  </a:lnTo>
                  <a:lnTo>
                    <a:pt x="1330206" y="4775393"/>
                  </a:lnTo>
                  <a:lnTo>
                    <a:pt x="1330352" y="4775393"/>
                  </a:lnTo>
                  <a:lnTo>
                    <a:pt x="1330497" y="4775393"/>
                  </a:lnTo>
                  <a:lnTo>
                    <a:pt x="1330643" y="4775393"/>
                  </a:lnTo>
                  <a:lnTo>
                    <a:pt x="1330643" y="4774769"/>
                  </a:lnTo>
                  <a:lnTo>
                    <a:pt x="1330788" y="4774769"/>
                  </a:lnTo>
                  <a:lnTo>
                    <a:pt x="1330934" y="4774769"/>
                  </a:lnTo>
                  <a:lnTo>
                    <a:pt x="1330934" y="4774146"/>
                  </a:lnTo>
                  <a:lnTo>
                    <a:pt x="1331079" y="4774146"/>
                  </a:lnTo>
                  <a:lnTo>
                    <a:pt x="1331079" y="4773522"/>
                  </a:lnTo>
                  <a:lnTo>
                    <a:pt x="1331224" y="4773522"/>
                  </a:lnTo>
                  <a:lnTo>
                    <a:pt x="1331370" y="4773522"/>
                  </a:lnTo>
                  <a:lnTo>
                    <a:pt x="1331515" y="4773522"/>
                  </a:lnTo>
                  <a:lnTo>
                    <a:pt x="1331661" y="4773522"/>
                  </a:lnTo>
                  <a:lnTo>
                    <a:pt x="1331806" y="4773522"/>
                  </a:lnTo>
                  <a:lnTo>
                    <a:pt x="1331952" y="4773522"/>
                  </a:lnTo>
                  <a:lnTo>
                    <a:pt x="1332097" y="4773522"/>
                  </a:lnTo>
                  <a:lnTo>
                    <a:pt x="1332242" y="4773522"/>
                  </a:lnTo>
                  <a:lnTo>
                    <a:pt x="1332388" y="4773522"/>
                  </a:lnTo>
                  <a:lnTo>
                    <a:pt x="1332533" y="4773522"/>
                  </a:lnTo>
                  <a:lnTo>
                    <a:pt x="1332533" y="4772899"/>
                  </a:lnTo>
                  <a:lnTo>
                    <a:pt x="1332679" y="4772899"/>
                  </a:lnTo>
                  <a:lnTo>
                    <a:pt x="1332824" y="4772899"/>
                  </a:lnTo>
                  <a:lnTo>
                    <a:pt x="1332970" y="4772899"/>
                  </a:lnTo>
                  <a:lnTo>
                    <a:pt x="1332970" y="4772275"/>
                  </a:lnTo>
                  <a:lnTo>
                    <a:pt x="1332970" y="4771651"/>
                  </a:lnTo>
                  <a:lnTo>
                    <a:pt x="1333115" y="4771651"/>
                  </a:lnTo>
                  <a:lnTo>
                    <a:pt x="1333260" y="4771651"/>
                  </a:lnTo>
                  <a:lnTo>
                    <a:pt x="1333406" y="4771651"/>
                  </a:lnTo>
                  <a:lnTo>
                    <a:pt x="1333551" y="4771651"/>
                  </a:lnTo>
                  <a:lnTo>
                    <a:pt x="1333697" y="4771651"/>
                  </a:lnTo>
                  <a:lnTo>
                    <a:pt x="1333842" y="4771651"/>
                  </a:lnTo>
                  <a:lnTo>
                    <a:pt x="1333988" y="4771651"/>
                  </a:lnTo>
                  <a:lnTo>
                    <a:pt x="1333988" y="4771028"/>
                  </a:lnTo>
                  <a:lnTo>
                    <a:pt x="1334133" y="4771028"/>
                  </a:lnTo>
                  <a:lnTo>
                    <a:pt x="1334278" y="4771028"/>
                  </a:lnTo>
                  <a:lnTo>
                    <a:pt x="1334424" y="4771028"/>
                  </a:lnTo>
                  <a:lnTo>
                    <a:pt x="1334569" y="4771028"/>
                  </a:lnTo>
                  <a:lnTo>
                    <a:pt x="1334715" y="4771028"/>
                  </a:lnTo>
                  <a:lnTo>
                    <a:pt x="1334860" y="4771028"/>
                  </a:lnTo>
                  <a:lnTo>
                    <a:pt x="1335006" y="4771028"/>
                  </a:lnTo>
                  <a:lnTo>
                    <a:pt x="1335151" y="4771028"/>
                  </a:lnTo>
                  <a:lnTo>
                    <a:pt x="1335296" y="4771028"/>
                  </a:lnTo>
                  <a:lnTo>
                    <a:pt x="1335296" y="4770404"/>
                  </a:lnTo>
                  <a:lnTo>
                    <a:pt x="1335442" y="4770404"/>
                  </a:lnTo>
                  <a:lnTo>
                    <a:pt x="1335587" y="4770404"/>
                  </a:lnTo>
                  <a:lnTo>
                    <a:pt x="1335733" y="4770404"/>
                  </a:lnTo>
                  <a:lnTo>
                    <a:pt x="1335878" y="4770404"/>
                  </a:lnTo>
                  <a:lnTo>
                    <a:pt x="1336024" y="4770404"/>
                  </a:lnTo>
                  <a:lnTo>
                    <a:pt x="1336169" y="4770404"/>
                  </a:lnTo>
                  <a:lnTo>
                    <a:pt x="1336314" y="4770404"/>
                  </a:lnTo>
                  <a:lnTo>
                    <a:pt x="1336460" y="4770404"/>
                  </a:lnTo>
                  <a:lnTo>
                    <a:pt x="1336605" y="4770404"/>
                  </a:lnTo>
                  <a:lnTo>
                    <a:pt x="1336751" y="4770404"/>
                  </a:lnTo>
                  <a:lnTo>
                    <a:pt x="1336896" y="4770404"/>
                  </a:lnTo>
                  <a:lnTo>
                    <a:pt x="1337041" y="4770404"/>
                  </a:lnTo>
                  <a:lnTo>
                    <a:pt x="1337187" y="4770404"/>
                  </a:lnTo>
                  <a:lnTo>
                    <a:pt x="1337332" y="4770404"/>
                  </a:lnTo>
                  <a:lnTo>
                    <a:pt x="1337478" y="4770404"/>
                  </a:lnTo>
                  <a:lnTo>
                    <a:pt x="1337623" y="4770404"/>
                  </a:lnTo>
                  <a:lnTo>
                    <a:pt x="1337769" y="4770404"/>
                  </a:lnTo>
                  <a:lnTo>
                    <a:pt x="1337914" y="4770404"/>
                  </a:lnTo>
                  <a:lnTo>
                    <a:pt x="1337914" y="4769781"/>
                  </a:lnTo>
                  <a:lnTo>
                    <a:pt x="1337914" y="4769157"/>
                  </a:lnTo>
                  <a:lnTo>
                    <a:pt x="1338059" y="4769157"/>
                  </a:lnTo>
                  <a:lnTo>
                    <a:pt x="1338205" y="4769157"/>
                  </a:lnTo>
                  <a:lnTo>
                    <a:pt x="1338350" y="4769157"/>
                  </a:lnTo>
                  <a:lnTo>
                    <a:pt x="1338496" y="4769157"/>
                  </a:lnTo>
                  <a:lnTo>
                    <a:pt x="1338496" y="4768533"/>
                  </a:lnTo>
                  <a:lnTo>
                    <a:pt x="1338641" y="4768533"/>
                  </a:lnTo>
                  <a:lnTo>
                    <a:pt x="1338787" y="4768533"/>
                  </a:lnTo>
                  <a:lnTo>
                    <a:pt x="1338932" y="4768533"/>
                  </a:lnTo>
                  <a:lnTo>
                    <a:pt x="1339077" y="4768533"/>
                  </a:lnTo>
                  <a:lnTo>
                    <a:pt x="1339223" y="4768533"/>
                  </a:lnTo>
                  <a:lnTo>
                    <a:pt x="1339368" y="4768533"/>
                  </a:lnTo>
                  <a:lnTo>
                    <a:pt x="1339514" y="4768533"/>
                  </a:lnTo>
                  <a:lnTo>
                    <a:pt x="1339659" y="4768533"/>
                  </a:lnTo>
                  <a:lnTo>
                    <a:pt x="1339805" y="4768533"/>
                  </a:lnTo>
                  <a:lnTo>
                    <a:pt x="1339950" y="4768533"/>
                  </a:lnTo>
                  <a:lnTo>
                    <a:pt x="1339950" y="4767910"/>
                  </a:lnTo>
                  <a:lnTo>
                    <a:pt x="1340095" y="4767910"/>
                  </a:lnTo>
                  <a:lnTo>
                    <a:pt x="1340241" y="4767910"/>
                  </a:lnTo>
                  <a:lnTo>
                    <a:pt x="1340386" y="4767910"/>
                  </a:lnTo>
                  <a:lnTo>
                    <a:pt x="1340532" y="4767910"/>
                  </a:lnTo>
                  <a:lnTo>
                    <a:pt x="1340677" y="4767910"/>
                  </a:lnTo>
                  <a:lnTo>
                    <a:pt x="1340823" y="4767910"/>
                  </a:lnTo>
                  <a:lnTo>
                    <a:pt x="1340823" y="4767286"/>
                  </a:lnTo>
                  <a:lnTo>
                    <a:pt x="1340823" y="4766663"/>
                  </a:lnTo>
                  <a:lnTo>
                    <a:pt x="1340968" y="4766663"/>
                  </a:lnTo>
                  <a:lnTo>
                    <a:pt x="1341113" y="4766663"/>
                  </a:lnTo>
                  <a:lnTo>
                    <a:pt x="1341259" y="4766663"/>
                  </a:lnTo>
                  <a:lnTo>
                    <a:pt x="1341404" y="4766663"/>
                  </a:lnTo>
                  <a:lnTo>
                    <a:pt x="1341550" y="4766663"/>
                  </a:lnTo>
                  <a:lnTo>
                    <a:pt x="1341695" y="4766663"/>
                  </a:lnTo>
                  <a:lnTo>
                    <a:pt x="1341841" y="4766663"/>
                  </a:lnTo>
                  <a:lnTo>
                    <a:pt x="1341986" y="4766663"/>
                  </a:lnTo>
                  <a:lnTo>
                    <a:pt x="1342131" y="4766663"/>
                  </a:lnTo>
                  <a:lnTo>
                    <a:pt x="1342277" y="4766663"/>
                  </a:lnTo>
                  <a:lnTo>
                    <a:pt x="1342422" y="4766663"/>
                  </a:lnTo>
                  <a:lnTo>
                    <a:pt x="1342568" y="4766663"/>
                  </a:lnTo>
                  <a:lnTo>
                    <a:pt x="1342713" y="4766663"/>
                  </a:lnTo>
                  <a:lnTo>
                    <a:pt x="1342859" y="4766663"/>
                  </a:lnTo>
                  <a:lnTo>
                    <a:pt x="1343004" y="4766663"/>
                  </a:lnTo>
                  <a:lnTo>
                    <a:pt x="1343149" y="4766663"/>
                  </a:lnTo>
                  <a:lnTo>
                    <a:pt x="1343295" y="4766663"/>
                  </a:lnTo>
                  <a:lnTo>
                    <a:pt x="1343440" y="4766663"/>
                  </a:lnTo>
                  <a:lnTo>
                    <a:pt x="1343586" y="4766663"/>
                  </a:lnTo>
                  <a:lnTo>
                    <a:pt x="1343731" y="4766663"/>
                  </a:lnTo>
                  <a:lnTo>
                    <a:pt x="1343876" y="4766663"/>
                  </a:lnTo>
                  <a:lnTo>
                    <a:pt x="1344022" y="4766663"/>
                  </a:lnTo>
                  <a:lnTo>
                    <a:pt x="1344167" y="4766663"/>
                  </a:lnTo>
                  <a:lnTo>
                    <a:pt x="1344313" y="4766663"/>
                  </a:lnTo>
                  <a:lnTo>
                    <a:pt x="1344313" y="4766039"/>
                  </a:lnTo>
                  <a:lnTo>
                    <a:pt x="1344458" y="4766039"/>
                  </a:lnTo>
                  <a:lnTo>
                    <a:pt x="1344604" y="4766039"/>
                  </a:lnTo>
                  <a:lnTo>
                    <a:pt x="1344749" y="4766039"/>
                  </a:lnTo>
                  <a:lnTo>
                    <a:pt x="1344894" y="4766039"/>
                  </a:lnTo>
                  <a:lnTo>
                    <a:pt x="1345040" y="4766039"/>
                  </a:lnTo>
                  <a:lnTo>
                    <a:pt x="1345185" y="4766039"/>
                  </a:lnTo>
                  <a:lnTo>
                    <a:pt x="1345185" y="4765416"/>
                  </a:lnTo>
                  <a:lnTo>
                    <a:pt x="1345331" y="4765416"/>
                  </a:lnTo>
                  <a:lnTo>
                    <a:pt x="1345476" y="4765416"/>
                  </a:lnTo>
                  <a:lnTo>
                    <a:pt x="1345622" y="4765416"/>
                  </a:lnTo>
                  <a:lnTo>
                    <a:pt x="1345767" y="4765416"/>
                  </a:lnTo>
                  <a:lnTo>
                    <a:pt x="1345912" y="4765416"/>
                  </a:lnTo>
                  <a:lnTo>
                    <a:pt x="1346058" y="4765416"/>
                  </a:lnTo>
                  <a:lnTo>
                    <a:pt x="1346203" y="4765416"/>
                  </a:lnTo>
                  <a:lnTo>
                    <a:pt x="1346349" y="4765416"/>
                  </a:lnTo>
                  <a:lnTo>
                    <a:pt x="1346494" y="4765416"/>
                  </a:lnTo>
                  <a:lnTo>
                    <a:pt x="1346640" y="4765416"/>
                  </a:lnTo>
                  <a:lnTo>
                    <a:pt x="1346785" y="4765416"/>
                  </a:lnTo>
                  <a:lnTo>
                    <a:pt x="1346930" y="4765416"/>
                  </a:lnTo>
                  <a:lnTo>
                    <a:pt x="1347076" y="4765416"/>
                  </a:lnTo>
                  <a:lnTo>
                    <a:pt x="1347221" y="4765416"/>
                  </a:lnTo>
                  <a:lnTo>
                    <a:pt x="1347367" y="4765416"/>
                  </a:lnTo>
                  <a:lnTo>
                    <a:pt x="1347512" y="4765416"/>
                  </a:lnTo>
                  <a:lnTo>
                    <a:pt x="1347658" y="4765416"/>
                  </a:lnTo>
                  <a:lnTo>
                    <a:pt x="1347803" y="4765416"/>
                  </a:lnTo>
                  <a:lnTo>
                    <a:pt x="1347948" y="4765416"/>
                  </a:lnTo>
                  <a:lnTo>
                    <a:pt x="1348094" y="4765416"/>
                  </a:lnTo>
                  <a:lnTo>
                    <a:pt x="1348094" y="4764792"/>
                  </a:lnTo>
                  <a:lnTo>
                    <a:pt x="1348094" y="4764168"/>
                  </a:lnTo>
                  <a:lnTo>
                    <a:pt x="1348239" y="4764168"/>
                  </a:lnTo>
                  <a:lnTo>
                    <a:pt x="1348385" y="4764168"/>
                  </a:lnTo>
                  <a:lnTo>
                    <a:pt x="1348530" y="4764168"/>
                  </a:lnTo>
                  <a:lnTo>
                    <a:pt x="1348676" y="4764168"/>
                  </a:lnTo>
                  <a:lnTo>
                    <a:pt x="1348821" y="4764168"/>
                  </a:lnTo>
                  <a:lnTo>
                    <a:pt x="1348966" y="4764168"/>
                  </a:lnTo>
                  <a:lnTo>
                    <a:pt x="1349112" y="4764168"/>
                  </a:lnTo>
                  <a:lnTo>
                    <a:pt x="1349257" y="4764168"/>
                  </a:lnTo>
                  <a:lnTo>
                    <a:pt x="1349403" y="4764168"/>
                  </a:lnTo>
                  <a:lnTo>
                    <a:pt x="1349548" y="4764168"/>
                  </a:lnTo>
                  <a:lnTo>
                    <a:pt x="1349694" y="4764168"/>
                  </a:lnTo>
                  <a:lnTo>
                    <a:pt x="1349694" y="4763545"/>
                  </a:lnTo>
                  <a:lnTo>
                    <a:pt x="1349839" y="4763545"/>
                  </a:lnTo>
                  <a:lnTo>
                    <a:pt x="1349984" y="4763545"/>
                  </a:lnTo>
                  <a:lnTo>
                    <a:pt x="1350130" y="4763545"/>
                  </a:lnTo>
                  <a:lnTo>
                    <a:pt x="1350275" y="4763545"/>
                  </a:lnTo>
                  <a:lnTo>
                    <a:pt x="1350421" y="4763545"/>
                  </a:lnTo>
                  <a:lnTo>
                    <a:pt x="1350566" y="4763545"/>
                  </a:lnTo>
                  <a:lnTo>
                    <a:pt x="1350711" y="4763545"/>
                  </a:lnTo>
                  <a:lnTo>
                    <a:pt x="1350857" y="4763545"/>
                  </a:lnTo>
                  <a:lnTo>
                    <a:pt x="1351002" y="4763545"/>
                  </a:lnTo>
                  <a:lnTo>
                    <a:pt x="1351148" y="4763545"/>
                  </a:lnTo>
                  <a:lnTo>
                    <a:pt x="1351293" y="4763545"/>
                  </a:lnTo>
                  <a:lnTo>
                    <a:pt x="1351439" y="4763545"/>
                  </a:lnTo>
                  <a:lnTo>
                    <a:pt x="1351439" y="4762921"/>
                  </a:lnTo>
                  <a:lnTo>
                    <a:pt x="1351584" y="4762921"/>
                  </a:lnTo>
                  <a:lnTo>
                    <a:pt x="1351729" y="4762921"/>
                  </a:lnTo>
                  <a:lnTo>
                    <a:pt x="1351875" y="4762921"/>
                  </a:lnTo>
                  <a:lnTo>
                    <a:pt x="1352020" y="4762921"/>
                  </a:lnTo>
                  <a:lnTo>
                    <a:pt x="1352166" y="4762921"/>
                  </a:lnTo>
                  <a:lnTo>
                    <a:pt x="1352311" y="4762921"/>
                  </a:lnTo>
                  <a:lnTo>
                    <a:pt x="1352457" y="4762921"/>
                  </a:lnTo>
                  <a:lnTo>
                    <a:pt x="1352602" y="4762921"/>
                  </a:lnTo>
                  <a:lnTo>
                    <a:pt x="1352747" y="4762921"/>
                  </a:lnTo>
                  <a:lnTo>
                    <a:pt x="1352893" y="4762921"/>
                  </a:lnTo>
                  <a:lnTo>
                    <a:pt x="1353038" y="4762921"/>
                  </a:lnTo>
                  <a:lnTo>
                    <a:pt x="1353184" y="4762921"/>
                  </a:lnTo>
                  <a:lnTo>
                    <a:pt x="1353329" y="4762921"/>
                  </a:lnTo>
                  <a:lnTo>
                    <a:pt x="1353475" y="4762921"/>
                  </a:lnTo>
                  <a:lnTo>
                    <a:pt x="1353620" y="4762921"/>
                  </a:lnTo>
                  <a:lnTo>
                    <a:pt x="1353765" y="4762921"/>
                  </a:lnTo>
                  <a:lnTo>
                    <a:pt x="1353911" y="4762921"/>
                  </a:lnTo>
                  <a:lnTo>
                    <a:pt x="1354056" y="4762921"/>
                  </a:lnTo>
                  <a:lnTo>
                    <a:pt x="1354202" y="4762921"/>
                  </a:lnTo>
                  <a:lnTo>
                    <a:pt x="1354202" y="4762298"/>
                  </a:lnTo>
                  <a:lnTo>
                    <a:pt x="1354347" y="4762298"/>
                  </a:lnTo>
                  <a:lnTo>
                    <a:pt x="1354347" y="4761674"/>
                  </a:lnTo>
                  <a:lnTo>
                    <a:pt x="1354347" y="4761051"/>
                  </a:lnTo>
                  <a:lnTo>
                    <a:pt x="1354493" y="4761051"/>
                  </a:lnTo>
                  <a:lnTo>
                    <a:pt x="1354638" y="4761051"/>
                  </a:lnTo>
                  <a:lnTo>
                    <a:pt x="1354783" y="4761051"/>
                  </a:lnTo>
                  <a:lnTo>
                    <a:pt x="1354929" y="4761051"/>
                  </a:lnTo>
                  <a:lnTo>
                    <a:pt x="1355074" y="4761051"/>
                  </a:lnTo>
                  <a:lnTo>
                    <a:pt x="1355074" y="4760427"/>
                  </a:lnTo>
                  <a:lnTo>
                    <a:pt x="1355220" y="4760427"/>
                  </a:lnTo>
                  <a:lnTo>
                    <a:pt x="1355365" y="4760427"/>
                  </a:lnTo>
                  <a:lnTo>
                    <a:pt x="1355511" y="4760427"/>
                  </a:lnTo>
                  <a:lnTo>
                    <a:pt x="1355656" y="4760427"/>
                  </a:lnTo>
                  <a:lnTo>
                    <a:pt x="1355801" y="4760427"/>
                  </a:lnTo>
                  <a:lnTo>
                    <a:pt x="1355947" y="4760427"/>
                  </a:lnTo>
                  <a:lnTo>
                    <a:pt x="1356092" y="4760427"/>
                  </a:lnTo>
                  <a:lnTo>
                    <a:pt x="1356238" y="4760427"/>
                  </a:lnTo>
                  <a:lnTo>
                    <a:pt x="1356238" y="4759803"/>
                  </a:lnTo>
                  <a:lnTo>
                    <a:pt x="1356383" y="4759803"/>
                  </a:lnTo>
                  <a:lnTo>
                    <a:pt x="1356529" y="4759803"/>
                  </a:lnTo>
                  <a:lnTo>
                    <a:pt x="1356529" y="4759180"/>
                  </a:lnTo>
                  <a:lnTo>
                    <a:pt x="1356529" y="4758556"/>
                  </a:lnTo>
                  <a:lnTo>
                    <a:pt x="1356674" y="4758556"/>
                  </a:lnTo>
                  <a:lnTo>
                    <a:pt x="1356819" y="4758556"/>
                  </a:lnTo>
                  <a:lnTo>
                    <a:pt x="1356965" y="4758556"/>
                  </a:lnTo>
                  <a:lnTo>
                    <a:pt x="1357110" y="4758556"/>
                  </a:lnTo>
                  <a:lnTo>
                    <a:pt x="1357256" y="4758556"/>
                  </a:lnTo>
                  <a:lnTo>
                    <a:pt x="1357256" y="4757933"/>
                  </a:lnTo>
                  <a:lnTo>
                    <a:pt x="1357401" y="4757933"/>
                  </a:lnTo>
                  <a:lnTo>
                    <a:pt x="1357546" y="4757933"/>
                  </a:lnTo>
                  <a:lnTo>
                    <a:pt x="1357692" y="4757933"/>
                  </a:lnTo>
                  <a:lnTo>
                    <a:pt x="1357837" y="4757933"/>
                  </a:lnTo>
                  <a:lnTo>
                    <a:pt x="1357983" y="4757933"/>
                  </a:lnTo>
                  <a:lnTo>
                    <a:pt x="1358128" y="4757933"/>
                  </a:lnTo>
                  <a:lnTo>
                    <a:pt x="1358128" y="4757309"/>
                  </a:lnTo>
                  <a:lnTo>
                    <a:pt x="1358274" y="4757309"/>
                  </a:lnTo>
                  <a:lnTo>
                    <a:pt x="1358419" y="4757309"/>
                  </a:lnTo>
                  <a:lnTo>
                    <a:pt x="1358564" y="4757309"/>
                  </a:lnTo>
                  <a:lnTo>
                    <a:pt x="1358710" y="4757309"/>
                  </a:lnTo>
                  <a:lnTo>
                    <a:pt x="1358710" y="4756685"/>
                  </a:lnTo>
                  <a:lnTo>
                    <a:pt x="1358710" y="4756062"/>
                  </a:lnTo>
                  <a:lnTo>
                    <a:pt x="1358855" y="4756062"/>
                  </a:lnTo>
                  <a:lnTo>
                    <a:pt x="1359001" y="4756062"/>
                  </a:lnTo>
                  <a:lnTo>
                    <a:pt x="1359146" y="4756062"/>
                  </a:lnTo>
                  <a:lnTo>
                    <a:pt x="1359292" y="4756062"/>
                  </a:lnTo>
                  <a:lnTo>
                    <a:pt x="1359437" y="4756062"/>
                  </a:lnTo>
                  <a:lnTo>
                    <a:pt x="1359582" y="4756062"/>
                  </a:lnTo>
                  <a:lnTo>
                    <a:pt x="1359728" y="4756062"/>
                  </a:lnTo>
                  <a:lnTo>
                    <a:pt x="1359873" y="4756062"/>
                  </a:lnTo>
                  <a:lnTo>
                    <a:pt x="1359873" y="4755438"/>
                  </a:lnTo>
                  <a:lnTo>
                    <a:pt x="1360019" y="4755438"/>
                  </a:lnTo>
                  <a:lnTo>
                    <a:pt x="1360164" y="4755438"/>
                  </a:lnTo>
                  <a:lnTo>
                    <a:pt x="1360310" y="4755438"/>
                  </a:lnTo>
                  <a:lnTo>
                    <a:pt x="1360455" y="4755438"/>
                  </a:lnTo>
                  <a:lnTo>
                    <a:pt x="1360600" y="4755438"/>
                  </a:lnTo>
                  <a:lnTo>
                    <a:pt x="1360746" y="4755438"/>
                  </a:lnTo>
                  <a:lnTo>
                    <a:pt x="1360891" y="4755438"/>
                  </a:lnTo>
                  <a:lnTo>
                    <a:pt x="1361037" y="4755438"/>
                  </a:lnTo>
                  <a:lnTo>
                    <a:pt x="1361037" y="4754815"/>
                  </a:lnTo>
                  <a:lnTo>
                    <a:pt x="1361182" y="4754815"/>
                  </a:lnTo>
                  <a:lnTo>
                    <a:pt x="1361182" y="4754191"/>
                  </a:lnTo>
                  <a:lnTo>
                    <a:pt x="1361328" y="4754191"/>
                  </a:lnTo>
                  <a:lnTo>
                    <a:pt x="1361473" y="4754191"/>
                  </a:lnTo>
                  <a:lnTo>
                    <a:pt x="1361618" y="4754191"/>
                  </a:lnTo>
                  <a:lnTo>
                    <a:pt x="1361764" y="4754191"/>
                  </a:lnTo>
                  <a:lnTo>
                    <a:pt x="1361909" y="4754191"/>
                  </a:lnTo>
                  <a:lnTo>
                    <a:pt x="1361909" y="4753568"/>
                  </a:lnTo>
                  <a:lnTo>
                    <a:pt x="1362055" y="4753568"/>
                  </a:lnTo>
                  <a:lnTo>
                    <a:pt x="1362200" y="4753568"/>
                  </a:lnTo>
                  <a:lnTo>
                    <a:pt x="1362346" y="4753568"/>
                  </a:lnTo>
                  <a:lnTo>
                    <a:pt x="1362346" y="4752944"/>
                  </a:lnTo>
                  <a:lnTo>
                    <a:pt x="1362346" y="4752320"/>
                  </a:lnTo>
                  <a:lnTo>
                    <a:pt x="1362491" y="4752320"/>
                  </a:lnTo>
                  <a:lnTo>
                    <a:pt x="1362491" y="4751697"/>
                  </a:lnTo>
                  <a:lnTo>
                    <a:pt x="1362636" y="4751697"/>
                  </a:lnTo>
                  <a:lnTo>
                    <a:pt x="1362782" y="4751697"/>
                  </a:lnTo>
                  <a:lnTo>
                    <a:pt x="1362927" y="4751697"/>
                  </a:lnTo>
                  <a:lnTo>
                    <a:pt x="1363073" y="4751697"/>
                  </a:lnTo>
                  <a:lnTo>
                    <a:pt x="1363073" y="4751073"/>
                  </a:lnTo>
                  <a:lnTo>
                    <a:pt x="1363218" y="4751073"/>
                  </a:lnTo>
                  <a:lnTo>
                    <a:pt x="1363218" y="4750450"/>
                  </a:lnTo>
                  <a:lnTo>
                    <a:pt x="1363364" y="4750450"/>
                  </a:lnTo>
                  <a:lnTo>
                    <a:pt x="1363509" y="4750450"/>
                  </a:lnTo>
                  <a:lnTo>
                    <a:pt x="1363654" y="4750450"/>
                  </a:lnTo>
                  <a:lnTo>
                    <a:pt x="1363800" y="4750450"/>
                  </a:lnTo>
                  <a:lnTo>
                    <a:pt x="1363945" y="4750450"/>
                  </a:lnTo>
                  <a:lnTo>
                    <a:pt x="1363945" y="4749826"/>
                  </a:lnTo>
                  <a:lnTo>
                    <a:pt x="1364091" y="4749826"/>
                  </a:lnTo>
                  <a:lnTo>
                    <a:pt x="1364236" y="4749826"/>
                  </a:lnTo>
                  <a:lnTo>
                    <a:pt x="1364381" y="4749826"/>
                  </a:lnTo>
                  <a:lnTo>
                    <a:pt x="1364381" y="4749202"/>
                  </a:lnTo>
                  <a:lnTo>
                    <a:pt x="1364527" y="4749202"/>
                  </a:lnTo>
                  <a:lnTo>
                    <a:pt x="1364672" y="4749202"/>
                  </a:lnTo>
                  <a:lnTo>
                    <a:pt x="1364672" y="4748579"/>
                  </a:lnTo>
                  <a:lnTo>
                    <a:pt x="1364818" y="4748579"/>
                  </a:lnTo>
                  <a:lnTo>
                    <a:pt x="1364963" y="4748579"/>
                  </a:lnTo>
                  <a:lnTo>
                    <a:pt x="1365109" y="4748579"/>
                  </a:lnTo>
                  <a:lnTo>
                    <a:pt x="1365109" y="4747955"/>
                  </a:lnTo>
                  <a:lnTo>
                    <a:pt x="1365254" y="4747955"/>
                  </a:lnTo>
                  <a:lnTo>
                    <a:pt x="1365399" y="4747955"/>
                  </a:lnTo>
                  <a:lnTo>
                    <a:pt x="1365545" y="4747955"/>
                  </a:lnTo>
                  <a:lnTo>
                    <a:pt x="1365545" y="4747332"/>
                  </a:lnTo>
                  <a:lnTo>
                    <a:pt x="1365545" y="4746708"/>
                  </a:lnTo>
                  <a:lnTo>
                    <a:pt x="1365545" y="4746085"/>
                  </a:lnTo>
                  <a:lnTo>
                    <a:pt x="1365545" y="4745461"/>
                  </a:lnTo>
                  <a:lnTo>
                    <a:pt x="1365690" y="4745461"/>
                  </a:lnTo>
                  <a:lnTo>
                    <a:pt x="1365836" y="4745461"/>
                  </a:lnTo>
                  <a:lnTo>
                    <a:pt x="1365981" y="4745461"/>
                  </a:lnTo>
                  <a:lnTo>
                    <a:pt x="1366127" y="4745461"/>
                  </a:lnTo>
                  <a:lnTo>
                    <a:pt x="1366272" y="4745461"/>
                  </a:lnTo>
                  <a:lnTo>
                    <a:pt x="1366417" y="4745461"/>
                  </a:lnTo>
                  <a:lnTo>
                    <a:pt x="1366563" y="4745461"/>
                  </a:lnTo>
                  <a:lnTo>
                    <a:pt x="1366708" y="4745461"/>
                  </a:lnTo>
                  <a:lnTo>
                    <a:pt x="1366854" y="4745461"/>
                  </a:lnTo>
                  <a:lnTo>
                    <a:pt x="1366999" y="4745461"/>
                  </a:lnTo>
                  <a:lnTo>
                    <a:pt x="1367145" y="4745461"/>
                  </a:lnTo>
                  <a:lnTo>
                    <a:pt x="1367290" y="4745461"/>
                  </a:lnTo>
                  <a:lnTo>
                    <a:pt x="1367435" y="4745461"/>
                  </a:lnTo>
                  <a:lnTo>
                    <a:pt x="1367581" y="4745461"/>
                  </a:lnTo>
                  <a:lnTo>
                    <a:pt x="1367726" y="4745461"/>
                  </a:lnTo>
                  <a:lnTo>
                    <a:pt x="1367872" y="4745461"/>
                  </a:lnTo>
                  <a:lnTo>
                    <a:pt x="1368017" y="4745461"/>
                  </a:lnTo>
                  <a:lnTo>
                    <a:pt x="1368017" y="4744837"/>
                  </a:lnTo>
                  <a:lnTo>
                    <a:pt x="1368017" y="4744214"/>
                  </a:lnTo>
                  <a:lnTo>
                    <a:pt x="1368163" y="4744214"/>
                  </a:lnTo>
                  <a:lnTo>
                    <a:pt x="1368308" y="4744214"/>
                  </a:lnTo>
                  <a:lnTo>
                    <a:pt x="1368453" y="4744214"/>
                  </a:lnTo>
                  <a:lnTo>
                    <a:pt x="1368453" y="4743590"/>
                  </a:lnTo>
                  <a:lnTo>
                    <a:pt x="1368599" y="4743590"/>
                  </a:lnTo>
                  <a:lnTo>
                    <a:pt x="1368599" y="4742967"/>
                  </a:lnTo>
                  <a:lnTo>
                    <a:pt x="1368744" y="4742967"/>
                  </a:lnTo>
                  <a:lnTo>
                    <a:pt x="1368890" y="4742967"/>
                  </a:lnTo>
                  <a:lnTo>
                    <a:pt x="1369035" y="4742967"/>
                  </a:lnTo>
                  <a:lnTo>
                    <a:pt x="1369035" y="4742343"/>
                  </a:lnTo>
                  <a:lnTo>
                    <a:pt x="1369181" y="4742343"/>
                  </a:lnTo>
                  <a:lnTo>
                    <a:pt x="1369181" y="4741719"/>
                  </a:lnTo>
                  <a:lnTo>
                    <a:pt x="1369326" y="4741719"/>
                  </a:lnTo>
                  <a:lnTo>
                    <a:pt x="1369471" y="4741719"/>
                  </a:lnTo>
                  <a:lnTo>
                    <a:pt x="1369617" y="4741719"/>
                  </a:lnTo>
                  <a:lnTo>
                    <a:pt x="1369762" y="4741719"/>
                  </a:lnTo>
                  <a:lnTo>
                    <a:pt x="1369908" y="4741719"/>
                  </a:lnTo>
                  <a:lnTo>
                    <a:pt x="1370053" y="4741719"/>
                  </a:lnTo>
                  <a:lnTo>
                    <a:pt x="1370053" y="4741096"/>
                  </a:lnTo>
                  <a:lnTo>
                    <a:pt x="1370199" y="4741096"/>
                  </a:lnTo>
                  <a:lnTo>
                    <a:pt x="1370344" y="4741096"/>
                  </a:lnTo>
                  <a:lnTo>
                    <a:pt x="1370344" y="4740472"/>
                  </a:lnTo>
                  <a:lnTo>
                    <a:pt x="1370344" y="4739849"/>
                  </a:lnTo>
                  <a:lnTo>
                    <a:pt x="1370489" y="4739849"/>
                  </a:lnTo>
                  <a:lnTo>
                    <a:pt x="1370635" y="4739849"/>
                  </a:lnTo>
                  <a:lnTo>
                    <a:pt x="1370780" y="4739849"/>
                  </a:lnTo>
                  <a:lnTo>
                    <a:pt x="1370926" y="4739849"/>
                  </a:lnTo>
                  <a:lnTo>
                    <a:pt x="1370926" y="4739225"/>
                  </a:lnTo>
                  <a:lnTo>
                    <a:pt x="1371071" y="4739225"/>
                  </a:lnTo>
                  <a:lnTo>
                    <a:pt x="1371216" y="4739225"/>
                  </a:lnTo>
                  <a:lnTo>
                    <a:pt x="1371362" y="4739225"/>
                  </a:lnTo>
                  <a:lnTo>
                    <a:pt x="1371507" y="4739225"/>
                  </a:lnTo>
                  <a:lnTo>
                    <a:pt x="1371653" y="4739225"/>
                  </a:lnTo>
                  <a:lnTo>
                    <a:pt x="1371798" y="4739225"/>
                  </a:lnTo>
                  <a:lnTo>
                    <a:pt x="1371798" y="4738602"/>
                  </a:lnTo>
                  <a:lnTo>
                    <a:pt x="1371944" y="4738602"/>
                  </a:lnTo>
                  <a:lnTo>
                    <a:pt x="1372089" y="4738602"/>
                  </a:lnTo>
                  <a:lnTo>
                    <a:pt x="1372234" y="4738602"/>
                  </a:lnTo>
                  <a:lnTo>
                    <a:pt x="1372380" y="4738602"/>
                  </a:lnTo>
                  <a:lnTo>
                    <a:pt x="1372525" y="4738602"/>
                  </a:lnTo>
                  <a:lnTo>
                    <a:pt x="1372525" y="4737978"/>
                  </a:lnTo>
                  <a:lnTo>
                    <a:pt x="1372671" y="4737978"/>
                  </a:lnTo>
                  <a:lnTo>
                    <a:pt x="1372671" y="4737354"/>
                  </a:lnTo>
                  <a:lnTo>
                    <a:pt x="1372816" y="4737354"/>
                  </a:lnTo>
                  <a:lnTo>
                    <a:pt x="1372962" y="4737354"/>
                  </a:lnTo>
                  <a:lnTo>
                    <a:pt x="1373107" y="4737354"/>
                  </a:lnTo>
                  <a:lnTo>
                    <a:pt x="1373107" y="4736731"/>
                  </a:lnTo>
                  <a:lnTo>
                    <a:pt x="1373252" y="4736731"/>
                  </a:lnTo>
                  <a:lnTo>
                    <a:pt x="1373252" y="4736107"/>
                  </a:lnTo>
                  <a:lnTo>
                    <a:pt x="1373252" y="4735484"/>
                  </a:lnTo>
                  <a:lnTo>
                    <a:pt x="1373398" y="4735484"/>
                  </a:lnTo>
                  <a:lnTo>
                    <a:pt x="1373543" y="4735484"/>
                  </a:lnTo>
                  <a:lnTo>
                    <a:pt x="1373689" y="4735484"/>
                  </a:lnTo>
                  <a:lnTo>
                    <a:pt x="1373834" y="4735484"/>
                  </a:lnTo>
                  <a:lnTo>
                    <a:pt x="1373980" y="4735484"/>
                  </a:lnTo>
                  <a:lnTo>
                    <a:pt x="1374125" y="4735484"/>
                  </a:lnTo>
                  <a:lnTo>
                    <a:pt x="1374270" y="4735484"/>
                  </a:lnTo>
                  <a:lnTo>
                    <a:pt x="1374270" y="4734860"/>
                  </a:lnTo>
                  <a:lnTo>
                    <a:pt x="1374416" y="4734860"/>
                  </a:lnTo>
                  <a:lnTo>
                    <a:pt x="1374561" y="4734860"/>
                  </a:lnTo>
                  <a:lnTo>
                    <a:pt x="1374561" y="4734236"/>
                  </a:lnTo>
                  <a:lnTo>
                    <a:pt x="1374707" y="4734236"/>
                  </a:lnTo>
                  <a:lnTo>
                    <a:pt x="1374852" y="4734236"/>
                  </a:lnTo>
                  <a:lnTo>
                    <a:pt x="1374998" y="4734236"/>
                  </a:lnTo>
                  <a:lnTo>
                    <a:pt x="1375143" y="4734236"/>
                  </a:lnTo>
                  <a:lnTo>
                    <a:pt x="1375288" y="4734236"/>
                  </a:lnTo>
                  <a:lnTo>
                    <a:pt x="1375288" y="4733613"/>
                  </a:lnTo>
                  <a:lnTo>
                    <a:pt x="1375434" y="4733613"/>
                  </a:lnTo>
                  <a:lnTo>
                    <a:pt x="1375579" y="4733613"/>
                  </a:lnTo>
                  <a:lnTo>
                    <a:pt x="1375725" y="4733613"/>
                  </a:lnTo>
                  <a:lnTo>
                    <a:pt x="1375725" y="4732989"/>
                  </a:lnTo>
                  <a:lnTo>
                    <a:pt x="1375870" y="4732989"/>
                  </a:lnTo>
                  <a:lnTo>
                    <a:pt x="1375870" y="4732366"/>
                  </a:lnTo>
                  <a:lnTo>
                    <a:pt x="1376016" y="4732366"/>
                  </a:lnTo>
                  <a:lnTo>
                    <a:pt x="1376161" y="4732366"/>
                  </a:lnTo>
                  <a:lnTo>
                    <a:pt x="1376306" y="4732366"/>
                  </a:lnTo>
                  <a:lnTo>
                    <a:pt x="1376452" y="4732366"/>
                  </a:lnTo>
                  <a:lnTo>
                    <a:pt x="1376452" y="4731742"/>
                  </a:lnTo>
                  <a:lnTo>
                    <a:pt x="1376597" y="4731742"/>
                  </a:lnTo>
                  <a:lnTo>
                    <a:pt x="1376743" y="4731742"/>
                  </a:lnTo>
                  <a:lnTo>
                    <a:pt x="1376888" y="4731742"/>
                  </a:lnTo>
                  <a:lnTo>
                    <a:pt x="1377034" y="4731742"/>
                  </a:lnTo>
                  <a:lnTo>
                    <a:pt x="1377034" y="4731119"/>
                  </a:lnTo>
                  <a:lnTo>
                    <a:pt x="1377179" y="4731119"/>
                  </a:lnTo>
                  <a:lnTo>
                    <a:pt x="1377324" y="4731119"/>
                  </a:lnTo>
                  <a:lnTo>
                    <a:pt x="1377470" y="4731119"/>
                  </a:lnTo>
                  <a:lnTo>
                    <a:pt x="1377615" y="4731119"/>
                  </a:lnTo>
                  <a:lnTo>
                    <a:pt x="1377615" y="4730495"/>
                  </a:lnTo>
                  <a:lnTo>
                    <a:pt x="1377761" y="4730495"/>
                  </a:lnTo>
                  <a:lnTo>
                    <a:pt x="1377906" y="4730495"/>
                  </a:lnTo>
                  <a:lnTo>
                    <a:pt x="1378051" y="4730495"/>
                  </a:lnTo>
                  <a:lnTo>
                    <a:pt x="1378197" y="4730495"/>
                  </a:lnTo>
                  <a:lnTo>
                    <a:pt x="1378342" y="4730495"/>
                  </a:lnTo>
                  <a:lnTo>
                    <a:pt x="1378488" y="4730495"/>
                  </a:lnTo>
                  <a:lnTo>
                    <a:pt x="1378488" y="4729871"/>
                  </a:lnTo>
                  <a:lnTo>
                    <a:pt x="1378633" y="4729871"/>
                  </a:lnTo>
                  <a:lnTo>
                    <a:pt x="1378779" y="4729871"/>
                  </a:lnTo>
                  <a:lnTo>
                    <a:pt x="1378924" y="4729871"/>
                  </a:lnTo>
                  <a:lnTo>
                    <a:pt x="1379069" y="4729871"/>
                  </a:lnTo>
                  <a:lnTo>
                    <a:pt x="1379215" y="4729871"/>
                  </a:lnTo>
                  <a:lnTo>
                    <a:pt x="1379360" y="4729871"/>
                  </a:lnTo>
                  <a:lnTo>
                    <a:pt x="1379360" y="4729248"/>
                  </a:lnTo>
                  <a:lnTo>
                    <a:pt x="1379506" y="4729248"/>
                  </a:lnTo>
                  <a:lnTo>
                    <a:pt x="1379651" y="4729248"/>
                  </a:lnTo>
                  <a:lnTo>
                    <a:pt x="1379797" y="4729248"/>
                  </a:lnTo>
                  <a:lnTo>
                    <a:pt x="1379942" y="4729248"/>
                  </a:lnTo>
                  <a:lnTo>
                    <a:pt x="1380087" y="4729248"/>
                  </a:lnTo>
                  <a:lnTo>
                    <a:pt x="1380233" y="4729248"/>
                  </a:lnTo>
                  <a:lnTo>
                    <a:pt x="1380378" y="4729248"/>
                  </a:lnTo>
                  <a:lnTo>
                    <a:pt x="1380524" y="4729248"/>
                  </a:lnTo>
                  <a:lnTo>
                    <a:pt x="1380669" y="4729248"/>
                  </a:lnTo>
                  <a:lnTo>
                    <a:pt x="1380815" y="4729248"/>
                  </a:lnTo>
                  <a:lnTo>
                    <a:pt x="1380960" y="4729248"/>
                  </a:lnTo>
                  <a:lnTo>
                    <a:pt x="1381105" y="4729248"/>
                  </a:lnTo>
                  <a:lnTo>
                    <a:pt x="1381251" y="4729248"/>
                  </a:lnTo>
                  <a:lnTo>
                    <a:pt x="1381396" y="4729248"/>
                  </a:lnTo>
                  <a:lnTo>
                    <a:pt x="1381542" y="4729248"/>
                  </a:lnTo>
                  <a:lnTo>
                    <a:pt x="1381687" y="4729248"/>
                  </a:lnTo>
                  <a:lnTo>
                    <a:pt x="1381833" y="4729248"/>
                  </a:lnTo>
                  <a:lnTo>
                    <a:pt x="1381978" y="4729248"/>
                  </a:lnTo>
                  <a:lnTo>
                    <a:pt x="1382123" y="4729248"/>
                  </a:lnTo>
                  <a:lnTo>
                    <a:pt x="1382123" y="4728624"/>
                  </a:lnTo>
                  <a:lnTo>
                    <a:pt x="1382269" y="4728624"/>
                  </a:lnTo>
                  <a:lnTo>
                    <a:pt x="1382269" y="4728001"/>
                  </a:lnTo>
                  <a:lnTo>
                    <a:pt x="1382414" y="4728001"/>
                  </a:lnTo>
                  <a:lnTo>
                    <a:pt x="1382560" y="4728001"/>
                  </a:lnTo>
                  <a:lnTo>
                    <a:pt x="1382705" y="4728001"/>
                  </a:lnTo>
                  <a:lnTo>
                    <a:pt x="1382851" y="4728001"/>
                  </a:lnTo>
                  <a:lnTo>
                    <a:pt x="1382996" y="4728001"/>
                  </a:lnTo>
                  <a:lnTo>
                    <a:pt x="1382996" y="4727377"/>
                  </a:lnTo>
                  <a:lnTo>
                    <a:pt x="1383141" y="4727377"/>
                  </a:lnTo>
                  <a:lnTo>
                    <a:pt x="1383287" y="4727377"/>
                  </a:lnTo>
                  <a:lnTo>
                    <a:pt x="1383287" y="4726753"/>
                  </a:lnTo>
                  <a:lnTo>
                    <a:pt x="1383287" y="4726130"/>
                  </a:lnTo>
                  <a:lnTo>
                    <a:pt x="1383432" y="4726130"/>
                  </a:lnTo>
                  <a:lnTo>
                    <a:pt x="1383578" y="4726130"/>
                  </a:lnTo>
                  <a:lnTo>
                    <a:pt x="1383723" y="4726130"/>
                  </a:lnTo>
                  <a:lnTo>
                    <a:pt x="1383723" y="4725506"/>
                  </a:lnTo>
                  <a:lnTo>
                    <a:pt x="1383723" y="4724883"/>
                  </a:lnTo>
                  <a:lnTo>
                    <a:pt x="1383869" y="4724883"/>
                  </a:lnTo>
                  <a:lnTo>
                    <a:pt x="1384014" y="4724883"/>
                  </a:lnTo>
                  <a:lnTo>
                    <a:pt x="1384159" y="4724883"/>
                  </a:lnTo>
                  <a:lnTo>
                    <a:pt x="1384305" y="4724883"/>
                  </a:lnTo>
                  <a:lnTo>
                    <a:pt x="1384450" y="4724883"/>
                  </a:lnTo>
                  <a:lnTo>
                    <a:pt x="1384596" y="4724883"/>
                  </a:lnTo>
                  <a:lnTo>
                    <a:pt x="1384596" y="4724259"/>
                  </a:lnTo>
                  <a:lnTo>
                    <a:pt x="1384596" y="4723636"/>
                  </a:lnTo>
                  <a:lnTo>
                    <a:pt x="1384741" y="4723636"/>
                  </a:lnTo>
                  <a:lnTo>
                    <a:pt x="1384741" y="4723012"/>
                  </a:lnTo>
                  <a:lnTo>
                    <a:pt x="1384886" y="4723012"/>
                  </a:lnTo>
                  <a:lnTo>
                    <a:pt x="1385032" y="4723012"/>
                  </a:lnTo>
                  <a:lnTo>
                    <a:pt x="1385177" y="4723012"/>
                  </a:lnTo>
                  <a:lnTo>
                    <a:pt x="1385177" y="4722388"/>
                  </a:lnTo>
                  <a:lnTo>
                    <a:pt x="1385177" y="4721765"/>
                  </a:lnTo>
                  <a:lnTo>
                    <a:pt x="1385323" y="4721765"/>
                  </a:lnTo>
                  <a:lnTo>
                    <a:pt x="1385468" y="4721765"/>
                  </a:lnTo>
                  <a:lnTo>
                    <a:pt x="1385614" y="4721765"/>
                  </a:lnTo>
                  <a:lnTo>
                    <a:pt x="1385759" y="4721765"/>
                  </a:lnTo>
                  <a:lnTo>
                    <a:pt x="1385759" y="4721141"/>
                  </a:lnTo>
                  <a:lnTo>
                    <a:pt x="1385904" y="4721141"/>
                  </a:lnTo>
                  <a:lnTo>
                    <a:pt x="1386050" y="4721141"/>
                  </a:lnTo>
                  <a:lnTo>
                    <a:pt x="1386195" y="4721141"/>
                  </a:lnTo>
                  <a:lnTo>
                    <a:pt x="1386341" y="4721141"/>
                  </a:lnTo>
                  <a:lnTo>
                    <a:pt x="1386486" y="4721141"/>
                  </a:lnTo>
                  <a:lnTo>
                    <a:pt x="1386632" y="4721141"/>
                  </a:lnTo>
                  <a:lnTo>
                    <a:pt x="1386777" y="4721141"/>
                  </a:lnTo>
                  <a:lnTo>
                    <a:pt x="1386922" y="4721141"/>
                  </a:lnTo>
                  <a:lnTo>
                    <a:pt x="1387068" y="4721141"/>
                  </a:lnTo>
                  <a:lnTo>
                    <a:pt x="1387213" y="4721141"/>
                  </a:lnTo>
                  <a:lnTo>
                    <a:pt x="1387359" y="4721141"/>
                  </a:lnTo>
                  <a:lnTo>
                    <a:pt x="1387504" y="4721141"/>
                  </a:lnTo>
                  <a:lnTo>
                    <a:pt x="1387504" y="4720518"/>
                  </a:lnTo>
                  <a:lnTo>
                    <a:pt x="1387504" y="4719894"/>
                  </a:lnTo>
                  <a:lnTo>
                    <a:pt x="1387650" y="4719894"/>
                  </a:lnTo>
                  <a:lnTo>
                    <a:pt x="1387795" y="4719894"/>
                  </a:lnTo>
                  <a:lnTo>
                    <a:pt x="1387795" y="4719270"/>
                  </a:lnTo>
                  <a:lnTo>
                    <a:pt x="1387940" y="4719270"/>
                  </a:lnTo>
                  <a:lnTo>
                    <a:pt x="1388086" y="4719270"/>
                  </a:lnTo>
                  <a:lnTo>
                    <a:pt x="1388231" y="4719270"/>
                  </a:lnTo>
                  <a:lnTo>
                    <a:pt x="1388231" y="4718647"/>
                  </a:lnTo>
                  <a:lnTo>
                    <a:pt x="1388377" y="4718647"/>
                  </a:lnTo>
                  <a:lnTo>
                    <a:pt x="1388522" y="4718647"/>
                  </a:lnTo>
                  <a:lnTo>
                    <a:pt x="1388668" y="4718647"/>
                  </a:lnTo>
                  <a:lnTo>
                    <a:pt x="1388668" y="4718023"/>
                  </a:lnTo>
                  <a:lnTo>
                    <a:pt x="1388813" y="4718023"/>
                  </a:lnTo>
                  <a:lnTo>
                    <a:pt x="1388813" y="4717400"/>
                  </a:lnTo>
                  <a:lnTo>
                    <a:pt x="1388958" y="4717400"/>
                  </a:lnTo>
                  <a:lnTo>
                    <a:pt x="1389104" y="4717400"/>
                  </a:lnTo>
                  <a:lnTo>
                    <a:pt x="1389249" y="4717400"/>
                  </a:lnTo>
                  <a:lnTo>
                    <a:pt x="1389395" y="4717400"/>
                  </a:lnTo>
                  <a:lnTo>
                    <a:pt x="1389540" y="4717400"/>
                  </a:lnTo>
                  <a:lnTo>
                    <a:pt x="1389686" y="4717400"/>
                  </a:lnTo>
                  <a:lnTo>
                    <a:pt x="1389831" y="4717400"/>
                  </a:lnTo>
                  <a:lnTo>
                    <a:pt x="1389976" y="4717400"/>
                  </a:lnTo>
                  <a:lnTo>
                    <a:pt x="1390122" y="4717400"/>
                  </a:lnTo>
                  <a:lnTo>
                    <a:pt x="1390122" y="4716776"/>
                  </a:lnTo>
                  <a:lnTo>
                    <a:pt x="1390267" y="4716776"/>
                  </a:lnTo>
                  <a:lnTo>
                    <a:pt x="1390413" y="4716776"/>
                  </a:lnTo>
                  <a:lnTo>
                    <a:pt x="1390413" y="4716153"/>
                  </a:lnTo>
                  <a:lnTo>
                    <a:pt x="1390413" y="4715529"/>
                  </a:lnTo>
                  <a:lnTo>
                    <a:pt x="1390558" y="4715529"/>
                  </a:lnTo>
                  <a:lnTo>
                    <a:pt x="1390558" y="4714905"/>
                  </a:lnTo>
                  <a:lnTo>
                    <a:pt x="1390704" y="4714905"/>
                  </a:lnTo>
                  <a:lnTo>
                    <a:pt x="1390849" y="4714905"/>
                  </a:lnTo>
                  <a:lnTo>
                    <a:pt x="1390994" y="4714905"/>
                  </a:lnTo>
                  <a:lnTo>
                    <a:pt x="1391140" y="4714905"/>
                  </a:lnTo>
                  <a:lnTo>
                    <a:pt x="1391285" y="4714905"/>
                  </a:lnTo>
                  <a:lnTo>
                    <a:pt x="1391431" y="4714905"/>
                  </a:lnTo>
                  <a:lnTo>
                    <a:pt x="1391576" y="4714905"/>
                  </a:lnTo>
                  <a:lnTo>
                    <a:pt x="1391721" y="4714905"/>
                  </a:lnTo>
                  <a:lnTo>
                    <a:pt x="1391867" y="4714905"/>
                  </a:lnTo>
                  <a:lnTo>
                    <a:pt x="1392012" y="4714905"/>
                  </a:lnTo>
                  <a:lnTo>
                    <a:pt x="1392158" y="4714905"/>
                  </a:lnTo>
                  <a:lnTo>
                    <a:pt x="1392303" y="4714905"/>
                  </a:lnTo>
                  <a:lnTo>
                    <a:pt x="1392449" y="4714905"/>
                  </a:lnTo>
                  <a:lnTo>
                    <a:pt x="1392594" y="4714905"/>
                  </a:lnTo>
                  <a:lnTo>
                    <a:pt x="1392739" y="4714905"/>
                  </a:lnTo>
                  <a:lnTo>
                    <a:pt x="1392885" y="4714905"/>
                  </a:lnTo>
                  <a:lnTo>
                    <a:pt x="1393030" y="4714905"/>
                  </a:lnTo>
                  <a:lnTo>
                    <a:pt x="1393176" y="4714905"/>
                  </a:lnTo>
                  <a:lnTo>
                    <a:pt x="1393176" y="4714282"/>
                  </a:lnTo>
                  <a:lnTo>
                    <a:pt x="1393321" y="4714282"/>
                  </a:lnTo>
                  <a:lnTo>
                    <a:pt x="1393467" y="4714282"/>
                  </a:lnTo>
                  <a:lnTo>
                    <a:pt x="1393612" y="4714282"/>
                  </a:lnTo>
                  <a:lnTo>
                    <a:pt x="1393757" y="4714282"/>
                  </a:lnTo>
                  <a:lnTo>
                    <a:pt x="1393903" y="4714282"/>
                  </a:lnTo>
                  <a:lnTo>
                    <a:pt x="1394048" y="4714282"/>
                  </a:lnTo>
                  <a:lnTo>
                    <a:pt x="1394194" y="4714282"/>
                  </a:lnTo>
                  <a:lnTo>
                    <a:pt x="1394339" y="4714282"/>
                  </a:lnTo>
                  <a:lnTo>
                    <a:pt x="1394485" y="4714282"/>
                  </a:lnTo>
                  <a:lnTo>
                    <a:pt x="1394630" y="4714282"/>
                  </a:lnTo>
                  <a:lnTo>
                    <a:pt x="1394775" y="4714282"/>
                  </a:lnTo>
                  <a:lnTo>
                    <a:pt x="1394921" y="4714282"/>
                  </a:lnTo>
                  <a:lnTo>
                    <a:pt x="1395066" y="4714282"/>
                  </a:lnTo>
                  <a:lnTo>
                    <a:pt x="1395066" y="4713658"/>
                  </a:lnTo>
                  <a:lnTo>
                    <a:pt x="1395212" y="4713658"/>
                  </a:lnTo>
                  <a:lnTo>
                    <a:pt x="1395357" y="4713658"/>
                  </a:lnTo>
                  <a:lnTo>
                    <a:pt x="1395503" y="4713658"/>
                  </a:lnTo>
                  <a:lnTo>
                    <a:pt x="1395648" y="4713658"/>
                  </a:lnTo>
                  <a:lnTo>
                    <a:pt x="1395793" y="4713658"/>
                  </a:lnTo>
                  <a:lnTo>
                    <a:pt x="1395939" y="4713658"/>
                  </a:lnTo>
                  <a:lnTo>
                    <a:pt x="1396084" y="4713658"/>
                  </a:lnTo>
                  <a:lnTo>
                    <a:pt x="1396230" y="4713658"/>
                  </a:lnTo>
                  <a:lnTo>
                    <a:pt x="1396375" y="4713658"/>
                  </a:lnTo>
                  <a:lnTo>
                    <a:pt x="1396521" y="4713658"/>
                  </a:lnTo>
                  <a:lnTo>
                    <a:pt x="1396666" y="4713658"/>
                  </a:lnTo>
                  <a:lnTo>
                    <a:pt x="1396811" y="4713658"/>
                  </a:lnTo>
                  <a:lnTo>
                    <a:pt x="1396957" y="4713658"/>
                  </a:lnTo>
                  <a:lnTo>
                    <a:pt x="1397102" y="4713658"/>
                  </a:lnTo>
                  <a:lnTo>
                    <a:pt x="1397248" y="4713658"/>
                  </a:lnTo>
                  <a:lnTo>
                    <a:pt x="1397393" y="4713658"/>
                  </a:lnTo>
                  <a:lnTo>
                    <a:pt x="1397539" y="4713658"/>
                  </a:lnTo>
                  <a:lnTo>
                    <a:pt x="1397684" y="4713658"/>
                  </a:lnTo>
                  <a:lnTo>
                    <a:pt x="1397829" y="4713658"/>
                  </a:lnTo>
                  <a:lnTo>
                    <a:pt x="1397829" y="4713035"/>
                  </a:lnTo>
                  <a:lnTo>
                    <a:pt x="1397975" y="4713035"/>
                  </a:lnTo>
                  <a:lnTo>
                    <a:pt x="1398120" y="4713035"/>
                  </a:lnTo>
                  <a:lnTo>
                    <a:pt x="1398266" y="4713035"/>
                  </a:lnTo>
                  <a:lnTo>
                    <a:pt x="1398411" y="4713035"/>
                  </a:lnTo>
                  <a:lnTo>
                    <a:pt x="1398556" y="4713035"/>
                  </a:lnTo>
                  <a:lnTo>
                    <a:pt x="1398556" y="4712411"/>
                  </a:lnTo>
                  <a:lnTo>
                    <a:pt x="1398702" y="4712411"/>
                  </a:lnTo>
                  <a:lnTo>
                    <a:pt x="1398847" y="4712411"/>
                  </a:lnTo>
                  <a:lnTo>
                    <a:pt x="1398993" y="4712411"/>
                  </a:lnTo>
                  <a:lnTo>
                    <a:pt x="1399138" y="4712411"/>
                  </a:lnTo>
                  <a:lnTo>
                    <a:pt x="1399284" y="4712411"/>
                  </a:lnTo>
                  <a:lnTo>
                    <a:pt x="1399284" y="4711788"/>
                  </a:lnTo>
                  <a:lnTo>
                    <a:pt x="1399429" y="4711788"/>
                  </a:lnTo>
                  <a:lnTo>
                    <a:pt x="1399429" y="4711164"/>
                  </a:lnTo>
                  <a:lnTo>
                    <a:pt x="1399574" y="4711164"/>
                  </a:lnTo>
                  <a:lnTo>
                    <a:pt x="1399720" y="4711164"/>
                  </a:lnTo>
                  <a:lnTo>
                    <a:pt x="1399865" y="4711164"/>
                  </a:lnTo>
                  <a:lnTo>
                    <a:pt x="1400011" y="4711164"/>
                  </a:lnTo>
                  <a:lnTo>
                    <a:pt x="1400156" y="4711164"/>
                  </a:lnTo>
                  <a:lnTo>
                    <a:pt x="1400302" y="4711164"/>
                  </a:lnTo>
                  <a:lnTo>
                    <a:pt x="1400302" y="4710540"/>
                  </a:lnTo>
                  <a:lnTo>
                    <a:pt x="1400447" y="4710540"/>
                  </a:lnTo>
                  <a:lnTo>
                    <a:pt x="1400447" y="4709917"/>
                  </a:lnTo>
                  <a:lnTo>
                    <a:pt x="1400447" y="4709293"/>
                  </a:lnTo>
                  <a:lnTo>
                    <a:pt x="1400592" y="4709293"/>
                  </a:lnTo>
                  <a:lnTo>
                    <a:pt x="1400738" y="4709293"/>
                  </a:lnTo>
                  <a:lnTo>
                    <a:pt x="1400883" y="4709293"/>
                  </a:lnTo>
                  <a:lnTo>
                    <a:pt x="1401029" y="4709293"/>
                  </a:lnTo>
                  <a:lnTo>
                    <a:pt x="1401174" y="4709293"/>
                  </a:lnTo>
                  <a:lnTo>
                    <a:pt x="1401320" y="4709293"/>
                  </a:lnTo>
                  <a:lnTo>
                    <a:pt x="1401465" y="4709293"/>
                  </a:lnTo>
                  <a:lnTo>
                    <a:pt x="1401610" y="4709293"/>
                  </a:lnTo>
                  <a:lnTo>
                    <a:pt x="1401756" y="4709293"/>
                  </a:lnTo>
                  <a:lnTo>
                    <a:pt x="1401756" y="4708670"/>
                  </a:lnTo>
                  <a:lnTo>
                    <a:pt x="1401756" y="4708046"/>
                  </a:lnTo>
                  <a:lnTo>
                    <a:pt x="1401756" y="4707422"/>
                  </a:lnTo>
                  <a:lnTo>
                    <a:pt x="1401901" y="4707422"/>
                  </a:lnTo>
                  <a:lnTo>
                    <a:pt x="1402047" y="4707422"/>
                  </a:lnTo>
                  <a:lnTo>
                    <a:pt x="1402047" y="4706799"/>
                  </a:lnTo>
                  <a:lnTo>
                    <a:pt x="1402192" y="4706799"/>
                  </a:lnTo>
                  <a:lnTo>
                    <a:pt x="1402338" y="4706799"/>
                  </a:lnTo>
                  <a:lnTo>
                    <a:pt x="1402483" y="4706799"/>
                  </a:lnTo>
                  <a:lnTo>
                    <a:pt x="1402628" y="4706799"/>
                  </a:lnTo>
                  <a:lnTo>
                    <a:pt x="1402774" y="4706799"/>
                  </a:lnTo>
                  <a:lnTo>
                    <a:pt x="1402919" y="4706799"/>
                  </a:lnTo>
                  <a:lnTo>
                    <a:pt x="1403065" y="4706799"/>
                  </a:lnTo>
                  <a:lnTo>
                    <a:pt x="1403065" y="4706175"/>
                  </a:lnTo>
                  <a:lnTo>
                    <a:pt x="1403210" y="4706175"/>
                  </a:lnTo>
                  <a:lnTo>
                    <a:pt x="1403356" y="4706175"/>
                  </a:lnTo>
                  <a:lnTo>
                    <a:pt x="1403501" y="4706175"/>
                  </a:lnTo>
                  <a:lnTo>
                    <a:pt x="1403646" y="4706175"/>
                  </a:lnTo>
                  <a:lnTo>
                    <a:pt x="1403792" y="4706175"/>
                  </a:lnTo>
                  <a:lnTo>
                    <a:pt x="1403937" y="4706175"/>
                  </a:lnTo>
                  <a:lnTo>
                    <a:pt x="1403937" y="4705552"/>
                  </a:lnTo>
                  <a:lnTo>
                    <a:pt x="1404083" y="4705552"/>
                  </a:lnTo>
                  <a:lnTo>
                    <a:pt x="1404228" y="4705552"/>
                  </a:lnTo>
                  <a:lnTo>
                    <a:pt x="1404373" y="4705552"/>
                  </a:lnTo>
                  <a:lnTo>
                    <a:pt x="1404519" y="4705552"/>
                  </a:lnTo>
                  <a:lnTo>
                    <a:pt x="1404664" y="4705552"/>
                  </a:lnTo>
                  <a:lnTo>
                    <a:pt x="1404810" y="4705552"/>
                  </a:lnTo>
                  <a:lnTo>
                    <a:pt x="1404955" y="4705552"/>
                  </a:lnTo>
                  <a:lnTo>
                    <a:pt x="1404955" y="4704928"/>
                  </a:lnTo>
                  <a:lnTo>
                    <a:pt x="1405101" y="4704928"/>
                  </a:lnTo>
                  <a:lnTo>
                    <a:pt x="1405246" y="4704928"/>
                  </a:lnTo>
                  <a:lnTo>
                    <a:pt x="1405391" y="4704928"/>
                  </a:lnTo>
                  <a:lnTo>
                    <a:pt x="1405537" y="4704928"/>
                  </a:lnTo>
                  <a:lnTo>
                    <a:pt x="1405682" y="4704928"/>
                  </a:lnTo>
                  <a:lnTo>
                    <a:pt x="1405828" y="4704928"/>
                  </a:lnTo>
                  <a:lnTo>
                    <a:pt x="1405973" y="4704928"/>
                  </a:lnTo>
                  <a:lnTo>
                    <a:pt x="1406119" y="4704928"/>
                  </a:lnTo>
                  <a:lnTo>
                    <a:pt x="1406264" y="4704928"/>
                  </a:lnTo>
                  <a:lnTo>
                    <a:pt x="1406409" y="4704928"/>
                  </a:lnTo>
                  <a:lnTo>
                    <a:pt x="1406555" y="4704928"/>
                  </a:lnTo>
                  <a:lnTo>
                    <a:pt x="1406700" y="4704928"/>
                  </a:lnTo>
                  <a:lnTo>
                    <a:pt x="1406700" y="4704305"/>
                  </a:lnTo>
                  <a:lnTo>
                    <a:pt x="1406846" y="4704305"/>
                  </a:lnTo>
                  <a:lnTo>
                    <a:pt x="1406991" y="4704305"/>
                  </a:lnTo>
                  <a:lnTo>
                    <a:pt x="1407137" y="4704305"/>
                  </a:lnTo>
                  <a:lnTo>
                    <a:pt x="1407282" y="4704305"/>
                  </a:lnTo>
                  <a:lnTo>
                    <a:pt x="1407427" y="4704305"/>
                  </a:lnTo>
                  <a:lnTo>
                    <a:pt x="1407573" y="4704305"/>
                  </a:lnTo>
                  <a:lnTo>
                    <a:pt x="1407718" y="4704305"/>
                  </a:lnTo>
                  <a:lnTo>
                    <a:pt x="1407864" y="4704305"/>
                  </a:lnTo>
                  <a:lnTo>
                    <a:pt x="1408009" y="4704305"/>
                  </a:lnTo>
                  <a:lnTo>
                    <a:pt x="1408155" y="4704305"/>
                  </a:lnTo>
                  <a:lnTo>
                    <a:pt x="1408155" y="4703681"/>
                  </a:lnTo>
                  <a:lnTo>
                    <a:pt x="1408300" y="4703681"/>
                  </a:lnTo>
                  <a:lnTo>
                    <a:pt x="1408445" y="4703681"/>
                  </a:lnTo>
                  <a:lnTo>
                    <a:pt x="1408591" y="4703681"/>
                  </a:lnTo>
                  <a:lnTo>
                    <a:pt x="1408736" y="4703681"/>
                  </a:lnTo>
                  <a:lnTo>
                    <a:pt x="1408882" y="4703681"/>
                  </a:lnTo>
                  <a:lnTo>
                    <a:pt x="1409027" y="4703681"/>
                  </a:lnTo>
                  <a:lnTo>
                    <a:pt x="1409173" y="4703681"/>
                  </a:lnTo>
                  <a:lnTo>
                    <a:pt x="1409173" y="4703057"/>
                  </a:lnTo>
                  <a:lnTo>
                    <a:pt x="1409318" y="4703057"/>
                  </a:lnTo>
                  <a:lnTo>
                    <a:pt x="1409463" y="4703057"/>
                  </a:lnTo>
                  <a:lnTo>
                    <a:pt x="1409609" y="4703057"/>
                  </a:lnTo>
                  <a:lnTo>
                    <a:pt x="1409754" y="4703057"/>
                  </a:lnTo>
                  <a:lnTo>
                    <a:pt x="1409900" y="4703057"/>
                  </a:lnTo>
                  <a:lnTo>
                    <a:pt x="1410045" y="4703057"/>
                  </a:lnTo>
                  <a:lnTo>
                    <a:pt x="1410191" y="4703057"/>
                  </a:lnTo>
                  <a:lnTo>
                    <a:pt x="1410336" y="4703057"/>
                  </a:lnTo>
                  <a:lnTo>
                    <a:pt x="1410481" y="4703057"/>
                  </a:lnTo>
                  <a:lnTo>
                    <a:pt x="1410627" y="4703057"/>
                  </a:lnTo>
                  <a:lnTo>
                    <a:pt x="1410627" y="4702434"/>
                  </a:lnTo>
                  <a:lnTo>
                    <a:pt x="1410772" y="4702434"/>
                  </a:lnTo>
                  <a:lnTo>
                    <a:pt x="1410918" y="4702434"/>
                  </a:lnTo>
                  <a:lnTo>
                    <a:pt x="1411063" y="4702434"/>
                  </a:lnTo>
                  <a:lnTo>
                    <a:pt x="1411208" y="4702434"/>
                  </a:lnTo>
                  <a:lnTo>
                    <a:pt x="1411354" y="4702434"/>
                  </a:lnTo>
                  <a:lnTo>
                    <a:pt x="1411499" y="4702434"/>
                  </a:lnTo>
                  <a:lnTo>
                    <a:pt x="1411499" y="4701810"/>
                  </a:lnTo>
                  <a:lnTo>
                    <a:pt x="1411645" y="4701810"/>
                  </a:lnTo>
                  <a:lnTo>
                    <a:pt x="1411645" y="4701187"/>
                  </a:lnTo>
                  <a:lnTo>
                    <a:pt x="1411645" y="4700563"/>
                  </a:lnTo>
                  <a:lnTo>
                    <a:pt x="1411790" y="4700563"/>
                  </a:lnTo>
                  <a:lnTo>
                    <a:pt x="1411936" y="4700563"/>
                  </a:lnTo>
                  <a:lnTo>
                    <a:pt x="1412081" y="4700563"/>
                  </a:lnTo>
                  <a:lnTo>
                    <a:pt x="1412226" y="4700563"/>
                  </a:lnTo>
                  <a:lnTo>
                    <a:pt x="1412372" y="4700563"/>
                  </a:lnTo>
                  <a:lnTo>
                    <a:pt x="1412517" y="4700563"/>
                  </a:lnTo>
                  <a:lnTo>
                    <a:pt x="1412663" y="4700563"/>
                  </a:lnTo>
                  <a:lnTo>
                    <a:pt x="1412808" y="4700563"/>
                  </a:lnTo>
                  <a:lnTo>
                    <a:pt x="1412954" y="4700563"/>
                  </a:lnTo>
                  <a:lnTo>
                    <a:pt x="1413099" y="4700563"/>
                  </a:lnTo>
                  <a:lnTo>
                    <a:pt x="1413244" y="4700563"/>
                  </a:lnTo>
                  <a:lnTo>
                    <a:pt x="1413244" y="4699939"/>
                  </a:lnTo>
                  <a:lnTo>
                    <a:pt x="1413390" y="4699939"/>
                  </a:lnTo>
                  <a:lnTo>
                    <a:pt x="1413535" y="4699939"/>
                  </a:lnTo>
                  <a:lnTo>
                    <a:pt x="1413681" y="4699939"/>
                  </a:lnTo>
                  <a:lnTo>
                    <a:pt x="1413826" y="4699939"/>
                  </a:lnTo>
                  <a:lnTo>
                    <a:pt x="1413826" y="4699316"/>
                  </a:lnTo>
                  <a:lnTo>
                    <a:pt x="1413972" y="4699316"/>
                  </a:lnTo>
                  <a:lnTo>
                    <a:pt x="1414117" y="4699316"/>
                  </a:lnTo>
                  <a:lnTo>
                    <a:pt x="1414262" y="4699316"/>
                  </a:lnTo>
                  <a:lnTo>
                    <a:pt x="1414408" y="4699316"/>
                  </a:lnTo>
                  <a:lnTo>
                    <a:pt x="1414553" y="4699316"/>
                  </a:lnTo>
                  <a:lnTo>
                    <a:pt x="1414699" y="4699316"/>
                  </a:lnTo>
                  <a:lnTo>
                    <a:pt x="1414844" y="4699316"/>
                  </a:lnTo>
                  <a:lnTo>
                    <a:pt x="1414990" y="4699316"/>
                  </a:lnTo>
                  <a:lnTo>
                    <a:pt x="1415135" y="4699316"/>
                  </a:lnTo>
                  <a:lnTo>
                    <a:pt x="1415280" y="4699316"/>
                  </a:lnTo>
                  <a:lnTo>
                    <a:pt x="1415426" y="4699316"/>
                  </a:lnTo>
                  <a:lnTo>
                    <a:pt x="1415571" y="4699316"/>
                  </a:lnTo>
                  <a:lnTo>
                    <a:pt x="1415717" y="4699316"/>
                  </a:lnTo>
                  <a:lnTo>
                    <a:pt x="1415862" y="4699316"/>
                  </a:lnTo>
                  <a:lnTo>
                    <a:pt x="1415862" y="4698692"/>
                  </a:lnTo>
                  <a:lnTo>
                    <a:pt x="1416008" y="4698692"/>
                  </a:lnTo>
                  <a:lnTo>
                    <a:pt x="1416153" y="4698692"/>
                  </a:lnTo>
                  <a:lnTo>
                    <a:pt x="1416298" y="4698692"/>
                  </a:lnTo>
                  <a:lnTo>
                    <a:pt x="1416444" y="4698692"/>
                  </a:lnTo>
                  <a:lnTo>
                    <a:pt x="1416589" y="4698692"/>
                  </a:lnTo>
                  <a:lnTo>
                    <a:pt x="1416735" y="4698692"/>
                  </a:lnTo>
                  <a:lnTo>
                    <a:pt x="1416880" y="4698692"/>
                  </a:lnTo>
                  <a:lnTo>
                    <a:pt x="1417026" y="4698692"/>
                  </a:lnTo>
                  <a:lnTo>
                    <a:pt x="1417171" y="4698692"/>
                  </a:lnTo>
                  <a:lnTo>
                    <a:pt x="1417316" y="4698692"/>
                  </a:lnTo>
                  <a:lnTo>
                    <a:pt x="1417462" y="4698692"/>
                  </a:lnTo>
                  <a:lnTo>
                    <a:pt x="1417607" y="4698692"/>
                  </a:lnTo>
                  <a:lnTo>
                    <a:pt x="1417607" y="4698069"/>
                  </a:lnTo>
                  <a:lnTo>
                    <a:pt x="1417753" y="4698069"/>
                  </a:lnTo>
                  <a:lnTo>
                    <a:pt x="1417898" y="4698069"/>
                  </a:lnTo>
                  <a:lnTo>
                    <a:pt x="1418043" y="4698069"/>
                  </a:lnTo>
                  <a:lnTo>
                    <a:pt x="1418189" y="4698069"/>
                  </a:lnTo>
                  <a:lnTo>
                    <a:pt x="1418334" y="4698069"/>
                  </a:lnTo>
                  <a:lnTo>
                    <a:pt x="1418480" y="4698069"/>
                  </a:lnTo>
                  <a:lnTo>
                    <a:pt x="1418480" y="4697445"/>
                  </a:lnTo>
                  <a:lnTo>
                    <a:pt x="1418480" y="4696822"/>
                  </a:lnTo>
                  <a:lnTo>
                    <a:pt x="1418625" y="4696822"/>
                  </a:lnTo>
                  <a:lnTo>
                    <a:pt x="1418625" y="4696198"/>
                  </a:lnTo>
                  <a:lnTo>
                    <a:pt x="1418771" y="4696198"/>
                  </a:lnTo>
                  <a:lnTo>
                    <a:pt x="1418916" y="4696198"/>
                  </a:lnTo>
                  <a:lnTo>
                    <a:pt x="1419061" y="4696198"/>
                  </a:lnTo>
                  <a:lnTo>
                    <a:pt x="1419207" y="4696198"/>
                  </a:lnTo>
                  <a:lnTo>
                    <a:pt x="1419207" y="4695574"/>
                  </a:lnTo>
                  <a:lnTo>
                    <a:pt x="1419207" y="4694951"/>
                  </a:lnTo>
                  <a:lnTo>
                    <a:pt x="1419207" y="4694327"/>
                  </a:lnTo>
                  <a:lnTo>
                    <a:pt x="1419207" y="4693704"/>
                  </a:lnTo>
                  <a:lnTo>
                    <a:pt x="1419352" y="4693704"/>
                  </a:lnTo>
                  <a:lnTo>
                    <a:pt x="1419498" y="4693704"/>
                  </a:lnTo>
                  <a:lnTo>
                    <a:pt x="1419643" y="4693704"/>
                  </a:lnTo>
                  <a:lnTo>
                    <a:pt x="1419789" y="4693704"/>
                  </a:lnTo>
                  <a:lnTo>
                    <a:pt x="1419934" y="4693704"/>
                  </a:lnTo>
                  <a:lnTo>
                    <a:pt x="1420079" y="4693704"/>
                  </a:lnTo>
                  <a:lnTo>
                    <a:pt x="1420225" y="4693704"/>
                  </a:lnTo>
                  <a:lnTo>
                    <a:pt x="1420370" y="4693704"/>
                  </a:lnTo>
                  <a:lnTo>
                    <a:pt x="1420370" y="4693080"/>
                  </a:lnTo>
                  <a:lnTo>
                    <a:pt x="1420370" y="4692456"/>
                  </a:lnTo>
                  <a:lnTo>
                    <a:pt x="1420516" y="4692456"/>
                  </a:lnTo>
                  <a:lnTo>
                    <a:pt x="1420516" y="4691833"/>
                  </a:lnTo>
                  <a:lnTo>
                    <a:pt x="1420516" y="4691209"/>
                  </a:lnTo>
                  <a:lnTo>
                    <a:pt x="1420661" y="4691209"/>
                  </a:lnTo>
                  <a:lnTo>
                    <a:pt x="1420807" y="4691209"/>
                  </a:lnTo>
                  <a:lnTo>
                    <a:pt x="1420952" y="4691209"/>
                  </a:lnTo>
                  <a:lnTo>
                    <a:pt x="1421097" y="4691209"/>
                  </a:lnTo>
                  <a:lnTo>
                    <a:pt x="1421097" y="4690586"/>
                  </a:lnTo>
                  <a:lnTo>
                    <a:pt x="1421243" y="4690586"/>
                  </a:lnTo>
                  <a:lnTo>
                    <a:pt x="1421388" y="4690586"/>
                  </a:lnTo>
                  <a:lnTo>
                    <a:pt x="1421388" y="4689962"/>
                  </a:lnTo>
                  <a:lnTo>
                    <a:pt x="1421534" y="4689962"/>
                  </a:lnTo>
                  <a:lnTo>
                    <a:pt x="1421534" y="4689339"/>
                  </a:lnTo>
                  <a:lnTo>
                    <a:pt x="1421679" y="4689339"/>
                  </a:lnTo>
                  <a:lnTo>
                    <a:pt x="1421825" y="4689339"/>
                  </a:lnTo>
                  <a:lnTo>
                    <a:pt x="1421970" y="4689339"/>
                  </a:lnTo>
                  <a:lnTo>
                    <a:pt x="1422115" y="4689339"/>
                  </a:lnTo>
                  <a:lnTo>
                    <a:pt x="1422115" y="4688715"/>
                  </a:lnTo>
                  <a:lnTo>
                    <a:pt x="1422261" y="4688715"/>
                  </a:lnTo>
                  <a:lnTo>
                    <a:pt x="1422261" y="4688091"/>
                  </a:lnTo>
                  <a:lnTo>
                    <a:pt x="1422406" y="4688091"/>
                  </a:lnTo>
                  <a:lnTo>
                    <a:pt x="1422406" y="4687468"/>
                  </a:lnTo>
                  <a:lnTo>
                    <a:pt x="1422552" y="4687468"/>
                  </a:lnTo>
                  <a:lnTo>
                    <a:pt x="1422697" y="4687468"/>
                  </a:lnTo>
                  <a:lnTo>
                    <a:pt x="1422697" y="4686844"/>
                  </a:lnTo>
                  <a:lnTo>
                    <a:pt x="1422843" y="4686844"/>
                  </a:lnTo>
                  <a:lnTo>
                    <a:pt x="1422988" y="4686844"/>
                  </a:lnTo>
                  <a:lnTo>
                    <a:pt x="1423133" y="4686844"/>
                  </a:lnTo>
                  <a:lnTo>
                    <a:pt x="1423279" y="4686844"/>
                  </a:lnTo>
                  <a:lnTo>
                    <a:pt x="1423424" y="4686844"/>
                  </a:lnTo>
                  <a:lnTo>
                    <a:pt x="1423570" y="4686844"/>
                  </a:lnTo>
                  <a:lnTo>
                    <a:pt x="1423715" y="4686844"/>
                  </a:lnTo>
                  <a:lnTo>
                    <a:pt x="1423861" y="4686844"/>
                  </a:lnTo>
                  <a:lnTo>
                    <a:pt x="1423861" y="4686221"/>
                  </a:lnTo>
                  <a:lnTo>
                    <a:pt x="1423861" y="4685597"/>
                  </a:lnTo>
                  <a:lnTo>
                    <a:pt x="1424006" y="4685597"/>
                  </a:lnTo>
                  <a:lnTo>
                    <a:pt x="1424151" y="4685597"/>
                  </a:lnTo>
                  <a:lnTo>
                    <a:pt x="1424297" y="4685597"/>
                  </a:lnTo>
                  <a:lnTo>
                    <a:pt x="1424442" y="4685597"/>
                  </a:lnTo>
                  <a:lnTo>
                    <a:pt x="1424442" y="4684973"/>
                  </a:lnTo>
                  <a:lnTo>
                    <a:pt x="1424588" y="4684973"/>
                  </a:lnTo>
                  <a:lnTo>
                    <a:pt x="1424733" y="4684973"/>
                  </a:lnTo>
                  <a:lnTo>
                    <a:pt x="1424878" y="4684973"/>
                  </a:lnTo>
                  <a:lnTo>
                    <a:pt x="1425024" y="4684973"/>
                  </a:lnTo>
                  <a:lnTo>
                    <a:pt x="1425169" y="4684973"/>
                  </a:lnTo>
                  <a:lnTo>
                    <a:pt x="1425315" y="4684973"/>
                  </a:lnTo>
                  <a:lnTo>
                    <a:pt x="1425460" y="4684973"/>
                  </a:lnTo>
                  <a:lnTo>
                    <a:pt x="1425460" y="4684350"/>
                  </a:lnTo>
                  <a:lnTo>
                    <a:pt x="1425606" y="4684350"/>
                  </a:lnTo>
                  <a:lnTo>
                    <a:pt x="1425751" y="4684350"/>
                  </a:lnTo>
                  <a:lnTo>
                    <a:pt x="1425896" y="4684350"/>
                  </a:lnTo>
                  <a:lnTo>
                    <a:pt x="1425896" y="4683726"/>
                  </a:lnTo>
                  <a:lnTo>
                    <a:pt x="1425896" y="4683103"/>
                  </a:lnTo>
                  <a:lnTo>
                    <a:pt x="1425896" y="4682479"/>
                  </a:lnTo>
                  <a:lnTo>
                    <a:pt x="1426042" y="4682479"/>
                  </a:lnTo>
                  <a:lnTo>
                    <a:pt x="1426187" y="4682479"/>
                  </a:lnTo>
                  <a:lnTo>
                    <a:pt x="1426187" y="4681856"/>
                  </a:lnTo>
                  <a:lnTo>
                    <a:pt x="1426333" y="4681856"/>
                  </a:lnTo>
                  <a:lnTo>
                    <a:pt x="1426333" y="4681232"/>
                  </a:lnTo>
                  <a:lnTo>
                    <a:pt x="1426333" y="4680608"/>
                  </a:lnTo>
                  <a:lnTo>
                    <a:pt x="1426478" y="4680608"/>
                  </a:lnTo>
                  <a:lnTo>
                    <a:pt x="1426624" y="4680608"/>
                  </a:lnTo>
                  <a:lnTo>
                    <a:pt x="1426769" y="4680608"/>
                  </a:lnTo>
                  <a:lnTo>
                    <a:pt x="1426914" y="4680608"/>
                  </a:lnTo>
                  <a:lnTo>
                    <a:pt x="1427060" y="4680608"/>
                  </a:lnTo>
                  <a:lnTo>
                    <a:pt x="1427205" y="4680608"/>
                  </a:lnTo>
                  <a:lnTo>
                    <a:pt x="1427351" y="4680608"/>
                  </a:lnTo>
                  <a:lnTo>
                    <a:pt x="1427351" y="4679985"/>
                  </a:lnTo>
                  <a:lnTo>
                    <a:pt x="1427351" y="4679361"/>
                  </a:lnTo>
                  <a:lnTo>
                    <a:pt x="1427351" y="4678738"/>
                  </a:lnTo>
                  <a:lnTo>
                    <a:pt x="1427496" y="4678738"/>
                  </a:lnTo>
                  <a:lnTo>
                    <a:pt x="1427642" y="4678738"/>
                  </a:lnTo>
                  <a:lnTo>
                    <a:pt x="1427787" y="4678738"/>
                  </a:lnTo>
                  <a:lnTo>
                    <a:pt x="1427932" y="4678738"/>
                  </a:lnTo>
                  <a:lnTo>
                    <a:pt x="1428078" y="4678738"/>
                  </a:lnTo>
                  <a:lnTo>
                    <a:pt x="1428223" y="4678738"/>
                  </a:lnTo>
                  <a:lnTo>
                    <a:pt x="1428223" y="4678114"/>
                  </a:lnTo>
                  <a:lnTo>
                    <a:pt x="1428369" y="4678114"/>
                  </a:lnTo>
                  <a:lnTo>
                    <a:pt x="1428514" y="4678114"/>
                  </a:lnTo>
                  <a:lnTo>
                    <a:pt x="1428660" y="4678114"/>
                  </a:lnTo>
                  <a:lnTo>
                    <a:pt x="1428805" y="4678114"/>
                  </a:lnTo>
                  <a:lnTo>
                    <a:pt x="1428950" y="4678114"/>
                  </a:lnTo>
                  <a:lnTo>
                    <a:pt x="1429096" y="4678114"/>
                  </a:lnTo>
                  <a:lnTo>
                    <a:pt x="1429241" y="4678114"/>
                  </a:lnTo>
                  <a:lnTo>
                    <a:pt x="1429387" y="4678114"/>
                  </a:lnTo>
                  <a:lnTo>
                    <a:pt x="1429532" y="4678114"/>
                  </a:lnTo>
                  <a:lnTo>
                    <a:pt x="1429532" y="4677490"/>
                  </a:lnTo>
                  <a:lnTo>
                    <a:pt x="1429678" y="4677490"/>
                  </a:lnTo>
                  <a:lnTo>
                    <a:pt x="1429678" y="4676867"/>
                  </a:lnTo>
                  <a:lnTo>
                    <a:pt x="1429678" y="4676243"/>
                  </a:lnTo>
                  <a:lnTo>
                    <a:pt x="1429823" y="4676243"/>
                  </a:lnTo>
                  <a:lnTo>
                    <a:pt x="1429823" y="4675620"/>
                  </a:lnTo>
                  <a:lnTo>
                    <a:pt x="1429968" y="4675620"/>
                  </a:lnTo>
                  <a:lnTo>
                    <a:pt x="1429968" y="4674996"/>
                  </a:lnTo>
                  <a:lnTo>
                    <a:pt x="1430114" y="4674996"/>
                  </a:lnTo>
                  <a:lnTo>
                    <a:pt x="1430259" y="4674996"/>
                  </a:lnTo>
                  <a:lnTo>
                    <a:pt x="1430405" y="4674996"/>
                  </a:lnTo>
                  <a:lnTo>
                    <a:pt x="1430550" y="4674996"/>
                  </a:lnTo>
                  <a:lnTo>
                    <a:pt x="1430696" y="4674996"/>
                  </a:lnTo>
                  <a:lnTo>
                    <a:pt x="1430841" y="4674996"/>
                  </a:lnTo>
                  <a:lnTo>
                    <a:pt x="1430986" y="4674996"/>
                  </a:lnTo>
                  <a:lnTo>
                    <a:pt x="1430986" y="4674373"/>
                  </a:lnTo>
                  <a:lnTo>
                    <a:pt x="1431132" y="4674373"/>
                  </a:lnTo>
                  <a:lnTo>
                    <a:pt x="1431277" y="4674373"/>
                  </a:lnTo>
                  <a:lnTo>
                    <a:pt x="1431423" y="4674373"/>
                  </a:lnTo>
                  <a:lnTo>
                    <a:pt x="1431568" y="4674373"/>
                  </a:lnTo>
                  <a:lnTo>
                    <a:pt x="1431713" y="4674373"/>
                  </a:lnTo>
                  <a:lnTo>
                    <a:pt x="1431859" y="4674373"/>
                  </a:lnTo>
                  <a:lnTo>
                    <a:pt x="1432004" y="4674373"/>
                  </a:lnTo>
                  <a:lnTo>
                    <a:pt x="1432150" y="4674373"/>
                  </a:lnTo>
                  <a:lnTo>
                    <a:pt x="1432295" y="4674373"/>
                  </a:lnTo>
                  <a:lnTo>
                    <a:pt x="1432441" y="4674373"/>
                  </a:lnTo>
                  <a:lnTo>
                    <a:pt x="1432586" y="4674373"/>
                  </a:lnTo>
                  <a:lnTo>
                    <a:pt x="1432586" y="4673749"/>
                  </a:lnTo>
                  <a:lnTo>
                    <a:pt x="1432731" y="4673749"/>
                  </a:lnTo>
                  <a:lnTo>
                    <a:pt x="1432731" y="4673125"/>
                  </a:lnTo>
                  <a:lnTo>
                    <a:pt x="1432877" y="4673125"/>
                  </a:lnTo>
                  <a:lnTo>
                    <a:pt x="1433022" y="4673125"/>
                  </a:lnTo>
                  <a:lnTo>
                    <a:pt x="1433168" y="4673125"/>
                  </a:lnTo>
                  <a:lnTo>
                    <a:pt x="1433313" y="4673125"/>
                  </a:lnTo>
                  <a:lnTo>
                    <a:pt x="1433459" y="4673125"/>
                  </a:lnTo>
                  <a:lnTo>
                    <a:pt x="1433604" y="4673125"/>
                  </a:lnTo>
                  <a:lnTo>
                    <a:pt x="1433749" y="4673125"/>
                  </a:lnTo>
                  <a:lnTo>
                    <a:pt x="1433895" y="4673125"/>
                  </a:lnTo>
                  <a:lnTo>
                    <a:pt x="1433895" y="4672502"/>
                  </a:lnTo>
                  <a:lnTo>
                    <a:pt x="1433895" y="4671878"/>
                  </a:lnTo>
                  <a:lnTo>
                    <a:pt x="1434040" y="4671878"/>
                  </a:lnTo>
                  <a:lnTo>
                    <a:pt x="1434186" y="4671878"/>
                  </a:lnTo>
                  <a:lnTo>
                    <a:pt x="1434331" y="4671878"/>
                  </a:lnTo>
                  <a:lnTo>
                    <a:pt x="1434477" y="4671878"/>
                  </a:lnTo>
                  <a:lnTo>
                    <a:pt x="1434622" y="4671878"/>
                  </a:lnTo>
                  <a:lnTo>
                    <a:pt x="1434767" y="4671878"/>
                  </a:lnTo>
                  <a:lnTo>
                    <a:pt x="1434913" y="4671878"/>
                  </a:lnTo>
                  <a:lnTo>
                    <a:pt x="1434913" y="4671255"/>
                  </a:lnTo>
                  <a:lnTo>
                    <a:pt x="1435058" y="4671255"/>
                  </a:lnTo>
                  <a:lnTo>
                    <a:pt x="1435204" y="4671255"/>
                  </a:lnTo>
                  <a:lnTo>
                    <a:pt x="1435349" y="4671255"/>
                  </a:lnTo>
                  <a:lnTo>
                    <a:pt x="1435495" y="4671255"/>
                  </a:lnTo>
                  <a:lnTo>
                    <a:pt x="1435640" y="4671255"/>
                  </a:lnTo>
                  <a:lnTo>
                    <a:pt x="1435785" y="4671255"/>
                  </a:lnTo>
                  <a:lnTo>
                    <a:pt x="1435931" y="4671255"/>
                  </a:lnTo>
                  <a:lnTo>
                    <a:pt x="1435931" y="4670631"/>
                  </a:lnTo>
                  <a:lnTo>
                    <a:pt x="1436076" y="4670631"/>
                  </a:lnTo>
                  <a:lnTo>
                    <a:pt x="1436076" y="4670007"/>
                  </a:lnTo>
                  <a:lnTo>
                    <a:pt x="1436222" y="4670007"/>
                  </a:lnTo>
                  <a:lnTo>
                    <a:pt x="1436367" y="4670007"/>
                  </a:lnTo>
                  <a:lnTo>
                    <a:pt x="1436513" y="4670007"/>
                  </a:lnTo>
                  <a:lnTo>
                    <a:pt x="1436658" y="4670007"/>
                  </a:lnTo>
                  <a:lnTo>
                    <a:pt x="1436803" y="4670007"/>
                  </a:lnTo>
                  <a:lnTo>
                    <a:pt x="1436949" y="4670007"/>
                  </a:lnTo>
                  <a:lnTo>
                    <a:pt x="1436949" y="4669384"/>
                  </a:lnTo>
                  <a:lnTo>
                    <a:pt x="1436949" y="4668760"/>
                  </a:lnTo>
                  <a:lnTo>
                    <a:pt x="1437094" y="4668760"/>
                  </a:lnTo>
                  <a:lnTo>
                    <a:pt x="1437240" y="4668760"/>
                  </a:lnTo>
                  <a:lnTo>
                    <a:pt x="1437385" y="4668760"/>
                  </a:lnTo>
                  <a:lnTo>
                    <a:pt x="1437531" y="4668760"/>
                  </a:lnTo>
                  <a:lnTo>
                    <a:pt x="1437676" y="4668760"/>
                  </a:lnTo>
                  <a:lnTo>
                    <a:pt x="1437821" y="4668760"/>
                  </a:lnTo>
                  <a:lnTo>
                    <a:pt x="1437967" y="4668760"/>
                  </a:lnTo>
                  <a:lnTo>
                    <a:pt x="1438112" y="4668760"/>
                  </a:lnTo>
                  <a:lnTo>
                    <a:pt x="1438258" y="4668760"/>
                  </a:lnTo>
                  <a:lnTo>
                    <a:pt x="1438258" y="4668137"/>
                  </a:lnTo>
                  <a:lnTo>
                    <a:pt x="1438403" y="4668137"/>
                  </a:lnTo>
                  <a:lnTo>
                    <a:pt x="1438548" y="4668137"/>
                  </a:lnTo>
                  <a:lnTo>
                    <a:pt x="1438548" y="4667513"/>
                  </a:lnTo>
                  <a:lnTo>
                    <a:pt x="1438548" y="4666890"/>
                  </a:lnTo>
                  <a:lnTo>
                    <a:pt x="1438694" y="4666890"/>
                  </a:lnTo>
                  <a:lnTo>
                    <a:pt x="1438694" y="4666266"/>
                  </a:lnTo>
                  <a:lnTo>
                    <a:pt x="1438839" y="4666266"/>
                  </a:lnTo>
                  <a:lnTo>
                    <a:pt x="1438985" y="4666266"/>
                  </a:lnTo>
                  <a:lnTo>
                    <a:pt x="1438985" y="4665642"/>
                  </a:lnTo>
                  <a:lnTo>
                    <a:pt x="1438985" y="4665019"/>
                  </a:lnTo>
                  <a:lnTo>
                    <a:pt x="1439130" y="4665019"/>
                  </a:lnTo>
                  <a:lnTo>
                    <a:pt x="1439130" y="4664395"/>
                  </a:lnTo>
                  <a:lnTo>
                    <a:pt x="1439276" y="4664395"/>
                  </a:lnTo>
                  <a:lnTo>
                    <a:pt x="1439421" y="4664395"/>
                  </a:lnTo>
                  <a:lnTo>
                    <a:pt x="1439566" y="4664395"/>
                  </a:lnTo>
                  <a:lnTo>
                    <a:pt x="1439712" y="4664395"/>
                  </a:lnTo>
                  <a:lnTo>
                    <a:pt x="1439857" y="4664395"/>
                  </a:lnTo>
                  <a:lnTo>
                    <a:pt x="1439857" y="4663772"/>
                  </a:lnTo>
                  <a:lnTo>
                    <a:pt x="1440003" y="4663772"/>
                  </a:lnTo>
                  <a:lnTo>
                    <a:pt x="1440148" y="4663772"/>
                  </a:lnTo>
                  <a:lnTo>
                    <a:pt x="1440294" y="4663772"/>
                  </a:lnTo>
                  <a:lnTo>
                    <a:pt x="1440439" y="4663772"/>
                  </a:lnTo>
                  <a:lnTo>
                    <a:pt x="1440584" y="4663772"/>
                  </a:lnTo>
                  <a:lnTo>
                    <a:pt x="1440730" y="4663772"/>
                  </a:lnTo>
                  <a:lnTo>
                    <a:pt x="1440875" y="4663772"/>
                  </a:lnTo>
                  <a:lnTo>
                    <a:pt x="1441021" y="4663772"/>
                  </a:lnTo>
                  <a:lnTo>
                    <a:pt x="1441166" y="4663772"/>
                  </a:lnTo>
                  <a:lnTo>
                    <a:pt x="1441312" y="4663772"/>
                  </a:lnTo>
                  <a:lnTo>
                    <a:pt x="1441312" y="4663148"/>
                  </a:lnTo>
                  <a:lnTo>
                    <a:pt x="1441457" y="4663148"/>
                  </a:lnTo>
                  <a:lnTo>
                    <a:pt x="1441602" y="4663148"/>
                  </a:lnTo>
                  <a:lnTo>
                    <a:pt x="1441748" y="4663148"/>
                  </a:lnTo>
                  <a:lnTo>
                    <a:pt x="1441893" y="4663148"/>
                  </a:lnTo>
                  <a:lnTo>
                    <a:pt x="1442039" y="4663148"/>
                  </a:lnTo>
                  <a:lnTo>
                    <a:pt x="1442039" y="4662524"/>
                  </a:lnTo>
                  <a:lnTo>
                    <a:pt x="1442184" y="4662524"/>
                  </a:lnTo>
                  <a:lnTo>
                    <a:pt x="1442330" y="4662524"/>
                  </a:lnTo>
                  <a:lnTo>
                    <a:pt x="1442475" y="4662524"/>
                  </a:lnTo>
                  <a:lnTo>
                    <a:pt x="1442620" y="4662524"/>
                  </a:lnTo>
                  <a:lnTo>
                    <a:pt x="1442766" y="4662524"/>
                  </a:lnTo>
                  <a:lnTo>
                    <a:pt x="1442911" y="4662524"/>
                  </a:lnTo>
                  <a:lnTo>
                    <a:pt x="1443057" y="4662524"/>
                  </a:lnTo>
                  <a:lnTo>
                    <a:pt x="1443202" y="4662524"/>
                  </a:lnTo>
                  <a:lnTo>
                    <a:pt x="1443348" y="4662524"/>
                  </a:lnTo>
                  <a:lnTo>
                    <a:pt x="1443493" y="4662524"/>
                  </a:lnTo>
                  <a:lnTo>
                    <a:pt x="1443638" y="4662524"/>
                  </a:lnTo>
                  <a:lnTo>
                    <a:pt x="1443784" y="4662524"/>
                  </a:lnTo>
                  <a:lnTo>
                    <a:pt x="1443784" y="4661901"/>
                  </a:lnTo>
                  <a:lnTo>
                    <a:pt x="1443929" y="4661901"/>
                  </a:lnTo>
                  <a:lnTo>
                    <a:pt x="1443929" y="4661277"/>
                  </a:lnTo>
                  <a:lnTo>
                    <a:pt x="1444075" y="4661277"/>
                  </a:lnTo>
                  <a:lnTo>
                    <a:pt x="1444220" y="4661277"/>
                  </a:lnTo>
                  <a:lnTo>
                    <a:pt x="1444366" y="4661277"/>
                  </a:lnTo>
                  <a:lnTo>
                    <a:pt x="1444511" y="4661277"/>
                  </a:lnTo>
                  <a:lnTo>
                    <a:pt x="1444656" y="4661277"/>
                  </a:lnTo>
                  <a:lnTo>
                    <a:pt x="1444656" y="4660654"/>
                  </a:lnTo>
                  <a:lnTo>
                    <a:pt x="1444802" y="4660654"/>
                  </a:lnTo>
                  <a:lnTo>
                    <a:pt x="1444947" y="4660654"/>
                  </a:lnTo>
                  <a:lnTo>
                    <a:pt x="1445093" y="4660654"/>
                  </a:lnTo>
                  <a:lnTo>
                    <a:pt x="1445238" y="4660654"/>
                  </a:lnTo>
                  <a:lnTo>
                    <a:pt x="1445383" y="4660654"/>
                  </a:lnTo>
                  <a:lnTo>
                    <a:pt x="1445529" y="4660654"/>
                  </a:lnTo>
                  <a:lnTo>
                    <a:pt x="1445529" y="4660030"/>
                  </a:lnTo>
                  <a:lnTo>
                    <a:pt x="1445674" y="4660030"/>
                  </a:lnTo>
                  <a:lnTo>
                    <a:pt x="1445820" y="4660030"/>
                  </a:lnTo>
                  <a:lnTo>
                    <a:pt x="1445965" y="4660030"/>
                  </a:lnTo>
                  <a:lnTo>
                    <a:pt x="1446111" y="4660030"/>
                  </a:lnTo>
                  <a:lnTo>
                    <a:pt x="1446111" y="4659407"/>
                  </a:lnTo>
                  <a:lnTo>
                    <a:pt x="1446256" y="4659407"/>
                  </a:lnTo>
                  <a:lnTo>
                    <a:pt x="1446401" y="4659407"/>
                  </a:lnTo>
                  <a:lnTo>
                    <a:pt x="1446401" y="4658783"/>
                  </a:lnTo>
                  <a:lnTo>
                    <a:pt x="1446547" y="4658783"/>
                  </a:lnTo>
                  <a:lnTo>
                    <a:pt x="1446692" y="4658783"/>
                  </a:lnTo>
                  <a:lnTo>
                    <a:pt x="1446692" y="4658159"/>
                  </a:lnTo>
                  <a:lnTo>
                    <a:pt x="1446838" y="4658159"/>
                  </a:lnTo>
                  <a:lnTo>
                    <a:pt x="1446983" y="4658159"/>
                  </a:lnTo>
                  <a:lnTo>
                    <a:pt x="1447129" y="4658159"/>
                  </a:lnTo>
                  <a:lnTo>
                    <a:pt x="1447274" y="4658159"/>
                  </a:lnTo>
                  <a:lnTo>
                    <a:pt x="1447419" y="4658159"/>
                  </a:lnTo>
                  <a:lnTo>
                    <a:pt x="1447565" y="4658159"/>
                  </a:lnTo>
                  <a:lnTo>
                    <a:pt x="1447710" y="4658159"/>
                  </a:lnTo>
                  <a:lnTo>
                    <a:pt x="1447856" y="4658159"/>
                  </a:lnTo>
                  <a:lnTo>
                    <a:pt x="1448001" y="4658159"/>
                  </a:lnTo>
                  <a:lnTo>
                    <a:pt x="1448001" y="4657536"/>
                  </a:lnTo>
                  <a:lnTo>
                    <a:pt x="1448147" y="4657536"/>
                  </a:lnTo>
                  <a:lnTo>
                    <a:pt x="1448147" y="4656912"/>
                  </a:lnTo>
                  <a:lnTo>
                    <a:pt x="1448292" y="4656912"/>
                  </a:lnTo>
                  <a:lnTo>
                    <a:pt x="1448292" y="4656289"/>
                  </a:lnTo>
                  <a:lnTo>
                    <a:pt x="1448437" y="4656289"/>
                  </a:lnTo>
                  <a:lnTo>
                    <a:pt x="1448583" y="4656289"/>
                  </a:lnTo>
                  <a:lnTo>
                    <a:pt x="1448728" y="4656289"/>
                  </a:lnTo>
                  <a:lnTo>
                    <a:pt x="1448874" y="4656289"/>
                  </a:lnTo>
                  <a:lnTo>
                    <a:pt x="1449019" y="4656289"/>
                  </a:lnTo>
                  <a:lnTo>
                    <a:pt x="1449165" y="4656289"/>
                  </a:lnTo>
                  <a:lnTo>
                    <a:pt x="1449310" y="4656289"/>
                  </a:lnTo>
                  <a:lnTo>
                    <a:pt x="1449455" y="4656289"/>
                  </a:lnTo>
                  <a:lnTo>
                    <a:pt x="1449601" y="4656289"/>
                  </a:lnTo>
                  <a:lnTo>
                    <a:pt x="1449746" y="4656289"/>
                  </a:lnTo>
                  <a:lnTo>
                    <a:pt x="1449746" y="4655665"/>
                  </a:lnTo>
                  <a:lnTo>
                    <a:pt x="1449892" y="4655665"/>
                  </a:lnTo>
                  <a:lnTo>
                    <a:pt x="1450037" y="4655665"/>
                  </a:lnTo>
                  <a:lnTo>
                    <a:pt x="1450183" y="4655665"/>
                  </a:lnTo>
                  <a:lnTo>
                    <a:pt x="1450328" y="4655665"/>
                  </a:lnTo>
                  <a:lnTo>
                    <a:pt x="1450328" y="4655042"/>
                  </a:lnTo>
                  <a:lnTo>
                    <a:pt x="1450473" y="4655042"/>
                  </a:lnTo>
                  <a:lnTo>
                    <a:pt x="1450619" y="4655042"/>
                  </a:lnTo>
                  <a:lnTo>
                    <a:pt x="1450764" y="4655042"/>
                  </a:lnTo>
                  <a:lnTo>
                    <a:pt x="1450910" y="4655042"/>
                  </a:lnTo>
                  <a:lnTo>
                    <a:pt x="1451055" y="4655042"/>
                  </a:lnTo>
                  <a:lnTo>
                    <a:pt x="1451201" y="4655042"/>
                  </a:lnTo>
                  <a:lnTo>
                    <a:pt x="1451346" y="4655042"/>
                  </a:lnTo>
                  <a:lnTo>
                    <a:pt x="1451491" y="4655042"/>
                  </a:lnTo>
                  <a:lnTo>
                    <a:pt x="1451637" y="4655042"/>
                  </a:lnTo>
                  <a:lnTo>
                    <a:pt x="1451782" y="4655042"/>
                  </a:lnTo>
                  <a:lnTo>
                    <a:pt x="1451782" y="4654418"/>
                  </a:lnTo>
                  <a:lnTo>
                    <a:pt x="1451928" y="4654418"/>
                  </a:lnTo>
                  <a:lnTo>
                    <a:pt x="1452073" y="4654418"/>
                  </a:lnTo>
                  <a:lnTo>
                    <a:pt x="1452218" y="4654418"/>
                  </a:lnTo>
                  <a:lnTo>
                    <a:pt x="1452364" y="4654418"/>
                  </a:lnTo>
                  <a:lnTo>
                    <a:pt x="1452509" y="4654418"/>
                  </a:lnTo>
                  <a:lnTo>
                    <a:pt x="1452655" y="4654418"/>
                  </a:lnTo>
                  <a:lnTo>
                    <a:pt x="1452655" y="4653794"/>
                  </a:lnTo>
                  <a:lnTo>
                    <a:pt x="1452800" y="4653794"/>
                  </a:lnTo>
                  <a:lnTo>
                    <a:pt x="1452946" y="4653794"/>
                  </a:lnTo>
                  <a:lnTo>
                    <a:pt x="1453091" y="4653794"/>
                  </a:lnTo>
                  <a:lnTo>
                    <a:pt x="1453236" y="4653794"/>
                  </a:lnTo>
                  <a:lnTo>
                    <a:pt x="1453382" y="4653794"/>
                  </a:lnTo>
                  <a:lnTo>
                    <a:pt x="1453382" y="4653171"/>
                  </a:lnTo>
                  <a:lnTo>
                    <a:pt x="1453527" y="4653171"/>
                  </a:lnTo>
                  <a:lnTo>
                    <a:pt x="1453673" y="4653171"/>
                  </a:lnTo>
                  <a:lnTo>
                    <a:pt x="1453673" y="4652547"/>
                  </a:lnTo>
                  <a:lnTo>
                    <a:pt x="1453673" y="4651924"/>
                  </a:lnTo>
                  <a:lnTo>
                    <a:pt x="1453818" y="4651924"/>
                  </a:lnTo>
                  <a:lnTo>
                    <a:pt x="1453964" y="4651924"/>
                  </a:lnTo>
                  <a:lnTo>
                    <a:pt x="1453964" y="4651300"/>
                  </a:lnTo>
                  <a:lnTo>
                    <a:pt x="1454109" y="4651300"/>
                  </a:lnTo>
                  <a:lnTo>
                    <a:pt x="1454254" y="4651300"/>
                  </a:lnTo>
                  <a:lnTo>
                    <a:pt x="1454400" y="4651300"/>
                  </a:lnTo>
                  <a:lnTo>
                    <a:pt x="1454400" y="4650676"/>
                  </a:lnTo>
                  <a:lnTo>
                    <a:pt x="1454545" y="4650676"/>
                  </a:lnTo>
                  <a:lnTo>
                    <a:pt x="1454545" y="4650053"/>
                  </a:lnTo>
                  <a:lnTo>
                    <a:pt x="1454691" y="4650053"/>
                  </a:lnTo>
                  <a:lnTo>
                    <a:pt x="1454836" y="4650053"/>
                  </a:lnTo>
                  <a:lnTo>
                    <a:pt x="1454982" y="4650053"/>
                  </a:lnTo>
                  <a:lnTo>
                    <a:pt x="1455127" y="4650053"/>
                  </a:lnTo>
                  <a:lnTo>
                    <a:pt x="1455127" y="4649429"/>
                  </a:lnTo>
                  <a:lnTo>
                    <a:pt x="1455272" y="4649429"/>
                  </a:lnTo>
                  <a:lnTo>
                    <a:pt x="1455418" y="4649429"/>
                  </a:lnTo>
                  <a:lnTo>
                    <a:pt x="1455418" y="4648806"/>
                  </a:lnTo>
                  <a:lnTo>
                    <a:pt x="1455563" y="4648806"/>
                  </a:lnTo>
                  <a:lnTo>
                    <a:pt x="1455709" y="4648806"/>
                  </a:lnTo>
                  <a:lnTo>
                    <a:pt x="1455854" y="4648806"/>
                  </a:lnTo>
                  <a:lnTo>
                    <a:pt x="1456000" y="4648806"/>
                  </a:lnTo>
                  <a:lnTo>
                    <a:pt x="1456145" y="4648806"/>
                  </a:lnTo>
                  <a:lnTo>
                    <a:pt x="1456290" y="4648806"/>
                  </a:lnTo>
                  <a:lnTo>
                    <a:pt x="1456290" y="4648182"/>
                  </a:lnTo>
                  <a:lnTo>
                    <a:pt x="1456290" y="4647559"/>
                  </a:lnTo>
                  <a:lnTo>
                    <a:pt x="1456436" y="4647559"/>
                  </a:lnTo>
                  <a:lnTo>
                    <a:pt x="1456581" y="4647559"/>
                  </a:lnTo>
                  <a:lnTo>
                    <a:pt x="1456581" y="4646935"/>
                  </a:lnTo>
                  <a:lnTo>
                    <a:pt x="1456727" y="4646935"/>
                  </a:lnTo>
                  <a:lnTo>
                    <a:pt x="1456872" y="4646935"/>
                  </a:lnTo>
                  <a:lnTo>
                    <a:pt x="1457018" y="4646935"/>
                  </a:lnTo>
                  <a:lnTo>
                    <a:pt x="1457163" y="4646935"/>
                  </a:lnTo>
                  <a:lnTo>
                    <a:pt x="1457308" y="4646935"/>
                  </a:lnTo>
                  <a:lnTo>
                    <a:pt x="1457454" y="4646935"/>
                  </a:lnTo>
                  <a:lnTo>
                    <a:pt x="1457599" y="4646935"/>
                  </a:lnTo>
                  <a:lnTo>
                    <a:pt x="1457599" y="4646311"/>
                  </a:lnTo>
                  <a:lnTo>
                    <a:pt x="1457599" y="4645688"/>
                  </a:lnTo>
                  <a:lnTo>
                    <a:pt x="1457745" y="4645688"/>
                  </a:lnTo>
                  <a:lnTo>
                    <a:pt x="1457890" y="4645688"/>
                  </a:lnTo>
                  <a:lnTo>
                    <a:pt x="1458036" y="4645688"/>
                  </a:lnTo>
                  <a:lnTo>
                    <a:pt x="1458181" y="4645688"/>
                  </a:lnTo>
                  <a:lnTo>
                    <a:pt x="1458326" y="4645688"/>
                  </a:lnTo>
                  <a:lnTo>
                    <a:pt x="1458472" y="4645688"/>
                  </a:lnTo>
                  <a:lnTo>
                    <a:pt x="1458617" y="4645688"/>
                  </a:lnTo>
                  <a:lnTo>
                    <a:pt x="1458617" y="4645064"/>
                  </a:lnTo>
                  <a:lnTo>
                    <a:pt x="1458763" y="4645064"/>
                  </a:lnTo>
                  <a:lnTo>
                    <a:pt x="1458763" y="4644441"/>
                  </a:lnTo>
                  <a:lnTo>
                    <a:pt x="1458908" y="4644441"/>
                  </a:lnTo>
                  <a:lnTo>
                    <a:pt x="1458908" y="4643817"/>
                  </a:lnTo>
                  <a:lnTo>
                    <a:pt x="1458908" y="4643193"/>
                  </a:lnTo>
                  <a:lnTo>
                    <a:pt x="1459053" y="4643193"/>
                  </a:lnTo>
                  <a:lnTo>
                    <a:pt x="1459199" y="4643193"/>
                  </a:lnTo>
                  <a:lnTo>
                    <a:pt x="1459344" y="4643193"/>
                  </a:lnTo>
                  <a:lnTo>
                    <a:pt x="1459490" y="4643193"/>
                  </a:lnTo>
                  <a:lnTo>
                    <a:pt x="1459635" y="4643193"/>
                  </a:lnTo>
                  <a:lnTo>
                    <a:pt x="1459781" y="4643193"/>
                  </a:lnTo>
                  <a:lnTo>
                    <a:pt x="1459926" y="4643193"/>
                  </a:lnTo>
                  <a:lnTo>
                    <a:pt x="1459926" y="4642570"/>
                  </a:lnTo>
                  <a:lnTo>
                    <a:pt x="1460071" y="4642570"/>
                  </a:lnTo>
                  <a:lnTo>
                    <a:pt x="1460217" y="4642570"/>
                  </a:lnTo>
                  <a:lnTo>
                    <a:pt x="1460362" y="4642570"/>
                  </a:lnTo>
                  <a:lnTo>
                    <a:pt x="1460508" y="4642570"/>
                  </a:lnTo>
                  <a:lnTo>
                    <a:pt x="1460653" y="4642570"/>
                  </a:lnTo>
                  <a:lnTo>
                    <a:pt x="1460653" y="4641946"/>
                  </a:lnTo>
                  <a:lnTo>
                    <a:pt x="1460799" y="4641946"/>
                  </a:lnTo>
                  <a:lnTo>
                    <a:pt x="1460944" y="4641946"/>
                  </a:lnTo>
                  <a:lnTo>
                    <a:pt x="1461089" y="4641946"/>
                  </a:lnTo>
                  <a:lnTo>
                    <a:pt x="1461235" y="4641946"/>
                  </a:lnTo>
                  <a:lnTo>
                    <a:pt x="1461380" y="4641946"/>
                  </a:lnTo>
                  <a:lnTo>
                    <a:pt x="1461526" y="4641946"/>
                  </a:lnTo>
                  <a:lnTo>
                    <a:pt x="1461671" y="4641946"/>
                  </a:lnTo>
                  <a:lnTo>
                    <a:pt x="1461671" y="4641323"/>
                  </a:lnTo>
                  <a:lnTo>
                    <a:pt x="1461817" y="4641323"/>
                  </a:lnTo>
                  <a:lnTo>
                    <a:pt x="1461962" y="4641323"/>
                  </a:lnTo>
                  <a:lnTo>
                    <a:pt x="1462107" y="4641323"/>
                  </a:lnTo>
                  <a:lnTo>
                    <a:pt x="1462253" y="4641323"/>
                  </a:lnTo>
                  <a:lnTo>
                    <a:pt x="1462253" y="4640699"/>
                  </a:lnTo>
                  <a:lnTo>
                    <a:pt x="1462398" y="4640699"/>
                  </a:lnTo>
                  <a:lnTo>
                    <a:pt x="1462544" y="4640699"/>
                  </a:lnTo>
                  <a:lnTo>
                    <a:pt x="1462544" y="4640076"/>
                  </a:lnTo>
                  <a:lnTo>
                    <a:pt x="1462689" y="4640076"/>
                  </a:lnTo>
                  <a:lnTo>
                    <a:pt x="1462835" y="4640076"/>
                  </a:lnTo>
                  <a:lnTo>
                    <a:pt x="1462980" y="4640076"/>
                  </a:lnTo>
                  <a:lnTo>
                    <a:pt x="1463125" y="4640076"/>
                  </a:lnTo>
                  <a:lnTo>
                    <a:pt x="1463271" y="4640076"/>
                  </a:lnTo>
                  <a:lnTo>
                    <a:pt x="1463271" y="4639452"/>
                  </a:lnTo>
                  <a:lnTo>
                    <a:pt x="1463416" y="4639452"/>
                  </a:lnTo>
                  <a:lnTo>
                    <a:pt x="1463562" y="4639452"/>
                  </a:lnTo>
                  <a:lnTo>
                    <a:pt x="1463707" y="4639452"/>
                  </a:lnTo>
                  <a:lnTo>
                    <a:pt x="1463707" y="4638828"/>
                  </a:lnTo>
                  <a:lnTo>
                    <a:pt x="1463853" y="4638828"/>
                  </a:lnTo>
                  <a:lnTo>
                    <a:pt x="1463998" y="4638828"/>
                  </a:lnTo>
                  <a:lnTo>
                    <a:pt x="1464143" y="4638828"/>
                  </a:lnTo>
                  <a:lnTo>
                    <a:pt x="1464289" y="4638828"/>
                  </a:lnTo>
                  <a:lnTo>
                    <a:pt x="1464434" y="4638828"/>
                  </a:lnTo>
                  <a:lnTo>
                    <a:pt x="1464580" y="4638828"/>
                  </a:lnTo>
                  <a:lnTo>
                    <a:pt x="1464725" y="4638828"/>
                  </a:lnTo>
                  <a:lnTo>
                    <a:pt x="1464725" y="4638205"/>
                  </a:lnTo>
                  <a:lnTo>
                    <a:pt x="1464871" y="4638205"/>
                  </a:lnTo>
                  <a:lnTo>
                    <a:pt x="1465016" y="4638205"/>
                  </a:lnTo>
                  <a:lnTo>
                    <a:pt x="1465161" y="4638205"/>
                  </a:lnTo>
                  <a:lnTo>
                    <a:pt x="1465307" y="4638205"/>
                  </a:lnTo>
                  <a:lnTo>
                    <a:pt x="1465452" y="4638205"/>
                  </a:lnTo>
                  <a:lnTo>
                    <a:pt x="1465452" y="4637581"/>
                  </a:lnTo>
                  <a:lnTo>
                    <a:pt x="1465452" y="4636958"/>
                  </a:lnTo>
                  <a:lnTo>
                    <a:pt x="1465598" y="4636958"/>
                  </a:lnTo>
                  <a:lnTo>
                    <a:pt x="1465743" y="4636958"/>
                  </a:lnTo>
                  <a:lnTo>
                    <a:pt x="1465888" y="4636958"/>
                  </a:lnTo>
                  <a:lnTo>
                    <a:pt x="1466034" y="4636958"/>
                  </a:lnTo>
                  <a:lnTo>
                    <a:pt x="1466179" y="4636958"/>
                  </a:lnTo>
                  <a:lnTo>
                    <a:pt x="1466325" y="4636958"/>
                  </a:lnTo>
                  <a:lnTo>
                    <a:pt x="1466325" y="4636334"/>
                  </a:lnTo>
                  <a:lnTo>
                    <a:pt x="1466325" y="4635710"/>
                  </a:lnTo>
                  <a:lnTo>
                    <a:pt x="1466470" y="4635710"/>
                  </a:lnTo>
                  <a:lnTo>
                    <a:pt x="1466616" y="4635710"/>
                  </a:lnTo>
                  <a:lnTo>
                    <a:pt x="1466761" y="4635710"/>
                  </a:lnTo>
                  <a:lnTo>
                    <a:pt x="1466906" y="4635710"/>
                  </a:lnTo>
                  <a:lnTo>
                    <a:pt x="1467052" y="4635710"/>
                  </a:lnTo>
                  <a:lnTo>
                    <a:pt x="1467197" y="4635710"/>
                  </a:lnTo>
                  <a:lnTo>
                    <a:pt x="1467343" y="4635710"/>
                  </a:lnTo>
                  <a:lnTo>
                    <a:pt x="1467343" y="4635087"/>
                  </a:lnTo>
                  <a:lnTo>
                    <a:pt x="1467488" y="4635087"/>
                  </a:lnTo>
                  <a:lnTo>
                    <a:pt x="1467634" y="4635087"/>
                  </a:lnTo>
                  <a:lnTo>
                    <a:pt x="1467779" y="4635087"/>
                  </a:lnTo>
                  <a:lnTo>
                    <a:pt x="1467924" y="4635087"/>
                  </a:lnTo>
                  <a:lnTo>
                    <a:pt x="1468070" y="4635087"/>
                  </a:lnTo>
                  <a:lnTo>
                    <a:pt x="1468215" y="4635087"/>
                  </a:lnTo>
                  <a:lnTo>
                    <a:pt x="1468361" y="4635087"/>
                  </a:lnTo>
                  <a:lnTo>
                    <a:pt x="1468361" y="4634463"/>
                  </a:lnTo>
                  <a:lnTo>
                    <a:pt x="1468506" y="4634463"/>
                  </a:lnTo>
                  <a:lnTo>
                    <a:pt x="1468652" y="4634463"/>
                  </a:lnTo>
                  <a:lnTo>
                    <a:pt x="1468797" y="4634463"/>
                  </a:lnTo>
                  <a:lnTo>
                    <a:pt x="1468942" y="4634463"/>
                  </a:lnTo>
                  <a:lnTo>
                    <a:pt x="1469088" y="4634463"/>
                  </a:lnTo>
                  <a:lnTo>
                    <a:pt x="1469233" y="4634463"/>
                  </a:lnTo>
                  <a:lnTo>
                    <a:pt x="1469379" y="4634463"/>
                  </a:lnTo>
                  <a:lnTo>
                    <a:pt x="1469524" y="4634463"/>
                  </a:lnTo>
                  <a:lnTo>
                    <a:pt x="1469670" y="4634463"/>
                  </a:lnTo>
                  <a:lnTo>
                    <a:pt x="1469815" y="4634463"/>
                  </a:lnTo>
                  <a:lnTo>
                    <a:pt x="1469960" y="4634463"/>
                  </a:lnTo>
                  <a:lnTo>
                    <a:pt x="1470106" y="4634463"/>
                  </a:lnTo>
                  <a:lnTo>
                    <a:pt x="1470251" y="4634463"/>
                  </a:lnTo>
                  <a:lnTo>
                    <a:pt x="1470397" y="4634463"/>
                  </a:lnTo>
                  <a:lnTo>
                    <a:pt x="1470542" y="4634463"/>
                  </a:lnTo>
                  <a:lnTo>
                    <a:pt x="1470542" y="4633840"/>
                  </a:lnTo>
                  <a:lnTo>
                    <a:pt x="1470542" y="4633216"/>
                  </a:lnTo>
                  <a:lnTo>
                    <a:pt x="1470688" y="4633216"/>
                  </a:lnTo>
                  <a:lnTo>
                    <a:pt x="1470833" y="4633216"/>
                  </a:lnTo>
                  <a:lnTo>
                    <a:pt x="1470833" y="4632593"/>
                  </a:lnTo>
                  <a:lnTo>
                    <a:pt x="1470978" y="4632593"/>
                  </a:lnTo>
                  <a:lnTo>
                    <a:pt x="1471124" y="4632593"/>
                  </a:lnTo>
                  <a:lnTo>
                    <a:pt x="1471124" y="4631969"/>
                  </a:lnTo>
                  <a:lnTo>
                    <a:pt x="1471269" y="4631969"/>
                  </a:lnTo>
                  <a:lnTo>
                    <a:pt x="1471415" y="4631969"/>
                  </a:lnTo>
                  <a:lnTo>
                    <a:pt x="1471560" y="4631969"/>
                  </a:lnTo>
                  <a:lnTo>
                    <a:pt x="1471706" y="4631969"/>
                  </a:lnTo>
                  <a:lnTo>
                    <a:pt x="1471851" y="4631969"/>
                  </a:lnTo>
                  <a:lnTo>
                    <a:pt x="1471996" y="4631969"/>
                  </a:lnTo>
                  <a:lnTo>
                    <a:pt x="1472142" y="4631969"/>
                  </a:lnTo>
                  <a:lnTo>
                    <a:pt x="1472142" y="4631345"/>
                  </a:lnTo>
                  <a:lnTo>
                    <a:pt x="1472287" y="4631345"/>
                  </a:lnTo>
                  <a:lnTo>
                    <a:pt x="1472433" y="4631345"/>
                  </a:lnTo>
                  <a:lnTo>
                    <a:pt x="1472578" y="4631345"/>
                  </a:lnTo>
                  <a:lnTo>
                    <a:pt x="1472723" y="4631345"/>
                  </a:lnTo>
                  <a:lnTo>
                    <a:pt x="1472869" y="4631345"/>
                  </a:lnTo>
                  <a:lnTo>
                    <a:pt x="1473014" y="4631345"/>
                  </a:lnTo>
                  <a:lnTo>
                    <a:pt x="1473160" y="4631345"/>
                  </a:lnTo>
                  <a:lnTo>
                    <a:pt x="1473305" y="4631345"/>
                  </a:lnTo>
                  <a:lnTo>
                    <a:pt x="1473451" y="4631345"/>
                  </a:lnTo>
                  <a:lnTo>
                    <a:pt x="1473596" y="4631345"/>
                  </a:lnTo>
                  <a:lnTo>
                    <a:pt x="1473741" y="4631345"/>
                  </a:lnTo>
                  <a:lnTo>
                    <a:pt x="1473887" y="4631345"/>
                  </a:lnTo>
                  <a:lnTo>
                    <a:pt x="1474032" y="4631345"/>
                  </a:lnTo>
                  <a:lnTo>
                    <a:pt x="1474178" y="4631345"/>
                  </a:lnTo>
                  <a:lnTo>
                    <a:pt x="1474323" y="4631345"/>
                  </a:lnTo>
                  <a:lnTo>
                    <a:pt x="1474469" y="4631345"/>
                  </a:lnTo>
                  <a:lnTo>
                    <a:pt x="1474614" y="4631345"/>
                  </a:lnTo>
                  <a:lnTo>
                    <a:pt x="1474759" y="4631345"/>
                  </a:lnTo>
                  <a:lnTo>
                    <a:pt x="1474905" y="4631345"/>
                  </a:lnTo>
                  <a:lnTo>
                    <a:pt x="1474905" y="4630722"/>
                  </a:lnTo>
                  <a:lnTo>
                    <a:pt x="1474905" y="4630098"/>
                  </a:lnTo>
                  <a:lnTo>
                    <a:pt x="1475050" y="4630098"/>
                  </a:lnTo>
                  <a:lnTo>
                    <a:pt x="1475196" y="4630098"/>
                  </a:lnTo>
                  <a:lnTo>
                    <a:pt x="1475196" y="4629475"/>
                  </a:lnTo>
                  <a:lnTo>
                    <a:pt x="1475341" y="4629475"/>
                  </a:lnTo>
                  <a:lnTo>
                    <a:pt x="1475487" y="4629475"/>
                  </a:lnTo>
                  <a:lnTo>
                    <a:pt x="1475632" y="4629475"/>
                  </a:lnTo>
                  <a:lnTo>
                    <a:pt x="1475777" y="4629475"/>
                  </a:lnTo>
                  <a:lnTo>
                    <a:pt x="1475923" y="4629475"/>
                  </a:lnTo>
                  <a:lnTo>
                    <a:pt x="1476068" y="4629475"/>
                  </a:lnTo>
                  <a:lnTo>
                    <a:pt x="1476214" y="4629475"/>
                  </a:lnTo>
                  <a:lnTo>
                    <a:pt x="1476359" y="4629475"/>
                  </a:lnTo>
                  <a:lnTo>
                    <a:pt x="1476505" y="4629475"/>
                  </a:lnTo>
                  <a:lnTo>
                    <a:pt x="1476650" y="4629475"/>
                  </a:lnTo>
                  <a:lnTo>
                    <a:pt x="1476795" y="4629475"/>
                  </a:lnTo>
                  <a:lnTo>
                    <a:pt x="1476941" y="4629475"/>
                  </a:lnTo>
                  <a:lnTo>
                    <a:pt x="1477086" y="4629475"/>
                  </a:lnTo>
                  <a:lnTo>
                    <a:pt x="1477086" y="4628851"/>
                  </a:lnTo>
                  <a:lnTo>
                    <a:pt x="1477232" y="4628851"/>
                  </a:lnTo>
                  <a:lnTo>
                    <a:pt x="1477377" y="4628851"/>
                  </a:lnTo>
                  <a:lnTo>
                    <a:pt x="1477523" y="4628851"/>
                  </a:lnTo>
                  <a:lnTo>
                    <a:pt x="1477668" y="4628851"/>
                  </a:lnTo>
                  <a:lnTo>
                    <a:pt x="1477813" y="4628851"/>
                  </a:lnTo>
                  <a:lnTo>
                    <a:pt x="1477959" y="4628851"/>
                  </a:lnTo>
                  <a:lnTo>
                    <a:pt x="1477959" y="4628227"/>
                  </a:lnTo>
                  <a:lnTo>
                    <a:pt x="1477959" y="4627604"/>
                  </a:lnTo>
                  <a:lnTo>
                    <a:pt x="1478104" y="4627604"/>
                  </a:lnTo>
                  <a:lnTo>
                    <a:pt x="1478250" y="4627604"/>
                  </a:lnTo>
                  <a:lnTo>
                    <a:pt x="1478395" y="4627604"/>
                  </a:lnTo>
                  <a:lnTo>
                    <a:pt x="1478541" y="4627604"/>
                  </a:lnTo>
                  <a:lnTo>
                    <a:pt x="1478686" y="4627604"/>
                  </a:lnTo>
                  <a:lnTo>
                    <a:pt x="1478831" y="4627604"/>
                  </a:lnTo>
                  <a:lnTo>
                    <a:pt x="1478831" y="4626980"/>
                  </a:lnTo>
                  <a:lnTo>
                    <a:pt x="1478977" y="4626980"/>
                  </a:lnTo>
                  <a:lnTo>
                    <a:pt x="1479122" y="4626980"/>
                  </a:lnTo>
                  <a:lnTo>
                    <a:pt x="1479268" y="4626980"/>
                  </a:lnTo>
                  <a:lnTo>
                    <a:pt x="1479413" y="4626980"/>
                  </a:lnTo>
                  <a:lnTo>
                    <a:pt x="1479558" y="4626980"/>
                  </a:lnTo>
                  <a:lnTo>
                    <a:pt x="1479558" y="4626357"/>
                  </a:lnTo>
                  <a:lnTo>
                    <a:pt x="1479704" y="4626357"/>
                  </a:lnTo>
                  <a:lnTo>
                    <a:pt x="1479849" y="4626357"/>
                  </a:lnTo>
                  <a:lnTo>
                    <a:pt x="1479995" y="4626357"/>
                  </a:lnTo>
                  <a:lnTo>
                    <a:pt x="1480140" y="4626357"/>
                  </a:lnTo>
                  <a:lnTo>
                    <a:pt x="1480286" y="4626357"/>
                  </a:lnTo>
                  <a:lnTo>
                    <a:pt x="1480286" y="4625733"/>
                  </a:lnTo>
                  <a:lnTo>
                    <a:pt x="1480286" y="4625110"/>
                  </a:lnTo>
                  <a:lnTo>
                    <a:pt x="1480431" y="4625110"/>
                  </a:lnTo>
                  <a:lnTo>
                    <a:pt x="1480576" y="4625110"/>
                  </a:lnTo>
                  <a:lnTo>
                    <a:pt x="1480722" y="4625110"/>
                  </a:lnTo>
                  <a:lnTo>
                    <a:pt x="1480722" y="4624486"/>
                  </a:lnTo>
                  <a:lnTo>
                    <a:pt x="1480867" y="4624486"/>
                  </a:lnTo>
                  <a:lnTo>
                    <a:pt x="1481013" y="4624486"/>
                  </a:lnTo>
                  <a:lnTo>
                    <a:pt x="1481158" y="4624486"/>
                  </a:lnTo>
                  <a:lnTo>
                    <a:pt x="1481158" y="4623862"/>
                  </a:lnTo>
                  <a:lnTo>
                    <a:pt x="1481158" y="4623239"/>
                  </a:lnTo>
                  <a:lnTo>
                    <a:pt x="1481304" y="4623239"/>
                  </a:lnTo>
                  <a:lnTo>
                    <a:pt x="1481449" y="4623239"/>
                  </a:lnTo>
                  <a:lnTo>
                    <a:pt x="1481594" y="4623239"/>
                  </a:lnTo>
                  <a:lnTo>
                    <a:pt x="1481740" y="4623239"/>
                  </a:lnTo>
                  <a:lnTo>
                    <a:pt x="1481885" y="4623239"/>
                  </a:lnTo>
                  <a:lnTo>
                    <a:pt x="1482031" y="4623239"/>
                  </a:lnTo>
                  <a:lnTo>
                    <a:pt x="1482176" y="4623239"/>
                  </a:lnTo>
                  <a:lnTo>
                    <a:pt x="1482322" y="4623239"/>
                  </a:lnTo>
                  <a:lnTo>
                    <a:pt x="1482467" y="4623239"/>
                  </a:lnTo>
                  <a:lnTo>
                    <a:pt x="1482612" y="4623239"/>
                  </a:lnTo>
                  <a:lnTo>
                    <a:pt x="1482758" y="4623239"/>
                  </a:lnTo>
                  <a:lnTo>
                    <a:pt x="1482903" y="4623239"/>
                  </a:lnTo>
                  <a:lnTo>
                    <a:pt x="1483049" y="4623239"/>
                  </a:lnTo>
                  <a:lnTo>
                    <a:pt x="1483194" y="4623239"/>
                  </a:lnTo>
                  <a:lnTo>
                    <a:pt x="1483340" y="4623239"/>
                  </a:lnTo>
                  <a:lnTo>
                    <a:pt x="1483485" y="4623239"/>
                  </a:lnTo>
                  <a:lnTo>
                    <a:pt x="1483630" y="4623239"/>
                  </a:lnTo>
                  <a:lnTo>
                    <a:pt x="1483776" y="4623239"/>
                  </a:lnTo>
                  <a:lnTo>
                    <a:pt x="1483921" y="4623239"/>
                  </a:lnTo>
                  <a:lnTo>
                    <a:pt x="1484067" y="4623239"/>
                  </a:lnTo>
                  <a:lnTo>
                    <a:pt x="1484212" y="4623239"/>
                  </a:lnTo>
                  <a:lnTo>
                    <a:pt x="1484358" y="4623239"/>
                  </a:lnTo>
                  <a:lnTo>
                    <a:pt x="1484503" y="4623239"/>
                  </a:lnTo>
                  <a:lnTo>
                    <a:pt x="1484648" y="4623239"/>
                  </a:lnTo>
                  <a:lnTo>
                    <a:pt x="1484794" y="4623239"/>
                  </a:lnTo>
                  <a:lnTo>
                    <a:pt x="1484939" y="4623239"/>
                  </a:lnTo>
                  <a:lnTo>
                    <a:pt x="1485085" y="4623239"/>
                  </a:lnTo>
                  <a:lnTo>
                    <a:pt x="1485230" y="4623239"/>
                  </a:lnTo>
                  <a:lnTo>
                    <a:pt x="1485375" y="4623239"/>
                  </a:lnTo>
                  <a:lnTo>
                    <a:pt x="1485521" y="4623239"/>
                  </a:lnTo>
                  <a:lnTo>
                    <a:pt x="1485666" y="4623239"/>
                  </a:lnTo>
                  <a:lnTo>
                    <a:pt x="1485812" y="4623239"/>
                  </a:lnTo>
                  <a:lnTo>
                    <a:pt x="1485812" y="4622615"/>
                  </a:lnTo>
                  <a:lnTo>
                    <a:pt x="1485957" y="4622615"/>
                  </a:lnTo>
                  <a:lnTo>
                    <a:pt x="1486103" y="4622615"/>
                  </a:lnTo>
                  <a:lnTo>
                    <a:pt x="1486248" y="4622615"/>
                  </a:lnTo>
                  <a:lnTo>
                    <a:pt x="1486393" y="4622615"/>
                  </a:lnTo>
                  <a:lnTo>
                    <a:pt x="1486393" y="4621992"/>
                  </a:lnTo>
                  <a:lnTo>
                    <a:pt x="1486539" y="4621992"/>
                  </a:lnTo>
                  <a:lnTo>
                    <a:pt x="1486684" y="4621992"/>
                  </a:lnTo>
                  <a:lnTo>
                    <a:pt x="1486830" y="4621992"/>
                  </a:lnTo>
                  <a:lnTo>
                    <a:pt x="1486975" y="4621992"/>
                  </a:lnTo>
                  <a:lnTo>
                    <a:pt x="1487121" y="4621992"/>
                  </a:lnTo>
                  <a:lnTo>
                    <a:pt x="1487266" y="4621992"/>
                  </a:lnTo>
                  <a:lnTo>
                    <a:pt x="1487266" y="4621368"/>
                  </a:lnTo>
                  <a:lnTo>
                    <a:pt x="1487411" y="4621368"/>
                  </a:lnTo>
                  <a:lnTo>
                    <a:pt x="1487557" y="4621368"/>
                  </a:lnTo>
                  <a:lnTo>
                    <a:pt x="1487702" y="4621368"/>
                  </a:lnTo>
                  <a:lnTo>
                    <a:pt x="1487702" y="4620744"/>
                  </a:lnTo>
                  <a:lnTo>
                    <a:pt x="1487848" y="4620744"/>
                  </a:lnTo>
                  <a:lnTo>
                    <a:pt x="1487993" y="4620744"/>
                  </a:lnTo>
                  <a:lnTo>
                    <a:pt x="1488139" y="4620744"/>
                  </a:lnTo>
                  <a:lnTo>
                    <a:pt x="1488284" y="4620744"/>
                  </a:lnTo>
                  <a:lnTo>
                    <a:pt x="1488429" y="4620744"/>
                  </a:lnTo>
                  <a:lnTo>
                    <a:pt x="1488575" y="4620744"/>
                  </a:lnTo>
                  <a:lnTo>
                    <a:pt x="1488720" y="4620744"/>
                  </a:lnTo>
                  <a:lnTo>
                    <a:pt x="1488866" y="4620744"/>
                  </a:lnTo>
                  <a:lnTo>
                    <a:pt x="1488866" y="4620121"/>
                  </a:lnTo>
                  <a:lnTo>
                    <a:pt x="1489011" y="4620121"/>
                  </a:lnTo>
                  <a:lnTo>
                    <a:pt x="1489157" y="4620121"/>
                  </a:lnTo>
                  <a:lnTo>
                    <a:pt x="1489302" y="4620121"/>
                  </a:lnTo>
                  <a:lnTo>
                    <a:pt x="1489302" y="4619497"/>
                  </a:lnTo>
                  <a:lnTo>
                    <a:pt x="1489302" y="4618874"/>
                  </a:lnTo>
                  <a:lnTo>
                    <a:pt x="1489447" y="4618874"/>
                  </a:lnTo>
                  <a:lnTo>
                    <a:pt x="1489593" y="4618874"/>
                  </a:lnTo>
                  <a:lnTo>
                    <a:pt x="1489738" y="4618874"/>
                  </a:lnTo>
                  <a:lnTo>
                    <a:pt x="1489884" y="4618874"/>
                  </a:lnTo>
                  <a:lnTo>
                    <a:pt x="1489884" y="4618250"/>
                  </a:lnTo>
                  <a:lnTo>
                    <a:pt x="1490029" y="4618250"/>
                  </a:lnTo>
                  <a:lnTo>
                    <a:pt x="1490175" y="4618250"/>
                  </a:lnTo>
                  <a:lnTo>
                    <a:pt x="1490175" y="4617627"/>
                  </a:lnTo>
                  <a:lnTo>
                    <a:pt x="1490320" y="4617627"/>
                  </a:lnTo>
                  <a:lnTo>
                    <a:pt x="1490465" y="4617627"/>
                  </a:lnTo>
                  <a:lnTo>
                    <a:pt x="1490611" y="4617627"/>
                  </a:lnTo>
                  <a:lnTo>
                    <a:pt x="1490611" y="4617003"/>
                  </a:lnTo>
                  <a:lnTo>
                    <a:pt x="1490756" y="4617003"/>
                  </a:lnTo>
                  <a:lnTo>
                    <a:pt x="1490902" y="4617003"/>
                  </a:lnTo>
                  <a:lnTo>
                    <a:pt x="1491047" y="4617003"/>
                  </a:lnTo>
                  <a:lnTo>
                    <a:pt x="1491193" y="4617003"/>
                  </a:lnTo>
                  <a:lnTo>
                    <a:pt x="1491338" y="4617003"/>
                  </a:lnTo>
                  <a:lnTo>
                    <a:pt x="1491338" y="4616379"/>
                  </a:lnTo>
                  <a:lnTo>
                    <a:pt x="1491483" y="4616379"/>
                  </a:lnTo>
                  <a:lnTo>
                    <a:pt x="1491483" y="4615756"/>
                  </a:lnTo>
                  <a:lnTo>
                    <a:pt x="1491629" y="4615756"/>
                  </a:lnTo>
                  <a:lnTo>
                    <a:pt x="1491774" y="4615756"/>
                  </a:lnTo>
                  <a:lnTo>
                    <a:pt x="1491920" y="4615756"/>
                  </a:lnTo>
                  <a:lnTo>
                    <a:pt x="1491920" y="4615132"/>
                  </a:lnTo>
                  <a:lnTo>
                    <a:pt x="1492065" y="4615132"/>
                  </a:lnTo>
                  <a:lnTo>
                    <a:pt x="1492210" y="4615132"/>
                  </a:lnTo>
                  <a:lnTo>
                    <a:pt x="1492356" y="4615132"/>
                  </a:lnTo>
                  <a:lnTo>
                    <a:pt x="1492356" y="4614509"/>
                  </a:lnTo>
                  <a:lnTo>
                    <a:pt x="1492501" y="4614509"/>
                  </a:lnTo>
                  <a:lnTo>
                    <a:pt x="1492647" y="4614509"/>
                  </a:lnTo>
                  <a:lnTo>
                    <a:pt x="1492792" y="4614509"/>
                  </a:lnTo>
                  <a:lnTo>
                    <a:pt x="1492792" y="4613885"/>
                  </a:lnTo>
                  <a:lnTo>
                    <a:pt x="1492938" y="4613885"/>
                  </a:lnTo>
                  <a:lnTo>
                    <a:pt x="1493083" y="4613885"/>
                  </a:lnTo>
                  <a:lnTo>
                    <a:pt x="1493228" y="4613885"/>
                  </a:lnTo>
                  <a:lnTo>
                    <a:pt x="1493228" y="4613261"/>
                  </a:lnTo>
                  <a:lnTo>
                    <a:pt x="1493228" y="4612638"/>
                  </a:lnTo>
                  <a:lnTo>
                    <a:pt x="1493374" y="4612638"/>
                  </a:lnTo>
                  <a:lnTo>
                    <a:pt x="1493519" y="4612638"/>
                  </a:lnTo>
                  <a:lnTo>
                    <a:pt x="1493665" y="4612638"/>
                  </a:lnTo>
                  <a:lnTo>
                    <a:pt x="1493810" y="4612638"/>
                  </a:lnTo>
                  <a:lnTo>
                    <a:pt x="1493956" y="4612638"/>
                  </a:lnTo>
                  <a:lnTo>
                    <a:pt x="1494101" y="4612638"/>
                  </a:lnTo>
                  <a:lnTo>
                    <a:pt x="1494246" y="4612638"/>
                  </a:lnTo>
                  <a:lnTo>
                    <a:pt x="1494392" y="4612638"/>
                  </a:lnTo>
                  <a:lnTo>
                    <a:pt x="1494537" y="4612638"/>
                  </a:lnTo>
                  <a:lnTo>
                    <a:pt x="1494683" y="4612638"/>
                  </a:lnTo>
                  <a:lnTo>
                    <a:pt x="1494828" y="4612638"/>
                  </a:lnTo>
                  <a:lnTo>
                    <a:pt x="1494974" y="4612638"/>
                  </a:lnTo>
                  <a:lnTo>
                    <a:pt x="1495119" y="4612638"/>
                  </a:lnTo>
                  <a:lnTo>
                    <a:pt x="1495264" y="4612638"/>
                  </a:lnTo>
                  <a:lnTo>
                    <a:pt x="1495410" y="4612638"/>
                  </a:lnTo>
                  <a:lnTo>
                    <a:pt x="1495555" y="4612638"/>
                  </a:lnTo>
                  <a:lnTo>
                    <a:pt x="1495701" y="4612638"/>
                  </a:lnTo>
                  <a:lnTo>
                    <a:pt x="1495846" y="4612638"/>
                  </a:lnTo>
                  <a:lnTo>
                    <a:pt x="1495992" y="4612638"/>
                  </a:lnTo>
                  <a:lnTo>
                    <a:pt x="1496137" y="4612638"/>
                  </a:lnTo>
                  <a:lnTo>
                    <a:pt x="1496282" y="4612638"/>
                  </a:lnTo>
                  <a:lnTo>
                    <a:pt x="1496428" y="4612638"/>
                  </a:lnTo>
                  <a:lnTo>
                    <a:pt x="1496573" y="4612638"/>
                  </a:lnTo>
                  <a:lnTo>
                    <a:pt x="1496573" y="4612014"/>
                  </a:lnTo>
                  <a:lnTo>
                    <a:pt x="1496719" y="4612014"/>
                  </a:lnTo>
                  <a:lnTo>
                    <a:pt x="1496719" y="4611391"/>
                  </a:lnTo>
                  <a:lnTo>
                    <a:pt x="1496864" y="4611391"/>
                  </a:lnTo>
                  <a:lnTo>
                    <a:pt x="1497010" y="4611391"/>
                  </a:lnTo>
                  <a:lnTo>
                    <a:pt x="1497010" y="4610767"/>
                  </a:lnTo>
                  <a:lnTo>
                    <a:pt x="1497010" y="4610144"/>
                  </a:lnTo>
                  <a:lnTo>
                    <a:pt x="1497155" y="4610144"/>
                  </a:lnTo>
                  <a:lnTo>
                    <a:pt x="1497155" y="4609520"/>
                  </a:lnTo>
                  <a:lnTo>
                    <a:pt x="1497300" y="4609520"/>
                  </a:lnTo>
                  <a:lnTo>
                    <a:pt x="1497446" y="4609520"/>
                  </a:lnTo>
                  <a:lnTo>
                    <a:pt x="1497446" y="4608896"/>
                  </a:lnTo>
                  <a:lnTo>
                    <a:pt x="1497591" y="4608896"/>
                  </a:lnTo>
                  <a:lnTo>
                    <a:pt x="1497737" y="4608896"/>
                  </a:lnTo>
                  <a:lnTo>
                    <a:pt x="1497737" y="4608273"/>
                  </a:lnTo>
                  <a:lnTo>
                    <a:pt x="1497882" y="4608273"/>
                  </a:lnTo>
                  <a:lnTo>
                    <a:pt x="1498028" y="4608273"/>
                  </a:lnTo>
                  <a:lnTo>
                    <a:pt x="1498173" y="4608273"/>
                  </a:lnTo>
                  <a:lnTo>
                    <a:pt x="1498318" y="4608273"/>
                  </a:lnTo>
                  <a:lnTo>
                    <a:pt x="1498464" y="4608273"/>
                  </a:lnTo>
                  <a:lnTo>
                    <a:pt x="1498609" y="4608273"/>
                  </a:lnTo>
                  <a:lnTo>
                    <a:pt x="1498755" y="4608273"/>
                  </a:lnTo>
                  <a:lnTo>
                    <a:pt x="1498900" y="4608273"/>
                  </a:lnTo>
                  <a:lnTo>
                    <a:pt x="1499045" y="4608273"/>
                  </a:lnTo>
                  <a:lnTo>
                    <a:pt x="1499191" y="4608273"/>
                  </a:lnTo>
                  <a:lnTo>
                    <a:pt x="1499336" y="4608273"/>
                  </a:lnTo>
                  <a:lnTo>
                    <a:pt x="1499482" y="4608273"/>
                  </a:lnTo>
                  <a:lnTo>
                    <a:pt x="1499627" y="4608273"/>
                  </a:lnTo>
                  <a:lnTo>
                    <a:pt x="1499773" y="4608273"/>
                  </a:lnTo>
                  <a:lnTo>
                    <a:pt x="1499773" y="4607649"/>
                  </a:lnTo>
                  <a:lnTo>
                    <a:pt x="1499918" y="4607649"/>
                  </a:lnTo>
                  <a:lnTo>
                    <a:pt x="1499918" y="4607026"/>
                  </a:lnTo>
                  <a:lnTo>
                    <a:pt x="1500063" y="4607026"/>
                  </a:lnTo>
                  <a:lnTo>
                    <a:pt x="1500209" y="4607026"/>
                  </a:lnTo>
                  <a:lnTo>
                    <a:pt x="1500354" y="4607026"/>
                  </a:lnTo>
                  <a:lnTo>
                    <a:pt x="1500500" y="4607026"/>
                  </a:lnTo>
                  <a:lnTo>
                    <a:pt x="1500645" y="4607026"/>
                  </a:lnTo>
                  <a:lnTo>
                    <a:pt x="1500645" y="4606402"/>
                  </a:lnTo>
                  <a:lnTo>
                    <a:pt x="1500645" y="4605779"/>
                  </a:lnTo>
                  <a:lnTo>
                    <a:pt x="1500791" y="4605779"/>
                  </a:lnTo>
                  <a:lnTo>
                    <a:pt x="1500936" y="4605779"/>
                  </a:lnTo>
                  <a:lnTo>
                    <a:pt x="1501081" y="4605779"/>
                  </a:lnTo>
                  <a:lnTo>
                    <a:pt x="1501081" y="4605155"/>
                  </a:lnTo>
                  <a:lnTo>
                    <a:pt x="1501227" y="4605155"/>
                  </a:lnTo>
                  <a:lnTo>
                    <a:pt x="1501227" y="4604531"/>
                  </a:lnTo>
                  <a:lnTo>
                    <a:pt x="1501227" y="4603908"/>
                  </a:lnTo>
                  <a:lnTo>
                    <a:pt x="1501372" y="4603908"/>
                  </a:lnTo>
                  <a:lnTo>
                    <a:pt x="1501518" y="4603908"/>
                  </a:lnTo>
                  <a:lnTo>
                    <a:pt x="1501663" y="4603908"/>
                  </a:lnTo>
                  <a:lnTo>
                    <a:pt x="1501809" y="4603908"/>
                  </a:lnTo>
                  <a:lnTo>
                    <a:pt x="1501954" y="4603908"/>
                  </a:lnTo>
                  <a:lnTo>
                    <a:pt x="1502099" y="4603908"/>
                  </a:lnTo>
                  <a:lnTo>
                    <a:pt x="1502245" y="4603908"/>
                  </a:lnTo>
                  <a:lnTo>
                    <a:pt x="1502390" y="4603908"/>
                  </a:lnTo>
                  <a:lnTo>
                    <a:pt x="1502536" y="4603908"/>
                  </a:lnTo>
                  <a:lnTo>
                    <a:pt x="1502536" y="4603284"/>
                  </a:lnTo>
                  <a:lnTo>
                    <a:pt x="1502536" y="4602661"/>
                  </a:lnTo>
                  <a:lnTo>
                    <a:pt x="1502536" y="4602037"/>
                  </a:lnTo>
                  <a:lnTo>
                    <a:pt x="1502681" y="4602037"/>
                  </a:lnTo>
                  <a:lnTo>
                    <a:pt x="1502827" y="4602037"/>
                  </a:lnTo>
                  <a:lnTo>
                    <a:pt x="1502972" y="4602037"/>
                  </a:lnTo>
                  <a:lnTo>
                    <a:pt x="1502972" y="4601413"/>
                  </a:lnTo>
                  <a:lnTo>
                    <a:pt x="1502972" y="4600790"/>
                  </a:lnTo>
                  <a:lnTo>
                    <a:pt x="1503117" y="4600790"/>
                  </a:lnTo>
                  <a:lnTo>
                    <a:pt x="1503117" y="4600166"/>
                  </a:lnTo>
                  <a:lnTo>
                    <a:pt x="1503263" y="4600166"/>
                  </a:lnTo>
                  <a:lnTo>
                    <a:pt x="1503408" y="4600166"/>
                  </a:lnTo>
                  <a:lnTo>
                    <a:pt x="1503554" y="4600166"/>
                  </a:lnTo>
                  <a:lnTo>
                    <a:pt x="1503699" y="4600166"/>
                  </a:lnTo>
                  <a:lnTo>
                    <a:pt x="1503845" y="4600166"/>
                  </a:lnTo>
                  <a:lnTo>
                    <a:pt x="1503845" y="4599543"/>
                  </a:lnTo>
                  <a:lnTo>
                    <a:pt x="1503845" y="4598919"/>
                  </a:lnTo>
                  <a:lnTo>
                    <a:pt x="1503990" y="4598919"/>
                  </a:lnTo>
                  <a:lnTo>
                    <a:pt x="1504135" y="4598919"/>
                  </a:lnTo>
                  <a:lnTo>
                    <a:pt x="1504281" y="4598919"/>
                  </a:lnTo>
                  <a:lnTo>
                    <a:pt x="1504426" y="4598919"/>
                  </a:lnTo>
                  <a:lnTo>
                    <a:pt x="1504572" y="4598919"/>
                  </a:lnTo>
                  <a:lnTo>
                    <a:pt x="1504572" y="4598296"/>
                  </a:lnTo>
                  <a:lnTo>
                    <a:pt x="1504717" y="4598296"/>
                  </a:lnTo>
                  <a:lnTo>
                    <a:pt x="1504863" y="4598296"/>
                  </a:lnTo>
                  <a:lnTo>
                    <a:pt x="1504863" y="4597672"/>
                  </a:lnTo>
                  <a:lnTo>
                    <a:pt x="1505008" y="4597672"/>
                  </a:lnTo>
                  <a:lnTo>
                    <a:pt x="1505153" y="4597672"/>
                  </a:lnTo>
                  <a:lnTo>
                    <a:pt x="1505299" y="4597672"/>
                  </a:lnTo>
                  <a:lnTo>
                    <a:pt x="1505444" y="4597672"/>
                  </a:lnTo>
                  <a:lnTo>
                    <a:pt x="1505444" y="4597048"/>
                  </a:lnTo>
                  <a:lnTo>
                    <a:pt x="1505590" y="4597048"/>
                  </a:lnTo>
                  <a:lnTo>
                    <a:pt x="1505590" y="4596425"/>
                  </a:lnTo>
                  <a:lnTo>
                    <a:pt x="1505735" y="4596425"/>
                  </a:lnTo>
                  <a:lnTo>
                    <a:pt x="1505880" y="4596425"/>
                  </a:lnTo>
                  <a:lnTo>
                    <a:pt x="1506026" y="4596425"/>
                  </a:lnTo>
                  <a:lnTo>
                    <a:pt x="1506171" y="4596425"/>
                  </a:lnTo>
                  <a:lnTo>
                    <a:pt x="1506171" y="4595801"/>
                  </a:lnTo>
                  <a:lnTo>
                    <a:pt x="1506317" y="4595801"/>
                  </a:lnTo>
                  <a:lnTo>
                    <a:pt x="1506317" y="4595178"/>
                  </a:lnTo>
                  <a:lnTo>
                    <a:pt x="1506317" y="4594554"/>
                  </a:lnTo>
                  <a:lnTo>
                    <a:pt x="1506462" y="4594554"/>
                  </a:lnTo>
                  <a:lnTo>
                    <a:pt x="1506608" y="4594554"/>
                  </a:lnTo>
                  <a:lnTo>
                    <a:pt x="1506753" y="4594554"/>
                  </a:lnTo>
                  <a:lnTo>
                    <a:pt x="1506898" y="4594554"/>
                  </a:lnTo>
                  <a:lnTo>
                    <a:pt x="1507044" y="4594554"/>
                  </a:lnTo>
                  <a:lnTo>
                    <a:pt x="1507044" y="4593930"/>
                  </a:lnTo>
                  <a:lnTo>
                    <a:pt x="1507044" y="4593307"/>
                  </a:lnTo>
                  <a:lnTo>
                    <a:pt x="1507189" y="4593307"/>
                  </a:lnTo>
                  <a:lnTo>
                    <a:pt x="1507335" y="4593307"/>
                  </a:lnTo>
                  <a:lnTo>
                    <a:pt x="1507335" y="4592683"/>
                  </a:lnTo>
                  <a:lnTo>
                    <a:pt x="1507335" y="4592060"/>
                  </a:lnTo>
                  <a:lnTo>
                    <a:pt x="1507480" y="4592060"/>
                  </a:lnTo>
                  <a:lnTo>
                    <a:pt x="1507626" y="4592060"/>
                  </a:lnTo>
                  <a:lnTo>
                    <a:pt x="1507771" y="4592060"/>
                  </a:lnTo>
                  <a:lnTo>
                    <a:pt x="1507916" y="4592060"/>
                  </a:lnTo>
                  <a:lnTo>
                    <a:pt x="1508062" y="4592060"/>
                  </a:lnTo>
                  <a:lnTo>
                    <a:pt x="1508207" y="4592060"/>
                  </a:lnTo>
                  <a:lnTo>
                    <a:pt x="1508353" y="4592060"/>
                  </a:lnTo>
                  <a:lnTo>
                    <a:pt x="1508353" y="4591436"/>
                  </a:lnTo>
                  <a:lnTo>
                    <a:pt x="1508498" y="4591436"/>
                  </a:lnTo>
                  <a:lnTo>
                    <a:pt x="1508498" y="4590813"/>
                  </a:lnTo>
                  <a:lnTo>
                    <a:pt x="1508644" y="4590813"/>
                  </a:lnTo>
                  <a:lnTo>
                    <a:pt x="1508789" y="4590813"/>
                  </a:lnTo>
                  <a:lnTo>
                    <a:pt x="1508934" y="4590813"/>
                  </a:lnTo>
                  <a:lnTo>
                    <a:pt x="1509080" y="4590813"/>
                  </a:lnTo>
                  <a:lnTo>
                    <a:pt x="1509080" y="4590189"/>
                  </a:lnTo>
                  <a:lnTo>
                    <a:pt x="1509080" y="4589565"/>
                  </a:lnTo>
                  <a:lnTo>
                    <a:pt x="1509080" y="4588942"/>
                  </a:lnTo>
                  <a:lnTo>
                    <a:pt x="1509225" y="4588942"/>
                  </a:lnTo>
                  <a:lnTo>
                    <a:pt x="1509371" y="4588942"/>
                  </a:lnTo>
                  <a:lnTo>
                    <a:pt x="1509371" y="4588318"/>
                  </a:lnTo>
                  <a:lnTo>
                    <a:pt x="1509371" y="4587695"/>
                  </a:lnTo>
                  <a:lnTo>
                    <a:pt x="1509516" y="4587695"/>
                  </a:lnTo>
                  <a:lnTo>
                    <a:pt x="1509662" y="4587695"/>
                  </a:lnTo>
                  <a:lnTo>
                    <a:pt x="1509807" y="4587695"/>
                  </a:lnTo>
                  <a:lnTo>
                    <a:pt x="1509952" y="4587695"/>
                  </a:lnTo>
                  <a:lnTo>
                    <a:pt x="1509952" y="4587071"/>
                  </a:lnTo>
                  <a:lnTo>
                    <a:pt x="1510098" y="4587071"/>
                  </a:lnTo>
                  <a:lnTo>
                    <a:pt x="1510243" y="4587071"/>
                  </a:lnTo>
                  <a:lnTo>
                    <a:pt x="1510243" y="4586447"/>
                  </a:lnTo>
                  <a:lnTo>
                    <a:pt x="1510389" y="4586447"/>
                  </a:lnTo>
                  <a:lnTo>
                    <a:pt x="1510534" y="4586447"/>
                  </a:lnTo>
                  <a:lnTo>
                    <a:pt x="1510534" y="4585824"/>
                  </a:lnTo>
                  <a:lnTo>
                    <a:pt x="1510680" y="4585824"/>
                  </a:lnTo>
                  <a:lnTo>
                    <a:pt x="1510825" y="4585824"/>
                  </a:lnTo>
                  <a:lnTo>
                    <a:pt x="1510970" y="4585824"/>
                  </a:lnTo>
                  <a:lnTo>
                    <a:pt x="1511116" y="4585824"/>
                  </a:lnTo>
                  <a:lnTo>
                    <a:pt x="1511261" y="4585824"/>
                  </a:lnTo>
                  <a:lnTo>
                    <a:pt x="1511407" y="4585824"/>
                  </a:lnTo>
                  <a:lnTo>
                    <a:pt x="1511552" y="4585824"/>
                  </a:lnTo>
                  <a:lnTo>
                    <a:pt x="1511552" y="4585200"/>
                  </a:lnTo>
                  <a:lnTo>
                    <a:pt x="1511698" y="4585200"/>
                  </a:lnTo>
                  <a:lnTo>
                    <a:pt x="1511843" y="4585200"/>
                  </a:lnTo>
                  <a:lnTo>
                    <a:pt x="1511988" y="4585200"/>
                  </a:lnTo>
                  <a:lnTo>
                    <a:pt x="1512134" y="4585200"/>
                  </a:lnTo>
                  <a:lnTo>
                    <a:pt x="1512279" y="4585200"/>
                  </a:lnTo>
                  <a:lnTo>
                    <a:pt x="1512425" y="4585200"/>
                  </a:lnTo>
                  <a:lnTo>
                    <a:pt x="1512570" y="4585200"/>
                  </a:lnTo>
                  <a:lnTo>
                    <a:pt x="1512715" y="4585200"/>
                  </a:lnTo>
                  <a:lnTo>
                    <a:pt x="1512715" y="4584577"/>
                  </a:lnTo>
                  <a:lnTo>
                    <a:pt x="1512861" y="4584577"/>
                  </a:lnTo>
                  <a:lnTo>
                    <a:pt x="1513006" y="4584577"/>
                  </a:lnTo>
                  <a:lnTo>
                    <a:pt x="1513152" y="4584577"/>
                  </a:lnTo>
                  <a:lnTo>
                    <a:pt x="1513297" y="4584577"/>
                  </a:lnTo>
                  <a:lnTo>
                    <a:pt x="1513443" y="4584577"/>
                  </a:lnTo>
                  <a:lnTo>
                    <a:pt x="1513443" y="4583953"/>
                  </a:lnTo>
                  <a:lnTo>
                    <a:pt x="1513588" y="4583953"/>
                  </a:lnTo>
                  <a:lnTo>
                    <a:pt x="1513733" y="4583953"/>
                  </a:lnTo>
                  <a:lnTo>
                    <a:pt x="1513879" y="4583953"/>
                  </a:lnTo>
                  <a:lnTo>
                    <a:pt x="1514024" y="4583953"/>
                  </a:lnTo>
                  <a:lnTo>
                    <a:pt x="1514024" y="4583330"/>
                  </a:lnTo>
                  <a:lnTo>
                    <a:pt x="1514024" y="4582706"/>
                  </a:lnTo>
                  <a:lnTo>
                    <a:pt x="1514170" y="4582706"/>
                  </a:lnTo>
                  <a:lnTo>
                    <a:pt x="1514170" y="4582082"/>
                  </a:lnTo>
                  <a:lnTo>
                    <a:pt x="1514315" y="4582082"/>
                  </a:lnTo>
                  <a:lnTo>
                    <a:pt x="1514461" y="4582082"/>
                  </a:lnTo>
                  <a:lnTo>
                    <a:pt x="1514606" y="4582082"/>
                  </a:lnTo>
                  <a:lnTo>
                    <a:pt x="1514751" y="4582082"/>
                  </a:lnTo>
                  <a:lnTo>
                    <a:pt x="1514897" y="4582082"/>
                  </a:lnTo>
                  <a:lnTo>
                    <a:pt x="1515042" y="4582082"/>
                  </a:lnTo>
                  <a:lnTo>
                    <a:pt x="1515188" y="4582082"/>
                  </a:lnTo>
                  <a:lnTo>
                    <a:pt x="1515188" y="4581459"/>
                  </a:lnTo>
                  <a:lnTo>
                    <a:pt x="1515333" y="4581459"/>
                  </a:lnTo>
                  <a:lnTo>
                    <a:pt x="1515479" y="4581459"/>
                  </a:lnTo>
                  <a:lnTo>
                    <a:pt x="1515479" y="4580835"/>
                  </a:lnTo>
                  <a:lnTo>
                    <a:pt x="1515624" y="4580835"/>
                  </a:lnTo>
                  <a:lnTo>
                    <a:pt x="1515769" y="4580835"/>
                  </a:lnTo>
                  <a:lnTo>
                    <a:pt x="1515915" y="4580835"/>
                  </a:lnTo>
                  <a:lnTo>
                    <a:pt x="1516060" y="4580835"/>
                  </a:lnTo>
                  <a:lnTo>
                    <a:pt x="1516206" y="4580835"/>
                  </a:lnTo>
                  <a:lnTo>
                    <a:pt x="1516206" y="4580212"/>
                  </a:lnTo>
                  <a:lnTo>
                    <a:pt x="1516351" y="4580212"/>
                  </a:lnTo>
                  <a:lnTo>
                    <a:pt x="1516351" y="4579588"/>
                  </a:lnTo>
                  <a:lnTo>
                    <a:pt x="1516497" y="4579588"/>
                  </a:lnTo>
                  <a:lnTo>
                    <a:pt x="1516642" y="4579588"/>
                  </a:lnTo>
                  <a:lnTo>
                    <a:pt x="1516787" y="4579588"/>
                  </a:lnTo>
                  <a:lnTo>
                    <a:pt x="1516933" y="4579588"/>
                  </a:lnTo>
                  <a:lnTo>
                    <a:pt x="1517078" y="4579588"/>
                  </a:lnTo>
                  <a:lnTo>
                    <a:pt x="1517224" y="4579588"/>
                  </a:lnTo>
                  <a:lnTo>
                    <a:pt x="1517369" y="4579588"/>
                  </a:lnTo>
                  <a:lnTo>
                    <a:pt x="1517515" y="4579588"/>
                  </a:lnTo>
                  <a:lnTo>
                    <a:pt x="1517660" y="4579588"/>
                  </a:lnTo>
                  <a:lnTo>
                    <a:pt x="1517805" y="4579588"/>
                  </a:lnTo>
                  <a:lnTo>
                    <a:pt x="1517805" y="4578964"/>
                  </a:lnTo>
                  <a:lnTo>
                    <a:pt x="1517805" y="4578341"/>
                  </a:lnTo>
                  <a:lnTo>
                    <a:pt x="1517805" y="4577717"/>
                  </a:lnTo>
                  <a:lnTo>
                    <a:pt x="1517951" y="4577717"/>
                  </a:lnTo>
                  <a:lnTo>
                    <a:pt x="1517951" y="4577094"/>
                  </a:lnTo>
                  <a:lnTo>
                    <a:pt x="1518096" y="4577094"/>
                  </a:lnTo>
                  <a:lnTo>
                    <a:pt x="1518096" y="4576470"/>
                  </a:lnTo>
                  <a:lnTo>
                    <a:pt x="1518096" y="4575847"/>
                  </a:lnTo>
                  <a:lnTo>
                    <a:pt x="1518242" y="4575847"/>
                  </a:lnTo>
                  <a:lnTo>
                    <a:pt x="1518387" y="4575847"/>
                  </a:lnTo>
                  <a:lnTo>
                    <a:pt x="1518533" y="4575847"/>
                  </a:lnTo>
                  <a:lnTo>
                    <a:pt x="1518678" y="4575847"/>
                  </a:lnTo>
                  <a:lnTo>
                    <a:pt x="1518823" y="4575847"/>
                  </a:lnTo>
                  <a:lnTo>
                    <a:pt x="1518969" y="4575847"/>
                  </a:lnTo>
                  <a:lnTo>
                    <a:pt x="1519114" y="4575847"/>
                  </a:lnTo>
                  <a:lnTo>
                    <a:pt x="1519260" y="4575847"/>
                  </a:lnTo>
                  <a:lnTo>
                    <a:pt x="1519405" y="4575847"/>
                  </a:lnTo>
                  <a:lnTo>
                    <a:pt x="1519405" y="4575223"/>
                  </a:lnTo>
                  <a:lnTo>
                    <a:pt x="1519550" y="4575223"/>
                  </a:lnTo>
                  <a:lnTo>
                    <a:pt x="1519696" y="4575223"/>
                  </a:lnTo>
                  <a:lnTo>
                    <a:pt x="1519841" y="4575223"/>
                  </a:lnTo>
                  <a:lnTo>
                    <a:pt x="1519987" y="4575223"/>
                  </a:lnTo>
                  <a:lnTo>
                    <a:pt x="1520132" y="4575223"/>
                  </a:lnTo>
                  <a:lnTo>
                    <a:pt x="1520132" y="4574599"/>
                  </a:lnTo>
                  <a:lnTo>
                    <a:pt x="1520278" y="4574599"/>
                  </a:lnTo>
                  <a:lnTo>
                    <a:pt x="1520278" y="4573976"/>
                  </a:lnTo>
                  <a:lnTo>
                    <a:pt x="1520423" y="4573976"/>
                  </a:lnTo>
                  <a:lnTo>
                    <a:pt x="1520568" y="4573976"/>
                  </a:lnTo>
                  <a:lnTo>
                    <a:pt x="1520714" y="4573976"/>
                  </a:lnTo>
                  <a:lnTo>
                    <a:pt x="1520859" y="4573976"/>
                  </a:lnTo>
                  <a:lnTo>
                    <a:pt x="1521005" y="4573976"/>
                  </a:lnTo>
                  <a:lnTo>
                    <a:pt x="1521150" y="4573976"/>
                  </a:lnTo>
                  <a:lnTo>
                    <a:pt x="1521296" y="4573976"/>
                  </a:lnTo>
                  <a:lnTo>
                    <a:pt x="1521441" y="4573976"/>
                  </a:lnTo>
                  <a:lnTo>
                    <a:pt x="1521586" y="4573976"/>
                  </a:lnTo>
                  <a:lnTo>
                    <a:pt x="1521732" y="4573976"/>
                  </a:lnTo>
                  <a:lnTo>
                    <a:pt x="1521877" y="4573976"/>
                  </a:lnTo>
                  <a:lnTo>
                    <a:pt x="1522023" y="4573976"/>
                  </a:lnTo>
                  <a:lnTo>
                    <a:pt x="1522168" y="4573976"/>
                  </a:lnTo>
                  <a:lnTo>
                    <a:pt x="1522314" y="4573976"/>
                  </a:lnTo>
                  <a:lnTo>
                    <a:pt x="1522314" y="4573352"/>
                  </a:lnTo>
                  <a:lnTo>
                    <a:pt x="1522459" y="4573352"/>
                  </a:lnTo>
                  <a:lnTo>
                    <a:pt x="1522604" y="4573352"/>
                  </a:lnTo>
                  <a:lnTo>
                    <a:pt x="1522604" y="4572729"/>
                  </a:lnTo>
                  <a:lnTo>
                    <a:pt x="1522604" y="4572105"/>
                  </a:lnTo>
                  <a:lnTo>
                    <a:pt x="1522750" y="4572105"/>
                  </a:lnTo>
                  <a:lnTo>
                    <a:pt x="1522895" y="4572105"/>
                  </a:lnTo>
                  <a:lnTo>
                    <a:pt x="1522895" y="4571481"/>
                  </a:lnTo>
                  <a:lnTo>
                    <a:pt x="1523041" y="4571481"/>
                  </a:lnTo>
                  <a:lnTo>
                    <a:pt x="1523186" y="4571481"/>
                  </a:lnTo>
                  <a:lnTo>
                    <a:pt x="1523332" y="4571481"/>
                  </a:lnTo>
                  <a:lnTo>
                    <a:pt x="1523477" y="4571481"/>
                  </a:lnTo>
                  <a:lnTo>
                    <a:pt x="1523622" y="4571481"/>
                  </a:lnTo>
                  <a:lnTo>
                    <a:pt x="1523768" y="4571481"/>
                  </a:lnTo>
                  <a:lnTo>
                    <a:pt x="1523913" y="4571481"/>
                  </a:lnTo>
                  <a:lnTo>
                    <a:pt x="1523913" y="4570858"/>
                  </a:lnTo>
                  <a:lnTo>
                    <a:pt x="1524059" y="4570858"/>
                  </a:lnTo>
                  <a:lnTo>
                    <a:pt x="1524204" y="4570858"/>
                  </a:lnTo>
                  <a:lnTo>
                    <a:pt x="1524350" y="4570858"/>
                  </a:lnTo>
                  <a:lnTo>
                    <a:pt x="1524495" y="4570858"/>
                  </a:lnTo>
                  <a:lnTo>
                    <a:pt x="1524640" y="4570858"/>
                  </a:lnTo>
                  <a:lnTo>
                    <a:pt x="1524640" y="4570234"/>
                  </a:lnTo>
                  <a:lnTo>
                    <a:pt x="1524640" y="4569611"/>
                  </a:lnTo>
                  <a:lnTo>
                    <a:pt x="1524640" y="4568987"/>
                  </a:lnTo>
                  <a:lnTo>
                    <a:pt x="1524640" y="4568364"/>
                  </a:lnTo>
                  <a:lnTo>
                    <a:pt x="1524786" y="4568364"/>
                  </a:lnTo>
                  <a:lnTo>
                    <a:pt x="1524931" y="4568364"/>
                  </a:lnTo>
                  <a:lnTo>
                    <a:pt x="1525077" y="4568364"/>
                  </a:lnTo>
                  <a:lnTo>
                    <a:pt x="1525222" y="4568364"/>
                  </a:lnTo>
                  <a:lnTo>
                    <a:pt x="1525368" y="4568364"/>
                  </a:lnTo>
                  <a:lnTo>
                    <a:pt x="1525368" y="4567740"/>
                  </a:lnTo>
                  <a:lnTo>
                    <a:pt x="1525368" y="4567116"/>
                  </a:lnTo>
                  <a:lnTo>
                    <a:pt x="1525513" y="4567116"/>
                  </a:lnTo>
                  <a:lnTo>
                    <a:pt x="1525658" y="4567116"/>
                  </a:lnTo>
                  <a:lnTo>
                    <a:pt x="1525804" y="4567116"/>
                  </a:lnTo>
                  <a:lnTo>
                    <a:pt x="1525949" y="4567116"/>
                  </a:lnTo>
                  <a:lnTo>
                    <a:pt x="1525949" y="4566493"/>
                  </a:lnTo>
                  <a:lnTo>
                    <a:pt x="1525949" y="4565869"/>
                  </a:lnTo>
                  <a:lnTo>
                    <a:pt x="1526095" y="4565869"/>
                  </a:lnTo>
                  <a:lnTo>
                    <a:pt x="1526240" y="4565869"/>
                  </a:lnTo>
                  <a:lnTo>
                    <a:pt x="1526385" y="4565869"/>
                  </a:lnTo>
                  <a:lnTo>
                    <a:pt x="1526531" y="4565869"/>
                  </a:lnTo>
                  <a:lnTo>
                    <a:pt x="1526676" y="4565869"/>
                  </a:lnTo>
                  <a:lnTo>
                    <a:pt x="1526822" y="4565869"/>
                  </a:lnTo>
                  <a:lnTo>
                    <a:pt x="1526967" y="4565869"/>
                  </a:lnTo>
                  <a:lnTo>
                    <a:pt x="1526967" y="4565246"/>
                  </a:lnTo>
                  <a:lnTo>
                    <a:pt x="1527113" y="4565246"/>
                  </a:lnTo>
                  <a:lnTo>
                    <a:pt x="1527258" y="4565246"/>
                  </a:lnTo>
                  <a:lnTo>
                    <a:pt x="1527258" y="4564622"/>
                  </a:lnTo>
                  <a:lnTo>
                    <a:pt x="1527403" y="4564622"/>
                  </a:lnTo>
                  <a:lnTo>
                    <a:pt x="1527549" y="4564622"/>
                  </a:lnTo>
                  <a:lnTo>
                    <a:pt x="1527694" y="4564622"/>
                  </a:lnTo>
                  <a:lnTo>
                    <a:pt x="1527694" y="4563998"/>
                  </a:lnTo>
                  <a:lnTo>
                    <a:pt x="1527840" y="4563998"/>
                  </a:lnTo>
                  <a:lnTo>
                    <a:pt x="1527985" y="4563998"/>
                  </a:lnTo>
                  <a:lnTo>
                    <a:pt x="1528131" y="4563998"/>
                  </a:lnTo>
                  <a:lnTo>
                    <a:pt x="1528276" y="4563998"/>
                  </a:lnTo>
                  <a:lnTo>
                    <a:pt x="1528421" y="4563998"/>
                  </a:lnTo>
                  <a:lnTo>
                    <a:pt x="1528567" y="4563998"/>
                  </a:lnTo>
                  <a:lnTo>
                    <a:pt x="1528712" y="4563998"/>
                  </a:lnTo>
                  <a:lnTo>
                    <a:pt x="1528858" y="4563998"/>
                  </a:lnTo>
                  <a:lnTo>
                    <a:pt x="1529003" y="4563998"/>
                  </a:lnTo>
                  <a:lnTo>
                    <a:pt x="1529149" y="4563998"/>
                  </a:lnTo>
                  <a:lnTo>
                    <a:pt x="1529294" y="4563998"/>
                  </a:lnTo>
                  <a:lnTo>
                    <a:pt x="1529439" y="4563998"/>
                  </a:lnTo>
                  <a:lnTo>
                    <a:pt x="1529585" y="4563998"/>
                  </a:lnTo>
                  <a:lnTo>
                    <a:pt x="1529730" y="4563998"/>
                  </a:lnTo>
                  <a:lnTo>
                    <a:pt x="1529876" y="4563998"/>
                  </a:lnTo>
                  <a:lnTo>
                    <a:pt x="1529876" y="4563375"/>
                  </a:lnTo>
                  <a:lnTo>
                    <a:pt x="1530021" y="4563375"/>
                  </a:lnTo>
                  <a:lnTo>
                    <a:pt x="1530021" y="4562751"/>
                  </a:lnTo>
                  <a:lnTo>
                    <a:pt x="1530021" y="4562128"/>
                  </a:lnTo>
                  <a:lnTo>
                    <a:pt x="1530167" y="4562128"/>
                  </a:lnTo>
                  <a:lnTo>
                    <a:pt x="1530312" y="4562128"/>
                  </a:lnTo>
                  <a:lnTo>
                    <a:pt x="1530312" y="4561504"/>
                  </a:lnTo>
                  <a:lnTo>
                    <a:pt x="1530457" y="4561504"/>
                  </a:lnTo>
                  <a:lnTo>
                    <a:pt x="1530603" y="4561504"/>
                  </a:lnTo>
                  <a:lnTo>
                    <a:pt x="1530748" y="4561504"/>
                  </a:lnTo>
                  <a:lnTo>
                    <a:pt x="1530894" y="4561504"/>
                  </a:lnTo>
                  <a:lnTo>
                    <a:pt x="1530894" y="4560881"/>
                  </a:lnTo>
                  <a:lnTo>
                    <a:pt x="1530894" y="4560257"/>
                  </a:lnTo>
                  <a:lnTo>
                    <a:pt x="1531039" y="4560257"/>
                  </a:lnTo>
                  <a:lnTo>
                    <a:pt x="1531185" y="4560257"/>
                  </a:lnTo>
                  <a:lnTo>
                    <a:pt x="1531330" y="4560257"/>
                  </a:lnTo>
                  <a:lnTo>
                    <a:pt x="1531475" y="4560257"/>
                  </a:lnTo>
                  <a:lnTo>
                    <a:pt x="1531621" y="4560257"/>
                  </a:lnTo>
                  <a:lnTo>
                    <a:pt x="1531621" y="4559633"/>
                  </a:lnTo>
                  <a:lnTo>
                    <a:pt x="1531766" y="4559633"/>
                  </a:lnTo>
                  <a:lnTo>
                    <a:pt x="1531912" y="4559633"/>
                  </a:lnTo>
                  <a:lnTo>
                    <a:pt x="1531912" y="4559010"/>
                  </a:lnTo>
                  <a:lnTo>
                    <a:pt x="1532057" y="4559010"/>
                  </a:lnTo>
                  <a:lnTo>
                    <a:pt x="1532057" y="4558386"/>
                  </a:lnTo>
                  <a:lnTo>
                    <a:pt x="1532057" y="4557763"/>
                  </a:lnTo>
                  <a:lnTo>
                    <a:pt x="1532057" y="4557139"/>
                  </a:lnTo>
                  <a:lnTo>
                    <a:pt x="1532057" y="4556516"/>
                  </a:lnTo>
                  <a:lnTo>
                    <a:pt x="1532057" y="4555892"/>
                  </a:lnTo>
                  <a:lnTo>
                    <a:pt x="1532203" y="4555892"/>
                  </a:lnTo>
                  <a:lnTo>
                    <a:pt x="1532348" y="4555892"/>
                  </a:lnTo>
                  <a:lnTo>
                    <a:pt x="1532493" y="4555892"/>
                  </a:lnTo>
                  <a:lnTo>
                    <a:pt x="1532639" y="4555892"/>
                  </a:lnTo>
                  <a:lnTo>
                    <a:pt x="1532784" y="4555892"/>
                  </a:lnTo>
                  <a:lnTo>
                    <a:pt x="1532784" y="4555268"/>
                  </a:lnTo>
                  <a:lnTo>
                    <a:pt x="1532930" y="4555268"/>
                  </a:lnTo>
                  <a:lnTo>
                    <a:pt x="1533075" y="4555268"/>
                  </a:lnTo>
                  <a:lnTo>
                    <a:pt x="1533220" y="4555268"/>
                  </a:lnTo>
                  <a:lnTo>
                    <a:pt x="1533366" y="4555268"/>
                  </a:lnTo>
                  <a:lnTo>
                    <a:pt x="1533511" y="4555268"/>
                  </a:lnTo>
                  <a:lnTo>
                    <a:pt x="1533657" y="4555268"/>
                  </a:lnTo>
                  <a:lnTo>
                    <a:pt x="1533802" y="4555268"/>
                  </a:lnTo>
                  <a:lnTo>
                    <a:pt x="1533948" y="4555268"/>
                  </a:lnTo>
                  <a:lnTo>
                    <a:pt x="1534093" y="4555268"/>
                  </a:lnTo>
                  <a:lnTo>
                    <a:pt x="1534238" y="4555268"/>
                  </a:lnTo>
                  <a:lnTo>
                    <a:pt x="1534384" y="4555268"/>
                  </a:lnTo>
                  <a:lnTo>
                    <a:pt x="1534529" y="4555268"/>
                  </a:lnTo>
                  <a:lnTo>
                    <a:pt x="1534675" y="4555268"/>
                  </a:lnTo>
                  <a:lnTo>
                    <a:pt x="1534820" y="4555268"/>
                  </a:lnTo>
                  <a:lnTo>
                    <a:pt x="1534966" y="4555268"/>
                  </a:lnTo>
                  <a:lnTo>
                    <a:pt x="1534966" y="4554645"/>
                  </a:lnTo>
                  <a:lnTo>
                    <a:pt x="1535111" y="4554645"/>
                  </a:lnTo>
                  <a:lnTo>
                    <a:pt x="1535256" y="4554645"/>
                  </a:lnTo>
                  <a:lnTo>
                    <a:pt x="1535402" y="4554645"/>
                  </a:lnTo>
                  <a:lnTo>
                    <a:pt x="1535547" y="4554645"/>
                  </a:lnTo>
                  <a:lnTo>
                    <a:pt x="1535693" y="4554645"/>
                  </a:lnTo>
                  <a:lnTo>
                    <a:pt x="1535838" y="4554645"/>
                  </a:lnTo>
                  <a:lnTo>
                    <a:pt x="1535984" y="4554645"/>
                  </a:lnTo>
                  <a:lnTo>
                    <a:pt x="1536129" y="4554645"/>
                  </a:lnTo>
                  <a:lnTo>
                    <a:pt x="1536274" y="4554645"/>
                  </a:lnTo>
                  <a:lnTo>
                    <a:pt x="1536274" y="4554021"/>
                  </a:lnTo>
                  <a:lnTo>
                    <a:pt x="1536420" y="4554021"/>
                  </a:lnTo>
                  <a:lnTo>
                    <a:pt x="1536565" y="4554021"/>
                  </a:lnTo>
                  <a:lnTo>
                    <a:pt x="1536711" y="4554021"/>
                  </a:lnTo>
                  <a:lnTo>
                    <a:pt x="1536856" y="4554021"/>
                  </a:lnTo>
                  <a:lnTo>
                    <a:pt x="1537002" y="4554021"/>
                  </a:lnTo>
                  <a:lnTo>
                    <a:pt x="1537002" y="4553398"/>
                  </a:lnTo>
                  <a:lnTo>
                    <a:pt x="1537147" y="4553398"/>
                  </a:lnTo>
                  <a:lnTo>
                    <a:pt x="1537292" y="4553398"/>
                  </a:lnTo>
                  <a:lnTo>
                    <a:pt x="1537438" y="4553398"/>
                  </a:lnTo>
                  <a:lnTo>
                    <a:pt x="1537583" y="4553398"/>
                  </a:lnTo>
                  <a:lnTo>
                    <a:pt x="1537729" y="4553398"/>
                  </a:lnTo>
                  <a:lnTo>
                    <a:pt x="1537729" y="4552774"/>
                  </a:lnTo>
                  <a:lnTo>
                    <a:pt x="1537874" y="4552774"/>
                  </a:lnTo>
                  <a:lnTo>
                    <a:pt x="1538020" y="4552774"/>
                  </a:lnTo>
                  <a:lnTo>
                    <a:pt x="1538165" y="4552774"/>
                  </a:lnTo>
                  <a:lnTo>
                    <a:pt x="1538310" y="4552774"/>
                  </a:lnTo>
                  <a:lnTo>
                    <a:pt x="1538310" y="4552150"/>
                  </a:lnTo>
                  <a:lnTo>
                    <a:pt x="1538310" y="4551527"/>
                  </a:lnTo>
                  <a:lnTo>
                    <a:pt x="1538456" y="4551527"/>
                  </a:lnTo>
                  <a:lnTo>
                    <a:pt x="1538601" y="4551527"/>
                  </a:lnTo>
                  <a:lnTo>
                    <a:pt x="1538747" y="4551527"/>
                  </a:lnTo>
                  <a:lnTo>
                    <a:pt x="1538892" y="4551527"/>
                  </a:lnTo>
                  <a:lnTo>
                    <a:pt x="1538892" y="4550903"/>
                  </a:lnTo>
                  <a:lnTo>
                    <a:pt x="1539038" y="4550903"/>
                  </a:lnTo>
                  <a:lnTo>
                    <a:pt x="1539183" y="4550903"/>
                  </a:lnTo>
                  <a:lnTo>
                    <a:pt x="1539183" y="4550280"/>
                  </a:lnTo>
                  <a:lnTo>
                    <a:pt x="1539328" y="4550280"/>
                  </a:lnTo>
                  <a:lnTo>
                    <a:pt x="1539474" y="4550280"/>
                  </a:lnTo>
                  <a:lnTo>
                    <a:pt x="1539619" y="4550280"/>
                  </a:lnTo>
                  <a:lnTo>
                    <a:pt x="1539765" y="4550280"/>
                  </a:lnTo>
                  <a:lnTo>
                    <a:pt x="1539910" y="4550280"/>
                  </a:lnTo>
                  <a:lnTo>
                    <a:pt x="1540055" y="4550280"/>
                  </a:lnTo>
                  <a:lnTo>
                    <a:pt x="1540201" y="4550280"/>
                  </a:lnTo>
                  <a:lnTo>
                    <a:pt x="1540346" y="4550280"/>
                  </a:lnTo>
                  <a:lnTo>
                    <a:pt x="1540346" y="4549656"/>
                  </a:lnTo>
                  <a:lnTo>
                    <a:pt x="1540346" y="4549033"/>
                  </a:lnTo>
                  <a:lnTo>
                    <a:pt x="1540492" y="4549033"/>
                  </a:lnTo>
                  <a:lnTo>
                    <a:pt x="1540637" y="4549033"/>
                  </a:lnTo>
                  <a:lnTo>
                    <a:pt x="1540783" y="4549033"/>
                  </a:lnTo>
                  <a:lnTo>
                    <a:pt x="1540928" y="4549033"/>
                  </a:lnTo>
                  <a:lnTo>
                    <a:pt x="1541073" y="4549033"/>
                  </a:lnTo>
                  <a:lnTo>
                    <a:pt x="1541219" y="4549033"/>
                  </a:lnTo>
                  <a:lnTo>
                    <a:pt x="1541364" y="4549033"/>
                  </a:lnTo>
                  <a:lnTo>
                    <a:pt x="1541510" y="4549033"/>
                  </a:lnTo>
                  <a:lnTo>
                    <a:pt x="1541655" y="4549033"/>
                  </a:lnTo>
                  <a:lnTo>
                    <a:pt x="1541801" y="4549033"/>
                  </a:lnTo>
                  <a:lnTo>
                    <a:pt x="1541946" y="4549033"/>
                  </a:lnTo>
                  <a:lnTo>
                    <a:pt x="1542091" y="4549033"/>
                  </a:lnTo>
                  <a:lnTo>
                    <a:pt x="1542237" y="4549033"/>
                  </a:lnTo>
                  <a:lnTo>
                    <a:pt x="1542382" y="4549033"/>
                  </a:lnTo>
                  <a:lnTo>
                    <a:pt x="1542528" y="4549033"/>
                  </a:lnTo>
                  <a:lnTo>
                    <a:pt x="1542673" y="4549033"/>
                  </a:lnTo>
                  <a:lnTo>
                    <a:pt x="1542819" y="4549033"/>
                  </a:lnTo>
                  <a:lnTo>
                    <a:pt x="1542964" y="4549033"/>
                  </a:lnTo>
                  <a:lnTo>
                    <a:pt x="1543109" y="4549033"/>
                  </a:lnTo>
                  <a:lnTo>
                    <a:pt x="1543255" y="4549033"/>
                  </a:lnTo>
                  <a:lnTo>
                    <a:pt x="1543400" y="4549033"/>
                  </a:lnTo>
                  <a:lnTo>
                    <a:pt x="1543546" y="4549033"/>
                  </a:lnTo>
                  <a:lnTo>
                    <a:pt x="1543691" y="4549033"/>
                  </a:lnTo>
                  <a:lnTo>
                    <a:pt x="1543837" y="4549033"/>
                  </a:lnTo>
                  <a:lnTo>
                    <a:pt x="1543982" y="4549033"/>
                  </a:lnTo>
                  <a:lnTo>
                    <a:pt x="1544127" y="4549033"/>
                  </a:lnTo>
                  <a:lnTo>
                    <a:pt x="1544273" y="4549033"/>
                  </a:lnTo>
                  <a:lnTo>
                    <a:pt x="1544418" y="4549033"/>
                  </a:lnTo>
                  <a:lnTo>
                    <a:pt x="1544564" y="4549033"/>
                  </a:lnTo>
                  <a:lnTo>
                    <a:pt x="1544564" y="4548409"/>
                  </a:lnTo>
                  <a:lnTo>
                    <a:pt x="1544564" y="4547785"/>
                  </a:lnTo>
                  <a:lnTo>
                    <a:pt x="1544709" y="4547785"/>
                  </a:lnTo>
                  <a:lnTo>
                    <a:pt x="1544855" y="4547785"/>
                  </a:lnTo>
                  <a:lnTo>
                    <a:pt x="1545000" y="4547785"/>
                  </a:lnTo>
                  <a:lnTo>
                    <a:pt x="1545145" y="4547785"/>
                  </a:lnTo>
                  <a:lnTo>
                    <a:pt x="1545291" y="4547785"/>
                  </a:lnTo>
                  <a:lnTo>
                    <a:pt x="1545436" y="4547785"/>
                  </a:lnTo>
                  <a:lnTo>
                    <a:pt x="1545582" y="4547785"/>
                  </a:lnTo>
                  <a:lnTo>
                    <a:pt x="1545727" y="4547785"/>
                  </a:lnTo>
                  <a:lnTo>
                    <a:pt x="1545873" y="4547785"/>
                  </a:lnTo>
                  <a:lnTo>
                    <a:pt x="1546018" y="4547785"/>
                  </a:lnTo>
                  <a:lnTo>
                    <a:pt x="1546163" y="4547785"/>
                  </a:lnTo>
                  <a:lnTo>
                    <a:pt x="1546309" y="4547785"/>
                  </a:lnTo>
                  <a:lnTo>
                    <a:pt x="1546454" y="4547785"/>
                  </a:lnTo>
                  <a:lnTo>
                    <a:pt x="1546454" y="4547162"/>
                  </a:lnTo>
                  <a:lnTo>
                    <a:pt x="1546600" y="4547162"/>
                  </a:lnTo>
                  <a:lnTo>
                    <a:pt x="1546745" y="4547162"/>
                  </a:lnTo>
                  <a:lnTo>
                    <a:pt x="1546890" y="4547162"/>
                  </a:lnTo>
                  <a:lnTo>
                    <a:pt x="1547036" y="4547162"/>
                  </a:lnTo>
                  <a:lnTo>
                    <a:pt x="1547181" y="4547162"/>
                  </a:lnTo>
                  <a:lnTo>
                    <a:pt x="1547327" y="4547162"/>
                  </a:lnTo>
                  <a:lnTo>
                    <a:pt x="1547472" y="4547162"/>
                  </a:lnTo>
                  <a:lnTo>
                    <a:pt x="1547618" y="4547162"/>
                  </a:lnTo>
                  <a:lnTo>
                    <a:pt x="1547763" y="4547162"/>
                  </a:lnTo>
                  <a:lnTo>
                    <a:pt x="1547908" y="4547162"/>
                  </a:lnTo>
                  <a:lnTo>
                    <a:pt x="1548054" y="4547162"/>
                  </a:lnTo>
                  <a:lnTo>
                    <a:pt x="1548199" y="4547162"/>
                  </a:lnTo>
                  <a:lnTo>
                    <a:pt x="1548345" y="4547162"/>
                  </a:lnTo>
                  <a:lnTo>
                    <a:pt x="1548345" y="4546538"/>
                  </a:lnTo>
                  <a:lnTo>
                    <a:pt x="1548490" y="4546538"/>
                  </a:lnTo>
                  <a:lnTo>
                    <a:pt x="1548490" y="4545915"/>
                  </a:lnTo>
                  <a:lnTo>
                    <a:pt x="1548636" y="4545915"/>
                  </a:lnTo>
                  <a:lnTo>
                    <a:pt x="1548636" y="4545291"/>
                  </a:lnTo>
                  <a:lnTo>
                    <a:pt x="1548781" y="4545291"/>
                  </a:lnTo>
                  <a:lnTo>
                    <a:pt x="1548781" y="4544667"/>
                  </a:lnTo>
                  <a:lnTo>
                    <a:pt x="1548926" y="4544667"/>
                  </a:lnTo>
                  <a:lnTo>
                    <a:pt x="1548926" y="4544044"/>
                  </a:lnTo>
                  <a:lnTo>
                    <a:pt x="1549072" y="4544044"/>
                  </a:lnTo>
                  <a:lnTo>
                    <a:pt x="1549217" y="4544044"/>
                  </a:lnTo>
                  <a:lnTo>
                    <a:pt x="1549363" y="4544044"/>
                  </a:lnTo>
                  <a:lnTo>
                    <a:pt x="1549508" y="4544044"/>
                  </a:lnTo>
                  <a:lnTo>
                    <a:pt x="1549654" y="4544044"/>
                  </a:lnTo>
                  <a:lnTo>
                    <a:pt x="1549654" y="4543420"/>
                  </a:lnTo>
                  <a:lnTo>
                    <a:pt x="1549799" y="4543420"/>
                  </a:lnTo>
                  <a:lnTo>
                    <a:pt x="1549944" y="4543420"/>
                  </a:lnTo>
                  <a:lnTo>
                    <a:pt x="1550090" y="4543420"/>
                  </a:lnTo>
                  <a:lnTo>
                    <a:pt x="1550235" y="4543420"/>
                  </a:lnTo>
                  <a:lnTo>
                    <a:pt x="1550381" y="4543420"/>
                  </a:lnTo>
                  <a:lnTo>
                    <a:pt x="1550381" y="4542797"/>
                  </a:lnTo>
                  <a:lnTo>
                    <a:pt x="1550526" y="4542797"/>
                  </a:lnTo>
                  <a:lnTo>
                    <a:pt x="1550672" y="4542797"/>
                  </a:lnTo>
                  <a:lnTo>
                    <a:pt x="1550672" y="4542173"/>
                  </a:lnTo>
                  <a:lnTo>
                    <a:pt x="1550817" y="4542173"/>
                  </a:lnTo>
                  <a:lnTo>
                    <a:pt x="1550962" y="4542173"/>
                  </a:lnTo>
                  <a:lnTo>
                    <a:pt x="1551108" y="4542173"/>
                  </a:lnTo>
                  <a:lnTo>
                    <a:pt x="1551253" y="4542173"/>
                  </a:lnTo>
                  <a:lnTo>
                    <a:pt x="1551399" y="4542173"/>
                  </a:lnTo>
                  <a:lnTo>
                    <a:pt x="1551544" y="4542173"/>
                  </a:lnTo>
                  <a:lnTo>
                    <a:pt x="1551690" y="4542173"/>
                  </a:lnTo>
                  <a:lnTo>
                    <a:pt x="1551835" y="4542173"/>
                  </a:lnTo>
                  <a:lnTo>
                    <a:pt x="1551980" y="4542173"/>
                  </a:lnTo>
                  <a:lnTo>
                    <a:pt x="1552126" y="4542173"/>
                  </a:lnTo>
                  <a:lnTo>
                    <a:pt x="1552271" y="4542173"/>
                  </a:lnTo>
                  <a:lnTo>
                    <a:pt x="1552271" y="4541550"/>
                  </a:lnTo>
                  <a:lnTo>
                    <a:pt x="1552417" y="4541550"/>
                  </a:lnTo>
                  <a:lnTo>
                    <a:pt x="1552562" y="4541550"/>
                  </a:lnTo>
                  <a:lnTo>
                    <a:pt x="1552708" y="4541550"/>
                  </a:lnTo>
                  <a:lnTo>
                    <a:pt x="1552853" y="4541550"/>
                  </a:lnTo>
                  <a:lnTo>
                    <a:pt x="1552853" y="4540926"/>
                  </a:lnTo>
                  <a:lnTo>
                    <a:pt x="1552998" y="4540926"/>
                  </a:lnTo>
                  <a:lnTo>
                    <a:pt x="1553144" y="4540926"/>
                  </a:lnTo>
                  <a:lnTo>
                    <a:pt x="1553289" y="4540926"/>
                  </a:lnTo>
                  <a:lnTo>
                    <a:pt x="1553289" y="4540302"/>
                  </a:lnTo>
                  <a:lnTo>
                    <a:pt x="1553435" y="4540302"/>
                  </a:lnTo>
                  <a:lnTo>
                    <a:pt x="1553580" y="4540302"/>
                  </a:lnTo>
                  <a:lnTo>
                    <a:pt x="1553725" y="4540302"/>
                  </a:lnTo>
                  <a:lnTo>
                    <a:pt x="1553871" y="4540302"/>
                  </a:lnTo>
                  <a:lnTo>
                    <a:pt x="1554016" y="4540302"/>
                  </a:lnTo>
                  <a:lnTo>
                    <a:pt x="1554016" y="4539679"/>
                  </a:lnTo>
                  <a:lnTo>
                    <a:pt x="1554162" y="4539679"/>
                  </a:lnTo>
                  <a:lnTo>
                    <a:pt x="1554307" y="4539679"/>
                  </a:lnTo>
                  <a:lnTo>
                    <a:pt x="1554453" y="4539679"/>
                  </a:lnTo>
                  <a:lnTo>
                    <a:pt x="1554598" y="4539679"/>
                  </a:lnTo>
                  <a:lnTo>
                    <a:pt x="1554598" y="4539055"/>
                  </a:lnTo>
                  <a:lnTo>
                    <a:pt x="1554743" y="4539055"/>
                  </a:lnTo>
                  <a:lnTo>
                    <a:pt x="1554743" y="4538432"/>
                  </a:lnTo>
                  <a:lnTo>
                    <a:pt x="1554889" y="4538432"/>
                  </a:lnTo>
                  <a:lnTo>
                    <a:pt x="1555034" y="4538432"/>
                  </a:lnTo>
                  <a:lnTo>
                    <a:pt x="1555180" y="4538432"/>
                  </a:lnTo>
                  <a:lnTo>
                    <a:pt x="1555325" y="4538432"/>
                  </a:lnTo>
                  <a:lnTo>
                    <a:pt x="1555471" y="4538432"/>
                  </a:lnTo>
                  <a:lnTo>
                    <a:pt x="1555616" y="4538432"/>
                  </a:lnTo>
                  <a:lnTo>
                    <a:pt x="1555761" y="4538432"/>
                  </a:lnTo>
                  <a:lnTo>
                    <a:pt x="1555907" y="4538432"/>
                  </a:lnTo>
                  <a:lnTo>
                    <a:pt x="1556052" y="4538432"/>
                  </a:lnTo>
                  <a:lnTo>
                    <a:pt x="1556198" y="4538432"/>
                  </a:lnTo>
                  <a:lnTo>
                    <a:pt x="1556343" y="4538432"/>
                  </a:lnTo>
                  <a:lnTo>
                    <a:pt x="1556489" y="4538432"/>
                  </a:lnTo>
                  <a:lnTo>
                    <a:pt x="1556634" y="4538432"/>
                  </a:lnTo>
                  <a:lnTo>
                    <a:pt x="1556779" y="4538432"/>
                  </a:lnTo>
                  <a:lnTo>
                    <a:pt x="1556925" y="4538432"/>
                  </a:lnTo>
                  <a:lnTo>
                    <a:pt x="1557070" y="4538432"/>
                  </a:lnTo>
                  <a:lnTo>
                    <a:pt x="1557216" y="4538432"/>
                  </a:lnTo>
                  <a:lnTo>
                    <a:pt x="1557361" y="4538432"/>
                  </a:lnTo>
                  <a:lnTo>
                    <a:pt x="1557507" y="4538432"/>
                  </a:lnTo>
                  <a:lnTo>
                    <a:pt x="1557507" y="4537808"/>
                  </a:lnTo>
                  <a:lnTo>
                    <a:pt x="1557652" y="4537808"/>
                  </a:lnTo>
                  <a:lnTo>
                    <a:pt x="1557797" y="4537808"/>
                  </a:lnTo>
                  <a:lnTo>
                    <a:pt x="1557943" y="4537808"/>
                  </a:lnTo>
                  <a:lnTo>
                    <a:pt x="1557943" y="4537184"/>
                  </a:lnTo>
                  <a:lnTo>
                    <a:pt x="1558088" y="4537184"/>
                  </a:lnTo>
                  <a:lnTo>
                    <a:pt x="1558234" y="4537184"/>
                  </a:lnTo>
                  <a:lnTo>
                    <a:pt x="1558379" y="4537184"/>
                  </a:lnTo>
                  <a:lnTo>
                    <a:pt x="1558525" y="4537184"/>
                  </a:lnTo>
                  <a:lnTo>
                    <a:pt x="1558670" y="4537184"/>
                  </a:lnTo>
                  <a:lnTo>
                    <a:pt x="1558670" y="4536561"/>
                  </a:lnTo>
                  <a:lnTo>
                    <a:pt x="1558815" y="4536561"/>
                  </a:lnTo>
                  <a:lnTo>
                    <a:pt x="1558815" y="4535937"/>
                  </a:lnTo>
                  <a:lnTo>
                    <a:pt x="1558961" y="4535937"/>
                  </a:lnTo>
                  <a:lnTo>
                    <a:pt x="1559106" y="4535937"/>
                  </a:lnTo>
                  <a:lnTo>
                    <a:pt x="1559252" y="4535937"/>
                  </a:lnTo>
                  <a:lnTo>
                    <a:pt x="1559397" y="4535937"/>
                  </a:lnTo>
                  <a:lnTo>
                    <a:pt x="1559397" y="4535314"/>
                  </a:lnTo>
                  <a:lnTo>
                    <a:pt x="1559543" y="4535314"/>
                  </a:lnTo>
                  <a:lnTo>
                    <a:pt x="1559688" y="4535314"/>
                  </a:lnTo>
                  <a:lnTo>
                    <a:pt x="1559833" y="4535314"/>
                  </a:lnTo>
                  <a:lnTo>
                    <a:pt x="1559979" y="4535314"/>
                  </a:lnTo>
                  <a:lnTo>
                    <a:pt x="1559979" y="4534690"/>
                  </a:lnTo>
                  <a:lnTo>
                    <a:pt x="1560124" y="4534690"/>
                  </a:lnTo>
                  <a:lnTo>
                    <a:pt x="1560270" y="4534690"/>
                  </a:lnTo>
                  <a:lnTo>
                    <a:pt x="1560270" y="4534067"/>
                  </a:lnTo>
                  <a:lnTo>
                    <a:pt x="1560415" y="4534067"/>
                  </a:lnTo>
                  <a:lnTo>
                    <a:pt x="1560560" y="4534067"/>
                  </a:lnTo>
                  <a:lnTo>
                    <a:pt x="1560706" y="4534067"/>
                  </a:lnTo>
                  <a:lnTo>
                    <a:pt x="1560851" y="4534067"/>
                  </a:lnTo>
                  <a:lnTo>
                    <a:pt x="1560851" y="4533443"/>
                  </a:lnTo>
                  <a:lnTo>
                    <a:pt x="1560997" y="4533443"/>
                  </a:lnTo>
                  <a:lnTo>
                    <a:pt x="1561142" y="4533443"/>
                  </a:lnTo>
                  <a:lnTo>
                    <a:pt x="1561288" y="4533443"/>
                  </a:lnTo>
                  <a:lnTo>
                    <a:pt x="1561433" y="4533443"/>
                  </a:lnTo>
                  <a:lnTo>
                    <a:pt x="1561578" y="4533443"/>
                  </a:lnTo>
                  <a:lnTo>
                    <a:pt x="1561578" y="4532819"/>
                  </a:lnTo>
                  <a:lnTo>
                    <a:pt x="1561724" y="4532819"/>
                  </a:lnTo>
                  <a:lnTo>
                    <a:pt x="1561869" y="4532819"/>
                  </a:lnTo>
                  <a:lnTo>
                    <a:pt x="1562015" y="4532819"/>
                  </a:lnTo>
                  <a:lnTo>
                    <a:pt x="1562160" y="4532819"/>
                  </a:lnTo>
                  <a:lnTo>
                    <a:pt x="1562306" y="4532819"/>
                  </a:lnTo>
                  <a:lnTo>
                    <a:pt x="1562451" y="4532819"/>
                  </a:lnTo>
                  <a:lnTo>
                    <a:pt x="1562596" y="4532819"/>
                  </a:lnTo>
                  <a:lnTo>
                    <a:pt x="1562742" y="4532819"/>
                  </a:lnTo>
                  <a:lnTo>
                    <a:pt x="1562887" y="4532819"/>
                  </a:lnTo>
                  <a:lnTo>
                    <a:pt x="1563033" y="4532819"/>
                  </a:lnTo>
                  <a:lnTo>
                    <a:pt x="1563178" y="4532819"/>
                  </a:lnTo>
                  <a:lnTo>
                    <a:pt x="1563324" y="4532819"/>
                  </a:lnTo>
                  <a:lnTo>
                    <a:pt x="1563469" y="4532819"/>
                  </a:lnTo>
                  <a:lnTo>
                    <a:pt x="1563614" y="4532819"/>
                  </a:lnTo>
                  <a:lnTo>
                    <a:pt x="1563760" y="4532819"/>
                  </a:lnTo>
                  <a:lnTo>
                    <a:pt x="1563905" y="4532819"/>
                  </a:lnTo>
                  <a:lnTo>
                    <a:pt x="1564051" y="4532819"/>
                  </a:lnTo>
                  <a:lnTo>
                    <a:pt x="1564196" y="4532819"/>
                  </a:lnTo>
                  <a:lnTo>
                    <a:pt x="1564342" y="4532819"/>
                  </a:lnTo>
                  <a:lnTo>
                    <a:pt x="1564342" y="4532196"/>
                  </a:lnTo>
                  <a:lnTo>
                    <a:pt x="1564487" y="4532196"/>
                  </a:lnTo>
                  <a:lnTo>
                    <a:pt x="1564632" y="4532196"/>
                  </a:lnTo>
                  <a:lnTo>
                    <a:pt x="1564632" y="4531572"/>
                  </a:lnTo>
                  <a:lnTo>
                    <a:pt x="1564778" y="4531572"/>
                  </a:lnTo>
                  <a:lnTo>
                    <a:pt x="1564923" y="4531572"/>
                  </a:lnTo>
                  <a:lnTo>
                    <a:pt x="1565069" y="4531572"/>
                  </a:lnTo>
                  <a:lnTo>
                    <a:pt x="1565069" y="4530949"/>
                  </a:lnTo>
                  <a:lnTo>
                    <a:pt x="1565214" y="4530949"/>
                  </a:lnTo>
                  <a:lnTo>
                    <a:pt x="1565360" y="4530949"/>
                  </a:lnTo>
                  <a:lnTo>
                    <a:pt x="1565505" y="4530949"/>
                  </a:lnTo>
                  <a:lnTo>
                    <a:pt x="1565505" y="4530325"/>
                  </a:lnTo>
                  <a:lnTo>
                    <a:pt x="1565650" y="4530325"/>
                  </a:lnTo>
                  <a:lnTo>
                    <a:pt x="1565796" y="4530325"/>
                  </a:lnTo>
                  <a:lnTo>
                    <a:pt x="1565796" y="4529701"/>
                  </a:lnTo>
                  <a:lnTo>
                    <a:pt x="1565941" y="4529701"/>
                  </a:lnTo>
                  <a:lnTo>
                    <a:pt x="1566087" y="4529701"/>
                  </a:lnTo>
                  <a:lnTo>
                    <a:pt x="1566232" y="4529701"/>
                  </a:lnTo>
                  <a:lnTo>
                    <a:pt x="1566378" y="4529701"/>
                  </a:lnTo>
                  <a:lnTo>
                    <a:pt x="1566523" y="4529701"/>
                  </a:lnTo>
                  <a:lnTo>
                    <a:pt x="1566668" y="4529701"/>
                  </a:lnTo>
                  <a:lnTo>
                    <a:pt x="1566814" y="4529701"/>
                  </a:lnTo>
                  <a:lnTo>
                    <a:pt x="1566959" y="4529701"/>
                  </a:lnTo>
                  <a:lnTo>
                    <a:pt x="1567105" y="4529701"/>
                  </a:lnTo>
                  <a:lnTo>
                    <a:pt x="1567250" y="4529701"/>
                  </a:lnTo>
                  <a:lnTo>
                    <a:pt x="1567250" y="4529078"/>
                  </a:lnTo>
                  <a:lnTo>
                    <a:pt x="1567395" y="4529078"/>
                  </a:lnTo>
                  <a:lnTo>
                    <a:pt x="1567541" y="4529078"/>
                  </a:lnTo>
                  <a:lnTo>
                    <a:pt x="1567686" y="4529078"/>
                  </a:lnTo>
                  <a:lnTo>
                    <a:pt x="1567686" y="4528454"/>
                  </a:lnTo>
                  <a:lnTo>
                    <a:pt x="1567832" y="4528454"/>
                  </a:lnTo>
                  <a:lnTo>
                    <a:pt x="1567977" y="4528454"/>
                  </a:lnTo>
                  <a:lnTo>
                    <a:pt x="1568123" y="4528454"/>
                  </a:lnTo>
                  <a:lnTo>
                    <a:pt x="1568123" y="4527831"/>
                  </a:lnTo>
                  <a:lnTo>
                    <a:pt x="1568268" y="4527831"/>
                  </a:lnTo>
                  <a:lnTo>
                    <a:pt x="1568268" y="4527207"/>
                  </a:lnTo>
                  <a:lnTo>
                    <a:pt x="1568268" y="4526584"/>
                  </a:lnTo>
                  <a:lnTo>
                    <a:pt x="1568413" y="4526584"/>
                  </a:lnTo>
                  <a:lnTo>
                    <a:pt x="1568559" y="4526584"/>
                  </a:lnTo>
                  <a:lnTo>
                    <a:pt x="1568704" y="4526584"/>
                  </a:lnTo>
                  <a:lnTo>
                    <a:pt x="1568704" y="4525960"/>
                  </a:lnTo>
                  <a:lnTo>
                    <a:pt x="1568704" y="4525336"/>
                  </a:lnTo>
                  <a:lnTo>
                    <a:pt x="1568850" y="4525336"/>
                  </a:lnTo>
                  <a:lnTo>
                    <a:pt x="1568995" y="4525336"/>
                  </a:lnTo>
                  <a:lnTo>
                    <a:pt x="1569141" y="4525336"/>
                  </a:lnTo>
                  <a:lnTo>
                    <a:pt x="1569286" y="4525336"/>
                  </a:lnTo>
                  <a:lnTo>
                    <a:pt x="1569431" y="4525336"/>
                  </a:lnTo>
                  <a:lnTo>
                    <a:pt x="1569577" y="4525336"/>
                  </a:lnTo>
                  <a:lnTo>
                    <a:pt x="1569722" y="4525336"/>
                  </a:lnTo>
                  <a:lnTo>
                    <a:pt x="1569722" y="4524713"/>
                  </a:lnTo>
                  <a:lnTo>
                    <a:pt x="1569868" y="4524713"/>
                  </a:lnTo>
                  <a:lnTo>
                    <a:pt x="1570013" y="4524713"/>
                  </a:lnTo>
                  <a:lnTo>
                    <a:pt x="1570159" y="4524713"/>
                  </a:lnTo>
                  <a:lnTo>
                    <a:pt x="1570304" y="4524713"/>
                  </a:lnTo>
                  <a:lnTo>
                    <a:pt x="1570449" y="4524713"/>
                  </a:lnTo>
                  <a:lnTo>
                    <a:pt x="1570595" y="4524713"/>
                  </a:lnTo>
                  <a:lnTo>
                    <a:pt x="1570740" y="4524713"/>
                  </a:lnTo>
                  <a:lnTo>
                    <a:pt x="1570886" y="4524713"/>
                  </a:lnTo>
                  <a:lnTo>
                    <a:pt x="1571031" y="4524713"/>
                  </a:lnTo>
                  <a:lnTo>
                    <a:pt x="1571177" y="4524713"/>
                  </a:lnTo>
                  <a:lnTo>
                    <a:pt x="1571177" y="4524089"/>
                  </a:lnTo>
                  <a:lnTo>
                    <a:pt x="1571177" y="4523466"/>
                  </a:lnTo>
                  <a:lnTo>
                    <a:pt x="1571177" y="4522842"/>
                  </a:lnTo>
                  <a:lnTo>
                    <a:pt x="1571177" y="4522218"/>
                  </a:lnTo>
                  <a:lnTo>
                    <a:pt x="1571322" y="4522218"/>
                  </a:lnTo>
                  <a:lnTo>
                    <a:pt x="1571322" y="4521595"/>
                  </a:lnTo>
                  <a:lnTo>
                    <a:pt x="1571322" y="4520971"/>
                  </a:lnTo>
                  <a:lnTo>
                    <a:pt x="1571467" y="4520971"/>
                  </a:lnTo>
                  <a:lnTo>
                    <a:pt x="1571613" y="4520971"/>
                  </a:lnTo>
                  <a:lnTo>
                    <a:pt x="1571758" y="4520971"/>
                  </a:lnTo>
                  <a:lnTo>
                    <a:pt x="1571904" y="4520971"/>
                  </a:lnTo>
                  <a:lnTo>
                    <a:pt x="1572049" y="4520971"/>
                  </a:lnTo>
                  <a:lnTo>
                    <a:pt x="1572195" y="4520971"/>
                  </a:lnTo>
                  <a:lnTo>
                    <a:pt x="1572340" y="4520971"/>
                  </a:lnTo>
                  <a:lnTo>
                    <a:pt x="1572340" y="4520348"/>
                  </a:lnTo>
                  <a:lnTo>
                    <a:pt x="1572485" y="4520348"/>
                  </a:lnTo>
                  <a:lnTo>
                    <a:pt x="1572485" y="4519724"/>
                  </a:lnTo>
                  <a:lnTo>
                    <a:pt x="1572631" y="4519724"/>
                  </a:lnTo>
                  <a:lnTo>
                    <a:pt x="1572776" y="4519724"/>
                  </a:lnTo>
                  <a:lnTo>
                    <a:pt x="1572922" y="4519724"/>
                  </a:lnTo>
                  <a:lnTo>
                    <a:pt x="1573067" y="4519724"/>
                  </a:lnTo>
                  <a:lnTo>
                    <a:pt x="1573212" y="4519724"/>
                  </a:lnTo>
                  <a:lnTo>
                    <a:pt x="1573212" y="4519101"/>
                  </a:lnTo>
                  <a:lnTo>
                    <a:pt x="1573358" y="4519101"/>
                  </a:lnTo>
                  <a:lnTo>
                    <a:pt x="1573503" y="4519101"/>
                  </a:lnTo>
                  <a:lnTo>
                    <a:pt x="1573649" y="4519101"/>
                  </a:lnTo>
                  <a:lnTo>
                    <a:pt x="1573794" y="4519101"/>
                  </a:lnTo>
                  <a:lnTo>
                    <a:pt x="1573940" y="4519101"/>
                  </a:lnTo>
                  <a:lnTo>
                    <a:pt x="1573940" y="4518477"/>
                  </a:lnTo>
                  <a:lnTo>
                    <a:pt x="1574085" y="4518477"/>
                  </a:lnTo>
                  <a:lnTo>
                    <a:pt x="1574230" y="4518477"/>
                  </a:lnTo>
                  <a:lnTo>
                    <a:pt x="1574376" y="4518477"/>
                  </a:lnTo>
                  <a:lnTo>
                    <a:pt x="1574521" y="4518477"/>
                  </a:lnTo>
                  <a:lnTo>
                    <a:pt x="1574667" y="4518477"/>
                  </a:lnTo>
                  <a:lnTo>
                    <a:pt x="1574667" y="4517853"/>
                  </a:lnTo>
                  <a:lnTo>
                    <a:pt x="1574812" y="4517853"/>
                  </a:lnTo>
                  <a:lnTo>
                    <a:pt x="1574958" y="4517853"/>
                  </a:lnTo>
                  <a:lnTo>
                    <a:pt x="1575103" y="4517853"/>
                  </a:lnTo>
                  <a:lnTo>
                    <a:pt x="1575248" y="4517853"/>
                  </a:lnTo>
                  <a:lnTo>
                    <a:pt x="1575248" y="4517230"/>
                  </a:lnTo>
                  <a:lnTo>
                    <a:pt x="1575394" y="4517230"/>
                  </a:lnTo>
                  <a:lnTo>
                    <a:pt x="1575539" y="4517230"/>
                  </a:lnTo>
                  <a:lnTo>
                    <a:pt x="1575685" y="4517230"/>
                  </a:lnTo>
                  <a:lnTo>
                    <a:pt x="1575685" y="4516606"/>
                  </a:lnTo>
                  <a:lnTo>
                    <a:pt x="1575830" y="4516606"/>
                  </a:lnTo>
                  <a:lnTo>
                    <a:pt x="1575976" y="4516606"/>
                  </a:lnTo>
                  <a:lnTo>
                    <a:pt x="1575976" y="4515983"/>
                  </a:lnTo>
                  <a:lnTo>
                    <a:pt x="1576121" y="4515983"/>
                  </a:lnTo>
                  <a:lnTo>
                    <a:pt x="1576266" y="4515983"/>
                  </a:lnTo>
                  <a:lnTo>
                    <a:pt x="1576412" y="4515983"/>
                  </a:lnTo>
                  <a:lnTo>
                    <a:pt x="1576557" y="4515983"/>
                  </a:lnTo>
                  <a:lnTo>
                    <a:pt x="1576703" y="4515983"/>
                  </a:lnTo>
                  <a:lnTo>
                    <a:pt x="1576848" y="4515983"/>
                  </a:lnTo>
                  <a:lnTo>
                    <a:pt x="1576994" y="4515983"/>
                  </a:lnTo>
                  <a:lnTo>
                    <a:pt x="1577139" y="4515983"/>
                  </a:lnTo>
                  <a:lnTo>
                    <a:pt x="1577284" y="4515983"/>
                  </a:lnTo>
                  <a:lnTo>
                    <a:pt x="1577430" y="4515983"/>
                  </a:lnTo>
                  <a:lnTo>
                    <a:pt x="1577575" y="4515983"/>
                  </a:lnTo>
                  <a:lnTo>
                    <a:pt x="1577721" y="4515983"/>
                  </a:lnTo>
                  <a:lnTo>
                    <a:pt x="1577866" y="4515983"/>
                  </a:lnTo>
                  <a:lnTo>
                    <a:pt x="1578012" y="4515983"/>
                  </a:lnTo>
                  <a:lnTo>
                    <a:pt x="1578157" y="4515983"/>
                  </a:lnTo>
                  <a:lnTo>
                    <a:pt x="1578302" y="4515983"/>
                  </a:lnTo>
                  <a:lnTo>
                    <a:pt x="1578448" y="4515983"/>
                  </a:lnTo>
                  <a:lnTo>
                    <a:pt x="1578593" y="4515983"/>
                  </a:lnTo>
                  <a:lnTo>
                    <a:pt x="1578593" y="4515359"/>
                  </a:lnTo>
                  <a:lnTo>
                    <a:pt x="1578739" y="4515359"/>
                  </a:lnTo>
                  <a:lnTo>
                    <a:pt x="1578884" y="4515359"/>
                  </a:lnTo>
                  <a:lnTo>
                    <a:pt x="1578884" y="4514735"/>
                  </a:lnTo>
                  <a:lnTo>
                    <a:pt x="1579030" y="4514735"/>
                  </a:lnTo>
                  <a:lnTo>
                    <a:pt x="1579175" y="4514735"/>
                  </a:lnTo>
                  <a:lnTo>
                    <a:pt x="1579175" y="4514112"/>
                  </a:lnTo>
                  <a:lnTo>
                    <a:pt x="1579175" y="4513488"/>
                  </a:lnTo>
                  <a:lnTo>
                    <a:pt x="1579320" y="4513488"/>
                  </a:lnTo>
                  <a:lnTo>
                    <a:pt x="1579320" y="4512865"/>
                  </a:lnTo>
                  <a:lnTo>
                    <a:pt x="1579466" y="4512865"/>
                  </a:lnTo>
                  <a:lnTo>
                    <a:pt x="1579611" y="4512865"/>
                  </a:lnTo>
                  <a:lnTo>
                    <a:pt x="1579757" y="4512865"/>
                  </a:lnTo>
                  <a:lnTo>
                    <a:pt x="1579902" y="4512865"/>
                  </a:lnTo>
                  <a:lnTo>
                    <a:pt x="1580047" y="4512865"/>
                  </a:lnTo>
                  <a:lnTo>
                    <a:pt x="1580193" y="4512865"/>
                  </a:lnTo>
                  <a:lnTo>
                    <a:pt x="1580338" y="4512865"/>
                  </a:lnTo>
                  <a:lnTo>
                    <a:pt x="1580338" y="4512241"/>
                  </a:lnTo>
                  <a:lnTo>
                    <a:pt x="1580484" y="4512241"/>
                  </a:lnTo>
                  <a:lnTo>
                    <a:pt x="1580629" y="4512241"/>
                  </a:lnTo>
                  <a:lnTo>
                    <a:pt x="1580775" y="4512241"/>
                  </a:lnTo>
                  <a:lnTo>
                    <a:pt x="1580920" y="4512241"/>
                  </a:lnTo>
                  <a:lnTo>
                    <a:pt x="1581065" y="4512241"/>
                  </a:lnTo>
                  <a:lnTo>
                    <a:pt x="1581211" y="4512241"/>
                  </a:lnTo>
                  <a:lnTo>
                    <a:pt x="1581356" y="4512241"/>
                  </a:lnTo>
                  <a:lnTo>
                    <a:pt x="1581502" y="4512241"/>
                  </a:lnTo>
                  <a:lnTo>
                    <a:pt x="1581502" y="4511618"/>
                  </a:lnTo>
                  <a:lnTo>
                    <a:pt x="1581647" y="4511618"/>
                  </a:lnTo>
                  <a:lnTo>
                    <a:pt x="1581793" y="4511618"/>
                  </a:lnTo>
                  <a:lnTo>
                    <a:pt x="1581938" y="4511618"/>
                  </a:lnTo>
                  <a:lnTo>
                    <a:pt x="1581938" y="4510994"/>
                  </a:lnTo>
                  <a:lnTo>
                    <a:pt x="1582083" y="4510994"/>
                  </a:lnTo>
                  <a:lnTo>
                    <a:pt x="1582229" y="4510994"/>
                  </a:lnTo>
                  <a:lnTo>
                    <a:pt x="1582374" y="4510994"/>
                  </a:lnTo>
                  <a:lnTo>
                    <a:pt x="1582520" y="4510994"/>
                  </a:lnTo>
                  <a:lnTo>
                    <a:pt x="1582665" y="4510994"/>
                  </a:lnTo>
                  <a:lnTo>
                    <a:pt x="1582811" y="4510994"/>
                  </a:lnTo>
                  <a:lnTo>
                    <a:pt x="1582956" y="4510994"/>
                  </a:lnTo>
                  <a:lnTo>
                    <a:pt x="1583101" y="4510994"/>
                  </a:lnTo>
                  <a:lnTo>
                    <a:pt x="1583247" y="4510994"/>
                  </a:lnTo>
                  <a:lnTo>
                    <a:pt x="1583392" y="4510994"/>
                  </a:lnTo>
                  <a:lnTo>
                    <a:pt x="1583538" y="4510994"/>
                  </a:lnTo>
                  <a:lnTo>
                    <a:pt x="1583538" y="4510370"/>
                  </a:lnTo>
                  <a:lnTo>
                    <a:pt x="1583683" y="4510370"/>
                  </a:lnTo>
                  <a:lnTo>
                    <a:pt x="1583829" y="4510370"/>
                  </a:lnTo>
                  <a:lnTo>
                    <a:pt x="1583974" y="4510370"/>
                  </a:lnTo>
                  <a:lnTo>
                    <a:pt x="1584119" y="4510370"/>
                  </a:lnTo>
                  <a:lnTo>
                    <a:pt x="1584265" y="4510370"/>
                  </a:lnTo>
                  <a:lnTo>
                    <a:pt x="1584410" y="4510370"/>
                  </a:lnTo>
                  <a:lnTo>
                    <a:pt x="1584410" y="4509747"/>
                  </a:lnTo>
                  <a:lnTo>
                    <a:pt x="1584410" y="4509123"/>
                  </a:lnTo>
                  <a:lnTo>
                    <a:pt x="1584410" y="4508500"/>
                  </a:lnTo>
                  <a:lnTo>
                    <a:pt x="1584556" y="4508500"/>
                  </a:lnTo>
                  <a:lnTo>
                    <a:pt x="1584701" y="4508500"/>
                  </a:lnTo>
                  <a:lnTo>
                    <a:pt x="1584701" y="4507876"/>
                  </a:lnTo>
                  <a:lnTo>
                    <a:pt x="1584847" y="4507876"/>
                  </a:lnTo>
                  <a:lnTo>
                    <a:pt x="1584847" y="4507253"/>
                  </a:lnTo>
                  <a:lnTo>
                    <a:pt x="1584992" y="4507253"/>
                  </a:lnTo>
                  <a:lnTo>
                    <a:pt x="1585137" y="4507253"/>
                  </a:lnTo>
                  <a:lnTo>
                    <a:pt x="1585283" y="4507253"/>
                  </a:lnTo>
                  <a:lnTo>
                    <a:pt x="1585428" y="4507253"/>
                  </a:lnTo>
                  <a:lnTo>
                    <a:pt x="1585428" y="4506629"/>
                  </a:lnTo>
                  <a:lnTo>
                    <a:pt x="1585574" y="4506629"/>
                  </a:lnTo>
                  <a:lnTo>
                    <a:pt x="1585574" y="4506005"/>
                  </a:lnTo>
                  <a:lnTo>
                    <a:pt x="1585719" y="4506005"/>
                  </a:lnTo>
                  <a:lnTo>
                    <a:pt x="1585865" y="4506005"/>
                  </a:lnTo>
                  <a:lnTo>
                    <a:pt x="1586010" y="4506005"/>
                  </a:lnTo>
                  <a:lnTo>
                    <a:pt x="1586155" y="4506005"/>
                  </a:lnTo>
                  <a:lnTo>
                    <a:pt x="1586301" y="4506005"/>
                  </a:lnTo>
                  <a:lnTo>
                    <a:pt x="1586446" y="4506005"/>
                  </a:lnTo>
                  <a:lnTo>
                    <a:pt x="1586592" y="4506005"/>
                  </a:lnTo>
                  <a:lnTo>
                    <a:pt x="1586737" y="4506005"/>
                  </a:lnTo>
                  <a:lnTo>
                    <a:pt x="1586882" y="4506005"/>
                  </a:lnTo>
                  <a:lnTo>
                    <a:pt x="1587028" y="4506005"/>
                  </a:lnTo>
                  <a:lnTo>
                    <a:pt x="1587173" y="4506005"/>
                  </a:lnTo>
                  <a:lnTo>
                    <a:pt x="1587319" y="4506005"/>
                  </a:lnTo>
                  <a:lnTo>
                    <a:pt x="1587464" y="4506005"/>
                  </a:lnTo>
                  <a:lnTo>
                    <a:pt x="1587610" y="4506005"/>
                  </a:lnTo>
                  <a:lnTo>
                    <a:pt x="1587610" y="4505382"/>
                  </a:lnTo>
                  <a:lnTo>
                    <a:pt x="1587755" y="4505382"/>
                  </a:lnTo>
                  <a:lnTo>
                    <a:pt x="1587900" y="4505382"/>
                  </a:lnTo>
                  <a:lnTo>
                    <a:pt x="1588046" y="4505382"/>
                  </a:lnTo>
                  <a:lnTo>
                    <a:pt x="1588046" y="4504758"/>
                  </a:lnTo>
                  <a:lnTo>
                    <a:pt x="1588191" y="4504758"/>
                  </a:lnTo>
                  <a:lnTo>
                    <a:pt x="1588337" y="4504758"/>
                  </a:lnTo>
                  <a:lnTo>
                    <a:pt x="1588482" y="4504758"/>
                  </a:lnTo>
                  <a:lnTo>
                    <a:pt x="1588628" y="4504758"/>
                  </a:lnTo>
                  <a:lnTo>
                    <a:pt x="1588628" y="4504135"/>
                  </a:lnTo>
                  <a:lnTo>
                    <a:pt x="1588773" y="4504135"/>
                  </a:lnTo>
                  <a:lnTo>
                    <a:pt x="1588918" y="4504135"/>
                  </a:lnTo>
                  <a:lnTo>
                    <a:pt x="1589064" y="4504135"/>
                  </a:lnTo>
                  <a:lnTo>
                    <a:pt x="1589209" y="4504135"/>
                  </a:lnTo>
                  <a:lnTo>
                    <a:pt x="1589355" y="4504135"/>
                  </a:lnTo>
                  <a:lnTo>
                    <a:pt x="1589500" y="4504135"/>
                  </a:lnTo>
                  <a:lnTo>
                    <a:pt x="1589646" y="4504135"/>
                  </a:lnTo>
                  <a:lnTo>
                    <a:pt x="1589791" y="4504135"/>
                  </a:lnTo>
                  <a:lnTo>
                    <a:pt x="1589791" y="4503511"/>
                  </a:lnTo>
                  <a:lnTo>
                    <a:pt x="1589936" y="4503511"/>
                  </a:lnTo>
                  <a:lnTo>
                    <a:pt x="1590082" y="4503511"/>
                  </a:lnTo>
                  <a:lnTo>
                    <a:pt x="1590227" y="4503511"/>
                  </a:lnTo>
                  <a:lnTo>
                    <a:pt x="1590227" y="4502887"/>
                  </a:lnTo>
                  <a:lnTo>
                    <a:pt x="1590373" y="4502887"/>
                  </a:lnTo>
                  <a:lnTo>
                    <a:pt x="1590518" y="4502887"/>
                  </a:lnTo>
                  <a:lnTo>
                    <a:pt x="1590664" y="4502887"/>
                  </a:lnTo>
                  <a:lnTo>
                    <a:pt x="1590809" y="4502887"/>
                  </a:lnTo>
                  <a:lnTo>
                    <a:pt x="1590954" y="4502887"/>
                  </a:lnTo>
                  <a:lnTo>
                    <a:pt x="1591100" y="4502887"/>
                  </a:lnTo>
                  <a:lnTo>
                    <a:pt x="1591245" y="4502887"/>
                  </a:lnTo>
                  <a:lnTo>
                    <a:pt x="1591391" y="4502887"/>
                  </a:lnTo>
                  <a:lnTo>
                    <a:pt x="1591536" y="4502887"/>
                  </a:lnTo>
                  <a:lnTo>
                    <a:pt x="1591682" y="4502887"/>
                  </a:lnTo>
                  <a:lnTo>
                    <a:pt x="1591827" y="4502887"/>
                  </a:lnTo>
                  <a:lnTo>
                    <a:pt x="1591972" y="4502887"/>
                  </a:lnTo>
                  <a:lnTo>
                    <a:pt x="1592118" y="4502887"/>
                  </a:lnTo>
                  <a:lnTo>
                    <a:pt x="1592118" y="4502264"/>
                  </a:lnTo>
                  <a:lnTo>
                    <a:pt x="1592263" y="4502264"/>
                  </a:lnTo>
                  <a:lnTo>
                    <a:pt x="1592263" y="4501640"/>
                  </a:lnTo>
                  <a:lnTo>
                    <a:pt x="1592409" y="4501640"/>
                  </a:lnTo>
                  <a:lnTo>
                    <a:pt x="1592554" y="4501640"/>
                  </a:lnTo>
                  <a:lnTo>
                    <a:pt x="1592700" y="4501640"/>
                  </a:lnTo>
                  <a:lnTo>
                    <a:pt x="1592845" y="4501640"/>
                  </a:lnTo>
                  <a:lnTo>
                    <a:pt x="1592990" y="4501640"/>
                  </a:lnTo>
                  <a:lnTo>
                    <a:pt x="1593136" y="4501640"/>
                  </a:lnTo>
                  <a:lnTo>
                    <a:pt x="1593281" y="4501640"/>
                  </a:lnTo>
                  <a:lnTo>
                    <a:pt x="1593427" y="4501640"/>
                  </a:lnTo>
                  <a:lnTo>
                    <a:pt x="1593572" y="4501640"/>
                  </a:lnTo>
                  <a:lnTo>
                    <a:pt x="1593717" y="4501640"/>
                  </a:lnTo>
                  <a:lnTo>
                    <a:pt x="1593863" y="4501640"/>
                  </a:lnTo>
                  <a:lnTo>
                    <a:pt x="1594008" y="4501640"/>
                  </a:lnTo>
                  <a:lnTo>
                    <a:pt x="1594154" y="4501640"/>
                  </a:lnTo>
                  <a:lnTo>
                    <a:pt x="1594299" y="4501640"/>
                  </a:lnTo>
                  <a:lnTo>
                    <a:pt x="1594445" y="4501640"/>
                  </a:lnTo>
                  <a:lnTo>
                    <a:pt x="1594590" y="4501640"/>
                  </a:lnTo>
                  <a:lnTo>
                    <a:pt x="1594735" y="4501640"/>
                  </a:lnTo>
                  <a:lnTo>
                    <a:pt x="1594881" y="4501640"/>
                  </a:lnTo>
                  <a:lnTo>
                    <a:pt x="1595026" y="4501640"/>
                  </a:lnTo>
                  <a:lnTo>
                    <a:pt x="1595026" y="4501017"/>
                  </a:lnTo>
                  <a:lnTo>
                    <a:pt x="1595172" y="4501017"/>
                  </a:lnTo>
                  <a:lnTo>
                    <a:pt x="1595317" y="4501017"/>
                  </a:lnTo>
                  <a:lnTo>
                    <a:pt x="1595463" y="4501017"/>
                  </a:lnTo>
                  <a:lnTo>
                    <a:pt x="1595608" y="4501017"/>
                  </a:lnTo>
                  <a:lnTo>
                    <a:pt x="1595608" y="4500393"/>
                  </a:lnTo>
                  <a:lnTo>
                    <a:pt x="1595753" y="4500393"/>
                  </a:lnTo>
                  <a:lnTo>
                    <a:pt x="1595899" y="4500393"/>
                  </a:lnTo>
                  <a:lnTo>
                    <a:pt x="1596044" y="4500393"/>
                  </a:lnTo>
                  <a:lnTo>
                    <a:pt x="1596190" y="4500393"/>
                  </a:lnTo>
                  <a:lnTo>
                    <a:pt x="1596335" y="4500393"/>
                  </a:lnTo>
                  <a:lnTo>
                    <a:pt x="1596481" y="4500393"/>
                  </a:lnTo>
                  <a:lnTo>
                    <a:pt x="1596626" y="4500393"/>
                  </a:lnTo>
                  <a:lnTo>
                    <a:pt x="1596771" y="4500393"/>
                  </a:lnTo>
                  <a:lnTo>
                    <a:pt x="1596917" y="4500393"/>
                  </a:lnTo>
                  <a:lnTo>
                    <a:pt x="1597062" y="4500393"/>
                  </a:lnTo>
                  <a:lnTo>
                    <a:pt x="1597062" y="4499770"/>
                  </a:lnTo>
                  <a:lnTo>
                    <a:pt x="1597208" y="4499770"/>
                  </a:lnTo>
                  <a:lnTo>
                    <a:pt x="1597353" y="4499770"/>
                  </a:lnTo>
                  <a:lnTo>
                    <a:pt x="1597499" y="4499770"/>
                  </a:lnTo>
                  <a:lnTo>
                    <a:pt x="1597499" y="4499146"/>
                  </a:lnTo>
                  <a:lnTo>
                    <a:pt x="1597644" y="4499146"/>
                  </a:lnTo>
                  <a:lnTo>
                    <a:pt x="1597644" y="4498522"/>
                  </a:lnTo>
                  <a:lnTo>
                    <a:pt x="1597789" y="4498522"/>
                  </a:lnTo>
                  <a:lnTo>
                    <a:pt x="1597789" y="4497899"/>
                  </a:lnTo>
                  <a:lnTo>
                    <a:pt x="1597935" y="4497899"/>
                  </a:lnTo>
                  <a:lnTo>
                    <a:pt x="1597935" y="4497275"/>
                  </a:lnTo>
                  <a:lnTo>
                    <a:pt x="1598080" y="4497275"/>
                  </a:lnTo>
                  <a:lnTo>
                    <a:pt x="1598226" y="4497275"/>
                  </a:lnTo>
                  <a:lnTo>
                    <a:pt x="1598371" y="4497275"/>
                  </a:lnTo>
                  <a:lnTo>
                    <a:pt x="1598371" y="4496652"/>
                  </a:lnTo>
                  <a:lnTo>
                    <a:pt x="1598517" y="4496652"/>
                  </a:lnTo>
                  <a:lnTo>
                    <a:pt x="1598662" y="4496652"/>
                  </a:lnTo>
                  <a:lnTo>
                    <a:pt x="1598807" y="4496652"/>
                  </a:lnTo>
                  <a:lnTo>
                    <a:pt x="1598953" y="4496652"/>
                  </a:lnTo>
                  <a:lnTo>
                    <a:pt x="1599098" y="4496652"/>
                  </a:lnTo>
                  <a:lnTo>
                    <a:pt x="1599244" y="4496652"/>
                  </a:lnTo>
                  <a:lnTo>
                    <a:pt x="1599389" y="4496652"/>
                  </a:lnTo>
                  <a:lnTo>
                    <a:pt x="1599535" y="4496652"/>
                  </a:lnTo>
                  <a:lnTo>
                    <a:pt x="1599535" y="4496028"/>
                  </a:lnTo>
                  <a:lnTo>
                    <a:pt x="1599680" y="4496028"/>
                  </a:lnTo>
                  <a:lnTo>
                    <a:pt x="1599825" y="4496028"/>
                  </a:lnTo>
                  <a:lnTo>
                    <a:pt x="1599971" y="4496028"/>
                  </a:lnTo>
                  <a:lnTo>
                    <a:pt x="1600116" y="4496028"/>
                  </a:lnTo>
                  <a:lnTo>
                    <a:pt x="1600116" y="4495404"/>
                  </a:lnTo>
                  <a:lnTo>
                    <a:pt x="1600262" y="4495404"/>
                  </a:lnTo>
                  <a:lnTo>
                    <a:pt x="1600407" y="4495404"/>
                  </a:lnTo>
                  <a:lnTo>
                    <a:pt x="1600552" y="4495404"/>
                  </a:lnTo>
                  <a:lnTo>
                    <a:pt x="1600552" y="4494781"/>
                  </a:lnTo>
                  <a:lnTo>
                    <a:pt x="1600552" y="4494157"/>
                  </a:lnTo>
                  <a:lnTo>
                    <a:pt x="1600698" y="4494157"/>
                  </a:lnTo>
                  <a:lnTo>
                    <a:pt x="1600698" y="4493534"/>
                  </a:lnTo>
                  <a:lnTo>
                    <a:pt x="1600843" y="4493534"/>
                  </a:lnTo>
                  <a:lnTo>
                    <a:pt x="1600989" y="4493534"/>
                  </a:lnTo>
                  <a:lnTo>
                    <a:pt x="1600989" y="4492910"/>
                  </a:lnTo>
                  <a:lnTo>
                    <a:pt x="1600989" y="4492287"/>
                  </a:lnTo>
                  <a:lnTo>
                    <a:pt x="1601134" y="4492287"/>
                  </a:lnTo>
                  <a:lnTo>
                    <a:pt x="1601280" y="4492287"/>
                  </a:lnTo>
                  <a:lnTo>
                    <a:pt x="1601280" y="4491663"/>
                  </a:lnTo>
                  <a:lnTo>
                    <a:pt x="1601425" y="4491663"/>
                  </a:lnTo>
                  <a:lnTo>
                    <a:pt x="1601570" y="4491663"/>
                  </a:lnTo>
                  <a:lnTo>
                    <a:pt x="1601716" y="4491663"/>
                  </a:lnTo>
                  <a:lnTo>
                    <a:pt x="1601861" y="4491663"/>
                  </a:lnTo>
                  <a:lnTo>
                    <a:pt x="1602007" y="4491663"/>
                  </a:lnTo>
                  <a:lnTo>
                    <a:pt x="1602152" y="4491663"/>
                  </a:lnTo>
                  <a:lnTo>
                    <a:pt x="1602298" y="4491663"/>
                  </a:lnTo>
                  <a:lnTo>
                    <a:pt x="1602298" y="4491039"/>
                  </a:lnTo>
                  <a:lnTo>
                    <a:pt x="1602443" y="4491039"/>
                  </a:lnTo>
                  <a:lnTo>
                    <a:pt x="1602588" y="4491039"/>
                  </a:lnTo>
                  <a:lnTo>
                    <a:pt x="1602734" y="4491039"/>
                  </a:lnTo>
                  <a:lnTo>
                    <a:pt x="1602734" y="4490416"/>
                  </a:lnTo>
                  <a:lnTo>
                    <a:pt x="1602734" y="4489792"/>
                  </a:lnTo>
                  <a:lnTo>
                    <a:pt x="1602879" y="4489792"/>
                  </a:lnTo>
                  <a:lnTo>
                    <a:pt x="1603025" y="4489792"/>
                  </a:lnTo>
                  <a:lnTo>
                    <a:pt x="1603170" y="4489792"/>
                  </a:lnTo>
                  <a:lnTo>
                    <a:pt x="1603316" y="4489792"/>
                  </a:lnTo>
                  <a:lnTo>
                    <a:pt x="1603461" y="4489792"/>
                  </a:lnTo>
                  <a:lnTo>
                    <a:pt x="1603606" y="4489792"/>
                  </a:lnTo>
                  <a:lnTo>
                    <a:pt x="1603752" y="4489792"/>
                  </a:lnTo>
                  <a:lnTo>
                    <a:pt x="1603897" y="4489792"/>
                  </a:lnTo>
                  <a:lnTo>
                    <a:pt x="1603897" y="4489169"/>
                  </a:lnTo>
                  <a:lnTo>
                    <a:pt x="1604043" y="4489169"/>
                  </a:lnTo>
                  <a:lnTo>
                    <a:pt x="1604188" y="4489169"/>
                  </a:lnTo>
                  <a:lnTo>
                    <a:pt x="1604334" y="4489169"/>
                  </a:lnTo>
                  <a:lnTo>
                    <a:pt x="1604479" y="4489169"/>
                  </a:lnTo>
                  <a:lnTo>
                    <a:pt x="1604479" y="4488545"/>
                  </a:lnTo>
                  <a:lnTo>
                    <a:pt x="1604624" y="4488545"/>
                  </a:lnTo>
                  <a:lnTo>
                    <a:pt x="1604770" y="4488545"/>
                  </a:lnTo>
                  <a:lnTo>
                    <a:pt x="1604770" y="4487921"/>
                  </a:lnTo>
                  <a:lnTo>
                    <a:pt x="1604915" y="4487921"/>
                  </a:lnTo>
                  <a:lnTo>
                    <a:pt x="1604915" y="4487298"/>
                  </a:lnTo>
                  <a:lnTo>
                    <a:pt x="1605061" y="4487298"/>
                  </a:lnTo>
                  <a:lnTo>
                    <a:pt x="1605206" y="4487298"/>
                  </a:lnTo>
                  <a:lnTo>
                    <a:pt x="1605352" y="4487298"/>
                  </a:lnTo>
                  <a:lnTo>
                    <a:pt x="1605497" y="4487298"/>
                  </a:lnTo>
                  <a:lnTo>
                    <a:pt x="1605642" y="4487298"/>
                  </a:lnTo>
                  <a:lnTo>
                    <a:pt x="1605788" y="4487298"/>
                  </a:lnTo>
                  <a:lnTo>
                    <a:pt x="1605788" y="4486674"/>
                  </a:lnTo>
                  <a:lnTo>
                    <a:pt x="1605933" y="4486674"/>
                  </a:lnTo>
                  <a:lnTo>
                    <a:pt x="1606079" y="4486674"/>
                  </a:lnTo>
                  <a:lnTo>
                    <a:pt x="1606224" y="4486674"/>
                  </a:lnTo>
                  <a:lnTo>
                    <a:pt x="1606370" y="4486674"/>
                  </a:lnTo>
                  <a:lnTo>
                    <a:pt x="1606515" y="4486674"/>
                  </a:lnTo>
                  <a:lnTo>
                    <a:pt x="1606660" y="4486674"/>
                  </a:lnTo>
                  <a:lnTo>
                    <a:pt x="1606806" y="4486674"/>
                  </a:lnTo>
                  <a:lnTo>
                    <a:pt x="1606951" y="4486674"/>
                  </a:lnTo>
                  <a:lnTo>
                    <a:pt x="1607097" y="4486674"/>
                  </a:lnTo>
                  <a:lnTo>
                    <a:pt x="1607097" y="4486051"/>
                  </a:lnTo>
                  <a:lnTo>
                    <a:pt x="1607097" y="4485427"/>
                  </a:lnTo>
                  <a:lnTo>
                    <a:pt x="1607242" y="4485427"/>
                  </a:lnTo>
                  <a:lnTo>
                    <a:pt x="1607242" y="4484804"/>
                  </a:lnTo>
                  <a:lnTo>
                    <a:pt x="1607242" y="4484180"/>
                  </a:lnTo>
                  <a:lnTo>
                    <a:pt x="1607387" y="4484180"/>
                  </a:lnTo>
                  <a:lnTo>
                    <a:pt x="1607533" y="4484180"/>
                  </a:lnTo>
                  <a:lnTo>
                    <a:pt x="1607678" y="4484180"/>
                  </a:lnTo>
                  <a:lnTo>
                    <a:pt x="1607824" y="4484180"/>
                  </a:lnTo>
                  <a:lnTo>
                    <a:pt x="1607969" y="4484180"/>
                  </a:lnTo>
                  <a:lnTo>
                    <a:pt x="1608115" y="4484180"/>
                  </a:lnTo>
                  <a:lnTo>
                    <a:pt x="1608260" y="4484180"/>
                  </a:lnTo>
                  <a:lnTo>
                    <a:pt x="1608405" y="4484180"/>
                  </a:lnTo>
                  <a:lnTo>
                    <a:pt x="1608405" y="4483556"/>
                  </a:lnTo>
                  <a:lnTo>
                    <a:pt x="1608551" y="4483556"/>
                  </a:lnTo>
                  <a:lnTo>
                    <a:pt x="1608551" y="4482933"/>
                  </a:lnTo>
                  <a:lnTo>
                    <a:pt x="1608696" y="4482933"/>
                  </a:lnTo>
                  <a:lnTo>
                    <a:pt x="1608842" y="4482933"/>
                  </a:lnTo>
                  <a:lnTo>
                    <a:pt x="1608987" y="4482933"/>
                  </a:lnTo>
                  <a:lnTo>
                    <a:pt x="1609133" y="4482933"/>
                  </a:lnTo>
                  <a:lnTo>
                    <a:pt x="1609278" y="4482933"/>
                  </a:lnTo>
                  <a:lnTo>
                    <a:pt x="1609278" y="4482309"/>
                  </a:lnTo>
                  <a:lnTo>
                    <a:pt x="1609423" y="4482309"/>
                  </a:lnTo>
                  <a:lnTo>
                    <a:pt x="1609569" y="4482309"/>
                  </a:lnTo>
                  <a:lnTo>
                    <a:pt x="1609714" y="4482309"/>
                  </a:lnTo>
                  <a:lnTo>
                    <a:pt x="1609714" y="4481686"/>
                  </a:lnTo>
                  <a:lnTo>
                    <a:pt x="1609860" y="4481686"/>
                  </a:lnTo>
                  <a:lnTo>
                    <a:pt x="1610005" y="4481686"/>
                  </a:lnTo>
                  <a:lnTo>
                    <a:pt x="1610151" y="4481686"/>
                  </a:lnTo>
                  <a:lnTo>
                    <a:pt x="1610296" y="4481686"/>
                  </a:lnTo>
                  <a:lnTo>
                    <a:pt x="1610441" y="4481686"/>
                  </a:lnTo>
                  <a:lnTo>
                    <a:pt x="1610587" y="4481686"/>
                  </a:lnTo>
                  <a:lnTo>
                    <a:pt x="1610732" y="4481686"/>
                  </a:lnTo>
                  <a:lnTo>
                    <a:pt x="1610878" y="4481686"/>
                  </a:lnTo>
                  <a:lnTo>
                    <a:pt x="1611023" y="4481686"/>
                  </a:lnTo>
                  <a:lnTo>
                    <a:pt x="1611169" y="4481686"/>
                  </a:lnTo>
                  <a:lnTo>
                    <a:pt x="1611314" y="4481686"/>
                  </a:lnTo>
                  <a:lnTo>
                    <a:pt x="1611459" y="4481686"/>
                  </a:lnTo>
                  <a:lnTo>
                    <a:pt x="1611605" y="4481686"/>
                  </a:lnTo>
                  <a:lnTo>
                    <a:pt x="1611750" y="4481686"/>
                  </a:lnTo>
                  <a:lnTo>
                    <a:pt x="1611750" y="4481062"/>
                  </a:lnTo>
                  <a:lnTo>
                    <a:pt x="1611896" y="4481062"/>
                  </a:lnTo>
                  <a:lnTo>
                    <a:pt x="1611896" y="4480438"/>
                  </a:lnTo>
                  <a:lnTo>
                    <a:pt x="1611896" y="4479815"/>
                  </a:lnTo>
                  <a:lnTo>
                    <a:pt x="1612041" y="4479815"/>
                  </a:lnTo>
                  <a:lnTo>
                    <a:pt x="1612187" y="4479815"/>
                  </a:lnTo>
                  <a:lnTo>
                    <a:pt x="1612187" y="4479191"/>
                  </a:lnTo>
                  <a:lnTo>
                    <a:pt x="1612332" y="4479191"/>
                  </a:lnTo>
                  <a:lnTo>
                    <a:pt x="1612477" y="4479191"/>
                  </a:lnTo>
                  <a:lnTo>
                    <a:pt x="1612623" y="4479191"/>
                  </a:lnTo>
                  <a:lnTo>
                    <a:pt x="1612768" y="4479191"/>
                  </a:lnTo>
                  <a:lnTo>
                    <a:pt x="1612914" y="4479191"/>
                  </a:lnTo>
                  <a:lnTo>
                    <a:pt x="1613059" y="4479191"/>
                  </a:lnTo>
                  <a:lnTo>
                    <a:pt x="1613205" y="4479191"/>
                  </a:lnTo>
                  <a:lnTo>
                    <a:pt x="1613350" y="4479191"/>
                  </a:lnTo>
                  <a:lnTo>
                    <a:pt x="1613350" y="4478568"/>
                  </a:lnTo>
                  <a:lnTo>
                    <a:pt x="1613495" y="4478568"/>
                  </a:lnTo>
                  <a:lnTo>
                    <a:pt x="1613495" y="4477944"/>
                  </a:lnTo>
                  <a:lnTo>
                    <a:pt x="1613495" y="4477321"/>
                  </a:lnTo>
                  <a:lnTo>
                    <a:pt x="1613641" y="4477321"/>
                  </a:lnTo>
                  <a:lnTo>
                    <a:pt x="1613786" y="4477321"/>
                  </a:lnTo>
                  <a:lnTo>
                    <a:pt x="1613786" y="4476697"/>
                  </a:lnTo>
                  <a:lnTo>
                    <a:pt x="1613786" y="4476073"/>
                  </a:lnTo>
                  <a:lnTo>
                    <a:pt x="1613932" y="4476073"/>
                  </a:lnTo>
                  <a:lnTo>
                    <a:pt x="1614077" y="4476073"/>
                  </a:lnTo>
                  <a:lnTo>
                    <a:pt x="1614222" y="4476073"/>
                  </a:lnTo>
                  <a:lnTo>
                    <a:pt x="1614368" y="4476073"/>
                  </a:lnTo>
                  <a:lnTo>
                    <a:pt x="1614513" y="4476073"/>
                  </a:lnTo>
                  <a:lnTo>
                    <a:pt x="1614659" y="4476073"/>
                  </a:lnTo>
                  <a:lnTo>
                    <a:pt x="1614804" y="4476073"/>
                  </a:lnTo>
                  <a:lnTo>
                    <a:pt x="1614950" y="4476073"/>
                  </a:lnTo>
                  <a:lnTo>
                    <a:pt x="1615095" y="4476073"/>
                  </a:lnTo>
                  <a:lnTo>
                    <a:pt x="1615095" y="4475450"/>
                  </a:lnTo>
                  <a:lnTo>
                    <a:pt x="1615095" y="4474826"/>
                  </a:lnTo>
                  <a:lnTo>
                    <a:pt x="1615240" y="4474826"/>
                  </a:lnTo>
                  <a:lnTo>
                    <a:pt x="1615386" y="4474826"/>
                  </a:lnTo>
                  <a:lnTo>
                    <a:pt x="1615531" y="4474826"/>
                  </a:lnTo>
                  <a:lnTo>
                    <a:pt x="1615677" y="4474826"/>
                  </a:lnTo>
                  <a:lnTo>
                    <a:pt x="1615822" y="4474826"/>
                  </a:lnTo>
                  <a:lnTo>
                    <a:pt x="1615822" y="4474203"/>
                  </a:lnTo>
                  <a:lnTo>
                    <a:pt x="1615968" y="4474203"/>
                  </a:lnTo>
                  <a:lnTo>
                    <a:pt x="1615968" y="4473579"/>
                  </a:lnTo>
                  <a:lnTo>
                    <a:pt x="1615968" y="4472955"/>
                  </a:lnTo>
                  <a:lnTo>
                    <a:pt x="1616113" y="4472955"/>
                  </a:lnTo>
                  <a:lnTo>
                    <a:pt x="1616113" y="4472332"/>
                  </a:lnTo>
                  <a:lnTo>
                    <a:pt x="1616258" y="4472332"/>
                  </a:lnTo>
                  <a:lnTo>
                    <a:pt x="1616404" y="4472332"/>
                  </a:lnTo>
                  <a:lnTo>
                    <a:pt x="1616549" y="4472332"/>
                  </a:lnTo>
                  <a:lnTo>
                    <a:pt x="1616549" y="4471708"/>
                  </a:lnTo>
                  <a:lnTo>
                    <a:pt x="1616695" y="4471708"/>
                  </a:lnTo>
                  <a:lnTo>
                    <a:pt x="1616840" y="4471708"/>
                  </a:lnTo>
                  <a:lnTo>
                    <a:pt x="1616986" y="4471708"/>
                  </a:lnTo>
                  <a:lnTo>
                    <a:pt x="1617131" y="4471708"/>
                  </a:lnTo>
                  <a:lnTo>
                    <a:pt x="1617276" y="4471708"/>
                  </a:lnTo>
                  <a:lnTo>
                    <a:pt x="1617422" y="4471708"/>
                  </a:lnTo>
                  <a:lnTo>
                    <a:pt x="1617567" y="4471708"/>
                  </a:lnTo>
                  <a:lnTo>
                    <a:pt x="1617713" y="4471708"/>
                  </a:lnTo>
                  <a:lnTo>
                    <a:pt x="1617858" y="4471708"/>
                  </a:lnTo>
                  <a:lnTo>
                    <a:pt x="1618004" y="4471708"/>
                  </a:lnTo>
                  <a:lnTo>
                    <a:pt x="1618149" y="4471708"/>
                  </a:lnTo>
                  <a:lnTo>
                    <a:pt x="1618149" y="4471085"/>
                  </a:lnTo>
                  <a:lnTo>
                    <a:pt x="1618149" y="4470461"/>
                  </a:lnTo>
                  <a:lnTo>
                    <a:pt x="1618149" y="4469838"/>
                  </a:lnTo>
                  <a:lnTo>
                    <a:pt x="1618149" y="4469214"/>
                  </a:lnTo>
                  <a:lnTo>
                    <a:pt x="1618149" y="4468590"/>
                  </a:lnTo>
                  <a:lnTo>
                    <a:pt x="1618294" y="4468590"/>
                  </a:lnTo>
                  <a:lnTo>
                    <a:pt x="1618294" y="4467967"/>
                  </a:lnTo>
                  <a:lnTo>
                    <a:pt x="1618440" y="4467967"/>
                  </a:lnTo>
                  <a:lnTo>
                    <a:pt x="1618585" y="4467967"/>
                  </a:lnTo>
                  <a:lnTo>
                    <a:pt x="1618731" y="4467967"/>
                  </a:lnTo>
                  <a:lnTo>
                    <a:pt x="1618876" y="4467967"/>
                  </a:lnTo>
                  <a:lnTo>
                    <a:pt x="1619022" y="4467967"/>
                  </a:lnTo>
                  <a:lnTo>
                    <a:pt x="1619167" y="4467967"/>
                  </a:lnTo>
                  <a:lnTo>
                    <a:pt x="1619312" y="4467967"/>
                  </a:lnTo>
                  <a:lnTo>
                    <a:pt x="1619458" y="4467967"/>
                  </a:lnTo>
                  <a:lnTo>
                    <a:pt x="1619458" y="4467343"/>
                  </a:lnTo>
                  <a:lnTo>
                    <a:pt x="1619458" y="4466720"/>
                  </a:lnTo>
                  <a:lnTo>
                    <a:pt x="1619603" y="4466720"/>
                  </a:lnTo>
                  <a:lnTo>
                    <a:pt x="1619749" y="4466720"/>
                  </a:lnTo>
                  <a:lnTo>
                    <a:pt x="1619894" y="4466720"/>
                  </a:lnTo>
                  <a:lnTo>
                    <a:pt x="1620040" y="4466720"/>
                  </a:lnTo>
                  <a:lnTo>
                    <a:pt x="1620185" y="4466720"/>
                  </a:lnTo>
                  <a:lnTo>
                    <a:pt x="1620330" y="4466720"/>
                  </a:lnTo>
                  <a:lnTo>
                    <a:pt x="1620476" y="4466720"/>
                  </a:lnTo>
                  <a:lnTo>
                    <a:pt x="1620621" y="4466720"/>
                  </a:lnTo>
                  <a:lnTo>
                    <a:pt x="1620767" y="4466720"/>
                  </a:lnTo>
                  <a:lnTo>
                    <a:pt x="1620912" y="4466720"/>
                  </a:lnTo>
                  <a:lnTo>
                    <a:pt x="1620912" y="4466096"/>
                  </a:lnTo>
                  <a:lnTo>
                    <a:pt x="1621057" y="4466096"/>
                  </a:lnTo>
                  <a:lnTo>
                    <a:pt x="1621203" y="4466096"/>
                  </a:lnTo>
                  <a:lnTo>
                    <a:pt x="1621348" y="4466096"/>
                  </a:lnTo>
                  <a:lnTo>
                    <a:pt x="1621494" y="4466096"/>
                  </a:lnTo>
                  <a:lnTo>
                    <a:pt x="1621639" y="4466096"/>
                  </a:lnTo>
                  <a:lnTo>
                    <a:pt x="1621785" y="4466096"/>
                  </a:lnTo>
                  <a:lnTo>
                    <a:pt x="1621930" y="4466096"/>
                  </a:lnTo>
                  <a:lnTo>
                    <a:pt x="1622075" y="4466096"/>
                  </a:lnTo>
                  <a:lnTo>
                    <a:pt x="1622221" y="4466096"/>
                  </a:lnTo>
                  <a:lnTo>
                    <a:pt x="1622366" y="4466096"/>
                  </a:lnTo>
                  <a:lnTo>
                    <a:pt x="1622512" y="4466096"/>
                  </a:lnTo>
                  <a:lnTo>
                    <a:pt x="1622657" y="4466096"/>
                  </a:lnTo>
                  <a:lnTo>
                    <a:pt x="1622803" y="4466096"/>
                  </a:lnTo>
                  <a:lnTo>
                    <a:pt x="1622948" y="4466096"/>
                  </a:lnTo>
                  <a:lnTo>
                    <a:pt x="1622948" y="4465472"/>
                  </a:lnTo>
                  <a:lnTo>
                    <a:pt x="1623093" y="4465472"/>
                  </a:lnTo>
                  <a:lnTo>
                    <a:pt x="1623093" y="4464849"/>
                  </a:lnTo>
                  <a:lnTo>
                    <a:pt x="1623093" y="4464225"/>
                  </a:lnTo>
                  <a:lnTo>
                    <a:pt x="1623093" y="4463602"/>
                  </a:lnTo>
                  <a:lnTo>
                    <a:pt x="1623239" y="4463602"/>
                  </a:lnTo>
                  <a:lnTo>
                    <a:pt x="1623384" y="4463602"/>
                  </a:lnTo>
                  <a:lnTo>
                    <a:pt x="1623530" y="4463602"/>
                  </a:lnTo>
                  <a:lnTo>
                    <a:pt x="1623675" y="4463602"/>
                  </a:lnTo>
                  <a:lnTo>
                    <a:pt x="1623821" y="4463602"/>
                  </a:lnTo>
                  <a:lnTo>
                    <a:pt x="1623966" y="4463602"/>
                  </a:lnTo>
                  <a:lnTo>
                    <a:pt x="1624111" y="4463602"/>
                  </a:lnTo>
                  <a:lnTo>
                    <a:pt x="1624257" y="4463602"/>
                  </a:lnTo>
                  <a:lnTo>
                    <a:pt x="1624402" y="4463602"/>
                  </a:lnTo>
                  <a:lnTo>
                    <a:pt x="1624548" y="4463602"/>
                  </a:lnTo>
                  <a:lnTo>
                    <a:pt x="1624693" y="4463602"/>
                  </a:lnTo>
                  <a:lnTo>
                    <a:pt x="1624839" y="4463602"/>
                  </a:lnTo>
                  <a:lnTo>
                    <a:pt x="1624984" y="4463602"/>
                  </a:lnTo>
                  <a:lnTo>
                    <a:pt x="1625129" y="4463602"/>
                  </a:lnTo>
                  <a:lnTo>
                    <a:pt x="1625129" y="4462978"/>
                  </a:lnTo>
                  <a:lnTo>
                    <a:pt x="1625275" y="4462978"/>
                  </a:lnTo>
                  <a:lnTo>
                    <a:pt x="1625420" y="4462978"/>
                  </a:lnTo>
                  <a:lnTo>
                    <a:pt x="1625566" y="4462978"/>
                  </a:lnTo>
                  <a:lnTo>
                    <a:pt x="1625711" y="4462978"/>
                  </a:lnTo>
                  <a:lnTo>
                    <a:pt x="1625857" y="4462978"/>
                  </a:lnTo>
                  <a:lnTo>
                    <a:pt x="1626002" y="4462978"/>
                  </a:lnTo>
                  <a:lnTo>
                    <a:pt x="1626147" y="4462978"/>
                  </a:lnTo>
                  <a:lnTo>
                    <a:pt x="1626147" y="4462355"/>
                  </a:lnTo>
                  <a:lnTo>
                    <a:pt x="1626293" y="4462355"/>
                  </a:lnTo>
                  <a:lnTo>
                    <a:pt x="1626438" y="4462355"/>
                  </a:lnTo>
                  <a:lnTo>
                    <a:pt x="1626438" y="4461731"/>
                  </a:lnTo>
                  <a:lnTo>
                    <a:pt x="1626584" y="4461731"/>
                  </a:lnTo>
                  <a:lnTo>
                    <a:pt x="1626729" y="4461731"/>
                  </a:lnTo>
                  <a:lnTo>
                    <a:pt x="1626875" y="4461731"/>
                  </a:lnTo>
                  <a:lnTo>
                    <a:pt x="1627020" y="4461731"/>
                  </a:lnTo>
                  <a:lnTo>
                    <a:pt x="1627165" y="4461731"/>
                  </a:lnTo>
                  <a:lnTo>
                    <a:pt x="1627311" y="4461731"/>
                  </a:lnTo>
                  <a:lnTo>
                    <a:pt x="1627311" y="4461107"/>
                  </a:lnTo>
                  <a:lnTo>
                    <a:pt x="1627456" y="4461107"/>
                  </a:lnTo>
                  <a:lnTo>
                    <a:pt x="1627602" y="4461107"/>
                  </a:lnTo>
                  <a:lnTo>
                    <a:pt x="1627747" y="4461107"/>
                  </a:lnTo>
                  <a:lnTo>
                    <a:pt x="1627892" y="4461107"/>
                  </a:lnTo>
                  <a:lnTo>
                    <a:pt x="1627892" y="4460484"/>
                  </a:lnTo>
                  <a:lnTo>
                    <a:pt x="1628038" y="4460484"/>
                  </a:lnTo>
                  <a:lnTo>
                    <a:pt x="1628183" y="4460484"/>
                  </a:lnTo>
                  <a:lnTo>
                    <a:pt x="1628329" y="4460484"/>
                  </a:lnTo>
                  <a:lnTo>
                    <a:pt x="1628474" y="4460484"/>
                  </a:lnTo>
                  <a:lnTo>
                    <a:pt x="1628620" y="4460484"/>
                  </a:lnTo>
                  <a:lnTo>
                    <a:pt x="1628765" y="4460484"/>
                  </a:lnTo>
                  <a:lnTo>
                    <a:pt x="1628765" y="4459860"/>
                  </a:lnTo>
                  <a:lnTo>
                    <a:pt x="1628910" y="4459860"/>
                  </a:lnTo>
                  <a:lnTo>
                    <a:pt x="1629056" y="4459860"/>
                  </a:lnTo>
                  <a:lnTo>
                    <a:pt x="1629056" y="4459237"/>
                  </a:lnTo>
                  <a:lnTo>
                    <a:pt x="1629056" y="4458613"/>
                  </a:lnTo>
                  <a:lnTo>
                    <a:pt x="1629201" y="4458613"/>
                  </a:lnTo>
                  <a:lnTo>
                    <a:pt x="1629201" y="4457989"/>
                  </a:lnTo>
                  <a:lnTo>
                    <a:pt x="1629347" y="4457989"/>
                  </a:lnTo>
                  <a:lnTo>
                    <a:pt x="1629492" y="4457989"/>
                  </a:lnTo>
                  <a:lnTo>
                    <a:pt x="1629638" y="4457989"/>
                  </a:lnTo>
                  <a:lnTo>
                    <a:pt x="1629783" y="4457989"/>
                  </a:lnTo>
                  <a:lnTo>
                    <a:pt x="1629928" y="4457989"/>
                  </a:lnTo>
                  <a:lnTo>
                    <a:pt x="1630074" y="4457989"/>
                  </a:lnTo>
                  <a:lnTo>
                    <a:pt x="1630219" y="4457989"/>
                  </a:lnTo>
                  <a:lnTo>
                    <a:pt x="1630365" y="4457989"/>
                  </a:lnTo>
                  <a:lnTo>
                    <a:pt x="1630510" y="4457989"/>
                  </a:lnTo>
                  <a:lnTo>
                    <a:pt x="1630510" y="4457366"/>
                  </a:lnTo>
                  <a:lnTo>
                    <a:pt x="1630656" y="4457366"/>
                  </a:lnTo>
                  <a:lnTo>
                    <a:pt x="1630801" y="4457366"/>
                  </a:lnTo>
                  <a:lnTo>
                    <a:pt x="1630946" y="4457366"/>
                  </a:lnTo>
                  <a:lnTo>
                    <a:pt x="1631092" y="4457366"/>
                  </a:lnTo>
                  <a:lnTo>
                    <a:pt x="1631237" y="4457366"/>
                  </a:lnTo>
                  <a:lnTo>
                    <a:pt x="1631383" y="4457366"/>
                  </a:lnTo>
                  <a:lnTo>
                    <a:pt x="1631383" y="4456742"/>
                  </a:lnTo>
                  <a:lnTo>
                    <a:pt x="1631528" y="4456742"/>
                  </a:lnTo>
                  <a:lnTo>
                    <a:pt x="1631674" y="4456742"/>
                  </a:lnTo>
                  <a:lnTo>
                    <a:pt x="1631819" y="4456742"/>
                  </a:lnTo>
                  <a:lnTo>
                    <a:pt x="1631964" y="4456742"/>
                  </a:lnTo>
                  <a:lnTo>
                    <a:pt x="1632110" y="4456742"/>
                  </a:lnTo>
                  <a:lnTo>
                    <a:pt x="1632110" y="4456119"/>
                  </a:lnTo>
                  <a:lnTo>
                    <a:pt x="1632110" y="4455495"/>
                  </a:lnTo>
                  <a:lnTo>
                    <a:pt x="1632255" y="4455495"/>
                  </a:lnTo>
                  <a:lnTo>
                    <a:pt x="1632401" y="4455495"/>
                  </a:lnTo>
                  <a:lnTo>
                    <a:pt x="1632546" y="4455495"/>
                  </a:lnTo>
                  <a:lnTo>
                    <a:pt x="1632692" y="4455495"/>
                  </a:lnTo>
                  <a:lnTo>
                    <a:pt x="1632837" y="4455495"/>
                  </a:lnTo>
                  <a:lnTo>
                    <a:pt x="1632982" y="4455495"/>
                  </a:lnTo>
                  <a:lnTo>
                    <a:pt x="1633128" y="4455495"/>
                  </a:lnTo>
                  <a:lnTo>
                    <a:pt x="1633273" y="4455495"/>
                  </a:lnTo>
                  <a:lnTo>
                    <a:pt x="1633419" y="4455495"/>
                  </a:lnTo>
                  <a:lnTo>
                    <a:pt x="1633564" y="4455495"/>
                  </a:lnTo>
                  <a:lnTo>
                    <a:pt x="1633710" y="4455495"/>
                  </a:lnTo>
                  <a:lnTo>
                    <a:pt x="1633855" y="4455495"/>
                  </a:lnTo>
                  <a:lnTo>
                    <a:pt x="1633855" y="4454872"/>
                  </a:lnTo>
                  <a:lnTo>
                    <a:pt x="1633855" y="4454248"/>
                  </a:lnTo>
                  <a:lnTo>
                    <a:pt x="1633855" y="4453624"/>
                  </a:lnTo>
                  <a:lnTo>
                    <a:pt x="1634000" y="4453624"/>
                  </a:lnTo>
                  <a:lnTo>
                    <a:pt x="1634000" y="4453001"/>
                  </a:lnTo>
                  <a:lnTo>
                    <a:pt x="1634146" y="4453001"/>
                  </a:lnTo>
                  <a:lnTo>
                    <a:pt x="1634291" y="4453001"/>
                  </a:lnTo>
                  <a:lnTo>
                    <a:pt x="1634437" y="4453001"/>
                  </a:lnTo>
                  <a:lnTo>
                    <a:pt x="1634582" y="4453001"/>
                  </a:lnTo>
                  <a:lnTo>
                    <a:pt x="1634727" y="4453001"/>
                  </a:lnTo>
                  <a:lnTo>
                    <a:pt x="1634727" y="4452377"/>
                  </a:lnTo>
                  <a:lnTo>
                    <a:pt x="1634873" y="4452377"/>
                  </a:lnTo>
                  <a:lnTo>
                    <a:pt x="1635018" y="4452377"/>
                  </a:lnTo>
                  <a:lnTo>
                    <a:pt x="1635164" y="4452377"/>
                  </a:lnTo>
                  <a:lnTo>
                    <a:pt x="1635309" y="4452377"/>
                  </a:lnTo>
                  <a:lnTo>
                    <a:pt x="1635455" y="4452377"/>
                  </a:lnTo>
                  <a:lnTo>
                    <a:pt x="1635600" y="4452377"/>
                  </a:lnTo>
                  <a:lnTo>
                    <a:pt x="1635600" y="4451754"/>
                  </a:lnTo>
                  <a:lnTo>
                    <a:pt x="1635745" y="4451754"/>
                  </a:lnTo>
                  <a:lnTo>
                    <a:pt x="1635745" y="4451130"/>
                  </a:lnTo>
                  <a:lnTo>
                    <a:pt x="1635891" y="4451130"/>
                  </a:lnTo>
                  <a:lnTo>
                    <a:pt x="1636036" y="4451130"/>
                  </a:lnTo>
                  <a:lnTo>
                    <a:pt x="1636182" y="4451130"/>
                  </a:lnTo>
                  <a:lnTo>
                    <a:pt x="1636327" y="4451130"/>
                  </a:lnTo>
                  <a:lnTo>
                    <a:pt x="1636473" y="4451130"/>
                  </a:lnTo>
                  <a:lnTo>
                    <a:pt x="1636618" y="4451130"/>
                  </a:lnTo>
                  <a:lnTo>
                    <a:pt x="1636763" y="4451130"/>
                  </a:lnTo>
                  <a:lnTo>
                    <a:pt x="1636909" y="4451130"/>
                  </a:lnTo>
                  <a:lnTo>
                    <a:pt x="1637054" y="4451130"/>
                  </a:lnTo>
                  <a:lnTo>
                    <a:pt x="1637200" y="4451130"/>
                  </a:lnTo>
                  <a:lnTo>
                    <a:pt x="1637345" y="4451130"/>
                  </a:lnTo>
                  <a:lnTo>
                    <a:pt x="1637345" y="4450507"/>
                  </a:lnTo>
                  <a:lnTo>
                    <a:pt x="1637491" y="4450507"/>
                  </a:lnTo>
                  <a:lnTo>
                    <a:pt x="1637491" y="4449883"/>
                  </a:lnTo>
                  <a:lnTo>
                    <a:pt x="1637636" y="4449883"/>
                  </a:lnTo>
                  <a:lnTo>
                    <a:pt x="1637781" y="4449883"/>
                  </a:lnTo>
                  <a:lnTo>
                    <a:pt x="1637781" y="4449259"/>
                  </a:lnTo>
                  <a:lnTo>
                    <a:pt x="1637781" y="4448636"/>
                  </a:lnTo>
                  <a:lnTo>
                    <a:pt x="1637781" y="4448012"/>
                  </a:lnTo>
                  <a:lnTo>
                    <a:pt x="1637927" y="4448012"/>
                  </a:lnTo>
                  <a:lnTo>
                    <a:pt x="1638072" y="4448012"/>
                  </a:lnTo>
                  <a:lnTo>
                    <a:pt x="1638218" y="4448012"/>
                  </a:lnTo>
                  <a:lnTo>
                    <a:pt x="1638218" y="4447389"/>
                  </a:lnTo>
                  <a:lnTo>
                    <a:pt x="1638363" y="4447389"/>
                  </a:lnTo>
                  <a:lnTo>
                    <a:pt x="1638509" y="4447389"/>
                  </a:lnTo>
                  <a:lnTo>
                    <a:pt x="1638654" y="4447389"/>
                  </a:lnTo>
                  <a:lnTo>
                    <a:pt x="1638654" y="4446765"/>
                  </a:lnTo>
                  <a:lnTo>
                    <a:pt x="1638799" y="4446765"/>
                  </a:lnTo>
                  <a:lnTo>
                    <a:pt x="1638945" y="4446765"/>
                  </a:lnTo>
                  <a:lnTo>
                    <a:pt x="1639090" y="4446765"/>
                  </a:lnTo>
                  <a:lnTo>
                    <a:pt x="1639090" y="4446141"/>
                  </a:lnTo>
                  <a:lnTo>
                    <a:pt x="1639236" y="4446141"/>
                  </a:lnTo>
                  <a:lnTo>
                    <a:pt x="1639381" y="4446141"/>
                  </a:lnTo>
                  <a:lnTo>
                    <a:pt x="1639527" y="4446141"/>
                  </a:lnTo>
                  <a:lnTo>
                    <a:pt x="1639527" y="4445518"/>
                  </a:lnTo>
                  <a:lnTo>
                    <a:pt x="1639527" y="4444894"/>
                  </a:lnTo>
                  <a:lnTo>
                    <a:pt x="1639672" y="4444894"/>
                  </a:lnTo>
                  <a:lnTo>
                    <a:pt x="1639817" y="4444894"/>
                  </a:lnTo>
                  <a:lnTo>
                    <a:pt x="1639817" y="4444271"/>
                  </a:lnTo>
                  <a:lnTo>
                    <a:pt x="1639963" y="4444271"/>
                  </a:lnTo>
                  <a:lnTo>
                    <a:pt x="1639963" y="4443647"/>
                  </a:lnTo>
                  <a:lnTo>
                    <a:pt x="1640108" y="4443647"/>
                  </a:lnTo>
                  <a:lnTo>
                    <a:pt x="1640108" y="4443024"/>
                  </a:lnTo>
                  <a:lnTo>
                    <a:pt x="1640108" y="4442400"/>
                  </a:lnTo>
                  <a:lnTo>
                    <a:pt x="1640254" y="4442400"/>
                  </a:lnTo>
                  <a:lnTo>
                    <a:pt x="1640399" y="4442400"/>
                  </a:lnTo>
                  <a:lnTo>
                    <a:pt x="1640399" y="4441776"/>
                  </a:lnTo>
                  <a:lnTo>
                    <a:pt x="1640545" y="4441776"/>
                  </a:lnTo>
                  <a:lnTo>
                    <a:pt x="1640690" y="4441776"/>
                  </a:lnTo>
                  <a:lnTo>
                    <a:pt x="1640690" y="4441153"/>
                  </a:lnTo>
                  <a:lnTo>
                    <a:pt x="1640835" y="4441153"/>
                  </a:lnTo>
                  <a:lnTo>
                    <a:pt x="1640981" y="4441153"/>
                  </a:lnTo>
                  <a:lnTo>
                    <a:pt x="1641126" y="4441153"/>
                  </a:lnTo>
                  <a:lnTo>
                    <a:pt x="1641272" y="4441153"/>
                  </a:lnTo>
                  <a:lnTo>
                    <a:pt x="1641417" y="4441153"/>
                  </a:lnTo>
                  <a:lnTo>
                    <a:pt x="1641417" y="4440529"/>
                  </a:lnTo>
                  <a:lnTo>
                    <a:pt x="1641562" y="4440529"/>
                  </a:lnTo>
                  <a:lnTo>
                    <a:pt x="1641708" y="4440529"/>
                  </a:lnTo>
                  <a:lnTo>
                    <a:pt x="1641853" y="4440529"/>
                  </a:lnTo>
                  <a:lnTo>
                    <a:pt x="1641999" y="4440529"/>
                  </a:lnTo>
                  <a:lnTo>
                    <a:pt x="1642144" y="4440529"/>
                  </a:lnTo>
                  <a:lnTo>
                    <a:pt x="1642290" y="4440529"/>
                  </a:lnTo>
                  <a:lnTo>
                    <a:pt x="1642435" y="4440529"/>
                  </a:lnTo>
                  <a:lnTo>
                    <a:pt x="1642580" y="4440529"/>
                  </a:lnTo>
                  <a:lnTo>
                    <a:pt x="1642580" y="4439906"/>
                  </a:lnTo>
                  <a:lnTo>
                    <a:pt x="1642726" y="4439906"/>
                  </a:lnTo>
                  <a:lnTo>
                    <a:pt x="1642871" y="4439906"/>
                  </a:lnTo>
                  <a:lnTo>
                    <a:pt x="1643017" y="4439906"/>
                  </a:lnTo>
                  <a:lnTo>
                    <a:pt x="1643162" y="4439906"/>
                  </a:lnTo>
                  <a:lnTo>
                    <a:pt x="1643308" y="4439906"/>
                  </a:lnTo>
                  <a:lnTo>
                    <a:pt x="1643453" y="4439906"/>
                  </a:lnTo>
                  <a:lnTo>
                    <a:pt x="1643598" y="4439906"/>
                  </a:lnTo>
                  <a:lnTo>
                    <a:pt x="1643744" y="4439906"/>
                  </a:lnTo>
                  <a:lnTo>
                    <a:pt x="1643889" y="4439906"/>
                  </a:lnTo>
                  <a:lnTo>
                    <a:pt x="1643889" y="4439282"/>
                  </a:lnTo>
                  <a:lnTo>
                    <a:pt x="1644035" y="4439282"/>
                  </a:lnTo>
                  <a:lnTo>
                    <a:pt x="1644180" y="4439282"/>
                  </a:lnTo>
                  <a:lnTo>
                    <a:pt x="1644326" y="4439282"/>
                  </a:lnTo>
                  <a:lnTo>
                    <a:pt x="1644471" y="4439282"/>
                  </a:lnTo>
                  <a:lnTo>
                    <a:pt x="1644471" y="4438658"/>
                  </a:lnTo>
                  <a:lnTo>
                    <a:pt x="1644616" y="4438658"/>
                  </a:lnTo>
                  <a:lnTo>
                    <a:pt x="1644762" y="4438658"/>
                  </a:lnTo>
                  <a:lnTo>
                    <a:pt x="1644762" y="4438035"/>
                  </a:lnTo>
                  <a:lnTo>
                    <a:pt x="1644907" y="4438035"/>
                  </a:lnTo>
                  <a:lnTo>
                    <a:pt x="1645053" y="4438035"/>
                  </a:lnTo>
                  <a:lnTo>
                    <a:pt x="1645198" y="4438035"/>
                  </a:lnTo>
                  <a:lnTo>
                    <a:pt x="1645344" y="4438035"/>
                  </a:lnTo>
                  <a:lnTo>
                    <a:pt x="1645489" y="4438035"/>
                  </a:lnTo>
                  <a:lnTo>
                    <a:pt x="1645634" y="4438035"/>
                  </a:lnTo>
                  <a:lnTo>
                    <a:pt x="1645780" y="4438035"/>
                  </a:lnTo>
                  <a:lnTo>
                    <a:pt x="1645925" y="4438035"/>
                  </a:lnTo>
                  <a:lnTo>
                    <a:pt x="1646071" y="4438035"/>
                  </a:lnTo>
                  <a:lnTo>
                    <a:pt x="1646216" y="4438035"/>
                  </a:lnTo>
                  <a:lnTo>
                    <a:pt x="1646362" y="4438035"/>
                  </a:lnTo>
                  <a:lnTo>
                    <a:pt x="1646507" y="4438035"/>
                  </a:lnTo>
                  <a:lnTo>
                    <a:pt x="1646507" y="4437411"/>
                  </a:lnTo>
                  <a:lnTo>
                    <a:pt x="1646652" y="4437411"/>
                  </a:lnTo>
                  <a:lnTo>
                    <a:pt x="1646798" y="4437411"/>
                  </a:lnTo>
                  <a:lnTo>
                    <a:pt x="1646798" y="4436788"/>
                  </a:lnTo>
                  <a:lnTo>
                    <a:pt x="1646798" y="4436164"/>
                  </a:lnTo>
                  <a:lnTo>
                    <a:pt x="1646943" y="4436164"/>
                  </a:lnTo>
                  <a:lnTo>
                    <a:pt x="1647089" y="4436164"/>
                  </a:lnTo>
                  <a:lnTo>
                    <a:pt x="1647234" y="4436164"/>
                  </a:lnTo>
                  <a:lnTo>
                    <a:pt x="1647380" y="4436164"/>
                  </a:lnTo>
                  <a:lnTo>
                    <a:pt x="1647525" y="4436164"/>
                  </a:lnTo>
                  <a:lnTo>
                    <a:pt x="1647670" y="4436164"/>
                  </a:lnTo>
                  <a:lnTo>
                    <a:pt x="1647816" y="4436164"/>
                  </a:lnTo>
                  <a:lnTo>
                    <a:pt x="1647961" y="4436164"/>
                  </a:lnTo>
                  <a:lnTo>
                    <a:pt x="1647961" y="4435541"/>
                  </a:lnTo>
                  <a:lnTo>
                    <a:pt x="1648107" y="4435541"/>
                  </a:lnTo>
                  <a:lnTo>
                    <a:pt x="1648252" y="4435541"/>
                  </a:lnTo>
                  <a:lnTo>
                    <a:pt x="1648397" y="4435541"/>
                  </a:lnTo>
                  <a:lnTo>
                    <a:pt x="1648543" y="4435541"/>
                  </a:lnTo>
                  <a:lnTo>
                    <a:pt x="1648688" y="4435541"/>
                  </a:lnTo>
                  <a:lnTo>
                    <a:pt x="1648834" y="4435541"/>
                  </a:lnTo>
                  <a:lnTo>
                    <a:pt x="1648979" y="4435541"/>
                  </a:lnTo>
                  <a:lnTo>
                    <a:pt x="1649125" y="4435541"/>
                  </a:lnTo>
                  <a:lnTo>
                    <a:pt x="1649270" y="4435541"/>
                  </a:lnTo>
                  <a:lnTo>
                    <a:pt x="1649415" y="4435541"/>
                  </a:lnTo>
                  <a:lnTo>
                    <a:pt x="1649561" y="4435541"/>
                  </a:lnTo>
                  <a:lnTo>
                    <a:pt x="1649706" y="4435541"/>
                  </a:lnTo>
                  <a:lnTo>
                    <a:pt x="1649706" y="4434917"/>
                  </a:lnTo>
                  <a:lnTo>
                    <a:pt x="1649852" y="4434917"/>
                  </a:lnTo>
                  <a:lnTo>
                    <a:pt x="1649997" y="4434917"/>
                  </a:lnTo>
                  <a:lnTo>
                    <a:pt x="1650143" y="4434917"/>
                  </a:lnTo>
                  <a:lnTo>
                    <a:pt x="1650143" y="4434293"/>
                  </a:lnTo>
                  <a:lnTo>
                    <a:pt x="1650288" y="4434293"/>
                  </a:lnTo>
                  <a:lnTo>
                    <a:pt x="1650433" y="4434293"/>
                  </a:lnTo>
                  <a:lnTo>
                    <a:pt x="1650579" y="4434293"/>
                  </a:lnTo>
                  <a:lnTo>
                    <a:pt x="1650724" y="4434293"/>
                  </a:lnTo>
                  <a:lnTo>
                    <a:pt x="1650870" y="4434293"/>
                  </a:lnTo>
                  <a:lnTo>
                    <a:pt x="1651015" y="4434293"/>
                  </a:lnTo>
                  <a:lnTo>
                    <a:pt x="1651015" y="4433670"/>
                  </a:lnTo>
                  <a:lnTo>
                    <a:pt x="1651161" y="4433670"/>
                  </a:lnTo>
                  <a:lnTo>
                    <a:pt x="1651306" y="4433670"/>
                  </a:lnTo>
                  <a:lnTo>
                    <a:pt x="1651451" y="4433670"/>
                  </a:lnTo>
                  <a:lnTo>
                    <a:pt x="1651597" y="4433670"/>
                  </a:lnTo>
                  <a:lnTo>
                    <a:pt x="1651742" y="4433670"/>
                  </a:lnTo>
                  <a:lnTo>
                    <a:pt x="1651888" y="4433670"/>
                  </a:lnTo>
                  <a:lnTo>
                    <a:pt x="1652033" y="4433670"/>
                  </a:lnTo>
                  <a:lnTo>
                    <a:pt x="1652033" y="4433046"/>
                  </a:lnTo>
                  <a:lnTo>
                    <a:pt x="1652179" y="4433046"/>
                  </a:lnTo>
                  <a:lnTo>
                    <a:pt x="1652179" y="4432423"/>
                  </a:lnTo>
                  <a:lnTo>
                    <a:pt x="1652324" y="4432423"/>
                  </a:lnTo>
                  <a:lnTo>
                    <a:pt x="1652469" y="4432423"/>
                  </a:lnTo>
                  <a:lnTo>
                    <a:pt x="1652469" y="4431799"/>
                  </a:lnTo>
                  <a:lnTo>
                    <a:pt x="1652469" y="4431175"/>
                  </a:lnTo>
                  <a:lnTo>
                    <a:pt x="1652469" y="4430552"/>
                  </a:lnTo>
                  <a:lnTo>
                    <a:pt x="1652469" y="4429928"/>
                  </a:lnTo>
                  <a:lnTo>
                    <a:pt x="1652615" y="4429928"/>
                  </a:lnTo>
                  <a:lnTo>
                    <a:pt x="1652760" y="4429928"/>
                  </a:lnTo>
                  <a:lnTo>
                    <a:pt x="1652760" y="4429305"/>
                  </a:lnTo>
                  <a:lnTo>
                    <a:pt x="1652906" y="4429305"/>
                  </a:lnTo>
                  <a:lnTo>
                    <a:pt x="1653051" y="4429305"/>
                  </a:lnTo>
                  <a:lnTo>
                    <a:pt x="1653197" y="4429305"/>
                  </a:lnTo>
                  <a:lnTo>
                    <a:pt x="1653342" y="4429305"/>
                  </a:lnTo>
                  <a:lnTo>
                    <a:pt x="1653487" y="4429305"/>
                  </a:lnTo>
                  <a:lnTo>
                    <a:pt x="1653633" y="4429305"/>
                  </a:lnTo>
                  <a:lnTo>
                    <a:pt x="1653778" y="4429305"/>
                  </a:lnTo>
                  <a:lnTo>
                    <a:pt x="1653924" y="4429305"/>
                  </a:lnTo>
                  <a:lnTo>
                    <a:pt x="1654069" y="4429305"/>
                  </a:lnTo>
                  <a:lnTo>
                    <a:pt x="1654214" y="4429305"/>
                  </a:lnTo>
                  <a:lnTo>
                    <a:pt x="1654360" y="4429305"/>
                  </a:lnTo>
                  <a:lnTo>
                    <a:pt x="1654505" y="4429305"/>
                  </a:lnTo>
                  <a:lnTo>
                    <a:pt x="1654651" y="4429305"/>
                  </a:lnTo>
                  <a:lnTo>
                    <a:pt x="1654796" y="4429305"/>
                  </a:lnTo>
                  <a:lnTo>
                    <a:pt x="1654942" y="4429305"/>
                  </a:lnTo>
                  <a:lnTo>
                    <a:pt x="1655087" y="4429305"/>
                  </a:lnTo>
                  <a:lnTo>
                    <a:pt x="1655232" y="4429305"/>
                  </a:lnTo>
                  <a:lnTo>
                    <a:pt x="1655378" y="4429305"/>
                  </a:lnTo>
                  <a:lnTo>
                    <a:pt x="1655523" y="4429305"/>
                  </a:lnTo>
                  <a:lnTo>
                    <a:pt x="1655523" y="4428681"/>
                  </a:lnTo>
                  <a:lnTo>
                    <a:pt x="1655669" y="4428681"/>
                  </a:lnTo>
                  <a:lnTo>
                    <a:pt x="1655814" y="4428681"/>
                  </a:lnTo>
                  <a:lnTo>
                    <a:pt x="1655960" y="4428681"/>
                  </a:lnTo>
                  <a:lnTo>
                    <a:pt x="1655960" y="4428058"/>
                  </a:lnTo>
                  <a:lnTo>
                    <a:pt x="1656105" y="4428058"/>
                  </a:lnTo>
                  <a:lnTo>
                    <a:pt x="1656105" y="4427434"/>
                  </a:lnTo>
                  <a:lnTo>
                    <a:pt x="1656105" y="4426810"/>
                  </a:lnTo>
                  <a:lnTo>
                    <a:pt x="1656105" y="4426187"/>
                  </a:lnTo>
                  <a:lnTo>
                    <a:pt x="1656250" y="4426187"/>
                  </a:lnTo>
                  <a:lnTo>
                    <a:pt x="1656396" y="4426187"/>
                  </a:lnTo>
                  <a:lnTo>
                    <a:pt x="1656396" y="4425563"/>
                  </a:lnTo>
                  <a:lnTo>
                    <a:pt x="1656541" y="4425563"/>
                  </a:lnTo>
                  <a:lnTo>
                    <a:pt x="1656687" y="4425563"/>
                  </a:lnTo>
                  <a:lnTo>
                    <a:pt x="1656832" y="4425563"/>
                  </a:lnTo>
                  <a:lnTo>
                    <a:pt x="1656832" y="4424940"/>
                  </a:lnTo>
                  <a:lnTo>
                    <a:pt x="1656978" y="4424940"/>
                  </a:lnTo>
                  <a:lnTo>
                    <a:pt x="1657123" y="4424940"/>
                  </a:lnTo>
                  <a:lnTo>
                    <a:pt x="1657268" y="4424940"/>
                  </a:lnTo>
                  <a:lnTo>
                    <a:pt x="1657414" y="4424940"/>
                  </a:lnTo>
                  <a:lnTo>
                    <a:pt x="1657414" y="4424316"/>
                  </a:lnTo>
                  <a:lnTo>
                    <a:pt x="1657559" y="4424316"/>
                  </a:lnTo>
                  <a:lnTo>
                    <a:pt x="1657705" y="4424316"/>
                  </a:lnTo>
                  <a:lnTo>
                    <a:pt x="1657850" y="4424316"/>
                  </a:lnTo>
                  <a:lnTo>
                    <a:pt x="1657996" y="4424316"/>
                  </a:lnTo>
                  <a:lnTo>
                    <a:pt x="1658141" y="4424316"/>
                  </a:lnTo>
                  <a:lnTo>
                    <a:pt x="1658286" y="4424316"/>
                  </a:lnTo>
                  <a:lnTo>
                    <a:pt x="1658432" y="4424316"/>
                  </a:lnTo>
                  <a:lnTo>
                    <a:pt x="1658577" y="4424316"/>
                  </a:lnTo>
                  <a:lnTo>
                    <a:pt x="1658723" y="4424316"/>
                  </a:lnTo>
                  <a:lnTo>
                    <a:pt x="1658868" y="4424316"/>
                  </a:lnTo>
                  <a:lnTo>
                    <a:pt x="1659014" y="4424316"/>
                  </a:lnTo>
                  <a:lnTo>
                    <a:pt x="1659159" y="4424316"/>
                  </a:lnTo>
                  <a:lnTo>
                    <a:pt x="1659159" y="4423692"/>
                  </a:lnTo>
                  <a:lnTo>
                    <a:pt x="1659304" y="4423692"/>
                  </a:lnTo>
                  <a:lnTo>
                    <a:pt x="1659450" y="4423692"/>
                  </a:lnTo>
                  <a:lnTo>
                    <a:pt x="1659450" y="4423069"/>
                  </a:lnTo>
                  <a:lnTo>
                    <a:pt x="1659595" y="4423069"/>
                  </a:lnTo>
                  <a:lnTo>
                    <a:pt x="1659595" y="4422445"/>
                  </a:lnTo>
                  <a:lnTo>
                    <a:pt x="1659595" y="4421822"/>
                  </a:lnTo>
                  <a:lnTo>
                    <a:pt x="1659741" y="4421822"/>
                  </a:lnTo>
                  <a:lnTo>
                    <a:pt x="1659886" y="4421822"/>
                  </a:lnTo>
                  <a:lnTo>
                    <a:pt x="1660032" y="4421822"/>
                  </a:lnTo>
                  <a:lnTo>
                    <a:pt x="1660032" y="4421198"/>
                  </a:lnTo>
                  <a:lnTo>
                    <a:pt x="1660177" y="4421198"/>
                  </a:lnTo>
                  <a:lnTo>
                    <a:pt x="1660177" y="4420575"/>
                  </a:lnTo>
                  <a:lnTo>
                    <a:pt x="1660322" y="4420575"/>
                  </a:lnTo>
                  <a:lnTo>
                    <a:pt x="1660468" y="4420575"/>
                  </a:lnTo>
                  <a:lnTo>
                    <a:pt x="1660613" y="4420575"/>
                  </a:lnTo>
                  <a:lnTo>
                    <a:pt x="1660759" y="4420575"/>
                  </a:lnTo>
                  <a:lnTo>
                    <a:pt x="1660904" y="4420575"/>
                  </a:lnTo>
                  <a:lnTo>
                    <a:pt x="1661049" y="4420575"/>
                  </a:lnTo>
                  <a:lnTo>
                    <a:pt x="1661195" y="4420575"/>
                  </a:lnTo>
                  <a:lnTo>
                    <a:pt x="1661340" y="4420575"/>
                  </a:lnTo>
                  <a:lnTo>
                    <a:pt x="1661340" y="4419951"/>
                  </a:lnTo>
                  <a:lnTo>
                    <a:pt x="1661486" y="4419951"/>
                  </a:lnTo>
                  <a:lnTo>
                    <a:pt x="1661631" y="4419951"/>
                  </a:lnTo>
                  <a:lnTo>
                    <a:pt x="1661777" y="4419951"/>
                  </a:lnTo>
                  <a:lnTo>
                    <a:pt x="1661777" y="4419327"/>
                  </a:lnTo>
                  <a:lnTo>
                    <a:pt x="1661922" y="4419327"/>
                  </a:lnTo>
                  <a:lnTo>
                    <a:pt x="1662067" y="4419327"/>
                  </a:lnTo>
                  <a:lnTo>
                    <a:pt x="1662213" y="4419327"/>
                  </a:lnTo>
                  <a:lnTo>
                    <a:pt x="1662358" y="4419327"/>
                  </a:lnTo>
                  <a:lnTo>
                    <a:pt x="1662358" y="4418704"/>
                  </a:lnTo>
                  <a:lnTo>
                    <a:pt x="1662504" y="4418704"/>
                  </a:lnTo>
                  <a:lnTo>
                    <a:pt x="1662504" y="4418080"/>
                  </a:lnTo>
                  <a:lnTo>
                    <a:pt x="1662649" y="4418080"/>
                  </a:lnTo>
                  <a:lnTo>
                    <a:pt x="1662795" y="4418080"/>
                  </a:lnTo>
                  <a:lnTo>
                    <a:pt x="1662940" y="4418080"/>
                  </a:lnTo>
                  <a:lnTo>
                    <a:pt x="1663085" y="4418080"/>
                  </a:lnTo>
                  <a:lnTo>
                    <a:pt x="1663231" y="4418080"/>
                  </a:lnTo>
                  <a:lnTo>
                    <a:pt x="1663231" y="4417457"/>
                  </a:lnTo>
                  <a:lnTo>
                    <a:pt x="1663376" y="4417457"/>
                  </a:lnTo>
                  <a:lnTo>
                    <a:pt x="1663376" y="4416833"/>
                  </a:lnTo>
                  <a:lnTo>
                    <a:pt x="1663522" y="4416833"/>
                  </a:lnTo>
                  <a:lnTo>
                    <a:pt x="1663667" y="4416833"/>
                  </a:lnTo>
                  <a:lnTo>
                    <a:pt x="1663667" y="4416209"/>
                  </a:lnTo>
                  <a:lnTo>
                    <a:pt x="1663813" y="4416209"/>
                  </a:lnTo>
                  <a:lnTo>
                    <a:pt x="1663958" y="4416209"/>
                  </a:lnTo>
                  <a:lnTo>
                    <a:pt x="1663958" y="4415586"/>
                  </a:lnTo>
                  <a:lnTo>
                    <a:pt x="1664103" y="4415586"/>
                  </a:lnTo>
                  <a:lnTo>
                    <a:pt x="1664249" y="4415586"/>
                  </a:lnTo>
                  <a:lnTo>
                    <a:pt x="1664249" y="4414962"/>
                  </a:lnTo>
                  <a:lnTo>
                    <a:pt x="1664394" y="4414962"/>
                  </a:lnTo>
                  <a:lnTo>
                    <a:pt x="1664540" y="4414962"/>
                  </a:lnTo>
                  <a:lnTo>
                    <a:pt x="1664685" y="4414962"/>
                  </a:lnTo>
                  <a:lnTo>
                    <a:pt x="1664685" y="4414339"/>
                  </a:lnTo>
                  <a:lnTo>
                    <a:pt x="1664831" y="4414339"/>
                  </a:lnTo>
                  <a:lnTo>
                    <a:pt x="1664976" y="4414339"/>
                  </a:lnTo>
                  <a:lnTo>
                    <a:pt x="1665121" y="4414339"/>
                  </a:lnTo>
                  <a:lnTo>
                    <a:pt x="1665267" y="4414339"/>
                  </a:lnTo>
                  <a:lnTo>
                    <a:pt x="1665412" y="4414339"/>
                  </a:lnTo>
                  <a:lnTo>
                    <a:pt x="1665558" y="4414339"/>
                  </a:lnTo>
                  <a:lnTo>
                    <a:pt x="1665703" y="4414339"/>
                  </a:lnTo>
                  <a:lnTo>
                    <a:pt x="1665703" y="4413715"/>
                  </a:lnTo>
                  <a:lnTo>
                    <a:pt x="1665849" y="4413715"/>
                  </a:lnTo>
                  <a:lnTo>
                    <a:pt x="1665994" y="4413715"/>
                  </a:lnTo>
                  <a:lnTo>
                    <a:pt x="1665994" y="4413092"/>
                  </a:lnTo>
                  <a:lnTo>
                    <a:pt x="1666139" y="4413092"/>
                  </a:lnTo>
                  <a:lnTo>
                    <a:pt x="1666139" y="4412468"/>
                  </a:lnTo>
                  <a:lnTo>
                    <a:pt x="1666285" y="4412468"/>
                  </a:lnTo>
                  <a:lnTo>
                    <a:pt x="1666430" y="4412468"/>
                  </a:lnTo>
                  <a:lnTo>
                    <a:pt x="1666576" y="4412468"/>
                  </a:lnTo>
                  <a:lnTo>
                    <a:pt x="1666721" y="4412468"/>
                  </a:lnTo>
                  <a:lnTo>
                    <a:pt x="1666867" y="4412468"/>
                  </a:lnTo>
                  <a:lnTo>
                    <a:pt x="1667012" y="4412468"/>
                  </a:lnTo>
                  <a:lnTo>
                    <a:pt x="1667012" y="4411844"/>
                  </a:lnTo>
                  <a:lnTo>
                    <a:pt x="1667157" y="4411844"/>
                  </a:lnTo>
                  <a:lnTo>
                    <a:pt x="1667157" y="4411221"/>
                  </a:lnTo>
                  <a:lnTo>
                    <a:pt x="1667303" y="4411221"/>
                  </a:lnTo>
                  <a:lnTo>
                    <a:pt x="1667448" y="4411221"/>
                  </a:lnTo>
                  <a:lnTo>
                    <a:pt x="1667594" y="4411221"/>
                  </a:lnTo>
                  <a:lnTo>
                    <a:pt x="1667739" y="4411221"/>
                  </a:lnTo>
                  <a:lnTo>
                    <a:pt x="1667739" y="4410597"/>
                  </a:lnTo>
                  <a:lnTo>
                    <a:pt x="1667884" y="4410597"/>
                  </a:lnTo>
                  <a:lnTo>
                    <a:pt x="1668030" y="4410597"/>
                  </a:lnTo>
                  <a:lnTo>
                    <a:pt x="1668030" y="4409974"/>
                  </a:lnTo>
                  <a:lnTo>
                    <a:pt x="1668175" y="4409974"/>
                  </a:lnTo>
                  <a:lnTo>
                    <a:pt x="1668175" y="4409350"/>
                  </a:lnTo>
                  <a:lnTo>
                    <a:pt x="1668321" y="4409350"/>
                  </a:lnTo>
                  <a:lnTo>
                    <a:pt x="1668321" y="4408726"/>
                  </a:lnTo>
                  <a:lnTo>
                    <a:pt x="1668466" y="4408726"/>
                  </a:lnTo>
                  <a:lnTo>
                    <a:pt x="1668466" y="4408103"/>
                  </a:lnTo>
                  <a:lnTo>
                    <a:pt x="1668612" y="4408103"/>
                  </a:lnTo>
                  <a:lnTo>
                    <a:pt x="1668757" y="4408103"/>
                  </a:lnTo>
                  <a:lnTo>
                    <a:pt x="1668902" y="4408103"/>
                  </a:lnTo>
                  <a:lnTo>
                    <a:pt x="1669048" y="4408103"/>
                  </a:lnTo>
                  <a:lnTo>
                    <a:pt x="1669048" y="4407479"/>
                  </a:lnTo>
                  <a:lnTo>
                    <a:pt x="1669193" y="4407479"/>
                  </a:lnTo>
                  <a:lnTo>
                    <a:pt x="1669339" y="4407479"/>
                  </a:lnTo>
                  <a:lnTo>
                    <a:pt x="1669484" y="4407479"/>
                  </a:lnTo>
                  <a:lnTo>
                    <a:pt x="1669630" y="4407479"/>
                  </a:lnTo>
                  <a:lnTo>
                    <a:pt x="1669775" y="4407479"/>
                  </a:lnTo>
                  <a:lnTo>
                    <a:pt x="1669920" y="4407479"/>
                  </a:lnTo>
                  <a:lnTo>
                    <a:pt x="1670066" y="4407479"/>
                  </a:lnTo>
                  <a:lnTo>
                    <a:pt x="1670211" y="4407479"/>
                  </a:lnTo>
                  <a:lnTo>
                    <a:pt x="1670357" y="4407479"/>
                  </a:lnTo>
                  <a:lnTo>
                    <a:pt x="1670502" y="4407479"/>
                  </a:lnTo>
                  <a:lnTo>
                    <a:pt x="1670648" y="4407479"/>
                  </a:lnTo>
                  <a:lnTo>
                    <a:pt x="1670793" y="4407479"/>
                  </a:lnTo>
                  <a:lnTo>
                    <a:pt x="1670938" y="4407479"/>
                  </a:lnTo>
                  <a:lnTo>
                    <a:pt x="1671084" y="4407479"/>
                  </a:lnTo>
                  <a:lnTo>
                    <a:pt x="1671229" y="4407479"/>
                  </a:lnTo>
                  <a:lnTo>
                    <a:pt x="1671229" y="4406856"/>
                  </a:lnTo>
                  <a:lnTo>
                    <a:pt x="1671375" y="4406856"/>
                  </a:lnTo>
                  <a:lnTo>
                    <a:pt x="1671375" y="4406232"/>
                  </a:lnTo>
                  <a:lnTo>
                    <a:pt x="1671520" y="4406232"/>
                  </a:lnTo>
                  <a:lnTo>
                    <a:pt x="1671666" y="4406232"/>
                  </a:lnTo>
                  <a:lnTo>
                    <a:pt x="1671666" y="4405609"/>
                  </a:lnTo>
                  <a:lnTo>
                    <a:pt x="1671666" y="4404985"/>
                  </a:lnTo>
                  <a:lnTo>
                    <a:pt x="1671811" y="4404985"/>
                  </a:lnTo>
                  <a:lnTo>
                    <a:pt x="1671956" y="4404985"/>
                  </a:lnTo>
                  <a:lnTo>
                    <a:pt x="1672102" y="4404985"/>
                  </a:lnTo>
                  <a:lnTo>
                    <a:pt x="1672102" y="4404361"/>
                  </a:lnTo>
                  <a:lnTo>
                    <a:pt x="1672102" y="4403738"/>
                  </a:lnTo>
                  <a:lnTo>
                    <a:pt x="1672102" y="4403114"/>
                  </a:lnTo>
                  <a:lnTo>
                    <a:pt x="1672247" y="4403114"/>
                  </a:lnTo>
                  <a:lnTo>
                    <a:pt x="1672393" y="4403114"/>
                  </a:lnTo>
                  <a:lnTo>
                    <a:pt x="1672393" y="4402491"/>
                  </a:lnTo>
                  <a:lnTo>
                    <a:pt x="1672393" y="4401867"/>
                  </a:lnTo>
                  <a:lnTo>
                    <a:pt x="1672538" y="4401867"/>
                  </a:lnTo>
                  <a:lnTo>
                    <a:pt x="1672538" y="4401244"/>
                  </a:lnTo>
                  <a:lnTo>
                    <a:pt x="1672684" y="4401244"/>
                  </a:lnTo>
                  <a:lnTo>
                    <a:pt x="1672684" y="4400620"/>
                  </a:lnTo>
                  <a:lnTo>
                    <a:pt x="1672684" y="4399996"/>
                  </a:lnTo>
                  <a:lnTo>
                    <a:pt x="1672829" y="4399996"/>
                  </a:lnTo>
                  <a:lnTo>
                    <a:pt x="1672829" y="4399373"/>
                  </a:lnTo>
                  <a:lnTo>
                    <a:pt x="1672974" y="4399373"/>
                  </a:lnTo>
                  <a:lnTo>
                    <a:pt x="1673120" y="4399373"/>
                  </a:lnTo>
                  <a:lnTo>
                    <a:pt x="1673265" y="4399373"/>
                  </a:lnTo>
                  <a:lnTo>
                    <a:pt x="1673411" y="4399373"/>
                  </a:lnTo>
                  <a:lnTo>
                    <a:pt x="1673411" y="4398749"/>
                  </a:lnTo>
                  <a:lnTo>
                    <a:pt x="1673411" y="4398126"/>
                  </a:lnTo>
                  <a:lnTo>
                    <a:pt x="1673556" y="4398126"/>
                  </a:lnTo>
                  <a:lnTo>
                    <a:pt x="1673702" y="4398126"/>
                  </a:lnTo>
                  <a:lnTo>
                    <a:pt x="1673847" y="4398126"/>
                  </a:lnTo>
                  <a:lnTo>
                    <a:pt x="1673992" y="4398126"/>
                  </a:lnTo>
                  <a:lnTo>
                    <a:pt x="1673992" y="4397502"/>
                  </a:lnTo>
                  <a:lnTo>
                    <a:pt x="1674138" y="4397502"/>
                  </a:lnTo>
                  <a:lnTo>
                    <a:pt x="1674283" y="4397502"/>
                  </a:lnTo>
                  <a:lnTo>
                    <a:pt x="1674429" y="4397502"/>
                  </a:lnTo>
                  <a:lnTo>
                    <a:pt x="1674574" y="4397502"/>
                  </a:lnTo>
                  <a:lnTo>
                    <a:pt x="1674719" y="4397502"/>
                  </a:lnTo>
                  <a:lnTo>
                    <a:pt x="1674865" y="4397502"/>
                  </a:lnTo>
                  <a:lnTo>
                    <a:pt x="1675010" y="4397502"/>
                  </a:lnTo>
                  <a:lnTo>
                    <a:pt x="1675010" y="4396878"/>
                  </a:lnTo>
                  <a:lnTo>
                    <a:pt x="1675156" y="4396878"/>
                  </a:lnTo>
                  <a:lnTo>
                    <a:pt x="1675156" y="4396255"/>
                  </a:lnTo>
                  <a:lnTo>
                    <a:pt x="1675301" y="4396255"/>
                  </a:lnTo>
                  <a:lnTo>
                    <a:pt x="1675301" y="4395631"/>
                  </a:lnTo>
                  <a:lnTo>
                    <a:pt x="1675301" y="4395008"/>
                  </a:lnTo>
                  <a:lnTo>
                    <a:pt x="1675301" y="4394384"/>
                  </a:lnTo>
                  <a:lnTo>
                    <a:pt x="1675447" y="4394384"/>
                  </a:lnTo>
                  <a:lnTo>
                    <a:pt x="1675592" y="4394384"/>
                  </a:lnTo>
                  <a:lnTo>
                    <a:pt x="1675737" y="4394384"/>
                  </a:lnTo>
                  <a:lnTo>
                    <a:pt x="1675737" y="4393761"/>
                  </a:lnTo>
                  <a:lnTo>
                    <a:pt x="1675883" y="4393761"/>
                  </a:lnTo>
                  <a:lnTo>
                    <a:pt x="1676028" y="4393761"/>
                  </a:lnTo>
                  <a:lnTo>
                    <a:pt x="1676028" y="4393137"/>
                  </a:lnTo>
                  <a:lnTo>
                    <a:pt x="1676028" y="4392513"/>
                  </a:lnTo>
                  <a:lnTo>
                    <a:pt x="1676028" y="4391890"/>
                  </a:lnTo>
                  <a:lnTo>
                    <a:pt x="1676174" y="4391890"/>
                  </a:lnTo>
                  <a:lnTo>
                    <a:pt x="1676319" y="4391890"/>
                  </a:lnTo>
                  <a:lnTo>
                    <a:pt x="1676319" y="4391266"/>
                  </a:lnTo>
                  <a:lnTo>
                    <a:pt x="1676465" y="4391266"/>
                  </a:lnTo>
                  <a:lnTo>
                    <a:pt x="1676610" y="4391266"/>
                  </a:lnTo>
                  <a:lnTo>
                    <a:pt x="1676755" y="4391266"/>
                  </a:lnTo>
                  <a:lnTo>
                    <a:pt x="1676901" y="4391266"/>
                  </a:lnTo>
                  <a:lnTo>
                    <a:pt x="1677046" y="4391266"/>
                  </a:lnTo>
                  <a:lnTo>
                    <a:pt x="1677192" y="4391266"/>
                  </a:lnTo>
                  <a:lnTo>
                    <a:pt x="1677337" y="4391266"/>
                  </a:lnTo>
                  <a:lnTo>
                    <a:pt x="1677337" y="4390643"/>
                  </a:lnTo>
                  <a:lnTo>
                    <a:pt x="1677337" y="4390019"/>
                  </a:lnTo>
                  <a:lnTo>
                    <a:pt x="1677337" y="4389395"/>
                  </a:lnTo>
                  <a:lnTo>
                    <a:pt x="1677337" y="4388772"/>
                  </a:lnTo>
                  <a:lnTo>
                    <a:pt x="1677483" y="4388772"/>
                  </a:lnTo>
                  <a:lnTo>
                    <a:pt x="1677628" y="4388772"/>
                  </a:lnTo>
                  <a:lnTo>
                    <a:pt x="1677628" y="4388148"/>
                  </a:lnTo>
                  <a:lnTo>
                    <a:pt x="1677773" y="4388148"/>
                  </a:lnTo>
                  <a:lnTo>
                    <a:pt x="1677773" y="4387525"/>
                  </a:lnTo>
                  <a:lnTo>
                    <a:pt x="1677919" y="4387525"/>
                  </a:lnTo>
                  <a:lnTo>
                    <a:pt x="1678064" y="4387525"/>
                  </a:lnTo>
                  <a:lnTo>
                    <a:pt x="1678210" y="4387525"/>
                  </a:lnTo>
                  <a:lnTo>
                    <a:pt x="1678355" y="4387525"/>
                  </a:lnTo>
                  <a:lnTo>
                    <a:pt x="1678355" y="4386901"/>
                  </a:lnTo>
                  <a:lnTo>
                    <a:pt x="1678355" y="4386278"/>
                  </a:lnTo>
                  <a:lnTo>
                    <a:pt x="1678501" y="4386278"/>
                  </a:lnTo>
                  <a:lnTo>
                    <a:pt x="1678646" y="4386278"/>
                  </a:lnTo>
                  <a:lnTo>
                    <a:pt x="1678791" y="4386278"/>
                  </a:lnTo>
                  <a:lnTo>
                    <a:pt x="1678937" y="4386278"/>
                  </a:lnTo>
                  <a:lnTo>
                    <a:pt x="1679082" y="4386278"/>
                  </a:lnTo>
                  <a:lnTo>
                    <a:pt x="1679228" y="4386278"/>
                  </a:lnTo>
                  <a:lnTo>
                    <a:pt x="1679373" y="4386278"/>
                  </a:lnTo>
                  <a:lnTo>
                    <a:pt x="1679373" y="4385654"/>
                  </a:lnTo>
                  <a:lnTo>
                    <a:pt x="1679373" y="4385030"/>
                  </a:lnTo>
                  <a:lnTo>
                    <a:pt x="1679519" y="4385030"/>
                  </a:lnTo>
                  <a:lnTo>
                    <a:pt x="1679519" y="4384407"/>
                  </a:lnTo>
                  <a:lnTo>
                    <a:pt x="1679664" y="4384407"/>
                  </a:lnTo>
                  <a:lnTo>
                    <a:pt x="1679809" y="4384407"/>
                  </a:lnTo>
                  <a:lnTo>
                    <a:pt x="1679955" y="4384407"/>
                  </a:lnTo>
                  <a:lnTo>
                    <a:pt x="1680100" y="4384407"/>
                  </a:lnTo>
                  <a:lnTo>
                    <a:pt x="1680246" y="4384407"/>
                  </a:lnTo>
                  <a:lnTo>
                    <a:pt x="1680391" y="4384407"/>
                  </a:lnTo>
                  <a:lnTo>
                    <a:pt x="1680537" y="4384407"/>
                  </a:lnTo>
                  <a:lnTo>
                    <a:pt x="1680537" y="4383783"/>
                  </a:lnTo>
                  <a:lnTo>
                    <a:pt x="1680537" y="4383160"/>
                  </a:lnTo>
                  <a:lnTo>
                    <a:pt x="1680682" y="4383160"/>
                  </a:lnTo>
                  <a:lnTo>
                    <a:pt x="1680827" y="4383160"/>
                  </a:lnTo>
                  <a:lnTo>
                    <a:pt x="1680827" y="4382536"/>
                  </a:lnTo>
                  <a:lnTo>
                    <a:pt x="1680827" y="4381912"/>
                  </a:lnTo>
                  <a:lnTo>
                    <a:pt x="1680973" y="4381912"/>
                  </a:lnTo>
                  <a:lnTo>
                    <a:pt x="1681118" y="4381912"/>
                  </a:lnTo>
                  <a:lnTo>
                    <a:pt x="1681264" y="4381912"/>
                  </a:lnTo>
                  <a:lnTo>
                    <a:pt x="1681264" y="4381289"/>
                  </a:lnTo>
                  <a:lnTo>
                    <a:pt x="1681409" y="4381289"/>
                  </a:lnTo>
                  <a:lnTo>
                    <a:pt x="1681554" y="4381289"/>
                  </a:lnTo>
                  <a:lnTo>
                    <a:pt x="1681554" y="4380665"/>
                  </a:lnTo>
                  <a:lnTo>
                    <a:pt x="1681554" y="4380042"/>
                  </a:lnTo>
                  <a:lnTo>
                    <a:pt x="1681700" y="4380042"/>
                  </a:lnTo>
                  <a:lnTo>
                    <a:pt x="1681845" y="4380042"/>
                  </a:lnTo>
                  <a:lnTo>
                    <a:pt x="1681991" y="4380042"/>
                  </a:lnTo>
                  <a:lnTo>
                    <a:pt x="1681991" y="4379418"/>
                  </a:lnTo>
                  <a:lnTo>
                    <a:pt x="1682136" y="4379418"/>
                  </a:lnTo>
                  <a:lnTo>
                    <a:pt x="1682282" y="4379418"/>
                  </a:lnTo>
                  <a:lnTo>
                    <a:pt x="1682427" y="4379418"/>
                  </a:lnTo>
                  <a:lnTo>
                    <a:pt x="1682572" y="4379418"/>
                  </a:lnTo>
                  <a:lnTo>
                    <a:pt x="1682718" y="4379418"/>
                  </a:lnTo>
                  <a:lnTo>
                    <a:pt x="1682863" y="4379418"/>
                  </a:lnTo>
                  <a:lnTo>
                    <a:pt x="1682863" y="4378795"/>
                  </a:lnTo>
                  <a:lnTo>
                    <a:pt x="1683009" y="4378795"/>
                  </a:lnTo>
                  <a:lnTo>
                    <a:pt x="1683154" y="4378795"/>
                  </a:lnTo>
                  <a:lnTo>
                    <a:pt x="1683300" y="4378795"/>
                  </a:lnTo>
                  <a:lnTo>
                    <a:pt x="1683445" y="4378795"/>
                  </a:lnTo>
                  <a:lnTo>
                    <a:pt x="1683590" y="4378795"/>
                  </a:lnTo>
                  <a:lnTo>
                    <a:pt x="1683736" y="4378795"/>
                  </a:lnTo>
                  <a:lnTo>
                    <a:pt x="1683736" y="4378171"/>
                  </a:lnTo>
                  <a:lnTo>
                    <a:pt x="1683736" y="4377547"/>
                  </a:lnTo>
                  <a:lnTo>
                    <a:pt x="1683881" y="4377547"/>
                  </a:lnTo>
                  <a:lnTo>
                    <a:pt x="1683881" y="4376924"/>
                  </a:lnTo>
                  <a:lnTo>
                    <a:pt x="1684027" y="4376924"/>
                  </a:lnTo>
                  <a:lnTo>
                    <a:pt x="1684172" y="4376924"/>
                  </a:lnTo>
                  <a:lnTo>
                    <a:pt x="1684172" y="4376300"/>
                  </a:lnTo>
                  <a:lnTo>
                    <a:pt x="1684318" y="4376300"/>
                  </a:lnTo>
                  <a:lnTo>
                    <a:pt x="1684318" y="4375677"/>
                  </a:lnTo>
                  <a:lnTo>
                    <a:pt x="1684463" y="4375677"/>
                  </a:lnTo>
                  <a:lnTo>
                    <a:pt x="1684608" y="4375677"/>
                  </a:lnTo>
                  <a:lnTo>
                    <a:pt x="1684754" y="4375677"/>
                  </a:lnTo>
                  <a:lnTo>
                    <a:pt x="1684899" y="4375677"/>
                  </a:lnTo>
                  <a:lnTo>
                    <a:pt x="1685045" y="4375677"/>
                  </a:lnTo>
                  <a:lnTo>
                    <a:pt x="1685045" y="4375053"/>
                  </a:lnTo>
                  <a:lnTo>
                    <a:pt x="1685190" y="4375053"/>
                  </a:lnTo>
                  <a:lnTo>
                    <a:pt x="1685336" y="4375053"/>
                  </a:lnTo>
                  <a:lnTo>
                    <a:pt x="1685481" y="4375053"/>
                  </a:lnTo>
                  <a:lnTo>
                    <a:pt x="1685626" y="4375053"/>
                  </a:lnTo>
                  <a:lnTo>
                    <a:pt x="1685626" y="4374429"/>
                  </a:lnTo>
                  <a:lnTo>
                    <a:pt x="1685772" y="4374429"/>
                  </a:lnTo>
                  <a:lnTo>
                    <a:pt x="1685917" y="4374429"/>
                  </a:lnTo>
                  <a:lnTo>
                    <a:pt x="1686063" y="4374429"/>
                  </a:lnTo>
                  <a:lnTo>
                    <a:pt x="1686208" y="4374429"/>
                  </a:lnTo>
                  <a:lnTo>
                    <a:pt x="1686354" y="4374429"/>
                  </a:lnTo>
                  <a:lnTo>
                    <a:pt x="1686499" y="4374429"/>
                  </a:lnTo>
                  <a:lnTo>
                    <a:pt x="1686644" y="4374429"/>
                  </a:lnTo>
                  <a:lnTo>
                    <a:pt x="1686644" y="4373806"/>
                  </a:lnTo>
                  <a:lnTo>
                    <a:pt x="1686790" y="4373806"/>
                  </a:lnTo>
                  <a:lnTo>
                    <a:pt x="1686790" y="4373182"/>
                  </a:lnTo>
                  <a:lnTo>
                    <a:pt x="1686790" y="4372559"/>
                  </a:lnTo>
                  <a:lnTo>
                    <a:pt x="1686935" y="4372559"/>
                  </a:lnTo>
                  <a:lnTo>
                    <a:pt x="1686935" y="4371935"/>
                  </a:lnTo>
                  <a:lnTo>
                    <a:pt x="1687081" y="4371935"/>
                  </a:lnTo>
                  <a:lnTo>
                    <a:pt x="1687226" y="4371935"/>
                  </a:lnTo>
                  <a:lnTo>
                    <a:pt x="1687372" y="4371935"/>
                  </a:lnTo>
                  <a:lnTo>
                    <a:pt x="1687517" y="4371935"/>
                  </a:lnTo>
                  <a:lnTo>
                    <a:pt x="1687662" y="4371935"/>
                  </a:lnTo>
                  <a:lnTo>
                    <a:pt x="1687808" y="4371935"/>
                  </a:lnTo>
                  <a:lnTo>
                    <a:pt x="1687953" y="4371935"/>
                  </a:lnTo>
                  <a:lnTo>
                    <a:pt x="1687953" y="4371312"/>
                  </a:lnTo>
                  <a:lnTo>
                    <a:pt x="1688099" y="4371312"/>
                  </a:lnTo>
                  <a:lnTo>
                    <a:pt x="1688099" y="4370688"/>
                  </a:lnTo>
                  <a:lnTo>
                    <a:pt x="1688244" y="4370688"/>
                  </a:lnTo>
                  <a:lnTo>
                    <a:pt x="1688244" y="4370064"/>
                  </a:lnTo>
                  <a:lnTo>
                    <a:pt x="1688389" y="4370064"/>
                  </a:lnTo>
                  <a:lnTo>
                    <a:pt x="1688535" y="4370064"/>
                  </a:lnTo>
                  <a:lnTo>
                    <a:pt x="1688680" y="4370064"/>
                  </a:lnTo>
                  <a:lnTo>
                    <a:pt x="1688826" y="4370064"/>
                  </a:lnTo>
                  <a:lnTo>
                    <a:pt x="1688971" y="4370064"/>
                  </a:lnTo>
                  <a:lnTo>
                    <a:pt x="1689117" y="4370064"/>
                  </a:lnTo>
                  <a:lnTo>
                    <a:pt x="1689262" y="4370064"/>
                  </a:lnTo>
                  <a:lnTo>
                    <a:pt x="1689407" y="4370064"/>
                  </a:lnTo>
                  <a:lnTo>
                    <a:pt x="1689553" y="4370064"/>
                  </a:lnTo>
                  <a:lnTo>
                    <a:pt x="1689698" y="4370064"/>
                  </a:lnTo>
                  <a:lnTo>
                    <a:pt x="1689844" y="4370064"/>
                  </a:lnTo>
                  <a:lnTo>
                    <a:pt x="1689989" y="4370064"/>
                  </a:lnTo>
                  <a:lnTo>
                    <a:pt x="1690135" y="4370064"/>
                  </a:lnTo>
                  <a:lnTo>
                    <a:pt x="1690280" y="4370064"/>
                  </a:lnTo>
                  <a:lnTo>
                    <a:pt x="1690425" y="4370064"/>
                  </a:lnTo>
                  <a:lnTo>
                    <a:pt x="1690571" y="4370064"/>
                  </a:lnTo>
                  <a:lnTo>
                    <a:pt x="1690716" y="4370064"/>
                  </a:lnTo>
                  <a:lnTo>
                    <a:pt x="1690862" y="4370064"/>
                  </a:lnTo>
                  <a:lnTo>
                    <a:pt x="1691007" y="4370064"/>
                  </a:lnTo>
                  <a:lnTo>
                    <a:pt x="1691153" y="4370064"/>
                  </a:lnTo>
                  <a:lnTo>
                    <a:pt x="1691298" y="4370064"/>
                  </a:lnTo>
                  <a:lnTo>
                    <a:pt x="1691443" y="4370064"/>
                  </a:lnTo>
                  <a:lnTo>
                    <a:pt x="1691589" y="4370064"/>
                  </a:lnTo>
                  <a:lnTo>
                    <a:pt x="1691734" y="4370064"/>
                  </a:lnTo>
                  <a:lnTo>
                    <a:pt x="1691880" y="4370064"/>
                  </a:lnTo>
                  <a:lnTo>
                    <a:pt x="1691880" y="4369441"/>
                  </a:lnTo>
                  <a:lnTo>
                    <a:pt x="1692025" y="4369441"/>
                  </a:lnTo>
                  <a:lnTo>
                    <a:pt x="1692171" y="4369441"/>
                  </a:lnTo>
                  <a:lnTo>
                    <a:pt x="1692316" y="4369441"/>
                  </a:lnTo>
                  <a:lnTo>
                    <a:pt x="1692316" y="4368817"/>
                  </a:lnTo>
                  <a:lnTo>
                    <a:pt x="1692461" y="4368817"/>
                  </a:lnTo>
                  <a:lnTo>
                    <a:pt x="1692607" y="4368817"/>
                  </a:lnTo>
                  <a:lnTo>
                    <a:pt x="1692752" y="4368817"/>
                  </a:lnTo>
                  <a:lnTo>
                    <a:pt x="1692752" y="4368194"/>
                  </a:lnTo>
                  <a:lnTo>
                    <a:pt x="1692898" y="4368194"/>
                  </a:lnTo>
                  <a:lnTo>
                    <a:pt x="1693043" y="4368194"/>
                  </a:lnTo>
                  <a:lnTo>
                    <a:pt x="1693189" y="4368194"/>
                  </a:lnTo>
                  <a:lnTo>
                    <a:pt x="1693334" y="4368194"/>
                  </a:lnTo>
                  <a:lnTo>
                    <a:pt x="1693479" y="4368194"/>
                  </a:lnTo>
                  <a:lnTo>
                    <a:pt x="1693625" y="4368194"/>
                  </a:lnTo>
                  <a:lnTo>
                    <a:pt x="1693770" y="4368194"/>
                  </a:lnTo>
                  <a:lnTo>
                    <a:pt x="1693770" y="4367570"/>
                  </a:lnTo>
                  <a:lnTo>
                    <a:pt x="1693916" y="4367570"/>
                  </a:lnTo>
                  <a:lnTo>
                    <a:pt x="1694061" y="4367570"/>
                  </a:lnTo>
                  <a:lnTo>
                    <a:pt x="1694061" y="4366946"/>
                  </a:lnTo>
                  <a:lnTo>
                    <a:pt x="1694061" y="4366323"/>
                  </a:lnTo>
                  <a:lnTo>
                    <a:pt x="1694207" y="4366323"/>
                  </a:lnTo>
                  <a:lnTo>
                    <a:pt x="1694352" y="4366323"/>
                  </a:lnTo>
                  <a:lnTo>
                    <a:pt x="1694352" y="4365699"/>
                  </a:lnTo>
                  <a:lnTo>
                    <a:pt x="1694497" y="4365699"/>
                  </a:lnTo>
                  <a:lnTo>
                    <a:pt x="1694497" y="4365076"/>
                  </a:lnTo>
                  <a:lnTo>
                    <a:pt x="1694643" y="4365076"/>
                  </a:lnTo>
                  <a:lnTo>
                    <a:pt x="1694788" y="4365076"/>
                  </a:lnTo>
                  <a:lnTo>
                    <a:pt x="1694934" y="4365076"/>
                  </a:lnTo>
                  <a:lnTo>
                    <a:pt x="1695079" y="4365076"/>
                  </a:lnTo>
                  <a:lnTo>
                    <a:pt x="1695224" y="4365076"/>
                  </a:lnTo>
                  <a:lnTo>
                    <a:pt x="1695370" y="4365076"/>
                  </a:lnTo>
                  <a:lnTo>
                    <a:pt x="1695515" y="4365076"/>
                  </a:lnTo>
                  <a:lnTo>
                    <a:pt x="1695661" y="4365076"/>
                  </a:lnTo>
                  <a:lnTo>
                    <a:pt x="1695661" y="4364452"/>
                  </a:lnTo>
                  <a:lnTo>
                    <a:pt x="1695806" y="4364452"/>
                  </a:lnTo>
                  <a:lnTo>
                    <a:pt x="1695952" y="4364452"/>
                  </a:lnTo>
                  <a:lnTo>
                    <a:pt x="1696097" y="4364452"/>
                  </a:lnTo>
                  <a:lnTo>
                    <a:pt x="1696242" y="4364452"/>
                  </a:lnTo>
                  <a:lnTo>
                    <a:pt x="1696388" y="4364452"/>
                  </a:lnTo>
                  <a:lnTo>
                    <a:pt x="1696533" y="4364452"/>
                  </a:lnTo>
                  <a:lnTo>
                    <a:pt x="1696679" y="4364452"/>
                  </a:lnTo>
                  <a:lnTo>
                    <a:pt x="1696824" y="4364452"/>
                  </a:lnTo>
                  <a:lnTo>
                    <a:pt x="1696970" y="4364452"/>
                  </a:lnTo>
                  <a:lnTo>
                    <a:pt x="1697115" y="4364452"/>
                  </a:lnTo>
                  <a:lnTo>
                    <a:pt x="1697260" y="4364452"/>
                  </a:lnTo>
                  <a:lnTo>
                    <a:pt x="1697406" y="4364452"/>
                  </a:lnTo>
                  <a:lnTo>
                    <a:pt x="1697406" y="4363829"/>
                  </a:lnTo>
                  <a:lnTo>
                    <a:pt x="1697551" y="4363829"/>
                  </a:lnTo>
                  <a:lnTo>
                    <a:pt x="1697697" y="4363829"/>
                  </a:lnTo>
                  <a:lnTo>
                    <a:pt x="1697842" y="4363829"/>
                  </a:lnTo>
                  <a:lnTo>
                    <a:pt x="1697842" y="4363205"/>
                  </a:lnTo>
                  <a:lnTo>
                    <a:pt x="1697988" y="4363205"/>
                  </a:lnTo>
                  <a:lnTo>
                    <a:pt x="1697988" y="4362581"/>
                  </a:lnTo>
                  <a:lnTo>
                    <a:pt x="1697988" y="4361958"/>
                  </a:lnTo>
                  <a:lnTo>
                    <a:pt x="1698133" y="4361958"/>
                  </a:lnTo>
                  <a:lnTo>
                    <a:pt x="1698278" y="4361958"/>
                  </a:lnTo>
                  <a:lnTo>
                    <a:pt x="1698424" y="4361958"/>
                  </a:lnTo>
                  <a:lnTo>
                    <a:pt x="1698424" y="4361334"/>
                  </a:lnTo>
                  <a:lnTo>
                    <a:pt x="1698424" y="4360711"/>
                  </a:lnTo>
                  <a:lnTo>
                    <a:pt x="1698569" y="4360711"/>
                  </a:lnTo>
                  <a:lnTo>
                    <a:pt x="1698715" y="4360711"/>
                  </a:lnTo>
                  <a:lnTo>
                    <a:pt x="1698860" y="4360711"/>
                  </a:lnTo>
                  <a:lnTo>
                    <a:pt x="1698860" y="4360087"/>
                  </a:lnTo>
                  <a:lnTo>
                    <a:pt x="1699006" y="4360087"/>
                  </a:lnTo>
                  <a:lnTo>
                    <a:pt x="1699151" y="4360087"/>
                  </a:lnTo>
                  <a:lnTo>
                    <a:pt x="1699296" y="4360087"/>
                  </a:lnTo>
                  <a:lnTo>
                    <a:pt x="1699442" y="4360087"/>
                  </a:lnTo>
                  <a:lnTo>
                    <a:pt x="1699442" y="4359463"/>
                  </a:lnTo>
                  <a:lnTo>
                    <a:pt x="1699587" y="4359463"/>
                  </a:lnTo>
                  <a:lnTo>
                    <a:pt x="1699733" y="4359463"/>
                  </a:lnTo>
                  <a:lnTo>
                    <a:pt x="1699878" y="4359463"/>
                  </a:lnTo>
                  <a:lnTo>
                    <a:pt x="1699878" y="4358840"/>
                  </a:lnTo>
                  <a:lnTo>
                    <a:pt x="1699878" y="4358216"/>
                  </a:lnTo>
                  <a:lnTo>
                    <a:pt x="1700024" y="4358216"/>
                  </a:lnTo>
                  <a:lnTo>
                    <a:pt x="1700169" y="4358216"/>
                  </a:lnTo>
                  <a:lnTo>
                    <a:pt x="1700314" y="4358216"/>
                  </a:lnTo>
                  <a:lnTo>
                    <a:pt x="1700460" y="4358216"/>
                  </a:lnTo>
                  <a:lnTo>
                    <a:pt x="1700460" y="4357593"/>
                  </a:lnTo>
                  <a:lnTo>
                    <a:pt x="1700605" y="4357593"/>
                  </a:lnTo>
                  <a:lnTo>
                    <a:pt x="1700751" y="4357593"/>
                  </a:lnTo>
                  <a:lnTo>
                    <a:pt x="1700896" y="4357593"/>
                  </a:lnTo>
                  <a:lnTo>
                    <a:pt x="1701042" y="4357593"/>
                  </a:lnTo>
                  <a:lnTo>
                    <a:pt x="1701187" y="4357593"/>
                  </a:lnTo>
                  <a:lnTo>
                    <a:pt x="1701332" y="4357593"/>
                  </a:lnTo>
                  <a:lnTo>
                    <a:pt x="1701478" y="4357593"/>
                  </a:lnTo>
                  <a:lnTo>
                    <a:pt x="1701623" y="4357593"/>
                  </a:lnTo>
                  <a:lnTo>
                    <a:pt x="1701769" y="4357593"/>
                  </a:lnTo>
                  <a:lnTo>
                    <a:pt x="1701914" y="4357593"/>
                  </a:lnTo>
                  <a:lnTo>
                    <a:pt x="1702059" y="4357593"/>
                  </a:lnTo>
                  <a:lnTo>
                    <a:pt x="1702205" y="4357593"/>
                  </a:lnTo>
                  <a:lnTo>
                    <a:pt x="1702350" y="4357593"/>
                  </a:lnTo>
                  <a:lnTo>
                    <a:pt x="1702496" y="4357593"/>
                  </a:lnTo>
                  <a:lnTo>
                    <a:pt x="1702641" y="4357593"/>
                  </a:lnTo>
                  <a:lnTo>
                    <a:pt x="1702641" y="4356969"/>
                  </a:lnTo>
                  <a:lnTo>
                    <a:pt x="1702641" y="4356346"/>
                  </a:lnTo>
                  <a:lnTo>
                    <a:pt x="1702787" y="4356346"/>
                  </a:lnTo>
                  <a:lnTo>
                    <a:pt x="1702932" y="4356346"/>
                  </a:lnTo>
                  <a:lnTo>
                    <a:pt x="1702932" y="4355722"/>
                  </a:lnTo>
                  <a:lnTo>
                    <a:pt x="1702932" y="4355098"/>
                  </a:lnTo>
                  <a:lnTo>
                    <a:pt x="1703077" y="4355098"/>
                  </a:lnTo>
                  <a:lnTo>
                    <a:pt x="1703223" y="4355098"/>
                  </a:lnTo>
                  <a:lnTo>
                    <a:pt x="1703368" y="4355098"/>
                  </a:lnTo>
                  <a:lnTo>
                    <a:pt x="1703514" y="4355098"/>
                  </a:lnTo>
                  <a:lnTo>
                    <a:pt x="1703659" y="4355098"/>
                  </a:lnTo>
                  <a:lnTo>
                    <a:pt x="1703805" y="4355098"/>
                  </a:lnTo>
                  <a:lnTo>
                    <a:pt x="1703950" y="4355098"/>
                  </a:lnTo>
                  <a:lnTo>
                    <a:pt x="1704095" y="4355098"/>
                  </a:lnTo>
                  <a:lnTo>
                    <a:pt x="1704241" y="4355098"/>
                  </a:lnTo>
                  <a:lnTo>
                    <a:pt x="1704386" y="4355098"/>
                  </a:lnTo>
                  <a:lnTo>
                    <a:pt x="1704532" y="4355098"/>
                  </a:lnTo>
                  <a:lnTo>
                    <a:pt x="1704677" y="4355098"/>
                  </a:lnTo>
                  <a:lnTo>
                    <a:pt x="1704823" y="4355098"/>
                  </a:lnTo>
                  <a:lnTo>
                    <a:pt x="1704968" y="4355098"/>
                  </a:lnTo>
                  <a:lnTo>
                    <a:pt x="1705113" y="4355098"/>
                  </a:lnTo>
                  <a:lnTo>
                    <a:pt x="1705259" y="4355098"/>
                  </a:lnTo>
                  <a:lnTo>
                    <a:pt x="1705404" y="4355098"/>
                  </a:lnTo>
                  <a:lnTo>
                    <a:pt x="1705550" y="4355098"/>
                  </a:lnTo>
                  <a:lnTo>
                    <a:pt x="1705550" y="4354475"/>
                  </a:lnTo>
                  <a:lnTo>
                    <a:pt x="1705695" y="4354475"/>
                  </a:lnTo>
                  <a:lnTo>
                    <a:pt x="1705841" y="4354475"/>
                  </a:lnTo>
                  <a:lnTo>
                    <a:pt x="1705986" y="4354475"/>
                  </a:lnTo>
                  <a:lnTo>
                    <a:pt x="1706131" y="4354475"/>
                  </a:lnTo>
                  <a:lnTo>
                    <a:pt x="1706131" y="4353851"/>
                  </a:lnTo>
                  <a:lnTo>
                    <a:pt x="1706277" y="4353851"/>
                  </a:lnTo>
                  <a:lnTo>
                    <a:pt x="1706422" y="4353851"/>
                  </a:lnTo>
                  <a:lnTo>
                    <a:pt x="1706568" y="4353851"/>
                  </a:lnTo>
                  <a:lnTo>
                    <a:pt x="1706713" y="4353851"/>
                  </a:lnTo>
                  <a:lnTo>
                    <a:pt x="1706713" y="4353228"/>
                  </a:lnTo>
                  <a:lnTo>
                    <a:pt x="1706713" y="4352604"/>
                  </a:lnTo>
                  <a:lnTo>
                    <a:pt x="1706713" y="4351981"/>
                  </a:lnTo>
                  <a:lnTo>
                    <a:pt x="1706859" y="4351981"/>
                  </a:lnTo>
                  <a:lnTo>
                    <a:pt x="1707004" y="4351981"/>
                  </a:lnTo>
                  <a:lnTo>
                    <a:pt x="1707149" y="4351981"/>
                  </a:lnTo>
                  <a:lnTo>
                    <a:pt x="1707295" y="4351981"/>
                  </a:lnTo>
                  <a:lnTo>
                    <a:pt x="1707440" y="4351981"/>
                  </a:lnTo>
                  <a:lnTo>
                    <a:pt x="1707586" y="4351981"/>
                  </a:lnTo>
                  <a:lnTo>
                    <a:pt x="1707731" y="4351981"/>
                  </a:lnTo>
                  <a:lnTo>
                    <a:pt x="1707731" y="4351357"/>
                  </a:lnTo>
                  <a:lnTo>
                    <a:pt x="1707877" y="4351357"/>
                  </a:lnTo>
                  <a:lnTo>
                    <a:pt x="1707877" y="4350733"/>
                  </a:lnTo>
                  <a:lnTo>
                    <a:pt x="1708022" y="4350733"/>
                  </a:lnTo>
                  <a:lnTo>
                    <a:pt x="1708167" y="4350733"/>
                  </a:lnTo>
                  <a:lnTo>
                    <a:pt x="1708313" y="4350733"/>
                  </a:lnTo>
                  <a:lnTo>
                    <a:pt x="1708458" y="4350733"/>
                  </a:lnTo>
                  <a:lnTo>
                    <a:pt x="1708604" y="4350733"/>
                  </a:lnTo>
                  <a:lnTo>
                    <a:pt x="1708749" y="4350733"/>
                  </a:lnTo>
                  <a:lnTo>
                    <a:pt x="1708749" y="4350110"/>
                  </a:lnTo>
                  <a:lnTo>
                    <a:pt x="1708894" y="4350110"/>
                  </a:lnTo>
                  <a:lnTo>
                    <a:pt x="1709040" y="4350110"/>
                  </a:lnTo>
                  <a:lnTo>
                    <a:pt x="1709185" y="4350110"/>
                  </a:lnTo>
                  <a:lnTo>
                    <a:pt x="1709331" y="4350110"/>
                  </a:lnTo>
                  <a:lnTo>
                    <a:pt x="1709476" y="4350110"/>
                  </a:lnTo>
                  <a:lnTo>
                    <a:pt x="1709622" y="4350110"/>
                  </a:lnTo>
                  <a:lnTo>
                    <a:pt x="1709767" y="4350110"/>
                  </a:lnTo>
                  <a:lnTo>
                    <a:pt x="1709912" y="4350110"/>
                  </a:lnTo>
                  <a:lnTo>
                    <a:pt x="1710058" y="4350110"/>
                  </a:lnTo>
                  <a:lnTo>
                    <a:pt x="1710203" y="4350110"/>
                  </a:lnTo>
                  <a:lnTo>
                    <a:pt x="1710349" y="4350110"/>
                  </a:lnTo>
                  <a:lnTo>
                    <a:pt x="1710494" y="4350110"/>
                  </a:lnTo>
                  <a:lnTo>
                    <a:pt x="1710640" y="4350110"/>
                  </a:lnTo>
                  <a:lnTo>
                    <a:pt x="1710785" y="4350110"/>
                  </a:lnTo>
                  <a:lnTo>
                    <a:pt x="1710930" y="4350110"/>
                  </a:lnTo>
                  <a:lnTo>
                    <a:pt x="1711076" y="4350110"/>
                  </a:lnTo>
                  <a:lnTo>
                    <a:pt x="1711076" y="4349486"/>
                  </a:lnTo>
                  <a:lnTo>
                    <a:pt x="1711076" y="4348863"/>
                  </a:lnTo>
                  <a:lnTo>
                    <a:pt x="1711076" y="4348239"/>
                  </a:lnTo>
                  <a:lnTo>
                    <a:pt x="1711221" y="4348239"/>
                  </a:lnTo>
                  <a:lnTo>
                    <a:pt x="1711221" y="4347615"/>
                  </a:lnTo>
                  <a:lnTo>
                    <a:pt x="1711221" y="4346992"/>
                  </a:lnTo>
                  <a:lnTo>
                    <a:pt x="1711367" y="4346992"/>
                  </a:lnTo>
                  <a:lnTo>
                    <a:pt x="1711512" y="4346992"/>
                  </a:lnTo>
                  <a:lnTo>
                    <a:pt x="1711658" y="4346992"/>
                  </a:lnTo>
                  <a:lnTo>
                    <a:pt x="1711803" y="4346992"/>
                  </a:lnTo>
                  <a:lnTo>
                    <a:pt x="1711948" y="4346992"/>
                  </a:lnTo>
                  <a:lnTo>
                    <a:pt x="1712094" y="4346992"/>
                  </a:lnTo>
                  <a:lnTo>
                    <a:pt x="1712239" y="4346992"/>
                  </a:lnTo>
                  <a:lnTo>
                    <a:pt x="1712385" y="4346992"/>
                  </a:lnTo>
                  <a:lnTo>
                    <a:pt x="1712530" y="4346992"/>
                  </a:lnTo>
                  <a:lnTo>
                    <a:pt x="1712676" y="4346992"/>
                  </a:lnTo>
                  <a:lnTo>
                    <a:pt x="1712821" y="4346992"/>
                  </a:lnTo>
                  <a:lnTo>
                    <a:pt x="1712966" y="4346992"/>
                  </a:lnTo>
                  <a:lnTo>
                    <a:pt x="1713112" y="4346992"/>
                  </a:lnTo>
                  <a:lnTo>
                    <a:pt x="1713112" y="4346368"/>
                  </a:lnTo>
                  <a:lnTo>
                    <a:pt x="1713257" y="4346368"/>
                  </a:lnTo>
                  <a:lnTo>
                    <a:pt x="1713403" y="4346368"/>
                  </a:lnTo>
                  <a:lnTo>
                    <a:pt x="1713548" y="4346368"/>
                  </a:lnTo>
                  <a:lnTo>
                    <a:pt x="1713694" y="4346368"/>
                  </a:lnTo>
                  <a:lnTo>
                    <a:pt x="1713839" y="4346368"/>
                  </a:lnTo>
                  <a:lnTo>
                    <a:pt x="1713984" y="4346368"/>
                  </a:lnTo>
                  <a:lnTo>
                    <a:pt x="1714130" y="4346368"/>
                  </a:lnTo>
                  <a:lnTo>
                    <a:pt x="1714275" y="4346368"/>
                  </a:lnTo>
                  <a:lnTo>
                    <a:pt x="1714421" y="4346368"/>
                  </a:lnTo>
                  <a:lnTo>
                    <a:pt x="1714566" y="4346368"/>
                  </a:lnTo>
                  <a:lnTo>
                    <a:pt x="1714712" y="4346368"/>
                  </a:lnTo>
                  <a:lnTo>
                    <a:pt x="1714857" y="4346368"/>
                  </a:lnTo>
                  <a:lnTo>
                    <a:pt x="1715002" y="4346368"/>
                  </a:lnTo>
                  <a:lnTo>
                    <a:pt x="1715148" y="4346368"/>
                  </a:lnTo>
                  <a:lnTo>
                    <a:pt x="1715148" y="4345745"/>
                  </a:lnTo>
                  <a:lnTo>
                    <a:pt x="1715293" y="4345745"/>
                  </a:lnTo>
                  <a:lnTo>
                    <a:pt x="1715439" y="4345745"/>
                  </a:lnTo>
                  <a:lnTo>
                    <a:pt x="1715439" y="4345121"/>
                  </a:lnTo>
                  <a:lnTo>
                    <a:pt x="1715584" y="4345121"/>
                  </a:lnTo>
                  <a:lnTo>
                    <a:pt x="1715584" y="4344498"/>
                  </a:lnTo>
                  <a:lnTo>
                    <a:pt x="1715729" y="4344498"/>
                  </a:lnTo>
                  <a:lnTo>
                    <a:pt x="1715875" y="4344498"/>
                  </a:lnTo>
                  <a:lnTo>
                    <a:pt x="1716020" y="4344498"/>
                  </a:lnTo>
                  <a:lnTo>
                    <a:pt x="1716166" y="4344498"/>
                  </a:lnTo>
                  <a:lnTo>
                    <a:pt x="1716166" y="4343874"/>
                  </a:lnTo>
                  <a:lnTo>
                    <a:pt x="1716166" y="4343250"/>
                  </a:lnTo>
                  <a:lnTo>
                    <a:pt x="1716166" y="4342627"/>
                  </a:lnTo>
                  <a:lnTo>
                    <a:pt x="1716311" y="4342627"/>
                  </a:lnTo>
                  <a:lnTo>
                    <a:pt x="1716311" y="4342003"/>
                  </a:lnTo>
                  <a:lnTo>
                    <a:pt x="1716457" y="4342003"/>
                  </a:lnTo>
                  <a:lnTo>
                    <a:pt x="1716602" y="4342003"/>
                  </a:lnTo>
                  <a:lnTo>
                    <a:pt x="1716747" y="4342003"/>
                  </a:lnTo>
                  <a:lnTo>
                    <a:pt x="1716747" y="4341380"/>
                  </a:lnTo>
                  <a:lnTo>
                    <a:pt x="1716893" y="4341380"/>
                  </a:lnTo>
                  <a:lnTo>
                    <a:pt x="1717038" y="4341380"/>
                  </a:lnTo>
                  <a:lnTo>
                    <a:pt x="1717184" y="4341380"/>
                  </a:lnTo>
                  <a:lnTo>
                    <a:pt x="1717329" y="4341380"/>
                  </a:lnTo>
                  <a:lnTo>
                    <a:pt x="1717475" y="4341380"/>
                  </a:lnTo>
                  <a:lnTo>
                    <a:pt x="1717620" y="4341380"/>
                  </a:lnTo>
                  <a:lnTo>
                    <a:pt x="1717765" y="4341380"/>
                  </a:lnTo>
                  <a:lnTo>
                    <a:pt x="1717765" y="4340756"/>
                  </a:lnTo>
                  <a:lnTo>
                    <a:pt x="1717911" y="4340756"/>
                  </a:lnTo>
                  <a:lnTo>
                    <a:pt x="1718056" y="4340756"/>
                  </a:lnTo>
                  <a:lnTo>
                    <a:pt x="1718056" y="4340132"/>
                  </a:lnTo>
                  <a:lnTo>
                    <a:pt x="1718202" y="4340132"/>
                  </a:lnTo>
                  <a:lnTo>
                    <a:pt x="1718347" y="4340132"/>
                  </a:lnTo>
                  <a:lnTo>
                    <a:pt x="1718347" y="4339509"/>
                  </a:lnTo>
                  <a:lnTo>
                    <a:pt x="1718493" y="4339509"/>
                  </a:lnTo>
                  <a:lnTo>
                    <a:pt x="1718493" y="4338885"/>
                  </a:lnTo>
                  <a:lnTo>
                    <a:pt x="1718493" y="4338262"/>
                  </a:lnTo>
                  <a:lnTo>
                    <a:pt x="1718493" y="4337638"/>
                  </a:lnTo>
                  <a:lnTo>
                    <a:pt x="1718638" y="4337638"/>
                  </a:lnTo>
                  <a:lnTo>
                    <a:pt x="1718783" y="4337638"/>
                  </a:lnTo>
                  <a:lnTo>
                    <a:pt x="1718783" y="4337015"/>
                  </a:lnTo>
                  <a:lnTo>
                    <a:pt x="1718929" y="4337015"/>
                  </a:lnTo>
                  <a:lnTo>
                    <a:pt x="1718929" y="4336391"/>
                  </a:lnTo>
                  <a:lnTo>
                    <a:pt x="1719074" y="4336391"/>
                  </a:lnTo>
                  <a:lnTo>
                    <a:pt x="1719220" y="4336391"/>
                  </a:lnTo>
                  <a:lnTo>
                    <a:pt x="1719365" y="4336391"/>
                  </a:lnTo>
                  <a:lnTo>
                    <a:pt x="1719511" y="4336391"/>
                  </a:lnTo>
                  <a:lnTo>
                    <a:pt x="1719511" y="4335767"/>
                  </a:lnTo>
                  <a:lnTo>
                    <a:pt x="1719511" y="4335144"/>
                  </a:lnTo>
                  <a:lnTo>
                    <a:pt x="1719511" y="4334520"/>
                  </a:lnTo>
                  <a:lnTo>
                    <a:pt x="1719511" y="4333897"/>
                  </a:lnTo>
                  <a:lnTo>
                    <a:pt x="1719511" y="4333273"/>
                  </a:lnTo>
                  <a:lnTo>
                    <a:pt x="1719511" y="4332649"/>
                  </a:lnTo>
                  <a:lnTo>
                    <a:pt x="1719656" y="4332649"/>
                  </a:lnTo>
                  <a:lnTo>
                    <a:pt x="1719801" y="4332649"/>
                  </a:lnTo>
                  <a:lnTo>
                    <a:pt x="1719947" y="4332649"/>
                  </a:lnTo>
                  <a:lnTo>
                    <a:pt x="1720092" y="4332649"/>
                  </a:lnTo>
                  <a:lnTo>
                    <a:pt x="1720092" y="4332026"/>
                  </a:lnTo>
                  <a:lnTo>
                    <a:pt x="1720238" y="4332026"/>
                  </a:lnTo>
                  <a:lnTo>
                    <a:pt x="1720383" y="4332026"/>
                  </a:lnTo>
                  <a:lnTo>
                    <a:pt x="1720383" y="4331402"/>
                  </a:lnTo>
                  <a:lnTo>
                    <a:pt x="1720529" y="4331402"/>
                  </a:lnTo>
                  <a:lnTo>
                    <a:pt x="1720674" y="4331402"/>
                  </a:lnTo>
                  <a:lnTo>
                    <a:pt x="1720674" y="4330779"/>
                  </a:lnTo>
                  <a:lnTo>
                    <a:pt x="1720819" y="4330779"/>
                  </a:lnTo>
                  <a:lnTo>
                    <a:pt x="1720965" y="4330779"/>
                  </a:lnTo>
                  <a:lnTo>
                    <a:pt x="1720965" y="4330155"/>
                  </a:lnTo>
                  <a:lnTo>
                    <a:pt x="1721110" y="4330155"/>
                  </a:lnTo>
                  <a:lnTo>
                    <a:pt x="1721256" y="4330155"/>
                  </a:lnTo>
                  <a:lnTo>
                    <a:pt x="1721401" y="4330155"/>
                  </a:lnTo>
                  <a:lnTo>
                    <a:pt x="1721547" y="4330155"/>
                  </a:lnTo>
                  <a:lnTo>
                    <a:pt x="1721692" y="4330155"/>
                  </a:lnTo>
                  <a:lnTo>
                    <a:pt x="1721837" y="4330155"/>
                  </a:lnTo>
                  <a:lnTo>
                    <a:pt x="1721837" y="4329532"/>
                  </a:lnTo>
                  <a:lnTo>
                    <a:pt x="1721837" y="4328908"/>
                  </a:lnTo>
                  <a:lnTo>
                    <a:pt x="1721837" y="4328284"/>
                  </a:lnTo>
                  <a:lnTo>
                    <a:pt x="1721983" y="4328284"/>
                  </a:lnTo>
                  <a:lnTo>
                    <a:pt x="1721983" y="4327661"/>
                  </a:lnTo>
                  <a:lnTo>
                    <a:pt x="1722128" y="4327661"/>
                  </a:lnTo>
                  <a:lnTo>
                    <a:pt x="1722274" y="4327661"/>
                  </a:lnTo>
                  <a:lnTo>
                    <a:pt x="1722419" y="4327661"/>
                  </a:lnTo>
                  <a:lnTo>
                    <a:pt x="1722564" y="4327661"/>
                  </a:lnTo>
                  <a:lnTo>
                    <a:pt x="1722710" y="4327661"/>
                  </a:lnTo>
                  <a:lnTo>
                    <a:pt x="1722855" y="4327661"/>
                  </a:lnTo>
                  <a:lnTo>
                    <a:pt x="1723001" y="4327661"/>
                  </a:lnTo>
                  <a:lnTo>
                    <a:pt x="1723146" y="4327661"/>
                  </a:lnTo>
                  <a:lnTo>
                    <a:pt x="1723292" y="4327661"/>
                  </a:lnTo>
                  <a:lnTo>
                    <a:pt x="1723437" y="4327661"/>
                  </a:lnTo>
                  <a:lnTo>
                    <a:pt x="1723582" y="4327661"/>
                  </a:lnTo>
                  <a:lnTo>
                    <a:pt x="1723582" y="4327037"/>
                  </a:lnTo>
                  <a:lnTo>
                    <a:pt x="1723582" y="4326414"/>
                  </a:lnTo>
                  <a:lnTo>
                    <a:pt x="1723728" y="4326414"/>
                  </a:lnTo>
                  <a:lnTo>
                    <a:pt x="1723873" y="4326414"/>
                  </a:lnTo>
                  <a:lnTo>
                    <a:pt x="1723873" y="4325790"/>
                  </a:lnTo>
                  <a:lnTo>
                    <a:pt x="1724019" y="4325790"/>
                  </a:lnTo>
                  <a:lnTo>
                    <a:pt x="1724164" y="4325790"/>
                  </a:lnTo>
                  <a:lnTo>
                    <a:pt x="1724310" y="4325790"/>
                  </a:lnTo>
                  <a:lnTo>
                    <a:pt x="1724310" y="4325166"/>
                  </a:lnTo>
                  <a:lnTo>
                    <a:pt x="1724310" y="4324543"/>
                  </a:lnTo>
                  <a:lnTo>
                    <a:pt x="1724455" y="4324543"/>
                  </a:lnTo>
                  <a:lnTo>
                    <a:pt x="1724455" y="4323919"/>
                  </a:lnTo>
                  <a:lnTo>
                    <a:pt x="1724600" y="4323919"/>
                  </a:lnTo>
                  <a:lnTo>
                    <a:pt x="1724600" y="4323296"/>
                  </a:lnTo>
                  <a:lnTo>
                    <a:pt x="1724600" y="4322672"/>
                  </a:lnTo>
                  <a:lnTo>
                    <a:pt x="1724746" y="4322672"/>
                  </a:lnTo>
                  <a:lnTo>
                    <a:pt x="1724891" y="4322672"/>
                  </a:lnTo>
                  <a:lnTo>
                    <a:pt x="1725037" y="4322672"/>
                  </a:lnTo>
                  <a:lnTo>
                    <a:pt x="1725182" y="4322672"/>
                  </a:lnTo>
                  <a:lnTo>
                    <a:pt x="1725182" y="4322049"/>
                  </a:lnTo>
                  <a:lnTo>
                    <a:pt x="1725328" y="4322049"/>
                  </a:lnTo>
                  <a:lnTo>
                    <a:pt x="1725473" y="4322049"/>
                  </a:lnTo>
                  <a:lnTo>
                    <a:pt x="1725473" y="4321425"/>
                  </a:lnTo>
                  <a:lnTo>
                    <a:pt x="1725618" y="4321425"/>
                  </a:lnTo>
                  <a:lnTo>
                    <a:pt x="1725618" y="4320801"/>
                  </a:lnTo>
                  <a:lnTo>
                    <a:pt x="1725764" y="4320801"/>
                  </a:lnTo>
                  <a:lnTo>
                    <a:pt x="1725909" y="4320801"/>
                  </a:lnTo>
                  <a:lnTo>
                    <a:pt x="1726055" y="4320801"/>
                  </a:lnTo>
                  <a:lnTo>
                    <a:pt x="1726055" y="4320178"/>
                  </a:lnTo>
                  <a:lnTo>
                    <a:pt x="1726200" y="4320178"/>
                  </a:lnTo>
                  <a:lnTo>
                    <a:pt x="1726346" y="4320178"/>
                  </a:lnTo>
                  <a:lnTo>
                    <a:pt x="1726346" y="4319554"/>
                  </a:lnTo>
                  <a:lnTo>
                    <a:pt x="1726491" y="4319554"/>
                  </a:lnTo>
                  <a:lnTo>
                    <a:pt x="1726636" y="4319554"/>
                  </a:lnTo>
                  <a:lnTo>
                    <a:pt x="1726782" y="4319554"/>
                  </a:lnTo>
                  <a:lnTo>
                    <a:pt x="1726782" y="4318931"/>
                  </a:lnTo>
                  <a:lnTo>
                    <a:pt x="1726927" y="4318931"/>
                  </a:lnTo>
                  <a:lnTo>
                    <a:pt x="1727073" y="4318931"/>
                  </a:lnTo>
                  <a:lnTo>
                    <a:pt x="1727218" y="4318931"/>
                  </a:lnTo>
                  <a:lnTo>
                    <a:pt x="1727364" y="4318931"/>
                  </a:lnTo>
                  <a:lnTo>
                    <a:pt x="1727509" y="4318931"/>
                  </a:lnTo>
                  <a:lnTo>
                    <a:pt x="1727509" y="4318307"/>
                  </a:lnTo>
                  <a:lnTo>
                    <a:pt x="1727654" y="4318307"/>
                  </a:lnTo>
                  <a:lnTo>
                    <a:pt x="1727800" y="4318307"/>
                  </a:lnTo>
                  <a:lnTo>
                    <a:pt x="1727945" y="4318307"/>
                  </a:lnTo>
                  <a:lnTo>
                    <a:pt x="1728091" y="4318307"/>
                  </a:lnTo>
                  <a:lnTo>
                    <a:pt x="1728236" y="4318307"/>
                  </a:lnTo>
                  <a:lnTo>
                    <a:pt x="1728382" y="4318307"/>
                  </a:lnTo>
                  <a:lnTo>
                    <a:pt x="1728527" y="4318307"/>
                  </a:lnTo>
                  <a:lnTo>
                    <a:pt x="1728672" y="4318307"/>
                  </a:lnTo>
                  <a:lnTo>
                    <a:pt x="1728818" y="4318307"/>
                  </a:lnTo>
                  <a:lnTo>
                    <a:pt x="1728963" y="4318307"/>
                  </a:lnTo>
                  <a:lnTo>
                    <a:pt x="1729109" y="4318307"/>
                  </a:lnTo>
                  <a:lnTo>
                    <a:pt x="1729254" y="4318307"/>
                  </a:lnTo>
                  <a:lnTo>
                    <a:pt x="1729399" y="4318307"/>
                  </a:lnTo>
                  <a:lnTo>
                    <a:pt x="1729399" y="4317683"/>
                  </a:lnTo>
                  <a:lnTo>
                    <a:pt x="1729399" y="4317060"/>
                  </a:lnTo>
                  <a:lnTo>
                    <a:pt x="1729545" y="4317060"/>
                  </a:lnTo>
                  <a:lnTo>
                    <a:pt x="1729545" y="4316436"/>
                  </a:lnTo>
                  <a:lnTo>
                    <a:pt x="1729545" y="4315813"/>
                  </a:lnTo>
                  <a:lnTo>
                    <a:pt x="1729545" y="4315189"/>
                  </a:lnTo>
                  <a:lnTo>
                    <a:pt x="1729690" y="4315189"/>
                  </a:lnTo>
                  <a:lnTo>
                    <a:pt x="1729836" y="4315189"/>
                  </a:lnTo>
                  <a:lnTo>
                    <a:pt x="1729981" y="4315189"/>
                  </a:lnTo>
                  <a:lnTo>
                    <a:pt x="1729981" y="4314566"/>
                  </a:lnTo>
                  <a:lnTo>
                    <a:pt x="1730127" y="4314566"/>
                  </a:lnTo>
                  <a:lnTo>
                    <a:pt x="1730272" y="4314566"/>
                  </a:lnTo>
                  <a:lnTo>
                    <a:pt x="1730417" y="4314566"/>
                  </a:lnTo>
                  <a:lnTo>
                    <a:pt x="1730563" y="4314566"/>
                  </a:lnTo>
                  <a:lnTo>
                    <a:pt x="1730708" y="4314566"/>
                  </a:lnTo>
                  <a:lnTo>
                    <a:pt x="1730854" y="4314566"/>
                  </a:lnTo>
                  <a:lnTo>
                    <a:pt x="1730999" y="4314566"/>
                  </a:lnTo>
                  <a:lnTo>
                    <a:pt x="1731145" y="4314566"/>
                  </a:lnTo>
                  <a:lnTo>
                    <a:pt x="1731290" y="4314566"/>
                  </a:lnTo>
                  <a:lnTo>
                    <a:pt x="1731435" y="4314566"/>
                  </a:lnTo>
                  <a:lnTo>
                    <a:pt x="1731581" y="4314566"/>
                  </a:lnTo>
                  <a:lnTo>
                    <a:pt x="1731581" y="4313942"/>
                  </a:lnTo>
                  <a:lnTo>
                    <a:pt x="1731726" y="4313942"/>
                  </a:lnTo>
                  <a:lnTo>
                    <a:pt x="1731872" y="4313942"/>
                  </a:lnTo>
                  <a:lnTo>
                    <a:pt x="1731872" y="4313318"/>
                  </a:lnTo>
                  <a:lnTo>
                    <a:pt x="1731872" y="4312695"/>
                  </a:lnTo>
                  <a:lnTo>
                    <a:pt x="1732017" y="4312695"/>
                  </a:lnTo>
                  <a:lnTo>
                    <a:pt x="1732017" y="4312071"/>
                  </a:lnTo>
                  <a:lnTo>
                    <a:pt x="1732163" y="4312071"/>
                  </a:lnTo>
                  <a:lnTo>
                    <a:pt x="1732308" y="4312071"/>
                  </a:lnTo>
                  <a:lnTo>
                    <a:pt x="1732453" y="4312071"/>
                  </a:lnTo>
                  <a:lnTo>
                    <a:pt x="1732453" y="4311448"/>
                  </a:lnTo>
                  <a:lnTo>
                    <a:pt x="1732599" y="4311448"/>
                  </a:lnTo>
                  <a:lnTo>
                    <a:pt x="1732744" y="4311448"/>
                  </a:lnTo>
                  <a:lnTo>
                    <a:pt x="1732890" y="4311448"/>
                  </a:lnTo>
                  <a:lnTo>
                    <a:pt x="1733035" y="4311448"/>
                  </a:lnTo>
                  <a:lnTo>
                    <a:pt x="1733035" y="4310824"/>
                  </a:lnTo>
                  <a:lnTo>
                    <a:pt x="1733181" y="4310824"/>
                  </a:lnTo>
                  <a:lnTo>
                    <a:pt x="1733181" y="4310200"/>
                  </a:lnTo>
                  <a:lnTo>
                    <a:pt x="1733181" y="4309577"/>
                  </a:lnTo>
                  <a:lnTo>
                    <a:pt x="1733326" y="4309577"/>
                  </a:lnTo>
                  <a:lnTo>
                    <a:pt x="1733471" y="4309577"/>
                  </a:lnTo>
                  <a:lnTo>
                    <a:pt x="1733617" y="4309577"/>
                  </a:lnTo>
                  <a:lnTo>
                    <a:pt x="1733762" y="4309577"/>
                  </a:lnTo>
                  <a:lnTo>
                    <a:pt x="1733908" y="4309577"/>
                  </a:lnTo>
                  <a:lnTo>
                    <a:pt x="1734053" y="4309577"/>
                  </a:lnTo>
                  <a:lnTo>
                    <a:pt x="1734199" y="4309577"/>
                  </a:lnTo>
                  <a:lnTo>
                    <a:pt x="1734199" y="4308953"/>
                  </a:lnTo>
                  <a:lnTo>
                    <a:pt x="1734344" y="4308953"/>
                  </a:lnTo>
                  <a:lnTo>
                    <a:pt x="1734489" y="4308953"/>
                  </a:lnTo>
                  <a:lnTo>
                    <a:pt x="1734635" y="4308953"/>
                  </a:lnTo>
                  <a:lnTo>
                    <a:pt x="1734780" y="4308953"/>
                  </a:lnTo>
                  <a:lnTo>
                    <a:pt x="1734926" y="4308953"/>
                  </a:lnTo>
                  <a:lnTo>
                    <a:pt x="1735071" y="4308953"/>
                  </a:lnTo>
                  <a:lnTo>
                    <a:pt x="1735216" y="4308953"/>
                  </a:lnTo>
                  <a:lnTo>
                    <a:pt x="1735362" y="4308953"/>
                  </a:lnTo>
                  <a:lnTo>
                    <a:pt x="1735507" y="4308953"/>
                  </a:lnTo>
                  <a:lnTo>
                    <a:pt x="1735653" y="4308953"/>
                  </a:lnTo>
                  <a:lnTo>
                    <a:pt x="1735798" y="4308953"/>
                  </a:lnTo>
                  <a:lnTo>
                    <a:pt x="1735944" y="4308953"/>
                  </a:lnTo>
                  <a:lnTo>
                    <a:pt x="1735944" y="4308330"/>
                  </a:lnTo>
                  <a:lnTo>
                    <a:pt x="1735944" y="4307706"/>
                  </a:lnTo>
                  <a:lnTo>
                    <a:pt x="1736089" y="4307706"/>
                  </a:lnTo>
                  <a:lnTo>
                    <a:pt x="1736089" y="4307083"/>
                  </a:lnTo>
                  <a:lnTo>
                    <a:pt x="1736234" y="4307083"/>
                  </a:lnTo>
                  <a:lnTo>
                    <a:pt x="1736380" y="4307083"/>
                  </a:lnTo>
                  <a:lnTo>
                    <a:pt x="1736525" y="4307083"/>
                  </a:lnTo>
                  <a:lnTo>
                    <a:pt x="1736671" y="4307083"/>
                  </a:lnTo>
                  <a:lnTo>
                    <a:pt x="1736816" y="4307083"/>
                  </a:lnTo>
                  <a:lnTo>
                    <a:pt x="1736962" y="4307083"/>
                  </a:lnTo>
                  <a:lnTo>
                    <a:pt x="1737107" y="4307083"/>
                  </a:lnTo>
                  <a:lnTo>
                    <a:pt x="1737252" y="4307083"/>
                  </a:lnTo>
                  <a:lnTo>
                    <a:pt x="1737398" y="4307083"/>
                  </a:lnTo>
                  <a:lnTo>
                    <a:pt x="1737543" y="4307083"/>
                  </a:lnTo>
                  <a:lnTo>
                    <a:pt x="1737689" y="4307083"/>
                  </a:lnTo>
                  <a:lnTo>
                    <a:pt x="1737834" y="4307083"/>
                  </a:lnTo>
                  <a:lnTo>
                    <a:pt x="1737834" y="4306459"/>
                  </a:lnTo>
                  <a:lnTo>
                    <a:pt x="1737980" y="4306459"/>
                  </a:lnTo>
                  <a:lnTo>
                    <a:pt x="1738125" y="4306459"/>
                  </a:lnTo>
                  <a:lnTo>
                    <a:pt x="1738270" y="4306459"/>
                  </a:lnTo>
                  <a:lnTo>
                    <a:pt x="1738416" y="4306459"/>
                  </a:lnTo>
                  <a:lnTo>
                    <a:pt x="1738416" y="4305835"/>
                  </a:lnTo>
                  <a:lnTo>
                    <a:pt x="1738416" y="4305212"/>
                  </a:lnTo>
                  <a:lnTo>
                    <a:pt x="1738561" y="4305212"/>
                  </a:lnTo>
                  <a:lnTo>
                    <a:pt x="1738707" y="4305212"/>
                  </a:lnTo>
                  <a:lnTo>
                    <a:pt x="1738852" y="4305212"/>
                  </a:lnTo>
                  <a:lnTo>
                    <a:pt x="1738998" y="4305212"/>
                  </a:lnTo>
                  <a:lnTo>
                    <a:pt x="1739143" y="4305212"/>
                  </a:lnTo>
                  <a:lnTo>
                    <a:pt x="1739143" y="4304588"/>
                  </a:lnTo>
                  <a:lnTo>
                    <a:pt x="1739143" y="4303965"/>
                  </a:lnTo>
                  <a:lnTo>
                    <a:pt x="1739288" y="4303965"/>
                  </a:lnTo>
                  <a:lnTo>
                    <a:pt x="1739434" y="4303965"/>
                  </a:lnTo>
                  <a:lnTo>
                    <a:pt x="1739579" y="4303965"/>
                  </a:lnTo>
                  <a:lnTo>
                    <a:pt x="1739725" y="4303965"/>
                  </a:lnTo>
                  <a:lnTo>
                    <a:pt x="1739725" y="4303341"/>
                  </a:lnTo>
                  <a:lnTo>
                    <a:pt x="1739725" y="4302718"/>
                  </a:lnTo>
                  <a:lnTo>
                    <a:pt x="1739725" y="4302094"/>
                  </a:lnTo>
                  <a:lnTo>
                    <a:pt x="1739725" y="4301470"/>
                  </a:lnTo>
                  <a:lnTo>
                    <a:pt x="1739870" y="4301470"/>
                  </a:lnTo>
                  <a:lnTo>
                    <a:pt x="1740016" y="4301470"/>
                  </a:lnTo>
                  <a:lnTo>
                    <a:pt x="1740016" y="4300847"/>
                  </a:lnTo>
                  <a:lnTo>
                    <a:pt x="1740016" y="4300223"/>
                  </a:lnTo>
                  <a:lnTo>
                    <a:pt x="1740161" y="4300223"/>
                  </a:lnTo>
                  <a:lnTo>
                    <a:pt x="1740161" y="4299600"/>
                  </a:lnTo>
                  <a:lnTo>
                    <a:pt x="1740306" y="4299600"/>
                  </a:lnTo>
                  <a:lnTo>
                    <a:pt x="1740452" y="4299600"/>
                  </a:lnTo>
                  <a:lnTo>
                    <a:pt x="1740597" y="4299600"/>
                  </a:lnTo>
                  <a:lnTo>
                    <a:pt x="1740743" y="4299600"/>
                  </a:lnTo>
                  <a:lnTo>
                    <a:pt x="1740888" y="4299600"/>
                  </a:lnTo>
                  <a:lnTo>
                    <a:pt x="1741034" y="4299600"/>
                  </a:lnTo>
                  <a:lnTo>
                    <a:pt x="1741034" y="4298976"/>
                  </a:lnTo>
                  <a:lnTo>
                    <a:pt x="1741179" y="4298976"/>
                  </a:lnTo>
                  <a:lnTo>
                    <a:pt x="1741324" y="4298976"/>
                  </a:lnTo>
                  <a:lnTo>
                    <a:pt x="1741470" y="4298976"/>
                  </a:lnTo>
                  <a:lnTo>
                    <a:pt x="1741470" y="4298352"/>
                  </a:lnTo>
                  <a:lnTo>
                    <a:pt x="1741470" y="4297729"/>
                  </a:lnTo>
                  <a:lnTo>
                    <a:pt x="1741615" y="4297729"/>
                  </a:lnTo>
                  <a:lnTo>
                    <a:pt x="1741761" y="4297729"/>
                  </a:lnTo>
                  <a:lnTo>
                    <a:pt x="1741906" y="4297729"/>
                  </a:lnTo>
                  <a:lnTo>
                    <a:pt x="1742051" y="4297729"/>
                  </a:lnTo>
                  <a:lnTo>
                    <a:pt x="1742197" y="4297729"/>
                  </a:lnTo>
                  <a:lnTo>
                    <a:pt x="1742342" y="4297729"/>
                  </a:lnTo>
                  <a:lnTo>
                    <a:pt x="1742342" y="4297105"/>
                  </a:lnTo>
                  <a:lnTo>
                    <a:pt x="1742488" y="4297105"/>
                  </a:lnTo>
                  <a:lnTo>
                    <a:pt x="1742633" y="4297105"/>
                  </a:lnTo>
                  <a:lnTo>
                    <a:pt x="1742633" y="4296482"/>
                  </a:lnTo>
                  <a:lnTo>
                    <a:pt x="1742779" y="4296482"/>
                  </a:lnTo>
                  <a:lnTo>
                    <a:pt x="1742779" y="4295858"/>
                  </a:lnTo>
                  <a:lnTo>
                    <a:pt x="1742779" y="4295235"/>
                  </a:lnTo>
                  <a:lnTo>
                    <a:pt x="1742924" y="4295235"/>
                  </a:lnTo>
                  <a:lnTo>
                    <a:pt x="1743069" y="4295235"/>
                  </a:lnTo>
                  <a:lnTo>
                    <a:pt x="1743069" y="4294611"/>
                  </a:lnTo>
                  <a:lnTo>
                    <a:pt x="1743215" y="4294611"/>
                  </a:lnTo>
                  <a:lnTo>
                    <a:pt x="1743215" y="4293987"/>
                  </a:lnTo>
                  <a:lnTo>
                    <a:pt x="1743360" y="4293987"/>
                  </a:lnTo>
                  <a:lnTo>
                    <a:pt x="1743506" y="4293987"/>
                  </a:lnTo>
                  <a:lnTo>
                    <a:pt x="1743651" y="4293987"/>
                  </a:lnTo>
                  <a:lnTo>
                    <a:pt x="1743797" y="4293987"/>
                  </a:lnTo>
                  <a:lnTo>
                    <a:pt x="1743942" y="4293987"/>
                  </a:lnTo>
                  <a:lnTo>
                    <a:pt x="1744087" y="4293987"/>
                  </a:lnTo>
                  <a:lnTo>
                    <a:pt x="1744087" y="4293364"/>
                  </a:lnTo>
                  <a:lnTo>
                    <a:pt x="1744233" y="4293364"/>
                  </a:lnTo>
                  <a:lnTo>
                    <a:pt x="1744378" y="4293364"/>
                  </a:lnTo>
                  <a:lnTo>
                    <a:pt x="1744524" y="4293364"/>
                  </a:lnTo>
                  <a:lnTo>
                    <a:pt x="1744669" y="4293364"/>
                  </a:lnTo>
                  <a:lnTo>
                    <a:pt x="1744815" y="4293364"/>
                  </a:lnTo>
                  <a:lnTo>
                    <a:pt x="1744960" y="4293364"/>
                  </a:lnTo>
                  <a:lnTo>
                    <a:pt x="1744960" y="4292740"/>
                  </a:lnTo>
                  <a:lnTo>
                    <a:pt x="1745105" y="4292740"/>
                  </a:lnTo>
                  <a:lnTo>
                    <a:pt x="1745105" y="4292117"/>
                  </a:lnTo>
                  <a:lnTo>
                    <a:pt x="1745251" y="4292117"/>
                  </a:lnTo>
                  <a:lnTo>
                    <a:pt x="1745396" y="4292117"/>
                  </a:lnTo>
                  <a:lnTo>
                    <a:pt x="1745542" y="4292117"/>
                  </a:lnTo>
                  <a:lnTo>
                    <a:pt x="1745687" y="4292117"/>
                  </a:lnTo>
                  <a:lnTo>
                    <a:pt x="1745833" y="4292117"/>
                  </a:lnTo>
                  <a:lnTo>
                    <a:pt x="1745978" y="4292117"/>
                  </a:lnTo>
                  <a:lnTo>
                    <a:pt x="1746123" y="4292117"/>
                  </a:lnTo>
                  <a:lnTo>
                    <a:pt x="1746269" y="4292117"/>
                  </a:lnTo>
                  <a:lnTo>
                    <a:pt x="1746414" y="4292117"/>
                  </a:lnTo>
                  <a:lnTo>
                    <a:pt x="1746560" y="4292117"/>
                  </a:lnTo>
                  <a:lnTo>
                    <a:pt x="1746705" y="4292117"/>
                  </a:lnTo>
                  <a:lnTo>
                    <a:pt x="1746851" y="4292117"/>
                  </a:lnTo>
                  <a:lnTo>
                    <a:pt x="1746996" y="4292117"/>
                  </a:lnTo>
                  <a:lnTo>
                    <a:pt x="1747141" y="4292117"/>
                  </a:lnTo>
                  <a:lnTo>
                    <a:pt x="1747287" y="4292117"/>
                  </a:lnTo>
                  <a:lnTo>
                    <a:pt x="1747287" y="4291493"/>
                  </a:lnTo>
                  <a:lnTo>
                    <a:pt x="1747432" y="4291493"/>
                  </a:lnTo>
                  <a:lnTo>
                    <a:pt x="1747578" y="4291493"/>
                  </a:lnTo>
                  <a:lnTo>
                    <a:pt x="1747578" y="4290869"/>
                  </a:lnTo>
                  <a:lnTo>
                    <a:pt x="1747723" y="4290869"/>
                  </a:lnTo>
                  <a:lnTo>
                    <a:pt x="1747869" y="4290869"/>
                  </a:lnTo>
                  <a:lnTo>
                    <a:pt x="1748014" y="4290869"/>
                  </a:lnTo>
                  <a:lnTo>
                    <a:pt x="1748159" y="4290869"/>
                  </a:lnTo>
                  <a:lnTo>
                    <a:pt x="1748305" y="4290869"/>
                  </a:lnTo>
                  <a:lnTo>
                    <a:pt x="1748305" y="4290246"/>
                  </a:lnTo>
                  <a:lnTo>
                    <a:pt x="1748450" y="4290246"/>
                  </a:lnTo>
                  <a:lnTo>
                    <a:pt x="1748596" y="4290246"/>
                  </a:lnTo>
                  <a:lnTo>
                    <a:pt x="1748741" y="4290246"/>
                  </a:lnTo>
                  <a:lnTo>
                    <a:pt x="1748886" y="4290246"/>
                  </a:lnTo>
                  <a:lnTo>
                    <a:pt x="1749032" y="4290246"/>
                  </a:lnTo>
                  <a:lnTo>
                    <a:pt x="1749177" y="4290246"/>
                  </a:lnTo>
                  <a:lnTo>
                    <a:pt x="1749323" y="4290246"/>
                  </a:lnTo>
                  <a:lnTo>
                    <a:pt x="1749323" y="4289622"/>
                  </a:lnTo>
                  <a:lnTo>
                    <a:pt x="1749468" y="4289622"/>
                  </a:lnTo>
                  <a:lnTo>
                    <a:pt x="1749614" y="4289622"/>
                  </a:lnTo>
                  <a:lnTo>
                    <a:pt x="1749759" y="4289622"/>
                  </a:lnTo>
                  <a:lnTo>
                    <a:pt x="1749904" y="4289622"/>
                  </a:lnTo>
                  <a:lnTo>
                    <a:pt x="1750050" y="4289622"/>
                  </a:lnTo>
                  <a:lnTo>
                    <a:pt x="1750195" y="4289622"/>
                  </a:lnTo>
                  <a:lnTo>
                    <a:pt x="1750195" y="4288999"/>
                  </a:lnTo>
                  <a:lnTo>
                    <a:pt x="1750341" y="4288999"/>
                  </a:lnTo>
                  <a:lnTo>
                    <a:pt x="1750486" y="4288999"/>
                  </a:lnTo>
                  <a:lnTo>
                    <a:pt x="1750632" y="4288999"/>
                  </a:lnTo>
                  <a:lnTo>
                    <a:pt x="1750777" y="4288999"/>
                  </a:lnTo>
                  <a:lnTo>
                    <a:pt x="1750922" y="4288999"/>
                  </a:lnTo>
                  <a:lnTo>
                    <a:pt x="1751068" y="4288999"/>
                  </a:lnTo>
                  <a:lnTo>
                    <a:pt x="1751213" y="4288999"/>
                  </a:lnTo>
                  <a:lnTo>
                    <a:pt x="1751359" y="4288999"/>
                  </a:lnTo>
                  <a:lnTo>
                    <a:pt x="1751504" y="4288999"/>
                  </a:lnTo>
                  <a:lnTo>
                    <a:pt x="1751650" y="4288999"/>
                  </a:lnTo>
                  <a:lnTo>
                    <a:pt x="1751795" y="4288999"/>
                  </a:lnTo>
                  <a:lnTo>
                    <a:pt x="1751940" y="4288999"/>
                  </a:lnTo>
                  <a:lnTo>
                    <a:pt x="1752086" y="4288999"/>
                  </a:lnTo>
                  <a:lnTo>
                    <a:pt x="1752231" y="4288999"/>
                  </a:lnTo>
                  <a:lnTo>
                    <a:pt x="1752377" y="4288999"/>
                  </a:lnTo>
                  <a:lnTo>
                    <a:pt x="1752522" y="4288999"/>
                  </a:lnTo>
                  <a:lnTo>
                    <a:pt x="1752668" y="4288999"/>
                  </a:lnTo>
                  <a:lnTo>
                    <a:pt x="1752813" y="4288999"/>
                  </a:lnTo>
                  <a:lnTo>
                    <a:pt x="1752813" y="4288375"/>
                  </a:lnTo>
                  <a:lnTo>
                    <a:pt x="1752958" y="4288375"/>
                  </a:lnTo>
                  <a:lnTo>
                    <a:pt x="1753104" y="4288375"/>
                  </a:lnTo>
                  <a:lnTo>
                    <a:pt x="1753249" y="4288375"/>
                  </a:lnTo>
                  <a:lnTo>
                    <a:pt x="1753395" y="4288375"/>
                  </a:lnTo>
                  <a:lnTo>
                    <a:pt x="1753395" y="4287752"/>
                  </a:lnTo>
                  <a:lnTo>
                    <a:pt x="1753540" y="4287752"/>
                  </a:lnTo>
                  <a:lnTo>
                    <a:pt x="1753686" y="4287752"/>
                  </a:lnTo>
                  <a:lnTo>
                    <a:pt x="1753686" y="4287128"/>
                  </a:lnTo>
                  <a:lnTo>
                    <a:pt x="1753831" y="4287128"/>
                  </a:lnTo>
                  <a:lnTo>
                    <a:pt x="1753976" y="4287128"/>
                  </a:lnTo>
                  <a:lnTo>
                    <a:pt x="1754122" y="4287128"/>
                  </a:lnTo>
                  <a:lnTo>
                    <a:pt x="1754267" y="4287128"/>
                  </a:lnTo>
                  <a:lnTo>
                    <a:pt x="1754267" y="4286504"/>
                  </a:lnTo>
                  <a:lnTo>
                    <a:pt x="1754413" y="4286504"/>
                  </a:lnTo>
                  <a:lnTo>
                    <a:pt x="1754413" y="4285881"/>
                  </a:lnTo>
                  <a:lnTo>
                    <a:pt x="1754558" y="4285881"/>
                  </a:lnTo>
                  <a:lnTo>
                    <a:pt x="1754704" y="4285881"/>
                  </a:lnTo>
                  <a:lnTo>
                    <a:pt x="1754849" y="4285881"/>
                  </a:lnTo>
                  <a:lnTo>
                    <a:pt x="1754994" y="4285881"/>
                  </a:lnTo>
                  <a:lnTo>
                    <a:pt x="1755140" y="4285881"/>
                  </a:lnTo>
                  <a:lnTo>
                    <a:pt x="1755140" y="4285257"/>
                  </a:lnTo>
                  <a:lnTo>
                    <a:pt x="1755285" y="4285257"/>
                  </a:lnTo>
                  <a:lnTo>
                    <a:pt x="1755431" y="4285257"/>
                  </a:lnTo>
                  <a:lnTo>
                    <a:pt x="1755576" y="4285257"/>
                  </a:lnTo>
                  <a:lnTo>
                    <a:pt x="1755576" y="4284634"/>
                  </a:lnTo>
                  <a:lnTo>
                    <a:pt x="1755721" y="4284634"/>
                  </a:lnTo>
                  <a:lnTo>
                    <a:pt x="1755867" y="4284634"/>
                  </a:lnTo>
                  <a:lnTo>
                    <a:pt x="1756012" y="4284634"/>
                  </a:lnTo>
                  <a:lnTo>
                    <a:pt x="1756158" y="4284634"/>
                  </a:lnTo>
                  <a:lnTo>
                    <a:pt x="1756303" y="4284634"/>
                  </a:lnTo>
                  <a:lnTo>
                    <a:pt x="1756449" y="4284634"/>
                  </a:lnTo>
                  <a:lnTo>
                    <a:pt x="1756594" y="4284634"/>
                  </a:lnTo>
                  <a:lnTo>
                    <a:pt x="1756739" y="4284634"/>
                  </a:lnTo>
                  <a:lnTo>
                    <a:pt x="1756885" y="4284634"/>
                  </a:lnTo>
                  <a:lnTo>
                    <a:pt x="1757030" y="4284634"/>
                  </a:lnTo>
                  <a:lnTo>
                    <a:pt x="1757176" y="4284634"/>
                  </a:lnTo>
                  <a:lnTo>
                    <a:pt x="1757321" y="4284634"/>
                  </a:lnTo>
                  <a:lnTo>
                    <a:pt x="1757321" y="4284010"/>
                  </a:lnTo>
                  <a:lnTo>
                    <a:pt x="1757467" y="4284010"/>
                  </a:lnTo>
                  <a:lnTo>
                    <a:pt x="1757467" y="4283386"/>
                  </a:lnTo>
                  <a:lnTo>
                    <a:pt x="1757612" y="4283386"/>
                  </a:lnTo>
                  <a:lnTo>
                    <a:pt x="1757757" y="4283386"/>
                  </a:lnTo>
                  <a:lnTo>
                    <a:pt x="1757903" y="4283386"/>
                  </a:lnTo>
                  <a:lnTo>
                    <a:pt x="1758048" y="4283386"/>
                  </a:lnTo>
                  <a:lnTo>
                    <a:pt x="1758194" y="4283386"/>
                  </a:lnTo>
                  <a:lnTo>
                    <a:pt x="1758339" y="4283386"/>
                  </a:lnTo>
                  <a:lnTo>
                    <a:pt x="1758485" y="4283386"/>
                  </a:lnTo>
                  <a:lnTo>
                    <a:pt x="1758485" y="4282763"/>
                  </a:lnTo>
                  <a:lnTo>
                    <a:pt x="1758630" y="4282763"/>
                  </a:lnTo>
                  <a:lnTo>
                    <a:pt x="1758775" y="4282763"/>
                  </a:lnTo>
                  <a:lnTo>
                    <a:pt x="1758921" y="4282763"/>
                  </a:lnTo>
                  <a:lnTo>
                    <a:pt x="1759066" y="4282763"/>
                  </a:lnTo>
                  <a:lnTo>
                    <a:pt x="1759212" y="4282763"/>
                  </a:lnTo>
                  <a:lnTo>
                    <a:pt x="1759357" y="4282763"/>
                  </a:lnTo>
                  <a:lnTo>
                    <a:pt x="1759357" y="4282139"/>
                  </a:lnTo>
                  <a:lnTo>
                    <a:pt x="1759357" y="4281516"/>
                  </a:lnTo>
                  <a:lnTo>
                    <a:pt x="1759503" y="4281516"/>
                  </a:lnTo>
                  <a:lnTo>
                    <a:pt x="1759503" y="4280892"/>
                  </a:lnTo>
                  <a:lnTo>
                    <a:pt x="1759648" y="4280892"/>
                  </a:lnTo>
                  <a:lnTo>
                    <a:pt x="1759793" y="4280892"/>
                  </a:lnTo>
                  <a:lnTo>
                    <a:pt x="1759939" y="4280892"/>
                  </a:lnTo>
                  <a:lnTo>
                    <a:pt x="1760084" y="4280892"/>
                  </a:lnTo>
                  <a:lnTo>
                    <a:pt x="1760230" y="4280892"/>
                  </a:lnTo>
                  <a:lnTo>
                    <a:pt x="1760230" y="4280269"/>
                  </a:lnTo>
                  <a:lnTo>
                    <a:pt x="1760375" y="4280269"/>
                  </a:lnTo>
                  <a:lnTo>
                    <a:pt x="1760521" y="4280269"/>
                  </a:lnTo>
                  <a:lnTo>
                    <a:pt x="1760521" y="4279645"/>
                  </a:lnTo>
                  <a:lnTo>
                    <a:pt x="1760666" y="4279645"/>
                  </a:lnTo>
                  <a:lnTo>
                    <a:pt x="1760811" y="4279645"/>
                  </a:lnTo>
                  <a:lnTo>
                    <a:pt x="1760957" y="4279645"/>
                  </a:lnTo>
                  <a:lnTo>
                    <a:pt x="1761102" y="4279645"/>
                  </a:lnTo>
                  <a:lnTo>
                    <a:pt x="1761102" y="4279021"/>
                  </a:lnTo>
                  <a:lnTo>
                    <a:pt x="1761248" y="4279021"/>
                  </a:lnTo>
                  <a:lnTo>
                    <a:pt x="1761393" y="4279021"/>
                  </a:lnTo>
                  <a:lnTo>
                    <a:pt x="1761539" y="4279021"/>
                  </a:lnTo>
                  <a:lnTo>
                    <a:pt x="1761684" y="4279021"/>
                  </a:lnTo>
                  <a:lnTo>
                    <a:pt x="1761829" y="4279021"/>
                  </a:lnTo>
                  <a:lnTo>
                    <a:pt x="1761975" y="4279021"/>
                  </a:lnTo>
                  <a:lnTo>
                    <a:pt x="1762120" y="4279021"/>
                  </a:lnTo>
                  <a:lnTo>
                    <a:pt x="1762266" y="4279021"/>
                  </a:lnTo>
                  <a:lnTo>
                    <a:pt x="1762411" y="4279021"/>
                  </a:lnTo>
                  <a:lnTo>
                    <a:pt x="1762411" y="4278398"/>
                  </a:lnTo>
                  <a:lnTo>
                    <a:pt x="1762556" y="4278398"/>
                  </a:lnTo>
                  <a:lnTo>
                    <a:pt x="1762556" y="4277774"/>
                  </a:lnTo>
                  <a:lnTo>
                    <a:pt x="1762702" y="4277774"/>
                  </a:lnTo>
                  <a:lnTo>
                    <a:pt x="1762847" y="4277774"/>
                  </a:lnTo>
                  <a:lnTo>
                    <a:pt x="1762993" y="4277774"/>
                  </a:lnTo>
                  <a:lnTo>
                    <a:pt x="1763138" y="4277774"/>
                  </a:lnTo>
                  <a:lnTo>
                    <a:pt x="1763284" y="4277774"/>
                  </a:lnTo>
                  <a:lnTo>
                    <a:pt x="1763429" y="4277774"/>
                  </a:lnTo>
                  <a:lnTo>
                    <a:pt x="1763574" y="4277774"/>
                  </a:lnTo>
                  <a:lnTo>
                    <a:pt x="1763720" y="4277774"/>
                  </a:lnTo>
                  <a:lnTo>
                    <a:pt x="1763865" y="4277774"/>
                  </a:lnTo>
                  <a:lnTo>
                    <a:pt x="1764011" y="4277774"/>
                  </a:lnTo>
                  <a:lnTo>
                    <a:pt x="1764156" y="4277774"/>
                  </a:lnTo>
                  <a:lnTo>
                    <a:pt x="1764156" y="4277151"/>
                  </a:lnTo>
                  <a:lnTo>
                    <a:pt x="1764302" y="4277151"/>
                  </a:lnTo>
                  <a:lnTo>
                    <a:pt x="1764447" y="4277151"/>
                  </a:lnTo>
                  <a:lnTo>
                    <a:pt x="1764592" y="4277151"/>
                  </a:lnTo>
                  <a:lnTo>
                    <a:pt x="1764738" y="4277151"/>
                  </a:lnTo>
                  <a:lnTo>
                    <a:pt x="1764883" y="4277151"/>
                  </a:lnTo>
                  <a:lnTo>
                    <a:pt x="1765029" y="4277151"/>
                  </a:lnTo>
                  <a:lnTo>
                    <a:pt x="1765174" y="4277151"/>
                  </a:lnTo>
                  <a:lnTo>
                    <a:pt x="1765320" y="4277151"/>
                  </a:lnTo>
                  <a:lnTo>
                    <a:pt x="1765465" y="4277151"/>
                  </a:lnTo>
                  <a:lnTo>
                    <a:pt x="1765610" y="4277151"/>
                  </a:lnTo>
                  <a:lnTo>
                    <a:pt x="1765610" y="4276527"/>
                  </a:lnTo>
                  <a:lnTo>
                    <a:pt x="1765756" y="4276527"/>
                  </a:lnTo>
                  <a:lnTo>
                    <a:pt x="1765901" y="4276527"/>
                  </a:lnTo>
                  <a:lnTo>
                    <a:pt x="1766047" y="4276527"/>
                  </a:lnTo>
                  <a:lnTo>
                    <a:pt x="1766047" y="4275903"/>
                  </a:lnTo>
                  <a:lnTo>
                    <a:pt x="1766047" y="4275280"/>
                  </a:lnTo>
                  <a:lnTo>
                    <a:pt x="1766192" y="4275280"/>
                  </a:lnTo>
                  <a:lnTo>
                    <a:pt x="1766338" y="4275280"/>
                  </a:lnTo>
                  <a:lnTo>
                    <a:pt x="1766483" y="4275280"/>
                  </a:lnTo>
                  <a:lnTo>
                    <a:pt x="1766483" y="4274656"/>
                  </a:lnTo>
                  <a:lnTo>
                    <a:pt x="1766628" y="4274656"/>
                  </a:lnTo>
                  <a:lnTo>
                    <a:pt x="1766774" y="4274656"/>
                  </a:lnTo>
                  <a:lnTo>
                    <a:pt x="1766919" y="4274656"/>
                  </a:lnTo>
                  <a:lnTo>
                    <a:pt x="1767065" y="4274656"/>
                  </a:lnTo>
                  <a:lnTo>
                    <a:pt x="1767210" y="4274656"/>
                  </a:lnTo>
                  <a:lnTo>
                    <a:pt x="1767356" y="4274656"/>
                  </a:lnTo>
                  <a:lnTo>
                    <a:pt x="1767501" y="4274656"/>
                  </a:lnTo>
                  <a:lnTo>
                    <a:pt x="1767646" y="4274656"/>
                  </a:lnTo>
                  <a:lnTo>
                    <a:pt x="1767792" y="4274656"/>
                  </a:lnTo>
                  <a:lnTo>
                    <a:pt x="1767937" y="4274656"/>
                  </a:lnTo>
                  <a:lnTo>
                    <a:pt x="1768083" y="4274656"/>
                  </a:lnTo>
                  <a:lnTo>
                    <a:pt x="1768228" y="4274656"/>
                  </a:lnTo>
                  <a:lnTo>
                    <a:pt x="1768228" y="4274033"/>
                  </a:lnTo>
                  <a:lnTo>
                    <a:pt x="1768374" y="4274033"/>
                  </a:lnTo>
                  <a:lnTo>
                    <a:pt x="1768519" y="4274033"/>
                  </a:lnTo>
                  <a:lnTo>
                    <a:pt x="1768664" y="4274033"/>
                  </a:lnTo>
                  <a:lnTo>
                    <a:pt x="1768810" y="4274033"/>
                  </a:lnTo>
                  <a:lnTo>
                    <a:pt x="1768955" y="4274033"/>
                  </a:lnTo>
                  <a:lnTo>
                    <a:pt x="1769101" y="4274033"/>
                  </a:lnTo>
                  <a:lnTo>
                    <a:pt x="1769246" y="4274033"/>
                  </a:lnTo>
                  <a:lnTo>
                    <a:pt x="1769391" y="4274033"/>
                  </a:lnTo>
                  <a:lnTo>
                    <a:pt x="1769391" y="4273409"/>
                  </a:lnTo>
                  <a:lnTo>
                    <a:pt x="1769537" y="4273409"/>
                  </a:lnTo>
                  <a:lnTo>
                    <a:pt x="1769682" y="4273409"/>
                  </a:lnTo>
                  <a:lnTo>
                    <a:pt x="1769828" y="4273409"/>
                  </a:lnTo>
                  <a:lnTo>
                    <a:pt x="1769973" y="4273409"/>
                  </a:lnTo>
                  <a:lnTo>
                    <a:pt x="1770119" y="4273409"/>
                  </a:lnTo>
                  <a:lnTo>
                    <a:pt x="1770119" y="4272786"/>
                  </a:lnTo>
                  <a:lnTo>
                    <a:pt x="1770119" y="4272162"/>
                  </a:lnTo>
                  <a:lnTo>
                    <a:pt x="1770264" y="4272162"/>
                  </a:lnTo>
                  <a:lnTo>
                    <a:pt x="1770264" y="4271538"/>
                  </a:lnTo>
                  <a:lnTo>
                    <a:pt x="1770264" y="4270915"/>
                  </a:lnTo>
                  <a:lnTo>
                    <a:pt x="1770409" y="4270915"/>
                  </a:lnTo>
                  <a:lnTo>
                    <a:pt x="1770409" y="4270291"/>
                  </a:lnTo>
                  <a:lnTo>
                    <a:pt x="1770555" y="4270291"/>
                  </a:lnTo>
                  <a:lnTo>
                    <a:pt x="1770700" y="4270291"/>
                  </a:lnTo>
                  <a:lnTo>
                    <a:pt x="1770846" y="4270291"/>
                  </a:lnTo>
                  <a:lnTo>
                    <a:pt x="1770846" y="4269668"/>
                  </a:lnTo>
                  <a:lnTo>
                    <a:pt x="1770991" y="4269668"/>
                  </a:lnTo>
                  <a:lnTo>
                    <a:pt x="1771137" y="4269668"/>
                  </a:lnTo>
                  <a:lnTo>
                    <a:pt x="1771137" y="4269044"/>
                  </a:lnTo>
                  <a:lnTo>
                    <a:pt x="1771282" y="4269044"/>
                  </a:lnTo>
                  <a:lnTo>
                    <a:pt x="1771427" y="4269044"/>
                  </a:lnTo>
                  <a:lnTo>
                    <a:pt x="1771573" y="4269044"/>
                  </a:lnTo>
                  <a:lnTo>
                    <a:pt x="1771718" y="4269044"/>
                  </a:lnTo>
                  <a:lnTo>
                    <a:pt x="1771718" y="4268420"/>
                  </a:lnTo>
                  <a:lnTo>
                    <a:pt x="1771864" y="4268420"/>
                  </a:lnTo>
                  <a:lnTo>
                    <a:pt x="1772009" y="4268420"/>
                  </a:lnTo>
                  <a:lnTo>
                    <a:pt x="1772155" y="4268420"/>
                  </a:lnTo>
                  <a:lnTo>
                    <a:pt x="1772300" y="4268420"/>
                  </a:lnTo>
                  <a:lnTo>
                    <a:pt x="1772445" y="4268420"/>
                  </a:lnTo>
                  <a:lnTo>
                    <a:pt x="1772445" y="4267797"/>
                  </a:lnTo>
                  <a:lnTo>
                    <a:pt x="1772591" y="4267797"/>
                  </a:lnTo>
                  <a:lnTo>
                    <a:pt x="1772591" y="4267173"/>
                  </a:lnTo>
                  <a:lnTo>
                    <a:pt x="1772736" y="4267173"/>
                  </a:lnTo>
                  <a:lnTo>
                    <a:pt x="1772882" y="4267173"/>
                  </a:lnTo>
                  <a:lnTo>
                    <a:pt x="1773027" y="4267173"/>
                  </a:lnTo>
                  <a:lnTo>
                    <a:pt x="1773173" y="4267173"/>
                  </a:lnTo>
                  <a:lnTo>
                    <a:pt x="1773318" y="4267173"/>
                  </a:lnTo>
                  <a:lnTo>
                    <a:pt x="1773463" y="4267173"/>
                  </a:lnTo>
                  <a:lnTo>
                    <a:pt x="1773609" y="4267173"/>
                  </a:lnTo>
                  <a:lnTo>
                    <a:pt x="1773754" y="4267173"/>
                  </a:lnTo>
                  <a:lnTo>
                    <a:pt x="1773754" y="4266550"/>
                  </a:lnTo>
                  <a:lnTo>
                    <a:pt x="1773900" y="4266550"/>
                  </a:lnTo>
                  <a:lnTo>
                    <a:pt x="1774045" y="4266550"/>
                  </a:lnTo>
                  <a:lnTo>
                    <a:pt x="1774045" y="4265926"/>
                  </a:lnTo>
                  <a:lnTo>
                    <a:pt x="1774191" y="4265926"/>
                  </a:lnTo>
                  <a:lnTo>
                    <a:pt x="1774191" y="4265303"/>
                  </a:lnTo>
                  <a:lnTo>
                    <a:pt x="1774191" y="4264679"/>
                  </a:lnTo>
                  <a:lnTo>
                    <a:pt x="1774336" y="4264679"/>
                  </a:lnTo>
                  <a:lnTo>
                    <a:pt x="1774481" y="4264679"/>
                  </a:lnTo>
                  <a:lnTo>
                    <a:pt x="1774627" y="4264679"/>
                  </a:lnTo>
                  <a:lnTo>
                    <a:pt x="1774772" y="4264679"/>
                  </a:lnTo>
                  <a:lnTo>
                    <a:pt x="1774918" y="4264679"/>
                  </a:lnTo>
                  <a:lnTo>
                    <a:pt x="1775063" y="4264679"/>
                  </a:lnTo>
                  <a:lnTo>
                    <a:pt x="1775209" y="4264679"/>
                  </a:lnTo>
                  <a:lnTo>
                    <a:pt x="1775209" y="4264055"/>
                  </a:lnTo>
                  <a:lnTo>
                    <a:pt x="1775209" y="4263432"/>
                  </a:lnTo>
                  <a:lnTo>
                    <a:pt x="1775354" y="4263432"/>
                  </a:lnTo>
                  <a:lnTo>
                    <a:pt x="1775499" y="4263432"/>
                  </a:lnTo>
                  <a:lnTo>
                    <a:pt x="1775645" y="4263432"/>
                  </a:lnTo>
                  <a:lnTo>
                    <a:pt x="1775790" y="4263432"/>
                  </a:lnTo>
                  <a:lnTo>
                    <a:pt x="1775936" y="4263432"/>
                  </a:lnTo>
                  <a:lnTo>
                    <a:pt x="1776081" y="4263432"/>
                  </a:lnTo>
                  <a:lnTo>
                    <a:pt x="1776081" y="4262808"/>
                  </a:lnTo>
                  <a:lnTo>
                    <a:pt x="1776226" y="4262808"/>
                  </a:lnTo>
                  <a:lnTo>
                    <a:pt x="1776372" y="4262808"/>
                  </a:lnTo>
                  <a:lnTo>
                    <a:pt x="1776517" y="4262808"/>
                  </a:lnTo>
                  <a:lnTo>
                    <a:pt x="1776663" y="4262808"/>
                  </a:lnTo>
                  <a:lnTo>
                    <a:pt x="1776663" y="4262185"/>
                  </a:lnTo>
                  <a:lnTo>
                    <a:pt x="1776808" y="4262185"/>
                  </a:lnTo>
                  <a:lnTo>
                    <a:pt x="1776954" y="4262185"/>
                  </a:lnTo>
                  <a:lnTo>
                    <a:pt x="1777099" y="4262185"/>
                  </a:lnTo>
                  <a:lnTo>
                    <a:pt x="1777244" y="4262185"/>
                  </a:lnTo>
                  <a:lnTo>
                    <a:pt x="1777390" y="4262185"/>
                  </a:lnTo>
                  <a:lnTo>
                    <a:pt x="1777535" y="4262185"/>
                  </a:lnTo>
                  <a:lnTo>
                    <a:pt x="1777681" y="4262185"/>
                  </a:lnTo>
                  <a:lnTo>
                    <a:pt x="1777826" y="4262185"/>
                  </a:lnTo>
                  <a:lnTo>
                    <a:pt x="1777972" y="4262185"/>
                  </a:lnTo>
                  <a:lnTo>
                    <a:pt x="1778117" y="4262185"/>
                  </a:lnTo>
                  <a:lnTo>
                    <a:pt x="1778117" y="4261561"/>
                  </a:lnTo>
                  <a:lnTo>
                    <a:pt x="1778262" y="4261561"/>
                  </a:lnTo>
                  <a:lnTo>
                    <a:pt x="1778408" y="4261561"/>
                  </a:lnTo>
                  <a:lnTo>
                    <a:pt x="1778553" y="4261561"/>
                  </a:lnTo>
                  <a:lnTo>
                    <a:pt x="1778699" y="4261561"/>
                  </a:lnTo>
                  <a:lnTo>
                    <a:pt x="1778699" y="4260937"/>
                  </a:lnTo>
                  <a:lnTo>
                    <a:pt x="1778844" y="4260937"/>
                  </a:lnTo>
                  <a:lnTo>
                    <a:pt x="1778844" y="4260314"/>
                  </a:lnTo>
                  <a:lnTo>
                    <a:pt x="1778990" y="4260314"/>
                  </a:lnTo>
                  <a:lnTo>
                    <a:pt x="1779135" y="4260314"/>
                  </a:lnTo>
                  <a:lnTo>
                    <a:pt x="1779280" y="4260314"/>
                  </a:lnTo>
                  <a:lnTo>
                    <a:pt x="1779426" y="4260314"/>
                  </a:lnTo>
                  <a:lnTo>
                    <a:pt x="1779426" y="4259690"/>
                  </a:lnTo>
                  <a:lnTo>
                    <a:pt x="1779571" y="4259690"/>
                  </a:lnTo>
                  <a:lnTo>
                    <a:pt x="1779571" y="4259067"/>
                  </a:lnTo>
                  <a:lnTo>
                    <a:pt x="1779717" y="4259067"/>
                  </a:lnTo>
                  <a:lnTo>
                    <a:pt x="1779862" y="4259067"/>
                  </a:lnTo>
                  <a:lnTo>
                    <a:pt x="1779862" y="4258443"/>
                  </a:lnTo>
                  <a:lnTo>
                    <a:pt x="1780008" y="4258443"/>
                  </a:lnTo>
                  <a:lnTo>
                    <a:pt x="1780153" y="4258443"/>
                  </a:lnTo>
                  <a:lnTo>
                    <a:pt x="1780298" y="4258443"/>
                  </a:lnTo>
                  <a:lnTo>
                    <a:pt x="1780444" y="4258443"/>
                  </a:lnTo>
                  <a:lnTo>
                    <a:pt x="1780589" y="4258443"/>
                  </a:lnTo>
                  <a:lnTo>
                    <a:pt x="1780735" y="4258443"/>
                  </a:lnTo>
                  <a:lnTo>
                    <a:pt x="1780880" y="4258443"/>
                  </a:lnTo>
                  <a:lnTo>
                    <a:pt x="1781026" y="4258443"/>
                  </a:lnTo>
                  <a:lnTo>
                    <a:pt x="1781171" y="4258443"/>
                  </a:lnTo>
                  <a:lnTo>
                    <a:pt x="1781316" y="4258443"/>
                  </a:lnTo>
                  <a:lnTo>
                    <a:pt x="1781462" y="4258443"/>
                  </a:lnTo>
                  <a:lnTo>
                    <a:pt x="1781462" y="4257820"/>
                  </a:lnTo>
                  <a:lnTo>
                    <a:pt x="1781607" y="4257820"/>
                  </a:lnTo>
                  <a:lnTo>
                    <a:pt x="1781753" y="4257820"/>
                  </a:lnTo>
                  <a:lnTo>
                    <a:pt x="1781753" y="4257196"/>
                  </a:lnTo>
                  <a:lnTo>
                    <a:pt x="1781898" y="4257196"/>
                  </a:lnTo>
                  <a:lnTo>
                    <a:pt x="1782044" y="4257196"/>
                  </a:lnTo>
                  <a:lnTo>
                    <a:pt x="1782044" y="4256572"/>
                  </a:lnTo>
                  <a:lnTo>
                    <a:pt x="1782189" y="4256572"/>
                  </a:lnTo>
                  <a:lnTo>
                    <a:pt x="1782334" y="4256572"/>
                  </a:lnTo>
                  <a:lnTo>
                    <a:pt x="1782480" y="4256572"/>
                  </a:lnTo>
                  <a:lnTo>
                    <a:pt x="1782625" y="4256572"/>
                  </a:lnTo>
                  <a:lnTo>
                    <a:pt x="1782771" y="4256572"/>
                  </a:lnTo>
                  <a:lnTo>
                    <a:pt x="1782916" y="4256572"/>
                  </a:lnTo>
                  <a:lnTo>
                    <a:pt x="1782916" y="4255949"/>
                  </a:lnTo>
                  <a:lnTo>
                    <a:pt x="1783061" y="4255949"/>
                  </a:lnTo>
                  <a:lnTo>
                    <a:pt x="1783207" y="4255949"/>
                  </a:lnTo>
                  <a:lnTo>
                    <a:pt x="1783352" y="4255949"/>
                  </a:lnTo>
                  <a:lnTo>
                    <a:pt x="1783498" y="4255949"/>
                  </a:lnTo>
                  <a:lnTo>
                    <a:pt x="1783643" y="4255949"/>
                  </a:lnTo>
                  <a:lnTo>
                    <a:pt x="1783643" y="4255325"/>
                  </a:lnTo>
                  <a:lnTo>
                    <a:pt x="1783643" y="4254702"/>
                  </a:lnTo>
                  <a:lnTo>
                    <a:pt x="1783789" y="4254702"/>
                  </a:lnTo>
                  <a:lnTo>
                    <a:pt x="1783934" y="4254702"/>
                  </a:lnTo>
                  <a:lnTo>
                    <a:pt x="1784079" y="4254702"/>
                  </a:lnTo>
                  <a:lnTo>
                    <a:pt x="1784225" y="4254702"/>
                  </a:lnTo>
                  <a:lnTo>
                    <a:pt x="1784370" y="4254702"/>
                  </a:lnTo>
                  <a:lnTo>
                    <a:pt x="1784370" y="4254078"/>
                  </a:lnTo>
                  <a:lnTo>
                    <a:pt x="1784516" y="4254078"/>
                  </a:lnTo>
                  <a:lnTo>
                    <a:pt x="1784661" y="4254078"/>
                  </a:lnTo>
                  <a:lnTo>
                    <a:pt x="1784807" y="4254078"/>
                  </a:lnTo>
                  <a:lnTo>
                    <a:pt x="1784952" y="4254078"/>
                  </a:lnTo>
                  <a:lnTo>
                    <a:pt x="1785097" y="4254078"/>
                  </a:lnTo>
                  <a:lnTo>
                    <a:pt x="1785097" y="4253454"/>
                  </a:lnTo>
                  <a:lnTo>
                    <a:pt x="1785097" y="4252831"/>
                  </a:lnTo>
                  <a:lnTo>
                    <a:pt x="1785243" y="4252831"/>
                  </a:lnTo>
                  <a:lnTo>
                    <a:pt x="1785388" y="4252831"/>
                  </a:lnTo>
                  <a:lnTo>
                    <a:pt x="1785388" y="4252207"/>
                  </a:lnTo>
                  <a:lnTo>
                    <a:pt x="1785534" y="4252207"/>
                  </a:lnTo>
                  <a:lnTo>
                    <a:pt x="1785679" y="4252207"/>
                  </a:lnTo>
                  <a:lnTo>
                    <a:pt x="1785825" y="4252207"/>
                  </a:lnTo>
                  <a:lnTo>
                    <a:pt x="1785970" y="4252207"/>
                  </a:lnTo>
                  <a:lnTo>
                    <a:pt x="1785970" y="4251584"/>
                  </a:lnTo>
                  <a:lnTo>
                    <a:pt x="1786115" y="4251584"/>
                  </a:lnTo>
                  <a:lnTo>
                    <a:pt x="1786261" y="4251584"/>
                  </a:lnTo>
                  <a:lnTo>
                    <a:pt x="1786406" y="4251584"/>
                  </a:lnTo>
                  <a:lnTo>
                    <a:pt x="1786552" y="4251584"/>
                  </a:lnTo>
                  <a:lnTo>
                    <a:pt x="1786697" y="4251584"/>
                  </a:lnTo>
                  <a:lnTo>
                    <a:pt x="1786843" y="4251584"/>
                  </a:lnTo>
                  <a:lnTo>
                    <a:pt x="1786988" y="4251584"/>
                  </a:lnTo>
                  <a:lnTo>
                    <a:pt x="1787133" y="4251584"/>
                  </a:lnTo>
                  <a:lnTo>
                    <a:pt x="1787279" y="4251584"/>
                  </a:lnTo>
                  <a:lnTo>
                    <a:pt x="1787424" y="4251584"/>
                  </a:lnTo>
                  <a:lnTo>
                    <a:pt x="1787570" y="4251584"/>
                  </a:lnTo>
                  <a:lnTo>
                    <a:pt x="1787715" y="4251584"/>
                  </a:lnTo>
                  <a:lnTo>
                    <a:pt x="1787715" y="4250960"/>
                  </a:lnTo>
                  <a:lnTo>
                    <a:pt x="1787861" y="4250960"/>
                  </a:lnTo>
                  <a:lnTo>
                    <a:pt x="1788006" y="4250960"/>
                  </a:lnTo>
                  <a:lnTo>
                    <a:pt x="1788151" y="4250960"/>
                  </a:lnTo>
                  <a:lnTo>
                    <a:pt x="1788151" y="4250337"/>
                  </a:lnTo>
                  <a:lnTo>
                    <a:pt x="1788297" y="4250337"/>
                  </a:lnTo>
                  <a:lnTo>
                    <a:pt x="1788297" y="4249713"/>
                  </a:lnTo>
                  <a:lnTo>
                    <a:pt x="1788442" y="4249713"/>
                  </a:lnTo>
                  <a:lnTo>
                    <a:pt x="1788588" y="4249713"/>
                  </a:lnTo>
                  <a:lnTo>
                    <a:pt x="1788733" y="4249713"/>
                  </a:lnTo>
                  <a:lnTo>
                    <a:pt x="1788879" y="4249713"/>
                  </a:lnTo>
                  <a:lnTo>
                    <a:pt x="1788879" y="4249089"/>
                  </a:lnTo>
                  <a:lnTo>
                    <a:pt x="1789024" y="4249089"/>
                  </a:lnTo>
                  <a:lnTo>
                    <a:pt x="1789169" y="4249089"/>
                  </a:lnTo>
                  <a:lnTo>
                    <a:pt x="1789315" y="4249089"/>
                  </a:lnTo>
                  <a:lnTo>
                    <a:pt x="1789460" y="4249089"/>
                  </a:lnTo>
                  <a:lnTo>
                    <a:pt x="1789606" y="4249089"/>
                  </a:lnTo>
                  <a:lnTo>
                    <a:pt x="1789751" y="4249089"/>
                  </a:lnTo>
                  <a:lnTo>
                    <a:pt x="1789751" y="4248466"/>
                  </a:lnTo>
                  <a:lnTo>
                    <a:pt x="1789896" y="4248466"/>
                  </a:lnTo>
                  <a:lnTo>
                    <a:pt x="1789896" y="4247842"/>
                  </a:lnTo>
                  <a:lnTo>
                    <a:pt x="1790042" y="4247842"/>
                  </a:lnTo>
                  <a:lnTo>
                    <a:pt x="1790187" y="4247842"/>
                  </a:lnTo>
                  <a:lnTo>
                    <a:pt x="1790333" y="4247842"/>
                  </a:lnTo>
                  <a:lnTo>
                    <a:pt x="1790478" y="4247842"/>
                  </a:lnTo>
                  <a:lnTo>
                    <a:pt x="1790478" y="4247219"/>
                  </a:lnTo>
                  <a:lnTo>
                    <a:pt x="1790624" y="4247219"/>
                  </a:lnTo>
                  <a:lnTo>
                    <a:pt x="1790769" y="4247219"/>
                  </a:lnTo>
                  <a:lnTo>
                    <a:pt x="1790914" y="4247219"/>
                  </a:lnTo>
                  <a:lnTo>
                    <a:pt x="1791060" y="4247219"/>
                  </a:lnTo>
                  <a:lnTo>
                    <a:pt x="1791205" y="4247219"/>
                  </a:lnTo>
                  <a:lnTo>
                    <a:pt x="1791351" y="4247219"/>
                  </a:lnTo>
                  <a:lnTo>
                    <a:pt x="1791496" y="4247219"/>
                  </a:lnTo>
                  <a:lnTo>
                    <a:pt x="1791642" y="4247219"/>
                  </a:lnTo>
                  <a:lnTo>
                    <a:pt x="1791642" y="4246595"/>
                  </a:lnTo>
                  <a:lnTo>
                    <a:pt x="1791787" y="4246595"/>
                  </a:lnTo>
                  <a:lnTo>
                    <a:pt x="1791787" y="4245972"/>
                  </a:lnTo>
                  <a:lnTo>
                    <a:pt x="1791932" y="4245972"/>
                  </a:lnTo>
                  <a:lnTo>
                    <a:pt x="1792078" y="4245972"/>
                  </a:lnTo>
                  <a:lnTo>
                    <a:pt x="1792223" y="4245972"/>
                  </a:lnTo>
                  <a:lnTo>
                    <a:pt x="1792369" y="4245972"/>
                  </a:lnTo>
                  <a:lnTo>
                    <a:pt x="1792369" y="4245348"/>
                  </a:lnTo>
                  <a:lnTo>
                    <a:pt x="1792514" y="4245348"/>
                  </a:lnTo>
                  <a:lnTo>
                    <a:pt x="1792660" y="4245348"/>
                  </a:lnTo>
                  <a:lnTo>
                    <a:pt x="1792805" y="4245348"/>
                  </a:lnTo>
                  <a:lnTo>
                    <a:pt x="1792805" y="4244724"/>
                  </a:lnTo>
                  <a:lnTo>
                    <a:pt x="1792950" y="4244724"/>
                  </a:lnTo>
                  <a:lnTo>
                    <a:pt x="1792950" y="4244101"/>
                  </a:lnTo>
                  <a:lnTo>
                    <a:pt x="1793096" y="4244101"/>
                  </a:lnTo>
                  <a:lnTo>
                    <a:pt x="1793241" y="4244101"/>
                  </a:lnTo>
                  <a:lnTo>
                    <a:pt x="1793387" y="4244101"/>
                  </a:lnTo>
                  <a:lnTo>
                    <a:pt x="1793387" y="4243477"/>
                  </a:lnTo>
                  <a:lnTo>
                    <a:pt x="1793532" y="4243477"/>
                  </a:lnTo>
                  <a:lnTo>
                    <a:pt x="1793678" y="4243477"/>
                  </a:lnTo>
                  <a:lnTo>
                    <a:pt x="1793823" y="4243477"/>
                  </a:lnTo>
                  <a:lnTo>
                    <a:pt x="1793968" y="4243477"/>
                  </a:lnTo>
                  <a:lnTo>
                    <a:pt x="1794114" y="4243477"/>
                  </a:lnTo>
                  <a:lnTo>
                    <a:pt x="1794259" y="4243477"/>
                  </a:lnTo>
                  <a:lnTo>
                    <a:pt x="1794405" y="4243477"/>
                  </a:lnTo>
                  <a:lnTo>
                    <a:pt x="1794550" y="4243477"/>
                  </a:lnTo>
                  <a:lnTo>
                    <a:pt x="1794696" y="4243477"/>
                  </a:lnTo>
                  <a:lnTo>
                    <a:pt x="1794696" y="4242854"/>
                  </a:lnTo>
                  <a:lnTo>
                    <a:pt x="1794696" y="4242230"/>
                  </a:lnTo>
                  <a:lnTo>
                    <a:pt x="1794696" y="4241606"/>
                  </a:lnTo>
                  <a:lnTo>
                    <a:pt x="1794696" y="4240983"/>
                  </a:lnTo>
                  <a:lnTo>
                    <a:pt x="1794696" y="4240359"/>
                  </a:lnTo>
                  <a:lnTo>
                    <a:pt x="1794841" y="4240359"/>
                  </a:lnTo>
                  <a:lnTo>
                    <a:pt x="1794986" y="4240359"/>
                  </a:lnTo>
                  <a:lnTo>
                    <a:pt x="1795132" y="4240359"/>
                  </a:lnTo>
                  <a:lnTo>
                    <a:pt x="1795277" y="4240359"/>
                  </a:lnTo>
                  <a:lnTo>
                    <a:pt x="1795423" y="4240359"/>
                  </a:lnTo>
                  <a:lnTo>
                    <a:pt x="1795568" y="4240359"/>
                  </a:lnTo>
                  <a:lnTo>
                    <a:pt x="1795714" y="4240359"/>
                  </a:lnTo>
                  <a:lnTo>
                    <a:pt x="1795859" y="4240359"/>
                  </a:lnTo>
                  <a:lnTo>
                    <a:pt x="1796004" y="4240359"/>
                  </a:lnTo>
                  <a:lnTo>
                    <a:pt x="1796150" y="4240359"/>
                  </a:lnTo>
                  <a:lnTo>
                    <a:pt x="1796295" y="4240359"/>
                  </a:lnTo>
                  <a:lnTo>
                    <a:pt x="1796441" y="4240359"/>
                  </a:lnTo>
                  <a:lnTo>
                    <a:pt x="1796586" y="4240359"/>
                  </a:lnTo>
                  <a:lnTo>
                    <a:pt x="1796731" y="4240359"/>
                  </a:lnTo>
                  <a:lnTo>
                    <a:pt x="1796877" y="4240359"/>
                  </a:lnTo>
                  <a:lnTo>
                    <a:pt x="1797022" y="4240359"/>
                  </a:lnTo>
                  <a:lnTo>
                    <a:pt x="1797168" y="4240359"/>
                  </a:lnTo>
                  <a:lnTo>
                    <a:pt x="1797313" y="4240359"/>
                  </a:lnTo>
                  <a:lnTo>
                    <a:pt x="1797459" y="4240359"/>
                  </a:lnTo>
                  <a:lnTo>
                    <a:pt x="1797604" y="4240359"/>
                  </a:lnTo>
                  <a:lnTo>
                    <a:pt x="1797749" y="4240359"/>
                  </a:lnTo>
                  <a:lnTo>
                    <a:pt x="1797749" y="4239736"/>
                  </a:lnTo>
                  <a:lnTo>
                    <a:pt x="1797895" y="4239736"/>
                  </a:lnTo>
                  <a:lnTo>
                    <a:pt x="1797895" y="4239112"/>
                  </a:lnTo>
                  <a:lnTo>
                    <a:pt x="1798040" y="4239112"/>
                  </a:lnTo>
                  <a:lnTo>
                    <a:pt x="1798186" y="4239112"/>
                  </a:lnTo>
                  <a:lnTo>
                    <a:pt x="1798331" y="4239112"/>
                  </a:lnTo>
                  <a:lnTo>
                    <a:pt x="1798477" y="4239112"/>
                  </a:lnTo>
                  <a:lnTo>
                    <a:pt x="1798477" y="4238489"/>
                  </a:lnTo>
                  <a:lnTo>
                    <a:pt x="1798622" y="4238489"/>
                  </a:lnTo>
                  <a:lnTo>
                    <a:pt x="1798622" y="4237865"/>
                  </a:lnTo>
                  <a:lnTo>
                    <a:pt x="1798767" y="4237865"/>
                  </a:lnTo>
                  <a:lnTo>
                    <a:pt x="1798913" y="4237865"/>
                  </a:lnTo>
                  <a:lnTo>
                    <a:pt x="1799058" y="4237865"/>
                  </a:lnTo>
                  <a:lnTo>
                    <a:pt x="1799204" y="4237865"/>
                  </a:lnTo>
                  <a:lnTo>
                    <a:pt x="1799349" y="4237865"/>
                  </a:lnTo>
                  <a:lnTo>
                    <a:pt x="1799495" y="4237865"/>
                  </a:lnTo>
                  <a:lnTo>
                    <a:pt x="1799495" y="4237241"/>
                  </a:lnTo>
                  <a:lnTo>
                    <a:pt x="1799640" y="4237241"/>
                  </a:lnTo>
                  <a:lnTo>
                    <a:pt x="1799785" y="4237241"/>
                  </a:lnTo>
                  <a:lnTo>
                    <a:pt x="1799931" y="4237241"/>
                  </a:lnTo>
                  <a:lnTo>
                    <a:pt x="1800076" y="4237241"/>
                  </a:lnTo>
                  <a:lnTo>
                    <a:pt x="1800222" y="4237241"/>
                  </a:lnTo>
                  <a:lnTo>
                    <a:pt x="1800367" y="4237241"/>
                  </a:lnTo>
                  <a:lnTo>
                    <a:pt x="1800367" y="4236618"/>
                  </a:lnTo>
                  <a:lnTo>
                    <a:pt x="1800513" y="4236618"/>
                  </a:lnTo>
                  <a:lnTo>
                    <a:pt x="1800658" y="4236618"/>
                  </a:lnTo>
                  <a:lnTo>
                    <a:pt x="1800803" y="4236618"/>
                  </a:lnTo>
                  <a:lnTo>
                    <a:pt x="1800949" y="4236618"/>
                  </a:lnTo>
                  <a:lnTo>
                    <a:pt x="1801094" y="4236618"/>
                  </a:lnTo>
                  <a:lnTo>
                    <a:pt x="1801094" y="4235994"/>
                  </a:lnTo>
                  <a:lnTo>
                    <a:pt x="1801240" y="4235994"/>
                  </a:lnTo>
                  <a:lnTo>
                    <a:pt x="1801385" y="4235994"/>
                  </a:lnTo>
                  <a:lnTo>
                    <a:pt x="1801531" y="4235994"/>
                  </a:lnTo>
                  <a:lnTo>
                    <a:pt x="1801531" y="4235371"/>
                  </a:lnTo>
                  <a:lnTo>
                    <a:pt x="1801676" y="4235371"/>
                  </a:lnTo>
                  <a:lnTo>
                    <a:pt x="1801821" y="4235371"/>
                  </a:lnTo>
                  <a:lnTo>
                    <a:pt x="1801967" y="4235371"/>
                  </a:lnTo>
                  <a:lnTo>
                    <a:pt x="1802112" y="4235371"/>
                  </a:lnTo>
                  <a:lnTo>
                    <a:pt x="1802258" y="4235371"/>
                  </a:lnTo>
                  <a:lnTo>
                    <a:pt x="1802403" y="4235371"/>
                  </a:lnTo>
                  <a:lnTo>
                    <a:pt x="1802549" y="4235371"/>
                  </a:lnTo>
                  <a:lnTo>
                    <a:pt x="1802549" y="4234747"/>
                  </a:lnTo>
                  <a:lnTo>
                    <a:pt x="1802694" y="4234747"/>
                  </a:lnTo>
                  <a:lnTo>
                    <a:pt x="1802839" y="4234747"/>
                  </a:lnTo>
                  <a:lnTo>
                    <a:pt x="1802985" y="4234747"/>
                  </a:lnTo>
                  <a:lnTo>
                    <a:pt x="1803130" y="4234747"/>
                  </a:lnTo>
                  <a:lnTo>
                    <a:pt x="1803130" y="4234123"/>
                  </a:lnTo>
                  <a:lnTo>
                    <a:pt x="1803276" y="4234123"/>
                  </a:lnTo>
                  <a:lnTo>
                    <a:pt x="1803421" y="4234123"/>
                  </a:lnTo>
                  <a:lnTo>
                    <a:pt x="1803421" y="4233500"/>
                  </a:lnTo>
                  <a:lnTo>
                    <a:pt x="1803566" y="4233500"/>
                  </a:lnTo>
                  <a:lnTo>
                    <a:pt x="1803566" y="4232876"/>
                  </a:lnTo>
                  <a:lnTo>
                    <a:pt x="1803712" y="4232876"/>
                  </a:lnTo>
                  <a:lnTo>
                    <a:pt x="1803712" y="4232253"/>
                  </a:lnTo>
                  <a:lnTo>
                    <a:pt x="1803712" y="4231629"/>
                  </a:lnTo>
                  <a:lnTo>
                    <a:pt x="1803857" y="4231629"/>
                  </a:lnTo>
                  <a:lnTo>
                    <a:pt x="1804003" y="4231629"/>
                  </a:lnTo>
                  <a:lnTo>
                    <a:pt x="1804148" y="4231629"/>
                  </a:lnTo>
                  <a:lnTo>
                    <a:pt x="1804294" y="4231629"/>
                  </a:lnTo>
                  <a:lnTo>
                    <a:pt x="1804439" y="4231629"/>
                  </a:lnTo>
                  <a:lnTo>
                    <a:pt x="1804439" y="4231006"/>
                  </a:lnTo>
                  <a:lnTo>
                    <a:pt x="1804439" y="4230382"/>
                  </a:lnTo>
                  <a:lnTo>
                    <a:pt x="1804584" y="4230382"/>
                  </a:lnTo>
                  <a:lnTo>
                    <a:pt x="1804730" y="4230382"/>
                  </a:lnTo>
                  <a:lnTo>
                    <a:pt x="1804875" y="4230382"/>
                  </a:lnTo>
                  <a:lnTo>
                    <a:pt x="1805021" y="4230382"/>
                  </a:lnTo>
                  <a:lnTo>
                    <a:pt x="1805166" y="4230382"/>
                  </a:lnTo>
                  <a:lnTo>
                    <a:pt x="1805312" y="4230382"/>
                  </a:lnTo>
                  <a:lnTo>
                    <a:pt x="1805457" y="4230382"/>
                  </a:lnTo>
                  <a:lnTo>
                    <a:pt x="1805602" y="4230382"/>
                  </a:lnTo>
                  <a:lnTo>
                    <a:pt x="1805748" y="4230382"/>
                  </a:lnTo>
                  <a:lnTo>
                    <a:pt x="1805748" y="4229758"/>
                  </a:lnTo>
                  <a:lnTo>
                    <a:pt x="1805748" y="4229135"/>
                  </a:lnTo>
                  <a:lnTo>
                    <a:pt x="1805893" y="4229135"/>
                  </a:lnTo>
                  <a:lnTo>
                    <a:pt x="1806039" y="4229135"/>
                  </a:lnTo>
                  <a:lnTo>
                    <a:pt x="1806184" y="4229135"/>
                  </a:lnTo>
                  <a:lnTo>
                    <a:pt x="1806330" y="4229135"/>
                  </a:lnTo>
                  <a:lnTo>
                    <a:pt x="1806330" y="4228511"/>
                  </a:lnTo>
                  <a:lnTo>
                    <a:pt x="1806475" y="4228511"/>
                  </a:lnTo>
                  <a:lnTo>
                    <a:pt x="1806475" y="4227888"/>
                  </a:lnTo>
                  <a:lnTo>
                    <a:pt x="1806620" y="4227888"/>
                  </a:lnTo>
                  <a:lnTo>
                    <a:pt x="1806766" y="4227888"/>
                  </a:lnTo>
                  <a:lnTo>
                    <a:pt x="1806911" y="4227888"/>
                  </a:lnTo>
                  <a:lnTo>
                    <a:pt x="1806911" y="4227264"/>
                  </a:lnTo>
                  <a:lnTo>
                    <a:pt x="1807057" y="4227264"/>
                  </a:lnTo>
                  <a:lnTo>
                    <a:pt x="1807202" y="4227264"/>
                  </a:lnTo>
                  <a:lnTo>
                    <a:pt x="1807348" y="4227264"/>
                  </a:lnTo>
                  <a:lnTo>
                    <a:pt x="1807348" y="4226640"/>
                  </a:lnTo>
                  <a:lnTo>
                    <a:pt x="1807348" y="4226017"/>
                  </a:lnTo>
                  <a:lnTo>
                    <a:pt x="1807493" y="4226017"/>
                  </a:lnTo>
                  <a:lnTo>
                    <a:pt x="1807638" y="4226017"/>
                  </a:lnTo>
                  <a:lnTo>
                    <a:pt x="1807638" y="4225393"/>
                  </a:lnTo>
                  <a:lnTo>
                    <a:pt x="1807784" y="4225393"/>
                  </a:lnTo>
                  <a:lnTo>
                    <a:pt x="1807929" y="4225393"/>
                  </a:lnTo>
                  <a:lnTo>
                    <a:pt x="1808075" y="4225393"/>
                  </a:lnTo>
                  <a:lnTo>
                    <a:pt x="1808220" y="4225393"/>
                  </a:lnTo>
                  <a:lnTo>
                    <a:pt x="1808366" y="4225393"/>
                  </a:lnTo>
                  <a:lnTo>
                    <a:pt x="1808511" y="4225393"/>
                  </a:lnTo>
                  <a:lnTo>
                    <a:pt x="1808511" y="4224770"/>
                  </a:lnTo>
                  <a:lnTo>
                    <a:pt x="1808511" y="4224146"/>
                  </a:lnTo>
                  <a:lnTo>
                    <a:pt x="1808511" y="4223523"/>
                  </a:lnTo>
                  <a:lnTo>
                    <a:pt x="1808656" y="4223523"/>
                  </a:lnTo>
                  <a:lnTo>
                    <a:pt x="1808802" y="4223523"/>
                  </a:lnTo>
                  <a:lnTo>
                    <a:pt x="1808947" y="4223523"/>
                  </a:lnTo>
                  <a:lnTo>
                    <a:pt x="1809093" y="4223523"/>
                  </a:lnTo>
                  <a:lnTo>
                    <a:pt x="1809238" y="4223523"/>
                  </a:lnTo>
                  <a:lnTo>
                    <a:pt x="1809384" y="4223523"/>
                  </a:lnTo>
                  <a:lnTo>
                    <a:pt x="1809529" y="4223523"/>
                  </a:lnTo>
                  <a:lnTo>
                    <a:pt x="1809674" y="4223523"/>
                  </a:lnTo>
                  <a:lnTo>
                    <a:pt x="1809820" y="4223523"/>
                  </a:lnTo>
                  <a:lnTo>
                    <a:pt x="1809965" y="4223523"/>
                  </a:lnTo>
                  <a:lnTo>
                    <a:pt x="1810111" y="4223523"/>
                  </a:lnTo>
                  <a:lnTo>
                    <a:pt x="1810256" y="4223523"/>
                  </a:lnTo>
                  <a:lnTo>
                    <a:pt x="1810256" y="4222899"/>
                  </a:lnTo>
                  <a:lnTo>
                    <a:pt x="1810401" y="4222899"/>
                  </a:lnTo>
                  <a:lnTo>
                    <a:pt x="1810547" y="4222899"/>
                  </a:lnTo>
                  <a:lnTo>
                    <a:pt x="1810692" y="4222899"/>
                  </a:lnTo>
                  <a:lnTo>
                    <a:pt x="1810838" y="4222899"/>
                  </a:lnTo>
                  <a:lnTo>
                    <a:pt x="1810983" y="4222899"/>
                  </a:lnTo>
                  <a:lnTo>
                    <a:pt x="1811129" y="4222899"/>
                  </a:lnTo>
                  <a:lnTo>
                    <a:pt x="1811274" y="4222899"/>
                  </a:lnTo>
                  <a:lnTo>
                    <a:pt x="1811419" y="4222899"/>
                  </a:lnTo>
                  <a:lnTo>
                    <a:pt x="1811565" y="4222899"/>
                  </a:lnTo>
                  <a:lnTo>
                    <a:pt x="1811710" y="4222899"/>
                  </a:lnTo>
                  <a:lnTo>
                    <a:pt x="1811856" y="4222899"/>
                  </a:lnTo>
                  <a:lnTo>
                    <a:pt x="1812001" y="4222899"/>
                  </a:lnTo>
                  <a:lnTo>
                    <a:pt x="1812147" y="4222899"/>
                  </a:lnTo>
                  <a:lnTo>
                    <a:pt x="1812292" y="4222899"/>
                  </a:lnTo>
                  <a:lnTo>
                    <a:pt x="1812437" y="4222899"/>
                  </a:lnTo>
                  <a:lnTo>
                    <a:pt x="1812583" y="4222899"/>
                  </a:lnTo>
                  <a:lnTo>
                    <a:pt x="1812728" y="4222899"/>
                  </a:lnTo>
                  <a:lnTo>
                    <a:pt x="1812874" y="4222899"/>
                  </a:lnTo>
                  <a:lnTo>
                    <a:pt x="1812874" y="4222275"/>
                  </a:lnTo>
                  <a:lnTo>
                    <a:pt x="1812874" y="4221652"/>
                  </a:lnTo>
                  <a:lnTo>
                    <a:pt x="1813019" y="4221652"/>
                  </a:lnTo>
                  <a:lnTo>
                    <a:pt x="1813165" y="4221652"/>
                  </a:lnTo>
                  <a:lnTo>
                    <a:pt x="1813310" y="4221652"/>
                  </a:lnTo>
                  <a:lnTo>
                    <a:pt x="1813455" y="4221652"/>
                  </a:lnTo>
                  <a:lnTo>
                    <a:pt x="1813601" y="4221652"/>
                  </a:lnTo>
                  <a:lnTo>
                    <a:pt x="1813746" y="4221652"/>
                  </a:lnTo>
                  <a:lnTo>
                    <a:pt x="1813892" y="4221652"/>
                  </a:lnTo>
                  <a:lnTo>
                    <a:pt x="1814037" y="4221652"/>
                  </a:lnTo>
                  <a:lnTo>
                    <a:pt x="1814183" y="4221652"/>
                  </a:lnTo>
                  <a:lnTo>
                    <a:pt x="1814183" y="4221028"/>
                  </a:lnTo>
                  <a:lnTo>
                    <a:pt x="1814328" y="4221028"/>
                  </a:lnTo>
                  <a:lnTo>
                    <a:pt x="1814473" y="4221028"/>
                  </a:lnTo>
                  <a:lnTo>
                    <a:pt x="1814619" y="4221028"/>
                  </a:lnTo>
                  <a:lnTo>
                    <a:pt x="1814764" y="4221028"/>
                  </a:lnTo>
                  <a:lnTo>
                    <a:pt x="1814910" y="4221028"/>
                  </a:lnTo>
                  <a:lnTo>
                    <a:pt x="1814910" y="4220405"/>
                  </a:lnTo>
                  <a:lnTo>
                    <a:pt x="1815055" y="4220405"/>
                  </a:lnTo>
                  <a:lnTo>
                    <a:pt x="1815201" y="4220405"/>
                  </a:lnTo>
                  <a:lnTo>
                    <a:pt x="1815346" y="4220405"/>
                  </a:lnTo>
                  <a:lnTo>
                    <a:pt x="1815491" y="4220405"/>
                  </a:lnTo>
                  <a:lnTo>
                    <a:pt x="1815637" y="4220405"/>
                  </a:lnTo>
                  <a:lnTo>
                    <a:pt x="1815782" y="4220405"/>
                  </a:lnTo>
                  <a:lnTo>
                    <a:pt x="1815928" y="4220405"/>
                  </a:lnTo>
                  <a:lnTo>
                    <a:pt x="1816073" y="4220405"/>
                  </a:lnTo>
                  <a:lnTo>
                    <a:pt x="1816218" y="4220405"/>
                  </a:lnTo>
                  <a:lnTo>
                    <a:pt x="1816364" y="4220405"/>
                  </a:lnTo>
                  <a:lnTo>
                    <a:pt x="1816509" y="4220405"/>
                  </a:lnTo>
                  <a:lnTo>
                    <a:pt x="1816655" y="4220405"/>
                  </a:lnTo>
                  <a:lnTo>
                    <a:pt x="1816800" y="4220405"/>
                  </a:lnTo>
                  <a:lnTo>
                    <a:pt x="1816946" y="4220405"/>
                  </a:lnTo>
                  <a:lnTo>
                    <a:pt x="1817091" y="4220405"/>
                  </a:lnTo>
                  <a:lnTo>
                    <a:pt x="1817236" y="4220405"/>
                  </a:lnTo>
                  <a:lnTo>
                    <a:pt x="1817382" y="4220405"/>
                  </a:lnTo>
                  <a:lnTo>
                    <a:pt x="1817527" y="4220405"/>
                  </a:lnTo>
                  <a:lnTo>
                    <a:pt x="1817673" y="4220405"/>
                  </a:lnTo>
                  <a:lnTo>
                    <a:pt x="1817818" y="4220405"/>
                  </a:lnTo>
                  <a:lnTo>
                    <a:pt x="1817818" y="4219781"/>
                  </a:lnTo>
                  <a:lnTo>
                    <a:pt x="1817964" y="4219781"/>
                  </a:lnTo>
                  <a:lnTo>
                    <a:pt x="1818109" y="4219781"/>
                  </a:lnTo>
                  <a:lnTo>
                    <a:pt x="1818254" y="4219781"/>
                  </a:lnTo>
                  <a:lnTo>
                    <a:pt x="1818400" y="4219781"/>
                  </a:lnTo>
                  <a:lnTo>
                    <a:pt x="1818545" y="4219781"/>
                  </a:lnTo>
                  <a:lnTo>
                    <a:pt x="1818691" y="4219781"/>
                  </a:lnTo>
                  <a:lnTo>
                    <a:pt x="1818836" y="4219781"/>
                  </a:lnTo>
                  <a:lnTo>
                    <a:pt x="1818982" y="4219781"/>
                  </a:lnTo>
                  <a:lnTo>
                    <a:pt x="1819127" y="4219781"/>
                  </a:lnTo>
                  <a:lnTo>
                    <a:pt x="1819272" y="4219781"/>
                  </a:lnTo>
                  <a:lnTo>
                    <a:pt x="1819272" y="4219157"/>
                  </a:lnTo>
                  <a:lnTo>
                    <a:pt x="1819272" y="4218534"/>
                  </a:lnTo>
                  <a:lnTo>
                    <a:pt x="1819418" y="4218534"/>
                  </a:lnTo>
                  <a:lnTo>
                    <a:pt x="1819563" y="4218534"/>
                  </a:lnTo>
                  <a:lnTo>
                    <a:pt x="1819709" y="4218534"/>
                  </a:lnTo>
                  <a:lnTo>
                    <a:pt x="1819854" y="4218534"/>
                  </a:lnTo>
                  <a:lnTo>
                    <a:pt x="1820000" y="4218534"/>
                  </a:lnTo>
                  <a:lnTo>
                    <a:pt x="1820145" y="4218534"/>
                  </a:lnTo>
                  <a:lnTo>
                    <a:pt x="1820290" y="4218534"/>
                  </a:lnTo>
                  <a:lnTo>
                    <a:pt x="1820436" y="4218534"/>
                  </a:lnTo>
                  <a:lnTo>
                    <a:pt x="1820581" y="4218534"/>
                  </a:lnTo>
                  <a:lnTo>
                    <a:pt x="1820727" y="4218534"/>
                  </a:lnTo>
                  <a:lnTo>
                    <a:pt x="1820872" y="4218534"/>
                  </a:lnTo>
                  <a:lnTo>
                    <a:pt x="1821018" y="4218534"/>
                  </a:lnTo>
                  <a:lnTo>
                    <a:pt x="1821018" y="4217910"/>
                  </a:lnTo>
                  <a:lnTo>
                    <a:pt x="1821163" y="4217910"/>
                  </a:lnTo>
                  <a:lnTo>
                    <a:pt x="1821308" y="4217910"/>
                  </a:lnTo>
                  <a:lnTo>
                    <a:pt x="1821308" y="4217287"/>
                  </a:lnTo>
                  <a:lnTo>
                    <a:pt x="1821454" y="4217287"/>
                  </a:lnTo>
                  <a:lnTo>
                    <a:pt x="1821599" y="4217287"/>
                  </a:lnTo>
                  <a:lnTo>
                    <a:pt x="1821745" y="4217287"/>
                  </a:lnTo>
                  <a:lnTo>
                    <a:pt x="1821890" y="4217287"/>
                  </a:lnTo>
                  <a:lnTo>
                    <a:pt x="1822036" y="4217287"/>
                  </a:lnTo>
                  <a:lnTo>
                    <a:pt x="1822036" y="4216663"/>
                  </a:lnTo>
                  <a:lnTo>
                    <a:pt x="1822181" y="4216663"/>
                  </a:lnTo>
                  <a:lnTo>
                    <a:pt x="1822181" y="4216040"/>
                  </a:lnTo>
                  <a:lnTo>
                    <a:pt x="1822181" y="4215416"/>
                  </a:lnTo>
                  <a:lnTo>
                    <a:pt x="1822326" y="4215416"/>
                  </a:lnTo>
                  <a:lnTo>
                    <a:pt x="1822472" y="4215416"/>
                  </a:lnTo>
                  <a:lnTo>
                    <a:pt x="1822617" y="4215416"/>
                  </a:lnTo>
                  <a:lnTo>
                    <a:pt x="1822763" y="4215416"/>
                  </a:lnTo>
                  <a:lnTo>
                    <a:pt x="1822908" y="4215416"/>
                  </a:lnTo>
                  <a:lnTo>
                    <a:pt x="1823053" y="4215416"/>
                  </a:lnTo>
                  <a:lnTo>
                    <a:pt x="1823199" y="4215416"/>
                  </a:lnTo>
                  <a:lnTo>
                    <a:pt x="1823344" y="4215416"/>
                  </a:lnTo>
                  <a:lnTo>
                    <a:pt x="1823490" y="4215416"/>
                  </a:lnTo>
                  <a:lnTo>
                    <a:pt x="1823635" y="4215416"/>
                  </a:lnTo>
                  <a:lnTo>
                    <a:pt x="1823781" y="4215416"/>
                  </a:lnTo>
                  <a:lnTo>
                    <a:pt x="1823781" y="4214792"/>
                  </a:lnTo>
                  <a:lnTo>
                    <a:pt x="1823926" y="4214792"/>
                  </a:lnTo>
                  <a:lnTo>
                    <a:pt x="1824071" y="4214792"/>
                  </a:lnTo>
                  <a:lnTo>
                    <a:pt x="1824217" y="4214792"/>
                  </a:lnTo>
                  <a:lnTo>
                    <a:pt x="1824362" y="4214792"/>
                  </a:lnTo>
                  <a:lnTo>
                    <a:pt x="1824508" y="4214792"/>
                  </a:lnTo>
                  <a:lnTo>
                    <a:pt x="1824653" y="4214792"/>
                  </a:lnTo>
                  <a:lnTo>
                    <a:pt x="1824653" y="4214169"/>
                  </a:lnTo>
                  <a:lnTo>
                    <a:pt x="1824799" y="4214169"/>
                  </a:lnTo>
                  <a:lnTo>
                    <a:pt x="1824799" y="4213545"/>
                  </a:lnTo>
                  <a:lnTo>
                    <a:pt x="1824944" y="4213545"/>
                  </a:lnTo>
                  <a:lnTo>
                    <a:pt x="1824944" y="4212922"/>
                  </a:lnTo>
                  <a:lnTo>
                    <a:pt x="1825089" y="4212922"/>
                  </a:lnTo>
                  <a:lnTo>
                    <a:pt x="1825089" y="4212298"/>
                  </a:lnTo>
                  <a:lnTo>
                    <a:pt x="1825089" y="4211674"/>
                  </a:lnTo>
                  <a:lnTo>
                    <a:pt x="1825089" y="4211051"/>
                  </a:lnTo>
                  <a:lnTo>
                    <a:pt x="1825089" y="4210427"/>
                  </a:lnTo>
                  <a:lnTo>
                    <a:pt x="1825235" y="4210427"/>
                  </a:lnTo>
                  <a:lnTo>
                    <a:pt x="1825380" y="4210427"/>
                  </a:lnTo>
                  <a:lnTo>
                    <a:pt x="1825526" y="4210427"/>
                  </a:lnTo>
                  <a:lnTo>
                    <a:pt x="1825671" y="4210427"/>
                  </a:lnTo>
                  <a:lnTo>
                    <a:pt x="1825817" y="4210427"/>
                  </a:lnTo>
                  <a:lnTo>
                    <a:pt x="1825962" y="4210427"/>
                  </a:lnTo>
                  <a:lnTo>
                    <a:pt x="1826107" y="4210427"/>
                  </a:lnTo>
                  <a:lnTo>
                    <a:pt x="1826253" y="4210427"/>
                  </a:lnTo>
                  <a:lnTo>
                    <a:pt x="1826398" y="4210427"/>
                  </a:lnTo>
                  <a:lnTo>
                    <a:pt x="1826544" y="4210427"/>
                  </a:lnTo>
                  <a:lnTo>
                    <a:pt x="1826689" y="4210427"/>
                  </a:lnTo>
                  <a:lnTo>
                    <a:pt x="1826689" y="4209804"/>
                  </a:lnTo>
                  <a:lnTo>
                    <a:pt x="1826835" y="4209804"/>
                  </a:lnTo>
                  <a:lnTo>
                    <a:pt x="1826980" y="4209804"/>
                  </a:lnTo>
                  <a:lnTo>
                    <a:pt x="1827125" y="4209804"/>
                  </a:lnTo>
                  <a:lnTo>
                    <a:pt x="1827125" y="4209180"/>
                  </a:lnTo>
                  <a:lnTo>
                    <a:pt x="1827271" y="4209180"/>
                  </a:lnTo>
                  <a:lnTo>
                    <a:pt x="1827416" y="4209180"/>
                  </a:lnTo>
                  <a:lnTo>
                    <a:pt x="1827562" y="4209180"/>
                  </a:lnTo>
                  <a:lnTo>
                    <a:pt x="1827562" y="4208557"/>
                  </a:lnTo>
                  <a:lnTo>
                    <a:pt x="1827707" y="4208557"/>
                  </a:lnTo>
                  <a:lnTo>
                    <a:pt x="1827707" y="4207933"/>
                  </a:lnTo>
                  <a:lnTo>
                    <a:pt x="1827853" y="4207933"/>
                  </a:lnTo>
                  <a:lnTo>
                    <a:pt x="1827998" y="4207933"/>
                  </a:lnTo>
                  <a:lnTo>
                    <a:pt x="1828143" y="4207933"/>
                  </a:lnTo>
                  <a:lnTo>
                    <a:pt x="1828289" y="4207933"/>
                  </a:lnTo>
                  <a:lnTo>
                    <a:pt x="1828434" y="4207933"/>
                  </a:lnTo>
                  <a:lnTo>
                    <a:pt x="1828580" y="4207933"/>
                  </a:lnTo>
                  <a:lnTo>
                    <a:pt x="1828725" y="4207933"/>
                  </a:lnTo>
                  <a:lnTo>
                    <a:pt x="1828871" y="4207933"/>
                  </a:lnTo>
                  <a:lnTo>
                    <a:pt x="1829016" y="4207933"/>
                  </a:lnTo>
                  <a:lnTo>
                    <a:pt x="1829016" y="4207309"/>
                  </a:lnTo>
                  <a:lnTo>
                    <a:pt x="1829161" y="4207309"/>
                  </a:lnTo>
                  <a:lnTo>
                    <a:pt x="1829161" y="4206686"/>
                  </a:lnTo>
                  <a:lnTo>
                    <a:pt x="1829307" y="4206686"/>
                  </a:lnTo>
                  <a:lnTo>
                    <a:pt x="1829452" y="4206686"/>
                  </a:lnTo>
                  <a:lnTo>
                    <a:pt x="1829452" y="4206062"/>
                  </a:lnTo>
                  <a:lnTo>
                    <a:pt x="1829598" y="4206062"/>
                  </a:lnTo>
                  <a:lnTo>
                    <a:pt x="1829743" y="4206062"/>
                  </a:lnTo>
                  <a:lnTo>
                    <a:pt x="1829743" y="4205439"/>
                  </a:lnTo>
                  <a:lnTo>
                    <a:pt x="1829888" y="4205439"/>
                  </a:lnTo>
                  <a:lnTo>
                    <a:pt x="1830034" y="4205439"/>
                  </a:lnTo>
                  <a:lnTo>
                    <a:pt x="1830179" y="4205439"/>
                  </a:lnTo>
                  <a:lnTo>
                    <a:pt x="1830179" y="4204815"/>
                  </a:lnTo>
                  <a:lnTo>
                    <a:pt x="1830325" y="4204815"/>
                  </a:lnTo>
                  <a:lnTo>
                    <a:pt x="1830325" y="4204191"/>
                  </a:lnTo>
                  <a:lnTo>
                    <a:pt x="1830470" y="4204191"/>
                  </a:lnTo>
                  <a:lnTo>
                    <a:pt x="1830616" y="4204191"/>
                  </a:lnTo>
                  <a:lnTo>
                    <a:pt x="1830761" y="4204191"/>
                  </a:lnTo>
                  <a:lnTo>
                    <a:pt x="1830906" y="4204191"/>
                  </a:lnTo>
                  <a:lnTo>
                    <a:pt x="1831052" y="4204191"/>
                  </a:lnTo>
                  <a:lnTo>
                    <a:pt x="1831197" y="4204191"/>
                  </a:lnTo>
                  <a:lnTo>
                    <a:pt x="1831343" y="4204191"/>
                  </a:lnTo>
                  <a:lnTo>
                    <a:pt x="1831488" y="4204191"/>
                  </a:lnTo>
                  <a:lnTo>
                    <a:pt x="1831634" y="4204191"/>
                  </a:lnTo>
                  <a:lnTo>
                    <a:pt x="1831779" y="4204191"/>
                  </a:lnTo>
                  <a:lnTo>
                    <a:pt x="1831924" y="4204191"/>
                  </a:lnTo>
                  <a:lnTo>
                    <a:pt x="1832070" y="4204191"/>
                  </a:lnTo>
                  <a:lnTo>
                    <a:pt x="1832215" y="4204191"/>
                  </a:lnTo>
                  <a:lnTo>
                    <a:pt x="1832361" y="4204191"/>
                  </a:lnTo>
                  <a:lnTo>
                    <a:pt x="1832506" y="4204191"/>
                  </a:lnTo>
                  <a:lnTo>
                    <a:pt x="1832652" y="4204191"/>
                  </a:lnTo>
                  <a:lnTo>
                    <a:pt x="1832797" y="4204191"/>
                  </a:lnTo>
                  <a:lnTo>
                    <a:pt x="1832942" y="4204191"/>
                  </a:lnTo>
                  <a:lnTo>
                    <a:pt x="1833088" y="4204191"/>
                  </a:lnTo>
                  <a:lnTo>
                    <a:pt x="1833233" y="4204191"/>
                  </a:lnTo>
                  <a:lnTo>
                    <a:pt x="1833379" y="4204191"/>
                  </a:lnTo>
                  <a:lnTo>
                    <a:pt x="1833524" y="4204191"/>
                  </a:lnTo>
                  <a:lnTo>
                    <a:pt x="1833670" y="4204191"/>
                  </a:lnTo>
                  <a:lnTo>
                    <a:pt x="1833815" y="4204191"/>
                  </a:lnTo>
                  <a:lnTo>
                    <a:pt x="1833960" y="4204191"/>
                  </a:lnTo>
                  <a:lnTo>
                    <a:pt x="1834106" y="4204191"/>
                  </a:lnTo>
                  <a:lnTo>
                    <a:pt x="1834251" y="4204191"/>
                  </a:lnTo>
                  <a:lnTo>
                    <a:pt x="1834397" y="4204191"/>
                  </a:lnTo>
                  <a:lnTo>
                    <a:pt x="1834542" y="4204191"/>
                  </a:lnTo>
                  <a:lnTo>
                    <a:pt x="1834688" y="4204191"/>
                  </a:lnTo>
                  <a:lnTo>
                    <a:pt x="1834833" y="4204191"/>
                  </a:lnTo>
                  <a:lnTo>
                    <a:pt x="1834978" y="4204191"/>
                  </a:lnTo>
                  <a:lnTo>
                    <a:pt x="1835124" y="4204191"/>
                  </a:lnTo>
                  <a:lnTo>
                    <a:pt x="1835124" y="4203568"/>
                  </a:lnTo>
                  <a:lnTo>
                    <a:pt x="1835269" y="4203568"/>
                  </a:lnTo>
                  <a:lnTo>
                    <a:pt x="1835415" y="4203568"/>
                  </a:lnTo>
                  <a:lnTo>
                    <a:pt x="1835415" y="4202944"/>
                  </a:lnTo>
                  <a:lnTo>
                    <a:pt x="1835560" y="4202944"/>
                  </a:lnTo>
                  <a:lnTo>
                    <a:pt x="1835706" y="4202944"/>
                  </a:lnTo>
                  <a:lnTo>
                    <a:pt x="1835851" y="4202944"/>
                  </a:lnTo>
                  <a:lnTo>
                    <a:pt x="1835996" y="4202944"/>
                  </a:lnTo>
                  <a:lnTo>
                    <a:pt x="1835996" y="4202321"/>
                  </a:lnTo>
                  <a:lnTo>
                    <a:pt x="1836142" y="4202321"/>
                  </a:lnTo>
                  <a:lnTo>
                    <a:pt x="1836287" y="4202321"/>
                  </a:lnTo>
                  <a:lnTo>
                    <a:pt x="1836433" y="4202321"/>
                  </a:lnTo>
                  <a:lnTo>
                    <a:pt x="1836578" y="4202321"/>
                  </a:lnTo>
                  <a:lnTo>
                    <a:pt x="1836723" y="4202321"/>
                  </a:lnTo>
                  <a:lnTo>
                    <a:pt x="1836723" y="4201697"/>
                  </a:lnTo>
                  <a:lnTo>
                    <a:pt x="1836869" y="4201697"/>
                  </a:lnTo>
                  <a:lnTo>
                    <a:pt x="1837014" y="4201697"/>
                  </a:lnTo>
                  <a:lnTo>
                    <a:pt x="1837014" y="4201074"/>
                  </a:lnTo>
                  <a:lnTo>
                    <a:pt x="1837160" y="4201074"/>
                  </a:lnTo>
                  <a:lnTo>
                    <a:pt x="1837305" y="4201074"/>
                  </a:lnTo>
                  <a:lnTo>
                    <a:pt x="1837451" y="4201074"/>
                  </a:lnTo>
                  <a:lnTo>
                    <a:pt x="1837596" y="4201074"/>
                  </a:lnTo>
                  <a:lnTo>
                    <a:pt x="1837741" y="4201074"/>
                  </a:lnTo>
                  <a:lnTo>
                    <a:pt x="1837887" y="4201074"/>
                  </a:lnTo>
                  <a:lnTo>
                    <a:pt x="1838032" y="4201074"/>
                  </a:lnTo>
                  <a:lnTo>
                    <a:pt x="1838032" y="4200450"/>
                  </a:lnTo>
                  <a:lnTo>
                    <a:pt x="1838178" y="4200450"/>
                  </a:lnTo>
                  <a:lnTo>
                    <a:pt x="1838323" y="4200450"/>
                  </a:lnTo>
                  <a:lnTo>
                    <a:pt x="1838469" y="4200450"/>
                  </a:lnTo>
                  <a:lnTo>
                    <a:pt x="1838469" y="4199826"/>
                  </a:lnTo>
                  <a:lnTo>
                    <a:pt x="1838614" y="4199826"/>
                  </a:lnTo>
                  <a:lnTo>
                    <a:pt x="1838759" y="4199826"/>
                  </a:lnTo>
                  <a:lnTo>
                    <a:pt x="1838905" y="4199826"/>
                  </a:lnTo>
                  <a:lnTo>
                    <a:pt x="1839050" y="4199826"/>
                  </a:lnTo>
                  <a:lnTo>
                    <a:pt x="1839196" y="4199826"/>
                  </a:lnTo>
                  <a:lnTo>
                    <a:pt x="1839341" y="4199826"/>
                  </a:lnTo>
                  <a:lnTo>
                    <a:pt x="1839487" y="4199826"/>
                  </a:lnTo>
                  <a:lnTo>
                    <a:pt x="1839632" y="4199826"/>
                  </a:lnTo>
                  <a:lnTo>
                    <a:pt x="1839777" y="4199826"/>
                  </a:lnTo>
                  <a:lnTo>
                    <a:pt x="1839923" y="4199826"/>
                  </a:lnTo>
                  <a:lnTo>
                    <a:pt x="1840068" y="4199826"/>
                  </a:lnTo>
                  <a:lnTo>
                    <a:pt x="1840214" y="4199826"/>
                  </a:lnTo>
                  <a:lnTo>
                    <a:pt x="1840359" y="4199826"/>
                  </a:lnTo>
                  <a:lnTo>
                    <a:pt x="1840505" y="4199826"/>
                  </a:lnTo>
                  <a:lnTo>
                    <a:pt x="1840505" y="4199203"/>
                  </a:lnTo>
                  <a:lnTo>
                    <a:pt x="1840650" y="4199203"/>
                  </a:lnTo>
                  <a:lnTo>
                    <a:pt x="1840795" y="4199203"/>
                  </a:lnTo>
                  <a:lnTo>
                    <a:pt x="1840795" y="4198579"/>
                  </a:lnTo>
                  <a:lnTo>
                    <a:pt x="1840941" y="4198579"/>
                  </a:lnTo>
                  <a:lnTo>
                    <a:pt x="1840941" y="4197956"/>
                  </a:lnTo>
                  <a:lnTo>
                    <a:pt x="1841086" y="4197956"/>
                  </a:lnTo>
                  <a:lnTo>
                    <a:pt x="1841232" y="4197956"/>
                  </a:lnTo>
                  <a:lnTo>
                    <a:pt x="1841377" y="4197956"/>
                  </a:lnTo>
                  <a:lnTo>
                    <a:pt x="1841523" y="4197956"/>
                  </a:lnTo>
                  <a:lnTo>
                    <a:pt x="1841668" y="4197956"/>
                  </a:lnTo>
                  <a:lnTo>
                    <a:pt x="1841813" y="4197956"/>
                  </a:lnTo>
                  <a:lnTo>
                    <a:pt x="1841959" y="4197956"/>
                  </a:lnTo>
                  <a:lnTo>
                    <a:pt x="1842104" y="4197956"/>
                  </a:lnTo>
                  <a:lnTo>
                    <a:pt x="1842250" y="4197956"/>
                  </a:lnTo>
                  <a:lnTo>
                    <a:pt x="1842395" y="4197956"/>
                  </a:lnTo>
                  <a:lnTo>
                    <a:pt x="1842395" y="4197332"/>
                  </a:lnTo>
                  <a:lnTo>
                    <a:pt x="1842541" y="4197332"/>
                  </a:lnTo>
                  <a:lnTo>
                    <a:pt x="1842686" y="4197332"/>
                  </a:lnTo>
                  <a:lnTo>
                    <a:pt x="1842831" y="4197332"/>
                  </a:lnTo>
                  <a:lnTo>
                    <a:pt x="1842977" y="4197332"/>
                  </a:lnTo>
                  <a:lnTo>
                    <a:pt x="1843122" y="4197332"/>
                  </a:lnTo>
                  <a:lnTo>
                    <a:pt x="1843268" y="4197332"/>
                  </a:lnTo>
                  <a:lnTo>
                    <a:pt x="1843413" y="4197332"/>
                  </a:lnTo>
                  <a:lnTo>
                    <a:pt x="1843558" y="4197332"/>
                  </a:lnTo>
                  <a:lnTo>
                    <a:pt x="1843558" y="4196709"/>
                  </a:lnTo>
                  <a:lnTo>
                    <a:pt x="1843704" y="4196709"/>
                  </a:lnTo>
                  <a:lnTo>
                    <a:pt x="1843704" y="4196085"/>
                  </a:lnTo>
                  <a:lnTo>
                    <a:pt x="1843849" y="4196085"/>
                  </a:lnTo>
                  <a:lnTo>
                    <a:pt x="1843995" y="4196085"/>
                  </a:lnTo>
                  <a:lnTo>
                    <a:pt x="1844140" y="4196085"/>
                  </a:lnTo>
                  <a:lnTo>
                    <a:pt x="1844140" y="4195461"/>
                  </a:lnTo>
                  <a:lnTo>
                    <a:pt x="1844286" y="4195461"/>
                  </a:lnTo>
                  <a:lnTo>
                    <a:pt x="1844431" y="4195461"/>
                  </a:lnTo>
                  <a:lnTo>
                    <a:pt x="1844431" y="4194838"/>
                  </a:lnTo>
                  <a:lnTo>
                    <a:pt x="1844431" y="4194214"/>
                  </a:lnTo>
                  <a:lnTo>
                    <a:pt x="1844576" y="4194214"/>
                  </a:lnTo>
                  <a:lnTo>
                    <a:pt x="1844722" y="4194214"/>
                  </a:lnTo>
                  <a:lnTo>
                    <a:pt x="1844867" y="4194214"/>
                  </a:lnTo>
                  <a:lnTo>
                    <a:pt x="1845013" y="4194214"/>
                  </a:lnTo>
                  <a:lnTo>
                    <a:pt x="1845158" y="4194214"/>
                  </a:lnTo>
                  <a:lnTo>
                    <a:pt x="1845304" y="4194214"/>
                  </a:lnTo>
                  <a:lnTo>
                    <a:pt x="1845449" y="4194214"/>
                  </a:lnTo>
                  <a:lnTo>
                    <a:pt x="1845594" y="4194214"/>
                  </a:lnTo>
                  <a:lnTo>
                    <a:pt x="1845740" y="4194214"/>
                  </a:lnTo>
                  <a:lnTo>
                    <a:pt x="1845885" y="4194214"/>
                  </a:lnTo>
                  <a:lnTo>
                    <a:pt x="1846031" y="4194214"/>
                  </a:lnTo>
                  <a:lnTo>
                    <a:pt x="1846176" y="4194214"/>
                  </a:lnTo>
                  <a:lnTo>
                    <a:pt x="1846322" y="4194214"/>
                  </a:lnTo>
                  <a:lnTo>
                    <a:pt x="1846467" y="4194214"/>
                  </a:lnTo>
                  <a:lnTo>
                    <a:pt x="1846612" y="4194214"/>
                  </a:lnTo>
                  <a:lnTo>
                    <a:pt x="1846758" y="4194214"/>
                  </a:lnTo>
                  <a:lnTo>
                    <a:pt x="1846903" y="4194214"/>
                  </a:lnTo>
                  <a:lnTo>
                    <a:pt x="1847049" y="4194214"/>
                  </a:lnTo>
                  <a:lnTo>
                    <a:pt x="1847194" y="4194214"/>
                  </a:lnTo>
                  <a:lnTo>
                    <a:pt x="1847340" y="4194214"/>
                  </a:lnTo>
                  <a:lnTo>
                    <a:pt x="1847485" y="4194214"/>
                  </a:lnTo>
                  <a:lnTo>
                    <a:pt x="1847485" y="4193591"/>
                  </a:lnTo>
                  <a:lnTo>
                    <a:pt x="1847630" y="4193591"/>
                  </a:lnTo>
                  <a:lnTo>
                    <a:pt x="1847776" y="4193591"/>
                  </a:lnTo>
                  <a:lnTo>
                    <a:pt x="1847921" y="4193591"/>
                  </a:lnTo>
                  <a:lnTo>
                    <a:pt x="1848067" y="4193591"/>
                  </a:lnTo>
                  <a:lnTo>
                    <a:pt x="1848067" y="4192967"/>
                  </a:lnTo>
                  <a:lnTo>
                    <a:pt x="1848067" y="4192343"/>
                  </a:lnTo>
                  <a:lnTo>
                    <a:pt x="1848067" y="4191720"/>
                  </a:lnTo>
                  <a:lnTo>
                    <a:pt x="1848212" y="4191720"/>
                  </a:lnTo>
                  <a:lnTo>
                    <a:pt x="1848212" y="4191096"/>
                  </a:lnTo>
                  <a:lnTo>
                    <a:pt x="1848358" y="4191096"/>
                  </a:lnTo>
                  <a:lnTo>
                    <a:pt x="1848503" y="4191096"/>
                  </a:lnTo>
                  <a:lnTo>
                    <a:pt x="1848503" y="4190473"/>
                  </a:lnTo>
                  <a:lnTo>
                    <a:pt x="1848648" y="4190473"/>
                  </a:lnTo>
                  <a:lnTo>
                    <a:pt x="1848794" y="4190473"/>
                  </a:lnTo>
                  <a:lnTo>
                    <a:pt x="1848939" y="4190473"/>
                  </a:lnTo>
                  <a:lnTo>
                    <a:pt x="1849085" y="4190473"/>
                  </a:lnTo>
                  <a:lnTo>
                    <a:pt x="1849230" y="4190473"/>
                  </a:lnTo>
                  <a:lnTo>
                    <a:pt x="1849376" y="4190473"/>
                  </a:lnTo>
                  <a:lnTo>
                    <a:pt x="1849376" y="4189849"/>
                  </a:lnTo>
                  <a:lnTo>
                    <a:pt x="1849521" y="4189849"/>
                  </a:lnTo>
                  <a:lnTo>
                    <a:pt x="1849521" y="4189226"/>
                  </a:lnTo>
                  <a:lnTo>
                    <a:pt x="1849666" y="4189226"/>
                  </a:lnTo>
                  <a:lnTo>
                    <a:pt x="1849812" y="4189226"/>
                  </a:lnTo>
                  <a:lnTo>
                    <a:pt x="1849957" y="4189226"/>
                  </a:lnTo>
                  <a:lnTo>
                    <a:pt x="1850103" y="4189226"/>
                  </a:lnTo>
                  <a:lnTo>
                    <a:pt x="1850248" y="4189226"/>
                  </a:lnTo>
                  <a:lnTo>
                    <a:pt x="1850393" y="4189226"/>
                  </a:lnTo>
                  <a:lnTo>
                    <a:pt x="1850539" y="4189226"/>
                  </a:lnTo>
                  <a:lnTo>
                    <a:pt x="1850684" y="4189226"/>
                  </a:lnTo>
                  <a:lnTo>
                    <a:pt x="1850830" y="4189226"/>
                  </a:lnTo>
                  <a:lnTo>
                    <a:pt x="1850975" y="4189226"/>
                  </a:lnTo>
                  <a:lnTo>
                    <a:pt x="1851121" y="4189226"/>
                  </a:lnTo>
                  <a:lnTo>
                    <a:pt x="1851266" y="4189226"/>
                  </a:lnTo>
                  <a:lnTo>
                    <a:pt x="1851411" y="4189226"/>
                  </a:lnTo>
                  <a:lnTo>
                    <a:pt x="1851557" y="4189226"/>
                  </a:lnTo>
                  <a:lnTo>
                    <a:pt x="1851557" y="4188602"/>
                  </a:lnTo>
                  <a:lnTo>
                    <a:pt x="1851702" y="4188602"/>
                  </a:lnTo>
                  <a:lnTo>
                    <a:pt x="1851848" y="4188602"/>
                  </a:lnTo>
                  <a:lnTo>
                    <a:pt x="1851993" y="4188602"/>
                  </a:lnTo>
                  <a:lnTo>
                    <a:pt x="1851993" y="4187978"/>
                  </a:lnTo>
                  <a:lnTo>
                    <a:pt x="1851993" y="4187355"/>
                  </a:lnTo>
                  <a:lnTo>
                    <a:pt x="1852139" y="4187355"/>
                  </a:lnTo>
                  <a:lnTo>
                    <a:pt x="1852284" y="4187355"/>
                  </a:lnTo>
                  <a:lnTo>
                    <a:pt x="1852284" y="4186731"/>
                  </a:lnTo>
                  <a:lnTo>
                    <a:pt x="1852429" y="4186731"/>
                  </a:lnTo>
                  <a:lnTo>
                    <a:pt x="1852429" y="4186108"/>
                  </a:lnTo>
                  <a:lnTo>
                    <a:pt x="1852575" y="4186108"/>
                  </a:lnTo>
                  <a:lnTo>
                    <a:pt x="1852720" y="4186108"/>
                  </a:lnTo>
                  <a:lnTo>
                    <a:pt x="1852866" y="4186108"/>
                  </a:lnTo>
                  <a:lnTo>
                    <a:pt x="1853011" y="4186108"/>
                  </a:lnTo>
                  <a:lnTo>
                    <a:pt x="1853011" y="4185484"/>
                  </a:lnTo>
                  <a:lnTo>
                    <a:pt x="1853157" y="4185484"/>
                  </a:lnTo>
                  <a:lnTo>
                    <a:pt x="1853302" y="4185484"/>
                  </a:lnTo>
                  <a:lnTo>
                    <a:pt x="1853302" y="4184860"/>
                  </a:lnTo>
                  <a:lnTo>
                    <a:pt x="1853447" y="4184860"/>
                  </a:lnTo>
                  <a:lnTo>
                    <a:pt x="1853593" y="4184860"/>
                  </a:lnTo>
                  <a:lnTo>
                    <a:pt x="1853738" y="4184860"/>
                  </a:lnTo>
                  <a:lnTo>
                    <a:pt x="1853884" y="4184860"/>
                  </a:lnTo>
                  <a:lnTo>
                    <a:pt x="1854029" y="4184860"/>
                  </a:lnTo>
                  <a:lnTo>
                    <a:pt x="1854175" y="4184860"/>
                  </a:lnTo>
                  <a:lnTo>
                    <a:pt x="1854320" y="4184860"/>
                  </a:lnTo>
                  <a:lnTo>
                    <a:pt x="1854465" y="4184860"/>
                  </a:lnTo>
                  <a:lnTo>
                    <a:pt x="1854611" y="4184860"/>
                  </a:lnTo>
                  <a:lnTo>
                    <a:pt x="1854756" y="4184860"/>
                  </a:lnTo>
                  <a:lnTo>
                    <a:pt x="1854756" y="4184237"/>
                  </a:lnTo>
                  <a:lnTo>
                    <a:pt x="1854902" y="4184237"/>
                  </a:lnTo>
                  <a:lnTo>
                    <a:pt x="1855047" y="4184237"/>
                  </a:lnTo>
                  <a:lnTo>
                    <a:pt x="1855193" y="4184237"/>
                  </a:lnTo>
                  <a:lnTo>
                    <a:pt x="1855193" y="4183613"/>
                  </a:lnTo>
                  <a:lnTo>
                    <a:pt x="1855338" y="4183613"/>
                  </a:lnTo>
                  <a:lnTo>
                    <a:pt x="1855483" y="4183613"/>
                  </a:lnTo>
                  <a:lnTo>
                    <a:pt x="1855629" y="4183613"/>
                  </a:lnTo>
                  <a:lnTo>
                    <a:pt x="1855774" y="4183613"/>
                  </a:lnTo>
                  <a:lnTo>
                    <a:pt x="1855920" y="4183613"/>
                  </a:lnTo>
                  <a:lnTo>
                    <a:pt x="1856065" y="4183613"/>
                  </a:lnTo>
                  <a:lnTo>
                    <a:pt x="1856211" y="4183613"/>
                  </a:lnTo>
                  <a:lnTo>
                    <a:pt x="1856211" y="4182990"/>
                  </a:lnTo>
                  <a:lnTo>
                    <a:pt x="1856356" y="4182990"/>
                  </a:lnTo>
                  <a:lnTo>
                    <a:pt x="1856501" y="4182990"/>
                  </a:lnTo>
                  <a:lnTo>
                    <a:pt x="1856647" y="4182990"/>
                  </a:lnTo>
                  <a:lnTo>
                    <a:pt x="1856792" y="4182990"/>
                  </a:lnTo>
                  <a:lnTo>
                    <a:pt x="1856792" y="4182366"/>
                  </a:lnTo>
                  <a:lnTo>
                    <a:pt x="1856938" y="4182366"/>
                  </a:lnTo>
                  <a:lnTo>
                    <a:pt x="1857083" y="4182366"/>
                  </a:lnTo>
                  <a:lnTo>
                    <a:pt x="1857083" y="4181743"/>
                  </a:lnTo>
                  <a:lnTo>
                    <a:pt x="1857083" y="4181119"/>
                  </a:lnTo>
                  <a:lnTo>
                    <a:pt x="1857228" y="4181119"/>
                  </a:lnTo>
                  <a:lnTo>
                    <a:pt x="1857374" y="4181119"/>
                  </a:lnTo>
                  <a:lnTo>
                    <a:pt x="1857519" y="4181119"/>
                  </a:lnTo>
                  <a:lnTo>
                    <a:pt x="1857665" y="4181119"/>
                  </a:lnTo>
                  <a:lnTo>
                    <a:pt x="1857810" y="4181119"/>
                  </a:lnTo>
                  <a:lnTo>
                    <a:pt x="1857956" y="4181119"/>
                  </a:lnTo>
                  <a:lnTo>
                    <a:pt x="1858101" y="4181119"/>
                  </a:lnTo>
                  <a:lnTo>
                    <a:pt x="1858101" y="4180495"/>
                  </a:lnTo>
                  <a:lnTo>
                    <a:pt x="1858101" y="4179872"/>
                  </a:lnTo>
                  <a:lnTo>
                    <a:pt x="1858101" y="4179248"/>
                  </a:lnTo>
                  <a:lnTo>
                    <a:pt x="1858246" y="4179248"/>
                  </a:lnTo>
                  <a:lnTo>
                    <a:pt x="1858392" y="4179248"/>
                  </a:lnTo>
                  <a:lnTo>
                    <a:pt x="1858392" y="4178625"/>
                  </a:lnTo>
                  <a:lnTo>
                    <a:pt x="1858392" y="4178001"/>
                  </a:lnTo>
                  <a:lnTo>
                    <a:pt x="1858392" y="4177377"/>
                  </a:lnTo>
                  <a:lnTo>
                    <a:pt x="1858537" y="4177377"/>
                  </a:lnTo>
                  <a:lnTo>
                    <a:pt x="1858683" y="4177377"/>
                  </a:lnTo>
                  <a:lnTo>
                    <a:pt x="1858828" y="4177377"/>
                  </a:lnTo>
                  <a:lnTo>
                    <a:pt x="1858828" y="4176754"/>
                  </a:lnTo>
                  <a:lnTo>
                    <a:pt x="1858974" y="4176754"/>
                  </a:lnTo>
                  <a:lnTo>
                    <a:pt x="1859119" y="4176754"/>
                  </a:lnTo>
                  <a:lnTo>
                    <a:pt x="1859264" y="4176754"/>
                  </a:lnTo>
                  <a:lnTo>
                    <a:pt x="1859410" y="4176754"/>
                  </a:lnTo>
                  <a:lnTo>
                    <a:pt x="1859555" y="4176754"/>
                  </a:lnTo>
                  <a:lnTo>
                    <a:pt x="1859701" y="4176754"/>
                  </a:lnTo>
                  <a:lnTo>
                    <a:pt x="1859701" y="4176130"/>
                  </a:lnTo>
                  <a:lnTo>
                    <a:pt x="1859701" y="4175507"/>
                  </a:lnTo>
                  <a:lnTo>
                    <a:pt x="1859701" y="4174883"/>
                  </a:lnTo>
                  <a:lnTo>
                    <a:pt x="1859846" y="4174883"/>
                  </a:lnTo>
                  <a:lnTo>
                    <a:pt x="1859846" y="4174260"/>
                  </a:lnTo>
                  <a:lnTo>
                    <a:pt x="1859846" y="4173636"/>
                  </a:lnTo>
                  <a:lnTo>
                    <a:pt x="1859992" y="4173636"/>
                  </a:lnTo>
                  <a:lnTo>
                    <a:pt x="1860137" y="4173636"/>
                  </a:lnTo>
                  <a:lnTo>
                    <a:pt x="1860137" y="4173012"/>
                  </a:lnTo>
                  <a:lnTo>
                    <a:pt x="1860137" y="4172389"/>
                  </a:lnTo>
                  <a:lnTo>
                    <a:pt x="1860282" y="4172389"/>
                  </a:lnTo>
                  <a:lnTo>
                    <a:pt x="1860282" y="4171765"/>
                  </a:lnTo>
                  <a:lnTo>
                    <a:pt x="1860428" y="4171765"/>
                  </a:lnTo>
                  <a:lnTo>
                    <a:pt x="1860573" y="4171765"/>
                  </a:lnTo>
                  <a:lnTo>
                    <a:pt x="1860719" y="4171765"/>
                  </a:lnTo>
                  <a:lnTo>
                    <a:pt x="1860864" y="4171765"/>
                  </a:lnTo>
                  <a:lnTo>
                    <a:pt x="1860864" y="4171142"/>
                  </a:lnTo>
                  <a:lnTo>
                    <a:pt x="1861010" y="4171142"/>
                  </a:lnTo>
                  <a:lnTo>
                    <a:pt x="1861155" y="4171142"/>
                  </a:lnTo>
                  <a:lnTo>
                    <a:pt x="1861155" y="4170518"/>
                  </a:lnTo>
                  <a:lnTo>
                    <a:pt x="1861300" y="4170518"/>
                  </a:lnTo>
                  <a:lnTo>
                    <a:pt x="1861446" y="4170518"/>
                  </a:lnTo>
                  <a:lnTo>
                    <a:pt x="1861591" y="4170518"/>
                  </a:lnTo>
                  <a:lnTo>
                    <a:pt x="1861737" y="4170518"/>
                  </a:lnTo>
                  <a:lnTo>
                    <a:pt x="1861882" y="4170518"/>
                  </a:lnTo>
                  <a:lnTo>
                    <a:pt x="1862028" y="4170518"/>
                  </a:lnTo>
                  <a:lnTo>
                    <a:pt x="1862173" y="4170518"/>
                  </a:lnTo>
                  <a:lnTo>
                    <a:pt x="1862318" y="4170518"/>
                  </a:lnTo>
                  <a:lnTo>
                    <a:pt x="1862464" y="4170518"/>
                  </a:lnTo>
                  <a:lnTo>
                    <a:pt x="1862609" y="4170518"/>
                  </a:lnTo>
                  <a:lnTo>
                    <a:pt x="1862755" y="4170518"/>
                  </a:lnTo>
                  <a:lnTo>
                    <a:pt x="1862900" y="4170518"/>
                  </a:lnTo>
                  <a:lnTo>
                    <a:pt x="1863046" y="4170518"/>
                  </a:lnTo>
                  <a:lnTo>
                    <a:pt x="1863046" y="4169894"/>
                  </a:lnTo>
                  <a:lnTo>
                    <a:pt x="1863191" y="4169894"/>
                  </a:lnTo>
                  <a:lnTo>
                    <a:pt x="1863336" y="4169894"/>
                  </a:lnTo>
                  <a:lnTo>
                    <a:pt x="1863482" y="4169894"/>
                  </a:lnTo>
                  <a:lnTo>
                    <a:pt x="1863627" y="4169894"/>
                  </a:lnTo>
                  <a:lnTo>
                    <a:pt x="1863773" y="4169894"/>
                  </a:lnTo>
                  <a:lnTo>
                    <a:pt x="1863773" y="4169271"/>
                  </a:lnTo>
                  <a:lnTo>
                    <a:pt x="1863918" y="4169271"/>
                  </a:lnTo>
                  <a:lnTo>
                    <a:pt x="1864063" y="4169271"/>
                  </a:lnTo>
                  <a:lnTo>
                    <a:pt x="1864209" y="4169271"/>
                  </a:lnTo>
                  <a:lnTo>
                    <a:pt x="1864354" y="4169271"/>
                  </a:lnTo>
                  <a:lnTo>
                    <a:pt x="1864354" y="4168647"/>
                  </a:lnTo>
                  <a:lnTo>
                    <a:pt x="1864500" y="4168647"/>
                  </a:lnTo>
                  <a:lnTo>
                    <a:pt x="1864500" y="4168024"/>
                  </a:lnTo>
                  <a:lnTo>
                    <a:pt x="1864645" y="4168024"/>
                  </a:lnTo>
                  <a:lnTo>
                    <a:pt x="1864791" y="4168024"/>
                  </a:lnTo>
                  <a:lnTo>
                    <a:pt x="1864791" y="4167400"/>
                  </a:lnTo>
                  <a:lnTo>
                    <a:pt x="1864791" y="4166777"/>
                  </a:lnTo>
                  <a:lnTo>
                    <a:pt x="1864936" y="4166777"/>
                  </a:lnTo>
                  <a:lnTo>
                    <a:pt x="1865081" y="4166777"/>
                  </a:lnTo>
                  <a:lnTo>
                    <a:pt x="1865227" y="4166777"/>
                  </a:lnTo>
                  <a:lnTo>
                    <a:pt x="1865372" y="4166777"/>
                  </a:lnTo>
                  <a:lnTo>
                    <a:pt x="1865518" y="4166777"/>
                  </a:lnTo>
                  <a:lnTo>
                    <a:pt x="1865663" y="4166777"/>
                  </a:lnTo>
                  <a:lnTo>
                    <a:pt x="1865809" y="4166777"/>
                  </a:lnTo>
                  <a:lnTo>
                    <a:pt x="1865954" y="4166777"/>
                  </a:lnTo>
                  <a:lnTo>
                    <a:pt x="1866099" y="4166777"/>
                  </a:lnTo>
                  <a:lnTo>
                    <a:pt x="1866245" y="4166777"/>
                  </a:lnTo>
                  <a:lnTo>
                    <a:pt x="1866390" y="4166777"/>
                  </a:lnTo>
                  <a:lnTo>
                    <a:pt x="1866536" y="4166777"/>
                  </a:lnTo>
                  <a:lnTo>
                    <a:pt x="1866681" y="4166777"/>
                  </a:lnTo>
                  <a:lnTo>
                    <a:pt x="1866827" y="4166777"/>
                  </a:lnTo>
                  <a:lnTo>
                    <a:pt x="1866972" y="4166777"/>
                  </a:lnTo>
                  <a:lnTo>
                    <a:pt x="1867117" y="4166777"/>
                  </a:lnTo>
                  <a:lnTo>
                    <a:pt x="1867263" y="4166777"/>
                  </a:lnTo>
                  <a:lnTo>
                    <a:pt x="1867263" y="4166153"/>
                  </a:lnTo>
                  <a:lnTo>
                    <a:pt x="1867408" y="4166153"/>
                  </a:lnTo>
                  <a:lnTo>
                    <a:pt x="1867554" y="4166153"/>
                  </a:lnTo>
                  <a:lnTo>
                    <a:pt x="1867699" y="4166153"/>
                  </a:lnTo>
                  <a:lnTo>
                    <a:pt x="1867845" y="4166153"/>
                  </a:lnTo>
                  <a:lnTo>
                    <a:pt x="1867990" y="4166153"/>
                  </a:lnTo>
                  <a:lnTo>
                    <a:pt x="1867990" y="4165529"/>
                  </a:lnTo>
                  <a:lnTo>
                    <a:pt x="1868135" y="4165529"/>
                  </a:lnTo>
                  <a:lnTo>
                    <a:pt x="1868281" y="4165529"/>
                  </a:lnTo>
                  <a:lnTo>
                    <a:pt x="1868426" y="4165529"/>
                  </a:lnTo>
                  <a:lnTo>
                    <a:pt x="1868572" y="4165529"/>
                  </a:lnTo>
                  <a:lnTo>
                    <a:pt x="1868717" y="4165529"/>
                  </a:lnTo>
                  <a:lnTo>
                    <a:pt x="1868717" y="4164906"/>
                  </a:lnTo>
                  <a:lnTo>
                    <a:pt x="1868863" y="4164906"/>
                  </a:lnTo>
                  <a:lnTo>
                    <a:pt x="1869008" y="4164906"/>
                  </a:lnTo>
                  <a:lnTo>
                    <a:pt x="1869008" y="4164282"/>
                  </a:lnTo>
                  <a:lnTo>
                    <a:pt x="1869153" y="4164282"/>
                  </a:lnTo>
                  <a:lnTo>
                    <a:pt x="1869299" y="4164282"/>
                  </a:lnTo>
                  <a:lnTo>
                    <a:pt x="1869299" y="4163659"/>
                  </a:lnTo>
                  <a:lnTo>
                    <a:pt x="1869299" y="4163035"/>
                  </a:lnTo>
                  <a:lnTo>
                    <a:pt x="1869444" y="4163035"/>
                  </a:lnTo>
                  <a:lnTo>
                    <a:pt x="1869590" y="4163035"/>
                  </a:lnTo>
                  <a:lnTo>
                    <a:pt x="1869590" y="4162411"/>
                  </a:lnTo>
                  <a:lnTo>
                    <a:pt x="1869735" y="4162411"/>
                  </a:lnTo>
                  <a:lnTo>
                    <a:pt x="1869881" y="4162411"/>
                  </a:lnTo>
                  <a:lnTo>
                    <a:pt x="1870026" y="4162411"/>
                  </a:lnTo>
                  <a:lnTo>
                    <a:pt x="1870026" y="4161788"/>
                  </a:lnTo>
                  <a:lnTo>
                    <a:pt x="1870171" y="4161788"/>
                  </a:lnTo>
                  <a:lnTo>
                    <a:pt x="1870317" y="4161788"/>
                  </a:lnTo>
                  <a:lnTo>
                    <a:pt x="1870462" y="4161788"/>
                  </a:lnTo>
                  <a:lnTo>
                    <a:pt x="1870608" y="4161788"/>
                  </a:lnTo>
                  <a:lnTo>
                    <a:pt x="1870608" y="4161164"/>
                  </a:lnTo>
                  <a:lnTo>
                    <a:pt x="1870753" y="4161164"/>
                  </a:lnTo>
                  <a:lnTo>
                    <a:pt x="1870898" y="4161164"/>
                  </a:lnTo>
                  <a:lnTo>
                    <a:pt x="1870898" y="4160541"/>
                  </a:lnTo>
                  <a:lnTo>
                    <a:pt x="1871044" y="4160541"/>
                  </a:lnTo>
                  <a:lnTo>
                    <a:pt x="1871189" y="4160541"/>
                  </a:lnTo>
                  <a:lnTo>
                    <a:pt x="1871335" y="4160541"/>
                  </a:lnTo>
                  <a:lnTo>
                    <a:pt x="1871480" y="4160541"/>
                  </a:lnTo>
                  <a:lnTo>
                    <a:pt x="1871626" y="4160541"/>
                  </a:lnTo>
                  <a:lnTo>
                    <a:pt x="1871626" y="4159917"/>
                  </a:lnTo>
                  <a:lnTo>
                    <a:pt x="1871771" y="4159917"/>
                  </a:lnTo>
                  <a:lnTo>
                    <a:pt x="1871916" y="4159917"/>
                  </a:lnTo>
                  <a:lnTo>
                    <a:pt x="1872062" y="4159917"/>
                  </a:lnTo>
                  <a:lnTo>
                    <a:pt x="1872207" y="4159917"/>
                  </a:lnTo>
                  <a:lnTo>
                    <a:pt x="1872207" y="4159294"/>
                  </a:lnTo>
                  <a:lnTo>
                    <a:pt x="1872353" y="4159294"/>
                  </a:lnTo>
                  <a:lnTo>
                    <a:pt x="1872353" y="4158670"/>
                  </a:lnTo>
                  <a:lnTo>
                    <a:pt x="1872353" y="4158046"/>
                  </a:lnTo>
                  <a:lnTo>
                    <a:pt x="1872498" y="4158046"/>
                  </a:lnTo>
                  <a:lnTo>
                    <a:pt x="1872644" y="4158046"/>
                  </a:lnTo>
                  <a:lnTo>
                    <a:pt x="1872789" y="4158046"/>
                  </a:lnTo>
                  <a:lnTo>
                    <a:pt x="1872934" y="4158046"/>
                  </a:lnTo>
                  <a:lnTo>
                    <a:pt x="1873080" y="4158046"/>
                  </a:lnTo>
                  <a:lnTo>
                    <a:pt x="1873225" y="4158046"/>
                  </a:lnTo>
                  <a:lnTo>
                    <a:pt x="1873371" y="4158046"/>
                  </a:lnTo>
                  <a:lnTo>
                    <a:pt x="1873371" y="4157423"/>
                  </a:lnTo>
                  <a:lnTo>
                    <a:pt x="1873516" y="4157423"/>
                  </a:lnTo>
                  <a:lnTo>
                    <a:pt x="1873662" y="4157423"/>
                  </a:lnTo>
                  <a:lnTo>
                    <a:pt x="1873662" y="4156799"/>
                  </a:lnTo>
                  <a:lnTo>
                    <a:pt x="1873807" y="4156799"/>
                  </a:lnTo>
                  <a:lnTo>
                    <a:pt x="1873952" y="4156799"/>
                  </a:lnTo>
                  <a:lnTo>
                    <a:pt x="1874098" y="4156799"/>
                  </a:lnTo>
                  <a:lnTo>
                    <a:pt x="1874243" y="4156799"/>
                  </a:lnTo>
                  <a:lnTo>
                    <a:pt x="1874243" y="4156176"/>
                  </a:lnTo>
                  <a:lnTo>
                    <a:pt x="1874243" y="4155552"/>
                  </a:lnTo>
                  <a:lnTo>
                    <a:pt x="1874243" y="4154928"/>
                  </a:lnTo>
                  <a:lnTo>
                    <a:pt x="1874389" y="4154928"/>
                  </a:lnTo>
                  <a:lnTo>
                    <a:pt x="1874534" y="4154928"/>
                  </a:lnTo>
                  <a:lnTo>
                    <a:pt x="1874680" y="4154928"/>
                  </a:lnTo>
                  <a:lnTo>
                    <a:pt x="1874825" y="4154928"/>
                  </a:lnTo>
                  <a:lnTo>
                    <a:pt x="1874970" y="4154928"/>
                  </a:lnTo>
                  <a:lnTo>
                    <a:pt x="1874970" y="4154305"/>
                  </a:lnTo>
                  <a:lnTo>
                    <a:pt x="1875116" y="4154305"/>
                  </a:lnTo>
                  <a:lnTo>
                    <a:pt x="1875261" y="4154305"/>
                  </a:lnTo>
                  <a:lnTo>
                    <a:pt x="1875407" y="4154305"/>
                  </a:lnTo>
                  <a:lnTo>
                    <a:pt x="1875552" y="4154305"/>
                  </a:lnTo>
                  <a:lnTo>
                    <a:pt x="1875698" y="4154305"/>
                  </a:lnTo>
                  <a:lnTo>
                    <a:pt x="1875843" y="4154305"/>
                  </a:lnTo>
                  <a:lnTo>
                    <a:pt x="1875988" y="4154305"/>
                  </a:lnTo>
                  <a:lnTo>
                    <a:pt x="1876134" y="4154305"/>
                  </a:lnTo>
                  <a:lnTo>
                    <a:pt x="1876279" y="4154305"/>
                  </a:lnTo>
                  <a:lnTo>
                    <a:pt x="1876425" y="4154305"/>
                  </a:lnTo>
                  <a:lnTo>
                    <a:pt x="1876570" y="4154305"/>
                  </a:lnTo>
                  <a:lnTo>
                    <a:pt x="1876716" y="4154305"/>
                  </a:lnTo>
                  <a:lnTo>
                    <a:pt x="1876861" y="4154305"/>
                  </a:lnTo>
                  <a:lnTo>
                    <a:pt x="1876861" y="4153681"/>
                  </a:lnTo>
                  <a:lnTo>
                    <a:pt x="1876861" y="4153058"/>
                  </a:lnTo>
                  <a:lnTo>
                    <a:pt x="1877006" y="4153058"/>
                  </a:lnTo>
                  <a:lnTo>
                    <a:pt x="1877152" y="4153058"/>
                  </a:lnTo>
                  <a:lnTo>
                    <a:pt x="1877297" y="4153058"/>
                  </a:lnTo>
                  <a:lnTo>
                    <a:pt x="1877443" y="4153058"/>
                  </a:lnTo>
                  <a:lnTo>
                    <a:pt x="1877588" y="4153058"/>
                  </a:lnTo>
                  <a:lnTo>
                    <a:pt x="1877733" y="4153058"/>
                  </a:lnTo>
                  <a:lnTo>
                    <a:pt x="1877879" y="4153058"/>
                  </a:lnTo>
                  <a:lnTo>
                    <a:pt x="1877879" y="4152434"/>
                  </a:lnTo>
                  <a:lnTo>
                    <a:pt x="1878024" y="4152434"/>
                  </a:lnTo>
                  <a:lnTo>
                    <a:pt x="1878024" y="4151811"/>
                  </a:lnTo>
                  <a:lnTo>
                    <a:pt x="1878170" y="4151811"/>
                  </a:lnTo>
                  <a:lnTo>
                    <a:pt x="1878170" y="4151187"/>
                  </a:lnTo>
                  <a:lnTo>
                    <a:pt x="1878170" y="4150563"/>
                  </a:lnTo>
                  <a:lnTo>
                    <a:pt x="1878315" y="4150563"/>
                  </a:lnTo>
                  <a:lnTo>
                    <a:pt x="1878461" y="4150563"/>
                  </a:lnTo>
                  <a:lnTo>
                    <a:pt x="1878606" y="4150563"/>
                  </a:lnTo>
                  <a:lnTo>
                    <a:pt x="1878751" y="4150563"/>
                  </a:lnTo>
                  <a:lnTo>
                    <a:pt x="1878897" y="4150563"/>
                  </a:lnTo>
                  <a:lnTo>
                    <a:pt x="1879042" y="4150563"/>
                  </a:lnTo>
                  <a:lnTo>
                    <a:pt x="1879188" y="4150563"/>
                  </a:lnTo>
                  <a:lnTo>
                    <a:pt x="1879188" y="4149940"/>
                  </a:lnTo>
                  <a:lnTo>
                    <a:pt x="1879333" y="4149940"/>
                  </a:lnTo>
                  <a:lnTo>
                    <a:pt x="1879479" y="4149940"/>
                  </a:lnTo>
                  <a:lnTo>
                    <a:pt x="1879624" y="4149940"/>
                  </a:lnTo>
                  <a:lnTo>
                    <a:pt x="1879769" y="4149940"/>
                  </a:lnTo>
                  <a:lnTo>
                    <a:pt x="1879769" y="4149316"/>
                  </a:lnTo>
                  <a:lnTo>
                    <a:pt x="1879915" y="4149316"/>
                  </a:lnTo>
                  <a:lnTo>
                    <a:pt x="1880060" y="4149316"/>
                  </a:lnTo>
                  <a:lnTo>
                    <a:pt x="1880206" y="4149316"/>
                  </a:lnTo>
                  <a:lnTo>
                    <a:pt x="1880351" y="4149316"/>
                  </a:lnTo>
                  <a:lnTo>
                    <a:pt x="1880351" y="4148693"/>
                  </a:lnTo>
                  <a:lnTo>
                    <a:pt x="1880497" y="4148693"/>
                  </a:lnTo>
                  <a:lnTo>
                    <a:pt x="1880642" y="4148693"/>
                  </a:lnTo>
                  <a:lnTo>
                    <a:pt x="1880787" y="4148693"/>
                  </a:lnTo>
                  <a:lnTo>
                    <a:pt x="1880933" y="4148693"/>
                  </a:lnTo>
                  <a:lnTo>
                    <a:pt x="1880933" y="4148069"/>
                  </a:lnTo>
                  <a:lnTo>
                    <a:pt x="1880933" y="4147446"/>
                  </a:lnTo>
                  <a:lnTo>
                    <a:pt x="1881078" y="4147446"/>
                  </a:lnTo>
                  <a:lnTo>
                    <a:pt x="1881224" y="4147446"/>
                  </a:lnTo>
                  <a:lnTo>
                    <a:pt x="1881369" y="4147446"/>
                  </a:lnTo>
                  <a:lnTo>
                    <a:pt x="1881515" y="4147446"/>
                  </a:lnTo>
                  <a:lnTo>
                    <a:pt x="1881660" y="4147446"/>
                  </a:lnTo>
                  <a:lnTo>
                    <a:pt x="1881805" y="4147446"/>
                  </a:lnTo>
                  <a:lnTo>
                    <a:pt x="1881951" y="4147446"/>
                  </a:lnTo>
                  <a:lnTo>
                    <a:pt x="1882096" y="4147446"/>
                  </a:lnTo>
                  <a:lnTo>
                    <a:pt x="1882242" y="4147446"/>
                  </a:lnTo>
                  <a:lnTo>
                    <a:pt x="1882387" y="4147446"/>
                  </a:lnTo>
                  <a:lnTo>
                    <a:pt x="1882387" y="4146822"/>
                  </a:lnTo>
                  <a:lnTo>
                    <a:pt x="1882387" y="4146198"/>
                  </a:lnTo>
                  <a:lnTo>
                    <a:pt x="1882533" y="4146198"/>
                  </a:lnTo>
                  <a:lnTo>
                    <a:pt x="1882678" y="4146198"/>
                  </a:lnTo>
                  <a:lnTo>
                    <a:pt x="1882823" y="4146198"/>
                  </a:lnTo>
                  <a:lnTo>
                    <a:pt x="1882969" y="4146198"/>
                  </a:lnTo>
                  <a:lnTo>
                    <a:pt x="1883114" y="4146198"/>
                  </a:lnTo>
                  <a:lnTo>
                    <a:pt x="1883114" y="4145575"/>
                  </a:lnTo>
                  <a:lnTo>
                    <a:pt x="1883260" y="4145575"/>
                  </a:lnTo>
                  <a:lnTo>
                    <a:pt x="1883405" y="4145575"/>
                  </a:lnTo>
                  <a:lnTo>
                    <a:pt x="1883551" y="4145575"/>
                  </a:lnTo>
                  <a:lnTo>
                    <a:pt x="1883696" y="4145575"/>
                  </a:lnTo>
                  <a:lnTo>
                    <a:pt x="1883841" y="4145575"/>
                  </a:lnTo>
                  <a:lnTo>
                    <a:pt x="1883987" y="4145575"/>
                  </a:lnTo>
                  <a:lnTo>
                    <a:pt x="1883987" y="4144951"/>
                  </a:lnTo>
                  <a:lnTo>
                    <a:pt x="1883987" y="4144328"/>
                  </a:lnTo>
                  <a:lnTo>
                    <a:pt x="1884132" y="4144328"/>
                  </a:lnTo>
                  <a:lnTo>
                    <a:pt x="1884132" y="4143704"/>
                  </a:lnTo>
                  <a:lnTo>
                    <a:pt x="1884278" y="4143704"/>
                  </a:lnTo>
                  <a:lnTo>
                    <a:pt x="1884278" y="4143080"/>
                  </a:lnTo>
                  <a:lnTo>
                    <a:pt x="1884423" y="4143080"/>
                  </a:lnTo>
                  <a:lnTo>
                    <a:pt x="1884568" y="4143080"/>
                  </a:lnTo>
                  <a:lnTo>
                    <a:pt x="1884714" y="4143080"/>
                  </a:lnTo>
                  <a:lnTo>
                    <a:pt x="1884859" y="4143080"/>
                  </a:lnTo>
                  <a:lnTo>
                    <a:pt x="1885005" y="4143080"/>
                  </a:lnTo>
                  <a:lnTo>
                    <a:pt x="1885150" y="4143080"/>
                  </a:lnTo>
                  <a:lnTo>
                    <a:pt x="1885296" y="4143080"/>
                  </a:lnTo>
                  <a:lnTo>
                    <a:pt x="1885441" y="4143080"/>
                  </a:lnTo>
                  <a:lnTo>
                    <a:pt x="1885586" y="4143080"/>
                  </a:lnTo>
                  <a:lnTo>
                    <a:pt x="1885732" y="4143080"/>
                  </a:lnTo>
                  <a:lnTo>
                    <a:pt x="1885877" y="4143080"/>
                  </a:lnTo>
                  <a:lnTo>
                    <a:pt x="1886023" y="4143080"/>
                  </a:lnTo>
                  <a:lnTo>
                    <a:pt x="1886168" y="4143080"/>
                  </a:lnTo>
                  <a:lnTo>
                    <a:pt x="1886314" y="4143080"/>
                  </a:lnTo>
                  <a:lnTo>
                    <a:pt x="1886459" y="4143080"/>
                  </a:lnTo>
                  <a:lnTo>
                    <a:pt x="1886604" y="4143080"/>
                  </a:lnTo>
                  <a:lnTo>
                    <a:pt x="1886604" y="4142457"/>
                  </a:lnTo>
                  <a:lnTo>
                    <a:pt x="1886750" y="4142457"/>
                  </a:lnTo>
                  <a:lnTo>
                    <a:pt x="1886895" y="4142457"/>
                  </a:lnTo>
                  <a:lnTo>
                    <a:pt x="1887041" y="4142457"/>
                  </a:lnTo>
                  <a:lnTo>
                    <a:pt x="1887041" y="4141833"/>
                  </a:lnTo>
                  <a:lnTo>
                    <a:pt x="1887186" y="4141833"/>
                  </a:lnTo>
                  <a:lnTo>
                    <a:pt x="1887332" y="4141833"/>
                  </a:lnTo>
                  <a:lnTo>
                    <a:pt x="1887477" y="4141833"/>
                  </a:lnTo>
                  <a:lnTo>
                    <a:pt x="1887622" y="4141833"/>
                  </a:lnTo>
                  <a:lnTo>
                    <a:pt x="1887622" y="4141210"/>
                  </a:lnTo>
                  <a:lnTo>
                    <a:pt x="1887768" y="4141210"/>
                  </a:lnTo>
                  <a:lnTo>
                    <a:pt x="1887913" y="4141210"/>
                  </a:lnTo>
                  <a:lnTo>
                    <a:pt x="1888059" y="4141210"/>
                  </a:lnTo>
                  <a:lnTo>
                    <a:pt x="1888204" y="4141210"/>
                  </a:lnTo>
                  <a:lnTo>
                    <a:pt x="1888350" y="4141210"/>
                  </a:lnTo>
                  <a:lnTo>
                    <a:pt x="1888495" y="4141210"/>
                  </a:lnTo>
                  <a:lnTo>
                    <a:pt x="1888495" y="4140586"/>
                  </a:lnTo>
                  <a:lnTo>
                    <a:pt x="1888640" y="4140586"/>
                  </a:lnTo>
                  <a:lnTo>
                    <a:pt x="1888640" y="4139963"/>
                  </a:lnTo>
                  <a:lnTo>
                    <a:pt x="1888786" y="4139963"/>
                  </a:lnTo>
                  <a:lnTo>
                    <a:pt x="1888931" y="4139963"/>
                  </a:lnTo>
                  <a:lnTo>
                    <a:pt x="1888931" y="4139339"/>
                  </a:lnTo>
                  <a:lnTo>
                    <a:pt x="1888931" y="4138715"/>
                  </a:lnTo>
                  <a:lnTo>
                    <a:pt x="1889077" y="4138715"/>
                  </a:lnTo>
                  <a:lnTo>
                    <a:pt x="1889222" y="4138715"/>
                  </a:lnTo>
                  <a:lnTo>
                    <a:pt x="1889222" y="4138092"/>
                  </a:lnTo>
                  <a:lnTo>
                    <a:pt x="1889222" y="4137468"/>
                  </a:lnTo>
                  <a:lnTo>
                    <a:pt x="1889368" y="4137468"/>
                  </a:lnTo>
                  <a:lnTo>
                    <a:pt x="1889368" y="4136845"/>
                  </a:lnTo>
                  <a:lnTo>
                    <a:pt x="1889513" y="4136845"/>
                  </a:lnTo>
                  <a:lnTo>
                    <a:pt x="1889658" y="4136845"/>
                  </a:lnTo>
                  <a:lnTo>
                    <a:pt x="1889804" y="4136845"/>
                  </a:lnTo>
                  <a:lnTo>
                    <a:pt x="1889949" y="4136845"/>
                  </a:lnTo>
                  <a:lnTo>
                    <a:pt x="1890095" y="4136845"/>
                  </a:lnTo>
                  <a:lnTo>
                    <a:pt x="1890240" y="4136845"/>
                  </a:lnTo>
                  <a:lnTo>
                    <a:pt x="1890240" y="4136221"/>
                  </a:lnTo>
                  <a:lnTo>
                    <a:pt x="1890386" y="4136221"/>
                  </a:lnTo>
                  <a:lnTo>
                    <a:pt x="1890386" y="4135597"/>
                  </a:lnTo>
                  <a:lnTo>
                    <a:pt x="1890386" y="4134974"/>
                  </a:lnTo>
                  <a:lnTo>
                    <a:pt x="1890531" y="4134974"/>
                  </a:lnTo>
                  <a:lnTo>
                    <a:pt x="1890676" y="4134974"/>
                  </a:lnTo>
                  <a:lnTo>
                    <a:pt x="1890822" y="4134974"/>
                  </a:lnTo>
                  <a:lnTo>
                    <a:pt x="1890967" y="4134974"/>
                  </a:lnTo>
                  <a:lnTo>
                    <a:pt x="1890967" y="4134350"/>
                  </a:lnTo>
                  <a:lnTo>
                    <a:pt x="1891113" y="4134350"/>
                  </a:lnTo>
                  <a:lnTo>
                    <a:pt x="1891258" y="4134350"/>
                  </a:lnTo>
                  <a:lnTo>
                    <a:pt x="1891403" y="4134350"/>
                  </a:lnTo>
                  <a:lnTo>
                    <a:pt x="1891549" y="4134350"/>
                  </a:lnTo>
                  <a:lnTo>
                    <a:pt x="1891694" y="4134350"/>
                  </a:lnTo>
                  <a:lnTo>
                    <a:pt x="1891840" y="4134350"/>
                  </a:lnTo>
                  <a:lnTo>
                    <a:pt x="1891840" y="4133727"/>
                  </a:lnTo>
                  <a:lnTo>
                    <a:pt x="1891985" y="4133727"/>
                  </a:lnTo>
                  <a:lnTo>
                    <a:pt x="1892131" y="4133727"/>
                  </a:lnTo>
                  <a:lnTo>
                    <a:pt x="1892131" y="4133103"/>
                  </a:lnTo>
                  <a:lnTo>
                    <a:pt x="1892276" y="4133103"/>
                  </a:lnTo>
                  <a:lnTo>
                    <a:pt x="1892421" y="4133103"/>
                  </a:lnTo>
                  <a:lnTo>
                    <a:pt x="1892567" y="4133103"/>
                  </a:lnTo>
                  <a:lnTo>
                    <a:pt x="1892712" y="4133103"/>
                  </a:lnTo>
                  <a:lnTo>
                    <a:pt x="1892858" y="4133103"/>
                  </a:lnTo>
                  <a:lnTo>
                    <a:pt x="1893003" y="4133103"/>
                  </a:lnTo>
                  <a:lnTo>
                    <a:pt x="1893003" y="4132480"/>
                  </a:lnTo>
                  <a:lnTo>
                    <a:pt x="1893149" y="4132480"/>
                  </a:lnTo>
                  <a:lnTo>
                    <a:pt x="1893294" y="4132480"/>
                  </a:lnTo>
                  <a:lnTo>
                    <a:pt x="1893294" y="4131856"/>
                  </a:lnTo>
                  <a:lnTo>
                    <a:pt x="1893294" y="4131232"/>
                  </a:lnTo>
                  <a:lnTo>
                    <a:pt x="1893294" y="4130609"/>
                  </a:lnTo>
                  <a:lnTo>
                    <a:pt x="1893439" y="4130609"/>
                  </a:lnTo>
                  <a:lnTo>
                    <a:pt x="1893585" y="4130609"/>
                  </a:lnTo>
                  <a:lnTo>
                    <a:pt x="1893730" y="4130609"/>
                  </a:lnTo>
                  <a:lnTo>
                    <a:pt x="1893876" y="4130609"/>
                  </a:lnTo>
                  <a:lnTo>
                    <a:pt x="1893876" y="4129985"/>
                  </a:lnTo>
                  <a:lnTo>
                    <a:pt x="1893876" y="4129362"/>
                  </a:lnTo>
                  <a:lnTo>
                    <a:pt x="1894021" y="4129362"/>
                  </a:lnTo>
                  <a:lnTo>
                    <a:pt x="1894167" y="4129362"/>
                  </a:lnTo>
                  <a:lnTo>
                    <a:pt x="1894312" y="4129362"/>
                  </a:lnTo>
                  <a:lnTo>
                    <a:pt x="1894312" y="4128738"/>
                  </a:lnTo>
                  <a:lnTo>
                    <a:pt x="1894457" y="4128738"/>
                  </a:lnTo>
                  <a:lnTo>
                    <a:pt x="1894457" y="4128114"/>
                  </a:lnTo>
                  <a:lnTo>
                    <a:pt x="1894457" y="4127491"/>
                  </a:lnTo>
                  <a:lnTo>
                    <a:pt x="1894603" y="4127491"/>
                  </a:lnTo>
                  <a:lnTo>
                    <a:pt x="1894748" y="4127491"/>
                  </a:lnTo>
                  <a:lnTo>
                    <a:pt x="1894894" y="4127491"/>
                  </a:lnTo>
                  <a:lnTo>
                    <a:pt x="1895039" y="4127491"/>
                  </a:lnTo>
                  <a:lnTo>
                    <a:pt x="1895185" y="4127491"/>
                  </a:lnTo>
                  <a:lnTo>
                    <a:pt x="1895330" y="4127491"/>
                  </a:lnTo>
                  <a:lnTo>
                    <a:pt x="1895475" y="4127491"/>
                  </a:lnTo>
                  <a:lnTo>
                    <a:pt x="1895621" y="4127491"/>
                  </a:lnTo>
                  <a:lnTo>
                    <a:pt x="1895766" y="4127491"/>
                  </a:lnTo>
                  <a:lnTo>
                    <a:pt x="1895912" y="4127491"/>
                  </a:lnTo>
                  <a:lnTo>
                    <a:pt x="1896057" y="4127491"/>
                  </a:lnTo>
                  <a:lnTo>
                    <a:pt x="1896203" y="4127491"/>
                  </a:lnTo>
                  <a:lnTo>
                    <a:pt x="1896348" y="4127491"/>
                  </a:lnTo>
                  <a:lnTo>
                    <a:pt x="1896493" y="4127491"/>
                  </a:lnTo>
                  <a:lnTo>
                    <a:pt x="1896493" y="4126867"/>
                  </a:lnTo>
                  <a:lnTo>
                    <a:pt x="1896639" y="4126867"/>
                  </a:lnTo>
                  <a:lnTo>
                    <a:pt x="1896639" y="4126244"/>
                  </a:lnTo>
                  <a:lnTo>
                    <a:pt x="1896784" y="4126244"/>
                  </a:lnTo>
                  <a:lnTo>
                    <a:pt x="1896784" y="4125620"/>
                  </a:lnTo>
                  <a:lnTo>
                    <a:pt x="1896784" y="4124997"/>
                  </a:lnTo>
                  <a:lnTo>
                    <a:pt x="1896930" y="4124997"/>
                  </a:lnTo>
                  <a:lnTo>
                    <a:pt x="1897075" y="4124997"/>
                  </a:lnTo>
                  <a:lnTo>
                    <a:pt x="1897220" y="4124997"/>
                  </a:lnTo>
                  <a:lnTo>
                    <a:pt x="1897220" y="4124373"/>
                  </a:lnTo>
                  <a:lnTo>
                    <a:pt x="1897366" y="4124373"/>
                  </a:lnTo>
                  <a:lnTo>
                    <a:pt x="1897511" y="4124373"/>
                  </a:lnTo>
                  <a:lnTo>
                    <a:pt x="1897511" y="4123749"/>
                  </a:lnTo>
                  <a:lnTo>
                    <a:pt x="1897657" y="4123749"/>
                  </a:lnTo>
                  <a:lnTo>
                    <a:pt x="1897657" y="4123126"/>
                  </a:lnTo>
                  <a:lnTo>
                    <a:pt x="1897802" y="4123126"/>
                  </a:lnTo>
                  <a:lnTo>
                    <a:pt x="1897948" y="4123126"/>
                  </a:lnTo>
                  <a:lnTo>
                    <a:pt x="1898093" y="4123126"/>
                  </a:lnTo>
                  <a:lnTo>
                    <a:pt x="1898238" y="4123126"/>
                  </a:lnTo>
                  <a:lnTo>
                    <a:pt x="1898384" y="4123126"/>
                  </a:lnTo>
                  <a:lnTo>
                    <a:pt x="1898529" y="4123126"/>
                  </a:lnTo>
                  <a:lnTo>
                    <a:pt x="1898675" y="4123126"/>
                  </a:lnTo>
                  <a:lnTo>
                    <a:pt x="1898820" y="4123126"/>
                  </a:lnTo>
                  <a:lnTo>
                    <a:pt x="1898820" y="4122502"/>
                  </a:lnTo>
                  <a:lnTo>
                    <a:pt x="1898966" y="4122502"/>
                  </a:lnTo>
                  <a:lnTo>
                    <a:pt x="1899111" y="4122502"/>
                  </a:lnTo>
                  <a:lnTo>
                    <a:pt x="1899256" y="4122502"/>
                  </a:lnTo>
                  <a:lnTo>
                    <a:pt x="1899402" y="4122502"/>
                  </a:lnTo>
                  <a:lnTo>
                    <a:pt x="1899547" y="4122502"/>
                  </a:lnTo>
                  <a:lnTo>
                    <a:pt x="1899693" y="4122502"/>
                  </a:lnTo>
                  <a:lnTo>
                    <a:pt x="1899838" y="4122502"/>
                  </a:lnTo>
                  <a:lnTo>
                    <a:pt x="1899984" y="4122502"/>
                  </a:lnTo>
                  <a:lnTo>
                    <a:pt x="1900129" y="4122502"/>
                  </a:lnTo>
                  <a:lnTo>
                    <a:pt x="1900274" y="4122502"/>
                  </a:lnTo>
                  <a:lnTo>
                    <a:pt x="1900420" y="4122502"/>
                  </a:lnTo>
                  <a:lnTo>
                    <a:pt x="1900565" y="4122502"/>
                  </a:lnTo>
                  <a:lnTo>
                    <a:pt x="1900711" y="4122502"/>
                  </a:lnTo>
                  <a:lnTo>
                    <a:pt x="1900856" y="4122502"/>
                  </a:lnTo>
                  <a:lnTo>
                    <a:pt x="1901002" y="4122502"/>
                  </a:lnTo>
                  <a:lnTo>
                    <a:pt x="1901147" y="4122502"/>
                  </a:lnTo>
                  <a:lnTo>
                    <a:pt x="1901292" y="4122502"/>
                  </a:lnTo>
                  <a:lnTo>
                    <a:pt x="1901438" y="4122502"/>
                  </a:lnTo>
                  <a:lnTo>
                    <a:pt x="1901583" y="4122502"/>
                  </a:lnTo>
                  <a:lnTo>
                    <a:pt x="1901583" y="4121879"/>
                  </a:lnTo>
                  <a:lnTo>
                    <a:pt x="1901729" y="4121879"/>
                  </a:lnTo>
                  <a:lnTo>
                    <a:pt x="1901874" y="4121879"/>
                  </a:lnTo>
                  <a:lnTo>
                    <a:pt x="1902020" y="4121879"/>
                  </a:lnTo>
                  <a:lnTo>
                    <a:pt x="1902020" y="4121255"/>
                  </a:lnTo>
                  <a:lnTo>
                    <a:pt x="1902165" y="4121255"/>
                  </a:lnTo>
                  <a:lnTo>
                    <a:pt x="1902310" y="4121255"/>
                  </a:lnTo>
                  <a:lnTo>
                    <a:pt x="1902456" y="4121255"/>
                  </a:lnTo>
                  <a:lnTo>
                    <a:pt x="1902456" y="4120631"/>
                  </a:lnTo>
                  <a:lnTo>
                    <a:pt x="1902456" y="4120008"/>
                  </a:lnTo>
                  <a:lnTo>
                    <a:pt x="1902601" y="4120008"/>
                  </a:lnTo>
                  <a:lnTo>
                    <a:pt x="1902747" y="4120008"/>
                  </a:lnTo>
                  <a:lnTo>
                    <a:pt x="1902747" y="4119384"/>
                  </a:lnTo>
                  <a:lnTo>
                    <a:pt x="1902892" y="4119384"/>
                  </a:lnTo>
                  <a:lnTo>
                    <a:pt x="1903038" y="4119384"/>
                  </a:lnTo>
                  <a:lnTo>
                    <a:pt x="1903183" y="4119384"/>
                  </a:lnTo>
                  <a:lnTo>
                    <a:pt x="1903328" y="4119384"/>
                  </a:lnTo>
                  <a:lnTo>
                    <a:pt x="1903474" y="4119384"/>
                  </a:lnTo>
                  <a:lnTo>
                    <a:pt x="1903619" y="4119384"/>
                  </a:lnTo>
                  <a:lnTo>
                    <a:pt x="1903765" y="4119384"/>
                  </a:lnTo>
                  <a:lnTo>
                    <a:pt x="1903910" y="4119384"/>
                  </a:lnTo>
                  <a:lnTo>
                    <a:pt x="1904055" y="4119384"/>
                  </a:lnTo>
                  <a:lnTo>
                    <a:pt x="1904201" y="4119384"/>
                  </a:lnTo>
                  <a:lnTo>
                    <a:pt x="1904201" y="4118761"/>
                  </a:lnTo>
                  <a:lnTo>
                    <a:pt x="1904346" y="4118761"/>
                  </a:lnTo>
                  <a:lnTo>
                    <a:pt x="1904492" y="4118761"/>
                  </a:lnTo>
                  <a:lnTo>
                    <a:pt x="1904492" y="4118137"/>
                  </a:lnTo>
                  <a:lnTo>
                    <a:pt x="1904637" y="4118137"/>
                  </a:lnTo>
                  <a:lnTo>
                    <a:pt x="1904783" y="4118137"/>
                  </a:lnTo>
                  <a:lnTo>
                    <a:pt x="1904783" y="4117514"/>
                  </a:lnTo>
                  <a:lnTo>
                    <a:pt x="1904928" y="4117514"/>
                  </a:lnTo>
                  <a:lnTo>
                    <a:pt x="1905073" y="4117514"/>
                  </a:lnTo>
                  <a:lnTo>
                    <a:pt x="1905219" y="4117514"/>
                  </a:lnTo>
                  <a:lnTo>
                    <a:pt x="1905364" y="4117514"/>
                  </a:lnTo>
                  <a:lnTo>
                    <a:pt x="1905364" y="4116890"/>
                  </a:lnTo>
                  <a:lnTo>
                    <a:pt x="1905510" y="4116890"/>
                  </a:lnTo>
                  <a:lnTo>
                    <a:pt x="1905655" y="4116890"/>
                  </a:lnTo>
                  <a:lnTo>
                    <a:pt x="1905801" y="4116890"/>
                  </a:lnTo>
                  <a:lnTo>
                    <a:pt x="1905946" y="4116890"/>
                  </a:lnTo>
                  <a:lnTo>
                    <a:pt x="1906091" y="4116890"/>
                  </a:lnTo>
                  <a:lnTo>
                    <a:pt x="1906237" y="4116890"/>
                  </a:lnTo>
                  <a:lnTo>
                    <a:pt x="1906382" y="4116890"/>
                  </a:lnTo>
                  <a:lnTo>
                    <a:pt x="1906528" y="4116890"/>
                  </a:lnTo>
                  <a:lnTo>
                    <a:pt x="1906673" y="4116890"/>
                  </a:lnTo>
                  <a:lnTo>
                    <a:pt x="1906819" y="4116890"/>
                  </a:lnTo>
                  <a:lnTo>
                    <a:pt x="1906819" y="4116266"/>
                  </a:lnTo>
                  <a:lnTo>
                    <a:pt x="1906964" y="4116266"/>
                  </a:lnTo>
                  <a:lnTo>
                    <a:pt x="1907109" y="4116266"/>
                  </a:lnTo>
                  <a:lnTo>
                    <a:pt x="1907255" y="4116266"/>
                  </a:lnTo>
                  <a:lnTo>
                    <a:pt x="1907400" y="4116266"/>
                  </a:lnTo>
                  <a:lnTo>
                    <a:pt x="1907546" y="4116266"/>
                  </a:lnTo>
                  <a:lnTo>
                    <a:pt x="1907691" y="4116266"/>
                  </a:lnTo>
                  <a:lnTo>
                    <a:pt x="1907837" y="4116266"/>
                  </a:lnTo>
                  <a:lnTo>
                    <a:pt x="1907837" y="4115643"/>
                  </a:lnTo>
                  <a:lnTo>
                    <a:pt x="1907982" y="4115643"/>
                  </a:lnTo>
                  <a:lnTo>
                    <a:pt x="1908127" y="4115643"/>
                  </a:lnTo>
                  <a:lnTo>
                    <a:pt x="1908273" y="4115643"/>
                  </a:lnTo>
                  <a:lnTo>
                    <a:pt x="1908418" y="4115643"/>
                  </a:lnTo>
                  <a:lnTo>
                    <a:pt x="1908564" y="4115643"/>
                  </a:lnTo>
                  <a:lnTo>
                    <a:pt x="1908709" y="4115643"/>
                  </a:lnTo>
                  <a:lnTo>
                    <a:pt x="1908709" y="4115019"/>
                  </a:lnTo>
                  <a:lnTo>
                    <a:pt x="1908855" y="4115019"/>
                  </a:lnTo>
                  <a:lnTo>
                    <a:pt x="1909000" y="4115019"/>
                  </a:lnTo>
                  <a:lnTo>
                    <a:pt x="1909145" y="4115019"/>
                  </a:lnTo>
                  <a:lnTo>
                    <a:pt x="1909291" y="4115019"/>
                  </a:lnTo>
                  <a:lnTo>
                    <a:pt x="1909291" y="4114396"/>
                  </a:lnTo>
                  <a:lnTo>
                    <a:pt x="1909436" y="4114396"/>
                  </a:lnTo>
                  <a:lnTo>
                    <a:pt x="1909582" y="4114396"/>
                  </a:lnTo>
                  <a:lnTo>
                    <a:pt x="1909727" y="4114396"/>
                  </a:lnTo>
                  <a:lnTo>
                    <a:pt x="1909873" y="4114396"/>
                  </a:lnTo>
                  <a:lnTo>
                    <a:pt x="1910018" y="4114396"/>
                  </a:lnTo>
                  <a:lnTo>
                    <a:pt x="1910163" y="4114396"/>
                  </a:lnTo>
                  <a:lnTo>
                    <a:pt x="1910309" y="4114396"/>
                  </a:lnTo>
                  <a:lnTo>
                    <a:pt x="1910309" y="4113772"/>
                  </a:lnTo>
                  <a:lnTo>
                    <a:pt x="1910454" y="4113772"/>
                  </a:lnTo>
                  <a:lnTo>
                    <a:pt x="1910600" y="4113772"/>
                  </a:lnTo>
                  <a:lnTo>
                    <a:pt x="1910745" y="4113772"/>
                  </a:lnTo>
                  <a:lnTo>
                    <a:pt x="1910890" y="4113772"/>
                  </a:lnTo>
                  <a:lnTo>
                    <a:pt x="1911036" y="4113772"/>
                  </a:lnTo>
                  <a:lnTo>
                    <a:pt x="1911036" y="4113148"/>
                  </a:lnTo>
                  <a:lnTo>
                    <a:pt x="1911036" y="4112525"/>
                  </a:lnTo>
                  <a:lnTo>
                    <a:pt x="1911181" y="4112525"/>
                  </a:lnTo>
                  <a:lnTo>
                    <a:pt x="1911327" y="4112525"/>
                  </a:lnTo>
                  <a:lnTo>
                    <a:pt x="1911327" y="4111901"/>
                  </a:lnTo>
                  <a:lnTo>
                    <a:pt x="1911472" y="4111901"/>
                  </a:lnTo>
                  <a:lnTo>
                    <a:pt x="1911618" y="4111901"/>
                  </a:lnTo>
                  <a:lnTo>
                    <a:pt x="1911763" y="4111901"/>
                  </a:lnTo>
                  <a:lnTo>
                    <a:pt x="1911908" y="4111901"/>
                  </a:lnTo>
                  <a:lnTo>
                    <a:pt x="1912054" y="4111901"/>
                  </a:lnTo>
                  <a:lnTo>
                    <a:pt x="1912199" y="4111901"/>
                  </a:lnTo>
                  <a:lnTo>
                    <a:pt x="1912345" y="4111901"/>
                  </a:lnTo>
                  <a:lnTo>
                    <a:pt x="1912490" y="4111901"/>
                  </a:lnTo>
                  <a:lnTo>
                    <a:pt x="1912636" y="4111901"/>
                  </a:lnTo>
                  <a:lnTo>
                    <a:pt x="1912781" y="4111901"/>
                  </a:lnTo>
                  <a:lnTo>
                    <a:pt x="1912926" y="4111901"/>
                  </a:lnTo>
                  <a:lnTo>
                    <a:pt x="1912926" y="4111278"/>
                  </a:lnTo>
                  <a:lnTo>
                    <a:pt x="1913072" y="4111278"/>
                  </a:lnTo>
                  <a:lnTo>
                    <a:pt x="1913217" y="4111278"/>
                  </a:lnTo>
                  <a:lnTo>
                    <a:pt x="1913217" y="4110654"/>
                  </a:lnTo>
                  <a:lnTo>
                    <a:pt x="1913363" y="4110654"/>
                  </a:lnTo>
                  <a:lnTo>
                    <a:pt x="1913508" y="4110654"/>
                  </a:lnTo>
                  <a:lnTo>
                    <a:pt x="1913508" y="4110031"/>
                  </a:lnTo>
                  <a:lnTo>
                    <a:pt x="1913654" y="4110031"/>
                  </a:lnTo>
                  <a:lnTo>
                    <a:pt x="1913654" y="4109407"/>
                  </a:lnTo>
                  <a:lnTo>
                    <a:pt x="1913799" y="4109407"/>
                  </a:lnTo>
                  <a:lnTo>
                    <a:pt x="1913944" y="4109407"/>
                  </a:lnTo>
                  <a:lnTo>
                    <a:pt x="1913944" y="4108783"/>
                  </a:lnTo>
                  <a:lnTo>
                    <a:pt x="1913944" y="4108160"/>
                  </a:lnTo>
                  <a:lnTo>
                    <a:pt x="1914090" y="4108160"/>
                  </a:lnTo>
                  <a:lnTo>
                    <a:pt x="1914235" y="4108160"/>
                  </a:lnTo>
                  <a:lnTo>
                    <a:pt x="1914381" y="4108160"/>
                  </a:lnTo>
                  <a:lnTo>
                    <a:pt x="1914381" y="4107536"/>
                  </a:lnTo>
                  <a:lnTo>
                    <a:pt x="1914526" y="4107536"/>
                  </a:lnTo>
                  <a:lnTo>
                    <a:pt x="1914672" y="4107536"/>
                  </a:lnTo>
                  <a:lnTo>
                    <a:pt x="1914672" y="4106913"/>
                  </a:lnTo>
                  <a:lnTo>
                    <a:pt x="1914817" y="4106913"/>
                  </a:lnTo>
                  <a:lnTo>
                    <a:pt x="1914962" y="4106913"/>
                  </a:lnTo>
                  <a:lnTo>
                    <a:pt x="1915108" y="4106913"/>
                  </a:lnTo>
                  <a:lnTo>
                    <a:pt x="1915253" y="4106913"/>
                  </a:lnTo>
                  <a:lnTo>
                    <a:pt x="1915399" y="4106913"/>
                  </a:lnTo>
                  <a:lnTo>
                    <a:pt x="1915544" y="4106913"/>
                  </a:lnTo>
                  <a:lnTo>
                    <a:pt x="1915690" y="4106913"/>
                  </a:lnTo>
                  <a:lnTo>
                    <a:pt x="1915835" y="4106913"/>
                  </a:lnTo>
                  <a:lnTo>
                    <a:pt x="1915980" y="4106913"/>
                  </a:lnTo>
                  <a:lnTo>
                    <a:pt x="1915980" y="4106289"/>
                  </a:lnTo>
                  <a:lnTo>
                    <a:pt x="1916126" y="4106289"/>
                  </a:lnTo>
                  <a:lnTo>
                    <a:pt x="1916271" y="4106289"/>
                  </a:lnTo>
                  <a:lnTo>
                    <a:pt x="1916417" y="4106289"/>
                  </a:lnTo>
                  <a:lnTo>
                    <a:pt x="1916562" y="4106289"/>
                  </a:lnTo>
                  <a:lnTo>
                    <a:pt x="1916708" y="4106289"/>
                  </a:lnTo>
                  <a:lnTo>
                    <a:pt x="1916853" y="4106289"/>
                  </a:lnTo>
                  <a:lnTo>
                    <a:pt x="1916998" y="4106289"/>
                  </a:lnTo>
                  <a:lnTo>
                    <a:pt x="1917144" y="4106289"/>
                  </a:lnTo>
                  <a:lnTo>
                    <a:pt x="1917289" y="4106289"/>
                  </a:lnTo>
                  <a:lnTo>
                    <a:pt x="1917435" y="4106289"/>
                  </a:lnTo>
                  <a:lnTo>
                    <a:pt x="1917580" y="4106289"/>
                  </a:lnTo>
                  <a:lnTo>
                    <a:pt x="1917725" y="4106289"/>
                  </a:lnTo>
                  <a:lnTo>
                    <a:pt x="1917725" y="4105665"/>
                  </a:lnTo>
                  <a:lnTo>
                    <a:pt x="1917725" y="4105042"/>
                  </a:lnTo>
                  <a:lnTo>
                    <a:pt x="1917871" y="4105042"/>
                  </a:lnTo>
                  <a:lnTo>
                    <a:pt x="1918016" y="4105042"/>
                  </a:lnTo>
                  <a:lnTo>
                    <a:pt x="1918162" y="4105042"/>
                  </a:lnTo>
                  <a:lnTo>
                    <a:pt x="1918162" y="4104418"/>
                  </a:lnTo>
                  <a:lnTo>
                    <a:pt x="1918307" y="4104418"/>
                  </a:lnTo>
                  <a:lnTo>
                    <a:pt x="1918453" y="4104418"/>
                  </a:lnTo>
                  <a:lnTo>
                    <a:pt x="1918598" y="4104418"/>
                  </a:lnTo>
                  <a:lnTo>
                    <a:pt x="1918743" y="4104418"/>
                  </a:lnTo>
                  <a:lnTo>
                    <a:pt x="1918889" y="4104418"/>
                  </a:lnTo>
                  <a:lnTo>
                    <a:pt x="1919034" y="4104418"/>
                  </a:lnTo>
                  <a:lnTo>
                    <a:pt x="1919180" y="4104418"/>
                  </a:lnTo>
                  <a:lnTo>
                    <a:pt x="1919325" y="4104418"/>
                  </a:lnTo>
                  <a:lnTo>
                    <a:pt x="1919471" y="4104418"/>
                  </a:lnTo>
                  <a:lnTo>
                    <a:pt x="1919616" y="4104418"/>
                  </a:lnTo>
                  <a:lnTo>
                    <a:pt x="1919761" y="4104418"/>
                  </a:lnTo>
                  <a:lnTo>
                    <a:pt x="1919761" y="4103795"/>
                  </a:lnTo>
                  <a:lnTo>
                    <a:pt x="1919907" y="4103795"/>
                  </a:lnTo>
                  <a:lnTo>
                    <a:pt x="1920052" y="4103795"/>
                  </a:lnTo>
                  <a:lnTo>
                    <a:pt x="1920198" y="4103795"/>
                  </a:lnTo>
                  <a:lnTo>
                    <a:pt x="1920343" y="4103795"/>
                  </a:lnTo>
                  <a:lnTo>
                    <a:pt x="1920343" y="4103171"/>
                  </a:lnTo>
                  <a:lnTo>
                    <a:pt x="1920343" y="4102548"/>
                  </a:lnTo>
                  <a:lnTo>
                    <a:pt x="1920343" y="4101924"/>
                  </a:lnTo>
                  <a:lnTo>
                    <a:pt x="1920489" y="4101924"/>
                  </a:lnTo>
                  <a:lnTo>
                    <a:pt x="1920489" y="4101300"/>
                  </a:lnTo>
                  <a:lnTo>
                    <a:pt x="1920634" y="4101300"/>
                  </a:lnTo>
                  <a:lnTo>
                    <a:pt x="1920779" y="4101300"/>
                  </a:lnTo>
                  <a:lnTo>
                    <a:pt x="1920925" y="4101300"/>
                  </a:lnTo>
                  <a:lnTo>
                    <a:pt x="1921070" y="4101300"/>
                  </a:lnTo>
                  <a:lnTo>
                    <a:pt x="1921216" y="4101300"/>
                  </a:lnTo>
                  <a:lnTo>
                    <a:pt x="1921216" y="4100677"/>
                  </a:lnTo>
                  <a:lnTo>
                    <a:pt x="1921361" y="4100677"/>
                  </a:lnTo>
                  <a:lnTo>
                    <a:pt x="1921507" y="4100677"/>
                  </a:lnTo>
                  <a:lnTo>
                    <a:pt x="1921652" y="4100677"/>
                  </a:lnTo>
                  <a:lnTo>
                    <a:pt x="1921797" y="4100677"/>
                  </a:lnTo>
                  <a:lnTo>
                    <a:pt x="1921943" y="4100677"/>
                  </a:lnTo>
                  <a:lnTo>
                    <a:pt x="1922088" y="4100677"/>
                  </a:lnTo>
                  <a:lnTo>
                    <a:pt x="1922234" y="4100677"/>
                  </a:lnTo>
                  <a:lnTo>
                    <a:pt x="1922379" y="4100677"/>
                  </a:lnTo>
                  <a:lnTo>
                    <a:pt x="1922525" y="4100677"/>
                  </a:lnTo>
                  <a:lnTo>
                    <a:pt x="1922670" y="4100677"/>
                  </a:lnTo>
                  <a:lnTo>
                    <a:pt x="1922815" y="4100677"/>
                  </a:lnTo>
                  <a:lnTo>
                    <a:pt x="1922961" y="4100677"/>
                  </a:lnTo>
                  <a:lnTo>
                    <a:pt x="1923106" y="4100677"/>
                  </a:lnTo>
                  <a:lnTo>
                    <a:pt x="1923252" y="4100677"/>
                  </a:lnTo>
                  <a:lnTo>
                    <a:pt x="1923397" y="4100677"/>
                  </a:lnTo>
                  <a:lnTo>
                    <a:pt x="1923543" y="4100677"/>
                  </a:lnTo>
                  <a:lnTo>
                    <a:pt x="1923688" y="4100677"/>
                  </a:lnTo>
                  <a:lnTo>
                    <a:pt x="1923833" y="4100677"/>
                  </a:lnTo>
                  <a:lnTo>
                    <a:pt x="1923833" y="4100053"/>
                  </a:lnTo>
                  <a:lnTo>
                    <a:pt x="1923979" y="4100053"/>
                  </a:lnTo>
                  <a:lnTo>
                    <a:pt x="1924124" y="4100053"/>
                  </a:lnTo>
                  <a:lnTo>
                    <a:pt x="1924124" y="4099430"/>
                  </a:lnTo>
                  <a:lnTo>
                    <a:pt x="1924270" y="4099430"/>
                  </a:lnTo>
                  <a:lnTo>
                    <a:pt x="1924415" y="4099430"/>
                  </a:lnTo>
                  <a:lnTo>
                    <a:pt x="1924415" y="4098806"/>
                  </a:lnTo>
                  <a:lnTo>
                    <a:pt x="1924560" y="4098806"/>
                  </a:lnTo>
                  <a:lnTo>
                    <a:pt x="1924706" y="4098806"/>
                  </a:lnTo>
                  <a:lnTo>
                    <a:pt x="1924706" y="4098183"/>
                  </a:lnTo>
                  <a:lnTo>
                    <a:pt x="1924851" y="4098183"/>
                  </a:lnTo>
                  <a:lnTo>
                    <a:pt x="1924997" y="4098183"/>
                  </a:lnTo>
                  <a:lnTo>
                    <a:pt x="1924997" y="4097559"/>
                  </a:lnTo>
                  <a:lnTo>
                    <a:pt x="1925142" y="4097559"/>
                  </a:lnTo>
                  <a:lnTo>
                    <a:pt x="1925288" y="4097559"/>
                  </a:lnTo>
                  <a:lnTo>
                    <a:pt x="1925433" y="4097559"/>
                  </a:lnTo>
                  <a:lnTo>
                    <a:pt x="1925578" y="4097559"/>
                  </a:lnTo>
                  <a:lnTo>
                    <a:pt x="1925578" y="4096935"/>
                  </a:lnTo>
                  <a:lnTo>
                    <a:pt x="1925724" y="4096935"/>
                  </a:lnTo>
                  <a:lnTo>
                    <a:pt x="1925869" y="4096935"/>
                  </a:lnTo>
                  <a:lnTo>
                    <a:pt x="1926015" y="4096935"/>
                  </a:lnTo>
                  <a:lnTo>
                    <a:pt x="1926160" y="4096935"/>
                  </a:lnTo>
                  <a:lnTo>
                    <a:pt x="1926306" y="4096935"/>
                  </a:lnTo>
                  <a:lnTo>
                    <a:pt x="1926306" y="4096312"/>
                  </a:lnTo>
                  <a:lnTo>
                    <a:pt x="1926451" y="4096312"/>
                  </a:lnTo>
                  <a:lnTo>
                    <a:pt x="1926596" y="4096312"/>
                  </a:lnTo>
                  <a:lnTo>
                    <a:pt x="1926742" y="4096312"/>
                  </a:lnTo>
                  <a:lnTo>
                    <a:pt x="1926887" y="4096312"/>
                  </a:lnTo>
                  <a:lnTo>
                    <a:pt x="1926887" y="4095688"/>
                  </a:lnTo>
                  <a:lnTo>
                    <a:pt x="1927033" y="4095688"/>
                  </a:lnTo>
                  <a:lnTo>
                    <a:pt x="1927178" y="4095688"/>
                  </a:lnTo>
                  <a:lnTo>
                    <a:pt x="1927324" y="4095688"/>
                  </a:lnTo>
                  <a:lnTo>
                    <a:pt x="1927324" y="4095065"/>
                  </a:lnTo>
                  <a:lnTo>
                    <a:pt x="1927469" y="4095065"/>
                  </a:lnTo>
                  <a:lnTo>
                    <a:pt x="1927614" y="4095065"/>
                  </a:lnTo>
                  <a:lnTo>
                    <a:pt x="1927760" y="4095065"/>
                  </a:lnTo>
                  <a:lnTo>
                    <a:pt x="1927905" y="4095065"/>
                  </a:lnTo>
                  <a:lnTo>
                    <a:pt x="1928051" y="4095065"/>
                  </a:lnTo>
                  <a:lnTo>
                    <a:pt x="1928196" y="4095065"/>
                  </a:lnTo>
                  <a:lnTo>
                    <a:pt x="1928342" y="4095065"/>
                  </a:lnTo>
                  <a:lnTo>
                    <a:pt x="1928487" y="4095065"/>
                  </a:lnTo>
                  <a:lnTo>
                    <a:pt x="1928632" y="4095065"/>
                  </a:lnTo>
                  <a:lnTo>
                    <a:pt x="1928778" y="4095065"/>
                  </a:lnTo>
                  <a:lnTo>
                    <a:pt x="1928923" y="4095065"/>
                  </a:lnTo>
                  <a:lnTo>
                    <a:pt x="1929069" y="4095065"/>
                  </a:lnTo>
                  <a:lnTo>
                    <a:pt x="1929214" y="4095065"/>
                  </a:lnTo>
                  <a:lnTo>
                    <a:pt x="1929214" y="4094441"/>
                  </a:lnTo>
                  <a:lnTo>
                    <a:pt x="1929360" y="4094441"/>
                  </a:lnTo>
                  <a:lnTo>
                    <a:pt x="1929505" y="4094441"/>
                  </a:lnTo>
                  <a:lnTo>
                    <a:pt x="1929650" y="4094441"/>
                  </a:lnTo>
                  <a:lnTo>
                    <a:pt x="1929796" y="4094441"/>
                  </a:lnTo>
                  <a:lnTo>
                    <a:pt x="1929941" y="4094441"/>
                  </a:lnTo>
                  <a:lnTo>
                    <a:pt x="1930087" y="4094441"/>
                  </a:lnTo>
                  <a:lnTo>
                    <a:pt x="1930232" y="4094441"/>
                  </a:lnTo>
                  <a:lnTo>
                    <a:pt x="1930378" y="4094441"/>
                  </a:lnTo>
                  <a:lnTo>
                    <a:pt x="1930523" y="4094441"/>
                  </a:lnTo>
                  <a:lnTo>
                    <a:pt x="1930668" y="4094441"/>
                  </a:lnTo>
                  <a:lnTo>
                    <a:pt x="1930814" y="4094441"/>
                  </a:lnTo>
                  <a:lnTo>
                    <a:pt x="1930959" y="4094441"/>
                  </a:lnTo>
                  <a:lnTo>
                    <a:pt x="1931105" y="4094441"/>
                  </a:lnTo>
                  <a:lnTo>
                    <a:pt x="1931250" y="4094441"/>
                  </a:lnTo>
                  <a:lnTo>
                    <a:pt x="1931395" y="4094441"/>
                  </a:lnTo>
                  <a:lnTo>
                    <a:pt x="1931541" y="4094441"/>
                  </a:lnTo>
                  <a:lnTo>
                    <a:pt x="1931686" y="4094441"/>
                  </a:lnTo>
                  <a:lnTo>
                    <a:pt x="1931832" y="4094441"/>
                  </a:lnTo>
                  <a:lnTo>
                    <a:pt x="1931977" y="4094441"/>
                  </a:lnTo>
                  <a:lnTo>
                    <a:pt x="1931977" y="4093817"/>
                  </a:lnTo>
                  <a:lnTo>
                    <a:pt x="1932123" y="4093817"/>
                  </a:lnTo>
                  <a:lnTo>
                    <a:pt x="1932268" y="4093817"/>
                  </a:lnTo>
                  <a:lnTo>
                    <a:pt x="1932268" y="4093194"/>
                  </a:lnTo>
                  <a:lnTo>
                    <a:pt x="1932413" y="4093194"/>
                  </a:lnTo>
                  <a:lnTo>
                    <a:pt x="1932559" y="4093194"/>
                  </a:lnTo>
                  <a:lnTo>
                    <a:pt x="1932704" y="4093194"/>
                  </a:lnTo>
                  <a:lnTo>
                    <a:pt x="1932850" y="4093194"/>
                  </a:lnTo>
                  <a:lnTo>
                    <a:pt x="1932995" y="4093194"/>
                  </a:lnTo>
                  <a:lnTo>
                    <a:pt x="1933141" y="4093194"/>
                  </a:lnTo>
                  <a:lnTo>
                    <a:pt x="1933286" y="4093194"/>
                  </a:lnTo>
                  <a:lnTo>
                    <a:pt x="1933431" y="4093194"/>
                  </a:lnTo>
                  <a:lnTo>
                    <a:pt x="1933577" y="4093194"/>
                  </a:lnTo>
                  <a:lnTo>
                    <a:pt x="1933722" y="4093194"/>
                  </a:lnTo>
                  <a:lnTo>
                    <a:pt x="1933868" y="4093194"/>
                  </a:lnTo>
                  <a:lnTo>
                    <a:pt x="1933868" y="4092570"/>
                  </a:lnTo>
                  <a:lnTo>
                    <a:pt x="1934013" y="4092570"/>
                  </a:lnTo>
                  <a:lnTo>
                    <a:pt x="1934159" y="4092570"/>
                  </a:lnTo>
                  <a:lnTo>
                    <a:pt x="1934304" y="4092570"/>
                  </a:lnTo>
                  <a:lnTo>
                    <a:pt x="1934449" y="4092570"/>
                  </a:lnTo>
                  <a:lnTo>
                    <a:pt x="1934595" y="4092570"/>
                  </a:lnTo>
                  <a:lnTo>
                    <a:pt x="1934740" y="4092570"/>
                  </a:lnTo>
                  <a:lnTo>
                    <a:pt x="1934886" y="4092570"/>
                  </a:lnTo>
                  <a:lnTo>
                    <a:pt x="1935031" y="4092570"/>
                  </a:lnTo>
                  <a:lnTo>
                    <a:pt x="1935177" y="4092570"/>
                  </a:lnTo>
                  <a:lnTo>
                    <a:pt x="1935322" y="4092570"/>
                  </a:lnTo>
                  <a:lnTo>
                    <a:pt x="1935322" y="4091947"/>
                  </a:lnTo>
                  <a:lnTo>
                    <a:pt x="1935467" y="4091947"/>
                  </a:lnTo>
                  <a:lnTo>
                    <a:pt x="1935467" y="4091323"/>
                  </a:lnTo>
                  <a:lnTo>
                    <a:pt x="1935613" y="4091323"/>
                  </a:lnTo>
                  <a:lnTo>
                    <a:pt x="1935758" y="4091323"/>
                  </a:lnTo>
                  <a:lnTo>
                    <a:pt x="1935904" y="4091323"/>
                  </a:lnTo>
                  <a:lnTo>
                    <a:pt x="1936049" y="4091323"/>
                  </a:lnTo>
                  <a:lnTo>
                    <a:pt x="1936195" y="4091323"/>
                  </a:lnTo>
                  <a:lnTo>
                    <a:pt x="1936195" y="4090700"/>
                  </a:lnTo>
                  <a:lnTo>
                    <a:pt x="1936340" y="4090700"/>
                  </a:lnTo>
                  <a:lnTo>
                    <a:pt x="1936485" y="4090700"/>
                  </a:lnTo>
                  <a:lnTo>
                    <a:pt x="1936631" y="4090700"/>
                  </a:lnTo>
                  <a:lnTo>
                    <a:pt x="1936776" y="4090700"/>
                  </a:lnTo>
                  <a:lnTo>
                    <a:pt x="1936776" y="4090076"/>
                  </a:lnTo>
                  <a:lnTo>
                    <a:pt x="1936922" y="4090076"/>
                  </a:lnTo>
                  <a:lnTo>
                    <a:pt x="1937067" y="4090076"/>
                  </a:lnTo>
                  <a:lnTo>
                    <a:pt x="1937213" y="4090076"/>
                  </a:lnTo>
                  <a:lnTo>
                    <a:pt x="1937358" y="4090076"/>
                  </a:lnTo>
                  <a:lnTo>
                    <a:pt x="1937358" y="4089452"/>
                  </a:lnTo>
                  <a:lnTo>
                    <a:pt x="1937503" y="4089452"/>
                  </a:lnTo>
                  <a:lnTo>
                    <a:pt x="1937649" y="4089452"/>
                  </a:lnTo>
                  <a:lnTo>
                    <a:pt x="1937794" y="4089452"/>
                  </a:lnTo>
                  <a:lnTo>
                    <a:pt x="1937940" y="4089452"/>
                  </a:lnTo>
                  <a:lnTo>
                    <a:pt x="1937940" y="4088829"/>
                  </a:lnTo>
                  <a:lnTo>
                    <a:pt x="1938085" y="4088829"/>
                  </a:lnTo>
                  <a:lnTo>
                    <a:pt x="1938230" y="4088829"/>
                  </a:lnTo>
                  <a:lnTo>
                    <a:pt x="1938376" y="4088829"/>
                  </a:lnTo>
                  <a:lnTo>
                    <a:pt x="1938521" y="4088829"/>
                  </a:lnTo>
                  <a:lnTo>
                    <a:pt x="1938667" y="4088829"/>
                  </a:lnTo>
                  <a:lnTo>
                    <a:pt x="1938812" y="4088829"/>
                  </a:lnTo>
                  <a:lnTo>
                    <a:pt x="1938958" y="4088829"/>
                  </a:lnTo>
                  <a:lnTo>
                    <a:pt x="1939103" y="4088829"/>
                  </a:lnTo>
                  <a:lnTo>
                    <a:pt x="1939248" y="4088829"/>
                  </a:lnTo>
                  <a:lnTo>
                    <a:pt x="1939394" y="4088829"/>
                  </a:lnTo>
                  <a:lnTo>
                    <a:pt x="1939539" y="4088829"/>
                  </a:lnTo>
                  <a:lnTo>
                    <a:pt x="1939685" y="4088829"/>
                  </a:lnTo>
                  <a:lnTo>
                    <a:pt x="1939830" y="4088829"/>
                  </a:lnTo>
                  <a:lnTo>
                    <a:pt x="1939976" y="4088829"/>
                  </a:lnTo>
                  <a:lnTo>
                    <a:pt x="1940121" y="4088829"/>
                  </a:lnTo>
                  <a:lnTo>
                    <a:pt x="1940266" y="4088829"/>
                  </a:lnTo>
                  <a:lnTo>
                    <a:pt x="1940412" y="4088829"/>
                  </a:lnTo>
                  <a:lnTo>
                    <a:pt x="1940557" y="4088829"/>
                  </a:lnTo>
                  <a:lnTo>
                    <a:pt x="1940557" y="4088205"/>
                  </a:lnTo>
                  <a:lnTo>
                    <a:pt x="1940557" y="4087582"/>
                  </a:lnTo>
                  <a:lnTo>
                    <a:pt x="1940557" y="4086958"/>
                  </a:lnTo>
                  <a:lnTo>
                    <a:pt x="1940703" y="4086958"/>
                  </a:lnTo>
                  <a:lnTo>
                    <a:pt x="1940848" y="4086958"/>
                  </a:lnTo>
                  <a:lnTo>
                    <a:pt x="1940994" y="4086958"/>
                  </a:lnTo>
                  <a:lnTo>
                    <a:pt x="1941139" y="4086958"/>
                  </a:lnTo>
                  <a:lnTo>
                    <a:pt x="1941284" y="4086958"/>
                  </a:lnTo>
                  <a:lnTo>
                    <a:pt x="1941284" y="4086334"/>
                  </a:lnTo>
                  <a:lnTo>
                    <a:pt x="1941284" y="4085711"/>
                  </a:lnTo>
                  <a:lnTo>
                    <a:pt x="1941284" y="4085087"/>
                  </a:lnTo>
                  <a:lnTo>
                    <a:pt x="1941284" y="4084464"/>
                  </a:lnTo>
                  <a:lnTo>
                    <a:pt x="1941430" y="4084464"/>
                  </a:lnTo>
                  <a:lnTo>
                    <a:pt x="1941575" y="4084464"/>
                  </a:lnTo>
                  <a:lnTo>
                    <a:pt x="1941721" y="4084464"/>
                  </a:lnTo>
                  <a:lnTo>
                    <a:pt x="1941866" y="4084464"/>
                  </a:lnTo>
                  <a:lnTo>
                    <a:pt x="1942012" y="4084464"/>
                  </a:lnTo>
                  <a:lnTo>
                    <a:pt x="1942157" y="4084464"/>
                  </a:lnTo>
                  <a:lnTo>
                    <a:pt x="1942302" y="4084464"/>
                  </a:lnTo>
                  <a:lnTo>
                    <a:pt x="1942448" y="4084464"/>
                  </a:lnTo>
                  <a:lnTo>
                    <a:pt x="1942593" y="4084464"/>
                  </a:lnTo>
                  <a:lnTo>
                    <a:pt x="1942739" y="4084464"/>
                  </a:lnTo>
                  <a:lnTo>
                    <a:pt x="1942884" y="4084464"/>
                  </a:lnTo>
                  <a:lnTo>
                    <a:pt x="1943030" y="4084464"/>
                  </a:lnTo>
                  <a:lnTo>
                    <a:pt x="1943030" y="4083840"/>
                  </a:lnTo>
                  <a:lnTo>
                    <a:pt x="1943175" y="4083840"/>
                  </a:lnTo>
                  <a:lnTo>
                    <a:pt x="1943320" y="4083840"/>
                  </a:lnTo>
                  <a:lnTo>
                    <a:pt x="1943320" y="4083217"/>
                  </a:lnTo>
                  <a:lnTo>
                    <a:pt x="1943466" y="4083217"/>
                  </a:lnTo>
                  <a:lnTo>
                    <a:pt x="1943611" y="4083217"/>
                  </a:lnTo>
                  <a:lnTo>
                    <a:pt x="1943757" y="4083217"/>
                  </a:lnTo>
                  <a:lnTo>
                    <a:pt x="1943902" y="4083217"/>
                  </a:lnTo>
                  <a:lnTo>
                    <a:pt x="1943902" y="4082593"/>
                  </a:lnTo>
                  <a:lnTo>
                    <a:pt x="1943902" y="4081969"/>
                  </a:lnTo>
                  <a:lnTo>
                    <a:pt x="1944048" y="4081969"/>
                  </a:lnTo>
                  <a:lnTo>
                    <a:pt x="1944193" y="4081969"/>
                  </a:lnTo>
                  <a:lnTo>
                    <a:pt x="1944193" y="4081346"/>
                  </a:lnTo>
                  <a:lnTo>
                    <a:pt x="1944338" y="4081346"/>
                  </a:lnTo>
                  <a:lnTo>
                    <a:pt x="1944484" y="4081346"/>
                  </a:lnTo>
                  <a:lnTo>
                    <a:pt x="1944629" y="4081346"/>
                  </a:lnTo>
                  <a:lnTo>
                    <a:pt x="1944775" y="4081346"/>
                  </a:lnTo>
                  <a:lnTo>
                    <a:pt x="1944775" y="4080722"/>
                  </a:lnTo>
                  <a:lnTo>
                    <a:pt x="1944920" y="4080722"/>
                  </a:lnTo>
                  <a:lnTo>
                    <a:pt x="1945065" y="4080722"/>
                  </a:lnTo>
                  <a:lnTo>
                    <a:pt x="1945211" y="4080722"/>
                  </a:lnTo>
                  <a:lnTo>
                    <a:pt x="1945356" y="4080722"/>
                  </a:lnTo>
                  <a:lnTo>
                    <a:pt x="1945502" y="4080722"/>
                  </a:lnTo>
                  <a:lnTo>
                    <a:pt x="1945647" y="4080722"/>
                  </a:lnTo>
                  <a:lnTo>
                    <a:pt x="1945647" y="4080099"/>
                  </a:lnTo>
                  <a:lnTo>
                    <a:pt x="1945793" y="4080099"/>
                  </a:lnTo>
                  <a:lnTo>
                    <a:pt x="1945793" y="4079475"/>
                  </a:lnTo>
                  <a:lnTo>
                    <a:pt x="1945938" y="4079475"/>
                  </a:lnTo>
                  <a:lnTo>
                    <a:pt x="1946083" y="4079475"/>
                  </a:lnTo>
                  <a:lnTo>
                    <a:pt x="1946229" y="4079475"/>
                  </a:lnTo>
                  <a:lnTo>
                    <a:pt x="1946374" y="4079475"/>
                  </a:lnTo>
                  <a:lnTo>
                    <a:pt x="1946520" y="4079475"/>
                  </a:lnTo>
                  <a:lnTo>
                    <a:pt x="1946665" y="4079475"/>
                  </a:lnTo>
                  <a:lnTo>
                    <a:pt x="1946665" y="4078851"/>
                  </a:lnTo>
                  <a:lnTo>
                    <a:pt x="1946665" y="4078228"/>
                  </a:lnTo>
                  <a:lnTo>
                    <a:pt x="1946665" y="4077604"/>
                  </a:lnTo>
                  <a:lnTo>
                    <a:pt x="1946811" y="4077604"/>
                  </a:lnTo>
                  <a:lnTo>
                    <a:pt x="1946956" y="4077604"/>
                  </a:lnTo>
                  <a:lnTo>
                    <a:pt x="1947101" y="4077604"/>
                  </a:lnTo>
                  <a:lnTo>
                    <a:pt x="1947247" y="4077604"/>
                  </a:lnTo>
                  <a:lnTo>
                    <a:pt x="1947392" y="4077604"/>
                  </a:lnTo>
                  <a:lnTo>
                    <a:pt x="1947538" y="4077604"/>
                  </a:lnTo>
                  <a:lnTo>
                    <a:pt x="1947683" y="4077604"/>
                  </a:lnTo>
                  <a:lnTo>
                    <a:pt x="1947829" y="4077604"/>
                  </a:lnTo>
                  <a:lnTo>
                    <a:pt x="1947829" y="4076981"/>
                  </a:lnTo>
                  <a:lnTo>
                    <a:pt x="1947974" y="4076981"/>
                  </a:lnTo>
                  <a:lnTo>
                    <a:pt x="1947974" y="4076357"/>
                  </a:lnTo>
                  <a:lnTo>
                    <a:pt x="1947974" y="4075734"/>
                  </a:lnTo>
                  <a:lnTo>
                    <a:pt x="1948119" y="4075734"/>
                  </a:lnTo>
                  <a:lnTo>
                    <a:pt x="1948265" y="4075734"/>
                  </a:lnTo>
                  <a:lnTo>
                    <a:pt x="1948265" y="4075110"/>
                  </a:lnTo>
                  <a:lnTo>
                    <a:pt x="1948265" y="4074486"/>
                  </a:lnTo>
                  <a:lnTo>
                    <a:pt x="1948410" y="4074486"/>
                  </a:lnTo>
                  <a:lnTo>
                    <a:pt x="1948556" y="4074486"/>
                  </a:lnTo>
                  <a:lnTo>
                    <a:pt x="1948701" y="4074486"/>
                  </a:lnTo>
                  <a:lnTo>
                    <a:pt x="1948847" y="4074486"/>
                  </a:lnTo>
                  <a:lnTo>
                    <a:pt x="1948992" y="4074486"/>
                  </a:lnTo>
                  <a:lnTo>
                    <a:pt x="1948992" y="4073863"/>
                  </a:lnTo>
                  <a:lnTo>
                    <a:pt x="1949137" y="4073863"/>
                  </a:lnTo>
                  <a:lnTo>
                    <a:pt x="1949283" y="4073863"/>
                  </a:lnTo>
                  <a:lnTo>
                    <a:pt x="1949428" y="4073863"/>
                  </a:lnTo>
                  <a:lnTo>
                    <a:pt x="1949428" y="4073239"/>
                  </a:lnTo>
                  <a:lnTo>
                    <a:pt x="1949574" y="4073239"/>
                  </a:lnTo>
                  <a:lnTo>
                    <a:pt x="1949719" y="4073239"/>
                  </a:lnTo>
                  <a:lnTo>
                    <a:pt x="1949865" y="4073239"/>
                  </a:lnTo>
                  <a:lnTo>
                    <a:pt x="1949865" y="4072616"/>
                  </a:lnTo>
                  <a:lnTo>
                    <a:pt x="1950010" y="4072616"/>
                  </a:lnTo>
                  <a:lnTo>
                    <a:pt x="1950155" y="4072616"/>
                  </a:lnTo>
                  <a:lnTo>
                    <a:pt x="1950301" y="4072616"/>
                  </a:lnTo>
                  <a:lnTo>
                    <a:pt x="1950446" y="4072616"/>
                  </a:lnTo>
                  <a:lnTo>
                    <a:pt x="1950592" y="4072616"/>
                  </a:lnTo>
                  <a:lnTo>
                    <a:pt x="1950737" y="4072616"/>
                  </a:lnTo>
                  <a:lnTo>
                    <a:pt x="1950883" y="4072616"/>
                  </a:lnTo>
                  <a:lnTo>
                    <a:pt x="1951028" y="4072616"/>
                  </a:lnTo>
                  <a:lnTo>
                    <a:pt x="1951028" y="4071992"/>
                  </a:lnTo>
                  <a:lnTo>
                    <a:pt x="1951173" y="4071992"/>
                  </a:lnTo>
                  <a:lnTo>
                    <a:pt x="1951319" y="4071992"/>
                  </a:lnTo>
                  <a:lnTo>
                    <a:pt x="1951464" y="4071992"/>
                  </a:lnTo>
                  <a:lnTo>
                    <a:pt x="1951610" y="4071992"/>
                  </a:lnTo>
                  <a:lnTo>
                    <a:pt x="1951755" y="4071992"/>
                  </a:lnTo>
                  <a:lnTo>
                    <a:pt x="1951900" y="4071992"/>
                  </a:lnTo>
                  <a:lnTo>
                    <a:pt x="1952046" y="4071992"/>
                  </a:lnTo>
                  <a:lnTo>
                    <a:pt x="1952191" y="4071992"/>
                  </a:lnTo>
                  <a:lnTo>
                    <a:pt x="1952337" y="4071992"/>
                  </a:lnTo>
                  <a:lnTo>
                    <a:pt x="1952482" y="4071992"/>
                  </a:lnTo>
                  <a:lnTo>
                    <a:pt x="1952628" y="4071992"/>
                  </a:lnTo>
                  <a:lnTo>
                    <a:pt x="1952773" y="4071992"/>
                  </a:lnTo>
                  <a:lnTo>
                    <a:pt x="1952918" y="4071992"/>
                  </a:lnTo>
                  <a:lnTo>
                    <a:pt x="1953064" y="4071992"/>
                  </a:lnTo>
                  <a:lnTo>
                    <a:pt x="1953209" y="4071992"/>
                  </a:lnTo>
                  <a:lnTo>
                    <a:pt x="1953355" y="4071992"/>
                  </a:lnTo>
                  <a:lnTo>
                    <a:pt x="1953500" y="4071992"/>
                  </a:lnTo>
                  <a:lnTo>
                    <a:pt x="1953646" y="4071992"/>
                  </a:lnTo>
                  <a:lnTo>
                    <a:pt x="1953791" y="4071992"/>
                  </a:lnTo>
                  <a:lnTo>
                    <a:pt x="1953936" y="4071992"/>
                  </a:lnTo>
                  <a:lnTo>
                    <a:pt x="1954082" y="4071992"/>
                  </a:lnTo>
                  <a:lnTo>
                    <a:pt x="1954082" y="4071368"/>
                  </a:lnTo>
                  <a:lnTo>
                    <a:pt x="1954227" y="4071368"/>
                  </a:lnTo>
                  <a:lnTo>
                    <a:pt x="1954373" y="4071368"/>
                  </a:lnTo>
                  <a:lnTo>
                    <a:pt x="1954518" y="4071368"/>
                  </a:lnTo>
                  <a:lnTo>
                    <a:pt x="1954664" y="4071368"/>
                  </a:lnTo>
                  <a:lnTo>
                    <a:pt x="1954809" y="4071368"/>
                  </a:lnTo>
                  <a:lnTo>
                    <a:pt x="1954954" y="4071368"/>
                  </a:lnTo>
                  <a:lnTo>
                    <a:pt x="1955100" y="4071368"/>
                  </a:lnTo>
                  <a:lnTo>
                    <a:pt x="1955245" y="4071368"/>
                  </a:lnTo>
                  <a:lnTo>
                    <a:pt x="1955391" y="4071368"/>
                  </a:lnTo>
                  <a:lnTo>
                    <a:pt x="1955536" y="4071368"/>
                  </a:lnTo>
                  <a:lnTo>
                    <a:pt x="1955682" y="4071368"/>
                  </a:lnTo>
                  <a:lnTo>
                    <a:pt x="1955827" y="4071368"/>
                  </a:lnTo>
                  <a:lnTo>
                    <a:pt x="1955972" y="4071368"/>
                  </a:lnTo>
                  <a:lnTo>
                    <a:pt x="1956118" y="4071368"/>
                  </a:lnTo>
                  <a:lnTo>
                    <a:pt x="1956263" y="4071368"/>
                  </a:lnTo>
                  <a:lnTo>
                    <a:pt x="1956409" y="4071368"/>
                  </a:lnTo>
                  <a:lnTo>
                    <a:pt x="1956554" y="4071368"/>
                  </a:lnTo>
                  <a:lnTo>
                    <a:pt x="1956554" y="4070745"/>
                  </a:lnTo>
                  <a:lnTo>
                    <a:pt x="1956554" y="4070121"/>
                  </a:lnTo>
                  <a:lnTo>
                    <a:pt x="1956700" y="4070121"/>
                  </a:lnTo>
                  <a:lnTo>
                    <a:pt x="1956845" y="4070121"/>
                  </a:lnTo>
                  <a:lnTo>
                    <a:pt x="1956845" y="4069498"/>
                  </a:lnTo>
                  <a:lnTo>
                    <a:pt x="1956990" y="4069498"/>
                  </a:lnTo>
                  <a:lnTo>
                    <a:pt x="1957136" y="4069498"/>
                  </a:lnTo>
                  <a:lnTo>
                    <a:pt x="1957136" y="4068874"/>
                  </a:lnTo>
                  <a:lnTo>
                    <a:pt x="1957136" y="4068251"/>
                  </a:lnTo>
                  <a:lnTo>
                    <a:pt x="1957136" y="4067627"/>
                  </a:lnTo>
                  <a:lnTo>
                    <a:pt x="1957136" y="4067003"/>
                  </a:lnTo>
                  <a:lnTo>
                    <a:pt x="1957136" y="4066380"/>
                  </a:lnTo>
                  <a:lnTo>
                    <a:pt x="1957281" y="4066380"/>
                  </a:lnTo>
                  <a:lnTo>
                    <a:pt x="1957427" y="4066380"/>
                  </a:lnTo>
                  <a:lnTo>
                    <a:pt x="1957572" y="4066380"/>
                  </a:lnTo>
                  <a:lnTo>
                    <a:pt x="1957572" y="4065756"/>
                  </a:lnTo>
                  <a:lnTo>
                    <a:pt x="1957718" y="4065756"/>
                  </a:lnTo>
                  <a:lnTo>
                    <a:pt x="1957863" y="4065756"/>
                  </a:lnTo>
                  <a:lnTo>
                    <a:pt x="1958008" y="4065756"/>
                  </a:lnTo>
                  <a:lnTo>
                    <a:pt x="1958154" y="4065756"/>
                  </a:lnTo>
                  <a:lnTo>
                    <a:pt x="1958299" y="4065756"/>
                  </a:lnTo>
                  <a:lnTo>
                    <a:pt x="1958445" y="4065756"/>
                  </a:lnTo>
                  <a:lnTo>
                    <a:pt x="1958590" y="4065756"/>
                  </a:lnTo>
                  <a:lnTo>
                    <a:pt x="1958590" y="4065133"/>
                  </a:lnTo>
                  <a:lnTo>
                    <a:pt x="1958590" y="4064509"/>
                  </a:lnTo>
                  <a:lnTo>
                    <a:pt x="1958735" y="4064509"/>
                  </a:lnTo>
                  <a:lnTo>
                    <a:pt x="1958881" y="4064509"/>
                  </a:lnTo>
                  <a:lnTo>
                    <a:pt x="1959026" y="4064509"/>
                  </a:lnTo>
                  <a:lnTo>
                    <a:pt x="1959172" y="4064509"/>
                  </a:lnTo>
                  <a:lnTo>
                    <a:pt x="1959317" y="4064509"/>
                  </a:lnTo>
                  <a:lnTo>
                    <a:pt x="1959463" y="4064509"/>
                  </a:lnTo>
                  <a:lnTo>
                    <a:pt x="1959463" y="4063885"/>
                  </a:lnTo>
                  <a:lnTo>
                    <a:pt x="1959463" y="4063262"/>
                  </a:lnTo>
                  <a:lnTo>
                    <a:pt x="1959608" y="4063262"/>
                  </a:lnTo>
                  <a:lnTo>
                    <a:pt x="1959608" y="4062638"/>
                  </a:lnTo>
                  <a:lnTo>
                    <a:pt x="1959608" y="4062015"/>
                  </a:lnTo>
                  <a:lnTo>
                    <a:pt x="1959753" y="4062015"/>
                  </a:lnTo>
                  <a:lnTo>
                    <a:pt x="1959753" y="4061391"/>
                  </a:lnTo>
                  <a:lnTo>
                    <a:pt x="1959899" y="4061391"/>
                  </a:lnTo>
                  <a:lnTo>
                    <a:pt x="1960044" y="4061391"/>
                  </a:lnTo>
                  <a:lnTo>
                    <a:pt x="1960190" y="4061391"/>
                  </a:lnTo>
                  <a:lnTo>
                    <a:pt x="1960335" y="4061391"/>
                  </a:lnTo>
                  <a:lnTo>
                    <a:pt x="1960481" y="4061391"/>
                  </a:lnTo>
                  <a:lnTo>
                    <a:pt x="1960626" y="4061391"/>
                  </a:lnTo>
                  <a:lnTo>
                    <a:pt x="1960626" y="4060768"/>
                  </a:lnTo>
                  <a:lnTo>
                    <a:pt x="1960626" y="4060144"/>
                  </a:lnTo>
                  <a:lnTo>
                    <a:pt x="1960771" y="4060144"/>
                  </a:lnTo>
                  <a:lnTo>
                    <a:pt x="1960917" y="4060144"/>
                  </a:lnTo>
                  <a:lnTo>
                    <a:pt x="1960917" y="4059520"/>
                  </a:lnTo>
                  <a:lnTo>
                    <a:pt x="1961062" y="4059520"/>
                  </a:lnTo>
                  <a:lnTo>
                    <a:pt x="1961208" y="4059520"/>
                  </a:lnTo>
                  <a:lnTo>
                    <a:pt x="1961353" y="4059520"/>
                  </a:lnTo>
                  <a:lnTo>
                    <a:pt x="1961499" y="4059520"/>
                  </a:lnTo>
                  <a:lnTo>
                    <a:pt x="1961644" y="4059520"/>
                  </a:lnTo>
                  <a:lnTo>
                    <a:pt x="1961789" y="4059520"/>
                  </a:lnTo>
                  <a:lnTo>
                    <a:pt x="1961935" y="4059520"/>
                  </a:lnTo>
                  <a:lnTo>
                    <a:pt x="1961935" y="4058897"/>
                  </a:lnTo>
                  <a:lnTo>
                    <a:pt x="1962080" y="4058897"/>
                  </a:lnTo>
                  <a:lnTo>
                    <a:pt x="1962226" y="4058897"/>
                  </a:lnTo>
                  <a:lnTo>
                    <a:pt x="1962371" y="4058897"/>
                  </a:lnTo>
                  <a:lnTo>
                    <a:pt x="1962517" y="4058897"/>
                  </a:lnTo>
                  <a:lnTo>
                    <a:pt x="1962662" y="4058897"/>
                  </a:lnTo>
                  <a:lnTo>
                    <a:pt x="1962662" y="4058273"/>
                  </a:lnTo>
                  <a:lnTo>
                    <a:pt x="1962807" y="4058273"/>
                  </a:lnTo>
                  <a:lnTo>
                    <a:pt x="1962953" y="4058273"/>
                  </a:lnTo>
                  <a:lnTo>
                    <a:pt x="1963098" y="4058273"/>
                  </a:lnTo>
                  <a:lnTo>
                    <a:pt x="1963244" y="4058273"/>
                  </a:lnTo>
                  <a:lnTo>
                    <a:pt x="1963389" y="4058273"/>
                  </a:lnTo>
                  <a:lnTo>
                    <a:pt x="1963389" y="4057650"/>
                  </a:lnTo>
                  <a:lnTo>
                    <a:pt x="1963535" y="4057650"/>
                  </a:lnTo>
                  <a:lnTo>
                    <a:pt x="1963680" y="4057650"/>
                  </a:lnTo>
                  <a:lnTo>
                    <a:pt x="1963825" y="4057650"/>
                  </a:lnTo>
                  <a:lnTo>
                    <a:pt x="1963825" y="4057026"/>
                  </a:lnTo>
                  <a:lnTo>
                    <a:pt x="1963971" y="4057026"/>
                  </a:lnTo>
                  <a:lnTo>
                    <a:pt x="1964116" y="4057026"/>
                  </a:lnTo>
                  <a:lnTo>
                    <a:pt x="1964262" y="4057026"/>
                  </a:lnTo>
                  <a:lnTo>
                    <a:pt x="1964407" y="4057026"/>
                  </a:lnTo>
                  <a:lnTo>
                    <a:pt x="1964553" y="4057026"/>
                  </a:lnTo>
                  <a:lnTo>
                    <a:pt x="1964698" y="4057026"/>
                  </a:lnTo>
                  <a:lnTo>
                    <a:pt x="1964843" y="4057026"/>
                  </a:lnTo>
                  <a:lnTo>
                    <a:pt x="1964989" y="4057026"/>
                  </a:lnTo>
                  <a:lnTo>
                    <a:pt x="1965134" y="4057026"/>
                  </a:lnTo>
                  <a:lnTo>
                    <a:pt x="1965134" y="4056402"/>
                  </a:lnTo>
                  <a:lnTo>
                    <a:pt x="1965280" y="4056402"/>
                  </a:lnTo>
                  <a:lnTo>
                    <a:pt x="1965425" y="4056402"/>
                  </a:lnTo>
                  <a:lnTo>
                    <a:pt x="1965425" y="4055779"/>
                  </a:lnTo>
                  <a:lnTo>
                    <a:pt x="1965570" y="4055779"/>
                  </a:lnTo>
                  <a:lnTo>
                    <a:pt x="1965716" y="4055779"/>
                  </a:lnTo>
                  <a:lnTo>
                    <a:pt x="1965861" y="4055779"/>
                  </a:lnTo>
                  <a:lnTo>
                    <a:pt x="1966007" y="4055779"/>
                  </a:lnTo>
                  <a:lnTo>
                    <a:pt x="1966152" y="4055779"/>
                  </a:lnTo>
                  <a:lnTo>
                    <a:pt x="1966298" y="4055779"/>
                  </a:lnTo>
                  <a:lnTo>
                    <a:pt x="1966298" y="4055155"/>
                  </a:lnTo>
                  <a:lnTo>
                    <a:pt x="1966443" y="4055155"/>
                  </a:lnTo>
                  <a:lnTo>
                    <a:pt x="1966588" y="4055155"/>
                  </a:lnTo>
                  <a:lnTo>
                    <a:pt x="1966734" y="4055155"/>
                  </a:lnTo>
                  <a:lnTo>
                    <a:pt x="1966879" y="4055155"/>
                  </a:lnTo>
                  <a:lnTo>
                    <a:pt x="1967025" y="4055155"/>
                  </a:lnTo>
                  <a:lnTo>
                    <a:pt x="1967025" y="4054532"/>
                  </a:lnTo>
                  <a:lnTo>
                    <a:pt x="1967170" y="4054532"/>
                  </a:lnTo>
                  <a:lnTo>
                    <a:pt x="1967316" y="4054532"/>
                  </a:lnTo>
                  <a:lnTo>
                    <a:pt x="1967461" y="4054532"/>
                  </a:lnTo>
                  <a:lnTo>
                    <a:pt x="1967606" y="4054532"/>
                  </a:lnTo>
                  <a:lnTo>
                    <a:pt x="1967752" y="4054532"/>
                  </a:lnTo>
                  <a:lnTo>
                    <a:pt x="1967897" y="4054532"/>
                  </a:lnTo>
                  <a:lnTo>
                    <a:pt x="1967897" y="4053908"/>
                  </a:lnTo>
                  <a:lnTo>
                    <a:pt x="1967897" y="4053285"/>
                  </a:lnTo>
                  <a:lnTo>
                    <a:pt x="1968043" y="4053285"/>
                  </a:lnTo>
                  <a:lnTo>
                    <a:pt x="1968188" y="4053285"/>
                  </a:lnTo>
                  <a:lnTo>
                    <a:pt x="1968334" y="4053285"/>
                  </a:lnTo>
                  <a:lnTo>
                    <a:pt x="1968479" y="4053285"/>
                  </a:lnTo>
                  <a:lnTo>
                    <a:pt x="1968624" y="4053285"/>
                  </a:lnTo>
                  <a:lnTo>
                    <a:pt x="1968770" y="4053285"/>
                  </a:lnTo>
                  <a:lnTo>
                    <a:pt x="1968915" y="4053285"/>
                  </a:lnTo>
                  <a:lnTo>
                    <a:pt x="1969061" y="4053285"/>
                  </a:lnTo>
                  <a:lnTo>
                    <a:pt x="1969206" y="4053285"/>
                  </a:lnTo>
                  <a:lnTo>
                    <a:pt x="1969352" y="4053285"/>
                  </a:lnTo>
                  <a:lnTo>
                    <a:pt x="1969497" y="4053285"/>
                  </a:lnTo>
                  <a:lnTo>
                    <a:pt x="1969642" y="4053285"/>
                  </a:lnTo>
                  <a:lnTo>
                    <a:pt x="1969788" y="4053285"/>
                  </a:lnTo>
                  <a:lnTo>
                    <a:pt x="1969788" y="4052661"/>
                  </a:lnTo>
                  <a:lnTo>
                    <a:pt x="1969933" y="4052661"/>
                  </a:lnTo>
                  <a:lnTo>
                    <a:pt x="1970079" y="4052661"/>
                  </a:lnTo>
                  <a:lnTo>
                    <a:pt x="1970224" y="4052661"/>
                  </a:lnTo>
                  <a:lnTo>
                    <a:pt x="1970370" y="4052661"/>
                  </a:lnTo>
                  <a:lnTo>
                    <a:pt x="1970515" y="4052661"/>
                  </a:lnTo>
                  <a:lnTo>
                    <a:pt x="1970660" y="4052661"/>
                  </a:lnTo>
                  <a:lnTo>
                    <a:pt x="1970806" y="4052661"/>
                  </a:lnTo>
                  <a:lnTo>
                    <a:pt x="1970951" y="4052661"/>
                  </a:lnTo>
                  <a:lnTo>
                    <a:pt x="1971097" y="4052661"/>
                  </a:lnTo>
                  <a:lnTo>
                    <a:pt x="1971242" y="4052661"/>
                  </a:lnTo>
                  <a:lnTo>
                    <a:pt x="1971388" y="4052661"/>
                  </a:lnTo>
                  <a:lnTo>
                    <a:pt x="1971533" y="4052661"/>
                  </a:lnTo>
                  <a:lnTo>
                    <a:pt x="1971678" y="4052661"/>
                  </a:lnTo>
                  <a:lnTo>
                    <a:pt x="1971824" y="4052661"/>
                  </a:lnTo>
                  <a:lnTo>
                    <a:pt x="1971824" y="4052037"/>
                  </a:lnTo>
                  <a:lnTo>
                    <a:pt x="1971969" y="4052037"/>
                  </a:lnTo>
                  <a:lnTo>
                    <a:pt x="1972115" y="4052037"/>
                  </a:lnTo>
                  <a:lnTo>
                    <a:pt x="1972260" y="4052037"/>
                  </a:lnTo>
                  <a:lnTo>
                    <a:pt x="1972405" y="4052037"/>
                  </a:lnTo>
                  <a:lnTo>
                    <a:pt x="1972551" y="4052037"/>
                  </a:lnTo>
                  <a:lnTo>
                    <a:pt x="1972696" y="4052037"/>
                  </a:lnTo>
                  <a:lnTo>
                    <a:pt x="1972696" y="4051414"/>
                  </a:lnTo>
                  <a:lnTo>
                    <a:pt x="1972842" y="4051414"/>
                  </a:lnTo>
                  <a:lnTo>
                    <a:pt x="1972987" y="4051414"/>
                  </a:lnTo>
                  <a:lnTo>
                    <a:pt x="1972987" y="4050790"/>
                  </a:lnTo>
                  <a:lnTo>
                    <a:pt x="1972987" y="4050167"/>
                  </a:lnTo>
                  <a:lnTo>
                    <a:pt x="1973133" y="4050167"/>
                  </a:lnTo>
                  <a:lnTo>
                    <a:pt x="1973278" y="4050167"/>
                  </a:lnTo>
                  <a:lnTo>
                    <a:pt x="1973423" y="4050167"/>
                  </a:lnTo>
                  <a:lnTo>
                    <a:pt x="1973569" y="4050167"/>
                  </a:lnTo>
                  <a:lnTo>
                    <a:pt x="1973714" y="4050167"/>
                  </a:lnTo>
                  <a:lnTo>
                    <a:pt x="1973860" y="4050167"/>
                  </a:lnTo>
                  <a:lnTo>
                    <a:pt x="1974005" y="4050167"/>
                  </a:lnTo>
                  <a:lnTo>
                    <a:pt x="1974151" y="4050167"/>
                  </a:lnTo>
                  <a:lnTo>
                    <a:pt x="1974296" y="4050167"/>
                  </a:lnTo>
                  <a:lnTo>
                    <a:pt x="1974441" y="4050167"/>
                  </a:lnTo>
                  <a:lnTo>
                    <a:pt x="1974441" y="4049543"/>
                  </a:lnTo>
                  <a:lnTo>
                    <a:pt x="1974587" y="4049543"/>
                  </a:lnTo>
                  <a:lnTo>
                    <a:pt x="1974732" y="4049543"/>
                  </a:lnTo>
                  <a:lnTo>
                    <a:pt x="1974732" y="4048919"/>
                  </a:lnTo>
                  <a:lnTo>
                    <a:pt x="1974878" y="4048919"/>
                  </a:lnTo>
                  <a:lnTo>
                    <a:pt x="1974878" y="4048296"/>
                  </a:lnTo>
                  <a:lnTo>
                    <a:pt x="1975023" y="4048296"/>
                  </a:lnTo>
                  <a:lnTo>
                    <a:pt x="1975023" y="4047672"/>
                  </a:lnTo>
                  <a:lnTo>
                    <a:pt x="1975169" y="4047672"/>
                  </a:lnTo>
                  <a:lnTo>
                    <a:pt x="1975314" y="4047672"/>
                  </a:lnTo>
                  <a:lnTo>
                    <a:pt x="1975459" y="4047672"/>
                  </a:lnTo>
                  <a:lnTo>
                    <a:pt x="1975459" y="4047049"/>
                  </a:lnTo>
                  <a:lnTo>
                    <a:pt x="1975605" y="4047049"/>
                  </a:lnTo>
                  <a:lnTo>
                    <a:pt x="1975750" y="4047049"/>
                  </a:lnTo>
                  <a:lnTo>
                    <a:pt x="1975896" y="4047049"/>
                  </a:lnTo>
                  <a:lnTo>
                    <a:pt x="1976041" y="4047049"/>
                  </a:lnTo>
                  <a:lnTo>
                    <a:pt x="1976041" y="4046425"/>
                  </a:lnTo>
                  <a:lnTo>
                    <a:pt x="1976187" y="4046425"/>
                  </a:lnTo>
                  <a:lnTo>
                    <a:pt x="1976332" y="4046425"/>
                  </a:lnTo>
                  <a:lnTo>
                    <a:pt x="1976477" y="4046425"/>
                  </a:lnTo>
                  <a:lnTo>
                    <a:pt x="1976623" y="4046425"/>
                  </a:lnTo>
                  <a:lnTo>
                    <a:pt x="1976768" y="4046425"/>
                  </a:lnTo>
                  <a:lnTo>
                    <a:pt x="1976914" y="4046425"/>
                  </a:lnTo>
                  <a:lnTo>
                    <a:pt x="1977059" y="4046425"/>
                  </a:lnTo>
                  <a:lnTo>
                    <a:pt x="1977205" y="4046425"/>
                  </a:lnTo>
                  <a:lnTo>
                    <a:pt x="1977350" y="4046425"/>
                  </a:lnTo>
                  <a:lnTo>
                    <a:pt x="1977495" y="4046425"/>
                  </a:lnTo>
                  <a:lnTo>
                    <a:pt x="1977641" y="4046425"/>
                  </a:lnTo>
                  <a:lnTo>
                    <a:pt x="1977786" y="4046425"/>
                  </a:lnTo>
                  <a:lnTo>
                    <a:pt x="1977932" y="4046425"/>
                  </a:lnTo>
                  <a:lnTo>
                    <a:pt x="1978077" y="4046425"/>
                  </a:lnTo>
                  <a:lnTo>
                    <a:pt x="1978223" y="4046425"/>
                  </a:lnTo>
                  <a:lnTo>
                    <a:pt x="1978368" y="4046425"/>
                  </a:lnTo>
                  <a:lnTo>
                    <a:pt x="1978368" y="4045802"/>
                  </a:lnTo>
                  <a:lnTo>
                    <a:pt x="1978513" y="4045802"/>
                  </a:lnTo>
                  <a:lnTo>
                    <a:pt x="1978659" y="4045802"/>
                  </a:lnTo>
                  <a:lnTo>
                    <a:pt x="1978659" y="4045178"/>
                  </a:lnTo>
                  <a:lnTo>
                    <a:pt x="1978804" y="4045178"/>
                  </a:lnTo>
                  <a:lnTo>
                    <a:pt x="1978950" y="4045178"/>
                  </a:lnTo>
                  <a:lnTo>
                    <a:pt x="1979095" y="4045178"/>
                  </a:lnTo>
                  <a:lnTo>
                    <a:pt x="1979240" y="4045178"/>
                  </a:lnTo>
                  <a:lnTo>
                    <a:pt x="1979386" y="4045178"/>
                  </a:lnTo>
                  <a:lnTo>
                    <a:pt x="1979531" y="4045178"/>
                  </a:lnTo>
                  <a:lnTo>
                    <a:pt x="1979677" y="4045178"/>
                  </a:lnTo>
                  <a:lnTo>
                    <a:pt x="1979822" y="4045178"/>
                  </a:lnTo>
                  <a:lnTo>
                    <a:pt x="1979968" y="4045178"/>
                  </a:lnTo>
                  <a:lnTo>
                    <a:pt x="1979968" y="4044554"/>
                  </a:lnTo>
                  <a:lnTo>
                    <a:pt x="1980113" y="4044554"/>
                  </a:lnTo>
                  <a:lnTo>
                    <a:pt x="1980113" y="4043931"/>
                  </a:lnTo>
                  <a:lnTo>
                    <a:pt x="1980258" y="4043931"/>
                  </a:lnTo>
                  <a:lnTo>
                    <a:pt x="1980404" y="4043931"/>
                  </a:lnTo>
                  <a:lnTo>
                    <a:pt x="1980549" y="4043931"/>
                  </a:lnTo>
                  <a:lnTo>
                    <a:pt x="1980695" y="4043931"/>
                  </a:lnTo>
                  <a:lnTo>
                    <a:pt x="1980840" y="4043931"/>
                  </a:lnTo>
                  <a:lnTo>
                    <a:pt x="1980840" y="4043307"/>
                  </a:lnTo>
                  <a:lnTo>
                    <a:pt x="1980840" y="4042684"/>
                  </a:lnTo>
                  <a:lnTo>
                    <a:pt x="1980986" y="4042684"/>
                  </a:lnTo>
                  <a:lnTo>
                    <a:pt x="1981131" y="4042684"/>
                  </a:lnTo>
                  <a:lnTo>
                    <a:pt x="1981276" y="4042684"/>
                  </a:lnTo>
                  <a:lnTo>
                    <a:pt x="1981422" y="4042684"/>
                  </a:lnTo>
                  <a:lnTo>
                    <a:pt x="1981567" y="4042684"/>
                  </a:lnTo>
                  <a:lnTo>
                    <a:pt x="1981713" y="4042684"/>
                  </a:lnTo>
                  <a:lnTo>
                    <a:pt x="1981858" y="4042684"/>
                  </a:lnTo>
                  <a:lnTo>
                    <a:pt x="1982004" y="4042684"/>
                  </a:lnTo>
                  <a:lnTo>
                    <a:pt x="1982004" y="4042060"/>
                  </a:lnTo>
                  <a:lnTo>
                    <a:pt x="1982004" y="4041437"/>
                  </a:lnTo>
                  <a:lnTo>
                    <a:pt x="1982149" y="4041437"/>
                  </a:lnTo>
                  <a:lnTo>
                    <a:pt x="1982294" y="4041437"/>
                  </a:lnTo>
                  <a:lnTo>
                    <a:pt x="1982294" y="4040813"/>
                  </a:lnTo>
                  <a:lnTo>
                    <a:pt x="1982440" y="4040813"/>
                  </a:lnTo>
                  <a:lnTo>
                    <a:pt x="1982585" y="4040813"/>
                  </a:lnTo>
                  <a:lnTo>
                    <a:pt x="1982731" y="4040813"/>
                  </a:lnTo>
                  <a:lnTo>
                    <a:pt x="1982876" y="4040813"/>
                  </a:lnTo>
                  <a:lnTo>
                    <a:pt x="1983022" y="4040813"/>
                  </a:lnTo>
                  <a:lnTo>
                    <a:pt x="1983022" y="4040189"/>
                  </a:lnTo>
                  <a:lnTo>
                    <a:pt x="1983167" y="4040189"/>
                  </a:lnTo>
                  <a:lnTo>
                    <a:pt x="1983312" y="4040189"/>
                  </a:lnTo>
                  <a:lnTo>
                    <a:pt x="1983458" y="4040189"/>
                  </a:lnTo>
                  <a:lnTo>
                    <a:pt x="1983603" y="4040189"/>
                  </a:lnTo>
                  <a:lnTo>
                    <a:pt x="1983749" y="4040189"/>
                  </a:lnTo>
                  <a:lnTo>
                    <a:pt x="1983894" y="4040189"/>
                  </a:lnTo>
                  <a:lnTo>
                    <a:pt x="1984040" y="4040189"/>
                  </a:lnTo>
                  <a:lnTo>
                    <a:pt x="1984185" y="4040189"/>
                  </a:lnTo>
                  <a:lnTo>
                    <a:pt x="1984330" y="4040189"/>
                  </a:lnTo>
                  <a:lnTo>
                    <a:pt x="1984476" y="4040189"/>
                  </a:lnTo>
                  <a:lnTo>
                    <a:pt x="1984621" y="4040189"/>
                  </a:lnTo>
                  <a:lnTo>
                    <a:pt x="1984621" y="4039566"/>
                  </a:lnTo>
                  <a:lnTo>
                    <a:pt x="1984767" y="4039566"/>
                  </a:lnTo>
                  <a:lnTo>
                    <a:pt x="1984912" y="4039566"/>
                  </a:lnTo>
                  <a:lnTo>
                    <a:pt x="1985057" y="4039566"/>
                  </a:lnTo>
                  <a:lnTo>
                    <a:pt x="1985057" y="4038942"/>
                  </a:lnTo>
                  <a:lnTo>
                    <a:pt x="1985203" y="4038942"/>
                  </a:lnTo>
                  <a:lnTo>
                    <a:pt x="1985203" y="4038319"/>
                  </a:lnTo>
                  <a:lnTo>
                    <a:pt x="1985348" y="4038319"/>
                  </a:lnTo>
                  <a:lnTo>
                    <a:pt x="1985494" y="4038319"/>
                  </a:lnTo>
                  <a:lnTo>
                    <a:pt x="1985639" y="4038319"/>
                  </a:lnTo>
                  <a:lnTo>
                    <a:pt x="1985785" y="4038319"/>
                  </a:lnTo>
                  <a:lnTo>
                    <a:pt x="1985930" y="4038319"/>
                  </a:lnTo>
                  <a:lnTo>
                    <a:pt x="1986075" y="4038319"/>
                  </a:lnTo>
                  <a:lnTo>
                    <a:pt x="1986221" y="4038319"/>
                  </a:lnTo>
                  <a:lnTo>
                    <a:pt x="1986366" y="4038319"/>
                  </a:lnTo>
                  <a:lnTo>
                    <a:pt x="1986512" y="4038319"/>
                  </a:lnTo>
                  <a:lnTo>
                    <a:pt x="1986512" y="4037695"/>
                  </a:lnTo>
                  <a:lnTo>
                    <a:pt x="1986657" y="4037695"/>
                  </a:lnTo>
                  <a:lnTo>
                    <a:pt x="1986803" y="4037695"/>
                  </a:lnTo>
                  <a:lnTo>
                    <a:pt x="1986948" y="4037695"/>
                  </a:lnTo>
                  <a:lnTo>
                    <a:pt x="1987093" y="4037695"/>
                  </a:lnTo>
                  <a:lnTo>
                    <a:pt x="1987239" y="4037695"/>
                  </a:lnTo>
                  <a:lnTo>
                    <a:pt x="1987384" y="4037695"/>
                  </a:lnTo>
                  <a:lnTo>
                    <a:pt x="1987530" y="4037695"/>
                  </a:lnTo>
                  <a:lnTo>
                    <a:pt x="1987675" y="4037695"/>
                  </a:lnTo>
                  <a:lnTo>
                    <a:pt x="1987675" y="4037071"/>
                  </a:lnTo>
                  <a:lnTo>
                    <a:pt x="1987675" y="4036448"/>
                  </a:lnTo>
                  <a:lnTo>
                    <a:pt x="1987821" y="4036448"/>
                  </a:lnTo>
                  <a:lnTo>
                    <a:pt x="1987966" y="4036448"/>
                  </a:lnTo>
                  <a:lnTo>
                    <a:pt x="1988111" y="4036448"/>
                  </a:lnTo>
                  <a:lnTo>
                    <a:pt x="1988257" y="4036448"/>
                  </a:lnTo>
                  <a:lnTo>
                    <a:pt x="1988402" y="4036448"/>
                  </a:lnTo>
                  <a:lnTo>
                    <a:pt x="1988548" y="4036448"/>
                  </a:lnTo>
                  <a:lnTo>
                    <a:pt x="1988693" y="4036448"/>
                  </a:lnTo>
                  <a:lnTo>
                    <a:pt x="1988839" y="4036448"/>
                  </a:lnTo>
                  <a:lnTo>
                    <a:pt x="1988984" y="4036448"/>
                  </a:lnTo>
                  <a:lnTo>
                    <a:pt x="1989129" y="4036448"/>
                  </a:lnTo>
                  <a:lnTo>
                    <a:pt x="1989275" y="4036448"/>
                  </a:lnTo>
                  <a:lnTo>
                    <a:pt x="1989420" y="4036448"/>
                  </a:lnTo>
                  <a:lnTo>
                    <a:pt x="1989566" y="4036448"/>
                  </a:lnTo>
                  <a:lnTo>
                    <a:pt x="1989711" y="4036448"/>
                  </a:lnTo>
                  <a:lnTo>
                    <a:pt x="1989857" y="4036448"/>
                  </a:lnTo>
                  <a:lnTo>
                    <a:pt x="1990002" y="4036448"/>
                  </a:lnTo>
                  <a:lnTo>
                    <a:pt x="1990147" y="4036448"/>
                  </a:lnTo>
                  <a:lnTo>
                    <a:pt x="1990293" y="4036448"/>
                  </a:lnTo>
                  <a:lnTo>
                    <a:pt x="1990438" y="4036448"/>
                  </a:lnTo>
                  <a:lnTo>
                    <a:pt x="1990584" y="4036448"/>
                  </a:lnTo>
                  <a:lnTo>
                    <a:pt x="1990729" y="4036448"/>
                  </a:lnTo>
                  <a:lnTo>
                    <a:pt x="1990729" y="4035824"/>
                  </a:lnTo>
                  <a:lnTo>
                    <a:pt x="1990875" y="4035824"/>
                  </a:lnTo>
                  <a:lnTo>
                    <a:pt x="1991020" y="4035824"/>
                  </a:lnTo>
                  <a:lnTo>
                    <a:pt x="1991165" y="4035824"/>
                  </a:lnTo>
                  <a:lnTo>
                    <a:pt x="1991311" y="4035824"/>
                  </a:lnTo>
                  <a:lnTo>
                    <a:pt x="1991456" y="4035824"/>
                  </a:lnTo>
                  <a:lnTo>
                    <a:pt x="1991602" y="4035824"/>
                  </a:lnTo>
                  <a:lnTo>
                    <a:pt x="1991747" y="4035824"/>
                  </a:lnTo>
                  <a:lnTo>
                    <a:pt x="1991892" y="4035824"/>
                  </a:lnTo>
                  <a:lnTo>
                    <a:pt x="1992038" y="4035824"/>
                  </a:lnTo>
                  <a:lnTo>
                    <a:pt x="1992183" y="4035824"/>
                  </a:lnTo>
                  <a:lnTo>
                    <a:pt x="1992329" y="4035824"/>
                  </a:lnTo>
                  <a:lnTo>
                    <a:pt x="1992474" y="4035824"/>
                  </a:lnTo>
                  <a:lnTo>
                    <a:pt x="1992620" y="4035824"/>
                  </a:lnTo>
                  <a:lnTo>
                    <a:pt x="1992765" y="4035824"/>
                  </a:lnTo>
                  <a:lnTo>
                    <a:pt x="1992765" y="4035201"/>
                  </a:lnTo>
                  <a:lnTo>
                    <a:pt x="1992910" y="4035201"/>
                  </a:lnTo>
                  <a:lnTo>
                    <a:pt x="1993056" y="4035201"/>
                  </a:lnTo>
                  <a:lnTo>
                    <a:pt x="1993201" y="4035201"/>
                  </a:lnTo>
                  <a:lnTo>
                    <a:pt x="1993347" y="4035201"/>
                  </a:lnTo>
                  <a:lnTo>
                    <a:pt x="1993492" y="4035201"/>
                  </a:lnTo>
                  <a:lnTo>
                    <a:pt x="1993638" y="4035201"/>
                  </a:lnTo>
                  <a:lnTo>
                    <a:pt x="1993783" y="4035201"/>
                  </a:lnTo>
                  <a:lnTo>
                    <a:pt x="1993928" y="4035201"/>
                  </a:lnTo>
                  <a:lnTo>
                    <a:pt x="1994074" y="4035201"/>
                  </a:lnTo>
                  <a:lnTo>
                    <a:pt x="1994219" y="4035201"/>
                  </a:lnTo>
                  <a:lnTo>
                    <a:pt x="1994365" y="4035201"/>
                  </a:lnTo>
                  <a:lnTo>
                    <a:pt x="1994510" y="4035201"/>
                  </a:lnTo>
                  <a:lnTo>
                    <a:pt x="1994510" y="4034577"/>
                  </a:lnTo>
                  <a:lnTo>
                    <a:pt x="1994656" y="4034577"/>
                  </a:lnTo>
                  <a:lnTo>
                    <a:pt x="1994801" y="4034577"/>
                  </a:lnTo>
                  <a:lnTo>
                    <a:pt x="1994946" y="4034577"/>
                  </a:lnTo>
                  <a:lnTo>
                    <a:pt x="1995092" y="4034577"/>
                  </a:lnTo>
                  <a:lnTo>
                    <a:pt x="1995237" y="4034577"/>
                  </a:lnTo>
                  <a:lnTo>
                    <a:pt x="1995383" y="4034577"/>
                  </a:lnTo>
                  <a:lnTo>
                    <a:pt x="1995528" y="4034577"/>
                  </a:lnTo>
                  <a:lnTo>
                    <a:pt x="1995674" y="4034577"/>
                  </a:lnTo>
                  <a:lnTo>
                    <a:pt x="1995819" y="4034577"/>
                  </a:lnTo>
                  <a:lnTo>
                    <a:pt x="1995964" y="4034577"/>
                  </a:lnTo>
                  <a:lnTo>
                    <a:pt x="1995964" y="4033954"/>
                  </a:lnTo>
                  <a:lnTo>
                    <a:pt x="1996110" y="4033954"/>
                  </a:lnTo>
                  <a:lnTo>
                    <a:pt x="1996255" y="4033954"/>
                  </a:lnTo>
                  <a:lnTo>
                    <a:pt x="1996401" y="4033954"/>
                  </a:lnTo>
                  <a:lnTo>
                    <a:pt x="1996546" y="4033954"/>
                  </a:lnTo>
                  <a:lnTo>
                    <a:pt x="1996692" y="4033954"/>
                  </a:lnTo>
                  <a:lnTo>
                    <a:pt x="1996837" y="4033954"/>
                  </a:lnTo>
                  <a:lnTo>
                    <a:pt x="1996837" y="4033330"/>
                  </a:lnTo>
                  <a:lnTo>
                    <a:pt x="1996982" y="4033330"/>
                  </a:lnTo>
                  <a:lnTo>
                    <a:pt x="1996982" y="4032706"/>
                  </a:lnTo>
                  <a:lnTo>
                    <a:pt x="1997128" y="4032706"/>
                  </a:lnTo>
                  <a:lnTo>
                    <a:pt x="1997273" y="4032706"/>
                  </a:lnTo>
                  <a:lnTo>
                    <a:pt x="1997419" y="4032706"/>
                  </a:lnTo>
                  <a:lnTo>
                    <a:pt x="1997564" y="4032706"/>
                  </a:lnTo>
                  <a:lnTo>
                    <a:pt x="1997564" y="4032083"/>
                  </a:lnTo>
                  <a:lnTo>
                    <a:pt x="1997564" y="4031459"/>
                  </a:lnTo>
                  <a:lnTo>
                    <a:pt x="1997710" y="4031459"/>
                  </a:lnTo>
                  <a:lnTo>
                    <a:pt x="1997855" y="4031459"/>
                  </a:lnTo>
                  <a:lnTo>
                    <a:pt x="1997855" y="4030836"/>
                  </a:lnTo>
                  <a:lnTo>
                    <a:pt x="1997855" y="4030212"/>
                  </a:lnTo>
                  <a:lnTo>
                    <a:pt x="1997855" y="4029588"/>
                  </a:lnTo>
                  <a:lnTo>
                    <a:pt x="1997855" y="4028965"/>
                  </a:lnTo>
                  <a:lnTo>
                    <a:pt x="1998000" y="4028965"/>
                  </a:lnTo>
                  <a:lnTo>
                    <a:pt x="1998146" y="4028965"/>
                  </a:lnTo>
                  <a:lnTo>
                    <a:pt x="1998291" y="4028965"/>
                  </a:lnTo>
                  <a:lnTo>
                    <a:pt x="1998291" y="4028341"/>
                  </a:lnTo>
                  <a:lnTo>
                    <a:pt x="1998437" y="4028341"/>
                  </a:lnTo>
                  <a:lnTo>
                    <a:pt x="1998437" y="4027718"/>
                  </a:lnTo>
                  <a:lnTo>
                    <a:pt x="1998582" y="4027718"/>
                  </a:lnTo>
                  <a:lnTo>
                    <a:pt x="1998727" y="4027718"/>
                  </a:lnTo>
                  <a:lnTo>
                    <a:pt x="1998873" y="4027718"/>
                  </a:lnTo>
                  <a:lnTo>
                    <a:pt x="1999018" y="4027718"/>
                  </a:lnTo>
                  <a:lnTo>
                    <a:pt x="1999164" y="4027718"/>
                  </a:lnTo>
                  <a:lnTo>
                    <a:pt x="1999309" y="4027718"/>
                  </a:lnTo>
                  <a:lnTo>
                    <a:pt x="1999455" y="4027718"/>
                  </a:lnTo>
                  <a:lnTo>
                    <a:pt x="1999600" y="4027718"/>
                  </a:lnTo>
                  <a:lnTo>
                    <a:pt x="1999600" y="4027094"/>
                  </a:lnTo>
                  <a:lnTo>
                    <a:pt x="1999745" y="4027094"/>
                  </a:lnTo>
                  <a:lnTo>
                    <a:pt x="1999745" y="4026471"/>
                  </a:lnTo>
                  <a:lnTo>
                    <a:pt x="1999891" y="4026471"/>
                  </a:lnTo>
                  <a:lnTo>
                    <a:pt x="2000036" y="4026471"/>
                  </a:lnTo>
                  <a:lnTo>
                    <a:pt x="2000182" y="4026471"/>
                  </a:lnTo>
                  <a:lnTo>
                    <a:pt x="2000327" y="4026471"/>
                  </a:lnTo>
                  <a:lnTo>
                    <a:pt x="2000473" y="4026471"/>
                  </a:lnTo>
                  <a:lnTo>
                    <a:pt x="2000618" y="4026471"/>
                  </a:lnTo>
                  <a:lnTo>
                    <a:pt x="2000763" y="4026471"/>
                  </a:lnTo>
                  <a:lnTo>
                    <a:pt x="2000909" y="4026471"/>
                  </a:lnTo>
                  <a:lnTo>
                    <a:pt x="2001054" y="4026471"/>
                  </a:lnTo>
                  <a:lnTo>
                    <a:pt x="2001054" y="4025847"/>
                  </a:lnTo>
                  <a:lnTo>
                    <a:pt x="2001054" y="4025223"/>
                  </a:lnTo>
                  <a:lnTo>
                    <a:pt x="2001200" y="4025223"/>
                  </a:lnTo>
                  <a:lnTo>
                    <a:pt x="2001345" y="4025223"/>
                  </a:lnTo>
                  <a:lnTo>
                    <a:pt x="2001345" y="4024600"/>
                  </a:lnTo>
                  <a:lnTo>
                    <a:pt x="2001491" y="4024600"/>
                  </a:lnTo>
                  <a:lnTo>
                    <a:pt x="2001636" y="4024600"/>
                  </a:lnTo>
                  <a:lnTo>
                    <a:pt x="2001781" y="4024600"/>
                  </a:lnTo>
                  <a:lnTo>
                    <a:pt x="2001781" y="4023976"/>
                  </a:lnTo>
                  <a:lnTo>
                    <a:pt x="2001927" y="4023976"/>
                  </a:lnTo>
                  <a:lnTo>
                    <a:pt x="2002072" y="4023976"/>
                  </a:lnTo>
                  <a:lnTo>
                    <a:pt x="2002072" y="4023353"/>
                  </a:lnTo>
                  <a:lnTo>
                    <a:pt x="2002218" y="4023353"/>
                  </a:lnTo>
                  <a:lnTo>
                    <a:pt x="2002218" y="4022729"/>
                  </a:lnTo>
                  <a:lnTo>
                    <a:pt x="2002363" y="4022729"/>
                  </a:lnTo>
                  <a:lnTo>
                    <a:pt x="2002509" y="4022729"/>
                  </a:lnTo>
                  <a:lnTo>
                    <a:pt x="2002654" y="4022729"/>
                  </a:lnTo>
                  <a:lnTo>
                    <a:pt x="2002654" y="4022105"/>
                  </a:lnTo>
                  <a:lnTo>
                    <a:pt x="2002799" y="4022105"/>
                  </a:lnTo>
                  <a:lnTo>
                    <a:pt x="2002945" y="4022105"/>
                  </a:lnTo>
                  <a:lnTo>
                    <a:pt x="2002945" y="4021482"/>
                  </a:lnTo>
                  <a:lnTo>
                    <a:pt x="2002945" y="4020858"/>
                  </a:lnTo>
                  <a:lnTo>
                    <a:pt x="2003090" y="4020858"/>
                  </a:lnTo>
                  <a:lnTo>
                    <a:pt x="2003236" y="4020858"/>
                  </a:lnTo>
                  <a:lnTo>
                    <a:pt x="2003381" y="4020858"/>
                  </a:lnTo>
                  <a:lnTo>
                    <a:pt x="2003527" y="4020858"/>
                  </a:lnTo>
                  <a:lnTo>
                    <a:pt x="2003672" y="4020858"/>
                  </a:lnTo>
                  <a:lnTo>
                    <a:pt x="2003817" y="4020858"/>
                  </a:lnTo>
                  <a:lnTo>
                    <a:pt x="2003963" y="4020858"/>
                  </a:lnTo>
                  <a:lnTo>
                    <a:pt x="2003963" y="4020235"/>
                  </a:lnTo>
                  <a:lnTo>
                    <a:pt x="2003963" y="4019611"/>
                  </a:lnTo>
                  <a:lnTo>
                    <a:pt x="2004108" y="4019611"/>
                  </a:lnTo>
                  <a:lnTo>
                    <a:pt x="2004254" y="4019611"/>
                  </a:lnTo>
                  <a:lnTo>
                    <a:pt x="2004399" y="4019611"/>
                  </a:lnTo>
                  <a:lnTo>
                    <a:pt x="2004545" y="4019611"/>
                  </a:lnTo>
                  <a:lnTo>
                    <a:pt x="2004690" y="4019611"/>
                  </a:lnTo>
                  <a:lnTo>
                    <a:pt x="2004835" y="4019611"/>
                  </a:lnTo>
                  <a:lnTo>
                    <a:pt x="2004981" y="4019611"/>
                  </a:lnTo>
                  <a:lnTo>
                    <a:pt x="2005126" y="4019611"/>
                  </a:lnTo>
                  <a:lnTo>
                    <a:pt x="2005126" y="4018988"/>
                  </a:lnTo>
                  <a:lnTo>
                    <a:pt x="2005126" y="4018364"/>
                  </a:lnTo>
                  <a:lnTo>
                    <a:pt x="2005126" y="4017740"/>
                  </a:lnTo>
                  <a:lnTo>
                    <a:pt x="2005272" y="4017740"/>
                  </a:lnTo>
                  <a:lnTo>
                    <a:pt x="2005272" y="4017117"/>
                  </a:lnTo>
                  <a:lnTo>
                    <a:pt x="2005417" y="4017117"/>
                  </a:lnTo>
                  <a:lnTo>
                    <a:pt x="2005562" y="4017117"/>
                  </a:lnTo>
                  <a:lnTo>
                    <a:pt x="2005708" y="4017117"/>
                  </a:lnTo>
                  <a:lnTo>
                    <a:pt x="2005853" y="4017117"/>
                  </a:lnTo>
                  <a:lnTo>
                    <a:pt x="2005999" y="4017117"/>
                  </a:lnTo>
                  <a:lnTo>
                    <a:pt x="2006144" y="4017117"/>
                  </a:lnTo>
                  <a:lnTo>
                    <a:pt x="2006290" y="4017117"/>
                  </a:lnTo>
                  <a:lnTo>
                    <a:pt x="2006435" y="4017117"/>
                  </a:lnTo>
                  <a:lnTo>
                    <a:pt x="2006580" y="4017117"/>
                  </a:lnTo>
                  <a:lnTo>
                    <a:pt x="2006726" y="4017117"/>
                  </a:lnTo>
                  <a:lnTo>
                    <a:pt x="2006726" y="4016493"/>
                  </a:lnTo>
                  <a:lnTo>
                    <a:pt x="2006871" y="4016493"/>
                  </a:lnTo>
                  <a:lnTo>
                    <a:pt x="2007017" y="4016493"/>
                  </a:lnTo>
                  <a:lnTo>
                    <a:pt x="2007162" y="4016493"/>
                  </a:lnTo>
                  <a:lnTo>
                    <a:pt x="2007162" y="4015870"/>
                  </a:lnTo>
                  <a:lnTo>
                    <a:pt x="2007308" y="4015870"/>
                  </a:lnTo>
                  <a:lnTo>
                    <a:pt x="2007453" y="4015870"/>
                  </a:lnTo>
                  <a:lnTo>
                    <a:pt x="2007453" y="4015246"/>
                  </a:lnTo>
                  <a:lnTo>
                    <a:pt x="2007598" y="4015246"/>
                  </a:lnTo>
                  <a:lnTo>
                    <a:pt x="2007598" y="4014622"/>
                  </a:lnTo>
                  <a:lnTo>
                    <a:pt x="2007744" y="4014622"/>
                  </a:lnTo>
                  <a:lnTo>
                    <a:pt x="2007889" y="4014622"/>
                  </a:lnTo>
                  <a:lnTo>
                    <a:pt x="2008035" y="4014622"/>
                  </a:lnTo>
                  <a:lnTo>
                    <a:pt x="2008180" y="4014622"/>
                  </a:lnTo>
                  <a:lnTo>
                    <a:pt x="2008326" y="4014622"/>
                  </a:lnTo>
                  <a:lnTo>
                    <a:pt x="2008471" y="4014622"/>
                  </a:lnTo>
                  <a:lnTo>
                    <a:pt x="2008616" y="4014622"/>
                  </a:lnTo>
                  <a:lnTo>
                    <a:pt x="2008762" y="4014622"/>
                  </a:lnTo>
                  <a:lnTo>
                    <a:pt x="2008907" y="4014622"/>
                  </a:lnTo>
                  <a:lnTo>
                    <a:pt x="2009053" y="4014622"/>
                  </a:lnTo>
                  <a:lnTo>
                    <a:pt x="2009198" y="4014622"/>
                  </a:lnTo>
                  <a:lnTo>
                    <a:pt x="2009344" y="4014622"/>
                  </a:lnTo>
                  <a:lnTo>
                    <a:pt x="2009344" y="4013999"/>
                  </a:lnTo>
                  <a:lnTo>
                    <a:pt x="2009489" y="4013999"/>
                  </a:lnTo>
                  <a:lnTo>
                    <a:pt x="2009634" y="4013999"/>
                  </a:lnTo>
                  <a:lnTo>
                    <a:pt x="2009634" y="4013375"/>
                  </a:lnTo>
                  <a:lnTo>
                    <a:pt x="2009780" y="4013375"/>
                  </a:lnTo>
                  <a:lnTo>
                    <a:pt x="2009925" y="4013375"/>
                  </a:lnTo>
                  <a:lnTo>
                    <a:pt x="2010071" y="4013375"/>
                  </a:lnTo>
                  <a:lnTo>
                    <a:pt x="2010216" y="4013375"/>
                  </a:lnTo>
                  <a:lnTo>
                    <a:pt x="2010362" y="4013375"/>
                  </a:lnTo>
                  <a:lnTo>
                    <a:pt x="2010507" y="4013375"/>
                  </a:lnTo>
                  <a:lnTo>
                    <a:pt x="2010652" y="4013375"/>
                  </a:lnTo>
                  <a:lnTo>
                    <a:pt x="2010798" y="4013375"/>
                  </a:lnTo>
                  <a:lnTo>
                    <a:pt x="2010943" y="4013375"/>
                  </a:lnTo>
                  <a:lnTo>
                    <a:pt x="2011089" y="4013375"/>
                  </a:lnTo>
                  <a:lnTo>
                    <a:pt x="2011234" y="4013375"/>
                  </a:lnTo>
                  <a:lnTo>
                    <a:pt x="2011380" y="4013375"/>
                  </a:lnTo>
                  <a:lnTo>
                    <a:pt x="2011525" y="4013375"/>
                  </a:lnTo>
                  <a:lnTo>
                    <a:pt x="2011670" y="4013375"/>
                  </a:lnTo>
                  <a:lnTo>
                    <a:pt x="2011816" y="4013375"/>
                  </a:lnTo>
                  <a:lnTo>
                    <a:pt x="2011961" y="4013375"/>
                  </a:lnTo>
                  <a:lnTo>
                    <a:pt x="2012107" y="4013375"/>
                  </a:lnTo>
                  <a:lnTo>
                    <a:pt x="2012252" y="4013375"/>
                  </a:lnTo>
                  <a:lnTo>
                    <a:pt x="2012252" y="4012752"/>
                  </a:lnTo>
                  <a:lnTo>
                    <a:pt x="2012397" y="4012752"/>
                  </a:lnTo>
                  <a:lnTo>
                    <a:pt x="2012397" y="4012128"/>
                  </a:lnTo>
                  <a:lnTo>
                    <a:pt x="2012543" y="4012128"/>
                  </a:lnTo>
                  <a:lnTo>
                    <a:pt x="2012543" y="4011505"/>
                  </a:lnTo>
                  <a:lnTo>
                    <a:pt x="2012688" y="4011505"/>
                  </a:lnTo>
                  <a:lnTo>
                    <a:pt x="2012834" y="4011505"/>
                  </a:lnTo>
                  <a:lnTo>
                    <a:pt x="2012834" y="4010881"/>
                  </a:lnTo>
                  <a:lnTo>
                    <a:pt x="2012979" y="4010881"/>
                  </a:lnTo>
                  <a:lnTo>
                    <a:pt x="2013125" y="4010881"/>
                  </a:lnTo>
                  <a:lnTo>
                    <a:pt x="2013270" y="4010881"/>
                  </a:lnTo>
                  <a:lnTo>
                    <a:pt x="2013415" y="4010881"/>
                  </a:lnTo>
                  <a:lnTo>
                    <a:pt x="2013561" y="4010881"/>
                  </a:lnTo>
                  <a:lnTo>
                    <a:pt x="2013706" y="4010881"/>
                  </a:lnTo>
                  <a:lnTo>
                    <a:pt x="2013852" y="4010881"/>
                  </a:lnTo>
                  <a:lnTo>
                    <a:pt x="2013997" y="4010881"/>
                  </a:lnTo>
                  <a:lnTo>
                    <a:pt x="2014143" y="4010881"/>
                  </a:lnTo>
                  <a:lnTo>
                    <a:pt x="2014143" y="4010257"/>
                  </a:lnTo>
                  <a:lnTo>
                    <a:pt x="2014288" y="4010257"/>
                  </a:lnTo>
                  <a:lnTo>
                    <a:pt x="2014433" y="4010257"/>
                  </a:lnTo>
                  <a:lnTo>
                    <a:pt x="2014433" y="4009634"/>
                  </a:lnTo>
                  <a:lnTo>
                    <a:pt x="2014579" y="4009634"/>
                  </a:lnTo>
                  <a:lnTo>
                    <a:pt x="2014724" y="4009634"/>
                  </a:lnTo>
                  <a:lnTo>
                    <a:pt x="2014724" y="4009010"/>
                  </a:lnTo>
                  <a:lnTo>
                    <a:pt x="2014870" y="4009010"/>
                  </a:lnTo>
                  <a:lnTo>
                    <a:pt x="2014870" y="4008387"/>
                  </a:lnTo>
                  <a:lnTo>
                    <a:pt x="2015015" y="4008387"/>
                  </a:lnTo>
                  <a:lnTo>
                    <a:pt x="2015161" y="4008387"/>
                  </a:lnTo>
                  <a:lnTo>
                    <a:pt x="2015306" y="4008387"/>
                  </a:lnTo>
                  <a:lnTo>
                    <a:pt x="2015451" y="4008387"/>
                  </a:lnTo>
                  <a:lnTo>
                    <a:pt x="2015597" y="4008387"/>
                  </a:lnTo>
                  <a:lnTo>
                    <a:pt x="2015742" y="4008387"/>
                  </a:lnTo>
                  <a:lnTo>
                    <a:pt x="2015888" y="4008387"/>
                  </a:lnTo>
                  <a:lnTo>
                    <a:pt x="2016033" y="4008387"/>
                  </a:lnTo>
                  <a:lnTo>
                    <a:pt x="2016033" y="4007763"/>
                  </a:lnTo>
                  <a:lnTo>
                    <a:pt x="2016179" y="4007763"/>
                  </a:lnTo>
                  <a:lnTo>
                    <a:pt x="2016179" y="4007139"/>
                  </a:lnTo>
                  <a:lnTo>
                    <a:pt x="2016324" y="4007139"/>
                  </a:lnTo>
                  <a:lnTo>
                    <a:pt x="2016324" y="4006516"/>
                  </a:lnTo>
                  <a:lnTo>
                    <a:pt x="2016324" y="4005892"/>
                  </a:lnTo>
                  <a:lnTo>
                    <a:pt x="2016469" y="4005892"/>
                  </a:lnTo>
                  <a:lnTo>
                    <a:pt x="2016615" y="4005892"/>
                  </a:lnTo>
                  <a:lnTo>
                    <a:pt x="2016615" y="4005269"/>
                  </a:lnTo>
                  <a:lnTo>
                    <a:pt x="2016760" y="4005269"/>
                  </a:lnTo>
                  <a:lnTo>
                    <a:pt x="2016906" y="4005269"/>
                  </a:lnTo>
                  <a:lnTo>
                    <a:pt x="2017051" y="4005269"/>
                  </a:lnTo>
                  <a:lnTo>
                    <a:pt x="2017197" y="4005269"/>
                  </a:lnTo>
                  <a:lnTo>
                    <a:pt x="2017342" y="4005269"/>
                  </a:lnTo>
                  <a:lnTo>
                    <a:pt x="2017487" y="4005269"/>
                  </a:lnTo>
                  <a:lnTo>
                    <a:pt x="2017633" y="4005269"/>
                  </a:lnTo>
                  <a:lnTo>
                    <a:pt x="2017778" y="4005269"/>
                  </a:lnTo>
                  <a:lnTo>
                    <a:pt x="2017924" y="4005269"/>
                  </a:lnTo>
                  <a:lnTo>
                    <a:pt x="2018069" y="4005269"/>
                  </a:lnTo>
                  <a:lnTo>
                    <a:pt x="2018215" y="4005269"/>
                  </a:lnTo>
                  <a:lnTo>
                    <a:pt x="2018360" y="4005269"/>
                  </a:lnTo>
                  <a:lnTo>
                    <a:pt x="2018505" y="4005269"/>
                  </a:lnTo>
                  <a:lnTo>
                    <a:pt x="2018651" y="4005269"/>
                  </a:lnTo>
                  <a:lnTo>
                    <a:pt x="2018796" y="4005269"/>
                  </a:lnTo>
                  <a:lnTo>
                    <a:pt x="2018942" y="4005269"/>
                  </a:lnTo>
                  <a:lnTo>
                    <a:pt x="2019087" y="4005269"/>
                  </a:lnTo>
                  <a:lnTo>
                    <a:pt x="2019087" y="4004645"/>
                  </a:lnTo>
                  <a:lnTo>
                    <a:pt x="2019232" y="4004645"/>
                  </a:lnTo>
                  <a:lnTo>
                    <a:pt x="2019378" y="4004645"/>
                  </a:lnTo>
                  <a:lnTo>
                    <a:pt x="2019523" y="4004645"/>
                  </a:lnTo>
                  <a:lnTo>
                    <a:pt x="2019669" y="4004645"/>
                  </a:lnTo>
                  <a:lnTo>
                    <a:pt x="2019669" y="4004022"/>
                  </a:lnTo>
                  <a:lnTo>
                    <a:pt x="2019814" y="4004022"/>
                  </a:lnTo>
                  <a:lnTo>
                    <a:pt x="2019960" y="4004022"/>
                  </a:lnTo>
                  <a:lnTo>
                    <a:pt x="2019960" y="4003398"/>
                  </a:lnTo>
                  <a:lnTo>
                    <a:pt x="2020105" y="4003398"/>
                  </a:lnTo>
                  <a:lnTo>
                    <a:pt x="2020250" y="4003398"/>
                  </a:lnTo>
                  <a:lnTo>
                    <a:pt x="2020396" y="4003398"/>
                  </a:lnTo>
                  <a:lnTo>
                    <a:pt x="2020541" y="4003398"/>
                  </a:lnTo>
                  <a:lnTo>
                    <a:pt x="2020687" y="4003398"/>
                  </a:lnTo>
                  <a:lnTo>
                    <a:pt x="2020832" y="4003398"/>
                  </a:lnTo>
                  <a:lnTo>
                    <a:pt x="2020978" y="4003398"/>
                  </a:lnTo>
                  <a:lnTo>
                    <a:pt x="2021123" y="4003398"/>
                  </a:lnTo>
                  <a:lnTo>
                    <a:pt x="2021268" y="4003398"/>
                  </a:lnTo>
                  <a:lnTo>
                    <a:pt x="2021414" y="4003398"/>
                  </a:lnTo>
                  <a:lnTo>
                    <a:pt x="2021414" y="4002774"/>
                  </a:lnTo>
                  <a:lnTo>
                    <a:pt x="2021414" y="4002151"/>
                  </a:lnTo>
                  <a:lnTo>
                    <a:pt x="2021559" y="4002151"/>
                  </a:lnTo>
                  <a:lnTo>
                    <a:pt x="2021705" y="4002151"/>
                  </a:lnTo>
                  <a:lnTo>
                    <a:pt x="2021850" y="4002151"/>
                  </a:lnTo>
                  <a:lnTo>
                    <a:pt x="2021850" y="4001527"/>
                  </a:lnTo>
                  <a:lnTo>
                    <a:pt x="2021850" y="4000904"/>
                  </a:lnTo>
                  <a:lnTo>
                    <a:pt x="2021996" y="4000904"/>
                  </a:lnTo>
                  <a:lnTo>
                    <a:pt x="2022141" y="4000904"/>
                  </a:lnTo>
                  <a:lnTo>
                    <a:pt x="2022286" y="4000904"/>
                  </a:lnTo>
                  <a:lnTo>
                    <a:pt x="2022432" y="4000904"/>
                  </a:lnTo>
                  <a:lnTo>
                    <a:pt x="2022577" y="4000904"/>
                  </a:lnTo>
                  <a:lnTo>
                    <a:pt x="2022577" y="4000280"/>
                  </a:lnTo>
                  <a:lnTo>
                    <a:pt x="2022723" y="4000280"/>
                  </a:lnTo>
                  <a:lnTo>
                    <a:pt x="2022868" y="4000280"/>
                  </a:lnTo>
                  <a:lnTo>
                    <a:pt x="2023014" y="4000280"/>
                  </a:lnTo>
                  <a:lnTo>
                    <a:pt x="2023159" y="4000280"/>
                  </a:lnTo>
                  <a:lnTo>
                    <a:pt x="2023159" y="3999656"/>
                  </a:lnTo>
                  <a:lnTo>
                    <a:pt x="2023304" y="3999656"/>
                  </a:lnTo>
                  <a:lnTo>
                    <a:pt x="2023304" y="3999033"/>
                  </a:lnTo>
                  <a:lnTo>
                    <a:pt x="2023304" y="3998409"/>
                  </a:lnTo>
                  <a:lnTo>
                    <a:pt x="2023450" y="3998409"/>
                  </a:lnTo>
                  <a:lnTo>
                    <a:pt x="2023595" y="3998409"/>
                  </a:lnTo>
                  <a:lnTo>
                    <a:pt x="2023595" y="3997786"/>
                  </a:lnTo>
                  <a:lnTo>
                    <a:pt x="2023741" y="3997786"/>
                  </a:lnTo>
                  <a:lnTo>
                    <a:pt x="2023886" y="3997786"/>
                  </a:lnTo>
                  <a:lnTo>
                    <a:pt x="2023886" y="3997162"/>
                  </a:lnTo>
                  <a:lnTo>
                    <a:pt x="2024032" y="3997162"/>
                  </a:lnTo>
                  <a:lnTo>
                    <a:pt x="2024177" y="3997162"/>
                  </a:lnTo>
                  <a:lnTo>
                    <a:pt x="2024322" y="3997162"/>
                  </a:lnTo>
                  <a:lnTo>
                    <a:pt x="2024468" y="3997162"/>
                  </a:lnTo>
                  <a:lnTo>
                    <a:pt x="2024613" y="3997162"/>
                  </a:lnTo>
                  <a:lnTo>
                    <a:pt x="2024613" y="3996539"/>
                  </a:lnTo>
                  <a:lnTo>
                    <a:pt x="2024759" y="3996539"/>
                  </a:lnTo>
                  <a:lnTo>
                    <a:pt x="2024904" y="3996539"/>
                  </a:lnTo>
                  <a:lnTo>
                    <a:pt x="2024904" y="3995915"/>
                  </a:lnTo>
                  <a:lnTo>
                    <a:pt x="2024904" y="3995291"/>
                  </a:lnTo>
                  <a:lnTo>
                    <a:pt x="2025050" y="3995291"/>
                  </a:lnTo>
                  <a:lnTo>
                    <a:pt x="2025050" y="3994668"/>
                  </a:lnTo>
                  <a:lnTo>
                    <a:pt x="2025195" y="3994668"/>
                  </a:lnTo>
                  <a:lnTo>
                    <a:pt x="2025195" y="3994044"/>
                  </a:lnTo>
                  <a:lnTo>
                    <a:pt x="2025340" y="3994044"/>
                  </a:lnTo>
                  <a:lnTo>
                    <a:pt x="2025486" y="3994044"/>
                  </a:lnTo>
                  <a:lnTo>
                    <a:pt x="2025631" y="3994044"/>
                  </a:lnTo>
                  <a:lnTo>
                    <a:pt x="2025631" y="3993421"/>
                  </a:lnTo>
                  <a:lnTo>
                    <a:pt x="2025777" y="3993421"/>
                  </a:lnTo>
                  <a:lnTo>
                    <a:pt x="2025922" y="3993421"/>
                  </a:lnTo>
                  <a:lnTo>
                    <a:pt x="2025922" y="3992797"/>
                  </a:lnTo>
                  <a:lnTo>
                    <a:pt x="2026067" y="3992797"/>
                  </a:lnTo>
                  <a:lnTo>
                    <a:pt x="2026213" y="3992797"/>
                  </a:lnTo>
                  <a:lnTo>
                    <a:pt x="2026213" y="3992174"/>
                  </a:lnTo>
                  <a:lnTo>
                    <a:pt x="2026358" y="3992174"/>
                  </a:lnTo>
                  <a:lnTo>
                    <a:pt x="2026504" y="3992174"/>
                  </a:lnTo>
                  <a:lnTo>
                    <a:pt x="2026649" y="3992174"/>
                  </a:lnTo>
                  <a:lnTo>
                    <a:pt x="2026795" y="3992174"/>
                  </a:lnTo>
                  <a:lnTo>
                    <a:pt x="2026940" y="3992174"/>
                  </a:lnTo>
                  <a:lnTo>
                    <a:pt x="2026940" y="3991550"/>
                  </a:lnTo>
                  <a:lnTo>
                    <a:pt x="2027085" y="3991550"/>
                  </a:lnTo>
                  <a:lnTo>
                    <a:pt x="2027231" y="3991550"/>
                  </a:lnTo>
                  <a:lnTo>
                    <a:pt x="2027376" y="3991550"/>
                  </a:lnTo>
                  <a:lnTo>
                    <a:pt x="2027522" y="3991550"/>
                  </a:lnTo>
                  <a:lnTo>
                    <a:pt x="2027667" y="3991550"/>
                  </a:lnTo>
                  <a:lnTo>
                    <a:pt x="2027813" y="3991550"/>
                  </a:lnTo>
                  <a:lnTo>
                    <a:pt x="2027958" y="3991550"/>
                  </a:lnTo>
                  <a:lnTo>
                    <a:pt x="2028103" y="3991550"/>
                  </a:lnTo>
                  <a:lnTo>
                    <a:pt x="2028249" y="3991550"/>
                  </a:lnTo>
                  <a:lnTo>
                    <a:pt x="2028394" y="3991550"/>
                  </a:lnTo>
                  <a:lnTo>
                    <a:pt x="2028540" y="3991550"/>
                  </a:lnTo>
                  <a:lnTo>
                    <a:pt x="2028540" y="3990926"/>
                  </a:lnTo>
                  <a:lnTo>
                    <a:pt x="2028685" y="3990926"/>
                  </a:lnTo>
                  <a:lnTo>
                    <a:pt x="2028685" y="3990303"/>
                  </a:lnTo>
                  <a:lnTo>
                    <a:pt x="2028831" y="3990303"/>
                  </a:lnTo>
                  <a:lnTo>
                    <a:pt x="2028976" y="3990303"/>
                  </a:lnTo>
                  <a:lnTo>
                    <a:pt x="2029121" y="3990303"/>
                  </a:lnTo>
                  <a:lnTo>
                    <a:pt x="2029121" y="3989679"/>
                  </a:lnTo>
                  <a:lnTo>
                    <a:pt x="2029267" y="3989679"/>
                  </a:lnTo>
                  <a:lnTo>
                    <a:pt x="2029412" y="3989679"/>
                  </a:lnTo>
                  <a:lnTo>
                    <a:pt x="2029558" y="3989679"/>
                  </a:lnTo>
                  <a:lnTo>
                    <a:pt x="2029703" y="3989679"/>
                  </a:lnTo>
                  <a:lnTo>
                    <a:pt x="2029849" y="3989679"/>
                  </a:lnTo>
                  <a:lnTo>
                    <a:pt x="2029994" y="3989679"/>
                  </a:lnTo>
                  <a:lnTo>
                    <a:pt x="2030139" y="3989679"/>
                  </a:lnTo>
                  <a:lnTo>
                    <a:pt x="2030139" y="3989056"/>
                  </a:lnTo>
                  <a:lnTo>
                    <a:pt x="2030139" y="3988432"/>
                  </a:lnTo>
                  <a:lnTo>
                    <a:pt x="2030285" y="3988432"/>
                  </a:lnTo>
                  <a:lnTo>
                    <a:pt x="2030430" y="3988432"/>
                  </a:lnTo>
                  <a:lnTo>
                    <a:pt x="2030430" y="3987808"/>
                  </a:lnTo>
                  <a:lnTo>
                    <a:pt x="2030430" y="3987185"/>
                  </a:lnTo>
                  <a:lnTo>
                    <a:pt x="2030576" y="3987185"/>
                  </a:lnTo>
                  <a:lnTo>
                    <a:pt x="2030721" y="3987185"/>
                  </a:lnTo>
                  <a:lnTo>
                    <a:pt x="2030867" y="3987185"/>
                  </a:lnTo>
                  <a:lnTo>
                    <a:pt x="2030867" y="3986561"/>
                  </a:lnTo>
                  <a:lnTo>
                    <a:pt x="2031012" y="3986561"/>
                  </a:lnTo>
                  <a:lnTo>
                    <a:pt x="2031157" y="3986561"/>
                  </a:lnTo>
                  <a:lnTo>
                    <a:pt x="2031303" y="3986561"/>
                  </a:lnTo>
                  <a:lnTo>
                    <a:pt x="2031448" y="3986561"/>
                  </a:lnTo>
                  <a:lnTo>
                    <a:pt x="2031594" y="3986561"/>
                  </a:lnTo>
                  <a:lnTo>
                    <a:pt x="2031739" y="3986561"/>
                  </a:lnTo>
                  <a:lnTo>
                    <a:pt x="2031885" y="3986561"/>
                  </a:lnTo>
                  <a:lnTo>
                    <a:pt x="2031885" y="3985938"/>
                  </a:lnTo>
                  <a:lnTo>
                    <a:pt x="2032030" y="3985938"/>
                  </a:lnTo>
                  <a:lnTo>
                    <a:pt x="2032175" y="3985938"/>
                  </a:lnTo>
                  <a:lnTo>
                    <a:pt x="2032321" y="3985938"/>
                  </a:lnTo>
                  <a:lnTo>
                    <a:pt x="2032466" y="3985938"/>
                  </a:lnTo>
                  <a:lnTo>
                    <a:pt x="2032612" y="3985938"/>
                  </a:lnTo>
                  <a:lnTo>
                    <a:pt x="2032612" y="3985314"/>
                  </a:lnTo>
                  <a:lnTo>
                    <a:pt x="2032757" y="3985314"/>
                  </a:lnTo>
                  <a:lnTo>
                    <a:pt x="2032902" y="3985314"/>
                  </a:lnTo>
                  <a:lnTo>
                    <a:pt x="2032902" y="3984691"/>
                  </a:lnTo>
                  <a:lnTo>
                    <a:pt x="2032902" y="3984067"/>
                  </a:lnTo>
                  <a:lnTo>
                    <a:pt x="2033048" y="3984067"/>
                  </a:lnTo>
                  <a:lnTo>
                    <a:pt x="2033193" y="3984067"/>
                  </a:lnTo>
                  <a:lnTo>
                    <a:pt x="2033339" y="3984067"/>
                  </a:lnTo>
                  <a:lnTo>
                    <a:pt x="2033484" y="3984067"/>
                  </a:lnTo>
                  <a:lnTo>
                    <a:pt x="2033630" y="3984067"/>
                  </a:lnTo>
                  <a:lnTo>
                    <a:pt x="2033775" y="3984067"/>
                  </a:lnTo>
                  <a:lnTo>
                    <a:pt x="2033920" y="3984067"/>
                  </a:lnTo>
                  <a:lnTo>
                    <a:pt x="2033920" y="3983443"/>
                  </a:lnTo>
                  <a:lnTo>
                    <a:pt x="2034066" y="3983443"/>
                  </a:lnTo>
                  <a:lnTo>
                    <a:pt x="2034066" y="3982820"/>
                  </a:lnTo>
                  <a:lnTo>
                    <a:pt x="2034211" y="3982820"/>
                  </a:lnTo>
                  <a:lnTo>
                    <a:pt x="2034357" y="3982820"/>
                  </a:lnTo>
                  <a:lnTo>
                    <a:pt x="2034502" y="3982820"/>
                  </a:lnTo>
                  <a:lnTo>
                    <a:pt x="2034648" y="3982820"/>
                  </a:lnTo>
                  <a:lnTo>
                    <a:pt x="2034793" y="3982820"/>
                  </a:lnTo>
                  <a:lnTo>
                    <a:pt x="2034938" y="3982820"/>
                  </a:lnTo>
                  <a:lnTo>
                    <a:pt x="2034938" y="3982196"/>
                  </a:lnTo>
                  <a:lnTo>
                    <a:pt x="2034938" y="3981573"/>
                  </a:lnTo>
                  <a:lnTo>
                    <a:pt x="2035084" y="3981573"/>
                  </a:lnTo>
                  <a:lnTo>
                    <a:pt x="2035229" y="3981573"/>
                  </a:lnTo>
                  <a:lnTo>
                    <a:pt x="2035375" y="3981573"/>
                  </a:lnTo>
                  <a:lnTo>
                    <a:pt x="2035520" y="3981573"/>
                  </a:lnTo>
                  <a:lnTo>
                    <a:pt x="2035666" y="3981573"/>
                  </a:lnTo>
                  <a:lnTo>
                    <a:pt x="2035811" y="3981573"/>
                  </a:lnTo>
                  <a:lnTo>
                    <a:pt x="2035811" y="3980949"/>
                  </a:lnTo>
                  <a:lnTo>
                    <a:pt x="2035956" y="3980949"/>
                  </a:lnTo>
                  <a:lnTo>
                    <a:pt x="2036102" y="3980949"/>
                  </a:lnTo>
                  <a:lnTo>
                    <a:pt x="2036247" y="3980949"/>
                  </a:lnTo>
                  <a:lnTo>
                    <a:pt x="2036393" y="3980949"/>
                  </a:lnTo>
                  <a:lnTo>
                    <a:pt x="2036538" y="3980949"/>
                  </a:lnTo>
                  <a:lnTo>
                    <a:pt x="2036684" y="3980949"/>
                  </a:lnTo>
                  <a:lnTo>
                    <a:pt x="2036829" y="3980949"/>
                  </a:lnTo>
                  <a:lnTo>
                    <a:pt x="2036974" y="3980949"/>
                  </a:lnTo>
                  <a:lnTo>
                    <a:pt x="2037120" y="3980949"/>
                  </a:lnTo>
                  <a:lnTo>
                    <a:pt x="2037265" y="3980949"/>
                  </a:lnTo>
                  <a:lnTo>
                    <a:pt x="2037411" y="3980949"/>
                  </a:lnTo>
                  <a:lnTo>
                    <a:pt x="2037556" y="3980949"/>
                  </a:lnTo>
                  <a:lnTo>
                    <a:pt x="2037556" y="3980325"/>
                  </a:lnTo>
                  <a:lnTo>
                    <a:pt x="2037702" y="3980325"/>
                  </a:lnTo>
                  <a:lnTo>
                    <a:pt x="2037847" y="3980325"/>
                  </a:lnTo>
                  <a:lnTo>
                    <a:pt x="2037992" y="3980325"/>
                  </a:lnTo>
                  <a:lnTo>
                    <a:pt x="2038138" y="3980325"/>
                  </a:lnTo>
                  <a:lnTo>
                    <a:pt x="2038283" y="3980325"/>
                  </a:lnTo>
                  <a:lnTo>
                    <a:pt x="2038429" y="3980325"/>
                  </a:lnTo>
                  <a:lnTo>
                    <a:pt x="2038429" y="3979702"/>
                  </a:lnTo>
                  <a:lnTo>
                    <a:pt x="2038574" y="3979702"/>
                  </a:lnTo>
                  <a:lnTo>
                    <a:pt x="2038720" y="3979702"/>
                  </a:lnTo>
                  <a:lnTo>
                    <a:pt x="2038865" y="3979702"/>
                  </a:lnTo>
                  <a:lnTo>
                    <a:pt x="2039010" y="3979702"/>
                  </a:lnTo>
                  <a:lnTo>
                    <a:pt x="2039156" y="3979702"/>
                  </a:lnTo>
                  <a:lnTo>
                    <a:pt x="2039156" y="3979078"/>
                  </a:lnTo>
                  <a:lnTo>
                    <a:pt x="2039301" y="3979078"/>
                  </a:lnTo>
                  <a:lnTo>
                    <a:pt x="2039447" y="3979078"/>
                  </a:lnTo>
                  <a:lnTo>
                    <a:pt x="2039592" y="3979078"/>
                  </a:lnTo>
                  <a:lnTo>
                    <a:pt x="2039737" y="3979078"/>
                  </a:lnTo>
                  <a:lnTo>
                    <a:pt x="2039883" y="3979078"/>
                  </a:lnTo>
                  <a:lnTo>
                    <a:pt x="2040028" y="3979078"/>
                  </a:lnTo>
                  <a:lnTo>
                    <a:pt x="2040174" y="3979078"/>
                  </a:lnTo>
                  <a:lnTo>
                    <a:pt x="2040174" y="3978455"/>
                  </a:lnTo>
                  <a:lnTo>
                    <a:pt x="2040319" y="3978455"/>
                  </a:lnTo>
                  <a:lnTo>
                    <a:pt x="2040465" y="3978455"/>
                  </a:lnTo>
                  <a:lnTo>
                    <a:pt x="2040610" y="3978455"/>
                  </a:lnTo>
                  <a:lnTo>
                    <a:pt x="2040755" y="3978455"/>
                  </a:lnTo>
                  <a:lnTo>
                    <a:pt x="2040901" y="3978455"/>
                  </a:lnTo>
                  <a:lnTo>
                    <a:pt x="2041046" y="3978455"/>
                  </a:lnTo>
                  <a:lnTo>
                    <a:pt x="2041192" y="3978455"/>
                  </a:lnTo>
                  <a:lnTo>
                    <a:pt x="2041337" y="3978455"/>
                  </a:lnTo>
                  <a:lnTo>
                    <a:pt x="2041483" y="3978455"/>
                  </a:lnTo>
                  <a:lnTo>
                    <a:pt x="2041483" y="3977831"/>
                  </a:lnTo>
                  <a:lnTo>
                    <a:pt x="2041628" y="3977831"/>
                  </a:lnTo>
                  <a:lnTo>
                    <a:pt x="2041773" y="3977831"/>
                  </a:lnTo>
                  <a:lnTo>
                    <a:pt x="2041919" y="3977831"/>
                  </a:lnTo>
                  <a:lnTo>
                    <a:pt x="2041919" y="3977208"/>
                  </a:lnTo>
                  <a:lnTo>
                    <a:pt x="2042064" y="3977208"/>
                  </a:lnTo>
                  <a:lnTo>
                    <a:pt x="2042210" y="3977208"/>
                  </a:lnTo>
                  <a:lnTo>
                    <a:pt x="2042355" y="3977208"/>
                  </a:lnTo>
                  <a:lnTo>
                    <a:pt x="2042501" y="3977208"/>
                  </a:lnTo>
                  <a:lnTo>
                    <a:pt x="2042646" y="3977208"/>
                  </a:lnTo>
                  <a:lnTo>
                    <a:pt x="2042791" y="3977208"/>
                  </a:lnTo>
                  <a:lnTo>
                    <a:pt x="2042937" y="3977208"/>
                  </a:lnTo>
                  <a:lnTo>
                    <a:pt x="2043082" y="3977208"/>
                  </a:lnTo>
                  <a:lnTo>
                    <a:pt x="2043228" y="3977208"/>
                  </a:lnTo>
                  <a:lnTo>
                    <a:pt x="2043373" y="3977208"/>
                  </a:lnTo>
                  <a:lnTo>
                    <a:pt x="2043519" y="3977208"/>
                  </a:lnTo>
                  <a:lnTo>
                    <a:pt x="2043519" y="3976584"/>
                  </a:lnTo>
                  <a:lnTo>
                    <a:pt x="2043664" y="3976584"/>
                  </a:lnTo>
                  <a:lnTo>
                    <a:pt x="2043809" y="3976584"/>
                  </a:lnTo>
                  <a:lnTo>
                    <a:pt x="2043955" y="3976584"/>
                  </a:lnTo>
                  <a:lnTo>
                    <a:pt x="2043955" y="3975960"/>
                  </a:lnTo>
                  <a:lnTo>
                    <a:pt x="2044100" y="3975960"/>
                  </a:lnTo>
                  <a:lnTo>
                    <a:pt x="2044246" y="3975960"/>
                  </a:lnTo>
                  <a:lnTo>
                    <a:pt x="2044391" y="3975960"/>
                  </a:lnTo>
                  <a:lnTo>
                    <a:pt x="2044391" y="3975337"/>
                  </a:lnTo>
                  <a:lnTo>
                    <a:pt x="2044391" y="3974713"/>
                  </a:lnTo>
                  <a:lnTo>
                    <a:pt x="2044537" y="3974713"/>
                  </a:lnTo>
                  <a:lnTo>
                    <a:pt x="2044682" y="3974713"/>
                  </a:lnTo>
                  <a:lnTo>
                    <a:pt x="2044827" y="3974713"/>
                  </a:lnTo>
                  <a:lnTo>
                    <a:pt x="2044973" y="3974713"/>
                  </a:lnTo>
                  <a:lnTo>
                    <a:pt x="2045118" y="3974713"/>
                  </a:lnTo>
                  <a:lnTo>
                    <a:pt x="2045264" y="3974713"/>
                  </a:lnTo>
                  <a:lnTo>
                    <a:pt x="2045264" y="3974090"/>
                  </a:lnTo>
                  <a:lnTo>
                    <a:pt x="2045409" y="3974090"/>
                  </a:lnTo>
                  <a:lnTo>
                    <a:pt x="2045555" y="3974090"/>
                  </a:lnTo>
                  <a:lnTo>
                    <a:pt x="2045555" y="3973466"/>
                  </a:lnTo>
                  <a:lnTo>
                    <a:pt x="2045700" y="3973466"/>
                  </a:lnTo>
                  <a:lnTo>
                    <a:pt x="2045700" y="3972842"/>
                  </a:lnTo>
                  <a:lnTo>
                    <a:pt x="2045845" y="3972842"/>
                  </a:lnTo>
                  <a:lnTo>
                    <a:pt x="2045991" y="3972842"/>
                  </a:lnTo>
                  <a:lnTo>
                    <a:pt x="2046136" y="3972842"/>
                  </a:lnTo>
                  <a:lnTo>
                    <a:pt x="2046282" y="3972842"/>
                  </a:lnTo>
                  <a:lnTo>
                    <a:pt x="2046282" y="3972219"/>
                  </a:lnTo>
                  <a:lnTo>
                    <a:pt x="2046427" y="3972219"/>
                  </a:lnTo>
                  <a:lnTo>
                    <a:pt x="2046572" y="3972219"/>
                  </a:lnTo>
                  <a:lnTo>
                    <a:pt x="2046718" y="3972219"/>
                  </a:lnTo>
                  <a:lnTo>
                    <a:pt x="2046863" y="3972219"/>
                  </a:lnTo>
                  <a:lnTo>
                    <a:pt x="2047009" y="3972219"/>
                  </a:lnTo>
                  <a:lnTo>
                    <a:pt x="2047154" y="3972219"/>
                  </a:lnTo>
                  <a:lnTo>
                    <a:pt x="2047300" y="3972219"/>
                  </a:lnTo>
                  <a:lnTo>
                    <a:pt x="2047445" y="3972219"/>
                  </a:lnTo>
                  <a:lnTo>
                    <a:pt x="2047590" y="3972219"/>
                  </a:lnTo>
                  <a:lnTo>
                    <a:pt x="2047736" y="3972219"/>
                  </a:lnTo>
                  <a:lnTo>
                    <a:pt x="2047881" y="3972219"/>
                  </a:lnTo>
                  <a:lnTo>
                    <a:pt x="2048027" y="3972219"/>
                  </a:lnTo>
                  <a:lnTo>
                    <a:pt x="2048172" y="3972219"/>
                  </a:lnTo>
                  <a:lnTo>
                    <a:pt x="2048318" y="3972219"/>
                  </a:lnTo>
                  <a:lnTo>
                    <a:pt x="2048318" y="3971595"/>
                  </a:lnTo>
                  <a:lnTo>
                    <a:pt x="2048463" y="3971595"/>
                  </a:lnTo>
                  <a:lnTo>
                    <a:pt x="2048608" y="3971595"/>
                  </a:lnTo>
                  <a:lnTo>
                    <a:pt x="2048754" y="3971595"/>
                  </a:lnTo>
                  <a:lnTo>
                    <a:pt x="2048899" y="3971595"/>
                  </a:lnTo>
                  <a:lnTo>
                    <a:pt x="2049045" y="3971595"/>
                  </a:lnTo>
                  <a:lnTo>
                    <a:pt x="2049190" y="3971595"/>
                  </a:lnTo>
                  <a:lnTo>
                    <a:pt x="2049336" y="3971595"/>
                  </a:lnTo>
                  <a:lnTo>
                    <a:pt x="2049481" y="3971595"/>
                  </a:lnTo>
                  <a:lnTo>
                    <a:pt x="2049481" y="3970972"/>
                  </a:lnTo>
                  <a:lnTo>
                    <a:pt x="2049626" y="3970972"/>
                  </a:lnTo>
                  <a:lnTo>
                    <a:pt x="2049772" y="3970972"/>
                  </a:lnTo>
                  <a:lnTo>
                    <a:pt x="2049917" y="3970972"/>
                  </a:lnTo>
                  <a:lnTo>
                    <a:pt x="2049917" y="3970348"/>
                  </a:lnTo>
                  <a:lnTo>
                    <a:pt x="2050063" y="3970348"/>
                  </a:lnTo>
                  <a:lnTo>
                    <a:pt x="2050208" y="3970348"/>
                  </a:lnTo>
                  <a:lnTo>
                    <a:pt x="2050354" y="3970348"/>
                  </a:lnTo>
                  <a:lnTo>
                    <a:pt x="2050354" y="3969725"/>
                  </a:lnTo>
                  <a:lnTo>
                    <a:pt x="2050354" y="3969101"/>
                  </a:lnTo>
                  <a:lnTo>
                    <a:pt x="2050499" y="3969101"/>
                  </a:lnTo>
                  <a:lnTo>
                    <a:pt x="2050499" y="3968477"/>
                  </a:lnTo>
                  <a:lnTo>
                    <a:pt x="2050499" y="3967854"/>
                  </a:lnTo>
                  <a:lnTo>
                    <a:pt x="2050644" y="3967854"/>
                  </a:lnTo>
                  <a:lnTo>
                    <a:pt x="2050790" y="3967854"/>
                  </a:lnTo>
                  <a:lnTo>
                    <a:pt x="2050790" y="3967230"/>
                  </a:lnTo>
                  <a:lnTo>
                    <a:pt x="2050935" y="3967230"/>
                  </a:lnTo>
                  <a:lnTo>
                    <a:pt x="2051081" y="3967230"/>
                  </a:lnTo>
                  <a:lnTo>
                    <a:pt x="2051226" y="3967230"/>
                  </a:lnTo>
                  <a:lnTo>
                    <a:pt x="2051226" y="3966607"/>
                  </a:lnTo>
                  <a:lnTo>
                    <a:pt x="2051372" y="3966607"/>
                  </a:lnTo>
                  <a:lnTo>
                    <a:pt x="2051517" y="3966607"/>
                  </a:lnTo>
                  <a:lnTo>
                    <a:pt x="2051662" y="3966607"/>
                  </a:lnTo>
                  <a:lnTo>
                    <a:pt x="2051808" y="3966607"/>
                  </a:lnTo>
                  <a:lnTo>
                    <a:pt x="2051953" y="3966607"/>
                  </a:lnTo>
                  <a:lnTo>
                    <a:pt x="2052099" y="3966607"/>
                  </a:lnTo>
                  <a:lnTo>
                    <a:pt x="2052244" y="3966607"/>
                  </a:lnTo>
                  <a:lnTo>
                    <a:pt x="2052390" y="3966607"/>
                  </a:lnTo>
                  <a:lnTo>
                    <a:pt x="2052535" y="3966607"/>
                  </a:lnTo>
                  <a:lnTo>
                    <a:pt x="2052680" y="3966607"/>
                  </a:lnTo>
                  <a:lnTo>
                    <a:pt x="2052680" y="3965983"/>
                  </a:lnTo>
                  <a:lnTo>
                    <a:pt x="2052680" y="3965359"/>
                  </a:lnTo>
                  <a:lnTo>
                    <a:pt x="2052826" y="3965359"/>
                  </a:lnTo>
                  <a:lnTo>
                    <a:pt x="2052826" y="3964736"/>
                  </a:lnTo>
                  <a:lnTo>
                    <a:pt x="2052971" y="3964736"/>
                  </a:lnTo>
                  <a:lnTo>
                    <a:pt x="2052971" y="3964112"/>
                  </a:lnTo>
                  <a:lnTo>
                    <a:pt x="2053117" y="3964112"/>
                  </a:lnTo>
                  <a:lnTo>
                    <a:pt x="2053262" y="3964112"/>
                  </a:lnTo>
                  <a:lnTo>
                    <a:pt x="2053407" y="3964112"/>
                  </a:lnTo>
                  <a:lnTo>
                    <a:pt x="2053407" y="3963489"/>
                  </a:lnTo>
                  <a:lnTo>
                    <a:pt x="2053553" y="3963489"/>
                  </a:lnTo>
                  <a:lnTo>
                    <a:pt x="2053698" y="3963489"/>
                  </a:lnTo>
                  <a:lnTo>
                    <a:pt x="2053844" y="3963489"/>
                  </a:lnTo>
                  <a:lnTo>
                    <a:pt x="2053844" y="3962865"/>
                  </a:lnTo>
                  <a:lnTo>
                    <a:pt x="2053989" y="3962865"/>
                  </a:lnTo>
                  <a:lnTo>
                    <a:pt x="2054135" y="3962865"/>
                  </a:lnTo>
                  <a:lnTo>
                    <a:pt x="2054280" y="3962865"/>
                  </a:lnTo>
                  <a:lnTo>
                    <a:pt x="2054280" y="3962242"/>
                  </a:lnTo>
                  <a:lnTo>
                    <a:pt x="2054425" y="3962242"/>
                  </a:lnTo>
                  <a:lnTo>
                    <a:pt x="2054425" y="3961618"/>
                  </a:lnTo>
                  <a:lnTo>
                    <a:pt x="2054571" y="3961618"/>
                  </a:lnTo>
                  <a:lnTo>
                    <a:pt x="2054716" y="3961618"/>
                  </a:lnTo>
                  <a:lnTo>
                    <a:pt x="2054716" y="3960994"/>
                  </a:lnTo>
                  <a:lnTo>
                    <a:pt x="2054862" y="3960994"/>
                  </a:lnTo>
                  <a:lnTo>
                    <a:pt x="2054862" y="3960371"/>
                  </a:lnTo>
                  <a:lnTo>
                    <a:pt x="2055007" y="3960371"/>
                  </a:lnTo>
                  <a:lnTo>
                    <a:pt x="2055153" y="3960371"/>
                  </a:lnTo>
                  <a:lnTo>
                    <a:pt x="2055298" y="3960371"/>
                  </a:lnTo>
                  <a:lnTo>
                    <a:pt x="2055443" y="3960371"/>
                  </a:lnTo>
                  <a:lnTo>
                    <a:pt x="2055589" y="3960371"/>
                  </a:lnTo>
                  <a:lnTo>
                    <a:pt x="2055734" y="3960371"/>
                  </a:lnTo>
                  <a:lnTo>
                    <a:pt x="2055880" y="3960371"/>
                  </a:lnTo>
                  <a:lnTo>
                    <a:pt x="2056025" y="3960371"/>
                  </a:lnTo>
                  <a:lnTo>
                    <a:pt x="2056171" y="3960371"/>
                  </a:lnTo>
                  <a:lnTo>
                    <a:pt x="2056171" y="3959747"/>
                  </a:lnTo>
                  <a:lnTo>
                    <a:pt x="2056316" y="3959747"/>
                  </a:lnTo>
                  <a:lnTo>
                    <a:pt x="2056461" y="3959747"/>
                  </a:lnTo>
                  <a:lnTo>
                    <a:pt x="2056607" y="3959747"/>
                  </a:lnTo>
                  <a:lnTo>
                    <a:pt x="2056607" y="3959124"/>
                  </a:lnTo>
                  <a:lnTo>
                    <a:pt x="2056607" y="3958500"/>
                  </a:lnTo>
                  <a:lnTo>
                    <a:pt x="2056607" y="3957876"/>
                  </a:lnTo>
                  <a:lnTo>
                    <a:pt x="2056752" y="3957876"/>
                  </a:lnTo>
                  <a:lnTo>
                    <a:pt x="2056898" y="3957876"/>
                  </a:lnTo>
                  <a:lnTo>
                    <a:pt x="2057043" y="3957876"/>
                  </a:lnTo>
                  <a:lnTo>
                    <a:pt x="2057189" y="3957876"/>
                  </a:lnTo>
                  <a:lnTo>
                    <a:pt x="2057334" y="3957876"/>
                  </a:lnTo>
                  <a:lnTo>
                    <a:pt x="2057479" y="3957876"/>
                  </a:lnTo>
                  <a:lnTo>
                    <a:pt x="2057625" y="3957876"/>
                  </a:lnTo>
                  <a:lnTo>
                    <a:pt x="2057625" y="3957253"/>
                  </a:lnTo>
                  <a:lnTo>
                    <a:pt x="2057770" y="3957253"/>
                  </a:lnTo>
                  <a:lnTo>
                    <a:pt x="2057916" y="3957253"/>
                  </a:lnTo>
                  <a:lnTo>
                    <a:pt x="2058061" y="3957253"/>
                  </a:lnTo>
                  <a:lnTo>
                    <a:pt x="2058207" y="3957253"/>
                  </a:lnTo>
                  <a:lnTo>
                    <a:pt x="2058352" y="3957253"/>
                  </a:lnTo>
                  <a:lnTo>
                    <a:pt x="2058497" y="3957253"/>
                  </a:lnTo>
                  <a:lnTo>
                    <a:pt x="2058643" y="3957253"/>
                  </a:lnTo>
                  <a:lnTo>
                    <a:pt x="2058788" y="3957253"/>
                  </a:lnTo>
                  <a:lnTo>
                    <a:pt x="2058788" y="3956629"/>
                  </a:lnTo>
                  <a:lnTo>
                    <a:pt x="2058934" y="3956629"/>
                  </a:lnTo>
                  <a:lnTo>
                    <a:pt x="2059079" y="3956629"/>
                  </a:lnTo>
                  <a:lnTo>
                    <a:pt x="2059079" y="3956006"/>
                  </a:lnTo>
                  <a:lnTo>
                    <a:pt x="2059225" y="3956006"/>
                  </a:lnTo>
                  <a:lnTo>
                    <a:pt x="2059370" y="3956006"/>
                  </a:lnTo>
                  <a:lnTo>
                    <a:pt x="2059515" y="3956006"/>
                  </a:lnTo>
                  <a:lnTo>
                    <a:pt x="2059515" y="3955382"/>
                  </a:lnTo>
                  <a:lnTo>
                    <a:pt x="2059661" y="3955382"/>
                  </a:lnTo>
                  <a:lnTo>
                    <a:pt x="2059806" y="3955382"/>
                  </a:lnTo>
                  <a:lnTo>
                    <a:pt x="2059952" y="3955382"/>
                  </a:lnTo>
                  <a:lnTo>
                    <a:pt x="2060097" y="3955382"/>
                  </a:lnTo>
                  <a:lnTo>
                    <a:pt x="2060242" y="3955382"/>
                  </a:lnTo>
                  <a:lnTo>
                    <a:pt x="2060388" y="3955382"/>
                  </a:lnTo>
                  <a:lnTo>
                    <a:pt x="2060533" y="3955382"/>
                  </a:lnTo>
                  <a:lnTo>
                    <a:pt x="2060679" y="3955382"/>
                  </a:lnTo>
                  <a:lnTo>
                    <a:pt x="2060824" y="3955382"/>
                  </a:lnTo>
                  <a:lnTo>
                    <a:pt x="2060970" y="3955382"/>
                  </a:lnTo>
                  <a:lnTo>
                    <a:pt x="2061115" y="3955382"/>
                  </a:lnTo>
                  <a:lnTo>
                    <a:pt x="2061260" y="3955382"/>
                  </a:lnTo>
                  <a:lnTo>
                    <a:pt x="2061406" y="3955382"/>
                  </a:lnTo>
                  <a:lnTo>
                    <a:pt x="2061551" y="3955382"/>
                  </a:lnTo>
                  <a:lnTo>
                    <a:pt x="2061697" y="3955382"/>
                  </a:lnTo>
                  <a:lnTo>
                    <a:pt x="2061697" y="3954759"/>
                  </a:lnTo>
                  <a:lnTo>
                    <a:pt x="2061842" y="3954759"/>
                  </a:lnTo>
                  <a:lnTo>
                    <a:pt x="2061988" y="3954759"/>
                  </a:lnTo>
                  <a:lnTo>
                    <a:pt x="2062133" y="3954759"/>
                  </a:lnTo>
                  <a:lnTo>
                    <a:pt x="2062133" y="3954135"/>
                  </a:lnTo>
                  <a:lnTo>
                    <a:pt x="2062133" y="3953511"/>
                  </a:lnTo>
                  <a:lnTo>
                    <a:pt x="2062133" y="3952888"/>
                  </a:lnTo>
                  <a:lnTo>
                    <a:pt x="2062133" y="3952264"/>
                  </a:lnTo>
                  <a:lnTo>
                    <a:pt x="2062133" y="3951641"/>
                  </a:lnTo>
                  <a:lnTo>
                    <a:pt x="2062278" y="3951641"/>
                  </a:lnTo>
                  <a:lnTo>
                    <a:pt x="2062424" y="3951641"/>
                  </a:lnTo>
                  <a:lnTo>
                    <a:pt x="2062569" y="3951641"/>
                  </a:lnTo>
                  <a:lnTo>
                    <a:pt x="2062715" y="3951641"/>
                  </a:lnTo>
                  <a:lnTo>
                    <a:pt x="2062860" y="3951641"/>
                  </a:lnTo>
                  <a:lnTo>
                    <a:pt x="2062860" y="3951017"/>
                  </a:lnTo>
                  <a:lnTo>
                    <a:pt x="2063006" y="3951017"/>
                  </a:lnTo>
                  <a:lnTo>
                    <a:pt x="2063151" y="3951017"/>
                  </a:lnTo>
                  <a:lnTo>
                    <a:pt x="2063296" y="3951017"/>
                  </a:lnTo>
                  <a:lnTo>
                    <a:pt x="2063442" y="3951017"/>
                  </a:lnTo>
                  <a:lnTo>
                    <a:pt x="2063587" y="3951017"/>
                  </a:lnTo>
                  <a:lnTo>
                    <a:pt x="2063733" y="3951017"/>
                  </a:lnTo>
                  <a:lnTo>
                    <a:pt x="2063878" y="3951017"/>
                  </a:lnTo>
                  <a:lnTo>
                    <a:pt x="2064024" y="3951017"/>
                  </a:lnTo>
                  <a:lnTo>
                    <a:pt x="2064169" y="3951017"/>
                  </a:lnTo>
                  <a:lnTo>
                    <a:pt x="2064169" y="3950393"/>
                  </a:lnTo>
                  <a:lnTo>
                    <a:pt x="2064314" y="3950393"/>
                  </a:lnTo>
                  <a:lnTo>
                    <a:pt x="2064460" y="3950393"/>
                  </a:lnTo>
                  <a:lnTo>
                    <a:pt x="2064605" y="3950393"/>
                  </a:lnTo>
                  <a:lnTo>
                    <a:pt x="2064605" y="3949770"/>
                  </a:lnTo>
                  <a:lnTo>
                    <a:pt x="2064605" y="3949146"/>
                  </a:lnTo>
                  <a:lnTo>
                    <a:pt x="2064751" y="3949146"/>
                  </a:lnTo>
                  <a:lnTo>
                    <a:pt x="2064896" y="3949146"/>
                  </a:lnTo>
                  <a:lnTo>
                    <a:pt x="2065042" y="3949146"/>
                  </a:lnTo>
                  <a:lnTo>
                    <a:pt x="2065187" y="3949146"/>
                  </a:lnTo>
                  <a:lnTo>
                    <a:pt x="2065187" y="3948523"/>
                  </a:lnTo>
                  <a:lnTo>
                    <a:pt x="2065332" y="3948523"/>
                  </a:lnTo>
                  <a:lnTo>
                    <a:pt x="2065478" y="3948523"/>
                  </a:lnTo>
                  <a:lnTo>
                    <a:pt x="2065478" y="3947899"/>
                  </a:lnTo>
                  <a:lnTo>
                    <a:pt x="2065623" y="3947899"/>
                  </a:lnTo>
                  <a:lnTo>
                    <a:pt x="2065623" y="3947276"/>
                  </a:lnTo>
                  <a:lnTo>
                    <a:pt x="2065623" y="3946652"/>
                  </a:lnTo>
                  <a:lnTo>
                    <a:pt x="2065769" y="3946652"/>
                  </a:lnTo>
                  <a:lnTo>
                    <a:pt x="2065769" y="3946028"/>
                  </a:lnTo>
                  <a:lnTo>
                    <a:pt x="2065914" y="3946028"/>
                  </a:lnTo>
                  <a:lnTo>
                    <a:pt x="2066059" y="3946028"/>
                  </a:lnTo>
                  <a:lnTo>
                    <a:pt x="2066205" y="3946028"/>
                  </a:lnTo>
                  <a:lnTo>
                    <a:pt x="2066350" y="3946028"/>
                  </a:lnTo>
                  <a:lnTo>
                    <a:pt x="2066496" y="3946028"/>
                  </a:lnTo>
                  <a:lnTo>
                    <a:pt x="2066641" y="3946028"/>
                  </a:lnTo>
                  <a:lnTo>
                    <a:pt x="2066787" y="3946028"/>
                  </a:lnTo>
                  <a:lnTo>
                    <a:pt x="2066932" y="3946028"/>
                  </a:lnTo>
                  <a:lnTo>
                    <a:pt x="2067077" y="3946028"/>
                  </a:lnTo>
                  <a:lnTo>
                    <a:pt x="2067077" y="3945405"/>
                  </a:lnTo>
                  <a:lnTo>
                    <a:pt x="2067223" y="3945405"/>
                  </a:lnTo>
                  <a:lnTo>
                    <a:pt x="2067368" y="3945405"/>
                  </a:lnTo>
                  <a:lnTo>
                    <a:pt x="2067514" y="3945405"/>
                  </a:lnTo>
                  <a:lnTo>
                    <a:pt x="2067659" y="3945405"/>
                  </a:lnTo>
                  <a:lnTo>
                    <a:pt x="2067805" y="3945405"/>
                  </a:lnTo>
                  <a:lnTo>
                    <a:pt x="2067950" y="3945405"/>
                  </a:lnTo>
                  <a:lnTo>
                    <a:pt x="2067950" y="3944781"/>
                  </a:lnTo>
                  <a:lnTo>
                    <a:pt x="2068095" y="3944781"/>
                  </a:lnTo>
                  <a:lnTo>
                    <a:pt x="2068241" y="3944781"/>
                  </a:lnTo>
                  <a:lnTo>
                    <a:pt x="2068386" y="3944781"/>
                  </a:lnTo>
                  <a:lnTo>
                    <a:pt x="2068532" y="3944781"/>
                  </a:lnTo>
                  <a:lnTo>
                    <a:pt x="2068677" y="3944781"/>
                  </a:lnTo>
                  <a:lnTo>
                    <a:pt x="2068823" y="3944781"/>
                  </a:lnTo>
                  <a:lnTo>
                    <a:pt x="2068968" y="3944781"/>
                  </a:lnTo>
                  <a:lnTo>
                    <a:pt x="2068968" y="3944158"/>
                  </a:lnTo>
                  <a:lnTo>
                    <a:pt x="2069113" y="3944158"/>
                  </a:lnTo>
                  <a:lnTo>
                    <a:pt x="2069113" y="3943534"/>
                  </a:lnTo>
                  <a:lnTo>
                    <a:pt x="2069259" y="3943534"/>
                  </a:lnTo>
                  <a:lnTo>
                    <a:pt x="2069259" y="3942911"/>
                  </a:lnTo>
                  <a:lnTo>
                    <a:pt x="2069404" y="3942911"/>
                  </a:lnTo>
                  <a:lnTo>
                    <a:pt x="2069550" y="3942911"/>
                  </a:lnTo>
                  <a:lnTo>
                    <a:pt x="2069695" y="3942911"/>
                  </a:lnTo>
                  <a:lnTo>
                    <a:pt x="2069695" y="3942287"/>
                  </a:lnTo>
                  <a:lnTo>
                    <a:pt x="2069695" y="3941663"/>
                  </a:lnTo>
                  <a:lnTo>
                    <a:pt x="2069695" y="3941040"/>
                  </a:lnTo>
                  <a:lnTo>
                    <a:pt x="2069695" y="3940416"/>
                  </a:lnTo>
                  <a:lnTo>
                    <a:pt x="2069841" y="3940416"/>
                  </a:lnTo>
                  <a:lnTo>
                    <a:pt x="2069841" y="3939793"/>
                  </a:lnTo>
                  <a:lnTo>
                    <a:pt x="2069986" y="3939793"/>
                  </a:lnTo>
                  <a:lnTo>
                    <a:pt x="2070131" y="3939793"/>
                  </a:lnTo>
                  <a:lnTo>
                    <a:pt x="2070277" y="3939793"/>
                  </a:lnTo>
                  <a:lnTo>
                    <a:pt x="2070422" y="3939793"/>
                  </a:lnTo>
                  <a:lnTo>
                    <a:pt x="2070568" y="3939793"/>
                  </a:lnTo>
                  <a:lnTo>
                    <a:pt x="2070713" y="3939793"/>
                  </a:lnTo>
                  <a:lnTo>
                    <a:pt x="2070859" y="3939793"/>
                  </a:lnTo>
                  <a:lnTo>
                    <a:pt x="2071004" y="3939793"/>
                  </a:lnTo>
                  <a:lnTo>
                    <a:pt x="2071149" y="3939793"/>
                  </a:lnTo>
                  <a:lnTo>
                    <a:pt x="2071295" y="3939793"/>
                  </a:lnTo>
                  <a:lnTo>
                    <a:pt x="2071440" y="3939793"/>
                  </a:lnTo>
                  <a:lnTo>
                    <a:pt x="2071586" y="3939793"/>
                  </a:lnTo>
                  <a:lnTo>
                    <a:pt x="2071586" y="3939169"/>
                  </a:lnTo>
                  <a:lnTo>
                    <a:pt x="2071586" y="3938545"/>
                  </a:lnTo>
                  <a:lnTo>
                    <a:pt x="2071731" y="3938545"/>
                  </a:lnTo>
                  <a:lnTo>
                    <a:pt x="2071877" y="3938545"/>
                  </a:lnTo>
                  <a:lnTo>
                    <a:pt x="2071877" y="3937922"/>
                  </a:lnTo>
                  <a:lnTo>
                    <a:pt x="2072022" y="3937922"/>
                  </a:lnTo>
                  <a:lnTo>
                    <a:pt x="2072167" y="3937922"/>
                  </a:lnTo>
                  <a:lnTo>
                    <a:pt x="2072313" y="3937922"/>
                  </a:lnTo>
                  <a:lnTo>
                    <a:pt x="2072458" y="3937922"/>
                  </a:lnTo>
                  <a:lnTo>
                    <a:pt x="2072604" y="3937922"/>
                  </a:lnTo>
                  <a:lnTo>
                    <a:pt x="2072749" y="3937922"/>
                  </a:lnTo>
                  <a:lnTo>
                    <a:pt x="2072894" y="3937922"/>
                  </a:lnTo>
                  <a:lnTo>
                    <a:pt x="2072894" y="3937298"/>
                  </a:lnTo>
                  <a:lnTo>
                    <a:pt x="2073040" y="3937298"/>
                  </a:lnTo>
                  <a:lnTo>
                    <a:pt x="2073040" y="3936675"/>
                  </a:lnTo>
                  <a:lnTo>
                    <a:pt x="2073185" y="3936675"/>
                  </a:lnTo>
                  <a:lnTo>
                    <a:pt x="2073331" y="3936675"/>
                  </a:lnTo>
                  <a:lnTo>
                    <a:pt x="2073476" y="3936675"/>
                  </a:lnTo>
                  <a:lnTo>
                    <a:pt x="2073622" y="3936675"/>
                  </a:lnTo>
                  <a:lnTo>
                    <a:pt x="2073767" y="3936675"/>
                  </a:lnTo>
                  <a:lnTo>
                    <a:pt x="2073767" y="3936051"/>
                  </a:lnTo>
                  <a:lnTo>
                    <a:pt x="2073912" y="3936051"/>
                  </a:lnTo>
                  <a:lnTo>
                    <a:pt x="2074058" y="3936051"/>
                  </a:lnTo>
                  <a:lnTo>
                    <a:pt x="2074203" y="3936051"/>
                  </a:lnTo>
                  <a:lnTo>
                    <a:pt x="2074349" y="3936051"/>
                  </a:lnTo>
                  <a:lnTo>
                    <a:pt x="2074349" y="3935428"/>
                  </a:lnTo>
                  <a:lnTo>
                    <a:pt x="2074349" y="3934804"/>
                  </a:lnTo>
                  <a:lnTo>
                    <a:pt x="2074349" y="3934180"/>
                  </a:lnTo>
                  <a:lnTo>
                    <a:pt x="2074494" y="3934180"/>
                  </a:lnTo>
                  <a:lnTo>
                    <a:pt x="2074640" y="3934180"/>
                  </a:lnTo>
                  <a:lnTo>
                    <a:pt x="2074640" y="3933557"/>
                  </a:lnTo>
                  <a:lnTo>
                    <a:pt x="2074785" y="3933557"/>
                  </a:lnTo>
                  <a:lnTo>
                    <a:pt x="2074930" y="3933557"/>
                  </a:lnTo>
                  <a:lnTo>
                    <a:pt x="2075076" y="3933557"/>
                  </a:lnTo>
                  <a:lnTo>
                    <a:pt x="2075076" y="3932933"/>
                  </a:lnTo>
                  <a:lnTo>
                    <a:pt x="2075221" y="3932933"/>
                  </a:lnTo>
                  <a:lnTo>
                    <a:pt x="2075367" y="3932933"/>
                  </a:lnTo>
                  <a:lnTo>
                    <a:pt x="2075512" y="3932933"/>
                  </a:lnTo>
                  <a:lnTo>
                    <a:pt x="2075658" y="3932933"/>
                  </a:lnTo>
                  <a:lnTo>
                    <a:pt x="2075803" y="3932933"/>
                  </a:lnTo>
                  <a:lnTo>
                    <a:pt x="2075948" y="3932933"/>
                  </a:lnTo>
                  <a:lnTo>
                    <a:pt x="2076094" y="3932933"/>
                  </a:lnTo>
                  <a:lnTo>
                    <a:pt x="2076239" y="3932933"/>
                  </a:lnTo>
                  <a:lnTo>
                    <a:pt x="2076239" y="3932310"/>
                  </a:lnTo>
                  <a:lnTo>
                    <a:pt x="2076239" y="3931686"/>
                  </a:lnTo>
                  <a:lnTo>
                    <a:pt x="2076239" y="3931062"/>
                  </a:lnTo>
                  <a:lnTo>
                    <a:pt x="2076385" y="3931062"/>
                  </a:lnTo>
                  <a:lnTo>
                    <a:pt x="2076530" y="3931062"/>
                  </a:lnTo>
                  <a:lnTo>
                    <a:pt x="2076676" y="3931062"/>
                  </a:lnTo>
                  <a:lnTo>
                    <a:pt x="2076821" y="3931062"/>
                  </a:lnTo>
                  <a:lnTo>
                    <a:pt x="2076966" y="3931062"/>
                  </a:lnTo>
                  <a:lnTo>
                    <a:pt x="2077112" y="3931062"/>
                  </a:lnTo>
                  <a:lnTo>
                    <a:pt x="2077112" y="3930439"/>
                  </a:lnTo>
                  <a:lnTo>
                    <a:pt x="2077257" y="3930439"/>
                  </a:lnTo>
                  <a:lnTo>
                    <a:pt x="2077403" y="3930439"/>
                  </a:lnTo>
                  <a:lnTo>
                    <a:pt x="2077548" y="3930439"/>
                  </a:lnTo>
                  <a:lnTo>
                    <a:pt x="2077548" y="3929815"/>
                  </a:lnTo>
                  <a:lnTo>
                    <a:pt x="2077694" y="3929815"/>
                  </a:lnTo>
                  <a:lnTo>
                    <a:pt x="2077839" y="3929815"/>
                  </a:lnTo>
                  <a:lnTo>
                    <a:pt x="2077984" y="3929815"/>
                  </a:lnTo>
                  <a:lnTo>
                    <a:pt x="2078130" y="3929815"/>
                  </a:lnTo>
                  <a:lnTo>
                    <a:pt x="2078130" y="3929192"/>
                  </a:lnTo>
                  <a:lnTo>
                    <a:pt x="2078275" y="3929192"/>
                  </a:lnTo>
                  <a:lnTo>
                    <a:pt x="2078421" y="3929192"/>
                  </a:lnTo>
                  <a:lnTo>
                    <a:pt x="2078421" y="3928568"/>
                  </a:lnTo>
                  <a:lnTo>
                    <a:pt x="2078566" y="3928568"/>
                  </a:lnTo>
                  <a:lnTo>
                    <a:pt x="2078712" y="3928568"/>
                  </a:lnTo>
                  <a:lnTo>
                    <a:pt x="2078857" y="3928568"/>
                  </a:lnTo>
                  <a:lnTo>
                    <a:pt x="2079002" y="3928568"/>
                  </a:lnTo>
                  <a:lnTo>
                    <a:pt x="2079148" y="3928568"/>
                  </a:lnTo>
                  <a:lnTo>
                    <a:pt x="2079293" y="3928568"/>
                  </a:lnTo>
                  <a:lnTo>
                    <a:pt x="2079293" y="3927945"/>
                  </a:lnTo>
                  <a:lnTo>
                    <a:pt x="2079439" y="3927945"/>
                  </a:lnTo>
                  <a:lnTo>
                    <a:pt x="2079584" y="3927945"/>
                  </a:lnTo>
                  <a:lnTo>
                    <a:pt x="2079729" y="3927945"/>
                  </a:lnTo>
                  <a:lnTo>
                    <a:pt x="2079875" y="3927945"/>
                  </a:lnTo>
                  <a:lnTo>
                    <a:pt x="2080020" y="3927945"/>
                  </a:lnTo>
                  <a:lnTo>
                    <a:pt x="2080166" y="3927945"/>
                  </a:lnTo>
                  <a:lnTo>
                    <a:pt x="2080311" y="3927945"/>
                  </a:lnTo>
                  <a:lnTo>
                    <a:pt x="2080457" y="3927945"/>
                  </a:lnTo>
                  <a:lnTo>
                    <a:pt x="2080602" y="3927945"/>
                  </a:lnTo>
                  <a:lnTo>
                    <a:pt x="2080747" y="3927945"/>
                  </a:lnTo>
                  <a:lnTo>
                    <a:pt x="2080893" y="3927945"/>
                  </a:lnTo>
                  <a:lnTo>
                    <a:pt x="2080893" y="3927321"/>
                  </a:lnTo>
                  <a:lnTo>
                    <a:pt x="2081038" y="3927321"/>
                  </a:lnTo>
                  <a:lnTo>
                    <a:pt x="2081184" y="3927321"/>
                  </a:lnTo>
                  <a:lnTo>
                    <a:pt x="2081329" y="3927321"/>
                  </a:lnTo>
                  <a:lnTo>
                    <a:pt x="2081475" y="3927321"/>
                  </a:lnTo>
                  <a:lnTo>
                    <a:pt x="2081620" y="3927321"/>
                  </a:lnTo>
                  <a:lnTo>
                    <a:pt x="2081765" y="3927321"/>
                  </a:lnTo>
                  <a:lnTo>
                    <a:pt x="2081911" y="3927321"/>
                  </a:lnTo>
                  <a:lnTo>
                    <a:pt x="2082056" y="3927321"/>
                  </a:lnTo>
                  <a:lnTo>
                    <a:pt x="2082202" y="3927321"/>
                  </a:lnTo>
                  <a:lnTo>
                    <a:pt x="2082347" y="3927321"/>
                  </a:lnTo>
                  <a:lnTo>
                    <a:pt x="2082493" y="3927321"/>
                  </a:lnTo>
                  <a:lnTo>
                    <a:pt x="2082638" y="3927321"/>
                  </a:lnTo>
                  <a:lnTo>
                    <a:pt x="2082783" y="3927321"/>
                  </a:lnTo>
                  <a:lnTo>
                    <a:pt x="2082929" y="3927321"/>
                  </a:lnTo>
                  <a:lnTo>
                    <a:pt x="2083074" y="3927321"/>
                  </a:lnTo>
                  <a:lnTo>
                    <a:pt x="2083220" y="3927321"/>
                  </a:lnTo>
                  <a:lnTo>
                    <a:pt x="2083365" y="3927321"/>
                  </a:lnTo>
                  <a:lnTo>
                    <a:pt x="2083511" y="3927321"/>
                  </a:lnTo>
                  <a:lnTo>
                    <a:pt x="2083656" y="3927321"/>
                  </a:lnTo>
                  <a:lnTo>
                    <a:pt x="2083801" y="3927321"/>
                  </a:lnTo>
                  <a:lnTo>
                    <a:pt x="2083947" y="3927321"/>
                  </a:lnTo>
                  <a:lnTo>
                    <a:pt x="2083947" y="3926697"/>
                  </a:lnTo>
                  <a:lnTo>
                    <a:pt x="2084092" y="3926697"/>
                  </a:lnTo>
                  <a:lnTo>
                    <a:pt x="2084238" y="3926697"/>
                  </a:lnTo>
                  <a:lnTo>
                    <a:pt x="2084238" y="3926074"/>
                  </a:lnTo>
                  <a:lnTo>
                    <a:pt x="2084383" y="3926074"/>
                  </a:lnTo>
                  <a:lnTo>
                    <a:pt x="2084529" y="3926074"/>
                  </a:lnTo>
                  <a:lnTo>
                    <a:pt x="2084674" y="3926074"/>
                  </a:lnTo>
                  <a:lnTo>
                    <a:pt x="2084819" y="3926074"/>
                  </a:lnTo>
                  <a:lnTo>
                    <a:pt x="2084965" y="3926074"/>
                  </a:lnTo>
                  <a:lnTo>
                    <a:pt x="2085110" y="3926074"/>
                  </a:lnTo>
                  <a:lnTo>
                    <a:pt x="2085110" y="3925450"/>
                  </a:lnTo>
                  <a:lnTo>
                    <a:pt x="2085110" y="3924827"/>
                  </a:lnTo>
                  <a:lnTo>
                    <a:pt x="2085256" y="3924827"/>
                  </a:lnTo>
                  <a:lnTo>
                    <a:pt x="2085401" y="3924827"/>
                  </a:lnTo>
                  <a:lnTo>
                    <a:pt x="2085547" y="3924827"/>
                  </a:lnTo>
                  <a:lnTo>
                    <a:pt x="2085692" y="3924827"/>
                  </a:lnTo>
                  <a:lnTo>
                    <a:pt x="2085692" y="3924203"/>
                  </a:lnTo>
                  <a:lnTo>
                    <a:pt x="2085692" y="3923579"/>
                  </a:lnTo>
                  <a:lnTo>
                    <a:pt x="2085837" y="3923579"/>
                  </a:lnTo>
                  <a:lnTo>
                    <a:pt x="2085983" y="3923579"/>
                  </a:lnTo>
                  <a:lnTo>
                    <a:pt x="2086128" y="3923579"/>
                  </a:lnTo>
                  <a:lnTo>
                    <a:pt x="2086274" y="3923579"/>
                  </a:lnTo>
                  <a:lnTo>
                    <a:pt x="2086419" y="3923579"/>
                  </a:lnTo>
                  <a:lnTo>
                    <a:pt x="2086419" y="3922956"/>
                  </a:lnTo>
                  <a:lnTo>
                    <a:pt x="2086564" y="3922956"/>
                  </a:lnTo>
                  <a:lnTo>
                    <a:pt x="2086710" y="3922956"/>
                  </a:lnTo>
                  <a:lnTo>
                    <a:pt x="2086855" y="3922956"/>
                  </a:lnTo>
                  <a:lnTo>
                    <a:pt x="2087001" y="3922956"/>
                  </a:lnTo>
                  <a:lnTo>
                    <a:pt x="2087146" y="3922956"/>
                  </a:lnTo>
                  <a:lnTo>
                    <a:pt x="2087292" y="3922956"/>
                  </a:lnTo>
                  <a:lnTo>
                    <a:pt x="2087292" y="3922332"/>
                  </a:lnTo>
                  <a:lnTo>
                    <a:pt x="2087437" y="3922332"/>
                  </a:lnTo>
                  <a:lnTo>
                    <a:pt x="2087582" y="3922332"/>
                  </a:lnTo>
                  <a:lnTo>
                    <a:pt x="2087582" y="3921709"/>
                  </a:lnTo>
                  <a:lnTo>
                    <a:pt x="2087728" y="3921709"/>
                  </a:lnTo>
                  <a:lnTo>
                    <a:pt x="2087873" y="3921709"/>
                  </a:lnTo>
                  <a:lnTo>
                    <a:pt x="2088019" y="3921709"/>
                  </a:lnTo>
                  <a:lnTo>
                    <a:pt x="2088164" y="3921709"/>
                  </a:lnTo>
                  <a:lnTo>
                    <a:pt x="2088310" y="3921709"/>
                  </a:lnTo>
                  <a:lnTo>
                    <a:pt x="2088455" y="3921709"/>
                  </a:lnTo>
                  <a:lnTo>
                    <a:pt x="2088600" y="3921709"/>
                  </a:lnTo>
                  <a:lnTo>
                    <a:pt x="2088600" y="3921085"/>
                  </a:lnTo>
                  <a:lnTo>
                    <a:pt x="2088746" y="3921085"/>
                  </a:lnTo>
                  <a:lnTo>
                    <a:pt x="2088891" y="3921085"/>
                  </a:lnTo>
                  <a:lnTo>
                    <a:pt x="2089037" y="3921085"/>
                  </a:lnTo>
                  <a:lnTo>
                    <a:pt x="2089182" y="3921085"/>
                  </a:lnTo>
                  <a:lnTo>
                    <a:pt x="2089328" y="3921085"/>
                  </a:lnTo>
                  <a:lnTo>
                    <a:pt x="2089328" y="3920462"/>
                  </a:lnTo>
                  <a:lnTo>
                    <a:pt x="2089328" y="3919838"/>
                  </a:lnTo>
                  <a:lnTo>
                    <a:pt x="2089473" y="3919838"/>
                  </a:lnTo>
                  <a:lnTo>
                    <a:pt x="2089473" y="3919214"/>
                  </a:lnTo>
                  <a:lnTo>
                    <a:pt x="2089618" y="3919214"/>
                  </a:lnTo>
                  <a:lnTo>
                    <a:pt x="2089764" y="3919214"/>
                  </a:lnTo>
                  <a:lnTo>
                    <a:pt x="2089909" y="3919214"/>
                  </a:lnTo>
                  <a:lnTo>
                    <a:pt x="2090055" y="3919214"/>
                  </a:lnTo>
                  <a:lnTo>
                    <a:pt x="2090200" y="3919214"/>
                  </a:lnTo>
                  <a:lnTo>
                    <a:pt x="2090346" y="3919214"/>
                  </a:lnTo>
                  <a:lnTo>
                    <a:pt x="2090491" y="3919214"/>
                  </a:lnTo>
                  <a:lnTo>
                    <a:pt x="2090636" y="3919214"/>
                  </a:lnTo>
                  <a:lnTo>
                    <a:pt x="2090782" y="3919214"/>
                  </a:lnTo>
                  <a:lnTo>
                    <a:pt x="2090782" y="3918591"/>
                  </a:lnTo>
                  <a:lnTo>
                    <a:pt x="2090927" y="3918591"/>
                  </a:lnTo>
                  <a:lnTo>
                    <a:pt x="2091073" y="3918591"/>
                  </a:lnTo>
                  <a:lnTo>
                    <a:pt x="2091218" y="3918591"/>
                  </a:lnTo>
                  <a:lnTo>
                    <a:pt x="2091364" y="3918591"/>
                  </a:lnTo>
                  <a:lnTo>
                    <a:pt x="2091509" y="3918591"/>
                  </a:lnTo>
                  <a:lnTo>
                    <a:pt x="2091654" y="3918591"/>
                  </a:lnTo>
                  <a:lnTo>
                    <a:pt x="2091800" y="3918591"/>
                  </a:lnTo>
                  <a:lnTo>
                    <a:pt x="2091945" y="3918591"/>
                  </a:lnTo>
                  <a:lnTo>
                    <a:pt x="2092091" y="3918591"/>
                  </a:lnTo>
                  <a:lnTo>
                    <a:pt x="2092236" y="3918591"/>
                  </a:lnTo>
                  <a:lnTo>
                    <a:pt x="2092382" y="3918591"/>
                  </a:lnTo>
                  <a:lnTo>
                    <a:pt x="2092527" y="3918591"/>
                  </a:lnTo>
                  <a:lnTo>
                    <a:pt x="2092672" y="3918591"/>
                  </a:lnTo>
                  <a:lnTo>
                    <a:pt x="2092818" y="3918591"/>
                  </a:lnTo>
                  <a:lnTo>
                    <a:pt x="2092818" y="3917967"/>
                  </a:lnTo>
                  <a:lnTo>
                    <a:pt x="2092963" y="3917967"/>
                  </a:lnTo>
                  <a:lnTo>
                    <a:pt x="2093109" y="3917967"/>
                  </a:lnTo>
                  <a:lnTo>
                    <a:pt x="2093254" y="3917967"/>
                  </a:lnTo>
                  <a:lnTo>
                    <a:pt x="2093399" y="3917967"/>
                  </a:lnTo>
                  <a:lnTo>
                    <a:pt x="2093545" y="3917967"/>
                  </a:lnTo>
                  <a:lnTo>
                    <a:pt x="2093690" y="3917967"/>
                  </a:lnTo>
                  <a:lnTo>
                    <a:pt x="2093836" y="3917967"/>
                  </a:lnTo>
                  <a:lnTo>
                    <a:pt x="2093981" y="3917967"/>
                  </a:lnTo>
                  <a:lnTo>
                    <a:pt x="2094127" y="3917967"/>
                  </a:lnTo>
                  <a:lnTo>
                    <a:pt x="2094272" y="3917967"/>
                  </a:lnTo>
                  <a:lnTo>
                    <a:pt x="2094417" y="3917967"/>
                  </a:lnTo>
                  <a:lnTo>
                    <a:pt x="2094563" y="3917967"/>
                  </a:lnTo>
                  <a:lnTo>
                    <a:pt x="2094563" y="3917344"/>
                  </a:lnTo>
                  <a:lnTo>
                    <a:pt x="2094708" y="3917344"/>
                  </a:lnTo>
                  <a:lnTo>
                    <a:pt x="2094708" y="3916720"/>
                  </a:lnTo>
                  <a:lnTo>
                    <a:pt x="2094854" y="3916720"/>
                  </a:lnTo>
                  <a:lnTo>
                    <a:pt x="2094999" y="3916720"/>
                  </a:lnTo>
                  <a:lnTo>
                    <a:pt x="2095145" y="3916720"/>
                  </a:lnTo>
                  <a:lnTo>
                    <a:pt x="2095290" y="3916720"/>
                  </a:lnTo>
                  <a:lnTo>
                    <a:pt x="2095435" y="3916720"/>
                  </a:lnTo>
                  <a:lnTo>
                    <a:pt x="2095581" y="3916720"/>
                  </a:lnTo>
                  <a:lnTo>
                    <a:pt x="2095581" y="3916096"/>
                  </a:lnTo>
                  <a:lnTo>
                    <a:pt x="2095581" y="3915473"/>
                  </a:lnTo>
                  <a:lnTo>
                    <a:pt x="2095726" y="3915473"/>
                  </a:lnTo>
                  <a:lnTo>
                    <a:pt x="2095726" y="3914849"/>
                  </a:lnTo>
                  <a:lnTo>
                    <a:pt x="2095872" y="3914849"/>
                  </a:lnTo>
                  <a:lnTo>
                    <a:pt x="2095872" y="3914226"/>
                  </a:lnTo>
                  <a:lnTo>
                    <a:pt x="2096017" y="3914226"/>
                  </a:lnTo>
                  <a:lnTo>
                    <a:pt x="2096163" y="3914226"/>
                  </a:lnTo>
                  <a:lnTo>
                    <a:pt x="2096308" y="3914226"/>
                  </a:lnTo>
                  <a:lnTo>
                    <a:pt x="2096453" y="3914226"/>
                  </a:lnTo>
                  <a:lnTo>
                    <a:pt x="2096453" y="3913602"/>
                  </a:lnTo>
                  <a:lnTo>
                    <a:pt x="2096599" y="3913602"/>
                  </a:lnTo>
                  <a:lnTo>
                    <a:pt x="2096744" y="3913602"/>
                  </a:lnTo>
                  <a:lnTo>
                    <a:pt x="2096890" y="3913602"/>
                  </a:lnTo>
                  <a:lnTo>
                    <a:pt x="2097035" y="3913602"/>
                  </a:lnTo>
                  <a:lnTo>
                    <a:pt x="2097181" y="3913602"/>
                  </a:lnTo>
                  <a:lnTo>
                    <a:pt x="2097326" y="3913602"/>
                  </a:lnTo>
                  <a:lnTo>
                    <a:pt x="2097326" y="3912979"/>
                  </a:lnTo>
                  <a:lnTo>
                    <a:pt x="2097471" y="3912979"/>
                  </a:lnTo>
                  <a:lnTo>
                    <a:pt x="2097471" y="3912355"/>
                  </a:lnTo>
                  <a:lnTo>
                    <a:pt x="2097471" y="3911731"/>
                  </a:lnTo>
                  <a:lnTo>
                    <a:pt x="2097617" y="3911731"/>
                  </a:lnTo>
                  <a:lnTo>
                    <a:pt x="2097762" y="3911731"/>
                  </a:lnTo>
                  <a:lnTo>
                    <a:pt x="2097908" y="3911731"/>
                  </a:lnTo>
                  <a:lnTo>
                    <a:pt x="2098053" y="3911731"/>
                  </a:lnTo>
                  <a:lnTo>
                    <a:pt x="2098199" y="3911731"/>
                  </a:lnTo>
                  <a:lnTo>
                    <a:pt x="2098344" y="3911731"/>
                  </a:lnTo>
                  <a:lnTo>
                    <a:pt x="2098344" y="3911108"/>
                  </a:lnTo>
                  <a:lnTo>
                    <a:pt x="2098344" y="3910484"/>
                  </a:lnTo>
                  <a:lnTo>
                    <a:pt x="2098489" y="3910484"/>
                  </a:lnTo>
                  <a:lnTo>
                    <a:pt x="2098489" y="3909861"/>
                  </a:lnTo>
                  <a:lnTo>
                    <a:pt x="2098635" y="3909861"/>
                  </a:lnTo>
                  <a:lnTo>
                    <a:pt x="2098780" y="3909861"/>
                  </a:lnTo>
                  <a:lnTo>
                    <a:pt x="2098926" y="3909861"/>
                  </a:lnTo>
                  <a:lnTo>
                    <a:pt x="2099071" y="3909861"/>
                  </a:lnTo>
                  <a:lnTo>
                    <a:pt x="2099071" y="3909237"/>
                  </a:lnTo>
                  <a:lnTo>
                    <a:pt x="2099217" y="3909237"/>
                  </a:lnTo>
                  <a:lnTo>
                    <a:pt x="2099362" y="3909237"/>
                  </a:lnTo>
                  <a:lnTo>
                    <a:pt x="2099507" y="3909237"/>
                  </a:lnTo>
                  <a:lnTo>
                    <a:pt x="2099653" y="3909237"/>
                  </a:lnTo>
                  <a:lnTo>
                    <a:pt x="2099653" y="3908613"/>
                  </a:lnTo>
                  <a:lnTo>
                    <a:pt x="2099798" y="3908613"/>
                  </a:lnTo>
                  <a:lnTo>
                    <a:pt x="2099944" y="3908613"/>
                  </a:lnTo>
                  <a:lnTo>
                    <a:pt x="2100089" y="3908613"/>
                  </a:lnTo>
                  <a:lnTo>
                    <a:pt x="2100234" y="3908613"/>
                  </a:lnTo>
                  <a:lnTo>
                    <a:pt x="2100380" y="3908613"/>
                  </a:lnTo>
                  <a:lnTo>
                    <a:pt x="2100525" y="3908613"/>
                  </a:lnTo>
                  <a:lnTo>
                    <a:pt x="2100671" y="3908613"/>
                  </a:lnTo>
                  <a:lnTo>
                    <a:pt x="2100671" y="3907990"/>
                  </a:lnTo>
                  <a:lnTo>
                    <a:pt x="2100671" y="3907366"/>
                  </a:lnTo>
                  <a:lnTo>
                    <a:pt x="2100816" y="3907366"/>
                  </a:lnTo>
                  <a:lnTo>
                    <a:pt x="2100962" y="3907366"/>
                  </a:lnTo>
                  <a:lnTo>
                    <a:pt x="2100962" y="3906743"/>
                  </a:lnTo>
                  <a:lnTo>
                    <a:pt x="2100962" y="3906119"/>
                  </a:lnTo>
                  <a:lnTo>
                    <a:pt x="2101107" y="3906119"/>
                  </a:lnTo>
                  <a:lnTo>
                    <a:pt x="2101252" y="3906119"/>
                  </a:lnTo>
                  <a:lnTo>
                    <a:pt x="2101252" y="3905496"/>
                  </a:lnTo>
                  <a:lnTo>
                    <a:pt x="2101398" y="3905496"/>
                  </a:lnTo>
                  <a:lnTo>
                    <a:pt x="2101543" y="3905496"/>
                  </a:lnTo>
                  <a:lnTo>
                    <a:pt x="2101689" y="3905496"/>
                  </a:lnTo>
                  <a:lnTo>
                    <a:pt x="2101834" y="3905496"/>
                  </a:lnTo>
                  <a:lnTo>
                    <a:pt x="2101980" y="3905496"/>
                  </a:lnTo>
                  <a:lnTo>
                    <a:pt x="2102125" y="3905496"/>
                  </a:lnTo>
                  <a:lnTo>
                    <a:pt x="2102270" y="3905496"/>
                  </a:lnTo>
                  <a:lnTo>
                    <a:pt x="2102270" y="3904872"/>
                  </a:lnTo>
                  <a:lnTo>
                    <a:pt x="2102416" y="3904872"/>
                  </a:lnTo>
                  <a:lnTo>
                    <a:pt x="2102561" y="3904872"/>
                  </a:lnTo>
                  <a:lnTo>
                    <a:pt x="2102561" y="3904248"/>
                  </a:lnTo>
                  <a:lnTo>
                    <a:pt x="2102707" y="3904248"/>
                  </a:lnTo>
                  <a:lnTo>
                    <a:pt x="2102852" y="3904248"/>
                  </a:lnTo>
                  <a:lnTo>
                    <a:pt x="2102998" y="3904248"/>
                  </a:lnTo>
                  <a:lnTo>
                    <a:pt x="2102998" y="3903625"/>
                  </a:lnTo>
                  <a:lnTo>
                    <a:pt x="2102998" y="3903001"/>
                  </a:lnTo>
                  <a:lnTo>
                    <a:pt x="2103143" y="3903001"/>
                  </a:lnTo>
                  <a:lnTo>
                    <a:pt x="2103288" y="3903001"/>
                  </a:lnTo>
                  <a:lnTo>
                    <a:pt x="2103434" y="3903001"/>
                  </a:lnTo>
                  <a:lnTo>
                    <a:pt x="2103579" y="3903001"/>
                  </a:lnTo>
                  <a:lnTo>
                    <a:pt x="2103725" y="3903001"/>
                  </a:lnTo>
                  <a:lnTo>
                    <a:pt x="2103870" y="3903001"/>
                  </a:lnTo>
                  <a:lnTo>
                    <a:pt x="2104016" y="3903001"/>
                  </a:lnTo>
                  <a:lnTo>
                    <a:pt x="2104161" y="3903001"/>
                  </a:lnTo>
                  <a:lnTo>
                    <a:pt x="2104161" y="3902378"/>
                  </a:lnTo>
                  <a:lnTo>
                    <a:pt x="2104306" y="3902378"/>
                  </a:lnTo>
                  <a:lnTo>
                    <a:pt x="2104306" y="3901754"/>
                  </a:lnTo>
                  <a:lnTo>
                    <a:pt x="2104452" y="3901754"/>
                  </a:lnTo>
                  <a:lnTo>
                    <a:pt x="2104452" y="3901130"/>
                  </a:lnTo>
                  <a:lnTo>
                    <a:pt x="2104597" y="3901130"/>
                  </a:lnTo>
                  <a:lnTo>
                    <a:pt x="2104597" y="3900507"/>
                  </a:lnTo>
                  <a:lnTo>
                    <a:pt x="2104597" y="3899883"/>
                  </a:lnTo>
                  <a:lnTo>
                    <a:pt x="2104743" y="3899883"/>
                  </a:lnTo>
                  <a:lnTo>
                    <a:pt x="2104888" y="3899883"/>
                  </a:lnTo>
                  <a:lnTo>
                    <a:pt x="2105034" y="3899883"/>
                  </a:lnTo>
                  <a:lnTo>
                    <a:pt x="2105034" y="3899260"/>
                  </a:lnTo>
                  <a:lnTo>
                    <a:pt x="2105179" y="3899260"/>
                  </a:lnTo>
                  <a:lnTo>
                    <a:pt x="2105324" y="3899260"/>
                  </a:lnTo>
                  <a:lnTo>
                    <a:pt x="2105470" y="3899260"/>
                  </a:lnTo>
                  <a:lnTo>
                    <a:pt x="2105615" y="3899260"/>
                  </a:lnTo>
                  <a:lnTo>
                    <a:pt x="2105761" y="3899260"/>
                  </a:lnTo>
                  <a:lnTo>
                    <a:pt x="2105906" y="3899260"/>
                  </a:lnTo>
                  <a:lnTo>
                    <a:pt x="2106052" y="3899260"/>
                  </a:lnTo>
                  <a:lnTo>
                    <a:pt x="2106197" y="3899260"/>
                  </a:lnTo>
                  <a:lnTo>
                    <a:pt x="2106342" y="3899260"/>
                  </a:lnTo>
                  <a:lnTo>
                    <a:pt x="2106342" y="3898636"/>
                  </a:lnTo>
                  <a:lnTo>
                    <a:pt x="2106488" y="3898636"/>
                  </a:lnTo>
                  <a:lnTo>
                    <a:pt x="2106633" y="3898636"/>
                  </a:lnTo>
                  <a:lnTo>
                    <a:pt x="2106779" y="3898636"/>
                  </a:lnTo>
                  <a:lnTo>
                    <a:pt x="2106924" y="3898636"/>
                  </a:lnTo>
                  <a:lnTo>
                    <a:pt x="2107069" y="3898636"/>
                  </a:lnTo>
                  <a:lnTo>
                    <a:pt x="2107215" y="3898636"/>
                  </a:lnTo>
                  <a:lnTo>
                    <a:pt x="2107360" y="3898636"/>
                  </a:lnTo>
                  <a:lnTo>
                    <a:pt x="2107506" y="3898636"/>
                  </a:lnTo>
                  <a:lnTo>
                    <a:pt x="2107651" y="3898636"/>
                  </a:lnTo>
                  <a:lnTo>
                    <a:pt x="2107651" y="3898013"/>
                  </a:lnTo>
                  <a:lnTo>
                    <a:pt x="2107797" y="3898013"/>
                  </a:lnTo>
                  <a:lnTo>
                    <a:pt x="2107797" y="3897389"/>
                  </a:lnTo>
                  <a:lnTo>
                    <a:pt x="2107797" y="3896765"/>
                  </a:lnTo>
                  <a:lnTo>
                    <a:pt x="2107942" y="3896765"/>
                  </a:lnTo>
                  <a:lnTo>
                    <a:pt x="2108087" y="3896765"/>
                  </a:lnTo>
                  <a:lnTo>
                    <a:pt x="2108233" y="3896765"/>
                  </a:lnTo>
                  <a:lnTo>
                    <a:pt x="2108233" y="3896142"/>
                  </a:lnTo>
                  <a:lnTo>
                    <a:pt x="2108378" y="3896142"/>
                  </a:lnTo>
                  <a:lnTo>
                    <a:pt x="2108378" y="3895518"/>
                  </a:lnTo>
                  <a:lnTo>
                    <a:pt x="2108524" y="3895518"/>
                  </a:lnTo>
                  <a:lnTo>
                    <a:pt x="2108669" y="3895518"/>
                  </a:lnTo>
                  <a:lnTo>
                    <a:pt x="2108815" y="3895518"/>
                  </a:lnTo>
                  <a:lnTo>
                    <a:pt x="2108960" y="3895518"/>
                  </a:lnTo>
                  <a:lnTo>
                    <a:pt x="2109105" y="3895518"/>
                  </a:lnTo>
                  <a:lnTo>
                    <a:pt x="2109251" y="3895518"/>
                  </a:lnTo>
                  <a:lnTo>
                    <a:pt x="2109396" y="3895518"/>
                  </a:lnTo>
                  <a:lnTo>
                    <a:pt x="2109542" y="3895518"/>
                  </a:lnTo>
                  <a:lnTo>
                    <a:pt x="2109687" y="3895518"/>
                  </a:lnTo>
                  <a:lnTo>
                    <a:pt x="2109833" y="3895518"/>
                  </a:lnTo>
                  <a:lnTo>
                    <a:pt x="2109978" y="3895518"/>
                  </a:lnTo>
                  <a:lnTo>
                    <a:pt x="2110123" y="3895518"/>
                  </a:lnTo>
                  <a:lnTo>
                    <a:pt x="2110269" y="3895518"/>
                  </a:lnTo>
                  <a:lnTo>
                    <a:pt x="2110414" y="3895518"/>
                  </a:lnTo>
                  <a:lnTo>
                    <a:pt x="2110560" y="3895518"/>
                  </a:lnTo>
                  <a:lnTo>
                    <a:pt x="2110705" y="3895518"/>
                  </a:lnTo>
                  <a:lnTo>
                    <a:pt x="2110851" y="3895518"/>
                  </a:lnTo>
                  <a:lnTo>
                    <a:pt x="2110996" y="3895518"/>
                  </a:lnTo>
                  <a:lnTo>
                    <a:pt x="2111141" y="3895518"/>
                  </a:lnTo>
                  <a:lnTo>
                    <a:pt x="2111141" y="3894895"/>
                  </a:lnTo>
                  <a:lnTo>
                    <a:pt x="2111287" y="3894895"/>
                  </a:lnTo>
                  <a:lnTo>
                    <a:pt x="2111432" y="3894895"/>
                  </a:lnTo>
                  <a:lnTo>
                    <a:pt x="2111578" y="3894895"/>
                  </a:lnTo>
                  <a:lnTo>
                    <a:pt x="2111578" y="3894271"/>
                  </a:lnTo>
                  <a:lnTo>
                    <a:pt x="2111723" y="3894271"/>
                  </a:lnTo>
                  <a:lnTo>
                    <a:pt x="2111723" y="3893648"/>
                  </a:lnTo>
                  <a:lnTo>
                    <a:pt x="2111869" y="3893648"/>
                  </a:lnTo>
                  <a:lnTo>
                    <a:pt x="2112014" y="3893648"/>
                  </a:lnTo>
                  <a:lnTo>
                    <a:pt x="2112159" y="3893648"/>
                  </a:lnTo>
                  <a:lnTo>
                    <a:pt x="2112305" y="3893648"/>
                  </a:lnTo>
                  <a:lnTo>
                    <a:pt x="2112450" y="3893648"/>
                  </a:lnTo>
                  <a:lnTo>
                    <a:pt x="2112596" y="3893648"/>
                  </a:lnTo>
                  <a:lnTo>
                    <a:pt x="2112741" y="3893648"/>
                  </a:lnTo>
                  <a:lnTo>
                    <a:pt x="2112887" y="3893648"/>
                  </a:lnTo>
                  <a:lnTo>
                    <a:pt x="2113032" y="3893648"/>
                  </a:lnTo>
                  <a:lnTo>
                    <a:pt x="2113032" y="3893024"/>
                  </a:lnTo>
                  <a:lnTo>
                    <a:pt x="2113177" y="3893024"/>
                  </a:lnTo>
                  <a:lnTo>
                    <a:pt x="2113323" y="3893024"/>
                  </a:lnTo>
                  <a:lnTo>
                    <a:pt x="2113468" y="3893024"/>
                  </a:lnTo>
                  <a:lnTo>
                    <a:pt x="2113614" y="3893024"/>
                  </a:lnTo>
                  <a:lnTo>
                    <a:pt x="2113759" y="3893024"/>
                  </a:lnTo>
                  <a:lnTo>
                    <a:pt x="2113904" y="3893024"/>
                  </a:lnTo>
                  <a:lnTo>
                    <a:pt x="2114050" y="3893024"/>
                  </a:lnTo>
                  <a:lnTo>
                    <a:pt x="2114195" y="3893024"/>
                  </a:lnTo>
                  <a:lnTo>
                    <a:pt x="2114195" y="3892400"/>
                  </a:lnTo>
                  <a:lnTo>
                    <a:pt x="2114341" y="3892400"/>
                  </a:lnTo>
                  <a:lnTo>
                    <a:pt x="2114486" y="3892400"/>
                  </a:lnTo>
                  <a:lnTo>
                    <a:pt x="2114632" y="3892400"/>
                  </a:lnTo>
                  <a:lnTo>
                    <a:pt x="2114632" y="3891777"/>
                  </a:lnTo>
                  <a:lnTo>
                    <a:pt x="2114777" y="3891777"/>
                  </a:lnTo>
                  <a:lnTo>
                    <a:pt x="2114922" y="3891777"/>
                  </a:lnTo>
                  <a:lnTo>
                    <a:pt x="2115068" y="3891777"/>
                  </a:lnTo>
                  <a:lnTo>
                    <a:pt x="2115068" y="3891153"/>
                  </a:lnTo>
                  <a:lnTo>
                    <a:pt x="2115213" y="3891153"/>
                  </a:lnTo>
                  <a:lnTo>
                    <a:pt x="2115213" y="3890530"/>
                  </a:lnTo>
                  <a:lnTo>
                    <a:pt x="2115359" y="3890530"/>
                  </a:lnTo>
                  <a:lnTo>
                    <a:pt x="2115504" y="3890530"/>
                  </a:lnTo>
                  <a:lnTo>
                    <a:pt x="2115504" y="3889906"/>
                  </a:lnTo>
                  <a:lnTo>
                    <a:pt x="2115650" y="3889906"/>
                  </a:lnTo>
                  <a:lnTo>
                    <a:pt x="2115795" y="3889906"/>
                  </a:lnTo>
                  <a:lnTo>
                    <a:pt x="2115795" y="3889282"/>
                  </a:lnTo>
                  <a:lnTo>
                    <a:pt x="2115940" y="3889282"/>
                  </a:lnTo>
                  <a:lnTo>
                    <a:pt x="2116086" y="3889282"/>
                  </a:lnTo>
                  <a:lnTo>
                    <a:pt x="2116086" y="3888659"/>
                  </a:lnTo>
                  <a:lnTo>
                    <a:pt x="2116231" y="3888659"/>
                  </a:lnTo>
                  <a:lnTo>
                    <a:pt x="2116377" y="3888659"/>
                  </a:lnTo>
                  <a:lnTo>
                    <a:pt x="2116522" y="3888659"/>
                  </a:lnTo>
                  <a:lnTo>
                    <a:pt x="2116668" y="3888659"/>
                  </a:lnTo>
                  <a:lnTo>
                    <a:pt x="2116813" y="3888659"/>
                  </a:lnTo>
                  <a:lnTo>
                    <a:pt x="2116813" y="3888035"/>
                  </a:lnTo>
                  <a:lnTo>
                    <a:pt x="2116958" y="3888035"/>
                  </a:lnTo>
                  <a:lnTo>
                    <a:pt x="2117104" y="3888035"/>
                  </a:lnTo>
                  <a:lnTo>
                    <a:pt x="2117104" y="3887412"/>
                  </a:lnTo>
                  <a:lnTo>
                    <a:pt x="2117249" y="3887412"/>
                  </a:lnTo>
                  <a:lnTo>
                    <a:pt x="2117249" y="3886788"/>
                  </a:lnTo>
                  <a:lnTo>
                    <a:pt x="2117395" y="3886788"/>
                  </a:lnTo>
                  <a:lnTo>
                    <a:pt x="2117540" y="3886788"/>
                  </a:lnTo>
                  <a:lnTo>
                    <a:pt x="2117686" y="3886788"/>
                  </a:lnTo>
                  <a:lnTo>
                    <a:pt x="2117831" y="3886788"/>
                  </a:lnTo>
                  <a:lnTo>
                    <a:pt x="2117976" y="3886788"/>
                  </a:lnTo>
                  <a:lnTo>
                    <a:pt x="2118122" y="3886788"/>
                  </a:lnTo>
                  <a:lnTo>
                    <a:pt x="2118267" y="3886788"/>
                  </a:lnTo>
                  <a:lnTo>
                    <a:pt x="2118413" y="3886788"/>
                  </a:lnTo>
                  <a:lnTo>
                    <a:pt x="2118413" y="3886165"/>
                  </a:lnTo>
                  <a:lnTo>
                    <a:pt x="2118558" y="3886165"/>
                  </a:lnTo>
                  <a:lnTo>
                    <a:pt x="2118704" y="3886165"/>
                  </a:lnTo>
                  <a:lnTo>
                    <a:pt x="2118849" y="3886165"/>
                  </a:lnTo>
                  <a:lnTo>
                    <a:pt x="2118994" y="3886165"/>
                  </a:lnTo>
                  <a:lnTo>
                    <a:pt x="2119140" y="3886165"/>
                  </a:lnTo>
                  <a:lnTo>
                    <a:pt x="2119285" y="3886165"/>
                  </a:lnTo>
                  <a:lnTo>
                    <a:pt x="2119431" y="3886165"/>
                  </a:lnTo>
                  <a:lnTo>
                    <a:pt x="2119431" y="3885541"/>
                  </a:lnTo>
                  <a:lnTo>
                    <a:pt x="2119576" y="3885541"/>
                  </a:lnTo>
                  <a:lnTo>
                    <a:pt x="2119722" y="3885541"/>
                  </a:lnTo>
                  <a:lnTo>
                    <a:pt x="2119722" y="3884917"/>
                  </a:lnTo>
                  <a:lnTo>
                    <a:pt x="2119867" y="3884917"/>
                  </a:lnTo>
                  <a:lnTo>
                    <a:pt x="2120012" y="3884917"/>
                  </a:lnTo>
                  <a:lnTo>
                    <a:pt x="2120158" y="3884917"/>
                  </a:lnTo>
                  <a:lnTo>
                    <a:pt x="2120303" y="3884917"/>
                  </a:lnTo>
                  <a:lnTo>
                    <a:pt x="2120449" y="3884917"/>
                  </a:lnTo>
                  <a:lnTo>
                    <a:pt x="2120449" y="3884294"/>
                  </a:lnTo>
                  <a:lnTo>
                    <a:pt x="2120594" y="3884294"/>
                  </a:lnTo>
                  <a:lnTo>
                    <a:pt x="2120594" y="3883670"/>
                  </a:lnTo>
                  <a:lnTo>
                    <a:pt x="2120739" y="3883670"/>
                  </a:lnTo>
                  <a:lnTo>
                    <a:pt x="2120885" y="3883670"/>
                  </a:lnTo>
                  <a:lnTo>
                    <a:pt x="2121030" y="3883670"/>
                  </a:lnTo>
                  <a:lnTo>
                    <a:pt x="2121176" y="3883670"/>
                  </a:lnTo>
                  <a:lnTo>
                    <a:pt x="2121321" y="3883670"/>
                  </a:lnTo>
                  <a:lnTo>
                    <a:pt x="2121467" y="3883670"/>
                  </a:lnTo>
                  <a:lnTo>
                    <a:pt x="2121612" y="3883670"/>
                  </a:lnTo>
                  <a:lnTo>
                    <a:pt x="2121612" y="3883047"/>
                  </a:lnTo>
                  <a:lnTo>
                    <a:pt x="2121757" y="3883047"/>
                  </a:lnTo>
                  <a:lnTo>
                    <a:pt x="2121903" y="3883047"/>
                  </a:lnTo>
                  <a:lnTo>
                    <a:pt x="2121903" y="3882423"/>
                  </a:lnTo>
                  <a:lnTo>
                    <a:pt x="2121903" y="3881799"/>
                  </a:lnTo>
                  <a:lnTo>
                    <a:pt x="2121903" y="3881176"/>
                  </a:lnTo>
                  <a:lnTo>
                    <a:pt x="2122048" y="3881176"/>
                  </a:lnTo>
                  <a:lnTo>
                    <a:pt x="2122194" y="3881176"/>
                  </a:lnTo>
                  <a:lnTo>
                    <a:pt x="2122339" y="3881176"/>
                  </a:lnTo>
                  <a:lnTo>
                    <a:pt x="2122485" y="3881176"/>
                  </a:lnTo>
                  <a:lnTo>
                    <a:pt x="2122630" y="3881176"/>
                  </a:lnTo>
                  <a:lnTo>
                    <a:pt x="2122775" y="3881176"/>
                  </a:lnTo>
                  <a:lnTo>
                    <a:pt x="2122921" y="3881176"/>
                  </a:lnTo>
                  <a:lnTo>
                    <a:pt x="2123066" y="3881176"/>
                  </a:lnTo>
                  <a:lnTo>
                    <a:pt x="2123212" y="3881176"/>
                  </a:lnTo>
                  <a:lnTo>
                    <a:pt x="2123357" y="3881176"/>
                  </a:lnTo>
                  <a:lnTo>
                    <a:pt x="2123503" y="3881176"/>
                  </a:lnTo>
                  <a:lnTo>
                    <a:pt x="2123648" y="3881176"/>
                  </a:lnTo>
                  <a:lnTo>
                    <a:pt x="2123793" y="3881176"/>
                  </a:lnTo>
                  <a:lnTo>
                    <a:pt x="2123939" y="3881176"/>
                  </a:lnTo>
                  <a:lnTo>
                    <a:pt x="2124084" y="3881176"/>
                  </a:lnTo>
                  <a:lnTo>
                    <a:pt x="2124230" y="3881176"/>
                  </a:lnTo>
                  <a:lnTo>
                    <a:pt x="2124375" y="3881176"/>
                  </a:lnTo>
                  <a:lnTo>
                    <a:pt x="2124521" y="3881176"/>
                  </a:lnTo>
                  <a:lnTo>
                    <a:pt x="2124666" y="3881176"/>
                  </a:lnTo>
                  <a:lnTo>
                    <a:pt x="2124811" y="3881176"/>
                  </a:lnTo>
                  <a:lnTo>
                    <a:pt x="2124957" y="3881176"/>
                  </a:lnTo>
                  <a:lnTo>
                    <a:pt x="2124957" y="3880552"/>
                  </a:lnTo>
                  <a:lnTo>
                    <a:pt x="2125102" y="3880552"/>
                  </a:lnTo>
                  <a:lnTo>
                    <a:pt x="2125102" y="3879929"/>
                  </a:lnTo>
                  <a:lnTo>
                    <a:pt x="2125248" y="3879929"/>
                  </a:lnTo>
                  <a:lnTo>
                    <a:pt x="2125393" y="3879929"/>
                  </a:lnTo>
                  <a:lnTo>
                    <a:pt x="2125539" y="3879929"/>
                  </a:lnTo>
                  <a:lnTo>
                    <a:pt x="2125684" y="3879929"/>
                  </a:lnTo>
                  <a:lnTo>
                    <a:pt x="2125829" y="3879929"/>
                  </a:lnTo>
                  <a:lnTo>
                    <a:pt x="2125975" y="3879929"/>
                  </a:lnTo>
                  <a:lnTo>
                    <a:pt x="2126120" y="3879929"/>
                  </a:lnTo>
                  <a:lnTo>
                    <a:pt x="2126266" y="3879929"/>
                  </a:lnTo>
                  <a:lnTo>
                    <a:pt x="2126411" y="3879929"/>
                  </a:lnTo>
                  <a:lnTo>
                    <a:pt x="2126557" y="3879929"/>
                  </a:lnTo>
                  <a:lnTo>
                    <a:pt x="2126557" y="3879305"/>
                  </a:lnTo>
                  <a:lnTo>
                    <a:pt x="2126702" y="3879305"/>
                  </a:lnTo>
                  <a:lnTo>
                    <a:pt x="2126847" y="3879305"/>
                  </a:lnTo>
                  <a:lnTo>
                    <a:pt x="2126993" y="3879305"/>
                  </a:lnTo>
                  <a:lnTo>
                    <a:pt x="2127138" y="3879305"/>
                  </a:lnTo>
                  <a:lnTo>
                    <a:pt x="2127138" y="3878682"/>
                  </a:lnTo>
                  <a:lnTo>
                    <a:pt x="2127284" y="3878682"/>
                  </a:lnTo>
                  <a:lnTo>
                    <a:pt x="2127429" y="3878682"/>
                  </a:lnTo>
                  <a:lnTo>
                    <a:pt x="2127574" y="3878682"/>
                  </a:lnTo>
                  <a:lnTo>
                    <a:pt x="2127720" y="3878682"/>
                  </a:lnTo>
                  <a:lnTo>
                    <a:pt x="2127865" y="3878682"/>
                  </a:lnTo>
                  <a:lnTo>
                    <a:pt x="2128011" y="3878682"/>
                  </a:lnTo>
                  <a:lnTo>
                    <a:pt x="2128156" y="3878682"/>
                  </a:lnTo>
                  <a:lnTo>
                    <a:pt x="2128302" y="3878682"/>
                  </a:lnTo>
                  <a:lnTo>
                    <a:pt x="2128447" y="3878682"/>
                  </a:lnTo>
                  <a:lnTo>
                    <a:pt x="2128592" y="3878682"/>
                  </a:lnTo>
                  <a:lnTo>
                    <a:pt x="2128592" y="3878058"/>
                  </a:lnTo>
                  <a:lnTo>
                    <a:pt x="2128738" y="3878058"/>
                  </a:lnTo>
                  <a:lnTo>
                    <a:pt x="2128883" y="3878058"/>
                  </a:lnTo>
                  <a:lnTo>
                    <a:pt x="2129029" y="3878058"/>
                  </a:lnTo>
                  <a:lnTo>
                    <a:pt x="2129174" y="3878058"/>
                  </a:lnTo>
                  <a:lnTo>
                    <a:pt x="2129320" y="3878058"/>
                  </a:lnTo>
                  <a:lnTo>
                    <a:pt x="2129465" y="3878058"/>
                  </a:lnTo>
                  <a:lnTo>
                    <a:pt x="2129610" y="3878058"/>
                  </a:lnTo>
                  <a:lnTo>
                    <a:pt x="2129756" y="3878058"/>
                  </a:lnTo>
                  <a:lnTo>
                    <a:pt x="2129901" y="3878058"/>
                  </a:lnTo>
                  <a:lnTo>
                    <a:pt x="2130047" y="3878058"/>
                  </a:lnTo>
                  <a:lnTo>
                    <a:pt x="2130192" y="3878058"/>
                  </a:lnTo>
                  <a:lnTo>
                    <a:pt x="2130338" y="3878058"/>
                  </a:lnTo>
                  <a:lnTo>
                    <a:pt x="2130483" y="3878058"/>
                  </a:lnTo>
                  <a:lnTo>
                    <a:pt x="2130628" y="3878058"/>
                  </a:lnTo>
                  <a:lnTo>
                    <a:pt x="2130774" y="3878058"/>
                  </a:lnTo>
                  <a:lnTo>
                    <a:pt x="2130919" y="3878058"/>
                  </a:lnTo>
                  <a:lnTo>
                    <a:pt x="2131065" y="3878058"/>
                  </a:lnTo>
                  <a:lnTo>
                    <a:pt x="2131065" y="3877434"/>
                  </a:lnTo>
                  <a:lnTo>
                    <a:pt x="2131065" y="3876811"/>
                  </a:lnTo>
                  <a:lnTo>
                    <a:pt x="2131210" y="3876811"/>
                  </a:lnTo>
                  <a:lnTo>
                    <a:pt x="2131356" y="3876811"/>
                  </a:lnTo>
                  <a:lnTo>
                    <a:pt x="2131356" y="3876187"/>
                  </a:lnTo>
                  <a:lnTo>
                    <a:pt x="2131501" y="3876187"/>
                  </a:lnTo>
                  <a:lnTo>
                    <a:pt x="2131646" y="3876187"/>
                  </a:lnTo>
                  <a:lnTo>
                    <a:pt x="2131792" y="3876187"/>
                  </a:lnTo>
                  <a:lnTo>
                    <a:pt x="2131792" y="3875564"/>
                  </a:lnTo>
                  <a:lnTo>
                    <a:pt x="2131937" y="3875564"/>
                  </a:lnTo>
                  <a:lnTo>
                    <a:pt x="2132083" y="3875564"/>
                  </a:lnTo>
                  <a:lnTo>
                    <a:pt x="2132083" y="3874940"/>
                  </a:lnTo>
                  <a:lnTo>
                    <a:pt x="2132228" y="3874940"/>
                  </a:lnTo>
                  <a:lnTo>
                    <a:pt x="2132374" y="3874940"/>
                  </a:lnTo>
                  <a:lnTo>
                    <a:pt x="2132519" y="3874940"/>
                  </a:lnTo>
                  <a:lnTo>
                    <a:pt x="2132664" y="3874940"/>
                  </a:lnTo>
                  <a:lnTo>
                    <a:pt x="2132664" y="3874316"/>
                  </a:lnTo>
                  <a:lnTo>
                    <a:pt x="2132810" y="3874316"/>
                  </a:lnTo>
                  <a:lnTo>
                    <a:pt x="2132955" y="3874316"/>
                  </a:lnTo>
                  <a:lnTo>
                    <a:pt x="2133101" y="3874316"/>
                  </a:lnTo>
                  <a:lnTo>
                    <a:pt x="2133246" y="3874316"/>
                  </a:lnTo>
                  <a:lnTo>
                    <a:pt x="2133392" y="3874316"/>
                  </a:lnTo>
                  <a:lnTo>
                    <a:pt x="2133392" y="3873693"/>
                  </a:lnTo>
                  <a:lnTo>
                    <a:pt x="2133537" y="3873693"/>
                  </a:lnTo>
                  <a:lnTo>
                    <a:pt x="2133682" y="3873693"/>
                  </a:lnTo>
                  <a:lnTo>
                    <a:pt x="2133828" y="3873693"/>
                  </a:lnTo>
                  <a:lnTo>
                    <a:pt x="2133973" y="3873693"/>
                  </a:lnTo>
                  <a:lnTo>
                    <a:pt x="2134119" y="3873693"/>
                  </a:lnTo>
                  <a:lnTo>
                    <a:pt x="2134264" y="3873693"/>
                  </a:lnTo>
                  <a:lnTo>
                    <a:pt x="2134409" y="3873693"/>
                  </a:lnTo>
                  <a:lnTo>
                    <a:pt x="2134409" y="3873069"/>
                  </a:lnTo>
                  <a:lnTo>
                    <a:pt x="2134409" y="3872446"/>
                  </a:lnTo>
                  <a:lnTo>
                    <a:pt x="2134555" y="3872446"/>
                  </a:lnTo>
                  <a:lnTo>
                    <a:pt x="2134700" y="3872446"/>
                  </a:lnTo>
                  <a:lnTo>
                    <a:pt x="2134846" y="3872446"/>
                  </a:lnTo>
                  <a:lnTo>
                    <a:pt x="2134991" y="3872446"/>
                  </a:lnTo>
                  <a:lnTo>
                    <a:pt x="2134991" y="3871822"/>
                  </a:lnTo>
                  <a:lnTo>
                    <a:pt x="2135137" y="3871822"/>
                  </a:lnTo>
                  <a:lnTo>
                    <a:pt x="2135282" y="3871822"/>
                  </a:lnTo>
                  <a:lnTo>
                    <a:pt x="2135427" y="3871822"/>
                  </a:lnTo>
                  <a:lnTo>
                    <a:pt x="2135573" y="3871822"/>
                  </a:lnTo>
                  <a:lnTo>
                    <a:pt x="2135718" y="3871822"/>
                  </a:lnTo>
                  <a:lnTo>
                    <a:pt x="2135864" y="3871822"/>
                  </a:lnTo>
                  <a:lnTo>
                    <a:pt x="2136009" y="3871822"/>
                  </a:lnTo>
                  <a:lnTo>
                    <a:pt x="2136009" y="3871199"/>
                  </a:lnTo>
                  <a:lnTo>
                    <a:pt x="2136155" y="3871199"/>
                  </a:lnTo>
                  <a:lnTo>
                    <a:pt x="2136300" y="3871199"/>
                  </a:lnTo>
                  <a:lnTo>
                    <a:pt x="2136445" y="3871199"/>
                  </a:lnTo>
                  <a:lnTo>
                    <a:pt x="2136591" y="3871199"/>
                  </a:lnTo>
                  <a:lnTo>
                    <a:pt x="2136736" y="3871199"/>
                  </a:lnTo>
                  <a:lnTo>
                    <a:pt x="2136882" y="3871199"/>
                  </a:lnTo>
                  <a:lnTo>
                    <a:pt x="2136882" y="3870575"/>
                  </a:lnTo>
                  <a:lnTo>
                    <a:pt x="2137027" y="3870575"/>
                  </a:lnTo>
                  <a:lnTo>
                    <a:pt x="2137173" y="3870575"/>
                  </a:lnTo>
                  <a:lnTo>
                    <a:pt x="2137318" y="3870575"/>
                  </a:lnTo>
                  <a:lnTo>
                    <a:pt x="2137463" y="3870575"/>
                  </a:lnTo>
                  <a:lnTo>
                    <a:pt x="2137609" y="3870575"/>
                  </a:lnTo>
                  <a:lnTo>
                    <a:pt x="2137754" y="3870575"/>
                  </a:lnTo>
                  <a:lnTo>
                    <a:pt x="2137900" y="3870575"/>
                  </a:lnTo>
                  <a:lnTo>
                    <a:pt x="2138045" y="3870575"/>
                  </a:lnTo>
                  <a:lnTo>
                    <a:pt x="2138191" y="3870575"/>
                  </a:lnTo>
                  <a:lnTo>
                    <a:pt x="2138336" y="3870575"/>
                  </a:lnTo>
                  <a:lnTo>
                    <a:pt x="2138481" y="3870575"/>
                  </a:lnTo>
                  <a:lnTo>
                    <a:pt x="2138627" y="3870575"/>
                  </a:lnTo>
                  <a:lnTo>
                    <a:pt x="2138772" y="3870575"/>
                  </a:lnTo>
                  <a:lnTo>
                    <a:pt x="2138918" y="3870575"/>
                  </a:lnTo>
                  <a:lnTo>
                    <a:pt x="2139063" y="3870575"/>
                  </a:lnTo>
                  <a:lnTo>
                    <a:pt x="2139209" y="3870575"/>
                  </a:lnTo>
                  <a:lnTo>
                    <a:pt x="2139354" y="3870575"/>
                  </a:lnTo>
                  <a:lnTo>
                    <a:pt x="2139354" y="3869951"/>
                  </a:lnTo>
                  <a:lnTo>
                    <a:pt x="2139354" y="3869328"/>
                  </a:lnTo>
                  <a:lnTo>
                    <a:pt x="2139499" y="3869328"/>
                  </a:lnTo>
                  <a:lnTo>
                    <a:pt x="2139645" y="3869328"/>
                  </a:lnTo>
                  <a:lnTo>
                    <a:pt x="2139790" y="3869328"/>
                  </a:lnTo>
                  <a:lnTo>
                    <a:pt x="2139936" y="3869328"/>
                  </a:lnTo>
                  <a:lnTo>
                    <a:pt x="2140081" y="3869328"/>
                  </a:lnTo>
                  <a:lnTo>
                    <a:pt x="2140227" y="3869328"/>
                  </a:lnTo>
                  <a:lnTo>
                    <a:pt x="2140372" y="3869328"/>
                  </a:lnTo>
                  <a:lnTo>
                    <a:pt x="2140372" y="3868704"/>
                  </a:lnTo>
                  <a:lnTo>
                    <a:pt x="2140517" y="3868704"/>
                  </a:lnTo>
                  <a:lnTo>
                    <a:pt x="2140663" y="3868704"/>
                  </a:lnTo>
                  <a:lnTo>
                    <a:pt x="2140808" y="3868704"/>
                  </a:lnTo>
                  <a:lnTo>
                    <a:pt x="2140954" y="3868704"/>
                  </a:lnTo>
                  <a:lnTo>
                    <a:pt x="2140954" y="3868081"/>
                  </a:lnTo>
                  <a:lnTo>
                    <a:pt x="2141099" y="3868081"/>
                  </a:lnTo>
                  <a:lnTo>
                    <a:pt x="2141099" y="3867457"/>
                  </a:lnTo>
                  <a:lnTo>
                    <a:pt x="2141244" y="3867457"/>
                  </a:lnTo>
                  <a:lnTo>
                    <a:pt x="2141390" y="3867457"/>
                  </a:lnTo>
                  <a:lnTo>
                    <a:pt x="2141390" y="3866833"/>
                  </a:lnTo>
                  <a:lnTo>
                    <a:pt x="2141535" y="3866833"/>
                  </a:lnTo>
                  <a:lnTo>
                    <a:pt x="2141681" y="3866833"/>
                  </a:lnTo>
                  <a:lnTo>
                    <a:pt x="2141826" y="3866833"/>
                  </a:lnTo>
                  <a:lnTo>
                    <a:pt x="2141972" y="3866833"/>
                  </a:lnTo>
                  <a:lnTo>
                    <a:pt x="2142117" y="3866833"/>
                  </a:lnTo>
                  <a:lnTo>
                    <a:pt x="2142262" y="3866833"/>
                  </a:lnTo>
                  <a:lnTo>
                    <a:pt x="2142408" y="3866833"/>
                  </a:lnTo>
                  <a:lnTo>
                    <a:pt x="2142408" y="3866210"/>
                  </a:lnTo>
                  <a:lnTo>
                    <a:pt x="2142553" y="3866210"/>
                  </a:lnTo>
                  <a:lnTo>
                    <a:pt x="2142699" y="3866210"/>
                  </a:lnTo>
                  <a:lnTo>
                    <a:pt x="2142844" y="3866210"/>
                  </a:lnTo>
                  <a:lnTo>
                    <a:pt x="2142990" y="3866210"/>
                  </a:lnTo>
                  <a:lnTo>
                    <a:pt x="2143135" y="3866210"/>
                  </a:lnTo>
                  <a:lnTo>
                    <a:pt x="2143280" y="3866210"/>
                  </a:lnTo>
                  <a:lnTo>
                    <a:pt x="2143426" y="3866210"/>
                  </a:lnTo>
                  <a:lnTo>
                    <a:pt x="2143571" y="3866210"/>
                  </a:lnTo>
                  <a:lnTo>
                    <a:pt x="2143571" y="3865586"/>
                  </a:lnTo>
                  <a:lnTo>
                    <a:pt x="2143717" y="3865586"/>
                  </a:lnTo>
                  <a:lnTo>
                    <a:pt x="2143862" y="3865586"/>
                  </a:lnTo>
                  <a:lnTo>
                    <a:pt x="2144008" y="3865586"/>
                  </a:lnTo>
                  <a:lnTo>
                    <a:pt x="2144008" y="3864963"/>
                  </a:lnTo>
                  <a:lnTo>
                    <a:pt x="2144008" y="3864339"/>
                  </a:lnTo>
                  <a:lnTo>
                    <a:pt x="2144153" y="3864339"/>
                  </a:lnTo>
                  <a:lnTo>
                    <a:pt x="2144298" y="3864339"/>
                  </a:lnTo>
                  <a:lnTo>
                    <a:pt x="2144444" y="3864339"/>
                  </a:lnTo>
                  <a:lnTo>
                    <a:pt x="2144589" y="3864339"/>
                  </a:lnTo>
                  <a:lnTo>
                    <a:pt x="2144735" y="3864339"/>
                  </a:lnTo>
                  <a:lnTo>
                    <a:pt x="2144880" y="3864339"/>
                  </a:lnTo>
                  <a:lnTo>
                    <a:pt x="2145026" y="3864339"/>
                  </a:lnTo>
                  <a:lnTo>
                    <a:pt x="2145171" y="3864339"/>
                  </a:lnTo>
                  <a:lnTo>
                    <a:pt x="2145316" y="3864339"/>
                  </a:lnTo>
                  <a:lnTo>
                    <a:pt x="2145462" y="3864339"/>
                  </a:lnTo>
                  <a:lnTo>
                    <a:pt x="2145462" y="3863716"/>
                  </a:lnTo>
                  <a:lnTo>
                    <a:pt x="2145607" y="3863716"/>
                  </a:lnTo>
                  <a:lnTo>
                    <a:pt x="2145753" y="3863716"/>
                  </a:lnTo>
                  <a:lnTo>
                    <a:pt x="2145898" y="3863716"/>
                  </a:lnTo>
                  <a:lnTo>
                    <a:pt x="2146044" y="3863716"/>
                  </a:lnTo>
                  <a:lnTo>
                    <a:pt x="2146189" y="3863716"/>
                  </a:lnTo>
                  <a:lnTo>
                    <a:pt x="2146334" y="3863716"/>
                  </a:lnTo>
                  <a:lnTo>
                    <a:pt x="2146480" y="3863716"/>
                  </a:lnTo>
                  <a:lnTo>
                    <a:pt x="2146625" y="3863716"/>
                  </a:lnTo>
                  <a:lnTo>
                    <a:pt x="2146771" y="3863716"/>
                  </a:lnTo>
                  <a:lnTo>
                    <a:pt x="2146916" y="3863716"/>
                  </a:lnTo>
                  <a:lnTo>
                    <a:pt x="2147061" y="3863716"/>
                  </a:lnTo>
                  <a:lnTo>
                    <a:pt x="2147061" y="3863092"/>
                  </a:lnTo>
                  <a:lnTo>
                    <a:pt x="2147207" y="3863092"/>
                  </a:lnTo>
                  <a:lnTo>
                    <a:pt x="2147352" y="3863092"/>
                  </a:lnTo>
                  <a:lnTo>
                    <a:pt x="2147498" y="3863092"/>
                  </a:lnTo>
                  <a:lnTo>
                    <a:pt x="2147498" y="3862468"/>
                  </a:lnTo>
                  <a:lnTo>
                    <a:pt x="2147643" y="3862468"/>
                  </a:lnTo>
                  <a:lnTo>
                    <a:pt x="2147789" y="3862468"/>
                  </a:lnTo>
                  <a:lnTo>
                    <a:pt x="2147789" y="3861845"/>
                  </a:lnTo>
                  <a:lnTo>
                    <a:pt x="2147934" y="3861845"/>
                  </a:lnTo>
                  <a:lnTo>
                    <a:pt x="2148079" y="3861845"/>
                  </a:lnTo>
                  <a:lnTo>
                    <a:pt x="2148225" y="3861845"/>
                  </a:lnTo>
                  <a:lnTo>
                    <a:pt x="2148370" y="3861845"/>
                  </a:lnTo>
                  <a:lnTo>
                    <a:pt x="2148370" y="3861221"/>
                  </a:lnTo>
                  <a:lnTo>
                    <a:pt x="2148516" y="3861221"/>
                  </a:lnTo>
                  <a:lnTo>
                    <a:pt x="2148661" y="3861221"/>
                  </a:lnTo>
                  <a:lnTo>
                    <a:pt x="2148807" y="3861221"/>
                  </a:lnTo>
                  <a:lnTo>
                    <a:pt x="2148952" y="3861221"/>
                  </a:lnTo>
                  <a:lnTo>
                    <a:pt x="2149097" y="3861221"/>
                  </a:lnTo>
                  <a:lnTo>
                    <a:pt x="2149243" y="3861221"/>
                  </a:lnTo>
                  <a:lnTo>
                    <a:pt x="2149388" y="3861221"/>
                  </a:lnTo>
                  <a:lnTo>
                    <a:pt x="2149534" y="3861221"/>
                  </a:lnTo>
                  <a:lnTo>
                    <a:pt x="2149679" y="3861221"/>
                  </a:lnTo>
                  <a:lnTo>
                    <a:pt x="2149825" y="3861221"/>
                  </a:lnTo>
                  <a:lnTo>
                    <a:pt x="2149825" y="3860598"/>
                  </a:lnTo>
                  <a:lnTo>
                    <a:pt x="2149825" y="3859974"/>
                  </a:lnTo>
                  <a:lnTo>
                    <a:pt x="2149825" y="3859350"/>
                  </a:lnTo>
                  <a:lnTo>
                    <a:pt x="2149970" y="3859350"/>
                  </a:lnTo>
                  <a:lnTo>
                    <a:pt x="2150115" y="3859350"/>
                  </a:lnTo>
                  <a:lnTo>
                    <a:pt x="2150261" y="3859350"/>
                  </a:lnTo>
                  <a:lnTo>
                    <a:pt x="2150406" y="3859350"/>
                  </a:lnTo>
                  <a:lnTo>
                    <a:pt x="2150552" y="3859350"/>
                  </a:lnTo>
                  <a:lnTo>
                    <a:pt x="2150697" y="3859350"/>
                  </a:lnTo>
                  <a:lnTo>
                    <a:pt x="2150697" y="3858727"/>
                  </a:lnTo>
                  <a:lnTo>
                    <a:pt x="2150843" y="3858727"/>
                  </a:lnTo>
                  <a:lnTo>
                    <a:pt x="2150988" y="3858727"/>
                  </a:lnTo>
                  <a:lnTo>
                    <a:pt x="2151133" y="3858727"/>
                  </a:lnTo>
                  <a:lnTo>
                    <a:pt x="2151133" y="3858103"/>
                  </a:lnTo>
                  <a:lnTo>
                    <a:pt x="2151279" y="3858103"/>
                  </a:lnTo>
                  <a:lnTo>
                    <a:pt x="2151424" y="3858103"/>
                  </a:lnTo>
                  <a:lnTo>
                    <a:pt x="2151570" y="3858103"/>
                  </a:lnTo>
                  <a:lnTo>
                    <a:pt x="2151570" y="3857480"/>
                  </a:lnTo>
                  <a:lnTo>
                    <a:pt x="2151715" y="3857480"/>
                  </a:lnTo>
                  <a:lnTo>
                    <a:pt x="2151715" y="3856856"/>
                  </a:lnTo>
                  <a:lnTo>
                    <a:pt x="2151715" y="3856233"/>
                  </a:lnTo>
                  <a:lnTo>
                    <a:pt x="2151861" y="3856233"/>
                  </a:lnTo>
                  <a:lnTo>
                    <a:pt x="2152006" y="3856233"/>
                  </a:lnTo>
                  <a:lnTo>
                    <a:pt x="2152006" y="3855609"/>
                  </a:lnTo>
                  <a:lnTo>
                    <a:pt x="2152151" y="3855609"/>
                  </a:lnTo>
                  <a:lnTo>
                    <a:pt x="2152297" y="3855609"/>
                  </a:lnTo>
                  <a:lnTo>
                    <a:pt x="2152442" y="3855609"/>
                  </a:lnTo>
                  <a:lnTo>
                    <a:pt x="2152588" y="3855609"/>
                  </a:lnTo>
                  <a:lnTo>
                    <a:pt x="2152733" y="3855609"/>
                  </a:lnTo>
                  <a:lnTo>
                    <a:pt x="2152879" y="3855609"/>
                  </a:lnTo>
                  <a:lnTo>
                    <a:pt x="2153024" y="3855609"/>
                  </a:lnTo>
                  <a:lnTo>
                    <a:pt x="2153169" y="3855609"/>
                  </a:lnTo>
                  <a:lnTo>
                    <a:pt x="2153169" y="3854985"/>
                  </a:lnTo>
                  <a:lnTo>
                    <a:pt x="2153315" y="3854985"/>
                  </a:lnTo>
                  <a:lnTo>
                    <a:pt x="2153460" y="3854985"/>
                  </a:lnTo>
                  <a:lnTo>
                    <a:pt x="2153460" y="3854362"/>
                  </a:lnTo>
                  <a:lnTo>
                    <a:pt x="2153606" y="3854362"/>
                  </a:lnTo>
                  <a:lnTo>
                    <a:pt x="2153751" y="3854362"/>
                  </a:lnTo>
                  <a:lnTo>
                    <a:pt x="2153896" y="3854362"/>
                  </a:lnTo>
                  <a:lnTo>
                    <a:pt x="2154042" y="3854362"/>
                  </a:lnTo>
                  <a:lnTo>
                    <a:pt x="2154187" y="3854362"/>
                  </a:lnTo>
                  <a:lnTo>
                    <a:pt x="2154333" y="3854362"/>
                  </a:lnTo>
                  <a:lnTo>
                    <a:pt x="2154478" y="3854362"/>
                  </a:lnTo>
                  <a:lnTo>
                    <a:pt x="2154624" y="3854362"/>
                  </a:lnTo>
                  <a:lnTo>
                    <a:pt x="2154624" y="3853738"/>
                  </a:lnTo>
                  <a:lnTo>
                    <a:pt x="2154624" y="3853115"/>
                  </a:lnTo>
                  <a:lnTo>
                    <a:pt x="2154769" y="3853115"/>
                  </a:lnTo>
                  <a:lnTo>
                    <a:pt x="2154914" y="3853115"/>
                  </a:lnTo>
                  <a:lnTo>
                    <a:pt x="2155060" y="3853115"/>
                  </a:lnTo>
                  <a:lnTo>
                    <a:pt x="2155060" y="3852491"/>
                  </a:lnTo>
                  <a:lnTo>
                    <a:pt x="2155205" y="3852491"/>
                  </a:lnTo>
                  <a:lnTo>
                    <a:pt x="2155351" y="3852491"/>
                  </a:lnTo>
                  <a:lnTo>
                    <a:pt x="2155496" y="3852491"/>
                  </a:lnTo>
                  <a:lnTo>
                    <a:pt x="2155496" y="3851867"/>
                  </a:lnTo>
                  <a:lnTo>
                    <a:pt x="2155496" y="3851244"/>
                  </a:lnTo>
                  <a:lnTo>
                    <a:pt x="2155642" y="3851244"/>
                  </a:lnTo>
                  <a:lnTo>
                    <a:pt x="2155787" y="3851244"/>
                  </a:lnTo>
                  <a:lnTo>
                    <a:pt x="2155932" y="3851244"/>
                  </a:lnTo>
                  <a:lnTo>
                    <a:pt x="2156078" y="3851244"/>
                  </a:lnTo>
                  <a:lnTo>
                    <a:pt x="2156223" y="3851244"/>
                  </a:lnTo>
                  <a:lnTo>
                    <a:pt x="2156369" y="3851244"/>
                  </a:lnTo>
                  <a:lnTo>
                    <a:pt x="2156514" y="3851244"/>
                  </a:lnTo>
                  <a:lnTo>
                    <a:pt x="2156660" y="3851244"/>
                  </a:lnTo>
                  <a:lnTo>
                    <a:pt x="2156805" y="3851244"/>
                  </a:lnTo>
                  <a:lnTo>
                    <a:pt x="2156950" y="3851244"/>
                  </a:lnTo>
                  <a:lnTo>
                    <a:pt x="2156950" y="3850620"/>
                  </a:lnTo>
                  <a:lnTo>
                    <a:pt x="2157096" y="3850620"/>
                  </a:lnTo>
                  <a:lnTo>
                    <a:pt x="2157096" y="3849997"/>
                  </a:lnTo>
                  <a:lnTo>
                    <a:pt x="2157241" y="3849997"/>
                  </a:lnTo>
                  <a:lnTo>
                    <a:pt x="2157387" y="3849997"/>
                  </a:lnTo>
                  <a:lnTo>
                    <a:pt x="2157387" y="3849373"/>
                  </a:lnTo>
                  <a:lnTo>
                    <a:pt x="2157387" y="3848750"/>
                  </a:lnTo>
                  <a:lnTo>
                    <a:pt x="2157532" y="3848750"/>
                  </a:lnTo>
                  <a:lnTo>
                    <a:pt x="2157678" y="3848750"/>
                  </a:lnTo>
                  <a:lnTo>
                    <a:pt x="2157823" y="3848750"/>
                  </a:lnTo>
                  <a:lnTo>
                    <a:pt x="2157968" y="3848750"/>
                  </a:lnTo>
                  <a:lnTo>
                    <a:pt x="2158114" y="3848750"/>
                  </a:lnTo>
                  <a:lnTo>
                    <a:pt x="2158259" y="3848750"/>
                  </a:lnTo>
                  <a:lnTo>
                    <a:pt x="2158405" y="3848750"/>
                  </a:lnTo>
                  <a:lnTo>
                    <a:pt x="2158550" y="3848750"/>
                  </a:lnTo>
                  <a:lnTo>
                    <a:pt x="2158696" y="3848750"/>
                  </a:lnTo>
                  <a:lnTo>
                    <a:pt x="2158841" y="3848750"/>
                  </a:lnTo>
                  <a:lnTo>
                    <a:pt x="2158841" y="3848126"/>
                  </a:lnTo>
                  <a:lnTo>
                    <a:pt x="2158986" y="3848126"/>
                  </a:lnTo>
                  <a:lnTo>
                    <a:pt x="2159132" y="3848126"/>
                  </a:lnTo>
                  <a:lnTo>
                    <a:pt x="2159277" y="3848126"/>
                  </a:lnTo>
                  <a:lnTo>
                    <a:pt x="2159423" y="3848126"/>
                  </a:lnTo>
                  <a:lnTo>
                    <a:pt x="2159568" y="3848126"/>
                  </a:lnTo>
                  <a:lnTo>
                    <a:pt x="2159714" y="3848126"/>
                  </a:lnTo>
                  <a:lnTo>
                    <a:pt x="2159859" y="3848126"/>
                  </a:lnTo>
                  <a:lnTo>
                    <a:pt x="2160004" y="3848126"/>
                  </a:lnTo>
                  <a:lnTo>
                    <a:pt x="2160150" y="3848126"/>
                  </a:lnTo>
                  <a:lnTo>
                    <a:pt x="2160295" y="3848126"/>
                  </a:lnTo>
                  <a:lnTo>
                    <a:pt x="2160441" y="3848126"/>
                  </a:lnTo>
                  <a:lnTo>
                    <a:pt x="2160586" y="3848126"/>
                  </a:lnTo>
                  <a:lnTo>
                    <a:pt x="2160731" y="3848126"/>
                  </a:lnTo>
                  <a:lnTo>
                    <a:pt x="2160877" y="3848126"/>
                  </a:lnTo>
                  <a:lnTo>
                    <a:pt x="2161022" y="3848126"/>
                  </a:lnTo>
                  <a:lnTo>
                    <a:pt x="2161168" y="3848126"/>
                  </a:lnTo>
                  <a:lnTo>
                    <a:pt x="2161313" y="3848126"/>
                  </a:lnTo>
                  <a:lnTo>
                    <a:pt x="2161459" y="3848126"/>
                  </a:lnTo>
                  <a:lnTo>
                    <a:pt x="2161604" y="3848126"/>
                  </a:lnTo>
                  <a:lnTo>
                    <a:pt x="2161749" y="3848126"/>
                  </a:lnTo>
                  <a:lnTo>
                    <a:pt x="2161895" y="3848126"/>
                  </a:lnTo>
                  <a:lnTo>
                    <a:pt x="2161895" y="3847502"/>
                  </a:lnTo>
                  <a:lnTo>
                    <a:pt x="2162040" y="3847502"/>
                  </a:lnTo>
                  <a:lnTo>
                    <a:pt x="2162186" y="3847502"/>
                  </a:lnTo>
                  <a:lnTo>
                    <a:pt x="2162186" y="3846879"/>
                  </a:lnTo>
                  <a:lnTo>
                    <a:pt x="2162331" y="3846879"/>
                  </a:lnTo>
                  <a:lnTo>
                    <a:pt x="2162477" y="3846879"/>
                  </a:lnTo>
                  <a:lnTo>
                    <a:pt x="2162477" y="3846255"/>
                  </a:lnTo>
                  <a:lnTo>
                    <a:pt x="2162622" y="3846255"/>
                  </a:lnTo>
                  <a:lnTo>
                    <a:pt x="2162767" y="3846255"/>
                  </a:lnTo>
                  <a:lnTo>
                    <a:pt x="2162913" y="3846255"/>
                  </a:lnTo>
                  <a:lnTo>
                    <a:pt x="2163058" y="3846255"/>
                  </a:lnTo>
                  <a:lnTo>
                    <a:pt x="2163204" y="3846255"/>
                  </a:lnTo>
                  <a:lnTo>
                    <a:pt x="2163349" y="3846255"/>
                  </a:lnTo>
                  <a:lnTo>
                    <a:pt x="2163349" y="3845632"/>
                  </a:lnTo>
                  <a:lnTo>
                    <a:pt x="2163495" y="3845632"/>
                  </a:lnTo>
                  <a:lnTo>
                    <a:pt x="2163640" y="3845632"/>
                  </a:lnTo>
                  <a:lnTo>
                    <a:pt x="2163785" y="3845632"/>
                  </a:lnTo>
                  <a:lnTo>
                    <a:pt x="2163931" y="3845632"/>
                  </a:lnTo>
                  <a:lnTo>
                    <a:pt x="2164076" y="3845632"/>
                  </a:lnTo>
                  <a:lnTo>
                    <a:pt x="2164222" y="3845632"/>
                  </a:lnTo>
                  <a:lnTo>
                    <a:pt x="2164222" y="3845008"/>
                  </a:lnTo>
                  <a:lnTo>
                    <a:pt x="2164367" y="3845008"/>
                  </a:lnTo>
                  <a:lnTo>
                    <a:pt x="2164513" y="3845008"/>
                  </a:lnTo>
                  <a:lnTo>
                    <a:pt x="2164658" y="3845008"/>
                  </a:lnTo>
                  <a:lnTo>
                    <a:pt x="2164658" y="3844384"/>
                  </a:lnTo>
                  <a:lnTo>
                    <a:pt x="2164803" y="3844384"/>
                  </a:lnTo>
                  <a:lnTo>
                    <a:pt x="2164949" y="3844384"/>
                  </a:lnTo>
                  <a:lnTo>
                    <a:pt x="2165094" y="3844384"/>
                  </a:lnTo>
                  <a:lnTo>
                    <a:pt x="2165240" y="3844384"/>
                  </a:lnTo>
                  <a:lnTo>
                    <a:pt x="2165240" y="3843761"/>
                  </a:lnTo>
                  <a:lnTo>
                    <a:pt x="2165385" y="3843761"/>
                  </a:lnTo>
                  <a:lnTo>
                    <a:pt x="2165531" y="3843761"/>
                  </a:lnTo>
                  <a:lnTo>
                    <a:pt x="2165531" y="3843137"/>
                  </a:lnTo>
                  <a:lnTo>
                    <a:pt x="2165676" y="3843137"/>
                  </a:lnTo>
                  <a:lnTo>
                    <a:pt x="2165821" y="3843137"/>
                  </a:lnTo>
                  <a:lnTo>
                    <a:pt x="2165967" y="3843137"/>
                  </a:lnTo>
                  <a:lnTo>
                    <a:pt x="2166112" y="3843137"/>
                  </a:lnTo>
                  <a:lnTo>
                    <a:pt x="2166258" y="3843137"/>
                  </a:lnTo>
                  <a:lnTo>
                    <a:pt x="2166403" y="3843137"/>
                  </a:lnTo>
                  <a:lnTo>
                    <a:pt x="2166549" y="3843137"/>
                  </a:lnTo>
                  <a:lnTo>
                    <a:pt x="2166549" y="3842514"/>
                  </a:lnTo>
                  <a:lnTo>
                    <a:pt x="2166549" y="3841890"/>
                  </a:lnTo>
                  <a:lnTo>
                    <a:pt x="2166694" y="3841890"/>
                  </a:lnTo>
                  <a:lnTo>
                    <a:pt x="2166839" y="3841890"/>
                  </a:lnTo>
                  <a:lnTo>
                    <a:pt x="2166985" y="3841890"/>
                  </a:lnTo>
                  <a:lnTo>
                    <a:pt x="2167130" y="3841890"/>
                  </a:lnTo>
                  <a:lnTo>
                    <a:pt x="2167276" y="3841890"/>
                  </a:lnTo>
                  <a:lnTo>
                    <a:pt x="2167421" y="3841890"/>
                  </a:lnTo>
                  <a:lnTo>
                    <a:pt x="2167566" y="3841890"/>
                  </a:lnTo>
                  <a:lnTo>
                    <a:pt x="2167712" y="3841890"/>
                  </a:lnTo>
                  <a:lnTo>
                    <a:pt x="2167857" y="3841890"/>
                  </a:lnTo>
                  <a:lnTo>
                    <a:pt x="2168003" y="3841890"/>
                  </a:lnTo>
                  <a:lnTo>
                    <a:pt x="2168148" y="3841890"/>
                  </a:lnTo>
                  <a:lnTo>
                    <a:pt x="2168294" y="3841890"/>
                  </a:lnTo>
                  <a:lnTo>
                    <a:pt x="2168439" y="3841890"/>
                  </a:lnTo>
                  <a:lnTo>
                    <a:pt x="2168584" y="3841890"/>
                  </a:lnTo>
                  <a:lnTo>
                    <a:pt x="2168730" y="3841890"/>
                  </a:lnTo>
                  <a:lnTo>
                    <a:pt x="2168730" y="3841267"/>
                  </a:lnTo>
                  <a:lnTo>
                    <a:pt x="2168875" y="3841267"/>
                  </a:lnTo>
                  <a:lnTo>
                    <a:pt x="2169021" y="3841267"/>
                  </a:lnTo>
                  <a:lnTo>
                    <a:pt x="2169166" y="3841267"/>
                  </a:lnTo>
                  <a:lnTo>
                    <a:pt x="2169312" y="3841267"/>
                  </a:lnTo>
                  <a:lnTo>
                    <a:pt x="2169312" y="3840643"/>
                  </a:lnTo>
                  <a:lnTo>
                    <a:pt x="2169457" y="3840643"/>
                  </a:lnTo>
                  <a:lnTo>
                    <a:pt x="2169602" y="3840643"/>
                  </a:lnTo>
                  <a:lnTo>
                    <a:pt x="2169748" y="3840643"/>
                  </a:lnTo>
                  <a:lnTo>
                    <a:pt x="2169748" y="3840019"/>
                  </a:lnTo>
                  <a:lnTo>
                    <a:pt x="2169893" y="3840019"/>
                  </a:lnTo>
                  <a:lnTo>
                    <a:pt x="2170039" y="3840019"/>
                  </a:lnTo>
                  <a:lnTo>
                    <a:pt x="2170184" y="3840019"/>
                  </a:lnTo>
                  <a:lnTo>
                    <a:pt x="2170330" y="3840019"/>
                  </a:lnTo>
                  <a:lnTo>
                    <a:pt x="2170475" y="3840019"/>
                  </a:lnTo>
                  <a:lnTo>
                    <a:pt x="2170620" y="3840019"/>
                  </a:lnTo>
                  <a:lnTo>
                    <a:pt x="2170620" y="3839396"/>
                  </a:lnTo>
                  <a:lnTo>
                    <a:pt x="2170766" y="3839396"/>
                  </a:lnTo>
                  <a:lnTo>
                    <a:pt x="2170911" y="3839396"/>
                  </a:lnTo>
                  <a:lnTo>
                    <a:pt x="2171057" y="3839396"/>
                  </a:lnTo>
                  <a:lnTo>
                    <a:pt x="2171202" y="3839396"/>
                  </a:lnTo>
                  <a:lnTo>
                    <a:pt x="2171348" y="3839396"/>
                  </a:lnTo>
                  <a:lnTo>
                    <a:pt x="2171493" y="3839396"/>
                  </a:lnTo>
                  <a:lnTo>
                    <a:pt x="2171493" y="3838772"/>
                  </a:lnTo>
                  <a:lnTo>
                    <a:pt x="2171638" y="3838772"/>
                  </a:lnTo>
                  <a:lnTo>
                    <a:pt x="2171638" y="3838149"/>
                  </a:lnTo>
                  <a:lnTo>
                    <a:pt x="2171784" y="3838149"/>
                  </a:lnTo>
                  <a:lnTo>
                    <a:pt x="2171929" y="3838149"/>
                  </a:lnTo>
                  <a:lnTo>
                    <a:pt x="2172075" y="3838149"/>
                  </a:lnTo>
                  <a:lnTo>
                    <a:pt x="2172075" y="3837525"/>
                  </a:lnTo>
                  <a:lnTo>
                    <a:pt x="2172220" y="3837525"/>
                  </a:lnTo>
                  <a:lnTo>
                    <a:pt x="2172366" y="3837525"/>
                  </a:lnTo>
                  <a:lnTo>
                    <a:pt x="2172511" y="3837525"/>
                  </a:lnTo>
                  <a:lnTo>
                    <a:pt x="2172656" y="3837525"/>
                  </a:lnTo>
                  <a:lnTo>
                    <a:pt x="2172656" y="3836902"/>
                  </a:lnTo>
                  <a:lnTo>
                    <a:pt x="2172802" y="3836902"/>
                  </a:lnTo>
                  <a:lnTo>
                    <a:pt x="2172947" y="3836902"/>
                  </a:lnTo>
                  <a:lnTo>
                    <a:pt x="2173093" y="3836902"/>
                  </a:lnTo>
                  <a:lnTo>
                    <a:pt x="2173238" y="3836902"/>
                  </a:lnTo>
                  <a:lnTo>
                    <a:pt x="2173384" y="3836902"/>
                  </a:lnTo>
                  <a:lnTo>
                    <a:pt x="2173529" y="3836902"/>
                  </a:lnTo>
                  <a:lnTo>
                    <a:pt x="2173674" y="3836902"/>
                  </a:lnTo>
                  <a:lnTo>
                    <a:pt x="2173820" y="3836902"/>
                  </a:lnTo>
                  <a:lnTo>
                    <a:pt x="2173965" y="3836902"/>
                  </a:lnTo>
                  <a:lnTo>
                    <a:pt x="2174111" y="3836902"/>
                  </a:lnTo>
                  <a:lnTo>
                    <a:pt x="2174256" y="3836902"/>
                  </a:lnTo>
                  <a:lnTo>
                    <a:pt x="2174256" y="3836278"/>
                  </a:lnTo>
                  <a:lnTo>
                    <a:pt x="2174401" y="3836278"/>
                  </a:lnTo>
                  <a:lnTo>
                    <a:pt x="2174547" y="3836278"/>
                  </a:lnTo>
                  <a:lnTo>
                    <a:pt x="2174547" y="3835654"/>
                  </a:lnTo>
                  <a:lnTo>
                    <a:pt x="2174692" y="3835654"/>
                  </a:lnTo>
                  <a:lnTo>
                    <a:pt x="2174838" y="3835654"/>
                  </a:lnTo>
                  <a:lnTo>
                    <a:pt x="2174838" y="3835031"/>
                  </a:lnTo>
                  <a:lnTo>
                    <a:pt x="2174983" y="3835031"/>
                  </a:lnTo>
                  <a:lnTo>
                    <a:pt x="2175129" y="3835031"/>
                  </a:lnTo>
                  <a:lnTo>
                    <a:pt x="2175274" y="3835031"/>
                  </a:lnTo>
                  <a:lnTo>
                    <a:pt x="2175419" y="3835031"/>
                  </a:lnTo>
                  <a:lnTo>
                    <a:pt x="2175565" y="3835031"/>
                  </a:lnTo>
                  <a:lnTo>
                    <a:pt x="2175710" y="3835031"/>
                  </a:lnTo>
                  <a:lnTo>
                    <a:pt x="2175856" y="3835031"/>
                  </a:lnTo>
                  <a:lnTo>
                    <a:pt x="2176001" y="3835031"/>
                  </a:lnTo>
                  <a:lnTo>
                    <a:pt x="2176147" y="3835031"/>
                  </a:lnTo>
                  <a:lnTo>
                    <a:pt x="2176292" y="3835031"/>
                  </a:lnTo>
                  <a:lnTo>
                    <a:pt x="2176292" y="3834407"/>
                  </a:lnTo>
                  <a:lnTo>
                    <a:pt x="2176292" y="3833784"/>
                  </a:lnTo>
                  <a:lnTo>
                    <a:pt x="2176437" y="3833784"/>
                  </a:lnTo>
                  <a:lnTo>
                    <a:pt x="2176583" y="3833784"/>
                  </a:lnTo>
                  <a:lnTo>
                    <a:pt x="2176583" y="3833160"/>
                  </a:lnTo>
                  <a:lnTo>
                    <a:pt x="2176728" y="3833160"/>
                  </a:lnTo>
                  <a:lnTo>
                    <a:pt x="2176874" y="3833160"/>
                  </a:lnTo>
                  <a:lnTo>
                    <a:pt x="2176874" y="3832536"/>
                  </a:lnTo>
                  <a:lnTo>
                    <a:pt x="2177019" y="3832536"/>
                  </a:lnTo>
                  <a:lnTo>
                    <a:pt x="2177019" y="3831913"/>
                  </a:lnTo>
                  <a:lnTo>
                    <a:pt x="2177165" y="3831913"/>
                  </a:lnTo>
                  <a:lnTo>
                    <a:pt x="2177310" y="3831913"/>
                  </a:lnTo>
                  <a:lnTo>
                    <a:pt x="2177455" y="3831913"/>
                  </a:lnTo>
                  <a:lnTo>
                    <a:pt x="2177601" y="3831913"/>
                  </a:lnTo>
                  <a:lnTo>
                    <a:pt x="2177746" y="3831913"/>
                  </a:lnTo>
                  <a:lnTo>
                    <a:pt x="2177892" y="3831913"/>
                  </a:lnTo>
                  <a:lnTo>
                    <a:pt x="2178037" y="3831913"/>
                  </a:lnTo>
                  <a:lnTo>
                    <a:pt x="2178037" y="3831289"/>
                  </a:lnTo>
                  <a:lnTo>
                    <a:pt x="2178183" y="3831289"/>
                  </a:lnTo>
                  <a:lnTo>
                    <a:pt x="2178328" y="3831289"/>
                  </a:lnTo>
                  <a:lnTo>
                    <a:pt x="2178473" y="3831289"/>
                  </a:lnTo>
                  <a:lnTo>
                    <a:pt x="2178619" y="3831289"/>
                  </a:lnTo>
                  <a:lnTo>
                    <a:pt x="2178619" y="3830666"/>
                  </a:lnTo>
                  <a:lnTo>
                    <a:pt x="2178764" y="3830666"/>
                  </a:lnTo>
                  <a:lnTo>
                    <a:pt x="2178910" y="3830666"/>
                  </a:lnTo>
                  <a:lnTo>
                    <a:pt x="2179055" y="3830666"/>
                  </a:lnTo>
                  <a:lnTo>
                    <a:pt x="2179201" y="3830666"/>
                  </a:lnTo>
                  <a:lnTo>
                    <a:pt x="2179346" y="3830666"/>
                  </a:lnTo>
                  <a:lnTo>
                    <a:pt x="2179491" y="3830666"/>
                  </a:lnTo>
                  <a:lnTo>
                    <a:pt x="2179637" y="3830666"/>
                  </a:lnTo>
                  <a:lnTo>
                    <a:pt x="2179637" y="3830042"/>
                  </a:lnTo>
                  <a:lnTo>
                    <a:pt x="2179782" y="3830042"/>
                  </a:lnTo>
                  <a:lnTo>
                    <a:pt x="2179782" y="3829419"/>
                  </a:lnTo>
                  <a:lnTo>
                    <a:pt x="2179782" y="3828795"/>
                  </a:lnTo>
                  <a:lnTo>
                    <a:pt x="2179928" y="3828795"/>
                  </a:lnTo>
                  <a:lnTo>
                    <a:pt x="2180073" y="3828795"/>
                  </a:lnTo>
                  <a:lnTo>
                    <a:pt x="2180219" y="3828795"/>
                  </a:lnTo>
                  <a:lnTo>
                    <a:pt x="2180364" y="3828795"/>
                  </a:lnTo>
                  <a:lnTo>
                    <a:pt x="2180364" y="3828171"/>
                  </a:lnTo>
                  <a:lnTo>
                    <a:pt x="2180509" y="3828171"/>
                  </a:lnTo>
                  <a:lnTo>
                    <a:pt x="2180509" y="3827548"/>
                  </a:lnTo>
                  <a:lnTo>
                    <a:pt x="2180655" y="3827548"/>
                  </a:lnTo>
                  <a:lnTo>
                    <a:pt x="2180800" y="3827548"/>
                  </a:lnTo>
                  <a:lnTo>
                    <a:pt x="2180946" y="3827548"/>
                  </a:lnTo>
                  <a:lnTo>
                    <a:pt x="2181091" y="3827548"/>
                  </a:lnTo>
                  <a:lnTo>
                    <a:pt x="2181236" y="3827548"/>
                  </a:lnTo>
                  <a:lnTo>
                    <a:pt x="2181382" y="3827548"/>
                  </a:lnTo>
                  <a:lnTo>
                    <a:pt x="2181527" y="3827548"/>
                  </a:lnTo>
                  <a:lnTo>
                    <a:pt x="2181673" y="3827548"/>
                  </a:lnTo>
                  <a:lnTo>
                    <a:pt x="2181818" y="3827548"/>
                  </a:lnTo>
                  <a:lnTo>
                    <a:pt x="2181964" y="3827548"/>
                  </a:lnTo>
                  <a:lnTo>
                    <a:pt x="2182109" y="3827548"/>
                  </a:lnTo>
                  <a:lnTo>
                    <a:pt x="2182254" y="3827548"/>
                  </a:lnTo>
                  <a:lnTo>
                    <a:pt x="2182400" y="3827548"/>
                  </a:lnTo>
                  <a:lnTo>
                    <a:pt x="2182545" y="3827548"/>
                  </a:lnTo>
                  <a:lnTo>
                    <a:pt x="2182691" y="3827548"/>
                  </a:lnTo>
                  <a:lnTo>
                    <a:pt x="2182836" y="3827548"/>
                  </a:lnTo>
                  <a:lnTo>
                    <a:pt x="2182982" y="3827548"/>
                  </a:lnTo>
                  <a:lnTo>
                    <a:pt x="2182982" y="3826924"/>
                  </a:lnTo>
                  <a:lnTo>
                    <a:pt x="2183127" y="3826924"/>
                  </a:lnTo>
                  <a:lnTo>
                    <a:pt x="2183272" y="3826924"/>
                  </a:lnTo>
                  <a:lnTo>
                    <a:pt x="2183418" y="3826924"/>
                  </a:lnTo>
                  <a:lnTo>
                    <a:pt x="2183563" y="3826924"/>
                  </a:lnTo>
                  <a:lnTo>
                    <a:pt x="2183709" y="3826924"/>
                  </a:lnTo>
                  <a:lnTo>
                    <a:pt x="2183854" y="3826924"/>
                  </a:lnTo>
                  <a:lnTo>
                    <a:pt x="2184000" y="3826924"/>
                  </a:lnTo>
                  <a:lnTo>
                    <a:pt x="2184145" y="3826924"/>
                  </a:lnTo>
                  <a:lnTo>
                    <a:pt x="2184290" y="3826924"/>
                  </a:lnTo>
                  <a:lnTo>
                    <a:pt x="2184436" y="3826924"/>
                  </a:lnTo>
                  <a:lnTo>
                    <a:pt x="2184581" y="3826924"/>
                  </a:lnTo>
                  <a:lnTo>
                    <a:pt x="2184727" y="3826924"/>
                  </a:lnTo>
                  <a:lnTo>
                    <a:pt x="2184872" y="3826924"/>
                  </a:lnTo>
                  <a:lnTo>
                    <a:pt x="2185018" y="3826924"/>
                  </a:lnTo>
                  <a:lnTo>
                    <a:pt x="2185163" y="3826924"/>
                  </a:lnTo>
                  <a:lnTo>
                    <a:pt x="2185308" y="3826924"/>
                  </a:lnTo>
                  <a:lnTo>
                    <a:pt x="2185308" y="3826301"/>
                  </a:lnTo>
                  <a:lnTo>
                    <a:pt x="2185454" y="3826301"/>
                  </a:lnTo>
                  <a:lnTo>
                    <a:pt x="2185454" y="3825677"/>
                  </a:lnTo>
                  <a:lnTo>
                    <a:pt x="2185454" y="3825053"/>
                  </a:lnTo>
                  <a:lnTo>
                    <a:pt x="2185599" y="3825053"/>
                  </a:lnTo>
                  <a:lnTo>
                    <a:pt x="2185745" y="3825053"/>
                  </a:lnTo>
                  <a:lnTo>
                    <a:pt x="2185890" y="3825053"/>
                  </a:lnTo>
                  <a:lnTo>
                    <a:pt x="2186036" y="3825053"/>
                  </a:lnTo>
                  <a:lnTo>
                    <a:pt x="2186181" y="3825053"/>
                  </a:lnTo>
                  <a:lnTo>
                    <a:pt x="2186326" y="3825053"/>
                  </a:lnTo>
                  <a:lnTo>
                    <a:pt x="2186472" y="3825053"/>
                  </a:lnTo>
                  <a:lnTo>
                    <a:pt x="2186472" y="3824430"/>
                  </a:lnTo>
                  <a:lnTo>
                    <a:pt x="2186617" y="3824430"/>
                  </a:lnTo>
                  <a:lnTo>
                    <a:pt x="2186763" y="3824430"/>
                  </a:lnTo>
                  <a:lnTo>
                    <a:pt x="2186908" y="3824430"/>
                  </a:lnTo>
                  <a:lnTo>
                    <a:pt x="2187054" y="3824430"/>
                  </a:lnTo>
                  <a:lnTo>
                    <a:pt x="2187199" y="3824430"/>
                  </a:lnTo>
                  <a:lnTo>
                    <a:pt x="2187344" y="3824430"/>
                  </a:lnTo>
                  <a:lnTo>
                    <a:pt x="2187490" y="3824430"/>
                  </a:lnTo>
                  <a:lnTo>
                    <a:pt x="2187635" y="3824430"/>
                  </a:lnTo>
                  <a:lnTo>
                    <a:pt x="2187781" y="3824430"/>
                  </a:lnTo>
                  <a:lnTo>
                    <a:pt x="2187926" y="3824430"/>
                  </a:lnTo>
                  <a:lnTo>
                    <a:pt x="2188071" y="3824430"/>
                  </a:lnTo>
                  <a:lnTo>
                    <a:pt x="2188217" y="3824430"/>
                  </a:lnTo>
                  <a:lnTo>
                    <a:pt x="2188362" y="3824430"/>
                  </a:lnTo>
                  <a:lnTo>
                    <a:pt x="2188362" y="3823806"/>
                  </a:lnTo>
                  <a:lnTo>
                    <a:pt x="2188508" y="3823806"/>
                  </a:lnTo>
                  <a:lnTo>
                    <a:pt x="2188653" y="3823806"/>
                  </a:lnTo>
                  <a:lnTo>
                    <a:pt x="2188653" y="3823183"/>
                  </a:lnTo>
                  <a:lnTo>
                    <a:pt x="2188799" y="3823183"/>
                  </a:lnTo>
                  <a:lnTo>
                    <a:pt x="2188944" y="3823183"/>
                  </a:lnTo>
                  <a:lnTo>
                    <a:pt x="2188944" y="3822559"/>
                  </a:lnTo>
                  <a:lnTo>
                    <a:pt x="2189089" y="3822559"/>
                  </a:lnTo>
                  <a:lnTo>
                    <a:pt x="2189235" y="3822559"/>
                  </a:lnTo>
                  <a:lnTo>
                    <a:pt x="2189380" y="3822559"/>
                  </a:lnTo>
                  <a:lnTo>
                    <a:pt x="2189526" y="3822559"/>
                  </a:lnTo>
                  <a:lnTo>
                    <a:pt x="2189671" y="3822559"/>
                  </a:lnTo>
                  <a:lnTo>
                    <a:pt x="2189817" y="3822559"/>
                  </a:lnTo>
                  <a:lnTo>
                    <a:pt x="2189962" y="3822559"/>
                  </a:lnTo>
                  <a:lnTo>
                    <a:pt x="2190107" y="3822559"/>
                  </a:lnTo>
                  <a:lnTo>
                    <a:pt x="2190253" y="3822559"/>
                  </a:lnTo>
                  <a:lnTo>
                    <a:pt x="2190398" y="3822559"/>
                  </a:lnTo>
                  <a:lnTo>
                    <a:pt x="2190544" y="3822559"/>
                  </a:lnTo>
                  <a:lnTo>
                    <a:pt x="2190689" y="3822559"/>
                  </a:lnTo>
                  <a:lnTo>
                    <a:pt x="2190835" y="3822559"/>
                  </a:lnTo>
                  <a:lnTo>
                    <a:pt x="2190980" y="3822559"/>
                  </a:lnTo>
                  <a:lnTo>
                    <a:pt x="2191125" y="3822559"/>
                  </a:lnTo>
                  <a:lnTo>
                    <a:pt x="2191271" y="3822559"/>
                  </a:lnTo>
                  <a:lnTo>
                    <a:pt x="2191416" y="3822559"/>
                  </a:lnTo>
                  <a:lnTo>
                    <a:pt x="2191562" y="3822559"/>
                  </a:lnTo>
                  <a:lnTo>
                    <a:pt x="2191707" y="3822559"/>
                  </a:lnTo>
                  <a:lnTo>
                    <a:pt x="2191853" y="3822559"/>
                  </a:lnTo>
                  <a:lnTo>
                    <a:pt x="2191998" y="3822559"/>
                  </a:lnTo>
                  <a:lnTo>
                    <a:pt x="2192143" y="3822559"/>
                  </a:lnTo>
                  <a:lnTo>
                    <a:pt x="2192289" y="3822559"/>
                  </a:lnTo>
                  <a:lnTo>
                    <a:pt x="2192434" y="3822559"/>
                  </a:lnTo>
                  <a:lnTo>
                    <a:pt x="2192580" y="3822559"/>
                  </a:lnTo>
                  <a:lnTo>
                    <a:pt x="2192725" y="3822559"/>
                  </a:lnTo>
                  <a:lnTo>
                    <a:pt x="2192871" y="3822559"/>
                  </a:lnTo>
                  <a:lnTo>
                    <a:pt x="2193016" y="3822559"/>
                  </a:lnTo>
                  <a:lnTo>
                    <a:pt x="2193161" y="3822559"/>
                  </a:lnTo>
                  <a:lnTo>
                    <a:pt x="2193161" y="3821936"/>
                  </a:lnTo>
                  <a:lnTo>
                    <a:pt x="2193307" y="3821936"/>
                  </a:lnTo>
                  <a:lnTo>
                    <a:pt x="2193452" y="3821936"/>
                  </a:lnTo>
                  <a:lnTo>
                    <a:pt x="2193598" y="3821936"/>
                  </a:lnTo>
                  <a:lnTo>
                    <a:pt x="2193743" y="3821936"/>
                  </a:lnTo>
                  <a:lnTo>
                    <a:pt x="2193889" y="3821936"/>
                  </a:lnTo>
                  <a:lnTo>
                    <a:pt x="2194034" y="3821936"/>
                  </a:lnTo>
                  <a:lnTo>
                    <a:pt x="2194179" y="3821936"/>
                  </a:lnTo>
                  <a:lnTo>
                    <a:pt x="2194179" y="3821312"/>
                  </a:lnTo>
                  <a:lnTo>
                    <a:pt x="2194325" y="3821312"/>
                  </a:lnTo>
                  <a:lnTo>
                    <a:pt x="2194470" y="3821312"/>
                  </a:lnTo>
                  <a:lnTo>
                    <a:pt x="2194616" y="3821312"/>
                  </a:lnTo>
                  <a:lnTo>
                    <a:pt x="2194761" y="3821312"/>
                  </a:lnTo>
                  <a:lnTo>
                    <a:pt x="2194906" y="3821312"/>
                  </a:lnTo>
                  <a:lnTo>
                    <a:pt x="2195052" y="3821312"/>
                  </a:lnTo>
                  <a:lnTo>
                    <a:pt x="2195197" y="3821312"/>
                  </a:lnTo>
                  <a:lnTo>
                    <a:pt x="2195197" y="3820688"/>
                  </a:lnTo>
                  <a:lnTo>
                    <a:pt x="2195343" y="3820688"/>
                  </a:lnTo>
                  <a:lnTo>
                    <a:pt x="2195488" y="3820688"/>
                  </a:lnTo>
                  <a:lnTo>
                    <a:pt x="2195488" y="3820065"/>
                  </a:lnTo>
                  <a:lnTo>
                    <a:pt x="2195488" y="3819441"/>
                  </a:lnTo>
                  <a:lnTo>
                    <a:pt x="2195634" y="3819441"/>
                  </a:lnTo>
                  <a:lnTo>
                    <a:pt x="2195779" y="3819441"/>
                  </a:lnTo>
                  <a:lnTo>
                    <a:pt x="2195924" y="3819441"/>
                  </a:lnTo>
                  <a:lnTo>
                    <a:pt x="2196070" y="3819441"/>
                  </a:lnTo>
                  <a:lnTo>
                    <a:pt x="2196215" y="3819441"/>
                  </a:lnTo>
                  <a:lnTo>
                    <a:pt x="2196215" y="3818818"/>
                  </a:lnTo>
                  <a:lnTo>
                    <a:pt x="2196361" y="3818818"/>
                  </a:lnTo>
                  <a:lnTo>
                    <a:pt x="2196506" y="3818818"/>
                  </a:lnTo>
                  <a:lnTo>
                    <a:pt x="2196652" y="3818818"/>
                  </a:lnTo>
                  <a:lnTo>
                    <a:pt x="2196797" y="3818818"/>
                  </a:lnTo>
                  <a:lnTo>
                    <a:pt x="2196942" y="3818818"/>
                  </a:lnTo>
                  <a:lnTo>
                    <a:pt x="2197088" y="3818818"/>
                  </a:lnTo>
                  <a:lnTo>
                    <a:pt x="2197233" y="3818818"/>
                  </a:lnTo>
                  <a:lnTo>
                    <a:pt x="2197379" y="3818818"/>
                  </a:lnTo>
                  <a:lnTo>
                    <a:pt x="2197524" y="3818818"/>
                  </a:lnTo>
                  <a:lnTo>
                    <a:pt x="2197524" y="3818194"/>
                  </a:lnTo>
                  <a:lnTo>
                    <a:pt x="2197670" y="3818194"/>
                  </a:lnTo>
                  <a:lnTo>
                    <a:pt x="2197815" y="3818194"/>
                  </a:lnTo>
                  <a:lnTo>
                    <a:pt x="2197960" y="3818194"/>
                  </a:lnTo>
                  <a:lnTo>
                    <a:pt x="2198106" y="3818194"/>
                  </a:lnTo>
                  <a:lnTo>
                    <a:pt x="2198251" y="3818194"/>
                  </a:lnTo>
                  <a:lnTo>
                    <a:pt x="2198397" y="3818194"/>
                  </a:lnTo>
                  <a:lnTo>
                    <a:pt x="2198542" y="3818194"/>
                  </a:lnTo>
                  <a:lnTo>
                    <a:pt x="2198688" y="3818194"/>
                  </a:lnTo>
                  <a:lnTo>
                    <a:pt x="2198833" y="3818194"/>
                  </a:lnTo>
                  <a:lnTo>
                    <a:pt x="2198978" y="3818194"/>
                  </a:lnTo>
                  <a:lnTo>
                    <a:pt x="2198978" y="3817570"/>
                  </a:lnTo>
                  <a:lnTo>
                    <a:pt x="2199124" y="3817570"/>
                  </a:lnTo>
                  <a:lnTo>
                    <a:pt x="2199269" y="3817570"/>
                  </a:lnTo>
                  <a:lnTo>
                    <a:pt x="2199415" y="3817570"/>
                  </a:lnTo>
                  <a:lnTo>
                    <a:pt x="2199560" y="3817570"/>
                  </a:lnTo>
                  <a:lnTo>
                    <a:pt x="2199706" y="3817570"/>
                  </a:lnTo>
                  <a:lnTo>
                    <a:pt x="2199706" y="3816947"/>
                  </a:lnTo>
                  <a:lnTo>
                    <a:pt x="2199851" y="3816947"/>
                  </a:lnTo>
                  <a:lnTo>
                    <a:pt x="2199996" y="3816947"/>
                  </a:lnTo>
                  <a:lnTo>
                    <a:pt x="2200142" y="3816947"/>
                  </a:lnTo>
                  <a:lnTo>
                    <a:pt x="2200142" y="3816323"/>
                  </a:lnTo>
                  <a:lnTo>
                    <a:pt x="2200287" y="3816323"/>
                  </a:lnTo>
                  <a:lnTo>
                    <a:pt x="2200287" y="3815700"/>
                  </a:lnTo>
                  <a:lnTo>
                    <a:pt x="2200433" y="3815700"/>
                  </a:lnTo>
                  <a:lnTo>
                    <a:pt x="2200578" y="3815700"/>
                  </a:lnTo>
                  <a:lnTo>
                    <a:pt x="2200724" y="3815700"/>
                  </a:lnTo>
                  <a:lnTo>
                    <a:pt x="2200869" y="3815700"/>
                  </a:lnTo>
                  <a:lnTo>
                    <a:pt x="2201014" y="3815700"/>
                  </a:lnTo>
                  <a:lnTo>
                    <a:pt x="2201160" y="3815700"/>
                  </a:lnTo>
                  <a:lnTo>
                    <a:pt x="2201305" y="3815700"/>
                  </a:lnTo>
                  <a:lnTo>
                    <a:pt x="2201451" y="3815700"/>
                  </a:lnTo>
                  <a:lnTo>
                    <a:pt x="2201596" y="3815700"/>
                  </a:lnTo>
                  <a:lnTo>
                    <a:pt x="2201741" y="3815700"/>
                  </a:lnTo>
                  <a:lnTo>
                    <a:pt x="2201887" y="3815700"/>
                  </a:lnTo>
                  <a:lnTo>
                    <a:pt x="2202032" y="3815700"/>
                  </a:lnTo>
                  <a:lnTo>
                    <a:pt x="2202178" y="3815700"/>
                  </a:lnTo>
                  <a:lnTo>
                    <a:pt x="2202323" y="3815700"/>
                  </a:lnTo>
                  <a:lnTo>
                    <a:pt x="2202323" y="3815076"/>
                  </a:lnTo>
                  <a:lnTo>
                    <a:pt x="2202469" y="3815076"/>
                  </a:lnTo>
                  <a:lnTo>
                    <a:pt x="2202614" y="3815076"/>
                  </a:lnTo>
                  <a:lnTo>
                    <a:pt x="2202759" y="3815076"/>
                  </a:lnTo>
                  <a:lnTo>
                    <a:pt x="2202905" y="3815076"/>
                  </a:lnTo>
                  <a:lnTo>
                    <a:pt x="2203050" y="3815076"/>
                  </a:lnTo>
                  <a:lnTo>
                    <a:pt x="2203196" y="3815076"/>
                  </a:lnTo>
                  <a:lnTo>
                    <a:pt x="2203341" y="3815076"/>
                  </a:lnTo>
                  <a:lnTo>
                    <a:pt x="2203341" y="3814453"/>
                  </a:lnTo>
                  <a:lnTo>
                    <a:pt x="2203487" y="3814453"/>
                  </a:lnTo>
                  <a:lnTo>
                    <a:pt x="2203632" y="3814453"/>
                  </a:lnTo>
                  <a:lnTo>
                    <a:pt x="2203777" y="3814453"/>
                  </a:lnTo>
                  <a:lnTo>
                    <a:pt x="2203923" y="3814453"/>
                  </a:lnTo>
                  <a:lnTo>
                    <a:pt x="2204068" y="3814453"/>
                  </a:lnTo>
                  <a:lnTo>
                    <a:pt x="2204214" y="3814453"/>
                  </a:lnTo>
                  <a:lnTo>
                    <a:pt x="2204359" y="3814453"/>
                  </a:lnTo>
                  <a:lnTo>
                    <a:pt x="2204505" y="3814453"/>
                  </a:lnTo>
                  <a:lnTo>
                    <a:pt x="2204650" y="3814453"/>
                  </a:lnTo>
                  <a:lnTo>
                    <a:pt x="2204795" y="3814453"/>
                  </a:lnTo>
                  <a:lnTo>
                    <a:pt x="2204941" y="3814453"/>
                  </a:lnTo>
                  <a:lnTo>
                    <a:pt x="2205086" y="3814453"/>
                  </a:lnTo>
                  <a:lnTo>
                    <a:pt x="2205232" y="3814453"/>
                  </a:lnTo>
                  <a:lnTo>
                    <a:pt x="2205377" y="3814453"/>
                  </a:lnTo>
                  <a:lnTo>
                    <a:pt x="2205523" y="3814453"/>
                  </a:lnTo>
                  <a:lnTo>
                    <a:pt x="2205668" y="3814453"/>
                  </a:lnTo>
                  <a:lnTo>
                    <a:pt x="2205668" y="3813829"/>
                  </a:lnTo>
                  <a:lnTo>
                    <a:pt x="2205813" y="3813829"/>
                  </a:lnTo>
                  <a:lnTo>
                    <a:pt x="2205959" y="3813829"/>
                  </a:lnTo>
                  <a:lnTo>
                    <a:pt x="2206104" y="3813829"/>
                  </a:lnTo>
                  <a:lnTo>
                    <a:pt x="2206104" y="3813205"/>
                  </a:lnTo>
                  <a:lnTo>
                    <a:pt x="2206250" y="3813205"/>
                  </a:lnTo>
                  <a:lnTo>
                    <a:pt x="2206250" y="3812582"/>
                  </a:lnTo>
                  <a:lnTo>
                    <a:pt x="2206395" y="3812582"/>
                  </a:lnTo>
                  <a:lnTo>
                    <a:pt x="2206395" y="3811958"/>
                  </a:lnTo>
                  <a:lnTo>
                    <a:pt x="2206395" y="3811335"/>
                  </a:lnTo>
                  <a:lnTo>
                    <a:pt x="2206541" y="3811335"/>
                  </a:lnTo>
                  <a:lnTo>
                    <a:pt x="2206686" y="3811335"/>
                  </a:lnTo>
                  <a:lnTo>
                    <a:pt x="2206831" y="3811335"/>
                  </a:lnTo>
                  <a:lnTo>
                    <a:pt x="2206831" y="3810711"/>
                  </a:lnTo>
                  <a:lnTo>
                    <a:pt x="2206977" y="3810711"/>
                  </a:lnTo>
                  <a:lnTo>
                    <a:pt x="2207122" y="3810711"/>
                  </a:lnTo>
                  <a:lnTo>
                    <a:pt x="2207268" y="3810711"/>
                  </a:lnTo>
                  <a:lnTo>
                    <a:pt x="2207413" y="3810711"/>
                  </a:lnTo>
                  <a:lnTo>
                    <a:pt x="2207559" y="3810711"/>
                  </a:lnTo>
                  <a:lnTo>
                    <a:pt x="2207704" y="3810711"/>
                  </a:lnTo>
                  <a:lnTo>
                    <a:pt x="2207849" y="3810711"/>
                  </a:lnTo>
                  <a:lnTo>
                    <a:pt x="2207995" y="3810711"/>
                  </a:lnTo>
                  <a:lnTo>
                    <a:pt x="2208140" y="3810711"/>
                  </a:lnTo>
                  <a:lnTo>
                    <a:pt x="2208286" y="3810711"/>
                  </a:lnTo>
                  <a:lnTo>
                    <a:pt x="2208431" y="3810711"/>
                  </a:lnTo>
                  <a:lnTo>
                    <a:pt x="2208576" y="3810711"/>
                  </a:lnTo>
                  <a:lnTo>
                    <a:pt x="2208576" y="3810087"/>
                  </a:lnTo>
                  <a:lnTo>
                    <a:pt x="2208722" y="3810087"/>
                  </a:lnTo>
                  <a:lnTo>
                    <a:pt x="2208722" y="3809464"/>
                  </a:lnTo>
                  <a:lnTo>
                    <a:pt x="2208867" y="3809464"/>
                  </a:lnTo>
                  <a:lnTo>
                    <a:pt x="2209013" y="3809464"/>
                  </a:lnTo>
                  <a:lnTo>
                    <a:pt x="2209158" y="3809464"/>
                  </a:lnTo>
                  <a:lnTo>
                    <a:pt x="2209304" y="3809464"/>
                  </a:lnTo>
                  <a:lnTo>
                    <a:pt x="2209304" y="3808840"/>
                  </a:lnTo>
                  <a:lnTo>
                    <a:pt x="2209449" y="3808840"/>
                  </a:lnTo>
                  <a:lnTo>
                    <a:pt x="2209594" y="3808840"/>
                  </a:lnTo>
                  <a:lnTo>
                    <a:pt x="2209740" y="3808840"/>
                  </a:lnTo>
                  <a:lnTo>
                    <a:pt x="2209740" y="3808217"/>
                  </a:lnTo>
                  <a:lnTo>
                    <a:pt x="2209885" y="3808217"/>
                  </a:lnTo>
                  <a:lnTo>
                    <a:pt x="2210031" y="3808217"/>
                  </a:lnTo>
                  <a:lnTo>
                    <a:pt x="2210176" y="3808217"/>
                  </a:lnTo>
                  <a:lnTo>
                    <a:pt x="2210322" y="3808217"/>
                  </a:lnTo>
                  <a:lnTo>
                    <a:pt x="2210467" y="3808217"/>
                  </a:lnTo>
                  <a:lnTo>
                    <a:pt x="2210467" y="3807593"/>
                  </a:lnTo>
                  <a:lnTo>
                    <a:pt x="2210612" y="3807593"/>
                  </a:lnTo>
                  <a:lnTo>
                    <a:pt x="2210758" y="3807593"/>
                  </a:lnTo>
                  <a:lnTo>
                    <a:pt x="2210903" y="3807593"/>
                  </a:lnTo>
                  <a:lnTo>
                    <a:pt x="2211049" y="3807593"/>
                  </a:lnTo>
                  <a:lnTo>
                    <a:pt x="2211194" y="3807593"/>
                  </a:lnTo>
                  <a:lnTo>
                    <a:pt x="2211340" y="3807593"/>
                  </a:lnTo>
                  <a:lnTo>
                    <a:pt x="2211340" y="3806970"/>
                  </a:lnTo>
                  <a:lnTo>
                    <a:pt x="2211340" y="3806346"/>
                  </a:lnTo>
                  <a:lnTo>
                    <a:pt x="2211485" y="3806346"/>
                  </a:lnTo>
                  <a:lnTo>
                    <a:pt x="2211630" y="3806346"/>
                  </a:lnTo>
                  <a:lnTo>
                    <a:pt x="2211776" y="3806346"/>
                  </a:lnTo>
                  <a:lnTo>
                    <a:pt x="2211921" y="3806346"/>
                  </a:lnTo>
                  <a:lnTo>
                    <a:pt x="2212067" y="3806346"/>
                  </a:lnTo>
                  <a:lnTo>
                    <a:pt x="2212067" y="3805722"/>
                  </a:lnTo>
                  <a:lnTo>
                    <a:pt x="2212212" y="3805722"/>
                  </a:lnTo>
                  <a:lnTo>
                    <a:pt x="2212358" y="3805722"/>
                  </a:lnTo>
                  <a:lnTo>
                    <a:pt x="2212503" y="3805722"/>
                  </a:lnTo>
                  <a:lnTo>
                    <a:pt x="2212648" y="3805722"/>
                  </a:lnTo>
                  <a:lnTo>
                    <a:pt x="2212794" y="3805722"/>
                  </a:lnTo>
                  <a:lnTo>
                    <a:pt x="2212939" y="3805722"/>
                  </a:lnTo>
                  <a:lnTo>
                    <a:pt x="2213085" y="3805722"/>
                  </a:lnTo>
                  <a:lnTo>
                    <a:pt x="2213230" y="3805722"/>
                  </a:lnTo>
                  <a:lnTo>
                    <a:pt x="2213376" y="3805722"/>
                  </a:lnTo>
                  <a:lnTo>
                    <a:pt x="2213521" y="3805722"/>
                  </a:lnTo>
                  <a:lnTo>
                    <a:pt x="2213666" y="3805722"/>
                  </a:lnTo>
                  <a:lnTo>
                    <a:pt x="2213812" y="3805722"/>
                  </a:lnTo>
                  <a:lnTo>
                    <a:pt x="2213957" y="3805722"/>
                  </a:lnTo>
                  <a:lnTo>
                    <a:pt x="2214103" y="3805722"/>
                  </a:lnTo>
                  <a:lnTo>
                    <a:pt x="2214248" y="3805722"/>
                  </a:lnTo>
                  <a:lnTo>
                    <a:pt x="2214248" y="3805099"/>
                  </a:lnTo>
                  <a:lnTo>
                    <a:pt x="2214248" y="3804475"/>
                  </a:lnTo>
                  <a:lnTo>
                    <a:pt x="2214394" y="3804475"/>
                  </a:lnTo>
                  <a:lnTo>
                    <a:pt x="2214539" y="3804475"/>
                  </a:lnTo>
                  <a:lnTo>
                    <a:pt x="2214684" y="3804475"/>
                  </a:lnTo>
                  <a:lnTo>
                    <a:pt x="2214830" y="3804475"/>
                  </a:lnTo>
                  <a:lnTo>
                    <a:pt x="2214975" y="3804475"/>
                  </a:lnTo>
                  <a:lnTo>
                    <a:pt x="2215121" y="3804475"/>
                  </a:lnTo>
                  <a:lnTo>
                    <a:pt x="2215266" y="3804475"/>
                  </a:lnTo>
                  <a:lnTo>
                    <a:pt x="2215411" y="3804475"/>
                  </a:lnTo>
                  <a:lnTo>
                    <a:pt x="2215557" y="3804475"/>
                  </a:lnTo>
                  <a:lnTo>
                    <a:pt x="2215557" y="3803852"/>
                  </a:lnTo>
                  <a:lnTo>
                    <a:pt x="2215557" y="3803228"/>
                  </a:lnTo>
                  <a:lnTo>
                    <a:pt x="2215702" y="3803228"/>
                  </a:lnTo>
                  <a:lnTo>
                    <a:pt x="2215848" y="3803228"/>
                  </a:lnTo>
                  <a:lnTo>
                    <a:pt x="2215993" y="3803228"/>
                  </a:lnTo>
                  <a:lnTo>
                    <a:pt x="2216139" y="3803228"/>
                  </a:lnTo>
                  <a:lnTo>
                    <a:pt x="2216284" y="3803228"/>
                  </a:lnTo>
                  <a:lnTo>
                    <a:pt x="2216429" y="3803228"/>
                  </a:lnTo>
                  <a:lnTo>
                    <a:pt x="2216429" y="3802604"/>
                  </a:lnTo>
                  <a:lnTo>
                    <a:pt x="2216575" y="3802604"/>
                  </a:lnTo>
                  <a:lnTo>
                    <a:pt x="2216575" y="3801981"/>
                  </a:lnTo>
                  <a:lnTo>
                    <a:pt x="2216720" y="3801981"/>
                  </a:lnTo>
                  <a:lnTo>
                    <a:pt x="2216866" y="3801981"/>
                  </a:lnTo>
                  <a:lnTo>
                    <a:pt x="2217011" y="3801981"/>
                  </a:lnTo>
                  <a:lnTo>
                    <a:pt x="2217011" y="3801357"/>
                  </a:lnTo>
                  <a:lnTo>
                    <a:pt x="2217157" y="3801357"/>
                  </a:lnTo>
                  <a:lnTo>
                    <a:pt x="2217302" y="3801357"/>
                  </a:lnTo>
                  <a:lnTo>
                    <a:pt x="2217447" y="3801357"/>
                  </a:lnTo>
                  <a:lnTo>
                    <a:pt x="2217593" y="3801357"/>
                  </a:lnTo>
                  <a:lnTo>
                    <a:pt x="2217738" y="3801357"/>
                  </a:lnTo>
                  <a:lnTo>
                    <a:pt x="2217884" y="3801357"/>
                  </a:lnTo>
                  <a:lnTo>
                    <a:pt x="2218029" y="3801357"/>
                  </a:lnTo>
                  <a:lnTo>
                    <a:pt x="2218175" y="3801357"/>
                  </a:lnTo>
                  <a:lnTo>
                    <a:pt x="2218320" y="3801357"/>
                  </a:lnTo>
                  <a:lnTo>
                    <a:pt x="2218465" y="3801357"/>
                  </a:lnTo>
                  <a:lnTo>
                    <a:pt x="2218611" y="3801357"/>
                  </a:lnTo>
                  <a:lnTo>
                    <a:pt x="2218611" y="3800734"/>
                  </a:lnTo>
                  <a:lnTo>
                    <a:pt x="2218756" y="3800734"/>
                  </a:lnTo>
                  <a:lnTo>
                    <a:pt x="2218902" y="3800734"/>
                  </a:lnTo>
                  <a:lnTo>
                    <a:pt x="2218902" y="3800110"/>
                  </a:lnTo>
                  <a:lnTo>
                    <a:pt x="2219047" y="3800110"/>
                  </a:lnTo>
                  <a:lnTo>
                    <a:pt x="2219193" y="3800110"/>
                  </a:lnTo>
                  <a:lnTo>
                    <a:pt x="2219338" y="3800110"/>
                  </a:lnTo>
                  <a:lnTo>
                    <a:pt x="2219483" y="3800110"/>
                  </a:lnTo>
                  <a:lnTo>
                    <a:pt x="2219629" y="3800110"/>
                  </a:lnTo>
                  <a:lnTo>
                    <a:pt x="2219629" y="3799487"/>
                  </a:lnTo>
                  <a:lnTo>
                    <a:pt x="2219774" y="3799487"/>
                  </a:lnTo>
                  <a:lnTo>
                    <a:pt x="2219920" y="3799487"/>
                  </a:lnTo>
                  <a:lnTo>
                    <a:pt x="2220065" y="3799487"/>
                  </a:lnTo>
                  <a:lnTo>
                    <a:pt x="2220211" y="3799487"/>
                  </a:lnTo>
                  <a:lnTo>
                    <a:pt x="2220356" y="3799487"/>
                  </a:lnTo>
                  <a:lnTo>
                    <a:pt x="2220501" y="3799487"/>
                  </a:lnTo>
                  <a:lnTo>
                    <a:pt x="2220501" y="3798863"/>
                  </a:lnTo>
                  <a:lnTo>
                    <a:pt x="2220501" y="3798239"/>
                  </a:lnTo>
                  <a:lnTo>
                    <a:pt x="2220647" y="3798239"/>
                  </a:lnTo>
                  <a:lnTo>
                    <a:pt x="2220792" y="3798239"/>
                  </a:lnTo>
                  <a:lnTo>
                    <a:pt x="2220792" y="3797616"/>
                  </a:lnTo>
                  <a:lnTo>
                    <a:pt x="2220938" y="3797616"/>
                  </a:lnTo>
                  <a:lnTo>
                    <a:pt x="2221083" y="3797616"/>
                  </a:lnTo>
                  <a:lnTo>
                    <a:pt x="2221229" y="3797616"/>
                  </a:lnTo>
                  <a:lnTo>
                    <a:pt x="2221374" y="3797616"/>
                  </a:lnTo>
                  <a:lnTo>
                    <a:pt x="2221374" y="3796992"/>
                  </a:lnTo>
                  <a:lnTo>
                    <a:pt x="2221519" y="3796992"/>
                  </a:lnTo>
                  <a:lnTo>
                    <a:pt x="2221519" y="3796369"/>
                  </a:lnTo>
                  <a:lnTo>
                    <a:pt x="2221665" y="3796369"/>
                  </a:lnTo>
                  <a:lnTo>
                    <a:pt x="2221665" y="3795745"/>
                  </a:lnTo>
                  <a:lnTo>
                    <a:pt x="2221665" y="3795121"/>
                  </a:lnTo>
                  <a:lnTo>
                    <a:pt x="2221810" y="3795121"/>
                  </a:lnTo>
                  <a:lnTo>
                    <a:pt x="2221956" y="3795121"/>
                  </a:lnTo>
                  <a:lnTo>
                    <a:pt x="2222101" y="3795121"/>
                  </a:lnTo>
                  <a:lnTo>
                    <a:pt x="2222246" y="3795121"/>
                  </a:lnTo>
                  <a:lnTo>
                    <a:pt x="2222392" y="3795121"/>
                  </a:lnTo>
                  <a:lnTo>
                    <a:pt x="2222537" y="3795121"/>
                  </a:lnTo>
                  <a:lnTo>
                    <a:pt x="2222683" y="3795121"/>
                  </a:lnTo>
                  <a:lnTo>
                    <a:pt x="2222828" y="3795121"/>
                  </a:lnTo>
                  <a:lnTo>
                    <a:pt x="2222974" y="3795121"/>
                  </a:lnTo>
                  <a:lnTo>
                    <a:pt x="2223119" y="3795121"/>
                  </a:lnTo>
                  <a:lnTo>
                    <a:pt x="2223264" y="3795121"/>
                  </a:lnTo>
                  <a:lnTo>
                    <a:pt x="2223410" y="3795121"/>
                  </a:lnTo>
                  <a:lnTo>
                    <a:pt x="2223555" y="3795121"/>
                  </a:lnTo>
                  <a:lnTo>
                    <a:pt x="2223701" y="3795121"/>
                  </a:lnTo>
                  <a:lnTo>
                    <a:pt x="2223846" y="3795121"/>
                  </a:lnTo>
                  <a:lnTo>
                    <a:pt x="2223846" y="3794498"/>
                  </a:lnTo>
                  <a:lnTo>
                    <a:pt x="2223992" y="3794498"/>
                  </a:lnTo>
                  <a:lnTo>
                    <a:pt x="2224137" y="3794498"/>
                  </a:lnTo>
                  <a:lnTo>
                    <a:pt x="2224282" y="3794498"/>
                  </a:lnTo>
                  <a:lnTo>
                    <a:pt x="2224428" y="3794498"/>
                  </a:lnTo>
                  <a:lnTo>
                    <a:pt x="2224573" y="3794498"/>
                  </a:lnTo>
                  <a:lnTo>
                    <a:pt x="2224719" y="3794498"/>
                  </a:lnTo>
                  <a:lnTo>
                    <a:pt x="2224864" y="3794498"/>
                  </a:lnTo>
                  <a:lnTo>
                    <a:pt x="2225010" y="3794498"/>
                  </a:lnTo>
                  <a:lnTo>
                    <a:pt x="2225155" y="3794498"/>
                  </a:lnTo>
                  <a:lnTo>
                    <a:pt x="2225155" y="3793874"/>
                  </a:lnTo>
                  <a:lnTo>
                    <a:pt x="2225300" y="3793874"/>
                  </a:lnTo>
                  <a:lnTo>
                    <a:pt x="2225446" y="3793874"/>
                  </a:lnTo>
                  <a:lnTo>
                    <a:pt x="2225591" y="3793874"/>
                  </a:lnTo>
                  <a:lnTo>
                    <a:pt x="2225737" y="3793874"/>
                  </a:lnTo>
                  <a:lnTo>
                    <a:pt x="2225882" y="3793874"/>
                  </a:lnTo>
                  <a:lnTo>
                    <a:pt x="2226028" y="3793874"/>
                  </a:lnTo>
                  <a:lnTo>
                    <a:pt x="2226173" y="3793874"/>
                  </a:lnTo>
                  <a:lnTo>
                    <a:pt x="2226173" y="3793251"/>
                  </a:lnTo>
                  <a:lnTo>
                    <a:pt x="2226318" y="3793251"/>
                  </a:lnTo>
                  <a:lnTo>
                    <a:pt x="2226318" y="3792627"/>
                  </a:lnTo>
                  <a:lnTo>
                    <a:pt x="2226464" y="3792627"/>
                  </a:lnTo>
                  <a:lnTo>
                    <a:pt x="2226609" y="3792627"/>
                  </a:lnTo>
                  <a:lnTo>
                    <a:pt x="2226755" y="3792627"/>
                  </a:lnTo>
                  <a:lnTo>
                    <a:pt x="2226900" y="3792627"/>
                  </a:lnTo>
                  <a:lnTo>
                    <a:pt x="2227046" y="3792627"/>
                  </a:lnTo>
                  <a:lnTo>
                    <a:pt x="2227191" y="3792627"/>
                  </a:lnTo>
                  <a:lnTo>
                    <a:pt x="2227191" y="3792004"/>
                  </a:lnTo>
                  <a:lnTo>
                    <a:pt x="2227191" y="3791380"/>
                  </a:lnTo>
                  <a:lnTo>
                    <a:pt x="2227191" y="3790756"/>
                  </a:lnTo>
                  <a:lnTo>
                    <a:pt x="2227336" y="3790756"/>
                  </a:lnTo>
                  <a:lnTo>
                    <a:pt x="2227482" y="3790756"/>
                  </a:lnTo>
                  <a:lnTo>
                    <a:pt x="2227627" y="3790756"/>
                  </a:lnTo>
                  <a:lnTo>
                    <a:pt x="2227773" y="3790756"/>
                  </a:lnTo>
                  <a:lnTo>
                    <a:pt x="2227918" y="3790756"/>
                  </a:lnTo>
                  <a:lnTo>
                    <a:pt x="2228063" y="3790756"/>
                  </a:lnTo>
                  <a:lnTo>
                    <a:pt x="2228209" y="3790756"/>
                  </a:lnTo>
                  <a:lnTo>
                    <a:pt x="2228209" y="3790133"/>
                  </a:lnTo>
                  <a:lnTo>
                    <a:pt x="2228354" y="3790133"/>
                  </a:lnTo>
                  <a:lnTo>
                    <a:pt x="2228500" y="3790133"/>
                  </a:lnTo>
                  <a:lnTo>
                    <a:pt x="2228500" y="3789509"/>
                  </a:lnTo>
                  <a:lnTo>
                    <a:pt x="2228645" y="3789509"/>
                  </a:lnTo>
                  <a:lnTo>
                    <a:pt x="2228791" y="3789509"/>
                  </a:lnTo>
                  <a:lnTo>
                    <a:pt x="2228936" y="3789509"/>
                  </a:lnTo>
                  <a:lnTo>
                    <a:pt x="2229081" y="3789509"/>
                  </a:lnTo>
                  <a:lnTo>
                    <a:pt x="2229227" y="3789509"/>
                  </a:lnTo>
                  <a:lnTo>
                    <a:pt x="2229372" y="3789509"/>
                  </a:lnTo>
                  <a:lnTo>
                    <a:pt x="2229518" y="3789509"/>
                  </a:lnTo>
                  <a:lnTo>
                    <a:pt x="2229663" y="3789509"/>
                  </a:lnTo>
                  <a:lnTo>
                    <a:pt x="2229663" y="3788886"/>
                  </a:lnTo>
                  <a:lnTo>
                    <a:pt x="2229809" y="3788886"/>
                  </a:lnTo>
                  <a:lnTo>
                    <a:pt x="2229954" y="3788886"/>
                  </a:lnTo>
                  <a:lnTo>
                    <a:pt x="2230099" y="3788886"/>
                  </a:lnTo>
                  <a:lnTo>
                    <a:pt x="2230245" y="3788886"/>
                  </a:lnTo>
                  <a:lnTo>
                    <a:pt x="2230245" y="3788262"/>
                  </a:lnTo>
                  <a:lnTo>
                    <a:pt x="2230245" y="3787639"/>
                  </a:lnTo>
                  <a:lnTo>
                    <a:pt x="2230245" y="3787015"/>
                  </a:lnTo>
                  <a:lnTo>
                    <a:pt x="2230390" y="3787015"/>
                  </a:lnTo>
                  <a:lnTo>
                    <a:pt x="2230536" y="3787015"/>
                  </a:lnTo>
                  <a:lnTo>
                    <a:pt x="2230681" y="3787015"/>
                  </a:lnTo>
                  <a:lnTo>
                    <a:pt x="2230681" y="3786391"/>
                  </a:lnTo>
                  <a:lnTo>
                    <a:pt x="2230827" y="3786391"/>
                  </a:lnTo>
                  <a:lnTo>
                    <a:pt x="2230827" y="3785768"/>
                  </a:lnTo>
                  <a:lnTo>
                    <a:pt x="2230827" y="3785144"/>
                  </a:lnTo>
                  <a:lnTo>
                    <a:pt x="2230972" y="3785144"/>
                  </a:lnTo>
                  <a:lnTo>
                    <a:pt x="2231117" y="3785144"/>
                  </a:lnTo>
                  <a:lnTo>
                    <a:pt x="2231263" y="3785144"/>
                  </a:lnTo>
                  <a:lnTo>
                    <a:pt x="2231408" y="3785144"/>
                  </a:lnTo>
                  <a:lnTo>
                    <a:pt x="2231554" y="3785144"/>
                  </a:lnTo>
                  <a:lnTo>
                    <a:pt x="2231699" y="3785144"/>
                  </a:lnTo>
                  <a:lnTo>
                    <a:pt x="2231845" y="3785144"/>
                  </a:lnTo>
                  <a:lnTo>
                    <a:pt x="2231990" y="3785144"/>
                  </a:lnTo>
                  <a:lnTo>
                    <a:pt x="2232135" y="3785144"/>
                  </a:lnTo>
                  <a:lnTo>
                    <a:pt x="2232281" y="3785144"/>
                  </a:lnTo>
                  <a:lnTo>
                    <a:pt x="2232426" y="3785144"/>
                  </a:lnTo>
                  <a:lnTo>
                    <a:pt x="2232572" y="3785144"/>
                  </a:lnTo>
                  <a:lnTo>
                    <a:pt x="2232717" y="3785144"/>
                  </a:lnTo>
                  <a:lnTo>
                    <a:pt x="2232863" y="3785144"/>
                  </a:lnTo>
                  <a:lnTo>
                    <a:pt x="2232863" y="3784521"/>
                  </a:lnTo>
                  <a:lnTo>
                    <a:pt x="2233008" y="3784521"/>
                  </a:lnTo>
                  <a:lnTo>
                    <a:pt x="2233153" y="3784521"/>
                  </a:lnTo>
                  <a:lnTo>
                    <a:pt x="2233299" y="3784521"/>
                  </a:lnTo>
                  <a:lnTo>
                    <a:pt x="2233444" y="3784521"/>
                  </a:lnTo>
                  <a:lnTo>
                    <a:pt x="2233590" y="3784521"/>
                  </a:lnTo>
                  <a:lnTo>
                    <a:pt x="2233735" y="3784521"/>
                  </a:lnTo>
                  <a:lnTo>
                    <a:pt x="2233881" y="3784521"/>
                  </a:lnTo>
                  <a:lnTo>
                    <a:pt x="2234026" y="3784521"/>
                  </a:lnTo>
                  <a:lnTo>
                    <a:pt x="2234026" y="3783897"/>
                  </a:lnTo>
                  <a:lnTo>
                    <a:pt x="2234171" y="3783897"/>
                  </a:lnTo>
                  <a:lnTo>
                    <a:pt x="2234317" y="3783897"/>
                  </a:lnTo>
                  <a:lnTo>
                    <a:pt x="2234462" y="3783897"/>
                  </a:lnTo>
                  <a:lnTo>
                    <a:pt x="2234608" y="3783897"/>
                  </a:lnTo>
                  <a:lnTo>
                    <a:pt x="2234608" y="3783273"/>
                  </a:lnTo>
                  <a:lnTo>
                    <a:pt x="2234608" y="3782650"/>
                  </a:lnTo>
                  <a:lnTo>
                    <a:pt x="2234753" y="3782650"/>
                  </a:lnTo>
                  <a:lnTo>
                    <a:pt x="2234753" y="3782026"/>
                  </a:lnTo>
                  <a:lnTo>
                    <a:pt x="2234898" y="3782026"/>
                  </a:lnTo>
                  <a:lnTo>
                    <a:pt x="2234898" y="3781403"/>
                  </a:lnTo>
                  <a:lnTo>
                    <a:pt x="2235044" y="3781403"/>
                  </a:lnTo>
                  <a:lnTo>
                    <a:pt x="2235189" y="3781403"/>
                  </a:lnTo>
                  <a:lnTo>
                    <a:pt x="2235335" y="3781403"/>
                  </a:lnTo>
                  <a:lnTo>
                    <a:pt x="2235480" y="3781403"/>
                  </a:lnTo>
                  <a:lnTo>
                    <a:pt x="2235626" y="3781403"/>
                  </a:lnTo>
                  <a:lnTo>
                    <a:pt x="2235771" y="3781403"/>
                  </a:lnTo>
                  <a:lnTo>
                    <a:pt x="2235916" y="3781403"/>
                  </a:lnTo>
                  <a:lnTo>
                    <a:pt x="2236062" y="3781403"/>
                  </a:lnTo>
                  <a:lnTo>
                    <a:pt x="2236207" y="3781403"/>
                  </a:lnTo>
                  <a:lnTo>
                    <a:pt x="2236353" y="3781403"/>
                  </a:lnTo>
                  <a:lnTo>
                    <a:pt x="2236498" y="3781403"/>
                  </a:lnTo>
                  <a:lnTo>
                    <a:pt x="2236644" y="3781403"/>
                  </a:lnTo>
                  <a:lnTo>
                    <a:pt x="2236644" y="3780779"/>
                  </a:lnTo>
                  <a:lnTo>
                    <a:pt x="2236789" y="3780779"/>
                  </a:lnTo>
                  <a:lnTo>
                    <a:pt x="2236934" y="3780779"/>
                  </a:lnTo>
                  <a:lnTo>
                    <a:pt x="2237080" y="3780779"/>
                  </a:lnTo>
                  <a:lnTo>
                    <a:pt x="2237225" y="3780779"/>
                  </a:lnTo>
                  <a:lnTo>
                    <a:pt x="2237371" y="3780779"/>
                  </a:lnTo>
                  <a:lnTo>
                    <a:pt x="2237516" y="3780779"/>
                  </a:lnTo>
                  <a:lnTo>
                    <a:pt x="2237662" y="3780779"/>
                  </a:lnTo>
                  <a:lnTo>
                    <a:pt x="2237807" y="3780779"/>
                  </a:lnTo>
                  <a:lnTo>
                    <a:pt x="2237952" y="3780779"/>
                  </a:lnTo>
                  <a:lnTo>
                    <a:pt x="2238098" y="3780779"/>
                  </a:lnTo>
                  <a:lnTo>
                    <a:pt x="2238243" y="3780779"/>
                  </a:lnTo>
                  <a:lnTo>
                    <a:pt x="2238389" y="3780779"/>
                  </a:lnTo>
                  <a:lnTo>
                    <a:pt x="2238534" y="3780779"/>
                  </a:lnTo>
                  <a:lnTo>
                    <a:pt x="2238534" y="3780156"/>
                  </a:lnTo>
                  <a:lnTo>
                    <a:pt x="2238680" y="3780156"/>
                  </a:lnTo>
                  <a:lnTo>
                    <a:pt x="2238825" y="3780156"/>
                  </a:lnTo>
                  <a:lnTo>
                    <a:pt x="2238825" y="3779532"/>
                  </a:lnTo>
                  <a:lnTo>
                    <a:pt x="2238970" y="3779532"/>
                  </a:lnTo>
                  <a:lnTo>
                    <a:pt x="2239116" y="3779532"/>
                  </a:lnTo>
                  <a:lnTo>
                    <a:pt x="2239116" y="3778908"/>
                  </a:lnTo>
                  <a:lnTo>
                    <a:pt x="2239261" y="3778908"/>
                  </a:lnTo>
                  <a:lnTo>
                    <a:pt x="2239407" y="3778908"/>
                  </a:lnTo>
                  <a:lnTo>
                    <a:pt x="2239552" y="3778908"/>
                  </a:lnTo>
                  <a:lnTo>
                    <a:pt x="2239698" y="3778908"/>
                  </a:lnTo>
                  <a:lnTo>
                    <a:pt x="2239843" y="3778908"/>
                  </a:lnTo>
                  <a:lnTo>
                    <a:pt x="2239988" y="3778908"/>
                  </a:lnTo>
                  <a:lnTo>
                    <a:pt x="2240134" y="3778908"/>
                  </a:lnTo>
                  <a:lnTo>
                    <a:pt x="2240279" y="3778908"/>
                  </a:lnTo>
                  <a:lnTo>
                    <a:pt x="2240425" y="3778908"/>
                  </a:lnTo>
                  <a:lnTo>
                    <a:pt x="2240570" y="3778908"/>
                  </a:lnTo>
                  <a:lnTo>
                    <a:pt x="2240716" y="3778908"/>
                  </a:lnTo>
                  <a:lnTo>
                    <a:pt x="2240861" y="3778908"/>
                  </a:lnTo>
                  <a:lnTo>
                    <a:pt x="2241006" y="3778908"/>
                  </a:lnTo>
                  <a:lnTo>
                    <a:pt x="2241152" y="3778908"/>
                  </a:lnTo>
                  <a:lnTo>
                    <a:pt x="2241297" y="3778908"/>
                  </a:lnTo>
                  <a:lnTo>
                    <a:pt x="2241443" y="3778908"/>
                  </a:lnTo>
                  <a:lnTo>
                    <a:pt x="2241588" y="3778908"/>
                  </a:lnTo>
                  <a:lnTo>
                    <a:pt x="2241733" y="3778908"/>
                  </a:lnTo>
                  <a:lnTo>
                    <a:pt x="2241879" y="3778908"/>
                  </a:lnTo>
                  <a:lnTo>
                    <a:pt x="2241879" y="3778285"/>
                  </a:lnTo>
                  <a:lnTo>
                    <a:pt x="2242024" y="3778285"/>
                  </a:lnTo>
                  <a:lnTo>
                    <a:pt x="2242170" y="3778285"/>
                  </a:lnTo>
                  <a:lnTo>
                    <a:pt x="2242170" y="3777661"/>
                  </a:lnTo>
                  <a:lnTo>
                    <a:pt x="2242170" y="3777038"/>
                  </a:lnTo>
                  <a:lnTo>
                    <a:pt x="2242315" y="3777038"/>
                  </a:lnTo>
                  <a:lnTo>
                    <a:pt x="2242461" y="3777038"/>
                  </a:lnTo>
                  <a:lnTo>
                    <a:pt x="2242606" y="3777038"/>
                  </a:lnTo>
                  <a:lnTo>
                    <a:pt x="2242751" y="3777038"/>
                  </a:lnTo>
                  <a:lnTo>
                    <a:pt x="2242897" y="3777038"/>
                  </a:lnTo>
                  <a:lnTo>
                    <a:pt x="2243042" y="3777038"/>
                  </a:lnTo>
                  <a:lnTo>
                    <a:pt x="2243188" y="3777038"/>
                  </a:lnTo>
                  <a:lnTo>
                    <a:pt x="2243333" y="3777038"/>
                  </a:lnTo>
                  <a:lnTo>
                    <a:pt x="2243479" y="3777038"/>
                  </a:lnTo>
                  <a:lnTo>
                    <a:pt x="2243624" y="3777038"/>
                  </a:lnTo>
                  <a:lnTo>
                    <a:pt x="2243769" y="3777038"/>
                  </a:lnTo>
                  <a:lnTo>
                    <a:pt x="2243915" y="3777038"/>
                  </a:lnTo>
                  <a:lnTo>
                    <a:pt x="2244060" y="3777038"/>
                  </a:lnTo>
                  <a:lnTo>
                    <a:pt x="2244206" y="3777038"/>
                  </a:lnTo>
                  <a:lnTo>
                    <a:pt x="2244206" y="3776414"/>
                  </a:lnTo>
                  <a:lnTo>
                    <a:pt x="2244206" y="3775790"/>
                  </a:lnTo>
                  <a:lnTo>
                    <a:pt x="2244351" y="3775790"/>
                  </a:lnTo>
                  <a:lnTo>
                    <a:pt x="2244497" y="3775790"/>
                  </a:lnTo>
                  <a:lnTo>
                    <a:pt x="2244642" y="3775790"/>
                  </a:lnTo>
                  <a:lnTo>
                    <a:pt x="2244787" y="3775790"/>
                  </a:lnTo>
                  <a:lnTo>
                    <a:pt x="2244933" y="3775790"/>
                  </a:lnTo>
                  <a:lnTo>
                    <a:pt x="2245078" y="3775790"/>
                  </a:lnTo>
                  <a:lnTo>
                    <a:pt x="2245224" y="3775790"/>
                  </a:lnTo>
                  <a:lnTo>
                    <a:pt x="2245224" y="3775167"/>
                  </a:lnTo>
                  <a:lnTo>
                    <a:pt x="2245369" y="3775167"/>
                  </a:lnTo>
                  <a:lnTo>
                    <a:pt x="2245515" y="3775167"/>
                  </a:lnTo>
                  <a:lnTo>
                    <a:pt x="2245660" y="3775167"/>
                  </a:lnTo>
                  <a:lnTo>
                    <a:pt x="2245805" y="3775167"/>
                  </a:lnTo>
                  <a:lnTo>
                    <a:pt x="2245951" y="3775167"/>
                  </a:lnTo>
                  <a:lnTo>
                    <a:pt x="2245951" y="3774543"/>
                  </a:lnTo>
                  <a:lnTo>
                    <a:pt x="2246096" y="3774543"/>
                  </a:lnTo>
                  <a:lnTo>
                    <a:pt x="2246242" y="3774543"/>
                  </a:lnTo>
                  <a:lnTo>
                    <a:pt x="2246387" y="3774543"/>
                  </a:lnTo>
                  <a:lnTo>
                    <a:pt x="2246533" y="3774543"/>
                  </a:lnTo>
                  <a:lnTo>
                    <a:pt x="2246678" y="3774543"/>
                  </a:lnTo>
                  <a:lnTo>
                    <a:pt x="2246823" y="3774543"/>
                  </a:lnTo>
                  <a:lnTo>
                    <a:pt x="2246969" y="3774543"/>
                  </a:lnTo>
                  <a:lnTo>
                    <a:pt x="2247114" y="3774543"/>
                  </a:lnTo>
                  <a:lnTo>
                    <a:pt x="2247260" y="3774543"/>
                  </a:lnTo>
                  <a:lnTo>
                    <a:pt x="2247405" y="3774543"/>
                  </a:lnTo>
                  <a:lnTo>
                    <a:pt x="2247551" y="3774543"/>
                  </a:lnTo>
                  <a:lnTo>
                    <a:pt x="2247696" y="3774543"/>
                  </a:lnTo>
                  <a:lnTo>
                    <a:pt x="2247841" y="3774543"/>
                  </a:lnTo>
                  <a:lnTo>
                    <a:pt x="2247987" y="3774543"/>
                  </a:lnTo>
                  <a:lnTo>
                    <a:pt x="2248132" y="3774543"/>
                  </a:lnTo>
                  <a:lnTo>
                    <a:pt x="2248278" y="3774543"/>
                  </a:lnTo>
                  <a:lnTo>
                    <a:pt x="2248423" y="3774543"/>
                  </a:lnTo>
                  <a:lnTo>
                    <a:pt x="2248568" y="3774543"/>
                  </a:lnTo>
                  <a:lnTo>
                    <a:pt x="2248714" y="3774543"/>
                  </a:lnTo>
                  <a:lnTo>
                    <a:pt x="2248859" y="3774543"/>
                  </a:lnTo>
                  <a:lnTo>
                    <a:pt x="2249005" y="3774543"/>
                  </a:lnTo>
                  <a:lnTo>
                    <a:pt x="2249150" y="3774543"/>
                  </a:lnTo>
                  <a:lnTo>
                    <a:pt x="2249296" y="3774543"/>
                  </a:lnTo>
                  <a:lnTo>
                    <a:pt x="2249296" y="3773920"/>
                  </a:lnTo>
                  <a:lnTo>
                    <a:pt x="2249441" y="3773920"/>
                  </a:lnTo>
                  <a:lnTo>
                    <a:pt x="2249441" y="3773296"/>
                  </a:lnTo>
                  <a:lnTo>
                    <a:pt x="2249586" y="3773296"/>
                  </a:lnTo>
                  <a:lnTo>
                    <a:pt x="2249732" y="3773296"/>
                  </a:lnTo>
                  <a:lnTo>
                    <a:pt x="2249877" y="3773296"/>
                  </a:lnTo>
                  <a:lnTo>
                    <a:pt x="2250023" y="3773296"/>
                  </a:lnTo>
                  <a:lnTo>
                    <a:pt x="2250168" y="3773296"/>
                  </a:lnTo>
                  <a:lnTo>
                    <a:pt x="2250314" y="3773296"/>
                  </a:lnTo>
                  <a:lnTo>
                    <a:pt x="2250459" y="3773296"/>
                  </a:lnTo>
                  <a:lnTo>
                    <a:pt x="2250604" y="3773296"/>
                  </a:lnTo>
                  <a:lnTo>
                    <a:pt x="2250604" y="3772673"/>
                  </a:lnTo>
                  <a:lnTo>
                    <a:pt x="2250604" y="3772049"/>
                  </a:lnTo>
                  <a:lnTo>
                    <a:pt x="2250750" y="3772049"/>
                  </a:lnTo>
                  <a:lnTo>
                    <a:pt x="2250895" y="3772049"/>
                  </a:lnTo>
                  <a:lnTo>
                    <a:pt x="2251041" y="3772049"/>
                  </a:lnTo>
                  <a:lnTo>
                    <a:pt x="2251186" y="3772049"/>
                  </a:lnTo>
                  <a:lnTo>
                    <a:pt x="2251186" y="3771425"/>
                  </a:lnTo>
                  <a:lnTo>
                    <a:pt x="2251332" y="3771425"/>
                  </a:lnTo>
                  <a:lnTo>
                    <a:pt x="2251332" y="3770802"/>
                  </a:lnTo>
                  <a:lnTo>
                    <a:pt x="2251477" y="3770802"/>
                  </a:lnTo>
                  <a:lnTo>
                    <a:pt x="2251477" y="3770178"/>
                  </a:lnTo>
                  <a:lnTo>
                    <a:pt x="2251622" y="3770178"/>
                  </a:lnTo>
                  <a:lnTo>
                    <a:pt x="2251768" y="3770178"/>
                  </a:lnTo>
                  <a:lnTo>
                    <a:pt x="2251913" y="3770178"/>
                  </a:lnTo>
                  <a:lnTo>
                    <a:pt x="2252059" y="3770178"/>
                  </a:lnTo>
                  <a:lnTo>
                    <a:pt x="2252204" y="3770178"/>
                  </a:lnTo>
                  <a:lnTo>
                    <a:pt x="2252204" y="3769555"/>
                  </a:lnTo>
                  <a:lnTo>
                    <a:pt x="2252350" y="3769555"/>
                  </a:lnTo>
                  <a:lnTo>
                    <a:pt x="2252495" y="3769555"/>
                  </a:lnTo>
                  <a:lnTo>
                    <a:pt x="2252640" y="3769555"/>
                  </a:lnTo>
                  <a:lnTo>
                    <a:pt x="2252786" y="3769555"/>
                  </a:lnTo>
                  <a:lnTo>
                    <a:pt x="2252931" y="3769555"/>
                  </a:lnTo>
                  <a:lnTo>
                    <a:pt x="2253077" y="3769555"/>
                  </a:lnTo>
                  <a:lnTo>
                    <a:pt x="2253222" y="3769555"/>
                  </a:lnTo>
                  <a:lnTo>
                    <a:pt x="2253368" y="3769555"/>
                  </a:lnTo>
                  <a:lnTo>
                    <a:pt x="2253513" y="3769555"/>
                  </a:lnTo>
                  <a:lnTo>
                    <a:pt x="2253658" y="3769555"/>
                  </a:lnTo>
                  <a:lnTo>
                    <a:pt x="2253658" y="3768931"/>
                  </a:lnTo>
                  <a:lnTo>
                    <a:pt x="2253804" y="3768931"/>
                  </a:lnTo>
                  <a:lnTo>
                    <a:pt x="2253949" y="3768931"/>
                  </a:lnTo>
                  <a:lnTo>
                    <a:pt x="2253949" y="3768307"/>
                  </a:lnTo>
                  <a:lnTo>
                    <a:pt x="2254095" y="3768307"/>
                  </a:lnTo>
                  <a:lnTo>
                    <a:pt x="2254240" y="3768307"/>
                  </a:lnTo>
                  <a:lnTo>
                    <a:pt x="2254386" y="3768307"/>
                  </a:lnTo>
                  <a:lnTo>
                    <a:pt x="2254386" y="3767684"/>
                  </a:lnTo>
                  <a:lnTo>
                    <a:pt x="2254386" y="3767060"/>
                  </a:lnTo>
                  <a:lnTo>
                    <a:pt x="2254531" y="3767060"/>
                  </a:lnTo>
                  <a:lnTo>
                    <a:pt x="2254676" y="3767060"/>
                  </a:lnTo>
                  <a:lnTo>
                    <a:pt x="2254822" y="3767060"/>
                  </a:lnTo>
                  <a:lnTo>
                    <a:pt x="2254822" y="3766437"/>
                  </a:lnTo>
                  <a:lnTo>
                    <a:pt x="2254822" y="3765813"/>
                  </a:lnTo>
                  <a:lnTo>
                    <a:pt x="2254967" y="3765813"/>
                  </a:lnTo>
                  <a:lnTo>
                    <a:pt x="2254967" y="3765190"/>
                  </a:lnTo>
                  <a:lnTo>
                    <a:pt x="2255113" y="3765190"/>
                  </a:lnTo>
                  <a:lnTo>
                    <a:pt x="2255258" y="3765190"/>
                  </a:lnTo>
                  <a:lnTo>
                    <a:pt x="2255403" y="3765190"/>
                  </a:lnTo>
                  <a:lnTo>
                    <a:pt x="2255403" y="3764566"/>
                  </a:lnTo>
                  <a:lnTo>
                    <a:pt x="2255549" y="3764566"/>
                  </a:lnTo>
                  <a:lnTo>
                    <a:pt x="2255694" y="3764566"/>
                  </a:lnTo>
                  <a:lnTo>
                    <a:pt x="2255840" y="3764566"/>
                  </a:lnTo>
                  <a:lnTo>
                    <a:pt x="2255985" y="3764566"/>
                  </a:lnTo>
                  <a:lnTo>
                    <a:pt x="2256131" y="3764566"/>
                  </a:lnTo>
                  <a:lnTo>
                    <a:pt x="2256131" y="3763942"/>
                  </a:lnTo>
                  <a:lnTo>
                    <a:pt x="2256276" y="3763942"/>
                  </a:lnTo>
                  <a:lnTo>
                    <a:pt x="2256421" y="3763942"/>
                  </a:lnTo>
                  <a:lnTo>
                    <a:pt x="2256567" y="3763942"/>
                  </a:lnTo>
                  <a:lnTo>
                    <a:pt x="2256712" y="3763942"/>
                  </a:lnTo>
                  <a:lnTo>
                    <a:pt x="2256858" y="3763942"/>
                  </a:lnTo>
                  <a:lnTo>
                    <a:pt x="2257003" y="3763942"/>
                  </a:lnTo>
                  <a:lnTo>
                    <a:pt x="2257149" y="3763942"/>
                  </a:lnTo>
                  <a:lnTo>
                    <a:pt x="2257294" y="3763942"/>
                  </a:lnTo>
                  <a:lnTo>
                    <a:pt x="2257439" y="3763942"/>
                  </a:lnTo>
                  <a:lnTo>
                    <a:pt x="2257585" y="3763942"/>
                  </a:lnTo>
                  <a:lnTo>
                    <a:pt x="2257730" y="3763942"/>
                  </a:lnTo>
                  <a:lnTo>
                    <a:pt x="2257876" y="3763942"/>
                  </a:lnTo>
                  <a:lnTo>
                    <a:pt x="2257876" y="3763319"/>
                  </a:lnTo>
                  <a:lnTo>
                    <a:pt x="2258021" y="3763319"/>
                  </a:lnTo>
                  <a:lnTo>
                    <a:pt x="2258167" y="3763319"/>
                  </a:lnTo>
                  <a:lnTo>
                    <a:pt x="2258312" y="3763319"/>
                  </a:lnTo>
                  <a:lnTo>
                    <a:pt x="2258457" y="3763319"/>
                  </a:lnTo>
                  <a:lnTo>
                    <a:pt x="2258603" y="3763319"/>
                  </a:lnTo>
                  <a:lnTo>
                    <a:pt x="2258748" y="3763319"/>
                  </a:lnTo>
                  <a:lnTo>
                    <a:pt x="2258894" y="3763319"/>
                  </a:lnTo>
                  <a:lnTo>
                    <a:pt x="2259039" y="3763319"/>
                  </a:lnTo>
                  <a:lnTo>
                    <a:pt x="2259185" y="3763319"/>
                  </a:lnTo>
                  <a:lnTo>
                    <a:pt x="2259330" y="3763319"/>
                  </a:lnTo>
                  <a:lnTo>
                    <a:pt x="2259475" y="3763319"/>
                  </a:lnTo>
                  <a:lnTo>
                    <a:pt x="2259621" y="3763319"/>
                  </a:lnTo>
                  <a:lnTo>
                    <a:pt x="2259766" y="3763319"/>
                  </a:lnTo>
                  <a:lnTo>
                    <a:pt x="2259912" y="3763319"/>
                  </a:lnTo>
                  <a:lnTo>
                    <a:pt x="2260057" y="3763319"/>
                  </a:lnTo>
                  <a:lnTo>
                    <a:pt x="2260203" y="3763319"/>
                  </a:lnTo>
                  <a:lnTo>
                    <a:pt x="2260348" y="3763319"/>
                  </a:lnTo>
                  <a:lnTo>
                    <a:pt x="2260348" y="3762695"/>
                  </a:lnTo>
                  <a:lnTo>
                    <a:pt x="2260493" y="3762695"/>
                  </a:lnTo>
                  <a:lnTo>
                    <a:pt x="2260639" y="3762695"/>
                  </a:lnTo>
                  <a:lnTo>
                    <a:pt x="2260639" y="3762072"/>
                  </a:lnTo>
                  <a:lnTo>
                    <a:pt x="2260784" y="3762072"/>
                  </a:lnTo>
                  <a:lnTo>
                    <a:pt x="2260930" y="3762072"/>
                  </a:lnTo>
                  <a:lnTo>
                    <a:pt x="2261075" y="3762072"/>
                  </a:lnTo>
                  <a:lnTo>
                    <a:pt x="2261221" y="3762072"/>
                  </a:lnTo>
                  <a:lnTo>
                    <a:pt x="2261221" y="3761448"/>
                  </a:lnTo>
                  <a:lnTo>
                    <a:pt x="2261366" y="3761448"/>
                  </a:lnTo>
                  <a:lnTo>
                    <a:pt x="2261511" y="3761448"/>
                  </a:lnTo>
                  <a:lnTo>
                    <a:pt x="2261657" y="3761448"/>
                  </a:lnTo>
                  <a:lnTo>
                    <a:pt x="2261802" y="3761448"/>
                  </a:lnTo>
                  <a:lnTo>
                    <a:pt x="2261948" y="3761448"/>
                  </a:lnTo>
                  <a:lnTo>
                    <a:pt x="2261948" y="3760824"/>
                  </a:lnTo>
                  <a:lnTo>
                    <a:pt x="2262093" y="3760824"/>
                  </a:lnTo>
                  <a:lnTo>
                    <a:pt x="2262238" y="3760824"/>
                  </a:lnTo>
                  <a:lnTo>
                    <a:pt x="2262384" y="3760824"/>
                  </a:lnTo>
                  <a:lnTo>
                    <a:pt x="2262529" y="3760824"/>
                  </a:lnTo>
                  <a:lnTo>
                    <a:pt x="2262675" y="3760824"/>
                  </a:lnTo>
                  <a:lnTo>
                    <a:pt x="2262820" y="3760824"/>
                  </a:lnTo>
                  <a:lnTo>
                    <a:pt x="2262966" y="3760824"/>
                  </a:lnTo>
                  <a:lnTo>
                    <a:pt x="2263111" y="3760824"/>
                  </a:lnTo>
                  <a:lnTo>
                    <a:pt x="2263111" y="3760201"/>
                  </a:lnTo>
                  <a:lnTo>
                    <a:pt x="2263256" y="3760201"/>
                  </a:lnTo>
                  <a:lnTo>
                    <a:pt x="2263256" y="3759577"/>
                  </a:lnTo>
                  <a:lnTo>
                    <a:pt x="2263402" y="3759577"/>
                  </a:lnTo>
                  <a:lnTo>
                    <a:pt x="2263547" y="3759577"/>
                  </a:lnTo>
                  <a:lnTo>
                    <a:pt x="2263693" y="3759577"/>
                  </a:lnTo>
                  <a:lnTo>
                    <a:pt x="2263693" y="3758954"/>
                  </a:lnTo>
                  <a:lnTo>
                    <a:pt x="2263838" y="3758954"/>
                  </a:lnTo>
                  <a:lnTo>
                    <a:pt x="2263984" y="3758954"/>
                  </a:lnTo>
                  <a:lnTo>
                    <a:pt x="2264129" y="3758954"/>
                  </a:lnTo>
                  <a:lnTo>
                    <a:pt x="2264274" y="3758954"/>
                  </a:lnTo>
                  <a:lnTo>
                    <a:pt x="2264420" y="3758954"/>
                  </a:lnTo>
                  <a:lnTo>
                    <a:pt x="2264420" y="3758330"/>
                  </a:lnTo>
                  <a:lnTo>
                    <a:pt x="2264565" y="3758330"/>
                  </a:lnTo>
                  <a:lnTo>
                    <a:pt x="2264565" y="3757707"/>
                  </a:lnTo>
                  <a:lnTo>
                    <a:pt x="2264711" y="3757707"/>
                  </a:lnTo>
                  <a:lnTo>
                    <a:pt x="2264856" y="3757707"/>
                  </a:lnTo>
                  <a:lnTo>
                    <a:pt x="2265002" y="3757707"/>
                  </a:lnTo>
                  <a:lnTo>
                    <a:pt x="2265002" y="3757083"/>
                  </a:lnTo>
                  <a:lnTo>
                    <a:pt x="2265147" y="3757083"/>
                  </a:lnTo>
                  <a:lnTo>
                    <a:pt x="2265147" y="3756459"/>
                  </a:lnTo>
                  <a:lnTo>
                    <a:pt x="2265292" y="3756459"/>
                  </a:lnTo>
                  <a:lnTo>
                    <a:pt x="2265438" y="3756459"/>
                  </a:lnTo>
                  <a:lnTo>
                    <a:pt x="2265583" y="3756459"/>
                  </a:lnTo>
                  <a:lnTo>
                    <a:pt x="2265583" y="3755836"/>
                  </a:lnTo>
                  <a:lnTo>
                    <a:pt x="2265729" y="3755836"/>
                  </a:lnTo>
                  <a:lnTo>
                    <a:pt x="2265874" y="3755836"/>
                  </a:lnTo>
                  <a:lnTo>
                    <a:pt x="2265874" y="3755212"/>
                  </a:lnTo>
                  <a:lnTo>
                    <a:pt x="2265874" y="3754589"/>
                  </a:lnTo>
                  <a:lnTo>
                    <a:pt x="2266020" y="3754589"/>
                  </a:lnTo>
                  <a:lnTo>
                    <a:pt x="2266165" y="3754589"/>
                  </a:lnTo>
                  <a:lnTo>
                    <a:pt x="2266165" y="3753965"/>
                  </a:lnTo>
                  <a:lnTo>
                    <a:pt x="2266310" y="3753965"/>
                  </a:lnTo>
                  <a:lnTo>
                    <a:pt x="2266456" y="3753965"/>
                  </a:lnTo>
                  <a:lnTo>
                    <a:pt x="2266601" y="3753965"/>
                  </a:lnTo>
                  <a:lnTo>
                    <a:pt x="2266747" y="3753965"/>
                  </a:lnTo>
                  <a:lnTo>
                    <a:pt x="2266892" y="3753965"/>
                  </a:lnTo>
                  <a:lnTo>
                    <a:pt x="2266892" y="3753341"/>
                  </a:lnTo>
                  <a:lnTo>
                    <a:pt x="2267038" y="3753341"/>
                  </a:lnTo>
                  <a:lnTo>
                    <a:pt x="2267183" y="3753341"/>
                  </a:lnTo>
                  <a:lnTo>
                    <a:pt x="2267328" y="3753341"/>
                  </a:lnTo>
                  <a:lnTo>
                    <a:pt x="2267474" y="3753341"/>
                  </a:lnTo>
                  <a:lnTo>
                    <a:pt x="2267474" y="3752718"/>
                  </a:lnTo>
                  <a:lnTo>
                    <a:pt x="2267474" y="3752094"/>
                  </a:lnTo>
                  <a:lnTo>
                    <a:pt x="2267619" y="3752094"/>
                  </a:lnTo>
                  <a:lnTo>
                    <a:pt x="2267765" y="3752094"/>
                  </a:lnTo>
                  <a:lnTo>
                    <a:pt x="2267910" y="3752094"/>
                  </a:lnTo>
                  <a:lnTo>
                    <a:pt x="2268056" y="3752094"/>
                  </a:lnTo>
                  <a:lnTo>
                    <a:pt x="2268201" y="3752094"/>
                  </a:lnTo>
                  <a:lnTo>
                    <a:pt x="2268201" y="3751471"/>
                  </a:lnTo>
                  <a:lnTo>
                    <a:pt x="2268346" y="3751471"/>
                  </a:lnTo>
                  <a:lnTo>
                    <a:pt x="2268492" y="3751471"/>
                  </a:lnTo>
                  <a:lnTo>
                    <a:pt x="2268492" y="3750847"/>
                  </a:lnTo>
                  <a:lnTo>
                    <a:pt x="2268637" y="3750847"/>
                  </a:lnTo>
                  <a:lnTo>
                    <a:pt x="2268783" y="3750847"/>
                  </a:lnTo>
                  <a:lnTo>
                    <a:pt x="2268928" y="3750847"/>
                  </a:lnTo>
                  <a:lnTo>
                    <a:pt x="2268928" y="3750224"/>
                  </a:lnTo>
                  <a:lnTo>
                    <a:pt x="2269073" y="3750224"/>
                  </a:lnTo>
                  <a:lnTo>
                    <a:pt x="2269073" y="3749600"/>
                  </a:lnTo>
                  <a:lnTo>
                    <a:pt x="2269219" y="3749600"/>
                  </a:lnTo>
                  <a:lnTo>
                    <a:pt x="2269364" y="3749600"/>
                  </a:lnTo>
                  <a:lnTo>
                    <a:pt x="2269510" y="3749600"/>
                  </a:lnTo>
                  <a:lnTo>
                    <a:pt x="2269655" y="3749600"/>
                  </a:lnTo>
                  <a:lnTo>
                    <a:pt x="2269801" y="3749600"/>
                  </a:lnTo>
                  <a:lnTo>
                    <a:pt x="2269946" y="3749600"/>
                  </a:lnTo>
                  <a:lnTo>
                    <a:pt x="2270091" y="3749600"/>
                  </a:lnTo>
                  <a:lnTo>
                    <a:pt x="2270091" y="3748976"/>
                  </a:lnTo>
                  <a:lnTo>
                    <a:pt x="2270091" y="3748353"/>
                  </a:lnTo>
                  <a:lnTo>
                    <a:pt x="2270237" y="3748353"/>
                  </a:lnTo>
                  <a:lnTo>
                    <a:pt x="2270382" y="3748353"/>
                  </a:lnTo>
                  <a:lnTo>
                    <a:pt x="2270528" y="3748353"/>
                  </a:lnTo>
                  <a:lnTo>
                    <a:pt x="2270528" y="3747729"/>
                  </a:lnTo>
                  <a:lnTo>
                    <a:pt x="2270673" y="3747729"/>
                  </a:lnTo>
                  <a:lnTo>
                    <a:pt x="2270819" y="3747729"/>
                  </a:lnTo>
                  <a:lnTo>
                    <a:pt x="2270964" y="3747729"/>
                  </a:lnTo>
                  <a:lnTo>
                    <a:pt x="2270964" y="3747106"/>
                  </a:lnTo>
                  <a:lnTo>
                    <a:pt x="2271109" y="3747106"/>
                  </a:lnTo>
                  <a:lnTo>
                    <a:pt x="2271109" y="3746482"/>
                  </a:lnTo>
                  <a:lnTo>
                    <a:pt x="2271109" y="3745858"/>
                  </a:lnTo>
                  <a:lnTo>
                    <a:pt x="2271255" y="3745858"/>
                  </a:lnTo>
                  <a:lnTo>
                    <a:pt x="2271400" y="3745858"/>
                  </a:lnTo>
                  <a:lnTo>
                    <a:pt x="2271546" y="3745858"/>
                  </a:lnTo>
                  <a:lnTo>
                    <a:pt x="2271691" y="3745858"/>
                  </a:lnTo>
                  <a:lnTo>
                    <a:pt x="2271691" y="3745235"/>
                  </a:lnTo>
                  <a:lnTo>
                    <a:pt x="2271691" y="3744611"/>
                  </a:lnTo>
                  <a:lnTo>
                    <a:pt x="2271691" y="3743988"/>
                  </a:lnTo>
                  <a:lnTo>
                    <a:pt x="2271837" y="3743988"/>
                  </a:lnTo>
                  <a:lnTo>
                    <a:pt x="2271982" y="3743988"/>
                  </a:lnTo>
                  <a:lnTo>
                    <a:pt x="2272127" y="3743988"/>
                  </a:lnTo>
                  <a:lnTo>
                    <a:pt x="2272273" y="3743988"/>
                  </a:lnTo>
                  <a:lnTo>
                    <a:pt x="2272418" y="3743988"/>
                  </a:lnTo>
                  <a:lnTo>
                    <a:pt x="2272564" y="3743988"/>
                  </a:lnTo>
                  <a:lnTo>
                    <a:pt x="2272709" y="3743988"/>
                  </a:lnTo>
                  <a:lnTo>
                    <a:pt x="2272855" y="3743988"/>
                  </a:lnTo>
                  <a:lnTo>
                    <a:pt x="2273000" y="3743988"/>
                  </a:lnTo>
                  <a:lnTo>
                    <a:pt x="2273145" y="3743988"/>
                  </a:lnTo>
                  <a:lnTo>
                    <a:pt x="2273291" y="3743988"/>
                  </a:lnTo>
                  <a:lnTo>
                    <a:pt x="2273436" y="3743988"/>
                  </a:lnTo>
                  <a:lnTo>
                    <a:pt x="2273582" y="3743988"/>
                  </a:lnTo>
                  <a:lnTo>
                    <a:pt x="2273727" y="3743988"/>
                  </a:lnTo>
                  <a:lnTo>
                    <a:pt x="2273873" y="3743988"/>
                  </a:lnTo>
                  <a:lnTo>
                    <a:pt x="2274018" y="3743988"/>
                  </a:lnTo>
                  <a:lnTo>
                    <a:pt x="2274163" y="3743988"/>
                  </a:lnTo>
                  <a:lnTo>
                    <a:pt x="2274163" y="3743364"/>
                  </a:lnTo>
                  <a:lnTo>
                    <a:pt x="2274309" y="3743364"/>
                  </a:lnTo>
                  <a:lnTo>
                    <a:pt x="2274454" y="3743364"/>
                  </a:lnTo>
                  <a:lnTo>
                    <a:pt x="2274600" y="3743364"/>
                  </a:lnTo>
                  <a:lnTo>
                    <a:pt x="2274745" y="3743364"/>
                  </a:lnTo>
                  <a:lnTo>
                    <a:pt x="2274891" y="3743364"/>
                  </a:lnTo>
                  <a:lnTo>
                    <a:pt x="2274891" y="3742741"/>
                  </a:lnTo>
                  <a:lnTo>
                    <a:pt x="2275036" y="3742741"/>
                  </a:lnTo>
                  <a:lnTo>
                    <a:pt x="2275181" y="3742741"/>
                  </a:lnTo>
                  <a:lnTo>
                    <a:pt x="2275327" y="3742741"/>
                  </a:lnTo>
                  <a:lnTo>
                    <a:pt x="2275327" y="3742117"/>
                  </a:lnTo>
                  <a:lnTo>
                    <a:pt x="2275472" y="3742117"/>
                  </a:lnTo>
                  <a:lnTo>
                    <a:pt x="2275618" y="3742117"/>
                  </a:lnTo>
                  <a:lnTo>
                    <a:pt x="2275763" y="3742117"/>
                  </a:lnTo>
                  <a:lnTo>
                    <a:pt x="2275908" y="3742117"/>
                  </a:lnTo>
                  <a:lnTo>
                    <a:pt x="2276054" y="3742117"/>
                  </a:lnTo>
                  <a:lnTo>
                    <a:pt x="2276199" y="3742117"/>
                  </a:lnTo>
                  <a:lnTo>
                    <a:pt x="2276345" y="3742117"/>
                  </a:lnTo>
                  <a:lnTo>
                    <a:pt x="2276490" y="3742117"/>
                  </a:lnTo>
                  <a:lnTo>
                    <a:pt x="2276636" y="3742117"/>
                  </a:lnTo>
                  <a:lnTo>
                    <a:pt x="2276781" y="3742117"/>
                  </a:lnTo>
                  <a:lnTo>
                    <a:pt x="2276926" y="3742117"/>
                  </a:lnTo>
                  <a:lnTo>
                    <a:pt x="2277072" y="3742117"/>
                  </a:lnTo>
                  <a:lnTo>
                    <a:pt x="2277217" y="3742117"/>
                  </a:lnTo>
                  <a:lnTo>
                    <a:pt x="2277363" y="3742117"/>
                  </a:lnTo>
                  <a:lnTo>
                    <a:pt x="2277508" y="3742117"/>
                  </a:lnTo>
                  <a:lnTo>
                    <a:pt x="2277654" y="3742117"/>
                  </a:lnTo>
                  <a:lnTo>
                    <a:pt x="2277799" y="3742117"/>
                  </a:lnTo>
                  <a:lnTo>
                    <a:pt x="2277944" y="3742117"/>
                  </a:lnTo>
                  <a:lnTo>
                    <a:pt x="2278090" y="3742117"/>
                  </a:lnTo>
                  <a:lnTo>
                    <a:pt x="2278235" y="3742117"/>
                  </a:lnTo>
                  <a:lnTo>
                    <a:pt x="2278381" y="3742117"/>
                  </a:lnTo>
                  <a:lnTo>
                    <a:pt x="2278526" y="3742117"/>
                  </a:lnTo>
                  <a:lnTo>
                    <a:pt x="2278672" y="3742117"/>
                  </a:lnTo>
                  <a:lnTo>
                    <a:pt x="2278817" y="3742117"/>
                  </a:lnTo>
                  <a:lnTo>
                    <a:pt x="2278962" y="3742117"/>
                  </a:lnTo>
                  <a:lnTo>
                    <a:pt x="2278962" y="3741493"/>
                  </a:lnTo>
                  <a:lnTo>
                    <a:pt x="2279108" y="3741493"/>
                  </a:lnTo>
                  <a:lnTo>
                    <a:pt x="2279253" y="3741493"/>
                  </a:lnTo>
                  <a:lnTo>
                    <a:pt x="2279399" y="3741493"/>
                  </a:lnTo>
                  <a:lnTo>
                    <a:pt x="2279544" y="3741493"/>
                  </a:lnTo>
                  <a:lnTo>
                    <a:pt x="2279690" y="3741493"/>
                  </a:lnTo>
                  <a:lnTo>
                    <a:pt x="2279835" y="3741493"/>
                  </a:lnTo>
                  <a:lnTo>
                    <a:pt x="2279835" y="3740870"/>
                  </a:lnTo>
                  <a:lnTo>
                    <a:pt x="2279980" y="3740870"/>
                  </a:lnTo>
                  <a:lnTo>
                    <a:pt x="2280126" y="3740870"/>
                  </a:lnTo>
                  <a:lnTo>
                    <a:pt x="2280271" y="3740870"/>
                  </a:lnTo>
                  <a:lnTo>
                    <a:pt x="2280271" y="3740246"/>
                  </a:lnTo>
                  <a:lnTo>
                    <a:pt x="2280417" y="3740246"/>
                  </a:lnTo>
                  <a:lnTo>
                    <a:pt x="2280562" y="3740246"/>
                  </a:lnTo>
                  <a:lnTo>
                    <a:pt x="2280562" y="3739623"/>
                  </a:lnTo>
                  <a:lnTo>
                    <a:pt x="2280562" y="3738999"/>
                  </a:lnTo>
                  <a:lnTo>
                    <a:pt x="2280562" y="3738376"/>
                  </a:lnTo>
                  <a:lnTo>
                    <a:pt x="2280708" y="3738376"/>
                  </a:lnTo>
                  <a:lnTo>
                    <a:pt x="2280853" y="3738376"/>
                  </a:lnTo>
                  <a:lnTo>
                    <a:pt x="2280998" y="3738376"/>
                  </a:lnTo>
                  <a:lnTo>
                    <a:pt x="2281144" y="3738376"/>
                  </a:lnTo>
                  <a:lnTo>
                    <a:pt x="2281289" y="3738376"/>
                  </a:lnTo>
                  <a:lnTo>
                    <a:pt x="2281435" y="3738376"/>
                  </a:lnTo>
                  <a:lnTo>
                    <a:pt x="2281580" y="3738376"/>
                  </a:lnTo>
                  <a:lnTo>
                    <a:pt x="2281726" y="3738376"/>
                  </a:lnTo>
                  <a:lnTo>
                    <a:pt x="2281726" y="3737752"/>
                  </a:lnTo>
                  <a:lnTo>
                    <a:pt x="2281871" y="3737752"/>
                  </a:lnTo>
                  <a:lnTo>
                    <a:pt x="2281871" y="3737128"/>
                  </a:lnTo>
                  <a:lnTo>
                    <a:pt x="2282016" y="3737128"/>
                  </a:lnTo>
                  <a:lnTo>
                    <a:pt x="2282162" y="3737128"/>
                  </a:lnTo>
                  <a:lnTo>
                    <a:pt x="2282307" y="3737128"/>
                  </a:lnTo>
                  <a:lnTo>
                    <a:pt x="2282453" y="3737128"/>
                  </a:lnTo>
                  <a:lnTo>
                    <a:pt x="2282453" y="3736505"/>
                  </a:lnTo>
                  <a:lnTo>
                    <a:pt x="2282598" y="3736505"/>
                  </a:lnTo>
                  <a:lnTo>
                    <a:pt x="2282598" y="3735881"/>
                  </a:lnTo>
                  <a:lnTo>
                    <a:pt x="2282598" y="3735258"/>
                  </a:lnTo>
                  <a:lnTo>
                    <a:pt x="2282598" y="3734634"/>
                  </a:lnTo>
                  <a:lnTo>
                    <a:pt x="2282743" y="3734634"/>
                  </a:lnTo>
                  <a:lnTo>
                    <a:pt x="2282743" y="3734010"/>
                  </a:lnTo>
                  <a:lnTo>
                    <a:pt x="2282889" y="3734010"/>
                  </a:lnTo>
                  <a:lnTo>
                    <a:pt x="2283034" y="3734010"/>
                  </a:lnTo>
                  <a:lnTo>
                    <a:pt x="2283180" y="3734010"/>
                  </a:lnTo>
                  <a:lnTo>
                    <a:pt x="2283325" y="3734010"/>
                  </a:lnTo>
                  <a:lnTo>
                    <a:pt x="2283325" y="3733387"/>
                  </a:lnTo>
                  <a:lnTo>
                    <a:pt x="2283471" y="3733387"/>
                  </a:lnTo>
                  <a:lnTo>
                    <a:pt x="2283616" y="3733387"/>
                  </a:lnTo>
                  <a:lnTo>
                    <a:pt x="2283761" y="3733387"/>
                  </a:lnTo>
                  <a:lnTo>
                    <a:pt x="2283907" y="3733387"/>
                  </a:lnTo>
                  <a:lnTo>
                    <a:pt x="2283907" y="3732763"/>
                  </a:lnTo>
                  <a:lnTo>
                    <a:pt x="2284052" y="3732763"/>
                  </a:lnTo>
                  <a:lnTo>
                    <a:pt x="2284198" y="3732763"/>
                  </a:lnTo>
                  <a:lnTo>
                    <a:pt x="2284343" y="3732763"/>
                  </a:lnTo>
                  <a:lnTo>
                    <a:pt x="2284343" y="3732140"/>
                  </a:lnTo>
                  <a:lnTo>
                    <a:pt x="2284489" y="3732140"/>
                  </a:lnTo>
                  <a:lnTo>
                    <a:pt x="2284489" y="3731516"/>
                  </a:lnTo>
                  <a:lnTo>
                    <a:pt x="2284489" y="3730893"/>
                  </a:lnTo>
                  <a:lnTo>
                    <a:pt x="2284489" y="3730269"/>
                  </a:lnTo>
                  <a:lnTo>
                    <a:pt x="2284634" y="3730269"/>
                  </a:lnTo>
                  <a:lnTo>
                    <a:pt x="2284634" y="3729645"/>
                  </a:lnTo>
                  <a:lnTo>
                    <a:pt x="2284779" y="3729645"/>
                  </a:lnTo>
                  <a:lnTo>
                    <a:pt x="2284925" y="3729645"/>
                  </a:lnTo>
                  <a:lnTo>
                    <a:pt x="2285070" y="3729645"/>
                  </a:lnTo>
                  <a:lnTo>
                    <a:pt x="2285070" y="3729022"/>
                  </a:lnTo>
                  <a:lnTo>
                    <a:pt x="2285070" y="3728398"/>
                  </a:lnTo>
                  <a:lnTo>
                    <a:pt x="2285216" y="3728398"/>
                  </a:lnTo>
                  <a:lnTo>
                    <a:pt x="2285361" y="3728398"/>
                  </a:lnTo>
                  <a:lnTo>
                    <a:pt x="2285507" y="3728398"/>
                  </a:lnTo>
                  <a:lnTo>
                    <a:pt x="2285652" y="3728398"/>
                  </a:lnTo>
                  <a:lnTo>
                    <a:pt x="2285797" y="3728398"/>
                  </a:lnTo>
                  <a:lnTo>
                    <a:pt x="2285797" y="3727775"/>
                  </a:lnTo>
                  <a:lnTo>
                    <a:pt x="2285943" y="3727775"/>
                  </a:lnTo>
                  <a:lnTo>
                    <a:pt x="2286088" y="3727775"/>
                  </a:lnTo>
                  <a:lnTo>
                    <a:pt x="2286234" y="3727775"/>
                  </a:lnTo>
                  <a:lnTo>
                    <a:pt x="2286379" y="3727775"/>
                  </a:lnTo>
                  <a:lnTo>
                    <a:pt x="2286525" y="3727775"/>
                  </a:lnTo>
                  <a:lnTo>
                    <a:pt x="2286670" y="3727775"/>
                  </a:lnTo>
                  <a:lnTo>
                    <a:pt x="2286815" y="3727775"/>
                  </a:lnTo>
                  <a:lnTo>
                    <a:pt x="2286961" y="3727775"/>
                  </a:lnTo>
                  <a:lnTo>
                    <a:pt x="2287106" y="3727775"/>
                  </a:lnTo>
                  <a:lnTo>
                    <a:pt x="2287252" y="3727775"/>
                  </a:lnTo>
                  <a:lnTo>
                    <a:pt x="2287252" y="3727151"/>
                  </a:lnTo>
                  <a:lnTo>
                    <a:pt x="2287397" y="3727151"/>
                  </a:lnTo>
                  <a:lnTo>
                    <a:pt x="2287543" y="3727151"/>
                  </a:lnTo>
                  <a:lnTo>
                    <a:pt x="2287688" y="3727151"/>
                  </a:lnTo>
                  <a:lnTo>
                    <a:pt x="2287833" y="3727151"/>
                  </a:lnTo>
                  <a:lnTo>
                    <a:pt x="2287979" y="3727151"/>
                  </a:lnTo>
                  <a:lnTo>
                    <a:pt x="2288124" y="3727151"/>
                  </a:lnTo>
                  <a:lnTo>
                    <a:pt x="2288270" y="3727151"/>
                  </a:lnTo>
                  <a:lnTo>
                    <a:pt x="2288415" y="3727151"/>
                  </a:lnTo>
                  <a:lnTo>
                    <a:pt x="2288561" y="3727151"/>
                  </a:lnTo>
                  <a:lnTo>
                    <a:pt x="2288706" y="3727151"/>
                  </a:lnTo>
                  <a:lnTo>
                    <a:pt x="2288706" y="3726527"/>
                  </a:lnTo>
                  <a:lnTo>
                    <a:pt x="2288851" y="3726527"/>
                  </a:lnTo>
                  <a:lnTo>
                    <a:pt x="2288997" y="3726527"/>
                  </a:lnTo>
                  <a:lnTo>
                    <a:pt x="2289142" y="3726527"/>
                  </a:lnTo>
                  <a:lnTo>
                    <a:pt x="2289288" y="3726527"/>
                  </a:lnTo>
                  <a:lnTo>
                    <a:pt x="2289433" y="3726527"/>
                  </a:lnTo>
                  <a:lnTo>
                    <a:pt x="2289578" y="3726527"/>
                  </a:lnTo>
                  <a:lnTo>
                    <a:pt x="2289578" y="3725904"/>
                  </a:lnTo>
                  <a:lnTo>
                    <a:pt x="2289724" y="3725904"/>
                  </a:lnTo>
                  <a:lnTo>
                    <a:pt x="2289869" y="3725904"/>
                  </a:lnTo>
                  <a:lnTo>
                    <a:pt x="2290015" y="3725904"/>
                  </a:lnTo>
                  <a:lnTo>
                    <a:pt x="2290160" y="3725904"/>
                  </a:lnTo>
                  <a:lnTo>
                    <a:pt x="2290160" y="3725280"/>
                  </a:lnTo>
                  <a:lnTo>
                    <a:pt x="2290306" y="3725280"/>
                  </a:lnTo>
                  <a:lnTo>
                    <a:pt x="2290451" y="3725280"/>
                  </a:lnTo>
                  <a:lnTo>
                    <a:pt x="2290596" y="3725280"/>
                  </a:lnTo>
                  <a:lnTo>
                    <a:pt x="2290742" y="3725280"/>
                  </a:lnTo>
                  <a:lnTo>
                    <a:pt x="2290887" y="3725280"/>
                  </a:lnTo>
                  <a:lnTo>
                    <a:pt x="2291033" y="3725280"/>
                  </a:lnTo>
                  <a:lnTo>
                    <a:pt x="2291178" y="3725280"/>
                  </a:lnTo>
                  <a:lnTo>
                    <a:pt x="2291324" y="3725280"/>
                  </a:lnTo>
                  <a:lnTo>
                    <a:pt x="2291469" y="3725280"/>
                  </a:lnTo>
                  <a:lnTo>
                    <a:pt x="2291614" y="3725280"/>
                  </a:lnTo>
                  <a:lnTo>
                    <a:pt x="2291760" y="3725280"/>
                  </a:lnTo>
                  <a:lnTo>
                    <a:pt x="2291905" y="3725280"/>
                  </a:lnTo>
                  <a:lnTo>
                    <a:pt x="2292051" y="3725280"/>
                  </a:lnTo>
                  <a:lnTo>
                    <a:pt x="2292196" y="3725280"/>
                  </a:lnTo>
                  <a:lnTo>
                    <a:pt x="2292342" y="3725280"/>
                  </a:lnTo>
                  <a:lnTo>
                    <a:pt x="2292342" y="3724657"/>
                  </a:lnTo>
                  <a:lnTo>
                    <a:pt x="2292487" y="3724657"/>
                  </a:lnTo>
                  <a:lnTo>
                    <a:pt x="2292632" y="3724657"/>
                  </a:lnTo>
                  <a:lnTo>
                    <a:pt x="2292632" y="3724033"/>
                  </a:lnTo>
                  <a:lnTo>
                    <a:pt x="2292778" y="3724033"/>
                  </a:lnTo>
                  <a:lnTo>
                    <a:pt x="2292923" y="3724033"/>
                  </a:lnTo>
                  <a:lnTo>
                    <a:pt x="2293069" y="3724033"/>
                  </a:lnTo>
                  <a:lnTo>
                    <a:pt x="2293069" y="3723410"/>
                  </a:lnTo>
                  <a:lnTo>
                    <a:pt x="2293214" y="3723410"/>
                  </a:lnTo>
                  <a:lnTo>
                    <a:pt x="2293360" y="3723410"/>
                  </a:lnTo>
                  <a:lnTo>
                    <a:pt x="2293505" y="3723410"/>
                  </a:lnTo>
                  <a:lnTo>
                    <a:pt x="2293650" y="3723410"/>
                  </a:lnTo>
                  <a:lnTo>
                    <a:pt x="2293796" y="3723410"/>
                  </a:lnTo>
                  <a:lnTo>
                    <a:pt x="2293941" y="3723410"/>
                  </a:lnTo>
                  <a:lnTo>
                    <a:pt x="2294087" y="3723410"/>
                  </a:lnTo>
                  <a:lnTo>
                    <a:pt x="2294232" y="3723410"/>
                  </a:lnTo>
                  <a:lnTo>
                    <a:pt x="2294378" y="3723410"/>
                  </a:lnTo>
                  <a:lnTo>
                    <a:pt x="2294523" y="3723410"/>
                  </a:lnTo>
                  <a:lnTo>
                    <a:pt x="2294668" y="3723410"/>
                  </a:lnTo>
                  <a:lnTo>
                    <a:pt x="2294814" y="3723410"/>
                  </a:lnTo>
                  <a:lnTo>
                    <a:pt x="2294959" y="3723410"/>
                  </a:lnTo>
                  <a:lnTo>
                    <a:pt x="2295105" y="3723410"/>
                  </a:lnTo>
                  <a:lnTo>
                    <a:pt x="2295250" y="3723410"/>
                  </a:lnTo>
                  <a:lnTo>
                    <a:pt x="2295396" y="3723410"/>
                  </a:lnTo>
                  <a:lnTo>
                    <a:pt x="2295541" y="3723410"/>
                  </a:lnTo>
                  <a:lnTo>
                    <a:pt x="2295686" y="3723410"/>
                  </a:lnTo>
                  <a:lnTo>
                    <a:pt x="2295832" y="3723410"/>
                  </a:lnTo>
                  <a:lnTo>
                    <a:pt x="2295977" y="3723410"/>
                  </a:lnTo>
                  <a:lnTo>
                    <a:pt x="2296123" y="3723410"/>
                  </a:lnTo>
                  <a:lnTo>
                    <a:pt x="2296123" y="3722786"/>
                  </a:lnTo>
                  <a:lnTo>
                    <a:pt x="2296123" y="3722162"/>
                  </a:lnTo>
                  <a:lnTo>
                    <a:pt x="2296123" y="3721539"/>
                  </a:lnTo>
                  <a:lnTo>
                    <a:pt x="2296268" y="3721539"/>
                  </a:lnTo>
                  <a:lnTo>
                    <a:pt x="2296413" y="3721539"/>
                  </a:lnTo>
                  <a:lnTo>
                    <a:pt x="2296413" y="3720915"/>
                  </a:lnTo>
                  <a:lnTo>
                    <a:pt x="2296413" y="3720292"/>
                  </a:lnTo>
                  <a:lnTo>
                    <a:pt x="2296559" y="3720292"/>
                  </a:lnTo>
                  <a:lnTo>
                    <a:pt x="2296704" y="3720292"/>
                  </a:lnTo>
                  <a:lnTo>
                    <a:pt x="2296850" y="3720292"/>
                  </a:lnTo>
                  <a:lnTo>
                    <a:pt x="2296850" y="3719668"/>
                  </a:lnTo>
                  <a:lnTo>
                    <a:pt x="2296995" y="3719668"/>
                  </a:lnTo>
                  <a:lnTo>
                    <a:pt x="2297141" y="3719668"/>
                  </a:lnTo>
                  <a:lnTo>
                    <a:pt x="2297286" y="3719668"/>
                  </a:lnTo>
                  <a:lnTo>
                    <a:pt x="2297431" y="3719668"/>
                  </a:lnTo>
                  <a:lnTo>
                    <a:pt x="2297431" y="3719044"/>
                  </a:lnTo>
                  <a:lnTo>
                    <a:pt x="2297577" y="3719044"/>
                  </a:lnTo>
                  <a:lnTo>
                    <a:pt x="2297722" y="3719044"/>
                  </a:lnTo>
                  <a:lnTo>
                    <a:pt x="2297868" y="3719044"/>
                  </a:lnTo>
                  <a:lnTo>
                    <a:pt x="2298013" y="3719044"/>
                  </a:lnTo>
                  <a:lnTo>
                    <a:pt x="2298159" y="3719044"/>
                  </a:lnTo>
                  <a:lnTo>
                    <a:pt x="2298159" y="3718421"/>
                  </a:lnTo>
                  <a:lnTo>
                    <a:pt x="2298159" y="3717797"/>
                  </a:lnTo>
                  <a:lnTo>
                    <a:pt x="2298304" y="3717797"/>
                  </a:lnTo>
                  <a:lnTo>
                    <a:pt x="2298449" y="3717797"/>
                  </a:lnTo>
                  <a:lnTo>
                    <a:pt x="2298595" y="3717797"/>
                  </a:lnTo>
                  <a:lnTo>
                    <a:pt x="2298740" y="3717797"/>
                  </a:lnTo>
                  <a:lnTo>
                    <a:pt x="2298886" y="3717797"/>
                  </a:lnTo>
                  <a:lnTo>
                    <a:pt x="2298886" y="3717174"/>
                  </a:lnTo>
                  <a:lnTo>
                    <a:pt x="2299031" y="3717174"/>
                  </a:lnTo>
                  <a:lnTo>
                    <a:pt x="2299177" y="3717174"/>
                  </a:lnTo>
                  <a:lnTo>
                    <a:pt x="2299177" y="3716550"/>
                  </a:lnTo>
                  <a:lnTo>
                    <a:pt x="2299322" y="3716550"/>
                  </a:lnTo>
                  <a:lnTo>
                    <a:pt x="2299322" y="3715927"/>
                  </a:lnTo>
                  <a:lnTo>
                    <a:pt x="2299322" y="3715303"/>
                  </a:lnTo>
                  <a:lnTo>
                    <a:pt x="2299467" y="3715303"/>
                  </a:lnTo>
                  <a:lnTo>
                    <a:pt x="2299613" y="3715303"/>
                  </a:lnTo>
                  <a:lnTo>
                    <a:pt x="2299613" y="3714679"/>
                  </a:lnTo>
                  <a:lnTo>
                    <a:pt x="2299758" y="3714679"/>
                  </a:lnTo>
                  <a:lnTo>
                    <a:pt x="2299904" y="3714679"/>
                  </a:lnTo>
                  <a:lnTo>
                    <a:pt x="2300049" y="3714679"/>
                  </a:lnTo>
                  <a:lnTo>
                    <a:pt x="2300195" y="3714679"/>
                  </a:lnTo>
                  <a:lnTo>
                    <a:pt x="2300340" y="3714679"/>
                  </a:lnTo>
                  <a:lnTo>
                    <a:pt x="2300485" y="3714679"/>
                  </a:lnTo>
                  <a:lnTo>
                    <a:pt x="2300631" y="3714679"/>
                  </a:lnTo>
                  <a:lnTo>
                    <a:pt x="2300776" y="3714679"/>
                  </a:lnTo>
                  <a:lnTo>
                    <a:pt x="2300922" y="3714679"/>
                  </a:lnTo>
                  <a:lnTo>
                    <a:pt x="2300922" y="3714056"/>
                  </a:lnTo>
                  <a:lnTo>
                    <a:pt x="2301067" y="3714056"/>
                  </a:lnTo>
                  <a:lnTo>
                    <a:pt x="2301213" y="3714056"/>
                  </a:lnTo>
                  <a:lnTo>
                    <a:pt x="2301358" y="3714056"/>
                  </a:lnTo>
                  <a:lnTo>
                    <a:pt x="2301358" y="3713432"/>
                  </a:lnTo>
                  <a:lnTo>
                    <a:pt x="2301503" y="3713432"/>
                  </a:lnTo>
                  <a:lnTo>
                    <a:pt x="2301649" y="3713432"/>
                  </a:lnTo>
                  <a:lnTo>
                    <a:pt x="2301794" y="3713432"/>
                  </a:lnTo>
                  <a:lnTo>
                    <a:pt x="2301794" y="3712809"/>
                  </a:lnTo>
                  <a:lnTo>
                    <a:pt x="2301940" y="3712809"/>
                  </a:lnTo>
                  <a:lnTo>
                    <a:pt x="2301940" y="3712185"/>
                  </a:lnTo>
                  <a:lnTo>
                    <a:pt x="2302085" y="3712185"/>
                  </a:lnTo>
                  <a:lnTo>
                    <a:pt x="2302085" y="3711561"/>
                  </a:lnTo>
                  <a:lnTo>
                    <a:pt x="2302085" y="3710938"/>
                  </a:lnTo>
                  <a:lnTo>
                    <a:pt x="2302085" y="3710314"/>
                  </a:lnTo>
                  <a:lnTo>
                    <a:pt x="2302231" y="3710314"/>
                  </a:lnTo>
                  <a:lnTo>
                    <a:pt x="2302376" y="3710314"/>
                  </a:lnTo>
                  <a:lnTo>
                    <a:pt x="2302521" y="3710314"/>
                  </a:lnTo>
                  <a:lnTo>
                    <a:pt x="2302667" y="3710314"/>
                  </a:lnTo>
                  <a:lnTo>
                    <a:pt x="2302812" y="3710314"/>
                  </a:lnTo>
                  <a:lnTo>
                    <a:pt x="2302812" y="3709691"/>
                  </a:lnTo>
                  <a:lnTo>
                    <a:pt x="2302958" y="3709691"/>
                  </a:lnTo>
                  <a:lnTo>
                    <a:pt x="2303103" y="3709691"/>
                  </a:lnTo>
                  <a:lnTo>
                    <a:pt x="2303248" y="3709691"/>
                  </a:lnTo>
                  <a:lnTo>
                    <a:pt x="2303394" y="3709691"/>
                  </a:lnTo>
                  <a:lnTo>
                    <a:pt x="2303394" y="3709067"/>
                  </a:lnTo>
                  <a:lnTo>
                    <a:pt x="2303539" y="3709067"/>
                  </a:lnTo>
                  <a:lnTo>
                    <a:pt x="2303685" y="3709067"/>
                  </a:lnTo>
                  <a:lnTo>
                    <a:pt x="2303830" y="3709067"/>
                  </a:lnTo>
                  <a:lnTo>
                    <a:pt x="2303976" y="3709067"/>
                  </a:lnTo>
                  <a:lnTo>
                    <a:pt x="2304121" y="3709067"/>
                  </a:lnTo>
                  <a:lnTo>
                    <a:pt x="2304266" y="3709067"/>
                  </a:lnTo>
                  <a:lnTo>
                    <a:pt x="2304412" y="3709067"/>
                  </a:lnTo>
                  <a:lnTo>
                    <a:pt x="2304557" y="3709067"/>
                  </a:lnTo>
                  <a:lnTo>
                    <a:pt x="2304703" y="3709067"/>
                  </a:lnTo>
                  <a:lnTo>
                    <a:pt x="2304848" y="3709067"/>
                  </a:lnTo>
                  <a:lnTo>
                    <a:pt x="2304994" y="3709067"/>
                  </a:lnTo>
                  <a:lnTo>
                    <a:pt x="2305139" y="3709067"/>
                  </a:lnTo>
                  <a:lnTo>
                    <a:pt x="2305284" y="3709067"/>
                  </a:lnTo>
                  <a:lnTo>
                    <a:pt x="2305430" y="3709067"/>
                  </a:lnTo>
                  <a:lnTo>
                    <a:pt x="2305430" y="3708444"/>
                  </a:lnTo>
                  <a:lnTo>
                    <a:pt x="2305430" y="3707820"/>
                  </a:lnTo>
                  <a:lnTo>
                    <a:pt x="2305430" y="3707196"/>
                  </a:lnTo>
                  <a:lnTo>
                    <a:pt x="2305430" y="3706573"/>
                  </a:lnTo>
                  <a:lnTo>
                    <a:pt x="2305430" y="3705949"/>
                  </a:lnTo>
                  <a:lnTo>
                    <a:pt x="2305430" y="3705326"/>
                  </a:lnTo>
                  <a:lnTo>
                    <a:pt x="2305430" y="3704702"/>
                  </a:lnTo>
                  <a:lnTo>
                    <a:pt x="2305575" y="3704702"/>
                  </a:lnTo>
                  <a:lnTo>
                    <a:pt x="2305575" y="3704078"/>
                  </a:lnTo>
                  <a:lnTo>
                    <a:pt x="2305721" y="3704078"/>
                  </a:lnTo>
                  <a:lnTo>
                    <a:pt x="2305866" y="3704078"/>
                  </a:lnTo>
                  <a:lnTo>
                    <a:pt x="2306012" y="3704078"/>
                  </a:lnTo>
                  <a:lnTo>
                    <a:pt x="2306012" y="3703455"/>
                  </a:lnTo>
                  <a:lnTo>
                    <a:pt x="2306157" y="3703455"/>
                  </a:lnTo>
                  <a:lnTo>
                    <a:pt x="2306157" y="3702831"/>
                  </a:lnTo>
                  <a:lnTo>
                    <a:pt x="2306302" y="3702831"/>
                  </a:lnTo>
                  <a:lnTo>
                    <a:pt x="2306448" y="3702831"/>
                  </a:lnTo>
                  <a:lnTo>
                    <a:pt x="2306593" y="3702831"/>
                  </a:lnTo>
                  <a:lnTo>
                    <a:pt x="2306739" y="3702831"/>
                  </a:lnTo>
                  <a:lnTo>
                    <a:pt x="2306884" y="3702831"/>
                  </a:lnTo>
                  <a:lnTo>
                    <a:pt x="2307030" y="3702831"/>
                  </a:lnTo>
                  <a:lnTo>
                    <a:pt x="2307175" y="3702831"/>
                  </a:lnTo>
                  <a:lnTo>
                    <a:pt x="2307320" y="3702831"/>
                  </a:lnTo>
                  <a:lnTo>
                    <a:pt x="2307466" y="3702831"/>
                  </a:lnTo>
                  <a:lnTo>
                    <a:pt x="2307611" y="3702831"/>
                  </a:lnTo>
                  <a:lnTo>
                    <a:pt x="2307757" y="3702831"/>
                  </a:lnTo>
                  <a:lnTo>
                    <a:pt x="2307902" y="3702831"/>
                  </a:lnTo>
                  <a:lnTo>
                    <a:pt x="2308048" y="3702831"/>
                  </a:lnTo>
                  <a:lnTo>
                    <a:pt x="2308193" y="3702831"/>
                  </a:lnTo>
                  <a:lnTo>
                    <a:pt x="2308338" y="3702831"/>
                  </a:lnTo>
                  <a:lnTo>
                    <a:pt x="2308484" y="3702831"/>
                  </a:lnTo>
                  <a:lnTo>
                    <a:pt x="2308629" y="3702831"/>
                  </a:lnTo>
                  <a:lnTo>
                    <a:pt x="2308629" y="3702208"/>
                  </a:lnTo>
                  <a:lnTo>
                    <a:pt x="2308775" y="3702208"/>
                  </a:lnTo>
                  <a:lnTo>
                    <a:pt x="2308775" y="3701584"/>
                  </a:lnTo>
                  <a:lnTo>
                    <a:pt x="2308920" y="3701584"/>
                  </a:lnTo>
                  <a:lnTo>
                    <a:pt x="2309065" y="3701584"/>
                  </a:lnTo>
                  <a:lnTo>
                    <a:pt x="2309211" y="3701584"/>
                  </a:lnTo>
                  <a:lnTo>
                    <a:pt x="2309356" y="3701584"/>
                  </a:lnTo>
                  <a:lnTo>
                    <a:pt x="2309502" y="3701584"/>
                  </a:lnTo>
                  <a:lnTo>
                    <a:pt x="2309502" y="3700961"/>
                  </a:lnTo>
                  <a:lnTo>
                    <a:pt x="2309502" y="3700337"/>
                  </a:lnTo>
                  <a:lnTo>
                    <a:pt x="2309502" y="3699713"/>
                  </a:lnTo>
                  <a:lnTo>
                    <a:pt x="2309647" y="3699713"/>
                  </a:lnTo>
                  <a:lnTo>
                    <a:pt x="2309793" y="3699713"/>
                  </a:lnTo>
                  <a:lnTo>
                    <a:pt x="2309938" y="3699713"/>
                  </a:lnTo>
                  <a:lnTo>
                    <a:pt x="2309938" y="3699090"/>
                  </a:lnTo>
                  <a:lnTo>
                    <a:pt x="2310083" y="3699090"/>
                  </a:lnTo>
                  <a:lnTo>
                    <a:pt x="2310229" y="3699090"/>
                  </a:lnTo>
                  <a:lnTo>
                    <a:pt x="2310229" y="3698466"/>
                  </a:lnTo>
                  <a:lnTo>
                    <a:pt x="2310374" y="3698466"/>
                  </a:lnTo>
                  <a:lnTo>
                    <a:pt x="2310374" y="3697843"/>
                  </a:lnTo>
                  <a:lnTo>
                    <a:pt x="2310520" y="3697843"/>
                  </a:lnTo>
                  <a:lnTo>
                    <a:pt x="2310665" y="3697843"/>
                  </a:lnTo>
                  <a:lnTo>
                    <a:pt x="2310811" y="3697843"/>
                  </a:lnTo>
                  <a:lnTo>
                    <a:pt x="2310811" y="3697219"/>
                  </a:lnTo>
                  <a:lnTo>
                    <a:pt x="2310956" y="3697219"/>
                  </a:lnTo>
                  <a:lnTo>
                    <a:pt x="2311101" y="3697219"/>
                  </a:lnTo>
                  <a:lnTo>
                    <a:pt x="2311101" y="3696595"/>
                  </a:lnTo>
                  <a:lnTo>
                    <a:pt x="2311247" y="3696595"/>
                  </a:lnTo>
                  <a:lnTo>
                    <a:pt x="2311392" y="3696595"/>
                  </a:lnTo>
                  <a:lnTo>
                    <a:pt x="2311538" y="3696595"/>
                  </a:lnTo>
                  <a:lnTo>
                    <a:pt x="2311683" y="3696595"/>
                  </a:lnTo>
                  <a:lnTo>
                    <a:pt x="2311829" y="3696595"/>
                  </a:lnTo>
                  <a:lnTo>
                    <a:pt x="2311829" y="3695972"/>
                  </a:lnTo>
                  <a:lnTo>
                    <a:pt x="2311974" y="3695972"/>
                  </a:lnTo>
                  <a:lnTo>
                    <a:pt x="2312119" y="3695972"/>
                  </a:lnTo>
                  <a:lnTo>
                    <a:pt x="2312265" y="3695972"/>
                  </a:lnTo>
                  <a:lnTo>
                    <a:pt x="2312265" y="3695348"/>
                  </a:lnTo>
                  <a:lnTo>
                    <a:pt x="2312410" y="3695348"/>
                  </a:lnTo>
                  <a:lnTo>
                    <a:pt x="2312556" y="3695348"/>
                  </a:lnTo>
                  <a:lnTo>
                    <a:pt x="2312701" y="3695348"/>
                  </a:lnTo>
                  <a:lnTo>
                    <a:pt x="2312847" y="3695348"/>
                  </a:lnTo>
                  <a:lnTo>
                    <a:pt x="2312992" y="3695348"/>
                  </a:lnTo>
                  <a:lnTo>
                    <a:pt x="2313137" y="3695348"/>
                  </a:lnTo>
                  <a:lnTo>
                    <a:pt x="2313283" y="3695348"/>
                  </a:lnTo>
                  <a:lnTo>
                    <a:pt x="2313428" y="3695348"/>
                  </a:lnTo>
                  <a:lnTo>
                    <a:pt x="2313574" y="3695348"/>
                  </a:lnTo>
                  <a:lnTo>
                    <a:pt x="2313719" y="3695348"/>
                  </a:lnTo>
                  <a:lnTo>
                    <a:pt x="2313865" y="3695348"/>
                  </a:lnTo>
                  <a:lnTo>
                    <a:pt x="2313865" y="3694725"/>
                  </a:lnTo>
                  <a:lnTo>
                    <a:pt x="2314010" y="3694725"/>
                  </a:lnTo>
                  <a:lnTo>
                    <a:pt x="2314155" y="3694725"/>
                  </a:lnTo>
                  <a:lnTo>
                    <a:pt x="2314155" y="3694101"/>
                  </a:lnTo>
                  <a:lnTo>
                    <a:pt x="2314301" y="3694101"/>
                  </a:lnTo>
                  <a:lnTo>
                    <a:pt x="2314446" y="3694101"/>
                  </a:lnTo>
                  <a:lnTo>
                    <a:pt x="2314592" y="3694101"/>
                  </a:lnTo>
                  <a:lnTo>
                    <a:pt x="2314737" y="3694101"/>
                  </a:lnTo>
                  <a:lnTo>
                    <a:pt x="2314883" y="3694101"/>
                  </a:lnTo>
                  <a:lnTo>
                    <a:pt x="2315028" y="3694101"/>
                  </a:lnTo>
                  <a:lnTo>
                    <a:pt x="2315173" y="3694101"/>
                  </a:lnTo>
                  <a:lnTo>
                    <a:pt x="2315319" y="3694101"/>
                  </a:lnTo>
                  <a:lnTo>
                    <a:pt x="2315464" y="3694101"/>
                  </a:lnTo>
                  <a:lnTo>
                    <a:pt x="2315610" y="3694101"/>
                  </a:lnTo>
                  <a:lnTo>
                    <a:pt x="2315755" y="3694101"/>
                  </a:lnTo>
                  <a:lnTo>
                    <a:pt x="2315900" y="3694101"/>
                  </a:lnTo>
                  <a:lnTo>
                    <a:pt x="2315900" y="3693478"/>
                  </a:lnTo>
                  <a:lnTo>
                    <a:pt x="2316046" y="3693478"/>
                  </a:lnTo>
                  <a:lnTo>
                    <a:pt x="2316191" y="3693478"/>
                  </a:lnTo>
                  <a:lnTo>
                    <a:pt x="2316337" y="3693478"/>
                  </a:lnTo>
                  <a:lnTo>
                    <a:pt x="2316337" y="3692854"/>
                  </a:lnTo>
                  <a:lnTo>
                    <a:pt x="2316482" y="3692854"/>
                  </a:lnTo>
                  <a:lnTo>
                    <a:pt x="2316628" y="3692854"/>
                  </a:lnTo>
                  <a:lnTo>
                    <a:pt x="2316773" y="3692854"/>
                  </a:lnTo>
                  <a:lnTo>
                    <a:pt x="2316918" y="3692854"/>
                  </a:lnTo>
                  <a:lnTo>
                    <a:pt x="2317064" y="3692854"/>
                  </a:lnTo>
                  <a:lnTo>
                    <a:pt x="2317209" y="3692854"/>
                  </a:lnTo>
                  <a:lnTo>
                    <a:pt x="2317355" y="3692854"/>
                  </a:lnTo>
                  <a:lnTo>
                    <a:pt x="2317500" y="3692854"/>
                  </a:lnTo>
                  <a:lnTo>
                    <a:pt x="2317646" y="3692854"/>
                  </a:lnTo>
                  <a:lnTo>
                    <a:pt x="2317791" y="3692854"/>
                  </a:lnTo>
                  <a:lnTo>
                    <a:pt x="2317936" y="3692854"/>
                  </a:lnTo>
                  <a:lnTo>
                    <a:pt x="2318082" y="3692854"/>
                  </a:lnTo>
                  <a:lnTo>
                    <a:pt x="2318227" y="3692854"/>
                  </a:lnTo>
                  <a:lnTo>
                    <a:pt x="2318373" y="3692854"/>
                  </a:lnTo>
                  <a:lnTo>
                    <a:pt x="2318518" y="3692854"/>
                  </a:lnTo>
                  <a:lnTo>
                    <a:pt x="2318664" y="3692854"/>
                  </a:lnTo>
                  <a:lnTo>
                    <a:pt x="2318809" y="3692854"/>
                  </a:lnTo>
                  <a:lnTo>
                    <a:pt x="2318954" y="3692854"/>
                  </a:lnTo>
                  <a:lnTo>
                    <a:pt x="2319100" y="3692854"/>
                  </a:lnTo>
                  <a:lnTo>
                    <a:pt x="2319245" y="3692854"/>
                  </a:lnTo>
                  <a:lnTo>
                    <a:pt x="2319391" y="3692854"/>
                  </a:lnTo>
                  <a:lnTo>
                    <a:pt x="2319536" y="3692854"/>
                  </a:lnTo>
                  <a:lnTo>
                    <a:pt x="2319682" y="3692854"/>
                  </a:lnTo>
                  <a:lnTo>
                    <a:pt x="2319827" y="3692854"/>
                  </a:lnTo>
                  <a:lnTo>
                    <a:pt x="2319972" y="3692854"/>
                  </a:lnTo>
                  <a:lnTo>
                    <a:pt x="2320118" y="3692854"/>
                  </a:lnTo>
                  <a:lnTo>
                    <a:pt x="2320118" y="3692230"/>
                  </a:lnTo>
                  <a:lnTo>
                    <a:pt x="2320263" y="3692230"/>
                  </a:lnTo>
                  <a:lnTo>
                    <a:pt x="2320263" y="3691607"/>
                  </a:lnTo>
                  <a:lnTo>
                    <a:pt x="2320409" y="3691607"/>
                  </a:lnTo>
                  <a:lnTo>
                    <a:pt x="2320554" y="3691607"/>
                  </a:lnTo>
                  <a:lnTo>
                    <a:pt x="2320554" y="3690983"/>
                  </a:lnTo>
                  <a:lnTo>
                    <a:pt x="2320700" y="3690983"/>
                  </a:lnTo>
                  <a:lnTo>
                    <a:pt x="2320845" y="3690983"/>
                  </a:lnTo>
                  <a:lnTo>
                    <a:pt x="2320990" y="3690983"/>
                  </a:lnTo>
                  <a:lnTo>
                    <a:pt x="2321136" y="3690983"/>
                  </a:lnTo>
                  <a:lnTo>
                    <a:pt x="2321281" y="3690983"/>
                  </a:lnTo>
                  <a:lnTo>
                    <a:pt x="2321427" y="3690983"/>
                  </a:lnTo>
                  <a:lnTo>
                    <a:pt x="2321572" y="3690983"/>
                  </a:lnTo>
                  <a:lnTo>
                    <a:pt x="2321718" y="3690983"/>
                  </a:lnTo>
                  <a:lnTo>
                    <a:pt x="2321718" y="3690360"/>
                  </a:lnTo>
                  <a:lnTo>
                    <a:pt x="2321863" y="3690360"/>
                  </a:lnTo>
                  <a:lnTo>
                    <a:pt x="2321863" y="3689736"/>
                  </a:lnTo>
                  <a:lnTo>
                    <a:pt x="2321863" y="3689112"/>
                  </a:lnTo>
                  <a:lnTo>
                    <a:pt x="2322008" y="3689112"/>
                  </a:lnTo>
                  <a:lnTo>
                    <a:pt x="2322008" y="3688489"/>
                  </a:lnTo>
                  <a:lnTo>
                    <a:pt x="2322154" y="3688489"/>
                  </a:lnTo>
                  <a:lnTo>
                    <a:pt x="2322299" y="3688489"/>
                  </a:lnTo>
                  <a:lnTo>
                    <a:pt x="2322445" y="3688489"/>
                  </a:lnTo>
                  <a:lnTo>
                    <a:pt x="2322590" y="3688489"/>
                  </a:lnTo>
                  <a:lnTo>
                    <a:pt x="2322735" y="3688489"/>
                  </a:lnTo>
                  <a:lnTo>
                    <a:pt x="2322881" y="3688489"/>
                  </a:lnTo>
                  <a:lnTo>
                    <a:pt x="2323026" y="3688489"/>
                  </a:lnTo>
                  <a:lnTo>
                    <a:pt x="2323172" y="3688489"/>
                  </a:lnTo>
                  <a:lnTo>
                    <a:pt x="2323317" y="3688489"/>
                  </a:lnTo>
                  <a:lnTo>
                    <a:pt x="2323463" y="3688489"/>
                  </a:lnTo>
                  <a:lnTo>
                    <a:pt x="2323608" y="3688489"/>
                  </a:lnTo>
                  <a:lnTo>
                    <a:pt x="2323753" y="3688489"/>
                  </a:lnTo>
                  <a:lnTo>
                    <a:pt x="2323899" y="3688489"/>
                  </a:lnTo>
                  <a:lnTo>
                    <a:pt x="2323899" y="3687865"/>
                  </a:lnTo>
                  <a:lnTo>
                    <a:pt x="2324044" y="3687865"/>
                  </a:lnTo>
                  <a:lnTo>
                    <a:pt x="2324044" y="3687242"/>
                  </a:lnTo>
                  <a:lnTo>
                    <a:pt x="2324190" y="3687242"/>
                  </a:lnTo>
                  <a:lnTo>
                    <a:pt x="2324335" y="3687242"/>
                  </a:lnTo>
                  <a:lnTo>
                    <a:pt x="2324335" y="3686618"/>
                  </a:lnTo>
                  <a:lnTo>
                    <a:pt x="2324481" y="3686618"/>
                  </a:lnTo>
                  <a:lnTo>
                    <a:pt x="2324626" y="3686618"/>
                  </a:lnTo>
                  <a:lnTo>
                    <a:pt x="2324771" y="3686618"/>
                  </a:lnTo>
                  <a:lnTo>
                    <a:pt x="2324917" y="3686618"/>
                  </a:lnTo>
                  <a:lnTo>
                    <a:pt x="2325062" y="3686618"/>
                  </a:lnTo>
                  <a:lnTo>
                    <a:pt x="2325208" y="3686618"/>
                  </a:lnTo>
                  <a:lnTo>
                    <a:pt x="2325353" y="3686618"/>
                  </a:lnTo>
                  <a:lnTo>
                    <a:pt x="2325499" y="3686618"/>
                  </a:lnTo>
                  <a:lnTo>
                    <a:pt x="2325644" y="3686618"/>
                  </a:lnTo>
                  <a:lnTo>
                    <a:pt x="2325789" y="3686618"/>
                  </a:lnTo>
                  <a:lnTo>
                    <a:pt x="2325935" y="3686618"/>
                  </a:lnTo>
                  <a:lnTo>
                    <a:pt x="2326080" y="3686618"/>
                  </a:lnTo>
                  <a:lnTo>
                    <a:pt x="2326226" y="3686618"/>
                  </a:lnTo>
                  <a:lnTo>
                    <a:pt x="2326371" y="3686618"/>
                  </a:lnTo>
                  <a:lnTo>
                    <a:pt x="2326517" y="3686618"/>
                  </a:lnTo>
                  <a:lnTo>
                    <a:pt x="2326662" y="3686618"/>
                  </a:lnTo>
                  <a:lnTo>
                    <a:pt x="2326662" y="3685995"/>
                  </a:lnTo>
                  <a:lnTo>
                    <a:pt x="2326662" y="3685371"/>
                  </a:lnTo>
                  <a:lnTo>
                    <a:pt x="2326662" y="3684747"/>
                  </a:lnTo>
                  <a:lnTo>
                    <a:pt x="2326807" y="3684747"/>
                  </a:lnTo>
                  <a:lnTo>
                    <a:pt x="2326953" y="3684747"/>
                  </a:lnTo>
                  <a:lnTo>
                    <a:pt x="2326953" y="3684124"/>
                  </a:lnTo>
                  <a:lnTo>
                    <a:pt x="2326953" y="3683500"/>
                  </a:lnTo>
                  <a:lnTo>
                    <a:pt x="2326953" y="3682877"/>
                  </a:lnTo>
                  <a:lnTo>
                    <a:pt x="2327098" y="3682877"/>
                  </a:lnTo>
                  <a:lnTo>
                    <a:pt x="2327244" y="3682877"/>
                  </a:lnTo>
                  <a:lnTo>
                    <a:pt x="2327244" y="3682253"/>
                  </a:lnTo>
                  <a:lnTo>
                    <a:pt x="2327389" y="3682253"/>
                  </a:lnTo>
                  <a:lnTo>
                    <a:pt x="2327535" y="3682253"/>
                  </a:lnTo>
                  <a:lnTo>
                    <a:pt x="2327680" y="3682253"/>
                  </a:lnTo>
                  <a:lnTo>
                    <a:pt x="2327825" y="3682253"/>
                  </a:lnTo>
                  <a:lnTo>
                    <a:pt x="2327971" y="3682253"/>
                  </a:lnTo>
                  <a:lnTo>
                    <a:pt x="2328116" y="3682253"/>
                  </a:lnTo>
                  <a:lnTo>
                    <a:pt x="2328116" y="3681630"/>
                  </a:lnTo>
                  <a:lnTo>
                    <a:pt x="2328262" y="3681630"/>
                  </a:lnTo>
                  <a:lnTo>
                    <a:pt x="2328407" y="3681630"/>
                  </a:lnTo>
                  <a:lnTo>
                    <a:pt x="2328407" y="3681006"/>
                  </a:lnTo>
                  <a:lnTo>
                    <a:pt x="2328553" y="3681006"/>
                  </a:lnTo>
                  <a:lnTo>
                    <a:pt x="2328698" y="3681006"/>
                  </a:lnTo>
                  <a:lnTo>
                    <a:pt x="2328698" y="3680382"/>
                  </a:lnTo>
                  <a:lnTo>
                    <a:pt x="2328843" y="3680382"/>
                  </a:lnTo>
                  <a:lnTo>
                    <a:pt x="2328989" y="3680382"/>
                  </a:lnTo>
                  <a:lnTo>
                    <a:pt x="2329134" y="3680382"/>
                  </a:lnTo>
                  <a:lnTo>
                    <a:pt x="2329134" y="3679759"/>
                  </a:lnTo>
                  <a:lnTo>
                    <a:pt x="2329280" y="3679759"/>
                  </a:lnTo>
                  <a:lnTo>
                    <a:pt x="2329425" y="3679759"/>
                  </a:lnTo>
                  <a:lnTo>
                    <a:pt x="2329570" y="3679759"/>
                  </a:lnTo>
                  <a:lnTo>
                    <a:pt x="2329716" y="3679759"/>
                  </a:lnTo>
                  <a:lnTo>
                    <a:pt x="2329861" y="3679759"/>
                  </a:lnTo>
                  <a:lnTo>
                    <a:pt x="2330007" y="3679759"/>
                  </a:lnTo>
                  <a:lnTo>
                    <a:pt x="2330152" y="3679759"/>
                  </a:lnTo>
                  <a:lnTo>
                    <a:pt x="2330298" y="3679759"/>
                  </a:lnTo>
                  <a:lnTo>
                    <a:pt x="2330298" y="3679135"/>
                  </a:lnTo>
                  <a:lnTo>
                    <a:pt x="2330443" y="3679135"/>
                  </a:lnTo>
                  <a:lnTo>
                    <a:pt x="2330588" y="3679135"/>
                  </a:lnTo>
                  <a:lnTo>
                    <a:pt x="2330734" y="3679135"/>
                  </a:lnTo>
                  <a:lnTo>
                    <a:pt x="2330879" y="3679135"/>
                  </a:lnTo>
                  <a:lnTo>
                    <a:pt x="2330879" y="3678512"/>
                  </a:lnTo>
                  <a:lnTo>
                    <a:pt x="2331025" y="3678512"/>
                  </a:lnTo>
                  <a:lnTo>
                    <a:pt x="2331170" y="3678512"/>
                  </a:lnTo>
                  <a:lnTo>
                    <a:pt x="2331316" y="3678512"/>
                  </a:lnTo>
                  <a:lnTo>
                    <a:pt x="2331461" y="3678512"/>
                  </a:lnTo>
                  <a:lnTo>
                    <a:pt x="2331606" y="3678512"/>
                  </a:lnTo>
                  <a:lnTo>
                    <a:pt x="2331752" y="3678512"/>
                  </a:lnTo>
                  <a:lnTo>
                    <a:pt x="2331752" y="3677888"/>
                  </a:lnTo>
                  <a:lnTo>
                    <a:pt x="2331897" y="3677888"/>
                  </a:lnTo>
                  <a:lnTo>
                    <a:pt x="2331897" y="3677264"/>
                  </a:lnTo>
                  <a:lnTo>
                    <a:pt x="2332043" y="3677264"/>
                  </a:lnTo>
                  <a:lnTo>
                    <a:pt x="2332043" y="3676641"/>
                  </a:lnTo>
                  <a:lnTo>
                    <a:pt x="2332043" y="3676017"/>
                  </a:lnTo>
                  <a:lnTo>
                    <a:pt x="2332188" y="3676017"/>
                  </a:lnTo>
                  <a:lnTo>
                    <a:pt x="2332334" y="3676017"/>
                  </a:lnTo>
                  <a:lnTo>
                    <a:pt x="2332479" y="3676017"/>
                  </a:lnTo>
                  <a:lnTo>
                    <a:pt x="2332624" y="3676017"/>
                  </a:lnTo>
                  <a:lnTo>
                    <a:pt x="2332770" y="3676017"/>
                  </a:lnTo>
                  <a:lnTo>
                    <a:pt x="2332915" y="3676017"/>
                  </a:lnTo>
                  <a:lnTo>
                    <a:pt x="2333061" y="3676017"/>
                  </a:lnTo>
                  <a:lnTo>
                    <a:pt x="2333206" y="3676017"/>
                  </a:lnTo>
                  <a:lnTo>
                    <a:pt x="2333352" y="3676017"/>
                  </a:lnTo>
                  <a:lnTo>
                    <a:pt x="2333497" y="3676017"/>
                  </a:lnTo>
                  <a:lnTo>
                    <a:pt x="2333642" y="3676017"/>
                  </a:lnTo>
                  <a:lnTo>
                    <a:pt x="2333788" y="3676017"/>
                  </a:lnTo>
                  <a:lnTo>
                    <a:pt x="2333788" y="3675394"/>
                  </a:lnTo>
                  <a:lnTo>
                    <a:pt x="2333933" y="3675394"/>
                  </a:lnTo>
                  <a:lnTo>
                    <a:pt x="2334079" y="3675394"/>
                  </a:lnTo>
                  <a:lnTo>
                    <a:pt x="2334224" y="3675394"/>
                  </a:lnTo>
                  <a:lnTo>
                    <a:pt x="2334224" y="3674770"/>
                  </a:lnTo>
                  <a:lnTo>
                    <a:pt x="2334224" y="3674147"/>
                  </a:lnTo>
                  <a:lnTo>
                    <a:pt x="2334370" y="3674147"/>
                  </a:lnTo>
                  <a:lnTo>
                    <a:pt x="2334515" y="3674147"/>
                  </a:lnTo>
                  <a:lnTo>
                    <a:pt x="2334660" y="3674147"/>
                  </a:lnTo>
                  <a:lnTo>
                    <a:pt x="2334806" y="3674147"/>
                  </a:lnTo>
                  <a:lnTo>
                    <a:pt x="2334951" y="3674147"/>
                  </a:lnTo>
                  <a:lnTo>
                    <a:pt x="2335097" y="3674147"/>
                  </a:lnTo>
                  <a:lnTo>
                    <a:pt x="2335242" y="3674147"/>
                  </a:lnTo>
                  <a:lnTo>
                    <a:pt x="2335242" y="3673523"/>
                  </a:lnTo>
                  <a:lnTo>
                    <a:pt x="2335388" y="3673523"/>
                  </a:lnTo>
                  <a:lnTo>
                    <a:pt x="2335533" y="3673523"/>
                  </a:lnTo>
                  <a:lnTo>
                    <a:pt x="2335678" y="3673523"/>
                  </a:lnTo>
                  <a:lnTo>
                    <a:pt x="2335824" y="3673523"/>
                  </a:lnTo>
                  <a:lnTo>
                    <a:pt x="2335969" y="3673523"/>
                  </a:lnTo>
                  <a:lnTo>
                    <a:pt x="2336115" y="3673523"/>
                  </a:lnTo>
                  <a:lnTo>
                    <a:pt x="2336260" y="3673523"/>
                  </a:lnTo>
                  <a:lnTo>
                    <a:pt x="2336405" y="3673523"/>
                  </a:lnTo>
                  <a:lnTo>
                    <a:pt x="2336551" y="3673523"/>
                  </a:lnTo>
                  <a:lnTo>
                    <a:pt x="2336696" y="3673523"/>
                  </a:lnTo>
                  <a:lnTo>
                    <a:pt x="2336842" y="3673523"/>
                  </a:lnTo>
                  <a:lnTo>
                    <a:pt x="2336987" y="3673523"/>
                  </a:lnTo>
                  <a:lnTo>
                    <a:pt x="2337133" y="3673523"/>
                  </a:lnTo>
                  <a:lnTo>
                    <a:pt x="2337278" y="3673523"/>
                  </a:lnTo>
                  <a:lnTo>
                    <a:pt x="2337278" y="3672899"/>
                  </a:lnTo>
                  <a:lnTo>
                    <a:pt x="2337423" y="3672899"/>
                  </a:lnTo>
                  <a:lnTo>
                    <a:pt x="2337569" y="3672899"/>
                  </a:lnTo>
                  <a:lnTo>
                    <a:pt x="2337714" y="3672899"/>
                  </a:lnTo>
                  <a:lnTo>
                    <a:pt x="2337860" y="3672899"/>
                  </a:lnTo>
                  <a:lnTo>
                    <a:pt x="2338005" y="3672899"/>
                  </a:lnTo>
                  <a:lnTo>
                    <a:pt x="2338151" y="3672899"/>
                  </a:lnTo>
                  <a:lnTo>
                    <a:pt x="2338296" y="3672899"/>
                  </a:lnTo>
                  <a:lnTo>
                    <a:pt x="2338441" y="3672899"/>
                  </a:lnTo>
                  <a:lnTo>
                    <a:pt x="2338587" y="3672899"/>
                  </a:lnTo>
                  <a:lnTo>
                    <a:pt x="2338732" y="3672899"/>
                  </a:lnTo>
                  <a:lnTo>
                    <a:pt x="2338878" y="3672899"/>
                  </a:lnTo>
                  <a:lnTo>
                    <a:pt x="2339023" y="3672899"/>
                  </a:lnTo>
                  <a:lnTo>
                    <a:pt x="2339023" y="3672276"/>
                  </a:lnTo>
                  <a:lnTo>
                    <a:pt x="2339169" y="3672276"/>
                  </a:lnTo>
                  <a:lnTo>
                    <a:pt x="2339314" y="3672276"/>
                  </a:lnTo>
                  <a:lnTo>
                    <a:pt x="2339314" y="3671652"/>
                  </a:lnTo>
                  <a:lnTo>
                    <a:pt x="2339314" y="3671029"/>
                  </a:lnTo>
                  <a:lnTo>
                    <a:pt x="2339314" y="3670405"/>
                  </a:lnTo>
                  <a:lnTo>
                    <a:pt x="2339459" y="3670405"/>
                  </a:lnTo>
                  <a:lnTo>
                    <a:pt x="2339605" y="3670405"/>
                  </a:lnTo>
                  <a:lnTo>
                    <a:pt x="2339750" y="3670405"/>
                  </a:lnTo>
                  <a:lnTo>
                    <a:pt x="2339896" y="3670405"/>
                  </a:lnTo>
                  <a:lnTo>
                    <a:pt x="2340041" y="3670405"/>
                  </a:lnTo>
                  <a:lnTo>
                    <a:pt x="2340187" y="3670405"/>
                  </a:lnTo>
                  <a:lnTo>
                    <a:pt x="2340332" y="3670405"/>
                  </a:lnTo>
                  <a:lnTo>
                    <a:pt x="2340477" y="3670405"/>
                  </a:lnTo>
                  <a:lnTo>
                    <a:pt x="2340623" y="3670405"/>
                  </a:lnTo>
                  <a:lnTo>
                    <a:pt x="2340623" y="3669781"/>
                  </a:lnTo>
                  <a:lnTo>
                    <a:pt x="2340768" y="3669781"/>
                  </a:lnTo>
                  <a:lnTo>
                    <a:pt x="2340914" y="3669781"/>
                  </a:lnTo>
                  <a:lnTo>
                    <a:pt x="2341059" y="3669781"/>
                  </a:lnTo>
                  <a:lnTo>
                    <a:pt x="2341205" y="3669781"/>
                  </a:lnTo>
                  <a:lnTo>
                    <a:pt x="2341350" y="3669781"/>
                  </a:lnTo>
                  <a:lnTo>
                    <a:pt x="2341495" y="3669781"/>
                  </a:lnTo>
                  <a:lnTo>
                    <a:pt x="2341495" y="3669158"/>
                  </a:lnTo>
                  <a:lnTo>
                    <a:pt x="2341641" y="3669158"/>
                  </a:lnTo>
                  <a:lnTo>
                    <a:pt x="2341786" y="3669158"/>
                  </a:lnTo>
                  <a:lnTo>
                    <a:pt x="2341932" y="3669158"/>
                  </a:lnTo>
                  <a:lnTo>
                    <a:pt x="2342077" y="3669158"/>
                  </a:lnTo>
                  <a:lnTo>
                    <a:pt x="2342223" y="3669158"/>
                  </a:lnTo>
                  <a:lnTo>
                    <a:pt x="2342223" y="3668534"/>
                  </a:lnTo>
                  <a:lnTo>
                    <a:pt x="2342223" y="3667911"/>
                  </a:lnTo>
                  <a:lnTo>
                    <a:pt x="2342368" y="3667911"/>
                  </a:lnTo>
                  <a:lnTo>
                    <a:pt x="2342513" y="3667911"/>
                  </a:lnTo>
                  <a:lnTo>
                    <a:pt x="2342659" y="3667911"/>
                  </a:lnTo>
                  <a:lnTo>
                    <a:pt x="2342804" y="3667911"/>
                  </a:lnTo>
                  <a:lnTo>
                    <a:pt x="2342950" y="3667911"/>
                  </a:lnTo>
                  <a:lnTo>
                    <a:pt x="2342950" y="3667287"/>
                  </a:lnTo>
                  <a:lnTo>
                    <a:pt x="2342950" y="3666664"/>
                  </a:lnTo>
                  <a:lnTo>
                    <a:pt x="2343095" y="3666664"/>
                  </a:lnTo>
                  <a:lnTo>
                    <a:pt x="2343095" y="3666040"/>
                  </a:lnTo>
                  <a:lnTo>
                    <a:pt x="2343240" y="3666040"/>
                  </a:lnTo>
                  <a:lnTo>
                    <a:pt x="2343240" y="3665416"/>
                  </a:lnTo>
                  <a:lnTo>
                    <a:pt x="2343386" y="3665416"/>
                  </a:lnTo>
                  <a:lnTo>
                    <a:pt x="2343531" y="3665416"/>
                  </a:lnTo>
                  <a:lnTo>
                    <a:pt x="2343531" y="3664793"/>
                  </a:lnTo>
                  <a:lnTo>
                    <a:pt x="2343531" y="3664169"/>
                  </a:lnTo>
                  <a:lnTo>
                    <a:pt x="2343677" y="3664169"/>
                  </a:lnTo>
                  <a:lnTo>
                    <a:pt x="2343677" y="3663546"/>
                  </a:lnTo>
                  <a:lnTo>
                    <a:pt x="2343822" y="3663546"/>
                  </a:lnTo>
                  <a:lnTo>
                    <a:pt x="2343968" y="3663546"/>
                  </a:lnTo>
                  <a:lnTo>
                    <a:pt x="2344113" y="3663546"/>
                  </a:lnTo>
                  <a:lnTo>
                    <a:pt x="2344258" y="3663546"/>
                  </a:lnTo>
                  <a:lnTo>
                    <a:pt x="2344404" y="3663546"/>
                  </a:lnTo>
                  <a:lnTo>
                    <a:pt x="2344404" y="3662922"/>
                  </a:lnTo>
                  <a:lnTo>
                    <a:pt x="2344549" y="3662922"/>
                  </a:lnTo>
                  <a:lnTo>
                    <a:pt x="2344695" y="3662922"/>
                  </a:lnTo>
                  <a:lnTo>
                    <a:pt x="2344840" y="3662922"/>
                  </a:lnTo>
                  <a:lnTo>
                    <a:pt x="2344986" y="3662922"/>
                  </a:lnTo>
                  <a:lnTo>
                    <a:pt x="2345131" y="3662922"/>
                  </a:lnTo>
                  <a:lnTo>
                    <a:pt x="2345276" y="3662922"/>
                  </a:lnTo>
                  <a:lnTo>
                    <a:pt x="2345276" y="3662298"/>
                  </a:lnTo>
                  <a:lnTo>
                    <a:pt x="2345276" y="3661675"/>
                  </a:lnTo>
                  <a:lnTo>
                    <a:pt x="2345422" y="3661675"/>
                  </a:lnTo>
                  <a:lnTo>
                    <a:pt x="2345422" y="3661051"/>
                  </a:lnTo>
                  <a:lnTo>
                    <a:pt x="2345422" y="3660428"/>
                  </a:lnTo>
                  <a:lnTo>
                    <a:pt x="2345422" y="3659804"/>
                  </a:lnTo>
                  <a:lnTo>
                    <a:pt x="2345567" y="3659804"/>
                  </a:lnTo>
                  <a:lnTo>
                    <a:pt x="2345567" y="3659181"/>
                  </a:lnTo>
                  <a:lnTo>
                    <a:pt x="2345713" y="3659181"/>
                  </a:lnTo>
                  <a:lnTo>
                    <a:pt x="2345858" y="3659181"/>
                  </a:lnTo>
                  <a:lnTo>
                    <a:pt x="2346004" y="3659181"/>
                  </a:lnTo>
                  <a:lnTo>
                    <a:pt x="2346149" y="3659181"/>
                  </a:lnTo>
                  <a:lnTo>
                    <a:pt x="2346294" y="3659181"/>
                  </a:lnTo>
                  <a:lnTo>
                    <a:pt x="2346440" y="3659181"/>
                  </a:lnTo>
                  <a:lnTo>
                    <a:pt x="2346585" y="3659181"/>
                  </a:lnTo>
                  <a:lnTo>
                    <a:pt x="2346585" y="3658557"/>
                  </a:lnTo>
                  <a:lnTo>
                    <a:pt x="2346731" y="3658557"/>
                  </a:lnTo>
                  <a:lnTo>
                    <a:pt x="2346876" y="3658557"/>
                  </a:lnTo>
                  <a:lnTo>
                    <a:pt x="2347022" y="3658557"/>
                  </a:lnTo>
                  <a:lnTo>
                    <a:pt x="2347167" y="3658557"/>
                  </a:lnTo>
                  <a:lnTo>
                    <a:pt x="2347312" y="3658557"/>
                  </a:lnTo>
                  <a:lnTo>
                    <a:pt x="2347312" y="3657933"/>
                  </a:lnTo>
                  <a:lnTo>
                    <a:pt x="2347458" y="3657933"/>
                  </a:lnTo>
                  <a:lnTo>
                    <a:pt x="2347603" y="3657933"/>
                  </a:lnTo>
                  <a:lnTo>
                    <a:pt x="2347749" y="3657933"/>
                  </a:lnTo>
                  <a:lnTo>
                    <a:pt x="2347894" y="3657933"/>
                  </a:lnTo>
                  <a:lnTo>
                    <a:pt x="2348040" y="3657933"/>
                  </a:lnTo>
                  <a:lnTo>
                    <a:pt x="2348185" y="3657933"/>
                  </a:lnTo>
                  <a:lnTo>
                    <a:pt x="2348330" y="3657933"/>
                  </a:lnTo>
                  <a:lnTo>
                    <a:pt x="2348476" y="3657933"/>
                  </a:lnTo>
                  <a:lnTo>
                    <a:pt x="2348621" y="3657933"/>
                  </a:lnTo>
                  <a:lnTo>
                    <a:pt x="2348767" y="3657933"/>
                  </a:lnTo>
                  <a:lnTo>
                    <a:pt x="2348912" y="3657933"/>
                  </a:lnTo>
                  <a:lnTo>
                    <a:pt x="2349058" y="3657933"/>
                  </a:lnTo>
                  <a:lnTo>
                    <a:pt x="2349203" y="3657933"/>
                  </a:lnTo>
                  <a:lnTo>
                    <a:pt x="2349348" y="3657933"/>
                  </a:lnTo>
                  <a:lnTo>
                    <a:pt x="2349494" y="3657933"/>
                  </a:lnTo>
                  <a:lnTo>
                    <a:pt x="2349494" y="3657310"/>
                  </a:lnTo>
                  <a:lnTo>
                    <a:pt x="2349639" y="3657310"/>
                  </a:lnTo>
                  <a:lnTo>
                    <a:pt x="2349785" y="3657310"/>
                  </a:lnTo>
                  <a:lnTo>
                    <a:pt x="2349930" y="3657310"/>
                  </a:lnTo>
                  <a:lnTo>
                    <a:pt x="2350075" y="3657310"/>
                  </a:lnTo>
                  <a:lnTo>
                    <a:pt x="2350221" y="3657310"/>
                  </a:lnTo>
                  <a:lnTo>
                    <a:pt x="2350366" y="3657310"/>
                  </a:lnTo>
                  <a:lnTo>
                    <a:pt x="2350512" y="3657310"/>
                  </a:lnTo>
                  <a:lnTo>
                    <a:pt x="2350657" y="3657310"/>
                  </a:lnTo>
                  <a:lnTo>
                    <a:pt x="2350803" y="3657310"/>
                  </a:lnTo>
                  <a:lnTo>
                    <a:pt x="2350803" y="3656686"/>
                  </a:lnTo>
                  <a:lnTo>
                    <a:pt x="2350803" y="3656063"/>
                  </a:lnTo>
                  <a:lnTo>
                    <a:pt x="2350803" y="3655439"/>
                  </a:lnTo>
                  <a:lnTo>
                    <a:pt x="2350803" y="3654815"/>
                  </a:lnTo>
                  <a:lnTo>
                    <a:pt x="2350948" y="3654815"/>
                  </a:lnTo>
                  <a:lnTo>
                    <a:pt x="2350948" y="3654192"/>
                  </a:lnTo>
                  <a:lnTo>
                    <a:pt x="2351093" y="3654192"/>
                  </a:lnTo>
                  <a:lnTo>
                    <a:pt x="2351239" y="3654192"/>
                  </a:lnTo>
                  <a:lnTo>
                    <a:pt x="2351384" y="3654192"/>
                  </a:lnTo>
                  <a:lnTo>
                    <a:pt x="2351530" y="3654192"/>
                  </a:lnTo>
                  <a:lnTo>
                    <a:pt x="2351530" y="3653568"/>
                  </a:lnTo>
                  <a:lnTo>
                    <a:pt x="2351675" y="3653568"/>
                  </a:lnTo>
                  <a:lnTo>
                    <a:pt x="2351821" y="3653568"/>
                  </a:lnTo>
                  <a:lnTo>
                    <a:pt x="2351966" y="3653568"/>
                  </a:lnTo>
                  <a:lnTo>
                    <a:pt x="2352111" y="3653568"/>
                  </a:lnTo>
                  <a:lnTo>
                    <a:pt x="2352257" y="3653568"/>
                  </a:lnTo>
                  <a:lnTo>
                    <a:pt x="2352402" y="3653568"/>
                  </a:lnTo>
                  <a:lnTo>
                    <a:pt x="2352402" y="3652945"/>
                  </a:lnTo>
                  <a:lnTo>
                    <a:pt x="2352548" y="3652945"/>
                  </a:lnTo>
                  <a:lnTo>
                    <a:pt x="2352693" y="3652945"/>
                  </a:lnTo>
                  <a:lnTo>
                    <a:pt x="2352839" y="3652945"/>
                  </a:lnTo>
                  <a:lnTo>
                    <a:pt x="2352984" y="3652945"/>
                  </a:lnTo>
                  <a:lnTo>
                    <a:pt x="2353129" y="3652945"/>
                  </a:lnTo>
                  <a:lnTo>
                    <a:pt x="2353275" y="3652945"/>
                  </a:lnTo>
                  <a:lnTo>
                    <a:pt x="2353275" y="3652321"/>
                  </a:lnTo>
                  <a:lnTo>
                    <a:pt x="2353420" y="3652321"/>
                  </a:lnTo>
                  <a:lnTo>
                    <a:pt x="2353420" y="3651698"/>
                  </a:lnTo>
                  <a:lnTo>
                    <a:pt x="2353566" y="3651698"/>
                  </a:lnTo>
                  <a:lnTo>
                    <a:pt x="2353711" y="3651698"/>
                  </a:lnTo>
                  <a:lnTo>
                    <a:pt x="2353857" y="3651698"/>
                  </a:lnTo>
                  <a:lnTo>
                    <a:pt x="2354002" y="3651698"/>
                  </a:lnTo>
                  <a:lnTo>
                    <a:pt x="2354147" y="3651698"/>
                  </a:lnTo>
                  <a:lnTo>
                    <a:pt x="2354293" y="3651698"/>
                  </a:lnTo>
                  <a:lnTo>
                    <a:pt x="2354438" y="3651698"/>
                  </a:lnTo>
                  <a:lnTo>
                    <a:pt x="2354584" y="3651698"/>
                  </a:lnTo>
                  <a:lnTo>
                    <a:pt x="2354729" y="3651698"/>
                  </a:lnTo>
                  <a:lnTo>
                    <a:pt x="2354729" y="3651074"/>
                  </a:lnTo>
                  <a:lnTo>
                    <a:pt x="2354875" y="3651074"/>
                  </a:lnTo>
                  <a:lnTo>
                    <a:pt x="2355020" y="3651074"/>
                  </a:lnTo>
                  <a:lnTo>
                    <a:pt x="2355165" y="3651074"/>
                  </a:lnTo>
                  <a:lnTo>
                    <a:pt x="2355165" y="3650450"/>
                  </a:lnTo>
                  <a:lnTo>
                    <a:pt x="2355165" y="3649827"/>
                  </a:lnTo>
                  <a:lnTo>
                    <a:pt x="2355311" y="3649827"/>
                  </a:lnTo>
                  <a:lnTo>
                    <a:pt x="2355456" y="3649827"/>
                  </a:lnTo>
                  <a:lnTo>
                    <a:pt x="2355602" y="3649827"/>
                  </a:lnTo>
                  <a:lnTo>
                    <a:pt x="2355747" y="3649827"/>
                  </a:lnTo>
                  <a:lnTo>
                    <a:pt x="2355893" y="3649827"/>
                  </a:lnTo>
                  <a:lnTo>
                    <a:pt x="2356038" y="3649827"/>
                  </a:lnTo>
                  <a:lnTo>
                    <a:pt x="2356183" y="3649827"/>
                  </a:lnTo>
                  <a:lnTo>
                    <a:pt x="2356183" y="3649203"/>
                  </a:lnTo>
                  <a:lnTo>
                    <a:pt x="2356329" y="3649203"/>
                  </a:lnTo>
                  <a:lnTo>
                    <a:pt x="2356474" y="3649203"/>
                  </a:lnTo>
                  <a:lnTo>
                    <a:pt x="2356620" y="3649203"/>
                  </a:lnTo>
                  <a:lnTo>
                    <a:pt x="2356765" y="3649203"/>
                  </a:lnTo>
                  <a:lnTo>
                    <a:pt x="2356910" y="3649203"/>
                  </a:lnTo>
                  <a:lnTo>
                    <a:pt x="2357056" y="3649203"/>
                  </a:lnTo>
                  <a:lnTo>
                    <a:pt x="2357056" y="3648580"/>
                  </a:lnTo>
                  <a:lnTo>
                    <a:pt x="2357056" y="3647956"/>
                  </a:lnTo>
                  <a:lnTo>
                    <a:pt x="2357201" y="3647956"/>
                  </a:lnTo>
                  <a:lnTo>
                    <a:pt x="2357347" y="3647956"/>
                  </a:lnTo>
                  <a:lnTo>
                    <a:pt x="2357492" y="3647956"/>
                  </a:lnTo>
                  <a:lnTo>
                    <a:pt x="2357638" y="3647956"/>
                  </a:lnTo>
                  <a:lnTo>
                    <a:pt x="2357783" y="3647956"/>
                  </a:lnTo>
                  <a:lnTo>
                    <a:pt x="2357928" y="3647956"/>
                  </a:lnTo>
                  <a:lnTo>
                    <a:pt x="2358074" y="3647956"/>
                  </a:lnTo>
                  <a:lnTo>
                    <a:pt x="2358219" y="3647956"/>
                  </a:lnTo>
                  <a:lnTo>
                    <a:pt x="2358365" y="3647956"/>
                  </a:lnTo>
                  <a:lnTo>
                    <a:pt x="2358510" y="3647956"/>
                  </a:lnTo>
                  <a:lnTo>
                    <a:pt x="2358510" y="3647332"/>
                  </a:lnTo>
                  <a:lnTo>
                    <a:pt x="2358656" y="3647332"/>
                  </a:lnTo>
                  <a:lnTo>
                    <a:pt x="2358801" y="3647332"/>
                  </a:lnTo>
                  <a:lnTo>
                    <a:pt x="2358946" y="3647332"/>
                  </a:lnTo>
                  <a:lnTo>
                    <a:pt x="2359092" y="3647332"/>
                  </a:lnTo>
                  <a:lnTo>
                    <a:pt x="2359237" y="3647332"/>
                  </a:lnTo>
                  <a:lnTo>
                    <a:pt x="2359383" y="3647332"/>
                  </a:lnTo>
                  <a:lnTo>
                    <a:pt x="2359528" y="3647332"/>
                  </a:lnTo>
                  <a:lnTo>
                    <a:pt x="2359674" y="3647332"/>
                  </a:lnTo>
                  <a:lnTo>
                    <a:pt x="2359819" y="3647332"/>
                  </a:lnTo>
                  <a:lnTo>
                    <a:pt x="2359819" y="3646709"/>
                  </a:lnTo>
                  <a:lnTo>
                    <a:pt x="2359964" y="3646709"/>
                  </a:lnTo>
                  <a:lnTo>
                    <a:pt x="2359964" y="3646085"/>
                  </a:lnTo>
                  <a:lnTo>
                    <a:pt x="2360110" y="3646085"/>
                  </a:lnTo>
                  <a:lnTo>
                    <a:pt x="2360110" y="3645462"/>
                  </a:lnTo>
                  <a:lnTo>
                    <a:pt x="2360255" y="3645462"/>
                  </a:lnTo>
                  <a:lnTo>
                    <a:pt x="2360401" y="3645462"/>
                  </a:lnTo>
                  <a:lnTo>
                    <a:pt x="2360546" y="3645462"/>
                  </a:lnTo>
                  <a:lnTo>
                    <a:pt x="2360692" y="3645462"/>
                  </a:lnTo>
                  <a:lnTo>
                    <a:pt x="2360837" y="3645462"/>
                  </a:lnTo>
                  <a:lnTo>
                    <a:pt x="2360982" y="3645462"/>
                  </a:lnTo>
                  <a:lnTo>
                    <a:pt x="2360982" y="3644838"/>
                  </a:lnTo>
                  <a:lnTo>
                    <a:pt x="2360982" y="3644215"/>
                  </a:lnTo>
                  <a:lnTo>
                    <a:pt x="2361128" y="3644215"/>
                  </a:lnTo>
                  <a:lnTo>
                    <a:pt x="2361273" y="3644215"/>
                  </a:lnTo>
                  <a:lnTo>
                    <a:pt x="2361419" y="3644215"/>
                  </a:lnTo>
                  <a:lnTo>
                    <a:pt x="2361564" y="3644215"/>
                  </a:lnTo>
                  <a:lnTo>
                    <a:pt x="2361710" y="3644215"/>
                  </a:lnTo>
                  <a:lnTo>
                    <a:pt x="2361855" y="3644215"/>
                  </a:lnTo>
                  <a:lnTo>
                    <a:pt x="2361855" y="3643591"/>
                  </a:lnTo>
                  <a:lnTo>
                    <a:pt x="2361855" y="3642967"/>
                  </a:lnTo>
                  <a:lnTo>
                    <a:pt x="2362000" y="3642967"/>
                  </a:lnTo>
                  <a:lnTo>
                    <a:pt x="2362146" y="3642967"/>
                  </a:lnTo>
                  <a:lnTo>
                    <a:pt x="2362146" y="3642344"/>
                  </a:lnTo>
                  <a:lnTo>
                    <a:pt x="2362291" y="3642344"/>
                  </a:lnTo>
                  <a:lnTo>
                    <a:pt x="2362437" y="3642344"/>
                  </a:lnTo>
                  <a:lnTo>
                    <a:pt x="2362582" y="3642344"/>
                  </a:lnTo>
                  <a:lnTo>
                    <a:pt x="2362728" y="3642344"/>
                  </a:lnTo>
                  <a:lnTo>
                    <a:pt x="2362728" y="3641720"/>
                  </a:lnTo>
                  <a:lnTo>
                    <a:pt x="2362873" y="3641720"/>
                  </a:lnTo>
                  <a:lnTo>
                    <a:pt x="2363018" y="3641720"/>
                  </a:lnTo>
                  <a:lnTo>
                    <a:pt x="2363164" y="3641720"/>
                  </a:lnTo>
                  <a:lnTo>
                    <a:pt x="2363309" y="3641720"/>
                  </a:lnTo>
                  <a:lnTo>
                    <a:pt x="2363455" y="3641720"/>
                  </a:lnTo>
                  <a:lnTo>
                    <a:pt x="2363600" y="3641720"/>
                  </a:lnTo>
                  <a:lnTo>
                    <a:pt x="2363600" y="3641097"/>
                  </a:lnTo>
                  <a:lnTo>
                    <a:pt x="2363745" y="3641097"/>
                  </a:lnTo>
                  <a:lnTo>
                    <a:pt x="2363891" y="3641097"/>
                  </a:lnTo>
                  <a:lnTo>
                    <a:pt x="2364036" y="3641097"/>
                  </a:lnTo>
                  <a:lnTo>
                    <a:pt x="2364182" y="3641097"/>
                  </a:lnTo>
                  <a:lnTo>
                    <a:pt x="2364182" y="3640473"/>
                  </a:lnTo>
                  <a:lnTo>
                    <a:pt x="2364327" y="3640473"/>
                  </a:lnTo>
                  <a:lnTo>
                    <a:pt x="2364473" y="3640473"/>
                  </a:lnTo>
                  <a:lnTo>
                    <a:pt x="2364618" y="3640473"/>
                  </a:lnTo>
                  <a:lnTo>
                    <a:pt x="2364763" y="3640473"/>
                  </a:lnTo>
                  <a:lnTo>
                    <a:pt x="2364909" y="3640473"/>
                  </a:lnTo>
                  <a:lnTo>
                    <a:pt x="2365054" y="3640473"/>
                  </a:lnTo>
                  <a:lnTo>
                    <a:pt x="2365200" y="3640473"/>
                  </a:lnTo>
                  <a:lnTo>
                    <a:pt x="2365345" y="3640473"/>
                  </a:lnTo>
                  <a:lnTo>
                    <a:pt x="2365345" y="3639849"/>
                  </a:lnTo>
                  <a:lnTo>
                    <a:pt x="2365491" y="3639849"/>
                  </a:lnTo>
                  <a:lnTo>
                    <a:pt x="2365636" y="3639849"/>
                  </a:lnTo>
                  <a:lnTo>
                    <a:pt x="2365781" y="3639849"/>
                  </a:lnTo>
                  <a:lnTo>
                    <a:pt x="2365927" y="3639849"/>
                  </a:lnTo>
                  <a:lnTo>
                    <a:pt x="2366072" y="3639849"/>
                  </a:lnTo>
                  <a:lnTo>
                    <a:pt x="2366218" y="3639849"/>
                  </a:lnTo>
                  <a:lnTo>
                    <a:pt x="2366363" y="3639849"/>
                  </a:lnTo>
                  <a:lnTo>
                    <a:pt x="2366509" y="3639849"/>
                  </a:lnTo>
                  <a:lnTo>
                    <a:pt x="2366654" y="3639849"/>
                  </a:lnTo>
                  <a:lnTo>
                    <a:pt x="2366799" y="3639849"/>
                  </a:lnTo>
                  <a:lnTo>
                    <a:pt x="2366945" y="3639849"/>
                  </a:lnTo>
                  <a:lnTo>
                    <a:pt x="2367090" y="3639849"/>
                  </a:lnTo>
                  <a:lnTo>
                    <a:pt x="2367236" y="3639849"/>
                  </a:lnTo>
                  <a:lnTo>
                    <a:pt x="2367381" y="3639849"/>
                  </a:lnTo>
                  <a:lnTo>
                    <a:pt x="2367527" y="3639849"/>
                  </a:lnTo>
                  <a:lnTo>
                    <a:pt x="2367672" y="3639849"/>
                  </a:lnTo>
                  <a:lnTo>
                    <a:pt x="2367817" y="3639849"/>
                  </a:lnTo>
                  <a:lnTo>
                    <a:pt x="2367963" y="3639849"/>
                  </a:lnTo>
                  <a:lnTo>
                    <a:pt x="2368108" y="3639849"/>
                  </a:lnTo>
                  <a:lnTo>
                    <a:pt x="2368254" y="3639849"/>
                  </a:lnTo>
                  <a:lnTo>
                    <a:pt x="2368254" y="3639226"/>
                  </a:lnTo>
                  <a:lnTo>
                    <a:pt x="2368254" y="3638602"/>
                  </a:lnTo>
                  <a:lnTo>
                    <a:pt x="2368399" y="3638602"/>
                  </a:lnTo>
                  <a:lnTo>
                    <a:pt x="2368545" y="3638602"/>
                  </a:lnTo>
                  <a:lnTo>
                    <a:pt x="2368690" y="3638602"/>
                  </a:lnTo>
                  <a:lnTo>
                    <a:pt x="2368835" y="3638602"/>
                  </a:lnTo>
                  <a:lnTo>
                    <a:pt x="2368981" y="3638602"/>
                  </a:lnTo>
                  <a:lnTo>
                    <a:pt x="2369126" y="3638602"/>
                  </a:lnTo>
                  <a:lnTo>
                    <a:pt x="2369126" y="3637979"/>
                  </a:lnTo>
                  <a:lnTo>
                    <a:pt x="2369272" y="3637979"/>
                  </a:lnTo>
                  <a:lnTo>
                    <a:pt x="2369417" y="3637979"/>
                  </a:lnTo>
                  <a:lnTo>
                    <a:pt x="2369417" y="3637355"/>
                  </a:lnTo>
                  <a:lnTo>
                    <a:pt x="2369563" y="3637355"/>
                  </a:lnTo>
                  <a:lnTo>
                    <a:pt x="2369563" y="3636732"/>
                  </a:lnTo>
                  <a:lnTo>
                    <a:pt x="2369708" y="3636732"/>
                  </a:lnTo>
                  <a:lnTo>
                    <a:pt x="2369708" y="3636108"/>
                  </a:lnTo>
                  <a:lnTo>
                    <a:pt x="2369853" y="3636108"/>
                  </a:lnTo>
                  <a:lnTo>
                    <a:pt x="2369853" y="3635484"/>
                  </a:lnTo>
                  <a:lnTo>
                    <a:pt x="2369999" y="3635484"/>
                  </a:lnTo>
                  <a:lnTo>
                    <a:pt x="2370144" y="3635484"/>
                  </a:lnTo>
                  <a:lnTo>
                    <a:pt x="2370290" y="3635484"/>
                  </a:lnTo>
                  <a:lnTo>
                    <a:pt x="2370435" y="3635484"/>
                  </a:lnTo>
                  <a:lnTo>
                    <a:pt x="2370580" y="3635484"/>
                  </a:lnTo>
                  <a:lnTo>
                    <a:pt x="2370726" y="3635484"/>
                  </a:lnTo>
                  <a:lnTo>
                    <a:pt x="2370871" y="3635484"/>
                  </a:lnTo>
                  <a:lnTo>
                    <a:pt x="2371017" y="3635484"/>
                  </a:lnTo>
                  <a:lnTo>
                    <a:pt x="2371162" y="3635484"/>
                  </a:lnTo>
                  <a:lnTo>
                    <a:pt x="2371162" y="3634861"/>
                  </a:lnTo>
                  <a:lnTo>
                    <a:pt x="2371308" y="3634861"/>
                  </a:lnTo>
                  <a:lnTo>
                    <a:pt x="2371308" y="3634237"/>
                  </a:lnTo>
                  <a:lnTo>
                    <a:pt x="2371453" y="3634237"/>
                  </a:lnTo>
                  <a:lnTo>
                    <a:pt x="2371453" y="3633614"/>
                  </a:lnTo>
                  <a:lnTo>
                    <a:pt x="2371453" y="3632990"/>
                  </a:lnTo>
                  <a:lnTo>
                    <a:pt x="2371598" y="3632990"/>
                  </a:lnTo>
                  <a:lnTo>
                    <a:pt x="2371744" y="3632990"/>
                  </a:lnTo>
                  <a:lnTo>
                    <a:pt x="2371889" y="3632990"/>
                  </a:lnTo>
                  <a:lnTo>
                    <a:pt x="2372035" y="3632990"/>
                  </a:lnTo>
                  <a:lnTo>
                    <a:pt x="2372180" y="3632990"/>
                  </a:lnTo>
                  <a:lnTo>
                    <a:pt x="2372326" y="3632990"/>
                  </a:lnTo>
                  <a:lnTo>
                    <a:pt x="2372326" y="3632367"/>
                  </a:lnTo>
                  <a:lnTo>
                    <a:pt x="2372471" y="3632367"/>
                  </a:lnTo>
                  <a:lnTo>
                    <a:pt x="2372471" y="3631743"/>
                  </a:lnTo>
                  <a:lnTo>
                    <a:pt x="2372616" y="3631743"/>
                  </a:lnTo>
                  <a:lnTo>
                    <a:pt x="2372762" y="3631743"/>
                  </a:lnTo>
                  <a:lnTo>
                    <a:pt x="2372907" y="3631743"/>
                  </a:lnTo>
                  <a:lnTo>
                    <a:pt x="2373053" y="3631743"/>
                  </a:lnTo>
                  <a:lnTo>
                    <a:pt x="2373198" y="3631743"/>
                  </a:lnTo>
                  <a:lnTo>
                    <a:pt x="2373198" y="3631119"/>
                  </a:lnTo>
                  <a:lnTo>
                    <a:pt x="2373344" y="3631119"/>
                  </a:lnTo>
                  <a:lnTo>
                    <a:pt x="2373344" y="3630496"/>
                  </a:lnTo>
                  <a:lnTo>
                    <a:pt x="2373489" y="3630496"/>
                  </a:lnTo>
                  <a:lnTo>
                    <a:pt x="2373634" y="3630496"/>
                  </a:lnTo>
                  <a:lnTo>
                    <a:pt x="2373780" y="3630496"/>
                  </a:lnTo>
                  <a:lnTo>
                    <a:pt x="2373925" y="3630496"/>
                  </a:lnTo>
                  <a:lnTo>
                    <a:pt x="2374071" y="3630496"/>
                  </a:lnTo>
                  <a:lnTo>
                    <a:pt x="2374216" y="3630496"/>
                  </a:lnTo>
                  <a:lnTo>
                    <a:pt x="2374216" y="3629872"/>
                  </a:lnTo>
                  <a:lnTo>
                    <a:pt x="2374362" y="3629872"/>
                  </a:lnTo>
                  <a:lnTo>
                    <a:pt x="2374507" y="3629872"/>
                  </a:lnTo>
                  <a:lnTo>
                    <a:pt x="2374652" y="3629872"/>
                  </a:lnTo>
                  <a:lnTo>
                    <a:pt x="2374798" y="3629872"/>
                  </a:lnTo>
                  <a:lnTo>
                    <a:pt x="2374943" y="3629872"/>
                  </a:lnTo>
                  <a:lnTo>
                    <a:pt x="2375089" y="3629872"/>
                  </a:lnTo>
                  <a:lnTo>
                    <a:pt x="2375234" y="3629872"/>
                  </a:lnTo>
                  <a:lnTo>
                    <a:pt x="2375380" y="3629872"/>
                  </a:lnTo>
                  <a:lnTo>
                    <a:pt x="2375525" y="3629872"/>
                  </a:lnTo>
                  <a:lnTo>
                    <a:pt x="2375670" y="3629872"/>
                  </a:lnTo>
                  <a:lnTo>
                    <a:pt x="2375816" y="3629872"/>
                  </a:lnTo>
                  <a:lnTo>
                    <a:pt x="2375961" y="3629872"/>
                  </a:lnTo>
                  <a:lnTo>
                    <a:pt x="2376107" y="3629872"/>
                  </a:lnTo>
                  <a:lnTo>
                    <a:pt x="2376252" y="3629872"/>
                  </a:lnTo>
                  <a:lnTo>
                    <a:pt x="2376398" y="3629872"/>
                  </a:lnTo>
                  <a:lnTo>
                    <a:pt x="2376398" y="3629249"/>
                  </a:lnTo>
                  <a:lnTo>
                    <a:pt x="2376543" y="3629249"/>
                  </a:lnTo>
                  <a:lnTo>
                    <a:pt x="2376688" y="3629249"/>
                  </a:lnTo>
                  <a:lnTo>
                    <a:pt x="2376834" y="3629249"/>
                  </a:lnTo>
                  <a:lnTo>
                    <a:pt x="2376979" y="3629249"/>
                  </a:lnTo>
                  <a:lnTo>
                    <a:pt x="2376979" y="3628625"/>
                  </a:lnTo>
                  <a:lnTo>
                    <a:pt x="2377125" y="3628625"/>
                  </a:lnTo>
                  <a:lnTo>
                    <a:pt x="2377125" y="3628001"/>
                  </a:lnTo>
                  <a:lnTo>
                    <a:pt x="2377270" y="3628001"/>
                  </a:lnTo>
                  <a:lnTo>
                    <a:pt x="2377415" y="3628001"/>
                  </a:lnTo>
                  <a:lnTo>
                    <a:pt x="2377561" y="3628001"/>
                  </a:lnTo>
                  <a:lnTo>
                    <a:pt x="2377706" y="3628001"/>
                  </a:lnTo>
                  <a:lnTo>
                    <a:pt x="2377852" y="3628001"/>
                  </a:lnTo>
                  <a:lnTo>
                    <a:pt x="2377997" y="3628001"/>
                  </a:lnTo>
                  <a:lnTo>
                    <a:pt x="2377997" y="3627378"/>
                  </a:lnTo>
                  <a:lnTo>
                    <a:pt x="2378143" y="3627378"/>
                  </a:lnTo>
                  <a:lnTo>
                    <a:pt x="2378288" y="3627378"/>
                  </a:lnTo>
                  <a:lnTo>
                    <a:pt x="2378288" y="3626754"/>
                  </a:lnTo>
                  <a:lnTo>
                    <a:pt x="2378288" y="3626131"/>
                  </a:lnTo>
                  <a:lnTo>
                    <a:pt x="2378433" y="3626131"/>
                  </a:lnTo>
                  <a:lnTo>
                    <a:pt x="2378433" y="3625507"/>
                  </a:lnTo>
                  <a:lnTo>
                    <a:pt x="2378579" y="3625507"/>
                  </a:lnTo>
                  <a:lnTo>
                    <a:pt x="2378579" y="3624884"/>
                  </a:lnTo>
                  <a:lnTo>
                    <a:pt x="2378724" y="3624884"/>
                  </a:lnTo>
                  <a:lnTo>
                    <a:pt x="2378870" y="3624884"/>
                  </a:lnTo>
                  <a:lnTo>
                    <a:pt x="2379015" y="3624884"/>
                  </a:lnTo>
                  <a:lnTo>
                    <a:pt x="2379015" y="3624260"/>
                  </a:lnTo>
                  <a:lnTo>
                    <a:pt x="2379015" y="3623636"/>
                  </a:lnTo>
                  <a:lnTo>
                    <a:pt x="2379161" y="3623636"/>
                  </a:lnTo>
                  <a:lnTo>
                    <a:pt x="2379306" y="3623636"/>
                  </a:lnTo>
                  <a:lnTo>
                    <a:pt x="2379451" y="3623636"/>
                  </a:lnTo>
                  <a:lnTo>
                    <a:pt x="2379597" y="3623636"/>
                  </a:lnTo>
                  <a:lnTo>
                    <a:pt x="2379742" y="3623636"/>
                  </a:lnTo>
                  <a:lnTo>
                    <a:pt x="2379888" y="3623636"/>
                  </a:lnTo>
                  <a:lnTo>
                    <a:pt x="2379888" y="3623013"/>
                  </a:lnTo>
                  <a:lnTo>
                    <a:pt x="2380033" y="3623013"/>
                  </a:lnTo>
                  <a:lnTo>
                    <a:pt x="2380033" y="3622389"/>
                  </a:lnTo>
                  <a:lnTo>
                    <a:pt x="2380179" y="3622389"/>
                  </a:lnTo>
                  <a:lnTo>
                    <a:pt x="2380324" y="3622389"/>
                  </a:lnTo>
                  <a:lnTo>
                    <a:pt x="2380469" y="3622389"/>
                  </a:lnTo>
                  <a:lnTo>
                    <a:pt x="2380615" y="3622389"/>
                  </a:lnTo>
                  <a:lnTo>
                    <a:pt x="2380760" y="3622389"/>
                  </a:lnTo>
                  <a:lnTo>
                    <a:pt x="2380906" y="3622389"/>
                  </a:lnTo>
                  <a:lnTo>
                    <a:pt x="2380906" y="3621766"/>
                  </a:lnTo>
                  <a:lnTo>
                    <a:pt x="2381051" y="3621766"/>
                  </a:lnTo>
                  <a:lnTo>
                    <a:pt x="2381051" y="3621142"/>
                  </a:lnTo>
                  <a:lnTo>
                    <a:pt x="2381197" y="3621142"/>
                  </a:lnTo>
                  <a:lnTo>
                    <a:pt x="2381197" y="3620518"/>
                  </a:lnTo>
                  <a:lnTo>
                    <a:pt x="2381197" y="3619895"/>
                  </a:lnTo>
                  <a:lnTo>
                    <a:pt x="2381342" y="3619895"/>
                  </a:lnTo>
                  <a:lnTo>
                    <a:pt x="2381487" y="3619895"/>
                  </a:lnTo>
                  <a:lnTo>
                    <a:pt x="2381633" y="3619895"/>
                  </a:lnTo>
                  <a:lnTo>
                    <a:pt x="2381778" y="3619895"/>
                  </a:lnTo>
                  <a:lnTo>
                    <a:pt x="2381924" y="3619895"/>
                  </a:lnTo>
                  <a:lnTo>
                    <a:pt x="2382069" y="3619895"/>
                  </a:lnTo>
                  <a:lnTo>
                    <a:pt x="2382215" y="3619895"/>
                  </a:lnTo>
                  <a:lnTo>
                    <a:pt x="2382360" y="3619895"/>
                  </a:lnTo>
                  <a:lnTo>
                    <a:pt x="2382505" y="3619895"/>
                  </a:lnTo>
                  <a:lnTo>
                    <a:pt x="2382651" y="3619895"/>
                  </a:lnTo>
                  <a:lnTo>
                    <a:pt x="2382796" y="3619895"/>
                  </a:lnTo>
                  <a:lnTo>
                    <a:pt x="2382942" y="3619895"/>
                  </a:lnTo>
                  <a:lnTo>
                    <a:pt x="2382942" y="3619271"/>
                  </a:lnTo>
                  <a:lnTo>
                    <a:pt x="2383087" y="3619271"/>
                  </a:lnTo>
                  <a:lnTo>
                    <a:pt x="2383233" y="3619271"/>
                  </a:lnTo>
                  <a:lnTo>
                    <a:pt x="2383378" y="3619271"/>
                  </a:lnTo>
                  <a:lnTo>
                    <a:pt x="2383523" y="3619271"/>
                  </a:lnTo>
                  <a:lnTo>
                    <a:pt x="2383669" y="3619271"/>
                  </a:lnTo>
                  <a:lnTo>
                    <a:pt x="2383669" y="3618648"/>
                  </a:lnTo>
                  <a:lnTo>
                    <a:pt x="2383669" y="3618024"/>
                  </a:lnTo>
                  <a:lnTo>
                    <a:pt x="2383814" y="3618024"/>
                  </a:lnTo>
                  <a:lnTo>
                    <a:pt x="2383960" y="3618024"/>
                  </a:lnTo>
                  <a:lnTo>
                    <a:pt x="2383960" y="3617401"/>
                  </a:lnTo>
                  <a:lnTo>
                    <a:pt x="2383960" y="3616777"/>
                  </a:lnTo>
                  <a:lnTo>
                    <a:pt x="2384105" y="3616777"/>
                  </a:lnTo>
                  <a:lnTo>
                    <a:pt x="2384250" y="3616777"/>
                  </a:lnTo>
                  <a:lnTo>
                    <a:pt x="2384396" y="3616777"/>
                  </a:lnTo>
                  <a:lnTo>
                    <a:pt x="2384541" y="3616777"/>
                  </a:lnTo>
                  <a:lnTo>
                    <a:pt x="2384687" y="3616777"/>
                  </a:lnTo>
                  <a:lnTo>
                    <a:pt x="2384687" y="3616153"/>
                  </a:lnTo>
                  <a:lnTo>
                    <a:pt x="2384832" y="3616153"/>
                  </a:lnTo>
                  <a:lnTo>
                    <a:pt x="2384978" y="3616153"/>
                  </a:lnTo>
                  <a:lnTo>
                    <a:pt x="2384978" y="3615530"/>
                  </a:lnTo>
                  <a:lnTo>
                    <a:pt x="2385123" y="3615530"/>
                  </a:lnTo>
                  <a:lnTo>
                    <a:pt x="2385268" y="3615530"/>
                  </a:lnTo>
                  <a:lnTo>
                    <a:pt x="2385414" y="3615530"/>
                  </a:lnTo>
                  <a:lnTo>
                    <a:pt x="2385559" y="3615530"/>
                  </a:lnTo>
                  <a:lnTo>
                    <a:pt x="2385705" y="3615530"/>
                  </a:lnTo>
                  <a:lnTo>
                    <a:pt x="2385850" y="3615530"/>
                  </a:lnTo>
                  <a:lnTo>
                    <a:pt x="2385996" y="3615530"/>
                  </a:lnTo>
                  <a:lnTo>
                    <a:pt x="2386141" y="3615530"/>
                  </a:lnTo>
                  <a:lnTo>
                    <a:pt x="2386286" y="3615530"/>
                  </a:lnTo>
                  <a:lnTo>
                    <a:pt x="2386432" y="3615530"/>
                  </a:lnTo>
                  <a:lnTo>
                    <a:pt x="2386577" y="3615530"/>
                  </a:lnTo>
                  <a:lnTo>
                    <a:pt x="2386723" y="3615530"/>
                  </a:lnTo>
                  <a:lnTo>
                    <a:pt x="2386868" y="3615530"/>
                  </a:lnTo>
                  <a:lnTo>
                    <a:pt x="2387014" y="3615530"/>
                  </a:lnTo>
                  <a:lnTo>
                    <a:pt x="2387159" y="3615530"/>
                  </a:lnTo>
                  <a:lnTo>
                    <a:pt x="2387304" y="3615530"/>
                  </a:lnTo>
                  <a:lnTo>
                    <a:pt x="2387450" y="3615530"/>
                  </a:lnTo>
                  <a:lnTo>
                    <a:pt x="2387595" y="3615530"/>
                  </a:lnTo>
                  <a:lnTo>
                    <a:pt x="2387741" y="3615530"/>
                  </a:lnTo>
                  <a:lnTo>
                    <a:pt x="2387741" y="3614906"/>
                  </a:lnTo>
                  <a:lnTo>
                    <a:pt x="2387886" y="3614906"/>
                  </a:lnTo>
                  <a:lnTo>
                    <a:pt x="2387886" y="3614283"/>
                  </a:lnTo>
                  <a:lnTo>
                    <a:pt x="2388032" y="3614283"/>
                  </a:lnTo>
                  <a:lnTo>
                    <a:pt x="2388177" y="3614283"/>
                  </a:lnTo>
                  <a:lnTo>
                    <a:pt x="2388322" y="3614283"/>
                  </a:lnTo>
                  <a:lnTo>
                    <a:pt x="2388468" y="3614283"/>
                  </a:lnTo>
                  <a:lnTo>
                    <a:pt x="2388613" y="3614283"/>
                  </a:lnTo>
                  <a:lnTo>
                    <a:pt x="2388759" y="3614283"/>
                  </a:lnTo>
                  <a:lnTo>
                    <a:pt x="2388759" y="3613659"/>
                  </a:lnTo>
                  <a:lnTo>
                    <a:pt x="2388904" y="3613659"/>
                  </a:lnTo>
                  <a:lnTo>
                    <a:pt x="2389050" y="3613659"/>
                  </a:lnTo>
                  <a:lnTo>
                    <a:pt x="2389195" y="3613659"/>
                  </a:lnTo>
                  <a:lnTo>
                    <a:pt x="2389340" y="3613659"/>
                  </a:lnTo>
                  <a:lnTo>
                    <a:pt x="2389486" y="3613659"/>
                  </a:lnTo>
                  <a:lnTo>
                    <a:pt x="2389631" y="3613659"/>
                  </a:lnTo>
                  <a:lnTo>
                    <a:pt x="2389777" y="3613659"/>
                  </a:lnTo>
                  <a:lnTo>
                    <a:pt x="2389922" y="3613659"/>
                  </a:lnTo>
                  <a:lnTo>
                    <a:pt x="2389922" y="3613035"/>
                  </a:lnTo>
                  <a:lnTo>
                    <a:pt x="2389922" y="3612412"/>
                  </a:lnTo>
                  <a:lnTo>
                    <a:pt x="2390068" y="3612412"/>
                  </a:lnTo>
                  <a:lnTo>
                    <a:pt x="2390213" y="3612412"/>
                  </a:lnTo>
                  <a:lnTo>
                    <a:pt x="2390358" y="3612412"/>
                  </a:lnTo>
                  <a:lnTo>
                    <a:pt x="2390504" y="3612412"/>
                  </a:lnTo>
                  <a:lnTo>
                    <a:pt x="2390649" y="3612412"/>
                  </a:lnTo>
                  <a:lnTo>
                    <a:pt x="2390795" y="3612412"/>
                  </a:lnTo>
                  <a:lnTo>
                    <a:pt x="2390940" y="3612412"/>
                  </a:lnTo>
                  <a:lnTo>
                    <a:pt x="2390940" y="3611788"/>
                  </a:lnTo>
                  <a:lnTo>
                    <a:pt x="2390940" y="3611165"/>
                  </a:lnTo>
                  <a:lnTo>
                    <a:pt x="2391085" y="3611165"/>
                  </a:lnTo>
                  <a:lnTo>
                    <a:pt x="2391231" y="3611165"/>
                  </a:lnTo>
                  <a:lnTo>
                    <a:pt x="2391231" y="3610541"/>
                  </a:lnTo>
                  <a:lnTo>
                    <a:pt x="2391231" y="3609918"/>
                  </a:lnTo>
                  <a:lnTo>
                    <a:pt x="2391376" y="3609918"/>
                  </a:lnTo>
                  <a:lnTo>
                    <a:pt x="2391522" y="3609918"/>
                  </a:lnTo>
                  <a:lnTo>
                    <a:pt x="2391667" y="3609918"/>
                  </a:lnTo>
                  <a:lnTo>
                    <a:pt x="2391813" y="3609918"/>
                  </a:lnTo>
                  <a:lnTo>
                    <a:pt x="2391958" y="3609918"/>
                  </a:lnTo>
                  <a:lnTo>
                    <a:pt x="2392103" y="3609918"/>
                  </a:lnTo>
                  <a:lnTo>
                    <a:pt x="2392249" y="3609918"/>
                  </a:lnTo>
                  <a:lnTo>
                    <a:pt x="2392394" y="3609918"/>
                  </a:lnTo>
                  <a:lnTo>
                    <a:pt x="2392540" y="3609918"/>
                  </a:lnTo>
                  <a:lnTo>
                    <a:pt x="2392685" y="3609918"/>
                  </a:lnTo>
                  <a:lnTo>
                    <a:pt x="2392831" y="3609918"/>
                  </a:lnTo>
                  <a:lnTo>
                    <a:pt x="2392976" y="3609918"/>
                  </a:lnTo>
                  <a:lnTo>
                    <a:pt x="2393121" y="3609918"/>
                  </a:lnTo>
                  <a:lnTo>
                    <a:pt x="2393121" y="3609294"/>
                  </a:lnTo>
                  <a:lnTo>
                    <a:pt x="2393267" y="3609294"/>
                  </a:lnTo>
                  <a:lnTo>
                    <a:pt x="2393412" y="3609294"/>
                  </a:lnTo>
                  <a:lnTo>
                    <a:pt x="2393558" y="3609294"/>
                  </a:lnTo>
                  <a:lnTo>
                    <a:pt x="2393703" y="3609294"/>
                  </a:lnTo>
                  <a:lnTo>
                    <a:pt x="2393849" y="3609294"/>
                  </a:lnTo>
                  <a:lnTo>
                    <a:pt x="2393849" y="3608670"/>
                  </a:lnTo>
                  <a:lnTo>
                    <a:pt x="2393994" y="3608670"/>
                  </a:lnTo>
                  <a:lnTo>
                    <a:pt x="2394139" y="3608670"/>
                  </a:lnTo>
                  <a:lnTo>
                    <a:pt x="2394285" y="3608670"/>
                  </a:lnTo>
                  <a:lnTo>
                    <a:pt x="2394430" y="3608670"/>
                  </a:lnTo>
                  <a:lnTo>
                    <a:pt x="2394576" y="3608670"/>
                  </a:lnTo>
                  <a:lnTo>
                    <a:pt x="2394721" y="3608670"/>
                  </a:lnTo>
                  <a:lnTo>
                    <a:pt x="2394867" y="3608670"/>
                  </a:lnTo>
                  <a:lnTo>
                    <a:pt x="2395012" y="3608670"/>
                  </a:lnTo>
                  <a:lnTo>
                    <a:pt x="2395012" y="3608047"/>
                  </a:lnTo>
                  <a:lnTo>
                    <a:pt x="2395157" y="3608047"/>
                  </a:lnTo>
                  <a:lnTo>
                    <a:pt x="2395303" y="3608047"/>
                  </a:lnTo>
                  <a:lnTo>
                    <a:pt x="2395448" y="3608047"/>
                  </a:lnTo>
                  <a:lnTo>
                    <a:pt x="2395594" y="3608047"/>
                  </a:lnTo>
                  <a:lnTo>
                    <a:pt x="2395739" y="3608047"/>
                  </a:lnTo>
                  <a:lnTo>
                    <a:pt x="2395885" y="3608047"/>
                  </a:lnTo>
                  <a:lnTo>
                    <a:pt x="2396030" y="3608047"/>
                  </a:lnTo>
                  <a:lnTo>
                    <a:pt x="2396175" y="3608047"/>
                  </a:lnTo>
                  <a:lnTo>
                    <a:pt x="2396321" y="3608047"/>
                  </a:lnTo>
                  <a:lnTo>
                    <a:pt x="2396466" y="3608047"/>
                  </a:lnTo>
                  <a:lnTo>
                    <a:pt x="2396612" y="3608047"/>
                  </a:lnTo>
                  <a:lnTo>
                    <a:pt x="2396757" y="3608047"/>
                  </a:lnTo>
                  <a:lnTo>
                    <a:pt x="2396902" y="3608047"/>
                  </a:lnTo>
                  <a:lnTo>
                    <a:pt x="2397048" y="3608047"/>
                  </a:lnTo>
                  <a:lnTo>
                    <a:pt x="2397193" y="3608047"/>
                  </a:lnTo>
                  <a:lnTo>
                    <a:pt x="2397339" y="3608047"/>
                  </a:lnTo>
                  <a:lnTo>
                    <a:pt x="2397339" y="3607423"/>
                  </a:lnTo>
                  <a:lnTo>
                    <a:pt x="2397484" y="3607423"/>
                  </a:lnTo>
                  <a:lnTo>
                    <a:pt x="2397630" y="3607423"/>
                  </a:lnTo>
                  <a:lnTo>
                    <a:pt x="2397775" y="3607423"/>
                  </a:lnTo>
                  <a:lnTo>
                    <a:pt x="2397920" y="3607423"/>
                  </a:lnTo>
                  <a:lnTo>
                    <a:pt x="2398066" y="3607423"/>
                  </a:lnTo>
                  <a:lnTo>
                    <a:pt x="2398211" y="3607423"/>
                  </a:lnTo>
                  <a:lnTo>
                    <a:pt x="2398357" y="3607423"/>
                  </a:lnTo>
                  <a:lnTo>
                    <a:pt x="2398502" y="3607423"/>
                  </a:lnTo>
                  <a:lnTo>
                    <a:pt x="2398648" y="3607423"/>
                  </a:lnTo>
                  <a:lnTo>
                    <a:pt x="2398793" y="3607423"/>
                  </a:lnTo>
                  <a:lnTo>
                    <a:pt x="2398793" y="3606800"/>
                  </a:lnTo>
                  <a:lnTo>
                    <a:pt x="2398938" y="3606800"/>
                  </a:lnTo>
                  <a:lnTo>
                    <a:pt x="2399084" y="3606800"/>
                  </a:lnTo>
                  <a:lnTo>
                    <a:pt x="2399229" y="3606800"/>
                  </a:lnTo>
                  <a:lnTo>
                    <a:pt x="2399375" y="3606800"/>
                  </a:lnTo>
                  <a:lnTo>
                    <a:pt x="2399520" y="3606800"/>
                  </a:lnTo>
                  <a:lnTo>
                    <a:pt x="2399666" y="3606800"/>
                  </a:lnTo>
                  <a:lnTo>
                    <a:pt x="2399811" y="3606800"/>
                  </a:lnTo>
                  <a:lnTo>
                    <a:pt x="2399956" y="3606800"/>
                  </a:lnTo>
                  <a:lnTo>
                    <a:pt x="2400102" y="3606800"/>
                  </a:lnTo>
                  <a:lnTo>
                    <a:pt x="2400247" y="3606800"/>
                  </a:lnTo>
                  <a:lnTo>
                    <a:pt x="2400393" y="3606800"/>
                  </a:lnTo>
                  <a:lnTo>
                    <a:pt x="2400538" y="3606800"/>
                  </a:lnTo>
                  <a:lnTo>
                    <a:pt x="2400684" y="3606800"/>
                  </a:lnTo>
                  <a:lnTo>
                    <a:pt x="2400829" y="3606800"/>
                  </a:lnTo>
                  <a:lnTo>
                    <a:pt x="2400974" y="3606800"/>
                  </a:lnTo>
                  <a:lnTo>
                    <a:pt x="2400974" y="3606176"/>
                  </a:lnTo>
                  <a:lnTo>
                    <a:pt x="2401120" y="3606176"/>
                  </a:lnTo>
                  <a:lnTo>
                    <a:pt x="2401265" y="3606176"/>
                  </a:lnTo>
                  <a:lnTo>
                    <a:pt x="2401265" y="3605552"/>
                  </a:lnTo>
                  <a:lnTo>
                    <a:pt x="2401411" y="3605552"/>
                  </a:lnTo>
                  <a:lnTo>
                    <a:pt x="2401556" y="3605552"/>
                  </a:lnTo>
                  <a:lnTo>
                    <a:pt x="2401702" y="3605552"/>
                  </a:lnTo>
                  <a:lnTo>
                    <a:pt x="2401847" y="3605552"/>
                  </a:lnTo>
                  <a:lnTo>
                    <a:pt x="2401992" y="3605552"/>
                  </a:lnTo>
                  <a:lnTo>
                    <a:pt x="2402138" y="3605552"/>
                  </a:lnTo>
                  <a:lnTo>
                    <a:pt x="2402283" y="3605552"/>
                  </a:lnTo>
                  <a:lnTo>
                    <a:pt x="2402429" y="3605552"/>
                  </a:lnTo>
                  <a:lnTo>
                    <a:pt x="2402574" y="3605552"/>
                  </a:lnTo>
                  <a:lnTo>
                    <a:pt x="2402720" y="3605552"/>
                  </a:lnTo>
                  <a:lnTo>
                    <a:pt x="2402865" y="3605552"/>
                  </a:lnTo>
                  <a:lnTo>
                    <a:pt x="2402865" y="3604929"/>
                  </a:lnTo>
                  <a:lnTo>
                    <a:pt x="2403010" y="3604929"/>
                  </a:lnTo>
                  <a:lnTo>
                    <a:pt x="2403156" y="3604929"/>
                  </a:lnTo>
                  <a:lnTo>
                    <a:pt x="2403301" y="3604929"/>
                  </a:lnTo>
                  <a:lnTo>
                    <a:pt x="2403447" y="3604929"/>
                  </a:lnTo>
                  <a:lnTo>
                    <a:pt x="2403592" y="3604929"/>
                  </a:lnTo>
                  <a:lnTo>
                    <a:pt x="2403737" y="3604929"/>
                  </a:lnTo>
                  <a:lnTo>
                    <a:pt x="2403883" y="3604929"/>
                  </a:lnTo>
                  <a:lnTo>
                    <a:pt x="2404028" y="3604929"/>
                  </a:lnTo>
                  <a:lnTo>
                    <a:pt x="2404028" y="3604305"/>
                  </a:lnTo>
                  <a:lnTo>
                    <a:pt x="2404174" y="3604305"/>
                  </a:lnTo>
                  <a:lnTo>
                    <a:pt x="2404174" y="3603682"/>
                  </a:lnTo>
                  <a:lnTo>
                    <a:pt x="2404174" y="3603058"/>
                  </a:lnTo>
                  <a:lnTo>
                    <a:pt x="2404319" y="3603058"/>
                  </a:lnTo>
                  <a:lnTo>
                    <a:pt x="2404465" y="3603058"/>
                  </a:lnTo>
                  <a:lnTo>
                    <a:pt x="2404465" y="3602435"/>
                  </a:lnTo>
                  <a:lnTo>
                    <a:pt x="2404610" y="3602435"/>
                  </a:lnTo>
                  <a:lnTo>
                    <a:pt x="2404755" y="3602435"/>
                  </a:lnTo>
                  <a:lnTo>
                    <a:pt x="2404901" y="3602435"/>
                  </a:lnTo>
                  <a:lnTo>
                    <a:pt x="2404901" y="3601811"/>
                  </a:lnTo>
                  <a:lnTo>
                    <a:pt x="2405046" y="3601811"/>
                  </a:lnTo>
                  <a:lnTo>
                    <a:pt x="2405192" y="3601811"/>
                  </a:lnTo>
                  <a:lnTo>
                    <a:pt x="2405337" y="3601811"/>
                  </a:lnTo>
                  <a:lnTo>
                    <a:pt x="2405483" y="3601811"/>
                  </a:lnTo>
                  <a:lnTo>
                    <a:pt x="2405628" y="3601811"/>
                  </a:lnTo>
                  <a:lnTo>
                    <a:pt x="2405628" y="3601187"/>
                  </a:lnTo>
                  <a:lnTo>
                    <a:pt x="2405773" y="3601187"/>
                  </a:lnTo>
                  <a:lnTo>
                    <a:pt x="2405919" y="3601187"/>
                  </a:lnTo>
                  <a:lnTo>
                    <a:pt x="2406064" y="3601187"/>
                  </a:lnTo>
                  <a:lnTo>
                    <a:pt x="2406210" y="3601187"/>
                  </a:lnTo>
                  <a:lnTo>
                    <a:pt x="2406355" y="3601187"/>
                  </a:lnTo>
                  <a:lnTo>
                    <a:pt x="2406501" y="3601187"/>
                  </a:lnTo>
                  <a:lnTo>
                    <a:pt x="2406646" y="3601187"/>
                  </a:lnTo>
                  <a:lnTo>
                    <a:pt x="2406791" y="3601187"/>
                  </a:lnTo>
                  <a:lnTo>
                    <a:pt x="2406937" y="3601187"/>
                  </a:lnTo>
                  <a:lnTo>
                    <a:pt x="2407082" y="3601187"/>
                  </a:lnTo>
                  <a:lnTo>
                    <a:pt x="2407082" y="3600564"/>
                  </a:lnTo>
                  <a:lnTo>
                    <a:pt x="2407228" y="3600564"/>
                  </a:lnTo>
                  <a:lnTo>
                    <a:pt x="2407373" y="3600564"/>
                  </a:lnTo>
                  <a:lnTo>
                    <a:pt x="2407519" y="3600564"/>
                  </a:lnTo>
                  <a:lnTo>
                    <a:pt x="2407664" y="3600564"/>
                  </a:lnTo>
                  <a:lnTo>
                    <a:pt x="2407809" y="3600564"/>
                  </a:lnTo>
                  <a:lnTo>
                    <a:pt x="2407955" y="3600564"/>
                  </a:lnTo>
                  <a:lnTo>
                    <a:pt x="2407955" y="3599940"/>
                  </a:lnTo>
                  <a:lnTo>
                    <a:pt x="2408100" y="3599940"/>
                  </a:lnTo>
                  <a:lnTo>
                    <a:pt x="2408246" y="3599940"/>
                  </a:lnTo>
                  <a:lnTo>
                    <a:pt x="2408246" y="3599317"/>
                  </a:lnTo>
                  <a:lnTo>
                    <a:pt x="2408391" y="3599317"/>
                  </a:lnTo>
                  <a:lnTo>
                    <a:pt x="2408537" y="3599317"/>
                  </a:lnTo>
                  <a:lnTo>
                    <a:pt x="2408682" y="3599317"/>
                  </a:lnTo>
                  <a:lnTo>
                    <a:pt x="2408827" y="3599317"/>
                  </a:lnTo>
                  <a:lnTo>
                    <a:pt x="2408973" y="3599317"/>
                  </a:lnTo>
                  <a:lnTo>
                    <a:pt x="2408973" y="3598693"/>
                  </a:lnTo>
                  <a:lnTo>
                    <a:pt x="2409118" y="3598693"/>
                  </a:lnTo>
                  <a:lnTo>
                    <a:pt x="2409264" y="3598693"/>
                  </a:lnTo>
                  <a:lnTo>
                    <a:pt x="2409409" y="3598693"/>
                  </a:lnTo>
                  <a:lnTo>
                    <a:pt x="2409555" y="3598693"/>
                  </a:lnTo>
                  <a:lnTo>
                    <a:pt x="2409700" y="3598693"/>
                  </a:lnTo>
                  <a:lnTo>
                    <a:pt x="2409845" y="3598693"/>
                  </a:lnTo>
                  <a:lnTo>
                    <a:pt x="2409991" y="3598693"/>
                  </a:lnTo>
                  <a:lnTo>
                    <a:pt x="2410136" y="3598693"/>
                  </a:lnTo>
                  <a:lnTo>
                    <a:pt x="2410136" y="3598069"/>
                  </a:lnTo>
                  <a:lnTo>
                    <a:pt x="2410282" y="3598069"/>
                  </a:lnTo>
                  <a:lnTo>
                    <a:pt x="2410427" y="3598069"/>
                  </a:lnTo>
                  <a:lnTo>
                    <a:pt x="2410572" y="3598069"/>
                  </a:lnTo>
                  <a:lnTo>
                    <a:pt x="2410572" y="3597446"/>
                  </a:lnTo>
                  <a:lnTo>
                    <a:pt x="2410718" y="3597446"/>
                  </a:lnTo>
                  <a:lnTo>
                    <a:pt x="2410863" y="3597446"/>
                  </a:lnTo>
                  <a:lnTo>
                    <a:pt x="2411009" y="3597446"/>
                  </a:lnTo>
                  <a:lnTo>
                    <a:pt x="2411154" y="3597446"/>
                  </a:lnTo>
                  <a:lnTo>
                    <a:pt x="2411300" y="3597446"/>
                  </a:lnTo>
                  <a:lnTo>
                    <a:pt x="2411445" y="3597446"/>
                  </a:lnTo>
                  <a:lnTo>
                    <a:pt x="2411590" y="3597446"/>
                  </a:lnTo>
                  <a:lnTo>
                    <a:pt x="2411736" y="3597446"/>
                  </a:lnTo>
                  <a:lnTo>
                    <a:pt x="2411881" y="3597446"/>
                  </a:lnTo>
                  <a:lnTo>
                    <a:pt x="2412027" y="3597446"/>
                  </a:lnTo>
                  <a:lnTo>
                    <a:pt x="2412172" y="3597446"/>
                  </a:lnTo>
                  <a:lnTo>
                    <a:pt x="2412318" y="3597446"/>
                  </a:lnTo>
                  <a:lnTo>
                    <a:pt x="2412318" y="3596822"/>
                  </a:lnTo>
                  <a:lnTo>
                    <a:pt x="2412318" y="3596199"/>
                  </a:lnTo>
                  <a:lnTo>
                    <a:pt x="2412463" y="3596199"/>
                  </a:lnTo>
                  <a:lnTo>
                    <a:pt x="2412608" y="3596199"/>
                  </a:lnTo>
                  <a:lnTo>
                    <a:pt x="2412754" y="3596199"/>
                  </a:lnTo>
                  <a:lnTo>
                    <a:pt x="2412899" y="3596199"/>
                  </a:lnTo>
                  <a:lnTo>
                    <a:pt x="2413045" y="3596199"/>
                  </a:lnTo>
                  <a:lnTo>
                    <a:pt x="2413190" y="3596199"/>
                  </a:lnTo>
                  <a:lnTo>
                    <a:pt x="2413336" y="3596199"/>
                  </a:lnTo>
                  <a:lnTo>
                    <a:pt x="2413336" y="3595575"/>
                  </a:lnTo>
                  <a:lnTo>
                    <a:pt x="2413481" y="3595575"/>
                  </a:lnTo>
                  <a:lnTo>
                    <a:pt x="2413626" y="3595575"/>
                  </a:lnTo>
                  <a:lnTo>
                    <a:pt x="2413772" y="3595575"/>
                  </a:lnTo>
                  <a:lnTo>
                    <a:pt x="2413917" y="3595575"/>
                  </a:lnTo>
                  <a:lnTo>
                    <a:pt x="2413917" y="3594952"/>
                  </a:lnTo>
                  <a:lnTo>
                    <a:pt x="2414063" y="3594952"/>
                  </a:lnTo>
                  <a:lnTo>
                    <a:pt x="2414208" y="3594952"/>
                  </a:lnTo>
                  <a:lnTo>
                    <a:pt x="2414354" y="3594952"/>
                  </a:lnTo>
                  <a:lnTo>
                    <a:pt x="2414499" y="3594952"/>
                  </a:lnTo>
                  <a:lnTo>
                    <a:pt x="2414644" y="3594952"/>
                  </a:lnTo>
                  <a:lnTo>
                    <a:pt x="2414644" y="3594328"/>
                  </a:lnTo>
                  <a:lnTo>
                    <a:pt x="2414790" y="3594328"/>
                  </a:lnTo>
                  <a:lnTo>
                    <a:pt x="2414935" y="3594328"/>
                  </a:lnTo>
                  <a:lnTo>
                    <a:pt x="2415081" y="3594328"/>
                  </a:lnTo>
                  <a:lnTo>
                    <a:pt x="2415081" y="3593704"/>
                  </a:lnTo>
                  <a:lnTo>
                    <a:pt x="2415226" y="3593704"/>
                  </a:lnTo>
                  <a:lnTo>
                    <a:pt x="2415372" y="3593704"/>
                  </a:lnTo>
                  <a:lnTo>
                    <a:pt x="2415372" y="3593081"/>
                  </a:lnTo>
                  <a:lnTo>
                    <a:pt x="2415517" y="3593081"/>
                  </a:lnTo>
                  <a:lnTo>
                    <a:pt x="2415517" y="3592457"/>
                  </a:lnTo>
                  <a:lnTo>
                    <a:pt x="2415662" y="3592457"/>
                  </a:lnTo>
                  <a:lnTo>
                    <a:pt x="2415808" y="3592457"/>
                  </a:lnTo>
                  <a:lnTo>
                    <a:pt x="2415953" y="3592457"/>
                  </a:lnTo>
                  <a:lnTo>
                    <a:pt x="2416099" y="3592457"/>
                  </a:lnTo>
                  <a:lnTo>
                    <a:pt x="2416244" y="3592457"/>
                  </a:lnTo>
                  <a:lnTo>
                    <a:pt x="2416390" y="3592457"/>
                  </a:lnTo>
                  <a:lnTo>
                    <a:pt x="2416535" y="3592457"/>
                  </a:lnTo>
                  <a:lnTo>
                    <a:pt x="2416680" y="3592457"/>
                  </a:lnTo>
                  <a:lnTo>
                    <a:pt x="2416680" y="3591834"/>
                  </a:lnTo>
                  <a:lnTo>
                    <a:pt x="2416826" y="3591834"/>
                  </a:lnTo>
                  <a:lnTo>
                    <a:pt x="2416971" y="3591834"/>
                  </a:lnTo>
                  <a:lnTo>
                    <a:pt x="2417117" y="3591834"/>
                  </a:lnTo>
                  <a:lnTo>
                    <a:pt x="2417262" y="3591834"/>
                  </a:lnTo>
                  <a:lnTo>
                    <a:pt x="2417407" y="3591834"/>
                  </a:lnTo>
                  <a:lnTo>
                    <a:pt x="2417553" y="3591834"/>
                  </a:lnTo>
                  <a:lnTo>
                    <a:pt x="2417553" y="3591210"/>
                  </a:lnTo>
                  <a:lnTo>
                    <a:pt x="2417553" y="3590586"/>
                  </a:lnTo>
                  <a:lnTo>
                    <a:pt x="2417698" y="3590586"/>
                  </a:lnTo>
                  <a:lnTo>
                    <a:pt x="2417844" y="3590586"/>
                  </a:lnTo>
                  <a:lnTo>
                    <a:pt x="2417989" y="3590586"/>
                  </a:lnTo>
                  <a:lnTo>
                    <a:pt x="2418135" y="3590586"/>
                  </a:lnTo>
                  <a:lnTo>
                    <a:pt x="2418135" y="3589963"/>
                  </a:lnTo>
                  <a:lnTo>
                    <a:pt x="2418280" y="3589963"/>
                  </a:lnTo>
                  <a:lnTo>
                    <a:pt x="2418425" y="3589963"/>
                  </a:lnTo>
                  <a:lnTo>
                    <a:pt x="2418571" y="3589963"/>
                  </a:lnTo>
                  <a:lnTo>
                    <a:pt x="2418716" y="3589963"/>
                  </a:lnTo>
                  <a:lnTo>
                    <a:pt x="2418862" y="3589963"/>
                  </a:lnTo>
                  <a:lnTo>
                    <a:pt x="2419007" y="3589963"/>
                  </a:lnTo>
                  <a:lnTo>
                    <a:pt x="2419153" y="3589963"/>
                  </a:lnTo>
                  <a:lnTo>
                    <a:pt x="2419298" y="3589963"/>
                  </a:lnTo>
                  <a:lnTo>
                    <a:pt x="2419443" y="3589963"/>
                  </a:lnTo>
                  <a:lnTo>
                    <a:pt x="2419589" y="3589963"/>
                  </a:lnTo>
                  <a:lnTo>
                    <a:pt x="2419589" y="3589339"/>
                  </a:lnTo>
                  <a:lnTo>
                    <a:pt x="2419734" y="3589339"/>
                  </a:lnTo>
                  <a:lnTo>
                    <a:pt x="2419880" y="3589339"/>
                  </a:lnTo>
                  <a:lnTo>
                    <a:pt x="2420025" y="3589339"/>
                  </a:lnTo>
                  <a:lnTo>
                    <a:pt x="2420025" y="3588716"/>
                  </a:lnTo>
                  <a:lnTo>
                    <a:pt x="2420171" y="3588716"/>
                  </a:lnTo>
                  <a:lnTo>
                    <a:pt x="2420316" y="3588716"/>
                  </a:lnTo>
                  <a:lnTo>
                    <a:pt x="2420461" y="3588716"/>
                  </a:lnTo>
                  <a:lnTo>
                    <a:pt x="2420607" y="3588716"/>
                  </a:lnTo>
                  <a:lnTo>
                    <a:pt x="2420607" y="3588092"/>
                  </a:lnTo>
                  <a:lnTo>
                    <a:pt x="2420752" y="3588092"/>
                  </a:lnTo>
                  <a:lnTo>
                    <a:pt x="2420898" y="3588092"/>
                  </a:lnTo>
                  <a:lnTo>
                    <a:pt x="2421043" y="3588092"/>
                  </a:lnTo>
                  <a:lnTo>
                    <a:pt x="2421189" y="3588092"/>
                  </a:lnTo>
                  <a:lnTo>
                    <a:pt x="2421334" y="3588092"/>
                  </a:lnTo>
                  <a:lnTo>
                    <a:pt x="2421479" y="3588092"/>
                  </a:lnTo>
                  <a:lnTo>
                    <a:pt x="2421479" y="3587469"/>
                  </a:lnTo>
                  <a:lnTo>
                    <a:pt x="2421479" y="3586845"/>
                  </a:lnTo>
                  <a:lnTo>
                    <a:pt x="2421625" y="3586845"/>
                  </a:lnTo>
                  <a:lnTo>
                    <a:pt x="2421770" y="3586845"/>
                  </a:lnTo>
                  <a:lnTo>
                    <a:pt x="2421916" y="3586845"/>
                  </a:lnTo>
                  <a:lnTo>
                    <a:pt x="2422061" y="3586845"/>
                  </a:lnTo>
                  <a:lnTo>
                    <a:pt x="2422207" y="3586845"/>
                  </a:lnTo>
                  <a:lnTo>
                    <a:pt x="2422352" y="3586845"/>
                  </a:lnTo>
                  <a:lnTo>
                    <a:pt x="2422497" y="3586845"/>
                  </a:lnTo>
                  <a:lnTo>
                    <a:pt x="2422643" y="3586845"/>
                  </a:lnTo>
                  <a:lnTo>
                    <a:pt x="2422788" y="3586845"/>
                  </a:lnTo>
                  <a:lnTo>
                    <a:pt x="2422788" y="3586221"/>
                  </a:lnTo>
                  <a:lnTo>
                    <a:pt x="2422788" y="3585598"/>
                  </a:lnTo>
                  <a:lnTo>
                    <a:pt x="2422934" y="3585598"/>
                  </a:lnTo>
                  <a:lnTo>
                    <a:pt x="2423079" y="3585598"/>
                  </a:lnTo>
                  <a:lnTo>
                    <a:pt x="2423225" y="3585598"/>
                  </a:lnTo>
                  <a:lnTo>
                    <a:pt x="2423370" y="3585598"/>
                  </a:lnTo>
                  <a:lnTo>
                    <a:pt x="2423370" y="3584974"/>
                  </a:lnTo>
                  <a:lnTo>
                    <a:pt x="2423515" y="3584974"/>
                  </a:lnTo>
                  <a:lnTo>
                    <a:pt x="2423661" y="3584974"/>
                  </a:lnTo>
                  <a:lnTo>
                    <a:pt x="2423661" y="3584351"/>
                  </a:lnTo>
                  <a:lnTo>
                    <a:pt x="2423806" y="3584351"/>
                  </a:lnTo>
                  <a:lnTo>
                    <a:pt x="2423952" y="3584351"/>
                  </a:lnTo>
                  <a:lnTo>
                    <a:pt x="2424097" y="3584351"/>
                  </a:lnTo>
                  <a:lnTo>
                    <a:pt x="2424242" y="3584351"/>
                  </a:lnTo>
                  <a:lnTo>
                    <a:pt x="2424388" y="3584351"/>
                  </a:lnTo>
                  <a:lnTo>
                    <a:pt x="2424533" y="3584351"/>
                  </a:lnTo>
                  <a:lnTo>
                    <a:pt x="2424679" y="3584351"/>
                  </a:lnTo>
                  <a:lnTo>
                    <a:pt x="2424679" y="3583727"/>
                  </a:lnTo>
                  <a:lnTo>
                    <a:pt x="2424824" y="3583727"/>
                  </a:lnTo>
                  <a:lnTo>
                    <a:pt x="2424970" y="3583727"/>
                  </a:lnTo>
                  <a:lnTo>
                    <a:pt x="2425115" y="3583727"/>
                  </a:lnTo>
                  <a:lnTo>
                    <a:pt x="2425260" y="3583727"/>
                  </a:lnTo>
                  <a:lnTo>
                    <a:pt x="2425406" y="3583727"/>
                  </a:lnTo>
                  <a:lnTo>
                    <a:pt x="2425406" y="3583104"/>
                  </a:lnTo>
                  <a:lnTo>
                    <a:pt x="2425551" y="3583104"/>
                  </a:lnTo>
                  <a:lnTo>
                    <a:pt x="2425697" y="3583104"/>
                  </a:lnTo>
                  <a:lnTo>
                    <a:pt x="2425842" y="3583104"/>
                  </a:lnTo>
                  <a:lnTo>
                    <a:pt x="2425988" y="3583104"/>
                  </a:lnTo>
                  <a:lnTo>
                    <a:pt x="2426133" y="3583104"/>
                  </a:lnTo>
                  <a:lnTo>
                    <a:pt x="2426278" y="3583104"/>
                  </a:lnTo>
                  <a:lnTo>
                    <a:pt x="2426424" y="3583104"/>
                  </a:lnTo>
                  <a:lnTo>
                    <a:pt x="2426569" y="3583104"/>
                  </a:lnTo>
                  <a:lnTo>
                    <a:pt x="2426715" y="3583104"/>
                  </a:lnTo>
                  <a:lnTo>
                    <a:pt x="2426860" y="3583104"/>
                  </a:lnTo>
                  <a:lnTo>
                    <a:pt x="2426860" y="3582480"/>
                  </a:lnTo>
                  <a:lnTo>
                    <a:pt x="2427006" y="3582480"/>
                  </a:lnTo>
                  <a:lnTo>
                    <a:pt x="2427151" y="3582480"/>
                  </a:lnTo>
                  <a:lnTo>
                    <a:pt x="2427296" y="3582480"/>
                  </a:lnTo>
                  <a:lnTo>
                    <a:pt x="2427296" y="3581856"/>
                  </a:lnTo>
                  <a:lnTo>
                    <a:pt x="2427442" y="3581856"/>
                  </a:lnTo>
                  <a:lnTo>
                    <a:pt x="2427587" y="3581856"/>
                  </a:lnTo>
                  <a:lnTo>
                    <a:pt x="2427733" y="3581856"/>
                  </a:lnTo>
                  <a:lnTo>
                    <a:pt x="2427733" y="3581233"/>
                  </a:lnTo>
                  <a:lnTo>
                    <a:pt x="2427878" y="3581233"/>
                  </a:lnTo>
                  <a:lnTo>
                    <a:pt x="2428024" y="3581233"/>
                  </a:lnTo>
                  <a:lnTo>
                    <a:pt x="2428169" y="3581233"/>
                  </a:lnTo>
                  <a:lnTo>
                    <a:pt x="2428314" y="3581233"/>
                  </a:lnTo>
                  <a:lnTo>
                    <a:pt x="2428460" y="3581233"/>
                  </a:lnTo>
                  <a:lnTo>
                    <a:pt x="2428605" y="3581233"/>
                  </a:lnTo>
                  <a:lnTo>
                    <a:pt x="2428751" y="3581233"/>
                  </a:lnTo>
                  <a:lnTo>
                    <a:pt x="2428896" y="3581233"/>
                  </a:lnTo>
                  <a:lnTo>
                    <a:pt x="2428896" y="3580609"/>
                  </a:lnTo>
                  <a:lnTo>
                    <a:pt x="2429042" y="3580609"/>
                  </a:lnTo>
                  <a:lnTo>
                    <a:pt x="2429187" y="3580609"/>
                  </a:lnTo>
                  <a:lnTo>
                    <a:pt x="2429187" y="3579986"/>
                  </a:lnTo>
                  <a:lnTo>
                    <a:pt x="2429332" y="3579986"/>
                  </a:lnTo>
                  <a:lnTo>
                    <a:pt x="2429478" y="3579986"/>
                  </a:lnTo>
                  <a:lnTo>
                    <a:pt x="2429623" y="3579986"/>
                  </a:lnTo>
                  <a:lnTo>
                    <a:pt x="2429769" y="3579986"/>
                  </a:lnTo>
                  <a:lnTo>
                    <a:pt x="2429914" y="3579986"/>
                  </a:lnTo>
                  <a:lnTo>
                    <a:pt x="2430060" y="3579986"/>
                  </a:lnTo>
                  <a:lnTo>
                    <a:pt x="2430205" y="3579986"/>
                  </a:lnTo>
                  <a:lnTo>
                    <a:pt x="2430205" y="3579362"/>
                  </a:lnTo>
                  <a:lnTo>
                    <a:pt x="2430205" y="3578738"/>
                  </a:lnTo>
                  <a:lnTo>
                    <a:pt x="2430350" y="3578738"/>
                  </a:lnTo>
                  <a:lnTo>
                    <a:pt x="2430496" y="3578738"/>
                  </a:lnTo>
                  <a:lnTo>
                    <a:pt x="2430641" y="3578738"/>
                  </a:lnTo>
                  <a:lnTo>
                    <a:pt x="2430787" y="3578738"/>
                  </a:lnTo>
                  <a:lnTo>
                    <a:pt x="2430932" y="3578738"/>
                  </a:lnTo>
                  <a:lnTo>
                    <a:pt x="2430932" y="3578115"/>
                  </a:lnTo>
                  <a:lnTo>
                    <a:pt x="2431077" y="3578115"/>
                  </a:lnTo>
                  <a:lnTo>
                    <a:pt x="2431223" y="3578115"/>
                  </a:lnTo>
                  <a:lnTo>
                    <a:pt x="2431223" y="3577491"/>
                  </a:lnTo>
                  <a:lnTo>
                    <a:pt x="2431223" y="3576868"/>
                  </a:lnTo>
                  <a:lnTo>
                    <a:pt x="2431368" y="3576868"/>
                  </a:lnTo>
                  <a:lnTo>
                    <a:pt x="2431368" y="3576244"/>
                  </a:lnTo>
                  <a:lnTo>
                    <a:pt x="2431514" y="3576244"/>
                  </a:lnTo>
                  <a:lnTo>
                    <a:pt x="2431659" y="3576244"/>
                  </a:lnTo>
                  <a:lnTo>
                    <a:pt x="2431805" y="3576244"/>
                  </a:lnTo>
                  <a:lnTo>
                    <a:pt x="2431950" y="3576244"/>
                  </a:lnTo>
                  <a:lnTo>
                    <a:pt x="2432095" y="3576244"/>
                  </a:lnTo>
                  <a:lnTo>
                    <a:pt x="2432095" y="3575621"/>
                  </a:lnTo>
                  <a:lnTo>
                    <a:pt x="2432241" y="3575621"/>
                  </a:lnTo>
                  <a:lnTo>
                    <a:pt x="2432386" y="3575621"/>
                  </a:lnTo>
                  <a:lnTo>
                    <a:pt x="2432532" y="3575621"/>
                  </a:lnTo>
                  <a:lnTo>
                    <a:pt x="2432677" y="3575621"/>
                  </a:lnTo>
                  <a:lnTo>
                    <a:pt x="2432823" y="3575621"/>
                  </a:lnTo>
                  <a:lnTo>
                    <a:pt x="2432968" y="3575621"/>
                  </a:lnTo>
                  <a:lnTo>
                    <a:pt x="2433113" y="3575621"/>
                  </a:lnTo>
                  <a:lnTo>
                    <a:pt x="2433259" y="3575621"/>
                  </a:lnTo>
                  <a:lnTo>
                    <a:pt x="2433404" y="3575621"/>
                  </a:lnTo>
                  <a:lnTo>
                    <a:pt x="2433404" y="3574997"/>
                  </a:lnTo>
                  <a:lnTo>
                    <a:pt x="2433550" y="3574997"/>
                  </a:lnTo>
                  <a:lnTo>
                    <a:pt x="2433695" y="3574997"/>
                  </a:lnTo>
                  <a:lnTo>
                    <a:pt x="2433841" y="3574997"/>
                  </a:lnTo>
                  <a:lnTo>
                    <a:pt x="2433986" y="3574997"/>
                  </a:lnTo>
                  <a:lnTo>
                    <a:pt x="2434131" y="3574997"/>
                  </a:lnTo>
                  <a:lnTo>
                    <a:pt x="2434277" y="3574997"/>
                  </a:lnTo>
                  <a:lnTo>
                    <a:pt x="2434422" y="3574997"/>
                  </a:lnTo>
                  <a:lnTo>
                    <a:pt x="2434568" y="3574997"/>
                  </a:lnTo>
                  <a:lnTo>
                    <a:pt x="2434713" y="3574997"/>
                  </a:lnTo>
                  <a:lnTo>
                    <a:pt x="2434859" y="3574997"/>
                  </a:lnTo>
                  <a:lnTo>
                    <a:pt x="2435004" y="3574997"/>
                  </a:lnTo>
                  <a:lnTo>
                    <a:pt x="2435149" y="3574997"/>
                  </a:lnTo>
                  <a:lnTo>
                    <a:pt x="2435149" y="3574373"/>
                  </a:lnTo>
                  <a:lnTo>
                    <a:pt x="2435295" y="3574373"/>
                  </a:lnTo>
                  <a:lnTo>
                    <a:pt x="2435440" y="3574373"/>
                  </a:lnTo>
                  <a:lnTo>
                    <a:pt x="2435586" y="3574373"/>
                  </a:lnTo>
                  <a:lnTo>
                    <a:pt x="2435731" y="3574373"/>
                  </a:lnTo>
                  <a:lnTo>
                    <a:pt x="2435731" y="3573750"/>
                  </a:lnTo>
                  <a:lnTo>
                    <a:pt x="2435877" y="3573750"/>
                  </a:lnTo>
                  <a:lnTo>
                    <a:pt x="2436022" y="3573750"/>
                  </a:lnTo>
                  <a:lnTo>
                    <a:pt x="2436167" y="3573750"/>
                  </a:lnTo>
                  <a:lnTo>
                    <a:pt x="2436167" y="3573126"/>
                  </a:lnTo>
                  <a:lnTo>
                    <a:pt x="2436313" y="3573126"/>
                  </a:lnTo>
                  <a:lnTo>
                    <a:pt x="2436458" y="3573126"/>
                  </a:lnTo>
                  <a:lnTo>
                    <a:pt x="2436604" y="3573126"/>
                  </a:lnTo>
                  <a:lnTo>
                    <a:pt x="2436749" y="3573126"/>
                  </a:lnTo>
                  <a:lnTo>
                    <a:pt x="2436895" y="3573126"/>
                  </a:lnTo>
                  <a:lnTo>
                    <a:pt x="2437040" y="3573126"/>
                  </a:lnTo>
                  <a:lnTo>
                    <a:pt x="2437185" y="3573126"/>
                  </a:lnTo>
                  <a:lnTo>
                    <a:pt x="2437331" y="3573126"/>
                  </a:lnTo>
                  <a:lnTo>
                    <a:pt x="2437476" y="3573126"/>
                  </a:lnTo>
                  <a:lnTo>
                    <a:pt x="2437622" y="3573126"/>
                  </a:lnTo>
                  <a:lnTo>
                    <a:pt x="2437767" y="3573126"/>
                  </a:lnTo>
                  <a:lnTo>
                    <a:pt x="2437912" y="3573126"/>
                  </a:lnTo>
                  <a:lnTo>
                    <a:pt x="2438058" y="3573126"/>
                  </a:lnTo>
                  <a:lnTo>
                    <a:pt x="2438203" y="3573126"/>
                  </a:lnTo>
                  <a:lnTo>
                    <a:pt x="2438349" y="3573126"/>
                  </a:lnTo>
                  <a:lnTo>
                    <a:pt x="2438494" y="3573126"/>
                  </a:lnTo>
                  <a:lnTo>
                    <a:pt x="2438494" y="3572503"/>
                  </a:lnTo>
                  <a:lnTo>
                    <a:pt x="2438640" y="3572503"/>
                  </a:lnTo>
                  <a:lnTo>
                    <a:pt x="2438785" y="3572503"/>
                  </a:lnTo>
                  <a:lnTo>
                    <a:pt x="2438930" y="3572503"/>
                  </a:lnTo>
                  <a:lnTo>
                    <a:pt x="2439076" y="3572503"/>
                  </a:lnTo>
                  <a:lnTo>
                    <a:pt x="2439076" y="3571879"/>
                  </a:lnTo>
                  <a:lnTo>
                    <a:pt x="2439076" y="3571255"/>
                  </a:lnTo>
                  <a:lnTo>
                    <a:pt x="2439221" y="3571255"/>
                  </a:lnTo>
                  <a:lnTo>
                    <a:pt x="2439221" y="3570632"/>
                  </a:lnTo>
                  <a:lnTo>
                    <a:pt x="2439367" y="3570632"/>
                  </a:lnTo>
                  <a:lnTo>
                    <a:pt x="2439512" y="3570632"/>
                  </a:lnTo>
                  <a:lnTo>
                    <a:pt x="2439658" y="3570632"/>
                  </a:lnTo>
                  <a:lnTo>
                    <a:pt x="2439658" y="3570008"/>
                  </a:lnTo>
                  <a:lnTo>
                    <a:pt x="2439803" y="3570008"/>
                  </a:lnTo>
                  <a:lnTo>
                    <a:pt x="2439948" y="3570008"/>
                  </a:lnTo>
                  <a:lnTo>
                    <a:pt x="2440094" y="3570008"/>
                  </a:lnTo>
                  <a:lnTo>
                    <a:pt x="2440094" y="3569385"/>
                  </a:lnTo>
                  <a:lnTo>
                    <a:pt x="2440239" y="3569385"/>
                  </a:lnTo>
                  <a:lnTo>
                    <a:pt x="2440385" y="3569385"/>
                  </a:lnTo>
                  <a:lnTo>
                    <a:pt x="2440530" y="3569385"/>
                  </a:lnTo>
                  <a:lnTo>
                    <a:pt x="2440530" y="3568761"/>
                  </a:lnTo>
                  <a:lnTo>
                    <a:pt x="2440676" y="3568761"/>
                  </a:lnTo>
                  <a:lnTo>
                    <a:pt x="2440821" y="3568761"/>
                  </a:lnTo>
                  <a:lnTo>
                    <a:pt x="2440821" y="3568138"/>
                  </a:lnTo>
                  <a:lnTo>
                    <a:pt x="2440966" y="3568138"/>
                  </a:lnTo>
                  <a:lnTo>
                    <a:pt x="2440966" y="3567514"/>
                  </a:lnTo>
                  <a:lnTo>
                    <a:pt x="2441112" y="3567514"/>
                  </a:lnTo>
                  <a:lnTo>
                    <a:pt x="2441257" y="3567514"/>
                  </a:lnTo>
                  <a:lnTo>
                    <a:pt x="2441403" y="3567514"/>
                  </a:lnTo>
                  <a:lnTo>
                    <a:pt x="2441403" y="3566890"/>
                  </a:lnTo>
                  <a:lnTo>
                    <a:pt x="2441548" y="3566890"/>
                  </a:lnTo>
                  <a:lnTo>
                    <a:pt x="2441548" y="3566267"/>
                  </a:lnTo>
                  <a:lnTo>
                    <a:pt x="2441694" y="3566267"/>
                  </a:lnTo>
                  <a:lnTo>
                    <a:pt x="2441839" y="3566267"/>
                  </a:lnTo>
                  <a:lnTo>
                    <a:pt x="2441984" y="3566267"/>
                  </a:lnTo>
                  <a:lnTo>
                    <a:pt x="2442130" y="3566267"/>
                  </a:lnTo>
                  <a:lnTo>
                    <a:pt x="2442275" y="3566267"/>
                  </a:lnTo>
                  <a:lnTo>
                    <a:pt x="2442275" y="3565643"/>
                  </a:lnTo>
                  <a:lnTo>
                    <a:pt x="2442421" y="3565643"/>
                  </a:lnTo>
                  <a:lnTo>
                    <a:pt x="2442566" y="3565643"/>
                  </a:lnTo>
                  <a:lnTo>
                    <a:pt x="2442566" y="3565020"/>
                  </a:lnTo>
                  <a:lnTo>
                    <a:pt x="2442566" y="3564396"/>
                  </a:lnTo>
                  <a:lnTo>
                    <a:pt x="2442712" y="3564396"/>
                  </a:lnTo>
                  <a:lnTo>
                    <a:pt x="2442857" y="3564396"/>
                  </a:lnTo>
                  <a:lnTo>
                    <a:pt x="2443002" y="3564396"/>
                  </a:lnTo>
                  <a:lnTo>
                    <a:pt x="2443148" y="3564396"/>
                  </a:lnTo>
                  <a:lnTo>
                    <a:pt x="2443293" y="3564396"/>
                  </a:lnTo>
                  <a:lnTo>
                    <a:pt x="2443293" y="3563772"/>
                  </a:lnTo>
                  <a:lnTo>
                    <a:pt x="2443293" y="3563149"/>
                  </a:lnTo>
                  <a:lnTo>
                    <a:pt x="2443439" y="3563149"/>
                  </a:lnTo>
                  <a:lnTo>
                    <a:pt x="2443439" y="3562525"/>
                  </a:lnTo>
                  <a:lnTo>
                    <a:pt x="2443584" y="3562525"/>
                  </a:lnTo>
                  <a:lnTo>
                    <a:pt x="2443730" y="3562525"/>
                  </a:lnTo>
                  <a:lnTo>
                    <a:pt x="2443730" y="3561902"/>
                  </a:lnTo>
                  <a:lnTo>
                    <a:pt x="2443875" y="3561902"/>
                  </a:lnTo>
                  <a:lnTo>
                    <a:pt x="2444020" y="3561902"/>
                  </a:lnTo>
                  <a:lnTo>
                    <a:pt x="2444166" y="3561902"/>
                  </a:lnTo>
                  <a:lnTo>
                    <a:pt x="2444311" y="3561902"/>
                  </a:lnTo>
                  <a:lnTo>
                    <a:pt x="2444457" y="3561902"/>
                  </a:lnTo>
                  <a:lnTo>
                    <a:pt x="2444457" y="3561278"/>
                  </a:lnTo>
                  <a:lnTo>
                    <a:pt x="2444602" y="3561278"/>
                  </a:lnTo>
                  <a:lnTo>
                    <a:pt x="2444747" y="3561278"/>
                  </a:lnTo>
                  <a:lnTo>
                    <a:pt x="2444893" y="3561278"/>
                  </a:lnTo>
                  <a:lnTo>
                    <a:pt x="2444893" y="3560655"/>
                  </a:lnTo>
                  <a:lnTo>
                    <a:pt x="2445038" y="3560655"/>
                  </a:lnTo>
                  <a:lnTo>
                    <a:pt x="2445184" y="3560655"/>
                  </a:lnTo>
                  <a:lnTo>
                    <a:pt x="2445329" y="3560655"/>
                  </a:lnTo>
                  <a:lnTo>
                    <a:pt x="2445329" y="3560031"/>
                  </a:lnTo>
                  <a:lnTo>
                    <a:pt x="2445475" y="3560031"/>
                  </a:lnTo>
                  <a:lnTo>
                    <a:pt x="2445475" y="3559407"/>
                  </a:lnTo>
                  <a:lnTo>
                    <a:pt x="2445620" y="3559407"/>
                  </a:lnTo>
                  <a:lnTo>
                    <a:pt x="2445765" y="3559407"/>
                  </a:lnTo>
                  <a:lnTo>
                    <a:pt x="2445911" y="3559407"/>
                  </a:lnTo>
                  <a:lnTo>
                    <a:pt x="2446056" y="3559407"/>
                  </a:lnTo>
                  <a:lnTo>
                    <a:pt x="2446056" y="3558784"/>
                  </a:lnTo>
                  <a:lnTo>
                    <a:pt x="2446202" y="3558784"/>
                  </a:lnTo>
                  <a:lnTo>
                    <a:pt x="2446347" y="3558784"/>
                  </a:lnTo>
                  <a:lnTo>
                    <a:pt x="2446493" y="3558784"/>
                  </a:lnTo>
                  <a:lnTo>
                    <a:pt x="2446493" y="3558160"/>
                  </a:lnTo>
                  <a:lnTo>
                    <a:pt x="2446638" y="3558160"/>
                  </a:lnTo>
                  <a:lnTo>
                    <a:pt x="2446783" y="3558160"/>
                  </a:lnTo>
                  <a:lnTo>
                    <a:pt x="2446783" y="3557537"/>
                  </a:lnTo>
                  <a:lnTo>
                    <a:pt x="2446929" y="3557537"/>
                  </a:lnTo>
                  <a:lnTo>
                    <a:pt x="2447074" y="3557537"/>
                  </a:lnTo>
                  <a:lnTo>
                    <a:pt x="2447220" y="3557537"/>
                  </a:lnTo>
                  <a:lnTo>
                    <a:pt x="2447365" y="3557537"/>
                  </a:lnTo>
                  <a:lnTo>
                    <a:pt x="2447511" y="3557537"/>
                  </a:lnTo>
                  <a:lnTo>
                    <a:pt x="2447656" y="3557537"/>
                  </a:lnTo>
                  <a:lnTo>
                    <a:pt x="2447801" y="3557537"/>
                  </a:lnTo>
                  <a:lnTo>
                    <a:pt x="2447947" y="3557537"/>
                  </a:lnTo>
                  <a:lnTo>
                    <a:pt x="2448092" y="3557537"/>
                  </a:lnTo>
                  <a:lnTo>
                    <a:pt x="2448238" y="3557537"/>
                  </a:lnTo>
                  <a:lnTo>
                    <a:pt x="2448383" y="3557537"/>
                  </a:lnTo>
                  <a:lnTo>
                    <a:pt x="2448529" y="3557537"/>
                  </a:lnTo>
                  <a:lnTo>
                    <a:pt x="2448674" y="3557537"/>
                  </a:lnTo>
                  <a:lnTo>
                    <a:pt x="2448819" y="3557537"/>
                  </a:lnTo>
                  <a:lnTo>
                    <a:pt x="2448819" y="3556913"/>
                  </a:lnTo>
                  <a:lnTo>
                    <a:pt x="2448819" y="3556289"/>
                  </a:lnTo>
                  <a:lnTo>
                    <a:pt x="2448965" y="3556289"/>
                  </a:lnTo>
                  <a:lnTo>
                    <a:pt x="2449110" y="3556289"/>
                  </a:lnTo>
                  <a:lnTo>
                    <a:pt x="2449110" y="3555666"/>
                  </a:lnTo>
                  <a:lnTo>
                    <a:pt x="2449256" y="3555666"/>
                  </a:lnTo>
                  <a:lnTo>
                    <a:pt x="2449401" y="3555666"/>
                  </a:lnTo>
                  <a:lnTo>
                    <a:pt x="2449547" y="3555666"/>
                  </a:lnTo>
                  <a:lnTo>
                    <a:pt x="2449692" y="3555666"/>
                  </a:lnTo>
                  <a:lnTo>
                    <a:pt x="2449692" y="3555042"/>
                  </a:lnTo>
                  <a:lnTo>
                    <a:pt x="2449837" y="3555042"/>
                  </a:lnTo>
                  <a:lnTo>
                    <a:pt x="2449837" y="3554419"/>
                  </a:lnTo>
                  <a:lnTo>
                    <a:pt x="2449983" y="3554419"/>
                  </a:lnTo>
                  <a:lnTo>
                    <a:pt x="2449983" y="3553795"/>
                  </a:lnTo>
                  <a:lnTo>
                    <a:pt x="2450128" y="3553795"/>
                  </a:lnTo>
                  <a:lnTo>
                    <a:pt x="2450274" y="3553795"/>
                  </a:lnTo>
                  <a:lnTo>
                    <a:pt x="2450274" y="3553172"/>
                  </a:lnTo>
                  <a:lnTo>
                    <a:pt x="2450419" y="3553172"/>
                  </a:lnTo>
                  <a:lnTo>
                    <a:pt x="2450565" y="3553172"/>
                  </a:lnTo>
                  <a:lnTo>
                    <a:pt x="2450710" y="3553172"/>
                  </a:lnTo>
                  <a:lnTo>
                    <a:pt x="2450855" y="3553172"/>
                  </a:lnTo>
                  <a:lnTo>
                    <a:pt x="2451001" y="3553172"/>
                  </a:lnTo>
                  <a:lnTo>
                    <a:pt x="2451146" y="3553172"/>
                  </a:lnTo>
                  <a:lnTo>
                    <a:pt x="2451292" y="3553172"/>
                  </a:lnTo>
                  <a:lnTo>
                    <a:pt x="2451437" y="3553172"/>
                  </a:lnTo>
                  <a:lnTo>
                    <a:pt x="2451582" y="3553172"/>
                  </a:lnTo>
                  <a:lnTo>
                    <a:pt x="2451728" y="3553172"/>
                  </a:lnTo>
                  <a:lnTo>
                    <a:pt x="2451873" y="3553172"/>
                  </a:lnTo>
                  <a:lnTo>
                    <a:pt x="2452019" y="3553172"/>
                  </a:lnTo>
                  <a:lnTo>
                    <a:pt x="2452164" y="3553172"/>
                  </a:lnTo>
                  <a:lnTo>
                    <a:pt x="2452310" y="3553172"/>
                  </a:lnTo>
                  <a:lnTo>
                    <a:pt x="2452455" y="3553172"/>
                  </a:lnTo>
                  <a:lnTo>
                    <a:pt x="2452600" y="3553172"/>
                  </a:lnTo>
                  <a:lnTo>
                    <a:pt x="2452746" y="3553172"/>
                  </a:lnTo>
                  <a:lnTo>
                    <a:pt x="2452891" y="3553172"/>
                  </a:lnTo>
                  <a:lnTo>
                    <a:pt x="2453037" y="3553172"/>
                  </a:lnTo>
                  <a:lnTo>
                    <a:pt x="2453182" y="3553172"/>
                  </a:lnTo>
                  <a:lnTo>
                    <a:pt x="2453328" y="3553172"/>
                  </a:lnTo>
                  <a:lnTo>
                    <a:pt x="2453473" y="3553172"/>
                  </a:lnTo>
                  <a:lnTo>
                    <a:pt x="2453473" y="3552548"/>
                  </a:lnTo>
                  <a:lnTo>
                    <a:pt x="2453618" y="3552548"/>
                  </a:lnTo>
                  <a:lnTo>
                    <a:pt x="2453764" y="3552548"/>
                  </a:lnTo>
                  <a:lnTo>
                    <a:pt x="2453909" y="3552548"/>
                  </a:lnTo>
                  <a:lnTo>
                    <a:pt x="2454055" y="3552548"/>
                  </a:lnTo>
                  <a:lnTo>
                    <a:pt x="2454200" y="3552548"/>
                  </a:lnTo>
                  <a:lnTo>
                    <a:pt x="2454346" y="3552548"/>
                  </a:lnTo>
                  <a:lnTo>
                    <a:pt x="2454346" y="3551924"/>
                  </a:lnTo>
                  <a:lnTo>
                    <a:pt x="2454491" y="3551924"/>
                  </a:lnTo>
                  <a:lnTo>
                    <a:pt x="2454636" y="3551924"/>
                  </a:lnTo>
                  <a:lnTo>
                    <a:pt x="2454782" y="3551924"/>
                  </a:lnTo>
                  <a:lnTo>
                    <a:pt x="2454927" y="3551924"/>
                  </a:lnTo>
                  <a:lnTo>
                    <a:pt x="2455073" y="3551924"/>
                  </a:lnTo>
                  <a:lnTo>
                    <a:pt x="2455218" y="3551924"/>
                  </a:lnTo>
                  <a:lnTo>
                    <a:pt x="2455364" y="3551924"/>
                  </a:lnTo>
                  <a:lnTo>
                    <a:pt x="2455509" y="3551924"/>
                  </a:lnTo>
                  <a:lnTo>
                    <a:pt x="2455654" y="3551924"/>
                  </a:lnTo>
                  <a:lnTo>
                    <a:pt x="2455654" y="3551301"/>
                  </a:lnTo>
                  <a:lnTo>
                    <a:pt x="2455800" y="3551301"/>
                  </a:lnTo>
                  <a:lnTo>
                    <a:pt x="2455945" y="3551301"/>
                  </a:lnTo>
                  <a:lnTo>
                    <a:pt x="2456091" y="3551301"/>
                  </a:lnTo>
                  <a:lnTo>
                    <a:pt x="2456236" y="3551301"/>
                  </a:lnTo>
                  <a:lnTo>
                    <a:pt x="2456382" y="3551301"/>
                  </a:lnTo>
                  <a:lnTo>
                    <a:pt x="2456527" y="3551301"/>
                  </a:lnTo>
                  <a:lnTo>
                    <a:pt x="2456672" y="3551301"/>
                  </a:lnTo>
                  <a:lnTo>
                    <a:pt x="2456818" y="3551301"/>
                  </a:lnTo>
                  <a:lnTo>
                    <a:pt x="2456818" y="3550677"/>
                  </a:lnTo>
                  <a:lnTo>
                    <a:pt x="2456963" y="3550677"/>
                  </a:lnTo>
                  <a:lnTo>
                    <a:pt x="2457109" y="3550677"/>
                  </a:lnTo>
                  <a:lnTo>
                    <a:pt x="2457254" y="3550677"/>
                  </a:lnTo>
                  <a:lnTo>
                    <a:pt x="2457254" y="3550054"/>
                  </a:lnTo>
                  <a:lnTo>
                    <a:pt x="2457400" y="3550054"/>
                  </a:lnTo>
                  <a:lnTo>
                    <a:pt x="2457545" y="3550054"/>
                  </a:lnTo>
                  <a:lnTo>
                    <a:pt x="2457690" y="3550054"/>
                  </a:lnTo>
                  <a:lnTo>
                    <a:pt x="2457836" y="3550054"/>
                  </a:lnTo>
                  <a:lnTo>
                    <a:pt x="2457981" y="3550054"/>
                  </a:lnTo>
                  <a:lnTo>
                    <a:pt x="2457981" y="3549430"/>
                  </a:lnTo>
                  <a:lnTo>
                    <a:pt x="2457981" y="3548806"/>
                  </a:lnTo>
                  <a:lnTo>
                    <a:pt x="2458127" y="3548806"/>
                  </a:lnTo>
                  <a:lnTo>
                    <a:pt x="2458272" y="3548806"/>
                  </a:lnTo>
                  <a:lnTo>
                    <a:pt x="2458417" y="3548806"/>
                  </a:lnTo>
                  <a:lnTo>
                    <a:pt x="2458563" y="3548806"/>
                  </a:lnTo>
                  <a:lnTo>
                    <a:pt x="2458708" y="3548806"/>
                  </a:lnTo>
                  <a:lnTo>
                    <a:pt x="2458854" y="3548806"/>
                  </a:lnTo>
                  <a:lnTo>
                    <a:pt x="2458999" y="3548806"/>
                  </a:lnTo>
                  <a:lnTo>
                    <a:pt x="2459145" y="3548806"/>
                  </a:lnTo>
                  <a:lnTo>
                    <a:pt x="2459290" y="3548806"/>
                  </a:lnTo>
                  <a:lnTo>
                    <a:pt x="2459435" y="3548806"/>
                  </a:lnTo>
                  <a:lnTo>
                    <a:pt x="2459581" y="3548806"/>
                  </a:lnTo>
                  <a:lnTo>
                    <a:pt x="2459726" y="3548806"/>
                  </a:lnTo>
                  <a:lnTo>
                    <a:pt x="2459872" y="3548806"/>
                  </a:lnTo>
                  <a:lnTo>
                    <a:pt x="2460017" y="3548806"/>
                  </a:lnTo>
                  <a:lnTo>
                    <a:pt x="2460017" y="3548183"/>
                  </a:lnTo>
                  <a:lnTo>
                    <a:pt x="2460163" y="3548183"/>
                  </a:lnTo>
                  <a:lnTo>
                    <a:pt x="2460163" y="3547559"/>
                  </a:lnTo>
                  <a:lnTo>
                    <a:pt x="2460308" y="3547559"/>
                  </a:lnTo>
                  <a:lnTo>
                    <a:pt x="2460453" y="3547559"/>
                  </a:lnTo>
                  <a:lnTo>
                    <a:pt x="2460599" y="3547559"/>
                  </a:lnTo>
                  <a:lnTo>
                    <a:pt x="2460744" y="3547559"/>
                  </a:lnTo>
                  <a:lnTo>
                    <a:pt x="2460890" y="3547559"/>
                  </a:lnTo>
                  <a:lnTo>
                    <a:pt x="2461035" y="3547559"/>
                  </a:lnTo>
                  <a:lnTo>
                    <a:pt x="2461035" y="3546936"/>
                  </a:lnTo>
                  <a:lnTo>
                    <a:pt x="2461181" y="3546936"/>
                  </a:lnTo>
                  <a:lnTo>
                    <a:pt x="2461326" y="3546936"/>
                  </a:lnTo>
                  <a:lnTo>
                    <a:pt x="2461471" y="3546936"/>
                  </a:lnTo>
                  <a:lnTo>
                    <a:pt x="2461617" y="3546936"/>
                  </a:lnTo>
                  <a:lnTo>
                    <a:pt x="2461762" y="3546936"/>
                  </a:lnTo>
                  <a:lnTo>
                    <a:pt x="2461908" y="3546936"/>
                  </a:lnTo>
                  <a:lnTo>
                    <a:pt x="2462053" y="3546936"/>
                  </a:lnTo>
                  <a:lnTo>
                    <a:pt x="2462199" y="3546936"/>
                  </a:lnTo>
                  <a:lnTo>
                    <a:pt x="2462344" y="3546936"/>
                  </a:lnTo>
                  <a:lnTo>
                    <a:pt x="2462344" y="3546312"/>
                  </a:lnTo>
                  <a:lnTo>
                    <a:pt x="2462489" y="3546312"/>
                  </a:lnTo>
                  <a:lnTo>
                    <a:pt x="2462635" y="3546312"/>
                  </a:lnTo>
                  <a:lnTo>
                    <a:pt x="2462780" y="3546312"/>
                  </a:lnTo>
                  <a:lnTo>
                    <a:pt x="2462926" y="3546312"/>
                  </a:lnTo>
                  <a:lnTo>
                    <a:pt x="2463071" y="3546312"/>
                  </a:lnTo>
                  <a:lnTo>
                    <a:pt x="2463217" y="3546312"/>
                  </a:lnTo>
                  <a:lnTo>
                    <a:pt x="2463362" y="3546312"/>
                  </a:lnTo>
                  <a:lnTo>
                    <a:pt x="2463507" y="3546312"/>
                  </a:lnTo>
                  <a:lnTo>
                    <a:pt x="2463653" y="3546312"/>
                  </a:lnTo>
                  <a:lnTo>
                    <a:pt x="2463798" y="3546312"/>
                  </a:lnTo>
                  <a:lnTo>
                    <a:pt x="2463944" y="3546312"/>
                  </a:lnTo>
                  <a:lnTo>
                    <a:pt x="2464089" y="3546312"/>
                  </a:lnTo>
                  <a:lnTo>
                    <a:pt x="2464235" y="3546312"/>
                  </a:lnTo>
                  <a:lnTo>
                    <a:pt x="2464380" y="3546312"/>
                  </a:lnTo>
                  <a:lnTo>
                    <a:pt x="2464525" y="3546312"/>
                  </a:lnTo>
                  <a:lnTo>
                    <a:pt x="2464525" y="3545689"/>
                  </a:lnTo>
                  <a:lnTo>
                    <a:pt x="2464671" y="3545689"/>
                  </a:lnTo>
                  <a:lnTo>
                    <a:pt x="2464816" y="3545689"/>
                  </a:lnTo>
                  <a:lnTo>
                    <a:pt x="2464962" y="3545689"/>
                  </a:lnTo>
                  <a:lnTo>
                    <a:pt x="2465107" y="3545689"/>
                  </a:lnTo>
                  <a:lnTo>
                    <a:pt x="2465252" y="3545689"/>
                  </a:lnTo>
                  <a:lnTo>
                    <a:pt x="2465398" y="3545689"/>
                  </a:lnTo>
                  <a:lnTo>
                    <a:pt x="2465543" y="3545689"/>
                  </a:lnTo>
                  <a:lnTo>
                    <a:pt x="2465689" y="3545689"/>
                  </a:lnTo>
                  <a:lnTo>
                    <a:pt x="2465834" y="3545689"/>
                  </a:lnTo>
                  <a:lnTo>
                    <a:pt x="2465980" y="3545689"/>
                  </a:lnTo>
                  <a:lnTo>
                    <a:pt x="2466125" y="3545689"/>
                  </a:lnTo>
                  <a:lnTo>
                    <a:pt x="2466270" y="3545689"/>
                  </a:lnTo>
                  <a:lnTo>
                    <a:pt x="2466416" y="3545689"/>
                  </a:lnTo>
                  <a:lnTo>
                    <a:pt x="2466561" y="3545689"/>
                  </a:lnTo>
                  <a:lnTo>
                    <a:pt x="2466561" y="3545065"/>
                  </a:lnTo>
                  <a:lnTo>
                    <a:pt x="2466561" y="3544441"/>
                  </a:lnTo>
                  <a:lnTo>
                    <a:pt x="2466707" y="3544441"/>
                  </a:lnTo>
                  <a:lnTo>
                    <a:pt x="2466707" y="3543818"/>
                  </a:lnTo>
                  <a:lnTo>
                    <a:pt x="2466852" y="3543818"/>
                  </a:lnTo>
                  <a:lnTo>
                    <a:pt x="2466998" y="3543818"/>
                  </a:lnTo>
                  <a:lnTo>
                    <a:pt x="2467143" y="3543818"/>
                  </a:lnTo>
                  <a:lnTo>
                    <a:pt x="2467288" y="3543818"/>
                  </a:lnTo>
                  <a:lnTo>
                    <a:pt x="2467288" y="3543194"/>
                  </a:lnTo>
                  <a:lnTo>
                    <a:pt x="2467434" y="3543194"/>
                  </a:lnTo>
                  <a:lnTo>
                    <a:pt x="2467434" y="3542571"/>
                  </a:lnTo>
                  <a:lnTo>
                    <a:pt x="2467434" y="3541947"/>
                  </a:lnTo>
                  <a:lnTo>
                    <a:pt x="2467579" y="3541947"/>
                  </a:lnTo>
                  <a:lnTo>
                    <a:pt x="2467725" y="3541947"/>
                  </a:lnTo>
                  <a:lnTo>
                    <a:pt x="2467870" y="3541947"/>
                  </a:lnTo>
                  <a:lnTo>
                    <a:pt x="2467870" y="3541323"/>
                  </a:lnTo>
                  <a:lnTo>
                    <a:pt x="2468016" y="3541323"/>
                  </a:lnTo>
                  <a:lnTo>
                    <a:pt x="2468016" y="3540700"/>
                  </a:lnTo>
                  <a:lnTo>
                    <a:pt x="2468161" y="3540700"/>
                  </a:lnTo>
                  <a:lnTo>
                    <a:pt x="2468306" y="3540700"/>
                  </a:lnTo>
                  <a:lnTo>
                    <a:pt x="2468452" y="3540700"/>
                  </a:lnTo>
                  <a:lnTo>
                    <a:pt x="2468597" y="3540700"/>
                  </a:lnTo>
                  <a:lnTo>
                    <a:pt x="2468743" y="3540700"/>
                  </a:lnTo>
                  <a:lnTo>
                    <a:pt x="2468888" y="3540700"/>
                  </a:lnTo>
                  <a:lnTo>
                    <a:pt x="2469034" y="3540700"/>
                  </a:lnTo>
                  <a:lnTo>
                    <a:pt x="2469179" y="3540700"/>
                  </a:lnTo>
                  <a:lnTo>
                    <a:pt x="2469324" y="3540700"/>
                  </a:lnTo>
                  <a:lnTo>
                    <a:pt x="2469324" y="3540076"/>
                  </a:lnTo>
                  <a:lnTo>
                    <a:pt x="2469324" y="3539453"/>
                  </a:lnTo>
                  <a:lnTo>
                    <a:pt x="2469470" y="3539453"/>
                  </a:lnTo>
                  <a:lnTo>
                    <a:pt x="2469615" y="3539453"/>
                  </a:lnTo>
                  <a:lnTo>
                    <a:pt x="2469761" y="3539453"/>
                  </a:lnTo>
                  <a:lnTo>
                    <a:pt x="2469906" y="3539453"/>
                  </a:lnTo>
                  <a:lnTo>
                    <a:pt x="2470052" y="3539453"/>
                  </a:lnTo>
                  <a:lnTo>
                    <a:pt x="2470197" y="3539453"/>
                  </a:lnTo>
                  <a:lnTo>
                    <a:pt x="2470342" y="3539453"/>
                  </a:lnTo>
                  <a:lnTo>
                    <a:pt x="2470488" y="3539453"/>
                  </a:lnTo>
                  <a:lnTo>
                    <a:pt x="2470633" y="3539453"/>
                  </a:lnTo>
                  <a:lnTo>
                    <a:pt x="2470633" y="3538829"/>
                  </a:lnTo>
                  <a:lnTo>
                    <a:pt x="2470779" y="3538829"/>
                  </a:lnTo>
                  <a:lnTo>
                    <a:pt x="2470924" y="3538829"/>
                  </a:lnTo>
                  <a:lnTo>
                    <a:pt x="2471070" y="3538829"/>
                  </a:lnTo>
                  <a:lnTo>
                    <a:pt x="2471215" y="3538829"/>
                  </a:lnTo>
                  <a:lnTo>
                    <a:pt x="2471360" y="3538829"/>
                  </a:lnTo>
                  <a:lnTo>
                    <a:pt x="2471506" y="3538829"/>
                  </a:lnTo>
                  <a:lnTo>
                    <a:pt x="2471651" y="3538829"/>
                  </a:lnTo>
                  <a:lnTo>
                    <a:pt x="2471651" y="3538206"/>
                  </a:lnTo>
                  <a:lnTo>
                    <a:pt x="2471797" y="3538206"/>
                  </a:lnTo>
                  <a:lnTo>
                    <a:pt x="2471942" y="3538206"/>
                  </a:lnTo>
                  <a:lnTo>
                    <a:pt x="2472087" y="3538206"/>
                  </a:lnTo>
                  <a:lnTo>
                    <a:pt x="2472087" y="3537582"/>
                  </a:lnTo>
                  <a:lnTo>
                    <a:pt x="2472087" y="3536958"/>
                  </a:lnTo>
                  <a:lnTo>
                    <a:pt x="2472233" y="3536958"/>
                  </a:lnTo>
                  <a:lnTo>
                    <a:pt x="2472378" y="3536958"/>
                  </a:lnTo>
                  <a:lnTo>
                    <a:pt x="2472378" y="3536335"/>
                  </a:lnTo>
                  <a:lnTo>
                    <a:pt x="2472524" y="3536335"/>
                  </a:lnTo>
                  <a:lnTo>
                    <a:pt x="2472669" y="3536335"/>
                  </a:lnTo>
                  <a:lnTo>
                    <a:pt x="2472815" y="3536335"/>
                  </a:lnTo>
                  <a:lnTo>
                    <a:pt x="2472960" y="3536335"/>
                  </a:lnTo>
                  <a:lnTo>
                    <a:pt x="2473105" y="3536335"/>
                  </a:lnTo>
                  <a:lnTo>
                    <a:pt x="2473105" y="3535711"/>
                  </a:lnTo>
                  <a:lnTo>
                    <a:pt x="2473105" y="3535088"/>
                  </a:lnTo>
                  <a:lnTo>
                    <a:pt x="2473251" y="3535088"/>
                  </a:lnTo>
                  <a:lnTo>
                    <a:pt x="2473396" y="3535088"/>
                  </a:lnTo>
                  <a:lnTo>
                    <a:pt x="2473542" y="3535088"/>
                  </a:lnTo>
                  <a:lnTo>
                    <a:pt x="2473687" y="3535088"/>
                  </a:lnTo>
                  <a:lnTo>
                    <a:pt x="2473833" y="3535088"/>
                  </a:lnTo>
                  <a:lnTo>
                    <a:pt x="2473978" y="3535088"/>
                  </a:lnTo>
                  <a:lnTo>
                    <a:pt x="2474123" y="3535088"/>
                  </a:lnTo>
                  <a:lnTo>
                    <a:pt x="2474269" y="3535088"/>
                  </a:lnTo>
                  <a:lnTo>
                    <a:pt x="2474414" y="3535088"/>
                  </a:lnTo>
                  <a:lnTo>
                    <a:pt x="2474560" y="3535088"/>
                  </a:lnTo>
                  <a:lnTo>
                    <a:pt x="2474705" y="3535088"/>
                  </a:lnTo>
                  <a:lnTo>
                    <a:pt x="2474851" y="3535088"/>
                  </a:lnTo>
                  <a:lnTo>
                    <a:pt x="2474851" y="3534464"/>
                  </a:lnTo>
                  <a:lnTo>
                    <a:pt x="2474996" y="3534464"/>
                  </a:lnTo>
                  <a:lnTo>
                    <a:pt x="2475141" y="3534464"/>
                  </a:lnTo>
                  <a:lnTo>
                    <a:pt x="2475287" y="3534464"/>
                  </a:lnTo>
                  <a:lnTo>
                    <a:pt x="2475432" y="3534464"/>
                  </a:lnTo>
                  <a:lnTo>
                    <a:pt x="2475432" y="3533841"/>
                  </a:lnTo>
                  <a:lnTo>
                    <a:pt x="2475578" y="3533841"/>
                  </a:lnTo>
                  <a:lnTo>
                    <a:pt x="2475723" y="3533841"/>
                  </a:lnTo>
                  <a:lnTo>
                    <a:pt x="2475869" y="3533841"/>
                  </a:lnTo>
                  <a:lnTo>
                    <a:pt x="2476014" y="3533841"/>
                  </a:lnTo>
                  <a:lnTo>
                    <a:pt x="2476159" y="3533841"/>
                  </a:lnTo>
                  <a:lnTo>
                    <a:pt x="2476305" y="3533841"/>
                  </a:lnTo>
                  <a:lnTo>
                    <a:pt x="2476450" y="3533841"/>
                  </a:lnTo>
                  <a:lnTo>
                    <a:pt x="2476596" y="3533841"/>
                  </a:lnTo>
                  <a:lnTo>
                    <a:pt x="2476741" y="3533841"/>
                  </a:lnTo>
                  <a:lnTo>
                    <a:pt x="2476887" y="3533841"/>
                  </a:lnTo>
                  <a:lnTo>
                    <a:pt x="2476887" y="3533217"/>
                  </a:lnTo>
                  <a:lnTo>
                    <a:pt x="2476887" y="3532593"/>
                  </a:lnTo>
                  <a:lnTo>
                    <a:pt x="2477032" y="3532593"/>
                  </a:lnTo>
                  <a:lnTo>
                    <a:pt x="2477177" y="3532593"/>
                  </a:lnTo>
                  <a:lnTo>
                    <a:pt x="2477323" y="3532593"/>
                  </a:lnTo>
                  <a:lnTo>
                    <a:pt x="2477468" y="3532593"/>
                  </a:lnTo>
                  <a:lnTo>
                    <a:pt x="2477614" y="3532593"/>
                  </a:lnTo>
                  <a:lnTo>
                    <a:pt x="2477759" y="3532593"/>
                  </a:lnTo>
                  <a:lnTo>
                    <a:pt x="2477904" y="3532593"/>
                  </a:lnTo>
                  <a:lnTo>
                    <a:pt x="2477904" y="3531970"/>
                  </a:lnTo>
                  <a:lnTo>
                    <a:pt x="2478050" y="3531970"/>
                  </a:lnTo>
                  <a:lnTo>
                    <a:pt x="2478195" y="3531970"/>
                  </a:lnTo>
                  <a:lnTo>
                    <a:pt x="2478341" y="3531970"/>
                  </a:lnTo>
                  <a:lnTo>
                    <a:pt x="2478341" y="3531346"/>
                  </a:lnTo>
                  <a:lnTo>
                    <a:pt x="2478486" y="3531346"/>
                  </a:lnTo>
                  <a:lnTo>
                    <a:pt x="2478486" y="3530723"/>
                  </a:lnTo>
                  <a:lnTo>
                    <a:pt x="2478486" y="3530099"/>
                  </a:lnTo>
                  <a:lnTo>
                    <a:pt x="2478632" y="3530099"/>
                  </a:lnTo>
                  <a:lnTo>
                    <a:pt x="2478777" y="3530099"/>
                  </a:lnTo>
                  <a:lnTo>
                    <a:pt x="2478777" y="3529475"/>
                  </a:lnTo>
                  <a:lnTo>
                    <a:pt x="2478922" y="3529475"/>
                  </a:lnTo>
                  <a:lnTo>
                    <a:pt x="2479068" y="3529475"/>
                  </a:lnTo>
                  <a:lnTo>
                    <a:pt x="2479068" y="3528852"/>
                  </a:lnTo>
                  <a:lnTo>
                    <a:pt x="2479213" y="3528852"/>
                  </a:lnTo>
                  <a:lnTo>
                    <a:pt x="2479213" y="3528228"/>
                  </a:lnTo>
                  <a:lnTo>
                    <a:pt x="2479359" y="3528228"/>
                  </a:lnTo>
                  <a:lnTo>
                    <a:pt x="2479504" y="3528228"/>
                  </a:lnTo>
                  <a:lnTo>
                    <a:pt x="2479504" y="3527605"/>
                  </a:lnTo>
                  <a:lnTo>
                    <a:pt x="2479650" y="3527605"/>
                  </a:lnTo>
                  <a:lnTo>
                    <a:pt x="2479795" y="3527605"/>
                  </a:lnTo>
                  <a:lnTo>
                    <a:pt x="2479940" y="3527605"/>
                  </a:lnTo>
                  <a:lnTo>
                    <a:pt x="2480086" y="3527605"/>
                  </a:lnTo>
                  <a:lnTo>
                    <a:pt x="2480231" y="3527605"/>
                  </a:lnTo>
                  <a:lnTo>
                    <a:pt x="2480377" y="3527605"/>
                  </a:lnTo>
                  <a:lnTo>
                    <a:pt x="2480522" y="3527605"/>
                  </a:lnTo>
                  <a:lnTo>
                    <a:pt x="2480668" y="3527605"/>
                  </a:lnTo>
                  <a:lnTo>
                    <a:pt x="2480668" y="3526981"/>
                  </a:lnTo>
                  <a:lnTo>
                    <a:pt x="2480813" y="3526981"/>
                  </a:lnTo>
                  <a:lnTo>
                    <a:pt x="2480958" y="3526981"/>
                  </a:lnTo>
                  <a:lnTo>
                    <a:pt x="2480958" y="3526358"/>
                  </a:lnTo>
                  <a:lnTo>
                    <a:pt x="2481104" y="3526358"/>
                  </a:lnTo>
                  <a:lnTo>
                    <a:pt x="2481104" y="3525734"/>
                  </a:lnTo>
                  <a:lnTo>
                    <a:pt x="2481104" y="3525110"/>
                  </a:lnTo>
                  <a:lnTo>
                    <a:pt x="2481249" y="3525110"/>
                  </a:lnTo>
                  <a:lnTo>
                    <a:pt x="2481395" y="3525110"/>
                  </a:lnTo>
                  <a:lnTo>
                    <a:pt x="2481540" y="3525110"/>
                  </a:lnTo>
                  <a:lnTo>
                    <a:pt x="2481540" y="3524487"/>
                  </a:lnTo>
                  <a:lnTo>
                    <a:pt x="2481686" y="3524487"/>
                  </a:lnTo>
                  <a:lnTo>
                    <a:pt x="2481831" y="3524487"/>
                  </a:lnTo>
                  <a:lnTo>
                    <a:pt x="2481831" y="3523863"/>
                  </a:lnTo>
                  <a:lnTo>
                    <a:pt x="2481976" y="3523863"/>
                  </a:lnTo>
                  <a:lnTo>
                    <a:pt x="2482122" y="3523863"/>
                  </a:lnTo>
                  <a:lnTo>
                    <a:pt x="2482267" y="3523863"/>
                  </a:lnTo>
                  <a:lnTo>
                    <a:pt x="2482413" y="3523863"/>
                  </a:lnTo>
                  <a:lnTo>
                    <a:pt x="2482558" y="3523863"/>
                  </a:lnTo>
                  <a:lnTo>
                    <a:pt x="2482558" y="3523240"/>
                  </a:lnTo>
                  <a:lnTo>
                    <a:pt x="2482558" y="3522616"/>
                  </a:lnTo>
                  <a:lnTo>
                    <a:pt x="2482704" y="3522616"/>
                  </a:lnTo>
                  <a:lnTo>
                    <a:pt x="2482849" y="3522616"/>
                  </a:lnTo>
                  <a:lnTo>
                    <a:pt x="2482994" y="3522616"/>
                  </a:lnTo>
                  <a:lnTo>
                    <a:pt x="2483140" y="3522616"/>
                  </a:lnTo>
                  <a:lnTo>
                    <a:pt x="2483285" y="3522616"/>
                  </a:lnTo>
                  <a:lnTo>
                    <a:pt x="2483431" y="3522616"/>
                  </a:lnTo>
                  <a:lnTo>
                    <a:pt x="2483576" y="3522616"/>
                  </a:lnTo>
                  <a:lnTo>
                    <a:pt x="2483722" y="3522616"/>
                  </a:lnTo>
                  <a:lnTo>
                    <a:pt x="2483867" y="3522616"/>
                  </a:lnTo>
                  <a:lnTo>
                    <a:pt x="2484012" y="3522616"/>
                  </a:lnTo>
                  <a:lnTo>
                    <a:pt x="2484012" y="3521992"/>
                  </a:lnTo>
                  <a:lnTo>
                    <a:pt x="2484158" y="3521992"/>
                  </a:lnTo>
                  <a:lnTo>
                    <a:pt x="2484303" y="3521992"/>
                  </a:lnTo>
                  <a:lnTo>
                    <a:pt x="2484449" y="3521992"/>
                  </a:lnTo>
                  <a:lnTo>
                    <a:pt x="2484594" y="3521992"/>
                  </a:lnTo>
                  <a:lnTo>
                    <a:pt x="2484739" y="3521992"/>
                  </a:lnTo>
                  <a:lnTo>
                    <a:pt x="2484885" y="3521992"/>
                  </a:lnTo>
                  <a:lnTo>
                    <a:pt x="2485030" y="3521992"/>
                  </a:lnTo>
                  <a:lnTo>
                    <a:pt x="2485176" y="3521992"/>
                  </a:lnTo>
                  <a:lnTo>
                    <a:pt x="2485321" y="3521992"/>
                  </a:lnTo>
                  <a:lnTo>
                    <a:pt x="2485467" y="3521992"/>
                  </a:lnTo>
                  <a:lnTo>
                    <a:pt x="2485612" y="3521992"/>
                  </a:lnTo>
                  <a:lnTo>
                    <a:pt x="2485757" y="3521992"/>
                  </a:lnTo>
                  <a:lnTo>
                    <a:pt x="2485903" y="3521992"/>
                  </a:lnTo>
                  <a:lnTo>
                    <a:pt x="2485903" y="3521369"/>
                  </a:lnTo>
                  <a:lnTo>
                    <a:pt x="2486048" y="3521369"/>
                  </a:lnTo>
                  <a:lnTo>
                    <a:pt x="2486048" y="3520745"/>
                  </a:lnTo>
                  <a:lnTo>
                    <a:pt x="2486048" y="3520122"/>
                  </a:lnTo>
                  <a:lnTo>
                    <a:pt x="2486194" y="3520122"/>
                  </a:lnTo>
                  <a:lnTo>
                    <a:pt x="2486194" y="3519498"/>
                  </a:lnTo>
                  <a:lnTo>
                    <a:pt x="2486194" y="3518875"/>
                  </a:lnTo>
                  <a:lnTo>
                    <a:pt x="2486339" y="3518875"/>
                  </a:lnTo>
                  <a:lnTo>
                    <a:pt x="2486485" y="3518875"/>
                  </a:lnTo>
                  <a:lnTo>
                    <a:pt x="2486630" y="3518875"/>
                  </a:lnTo>
                  <a:lnTo>
                    <a:pt x="2486775" y="3518875"/>
                  </a:lnTo>
                  <a:lnTo>
                    <a:pt x="2486921" y="3518875"/>
                  </a:lnTo>
                  <a:lnTo>
                    <a:pt x="2487066" y="3518875"/>
                  </a:lnTo>
                  <a:lnTo>
                    <a:pt x="2487212" y="3518875"/>
                  </a:lnTo>
                  <a:lnTo>
                    <a:pt x="2487212" y="3518251"/>
                  </a:lnTo>
                  <a:lnTo>
                    <a:pt x="2487357" y="3518251"/>
                  </a:lnTo>
                  <a:lnTo>
                    <a:pt x="2487503" y="3518251"/>
                  </a:lnTo>
                  <a:lnTo>
                    <a:pt x="2487503" y="3517627"/>
                  </a:lnTo>
                  <a:lnTo>
                    <a:pt x="2487648" y="3517627"/>
                  </a:lnTo>
                  <a:lnTo>
                    <a:pt x="2487793" y="3517627"/>
                  </a:lnTo>
                  <a:lnTo>
                    <a:pt x="2487939" y="3517627"/>
                  </a:lnTo>
                  <a:lnTo>
                    <a:pt x="2488084" y="3517627"/>
                  </a:lnTo>
                  <a:lnTo>
                    <a:pt x="2488230" y="3517627"/>
                  </a:lnTo>
                  <a:lnTo>
                    <a:pt x="2488375" y="3517627"/>
                  </a:lnTo>
                  <a:lnTo>
                    <a:pt x="2488521" y="3517627"/>
                  </a:lnTo>
                  <a:lnTo>
                    <a:pt x="2488666" y="3517627"/>
                  </a:lnTo>
                  <a:lnTo>
                    <a:pt x="2488811" y="3517627"/>
                  </a:lnTo>
                  <a:lnTo>
                    <a:pt x="2488957" y="3517627"/>
                  </a:lnTo>
                  <a:lnTo>
                    <a:pt x="2489102" y="3517627"/>
                  </a:lnTo>
                  <a:lnTo>
                    <a:pt x="2489248" y="3517627"/>
                  </a:lnTo>
                  <a:lnTo>
                    <a:pt x="2489393" y="3517627"/>
                  </a:lnTo>
                  <a:lnTo>
                    <a:pt x="2489539" y="3517627"/>
                  </a:lnTo>
                  <a:lnTo>
                    <a:pt x="2489684" y="3517627"/>
                  </a:lnTo>
                  <a:lnTo>
                    <a:pt x="2489829" y="3517627"/>
                  </a:lnTo>
                  <a:lnTo>
                    <a:pt x="2489829" y="3517004"/>
                  </a:lnTo>
                  <a:lnTo>
                    <a:pt x="2489975" y="3517004"/>
                  </a:lnTo>
                  <a:lnTo>
                    <a:pt x="2490120" y="3517004"/>
                  </a:lnTo>
                  <a:lnTo>
                    <a:pt x="2490266" y="3517004"/>
                  </a:lnTo>
                  <a:lnTo>
                    <a:pt x="2490411" y="3517004"/>
                  </a:lnTo>
                  <a:lnTo>
                    <a:pt x="2490411" y="3516380"/>
                  </a:lnTo>
                  <a:lnTo>
                    <a:pt x="2490411" y="3515757"/>
                  </a:lnTo>
                  <a:lnTo>
                    <a:pt x="2490557" y="3515757"/>
                  </a:lnTo>
                  <a:lnTo>
                    <a:pt x="2490702" y="3515757"/>
                  </a:lnTo>
                  <a:lnTo>
                    <a:pt x="2490847" y="3515757"/>
                  </a:lnTo>
                  <a:lnTo>
                    <a:pt x="2490847" y="3515133"/>
                  </a:lnTo>
                  <a:lnTo>
                    <a:pt x="2490993" y="3515133"/>
                  </a:lnTo>
                  <a:lnTo>
                    <a:pt x="2491138" y="3515133"/>
                  </a:lnTo>
                  <a:lnTo>
                    <a:pt x="2491138" y="3514509"/>
                  </a:lnTo>
                  <a:lnTo>
                    <a:pt x="2491284" y="3514509"/>
                  </a:lnTo>
                  <a:lnTo>
                    <a:pt x="2491429" y="3514509"/>
                  </a:lnTo>
                  <a:lnTo>
                    <a:pt x="2491574" y="3514509"/>
                  </a:lnTo>
                  <a:lnTo>
                    <a:pt x="2491720" y="3514509"/>
                  </a:lnTo>
                  <a:lnTo>
                    <a:pt x="2491865" y="3514509"/>
                  </a:lnTo>
                  <a:lnTo>
                    <a:pt x="2492011" y="3514509"/>
                  </a:lnTo>
                  <a:lnTo>
                    <a:pt x="2492156" y="3514509"/>
                  </a:lnTo>
                  <a:lnTo>
                    <a:pt x="2492302" y="3514509"/>
                  </a:lnTo>
                  <a:lnTo>
                    <a:pt x="2492447" y="3514509"/>
                  </a:lnTo>
                  <a:lnTo>
                    <a:pt x="2492592" y="3514509"/>
                  </a:lnTo>
                  <a:lnTo>
                    <a:pt x="2492738" y="3514509"/>
                  </a:lnTo>
                  <a:lnTo>
                    <a:pt x="2492883" y="3514509"/>
                  </a:lnTo>
                  <a:lnTo>
                    <a:pt x="2493029" y="3514509"/>
                  </a:lnTo>
                  <a:lnTo>
                    <a:pt x="2493174" y="3514509"/>
                  </a:lnTo>
                  <a:lnTo>
                    <a:pt x="2493320" y="3514509"/>
                  </a:lnTo>
                  <a:lnTo>
                    <a:pt x="2493465" y="3514509"/>
                  </a:lnTo>
                  <a:lnTo>
                    <a:pt x="2493610" y="3514509"/>
                  </a:lnTo>
                  <a:lnTo>
                    <a:pt x="2493756" y="3514509"/>
                  </a:lnTo>
                  <a:lnTo>
                    <a:pt x="2493756" y="3513886"/>
                  </a:lnTo>
                  <a:lnTo>
                    <a:pt x="2493901" y="3513886"/>
                  </a:lnTo>
                  <a:lnTo>
                    <a:pt x="2493901" y="3513262"/>
                  </a:lnTo>
                  <a:lnTo>
                    <a:pt x="2494047" y="3513262"/>
                  </a:lnTo>
                  <a:lnTo>
                    <a:pt x="2494192" y="3513262"/>
                  </a:lnTo>
                  <a:lnTo>
                    <a:pt x="2494192" y="3512639"/>
                  </a:lnTo>
                  <a:lnTo>
                    <a:pt x="2494192" y="3512015"/>
                  </a:lnTo>
                  <a:lnTo>
                    <a:pt x="2494338" y="3512015"/>
                  </a:lnTo>
                  <a:lnTo>
                    <a:pt x="2494338" y="3511392"/>
                  </a:lnTo>
                  <a:lnTo>
                    <a:pt x="2494338" y="3510768"/>
                  </a:lnTo>
                  <a:lnTo>
                    <a:pt x="2494483" y="3510768"/>
                  </a:lnTo>
                  <a:lnTo>
                    <a:pt x="2494628" y="3510768"/>
                  </a:lnTo>
                  <a:lnTo>
                    <a:pt x="2494774" y="3510768"/>
                  </a:lnTo>
                  <a:lnTo>
                    <a:pt x="2494919" y="3510768"/>
                  </a:lnTo>
                  <a:lnTo>
                    <a:pt x="2495065" y="3510768"/>
                  </a:lnTo>
                  <a:lnTo>
                    <a:pt x="2495210" y="3510768"/>
                  </a:lnTo>
                  <a:lnTo>
                    <a:pt x="2495210" y="3510144"/>
                  </a:lnTo>
                  <a:lnTo>
                    <a:pt x="2495356" y="3510144"/>
                  </a:lnTo>
                  <a:lnTo>
                    <a:pt x="2495501" y="3510144"/>
                  </a:lnTo>
                  <a:lnTo>
                    <a:pt x="2495646" y="3510144"/>
                  </a:lnTo>
                  <a:lnTo>
                    <a:pt x="2495792" y="3510144"/>
                  </a:lnTo>
                  <a:lnTo>
                    <a:pt x="2495792" y="3509521"/>
                  </a:lnTo>
                  <a:lnTo>
                    <a:pt x="2495937" y="3509521"/>
                  </a:lnTo>
                  <a:lnTo>
                    <a:pt x="2496083" y="3509521"/>
                  </a:lnTo>
                  <a:lnTo>
                    <a:pt x="2496228" y="3509521"/>
                  </a:lnTo>
                  <a:lnTo>
                    <a:pt x="2496228" y="3508897"/>
                  </a:lnTo>
                  <a:lnTo>
                    <a:pt x="2496228" y="3508274"/>
                  </a:lnTo>
                  <a:lnTo>
                    <a:pt x="2496374" y="3508274"/>
                  </a:lnTo>
                  <a:lnTo>
                    <a:pt x="2496519" y="3508274"/>
                  </a:lnTo>
                  <a:lnTo>
                    <a:pt x="2496664" y="3508274"/>
                  </a:lnTo>
                  <a:lnTo>
                    <a:pt x="2496810" y="3508274"/>
                  </a:lnTo>
                  <a:lnTo>
                    <a:pt x="2496810" y="3507650"/>
                  </a:lnTo>
                  <a:lnTo>
                    <a:pt x="2496955" y="3507650"/>
                  </a:lnTo>
                  <a:lnTo>
                    <a:pt x="2497101" y="3507650"/>
                  </a:lnTo>
                  <a:lnTo>
                    <a:pt x="2497246" y="3507650"/>
                  </a:lnTo>
                  <a:lnTo>
                    <a:pt x="2497392" y="3507650"/>
                  </a:lnTo>
                  <a:lnTo>
                    <a:pt x="2497537" y="3507650"/>
                  </a:lnTo>
                  <a:lnTo>
                    <a:pt x="2497682" y="3507650"/>
                  </a:lnTo>
                  <a:lnTo>
                    <a:pt x="2497828" y="3507650"/>
                  </a:lnTo>
                  <a:lnTo>
                    <a:pt x="2497973" y="3507650"/>
                  </a:lnTo>
                  <a:lnTo>
                    <a:pt x="2497973" y="3507026"/>
                  </a:lnTo>
                  <a:lnTo>
                    <a:pt x="2498119" y="3507026"/>
                  </a:lnTo>
                  <a:lnTo>
                    <a:pt x="2498264" y="3507026"/>
                  </a:lnTo>
                  <a:lnTo>
                    <a:pt x="2498409" y="3507026"/>
                  </a:lnTo>
                  <a:lnTo>
                    <a:pt x="2498555" y="3507026"/>
                  </a:lnTo>
                  <a:lnTo>
                    <a:pt x="2498700" y="3507026"/>
                  </a:lnTo>
                  <a:lnTo>
                    <a:pt x="2498846" y="3507026"/>
                  </a:lnTo>
                  <a:lnTo>
                    <a:pt x="2498991" y="3507026"/>
                  </a:lnTo>
                  <a:lnTo>
                    <a:pt x="2499137" y="3507026"/>
                  </a:lnTo>
                  <a:lnTo>
                    <a:pt x="2499137" y="3506403"/>
                  </a:lnTo>
                  <a:lnTo>
                    <a:pt x="2499137" y="3505779"/>
                  </a:lnTo>
                  <a:lnTo>
                    <a:pt x="2499282" y="3505779"/>
                  </a:lnTo>
                  <a:lnTo>
                    <a:pt x="2499282" y="3505156"/>
                  </a:lnTo>
                  <a:lnTo>
                    <a:pt x="2499427" y="3505156"/>
                  </a:lnTo>
                  <a:lnTo>
                    <a:pt x="2499573" y="3505156"/>
                  </a:lnTo>
                  <a:lnTo>
                    <a:pt x="2499573" y="3504532"/>
                  </a:lnTo>
                  <a:lnTo>
                    <a:pt x="2499718" y="3504532"/>
                  </a:lnTo>
                  <a:lnTo>
                    <a:pt x="2499864" y="3504532"/>
                  </a:lnTo>
                  <a:lnTo>
                    <a:pt x="2500009" y="3504532"/>
                  </a:lnTo>
                  <a:lnTo>
                    <a:pt x="2500155" y="3504532"/>
                  </a:lnTo>
                  <a:lnTo>
                    <a:pt x="2500300" y="3504532"/>
                  </a:lnTo>
                  <a:lnTo>
                    <a:pt x="2500445" y="3504532"/>
                  </a:lnTo>
                  <a:lnTo>
                    <a:pt x="2500591" y="3504532"/>
                  </a:lnTo>
                  <a:lnTo>
                    <a:pt x="2500736" y="3504532"/>
                  </a:lnTo>
                  <a:lnTo>
                    <a:pt x="2500882" y="3504532"/>
                  </a:lnTo>
                  <a:lnTo>
                    <a:pt x="2501027" y="3504532"/>
                  </a:lnTo>
                  <a:lnTo>
                    <a:pt x="2501027" y="3503909"/>
                  </a:lnTo>
                  <a:lnTo>
                    <a:pt x="2501173" y="3503909"/>
                  </a:lnTo>
                  <a:lnTo>
                    <a:pt x="2501318" y="3503909"/>
                  </a:lnTo>
                  <a:lnTo>
                    <a:pt x="2501463" y="3503909"/>
                  </a:lnTo>
                  <a:lnTo>
                    <a:pt x="2501463" y="3503285"/>
                  </a:lnTo>
                  <a:lnTo>
                    <a:pt x="2501609" y="3503285"/>
                  </a:lnTo>
                  <a:lnTo>
                    <a:pt x="2501754" y="3503285"/>
                  </a:lnTo>
                  <a:lnTo>
                    <a:pt x="2501754" y="3502661"/>
                  </a:lnTo>
                  <a:lnTo>
                    <a:pt x="2501900" y="3502661"/>
                  </a:lnTo>
                  <a:lnTo>
                    <a:pt x="2502045" y="3502661"/>
                  </a:lnTo>
                  <a:lnTo>
                    <a:pt x="2502191" y="3502661"/>
                  </a:lnTo>
                  <a:lnTo>
                    <a:pt x="2502191" y="3502038"/>
                  </a:lnTo>
                  <a:lnTo>
                    <a:pt x="2502191" y="3501414"/>
                  </a:lnTo>
                  <a:lnTo>
                    <a:pt x="2502336" y="3501414"/>
                  </a:lnTo>
                  <a:lnTo>
                    <a:pt x="2502481" y="3501414"/>
                  </a:lnTo>
                  <a:lnTo>
                    <a:pt x="2502627" y="3501414"/>
                  </a:lnTo>
                  <a:lnTo>
                    <a:pt x="2502772" y="3501414"/>
                  </a:lnTo>
                  <a:lnTo>
                    <a:pt x="2502918" y="3501414"/>
                  </a:lnTo>
                  <a:lnTo>
                    <a:pt x="2503063" y="3501414"/>
                  </a:lnTo>
                  <a:lnTo>
                    <a:pt x="2503209" y="3501414"/>
                  </a:lnTo>
                  <a:lnTo>
                    <a:pt x="2503354" y="3501414"/>
                  </a:lnTo>
                  <a:lnTo>
                    <a:pt x="2503499" y="3501414"/>
                  </a:lnTo>
                  <a:lnTo>
                    <a:pt x="2503645" y="3501414"/>
                  </a:lnTo>
                  <a:lnTo>
                    <a:pt x="2503790" y="3501414"/>
                  </a:lnTo>
                  <a:lnTo>
                    <a:pt x="2503936" y="3501414"/>
                  </a:lnTo>
                  <a:lnTo>
                    <a:pt x="2504081" y="3501414"/>
                  </a:lnTo>
                  <a:lnTo>
                    <a:pt x="2504227" y="3501414"/>
                  </a:lnTo>
                  <a:lnTo>
                    <a:pt x="2504372" y="3501414"/>
                  </a:lnTo>
                  <a:lnTo>
                    <a:pt x="2504372" y="3500791"/>
                  </a:lnTo>
                  <a:lnTo>
                    <a:pt x="2504517" y="3500791"/>
                  </a:lnTo>
                  <a:lnTo>
                    <a:pt x="2504663" y="3500791"/>
                  </a:lnTo>
                  <a:lnTo>
                    <a:pt x="2504808" y="3500791"/>
                  </a:lnTo>
                  <a:lnTo>
                    <a:pt x="2504808" y="3500167"/>
                  </a:lnTo>
                  <a:lnTo>
                    <a:pt x="2504954" y="3500167"/>
                  </a:lnTo>
                  <a:lnTo>
                    <a:pt x="2504954" y="3499543"/>
                  </a:lnTo>
                  <a:lnTo>
                    <a:pt x="2504954" y="3498920"/>
                  </a:lnTo>
                  <a:lnTo>
                    <a:pt x="2505099" y="3498920"/>
                  </a:lnTo>
                  <a:lnTo>
                    <a:pt x="2505244" y="3498920"/>
                  </a:lnTo>
                  <a:lnTo>
                    <a:pt x="2505244" y="3498296"/>
                  </a:lnTo>
                  <a:lnTo>
                    <a:pt x="2505390" y="3498296"/>
                  </a:lnTo>
                  <a:lnTo>
                    <a:pt x="2505390" y="3497673"/>
                  </a:lnTo>
                  <a:lnTo>
                    <a:pt x="2505535" y="3497673"/>
                  </a:lnTo>
                  <a:lnTo>
                    <a:pt x="2505535" y="3497049"/>
                  </a:lnTo>
                  <a:lnTo>
                    <a:pt x="2505681" y="3497049"/>
                  </a:lnTo>
                  <a:lnTo>
                    <a:pt x="2505826" y="3497049"/>
                  </a:lnTo>
                  <a:lnTo>
                    <a:pt x="2505972" y="3497049"/>
                  </a:lnTo>
                  <a:lnTo>
                    <a:pt x="2506117" y="3497049"/>
                  </a:lnTo>
                  <a:lnTo>
                    <a:pt x="2506262" y="3497049"/>
                  </a:lnTo>
                  <a:lnTo>
                    <a:pt x="2506262" y="3496426"/>
                  </a:lnTo>
                  <a:lnTo>
                    <a:pt x="2506408" y="3496426"/>
                  </a:lnTo>
                  <a:lnTo>
                    <a:pt x="2506553" y="3496426"/>
                  </a:lnTo>
                  <a:lnTo>
                    <a:pt x="2506699" y="3496426"/>
                  </a:lnTo>
                  <a:lnTo>
                    <a:pt x="2506844" y="3496426"/>
                  </a:lnTo>
                  <a:lnTo>
                    <a:pt x="2506990" y="3496426"/>
                  </a:lnTo>
                  <a:lnTo>
                    <a:pt x="2506990" y="3495802"/>
                  </a:lnTo>
                  <a:lnTo>
                    <a:pt x="2507135" y="3495802"/>
                  </a:lnTo>
                  <a:lnTo>
                    <a:pt x="2507135" y="3495178"/>
                  </a:lnTo>
                  <a:lnTo>
                    <a:pt x="2507280" y="3495178"/>
                  </a:lnTo>
                  <a:lnTo>
                    <a:pt x="2507426" y="3495178"/>
                  </a:lnTo>
                  <a:lnTo>
                    <a:pt x="2507426" y="3494555"/>
                  </a:lnTo>
                  <a:lnTo>
                    <a:pt x="2507571" y="3494555"/>
                  </a:lnTo>
                  <a:lnTo>
                    <a:pt x="2507717" y="3494555"/>
                  </a:lnTo>
                  <a:lnTo>
                    <a:pt x="2507862" y="3494555"/>
                  </a:lnTo>
                  <a:lnTo>
                    <a:pt x="2508008" y="3494555"/>
                  </a:lnTo>
                  <a:lnTo>
                    <a:pt x="2508153" y="3494555"/>
                  </a:lnTo>
                  <a:lnTo>
                    <a:pt x="2508298" y="3494555"/>
                  </a:lnTo>
                  <a:lnTo>
                    <a:pt x="2508298" y="3493931"/>
                  </a:lnTo>
                  <a:lnTo>
                    <a:pt x="2508298" y="3493308"/>
                  </a:lnTo>
                  <a:lnTo>
                    <a:pt x="2508444" y="3493308"/>
                  </a:lnTo>
                  <a:lnTo>
                    <a:pt x="2508589" y="3493308"/>
                  </a:lnTo>
                  <a:lnTo>
                    <a:pt x="2508735" y="3493308"/>
                  </a:lnTo>
                  <a:lnTo>
                    <a:pt x="2508880" y="3493308"/>
                  </a:lnTo>
                  <a:lnTo>
                    <a:pt x="2508880" y="3492684"/>
                  </a:lnTo>
                  <a:lnTo>
                    <a:pt x="2508880" y="3492060"/>
                  </a:lnTo>
                  <a:lnTo>
                    <a:pt x="2509026" y="3492060"/>
                  </a:lnTo>
                  <a:lnTo>
                    <a:pt x="2509026" y="3491437"/>
                  </a:lnTo>
                  <a:lnTo>
                    <a:pt x="2509171" y="3491437"/>
                  </a:lnTo>
                  <a:lnTo>
                    <a:pt x="2509316" y="3491437"/>
                  </a:lnTo>
                  <a:lnTo>
                    <a:pt x="2509316" y="3490813"/>
                  </a:lnTo>
                  <a:lnTo>
                    <a:pt x="2509462" y="3490813"/>
                  </a:lnTo>
                  <a:lnTo>
                    <a:pt x="2509607" y="3490813"/>
                  </a:lnTo>
                  <a:lnTo>
                    <a:pt x="2509753" y="3490813"/>
                  </a:lnTo>
                  <a:lnTo>
                    <a:pt x="2509898" y="3490813"/>
                  </a:lnTo>
                  <a:lnTo>
                    <a:pt x="2510044" y="3490813"/>
                  </a:lnTo>
                  <a:lnTo>
                    <a:pt x="2510189" y="3490813"/>
                  </a:lnTo>
                  <a:lnTo>
                    <a:pt x="2510334" y="3490813"/>
                  </a:lnTo>
                  <a:lnTo>
                    <a:pt x="2510480" y="3490813"/>
                  </a:lnTo>
                  <a:lnTo>
                    <a:pt x="2510625" y="3490813"/>
                  </a:lnTo>
                  <a:lnTo>
                    <a:pt x="2510771" y="3490813"/>
                  </a:lnTo>
                  <a:lnTo>
                    <a:pt x="2510916" y="3490813"/>
                  </a:lnTo>
                  <a:lnTo>
                    <a:pt x="2510916" y="3490190"/>
                  </a:lnTo>
                  <a:lnTo>
                    <a:pt x="2511062" y="3490190"/>
                  </a:lnTo>
                  <a:lnTo>
                    <a:pt x="2511207" y="3490190"/>
                  </a:lnTo>
                  <a:lnTo>
                    <a:pt x="2511352" y="3490190"/>
                  </a:lnTo>
                  <a:lnTo>
                    <a:pt x="2511498" y="3490190"/>
                  </a:lnTo>
                  <a:lnTo>
                    <a:pt x="2511498" y="3489566"/>
                  </a:lnTo>
                  <a:lnTo>
                    <a:pt x="2511643" y="3489566"/>
                  </a:lnTo>
                  <a:lnTo>
                    <a:pt x="2511789" y="3489566"/>
                  </a:lnTo>
                  <a:lnTo>
                    <a:pt x="2511789" y="3488943"/>
                  </a:lnTo>
                  <a:lnTo>
                    <a:pt x="2511789" y="3488319"/>
                  </a:lnTo>
                  <a:lnTo>
                    <a:pt x="2511934" y="3488319"/>
                  </a:lnTo>
                  <a:lnTo>
                    <a:pt x="2512079" y="3488319"/>
                  </a:lnTo>
                  <a:lnTo>
                    <a:pt x="2512225" y="3488319"/>
                  </a:lnTo>
                  <a:lnTo>
                    <a:pt x="2512370" y="3488319"/>
                  </a:lnTo>
                  <a:lnTo>
                    <a:pt x="2512516" y="3488319"/>
                  </a:lnTo>
                  <a:lnTo>
                    <a:pt x="2512661" y="3488319"/>
                  </a:lnTo>
                  <a:lnTo>
                    <a:pt x="2512807" y="3488319"/>
                  </a:lnTo>
                  <a:lnTo>
                    <a:pt x="2512952" y="3488319"/>
                  </a:lnTo>
                  <a:lnTo>
                    <a:pt x="2513097" y="3488319"/>
                  </a:lnTo>
                  <a:lnTo>
                    <a:pt x="2513243" y="3488319"/>
                  </a:lnTo>
                  <a:lnTo>
                    <a:pt x="2513243" y="3487695"/>
                  </a:lnTo>
                  <a:lnTo>
                    <a:pt x="2513388" y="3487695"/>
                  </a:lnTo>
                  <a:lnTo>
                    <a:pt x="2513534" y="3487695"/>
                  </a:lnTo>
                  <a:lnTo>
                    <a:pt x="2513679" y="3487695"/>
                  </a:lnTo>
                  <a:lnTo>
                    <a:pt x="2513679" y="3487072"/>
                  </a:lnTo>
                  <a:lnTo>
                    <a:pt x="2513825" y="3487072"/>
                  </a:lnTo>
                  <a:lnTo>
                    <a:pt x="2513825" y="3486448"/>
                  </a:lnTo>
                  <a:lnTo>
                    <a:pt x="2513970" y="3486448"/>
                  </a:lnTo>
                  <a:lnTo>
                    <a:pt x="2514115" y="3486448"/>
                  </a:lnTo>
                  <a:lnTo>
                    <a:pt x="2514261" y="3486448"/>
                  </a:lnTo>
                  <a:lnTo>
                    <a:pt x="2514406" y="3486448"/>
                  </a:lnTo>
                  <a:lnTo>
                    <a:pt x="2514406" y="3485825"/>
                  </a:lnTo>
                  <a:lnTo>
                    <a:pt x="2514406" y="3485201"/>
                  </a:lnTo>
                  <a:lnTo>
                    <a:pt x="2514552" y="3485201"/>
                  </a:lnTo>
                  <a:lnTo>
                    <a:pt x="2514697" y="3485201"/>
                  </a:lnTo>
                  <a:lnTo>
                    <a:pt x="2514843" y="3485201"/>
                  </a:lnTo>
                  <a:lnTo>
                    <a:pt x="2514843" y="3484577"/>
                  </a:lnTo>
                  <a:lnTo>
                    <a:pt x="2514843" y="3483954"/>
                  </a:lnTo>
                  <a:lnTo>
                    <a:pt x="2514843" y="3483330"/>
                  </a:lnTo>
                  <a:lnTo>
                    <a:pt x="2514988" y="3483330"/>
                  </a:lnTo>
                  <a:lnTo>
                    <a:pt x="2515133" y="3483330"/>
                  </a:lnTo>
                  <a:lnTo>
                    <a:pt x="2515133" y="3482707"/>
                  </a:lnTo>
                  <a:lnTo>
                    <a:pt x="2515133" y="3482083"/>
                  </a:lnTo>
                  <a:lnTo>
                    <a:pt x="2515279" y="3482083"/>
                  </a:lnTo>
                  <a:lnTo>
                    <a:pt x="2515424" y="3482083"/>
                  </a:lnTo>
                  <a:lnTo>
                    <a:pt x="2515570" y="3482083"/>
                  </a:lnTo>
                  <a:lnTo>
                    <a:pt x="2515715" y="3482083"/>
                  </a:lnTo>
                  <a:lnTo>
                    <a:pt x="2515861" y="3482083"/>
                  </a:lnTo>
                  <a:lnTo>
                    <a:pt x="2516006" y="3482083"/>
                  </a:lnTo>
                  <a:lnTo>
                    <a:pt x="2516151" y="3482083"/>
                  </a:lnTo>
                  <a:lnTo>
                    <a:pt x="2516297" y="3482083"/>
                  </a:lnTo>
                  <a:lnTo>
                    <a:pt x="2516442" y="3482083"/>
                  </a:lnTo>
                  <a:lnTo>
                    <a:pt x="2516442" y="3481460"/>
                  </a:lnTo>
                  <a:lnTo>
                    <a:pt x="2516588" y="3481460"/>
                  </a:lnTo>
                  <a:lnTo>
                    <a:pt x="2516733" y="3481460"/>
                  </a:lnTo>
                  <a:lnTo>
                    <a:pt x="2516879" y="3481460"/>
                  </a:lnTo>
                  <a:lnTo>
                    <a:pt x="2517024" y="3481460"/>
                  </a:lnTo>
                  <a:lnTo>
                    <a:pt x="2517169" y="3481460"/>
                  </a:lnTo>
                  <a:lnTo>
                    <a:pt x="2517315" y="3481460"/>
                  </a:lnTo>
                  <a:lnTo>
                    <a:pt x="2517460" y="3481460"/>
                  </a:lnTo>
                  <a:lnTo>
                    <a:pt x="2517460" y="3480836"/>
                  </a:lnTo>
                  <a:lnTo>
                    <a:pt x="2517606" y="3480836"/>
                  </a:lnTo>
                  <a:lnTo>
                    <a:pt x="2517751" y="3480836"/>
                  </a:lnTo>
                  <a:lnTo>
                    <a:pt x="2517897" y="3480836"/>
                  </a:lnTo>
                  <a:lnTo>
                    <a:pt x="2518042" y="3480836"/>
                  </a:lnTo>
                  <a:lnTo>
                    <a:pt x="2518187" y="3480836"/>
                  </a:lnTo>
                  <a:lnTo>
                    <a:pt x="2518187" y="3480212"/>
                  </a:lnTo>
                  <a:lnTo>
                    <a:pt x="2518333" y="3480212"/>
                  </a:lnTo>
                  <a:lnTo>
                    <a:pt x="2518478" y="3480212"/>
                  </a:lnTo>
                  <a:lnTo>
                    <a:pt x="2518624" y="3480212"/>
                  </a:lnTo>
                  <a:lnTo>
                    <a:pt x="2518769" y="3480212"/>
                  </a:lnTo>
                  <a:lnTo>
                    <a:pt x="2518769" y="3479589"/>
                  </a:lnTo>
                  <a:lnTo>
                    <a:pt x="2518914" y="3479589"/>
                  </a:lnTo>
                  <a:lnTo>
                    <a:pt x="2519060" y="3479589"/>
                  </a:lnTo>
                  <a:lnTo>
                    <a:pt x="2519205" y="3479589"/>
                  </a:lnTo>
                  <a:lnTo>
                    <a:pt x="2519351" y="3479589"/>
                  </a:lnTo>
                  <a:lnTo>
                    <a:pt x="2519496" y="3479589"/>
                  </a:lnTo>
                  <a:lnTo>
                    <a:pt x="2519642" y="3479589"/>
                  </a:lnTo>
                  <a:lnTo>
                    <a:pt x="2519787" y="3479589"/>
                  </a:lnTo>
                  <a:lnTo>
                    <a:pt x="2519932" y="3479589"/>
                  </a:lnTo>
                  <a:lnTo>
                    <a:pt x="2519932" y="3478965"/>
                  </a:lnTo>
                  <a:lnTo>
                    <a:pt x="2520078" y="3478965"/>
                  </a:lnTo>
                  <a:lnTo>
                    <a:pt x="2520223" y="3478965"/>
                  </a:lnTo>
                  <a:lnTo>
                    <a:pt x="2520369" y="3478965"/>
                  </a:lnTo>
                  <a:lnTo>
                    <a:pt x="2520369" y="3478342"/>
                  </a:lnTo>
                  <a:lnTo>
                    <a:pt x="2520369" y="3477718"/>
                  </a:lnTo>
                  <a:lnTo>
                    <a:pt x="2520514" y="3477718"/>
                  </a:lnTo>
                  <a:lnTo>
                    <a:pt x="2520660" y="3477718"/>
                  </a:lnTo>
                  <a:lnTo>
                    <a:pt x="2520805" y="3477718"/>
                  </a:lnTo>
                  <a:lnTo>
                    <a:pt x="2520805" y="3477095"/>
                  </a:lnTo>
                  <a:lnTo>
                    <a:pt x="2520950" y="3477095"/>
                  </a:lnTo>
                  <a:lnTo>
                    <a:pt x="2521096" y="3477095"/>
                  </a:lnTo>
                  <a:lnTo>
                    <a:pt x="2521241" y="3477095"/>
                  </a:lnTo>
                  <a:lnTo>
                    <a:pt x="2521387" y="3477095"/>
                  </a:lnTo>
                  <a:lnTo>
                    <a:pt x="2521387" y="3476471"/>
                  </a:lnTo>
                  <a:lnTo>
                    <a:pt x="2521532" y="3476471"/>
                  </a:lnTo>
                  <a:lnTo>
                    <a:pt x="2521678" y="3476471"/>
                  </a:lnTo>
                  <a:lnTo>
                    <a:pt x="2521823" y="3476471"/>
                  </a:lnTo>
                  <a:lnTo>
                    <a:pt x="2521968" y="3476471"/>
                  </a:lnTo>
                  <a:lnTo>
                    <a:pt x="2522114" y="3476471"/>
                  </a:lnTo>
                  <a:lnTo>
                    <a:pt x="2522259" y="3476471"/>
                  </a:lnTo>
                  <a:lnTo>
                    <a:pt x="2522405" y="3476471"/>
                  </a:lnTo>
                  <a:lnTo>
                    <a:pt x="2522550" y="3476471"/>
                  </a:lnTo>
                  <a:lnTo>
                    <a:pt x="2522696" y="3476471"/>
                  </a:lnTo>
                  <a:lnTo>
                    <a:pt x="2522841" y="3476471"/>
                  </a:lnTo>
                  <a:lnTo>
                    <a:pt x="2522841" y="3475847"/>
                  </a:lnTo>
                  <a:lnTo>
                    <a:pt x="2522986" y="3475847"/>
                  </a:lnTo>
                  <a:lnTo>
                    <a:pt x="2522986" y="3475224"/>
                  </a:lnTo>
                  <a:lnTo>
                    <a:pt x="2523132" y="3475224"/>
                  </a:lnTo>
                  <a:lnTo>
                    <a:pt x="2523277" y="3475224"/>
                  </a:lnTo>
                  <a:lnTo>
                    <a:pt x="2523423" y="3475224"/>
                  </a:lnTo>
                  <a:lnTo>
                    <a:pt x="2523568" y="3475224"/>
                  </a:lnTo>
                  <a:lnTo>
                    <a:pt x="2523714" y="3475224"/>
                  </a:lnTo>
                  <a:lnTo>
                    <a:pt x="2523859" y="3475224"/>
                  </a:lnTo>
                  <a:lnTo>
                    <a:pt x="2523859" y="3474600"/>
                  </a:lnTo>
                  <a:lnTo>
                    <a:pt x="2524004" y="3474600"/>
                  </a:lnTo>
                  <a:lnTo>
                    <a:pt x="2524150" y="3474600"/>
                  </a:lnTo>
                  <a:lnTo>
                    <a:pt x="2524295" y="3474600"/>
                  </a:lnTo>
                  <a:lnTo>
                    <a:pt x="2524441" y="3474600"/>
                  </a:lnTo>
                  <a:lnTo>
                    <a:pt x="2524586" y="3474600"/>
                  </a:lnTo>
                  <a:lnTo>
                    <a:pt x="2524586" y="3473977"/>
                  </a:lnTo>
                  <a:lnTo>
                    <a:pt x="2524732" y="3473977"/>
                  </a:lnTo>
                  <a:lnTo>
                    <a:pt x="2524732" y="3473353"/>
                  </a:lnTo>
                  <a:lnTo>
                    <a:pt x="2524877" y="3473353"/>
                  </a:lnTo>
                  <a:lnTo>
                    <a:pt x="2525022" y="3473353"/>
                  </a:lnTo>
                  <a:lnTo>
                    <a:pt x="2525168" y="3473353"/>
                  </a:lnTo>
                  <a:lnTo>
                    <a:pt x="2525313" y="3473353"/>
                  </a:lnTo>
                  <a:lnTo>
                    <a:pt x="2525459" y="3473353"/>
                  </a:lnTo>
                  <a:lnTo>
                    <a:pt x="2525604" y="3473353"/>
                  </a:lnTo>
                  <a:lnTo>
                    <a:pt x="2525749" y="3473353"/>
                  </a:lnTo>
                  <a:lnTo>
                    <a:pt x="2525895" y="3473353"/>
                  </a:lnTo>
                  <a:lnTo>
                    <a:pt x="2526040" y="3473353"/>
                  </a:lnTo>
                  <a:lnTo>
                    <a:pt x="2526186" y="3473353"/>
                  </a:lnTo>
                  <a:lnTo>
                    <a:pt x="2526331" y="3473353"/>
                  </a:lnTo>
                  <a:lnTo>
                    <a:pt x="2526477" y="3473353"/>
                  </a:lnTo>
                  <a:lnTo>
                    <a:pt x="2526622" y="3473353"/>
                  </a:lnTo>
                  <a:lnTo>
                    <a:pt x="2526767" y="3473353"/>
                  </a:lnTo>
                  <a:lnTo>
                    <a:pt x="2526913" y="3473353"/>
                  </a:lnTo>
                  <a:lnTo>
                    <a:pt x="2527058" y="3473353"/>
                  </a:lnTo>
                  <a:lnTo>
                    <a:pt x="2527058" y="3472729"/>
                  </a:lnTo>
                  <a:lnTo>
                    <a:pt x="2527204" y="3472729"/>
                  </a:lnTo>
                  <a:lnTo>
                    <a:pt x="2527349" y="3472729"/>
                  </a:lnTo>
                  <a:lnTo>
                    <a:pt x="2527495" y="3472729"/>
                  </a:lnTo>
                  <a:lnTo>
                    <a:pt x="2527495" y="3472106"/>
                  </a:lnTo>
                  <a:lnTo>
                    <a:pt x="2527495" y="3471482"/>
                  </a:lnTo>
                  <a:lnTo>
                    <a:pt x="2527640" y="3471482"/>
                  </a:lnTo>
                  <a:lnTo>
                    <a:pt x="2527785" y="3471482"/>
                  </a:lnTo>
                  <a:lnTo>
                    <a:pt x="2527931" y="3471482"/>
                  </a:lnTo>
                  <a:lnTo>
                    <a:pt x="2528076" y="3471482"/>
                  </a:lnTo>
                  <a:lnTo>
                    <a:pt x="2528076" y="3470859"/>
                  </a:lnTo>
                  <a:lnTo>
                    <a:pt x="2528222" y="3470859"/>
                  </a:lnTo>
                  <a:lnTo>
                    <a:pt x="2528367" y="3470859"/>
                  </a:lnTo>
                  <a:lnTo>
                    <a:pt x="2528513" y="3470859"/>
                  </a:lnTo>
                  <a:lnTo>
                    <a:pt x="2528658" y="3470859"/>
                  </a:lnTo>
                  <a:lnTo>
                    <a:pt x="2528658" y="3470235"/>
                  </a:lnTo>
                  <a:lnTo>
                    <a:pt x="2528803" y="3470235"/>
                  </a:lnTo>
                  <a:lnTo>
                    <a:pt x="2528803" y="3469612"/>
                  </a:lnTo>
                  <a:lnTo>
                    <a:pt x="2528949" y="3469612"/>
                  </a:lnTo>
                  <a:lnTo>
                    <a:pt x="2528949" y="3468988"/>
                  </a:lnTo>
                  <a:lnTo>
                    <a:pt x="2529094" y="3468988"/>
                  </a:lnTo>
                  <a:lnTo>
                    <a:pt x="2529240" y="3468988"/>
                  </a:lnTo>
                  <a:lnTo>
                    <a:pt x="2529385" y="3468988"/>
                  </a:lnTo>
                  <a:lnTo>
                    <a:pt x="2529531" y="3468988"/>
                  </a:lnTo>
                  <a:lnTo>
                    <a:pt x="2529531" y="3468364"/>
                  </a:lnTo>
                  <a:lnTo>
                    <a:pt x="2529676" y="3468364"/>
                  </a:lnTo>
                  <a:lnTo>
                    <a:pt x="2529676" y="3467741"/>
                  </a:lnTo>
                  <a:lnTo>
                    <a:pt x="2529821" y="3467741"/>
                  </a:lnTo>
                  <a:lnTo>
                    <a:pt x="2529821" y="3467117"/>
                  </a:lnTo>
                  <a:lnTo>
                    <a:pt x="2529967" y="3467117"/>
                  </a:lnTo>
                  <a:lnTo>
                    <a:pt x="2529967" y="3466494"/>
                  </a:lnTo>
                  <a:lnTo>
                    <a:pt x="2530112" y="3466494"/>
                  </a:lnTo>
                  <a:lnTo>
                    <a:pt x="2530258" y="3466494"/>
                  </a:lnTo>
                  <a:lnTo>
                    <a:pt x="2530403" y="3466494"/>
                  </a:lnTo>
                  <a:lnTo>
                    <a:pt x="2530403" y="3465870"/>
                  </a:lnTo>
                  <a:lnTo>
                    <a:pt x="2530549" y="3465870"/>
                  </a:lnTo>
                  <a:lnTo>
                    <a:pt x="2530549" y="3465246"/>
                  </a:lnTo>
                  <a:lnTo>
                    <a:pt x="2530694" y="3465246"/>
                  </a:lnTo>
                  <a:lnTo>
                    <a:pt x="2530839" y="3465246"/>
                  </a:lnTo>
                  <a:lnTo>
                    <a:pt x="2530985" y="3465246"/>
                  </a:lnTo>
                  <a:lnTo>
                    <a:pt x="2531130" y="3465246"/>
                  </a:lnTo>
                  <a:lnTo>
                    <a:pt x="2531276" y="3465246"/>
                  </a:lnTo>
                  <a:lnTo>
                    <a:pt x="2531421" y="3465246"/>
                  </a:lnTo>
                  <a:lnTo>
                    <a:pt x="2531567" y="3465246"/>
                  </a:lnTo>
                  <a:lnTo>
                    <a:pt x="2531712" y="3465246"/>
                  </a:lnTo>
                  <a:lnTo>
                    <a:pt x="2531857" y="3465246"/>
                  </a:lnTo>
                  <a:lnTo>
                    <a:pt x="2531857" y="3464623"/>
                  </a:lnTo>
                  <a:lnTo>
                    <a:pt x="2531857" y="3463999"/>
                  </a:lnTo>
                  <a:lnTo>
                    <a:pt x="2532003" y="3463999"/>
                  </a:lnTo>
                  <a:lnTo>
                    <a:pt x="2532148" y="3463999"/>
                  </a:lnTo>
                  <a:lnTo>
                    <a:pt x="2532294" y="3463999"/>
                  </a:lnTo>
                  <a:lnTo>
                    <a:pt x="2532439" y="3463999"/>
                  </a:lnTo>
                  <a:lnTo>
                    <a:pt x="2532584" y="3463999"/>
                  </a:lnTo>
                  <a:lnTo>
                    <a:pt x="2532730" y="3463999"/>
                  </a:lnTo>
                  <a:lnTo>
                    <a:pt x="2532875" y="3463999"/>
                  </a:lnTo>
                  <a:lnTo>
                    <a:pt x="2533021" y="3463999"/>
                  </a:lnTo>
                  <a:lnTo>
                    <a:pt x="2533166" y="3463999"/>
                  </a:lnTo>
                  <a:lnTo>
                    <a:pt x="2533312" y="3463999"/>
                  </a:lnTo>
                  <a:lnTo>
                    <a:pt x="2533312" y="3463376"/>
                  </a:lnTo>
                  <a:lnTo>
                    <a:pt x="2533457" y="3463376"/>
                  </a:lnTo>
                  <a:lnTo>
                    <a:pt x="2533602" y="3463376"/>
                  </a:lnTo>
                  <a:lnTo>
                    <a:pt x="2533748" y="3463376"/>
                  </a:lnTo>
                  <a:lnTo>
                    <a:pt x="2533748" y="3462752"/>
                  </a:lnTo>
                  <a:lnTo>
                    <a:pt x="2533893" y="3462752"/>
                  </a:lnTo>
                  <a:lnTo>
                    <a:pt x="2534039" y="3462752"/>
                  </a:lnTo>
                  <a:lnTo>
                    <a:pt x="2534039" y="3462129"/>
                  </a:lnTo>
                  <a:lnTo>
                    <a:pt x="2534184" y="3462129"/>
                  </a:lnTo>
                  <a:lnTo>
                    <a:pt x="2534330" y="3462129"/>
                  </a:lnTo>
                  <a:lnTo>
                    <a:pt x="2534330" y="3461505"/>
                  </a:lnTo>
                  <a:lnTo>
                    <a:pt x="2534330" y="3460881"/>
                  </a:lnTo>
                  <a:lnTo>
                    <a:pt x="2534475" y="3460881"/>
                  </a:lnTo>
                  <a:lnTo>
                    <a:pt x="2534620" y="3460881"/>
                  </a:lnTo>
                  <a:lnTo>
                    <a:pt x="2534766" y="3460881"/>
                  </a:lnTo>
                  <a:lnTo>
                    <a:pt x="2534911" y="3460881"/>
                  </a:lnTo>
                  <a:lnTo>
                    <a:pt x="2535057" y="3460881"/>
                  </a:lnTo>
                  <a:lnTo>
                    <a:pt x="2535202" y="3460881"/>
                  </a:lnTo>
                  <a:lnTo>
                    <a:pt x="2535348" y="3460881"/>
                  </a:lnTo>
                  <a:lnTo>
                    <a:pt x="2535493" y="3460881"/>
                  </a:lnTo>
                  <a:lnTo>
                    <a:pt x="2535638" y="3460881"/>
                  </a:lnTo>
                  <a:lnTo>
                    <a:pt x="2535784" y="3460881"/>
                  </a:lnTo>
                  <a:lnTo>
                    <a:pt x="2535784" y="3460258"/>
                  </a:lnTo>
                  <a:lnTo>
                    <a:pt x="2535929" y="3460258"/>
                  </a:lnTo>
                  <a:lnTo>
                    <a:pt x="2536075" y="3460258"/>
                  </a:lnTo>
                  <a:lnTo>
                    <a:pt x="2536220" y="3460258"/>
                  </a:lnTo>
                  <a:lnTo>
                    <a:pt x="2536366" y="3460258"/>
                  </a:lnTo>
                  <a:lnTo>
                    <a:pt x="2536511" y="3460258"/>
                  </a:lnTo>
                  <a:lnTo>
                    <a:pt x="2536656" y="3460258"/>
                  </a:lnTo>
                  <a:lnTo>
                    <a:pt x="2536802" y="3460258"/>
                  </a:lnTo>
                  <a:lnTo>
                    <a:pt x="2536947" y="3460258"/>
                  </a:lnTo>
                  <a:lnTo>
                    <a:pt x="2536947" y="3459634"/>
                  </a:lnTo>
                  <a:lnTo>
                    <a:pt x="2537093" y="3459634"/>
                  </a:lnTo>
                  <a:lnTo>
                    <a:pt x="2537238" y="3459634"/>
                  </a:lnTo>
                  <a:lnTo>
                    <a:pt x="2537384" y="3459634"/>
                  </a:lnTo>
                  <a:lnTo>
                    <a:pt x="2537529" y="3459634"/>
                  </a:lnTo>
                  <a:lnTo>
                    <a:pt x="2537674" y="3459634"/>
                  </a:lnTo>
                  <a:lnTo>
                    <a:pt x="2537820" y="3459634"/>
                  </a:lnTo>
                  <a:lnTo>
                    <a:pt x="2537965" y="3459634"/>
                  </a:lnTo>
                  <a:lnTo>
                    <a:pt x="2538111" y="3459634"/>
                  </a:lnTo>
                  <a:lnTo>
                    <a:pt x="2538111" y="3459011"/>
                  </a:lnTo>
                  <a:lnTo>
                    <a:pt x="2538256" y="3459011"/>
                  </a:lnTo>
                  <a:lnTo>
                    <a:pt x="2538402" y="3459011"/>
                  </a:lnTo>
                  <a:lnTo>
                    <a:pt x="2538402" y="3458387"/>
                  </a:lnTo>
                  <a:lnTo>
                    <a:pt x="2538547" y="3458387"/>
                  </a:lnTo>
                  <a:lnTo>
                    <a:pt x="2538692" y="3458387"/>
                  </a:lnTo>
                  <a:lnTo>
                    <a:pt x="2538838" y="3458387"/>
                  </a:lnTo>
                  <a:lnTo>
                    <a:pt x="2538983" y="3458387"/>
                  </a:lnTo>
                  <a:lnTo>
                    <a:pt x="2539129" y="3458387"/>
                  </a:lnTo>
                  <a:lnTo>
                    <a:pt x="2539129" y="3457763"/>
                  </a:lnTo>
                  <a:lnTo>
                    <a:pt x="2539129" y="3457140"/>
                  </a:lnTo>
                  <a:lnTo>
                    <a:pt x="2539274" y="3457140"/>
                  </a:lnTo>
                  <a:lnTo>
                    <a:pt x="2539419" y="3457140"/>
                  </a:lnTo>
                  <a:lnTo>
                    <a:pt x="2539565" y="3457140"/>
                  </a:lnTo>
                  <a:lnTo>
                    <a:pt x="2539565" y="3456516"/>
                  </a:lnTo>
                  <a:lnTo>
                    <a:pt x="2539710" y="3456516"/>
                  </a:lnTo>
                  <a:lnTo>
                    <a:pt x="2539856" y="3456516"/>
                  </a:lnTo>
                  <a:lnTo>
                    <a:pt x="2540001" y="3456516"/>
                  </a:lnTo>
                  <a:lnTo>
                    <a:pt x="2540147" y="3456516"/>
                  </a:lnTo>
                  <a:lnTo>
                    <a:pt x="2540292" y="3456516"/>
                  </a:lnTo>
                  <a:lnTo>
                    <a:pt x="2540437" y="3456516"/>
                  </a:lnTo>
                  <a:lnTo>
                    <a:pt x="2540583" y="3456516"/>
                  </a:lnTo>
                  <a:lnTo>
                    <a:pt x="2540728" y="3456516"/>
                  </a:lnTo>
                  <a:lnTo>
                    <a:pt x="2540874" y="3456516"/>
                  </a:lnTo>
                  <a:lnTo>
                    <a:pt x="2541019" y="3456516"/>
                  </a:lnTo>
                  <a:lnTo>
                    <a:pt x="2541165" y="3456516"/>
                  </a:lnTo>
                  <a:lnTo>
                    <a:pt x="2541310" y="3456516"/>
                  </a:lnTo>
                  <a:lnTo>
                    <a:pt x="2541310" y="3455893"/>
                  </a:lnTo>
                  <a:lnTo>
                    <a:pt x="2541455" y="3455893"/>
                  </a:lnTo>
                  <a:lnTo>
                    <a:pt x="2541601" y="3455893"/>
                  </a:lnTo>
                  <a:lnTo>
                    <a:pt x="2541746" y="3455893"/>
                  </a:lnTo>
                  <a:lnTo>
                    <a:pt x="2541892" y="3455893"/>
                  </a:lnTo>
                  <a:lnTo>
                    <a:pt x="2542037" y="3455893"/>
                  </a:lnTo>
                  <a:lnTo>
                    <a:pt x="2542183" y="3455893"/>
                  </a:lnTo>
                  <a:lnTo>
                    <a:pt x="2542328" y="3455893"/>
                  </a:lnTo>
                  <a:lnTo>
                    <a:pt x="2542328" y="3455269"/>
                  </a:lnTo>
                  <a:lnTo>
                    <a:pt x="2542473" y="3455269"/>
                  </a:lnTo>
                  <a:lnTo>
                    <a:pt x="2542619" y="3455269"/>
                  </a:lnTo>
                  <a:lnTo>
                    <a:pt x="2542764" y="3455269"/>
                  </a:lnTo>
                  <a:lnTo>
                    <a:pt x="2542764" y="3454646"/>
                  </a:lnTo>
                  <a:lnTo>
                    <a:pt x="2542764" y="3454022"/>
                  </a:lnTo>
                  <a:lnTo>
                    <a:pt x="2542910" y="3454022"/>
                  </a:lnTo>
                  <a:lnTo>
                    <a:pt x="2543055" y="3454022"/>
                  </a:lnTo>
                  <a:lnTo>
                    <a:pt x="2543201" y="3454022"/>
                  </a:lnTo>
                  <a:lnTo>
                    <a:pt x="2543201" y="3453398"/>
                  </a:lnTo>
                  <a:lnTo>
                    <a:pt x="2543201" y="3452775"/>
                  </a:lnTo>
                  <a:lnTo>
                    <a:pt x="2543346" y="3452775"/>
                  </a:lnTo>
                  <a:lnTo>
                    <a:pt x="2543491" y="3452775"/>
                  </a:lnTo>
                  <a:lnTo>
                    <a:pt x="2543637" y="3452775"/>
                  </a:lnTo>
                  <a:lnTo>
                    <a:pt x="2543782" y="3452775"/>
                  </a:lnTo>
                  <a:lnTo>
                    <a:pt x="2543782" y="3452151"/>
                  </a:lnTo>
                  <a:lnTo>
                    <a:pt x="2543928" y="3452151"/>
                  </a:lnTo>
                  <a:lnTo>
                    <a:pt x="2544073" y="3452151"/>
                  </a:lnTo>
                  <a:lnTo>
                    <a:pt x="2544219" y="3452151"/>
                  </a:lnTo>
                  <a:lnTo>
                    <a:pt x="2544364" y="3452151"/>
                  </a:lnTo>
                  <a:lnTo>
                    <a:pt x="2544509" y="3452151"/>
                  </a:lnTo>
                  <a:lnTo>
                    <a:pt x="2544655" y="3452151"/>
                  </a:lnTo>
                  <a:lnTo>
                    <a:pt x="2544800" y="3452151"/>
                  </a:lnTo>
                  <a:lnTo>
                    <a:pt x="2544946" y="3452151"/>
                  </a:lnTo>
                  <a:lnTo>
                    <a:pt x="2545091" y="3452151"/>
                  </a:lnTo>
                  <a:lnTo>
                    <a:pt x="2545091" y="3451528"/>
                  </a:lnTo>
                  <a:lnTo>
                    <a:pt x="2545237" y="3451528"/>
                  </a:lnTo>
                  <a:lnTo>
                    <a:pt x="2545382" y="3451528"/>
                  </a:lnTo>
                  <a:lnTo>
                    <a:pt x="2545527" y="3451528"/>
                  </a:lnTo>
                  <a:lnTo>
                    <a:pt x="2545673" y="3451528"/>
                  </a:lnTo>
                  <a:lnTo>
                    <a:pt x="2545818" y="3451528"/>
                  </a:lnTo>
                  <a:lnTo>
                    <a:pt x="2545964" y="3451528"/>
                  </a:lnTo>
                  <a:lnTo>
                    <a:pt x="2545964" y="3450904"/>
                  </a:lnTo>
                  <a:lnTo>
                    <a:pt x="2545964" y="3450280"/>
                  </a:lnTo>
                  <a:lnTo>
                    <a:pt x="2546109" y="3450280"/>
                  </a:lnTo>
                  <a:lnTo>
                    <a:pt x="2546109" y="3449657"/>
                  </a:lnTo>
                  <a:lnTo>
                    <a:pt x="2546109" y="3449033"/>
                  </a:lnTo>
                  <a:lnTo>
                    <a:pt x="2546254" y="3449033"/>
                  </a:lnTo>
                  <a:lnTo>
                    <a:pt x="2546400" y="3449033"/>
                  </a:lnTo>
                  <a:lnTo>
                    <a:pt x="2546545" y="3449033"/>
                  </a:lnTo>
                  <a:lnTo>
                    <a:pt x="2546691" y="3449033"/>
                  </a:lnTo>
                  <a:lnTo>
                    <a:pt x="2546691" y="3448410"/>
                  </a:lnTo>
                  <a:lnTo>
                    <a:pt x="2546836" y="3448410"/>
                  </a:lnTo>
                  <a:lnTo>
                    <a:pt x="2546836" y="3447786"/>
                  </a:lnTo>
                  <a:lnTo>
                    <a:pt x="2546982" y="3447786"/>
                  </a:lnTo>
                  <a:lnTo>
                    <a:pt x="2547127" y="3447786"/>
                  </a:lnTo>
                  <a:lnTo>
                    <a:pt x="2547272" y="3447786"/>
                  </a:lnTo>
                  <a:lnTo>
                    <a:pt x="2547418" y="3447786"/>
                  </a:lnTo>
                  <a:lnTo>
                    <a:pt x="2547563" y="3447786"/>
                  </a:lnTo>
                  <a:lnTo>
                    <a:pt x="2547563" y="3447163"/>
                  </a:lnTo>
                  <a:lnTo>
                    <a:pt x="2547563" y="3446539"/>
                  </a:lnTo>
                  <a:lnTo>
                    <a:pt x="2547709" y="3446539"/>
                  </a:lnTo>
                  <a:lnTo>
                    <a:pt x="2547854" y="3446539"/>
                  </a:lnTo>
                  <a:lnTo>
                    <a:pt x="2548000" y="3446539"/>
                  </a:lnTo>
                  <a:lnTo>
                    <a:pt x="2548145" y="3446539"/>
                  </a:lnTo>
                  <a:lnTo>
                    <a:pt x="2548290" y="3446539"/>
                  </a:lnTo>
                  <a:lnTo>
                    <a:pt x="2548436" y="3446539"/>
                  </a:lnTo>
                  <a:lnTo>
                    <a:pt x="2548581" y="3446539"/>
                  </a:lnTo>
                  <a:lnTo>
                    <a:pt x="2548727" y="3446539"/>
                  </a:lnTo>
                  <a:lnTo>
                    <a:pt x="2548727" y="3445915"/>
                  </a:lnTo>
                  <a:lnTo>
                    <a:pt x="2548872" y="3445915"/>
                  </a:lnTo>
                  <a:lnTo>
                    <a:pt x="2549018" y="3445915"/>
                  </a:lnTo>
                  <a:lnTo>
                    <a:pt x="2549163" y="3445915"/>
                  </a:lnTo>
                  <a:lnTo>
                    <a:pt x="2549308" y="3445915"/>
                  </a:lnTo>
                  <a:lnTo>
                    <a:pt x="2549454" y="3445915"/>
                  </a:lnTo>
                  <a:lnTo>
                    <a:pt x="2549599" y="3445915"/>
                  </a:lnTo>
                  <a:lnTo>
                    <a:pt x="2549745" y="3445915"/>
                  </a:lnTo>
                  <a:lnTo>
                    <a:pt x="2549745" y="3445292"/>
                  </a:lnTo>
                  <a:lnTo>
                    <a:pt x="2549890" y="3445292"/>
                  </a:lnTo>
                  <a:lnTo>
                    <a:pt x="2550036" y="3445292"/>
                  </a:lnTo>
                  <a:lnTo>
                    <a:pt x="2550181" y="3445292"/>
                  </a:lnTo>
                  <a:lnTo>
                    <a:pt x="2550326" y="3445292"/>
                  </a:lnTo>
                  <a:lnTo>
                    <a:pt x="2550472" y="3445292"/>
                  </a:lnTo>
                  <a:lnTo>
                    <a:pt x="2550617" y="3445292"/>
                  </a:lnTo>
                  <a:lnTo>
                    <a:pt x="2550763" y="3445292"/>
                  </a:lnTo>
                  <a:lnTo>
                    <a:pt x="2550908" y="3445292"/>
                  </a:lnTo>
                  <a:lnTo>
                    <a:pt x="2550908" y="3444668"/>
                  </a:lnTo>
                  <a:lnTo>
                    <a:pt x="2551054" y="3444668"/>
                  </a:lnTo>
                  <a:lnTo>
                    <a:pt x="2551054" y="3444045"/>
                  </a:lnTo>
                  <a:lnTo>
                    <a:pt x="2551199" y="3444045"/>
                  </a:lnTo>
                  <a:lnTo>
                    <a:pt x="2551199" y="3443421"/>
                  </a:lnTo>
                  <a:lnTo>
                    <a:pt x="2551344" y="3443421"/>
                  </a:lnTo>
                  <a:lnTo>
                    <a:pt x="2551490" y="3443421"/>
                  </a:lnTo>
                  <a:lnTo>
                    <a:pt x="2551635" y="3443421"/>
                  </a:lnTo>
                  <a:lnTo>
                    <a:pt x="2551635" y="3442797"/>
                  </a:lnTo>
                  <a:lnTo>
                    <a:pt x="2551781" y="3442797"/>
                  </a:lnTo>
                  <a:lnTo>
                    <a:pt x="2551926" y="3442797"/>
                  </a:lnTo>
                  <a:lnTo>
                    <a:pt x="2551926" y="3442174"/>
                  </a:lnTo>
                  <a:lnTo>
                    <a:pt x="2552072" y="3442174"/>
                  </a:lnTo>
                  <a:lnTo>
                    <a:pt x="2552217" y="3442174"/>
                  </a:lnTo>
                  <a:lnTo>
                    <a:pt x="2552217" y="3441550"/>
                  </a:lnTo>
                  <a:lnTo>
                    <a:pt x="2552217" y="3440927"/>
                  </a:lnTo>
                  <a:lnTo>
                    <a:pt x="2552362" y="3440927"/>
                  </a:lnTo>
                  <a:lnTo>
                    <a:pt x="2552508" y="3440927"/>
                  </a:lnTo>
                  <a:lnTo>
                    <a:pt x="2552653" y="3440927"/>
                  </a:lnTo>
                  <a:lnTo>
                    <a:pt x="2552799" y="3440927"/>
                  </a:lnTo>
                  <a:lnTo>
                    <a:pt x="2552944" y="3440927"/>
                  </a:lnTo>
                  <a:lnTo>
                    <a:pt x="2553089" y="3440927"/>
                  </a:lnTo>
                  <a:lnTo>
                    <a:pt x="2553235" y="3440927"/>
                  </a:lnTo>
                  <a:lnTo>
                    <a:pt x="2553380" y="3440927"/>
                  </a:lnTo>
                  <a:lnTo>
                    <a:pt x="2553526" y="3440927"/>
                  </a:lnTo>
                  <a:lnTo>
                    <a:pt x="2553671" y="3440927"/>
                  </a:lnTo>
                  <a:lnTo>
                    <a:pt x="2553817" y="3440927"/>
                  </a:lnTo>
                  <a:lnTo>
                    <a:pt x="2553817" y="3440303"/>
                  </a:lnTo>
                  <a:lnTo>
                    <a:pt x="2553962" y="3440303"/>
                  </a:lnTo>
                  <a:lnTo>
                    <a:pt x="2554107" y="3440303"/>
                  </a:lnTo>
                  <a:lnTo>
                    <a:pt x="2554253" y="3440303"/>
                  </a:lnTo>
                  <a:lnTo>
                    <a:pt x="2554398" y="3440303"/>
                  </a:lnTo>
                  <a:lnTo>
                    <a:pt x="2554544" y="3440303"/>
                  </a:lnTo>
                  <a:lnTo>
                    <a:pt x="2554544" y="3439680"/>
                  </a:lnTo>
                  <a:lnTo>
                    <a:pt x="2554689" y="3439680"/>
                  </a:lnTo>
                  <a:lnTo>
                    <a:pt x="2554835" y="3439680"/>
                  </a:lnTo>
                  <a:lnTo>
                    <a:pt x="2554980" y="3439680"/>
                  </a:lnTo>
                  <a:lnTo>
                    <a:pt x="2555125" y="3439680"/>
                  </a:lnTo>
                  <a:lnTo>
                    <a:pt x="2555271" y="3439680"/>
                  </a:lnTo>
                  <a:lnTo>
                    <a:pt x="2555271" y="3439056"/>
                  </a:lnTo>
                  <a:lnTo>
                    <a:pt x="2555416" y="3439056"/>
                  </a:lnTo>
                  <a:lnTo>
                    <a:pt x="2555562" y="3439056"/>
                  </a:lnTo>
                  <a:lnTo>
                    <a:pt x="2555562" y="3438432"/>
                  </a:lnTo>
                  <a:lnTo>
                    <a:pt x="2555707" y="3438432"/>
                  </a:lnTo>
                  <a:lnTo>
                    <a:pt x="2555707" y="3437809"/>
                  </a:lnTo>
                  <a:lnTo>
                    <a:pt x="2555853" y="3437809"/>
                  </a:lnTo>
                  <a:lnTo>
                    <a:pt x="2555998" y="3437809"/>
                  </a:lnTo>
                  <a:lnTo>
                    <a:pt x="2556143" y="3437809"/>
                  </a:lnTo>
                  <a:lnTo>
                    <a:pt x="2556289" y="3437809"/>
                  </a:lnTo>
                  <a:lnTo>
                    <a:pt x="2556434" y="3437809"/>
                  </a:lnTo>
                  <a:lnTo>
                    <a:pt x="2556580" y="3437809"/>
                  </a:lnTo>
                  <a:lnTo>
                    <a:pt x="2556725" y="3437809"/>
                  </a:lnTo>
                  <a:lnTo>
                    <a:pt x="2556871" y="3437809"/>
                  </a:lnTo>
                  <a:lnTo>
                    <a:pt x="2557016" y="3437809"/>
                  </a:lnTo>
                  <a:lnTo>
                    <a:pt x="2557161" y="3437809"/>
                  </a:lnTo>
                  <a:lnTo>
                    <a:pt x="2557307" y="3437809"/>
                  </a:lnTo>
                  <a:lnTo>
                    <a:pt x="2557452" y="3437809"/>
                  </a:lnTo>
                  <a:lnTo>
                    <a:pt x="2557598" y="3437809"/>
                  </a:lnTo>
                  <a:lnTo>
                    <a:pt x="2557743" y="3437809"/>
                  </a:lnTo>
                  <a:lnTo>
                    <a:pt x="2557743" y="3437185"/>
                  </a:lnTo>
                  <a:lnTo>
                    <a:pt x="2557889" y="3437185"/>
                  </a:lnTo>
                  <a:lnTo>
                    <a:pt x="2558034" y="3437185"/>
                  </a:lnTo>
                  <a:lnTo>
                    <a:pt x="2558179" y="3437185"/>
                  </a:lnTo>
                  <a:lnTo>
                    <a:pt x="2558179" y="3436562"/>
                  </a:lnTo>
                  <a:lnTo>
                    <a:pt x="2558325" y="3436562"/>
                  </a:lnTo>
                  <a:lnTo>
                    <a:pt x="2558470" y="3436562"/>
                  </a:lnTo>
                  <a:lnTo>
                    <a:pt x="2558616" y="3436562"/>
                  </a:lnTo>
                  <a:lnTo>
                    <a:pt x="2558761" y="3436562"/>
                  </a:lnTo>
                  <a:lnTo>
                    <a:pt x="2558906" y="3436562"/>
                  </a:lnTo>
                  <a:lnTo>
                    <a:pt x="2559052" y="3436562"/>
                  </a:lnTo>
                  <a:lnTo>
                    <a:pt x="2559197" y="3436562"/>
                  </a:lnTo>
                  <a:lnTo>
                    <a:pt x="2559343" y="3436562"/>
                  </a:lnTo>
                  <a:lnTo>
                    <a:pt x="2559488" y="3436562"/>
                  </a:lnTo>
                  <a:lnTo>
                    <a:pt x="2559634" y="3436562"/>
                  </a:lnTo>
                  <a:lnTo>
                    <a:pt x="2559779" y="3436562"/>
                  </a:lnTo>
                  <a:lnTo>
                    <a:pt x="2559924" y="3436562"/>
                  </a:lnTo>
                  <a:lnTo>
                    <a:pt x="2560070" y="3436562"/>
                  </a:lnTo>
                  <a:lnTo>
                    <a:pt x="2560070" y="3435938"/>
                  </a:lnTo>
                  <a:lnTo>
                    <a:pt x="2560215" y="3435938"/>
                  </a:lnTo>
                  <a:lnTo>
                    <a:pt x="2560361" y="3435938"/>
                  </a:lnTo>
                  <a:lnTo>
                    <a:pt x="2560506" y="3435938"/>
                  </a:lnTo>
                  <a:lnTo>
                    <a:pt x="2560652" y="3435938"/>
                  </a:lnTo>
                  <a:lnTo>
                    <a:pt x="2560797" y="3435938"/>
                  </a:lnTo>
                  <a:lnTo>
                    <a:pt x="2560942" y="3435938"/>
                  </a:lnTo>
                  <a:lnTo>
                    <a:pt x="2561088" y="3435938"/>
                  </a:lnTo>
                  <a:lnTo>
                    <a:pt x="2561233" y="3435938"/>
                  </a:lnTo>
                  <a:lnTo>
                    <a:pt x="2561379" y="3435938"/>
                  </a:lnTo>
                  <a:lnTo>
                    <a:pt x="2561379" y="3435314"/>
                  </a:lnTo>
                  <a:lnTo>
                    <a:pt x="2561379" y="3434691"/>
                  </a:lnTo>
                  <a:lnTo>
                    <a:pt x="2561524" y="3434691"/>
                  </a:lnTo>
                  <a:lnTo>
                    <a:pt x="2561670" y="3434691"/>
                  </a:lnTo>
                  <a:lnTo>
                    <a:pt x="2561815" y="3434691"/>
                  </a:lnTo>
                  <a:lnTo>
                    <a:pt x="2561960" y="3434691"/>
                  </a:lnTo>
                  <a:lnTo>
                    <a:pt x="2562106" y="3434691"/>
                  </a:lnTo>
                  <a:lnTo>
                    <a:pt x="2562251" y="3434691"/>
                  </a:lnTo>
                  <a:lnTo>
                    <a:pt x="2562397" y="3434691"/>
                  </a:lnTo>
                  <a:lnTo>
                    <a:pt x="2562542" y="3434691"/>
                  </a:lnTo>
                  <a:lnTo>
                    <a:pt x="2562688" y="3434691"/>
                  </a:lnTo>
                  <a:lnTo>
                    <a:pt x="2562833" y="3434691"/>
                  </a:lnTo>
                  <a:lnTo>
                    <a:pt x="2562978" y="3434691"/>
                  </a:lnTo>
                  <a:lnTo>
                    <a:pt x="2562978" y="3434067"/>
                  </a:lnTo>
                  <a:lnTo>
                    <a:pt x="2563124" y="3434067"/>
                  </a:lnTo>
                  <a:lnTo>
                    <a:pt x="2563269" y="3434067"/>
                  </a:lnTo>
                  <a:lnTo>
                    <a:pt x="2563415" y="3434067"/>
                  </a:lnTo>
                  <a:lnTo>
                    <a:pt x="2563560" y="3434067"/>
                  </a:lnTo>
                  <a:lnTo>
                    <a:pt x="2563706" y="3434067"/>
                  </a:lnTo>
                  <a:lnTo>
                    <a:pt x="2563851" y="3434067"/>
                  </a:lnTo>
                  <a:lnTo>
                    <a:pt x="2563996" y="3434067"/>
                  </a:lnTo>
                  <a:lnTo>
                    <a:pt x="2564142" y="3434067"/>
                  </a:lnTo>
                  <a:lnTo>
                    <a:pt x="2564287" y="3434067"/>
                  </a:lnTo>
                  <a:lnTo>
                    <a:pt x="2564433" y="3434067"/>
                  </a:lnTo>
                  <a:lnTo>
                    <a:pt x="2564433" y="3433444"/>
                  </a:lnTo>
                  <a:lnTo>
                    <a:pt x="2564578" y="3433444"/>
                  </a:lnTo>
                  <a:lnTo>
                    <a:pt x="2564578" y="3432820"/>
                  </a:lnTo>
                  <a:lnTo>
                    <a:pt x="2564724" y="3432820"/>
                  </a:lnTo>
                  <a:lnTo>
                    <a:pt x="2564869" y="3432820"/>
                  </a:lnTo>
                  <a:lnTo>
                    <a:pt x="2565014" y="3432820"/>
                  </a:lnTo>
                  <a:lnTo>
                    <a:pt x="2565014" y="3432197"/>
                  </a:lnTo>
                  <a:lnTo>
                    <a:pt x="2565014" y="3431573"/>
                  </a:lnTo>
                  <a:lnTo>
                    <a:pt x="2565160" y="3431573"/>
                  </a:lnTo>
                  <a:lnTo>
                    <a:pt x="2565305" y="3431573"/>
                  </a:lnTo>
                  <a:lnTo>
                    <a:pt x="2565451" y="3431573"/>
                  </a:lnTo>
                  <a:lnTo>
                    <a:pt x="2565596" y="3431573"/>
                  </a:lnTo>
                  <a:lnTo>
                    <a:pt x="2565741" y="3431573"/>
                  </a:lnTo>
                  <a:lnTo>
                    <a:pt x="2565887" y="3431573"/>
                  </a:lnTo>
                  <a:lnTo>
                    <a:pt x="2566032" y="3431573"/>
                  </a:lnTo>
                  <a:lnTo>
                    <a:pt x="2566178" y="3431573"/>
                  </a:lnTo>
                  <a:lnTo>
                    <a:pt x="2566323" y="3431573"/>
                  </a:lnTo>
                  <a:lnTo>
                    <a:pt x="2566469" y="3431573"/>
                  </a:lnTo>
                  <a:lnTo>
                    <a:pt x="2566469" y="3430949"/>
                  </a:lnTo>
                  <a:lnTo>
                    <a:pt x="2566614" y="3430949"/>
                  </a:lnTo>
                  <a:lnTo>
                    <a:pt x="2566759" y="3430949"/>
                  </a:lnTo>
                  <a:lnTo>
                    <a:pt x="2566905" y="3430949"/>
                  </a:lnTo>
                  <a:lnTo>
                    <a:pt x="2567050" y="3430949"/>
                  </a:lnTo>
                  <a:lnTo>
                    <a:pt x="2567050" y="3430326"/>
                  </a:lnTo>
                  <a:lnTo>
                    <a:pt x="2567196" y="3430326"/>
                  </a:lnTo>
                  <a:lnTo>
                    <a:pt x="2567196" y="3429702"/>
                  </a:lnTo>
                  <a:lnTo>
                    <a:pt x="2567341" y="3429702"/>
                  </a:lnTo>
                  <a:lnTo>
                    <a:pt x="2567487" y="3429702"/>
                  </a:lnTo>
                  <a:lnTo>
                    <a:pt x="2567632" y="3429702"/>
                  </a:lnTo>
                  <a:lnTo>
                    <a:pt x="2567777" y="3429702"/>
                  </a:lnTo>
                  <a:lnTo>
                    <a:pt x="2567923" y="3429702"/>
                  </a:lnTo>
                  <a:lnTo>
                    <a:pt x="2568068" y="3429702"/>
                  </a:lnTo>
                  <a:lnTo>
                    <a:pt x="2568068" y="3429079"/>
                  </a:lnTo>
                  <a:lnTo>
                    <a:pt x="2568214" y="3429079"/>
                  </a:lnTo>
                  <a:lnTo>
                    <a:pt x="2568359" y="3429079"/>
                  </a:lnTo>
                  <a:lnTo>
                    <a:pt x="2568505" y="3429079"/>
                  </a:lnTo>
                  <a:lnTo>
                    <a:pt x="2568650" y="3429079"/>
                  </a:lnTo>
                  <a:lnTo>
                    <a:pt x="2568795" y="3429079"/>
                  </a:lnTo>
                  <a:lnTo>
                    <a:pt x="2568941" y="3429079"/>
                  </a:lnTo>
                  <a:lnTo>
                    <a:pt x="2569086" y="3429079"/>
                  </a:lnTo>
                  <a:lnTo>
                    <a:pt x="2569232" y="3429079"/>
                  </a:lnTo>
                  <a:lnTo>
                    <a:pt x="2569377" y="3429079"/>
                  </a:lnTo>
                  <a:lnTo>
                    <a:pt x="2569523" y="3429079"/>
                  </a:lnTo>
                  <a:lnTo>
                    <a:pt x="2569668" y="3429079"/>
                  </a:lnTo>
                  <a:lnTo>
                    <a:pt x="2569813" y="3429079"/>
                  </a:lnTo>
                  <a:lnTo>
                    <a:pt x="2569959" y="3429079"/>
                  </a:lnTo>
                  <a:lnTo>
                    <a:pt x="2570104" y="3429079"/>
                  </a:lnTo>
                  <a:lnTo>
                    <a:pt x="2570250" y="3429079"/>
                  </a:lnTo>
                  <a:lnTo>
                    <a:pt x="2570395" y="3429079"/>
                  </a:lnTo>
                  <a:lnTo>
                    <a:pt x="2570541" y="3429079"/>
                  </a:lnTo>
                  <a:lnTo>
                    <a:pt x="2570686" y="3429079"/>
                  </a:lnTo>
                  <a:lnTo>
                    <a:pt x="2570686" y="3428455"/>
                  </a:lnTo>
                  <a:lnTo>
                    <a:pt x="2570831" y="3428455"/>
                  </a:lnTo>
                  <a:lnTo>
                    <a:pt x="2570977" y="3428455"/>
                  </a:lnTo>
                  <a:lnTo>
                    <a:pt x="2571122" y="3428455"/>
                  </a:lnTo>
                  <a:lnTo>
                    <a:pt x="2571268" y="3428455"/>
                  </a:lnTo>
                  <a:lnTo>
                    <a:pt x="2571413" y="3428455"/>
                  </a:lnTo>
                  <a:lnTo>
                    <a:pt x="2571559" y="3428455"/>
                  </a:lnTo>
                  <a:lnTo>
                    <a:pt x="2571704" y="3428455"/>
                  </a:lnTo>
                  <a:lnTo>
                    <a:pt x="2571849" y="3428455"/>
                  </a:lnTo>
                  <a:lnTo>
                    <a:pt x="2571995" y="3428455"/>
                  </a:lnTo>
                  <a:lnTo>
                    <a:pt x="2572140" y="3428455"/>
                  </a:lnTo>
                  <a:lnTo>
                    <a:pt x="2572286" y="3428455"/>
                  </a:lnTo>
                  <a:lnTo>
                    <a:pt x="2572431" y="3428455"/>
                  </a:lnTo>
                  <a:lnTo>
                    <a:pt x="2572576" y="3428455"/>
                  </a:lnTo>
                  <a:lnTo>
                    <a:pt x="2572722" y="3428455"/>
                  </a:lnTo>
                  <a:lnTo>
                    <a:pt x="2572722" y="3427832"/>
                  </a:lnTo>
                  <a:lnTo>
                    <a:pt x="2572867" y="3427832"/>
                  </a:lnTo>
                  <a:lnTo>
                    <a:pt x="2573013" y="3427832"/>
                  </a:lnTo>
                  <a:lnTo>
                    <a:pt x="2573158" y="3427832"/>
                  </a:lnTo>
                  <a:lnTo>
                    <a:pt x="2573304" y="3427832"/>
                  </a:lnTo>
                  <a:lnTo>
                    <a:pt x="2573449" y="3427832"/>
                  </a:lnTo>
                  <a:lnTo>
                    <a:pt x="2573594" y="3427832"/>
                  </a:lnTo>
                  <a:lnTo>
                    <a:pt x="2573594" y="3427208"/>
                  </a:lnTo>
                  <a:lnTo>
                    <a:pt x="2573740" y="3427208"/>
                  </a:lnTo>
                  <a:lnTo>
                    <a:pt x="2573885" y="3427208"/>
                  </a:lnTo>
                  <a:lnTo>
                    <a:pt x="2574031" y="3427208"/>
                  </a:lnTo>
                  <a:lnTo>
                    <a:pt x="2574176" y="3427208"/>
                  </a:lnTo>
                  <a:lnTo>
                    <a:pt x="2574322" y="3427208"/>
                  </a:lnTo>
                  <a:lnTo>
                    <a:pt x="2574467" y="3427208"/>
                  </a:lnTo>
                  <a:lnTo>
                    <a:pt x="2574612" y="3427208"/>
                  </a:lnTo>
                  <a:lnTo>
                    <a:pt x="2574758" y="3427208"/>
                  </a:lnTo>
                  <a:lnTo>
                    <a:pt x="2574758" y="3426584"/>
                  </a:lnTo>
                  <a:lnTo>
                    <a:pt x="2574758" y="3425961"/>
                  </a:lnTo>
                  <a:lnTo>
                    <a:pt x="2574903" y="3425961"/>
                  </a:lnTo>
                  <a:lnTo>
                    <a:pt x="2574903" y="3425337"/>
                  </a:lnTo>
                  <a:lnTo>
                    <a:pt x="2575049" y="3425337"/>
                  </a:lnTo>
                  <a:lnTo>
                    <a:pt x="2575194" y="3425337"/>
                  </a:lnTo>
                  <a:lnTo>
                    <a:pt x="2575340" y="3425337"/>
                  </a:lnTo>
                  <a:lnTo>
                    <a:pt x="2575485" y="3425337"/>
                  </a:lnTo>
                  <a:lnTo>
                    <a:pt x="2575630" y="3425337"/>
                  </a:lnTo>
                  <a:lnTo>
                    <a:pt x="2575776" y="3425337"/>
                  </a:lnTo>
                  <a:lnTo>
                    <a:pt x="2575921" y="3425337"/>
                  </a:lnTo>
                  <a:lnTo>
                    <a:pt x="2575921" y="3424714"/>
                  </a:lnTo>
                  <a:lnTo>
                    <a:pt x="2576067" y="3424714"/>
                  </a:lnTo>
                  <a:lnTo>
                    <a:pt x="2576212" y="3424714"/>
                  </a:lnTo>
                  <a:lnTo>
                    <a:pt x="2576358" y="3424714"/>
                  </a:lnTo>
                  <a:lnTo>
                    <a:pt x="2576358" y="3424090"/>
                  </a:lnTo>
                  <a:lnTo>
                    <a:pt x="2576503" y="3424090"/>
                  </a:lnTo>
                  <a:lnTo>
                    <a:pt x="2576648" y="3424090"/>
                  </a:lnTo>
                  <a:lnTo>
                    <a:pt x="2576794" y="3424090"/>
                  </a:lnTo>
                  <a:lnTo>
                    <a:pt x="2576939" y="3424090"/>
                  </a:lnTo>
                  <a:lnTo>
                    <a:pt x="2576939" y="3423466"/>
                  </a:lnTo>
                  <a:lnTo>
                    <a:pt x="2576939" y="3422843"/>
                  </a:lnTo>
                  <a:lnTo>
                    <a:pt x="2576939" y="3422219"/>
                  </a:lnTo>
                  <a:lnTo>
                    <a:pt x="2577085" y="3422219"/>
                  </a:lnTo>
                  <a:lnTo>
                    <a:pt x="2577230" y="3422219"/>
                  </a:lnTo>
                  <a:lnTo>
                    <a:pt x="2577376" y="3422219"/>
                  </a:lnTo>
                  <a:lnTo>
                    <a:pt x="2577521" y="3422219"/>
                  </a:lnTo>
                  <a:lnTo>
                    <a:pt x="2577666" y="3422219"/>
                  </a:lnTo>
                  <a:lnTo>
                    <a:pt x="2577812" y="3422219"/>
                  </a:lnTo>
                  <a:lnTo>
                    <a:pt x="2577812" y="3421596"/>
                  </a:lnTo>
                  <a:lnTo>
                    <a:pt x="2577812" y="3420972"/>
                  </a:lnTo>
                  <a:lnTo>
                    <a:pt x="2577957" y="3420972"/>
                  </a:lnTo>
                  <a:lnTo>
                    <a:pt x="2578103" y="3420972"/>
                  </a:lnTo>
                  <a:lnTo>
                    <a:pt x="2578103" y="3420349"/>
                  </a:lnTo>
                  <a:lnTo>
                    <a:pt x="2578248" y="3420349"/>
                  </a:lnTo>
                  <a:lnTo>
                    <a:pt x="2578394" y="3420349"/>
                  </a:lnTo>
                  <a:lnTo>
                    <a:pt x="2578539" y="3420349"/>
                  </a:lnTo>
                  <a:lnTo>
                    <a:pt x="2578539" y="3419725"/>
                  </a:lnTo>
                  <a:lnTo>
                    <a:pt x="2578684" y="3419725"/>
                  </a:lnTo>
                  <a:lnTo>
                    <a:pt x="2578830" y="3419725"/>
                  </a:lnTo>
                  <a:lnTo>
                    <a:pt x="2578975" y="3419725"/>
                  </a:lnTo>
                  <a:lnTo>
                    <a:pt x="2578975" y="3419101"/>
                  </a:lnTo>
                  <a:lnTo>
                    <a:pt x="2579121" y="3419101"/>
                  </a:lnTo>
                  <a:lnTo>
                    <a:pt x="2579266" y="3419101"/>
                  </a:lnTo>
                  <a:lnTo>
                    <a:pt x="2579411" y="3419101"/>
                  </a:lnTo>
                  <a:lnTo>
                    <a:pt x="2579557" y="3419101"/>
                  </a:lnTo>
                  <a:lnTo>
                    <a:pt x="2579557" y="3418478"/>
                  </a:lnTo>
                  <a:lnTo>
                    <a:pt x="2579702" y="3418478"/>
                  </a:lnTo>
                  <a:lnTo>
                    <a:pt x="2579848" y="3418478"/>
                  </a:lnTo>
                  <a:lnTo>
                    <a:pt x="2579993" y="3418478"/>
                  </a:lnTo>
                  <a:lnTo>
                    <a:pt x="2580139" y="3418478"/>
                  </a:lnTo>
                  <a:lnTo>
                    <a:pt x="2580284" y="3418478"/>
                  </a:lnTo>
                  <a:lnTo>
                    <a:pt x="2580284" y="3417854"/>
                  </a:lnTo>
                  <a:lnTo>
                    <a:pt x="2580284" y="3417231"/>
                  </a:lnTo>
                  <a:lnTo>
                    <a:pt x="2580284" y="3416607"/>
                  </a:lnTo>
                  <a:lnTo>
                    <a:pt x="2580284" y="3415983"/>
                  </a:lnTo>
                  <a:lnTo>
                    <a:pt x="2580429" y="3415983"/>
                  </a:lnTo>
                  <a:lnTo>
                    <a:pt x="2580575" y="3415983"/>
                  </a:lnTo>
                  <a:lnTo>
                    <a:pt x="2580720" y="3415983"/>
                  </a:lnTo>
                  <a:lnTo>
                    <a:pt x="2580720" y="3415360"/>
                  </a:lnTo>
                  <a:lnTo>
                    <a:pt x="2580866" y="3415360"/>
                  </a:lnTo>
                  <a:lnTo>
                    <a:pt x="2581011" y="3415360"/>
                  </a:lnTo>
                  <a:lnTo>
                    <a:pt x="2581157" y="3415360"/>
                  </a:lnTo>
                  <a:lnTo>
                    <a:pt x="2581302" y="3415360"/>
                  </a:lnTo>
                  <a:lnTo>
                    <a:pt x="2581447" y="3415360"/>
                  </a:lnTo>
                  <a:lnTo>
                    <a:pt x="2581447" y="3414736"/>
                  </a:lnTo>
                  <a:lnTo>
                    <a:pt x="2581593" y="3414736"/>
                  </a:lnTo>
                  <a:lnTo>
                    <a:pt x="2581738" y="3414736"/>
                  </a:lnTo>
                  <a:lnTo>
                    <a:pt x="2581884" y="3414736"/>
                  </a:lnTo>
                  <a:lnTo>
                    <a:pt x="2581884" y="3414113"/>
                  </a:lnTo>
                  <a:lnTo>
                    <a:pt x="2582029" y="3414113"/>
                  </a:lnTo>
                  <a:lnTo>
                    <a:pt x="2582175" y="3414113"/>
                  </a:lnTo>
                  <a:lnTo>
                    <a:pt x="2582175" y="3413489"/>
                  </a:lnTo>
                  <a:lnTo>
                    <a:pt x="2582320" y="3413489"/>
                  </a:lnTo>
                  <a:lnTo>
                    <a:pt x="2582465" y="3413489"/>
                  </a:lnTo>
                  <a:lnTo>
                    <a:pt x="2582611" y="3413489"/>
                  </a:lnTo>
                  <a:lnTo>
                    <a:pt x="2582756" y="3413489"/>
                  </a:lnTo>
                  <a:lnTo>
                    <a:pt x="2582902" y="3413489"/>
                  </a:lnTo>
                  <a:lnTo>
                    <a:pt x="2583047" y="3413489"/>
                  </a:lnTo>
                  <a:lnTo>
                    <a:pt x="2583193" y="3413489"/>
                  </a:lnTo>
                  <a:lnTo>
                    <a:pt x="2583193" y="3412866"/>
                  </a:lnTo>
                  <a:lnTo>
                    <a:pt x="2583193" y="3412242"/>
                  </a:lnTo>
                  <a:lnTo>
                    <a:pt x="2583338" y="3412242"/>
                  </a:lnTo>
                  <a:lnTo>
                    <a:pt x="2583483" y="3412242"/>
                  </a:lnTo>
                  <a:lnTo>
                    <a:pt x="2583629" y="3412242"/>
                  </a:lnTo>
                  <a:lnTo>
                    <a:pt x="2583629" y="3411618"/>
                  </a:lnTo>
                  <a:lnTo>
                    <a:pt x="2583774" y="3411618"/>
                  </a:lnTo>
                  <a:lnTo>
                    <a:pt x="2583920" y="3411618"/>
                  </a:lnTo>
                  <a:lnTo>
                    <a:pt x="2584065" y="3411618"/>
                  </a:lnTo>
                  <a:lnTo>
                    <a:pt x="2584211" y="3411618"/>
                  </a:lnTo>
                  <a:lnTo>
                    <a:pt x="2584356" y="3411618"/>
                  </a:lnTo>
                  <a:lnTo>
                    <a:pt x="2584501" y="3411618"/>
                  </a:lnTo>
                  <a:lnTo>
                    <a:pt x="2584647" y="3411618"/>
                  </a:lnTo>
                  <a:lnTo>
                    <a:pt x="2584792" y="3411618"/>
                  </a:lnTo>
                  <a:lnTo>
                    <a:pt x="2584938" y="3411618"/>
                  </a:lnTo>
                  <a:lnTo>
                    <a:pt x="2585083" y="3411618"/>
                  </a:lnTo>
                  <a:lnTo>
                    <a:pt x="2585229" y="3411618"/>
                  </a:lnTo>
                  <a:lnTo>
                    <a:pt x="2585374" y="3411618"/>
                  </a:lnTo>
                  <a:lnTo>
                    <a:pt x="2585519" y="3411618"/>
                  </a:lnTo>
                  <a:lnTo>
                    <a:pt x="2585665" y="3411618"/>
                  </a:lnTo>
                  <a:lnTo>
                    <a:pt x="2585810" y="3411618"/>
                  </a:lnTo>
                  <a:lnTo>
                    <a:pt x="2585956" y="3411618"/>
                  </a:lnTo>
                  <a:lnTo>
                    <a:pt x="2585956" y="3410995"/>
                  </a:lnTo>
                  <a:lnTo>
                    <a:pt x="2586101" y="3410995"/>
                  </a:lnTo>
                  <a:lnTo>
                    <a:pt x="2586246" y="3410995"/>
                  </a:lnTo>
                  <a:lnTo>
                    <a:pt x="2586392" y="3410995"/>
                  </a:lnTo>
                  <a:lnTo>
                    <a:pt x="2586392" y="3410371"/>
                  </a:lnTo>
                  <a:lnTo>
                    <a:pt x="2586537" y="3410371"/>
                  </a:lnTo>
                  <a:lnTo>
                    <a:pt x="2586683" y="3410371"/>
                  </a:lnTo>
                  <a:lnTo>
                    <a:pt x="2586828" y="3410371"/>
                  </a:lnTo>
                  <a:lnTo>
                    <a:pt x="2586974" y="3410371"/>
                  </a:lnTo>
                  <a:lnTo>
                    <a:pt x="2587119" y="3410371"/>
                  </a:lnTo>
                  <a:lnTo>
                    <a:pt x="2587264" y="3410371"/>
                  </a:lnTo>
                  <a:lnTo>
                    <a:pt x="2587410" y="3410371"/>
                  </a:lnTo>
                  <a:lnTo>
                    <a:pt x="2587555" y="3410371"/>
                  </a:lnTo>
                  <a:lnTo>
                    <a:pt x="2587701" y="3410371"/>
                  </a:lnTo>
                  <a:lnTo>
                    <a:pt x="2587846" y="3410371"/>
                  </a:lnTo>
                  <a:lnTo>
                    <a:pt x="2587992" y="3410371"/>
                  </a:lnTo>
                  <a:lnTo>
                    <a:pt x="2587992" y="3409748"/>
                  </a:lnTo>
                  <a:lnTo>
                    <a:pt x="2588137" y="3409748"/>
                  </a:lnTo>
                  <a:lnTo>
                    <a:pt x="2588282" y="3409748"/>
                  </a:lnTo>
                  <a:lnTo>
                    <a:pt x="2588428" y="3409748"/>
                  </a:lnTo>
                  <a:lnTo>
                    <a:pt x="2588573" y="3409748"/>
                  </a:lnTo>
                  <a:lnTo>
                    <a:pt x="2588719" y="3409748"/>
                  </a:lnTo>
                  <a:lnTo>
                    <a:pt x="2588864" y="3409748"/>
                  </a:lnTo>
                  <a:lnTo>
                    <a:pt x="2589010" y="3409748"/>
                  </a:lnTo>
                  <a:lnTo>
                    <a:pt x="2589155" y="3409748"/>
                  </a:lnTo>
                  <a:lnTo>
                    <a:pt x="2589155" y="3409124"/>
                  </a:lnTo>
                  <a:lnTo>
                    <a:pt x="2589300" y="3409124"/>
                  </a:lnTo>
                  <a:lnTo>
                    <a:pt x="2589446" y="3409124"/>
                  </a:lnTo>
                  <a:lnTo>
                    <a:pt x="2589446" y="3408500"/>
                  </a:lnTo>
                  <a:lnTo>
                    <a:pt x="2589591" y="3408500"/>
                  </a:lnTo>
                  <a:lnTo>
                    <a:pt x="2589737" y="3408500"/>
                  </a:lnTo>
                  <a:lnTo>
                    <a:pt x="2589882" y="3408500"/>
                  </a:lnTo>
                  <a:lnTo>
                    <a:pt x="2590028" y="3408500"/>
                  </a:lnTo>
                  <a:lnTo>
                    <a:pt x="2590173" y="3408500"/>
                  </a:lnTo>
                  <a:lnTo>
                    <a:pt x="2590318" y="3408500"/>
                  </a:lnTo>
                  <a:lnTo>
                    <a:pt x="2590464" y="3408500"/>
                  </a:lnTo>
                  <a:lnTo>
                    <a:pt x="2590609" y="3408500"/>
                  </a:lnTo>
                  <a:lnTo>
                    <a:pt x="2590755" y="3408500"/>
                  </a:lnTo>
                  <a:lnTo>
                    <a:pt x="2590755" y="3407877"/>
                  </a:lnTo>
                  <a:lnTo>
                    <a:pt x="2590900" y="3407877"/>
                  </a:lnTo>
                  <a:lnTo>
                    <a:pt x="2591046" y="3407877"/>
                  </a:lnTo>
                  <a:lnTo>
                    <a:pt x="2591046" y="3407253"/>
                  </a:lnTo>
                  <a:lnTo>
                    <a:pt x="2591191" y="3407253"/>
                  </a:lnTo>
                  <a:lnTo>
                    <a:pt x="2591336" y="3407253"/>
                  </a:lnTo>
                  <a:lnTo>
                    <a:pt x="2591482" y="3407253"/>
                  </a:lnTo>
                  <a:lnTo>
                    <a:pt x="2591627" y="3407253"/>
                  </a:lnTo>
                  <a:lnTo>
                    <a:pt x="2591627" y="3406630"/>
                  </a:lnTo>
                  <a:lnTo>
                    <a:pt x="2591773" y="3406630"/>
                  </a:lnTo>
                  <a:lnTo>
                    <a:pt x="2591918" y="3406630"/>
                  </a:lnTo>
                  <a:lnTo>
                    <a:pt x="2592064" y="3406630"/>
                  </a:lnTo>
                  <a:lnTo>
                    <a:pt x="2592064" y="3406006"/>
                  </a:lnTo>
                  <a:lnTo>
                    <a:pt x="2592064" y="3405383"/>
                  </a:lnTo>
                  <a:lnTo>
                    <a:pt x="2592209" y="3405383"/>
                  </a:lnTo>
                  <a:lnTo>
                    <a:pt x="2592209" y="3404759"/>
                  </a:lnTo>
                  <a:lnTo>
                    <a:pt x="2592354" y="3404759"/>
                  </a:lnTo>
                  <a:lnTo>
                    <a:pt x="2592500" y="3404759"/>
                  </a:lnTo>
                  <a:lnTo>
                    <a:pt x="2592645" y="3404759"/>
                  </a:lnTo>
                  <a:lnTo>
                    <a:pt x="2592645" y="3404135"/>
                  </a:lnTo>
                  <a:lnTo>
                    <a:pt x="2592791" y="3404135"/>
                  </a:lnTo>
                  <a:lnTo>
                    <a:pt x="2592791" y="3403512"/>
                  </a:lnTo>
                  <a:lnTo>
                    <a:pt x="2592936" y="3403512"/>
                  </a:lnTo>
                  <a:lnTo>
                    <a:pt x="2593081" y="3403512"/>
                  </a:lnTo>
                  <a:lnTo>
                    <a:pt x="2593227" y="3403512"/>
                  </a:lnTo>
                  <a:lnTo>
                    <a:pt x="2593227" y="3402888"/>
                  </a:lnTo>
                  <a:lnTo>
                    <a:pt x="2593372" y="3402888"/>
                  </a:lnTo>
                  <a:lnTo>
                    <a:pt x="2593372" y="3402265"/>
                  </a:lnTo>
                  <a:lnTo>
                    <a:pt x="2593518" y="3402265"/>
                  </a:lnTo>
                  <a:lnTo>
                    <a:pt x="2593663" y="3402265"/>
                  </a:lnTo>
                  <a:lnTo>
                    <a:pt x="2593809" y="3402265"/>
                  </a:lnTo>
                  <a:lnTo>
                    <a:pt x="2593954" y="3402265"/>
                  </a:lnTo>
                  <a:lnTo>
                    <a:pt x="2594099" y="3402265"/>
                  </a:lnTo>
                  <a:lnTo>
                    <a:pt x="2594245" y="3402265"/>
                  </a:lnTo>
                  <a:lnTo>
                    <a:pt x="2594390" y="3402265"/>
                  </a:lnTo>
                  <a:lnTo>
                    <a:pt x="2594390" y="3401641"/>
                  </a:lnTo>
                  <a:lnTo>
                    <a:pt x="2594536" y="3401641"/>
                  </a:lnTo>
                  <a:lnTo>
                    <a:pt x="2594536" y="3401017"/>
                  </a:lnTo>
                  <a:lnTo>
                    <a:pt x="2594681" y="3401017"/>
                  </a:lnTo>
                  <a:lnTo>
                    <a:pt x="2594827" y="3401017"/>
                  </a:lnTo>
                  <a:lnTo>
                    <a:pt x="2594972" y="3401017"/>
                  </a:lnTo>
                  <a:lnTo>
                    <a:pt x="2595117" y="3401017"/>
                  </a:lnTo>
                  <a:lnTo>
                    <a:pt x="2595263" y="3401017"/>
                  </a:lnTo>
                  <a:lnTo>
                    <a:pt x="2595408" y="3401017"/>
                  </a:lnTo>
                  <a:lnTo>
                    <a:pt x="2595554" y="3401017"/>
                  </a:lnTo>
                  <a:lnTo>
                    <a:pt x="2595699" y="3401017"/>
                  </a:lnTo>
                  <a:lnTo>
                    <a:pt x="2595845" y="3401017"/>
                  </a:lnTo>
                  <a:lnTo>
                    <a:pt x="2595990" y="3401017"/>
                  </a:lnTo>
                  <a:lnTo>
                    <a:pt x="2596135" y="3401017"/>
                  </a:lnTo>
                  <a:lnTo>
                    <a:pt x="2596281" y="3401017"/>
                  </a:lnTo>
                  <a:lnTo>
                    <a:pt x="2596426" y="3401017"/>
                  </a:lnTo>
                  <a:lnTo>
                    <a:pt x="2596572" y="3401017"/>
                  </a:lnTo>
                  <a:lnTo>
                    <a:pt x="2596717" y="3401017"/>
                  </a:lnTo>
                  <a:lnTo>
                    <a:pt x="2596863" y="3401017"/>
                  </a:lnTo>
                  <a:lnTo>
                    <a:pt x="2597008" y="3401017"/>
                  </a:lnTo>
                  <a:lnTo>
                    <a:pt x="2597153" y="3401017"/>
                  </a:lnTo>
                  <a:lnTo>
                    <a:pt x="2597299" y="3401017"/>
                  </a:lnTo>
                  <a:lnTo>
                    <a:pt x="2597299" y="3400394"/>
                  </a:lnTo>
                  <a:lnTo>
                    <a:pt x="2597299" y="3399770"/>
                  </a:lnTo>
                  <a:lnTo>
                    <a:pt x="2597299" y="3399147"/>
                  </a:lnTo>
                  <a:lnTo>
                    <a:pt x="2597299" y="3398523"/>
                  </a:lnTo>
                  <a:lnTo>
                    <a:pt x="2597444" y="3398523"/>
                  </a:lnTo>
                  <a:lnTo>
                    <a:pt x="2597590" y="3398523"/>
                  </a:lnTo>
                  <a:lnTo>
                    <a:pt x="2597735" y="3398523"/>
                  </a:lnTo>
                  <a:lnTo>
                    <a:pt x="2597881" y="3398523"/>
                  </a:lnTo>
                  <a:lnTo>
                    <a:pt x="2598026" y="3398523"/>
                  </a:lnTo>
                  <a:lnTo>
                    <a:pt x="2598171" y="3398523"/>
                  </a:lnTo>
                  <a:lnTo>
                    <a:pt x="2598317" y="3398523"/>
                  </a:lnTo>
                  <a:lnTo>
                    <a:pt x="2598462" y="3398523"/>
                  </a:lnTo>
                  <a:lnTo>
                    <a:pt x="2598608" y="3398523"/>
                  </a:lnTo>
                  <a:lnTo>
                    <a:pt x="2598753" y="3398523"/>
                  </a:lnTo>
                  <a:lnTo>
                    <a:pt x="2598899" y="3398523"/>
                  </a:lnTo>
                  <a:lnTo>
                    <a:pt x="2599044" y="3398523"/>
                  </a:lnTo>
                  <a:lnTo>
                    <a:pt x="2599044" y="3397900"/>
                  </a:lnTo>
                  <a:lnTo>
                    <a:pt x="2599189" y="3397900"/>
                  </a:lnTo>
                  <a:lnTo>
                    <a:pt x="2599189" y="3397276"/>
                  </a:lnTo>
                  <a:lnTo>
                    <a:pt x="2599335" y="3397276"/>
                  </a:lnTo>
                  <a:lnTo>
                    <a:pt x="2599480" y="3397276"/>
                  </a:lnTo>
                  <a:lnTo>
                    <a:pt x="2599480" y="3396652"/>
                  </a:lnTo>
                  <a:lnTo>
                    <a:pt x="2599626" y="3396652"/>
                  </a:lnTo>
                  <a:lnTo>
                    <a:pt x="2599626" y="3396029"/>
                  </a:lnTo>
                  <a:lnTo>
                    <a:pt x="2599771" y="3396029"/>
                  </a:lnTo>
                  <a:lnTo>
                    <a:pt x="2599771" y="3395405"/>
                  </a:lnTo>
                  <a:lnTo>
                    <a:pt x="2599916" y="3395405"/>
                  </a:lnTo>
                  <a:lnTo>
                    <a:pt x="2599916" y="3394782"/>
                  </a:lnTo>
                  <a:lnTo>
                    <a:pt x="2600062" y="3394782"/>
                  </a:lnTo>
                  <a:lnTo>
                    <a:pt x="2600207" y="3394782"/>
                  </a:lnTo>
                  <a:lnTo>
                    <a:pt x="2600207" y="3394158"/>
                  </a:lnTo>
                  <a:lnTo>
                    <a:pt x="2600353" y="3394158"/>
                  </a:lnTo>
                  <a:lnTo>
                    <a:pt x="2600498" y="3394158"/>
                  </a:lnTo>
                  <a:lnTo>
                    <a:pt x="2600498" y="3393534"/>
                  </a:lnTo>
                  <a:lnTo>
                    <a:pt x="2600644" y="3393534"/>
                  </a:lnTo>
                  <a:lnTo>
                    <a:pt x="2600789" y="3393534"/>
                  </a:lnTo>
                  <a:lnTo>
                    <a:pt x="2600789" y="3392911"/>
                  </a:lnTo>
                  <a:lnTo>
                    <a:pt x="2600934" y="3392911"/>
                  </a:lnTo>
                  <a:lnTo>
                    <a:pt x="2601080" y="3392911"/>
                  </a:lnTo>
                  <a:lnTo>
                    <a:pt x="2601225" y="3392911"/>
                  </a:lnTo>
                  <a:lnTo>
                    <a:pt x="2601225" y="3392287"/>
                  </a:lnTo>
                  <a:lnTo>
                    <a:pt x="2601371" y="3392287"/>
                  </a:lnTo>
                  <a:lnTo>
                    <a:pt x="2601516" y="3392287"/>
                  </a:lnTo>
                  <a:lnTo>
                    <a:pt x="2601662" y="3392287"/>
                  </a:lnTo>
                  <a:lnTo>
                    <a:pt x="2601807" y="3392287"/>
                  </a:lnTo>
                  <a:lnTo>
                    <a:pt x="2601952" y="3392287"/>
                  </a:lnTo>
                  <a:lnTo>
                    <a:pt x="2602098" y="3392287"/>
                  </a:lnTo>
                  <a:lnTo>
                    <a:pt x="2602243" y="3392287"/>
                  </a:lnTo>
                  <a:lnTo>
                    <a:pt x="2602243" y="3391664"/>
                  </a:lnTo>
                  <a:lnTo>
                    <a:pt x="2602389" y="3391664"/>
                  </a:lnTo>
                  <a:lnTo>
                    <a:pt x="2602534" y="3391664"/>
                  </a:lnTo>
                  <a:lnTo>
                    <a:pt x="2602680" y="3391664"/>
                  </a:lnTo>
                  <a:lnTo>
                    <a:pt x="2602680" y="3391040"/>
                  </a:lnTo>
                  <a:lnTo>
                    <a:pt x="2602680" y="3390417"/>
                  </a:lnTo>
                  <a:lnTo>
                    <a:pt x="2602680" y="3389793"/>
                  </a:lnTo>
                  <a:lnTo>
                    <a:pt x="2602825" y="3389793"/>
                  </a:lnTo>
                  <a:lnTo>
                    <a:pt x="2602970" y="3389793"/>
                  </a:lnTo>
                  <a:lnTo>
                    <a:pt x="2603116" y="3389793"/>
                  </a:lnTo>
                  <a:lnTo>
                    <a:pt x="2603261" y="3389793"/>
                  </a:lnTo>
                  <a:lnTo>
                    <a:pt x="2603407" y="3389793"/>
                  </a:lnTo>
                  <a:lnTo>
                    <a:pt x="2603552" y="3389793"/>
                  </a:lnTo>
                  <a:lnTo>
                    <a:pt x="2603698" y="3389793"/>
                  </a:lnTo>
                  <a:lnTo>
                    <a:pt x="2603698" y="3389169"/>
                  </a:lnTo>
                  <a:lnTo>
                    <a:pt x="2603843" y="3389169"/>
                  </a:lnTo>
                  <a:lnTo>
                    <a:pt x="2603988" y="3389169"/>
                  </a:lnTo>
                  <a:lnTo>
                    <a:pt x="2604134" y="3389169"/>
                  </a:lnTo>
                  <a:lnTo>
                    <a:pt x="2604279" y="3389169"/>
                  </a:lnTo>
                  <a:lnTo>
                    <a:pt x="2604425" y="3389169"/>
                  </a:lnTo>
                  <a:lnTo>
                    <a:pt x="2604570" y="3389169"/>
                  </a:lnTo>
                  <a:lnTo>
                    <a:pt x="2604716" y="3389169"/>
                  </a:lnTo>
                  <a:lnTo>
                    <a:pt x="2604861" y="3389169"/>
                  </a:lnTo>
                  <a:lnTo>
                    <a:pt x="2605006" y="3389169"/>
                  </a:lnTo>
                  <a:lnTo>
                    <a:pt x="2605006" y="3388546"/>
                  </a:lnTo>
                  <a:lnTo>
                    <a:pt x="2605152" y="3388546"/>
                  </a:lnTo>
                  <a:lnTo>
                    <a:pt x="2605152" y="3387922"/>
                  </a:lnTo>
                  <a:lnTo>
                    <a:pt x="2605297" y="3387922"/>
                  </a:lnTo>
                  <a:lnTo>
                    <a:pt x="2605443" y="3387922"/>
                  </a:lnTo>
                  <a:lnTo>
                    <a:pt x="2605588" y="3387922"/>
                  </a:lnTo>
                  <a:lnTo>
                    <a:pt x="2605588" y="3387299"/>
                  </a:lnTo>
                  <a:lnTo>
                    <a:pt x="2605734" y="3387299"/>
                  </a:lnTo>
                  <a:lnTo>
                    <a:pt x="2605879" y="3387299"/>
                  </a:lnTo>
                  <a:lnTo>
                    <a:pt x="2606024" y="3387299"/>
                  </a:lnTo>
                  <a:lnTo>
                    <a:pt x="2606024" y="3386675"/>
                  </a:lnTo>
                  <a:lnTo>
                    <a:pt x="2606170" y="3386675"/>
                  </a:lnTo>
                  <a:lnTo>
                    <a:pt x="2606315" y="3386675"/>
                  </a:lnTo>
                  <a:lnTo>
                    <a:pt x="2606461" y="3386675"/>
                  </a:lnTo>
                  <a:lnTo>
                    <a:pt x="2606606" y="3386675"/>
                  </a:lnTo>
                  <a:lnTo>
                    <a:pt x="2606606" y="3386051"/>
                  </a:lnTo>
                  <a:lnTo>
                    <a:pt x="2606751" y="3386051"/>
                  </a:lnTo>
                  <a:lnTo>
                    <a:pt x="2606897" y="3386051"/>
                  </a:lnTo>
                  <a:lnTo>
                    <a:pt x="2607042" y="3386051"/>
                  </a:lnTo>
                  <a:lnTo>
                    <a:pt x="2607188" y="3386051"/>
                  </a:lnTo>
                  <a:lnTo>
                    <a:pt x="2607333" y="3386051"/>
                  </a:lnTo>
                  <a:lnTo>
                    <a:pt x="2607479" y="3386051"/>
                  </a:lnTo>
                  <a:lnTo>
                    <a:pt x="2607624" y="3386051"/>
                  </a:lnTo>
                  <a:lnTo>
                    <a:pt x="2607769" y="3386051"/>
                  </a:lnTo>
                  <a:lnTo>
                    <a:pt x="2607769" y="3385428"/>
                  </a:lnTo>
                  <a:lnTo>
                    <a:pt x="2607915" y="3385428"/>
                  </a:lnTo>
                  <a:lnTo>
                    <a:pt x="2608060" y="3385428"/>
                  </a:lnTo>
                  <a:lnTo>
                    <a:pt x="2608206" y="3385428"/>
                  </a:lnTo>
                  <a:lnTo>
                    <a:pt x="2608351" y="3385428"/>
                  </a:lnTo>
                  <a:lnTo>
                    <a:pt x="2608497" y="3385428"/>
                  </a:lnTo>
                  <a:lnTo>
                    <a:pt x="2608642" y="3385428"/>
                  </a:lnTo>
                  <a:lnTo>
                    <a:pt x="2608642" y="3384804"/>
                  </a:lnTo>
                  <a:lnTo>
                    <a:pt x="2608787" y="3384804"/>
                  </a:lnTo>
                  <a:lnTo>
                    <a:pt x="2608933" y="3384804"/>
                  </a:lnTo>
                  <a:lnTo>
                    <a:pt x="2609078" y="3384804"/>
                  </a:lnTo>
                  <a:lnTo>
                    <a:pt x="2609224" y="3384804"/>
                  </a:lnTo>
                  <a:lnTo>
                    <a:pt x="2609369" y="3384804"/>
                  </a:lnTo>
                  <a:lnTo>
                    <a:pt x="2609515" y="3384804"/>
                  </a:lnTo>
                  <a:lnTo>
                    <a:pt x="2609660" y="3384804"/>
                  </a:lnTo>
                  <a:lnTo>
                    <a:pt x="2609805" y="3384804"/>
                  </a:lnTo>
                  <a:lnTo>
                    <a:pt x="2609951" y="3384804"/>
                  </a:lnTo>
                  <a:lnTo>
                    <a:pt x="2610096" y="3384804"/>
                  </a:lnTo>
                  <a:lnTo>
                    <a:pt x="2610242" y="3384804"/>
                  </a:lnTo>
                  <a:lnTo>
                    <a:pt x="2610387" y="3384804"/>
                  </a:lnTo>
                  <a:lnTo>
                    <a:pt x="2610533" y="3384804"/>
                  </a:lnTo>
                  <a:lnTo>
                    <a:pt x="2610678" y="3384804"/>
                  </a:lnTo>
                  <a:lnTo>
                    <a:pt x="2610823" y="3384804"/>
                  </a:lnTo>
                  <a:lnTo>
                    <a:pt x="2610969" y="3384804"/>
                  </a:lnTo>
                  <a:lnTo>
                    <a:pt x="2611114" y="3384804"/>
                  </a:lnTo>
                  <a:lnTo>
                    <a:pt x="2611260" y="3384804"/>
                  </a:lnTo>
                  <a:lnTo>
                    <a:pt x="2611405" y="3384804"/>
                  </a:lnTo>
                  <a:lnTo>
                    <a:pt x="2611551" y="3384804"/>
                  </a:lnTo>
                  <a:lnTo>
                    <a:pt x="2611551" y="3384181"/>
                  </a:lnTo>
                  <a:lnTo>
                    <a:pt x="2611696" y="3384181"/>
                  </a:lnTo>
                  <a:lnTo>
                    <a:pt x="2611841" y="3384181"/>
                  </a:lnTo>
                  <a:lnTo>
                    <a:pt x="2611987" y="3384181"/>
                  </a:lnTo>
                  <a:lnTo>
                    <a:pt x="2611987" y="3383557"/>
                  </a:lnTo>
                  <a:lnTo>
                    <a:pt x="2612132" y="3383557"/>
                  </a:lnTo>
                  <a:lnTo>
                    <a:pt x="2612278" y="3383557"/>
                  </a:lnTo>
                  <a:lnTo>
                    <a:pt x="2612423" y="3383557"/>
                  </a:lnTo>
                  <a:lnTo>
                    <a:pt x="2612569" y="3383557"/>
                  </a:lnTo>
                  <a:lnTo>
                    <a:pt x="2612569" y="3382934"/>
                  </a:lnTo>
                  <a:lnTo>
                    <a:pt x="2612714" y="3382934"/>
                  </a:lnTo>
                  <a:lnTo>
                    <a:pt x="2612859" y="3382934"/>
                  </a:lnTo>
                  <a:lnTo>
                    <a:pt x="2613005" y="3382934"/>
                  </a:lnTo>
                  <a:lnTo>
                    <a:pt x="2613150" y="3382934"/>
                  </a:lnTo>
                  <a:lnTo>
                    <a:pt x="2613296" y="3382934"/>
                  </a:lnTo>
                  <a:lnTo>
                    <a:pt x="2613441" y="3382934"/>
                  </a:lnTo>
                  <a:lnTo>
                    <a:pt x="2613586" y="3382934"/>
                  </a:lnTo>
                  <a:lnTo>
                    <a:pt x="2613732" y="3382934"/>
                  </a:lnTo>
                  <a:lnTo>
                    <a:pt x="2613732" y="3382310"/>
                  </a:lnTo>
                  <a:lnTo>
                    <a:pt x="2613732" y="3381686"/>
                  </a:lnTo>
                  <a:lnTo>
                    <a:pt x="2613732" y="3381063"/>
                  </a:lnTo>
                  <a:lnTo>
                    <a:pt x="2613877" y="3381063"/>
                  </a:lnTo>
                  <a:lnTo>
                    <a:pt x="2614023" y="3381063"/>
                  </a:lnTo>
                  <a:lnTo>
                    <a:pt x="2614168" y="3381063"/>
                  </a:lnTo>
                  <a:lnTo>
                    <a:pt x="2614168" y="3380439"/>
                  </a:lnTo>
                  <a:lnTo>
                    <a:pt x="2614314" y="3380439"/>
                  </a:lnTo>
                  <a:lnTo>
                    <a:pt x="2614459" y="3380439"/>
                  </a:lnTo>
                  <a:lnTo>
                    <a:pt x="2614604" y="3380439"/>
                  </a:lnTo>
                  <a:lnTo>
                    <a:pt x="2614604" y="3379816"/>
                  </a:lnTo>
                  <a:lnTo>
                    <a:pt x="2614750" y="3379816"/>
                  </a:lnTo>
                  <a:lnTo>
                    <a:pt x="2614895" y="3379816"/>
                  </a:lnTo>
                  <a:lnTo>
                    <a:pt x="2615041" y="3379816"/>
                  </a:lnTo>
                  <a:lnTo>
                    <a:pt x="2615186" y="3379816"/>
                  </a:lnTo>
                  <a:lnTo>
                    <a:pt x="2615332" y="3379816"/>
                  </a:lnTo>
                  <a:lnTo>
                    <a:pt x="2615477" y="3379816"/>
                  </a:lnTo>
                  <a:lnTo>
                    <a:pt x="2615477" y="3379192"/>
                  </a:lnTo>
                  <a:lnTo>
                    <a:pt x="2615622" y="3379192"/>
                  </a:lnTo>
                  <a:lnTo>
                    <a:pt x="2615622" y="3378569"/>
                  </a:lnTo>
                  <a:lnTo>
                    <a:pt x="2615768" y="3378569"/>
                  </a:lnTo>
                  <a:lnTo>
                    <a:pt x="2615913" y="3378569"/>
                  </a:lnTo>
                  <a:lnTo>
                    <a:pt x="2615913" y="3377945"/>
                  </a:lnTo>
                  <a:lnTo>
                    <a:pt x="2615913" y="3377321"/>
                  </a:lnTo>
                  <a:lnTo>
                    <a:pt x="2616059" y="3377321"/>
                  </a:lnTo>
                  <a:lnTo>
                    <a:pt x="2616204" y="3377321"/>
                  </a:lnTo>
                  <a:lnTo>
                    <a:pt x="2616350" y="3377321"/>
                  </a:lnTo>
                  <a:lnTo>
                    <a:pt x="2616495" y="3377321"/>
                  </a:lnTo>
                  <a:lnTo>
                    <a:pt x="2616640" y="3377321"/>
                  </a:lnTo>
                  <a:lnTo>
                    <a:pt x="2616640" y="3376698"/>
                  </a:lnTo>
                  <a:lnTo>
                    <a:pt x="2616640" y="3376074"/>
                  </a:lnTo>
                  <a:lnTo>
                    <a:pt x="2616786" y="3376074"/>
                  </a:lnTo>
                  <a:lnTo>
                    <a:pt x="2616931" y="3376074"/>
                  </a:lnTo>
                  <a:lnTo>
                    <a:pt x="2617077" y="3376074"/>
                  </a:lnTo>
                  <a:lnTo>
                    <a:pt x="2617222" y="3376074"/>
                  </a:lnTo>
                  <a:lnTo>
                    <a:pt x="2617368" y="3376074"/>
                  </a:lnTo>
                  <a:lnTo>
                    <a:pt x="2617513" y="3376074"/>
                  </a:lnTo>
                  <a:lnTo>
                    <a:pt x="2617513" y="3375451"/>
                  </a:lnTo>
                  <a:lnTo>
                    <a:pt x="2617658" y="3375451"/>
                  </a:lnTo>
                  <a:lnTo>
                    <a:pt x="2617804" y="3375451"/>
                  </a:lnTo>
                  <a:lnTo>
                    <a:pt x="2617949" y="3375451"/>
                  </a:lnTo>
                  <a:lnTo>
                    <a:pt x="2618095" y="3375451"/>
                  </a:lnTo>
                  <a:lnTo>
                    <a:pt x="2618240" y="3375451"/>
                  </a:lnTo>
                  <a:lnTo>
                    <a:pt x="2618386" y="3375451"/>
                  </a:lnTo>
                  <a:lnTo>
                    <a:pt x="2618386" y="3374827"/>
                  </a:lnTo>
                  <a:lnTo>
                    <a:pt x="2618386" y="3374203"/>
                  </a:lnTo>
                  <a:lnTo>
                    <a:pt x="2618531" y="3374203"/>
                  </a:lnTo>
                  <a:lnTo>
                    <a:pt x="2618676" y="3374203"/>
                  </a:lnTo>
                  <a:lnTo>
                    <a:pt x="2618822" y="3374203"/>
                  </a:lnTo>
                  <a:lnTo>
                    <a:pt x="2618967" y="3374203"/>
                  </a:lnTo>
                  <a:lnTo>
                    <a:pt x="2619113" y="3374203"/>
                  </a:lnTo>
                  <a:lnTo>
                    <a:pt x="2619258" y="3374203"/>
                  </a:lnTo>
                  <a:lnTo>
                    <a:pt x="2619404" y="3374203"/>
                  </a:lnTo>
                  <a:lnTo>
                    <a:pt x="2619549" y="3374203"/>
                  </a:lnTo>
                  <a:lnTo>
                    <a:pt x="2619694" y="3374203"/>
                  </a:lnTo>
                  <a:lnTo>
                    <a:pt x="2619840" y="3374203"/>
                  </a:lnTo>
                  <a:lnTo>
                    <a:pt x="2619985" y="3374203"/>
                  </a:lnTo>
                  <a:lnTo>
                    <a:pt x="2620131" y="3374203"/>
                  </a:lnTo>
                  <a:lnTo>
                    <a:pt x="2620276" y="3374203"/>
                  </a:lnTo>
                  <a:lnTo>
                    <a:pt x="2620276" y="3373580"/>
                  </a:lnTo>
                  <a:lnTo>
                    <a:pt x="2620276" y="3372956"/>
                  </a:lnTo>
                  <a:lnTo>
                    <a:pt x="2620421" y="3372956"/>
                  </a:lnTo>
                  <a:lnTo>
                    <a:pt x="2620567" y="3372956"/>
                  </a:lnTo>
                  <a:lnTo>
                    <a:pt x="2620712" y="3372956"/>
                  </a:lnTo>
                  <a:lnTo>
                    <a:pt x="2620712" y="3372333"/>
                  </a:lnTo>
                  <a:lnTo>
                    <a:pt x="2620858" y="3372333"/>
                  </a:lnTo>
                  <a:lnTo>
                    <a:pt x="2621003" y="3372333"/>
                  </a:lnTo>
                  <a:lnTo>
                    <a:pt x="2621149" y="3372333"/>
                  </a:lnTo>
                  <a:lnTo>
                    <a:pt x="2621294" y="3372333"/>
                  </a:lnTo>
                  <a:lnTo>
                    <a:pt x="2621439" y="3372333"/>
                  </a:lnTo>
                  <a:lnTo>
                    <a:pt x="2621585" y="3372333"/>
                  </a:lnTo>
                  <a:lnTo>
                    <a:pt x="2621730" y="3372333"/>
                  </a:lnTo>
                  <a:lnTo>
                    <a:pt x="2621730" y="3371709"/>
                  </a:lnTo>
                  <a:lnTo>
                    <a:pt x="2621876" y="3371709"/>
                  </a:lnTo>
                  <a:lnTo>
                    <a:pt x="2622021" y="3371709"/>
                  </a:lnTo>
                  <a:lnTo>
                    <a:pt x="2622021" y="3371086"/>
                  </a:lnTo>
                  <a:lnTo>
                    <a:pt x="2622167" y="3371086"/>
                  </a:lnTo>
                  <a:lnTo>
                    <a:pt x="2622312" y="3371086"/>
                  </a:lnTo>
                  <a:lnTo>
                    <a:pt x="2622457" y="3371086"/>
                  </a:lnTo>
                  <a:lnTo>
                    <a:pt x="2622603" y="3371086"/>
                  </a:lnTo>
                  <a:lnTo>
                    <a:pt x="2622748" y="3371086"/>
                  </a:lnTo>
                  <a:lnTo>
                    <a:pt x="2622894" y="3371086"/>
                  </a:lnTo>
                  <a:lnTo>
                    <a:pt x="2623039" y="3371086"/>
                  </a:lnTo>
                  <a:lnTo>
                    <a:pt x="2623185" y="3371086"/>
                  </a:lnTo>
                  <a:lnTo>
                    <a:pt x="2623185" y="3370462"/>
                  </a:lnTo>
                  <a:lnTo>
                    <a:pt x="2623330" y="3370462"/>
                  </a:lnTo>
                  <a:lnTo>
                    <a:pt x="2623475" y="3370462"/>
                  </a:lnTo>
                  <a:lnTo>
                    <a:pt x="2623621" y="3370462"/>
                  </a:lnTo>
                  <a:lnTo>
                    <a:pt x="2623766" y="3370462"/>
                  </a:lnTo>
                  <a:lnTo>
                    <a:pt x="2623912" y="3370462"/>
                  </a:lnTo>
                  <a:lnTo>
                    <a:pt x="2623912" y="3369838"/>
                  </a:lnTo>
                  <a:lnTo>
                    <a:pt x="2623912" y="3369215"/>
                  </a:lnTo>
                  <a:lnTo>
                    <a:pt x="2624057" y="3369215"/>
                  </a:lnTo>
                  <a:lnTo>
                    <a:pt x="2624203" y="3369215"/>
                  </a:lnTo>
                  <a:lnTo>
                    <a:pt x="2624203" y="3368591"/>
                  </a:lnTo>
                  <a:lnTo>
                    <a:pt x="2624348" y="3368591"/>
                  </a:lnTo>
                  <a:lnTo>
                    <a:pt x="2624348" y="3367968"/>
                  </a:lnTo>
                  <a:lnTo>
                    <a:pt x="2624493" y="3367968"/>
                  </a:lnTo>
                  <a:lnTo>
                    <a:pt x="2624639" y="3367968"/>
                  </a:lnTo>
                  <a:lnTo>
                    <a:pt x="2624784" y="3367968"/>
                  </a:lnTo>
                  <a:lnTo>
                    <a:pt x="2624930" y="3367968"/>
                  </a:lnTo>
                  <a:lnTo>
                    <a:pt x="2625075" y="3367968"/>
                  </a:lnTo>
                  <a:lnTo>
                    <a:pt x="2625221" y="3367968"/>
                  </a:lnTo>
                  <a:lnTo>
                    <a:pt x="2625221" y="3367344"/>
                  </a:lnTo>
                  <a:lnTo>
                    <a:pt x="2625366" y="3367344"/>
                  </a:lnTo>
                  <a:lnTo>
                    <a:pt x="2625511" y="3367344"/>
                  </a:lnTo>
                  <a:lnTo>
                    <a:pt x="2625657" y="3367344"/>
                  </a:lnTo>
                  <a:lnTo>
                    <a:pt x="2625802" y="3367344"/>
                  </a:lnTo>
                  <a:lnTo>
                    <a:pt x="2625948" y="3367344"/>
                  </a:lnTo>
                  <a:lnTo>
                    <a:pt x="2626093" y="3367344"/>
                  </a:lnTo>
                  <a:lnTo>
                    <a:pt x="2626093" y="3366720"/>
                  </a:lnTo>
                  <a:lnTo>
                    <a:pt x="2626239" y="3366720"/>
                  </a:lnTo>
                  <a:lnTo>
                    <a:pt x="2626384" y="3366720"/>
                  </a:lnTo>
                  <a:lnTo>
                    <a:pt x="2626529" y="3366720"/>
                  </a:lnTo>
                  <a:lnTo>
                    <a:pt x="2626675" y="3366720"/>
                  </a:lnTo>
                  <a:lnTo>
                    <a:pt x="2626820" y="3366720"/>
                  </a:lnTo>
                  <a:lnTo>
                    <a:pt x="2626966" y="3366720"/>
                  </a:lnTo>
                  <a:lnTo>
                    <a:pt x="2627111" y="3366720"/>
                  </a:lnTo>
                  <a:lnTo>
                    <a:pt x="2627256" y="3366720"/>
                  </a:lnTo>
                  <a:lnTo>
                    <a:pt x="2627402" y="3366720"/>
                  </a:lnTo>
                  <a:lnTo>
                    <a:pt x="2627547" y="3366720"/>
                  </a:lnTo>
                  <a:lnTo>
                    <a:pt x="2627693" y="3366720"/>
                  </a:lnTo>
                  <a:lnTo>
                    <a:pt x="2627693" y="3366097"/>
                  </a:lnTo>
                  <a:lnTo>
                    <a:pt x="2627838" y="3366097"/>
                  </a:lnTo>
                  <a:lnTo>
                    <a:pt x="2627984" y="3366097"/>
                  </a:lnTo>
                  <a:lnTo>
                    <a:pt x="2628129" y="3366097"/>
                  </a:lnTo>
                  <a:lnTo>
                    <a:pt x="2628274" y="3366097"/>
                  </a:lnTo>
                  <a:lnTo>
                    <a:pt x="2628420" y="3366097"/>
                  </a:lnTo>
                  <a:lnTo>
                    <a:pt x="2628565" y="3366097"/>
                  </a:lnTo>
                  <a:lnTo>
                    <a:pt x="2628711" y="3366097"/>
                  </a:lnTo>
                  <a:lnTo>
                    <a:pt x="2628856" y="3366097"/>
                  </a:lnTo>
                  <a:lnTo>
                    <a:pt x="2628856" y="3365473"/>
                  </a:lnTo>
                  <a:lnTo>
                    <a:pt x="2628856" y="3364850"/>
                  </a:lnTo>
                  <a:lnTo>
                    <a:pt x="2628856" y="3364226"/>
                  </a:lnTo>
                  <a:lnTo>
                    <a:pt x="2628856" y="3363603"/>
                  </a:lnTo>
                  <a:lnTo>
                    <a:pt x="2628856" y="3362979"/>
                  </a:lnTo>
                  <a:lnTo>
                    <a:pt x="2629002" y="3362979"/>
                  </a:lnTo>
                  <a:lnTo>
                    <a:pt x="2629147" y="3362979"/>
                  </a:lnTo>
                  <a:lnTo>
                    <a:pt x="2629292" y="3362979"/>
                  </a:lnTo>
                  <a:lnTo>
                    <a:pt x="2629438" y="3362979"/>
                  </a:lnTo>
                  <a:lnTo>
                    <a:pt x="2629583" y="3362979"/>
                  </a:lnTo>
                  <a:lnTo>
                    <a:pt x="2629729" y="3362979"/>
                  </a:lnTo>
                  <a:lnTo>
                    <a:pt x="2629874" y="3362979"/>
                  </a:lnTo>
                  <a:lnTo>
                    <a:pt x="2630020" y="3362979"/>
                  </a:lnTo>
                  <a:lnTo>
                    <a:pt x="2630165" y="3362979"/>
                  </a:lnTo>
                  <a:lnTo>
                    <a:pt x="2630310" y="3362979"/>
                  </a:lnTo>
                  <a:lnTo>
                    <a:pt x="2630456" y="3362979"/>
                  </a:lnTo>
                  <a:lnTo>
                    <a:pt x="2630601" y="3362979"/>
                  </a:lnTo>
                  <a:lnTo>
                    <a:pt x="2630747" y="3362979"/>
                  </a:lnTo>
                  <a:lnTo>
                    <a:pt x="2630892" y="3362979"/>
                  </a:lnTo>
                  <a:lnTo>
                    <a:pt x="2631038" y="3362979"/>
                  </a:lnTo>
                  <a:lnTo>
                    <a:pt x="2631183" y="3362979"/>
                  </a:lnTo>
                  <a:lnTo>
                    <a:pt x="2631328" y="3362979"/>
                  </a:lnTo>
                  <a:lnTo>
                    <a:pt x="2631474" y="3362979"/>
                  </a:lnTo>
                  <a:lnTo>
                    <a:pt x="2631619" y="3362979"/>
                  </a:lnTo>
                  <a:lnTo>
                    <a:pt x="2631765" y="3362979"/>
                  </a:lnTo>
                  <a:lnTo>
                    <a:pt x="2631910" y="3362979"/>
                  </a:lnTo>
                  <a:lnTo>
                    <a:pt x="2632056" y="3362979"/>
                  </a:lnTo>
                  <a:lnTo>
                    <a:pt x="2632201" y="3362979"/>
                  </a:lnTo>
                  <a:lnTo>
                    <a:pt x="2632201" y="3362355"/>
                  </a:lnTo>
                  <a:lnTo>
                    <a:pt x="2632346" y="3362355"/>
                  </a:lnTo>
                  <a:lnTo>
                    <a:pt x="2632346" y="3361732"/>
                  </a:lnTo>
                  <a:lnTo>
                    <a:pt x="2632492" y="3361732"/>
                  </a:lnTo>
                  <a:lnTo>
                    <a:pt x="2632637" y="3361732"/>
                  </a:lnTo>
                  <a:lnTo>
                    <a:pt x="2632783" y="3361732"/>
                  </a:lnTo>
                  <a:lnTo>
                    <a:pt x="2632928" y="3361732"/>
                  </a:lnTo>
                  <a:lnTo>
                    <a:pt x="2633074" y="3361732"/>
                  </a:lnTo>
                  <a:lnTo>
                    <a:pt x="2633219" y="3361732"/>
                  </a:lnTo>
                  <a:lnTo>
                    <a:pt x="2633219" y="3361108"/>
                  </a:lnTo>
                  <a:lnTo>
                    <a:pt x="2633364" y="3361108"/>
                  </a:lnTo>
                  <a:lnTo>
                    <a:pt x="2633510" y="3361108"/>
                  </a:lnTo>
                  <a:lnTo>
                    <a:pt x="2633655" y="3361108"/>
                  </a:lnTo>
                  <a:lnTo>
                    <a:pt x="2633655" y="3360485"/>
                  </a:lnTo>
                  <a:lnTo>
                    <a:pt x="2633801" y="3360485"/>
                  </a:lnTo>
                  <a:lnTo>
                    <a:pt x="2633946" y="3360485"/>
                  </a:lnTo>
                  <a:lnTo>
                    <a:pt x="2634091" y="3360485"/>
                  </a:lnTo>
                  <a:lnTo>
                    <a:pt x="2634237" y="3360485"/>
                  </a:lnTo>
                  <a:lnTo>
                    <a:pt x="2634237" y="3359861"/>
                  </a:lnTo>
                  <a:lnTo>
                    <a:pt x="2634382" y="3359861"/>
                  </a:lnTo>
                  <a:lnTo>
                    <a:pt x="2634528" y="3359861"/>
                  </a:lnTo>
                  <a:lnTo>
                    <a:pt x="2634673" y="3359861"/>
                  </a:lnTo>
                  <a:lnTo>
                    <a:pt x="2634819" y="3359861"/>
                  </a:lnTo>
                  <a:lnTo>
                    <a:pt x="2634964" y="3359861"/>
                  </a:lnTo>
                  <a:lnTo>
                    <a:pt x="2635109" y="3359861"/>
                  </a:lnTo>
                  <a:lnTo>
                    <a:pt x="2635255" y="3359861"/>
                  </a:lnTo>
                  <a:lnTo>
                    <a:pt x="2635400" y="3359861"/>
                  </a:lnTo>
                  <a:lnTo>
                    <a:pt x="2635400" y="3359237"/>
                  </a:lnTo>
                  <a:lnTo>
                    <a:pt x="2635400" y="3358614"/>
                  </a:lnTo>
                  <a:lnTo>
                    <a:pt x="2635546" y="3358614"/>
                  </a:lnTo>
                  <a:lnTo>
                    <a:pt x="2635691" y="3358614"/>
                  </a:lnTo>
                  <a:lnTo>
                    <a:pt x="2635837" y="3358614"/>
                  </a:lnTo>
                  <a:lnTo>
                    <a:pt x="2635982" y="3358614"/>
                  </a:lnTo>
                  <a:lnTo>
                    <a:pt x="2635982" y="3357990"/>
                  </a:lnTo>
                  <a:lnTo>
                    <a:pt x="2636127" y="3357990"/>
                  </a:lnTo>
                  <a:lnTo>
                    <a:pt x="2636273" y="3357990"/>
                  </a:lnTo>
                  <a:lnTo>
                    <a:pt x="2636418" y="3357990"/>
                  </a:lnTo>
                  <a:lnTo>
                    <a:pt x="2636564" y="3357990"/>
                  </a:lnTo>
                  <a:lnTo>
                    <a:pt x="2636709" y="3357990"/>
                  </a:lnTo>
                  <a:lnTo>
                    <a:pt x="2636709" y="3357367"/>
                  </a:lnTo>
                  <a:lnTo>
                    <a:pt x="2636855" y="3357367"/>
                  </a:lnTo>
                  <a:lnTo>
                    <a:pt x="2636855" y="3356743"/>
                  </a:lnTo>
                  <a:lnTo>
                    <a:pt x="2637000" y="3356743"/>
                  </a:lnTo>
                  <a:lnTo>
                    <a:pt x="2637145" y="3356743"/>
                  </a:lnTo>
                  <a:lnTo>
                    <a:pt x="2637145" y="3356120"/>
                  </a:lnTo>
                  <a:lnTo>
                    <a:pt x="2637145" y="3355496"/>
                  </a:lnTo>
                  <a:lnTo>
                    <a:pt x="2637145" y="3354872"/>
                  </a:lnTo>
                  <a:lnTo>
                    <a:pt x="2637291" y="3354872"/>
                  </a:lnTo>
                  <a:lnTo>
                    <a:pt x="2637436" y="3354872"/>
                  </a:lnTo>
                  <a:lnTo>
                    <a:pt x="2637582" y="3354872"/>
                  </a:lnTo>
                  <a:lnTo>
                    <a:pt x="2637582" y="3354249"/>
                  </a:lnTo>
                  <a:lnTo>
                    <a:pt x="2637727" y="3354249"/>
                  </a:lnTo>
                  <a:lnTo>
                    <a:pt x="2637727" y="3353625"/>
                  </a:lnTo>
                  <a:lnTo>
                    <a:pt x="2637873" y="3353625"/>
                  </a:lnTo>
                  <a:lnTo>
                    <a:pt x="2638018" y="3353625"/>
                  </a:lnTo>
                  <a:lnTo>
                    <a:pt x="2638163" y="3353625"/>
                  </a:lnTo>
                  <a:lnTo>
                    <a:pt x="2638309" y="3353625"/>
                  </a:lnTo>
                  <a:lnTo>
                    <a:pt x="2638309" y="3353002"/>
                  </a:lnTo>
                  <a:lnTo>
                    <a:pt x="2638454" y="3353002"/>
                  </a:lnTo>
                  <a:lnTo>
                    <a:pt x="2638600" y="3353002"/>
                  </a:lnTo>
                  <a:lnTo>
                    <a:pt x="2638745" y="3353002"/>
                  </a:lnTo>
                  <a:lnTo>
                    <a:pt x="2638891" y="3353002"/>
                  </a:lnTo>
                  <a:lnTo>
                    <a:pt x="2639036" y="3353002"/>
                  </a:lnTo>
                  <a:lnTo>
                    <a:pt x="2639181" y="3353002"/>
                  </a:lnTo>
                  <a:lnTo>
                    <a:pt x="2639181" y="3352378"/>
                  </a:lnTo>
                  <a:lnTo>
                    <a:pt x="2639327" y="3352378"/>
                  </a:lnTo>
                  <a:lnTo>
                    <a:pt x="2639327" y="3351754"/>
                  </a:lnTo>
                  <a:lnTo>
                    <a:pt x="2639472" y="3351754"/>
                  </a:lnTo>
                  <a:lnTo>
                    <a:pt x="2639618" y="3351754"/>
                  </a:lnTo>
                  <a:lnTo>
                    <a:pt x="2639763" y="3351754"/>
                  </a:lnTo>
                  <a:lnTo>
                    <a:pt x="2639908" y="3351754"/>
                  </a:lnTo>
                  <a:lnTo>
                    <a:pt x="2640054" y="3351754"/>
                  </a:lnTo>
                  <a:lnTo>
                    <a:pt x="2640054" y="3351131"/>
                  </a:lnTo>
                  <a:lnTo>
                    <a:pt x="2640199" y="3351131"/>
                  </a:lnTo>
                  <a:lnTo>
                    <a:pt x="2640345" y="3351131"/>
                  </a:lnTo>
                  <a:lnTo>
                    <a:pt x="2640490" y="3351131"/>
                  </a:lnTo>
                  <a:lnTo>
                    <a:pt x="2640490" y="3350507"/>
                  </a:lnTo>
                  <a:lnTo>
                    <a:pt x="2640636" y="3350507"/>
                  </a:lnTo>
                  <a:lnTo>
                    <a:pt x="2640636" y="3349884"/>
                  </a:lnTo>
                  <a:lnTo>
                    <a:pt x="2640781" y="3349884"/>
                  </a:lnTo>
                  <a:lnTo>
                    <a:pt x="2640926" y="3349884"/>
                  </a:lnTo>
                  <a:lnTo>
                    <a:pt x="2641072" y="3349884"/>
                  </a:lnTo>
                  <a:lnTo>
                    <a:pt x="2641217" y="3349884"/>
                  </a:lnTo>
                  <a:lnTo>
                    <a:pt x="2641363" y="3349884"/>
                  </a:lnTo>
                  <a:lnTo>
                    <a:pt x="2641508" y="3349884"/>
                  </a:lnTo>
                  <a:lnTo>
                    <a:pt x="2641654" y="3349884"/>
                  </a:lnTo>
                  <a:lnTo>
                    <a:pt x="2641799" y="3349884"/>
                  </a:lnTo>
                  <a:lnTo>
                    <a:pt x="2641944" y="3349884"/>
                  </a:lnTo>
                  <a:lnTo>
                    <a:pt x="2642090" y="3349884"/>
                  </a:lnTo>
                  <a:lnTo>
                    <a:pt x="2642235" y="3349884"/>
                  </a:lnTo>
                  <a:lnTo>
                    <a:pt x="2642381" y="3349884"/>
                  </a:lnTo>
                  <a:lnTo>
                    <a:pt x="2642381" y="3349260"/>
                  </a:lnTo>
                  <a:lnTo>
                    <a:pt x="2642526" y="3349260"/>
                  </a:lnTo>
                  <a:lnTo>
                    <a:pt x="2642526" y="3348637"/>
                  </a:lnTo>
                  <a:lnTo>
                    <a:pt x="2642672" y="3348637"/>
                  </a:lnTo>
                  <a:lnTo>
                    <a:pt x="2642817" y="3348637"/>
                  </a:lnTo>
                  <a:lnTo>
                    <a:pt x="2642962" y="3348637"/>
                  </a:lnTo>
                  <a:lnTo>
                    <a:pt x="2643108" y="3348637"/>
                  </a:lnTo>
                  <a:lnTo>
                    <a:pt x="2643253" y="3348637"/>
                  </a:lnTo>
                  <a:lnTo>
                    <a:pt x="2643399" y="3348637"/>
                  </a:lnTo>
                  <a:lnTo>
                    <a:pt x="2643399" y="3348013"/>
                  </a:lnTo>
                  <a:lnTo>
                    <a:pt x="2643399" y="3347389"/>
                  </a:lnTo>
                  <a:lnTo>
                    <a:pt x="2643544" y="3347389"/>
                  </a:lnTo>
                  <a:lnTo>
                    <a:pt x="2643690" y="3347389"/>
                  </a:lnTo>
                  <a:lnTo>
                    <a:pt x="2643835" y="3347389"/>
                  </a:lnTo>
                  <a:lnTo>
                    <a:pt x="2643980" y="3347389"/>
                  </a:lnTo>
                  <a:lnTo>
                    <a:pt x="2644126" y="3347389"/>
                  </a:lnTo>
                  <a:lnTo>
                    <a:pt x="2644271" y="3347389"/>
                  </a:lnTo>
                  <a:lnTo>
                    <a:pt x="2644417" y="3347389"/>
                  </a:lnTo>
                  <a:lnTo>
                    <a:pt x="2644562" y="3347389"/>
                  </a:lnTo>
                  <a:lnTo>
                    <a:pt x="2644708" y="3347389"/>
                  </a:lnTo>
                  <a:lnTo>
                    <a:pt x="2644853" y="3347389"/>
                  </a:lnTo>
                  <a:lnTo>
                    <a:pt x="2644998" y="3347389"/>
                  </a:lnTo>
                  <a:lnTo>
                    <a:pt x="2645144" y="3347389"/>
                  </a:lnTo>
                  <a:lnTo>
                    <a:pt x="2645289" y="3347389"/>
                  </a:lnTo>
                  <a:lnTo>
                    <a:pt x="2645289" y="3346766"/>
                  </a:lnTo>
                  <a:lnTo>
                    <a:pt x="2645435" y="3346766"/>
                  </a:lnTo>
                  <a:lnTo>
                    <a:pt x="2645435" y="3346142"/>
                  </a:lnTo>
                  <a:lnTo>
                    <a:pt x="2645580" y="3346142"/>
                  </a:lnTo>
                  <a:lnTo>
                    <a:pt x="2645726" y="3346142"/>
                  </a:lnTo>
                  <a:lnTo>
                    <a:pt x="2645871" y="3346142"/>
                  </a:lnTo>
                  <a:lnTo>
                    <a:pt x="2646016" y="3346142"/>
                  </a:lnTo>
                  <a:lnTo>
                    <a:pt x="2646016" y="3345519"/>
                  </a:lnTo>
                  <a:lnTo>
                    <a:pt x="2646162" y="3345519"/>
                  </a:lnTo>
                  <a:lnTo>
                    <a:pt x="2646307" y="3345519"/>
                  </a:lnTo>
                  <a:lnTo>
                    <a:pt x="2646453" y="3345519"/>
                  </a:lnTo>
                  <a:lnTo>
                    <a:pt x="2646598" y="3345519"/>
                  </a:lnTo>
                  <a:lnTo>
                    <a:pt x="2646743" y="3345519"/>
                  </a:lnTo>
                  <a:lnTo>
                    <a:pt x="2646889" y="3345519"/>
                  </a:lnTo>
                  <a:lnTo>
                    <a:pt x="2647034" y="3345519"/>
                  </a:lnTo>
                  <a:lnTo>
                    <a:pt x="2647180" y="3345519"/>
                  </a:lnTo>
                  <a:lnTo>
                    <a:pt x="2647325" y="3345519"/>
                  </a:lnTo>
                  <a:lnTo>
                    <a:pt x="2647471" y="3345519"/>
                  </a:lnTo>
                  <a:lnTo>
                    <a:pt x="2647616" y="3345519"/>
                  </a:lnTo>
                  <a:lnTo>
                    <a:pt x="2647761" y="3345519"/>
                  </a:lnTo>
                  <a:lnTo>
                    <a:pt x="2647907" y="3345519"/>
                  </a:lnTo>
                  <a:lnTo>
                    <a:pt x="2648052" y="3345519"/>
                  </a:lnTo>
                  <a:lnTo>
                    <a:pt x="2648198" y="3345519"/>
                  </a:lnTo>
                  <a:lnTo>
                    <a:pt x="2648198" y="3344895"/>
                  </a:lnTo>
                  <a:lnTo>
                    <a:pt x="2648343" y="3344895"/>
                  </a:lnTo>
                  <a:lnTo>
                    <a:pt x="2648489" y="3344895"/>
                  </a:lnTo>
                  <a:lnTo>
                    <a:pt x="2648489" y="3344271"/>
                  </a:lnTo>
                  <a:lnTo>
                    <a:pt x="2648634" y="3344271"/>
                  </a:lnTo>
                  <a:lnTo>
                    <a:pt x="2648779" y="3344271"/>
                  </a:lnTo>
                  <a:lnTo>
                    <a:pt x="2648925" y="3344271"/>
                  </a:lnTo>
                  <a:lnTo>
                    <a:pt x="2649070" y="3344271"/>
                  </a:lnTo>
                  <a:lnTo>
                    <a:pt x="2649216" y="3344271"/>
                  </a:lnTo>
                  <a:lnTo>
                    <a:pt x="2649216" y="3343648"/>
                  </a:lnTo>
                  <a:lnTo>
                    <a:pt x="2649361" y="3343648"/>
                  </a:lnTo>
                  <a:lnTo>
                    <a:pt x="2649507" y="3343648"/>
                  </a:lnTo>
                  <a:lnTo>
                    <a:pt x="2649652" y="3343648"/>
                  </a:lnTo>
                  <a:lnTo>
                    <a:pt x="2649797" y="3343648"/>
                  </a:lnTo>
                  <a:lnTo>
                    <a:pt x="2649943" y="3343648"/>
                  </a:lnTo>
                  <a:lnTo>
                    <a:pt x="2650088" y="3343648"/>
                  </a:lnTo>
                  <a:lnTo>
                    <a:pt x="2650234" y="3343648"/>
                  </a:lnTo>
                  <a:lnTo>
                    <a:pt x="2650379" y="3343648"/>
                  </a:lnTo>
                  <a:lnTo>
                    <a:pt x="2650525" y="3343648"/>
                  </a:lnTo>
                  <a:lnTo>
                    <a:pt x="2650670" y="3343648"/>
                  </a:lnTo>
                  <a:lnTo>
                    <a:pt x="2650815" y="3343648"/>
                  </a:lnTo>
                  <a:lnTo>
                    <a:pt x="2650815" y="3343024"/>
                  </a:lnTo>
                  <a:lnTo>
                    <a:pt x="2650961" y="3343024"/>
                  </a:lnTo>
                  <a:lnTo>
                    <a:pt x="2651106" y="3343024"/>
                  </a:lnTo>
                  <a:lnTo>
                    <a:pt x="2651252" y="3343024"/>
                  </a:lnTo>
                  <a:lnTo>
                    <a:pt x="2651252" y="3342401"/>
                  </a:lnTo>
                  <a:lnTo>
                    <a:pt x="2651397" y="3342401"/>
                  </a:lnTo>
                  <a:lnTo>
                    <a:pt x="2651543" y="3342401"/>
                  </a:lnTo>
                  <a:lnTo>
                    <a:pt x="2651688" y="3342401"/>
                  </a:lnTo>
                  <a:lnTo>
                    <a:pt x="2651833" y="3342401"/>
                  </a:lnTo>
                  <a:lnTo>
                    <a:pt x="2651979" y="3342401"/>
                  </a:lnTo>
                  <a:lnTo>
                    <a:pt x="2651979" y="3341777"/>
                  </a:lnTo>
                  <a:lnTo>
                    <a:pt x="2652124" y="3341777"/>
                  </a:lnTo>
                  <a:lnTo>
                    <a:pt x="2652270" y="3341777"/>
                  </a:lnTo>
                  <a:lnTo>
                    <a:pt x="2652415" y="3341777"/>
                  </a:lnTo>
                  <a:lnTo>
                    <a:pt x="2652561" y="3341777"/>
                  </a:lnTo>
                  <a:lnTo>
                    <a:pt x="2652706" y="3341777"/>
                  </a:lnTo>
                  <a:lnTo>
                    <a:pt x="2652851" y="3341777"/>
                  </a:lnTo>
                  <a:lnTo>
                    <a:pt x="2652851" y="3341154"/>
                  </a:lnTo>
                  <a:lnTo>
                    <a:pt x="2652997" y="3341154"/>
                  </a:lnTo>
                  <a:lnTo>
                    <a:pt x="2653142" y="3341154"/>
                  </a:lnTo>
                  <a:lnTo>
                    <a:pt x="2653288" y="3341154"/>
                  </a:lnTo>
                  <a:lnTo>
                    <a:pt x="2653433" y="3341154"/>
                  </a:lnTo>
                  <a:lnTo>
                    <a:pt x="2653433" y="3340530"/>
                  </a:lnTo>
                  <a:lnTo>
                    <a:pt x="2653578" y="3340530"/>
                  </a:lnTo>
                  <a:lnTo>
                    <a:pt x="2653724" y="3340530"/>
                  </a:lnTo>
                  <a:lnTo>
                    <a:pt x="2653869" y="3340530"/>
                  </a:lnTo>
                  <a:lnTo>
                    <a:pt x="2654015" y="3340530"/>
                  </a:lnTo>
                  <a:lnTo>
                    <a:pt x="2654160" y="3340530"/>
                  </a:lnTo>
                  <a:lnTo>
                    <a:pt x="2654306" y="3340530"/>
                  </a:lnTo>
                  <a:lnTo>
                    <a:pt x="2654451" y="3340530"/>
                  </a:lnTo>
                  <a:lnTo>
                    <a:pt x="2654596" y="3340530"/>
                  </a:lnTo>
                  <a:lnTo>
                    <a:pt x="2654596" y="3339906"/>
                  </a:lnTo>
                  <a:lnTo>
                    <a:pt x="2654742" y="3339906"/>
                  </a:lnTo>
                  <a:lnTo>
                    <a:pt x="2654742" y="3339283"/>
                  </a:lnTo>
                  <a:lnTo>
                    <a:pt x="2654887" y="3339283"/>
                  </a:lnTo>
                  <a:lnTo>
                    <a:pt x="2654887" y="3338659"/>
                  </a:lnTo>
                  <a:lnTo>
                    <a:pt x="2655033" y="3338659"/>
                  </a:lnTo>
                  <a:lnTo>
                    <a:pt x="2655178" y="3338659"/>
                  </a:lnTo>
                  <a:lnTo>
                    <a:pt x="2655324" y="3338659"/>
                  </a:lnTo>
                  <a:lnTo>
                    <a:pt x="2655469" y="3338659"/>
                  </a:lnTo>
                  <a:lnTo>
                    <a:pt x="2655469" y="3338036"/>
                  </a:lnTo>
                  <a:lnTo>
                    <a:pt x="2655614" y="3338036"/>
                  </a:lnTo>
                  <a:lnTo>
                    <a:pt x="2655614" y="3337412"/>
                  </a:lnTo>
                  <a:lnTo>
                    <a:pt x="2655760" y="3337412"/>
                  </a:lnTo>
                  <a:lnTo>
                    <a:pt x="2655905" y="3337412"/>
                  </a:lnTo>
                  <a:lnTo>
                    <a:pt x="2656051" y="3337412"/>
                  </a:lnTo>
                  <a:lnTo>
                    <a:pt x="2656196" y="3337412"/>
                  </a:lnTo>
                  <a:lnTo>
                    <a:pt x="2656342" y="3337412"/>
                  </a:lnTo>
                  <a:lnTo>
                    <a:pt x="2656487" y="3337412"/>
                  </a:lnTo>
                  <a:lnTo>
                    <a:pt x="2656632" y="3337412"/>
                  </a:lnTo>
                  <a:lnTo>
                    <a:pt x="2656778" y="3337412"/>
                  </a:lnTo>
                  <a:lnTo>
                    <a:pt x="2656923" y="3337412"/>
                  </a:lnTo>
                  <a:lnTo>
                    <a:pt x="2656923" y="3336788"/>
                  </a:lnTo>
                  <a:lnTo>
                    <a:pt x="2657069" y="3336788"/>
                  </a:lnTo>
                  <a:lnTo>
                    <a:pt x="2657214" y="3336788"/>
                  </a:lnTo>
                  <a:lnTo>
                    <a:pt x="2657360" y="3336788"/>
                  </a:lnTo>
                  <a:lnTo>
                    <a:pt x="2657505" y="3336788"/>
                  </a:lnTo>
                  <a:lnTo>
                    <a:pt x="2657650" y="3336788"/>
                  </a:lnTo>
                  <a:lnTo>
                    <a:pt x="2657796" y="3336788"/>
                  </a:lnTo>
                  <a:lnTo>
                    <a:pt x="2657941" y="3336788"/>
                  </a:lnTo>
                  <a:lnTo>
                    <a:pt x="2658087" y="3336788"/>
                  </a:lnTo>
                  <a:lnTo>
                    <a:pt x="2658232" y="3336788"/>
                  </a:lnTo>
                  <a:lnTo>
                    <a:pt x="2658232" y="3336165"/>
                  </a:lnTo>
                  <a:lnTo>
                    <a:pt x="2658232" y="3335541"/>
                  </a:lnTo>
                  <a:lnTo>
                    <a:pt x="2658378" y="3335541"/>
                  </a:lnTo>
                  <a:lnTo>
                    <a:pt x="2658523" y="3335541"/>
                  </a:lnTo>
                  <a:lnTo>
                    <a:pt x="2658668" y="3335541"/>
                  </a:lnTo>
                  <a:lnTo>
                    <a:pt x="2658668" y="3334918"/>
                  </a:lnTo>
                  <a:lnTo>
                    <a:pt x="2658814" y="3334918"/>
                  </a:lnTo>
                  <a:lnTo>
                    <a:pt x="2658814" y="3334294"/>
                  </a:lnTo>
                  <a:lnTo>
                    <a:pt x="2658959" y="3334294"/>
                  </a:lnTo>
                  <a:lnTo>
                    <a:pt x="2659105" y="3334294"/>
                  </a:lnTo>
                  <a:lnTo>
                    <a:pt x="2659250" y="3334294"/>
                  </a:lnTo>
                  <a:lnTo>
                    <a:pt x="2659396" y="3334294"/>
                  </a:lnTo>
                  <a:lnTo>
                    <a:pt x="2659541" y="3334294"/>
                  </a:lnTo>
                  <a:lnTo>
                    <a:pt x="2659686" y="3334294"/>
                  </a:lnTo>
                  <a:lnTo>
                    <a:pt x="2659832" y="3334294"/>
                  </a:lnTo>
                  <a:lnTo>
                    <a:pt x="2659977" y="3334294"/>
                  </a:lnTo>
                  <a:lnTo>
                    <a:pt x="2659977" y="3333671"/>
                  </a:lnTo>
                  <a:lnTo>
                    <a:pt x="2660123" y="3333671"/>
                  </a:lnTo>
                  <a:lnTo>
                    <a:pt x="2660123" y="3333047"/>
                  </a:lnTo>
                  <a:lnTo>
                    <a:pt x="2660123" y="3332423"/>
                  </a:lnTo>
                  <a:lnTo>
                    <a:pt x="2660268" y="3332423"/>
                  </a:lnTo>
                  <a:lnTo>
                    <a:pt x="2660413" y="3332423"/>
                  </a:lnTo>
                  <a:lnTo>
                    <a:pt x="2660559" y="3332423"/>
                  </a:lnTo>
                  <a:lnTo>
                    <a:pt x="2660704" y="3332423"/>
                  </a:lnTo>
                  <a:lnTo>
                    <a:pt x="2660704" y="3331800"/>
                  </a:lnTo>
                  <a:lnTo>
                    <a:pt x="2660850" y="3331800"/>
                  </a:lnTo>
                  <a:lnTo>
                    <a:pt x="2660995" y="3331800"/>
                  </a:lnTo>
                  <a:lnTo>
                    <a:pt x="2661141" y="3331800"/>
                  </a:lnTo>
                  <a:lnTo>
                    <a:pt x="2661286" y="3331800"/>
                  </a:lnTo>
                  <a:lnTo>
                    <a:pt x="2661431" y="3331800"/>
                  </a:lnTo>
                  <a:lnTo>
                    <a:pt x="2661577" y="3331800"/>
                  </a:lnTo>
                  <a:lnTo>
                    <a:pt x="2661722" y="3331800"/>
                  </a:lnTo>
                  <a:lnTo>
                    <a:pt x="2661722" y="3331176"/>
                  </a:lnTo>
                  <a:lnTo>
                    <a:pt x="2661868" y="3331176"/>
                  </a:lnTo>
                  <a:lnTo>
                    <a:pt x="2662013" y="3331176"/>
                  </a:lnTo>
                  <a:lnTo>
                    <a:pt x="2662159" y="3331176"/>
                  </a:lnTo>
                  <a:lnTo>
                    <a:pt x="2662159" y="3330553"/>
                  </a:lnTo>
                  <a:lnTo>
                    <a:pt x="2662304" y="3330553"/>
                  </a:lnTo>
                  <a:lnTo>
                    <a:pt x="2662449" y="3330553"/>
                  </a:lnTo>
                  <a:lnTo>
                    <a:pt x="2662595" y="3330553"/>
                  </a:lnTo>
                  <a:lnTo>
                    <a:pt x="2662740" y="3330553"/>
                  </a:lnTo>
                  <a:lnTo>
                    <a:pt x="2662886" y="3330553"/>
                  </a:lnTo>
                  <a:lnTo>
                    <a:pt x="2663031" y="3330553"/>
                  </a:lnTo>
                  <a:lnTo>
                    <a:pt x="2663177" y="3330553"/>
                  </a:lnTo>
                  <a:lnTo>
                    <a:pt x="2663322" y="3330553"/>
                  </a:lnTo>
                  <a:lnTo>
                    <a:pt x="2663467" y="3330553"/>
                  </a:lnTo>
                  <a:lnTo>
                    <a:pt x="2663613" y="3330553"/>
                  </a:lnTo>
                  <a:lnTo>
                    <a:pt x="2663758" y="3330553"/>
                  </a:lnTo>
                  <a:lnTo>
                    <a:pt x="2663758" y="3329929"/>
                  </a:lnTo>
                  <a:lnTo>
                    <a:pt x="2663904" y="3329929"/>
                  </a:lnTo>
                  <a:lnTo>
                    <a:pt x="2663904" y="3329306"/>
                  </a:lnTo>
                  <a:lnTo>
                    <a:pt x="2663904" y="3328682"/>
                  </a:lnTo>
                  <a:lnTo>
                    <a:pt x="2664049" y="3328682"/>
                  </a:lnTo>
                  <a:lnTo>
                    <a:pt x="2664195" y="3328682"/>
                  </a:lnTo>
                  <a:lnTo>
                    <a:pt x="2664340" y="3328682"/>
                  </a:lnTo>
                  <a:lnTo>
                    <a:pt x="2664485" y="3328682"/>
                  </a:lnTo>
                  <a:lnTo>
                    <a:pt x="2664631" y="3328682"/>
                  </a:lnTo>
                  <a:lnTo>
                    <a:pt x="2664776" y="3328682"/>
                  </a:lnTo>
                  <a:lnTo>
                    <a:pt x="2664922" y="3328682"/>
                  </a:lnTo>
                  <a:lnTo>
                    <a:pt x="2665067" y="3328682"/>
                  </a:lnTo>
                  <a:lnTo>
                    <a:pt x="2665213" y="3328682"/>
                  </a:lnTo>
                  <a:lnTo>
                    <a:pt x="2665358" y="3328682"/>
                  </a:lnTo>
                  <a:lnTo>
                    <a:pt x="2665358" y="3328058"/>
                  </a:lnTo>
                  <a:lnTo>
                    <a:pt x="2665503" y="3328058"/>
                  </a:lnTo>
                  <a:lnTo>
                    <a:pt x="2665649" y="3328058"/>
                  </a:lnTo>
                  <a:lnTo>
                    <a:pt x="2665649" y="3327435"/>
                  </a:lnTo>
                  <a:lnTo>
                    <a:pt x="2665649" y="3326811"/>
                  </a:lnTo>
                  <a:lnTo>
                    <a:pt x="2665649" y="3326188"/>
                  </a:lnTo>
                  <a:lnTo>
                    <a:pt x="2665649" y="3325564"/>
                  </a:lnTo>
                  <a:lnTo>
                    <a:pt x="2665649" y="3324940"/>
                  </a:lnTo>
                  <a:lnTo>
                    <a:pt x="2665794" y="3324940"/>
                  </a:lnTo>
                  <a:lnTo>
                    <a:pt x="2665940" y="3324940"/>
                  </a:lnTo>
                  <a:lnTo>
                    <a:pt x="2666085" y="3324940"/>
                  </a:lnTo>
                  <a:lnTo>
                    <a:pt x="2666231" y="3324940"/>
                  </a:lnTo>
                  <a:lnTo>
                    <a:pt x="2666376" y="3324940"/>
                  </a:lnTo>
                  <a:lnTo>
                    <a:pt x="2666376" y="3324317"/>
                  </a:lnTo>
                  <a:lnTo>
                    <a:pt x="2666521" y="3324317"/>
                  </a:lnTo>
                  <a:lnTo>
                    <a:pt x="2666667" y="3324317"/>
                  </a:lnTo>
                  <a:lnTo>
                    <a:pt x="2666812" y="3324317"/>
                  </a:lnTo>
                  <a:lnTo>
                    <a:pt x="2666958" y="3324317"/>
                  </a:lnTo>
                  <a:lnTo>
                    <a:pt x="2667103" y="3324317"/>
                  </a:lnTo>
                  <a:lnTo>
                    <a:pt x="2667248" y="3324317"/>
                  </a:lnTo>
                  <a:lnTo>
                    <a:pt x="2667394" y="3324317"/>
                  </a:lnTo>
                  <a:lnTo>
                    <a:pt x="2667539" y="3324317"/>
                  </a:lnTo>
                  <a:lnTo>
                    <a:pt x="2667539" y="3323693"/>
                  </a:lnTo>
                  <a:lnTo>
                    <a:pt x="2667685" y="3323693"/>
                  </a:lnTo>
                  <a:lnTo>
                    <a:pt x="2667830" y="3323693"/>
                  </a:lnTo>
                  <a:lnTo>
                    <a:pt x="2667830" y="3323070"/>
                  </a:lnTo>
                  <a:lnTo>
                    <a:pt x="2667976" y="3323070"/>
                  </a:lnTo>
                  <a:lnTo>
                    <a:pt x="2668121" y="3323070"/>
                  </a:lnTo>
                  <a:lnTo>
                    <a:pt x="2668121" y="3322446"/>
                  </a:lnTo>
                  <a:lnTo>
                    <a:pt x="2668266" y="3322446"/>
                  </a:lnTo>
                  <a:lnTo>
                    <a:pt x="2668412" y="3322446"/>
                  </a:lnTo>
                  <a:lnTo>
                    <a:pt x="2668557" y="3322446"/>
                  </a:lnTo>
                  <a:lnTo>
                    <a:pt x="2668703" y="3322446"/>
                  </a:lnTo>
                  <a:lnTo>
                    <a:pt x="2668848" y="3322446"/>
                  </a:lnTo>
                  <a:lnTo>
                    <a:pt x="2668994" y="3322446"/>
                  </a:lnTo>
                  <a:lnTo>
                    <a:pt x="2668994" y="3321823"/>
                  </a:lnTo>
                  <a:lnTo>
                    <a:pt x="2669139" y="3321823"/>
                  </a:lnTo>
                  <a:lnTo>
                    <a:pt x="2669284" y="3321823"/>
                  </a:lnTo>
                  <a:lnTo>
                    <a:pt x="2669430" y="3321823"/>
                  </a:lnTo>
                  <a:lnTo>
                    <a:pt x="2669575" y="3321823"/>
                  </a:lnTo>
                  <a:lnTo>
                    <a:pt x="2669575" y="3321199"/>
                  </a:lnTo>
                  <a:lnTo>
                    <a:pt x="2669575" y="3320575"/>
                  </a:lnTo>
                  <a:lnTo>
                    <a:pt x="2669721" y="3320575"/>
                  </a:lnTo>
                  <a:lnTo>
                    <a:pt x="2669866" y="3320575"/>
                  </a:lnTo>
                  <a:lnTo>
                    <a:pt x="2670012" y="3320575"/>
                  </a:lnTo>
                  <a:lnTo>
                    <a:pt x="2670157" y="3320575"/>
                  </a:lnTo>
                  <a:lnTo>
                    <a:pt x="2670302" y="3320575"/>
                  </a:lnTo>
                  <a:lnTo>
                    <a:pt x="2670448" y="3320575"/>
                  </a:lnTo>
                  <a:lnTo>
                    <a:pt x="2670593" y="3320575"/>
                  </a:lnTo>
                  <a:lnTo>
                    <a:pt x="2670739" y="3320575"/>
                  </a:lnTo>
                  <a:lnTo>
                    <a:pt x="2670884" y="3320575"/>
                  </a:lnTo>
                  <a:lnTo>
                    <a:pt x="2671030" y="3320575"/>
                  </a:lnTo>
                  <a:lnTo>
                    <a:pt x="2671030" y="3319952"/>
                  </a:lnTo>
                  <a:lnTo>
                    <a:pt x="2671175" y="3319952"/>
                  </a:lnTo>
                  <a:lnTo>
                    <a:pt x="2671320" y="3319952"/>
                  </a:lnTo>
                  <a:lnTo>
                    <a:pt x="2671466" y="3319952"/>
                  </a:lnTo>
                  <a:lnTo>
                    <a:pt x="2671611" y="3319952"/>
                  </a:lnTo>
                  <a:lnTo>
                    <a:pt x="2671757" y="3319952"/>
                  </a:lnTo>
                  <a:lnTo>
                    <a:pt x="2671757" y="3319328"/>
                  </a:lnTo>
                  <a:lnTo>
                    <a:pt x="2671902" y="3319328"/>
                  </a:lnTo>
                  <a:lnTo>
                    <a:pt x="2672048" y="3319328"/>
                  </a:lnTo>
                  <a:lnTo>
                    <a:pt x="2672193" y="3319328"/>
                  </a:lnTo>
                  <a:lnTo>
                    <a:pt x="2672338" y="3319328"/>
                  </a:lnTo>
                  <a:lnTo>
                    <a:pt x="2672484" y="3319328"/>
                  </a:lnTo>
                  <a:lnTo>
                    <a:pt x="2672629" y="3319328"/>
                  </a:lnTo>
                  <a:lnTo>
                    <a:pt x="2672629" y="3318705"/>
                  </a:lnTo>
                  <a:lnTo>
                    <a:pt x="2672775" y="3318705"/>
                  </a:lnTo>
                  <a:lnTo>
                    <a:pt x="2672920" y="3318705"/>
                  </a:lnTo>
                  <a:lnTo>
                    <a:pt x="2672920" y="3318081"/>
                  </a:lnTo>
                  <a:lnTo>
                    <a:pt x="2673066" y="3318081"/>
                  </a:lnTo>
                  <a:lnTo>
                    <a:pt x="2673066" y="3317457"/>
                  </a:lnTo>
                  <a:lnTo>
                    <a:pt x="2673211" y="3317457"/>
                  </a:lnTo>
                  <a:lnTo>
                    <a:pt x="2673211" y="3316834"/>
                  </a:lnTo>
                  <a:lnTo>
                    <a:pt x="2673356" y="3316834"/>
                  </a:lnTo>
                  <a:lnTo>
                    <a:pt x="2673502" y="3316834"/>
                  </a:lnTo>
                  <a:lnTo>
                    <a:pt x="2673647" y="3316834"/>
                  </a:lnTo>
                  <a:lnTo>
                    <a:pt x="2673647" y="3316210"/>
                  </a:lnTo>
                  <a:lnTo>
                    <a:pt x="2673647" y="3315587"/>
                  </a:lnTo>
                  <a:lnTo>
                    <a:pt x="2673793" y="3315587"/>
                  </a:lnTo>
                  <a:lnTo>
                    <a:pt x="2673938" y="3315587"/>
                  </a:lnTo>
                  <a:lnTo>
                    <a:pt x="2674083" y="3315587"/>
                  </a:lnTo>
                  <a:lnTo>
                    <a:pt x="2674083" y="3314963"/>
                  </a:lnTo>
                  <a:lnTo>
                    <a:pt x="2674229" y="3314963"/>
                  </a:lnTo>
                  <a:lnTo>
                    <a:pt x="2674374" y="3314963"/>
                  </a:lnTo>
                  <a:lnTo>
                    <a:pt x="2674520" y="3314963"/>
                  </a:lnTo>
                  <a:lnTo>
                    <a:pt x="2674665" y="3314963"/>
                  </a:lnTo>
                  <a:lnTo>
                    <a:pt x="2674665" y="3314340"/>
                  </a:lnTo>
                  <a:lnTo>
                    <a:pt x="2674811" y="3314340"/>
                  </a:lnTo>
                  <a:lnTo>
                    <a:pt x="2674956" y="3314340"/>
                  </a:lnTo>
                  <a:lnTo>
                    <a:pt x="2675101" y="3314340"/>
                  </a:lnTo>
                  <a:lnTo>
                    <a:pt x="2675247" y="3314340"/>
                  </a:lnTo>
                  <a:lnTo>
                    <a:pt x="2675392" y="3314340"/>
                  </a:lnTo>
                  <a:lnTo>
                    <a:pt x="2675538" y="3314340"/>
                  </a:lnTo>
                  <a:lnTo>
                    <a:pt x="2675683" y="3314340"/>
                  </a:lnTo>
                  <a:lnTo>
                    <a:pt x="2675829" y="3314340"/>
                  </a:lnTo>
                  <a:lnTo>
                    <a:pt x="2675974" y="3314340"/>
                  </a:lnTo>
                  <a:lnTo>
                    <a:pt x="2675974" y="3313716"/>
                  </a:lnTo>
                  <a:lnTo>
                    <a:pt x="2676119" y="3313716"/>
                  </a:lnTo>
                  <a:lnTo>
                    <a:pt x="2676119" y="3313092"/>
                  </a:lnTo>
                  <a:lnTo>
                    <a:pt x="2676265" y="3313092"/>
                  </a:lnTo>
                  <a:lnTo>
                    <a:pt x="2676410" y="3313092"/>
                  </a:lnTo>
                  <a:lnTo>
                    <a:pt x="2676556" y="3313092"/>
                  </a:lnTo>
                  <a:lnTo>
                    <a:pt x="2676556" y="3312469"/>
                  </a:lnTo>
                  <a:lnTo>
                    <a:pt x="2676556" y="3311845"/>
                  </a:lnTo>
                  <a:lnTo>
                    <a:pt x="2676701" y="3311845"/>
                  </a:lnTo>
                  <a:lnTo>
                    <a:pt x="2676701" y="3311222"/>
                  </a:lnTo>
                  <a:lnTo>
                    <a:pt x="2676847" y="3311222"/>
                  </a:lnTo>
                  <a:lnTo>
                    <a:pt x="2676992" y="3311222"/>
                  </a:lnTo>
                  <a:lnTo>
                    <a:pt x="2676992" y="3310598"/>
                  </a:lnTo>
                  <a:lnTo>
                    <a:pt x="2676992" y="3309974"/>
                  </a:lnTo>
                  <a:lnTo>
                    <a:pt x="2677137" y="3309974"/>
                  </a:lnTo>
                  <a:lnTo>
                    <a:pt x="2677137" y="3309351"/>
                  </a:lnTo>
                  <a:lnTo>
                    <a:pt x="2677283" y="3309351"/>
                  </a:lnTo>
                  <a:lnTo>
                    <a:pt x="2677428" y="3309351"/>
                  </a:lnTo>
                  <a:lnTo>
                    <a:pt x="2677574" y="3309351"/>
                  </a:lnTo>
                  <a:lnTo>
                    <a:pt x="2677574" y="3308727"/>
                  </a:lnTo>
                  <a:lnTo>
                    <a:pt x="2677574" y="3308104"/>
                  </a:lnTo>
                  <a:lnTo>
                    <a:pt x="2677719" y="3308104"/>
                  </a:lnTo>
                  <a:lnTo>
                    <a:pt x="2677865" y="3308104"/>
                  </a:lnTo>
                  <a:lnTo>
                    <a:pt x="2678010" y="3308104"/>
                  </a:lnTo>
                  <a:lnTo>
                    <a:pt x="2678155" y="3308104"/>
                  </a:lnTo>
                  <a:lnTo>
                    <a:pt x="2678301" y="3308104"/>
                  </a:lnTo>
                  <a:lnTo>
                    <a:pt x="2678446" y="3308104"/>
                  </a:lnTo>
                  <a:lnTo>
                    <a:pt x="2678592" y="3308104"/>
                  </a:lnTo>
                  <a:lnTo>
                    <a:pt x="2678737" y="3308104"/>
                  </a:lnTo>
                  <a:lnTo>
                    <a:pt x="2678737" y="3307480"/>
                  </a:lnTo>
                  <a:lnTo>
                    <a:pt x="2678737" y="3306857"/>
                  </a:lnTo>
                  <a:lnTo>
                    <a:pt x="2678737" y="3306233"/>
                  </a:lnTo>
                  <a:lnTo>
                    <a:pt x="2678883" y="3306233"/>
                  </a:lnTo>
                  <a:lnTo>
                    <a:pt x="2679028" y="3306233"/>
                  </a:lnTo>
                  <a:lnTo>
                    <a:pt x="2679173" y="3306233"/>
                  </a:lnTo>
                  <a:lnTo>
                    <a:pt x="2679319" y="3306233"/>
                  </a:lnTo>
                  <a:lnTo>
                    <a:pt x="2679464" y="3306233"/>
                  </a:lnTo>
                  <a:lnTo>
                    <a:pt x="2679610" y="3306233"/>
                  </a:lnTo>
                  <a:lnTo>
                    <a:pt x="2679610" y="3305609"/>
                  </a:lnTo>
                  <a:lnTo>
                    <a:pt x="2679755" y="3305609"/>
                  </a:lnTo>
                  <a:lnTo>
                    <a:pt x="2679901" y="3305609"/>
                  </a:lnTo>
                  <a:lnTo>
                    <a:pt x="2680046" y="3305609"/>
                  </a:lnTo>
                  <a:lnTo>
                    <a:pt x="2680191" y="3305609"/>
                  </a:lnTo>
                  <a:lnTo>
                    <a:pt x="2680337" y="3305609"/>
                  </a:lnTo>
                  <a:lnTo>
                    <a:pt x="2680482" y="3305609"/>
                  </a:lnTo>
                  <a:lnTo>
                    <a:pt x="2680628" y="3305609"/>
                  </a:lnTo>
                  <a:lnTo>
                    <a:pt x="2680628" y="3304986"/>
                  </a:lnTo>
                  <a:lnTo>
                    <a:pt x="2680773" y="3304986"/>
                  </a:lnTo>
                  <a:lnTo>
                    <a:pt x="2680773" y="3304362"/>
                  </a:lnTo>
                  <a:lnTo>
                    <a:pt x="2680918" y="3304362"/>
                  </a:lnTo>
                  <a:lnTo>
                    <a:pt x="2681064" y="3304362"/>
                  </a:lnTo>
                  <a:lnTo>
                    <a:pt x="2681064" y="3303739"/>
                  </a:lnTo>
                  <a:lnTo>
                    <a:pt x="2681064" y="3303115"/>
                  </a:lnTo>
                  <a:lnTo>
                    <a:pt x="2681209" y="3303115"/>
                  </a:lnTo>
                  <a:lnTo>
                    <a:pt x="2681355" y="3303115"/>
                  </a:lnTo>
                  <a:lnTo>
                    <a:pt x="2681500" y="3303115"/>
                  </a:lnTo>
                  <a:lnTo>
                    <a:pt x="2681646" y="3303115"/>
                  </a:lnTo>
                  <a:lnTo>
                    <a:pt x="2681791" y="3303115"/>
                  </a:lnTo>
                  <a:lnTo>
                    <a:pt x="2681791" y="3302491"/>
                  </a:lnTo>
                  <a:lnTo>
                    <a:pt x="2681936" y="3302491"/>
                  </a:lnTo>
                  <a:lnTo>
                    <a:pt x="2682082" y="3302491"/>
                  </a:lnTo>
                  <a:lnTo>
                    <a:pt x="2682227" y="3302491"/>
                  </a:lnTo>
                  <a:lnTo>
                    <a:pt x="2682373" y="3302491"/>
                  </a:lnTo>
                  <a:lnTo>
                    <a:pt x="2682373" y="3301868"/>
                  </a:lnTo>
                  <a:lnTo>
                    <a:pt x="2682373" y="3301244"/>
                  </a:lnTo>
                  <a:lnTo>
                    <a:pt x="2682373" y="3300621"/>
                  </a:lnTo>
                  <a:lnTo>
                    <a:pt x="2682518" y="3300621"/>
                  </a:lnTo>
                  <a:lnTo>
                    <a:pt x="2682664" y="3300621"/>
                  </a:lnTo>
                  <a:lnTo>
                    <a:pt x="2682809" y="3300621"/>
                  </a:lnTo>
                  <a:lnTo>
                    <a:pt x="2682954" y="3300621"/>
                  </a:lnTo>
                  <a:lnTo>
                    <a:pt x="2683100" y="3300621"/>
                  </a:lnTo>
                  <a:lnTo>
                    <a:pt x="2683245" y="3300621"/>
                  </a:lnTo>
                  <a:lnTo>
                    <a:pt x="2683391" y="3300621"/>
                  </a:lnTo>
                  <a:lnTo>
                    <a:pt x="2683536" y="3300621"/>
                  </a:lnTo>
                  <a:lnTo>
                    <a:pt x="2683682" y="3300621"/>
                  </a:lnTo>
                  <a:lnTo>
                    <a:pt x="2683827" y="3300621"/>
                  </a:lnTo>
                  <a:lnTo>
                    <a:pt x="2683972" y="3300621"/>
                  </a:lnTo>
                  <a:lnTo>
                    <a:pt x="2684118" y="3300621"/>
                  </a:lnTo>
                  <a:lnTo>
                    <a:pt x="2684263" y="3300621"/>
                  </a:lnTo>
                  <a:lnTo>
                    <a:pt x="2684263" y="3299997"/>
                  </a:lnTo>
                  <a:lnTo>
                    <a:pt x="2684409" y="3299997"/>
                  </a:lnTo>
                  <a:lnTo>
                    <a:pt x="2684554" y="3299997"/>
                  </a:lnTo>
                  <a:lnTo>
                    <a:pt x="2684554" y="3299374"/>
                  </a:lnTo>
                  <a:lnTo>
                    <a:pt x="2684700" y="3299374"/>
                  </a:lnTo>
                  <a:lnTo>
                    <a:pt x="2684845" y="3299374"/>
                  </a:lnTo>
                  <a:lnTo>
                    <a:pt x="2684990" y="3299374"/>
                  </a:lnTo>
                  <a:lnTo>
                    <a:pt x="2685136" y="3299374"/>
                  </a:lnTo>
                  <a:lnTo>
                    <a:pt x="2685281" y="3299374"/>
                  </a:lnTo>
                  <a:lnTo>
                    <a:pt x="2685427" y="3299374"/>
                  </a:lnTo>
                  <a:lnTo>
                    <a:pt x="2685572" y="3299374"/>
                  </a:lnTo>
                  <a:lnTo>
                    <a:pt x="2685572" y="3298750"/>
                  </a:lnTo>
                  <a:lnTo>
                    <a:pt x="2685572" y="3298126"/>
                  </a:lnTo>
                  <a:lnTo>
                    <a:pt x="2685718" y="3298126"/>
                  </a:lnTo>
                  <a:lnTo>
                    <a:pt x="2685718" y="3297503"/>
                  </a:lnTo>
                  <a:lnTo>
                    <a:pt x="2685718" y="3296879"/>
                  </a:lnTo>
                  <a:lnTo>
                    <a:pt x="2685718" y="3296256"/>
                  </a:lnTo>
                  <a:lnTo>
                    <a:pt x="2685863" y="3296256"/>
                  </a:lnTo>
                  <a:lnTo>
                    <a:pt x="2686008" y="3296256"/>
                  </a:lnTo>
                  <a:lnTo>
                    <a:pt x="2686154" y="3296256"/>
                  </a:lnTo>
                  <a:lnTo>
                    <a:pt x="2686299" y="3296256"/>
                  </a:lnTo>
                  <a:lnTo>
                    <a:pt x="2686445" y="3296256"/>
                  </a:lnTo>
                  <a:lnTo>
                    <a:pt x="2686590" y="3296256"/>
                  </a:lnTo>
                  <a:lnTo>
                    <a:pt x="2686736" y="3296256"/>
                  </a:lnTo>
                  <a:lnTo>
                    <a:pt x="2686881" y="3296256"/>
                  </a:lnTo>
                  <a:lnTo>
                    <a:pt x="2687026" y="3296256"/>
                  </a:lnTo>
                  <a:lnTo>
                    <a:pt x="2687026" y="3295632"/>
                  </a:lnTo>
                  <a:lnTo>
                    <a:pt x="2687026" y="3295008"/>
                  </a:lnTo>
                  <a:lnTo>
                    <a:pt x="2687172" y="3295008"/>
                  </a:lnTo>
                  <a:lnTo>
                    <a:pt x="2687317" y="3295008"/>
                  </a:lnTo>
                  <a:lnTo>
                    <a:pt x="2687463" y="3295008"/>
                  </a:lnTo>
                  <a:lnTo>
                    <a:pt x="2687608" y="3295008"/>
                  </a:lnTo>
                  <a:lnTo>
                    <a:pt x="2687753" y="3295008"/>
                  </a:lnTo>
                  <a:lnTo>
                    <a:pt x="2687899" y="3295008"/>
                  </a:lnTo>
                  <a:lnTo>
                    <a:pt x="2688044" y="3295008"/>
                  </a:lnTo>
                  <a:lnTo>
                    <a:pt x="2688044" y="3294385"/>
                  </a:lnTo>
                  <a:lnTo>
                    <a:pt x="2688190" y="3294385"/>
                  </a:lnTo>
                  <a:lnTo>
                    <a:pt x="2688335" y="3294385"/>
                  </a:lnTo>
                  <a:lnTo>
                    <a:pt x="2688481" y="3294385"/>
                  </a:lnTo>
                  <a:lnTo>
                    <a:pt x="2688626" y="3294385"/>
                  </a:lnTo>
                  <a:lnTo>
                    <a:pt x="2688771" y="3294385"/>
                  </a:lnTo>
                  <a:lnTo>
                    <a:pt x="2688917" y="3294385"/>
                  </a:lnTo>
                  <a:lnTo>
                    <a:pt x="2689062" y="3294385"/>
                  </a:lnTo>
                  <a:lnTo>
                    <a:pt x="2689208" y="3294385"/>
                  </a:lnTo>
                  <a:lnTo>
                    <a:pt x="2689353" y="3294385"/>
                  </a:lnTo>
                  <a:lnTo>
                    <a:pt x="2689499" y="3294385"/>
                  </a:lnTo>
                  <a:lnTo>
                    <a:pt x="2689644" y="3294385"/>
                  </a:lnTo>
                  <a:lnTo>
                    <a:pt x="2689644" y="3293761"/>
                  </a:lnTo>
                  <a:lnTo>
                    <a:pt x="2689789" y="3293761"/>
                  </a:lnTo>
                  <a:lnTo>
                    <a:pt x="2689935" y="3293761"/>
                  </a:lnTo>
                  <a:lnTo>
                    <a:pt x="2689935" y="3293138"/>
                  </a:lnTo>
                  <a:lnTo>
                    <a:pt x="2690080" y="3293138"/>
                  </a:lnTo>
                  <a:lnTo>
                    <a:pt x="2690226" y="3293138"/>
                  </a:lnTo>
                  <a:lnTo>
                    <a:pt x="2690371" y="3293138"/>
                  </a:lnTo>
                  <a:lnTo>
                    <a:pt x="2690517" y="3293138"/>
                  </a:lnTo>
                  <a:lnTo>
                    <a:pt x="2690662" y="3293138"/>
                  </a:lnTo>
                  <a:lnTo>
                    <a:pt x="2690807" y="3293138"/>
                  </a:lnTo>
                  <a:lnTo>
                    <a:pt x="2690953" y="3293138"/>
                  </a:lnTo>
                  <a:lnTo>
                    <a:pt x="2691098" y="3293138"/>
                  </a:lnTo>
                  <a:lnTo>
                    <a:pt x="2691244" y="3293138"/>
                  </a:lnTo>
                  <a:lnTo>
                    <a:pt x="2691389" y="3293138"/>
                  </a:lnTo>
                  <a:lnTo>
                    <a:pt x="2691535" y="3293138"/>
                  </a:lnTo>
                  <a:lnTo>
                    <a:pt x="2691680" y="3293138"/>
                  </a:lnTo>
                  <a:lnTo>
                    <a:pt x="2691825" y="3293138"/>
                  </a:lnTo>
                  <a:lnTo>
                    <a:pt x="2691971" y="3293138"/>
                  </a:lnTo>
                  <a:lnTo>
                    <a:pt x="2692116" y="3293138"/>
                  </a:lnTo>
                  <a:lnTo>
                    <a:pt x="2692262" y="3293138"/>
                  </a:lnTo>
                  <a:lnTo>
                    <a:pt x="2692407" y="3293138"/>
                  </a:lnTo>
                  <a:lnTo>
                    <a:pt x="2692407" y="3292514"/>
                  </a:lnTo>
                  <a:lnTo>
                    <a:pt x="2692553" y="3292514"/>
                  </a:lnTo>
                  <a:lnTo>
                    <a:pt x="2692553" y="3291891"/>
                  </a:lnTo>
                  <a:lnTo>
                    <a:pt x="2692553" y="3291267"/>
                  </a:lnTo>
                  <a:lnTo>
                    <a:pt x="2692698" y="3291267"/>
                  </a:lnTo>
                  <a:lnTo>
                    <a:pt x="2692843" y="3291267"/>
                  </a:lnTo>
                  <a:lnTo>
                    <a:pt x="2692989" y="3291267"/>
                  </a:lnTo>
                  <a:lnTo>
                    <a:pt x="2693134" y="3291267"/>
                  </a:lnTo>
                  <a:lnTo>
                    <a:pt x="2693280" y="3291267"/>
                  </a:lnTo>
                  <a:lnTo>
                    <a:pt x="2693425" y="3291267"/>
                  </a:lnTo>
                  <a:lnTo>
                    <a:pt x="2693425" y="3290643"/>
                  </a:lnTo>
                  <a:lnTo>
                    <a:pt x="2693425" y="3290020"/>
                  </a:lnTo>
                  <a:lnTo>
                    <a:pt x="2693571" y="3290020"/>
                  </a:lnTo>
                  <a:lnTo>
                    <a:pt x="2693716" y="3290020"/>
                  </a:lnTo>
                  <a:lnTo>
                    <a:pt x="2693716" y="3289396"/>
                  </a:lnTo>
                  <a:lnTo>
                    <a:pt x="2693716" y="3288773"/>
                  </a:lnTo>
                  <a:lnTo>
                    <a:pt x="2693861" y="3288773"/>
                  </a:lnTo>
                  <a:lnTo>
                    <a:pt x="2694007" y="3288773"/>
                  </a:lnTo>
                  <a:lnTo>
                    <a:pt x="2694152" y="3288773"/>
                  </a:lnTo>
                  <a:lnTo>
                    <a:pt x="2694152" y="3288149"/>
                  </a:lnTo>
                  <a:lnTo>
                    <a:pt x="2694298" y="3288149"/>
                  </a:lnTo>
                  <a:lnTo>
                    <a:pt x="2694443" y="3288149"/>
                  </a:lnTo>
                  <a:lnTo>
                    <a:pt x="2694588" y="3288149"/>
                  </a:lnTo>
                  <a:lnTo>
                    <a:pt x="2694734" y="3288149"/>
                  </a:lnTo>
                  <a:lnTo>
                    <a:pt x="2694879" y="3288149"/>
                  </a:lnTo>
                  <a:lnTo>
                    <a:pt x="2694879" y="3287525"/>
                  </a:lnTo>
                  <a:lnTo>
                    <a:pt x="2695025" y="3287525"/>
                  </a:lnTo>
                  <a:lnTo>
                    <a:pt x="2695170" y="3287525"/>
                  </a:lnTo>
                  <a:lnTo>
                    <a:pt x="2695170" y="3286902"/>
                  </a:lnTo>
                  <a:lnTo>
                    <a:pt x="2695170" y="3286278"/>
                  </a:lnTo>
                  <a:lnTo>
                    <a:pt x="2695316" y="3286278"/>
                  </a:lnTo>
                  <a:lnTo>
                    <a:pt x="2695461" y="3286278"/>
                  </a:lnTo>
                  <a:lnTo>
                    <a:pt x="2695606" y="3286278"/>
                  </a:lnTo>
                  <a:lnTo>
                    <a:pt x="2695752" y="3286278"/>
                  </a:lnTo>
                  <a:lnTo>
                    <a:pt x="2695897" y="3286278"/>
                  </a:lnTo>
                  <a:lnTo>
                    <a:pt x="2696043" y="3286278"/>
                  </a:lnTo>
                  <a:lnTo>
                    <a:pt x="2696188" y="3286278"/>
                  </a:lnTo>
                  <a:lnTo>
                    <a:pt x="2696334" y="3286278"/>
                  </a:lnTo>
                  <a:lnTo>
                    <a:pt x="2696479" y="3286278"/>
                  </a:lnTo>
                  <a:lnTo>
                    <a:pt x="2696479" y="3285655"/>
                  </a:lnTo>
                  <a:lnTo>
                    <a:pt x="2696479" y="3285031"/>
                  </a:lnTo>
                  <a:lnTo>
                    <a:pt x="2696624" y="3285031"/>
                  </a:lnTo>
                  <a:lnTo>
                    <a:pt x="2696770" y="3285031"/>
                  </a:lnTo>
                  <a:lnTo>
                    <a:pt x="2696770" y="3284408"/>
                  </a:lnTo>
                  <a:lnTo>
                    <a:pt x="2696915" y="3284408"/>
                  </a:lnTo>
                  <a:lnTo>
                    <a:pt x="2697061" y="3284408"/>
                  </a:lnTo>
                  <a:lnTo>
                    <a:pt x="2697206" y="3284408"/>
                  </a:lnTo>
                  <a:lnTo>
                    <a:pt x="2697352" y="3284408"/>
                  </a:lnTo>
                  <a:lnTo>
                    <a:pt x="2697497" y="3284408"/>
                  </a:lnTo>
                  <a:lnTo>
                    <a:pt x="2697642" y="3284408"/>
                  </a:lnTo>
                  <a:lnTo>
                    <a:pt x="2697642" y="3283784"/>
                  </a:lnTo>
                  <a:lnTo>
                    <a:pt x="2697788" y="3283784"/>
                  </a:lnTo>
                  <a:lnTo>
                    <a:pt x="2697788" y="3283160"/>
                  </a:lnTo>
                  <a:lnTo>
                    <a:pt x="2697788" y="3282537"/>
                  </a:lnTo>
                  <a:lnTo>
                    <a:pt x="2697933" y="3282537"/>
                  </a:lnTo>
                  <a:lnTo>
                    <a:pt x="2698079" y="3282537"/>
                  </a:lnTo>
                  <a:lnTo>
                    <a:pt x="2698224" y="3282537"/>
                  </a:lnTo>
                  <a:lnTo>
                    <a:pt x="2698370" y="3282537"/>
                  </a:lnTo>
                  <a:lnTo>
                    <a:pt x="2698370" y="3281913"/>
                  </a:lnTo>
                  <a:lnTo>
                    <a:pt x="2698515" y="3281913"/>
                  </a:lnTo>
                  <a:lnTo>
                    <a:pt x="2698660" y="3281913"/>
                  </a:lnTo>
                  <a:lnTo>
                    <a:pt x="2698806" y="3281913"/>
                  </a:lnTo>
                  <a:lnTo>
                    <a:pt x="2698951" y="3281913"/>
                  </a:lnTo>
                  <a:lnTo>
                    <a:pt x="2699097" y="3281913"/>
                  </a:lnTo>
                  <a:lnTo>
                    <a:pt x="2699242" y="3281913"/>
                  </a:lnTo>
                  <a:lnTo>
                    <a:pt x="2699388" y="3281913"/>
                  </a:lnTo>
                  <a:lnTo>
                    <a:pt x="2699533" y="3281913"/>
                  </a:lnTo>
                  <a:lnTo>
                    <a:pt x="2699678" y="3281913"/>
                  </a:lnTo>
                  <a:lnTo>
                    <a:pt x="2699678" y="3281290"/>
                  </a:lnTo>
                  <a:lnTo>
                    <a:pt x="2699824" y="3281290"/>
                  </a:lnTo>
                  <a:lnTo>
                    <a:pt x="2699969" y="3281290"/>
                  </a:lnTo>
                  <a:lnTo>
                    <a:pt x="2700115" y="3281290"/>
                  </a:lnTo>
                  <a:lnTo>
                    <a:pt x="2700260" y="3281290"/>
                  </a:lnTo>
                  <a:lnTo>
                    <a:pt x="2700260" y="3280666"/>
                  </a:lnTo>
                  <a:lnTo>
                    <a:pt x="2700406" y="3280666"/>
                  </a:lnTo>
                  <a:lnTo>
                    <a:pt x="2700551" y="3280666"/>
                  </a:lnTo>
                  <a:lnTo>
                    <a:pt x="2700696" y="3280666"/>
                  </a:lnTo>
                  <a:lnTo>
                    <a:pt x="2700842" y="3280666"/>
                  </a:lnTo>
                  <a:lnTo>
                    <a:pt x="2700987" y="3280666"/>
                  </a:lnTo>
                  <a:lnTo>
                    <a:pt x="2701133" y="3280666"/>
                  </a:lnTo>
                  <a:lnTo>
                    <a:pt x="2701278" y="3280666"/>
                  </a:lnTo>
                  <a:lnTo>
                    <a:pt x="2701423" y="3280666"/>
                  </a:lnTo>
                  <a:lnTo>
                    <a:pt x="2701569" y="3280666"/>
                  </a:lnTo>
                  <a:lnTo>
                    <a:pt x="2701714" y="3280666"/>
                  </a:lnTo>
                  <a:lnTo>
                    <a:pt x="2701714" y="3280042"/>
                  </a:lnTo>
                  <a:lnTo>
                    <a:pt x="2701860" y="3280042"/>
                  </a:lnTo>
                  <a:lnTo>
                    <a:pt x="2702005" y="3280042"/>
                  </a:lnTo>
                  <a:lnTo>
                    <a:pt x="2702151" y="3280042"/>
                  </a:lnTo>
                  <a:lnTo>
                    <a:pt x="2702296" y="3280042"/>
                  </a:lnTo>
                  <a:lnTo>
                    <a:pt x="2702441" y="3280042"/>
                  </a:lnTo>
                  <a:lnTo>
                    <a:pt x="2702441" y="3279419"/>
                  </a:lnTo>
                  <a:lnTo>
                    <a:pt x="2702587" y="3279419"/>
                  </a:lnTo>
                  <a:lnTo>
                    <a:pt x="2702732" y="3279419"/>
                  </a:lnTo>
                  <a:lnTo>
                    <a:pt x="2702878" y="3279419"/>
                  </a:lnTo>
                  <a:lnTo>
                    <a:pt x="2702878" y="3278795"/>
                  </a:lnTo>
                  <a:lnTo>
                    <a:pt x="2703023" y="3278795"/>
                  </a:lnTo>
                  <a:lnTo>
                    <a:pt x="2703023" y="3278172"/>
                  </a:lnTo>
                  <a:lnTo>
                    <a:pt x="2703169" y="3278172"/>
                  </a:lnTo>
                  <a:lnTo>
                    <a:pt x="2703314" y="3278172"/>
                  </a:lnTo>
                  <a:lnTo>
                    <a:pt x="2703459" y="3278172"/>
                  </a:lnTo>
                  <a:lnTo>
                    <a:pt x="2703605" y="3278172"/>
                  </a:lnTo>
                  <a:lnTo>
                    <a:pt x="2703605" y="3277548"/>
                  </a:lnTo>
                  <a:lnTo>
                    <a:pt x="2703750" y="3277548"/>
                  </a:lnTo>
                  <a:lnTo>
                    <a:pt x="2703896" y="3277548"/>
                  </a:lnTo>
                  <a:lnTo>
                    <a:pt x="2704041" y="3277548"/>
                  </a:lnTo>
                  <a:lnTo>
                    <a:pt x="2704187" y="3277548"/>
                  </a:lnTo>
                  <a:lnTo>
                    <a:pt x="2704332" y="3277548"/>
                  </a:lnTo>
                  <a:lnTo>
                    <a:pt x="2704477" y="3277548"/>
                  </a:lnTo>
                  <a:lnTo>
                    <a:pt x="2704623" y="3277548"/>
                  </a:lnTo>
                  <a:lnTo>
                    <a:pt x="2704768" y="3277548"/>
                  </a:lnTo>
                  <a:lnTo>
                    <a:pt x="2704768" y="3276925"/>
                  </a:lnTo>
                  <a:lnTo>
                    <a:pt x="2704914" y="3276925"/>
                  </a:lnTo>
                  <a:lnTo>
                    <a:pt x="2705059" y="3276925"/>
                  </a:lnTo>
                  <a:lnTo>
                    <a:pt x="2705059" y="3276301"/>
                  </a:lnTo>
                  <a:lnTo>
                    <a:pt x="2705205" y="3276301"/>
                  </a:lnTo>
                  <a:lnTo>
                    <a:pt x="2705350" y="3276301"/>
                  </a:lnTo>
                  <a:lnTo>
                    <a:pt x="2705495" y="3276301"/>
                  </a:lnTo>
                  <a:lnTo>
                    <a:pt x="2705641" y="3276301"/>
                  </a:lnTo>
                  <a:lnTo>
                    <a:pt x="2705786" y="3276301"/>
                  </a:lnTo>
                  <a:lnTo>
                    <a:pt x="2705932" y="3276301"/>
                  </a:lnTo>
                  <a:lnTo>
                    <a:pt x="2706077" y="3276301"/>
                  </a:lnTo>
                  <a:lnTo>
                    <a:pt x="2706223" y="3276301"/>
                  </a:lnTo>
                  <a:lnTo>
                    <a:pt x="2706368" y="3276301"/>
                  </a:lnTo>
                  <a:lnTo>
                    <a:pt x="2706513" y="3276301"/>
                  </a:lnTo>
                  <a:lnTo>
                    <a:pt x="2706513" y="3275677"/>
                  </a:lnTo>
                  <a:lnTo>
                    <a:pt x="2706659" y="3275677"/>
                  </a:lnTo>
                  <a:lnTo>
                    <a:pt x="2706804" y="3275677"/>
                  </a:lnTo>
                  <a:lnTo>
                    <a:pt x="2706950" y="3275677"/>
                  </a:lnTo>
                  <a:lnTo>
                    <a:pt x="2707095" y="3275677"/>
                  </a:lnTo>
                  <a:lnTo>
                    <a:pt x="2707241" y="3275677"/>
                  </a:lnTo>
                  <a:lnTo>
                    <a:pt x="2707386" y="3275677"/>
                  </a:lnTo>
                  <a:lnTo>
                    <a:pt x="2707531" y="3275677"/>
                  </a:lnTo>
                  <a:lnTo>
                    <a:pt x="2707677" y="3275677"/>
                  </a:lnTo>
                  <a:lnTo>
                    <a:pt x="2707822" y="3275677"/>
                  </a:lnTo>
                  <a:lnTo>
                    <a:pt x="2707968" y="3275677"/>
                  </a:lnTo>
                  <a:lnTo>
                    <a:pt x="2708113" y="3275677"/>
                  </a:lnTo>
                  <a:lnTo>
                    <a:pt x="2708258" y="3275677"/>
                  </a:lnTo>
                  <a:lnTo>
                    <a:pt x="2708404" y="3275677"/>
                  </a:lnTo>
                  <a:lnTo>
                    <a:pt x="2708549" y="3275677"/>
                  </a:lnTo>
                  <a:lnTo>
                    <a:pt x="2708695" y="3275677"/>
                  </a:lnTo>
                  <a:lnTo>
                    <a:pt x="2708840" y="3275677"/>
                  </a:lnTo>
                  <a:lnTo>
                    <a:pt x="2708986" y="3275677"/>
                  </a:lnTo>
                  <a:lnTo>
                    <a:pt x="2709131" y="3275677"/>
                  </a:lnTo>
                  <a:lnTo>
                    <a:pt x="2709276" y="3275677"/>
                  </a:lnTo>
                  <a:lnTo>
                    <a:pt x="2709422" y="3275677"/>
                  </a:lnTo>
                  <a:lnTo>
                    <a:pt x="2709422" y="3275054"/>
                  </a:lnTo>
                  <a:lnTo>
                    <a:pt x="2709422" y="3274430"/>
                  </a:lnTo>
                  <a:lnTo>
                    <a:pt x="2709567" y="3274430"/>
                  </a:lnTo>
                  <a:lnTo>
                    <a:pt x="2709567" y="3273807"/>
                  </a:lnTo>
                  <a:lnTo>
                    <a:pt x="2709713" y="3273807"/>
                  </a:lnTo>
                  <a:lnTo>
                    <a:pt x="2709858" y="3273807"/>
                  </a:lnTo>
                  <a:lnTo>
                    <a:pt x="2710004" y="3273807"/>
                  </a:lnTo>
                  <a:lnTo>
                    <a:pt x="2710004" y="3273183"/>
                  </a:lnTo>
                  <a:lnTo>
                    <a:pt x="2710149" y="3273183"/>
                  </a:lnTo>
                  <a:lnTo>
                    <a:pt x="2710294" y="3273183"/>
                  </a:lnTo>
                  <a:lnTo>
                    <a:pt x="2710294" y="3272560"/>
                  </a:lnTo>
                  <a:lnTo>
                    <a:pt x="2710440" y="3272560"/>
                  </a:lnTo>
                  <a:lnTo>
                    <a:pt x="2710585" y="3272560"/>
                  </a:lnTo>
                  <a:lnTo>
                    <a:pt x="2710731" y="3272560"/>
                  </a:lnTo>
                  <a:lnTo>
                    <a:pt x="2710876" y="3272560"/>
                  </a:lnTo>
                  <a:lnTo>
                    <a:pt x="2711022" y="3272560"/>
                  </a:lnTo>
                  <a:lnTo>
                    <a:pt x="2711167" y="3272560"/>
                  </a:lnTo>
                  <a:lnTo>
                    <a:pt x="2711167" y="3271936"/>
                  </a:lnTo>
                  <a:lnTo>
                    <a:pt x="2711167" y="3271312"/>
                  </a:lnTo>
                  <a:lnTo>
                    <a:pt x="2711312" y="3271312"/>
                  </a:lnTo>
                  <a:lnTo>
                    <a:pt x="2711312" y="3270689"/>
                  </a:lnTo>
                  <a:lnTo>
                    <a:pt x="2711458" y="3270689"/>
                  </a:lnTo>
                  <a:lnTo>
                    <a:pt x="2711458" y="3270065"/>
                  </a:lnTo>
                  <a:lnTo>
                    <a:pt x="2711603" y="3270065"/>
                  </a:lnTo>
                  <a:lnTo>
                    <a:pt x="2711749" y="3270065"/>
                  </a:lnTo>
                  <a:lnTo>
                    <a:pt x="2711894" y="3270065"/>
                  </a:lnTo>
                  <a:lnTo>
                    <a:pt x="2712040" y="3270065"/>
                  </a:lnTo>
                  <a:lnTo>
                    <a:pt x="2712185" y="3270065"/>
                  </a:lnTo>
                  <a:lnTo>
                    <a:pt x="2712185" y="3269442"/>
                  </a:lnTo>
                  <a:lnTo>
                    <a:pt x="2712330" y="3269442"/>
                  </a:lnTo>
                  <a:lnTo>
                    <a:pt x="2712476" y="3269442"/>
                  </a:lnTo>
                  <a:lnTo>
                    <a:pt x="2712621" y="3269442"/>
                  </a:lnTo>
                  <a:lnTo>
                    <a:pt x="2712767" y="3269442"/>
                  </a:lnTo>
                  <a:lnTo>
                    <a:pt x="2712912" y="3269442"/>
                  </a:lnTo>
                  <a:lnTo>
                    <a:pt x="2713058" y="3269442"/>
                  </a:lnTo>
                  <a:lnTo>
                    <a:pt x="2713203" y="3269442"/>
                  </a:lnTo>
                  <a:lnTo>
                    <a:pt x="2713348" y="3269442"/>
                  </a:lnTo>
                  <a:lnTo>
                    <a:pt x="2713348" y="3268818"/>
                  </a:lnTo>
                  <a:lnTo>
                    <a:pt x="2713348" y="3268194"/>
                  </a:lnTo>
                  <a:lnTo>
                    <a:pt x="2713348" y="3267571"/>
                  </a:lnTo>
                  <a:lnTo>
                    <a:pt x="2713494" y="3267571"/>
                  </a:lnTo>
                  <a:lnTo>
                    <a:pt x="2713639" y="3267571"/>
                  </a:lnTo>
                  <a:lnTo>
                    <a:pt x="2713639" y="3266947"/>
                  </a:lnTo>
                  <a:lnTo>
                    <a:pt x="2713785" y="3266947"/>
                  </a:lnTo>
                  <a:lnTo>
                    <a:pt x="2713930" y="3266947"/>
                  </a:lnTo>
                  <a:lnTo>
                    <a:pt x="2714076" y="3266947"/>
                  </a:lnTo>
                  <a:lnTo>
                    <a:pt x="2714221" y="3266947"/>
                  </a:lnTo>
                  <a:lnTo>
                    <a:pt x="2714221" y="3266324"/>
                  </a:lnTo>
                  <a:lnTo>
                    <a:pt x="2714366" y="3266324"/>
                  </a:lnTo>
                  <a:lnTo>
                    <a:pt x="2714512" y="3266324"/>
                  </a:lnTo>
                  <a:lnTo>
                    <a:pt x="2714657" y="3266324"/>
                  </a:lnTo>
                  <a:lnTo>
                    <a:pt x="2714803" y="3266324"/>
                  </a:lnTo>
                  <a:lnTo>
                    <a:pt x="2714948" y="3266324"/>
                  </a:lnTo>
                  <a:lnTo>
                    <a:pt x="2715093" y="3266324"/>
                  </a:lnTo>
                  <a:lnTo>
                    <a:pt x="2715239" y="3266324"/>
                  </a:lnTo>
                  <a:lnTo>
                    <a:pt x="2715384" y="3266324"/>
                  </a:lnTo>
                  <a:lnTo>
                    <a:pt x="2715530" y="3266324"/>
                  </a:lnTo>
                  <a:lnTo>
                    <a:pt x="2715675" y="3266324"/>
                  </a:lnTo>
                  <a:lnTo>
                    <a:pt x="2715821" y="3266324"/>
                  </a:lnTo>
                  <a:lnTo>
                    <a:pt x="2715821" y="3265700"/>
                  </a:lnTo>
                  <a:lnTo>
                    <a:pt x="2715966" y="3265700"/>
                  </a:lnTo>
                  <a:lnTo>
                    <a:pt x="2716111" y="3265700"/>
                  </a:lnTo>
                  <a:lnTo>
                    <a:pt x="2716111" y="3265077"/>
                  </a:lnTo>
                  <a:lnTo>
                    <a:pt x="2716257" y="3265077"/>
                  </a:lnTo>
                  <a:lnTo>
                    <a:pt x="2716402" y="3265077"/>
                  </a:lnTo>
                  <a:lnTo>
                    <a:pt x="2716548" y="3265077"/>
                  </a:lnTo>
                  <a:lnTo>
                    <a:pt x="2716548" y="3264453"/>
                  </a:lnTo>
                  <a:lnTo>
                    <a:pt x="2716693" y="3264453"/>
                  </a:lnTo>
                  <a:lnTo>
                    <a:pt x="2716693" y="3263829"/>
                  </a:lnTo>
                  <a:lnTo>
                    <a:pt x="2716693" y="3263206"/>
                  </a:lnTo>
                  <a:lnTo>
                    <a:pt x="2716839" y="3263206"/>
                  </a:lnTo>
                  <a:lnTo>
                    <a:pt x="2716984" y="3263206"/>
                  </a:lnTo>
                  <a:lnTo>
                    <a:pt x="2716984" y="3262582"/>
                  </a:lnTo>
                  <a:lnTo>
                    <a:pt x="2717129" y="3262582"/>
                  </a:lnTo>
                  <a:lnTo>
                    <a:pt x="2717129" y="3261959"/>
                  </a:lnTo>
                  <a:lnTo>
                    <a:pt x="2717275" y="3261959"/>
                  </a:lnTo>
                  <a:lnTo>
                    <a:pt x="2717275" y="3261335"/>
                  </a:lnTo>
                  <a:lnTo>
                    <a:pt x="2717420" y="3261335"/>
                  </a:lnTo>
                  <a:lnTo>
                    <a:pt x="2717566" y="3261335"/>
                  </a:lnTo>
                  <a:lnTo>
                    <a:pt x="2717566" y="3260711"/>
                  </a:lnTo>
                  <a:lnTo>
                    <a:pt x="2717566" y="3260088"/>
                  </a:lnTo>
                  <a:lnTo>
                    <a:pt x="2717566" y="3259464"/>
                  </a:lnTo>
                  <a:lnTo>
                    <a:pt x="2717711" y="3259464"/>
                  </a:lnTo>
                  <a:lnTo>
                    <a:pt x="2717711" y="3258841"/>
                  </a:lnTo>
                  <a:lnTo>
                    <a:pt x="2717857" y="3258841"/>
                  </a:lnTo>
                  <a:lnTo>
                    <a:pt x="2718002" y="3258841"/>
                  </a:lnTo>
                  <a:lnTo>
                    <a:pt x="2718147" y="3258841"/>
                  </a:lnTo>
                  <a:lnTo>
                    <a:pt x="2718293" y="3258841"/>
                  </a:lnTo>
                  <a:lnTo>
                    <a:pt x="2718293" y="3258217"/>
                  </a:lnTo>
                  <a:lnTo>
                    <a:pt x="2718438" y="3258217"/>
                  </a:lnTo>
                  <a:lnTo>
                    <a:pt x="2718438" y="3257594"/>
                  </a:lnTo>
                  <a:lnTo>
                    <a:pt x="2718584" y="3257594"/>
                  </a:lnTo>
                  <a:lnTo>
                    <a:pt x="2718729" y="3257594"/>
                  </a:lnTo>
                  <a:lnTo>
                    <a:pt x="2718875" y="3257594"/>
                  </a:lnTo>
                  <a:lnTo>
                    <a:pt x="2719020" y="3257594"/>
                  </a:lnTo>
                  <a:lnTo>
                    <a:pt x="2719165" y="3257594"/>
                  </a:lnTo>
                  <a:lnTo>
                    <a:pt x="2719311" y="3257594"/>
                  </a:lnTo>
                  <a:lnTo>
                    <a:pt x="2719456" y="3257594"/>
                  </a:lnTo>
                  <a:lnTo>
                    <a:pt x="2719602" y="3257594"/>
                  </a:lnTo>
                  <a:lnTo>
                    <a:pt x="2719602" y="3256970"/>
                  </a:lnTo>
                  <a:lnTo>
                    <a:pt x="2719747" y="3256970"/>
                  </a:lnTo>
                  <a:lnTo>
                    <a:pt x="2719893" y="3256970"/>
                  </a:lnTo>
                  <a:lnTo>
                    <a:pt x="2720038" y="3256970"/>
                  </a:lnTo>
                  <a:lnTo>
                    <a:pt x="2720183" y="3256970"/>
                  </a:lnTo>
                  <a:lnTo>
                    <a:pt x="2720329" y="3256970"/>
                  </a:lnTo>
                  <a:lnTo>
                    <a:pt x="2720474" y="3256970"/>
                  </a:lnTo>
                  <a:lnTo>
                    <a:pt x="2720620" y="3256970"/>
                  </a:lnTo>
                  <a:lnTo>
                    <a:pt x="2720765" y="3256970"/>
                  </a:lnTo>
                  <a:lnTo>
                    <a:pt x="2720910" y="3256970"/>
                  </a:lnTo>
                  <a:lnTo>
                    <a:pt x="2720910" y="3256346"/>
                  </a:lnTo>
                  <a:lnTo>
                    <a:pt x="2721056" y="3256346"/>
                  </a:lnTo>
                  <a:lnTo>
                    <a:pt x="2721201" y="3256346"/>
                  </a:lnTo>
                  <a:lnTo>
                    <a:pt x="2721201" y="3255723"/>
                  </a:lnTo>
                  <a:lnTo>
                    <a:pt x="2721347" y="3255723"/>
                  </a:lnTo>
                  <a:lnTo>
                    <a:pt x="2721492" y="3255723"/>
                  </a:lnTo>
                  <a:lnTo>
                    <a:pt x="2721638" y="3255723"/>
                  </a:lnTo>
                  <a:lnTo>
                    <a:pt x="2721783" y="3255723"/>
                  </a:lnTo>
                  <a:lnTo>
                    <a:pt x="2721928" y="3255723"/>
                  </a:lnTo>
                  <a:lnTo>
                    <a:pt x="2722074" y="3255723"/>
                  </a:lnTo>
                  <a:lnTo>
                    <a:pt x="2722219" y="3255723"/>
                  </a:lnTo>
                  <a:lnTo>
                    <a:pt x="2722365" y="3255723"/>
                  </a:lnTo>
                  <a:lnTo>
                    <a:pt x="2722510" y="3255723"/>
                  </a:lnTo>
                  <a:lnTo>
                    <a:pt x="2722656" y="3255723"/>
                  </a:lnTo>
                  <a:lnTo>
                    <a:pt x="2722801" y="3255723"/>
                  </a:lnTo>
                  <a:lnTo>
                    <a:pt x="2722946" y="3255723"/>
                  </a:lnTo>
                  <a:lnTo>
                    <a:pt x="2723092" y="3255723"/>
                  </a:lnTo>
                  <a:lnTo>
                    <a:pt x="2723237" y="3255723"/>
                  </a:lnTo>
                  <a:lnTo>
                    <a:pt x="2723383" y="3255723"/>
                  </a:lnTo>
                  <a:lnTo>
                    <a:pt x="2723528" y="3255723"/>
                  </a:lnTo>
                  <a:lnTo>
                    <a:pt x="2723674" y="3255723"/>
                  </a:lnTo>
                  <a:lnTo>
                    <a:pt x="2723819" y="3255723"/>
                  </a:lnTo>
                  <a:lnTo>
                    <a:pt x="2723964" y="3255723"/>
                  </a:lnTo>
                  <a:lnTo>
                    <a:pt x="2724110" y="3255723"/>
                  </a:lnTo>
                  <a:lnTo>
                    <a:pt x="2724255" y="3255723"/>
                  </a:lnTo>
                  <a:lnTo>
                    <a:pt x="2724401" y="3255723"/>
                  </a:lnTo>
                  <a:lnTo>
                    <a:pt x="2724546" y="3255723"/>
                  </a:lnTo>
                  <a:lnTo>
                    <a:pt x="2724692" y="3255723"/>
                  </a:lnTo>
                  <a:lnTo>
                    <a:pt x="2724837" y="3255723"/>
                  </a:lnTo>
                  <a:lnTo>
                    <a:pt x="2724982" y="3255723"/>
                  </a:lnTo>
                  <a:lnTo>
                    <a:pt x="2725128" y="3255723"/>
                  </a:lnTo>
                  <a:lnTo>
                    <a:pt x="2725273" y="3255723"/>
                  </a:lnTo>
                  <a:lnTo>
                    <a:pt x="2725419" y="3255723"/>
                  </a:lnTo>
                  <a:lnTo>
                    <a:pt x="2725419" y="3255099"/>
                  </a:lnTo>
                  <a:lnTo>
                    <a:pt x="2725564" y="3255099"/>
                  </a:lnTo>
                  <a:lnTo>
                    <a:pt x="2725710" y="3255099"/>
                  </a:lnTo>
                  <a:lnTo>
                    <a:pt x="2725855" y="3255099"/>
                  </a:lnTo>
                  <a:lnTo>
                    <a:pt x="2726000" y="3255099"/>
                  </a:lnTo>
                  <a:lnTo>
                    <a:pt x="2726146" y="3255099"/>
                  </a:lnTo>
                  <a:lnTo>
                    <a:pt x="2726291" y="3255099"/>
                  </a:lnTo>
                  <a:lnTo>
                    <a:pt x="2726291" y="3254476"/>
                  </a:lnTo>
                  <a:lnTo>
                    <a:pt x="2726437" y="3254476"/>
                  </a:lnTo>
                  <a:lnTo>
                    <a:pt x="2726582" y="3254476"/>
                  </a:lnTo>
                  <a:lnTo>
                    <a:pt x="2726728" y="3254476"/>
                  </a:lnTo>
                  <a:lnTo>
                    <a:pt x="2726728" y="3253852"/>
                  </a:lnTo>
                  <a:lnTo>
                    <a:pt x="2726728" y="3253228"/>
                  </a:lnTo>
                  <a:lnTo>
                    <a:pt x="2726873" y="3253228"/>
                  </a:lnTo>
                  <a:lnTo>
                    <a:pt x="2726873" y="3252605"/>
                  </a:lnTo>
                  <a:lnTo>
                    <a:pt x="2727018" y="3252605"/>
                  </a:lnTo>
                  <a:lnTo>
                    <a:pt x="2727164" y="3252605"/>
                  </a:lnTo>
                  <a:lnTo>
                    <a:pt x="2727309" y="3252605"/>
                  </a:lnTo>
                  <a:lnTo>
                    <a:pt x="2727455" y="3252605"/>
                  </a:lnTo>
                  <a:lnTo>
                    <a:pt x="2727600" y="3252605"/>
                  </a:lnTo>
                  <a:lnTo>
                    <a:pt x="2727600" y="3251981"/>
                  </a:lnTo>
                  <a:lnTo>
                    <a:pt x="2727745" y="3251981"/>
                  </a:lnTo>
                  <a:lnTo>
                    <a:pt x="2727891" y="3251981"/>
                  </a:lnTo>
                  <a:lnTo>
                    <a:pt x="2728036" y="3251981"/>
                  </a:lnTo>
                  <a:lnTo>
                    <a:pt x="2728036" y="3251358"/>
                  </a:lnTo>
                  <a:lnTo>
                    <a:pt x="2728182" y="3251358"/>
                  </a:lnTo>
                  <a:lnTo>
                    <a:pt x="2728327" y="3251358"/>
                  </a:lnTo>
                  <a:lnTo>
                    <a:pt x="2728473" y="3251358"/>
                  </a:lnTo>
                  <a:lnTo>
                    <a:pt x="2728618" y="3251358"/>
                  </a:lnTo>
                  <a:lnTo>
                    <a:pt x="2728618" y="3250734"/>
                  </a:lnTo>
                  <a:lnTo>
                    <a:pt x="2728618" y="3250111"/>
                  </a:lnTo>
                  <a:lnTo>
                    <a:pt x="2728763" y="3250111"/>
                  </a:lnTo>
                  <a:lnTo>
                    <a:pt x="2728909" y="3250111"/>
                  </a:lnTo>
                  <a:lnTo>
                    <a:pt x="2728909" y="3249487"/>
                  </a:lnTo>
                  <a:lnTo>
                    <a:pt x="2729054" y="3249487"/>
                  </a:lnTo>
                  <a:lnTo>
                    <a:pt x="2729200" y="3249487"/>
                  </a:lnTo>
                  <a:lnTo>
                    <a:pt x="2729345" y="3249487"/>
                  </a:lnTo>
                  <a:lnTo>
                    <a:pt x="2729491" y="3249487"/>
                  </a:lnTo>
                  <a:lnTo>
                    <a:pt x="2729636" y="3249487"/>
                  </a:lnTo>
                  <a:lnTo>
                    <a:pt x="2729781" y="3249487"/>
                  </a:lnTo>
                  <a:lnTo>
                    <a:pt x="2729927" y="3249487"/>
                  </a:lnTo>
                  <a:lnTo>
                    <a:pt x="2730072" y="3249487"/>
                  </a:lnTo>
                  <a:lnTo>
                    <a:pt x="2730218" y="3249487"/>
                  </a:lnTo>
                  <a:lnTo>
                    <a:pt x="2730363" y="3249487"/>
                  </a:lnTo>
                  <a:lnTo>
                    <a:pt x="2730509" y="3249487"/>
                  </a:lnTo>
                  <a:lnTo>
                    <a:pt x="2730654" y="3249487"/>
                  </a:lnTo>
                  <a:lnTo>
                    <a:pt x="2730799" y="3249487"/>
                  </a:lnTo>
                  <a:lnTo>
                    <a:pt x="2730945" y="3249487"/>
                  </a:lnTo>
                  <a:lnTo>
                    <a:pt x="2731090" y="3249487"/>
                  </a:lnTo>
                  <a:lnTo>
                    <a:pt x="2731236" y="3249487"/>
                  </a:lnTo>
                  <a:lnTo>
                    <a:pt x="2731381" y="3249487"/>
                  </a:lnTo>
                  <a:lnTo>
                    <a:pt x="2731527" y="3249487"/>
                  </a:lnTo>
                  <a:lnTo>
                    <a:pt x="2731672" y="3249487"/>
                  </a:lnTo>
                  <a:lnTo>
                    <a:pt x="2731817" y="3249487"/>
                  </a:lnTo>
                  <a:lnTo>
                    <a:pt x="2731817" y="3248863"/>
                  </a:lnTo>
                  <a:lnTo>
                    <a:pt x="2731817" y="3248240"/>
                  </a:lnTo>
                  <a:lnTo>
                    <a:pt x="2731963" y="3248240"/>
                  </a:lnTo>
                  <a:lnTo>
                    <a:pt x="2731963" y="3247616"/>
                  </a:lnTo>
                  <a:lnTo>
                    <a:pt x="2732108" y="3247616"/>
                  </a:lnTo>
                  <a:lnTo>
                    <a:pt x="2732254" y="3247616"/>
                  </a:lnTo>
                  <a:lnTo>
                    <a:pt x="2732399" y="3247616"/>
                  </a:lnTo>
                  <a:lnTo>
                    <a:pt x="2732545" y="3247616"/>
                  </a:lnTo>
                  <a:lnTo>
                    <a:pt x="2732690" y="3247616"/>
                  </a:lnTo>
                  <a:lnTo>
                    <a:pt x="2732835" y="3247616"/>
                  </a:lnTo>
                  <a:lnTo>
                    <a:pt x="2732981" y="3247616"/>
                  </a:lnTo>
                  <a:lnTo>
                    <a:pt x="2733126" y="3247616"/>
                  </a:lnTo>
                  <a:lnTo>
                    <a:pt x="2733126" y="3246993"/>
                  </a:lnTo>
                  <a:lnTo>
                    <a:pt x="2733272" y="3246993"/>
                  </a:lnTo>
                  <a:lnTo>
                    <a:pt x="2733417" y="3246993"/>
                  </a:lnTo>
                  <a:lnTo>
                    <a:pt x="2733563" y="3246993"/>
                  </a:lnTo>
                  <a:lnTo>
                    <a:pt x="2733708" y="3246993"/>
                  </a:lnTo>
                  <a:lnTo>
                    <a:pt x="2733853" y="3246993"/>
                  </a:lnTo>
                  <a:lnTo>
                    <a:pt x="2733999" y="3246993"/>
                  </a:lnTo>
                  <a:lnTo>
                    <a:pt x="2734144" y="3246993"/>
                  </a:lnTo>
                  <a:lnTo>
                    <a:pt x="2734290" y="3246993"/>
                  </a:lnTo>
                  <a:lnTo>
                    <a:pt x="2734435" y="3246993"/>
                  </a:lnTo>
                  <a:lnTo>
                    <a:pt x="2734435" y="3246369"/>
                  </a:lnTo>
                  <a:lnTo>
                    <a:pt x="2734580" y="3246369"/>
                  </a:lnTo>
                  <a:lnTo>
                    <a:pt x="2734580" y="3245745"/>
                  </a:lnTo>
                  <a:lnTo>
                    <a:pt x="2734726" y="3245745"/>
                  </a:lnTo>
                  <a:lnTo>
                    <a:pt x="2734726" y="3245122"/>
                  </a:lnTo>
                  <a:lnTo>
                    <a:pt x="2734726" y="3244498"/>
                  </a:lnTo>
                  <a:lnTo>
                    <a:pt x="2734871" y="3244498"/>
                  </a:lnTo>
                  <a:lnTo>
                    <a:pt x="2735017" y="3244498"/>
                  </a:lnTo>
                  <a:lnTo>
                    <a:pt x="2735162" y="3244498"/>
                  </a:lnTo>
                  <a:lnTo>
                    <a:pt x="2735308" y="3244498"/>
                  </a:lnTo>
                  <a:lnTo>
                    <a:pt x="2735453" y="3244498"/>
                  </a:lnTo>
                  <a:lnTo>
                    <a:pt x="2735453" y="3243875"/>
                  </a:lnTo>
                  <a:lnTo>
                    <a:pt x="2735598" y="3243875"/>
                  </a:lnTo>
                  <a:lnTo>
                    <a:pt x="2735744" y="3243875"/>
                  </a:lnTo>
                  <a:lnTo>
                    <a:pt x="2735744" y="3243251"/>
                  </a:lnTo>
                  <a:lnTo>
                    <a:pt x="2735889" y="3243251"/>
                  </a:lnTo>
                  <a:lnTo>
                    <a:pt x="2736035" y="3243251"/>
                  </a:lnTo>
                  <a:lnTo>
                    <a:pt x="2736180" y="3243251"/>
                  </a:lnTo>
                  <a:lnTo>
                    <a:pt x="2736326" y="3243251"/>
                  </a:lnTo>
                  <a:lnTo>
                    <a:pt x="2736471" y="3243251"/>
                  </a:lnTo>
                  <a:lnTo>
                    <a:pt x="2736616" y="3243251"/>
                  </a:lnTo>
                  <a:lnTo>
                    <a:pt x="2736762" y="3243251"/>
                  </a:lnTo>
                  <a:lnTo>
                    <a:pt x="2736907" y="3243251"/>
                  </a:lnTo>
                  <a:lnTo>
                    <a:pt x="2736907" y="3242628"/>
                  </a:lnTo>
                  <a:lnTo>
                    <a:pt x="2737053" y="3242628"/>
                  </a:lnTo>
                  <a:lnTo>
                    <a:pt x="2737198" y="3242628"/>
                  </a:lnTo>
                  <a:lnTo>
                    <a:pt x="2737344" y="3242628"/>
                  </a:lnTo>
                  <a:lnTo>
                    <a:pt x="2737489" y="3242628"/>
                  </a:lnTo>
                  <a:lnTo>
                    <a:pt x="2737634" y="3242628"/>
                  </a:lnTo>
                  <a:lnTo>
                    <a:pt x="2737780" y="3242628"/>
                  </a:lnTo>
                  <a:lnTo>
                    <a:pt x="2737925" y="3242628"/>
                  </a:lnTo>
                  <a:lnTo>
                    <a:pt x="2738071" y="3242628"/>
                  </a:lnTo>
                  <a:lnTo>
                    <a:pt x="2738071" y="3242004"/>
                  </a:lnTo>
                  <a:lnTo>
                    <a:pt x="2738216" y="3242004"/>
                  </a:lnTo>
                  <a:lnTo>
                    <a:pt x="2738362" y="3242004"/>
                  </a:lnTo>
                  <a:lnTo>
                    <a:pt x="2738507" y="3242004"/>
                  </a:lnTo>
                  <a:lnTo>
                    <a:pt x="2738652" y="3242004"/>
                  </a:lnTo>
                  <a:lnTo>
                    <a:pt x="2738798" y="3242004"/>
                  </a:lnTo>
                  <a:lnTo>
                    <a:pt x="2738943" y="3242004"/>
                  </a:lnTo>
                  <a:lnTo>
                    <a:pt x="2739089" y="3242004"/>
                  </a:lnTo>
                  <a:lnTo>
                    <a:pt x="2739234" y="3242004"/>
                  </a:lnTo>
                  <a:lnTo>
                    <a:pt x="2739380" y="3242004"/>
                  </a:lnTo>
                  <a:lnTo>
                    <a:pt x="2739525" y="3242004"/>
                  </a:lnTo>
                  <a:lnTo>
                    <a:pt x="2739525" y="3241380"/>
                  </a:lnTo>
                  <a:lnTo>
                    <a:pt x="2739670" y="3241380"/>
                  </a:lnTo>
                  <a:lnTo>
                    <a:pt x="2739816" y="3241380"/>
                  </a:lnTo>
                  <a:lnTo>
                    <a:pt x="2739816" y="3240757"/>
                  </a:lnTo>
                  <a:lnTo>
                    <a:pt x="2739961" y="3240757"/>
                  </a:lnTo>
                  <a:lnTo>
                    <a:pt x="2739961" y="3240133"/>
                  </a:lnTo>
                  <a:lnTo>
                    <a:pt x="2740107" y="3240133"/>
                  </a:lnTo>
                  <a:lnTo>
                    <a:pt x="2740107" y="3239510"/>
                  </a:lnTo>
                  <a:lnTo>
                    <a:pt x="2740107" y="3238886"/>
                  </a:lnTo>
                  <a:lnTo>
                    <a:pt x="2740107" y="3238262"/>
                  </a:lnTo>
                  <a:lnTo>
                    <a:pt x="2740107" y="3237639"/>
                  </a:lnTo>
                  <a:lnTo>
                    <a:pt x="2740252" y="3237639"/>
                  </a:lnTo>
                  <a:lnTo>
                    <a:pt x="2740252" y="3237015"/>
                  </a:lnTo>
                  <a:lnTo>
                    <a:pt x="2740398" y="3237015"/>
                  </a:lnTo>
                  <a:lnTo>
                    <a:pt x="2740398" y="3236392"/>
                  </a:lnTo>
                  <a:lnTo>
                    <a:pt x="2740398" y="3235768"/>
                  </a:lnTo>
                  <a:lnTo>
                    <a:pt x="2740543" y="3235768"/>
                  </a:lnTo>
                  <a:lnTo>
                    <a:pt x="2740688" y="3235768"/>
                  </a:lnTo>
                  <a:lnTo>
                    <a:pt x="2740834" y="3235768"/>
                  </a:lnTo>
                  <a:lnTo>
                    <a:pt x="2740834" y="3235145"/>
                  </a:lnTo>
                  <a:lnTo>
                    <a:pt x="2740979" y="3235145"/>
                  </a:lnTo>
                  <a:lnTo>
                    <a:pt x="2741125" y="3235145"/>
                  </a:lnTo>
                  <a:lnTo>
                    <a:pt x="2741125" y="3234521"/>
                  </a:lnTo>
                  <a:lnTo>
                    <a:pt x="2741270" y="3234521"/>
                  </a:lnTo>
                  <a:lnTo>
                    <a:pt x="2741270" y="3233897"/>
                  </a:lnTo>
                  <a:lnTo>
                    <a:pt x="2741415" y="3233897"/>
                  </a:lnTo>
                  <a:lnTo>
                    <a:pt x="2741561" y="3233897"/>
                  </a:lnTo>
                  <a:lnTo>
                    <a:pt x="2741706" y="3233897"/>
                  </a:lnTo>
                  <a:lnTo>
                    <a:pt x="2741852" y="3233897"/>
                  </a:lnTo>
                  <a:lnTo>
                    <a:pt x="2741997" y="3233897"/>
                  </a:lnTo>
                  <a:lnTo>
                    <a:pt x="2741997" y="3233274"/>
                  </a:lnTo>
                  <a:lnTo>
                    <a:pt x="2742143" y="3233274"/>
                  </a:lnTo>
                  <a:lnTo>
                    <a:pt x="2742288" y="3233274"/>
                  </a:lnTo>
                  <a:lnTo>
                    <a:pt x="2742433" y="3233274"/>
                  </a:lnTo>
                  <a:lnTo>
                    <a:pt x="2742579" y="3233274"/>
                  </a:lnTo>
                  <a:lnTo>
                    <a:pt x="2742579" y="3232650"/>
                  </a:lnTo>
                  <a:lnTo>
                    <a:pt x="2742579" y="3232027"/>
                  </a:lnTo>
                  <a:lnTo>
                    <a:pt x="2742579" y="3231403"/>
                  </a:lnTo>
                  <a:lnTo>
                    <a:pt x="2742724" y="3231403"/>
                  </a:lnTo>
                  <a:lnTo>
                    <a:pt x="2742870" y="3231403"/>
                  </a:lnTo>
                  <a:lnTo>
                    <a:pt x="2743015" y="3231403"/>
                  </a:lnTo>
                  <a:lnTo>
                    <a:pt x="2743015" y="3230779"/>
                  </a:lnTo>
                  <a:lnTo>
                    <a:pt x="2743161" y="3230779"/>
                  </a:lnTo>
                  <a:lnTo>
                    <a:pt x="2743306" y="3230779"/>
                  </a:lnTo>
                  <a:lnTo>
                    <a:pt x="2743451" y="3230779"/>
                  </a:lnTo>
                  <a:lnTo>
                    <a:pt x="2743597" y="3230779"/>
                  </a:lnTo>
                  <a:lnTo>
                    <a:pt x="2743742" y="3230779"/>
                  </a:lnTo>
                  <a:lnTo>
                    <a:pt x="2743888" y="3230779"/>
                  </a:lnTo>
                  <a:lnTo>
                    <a:pt x="2744033" y="3230779"/>
                  </a:lnTo>
                  <a:lnTo>
                    <a:pt x="2744179" y="3230779"/>
                  </a:lnTo>
                  <a:lnTo>
                    <a:pt x="2744179" y="3230156"/>
                  </a:lnTo>
                  <a:lnTo>
                    <a:pt x="2744324" y="3230156"/>
                  </a:lnTo>
                  <a:lnTo>
                    <a:pt x="2744324" y="3229532"/>
                  </a:lnTo>
                  <a:lnTo>
                    <a:pt x="2744469" y="3229532"/>
                  </a:lnTo>
                  <a:lnTo>
                    <a:pt x="2744615" y="3229532"/>
                  </a:lnTo>
                  <a:lnTo>
                    <a:pt x="2744760" y="3229532"/>
                  </a:lnTo>
                  <a:lnTo>
                    <a:pt x="2744760" y="3228909"/>
                  </a:lnTo>
                  <a:lnTo>
                    <a:pt x="2744760" y="3228285"/>
                  </a:lnTo>
                  <a:lnTo>
                    <a:pt x="2744906" y="3228285"/>
                  </a:lnTo>
                  <a:lnTo>
                    <a:pt x="2745051" y="3228285"/>
                  </a:lnTo>
                  <a:lnTo>
                    <a:pt x="2745197" y="3228285"/>
                  </a:lnTo>
                  <a:lnTo>
                    <a:pt x="2745342" y="3228285"/>
                  </a:lnTo>
                  <a:lnTo>
                    <a:pt x="2745487" y="3228285"/>
                  </a:lnTo>
                  <a:lnTo>
                    <a:pt x="2745633" y="3228285"/>
                  </a:lnTo>
                  <a:lnTo>
                    <a:pt x="2745633" y="3227662"/>
                  </a:lnTo>
                  <a:lnTo>
                    <a:pt x="2745633" y="3227038"/>
                  </a:lnTo>
                  <a:lnTo>
                    <a:pt x="2745778" y="3227038"/>
                  </a:lnTo>
                  <a:lnTo>
                    <a:pt x="2745924" y="3227038"/>
                  </a:lnTo>
                  <a:lnTo>
                    <a:pt x="2746069" y="3227038"/>
                  </a:lnTo>
                  <a:lnTo>
                    <a:pt x="2746215" y="3227038"/>
                  </a:lnTo>
                  <a:lnTo>
                    <a:pt x="2746360" y="3227038"/>
                  </a:lnTo>
                  <a:lnTo>
                    <a:pt x="2746505" y="3227038"/>
                  </a:lnTo>
                  <a:lnTo>
                    <a:pt x="2746651" y="3227038"/>
                  </a:lnTo>
                  <a:lnTo>
                    <a:pt x="2746796" y="3227038"/>
                  </a:lnTo>
                  <a:lnTo>
                    <a:pt x="2746942" y="3227038"/>
                  </a:lnTo>
                  <a:lnTo>
                    <a:pt x="2746942" y="3226414"/>
                  </a:lnTo>
                  <a:lnTo>
                    <a:pt x="2746942" y="3225791"/>
                  </a:lnTo>
                  <a:lnTo>
                    <a:pt x="2746942" y="3225167"/>
                  </a:lnTo>
                  <a:lnTo>
                    <a:pt x="2747087" y="3225167"/>
                  </a:lnTo>
                  <a:lnTo>
                    <a:pt x="2747233" y="3225167"/>
                  </a:lnTo>
                  <a:lnTo>
                    <a:pt x="2747378" y="3225167"/>
                  </a:lnTo>
                  <a:lnTo>
                    <a:pt x="2747523" y="3225167"/>
                  </a:lnTo>
                  <a:lnTo>
                    <a:pt x="2747669" y="3225167"/>
                  </a:lnTo>
                  <a:lnTo>
                    <a:pt x="2747814" y="3225167"/>
                  </a:lnTo>
                  <a:lnTo>
                    <a:pt x="2747960" y="3225167"/>
                  </a:lnTo>
                  <a:lnTo>
                    <a:pt x="2748105" y="3225167"/>
                  </a:lnTo>
                  <a:lnTo>
                    <a:pt x="2748250" y="3225167"/>
                  </a:lnTo>
                  <a:lnTo>
                    <a:pt x="2748250" y="3224544"/>
                  </a:lnTo>
                  <a:lnTo>
                    <a:pt x="2748250" y="3223920"/>
                  </a:lnTo>
                  <a:lnTo>
                    <a:pt x="2748396" y="3223920"/>
                  </a:lnTo>
                  <a:lnTo>
                    <a:pt x="2748541" y="3223920"/>
                  </a:lnTo>
                  <a:lnTo>
                    <a:pt x="2748687" y="3223920"/>
                  </a:lnTo>
                  <a:lnTo>
                    <a:pt x="2748832" y="3223920"/>
                  </a:lnTo>
                  <a:lnTo>
                    <a:pt x="2748978" y="3223920"/>
                  </a:lnTo>
                  <a:lnTo>
                    <a:pt x="2749123" y="3223920"/>
                  </a:lnTo>
                  <a:lnTo>
                    <a:pt x="2749268" y="3223920"/>
                  </a:lnTo>
                  <a:lnTo>
                    <a:pt x="2749414" y="3223920"/>
                  </a:lnTo>
                  <a:lnTo>
                    <a:pt x="2749559" y="3223920"/>
                  </a:lnTo>
                  <a:lnTo>
                    <a:pt x="2749705" y="3223920"/>
                  </a:lnTo>
                  <a:lnTo>
                    <a:pt x="2749850" y="3223920"/>
                  </a:lnTo>
                  <a:lnTo>
                    <a:pt x="2749996" y="3223920"/>
                  </a:lnTo>
                  <a:lnTo>
                    <a:pt x="2750141" y="3223920"/>
                  </a:lnTo>
                  <a:lnTo>
                    <a:pt x="2750141" y="3223297"/>
                  </a:lnTo>
                  <a:lnTo>
                    <a:pt x="2750286" y="3223297"/>
                  </a:lnTo>
                  <a:lnTo>
                    <a:pt x="2750432" y="3223297"/>
                  </a:lnTo>
                  <a:lnTo>
                    <a:pt x="2750432" y="3222673"/>
                  </a:lnTo>
                  <a:lnTo>
                    <a:pt x="2750577" y="3222673"/>
                  </a:lnTo>
                  <a:lnTo>
                    <a:pt x="2750723" y="3222673"/>
                  </a:lnTo>
                  <a:lnTo>
                    <a:pt x="2750868" y="3222673"/>
                  </a:lnTo>
                  <a:lnTo>
                    <a:pt x="2750868" y="3222049"/>
                  </a:lnTo>
                  <a:lnTo>
                    <a:pt x="2751014" y="3222049"/>
                  </a:lnTo>
                  <a:lnTo>
                    <a:pt x="2751159" y="3222049"/>
                  </a:lnTo>
                  <a:lnTo>
                    <a:pt x="2751304" y="3222049"/>
                  </a:lnTo>
                  <a:lnTo>
                    <a:pt x="2751450" y="3222049"/>
                  </a:lnTo>
                  <a:lnTo>
                    <a:pt x="2751595" y="3222049"/>
                  </a:lnTo>
                  <a:lnTo>
                    <a:pt x="2751595" y="3221426"/>
                  </a:lnTo>
                  <a:lnTo>
                    <a:pt x="2751741" y="3221426"/>
                  </a:lnTo>
                  <a:lnTo>
                    <a:pt x="2751886" y="3221426"/>
                  </a:lnTo>
                  <a:lnTo>
                    <a:pt x="2752032" y="3221426"/>
                  </a:lnTo>
                  <a:lnTo>
                    <a:pt x="2752177" y="3221426"/>
                  </a:lnTo>
                  <a:lnTo>
                    <a:pt x="2752322" y="3221426"/>
                  </a:lnTo>
                  <a:lnTo>
                    <a:pt x="2752468" y="3221426"/>
                  </a:lnTo>
                  <a:lnTo>
                    <a:pt x="2752468" y="3220802"/>
                  </a:lnTo>
                  <a:lnTo>
                    <a:pt x="2752613" y="3220802"/>
                  </a:lnTo>
                  <a:lnTo>
                    <a:pt x="2752759" y="3220802"/>
                  </a:lnTo>
                  <a:lnTo>
                    <a:pt x="2752904" y="3220802"/>
                  </a:lnTo>
                  <a:lnTo>
                    <a:pt x="2753050" y="3220802"/>
                  </a:lnTo>
                  <a:lnTo>
                    <a:pt x="2753195" y="3220802"/>
                  </a:lnTo>
                  <a:lnTo>
                    <a:pt x="2753340" y="3220802"/>
                  </a:lnTo>
                  <a:lnTo>
                    <a:pt x="2753486" y="3220802"/>
                  </a:lnTo>
                  <a:lnTo>
                    <a:pt x="2753631" y="3220802"/>
                  </a:lnTo>
                  <a:lnTo>
                    <a:pt x="2753777" y="3220802"/>
                  </a:lnTo>
                  <a:lnTo>
                    <a:pt x="2753777" y="3220179"/>
                  </a:lnTo>
                  <a:lnTo>
                    <a:pt x="2753922" y="3220179"/>
                  </a:lnTo>
                  <a:lnTo>
                    <a:pt x="2753922" y="3219555"/>
                  </a:lnTo>
                  <a:lnTo>
                    <a:pt x="2753922" y="3218931"/>
                  </a:lnTo>
                  <a:lnTo>
                    <a:pt x="2754068" y="3218931"/>
                  </a:lnTo>
                  <a:lnTo>
                    <a:pt x="2754213" y="3218931"/>
                  </a:lnTo>
                  <a:lnTo>
                    <a:pt x="2754358" y="3218931"/>
                  </a:lnTo>
                  <a:lnTo>
                    <a:pt x="2754358" y="3218308"/>
                  </a:lnTo>
                  <a:lnTo>
                    <a:pt x="2754504" y="3218308"/>
                  </a:lnTo>
                  <a:lnTo>
                    <a:pt x="2754649" y="3218308"/>
                  </a:lnTo>
                  <a:lnTo>
                    <a:pt x="2754649" y="3217684"/>
                  </a:lnTo>
                  <a:lnTo>
                    <a:pt x="2754795" y="3217684"/>
                  </a:lnTo>
                  <a:lnTo>
                    <a:pt x="2754940" y="3217684"/>
                  </a:lnTo>
                  <a:lnTo>
                    <a:pt x="2755085" y="3217684"/>
                  </a:lnTo>
                  <a:lnTo>
                    <a:pt x="2755231" y="3217684"/>
                  </a:lnTo>
                  <a:lnTo>
                    <a:pt x="2755376" y="3217684"/>
                  </a:lnTo>
                  <a:lnTo>
                    <a:pt x="2755522" y="3217684"/>
                  </a:lnTo>
                  <a:lnTo>
                    <a:pt x="2755667" y="3217684"/>
                  </a:lnTo>
                  <a:lnTo>
                    <a:pt x="2755813" y="3217684"/>
                  </a:lnTo>
                  <a:lnTo>
                    <a:pt x="2755958" y="3217684"/>
                  </a:lnTo>
                  <a:lnTo>
                    <a:pt x="2756103" y="3217684"/>
                  </a:lnTo>
                  <a:lnTo>
                    <a:pt x="2756249" y="3217684"/>
                  </a:lnTo>
                  <a:lnTo>
                    <a:pt x="2756249" y="3217061"/>
                  </a:lnTo>
                  <a:lnTo>
                    <a:pt x="2756394" y="3217061"/>
                  </a:lnTo>
                  <a:lnTo>
                    <a:pt x="2756394" y="3216437"/>
                  </a:lnTo>
                  <a:lnTo>
                    <a:pt x="2756394" y="3215814"/>
                  </a:lnTo>
                  <a:lnTo>
                    <a:pt x="2756540" y="3215814"/>
                  </a:lnTo>
                  <a:lnTo>
                    <a:pt x="2756685" y="3215814"/>
                  </a:lnTo>
                  <a:lnTo>
                    <a:pt x="2756831" y="3215814"/>
                  </a:lnTo>
                  <a:lnTo>
                    <a:pt x="2756976" y="3215814"/>
                  </a:lnTo>
                  <a:lnTo>
                    <a:pt x="2756976" y="3215190"/>
                  </a:lnTo>
                  <a:lnTo>
                    <a:pt x="2757121" y="3215190"/>
                  </a:lnTo>
                  <a:lnTo>
                    <a:pt x="2757267" y="3215190"/>
                  </a:lnTo>
                  <a:lnTo>
                    <a:pt x="2757412" y="3215190"/>
                  </a:lnTo>
                  <a:lnTo>
                    <a:pt x="2757558" y="3215190"/>
                  </a:lnTo>
                  <a:lnTo>
                    <a:pt x="2757703" y="3215190"/>
                  </a:lnTo>
                  <a:lnTo>
                    <a:pt x="2757849" y="3215190"/>
                  </a:lnTo>
                  <a:lnTo>
                    <a:pt x="2757849" y="3214566"/>
                  </a:lnTo>
                  <a:lnTo>
                    <a:pt x="2757849" y="3213943"/>
                  </a:lnTo>
                  <a:lnTo>
                    <a:pt x="2757849" y="3213319"/>
                  </a:lnTo>
                  <a:lnTo>
                    <a:pt x="2757994" y="3213319"/>
                  </a:lnTo>
                  <a:lnTo>
                    <a:pt x="2758139" y="3213319"/>
                  </a:lnTo>
                  <a:lnTo>
                    <a:pt x="2758139" y="3212696"/>
                  </a:lnTo>
                  <a:lnTo>
                    <a:pt x="2758285" y="3212696"/>
                  </a:lnTo>
                  <a:lnTo>
                    <a:pt x="2758430" y="3212696"/>
                  </a:lnTo>
                  <a:lnTo>
                    <a:pt x="2758576" y="3212696"/>
                  </a:lnTo>
                  <a:lnTo>
                    <a:pt x="2758576" y="3212072"/>
                  </a:lnTo>
                  <a:lnTo>
                    <a:pt x="2758721" y="3212072"/>
                  </a:lnTo>
                  <a:lnTo>
                    <a:pt x="2758867" y="3212072"/>
                  </a:lnTo>
                  <a:lnTo>
                    <a:pt x="2759012" y="3212072"/>
                  </a:lnTo>
                  <a:lnTo>
                    <a:pt x="2759012" y="3211448"/>
                  </a:lnTo>
                  <a:lnTo>
                    <a:pt x="2759157" y="3211448"/>
                  </a:lnTo>
                  <a:lnTo>
                    <a:pt x="2759303" y="3211448"/>
                  </a:lnTo>
                  <a:lnTo>
                    <a:pt x="2759448" y="3211448"/>
                  </a:lnTo>
                  <a:lnTo>
                    <a:pt x="2759594" y="3211448"/>
                  </a:lnTo>
                  <a:lnTo>
                    <a:pt x="2759739" y="3211448"/>
                  </a:lnTo>
                  <a:lnTo>
                    <a:pt x="2759885" y="3211448"/>
                  </a:lnTo>
                  <a:lnTo>
                    <a:pt x="2760030" y="3211448"/>
                  </a:lnTo>
                  <a:lnTo>
                    <a:pt x="2760175" y="3211448"/>
                  </a:lnTo>
                  <a:lnTo>
                    <a:pt x="2760175" y="3210825"/>
                  </a:lnTo>
                  <a:lnTo>
                    <a:pt x="2760175" y="3210201"/>
                  </a:lnTo>
                  <a:lnTo>
                    <a:pt x="2760321" y="3210201"/>
                  </a:lnTo>
                  <a:lnTo>
                    <a:pt x="2760466" y="3210201"/>
                  </a:lnTo>
                  <a:lnTo>
                    <a:pt x="2760612" y="3210201"/>
                  </a:lnTo>
                  <a:lnTo>
                    <a:pt x="2760757" y="3210201"/>
                  </a:lnTo>
                  <a:lnTo>
                    <a:pt x="2760903" y="3210201"/>
                  </a:lnTo>
                  <a:lnTo>
                    <a:pt x="2761048" y="3210201"/>
                  </a:lnTo>
                  <a:lnTo>
                    <a:pt x="2761193" y="3210201"/>
                  </a:lnTo>
                  <a:lnTo>
                    <a:pt x="2761339" y="3210201"/>
                  </a:lnTo>
                  <a:lnTo>
                    <a:pt x="2761484" y="3210201"/>
                  </a:lnTo>
                  <a:lnTo>
                    <a:pt x="2761484" y="3209578"/>
                  </a:lnTo>
                  <a:lnTo>
                    <a:pt x="2761630" y="3209578"/>
                  </a:lnTo>
                  <a:lnTo>
                    <a:pt x="2761775" y="3209578"/>
                  </a:lnTo>
                  <a:lnTo>
                    <a:pt x="2761920" y="3209578"/>
                  </a:lnTo>
                  <a:lnTo>
                    <a:pt x="2762066" y="3209578"/>
                  </a:lnTo>
                  <a:lnTo>
                    <a:pt x="2762211" y="3209578"/>
                  </a:lnTo>
                  <a:lnTo>
                    <a:pt x="2762357" y="3209578"/>
                  </a:lnTo>
                  <a:lnTo>
                    <a:pt x="2762502" y="3209578"/>
                  </a:lnTo>
                  <a:lnTo>
                    <a:pt x="2762648" y="3209578"/>
                  </a:lnTo>
                  <a:lnTo>
                    <a:pt x="2762793" y="3209578"/>
                  </a:lnTo>
                  <a:lnTo>
                    <a:pt x="2762938" y="3209578"/>
                  </a:lnTo>
                  <a:lnTo>
                    <a:pt x="2763084" y="3209578"/>
                  </a:lnTo>
                  <a:lnTo>
                    <a:pt x="2763229" y="3209578"/>
                  </a:lnTo>
                  <a:lnTo>
                    <a:pt x="2763375" y="3209578"/>
                  </a:lnTo>
                  <a:lnTo>
                    <a:pt x="2763520" y="3209578"/>
                  </a:lnTo>
                  <a:lnTo>
                    <a:pt x="2763666" y="3209578"/>
                  </a:lnTo>
                  <a:lnTo>
                    <a:pt x="2763811" y="3209578"/>
                  </a:lnTo>
                  <a:lnTo>
                    <a:pt x="2763956" y="3209578"/>
                  </a:lnTo>
                  <a:lnTo>
                    <a:pt x="2764102" y="3209578"/>
                  </a:lnTo>
                  <a:lnTo>
                    <a:pt x="2764247" y="3209578"/>
                  </a:lnTo>
                  <a:lnTo>
                    <a:pt x="2764247" y="3208954"/>
                  </a:lnTo>
                  <a:lnTo>
                    <a:pt x="2764393" y="3208954"/>
                  </a:lnTo>
                  <a:lnTo>
                    <a:pt x="2764538" y="3208954"/>
                  </a:lnTo>
                  <a:lnTo>
                    <a:pt x="2764684" y="3208954"/>
                  </a:lnTo>
                  <a:lnTo>
                    <a:pt x="2764829" y="3208954"/>
                  </a:lnTo>
                  <a:lnTo>
                    <a:pt x="2764974" y="3208954"/>
                  </a:lnTo>
                  <a:lnTo>
                    <a:pt x="2765120" y="3208954"/>
                  </a:lnTo>
                  <a:lnTo>
                    <a:pt x="2765265" y="3208954"/>
                  </a:lnTo>
                  <a:lnTo>
                    <a:pt x="2765411" y="3208954"/>
                  </a:lnTo>
                  <a:lnTo>
                    <a:pt x="2765556" y="3208954"/>
                  </a:lnTo>
                  <a:lnTo>
                    <a:pt x="2765556" y="3208331"/>
                  </a:lnTo>
                  <a:lnTo>
                    <a:pt x="2765702" y="3208331"/>
                  </a:lnTo>
                  <a:lnTo>
                    <a:pt x="2765847" y="3208331"/>
                  </a:lnTo>
                  <a:lnTo>
                    <a:pt x="2765992" y="3208331"/>
                  </a:lnTo>
                  <a:lnTo>
                    <a:pt x="2766138" y="3208331"/>
                  </a:lnTo>
                  <a:lnTo>
                    <a:pt x="2766283" y="3208331"/>
                  </a:lnTo>
                  <a:lnTo>
                    <a:pt x="2766429" y="3208331"/>
                  </a:lnTo>
                  <a:lnTo>
                    <a:pt x="2766429" y="3207707"/>
                  </a:lnTo>
                  <a:lnTo>
                    <a:pt x="2766574" y="3207707"/>
                  </a:lnTo>
                  <a:lnTo>
                    <a:pt x="2766720" y="3207707"/>
                  </a:lnTo>
                  <a:lnTo>
                    <a:pt x="2766865" y="3207707"/>
                  </a:lnTo>
                  <a:lnTo>
                    <a:pt x="2767010" y="3207707"/>
                  </a:lnTo>
                  <a:lnTo>
                    <a:pt x="2767010" y="3207083"/>
                  </a:lnTo>
                  <a:lnTo>
                    <a:pt x="2767010" y="3206460"/>
                  </a:lnTo>
                  <a:lnTo>
                    <a:pt x="2767156" y="3206460"/>
                  </a:lnTo>
                  <a:lnTo>
                    <a:pt x="2767156" y="3205836"/>
                  </a:lnTo>
                  <a:lnTo>
                    <a:pt x="2767301" y="3205836"/>
                  </a:lnTo>
                  <a:lnTo>
                    <a:pt x="2767447" y="3205836"/>
                  </a:lnTo>
                  <a:lnTo>
                    <a:pt x="2767592" y="3205836"/>
                  </a:lnTo>
                  <a:lnTo>
                    <a:pt x="2767738" y="3205836"/>
                  </a:lnTo>
                  <a:lnTo>
                    <a:pt x="2767883" y="3205836"/>
                  </a:lnTo>
                  <a:lnTo>
                    <a:pt x="2768028" y="3205836"/>
                  </a:lnTo>
                  <a:lnTo>
                    <a:pt x="2768174" y="3205836"/>
                  </a:lnTo>
                  <a:lnTo>
                    <a:pt x="2768319" y="3205836"/>
                  </a:lnTo>
                  <a:lnTo>
                    <a:pt x="2768319" y="3205213"/>
                  </a:lnTo>
                  <a:lnTo>
                    <a:pt x="2768465" y="3205213"/>
                  </a:lnTo>
                  <a:lnTo>
                    <a:pt x="2768610" y="3205213"/>
                  </a:lnTo>
                  <a:lnTo>
                    <a:pt x="2768755" y="3205213"/>
                  </a:lnTo>
                  <a:lnTo>
                    <a:pt x="2768901" y="3205213"/>
                  </a:lnTo>
                  <a:lnTo>
                    <a:pt x="2769046" y="3205213"/>
                  </a:lnTo>
                  <a:lnTo>
                    <a:pt x="2769192" y="3205213"/>
                  </a:lnTo>
                  <a:lnTo>
                    <a:pt x="2769192" y="3204589"/>
                  </a:lnTo>
                  <a:lnTo>
                    <a:pt x="2769192" y="3203965"/>
                  </a:lnTo>
                  <a:lnTo>
                    <a:pt x="2769337" y="3203965"/>
                  </a:lnTo>
                  <a:lnTo>
                    <a:pt x="2769483" y="3203965"/>
                  </a:lnTo>
                  <a:lnTo>
                    <a:pt x="2769628" y="3203965"/>
                  </a:lnTo>
                  <a:lnTo>
                    <a:pt x="2769628" y="3203342"/>
                  </a:lnTo>
                  <a:lnTo>
                    <a:pt x="2769773" y="3203342"/>
                  </a:lnTo>
                  <a:lnTo>
                    <a:pt x="2769919" y="3203342"/>
                  </a:lnTo>
                  <a:lnTo>
                    <a:pt x="2770064" y="3203342"/>
                  </a:lnTo>
                  <a:lnTo>
                    <a:pt x="2770210" y="3203342"/>
                  </a:lnTo>
                  <a:lnTo>
                    <a:pt x="2770355" y="3203342"/>
                  </a:lnTo>
                  <a:lnTo>
                    <a:pt x="2770501" y="3203342"/>
                  </a:lnTo>
                  <a:lnTo>
                    <a:pt x="2770501" y="3202718"/>
                  </a:lnTo>
                  <a:lnTo>
                    <a:pt x="2770646" y="3202718"/>
                  </a:lnTo>
                  <a:lnTo>
                    <a:pt x="2770646" y="3202095"/>
                  </a:lnTo>
                  <a:lnTo>
                    <a:pt x="2770791" y="3202095"/>
                  </a:lnTo>
                  <a:lnTo>
                    <a:pt x="2770937" y="3202095"/>
                  </a:lnTo>
                  <a:lnTo>
                    <a:pt x="2771082" y="3202095"/>
                  </a:lnTo>
                  <a:lnTo>
                    <a:pt x="2771228" y="3202095"/>
                  </a:lnTo>
                  <a:lnTo>
                    <a:pt x="2771373" y="3202095"/>
                  </a:lnTo>
                  <a:lnTo>
                    <a:pt x="2771519" y="3202095"/>
                  </a:lnTo>
                  <a:lnTo>
                    <a:pt x="2771664" y="3202095"/>
                  </a:lnTo>
                  <a:lnTo>
                    <a:pt x="2771664" y="3201471"/>
                  </a:lnTo>
                  <a:lnTo>
                    <a:pt x="2771809" y="3201471"/>
                  </a:lnTo>
                  <a:lnTo>
                    <a:pt x="2771955" y="3201471"/>
                  </a:lnTo>
                  <a:lnTo>
                    <a:pt x="2772100" y="3201471"/>
                  </a:lnTo>
                  <a:lnTo>
                    <a:pt x="2772246" y="3201471"/>
                  </a:lnTo>
                  <a:lnTo>
                    <a:pt x="2772246" y="3200848"/>
                  </a:lnTo>
                  <a:lnTo>
                    <a:pt x="2772246" y="3200224"/>
                  </a:lnTo>
                  <a:lnTo>
                    <a:pt x="2772391" y="3200224"/>
                  </a:lnTo>
                  <a:lnTo>
                    <a:pt x="2772537" y="3200224"/>
                  </a:lnTo>
                  <a:lnTo>
                    <a:pt x="2772682" y="3200224"/>
                  </a:lnTo>
                  <a:lnTo>
                    <a:pt x="2772827" y="3200224"/>
                  </a:lnTo>
                  <a:lnTo>
                    <a:pt x="2772973" y="3200224"/>
                  </a:lnTo>
                  <a:lnTo>
                    <a:pt x="2773118" y="3200224"/>
                  </a:lnTo>
                  <a:lnTo>
                    <a:pt x="2773264" y="3200224"/>
                  </a:lnTo>
                  <a:lnTo>
                    <a:pt x="2773409" y="3200224"/>
                  </a:lnTo>
                  <a:lnTo>
                    <a:pt x="2773555" y="3200224"/>
                  </a:lnTo>
                  <a:lnTo>
                    <a:pt x="2773700" y="3200224"/>
                  </a:lnTo>
                  <a:lnTo>
                    <a:pt x="2773845" y="3200224"/>
                  </a:lnTo>
                  <a:lnTo>
                    <a:pt x="2773845" y="3199600"/>
                  </a:lnTo>
                  <a:lnTo>
                    <a:pt x="2773991" y="3199600"/>
                  </a:lnTo>
                  <a:lnTo>
                    <a:pt x="2774136" y="3199600"/>
                  </a:lnTo>
                  <a:lnTo>
                    <a:pt x="2774282" y="3199600"/>
                  </a:lnTo>
                  <a:lnTo>
                    <a:pt x="2774427" y="3199600"/>
                  </a:lnTo>
                  <a:lnTo>
                    <a:pt x="2774573" y="3199600"/>
                  </a:lnTo>
                  <a:lnTo>
                    <a:pt x="2774718" y="3199600"/>
                  </a:lnTo>
                  <a:lnTo>
                    <a:pt x="2774863" y="3199600"/>
                  </a:lnTo>
                  <a:lnTo>
                    <a:pt x="2775009" y="3199600"/>
                  </a:lnTo>
                  <a:lnTo>
                    <a:pt x="2775154" y="3199600"/>
                  </a:lnTo>
                  <a:lnTo>
                    <a:pt x="2775300" y="3199600"/>
                  </a:lnTo>
                  <a:lnTo>
                    <a:pt x="2775445" y="3199600"/>
                  </a:lnTo>
                  <a:lnTo>
                    <a:pt x="2775590" y="3199600"/>
                  </a:lnTo>
                  <a:lnTo>
                    <a:pt x="2775590" y="3198977"/>
                  </a:lnTo>
                  <a:lnTo>
                    <a:pt x="2775736" y="3198977"/>
                  </a:lnTo>
                  <a:lnTo>
                    <a:pt x="2775881" y="3198977"/>
                  </a:lnTo>
                  <a:lnTo>
                    <a:pt x="2776027" y="3198977"/>
                  </a:lnTo>
                  <a:lnTo>
                    <a:pt x="2776172" y="3198977"/>
                  </a:lnTo>
                  <a:lnTo>
                    <a:pt x="2776318" y="3198977"/>
                  </a:lnTo>
                  <a:lnTo>
                    <a:pt x="2776463" y="3198977"/>
                  </a:lnTo>
                  <a:lnTo>
                    <a:pt x="2776463" y="3198353"/>
                  </a:lnTo>
                  <a:lnTo>
                    <a:pt x="2776463" y="3197730"/>
                  </a:lnTo>
                  <a:lnTo>
                    <a:pt x="2776463" y="3197106"/>
                  </a:lnTo>
                  <a:lnTo>
                    <a:pt x="2776608" y="3197106"/>
                  </a:lnTo>
                  <a:lnTo>
                    <a:pt x="2776754" y="3197106"/>
                  </a:lnTo>
                  <a:lnTo>
                    <a:pt x="2776754" y="3196482"/>
                  </a:lnTo>
                  <a:lnTo>
                    <a:pt x="2776899" y="3196482"/>
                  </a:lnTo>
                  <a:lnTo>
                    <a:pt x="2776899" y="3195859"/>
                  </a:lnTo>
                  <a:lnTo>
                    <a:pt x="2777045" y="3195859"/>
                  </a:lnTo>
                  <a:lnTo>
                    <a:pt x="2777190" y="3195859"/>
                  </a:lnTo>
                  <a:lnTo>
                    <a:pt x="2777190" y="3195235"/>
                  </a:lnTo>
                  <a:lnTo>
                    <a:pt x="2777336" y="3195235"/>
                  </a:lnTo>
                  <a:lnTo>
                    <a:pt x="2777336" y="3194612"/>
                  </a:lnTo>
                  <a:lnTo>
                    <a:pt x="2777481" y="3194612"/>
                  </a:lnTo>
                  <a:lnTo>
                    <a:pt x="2777626" y="3194612"/>
                  </a:lnTo>
                  <a:lnTo>
                    <a:pt x="2777626" y="3193988"/>
                  </a:lnTo>
                  <a:lnTo>
                    <a:pt x="2777772" y="3193988"/>
                  </a:lnTo>
                  <a:lnTo>
                    <a:pt x="2777917" y="3193988"/>
                  </a:lnTo>
                  <a:lnTo>
                    <a:pt x="2778063" y="3193988"/>
                  </a:lnTo>
                  <a:lnTo>
                    <a:pt x="2778208" y="3193988"/>
                  </a:lnTo>
                  <a:lnTo>
                    <a:pt x="2778354" y="3193988"/>
                  </a:lnTo>
                  <a:lnTo>
                    <a:pt x="2778499" y="3193988"/>
                  </a:lnTo>
                  <a:lnTo>
                    <a:pt x="2778644" y="3193988"/>
                  </a:lnTo>
                  <a:lnTo>
                    <a:pt x="2778790" y="3193988"/>
                  </a:lnTo>
                  <a:lnTo>
                    <a:pt x="2778935" y="3193988"/>
                  </a:lnTo>
                  <a:lnTo>
                    <a:pt x="2779081" y="3193988"/>
                  </a:lnTo>
                  <a:lnTo>
                    <a:pt x="2779226" y="3193988"/>
                  </a:lnTo>
                  <a:lnTo>
                    <a:pt x="2779226" y="3193365"/>
                  </a:lnTo>
                  <a:lnTo>
                    <a:pt x="2779372" y="3193365"/>
                  </a:lnTo>
                  <a:lnTo>
                    <a:pt x="2779372" y="3192741"/>
                  </a:lnTo>
                  <a:lnTo>
                    <a:pt x="2779517" y="3192741"/>
                  </a:lnTo>
                  <a:lnTo>
                    <a:pt x="2779662" y="3192741"/>
                  </a:lnTo>
                  <a:lnTo>
                    <a:pt x="2779808" y="3192741"/>
                  </a:lnTo>
                  <a:lnTo>
                    <a:pt x="2779953" y="3192741"/>
                  </a:lnTo>
                  <a:lnTo>
                    <a:pt x="2780099" y="3192741"/>
                  </a:lnTo>
                  <a:lnTo>
                    <a:pt x="2780099" y="3192117"/>
                  </a:lnTo>
                  <a:lnTo>
                    <a:pt x="2780099" y="3191494"/>
                  </a:lnTo>
                  <a:lnTo>
                    <a:pt x="2780099" y="3190870"/>
                  </a:lnTo>
                  <a:lnTo>
                    <a:pt x="2780244" y="3190870"/>
                  </a:lnTo>
                  <a:lnTo>
                    <a:pt x="2780244" y="3190247"/>
                  </a:lnTo>
                  <a:lnTo>
                    <a:pt x="2780390" y="3190247"/>
                  </a:lnTo>
                  <a:lnTo>
                    <a:pt x="2780535" y="3190247"/>
                  </a:lnTo>
                  <a:lnTo>
                    <a:pt x="2780680" y="3190247"/>
                  </a:lnTo>
                  <a:lnTo>
                    <a:pt x="2780826" y="3190247"/>
                  </a:lnTo>
                  <a:lnTo>
                    <a:pt x="2780971" y="3190247"/>
                  </a:lnTo>
                  <a:lnTo>
                    <a:pt x="2781117" y="3190247"/>
                  </a:lnTo>
                  <a:lnTo>
                    <a:pt x="2781262" y="3190247"/>
                  </a:lnTo>
                  <a:lnTo>
                    <a:pt x="2781408" y="3190247"/>
                  </a:lnTo>
                  <a:lnTo>
                    <a:pt x="2781553" y="3190247"/>
                  </a:lnTo>
                  <a:lnTo>
                    <a:pt x="2781698" y="3190247"/>
                  </a:lnTo>
                  <a:lnTo>
                    <a:pt x="2781844" y="3190247"/>
                  </a:lnTo>
                  <a:lnTo>
                    <a:pt x="2781989" y="3190247"/>
                  </a:lnTo>
                  <a:lnTo>
                    <a:pt x="2782135" y="3190247"/>
                  </a:lnTo>
                  <a:lnTo>
                    <a:pt x="2782280" y="3190247"/>
                  </a:lnTo>
                  <a:lnTo>
                    <a:pt x="2782425" y="3190247"/>
                  </a:lnTo>
                  <a:lnTo>
                    <a:pt x="2782425" y="3189623"/>
                  </a:lnTo>
                  <a:lnTo>
                    <a:pt x="2782425" y="3188999"/>
                  </a:lnTo>
                  <a:lnTo>
                    <a:pt x="2782571" y="3188999"/>
                  </a:lnTo>
                  <a:lnTo>
                    <a:pt x="2782716" y="3188999"/>
                  </a:lnTo>
                  <a:lnTo>
                    <a:pt x="2782862" y="3188999"/>
                  </a:lnTo>
                  <a:lnTo>
                    <a:pt x="2783007" y="3188999"/>
                  </a:lnTo>
                  <a:lnTo>
                    <a:pt x="2783153" y="3188999"/>
                  </a:lnTo>
                  <a:lnTo>
                    <a:pt x="2783298" y="3188999"/>
                  </a:lnTo>
                  <a:lnTo>
                    <a:pt x="2783443" y="3188999"/>
                  </a:lnTo>
                  <a:lnTo>
                    <a:pt x="2783589" y="3188999"/>
                  </a:lnTo>
                  <a:lnTo>
                    <a:pt x="2783734" y="3188999"/>
                  </a:lnTo>
                  <a:lnTo>
                    <a:pt x="2783880" y="3188999"/>
                  </a:lnTo>
                  <a:lnTo>
                    <a:pt x="2784025" y="3188999"/>
                  </a:lnTo>
                  <a:lnTo>
                    <a:pt x="2784025" y="3188376"/>
                  </a:lnTo>
                  <a:lnTo>
                    <a:pt x="2784171" y="3188376"/>
                  </a:lnTo>
                  <a:lnTo>
                    <a:pt x="2784316" y="3188376"/>
                  </a:lnTo>
                  <a:lnTo>
                    <a:pt x="2784461" y="3188376"/>
                  </a:lnTo>
                  <a:lnTo>
                    <a:pt x="2784607" y="3188376"/>
                  </a:lnTo>
                  <a:lnTo>
                    <a:pt x="2784752" y="3188376"/>
                  </a:lnTo>
                  <a:lnTo>
                    <a:pt x="2784752" y="3187752"/>
                  </a:lnTo>
                  <a:lnTo>
                    <a:pt x="2784898" y="3187752"/>
                  </a:lnTo>
                  <a:lnTo>
                    <a:pt x="2785043" y="3187752"/>
                  </a:lnTo>
                  <a:lnTo>
                    <a:pt x="2785189" y="3187752"/>
                  </a:lnTo>
                  <a:lnTo>
                    <a:pt x="2785334" y="3187752"/>
                  </a:lnTo>
                  <a:lnTo>
                    <a:pt x="2785479" y="3187752"/>
                  </a:lnTo>
                  <a:lnTo>
                    <a:pt x="2785625" y="3187752"/>
                  </a:lnTo>
                  <a:lnTo>
                    <a:pt x="2785625" y="3187129"/>
                  </a:lnTo>
                  <a:lnTo>
                    <a:pt x="2785770" y="3187129"/>
                  </a:lnTo>
                  <a:lnTo>
                    <a:pt x="2785916" y="3187129"/>
                  </a:lnTo>
                  <a:lnTo>
                    <a:pt x="2786061" y="3187129"/>
                  </a:lnTo>
                  <a:lnTo>
                    <a:pt x="2786207" y="3187129"/>
                  </a:lnTo>
                  <a:lnTo>
                    <a:pt x="2786352" y="3187129"/>
                  </a:lnTo>
                  <a:lnTo>
                    <a:pt x="2786497" y="3187129"/>
                  </a:lnTo>
                  <a:lnTo>
                    <a:pt x="2786643" y="3187129"/>
                  </a:lnTo>
                  <a:lnTo>
                    <a:pt x="2786788" y="3187129"/>
                  </a:lnTo>
                  <a:lnTo>
                    <a:pt x="2786934" y="3187129"/>
                  </a:lnTo>
                  <a:lnTo>
                    <a:pt x="2787079" y="3187129"/>
                  </a:lnTo>
                  <a:lnTo>
                    <a:pt x="2787225" y="3187129"/>
                  </a:lnTo>
                  <a:lnTo>
                    <a:pt x="2787225" y="3186505"/>
                  </a:lnTo>
                  <a:lnTo>
                    <a:pt x="2787370" y="3186505"/>
                  </a:lnTo>
                  <a:lnTo>
                    <a:pt x="2787370" y="3185882"/>
                  </a:lnTo>
                  <a:lnTo>
                    <a:pt x="2787515" y="3185882"/>
                  </a:lnTo>
                  <a:lnTo>
                    <a:pt x="2787661" y="3185882"/>
                  </a:lnTo>
                  <a:lnTo>
                    <a:pt x="2787806" y="3185882"/>
                  </a:lnTo>
                  <a:lnTo>
                    <a:pt x="2787952" y="3185882"/>
                  </a:lnTo>
                  <a:lnTo>
                    <a:pt x="2788097" y="3185882"/>
                  </a:lnTo>
                  <a:lnTo>
                    <a:pt x="2788097" y="3185258"/>
                  </a:lnTo>
                  <a:lnTo>
                    <a:pt x="2788243" y="3185258"/>
                  </a:lnTo>
                  <a:lnTo>
                    <a:pt x="2788388" y="3185258"/>
                  </a:lnTo>
                  <a:lnTo>
                    <a:pt x="2788388" y="3184634"/>
                  </a:lnTo>
                  <a:lnTo>
                    <a:pt x="2788388" y="3184011"/>
                  </a:lnTo>
                  <a:lnTo>
                    <a:pt x="2788533" y="3184011"/>
                  </a:lnTo>
                  <a:lnTo>
                    <a:pt x="2788679" y="3184011"/>
                  </a:lnTo>
                  <a:lnTo>
                    <a:pt x="2788824" y="3184011"/>
                  </a:lnTo>
                  <a:lnTo>
                    <a:pt x="2788970" y="3184011"/>
                  </a:lnTo>
                  <a:lnTo>
                    <a:pt x="2789115" y="3184011"/>
                  </a:lnTo>
                  <a:lnTo>
                    <a:pt x="2789260" y="3184011"/>
                  </a:lnTo>
                  <a:lnTo>
                    <a:pt x="2789406" y="3184011"/>
                  </a:lnTo>
                  <a:lnTo>
                    <a:pt x="2789551" y="3184011"/>
                  </a:lnTo>
                  <a:lnTo>
                    <a:pt x="2789697" y="3184011"/>
                  </a:lnTo>
                  <a:lnTo>
                    <a:pt x="2789842" y="3184011"/>
                  </a:lnTo>
                  <a:lnTo>
                    <a:pt x="2789988" y="3184011"/>
                  </a:lnTo>
                  <a:lnTo>
                    <a:pt x="2790133" y="3184011"/>
                  </a:lnTo>
                  <a:lnTo>
                    <a:pt x="2790133" y="3183387"/>
                  </a:lnTo>
                  <a:lnTo>
                    <a:pt x="2790278" y="3183387"/>
                  </a:lnTo>
                  <a:lnTo>
                    <a:pt x="2790424" y="3183387"/>
                  </a:lnTo>
                  <a:lnTo>
                    <a:pt x="2790569" y="3183387"/>
                  </a:lnTo>
                  <a:lnTo>
                    <a:pt x="2790715" y="3183387"/>
                  </a:lnTo>
                  <a:lnTo>
                    <a:pt x="2790860" y="3183387"/>
                  </a:lnTo>
                  <a:lnTo>
                    <a:pt x="2791006" y="3183387"/>
                  </a:lnTo>
                  <a:lnTo>
                    <a:pt x="2791151" y="3183387"/>
                  </a:lnTo>
                  <a:lnTo>
                    <a:pt x="2791296" y="3183387"/>
                  </a:lnTo>
                  <a:lnTo>
                    <a:pt x="2791442" y="3183387"/>
                  </a:lnTo>
                  <a:lnTo>
                    <a:pt x="2791587" y="3183387"/>
                  </a:lnTo>
                  <a:lnTo>
                    <a:pt x="2791733" y="3183387"/>
                  </a:lnTo>
                  <a:lnTo>
                    <a:pt x="2791878" y="3183387"/>
                  </a:lnTo>
                  <a:lnTo>
                    <a:pt x="2792024" y="3183387"/>
                  </a:lnTo>
                  <a:lnTo>
                    <a:pt x="2792169" y="3183387"/>
                  </a:lnTo>
                  <a:lnTo>
                    <a:pt x="2792314" y="3183387"/>
                  </a:lnTo>
                  <a:lnTo>
                    <a:pt x="2792460" y="3183387"/>
                  </a:lnTo>
                  <a:lnTo>
                    <a:pt x="2792605" y="3183387"/>
                  </a:lnTo>
                  <a:lnTo>
                    <a:pt x="2792751" y="3183387"/>
                  </a:lnTo>
                  <a:lnTo>
                    <a:pt x="2792751" y="3182764"/>
                  </a:lnTo>
                  <a:lnTo>
                    <a:pt x="2792896" y="3182764"/>
                  </a:lnTo>
                  <a:lnTo>
                    <a:pt x="2792896" y="3182140"/>
                  </a:lnTo>
                  <a:lnTo>
                    <a:pt x="2793042" y="3182140"/>
                  </a:lnTo>
                  <a:lnTo>
                    <a:pt x="2793187" y="3182140"/>
                  </a:lnTo>
                  <a:lnTo>
                    <a:pt x="2793332" y="3182140"/>
                  </a:lnTo>
                  <a:lnTo>
                    <a:pt x="2793478" y="3182140"/>
                  </a:lnTo>
                  <a:lnTo>
                    <a:pt x="2793623" y="3182140"/>
                  </a:lnTo>
                  <a:lnTo>
                    <a:pt x="2793769" y="3182140"/>
                  </a:lnTo>
                  <a:lnTo>
                    <a:pt x="2793914" y="3182140"/>
                  </a:lnTo>
                  <a:lnTo>
                    <a:pt x="2793914" y="3181516"/>
                  </a:lnTo>
                  <a:lnTo>
                    <a:pt x="2794060" y="3181516"/>
                  </a:lnTo>
                  <a:lnTo>
                    <a:pt x="2794060" y="3180893"/>
                  </a:lnTo>
                  <a:lnTo>
                    <a:pt x="2794205" y="3180893"/>
                  </a:lnTo>
                  <a:lnTo>
                    <a:pt x="2794350" y="3180893"/>
                  </a:lnTo>
                  <a:lnTo>
                    <a:pt x="2794496" y="3180893"/>
                  </a:lnTo>
                  <a:lnTo>
                    <a:pt x="2794641" y="3180893"/>
                  </a:lnTo>
                  <a:lnTo>
                    <a:pt x="2794641" y="3180269"/>
                  </a:lnTo>
                  <a:lnTo>
                    <a:pt x="2794787" y="3180269"/>
                  </a:lnTo>
                  <a:lnTo>
                    <a:pt x="2794932" y="3180269"/>
                  </a:lnTo>
                  <a:lnTo>
                    <a:pt x="2795078" y="3180269"/>
                  </a:lnTo>
                  <a:lnTo>
                    <a:pt x="2795223" y="3180269"/>
                  </a:lnTo>
                  <a:lnTo>
                    <a:pt x="2795368" y="3180269"/>
                  </a:lnTo>
                  <a:lnTo>
                    <a:pt x="2795514" y="3180269"/>
                  </a:lnTo>
                  <a:lnTo>
                    <a:pt x="2795514" y="3179646"/>
                  </a:lnTo>
                  <a:lnTo>
                    <a:pt x="2795659" y="3179646"/>
                  </a:lnTo>
                  <a:lnTo>
                    <a:pt x="2795659" y="3179022"/>
                  </a:lnTo>
                  <a:lnTo>
                    <a:pt x="2795805" y="3179022"/>
                  </a:lnTo>
                  <a:lnTo>
                    <a:pt x="2795950" y="3179022"/>
                  </a:lnTo>
                  <a:lnTo>
                    <a:pt x="2796095" y="3179022"/>
                  </a:lnTo>
                  <a:lnTo>
                    <a:pt x="2796241" y="3179022"/>
                  </a:lnTo>
                  <a:lnTo>
                    <a:pt x="2796386" y="3179022"/>
                  </a:lnTo>
                  <a:lnTo>
                    <a:pt x="2796532" y="3179022"/>
                  </a:lnTo>
                  <a:lnTo>
                    <a:pt x="2796532" y="3178399"/>
                  </a:lnTo>
                  <a:lnTo>
                    <a:pt x="2796677" y="3178399"/>
                  </a:lnTo>
                  <a:lnTo>
                    <a:pt x="2796823" y="3178399"/>
                  </a:lnTo>
                  <a:lnTo>
                    <a:pt x="2796968" y="3178399"/>
                  </a:lnTo>
                  <a:lnTo>
                    <a:pt x="2797113" y="3178399"/>
                  </a:lnTo>
                  <a:lnTo>
                    <a:pt x="2797259" y="3178399"/>
                  </a:lnTo>
                  <a:lnTo>
                    <a:pt x="2797259" y="3177775"/>
                  </a:lnTo>
                  <a:lnTo>
                    <a:pt x="2797259" y="3177151"/>
                  </a:lnTo>
                  <a:lnTo>
                    <a:pt x="2797404" y="3177151"/>
                  </a:lnTo>
                  <a:lnTo>
                    <a:pt x="2797550" y="3177151"/>
                  </a:lnTo>
                  <a:lnTo>
                    <a:pt x="2797550" y="3176528"/>
                  </a:lnTo>
                  <a:lnTo>
                    <a:pt x="2797550" y="3175904"/>
                  </a:lnTo>
                  <a:lnTo>
                    <a:pt x="2797695" y="3175904"/>
                  </a:lnTo>
                  <a:lnTo>
                    <a:pt x="2797841" y="3175904"/>
                  </a:lnTo>
                  <a:lnTo>
                    <a:pt x="2797986" y="3175904"/>
                  </a:lnTo>
                  <a:lnTo>
                    <a:pt x="2798131" y="3175904"/>
                  </a:lnTo>
                  <a:lnTo>
                    <a:pt x="2798277" y="3175904"/>
                  </a:lnTo>
                  <a:lnTo>
                    <a:pt x="2798422" y="3175904"/>
                  </a:lnTo>
                  <a:lnTo>
                    <a:pt x="2798422" y="3175281"/>
                  </a:lnTo>
                  <a:lnTo>
                    <a:pt x="2798568" y="3175281"/>
                  </a:lnTo>
                  <a:lnTo>
                    <a:pt x="2798713" y="3175281"/>
                  </a:lnTo>
                  <a:lnTo>
                    <a:pt x="2798859" y="3175281"/>
                  </a:lnTo>
                  <a:lnTo>
                    <a:pt x="2798859" y="3174657"/>
                  </a:lnTo>
                  <a:lnTo>
                    <a:pt x="2799004" y="3174657"/>
                  </a:lnTo>
                  <a:lnTo>
                    <a:pt x="2799149" y="3174657"/>
                  </a:lnTo>
                  <a:lnTo>
                    <a:pt x="2799295" y="3174657"/>
                  </a:lnTo>
                  <a:lnTo>
                    <a:pt x="2799440" y="3174657"/>
                  </a:lnTo>
                  <a:lnTo>
                    <a:pt x="2799586" y="3174657"/>
                  </a:lnTo>
                  <a:lnTo>
                    <a:pt x="2799731" y="3174657"/>
                  </a:lnTo>
                  <a:lnTo>
                    <a:pt x="2799877" y="3174657"/>
                  </a:lnTo>
                  <a:lnTo>
                    <a:pt x="2800022" y="3174657"/>
                  </a:lnTo>
                  <a:lnTo>
                    <a:pt x="2800167" y="3174657"/>
                  </a:lnTo>
                  <a:lnTo>
                    <a:pt x="2800313" y="3174657"/>
                  </a:lnTo>
                  <a:lnTo>
                    <a:pt x="2800458" y="3174657"/>
                  </a:lnTo>
                  <a:lnTo>
                    <a:pt x="2800604" y="3174657"/>
                  </a:lnTo>
                  <a:lnTo>
                    <a:pt x="2800749" y="3174657"/>
                  </a:lnTo>
                  <a:lnTo>
                    <a:pt x="2800895" y="3174657"/>
                  </a:lnTo>
                  <a:lnTo>
                    <a:pt x="2801040" y="3174657"/>
                  </a:lnTo>
                  <a:lnTo>
                    <a:pt x="2801185" y="3174657"/>
                  </a:lnTo>
                  <a:lnTo>
                    <a:pt x="2801331" y="3174657"/>
                  </a:lnTo>
                  <a:lnTo>
                    <a:pt x="2801331" y="3174034"/>
                  </a:lnTo>
                  <a:lnTo>
                    <a:pt x="2801331" y="3173410"/>
                  </a:lnTo>
                  <a:lnTo>
                    <a:pt x="2801476" y="3173410"/>
                  </a:lnTo>
                  <a:lnTo>
                    <a:pt x="2801622" y="3173410"/>
                  </a:lnTo>
                  <a:lnTo>
                    <a:pt x="2801767" y="3173410"/>
                  </a:lnTo>
                  <a:lnTo>
                    <a:pt x="2801913" y="3173410"/>
                  </a:lnTo>
                  <a:lnTo>
                    <a:pt x="2802058" y="3173410"/>
                  </a:lnTo>
                  <a:lnTo>
                    <a:pt x="2802203" y="3173410"/>
                  </a:lnTo>
                  <a:lnTo>
                    <a:pt x="2802349" y="3173410"/>
                  </a:lnTo>
                  <a:lnTo>
                    <a:pt x="2802494" y="3173410"/>
                  </a:lnTo>
                  <a:lnTo>
                    <a:pt x="2802640" y="3173410"/>
                  </a:lnTo>
                  <a:lnTo>
                    <a:pt x="2802785" y="3173410"/>
                  </a:lnTo>
                  <a:lnTo>
                    <a:pt x="2802930" y="3173410"/>
                  </a:lnTo>
                  <a:lnTo>
                    <a:pt x="2803076" y="3173410"/>
                  </a:lnTo>
                  <a:lnTo>
                    <a:pt x="2803221" y="3173410"/>
                  </a:lnTo>
                  <a:lnTo>
                    <a:pt x="2803367" y="3173410"/>
                  </a:lnTo>
                  <a:lnTo>
                    <a:pt x="2803512" y="3173410"/>
                  </a:lnTo>
                  <a:lnTo>
                    <a:pt x="2803658" y="3173410"/>
                  </a:lnTo>
                  <a:lnTo>
                    <a:pt x="2803658" y="3172786"/>
                  </a:lnTo>
                  <a:lnTo>
                    <a:pt x="2803803" y="3172786"/>
                  </a:lnTo>
                  <a:lnTo>
                    <a:pt x="2803948" y="3172786"/>
                  </a:lnTo>
                  <a:lnTo>
                    <a:pt x="2804094" y="3172786"/>
                  </a:lnTo>
                  <a:lnTo>
                    <a:pt x="2804094" y="3172163"/>
                  </a:lnTo>
                  <a:lnTo>
                    <a:pt x="2804239" y="3172163"/>
                  </a:lnTo>
                  <a:lnTo>
                    <a:pt x="2804385" y="3172163"/>
                  </a:lnTo>
                  <a:lnTo>
                    <a:pt x="2804530" y="3172163"/>
                  </a:lnTo>
                  <a:lnTo>
                    <a:pt x="2804676" y="3172163"/>
                  </a:lnTo>
                  <a:lnTo>
                    <a:pt x="2804821" y="3172163"/>
                  </a:lnTo>
                  <a:lnTo>
                    <a:pt x="2804966" y="3172163"/>
                  </a:lnTo>
                  <a:lnTo>
                    <a:pt x="2805112" y="3172163"/>
                  </a:lnTo>
                  <a:lnTo>
                    <a:pt x="2805257" y="3172163"/>
                  </a:lnTo>
                  <a:lnTo>
                    <a:pt x="2805403" y="3172163"/>
                  </a:lnTo>
                  <a:lnTo>
                    <a:pt x="2805403" y="3171539"/>
                  </a:lnTo>
                  <a:lnTo>
                    <a:pt x="2805548" y="3171539"/>
                  </a:lnTo>
                  <a:lnTo>
                    <a:pt x="2805694" y="3171539"/>
                  </a:lnTo>
                  <a:lnTo>
                    <a:pt x="2805839" y="3171539"/>
                  </a:lnTo>
                  <a:lnTo>
                    <a:pt x="2805839" y="3170916"/>
                  </a:lnTo>
                  <a:lnTo>
                    <a:pt x="2805984" y="3170916"/>
                  </a:lnTo>
                  <a:lnTo>
                    <a:pt x="2806130" y="3170916"/>
                  </a:lnTo>
                  <a:lnTo>
                    <a:pt x="2806275" y="3170916"/>
                  </a:lnTo>
                  <a:lnTo>
                    <a:pt x="2806421" y="3170916"/>
                  </a:lnTo>
                  <a:lnTo>
                    <a:pt x="2806566" y="3170916"/>
                  </a:lnTo>
                  <a:lnTo>
                    <a:pt x="2806712" y="3170916"/>
                  </a:lnTo>
                  <a:lnTo>
                    <a:pt x="2806857" y="3170916"/>
                  </a:lnTo>
                  <a:lnTo>
                    <a:pt x="2806857" y="3170292"/>
                  </a:lnTo>
                  <a:lnTo>
                    <a:pt x="2807002" y="3170292"/>
                  </a:lnTo>
                  <a:lnTo>
                    <a:pt x="2807148" y="3170292"/>
                  </a:lnTo>
                  <a:lnTo>
                    <a:pt x="2807293" y="3170292"/>
                  </a:lnTo>
                  <a:lnTo>
                    <a:pt x="2807439" y="3170292"/>
                  </a:lnTo>
                  <a:lnTo>
                    <a:pt x="2807584" y="3170292"/>
                  </a:lnTo>
                  <a:lnTo>
                    <a:pt x="2807730" y="3170292"/>
                  </a:lnTo>
                  <a:lnTo>
                    <a:pt x="2807875" y="3170292"/>
                  </a:lnTo>
                  <a:lnTo>
                    <a:pt x="2808020" y="3170292"/>
                  </a:lnTo>
                  <a:lnTo>
                    <a:pt x="2808166" y="3170292"/>
                  </a:lnTo>
                  <a:lnTo>
                    <a:pt x="2808311" y="3170292"/>
                  </a:lnTo>
                  <a:lnTo>
                    <a:pt x="2808457" y="3170292"/>
                  </a:lnTo>
                  <a:lnTo>
                    <a:pt x="2808602" y="3170292"/>
                  </a:lnTo>
                  <a:lnTo>
                    <a:pt x="2808747" y="3170292"/>
                  </a:lnTo>
                  <a:lnTo>
                    <a:pt x="2808893" y="3170292"/>
                  </a:lnTo>
                  <a:lnTo>
                    <a:pt x="2809038" y="3170292"/>
                  </a:lnTo>
                  <a:lnTo>
                    <a:pt x="2809184" y="3170292"/>
                  </a:lnTo>
                  <a:lnTo>
                    <a:pt x="2809329" y="3170292"/>
                  </a:lnTo>
                  <a:lnTo>
                    <a:pt x="2809475" y="3170292"/>
                  </a:lnTo>
                  <a:lnTo>
                    <a:pt x="2809475" y="3169668"/>
                  </a:lnTo>
                  <a:lnTo>
                    <a:pt x="2809620" y="3169668"/>
                  </a:lnTo>
                  <a:lnTo>
                    <a:pt x="2809765" y="3169668"/>
                  </a:lnTo>
                  <a:lnTo>
                    <a:pt x="2809911" y="3169668"/>
                  </a:lnTo>
                  <a:lnTo>
                    <a:pt x="2809911" y="3169045"/>
                  </a:lnTo>
                  <a:lnTo>
                    <a:pt x="2810056" y="3169045"/>
                  </a:lnTo>
                  <a:lnTo>
                    <a:pt x="2810202" y="3169045"/>
                  </a:lnTo>
                  <a:lnTo>
                    <a:pt x="2810347" y="3169045"/>
                  </a:lnTo>
                  <a:lnTo>
                    <a:pt x="2810493" y="3169045"/>
                  </a:lnTo>
                  <a:lnTo>
                    <a:pt x="2810638" y="3169045"/>
                  </a:lnTo>
                  <a:lnTo>
                    <a:pt x="2810638" y="3168421"/>
                  </a:lnTo>
                  <a:lnTo>
                    <a:pt x="2810783" y="3168421"/>
                  </a:lnTo>
                  <a:lnTo>
                    <a:pt x="2810929" y="3168421"/>
                  </a:lnTo>
                  <a:lnTo>
                    <a:pt x="2811074" y="3168421"/>
                  </a:lnTo>
                  <a:lnTo>
                    <a:pt x="2811220" y="3168421"/>
                  </a:lnTo>
                  <a:lnTo>
                    <a:pt x="2811365" y="3168421"/>
                  </a:lnTo>
                  <a:lnTo>
                    <a:pt x="2811365" y="3167798"/>
                  </a:lnTo>
                  <a:lnTo>
                    <a:pt x="2811511" y="3167798"/>
                  </a:lnTo>
                  <a:lnTo>
                    <a:pt x="2811511" y="3167174"/>
                  </a:lnTo>
                  <a:lnTo>
                    <a:pt x="2811656" y="3167174"/>
                  </a:lnTo>
                  <a:lnTo>
                    <a:pt x="2811656" y="3166551"/>
                  </a:lnTo>
                  <a:lnTo>
                    <a:pt x="2811801" y="3166551"/>
                  </a:lnTo>
                  <a:lnTo>
                    <a:pt x="2811947" y="3166551"/>
                  </a:lnTo>
                  <a:lnTo>
                    <a:pt x="2812092" y="3166551"/>
                  </a:lnTo>
                  <a:lnTo>
                    <a:pt x="2812238" y="3166551"/>
                  </a:lnTo>
                  <a:lnTo>
                    <a:pt x="2812383" y="3166551"/>
                  </a:lnTo>
                  <a:lnTo>
                    <a:pt x="2812383" y="3165927"/>
                  </a:lnTo>
                  <a:lnTo>
                    <a:pt x="2812529" y="3165927"/>
                  </a:lnTo>
                  <a:lnTo>
                    <a:pt x="2812674" y="3165927"/>
                  </a:lnTo>
                  <a:lnTo>
                    <a:pt x="2812674" y="3165303"/>
                  </a:lnTo>
                  <a:lnTo>
                    <a:pt x="2812819" y="3165303"/>
                  </a:lnTo>
                  <a:lnTo>
                    <a:pt x="2812965" y="3165303"/>
                  </a:lnTo>
                  <a:lnTo>
                    <a:pt x="2812965" y="3164680"/>
                  </a:lnTo>
                  <a:lnTo>
                    <a:pt x="2813110" y="3164680"/>
                  </a:lnTo>
                  <a:lnTo>
                    <a:pt x="2813256" y="3164680"/>
                  </a:lnTo>
                  <a:lnTo>
                    <a:pt x="2813401" y="3164680"/>
                  </a:lnTo>
                  <a:lnTo>
                    <a:pt x="2813401" y="3164056"/>
                  </a:lnTo>
                  <a:lnTo>
                    <a:pt x="2813547" y="3164056"/>
                  </a:lnTo>
                  <a:lnTo>
                    <a:pt x="2813692" y="3164056"/>
                  </a:lnTo>
                  <a:lnTo>
                    <a:pt x="2813837" y="3164056"/>
                  </a:lnTo>
                  <a:lnTo>
                    <a:pt x="2813983" y="3164056"/>
                  </a:lnTo>
                  <a:lnTo>
                    <a:pt x="2814128" y="3164056"/>
                  </a:lnTo>
                  <a:lnTo>
                    <a:pt x="2814274" y="3164056"/>
                  </a:lnTo>
                  <a:lnTo>
                    <a:pt x="2814419" y="3164056"/>
                  </a:lnTo>
                  <a:lnTo>
                    <a:pt x="2814565" y="3164056"/>
                  </a:lnTo>
                  <a:lnTo>
                    <a:pt x="2814565" y="3163433"/>
                  </a:lnTo>
                  <a:lnTo>
                    <a:pt x="2814710" y="3163433"/>
                  </a:lnTo>
                  <a:lnTo>
                    <a:pt x="2814855" y="3163433"/>
                  </a:lnTo>
                  <a:lnTo>
                    <a:pt x="2815001" y="3163433"/>
                  </a:lnTo>
                  <a:lnTo>
                    <a:pt x="2815146" y="3163433"/>
                  </a:lnTo>
                  <a:lnTo>
                    <a:pt x="2815292" y="3163433"/>
                  </a:lnTo>
                  <a:lnTo>
                    <a:pt x="2815437" y="3163433"/>
                  </a:lnTo>
                  <a:lnTo>
                    <a:pt x="2815582" y="3163433"/>
                  </a:lnTo>
                  <a:lnTo>
                    <a:pt x="2815728" y="3163433"/>
                  </a:lnTo>
                  <a:lnTo>
                    <a:pt x="2815873" y="3163433"/>
                  </a:lnTo>
                  <a:lnTo>
                    <a:pt x="2815873" y="3162809"/>
                  </a:lnTo>
                  <a:lnTo>
                    <a:pt x="2815873" y="3162185"/>
                  </a:lnTo>
                  <a:lnTo>
                    <a:pt x="2816019" y="3162185"/>
                  </a:lnTo>
                  <a:lnTo>
                    <a:pt x="2816164" y="3162185"/>
                  </a:lnTo>
                  <a:lnTo>
                    <a:pt x="2816310" y="3162185"/>
                  </a:lnTo>
                  <a:lnTo>
                    <a:pt x="2816455" y="3162185"/>
                  </a:lnTo>
                  <a:lnTo>
                    <a:pt x="2816600" y="3162185"/>
                  </a:lnTo>
                  <a:lnTo>
                    <a:pt x="2816746" y="3162185"/>
                  </a:lnTo>
                  <a:lnTo>
                    <a:pt x="2816746" y="3161562"/>
                  </a:lnTo>
                  <a:lnTo>
                    <a:pt x="2816746" y="3160938"/>
                  </a:lnTo>
                  <a:lnTo>
                    <a:pt x="2816891" y="3160938"/>
                  </a:lnTo>
                  <a:lnTo>
                    <a:pt x="2817037" y="3160938"/>
                  </a:lnTo>
                  <a:lnTo>
                    <a:pt x="2817037" y="3160315"/>
                  </a:lnTo>
                  <a:lnTo>
                    <a:pt x="2817182" y="3160315"/>
                  </a:lnTo>
                  <a:lnTo>
                    <a:pt x="2817182" y="3159691"/>
                  </a:lnTo>
                  <a:lnTo>
                    <a:pt x="2817328" y="3159691"/>
                  </a:lnTo>
                  <a:lnTo>
                    <a:pt x="2817328" y="3159068"/>
                  </a:lnTo>
                  <a:lnTo>
                    <a:pt x="2817473" y="3159068"/>
                  </a:lnTo>
                  <a:lnTo>
                    <a:pt x="2817618" y="3159068"/>
                  </a:lnTo>
                  <a:lnTo>
                    <a:pt x="2817764" y="3159068"/>
                  </a:lnTo>
                  <a:lnTo>
                    <a:pt x="2817909" y="3159068"/>
                  </a:lnTo>
                  <a:lnTo>
                    <a:pt x="2818055" y="3159068"/>
                  </a:lnTo>
                  <a:lnTo>
                    <a:pt x="2818055" y="3158444"/>
                  </a:lnTo>
                  <a:lnTo>
                    <a:pt x="2818200" y="3158444"/>
                  </a:lnTo>
                  <a:lnTo>
                    <a:pt x="2818346" y="3158444"/>
                  </a:lnTo>
                  <a:lnTo>
                    <a:pt x="2818491" y="3158444"/>
                  </a:lnTo>
                  <a:lnTo>
                    <a:pt x="2818491" y="3157820"/>
                  </a:lnTo>
                  <a:lnTo>
                    <a:pt x="2818636" y="3157820"/>
                  </a:lnTo>
                  <a:lnTo>
                    <a:pt x="2818782" y="3157820"/>
                  </a:lnTo>
                  <a:lnTo>
                    <a:pt x="2818782" y="3157197"/>
                  </a:lnTo>
                  <a:lnTo>
                    <a:pt x="2818927" y="3157197"/>
                  </a:lnTo>
                  <a:lnTo>
                    <a:pt x="2819073" y="3157197"/>
                  </a:lnTo>
                  <a:lnTo>
                    <a:pt x="2819218" y="3157197"/>
                  </a:lnTo>
                  <a:lnTo>
                    <a:pt x="2819364" y="3157197"/>
                  </a:lnTo>
                  <a:lnTo>
                    <a:pt x="2819509" y="3157197"/>
                  </a:lnTo>
                  <a:lnTo>
                    <a:pt x="2819654" y="3157197"/>
                  </a:lnTo>
                  <a:lnTo>
                    <a:pt x="2819800" y="3157197"/>
                  </a:lnTo>
                  <a:lnTo>
                    <a:pt x="2819945" y="3157197"/>
                  </a:lnTo>
                  <a:lnTo>
                    <a:pt x="2819945" y="3156573"/>
                  </a:lnTo>
                  <a:lnTo>
                    <a:pt x="2820091" y="3156573"/>
                  </a:lnTo>
                  <a:lnTo>
                    <a:pt x="2820236" y="3156573"/>
                  </a:lnTo>
                  <a:lnTo>
                    <a:pt x="2820236" y="3155950"/>
                  </a:lnTo>
                  <a:lnTo>
                    <a:pt x="2820382" y="3155950"/>
                  </a:lnTo>
                  <a:lnTo>
                    <a:pt x="2820527" y="3155950"/>
                  </a:lnTo>
                  <a:lnTo>
                    <a:pt x="2820672" y="3155950"/>
                  </a:lnTo>
                  <a:lnTo>
                    <a:pt x="2820818" y="3155950"/>
                  </a:lnTo>
                  <a:lnTo>
                    <a:pt x="2820963" y="3155950"/>
                  </a:lnTo>
                  <a:lnTo>
                    <a:pt x="2821109" y="3155950"/>
                  </a:lnTo>
                  <a:lnTo>
                    <a:pt x="2821254" y="3155950"/>
                  </a:lnTo>
                  <a:lnTo>
                    <a:pt x="2821254" y="3155326"/>
                  </a:lnTo>
                  <a:lnTo>
                    <a:pt x="2821254" y="3154702"/>
                  </a:lnTo>
                  <a:lnTo>
                    <a:pt x="2821400" y="3154702"/>
                  </a:lnTo>
                  <a:lnTo>
                    <a:pt x="2821545" y="3154702"/>
                  </a:lnTo>
                  <a:lnTo>
                    <a:pt x="2821690" y="3154702"/>
                  </a:lnTo>
                  <a:lnTo>
                    <a:pt x="2821836" y="3154702"/>
                  </a:lnTo>
                  <a:lnTo>
                    <a:pt x="2821836" y="3154079"/>
                  </a:lnTo>
                  <a:lnTo>
                    <a:pt x="2821981" y="3154079"/>
                  </a:lnTo>
                  <a:lnTo>
                    <a:pt x="2822127" y="3154079"/>
                  </a:lnTo>
                  <a:lnTo>
                    <a:pt x="2822127" y="3153455"/>
                  </a:lnTo>
                  <a:lnTo>
                    <a:pt x="2822272" y="3153455"/>
                  </a:lnTo>
                  <a:lnTo>
                    <a:pt x="2822417" y="3153455"/>
                  </a:lnTo>
                  <a:lnTo>
                    <a:pt x="2822563" y="3153455"/>
                  </a:lnTo>
                  <a:lnTo>
                    <a:pt x="2822563" y="3152832"/>
                  </a:lnTo>
                  <a:lnTo>
                    <a:pt x="2822708" y="3152832"/>
                  </a:lnTo>
                  <a:lnTo>
                    <a:pt x="2822854" y="3152832"/>
                  </a:lnTo>
                  <a:lnTo>
                    <a:pt x="2822999" y="3152832"/>
                  </a:lnTo>
                  <a:lnTo>
                    <a:pt x="2823145" y="3152832"/>
                  </a:lnTo>
                  <a:lnTo>
                    <a:pt x="2823290" y="3152832"/>
                  </a:lnTo>
                  <a:lnTo>
                    <a:pt x="2823290" y="3152208"/>
                  </a:lnTo>
                  <a:lnTo>
                    <a:pt x="2823435" y="3152208"/>
                  </a:lnTo>
                  <a:lnTo>
                    <a:pt x="2823581" y="3152208"/>
                  </a:lnTo>
                  <a:lnTo>
                    <a:pt x="2823726" y="3152208"/>
                  </a:lnTo>
                  <a:lnTo>
                    <a:pt x="2823726" y="3151585"/>
                  </a:lnTo>
                  <a:lnTo>
                    <a:pt x="2823872" y="3151585"/>
                  </a:lnTo>
                  <a:lnTo>
                    <a:pt x="2824017" y="3151585"/>
                  </a:lnTo>
                  <a:lnTo>
                    <a:pt x="2824163" y="3151585"/>
                  </a:lnTo>
                  <a:lnTo>
                    <a:pt x="2824163" y="3150961"/>
                  </a:lnTo>
                  <a:lnTo>
                    <a:pt x="2824308" y="3150961"/>
                  </a:lnTo>
                  <a:lnTo>
                    <a:pt x="2824453" y="3150961"/>
                  </a:lnTo>
                  <a:lnTo>
                    <a:pt x="2824599" y="3150961"/>
                  </a:lnTo>
                  <a:lnTo>
                    <a:pt x="2824744" y="3150961"/>
                  </a:lnTo>
                  <a:lnTo>
                    <a:pt x="2824890" y="3150961"/>
                  </a:lnTo>
                  <a:lnTo>
                    <a:pt x="2825035" y="3150961"/>
                  </a:lnTo>
                  <a:lnTo>
                    <a:pt x="2825181" y="3150961"/>
                  </a:lnTo>
                  <a:lnTo>
                    <a:pt x="2825181" y="3150337"/>
                  </a:lnTo>
                  <a:lnTo>
                    <a:pt x="2825326" y="3150337"/>
                  </a:lnTo>
                  <a:lnTo>
                    <a:pt x="2825471" y="3150337"/>
                  </a:lnTo>
                  <a:lnTo>
                    <a:pt x="2825617" y="3150337"/>
                  </a:lnTo>
                  <a:lnTo>
                    <a:pt x="2825762" y="3150337"/>
                  </a:lnTo>
                  <a:lnTo>
                    <a:pt x="2825908" y="3150337"/>
                  </a:lnTo>
                  <a:lnTo>
                    <a:pt x="2825908" y="3149714"/>
                  </a:lnTo>
                  <a:lnTo>
                    <a:pt x="2826053" y="3149714"/>
                  </a:lnTo>
                  <a:lnTo>
                    <a:pt x="2826053" y="3149090"/>
                  </a:lnTo>
                  <a:lnTo>
                    <a:pt x="2826199" y="3149090"/>
                  </a:lnTo>
                  <a:lnTo>
                    <a:pt x="2826199" y="3148467"/>
                  </a:lnTo>
                  <a:lnTo>
                    <a:pt x="2826344" y="3148467"/>
                  </a:lnTo>
                  <a:lnTo>
                    <a:pt x="2826489" y="3148467"/>
                  </a:lnTo>
                  <a:lnTo>
                    <a:pt x="2826635" y="3148467"/>
                  </a:lnTo>
                  <a:lnTo>
                    <a:pt x="2826635" y="3147843"/>
                  </a:lnTo>
                  <a:lnTo>
                    <a:pt x="2826780" y="3147843"/>
                  </a:lnTo>
                  <a:lnTo>
                    <a:pt x="2826926" y="3147843"/>
                  </a:lnTo>
                  <a:lnTo>
                    <a:pt x="2827071" y="3147843"/>
                  </a:lnTo>
                  <a:lnTo>
                    <a:pt x="2827217" y="3147843"/>
                  </a:lnTo>
                  <a:lnTo>
                    <a:pt x="2827362" y="3147843"/>
                  </a:lnTo>
                  <a:lnTo>
                    <a:pt x="2827507" y="3147843"/>
                  </a:lnTo>
                  <a:lnTo>
                    <a:pt x="2827507" y="3147219"/>
                  </a:lnTo>
                  <a:lnTo>
                    <a:pt x="2827653" y="3147219"/>
                  </a:lnTo>
                  <a:lnTo>
                    <a:pt x="2827798" y="3147219"/>
                  </a:lnTo>
                  <a:lnTo>
                    <a:pt x="2827944" y="3147219"/>
                  </a:lnTo>
                  <a:lnTo>
                    <a:pt x="2828089" y="3147219"/>
                  </a:lnTo>
                  <a:lnTo>
                    <a:pt x="2828235" y="3147219"/>
                  </a:lnTo>
                  <a:lnTo>
                    <a:pt x="2828380" y="3147219"/>
                  </a:lnTo>
                  <a:lnTo>
                    <a:pt x="2828525" y="3147219"/>
                  </a:lnTo>
                  <a:lnTo>
                    <a:pt x="2828671" y="3147219"/>
                  </a:lnTo>
                  <a:lnTo>
                    <a:pt x="2828816" y="3147219"/>
                  </a:lnTo>
                  <a:lnTo>
                    <a:pt x="2828962" y="3147219"/>
                  </a:lnTo>
                  <a:lnTo>
                    <a:pt x="2829107" y="3147219"/>
                  </a:lnTo>
                  <a:lnTo>
                    <a:pt x="2829107" y="3146596"/>
                  </a:lnTo>
                  <a:lnTo>
                    <a:pt x="2829252" y="3146596"/>
                  </a:lnTo>
                  <a:lnTo>
                    <a:pt x="2829398" y="3146596"/>
                  </a:lnTo>
                  <a:lnTo>
                    <a:pt x="2829543" y="3146596"/>
                  </a:lnTo>
                  <a:lnTo>
                    <a:pt x="2829689" y="3146596"/>
                  </a:lnTo>
                  <a:lnTo>
                    <a:pt x="2829834" y="3146596"/>
                  </a:lnTo>
                  <a:lnTo>
                    <a:pt x="2829980" y="3146596"/>
                  </a:lnTo>
                  <a:lnTo>
                    <a:pt x="2830125" y="3146596"/>
                  </a:lnTo>
                  <a:lnTo>
                    <a:pt x="2830270" y="3146596"/>
                  </a:lnTo>
                  <a:lnTo>
                    <a:pt x="2830416" y="3146596"/>
                  </a:lnTo>
                  <a:lnTo>
                    <a:pt x="2830561" y="3146596"/>
                  </a:lnTo>
                  <a:lnTo>
                    <a:pt x="2830707" y="3146596"/>
                  </a:lnTo>
                  <a:lnTo>
                    <a:pt x="2830852" y="3146596"/>
                  </a:lnTo>
                  <a:lnTo>
                    <a:pt x="2830998" y="3146596"/>
                  </a:lnTo>
                  <a:lnTo>
                    <a:pt x="2831143" y="3146596"/>
                  </a:lnTo>
                  <a:lnTo>
                    <a:pt x="2831288" y="3146596"/>
                  </a:lnTo>
                  <a:lnTo>
                    <a:pt x="2831434" y="3146596"/>
                  </a:lnTo>
                  <a:lnTo>
                    <a:pt x="2831579" y="3146596"/>
                  </a:lnTo>
                  <a:lnTo>
                    <a:pt x="2831725" y="3146596"/>
                  </a:lnTo>
                  <a:lnTo>
                    <a:pt x="2831725" y="3145972"/>
                  </a:lnTo>
                  <a:lnTo>
                    <a:pt x="2831870" y="3145972"/>
                  </a:lnTo>
                  <a:lnTo>
                    <a:pt x="2832016" y="3145972"/>
                  </a:lnTo>
                  <a:lnTo>
                    <a:pt x="2832016" y="3145349"/>
                  </a:lnTo>
                  <a:lnTo>
                    <a:pt x="2832016" y="3144725"/>
                  </a:lnTo>
                  <a:lnTo>
                    <a:pt x="2832016" y="3144102"/>
                  </a:lnTo>
                  <a:lnTo>
                    <a:pt x="2832161" y="3144102"/>
                  </a:lnTo>
                  <a:lnTo>
                    <a:pt x="2832306" y="3144102"/>
                  </a:lnTo>
                  <a:lnTo>
                    <a:pt x="2832306" y="3143478"/>
                  </a:lnTo>
                  <a:lnTo>
                    <a:pt x="2832452" y="3143478"/>
                  </a:lnTo>
                  <a:lnTo>
                    <a:pt x="2832597" y="3143478"/>
                  </a:lnTo>
                  <a:lnTo>
                    <a:pt x="2832743" y="3143478"/>
                  </a:lnTo>
                  <a:lnTo>
                    <a:pt x="2832743" y="3142854"/>
                  </a:lnTo>
                  <a:lnTo>
                    <a:pt x="2832888" y="3142854"/>
                  </a:lnTo>
                  <a:lnTo>
                    <a:pt x="2833034" y="3142854"/>
                  </a:lnTo>
                  <a:lnTo>
                    <a:pt x="2833179" y="3142854"/>
                  </a:lnTo>
                  <a:lnTo>
                    <a:pt x="2833324" y="3142854"/>
                  </a:lnTo>
                  <a:lnTo>
                    <a:pt x="2833470" y="3142854"/>
                  </a:lnTo>
                  <a:lnTo>
                    <a:pt x="2833470" y="3142231"/>
                  </a:lnTo>
                  <a:lnTo>
                    <a:pt x="2833615" y="3142231"/>
                  </a:lnTo>
                  <a:lnTo>
                    <a:pt x="2833761" y="3142231"/>
                  </a:lnTo>
                  <a:lnTo>
                    <a:pt x="2833906" y="3142231"/>
                  </a:lnTo>
                  <a:lnTo>
                    <a:pt x="2833906" y="3141607"/>
                  </a:lnTo>
                  <a:lnTo>
                    <a:pt x="2834052" y="3141607"/>
                  </a:lnTo>
                  <a:lnTo>
                    <a:pt x="2834197" y="3141607"/>
                  </a:lnTo>
                  <a:lnTo>
                    <a:pt x="2834342" y="3141607"/>
                  </a:lnTo>
                  <a:lnTo>
                    <a:pt x="2834488" y="3141607"/>
                  </a:lnTo>
                  <a:lnTo>
                    <a:pt x="2834633" y="3141607"/>
                  </a:lnTo>
                  <a:lnTo>
                    <a:pt x="2834779" y="3141607"/>
                  </a:lnTo>
                  <a:lnTo>
                    <a:pt x="2834779" y="3140984"/>
                  </a:lnTo>
                  <a:lnTo>
                    <a:pt x="2834924" y="3140984"/>
                  </a:lnTo>
                  <a:lnTo>
                    <a:pt x="2835070" y="3140984"/>
                  </a:lnTo>
                  <a:lnTo>
                    <a:pt x="2835215" y="3140984"/>
                  </a:lnTo>
                  <a:lnTo>
                    <a:pt x="2835360" y="3140984"/>
                  </a:lnTo>
                  <a:lnTo>
                    <a:pt x="2835506" y="3140984"/>
                  </a:lnTo>
                  <a:lnTo>
                    <a:pt x="2835651" y="3140984"/>
                  </a:lnTo>
                  <a:lnTo>
                    <a:pt x="2835797" y="3140984"/>
                  </a:lnTo>
                  <a:lnTo>
                    <a:pt x="2835942" y="3140984"/>
                  </a:lnTo>
                  <a:lnTo>
                    <a:pt x="2836087" y="3140984"/>
                  </a:lnTo>
                  <a:lnTo>
                    <a:pt x="2836233" y="3140984"/>
                  </a:lnTo>
                  <a:lnTo>
                    <a:pt x="2836378" y="3140984"/>
                  </a:lnTo>
                  <a:lnTo>
                    <a:pt x="2836378" y="3140360"/>
                  </a:lnTo>
                  <a:lnTo>
                    <a:pt x="2836524" y="3140360"/>
                  </a:lnTo>
                  <a:lnTo>
                    <a:pt x="2836669" y="3140360"/>
                  </a:lnTo>
                  <a:lnTo>
                    <a:pt x="2836815" y="3140360"/>
                  </a:lnTo>
                  <a:lnTo>
                    <a:pt x="2836960" y="3140360"/>
                  </a:lnTo>
                  <a:lnTo>
                    <a:pt x="2836960" y="3139736"/>
                  </a:lnTo>
                  <a:lnTo>
                    <a:pt x="2837105" y="3139736"/>
                  </a:lnTo>
                  <a:lnTo>
                    <a:pt x="2837251" y="3139736"/>
                  </a:lnTo>
                  <a:lnTo>
                    <a:pt x="2837396" y="3139736"/>
                  </a:lnTo>
                  <a:lnTo>
                    <a:pt x="2837542" y="3139736"/>
                  </a:lnTo>
                  <a:lnTo>
                    <a:pt x="2837687" y="3139736"/>
                  </a:lnTo>
                  <a:lnTo>
                    <a:pt x="2837687" y="3139113"/>
                  </a:lnTo>
                  <a:lnTo>
                    <a:pt x="2837833" y="3139113"/>
                  </a:lnTo>
                  <a:lnTo>
                    <a:pt x="2837978" y="3139113"/>
                  </a:lnTo>
                  <a:lnTo>
                    <a:pt x="2837978" y="3138489"/>
                  </a:lnTo>
                  <a:lnTo>
                    <a:pt x="2838123" y="3138489"/>
                  </a:lnTo>
                  <a:lnTo>
                    <a:pt x="2838269" y="3138489"/>
                  </a:lnTo>
                  <a:lnTo>
                    <a:pt x="2838414" y="3138489"/>
                  </a:lnTo>
                  <a:lnTo>
                    <a:pt x="2838560" y="3138489"/>
                  </a:lnTo>
                  <a:lnTo>
                    <a:pt x="2838705" y="3138489"/>
                  </a:lnTo>
                  <a:lnTo>
                    <a:pt x="2838705" y="3137866"/>
                  </a:lnTo>
                  <a:lnTo>
                    <a:pt x="2838851" y="3137866"/>
                  </a:lnTo>
                  <a:lnTo>
                    <a:pt x="2838996" y="3137866"/>
                  </a:lnTo>
                  <a:lnTo>
                    <a:pt x="2838996" y="3137242"/>
                  </a:lnTo>
                  <a:lnTo>
                    <a:pt x="2838996" y="3136619"/>
                  </a:lnTo>
                  <a:lnTo>
                    <a:pt x="2839141" y="3136619"/>
                  </a:lnTo>
                  <a:lnTo>
                    <a:pt x="2839141" y="3135995"/>
                  </a:lnTo>
                  <a:lnTo>
                    <a:pt x="2839287" y="3135995"/>
                  </a:lnTo>
                  <a:lnTo>
                    <a:pt x="2839432" y="3135995"/>
                  </a:lnTo>
                  <a:lnTo>
                    <a:pt x="2839578" y="3135995"/>
                  </a:lnTo>
                  <a:lnTo>
                    <a:pt x="2839723" y="3135995"/>
                  </a:lnTo>
                  <a:lnTo>
                    <a:pt x="2839869" y="3135995"/>
                  </a:lnTo>
                  <a:lnTo>
                    <a:pt x="2840014" y="3135995"/>
                  </a:lnTo>
                  <a:lnTo>
                    <a:pt x="2840159" y="3135995"/>
                  </a:lnTo>
                  <a:lnTo>
                    <a:pt x="2840159" y="3135371"/>
                  </a:lnTo>
                  <a:lnTo>
                    <a:pt x="2840305" y="3135371"/>
                  </a:lnTo>
                  <a:lnTo>
                    <a:pt x="2840450" y="3135371"/>
                  </a:lnTo>
                  <a:lnTo>
                    <a:pt x="2840450" y="3134748"/>
                  </a:lnTo>
                  <a:lnTo>
                    <a:pt x="2840596" y="3134748"/>
                  </a:lnTo>
                  <a:lnTo>
                    <a:pt x="2840741" y="3134748"/>
                  </a:lnTo>
                  <a:lnTo>
                    <a:pt x="2840887" y="3134748"/>
                  </a:lnTo>
                  <a:lnTo>
                    <a:pt x="2841032" y="3134748"/>
                  </a:lnTo>
                  <a:lnTo>
                    <a:pt x="2841177" y="3134748"/>
                  </a:lnTo>
                  <a:lnTo>
                    <a:pt x="2841323" y="3134748"/>
                  </a:lnTo>
                  <a:lnTo>
                    <a:pt x="2841468" y="3134748"/>
                  </a:lnTo>
                  <a:lnTo>
                    <a:pt x="2841614" y="3134748"/>
                  </a:lnTo>
                  <a:lnTo>
                    <a:pt x="2841759" y="3134748"/>
                  </a:lnTo>
                  <a:lnTo>
                    <a:pt x="2841905" y="3134748"/>
                  </a:lnTo>
                  <a:lnTo>
                    <a:pt x="2842050" y="3134748"/>
                  </a:lnTo>
                  <a:lnTo>
                    <a:pt x="2842195" y="3134748"/>
                  </a:lnTo>
                  <a:lnTo>
                    <a:pt x="2842341" y="3134748"/>
                  </a:lnTo>
                  <a:lnTo>
                    <a:pt x="2842486" y="3134748"/>
                  </a:lnTo>
                  <a:lnTo>
                    <a:pt x="2842486" y="3134124"/>
                  </a:lnTo>
                  <a:lnTo>
                    <a:pt x="2842632" y="3134124"/>
                  </a:lnTo>
                  <a:lnTo>
                    <a:pt x="2842777" y="3134124"/>
                  </a:lnTo>
                  <a:lnTo>
                    <a:pt x="2842922" y="3134124"/>
                  </a:lnTo>
                  <a:lnTo>
                    <a:pt x="2843068" y="3134124"/>
                  </a:lnTo>
                  <a:lnTo>
                    <a:pt x="2843213" y="3134124"/>
                  </a:lnTo>
                  <a:lnTo>
                    <a:pt x="2843359" y="3134124"/>
                  </a:lnTo>
                  <a:lnTo>
                    <a:pt x="2843504" y="3134124"/>
                  </a:lnTo>
                  <a:lnTo>
                    <a:pt x="2843650" y="3134124"/>
                  </a:lnTo>
                  <a:lnTo>
                    <a:pt x="2843650" y="3133501"/>
                  </a:lnTo>
                  <a:lnTo>
                    <a:pt x="2843795" y="3133501"/>
                  </a:lnTo>
                  <a:lnTo>
                    <a:pt x="2843795" y="3132877"/>
                  </a:lnTo>
                  <a:lnTo>
                    <a:pt x="2843940" y="3132877"/>
                  </a:lnTo>
                  <a:lnTo>
                    <a:pt x="2844086" y="3132877"/>
                  </a:lnTo>
                  <a:lnTo>
                    <a:pt x="2844231" y="3132877"/>
                  </a:lnTo>
                  <a:lnTo>
                    <a:pt x="2844377" y="3132877"/>
                  </a:lnTo>
                  <a:lnTo>
                    <a:pt x="2844522" y="3132877"/>
                  </a:lnTo>
                  <a:lnTo>
                    <a:pt x="2844668" y="3132877"/>
                  </a:lnTo>
                  <a:lnTo>
                    <a:pt x="2844813" y="3132877"/>
                  </a:lnTo>
                  <a:lnTo>
                    <a:pt x="2844958" y="3132877"/>
                  </a:lnTo>
                  <a:lnTo>
                    <a:pt x="2845104" y="3132877"/>
                  </a:lnTo>
                  <a:lnTo>
                    <a:pt x="2845249" y="3132877"/>
                  </a:lnTo>
                  <a:lnTo>
                    <a:pt x="2845395" y="3132877"/>
                  </a:lnTo>
                  <a:lnTo>
                    <a:pt x="2845540" y="3132877"/>
                  </a:lnTo>
                  <a:lnTo>
                    <a:pt x="2845540" y="3132253"/>
                  </a:lnTo>
                  <a:lnTo>
                    <a:pt x="2845686" y="3132253"/>
                  </a:lnTo>
                  <a:lnTo>
                    <a:pt x="2845831" y="3132253"/>
                  </a:lnTo>
                  <a:lnTo>
                    <a:pt x="2845976" y="3132253"/>
                  </a:lnTo>
                  <a:lnTo>
                    <a:pt x="2846122" y="3132253"/>
                  </a:lnTo>
                  <a:lnTo>
                    <a:pt x="2846267" y="3132253"/>
                  </a:lnTo>
                  <a:lnTo>
                    <a:pt x="2846413" y="3132253"/>
                  </a:lnTo>
                  <a:lnTo>
                    <a:pt x="2846413" y="3131630"/>
                  </a:lnTo>
                  <a:lnTo>
                    <a:pt x="2846558" y="3131630"/>
                  </a:lnTo>
                  <a:lnTo>
                    <a:pt x="2846704" y="3131630"/>
                  </a:lnTo>
                  <a:lnTo>
                    <a:pt x="2846849" y="3131630"/>
                  </a:lnTo>
                  <a:lnTo>
                    <a:pt x="2846849" y="3131006"/>
                  </a:lnTo>
                  <a:lnTo>
                    <a:pt x="2846994" y="3131006"/>
                  </a:lnTo>
                  <a:lnTo>
                    <a:pt x="2847140" y="3131006"/>
                  </a:lnTo>
                  <a:lnTo>
                    <a:pt x="2847285" y="3131006"/>
                  </a:lnTo>
                  <a:lnTo>
                    <a:pt x="2847285" y="3130383"/>
                  </a:lnTo>
                  <a:lnTo>
                    <a:pt x="2847431" y="3130383"/>
                  </a:lnTo>
                  <a:lnTo>
                    <a:pt x="2847576" y="3130383"/>
                  </a:lnTo>
                  <a:lnTo>
                    <a:pt x="2847722" y="3130383"/>
                  </a:lnTo>
                  <a:lnTo>
                    <a:pt x="2847867" y="3130383"/>
                  </a:lnTo>
                  <a:lnTo>
                    <a:pt x="2848012" y="3130383"/>
                  </a:lnTo>
                  <a:lnTo>
                    <a:pt x="2848158" y="3130383"/>
                  </a:lnTo>
                  <a:lnTo>
                    <a:pt x="2848303" y="3130383"/>
                  </a:lnTo>
                  <a:lnTo>
                    <a:pt x="2848449" y="3130383"/>
                  </a:lnTo>
                  <a:lnTo>
                    <a:pt x="2848594" y="3130383"/>
                  </a:lnTo>
                  <a:lnTo>
                    <a:pt x="2848740" y="3130383"/>
                  </a:lnTo>
                  <a:lnTo>
                    <a:pt x="2848740" y="3129759"/>
                  </a:lnTo>
                  <a:lnTo>
                    <a:pt x="2848885" y="3129759"/>
                  </a:lnTo>
                  <a:lnTo>
                    <a:pt x="2849030" y="3129759"/>
                  </a:lnTo>
                  <a:lnTo>
                    <a:pt x="2849176" y="3129759"/>
                  </a:lnTo>
                  <a:lnTo>
                    <a:pt x="2849321" y="3129759"/>
                  </a:lnTo>
                  <a:lnTo>
                    <a:pt x="2849467" y="3129759"/>
                  </a:lnTo>
                  <a:lnTo>
                    <a:pt x="2849612" y="3129759"/>
                  </a:lnTo>
                  <a:lnTo>
                    <a:pt x="2849757" y="3129759"/>
                  </a:lnTo>
                  <a:lnTo>
                    <a:pt x="2849903" y="3129759"/>
                  </a:lnTo>
                  <a:lnTo>
                    <a:pt x="2850048" y="3129759"/>
                  </a:lnTo>
                  <a:lnTo>
                    <a:pt x="2850048" y="3129136"/>
                  </a:lnTo>
                  <a:lnTo>
                    <a:pt x="2850194" y="3129136"/>
                  </a:lnTo>
                  <a:lnTo>
                    <a:pt x="2850339" y="3129136"/>
                  </a:lnTo>
                  <a:lnTo>
                    <a:pt x="2850339" y="3128512"/>
                  </a:lnTo>
                  <a:lnTo>
                    <a:pt x="2850485" y="3128512"/>
                  </a:lnTo>
                  <a:lnTo>
                    <a:pt x="2850630" y="3128512"/>
                  </a:lnTo>
                  <a:lnTo>
                    <a:pt x="2850775" y="3128512"/>
                  </a:lnTo>
                  <a:lnTo>
                    <a:pt x="2850921" y="3128512"/>
                  </a:lnTo>
                  <a:lnTo>
                    <a:pt x="2851066" y="3128512"/>
                  </a:lnTo>
                  <a:lnTo>
                    <a:pt x="2851212" y="3128512"/>
                  </a:lnTo>
                  <a:lnTo>
                    <a:pt x="2851357" y="3128512"/>
                  </a:lnTo>
                  <a:lnTo>
                    <a:pt x="2851503" y="3128512"/>
                  </a:lnTo>
                  <a:lnTo>
                    <a:pt x="2851648" y="3128512"/>
                  </a:lnTo>
                  <a:lnTo>
                    <a:pt x="2851793" y="3128512"/>
                  </a:lnTo>
                  <a:lnTo>
                    <a:pt x="2851793" y="3127888"/>
                  </a:lnTo>
                  <a:lnTo>
                    <a:pt x="2851939" y="3127888"/>
                  </a:lnTo>
                  <a:lnTo>
                    <a:pt x="2852084" y="3127888"/>
                  </a:lnTo>
                  <a:lnTo>
                    <a:pt x="2852230" y="3127888"/>
                  </a:lnTo>
                  <a:lnTo>
                    <a:pt x="2852375" y="3127888"/>
                  </a:lnTo>
                  <a:lnTo>
                    <a:pt x="2852521" y="3127888"/>
                  </a:lnTo>
                  <a:lnTo>
                    <a:pt x="2852666" y="3127888"/>
                  </a:lnTo>
                  <a:lnTo>
                    <a:pt x="2852666" y="3127265"/>
                  </a:lnTo>
                  <a:lnTo>
                    <a:pt x="2852811" y="3127265"/>
                  </a:lnTo>
                  <a:lnTo>
                    <a:pt x="2852957" y="3127265"/>
                  </a:lnTo>
                  <a:lnTo>
                    <a:pt x="2852957" y="3126641"/>
                  </a:lnTo>
                  <a:lnTo>
                    <a:pt x="2853102" y="3126641"/>
                  </a:lnTo>
                  <a:lnTo>
                    <a:pt x="2853248" y="3126641"/>
                  </a:lnTo>
                  <a:lnTo>
                    <a:pt x="2853393" y="3126641"/>
                  </a:lnTo>
                  <a:lnTo>
                    <a:pt x="2853539" y="3126641"/>
                  </a:lnTo>
                  <a:lnTo>
                    <a:pt x="2853684" y="3126641"/>
                  </a:lnTo>
                  <a:lnTo>
                    <a:pt x="2853684" y="3126018"/>
                  </a:lnTo>
                  <a:lnTo>
                    <a:pt x="2853684" y="3125394"/>
                  </a:lnTo>
                  <a:lnTo>
                    <a:pt x="2853829" y="3125394"/>
                  </a:lnTo>
                  <a:lnTo>
                    <a:pt x="2853975" y="3125394"/>
                  </a:lnTo>
                  <a:lnTo>
                    <a:pt x="2854120" y="3125394"/>
                  </a:lnTo>
                  <a:lnTo>
                    <a:pt x="2854266" y="3125394"/>
                  </a:lnTo>
                  <a:lnTo>
                    <a:pt x="2854411" y="3125394"/>
                  </a:lnTo>
                  <a:lnTo>
                    <a:pt x="2854557" y="3125394"/>
                  </a:lnTo>
                  <a:lnTo>
                    <a:pt x="2854702" y="3125394"/>
                  </a:lnTo>
                  <a:lnTo>
                    <a:pt x="2854847" y="3125394"/>
                  </a:lnTo>
                  <a:lnTo>
                    <a:pt x="2854993" y="3125394"/>
                  </a:lnTo>
                  <a:lnTo>
                    <a:pt x="2855138" y="3125394"/>
                  </a:lnTo>
                  <a:lnTo>
                    <a:pt x="2855284" y="3125394"/>
                  </a:lnTo>
                  <a:lnTo>
                    <a:pt x="2855284" y="3124771"/>
                  </a:lnTo>
                  <a:lnTo>
                    <a:pt x="2855429" y="3124771"/>
                  </a:lnTo>
                  <a:lnTo>
                    <a:pt x="2855575" y="3124771"/>
                  </a:lnTo>
                  <a:lnTo>
                    <a:pt x="2855720" y="3124771"/>
                  </a:lnTo>
                  <a:lnTo>
                    <a:pt x="2855865" y="3124771"/>
                  </a:lnTo>
                  <a:lnTo>
                    <a:pt x="2856011" y="3124771"/>
                  </a:lnTo>
                  <a:lnTo>
                    <a:pt x="2856156" y="3124771"/>
                  </a:lnTo>
                  <a:lnTo>
                    <a:pt x="2856302" y="3124771"/>
                  </a:lnTo>
                  <a:lnTo>
                    <a:pt x="2856447" y="3124771"/>
                  </a:lnTo>
                  <a:lnTo>
                    <a:pt x="2856592" y="3124771"/>
                  </a:lnTo>
                  <a:lnTo>
                    <a:pt x="2856738" y="3124771"/>
                  </a:lnTo>
                  <a:lnTo>
                    <a:pt x="2856883" y="3124771"/>
                  </a:lnTo>
                  <a:lnTo>
                    <a:pt x="2856883" y="3124147"/>
                  </a:lnTo>
                  <a:lnTo>
                    <a:pt x="2857029" y="3124147"/>
                  </a:lnTo>
                  <a:lnTo>
                    <a:pt x="2857029" y="3123523"/>
                  </a:lnTo>
                  <a:lnTo>
                    <a:pt x="2857174" y="3123523"/>
                  </a:lnTo>
                  <a:lnTo>
                    <a:pt x="2857320" y="3123523"/>
                  </a:lnTo>
                  <a:lnTo>
                    <a:pt x="2857465" y="3123523"/>
                  </a:lnTo>
                  <a:lnTo>
                    <a:pt x="2857465" y="3122900"/>
                  </a:lnTo>
                  <a:lnTo>
                    <a:pt x="2857610" y="3122900"/>
                  </a:lnTo>
                  <a:lnTo>
                    <a:pt x="2857610" y="3122276"/>
                  </a:lnTo>
                  <a:lnTo>
                    <a:pt x="2857610" y="3121653"/>
                  </a:lnTo>
                  <a:lnTo>
                    <a:pt x="2857756" y="3121653"/>
                  </a:lnTo>
                  <a:lnTo>
                    <a:pt x="2857756" y="3121029"/>
                  </a:lnTo>
                  <a:lnTo>
                    <a:pt x="2857901" y="3121029"/>
                  </a:lnTo>
                  <a:lnTo>
                    <a:pt x="2857901" y="3120405"/>
                  </a:lnTo>
                  <a:lnTo>
                    <a:pt x="2858047" y="3120405"/>
                  </a:lnTo>
                  <a:lnTo>
                    <a:pt x="2858192" y="3120405"/>
                  </a:lnTo>
                  <a:lnTo>
                    <a:pt x="2858192" y="3119782"/>
                  </a:lnTo>
                  <a:lnTo>
                    <a:pt x="2858338" y="3119782"/>
                  </a:lnTo>
                  <a:lnTo>
                    <a:pt x="2858338" y="3119158"/>
                  </a:lnTo>
                  <a:lnTo>
                    <a:pt x="2858483" y="3119158"/>
                  </a:lnTo>
                  <a:lnTo>
                    <a:pt x="2858628" y="3119158"/>
                  </a:lnTo>
                  <a:lnTo>
                    <a:pt x="2858628" y="3118535"/>
                  </a:lnTo>
                  <a:lnTo>
                    <a:pt x="2858774" y="3118535"/>
                  </a:lnTo>
                  <a:lnTo>
                    <a:pt x="2858919" y="3118535"/>
                  </a:lnTo>
                  <a:lnTo>
                    <a:pt x="2858919" y="3117911"/>
                  </a:lnTo>
                  <a:lnTo>
                    <a:pt x="2859065" y="3117911"/>
                  </a:lnTo>
                  <a:lnTo>
                    <a:pt x="2859210" y="3117911"/>
                  </a:lnTo>
                  <a:lnTo>
                    <a:pt x="2859356" y="3117911"/>
                  </a:lnTo>
                  <a:lnTo>
                    <a:pt x="2859501" y="3117911"/>
                  </a:lnTo>
                  <a:lnTo>
                    <a:pt x="2859646" y="3117911"/>
                  </a:lnTo>
                  <a:lnTo>
                    <a:pt x="2859792" y="3117911"/>
                  </a:lnTo>
                  <a:lnTo>
                    <a:pt x="2859937" y="3117911"/>
                  </a:lnTo>
                  <a:lnTo>
                    <a:pt x="2859937" y="3117288"/>
                  </a:lnTo>
                  <a:lnTo>
                    <a:pt x="2860083" y="3117288"/>
                  </a:lnTo>
                  <a:lnTo>
                    <a:pt x="2860228" y="3117288"/>
                  </a:lnTo>
                  <a:lnTo>
                    <a:pt x="2860374" y="3117288"/>
                  </a:lnTo>
                  <a:lnTo>
                    <a:pt x="2860519" y="3117288"/>
                  </a:lnTo>
                  <a:lnTo>
                    <a:pt x="2860519" y="3116664"/>
                  </a:lnTo>
                  <a:lnTo>
                    <a:pt x="2860664" y="3116664"/>
                  </a:lnTo>
                  <a:lnTo>
                    <a:pt x="2860810" y="3116664"/>
                  </a:lnTo>
                  <a:lnTo>
                    <a:pt x="2860810" y="3116040"/>
                  </a:lnTo>
                  <a:lnTo>
                    <a:pt x="2860955" y="3116040"/>
                  </a:lnTo>
                  <a:lnTo>
                    <a:pt x="2861101" y="3116040"/>
                  </a:lnTo>
                  <a:lnTo>
                    <a:pt x="2861246" y="3116040"/>
                  </a:lnTo>
                  <a:lnTo>
                    <a:pt x="2861392" y="3116040"/>
                  </a:lnTo>
                  <a:lnTo>
                    <a:pt x="2861537" y="3116040"/>
                  </a:lnTo>
                  <a:lnTo>
                    <a:pt x="2861682" y="3116040"/>
                  </a:lnTo>
                  <a:lnTo>
                    <a:pt x="2861828" y="3116040"/>
                  </a:lnTo>
                  <a:lnTo>
                    <a:pt x="2861973" y="3116040"/>
                  </a:lnTo>
                  <a:lnTo>
                    <a:pt x="2862119" y="3116040"/>
                  </a:lnTo>
                  <a:lnTo>
                    <a:pt x="2862264" y="3116040"/>
                  </a:lnTo>
                  <a:lnTo>
                    <a:pt x="2862410" y="3116040"/>
                  </a:lnTo>
                  <a:lnTo>
                    <a:pt x="2862555" y="3116040"/>
                  </a:lnTo>
                  <a:lnTo>
                    <a:pt x="2862700" y="3116040"/>
                  </a:lnTo>
                  <a:lnTo>
                    <a:pt x="2862846" y="3116040"/>
                  </a:lnTo>
                  <a:lnTo>
                    <a:pt x="2862991" y="3116040"/>
                  </a:lnTo>
                  <a:lnTo>
                    <a:pt x="2863137" y="3116040"/>
                  </a:lnTo>
                  <a:lnTo>
                    <a:pt x="2863282" y="3116040"/>
                  </a:lnTo>
                  <a:lnTo>
                    <a:pt x="2863427" y="3116040"/>
                  </a:lnTo>
                  <a:lnTo>
                    <a:pt x="2863427" y="3115417"/>
                  </a:lnTo>
                  <a:lnTo>
                    <a:pt x="2863573" y="3115417"/>
                  </a:lnTo>
                  <a:lnTo>
                    <a:pt x="2863718" y="3115417"/>
                  </a:lnTo>
                  <a:lnTo>
                    <a:pt x="2863718" y="3114793"/>
                  </a:lnTo>
                  <a:lnTo>
                    <a:pt x="2863864" y="3114793"/>
                  </a:lnTo>
                  <a:lnTo>
                    <a:pt x="2863864" y="3114170"/>
                  </a:lnTo>
                  <a:lnTo>
                    <a:pt x="2864009" y="3114170"/>
                  </a:lnTo>
                  <a:lnTo>
                    <a:pt x="2864155" y="3114170"/>
                  </a:lnTo>
                  <a:lnTo>
                    <a:pt x="2864300" y="3114170"/>
                  </a:lnTo>
                  <a:lnTo>
                    <a:pt x="2864445" y="3114170"/>
                  </a:lnTo>
                  <a:lnTo>
                    <a:pt x="2864591" y="3114170"/>
                  </a:lnTo>
                  <a:lnTo>
                    <a:pt x="2864736" y="3114170"/>
                  </a:lnTo>
                  <a:lnTo>
                    <a:pt x="2864882" y="3114170"/>
                  </a:lnTo>
                  <a:lnTo>
                    <a:pt x="2865027" y="3114170"/>
                  </a:lnTo>
                  <a:lnTo>
                    <a:pt x="2865173" y="3114170"/>
                  </a:lnTo>
                  <a:lnTo>
                    <a:pt x="2865318" y="3114170"/>
                  </a:lnTo>
                  <a:lnTo>
                    <a:pt x="2865463" y="3114170"/>
                  </a:lnTo>
                  <a:lnTo>
                    <a:pt x="2865609" y="3114170"/>
                  </a:lnTo>
                  <a:lnTo>
                    <a:pt x="2865609" y="3113546"/>
                  </a:lnTo>
                  <a:lnTo>
                    <a:pt x="2865754" y="3113546"/>
                  </a:lnTo>
                  <a:lnTo>
                    <a:pt x="2865900" y="3113546"/>
                  </a:lnTo>
                  <a:lnTo>
                    <a:pt x="2865900" y="3112922"/>
                  </a:lnTo>
                  <a:lnTo>
                    <a:pt x="2866045" y="3112922"/>
                  </a:lnTo>
                  <a:lnTo>
                    <a:pt x="2866191" y="3112922"/>
                  </a:lnTo>
                  <a:lnTo>
                    <a:pt x="2866336" y="3112922"/>
                  </a:lnTo>
                  <a:lnTo>
                    <a:pt x="2866336" y="3112299"/>
                  </a:lnTo>
                  <a:lnTo>
                    <a:pt x="2866481" y="3112299"/>
                  </a:lnTo>
                  <a:lnTo>
                    <a:pt x="2866627" y="3112299"/>
                  </a:lnTo>
                  <a:lnTo>
                    <a:pt x="2866772" y="3112299"/>
                  </a:lnTo>
                  <a:lnTo>
                    <a:pt x="2866918" y="3112299"/>
                  </a:lnTo>
                  <a:lnTo>
                    <a:pt x="2867063" y="3112299"/>
                  </a:lnTo>
                  <a:lnTo>
                    <a:pt x="2867209" y="3112299"/>
                  </a:lnTo>
                  <a:lnTo>
                    <a:pt x="2867354" y="3112299"/>
                  </a:lnTo>
                  <a:lnTo>
                    <a:pt x="2867499" y="3112299"/>
                  </a:lnTo>
                  <a:lnTo>
                    <a:pt x="2867645" y="3112299"/>
                  </a:lnTo>
                  <a:lnTo>
                    <a:pt x="2867790" y="3112299"/>
                  </a:lnTo>
                  <a:lnTo>
                    <a:pt x="2867936" y="3112299"/>
                  </a:lnTo>
                  <a:lnTo>
                    <a:pt x="2868081" y="3112299"/>
                  </a:lnTo>
                  <a:lnTo>
                    <a:pt x="2868227" y="3112299"/>
                  </a:lnTo>
                  <a:lnTo>
                    <a:pt x="2868372" y="3112299"/>
                  </a:lnTo>
                  <a:lnTo>
                    <a:pt x="2868372" y="3111675"/>
                  </a:lnTo>
                  <a:lnTo>
                    <a:pt x="2868517" y="3111675"/>
                  </a:lnTo>
                  <a:lnTo>
                    <a:pt x="2868663" y="3111675"/>
                  </a:lnTo>
                  <a:lnTo>
                    <a:pt x="2868663" y="3111052"/>
                  </a:lnTo>
                  <a:lnTo>
                    <a:pt x="2868663" y="3110428"/>
                  </a:lnTo>
                  <a:lnTo>
                    <a:pt x="2868808" y="3110428"/>
                  </a:lnTo>
                  <a:lnTo>
                    <a:pt x="2868954" y="3110428"/>
                  </a:lnTo>
                  <a:lnTo>
                    <a:pt x="2869099" y="3110428"/>
                  </a:lnTo>
                  <a:lnTo>
                    <a:pt x="2869245" y="3110428"/>
                  </a:lnTo>
                  <a:lnTo>
                    <a:pt x="2869245" y="3109805"/>
                  </a:lnTo>
                  <a:lnTo>
                    <a:pt x="2869390" y="3109805"/>
                  </a:lnTo>
                  <a:lnTo>
                    <a:pt x="2869390" y="3109181"/>
                  </a:lnTo>
                  <a:lnTo>
                    <a:pt x="2869535" y="3109181"/>
                  </a:lnTo>
                  <a:lnTo>
                    <a:pt x="2869535" y="3108557"/>
                  </a:lnTo>
                  <a:lnTo>
                    <a:pt x="2869681" y="3108557"/>
                  </a:lnTo>
                  <a:lnTo>
                    <a:pt x="2869826" y="3108557"/>
                  </a:lnTo>
                  <a:lnTo>
                    <a:pt x="2869972" y="3108557"/>
                  </a:lnTo>
                  <a:lnTo>
                    <a:pt x="2869972" y="3107934"/>
                  </a:lnTo>
                  <a:lnTo>
                    <a:pt x="2870117" y="3107934"/>
                  </a:lnTo>
                  <a:lnTo>
                    <a:pt x="2870117" y="3107310"/>
                  </a:lnTo>
                  <a:lnTo>
                    <a:pt x="2870117" y="3106687"/>
                  </a:lnTo>
                  <a:lnTo>
                    <a:pt x="2870262" y="3106687"/>
                  </a:lnTo>
                  <a:lnTo>
                    <a:pt x="2870408" y="3106687"/>
                  </a:lnTo>
                  <a:lnTo>
                    <a:pt x="2870553" y="3106687"/>
                  </a:lnTo>
                  <a:lnTo>
                    <a:pt x="2870699" y="3106687"/>
                  </a:lnTo>
                  <a:lnTo>
                    <a:pt x="2870844" y="3106687"/>
                  </a:lnTo>
                  <a:lnTo>
                    <a:pt x="2870990" y="3106687"/>
                  </a:lnTo>
                  <a:lnTo>
                    <a:pt x="2871135" y="3106687"/>
                  </a:lnTo>
                  <a:lnTo>
                    <a:pt x="2871280" y="3106687"/>
                  </a:lnTo>
                  <a:lnTo>
                    <a:pt x="2871426" y="3106687"/>
                  </a:lnTo>
                  <a:lnTo>
                    <a:pt x="2871426" y="3106063"/>
                  </a:lnTo>
                  <a:lnTo>
                    <a:pt x="2871426" y="3105439"/>
                  </a:lnTo>
                  <a:lnTo>
                    <a:pt x="2871571" y="3105439"/>
                  </a:lnTo>
                  <a:lnTo>
                    <a:pt x="2871571" y="3104816"/>
                  </a:lnTo>
                  <a:lnTo>
                    <a:pt x="2871717" y="3104816"/>
                  </a:lnTo>
                  <a:lnTo>
                    <a:pt x="2871717" y="3104192"/>
                  </a:lnTo>
                  <a:lnTo>
                    <a:pt x="2871862" y="3104192"/>
                  </a:lnTo>
                  <a:lnTo>
                    <a:pt x="2872008" y="3104192"/>
                  </a:lnTo>
                  <a:lnTo>
                    <a:pt x="2872153" y="3104192"/>
                  </a:lnTo>
                  <a:lnTo>
                    <a:pt x="2872298" y="3104192"/>
                  </a:lnTo>
                  <a:lnTo>
                    <a:pt x="2872444" y="3104192"/>
                  </a:lnTo>
                  <a:lnTo>
                    <a:pt x="2872589" y="3104192"/>
                  </a:lnTo>
                  <a:lnTo>
                    <a:pt x="2872735" y="3104192"/>
                  </a:lnTo>
                  <a:lnTo>
                    <a:pt x="2872735" y="3103569"/>
                  </a:lnTo>
                  <a:lnTo>
                    <a:pt x="2872735" y="3102945"/>
                  </a:lnTo>
                  <a:lnTo>
                    <a:pt x="2872880" y="3102945"/>
                  </a:lnTo>
                  <a:lnTo>
                    <a:pt x="2872880" y="3102322"/>
                  </a:lnTo>
                  <a:lnTo>
                    <a:pt x="2873026" y="3102322"/>
                  </a:lnTo>
                  <a:lnTo>
                    <a:pt x="2873171" y="3102322"/>
                  </a:lnTo>
                  <a:lnTo>
                    <a:pt x="2873316" y="3102322"/>
                  </a:lnTo>
                  <a:lnTo>
                    <a:pt x="2873316" y="3101698"/>
                  </a:lnTo>
                  <a:lnTo>
                    <a:pt x="2873316" y="3101074"/>
                  </a:lnTo>
                  <a:lnTo>
                    <a:pt x="2873462" y="3101074"/>
                  </a:lnTo>
                  <a:lnTo>
                    <a:pt x="2873607" y="3101074"/>
                  </a:lnTo>
                  <a:lnTo>
                    <a:pt x="2873753" y="3101074"/>
                  </a:lnTo>
                  <a:lnTo>
                    <a:pt x="2873898" y="3101074"/>
                  </a:lnTo>
                  <a:lnTo>
                    <a:pt x="2873898" y="3100451"/>
                  </a:lnTo>
                  <a:lnTo>
                    <a:pt x="2874044" y="3100451"/>
                  </a:lnTo>
                  <a:lnTo>
                    <a:pt x="2874189" y="3100451"/>
                  </a:lnTo>
                  <a:lnTo>
                    <a:pt x="2874334" y="3100451"/>
                  </a:lnTo>
                  <a:lnTo>
                    <a:pt x="2874480" y="3100451"/>
                  </a:lnTo>
                  <a:lnTo>
                    <a:pt x="2874625" y="3100451"/>
                  </a:lnTo>
                  <a:lnTo>
                    <a:pt x="2874771" y="3100451"/>
                  </a:lnTo>
                  <a:lnTo>
                    <a:pt x="2874771" y="3099827"/>
                  </a:lnTo>
                  <a:lnTo>
                    <a:pt x="2874771" y="3099204"/>
                  </a:lnTo>
                  <a:lnTo>
                    <a:pt x="2874771" y="3098580"/>
                  </a:lnTo>
                  <a:lnTo>
                    <a:pt x="2874916" y="3098580"/>
                  </a:lnTo>
                  <a:lnTo>
                    <a:pt x="2875062" y="3098580"/>
                  </a:lnTo>
                  <a:lnTo>
                    <a:pt x="2875207" y="3098580"/>
                  </a:lnTo>
                  <a:lnTo>
                    <a:pt x="2875352" y="3098580"/>
                  </a:lnTo>
                  <a:lnTo>
                    <a:pt x="2875352" y="3097956"/>
                  </a:lnTo>
                  <a:lnTo>
                    <a:pt x="2875498" y="3097956"/>
                  </a:lnTo>
                  <a:lnTo>
                    <a:pt x="2875643" y="3097956"/>
                  </a:lnTo>
                  <a:lnTo>
                    <a:pt x="2875789" y="3097956"/>
                  </a:lnTo>
                  <a:lnTo>
                    <a:pt x="2875934" y="3097956"/>
                  </a:lnTo>
                  <a:lnTo>
                    <a:pt x="2876080" y="3097956"/>
                  </a:lnTo>
                  <a:lnTo>
                    <a:pt x="2876225" y="3097956"/>
                  </a:lnTo>
                  <a:lnTo>
                    <a:pt x="2876370" y="3097956"/>
                  </a:lnTo>
                  <a:lnTo>
                    <a:pt x="2876516" y="3097956"/>
                  </a:lnTo>
                  <a:lnTo>
                    <a:pt x="2876661" y="3097956"/>
                  </a:lnTo>
                  <a:lnTo>
                    <a:pt x="2876807" y="3097956"/>
                  </a:lnTo>
                  <a:lnTo>
                    <a:pt x="2876952" y="3097956"/>
                  </a:lnTo>
                  <a:lnTo>
                    <a:pt x="2877097" y="3097956"/>
                  </a:lnTo>
                  <a:lnTo>
                    <a:pt x="2877243" y="3097956"/>
                  </a:lnTo>
                  <a:lnTo>
                    <a:pt x="2877388" y="3097956"/>
                  </a:lnTo>
                  <a:lnTo>
                    <a:pt x="2877534" y="3097956"/>
                  </a:lnTo>
                  <a:lnTo>
                    <a:pt x="2877534" y="3097333"/>
                  </a:lnTo>
                  <a:lnTo>
                    <a:pt x="2877679" y="3097333"/>
                  </a:lnTo>
                  <a:lnTo>
                    <a:pt x="2877825" y="3097333"/>
                  </a:lnTo>
                  <a:lnTo>
                    <a:pt x="2877825" y="3096709"/>
                  </a:lnTo>
                  <a:lnTo>
                    <a:pt x="2877970" y="3096709"/>
                  </a:lnTo>
                  <a:lnTo>
                    <a:pt x="2877970" y="3096086"/>
                  </a:lnTo>
                  <a:lnTo>
                    <a:pt x="2878115" y="3096086"/>
                  </a:lnTo>
                  <a:lnTo>
                    <a:pt x="2878261" y="3096086"/>
                  </a:lnTo>
                  <a:lnTo>
                    <a:pt x="2878406" y="3096086"/>
                  </a:lnTo>
                  <a:lnTo>
                    <a:pt x="2878406" y="3095462"/>
                  </a:lnTo>
                  <a:lnTo>
                    <a:pt x="2878552" y="3095462"/>
                  </a:lnTo>
                  <a:lnTo>
                    <a:pt x="2878697" y="3095462"/>
                  </a:lnTo>
                  <a:lnTo>
                    <a:pt x="2878843" y="3095462"/>
                  </a:lnTo>
                  <a:lnTo>
                    <a:pt x="2878988" y="3095462"/>
                  </a:lnTo>
                  <a:lnTo>
                    <a:pt x="2879133" y="3095462"/>
                  </a:lnTo>
                  <a:lnTo>
                    <a:pt x="2879279" y="3095462"/>
                  </a:lnTo>
                  <a:lnTo>
                    <a:pt x="2879424" y="3095462"/>
                  </a:lnTo>
                  <a:lnTo>
                    <a:pt x="2879570" y="3095462"/>
                  </a:lnTo>
                  <a:lnTo>
                    <a:pt x="2879570" y="3094839"/>
                  </a:lnTo>
                  <a:lnTo>
                    <a:pt x="2879715" y="3094839"/>
                  </a:lnTo>
                  <a:lnTo>
                    <a:pt x="2879715" y="3094215"/>
                  </a:lnTo>
                  <a:lnTo>
                    <a:pt x="2879861" y="3094215"/>
                  </a:lnTo>
                  <a:lnTo>
                    <a:pt x="2880006" y="3094215"/>
                  </a:lnTo>
                  <a:lnTo>
                    <a:pt x="2880151" y="3094215"/>
                  </a:lnTo>
                  <a:lnTo>
                    <a:pt x="2880297" y="3094215"/>
                  </a:lnTo>
                  <a:lnTo>
                    <a:pt x="2880442" y="3094215"/>
                  </a:lnTo>
                  <a:lnTo>
                    <a:pt x="2880442" y="3093591"/>
                  </a:lnTo>
                  <a:lnTo>
                    <a:pt x="2880588" y="3093591"/>
                  </a:lnTo>
                  <a:lnTo>
                    <a:pt x="2880588" y="3092968"/>
                  </a:lnTo>
                  <a:lnTo>
                    <a:pt x="2880733" y="3092968"/>
                  </a:lnTo>
                  <a:lnTo>
                    <a:pt x="2880879" y="3092968"/>
                  </a:lnTo>
                  <a:lnTo>
                    <a:pt x="2881024" y="3092968"/>
                  </a:lnTo>
                  <a:lnTo>
                    <a:pt x="2881169" y="3092968"/>
                  </a:lnTo>
                  <a:lnTo>
                    <a:pt x="2881169" y="3092344"/>
                  </a:lnTo>
                  <a:lnTo>
                    <a:pt x="2881169" y="3091721"/>
                  </a:lnTo>
                  <a:lnTo>
                    <a:pt x="2881315" y="3091721"/>
                  </a:lnTo>
                  <a:lnTo>
                    <a:pt x="2881460" y="3091721"/>
                  </a:lnTo>
                  <a:lnTo>
                    <a:pt x="2881460" y="3091097"/>
                  </a:lnTo>
                  <a:lnTo>
                    <a:pt x="2881606" y="3091097"/>
                  </a:lnTo>
                  <a:lnTo>
                    <a:pt x="2881751" y="3091097"/>
                  </a:lnTo>
                  <a:lnTo>
                    <a:pt x="2881897" y="3091097"/>
                  </a:lnTo>
                  <a:lnTo>
                    <a:pt x="2882042" y="3091097"/>
                  </a:lnTo>
                  <a:lnTo>
                    <a:pt x="2882187" y="3091097"/>
                  </a:lnTo>
                  <a:lnTo>
                    <a:pt x="2882187" y="3090473"/>
                  </a:lnTo>
                  <a:lnTo>
                    <a:pt x="2882187" y="3089850"/>
                  </a:lnTo>
                  <a:lnTo>
                    <a:pt x="2882333" y="3089850"/>
                  </a:lnTo>
                  <a:lnTo>
                    <a:pt x="2882478" y="3089850"/>
                  </a:lnTo>
                  <a:lnTo>
                    <a:pt x="2882478" y="3089226"/>
                  </a:lnTo>
                  <a:lnTo>
                    <a:pt x="2882624" y="3089226"/>
                  </a:lnTo>
                  <a:lnTo>
                    <a:pt x="2882624" y="3088603"/>
                  </a:lnTo>
                  <a:lnTo>
                    <a:pt x="2882624" y="3087979"/>
                  </a:lnTo>
                  <a:lnTo>
                    <a:pt x="2882769" y="3087979"/>
                  </a:lnTo>
                  <a:lnTo>
                    <a:pt x="2882915" y="3087979"/>
                  </a:lnTo>
                  <a:lnTo>
                    <a:pt x="2882915" y="3087356"/>
                  </a:lnTo>
                  <a:lnTo>
                    <a:pt x="2883060" y="3087356"/>
                  </a:lnTo>
                  <a:lnTo>
                    <a:pt x="2883205" y="3087356"/>
                  </a:lnTo>
                  <a:lnTo>
                    <a:pt x="2883351" y="3087356"/>
                  </a:lnTo>
                  <a:lnTo>
                    <a:pt x="2883496" y="3087356"/>
                  </a:lnTo>
                  <a:lnTo>
                    <a:pt x="2883642" y="3087356"/>
                  </a:lnTo>
                  <a:lnTo>
                    <a:pt x="2883787" y="3087356"/>
                  </a:lnTo>
                  <a:lnTo>
                    <a:pt x="2883787" y="3086732"/>
                  </a:lnTo>
                  <a:lnTo>
                    <a:pt x="2883787" y="3086108"/>
                  </a:lnTo>
                  <a:lnTo>
                    <a:pt x="2883932" y="3086108"/>
                  </a:lnTo>
                  <a:lnTo>
                    <a:pt x="2884078" y="3086108"/>
                  </a:lnTo>
                  <a:lnTo>
                    <a:pt x="2884078" y="3085485"/>
                  </a:lnTo>
                  <a:lnTo>
                    <a:pt x="2884223" y="3085485"/>
                  </a:lnTo>
                  <a:lnTo>
                    <a:pt x="2884369" y="3085485"/>
                  </a:lnTo>
                  <a:lnTo>
                    <a:pt x="2884514" y="3085485"/>
                  </a:lnTo>
                  <a:lnTo>
                    <a:pt x="2884514" y="3084861"/>
                  </a:lnTo>
                  <a:lnTo>
                    <a:pt x="2884660" y="3084861"/>
                  </a:lnTo>
                  <a:lnTo>
                    <a:pt x="2884805" y="3084861"/>
                  </a:lnTo>
                  <a:lnTo>
                    <a:pt x="2884950" y="3084861"/>
                  </a:lnTo>
                  <a:lnTo>
                    <a:pt x="2885096" y="3084861"/>
                  </a:lnTo>
                  <a:lnTo>
                    <a:pt x="2885241" y="3084861"/>
                  </a:lnTo>
                  <a:lnTo>
                    <a:pt x="2885387" y="3084861"/>
                  </a:lnTo>
                  <a:lnTo>
                    <a:pt x="2885532" y="3084861"/>
                  </a:lnTo>
                  <a:lnTo>
                    <a:pt x="2885678" y="3084861"/>
                  </a:lnTo>
                  <a:lnTo>
                    <a:pt x="2885823" y="3084861"/>
                  </a:lnTo>
                  <a:lnTo>
                    <a:pt x="2885968" y="3084861"/>
                  </a:lnTo>
                  <a:lnTo>
                    <a:pt x="2886114" y="3084861"/>
                  </a:lnTo>
                  <a:lnTo>
                    <a:pt x="2886259" y="3084861"/>
                  </a:lnTo>
                  <a:lnTo>
                    <a:pt x="2886405" y="3084861"/>
                  </a:lnTo>
                  <a:lnTo>
                    <a:pt x="2886550" y="3084861"/>
                  </a:lnTo>
                  <a:lnTo>
                    <a:pt x="2886696" y="3084861"/>
                  </a:lnTo>
                  <a:lnTo>
                    <a:pt x="2886841" y="3084861"/>
                  </a:lnTo>
                  <a:lnTo>
                    <a:pt x="2886986" y="3084861"/>
                  </a:lnTo>
                  <a:lnTo>
                    <a:pt x="2887132" y="3084861"/>
                  </a:lnTo>
                  <a:lnTo>
                    <a:pt x="2887277" y="3084861"/>
                  </a:lnTo>
                  <a:lnTo>
                    <a:pt x="2887423" y="3084861"/>
                  </a:lnTo>
                  <a:lnTo>
                    <a:pt x="2887568" y="3084861"/>
                  </a:lnTo>
                  <a:lnTo>
                    <a:pt x="2887714" y="3084861"/>
                  </a:lnTo>
                  <a:lnTo>
                    <a:pt x="2887859" y="3084861"/>
                  </a:lnTo>
                  <a:lnTo>
                    <a:pt x="2888004" y="3084861"/>
                  </a:lnTo>
                  <a:lnTo>
                    <a:pt x="2888150" y="3084861"/>
                  </a:lnTo>
                  <a:lnTo>
                    <a:pt x="2888295" y="3084861"/>
                  </a:lnTo>
                  <a:lnTo>
                    <a:pt x="2888441" y="3084861"/>
                  </a:lnTo>
                  <a:lnTo>
                    <a:pt x="2888586" y="3084861"/>
                  </a:lnTo>
                  <a:lnTo>
                    <a:pt x="2888732" y="3084861"/>
                  </a:lnTo>
                  <a:lnTo>
                    <a:pt x="2888877" y="3084861"/>
                  </a:lnTo>
                  <a:lnTo>
                    <a:pt x="2888877" y="3084238"/>
                  </a:lnTo>
                  <a:lnTo>
                    <a:pt x="2889022" y="3084238"/>
                  </a:lnTo>
                  <a:lnTo>
                    <a:pt x="2889168" y="3084238"/>
                  </a:lnTo>
                  <a:lnTo>
                    <a:pt x="2889313" y="3084238"/>
                  </a:lnTo>
                  <a:lnTo>
                    <a:pt x="2889459" y="3084238"/>
                  </a:lnTo>
                  <a:lnTo>
                    <a:pt x="2889459" y="3083614"/>
                  </a:lnTo>
                  <a:lnTo>
                    <a:pt x="2889604" y="3083614"/>
                  </a:lnTo>
                  <a:lnTo>
                    <a:pt x="2889749" y="3083614"/>
                  </a:lnTo>
                  <a:lnTo>
                    <a:pt x="2889749" y="3082990"/>
                  </a:lnTo>
                  <a:lnTo>
                    <a:pt x="2889895" y="3082990"/>
                  </a:lnTo>
                  <a:lnTo>
                    <a:pt x="2890040" y="3082990"/>
                  </a:lnTo>
                  <a:lnTo>
                    <a:pt x="2890040" y="3082367"/>
                  </a:lnTo>
                  <a:lnTo>
                    <a:pt x="2890186" y="3082367"/>
                  </a:lnTo>
                  <a:lnTo>
                    <a:pt x="2890331" y="3082367"/>
                  </a:lnTo>
                  <a:lnTo>
                    <a:pt x="2890331" y="3081743"/>
                  </a:lnTo>
                  <a:lnTo>
                    <a:pt x="2890477" y="3081743"/>
                  </a:lnTo>
                  <a:lnTo>
                    <a:pt x="2890622" y="3081743"/>
                  </a:lnTo>
                  <a:lnTo>
                    <a:pt x="2890767" y="3081743"/>
                  </a:lnTo>
                  <a:lnTo>
                    <a:pt x="2890913" y="3081743"/>
                  </a:lnTo>
                  <a:lnTo>
                    <a:pt x="2891058" y="3081743"/>
                  </a:lnTo>
                  <a:lnTo>
                    <a:pt x="2891204" y="3081743"/>
                  </a:lnTo>
                  <a:lnTo>
                    <a:pt x="2891349" y="3081743"/>
                  </a:lnTo>
                  <a:lnTo>
                    <a:pt x="2891495" y="3081743"/>
                  </a:lnTo>
                  <a:lnTo>
                    <a:pt x="2891640" y="3081743"/>
                  </a:lnTo>
                  <a:lnTo>
                    <a:pt x="2891640" y="3081120"/>
                  </a:lnTo>
                  <a:lnTo>
                    <a:pt x="2891785" y="3081120"/>
                  </a:lnTo>
                  <a:lnTo>
                    <a:pt x="2891931" y="3081120"/>
                  </a:lnTo>
                  <a:lnTo>
                    <a:pt x="2892076" y="3081120"/>
                  </a:lnTo>
                  <a:lnTo>
                    <a:pt x="2892222" y="3081120"/>
                  </a:lnTo>
                  <a:lnTo>
                    <a:pt x="2892222" y="3080496"/>
                  </a:lnTo>
                  <a:lnTo>
                    <a:pt x="2892367" y="3080496"/>
                  </a:lnTo>
                  <a:lnTo>
                    <a:pt x="2892513" y="3080496"/>
                  </a:lnTo>
                  <a:lnTo>
                    <a:pt x="2892658" y="3080496"/>
                  </a:lnTo>
                  <a:lnTo>
                    <a:pt x="2892803" y="3080496"/>
                  </a:lnTo>
                  <a:lnTo>
                    <a:pt x="2892949" y="3080496"/>
                  </a:lnTo>
                  <a:lnTo>
                    <a:pt x="2892949" y="3079873"/>
                  </a:lnTo>
                  <a:lnTo>
                    <a:pt x="2892949" y="3079249"/>
                  </a:lnTo>
                  <a:lnTo>
                    <a:pt x="2893094" y="3079249"/>
                  </a:lnTo>
                  <a:lnTo>
                    <a:pt x="2893094" y="3078625"/>
                  </a:lnTo>
                  <a:lnTo>
                    <a:pt x="2893240" y="3078625"/>
                  </a:lnTo>
                  <a:lnTo>
                    <a:pt x="2893385" y="3078625"/>
                  </a:lnTo>
                  <a:lnTo>
                    <a:pt x="2893531" y="3078625"/>
                  </a:lnTo>
                  <a:lnTo>
                    <a:pt x="2893676" y="3078625"/>
                  </a:lnTo>
                  <a:lnTo>
                    <a:pt x="2893821" y="3078625"/>
                  </a:lnTo>
                  <a:lnTo>
                    <a:pt x="2893821" y="3078002"/>
                  </a:lnTo>
                  <a:lnTo>
                    <a:pt x="2893821" y="3077378"/>
                  </a:lnTo>
                  <a:lnTo>
                    <a:pt x="2893967" y="3077378"/>
                  </a:lnTo>
                  <a:lnTo>
                    <a:pt x="2894112" y="3077378"/>
                  </a:lnTo>
                  <a:lnTo>
                    <a:pt x="2894258" y="3077378"/>
                  </a:lnTo>
                  <a:lnTo>
                    <a:pt x="2894403" y="3077378"/>
                  </a:lnTo>
                  <a:lnTo>
                    <a:pt x="2894549" y="3077378"/>
                  </a:lnTo>
                  <a:lnTo>
                    <a:pt x="2894694" y="3077378"/>
                  </a:lnTo>
                  <a:lnTo>
                    <a:pt x="2894839" y="3077378"/>
                  </a:lnTo>
                  <a:lnTo>
                    <a:pt x="2894985" y="3077378"/>
                  </a:lnTo>
                  <a:lnTo>
                    <a:pt x="2895130" y="3077378"/>
                  </a:lnTo>
                  <a:lnTo>
                    <a:pt x="2895276" y="3077378"/>
                  </a:lnTo>
                  <a:lnTo>
                    <a:pt x="2895421" y="3077378"/>
                  </a:lnTo>
                  <a:lnTo>
                    <a:pt x="2895567" y="3077378"/>
                  </a:lnTo>
                  <a:lnTo>
                    <a:pt x="2895567" y="3076755"/>
                  </a:lnTo>
                  <a:lnTo>
                    <a:pt x="2895712" y="3076755"/>
                  </a:lnTo>
                  <a:lnTo>
                    <a:pt x="2895857" y="3076755"/>
                  </a:lnTo>
                  <a:lnTo>
                    <a:pt x="2896003" y="3076755"/>
                  </a:lnTo>
                  <a:lnTo>
                    <a:pt x="2896148" y="3076755"/>
                  </a:lnTo>
                  <a:lnTo>
                    <a:pt x="2896294" y="3076755"/>
                  </a:lnTo>
                  <a:lnTo>
                    <a:pt x="2896439" y="3076755"/>
                  </a:lnTo>
                  <a:lnTo>
                    <a:pt x="2896584" y="3076755"/>
                  </a:lnTo>
                  <a:lnTo>
                    <a:pt x="2896730" y="3076755"/>
                  </a:lnTo>
                  <a:lnTo>
                    <a:pt x="2896875" y="3076755"/>
                  </a:lnTo>
                  <a:lnTo>
                    <a:pt x="2897021" y="3076755"/>
                  </a:lnTo>
                  <a:lnTo>
                    <a:pt x="2897166" y="3076755"/>
                  </a:lnTo>
                  <a:lnTo>
                    <a:pt x="2897166" y="3076131"/>
                  </a:lnTo>
                  <a:lnTo>
                    <a:pt x="2897312" y="3076131"/>
                  </a:lnTo>
                  <a:lnTo>
                    <a:pt x="2897457" y="3076131"/>
                  </a:lnTo>
                  <a:lnTo>
                    <a:pt x="2897602" y="3076131"/>
                  </a:lnTo>
                  <a:lnTo>
                    <a:pt x="2897748" y="3076131"/>
                  </a:lnTo>
                  <a:lnTo>
                    <a:pt x="2897893" y="3076131"/>
                  </a:lnTo>
                  <a:lnTo>
                    <a:pt x="2898039" y="3076131"/>
                  </a:lnTo>
                  <a:lnTo>
                    <a:pt x="2898184" y="3076131"/>
                  </a:lnTo>
                  <a:lnTo>
                    <a:pt x="2898330" y="3076131"/>
                  </a:lnTo>
                  <a:lnTo>
                    <a:pt x="2898475" y="3076131"/>
                  </a:lnTo>
                  <a:lnTo>
                    <a:pt x="2898620" y="3076131"/>
                  </a:lnTo>
                  <a:lnTo>
                    <a:pt x="2898766" y="3076131"/>
                  </a:lnTo>
                  <a:lnTo>
                    <a:pt x="2898911" y="3076131"/>
                  </a:lnTo>
                  <a:lnTo>
                    <a:pt x="2899057" y="3076131"/>
                  </a:lnTo>
                  <a:lnTo>
                    <a:pt x="2899202" y="3076131"/>
                  </a:lnTo>
                  <a:lnTo>
                    <a:pt x="2899348" y="3076131"/>
                  </a:lnTo>
                  <a:lnTo>
                    <a:pt x="2899493" y="3076131"/>
                  </a:lnTo>
                  <a:lnTo>
                    <a:pt x="2899493" y="3075507"/>
                  </a:lnTo>
                  <a:lnTo>
                    <a:pt x="2899638" y="3075507"/>
                  </a:lnTo>
                  <a:lnTo>
                    <a:pt x="2899784" y="3075507"/>
                  </a:lnTo>
                  <a:lnTo>
                    <a:pt x="2899929" y="3075507"/>
                  </a:lnTo>
                  <a:lnTo>
                    <a:pt x="2900075" y="3075507"/>
                  </a:lnTo>
                  <a:lnTo>
                    <a:pt x="2900220" y="3075507"/>
                  </a:lnTo>
                  <a:lnTo>
                    <a:pt x="2900366" y="3075507"/>
                  </a:lnTo>
                  <a:lnTo>
                    <a:pt x="2900511" y="3075507"/>
                  </a:lnTo>
                  <a:lnTo>
                    <a:pt x="2900656" y="3075507"/>
                  </a:lnTo>
                  <a:lnTo>
                    <a:pt x="2900802" y="3075507"/>
                  </a:lnTo>
                  <a:lnTo>
                    <a:pt x="2900947" y="3075507"/>
                  </a:lnTo>
                  <a:lnTo>
                    <a:pt x="2901093" y="3075507"/>
                  </a:lnTo>
                  <a:lnTo>
                    <a:pt x="2901093" y="3074884"/>
                  </a:lnTo>
                  <a:lnTo>
                    <a:pt x="2901238" y="3074884"/>
                  </a:lnTo>
                  <a:lnTo>
                    <a:pt x="2901384" y="3074884"/>
                  </a:lnTo>
                  <a:lnTo>
                    <a:pt x="2901529" y="3074884"/>
                  </a:lnTo>
                  <a:lnTo>
                    <a:pt x="2901674" y="3074884"/>
                  </a:lnTo>
                  <a:lnTo>
                    <a:pt x="2901820" y="3074884"/>
                  </a:lnTo>
                  <a:lnTo>
                    <a:pt x="2901965" y="3074884"/>
                  </a:lnTo>
                  <a:lnTo>
                    <a:pt x="2902111" y="3074884"/>
                  </a:lnTo>
                  <a:lnTo>
                    <a:pt x="2902256" y="3074884"/>
                  </a:lnTo>
                  <a:lnTo>
                    <a:pt x="2902402" y="3074884"/>
                  </a:lnTo>
                  <a:lnTo>
                    <a:pt x="2902547" y="3074884"/>
                  </a:lnTo>
                  <a:lnTo>
                    <a:pt x="2902692" y="3074884"/>
                  </a:lnTo>
                  <a:lnTo>
                    <a:pt x="2902838" y="3074884"/>
                  </a:lnTo>
                  <a:lnTo>
                    <a:pt x="2902983" y="3074884"/>
                  </a:lnTo>
                  <a:lnTo>
                    <a:pt x="2903129" y="3074884"/>
                  </a:lnTo>
                  <a:lnTo>
                    <a:pt x="2903274" y="3074884"/>
                  </a:lnTo>
                  <a:lnTo>
                    <a:pt x="2903419" y="3074884"/>
                  </a:lnTo>
                  <a:lnTo>
                    <a:pt x="2903565" y="3074884"/>
                  </a:lnTo>
                  <a:lnTo>
                    <a:pt x="2903710" y="3074884"/>
                  </a:lnTo>
                  <a:lnTo>
                    <a:pt x="2903710" y="3074260"/>
                  </a:lnTo>
                  <a:lnTo>
                    <a:pt x="2903856" y="3074260"/>
                  </a:lnTo>
                  <a:lnTo>
                    <a:pt x="2904001" y="3074260"/>
                  </a:lnTo>
                  <a:lnTo>
                    <a:pt x="2904147" y="3074260"/>
                  </a:lnTo>
                  <a:lnTo>
                    <a:pt x="2904147" y="3073637"/>
                  </a:lnTo>
                  <a:lnTo>
                    <a:pt x="2904292" y="3073637"/>
                  </a:lnTo>
                  <a:lnTo>
                    <a:pt x="2904437" y="3073637"/>
                  </a:lnTo>
                  <a:lnTo>
                    <a:pt x="2904583" y="3073637"/>
                  </a:lnTo>
                  <a:lnTo>
                    <a:pt x="2904728" y="3073637"/>
                  </a:lnTo>
                  <a:lnTo>
                    <a:pt x="2904874" y="3073637"/>
                  </a:lnTo>
                  <a:lnTo>
                    <a:pt x="2905019" y="3073637"/>
                  </a:lnTo>
                  <a:lnTo>
                    <a:pt x="2905165" y="3073637"/>
                  </a:lnTo>
                  <a:lnTo>
                    <a:pt x="2905310" y="3073637"/>
                  </a:lnTo>
                  <a:lnTo>
                    <a:pt x="2905455" y="3073637"/>
                  </a:lnTo>
                  <a:lnTo>
                    <a:pt x="2905601" y="3073637"/>
                  </a:lnTo>
                  <a:lnTo>
                    <a:pt x="2905746" y="3073637"/>
                  </a:lnTo>
                  <a:lnTo>
                    <a:pt x="2905892" y="3073637"/>
                  </a:lnTo>
                  <a:lnTo>
                    <a:pt x="2906037" y="3073637"/>
                  </a:lnTo>
                  <a:lnTo>
                    <a:pt x="2906183" y="3073637"/>
                  </a:lnTo>
                  <a:lnTo>
                    <a:pt x="2906183" y="3073013"/>
                  </a:lnTo>
                  <a:lnTo>
                    <a:pt x="2906328" y="3073013"/>
                  </a:lnTo>
                  <a:lnTo>
                    <a:pt x="2906473" y="3073013"/>
                  </a:lnTo>
                  <a:lnTo>
                    <a:pt x="2906619" y="3073013"/>
                  </a:lnTo>
                  <a:lnTo>
                    <a:pt x="2906764" y="3073013"/>
                  </a:lnTo>
                  <a:lnTo>
                    <a:pt x="2906764" y="3072390"/>
                  </a:lnTo>
                  <a:lnTo>
                    <a:pt x="2906910" y="3072390"/>
                  </a:lnTo>
                  <a:lnTo>
                    <a:pt x="2907055" y="3072390"/>
                  </a:lnTo>
                  <a:lnTo>
                    <a:pt x="2907055" y="3071766"/>
                  </a:lnTo>
                  <a:lnTo>
                    <a:pt x="2907055" y="3071142"/>
                  </a:lnTo>
                  <a:lnTo>
                    <a:pt x="2907201" y="3071142"/>
                  </a:lnTo>
                  <a:lnTo>
                    <a:pt x="2907346" y="3071142"/>
                  </a:lnTo>
                  <a:lnTo>
                    <a:pt x="2907346" y="3070519"/>
                  </a:lnTo>
                  <a:lnTo>
                    <a:pt x="2907491" y="3070519"/>
                  </a:lnTo>
                  <a:lnTo>
                    <a:pt x="2907637" y="3070519"/>
                  </a:lnTo>
                  <a:lnTo>
                    <a:pt x="2907782" y="3070519"/>
                  </a:lnTo>
                  <a:lnTo>
                    <a:pt x="2907928" y="3070519"/>
                  </a:lnTo>
                  <a:lnTo>
                    <a:pt x="2907928" y="3069895"/>
                  </a:lnTo>
                  <a:lnTo>
                    <a:pt x="2908073" y="3069895"/>
                  </a:lnTo>
                  <a:lnTo>
                    <a:pt x="2908219" y="3069895"/>
                  </a:lnTo>
                  <a:lnTo>
                    <a:pt x="2908219" y="3069272"/>
                  </a:lnTo>
                  <a:lnTo>
                    <a:pt x="2908364" y="3069272"/>
                  </a:lnTo>
                  <a:lnTo>
                    <a:pt x="2908364" y="3068648"/>
                  </a:lnTo>
                  <a:lnTo>
                    <a:pt x="2908509" y="3068648"/>
                  </a:lnTo>
                  <a:lnTo>
                    <a:pt x="2908655" y="3068648"/>
                  </a:lnTo>
                  <a:lnTo>
                    <a:pt x="2908800" y="3068648"/>
                  </a:lnTo>
                  <a:lnTo>
                    <a:pt x="2908946" y="3068648"/>
                  </a:lnTo>
                  <a:lnTo>
                    <a:pt x="2908946" y="3068025"/>
                  </a:lnTo>
                  <a:lnTo>
                    <a:pt x="2909091" y="3068025"/>
                  </a:lnTo>
                  <a:lnTo>
                    <a:pt x="2909237" y="3068025"/>
                  </a:lnTo>
                  <a:lnTo>
                    <a:pt x="2909237" y="3067401"/>
                  </a:lnTo>
                  <a:lnTo>
                    <a:pt x="2909382" y="3067401"/>
                  </a:lnTo>
                  <a:lnTo>
                    <a:pt x="2909527" y="3067401"/>
                  </a:lnTo>
                  <a:lnTo>
                    <a:pt x="2909673" y="3067401"/>
                  </a:lnTo>
                  <a:lnTo>
                    <a:pt x="2909818" y="3067401"/>
                  </a:lnTo>
                  <a:lnTo>
                    <a:pt x="2909818" y="3066777"/>
                  </a:lnTo>
                  <a:lnTo>
                    <a:pt x="2909964" y="3066777"/>
                  </a:lnTo>
                  <a:lnTo>
                    <a:pt x="2910109" y="3066777"/>
                  </a:lnTo>
                  <a:lnTo>
                    <a:pt x="2910254" y="3066777"/>
                  </a:lnTo>
                  <a:lnTo>
                    <a:pt x="2910400" y="3066777"/>
                  </a:lnTo>
                  <a:lnTo>
                    <a:pt x="2910545" y="3066777"/>
                  </a:lnTo>
                  <a:lnTo>
                    <a:pt x="2910691" y="3066777"/>
                  </a:lnTo>
                  <a:lnTo>
                    <a:pt x="2910691" y="3066154"/>
                  </a:lnTo>
                  <a:lnTo>
                    <a:pt x="2910836" y="3066154"/>
                  </a:lnTo>
                  <a:lnTo>
                    <a:pt x="2910982" y="3066154"/>
                  </a:lnTo>
                  <a:lnTo>
                    <a:pt x="2911127" y="3066154"/>
                  </a:lnTo>
                  <a:lnTo>
                    <a:pt x="2911127" y="3065530"/>
                  </a:lnTo>
                  <a:lnTo>
                    <a:pt x="2911272" y="3065530"/>
                  </a:lnTo>
                  <a:lnTo>
                    <a:pt x="2911418" y="3065530"/>
                  </a:lnTo>
                  <a:lnTo>
                    <a:pt x="2911563" y="3065530"/>
                  </a:lnTo>
                  <a:lnTo>
                    <a:pt x="2911709" y="3065530"/>
                  </a:lnTo>
                  <a:lnTo>
                    <a:pt x="2911709" y="3064907"/>
                  </a:lnTo>
                  <a:lnTo>
                    <a:pt x="2911854" y="3064907"/>
                  </a:lnTo>
                  <a:lnTo>
                    <a:pt x="2912000" y="3064907"/>
                  </a:lnTo>
                  <a:lnTo>
                    <a:pt x="2912000" y="3064283"/>
                  </a:lnTo>
                  <a:lnTo>
                    <a:pt x="2912000" y="3063659"/>
                  </a:lnTo>
                  <a:lnTo>
                    <a:pt x="2912000" y="3063036"/>
                  </a:lnTo>
                  <a:lnTo>
                    <a:pt x="2912145" y="3063036"/>
                  </a:lnTo>
                  <a:lnTo>
                    <a:pt x="2912290" y="3063036"/>
                  </a:lnTo>
                  <a:lnTo>
                    <a:pt x="2912436" y="3063036"/>
                  </a:lnTo>
                  <a:lnTo>
                    <a:pt x="2912436" y="3062412"/>
                  </a:lnTo>
                  <a:lnTo>
                    <a:pt x="2912581" y="3062412"/>
                  </a:lnTo>
                  <a:lnTo>
                    <a:pt x="2912727" y="3062412"/>
                  </a:lnTo>
                  <a:lnTo>
                    <a:pt x="2912872" y="3062412"/>
                  </a:lnTo>
                  <a:lnTo>
                    <a:pt x="2913018" y="3062412"/>
                  </a:lnTo>
                  <a:lnTo>
                    <a:pt x="2913163" y="3062412"/>
                  </a:lnTo>
                  <a:lnTo>
                    <a:pt x="2913308" y="3062412"/>
                  </a:lnTo>
                  <a:lnTo>
                    <a:pt x="2913454" y="3062412"/>
                  </a:lnTo>
                  <a:lnTo>
                    <a:pt x="2913599" y="3062412"/>
                  </a:lnTo>
                  <a:lnTo>
                    <a:pt x="2913745" y="3062412"/>
                  </a:lnTo>
                  <a:lnTo>
                    <a:pt x="2913890" y="3062412"/>
                  </a:lnTo>
                  <a:lnTo>
                    <a:pt x="2913890" y="3061789"/>
                  </a:lnTo>
                  <a:lnTo>
                    <a:pt x="2914036" y="3061789"/>
                  </a:lnTo>
                  <a:lnTo>
                    <a:pt x="2914181" y="3061789"/>
                  </a:lnTo>
                  <a:lnTo>
                    <a:pt x="2914326" y="3061789"/>
                  </a:lnTo>
                  <a:lnTo>
                    <a:pt x="2914326" y="3061165"/>
                  </a:lnTo>
                  <a:lnTo>
                    <a:pt x="2914472" y="3061165"/>
                  </a:lnTo>
                  <a:lnTo>
                    <a:pt x="2914617" y="3061165"/>
                  </a:lnTo>
                  <a:lnTo>
                    <a:pt x="2914617" y="3060542"/>
                  </a:lnTo>
                  <a:lnTo>
                    <a:pt x="2914763" y="3060542"/>
                  </a:lnTo>
                  <a:lnTo>
                    <a:pt x="2914908" y="3060542"/>
                  </a:lnTo>
                  <a:lnTo>
                    <a:pt x="2915054" y="3060542"/>
                  </a:lnTo>
                  <a:lnTo>
                    <a:pt x="2915199" y="3060542"/>
                  </a:lnTo>
                  <a:lnTo>
                    <a:pt x="2915344" y="3060542"/>
                  </a:lnTo>
                  <a:lnTo>
                    <a:pt x="2915490" y="3060542"/>
                  </a:lnTo>
                  <a:lnTo>
                    <a:pt x="2915635" y="3060542"/>
                  </a:lnTo>
                  <a:lnTo>
                    <a:pt x="2915781" y="3060542"/>
                  </a:lnTo>
                  <a:lnTo>
                    <a:pt x="2915781" y="3059918"/>
                  </a:lnTo>
                  <a:lnTo>
                    <a:pt x="2915926" y="3059918"/>
                  </a:lnTo>
                  <a:lnTo>
                    <a:pt x="2915926" y="3059294"/>
                  </a:lnTo>
                  <a:lnTo>
                    <a:pt x="2916072" y="3059294"/>
                  </a:lnTo>
                  <a:lnTo>
                    <a:pt x="2916217" y="3059294"/>
                  </a:lnTo>
                  <a:lnTo>
                    <a:pt x="2916362" y="3059294"/>
                  </a:lnTo>
                  <a:lnTo>
                    <a:pt x="2916508" y="3059294"/>
                  </a:lnTo>
                  <a:lnTo>
                    <a:pt x="2916653" y="3059294"/>
                  </a:lnTo>
                  <a:lnTo>
                    <a:pt x="2916799" y="3059294"/>
                  </a:lnTo>
                  <a:lnTo>
                    <a:pt x="2916944" y="3059294"/>
                  </a:lnTo>
                  <a:lnTo>
                    <a:pt x="2916944" y="3058671"/>
                  </a:lnTo>
                  <a:lnTo>
                    <a:pt x="2917089" y="3058671"/>
                  </a:lnTo>
                  <a:lnTo>
                    <a:pt x="2917235" y="3058671"/>
                  </a:lnTo>
                  <a:lnTo>
                    <a:pt x="2917380" y="3058671"/>
                  </a:lnTo>
                  <a:lnTo>
                    <a:pt x="2917526" y="3058671"/>
                  </a:lnTo>
                  <a:lnTo>
                    <a:pt x="2917671" y="3058671"/>
                  </a:lnTo>
                  <a:lnTo>
                    <a:pt x="2917671" y="3058047"/>
                  </a:lnTo>
                  <a:lnTo>
                    <a:pt x="2917817" y="3058047"/>
                  </a:lnTo>
                  <a:lnTo>
                    <a:pt x="2917817" y="3057424"/>
                  </a:lnTo>
                  <a:lnTo>
                    <a:pt x="2917962" y="3057424"/>
                  </a:lnTo>
                  <a:lnTo>
                    <a:pt x="2918107" y="3057424"/>
                  </a:lnTo>
                  <a:lnTo>
                    <a:pt x="2918253" y="3057424"/>
                  </a:lnTo>
                  <a:lnTo>
                    <a:pt x="2918253" y="3056800"/>
                  </a:lnTo>
                  <a:lnTo>
                    <a:pt x="2918398" y="3056800"/>
                  </a:lnTo>
                  <a:lnTo>
                    <a:pt x="2918544" y="3056800"/>
                  </a:lnTo>
                  <a:lnTo>
                    <a:pt x="2918689" y="3056800"/>
                  </a:lnTo>
                  <a:lnTo>
                    <a:pt x="2918835" y="3056800"/>
                  </a:lnTo>
                  <a:lnTo>
                    <a:pt x="2918980" y="3056800"/>
                  </a:lnTo>
                  <a:lnTo>
                    <a:pt x="2918980" y="3056176"/>
                  </a:lnTo>
                  <a:lnTo>
                    <a:pt x="2918980" y="3055553"/>
                  </a:lnTo>
                  <a:lnTo>
                    <a:pt x="2919125" y="3055553"/>
                  </a:lnTo>
                  <a:lnTo>
                    <a:pt x="2919271" y="3055553"/>
                  </a:lnTo>
                  <a:lnTo>
                    <a:pt x="2919416" y="3055553"/>
                  </a:lnTo>
                  <a:lnTo>
                    <a:pt x="2919562" y="3055553"/>
                  </a:lnTo>
                  <a:lnTo>
                    <a:pt x="2919707" y="3055553"/>
                  </a:lnTo>
                  <a:lnTo>
                    <a:pt x="2919853" y="3055553"/>
                  </a:lnTo>
                  <a:lnTo>
                    <a:pt x="2919998" y="3055553"/>
                  </a:lnTo>
                  <a:lnTo>
                    <a:pt x="2920143" y="3055553"/>
                  </a:lnTo>
                  <a:lnTo>
                    <a:pt x="2920289" y="3055553"/>
                  </a:lnTo>
                  <a:lnTo>
                    <a:pt x="2920434" y="3055553"/>
                  </a:lnTo>
                  <a:lnTo>
                    <a:pt x="2920580" y="3055553"/>
                  </a:lnTo>
                  <a:lnTo>
                    <a:pt x="2920580" y="3054929"/>
                  </a:lnTo>
                  <a:lnTo>
                    <a:pt x="2920725" y="3054929"/>
                  </a:lnTo>
                  <a:lnTo>
                    <a:pt x="2920871" y="3054929"/>
                  </a:lnTo>
                  <a:lnTo>
                    <a:pt x="2921016" y="3054929"/>
                  </a:lnTo>
                  <a:lnTo>
                    <a:pt x="2921161" y="3054929"/>
                  </a:lnTo>
                  <a:lnTo>
                    <a:pt x="2921307" y="3054929"/>
                  </a:lnTo>
                  <a:lnTo>
                    <a:pt x="2921452" y="3054929"/>
                  </a:lnTo>
                  <a:lnTo>
                    <a:pt x="2921598" y="3054929"/>
                  </a:lnTo>
                  <a:lnTo>
                    <a:pt x="2921743" y="3054929"/>
                  </a:lnTo>
                  <a:lnTo>
                    <a:pt x="2921889" y="3054929"/>
                  </a:lnTo>
                  <a:lnTo>
                    <a:pt x="2922034" y="3054929"/>
                  </a:lnTo>
                  <a:lnTo>
                    <a:pt x="2922179" y="3054929"/>
                  </a:lnTo>
                  <a:lnTo>
                    <a:pt x="2922179" y="3054306"/>
                  </a:lnTo>
                  <a:lnTo>
                    <a:pt x="2922325" y="3054306"/>
                  </a:lnTo>
                  <a:lnTo>
                    <a:pt x="2922470" y="3054306"/>
                  </a:lnTo>
                  <a:lnTo>
                    <a:pt x="2922616" y="3054306"/>
                  </a:lnTo>
                  <a:lnTo>
                    <a:pt x="2922761" y="3054306"/>
                  </a:lnTo>
                  <a:lnTo>
                    <a:pt x="2922907" y="3054306"/>
                  </a:lnTo>
                  <a:lnTo>
                    <a:pt x="2923052" y="3054306"/>
                  </a:lnTo>
                  <a:lnTo>
                    <a:pt x="2923197" y="3054306"/>
                  </a:lnTo>
                  <a:lnTo>
                    <a:pt x="2923343" y="3054306"/>
                  </a:lnTo>
                  <a:lnTo>
                    <a:pt x="2923488" y="3054306"/>
                  </a:lnTo>
                  <a:lnTo>
                    <a:pt x="2923488" y="3053682"/>
                  </a:lnTo>
                  <a:lnTo>
                    <a:pt x="2923634" y="3053682"/>
                  </a:lnTo>
                  <a:lnTo>
                    <a:pt x="2923779" y="3053682"/>
                  </a:lnTo>
                  <a:lnTo>
                    <a:pt x="2923924" y="3053682"/>
                  </a:lnTo>
                  <a:lnTo>
                    <a:pt x="2924070" y="3053682"/>
                  </a:lnTo>
                  <a:lnTo>
                    <a:pt x="2924215" y="3053682"/>
                  </a:lnTo>
                  <a:lnTo>
                    <a:pt x="2924361" y="3053682"/>
                  </a:lnTo>
                  <a:lnTo>
                    <a:pt x="2924506" y="3053682"/>
                  </a:lnTo>
                  <a:lnTo>
                    <a:pt x="2924506" y="3053059"/>
                  </a:lnTo>
                  <a:lnTo>
                    <a:pt x="2924652" y="3053059"/>
                  </a:lnTo>
                  <a:lnTo>
                    <a:pt x="2924797" y="3053059"/>
                  </a:lnTo>
                  <a:lnTo>
                    <a:pt x="2924942" y="3053059"/>
                  </a:lnTo>
                  <a:lnTo>
                    <a:pt x="2924942" y="3052435"/>
                  </a:lnTo>
                  <a:lnTo>
                    <a:pt x="2925088" y="3052435"/>
                  </a:lnTo>
                  <a:lnTo>
                    <a:pt x="2925088" y="3051811"/>
                  </a:lnTo>
                  <a:lnTo>
                    <a:pt x="2925233" y="3051811"/>
                  </a:lnTo>
                  <a:lnTo>
                    <a:pt x="2925233" y="3051188"/>
                  </a:lnTo>
                  <a:lnTo>
                    <a:pt x="2925379" y="3051188"/>
                  </a:lnTo>
                  <a:lnTo>
                    <a:pt x="2925524" y="3051188"/>
                  </a:lnTo>
                  <a:lnTo>
                    <a:pt x="2925670" y="3051188"/>
                  </a:lnTo>
                  <a:lnTo>
                    <a:pt x="2925815" y="3051188"/>
                  </a:lnTo>
                  <a:lnTo>
                    <a:pt x="2925960" y="3051188"/>
                  </a:lnTo>
                  <a:lnTo>
                    <a:pt x="2926106" y="3051188"/>
                  </a:lnTo>
                  <a:lnTo>
                    <a:pt x="2926251" y="3051188"/>
                  </a:lnTo>
                  <a:lnTo>
                    <a:pt x="2926251" y="3050564"/>
                  </a:lnTo>
                  <a:lnTo>
                    <a:pt x="2926397" y="3050564"/>
                  </a:lnTo>
                  <a:lnTo>
                    <a:pt x="2926542" y="3050564"/>
                  </a:lnTo>
                  <a:lnTo>
                    <a:pt x="2926688" y="3050564"/>
                  </a:lnTo>
                  <a:lnTo>
                    <a:pt x="2926833" y="3050564"/>
                  </a:lnTo>
                  <a:lnTo>
                    <a:pt x="2926978" y="3050564"/>
                  </a:lnTo>
                  <a:lnTo>
                    <a:pt x="2926978" y="3049941"/>
                  </a:lnTo>
                  <a:lnTo>
                    <a:pt x="2927124" y="3049941"/>
                  </a:lnTo>
                  <a:lnTo>
                    <a:pt x="2927124" y="3049317"/>
                  </a:lnTo>
                  <a:lnTo>
                    <a:pt x="2927269" y="3049317"/>
                  </a:lnTo>
                  <a:lnTo>
                    <a:pt x="2927269" y="3048693"/>
                  </a:lnTo>
                  <a:lnTo>
                    <a:pt x="2927415" y="3048693"/>
                  </a:lnTo>
                  <a:lnTo>
                    <a:pt x="2927560" y="3048693"/>
                  </a:lnTo>
                  <a:lnTo>
                    <a:pt x="2927706" y="3048693"/>
                  </a:lnTo>
                  <a:lnTo>
                    <a:pt x="2927851" y="3048693"/>
                  </a:lnTo>
                  <a:lnTo>
                    <a:pt x="2927851" y="3048070"/>
                  </a:lnTo>
                  <a:lnTo>
                    <a:pt x="2927996" y="3048070"/>
                  </a:lnTo>
                  <a:lnTo>
                    <a:pt x="2928142" y="3048070"/>
                  </a:lnTo>
                  <a:lnTo>
                    <a:pt x="2928287" y="3048070"/>
                  </a:lnTo>
                  <a:lnTo>
                    <a:pt x="2928433" y="3048070"/>
                  </a:lnTo>
                  <a:lnTo>
                    <a:pt x="2928578" y="3048070"/>
                  </a:lnTo>
                  <a:lnTo>
                    <a:pt x="2928724" y="3048070"/>
                  </a:lnTo>
                  <a:lnTo>
                    <a:pt x="2928724" y="3047446"/>
                  </a:lnTo>
                  <a:lnTo>
                    <a:pt x="2928869" y="3047446"/>
                  </a:lnTo>
                  <a:lnTo>
                    <a:pt x="2929014" y="3047446"/>
                  </a:lnTo>
                  <a:lnTo>
                    <a:pt x="2929160" y="3047446"/>
                  </a:lnTo>
                  <a:lnTo>
                    <a:pt x="2929305" y="3047446"/>
                  </a:lnTo>
                  <a:lnTo>
                    <a:pt x="2929451" y="3047446"/>
                  </a:lnTo>
                  <a:lnTo>
                    <a:pt x="2929596" y="3047446"/>
                  </a:lnTo>
                  <a:lnTo>
                    <a:pt x="2929742" y="3047446"/>
                  </a:lnTo>
                  <a:lnTo>
                    <a:pt x="2929742" y="3046823"/>
                  </a:lnTo>
                  <a:lnTo>
                    <a:pt x="2929887" y="3046823"/>
                  </a:lnTo>
                  <a:lnTo>
                    <a:pt x="2930032" y="3046823"/>
                  </a:lnTo>
                  <a:lnTo>
                    <a:pt x="2930178" y="3046823"/>
                  </a:lnTo>
                  <a:lnTo>
                    <a:pt x="2930323" y="3046823"/>
                  </a:lnTo>
                  <a:lnTo>
                    <a:pt x="2930469" y="3046823"/>
                  </a:lnTo>
                  <a:lnTo>
                    <a:pt x="2930614" y="3046823"/>
                  </a:lnTo>
                  <a:lnTo>
                    <a:pt x="2930759" y="3046823"/>
                  </a:lnTo>
                  <a:lnTo>
                    <a:pt x="2930905" y="3046823"/>
                  </a:lnTo>
                  <a:lnTo>
                    <a:pt x="2931050" y="3046823"/>
                  </a:lnTo>
                  <a:lnTo>
                    <a:pt x="2931196" y="3046823"/>
                  </a:lnTo>
                  <a:lnTo>
                    <a:pt x="2931196" y="3046199"/>
                  </a:lnTo>
                  <a:lnTo>
                    <a:pt x="2931341" y="3046199"/>
                  </a:lnTo>
                  <a:lnTo>
                    <a:pt x="2931487" y="3046199"/>
                  </a:lnTo>
                  <a:lnTo>
                    <a:pt x="2931632" y="3046199"/>
                  </a:lnTo>
                  <a:lnTo>
                    <a:pt x="2931777" y="3046199"/>
                  </a:lnTo>
                  <a:lnTo>
                    <a:pt x="2931923" y="3046199"/>
                  </a:lnTo>
                  <a:lnTo>
                    <a:pt x="2931923" y="3045576"/>
                  </a:lnTo>
                  <a:lnTo>
                    <a:pt x="2932068" y="3045576"/>
                  </a:lnTo>
                  <a:lnTo>
                    <a:pt x="2932214" y="3045576"/>
                  </a:lnTo>
                  <a:lnTo>
                    <a:pt x="2932359" y="3045576"/>
                  </a:lnTo>
                  <a:lnTo>
                    <a:pt x="2932505" y="3045576"/>
                  </a:lnTo>
                  <a:lnTo>
                    <a:pt x="2932650" y="3045576"/>
                  </a:lnTo>
                  <a:lnTo>
                    <a:pt x="2932795" y="3045576"/>
                  </a:lnTo>
                  <a:lnTo>
                    <a:pt x="2932941" y="3045576"/>
                  </a:lnTo>
                  <a:lnTo>
                    <a:pt x="2933086" y="3045576"/>
                  </a:lnTo>
                  <a:lnTo>
                    <a:pt x="2933232" y="3045576"/>
                  </a:lnTo>
                  <a:lnTo>
                    <a:pt x="2933377" y="3045576"/>
                  </a:lnTo>
                  <a:lnTo>
                    <a:pt x="2933523" y="3045576"/>
                  </a:lnTo>
                  <a:lnTo>
                    <a:pt x="2933523" y="3044952"/>
                  </a:lnTo>
                  <a:lnTo>
                    <a:pt x="2933668" y="3044952"/>
                  </a:lnTo>
                  <a:lnTo>
                    <a:pt x="2933668" y="3044328"/>
                  </a:lnTo>
                  <a:lnTo>
                    <a:pt x="2933813" y="3044328"/>
                  </a:lnTo>
                  <a:lnTo>
                    <a:pt x="2933959" y="3044328"/>
                  </a:lnTo>
                  <a:lnTo>
                    <a:pt x="2934104" y="3044328"/>
                  </a:lnTo>
                  <a:lnTo>
                    <a:pt x="2934250" y="3044328"/>
                  </a:lnTo>
                  <a:lnTo>
                    <a:pt x="2934395" y="3044328"/>
                  </a:lnTo>
                  <a:lnTo>
                    <a:pt x="2934541" y="3044328"/>
                  </a:lnTo>
                  <a:lnTo>
                    <a:pt x="2934686" y="3044328"/>
                  </a:lnTo>
                  <a:lnTo>
                    <a:pt x="2934831" y="3044328"/>
                  </a:lnTo>
                  <a:lnTo>
                    <a:pt x="2934977" y="3044328"/>
                  </a:lnTo>
                  <a:lnTo>
                    <a:pt x="2935122" y="3044328"/>
                  </a:lnTo>
                  <a:lnTo>
                    <a:pt x="2935268" y="3044328"/>
                  </a:lnTo>
                  <a:lnTo>
                    <a:pt x="2935413" y="3044328"/>
                  </a:lnTo>
                  <a:lnTo>
                    <a:pt x="2935559" y="3044328"/>
                  </a:lnTo>
                  <a:lnTo>
                    <a:pt x="2935559" y="3043705"/>
                  </a:lnTo>
                  <a:lnTo>
                    <a:pt x="2935704" y="3043705"/>
                  </a:lnTo>
                  <a:lnTo>
                    <a:pt x="2935704" y="3043081"/>
                  </a:lnTo>
                  <a:lnTo>
                    <a:pt x="2935849" y="3043081"/>
                  </a:lnTo>
                  <a:lnTo>
                    <a:pt x="2935995" y="3043081"/>
                  </a:lnTo>
                  <a:lnTo>
                    <a:pt x="2935995" y="3042458"/>
                  </a:lnTo>
                  <a:lnTo>
                    <a:pt x="2935995" y="3041834"/>
                  </a:lnTo>
                  <a:lnTo>
                    <a:pt x="2936140" y="3041834"/>
                  </a:lnTo>
                  <a:lnTo>
                    <a:pt x="2936286" y="3041834"/>
                  </a:lnTo>
                  <a:lnTo>
                    <a:pt x="2936286" y="3041210"/>
                  </a:lnTo>
                  <a:lnTo>
                    <a:pt x="2936431" y="3041210"/>
                  </a:lnTo>
                  <a:lnTo>
                    <a:pt x="2936577" y="3041210"/>
                  </a:lnTo>
                  <a:lnTo>
                    <a:pt x="2936577" y="3040587"/>
                  </a:lnTo>
                  <a:lnTo>
                    <a:pt x="2936722" y="3040587"/>
                  </a:lnTo>
                  <a:lnTo>
                    <a:pt x="2936867" y="3040587"/>
                  </a:lnTo>
                  <a:lnTo>
                    <a:pt x="2937013" y="3040587"/>
                  </a:lnTo>
                  <a:lnTo>
                    <a:pt x="2937158" y="3040587"/>
                  </a:lnTo>
                  <a:lnTo>
                    <a:pt x="2937304" y="3040587"/>
                  </a:lnTo>
                  <a:lnTo>
                    <a:pt x="2937449" y="3040587"/>
                  </a:lnTo>
                  <a:lnTo>
                    <a:pt x="2937594" y="3040587"/>
                  </a:lnTo>
                  <a:lnTo>
                    <a:pt x="2937740" y="3040587"/>
                  </a:lnTo>
                  <a:lnTo>
                    <a:pt x="2937885" y="3040587"/>
                  </a:lnTo>
                  <a:lnTo>
                    <a:pt x="2938031" y="3040587"/>
                  </a:lnTo>
                  <a:lnTo>
                    <a:pt x="2938176" y="3040587"/>
                  </a:lnTo>
                  <a:lnTo>
                    <a:pt x="2938322" y="3040587"/>
                  </a:lnTo>
                  <a:lnTo>
                    <a:pt x="2938467" y="3040587"/>
                  </a:lnTo>
                  <a:lnTo>
                    <a:pt x="2938612" y="3040587"/>
                  </a:lnTo>
                  <a:lnTo>
                    <a:pt x="2938758" y="3040587"/>
                  </a:lnTo>
                  <a:lnTo>
                    <a:pt x="2938903" y="3040587"/>
                  </a:lnTo>
                  <a:lnTo>
                    <a:pt x="2939049" y="3040587"/>
                  </a:lnTo>
                  <a:lnTo>
                    <a:pt x="2939194" y="3040587"/>
                  </a:lnTo>
                  <a:lnTo>
                    <a:pt x="2939340" y="3040587"/>
                  </a:lnTo>
                  <a:lnTo>
                    <a:pt x="2939485" y="3040587"/>
                  </a:lnTo>
                  <a:lnTo>
                    <a:pt x="2939630" y="3040587"/>
                  </a:lnTo>
                  <a:lnTo>
                    <a:pt x="2939776" y="3040587"/>
                  </a:lnTo>
                  <a:lnTo>
                    <a:pt x="2939921" y="3040587"/>
                  </a:lnTo>
                  <a:lnTo>
                    <a:pt x="2940067" y="3040587"/>
                  </a:lnTo>
                  <a:lnTo>
                    <a:pt x="2940212" y="3040587"/>
                  </a:lnTo>
                  <a:lnTo>
                    <a:pt x="2940358" y="3040587"/>
                  </a:lnTo>
                  <a:lnTo>
                    <a:pt x="2940503" y="3040587"/>
                  </a:lnTo>
                  <a:lnTo>
                    <a:pt x="2940648" y="3040587"/>
                  </a:lnTo>
                  <a:lnTo>
                    <a:pt x="2940794" y="3040587"/>
                  </a:lnTo>
                  <a:lnTo>
                    <a:pt x="2940939" y="3040587"/>
                  </a:lnTo>
                  <a:lnTo>
                    <a:pt x="2940939" y="3039963"/>
                  </a:lnTo>
                  <a:lnTo>
                    <a:pt x="2941085" y="3039963"/>
                  </a:lnTo>
                  <a:lnTo>
                    <a:pt x="2941230" y="3039963"/>
                  </a:lnTo>
                  <a:lnTo>
                    <a:pt x="2941376" y="3039963"/>
                  </a:lnTo>
                  <a:lnTo>
                    <a:pt x="2941521" y="3039963"/>
                  </a:lnTo>
                  <a:lnTo>
                    <a:pt x="2941666" y="3039963"/>
                  </a:lnTo>
                  <a:lnTo>
                    <a:pt x="2941812" y="3039963"/>
                  </a:lnTo>
                  <a:lnTo>
                    <a:pt x="2941812" y="3039340"/>
                  </a:lnTo>
                  <a:lnTo>
                    <a:pt x="2941812" y="3038716"/>
                  </a:lnTo>
                  <a:lnTo>
                    <a:pt x="2941957" y="3038716"/>
                  </a:lnTo>
                  <a:lnTo>
                    <a:pt x="2942103" y="3038716"/>
                  </a:lnTo>
                  <a:lnTo>
                    <a:pt x="2942248" y="3038716"/>
                  </a:lnTo>
                  <a:lnTo>
                    <a:pt x="2942394" y="3038716"/>
                  </a:lnTo>
                  <a:lnTo>
                    <a:pt x="2942539" y="3038716"/>
                  </a:lnTo>
                  <a:lnTo>
                    <a:pt x="2942684" y="3038716"/>
                  </a:lnTo>
                  <a:lnTo>
                    <a:pt x="2942830" y="3038716"/>
                  </a:lnTo>
                  <a:lnTo>
                    <a:pt x="2942975" y="3038716"/>
                  </a:lnTo>
                  <a:lnTo>
                    <a:pt x="2943121" y="3038716"/>
                  </a:lnTo>
                  <a:lnTo>
                    <a:pt x="2943121" y="3038093"/>
                  </a:lnTo>
                  <a:lnTo>
                    <a:pt x="2943266" y="3038093"/>
                  </a:lnTo>
                  <a:lnTo>
                    <a:pt x="2943412" y="3038093"/>
                  </a:lnTo>
                  <a:lnTo>
                    <a:pt x="2943557" y="3038093"/>
                  </a:lnTo>
                  <a:lnTo>
                    <a:pt x="2943702" y="3038093"/>
                  </a:lnTo>
                  <a:lnTo>
                    <a:pt x="2943848" y="3038093"/>
                  </a:lnTo>
                  <a:lnTo>
                    <a:pt x="2943993" y="3038093"/>
                  </a:lnTo>
                  <a:lnTo>
                    <a:pt x="2944139" y="3038093"/>
                  </a:lnTo>
                  <a:lnTo>
                    <a:pt x="2944284" y="3038093"/>
                  </a:lnTo>
                  <a:lnTo>
                    <a:pt x="2944429" y="3038093"/>
                  </a:lnTo>
                  <a:lnTo>
                    <a:pt x="2944575" y="3038093"/>
                  </a:lnTo>
                  <a:lnTo>
                    <a:pt x="2944720" y="3038093"/>
                  </a:lnTo>
                  <a:lnTo>
                    <a:pt x="2944866" y="3038093"/>
                  </a:lnTo>
                  <a:lnTo>
                    <a:pt x="2945011" y="3038093"/>
                  </a:lnTo>
                  <a:lnTo>
                    <a:pt x="2945157" y="3038093"/>
                  </a:lnTo>
                  <a:lnTo>
                    <a:pt x="2945302" y="3038093"/>
                  </a:lnTo>
                  <a:lnTo>
                    <a:pt x="2945447" y="3038093"/>
                  </a:lnTo>
                  <a:lnTo>
                    <a:pt x="2945593" y="3038093"/>
                  </a:lnTo>
                  <a:lnTo>
                    <a:pt x="2945738" y="3038093"/>
                  </a:lnTo>
                  <a:lnTo>
                    <a:pt x="2945884" y="3038093"/>
                  </a:lnTo>
                  <a:lnTo>
                    <a:pt x="2946029" y="3038093"/>
                  </a:lnTo>
                  <a:lnTo>
                    <a:pt x="2946175" y="3038093"/>
                  </a:lnTo>
                  <a:lnTo>
                    <a:pt x="2946320" y="3038093"/>
                  </a:lnTo>
                  <a:lnTo>
                    <a:pt x="2946465" y="3038093"/>
                  </a:lnTo>
                  <a:lnTo>
                    <a:pt x="2946611" y="3038093"/>
                  </a:lnTo>
                  <a:lnTo>
                    <a:pt x="2946611" y="3037469"/>
                  </a:lnTo>
                  <a:lnTo>
                    <a:pt x="2946756" y="3037469"/>
                  </a:lnTo>
                  <a:lnTo>
                    <a:pt x="2946902" y="3037469"/>
                  </a:lnTo>
                  <a:lnTo>
                    <a:pt x="2947047" y="3037469"/>
                  </a:lnTo>
                  <a:lnTo>
                    <a:pt x="2947193" y="3037469"/>
                  </a:lnTo>
                  <a:lnTo>
                    <a:pt x="2947338" y="3037469"/>
                  </a:lnTo>
                  <a:lnTo>
                    <a:pt x="2947483" y="3037469"/>
                  </a:lnTo>
                  <a:lnTo>
                    <a:pt x="2947629" y="3037469"/>
                  </a:lnTo>
                  <a:lnTo>
                    <a:pt x="2947774" y="3037469"/>
                  </a:lnTo>
                  <a:lnTo>
                    <a:pt x="2947920" y="3037469"/>
                  </a:lnTo>
                  <a:lnTo>
                    <a:pt x="2948065" y="3037469"/>
                  </a:lnTo>
                  <a:lnTo>
                    <a:pt x="2948211" y="3037469"/>
                  </a:lnTo>
                  <a:lnTo>
                    <a:pt x="2948211" y="3036845"/>
                  </a:lnTo>
                  <a:lnTo>
                    <a:pt x="2948356" y="3036845"/>
                  </a:lnTo>
                  <a:lnTo>
                    <a:pt x="2948501" y="3036845"/>
                  </a:lnTo>
                  <a:lnTo>
                    <a:pt x="2948647" y="3036845"/>
                  </a:lnTo>
                  <a:lnTo>
                    <a:pt x="2948792" y="3036845"/>
                  </a:lnTo>
                  <a:lnTo>
                    <a:pt x="2948938" y="3036845"/>
                  </a:lnTo>
                  <a:lnTo>
                    <a:pt x="2949083" y="3036845"/>
                  </a:lnTo>
                  <a:lnTo>
                    <a:pt x="2949229" y="3036845"/>
                  </a:lnTo>
                  <a:lnTo>
                    <a:pt x="2949374" y="3036845"/>
                  </a:lnTo>
                  <a:lnTo>
                    <a:pt x="2949519" y="3036845"/>
                  </a:lnTo>
                  <a:lnTo>
                    <a:pt x="2949665" y="3036845"/>
                  </a:lnTo>
                  <a:lnTo>
                    <a:pt x="2949810" y="3036845"/>
                  </a:lnTo>
                  <a:lnTo>
                    <a:pt x="2949956" y="3036845"/>
                  </a:lnTo>
                  <a:lnTo>
                    <a:pt x="2950101" y="3036845"/>
                  </a:lnTo>
                  <a:lnTo>
                    <a:pt x="2950101" y="3036222"/>
                  </a:lnTo>
                  <a:lnTo>
                    <a:pt x="2950101" y="3035598"/>
                  </a:lnTo>
                  <a:lnTo>
                    <a:pt x="2950247" y="3035598"/>
                  </a:lnTo>
                  <a:lnTo>
                    <a:pt x="2950247" y="3034975"/>
                  </a:lnTo>
                  <a:lnTo>
                    <a:pt x="2950392" y="3034975"/>
                  </a:lnTo>
                  <a:lnTo>
                    <a:pt x="2950537" y="3034975"/>
                  </a:lnTo>
                  <a:lnTo>
                    <a:pt x="2950683" y="3034975"/>
                  </a:lnTo>
                  <a:lnTo>
                    <a:pt x="2950683" y="3034351"/>
                  </a:lnTo>
                  <a:lnTo>
                    <a:pt x="2950683" y="3033727"/>
                  </a:lnTo>
                  <a:lnTo>
                    <a:pt x="2950828" y="3033727"/>
                  </a:lnTo>
                  <a:lnTo>
                    <a:pt x="2950974" y="3033727"/>
                  </a:lnTo>
                  <a:lnTo>
                    <a:pt x="2951119" y="3033727"/>
                  </a:lnTo>
                  <a:lnTo>
                    <a:pt x="2951119" y="3033104"/>
                  </a:lnTo>
                  <a:lnTo>
                    <a:pt x="2951264" y="3033104"/>
                  </a:lnTo>
                  <a:lnTo>
                    <a:pt x="2951410" y="3033104"/>
                  </a:lnTo>
                  <a:lnTo>
                    <a:pt x="2951555" y="3033104"/>
                  </a:lnTo>
                  <a:lnTo>
                    <a:pt x="2951701" y="3033104"/>
                  </a:lnTo>
                  <a:lnTo>
                    <a:pt x="2951846" y="3033104"/>
                  </a:lnTo>
                  <a:lnTo>
                    <a:pt x="2951992" y="3033104"/>
                  </a:lnTo>
                  <a:lnTo>
                    <a:pt x="2951992" y="3032480"/>
                  </a:lnTo>
                  <a:lnTo>
                    <a:pt x="2952137" y="3032480"/>
                  </a:lnTo>
                  <a:lnTo>
                    <a:pt x="2952282" y="3032480"/>
                  </a:lnTo>
                  <a:lnTo>
                    <a:pt x="2952282" y="3031857"/>
                  </a:lnTo>
                  <a:lnTo>
                    <a:pt x="2952282" y="3031233"/>
                  </a:lnTo>
                  <a:lnTo>
                    <a:pt x="2952428" y="3031233"/>
                  </a:lnTo>
                  <a:lnTo>
                    <a:pt x="2952573" y="3031233"/>
                  </a:lnTo>
                  <a:lnTo>
                    <a:pt x="2952719" y="3031233"/>
                  </a:lnTo>
                  <a:lnTo>
                    <a:pt x="2952864" y="3031233"/>
                  </a:lnTo>
                  <a:lnTo>
                    <a:pt x="2953010" y="3031233"/>
                  </a:lnTo>
                  <a:lnTo>
                    <a:pt x="2953010" y="3030610"/>
                  </a:lnTo>
                  <a:lnTo>
                    <a:pt x="2953155" y="3030610"/>
                  </a:lnTo>
                  <a:lnTo>
                    <a:pt x="2953300" y="3030610"/>
                  </a:lnTo>
                  <a:lnTo>
                    <a:pt x="2953446" y="3030610"/>
                  </a:lnTo>
                  <a:lnTo>
                    <a:pt x="2953446" y="3029986"/>
                  </a:lnTo>
                  <a:lnTo>
                    <a:pt x="2953446" y="3029362"/>
                  </a:lnTo>
                  <a:lnTo>
                    <a:pt x="2953446" y="3028739"/>
                  </a:lnTo>
                  <a:lnTo>
                    <a:pt x="2953591" y="3028739"/>
                  </a:lnTo>
                  <a:lnTo>
                    <a:pt x="2953591" y="3028115"/>
                  </a:lnTo>
                  <a:lnTo>
                    <a:pt x="2953737" y="3028115"/>
                  </a:lnTo>
                  <a:lnTo>
                    <a:pt x="2953882" y="3028115"/>
                  </a:lnTo>
                  <a:lnTo>
                    <a:pt x="2954028" y="3028115"/>
                  </a:lnTo>
                  <a:lnTo>
                    <a:pt x="2954173" y="3028115"/>
                  </a:lnTo>
                  <a:lnTo>
                    <a:pt x="2954318" y="3028115"/>
                  </a:lnTo>
                  <a:lnTo>
                    <a:pt x="2954318" y="3027492"/>
                  </a:lnTo>
                  <a:lnTo>
                    <a:pt x="2954464" y="3027492"/>
                  </a:lnTo>
                  <a:lnTo>
                    <a:pt x="2954609" y="3027492"/>
                  </a:lnTo>
                  <a:lnTo>
                    <a:pt x="2954755" y="3027492"/>
                  </a:lnTo>
                  <a:lnTo>
                    <a:pt x="2954900" y="3027492"/>
                  </a:lnTo>
                  <a:lnTo>
                    <a:pt x="2954900" y="3026868"/>
                  </a:lnTo>
                  <a:lnTo>
                    <a:pt x="2955046" y="3026868"/>
                  </a:lnTo>
                  <a:lnTo>
                    <a:pt x="2955191" y="3026868"/>
                  </a:lnTo>
                  <a:lnTo>
                    <a:pt x="2955336" y="3026868"/>
                  </a:lnTo>
                  <a:lnTo>
                    <a:pt x="2955482" y="3026868"/>
                  </a:lnTo>
                  <a:lnTo>
                    <a:pt x="2955482" y="3026244"/>
                  </a:lnTo>
                  <a:lnTo>
                    <a:pt x="2955627" y="3026244"/>
                  </a:lnTo>
                  <a:lnTo>
                    <a:pt x="2955773" y="3026244"/>
                  </a:lnTo>
                  <a:lnTo>
                    <a:pt x="2955918" y="3026244"/>
                  </a:lnTo>
                  <a:lnTo>
                    <a:pt x="2956064" y="3026244"/>
                  </a:lnTo>
                  <a:lnTo>
                    <a:pt x="2956209" y="3026244"/>
                  </a:lnTo>
                  <a:lnTo>
                    <a:pt x="2956209" y="3025621"/>
                  </a:lnTo>
                  <a:lnTo>
                    <a:pt x="2956354" y="3025621"/>
                  </a:lnTo>
                  <a:lnTo>
                    <a:pt x="2956500" y="3025621"/>
                  </a:lnTo>
                  <a:lnTo>
                    <a:pt x="2956645" y="3025621"/>
                  </a:lnTo>
                  <a:lnTo>
                    <a:pt x="2956791" y="3025621"/>
                  </a:lnTo>
                  <a:lnTo>
                    <a:pt x="2956936" y="3025621"/>
                  </a:lnTo>
                  <a:lnTo>
                    <a:pt x="2957082" y="3025621"/>
                  </a:lnTo>
                  <a:lnTo>
                    <a:pt x="2957227" y="3025621"/>
                  </a:lnTo>
                  <a:lnTo>
                    <a:pt x="2957372" y="3025621"/>
                  </a:lnTo>
                  <a:lnTo>
                    <a:pt x="2957372" y="3024997"/>
                  </a:lnTo>
                  <a:lnTo>
                    <a:pt x="2957518" y="3024997"/>
                  </a:lnTo>
                  <a:lnTo>
                    <a:pt x="2957663" y="3024997"/>
                  </a:lnTo>
                  <a:lnTo>
                    <a:pt x="2957809" y="3024997"/>
                  </a:lnTo>
                  <a:lnTo>
                    <a:pt x="2957954" y="3024997"/>
                  </a:lnTo>
                  <a:lnTo>
                    <a:pt x="2958099" y="3024997"/>
                  </a:lnTo>
                  <a:lnTo>
                    <a:pt x="2958245" y="3024997"/>
                  </a:lnTo>
                  <a:lnTo>
                    <a:pt x="2958245" y="3024374"/>
                  </a:lnTo>
                  <a:lnTo>
                    <a:pt x="2958390" y="3024374"/>
                  </a:lnTo>
                  <a:lnTo>
                    <a:pt x="2958536" y="3024374"/>
                  </a:lnTo>
                  <a:lnTo>
                    <a:pt x="2958681" y="3024374"/>
                  </a:lnTo>
                  <a:lnTo>
                    <a:pt x="2958681" y="3023750"/>
                  </a:lnTo>
                  <a:lnTo>
                    <a:pt x="2958827" y="3023750"/>
                  </a:lnTo>
                  <a:lnTo>
                    <a:pt x="2958827" y="3023127"/>
                  </a:lnTo>
                  <a:lnTo>
                    <a:pt x="2958827" y="3022503"/>
                  </a:lnTo>
                  <a:lnTo>
                    <a:pt x="2958972" y="3022503"/>
                  </a:lnTo>
                  <a:lnTo>
                    <a:pt x="2959117" y="3022503"/>
                  </a:lnTo>
                  <a:lnTo>
                    <a:pt x="2959263" y="3022503"/>
                  </a:lnTo>
                  <a:lnTo>
                    <a:pt x="2959263" y="3021879"/>
                  </a:lnTo>
                  <a:lnTo>
                    <a:pt x="2959408" y="3021879"/>
                  </a:lnTo>
                  <a:lnTo>
                    <a:pt x="2959554" y="3021879"/>
                  </a:lnTo>
                  <a:lnTo>
                    <a:pt x="2959699" y="3021879"/>
                  </a:lnTo>
                  <a:lnTo>
                    <a:pt x="2959845" y="3021879"/>
                  </a:lnTo>
                  <a:lnTo>
                    <a:pt x="2959990" y="3021879"/>
                  </a:lnTo>
                  <a:lnTo>
                    <a:pt x="2960135" y="3021879"/>
                  </a:lnTo>
                  <a:lnTo>
                    <a:pt x="2960281" y="3021879"/>
                  </a:lnTo>
                  <a:lnTo>
                    <a:pt x="2960426" y="3021879"/>
                  </a:lnTo>
                  <a:lnTo>
                    <a:pt x="2960572" y="3021879"/>
                  </a:lnTo>
                  <a:lnTo>
                    <a:pt x="2960717" y="3021879"/>
                  </a:lnTo>
                  <a:lnTo>
                    <a:pt x="2960863" y="3021879"/>
                  </a:lnTo>
                  <a:lnTo>
                    <a:pt x="2961008" y="3021879"/>
                  </a:lnTo>
                  <a:lnTo>
                    <a:pt x="2961153" y="3021879"/>
                  </a:lnTo>
                  <a:lnTo>
                    <a:pt x="2961153" y="3021256"/>
                  </a:lnTo>
                  <a:lnTo>
                    <a:pt x="2961299" y="3021256"/>
                  </a:lnTo>
                  <a:lnTo>
                    <a:pt x="2961444" y="3021256"/>
                  </a:lnTo>
                  <a:lnTo>
                    <a:pt x="2961590" y="3021256"/>
                  </a:lnTo>
                  <a:lnTo>
                    <a:pt x="2961735" y="3021256"/>
                  </a:lnTo>
                  <a:lnTo>
                    <a:pt x="2961881" y="3021256"/>
                  </a:lnTo>
                  <a:lnTo>
                    <a:pt x="2962026" y="3021256"/>
                  </a:lnTo>
                  <a:lnTo>
                    <a:pt x="2962171" y="3021256"/>
                  </a:lnTo>
                  <a:lnTo>
                    <a:pt x="2962317" y="3021256"/>
                  </a:lnTo>
                  <a:lnTo>
                    <a:pt x="2962462" y="3021256"/>
                  </a:lnTo>
                  <a:lnTo>
                    <a:pt x="2962608" y="3021256"/>
                  </a:lnTo>
                  <a:lnTo>
                    <a:pt x="2962753" y="3021256"/>
                  </a:lnTo>
                  <a:lnTo>
                    <a:pt x="2962753" y="3020632"/>
                  </a:lnTo>
                  <a:lnTo>
                    <a:pt x="2962899" y="3020632"/>
                  </a:lnTo>
                  <a:lnTo>
                    <a:pt x="2963044" y="3020632"/>
                  </a:lnTo>
                  <a:lnTo>
                    <a:pt x="2963044" y="3020009"/>
                  </a:lnTo>
                  <a:lnTo>
                    <a:pt x="2963189" y="3020009"/>
                  </a:lnTo>
                  <a:lnTo>
                    <a:pt x="2963335" y="3020009"/>
                  </a:lnTo>
                  <a:lnTo>
                    <a:pt x="2963480" y="3020009"/>
                  </a:lnTo>
                  <a:lnTo>
                    <a:pt x="2963626" y="3020009"/>
                  </a:lnTo>
                  <a:lnTo>
                    <a:pt x="2963771" y="3020009"/>
                  </a:lnTo>
                  <a:lnTo>
                    <a:pt x="2963917" y="3020009"/>
                  </a:lnTo>
                  <a:lnTo>
                    <a:pt x="2963917" y="3019385"/>
                  </a:lnTo>
                  <a:lnTo>
                    <a:pt x="2964062" y="3019385"/>
                  </a:lnTo>
                  <a:lnTo>
                    <a:pt x="2964062" y="3018762"/>
                  </a:lnTo>
                  <a:lnTo>
                    <a:pt x="2964207" y="3018762"/>
                  </a:lnTo>
                  <a:lnTo>
                    <a:pt x="2964353" y="3018762"/>
                  </a:lnTo>
                  <a:lnTo>
                    <a:pt x="2964498" y="3018762"/>
                  </a:lnTo>
                  <a:lnTo>
                    <a:pt x="2964644" y="3018762"/>
                  </a:lnTo>
                  <a:lnTo>
                    <a:pt x="2964789" y="3018762"/>
                  </a:lnTo>
                  <a:lnTo>
                    <a:pt x="2964934" y="3018762"/>
                  </a:lnTo>
                  <a:lnTo>
                    <a:pt x="2965080" y="3018762"/>
                  </a:lnTo>
                  <a:lnTo>
                    <a:pt x="2965225" y="3018762"/>
                  </a:lnTo>
                  <a:lnTo>
                    <a:pt x="2965371" y="3018762"/>
                  </a:lnTo>
                  <a:lnTo>
                    <a:pt x="2965516" y="3018762"/>
                  </a:lnTo>
                  <a:lnTo>
                    <a:pt x="2965516" y="3018138"/>
                  </a:lnTo>
                  <a:lnTo>
                    <a:pt x="2965662" y="3018138"/>
                  </a:lnTo>
                  <a:lnTo>
                    <a:pt x="2965807" y="3018138"/>
                  </a:lnTo>
                  <a:lnTo>
                    <a:pt x="2965952" y="3018138"/>
                  </a:lnTo>
                  <a:lnTo>
                    <a:pt x="2966098" y="3018138"/>
                  </a:lnTo>
                  <a:lnTo>
                    <a:pt x="2966243" y="3018138"/>
                  </a:lnTo>
                  <a:lnTo>
                    <a:pt x="2966389" y="3018138"/>
                  </a:lnTo>
                  <a:lnTo>
                    <a:pt x="2966534" y="3018138"/>
                  </a:lnTo>
                  <a:lnTo>
                    <a:pt x="2966534" y="3017514"/>
                  </a:lnTo>
                  <a:lnTo>
                    <a:pt x="2966680" y="3017514"/>
                  </a:lnTo>
                  <a:lnTo>
                    <a:pt x="2966825" y="3017514"/>
                  </a:lnTo>
                  <a:lnTo>
                    <a:pt x="2966825" y="3016891"/>
                  </a:lnTo>
                  <a:lnTo>
                    <a:pt x="2966970" y="3016891"/>
                  </a:lnTo>
                  <a:lnTo>
                    <a:pt x="2967116" y="3016891"/>
                  </a:lnTo>
                  <a:lnTo>
                    <a:pt x="2967261" y="3016891"/>
                  </a:lnTo>
                  <a:lnTo>
                    <a:pt x="2967407" y="3016891"/>
                  </a:lnTo>
                  <a:lnTo>
                    <a:pt x="2967552" y="3016891"/>
                  </a:lnTo>
                  <a:lnTo>
                    <a:pt x="2967698" y="3016891"/>
                  </a:lnTo>
                  <a:lnTo>
                    <a:pt x="2967843" y="3016891"/>
                  </a:lnTo>
                  <a:lnTo>
                    <a:pt x="2967988" y="3016891"/>
                  </a:lnTo>
                  <a:lnTo>
                    <a:pt x="2968134" y="3016891"/>
                  </a:lnTo>
                  <a:lnTo>
                    <a:pt x="2968279" y="3016891"/>
                  </a:lnTo>
                  <a:lnTo>
                    <a:pt x="2968425" y="3016891"/>
                  </a:lnTo>
                  <a:lnTo>
                    <a:pt x="2968570" y="3016891"/>
                  </a:lnTo>
                  <a:lnTo>
                    <a:pt x="2968716" y="3016891"/>
                  </a:lnTo>
                  <a:lnTo>
                    <a:pt x="2968716" y="3016267"/>
                  </a:lnTo>
                  <a:lnTo>
                    <a:pt x="2968716" y="3015644"/>
                  </a:lnTo>
                  <a:lnTo>
                    <a:pt x="2968716" y="3015020"/>
                  </a:lnTo>
                  <a:lnTo>
                    <a:pt x="2968861" y="3015020"/>
                  </a:lnTo>
                  <a:lnTo>
                    <a:pt x="2969006" y="3015020"/>
                  </a:lnTo>
                  <a:lnTo>
                    <a:pt x="2969152" y="3015020"/>
                  </a:lnTo>
                  <a:lnTo>
                    <a:pt x="2969297" y="3015020"/>
                  </a:lnTo>
                  <a:lnTo>
                    <a:pt x="2969443" y="3015020"/>
                  </a:lnTo>
                  <a:lnTo>
                    <a:pt x="2969588" y="3015020"/>
                  </a:lnTo>
                  <a:lnTo>
                    <a:pt x="2969734" y="3015020"/>
                  </a:lnTo>
                  <a:lnTo>
                    <a:pt x="2969734" y="3014396"/>
                  </a:lnTo>
                  <a:lnTo>
                    <a:pt x="2969879" y="3014396"/>
                  </a:lnTo>
                  <a:lnTo>
                    <a:pt x="2970024" y="3014396"/>
                  </a:lnTo>
                  <a:lnTo>
                    <a:pt x="2970170" y="3014396"/>
                  </a:lnTo>
                  <a:lnTo>
                    <a:pt x="2970315" y="3014396"/>
                  </a:lnTo>
                  <a:lnTo>
                    <a:pt x="2970315" y="3013773"/>
                  </a:lnTo>
                  <a:lnTo>
                    <a:pt x="2970461" y="3013773"/>
                  </a:lnTo>
                  <a:lnTo>
                    <a:pt x="2970606" y="3013773"/>
                  </a:lnTo>
                  <a:lnTo>
                    <a:pt x="2970606" y="3013149"/>
                  </a:lnTo>
                  <a:lnTo>
                    <a:pt x="2970751" y="3013149"/>
                  </a:lnTo>
                  <a:lnTo>
                    <a:pt x="2970897" y="3013149"/>
                  </a:lnTo>
                  <a:lnTo>
                    <a:pt x="2971042" y="3013149"/>
                  </a:lnTo>
                  <a:lnTo>
                    <a:pt x="2971188" y="3013149"/>
                  </a:lnTo>
                  <a:lnTo>
                    <a:pt x="2971188" y="3012526"/>
                  </a:lnTo>
                  <a:lnTo>
                    <a:pt x="2971333" y="3012526"/>
                  </a:lnTo>
                  <a:lnTo>
                    <a:pt x="2971333" y="3011902"/>
                  </a:lnTo>
                  <a:lnTo>
                    <a:pt x="2971479" y="3011902"/>
                  </a:lnTo>
                  <a:lnTo>
                    <a:pt x="2971624" y="3011902"/>
                  </a:lnTo>
                  <a:lnTo>
                    <a:pt x="2971769" y="3011902"/>
                  </a:lnTo>
                  <a:lnTo>
                    <a:pt x="2971915" y="3011902"/>
                  </a:lnTo>
                  <a:lnTo>
                    <a:pt x="2971915" y="3011279"/>
                  </a:lnTo>
                  <a:lnTo>
                    <a:pt x="2972060" y="3011279"/>
                  </a:lnTo>
                  <a:lnTo>
                    <a:pt x="2972206" y="3011279"/>
                  </a:lnTo>
                  <a:lnTo>
                    <a:pt x="2972206" y="3010655"/>
                  </a:lnTo>
                  <a:lnTo>
                    <a:pt x="2972206" y="3010031"/>
                  </a:lnTo>
                  <a:lnTo>
                    <a:pt x="2972351" y="3010031"/>
                  </a:lnTo>
                  <a:lnTo>
                    <a:pt x="2972497" y="3010031"/>
                  </a:lnTo>
                  <a:lnTo>
                    <a:pt x="2972642" y="3010031"/>
                  </a:lnTo>
                  <a:lnTo>
                    <a:pt x="2972787" y="3010031"/>
                  </a:lnTo>
                  <a:lnTo>
                    <a:pt x="2972787" y="3009408"/>
                  </a:lnTo>
                  <a:lnTo>
                    <a:pt x="2972933" y="3009408"/>
                  </a:lnTo>
                  <a:lnTo>
                    <a:pt x="2973078" y="3009408"/>
                  </a:lnTo>
                  <a:lnTo>
                    <a:pt x="2973224" y="3009408"/>
                  </a:lnTo>
                  <a:lnTo>
                    <a:pt x="2973369" y="3009408"/>
                  </a:lnTo>
                  <a:lnTo>
                    <a:pt x="2973515" y="3009408"/>
                  </a:lnTo>
                  <a:lnTo>
                    <a:pt x="2973660" y="3009408"/>
                  </a:lnTo>
                  <a:lnTo>
                    <a:pt x="2973805" y="3009408"/>
                  </a:lnTo>
                  <a:lnTo>
                    <a:pt x="2973951" y="3009408"/>
                  </a:lnTo>
                  <a:lnTo>
                    <a:pt x="2974096" y="3009408"/>
                  </a:lnTo>
                  <a:lnTo>
                    <a:pt x="2974096" y="3008784"/>
                  </a:lnTo>
                  <a:lnTo>
                    <a:pt x="2974242" y="3008784"/>
                  </a:lnTo>
                  <a:lnTo>
                    <a:pt x="2974242" y="3008161"/>
                  </a:lnTo>
                  <a:lnTo>
                    <a:pt x="2974242" y="3007537"/>
                  </a:lnTo>
                  <a:lnTo>
                    <a:pt x="2974387" y="3007537"/>
                  </a:lnTo>
                  <a:lnTo>
                    <a:pt x="2974533" y="3007537"/>
                  </a:lnTo>
                  <a:lnTo>
                    <a:pt x="2974678" y="3007537"/>
                  </a:lnTo>
                  <a:lnTo>
                    <a:pt x="2974823" y="3007537"/>
                  </a:lnTo>
                  <a:lnTo>
                    <a:pt x="2974969" y="3007537"/>
                  </a:lnTo>
                  <a:lnTo>
                    <a:pt x="2975114" y="3007537"/>
                  </a:lnTo>
                  <a:lnTo>
                    <a:pt x="2975114" y="3006913"/>
                  </a:lnTo>
                  <a:lnTo>
                    <a:pt x="2975114" y="3006290"/>
                  </a:lnTo>
                  <a:lnTo>
                    <a:pt x="2975260" y="3006290"/>
                  </a:lnTo>
                  <a:lnTo>
                    <a:pt x="2975405" y="3006290"/>
                  </a:lnTo>
                  <a:lnTo>
                    <a:pt x="2975551" y="3006290"/>
                  </a:lnTo>
                  <a:lnTo>
                    <a:pt x="2975696" y="3006290"/>
                  </a:lnTo>
                  <a:lnTo>
                    <a:pt x="2975841" y="3006290"/>
                  </a:lnTo>
                  <a:lnTo>
                    <a:pt x="2975987" y="3006290"/>
                  </a:lnTo>
                  <a:lnTo>
                    <a:pt x="2976132" y="3006290"/>
                  </a:lnTo>
                  <a:lnTo>
                    <a:pt x="2976278" y="3006290"/>
                  </a:lnTo>
                  <a:lnTo>
                    <a:pt x="2976423" y="3006290"/>
                  </a:lnTo>
                  <a:lnTo>
                    <a:pt x="2976569" y="3006290"/>
                  </a:lnTo>
                  <a:lnTo>
                    <a:pt x="2976714" y="3006290"/>
                  </a:lnTo>
                  <a:lnTo>
                    <a:pt x="2976859" y="3006290"/>
                  </a:lnTo>
                  <a:lnTo>
                    <a:pt x="2977005" y="3006290"/>
                  </a:lnTo>
                  <a:lnTo>
                    <a:pt x="2977005" y="3005666"/>
                  </a:lnTo>
                  <a:lnTo>
                    <a:pt x="2977150" y="3005666"/>
                  </a:lnTo>
                  <a:lnTo>
                    <a:pt x="2977296" y="3005666"/>
                  </a:lnTo>
                  <a:lnTo>
                    <a:pt x="2977441" y="3005666"/>
                  </a:lnTo>
                  <a:lnTo>
                    <a:pt x="2977586" y="3005666"/>
                  </a:lnTo>
                  <a:lnTo>
                    <a:pt x="2977586" y="3005043"/>
                  </a:lnTo>
                  <a:lnTo>
                    <a:pt x="2977732" y="3005043"/>
                  </a:lnTo>
                  <a:lnTo>
                    <a:pt x="2977877" y="3005043"/>
                  </a:lnTo>
                  <a:lnTo>
                    <a:pt x="2978023" y="3005043"/>
                  </a:lnTo>
                  <a:lnTo>
                    <a:pt x="2978168" y="3005043"/>
                  </a:lnTo>
                  <a:lnTo>
                    <a:pt x="2978314" y="3005043"/>
                  </a:lnTo>
                  <a:lnTo>
                    <a:pt x="2978459" y="3005043"/>
                  </a:lnTo>
                  <a:lnTo>
                    <a:pt x="2978604" y="3005043"/>
                  </a:lnTo>
                  <a:lnTo>
                    <a:pt x="2978604" y="3004419"/>
                  </a:lnTo>
                  <a:lnTo>
                    <a:pt x="2978750" y="3004419"/>
                  </a:lnTo>
                  <a:lnTo>
                    <a:pt x="2978750" y="3003796"/>
                  </a:lnTo>
                  <a:lnTo>
                    <a:pt x="2978750" y="3003172"/>
                  </a:lnTo>
                  <a:lnTo>
                    <a:pt x="2978895" y="3003172"/>
                  </a:lnTo>
                  <a:lnTo>
                    <a:pt x="2978895" y="3002548"/>
                  </a:lnTo>
                  <a:lnTo>
                    <a:pt x="2979041" y="3002548"/>
                  </a:lnTo>
                  <a:lnTo>
                    <a:pt x="2979041" y="3001925"/>
                  </a:lnTo>
                  <a:lnTo>
                    <a:pt x="2979186" y="3001925"/>
                  </a:lnTo>
                  <a:lnTo>
                    <a:pt x="2979332" y="3001925"/>
                  </a:lnTo>
                  <a:lnTo>
                    <a:pt x="2979477" y="3001925"/>
                  </a:lnTo>
                  <a:lnTo>
                    <a:pt x="2979622" y="3001925"/>
                  </a:lnTo>
                  <a:lnTo>
                    <a:pt x="2979768" y="3001925"/>
                  </a:lnTo>
                  <a:lnTo>
                    <a:pt x="2979913" y="3001925"/>
                  </a:lnTo>
                  <a:lnTo>
                    <a:pt x="2980059" y="3001925"/>
                  </a:lnTo>
                  <a:lnTo>
                    <a:pt x="2980204" y="3001925"/>
                  </a:lnTo>
                  <a:lnTo>
                    <a:pt x="2980350" y="3001925"/>
                  </a:lnTo>
                  <a:lnTo>
                    <a:pt x="2980495" y="3001925"/>
                  </a:lnTo>
                  <a:lnTo>
                    <a:pt x="2980495" y="3001301"/>
                  </a:lnTo>
                  <a:lnTo>
                    <a:pt x="2980640" y="3001301"/>
                  </a:lnTo>
                  <a:lnTo>
                    <a:pt x="2980786" y="3001301"/>
                  </a:lnTo>
                  <a:lnTo>
                    <a:pt x="2980931" y="3001301"/>
                  </a:lnTo>
                  <a:lnTo>
                    <a:pt x="2981077" y="3001301"/>
                  </a:lnTo>
                  <a:lnTo>
                    <a:pt x="2981222" y="3001301"/>
                  </a:lnTo>
                  <a:lnTo>
                    <a:pt x="2981222" y="3000678"/>
                  </a:lnTo>
                  <a:lnTo>
                    <a:pt x="2981368" y="3000678"/>
                  </a:lnTo>
                  <a:lnTo>
                    <a:pt x="2981368" y="3000054"/>
                  </a:lnTo>
                  <a:lnTo>
                    <a:pt x="2981513" y="3000054"/>
                  </a:lnTo>
                  <a:lnTo>
                    <a:pt x="2981513" y="2999430"/>
                  </a:lnTo>
                  <a:lnTo>
                    <a:pt x="2981658" y="2999430"/>
                  </a:lnTo>
                  <a:lnTo>
                    <a:pt x="2981658" y="2998807"/>
                  </a:lnTo>
                  <a:lnTo>
                    <a:pt x="2981804" y="2998807"/>
                  </a:lnTo>
                  <a:lnTo>
                    <a:pt x="2981949" y="2998807"/>
                  </a:lnTo>
                  <a:lnTo>
                    <a:pt x="2982095" y="2998807"/>
                  </a:lnTo>
                  <a:lnTo>
                    <a:pt x="2982095" y="2998183"/>
                  </a:lnTo>
                  <a:lnTo>
                    <a:pt x="2982095" y="2997560"/>
                  </a:lnTo>
                  <a:lnTo>
                    <a:pt x="2982240" y="2997560"/>
                  </a:lnTo>
                  <a:lnTo>
                    <a:pt x="2982386" y="2997560"/>
                  </a:lnTo>
                  <a:lnTo>
                    <a:pt x="2982531" y="2997560"/>
                  </a:lnTo>
                  <a:lnTo>
                    <a:pt x="2982676" y="2997560"/>
                  </a:lnTo>
                  <a:lnTo>
                    <a:pt x="2982822" y="2997560"/>
                  </a:lnTo>
                  <a:lnTo>
                    <a:pt x="2982967" y="2997560"/>
                  </a:lnTo>
                  <a:lnTo>
                    <a:pt x="2983113" y="2997560"/>
                  </a:lnTo>
                  <a:lnTo>
                    <a:pt x="2983258" y="2997560"/>
                  </a:lnTo>
                  <a:lnTo>
                    <a:pt x="2983258" y="2996936"/>
                  </a:lnTo>
                  <a:lnTo>
                    <a:pt x="2983404" y="2996936"/>
                  </a:lnTo>
                  <a:lnTo>
                    <a:pt x="2983549" y="2996936"/>
                  </a:lnTo>
                  <a:lnTo>
                    <a:pt x="2983694" y="2996936"/>
                  </a:lnTo>
                  <a:lnTo>
                    <a:pt x="2983840" y="2996936"/>
                  </a:lnTo>
                  <a:lnTo>
                    <a:pt x="2983840" y="2996313"/>
                  </a:lnTo>
                  <a:lnTo>
                    <a:pt x="2983840" y="2995689"/>
                  </a:lnTo>
                  <a:lnTo>
                    <a:pt x="2983840" y="2995065"/>
                  </a:lnTo>
                  <a:lnTo>
                    <a:pt x="2983985" y="2995065"/>
                  </a:lnTo>
                  <a:lnTo>
                    <a:pt x="2984131" y="2995065"/>
                  </a:lnTo>
                  <a:lnTo>
                    <a:pt x="2984276" y="2995065"/>
                  </a:lnTo>
                  <a:lnTo>
                    <a:pt x="2984421" y="2995065"/>
                  </a:lnTo>
                  <a:lnTo>
                    <a:pt x="2984567" y="2995065"/>
                  </a:lnTo>
                  <a:lnTo>
                    <a:pt x="2984712" y="2995065"/>
                  </a:lnTo>
                  <a:lnTo>
                    <a:pt x="2984858" y="2995065"/>
                  </a:lnTo>
                  <a:lnTo>
                    <a:pt x="2985003" y="2995065"/>
                  </a:lnTo>
                  <a:lnTo>
                    <a:pt x="2985149" y="2995065"/>
                  </a:lnTo>
                  <a:lnTo>
                    <a:pt x="2985294" y="2995065"/>
                  </a:lnTo>
                  <a:lnTo>
                    <a:pt x="2985439" y="2995065"/>
                  </a:lnTo>
                  <a:lnTo>
                    <a:pt x="2985585" y="2995065"/>
                  </a:lnTo>
                  <a:lnTo>
                    <a:pt x="2985730" y="2995065"/>
                  </a:lnTo>
                  <a:lnTo>
                    <a:pt x="2985876" y="2995065"/>
                  </a:lnTo>
                  <a:lnTo>
                    <a:pt x="2985876" y="2994442"/>
                  </a:lnTo>
                  <a:lnTo>
                    <a:pt x="2986021" y="2994442"/>
                  </a:lnTo>
                  <a:lnTo>
                    <a:pt x="2986167" y="2994442"/>
                  </a:lnTo>
                  <a:lnTo>
                    <a:pt x="2986312" y="2994442"/>
                  </a:lnTo>
                  <a:lnTo>
                    <a:pt x="2986457" y="2994442"/>
                  </a:lnTo>
                  <a:lnTo>
                    <a:pt x="2986603" y="2994442"/>
                  </a:lnTo>
                  <a:lnTo>
                    <a:pt x="2986748" y="2994442"/>
                  </a:lnTo>
                  <a:lnTo>
                    <a:pt x="2986894" y="2994442"/>
                  </a:lnTo>
                  <a:lnTo>
                    <a:pt x="2987039" y="2994442"/>
                  </a:lnTo>
                  <a:lnTo>
                    <a:pt x="2987185" y="2994442"/>
                  </a:lnTo>
                  <a:lnTo>
                    <a:pt x="2987330" y="2994442"/>
                  </a:lnTo>
                  <a:lnTo>
                    <a:pt x="2987475" y="2994442"/>
                  </a:lnTo>
                  <a:lnTo>
                    <a:pt x="2987621" y="2994442"/>
                  </a:lnTo>
                  <a:lnTo>
                    <a:pt x="2987766" y="2994442"/>
                  </a:lnTo>
                  <a:lnTo>
                    <a:pt x="2987766" y="2993818"/>
                  </a:lnTo>
                  <a:lnTo>
                    <a:pt x="2987912" y="2993818"/>
                  </a:lnTo>
                  <a:lnTo>
                    <a:pt x="2988057" y="2993818"/>
                  </a:lnTo>
                  <a:lnTo>
                    <a:pt x="2988057" y="2993195"/>
                  </a:lnTo>
                  <a:lnTo>
                    <a:pt x="2988203" y="2993195"/>
                  </a:lnTo>
                  <a:lnTo>
                    <a:pt x="2988348" y="2993195"/>
                  </a:lnTo>
                  <a:lnTo>
                    <a:pt x="2988493" y="2993195"/>
                  </a:lnTo>
                  <a:lnTo>
                    <a:pt x="2988493" y="2992571"/>
                  </a:lnTo>
                  <a:lnTo>
                    <a:pt x="2988493" y="2991947"/>
                  </a:lnTo>
                  <a:lnTo>
                    <a:pt x="2988639" y="2991947"/>
                  </a:lnTo>
                  <a:lnTo>
                    <a:pt x="2988784" y="2991947"/>
                  </a:lnTo>
                  <a:lnTo>
                    <a:pt x="2988930" y="2991947"/>
                  </a:lnTo>
                  <a:lnTo>
                    <a:pt x="2989075" y="2991947"/>
                  </a:lnTo>
                  <a:lnTo>
                    <a:pt x="2989221" y="2991947"/>
                  </a:lnTo>
                  <a:lnTo>
                    <a:pt x="2989366" y="2991947"/>
                  </a:lnTo>
                  <a:lnTo>
                    <a:pt x="2989511" y="2991947"/>
                  </a:lnTo>
                  <a:lnTo>
                    <a:pt x="2989657" y="2991947"/>
                  </a:lnTo>
                  <a:lnTo>
                    <a:pt x="2989802" y="2991947"/>
                  </a:lnTo>
                  <a:lnTo>
                    <a:pt x="2989802" y="2991324"/>
                  </a:lnTo>
                  <a:lnTo>
                    <a:pt x="2989948" y="2991324"/>
                  </a:lnTo>
                  <a:lnTo>
                    <a:pt x="2990093" y="2991324"/>
                  </a:lnTo>
                  <a:lnTo>
                    <a:pt x="2990239" y="2991324"/>
                  </a:lnTo>
                  <a:lnTo>
                    <a:pt x="2990384" y="2991324"/>
                  </a:lnTo>
                  <a:lnTo>
                    <a:pt x="2990529" y="2991324"/>
                  </a:lnTo>
                  <a:lnTo>
                    <a:pt x="2990675" y="2991324"/>
                  </a:lnTo>
                  <a:lnTo>
                    <a:pt x="2990820" y="2991324"/>
                  </a:lnTo>
                  <a:lnTo>
                    <a:pt x="2990966" y="2991324"/>
                  </a:lnTo>
                  <a:lnTo>
                    <a:pt x="2991111" y="2991324"/>
                  </a:lnTo>
                  <a:lnTo>
                    <a:pt x="2991256" y="2991324"/>
                  </a:lnTo>
                  <a:lnTo>
                    <a:pt x="2991402" y="2991324"/>
                  </a:lnTo>
                  <a:lnTo>
                    <a:pt x="2991547" y="2991324"/>
                  </a:lnTo>
                  <a:lnTo>
                    <a:pt x="2991547" y="2990700"/>
                  </a:lnTo>
                  <a:lnTo>
                    <a:pt x="2991693" y="2990700"/>
                  </a:lnTo>
                  <a:lnTo>
                    <a:pt x="2991693" y="2990077"/>
                  </a:lnTo>
                  <a:lnTo>
                    <a:pt x="2991693" y="2989453"/>
                  </a:lnTo>
                  <a:lnTo>
                    <a:pt x="2991693" y="2988830"/>
                  </a:lnTo>
                  <a:lnTo>
                    <a:pt x="2991838" y="2988830"/>
                  </a:lnTo>
                  <a:lnTo>
                    <a:pt x="2991984" y="2988830"/>
                  </a:lnTo>
                  <a:lnTo>
                    <a:pt x="2992129" y="2988830"/>
                  </a:lnTo>
                  <a:lnTo>
                    <a:pt x="2992274" y="2988830"/>
                  </a:lnTo>
                  <a:lnTo>
                    <a:pt x="2992420" y="2988830"/>
                  </a:lnTo>
                  <a:lnTo>
                    <a:pt x="2992565" y="2988830"/>
                  </a:lnTo>
                  <a:lnTo>
                    <a:pt x="2992711" y="2988830"/>
                  </a:lnTo>
                  <a:lnTo>
                    <a:pt x="2992856" y="2988830"/>
                  </a:lnTo>
                  <a:lnTo>
                    <a:pt x="2993002" y="2988830"/>
                  </a:lnTo>
                  <a:lnTo>
                    <a:pt x="2993147" y="2988830"/>
                  </a:lnTo>
                  <a:lnTo>
                    <a:pt x="2993292" y="2988830"/>
                  </a:lnTo>
                  <a:lnTo>
                    <a:pt x="2993438" y="2988830"/>
                  </a:lnTo>
                  <a:lnTo>
                    <a:pt x="2993583" y="2988830"/>
                  </a:lnTo>
                  <a:lnTo>
                    <a:pt x="2993729" y="2988830"/>
                  </a:lnTo>
                  <a:lnTo>
                    <a:pt x="2993729" y="2988206"/>
                  </a:lnTo>
                  <a:lnTo>
                    <a:pt x="2993874" y="2988206"/>
                  </a:lnTo>
                  <a:lnTo>
                    <a:pt x="2994020" y="2988206"/>
                  </a:lnTo>
                  <a:lnTo>
                    <a:pt x="2994020" y="2987582"/>
                  </a:lnTo>
                  <a:lnTo>
                    <a:pt x="2994165" y="2987582"/>
                  </a:lnTo>
                  <a:lnTo>
                    <a:pt x="2994310" y="2987582"/>
                  </a:lnTo>
                  <a:lnTo>
                    <a:pt x="2994456" y="2987582"/>
                  </a:lnTo>
                  <a:lnTo>
                    <a:pt x="2994601" y="2987582"/>
                  </a:lnTo>
                  <a:lnTo>
                    <a:pt x="2994747" y="2987582"/>
                  </a:lnTo>
                  <a:lnTo>
                    <a:pt x="2994747" y="2986959"/>
                  </a:lnTo>
                  <a:lnTo>
                    <a:pt x="2994892" y="2986959"/>
                  </a:lnTo>
                  <a:lnTo>
                    <a:pt x="2994892" y="2986335"/>
                  </a:lnTo>
                  <a:lnTo>
                    <a:pt x="2995038" y="2986335"/>
                  </a:lnTo>
                  <a:lnTo>
                    <a:pt x="2995183" y="2986335"/>
                  </a:lnTo>
                  <a:lnTo>
                    <a:pt x="2995328" y="2986335"/>
                  </a:lnTo>
                  <a:lnTo>
                    <a:pt x="2995474" y="2986335"/>
                  </a:lnTo>
                  <a:lnTo>
                    <a:pt x="2995474" y="2985712"/>
                  </a:lnTo>
                  <a:lnTo>
                    <a:pt x="2995619" y="2985712"/>
                  </a:lnTo>
                  <a:lnTo>
                    <a:pt x="2995765" y="2985712"/>
                  </a:lnTo>
                  <a:lnTo>
                    <a:pt x="2995765" y="2985088"/>
                  </a:lnTo>
                  <a:lnTo>
                    <a:pt x="2995910" y="2985088"/>
                  </a:lnTo>
                  <a:lnTo>
                    <a:pt x="2996056" y="2985088"/>
                  </a:lnTo>
                  <a:lnTo>
                    <a:pt x="2996201" y="2985088"/>
                  </a:lnTo>
                  <a:lnTo>
                    <a:pt x="2996346" y="2985088"/>
                  </a:lnTo>
                  <a:lnTo>
                    <a:pt x="2996346" y="2984464"/>
                  </a:lnTo>
                  <a:lnTo>
                    <a:pt x="2996492" y="2984464"/>
                  </a:lnTo>
                  <a:lnTo>
                    <a:pt x="2996637" y="2984464"/>
                  </a:lnTo>
                  <a:lnTo>
                    <a:pt x="2996783" y="2984464"/>
                  </a:lnTo>
                  <a:lnTo>
                    <a:pt x="2996928" y="2984464"/>
                  </a:lnTo>
                  <a:lnTo>
                    <a:pt x="2997074" y="2984464"/>
                  </a:lnTo>
                  <a:lnTo>
                    <a:pt x="2997219" y="2984464"/>
                  </a:lnTo>
                  <a:lnTo>
                    <a:pt x="2997364" y="2984464"/>
                  </a:lnTo>
                  <a:lnTo>
                    <a:pt x="2997510" y="2984464"/>
                  </a:lnTo>
                  <a:lnTo>
                    <a:pt x="2997655" y="2984464"/>
                  </a:lnTo>
                  <a:lnTo>
                    <a:pt x="2997801" y="2984464"/>
                  </a:lnTo>
                  <a:lnTo>
                    <a:pt x="2997946" y="2984464"/>
                  </a:lnTo>
                  <a:lnTo>
                    <a:pt x="2998091" y="2984464"/>
                  </a:lnTo>
                  <a:lnTo>
                    <a:pt x="2998237" y="2984464"/>
                  </a:lnTo>
                  <a:lnTo>
                    <a:pt x="2998382" y="2984464"/>
                  </a:lnTo>
                  <a:lnTo>
                    <a:pt x="2998382" y="2983841"/>
                  </a:lnTo>
                  <a:lnTo>
                    <a:pt x="2998528" y="2983841"/>
                  </a:lnTo>
                  <a:lnTo>
                    <a:pt x="2998673" y="2983841"/>
                  </a:lnTo>
                  <a:lnTo>
                    <a:pt x="2998819" y="2983841"/>
                  </a:lnTo>
                  <a:lnTo>
                    <a:pt x="2998964" y="2983841"/>
                  </a:lnTo>
                  <a:lnTo>
                    <a:pt x="2999109" y="2983841"/>
                  </a:lnTo>
                  <a:lnTo>
                    <a:pt x="2999255" y="2983841"/>
                  </a:lnTo>
                  <a:lnTo>
                    <a:pt x="2999400" y="2983841"/>
                  </a:lnTo>
                  <a:lnTo>
                    <a:pt x="2999400" y="2983217"/>
                  </a:lnTo>
                  <a:lnTo>
                    <a:pt x="2999546" y="2983217"/>
                  </a:lnTo>
                  <a:lnTo>
                    <a:pt x="2999691" y="2983217"/>
                  </a:lnTo>
                  <a:lnTo>
                    <a:pt x="2999837" y="2983217"/>
                  </a:lnTo>
                  <a:lnTo>
                    <a:pt x="2999982" y="2983217"/>
                  </a:lnTo>
                  <a:lnTo>
                    <a:pt x="2999982" y="2982594"/>
                  </a:lnTo>
                  <a:lnTo>
                    <a:pt x="3000127" y="2982594"/>
                  </a:lnTo>
                  <a:lnTo>
                    <a:pt x="3000273" y="2982594"/>
                  </a:lnTo>
                  <a:lnTo>
                    <a:pt x="3000418" y="2982594"/>
                  </a:lnTo>
                  <a:lnTo>
                    <a:pt x="3000564" y="2982594"/>
                  </a:lnTo>
                  <a:lnTo>
                    <a:pt x="3000709" y="2982594"/>
                  </a:lnTo>
                  <a:lnTo>
                    <a:pt x="3000855" y="2982594"/>
                  </a:lnTo>
                  <a:lnTo>
                    <a:pt x="3000855" y="2981970"/>
                  </a:lnTo>
                  <a:lnTo>
                    <a:pt x="3000855" y="2981347"/>
                  </a:lnTo>
                  <a:lnTo>
                    <a:pt x="3001000" y="2981347"/>
                  </a:lnTo>
                  <a:lnTo>
                    <a:pt x="3001145" y="2981347"/>
                  </a:lnTo>
                  <a:lnTo>
                    <a:pt x="3001291" y="2981347"/>
                  </a:lnTo>
                  <a:lnTo>
                    <a:pt x="3001291" y="2980723"/>
                  </a:lnTo>
                  <a:lnTo>
                    <a:pt x="3001436" y="2980723"/>
                  </a:lnTo>
                  <a:lnTo>
                    <a:pt x="3001582" y="2980723"/>
                  </a:lnTo>
                  <a:lnTo>
                    <a:pt x="3001582" y="2980099"/>
                  </a:lnTo>
                  <a:lnTo>
                    <a:pt x="3001727" y="2980099"/>
                  </a:lnTo>
                  <a:lnTo>
                    <a:pt x="3001873" y="2980099"/>
                  </a:lnTo>
                  <a:lnTo>
                    <a:pt x="3002018" y="2980099"/>
                  </a:lnTo>
                  <a:lnTo>
                    <a:pt x="3002018" y="2979476"/>
                  </a:lnTo>
                  <a:lnTo>
                    <a:pt x="3002163" y="2979476"/>
                  </a:lnTo>
                  <a:lnTo>
                    <a:pt x="3002309" y="2979476"/>
                  </a:lnTo>
                  <a:lnTo>
                    <a:pt x="3002454" y="2979476"/>
                  </a:lnTo>
                  <a:lnTo>
                    <a:pt x="3002600" y="2979476"/>
                  </a:lnTo>
                  <a:lnTo>
                    <a:pt x="3002745" y="2979476"/>
                  </a:lnTo>
                  <a:lnTo>
                    <a:pt x="3002891" y="2979476"/>
                  </a:lnTo>
                  <a:lnTo>
                    <a:pt x="3003036" y="2979476"/>
                  </a:lnTo>
                  <a:lnTo>
                    <a:pt x="3003181" y="2979476"/>
                  </a:lnTo>
                  <a:lnTo>
                    <a:pt x="3003181" y="2978852"/>
                  </a:lnTo>
                  <a:lnTo>
                    <a:pt x="3003327" y="2978852"/>
                  </a:lnTo>
                  <a:lnTo>
                    <a:pt x="3003472" y="2978852"/>
                  </a:lnTo>
                  <a:lnTo>
                    <a:pt x="3003618" y="2978852"/>
                  </a:lnTo>
                  <a:lnTo>
                    <a:pt x="3003763" y="2978852"/>
                  </a:lnTo>
                  <a:lnTo>
                    <a:pt x="3003763" y="2978229"/>
                  </a:lnTo>
                  <a:lnTo>
                    <a:pt x="3003909" y="2978229"/>
                  </a:lnTo>
                  <a:lnTo>
                    <a:pt x="3004054" y="2978229"/>
                  </a:lnTo>
                  <a:lnTo>
                    <a:pt x="3004054" y="2977605"/>
                  </a:lnTo>
                  <a:lnTo>
                    <a:pt x="3004054" y="2976981"/>
                  </a:lnTo>
                  <a:lnTo>
                    <a:pt x="3004199" y="2976981"/>
                  </a:lnTo>
                  <a:lnTo>
                    <a:pt x="3004345" y="2976981"/>
                  </a:lnTo>
                  <a:lnTo>
                    <a:pt x="3004490" y="2976981"/>
                  </a:lnTo>
                  <a:lnTo>
                    <a:pt x="3004636" y="2976981"/>
                  </a:lnTo>
                  <a:lnTo>
                    <a:pt x="3004781" y="2976981"/>
                  </a:lnTo>
                  <a:lnTo>
                    <a:pt x="3004926" y="2976981"/>
                  </a:lnTo>
                  <a:lnTo>
                    <a:pt x="3005072" y="2976981"/>
                  </a:lnTo>
                  <a:lnTo>
                    <a:pt x="3005217" y="2976981"/>
                  </a:lnTo>
                  <a:lnTo>
                    <a:pt x="3005363" y="2976981"/>
                  </a:lnTo>
                  <a:lnTo>
                    <a:pt x="3005508" y="2976981"/>
                  </a:lnTo>
                  <a:lnTo>
                    <a:pt x="3005654" y="2976981"/>
                  </a:lnTo>
                  <a:lnTo>
                    <a:pt x="3005799" y="2976981"/>
                  </a:lnTo>
                  <a:lnTo>
                    <a:pt x="3005944" y="2976981"/>
                  </a:lnTo>
                  <a:lnTo>
                    <a:pt x="3006090" y="2976981"/>
                  </a:lnTo>
                  <a:lnTo>
                    <a:pt x="3006235" y="2976981"/>
                  </a:lnTo>
                  <a:lnTo>
                    <a:pt x="3006381" y="2976981"/>
                  </a:lnTo>
                  <a:lnTo>
                    <a:pt x="3006526" y="2976981"/>
                  </a:lnTo>
                  <a:lnTo>
                    <a:pt x="3006672" y="2976981"/>
                  </a:lnTo>
                  <a:lnTo>
                    <a:pt x="3006817" y="2976981"/>
                  </a:lnTo>
                  <a:lnTo>
                    <a:pt x="3006962" y="2976981"/>
                  </a:lnTo>
                  <a:lnTo>
                    <a:pt x="3007108" y="2976981"/>
                  </a:lnTo>
                  <a:lnTo>
                    <a:pt x="3007253" y="2976981"/>
                  </a:lnTo>
                  <a:lnTo>
                    <a:pt x="3007399" y="2976981"/>
                  </a:lnTo>
                  <a:lnTo>
                    <a:pt x="3007399" y="2976358"/>
                  </a:lnTo>
                  <a:lnTo>
                    <a:pt x="3007399" y="2975734"/>
                  </a:lnTo>
                  <a:lnTo>
                    <a:pt x="3007399" y="2975111"/>
                  </a:lnTo>
                  <a:lnTo>
                    <a:pt x="3007544" y="2975111"/>
                  </a:lnTo>
                  <a:lnTo>
                    <a:pt x="3007690" y="2975111"/>
                  </a:lnTo>
                  <a:lnTo>
                    <a:pt x="3007835" y="2975111"/>
                  </a:lnTo>
                  <a:lnTo>
                    <a:pt x="3007835" y="2974487"/>
                  </a:lnTo>
                  <a:lnTo>
                    <a:pt x="3007980" y="2974487"/>
                  </a:lnTo>
                  <a:lnTo>
                    <a:pt x="3008126" y="2974487"/>
                  </a:lnTo>
                  <a:lnTo>
                    <a:pt x="3008271" y="2974487"/>
                  </a:lnTo>
                  <a:lnTo>
                    <a:pt x="3008417" y="2974487"/>
                  </a:lnTo>
                  <a:lnTo>
                    <a:pt x="3008562" y="2974487"/>
                  </a:lnTo>
                  <a:lnTo>
                    <a:pt x="3008708" y="2974487"/>
                  </a:lnTo>
                  <a:lnTo>
                    <a:pt x="3008853" y="2974487"/>
                  </a:lnTo>
                  <a:lnTo>
                    <a:pt x="3008998" y="2974487"/>
                  </a:lnTo>
                  <a:lnTo>
                    <a:pt x="3009144" y="2974487"/>
                  </a:lnTo>
                  <a:lnTo>
                    <a:pt x="3009289" y="2974487"/>
                  </a:lnTo>
                  <a:lnTo>
                    <a:pt x="3009435" y="2974487"/>
                  </a:lnTo>
                  <a:lnTo>
                    <a:pt x="3009580" y="2974487"/>
                  </a:lnTo>
                  <a:lnTo>
                    <a:pt x="3009580" y="2973864"/>
                  </a:lnTo>
                  <a:lnTo>
                    <a:pt x="3009580" y="2973240"/>
                  </a:lnTo>
                  <a:lnTo>
                    <a:pt x="3009726" y="2973240"/>
                  </a:lnTo>
                  <a:lnTo>
                    <a:pt x="3009871" y="2973240"/>
                  </a:lnTo>
                  <a:lnTo>
                    <a:pt x="3010016" y="2973240"/>
                  </a:lnTo>
                  <a:lnTo>
                    <a:pt x="3010162" y="2973240"/>
                  </a:lnTo>
                  <a:lnTo>
                    <a:pt x="3010307" y="2973240"/>
                  </a:lnTo>
                  <a:lnTo>
                    <a:pt x="3010307" y="2972616"/>
                  </a:lnTo>
                  <a:lnTo>
                    <a:pt x="3010307" y="2971993"/>
                  </a:lnTo>
                  <a:lnTo>
                    <a:pt x="3010453" y="2971993"/>
                  </a:lnTo>
                  <a:lnTo>
                    <a:pt x="3010598" y="2971993"/>
                  </a:lnTo>
                  <a:lnTo>
                    <a:pt x="3010744" y="2971993"/>
                  </a:lnTo>
                  <a:lnTo>
                    <a:pt x="3010889" y="2971993"/>
                  </a:lnTo>
                  <a:lnTo>
                    <a:pt x="3011034" y="2971993"/>
                  </a:lnTo>
                  <a:lnTo>
                    <a:pt x="3011034" y="2971369"/>
                  </a:lnTo>
                  <a:lnTo>
                    <a:pt x="3011180" y="2971369"/>
                  </a:lnTo>
                  <a:lnTo>
                    <a:pt x="3011325" y="2971369"/>
                  </a:lnTo>
                  <a:lnTo>
                    <a:pt x="3011471" y="2971369"/>
                  </a:lnTo>
                  <a:lnTo>
                    <a:pt x="3011616" y="2971369"/>
                  </a:lnTo>
                  <a:lnTo>
                    <a:pt x="3011616" y="2970746"/>
                  </a:lnTo>
                  <a:lnTo>
                    <a:pt x="3011761" y="2970746"/>
                  </a:lnTo>
                  <a:lnTo>
                    <a:pt x="3011907" y="2970746"/>
                  </a:lnTo>
                  <a:lnTo>
                    <a:pt x="3012052" y="2970746"/>
                  </a:lnTo>
                  <a:lnTo>
                    <a:pt x="3012052" y="2970122"/>
                  </a:lnTo>
                  <a:lnTo>
                    <a:pt x="3012198" y="2970122"/>
                  </a:lnTo>
                  <a:lnTo>
                    <a:pt x="3012343" y="2970122"/>
                  </a:lnTo>
                  <a:lnTo>
                    <a:pt x="3012489" y="2970122"/>
                  </a:lnTo>
                  <a:lnTo>
                    <a:pt x="3012634" y="2970122"/>
                  </a:lnTo>
                  <a:lnTo>
                    <a:pt x="3012779" y="2970122"/>
                  </a:lnTo>
                  <a:lnTo>
                    <a:pt x="3012925" y="2970122"/>
                  </a:lnTo>
                  <a:lnTo>
                    <a:pt x="3013070" y="2970122"/>
                  </a:lnTo>
                  <a:lnTo>
                    <a:pt x="3013216" y="2970122"/>
                  </a:lnTo>
                  <a:lnTo>
                    <a:pt x="3013216" y="2969499"/>
                  </a:lnTo>
                  <a:lnTo>
                    <a:pt x="3013216" y="2968875"/>
                  </a:lnTo>
                  <a:lnTo>
                    <a:pt x="3013361" y="2968875"/>
                  </a:lnTo>
                  <a:lnTo>
                    <a:pt x="3013361" y="2968251"/>
                  </a:lnTo>
                  <a:lnTo>
                    <a:pt x="3013507" y="2968251"/>
                  </a:lnTo>
                  <a:lnTo>
                    <a:pt x="3013652" y="2968251"/>
                  </a:lnTo>
                  <a:lnTo>
                    <a:pt x="3013797" y="2968251"/>
                  </a:lnTo>
                  <a:lnTo>
                    <a:pt x="3013943" y="2968251"/>
                  </a:lnTo>
                  <a:lnTo>
                    <a:pt x="3014088" y="2968251"/>
                  </a:lnTo>
                  <a:lnTo>
                    <a:pt x="3014234" y="2968251"/>
                  </a:lnTo>
                  <a:lnTo>
                    <a:pt x="3014379" y="2968251"/>
                  </a:lnTo>
                  <a:lnTo>
                    <a:pt x="3014525" y="2968251"/>
                  </a:lnTo>
                  <a:lnTo>
                    <a:pt x="3014525" y="2967628"/>
                  </a:lnTo>
                  <a:lnTo>
                    <a:pt x="3014670" y="2967628"/>
                  </a:lnTo>
                  <a:lnTo>
                    <a:pt x="3014815" y="2967628"/>
                  </a:lnTo>
                  <a:lnTo>
                    <a:pt x="3014961" y="2967628"/>
                  </a:lnTo>
                  <a:lnTo>
                    <a:pt x="3015106" y="2967628"/>
                  </a:lnTo>
                  <a:lnTo>
                    <a:pt x="3015252" y="2967628"/>
                  </a:lnTo>
                  <a:lnTo>
                    <a:pt x="3015252" y="2967004"/>
                  </a:lnTo>
                  <a:lnTo>
                    <a:pt x="3015252" y="2966381"/>
                  </a:lnTo>
                  <a:lnTo>
                    <a:pt x="3015397" y="2966381"/>
                  </a:lnTo>
                  <a:lnTo>
                    <a:pt x="3015543" y="2966381"/>
                  </a:lnTo>
                  <a:lnTo>
                    <a:pt x="3015688" y="2966381"/>
                  </a:lnTo>
                  <a:lnTo>
                    <a:pt x="3015688" y="2965757"/>
                  </a:lnTo>
                  <a:lnTo>
                    <a:pt x="3015833" y="2965757"/>
                  </a:lnTo>
                  <a:lnTo>
                    <a:pt x="3015833" y="2965133"/>
                  </a:lnTo>
                  <a:lnTo>
                    <a:pt x="3015979" y="2965133"/>
                  </a:lnTo>
                  <a:lnTo>
                    <a:pt x="3016124" y="2965133"/>
                  </a:lnTo>
                  <a:lnTo>
                    <a:pt x="3016270" y="2965133"/>
                  </a:lnTo>
                  <a:lnTo>
                    <a:pt x="3016415" y="2965133"/>
                  </a:lnTo>
                  <a:lnTo>
                    <a:pt x="3016415" y="2964510"/>
                  </a:lnTo>
                  <a:lnTo>
                    <a:pt x="3016561" y="2964510"/>
                  </a:lnTo>
                  <a:lnTo>
                    <a:pt x="3016706" y="2964510"/>
                  </a:lnTo>
                  <a:lnTo>
                    <a:pt x="3016851" y="2964510"/>
                  </a:lnTo>
                  <a:lnTo>
                    <a:pt x="3016997" y="2964510"/>
                  </a:lnTo>
                  <a:lnTo>
                    <a:pt x="3017142" y="2964510"/>
                  </a:lnTo>
                  <a:lnTo>
                    <a:pt x="3017142" y="2963886"/>
                  </a:lnTo>
                  <a:lnTo>
                    <a:pt x="3017288" y="2963886"/>
                  </a:lnTo>
                  <a:lnTo>
                    <a:pt x="3017433" y="2963886"/>
                  </a:lnTo>
                  <a:lnTo>
                    <a:pt x="3017579" y="2963886"/>
                  </a:lnTo>
                  <a:lnTo>
                    <a:pt x="3017724" y="2963886"/>
                  </a:lnTo>
                  <a:lnTo>
                    <a:pt x="3017869" y="2963886"/>
                  </a:lnTo>
                  <a:lnTo>
                    <a:pt x="3018015" y="2963886"/>
                  </a:lnTo>
                  <a:lnTo>
                    <a:pt x="3018160" y="2963886"/>
                  </a:lnTo>
                  <a:lnTo>
                    <a:pt x="3018306" y="2963886"/>
                  </a:lnTo>
                  <a:lnTo>
                    <a:pt x="3018306" y="2963263"/>
                  </a:lnTo>
                  <a:lnTo>
                    <a:pt x="3018451" y="2963263"/>
                  </a:lnTo>
                  <a:lnTo>
                    <a:pt x="3018596" y="2963263"/>
                  </a:lnTo>
                  <a:lnTo>
                    <a:pt x="3018742" y="2963263"/>
                  </a:lnTo>
                  <a:lnTo>
                    <a:pt x="3018887" y="2963263"/>
                  </a:lnTo>
                  <a:lnTo>
                    <a:pt x="3019033" y="2963263"/>
                  </a:lnTo>
                  <a:lnTo>
                    <a:pt x="3019178" y="2963263"/>
                  </a:lnTo>
                  <a:lnTo>
                    <a:pt x="3019324" y="2963263"/>
                  </a:lnTo>
                  <a:lnTo>
                    <a:pt x="3019469" y="2963263"/>
                  </a:lnTo>
                  <a:lnTo>
                    <a:pt x="3019614" y="2963263"/>
                  </a:lnTo>
                  <a:lnTo>
                    <a:pt x="3019760" y="2963263"/>
                  </a:lnTo>
                  <a:lnTo>
                    <a:pt x="3019905" y="2963263"/>
                  </a:lnTo>
                  <a:lnTo>
                    <a:pt x="3020051" y="2963263"/>
                  </a:lnTo>
                  <a:lnTo>
                    <a:pt x="3020196" y="2963263"/>
                  </a:lnTo>
                  <a:lnTo>
                    <a:pt x="3020342" y="2963263"/>
                  </a:lnTo>
                  <a:lnTo>
                    <a:pt x="3020487" y="2963263"/>
                  </a:lnTo>
                  <a:lnTo>
                    <a:pt x="3020632" y="2963263"/>
                  </a:lnTo>
                  <a:lnTo>
                    <a:pt x="3020778" y="2963263"/>
                  </a:lnTo>
                  <a:lnTo>
                    <a:pt x="3020923" y="2963263"/>
                  </a:lnTo>
                  <a:lnTo>
                    <a:pt x="3021069" y="2963263"/>
                  </a:lnTo>
                  <a:lnTo>
                    <a:pt x="3021214" y="2963263"/>
                  </a:lnTo>
                  <a:lnTo>
                    <a:pt x="3021360" y="2963263"/>
                  </a:lnTo>
                  <a:lnTo>
                    <a:pt x="3021505" y="2963263"/>
                  </a:lnTo>
                  <a:lnTo>
                    <a:pt x="3021650" y="2963263"/>
                  </a:lnTo>
                  <a:lnTo>
                    <a:pt x="3021796" y="2963263"/>
                  </a:lnTo>
                  <a:lnTo>
                    <a:pt x="3021941" y="2963263"/>
                  </a:lnTo>
                  <a:lnTo>
                    <a:pt x="3022087" y="2963263"/>
                  </a:lnTo>
                  <a:lnTo>
                    <a:pt x="3022232" y="2963263"/>
                  </a:lnTo>
                  <a:lnTo>
                    <a:pt x="3022378" y="2963263"/>
                  </a:lnTo>
                  <a:lnTo>
                    <a:pt x="3022523" y="2963263"/>
                  </a:lnTo>
                  <a:lnTo>
                    <a:pt x="3022668" y="2963263"/>
                  </a:lnTo>
                  <a:lnTo>
                    <a:pt x="3022668" y="2962639"/>
                  </a:lnTo>
                  <a:lnTo>
                    <a:pt x="3022814" y="2962639"/>
                  </a:lnTo>
                  <a:lnTo>
                    <a:pt x="3022959" y="2962639"/>
                  </a:lnTo>
                  <a:lnTo>
                    <a:pt x="3023105" y="2962639"/>
                  </a:lnTo>
                  <a:lnTo>
                    <a:pt x="3023105" y="2962016"/>
                  </a:lnTo>
                  <a:lnTo>
                    <a:pt x="3023250" y="2962016"/>
                  </a:lnTo>
                  <a:lnTo>
                    <a:pt x="3023396" y="2962016"/>
                  </a:lnTo>
                  <a:lnTo>
                    <a:pt x="3023541" y="2962016"/>
                  </a:lnTo>
                  <a:lnTo>
                    <a:pt x="3023686" y="2962016"/>
                  </a:lnTo>
                  <a:lnTo>
                    <a:pt x="3023832" y="2962016"/>
                  </a:lnTo>
                  <a:lnTo>
                    <a:pt x="3023977" y="2962016"/>
                  </a:lnTo>
                  <a:lnTo>
                    <a:pt x="3024123" y="2962016"/>
                  </a:lnTo>
                  <a:lnTo>
                    <a:pt x="3024268" y="2962016"/>
                  </a:lnTo>
                  <a:lnTo>
                    <a:pt x="3024414" y="2962016"/>
                  </a:lnTo>
                  <a:lnTo>
                    <a:pt x="3024559" y="2962016"/>
                  </a:lnTo>
                  <a:lnTo>
                    <a:pt x="3024704" y="2962016"/>
                  </a:lnTo>
                  <a:lnTo>
                    <a:pt x="3024850" y="2962016"/>
                  </a:lnTo>
                  <a:lnTo>
                    <a:pt x="3024995" y="2962016"/>
                  </a:lnTo>
                  <a:lnTo>
                    <a:pt x="3025141" y="2962016"/>
                  </a:lnTo>
                  <a:lnTo>
                    <a:pt x="3025141" y="2961392"/>
                  </a:lnTo>
                  <a:lnTo>
                    <a:pt x="3025286" y="2961392"/>
                  </a:lnTo>
                  <a:lnTo>
                    <a:pt x="3025431" y="2961392"/>
                  </a:lnTo>
                  <a:lnTo>
                    <a:pt x="3025577" y="2961392"/>
                  </a:lnTo>
                  <a:lnTo>
                    <a:pt x="3025722" y="2961392"/>
                  </a:lnTo>
                  <a:lnTo>
                    <a:pt x="3025868" y="2961392"/>
                  </a:lnTo>
                  <a:lnTo>
                    <a:pt x="3026013" y="2961392"/>
                  </a:lnTo>
                  <a:lnTo>
                    <a:pt x="3026159" y="2961392"/>
                  </a:lnTo>
                  <a:lnTo>
                    <a:pt x="3026304" y="2961392"/>
                  </a:lnTo>
                  <a:lnTo>
                    <a:pt x="3026449" y="2961392"/>
                  </a:lnTo>
                  <a:lnTo>
                    <a:pt x="3026595" y="2961392"/>
                  </a:lnTo>
                  <a:lnTo>
                    <a:pt x="3026740" y="2961392"/>
                  </a:lnTo>
                  <a:lnTo>
                    <a:pt x="3026740" y="2960768"/>
                  </a:lnTo>
                  <a:lnTo>
                    <a:pt x="3026886" y="2960768"/>
                  </a:lnTo>
                  <a:lnTo>
                    <a:pt x="3026886" y="2960145"/>
                  </a:lnTo>
                  <a:lnTo>
                    <a:pt x="3027031" y="2960145"/>
                  </a:lnTo>
                  <a:lnTo>
                    <a:pt x="3027177" y="2960145"/>
                  </a:lnTo>
                  <a:lnTo>
                    <a:pt x="3027322" y="2960145"/>
                  </a:lnTo>
                  <a:lnTo>
                    <a:pt x="3027467" y="2960145"/>
                  </a:lnTo>
                  <a:lnTo>
                    <a:pt x="3027613" y="2960145"/>
                  </a:lnTo>
                  <a:lnTo>
                    <a:pt x="3027758" y="2960145"/>
                  </a:lnTo>
                  <a:lnTo>
                    <a:pt x="3027904" y="2960145"/>
                  </a:lnTo>
                  <a:lnTo>
                    <a:pt x="3028049" y="2960145"/>
                  </a:lnTo>
                  <a:lnTo>
                    <a:pt x="3028195" y="2960145"/>
                  </a:lnTo>
                  <a:lnTo>
                    <a:pt x="3028340" y="2960145"/>
                  </a:lnTo>
                  <a:lnTo>
                    <a:pt x="3028485" y="2960145"/>
                  </a:lnTo>
                  <a:lnTo>
                    <a:pt x="3028631" y="2960145"/>
                  </a:lnTo>
                  <a:lnTo>
                    <a:pt x="3028776" y="2960145"/>
                  </a:lnTo>
                  <a:lnTo>
                    <a:pt x="3028922" y="2960145"/>
                  </a:lnTo>
                  <a:lnTo>
                    <a:pt x="3029067" y="2960145"/>
                  </a:lnTo>
                  <a:lnTo>
                    <a:pt x="3029213" y="2960145"/>
                  </a:lnTo>
                  <a:lnTo>
                    <a:pt x="3029213" y="2959521"/>
                  </a:lnTo>
                  <a:lnTo>
                    <a:pt x="3029213" y="2958898"/>
                  </a:lnTo>
                  <a:lnTo>
                    <a:pt x="3029358" y="2958898"/>
                  </a:lnTo>
                  <a:lnTo>
                    <a:pt x="3029503" y="2958898"/>
                  </a:lnTo>
                  <a:lnTo>
                    <a:pt x="3029649" y="2958898"/>
                  </a:lnTo>
                  <a:lnTo>
                    <a:pt x="3029794" y="2958898"/>
                  </a:lnTo>
                  <a:lnTo>
                    <a:pt x="3029940" y="2958898"/>
                  </a:lnTo>
                  <a:lnTo>
                    <a:pt x="3030085" y="2958898"/>
                  </a:lnTo>
                  <a:lnTo>
                    <a:pt x="3030231" y="2958898"/>
                  </a:lnTo>
                  <a:lnTo>
                    <a:pt x="3030376" y="2958898"/>
                  </a:lnTo>
                  <a:lnTo>
                    <a:pt x="3030521" y="2958898"/>
                  </a:lnTo>
                  <a:lnTo>
                    <a:pt x="3030667" y="2958898"/>
                  </a:lnTo>
                  <a:lnTo>
                    <a:pt x="3030812" y="2958898"/>
                  </a:lnTo>
                  <a:lnTo>
                    <a:pt x="3030958" y="2958898"/>
                  </a:lnTo>
                  <a:lnTo>
                    <a:pt x="3031103" y="2958898"/>
                  </a:lnTo>
                  <a:lnTo>
                    <a:pt x="3031249" y="2958898"/>
                  </a:lnTo>
                  <a:lnTo>
                    <a:pt x="3031394" y="2958898"/>
                  </a:lnTo>
                  <a:lnTo>
                    <a:pt x="3031539" y="2958898"/>
                  </a:lnTo>
                  <a:lnTo>
                    <a:pt x="3031685" y="2958898"/>
                  </a:lnTo>
                  <a:lnTo>
                    <a:pt x="3031685" y="2958274"/>
                  </a:lnTo>
                  <a:lnTo>
                    <a:pt x="3031830" y="2958274"/>
                  </a:lnTo>
                  <a:lnTo>
                    <a:pt x="3031976" y="2958274"/>
                  </a:lnTo>
                  <a:lnTo>
                    <a:pt x="3032121" y="2958274"/>
                  </a:lnTo>
                  <a:lnTo>
                    <a:pt x="3032266" y="2958274"/>
                  </a:lnTo>
                  <a:lnTo>
                    <a:pt x="3032412" y="2958274"/>
                  </a:lnTo>
                  <a:lnTo>
                    <a:pt x="3032557" y="2958274"/>
                  </a:lnTo>
                  <a:lnTo>
                    <a:pt x="3032703" y="2958274"/>
                  </a:lnTo>
                  <a:lnTo>
                    <a:pt x="3032848" y="2958274"/>
                  </a:lnTo>
                  <a:lnTo>
                    <a:pt x="3032994" y="2958274"/>
                  </a:lnTo>
                  <a:lnTo>
                    <a:pt x="3033139" y="2958274"/>
                  </a:lnTo>
                  <a:lnTo>
                    <a:pt x="3033284" y="2958274"/>
                  </a:lnTo>
                  <a:lnTo>
                    <a:pt x="3033284" y="2957650"/>
                  </a:lnTo>
                  <a:lnTo>
                    <a:pt x="3033430" y="2957650"/>
                  </a:lnTo>
                  <a:lnTo>
                    <a:pt x="3033575" y="2957650"/>
                  </a:lnTo>
                  <a:lnTo>
                    <a:pt x="3033721" y="2957650"/>
                  </a:lnTo>
                  <a:lnTo>
                    <a:pt x="3033866" y="2957650"/>
                  </a:lnTo>
                  <a:lnTo>
                    <a:pt x="3034012" y="2957650"/>
                  </a:lnTo>
                  <a:lnTo>
                    <a:pt x="3034157" y="2957650"/>
                  </a:lnTo>
                  <a:lnTo>
                    <a:pt x="3034302" y="2957650"/>
                  </a:lnTo>
                  <a:lnTo>
                    <a:pt x="3034448" y="2957650"/>
                  </a:lnTo>
                  <a:lnTo>
                    <a:pt x="3034593" y="2957650"/>
                  </a:lnTo>
                  <a:lnTo>
                    <a:pt x="3034739" y="2957650"/>
                  </a:lnTo>
                  <a:lnTo>
                    <a:pt x="3034884" y="2957650"/>
                  </a:lnTo>
                  <a:lnTo>
                    <a:pt x="3035030" y="2957650"/>
                  </a:lnTo>
                  <a:lnTo>
                    <a:pt x="3035175" y="2957650"/>
                  </a:lnTo>
                  <a:lnTo>
                    <a:pt x="3035320" y="2957650"/>
                  </a:lnTo>
                  <a:lnTo>
                    <a:pt x="3035320" y="2957027"/>
                  </a:lnTo>
                  <a:lnTo>
                    <a:pt x="3035466" y="2957027"/>
                  </a:lnTo>
                  <a:lnTo>
                    <a:pt x="3035611" y="2957027"/>
                  </a:lnTo>
                  <a:lnTo>
                    <a:pt x="3035757" y="2957027"/>
                  </a:lnTo>
                  <a:lnTo>
                    <a:pt x="3035757" y="2956403"/>
                  </a:lnTo>
                  <a:lnTo>
                    <a:pt x="3035902" y="2956403"/>
                  </a:lnTo>
                  <a:lnTo>
                    <a:pt x="3035902" y="2955780"/>
                  </a:lnTo>
                  <a:lnTo>
                    <a:pt x="3036048" y="2955780"/>
                  </a:lnTo>
                  <a:lnTo>
                    <a:pt x="3036048" y="2955156"/>
                  </a:lnTo>
                  <a:lnTo>
                    <a:pt x="3036193" y="2955156"/>
                  </a:lnTo>
                  <a:lnTo>
                    <a:pt x="3036338" y="2955156"/>
                  </a:lnTo>
                  <a:lnTo>
                    <a:pt x="3036484" y="2955156"/>
                  </a:lnTo>
                  <a:lnTo>
                    <a:pt x="3036484" y="2954533"/>
                  </a:lnTo>
                  <a:lnTo>
                    <a:pt x="3036629" y="2954533"/>
                  </a:lnTo>
                  <a:lnTo>
                    <a:pt x="3036775" y="2954533"/>
                  </a:lnTo>
                  <a:lnTo>
                    <a:pt x="3036920" y="2954533"/>
                  </a:lnTo>
                  <a:lnTo>
                    <a:pt x="3037066" y="2954533"/>
                  </a:lnTo>
                  <a:lnTo>
                    <a:pt x="3037211" y="2954533"/>
                  </a:lnTo>
                  <a:lnTo>
                    <a:pt x="3037211" y="2953909"/>
                  </a:lnTo>
                  <a:lnTo>
                    <a:pt x="3037211" y="2953285"/>
                  </a:lnTo>
                  <a:lnTo>
                    <a:pt x="3037356" y="2953285"/>
                  </a:lnTo>
                  <a:lnTo>
                    <a:pt x="3037356" y="2952662"/>
                  </a:lnTo>
                  <a:lnTo>
                    <a:pt x="3037502" y="2952662"/>
                  </a:lnTo>
                  <a:lnTo>
                    <a:pt x="3037647" y="2952662"/>
                  </a:lnTo>
                  <a:lnTo>
                    <a:pt x="3037793" y="2952662"/>
                  </a:lnTo>
                  <a:lnTo>
                    <a:pt x="3037938" y="2952662"/>
                  </a:lnTo>
                  <a:lnTo>
                    <a:pt x="3038084" y="2952662"/>
                  </a:lnTo>
                  <a:lnTo>
                    <a:pt x="3038229" y="2952662"/>
                  </a:lnTo>
                  <a:lnTo>
                    <a:pt x="3038374" y="2952662"/>
                  </a:lnTo>
                  <a:lnTo>
                    <a:pt x="3038374" y="2952038"/>
                  </a:lnTo>
                  <a:lnTo>
                    <a:pt x="3038520" y="2952038"/>
                  </a:lnTo>
                  <a:lnTo>
                    <a:pt x="3038520" y="2951415"/>
                  </a:lnTo>
                  <a:lnTo>
                    <a:pt x="3038665" y="2951415"/>
                  </a:lnTo>
                  <a:lnTo>
                    <a:pt x="3038811" y="2951415"/>
                  </a:lnTo>
                  <a:lnTo>
                    <a:pt x="3038956" y="2951415"/>
                  </a:lnTo>
                  <a:lnTo>
                    <a:pt x="3039101" y="2951415"/>
                  </a:lnTo>
                  <a:lnTo>
                    <a:pt x="3039247" y="2951415"/>
                  </a:lnTo>
                  <a:lnTo>
                    <a:pt x="3039392" y="2951415"/>
                  </a:lnTo>
                  <a:lnTo>
                    <a:pt x="3039538" y="2951415"/>
                  </a:lnTo>
                  <a:lnTo>
                    <a:pt x="3039538" y="2950791"/>
                  </a:lnTo>
                  <a:lnTo>
                    <a:pt x="3039683" y="2950791"/>
                  </a:lnTo>
                  <a:lnTo>
                    <a:pt x="3039829" y="2950791"/>
                  </a:lnTo>
                  <a:lnTo>
                    <a:pt x="3039974" y="2950791"/>
                  </a:lnTo>
                  <a:lnTo>
                    <a:pt x="3040119" y="2950791"/>
                  </a:lnTo>
                  <a:lnTo>
                    <a:pt x="3040265" y="2950791"/>
                  </a:lnTo>
                  <a:lnTo>
                    <a:pt x="3040265" y="2950167"/>
                  </a:lnTo>
                  <a:lnTo>
                    <a:pt x="3040410" y="2950167"/>
                  </a:lnTo>
                  <a:lnTo>
                    <a:pt x="3040556" y="2950167"/>
                  </a:lnTo>
                  <a:lnTo>
                    <a:pt x="3040701" y="2950167"/>
                  </a:lnTo>
                  <a:lnTo>
                    <a:pt x="3040847" y="2950167"/>
                  </a:lnTo>
                  <a:lnTo>
                    <a:pt x="3040992" y="2950167"/>
                  </a:lnTo>
                  <a:lnTo>
                    <a:pt x="3041137" y="2950167"/>
                  </a:lnTo>
                  <a:lnTo>
                    <a:pt x="3041283" y="2950167"/>
                  </a:lnTo>
                  <a:lnTo>
                    <a:pt x="3041283" y="2949544"/>
                  </a:lnTo>
                  <a:lnTo>
                    <a:pt x="3041428" y="2949544"/>
                  </a:lnTo>
                  <a:lnTo>
                    <a:pt x="3041574" y="2949544"/>
                  </a:lnTo>
                  <a:lnTo>
                    <a:pt x="3041719" y="2949544"/>
                  </a:lnTo>
                  <a:lnTo>
                    <a:pt x="3041865" y="2949544"/>
                  </a:lnTo>
                  <a:lnTo>
                    <a:pt x="3042010" y="2949544"/>
                  </a:lnTo>
                  <a:lnTo>
                    <a:pt x="3042155" y="2949544"/>
                  </a:lnTo>
                  <a:lnTo>
                    <a:pt x="3042301" y="2949544"/>
                  </a:lnTo>
                  <a:lnTo>
                    <a:pt x="3042446" y="2949544"/>
                  </a:lnTo>
                  <a:lnTo>
                    <a:pt x="3042592" y="2949544"/>
                  </a:lnTo>
                  <a:lnTo>
                    <a:pt x="3042737" y="2949544"/>
                  </a:lnTo>
                  <a:lnTo>
                    <a:pt x="3042737" y="2948920"/>
                  </a:lnTo>
                  <a:lnTo>
                    <a:pt x="3042883" y="2948920"/>
                  </a:lnTo>
                  <a:lnTo>
                    <a:pt x="3043028" y="2948920"/>
                  </a:lnTo>
                  <a:lnTo>
                    <a:pt x="3043173" y="2948920"/>
                  </a:lnTo>
                  <a:lnTo>
                    <a:pt x="3043319" y="2948920"/>
                  </a:lnTo>
                  <a:lnTo>
                    <a:pt x="3043319" y="2948297"/>
                  </a:lnTo>
                  <a:lnTo>
                    <a:pt x="3043464" y="2948297"/>
                  </a:lnTo>
                  <a:lnTo>
                    <a:pt x="3043610" y="2948297"/>
                  </a:lnTo>
                  <a:lnTo>
                    <a:pt x="3043755" y="2948297"/>
                  </a:lnTo>
                  <a:lnTo>
                    <a:pt x="3043901" y="2948297"/>
                  </a:lnTo>
                  <a:lnTo>
                    <a:pt x="3044046" y="2948297"/>
                  </a:lnTo>
                  <a:lnTo>
                    <a:pt x="3044191" y="2948297"/>
                  </a:lnTo>
                  <a:lnTo>
                    <a:pt x="3044337" y="2948297"/>
                  </a:lnTo>
                  <a:lnTo>
                    <a:pt x="3044482" y="2948297"/>
                  </a:lnTo>
                  <a:lnTo>
                    <a:pt x="3044628" y="2948297"/>
                  </a:lnTo>
                  <a:lnTo>
                    <a:pt x="3044773" y="2948297"/>
                  </a:lnTo>
                  <a:lnTo>
                    <a:pt x="3044919" y="2948297"/>
                  </a:lnTo>
                  <a:lnTo>
                    <a:pt x="3045064" y="2948297"/>
                  </a:lnTo>
                  <a:lnTo>
                    <a:pt x="3045209" y="2948297"/>
                  </a:lnTo>
                  <a:lnTo>
                    <a:pt x="3045355" y="2948297"/>
                  </a:lnTo>
                  <a:lnTo>
                    <a:pt x="3045500" y="2948297"/>
                  </a:lnTo>
                  <a:lnTo>
                    <a:pt x="3045646" y="2948297"/>
                  </a:lnTo>
                  <a:lnTo>
                    <a:pt x="3045646" y="2947673"/>
                  </a:lnTo>
                  <a:lnTo>
                    <a:pt x="3045791" y="2947673"/>
                  </a:lnTo>
                  <a:lnTo>
                    <a:pt x="3045791" y="2947050"/>
                  </a:lnTo>
                  <a:lnTo>
                    <a:pt x="3045936" y="2947050"/>
                  </a:lnTo>
                  <a:lnTo>
                    <a:pt x="3046082" y="2947050"/>
                  </a:lnTo>
                  <a:lnTo>
                    <a:pt x="3046227" y="2947050"/>
                  </a:lnTo>
                  <a:lnTo>
                    <a:pt x="3046373" y="2947050"/>
                  </a:lnTo>
                  <a:lnTo>
                    <a:pt x="3046518" y="2947050"/>
                  </a:lnTo>
                  <a:lnTo>
                    <a:pt x="3046664" y="2947050"/>
                  </a:lnTo>
                  <a:lnTo>
                    <a:pt x="3046809" y="2947050"/>
                  </a:lnTo>
                  <a:lnTo>
                    <a:pt x="3046954" y="2947050"/>
                  </a:lnTo>
                  <a:lnTo>
                    <a:pt x="3047100" y="2947050"/>
                  </a:lnTo>
                  <a:lnTo>
                    <a:pt x="3047245" y="2947050"/>
                  </a:lnTo>
                  <a:lnTo>
                    <a:pt x="3047391" y="2947050"/>
                  </a:lnTo>
                  <a:lnTo>
                    <a:pt x="3047391" y="2946426"/>
                  </a:lnTo>
                  <a:lnTo>
                    <a:pt x="3047536" y="2946426"/>
                  </a:lnTo>
                  <a:lnTo>
                    <a:pt x="3047682" y="2946426"/>
                  </a:lnTo>
                  <a:lnTo>
                    <a:pt x="3047827" y="2946426"/>
                  </a:lnTo>
                  <a:lnTo>
                    <a:pt x="3047972" y="2946426"/>
                  </a:lnTo>
                  <a:lnTo>
                    <a:pt x="3048118" y="2946426"/>
                  </a:lnTo>
                  <a:lnTo>
                    <a:pt x="3048263" y="2946426"/>
                  </a:lnTo>
                  <a:lnTo>
                    <a:pt x="3048409" y="2946426"/>
                  </a:lnTo>
                  <a:lnTo>
                    <a:pt x="3048409" y="2945802"/>
                  </a:lnTo>
                  <a:lnTo>
                    <a:pt x="3048554" y="2945802"/>
                  </a:lnTo>
                  <a:lnTo>
                    <a:pt x="3048700" y="2945802"/>
                  </a:lnTo>
                  <a:lnTo>
                    <a:pt x="3048700" y="2945179"/>
                  </a:lnTo>
                  <a:lnTo>
                    <a:pt x="3048845" y="2945179"/>
                  </a:lnTo>
                  <a:lnTo>
                    <a:pt x="3048990" y="2945179"/>
                  </a:lnTo>
                  <a:lnTo>
                    <a:pt x="3048990" y="2944555"/>
                  </a:lnTo>
                  <a:lnTo>
                    <a:pt x="3049136" y="2944555"/>
                  </a:lnTo>
                  <a:lnTo>
                    <a:pt x="3049281" y="2944555"/>
                  </a:lnTo>
                  <a:lnTo>
                    <a:pt x="3049427" y="2944555"/>
                  </a:lnTo>
                  <a:lnTo>
                    <a:pt x="3049572" y="2944555"/>
                  </a:lnTo>
                  <a:lnTo>
                    <a:pt x="3049718" y="2944555"/>
                  </a:lnTo>
                  <a:lnTo>
                    <a:pt x="3049863" y="2944555"/>
                  </a:lnTo>
                  <a:lnTo>
                    <a:pt x="3050008" y="2944555"/>
                  </a:lnTo>
                  <a:lnTo>
                    <a:pt x="3050154" y="2944555"/>
                  </a:lnTo>
                  <a:lnTo>
                    <a:pt x="3050299" y="2944555"/>
                  </a:lnTo>
                  <a:lnTo>
                    <a:pt x="3050445" y="2944555"/>
                  </a:lnTo>
                  <a:lnTo>
                    <a:pt x="3050590" y="2944555"/>
                  </a:lnTo>
                  <a:lnTo>
                    <a:pt x="3050590" y="2943932"/>
                  </a:lnTo>
                  <a:lnTo>
                    <a:pt x="3050736" y="2943932"/>
                  </a:lnTo>
                  <a:lnTo>
                    <a:pt x="3050881" y="2943932"/>
                  </a:lnTo>
                  <a:lnTo>
                    <a:pt x="3051026" y="2943932"/>
                  </a:lnTo>
                  <a:lnTo>
                    <a:pt x="3051172" y="2943932"/>
                  </a:lnTo>
                  <a:lnTo>
                    <a:pt x="3051317" y="2943932"/>
                  </a:lnTo>
                  <a:lnTo>
                    <a:pt x="3051463" y="2943932"/>
                  </a:lnTo>
                  <a:lnTo>
                    <a:pt x="3051608" y="2943932"/>
                  </a:lnTo>
                  <a:lnTo>
                    <a:pt x="3051753" y="2943932"/>
                  </a:lnTo>
                  <a:lnTo>
                    <a:pt x="3051899" y="2943932"/>
                  </a:lnTo>
                  <a:lnTo>
                    <a:pt x="3052044" y="2943932"/>
                  </a:lnTo>
                  <a:lnTo>
                    <a:pt x="3052190" y="2943932"/>
                  </a:lnTo>
                  <a:lnTo>
                    <a:pt x="3052335" y="2943932"/>
                  </a:lnTo>
                  <a:lnTo>
                    <a:pt x="3052481" y="2943932"/>
                  </a:lnTo>
                  <a:lnTo>
                    <a:pt x="3052626" y="2943932"/>
                  </a:lnTo>
                  <a:lnTo>
                    <a:pt x="3052771" y="2943932"/>
                  </a:lnTo>
                  <a:lnTo>
                    <a:pt x="3052917" y="2943932"/>
                  </a:lnTo>
                  <a:lnTo>
                    <a:pt x="3053062" y="2943932"/>
                  </a:lnTo>
                  <a:lnTo>
                    <a:pt x="3053208" y="2943932"/>
                  </a:lnTo>
                  <a:lnTo>
                    <a:pt x="3053208" y="2943308"/>
                  </a:lnTo>
                  <a:lnTo>
                    <a:pt x="3053353" y="2943308"/>
                  </a:lnTo>
                  <a:lnTo>
                    <a:pt x="3053499" y="2943308"/>
                  </a:lnTo>
                  <a:lnTo>
                    <a:pt x="3053644" y="2943308"/>
                  </a:lnTo>
                  <a:lnTo>
                    <a:pt x="3053789" y="2943308"/>
                  </a:lnTo>
                  <a:lnTo>
                    <a:pt x="3053935" y="2943308"/>
                  </a:lnTo>
                  <a:lnTo>
                    <a:pt x="3054080" y="2943308"/>
                  </a:lnTo>
                  <a:lnTo>
                    <a:pt x="3054226" y="2943308"/>
                  </a:lnTo>
                  <a:lnTo>
                    <a:pt x="3054226" y="2942684"/>
                  </a:lnTo>
                  <a:lnTo>
                    <a:pt x="3054371" y="2942684"/>
                  </a:lnTo>
                  <a:lnTo>
                    <a:pt x="3054517" y="2942684"/>
                  </a:lnTo>
                  <a:lnTo>
                    <a:pt x="3054662" y="2942684"/>
                  </a:lnTo>
                  <a:lnTo>
                    <a:pt x="3054662" y="2942061"/>
                  </a:lnTo>
                  <a:lnTo>
                    <a:pt x="3054807" y="2942061"/>
                  </a:lnTo>
                  <a:lnTo>
                    <a:pt x="3054953" y="2942061"/>
                  </a:lnTo>
                  <a:lnTo>
                    <a:pt x="3055098" y="2942061"/>
                  </a:lnTo>
                  <a:lnTo>
                    <a:pt x="3055244" y="2942061"/>
                  </a:lnTo>
                  <a:lnTo>
                    <a:pt x="3055389" y="2942061"/>
                  </a:lnTo>
                  <a:lnTo>
                    <a:pt x="3055535" y="2942061"/>
                  </a:lnTo>
                  <a:lnTo>
                    <a:pt x="3055535" y="2941437"/>
                  </a:lnTo>
                  <a:lnTo>
                    <a:pt x="3055535" y="2940814"/>
                  </a:lnTo>
                  <a:lnTo>
                    <a:pt x="3055535" y="2940190"/>
                  </a:lnTo>
                  <a:lnTo>
                    <a:pt x="3055680" y="2940190"/>
                  </a:lnTo>
                  <a:lnTo>
                    <a:pt x="3055680" y="2939567"/>
                  </a:lnTo>
                  <a:lnTo>
                    <a:pt x="3055680" y="2938943"/>
                  </a:lnTo>
                  <a:lnTo>
                    <a:pt x="3055680" y="2938319"/>
                  </a:lnTo>
                  <a:lnTo>
                    <a:pt x="3055825" y="2938319"/>
                  </a:lnTo>
                  <a:lnTo>
                    <a:pt x="3055971" y="2938319"/>
                  </a:lnTo>
                  <a:lnTo>
                    <a:pt x="3056116" y="2938319"/>
                  </a:lnTo>
                  <a:lnTo>
                    <a:pt x="3056116" y="2937696"/>
                  </a:lnTo>
                  <a:lnTo>
                    <a:pt x="3056262" y="2937696"/>
                  </a:lnTo>
                  <a:lnTo>
                    <a:pt x="3056407" y="2937696"/>
                  </a:lnTo>
                  <a:lnTo>
                    <a:pt x="3056553" y="2937696"/>
                  </a:lnTo>
                  <a:lnTo>
                    <a:pt x="3056698" y="2937696"/>
                  </a:lnTo>
                  <a:lnTo>
                    <a:pt x="3056698" y="2937072"/>
                  </a:lnTo>
                  <a:lnTo>
                    <a:pt x="3056843" y="2937072"/>
                  </a:lnTo>
                  <a:lnTo>
                    <a:pt x="3056989" y="2937072"/>
                  </a:lnTo>
                  <a:lnTo>
                    <a:pt x="3057134" y="2937072"/>
                  </a:lnTo>
                  <a:lnTo>
                    <a:pt x="3057280" y="2937072"/>
                  </a:lnTo>
                  <a:lnTo>
                    <a:pt x="3057280" y="2936449"/>
                  </a:lnTo>
                  <a:lnTo>
                    <a:pt x="3057425" y="2936449"/>
                  </a:lnTo>
                  <a:lnTo>
                    <a:pt x="3057571" y="2936449"/>
                  </a:lnTo>
                  <a:lnTo>
                    <a:pt x="3057716" y="2936449"/>
                  </a:lnTo>
                  <a:lnTo>
                    <a:pt x="3057861" y="2936449"/>
                  </a:lnTo>
                  <a:lnTo>
                    <a:pt x="3058007" y="2936449"/>
                  </a:lnTo>
                  <a:lnTo>
                    <a:pt x="3058152" y="2936449"/>
                  </a:lnTo>
                  <a:lnTo>
                    <a:pt x="3058298" y="2936449"/>
                  </a:lnTo>
                  <a:lnTo>
                    <a:pt x="3058443" y="2936449"/>
                  </a:lnTo>
                  <a:lnTo>
                    <a:pt x="3058588" y="2936449"/>
                  </a:lnTo>
                  <a:lnTo>
                    <a:pt x="3058734" y="2936449"/>
                  </a:lnTo>
                  <a:lnTo>
                    <a:pt x="3058879" y="2936449"/>
                  </a:lnTo>
                  <a:lnTo>
                    <a:pt x="3058879" y="2935825"/>
                  </a:lnTo>
                  <a:lnTo>
                    <a:pt x="3059025" y="2935825"/>
                  </a:lnTo>
                  <a:lnTo>
                    <a:pt x="3059025" y="2935201"/>
                  </a:lnTo>
                  <a:lnTo>
                    <a:pt x="3059025" y="2934578"/>
                  </a:lnTo>
                  <a:lnTo>
                    <a:pt x="3059170" y="2934578"/>
                  </a:lnTo>
                  <a:lnTo>
                    <a:pt x="3059316" y="2934578"/>
                  </a:lnTo>
                  <a:lnTo>
                    <a:pt x="3059316" y="2933954"/>
                  </a:lnTo>
                  <a:lnTo>
                    <a:pt x="3059461" y="2933954"/>
                  </a:lnTo>
                  <a:lnTo>
                    <a:pt x="3059606" y="2933954"/>
                  </a:lnTo>
                  <a:lnTo>
                    <a:pt x="3059752" y="2933954"/>
                  </a:lnTo>
                  <a:lnTo>
                    <a:pt x="3059897" y="2933954"/>
                  </a:lnTo>
                  <a:lnTo>
                    <a:pt x="3060043" y="2933954"/>
                  </a:lnTo>
                  <a:lnTo>
                    <a:pt x="3060188" y="2933954"/>
                  </a:lnTo>
                  <a:lnTo>
                    <a:pt x="3060334" y="2933954"/>
                  </a:lnTo>
                  <a:lnTo>
                    <a:pt x="3060479" y="2933954"/>
                  </a:lnTo>
                  <a:lnTo>
                    <a:pt x="3060624" y="2933954"/>
                  </a:lnTo>
                  <a:lnTo>
                    <a:pt x="3060770" y="2933954"/>
                  </a:lnTo>
                  <a:lnTo>
                    <a:pt x="3060770" y="2933331"/>
                  </a:lnTo>
                  <a:lnTo>
                    <a:pt x="3060915" y="2933331"/>
                  </a:lnTo>
                  <a:lnTo>
                    <a:pt x="3061061" y="2933331"/>
                  </a:lnTo>
                  <a:lnTo>
                    <a:pt x="3061206" y="2933331"/>
                  </a:lnTo>
                  <a:lnTo>
                    <a:pt x="3061206" y="2932707"/>
                  </a:lnTo>
                  <a:lnTo>
                    <a:pt x="3061352" y="2932707"/>
                  </a:lnTo>
                  <a:lnTo>
                    <a:pt x="3061497" y="2932707"/>
                  </a:lnTo>
                  <a:lnTo>
                    <a:pt x="3061642" y="2932707"/>
                  </a:lnTo>
                  <a:lnTo>
                    <a:pt x="3061788" y="2932707"/>
                  </a:lnTo>
                  <a:lnTo>
                    <a:pt x="3061788" y="2932084"/>
                  </a:lnTo>
                  <a:lnTo>
                    <a:pt x="3061933" y="2932084"/>
                  </a:lnTo>
                  <a:lnTo>
                    <a:pt x="3062079" y="2932084"/>
                  </a:lnTo>
                  <a:lnTo>
                    <a:pt x="3062224" y="2932084"/>
                  </a:lnTo>
                  <a:lnTo>
                    <a:pt x="3062370" y="2932084"/>
                  </a:lnTo>
                  <a:lnTo>
                    <a:pt x="3062515" y="2932084"/>
                  </a:lnTo>
                  <a:lnTo>
                    <a:pt x="3062660" y="2932084"/>
                  </a:lnTo>
                  <a:lnTo>
                    <a:pt x="3062806" y="2932084"/>
                  </a:lnTo>
                  <a:lnTo>
                    <a:pt x="3062951" y="2932084"/>
                  </a:lnTo>
                  <a:lnTo>
                    <a:pt x="3063097" y="2932084"/>
                  </a:lnTo>
                  <a:lnTo>
                    <a:pt x="3063097" y="2931460"/>
                  </a:lnTo>
                  <a:lnTo>
                    <a:pt x="3063097" y="2930836"/>
                  </a:lnTo>
                  <a:lnTo>
                    <a:pt x="3063242" y="2930836"/>
                  </a:lnTo>
                  <a:lnTo>
                    <a:pt x="3063388" y="2930836"/>
                  </a:lnTo>
                  <a:lnTo>
                    <a:pt x="3063533" y="2930836"/>
                  </a:lnTo>
                  <a:lnTo>
                    <a:pt x="3063678" y="2930836"/>
                  </a:lnTo>
                  <a:lnTo>
                    <a:pt x="3063678" y="2930213"/>
                  </a:lnTo>
                  <a:lnTo>
                    <a:pt x="3063824" y="2930213"/>
                  </a:lnTo>
                  <a:lnTo>
                    <a:pt x="3063969" y="2930213"/>
                  </a:lnTo>
                  <a:lnTo>
                    <a:pt x="3064115" y="2930213"/>
                  </a:lnTo>
                  <a:lnTo>
                    <a:pt x="3064115" y="2929589"/>
                  </a:lnTo>
                  <a:lnTo>
                    <a:pt x="3064260" y="2929589"/>
                  </a:lnTo>
                  <a:lnTo>
                    <a:pt x="3064406" y="2929589"/>
                  </a:lnTo>
                  <a:lnTo>
                    <a:pt x="3064551" y="2929589"/>
                  </a:lnTo>
                  <a:lnTo>
                    <a:pt x="3064696" y="2929589"/>
                  </a:lnTo>
                  <a:lnTo>
                    <a:pt x="3064842" y="2929589"/>
                  </a:lnTo>
                  <a:lnTo>
                    <a:pt x="3064987" y="2929589"/>
                  </a:lnTo>
                  <a:lnTo>
                    <a:pt x="3065133" y="2929589"/>
                  </a:lnTo>
                  <a:lnTo>
                    <a:pt x="3065278" y="2929589"/>
                  </a:lnTo>
                  <a:lnTo>
                    <a:pt x="3065423" y="2929589"/>
                  </a:lnTo>
                  <a:lnTo>
                    <a:pt x="3065569" y="2929589"/>
                  </a:lnTo>
                  <a:lnTo>
                    <a:pt x="3065714" y="2929589"/>
                  </a:lnTo>
                  <a:lnTo>
                    <a:pt x="3065860" y="2929589"/>
                  </a:lnTo>
                  <a:lnTo>
                    <a:pt x="3065860" y="2928966"/>
                  </a:lnTo>
                  <a:lnTo>
                    <a:pt x="3066005" y="2928966"/>
                  </a:lnTo>
                  <a:lnTo>
                    <a:pt x="3066151" y="2928966"/>
                  </a:lnTo>
                  <a:lnTo>
                    <a:pt x="3066151" y="2928342"/>
                  </a:lnTo>
                  <a:lnTo>
                    <a:pt x="3066296" y="2928342"/>
                  </a:lnTo>
                  <a:lnTo>
                    <a:pt x="3066441" y="2928342"/>
                  </a:lnTo>
                  <a:lnTo>
                    <a:pt x="3066587" y="2928342"/>
                  </a:lnTo>
                  <a:lnTo>
                    <a:pt x="3066732" y="2928342"/>
                  </a:lnTo>
                  <a:lnTo>
                    <a:pt x="3066878" y="2928342"/>
                  </a:lnTo>
                  <a:lnTo>
                    <a:pt x="3067023" y="2928342"/>
                  </a:lnTo>
                  <a:lnTo>
                    <a:pt x="3067169" y="2928342"/>
                  </a:lnTo>
                  <a:lnTo>
                    <a:pt x="3067314" y="2928342"/>
                  </a:lnTo>
                  <a:lnTo>
                    <a:pt x="3067314" y="2927718"/>
                  </a:lnTo>
                  <a:lnTo>
                    <a:pt x="3067459" y="2927718"/>
                  </a:lnTo>
                  <a:lnTo>
                    <a:pt x="3067459" y="2927095"/>
                  </a:lnTo>
                  <a:lnTo>
                    <a:pt x="3067605" y="2927095"/>
                  </a:lnTo>
                  <a:lnTo>
                    <a:pt x="3067605" y="2926471"/>
                  </a:lnTo>
                  <a:lnTo>
                    <a:pt x="3067750" y="2926471"/>
                  </a:lnTo>
                  <a:lnTo>
                    <a:pt x="3067750" y="2925848"/>
                  </a:lnTo>
                  <a:lnTo>
                    <a:pt x="3067896" y="2925848"/>
                  </a:lnTo>
                  <a:lnTo>
                    <a:pt x="3067896" y="2925224"/>
                  </a:lnTo>
                  <a:lnTo>
                    <a:pt x="3068041" y="2925224"/>
                  </a:lnTo>
                  <a:lnTo>
                    <a:pt x="3068041" y="2924601"/>
                  </a:lnTo>
                  <a:lnTo>
                    <a:pt x="3068187" y="2924601"/>
                  </a:lnTo>
                  <a:lnTo>
                    <a:pt x="3068332" y="2924601"/>
                  </a:lnTo>
                  <a:lnTo>
                    <a:pt x="3068477" y="2924601"/>
                  </a:lnTo>
                  <a:lnTo>
                    <a:pt x="3068623" y="2924601"/>
                  </a:lnTo>
                  <a:lnTo>
                    <a:pt x="3068768" y="2924601"/>
                  </a:lnTo>
                  <a:lnTo>
                    <a:pt x="3068914" y="2924601"/>
                  </a:lnTo>
                  <a:lnTo>
                    <a:pt x="3069059" y="2924601"/>
                  </a:lnTo>
                  <a:lnTo>
                    <a:pt x="3069205" y="2924601"/>
                  </a:lnTo>
                  <a:lnTo>
                    <a:pt x="3069350" y="2924601"/>
                  </a:lnTo>
                  <a:lnTo>
                    <a:pt x="3069495" y="2924601"/>
                  </a:lnTo>
                  <a:lnTo>
                    <a:pt x="3069641" y="2924601"/>
                  </a:lnTo>
                  <a:lnTo>
                    <a:pt x="3069786" y="2924601"/>
                  </a:lnTo>
                  <a:lnTo>
                    <a:pt x="3069932" y="2924601"/>
                  </a:lnTo>
                  <a:lnTo>
                    <a:pt x="3069932" y="2923977"/>
                  </a:lnTo>
                  <a:lnTo>
                    <a:pt x="3070077" y="2923977"/>
                  </a:lnTo>
                  <a:lnTo>
                    <a:pt x="3070223" y="2923977"/>
                  </a:lnTo>
                  <a:lnTo>
                    <a:pt x="3070368" y="2923977"/>
                  </a:lnTo>
                  <a:lnTo>
                    <a:pt x="3070513" y="2923977"/>
                  </a:lnTo>
                  <a:lnTo>
                    <a:pt x="3070513" y="2923353"/>
                  </a:lnTo>
                  <a:lnTo>
                    <a:pt x="3070659" y="2923353"/>
                  </a:lnTo>
                  <a:lnTo>
                    <a:pt x="3070804" y="2923353"/>
                  </a:lnTo>
                  <a:lnTo>
                    <a:pt x="3070950" y="2923353"/>
                  </a:lnTo>
                  <a:lnTo>
                    <a:pt x="3071095" y="2923353"/>
                  </a:lnTo>
                  <a:lnTo>
                    <a:pt x="3071241" y="2923353"/>
                  </a:lnTo>
                  <a:lnTo>
                    <a:pt x="3071386" y="2923353"/>
                  </a:lnTo>
                  <a:lnTo>
                    <a:pt x="3071386" y="2922730"/>
                  </a:lnTo>
                  <a:lnTo>
                    <a:pt x="3071531" y="2922730"/>
                  </a:lnTo>
                  <a:lnTo>
                    <a:pt x="3071677" y="2922730"/>
                  </a:lnTo>
                  <a:lnTo>
                    <a:pt x="3071822" y="2922730"/>
                  </a:lnTo>
                  <a:lnTo>
                    <a:pt x="3071968" y="2922730"/>
                  </a:lnTo>
                  <a:lnTo>
                    <a:pt x="3072113" y="2922730"/>
                  </a:lnTo>
                  <a:lnTo>
                    <a:pt x="3072258" y="2922730"/>
                  </a:lnTo>
                  <a:lnTo>
                    <a:pt x="3072404" y="2922730"/>
                  </a:lnTo>
                  <a:lnTo>
                    <a:pt x="3072404" y="2922106"/>
                  </a:lnTo>
                  <a:lnTo>
                    <a:pt x="3072549" y="2922106"/>
                  </a:lnTo>
                  <a:lnTo>
                    <a:pt x="3072549" y="2921483"/>
                  </a:lnTo>
                  <a:lnTo>
                    <a:pt x="3072695" y="2921483"/>
                  </a:lnTo>
                  <a:lnTo>
                    <a:pt x="3072840" y="2921483"/>
                  </a:lnTo>
                  <a:lnTo>
                    <a:pt x="3072986" y="2921483"/>
                  </a:lnTo>
                  <a:lnTo>
                    <a:pt x="3073131" y="2921483"/>
                  </a:lnTo>
                  <a:lnTo>
                    <a:pt x="3073276" y="2921483"/>
                  </a:lnTo>
                  <a:lnTo>
                    <a:pt x="3073422" y="2921483"/>
                  </a:lnTo>
                  <a:lnTo>
                    <a:pt x="3073567" y="2921483"/>
                  </a:lnTo>
                  <a:lnTo>
                    <a:pt x="3073713" y="2921483"/>
                  </a:lnTo>
                  <a:lnTo>
                    <a:pt x="3073858" y="2921483"/>
                  </a:lnTo>
                  <a:lnTo>
                    <a:pt x="3074004" y="2921483"/>
                  </a:lnTo>
                  <a:lnTo>
                    <a:pt x="3074149" y="2921483"/>
                  </a:lnTo>
                  <a:lnTo>
                    <a:pt x="3074149" y="2920859"/>
                  </a:lnTo>
                  <a:lnTo>
                    <a:pt x="3074294" y="2920859"/>
                  </a:lnTo>
                  <a:lnTo>
                    <a:pt x="3074440" y="2920859"/>
                  </a:lnTo>
                  <a:lnTo>
                    <a:pt x="3074585" y="2920859"/>
                  </a:lnTo>
                  <a:lnTo>
                    <a:pt x="3074731" y="2920859"/>
                  </a:lnTo>
                  <a:lnTo>
                    <a:pt x="3074731" y="2920236"/>
                  </a:lnTo>
                  <a:lnTo>
                    <a:pt x="3074876" y="2920236"/>
                  </a:lnTo>
                  <a:lnTo>
                    <a:pt x="3075022" y="2920236"/>
                  </a:lnTo>
                  <a:lnTo>
                    <a:pt x="3075167" y="2920236"/>
                  </a:lnTo>
                  <a:lnTo>
                    <a:pt x="3075167" y="2919612"/>
                  </a:lnTo>
                  <a:lnTo>
                    <a:pt x="3075312" y="2919612"/>
                  </a:lnTo>
                  <a:lnTo>
                    <a:pt x="3075458" y="2919612"/>
                  </a:lnTo>
                  <a:lnTo>
                    <a:pt x="3075603" y="2919612"/>
                  </a:lnTo>
                  <a:lnTo>
                    <a:pt x="3075603" y="2918988"/>
                  </a:lnTo>
                  <a:lnTo>
                    <a:pt x="3075749" y="2918988"/>
                  </a:lnTo>
                  <a:lnTo>
                    <a:pt x="3075894" y="2918988"/>
                  </a:lnTo>
                  <a:lnTo>
                    <a:pt x="3076040" y="2918988"/>
                  </a:lnTo>
                  <a:lnTo>
                    <a:pt x="3076040" y="2918365"/>
                  </a:lnTo>
                  <a:lnTo>
                    <a:pt x="3076040" y="2917741"/>
                  </a:lnTo>
                  <a:lnTo>
                    <a:pt x="3076185" y="2917741"/>
                  </a:lnTo>
                  <a:lnTo>
                    <a:pt x="3076330" y="2917741"/>
                  </a:lnTo>
                  <a:lnTo>
                    <a:pt x="3076330" y="2917118"/>
                  </a:lnTo>
                  <a:lnTo>
                    <a:pt x="3076330" y="2916494"/>
                  </a:lnTo>
                  <a:lnTo>
                    <a:pt x="3076476" y="2916494"/>
                  </a:lnTo>
                  <a:lnTo>
                    <a:pt x="3076476" y="2915870"/>
                  </a:lnTo>
                  <a:lnTo>
                    <a:pt x="3076476" y="2915247"/>
                  </a:lnTo>
                  <a:lnTo>
                    <a:pt x="3076476" y="2914623"/>
                  </a:lnTo>
                  <a:lnTo>
                    <a:pt x="3076476" y="2914000"/>
                  </a:lnTo>
                  <a:lnTo>
                    <a:pt x="3076621" y="2914000"/>
                  </a:lnTo>
                  <a:lnTo>
                    <a:pt x="3076767" y="2914000"/>
                  </a:lnTo>
                  <a:lnTo>
                    <a:pt x="3076912" y="2914000"/>
                  </a:lnTo>
                  <a:lnTo>
                    <a:pt x="3077058" y="2914000"/>
                  </a:lnTo>
                  <a:lnTo>
                    <a:pt x="3077203" y="2914000"/>
                  </a:lnTo>
                  <a:lnTo>
                    <a:pt x="3077348" y="2914000"/>
                  </a:lnTo>
                  <a:lnTo>
                    <a:pt x="3077494" y="2914000"/>
                  </a:lnTo>
                  <a:lnTo>
                    <a:pt x="3077639" y="2914000"/>
                  </a:lnTo>
                  <a:lnTo>
                    <a:pt x="3077785" y="2914000"/>
                  </a:lnTo>
                  <a:lnTo>
                    <a:pt x="3077930" y="2914000"/>
                  </a:lnTo>
                  <a:lnTo>
                    <a:pt x="3078076" y="2914000"/>
                  </a:lnTo>
                  <a:lnTo>
                    <a:pt x="3078221" y="2914000"/>
                  </a:lnTo>
                  <a:lnTo>
                    <a:pt x="3078366" y="2914000"/>
                  </a:lnTo>
                  <a:lnTo>
                    <a:pt x="3078512" y="2914000"/>
                  </a:lnTo>
                  <a:lnTo>
                    <a:pt x="3078512" y="2913376"/>
                  </a:lnTo>
                  <a:lnTo>
                    <a:pt x="3078657" y="2913376"/>
                  </a:lnTo>
                  <a:lnTo>
                    <a:pt x="3078803" y="2913376"/>
                  </a:lnTo>
                  <a:lnTo>
                    <a:pt x="3078948" y="2913376"/>
                  </a:lnTo>
                  <a:lnTo>
                    <a:pt x="3079093" y="2913376"/>
                  </a:lnTo>
                  <a:lnTo>
                    <a:pt x="3079239" y="2913376"/>
                  </a:lnTo>
                  <a:lnTo>
                    <a:pt x="3079384" y="2913376"/>
                  </a:lnTo>
                  <a:lnTo>
                    <a:pt x="3079530" y="2913376"/>
                  </a:lnTo>
                  <a:lnTo>
                    <a:pt x="3079675" y="2913376"/>
                  </a:lnTo>
                  <a:lnTo>
                    <a:pt x="3079821" y="2913376"/>
                  </a:lnTo>
                  <a:lnTo>
                    <a:pt x="3079966" y="2913376"/>
                  </a:lnTo>
                  <a:lnTo>
                    <a:pt x="3080111" y="2913376"/>
                  </a:lnTo>
                  <a:lnTo>
                    <a:pt x="3080257" y="2913376"/>
                  </a:lnTo>
                  <a:lnTo>
                    <a:pt x="3080257" y="2912753"/>
                  </a:lnTo>
                  <a:lnTo>
                    <a:pt x="3080402" y="2912753"/>
                  </a:lnTo>
                  <a:lnTo>
                    <a:pt x="3080548" y="2912753"/>
                  </a:lnTo>
                  <a:lnTo>
                    <a:pt x="3080693" y="2912753"/>
                  </a:lnTo>
                  <a:lnTo>
                    <a:pt x="3080839" y="2912753"/>
                  </a:lnTo>
                  <a:lnTo>
                    <a:pt x="3080984" y="2912753"/>
                  </a:lnTo>
                  <a:lnTo>
                    <a:pt x="3081129" y="2912753"/>
                  </a:lnTo>
                  <a:lnTo>
                    <a:pt x="3081275" y="2912753"/>
                  </a:lnTo>
                  <a:lnTo>
                    <a:pt x="3081420" y="2912753"/>
                  </a:lnTo>
                  <a:lnTo>
                    <a:pt x="3081566" y="2912753"/>
                  </a:lnTo>
                  <a:lnTo>
                    <a:pt x="3081711" y="2912753"/>
                  </a:lnTo>
                  <a:lnTo>
                    <a:pt x="3081857" y="2912753"/>
                  </a:lnTo>
                  <a:lnTo>
                    <a:pt x="3081857" y="2912129"/>
                  </a:lnTo>
                  <a:lnTo>
                    <a:pt x="3082002" y="2912129"/>
                  </a:lnTo>
                  <a:lnTo>
                    <a:pt x="3082147" y="2912129"/>
                  </a:lnTo>
                  <a:lnTo>
                    <a:pt x="3082293" y="2912129"/>
                  </a:lnTo>
                  <a:lnTo>
                    <a:pt x="3082438" y="2912129"/>
                  </a:lnTo>
                  <a:lnTo>
                    <a:pt x="3082584" y="2912129"/>
                  </a:lnTo>
                  <a:lnTo>
                    <a:pt x="3082729" y="2912129"/>
                  </a:lnTo>
                  <a:lnTo>
                    <a:pt x="3082875" y="2912129"/>
                  </a:lnTo>
                  <a:lnTo>
                    <a:pt x="3083020" y="2912129"/>
                  </a:lnTo>
                  <a:lnTo>
                    <a:pt x="3083165" y="2912129"/>
                  </a:lnTo>
                  <a:lnTo>
                    <a:pt x="3083311" y="2912129"/>
                  </a:lnTo>
                  <a:lnTo>
                    <a:pt x="3083456" y="2912129"/>
                  </a:lnTo>
                  <a:lnTo>
                    <a:pt x="3083602" y="2912129"/>
                  </a:lnTo>
                  <a:lnTo>
                    <a:pt x="3083747" y="2912129"/>
                  </a:lnTo>
                  <a:lnTo>
                    <a:pt x="3083893" y="2912129"/>
                  </a:lnTo>
                  <a:lnTo>
                    <a:pt x="3084038" y="2912129"/>
                  </a:lnTo>
                  <a:lnTo>
                    <a:pt x="3084183" y="2912129"/>
                  </a:lnTo>
                  <a:lnTo>
                    <a:pt x="3084329" y="2912129"/>
                  </a:lnTo>
                  <a:lnTo>
                    <a:pt x="3084474" y="2912129"/>
                  </a:lnTo>
                  <a:lnTo>
                    <a:pt x="3084620" y="2912129"/>
                  </a:lnTo>
                  <a:lnTo>
                    <a:pt x="3084765" y="2912129"/>
                  </a:lnTo>
                  <a:lnTo>
                    <a:pt x="3084911" y="2912129"/>
                  </a:lnTo>
                  <a:lnTo>
                    <a:pt x="3085056" y="2912129"/>
                  </a:lnTo>
                  <a:lnTo>
                    <a:pt x="3085201" y="2912129"/>
                  </a:lnTo>
                  <a:lnTo>
                    <a:pt x="3085347" y="2912129"/>
                  </a:lnTo>
                  <a:lnTo>
                    <a:pt x="3085492" y="2912129"/>
                  </a:lnTo>
                  <a:lnTo>
                    <a:pt x="3085638" y="2912129"/>
                  </a:lnTo>
                  <a:lnTo>
                    <a:pt x="3085783" y="2912129"/>
                  </a:lnTo>
                  <a:lnTo>
                    <a:pt x="3085928" y="2912129"/>
                  </a:lnTo>
                  <a:lnTo>
                    <a:pt x="3086074" y="2912129"/>
                  </a:lnTo>
                  <a:lnTo>
                    <a:pt x="3086219" y="2912129"/>
                  </a:lnTo>
                  <a:lnTo>
                    <a:pt x="3086365" y="2912129"/>
                  </a:lnTo>
                  <a:lnTo>
                    <a:pt x="3086510" y="2912129"/>
                  </a:lnTo>
                  <a:lnTo>
                    <a:pt x="3086656" y="2912129"/>
                  </a:lnTo>
                  <a:lnTo>
                    <a:pt x="3086801" y="2912129"/>
                  </a:lnTo>
                  <a:lnTo>
                    <a:pt x="3086946" y="2912129"/>
                  </a:lnTo>
                  <a:lnTo>
                    <a:pt x="3087092" y="2912129"/>
                  </a:lnTo>
                  <a:lnTo>
                    <a:pt x="3087092" y="2911505"/>
                  </a:lnTo>
                  <a:lnTo>
                    <a:pt x="3087237" y="2911505"/>
                  </a:lnTo>
                  <a:lnTo>
                    <a:pt x="3087383" y="2911505"/>
                  </a:lnTo>
                  <a:lnTo>
                    <a:pt x="3087528" y="2911505"/>
                  </a:lnTo>
                  <a:lnTo>
                    <a:pt x="3087674" y="2911505"/>
                  </a:lnTo>
                  <a:lnTo>
                    <a:pt x="3087819" y="2911505"/>
                  </a:lnTo>
                  <a:lnTo>
                    <a:pt x="3087964" y="2911505"/>
                  </a:lnTo>
                  <a:lnTo>
                    <a:pt x="3088110" y="2911505"/>
                  </a:lnTo>
                  <a:lnTo>
                    <a:pt x="3088255" y="2911505"/>
                  </a:lnTo>
                  <a:lnTo>
                    <a:pt x="3088255" y="2910882"/>
                  </a:lnTo>
                  <a:lnTo>
                    <a:pt x="3088401" y="2910882"/>
                  </a:lnTo>
                  <a:lnTo>
                    <a:pt x="3088546" y="2910882"/>
                  </a:lnTo>
                  <a:lnTo>
                    <a:pt x="3088692" y="2910882"/>
                  </a:lnTo>
                  <a:lnTo>
                    <a:pt x="3088692" y="2910258"/>
                  </a:lnTo>
                  <a:lnTo>
                    <a:pt x="3088692" y="2909635"/>
                  </a:lnTo>
                  <a:lnTo>
                    <a:pt x="3088837" y="2909635"/>
                  </a:lnTo>
                  <a:lnTo>
                    <a:pt x="3088982" y="2909635"/>
                  </a:lnTo>
                  <a:lnTo>
                    <a:pt x="3089128" y="2909635"/>
                  </a:lnTo>
                  <a:lnTo>
                    <a:pt x="3089273" y="2909635"/>
                  </a:lnTo>
                  <a:lnTo>
                    <a:pt x="3089419" y="2909635"/>
                  </a:lnTo>
                  <a:lnTo>
                    <a:pt x="3089564" y="2909635"/>
                  </a:lnTo>
                  <a:lnTo>
                    <a:pt x="3089710" y="2909635"/>
                  </a:lnTo>
                  <a:lnTo>
                    <a:pt x="3089855" y="2909635"/>
                  </a:lnTo>
                  <a:lnTo>
                    <a:pt x="3090000" y="2909635"/>
                  </a:lnTo>
                  <a:lnTo>
                    <a:pt x="3090000" y="2909011"/>
                  </a:lnTo>
                  <a:lnTo>
                    <a:pt x="3090146" y="2909011"/>
                  </a:lnTo>
                  <a:lnTo>
                    <a:pt x="3090291" y="2909011"/>
                  </a:lnTo>
                  <a:lnTo>
                    <a:pt x="3090437" y="2909011"/>
                  </a:lnTo>
                  <a:lnTo>
                    <a:pt x="3090582" y="2909011"/>
                  </a:lnTo>
                  <a:lnTo>
                    <a:pt x="3090728" y="2909011"/>
                  </a:lnTo>
                  <a:lnTo>
                    <a:pt x="3090873" y="2909011"/>
                  </a:lnTo>
                  <a:lnTo>
                    <a:pt x="3090873" y="2908387"/>
                  </a:lnTo>
                  <a:lnTo>
                    <a:pt x="3091018" y="2908387"/>
                  </a:lnTo>
                  <a:lnTo>
                    <a:pt x="3091164" y="2908387"/>
                  </a:lnTo>
                  <a:lnTo>
                    <a:pt x="3091164" y="2907764"/>
                  </a:lnTo>
                  <a:lnTo>
                    <a:pt x="3091309" y="2907764"/>
                  </a:lnTo>
                  <a:lnTo>
                    <a:pt x="3091309" y="2907140"/>
                  </a:lnTo>
                  <a:lnTo>
                    <a:pt x="3091309" y="2906517"/>
                  </a:lnTo>
                  <a:lnTo>
                    <a:pt x="3091455" y="2906517"/>
                  </a:lnTo>
                  <a:lnTo>
                    <a:pt x="3091600" y="2906517"/>
                  </a:lnTo>
                  <a:lnTo>
                    <a:pt x="3091746" y="2906517"/>
                  </a:lnTo>
                  <a:lnTo>
                    <a:pt x="3091891" y="2906517"/>
                  </a:lnTo>
                  <a:lnTo>
                    <a:pt x="3091891" y="2905893"/>
                  </a:lnTo>
                  <a:lnTo>
                    <a:pt x="3092036" y="2905893"/>
                  </a:lnTo>
                  <a:lnTo>
                    <a:pt x="3092182" y="2905893"/>
                  </a:lnTo>
                  <a:lnTo>
                    <a:pt x="3092327" y="2905893"/>
                  </a:lnTo>
                  <a:lnTo>
                    <a:pt x="3092473" y="2905893"/>
                  </a:lnTo>
                  <a:lnTo>
                    <a:pt x="3092618" y="2905893"/>
                  </a:lnTo>
                  <a:lnTo>
                    <a:pt x="3092763" y="2905893"/>
                  </a:lnTo>
                  <a:lnTo>
                    <a:pt x="3092763" y="2905270"/>
                  </a:lnTo>
                  <a:lnTo>
                    <a:pt x="3092909" y="2905270"/>
                  </a:lnTo>
                  <a:lnTo>
                    <a:pt x="3092909" y="2904646"/>
                  </a:lnTo>
                  <a:lnTo>
                    <a:pt x="3093054" y="2904646"/>
                  </a:lnTo>
                  <a:lnTo>
                    <a:pt x="3093200" y="2904646"/>
                  </a:lnTo>
                  <a:lnTo>
                    <a:pt x="3093345" y="2904646"/>
                  </a:lnTo>
                  <a:lnTo>
                    <a:pt x="3093491" y="2904646"/>
                  </a:lnTo>
                  <a:lnTo>
                    <a:pt x="3093491" y="2904022"/>
                  </a:lnTo>
                  <a:lnTo>
                    <a:pt x="3093636" y="2904022"/>
                  </a:lnTo>
                  <a:lnTo>
                    <a:pt x="3093636" y="2903399"/>
                  </a:lnTo>
                  <a:lnTo>
                    <a:pt x="3093636" y="2902775"/>
                  </a:lnTo>
                  <a:lnTo>
                    <a:pt x="3093781" y="2902775"/>
                  </a:lnTo>
                  <a:lnTo>
                    <a:pt x="3093927" y="2902775"/>
                  </a:lnTo>
                  <a:lnTo>
                    <a:pt x="3093927" y="2902152"/>
                  </a:lnTo>
                  <a:lnTo>
                    <a:pt x="3094072" y="2902152"/>
                  </a:lnTo>
                  <a:lnTo>
                    <a:pt x="3094072" y="2901528"/>
                  </a:lnTo>
                  <a:lnTo>
                    <a:pt x="3094218" y="2901528"/>
                  </a:lnTo>
                  <a:lnTo>
                    <a:pt x="3094363" y="2901528"/>
                  </a:lnTo>
                  <a:lnTo>
                    <a:pt x="3094509" y="2901528"/>
                  </a:lnTo>
                  <a:lnTo>
                    <a:pt x="3094654" y="2901528"/>
                  </a:lnTo>
                  <a:lnTo>
                    <a:pt x="3094799" y="2901528"/>
                  </a:lnTo>
                  <a:lnTo>
                    <a:pt x="3094799" y="2900904"/>
                  </a:lnTo>
                  <a:lnTo>
                    <a:pt x="3094945" y="2900904"/>
                  </a:lnTo>
                  <a:lnTo>
                    <a:pt x="3095090" y="2900904"/>
                  </a:lnTo>
                  <a:lnTo>
                    <a:pt x="3095236" y="2900904"/>
                  </a:lnTo>
                  <a:lnTo>
                    <a:pt x="3095381" y="2900904"/>
                  </a:lnTo>
                  <a:lnTo>
                    <a:pt x="3095527" y="2900904"/>
                  </a:lnTo>
                  <a:lnTo>
                    <a:pt x="3095672" y="2900904"/>
                  </a:lnTo>
                  <a:lnTo>
                    <a:pt x="3095817" y="2900904"/>
                  </a:lnTo>
                  <a:lnTo>
                    <a:pt x="3095963" y="2900904"/>
                  </a:lnTo>
                  <a:lnTo>
                    <a:pt x="3096108" y="2900904"/>
                  </a:lnTo>
                  <a:lnTo>
                    <a:pt x="3096254" y="2900904"/>
                  </a:lnTo>
                  <a:lnTo>
                    <a:pt x="3096254" y="2900281"/>
                  </a:lnTo>
                  <a:lnTo>
                    <a:pt x="3096399" y="2900281"/>
                  </a:lnTo>
                  <a:lnTo>
                    <a:pt x="3096545" y="2900281"/>
                  </a:lnTo>
                  <a:lnTo>
                    <a:pt x="3096690" y="2900281"/>
                  </a:lnTo>
                  <a:lnTo>
                    <a:pt x="3096690" y="2899657"/>
                  </a:lnTo>
                  <a:lnTo>
                    <a:pt x="3096835" y="2899657"/>
                  </a:lnTo>
                  <a:lnTo>
                    <a:pt x="3096981" y="2899657"/>
                  </a:lnTo>
                  <a:lnTo>
                    <a:pt x="3097126" y="2899657"/>
                  </a:lnTo>
                  <a:lnTo>
                    <a:pt x="3097272" y="2899657"/>
                  </a:lnTo>
                  <a:lnTo>
                    <a:pt x="3097417" y="2899657"/>
                  </a:lnTo>
                  <a:lnTo>
                    <a:pt x="3097417" y="2899034"/>
                  </a:lnTo>
                  <a:lnTo>
                    <a:pt x="3097563" y="2899034"/>
                  </a:lnTo>
                  <a:lnTo>
                    <a:pt x="3097708" y="2899034"/>
                  </a:lnTo>
                  <a:lnTo>
                    <a:pt x="3097708" y="2898410"/>
                  </a:lnTo>
                  <a:lnTo>
                    <a:pt x="3097853" y="2898410"/>
                  </a:lnTo>
                  <a:lnTo>
                    <a:pt x="3097999" y="2898410"/>
                  </a:lnTo>
                  <a:lnTo>
                    <a:pt x="3097999" y="2897787"/>
                  </a:lnTo>
                  <a:lnTo>
                    <a:pt x="3098144" y="2897787"/>
                  </a:lnTo>
                  <a:lnTo>
                    <a:pt x="3098144" y="2897163"/>
                  </a:lnTo>
                  <a:lnTo>
                    <a:pt x="3098290" y="2897163"/>
                  </a:lnTo>
                  <a:lnTo>
                    <a:pt x="3098435" y="2897163"/>
                  </a:lnTo>
                  <a:lnTo>
                    <a:pt x="3098581" y="2897163"/>
                  </a:lnTo>
                  <a:lnTo>
                    <a:pt x="3098726" y="2897163"/>
                  </a:lnTo>
                  <a:lnTo>
                    <a:pt x="3098871" y="2897163"/>
                  </a:lnTo>
                  <a:lnTo>
                    <a:pt x="3099017" y="2897163"/>
                  </a:lnTo>
                  <a:lnTo>
                    <a:pt x="3099162" y="2897163"/>
                  </a:lnTo>
                  <a:lnTo>
                    <a:pt x="3099308" y="2897163"/>
                  </a:lnTo>
                  <a:lnTo>
                    <a:pt x="3099453" y="2897163"/>
                  </a:lnTo>
                  <a:lnTo>
                    <a:pt x="3099598" y="2897163"/>
                  </a:lnTo>
                  <a:lnTo>
                    <a:pt x="3099744" y="2897163"/>
                  </a:lnTo>
                  <a:lnTo>
                    <a:pt x="3099889" y="2897163"/>
                  </a:lnTo>
                  <a:lnTo>
                    <a:pt x="3100035" y="2897163"/>
                  </a:lnTo>
                  <a:lnTo>
                    <a:pt x="3100180" y="2897163"/>
                  </a:lnTo>
                  <a:lnTo>
                    <a:pt x="3100326" y="2897163"/>
                  </a:lnTo>
                  <a:lnTo>
                    <a:pt x="3100471" y="2897163"/>
                  </a:lnTo>
                  <a:lnTo>
                    <a:pt x="3100616" y="2897163"/>
                  </a:lnTo>
                  <a:lnTo>
                    <a:pt x="3100762" y="2897163"/>
                  </a:lnTo>
                  <a:lnTo>
                    <a:pt x="3100907" y="2897163"/>
                  </a:lnTo>
                  <a:lnTo>
                    <a:pt x="3101053" y="2897163"/>
                  </a:lnTo>
                  <a:lnTo>
                    <a:pt x="3101198" y="2897163"/>
                  </a:lnTo>
                  <a:lnTo>
                    <a:pt x="3101344" y="2897163"/>
                  </a:lnTo>
                  <a:lnTo>
                    <a:pt x="3101489" y="2897163"/>
                  </a:lnTo>
                  <a:lnTo>
                    <a:pt x="3101489" y="2896539"/>
                  </a:lnTo>
                  <a:lnTo>
                    <a:pt x="3101634" y="2896539"/>
                  </a:lnTo>
                  <a:lnTo>
                    <a:pt x="3101780" y="2896539"/>
                  </a:lnTo>
                  <a:lnTo>
                    <a:pt x="3101925" y="2896539"/>
                  </a:lnTo>
                  <a:lnTo>
                    <a:pt x="3102071" y="2896539"/>
                  </a:lnTo>
                  <a:lnTo>
                    <a:pt x="3102216" y="2896539"/>
                  </a:lnTo>
                  <a:lnTo>
                    <a:pt x="3102362" y="2896539"/>
                  </a:lnTo>
                  <a:lnTo>
                    <a:pt x="3102362" y="2895916"/>
                  </a:lnTo>
                  <a:lnTo>
                    <a:pt x="3102507" y="2895916"/>
                  </a:lnTo>
                  <a:lnTo>
                    <a:pt x="3102652" y="2895916"/>
                  </a:lnTo>
                  <a:lnTo>
                    <a:pt x="3102798" y="2895916"/>
                  </a:lnTo>
                  <a:lnTo>
                    <a:pt x="3102943" y="2895916"/>
                  </a:lnTo>
                  <a:lnTo>
                    <a:pt x="3103089" y="2895916"/>
                  </a:lnTo>
                  <a:lnTo>
                    <a:pt x="3103234" y="2895916"/>
                  </a:lnTo>
                  <a:lnTo>
                    <a:pt x="3103234" y="2895292"/>
                  </a:lnTo>
                  <a:lnTo>
                    <a:pt x="3103380" y="2895292"/>
                  </a:lnTo>
                  <a:lnTo>
                    <a:pt x="3103525" y="2895292"/>
                  </a:lnTo>
                  <a:lnTo>
                    <a:pt x="3103670" y="2895292"/>
                  </a:lnTo>
                  <a:lnTo>
                    <a:pt x="3103816" y="2895292"/>
                  </a:lnTo>
                  <a:lnTo>
                    <a:pt x="3103816" y="2894669"/>
                  </a:lnTo>
                  <a:lnTo>
                    <a:pt x="3103961" y="2894669"/>
                  </a:lnTo>
                  <a:lnTo>
                    <a:pt x="3104107" y="2894669"/>
                  </a:lnTo>
                  <a:lnTo>
                    <a:pt x="3104107" y="2894045"/>
                  </a:lnTo>
                  <a:lnTo>
                    <a:pt x="3104252" y="2894045"/>
                  </a:lnTo>
                  <a:lnTo>
                    <a:pt x="3104398" y="2894045"/>
                  </a:lnTo>
                  <a:lnTo>
                    <a:pt x="3104543" y="2894045"/>
                  </a:lnTo>
                  <a:lnTo>
                    <a:pt x="3104688" y="2894045"/>
                  </a:lnTo>
                  <a:lnTo>
                    <a:pt x="3104834" y="2894045"/>
                  </a:lnTo>
                  <a:lnTo>
                    <a:pt x="3104979" y="2894045"/>
                  </a:lnTo>
                  <a:lnTo>
                    <a:pt x="3104979" y="2893421"/>
                  </a:lnTo>
                  <a:lnTo>
                    <a:pt x="3105125" y="2893421"/>
                  </a:lnTo>
                  <a:lnTo>
                    <a:pt x="3105125" y="2892798"/>
                  </a:lnTo>
                  <a:lnTo>
                    <a:pt x="3105270" y="2892798"/>
                  </a:lnTo>
                  <a:lnTo>
                    <a:pt x="3105416" y="2892798"/>
                  </a:lnTo>
                  <a:lnTo>
                    <a:pt x="3105561" y="2892798"/>
                  </a:lnTo>
                  <a:lnTo>
                    <a:pt x="3105706" y="2892798"/>
                  </a:lnTo>
                  <a:lnTo>
                    <a:pt x="3105852" y="2892798"/>
                  </a:lnTo>
                  <a:lnTo>
                    <a:pt x="3105997" y="2892798"/>
                  </a:lnTo>
                  <a:lnTo>
                    <a:pt x="3106143" y="2892798"/>
                  </a:lnTo>
                  <a:lnTo>
                    <a:pt x="3106143" y="2892174"/>
                  </a:lnTo>
                  <a:lnTo>
                    <a:pt x="3106288" y="2892174"/>
                  </a:lnTo>
                  <a:lnTo>
                    <a:pt x="3106433" y="2892174"/>
                  </a:lnTo>
                  <a:lnTo>
                    <a:pt x="3106579" y="2892174"/>
                  </a:lnTo>
                  <a:lnTo>
                    <a:pt x="3106724" y="2892174"/>
                  </a:lnTo>
                  <a:lnTo>
                    <a:pt x="3106724" y="2891551"/>
                  </a:lnTo>
                  <a:lnTo>
                    <a:pt x="3106870" y="2891551"/>
                  </a:lnTo>
                  <a:lnTo>
                    <a:pt x="3107015" y="2891551"/>
                  </a:lnTo>
                  <a:lnTo>
                    <a:pt x="3107161" y="2891551"/>
                  </a:lnTo>
                  <a:lnTo>
                    <a:pt x="3107306" y="2891551"/>
                  </a:lnTo>
                  <a:lnTo>
                    <a:pt x="3107451" y="2891551"/>
                  </a:lnTo>
                  <a:lnTo>
                    <a:pt x="3107597" y="2891551"/>
                  </a:lnTo>
                  <a:lnTo>
                    <a:pt x="3107742" y="2891551"/>
                  </a:lnTo>
                  <a:lnTo>
                    <a:pt x="3107888" y="2891551"/>
                  </a:lnTo>
                  <a:lnTo>
                    <a:pt x="3107888" y="2890927"/>
                  </a:lnTo>
                  <a:lnTo>
                    <a:pt x="3107888" y="2890304"/>
                  </a:lnTo>
                  <a:lnTo>
                    <a:pt x="3108033" y="2890304"/>
                  </a:lnTo>
                  <a:lnTo>
                    <a:pt x="3108179" y="2890304"/>
                  </a:lnTo>
                  <a:lnTo>
                    <a:pt x="3108324" y="2890304"/>
                  </a:lnTo>
                  <a:lnTo>
                    <a:pt x="3108469" y="2890304"/>
                  </a:lnTo>
                  <a:lnTo>
                    <a:pt x="3108615" y="2890304"/>
                  </a:lnTo>
                  <a:lnTo>
                    <a:pt x="3108760" y="2890304"/>
                  </a:lnTo>
                  <a:lnTo>
                    <a:pt x="3108906" y="2890304"/>
                  </a:lnTo>
                  <a:lnTo>
                    <a:pt x="3109051" y="2890304"/>
                  </a:lnTo>
                  <a:lnTo>
                    <a:pt x="3109197" y="2890304"/>
                  </a:lnTo>
                  <a:lnTo>
                    <a:pt x="3109342" y="2890304"/>
                  </a:lnTo>
                  <a:lnTo>
                    <a:pt x="3109487" y="2890304"/>
                  </a:lnTo>
                  <a:lnTo>
                    <a:pt x="3109633" y="2890304"/>
                  </a:lnTo>
                  <a:lnTo>
                    <a:pt x="3109778" y="2890304"/>
                  </a:lnTo>
                  <a:lnTo>
                    <a:pt x="3109924" y="2890304"/>
                  </a:lnTo>
                  <a:lnTo>
                    <a:pt x="3110069" y="2890304"/>
                  </a:lnTo>
                  <a:lnTo>
                    <a:pt x="3110069" y="2889680"/>
                  </a:lnTo>
                  <a:lnTo>
                    <a:pt x="3110215" y="2889680"/>
                  </a:lnTo>
                  <a:lnTo>
                    <a:pt x="3110360" y="2889680"/>
                  </a:lnTo>
                  <a:lnTo>
                    <a:pt x="3110505" y="2889680"/>
                  </a:lnTo>
                  <a:lnTo>
                    <a:pt x="3110651" y="2889680"/>
                  </a:lnTo>
                  <a:lnTo>
                    <a:pt x="3110796" y="2889680"/>
                  </a:lnTo>
                  <a:lnTo>
                    <a:pt x="3110942" y="2889680"/>
                  </a:lnTo>
                  <a:lnTo>
                    <a:pt x="3111087" y="2889680"/>
                  </a:lnTo>
                  <a:lnTo>
                    <a:pt x="3111233" y="2889680"/>
                  </a:lnTo>
                  <a:lnTo>
                    <a:pt x="3111378" y="2889680"/>
                  </a:lnTo>
                  <a:lnTo>
                    <a:pt x="3111523" y="2889680"/>
                  </a:lnTo>
                  <a:lnTo>
                    <a:pt x="3111669" y="2889680"/>
                  </a:lnTo>
                  <a:lnTo>
                    <a:pt x="3111814" y="2889680"/>
                  </a:lnTo>
                  <a:lnTo>
                    <a:pt x="3111960" y="2889680"/>
                  </a:lnTo>
                  <a:lnTo>
                    <a:pt x="3112105" y="2889680"/>
                  </a:lnTo>
                  <a:lnTo>
                    <a:pt x="3112105" y="2889056"/>
                  </a:lnTo>
                  <a:lnTo>
                    <a:pt x="3112251" y="2889056"/>
                  </a:lnTo>
                  <a:lnTo>
                    <a:pt x="3112396" y="2889056"/>
                  </a:lnTo>
                  <a:lnTo>
                    <a:pt x="3112541" y="2889056"/>
                  </a:lnTo>
                  <a:lnTo>
                    <a:pt x="3112541" y="2888433"/>
                  </a:lnTo>
                  <a:lnTo>
                    <a:pt x="3112687" y="2888433"/>
                  </a:lnTo>
                  <a:lnTo>
                    <a:pt x="3112832" y="2888433"/>
                  </a:lnTo>
                  <a:lnTo>
                    <a:pt x="3112978" y="2888433"/>
                  </a:lnTo>
                  <a:lnTo>
                    <a:pt x="3112978" y="2887809"/>
                  </a:lnTo>
                  <a:lnTo>
                    <a:pt x="3113123" y="2887809"/>
                  </a:lnTo>
                  <a:lnTo>
                    <a:pt x="3113123" y="2887186"/>
                  </a:lnTo>
                  <a:lnTo>
                    <a:pt x="3113268" y="2887186"/>
                  </a:lnTo>
                  <a:lnTo>
                    <a:pt x="3113414" y="2887186"/>
                  </a:lnTo>
                  <a:lnTo>
                    <a:pt x="3113559" y="2887186"/>
                  </a:lnTo>
                  <a:lnTo>
                    <a:pt x="3113705" y="2887186"/>
                  </a:lnTo>
                  <a:lnTo>
                    <a:pt x="3113705" y="2886562"/>
                  </a:lnTo>
                  <a:lnTo>
                    <a:pt x="3113850" y="2886562"/>
                  </a:lnTo>
                  <a:lnTo>
                    <a:pt x="3113996" y="2886562"/>
                  </a:lnTo>
                  <a:lnTo>
                    <a:pt x="3113996" y="2885938"/>
                  </a:lnTo>
                  <a:lnTo>
                    <a:pt x="3114141" y="2885938"/>
                  </a:lnTo>
                  <a:lnTo>
                    <a:pt x="3114286" y="2885938"/>
                  </a:lnTo>
                  <a:lnTo>
                    <a:pt x="3114432" y="2885938"/>
                  </a:lnTo>
                  <a:lnTo>
                    <a:pt x="3114577" y="2885938"/>
                  </a:lnTo>
                  <a:lnTo>
                    <a:pt x="3114577" y="2885315"/>
                  </a:lnTo>
                  <a:lnTo>
                    <a:pt x="3114723" y="2885315"/>
                  </a:lnTo>
                  <a:lnTo>
                    <a:pt x="3114868" y="2885315"/>
                  </a:lnTo>
                  <a:lnTo>
                    <a:pt x="3115014" y="2885315"/>
                  </a:lnTo>
                  <a:lnTo>
                    <a:pt x="3115159" y="2885315"/>
                  </a:lnTo>
                  <a:lnTo>
                    <a:pt x="3115304" y="2885315"/>
                  </a:lnTo>
                  <a:lnTo>
                    <a:pt x="3115450" y="2885315"/>
                  </a:lnTo>
                  <a:lnTo>
                    <a:pt x="3115450" y="2884691"/>
                  </a:lnTo>
                  <a:lnTo>
                    <a:pt x="3115450" y="2884068"/>
                  </a:lnTo>
                  <a:lnTo>
                    <a:pt x="3115595" y="2884068"/>
                  </a:lnTo>
                  <a:lnTo>
                    <a:pt x="3115595" y="2883444"/>
                  </a:lnTo>
                  <a:lnTo>
                    <a:pt x="3115741" y="2883444"/>
                  </a:lnTo>
                  <a:lnTo>
                    <a:pt x="3115886" y="2883444"/>
                  </a:lnTo>
                  <a:lnTo>
                    <a:pt x="3116032" y="2883444"/>
                  </a:lnTo>
                  <a:lnTo>
                    <a:pt x="3116032" y="2882821"/>
                  </a:lnTo>
                  <a:lnTo>
                    <a:pt x="3116177" y="2882821"/>
                  </a:lnTo>
                  <a:lnTo>
                    <a:pt x="3116322" y="2882821"/>
                  </a:lnTo>
                  <a:lnTo>
                    <a:pt x="3116322" y="2882197"/>
                  </a:lnTo>
                  <a:lnTo>
                    <a:pt x="3116322" y="2881573"/>
                  </a:lnTo>
                  <a:lnTo>
                    <a:pt x="3116468" y="2881573"/>
                  </a:lnTo>
                  <a:lnTo>
                    <a:pt x="3116613" y="2881573"/>
                  </a:lnTo>
                  <a:lnTo>
                    <a:pt x="3116759" y="2881573"/>
                  </a:lnTo>
                  <a:lnTo>
                    <a:pt x="3116904" y="2881573"/>
                  </a:lnTo>
                  <a:lnTo>
                    <a:pt x="3117050" y="2881573"/>
                  </a:lnTo>
                  <a:lnTo>
                    <a:pt x="3117195" y="2881573"/>
                  </a:lnTo>
                  <a:lnTo>
                    <a:pt x="3117340" y="2881573"/>
                  </a:lnTo>
                  <a:lnTo>
                    <a:pt x="3117486" y="2881573"/>
                  </a:lnTo>
                  <a:lnTo>
                    <a:pt x="3117631" y="2881573"/>
                  </a:lnTo>
                  <a:lnTo>
                    <a:pt x="3117631" y="2880950"/>
                  </a:lnTo>
                  <a:lnTo>
                    <a:pt x="3117777" y="2880950"/>
                  </a:lnTo>
                  <a:lnTo>
                    <a:pt x="3117922" y="2880950"/>
                  </a:lnTo>
                  <a:lnTo>
                    <a:pt x="3118068" y="2880950"/>
                  </a:lnTo>
                  <a:lnTo>
                    <a:pt x="3118213" y="2880950"/>
                  </a:lnTo>
                  <a:lnTo>
                    <a:pt x="3118358" y="2880950"/>
                  </a:lnTo>
                  <a:lnTo>
                    <a:pt x="3118504" y="2880950"/>
                  </a:lnTo>
                  <a:lnTo>
                    <a:pt x="3118649" y="2880950"/>
                  </a:lnTo>
                  <a:lnTo>
                    <a:pt x="3118795" y="2880950"/>
                  </a:lnTo>
                  <a:lnTo>
                    <a:pt x="3118940" y="2880950"/>
                  </a:lnTo>
                  <a:lnTo>
                    <a:pt x="3118940" y="2880326"/>
                  </a:lnTo>
                  <a:lnTo>
                    <a:pt x="3119086" y="2880326"/>
                  </a:lnTo>
                  <a:lnTo>
                    <a:pt x="3119086" y="2879703"/>
                  </a:lnTo>
                  <a:lnTo>
                    <a:pt x="3119231" y="2879703"/>
                  </a:lnTo>
                  <a:lnTo>
                    <a:pt x="3119376" y="2879703"/>
                  </a:lnTo>
                  <a:lnTo>
                    <a:pt x="3119522" y="2879703"/>
                  </a:lnTo>
                  <a:lnTo>
                    <a:pt x="3119667" y="2879703"/>
                  </a:lnTo>
                  <a:lnTo>
                    <a:pt x="3119667" y="2879079"/>
                  </a:lnTo>
                  <a:lnTo>
                    <a:pt x="3119813" y="2879079"/>
                  </a:lnTo>
                  <a:lnTo>
                    <a:pt x="3119958" y="2879079"/>
                  </a:lnTo>
                  <a:lnTo>
                    <a:pt x="3120103" y="2879079"/>
                  </a:lnTo>
                  <a:lnTo>
                    <a:pt x="3120103" y="2878455"/>
                  </a:lnTo>
                  <a:lnTo>
                    <a:pt x="3120249" y="2878455"/>
                  </a:lnTo>
                  <a:lnTo>
                    <a:pt x="3120394" y="2878455"/>
                  </a:lnTo>
                  <a:lnTo>
                    <a:pt x="3120540" y="2878455"/>
                  </a:lnTo>
                  <a:lnTo>
                    <a:pt x="3120685" y="2878455"/>
                  </a:lnTo>
                  <a:lnTo>
                    <a:pt x="3120831" y="2878455"/>
                  </a:lnTo>
                  <a:lnTo>
                    <a:pt x="3120976" y="2878455"/>
                  </a:lnTo>
                  <a:lnTo>
                    <a:pt x="3120976" y="2877832"/>
                  </a:lnTo>
                  <a:lnTo>
                    <a:pt x="3120976" y="2877208"/>
                  </a:lnTo>
                  <a:lnTo>
                    <a:pt x="3121121" y="2877208"/>
                  </a:lnTo>
                  <a:lnTo>
                    <a:pt x="3121267" y="2877208"/>
                  </a:lnTo>
                  <a:lnTo>
                    <a:pt x="3121267" y="2876585"/>
                  </a:lnTo>
                  <a:lnTo>
                    <a:pt x="3121412" y="2876585"/>
                  </a:lnTo>
                  <a:lnTo>
                    <a:pt x="3121558" y="2876585"/>
                  </a:lnTo>
                  <a:lnTo>
                    <a:pt x="3121558" y="2875961"/>
                  </a:lnTo>
                  <a:lnTo>
                    <a:pt x="3121703" y="2875961"/>
                  </a:lnTo>
                  <a:lnTo>
                    <a:pt x="3121849" y="2875961"/>
                  </a:lnTo>
                  <a:lnTo>
                    <a:pt x="3121994" y="2875961"/>
                  </a:lnTo>
                  <a:lnTo>
                    <a:pt x="3121994" y="2875338"/>
                  </a:lnTo>
                  <a:lnTo>
                    <a:pt x="3122139" y="2875338"/>
                  </a:lnTo>
                  <a:lnTo>
                    <a:pt x="3122139" y="2874714"/>
                  </a:lnTo>
                  <a:lnTo>
                    <a:pt x="3122139" y="2874090"/>
                  </a:lnTo>
                  <a:lnTo>
                    <a:pt x="3122139" y="2873467"/>
                  </a:lnTo>
                  <a:lnTo>
                    <a:pt x="3122285" y="2873467"/>
                  </a:lnTo>
                  <a:lnTo>
                    <a:pt x="3122430" y="2873467"/>
                  </a:lnTo>
                  <a:lnTo>
                    <a:pt x="3122576" y="2873467"/>
                  </a:lnTo>
                  <a:lnTo>
                    <a:pt x="3122576" y="2872843"/>
                  </a:lnTo>
                  <a:lnTo>
                    <a:pt x="3122721" y="2872843"/>
                  </a:lnTo>
                  <a:lnTo>
                    <a:pt x="3122867" y="2872843"/>
                  </a:lnTo>
                  <a:lnTo>
                    <a:pt x="3123012" y="2872843"/>
                  </a:lnTo>
                  <a:lnTo>
                    <a:pt x="3123157" y="2872843"/>
                  </a:lnTo>
                  <a:lnTo>
                    <a:pt x="3123157" y="2872220"/>
                  </a:lnTo>
                  <a:lnTo>
                    <a:pt x="3123303" y="2872220"/>
                  </a:lnTo>
                  <a:lnTo>
                    <a:pt x="3123448" y="2872220"/>
                  </a:lnTo>
                  <a:lnTo>
                    <a:pt x="3123594" y="2872220"/>
                  </a:lnTo>
                  <a:lnTo>
                    <a:pt x="3123739" y="2872220"/>
                  </a:lnTo>
                  <a:lnTo>
                    <a:pt x="3123739" y="2871596"/>
                  </a:lnTo>
                  <a:lnTo>
                    <a:pt x="3123885" y="2871596"/>
                  </a:lnTo>
                  <a:lnTo>
                    <a:pt x="3124030" y="2871596"/>
                  </a:lnTo>
                  <a:lnTo>
                    <a:pt x="3124175" y="2871596"/>
                  </a:lnTo>
                  <a:lnTo>
                    <a:pt x="3124321" y="2871596"/>
                  </a:lnTo>
                  <a:lnTo>
                    <a:pt x="3124466" y="2871596"/>
                  </a:lnTo>
                  <a:lnTo>
                    <a:pt x="3124612" y="2871596"/>
                  </a:lnTo>
                  <a:lnTo>
                    <a:pt x="3124757" y="2871596"/>
                  </a:lnTo>
                  <a:lnTo>
                    <a:pt x="3124903" y="2871596"/>
                  </a:lnTo>
                  <a:lnTo>
                    <a:pt x="3125048" y="2871596"/>
                  </a:lnTo>
                  <a:lnTo>
                    <a:pt x="3125193" y="2871596"/>
                  </a:lnTo>
                  <a:lnTo>
                    <a:pt x="3125339" y="2871596"/>
                  </a:lnTo>
                  <a:lnTo>
                    <a:pt x="3125484" y="2871596"/>
                  </a:lnTo>
                  <a:lnTo>
                    <a:pt x="3125630" y="2871596"/>
                  </a:lnTo>
                  <a:lnTo>
                    <a:pt x="3125775" y="2871596"/>
                  </a:lnTo>
                  <a:lnTo>
                    <a:pt x="3125921" y="2871596"/>
                  </a:lnTo>
                  <a:lnTo>
                    <a:pt x="3126066" y="2871596"/>
                  </a:lnTo>
                  <a:lnTo>
                    <a:pt x="3126066" y="2870972"/>
                  </a:lnTo>
                  <a:lnTo>
                    <a:pt x="3126211" y="2870972"/>
                  </a:lnTo>
                  <a:lnTo>
                    <a:pt x="3126357" y="2870972"/>
                  </a:lnTo>
                  <a:lnTo>
                    <a:pt x="3126502" y="2870972"/>
                  </a:lnTo>
                  <a:lnTo>
                    <a:pt x="3126648" y="2870972"/>
                  </a:lnTo>
                  <a:lnTo>
                    <a:pt x="3126793" y="2870972"/>
                  </a:lnTo>
                  <a:lnTo>
                    <a:pt x="3126938" y="2870972"/>
                  </a:lnTo>
                  <a:lnTo>
                    <a:pt x="3127084" y="2870972"/>
                  </a:lnTo>
                  <a:lnTo>
                    <a:pt x="3127229" y="2870972"/>
                  </a:lnTo>
                  <a:lnTo>
                    <a:pt x="3127375" y="2870972"/>
                  </a:lnTo>
                  <a:lnTo>
                    <a:pt x="3127375" y="2870349"/>
                  </a:lnTo>
                  <a:lnTo>
                    <a:pt x="3127520" y="2870349"/>
                  </a:lnTo>
                  <a:lnTo>
                    <a:pt x="3127666" y="2870349"/>
                  </a:lnTo>
                  <a:lnTo>
                    <a:pt x="3127811" y="2870349"/>
                  </a:lnTo>
                  <a:lnTo>
                    <a:pt x="3127956" y="2870349"/>
                  </a:lnTo>
                  <a:lnTo>
                    <a:pt x="3128102" y="2870349"/>
                  </a:lnTo>
                  <a:lnTo>
                    <a:pt x="3128247" y="2870349"/>
                  </a:lnTo>
                  <a:lnTo>
                    <a:pt x="3128393" y="2870349"/>
                  </a:lnTo>
                  <a:lnTo>
                    <a:pt x="3128538" y="2870349"/>
                  </a:lnTo>
                  <a:lnTo>
                    <a:pt x="3128684" y="2870349"/>
                  </a:lnTo>
                  <a:lnTo>
                    <a:pt x="3128829" y="2870349"/>
                  </a:lnTo>
                  <a:lnTo>
                    <a:pt x="3128829" y="2869725"/>
                  </a:lnTo>
                  <a:lnTo>
                    <a:pt x="3128974" y="2869725"/>
                  </a:lnTo>
                  <a:lnTo>
                    <a:pt x="3129120" y="2869725"/>
                  </a:lnTo>
                  <a:lnTo>
                    <a:pt x="3129120" y="2869102"/>
                  </a:lnTo>
                  <a:lnTo>
                    <a:pt x="3129265" y="2869102"/>
                  </a:lnTo>
                  <a:lnTo>
                    <a:pt x="3129265" y="2868478"/>
                  </a:lnTo>
                  <a:lnTo>
                    <a:pt x="3129411" y="2868478"/>
                  </a:lnTo>
                  <a:lnTo>
                    <a:pt x="3129556" y="2868478"/>
                  </a:lnTo>
                  <a:lnTo>
                    <a:pt x="3129702" y="2868478"/>
                  </a:lnTo>
                  <a:lnTo>
                    <a:pt x="3129847" y="2868478"/>
                  </a:lnTo>
                  <a:lnTo>
                    <a:pt x="3129992" y="2868478"/>
                  </a:lnTo>
                  <a:lnTo>
                    <a:pt x="3130138" y="2868478"/>
                  </a:lnTo>
                  <a:lnTo>
                    <a:pt x="3130283" y="2868478"/>
                  </a:lnTo>
                  <a:lnTo>
                    <a:pt x="3130429" y="2868478"/>
                  </a:lnTo>
                  <a:lnTo>
                    <a:pt x="3130574" y="2868478"/>
                  </a:lnTo>
                  <a:lnTo>
                    <a:pt x="3130720" y="2868478"/>
                  </a:lnTo>
                  <a:lnTo>
                    <a:pt x="3130865" y="2868478"/>
                  </a:lnTo>
                  <a:lnTo>
                    <a:pt x="3131010" y="2868478"/>
                  </a:lnTo>
                  <a:lnTo>
                    <a:pt x="3131156" y="2868478"/>
                  </a:lnTo>
                  <a:lnTo>
                    <a:pt x="3131301" y="2868478"/>
                  </a:lnTo>
                  <a:lnTo>
                    <a:pt x="3131447" y="2868478"/>
                  </a:lnTo>
                  <a:lnTo>
                    <a:pt x="3131592" y="2868478"/>
                  </a:lnTo>
                  <a:lnTo>
                    <a:pt x="3131738" y="2868478"/>
                  </a:lnTo>
                  <a:lnTo>
                    <a:pt x="3131883" y="2868478"/>
                  </a:lnTo>
                  <a:lnTo>
                    <a:pt x="3131883" y="2867855"/>
                  </a:lnTo>
                  <a:lnTo>
                    <a:pt x="3132028" y="2867855"/>
                  </a:lnTo>
                  <a:lnTo>
                    <a:pt x="3132174" y="2867855"/>
                  </a:lnTo>
                  <a:lnTo>
                    <a:pt x="3132319" y="2867855"/>
                  </a:lnTo>
                  <a:lnTo>
                    <a:pt x="3132465" y="2867855"/>
                  </a:lnTo>
                  <a:lnTo>
                    <a:pt x="3132610" y="2867855"/>
                  </a:lnTo>
                  <a:lnTo>
                    <a:pt x="3132756" y="2867855"/>
                  </a:lnTo>
                  <a:lnTo>
                    <a:pt x="3132901" y="2867855"/>
                  </a:lnTo>
                  <a:lnTo>
                    <a:pt x="3133046" y="2867855"/>
                  </a:lnTo>
                  <a:lnTo>
                    <a:pt x="3133046" y="2867231"/>
                  </a:lnTo>
                  <a:lnTo>
                    <a:pt x="3133192" y="2867231"/>
                  </a:lnTo>
                  <a:lnTo>
                    <a:pt x="3133337" y="2867231"/>
                  </a:lnTo>
                  <a:lnTo>
                    <a:pt x="3133483" y="2867231"/>
                  </a:lnTo>
                  <a:lnTo>
                    <a:pt x="3133628" y="2867231"/>
                  </a:lnTo>
                  <a:lnTo>
                    <a:pt x="3133773" y="2867231"/>
                  </a:lnTo>
                  <a:lnTo>
                    <a:pt x="3133919" y="2867231"/>
                  </a:lnTo>
                  <a:lnTo>
                    <a:pt x="3133919" y="2866607"/>
                  </a:lnTo>
                  <a:lnTo>
                    <a:pt x="3134064" y="2866607"/>
                  </a:lnTo>
                  <a:lnTo>
                    <a:pt x="3134210" y="2866607"/>
                  </a:lnTo>
                  <a:lnTo>
                    <a:pt x="3134210" y="2865984"/>
                  </a:lnTo>
                  <a:lnTo>
                    <a:pt x="3134355" y="2865984"/>
                  </a:lnTo>
                  <a:lnTo>
                    <a:pt x="3134355" y="2865360"/>
                  </a:lnTo>
                  <a:lnTo>
                    <a:pt x="3134501" y="2865360"/>
                  </a:lnTo>
                  <a:lnTo>
                    <a:pt x="3134646" y="2865360"/>
                  </a:lnTo>
                  <a:lnTo>
                    <a:pt x="3134646" y="2864737"/>
                  </a:lnTo>
                  <a:lnTo>
                    <a:pt x="3134791" y="2864737"/>
                  </a:lnTo>
                  <a:lnTo>
                    <a:pt x="3134937" y="2864737"/>
                  </a:lnTo>
                  <a:lnTo>
                    <a:pt x="3134937" y="2864113"/>
                  </a:lnTo>
                  <a:lnTo>
                    <a:pt x="3135082" y="2864113"/>
                  </a:lnTo>
                  <a:lnTo>
                    <a:pt x="3135228" y="2864113"/>
                  </a:lnTo>
                  <a:lnTo>
                    <a:pt x="3135373" y="2864113"/>
                  </a:lnTo>
                  <a:lnTo>
                    <a:pt x="3135519" y="2864113"/>
                  </a:lnTo>
                  <a:lnTo>
                    <a:pt x="3135664" y="2864113"/>
                  </a:lnTo>
                  <a:lnTo>
                    <a:pt x="3135809" y="2864113"/>
                  </a:lnTo>
                  <a:lnTo>
                    <a:pt x="3135955" y="2864113"/>
                  </a:lnTo>
                  <a:lnTo>
                    <a:pt x="3136100" y="2864113"/>
                  </a:lnTo>
                  <a:lnTo>
                    <a:pt x="3136246" y="2864113"/>
                  </a:lnTo>
                  <a:lnTo>
                    <a:pt x="3136391" y="2864113"/>
                  </a:lnTo>
                  <a:lnTo>
                    <a:pt x="3136537" y="2864113"/>
                  </a:lnTo>
                  <a:lnTo>
                    <a:pt x="3136682" y="2864113"/>
                  </a:lnTo>
                  <a:lnTo>
                    <a:pt x="3136827" y="2864113"/>
                  </a:lnTo>
                  <a:lnTo>
                    <a:pt x="3136973" y="2864113"/>
                  </a:lnTo>
                  <a:lnTo>
                    <a:pt x="3137118" y="2864113"/>
                  </a:lnTo>
                  <a:lnTo>
                    <a:pt x="3137264" y="2864113"/>
                  </a:lnTo>
                  <a:lnTo>
                    <a:pt x="3137409" y="2864113"/>
                  </a:lnTo>
                  <a:lnTo>
                    <a:pt x="3137555" y="2864113"/>
                  </a:lnTo>
                  <a:lnTo>
                    <a:pt x="3137700" y="2864113"/>
                  </a:lnTo>
                  <a:lnTo>
                    <a:pt x="3137845" y="2864113"/>
                  </a:lnTo>
                  <a:lnTo>
                    <a:pt x="3137991" y="2864113"/>
                  </a:lnTo>
                  <a:lnTo>
                    <a:pt x="3138136" y="2864113"/>
                  </a:lnTo>
                  <a:lnTo>
                    <a:pt x="3138136" y="2863490"/>
                  </a:lnTo>
                  <a:lnTo>
                    <a:pt x="3138282" y="2863490"/>
                  </a:lnTo>
                  <a:lnTo>
                    <a:pt x="3138427" y="2863490"/>
                  </a:lnTo>
                  <a:lnTo>
                    <a:pt x="3138573" y="2863490"/>
                  </a:lnTo>
                  <a:lnTo>
                    <a:pt x="3138718" y="2863490"/>
                  </a:lnTo>
                  <a:lnTo>
                    <a:pt x="3138718" y="2862866"/>
                  </a:lnTo>
                  <a:lnTo>
                    <a:pt x="3138863" y="2862866"/>
                  </a:lnTo>
                  <a:lnTo>
                    <a:pt x="3139009" y="2862866"/>
                  </a:lnTo>
                  <a:lnTo>
                    <a:pt x="3139154" y="2862866"/>
                  </a:lnTo>
                  <a:lnTo>
                    <a:pt x="3139300" y="2862866"/>
                  </a:lnTo>
                  <a:lnTo>
                    <a:pt x="3139445" y="2862866"/>
                  </a:lnTo>
                  <a:lnTo>
                    <a:pt x="3139590" y="2862866"/>
                  </a:lnTo>
                  <a:lnTo>
                    <a:pt x="3139590" y="2862242"/>
                  </a:lnTo>
                  <a:lnTo>
                    <a:pt x="3139736" y="2862242"/>
                  </a:lnTo>
                  <a:lnTo>
                    <a:pt x="3139881" y="2862242"/>
                  </a:lnTo>
                  <a:lnTo>
                    <a:pt x="3140027" y="2862242"/>
                  </a:lnTo>
                  <a:lnTo>
                    <a:pt x="3140172" y="2862242"/>
                  </a:lnTo>
                  <a:lnTo>
                    <a:pt x="3140318" y="2862242"/>
                  </a:lnTo>
                  <a:lnTo>
                    <a:pt x="3140318" y="2861619"/>
                  </a:lnTo>
                  <a:lnTo>
                    <a:pt x="3140463" y="2861619"/>
                  </a:lnTo>
                  <a:lnTo>
                    <a:pt x="3140608" y="2861619"/>
                  </a:lnTo>
                  <a:lnTo>
                    <a:pt x="3140754" y="2861619"/>
                  </a:lnTo>
                  <a:lnTo>
                    <a:pt x="3140754" y="2860995"/>
                  </a:lnTo>
                  <a:lnTo>
                    <a:pt x="3140899" y="2860995"/>
                  </a:lnTo>
                  <a:lnTo>
                    <a:pt x="3140899" y="2860372"/>
                  </a:lnTo>
                  <a:lnTo>
                    <a:pt x="3141045" y="2860372"/>
                  </a:lnTo>
                  <a:lnTo>
                    <a:pt x="3141190" y="2860372"/>
                  </a:lnTo>
                  <a:lnTo>
                    <a:pt x="3141336" y="2860372"/>
                  </a:lnTo>
                  <a:lnTo>
                    <a:pt x="3141481" y="2860372"/>
                  </a:lnTo>
                  <a:lnTo>
                    <a:pt x="3141626" y="2860372"/>
                  </a:lnTo>
                  <a:lnTo>
                    <a:pt x="3141626" y="2859748"/>
                  </a:lnTo>
                  <a:lnTo>
                    <a:pt x="3141772" y="2859748"/>
                  </a:lnTo>
                  <a:lnTo>
                    <a:pt x="3141917" y="2859748"/>
                  </a:lnTo>
                  <a:lnTo>
                    <a:pt x="3142063" y="2859748"/>
                  </a:lnTo>
                  <a:lnTo>
                    <a:pt x="3142063" y="2859124"/>
                  </a:lnTo>
                  <a:lnTo>
                    <a:pt x="3142208" y="2859124"/>
                  </a:lnTo>
                  <a:lnTo>
                    <a:pt x="3142354" y="2859124"/>
                  </a:lnTo>
                  <a:lnTo>
                    <a:pt x="3142354" y="2858501"/>
                  </a:lnTo>
                  <a:lnTo>
                    <a:pt x="3142499" y="2858501"/>
                  </a:lnTo>
                  <a:lnTo>
                    <a:pt x="3142499" y="2857877"/>
                  </a:lnTo>
                  <a:lnTo>
                    <a:pt x="3142644" y="2857877"/>
                  </a:lnTo>
                  <a:lnTo>
                    <a:pt x="3142790" y="2857877"/>
                  </a:lnTo>
                  <a:lnTo>
                    <a:pt x="3142935" y="2857877"/>
                  </a:lnTo>
                  <a:lnTo>
                    <a:pt x="3143081" y="2857877"/>
                  </a:lnTo>
                  <a:lnTo>
                    <a:pt x="3143081" y="2857254"/>
                  </a:lnTo>
                  <a:lnTo>
                    <a:pt x="3143226" y="2857254"/>
                  </a:lnTo>
                  <a:lnTo>
                    <a:pt x="3143372" y="2857254"/>
                  </a:lnTo>
                  <a:lnTo>
                    <a:pt x="3143517" y="2857254"/>
                  </a:lnTo>
                  <a:lnTo>
                    <a:pt x="3143662" y="2857254"/>
                  </a:lnTo>
                  <a:lnTo>
                    <a:pt x="3143808" y="2857254"/>
                  </a:lnTo>
                  <a:lnTo>
                    <a:pt x="3143953" y="2857254"/>
                  </a:lnTo>
                  <a:lnTo>
                    <a:pt x="3143953" y="2856630"/>
                  </a:lnTo>
                  <a:lnTo>
                    <a:pt x="3143953" y="2856007"/>
                  </a:lnTo>
                  <a:lnTo>
                    <a:pt x="3144099" y="2856007"/>
                  </a:lnTo>
                  <a:lnTo>
                    <a:pt x="3144099" y="2855383"/>
                  </a:lnTo>
                  <a:lnTo>
                    <a:pt x="3144244" y="2855383"/>
                  </a:lnTo>
                  <a:lnTo>
                    <a:pt x="3144244" y="2854759"/>
                  </a:lnTo>
                  <a:lnTo>
                    <a:pt x="3144244" y="2854136"/>
                  </a:lnTo>
                  <a:lnTo>
                    <a:pt x="3144390" y="2854136"/>
                  </a:lnTo>
                  <a:lnTo>
                    <a:pt x="3144535" y="2854136"/>
                  </a:lnTo>
                  <a:lnTo>
                    <a:pt x="3144680" y="2854136"/>
                  </a:lnTo>
                  <a:lnTo>
                    <a:pt x="3144826" y="2854136"/>
                  </a:lnTo>
                  <a:lnTo>
                    <a:pt x="3144971" y="2854136"/>
                  </a:lnTo>
                  <a:lnTo>
                    <a:pt x="3145117" y="2854136"/>
                  </a:lnTo>
                  <a:lnTo>
                    <a:pt x="3145262" y="2854136"/>
                  </a:lnTo>
                  <a:lnTo>
                    <a:pt x="3145408" y="2854136"/>
                  </a:lnTo>
                  <a:lnTo>
                    <a:pt x="3145553" y="2854136"/>
                  </a:lnTo>
                  <a:lnTo>
                    <a:pt x="3145553" y="2853512"/>
                  </a:lnTo>
                  <a:lnTo>
                    <a:pt x="3145698" y="2853512"/>
                  </a:lnTo>
                  <a:lnTo>
                    <a:pt x="3145844" y="2853512"/>
                  </a:lnTo>
                  <a:lnTo>
                    <a:pt x="3145844" y="2852889"/>
                  </a:lnTo>
                  <a:lnTo>
                    <a:pt x="3145989" y="2852889"/>
                  </a:lnTo>
                  <a:lnTo>
                    <a:pt x="3146135" y="2852889"/>
                  </a:lnTo>
                  <a:lnTo>
                    <a:pt x="3146280" y="2852889"/>
                  </a:lnTo>
                  <a:lnTo>
                    <a:pt x="3146425" y="2852889"/>
                  </a:lnTo>
                  <a:lnTo>
                    <a:pt x="3146571" y="2852889"/>
                  </a:lnTo>
                  <a:lnTo>
                    <a:pt x="3146571" y="2852265"/>
                  </a:lnTo>
                  <a:lnTo>
                    <a:pt x="3146716" y="2852265"/>
                  </a:lnTo>
                  <a:lnTo>
                    <a:pt x="3146862" y="2852265"/>
                  </a:lnTo>
                  <a:lnTo>
                    <a:pt x="3147007" y="2852265"/>
                  </a:lnTo>
                  <a:lnTo>
                    <a:pt x="3147153" y="2852265"/>
                  </a:lnTo>
                  <a:lnTo>
                    <a:pt x="3147298" y="2852265"/>
                  </a:lnTo>
                  <a:lnTo>
                    <a:pt x="3147443" y="2852265"/>
                  </a:lnTo>
                  <a:lnTo>
                    <a:pt x="3147589" y="2852265"/>
                  </a:lnTo>
                  <a:lnTo>
                    <a:pt x="3147734" y="2852265"/>
                  </a:lnTo>
                  <a:lnTo>
                    <a:pt x="3147880" y="2852265"/>
                  </a:lnTo>
                  <a:lnTo>
                    <a:pt x="3148025" y="2852265"/>
                  </a:lnTo>
                  <a:lnTo>
                    <a:pt x="3148171" y="2852265"/>
                  </a:lnTo>
                  <a:lnTo>
                    <a:pt x="3148316" y="2852265"/>
                  </a:lnTo>
                  <a:lnTo>
                    <a:pt x="3148461" y="2852265"/>
                  </a:lnTo>
                  <a:lnTo>
                    <a:pt x="3148607" y="2852265"/>
                  </a:lnTo>
                  <a:lnTo>
                    <a:pt x="3148752" y="2852265"/>
                  </a:lnTo>
                  <a:lnTo>
                    <a:pt x="3148898" y="2852265"/>
                  </a:lnTo>
                  <a:lnTo>
                    <a:pt x="3149043" y="2852265"/>
                  </a:lnTo>
                  <a:lnTo>
                    <a:pt x="3149189" y="2852265"/>
                  </a:lnTo>
                  <a:lnTo>
                    <a:pt x="3149334" y="2852265"/>
                  </a:lnTo>
                  <a:lnTo>
                    <a:pt x="3149334" y="2851641"/>
                  </a:lnTo>
                  <a:lnTo>
                    <a:pt x="3149479" y="2851641"/>
                  </a:lnTo>
                  <a:lnTo>
                    <a:pt x="3149625" y="2851641"/>
                  </a:lnTo>
                  <a:lnTo>
                    <a:pt x="3149770" y="2851641"/>
                  </a:lnTo>
                  <a:lnTo>
                    <a:pt x="3149916" y="2851641"/>
                  </a:lnTo>
                  <a:lnTo>
                    <a:pt x="3150061" y="2851641"/>
                  </a:lnTo>
                  <a:lnTo>
                    <a:pt x="3150207" y="2851641"/>
                  </a:lnTo>
                  <a:lnTo>
                    <a:pt x="3150352" y="2851641"/>
                  </a:lnTo>
                  <a:lnTo>
                    <a:pt x="3150497" y="2851641"/>
                  </a:lnTo>
                  <a:lnTo>
                    <a:pt x="3150643" y="2851641"/>
                  </a:lnTo>
                  <a:lnTo>
                    <a:pt x="3150788" y="2851641"/>
                  </a:lnTo>
                  <a:lnTo>
                    <a:pt x="3150934" y="2851641"/>
                  </a:lnTo>
                  <a:lnTo>
                    <a:pt x="3151079" y="2851641"/>
                  </a:lnTo>
                  <a:lnTo>
                    <a:pt x="3151225" y="2851641"/>
                  </a:lnTo>
                  <a:lnTo>
                    <a:pt x="3151370" y="2851641"/>
                  </a:lnTo>
                  <a:lnTo>
                    <a:pt x="3151515" y="2851641"/>
                  </a:lnTo>
                  <a:lnTo>
                    <a:pt x="3151661" y="2851641"/>
                  </a:lnTo>
                  <a:lnTo>
                    <a:pt x="3151806" y="2851641"/>
                  </a:lnTo>
                  <a:lnTo>
                    <a:pt x="3151952" y="2851641"/>
                  </a:lnTo>
                  <a:lnTo>
                    <a:pt x="3152097" y="2851641"/>
                  </a:lnTo>
                  <a:lnTo>
                    <a:pt x="3152243" y="2851641"/>
                  </a:lnTo>
                  <a:lnTo>
                    <a:pt x="3152388" y="2851641"/>
                  </a:lnTo>
                  <a:lnTo>
                    <a:pt x="3152533" y="2851641"/>
                  </a:lnTo>
                  <a:lnTo>
                    <a:pt x="3152679" y="2851641"/>
                  </a:lnTo>
                  <a:lnTo>
                    <a:pt x="3152679" y="2851018"/>
                  </a:lnTo>
                  <a:lnTo>
                    <a:pt x="3152824" y="2851018"/>
                  </a:lnTo>
                  <a:lnTo>
                    <a:pt x="3152970" y="2851018"/>
                  </a:lnTo>
                  <a:lnTo>
                    <a:pt x="3153115" y="2851018"/>
                  </a:lnTo>
                  <a:lnTo>
                    <a:pt x="3153260" y="2851018"/>
                  </a:lnTo>
                  <a:lnTo>
                    <a:pt x="3153260" y="2850394"/>
                  </a:lnTo>
                  <a:lnTo>
                    <a:pt x="3153406" y="2850394"/>
                  </a:lnTo>
                  <a:lnTo>
                    <a:pt x="3153551" y="2850394"/>
                  </a:lnTo>
                  <a:lnTo>
                    <a:pt x="3153697" y="2850394"/>
                  </a:lnTo>
                  <a:lnTo>
                    <a:pt x="3153697" y="2849771"/>
                  </a:lnTo>
                  <a:lnTo>
                    <a:pt x="3153697" y="2849147"/>
                  </a:lnTo>
                  <a:lnTo>
                    <a:pt x="3153842" y="2849147"/>
                  </a:lnTo>
                  <a:lnTo>
                    <a:pt x="3153988" y="2849147"/>
                  </a:lnTo>
                  <a:lnTo>
                    <a:pt x="3154133" y="2849147"/>
                  </a:lnTo>
                  <a:lnTo>
                    <a:pt x="3154133" y="2848524"/>
                  </a:lnTo>
                  <a:lnTo>
                    <a:pt x="3154278" y="2848524"/>
                  </a:lnTo>
                  <a:lnTo>
                    <a:pt x="3154424" y="2848524"/>
                  </a:lnTo>
                  <a:lnTo>
                    <a:pt x="3154569" y="2848524"/>
                  </a:lnTo>
                  <a:lnTo>
                    <a:pt x="3154715" y="2848524"/>
                  </a:lnTo>
                  <a:lnTo>
                    <a:pt x="3154860" y="2848524"/>
                  </a:lnTo>
                  <a:lnTo>
                    <a:pt x="3155006" y="2848524"/>
                  </a:lnTo>
                  <a:lnTo>
                    <a:pt x="3155151" y="2848524"/>
                  </a:lnTo>
                  <a:lnTo>
                    <a:pt x="3155296" y="2848524"/>
                  </a:lnTo>
                  <a:lnTo>
                    <a:pt x="3155442" y="2848524"/>
                  </a:lnTo>
                  <a:lnTo>
                    <a:pt x="3155587" y="2848524"/>
                  </a:lnTo>
                  <a:lnTo>
                    <a:pt x="3155587" y="2847900"/>
                  </a:lnTo>
                  <a:lnTo>
                    <a:pt x="3155587" y="2847276"/>
                  </a:lnTo>
                  <a:lnTo>
                    <a:pt x="3155587" y="2846653"/>
                  </a:lnTo>
                  <a:lnTo>
                    <a:pt x="3155733" y="2846653"/>
                  </a:lnTo>
                  <a:lnTo>
                    <a:pt x="3155878" y="2846653"/>
                  </a:lnTo>
                  <a:lnTo>
                    <a:pt x="3156024" y="2846653"/>
                  </a:lnTo>
                  <a:lnTo>
                    <a:pt x="3156169" y="2846653"/>
                  </a:lnTo>
                  <a:lnTo>
                    <a:pt x="3156169" y="2846029"/>
                  </a:lnTo>
                  <a:lnTo>
                    <a:pt x="3156314" y="2846029"/>
                  </a:lnTo>
                  <a:lnTo>
                    <a:pt x="3156460" y="2846029"/>
                  </a:lnTo>
                  <a:lnTo>
                    <a:pt x="3156605" y="2846029"/>
                  </a:lnTo>
                  <a:lnTo>
                    <a:pt x="3156751" y="2846029"/>
                  </a:lnTo>
                  <a:lnTo>
                    <a:pt x="3156896" y="2846029"/>
                  </a:lnTo>
                  <a:lnTo>
                    <a:pt x="3157042" y="2846029"/>
                  </a:lnTo>
                  <a:lnTo>
                    <a:pt x="3157042" y="2845406"/>
                  </a:lnTo>
                  <a:lnTo>
                    <a:pt x="3157187" y="2845406"/>
                  </a:lnTo>
                  <a:lnTo>
                    <a:pt x="3157332" y="2845406"/>
                  </a:lnTo>
                  <a:lnTo>
                    <a:pt x="3157478" y="2845406"/>
                  </a:lnTo>
                  <a:lnTo>
                    <a:pt x="3157623" y="2845406"/>
                  </a:lnTo>
                  <a:lnTo>
                    <a:pt x="3157623" y="2844782"/>
                  </a:lnTo>
                  <a:lnTo>
                    <a:pt x="3157769" y="2844782"/>
                  </a:lnTo>
                  <a:lnTo>
                    <a:pt x="3157914" y="2844782"/>
                  </a:lnTo>
                  <a:lnTo>
                    <a:pt x="3158060" y="2844782"/>
                  </a:lnTo>
                  <a:lnTo>
                    <a:pt x="3158205" y="2844782"/>
                  </a:lnTo>
                  <a:lnTo>
                    <a:pt x="3158350" y="2844782"/>
                  </a:lnTo>
                  <a:lnTo>
                    <a:pt x="3158496" y="2844782"/>
                  </a:lnTo>
                  <a:lnTo>
                    <a:pt x="3158641" y="2844782"/>
                  </a:lnTo>
                  <a:lnTo>
                    <a:pt x="3158787" y="2844782"/>
                  </a:lnTo>
                  <a:lnTo>
                    <a:pt x="3158932" y="2844782"/>
                  </a:lnTo>
                  <a:lnTo>
                    <a:pt x="3159078" y="2844782"/>
                  </a:lnTo>
                  <a:lnTo>
                    <a:pt x="3159078" y="2844158"/>
                  </a:lnTo>
                  <a:lnTo>
                    <a:pt x="3159223" y="2844158"/>
                  </a:lnTo>
                  <a:lnTo>
                    <a:pt x="3159368" y="2844158"/>
                  </a:lnTo>
                  <a:lnTo>
                    <a:pt x="3159368" y="2843535"/>
                  </a:lnTo>
                  <a:lnTo>
                    <a:pt x="3159514" y="2843535"/>
                  </a:lnTo>
                  <a:lnTo>
                    <a:pt x="3159659" y="2843535"/>
                  </a:lnTo>
                  <a:lnTo>
                    <a:pt x="3159805" y="2843535"/>
                  </a:lnTo>
                  <a:lnTo>
                    <a:pt x="3159805" y="2842911"/>
                  </a:lnTo>
                  <a:lnTo>
                    <a:pt x="3159950" y="2842911"/>
                  </a:lnTo>
                  <a:lnTo>
                    <a:pt x="3160095" y="2842911"/>
                  </a:lnTo>
                  <a:lnTo>
                    <a:pt x="3160241" y="2842911"/>
                  </a:lnTo>
                  <a:lnTo>
                    <a:pt x="3160241" y="2842288"/>
                  </a:lnTo>
                  <a:lnTo>
                    <a:pt x="3160241" y="2841664"/>
                  </a:lnTo>
                  <a:lnTo>
                    <a:pt x="3160386" y="2841664"/>
                  </a:lnTo>
                  <a:lnTo>
                    <a:pt x="3160532" y="2841664"/>
                  </a:lnTo>
                  <a:lnTo>
                    <a:pt x="3160677" y="2841664"/>
                  </a:lnTo>
                  <a:lnTo>
                    <a:pt x="3160823" y="2841664"/>
                  </a:lnTo>
                  <a:lnTo>
                    <a:pt x="3160968" y="2841664"/>
                  </a:lnTo>
                  <a:lnTo>
                    <a:pt x="3161113" y="2841664"/>
                  </a:lnTo>
                  <a:lnTo>
                    <a:pt x="3161259" y="2841664"/>
                  </a:lnTo>
                  <a:lnTo>
                    <a:pt x="3161404" y="2841664"/>
                  </a:lnTo>
                  <a:lnTo>
                    <a:pt x="3161404" y="2841041"/>
                  </a:lnTo>
                  <a:lnTo>
                    <a:pt x="3161550" y="2841041"/>
                  </a:lnTo>
                  <a:lnTo>
                    <a:pt x="3161550" y="2840417"/>
                  </a:lnTo>
                  <a:lnTo>
                    <a:pt x="3161695" y="2840417"/>
                  </a:lnTo>
                  <a:lnTo>
                    <a:pt x="3161841" y="2840417"/>
                  </a:lnTo>
                  <a:lnTo>
                    <a:pt x="3161986" y="2840417"/>
                  </a:lnTo>
                  <a:lnTo>
                    <a:pt x="3162131" y="2840417"/>
                  </a:lnTo>
                  <a:lnTo>
                    <a:pt x="3162131" y="2839793"/>
                  </a:lnTo>
                  <a:lnTo>
                    <a:pt x="3162131" y="2839170"/>
                  </a:lnTo>
                  <a:lnTo>
                    <a:pt x="3162131" y="2838546"/>
                  </a:lnTo>
                  <a:lnTo>
                    <a:pt x="3162131" y="2837923"/>
                  </a:lnTo>
                  <a:lnTo>
                    <a:pt x="3162277" y="2837923"/>
                  </a:lnTo>
                  <a:lnTo>
                    <a:pt x="3162422" y="2837923"/>
                  </a:lnTo>
                  <a:lnTo>
                    <a:pt x="3162568" y="2837923"/>
                  </a:lnTo>
                  <a:lnTo>
                    <a:pt x="3162568" y="2837299"/>
                  </a:lnTo>
                  <a:lnTo>
                    <a:pt x="3162713" y="2837299"/>
                  </a:lnTo>
                  <a:lnTo>
                    <a:pt x="3162713" y="2836675"/>
                  </a:lnTo>
                  <a:lnTo>
                    <a:pt x="3162859" y="2836675"/>
                  </a:lnTo>
                  <a:lnTo>
                    <a:pt x="3163004" y="2836675"/>
                  </a:lnTo>
                  <a:lnTo>
                    <a:pt x="3163149" y="2836675"/>
                  </a:lnTo>
                  <a:lnTo>
                    <a:pt x="3163295" y="2836675"/>
                  </a:lnTo>
                  <a:lnTo>
                    <a:pt x="3163440" y="2836675"/>
                  </a:lnTo>
                  <a:lnTo>
                    <a:pt x="3163586" y="2836675"/>
                  </a:lnTo>
                  <a:lnTo>
                    <a:pt x="3163731" y="2836675"/>
                  </a:lnTo>
                  <a:lnTo>
                    <a:pt x="3163877" y="2836675"/>
                  </a:lnTo>
                  <a:lnTo>
                    <a:pt x="3164022" y="2836675"/>
                  </a:lnTo>
                  <a:lnTo>
                    <a:pt x="3164167" y="2836675"/>
                  </a:lnTo>
                  <a:lnTo>
                    <a:pt x="3164167" y="2836052"/>
                  </a:lnTo>
                  <a:lnTo>
                    <a:pt x="3164313" y="2836052"/>
                  </a:lnTo>
                  <a:lnTo>
                    <a:pt x="3164313" y="2835428"/>
                  </a:lnTo>
                  <a:lnTo>
                    <a:pt x="3164458" y="2835428"/>
                  </a:lnTo>
                  <a:lnTo>
                    <a:pt x="3164604" y="2835428"/>
                  </a:lnTo>
                  <a:lnTo>
                    <a:pt x="3164749" y="2835428"/>
                  </a:lnTo>
                  <a:lnTo>
                    <a:pt x="3164895" y="2835428"/>
                  </a:lnTo>
                  <a:lnTo>
                    <a:pt x="3165040" y="2835428"/>
                  </a:lnTo>
                  <a:lnTo>
                    <a:pt x="3165185" y="2835428"/>
                  </a:lnTo>
                  <a:lnTo>
                    <a:pt x="3165331" y="2835428"/>
                  </a:lnTo>
                  <a:lnTo>
                    <a:pt x="3165476" y="2835428"/>
                  </a:lnTo>
                  <a:lnTo>
                    <a:pt x="3165622" y="2835428"/>
                  </a:lnTo>
                  <a:lnTo>
                    <a:pt x="3165767" y="2835428"/>
                  </a:lnTo>
                  <a:lnTo>
                    <a:pt x="3165913" y="2835428"/>
                  </a:lnTo>
                  <a:lnTo>
                    <a:pt x="3166058" y="2835428"/>
                  </a:lnTo>
                  <a:lnTo>
                    <a:pt x="3166203" y="2835428"/>
                  </a:lnTo>
                  <a:lnTo>
                    <a:pt x="3166349" y="2835428"/>
                  </a:lnTo>
                  <a:lnTo>
                    <a:pt x="3166349" y="2834805"/>
                  </a:lnTo>
                  <a:lnTo>
                    <a:pt x="3166494" y="2834805"/>
                  </a:lnTo>
                  <a:lnTo>
                    <a:pt x="3166640" y="2834805"/>
                  </a:lnTo>
                  <a:lnTo>
                    <a:pt x="3166785" y="2834805"/>
                  </a:lnTo>
                  <a:lnTo>
                    <a:pt x="3166930" y="2834805"/>
                  </a:lnTo>
                  <a:lnTo>
                    <a:pt x="3166930" y="2834181"/>
                  </a:lnTo>
                  <a:lnTo>
                    <a:pt x="3167076" y="2834181"/>
                  </a:lnTo>
                  <a:lnTo>
                    <a:pt x="3167221" y="2834181"/>
                  </a:lnTo>
                  <a:lnTo>
                    <a:pt x="3167367" y="2834181"/>
                  </a:lnTo>
                  <a:lnTo>
                    <a:pt x="3167512" y="2834181"/>
                  </a:lnTo>
                  <a:lnTo>
                    <a:pt x="3167658" y="2834181"/>
                  </a:lnTo>
                  <a:lnTo>
                    <a:pt x="3167803" y="2834181"/>
                  </a:lnTo>
                  <a:lnTo>
                    <a:pt x="3167948" y="2834181"/>
                  </a:lnTo>
                  <a:lnTo>
                    <a:pt x="3168094" y="2834181"/>
                  </a:lnTo>
                  <a:lnTo>
                    <a:pt x="3168239" y="2834181"/>
                  </a:lnTo>
                  <a:lnTo>
                    <a:pt x="3168385" y="2834181"/>
                  </a:lnTo>
                  <a:lnTo>
                    <a:pt x="3168530" y="2834181"/>
                  </a:lnTo>
                  <a:lnTo>
                    <a:pt x="3168676" y="2834181"/>
                  </a:lnTo>
                  <a:lnTo>
                    <a:pt x="3168821" y="2834181"/>
                  </a:lnTo>
                  <a:lnTo>
                    <a:pt x="3168966" y="2834181"/>
                  </a:lnTo>
                  <a:lnTo>
                    <a:pt x="3169112" y="2834181"/>
                  </a:lnTo>
                  <a:lnTo>
                    <a:pt x="3169257" y="2834181"/>
                  </a:lnTo>
                  <a:lnTo>
                    <a:pt x="3169403" y="2834181"/>
                  </a:lnTo>
                  <a:lnTo>
                    <a:pt x="3169548" y="2834181"/>
                  </a:lnTo>
                  <a:lnTo>
                    <a:pt x="3169694" y="2834181"/>
                  </a:lnTo>
                  <a:lnTo>
                    <a:pt x="3169694" y="2833558"/>
                  </a:lnTo>
                  <a:lnTo>
                    <a:pt x="3169839" y="2833558"/>
                  </a:lnTo>
                  <a:lnTo>
                    <a:pt x="3169984" y="2833558"/>
                  </a:lnTo>
                  <a:lnTo>
                    <a:pt x="3170130" y="2833558"/>
                  </a:lnTo>
                  <a:lnTo>
                    <a:pt x="3170130" y="2832934"/>
                  </a:lnTo>
                  <a:lnTo>
                    <a:pt x="3170130" y="2832310"/>
                  </a:lnTo>
                  <a:lnTo>
                    <a:pt x="3170275" y="2832310"/>
                  </a:lnTo>
                  <a:lnTo>
                    <a:pt x="3170421" y="2832310"/>
                  </a:lnTo>
                  <a:lnTo>
                    <a:pt x="3170566" y="2832310"/>
                  </a:lnTo>
                  <a:lnTo>
                    <a:pt x="3170712" y="2832310"/>
                  </a:lnTo>
                  <a:lnTo>
                    <a:pt x="3170857" y="2832310"/>
                  </a:lnTo>
                  <a:lnTo>
                    <a:pt x="3171002" y="2832310"/>
                  </a:lnTo>
                  <a:lnTo>
                    <a:pt x="3171002" y="2831687"/>
                  </a:lnTo>
                  <a:lnTo>
                    <a:pt x="3171148" y="2831687"/>
                  </a:lnTo>
                  <a:lnTo>
                    <a:pt x="3171293" y="2831687"/>
                  </a:lnTo>
                  <a:lnTo>
                    <a:pt x="3171439" y="2831687"/>
                  </a:lnTo>
                  <a:lnTo>
                    <a:pt x="3171584" y="2831687"/>
                  </a:lnTo>
                  <a:lnTo>
                    <a:pt x="3171584" y="2831063"/>
                  </a:lnTo>
                  <a:lnTo>
                    <a:pt x="3171584" y="2830440"/>
                  </a:lnTo>
                  <a:lnTo>
                    <a:pt x="3171584" y="2829816"/>
                  </a:lnTo>
                  <a:lnTo>
                    <a:pt x="3171730" y="2829816"/>
                  </a:lnTo>
                  <a:lnTo>
                    <a:pt x="3171730" y="2829192"/>
                  </a:lnTo>
                  <a:lnTo>
                    <a:pt x="3171875" y="2829192"/>
                  </a:lnTo>
                  <a:lnTo>
                    <a:pt x="3172020" y="2829192"/>
                  </a:lnTo>
                  <a:lnTo>
                    <a:pt x="3172166" y="2829192"/>
                  </a:lnTo>
                  <a:lnTo>
                    <a:pt x="3172311" y="2829192"/>
                  </a:lnTo>
                  <a:lnTo>
                    <a:pt x="3172457" y="2829192"/>
                  </a:lnTo>
                  <a:lnTo>
                    <a:pt x="3172602" y="2829192"/>
                  </a:lnTo>
                  <a:lnTo>
                    <a:pt x="3172748" y="2829192"/>
                  </a:lnTo>
                  <a:lnTo>
                    <a:pt x="3172748" y="2828569"/>
                  </a:lnTo>
                  <a:lnTo>
                    <a:pt x="3172893" y="2828569"/>
                  </a:lnTo>
                  <a:lnTo>
                    <a:pt x="3172893" y="2827945"/>
                  </a:lnTo>
                  <a:lnTo>
                    <a:pt x="3173038" y="2827945"/>
                  </a:lnTo>
                  <a:lnTo>
                    <a:pt x="3173038" y="2827322"/>
                  </a:lnTo>
                  <a:lnTo>
                    <a:pt x="3173184" y="2827322"/>
                  </a:lnTo>
                  <a:lnTo>
                    <a:pt x="3173329" y="2827322"/>
                  </a:lnTo>
                  <a:lnTo>
                    <a:pt x="3173475" y="2827322"/>
                  </a:lnTo>
                  <a:lnTo>
                    <a:pt x="3173620" y="2827322"/>
                  </a:lnTo>
                  <a:lnTo>
                    <a:pt x="3173765" y="2827322"/>
                  </a:lnTo>
                  <a:lnTo>
                    <a:pt x="3173911" y="2827322"/>
                  </a:lnTo>
                  <a:lnTo>
                    <a:pt x="3174056" y="2827322"/>
                  </a:lnTo>
                  <a:lnTo>
                    <a:pt x="3174202" y="2827322"/>
                  </a:lnTo>
                  <a:lnTo>
                    <a:pt x="3174347" y="2827322"/>
                  </a:lnTo>
                  <a:lnTo>
                    <a:pt x="3174493" y="2827322"/>
                  </a:lnTo>
                  <a:lnTo>
                    <a:pt x="3174638" y="2827322"/>
                  </a:lnTo>
                  <a:lnTo>
                    <a:pt x="3174783" y="2827322"/>
                  </a:lnTo>
                  <a:lnTo>
                    <a:pt x="3174929" y="2827322"/>
                  </a:lnTo>
                  <a:lnTo>
                    <a:pt x="3175074" y="2827322"/>
                  </a:lnTo>
                  <a:lnTo>
                    <a:pt x="3175220" y="2827322"/>
                  </a:lnTo>
                  <a:lnTo>
                    <a:pt x="3175365" y="2827322"/>
                  </a:lnTo>
                  <a:lnTo>
                    <a:pt x="3175511" y="2827322"/>
                  </a:lnTo>
                  <a:lnTo>
                    <a:pt x="3175656" y="2827322"/>
                  </a:lnTo>
                  <a:lnTo>
                    <a:pt x="3175801" y="2827322"/>
                  </a:lnTo>
                  <a:lnTo>
                    <a:pt x="3175947" y="2827322"/>
                  </a:lnTo>
                  <a:lnTo>
                    <a:pt x="3176092" y="2827322"/>
                  </a:lnTo>
                  <a:lnTo>
                    <a:pt x="3176238" y="2827322"/>
                  </a:lnTo>
                  <a:lnTo>
                    <a:pt x="3176383" y="2827322"/>
                  </a:lnTo>
                  <a:lnTo>
                    <a:pt x="3176529" y="2827322"/>
                  </a:lnTo>
                  <a:lnTo>
                    <a:pt x="3176674" y="2827322"/>
                  </a:lnTo>
                  <a:lnTo>
                    <a:pt x="3176674" y="2826698"/>
                  </a:lnTo>
                  <a:lnTo>
                    <a:pt x="3176819" y="2826698"/>
                  </a:lnTo>
                  <a:lnTo>
                    <a:pt x="3176965" y="2826698"/>
                  </a:lnTo>
                  <a:lnTo>
                    <a:pt x="3176965" y="2826075"/>
                  </a:lnTo>
                  <a:lnTo>
                    <a:pt x="3176965" y="2825451"/>
                  </a:lnTo>
                  <a:lnTo>
                    <a:pt x="3177110" y="2825451"/>
                  </a:lnTo>
                  <a:lnTo>
                    <a:pt x="3177256" y="2825451"/>
                  </a:lnTo>
                  <a:lnTo>
                    <a:pt x="3177401" y="2825451"/>
                  </a:lnTo>
                  <a:lnTo>
                    <a:pt x="3177547" y="2825451"/>
                  </a:lnTo>
                  <a:lnTo>
                    <a:pt x="3177692" y="2825451"/>
                  </a:lnTo>
                  <a:lnTo>
                    <a:pt x="3177837" y="2825451"/>
                  </a:lnTo>
                  <a:lnTo>
                    <a:pt x="3177983" y="2825451"/>
                  </a:lnTo>
                  <a:lnTo>
                    <a:pt x="3178128" y="2825451"/>
                  </a:lnTo>
                  <a:lnTo>
                    <a:pt x="3178274" y="2825451"/>
                  </a:lnTo>
                  <a:lnTo>
                    <a:pt x="3178419" y="2825451"/>
                  </a:lnTo>
                  <a:lnTo>
                    <a:pt x="3178419" y="2824827"/>
                  </a:lnTo>
                  <a:lnTo>
                    <a:pt x="3178565" y="2824827"/>
                  </a:lnTo>
                  <a:lnTo>
                    <a:pt x="3178710" y="2824827"/>
                  </a:lnTo>
                  <a:lnTo>
                    <a:pt x="3178855" y="2824827"/>
                  </a:lnTo>
                  <a:lnTo>
                    <a:pt x="3179001" y="2824827"/>
                  </a:lnTo>
                  <a:lnTo>
                    <a:pt x="3179146" y="2824827"/>
                  </a:lnTo>
                  <a:lnTo>
                    <a:pt x="3179146" y="2824204"/>
                  </a:lnTo>
                  <a:lnTo>
                    <a:pt x="3179292" y="2824204"/>
                  </a:lnTo>
                  <a:lnTo>
                    <a:pt x="3179437" y="2824204"/>
                  </a:lnTo>
                  <a:lnTo>
                    <a:pt x="3179583" y="2824204"/>
                  </a:lnTo>
                  <a:lnTo>
                    <a:pt x="3179728" y="2824204"/>
                  </a:lnTo>
                  <a:lnTo>
                    <a:pt x="3179873" y="2824204"/>
                  </a:lnTo>
                  <a:lnTo>
                    <a:pt x="3180019" y="2824204"/>
                  </a:lnTo>
                  <a:lnTo>
                    <a:pt x="3180164" y="2824204"/>
                  </a:lnTo>
                  <a:lnTo>
                    <a:pt x="3180164" y="2823580"/>
                  </a:lnTo>
                  <a:lnTo>
                    <a:pt x="3180310" y="2823580"/>
                  </a:lnTo>
                  <a:lnTo>
                    <a:pt x="3180455" y="2823580"/>
                  </a:lnTo>
                  <a:lnTo>
                    <a:pt x="3180455" y="2822957"/>
                  </a:lnTo>
                  <a:lnTo>
                    <a:pt x="3180600" y="2822957"/>
                  </a:lnTo>
                  <a:lnTo>
                    <a:pt x="3180746" y="2822957"/>
                  </a:lnTo>
                  <a:lnTo>
                    <a:pt x="3180891" y="2822957"/>
                  </a:lnTo>
                  <a:lnTo>
                    <a:pt x="3181037" y="2822957"/>
                  </a:lnTo>
                  <a:lnTo>
                    <a:pt x="3181182" y="2822957"/>
                  </a:lnTo>
                  <a:lnTo>
                    <a:pt x="3181328" y="2822957"/>
                  </a:lnTo>
                  <a:lnTo>
                    <a:pt x="3181473" y="2822957"/>
                  </a:lnTo>
                  <a:lnTo>
                    <a:pt x="3181618" y="2822957"/>
                  </a:lnTo>
                  <a:lnTo>
                    <a:pt x="3181618" y="2822333"/>
                  </a:lnTo>
                  <a:lnTo>
                    <a:pt x="3181764" y="2822333"/>
                  </a:lnTo>
                  <a:lnTo>
                    <a:pt x="3181909" y="2822333"/>
                  </a:lnTo>
                  <a:lnTo>
                    <a:pt x="3182055" y="2822333"/>
                  </a:lnTo>
                  <a:lnTo>
                    <a:pt x="3182200" y="2822333"/>
                  </a:lnTo>
                  <a:lnTo>
                    <a:pt x="3182346" y="2822333"/>
                  </a:lnTo>
                  <a:lnTo>
                    <a:pt x="3182491" y="2822333"/>
                  </a:lnTo>
                  <a:lnTo>
                    <a:pt x="3182636" y="2822333"/>
                  </a:lnTo>
                  <a:lnTo>
                    <a:pt x="3182782" y="2822333"/>
                  </a:lnTo>
                  <a:lnTo>
                    <a:pt x="3182927" y="2822333"/>
                  </a:lnTo>
                  <a:lnTo>
                    <a:pt x="3183073" y="2822333"/>
                  </a:lnTo>
                  <a:lnTo>
                    <a:pt x="3183218" y="2822333"/>
                  </a:lnTo>
                  <a:lnTo>
                    <a:pt x="3183218" y="2821709"/>
                  </a:lnTo>
                  <a:lnTo>
                    <a:pt x="3183364" y="2821709"/>
                  </a:lnTo>
                  <a:lnTo>
                    <a:pt x="3183509" y="2821709"/>
                  </a:lnTo>
                  <a:lnTo>
                    <a:pt x="3183654" y="2821709"/>
                  </a:lnTo>
                  <a:lnTo>
                    <a:pt x="3183800" y="2821709"/>
                  </a:lnTo>
                  <a:lnTo>
                    <a:pt x="3183945" y="2821709"/>
                  </a:lnTo>
                  <a:lnTo>
                    <a:pt x="3183945" y="2821086"/>
                  </a:lnTo>
                  <a:lnTo>
                    <a:pt x="3184091" y="2821086"/>
                  </a:lnTo>
                  <a:lnTo>
                    <a:pt x="3184236" y="2821086"/>
                  </a:lnTo>
                  <a:lnTo>
                    <a:pt x="3184382" y="2821086"/>
                  </a:lnTo>
                  <a:lnTo>
                    <a:pt x="3184382" y="2820462"/>
                  </a:lnTo>
                  <a:lnTo>
                    <a:pt x="3184527" y="2820462"/>
                  </a:lnTo>
                  <a:lnTo>
                    <a:pt x="3184672" y="2820462"/>
                  </a:lnTo>
                  <a:lnTo>
                    <a:pt x="3184818" y="2820462"/>
                  </a:lnTo>
                  <a:lnTo>
                    <a:pt x="3184963" y="2820462"/>
                  </a:lnTo>
                  <a:lnTo>
                    <a:pt x="3185109" y="2820462"/>
                  </a:lnTo>
                  <a:lnTo>
                    <a:pt x="3185254" y="2820462"/>
                  </a:lnTo>
                  <a:lnTo>
                    <a:pt x="3185400" y="2820462"/>
                  </a:lnTo>
                  <a:lnTo>
                    <a:pt x="3185545" y="2820462"/>
                  </a:lnTo>
                  <a:lnTo>
                    <a:pt x="3185690" y="2820462"/>
                  </a:lnTo>
                  <a:lnTo>
                    <a:pt x="3185836" y="2820462"/>
                  </a:lnTo>
                  <a:lnTo>
                    <a:pt x="3185981" y="2820462"/>
                  </a:lnTo>
                  <a:lnTo>
                    <a:pt x="3186127" y="2820462"/>
                  </a:lnTo>
                  <a:lnTo>
                    <a:pt x="3186272" y="2820462"/>
                  </a:lnTo>
                  <a:lnTo>
                    <a:pt x="3186418" y="2820462"/>
                  </a:lnTo>
                  <a:lnTo>
                    <a:pt x="3186563" y="2820462"/>
                  </a:lnTo>
                  <a:lnTo>
                    <a:pt x="3186708" y="2820462"/>
                  </a:lnTo>
                  <a:lnTo>
                    <a:pt x="3186708" y="2819839"/>
                  </a:lnTo>
                  <a:lnTo>
                    <a:pt x="3186854" y="2819839"/>
                  </a:lnTo>
                  <a:lnTo>
                    <a:pt x="3186999" y="2819839"/>
                  </a:lnTo>
                  <a:lnTo>
                    <a:pt x="3187145" y="2819839"/>
                  </a:lnTo>
                  <a:lnTo>
                    <a:pt x="3187290" y="2819839"/>
                  </a:lnTo>
                  <a:lnTo>
                    <a:pt x="3187435" y="2819839"/>
                  </a:lnTo>
                  <a:lnTo>
                    <a:pt x="3187435" y="2819215"/>
                  </a:lnTo>
                  <a:lnTo>
                    <a:pt x="3187581" y="2819215"/>
                  </a:lnTo>
                  <a:lnTo>
                    <a:pt x="3187726" y="2819215"/>
                  </a:lnTo>
                  <a:lnTo>
                    <a:pt x="3187872" y="2819215"/>
                  </a:lnTo>
                  <a:lnTo>
                    <a:pt x="3187872" y="2818592"/>
                  </a:lnTo>
                  <a:lnTo>
                    <a:pt x="3187872" y="2817968"/>
                  </a:lnTo>
                  <a:lnTo>
                    <a:pt x="3188017" y="2817968"/>
                  </a:lnTo>
                  <a:lnTo>
                    <a:pt x="3188163" y="2817968"/>
                  </a:lnTo>
                  <a:lnTo>
                    <a:pt x="3188163" y="2817344"/>
                  </a:lnTo>
                  <a:lnTo>
                    <a:pt x="3188308" y="2817344"/>
                  </a:lnTo>
                  <a:lnTo>
                    <a:pt x="3188453" y="2817344"/>
                  </a:lnTo>
                  <a:lnTo>
                    <a:pt x="3188453" y="2816721"/>
                  </a:lnTo>
                  <a:lnTo>
                    <a:pt x="3188599" y="2816721"/>
                  </a:lnTo>
                  <a:lnTo>
                    <a:pt x="3188599" y="2816097"/>
                  </a:lnTo>
                  <a:lnTo>
                    <a:pt x="3188744" y="2816097"/>
                  </a:lnTo>
                  <a:lnTo>
                    <a:pt x="3188890" y="2816097"/>
                  </a:lnTo>
                  <a:lnTo>
                    <a:pt x="3189035" y="2816097"/>
                  </a:lnTo>
                  <a:lnTo>
                    <a:pt x="3189181" y="2816097"/>
                  </a:lnTo>
                  <a:lnTo>
                    <a:pt x="3189326" y="2816097"/>
                  </a:lnTo>
                  <a:lnTo>
                    <a:pt x="3189471" y="2816097"/>
                  </a:lnTo>
                  <a:lnTo>
                    <a:pt x="3189617" y="2816097"/>
                  </a:lnTo>
                  <a:lnTo>
                    <a:pt x="3189762" y="2816097"/>
                  </a:lnTo>
                  <a:lnTo>
                    <a:pt x="3189908" y="2816097"/>
                  </a:lnTo>
                  <a:lnTo>
                    <a:pt x="3190053" y="2816097"/>
                  </a:lnTo>
                  <a:lnTo>
                    <a:pt x="3190199" y="2816097"/>
                  </a:lnTo>
                  <a:lnTo>
                    <a:pt x="3190344" y="2816097"/>
                  </a:lnTo>
                  <a:lnTo>
                    <a:pt x="3190489" y="2816097"/>
                  </a:lnTo>
                  <a:lnTo>
                    <a:pt x="3190635" y="2816097"/>
                  </a:lnTo>
                  <a:lnTo>
                    <a:pt x="3190780" y="2816097"/>
                  </a:lnTo>
                  <a:lnTo>
                    <a:pt x="3190926" y="2816097"/>
                  </a:lnTo>
                  <a:lnTo>
                    <a:pt x="3191071" y="2816097"/>
                  </a:lnTo>
                  <a:lnTo>
                    <a:pt x="3191217" y="2816097"/>
                  </a:lnTo>
                  <a:lnTo>
                    <a:pt x="3191362" y="2816097"/>
                  </a:lnTo>
                  <a:lnTo>
                    <a:pt x="3191507" y="2816097"/>
                  </a:lnTo>
                  <a:lnTo>
                    <a:pt x="3191653" y="2816097"/>
                  </a:lnTo>
                  <a:lnTo>
                    <a:pt x="3191653" y="2815474"/>
                  </a:lnTo>
                  <a:lnTo>
                    <a:pt x="3191798" y="2815474"/>
                  </a:lnTo>
                  <a:lnTo>
                    <a:pt x="3191944" y="2815474"/>
                  </a:lnTo>
                  <a:lnTo>
                    <a:pt x="3192089" y="2815474"/>
                  </a:lnTo>
                  <a:lnTo>
                    <a:pt x="3192235" y="2815474"/>
                  </a:lnTo>
                  <a:lnTo>
                    <a:pt x="3192235" y="2814850"/>
                  </a:lnTo>
                  <a:lnTo>
                    <a:pt x="3192235" y="2814227"/>
                  </a:lnTo>
                  <a:lnTo>
                    <a:pt x="3192380" y="2814227"/>
                  </a:lnTo>
                  <a:lnTo>
                    <a:pt x="3192525" y="2814227"/>
                  </a:lnTo>
                  <a:lnTo>
                    <a:pt x="3192525" y="2813603"/>
                  </a:lnTo>
                  <a:lnTo>
                    <a:pt x="3192671" y="2813603"/>
                  </a:lnTo>
                  <a:lnTo>
                    <a:pt x="3192816" y="2813603"/>
                  </a:lnTo>
                  <a:lnTo>
                    <a:pt x="3192962" y="2813603"/>
                  </a:lnTo>
                  <a:lnTo>
                    <a:pt x="3193107" y="2813603"/>
                  </a:lnTo>
                  <a:lnTo>
                    <a:pt x="3193253" y="2813603"/>
                  </a:lnTo>
                  <a:lnTo>
                    <a:pt x="3193398" y="2813603"/>
                  </a:lnTo>
                  <a:lnTo>
                    <a:pt x="3193543" y="2813603"/>
                  </a:lnTo>
                  <a:lnTo>
                    <a:pt x="3193689" y="2813603"/>
                  </a:lnTo>
                  <a:lnTo>
                    <a:pt x="3193834" y="2813603"/>
                  </a:lnTo>
                  <a:lnTo>
                    <a:pt x="3193980" y="2813603"/>
                  </a:lnTo>
                  <a:lnTo>
                    <a:pt x="3193980" y="2812979"/>
                  </a:lnTo>
                  <a:lnTo>
                    <a:pt x="3194125" y="2812979"/>
                  </a:lnTo>
                  <a:lnTo>
                    <a:pt x="3194270" y="2812979"/>
                  </a:lnTo>
                  <a:lnTo>
                    <a:pt x="3194416" y="2812979"/>
                  </a:lnTo>
                  <a:lnTo>
                    <a:pt x="3194561" y="2812979"/>
                  </a:lnTo>
                  <a:lnTo>
                    <a:pt x="3194707" y="2812979"/>
                  </a:lnTo>
                  <a:lnTo>
                    <a:pt x="3194852" y="2812979"/>
                  </a:lnTo>
                  <a:lnTo>
                    <a:pt x="3194998" y="2812979"/>
                  </a:lnTo>
                  <a:lnTo>
                    <a:pt x="3195143" y="2812979"/>
                  </a:lnTo>
                  <a:lnTo>
                    <a:pt x="3195288" y="2812979"/>
                  </a:lnTo>
                  <a:lnTo>
                    <a:pt x="3195288" y="2812356"/>
                  </a:lnTo>
                  <a:lnTo>
                    <a:pt x="3195434" y="2812356"/>
                  </a:lnTo>
                  <a:lnTo>
                    <a:pt x="3195579" y="2812356"/>
                  </a:lnTo>
                  <a:lnTo>
                    <a:pt x="3195725" y="2812356"/>
                  </a:lnTo>
                  <a:lnTo>
                    <a:pt x="3195870" y="2812356"/>
                  </a:lnTo>
                  <a:lnTo>
                    <a:pt x="3195870" y="2811732"/>
                  </a:lnTo>
                  <a:lnTo>
                    <a:pt x="3196016" y="2811732"/>
                  </a:lnTo>
                  <a:lnTo>
                    <a:pt x="3196161" y="2811732"/>
                  </a:lnTo>
                  <a:lnTo>
                    <a:pt x="3196306" y="2811732"/>
                  </a:lnTo>
                  <a:lnTo>
                    <a:pt x="3196452" y="2811732"/>
                  </a:lnTo>
                  <a:lnTo>
                    <a:pt x="3196597" y="2811732"/>
                  </a:lnTo>
                  <a:lnTo>
                    <a:pt x="3196743" y="2811732"/>
                  </a:lnTo>
                  <a:lnTo>
                    <a:pt x="3196888" y="2811732"/>
                  </a:lnTo>
                  <a:lnTo>
                    <a:pt x="3197034" y="2811732"/>
                  </a:lnTo>
                  <a:lnTo>
                    <a:pt x="3197179" y="2811732"/>
                  </a:lnTo>
                  <a:lnTo>
                    <a:pt x="3197324" y="2811732"/>
                  </a:lnTo>
                  <a:lnTo>
                    <a:pt x="3197470" y="2811732"/>
                  </a:lnTo>
                  <a:lnTo>
                    <a:pt x="3197470" y="2811109"/>
                  </a:lnTo>
                  <a:lnTo>
                    <a:pt x="3197615" y="2811109"/>
                  </a:lnTo>
                  <a:lnTo>
                    <a:pt x="3197761" y="2811109"/>
                  </a:lnTo>
                  <a:lnTo>
                    <a:pt x="3197906" y="2811109"/>
                  </a:lnTo>
                  <a:lnTo>
                    <a:pt x="3198052" y="2811109"/>
                  </a:lnTo>
                  <a:lnTo>
                    <a:pt x="3198197" y="2811109"/>
                  </a:lnTo>
                  <a:lnTo>
                    <a:pt x="3198342" y="2811109"/>
                  </a:lnTo>
                  <a:lnTo>
                    <a:pt x="3198488" y="2811109"/>
                  </a:lnTo>
                  <a:lnTo>
                    <a:pt x="3198633" y="2811109"/>
                  </a:lnTo>
                  <a:lnTo>
                    <a:pt x="3198633" y="2810485"/>
                  </a:lnTo>
                  <a:lnTo>
                    <a:pt x="3198779" y="2810485"/>
                  </a:lnTo>
                  <a:lnTo>
                    <a:pt x="3198924" y="2810485"/>
                  </a:lnTo>
                  <a:lnTo>
                    <a:pt x="3199070" y="2810485"/>
                  </a:lnTo>
                  <a:lnTo>
                    <a:pt x="3199215" y="2810485"/>
                  </a:lnTo>
                  <a:lnTo>
                    <a:pt x="3199215" y="2809861"/>
                  </a:lnTo>
                  <a:lnTo>
                    <a:pt x="3199360" y="2809861"/>
                  </a:lnTo>
                  <a:lnTo>
                    <a:pt x="3199506" y="2809861"/>
                  </a:lnTo>
                  <a:lnTo>
                    <a:pt x="3199506" y="2809238"/>
                  </a:lnTo>
                  <a:lnTo>
                    <a:pt x="3199651" y="2809238"/>
                  </a:lnTo>
                  <a:lnTo>
                    <a:pt x="3199797" y="2809238"/>
                  </a:lnTo>
                  <a:lnTo>
                    <a:pt x="3199942" y="2809238"/>
                  </a:lnTo>
                  <a:lnTo>
                    <a:pt x="3200088" y="2809238"/>
                  </a:lnTo>
                  <a:lnTo>
                    <a:pt x="3200233" y="2809238"/>
                  </a:lnTo>
                  <a:lnTo>
                    <a:pt x="3200378" y="2809238"/>
                  </a:lnTo>
                  <a:lnTo>
                    <a:pt x="3200524" y="2809238"/>
                  </a:lnTo>
                  <a:lnTo>
                    <a:pt x="3200669" y="2809238"/>
                  </a:lnTo>
                  <a:lnTo>
                    <a:pt x="3200815" y="2809238"/>
                  </a:lnTo>
                  <a:lnTo>
                    <a:pt x="3200960" y="2809238"/>
                  </a:lnTo>
                  <a:lnTo>
                    <a:pt x="3201105" y="2809238"/>
                  </a:lnTo>
                  <a:lnTo>
                    <a:pt x="3201251" y="2809238"/>
                  </a:lnTo>
                  <a:lnTo>
                    <a:pt x="3201396" y="2809238"/>
                  </a:lnTo>
                  <a:lnTo>
                    <a:pt x="3201542" y="2809238"/>
                  </a:lnTo>
                  <a:lnTo>
                    <a:pt x="3201687" y="2809238"/>
                  </a:lnTo>
                  <a:lnTo>
                    <a:pt x="3201687" y="2808614"/>
                  </a:lnTo>
                  <a:lnTo>
                    <a:pt x="3201833" y="2808614"/>
                  </a:lnTo>
                  <a:lnTo>
                    <a:pt x="3201978" y="2808614"/>
                  </a:lnTo>
                  <a:lnTo>
                    <a:pt x="3202123" y="2808614"/>
                  </a:lnTo>
                  <a:lnTo>
                    <a:pt x="3202269" y="2808614"/>
                  </a:lnTo>
                  <a:lnTo>
                    <a:pt x="3202414" y="2808614"/>
                  </a:lnTo>
                  <a:lnTo>
                    <a:pt x="3202560" y="2808614"/>
                  </a:lnTo>
                  <a:lnTo>
                    <a:pt x="3202560" y="2807991"/>
                  </a:lnTo>
                  <a:lnTo>
                    <a:pt x="3202705" y="2807991"/>
                  </a:lnTo>
                  <a:lnTo>
                    <a:pt x="3202851" y="2807991"/>
                  </a:lnTo>
                  <a:lnTo>
                    <a:pt x="3202996" y="2807991"/>
                  </a:lnTo>
                  <a:lnTo>
                    <a:pt x="3203141" y="2807991"/>
                  </a:lnTo>
                  <a:lnTo>
                    <a:pt x="3203141" y="2807367"/>
                  </a:lnTo>
                  <a:lnTo>
                    <a:pt x="3203141" y="2806744"/>
                  </a:lnTo>
                  <a:lnTo>
                    <a:pt x="3203287" y="2806744"/>
                  </a:lnTo>
                  <a:lnTo>
                    <a:pt x="3203287" y="2806120"/>
                  </a:lnTo>
                  <a:lnTo>
                    <a:pt x="3203287" y="2805496"/>
                  </a:lnTo>
                  <a:lnTo>
                    <a:pt x="3203432" y="2805496"/>
                  </a:lnTo>
                  <a:lnTo>
                    <a:pt x="3203578" y="2805496"/>
                  </a:lnTo>
                  <a:lnTo>
                    <a:pt x="3203723" y="2805496"/>
                  </a:lnTo>
                  <a:lnTo>
                    <a:pt x="3203869" y="2805496"/>
                  </a:lnTo>
                  <a:lnTo>
                    <a:pt x="3204014" y="2805496"/>
                  </a:lnTo>
                  <a:lnTo>
                    <a:pt x="3204159" y="2805496"/>
                  </a:lnTo>
                  <a:lnTo>
                    <a:pt x="3204305" y="2805496"/>
                  </a:lnTo>
                  <a:lnTo>
                    <a:pt x="3204450" y="2805496"/>
                  </a:lnTo>
                  <a:lnTo>
                    <a:pt x="3204450" y="2804873"/>
                  </a:lnTo>
                  <a:lnTo>
                    <a:pt x="3204596" y="2804873"/>
                  </a:lnTo>
                  <a:lnTo>
                    <a:pt x="3204741" y="2804873"/>
                  </a:lnTo>
                  <a:lnTo>
                    <a:pt x="3204887" y="2804873"/>
                  </a:lnTo>
                  <a:lnTo>
                    <a:pt x="3204887" y="2804249"/>
                  </a:lnTo>
                  <a:lnTo>
                    <a:pt x="3205032" y="2804249"/>
                  </a:lnTo>
                  <a:lnTo>
                    <a:pt x="3205032" y="2803626"/>
                  </a:lnTo>
                  <a:lnTo>
                    <a:pt x="3205177" y="2803626"/>
                  </a:lnTo>
                  <a:lnTo>
                    <a:pt x="3205177" y="2803002"/>
                  </a:lnTo>
                  <a:lnTo>
                    <a:pt x="3205323" y="2803002"/>
                  </a:lnTo>
                  <a:lnTo>
                    <a:pt x="3205468" y="2803002"/>
                  </a:lnTo>
                  <a:lnTo>
                    <a:pt x="3205614" y="2803002"/>
                  </a:lnTo>
                  <a:lnTo>
                    <a:pt x="3205759" y="2803002"/>
                  </a:lnTo>
                  <a:lnTo>
                    <a:pt x="3205905" y="2803002"/>
                  </a:lnTo>
                  <a:lnTo>
                    <a:pt x="3206050" y="2803002"/>
                  </a:lnTo>
                  <a:lnTo>
                    <a:pt x="3206195" y="2803002"/>
                  </a:lnTo>
                  <a:lnTo>
                    <a:pt x="3206341" y="2803002"/>
                  </a:lnTo>
                  <a:lnTo>
                    <a:pt x="3206486" y="2803002"/>
                  </a:lnTo>
                  <a:lnTo>
                    <a:pt x="3206632" y="2803002"/>
                  </a:lnTo>
                  <a:lnTo>
                    <a:pt x="3206777" y="2803002"/>
                  </a:lnTo>
                  <a:lnTo>
                    <a:pt x="3206923" y="2803002"/>
                  </a:lnTo>
                  <a:lnTo>
                    <a:pt x="3207068" y="2803002"/>
                  </a:lnTo>
                  <a:lnTo>
                    <a:pt x="3207213" y="2803002"/>
                  </a:lnTo>
                  <a:lnTo>
                    <a:pt x="3207359" y="2803002"/>
                  </a:lnTo>
                  <a:lnTo>
                    <a:pt x="3207359" y="2802378"/>
                  </a:lnTo>
                  <a:lnTo>
                    <a:pt x="3207504" y="2802378"/>
                  </a:lnTo>
                  <a:lnTo>
                    <a:pt x="3207650" y="2802378"/>
                  </a:lnTo>
                  <a:lnTo>
                    <a:pt x="3207795" y="2802378"/>
                  </a:lnTo>
                  <a:lnTo>
                    <a:pt x="3207940" y="2802378"/>
                  </a:lnTo>
                  <a:lnTo>
                    <a:pt x="3208086" y="2802378"/>
                  </a:lnTo>
                  <a:lnTo>
                    <a:pt x="3208231" y="2802378"/>
                  </a:lnTo>
                  <a:lnTo>
                    <a:pt x="3208377" y="2802378"/>
                  </a:lnTo>
                  <a:lnTo>
                    <a:pt x="3208522" y="2802378"/>
                  </a:lnTo>
                  <a:lnTo>
                    <a:pt x="3208668" y="2802378"/>
                  </a:lnTo>
                  <a:lnTo>
                    <a:pt x="3208813" y="2802378"/>
                  </a:lnTo>
                  <a:lnTo>
                    <a:pt x="3208958" y="2802378"/>
                  </a:lnTo>
                  <a:lnTo>
                    <a:pt x="3208958" y="2801755"/>
                  </a:lnTo>
                  <a:lnTo>
                    <a:pt x="3208958" y="2801131"/>
                  </a:lnTo>
                  <a:lnTo>
                    <a:pt x="3209104" y="2801131"/>
                  </a:lnTo>
                  <a:lnTo>
                    <a:pt x="3209104" y="2800508"/>
                  </a:lnTo>
                  <a:lnTo>
                    <a:pt x="3209249" y="2800508"/>
                  </a:lnTo>
                  <a:lnTo>
                    <a:pt x="3209395" y="2800508"/>
                  </a:lnTo>
                  <a:lnTo>
                    <a:pt x="3209540" y="2800508"/>
                  </a:lnTo>
                  <a:lnTo>
                    <a:pt x="3209686" y="2800508"/>
                  </a:lnTo>
                  <a:lnTo>
                    <a:pt x="3209831" y="2800508"/>
                  </a:lnTo>
                  <a:lnTo>
                    <a:pt x="3209831" y="2799884"/>
                  </a:lnTo>
                  <a:lnTo>
                    <a:pt x="3209831" y="2799261"/>
                  </a:lnTo>
                  <a:lnTo>
                    <a:pt x="3209831" y="2798637"/>
                  </a:lnTo>
                  <a:lnTo>
                    <a:pt x="3209976" y="2798637"/>
                  </a:lnTo>
                  <a:lnTo>
                    <a:pt x="3210122" y="2798637"/>
                  </a:lnTo>
                  <a:lnTo>
                    <a:pt x="3210267" y="2798637"/>
                  </a:lnTo>
                  <a:lnTo>
                    <a:pt x="3210413" y="2798637"/>
                  </a:lnTo>
                  <a:lnTo>
                    <a:pt x="3210413" y="2798013"/>
                  </a:lnTo>
                  <a:lnTo>
                    <a:pt x="3210558" y="2798013"/>
                  </a:lnTo>
                  <a:lnTo>
                    <a:pt x="3210704" y="2798013"/>
                  </a:lnTo>
                  <a:lnTo>
                    <a:pt x="3210704" y="2797390"/>
                  </a:lnTo>
                  <a:lnTo>
                    <a:pt x="3210704" y="2796766"/>
                  </a:lnTo>
                  <a:lnTo>
                    <a:pt x="3210704" y="2796143"/>
                  </a:lnTo>
                  <a:lnTo>
                    <a:pt x="3210849" y="2796143"/>
                  </a:lnTo>
                  <a:lnTo>
                    <a:pt x="3210994" y="2796143"/>
                  </a:lnTo>
                  <a:lnTo>
                    <a:pt x="3211140" y="2796143"/>
                  </a:lnTo>
                  <a:lnTo>
                    <a:pt x="3211285" y="2796143"/>
                  </a:lnTo>
                  <a:lnTo>
                    <a:pt x="3211431" y="2796143"/>
                  </a:lnTo>
                  <a:lnTo>
                    <a:pt x="3211576" y="2796143"/>
                  </a:lnTo>
                  <a:lnTo>
                    <a:pt x="3211722" y="2796143"/>
                  </a:lnTo>
                  <a:lnTo>
                    <a:pt x="3211867" y="2796143"/>
                  </a:lnTo>
                  <a:lnTo>
                    <a:pt x="3212012" y="2796143"/>
                  </a:lnTo>
                  <a:lnTo>
                    <a:pt x="3212158" y="2796143"/>
                  </a:lnTo>
                  <a:lnTo>
                    <a:pt x="3212158" y="2795519"/>
                  </a:lnTo>
                  <a:lnTo>
                    <a:pt x="3212303" y="2795519"/>
                  </a:lnTo>
                  <a:lnTo>
                    <a:pt x="3212449" y="2795519"/>
                  </a:lnTo>
                  <a:lnTo>
                    <a:pt x="3212449" y="2794895"/>
                  </a:lnTo>
                  <a:lnTo>
                    <a:pt x="3212594" y="2794895"/>
                  </a:lnTo>
                  <a:lnTo>
                    <a:pt x="3212740" y="2794895"/>
                  </a:lnTo>
                  <a:lnTo>
                    <a:pt x="3212885" y="2794895"/>
                  </a:lnTo>
                  <a:lnTo>
                    <a:pt x="3213030" y="2794895"/>
                  </a:lnTo>
                  <a:lnTo>
                    <a:pt x="3213176" y="2794895"/>
                  </a:lnTo>
                  <a:lnTo>
                    <a:pt x="3213321" y="2794895"/>
                  </a:lnTo>
                  <a:lnTo>
                    <a:pt x="3213467" y="2794895"/>
                  </a:lnTo>
                  <a:lnTo>
                    <a:pt x="3213612" y="2794895"/>
                  </a:lnTo>
                  <a:lnTo>
                    <a:pt x="3213758" y="2794895"/>
                  </a:lnTo>
                  <a:lnTo>
                    <a:pt x="3213903" y="2794895"/>
                  </a:lnTo>
                  <a:lnTo>
                    <a:pt x="3213903" y="2794272"/>
                  </a:lnTo>
                  <a:lnTo>
                    <a:pt x="3214048" y="2794272"/>
                  </a:lnTo>
                  <a:lnTo>
                    <a:pt x="3214194" y="2794272"/>
                  </a:lnTo>
                  <a:lnTo>
                    <a:pt x="3214339" y="2794272"/>
                  </a:lnTo>
                  <a:lnTo>
                    <a:pt x="3214485" y="2794272"/>
                  </a:lnTo>
                  <a:lnTo>
                    <a:pt x="3214485" y="2793648"/>
                  </a:lnTo>
                  <a:lnTo>
                    <a:pt x="3214630" y="2793648"/>
                  </a:lnTo>
                  <a:lnTo>
                    <a:pt x="3214775" y="2793648"/>
                  </a:lnTo>
                  <a:lnTo>
                    <a:pt x="3214775" y="2793025"/>
                  </a:lnTo>
                  <a:lnTo>
                    <a:pt x="3214921" y="2793025"/>
                  </a:lnTo>
                  <a:lnTo>
                    <a:pt x="3215066" y="2793025"/>
                  </a:lnTo>
                  <a:lnTo>
                    <a:pt x="3215066" y="2792401"/>
                  </a:lnTo>
                  <a:lnTo>
                    <a:pt x="3215212" y="2792401"/>
                  </a:lnTo>
                  <a:lnTo>
                    <a:pt x="3215212" y="2791778"/>
                  </a:lnTo>
                  <a:lnTo>
                    <a:pt x="3215357" y="2791778"/>
                  </a:lnTo>
                  <a:lnTo>
                    <a:pt x="3215503" y="2791778"/>
                  </a:lnTo>
                  <a:lnTo>
                    <a:pt x="3215503" y="2791154"/>
                  </a:lnTo>
                  <a:lnTo>
                    <a:pt x="3215503" y="2790530"/>
                  </a:lnTo>
                  <a:lnTo>
                    <a:pt x="3215648" y="2790530"/>
                  </a:lnTo>
                  <a:lnTo>
                    <a:pt x="3215793" y="2790530"/>
                  </a:lnTo>
                  <a:lnTo>
                    <a:pt x="3215939" y="2790530"/>
                  </a:lnTo>
                  <a:lnTo>
                    <a:pt x="3216084" y="2790530"/>
                  </a:lnTo>
                  <a:lnTo>
                    <a:pt x="3216084" y="2789907"/>
                  </a:lnTo>
                  <a:lnTo>
                    <a:pt x="3216230" y="2789907"/>
                  </a:lnTo>
                  <a:lnTo>
                    <a:pt x="3216375" y="2789907"/>
                  </a:lnTo>
                  <a:lnTo>
                    <a:pt x="3216521" y="2789907"/>
                  </a:lnTo>
                  <a:lnTo>
                    <a:pt x="3216666" y="2789907"/>
                  </a:lnTo>
                  <a:lnTo>
                    <a:pt x="3216666" y="2789283"/>
                  </a:lnTo>
                  <a:lnTo>
                    <a:pt x="3216811" y="2789283"/>
                  </a:lnTo>
                  <a:lnTo>
                    <a:pt x="3216957" y="2789283"/>
                  </a:lnTo>
                  <a:lnTo>
                    <a:pt x="3217102" y="2789283"/>
                  </a:lnTo>
                  <a:lnTo>
                    <a:pt x="3217102" y="2788660"/>
                  </a:lnTo>
                  <a:lnTo>
                    <a:pt x="3217248" y="2788660"/>
                  </a:lnTo>
                  <a:lnTo>
                    <a:pt x="3217393" y="2788660"/>
                  </a:lnTo>
                  <a:lnTo>
                    <a:pt x="3217393" y="2788036"/>
                  </a:lnTo>
                  <a:lnTo>
                    <a:pt x="3217539" y="2788036"/>
                  </a:lnTo>
                  <a:lnTo>
                    <a:pt x="3217684" y="2788036"/>
                  </a:lnTo>
                  <a:lnTo>
                    <a:pt x="3217829" y="2788036"/>
                  </a:lnTo>
                  <a:lnTo>
                    <a:pt x="3217975" y="2788036"/>
                  </a:lnTo>
                  <a:lnTo>
                    <a:pt x="3218120" y="2788036"/>
                  </a:lnTo>
                  <a:lnTo>
                    <a:pt x="3218120" y="2787412"/>
                  </a:lnTo>
                  <a:lnTo>
                    <a:pt x="3218266" y="2787412"/>
                  </a:lnTo>
                  <a:lnTo>
                    <a:pt x="3218411" y="2787412"/>
                  </a:lnTo>
                  <a:lnTo>
                    <a:pt x="3218557" y="2787412"/>
                  </a:lnTo>
                  <a:lnTo>
                    <a:pt x="3218702" y="2787412"/>
                  </a:lnTo>
                  <a:lnTo>
                    <a:pt x="3218702" y="2786789"/>
                  </a:lnTo>
                  <a:lnTo>
                    <a:pt x="3218847" y="2786789"/>
                  </a:lnTo>
                  <a:lnTo>
                    <a:pt x="3218847" y="2786165"/>
                  </a:lnTo>
                  <a:lnTo>
                    <a:pt x="3218993" y="2786165"/>
                  </a:lnTo>
                  <a:lnTo>
                    <a:pt x="3219138" y="2786165"/>
                  </a:lnTo>
                  <a:lnTo>
                    <a:pt x="3219138" y="2785542"/>
                  </a:lnTo>
                  <a:lnTo>
                    <a:pt x="3219284" y="2785542"/>
                  </a:lnTo>
                  <a:lnTo>
                    <a:pt x="3219429" y="2785542"/>
                  </a:lnTo>
                  <a:lnTo>
                    <a:pt x="3219429" y="2784918"/>
                  </a:lnTo>
                  <a:lnTo>
                    <a:pt x="3219575" y="2784918"/>
                  </a:lnTo>
                  <a:lnTo>
                    <a:pt x="3219720" y="2784918"/>
                  </a:lnTo>
                  <a:lnTo>
                    <a:pt x="3219720" y="2784295"/>
                  </a:lnTo>
                  <a:lnTo>
                    <a:pt x="3219865" y="2784295"/>
                  </a:lnTo>
                  <a:lnTo>
                    <a:pt x="3220011" y="2784295"/>
                  </a:lnTo>
                  <a:lnTo>
                    <a:pt x="3220156" y="2784295"/>
                  </a:lnTo>
                  <a:lnTo>
                    <a:pt x="3220156" y="2783671"/>
                  </a:lnTo>
                  <a:lnTo>
                    <a:pt x="3220302" y="2783671"/>
                  </a:lnTo>
                  <a:lnTo>
                    <a:pt x="3220447" y="2783671"/>
                  </a:lnTo>
                  <a:lnTo>
                    <a:pt x="3220592" y="2783671"/>
                  </a:lnTo>
                  <a:lnTo>
                    <a:pt x="3220738" y="2783671"/>
                  </a:lnTo>
                  <a:lnTo>
                    <a:pt x="3220883" y="2783671"/>
                  </a:lnTo>
                  <a:lnTo>
                    <a:pt x="3221029" y="2783671"/>
                  </a:lnTo>
                  <a:lnTo>
                    <a:pt x="3221174" y="2783671"/>
                  </a:lnTo>
                  <a:lnTo>
                    <a:pt x="3221320" y="2783671"/>
                  </a:lnTo>
                  <a:lnTo>
                    <a:pt x="3221465" y="2783671"/>
                  </a:lnTo>
                  <a:lnTo>
                    <a:pt x="3221610" y="2783671"/>
                  </a:lnTo>
                  <a:lnTo>
                    <a:pt x="3221610" y="2783047"/>
                  </a:lnTo>
                  <a:lnTo>
                    <a:pt x="3221756" y="2783047"/>
                  </a:lnTo>
                  <a:lnTo>
                    <a:pt x="3221901" y="2783047"/>
                  </a:lnTo>
                  <a:lnTo>
                    <a:pt x="3222047" y="2783047"/>
                  </a:lnTo>
                  <a:lnTo>
                    <a:pt x="3222047" y="2782424"/>
                  </a:lnTo>
                  <a:lnTo>
                    <a:pt x="3222192" y="2782424"/>
                  </a:lnTo>
                  <a:lnTo>
                    <a:pt x="3222338" y="2782424"/>
                  </a:lnTo>
                  <a:lnTo>
                    <a:pt x="3222483" y="2782424"/>
                  </a:lnTo>
                  <a:lnTo>
                    <a:pt x="3222628" y="2782424"/>
                  </a:lnTo>
                  <a:lnTo>
                    <a:pt x="3222628" y="2781800"/>
                  </a:lnTo>
                  <a:lnTo>
                    <a:pt x="3222628" y="2781177"/>
                  </a:lnTo>
                  <a:lnTo>
                    <a:pt x="3222628" y="2780553"/>
                  </a:lnTo>
                  <a:lnTo>
                    <a:pt x="3222774" y="2780553"/>
                  </a:lnTo>
                  <a:lnTo>
                    <a:pt x="3222774" y="2779929"/>
                  </a:lnTo>
                  <a:lnTo>
                    <a:pt x="3222919" y="2779929"/>
                  </a:lnTo>
                  <a:lnTo>
                    <a:pt x="3222919" y="2779306"/>
                  </a:lnTo>
                  <a:lnTo>
                    <a:pt x="3223065" y="2779306"/>
                  </a:lnTo>
                  <a:lnTo>
                    <a:pt x="3223210" y="2779306"/>
                  </a:lnTo>
                  <a:lnTo>
                    <a:pt x="3223356" y="2779306"/>
                  </a:lnTo>
                  <a:lnTo>
                    <a:pt x="3223501" y="2779306"/>
                  </a:lnTo>
                  <a:lnTo>
                    <a:pt x="3223646" y="2779306"/>
                  </a:lnTo>
                  <a:lnTo>
                    <a:pt x="3223792" y="2779306"/>
                  </a:lnTo>
                  <a:lnTo>
                    <a:pt x="3223937" y="2779306"/>
                  </a:lnTo>
                  <a:lnTo>
                    <a:pt x="3224083" y="2779306"/>
                  </a:lnTo>
                  <a:lnTo>
                    <a:pt x="3224228" y="2779306"/>
                  </a:lnTo>
                  <a:lnTo>
                    <a:pt x="3224228" y="2778682"/>
                  </a:lnTo>
                  <a:lnTo>
                    <a:pt x="3224374" y="2778682"/>
                  </a:lnTo>
                  <a:lnTo>
                    <a:pt x="3224519" y="2778682"/>
                  </a:lnTo>
                  <a:lnTo>
                    <a:pt x="3224664" y="2778682"/>
                  </a:lnTo>
                  <a:lnTo>
                    <a:pt x="3224810" y="2778682"/>
                  </a:lnTo>
                  <a:lnTo>
                    <a:pt x="3224955" y="2778682"/>
                  </a:lnTo>
                  <a:lnTo>
                    <a:pt x="3225101" y="2778682"/>
                  </a:lnTo>
                  <a:lnTo>
                    <a:pt x="3225246" y="2778682"/>
                  </a:lnTo>
                  <a:lnTo>
                    <a:pt x="3225392" y="2778682"/>
                  </a:lnTo>
                  <a:lnTo>
                    <a:pt x="3225537" y="2778682"/>
                  </a:lnTo>
                  <a:lnTo>
                    <a:pt x="3225682" y="2778682"/>
                  </a:lnTo>
                  <a:lnTo>
                    <a:pt x="3225828" y="2778682"/>
                  </a:lnTo>
                  <a:lnTo>
                    <a:pt x="3225973" y="2778682"/>
                  </a:lnTo>
                  <a:lnTo>
                    <a:pt x="3226119" y="2778682"/>
                  </a:lnTo>
                  <a:lnTo>
                    <a:pt x="3226119" y="2778059"/>
                  </a:lnTo>
                  <a:lnTo>
                    <a:pt x="3226264" y="2778059"/>
                  </a:lnTo>
                  <a:lnTo>
                    <a:pt x="3226410" y="2778059"/>
                  </a:lnTo>
                  <a:lnTo>
                    <a:pt x="3226555" y="2778059"/>
                  </a:lnTo>
                  <a:lnTo>
                    <a:pt x="3226700" y="2778059"/>
                  </a:lnTo>
                  <a:lnTo>
                    <a:pt x="3226846" y="2778059"/>
                  </a:lnTo>
                  <a:lnTo>
                    <a:pt x="3226991" y="2778059"/>
                  </a:lnTo>
                  <a:lnTo>
                    <a:pt x="3227137" y="2778059"/>
                  </a:lnTo>
                  <a:lnTo>
                    <a:pt x="3227282" y="2778059"/>
                  </a:lnTo>
                  <a:lnTo>
                    <a:pt x="3227427" y="2778059"/>
                  </a:lnTo>
                  <a:lnTo>
                    <a:pt x="3227427" y="2777435"/>
                  </a:lnTo>
                  <a:lnTo>
                    <a:pt x="3227427" y="2776812"/>
                  </a:lnTo>
                  <a:lnTo>
                    <a:pt x="3227573" y="2776812"/>
                  </a:lnTo>
                  <a:lnTo>
                    <a:pt x="3227718" y="2776812"/>
                  </a:lnTo>
                  <a:lnTo>
                    <a:pt x="3227864" y="2776812"/>
                  </a:lnTo>
                  <a:lnTo>
                    <a:pt x="3228009" y="2776812"/>
                  </a:lnTo>
                  <a:lnTo>
                    <a:pt x="3228155" y="2776812"/>
                  </a:lnTo>
                  <a:lnTo>
                    <a:pt x="3228300" y="2776812"/>
                  </a:lnTo>
                  <a:lnTo>
                    <a:pt x="3228300" y="2776188"/>
                  </a:lnTo>
                  <a:lnTo>
                    <a:pt x="3228445" y="2776188"/>
                  </a:lnTo>
                  <a:lnTo>
                    <a:pt x="3228445" y="2775564"/>
                  </a:lnTo>
                  <a:lnTo>
                    <a:pt x="3228591" y="2775564"/>
                  </a:lnTo>
                  <a:lnTo>
                    <a:pt x="3228736" y="2775564"/>
                  </a:lnTo>
                  <a:lnTo>
                    <a:pt x="3228882" y="2775564"/>
                  </a:lnTo>
                  <a:lnTo>
                    <a:pt x="3229027" y="2775564"/>
                  </a:lnTo>
                  <a:lnTo>
                    <a:pt x="3229027" y="2774941"/>
                  </a:lnTo>
                  <a:lnTo>
                    <a:pt x="3229173" y="2774941"/>
                  </a:lnTo>
                  <a:lnTo>
                    <a:pt x="3229318" y="2774941"/>
                  </a:lnTo>
                  <a:lnTo>
                    <a:pt x="3229318" y="2774317"/>
                  </a:lnTo>
                  <a:lnTo>
                    <a:pt x="3229463" y="2774317"/>
                  </a:lnTo>
                  <a:lnTo>
                    <a:pt x="3229609" y="2774317"/>
                  </a:lnTo>
                  <a:lnTo>
                    <a:pt x="3229754" y="2774317"/>
                  </a:lnTo>
                  <a:lnTo>
                    <a:pt x="3229900" y="2774317"/>
                  </a:lnTo>
                  <a:lnTo>
                    <a:pt x="3229900" y="2773694"/>
                  </a:lnTo>
                  <a:lnTo>
                    <a:pt x="3230045" y="2773694"/>
                  </a:lnTo>
                  <a:lnTo>
                    <a:pt x="3230191" y="2773694"/>
                  </a:lnTo>
                  <a:lnTo>
                    <a:pt x="3230336" y="2773694"/>
                  </a:lnTo>
                  <a:lnTo>
                    <a:pt x="3230481" y="2773694"/>
                  </a:lnTo>
                  <a:lnTo>
                    <a:pt x="3230627" y="2773694"/>
                  </a:lnTo>
                  <a:lnTo>
                    <a:pt x="3230772" y="2773694"/>
                  </a:lnTo>
                  <a:lnTo>
                    <a:pt x="3230918" y="2773694"/>
                  </a:lnTo>
                  <a:lnTo>
                    <a:pt x="3231063" y="2773694"/>
                  </a:lnTo>
                  <a:lnTo>
                    <a:pt x="3231209" y="2773694"/>
                  </a:lnTo>
                  <a:lnTo>
                    <a:pt x="3231354" y="2773694"/>
                  </a:lnTo>
                  <a:lnTo>
                    <a:pt x="3231499" y="2773694"/>
                  </a:lnTo>
                  <a:lnTo>
                    <a:pt x="3231645" y="2773694"/>
                  </a:lnTo>
                  <a:lnTo>
                    <a:pt x="3231645" y="2773070"/>
                  </a:lnTo>
                  <a:lnTo>
                    <a:pt x="3231645" y="2772446"/>
                  </a:lnTo>
                  <a:lnTo>
                    <a:pt x="3231645" y="2771823"/>
                  </a:lnTo>
                  <a:lnTo>
                    <a:pt x="3231790" y="2771823"/>
                  </a:lnTo>
                  <a:lnTo>
                    <a:pt x="3231936" y="2771823"/>
                  </a:lnTo>
                  <a:lnTo>
                    <a:pt x="3231936" y="2771199"/>
                  </a:lnTo>
                  <a:lnTo>
                    <a:pt x="3232081" y="2771199"/>
                  </a:lnTo>
                  <a:lnTo>
                    <a:pt x="3232227" y="2771199"/>
                  </a:lnTo>
                  <a:lnTo>
                    <a:pt x="3232372" y="2771199"/>
                  </a:lnTo>
                  <a:lnTo>
                    <a:pt x="3232517" y="2771199"/>
                  </a:lnTo>
                  <a:lnTo>
                    <a:pt x="3232663" y="2771199"/>
                  </a:lnTo>
                  <a:lnTo>
                    <a:pt x="3232808" y="2771199"/>
                  </a:lnTo>
                  <a:lnTo>
                    <a:pt x="3232954" y="2771199"/>
                  </a:lnTo>
                  <a:lnTo>
                    <a:pt x="3233099" y="2771199"/>
                  </a:lnTo>
                  <a:lnTo>
                    <a:pt x="3233245" y="2771199"/>
                  </a:lnTo>
                  <a:lnTo>
                    <a:pt x="3233245" y="2770576"/>
                  </a:lnTo>
                  <a:lnTo>
                    <a:pt x="3233390" y="2770576"/>
                  </a:lnTo>
                  <a:lnTo>
                    <a:pt x="3233535" y="2770576"/>
                  </a:lnTo>
                  <a:lnTo>
                    <a:pt x="3233681" y="2770576"/>
                  </a:lnTo>
                  <a:lnTo>
                    <a:pt x="3233826" y="2770576"/>
                  </a:lnTo>
                  <a:lnTo>
                    <a:pt x="3233826" y="2769952"/>
                  </a:lnTo>
                  <a:lnTo>
                    <a:pt x="3233826" y="2769329"/>
                  </a:lnTo>
                  <a:lnTo>
                    <a:pt x="3233972" y="2769329"/>
                  </a:lnTo>
                  <a:lnTo>
                    <a:pt x="3234117" y="2769329"/>
                  </a:lnTo>
                  <a:lnTo>
                    <a:pt x="3234262" y="2769329"/>
                  </a:lnTo>
                  <a:lnTo>
                    <a:pt x="3234408" y="2769329"/>
                  </a:lnTo>
                  <a:lnTo>
                    <a:pt x="3234553" y="2769329"/>
                  </a:lnTo>
                  <a:lnTo>
                    <a:pt x="3234699" y="2769329"/>
                  </a:lnTo>
                  <a:lnTo>
                    <a:pt x="3234844" y="2769329"/>
                  </a:lnTo>
                  <a:lnTo>
                    <a:pt x="3234844" y="2768705"/>
                  </a:lnTo>
                  <a:lnTo>
                    <a:pt x="3234844" y="2768081"/>
                  </a:lnTo>
                  <a:lnTo>
                    <a:pt x="3234844" y="2767458"/>
                  </a:lnTo>
                  <a:lnTo>
                    <a:pt x="3234990" y="2767458"/>
                  </a:lnTo>
                  <a:lnTo>
                    <a:pt x="3234990" y="2766834"/>
                  </a:lnTo>
                  <a:lnTo>
                    <a:pt x="3235135" y="2766834"/>
                  </a:lnTo>
                  <a:lnTo>
                    <a:pt x="3235280" y="2766834"/>
                  </a:lnTo>
                  <a:lnTo>
                    <a:pt x="3235280" y="2766211"/>
                  </a:lnTo>
                  <a:lnTo>
                    <a:pt x="3235426" y="2766211"/>
                  </a:lnTo>
                  <a:lnTo>
                    <a:pt x="3235571" y="2766211"/>
                  </a:lnTo>
                  <a:lnTo>
                    <a:pt x="3235717" y="2766211"/>
                  </a:lnTo>
                  <a:lnTo>
                    <a:pt x="3235717" y="2765587"/>
                  </a:lnTo>
                  <a:lnTo>
                    <a:pt x="3235862" y="2765587"/>
                  </a:lnTo>
                  <a:lnTo>
                    <a:pt x="3236008" y="2765587"/>
                  </a:lnTo>
                  <a:lnTo>
                    <a:pt x="3236153" y="2765587"/>
                  </a:lnTo>
                  <a:lnTo>
                    <a:pt x="3236298" y="2765587"/>
                  </a:lnTo>
                  <a:lnTo>
                    <a:pt x="3236444" y="2765587"/>
                  </a:lnTo>
                  <a:lnTo>
                    <a:pt x="3236589" y="2765587"/>
                  </a:lnTo>
                  <a:lnTo>
                    <a:pt x="3236735" y="2765587"/>
                  </a:lnTo>
                  <a:lnTo>
                    <a:pt x="3236880" y="2765587"/>
                  </a:lnTo>
                  <a:lnTo>
                    <a:pt x="3237026" y="2765587"/>
                  </a:lnTo>
                  <a:lnTo>
                    <a:pt x="3237171" y="2765587"/>
                  </a:lnTo>
                  <a:lnTo>
                    <a:pt x="3237171" y="2764964"/>
                  </a:lnTo>
                  <a:lnTo>
                    <a:pt x="3237316" y="2764964"/>
                  </a:lnTo>
                  <a:lnTo>
                    <a:pt x="3237316" y="2764340"/>
                  </a:lnTo>
                  <a:lnTo>
                    <a:pt x="3237462" y="2764340"/>
                  </a:lnTo>
                  <a:lnTo>
                    <a:pt x="3237462" y="2763716"/>
                  </a:lnTo>
                  <a:lnTo>
                    <a:pt x="3237607" y="2763716"/>
                  </a:lnTo>
                  <a:lnTo>
                    <a:pt x="3237753" y="2763716"/>
                  </a:lnTo>
                  <a:lnTo>
                    <a:pt x="3237898" y="2763716"/>
                  </a:lnTo>
                  <a:lnTo>
                    <a:pt x="3238044" y="2763716"/>
                  </a:lnTo>
                  <a:lnTo>
                    <a:pt x="3238189" y="2763716"/>
                  </a:lnTo>
                  <a:lnTo>
                    <a:pt x="3238334" y="2763716"/>
                  </a:lnTo>
                  <a:lnTo>
                    <a:pt x="3238480" y="2763716"/>
                  </a:lnTo>
                  <a:lnTo>
                    <a:pt x="3238625" y="2763716"/>
                  </a:lnTo>
                  <a:lnTo>
                    <a:pt x="3238771" y="2763716"/>
                  </a:lnTo>
                  <a:lnTo>
                    <a:pt x="3238916" y="2763716"/>
                  </a:lnTo>
                  <a:lnTo>
                    <a:pt x="3239062" y="2763716"/>
                  </a:lnTo>
                  <a:lnTo>
                    <a:pt x="3239207" y="2763716"/>
                  </a:lnTo>
                  <a:lnTo>
                    <a:pt x="3239352" y="2763716"/>
                  </a:lnTo>
                  <a:lnTo>
                    <a:pt x="3239498" y="2763716"/>
                  </a:lnTo>
                  <a:lnTo>
                    <a:pt x="3239498" y="2763093"/>
                  </a:lnTo>
                  <a:lnTo>
                    <a:pt x="3239643" y="2763093"/>
                  </a:lnTo>
                  <a:lnTo>
                    <a:pt x="3239789" y="2763093"/>
                  </a:lnTo>
                  <a:lnTo>
                    <a:pt x="3239934" y="2763093"/>
                  </a:lnTo>
                  <a:lnTo>
                    <a:pt x="3239934" y="2762469"/>
                  </a:lnTo>
                  <a:lnTo>
                    <a:pt x="3239934" y="2761846"/>
                  </a:lnTo>
                  <a:lnTo>
                    <a:pt x="3240080" y="2761846"/>
                  </a:lnTo>
                  <a:lnTo>
                    <a:pt x="3240225" y="2761846"/>
                  </a:lnTo>
                  <a:lnTo>
                    <a:pt x="3240370" y="2761846"/>
                  </a:lnTo>
                  <a:lnTo>
                    <a:pt x="3240516" y="2761846"/>
                  </a:lnTo>
                  <a:lnTo>
                    <a:pt x="3240661" y="2761846"/>
                  </a:lnTo>
                  <a:lnTo>
                    <a:pt x="3240807" y="2761846"/>
                  </a:lnTo>
                  <a:lnTo>
                    <a:pt x="3240952" y="2761846"/>
                  </a:lnTo>
                  <a:lnTo>
                    <a:pt x="3241097" y="2761846"/>
                  </a:lnTo>
                  <a:lnTo>
                    <a:pt x="3241243" y="2761846"/>
                  </a:lnTo>
                  <a:lnTo>
                    <a:pt x="3241388" y="2761846"/>
                  </a:lnTo>
                  <a:lnTo>
                    <a:pt x="3241534" y="2761846"/>
                  </a:lnTo>
                  <a:lnTo>
                    <a:pt x="3241679" y="2761846"/>
                  </a:lnTo>
                  <a:lnTo>
                    <a:pt x="3241825" y="2761846"/>
                  </a:lnTo>
                  <a:lnTo>
                    <a:pt x="3241825" y="2761222"/>
                  </a:lnTo>
                  <a:lnTo>
                    <a:pt x="3241970" y="2761222"/>
                  </a:lnTo>
                  <a:lnTo>
                    <a:pt x="3242115" y="2761222"/>
                  </a:lnTo>
                  <a:lnTo>
                    <a:pt x="3242261" y="2761222"/>
                  </a:lnTo>
                  <a:lnTo>
                    <a:pt x="3242406" y="2761222"/>
                  </a:lnTo>
                  <a:lnTo>
                    <a:pt x="3242552" y="2761222"/>
                  </a:lnTo>
                  <a:lnTo>
                    <a:pt x="3242697" y="2761222"/>
                  </a:lnTo>
                  <a:lnTo>
                    <a:pt x="3242843" y="2761222"/>
                  </a:lnTo>
                  <a:lnTo>
                    <a:pt x="3242988" y="2761222"/>
                  </a:lnTo>
                  <a:lnTo>
                    <a:pt x="3243133" y="2761222"/>
                  </a:lnTo>
                  <a:lnTo>
                    <a:pt x="3243133" y="2760598"/>
                  </a:lnTo>
                  <a:lnTo>
                    <a:pt x="3243279" y="2760598"/>
                  </a:lnTo>
                  <a:lnTo>
                    <a:pt x="3243424" y="2760598"/>
                  </a:lnTo>
                  <a:lnTo>
                    <a:pt x="3243570" y="2760598"/>
                  </a:lnTo>
                  <a:lnTo>
                    <a:pt x="3243715" y="2760598"/>
                  </a:lnTo>
                  <a:lnTo>
                    <a:pt x="3243861" y="2760598"/>
                  </a:lnTo>
                  <a:lnTo>
                    <a:pt x="3244006" y="2760598"/>
                  </a:lnTo>
                  <a:lnTo>
                    <a:pt x="3244151" y="2760598"/>
                  </a:lnTo>
                  <a:lnTo>
                    <a:pt x="3244297" y="2760598"/>
                  </a:lnTo>
                  <a:lnTo>
                    <a:pt x="3244297" y="2759975"/>
                  </a:lnTo>
                  <a:lnTo>
                    <a:pt x="3244297" y="2759351"/>
                  </a:lnTo>
                  <a:lnTo>
                    <a:pt x="3244297" y="2758728"/>
                  </a:lnTo>
                  <a:lnTo>
                    <a:pt x="3244442" y="2758728"/>
                  </a:lnTo>
                  <a:lnTo>
                    <a:pt x="3244588" y="2758728"/>
                  </a:lnTo>
                  <a:lnTo>
                    <a:pt x="3244588" y="2758104"/>
                  </a:lnTo>
                  <a:lnTo>
                    <a:pt x="3244733" y="2758104"/>
                  </a:lnTo>
                  <a:lnTo>
                    <a:pt x="3244879" y="2758104"/>
                  </a:lnTo>
                  <a:lnTo>
                    <a:pt x="3245024" y="2758104"/>
                  </a:lnTo>
                  <a:lnTo>
                    <a:pt x="3245169" y="2758104"/>
                  </a:lnTo>
                  <a:lnTo>
                    <a:pt x="3245315" y="2758104"/>
                  </a:lnTo>
                  <a:lnTo>
                    <a:pt x="3245460" y="2758104"/>
                  </a:lnTo>
                  <a:lnTo>
                    <a:pt x="3245606" y="2758104"/>
                  </a:lnTo>
                  <a:lnTo>
                    <a:pt x="3245751" y="2758104"/>
                  </a:lnTo>
                  <a:lnTo>
                    <a:pt x="3245897" y="2758104"/>
                  </a:lnTo>
                  <a:lnTo>
                    <a:pt x="3245897" y="2757481"/>
                  </a:lnTo>
                  <a:lnTo>
                    <a:pt x="3245897" y="2756857"/>
                  </a:lnTo>
                  <a:lnTo>
                    <a:pt x="3246042" y="2756857"/>
                  </a:lnTo>
                  <a:lnTo>
                    <a:pt x="3246187" y="2756857"/>
                  </a:lnTo>
                  <a:lnTo>
                    <a:pt x="3246333" y="2756857"/>
                  </a:lnTo>
                  <a:lnTo>
                    <a:pt x="3246478" y="2756857"/>
                  </a:lnTo>
                  <a:lnTo>
                    <a:pt x="3246624" y="2756857"/>
                  </a:lnTo>
                  <a:lnTo>
                    <a:pt x="3246769" y="2756857"/>
                  </a:lnTo>
                  <a:lnTo>
                    <a:pt x="3246915" y="2756857"/>
                  </a:lnTo>
                  <a:lnTo>
                    <a:pt x="3247060" y="2756857"/>
                  </a:lnTo>
                  <a:lnTo>
                    <a:pt x="3247060" y="2756233"/>
                  </a:lnTo>
                  <a:lnTo>
                    <a:pt x="3247060" y="2755610"/>
                  </a:lnTo>
                  <a:lnTo>
                    <a:pt x="3247205" y="2755610"/>
                  </a:lnTo>
                  <a:lnTo>
                    <a:pt x="3247205" y="2754986"/>
                  </a:lnTo>
                  <a:lnTo>
                    <a:pt x="3247351" y="2754986"/>
                  </a:lnTo>
                  <a:lnTo>
                    <a:pt x="3247496" y="2754986"/>
                  </a:lnTo>
                  <a:lnTo>
                    <a:pt x="3247496" y="2754363"/>
                  </a:lnTo>
                  <a:lnTo>
                    <a:pt x="3247496" y="2753739"/>
                  </a:lnTo>
                  <a:lnTo>
                    <a:pt x="3247642" y="2753739"/>
                  </a:lnTo>
                  <a:lnTo>
                    <a:pt x="3247787" y="2753739"/>
                  </a:lnTo>
                  <a:lnTo>
                    <a:pt x="3247932" y="2753739"/>
                  </a:lnTo>
                  <a:lnTo>
                    <a:pt x="3248078" y="2753739"/>
                  </a:lnTo>
                  <a:lnTo>
                    <a:pt x="3248223" y="2753739"/>
                  </a:lnTo>
                  <a:lnTo>
                    <a:pt x="3248369" y="2753739"/>
                  </a:lnTo>
                  <a:lnTo>
                    <a:pt x="3248514" y="2753739"/>
                  </a:lnTo>
                  <a:lnTo>
                    <a:pt x="3248660" y="2753739"/>
                  </a:lnTo>
                  <a:lnTo>
                    <a:pt x="3248660" y="2753115"/>
                  </a:lnTo>
                  <a:lnTo>
                    <a:pt x="3248805" y="2753115"/>
                  </a:lnTo>
                  <a:lnTo>
                    <a:pt x="3248950" y="2753115"/>
                  </a:lnTo>
                  <a:lnTo>
                    <a:pt x="3248950" y="2752492"/>
                  </a:lnTo>
                  <a:lnTo>
                    <a:pt x="3248950" y="2751868"/>
                  </a:lnTo>
                  <a:lnTo>
                    <a:pt x="3249096" y="2751868"/>
                  </a:lnTo>
                  <a:lnTo>
                    <a:pt x="3249241" y="2751868"/>
                  </a:lnTo>
                  <a:lnTo>
                    <a:pt x="3249387" y="2751868"/>
                  </a:lnTo>
                  <a:lnTo>
                    <a:pt x="3249532" y="2751868"/>
                  </a:lnTo>
                  <a:lnTo>
                    <a:pt x="3249532" y="2751245"/>
                  </a:lnTo>
                  <a:lnTo>
                    <a:pt x="3249678" y="2751245"/>
                  </a:lnTo>
                  <a:lnTo>
                    <a:pt x="3249823" y="2751245"/>
                  </a:lnTo>
                  <a:lnTo>
                    <a:pt x="3249968" y="2751245"/>
                  </a:lnTo>
                  <a:lnTo>
                    <a:pt x="3249968" y="2750621"/>
                  </a:lnTo>
                  <a:lnTo>
                    <a:pt x="3249968" y="2749998"/>
                  </a:lnTo>
                  <a:lnTo>
                    <a:pt x="3250114" y="2749998"/>
                  </a:lnTo>
                  <a:lnTo>
                    <a:pt x="3250114" y="2749374"/>
                  </a:lnTo>
                  <a:lnTo>
                    <a:pt x="3250259" y="2749374"/>
                  </a:lnTo>
                  <a:lnTo>
                    <a:pt x="3250405" y="2749374"/>
                  </a:lnTo>
                  <a:lnTo>
                    <a:pt x="3250550" y="2749374"/>
                  </a:lnTo>
                  <a:lnTo>
                    <a:pt x="3250696" y="2749374"/>
                  </a:lnTo>
                  <a:lnTo>
                    <a:pt x="3250841" y="2749374"/>
                  </a:lnTo>
                  <a:lnTo>
                    <a:pt x="3250986" y="2749374"/>
                  </a:lnTo>
                  <a:lnTo>
                    <a:pt x="3251132" y="2749374"/>
                  </a:lnTo>
                  <a:lnTo>
                    <a:pt x="3251277" y="2749374"/>
                  </a:lnTo>
                  <a:lnTo>
                    <a:pt x="3251277" y="2748750"/>
                  </a:lnTo>
                  <a:lnTo>
                    <a:pt x="3251423" y="2748750"/>
                  </a:lnTo>
                  <a:lnTo>
                    <a:pt x="3251568" y="2748750"/>
                  </a:lnTo>
                  <a:lnTo>
                    <a:pt x="3251714" y="2748750"/>
                  </a:lnTo>
                  <a:lnTo>
                    <a:pt x="3251714" y="2748127"/>
                  </a:lnTo>
                  <a:lnTo>
                    <a:pt x="3251859" y="2748127"/>
                  </a:lnTo>
                  <a:lnTo>
                    <a:pt x="3252004" y="2748127"/>
                  </a:lnTo>
                  <a:lnTo>
                    <a:pt x="3252150" y="2748127"/>
                  </a:lnTo>
                  <a:lnTo>
                    <a:pt x="3252295" y="2748127"/>
                  </a:lnTo>
                  <a:lnTo>
                    <a:pt x="3252441" y="2748127"/>
                  </a:lnTo>
                  <a:lnTo>
                    <a:pt x="3252586" y="2748127"/>
                  </a:lnTo>
                  <a:lnTo>
                    <a:pt x="3252732" y="2748127"/>
                  </a:lnTo>
                  <a:lnTo>
                    <a:pt x="3252877" y="2748127"/>
                  </a:lnTo>
                  <a:lnTo>
                    <a:pt x="3253022" y="2748127"/>
                  </a:lnTo>
                  <a:lnTo>
                    <a:pt x="3253168" y="2748127"/>
                  </a:lnTo>
                  <a:lnTo>
                    <a:pt x="3253313" y="2748127"/>
                  </a:lnTo>
                  <a:lnTo>
                    <a:pt x="3253459" y="2748127"/>
                  </a:lnTo>
                  <a:lnTo>
                    <a:pt x="3253604" y="2748127"/>
                  </a:lnTo>
                  <a:lnTo>
                    <a:pt x="3253604" y="2747503"/>
                  </a:lnTo>
                  <a:lnTo>
                    <a:pt x="3253604" y="2746880"/>
                  </a:lnTo>
                  <a:lnTo>
                    <a:pt x="3253750" y="2746880"/>
                  </a:lnTo>
                  <a:lnTo>
                    <a:pt x="3253895" y="2746880"/>
                  </a:lnTo>
                  <a:lnTo>
                    <a:pt x="3254040" y="2746880"/>
                  </a:lnTo>
                  <a:lnTo>
                    <a:pt x="3254186" y="2746880"/>
                  </a:lnTo>
                  <a:lnTo>
                    <a:pt x="3254331" y="2746880"/>
                  </a:lnTo>
                  <a:lnTo>
                    <a:pt x="3254477" y="2746880"/>
                  </a:lnTo>
                  <a:lnTo>
                    <a:pt x="3254622" y="2746880"/>
                  </a:lnTo>
                  <a:lnTo>
                    <a:pt x="3254767" y="2746880"/>
                  </a:lnTo>
                  <a:lnTo>
                    <a:pt x="3254913" y="2746880"/>
                  </a:lnTo>
                  <a:lnTo>
                    <a:pt x="3255058" y="2746880"/>
                  </a:lnTo>
                  <a:lnTo>
                    <a:pt x="3255204" y="2746880"/>
                  </a:lnTo>
                  <a:lnTo>
                    <a:pt x="3255349" y="2746880"/>
                  </a:lnTo>
                  <a:lnTo>
                    <a:pt x="3255495" y="2746880"/>
                  </a:lnTo>
                  <a:lnTo>
                    <a:pt x="3255640" y="2746880"/>
                  </a:lnTo>
                  <a:lnTo>
                    <a:pt x="3255785" y="2746880"/>
                  </a:lnTo>
                  <a:lnTo>
                    <a:pt x="3255931" y="2746880"/>
                  </a:lnTo>
                  <a:lnTo>
                    <a:pt x="3256076" y="2746880"/>
                  </a:lnTo>
                  <a:lnTo>
                    <a:pt x="3256222" y="2746880"/>
                  </a:lnTo>
                  <a:lnTo>
                    <a:pt x="3256367" y="2746880"/>
                  </a:lnTo>
                  <a:lnTo>
                    <a:pt x="3256513" y="2746880"/>
                  </a:lnTo>
                  <a:lnTo>
                    <a:pt x="3256658" y="2746880"/>
                  </a:lnTo>
                  <a:lnTo>
                    <a:pt x="3256803" y="2746880"/>
                  </a:lnTo>
                  <a:lnTo>
                    <a:pt x="3256949" y="2746880"/>
                  </a:lnTo>
                  <a:lnTo>
                    <a:pt x="3257094" y="2746880"/>
                  </a:lnTo>
                  <a:lnTo>
                    <a:pt x="3257240" y="2746880"/>
                  </a:lnTo>
                  <a:lnTo>
                    <a:pt x="3257240" y="2746256"/>
                  </a:lnTo>
                  <a:lnTo>
                    <a:pt x="3257385" y="2746256"/>
                  </a:lnTo>
                  <a:lnTo>
                    <a:pt x="3257385" y="2745632"/>
                  </a:lnTo>
                  <a:lnTo>
                    <a:pt x="3257531" y="2745632"/>
                  </a:lnTo>
                  <a:lnTo>
                    <a:pt x="3257531" y="2745009"/>
                  </a:lnTo>
                  <a:lnTo>
                    <a:pt x="3257676" y="2745009"/>
                  </a:lnTo>
                  <a:lnTo>
                    <a:pt x="3257821" y="2745009"/>
                  </a:lnTo>
                  <a:lnTo>
                    <a:pt x="3257967" y="2745009"/>
                  </a:lnTo>
                  <a:lnTo>
                    <a:pt x="3257967" y="2744385"/>
                  </a:lnTo>
                  <a:lnTo>
                    <a:pt x="3258112" y="2744385"/>
                  </a:lnTo>
                  <a:lnTo>
                    <a:pt x="3258258" y="2744385"/>
                  </a:lnTo>
                  <a:lnTo>
                    <a:pt x="3258403" y="2744385"/>
                  </a:lnTo>
                  <a:lnTo>
                    <a:pt x="3258549" y="2744385"/>
                  </a:lnTo>
                  <a:lnTo>
                    <a:pt x="3258694" y="2744385"/>
                  </a:lnTo>
                  <a:lnTo>
                    <a:pt x="3258839" y="2744385"/>
                  </a:lnTo>
                  <a:lnTo>
                    <a:pt x="3258985" y="2744385"/>
                  </a:lnTo>
                  <a:lnTo>
                    <a:pt x="3259130" y="2744385"/>
                  </a:lnTo>
                  <a:lnTo>
                    <a:pt x="3259130" y="2743762"/>
                  </a:lnTo>
                  <a:lnTo>
                    <a:pt x="3259276" y="2743762"/>
                  </a:lnTo>
                  <a:lnTo>
                    <a:pt x="3259421" y="2743762"/>
                  </a:lnTo>
                  <a:lnTo>
                    <a:pt x="3259567" y="2743762"/>
                  </a:lnTo>
                  <a:lnTo>
                    <a:pt x="3259712" y="2743762"/>
                  </a:lnTo>
                  <a:lnTo>
                    <a:pt x="3259857" y="2743762"/>
                  </a:lnTo>
                  <a:lnTo>
                    <a:pt x="3260003" y="2743762"/>
                  </a:lnTo>
                  <a:lnTo>
                    <a:pt x="3260148" y="2743762"/>
                  </a:lnTo>
                  <a:lnTo>
                    <a:pt x="3260294" y="2743762"/>
                  </a:lnTo>
                  <a:lnTo>
                    <a:pt x="3260439" y="2743762"/>
                  </a:lnTo>
                  <a:lnTo>
                    <a:pt x="3260439" y="2743138"/>
                  </a:lnTo>
                  <a:lnTo>
                    <a:pt x="3260585" y="2743138"/>
                  </a:lnTo>
                  <a:lnTo>
                    <a:pt x="3260730" y="2743138"/>
                  </a:lnTo>
                  <a:lnTo>
                    <a:pt x="3260875" y="2743138"/>
                  </a:lnTo>
                  <a:lnTo>
                    <a:pt x="3261021" y="2743138"/>
                  </a:lnTo>
                  <a:lnTo>
                    <a:pt x="3261166" y="2743138"/>
                  </a:lnTo>
                  <a:lnTo>
                    <a:pt x="3261312" y="2743138"/>
                  </a:lnTo>
                  <a:lnTo>
                    <a:pt x="3261457" y="2743138"/>
                  </a:lnTo>
                  <a:lnTo>
                    <a:pt x="3261602" y="2743138"/>
                  </a:lnTo>
                  <a:lnTo>
                    <a:pt x="3261748" y="2743138"/>
                  </a:lnTo>
                  <a:lnTo>
                    <a:pt x="3261893" y="2743138"/>
                  </a:lnTo>
                  <a:lnTo>
                    <a:pt x="3261893" y="2742515"/>
                  </a:lnTo>
                  <a:lnTo>
                    <a:pt x="3262039" y="2742515"/>
                  </a:lnTo>
                  <a:lnTo>
                    <a:pt x="3262184" y="2742515"/>
                  </a:lnTo>
                  <a:lnTo>
                    <a:pt x="3262330" y="2742515"/>
                  </a:lnTo>
                  <a:lnTo>
                    <a:pt x="3262475" y="2742515"/>
                  </a:lnTo>
                  <a:lnTo>
                    <a:pt x="3262620" y="2742515"/>
                  </a:lnTo>
                  <a:lnTo>
                    <a:pt x="3262766" y="2742515"/>
                  </a:lnTo>
                  <a:lnTo>
                    <a:pt x="3262766" y="2741891"/>
                  </a:lnTo>
                  <a:lnTo>
                    <a:pt x="3262911" y="2741891"/>
                  </a:lnTo>
                  <a:lnTo>
                    <a:pt x="3262911" y="2741267"/>
                  </a:lnTo>
                  <a:lnTo>
                    <a:pt x="3263057" y="2741267"/>
                  </a:lnTo>
                  <a:lnTo>
                    <a:pt x="3263057" y="2740644"/>
                  </a:lnTo>
                  <a:lnTo>
                    <a:pt x="3263202" y="2740644"/>
                  </a:lnTo>
                  <a:lnTo>
                    <a:pt x="3263348" y="2740644"/>
                  </a:lnTo>
                  <a:lnTo>
                    <a:pt x="3263493" y="2740644"/>
                  </a:lnTo>
                  <a:lnTo>
                    <a:pt x="3263638" y="2740644"/>
                  </a:lnTo>
                  <a:lnTo>
                    <a:pt x="3263784" y="2740644"/>
                  </a:lnTo>
                  <a:lnTo>
                    <a:pt x="3263929" y="2740644"/>
                  </a:lnTo>
                  <a:lnTo>
                    <a:pt x="3264075" y="2740644"/>
                  </a:lnTo>
                  <a:lnTo>
                    <a:pt x="3264220" y="2740644"/>
                  </a:lnTo>
                  <a:lnTo>
                    <a:pt x="3264366" y="2740644"/>
                  </a:lnTo>
                  <a:lnTo>
                    <a:pt x="3264511" y="2740644"/>
                  </a:lnTo>
                  <a:lnTo>
                    <a:pt x="3264511" y="2740020"/>
                  </a:lnTo>
                  <a:lnTo>
                    <a:pt x="3264511" y="2739397"/>
                  </a:lnTo>
                  <a:lnTo>
                    <a:pt x="3264656" y="2739397"/>
                  </a:lnTo>
                  <a:lnTo>
                    <a:pt x="3264802" y="2739397"/>
                  </a:lnTo>
                  <a:lnTo>
                    <a:pt x="3264802" y="2738773"/>
                  </a:lnTo>
                  <a:lnTo>
                    <a:pt x="3264947" y="2738773"/>
                  </a:lnTo>
                  <a:lnTo>
                    <a:pt x="3264947" y="2738149"/>
                  </a:lnTo>
                  <a:lnTo>
                    <a:pt x="3265093" y="2738149"/>
                  </a:lnTo>
                  <a:lnTo>
                    <a:pt x="3265238" y="2738149"/>
                  </a:lnTo>
                  <a:lnTo>
                    <a:pt x="3265384" y="2738149"/>
                  </a:lnTo>
                  <a:lnTo>
                    <a:pt x="3265529" y="2738149"/>
                  </a:lnTo>
                  <a:lnTo>
                    <a:pt x="3265529" y="2737526"/>
                  </a:lnTo>
                  <a:lnTo>
                    <a:pt x="3265674" y="2737526"/>
                  </a:lnTo>
                  <a:lnTo>
                    <a:pt x="3265820" y="2737526"/>
                  </a:lnTo>
                  <a:lnTo>
                    <a:pt x="3265965" y="2737526"/>
                  </a:lnTo>
                  <a:lnTo>
                    <a:pt x="3266111" y="2737526"/>
                  </a:lnTo>
                  <a:lnTo>
                    <a:pt x="3266256" y="2737526"/>
                  </a:lnTo>
                  <a:lnTo>
                    <a:pt x="3266402" y="2737526"/>
                  </a:lnTo>
                  <a:lnTo>
                    <a:pt x="3266547" y="2737526"/>
                  </a:lnTo>
                  <a:lnTo>
                    <a:pt x="3266692" y="2737526"/>
                  </a:lnTo>
                  <a:lnTo>
                    <a:pt x="3266838" y="2737526"/>
                  </a:lnTo>
                  <a:lnTo>
                    <a:pt x="3266983" y="2737526"/>
                  </a:lnTo>
                  <a:lnTo>
                    <a:pt x="3267129" y="2737526"/>
                  </a:lnTo>
                  <a:lnTo>
                    <a:pt x="3267274" y="2737526"/>
                  </a:lnTo>
                  <a:lnTo>
                    <a:pt x="3267420" y="2737526"/>
                  </a:lnTo>
                  <a:lnTo>
                    <a:pt x="3267565" y="2737526"/>
                  </a:lnTo>
                  <a:lnTo>
                    <a:pt x="3267710" y="2737526"/>
                  </a:lnTo>
                  <a:lnTo>
                    <a:pt x="3267856" y="2737526"/>
                  </a:lnTo>
                  <a:lnTo>
                    <a:pt x="3268001" y="2737526"/>
                  </a:lnTo>
                  <a:lnTo>
                    <a:pt x="3268001" y="2736902"/>
                  </a:lnTo>
                  <a:lnTo>
                    <a:pt x="3268147" y="2736902"/>
                  </a:lnTo>
                  <a:lnTo>
                    <a:pt x="3268292" y="2736902"/>
                  </a:lnTo>
                  <a:lnTo>
                    <a:pt x="3268437" y="2736902"/>
                  </a:lnTo>
                  <a:lnTo>
                    <a:pt x="3268583" y="2736902"/>
                  </a:lnTo>
                  <a:lnTo>
                    <a:pt x="3268583" y="2736279"/>
                  </a:lnTo>
                  <a:lnTo>
                    <a:pt x="3268728" y="2736279"/>
                  </a:lnTo>
                  <a:lnTo>
                    <a:pt x="3268874" y="2736279"/>
                  </a:lnTo>
                  <a:lnTo>
                    <a:pt x="3269019" y="2736279"/>
                  </a:lnTo>
                  <a:lnTo>
                    <a:pt x="3269165" y="2736279"/>
                  </a:lnTo>
                  <a:lnTo>
                    <a:pt x="3269310" y="2736279"/>
                  </a:lnTo>
                  <a:lnTo>
                    <a:pt x="3269455" y="2736279"/>
                  </a:lnTo>
                  <a:lnTo>
                    <a:pt x="3269455" y="2735655"/>
                  </a:lnTo>
                  <a:lnTo>
                    <a:pt x="3269455" y="2735032"/>
                  </a:lnTo>
                  <a:lnTo>
                    <a:pt x="3269601" y="2735032"/>
                  </a:lnTo>
                  <a:lnTo>
                    <a:pt x="3269746" y="2735032"/>
                  </a:lnTo>
                  <a:lnTo>
                    <a:pt x="3269746" y="2734408"/>
                  </a:lnTo>
                  <a:lnTo>
                    <a:pt x="3269892" y="2734408"/>
                  </a:lnTo>
                  <a:lnTo>
                    <a:pt x="3269892" y="2733784"/>
                  </a:lnTo>
                  <a:lnTo>
                    <a:pt x="3270037" y="2733784"/>
                  </a:lnTo>
                  <a:lnTo>
                    <a:pt x="3270183" y="2733784"/>
                  </a:lnTo>
                  <a:lnTo>
                    <a:pt x="3270328" y="2733784"/>
                  </a:lnTo>
                  <a:lnTo>
                    <a:pt x="3270473" y="2733784"/>
                  </a:lnTo>
                  <a:lnTo>
                    <a:pt x="3270619" y="2733784"/>
                  </a:lnTo>
                  <a:lnTo>
                    <a:pt x="3270764" y="2733784"/>
                  </a:lnTo>
                  <a:lnTo>
                    <a:pt x="3270910" y="2733784"/>
                  </a:lnTo>
                  <a:lnTo>
                    <a:pt x="3271055" y="2733784"/>
                  </a:lnTo>
                  <a:lnTo>
                    <a:pt x="3271201" y="2733784"/>
                  </a:lnTo>
                  <a:lnTo>
                    <a:pt x="3271346" y="2733784"/>
                  </a:lnTo>
                  <a:lnTo>
                    <a:pt x="3271491" y="2733784"/>
                  </a:lnTo>
                  <a:lnTo>
                    <a:pt x="3271491" y="2733161"/>
                  </a:lnTo>
                  <a:lnTo>
                    <a:pt x="3271637" y="2733161"/>
                  </a:lnTo>
                  <a:lnTo>
                    <a:pt x="3271782" y="2733161"/>
                  </a:lnTo>
                  <a:lnTo>
                    <a:pt x="3271928" y="2733161"/>
                  </a:lnTo>
                  <a:lnTo>
                    <a:pt x="3272073" y="2733161"/>
                  </a:lnTo>
                  <a:lnTo>
                    <a:pt x="3272219" y="2733161"/>
                  </a:lnTo>
                  <a:lnTo>
                    <a:pt x="3272219" y="2732537"/>
                  </a:lnTo>
                  <a:lnTo>
                    <a:pt x="3272364" y="2732537"/>
                  </a:lnTo>
                  <a:lnTo>
                    <a:pt x="3272509" y="2732537"/>
                  </a:lnTo>
                  <a:lnTo>
                    <a:pt x="3272655" y="2732537"/>
                  </a:lnTo>
                  <a:lnTo>
                    <a:pt x="3272800" y="2732537"/>
                  </a:lnTo>
                  <a:lnTo>
                    <a:pt x="3272946" y="2732537"/>
                  </a:lnTo>
                  <a:lnTo>
                    <a:pt x="3273091" y="2732537"/>
                  </a:lnTo>
                  <a:lnTo>
                    <a:pt x="3273237" y="2732537"/>
                  </a:lnTo>
                  <a:lnTo>
                    <a:pt x="3273382" y="2732537"/>
                  </a:lnTo>
                  <a:lnTo>
                    <a:pt x="3273527" y="2732537"/>
                  </a:lnTo>
                  <a:lnTo>
                    <a:pt x="3273673" y="2732537"/>
                  </a:lnTo>
                  <a:lnTo>
                    <a:pt x="3273818" y="2732537"/>
                  </a:lnTo>
                  <a:lnTo>
                    <a:pt x="3273964" y="2732537"/>
                  </a:lnTo>
                  <a:lnTo>
                    <a:pt x="3273964" y="2731914"/>
                  </a:lnTo>
                  <a:lnTo>
                    <a:pt x="3274109" y="2731914"/>
                  </a:lnTo>
                  <a:lnTo>
                    <a:pt x="3274255" y="2731914"/>
                  </a:lnTo>
                  <a:lnTo>
                    <a:pt x="3274255" y="2731290"/>
                  </a:lnTo>
                  <a:lnTo>
                    <a:pt x="3274255" y="2730666"/>
                  </a:lnTo>
                  <a:lnTo>
                    <a:pt x="3274255" y="2730043"/>
                  </a:lnTo>
                  <a:lnTo>
                    <a:pt x="3274255" y="2729419"/>
                  </a:lnTo>
                  <a:lnTo>
                    <a:pt x="3274255" y="2728796"/>
                  </a:lnTo>
                  <a:lnTo>
                    <a:pt x="3274400" y="2728796"/>
                  </a:lnTo>
                  <a:lnTo>
                    <a:pt x="3274545" y="2728796"/>
                  </a:lnTo>
                  <a:lnTo>
                    <a:pt x="3274691" y="2728796"/>
                  </a:lnTo>
                  <a:lnTo>
                    <a:pt x="3274691" y="2728172"/>
                  </a:lnTo>
                  <a:lnTo>
                    <a:pt x="3274836" y="2728172"/>
                  </a:lnTo>
                  <a:lnTo>
                    <a:pt x="3274836" y="2727549"/>
                  </a:lnTo>
                  <a:lnTo>
                    <a:pt x="3274982" y="2727549"/>
                  </a:lnTo>
                  <a:lnTo>
                    <a:pt x="3275127" y="2727549"/>
                  </a:lnTo>
                  <a:lnTo>
                    <a:pt x="3275272" y="2727549"/>
                  </a:lnTo>
                  <a:lnTo>
                    <a:pt x="3275418" y="2727549"/>
                  </a:lnTo>
                  <a:lnTo>
                    <a:pt x="3275563" y="2727549"/>
                  </a:lnTo>
                  <a:lnTo>
                    <a:pt x="3275709" y="2727549"/>
                  </a:lnTo>
                  <a:lnTo>
                    <a:pt x="3275854" y="2727549"/>
                  </a:lnTo>
                  <a:lnTo>
                    <a:pt x="3276000" y="2727549"/>
                  </a:lnTo>
                  <a:lnTo>
                    <a:pt x="3276145" y="2727549"/>
                  </a:lnTo>
                  <a:lnTo>
                    <a:pt x="3276290" y="2727549"/>
                  </a:lnTo>
                  <a:lnTo>
                    <a:pt x="3276436" y="2727549"/>
                  </a:lnTo>
                  <a:lnTo>
                    <a:pt x="3276581" y="2727549"/>
                  </a:lnTo>
                  <a:lnTo>
                    <a:pt x="3276727" y="2727549"/>
                  </a:lnTo>
                  <a:lnTo>
                    <a:pt x="3276872" y="2727549"/>
                  </a:lnTo>
                  <a:lnTo>
                    <a:pt x="3277018" y="2727549"/>
                  </a:lnTo>
                  <a:lnTo>
                    <a:pt x="3277163" y="2727549"/>
                  </a:lnTo>
                  <a:lnTo>
                    <a:pt x="3277308" y="2727549"/>
                  </a:lnTo>
                  <a:lnTo>
                    <a:pt x="3277454" y="2727549"/>
                  </a:lnTo>
                  <a:lnTo>
                    <a:pt x="3277599" y="2727549"/>
                  </a:lnTo>
                  <a:lnTo>
                    <a:pt x="3277599" y="2726925"/>
                  </a:lnTo>
                  <a:lnTo>
                    <a:pt x="3277745" y="2726925"/>
                  </a:lnTo>
                  <a:lnTo>
                    <a:pt x="3277890" y="2726925"/>
                  </a:lnTo>
                  <a:lnTo>
                    <a:pt x="3278036" y="2726925"/>
                  </a:lnTo>
                  <a:lnTo>
                    <a:pt x="3278181" y="2726925"/>
                  </a:lnTo>
                  <a:lnTo>
                    <a:pt x="3278326" y="2726925"/>
                  </a:lnTo>
                  <a:lnTo>
                    <a:pt x="3278472" y="2726925"/>
                  </a:lnTo>
                  <a:lnTo>
                    <a:pt x="3278617" y="2726925"/>
                  </a:lnTo>
                  <a:lnTo>
                    <a:pt x="3278617" y="2726301"/>
                  </a:lnTo>
                  <a:lnTo>
                    <a:pt x="3278763" y="2726301"/>
                  </a:lnTo>
                  <a:lnTo>
                    <a:pt x="3278908" y="2726301"/>
                  </a:lnTo>
                  <a:lnTo>
                    <a:pt x="3279054" y="2726301"/>
                  </a:lnTo>
                  <a:lnTo>
                    <a:pt x="3279199" y="2726301"/>
                  </a:lnTo>
                  <a:lnTo>
                    <a:pt x="3279344" y="2726301"/>
                  </a:lnTo>
                  <a:lnTo>
                    <a:pt x="3279490" y="2726301"/>
                  </a:lnTo>
                  <a:lnTo>
                    <a:pt x="3279635" y="2726301"/>
                  </a:lnTo>
                  <a:lnTo>
                    <a:pt x="3279781" y="2726301"/>
                  </a:lnTo>
                  <a:lnTo>
                    <a:pt x="3279781" y="2725678"/>
                  </a:lnTo>
                  <a:lnTo>
                    <a:pt x="3279926" y="2725678"/>
                  </a:lnTo>
                  <a:lnTo>
                    <a:pt x="3280072" y="2725678"/>
                  </a:lnTo>
                  <a:lnTo>
                    <a:pt x="3280217" y="2725678"/>
                  </a:lnTo>
                  <a:lnTo>
                    <a:pt x="3280217" y="2725054"/>
                  </a:lnTo>
                  <a:lnTo>
                    <a:pt x="3280217" y="2724431"/>
                  </a:lnTo>
                  <a:lnTo>
                    <a:pt x="3280362" y="2724431"/>
                  </a:lnTo>
                  <a:lnTo>
                    <a:pt x="3280508" y="2724431"/>
                  </a:lnTo>
                  <a:lnTo>
                    <a:pt x="3280653" y="2724431"/>
                  </a:lnTo>
                  <a:lnTo>
                    <a:pt x="3280799" y="2724431"/>
                  </a:lnTo>
                  <a:lnTo>
                    <a:pt x="3280944" y="2724431"/>
                  </a:lnTo>
                  <a:lnTo>
                    <a:pt x="3280944" y="2723807"/>
                  </a:lnTo>
                  <a:lnTo>
                    <a:pt x="3281090" y="2723807"/>
                  </a:lnTo>
                  <a:lnTo>
                    <a:pt x="3281235" y="2723807"/>
                  </a:lnTo>
                  <a:lnTo>
                    <a:pt x="3281380" y="2723807"/>
                  </a:lnTo>
                  <a:lnTo>
                    <a:pt x="3281526" y="2723807"/>
                  </a:lnTo>
                  <a:lnTo>
                    <a:pt x="3281671" y="2723807"/>
                  </a:lnTo>
                  <a:lnTo>
                    <a:pt x="3281817" y="2723807"/>
                  </a:lnTo>
                  <a:lnTo>
                    <a:pt x="3281962" y="2723807"/>
                  </a:lnTo>
                  <a:lnTo>
                    <a:pt x="3282107" y="2723807"/>
                  </a:lnTo>
                  <a:lnTo>
                    <a:pt x="3282253" y="2723807"/>
                  </a:lnTo>
                  <a:lnTo>
                    <a:pt x="3282398" y="2723807"/>
                  </a:lnTo>
                  <a:lnTo>
                    <a:pt x="3282544" y="2723807"/>
                  </a:lnTo>
                  <a:lnTo>
                    <a:pt x="3282544" y="2723183"/>
                  </a:lnTo>
                  <a:lnTo>
                    <a:pt x="3282689" y="2723183"/>
                  </a:lnTo>
                  <a:lnTo>
                    <a:pt x="3282835" y="2723183"/>
                  </a:lnTo>
                  <a:lnTo>
                    <a:pt x="3282980" y="2723183"/>
                  </a:lnTo>
                  <a:lnTo>
                    <a:pt x="3283125" y="2723183"/>
                  </a:lnTo>
                  <a:lnTo>
                    <a:pt x="3283271" y="2723183"/>
                  </a:lnTo>
                  <a:lnTo>
                    <a:pt x="3283416" y="2723183"/>
                  </a:lnTo>
                  <a:lnTo>
                    <a:pt x="3283562" y="2723183"/>
                  </a:lnTo>
                  <a:lnTo>
                    <a:pt x="3283707" y="2723183"/>
                  </a:lnTo>
                  <a:lnTo>
                    <a:pt x="3283853" y="2723183"/>
                  </a:lnTo>
                  <a:lnTo>
                    <a:pt x="3283853" y="2722560"/>
                  </a:lnTo>
                  <a:lnTo>
                    <a:pt x="3283998" y="2722560"/>
                  </a:lnTo>
                  <a:lnTo>
                    <a:pt x="3284143" y="2722560"/>
                  </a:lnTo>
                  <a:lnTo>
                    <a:pt x="3284289" y="2722560"/>
                  </a:lnTo>
                  <a:lnTo>
                    <a:pt x="3284434" y="2722560"/>
                  </a:lnTo>
                  <a:lnTo>
                    <a:pt x="3284580" y="2722560"/>
                  </a:lnTo>
                  <a:lnTo>
                    <a:pt x="3284580" y="2721936"/>
                  </a:lnTo>
                  <a:lnTo>
                    <a:pt x="3284725" y="2721936"/>
                  </a:lnTo>
                  <a:lnTo>
                    <a:pt x="3284871" y="2721936"/>
                  </a:lnTo>
                  <a:lnTo>
                    <a:pt x="3285016" y="2721936"/>
                  </a:lnTo>
                  <a:lnTo>
                    <a:pt x="3285161" y="2721936"/>
                  </a:lnTo>
                  <a:lnTo>
                    <a:pt x="3285307" y="2721936"/>
                  </a:lnTo>
                  <a:lnTo>
                    <a:pt x="3285452" y="2721936"/>
                  </a:lnTo>
                  <a:lnTo>
                    <a:pt x="3285598" y="2721936"/>
                  </a:lnTo>
                  <a:lnTo>
                    <a:pt x="3285743" y="2721936"/>
                  </a:lnTo>
                  <a:lnTo>
                    <a:pt x="3285889" y="2721936"/>
                  </a:lnTo>
                  <a:lnTo>
                    <a:pt x="3286034" y="2721936"/>
                  </a:lnTo>
                  <a:lnTo>
                    <a:pt x="3286179" y="2721936"/>
                  </a:lnTo>
                  <a:lnTo>
                    <a:pt x="3286325" y="2721936"/>
                  </a:lnTo>
                  <a:lnTo>
                    <a:pt x="3286470" y="2721936"/>
                  </a:lnTo>
                  <a:lnTo>
                    <a:pt x="3286616" y="2721936"/>
                  </a:lnTo>
                  <a:lnTo>
                    <a:pt x="3286616" y="2721313"/>
                  </a:lnTo>
                  <a:lnTo>
                    <a:pt x="3286761" y="2721313"/>
                  </a:lnTo>
                  <a:lnTo>
                    <a:pt x="3286761" y="2720689"/>
                  </a:lnTo>
                  <a:lnTo>
                    <a:pt x="3286907" y="2720689"/>
                  </a:lnTo>
                  <a:lnTo>
                    <a:pt x="3287052" y="2720689"/>
                  </a:lnTo>
                  <a:lnTo>
                    <a:pt x="3287197" y="2720689"/>
                  </a:lnTo>
                  <a:lnTo>
                    <a:pt x="3287343" y="2720689"/>
                  </a:lnTo>
                  <a:lnTo>
                    <a:pt x="3287488" y="2720689"/>
                  </a:lnTo>
                  <a:lnTo>
                    <a:pt x="3287634" y="2720689"/>
                  </a:lnTo>
                  <a:lnTo>
                    <a:pt x="3287779" y="2720689"/>
                  </a:lnTo>
                  <a:lnTo>
                    <a:pt x="3287925" y="2720689"/>
                  </a:lnTo>
                  <a:lnTo>
                    <a:pt x="3288070" y="2720689"/>
                  </a:lnTo>
                  <a:lnTo>
                    <a:pt x="3288215" y="2720689"/>
                  </a:lnTo>
                  <a:lnTo>
                    <a:pt x="3288361" y="2720689"/>
                  </a:lnTo>
                  <a:lnTo>
                    <a:pt x="3288361" y="2720066"/>
                  </a:lnTo>
                  <a:lnTo>
                    <a:pt x="3288506" y="2720066"/>
                  </a:lnTo>
                  <a:lnTo>
                    <a:pt x="3288652" y="2720066"/>
                  </a:lnTo>
                  <a:lnTo>
                    <a:pt x="3288797" y="2720066"/>
                  </a:lnTo>
                  <a:lnTo>
                    <a:pt x="3288942" y="2720066"/>
                  </a:lnTo>
                  <a:lnTo>
                    <a:pt x="3289088" y="2720066"/>
                  </a:lnTo>
                  <a:lnTo>
                    <a:pt x="3289233" y="2720066"/>
                  </a:lnTo>
                  <a:lnTo>
                    <a:pt x="3289379" y="2720066"/>
                  </a:lnTo>
                  <a:lnTo>
                    <a:pt x="3289524" y="2720066"/>
                  </a:lnTo>
                  <a:lnTo>
                    <a:pt x="3289670" y="2720066"/>
                  </a:lnTo>
                  <a:lnTo>
                    <a:pt x="3289670" y="2719442"/>
                  </a:lnTo>
                  <a:lnTo>
                    <a:pt x="3289815" y="2719442"/>
                  </a:lnTo>
                  <a:lnTo>
                    <a:pt x="3289960" y="2719442"/>
                  </a:lnTo>
                  <a:lnTo>
                    <a:pt x="3290106" y="2719442"/>
                  </a:lnTo>
                  <a:lnTo>
                    <a:pt x="3290251" y="2719442"/>
                  </a:lnTo>
                  <a:lnTo>
                    <a:pt x="3290397" y="2719442"/>
                  </a:lnTo>
                  <a:lnTo>
                    <a:pt x="3290542" y="2719442"/>
                  </a:lnTo>
                  <a:lnTo>
                    <a:pt x="3290688" y="2719442"/>
                  </a:lnTo>
                  <a:lnTo>
                    <a:pt x="3290833" y="2719442"/>
                  </a:lnTo>
                  <a:lnTo>
                    <a:pt x="3290978" y="2719442"/>
                  </a:lnTo>
                  <a:lnTo>
                    <a:pt x="3291124" y="2719442"/>
                  </a:lnTo>
                  <a:lnTo>
                    <a:pt x="3291269" y="2719442"/>
                  </a:lnTo>
                  <a:lnTo>
                    <a:pt x="3291415" y="2719442"/>
                  </a:lnTo>
                  <a:lnTo>
                    <a:pt x="3291415" y="2718818"/>
                  </a:lnTo>
                  <a:lnTo>
                    <a:pt x="3291560" y="2718818"/>
                  </a:lnTo>
                  <a:lnTo>
                    <a:pt x="3291706" y="2718818"/>
                  </a:lnTo>
                  <a:lnTo>
                    <a:pt x="3291706" y="2718195"/>
                  </a:lnTo>
                  <a:lnTo>
                    <a:pt x="3291851" y="2718195"/>
                  </a:lnTo>
                  <a:lnTo>
                    <a:pt x="3291851" y="2717571"/>
                  </a:lnTo>
                  <a:lnTo>
                    <a:pt x="3291851" y="2716948"/>
                  </a:lnTo>
                  <a:lnTo>
                    <a:pt x="3291851" y="2716324"/>
                  </a:lnTo>
                  <a:lnTo>
                    <a:pt x="3291851" y="2715700"/>
                  </a:lnTo>
                  <a:lnTo>
                    <a:pt x="3291851" y="2715077"/>
                  </a:lnTo>
                  <a:lnTo>
                    <a:pt x="3291996" y="2715077"/>
                  </a:lnTo>
                  <a:lnTo>
                    <a:pt x="3292142" y="2715077"/>
                  </a:lnTo>
                  <a:lnTo>
                    <a:pt x="3292287" y="2715077"/>
                  </a:lnTo>
                  <a:lnTo>
                    <a:pt x="3292287" y="2714453"/>
                  </a:lnTo>
                  <a:lnTo>
                    <a:pt x="3292433" y="2714453"/>
                  </a:lnTo>
                  <a:lnTo>
                    <a:pt x="3292578" y="2714453"/>
                  </a:lnTo>
                  <a:lnTo>
                    <a:pt x="3292724" y="2714453"/>
                  </a:lnTo>
                  <a:lnTo>
                    <a:pt x="3292869" y="2714453"/>
                  </a:lnTo>
                  <a:lnTo>
                    <a:pt x="3293014" y="2714453"/>
                  </a:lnTo>
                  <a:lnTo>
                    <a:pt x="3293160" y="2714453"/>
                  </a:lnTo>
                  <a:lnTo>
                    <a:pt x="3293305" y="2714453"/>
                  </a:lnTo>
                  <a:lnTo>
                    <a:pt x="3293451" y="2714453"/>
                  </a:lnTo>
                  <a:lnTo>
                    <a:pt x="3293596" y="2714453"/>
                  </a:lnTo>
                  <a:lnTo>
                    <a:pt x="3293742" y="2714453"/>
                  </a:lnTo>
                  <a:lnTo>
                    <a:pt x="3293887" y="2714453"/>
                  </a:lnTo>
                  <a:lnTo>
                    <a:pt x="3294032" y="2714453"/>
                  </a:lnTo>
                  <a:lnTo>
                    <a:pt x="3294178" y="2714453"/>
                  </a:lnTo>
                  <a:lnTo>
                    <a:pt x="3294323" y="2714453"/>
                  </a:lnTo>
                  <a:lnTo>
                    <a:pt x="3294469" y="2714453"/>
                  </a:lnTo>
                  <a:lnTo>
                    <a:pt x="3294614" y="2714453"/>
                  </a:lnTo>
                  <a:lnTo>
                    <a:pt x="3294760" y="2714453"/>
                  </a:lnTo>
                  <a:lnTo>
                    <a:pt x="3294760" y="2713830"/>
                  </a:lnTo>
                  <a:lnTo>
                    <a:pt x="3294905" y="2713830"/>
                  </a:lnTo>
                  <a:lnTo>
                    <a:pt x="3295050" y="2713830"/>
                  </a:lnTo>
                  <a:lnTo>
                    <a:pt x="3295196" y="2713830"/>
                  </a:lnTo>
                  <a:lnTo>
                    <a:pt x="3295341" y="2713830"/>
                  </a:lnTo>
                  <a:lnTo>
                    <a:pt x="3295487" y="2713830"/>
                  </a:lnTo>
                  <a:lnTo>
                    <a:pt x="3295487" y="2713206"/>
                  </a:lnTo>
                  <a:lnTo>
                    <a:pt x="3295487" y="2712583"/>
                  </a:lnTo>
                  <a:lnTo>
                    <a:pt x="3295632" y="2712583"/>
                  </a:lnTo>
                  <a:lnTo>
                    <a:pt x="3295632" y="2711959"/>
                  </a:lnTo>
                  <a:lnTo>
                    <a:pt x="3295777" y="2711959"/>
                  </a:lnTo>
                  <a:lnTo>
                    <a:pt x="3295923" y="2711959"/>
                  </a:lnTo>
                  <a:lnTo>
                    <a:pt x="3295923" y="2711335"/>
                  </a:lnTo>
                  <a:lnTo>
                    <a:pt x="3296068" y="2711335"/>
                  </a:lnTo>
                  <a:lnTo>
                    <a:pt x="3296214" y="2711335"/>
                  </a:lnTo>
                  <a:lnTo>
                    <a:pt x="3296359" y="2711335"/>
                  </a:lnTo>
                  <a:lnTo>
                    <a:pt x="3296505" y="2711335"/>
                  </a:lnTo>
                  <a:lnTo>
                    <a:pt x="3296650" y="2711335"/>
                  </a:lnTo>
                  <a:lnTo>
                    <a:pt x="3296795" y="2711335"/>
                  </a:lnTo>
                  <a:lnTo>
                    <a:pt x="3296941" y="2711335"/>
                  </a:lnTo>
                  <a:lnTo>
                    <a:pt x="3297086" y="2711335"/>
                  </a:lnTo>
                  <a:lnTo>
                    <a:pt x="3297232" y="2711335"/>
                  </a:lnTo>
                  <a:lnTo>
                    <a:pt x="3297377" y="2711335"/>
                  </a:lnTo>
                  <a:lnTo>
                    <a:pt x="3297523" y="2711335"/>
                  </a:lnTo>
                  <a:lnTo>
                    <a:pt x="3297668" y="2711335"/>
                  </a:lnTo>
                  <a:lnTo>
                    <a:pt x="3297813" y="2711335"/>
                  </a:lnTo>
                  <a:lnTo>
                    <a:pt x="3297959" y="2711335"/>
                  </a:lnTo>
                  <a:lnTo>
                    <a:pt x="3298104" y="2711335"/>
                  </a:lnTo>
                  <a:lnTo>
                    <a:pt x="3298250" y="2711335"/>
                  </a:lnTo>
                  <a:lnTo>
                    <a:pt x="3298395" y="2711335"/>
                  </a:lnTo>
                  <a:lnTo>
                    <a:pt x="3298395" y="2710712"/>
                  </a:lnTo>
                  <a:lnTo>
                    <a:pt x="3298541" y="2710712"/>
                  </a:lnTo>
                  <a:lnTo>
                    <a:pt x="3298686" y="2710712"/>
                  </a:lnTo>
                  <a:lnTo>
                    <a:pt x="3298831" y="2710712"/>
                  </a:lnTo>
                  <a:lnTo>
                    <a:pt x="3298977" y="2710712"/>
                  </a:lnTo>
                  <a:lnTo>
                    <a:pt x="3299122" y="2710712"/>
                  </a:lnTo>
                  <a:lnTo>
                    <a:pt x="3299122" y="2710088"/>
                  </a:lnTo>
                  <a:lnTo>
                    <a:pt x="3299268" y="2710088"/>
                  </a:lnTo>
                  <a:lnTo>
                    <a:pt x="3299413" y="2710088"/>
                  </a:lnTo>
                  <a:lnTo>
                    <a:pt x="3299559" y="2710088"/>
                  </a:lnTo>
                  <a:lnTo>
                    <a:pt x="3299704" y="2710088"/>
                  </a:lnTo>
                  <a:lnTo>
                    <a:pt x="3299849" y="2710088"/>
                  </a:lnTo>
                  <a:lnTo>
                    <a:pt x="3299995" y="2710088"/>
                  </a:lnTo>
                  <a:lnTo>
                    <a:pt x="3300140" y="2710088"/>
                  </a:lnTo>
                  <a:lnTo>
                    <a:pt x="3300286" y="2710088"/>
                  </a:lnTo>
                  <a:lnTo>
                    <a:pt x="3300431" y="2710088"/>
                  </a:lnTo>
                  <a:lnTo>
                    <a:pt x="3300577" y="2710088"/>
                  </a:lnTo>
                  <a:lnTo>
                    <a:pt x="3300722" y="2710088"/>
                  </a:lnTo>
                  <a:lnTo>
                    <a:pt x="3300867" y="2710088"/>
                  </a:lnTo>
                  <a:lnTo>
                    <a:pt x="3301013" y="2710088"/>
                  </a:lnTo>
                  <a:lnTo>
                    <a:pt x="3301158" y="2710088"/>
                  </a:lnTo>
                  <a:lnTo>
                    <a:pt x="3301304" y="2710088"/>
                  </a:lnTo>
                  <a:lnTo>
                    <a:pt x="3301449" y="2710088"/>
                  </a:lnTo>
                  <a:lnTo>
                    <a:pt x="3301594" y="2710088"/>
                  </a:lnTo>
                  <a:lnTo>
                    <a:pt x="3301594" y="2709465"/>
                  </a:lnTo>
                  <a:lnTo>
                    <a:pt x="3301740" y="2709465"/>
                  </a:lnTo>
                  <a:lnTo>
                    <a:pt x="3301885" y="2709465"/>
                  </a:lnTo>
                  <a:lnTo>
                    <a:pt x="3302031" y="2709465"/>
                  </a:lnTo>
                  <a:lnTo>
                    <a:pt x="3302176" y="2709465"/>
                  </a:lnTo>
                  <a:lnTo>
                    <a:pt x="3302322" y="2709465"/>
                  </a:lnTo>
                  <a:lnTo>
                    <a:pt x="3302322" y="2708841"/>
                  </a:lnTo>
                  <a:lnTo>
                    <a:pt x="3302467" y="2708841"/>
                  </a:lnTo>
                  <a:lnTo>
                    <a:pt x="3302612" y="2708841"/>
                  </a:lnTo>
                  <a:lnTo>
                    <a:pt x="3302758" y="2708841"/>
                  </a:lnTo>
                  <a:lnTo>
                    <a:pt x="3302758" y="2708218"/>
                  </a:lnTo>
                  <a:lnTo>
                    <a:pt x="3302758" y="2707594"/>
                  </a:lnTo>
                  <a:lnTo>
                    <a:pt x="3302758" y="2706970"/>
                  </a:lnTo>
                  <a:lnTo>
                    <a:pt x="3302903" y="2706970"/>
                  </a:lnTo>
                  <a:lnTo>
                    <a:pt x="3302903" y="2706347"/>
                  </a:lnTo>
                  <a:lnTo>
                    <a:pt x="3303049" y="2706347"/>
                  </a:lnTo>
                  <a:lnTo>
                    <a:pt x="3303049" y="2705723"/>
                  </a:lnTo>
                  <a:lnTo>
                    <a:pt x="3303194" y="2705723"/>
                  </a:lnTo>
                  <a:lnTo>
                    <a:pt x="3303340" y="2705723"/>
                  </a:lnTo>
                  <a:lnTo>
                    <a:pt x="3303485" y="2705723"/>
                  </a:lnTo>
                  <a:lnTo>
                    <a:pt x="3303630" y="2705723"/>
                  </a:lnTo>
                  <a:lnTo>
                    <a:pt x="3303776" y="2705723"/>
                  </a:lnTo>
                  <a:lnTo>
                    <a:pt x="3303921" y="2705723"/>
                  </a:lnTo>
                  <a:lnTo>
                    <a:pt x="3303921" y="2705100"/>
                  </a:lnTo>
                  <a:lnTo>
                    <a:pt x="3304067" y="2705100"/>
                  </a:lnTo>
                  <a:lnTo>
                    <a:pt x="3304212" y="2705100"/>
                  </a:lnTo>
                  <a:lnTo>
                    <a:pt x="3304358" y="2705100"/>
                  </a:lnTo>
                  <a:lnTo>
                    <a:pt x="3304503" y="2705100"/>
                  </a:lnTo>
                  <a:lnTo>
                    <a:pt x="3304648" y="2705100"/>
                  </a:lnTo>
                  <a:lnTo>
                    <a:pt x="3304794" y="2705100"/>
                  </a:lnTo>
                  <a:lnTo>
                    <a:pt x="3304794" y="2704476"/>
                  </a:lnTo>
                  <a:lnTo>
                    <a:pt x="3304794" y="2703852"/>
                  </a:lnTo>
                  <a:lnTo>
                    <a:pt x="3304794" y="2703229"/>
                  </a:lnTo>
                  <a:lnTo>
                    <a:pt x="3304939" y="2703229"/>
                  </a:lnTo>
                  <a:lnTo>
                    <a:pt x="3305085" y="2703229"/>
                  </a:lnTo>
                  <a:lnTo>
                    <a:pt x="3305230" y="2703229"/>
                  </a:lnTo>
                  <a:lnTo>
                    <a:pt x="3305376" y="2703229"/>
                  </a:lnTo>
                  <a:lnTo>
                    <a:pt x="3305521" y="2703229"/>
                  </a:lnTo>
                  <a:lnTo>
                    <a:pt x="3305666" y="2703229"/>
                  </a:lnTo>
                  <a:lnTo>
                    <a:pt x="3305666" y="2702605"/>
                  </a:lnTo>
                  <a:lnTo>
                    <a:pt x="3305812" y="2702605"/>
                  </a:lnTo>
                  <a:lnTo>
                    <a:pt x="3305957" y="2702605"/>
                  </a:lnTo>
                  <a:lnTo>
                    <a:pt x="3306103" y="2702605"/>
                  </a:lnTo>
                  <a:lnTo>
                    <a:pt x="3306103" y="2701982"/>
                  </a:lnTo>
                  <a:lnTo>
                    <a:pt x="3306248" y="2701982"/>
                  </a:lnTo>
                  <a:lnTo>
                    <a:pt x="3306394" y="2701982"/>
                  </a:lnTo>
                  <a:lnTo>
                    <a:pt x="3306539" y="2701982"/>
                  </a:lnTo>
                  <a:lnTo>
                    <a:pt x="3306684" y="2701982"/>
                  </a:lnTo>
                  <a:lnTo>
                    <a:pt x="3306830" y="2701982"/>
                  </a:lnTo>
                  <a:lnTo>
                    <a:pt x="3306975" y="2701982"/>
                  </a:lnTo>
                  <a:lnTo>
                    <a:pt x="3307121" y="2701982"/>
                  </a:lnTo>
                  <a:lnTo>
                    <a:pt x="3307266" y="2701982"/>
                  </a:lnTo>
                  <a:lnTo>
                    <a:pt x="3307266" y="2701358"/>
                  </a:lnTo>
                  <a:lnTo>
                    <a:pt x="3307412" y="2701358"/>
                  </a:lnTo>
                  <a:lnTo>
                    <a:pt x="3307557" y="2701358"/>
                  </a:lnTo>
                  <a:lnTo>
                    <a:pt x="3307557" y="2700735"/>
                  </a:lnTo>
                  <a:lnTo>
                    <a:pt x="3307557" y="2700111"/>
                  </a:lnTo>
                  <a:lnTo>
                    <a:pt x="3307702" y="2700111"/>
                  </a:lnTo>
                  <a:lnTo>
                    <a:pt x="3307848" y="2700111"/>
                  </a:lnTo>
                  <a:lnTo>
                    <a:pt x="3307993" y="2700111"/>
                  </a:lnTo>
                  <a:lnTo>
                    <a:pt x="3308139" y="2700111"/>
                  </a:lnTo>
                  <a:lnTo>
                    <a:pt x="3308139" y="2699487"/>
                  </a:lnTo>
                  <a:lnTo>
                    <a:pt x="3308284" y="2699487"/>
                  </a:lnTo>
                  <a:lnTo>
                    <a:pt x="3308429" y="2699487"/>
                  </a:lnTo>
                  <a:lnTo>
                    <a:pt x="3308575" y="2699487"/>
                  </a:lnTo>
                  <a:lnTo>
                    <a:pt x="3308720" y="2699487"/>
                  </a:lnTo>
                  <a:lnTo>
                    <a:pt x="3308720" y="2698864"/>
                  </a:lnTo>
                  <a:lnTo>
                    <a:pt x="3308866" y="2698864"/>
                  </a:lnTo>
                  <a:lnTo>
                    <a:pt x="3309011" y="2698864"/>
                  </a:lnTo>
                  <a:lnTo>
                    <a:pt x="3309011" y="2698240"/>
                  </a:lnTo>
                  <a:lnTo>
                    <a:pt x="3309157" y="2698240"/>
                  </a:lnTo>
                  <a:lnTo>
                    <a:pt x="3309302" y="2698240"/>
                  </a:lnTo>
                  <a:lnTo>
                    <a:pt x="3309302" y="2697617"/>
                  </a:lnTo>
                  <a:lnTo>
                    <a:pt x="3309447" y="2697617"/>
                  </a:lnTo>
                  <a:lnTo>
                    <a:pt x="3309447" y="2696993"/>
                  </a:lnTo>
                  <a:lnTo>
                    <a:pt x="3309593" y="2696993"/>
                  </a:lnTo>
                  <a:lnTo>
                    <a:pt x="3309593" y="2696369"/>
                  </a:lnTo>
                  <a:lnTo>
                    <a:pt x="3309738" y="2696369"/>
                  </a:lnTo>
                  <a:lnTo>
                    <a:pt x="3309884" y="2696369"/>
                  </a:lnTo>
                  <a:lnTo>
                    <a:pt x="3309884" y="2695746"/>
                  </a:lnTo>
                  <a:lnTo>
                    <a:pt x="3309884" y="2695122"/>
                  </a:lnTo>
                  <a:lnTo>
                    <a:pt x="3309884" y="2694499"/>
                  </a:lnTo>
                  <a:lnTo>
                    <a:pt x="3310029" y="2694499"/>
                  </a:lnTo>
                  <a:lnTo>
                    <a:pt x="3310029" y="2693875"/>
                  </a:lnTo>
                  <a:lnTo>
                    <a:pt x="3310175" y="2693875"/>
                  </a:lnTo>
                  <a:lnTo>
                    <a:pt x="3310320" y="2693875"/>
                  </a:lnTo>
                  <a:lnTo>
                    <a:pt x="3310465" y="2693875"/>
                  </a:lnTo>
                  <a:lnTo>
                    <a:pt x="3310611" y="2693875"/>
                  </a:lnTo>
                  <a:lnTo>
                    <a:pt x="3310756" y="2693875"/>
                  </a:lnTo>
                  <a:lnTo>
                    <a:pt x="3310902" y="2693875"/>
                  </a:lnTo>
                  <a:lnTo>
                    <a:pt x="3311047" y="2693875"/>
                  </a:lnTo>
                  <a:lnTo>
                    <a:pt x="3311047" y="2693252"/>
                  </a:lnTo>
                  <a:lnTo>
                    <a:pt x="3311193" y="2693252"/>
                  </a:lnTo>
                  <a:lnTo>
                    <a:pt x="3311338" y="2693252"/>
                  </a:lnTo>
                  <a:lnTo>
                    <a:pt x="3311483" y="2693252"/>
                  </a:lnTo>
                  <a:lnTo>
                    <a:pt x="3311629" y="2693252"/>
                  </a:lnTo>
                  <a:lnTo>
                    <a:pt x="3311774" y="2693252"/>
                  </a:lnTo>
                  <a:lnTo>
                    <a:pt x="3311920" y="2693252"/>
                  </a:lnTo>
                  <a:lnTo>
                    <a:pt x="3312065" y="2693252"/>
                  </a:lnTo>
                  <a:lnTo>
                    <a:pt x="3312211" y="2693252"/>
                  </a:lnTo>
                  <a:lnTo>
                    <a:pt x="3312356" y="2693252"/>
                  </a:lnTo>
                  <a:lnTo>
                    <a:pt x="3312501" y="2693252"/>
                  </a:lnTo>
                  <a:lnTo>
                    <a:pt x="3312647" y="2693252"/>
                  </a:lnTo>
                  <a:lnTo>
                    <a:pt x="3312792" y="2693252"/>
                  </a:lnTo>
                  <a:lnTo>
                    <a:pt x="3312938" y="2693252"/>
                  </a:lnTo>
                  <a:lnTo>
                    <a:pt x="3313083" y="2693252"/>
                  </a:lnTo>
                  <a:lnTo>
                    <a:pt x="3313229" y="2693252"/>
                  </a:lnTo>
                  <a:lnTo>
                    <a:pt x="3313374" y="2693252"/>
                  </a:lnTo>
                  <a:lnTo>
                    <a:pt x="3313519" y="2693252"/>
                  </a:lnTo>
                  <a:lnTo>
                    <a:pt x="3313665" y="2693252"/>
                  </a:lnTo>
                  <a:lnTo>
                    <a:pt x="3313810" y="2693252"/>
                  </a:lnTo>
                  <a:lnTo>
                    <a:pt x="3313956" y="2693252"/>
                  </a:lnTo>
                  <a:lnTo>
                    <a:pt x="3313956" y="2692628"/>
                  </a:lnTo>
                  <a:lnTo>
                    <a:pt x="3314101" y="2692628"/>
                  </a:lnTo>
                  <a:lnTo>
                    <a:pt x="3314247" y="2692628"/>
                  </a:lnTo>
                  <a:lnTo>
                    <a:pt x="3314392" y="2692628"/>
                  </a:lnTo>
                  <a:lnTo>
                    <a:pt x="3314537" y="2692628"/>
                  </a:lnTo>
                  <a:lnTo>
                    <a:pt x="3314683" y="2692628"/>
                  </a:lnTo>
                  <a:lnTo>
                    <a:pt x="3314683" y="2692004"/>
                  </a:lnTo>
                  <a:lnTo>
                    <a:pt x="3314828" y="2692004"/>
                  </a:lnTo>
                  <a:lnTo>
                    <a:pt x="3314974" y="2692004"/>
                  </a:lnTo>
                  <a:lnTo>
                    <a:pt x="3315119" y="2692004"/>
                  </a:lnTo>
                  <a:lnTo>
                    <a:pt x="3315264" y="2692004"/>
                  </a:lnTo>
                  <a:lnTo>
                    <a:pt x="3315410" y="2692004"/>
                  </a:lnTo>
                  <a:lnTo>
                    <a:pt x="3315555" y="2692004"/>
                  </a:lnTo>
                  <a:lnTo>
                    <a:pt x="3315701" y="2692004"/>
                  </a:lnTo>
                  <a:lnTo>
                    <a:pt x="3315846" y="2692004"/>
                  </a:lnTo>
                  <a:lnTo>
                    <a:pt x="3315992" y="2692004"/>
                  </a:lnTo>
                  <a:lnTo>
                    <a:pt x="3316137" y="2692004"/>
                  </a:lnTo>
                  <a:lnTo>
                    <a:pt x="3316137" y="2691381"/>
                  </a:lnTo>
                  <a:lnTo>
                    <a:pt x="3316137" y="2690757"/>
                  </a:lnTo>
                  <a:lnTo>
                    <a:pt x="3316282" y="2690757"/>
                  </a:lnTo>
                  <a:lnTo>
                    <a:pt x="3316428" y="2690757"/>
                  </a:lnTo>
                  <a:lnTo>
                    <a:pt x="3316428" y="2690134"/>
                  </a:lnTo>
                  <a:lnTo>
                    <a:pt x="3316573" y="2690134"/>
                  </a:lnTo>
                  <a:lnTo>
                    <a:pt x="3316719" y="2690134"/>
                  </a:lnTo>
                  <a:lnTo>
                    <a:pt x="3316864" y="2690134"/>
                  </a:lnTo>
                  <a:lnTo>
                    <a:pt x="3317010" y="2690134"/>
                  </a:lnTo>
                  <a:lnTo>
                    <a:pt x="3317155" y="2690134"/>
                  </a:lnTo>
                  <a:lnTo>
                    <a:pt x="3317155" y="2689510"/>
                  </a:lnTo>
                  <a:lnTo>
                    <a:pt x="3317155" y="2688886"/>
                  </a:lnTo>
                  <a:lnTo>
                    <a:pt x="3317300" y="2688886"/>
                  </a:lnTo>
                  <a:lnTo>
                    <a:pt x="3317446" y="2688886"/>
                  </a:lnTo>
                  <a:lnTo>
                    <a:pt x="3317591" y="2688886"/>
                  </a:lnTo>
                  <a:lnTo>
                    <a:pt x="3317591" y="2688263"/>
                  </a:lnTo>
                  <a:lnTo>
                    <a:pt x="3317737" y="2688263"/>
                  </a:lnTo>
                  <a:lnTo>
                    <a:pt x="3317882" y="2688263"/>
                  </a:lnTo>
                  <a:lnTo>
                    <a:pt x="3318028" y="2688263"/>
                  </a:lnTo>
                  <a:lnTo>
                    <a:pt x="3318173" y="2688263"/>
                  </a:lnTo>
                  <a:lnTo>
                    <a:pt x="3318318" y="2688263"/>
                  </a:lnTo>
                  <a:lnTo>
                    <a:pt x="3318464" y="2688263"/>
                  </a:lnTo>
                  <a:lnTo>
                    <a:pt x="3318609" y="2688263"/>
                  </a:lnTo>
                  <a:lnTo>
                    <a:pt x="3318609" y="2687639"/>
                  </a:lnTo>
                  <a:lnTo>
                    <a:pt x="3318755" y="2687639"/>
                  </a:lnTo>
                  <a:lnTo>
                    <a:pt x="3318900" y="2687639"/>
                  </a:lnTo>
                  <a:lnTo>
                    <a:pt x="3318900" y="2687016"/>
                  </a:lnTo>
                  <a:lnTo>
                    <a:pt x="3319046" y="2687016"/>
                  </a:lnTo>
                  <a:lnTo>
                    <a:pt x="3319191" y="2687016"/>
                  </a:lnTo>
                  <a:lnTo>
                    <a:pt x="3319336" y="2687016"/>
                  </a:lnTo>
                  <a:lnTo>
                    <a:pt x="3319482" y="2687016"/>
                  </a:lnTo>
                  <a:lnTo>
                    <a:pt x="3319627" y="2687016"/>
                  </a:lnTo>
                  <a:lnTo>
                    <a:pt x="3319627" y="2686392"/>
                  </a:lnTo>
                  <a:lnTo>
                    <a:pt x="3319773" y="2686392"/>
                  </a:lnTo>
                  <a:lnTo>
                    <a:pt x="3319918" y="2686392"/>
                  </a:lnTo>
                  <a:lnTo>
                    <a:pt x="3320064" y="2686392"/>
                  </a:lnTo>
                  <a:lnTo>
                    <a:pt x="3320064" y="2685769"/>
                  </a:lnTo>
                  <a:lnTo>
                    <a:pt x="3320209" y="2685769"/>
                  </a:lnTo>
                  <a:lnTo>
                    <a:pt x="3320354" y="2685769"/>
                  </a:lnTo>
                  <a:lnTo>
                    <a:pt x="3320500" y="2685769"/>
                  </a:lnTo>
                  <a:lnTo>
                    <a:pt x="3320645" y="2685769"/>
                  </a:lnTo>
                  <a:lnTo>
                    <a:pt x="3320791" y="2685769"/>
                  </a:lnTo>
                  <a:lnTo>
                    <a:pt x="3320936" y="2685769"/>
                  </a:lnTo>
                  <a:lnTo>
                    <a:pt x="3320936" y="2685145"/>
                  </a:lnTo>
                  <a:lnTo>
                    <a:pt x="3321082" y="2685145"/>
                  </a:lnTo>
                  <a:lnTo>
                    <a:pt x="3321227" y="2685145"/>
                  </a:lnTo>
                  <a:lnTo>
                    <a:pt x="3321372" y="2685145"/>
                  </a:lnTo>
                  <a:lnTo>
                    <a:pt x="3321518" y="2685145"/>
                  </a:lnTo>
                  <a:lnTo>
                    <a:pt x="3321663" y="2685145"/>
                  </a:lnTo>
                  <a:lnTo>
                    <a:pt x="3321809" y="2685145"/>
                  </a:lnTo>
                  <a:lnTo>
                    <a:pt x="3321954" y="2685145"/>
                  </a:lnTo>
                  <a:lnTo>
                    <a:pt x="3322099" y="2685145"/>
                  </a:lnTo>
                  <a:lnTo>
                    <a:pt x="3322245" y="2685145"/>
                  </a:lnTo>
                  <a:lnTo>
                    <a:pt x="3322390" y="2685145"/>
                  </a:lnTo>
                  <a:lnTo>
                    <a:pt x="3322536" y="2685145"/>
                  </a:lnTo>
                  <a:lnTo>
                    <a:pt x="3322681" y="2685145"/>
                  </a:lnTo>
                  <a:lnTo>
                    <a:pt x="3322681" y="2684521"/>
                  </a:lnTo>
                  <a:lnTo>
                    <a:pt x="3322827" y="2684521"/>
                  </a:lnTo>
                  <a:lnTo>
                    <a:pt x="3322972" y="2684521"/>
                  </a:lnTo>
                  <a:lnTo>
                    <a:pt x="3323117" y="2684521"/>
                  </a:lnTo>
                  <a:lnTo>
                    <a:pt x="3323263" y="2684521"/>
                  </a:lnTo>
                  <a:lnTo>
                    <a:pt x="3323408" y="2684521"/>
                  </a:lnTo>
                  <a:lnTo>
                    <a:pt x="3323554" y="2684521"/>
                  </a:lnTo>
                  <a:lnTo>
                    <a:pt x="3323699" y="2684521"/>
                  </a:lnTo>
                  <a:lnTo>
                    <a:pt x="3323845" y="2684521"/>
                  </a:lnTo>
                  <a:lnTo>
                    <a:pt x="3323990" y="2684521"/>
                  </a:lnTo>
                  <a:lnTo>
                    <a:pt x="3323990" y="2683898"/>
                  </a:lnTo>
                  <a:lnTo>
                    <a:pt x="3324135" y="2683898"/>
                  </a:lnTo>
                  <a:lnTo>
                    <a:pt x="3324281" y="2683898"/>
                  </a:lnTo>
                  <a:lnTo>
                    <a:pt x="3324281" y="2683274"/>
                  </a:lnTo>
                  <a:lnTo>
                    <a:pt x="3324426" y="2683274"/>
                  </a:lnTo>
                  <a:lnTo>
                    <a:pt x="3324426" y="2682651"/>
                  </a:lnTo>
                  <a:lnTo>
                    <a:pt x="3324572" y="2682651"/>
                  </a:lnTo>
                  <a:lnTo>
                    <a:pt x="3324717" y="2682651"/>
                  </a:lnTo>
                  <a:lnTo>
                    <a:pt x="3324863" y="2682651"/>
                  </a:lnTo>
                  <a:lnTo>
                    <a:pt x="3324863" y="2682027"/>
                  </a:lnTo>
                  <a:lnTo>
                    <a:pt x="3325008" y="2682027"/>
                  </a:lnTo>
                  <a:lnTo>
                    <a:pt x="3325153" y="2682027"/>
                  </a:lnTo>
                  <a:lnTo>
                    <a:pt x="3325299" y="2682027"/>
                  </a:lnTo>
                  <a:lnTo>
                    <a:pt x="3325444" y="2682027"/>
                  </a:lnTo>
                  <a:lnTo>
                    <a:pt x="3325444" y="2681403"/>
                  </a:lnTo>
                  <a:lnTo>
                    <a:pt x="3325590" y="2681403"/>
                  </a:lnTo>
                  <a:lnTo>
                    <a:pt x="3325735" y="2681403"/>
                  </a:lnTo>
                  <a:lnTo>
                    <a:pt x="3325881" y="2681403"/>
                  </a:lnTo>
                  <a:lnTo>
                    <a:pt x="3325881" y="2680780"/>
                  </a:lnTo>
                  <a:lnTo>
                    <a:pt x="3325881" y="2680156"/>
                  </a:lnTo>
                  <a:lnTo>
                    <a:pt x="3325881" y="2679533"/>
                  </a:lnTo>
                  <a:lnTo>
                    <a:pt x="3326026" y="2679533"/>
                  </a:lnTo>
                  <a:lnTo>
                    <a:pt x="3326026" y="2678909"/>
                  </a:lnTo>
                  <a:lnTo>
                    <a:pt x="3326026" y="2678286"/>
                  </a:lnTo>
                  <a:lnTo>
                    <a:pt x="3326171" y="2678286"/>
                  </a:lnTo>
                  <a:lnTo>
                    <a:pt x="3326171" y="2677662"/>
                  </a:lnTo>
                  <a:lnTo>
                    <a:pt x="3326317" y="2677662"/>
                  </a:lnTo>
                  <a:lnTo>
                    <a:pt x="3326462" y="2677662"/>
                  </a:lnTo>
                  <a:lnTo>
                    <a:pt x="3326608" y="2677662"/>
                  </a:lnTo>
                  <a:lnTo>
                    <a:pt x="3326753" y="2677662"/>
                  </a:lnTo>
                  <a:lnTo>
                    <a:pt x="3326899" y="2677662"/>
                  </a:lnTo>
                  <a:lnTo>
                    <a:pt x="3327044" y="2677662"/>
                  </a:lnTo>
                  <a:lnTo>
                    <a:pt x="3327189" y="2677662"/>
                  </a:lnTo>
                  <a:lnTo>
                    <a:pt x="3327335" y="2677662"/>
                  </a:lnTo>
                  <a:lnTo>
                    <a:pt x="3327480" y="2677662"/>
                  </a:lnTo>
                  <a:lnTo>
                    <a:pt x="3327626" y="2677662"/>
                  </a:lnTo>
                  <a:lnTo>
                    <a:pt x="3327771" y="2677662"/>
                  </a:lnTo>
                  <a:lnTo>
                    <a:pt x="3327917" y="2677662"/>
                  </a:lnTo>
                  <a:lnTo>
                    <a:pt x="3327917" y="2677038"/>
                  </a:lnTo>
                  <a:lnTo>
                    <a:pt x="3328062" y="2677038"/>
                  </a:lnTo>
                  <a:lnTo>
                    <a:pt x="3328207" y="2677038"/>
                  </a:lnTo>
                  <a:lnTo>
                    <a:pt x="3328207" y="2676415"/>
                  </a:lnTo>
                  <a:lnTo>
                    <a:pt x="3328353" y="2676415"/>
                  </a:lnTo>
                  <a:lnTo>
                    <a:pt x="3328498" y="2676415"/>
                  </a:lnTo>
                  <a:lnTo>
                    <a:pt x="3328498" y="2675791"/>
                  </a:lnTo>
                  <a:lnTo>
                    <a:pt x="3328644" y="2675791"/>
                  </a:lnTo>
                  <a:lnTo>
                    <a:pt x="3328789" y="2675791"/>
                  </a:lnTo>
                  <a:lnTo>
                    <a:pt x="3328934" y="2675791"/>
                  </a:lnTo>
                  <a:lnTo>
                    <a:pt x="3329080" y="2675791"/>
                  </a:lnTo>
                  <a:lnTo>
                    <a:pt x="3329225" y="2675791"/>
                  </a:lnTo>
                  <a:lnTo>
                    <a:pt x="3329371" y="2675791"/>
                  </a:lnTo>
                  <a:lnTo>
                    <a:pt x="3329516" y="2675791"/>
                  </a:lnTo>
                  <a:lnTo>
                    <a:pt x="3329662" y="2675791"/>
                  </a:lnTo>
                  <a:lnTo>
                    <a:pt x="3329807" y="2675791"/>
                  </a:lnTo>
                  <a:lnTo>
                    <a:pt x="3329952" y="2675791"/>
                  </a:lnTo>
                  <a:lnTo>
                    <a:pt x="3330098" y="2675791"/>
                  </a:lnTo>
                  <a:lnTo>
                    <a:pt x="3330243" y="2675791"/>
                  </a:lnTo>
                  <a:lnTo>
                    <a:pt x="3330243" y="2675168"/>
                  </a:lnTo>
                  <a:lnTo>
                    <a:pt x="3330389" y="2675168"/>
                  </a:lnTo>
                  <a:lnTo>
                    <a:pt x="3330534" y="2675168"/>
                  </a:lnTo>
                  <a:lnTo>
                    <a:pt x="3330534" y="2674544"/>
                  </a:lnTo>
                  <a:lnTo>
                    <a:pt x="3330680" y="2674544"/>
                  </a:lnTo>
                  <a:lnTo>
                    <a:pt x="3330825" y="2674544"/>
                  </a:lnTo>
                  <a:lnTo>
                    <a:pt x="3330970" y="2674544"/>
                  </a:lnTo>
                  <a:lnTo>
                    <a:pt x="3331116" y="2674544"/>
                  </a:lnTo>
                  <a:lnTo>
                    <a:pt x="3331261" y="2674544"/>
                  </a:lnTo>
                  <a:lnTo>
                    <a:pt x="3331407" y="2674544"/>
                  </a:lnTo>
                  <a:lnTo>
                    <a:pt x="3331407" y="2673920"/>
                  </a:lnTo>
                  <a:lnTo>
                    <a:pt x="3331407" y="2673297"/>
                  </a:lnTo>
                  <a:lnTo>
                    <a:pt x="3331552" y="2673297"/>
                  </a:lnTo>
                  <a:lnTo>
                    <a:pt x="3331698" y="2673297"/>
                  </a:lnTo>
                  <a:lnTo>
                    <a:pt x="3331843" y="2673297"/>
                  </a:lnTo>
                  <a:lnTo>
                    <a:pt x="3331843" y="2672673"/>
                  </a:lnTo>
                  <a:lnTo>
                    <a:pt x="3331988" y="2672673"/>
                  </a:lnTo>
                  <a:lnTo>
                    <a:pt x="3332134" y="2672673"/>
                  </a:lnTo>
                  <a:lnTo>
                    <a:pt x="3332279" y="2672673"/>
                  </a:lnTo>
                  <a:lnTo>
                    <a:pt x="3332425" y="2672673"/>
                  </a:lnTo>
                  <a:lnTo>
                    <a:pt x="3332425" y="2672050"/>
                  </a:lnTo>
                  <a:lnTo>
                    <a:pt x="3332570" y="2672050"/>
                  </a:lnTo>
                  <a:lnTo>
                    <a:pt x="3332716" y="2672050"/>
                  </a:lnTo>
                  <a:lnTo>
                    <a:pt x="3332861" y="2672050"/>
                  </a:lnTo>
                  <a:lnTo>
                    <a:pt x="3333006" y="2672050"/>
                  </a:lnTo>
                  <a:lnTo>
                    <a:pt x="3333152" y="2672050"/>
                  </a:lnTo>
                  <a:lnTo>
                    <a:pt x="3333297" y="2672050"/>
                  </a:lnTo>
                  <a:lnTo>
                    <a:pt x="3333443" y="2672050"/>
                  </a:lnTo>
                  <a:lnTo>
                    <a:pt x="3333588" y="2672050"/>
                  </a:lnTo>
                  <a:lnTo>
                    <a:pt x="3333734" y="2672050"/>
                  </a:lnTo>
                  <a:lnTo>
                    <a:pt x="3333879" y="2672050"/>
                  </a:lnTo>
                  <a:lnTo>
                    <a:pt x="3334024" y="2672050"/>
                  </a:lnTo>
                  <a:lnTo>
                    <a:pt x="3334170" y="2672050"/>
                  </a:lnTo>
                  <a:lnTo>
                    <a:pt x="3334315" y="2672050"/>
                  </a:lnTo>
                  <a:lnTo>
                    <a:pt x="3334461" y="2672050"/>
                  </a:lnTo>
                  <a:lnTo>
                    <a:pt x="3334606" y="2672050"/>
                  </a:lnTo>
                  <a:lnTo>
                    <a:pt x="3334752" y="2672050"/>
                  </a:lnTo>
                  <a:lnTo>
                    <a:pt x="3334897" y="2672050"/>
                  </a:lnTo>
                  <a:lnTo>
                    <a:pt x="3335042" y="2672050"/>
                  </a:lnTo>
                  <a:lnTo>
                    <a:pt x="3335188" y="2672050"/>
                  </a:lnTo>
                  <a:lnTo>
                    <a:pt x="3335188" y="2671426"/>
                  </a:lnTo>
                  <a:lnTo>
                    <a:pt x="3335188" y="2670803"/>
                  </a:lnTo>
                  <a:lnTo>
                    <a:pt x="3335188" y="2670179"/>
                  </a:lnTo>
                  <a:lnTo>
                    <a:pt x="3335333" y="2670179"/>
                  </a:lnTo>
                  <a:lnTo>
                    <a:pt x="3335479" y="2670179"/>
                  </a:lnTo>
                  <a:lnTo>
                    <a:pt x="3335624" y="2670179"/>
                  </a:lnTo>
                  <a:lnTo>
                    <a:pt x="3335769" y="2670179"/>
                  </a:lnTo>
                  <a:lnTo>
                    <a:pt x="3335915" y="2670179"/>
                  </a:lnTo>
                  <a:lnTo>
                    <a:pt x="3336060" y="2670179"/>
                  </a:lnTo>
                  <a:lnTo>
                    <a:pt x="3336206" y="2670179"/>
                  </a:lnTo>
                  <a:lnTo>
                    <a:pt x="3336351" y="2670179"/>
                  </a:lnTo>
                  <a:lnTo>
                    <a:pt x="3336497" y="2670179"/>
                  </a:lnTo>
                  <a:lnTo>
                    <a:pt x="3336642" y="2670179"/>
                  </a:lnTo>
                  <a:lnTo>
                    <a:pt x="3336787" y="2670179"/>
                  </a:lnTo>
                  <a:lnTo>
                    <a:pt x="3336787" y="2669555"/>
                  </a:lnTo>
                  <a:lnTo>
                    <a:pt x="3336933" y="2669555"/>
                  </a:lnTo>
                  <a:lnTo>
                    <a:pt x="3337078" y="2669555"/>
                  </a:lnTo>
                  <a:lnTo>
                    <a:pt x="3337224" y="2669555"/>
                  </a:lnTo>
                  <a:lnTo>
                    <a:pt x="3337369" y="2669555"/>
                  </a:lnTo>
                  <a:lnTo>
                    <a:pt x="3337515" y="2669555"/>
                  </a:lnTo>
                  <a:lnTo>
                    <a:pt x="3337660" y="2669555"/>
                  </a:lnTo>
                  <a:lnTo>
                    <a:pt x="3337660" y="2668932"/>
                  </a:lnTo>
                  <a:lnTo>
                    <a:pt x="3337805" y="2668932"/>
                  </a:lnTo>
                  <a:lnTo>
                    <a:pt x="3337951" y="2668932"/>
                  </a:lnTo>
                  <a:lnTo>
                    <a:pt x="3338096" y="2668932"/>
                  </a:lnTo>
                  <a:lnTo>
                    <a:pt x="3338096" y="2668308"/>
                  </a:lnTo>
                  <a:lnTo>
                    <a:pt x="3338096" y="2667685"/>
                  </a:lnTo>
                  <a:lnTo>
                    <a:pt x="3338242" y="2667685"/>
                  </a:lnTo>
                  <a:lnTo>
                    <a:pt x="3338242" y="2667061"/>
                  </a:lnTo>
                  <a:lnTo>
                    <a:pt x="3338387" y="2667061"/>
                  </a:lnTo>
                  <a:lnTo>
                    <a:pt x="3338533" y="2667061"/>
                  </a:lnTo>
                  <a:lnTo>
                    <a:pt x="3338678" y="2667061"/>
                  </a:lnTo>
                  <a:lnTo>
                    <a:pt x="3338823" y="2667061"/>
                  </a:lnTo>
                  <a:lnTo>
                    <a:pt x="3338969" y="2667061"/>
                  </a:lnTo>
                  <a:lnTo>
                    <a:pt x="3339114" y="2667061"/>
                  </a:lnTo>
                  <a:lnTo>
                    <a:pt x="3339260" y="2667061"/>
                  </a:lnTo>
                  <a:lnTo>
                    <a:pt x="3339405" y="2667061"/>
                  </a:lnTo>
                  <a:lnTo>
                    <a:pt x="3339405" y="2666437"/>
                  </a:lnTo>
                  <a:lnTo>
                    <a:pt x="3339551" y="2666437"/>
                  </a:lnTo>
                  <a:lnTo>
                    <a:pt x="3339696" y="2666437"/>
                  </a:lnTo>
                  <a:lnTo>
                    <a:pt x="3339841" y="2666437"/>
                  </a:lnTo>
                  <a:lnTo>
                    <a:pt x="3339987" y="2666437"/>
                  </a:lnTo>
                  <a:lnTo>
                    <a:pt x="3340132" y="2666437"/>
                  </a:lnTo>
                  <a:lnTo>
                    <a:pt x="3340278" y="2666437"/>
                  </a:lnTo>
                  <a:lnTo>
                    <a:pt x="3340423" y="2666437"/>
                  </a:lnTo>
                  <a:lnTo>
                    <a:pt x="3340569" y="2666437"/>
                  </a:lnTo>
                  <a:lnTo>
                    <a:pt x="3340714" y="2666437"/>
                  </a:lnTo>
                  <a:lnTo>
                    <a:pt x="3340859" y="2666437"/>
                  </a:lnTo>
                  <a:lnTo>
                    <a:pt x="3341005" y="2666437"/>
                  </a:lnTo>
                  <a:lnTo>
                    <a:pt x="3341150" y="2666437"/>
                  </a:lnTo>
                  <a:lnTo>
                    <a:pt x="3341296" y="2666437"/>
                  </a:lnTo>
                  <a:lnTo>
                    <a:pt x="3341441" y="2666437"/>
                  </a:lnTo>
                  <a:lnTo>
                    <a:pt x="3341587" y="2666437"/>
                  </a:lnTo>
                  <a:lnTo>
                    <a:pt x="3341732" y="2666437"/>
                  </a:lnTo>
                  <a:lnTo>
                    <a:pt x="3341732" y="2665814"/>
                  </a:lnTo>
                  <a:lnTo>
                    <a:pt x="3341877" y="2665814"/>
                  </a:lnTo>
                  <a:lnTo>
                    <a:pt x="3342023" y="2665814"/>
                  </a:lnTo>
                  <a:lnTo>
                    <a:pt x="3342168" y="2665814"/>
                  </a:lnTo>
                  <a:lnTo>
                    <a:pt x="3342314" y="2665814"/>
                  </a:lnTo>
                  <a:lnTo>
                    <a:pt x="3342459" y="2665814"/>
                  </a:lnTo>
                  <a:lnTo>
                    <a:pt x="3342604" y="2665814"/>
                  </a:lnTo>
                  <a:lnTo>
                    <a:pt x="3342750" y="2665814"/>
                  </a:lnTo>
                  <a:lnTo>
                    <a:pt x="3342895" y="2665814"/>
                  </a:lnTo>
                  <a:lnTo>
                    <a:pt x="3343041" y="2665814"/>
                  </a:lnTo>
                  <a:lnTo>
                    <a:pt x="3343186" y="2665814"/>
                  </a:lnTo>
                  <a:lnTo>
                    <a:pt x="3343332" y="2665814"/>
                  </a:lnTo>
                  <a:lnTo>
                    <a:pt x="3343332" y="2665190"/>
                  </a:lnTo>
                  <a:lnTo>
                    <a:pt x="3343477" y="2665190"/>
                  </a:lnTo>
                  <a:lnTo>
                    <a:pt x="3343477" y="2664567"/>
                  </a:lnTo>
                  <a:lnTo>
                    <a:pt x="3343622" y="2664567"/>
                  </a:lnTo>
                  <a:lnTo>
                    <a:pt x="3343768" y="2664567"/>
                  </a:lnTo>
                  <a:lnTo>
                    <a:pt x="3343913" y="2664567"/>
                  </a:lnTo>
                  <a:lnTo>
                    <a:pt x="3344059" y="2664567"/>
                  </a:lnTo>
                  <a:lnTo>
                    <a:pt x="3344059" y="2663943"/>
                  </a:lnTo>
                  <a:lnTo>
                    <a:pt x="3344204" y="2663943"/>
                  </a:lnTo>
                  <a:lnTo>
                    <a:pt x="3344350" y="2663943"/>
                  </a:lnTo>
                  <a:lnTo>
                    <a:pt x="3344495" y="2663943"/>
                  </a:lnTo>
                  <a:lnTo>
                    <a:pt x="3344640" y="2663943"/>
                  </a:lnTo>
                  <a:lnTo>
                    <a:pt x="3344786" y="2663943"/>
                  </a:lnTo>
                  <a:lnTo>
                    <a:pt x="3344931" y="2663943"/>
                  </a:lnTo>
                  <a:lnTo>
                    <a:pt x="3345077" y="2663943"/>
                  </a:lnTo>
                  <a:lnTo>
                    <a:pt x="3345222" y="2663943"/>
                  </a:lnTo>
                  <a:lnTo>
                    <a:pt x="3345368" y="2663943"/>
                  </a:lnTo>
                  <a:lnTo>
                    <a:pt x="3345513" y="2663943"/>
                  </a:lnTo>
                  <a:lnTo>
                    <a:pt x="3345658" y="2663943"/>
                  </a:lnTo>
                  <a:lnTo>
                    <a:pt x="3345804" y="2663943"/>
                  </a:lnTo>
                  <a:lnTo>
                    <a:pt x="3345949" y="2663943"/>
                  </a:lnTo>
                  <a:lnTo>
                    <a:pt x="3346095" y="2663943"/>
                  </a:lnTo>
                  <a:lnTo>
                    <a:pt x="3346095" y="2663320"/>
                  </a:lnTo>
                  <a:lnTo>
                    <a:pt x="3346240" y="2663320"/>
                  </a:lnTo>
                  <a:lnTo>
                    <a:pt x="3346386" y="2663320"/>
                  </a:lnTo>
                  <a:lnTo>
                    <a:pt x="3346531" y="2663320"/>
                  </a:lnTo>
                  <a:lnTo>
                    <a:pt x="3346676" y="2663320"/>
                  </a:lnTo>
                  <a:lnTo>
                    <a:pt x="3346676" y="2662696"/>
                  </a:lnTo>
                  <a:lnTo>
                    <a:pt x="3346822" y="2662696"/>
                  </a:lnTo>
                  <a:lnTo>
                    <a:pt x="3346967" y="2662696"/>
                  </a:lnTo>
                  <a:lnTo>
                    <a:pt x="3347113" y="2662696"/>
                  </a:lnTo>
                  <a:lnTo>
                    <a:pt x="3347113" y="2662072"/>
                  </a:lnTo>
                  <a:lnTo>
                    <a:pt x="3347113" y="2661449"/>
                  </a:lnTo>
                  <a:lnTo>
                    <a:pt x="3347258" y="2661449"/>
                  </a:lnTo>
                  <a:lnTo>
                    <a:pt x="3347404" y="2661449"/>
                  </a:lnTo>
                  <a:lnTo>
                    <a:pt x="3347549" y="2661449"/>
                  </a:lnTo>
                  <a:lnTo>
                    <a:pt x="3347694" y="2661449"/>
                  </a:lnTo>
                  <a:lnTo>
                    <a:pt x="3347840" y="2661449"/>
                  </a:lnTo>
                  <a:lnTo>
                    <a:pt x="3347985" y="2661449"/>
                  </a:lnTo>
                  <a:lnTo>
                    <a:pt x="3348131" y="2661449"/>
                  </a:lnTo>
                  <a:lnTo>
                    <a:pt x="3348276" y="2661449"/>
                  </a:lnTo>
                  <a:lnTo>
                    <a:pt x="3348276" y="2660825"/>
                  </a:lnTo>
                  <a:lnTo>
                    <a:pt x="3348422" y="2660825"/>
                  </a:lnTo>
                  <a:lnTo>
                    <a:pt x="3348567" y="2660825"/>
                  </a:lnTo>
                  <a:lnTo>
                    <a:pt x="3348712" y="2660825"/>
                  </a:lnTo>
                  <a:lnTo>
                    <a:pt x="3348858" y="2660825"/>
                  </a:lnTo>
                  <a:lnTo>
                    <a:pt x="3349003" y="2660825"/>
                  </a:lnTo>
                  <a:lnTo>
                    <a:pt x="3349149" y="2660825"/>
                  </a:lnTo>
                  <a:lnTo>
                    <a:pt x="3349294" y="2660825"/>
                  </a:lnTo>
                  <a:lnTo>
                    <a:pt x="3349294" y="2660202"/>
                  </a:lnTo>
                  <a:lnTo>
                    <a:pt x="3349439" y="2660202"/>
                  </a:lnTo>
                  <a:lnTo>
                    <a:pt x="3349585" y="2660202"/>
                  </a:lnTo>
                  <a:lnTo>
                    <a:pt x="3349730" y="2660202"/>
                  </a:lnTo>
                  <a:lnTo>
                    <a:pt x="3349876" y="2660202"/>
                  </a:lnTo>
                  <a:lnTo>
                    <a:pt x="3350021" y="2660202"/>
                  </a:lnTo>
                  <a:lnTo>
                    <a:pt x="3350167" y="2660202"/>
                  </a:lnTo>
                  <a:lnTo>
                    <a:pt x="3350312" y="2660202"/>
                  </a:lnTo>
                  <a:lnTo>
                    <a:pt x="3350312" y="2659578"/>
                  </a:lnTo>
                  <a:lnTo>
                    <a:pt x="3350457" y="2659578"/>
                  </a:lnTo>
                  <a:lnTo>
                    <a:pt x="3350603" y="2659578"/>
                  </a:lnTo>
                  <a:lnTo>
                    <a:pt x="3350748" y="2659578"/>
                  </a:lnTo>
                  <a:lnTo>
                    <a:pt x="3350894" y="2659578"/>
                  </a:lnTo>
                  <a:lnTo>
                    <a:pt x="3350894" y="2658955"/>
                  </a:lnTo>
                  <a:lnTo>
                    <a:pt x="3351039" y="2658955"/>
                  </a:lnTo>
                  <a:lnTo>
                    <a:pt x="3351185" y="2658955"/>
                  </a:lnTo>
                  <a:lnTo>
                    <a:pt x="3351330" y="2658955"/>
                  </a:lnTo>
                  <a:lnTo>
                    <a:pt x="3351475" y="2658955"/>
                  </a:lnTo>
                  <a:lnTo>
                    <a:pt x="3351621" y="2658955"/>
                  </a:lnTo>
                  <a:lnTo>
                    <a:pt x="3351766" y="2658955"/>
                  </a:lnTo>
                  <a:lnTo>
                    <a:pt x="3351912" y="2658955"/>
                  </a:lnTo>
                  <a:lnTo>
                    <a:pt x="3351912" y="2658331"/>
                  </a:lnTo>
                  <a:lnTo>
                    <a:pt x="3351912" y="2657707"/>
                  </a:lnTo>
                  <a:lnTo>
                    <a:pt x="3352057" y="2657707"/>
                  </a:lnTo>
                  <a:lnTo>
                    <a:pt x="3352203" y="2657707"/>
                  </a:lnTo>
                  <a:lnTo>
                    <a:pt x="3352348" y="2657707"/>
                  </a:lnTo>
                  <a:lnTo>
                    <a:pt x="3352348" y="2657084"/>
                  </a:lnTo>
                  <a:lnTo>
                    <a:pt x="3352493" y="2657084"/>
                  </a:lnTo>
                  <a:lnTo>
                    <a:pt x="3352493" y="2656460"/>
                  </a:lnTo>
                  <a:lnTo>
                    <a:pt x="3352639" y="2656460"/>
                  </a:lnTo>
                  <a:lnTo>
                    <a:pt x="3352639" y="2655837"/>
                  </a:lnTo>
                  <a:lnTo>
                    <a:pt x="3352639" y="2655213"/>
                  </a:lnTo>
                  <a:lnTo>
                    <a:pt x="3352784" y="2655213"/>
                  </a:lnTo>
                  <a:lnTo>
                    <a:pt x="3352930" y="2655213"/>
                  </a:lnTo>
                  <a:lnTo>
                    <a:pt x="3353075" y="2655213"/>
                  </a:lnTo>
                  <a:lnTo>
                    <a:pt x="3353221" y="2655213"/>
                  </a:lnTo>
                  <a:lnTo>
                    <a:pt x="3353366" y="2655213"/>
                  </a:lnTo>
                  <a:lnTo>
                    <a:pt x="3353511" y="2655213"/>
                  </a:lnTo>
                  <a:lnTo>
                    <a:pt x="3353657" y="2655213"/>
                  </a:lnTo>
                  <a:lnTo>
                    <a:pt x="3353802" y="2655213"/>
                  </a:lnTo>
                  <a:lnTo>
                    <a:pt x="3353948" y="2655213"/>
                  </a:lnTo>
                  <a:lnTo>
                    <a:pt x="3354093" y="2655213"/>
                  </a:lnTo>
                  <a:lnTo>
                    <a:pt x="3354239" y="2655213"/>
                  </a:lnTo>
                  <a:lnTo>
                    <a:pt x="3354384" y="2655213"/>
                  </a:lnTo>
                  <a:lnTo>
                    <a:pt x="3354529" y="2655213"/>
                  </a:lnTo>
                  <a:lnTo>
                    <a:pt x="3354675" y="2655213"/>
                  </a:lnTo>
                  <a:lnTo>
                    <a:pt x="3354820" y="2655213"/>
                  </a:lnTo>
                  <a:lnTo>
                    <a:pt x="3354966" y="2655213"/>
                  </a:lnTo>
                  <a:lnTo>
                    <a:pt x="3355111" y="2655213"/>
                  </a:lnTo>
                  <a:lnTo>
                    <a:pt x="3355111" y="2654589"/>
                  </a:lnTo>
                  <a:lnTo>
                    <a:pt x="3355257" y="2654589"/>
                  </a:lnTo>
                  <a:lnTo>
                    <a:pt x="3355402" y="2654589"/>
                  </a:lnTo>
                  <a:lnTo>
                    <a:pt x="3355547" y="2654589"/>
                  </a:lnTo>
                  <a:lnTo>
                    <a:pt x="3355547" y="2653966"/>
                  </a:lnTo>
                  <a:lnTo>
                    <a:pt x="3355693" y="2653966"/>
                  </a:lnTo>
                  <a:lnTo>
                    <a:pt x="3355838" y="2653966"/>
                  </a:lnTo>
                  <a:lnTo>
                    <a:pt x="3355984" y="2653966"/>
                  </a:lnTo>
                  <a:lnTo>
                    <a:pt x="3356129" y="2653966"/>
                  </a:lnTo>
                  <a:lnTo>
                    <a:pt x="3356274" y="2653966"/>
                  </a:lnTo>
                  <a:lnTo>
                    <a:pt x="3356420" y="2653966"/>
                  </a:lnTo>
                  <a:lnTo>
                    <a:pt x="3356565" y="2653966"/>
                  </a:lnTo>
                  <a:lnTo>
                    <a:pt x="3356711" y="2653966"/>
                  </a:lnTo>
                  <a:lnTo>
                    <a:pt x="3356856" y="2653966"/>
                  </a:lnTo>
                  <a:lnTo>
                    <a:pt x="3357002" y="2653966"/>
                  </a:lnTo>
                  <a:lnTo>
                    <a:pt x="3357147" y="2653966"/>
                  </a:lnTo>
                  <a:lnTo>
                    <a:pt x="3357292" y="2653966"/>
                  </a:lnTo>
                  <a:lnTo>
                    <a:pt x="3357438" y="2653966"/>
                  </a:lnTo>
                  <a:lnTo>
                    <a:pt x="3357438" y="2653342"/>
                  </a:lnTo>
                  <a:lnTo>
                    <a:pt x="3357438" y="2652719"/>
                  </a:lnTo>
                  <a:lnTo>
                    <a:pt x="3357583" y="2652719"/>
                  </a:lnTo>
                  <a:lnTo>
                    <a:pt x="3357729" y="2652719"/>
                  </a:lnTo>
                  <a:lnTo>
                    <a:pt x="3357874" y="2652719"/>
                  </a:lnTo>
                  <a:lnTo>
                    <a:pt x="3358020" y="2652719"/>
                  </a:lnTo>
                  <a:lnTo>
                    <a:pt x="3358020" y="2652095"/>
                  </a:lnTo>
                  <a:lnTo>
                    <a:pt x="3358165" y="2652095"/>
                  </a:lnTo>
                  <a:lnTo>
                    <a:pt x="3358310" y="2652095"/>
                  </a:lnTo>
                  <a:lnTo>
                    <a:pt x="3358456" y="2652095"/>
                  </a:lnTo>
                  <a:lnTo>
                    <a:pt x="3358601" y="2652095"/>
                  </a:lnTo>
                  <a:lnTo>
                    <a:pt x="3358747" y="2652095"/>
                  </a:lnTo>
                  <a:lnTo>
                    <a:pt x="3358892" y="2652095"/>
                  </a:lnTo>
                  <a:lnTo>
                    <a:pt x="3359038" y="2652095"/>
                  </a:lnTo>
                  <a:lnTo>
                    <a:pt x="3359183" y="2652095"/>
                  </a:lnTo>
                  <a:lnTo>
                    <a:pt x="3359328" y="2652095"/>
                  </a:lnTo>
                  <a:lnTo>
                    <a:pt x="3359474" y="2652095"/>
                  </a:lnTo>
                  <a:lnTo>
                    <a:pt x="3359474" y="2651472"/>
                  </a:lnTo>
                  <a:lnTo>
                    <a:pt x="3359619" y="2651472"/>
                  </a:lnTo>
                  <a:lnTo>
                    <a:pt x="3359765" y="2651472"/>
                  </a:lnTo>
                  <a:lnTo>
                    <a:pt x="3359910" y="2651472"/>
                  </a:lnTo>
                  <a:lnTo>
                    <a:pt x="3360056" y="2651472"/>
                  </a:lnTo>
                  <a:lnTo>
                    <a:pt x="3360201" y="2651472"/>
                  </a:lnTo>
                  <a:lnTo>
                    <a:pt x="3360346" y="2651472"/>
                  </a:lnTo>
                  <a:lnTo>
                    <a:pt x="3360346" y="2650848"/>
                  </a:lnTo>
                  <a:lnTo>
                    <a:pt x="3360492" y="2650848"/>
                  </a:lnTo>
                  <a:lnTo>
                    <a:pt x="3360637" y="2650848"/>
                  </a:lnTo>
                  <a:lnTo>
                    <a:pt x="3360783" y="2650848"/>
                  </a:lnTo>
                  <a:lnTo>
                    <a:pt x="3360928" y="2650848"/>
                  </a:lnTo>
                  <a:lnTo>
                    <a:pt x="3361074" y="2650848"/>
                  </a:lnTo>
                  <a:lnTo>
                    <a:pt x="3361219" y="2650848"/>
                  </a:lnTo>
                  <a:lnTo>
                    <a:pt x="3361364" y="2650848"/>
                  </a:lnTo>
                  <a:lnTo>
                    <a:pt x="3361510" y="2650848"/>
                  </a:lnTo>
                  <a:lnTo>
                    <a:pt x="3361655" y="2650848"/>
                  </a:lnTo>
                  <a:lnTo>
                    <a:pt x="3361801" y="2650848"/>
                  </a:lnTo>
                  <a:lnTo>
                    <a:pt x="3361946" y="2650848"/>
                  </a:lnTo>
                  <a:lnTo>
                    <a:pt x="3362092" y="2650848"/>
                  </a:lnTo>
                  <a:lnTo>
                    <a:pt x="3362092" y="2650224"/>
                  </a:lnTo>
                  <a:lnTo>
                    <a:pt x="3362237" y="2650224"/>
                  </a:lnTo>
                  <a:lnTo>
                    <a:pt x="3362382" y="2650224"/>
                  </a:lnTo>
                  <a:lnTo>
                    <a:pt x="3362528" y="2650224"/>
                  </a:lnTo>
                  <a:lnTo>
                    <a:pt x="3362673" y="2650224"/>
                  </a:lnTo>
                  <a:lnTo>
                    <a:pt x="3362819" y="2650224"/>
                  </a:lnTo>
                  <a:lnTo>
                    <a:pt x="3362819" y="2649601"/>
                  </a:lnTo>
                  <a:lnTo>
                    <a:pt x="3362964" y="2649601"/>
                  </a:lnTo>
                  <a:lnTo>
                    <a:pt x="3363109" y="2649601"/>
                  </a:lnTo>
                  <a:lnTo>
                    <a:pt x="3363255" y="2649601"/>
                  </a:lnTo>
                  <a:lnTo>
                    <a:pt x="3363400" y="2649601"/>
                  </a:lnTo>
                  <a:lnTo>
                    <a:pt x="3363546" y="2649601"/>
                  </a:lnTo>
                  <a:lnTo>
                    <a:pt x="3363691" y="2649601"/>
                  </a:lnTo>
                  <a:lnTo>
                    <a:pt x="3363837" y="2649601"/>
                  </a:lnTo>
                  <a:lnTo>
                    <a:pt x="3363982" y="2649601"/>
                  </a:lnTo>
                  <a:lnTo>
                    <a:pt x="3363982" y="2648977"/>
                  </a:lnTo>
                  <a:lnTo>
                    <a:pt x="3364127" y="2648977"/>
                  </a:lnTo>
                  <a:lnTo>
                    <a:pt x="3364273" y="2648977"/>
                  </a:lnTo>
                  <a:lnTo>
                    <a:pt x="3364418" y="2648977"/>
                  </a:lnTo>
                  <a:lnTo>
                    <a:pt x="3364564" y="2648977"/>
                  </a:lnTo>
                  <a:lnTo>
                    <a:pt x="3364709" y="2648977"/>
                  </a:lnTo>
                  <a:lnTo>
                    <a:pt x="3364855" y="2648977"/>
                  </a:lnTo>
                  <a:lnTo>
                    <a:pt x="3365000" y="2648977"/>
                  </a:lnTo>
                  <a:lnTo>
                    <a:pt x="3365000" y="2648354"/>
                  </a:lnTo>
                  <a:lnTo>
                    <a:pt x="3365145" y="2648354"/>
                  </a:lnTo>
                  <a:lnTo>
                    <a:pt x="3365145" y="2647730"/>
                  </a:lnTo>
                  <a:lnTo>
                    <a:pt x="3365145" y="2647106"/>
                  </a:lnTo>
                  <a:lnTo>
                    <a:pt x="3365145" y="2646483"/>
                  </a:lnTo>
                  <a:lnTo>
                    <a:pt x="3365291" y="2646483"/>
                  </a:lnTo>
                  <a:lnTo>
                    <a:pt x="3365436" y="2646483"/>
                  </a:lnTo>
                  <a:lnTo>
                    <a:pt x="3365582" y="2646483"/>
                  </a:lnTo>
                  <a:lnTo>
                    <a:pt x="3365727" y="2646483"/>
                  </a:lnTo>
                  <a:lnTo>
                    <a:pt x="3365873" y="2646483"/>
                  </a:lnTo>
                  <a:lnTo>
                    <a:pt x="3366018" y="2646483"/>
                  </a:lnTo>
                  <a:lnTo>
                    <a:pt x="3366163" y="2646483"/>
                  </a:lnTo>
                  <a:lnTo>
                    <a:pt x="3366309" y="2646483"/>
                  </a:lnTo>
                  <a:lnTo>
                    <a:pt x="3366454" y="2646483"/>
                  </a:lnTo>
                  <a:lnTo>
                    <a:pt x="3366600" y="2646483"/>
                  </a:lnTo>
                  <a:lnTo>
                    <a:pt x="3366600" y="2645859"/>
                  </a:lnTo>
                  <a:lnTo>
                    <a:pt x="3366745" y="2645859"/>
                  </a:lnTo>
                  <a:lnTo>
                    <a:pt x="3366891" y="2645859"/>
                  </a:lnTo>
                  <a:lnTo>
                    <a:pt x="3367036" y="2645859"/>
                  </a:lnTo>
                  <a:lnTo>
                    <a:pt x="3367181" y="2645859"/>
                  </a:lnTo>
                  <a:lnTo>
                    <a:pt x="3367327" y="2645859"/>
                  </a:lnTo>
                  <a:lnTo>
                    <a:pt x="3367472" y="2645859"/>
                  </a:lnTo>
                  <a:lnTo>
                    <a:pt x="3367618" y="2645859"/>
                  </a:lnTo>
                  <a:lnTo>
                    <a:pt x="3367763" y="2645859"/>
                  </a:lnTo>
                  <a:lnTo>
                    <a:pt x="3367909" y="2645859"/>
                  </a:lnTo>
                  <a:lnTo>
                    <a:pt x="3367909" y="2645236"/>
                  </a:lnTo>
                  <a:lnTo>
                    <a:pt x="3367909" y="2644612"/>
                  </a:lnTo>
                  <a:lnTo>
                    <a:pt x="3368054" y="2644612"/>
                  </a:lnTo>
                  <a:lnTo>
                    <a:pt x="3368199" y="2644612"/>
                  </a:lnTo>
                  <a:lnTo>
                    <a:pt x="3368199" y="2643989"/>
                  </a:lnTo>
                  <a:lnTo>
                    <a:pt x="3368345" y="2643989"/>
                  </a:lnTo>
                  <a:lnTo>
                    <a:pt x="3368490" y="2643989"/>
                  </a:lnTo>
                  <a:lnTo>
                    <a:pt x="3368636" y="2643989"/>
                  </a:lnTo>
                  <a:lnTo>
                    <a:pt x="3368781" y="2643989"/>
                  </a:lnTo>
                  <a:lnTo>
                    <a:pt x="3368781" y="2643365"/>
                  </a:lnTo>
                  <a:lnTo>
                    <a:pt x="3368781" y="2642741"/>
                  </a:lnTo>
                  <a:lnTo>
                    <a:pt x="3368927" y="2642741"/>
                  </a:lnTo>
                  <a:lnTo>
                    <a:pt x="3369072" y="2642741"/>
                  </a:lnTo>
                  <a:lnTo>
                    <a:pt x="3369217" y="2642741"/>
                  </a:lnTo>
                  <a:lnTo>
                    <a:pt x="3369217" y="2642118"/>
                  </a:lnTo>
                  <a:lnTo>
                    <a:pt x="3369217" y="2641494"/>
                  </a:lnTo>
                  <a:lnTo>
                    <a:pt x="3369363" y="2641494"/>
                  </a:lnTo>
                  <a:lnTo>
                    <a:pt x="3369508" y="2641494"/>
                  </a:lnTo>
                  <a:lnTo>
                    <a:pt x="3369654" y="2641494"/>
                  </a:lnTo>
                  <a:lnTo>
                    <a:pt x="3369799" y="2641494"/>
                  </a:lnTo>
                  <a:lnTo>
                    <a:pt x="3369944" y="2641494"/>
                  </a:lnTo>
                  <a:lnTo>
                    <a:pt x="3370090" y="2641494"/>
                  </a:lnTo>
                  <a:lnTo>
                    <a:pt x="3370235" y="2641494"/>
                  </a:lnTo>
                  <a:lnTo>
                    <a:pt x="3370381" y="2641494"/>
                  </a:lnTo>
                  <a:lnTo>
                    <a:pt x="3370526" y="2641494"/>
                  </a:lnTo>
                  <a:lnTo>
                    <a:pt x="3370672" y="2641494"/>
                  </a:lnTo>
                  <a:lnTo>
                    <a:pt x="3370817" y="2641494"/>
                  </a:lnTo>
                  <a:lnTo>
                    <a:pt x="3370962" y="2641494"/>
                  </a:lnTo>
                  <a:lnTo>
                    <a:pt x="3371108" y="2641494"/>
                  </a:lnTo>
                  <a:lnTo>
                    <a:pt x="3371253" y="2641494"/>
                  </a:lnTo>
                  <a:lnTo>
                    <a:pt x="3371253" y="2640871"/>
                  </a:lnTo>
                  <a:lnTo>
                    <a:pt x="3371399" y="2640871"/>
                  </a:lnTo>
                  <a:lnTo>
                    <a:pt x="3371399" y="2640247"/>
                  </a:lnTo>
                  <a:lnTo>
                    <a:pt x="3371544" y="2640247"/>
                  </a:lnTo>
                  <a:lnTo>
                    <a:pt x="3371690" y="2640247"/>
                  </a:lnTo>
                  <a:lnTo>
                    <a:pt x="3371835" y="2640247"/>
                  </a:lnTo>
                  <a:lnTo>
                    <a:pt x="3371980" y="2640247"/>
                  </a:lnTo>
                  <a:lnTo>
                    <a:pt x="3372126" y="2640247"/>
                  </a:lnTo>
                  <a:lnTo>
                    <a:pt x="3372271" y="2640247"/>
                  </a:lnTo>
                  <a:lnTo>
                    <a:pt x="3372417" y="2640247"/>
                  </a:lnTo>
                  <a:lnTo>
                    <a:pt x="3372562" y="2640247"/>
                  </a:lnTo>
                  <a:lnTo>
                    <a:pt x="3372708" y="2640247"/>
                  </a:lnTo>
                  <a:lnTo>
                    <a:pt x="3372853" y="2640247"/>
                  </a:lnTo>
                  <a:lnTo>
                    <a:pt x="3372998" y="2640247"/>
                  </a:lnTo>
                  <a:lnTo>
                    <a:pt x="3372998" y="2639623"/>
                  </a:lnTo>
                  <a:lnTo>
                    <a:pt x="3373144" y="2639623"/>
                  </a:lnTo>
                  <a:lnTo>
                    <a:pt x="3373289" y="2639623"/>
                  </a:lnTo>
                  <a:lnTo>
                    <a:pt x="3373435" y="2639623"/>
                  </a:lnTo>
                  <a:lnTo>
                    <a:pt x="3373580" y="2639623"/>
                  </a:lnTo>
                  <a:lnTo>
                    <a:pt x="3373726" y="2639623"/>
                  </a:lnTo>
                  <a:lnTo>
                    <a:pt x="3373871" y="2639623"/>
                  </a:lnTo>
                  <a:lnTo>
                    <a:pt x="3374016" y="2639623"/>
                  </a:lnTo>
                  <a:lnTo>
                    <a:pt x="3374162" y="2639623"/>
                  </a:lnTo>
                  <a:lnTo>
                    <a:pt x="3374307" y="2639623"/>
                  </a:lnTo>
                  <a:lnTo>
                    <a:pt x="3374307" y="2639000"/>
                  </a:lnTo>
                  <a:lnTo>
                    <a:pt x="3374453" y="2639000"/>
                  </a:lnTo>
                  <a:lnTo>
                    <a:pt x="3374598" y="2639000"/>
                  </a:lnTo>
                  <a:lnTo>
                    <a:pt x="3374744" y="2639000"/>
                  </a:lnTo>
                  <a:lnTo>
                    <a:pt x="3374889" y="2639000"/>
                  </a:lnTo>
                  <a:lnTo>
                    <a:pt x="3375034" y="2639000"/>
                  </a:lnTo>
                  <a:lnTo>
                    <a:pt x="3375034" y="2638376"/>
                  </a:lnTo>
                  <a:lnTo>
                    <a:pt x="3375180" y="2638376"/>
                  </a:lnTo>
                  <a:lnTo>
                    <a:pt x="3375325" y="2638376"/>
                  </a:lnTo>
                  <a:lnTo>
                    <a:pt x="3375471" y="2638376"/>
                  </a:lnTo>
                  <a:lnTo>
                    <a:pt x="3375616" y="2638376"/>
                  </a:lnTo>
                  <a:lnTo>
                    <a:pt x="3375762" y="2638376"/>
                  </a:lnTo>
                  <a:lnTo>
                    <a:pt x="3375907" y="2638376"/>
                  </a:lnTo>
                  <a:lnTo>
                    <a:pt x="3376052" y="2638376"/>
                  </a:lnTo>
                  <a:lnTo>
                    <a:pt x="3376198" y="2638376"/>
                  </a:lnTo>
                  <a:lnTo>
                    <a:pt x="3376343" y="2638376"/>
                  </a:lnTo>
                  <a:lnTo>
                    <a:pt x="3376489" y="2638376"/>
                  </a:lnTo>
                  <a:lnTo>
                    <a:pt x="3376634" y="2638376"/>
                  </a:lnTo>
                  <a:lnTo>
                    <a:pt x="3376779" y="2638376"/>
                  </a:lnTo>
                  <a:lnTo>
                    <a:pt x="3376925" y="2638376"/>
                  </a:lnTo>
                  <a:lnTo>
                    <a:pt x="3377070" y="2638376"/>
                  </a:lnTo>
                  <a:lnTo>
                    <a:pt x="3377216" y="2638376"/>
                  </a:lnTo>
                  <a:lnTo>
                    <a:pt x="3377361" y="2638376"/>
                  </a:lnTo>
                  <a:lnTo>
                    <a:pt x="3377507" y="2638376"/>
                  </a:lnTo>
                  <a:lnTo>
                    <a:pt x="3377652" y="2638376"/>
                  </a:lnTo>
                  <a:lnTo>
                    <a:pt x="3377652" y="2637753"/>
                  </a:lnTo>
                  <a:lnTo>
                    <a:pt x="3377797" y="2637753"/>
                  </a:lnTo>
                  <a:lnTo>
                    <a:pt x="3377943" y="2637753"/>
                  </a:lnTo>
                  <a:lnTo>
                    <a:pt x="3378088" y="2637753"/>
                  </a:lnTo>
                  <a:lnTo>
                    <a:pt x="3378234" y="2637753"/>
                  </a:lnTo>
                  <a:lnTo>
                    <a:pt x="3378379" y="2637753"/>
                  </a:lnTo>
                  <a:lnTo>
                    <a:pt x="3378379" y="2637129"/>
                  </a:lnTo>
                  <a:lnTo>
                    <a:pt x="3378379" y="2636506"/>
                  </a:lnTo>
                  <a:lnTo>
                    <a:pt x="3378525" y="2636506"/>
                  </a:lnTo>
                  <a:lnTo>
                    <a:pt x="3378670" y="2636506"/>
                  </a:lnTo>
                  <a:lnTo>
                    <a:pt x="3378815" y="2636506"/>
                  </a:lnTo>
                  <a:lnTo>
                    <a:pt x="3378815" y="2635882"/>
                  </a:lnTo>
                  <a:lnTo>
                    <a:pt x="3378961" y="2635882"/>
                  </a:lnTo>
                  <a:lnTo>
                    <a:pt x="3379106" y="2635882"/>
                  </a:lnTo>
                  <a:lnTo>
                    <a:pt x="3379252" y="2635882"/>
                  </a:lnTo>
                  <a:lnTo>
                    <a:pt x="3379397" y="2635882"/>
                  </a:lnTo>
                  <a:lnTo>
                    <a:pt x="3379397" y="2635258"/>
                  </a:lnTo>
                  <a:lnTo>
                    <a:pt x="3379543" y="2635258"/>
                  </a:lnTo>
                  <a:lnTo>
                    <a:pt x="3379688" y="2635258"/>
                  </a:lnTo>
                  <a:lnTo>
                    <a:pt x="3379688" y="2634635"/>
                  </a:lnTo>
                  <a:lnTo>
                    <a:pt x="3379833" y="2634635"/>
                  </a:lnTo>
                  <a:lnTo>
                    <a:pt x="3379979" y="2634635"/>
                  </a:lnTo>
                  <a:lnTo>
                    <a:pt x="3379979" y="2634011"/>
                  </a:lnTo>
                  <a:lnTo>
                    <a:pt x="3380124" y="2634011"/>
                  </a:lnTo>
                  <a:lnTo>
                    <a:pt x="3380270" y="2634011"/>
                  </a:lnTo>
                  <a:lnTo>
                    <a:pt x="3380415" y="2634011"/>
                  </a:lnTo>
                  <a:lnTo>
                    <a:pt x="3380561" y="2634011"/>
                  </a:lnTo>
                  <a:lnTo>
                    <a:pt x="3380706" y="2634011"/>
                  </a:lnTo>
                  <a:lnTo>
                    <a:pt x="3380851" y="2634011"/>
                  </a:lnTo>
                  <a:lnTo>
                    <a:pt x="3380997" y="2634011"/>
                  </a:lnTo>
                  <a:lnTo>
                    <a:pt x="3381142" y="2634011"/>
                  </a:lnTo>
                  <a:lnTo>
                    <a:pt x="3381288" y="2634011"/>
                  </a:lnTo>
                  <a:lnTo>
                    <a:pt x="3381288" y="2633388"/>
                  </a:lnTo>
                  <a:lnTo>
                    <a:pt x="3381288" y="2632764"/>
                  </a:lnTo>
                  <a:lnTo>
                    <a:pt x="3381433" y="2632764"/>
                  </a:lnTo>
                  <a:lnTo>
                    <a:pt x="3381579" y="2632764"/>
                  </a:lnTo>
                  <a:lnTo>
                    <a:pt x="3381724" y="2632764"/>
                  </a:lnTo>
                  <a:lnTo>
                    <a:pt x="3381869" y="2632764"/>
                  </a:lnTo>
                  <a:lnTo>
                    <a:pt x="3382015" y="2632764"/>
                  </a:lnTo>
                  <a:lnTo>
                    <a:pt x="3382160" y="2632764"/>
                  </a:lnTo>
                  <a:lnTo>
                    <a:pt x="3382306" y="2632764"/>
                  </a:lnTo>
                  <a:lnTo>
                    <a:pt x="3382451" y="2632764"/>
                  </a:lnTo>
                  <a:lnTo>
                    <a:pt x="3382596" y="2632764"/>
                  </a:lnTo>
                  <a:lnTo>
                    <a:pt x="3382596" y="2632140"/>
                  </a:lnTo>
                  <a:lnTo>
                    <a:pt x="3382742" y="2632140"/>
                  </a:lnTo>
                  <a:lnTo>
                    <a:pt x="3382887" y="2632140"/>
                  </a:lnTo>
                  <a:lnTo>
                    <a:pt x="3383033" y="2632140"/>
                  </a:lnTo>
                  <a:lnTo>
                    <a:pt x="3383178" y="2632140"/>
                  </a:lnTo>
                  <a:lnTo>
                    <a:pt x="3383324" y="2632140"/>
                  </a:lnTo>
                  <a:lnTo>
                    <a:pt x="3383469" y="2632140"/>
                  </a:lnTo>
                  <a:lnTo>
                    <a:pt x="3383614" y="2632140"/>
                  </a:lnTo>
                  <a:lnTo>
                    <a:pt x="3383760" y="2632140"/>
                  </a:lnTo>
                  <a:lnTo>
                    <a:pt x="3383905" y="2632140"/>
                  </a:lnTo>
                  <a:lnTo>
                    <a:pt x="3384051" y="2632140"/>
                  </a:lnTo>
                  <a:lnTo>
                    <a:pt x="3384196" y="2632140"/>
                  </a:lnTo>
                  <a:lnTo>
                    <a:pt x="3384342" y="2632140"/>
                  </a:lnTo>
                  <a:lnTo>
                    <a:pt x="3384487" y="2632140"/>
                  </a:lnTo>
                  <a:lnTo>
                    <a:pt x="3384632" y="2632140"/>
                  </a:lnTo>
                  <a:lnTo>
                    <a:pt x="3384778" y="2632140"/>
                  </a:lnTo>
                  <a:lnTo>
                    <a:pt x="3384923" y="2632140"/>
                  </a:lnTo>
                  <a:lnTo>
                    <a:pt x="3385069" y="2632140"/>
                  </a:lnTo>
                  <a:lnTo>
                    <a:pt x="3385214" y="2632140"/>
                  </a:lnTo>
                  <a:lnTo>
                    <a:pt x="3385360" y="2632140"/>
                  </a:lnTo>
                  <a:lnTo>
                    <a:pt x="3385505" y="2632140"/>
                  </a:lnTo>
                  <a:lnTo>
                    <a:pt x="3385650" y="2632140"/>
                  </a:lnTo>
                  <a:lnTo>
                    <a:pt x="3385650" y="2631517"/>
                  </a:lnTo>
                  <a:lnTo>
                    <a:pt x="3385796" y="2631517"/>
                  </a:lnTo>
                  <a:lnTo>
                    <a:pt x="3385941" y="2631517"/>
                  </a:lnTo>
                  <a:lnTo>
                    <a:pt x="3386087" y="2631517"/>
                  </a:lnTo>
                  <a:lnTo>
                    <a:pt x="3386232" y="2631517"/>
                  </a:lnTo>
                  <a:lnTo>
                    <a:pt x="3386378" y="2631517"/>
                  </a:lnTo>
                  <a:lnTo>
                    <a:pt x="3386523" y="2631517"/>
                  </a:lnTo>
                  <a:lnTo>
                    <a:pt x="3386668" y="2631517"/>
                  </a:lnTo>
                  <a:lnTo>
                    <a:pt x="3386814" y="2631517"/>
                  </a:lnTo>
                  <a:lnTo>
                    <a:pt x="3386959" y="2631517"/>
                  </a:lnTo>
                  <a:lnTo>
                    <a:pt x="3386959" y="2630893"/>
                  </a:lnTo>
                  <a:lnTo>
                    <a:pt x="3387105" y="2630893"/>
                  </a:lnTo>
                  <a:lnTo>
                    <a:pt x="3387250" y="2630893"/>
                  </a:lnTo>
                  <a:lnTo>
                    <a:pt x="3387396" y="2630893"/>
                  </a:lnTo>
                  <a:lnTo>
                    <a:pt x="3387396" y="2630270"/>
                  </a:lnTo>
                  <a:lnTo>
                    <a:pt x="3387541" y="2630270"/>
                  </a:lnTo>
                  <a:lnTo>
                    <a:pt x="3387541" y="2629646"/>
                  </a:lnTo>
                  <a:lnTo>
                    <a:pt x="3387686" y="2629646"/>
                  </a:lnTo>
                  <a:lnTo>
                    <a:pt x="3387686" y="2629023"/>
                  </a:lnTo>
                  <a:lnTo>
                    <a:pt x="3387832" y="2629023"/>
                  </a:lnTo>
                  <a:lnTo>
                    <a:pt x="3387977" y="2629023"/>
                  </a:lnTo>
                  <a:lnTo>
                    <a:pt x="3388123" y="2629023"/>
                  </a:lnTo>
                  <a:lnTo>
                    <a:pt x="3388268" y="2629023"/>
                  </a:lnTo>
                  <a:lnTo>
                    <a:pt x="3388414" y="2629023"/>
                  </a:lnTo>
                  <a:lnTo>
                    <a:pt x="3388559" y="2629023"/>
                  </a:lnTo>
                  <a:lnTo>
                    <a:pt x="3388704" y="2629023"/>
                  </a:lnTo>
                  <a:lnTo>
                    <a:pt x="3388850" y="2629023"/>
                  </a:lnTo>
                  <a:lnTo>
                    <a:pt x="3388995" y="2629023"/>
                  </a:lnTo>
                  <a:lnTo>
                    <a:pt x="3389141" y="2629023"/>
                  </a:lnTo>
                  <a:lnTo>
                    <a:pt x="3389286" y="2629023"/>
                  </a:lnTo>
                  <a:lnTo>
                    <a:pt x="3389431" y="2629023"/>
                  </a:lnTo>
                  <a:lnTo>
                    <a:pt x="3389577" y="2629023"/>
                  </a:lnTo>
                  <a:lnTo>
                    <a:pt x="3389722" y="2629023"/>
                  </a:lnTo>
                  <a:lnTo>
                    <a:pt x="3389868" y="2629023"/>
                  </a:lnTo>
                  <a:lnTo>
                    <a:pt x="3390013" y="2629023"/>
                  </a:lnTo>
                  <a:lnTo>
                    <a:pt x="3390159" y="2629023"/>
                  </a:lnTo>
                  <a:lnTo>
                    <a:pt x="3390304" y="2629023"/>
                  </a:lnTo>
                  <a:lnTo>
                    <a:pt x="3390449" y="2629023"/>
                  </a:lnTo>
                  <a:lnTo>
                    <a:pt x="3390595" y="2629023"/>
                  </a:lnTo>
                  <a:lnTo>
                    <a:pt x="3390740" y="2629023"/>
                  </a:lnTo>
                  <a:lnTo>
                    <a:pt x="3390740" y="2628399"/>
                  </a:lnTo>
                  <a:lnTo>
                    <a:pt x="3390886" y="2628399"/>
                  </a:lnTo>
                  <a:lnTo>
                    <a:pt x="3390886" y="2627775"/>
                  </a:lnTo>
                  <a:lnTo>
                    <a:pt x="3391031" y="2627775"/>
                  </a:lnTo>
                  <a:lnTo>
                    <a:pt x="3391177" y="2627775"/>
                  </a:lnTo>
                  <a:lnTo>
                    <a:pt x="3391322" y="2627775"/>
                  </a:lnTo>
                  <a:lnTo>
                    <a:pt x="3391467" y="2627775"/>
                  </a:lnTo>
                  <a:lnTo>
                    <a:pt x="3391467" y="2627152"/>
                  </a:lnTo>
                  <a:lnTo>
                    <a:pt x="3391613" y="2627152"/>
                  </a:lnTo>
                  <a:lnTo>
                    <a:pt x="3391758" y="2627152"/>
                  </a:lnTo>
                  <a:lnTo>
                    <a:pt x="3391904" y="2627152"/>
                  </a:lnTo>
                  <a:lnTo>
                    <a:pt x="3392049" y="2627152"/>
                  </a:lnTo>
                  <a:lnTo>
                    <a:pt x="3392195" y="2627152"/>
                  </a:lnTo>
                  <a:lnTo>
                    <a:pt x="3392340" y="2627152"/>
                  </a:lnTo>
                  <a:lnTo>
                    <a:pt x="3392485" y="2627152"/>
                  </a:lnTo>
                  <a:lnTo>
                    <a:pt x="3392631" y="2627152"/>
                  </a:lnTo>
                  <a:lnTo>
                    <a:pt x="3392776" y="2627152"/>
                  </a:lnTo>
                  <a:lnTo>
                    <a:pt x="3392922" y="2627152"/>
                  </a:lnTo>
                  <a:lnTo>
                    <a:pt x="3393067" y="2627152"/>
                  </a:lnTo>
                  <a:lnTo>
                    <a:pt x="3393213" y="2627152"/>
                  </a:lnTo>
                  <a:lnTo>
                    <a:pt x="3393358" y="2627152"/>
                  </a:lnTo>
                  <a:lnTo>
                    <a:pt x="3393503" y="2627152"/>
                  </a:lnTo>
                  <a:lnTo>
                    <a:pt x="3393649" y="2627152"/>
                  </a:lnTo>
                  <a:lnTo>
                    <a:pt x="3393794" y="2627152"/>
                  </a:lnTo>
                  <a:lnTo>
                    <a:pt x="3393940" y="2627152"/>
                  </a:lnTo>
                  <a:lnTo>
                    <a:pt x="3394085" y="2627152"/>
                  </a:lnTo>
                  <a:lnTo>
                    <a:pt x="3394231" y="2627152"/>
                  </a:lnTo>
                  <a:lnTo>
                    <a:pt x="3394376" y="2627152"/>
                  </a:lnTo>
                  <a:lnTo>
                    <a:pt x="3394521" y="2627152"/>
                  </a:lnTo>
                  <a:lnTo>
                    <a:pt x="3394667" y="2627152"/>
                  </a:lnTo>
                  <a:lnTo>
                    <a:pt x="3394667" y="2626528"/>
                  </a:lnTo>
                  <a:lnTo>
                    <a:pt x="3394812" y="2626528"/>
                  </a:lnTo>
                  <a:lnTo>
                    <a:pt x="3394958" y="2626528"/>
                  </a:lnTo>
                  <a:lnTo>
                    <a:pt x="3394958" y="2625905"/>
                  </a:lnTo>
                  <a:lnTo>
                    <a:pt x="3395103" y="2625905"/>
                  </a:lnTo>
                  <a:lnTo>
                    <a:pt x="3395249" y="2625905"/>
                  </a:lnTo>
                  <a:lnTo>
                    <a:pt x="3395394" y="2625905"/>
                  </a:lnTo>
                  <a:lnTo>
                    <a:pt x="3395539" y="2625905"/>
                  </a:lnTo>
                  <a:lnTo>
                    <a:pt x="3395685" y="2625905"/>
                  </a:lnTo>
                  <a:lnTo>
                    <a:pt x="3395830" y="2625905"/>
                  </a:lnTo>
                  <a:lnTo>
                    <a:pt x="3395976" y="2625905"/>
                  </a:lnTo>
                  <a:lnTo>
                    <a:pt x="3396121" y="2625905"/>
                  </a:lnTo>
                  <a:lnTo>
                    <a:pt x="3396266" y="2625905"/>
                  </a:lnTo>
                  <a:lnTo>
                    <a:pt x="3396412" y="2625905"/>
                  </a:lnTo>
                  <a:lnTo>
                    <a:pt x="3396557" y="2625905"/>
                  </a:lnTo>
                  <a:lnTo>
                    <a:pt x="3396703" y="2625905"/>
                  </a:lnTo>
                  <a:lnTo>
                    <a:pt x="3396848" y="2625905"/>
                  </a:lnTo>
                  <a:lnTo>
                    <a:pt x="3396848" y="2625281"/>
                  </a:lnTo>
                  <a:lnTo>
                    <a:pt x="3396994" y="2625281"/>
                  </a:lnTo>
                  <a:lnTo>
                    <a:pt x="3397139" y="2625281"/>
                  </a:lnTo>
                  <a:lnTo>
                    <a:pt x="3397139" y="2624657"/>
                  </a:lnTo>
                  <a:lnTo>
                    <a:pt x="3397284" y="2624657"/>
                  </a:lnTo>
                  <a:lnTo>
                    <a:pt x="3397430" y="2624657"/>
                  </a:lnTo>
                  <a:lnTo>
                    <a:pt x="3397575" y="2624657"/>
                  </a:lnTo>
                  <a:lnTo>
                    <a:pt x="3397721" y="2624657"/>
                  </a:lnTo>
                  <a:lnTo>
                    <a:pt x="3397866" y="2624657"/>
                  </a:lnTo>
                  <a:lnTo>
                    <a:pt x="3398012" y="2624657"/>
                  </a:lnTo>
                  <a:lnTo>
                    <a:pt x="3398157" y="2624657"/>
                  </a:lnTo>
                  <a:lnTo>
                    <a:pt x="3398157" y="2624034"/>
                  </a:lnTo>
                  <a:lnTo>
                    <a:pt x="3398302" y="2624034"/>
                  </a:lnTo>
                  <a:lnTo>
                    <a:pt x="3398302" y="2623410"/>
                  </a:lnTo>
                  <a:lnTo>
                    <a:pt x="3398448" y="2623410"/>
                  </a:lnTo>
                  <a:lnTo>
                    <a:pt x="3398593" y="2623410"/>
                  </a:lnTo>
                  <a:lnTo>
                    <a:pt x="3398739" y="2623410"/>
                  </a:lnTo>
                  <a:lnTo>
                    <a:pt x="3398884" y="2623410"/>
                  </a:lnTo>
                  <a:lnTo>
                    <a:pt x="3399030" y="2623410"/>
                  </a:lnTo>
                  <a:lnTo>
                    <a:pt x="3399175" y="2623410"/>
                  </a:lnTo>
                  <a:lnTo>
                    <a:pt x="3399320" y="2623410"/>
                  </a:lnTo>
                  <a:lnTo>
                    <a:pt x="3399466" y="2623410"/>
                  </a:lnTo>
                  <a:lnTo>
                    <a:pt x="3399466" y="2622787"/>
                  </a:lnTo>
                  <a:lnTo>
                    <a:pt x="3399611" y="2622787"/>
                  </a:lnTo>
                  <a:lnTo>
                    <a:pt x="3399757" y="2622787"/>
                  </a:lnTo>
                  <a:lnTo>
                    <a:pt x="3399902" y="2622787"/>
                  </a:lnTo>
                  <a:lnTo>
                    <a:pt x="3400048" y="2622787"/>
                  </a:lnTo>
                  <a:lnTo>
                    <a:pt x="3400193" y="2622787"/>
                  </a:lnTo>
                  <a:lnTo>
                    <a:pt x="3400338" y="2622787"/>
                  </a:lnTo>
                  <a:lnTo>
                    <a:pt x="3400484" y="2622787"/>
                  </a:lnTo>
                  <a:lnTo>
                    <a:pt x="3400629" y="2622787"/>
                  </a:lnTo>
                  <a:lnTo>
                    <a:pt x="3400775" y="2622787"/>
                  </a:lnTo>
                  <a:lnTo>
                    <a:pt x="3400920" y="2622787"/>
                  </a:lnTo>
                  <a:lnTo>
                    <a:pt x="3401066" y="2622787"/>
                  </a:lnTo>
                  <a:lnTo>
                    <a:pt x="3401211" y="2622787"/>
                  </a:lnTo>
                  <a:lnTo>
                    <a:pt x="3401356" y="2622787"/>
                  </a:lnTo>
                  <a:lnTo>
                    <a:pt x="3401502" y="2622787"/>
                  </a:lnTo>
                  <a:lnTo>
                    <a:pt x="3401647" y="2622787"/>
                  </a:lnTo>
                  <a:lnTo>
                    <a:pt x="3401793" y="2622787"/>
                  </a:lnTo>
                  <a:lnTo>
                    <a:pt x="3401938" y="2622787"/>
                  </a:lnTo>
                  <a:lnTo>
                    <a:pt x="3402084" y="2622787"/>
                  </a:lnTo>
                  <a:lnTo>
                    <a:pt x="3402229" y="2622787"/>
                  </a:lnTo>
                  <a:lnTo>
                    <a:pt x="3402374" y="2622787"/>
                  </a:lnTo>
                  <a:lnTo>
                    <a:pt x="3402520" y="2622787"/>
                  </a:lnTo>
                  <a:lnTo>
                    <a:pt x="3402665" y="2622787"/>
                  </a:lnTo>
                  <a:lnTo>
                    <a:pt x="3402811" y="2622787"/>
                  </a:lnTo>
                  <a:lnTo>
                    <a:pt x="3402956" y="2622787"/>
                  </a:lnTo>
                  <a:lnTo>
                    <a:pt x="3402956" y="2622163"/>
                  </a:lnTo>
                  <a:lnTo>
                    <a:pt x="3403101" y="2622163"/>
                  </a:lnTo>
                  <a:lnTo>
                    <a:pt x="3403247" y="2622163"/>
                  </a:lnTo>
                  <a:lnTo>
                    <a:pt x="3403392" y="2622163"/>
                  </a:lnTo>
                  <a:lnTo>
                    <a:pt x="3403538" y="2622163"/>
                  </a:lnTo>
                  <a:lnTo>
                    <a:pt x="3403683" y="2622163"/>
                  </a:lnTo>
                  <a:lnTo>
                    <a:pt x="3403829" y="2622163"/>
                  </a:lnTo>
                  <a:lnTo>
                    <a:pt x="3403974" y="2622163"/>
                  </a:lnTo>
                  <a:lnTo>
                    <a:pt x="3404119" y="2622163"/>
                  </a:lnTo>
                  <a:lnTo>
                    <a:pt x="3404265" y="2622163"/>
                  </a:lnTo>
                  <a:lnTo>
                    <a:pt x="3404410" y="2622163"/>
                  </a:lnTo>
                  <a:lnTo>
                    <a:pt x="3404556" y="2622163"/>
                  </a:lnTo>
                  <a:lnTo>
                    <a:pt x="3404701" y="2622163"/>
                  </a:lnTo>
                  <a:lnTo>
                    <a:pt x="3404847" y="2622163"/>
                  </a:lnTo>
                  <a:lnTo>
                    <a:pt x="3404992" y="2622163"/>
                  </a:lnTo>
                  <a:lnTo>
                    <a:pt x="3405137" y="2622163"/>
                  </a:lnTo>
                  <a:lnTo>
                    <a:pt x="3405283" y="2622163"/>
                  </a:lnTo>
                  <a:lnTo>
                    <a:pt x="3405428" y="2622163"/>
                  </a:lnTo>
                  <a:lnTo>
                    <a:pt x="3405574" y="2622163"/>
                  </a:lnTo>
                  <a:lnTo>
                    <a:pt x="3405719" y="2622163"/>
                  </a:lnTo>
                  <a:lnTo>
                    <a:pt x="3405865" y="2622163"/>
                  </a:lnTo>
                  <a:lnTo>
                    <a:pt x="3406010" y="2622163"/>
                  </a:lnTo>
                  <a:lnTo>
                    <a:pt x="3406010" y="2621540"/>
                  </a:lnTo>
                  <a:lnTo>
                    <a:pt x="3406155" y="2621540"/>
                  </a:lnTo>
                  <a:lnTo>
                    <a:pt x="3406301" y="2621540"/>
                  </a:lnTo>
                  <a:lnTo>
                    <a:pt x="3406446" y="2621540"/>
                  </a:lnTo>
                  <a:lnTo>
                    <a:pt x="3406592" y="2621540"/>
                  </a:lnTo>
                  <a:lnTo>
                    <a:pt x="3406737" y="2621540"/>
                  </a:lnTo>
                  <a:lnTo>
                    <a:pt x="3406737" y="2620916"/>
                  </a:lnTo>
                  <a:lnTo>
                    <a:pt x="3406883" y="2620916"/>
                  </a:lnTo>
                  <a:lnTo>
                    <a:pt x="3407028" y="2620916"/>
                  </a:lnTo>
                  <a:lnTo>
                    <a:pt x="3407173" y="2620916"/>
                  </a:lnTo>
                  <a:lnTo>
                    <a:pt x="3407319" y="2620916"/>
                  </a:lnTo>
                  <a:lnTo>
                    <a:pt x="3407319" y="2620292"/>
                  </a:lnTo>
                  <a:lnTo>
                    <a:pt x="3407464" y="2620292"/>
                  </a:lnTo>
                  <a:lnTo>
                    <a:pt x="3407610" y="2620292"/>
                  </a:lnTo>
                  <a:lnTo>
                    <a:pt x="3407755" y="2620292"/>
                  </a:lnTo>
                  <a:lnTo>
                    <a:pt x="3407755" y="2619669"/>
                  </a:lnTo>
                  <a:lnTo>
                    <a:pt x="3407901" y="2619669"/>
                  </a:lnTo>
                  <a:lnTo>
                    <a:pt x="3407901" y="2619045"/>
                  </a:lnTo>
                  <a:lnTo>
                    <a:pt x="3408046" y="2619045"/>
                  </a:lnTo>
                  <a:lnTo>
                    <a:pt x="3408191" y="2619045"/>
                  </a:lnTo>
                  <a:lnTo>
                    <a:pt x="3408337" y="2619045"/>
                  </a:lnTo>
                  <a:lnTo>
                    <a:pt x="3408482" y="2619045"/>
                  </a:lnTo>
                  <a:lnTo>
                    <a:pt x="3408628" y="2619045"/>
                  </a:lnTo>
                  <a:lnTo>
                    <a:pt x="3408773" y="2619045"/>
                  </a:lnTo>
                  <a:lnTo>
                    <a:pt x="3408919" y="2619045"/>
                  </a:lnTo>
                  <a:lnTo>
                    <a:pt x="3409064" y="2619045"/>
                  </a:lnTo>
                  <a:lnTo>
                    <a:pt x="3409209" y="2619045"/>
                  </a:lnTo>
                  <a:lnTo>
                    <a:pt x="3409355" y="2619045"/>
                  </a:lnTo>
                  <a:lnTo>
                    <a:pt x="3409500" y="2619045"/>
                  </a:lnTo>
                  <a:lnTo>
                    <a:pt x="3409646" y="2619045"/>
                  </a:lnTo>
                  <a:lnTo>
                    <a:pt x="3409791" y="2619045"/>
                  </a:lnTo>
                  <a:lnTo>
                    <a:pt x="3409936" y="2619045"/>
                  </a:lnTo>
                  <a:lnTo>
                    <a:pt x="3410082" y="2619045"/>
                  </a:lnTo>
                  <a:lnTo>
                    <a:pt x="3410227" y="2619045"/>
                  </a:lnTo>
                  <a:lnTo>
                    <a:pt x="3410373" y="2619045"/>
                  </a:lnTo>
                  <a:lnTo>
                    <a:pt x="3410518" y="2619045"/>
                  </a:lnTo>
                  <a:lnTo>
                    <a:pt x="3410518" y="2618422"/>
                  </a:lnTo>
                  <a:lnTo>
                    <a:pt x="3410664" y="2618422"/>
                  </a:lnTo>
                  <a:lnTo>
                    <a:pt x="3410664" y="2617798"/>
                  </a:lnTo>
                  <a:lnTo>
                    <a:pt x="3410809" y="2617798"/>
                  </a:lnTo>
                  <a:lnTo>
                    <a:pt x="3410954" y="2617798"/>
                  </a:lnTo>
                  <a:lnTo>
                    <a:pt x="3411100" y="2617798"/>
                  </a:lnTo>
                  <a:lnTo>
                    <a:pt x="3411100" y="2617174"/>
                  </a:lnTo>
                  <a:lnTo>
                    <a:pt x="3411245" y="2617174"/>
                  </a:lnTo>
                  <a:lnTo>
                    <a:pt x="3411245" y="2616551"/>
                  </a:lnTo>
                  <a:lnTo>
                    <a:pt x="3411245" y="2615927"/>
                  </a:lnTo>
                  <a:lnTo>
                    <a:pt x="3411245" y="2615304"/>
                  </a:lnTo>
                  <a:lnTo>
                    <a:pt x="3411391" y="2615304"/>
                  </a:lnTo>
                  <a:lnTo>
                    <a:pt x="3411391" y="2614680"/>
                  </a:lnTo>
                  <a:lnTo>
                    <a:pt x="3411536" y="2614680"/>
                  </a:lnTo>
                  <a:lnTo>
                    <a:pt x="3411682" y="2614680"/>
                  </a:lnTo>
                  <a:lnTo>
                    <a:pt x="3411682" y="2614057"/>
                  </a:lnTo>
                  <a:lnTo>
                    <a:pt x="3411827" y="2614057"/>
                  </a:lnTo>
                  <a:lnTo>
                    <a:pt x="3411827" y="2613433"/>
                  </a:lnTo>
                  <a:lnTo>
                    <a:pt x="3411972" y="2613433"/>
                  </a:lnTo>
                  <a:lnTo>
                    <a:pt x="3412118" y="2613433"/>
                  </a:lnTo>
                  <a:lnTo>
                    <a:pt x="3412263" y="2613433"/>
                  </a:lnTo>
                  <a:lnTo>
                    <a:pt x="3412409" y="2613433"/>
                  </a:lnTo>
                  <a:lnTo>
                    <a:pt x="3412554" y="2613433"/>
                  </a:lnTo>
                  <a:lnTo>
                    <a:pt x="3412700" y="2613433"/>
                  </a:lnTo>
                  <a:lnTo>
                    <a:pt x="3412845" y="2613433"/>
                  </a:lnTo>
                  <a:lnTo>
                    <a:pt x="3412845" y="2612809"/>
                  </a:lnTo>
                  <a:lnTo>
                    <a:pt x="3412990" y="2612809"/>
                  </a:lnTo>
                  <a:lnTo>
                    <a:pt x="3413136" y="2612809"/>
                  </a:lnTo>
                  <a:lnTo>
                    <a:pt x="3413281" y="2612809"/>
                  </a:lnTo>
                  <a:lnTo>
                    <a:pt x="3413427" y="2612809"/>
                  </a:lnTo>
                  <a:lnTo>
                    <a:pt x="3413427" y="2612186"/>
                  </a:lnTo>
                  <a:lnTo>
                    <a:pt x="3413572" y="2612186"/>
                  </a:lnTo>
                  <a:lnTo>
                    <a:pt x="3413718" y="2612186"/>
                  </a:lnTo>
                  <a:lnTo>
                    <a:pt x="3413863" y="2612186"/>
                  </a:lnTo>
                  <a:lnTo>
                    <a:pt x="3414008" y="2612186"/>
                  </a:lnTo>
                  <a:lnTo>
                    <a:pt x="3414154" y="2612186"/>
                  </a:lnTo>
                  <a:lnTo>
                    <a:pt x="3414299" y="2612186"/>
                  </a:lnTo>
                  <a:lnTo>
                    <a:pt x="3414445" y="2612186"/>
                  </a:lnTo>
                  <a:lnTo>
                    <a:pt x="3414590" y="2612186"/>
                  </a:lnTo>
                  <a:lnTo>
                    <a:pt x="3414736" y="2612186"/>
                  </a:lnTo>
                  <a:lnTo>
                    <a:pt x="3414881" y="2612186"/>
                  </a:lnTo>
                  <a:lnTo>
                    <a:pt x="3415026" y="2612186"/>
                  </a:lnTo>
                  <a:lnTo>
                    <a:pt x="3415172" y="2612186"/>
                  </a:lnTo>
                  <a:lnTo>
                    <a:pt x="3415317" y="2612186"/>
                  </a:lnTo>
                  <a:lnTo>
                    <a:pt x="3415463" y="2612186"/>
                  </a:lnTo>
                  <a:lnTo>
                    <a:pt x="3415608" y="2612186"/>
                  </a:lnTo>
                  <a:lnTo>
                    <a:pt x="3415754" y="2612186"/>
                  </a:lnTo>
                  <a:lnTo>
                    <a:pt x="3415899" y="2612186"/>
                  </a:lnTo>
                  <a:lnTo>
                    <a:pt x="3415899" y="2611562"/>
                  </a:lnTo>
                  <a:lnTo>
                    <a:pt x="3415899" y="2610939"/>
                  </a:lnTo>
                  <a:lnTo>
                    <a:pt x="3415899" y="2610315"/>
                  </a:lnTo>
                  <a:lnTo>
                    <a:pt x="3416044" y="2610315"/>
                  </a:lnTo>
                  <a:lnTo>
                    <a:pt x="3416190" y="2610315"/>
                  </a:lnTo>
                  <a:lnTo>
                    <a:pt x="3416190" y="2609692"/>
                  </a:lnTo>
                  <a:lnTo>
                    <a:pt x="3416335" y="2609692"/>
                  </a:lnTo>
                  <a:lnTo>
                    <a:pt x="3416481" y="2609692"/>
                  </a:lnTo>
                  <a:lnTo>
                    <a:pt x="3416626" y="2609692"/>
                  </a:lnTo>
                  <a:lnTo>
                    <a:pt x="3416626" y="2609068"/>
                  </a:lnTo>
                  <a:lnTo>
                    <a:pt x="3416771" y="2609068"/>
                  </a:lnTo>
                  <a:lnTo>
                    <a:pt x="3416917" y="2609068"/>
                  </a:lnTo>
                  <a:lnTo>
                    <a:pt x="3417062" y="2609068"/>
                  </a:lnTo>
                  <a:lnTo>
                    <a:pt x="3417208" y="2609068"/>
                  </a:lnTo>
                  <a:lnTo>
                    <a:pt x="3417353" y="2609068"/>
                  </a:lnTo>
                  <a:lnTo>
                    <a:pt x="3417499" y="2609068"/>
                  </a:lnTo>
                  <a:lnTo>
                    <a:pt x="3417644" y="2609068"/>
                  </a:lnTo>
                  <a:lnTo>
                    <a:pt x="3417789" y="2609068"/>
                  </a:lnTo>
                  <a:lnTo>
                    <a:pt x="3417935" y="2609068"/>
                  </a:lnTo>
                  <a:lnTo>
                    <a:pt x="3418080" y="2609068"/>
                  </a:lnTo>
                  <a:lnTo>
                    <a:pt x="3418226" y="2609068"/>
                  </a:lnTo>
                  <a:lnTo>
                    <a:pt x="3418371" y="2609068"/>
                  </a:lnTo>
                  <a:lnTo>
                    <a:pt x="3418517" y="2609068"/>
                  </a:lnTo>
                  <a:lnTo>
                    <a:pt x="3418662" y="2609068"/>
                  </a:lnTo>
                  <a:lnTo>
                    <a:pt x="3418807" y="2609068"/>
                  </a:lnTo>
                  <a:lnTo>
                    <a:pt x="3418953" y="2609068"/>
                  </a:lnTo>
                  <a:lnTo>
                    <a:pt x="3419098" y="2609068"/>
                  </a:lnTo>
                  <a:lnTo>
                    <a:pt x="3419244" y="2609068"/>
                  </a:lnTo>
                  <a:lnTo>
                    <a:pt x="3419389" y="2609068"/>
                  </a:lnTo>
                  <a:lnTo>
                    <a:pt x="3419535" y="2609068"/>
                  </a:lnTo>
                  <a:lnTo>
                    <a:pt x="3419680" y="2609068"/>
                  </a:lnTo>
                  <a:lnTo>
                    <a:pt x="3419825" y="2609068"/>
                  </a:lnTo>
                  <a:lnTo>
                    <a:pt x="3419971" y="2609068"/>
                  </a:lnTo>
                  <a:lnTo>
                    <a:pt x="3420116" y="2609068"/>
                  </a:lnTo>
                  <a:lnTo>
                    <a:pt x="3420262" y="2609068"/>
                  </a:lnTo>
                  <a:lnTo>
                    <a:pt x="3420407" y="2609068"/>
                  </a:lnTo>
                  <a:lnTo>
                    <a:pt x="3420553" y="2609068"/>
                  </a:lnTo>
                  <a:lnTo>
                    <a:pt x="3420553" y="2608444"/>
                  </a:lnTo>
                  <a:lnTo>
                    <a:pt x="3420553" y="2607821"/>
                  </a:lnTo>
                  <a:lnTo>
                    <a:pt x="3420698" y="2607821"/>
                  </a:lnTo>
                  <a:lnTo>
                    <a:pt x="3420843" y="2607821"/>
                  </a:lnTo>
                  <a:lnTo>
                    <a:pt x="3420989" y="2607821"/>
                  </a:lnTo>
                  <a:lnTo>
                    <a:pt x="3421134" y="2607821"/>
                  </a:lnTo>
                  <a:lnTo>
                    <a:pt x="3421280" y="2607821"/>
                  </a:lnTo>
                  <a:lnTo>
                    <a:pt x="3421425" y="2607821"/>
                  </a:lnTo>
                  <a:lnTo>
                    <a:pt x="3421571" y="2607821"/>
                  </a:lnTo>
                  <a:lnTo>
                    <a:pt x="3421716" y="2607821"/>
                  </a:lnTo>
                  <a:lnTo>
                    <a:pt x="3421861" y="2607821"/>
                  </a:lnTo>
                  <a:lnTo>
                    <a:pt x="3422007" y="2607821"/>
                  </a:lnTo>
                  <a:lnTo>
                    <a:pt x="3422152" y="2607821"/>
                  </a:lnTo>
                  <a:lnTo>
                    <a:pt x="3422152" y="2607197"/>
                  </a:lnTo>
                  <a:lnTo>
                    <a:pt x="3422298" y="2607197"/>
                  </a:lnTo>
                  <a:lnTo>
                    <a:pt x="3422298" y="2606574"/>
                  </a:lnTo>
                  <a:lnTo>
                    <a:pt x="3422443" y="2606574"/>
                  </a:lnTo>
                  <a:lnTo>
                    <a:pt x="3422589" y="2606574"/>
                  </a:lnTo>
                  <a:lnTo>
                    <a:pt x="3422589" y="2605950"/>
                  </a:lnTo>
                  <a:lnTo>
                    <a:pt x="3422734" y="2605950"/>
                  </a:lnTo>
                  <a:lnTo>
                    <a:pt x="3422879" y="2605950"/>
                  </a:lnTo>
                  <a:lnTo>
                    <a:pt x="3423025" y="2605950"/>
                  </a:lnTo>
                  <a:lnTo>
                    <a:pt x="3423170" y="2605950"/>
                  </a:lnTo>
                  <a:lnTo>
                    <a:pt x="3423316" y="2605950"/>
                  </a:lnTo>
                  <a:lnTo>
                    <a:pt x="3423316" y="2605326"/>
                  </a:lnTo>
                  <a:lnTo>
                    <a:pt x="3423316" y="2604703"/>
                  </a:lnTo>
                  <a:lnTo>
                    <a:pt x="3423316" y="2604079"/>
                  </a:lnTo>
                  <a:lnTo>
                    <a:pt x="3423461" y="2604079"/>
                  </a:lnTo>
                  <a:lnTo>
                    <a:pt x="3423606" y="2604079"/>
                  </a:lnTo>
                  <a:lnTo>
                    <a:pt x="3423752" y="2604079"/>
                  </a:lnTo>
                  <a:lnTo>
                    <a:pt x="3423897" y="2604079"/>
                  </a:lnTo>
                  <a:lnTo>
                    <a:pt x="3424043" y="2604079"/>
                  </a:lnTo>
                  <a:lnTo>
                    <a:pt x="3424188" y="2604079"/>
                  </a:lnTo>
                  <a:lnTo>
                    <a:pt x="3424334" y="2604079"/>
                  </a:lnTo>
                  <a:lnTo>
                    <a:pt x="3424334" y="2603456"/>
                  </a:lnTo>
                  <a:lnTo>
                    <a:pt x="3424479" y="2603456"/>
                  </a:lnTo>
                  <a:lnTo>
                    <a:pt x="3424624" y="2603456"/>
                  </a:lnTo>
                  <a:lnTo>
                    <a:pt x="3424770" y="2603456"/>
                  </a:lnTo>
                  <a:lnTo>
                    <a:pt x="3424915" y="2603456"/>
                  </a:lnTo>
                  <a:lnTo>
                    <a:pt x="3425061" y="2603456"/>
                  </a:lnTo>
                  <a:lnTo>
                    <a:pt x="3425206" y="2603456"/>
                  </a:lnTo>
                  <a:lnTo>
                    <a:pt x="3425352" y="2603456"/>
                  </a:lnTo>
                  <a:lnTo>
                    <a:pt x="3425497" y="2603456"/>
                  </a:lnTo>
                  <a:lnTo>
                    <a:pt x="3425497" y="2602832"/>
                  </a:lnTo>
                  <a:lnTo>
                    <a:pt x="3425642" y="2602832"/>
                  </a:lnTo>
                  <a:lnTo>
                    <a:pt x="3425788" y="2602832"/>
                  </a:lnTo>
                  <a:lnTo>
                    <a:pt x="3425788" y="2602209"/>
                  </a:lnTo>
                  <a:lnTo>
                    <a:pt x="3425788" y="2601585"/>
                  </a:lnTo>
                  <a:lnTo>
                    <a:pt x="3425788" y="2600961"/>
                  </a:lnTo>
                  <a:lnTo>
                    <a:pt x="3425933" y="2600961"/>
                  </a:lnTo>
                  <a:lnTo>
                    <a:pt x="3426079" y="2600961"/>
                  </a:lnTo>
                  <a:lnTo>
                    <a:pt x="3426224" y="2600961"/>
                  </a:lnTo>
                  <a:lnTo>
                    <a:pt x="3426370" y="2600961"/>
                  </a:lnTo>
                  <a:lnTo>
                    <a:pt x="3426515" y="2600961"/>
                  </a:lnTo>
                  <a:lnTo>
                    <a:pt x="3426660" y="2600961"/>
                  </a:lnTo>
                  <a:lnTo>
                    <a:pt x="3426806" y="2600961"/>
                  </a:lnTo>
                  <a:lnTo>
                    <a:pt x="3426951" y="2600961"/>
                  </a:lnTo>
                  <a:lnTo>
                    <a:pt x="3427097" y="2600961"/>
                  </a:lnTo>
                  <a:lnTo>
                    <a:pt x="3427097" y="2600338"/>
                  </a:lnTo>
                  <a:lnTo>
                    <a:pt x="3427242" y="2600338"/>
                  </a:lnTo>
                  <a:lnTo>
                    <a:pt x="3427388" y="2600338"/>
                  </a:lnTo>
                  <a:lnTo>
                    <a:pt x="3427533" y="2600338"/>
                  </a:lnTo>
                  <a:lnTo>
                    <a:pt x="3427678" y="2600338"/>
                  </a:lnTo>
                  <a:lnTo>
                    <a:pt x="3427824" y="2600338"/>
                  </a:lnTo>
                  <a:lnTo>
                    <a:pt x="3427969" y="2600338"/>
                  </a:lnTo>
                  <a:lnTo>
                    <a:pt x="3428115" y="2600338"/>
                  </a:lnTo>
                  <a:lnTo>
                    <a:pt x="3428260" y="2600338"/>
                  </a:lnTo>
                  <a:lnTo>
                    <a:pt x="3428406" y="2600338"/>
                  </a:lnTo>
                  <a:lnTo>
                    <a:pt x="3428551" y="2600338"/>
                  </a:lnTo>
                  <a:lnTo>
                    <a:pt x="3428696" y="2600338"/>
                  </a:lnTo>
                  <a:lnTo>
                    <a:pt x="3428842" y="2600338"/>
                  </a:lnTo>
                  <a:lnTo>
                    <a:pt x="3428987" y="2600338"/>
                  </a:lnTo>
                  <a:lnTo>
                    <a:pt x="3429133" y="2600338"/>
                  </a:lnTo>
                  <a:lnTo>
                    <a:pt x="3429278" y="2600338"/>
                  </a:lnTo>
                  <a:lnTo>
                    <a:pt x="3429424" y="2600338"/>
                  </a:lnTo>
                  <a:lnTo>
                    <a:pt x="3429569" y="2600338"/>
                  </a:lnTo>
                  <a:lnTo>
                    <a:pt x="3429714" y="2600338"/>
                  </a:lnTo>
                  <a:lnTo>
                    <a:pt x="3429860" y="2600338"/>
                  </a:lnTo>
                  <a:lnTo>
                    <a:pt x="3430005" y="2600338"/>
                  </a:lnTo>
                  <a:lnTo>
                    <a:pt x="3430151" y="2600338"/>
                  </a:lnTo>
                  <a:lnTo>
                    <a:pt x="3430296" y="2600338"/>
                  </a:lnTo>
                  <a:lnTo>
                    <a:pt x="3430441" y="2600338"/>
                  </a:lnTo>
                  <a:lnTo>
                    <a:pt x="3430587" y="2600338"/>
                  </a:lnTo>
                  <a:lnTo>
                    <a:pt x="3430732" y="2600338"/>
                  </a:lnTo>
                  <a:lnTo>
                    <a:pt x="3430878" y="2600338"/>
                  </a:lnTo>
                  <a:lnTo>
                    <a:pt x="3431023" y="2600338"/>
                  </a:lnTo>
                  <a:lnTo>
                    <a:pt x="3431169" y="2600338"/>
                  </a:lnTo>
                  <a:lnTo>
                    <a:pt x="3431314" y="2600338"/>
                  </a:lnTo>
                  <a:lnTo>
                    <a:pt x="3431459" y="2600338"/>
                  </a:lnTo>
                  <a:lnTo>
                    <a:pt x="3431459" y="2599714"/>
                  </a:lnTo>
                  <a:lnTo>
                    <a:pt x="3431605" y="2599714"/>
                  </a:lnTo>
                  <a:lnTo>
                    <a:pt x="3431750" y="2599714"/>
                  </a:lnTo>
                  <a:lnTo>
                    <a:pt x="3431896" y="2599714"/>
                  </a:lnTo>
                  <a:lnTo>
                    <a:pt x="3432041" y="2599714"/>
                  </a:lnTo>
                  <a:lnTo>
                    <a:pt x="3432187" y="2599714"/>
                  </a:lnTo>
                  <a:lnTo>
                    <a:pt x="3432332" y="2599714"/>
                  </a:lnTo>
                  <a:lnTo>
                    <a:pt x="3432332" y="2599091"/>
                  </a:lnTo>
                  <a:lnTo>
                    <a:pt x="3432477" y="2599091"/>
                  </a:lnTo>
                  <a:lnTo>
                    <a:pt x="3432623" y="2599091"/>
                  </a:lnTo>
                  <a:lnTo>
                    <a:pt x="3432768" y="2599091"/>
                  </a:lnTo>
                  <a:lnTo>
                    <a:pt x="3432914" y="2599091"/>
                  </a:lnTo>
                  <a:lnTo>
                    <a:pt x="3433059" y="2599091"/>
                  </a:lnTo>
                  <a:lnTo>
                    <a:pt x="3433205" y="2599091"/>
                  </a:lnTo>
                  <a:lnTo>
                    <a:pt x="3433350" y="2599091"/>
                  </a:lnTo>
                  <a:lnTo>
                    <a:pt x="3433350" y="2598467"/>
                  </a:lnTo>
                  <a:lnTo>
                    <a:pt x="3433495" y="2598467"/>
                  </a:lnTo>
                  <a:lnTo>
                    <a:pt x="3433641" y="2598467"/>
                  </a:lnTo>
                  <a:lnTo>
                    <a:pt x="3433786" y="2598467"/>
                  </a:lnTo>
                  <a:lnTo>
                    <a:pt x="3433932" y="2598467"/>
                  </a:lnTo>
                  <a:lnTo>
                    <a:pt x="3434077" y="2598467"/>
                  </a:lnTo>
                  <a:lnTo>
                    <a:pt x="3434223" y="2598467"/>
                  </a:lnTo>
                  <a:lnTo>
                    <a:pt x="3434368" y="2598467"/>
                  </a:lnTo>
                  <a:lnTo>
                    <a:pt x="3434368" y="2597843"/>
                  </a:lnTo>
                  <a:lnTo>
                    <a:pt x="3434513" y="2597843"/>
                  </a:lnTo>
                  <a:lnTo>
                    <a:pt x="3434659" y="2597843"/>
                  </a:lnTo>
                  <a:lnTo>
                    <a:pt x="3434804" y="2597843"/>
                  </a:lnTo>
                  <a:lnTo>
                    <a:pt x="3434950" y="2597843"/>
                  </a:lnTo>
                  <a:lnTo>
                    <a:pt x="3435095" y="2597843"/>
                  </a:lnTo>
                  <a:lnTo>
                    <a:pt x="3435095" y="2597220"/>
                  </a:lnTo>
                  <a:lnTo>
                    <a:pt x="3435241" y="2597220"/>
                  </a:lnTo>
                  <a:lnTo>
                    <a:pt x="3435241" y="2596596"/>
                  </a:lnTo>
                  <a:lnTo>
                    <a:pt x="3435386" y="2596596"/>
                  </a:lnTo>
                  <a:lnTo>
                    <a:pt x="3435531" y="2596596"/>
                  </a:lnTo>
                  <a:lnTo>
                    <a:pt x="3435531" y="2595973"/>
                  </a:lnTo>
                  <a:lnTo>
                    <a:pt x="3435677" y="2595973"/>
                  </a:lnTo>
                  <a:lnTo>
                    <a:pt x="3435822" y="2595973"/>
                  </a:lnTo>
                  <a:lnTo>
                    <a:pt x="3435968" y="2595973"/>
                  </a:lnTo>
                  <a:lnTo>
                    <a:pt x="3436113" y="2595973"/>
                  </a:lnTo>
                  <a:lnTo>
                    <a:pt x="3436259" y="2595973"/>
                  </a:lnTo>
                  <a:lnTo>
                    <a:pt x="3436404" y="2595973"/>
                  </a:lnTo>
                  <a:lnTo>
                    <a:pt x="3436549" y="2595973"/>
                  </a:lnTo>
                  <a:lnTo>
                    <a:pt x="3436695" y="2595973"/>
                  </a:lnTo>
                  <a:lnTo>
                    <a:pt x="3436840" y="2595973"/>
                  </a:lnTo>
                  <a:lnTo>
                    <a:pt x="3436986" y="2595973"/>
                  </a:lnTo>
                  <a:lnTo>
                    <a:pt x="3437131" y="2595973"/>
                  </a:lnTo>
                  <a:lnTo>
                    <a:pt x="3437276" y="2595973"/>
                  </a:lnTo>
                  <a:lnTo>
                    <a:pt x="3437422" y="2595973"/>
                  </a:lnTo>
                  <a:lnTo>
                    <a:pt x="3437567" y="2595973"/>
                  </a:lnTo>
                  <a:lnTo>
                    <a:pt x="3437713" y="2595973"/>
                  </a:lnTo>
                  <a:lnTo>
                    <a:pt x="3437713" y="2595349"/>
                  </a:lnTo>
                  <a:lnTo>
                    <a:pt x="3437858" y="2595349"/>
                  </a:lnTo>
                  <a:lnTo>
                    <a:pt x="3437858" y="2594726"/>
                  </a:lnTo>
                  <a:lnTo>
                    <a:pt x="3437858" y="2594102"/>
                  </a:lnTo>
                  <a:lnTo>
                    <a:pt x="3437858" y="2593478"/>
                  </a:lnTo>
                  <a:lnTo>
                    <a:pt x="3437858" y="2592855"/>
                  </a:lnTo>
                  <a:lnTo>
                    <a:pt x="3438004" y="2592855"/>
                  </a:lnTo>
                  <a:lnTo>
                    <a:pt x="3438004" y="2592231"/>
                  </a:lnTo>
                  <a:lnTo>
                    <a:pt x="3438149" y="2592231"/>
                  </a:lnTo>
                  <a:lnTo>
                    <a:pt x="3438294" y="2592231"/>
                  </a:lnTo>
                  <a:lnTo>
                    <a:pt x="3438440" y="2592231"/>
                  </a:lnTo>
                  <a:lnTo>
                    <a:pt x="3438585" y="2592231"/>
                  </a:lnTo>
                  <a:lnTo>
                    <a:pt x="3438585" y="2591608"/>
                  </a:lnTo>
                  <a:lnTo>
                    <a:pt x="3438731" y="2591608"/>
                  </a:lnTo>
                  <a:lnTo>
                    <a:pt x="3438876" y="2591608"/>
                  </a:lnTo>
                  <a:lnTo>
                    <a:pt x="3438876" y="2590984"/>
                  </a:lnTo>
                  <a:lnTo>
                    <a:pt x="3439022" y="2590984"/>
                  </a:lnTo>
                  <a:lnTo>
                    <a:pt x="3439022" y="2590360"/>
                  </a:lnTo>
                  <a:lnTo>
                    <a:pt x="3439167" y="2590360"/>
                  </a:lnTo>
                  <a:lnTo>
                    <a:pt x="3439312" y="2590360"/>
                  </a:lnTo>
                  <a:lnTo>
                    <a:pt x="3439458" y="2590360"/>
                  </a:lnTo>
                  <a:lnTo>
                    <a:pt x="3439603" y="2590360"/>
                  </a:lnTo>
                  <a:lnTo>
                    <a:pt x="3439749" y="2590360"/>
                  </a:lnTo>
                  <a:lnTo>
                    <a:pt x="3439749" y="2589737"/>
                  </a:lnTo>
                  <a:lnTo>
                    <a:pt x="3439894" y="2589737"/>
                  </a:lnTo>
                  <a:lnTo>
                    <a:pt x="3440040" y="2589737"/>
                  </a:lnTo>
                  <a:lnTo>
                    <a:pt x="3440185" y="2589737"/>
                  </a:lnTo>
                  <a:lnTo>
                    <a:pt x="3440330" y="2589737"/>
                  </a:lnTo>
                  <a:lnTo>
                    <a:pt x="3440476" y="2589737"/>
                  </a:lnTo>
                  <a:lnTo>
                    <a:pt x="3440621" y="2589737"/>
                  </a:lnTo>
                  <a:lnTo>
                    <a:pt x="3440767" y="2589737"/>
                  </a:lnTo>
                  <a:lnTo>
                    <a:pt x="3440912" y="2589737"/>
                  </a:lnTo>
                  <a:lnTo>
                    <a:pt x="3441058" y="2589737"/>
                  </a:lnTo>
                  <a:lnTo>
                    <a:pt x="3441203" y="2589737"/>
                  </a:lnTo>
                  <a:lnTo>
                    <a:pt x="3441348" y="2589737"/>
                  </a:lnTo>
                  <a:lnTo>
                    <a:pt x="3441494" y="2589737"/>
                  </a:lnTo>
                  <a:lnTo>
                    <a:pt x="3441494" y="2589113"/>
                  </a:lnTo>
                  <a:lnTo>
                    <a:pt x="3441494" y="2588490"/>
                  </a:lnTo>
                  <a:lnTo>
                    <a:pt x="3441639" y="2588490"/>
                  </a:lnTo>
                  <a:lnTo>
                    <a:pt x="3441785" y="2588490"/>
                  </a:lnTo>
                  <a:lnTo>
                    <a:pt x="3441930" y="2588490"/>
                  </a:lnTo>
                  <a:lnTo>
                    <a:pt x="3441930" y="2587866"/>
                  </a:lnTo>
                  <a:lnTo>
                    <a:pt x="3442076" y="2587866"/>
                  </a:lnTo>
                  <a:lnTo>
                    <a:pt x="3442076" y="2587243"/>
                  </a:lnTo>
                  <a:lnTo>
                    <a:pt x="3442221" y="2587243"/>
                  </a:lnTo>
                  <a:lnTo>
                    <a:pt x="3442366" y="2587243"/>
                  </a:lnTo>
                  <a:lnTo>
                    <a:pt x="3442512" y="2587243"/>
                  </a:lnTo>
                  <a:lnTo>
                    <a:pt x="3442657" y="2587243"/>
                  </a:lnTo>
                  <a:lnTo>
                    <a:pt x="3442803" y="2587243"/>
                  </a:lnTo>
                  <a:lnTo>
                    <a:pt x="3442803" y="2586619"/>
                  </a:lnTo>
                  <a:lnTo>
                    <a:pt x="3442948" y="2586619"/>
                  </a:lnTo>
                  <a:lnTo>
                    <a:pt x="3443094" y="2586619"/>
                  </a:lnTo>
                  <a:lnTo>
                    <a:pt x="3443239" y="2586619"/>
                  </a:lnTo>
                  <a:lnTo>
                    <a:pt x="3443239" y="2585995"/>
                  </a:lnTo>
                  <a:lnTo>
                    <a:pt x="3443384" y="2585995"/>
                  </a:lnTo>
                  <a:lnTo>
                    <a:pt x="3443384" y="2585372"/>
                  </a:lnTo>
                  <a:lnTo>
                    <a:pt x="3443530" y="2585372"/>
                  </a:lnTo>
                  <a:lnTo>
                    <a:pt x="3443675" y="2585372"/>
                  </a:lnTo>
                  <a:lnTo>
                    <a:pt x="3443675" y="2584748"/>
                  </a:lnTo>
                  <a:lnTo>
                    <a:pt x="3443675" y="2584125"/>
                  </a:lnTo>
                  <a:lnTo>
                    <a:pt x="3443821" y="2584125"/>
                  </a:lnTo>
                  <a:lnTo>
                    <a:pt x="3443966" y="2584125"/>
                  </a:lnTo>
                  <a:lnTo>
                    <a:pt x="3444111" y="2584125"/>
                  </a:lnTo>
                  <a:lnTo>
                    <a:pt x="3444257" y="2584125"/>
                  </a:lnTo>
                  <a:lnTo>
                    <a:pt x="3444402" y="2584125"/>
                  </a:lnTo>
                  <a:lnTo>
                    <a:pt x="3444548" y="2584125"/>
                  </a:lnTo>
                  <a:lnTo>
                    <a:pt x="3444693" y="2584125"/>
                  </a:lnTo>
                  <a:lnTo>
                    <a:pt x="3444839" y="2584125"/>
                  </a:lnTo>
                  <a:lnTo>
                    <a:pt x="3444984" y="2584125"/>
                  </a:lnTo>
                  <a:lnTo>
                    <a:pt x="3445129" y="2584125"/>
                  </a:lnTo>
                  <a:lnTo>
                    <a:pt x="3445129" y="2583501"/>
                  </a:lnTo>
                  <a:lnTo>
                    <a:pt x="3445275" y="2583501"/>
                  </a:lnTo>
                  <a:lnTo>
                    <a:pt x="3445420" y="2583501"/>
                  </a:lnTo>
                  <a:lnTo>
                    <a:pt x="3445566" y="2583501"/>
                  </a:lnTo>
                  <a:lnTo>
                    <a:pt x="3445566" y="2582877"/>
                  </a:lnTo>
                  <a:lnTo>
                    <a:pt x="3445566" y="2582254"/>
                  </a:lnTo>
                  <a:lnTo>
                    <a:pt x="3445711" y="2582254"/>
                  </a:lnTo>
                  <a:lnTo>
                    <a:pt x="3445857" y="2582254"/>
                  </a:lnTo>
                  <a:lnTo>
                    <a:pt x="3446002" y="2582254"/>
                  </a:lnTo>
                  <a:lnTo>
                    <a:pt x="3446002" y="2581630"/>
                  </a:lnTo>
                  <a:lnTo>
                    <a:pt x="3446002" y="2581007"/>
                  </a:lnTo>
                  <a:lnTo>
                    <a:pt x="3446147" y="2581007"/>
                  </a:lnTo>
                  <a:lnTo>
                    <a:pt x="3446293" y="2581007"/>
                  </a:lnTo>
                  <a:lnTo>
                    <a:pt x="3446438" y="2581007"/>
                  </a:lnTo>
                  <a:lnTo>
                    <a:pt x="3446584" y="2581007"/>
                  </a:lnTo>
                  <a:lnTo>
                    <a:pt x="3446729" y="2581007"/>
                  </a:lnTo>
                  <a:lnTo>
                    <a:pt x="3446729" y="2580383"/>
                  </a:lnTo>
                  <a:lnTo>
                    <a:pt x="3446875" y="2580383"/>
                  </a:lnTo>
                  <a:lnTo>
                    <a:pt x="3447020" y="2580383"/>
                  </a:lnTo>
                  <a:lnTo>
                    <a:pt x="3447165" y="2580383"/>
                  </a:lnTo>
                  <a:lnTo>
                    <a:pt x="3447311" y="2580383"/>
                  </a:lnTo>
                  <a:lnTo>
                    <a:pt x="3447456" y="2580383"/>
                  </a:lnTo>
                  <a:lnTo>
                    <a:pt x="3447602" y="2580383"/>
                  </a:lnTo>
                  <a:lnTo>
                    <a:pt x="3447747" y="2580383"/>
                  </a:lnTo>
                  <a:lnTo>
                    <a:pt x="3447893" y="2580383"/>
                  </a:lnTo>
                  <a:lnTo>
                    <a:pt x="3448038" y="2580383"/>
                  </a:lnTo>
                  <a:lnTo>
                    <a:pt x="3448183" y="2580383"/>
                  </a:lnTo>
                  <a:lnTo>
                    <a:pt x="3448329" y="2580383"/>
                  </a:lnTo>
                  <a:lnTo>
                    <a:pt x="3448474" y="2580383"/>
                  </a:lnTo>
                  <a:lnTo>
                    <a:pt x="3448620" y="2580383"/>
                  </a:lnTo>
                  <a:lnTo>
                    <a:pt x="3448765" y="2580383"/>
                  </a:lnTo>
                  <a:lnTo>
                    <a:pt x="3448911" y="2580383"/>
                  </a:lnTo>
                  <a:lnTo>
                    <a:pt x="3449056" y="2580383"/>
                  </a:lnTo>
                  <a:lnTo>
                    <a:pt x="3449201" y="2580383"/>
                  </a:lnTo>
                  <a:lnTo>
                    <a:pt x="3449347" y="2580383"/>
                  </a:lnTo>
                  <a:lnTo>
                    <a:pt x="3449492" y="2580383"/>
                  </a:lnTo>
                  <a:lnTo>
                    <a:pt x="3449638" y="2580383"/>
                  </a:lnTo>
                  <a:lnTo>
                    <a:pt x="3449783" y="2580383"/>
                  </a:lnTo>
                  <a:lnTo>
                    <a:pt x="3449929" y="2580383"/>
                  </a:lnTo>
                  <a:lnTo>
                    <a:pt x="3450074" y="2580383"/>
                  </a:lnTo>
                  <a:lnTo>
                    <a:pt x="3450074" y="2579760"/>
                  </a:lnTo>
                  <a:lnTo>
                    <a:pt x="3450219" y="2579760"/>
                  </a:lnTo>
                  <a:lnTo>
                    <a:pt x="3450365" y="2579760"/>
                  </a:lnTo>
                  <a:lnTo>
                    <a:pt x="3450510" y="2579760"/>
                  </a:lnTo>
                  <a:lnTo>
                    <a:pt x="3450510" y="2579136"/>
                  </a:lnTo>
                  <a:lnTo>
                    <a:pt x="3450510" y="2578512"/>
                  </a:lnTo>
                  <a:lnTo>
                    <a:pt x="3450510" y="2577889"/>
                  </a:lnTo>
                  <a:lnTo>
                    <a:pt x="3450656" y="2577889"/>
                  </a:lnTo>
                  <a:lnTo>
                    <a:pt x="3450801" y="2577889"/>
                  </a:lnTo>
                  <a:lnTo>
                    <a:pt x="3450946" y="2577889"/>
                  </a:lnTo>
                  <a:lnTo>
                    <a:pt x="3451092" y="2577889"/>
                  </a:lnTo>
                  <a:lnTo>
                    <a:pt x="3451237" y="2577889"/>
                  </a:lnTo>
                  <a:lnTo>
                    <a:pt x="3451237" y="2577265"/>
                  </a:lnTo>
                  <a:lnTo>
                    <a:pt x="3451383" y="2577265"/>
                  </a:lnTo>
                  <a:lnTo>
                    <a:pt x="3451528" y="2577265"/>
                  </a:lnTo>
                  <a:lnTo>
                    <a:pt x="3451674" y="2577265"/>
                  </a:lnTo>
                  <a:lnTo>
                    <a:pt x="3451819" y="2577265"/>
                  </a:lnTo>
                  <a:lnTo>
                    <a:pt x="3451964" y="2577265"/>
                  </a:lnTo>
                  <a:lnTo>
                    <a:pt x="3452110" y="2577265"/>
                  </a:lnTo>
                  <a:lnTo>
                    <a:pt x="3452255" y="2577265"/>
                  </a:lnTo>
                  <a:lnTo>
                    <a:pt x="3452401" y="2577265"/>
                  </a:lnTo>
                  <a:lnTo>
                    <a:pt x="3452546" y="2577265"/>
                  </a:lnTo>
                  <a:lnTo>
                    <a:pt x="3452692" y="2577265"/>
                  </a:lnTo>
                  <a:lnTo>
                    <a:pt x="3452837" y="2577265"/>
                  </a:lnTo>
                  <a:lnTo>
                    <a:pt x="3452982" y="2577265"/>
                  </a:lnTo>
                  <a:lnTo>
                    <a:pt x="3453128" y="2577265"/>
                  </a:lnTo>
                  <a:lnTo>
                    <a:pt x="3453273" y="2577265"/>
                  </a:lnTo>
                  <a:lnTo>
                    <a:pt x="3453419" y="2577265"/>
                  </a:lnTo>
                  <a:lnTo>
                    <a:pt x="3453419" y="2576642"/>
                  </a:lnTo>
                  <a:lnTo>
                    <a:pt x="3453419" y="2576018"/>
                  </a:lnTo>
                  <a:lnTo>
                    <a:pt x="3453564" y="2576018"/>
                  </a:lnTo>
                  <a:lnTo>
                    <a:pt x="3453710" y="2576018"/>
                  </a:lnTo>
                  <a:lnTo>
                    <a:pt x="3453855" y="2576018"/>
                  </a:lnTo>
                  <a:lnTo>
                    <a:pt x="3454000" y="2576018"/>
                  </a:lnTo>
                  <a:lnTo>
                    <a:pt x="3454146" y="2576018"/>
                  </a:lnTo>
                  <a:lnTo>
                    <a:pt x="3454291" y="2576018"/>
                  </a:lnTo>
                  <a:lnTo>
                    <a:pt x="3454437" y="2576018"/>
                  </a:lnTo>
                  <a:lnTo>
                    <a:pt x="3454582" y="2576018"/>
                  </a:lnTo>
                  <a:lnTo>
                    <a:pt x="3454582" y="2575394"/>
                  </a:lnTo>
                  <a:lnTo>
                    <a:pt x="3454728" y="2575394"/>
                  </a:lnTo>
                  <a:lnTo>
                    <a:pt x="3454873" y="2575394"/>
                  </a:lnTo>
                  <a:lnTo>
                    <a:pt x="3455018" y="2575394"/>
                  </a:lnTo>
                  <a:lnTo>
                    <a:pt x="3455164" y="2575394"/>
                  </a:lnTo>
                  <a:lnTo>
                    <a:pt x="3455309" y="2575394"/>
                  </a:lnTo>
                  <a:lnTo>
                    <a:pt x="3455309" y="2574771"/>
                  </a:lnTo>
                  <a:lnTo>
                    <a:pt x="3455455" y="2574771"/>
                  </a:lnTo>
                  <a:lnTo>
                    <a:pt x="3455600" y="2574771"/>
                  </a:lnTo>
                  <a:lnTo>
                    <a:pt x="3455600" y="2574147"/>
                  </a:lnTo>
                  <a:lnTo>
                    <a:pt x="3455746" y="2574147"/>
                  </a:lnTo>
                  <a:lnTo>
                    <a:pt x="3455891" y="2574147"/>
                  </a:lnTo>
                  <a:lnTo>
                    <a:pt x="3455891" y="2573524"/>
                  </a:lnTo>
                  <a:lnTo>
                    <a:pt x="3456036" y="2573524"/>
                  </a:lnTo>
                  <a:lnTo>
                    <a:pt x="3456182" y="2573524"/>
                  </a:lnTo>
                  <a:lnTo>
                    <a:pt x="3456327" y="2573524"/>
                  </a:lnTo>
                  <a:lnTo>
                    <a:pt x="3456473" y="2573524"/>
                  </a:lnTo>
                  <a:lnTo>
                    <a:pt x="3456618" y="2573524"/>
                  </a:lnTo>
                  <a:lnTo>
                    <a:pt x="3456764" y="2573524"/>
                  </a:lnTo>
                  <a:lnTo>
                    <a:pt x="3456909" y="2573524"/>
                  </a:lnTo>
                  <a:lnTo>
                    <a:pt x="3457054" y="2573524"/>
                  </a:lnTo>
                  <a:lnTo>
                    <a:pt x="3457200" y="2573524"/>
                  </a:lnTo>
                  <a:lnTo>
                    <a:pt x="3457345" y="2573524"/>
                  </a:lnTo>
                  <a:lnTo>
                    <a:pt x="3457491" y="2573524"/>
                  </a:lnTo>
                  <a:lnTo>
                    <a:pt x="3457636" y="2573524"/>
                  </a:lnTo>
                  <a:lnTo>
                    <a:pt x="3457781" y="2573524"/>
                  </a:lnTo>
                  <a:lnTo>
                    <a:pt x="3457927" y="2573524"/>
                  </a:lnTo>
                  <a:lnTo>
                    <a:pt x="3458072" y="2573524"/>
                  </a:lnTo>
                  <a:lnTo>
                    <a:pt x="3458218" y="2573524"/>
                  </a:lnTo>
                  <a:lnTo>
                    <a:pt x="3458363" y="2573524"/>
                  </a:lnTo>
                  <a:lnTo>
                    <a:pt x="3458509" y="2573524"/>
                  </a:lnTo>
                  <a:lnTo>
                    <a:pt x="3458654" y="2573524"/>
                  </a:lnTo>
                  <a:lnTo>
                    <a:pt x="3458799" y="2573524"/>
                  </a:lnTo>
                  <a:lnTo>
                    <a:pt x="3458945" y="2573524"/>
                  </a:lnTo>
                  <a:lnTo>
                    <a:pt x="3459090" y="2573524"/>
                  </a:lnTo>
                  <a:lnTo>
                    <a:pt x="3459236" y="2573524"/>
                  </a:lnTo>
                  <a:lnTo>
                    <a:pt x="3459381" y="2573524"/>
                  </a:lnTo>
                  <a:lnTo>
                    <a:pt x="3459527" y="2573524"/>
                  </a:lnTo>
                  <a:lnTo>
                    <a:pt x="3459672" y="2573524"/>
                  </a:lnTo>
                  <a:lnTo>
                    <a:pt x="3459817" y="2573524"/>
                  </a:lnTo>
                  <a:lnTo>
                    <a:pt x="3459963" y="2573524"/>
                  </a:lnTo>
                  <a:lnTo>
                    <a:pt x="3460108" y="2573524"/>
                  </a:lnTo>
                  <a:lnTo>
                    <a:pt x="3460254" y="2573524"/>
                  </a:lnTo>
                  <a:lnTo>
                    <a:pt x="3460399" y="2573524"/>
                  </a:lnTo>
                  <a:lnTo>
                    <a:pt x="3460545" y="2573524"/>
                  </a:lnTo>
                  <a:lnTo>
                    <a:pt x="3460690" y="2573524"/>
                  </a:lnTo>
                  <a:lnTo>
                    <a:pt x="3460835" y="2573524"/>
                  </a:lnTo>
                  <a:lnTo>
                    <a:pt x="3460835" y="2572900"/>
                  </a:lnTo>
                  <a:lnTo>
                    <a:pt x="3460981" y="2572900"/>
                  </a:lnTo>
                  <a:lnTo>
                    <a:pt x="3461126" y="2572900"/>
                  </a:lnTo>
                  <a:lnTo>
                    <a:pt x="3461272" y="2572900"/>
                  </a:lnTo>
                  <a:lnTo>
                    <a:pt x="3461417" y="2572900"/>
                  </a:lnTo>
                  <a:lnTo>
                    <a:pt x="3461563" y="2572900"/>
                  </a:lnTo>
                  <a:lnTo>
                    <a:pt x="3461708" y="2572900"/>
                  </a:lnTo>
                  <a:lnTo>
                    <a:pt x="3461708" y="2572277"/>
                  </a:lnTo>
                  <a:lnTo>
                    <a:pt x="3461708" y="2571653"/>
                  </a:lnTo>
                  <a:lnTo>
                    <a:pt x="3461853" y="2571653"/>
                  </a:lnTo>
                  <a:lnTo>
                    <a:pt x="3461853" y="2571029"/>
                  </a:lnTo>
                  <a:lnTo>
                    <a:pt x="3461999" y="2571029"/>
                  </a:lnTo>
                  <a:lnTo>
                    <a:pt x="3461999" y="2570406"/>
                  </a:lnTo>
                  <a:lnTo>
                    <a:pt x="3461999" y="2569782"/>
                  </a:lnTo>
                  <a:lnTo>
                    <a:pt x="3462144" y="2569782"/>
                  </a:lnTo>
                  <a:lnTo>
                    <a:pt x="3462290" y="2569782"/>
                  </a:lnTo>
                  <a:lnTo>
                    <a:pt x="3462435" y="2569782"/>
                  </a:lnTo>
                  <a:lnTo>
                    <a:pt x="3462581" y="2569782"/>
                  </a:lnTo>
                  <a:lnTo>
                    <a:pt x="3462726" y="2569782"/>
                  </a:lnTo>
                  <a:lnTo>
                    <a:pt x="3462871" y="2569782"/>
                  </a:lnTo>
                  <a:lnTo>
                    <a:pt x="3463017" y="2569782"/>
                  </a:lnTo>
                  <a:lnTo>
                    <a:pt x="3463162" y="2569782"/>
                  </a:lnTo>
                  <a:lnTo>
                    <a:pt x="3463308" y="2569782"/>
                  </a:lnTo>
                  <a:lnTo>
                    <a:pt x="3463308" y="2569159"/>
                  </a:lnTo>
                  <a:lnTo>
                    <a:pt x="3463453" y="2569159"/>
                  </a:lnTo>
                  <a:lnTo>
                    <a:pt x="3463453" y="2568535"/>
                  </a:lnTo>
                  <a:lnTo>
                    <a:pt x="3463598" y="2568535"/>
                  </a:lnTo>
                  <a:lnTo>
                    <a:pt x="3463744" y="2568535"/>
                  </a:lnTo>
                  <a:lnTo>
                    <a:pt x="3463889" y="2568535"/>
                  </a:lnTo>
                  <a:lnTo>
                    <a:pt x="3464035" y="2568535"/>
                  </a:lnTo>
                  <a:lnTo>
                    <a:pt x="3464180" y="2568535"/>
                  </a:lnTo>
                  <a:lnTo>
                    <a:pt x="3464326" y="2568535"/>
                  </a:lnTo>
                  <a:lnTo>
                    <a:pt x="3464326" y="2567911"/>
                  </a:lnTo>
                  <a:lnTo>
                    <a:pt x="3464471" y="2567911"/>
                  </a:lnTo>
                  <a:lnTo>
                    <a:pt x="3464616" y="2567911"/>
                  </a:lnTo>
                  <a:lnTo>
                    <a:pt x="3464616" y="2567288"/>
                  </a:lnTo>
                  <a:lnTo>
                    <a:pt x="3464616" y="2566664"/>
                  </a:lnTo>
                  <a:lnTo>
                    <a:pt x="3464762" y="2566664"/>
                  </a:lnTo>
                  <a:lnTo>
                    <a:pt x="3464907" y="2566664"/>
                  </a:lnTo>
                  <a:lnTo>
                    <a:pt x="3465053" y="2566664"/>
                  </a:lnTo>
                  <a:lnTo>
                    <a:pt x="3465053" y="2566041"/>
                  </a:lnTo>
                  <a:lnTo>
                    <a:pt x="3465198" y="2566041"/>
                  </a:lnTo>
                  <a:lnTo>
                    <a:pt x="3465344" y="2566041"/>
                  </a:lnTo>
                  <a:lnTo>
                    <a:pt x="3465489" y="2566041"/>
                  </a:lnTo>
                  <a:lnTo>
                    <a:pt x="3465634" y="2566041"/>
                  </a:lnTo>
                  <a:lnTo>
                    <a:pt x="3465780" y="2566041"/>
                  </a:lnTo>
                  <a:lnTo>
                    <a:pt x="3465780" y="2565417"/>
                  </a:lnTo>
                  <a:lnTo>
                    <a:pt x="3465780" y="2564794"/>
                  </a:lnTo>
                  <a:lnTo>
                    <a:pt x="3465925" y="2564794"/>
                  </a:lnTo>
                  <a:lnTo>
                    <a:pt x="3466071" y="2564794"/>
                  </a:lnTo>
                  <a:lnTo>
                    <a:pt x="3466071" y="2564170"/>
                  </a:lnTo>
                  <a:lnTo>
                    <a:pt x="3466216" y="2564170"/>
                  </a:lnTo>
                  <a:lnTo>
                    <a:pt x="3466216" y="2563546"/>
                  </a:lnTo>
                  <a:lnTo>
                    <a:pt x="3466362" y="2563546"/>
                  </a:lnTo>
                  <a:lnTo>
                    <a:pt x="3466507" y="2563546"/>
                  </a:lnTo>
                  <a:lnTo>
                    <a:pt x="3466507" y="2562923"/>
                  </a:lnTo>
                  <a:lnTo>
                    <a:pt x="3466652" y="2562923"/>
                  </a:lnTo>
                  <a:lnTo>
                    <a:pt x="3466798" y="2562923"/>
                  </a:lnTo>
                  <a:lnTo>
                    <a:pt x="3466943" y="2562923"/>
                  </a:lnTo>
                  <a:lnTo>
                    <a:pt x="3467089" y="2562923"/>
                  </a:lnTo>
                  <a:lnTo>
                    <a:pt x="3467234" y="2562923"/>
                  </a:lnTo>
                  <a:lnTo>
                    <a:pt x="3467380" y="2562923"/>
                  </a:lnTo>
                  <a:lnTo>
                    <a:pt x="3467525" y="2562923"/>
                  </a:lnTo>
                  <a:lnTo>
                    <a:pt x="3467670" y="2562923"/>
                  </a:lnTo>
                  <a:lnTo>
                    <a:pt x="3467816" y="2562923"/>
                  </a:lnTo>
                  <a:lnTo>
                    <a:pt x="3467961" y="2562923"/>
                  </a:lnTo>
                  <a:lnTo>
                    <a:pt x="3468107" y="2562923"/>
                  </a:lnTo>
                  <a:lnTo>
                    <a:pt x="3468252" y="2562923"/>
                  </a:lnTo>
                  <a:lnTo>
                    <a:pt x="3468398" y="2562923"/>
                  </a:lnTo>
                  <a:lnTo>
                    <a:pt x="3468543" y="2562923"/>
                  </a:lnTo>
                  <a:lnTo>
                    <a:pt x="3468688" y="2562923"/>
                  </a:lnTo>
                  <a:lnTo>
                    <a:pt x="3468834" y="2562923"/>
                  </a:lnTo>
                  <a:lnTo>
                    <a:pt x="3468834" y="2562299"/>
                  </a:lnTo>
                  <a:lnTo>
                    <a:pt x="3468979" y="2562299"/>
                  </a:lnTo>
                  <a:lnTo>
                    <a:pt x="3469125" y="2562299"/>
                  </a:lnTo>
                  <a:lnTo>
                    <a:pt x="3469270" y="2562299"/>
                  </a:lnTo>
                  <a:lnTo>
                    <a:pt x="3469416" y="2562299"/>
                  </a:lnTo>
                  <a:lnTo>
                    <a:pt x="3469561" y="2562299"/>
                  </a:lnTo>
                  <a:lnTo>
                    <a:pt x="3469561" y="2561676"/>
                  </a:lnTo>
                  <a:lnTo>
                    <a:pt x="3469706" y="2561676"/>
                  </a:lnTo>
                  <a:lnTo>
                    <a:pt x="3469852" y="2561676"/>
                  </a:lnTo>
                  <a:lnTo>
                    <a:pt x="3469997" y="2561676"/>
                  </a:lnTo>
                  <a:lnTo>
                    <a:pt x="3470143" y="2561676"/>
                  </a:lnTo>
                  <a:lnTo>
                    <a:pt x="3470288" y="2561676"/>
                  </a:lnTo>
                  <a:lnTo>
                    <a:pt x="3470288" y="2561052"/>
                  </a:lnTo>
                  <a:lnTo>
                    <a:pt x="3470433" y="2561052"/>
                  </a:lnTo>
                  <a:lnTo>
                    <a:pt x="3470579" y="2561052"/>
                  </a:lnTo>
                  <a:lnTo>
                    <a:pt x="3470724" y="2561052"/>
                  </a:lnTo>
                  <a:lnTo>
                    <a:pt x="3470870" y="2561052"/>
                  </a:lnTo>
                  <a:lnTo>
                    <a:pt x="3471015" y="2561052"/>
                  </a:lnTo>
                  <a:lnTo>
                    <a:pt x="3471161" y="2561052"/>
                  </a:lnTo>
                  <a:lnTo>
                    <a:pt x="3471161" y="2560429"/>
                  </a:lnTo>
                  <a:lnTo>
                    <a:pt x="3471306" y="2560429"/>
                  </a:lnTo>
                  <a:lnTo>
                    <a:pt x="3471451" y="2560429"/>
                  </a:lnTo>
                  <a:lnTo>
                    <a:pt x="3471597" y="2560429"/>
                  </a:lnTo>
                  <a:lnTo>
                    <a:pt x="3471597" y="2559805"/>
                  </a:lnTo>
                  <a:lnTo>
                    <a:pt x="3471597" y="2559181"/>
                  </a:lnTo>
                  <a:lnTo>
                    <a:pt x="3471597" y="2558558"/>
                  </a:lnTo>
                  <a:lnTo>
                    <a:pt x="3471742" y="2558558"/>
                  </a:lnTo>
                  <a:lnTo>
                    <a:pt x="3471888" y="2558558"/>
                  </a:lnTo>
                  <a:lnTo>
                    <a:pt x="3472033" y="2558558"/>
                  </a:lnTo>
                  <a:lnTo>
                    <a:pt x="3472033" y="2557934"/>
                  </a:lnTo>
                  <a:lnTo>
                    <a:pt x="3472179" y="2557934"/>
                  </a:lnTo>
                  <a:lnTo>
                    <a:pt x="3472324" y="2557934"/>
                  </a:lnTo>
                  <a:lnTo>
                    <a:pt x="3472469" y="2557934"/>
                  </a:lnTo>
                  <a:lnTo>
                    <a:pt x="3472615" y="2557934"/>
                  </a:lnTo>
                  <a:lnTo>
                    <a:pt x="3472760" y="2557934"/>
                  </a:lnTo>
                  <a:lnTo>
                    <a:pt x="3472906" y="2557934"/>
                  </a:lnTo>
                  <a:lnTo>
                    <a:pt x="3473051" y="2557934"/>
                  </a:lnTo>
                  <a:lnTo>
                    <a:pt x="3473197" y="2557934"/>
                  </a:lnTo>
                  <a:lnTo>
                    <a:pt x="3473342" y="2557934"/>
                  </a:lnTo>
                  <a:lnTo>
                    <a:pt x="3473487" y="2557934"/>
                  </a:lnTo>
                  <a:lnTo>
                    <a:pt x="3473633" y="2557934"/>
                  </a:lnTo>
                  <a:lnTo>
                    <a:pt x="3473633" y="2557311"/>
                  </a:lnTo>
                  <a:lnTo>
                    <a:pt x="3473778" y="2557311"/>
                  </a:lnTo>
                  <a:lnTo>
                    <a:pt x="3473924" y="2557311"/>
                  </a:lnTo>
                  <a:lnTo>
                    <a:pt x="3474069" y="2557311"/>
                  </a:lnTo>
                  <a:lnTo>
                    <a:pt x="3474215" y="2557311"/>
                  </a:lnTo>
                  <a:lnTo>
                    <a:pt x="3474360" y="2557311"/>
                  </a:lnTo>
                  <a:lnTo>
                    <a:pt x="3474360" y="2556687"/>
                  </a:lnTo>
                  <a:lnTo>
                    <a:pt x="3474505" y="2556687"/>
                  </a:lnTo>
                  <a:lnTo>
                    <a:pt x="3474651" y="2556687"/>
                  </a:lnTo>
                  <a:lnTo>
                    <a:pt x="3474796" y="2556687"/>
                  </a:lnTo>
                  <a:lnTo>
                    <a:pt x="3474942" y="2556687"/>
                  </a:lnTo>
                  <a:lnTo>
                    <a:pt x="3474942" y="2556063"/>
                  </a:lnTo>
                  <a:lnTo>
                    <a:pt x="3475087" y="2556063"/>
                  </a:lnTo>
                  <a:lnTo>
                    <a:pt x="3475233" y="2556063"/>
                  </a:lnTo>
                  <a:lnTo>
                    <a:pt x="3475378" y="2556063"/>
                  </a:lnTo>
                  <a:lnTo>
                    <a:pt x="3475523" y="2556063"/>
                  </a:lnTo>
                  <a:lnTo>
                    <a:pt x="3475669" y="2556063"/>
                  </a:lnTo>
                  <a:lnTo>
                    <a:pt x="3475814" y="2556063"/>
                  </a:lnTo>
                  <a:lnTo>
                    <a:pt x="3475960" y="2556063"/>
                  </a:lnTo>
                  <a:lnTo>
                    <a:pt x="3476105" y="2556063"/>
                  </a:lnTo>
                  <a:lnTo>
                    <a:pt x="3476251" y="2556063"/>
                  </a:lnTo>
                  <a:lnTo>
                    <a:pt x="3476396" y="2556063"/>
                  </a:lnTo>
                  <a:lnTo>
                    <a:pt x="3476541" y="2556063"/>
                  </a:lnTo>
                  <a:lnTo>
                    <a:pt x="3476541" y="2555440"/>
                  </a:lnTo>
                  <a:lnTo>
                    <a:pt x="3476687" y="2555440"/>
                  </a:lnTo>
                  <a:lnTo>
                    <a:pt x="3476832" y="2555440"/>
                  </a:lnTo>
                  <a:lnTo>
                    <a:pt x="3476978" y="2555440"/>
                  </a:lnTo>
                  <a:lnTo>
                    <a:pt x="3477123" y="2555440"/>
                  </a:lnTo>
                  <a:lnTo>
                    <a:pt x="3477268" y="2555440"/>
                  </a:lnTo>
                  <a:lnTo>
                    <a:pt x="3477414" y="2555440"/>
                  </a:lnTo>
                  <a:lnTo>
                    <a:pt x="3477559" y="2555440"/>
                  </a:lnTo>
                  <a:lnTo>
                    <a:pt x="3477559" y="2554816"/>
                  </a:lnTo>
                  <a:lnTo>
                    <a:pt x="3477705" y="2554816"/>
                  </a:lnTo>
                  <a:lnTo>
                    <a:pt x="3477850" y="2554816"/>
                  </a:lnTo>
                  <a:lnTo>
                    <a:pt x="3477996" y="2554816"/>
                  </a:lnTo>
                  <a:lnTo>
                    <a:pt x="3478141" y="2554816"/>
                  </a:lnTo>
                  <a:lnTo>
                    <a:pt x="3478286" y="2554816"/>
                  </a:lnTo>
                  <a:lnTo>
                    <a:pt x="3478432" y="2554816"/>
                  </a:lnTo>
                  <a:lnTo>
                    <a:pt x="3478577" y="2554816"/>
                  </a:lnTo>
                  <a:lnTo>
                    <a:pt x="3478577" y="2554193"/>
                  </a:lnTo>
                  <a:lnTo>
                    <a:pt x="3478577" y="2553569"/>
                  </a:lnTo>
                  <a:lnTo>
                    <a:pt x="3478723" y="2553569"/>
                  </a:lnTo>
                  <a:lnTo>
                    <a:pt x="3478868" y="2553569"/>
                  </a:lnTo>
                  <a:lnTo>
                    <a:pt x="3479014" y="2553569"/>
                  </a:lnTo>
                  <a:lnTo>
                    <a:pt x="3479014" y="2552946"/>
                  </a:lnTo>
                  <a:lnTo>
                    <a:pt x="3479014" y="2552322"/>
                  </a:lnTo>
                  <a:lnTo>
                    <a:pt x="3479159" y="2552322"/>
                  </a:lnTo>
                  <a:lnTo>
                    <a:pt x="3479304" y="2552322"/>
                  </a:lnTo>
                  <a:lnTo>
                    <a:pt x="3479450" y="2552322"/>
                  </a:lnTo>
                  <a:lnTo>
                    <a:pt x="3479595" y="2552322"/>
                  </a:lnTo>
                  <a:lnTo>
                    <a:pt x="3479741" y="2552322"/>
                  </a:lnTo>
                  <a:lnTo>
                    <a:pt x="3479741" y="2551698"/>
                  </a:lnTo>
                  <a:lnTo>
                    <a:pt x="3479886" y="2551698"/>
                  </a:lnTo>
                  <a:lnTo>
                    <a:pt x="3480032" y="2551698"/>
                  </a:lnTo>
                  <a:lnTo>
                    <a:pt x="3480177" y="2551698"/>
                  </a:lnTo>
                  <a:lnTo>
                    <a:pt x="3480322" y="2551698"/>
                  </a:lnTo>
                  <a:lnTo>
                    <a:pt x="3480468" y="2551698"/>
                  </a:lnTo>
                  <a:lnTo>
                    <a:pt x="3480613" y="2551698"/>
                  </a:lnTo>
                  <a:lnTo>
                    <a:pt x="3480759" y="2551698"/>
                  </a:lnTo>
                  <a:lnTo>
                    <a:pt x="3480759" y="2551075"/>
                  </a:lnTo>
                  <a:lnTo>
                    <a:pt x="3480904" y="2551075"/>
                  </a:lnTo>
                  <a:lnTo>
                    <a:pt x="3481050" y="2551075"/>
                  </a:lnTo>
                  <a:lnTo>
                    <a:pt x="3481050" y="2550451"/>
                  </a:lnTo>
                  <a:lnTo>
                    <a:pt x="3481195" y="2550451"/>
                  </a:lnTo>
                  <a:lnTo>
                    <a:pt x="3481340" y="2550451"/>
                  </a:lnTo>
                  <a:lnTo>
                    <a:pt x="3481486" y="2550451"/>
                  </a:lnTo>
                  <a:lnTo>
                    <a:pt x="3481631" y="2550451"/>
                  </a:lnTo>
                  <a:lnTo>
                    <a:pt x="3481777" y="2550451"/>
                  </a:lnTo>
                  <a:lnTo>
                    <a:pt x="3481922" y="2550451"/>
                  </a:lnTo>
                  <a:lnTo>
                    <a:pt x="3482068" y="2550451"/>
                  </a:lnTo>
                  <a:lnTo>
                    <a:pt x="3482213" y="2550451"/>
                  </a:lnTo>
                  <a:lnTo>
                    <a:pt x="3482358" y="2550451"/>
                  </a:lnTo>
                  <a:lnTo>
                    <a:pt x="3482504" y="2550451"/>
                  </a:lnTo>
                  <a:lnTo>
                    <a:pt x="3482649" y="2550451"/>
                  </a:lnTo>
                  <a:lnTo>
                    <a:pt x="3482795" y="2550451"/>
                  </a:lnTo>
                  <a:lnTo>
                    <a:pt x="3482940" y="2550451"/>
                  </a:lnTo>
                  <a:lnTo>
                    <a:pt x="3483086" y="2550451"/>
                  </a:lnTo>
                  <a:lnTo>
                    <a:pt x="3483086" y="2549828"/>
                  </a:lnTo>
                  <a:lnTo>
                    <a:pt x="3483231" y="2549828"/>
                  </a:lnTo>
                  <a:lnTo>
                    <a:pt x="3483376" y="2549828"/>
                  </a:lnTo>
                  <a:lnTo>
                    <a:pt x="3483522" y="2549828"/>
                  </a:lnTo>
                  <a:lnTo>
                    <a:pt x="3483522" y="2549204"/>
                  </a:lnTo>
                  <a:lnTo>
                    <a:pt x="3483522" y="2548580"/>
                  </a:lnTo>
                  <a:lnTo>
                    <a:pt x="3483667" y="2548580"/>
                  </a:lnTo>
                  <a:lnTo>
                    <a:pt x="3483813" y="2548580"/>
                  </a:lnTo>
                  <a:lnTo>
                    <a:pt x="3483813" y="2547957"/>
                  </a:lnTo>
                  <a:lnTo>
                    <a:pt x="3483958" y="2547957"/>
                  </a:lnTo>
                  <a:lnTo>
                    <a:pt x="3484103" y="2547957"/>
                  </a:lnTo>
                  <a:lnTo>
                    <a:pt x="3484249" y="2547957"/>
                  </a:lnTo>
                  <a:lnTo>
                    <a:pt x="3484394" y="2547957"/>
                  </a:lnTo>
                  <a:lnTo>
                    <a:pt x="3484394" y="2547333"/>
                  </a:lnTo>
                  <a:lnTo>
                    <a:pt x="3484540" y="2547333"/>
                  </a:lnTo>
                  <a:lnTo>
                    <a:pt x="3484685" y="2547333"/>
                  </a:lnTo>
                  <a:lnTo>
                    <a:pt x="3484831" y="2547333"/>
                  </a:lnTo>
                  <a:lnTo>
                    <a:pt x="3484831" y="2546710"/>
                  </a:lnTo>
                  <a:lnTo>
                    <a:pt x="3484976" y="2546710"/>
                  </a:lnTo>
                  <a:lnTo>
                    <a:pt x="3485121" y="2546710"/>
                  </a:lnTo>
                  <a:lnTo>
                    <a:pt x="3485267" y="2546710"/>
                  </a:lnTo>
                  <a:lnTo>
                    <a:pt x="3485412" y="2546710"/>
                  </a:lnTo>
                  <a:lnTo>
                    <a:pt x="3485558" y="2546710"/>
                  </a:lnTo>
                  <a:lnTo>
                    <a:pt x="3485558" y="2546086"/>
                  </a:lnTo>
                  <a:lnTo>
                    <a:pt x="3485703" y="2546086"/>
                  </a:lnTo>
                  <a:lnTo>
                    <a:pt x="3485849" y="2546086"/>
                  </a:lnTo>
                  <a:lnTo>
                    <a:pt x="3485994" y="2546086"/>
                  </a:lnTo>
                  <a:lnTo>
                    <a:pt x="3485994" y="2545463"/>
                  </a:lnTo>
                  <a:lnTo>
                    <a:pt x="3486139" y="2545463"/>
                  </a:lnTo>
                  <a:lnTo>
                    <a:pt x="3486285" y="2545463"/>
                  </a:lnTo>
                  <a:lnTo>
                    <a:pt x="3486285" y="2544839"/>
                  </a:lnTo>
                  <a:lnTo>
                    <a:pt x="3486430" y="2544839"/>
                  </a:lnTo>
                  <a:lnTo>
                    <a:pt x="3486576" y="2544839"/>
                  </a:lnTo>
                  <a:lnTo>
                    <a:pt x="3486721" y="2544839"/>
                  </a:lnTo>
                  <a:lnTo>
                    <a:pt x="3486867" y="2544839"/>
                  </a:lnTo>
                  <a:lnTo>
                    <a:pt x="3487012" y="2544839"/>
                  </a:lnTo>
                  <a:lnTo>
                    <a:pt x="3487157" y="2544839"/>
                  </a:lnTo>
                  <a:lnTo>
                    <a:pt x="3487303" y="2544839"/>
                  </a:lnTo>
                  <a:lnTo>
                    <a:pt x="3487448" y="2544839"/>
                  </a:lnTo>
                  <a:lnTo>
                    <a:pt x="3487594" y="2544839"/>
                  </a:lnTo>
                  <a:lnTo>
                    <a:pt x="3487739" y="2544839"/>
                  </a:lnTo>
                  <a:lnTo>
                    <a:pt x="3487885" y="2544839"/>
                  </a:lnTo>
                  <a:lnTo>
                    <a:pt x="3488030" y="2544839"/>
                  </a:lnTo>
                  <a:lnTo>
                    <a:pt x="3488030" y="2544215"/>
                  </a:lnTo>
                  <a:lnTo>
                    <a:pt x="3488175" y="2544215"/>
                  </a:lnTo>
                  <a:lnTo>
                    <a:pt x="3488321" y="2544215"/>
                  </a:lnTo>
                  <a:lnTo>
                    <a:pt x="3488466" y="2544215"/>
                  </a:lnTo>
                  <a:lnTo>
                    <a:pt x="3488612" y="2544215"/>
                  </a:lnTo>
                  <a:lnTo>
                    <a:pt x="3488612" y="2543592"/>
                  </a:lnTo>
                  <a:lnTo>
                    <a:pt x="3488757" y="2543592"/>
                  </a:lnTo>
                  <a:lnTo>
                    <a:pt x="3488903" y="2543592"/>
                  </a:lnTo>
                  <a:lnTo>
                    <a:pt x="3489048" y="2543592"/>
                  </a:lnTo>
                  <a:lnTo>
                    <a:pt x="3489193" y="2543592"/>
                  </a:lnTo>
                  <a:lnTo>
                    <a:pt x="3489339" y="2543592"/>
                  </a:lnTo>
                  <a:lnTo>
                    <a:pt x="3489484" y="2543592"/>
                  </a:lnTo>
                  <a:lnTo>
                    <a:pt x="3489630" y="2543592"/>
                  </a:lnTo>
                  <a:lnTo>
                    <a:pt x="3489775" y="2543592"/>
                  </a:lnTo>
                  <a:lnTo>
                    <a:pt x="3489775" y="2542968"/>
                  </a:lnTo>
                  <a:lnTo>
                    <a:pt x="3489775" y="2542345"/>
                  </a:lnTo>
                  <a:lnTo>
                    <a:pt x="3489921" y="2542345"/>
                  </a:lnTo>
                  <a:lnTo>
                    <a:pt x="3489921" y="2541721"/>
                  </a:lnTo>
                  <a:lnTo>
                    <a:pt x="3489921" y="2541097"/>
                  </a:lnTo>
                  <a:lnTo>
                    <a:pt x="3490066" y="2541097"/>
                  </a:lnTo>
                  <a:lnTo>
                    <a:pt x="3490211" y="2541097"/>
                  </a:lnTo>
                  <a:lnTo>
                    <a:pt x="3490357" y="2541097"/>
                  </a:lnTo>
                  <a:lnTo>
                    <a:pt x="3490502" y="2541097"/>
                  </a:lnTo>
                  <a:lnTo>
                    <a:pt x="3490648" y="2541097"/>
                  </a:lnTo>
                  <a:lnTo>
                    <a:pt x="3490793" y="2541097"/>
                  </a:lnTo>
                  <a:lnTo>
                    <a:pt x="3490938" y="2541097"/>
                  </a:lnTo>
                  <a:lnTo>
                    <a:pt x="3490938" y="2540474"/>
                  </a:lnTo>
                  <a:lnTo>
                    <a:pt x="3491084" y="2540474"/>
                  </a:lnTo>
                  <a:lnTo>
                    <a:pt x="3491229" y="2540474"/>
                  </a:lnTo>
                  <a:lnTo>
                    <a:pt x="3491229" y="2539850"/>
                  </a:lnTo>
                  <a:lnTo>
                    <a:pt x="3491229" y="2539227"/>
                  </a:lnTo>
                  <a:lnTo>
                    <a:pt x="3491375" y="2539227"/>
                  </a:lnTo>
                  <a:lnTo>
                    <a:pt x="3491520" y="2539227"/>
                  </a:lnTo>
                  <a:lnTo>
                    <a:pt x="3491520" y="2538603"/>
                  </a:lnTo>
                  <a:lnTo>
                    <a:pt x="3491666" y="2538603"/>
                  </a:lnTo>
                  <a:lnTo>
                    <a:pt x="3491811" y="2538603"/>
                  </a:lnTo>
                  <a:lnTo>
                    <a:pt x="3491956" y="2538603"/>
                  </a:lnTo>
                  <a:lnTo>
                    <a:pt x="3492102" y="2538603"/>
                  </a:lnTo>
                  <a:lnTo>
                    <a:pt x="3492102" y="2537980"/>
                  </a:lnTo>
                  <a:lnTo>
                    <a:pt x="3492247" y="2537980"/>
                  </a:lnTo>
                  <a:lnTo>
                    <a:pt x="3492393" y="2537980"/>
                  </a:lnTo>
                  <a:lnTo>
                    <a:pt x="3492538" y="2537980"/>
                  </a:lnTo>
                  <a:lnTo>
                    <a:pt x="3492684" y="2537980"/>
                  </a:lnTo>
                  <a:lnTo>
                    <a:pt x="3492684" y="2537356"/>
                  </a:lnTo>
                  <a:lnTo>
                    <a:pt x="3492829" y="2537356"/>
                  </a:lnTo>
                  <a:lnTo>
                    <a:pt x="3492974" y="2537356"/>
                  </a:lnTo>
                  <a:lnTo>
                    <a:pt x="3493120" y="2537356"/>
                  </a:lnTo>
                  <a:lnTo>
                    <a:pt x="3493265" y="2537356"/>
                  </a:lnTo>
                  <a:lnTo>
                    <a:pt x="3493411" y="2537356"/>
                  </a:lnTo>
                  <a:lnTo>
                    <a:pt x="3493556" y="2537356"/>
                  </a:lnTo>
                  <a:lnTo>
                    <a:pt x="3493702" y="2537356"/>
                  </a:lnTo>
                  <a:lnTo>
                    <a:pt x="3493702" y="2536732"/>
                  </a:lnTo>
                  <a:lnTo>
                    <a:pt x="3493847" y="2536732"/>
                  </a:lnTo>
                  <a:lnTo>
                    <a:pt x="3493992" y="2536732"/>
                  </a:lnTo>
                  <a:lnTo>
                    <a:pt x="3494138" y="2536732"/>
                  </a:lnTo>
                  <a:lnTo>
                    <a:pt x="3494283" y="2536732"/>
                  </a:lnTo>
                  <a:lnTo>
                    <a:pt x="3494429" y="2536732"/>
                  </a:lnTo>
                  <a:lnTo>
                    <a:pt x="3494429" y="2536109"/>
                  </a:lnTo>
                  <a:lnTo>
                    <a:pt x="3494429" y="2535485"/>
                  </a:lnTo>
                  <a:lnTo>
                    <a:pt x="3494574" y="2535485"/>
                  </a:lnTo>
                  <a:lnTo>
                    <a:pt x="3494720" y="2535485"/>
                  </a:lnTo>
                  <a:lnTo>
                    <a:pt x="3494720" y="2534862"/>
                  </a:lnTo>
                  <a:lnTo>
                    <a:pt x="3494865" y="2534862"/>
                  </a:lnTo>
                  <a:lnTo>
                    <a:pt x="3495010" y="2534862"/>
                  </a:lnTo>
                  <a:lnTo>
                    <a:pt x="3495156" y="2534862"/>
                  </a:lnTo>
                  <a:lnTo>
                    <a:pt x="3495156" y="2534238"/>
                  </a:lnTo>
                  <a:lnTo>
                    <a:pt x="3495301" y="2534238"/>
                  </a:lnTo>
                  <a:lnTo>
                    <a:pt x="3495447" y="2534238"/>
                  </a:lnTo>
                  <a:lnTo>
                    <a:pt x="3495592" y="2534238"/>
                  </a:lnTo>
                  <a:lnTo>
                    <a:pt x="3495738" y="2534238"/>
                  </a:lnTo>
                  <a:lnTo>
                    <a:pt x="3495738" y="2533614"/>
                  </a:lnTo>
                  <a:lnTo>
                    <a:pt x="3495883" y="2533614"/>
                  </a:lnTo>
                  <a:lnTo>
                    <a:pt x="3496028" y="2533614"/>
                  </a:lnTo>
                  <a:lnTo>
                    <a:pt x="3496174" y="2533614"/>
                  </a:lnTo>
                  <a:lnTo>
                    <a:pt x="3496174" y="2532991"/>
                  </a:lnTo>
                  <a:lnTo>
                    <a:pt x="3496319" y="2532991"/>
                  </a:lnTo>
                  <a:lnTo>
                    <a:pt x="3496465" y="2532991"/>
                  </a:lnTo>
                  <a:lnTo>
                    <a:pt x="3496610" y="2532991"/>
                  </a:lnTo>
                  <a:lnTo>
                    <a:pt x="3496756" y="2532991"/>
                  </a:lnTo>
                  <a:lnTo>
                    <a:pt x="3496901" y="2532991"/>
                  </a:lnTo>
                  <a:lnTo>
                    <a:pt x="3497046" y="2532991"/>
                  </a:lnTo>
                  <a:lnTo>
                    <a:pt x="3497192" y="2532991"/>
                  </a:lnTo>
                  <a:lnTo>
                    <a:pt x="3497337" y="2532991"/>
                  </a:lnTo>
                  <a:lnTo>
                    <a:pt x="3497483" y="2532991"/>
                  </a:lnTo>
                  <a:lnTo>
                    <a:pt x="3497628" y="2532991"/>
                  </a:lnTo>
                  <a:lnTo>
                    <a:pt x="3497628" y="2532367"/>
                  </a:lnTo>
                  <a:lnTo>
                    <a:pt x="3497773" y="2532367"/>
                  </a:lnTo>
                  <a:lnTo>
                    <a:pt x="3497919" y="2532367"/>
                  </a:lnTo>
                  <a:lnTo>
                    <a:pt x="3497919" y="2531744"/>
                  </a:lnTo>
                  <a:lnTo>
                    <a:pt x="3498064" y="2531744"/>
                  </a:lnTo>
                  <a:lnTo>
                    <a:pt x="3498210" y="2531744"/>
                  </a:lnTo>
                  <a:lnTo>
                    <a:pt x="3498355" y="2531744"/>
                  </a:lnTo>
                  <a:lnTo>
                    <a:pt x="3498501" y="2531744"/>
                  </a:lnTo>
                  <a:lnTo>
                    <a:pt x="3498646" y="2531744"/>
                  </a:lnTo>
                  <a:lnTo>
                    <a:pt x="3498646" y="2531120"/>
                  </a:lnTo>
                  <a:lnTo>
                    <a:pt x="3498791" y="2531120"/>
                  </a:lnTo>
                  <a:lnTo>
                    <a:pt x="3498791" y="2530497"/>
                  </a:lnTo>
                  <a:lnTo>
                    <a:pt x="3498937" y="2530497"/>
                  </a:lnTo>
                  <a:lnTo>
                    <a:pt x="3499082" y="2530497"/>
                  </a:lnTo>
                  <a:lnTo>
                    <a:pt x="3499228" y="2530497"/>
                  </a:lnTo>
                  <a:lnTo>
                    <a:pt x="3499373" y="2530497"/>
                  </a:lnTo>
                  <a:lnTo>
                    <a:pt x="3499519" y="2530497"/>
                  </a:lnTo>
                  <a:lnTo>
                    <a:pt x="3499664" y="2530497"/>
                  </a:lnTo>
                  <a:lnTo>
                    <a:pt x="3499809" y="2530497"/>
                  </a:lnTo>
                  <a:lnTo>
                    <a:pt x="3499955" y="2530497"/>
                  </a:lnTo>
                  <a:lnTo>
                    <a:pt x="3499955" y="2529873"/>
                  </a:lnTo>
                  <a:lnTo>
                    <a:pt x="3500100" y="2529873"/>
                  </a:lnTo>
                  <a:lnTo>
                    <a:pt x="3500100" y="2529249"/>
                  </a:lnTo>
                  <a:lnTo>
                    <a:pt x="3500246" y="2529249"/>
                  </a:lnTo>
                  <a:lnTo>
                    <a:pt x="3500391" y="2529249"/>
                  </a:lnTo>
                  <a:lnTo>
                    <a:pt x="3500537" y="2529249"/>
                  </a:lnTo>
                  <a:lnTo>
                    <a:pt x="3500537" y="2528626"/>
                  </a:lnTo>
                  <a:lnTo>
                    <a:pt x="3500682" y="2528626"/>
                  </a:lnTo>
                  <a:lnTo>
                    <a:pt x="3500827" y="2528626"/>
                  </a:lnTo>
                  <a:lnTo>
                    <a:pt x="3500827" y="2528002"/>
                  </a:lnTo>
                  <a:lnTo>
                    <a:pt x="3500973" y="2528002"/>
                  </a:lnTo>
                  <a:lnTo>
                    <a:pt x="3501118" y="2528002"/>
                  </a:lnTo>
                  <a:lnTo>
                    <a:pt x="3501264" y="2528002"/>
                  </a:lnTo>
                  <a:lnTo>
                    <a:pt x="3501409" y="2528002"/>
                  </a:lnTo>
                  <a:lnTo>
                    <a:pt x="3501555" y="2528002"/>
                  </a:lnTo>
                  <a:lnTo>
                    <a:pt x="3501700" y="2528002"/>
                  </a:lnTo>
                  <a:lnTo>
                    <a:pt x="3501845" y="2528002"/>
                  </a:lnTo>
                  <a:lnTo>
                    <a:pt x="3501845" y="2527379"/>
                  </a:lnTo>
                  <a:lnTo>
                    <a:pt x="3501991" y="2527379"/>
                  </a:lnTo>
                  <a:lnTo>
                    <a:pt x="3502136" y="2527379"/>
                  </a:lnTo>
                  <a:lnTo>
                    <a:pt x="3502282" y="2527379"/>
                  </a:lnTo>
                  <a:lnTo>
                    <a:pt x="3502427" y="2527379"/>
                  </a:lnTo>
                  <a:lnTo>
                    <a:pt x="3502573" y="2527379"/>
                  </a:lnTo>
                  <a:lnTo>
                    <a:pt x="3502573" y="2526755"/>
                  </a:lnTo>
                  <a:lnTo>
                    <a:pt x="3502718" y="2526755"/>
                  </a:lnTo>
                  <a:lnTo>
                    <a:pt x="3502863" y="2526755"/>
                  </a:lnTo>
                  <a:lnTo>
                    <a:pt x="3502863" y="2526131"/>
                  </a:lnTo>
                  <a:lnTo>
                    <a:pt x="3502863" y="2525508"/>
                  </a:lnTo>
                  <a:lnTo>
                    <a:pt x="3503009" y="2525508"/>
                  </a:lnTo>
                  <a:lnTo>
                    <a:pt x="3503009" y="2524884"/>
                  </a:lnTo>
                  <a:lnTo>
                    <a:pt x="3503154" y="2524884"/>
                  </a:lnTo>
                  <a:lnTo>
                    <a:pt x="3503154" y="2524261"/>
                  </a:lnTo>
                  <a:lnTo>
                    <a:pt x="3503300" y="2524261"/>
                  </a:lnTo>
                  <a:lnTo>
                    <a:pt x="3503445" y="2524261"/>
                  </a:lnTo>
                  <a:lnTo>
                    <a:pt x="3503591" y="2524261"/>
                  </a:lnTo>
                  <a:lnTo>
                    <a:pt x="3503736" y="2524261"/>
                  </a:lnTo>
                  <a:lnTo>
                    <a:pt x="3503736" y="2523637"/>
                  </a:lnTo>
                  <a:lnTo>
                    <a:pt x="3503881" y="2523637"/>
                  </a:lnTo>
                  <a:lnTo>
                    <a:pt x="3504027" y="2523637"/>
                  </a:lnTo>
                  <a:lnTo>
                    <a:pt x="3504172" y="2523637"/>
                  </a:lnTo>
                  <a:lnTo>
                    <a:pt x="3504318" y="2523637"/>
                  </a:lnTo>
                  <a:lnTo>
                    <a:pt x="3504318" y="2523014"/>
                  </a:lnTo>
                  <a:lnTo>
                    <a:pt x="3504463" y="2523014"/>
                  </a:lnTo>
                  <a:lnTo>
                    <a:pt x="3504608" y="2523014"/>
                  </a:lnTo>
                  <a:lnTo>
                    <a:pt x="3504754" y="2523014"/>
                  </a:lnTo>
                  <a:lnTo>
                    <a:pt x="3504899" y="2523014"/>
                  </a:lnTo>
                  <a:lnTo>
                    <a:pt x="3505045" y="2523014"/>
                  </a:lnTo>
                  <a:lnTo>
                    <a:pt x="3505190" y="2523014"/>
                  </a:lnTo>
                  <a:lnTo>
                    <a:pt x="3505190" y="2522390"/>
                  </a:lnTo>
                  <a:lnTo>
                    <a:pt x="3505336" y="2522390"/>
                  </a:lnTo>
                  <a:lnTo>
                    <a:pt x="3505336" y="2521766"/>
                  </a:lnTo>
                  <a:lnTo>
                    <a:pt x="3505481" y="2521766"/>
                  </a:lnTo>
                  <a:lnTo>
                    <a:pt x="3505626" y="2521766"/>
                  </a:lnTo>
                  <a:lnTo>
                    <a:pt x="3505772" y="2521766"/>
                  </a:lnTo>
                  <a:lnTo>
                    <a:pt x="3505917" y="2521766"/>
                  </a:lnTo>
                  <a:lnTo>
                    <a:pt x="3506063" y="2521766"/>
                  </a:lnTo>
                  <a:lnTo>
                    <a:pt x="3506063" y="2521143"/>
                  </a:lnTo>
                  <a:lnTo>
                    <a:pt x="3506063" y="2520519"/>
                  </a:lnTo>
                  <a:lnTo>
                    <a:pt x="3506208" y="2520519"/>
                  </a:lnTo>
                  <a:lnTo>
                    <a:pt x="3506354" y="2520519"/>
                  </a:lnTo>
                  <a:lnTo>
                    <a:pt x="3506499" y="2520519"/>
                  </a:lnTo>
                  <a:lnTo>
                    <a:pt x="3506644" y="2520519"/>
                  </a:lnTo>
                  <a:lnTo>
                    <a:pt x="3506790" y="2520519"/>
                  </a:lnTo>
                  <a:lnTo>
                    <a:pt x="3506935" y="2520519"/>
                  </a:lnTo>
                  <a:lnTo>
                    <a:pt x="3507081" y="2520519"/>
                  </a:lnTo>
                  <a:lnTo>
                    <a:pt x="3507081" y="2519896"/>
                  </a:lnTo>
                  <a:lnTo>
                    <a:pt x="3507081" y="2519272"/>
                  </a:lnTo>
                  <a:lnTo>
                    <a:pt x="3507226" y="2519272"/>
                  </a:lnTo>
                  <a:lnTo>
                    <a:pt x="3507372" y="2519272"/>
                  </a:lnTo>
                  <a:lnTo>
                    <a:pt x="3507517" y="2519272"/>
                  </a:lnTo>
                  <a:lnTo>
                    <a:pt x="3507662" y="2519272"/>
                  </a:lnTo>
                  <a:lnTo>
                    <a:pt x="3507808" y="2519272"/>
                  </a:lnTo>
                  <a:lnTo>
                    <a:pt x="3507953" y="2519272"/>
                  </a:lnTo>
                  <a:lnTo>
                    <a:pt x="3507953" y="2518648"/>
                  </a:lnTo>
                  <a:lnTo>
                    <a:pt x="3508099" y="2518648"/>
                  </a:lnTo>
                  <a:lnTo>
                    <a:pt x="3508244" y="2518648"/>
                  </a:lnTo>
                  <a:lnTo>
                    <a:pt x="3508390" y="2518648"/>
                  </a:lnTo>
                  <a:lnTo>
                    <a:pt x="3508535" y="2518648"/>
                  </a:lnTo>
                  <a:lnTo>
                    <a:pt x="3508680" y="2518648"/>
                  </a:lnTo>
                  <a:lnTo>
                    <a:pt x="3508826" y="2518648"/>
                  </a:lnTo>
                  <a:lnTo>
                    <a:pt x="3508971" y="2518648"/>
                  </a:lnTo>
                  <a:lnTo>
                    <a:pt x="3509117" y="2518648"/>
                  </a:lnTo>
                  <a:lnTo>
                    <a:pt x="3509262" y="2518648"/>
                  </a:lnTo>
                  <a:lnTo>
                    <a:pt x="3509408" y="2518648"/>
                  </a:lnTo>
                  <a:lnTo>
                    <a:pt x="3509553" y="2518648"/>
                  </a:lnTo>
                  <a:lnTo>
                    <a:pt x="3509698" y="2518648"/>
                  </a:lnTo>
                  <a:lnTo>
                    <a:pt x="3509844" y="2518648"/>
                  </a:lnTo>
                  <a:lnTo>
                    <a:pt x="3509989" y="2518648"/>
                  </a:lnTo>
                  <a:lnTo>
                    <a:pt x="3510135" y="2518648"/>
                  </a:lnTo>
                  <a:lnTo>
                    <a:pt x="3510135" y="2518025"/>
                  </a:lnTo>
                  <a:lnTo>
                    <a:pt x="3510135" y="2517401"/>
                  </a:lnTo>
                  <a:lnTo>
                    <a:pt x="3510280" y="2517401"/>
                  </a:lnTo>
                  <a:lnTo>
                    <a:pt x="3510426" y="2517401"/>
                  </a:lnTo>
                  <a:lnTo>
                    <a:pt x="3510571" y="2517401"/>
                  </a:lnTo>
                  <a:lnTo>
                    <a:pt x="3510716" y="2517401"/>
                  </a:lnTo>
                  <a:lnTo>
                    <a:pt x="3510862" y="2517401"/>
                  </a:lnTo>
                  <a:lnTo>
                    <a:pt x="3510862" y="2516778"/>
                  </a:lnTo>
                  <a:lnTo>
                    <a:pt x="3511007" y="2516778"/>
                  </a:lnTo>
                  <a:lnTo>
                    <a:pt x="3511153" y="2516778"/>
                  </a:lnTo>
                  <a:lnTo>
                    <a:pt x="3511298" y="2516778"/>
                  </a:lnTo>
                  <a:lnTo>
                    <a:pt x="3511298" y="2516154"/>
                  </a:lnTo>
                  <a:lnTo>
                    <a:pt x="3511443" y="2516154"/>
                  </a:lnTo>
                  <a:lnTo>
                    <a:pt x="3511589" y="2516154"/>
                  </a:lnTo>
                  <a:lnTo>
                    <a:pt x="3511734" y="2516154"/>
                  </a:lnTo>
                  <a:lnTo>
                    <a:pt x="3511880" y="2516154"/>
                  </a:lnTo>
                  <a:lnTo>
                    <a:pt x="3512025" y="2516154"/>
                  </a:lnTo>
                  <a:lnTo>
                    <a:pt x="3512171" y="2516154"/>
                  </a:lnTo>
                  <a:lnTo>
                    <a:pt x="3512316" y="2516154"/>
                  </a:lnTo>
                  <a:lnTo>
                    <a:pt x="3512461" y="2516154"/>
                  </a:lnTo>
                  <a:lnTo>
                    <a:pt x="3512607" y="2516154"/>
                  </a:lnTo>
                  <a:lnTo>
                    <a:pt x="3512752" y="2516154"/>
                  </a:lnTo>
                  <a:lnTo>
                    <a:pt x="3512752" y="2515531"/>
                  </a:lnTo>
                  <a:lnTo>
                    <a:pt x="3512752" y="2514907"/>
                  </a:lnTo>
                  <a:lnTo>
                    <a:pt x="3512898" y="2514907"/>
                  </a:lnTo>
                  <a:lnTo>
                    <a:pt x="3513043" y="2514907"/>
                  </a:lnTo>
                  <a:lnTo>
                    <a:pt x="3513189" y="2514907"/>
                  </a:lnTo>
                  <a:lnTo>
                    <a:pt x="3513189" y="2514283"/>
                  </a:lnTo>
                  <a:lnTo>
                    <a:pt x="3513189" y="2513660"/>
                  </a:lnTo>
                  <a:lnTo>
                    <a:pt x="3513189" y="2513036"/>
                  </a:lnTo>
                  <a:lnTo>
                    <a:pt x="3513189" y="2512413"/>
                  </a:lnTo>
                  <a:lnTo>
                    <a:pt x="3513334" y="2512413"/>
                  </a:lnTo>
                  <a:lnTo>
                    <a:pt x="3513334" y="2511789"/>
                  </a:lnTo>
                  <a:lnTo>
                    <a:pt x="3513334" y="2511165"/>
                  </a:lnTo>
                  <a:lnTo>
                    <a:pt x="3513479" y="2511165"/>
                  </a:lnTo>
                  <a:lnTo>
                    <a:pt x="3513625" y="2511165"/>
                  </a:lnTo>
                  <a:lnTo>
                    <a:pt x="3513770" y="2511165"/>
                  </a:lnTo>
                  <a:lnTo>
                    <a:pt x="3513916" y="2511165"/>
                  </a:lnTo>
                  <a:lnTo>
                    <a:pt x="3513916" y="2510542"/>
                  </a:lnTo>
                  <a:lnTo>
                    <a:pt x="3514061" y="2510542"/>
                  </a:lnTo>
                  <a:lnTo>
                    <a:pt x="3514061" y="2509918"/>
                  </a:lnTo>
                  <a:lnTo>
                    <a:pt x="3514207" y="2509918"/>
                  </a:lnTo>
                  <a:lnTo>
                    <a:pt x="3514352" y="2509918"/>
                  </a:lnTo>
                  <a:lnTo>
                    <a:pt x="3514497" y="2509918"/>
                  </a:lnTo>
                  <a:lnTo>
                    <a:pt x="3514497" y="2509295"/>
                  </a:lnTo>
                  <a:lnTo>
                    <a:pt x="3514643" y="2509295"/>
                  </a:lnTo>
                  <a:lnTo>
                    <a:pt x="3514788" y="2509295"/>
                  </a:lnTo>
                  <a:lnTo>
                    <a:pt x="3514934" y="2509295"/>
                  </a:lnTo>
                  <a:lnTo>
                    <a:pt x="3515079" y="2509295"/>
                  </a:lnTo>
                  <a:lnTo>
                    <a:pt x="3515079" y="2508671"/>
                  </a:lnTo>
                  <a:lnTo>
                    <a:pt x="3515225" y="2508671"/>
                  </a:lnTo>
                  <a:lnTo>
                    <a:pt x="3515370" y="2508671"/>
                  </a:lnTo>
                  <a:lnTo>
                    <a:pt x="3515515" y="2508671"/>
                  </a:lnTo>
                  <a:lnTo>
                    <a:pt x="3515661" y="2508671"/>
                  </a:lnTo>
                  <a:lnTo>
                    <a:pt x="3515806" y="2508671"/>
                  </a:lnTo>
                  <a:lnTo>
                    <a:pt x="3515952" y="2508671"/>
                  </a:lnTo>
                  <a:lnTo>
                    <a:pt x="3516097" y="2508671"/>
                  </a:lnTo>
                  <a:lnTo>
                    <a:pt x="3516243" y="2508671"/>
                  </a:lnTo>
                  <a:lnTo>
                    <a:pt x="3516388" y="2508671"/>
                  </a:lnTo>
                  <a:lnTo>
                    <a:pt x="3516533" y="2508671"/>
                  </a:lnTo>
                  <a:lnTo>
                    <a:pt x="3516533" y="2508048"/>
                  </a:lnTo>
                  <a:lnTo>
                    <a:pt x="3516679" y="2508048"/>
                  </a:lnTo>
                  <a:lnTo>
                    <a:pt x="3516824" y="2508048"/>
                  </a:lnTo>
                  <a:lnTo>
                    <a:pt x="3516824" y="2507424"/>
                  </a:lnTo>
                  <a:lnTo>
                    <a:pt x="3516970" y="2507424"/>
                  </a:lnTo>
                  <a:lnTo>
                    <a:pt x="3517115" y="2507424"/>
                  </a:lnTo>
                  <a:lnTo>
                    <a:pt x="3517261" y="2507424"/>
                  </a:lnTo>
                  <a:lnTo>
                    <a:pt x="3517406" y="2507424"/>
                  </a:lnTo>
                  <a:lnTo>
                    <a:pt x="3517406" y="2506800"/>
                  </a:lnTo>
                  <a:lnTo>
                    <a:pt x="3517551" y="2506800"/>
                  </a:lnTo>
                  <a:lnTo>
                    <a:pt x="3517697" y="2506800"/>
                  </a:lnTo>
                  <a:lnTo>
                    <a:pt x="3517842" y="2506800"/>
                  </a:lnTo>
                  <a:lnTo>
                    <a:pt x="3517988" y="2506800"/>
                  </a:lnTo>
                  <a:lnTo>
                    <a:pt x="3518133" y="2506800"/>
                  </a:lnTo>
                  <a:lnTo>
                    <a:pt x="3518278" y="2506800"/>
                  </a:lnTo>
                  <a:lnTo>
                    <a:pt x="3518278" y="2506177"/>
                  </a:lnTo>
                  <a:lnTo>
                    <a:pt x="3518424" y="2506177"/>
                  </a:lnTo>
                  <a:lnTo>
                    <a:pt x="3518569" y="2506177"/>
                  </a:lnTo>
                  <a:lnTo>
                    <a:pt x="3518715" y="2506177"/>
                  </a:lnTo>
                  <a:lnTo>
                    <a:pt x="3518860" y="2506177"/>
                  </a:lnTo>
                  <a:lnTo>
                    <a:pt x="3519006" y="2506177"/>
                  </a:lnTo>
                  <a:lnTo>
                    <a:pt x="3519151" y="2506177"/>
                  </a:lnTo>
                  <a:lnTo>
                    <a:pt x="3519296" y="2506177"/>
                  </a:lnTo>
                  <a:lnTo>
                    <a:pt x="3519442" y="2506177"/>
                  </a:lnTo>
                  <a:lnTo>
                    <a:pt x="3519587" y="2506177"/>
                  </a:lnTo>
                  <a:lnTo>
                    <a:pt x="3519733" y="2506177"/>
                  </a:lnTo>
                  <a:lnTo>
                    <a:pt x="3519878" y="2506177"/>
                  </a:lnTo>
                  <a:lnTo>
                    <a:pt x="3519878" y="2505553"/>
                  </a:lnTo>
                  <a:lnTo>
                    <a:pt x="3519878" y="2504930"/>
                  </a:lnTo>
                  <a:lnTo>
                    <a:pt x="3520024" y="2504930"/>
                  </a:lnTo>
                  <a:lnTo>
                    <a:pt x="3520024" y="2504306"/>
                  </a:lnTo>
                  <a:lnTo>
                    <a:pt x="3520024" y="2503683"/>
                  </a:lnTo>
                  <a:lnTo>
                    <a:pt x="3520024" y="2503059"/>
                  </a:lnTo>
                  <a:lnTo>
                    <a:pt x="3520169" y="2503059"/>
                  </a:lnTo>
                  <a:lnTo>
                    <a:pt x="3520314" y="2503059"/>
                  </a:lnTo>
                  <a:lnTo>
                    <a:pt x="3520460" y="2503059"/>
                  </a:lnTo>
                  <a:lnTo>
                    <a:pt x="3520460" y="2502435"/>
                  </a:lnTo>
                  <a:lnTo>
                    <a:pt x="3520605" y="2502435"/>
                  </a:lnTo>
                  <a:lnTo>
                    <a:pt x="3520751" y="2502435"/>
                  </a:lnTo>
                  <a:lnTo>
                    <a:pt x="3520751" y="2501812"/>
                  </a:lnTo>
                  <a:lnTo>
                    <a:pt x="3520896" y="2501812"/>
                  </a:lnTo>
                  <a:lnTo>
                    <a:pt x="3520896" y="2501188"/>
                  </a:lnTo>
                  <a:lnTo>
                    <a:pt x="3520896" y="2500565"/>
                  </a:lnTo>
                  <a:lnTo>
                    <a:pt x="3521042" y="2500565"/>
                  </a:lnTo>
                  <a:lnTo>
                    <a:pt x="3521187" y="2500565"/>
                  </a:lnTo>
                  <a:lnTo>
                    <a:pt x="3521187" y="2499941"/>
                  </a:lnTo>
                  <a:lnTo>
                    <a:pt x="3521332" y="2499941"/>
                  </a:lnTo>
                  <a:lnTo>
                    <a:pt x="3521478" y="2499941"/>
                  </a:lnTo>
                  <a:lnTo>
                    <a:pt x="3521623" y="2499941"/>
                  </a:lnTo>
                  <a:lnTo>
                    <a:pt x="3521769" y="2499941"/>
                  </a:lnTo>
                  <a:lnTo>
                    <a:pt x="3521769" y="2499317"/>
                  </a:lnTo>
                  <a:lnTo>
                    <a:pt x="3521914" y="2499317"/>
                  </a:lnTo>
                  <a:lnTo>
                    <a:pt x="3522060" y="2499317"/>
                  </a:lnTo>
                  <a:lnTo>
                    <a:pt x="3522205" y="2499317"/>
                  </a:lnTo>
                  <a:lnTo>
                    <a:pt x="3522350" y="2499317"/>
                  </a:lnTo>
                  <a:lnTo>
                    <a:pt x="3522496" y="2499317"/>
                  </a:lnTo>
                  <a:lnTo>
                    <a:pt x="3522641" y="2499317"/>
                  </a:lnTo>
                  <a:lnTo>
                    <a:pt x="3522641" y="2498694"/>
                  </a:lnTo>
                  <a:lnTo>
                    <a:pt x="3522787" y="2498694"/>
                  </a:lnTo>
                  <a:lnTo>
                    <a:pt x="3522932" y="2498694"/>
                  </a:lnTo>
                  <a:lnTo>
                    <a:pt x="3523078" y="2498694"/>
                  </a:lnTo>
                  <a:lnTo>
                    <a:pt x="3523223" y="2498694"/>
                  </a:lnTo>
                  <a:lnTo>
                    <a:pt x="3523368" y="2498694"/>
                  </a:lnTo>
                  <a:lnTo>
                    <a:pt x="3523514" y="2498694"/>
                  </a:lnTo>
                  <a:lnTo>
                    <a:pt x="3523659" y="2498694"/>
                  </a:lnTo>
                  <a:lnTo>
                    <a:pt x="3523659" y="2498070"/>
                  </a:lnTo>
                  <a:lnTo>
                    <a:pt x="3523659" y="2497447"/>
                  </a:lnTo>
                  <a:lnTo>
                    <a:pt x="3523805" y="2497447"/>
                  </a:lnTo>
                  <a:lnTo>
                    <a:pt x="3523950" y="2497447"/>
                  </a:lnTo>
                  <a:lnTo>
                    <a:pt x="3524096" y="2497447"/>
                  </a:lnTo>
                  <a:lnTo>
                    <a:pt x="3524096" y="2496823"/>
                  </a:lnTo>
                  <a:lnTo>
                    <a:pt x="3524241" y="2496823"/>
                  </a:lnTo>
                  <a:lnTo>
                    <a:pt x="3524386" y="2496823"/>
                  </a:lnTo>
                  <a:lnTo>
                    <a:pt x="3524532" y="2496823"/>
                  </a:lnTo>
                  <a:lnTo>
                    <a:pt x="3524677" y="2496823"/>
                  </a:lnTo>
                  <a:lnTo>
                    <a:pt x="3524823" y="2496823"/>
                  </a:lnTo>
                  <a:lnTo>
                    <a:pt x="3524968" y="2496823"/>
                  </a:lnTo>
                  <a:lnTo>
                    <a:pt x="3525113" y="2496823"/>
                  </a:lnTo>
                  <a:lnTo>
                    <a:pt x="3525259" y="2496823"/>
                  </a:lnTo>
                  <a:lnTo>
                    <a:pt x="3525404" y="2496823"/>
                  </a:lnTo>
                  <a:lnTo>
                    <a:pt x="3525550" y="2496823"/>
                  </a:lnTo>
                  <a:lnTo>
                    <a:pt x="3525695" y="2496823"/>
                  </a:lnTo>
                  <a:lnTo>
                    <a:pt x="3525841" y="2496823"/>
                  </a:lnTo>
                  <a:lnTo>
                    <a:pt x="3525986" y="2496823"/>
                  </a:lnTo>
                  <a:lnTo>
                    <a:pt x="3526131" y="2496823"/>
                  </a:lnTo>
                  <a:lnTo>
                    <a:pt x="3526277" y="2496823"/>
                  </a:lnTo>
                  <a:lnTo>
                    <a:pt x="3526277" y="2496200"/>
                  </a:lnTo>
                  <a:lnTo>
                    <a:pt x="3526422" y="2496200"/>
                  </a:lnTo>
                  <a:lnTo>
                    <a:pt x="3526568" y="2496200"/>
                  </a:lnTo>
                  <a:lnTo>
                    <a:pt x="3526713" y="2496200"/>
                  </a:lnTo>
                  <a:lnTo>
                    <a:pt x="3526859" y="2496200"/>
                  </a:lnTo>
                  <a:lnTo>
                    <a:pt x="3527004" y="2496200"/>
                  </a:lnTo>
                  <a:lnTo>
                    <a:pt x="3527004" y="2495576"/>
                  </a:lnTo>
                  <a:lnTo>
                    <a:pt x="3527149" y="2495576"/>
                  </a:lnTo>
                  <a:lnTo>
                    <a:pt x="3527149" y="2494952"/>
                  </a:lnTo>
                  <a:lnTo>
                    <a:pt x="3527295" y="2494952"/>
                  </a:lnTo>
                  <a:lnTo>
                    <a:pt x="3527440" y="2494952"/>
                  </a:lnTo>
                  <a:lnTo>
                    <a:pt x="3527440" y="2494329"/>
                  </a:lnTo>
                  <a:lnTo>
                    <a:pt x="3527586" y="2494329"/>
                  </a:lnTo>
                  <a:lnTo>
                    <a:pt x="3527731" y="2494329"/>
                  </a:lnTo>
                  <a:lnTo>
                    <a:pt x="3527877" y="2494329"/>
                  </a:lnTo>
                  <a:lnTo>
                    <a:pt x="3527877" y="2493705"/>
                  </a:lnTo>
                  <a:lnTo>
                    <a:pt x="3528022" y="2493705"/>
                  </a:lnTo>
                  <a:lnTo>
                    <a:pt x="3528167" y="2493705"/>
                  </a:lnTo>
                  <a:lnTo>
                    <a:pt x="3528313" y="2493705"/>
                  </a:lnTo>
                  <a:lnTo>
                    <a:pt x="3528458" y="2493705"/>
                  </a:lnTo>
                  <a:lnTo>
                    <a:pt x="3528458" y="2493082"/>
                  </a:lnTo>
                  <a:lnTo>
                    <a:pt x="3528604" y="2493082"/>
                  </a:lnTo>
                  <a:lnTo>
                    <a:pt x="3528749" y="2493082"/>
                  </a:lnTo>
                  <a:lnTo>
                    <a:pt x="3528895" y="2493082"/>
                  </a:lnTo>
                  <a:lnTo>
                    <a:pt x="3529040" y="2493082"/>
                  </a:lnTo>
                  <a:lnTo>
                    <a:pt x="3529185" y="2493082"/>
                  </a:lnTo>
                  <a:lnTo>
                    <a:pt x="3529331" y="2493082"/>
                  </a:lnTo>
                  <a:lnTo>
                    <a:pt x="3529476" y="2493082"/>
                  </a:lnTo>
                  <a:lnTo>
                    <a:pt x="3529622" y="2493082"/>
                  </a:lnTo>
                  <a:lnTo>
                    <a:pt x="3529767" y="2493082"/>
                  </a:lnTo>
                  <a:lnTo>
                    <a:pt x="3529913" y="2493082"/>
                  </a:lnTo>
                  <a:lnTo>
                    <a:pt x="3530058" y="2493082"/>
                  </a:lnTo>
                  <a:lnTo>
                    <a:pt x="3530058" y="2492458"/>
                  </a:lnTo>
                  <a:lnTo>
                    <a:pt x="3530058" y="2491834"/>
                  </a:lnTo>
                  <a:lnTo>
                    <a:pt x="3530203" y="2491834"/>
                  </a:lnTo>
                  <a:lnTo>
                    <a:pt x="3530203" y="2491211"/>
                  </a:lnTo>
                  <a:lnTo>
                    <a:pt x="3530349" y="2491211"/>
                  </a:lnTo>
                  <a:lnTo>
                    <a:pt x="3530494" y="2491211"/>
                  </a:lnTo>
                  <a:lnTo>
                    <a:pt x="3530494" y="2490587"/>
                  </a:lnTo>
                  <a:lnTo>
                    <a:pt x="3530640" y="2490587"/>
                  </a:lnTo>
                  <a:lnTo>
                    <a:pt x="3530785" y="2490587"/>
                  </a:lnTo>
                  <a:lnTo>
                    <a:pt x="3530931" y="2490587"/>
                  </a:lnTo>
                  <a:lnTo>
                    <a:pt x="3531076" y="2490587"/>
                  </a:lnTo>
                  <a:lnTo>
                    <a:pt x="3531221" y="2490587"/>
                  </a:lnTo>
                  <a:lnTo>
                    <a:pt x="3531221" y="2489964"/>
                  </a:lnTo>
                  <a:lnTo>
                    <a:pt x="3531367" y="2489964"/>
                  </a:lnTo>
                  <a:lnTo>
                    <a:pt x="3531512" y="2489964"/>
                  </a:lnTo>
                  <a:lnTo>
                    <a:pt x="3531658" y="2489964"/>
                  </a:lnTo>
                  <a:lnTo>
                    <a:pt x="3531803" y="2489964"/>
                  </a:lnTo>
                  <a:lnTo>
                    <a:pt x="3531948" y="2489964"/>
                  </a:lnTo>
                  <a:lnTo>
                    <a:pt x="3532094" y="2489964"/>
                  </a:lnTo>
                  <a:lnTo>
                    <a:pt x="3532094" y="2489340"/>
                  </a:lnTo>
                  <a:lnTo>
                    <a:pt x="3532094" y="2488717"/>
                  </a:lnTo>
                  <a:lnTo>
                    <a:pt x="3532239" y="2488717"/>
                  </a:lnTo>
                  <a:lnTo>
                    <a:pt x="3532385" y="2488717"/>
                  </a:lnTo>
                  <a:lnTo>
                    <a:pt x="3532385" y="2488093"/>
                  </a:lnTo>
                  <a:lnTo>
                    <a:pt x="3532385" y="2487469"/>
                  </a:lnTo>
                  <a:lnTo>
                    <a:pt x="3532530" y="2487469"/>
                  </a:lnTo>
                  <a:lnTo>
                    <a:pt x="3532676" y="2487469"/>
                  </a:lnTo>
                  <a:lnTo>
                    <a:pt x="3532821" y="2487469"/>
                  </a:lnTo>
                  <a:lnTo>
                    <a:pt x="3532966" y="2487469"/>
                  </a:lnTo>
                  <a:lnTo>
                    <a:pt x="3533112" y="2487469"/>
                  </a:lnTo>
                  <a:lnTo>
                    <a:pt x="3533257" y="2487469"/>
                  </a:lnTo>
                  <a:lnTo>
                    <a:pt x="3533403" y="2487469"/>
                  </a:lnTo>
                  <a:lnTo>
                    <a:pt x="3533548" y="2487469"/>
                  </a:lnTo>
                  <a:lnTo>
                    <a:pt x="3533694" y="2487469"/>
                  </a:lnTo>
                  <a:lnTo>
                    <a:pt x="3533839" y="2487469"/>
                  </a:lnTo>
                  <a:lnTo>
                    <a:pt x="3533984" y="2487469"/>
                  </a:lnTo>
                  <a:lnTo>
                    <a:pt x="3534130" y="2487469"/>
                  </a:lnTo>
                  <a:lnTo>
                    <a:pt x="3534130" y="2486846"/>
                  </a:lnTo>
                  <a:lnTo>
                    <a:pt x="3534130" y="2486222"/>
                  </a:lnTo>
                  <a:lnTo>
                    <a:pt x="3534275" y="2486222"/>
                  </a:lnTo>
                  <a:lnTo>
                    <a:pt x="3534421" y="2486222"/>
                  </a:lnTo>
                  <a:lnTo>
                    <a:pt x="3534566" y="2486222"/>
                  </a:lnTo>
                  <a:lnTo>
                    <a:pt x="3534712" y="2486222"/>
                  </a:lnTo>
                  <a:lnTo>
                    <a:pt x="3534857" y="2486222"/>
                  </a:lnTo>
                  <a:lnTo>
                    <a:pt x="3535002" y="2486222"/>
                  </a:lnTo>
                  <a:lnTo>
                    <a:pt x="3535148" y="2486222"/>
                  </a:lnTo>
                  <a:lnTo>
                    <a:pt x="3535293" y="2486222"/>
                  </a:lnTo>
                  <a:lnTo>
                    <a:pt x="3535439" y="2486222"/>
                  </a:lnTo>
                  <a:lnTo>
                    <a:pt x="3535584" y="2486222"/>
                  </a:lnTo>
                  <a:lnTo>
                    <a:pt x="3535584" y="2485599"/>
                  </a:lnTo>
                  <a:lnTo>
                    <a:pt x="3535730" y="2485599"/>
                  </a:lnTo>
                  <a:lnTo>
                    <a:pt x="3535875" y="2485599"/>
                  </a:lnTo>
                  <a:lnTo>
                    <a:pt x="3536020" y="2485599"/>
                  </a:lnTo>
                  <a:lnTo>
                    <a:pt x="3536020" y="2484975"/>
                  </a:lnTo>
                  <a:lnTo>
                    <a:pt x="3536166" y="2484975"/>
                  </a:lnTo>
                  <a:lnTo>
                    <a:pt x="3536311" y="2484975"/>
                  </a:lnTo>
                  <a:lnTo>
                    <a:pt x="3536457" y="2484975"/>
                  </a:lnTo>
                  <a:lnTo>
                    <a:pt x="3536602" y="2484975"/>
                  </a:lnTo>
                  <a:lnTo>
                    <a:pt x="3536748" y="2484975"/>
                  </a:lnTo>
                  <a:lnTo>
                    <a:pt x="3536893" y="2484975"/>
                  </a:lnTo>
                  <a:lnTo>
                    <a:pt x="3537038" y="2484975"/>
                  </a:lnTo>
                  <a:lnTo>
                    <a:pt x="3537184" y="2484975"/>
                  </a:lnTo>
                  <a:lnTo>
                    <a:pt x="3537329" y="2484975"/>
                  </a:lnTo>
                  <a:lnTo>
                    <a:pt x="3537475" y="2484975"/>
                  </a:lnTo>
                  <a:lnTo>
                    <a:pt x="3537620" y="2484975"/>
                  </a:lnTo>
                  <a:lnTo>
                    <a:pt x="3537766" y="2484975"/>
                  </a:lnTo>
                  <a:lnTo>
                    <a:pt x="3537911" y="2484975"/>
                  </a:lnTo>
                  <a:lnTo>
                    <a:pt x="3538056" y="2484975"/>
                  </a:lnTo>
                  <a:lnTo>
                    <a:pt x="3538202" y="2484975"/>
                  </a:lnTo>
                  <a:lnTo>
                    <a:pt x="3538347" y="2484975"/>
                  </a:lnTo>
                  <a:lnTo>
                    <a:pt x="3538493" y="2484975"/>
                  </a:lnTo>
                  <a:lnTo>
                    <a:pt x="3538638" y="2484975"/>
                  </a:lnTo>
                  <a:lnTo>
                    <a:pt x="3538638" y="2484351"/>
                  </a:lnTo>
                  <a:lnTo>
                    <a:pt x="3538783" y="2484351"/>
                  </a:lnTo>
                  <a:lnTo>
                    <a:pt x="3538929" y="2484351"/>
                  </a:lnTo>
                  <a:lnTo>
                    <a:pt x="3539074" y="2484351"/>
                  </a:lnTo>
                  <a:lnTo>
                    <a:pt x="3539220" y="2484351"/>
                  </a:lnTo>
                  <a:lnTo>
                    <a:pt x="3539220" y="2483728"/>
                  </a:lnTo>
                  <a:lnTo>
                    <a:pt x="3539365" y="2483728"/>
                  </a:lnTo>
                  <a:lnTo>
                    <a:pt x="3539365" y="2483104"/>
                  </a:lnTo>
                  <a:lnTo>
                    <a:pt x="3539511" y="2483104"/>
                  </a:lnTo>
                  <a:lnTo>
                    <a:pt x="3539511" y="2482481"/>
                  </a:lnTo>
                  <a:lnTo>
                    <a:pt x="3539656" y="2482481"/>
                  </a:lnTo>
                  <a:lnTo>
                    <a:pt x="3539801" y="2482481"/>
                  </a:lnTo>
                  <a:lnTo>
                    <a:pt x="3539947" y="2482481"/>
                  </a:lnTo>
                  <a:lnTo>
                    <a:pt x="3540092" y="2482481"/>
                  </a:lnTo>
                  <a:lnTo>
                    <a:pt x="3540238" y="2482481"/>
                  </a:lnTo>
                  <a:lnTo>
                    <a:pt x="3540383" y="2482481"/>
                  </a:lnTo>
                  <a:lnTo>
                    <a:pt x="3540383" y="2481857"/>
                  </a:lnTo>
                  <a:lnTo>
                    <a:pt x="3540383" y="2481234"/>
                  </a:lnTo>
                  <a:lnTo>
                    <a:pt x="3540529" y="2481234"/>
                  </a:lnTo>
                  <a:lnTo>
                    <a:pt x="3540674" y="2481234"/>
                  </a:lnTo>
                  <a:lnTo>
                    <a:pt x="3540819" y="2481234"/>
                  </a:lnTo>
                  <a:lnTo>
                    <a:pt x="3540965" y="2481234"/>
                  </a:lnTo>
                  <a:lnTo>
                    <a:pt x="3540965" y="2480610"/>
                  </a:lnTo>
                  <a:lnTo>
                    <a:pt x="3541110" y="2480610"/>
                  </a:lnTo>
                  <a:lnTo>
                    <a:pt x="3541256" y="2480610"/>
                  </a:lnTo>
                  <a:lnTo>
                    <a:pt x="3541401" y="2480610"/>
                  </a:lnTo>
                  <a:lnTo>
                    <a:pt x="3541547" y="2480610"/>
                  </a:lnTo>
                  <a:lnTo>
                    <a:pt x="3541692" y="2480610"/>
                  </a:lnTo>
                  <a:lnTo>
                    <a:pt x="3541692" y="2479986"/>
                  </a:lnTo>
                  <a:lnTo>
                    <a:pt x="3541837" y="2479986"/>
                  </a:lnTo>
                  <a:lnTo>
                    <a:pt x="3541983" y="2479986"/>
                  </a:lnTo>
                  <a:lnTo>
                    <a:pt x="3541983" y="2479363"/>
                  </a:lnTo>
                  <a:lnTo>
                    <a:pt x="3541983" y="2478739"/>
                  </a:lnTo>
                  <a:lnTo>
                    <a:pt x="3542128" y="2478739"/>
                  </a:lnTo>
                  <a:lnTo>
                    <a:pt x="3542274" y="2478739"/>
                  </a:lnTo>
                  <a:lnTo>
                    <a:pt x="3542419" y="2478739"/>
                  </a:lnTo>
                  <a:lnTo>
                    <a:pt x="3542565" y="2478739"/>
                  </a:lnTo>
                  <a:lnTo>
                    <a:pt x="3542710" y="2478739"/>
                  </a:lnTo>
                  <a:lnTo>
                    <a:pt x="3542855" y="2478739"/>
                  </a:lnTo>
                  <a:lnTo>
                    <a:pt x="3543001" y="2478739"/>
                  </a:lnTo>
                  <a:lnTo>
                    <a:pt x="3543001" y="2478116"/>
                  </a:lnTo>
                  <a:lnTo>
                    <a:pt x="3543146" y="2478116"/>
                  </a:lnTo>
                  <a:lnTo>
                    <a:pt x="3543292" y="2478116"/>
                  </a:lnTo>
                  <a:lnTo>
                    <a:pt x="3543437" y="2478116"/>
                  </a:lnTo>
                  <a:lnTo>
                    <a:pt x="3543583" y="2478116"/>
                  </a:lnTo>
                  <a:lnTo>
                    <a:pt x="3543728" y="2478116"/>
                  </a:lnTo>
                  <a:lnTo>
                    <a:pt x="3543728" y="2477492"/>
                  </a:lnTo>
                  <a:lnTo>
                    <a:pt x="3543873" y="2477492"/>
                  </a:lnTo>
                  <a:lnTo>
                    <a:pt x="3544019" y="2477492"/>
                  </a:lnTo>
                  <a:lnTo>
                    <a:pt x="3544164" y="2477492"/>
                  </a:lnTo>
                  <a:lnTo>
                    <a:pt x="3544310" y="2477492"/>
                  </a:lnTo>
                  <a:lnTo>
                    <a:pt x="3544455" y="2477492"/>
                  </a:lnTo>
                  <a:lnTo>
                    <a:pt x="3544601" y="2477492"/>
                  </a:lnTo>
                  <a:lnTo>
                    <a:pt x="3544746" y="2477492"/>
                  </a:lnTo>
                  <a:lnTo>
                    <a:pt x="3544891" y="2477492"/>
                  </a:lnTo>
                  <a:lnTo>
                    <a:pt x="3544891" y="2476868"/>
                  </a:lnTo>
                  <a:lnTo>
                    <a:pt x="3545037" y="2476868"/>
                  </a:lnTo>
                  <a:lnTo>
                    <a:pt x="3545182" y="2476868"/>
                  </a:lnTo>
                  <a:lnTo>
                    <a:pt x="3545328" y="2476868"/>
                  </a:lnTo>
                  <a:lnTo>
                    <a:pt x="3545473" y="2476868"/>
                  </a:lnTo>
                  <a:lnTo>
                    <a:pt x="3545618" y="2476868"/>
                  </a:lnTo>
                  <a:lnTo>
                    <a:pt x="3545618" y="2476245"/>
                  </a:lnTo>
                  <a:lnTo>
                    <a:pt x="3545764" y="2476245"/>
                  </a:lnTo>
                  <a:lnTo>
                    <a:pt x="3545909" y="2476245"/>
                  </a:lnTo>
                  <a:lnTo>
                    <a:pt x="3546055" y="2476245"/>
                  </a:lnTo>
                  <a:lnTo>
                    <a:pt x="3546200" y="2476245"/>
                  </a:lnTo>
                  <a:lnTo>
                    <a:pt x="3546200" y="2475621"/>
                  </a:lnTo>
                  <a:lnTo>
                    <a:pt x="3546346" y="2475621"/>
                  </a:lnTo>
                  <a:lnTo>
                    <a:pt x="3546491" y="2475621"/>
                  </a:lnTo>
                  <a:lnTo>
                    <a:pt x="3546636" y="2475621"/>
                  </a:lnTo>
                  <a:lnTo>
                    <a:pt x="3546782" y="2475621"/>
                  </a:lnTo>
                  <a:lnTo>
                    <a:pt x="3546927" y="2475621"/>
                  </a:lnTo>
                  <a:lnTo>
                    <a:pt x="3547073" y="2475621"/>
                  </a:lnTo>
                  <a:lnTo>
                    <a:pt x="3547218" y="2475621"/>
                  </a:lnTo>
                  <a:lnTo>
                    <a:pt x="3547364" y="2475621"/>
                  </a:lnTo>
                  <a:lnTo>
                    <a:pt x="3547509" y="2475621"/>
                  </a:lnTo>
                  <a:lnTo>
                    <a:pt x="3547654" y="2475621"/>
                  </a:lnTo>
                  <a:lnTo>
                    <a:pt x="3547800" y="2475621"/>
                  </a:lnTo>
                  <a:lnTo>
                    <a:pt x="3547945" y="2475621"/>
                  </a:lnTo>
                  <a:lnTo>
                    <a:pt x="3548091" y="2475621"/>
                  </a:lnTo>
                  <a:lnTo>
                    <a:pt x="3548236" y="2475621"/>
                  </a:lnTo>
                  <a:lnTo>
                    <a:pt x="3548236" y="2474998"/>
                  </a:lnTo>
                  <a:lnTo>
                    <a:pt x="3548382" y="2474998"/>
                  </a:lnTo>
                  <a:lnTo>
                    <a:pt x="3548527" y="2474998"/>
                  </a:lnTo>
                  <a:lnTo>
                    <a:pt x="3548527" y="2474374"/>
                  </a:lnTo>
                  <a:lnTo>
                    <a:pt x="3548672" y="2474374"/>
                  </a:lnTo>
                  <a:lnTo>
                    <a:pt x="3548672" y="2473751"/>
                  </a:lnTo>
                  <a:lnTo>
                    <a:pt x="3548818" y="2473751"/>
                  </a:lnTo>
                  <a:lnTo>
                    <a:pt x="3548963" y="2473751"/>
                  </a:lnTo>
                  <a:lnTo>
                    <a:pt x="3549109" y="2473751"/>
                  </a:lnTo>
                  <a:lnTo>
                    <a:pt x="3549109" y="2473127"/>
                  </a:lnTo>
                  <a:lnTo>
                    <a:pt x="3549254" y="2473127"/>
                  </a:lnTo>
                  <a:lnTo>
                    <a:pt x="3549254" y="2472503"/>
                  </a:lnTo>
                  <a:lnTo>
                    <a:pt x="3549400" y="2472503"/>
                  </a:lnTo>
                  <a:lnTo>
                    <a:pt x="3549545" y="2472503"/>
                  </a:lnTo>
                  <a:lnTo>
                    <a:pt x="3549690" y="2472503"/>
                  </a:lnTo>
                  <a:lnTo>
                    <a:pt x="3549836" y="2472503"/>
                  </a:lnTo>
                  <a:lnTo>
                    <a:pt x="3549981" y="2472503"/>
                  </a:lnTo>
                  <a:lnTo>
                    <a:pt x="3550127" y="2472503"/>
                  </a:lnTo>
                  <a:lnTo>
                    <a:pt x="3550127" y="2471880"/>
                  </a:lnTo>
                  <a:lnTo>
                    <a:pt x="3550272" y="2471880"/>
                  </a:lnTo>
                  <a:lnTo>
                    <a:pt x="3550418" y="2471880"/>
                  </a:lnTo>
                  <a:lnTo>
                    <a:pt x="3550563" y="2471880"/>
                  </a:lnTo>
                  <a:lnTo>
                    <a:pt x="3550708" y="2471880"/>
                  </a:lnTo>
                  <a:lnTo>
                    <a:pt x="3550854" y="2471880"/>
                  </a:lnTo>
                  <a:lnTo>
                    <a:pt x="3550999" y="2471880"/>
                  </a:lnTo>
                  <a:lnTo>
                    <a:pt x="3551145" y="2471880"/>
                  </a:lnTo>
                  <a:lnTo>
                    <a:pt x="3551290" y="2471880"/>
                  </a:lnTo>
                  <a:lnTo>
                    <a:pt x="3551435" y="2471880"/>
                  </a:lnTo>
                  <a:lnTo>
                    <a:pt x="3551581" y="2471880"/>
                  </a:lnTo>
                  <a:lnTo>
                    <a:pt x="3551581" y="2471256"/>
                  </a:lnTo>
                  <a:lnTo>
                    <a:pt x="3551726" y="2471256"/>
                  </a:lnTo>
                  <a:lnTo>
                    <a:pt x="3551872" y="2471256"/>
                  </a:lnTo>
                  <a:lnTo>
                    <a:pt x="3552017" y="2471256"/>
                  </a:lnTo>
                  <a:lnTo>
                    <a:pt x="3552163" y="2471256"/>
                  </a:lnTo>
                  <a:lnTo>
                    <a:pt x="3552308" y="2471256"/>
                  </a:lnTo>
                  <a:lnTo>
                    <a:pt x="3552453" y="2471256"/>
                  </a:lnTo>
                  <a:lnTo>
                    <a:pt x="3552453" y="2470633"/>
                  </a:lnTo>
                  <a:lnTo>
                    <a:pt x="3552599" y="2470633"/>
                  </a:lnTo>
                  <a:lnTo>
                    <a:pt x="3552744" y="2470633"/>
                  </a:lnTo>
                  <a:lnTo>
                    <a:pt x="3552890" y="2470633"/>
                  </a:lnTo>
                  <a:lnTo>
                    <a:pt x="3553035" y="2470633"/>
                  </a:lnTo>
                  <a:lnTo>
                    <a:pt x="3553181" y="2470633"/>
                  </a:lnTo>
                  <a:lnTo>
                    <a:pt x="3553326" y="2470633"/>
                  </a:lnTo>
                  <a:lnTo>
                    <a:pt x="3553471" y="2470633"/>
                  </a:lnTo>
                  <a:lnTo>
                    <a:pt x="3553617" y="2470633"/>
                  </a:lnTo>
                  <a:lnTo>
                    <a:pt x="3553762" y="2470633"/>
                  </a:lnTo>
                  <a:lnTo>
                    <a:pt x="3553908" y="2470633"/>
                  </a:lnTo>
                  <a:lnTo>
                    <a:pt x="3554053" y="2470633"/>
                  </a:lnTo>
                  <a:lnTo>
                    <a:pt x="3554053" y="2470009"/>
                  </a:lnTo>
                  <a:lnTo>
                    <a:pt x="3554199" y="2470009"/>
                  </a:lnTo>
                  <a:lnTo>
                    <a:pt x="3554344" y="2470009"/>
                  </a:lnTo>
                  <a:lnTo>
                    <a:pt x="3554489" y="2470009"/>
                  </a:lnTo>
                  <a:lnTo>
                    <a:pt x="3554635" y="2470009"/>
                  </a:lnTo>
                  <a:lnTo>
                    <a:pt x="3554635" y="2469385"/>
                  </a:lnTo>
                  <a:lnTo>
                    <a:pt x="3554780" y="2469385"/>
                  </a:lnTo>
                  <a:lnTo>
                    <a:pt x="3554926" y="2469385"/>
                  </a:lnTo>
                  <a:lnTo>
                    <a:pt x="3554926" y="2468762"/>
                  </a:lnTo>
                  <a:lnTo>
                    <a:pt x="3555071" y="2468762"/>
                  </a:lnTo>
                  <a:lnTo>
                    <a:pt x="3555217" y="2468762"/>
                  </a:lnTo>
                  <a:lnTo>
                    <a:pt x="3555362" y="2468762"/>
                  </a:lnTo>
                  <a:lnTo>
                    <a:pt x="3555507" y="2468762"/>
                  </a:lnTo>
                  <a:lnTo>
                    <a:pt x="3555653" y="2468762"/>
                  </a:lnTo>
                  <a:lnTo>
                    <a:pt x="3555798" y="2468762"/>
                  </a:lnTo>
                  <a:lnTo>
                    <a:pt x="3555944" y="2468762"/>
                  </a:lnTo>
                  <a:lnTo>
                    <a:pt x="3556089" y="2468762"/>
                  </a:lnTo>
                  <a:lnTo>
                    <a:pt x="3556235" y="2468762"/>
                  </a:lnTo>
                  <a:lnTo>
                    <a:pt x="3556380" y="2468762"/>
                  </a:lnTo>
                  <a:lnTo>
                    <a:pt x="3556380" y="2468138"/>
                  </a:lnTo>
                  <a:lnTo>
                    <a:pt x="3556525" y="2468138"/>
                  </a:lnTo>
                  <a:lnTo>
                    <a:pt x="3556671" y="2468138"/>
                  </a:lnTo>
                  <a:lnTo>
                    <a:pt x="3556816" y="2468138"/>
                  </a:lnTo>
                  <a:lnTo>
                    <a:pt x="3556962" y="2468138"/>
                  </a:lnTo>
                  <a:lnTo>
                    <a:pt x="3557107" y="2468138"/>
                  </a:lnTo>
                  <a:lnTo>
                    <a:pt x="3557253" y="2468138"/>
                  </a:lnTo>
                  <a:lnTo>
                    <a:pt x="3557398" y="2468138"/>
                  </a:lnTo>
                  <a:lnTo>
                    <a:pt x="3557398" y="2467515"/>
                  </a:lnTo>
                  <a:lnTo>
                    <a:pt x="3557398" y="2466891"/>
                  </a:lnTo>
                  <a:lnTo>
                    <a:pt x="3557543" y="2466891"/>
                  </a:lnTo>
                  <a:lnTo>
                    <a:pt x="3557689" y="2466891"/>
                  </a:lnTo>
                  <a:lnTo>
                    <a:pt x="3557689" y="2466268"/>
                  </a:lnTo>
                  <a:lnTo>
                    <a:pt x="3557834" y="2466268"/>
                  </a:lnTo>
                  <a:lnTo>
                    <a:pt x="3557980" y="2466268"/>
                  </a:lnTo>
                  <a:lnTo>
                    <a:pt x="3558125" y="2466268"/>
                  </a:lnTo>
                  <a:lnTo>
                    <a:pt x="3558125" y="2465644"/>
                  </a:lnTo>
                  <a:lnTo>
                    <a:pt x="3558125" y="2465020"/>
                  </a:lnTo>
                  <a:lnTo>
                    <a:pt x="3558270" y="2465020"/>
                  </a:lnTo>
                  <a:lnTo>
                    <a:pt x="3558416" y="2465020"/>
                  </a:lnTo>
                  <a:lnTo>
                    <a:pt x="3558416" y="2464397"/>
                  </a:lnTo>
                  <a:lnTo>
                    <a:pt x="3558561" y="2464397"/>
                  </a:lnTo>
                  <a:lnTo>
                    <a:pt x="3558707" y="2464397"/>
                  </a:lnTo>
                  <a:lnTo>
                    <a:pt x="3558852" y="2464397"/>
                  </a:lnTo>
                  <a:lnTo>
                    <a:pt x="3558998" y="2464397"/>
                  </a:lnTo>
                  <a:lnTo>
                    <a:pt x="3559143" y="2464397"/>
                  </a:lnTo>
                  <a:lnTo>
                    <a:pt x="3559288" y="2464397"/>
                  </a:lnTo>
                  <a:lnTo>
                    <a:pt x="3559434" y="2464397"/>
                  </a:lnTo>
                  <a:lnTo>
                    <a:pt x="3559579" y="2464397"/>
                  </a:lnTo>
                  <a:lnTo>
                    <a:pt x="3559579" y="2463773"/>
                  </a:lnTo>
                  <a:lnTo>
                    <a:pt x="3559725" y="2463773"/>
                  </a:lnTo>
                  <a:lnTo>
                    <a:pt x="3559870" y="2463773"/>
                  </a:lnTo>
                  <a:lnTo>
                    <a:pt x="3560016" y="2463773"/>
                  </a:lnTo>
                  <a:lnTo>
                    <a:pt x="3560161" y="2463773"/>
                  </a:lnTo>
                  <a:lnTo>
                    <a:pt x="3560306" y="2463773"/>
                  </a:lnTo>
                  <a:lnTo>
                    <a:pt x="3560452" y="2463773"/>
                  </a:lnTo>
                  <a:lnTo>
                    <a:pt x="3560597" y="2463773"/>
                  </a:lnTo>
                  <a:lnTo>
                    <a:pt x="3560743" y="2463773"/>
                  </a:lnTo>
                  <a:lnTo>
                    <a:pt x="3560888" y="2463773"/>
                  </a:lnTo>
                  <a:lnTo>
                    <a:pt x="3561034" y="2463773"/>
                  </a:lnTo>
                  <a:lnTo>
                    <a:pt x="3561179" y="2463773"/>
                  </a:lnTo>
                  <a:lnTo>
                    <a:pt x="3561324" y="2463773"/>
                  </a:lnTo>
                  <a:lnTo>
                    <a:pt x="3561470" y="2463773"/>
                  </a:lnTo>
                  <a:lnTo>
                    <a:pt x="3561615" y="2463773"/>
                  </a:lnTo>
                  <a:lnTo>
                    <a:pt x="3561761" y="2463773"/>
                  </a:lnTo>
                  <a:lnTo>
                    <a:pt x="3561906" y="2463773"/>
                  </a:lnTo>
                  <a:lnTo>
                    <a:pt x="3562052" y="2463773"/>
                  </a:lnTo>
                  <a:lnTo>
                    <a:pt x="3562197" y="2463773"/>
                  </a:lnTo>
                  <a:lnTo>
                    <a:pt x="3562342" y="2463773"/>
                  </a:lnTo>
                  <a:lnTo>
                    <a:pt x="3562488" y="2463773"/>
                  </a:lnTo>
                  <a:lnTo>
                    <a:pt x="3562633" y="2463773"/>
                  </a:lnTo>
                  <a:lnTo>
                    <a:pt x="3562779" y="2463773"/>
                  </a:lnTo>
                  <a:lnTo>
                    <a:pt x="3562924" y="2463773"/>
                  </a:lnTo>
                  <a:lnTo>
                    <a:pt x="3563070" y="2463773"/>
                  </a:lnTo>
                  <a:lnTo>
                    <a:pt x="3563215" y="2463773"/>
                  </a:lnTo>
                  <a:lnTo>
                    <a:pt x="3563360" y="2463773"/>
                  </a:lnTo>
                  <a:lnTo>
                    <a:pt x="3563506" y="2463773"/>
                  </a:lnTo>
                  <a:lnTo>
                    <a:pt x="3563651" y="2463773"/>
                  </a:lnTo>
                  <a:lnTo>
                    <a:pt x="3563797" y="2463773"/>
                  </a:lnTo>
                  <a:lnTo>
                    <a:pt x="3563942" y="2463773"/>
                  </a:lnTo>
                  <a:lnTo>
                    <a:pt x="3564088" y="2463773"/>
                  </a:lnTo>
                  <a:lnTo>
                    <a:pt x="3564088" y="2463150"/>
                  </a:lnTo>
                  <a:lnTo>
                    <a:pt x="3564088" y="2462526"/>
                  </a:lnTo>
                  <a:lnTo>
                    <a:pt x="3564088" y="2461902"/>
                  </a:lnTo>
                  <a:lnTo>
                    <a:pt x="3564233" y="2461902"/>
                  </a:lnTo>
                  <a:lnTo>
                    <a:pt x="3564378" y="2461902"/>
                  </a:lnTo>
                  <a:lnTo>
                    <a:pt x="3564524" y="2461902"/>
                  </a:lnTo>
                  <a:lnTo>
                    <a:pt x="3564524" y="2461279"/>
                  </a:lnTo>
                  <a:lnTo>
                    <a:pt x="3564669" y="2461279"/>
                  </a:lnTo>
                  <a:lnTo>
                    <a:pt x="3564815" y="2461279"/>
                  </a:lnTo>
                  <a:lnTo>
                    <a:pt x="3564960" y="2461279"/>
                  </a:lnTo>
                  <a:lnTo>
                    <a:pt x="3565105" y="2461279"/>
                  </a:lnTo>
                  <a:lnTo>
                    <a:pt x="3565251" y="2461279"/>
                  </a:lnTo>
                  <a:lnTo>
                    <a:pt x="3565396" y="2461279"/>
                  </a:lnTo>
                  <a:lnTo>
                    <a:pt x="3565542" y="2461279"/>
                  </a:lnTo>
                  <a:lnTo>
                    <a:pt x="3565687" y="2461279"/>
                  </a:lnTo>
                  <a:lnTo>
                    <a:pt x="3565687" y="2460655"/>
                  </a:lnTo>
                  <a:lnTo>
                    <a:pt x="3565833" y="2460655"/>
                  </a:lnTo>
                  <a:lnTo>
                    <a:pt x="3565978" y="2460655"/>
                  </a:lnTo>
                  <a:lnTo>
                    <a:pt x="3566123" y="2460655"/>
                  </a:lnTo>
                  <a:lnTo>
                    <a:pt x="3566269" y="2460655"/>
                  </a:lnTo>
                  <a:lnTo>
                    <a:pt x="3566414" y="2460655"/>
                  </a:lnTo>
                  <a:lnTo>
                    <a:pt x="3566560" y="2460655"/>
                  </a:lnTo>
                  <a:lnTo>
                    <a:pt x="3566705" y="2460655"/>
                  </a:lnTo>
                  <a:lnTo>
                    <a:pt x="3566705" y="2460032"/>
                  </a:lnTo>
                  <a:lnTo>
                    <a:pt x="3566851" y="2460032"/>
                  </a:lnTo>
                  <a:lnTo>
                    <a:pt x="3566996" y="2460032"/>
                  </a:lnTo>
                  <a:lnTo>
                    <a:pt x="3567141" y="2460032"/>
                  </a:lnTo>
                  <a:lnTo>
                    <a:pt x="3567287" y="2460032"/>
                  </a:lnTo>
                  <a:lnTo>
                    <a:pt x="3567432" y="2460032"/>
                  </a:lnTo>
                  <a:lnTo>
                    <a:pt x="3567432" y="2459408"/>
                  </a:lnTo>
                  <a:lnTo>
                    <a:pt x="3567432" y="2458785"/>
                  </a:lnTo>
                  <a:lnTo>
                    <a:pt x="3567578" y="2458785"/>
                  </a:lnTo>
                  <a:lnTo>
                    <a:pt x="3567723" y="2458785"/>
                  </a:lnTo>
                  <a:lnTo>
                    <a:pt x="3567869" y="2458785"/>
                  </a:lnTo>
                  <a:lnTo>
                    <a:pt x="3568014" y="2458785"/>
                  </a:lnTo>
                  <a:lnTo>
                    <a:pt x="3568159" y="2458785"/>
                  </a:lnTo>
                  <a:lnTo>
                    <a:pt x="3568159" y="2458161"/>
                  </a:lnTo>
                  <a:lnTo>
                    <a:pt x="3568305" y="2458161"/>
                  </a:lnTo>
                  <a:lnTo>
                    <a:pt x="3568305" y="2457537"/>
                  </a:lnTo>
                  <a:lnTo>
                    <a:pt x="3568450" y="2457537"/>
                  </a:lnTo>
                  <a:lnTo>
                    <a:pt x="3568596" y="2457537"/>
                  </a:lnTo>
                  <a:lnTo>
                    <a:pt x="3568596" y="2456914"/>
                  </a:lnTo>
                  <a:lnTo>
                    <a:pt x="3568741" y="2456914"/>
                  </a:lnTo>
                  <a:lnTo>
                    <a:pt x="3568887" y="2456914"/>
                  </a:lnTo>
                  <a:lnTo>
                    <a:pt x="3569032" y="2456914"/>
                  </a:lnTo>
                  <a:lnTo>
                    <a:pt x="3569032" y="2456290"/>
                  </a:lnTo>
                  <a:lnTo>
                    <a:pt x="3569032" y="2455667"/>
                  </a:lnTo>
                  <a:lnTo>
                    <a:pt x="3569177" y="2455667"/>
                  </a:lnTo>
                  <a:lnTo>
                    <a:pt x="3569323" y="2455667"/>
                  </a:lnTo>
                  <a:lnTo>
                    <a:pt x="3569468" y="2455667"/>
                  </a:lnTo>
                  <a:lnTo>
                    <a:pt x="3569614" y="2455667"/>
                  </a:lnTo>
                  <a:lnTo>
                    <a:pt x="3569759" y="2455667"/>
                  </a:lnTo>
                  <a:lnTo>
                    <a:pt x="3569905" y="2455667"/>
                  </a:lnTo>
                  <a:lnTo>
                    <a:pt x="3570050" y="2455667"/>
                  </a:lnTo>
                  <a:lnTo>
                    <a:pt x="3570195" y="2455667"/>
                  </a:lnTo>
                  <a:lnTo>
                    <a:pt x="3570341" y="2455667"/>
                  </a:lnTo>
                  <a:lnTo>
                    <a:pt x="3570486" y="2455667"/>
                  </a:lnTo>
                  <a:lnTo>
                    <a:pt x="3570632" y="2455667"/>
                  </a:lnTo>
                  <a:lnTo>
                    <a:pt x="3570777" y="2455667"/>
                  </a:lnTo>
                  <a:lnTo>
                    <a:pt x="3570923" y="2455667"/>
                  </a:lnTo>
                  <a:lnTo>
                    <a:pt x="3571068" y="2455667"/>
                  </a:lnTo>
                  <a:lnTo>
                    <a:pt x="3571068" y="2455043"/>
                  </a:lnTo>
                  <a:lnTo>
                    <a:pt x="3571213" y="2455043"/>
                  </a:lnTo>
                  <a:lnTo>
                    <a:pt x="3571359" y="2455043"/>
                  </a:lnTo>
                  <a:lnTo>
                    <a:pt x="3571504" y="2455043"/>
                  </a:lnTo>
                  <a:lnTo>
                    <a:pt x="3571650" y="2455043"/>
                  </a:lnTo>
                  <a:lnTo>
                    <a:pt x="3571795" y="2455043"/>
                  </a:lnTo>
                  <a:lnTo>
                    <a:pt x="3571940" y="2455043"/>
                  </a:lnTo>
                  <a:lnTo>
                    <a:pt x="3572086" y="2455043"/>
                  </a:lnTo>
                  <a:lnTo>
                    <a:pt x="3572231" y="2455043"/>
                  </a:lnTo>
                  <a:lnTo>
                    <a:pt x="3572377" y="2455043"/>
                  </a:lnTo>
                  <a:lnTo>
                    <a:pt x="3572522" y="2455043"/>
                  </a:lnTo>
                  <a:lnTo>
                    <a:pt x="3572668" y="2455043"/>
                  </a:lnTo>
                  <a:lnTo>
                    <a:pt x="3572668" y="2454420"/>
                  </a:lnTo>
                  <a:lnTo>
                    <a:pt x="3572813" y="2454420"/>
                  </a:lnTo>
                  <a:lnTo>
                    <a:pt x="3572813" y="2453796"/>
                  </a:lnTo>
                  <a:lnTo>
                    <a:pt x="3572958" y="2453796"/>
                  </a:lnTo>
                  <a:lnTo>
                    <a:pt x="3573104" y="2453796"/>
                  </a:lnTo>
                  <a:lnTo>
                    <a:pt x="3573249" y="2453796"/>
                  </a:lnTo>
                  <a:lnTo>
                    <a:pt x="3573395" y="2453796"/>
                  </a:lnTo>
                  <a:lnTo>
                    <a:pt x="3573540" y="2453796"/>
                  </a:lnTo>
                  <a:lnTo>
                    <a:pt x="3573686" y="2453796"/>
                  </a:lnTo>
                  <a:lnTo>
                    <a:pt x="3573831" y="2453796"/>
                  </a:lnTo>
                  <a:lnTo>
                    <a:pt x="3573976" y="2453796"/>
                  </a:lnTo>
                  <a:lnTo>
                    <a:pt x="3574122" y="2453796"/>
                  </a:lnTo>
                  <a:lnTo>
                    <a:pt x="3574267" y="2453796"/>
                  </a:lnTo>
                  <a:lnTo>
                    <a:pt x="3574413" y="2453796"/>
                  </a:lnTo>
                  <a:lnTo>
                    <a:pt x="3574413" y="2453172"/>
                  </a:lnTo>
                  <a:lnTo>
                    <a:pt x="3574558" y="2453172"/>
                  </a:lnTo>
                  <a:lnTo>
                    <a:pt x="3574704" y="2453172"/>
                  </a:lnTo>
                  <a:lnTo>
                    <a:pt x="3574849" y="2453172"/>
                  </a:lnTo>
                  <a:lnTo>
                    <a:pt x="3574994" y="2453172"/>
                  </a:lnTo>
                  <a:lnTo>
                    <a:pt x="3575140" y="2453172"/>
                  </a:lnTo>
                  <a:lnTo>
                    <a:pt x="3575285" y="2453172"/>
                  </a:lnTo>
                  <a:lnTo>
                    <a:pt x="3575431" y="2453172"/>
                  </a:lnTo>
                  <a:lnTo>
                    <a:pt x="3575576" y="2453172"/>
                  </a:lnTo>
                  <a:lnTo>
                    <a:pt x="3575722" y="2453172"/>
                  </a:lnTo>
                  <a:lnTo>
                    <a:pt x="3575867" y="2453172"/>
                  </a:lnTo>
                  <a:lnTo>
                    <a:pt x="3576012" y="2453172"/>
                  </a:lnTo>
                  <a:lnTo>
                    <a:pt x="3576158" y="2453172"/>
                  </a:lnTo>
                  <a:lnTo>
                    <a:pt x="3576303" y="2453172"/>
                  </a:lnTo>
                  <a:lnTo>
                    <a:pt x="3576449" y="2453172"/>
                  </a:lnTo>
                  <a:lnTo>
                    <a:pt x="3576594" y="2453172"/>
                  </a:lnTo>
                  <a:lnTo>
                    <a:pt x="3576740" y="2453172"/>
                  </a:lnTo>
                  <a:lnTo>
                    <a:pt x="3576885" y="2453172"/>
                  </a:lnTo>
                  <a:lnTo>
                    <a:pt x="3577030" y="2453172"/>
                  </a:lnTo>
                  <a:lnTo>
                    <a:pt x="3577030" y="2452549"/>
                  </a:lnTo>
                  <a:lnTo>
                    <a:pt x="3577176" y="2452549"/>
                  </a:lnTo>
                  <a:lnTo>
                    <a:pt x="3577321" y="2452549"/>
                  </a:lnTo>
                  <a:lnTo>
                    <a:pt x="3577467" y="2452549"/>
                  </a:lnTo>
                  <a:lnTo>
                    <a:pt x="3577612" y="2452549"/>
                  </a:lnTo>
                  <a:lnTo>
                    <a:pt x="3577612" y="2451925"/>
                  </a:lnTo>
                  <a:lnTo>
                    <a:pt x="3577758" y="2451925"/>
                  </a:lnTo>
                  <a:lnTo>
                    <a:pt x="3577903" y="2451925"/>
                  </a:lnTo>
                  <a:lnTo>
                    <a:pt x="3577903" y="2451302"/>
                  </a:lnTo>
                  <a:lnTo>
                    <a:pt x="3578048" y="2451302"/>
                  </a:lnTo>
                  <a:lnTo>
                    <a:pt x="3578048" y="2450678"/>
                  </a:lnTo>
                  <a:lnTo>
                    <a:pt x="3578048" y="2450054"/>
                  </a:lnTo>
                  <a:lnTo>
                    <a:pt x="3578194" y="2450054"/>
                  </a:lnTo>
                  <a:lnTo>
                    <a:pt x="3578194" y="2449431"/>
                  </a:lnTo>
                  <a:lnTo>
                    <a:pt x="3578339" y="2449431"/>
                  </a:lnTo>
                  <a:lnTo>
                    <a:pt x="3578485" y="2449431"/>
                  </a:lnTo>
                  <a:lnTo>
                    <a:pt x="3578630" y="2449431"/>
                  </a:lnTo>
                  <a:lnTo>
                    <a:pt x="3578775" y="2449431"/>
                  </a:lnTo>
                  <a:lnTo>
                    <a:pt x="3578921" y="2449431"/>
                  </a:lnTo>
                  <a:lnTo>
                    <a:pt x="3579066" y="2449431"/>
                  </a:lnTo>
                  <a:lnTo>
                    <a:pt x="3579212" y="2449431"/>
                  </a:lnTo>
                  <a:lnTo>
                    <a:pt x="3579212" y="2448807"/>
                  </a:lnTo>
                  <a:lnTo>
                    <a:pt x="3579357" y="2448807"/>
                  </a:lnTo>
                  <a:lnTo>
                    <a:pt x="3579503" y="2448807"/>
                  </a:lnTo>
                  <a:lnTo>
                    <a:pt x="3579503" y="2448184"/>
                  </a:lnTo>
                  <a:lnTo>
                    <a:pt x="3579648" y="2448184"/>
                  </a:lnTo>
                  <a:lnTo>
                    <a:pt x="3579793" y="2448184"/>
                  </a:lnTo>
                  <a:lnTo>
                    <a:pt x="3579939" y="2448184"/>
                  </a:lnTo>
                  <a:lnTo>
                    <a:pt x="3580084" y="2448184"/>
                  </a:lnTo>
                  <a:lnTo>
                    <a:pt x="3580230" y="2448184"/>
                  </a:lnTo>
                  <a:lnTo>
                    <a:pt x="3580375" y="2448184"/>
                  </a:lnTo>
                  <a:lnTo>
                    <a:pt x="3580521" y="2448184"/>
                  </a:lnTo>
                  <a:lnTo>
                    <a:pt x="3580666" y="2448184"/>
                  </a:lnTo>
                  <a:lnTo>
                    <a:pt x="3580811" y="2448184"/>
                  </a:lnTo>
                  <a:lnTo>
                    <a:pt x="3580811" y="2447560"/>
                  </a:lnTo>
                  <a:lnTo>
                    <a:pt x="3580957" y="2447560"/>
                  </a:lnTo>
                  <a:lnTo>
                    <a:pt x="3580957" y="2446937"/>
                  </a:lnTo>
                  <a:lnTo>
                    <a:pt x="3581102" y="2446937"/>
                  </a:lnTo>
                  <a:lnTo>
                    <a:pt x="3581248" y="2446937"/>
                  </a:lnTo>
                  <a:lnTo>
                    <a:pt x="3581393" y="2446937"/>
                  </a:lnTo>
                  <a:lnTo>
                    <a:pt x="3581539" y="2446937"/>
                  </a:lnTo>
                  <a:lnTo>
                    <a:pt x="3581684" y="2446937"/>
                  </a:lnTo>
                  <a:lnTo>
                    <a:pt x="3581829" y="2446937"/>
                  </a:lnTo>
                  <a:lnTo>
                    <a:pt x="3581975" y="2446937"/>
                  </a:lnTo>
                  <a:lnTo>
                    <a:pt x="3582120" y="2446937"/>
                  </a:lnTo>
                  <a:lnTo>
                    <a:pt x="3582266" y="2446937"/>
                  </a:lnTo>
                  <a:lnTo>
                    <a:pt x="3582411" y="2446937"/>
                  </a:lnTo>
                  <a:lnTo>
                    <a:pt x="3582557" y="2446937"/>
                  </a:lnTo>
                  <a:lnTo>
                    <a:pt x="3582557" y="2446313"/>
                  </a:lnTo>
                  <a:lnTo>
                    <a:pt x="3582702" y="2446313"/>
                  </a:lnTo>
                  <a:lnTo>
                    <a:pt x="3582847" y="2446313"/>
                  </a:lnTo>
                  <a:lnTo>
                    <a:pt x="3582993" y="2446313"/>
                  </a:lnTo>
                  <a:lnTo>
                    <a:pt x="3583138" y="2446313"/>
                  </a:lnTo>
                  <a:lnTo>
                    <a:pt x="3583284" y="2446313"/>
                  </a:lnTo>
                  <a:lnTo>
                    <a:pt x="3583429" y="2446313"/>
                  </a:lnTo>
                  <a:lnTo>
                    <a:pt x="3583575" y="2446313"/>
                  </a:lnTo>
                  <a:lnTo>
                    <a:pt x="3583720" y="2446313"/>
                  </a:lnTo>
                  <a:lnTo>
                    <a:pt x="3583865" y="2446313"/>
                  </a:lnTo>
                  <a:lnTo>
                    <a:pt x="3584011" y="2446313"/>
                  </a:lnTo>
                  <a:lnTo>
                    <a:pt x="3584156" y="2446313"/>
                  </a:lnTo>
                  <a:lnTo>
                    <a:pt x="3584302" y="2446313"/>
                  </a:lnTo>
                  <a:lnTo>
                    <a:pt x="3584447" y="2446313"/>
                  </a:lnTo>
                  <a:lnTo>
                    <a:pt x="3584593" y="2446313"/>
                  </a:lnTo>
                  <a:lnTo>
                    <a:pt x="3584738" y="2446313"/>
                  </a:lnTo>
                  <a:lnTo>
                    <a:pt x="3584883" y="2446313"/>
                  </a:lnTo>
                  <a:lnTo>
                    <a:pt x="3585029" y="2446313"/>
                  </a:lnTo>
                  <a:lnTo>
                    <a:pt x="3585174" y="2446313"/>
                  </a:lnTo>
                  <a:lnTo>
                    <a:pt x="3585320" y="2446313"/>
                  </a:lnTo>
                  <a:lnTo>
                    <a:pt x="3585320" y="2445689"/>
                  </a:lnTo>
                  <a:lnTo>
                    <a:pt x="3585320" y="2445066"/>
                  </a:lnTo>
                  <a:lnTo>
                    <a:pt x="3585320" y="2444442"/>
                  </a:lnTo>
                  <a:lnTo>
                    <a:pt x="3585465" y="2444442"/>
                  </a:lnTo>
                  <a:lnTo>
                    <a:pt x="3585610" y="2444442"/>
                  </a:lnTo>
                  <a:lnTo>
                    <a:pt x="3585756" y="2444442"/>
                  </a:lnTo>
                  <a:lnTo>
                    <a:pt x="3585901" y="2444442"/>
                  </a:lnTo>
                  <a:lnTo>
                    <a:pt x="3585901" y="2443819"/>
                  </a:lnTo>
                  <a:lnTo>
                    <a:pt x="3586047" y="2443819"/>
                  </a:lnTo>
                  <a:lnTo>
                    <a:pt x="3586192" y="2443819"/>
                  </a:lnTo>
                  <a:lnTo>
                    <a:pt x="3586338" y="2443819"/>
                  </a:lnTo>
                  <a:lnTo>
                    <a:pt x="3586483" y="2443819"/>
                  </a:lnTo>
                  <a:lnTo>
                    <a:pt x="3586628" y="2443819"/>
                  </a:lnTo>
                  <a:lnTo>
                    <a:pt x="3586774" y="2443819"/>
                  </a:lnTo>
                  <a:lnTo>
                    <a:pt x="3586919" y="2443819"/>
                  </a:lnTo>
                  <a:lnTo>
                    <a:pt x="3587065" y="2443819"/>
                  </a:lnTo>
                  <a:lnTo>
                    <a:pt x="3587210" y="2443819"/>
                  </a:lnTo>
                  <a:lnTo>
                    <a:pt x="3587356" y="2443819"/>
                  </a:lnTo>
                  <a:lnTo>
                    <a:pt x="3587501" y="2443819"/>
                  </a:lnTo>
                  <a:lnTo>
                    <a:pt x="3587501" y="2443195"/>
                  </a:lnTo>
                  <a:lnTo>
                    <a:pt x="3587646" y="2443195"/>
                  </a:lnTo>
                  <a:lnTo>
                    <a:pt x="3587792" y="2443195"/>
                  </a:lnTo>
                  <a:lnTo>
                    <a:pt x="3587937" y="2443195"/>
                  </a:lnTo>
                  <a:lnTo>
                    <a:pt x="3588083" y="2443195"/>
                  </a:lnTo>
                  <a:lnTo>
                    <a:pt x="3588228" y="2443195"/>
                  </a:lnTo>
                  <a:lnTo>
                    <a:pt x="3588374" y="2443195"/>
                  </a:lnTo>
                  <a:lnTo>
                    <a:pt x="3588519" y="2443195"/>
                  </a:lnTo>
                  <a:lnTo>
                    <a:pt x="3588664" y="2443195"/>
                  </a:lnTo>
                  <a:lnTo>
                    <a:pt x="3588810" y="2443195"/>
                  </a:lnTo>
                  <a:lnTo>
                    <a:pt x="3588955" y="2443195"/>
                  </a:lnTo>
                  <a:lnTo>
                    <a:pt x="3589101" y="2443195"/>
                  </a:lnTo>
                  <a:lnTo>
                    <a:pt x="3589246" y="2443195"/>
                  </a:lnTo>
                  <a:lnTo>
                    <a:pt x="3589246" y="2442571"/>
                  </a:lnTo>
                  <a:lnTo>
                    <a:pt x="3589392" y="2442571"/>
                  </a:lnTo>
                  <a:lnTo>
                    <a:pt x="3589392" y="2441948"/>
                  </a:lnTo>
                  <a:lnTo>
                    <a:pt x="3589537" y="2441948"/>
                  </a:lnTo>
                  <a:lnTo>
                    <a:pt x="3589682" y="2441948"/>
                  </a:lnTo>
                  <a:lnTo>
                    <a:pt x="3589828" y="2441948"/>
                  </a:lnTo>
                  <a:lnTo>
                    <a:pt x="3589973" y="2441948"/>
                  </a:lnTo>
                  <a:lnTo>
                    <a:pt x="3590119" y="2441948"/>
                  </a:lnTo>
                  <a:lnTo>
                    <a:pt x="3590264" y="2441948"/>
                  </a:lnTo>
                  <a:lnTo>
                    <a:pt x="3590410" y="2441948"/>
                  </a:lnTo>
                  <a:lnTo>
                    <a:pt x="3590555" y="2441948"/>
                  </a:lnTo>
                  <a:lnTo>
                    <a:pt x="3590700" y="2441948"/>
                  </a:lnTo>
                  <a:lnTo>
                    <a:pt x="3590846" y="2441948"/>
                  </a:lnTo>
                  <a:lnTo>
                    <a:pt x="3590991" y="2441948"/>
                  </a:lnTo>
                  <a:lnTo>
                    <a:pt x="3590991" y="2441324"/>
                  </a:lnTo>
                  <a:lnTo>
                    <a:pt x="3591137" y="2441324"/>
                  </a:lnTo>
                  <a:lnTo>
                    <a:pt x="3591282" y="2441324"/>
                  </a:lnTo>
                  <a:lnTo>
                    <a:pt x="3591282" y="2440701"/>
                  </a:lnTo>
                  <a:lnTo>
                    <a:pt x="3591428" y="2440701"/>
                  </a:lnTo>
                  <a:lnTo>
                    <a:pt x="3591573" y="2440701"/>
                  </a:lnTo>
                  <a:lnTo>
                    <a:pt x="3591718" y="2440701"/>
                  </a:lnTo>
                  <a:lnTo>
                    <a:pt x="3591864" y="2440701"/>
                  </a:lnTo>
                  <a:lnTo>
                    <a:pt x="3591864" y="2440077"/>
                  </a:lnTo>
                  <a:lnTo>
                    <a:pt x="3592009" y="2440077"/>
                  </a:lnTo>
                  <a:lnTo>
                    <a:pt x="3592155" y="2440077"/>
                  </a:lnTo>
                  <a:lnTo>
                    <a:pt x="3592300" y="2440077"/>
                  </a:lnTo>
                  <a:lnTo>
                    <a:pt x="3592445" y="2440077"/>
                  </a:lnTo>
                  <a:lnTo>
                    <a:pt x="3592445" y="2439454"/>
                  </a:lnTo>
                  <a:lnTo>
                    <a:pt x="3592591" y="2439454"/>
                  </a:lnTo>
                  <a:lnTo>
                    <a:pt x="3592736" y="2439454"/>
                  </a:lnTo>
                  <a:lnTo>
                    <a:pt x="3592882" y="2439454"/>
                  </a:lnTo>
                  <a:lnTo>
                    <a:pt x="3593027" y="2439454"/>
                  </a:lnTo>
                  <a:lnTo>
                    <a:pt x="3593027" y="2438830"/>
                  </a:lnTo>
                  <a:lnTo>
                    <a:pt x="3593027" y="2438206"/>
                  </a:lnTo>
                  <a:lnTo>
                    <a:pt x="3593173" y="2438206"/>
                  </a:lnTo>
                  <a:lnTo>
                    <a:pt x="3593318" y="2438206"/>
                  </a:lnTo>
                  <a:lnTo>
                    <a:pt x="3593463" y="2438206"/>
                  </a:lnTo>
                  <a:lnTo>
                    <a:pt x="3593609" y="2438206"/>
                  </a:lnTo>
                  <a:lnTo>
                    <a:pt x="3593754" y="2438206"/>
                  </a:lnTo>
                  <a:lnTo>
                    <a:pt x="3593754" y="2437583"/>
                  </a:lnTo>
                  <a:lnTo>
                    <a:pt x="3593900" y="2437583"/>
                  </a:lnTo>
                  <a:lnTo>
                    <a:pt x="3594045" y="2437583"/>
                  </a:lnTo>
                  <a:lnTo>
                    <a:pt x="3594045" y="2436959"/>
                  </a:lnTo>
                  <a:lnTo>
                    <a:pt x="3594191" y="2436959"/>
                  </a:lnTo>
                  <a:lnTo>
                    <a:pt x="3594336" y="2436959"/>
                  </a:lnTo>
                  <a:lnTo>
                    <a:pt x="3594336" y="2436336"/>
                  </a:lnTo>
                  <a:lnTo>
                    <a:pt x="3594481" y="2436336"/>
                  </a:lnTo>
                  <a:lnTo>
                    <a:pt x="3594627" y="2436336"/>
                  </a:lnTo>
                  <a:lnTo>
                    <a:pt x="3594772" y="2436336"/>
                  </a:lnTo>
                  <a:lnTo>
                    <a:pt x="3594918" y="2436336"/>
                  </a:lnTo>
                  <a:lnTo>
                    <a:pt x="3595063" y="2436336"/>
                  </a:lnTo>
                  <a:lnTo>
                    <a:pt x="3595209" y="2436336"/>
                  </a:lnTo>
                  <a:lnTo>
                    <a:pt x="3595354" y="2436336"/>
                  </a:lnTo>
                  <a:lnTo>
                    <a:pt x="3595499" y="2436336"/>
                  </a:lnTo>
                  <a:lnTo>
                    <a:pt x="3595645" y="2436336"/>
                  </a:lnTo>
                  <a:lnTo>
                    <a:pt x="3595645" y="2435712"/>
                  </a:lnTo>
                  <a:lnTo>
                    <a:pt x="3595790" y="2435712"/>
                  </a:lnTo>
                  <a:lnTo>
                    <a:pt x="3595936" y="2435712"/>
                  </a:lnTo>
                  <a:lnTo>
                    <a:pt x="3596081" y="2435712"/>
                  </a:lnTo>
                  <a:lnTo>
                    <a:pt x="3596227" y="2435712"/>
                  </a:lnTo>
                  <a:lnTo>
                    <a:pt x="3596227" y="2435088"/>
                  </a:lnTo>
                  <a:lnTo>
                    <a:pt x="3596227" y="2434465"/>
                  </a:lnTo>
                  <a:lnTo>
                    <a:pt x="3596227" y="2433841"/>
                  </a:lnTo>
                  <a:lnTo>
                    <a:pt x="3596227" y="2433218"/>
                  </a:lnTo>
                  <a:lnTo>
                    <a:pt x="3596372" y="2433218"/>
                  </a:lnTo>
                  <a:lnTo>
                    <a:pt x="3596372" y="2432594"/>
                  </a:lnTo>
                  <a:lnTo>
                    <a:pt x="3596517" y="2432594"/>
                  </a:lnTo>
                  <a:lnTo>
                    <a:pt x="3596663" y="2432594"/>
                  </a:lnTo>
                  <a:lnTo>
                    <a:pt x="3596808" y="2432594"/>
                  </a:lnTo>
                  <a:lnTo>
                    <a:pt x="3596954" y="2432594"/>
                  </a:lnTo>
                  <a:lnTo>
                    <a:pt x="3597099" y="2432594"/>
                  </a:lnTo>
                  <a:lnTo>
                    <a:pt x="3597245" y="2432594"/>
                  </a:lnTo>
                  <a:lnTo>
                    <a:pt x="3597390" y="2432594"/>
                  </a:lnTo>
                  <a:lnTo>
                    <a:pt x="3597390" y="2431971"/>
                  </a:lnTo>
                  <a:lnTo>
                    <a:pt x="3597535" y="2431971"/>
                  </a:lnTo>
                  <a:lnTo>
                    <a:pt x="3597681" y="2431971"/>
                  </a:lnTo>
                  <a:lnTo>
                    <a:pt x="3597826" y="2431971"/>
                  </a:lnTo>
                  <a:lnTo>
                    <a:pt x="3597972" y="2431971"/>
                  </a:lnTo>
                  <a:lnTo>
                    <a:pt x="3597972" y="2431347"/>
                  </a:lnTo>
                  <a:lnTo>
                    <a:pt x="3598117" y="2431347"/>
                  </a:lnTo>
                  <a:lnTo>
                    <a:pt x="3598263" y="2431347"/>
                  </a:lnTo>
                  <a:lnTo>
                    <a:pt x="3598408" y="2431347"/>
                  </a:lnTo>
                  <a:lnTo>
                    <a:pt x="3598408" y="2430723"/>
                  </a:lnTo>
                  <a:lnTo>
                    <a:pt x="3598553" y="2430723"/>
                  </a:lnTo>
                  <a:lnTo>
                    <a:pt x="3598699" y="2430723"/>
                  </a:lnTo>
                  <a:lnTo>
                    <a:pt x="3598699" y="2430100"/>
                  </a:lnTo>
                  <a:lnTo>
                    <a:pt x="3598844" y="2430100"/>
                  </a:lnTo>
                  <a:lnTo>
                    <a:pt x="3598844" y="2429476"/>
                  </a:lnTo>
                  <a:lnTo>
                    <a:pt x="3598990" y="2429476"/>
                  </a:lnTo>
                  <a:lnTo>
                    <a:pt x="3599135" y="2429476"/>
                  </a:lnTo>
                  <a:lnTo>
                    <a:pt x="3599280" y="2429476"/>
                  </a:lnTo>
                  <a:lnTo>
                    <a:pt x="3599426" y="2429476"/>
                  </a:lnTo>
                  <a:lnTo>
                    <a:pt x="3599571" y="2429476"/>
                  </a:lnTo>
                  <a:lnTo>
                    <a:pt x="3599717" y="2429476"/>
                  </a:lnTo>
                  <a:lnTo>
                    <a:pt x="3599862" y="2429476"/>
                  </a:lnTo>
                  <a:lnTo>
                    <a:pt x="3600008" y="2429476"/>
                  </a:lnTo>
                  <a:lnTo>
                    <a:pt x="3600008" y="2428853"/>
                  </a:lnTo>
                  <a:lnTo>
                    <a:pt x="3600153" y="2428853"/>
                  </a:lnTo>
                  <a:lnTo>
                    <a:pt x="3600298" y="2428853"/>
                  </a:lnTo>
                  <a:lnTo>
                    <a:pt x="3600444" y="2428853"/>
                  </a:lnTo>
                  <a:lnTo>
                    <a:pt x="3600444" y="2428229"/>
                  </a:lnTo>
                  <a:lnTo>
                    <a:pt x="3600589" y="2428229"/>
                  </a:lnTo>
                  <a:lnTo>
                    <a:pt x="3600735" y="2428229"/>
                  </a:lnTo>
                  <a:lnTo>
                    <a:pt x="3600880" y="2428229"/>
                  </a:lnTo>
                  <a:lnTo>
                    <a:pt x="3601026" y="2428229"/>
                  </a:lnTo>
                  <a:lnTo>
                    <a:pt x="3601026" y="2427605"/>
                  </a:lnTo>
                  <a:lnTo>
                    <a:pt x="3601171" y="2427605"/>
                  </a:lnTo>
                  <a:lnTo>
                    <a:pt x="3601316" y="2427605"/>
                  </a:lnTo>
                  <a:lnTo>
                    <a:pt x="3601462" y="2427605"/>
                  </a:lnTo>
                  <a:lnTo>
                    <a:pt x="3601607" y="2427605"/>
                  </a:lnTo>
                  <a:lnTo>
                    <a:pt x="3601753" y="2427605"/>
                  </a:lnTo>
                  <a:lnTo>
                    <a:pt x="3601898" y="2427605"/>
                  </a:lnTo>
                  <a:lnTo>
                    <a:pt x="3602044" y="2427605"/>
                  </a:lnTo>
                  <a:lnTo>
                    <a:pt x="3602044" y="2426982"/>
                  </a:lnTo>
                  <a:lnTo>
                    <a:pt x="3602044" y="2426358"/>
                  </a:lnTo>
                  <a:lnTo>
                    <a:pt x="3602189" y="2426358"/>
                  </a:lnTo>
                  <a:lnTo>
                    <a:pt x="3602334" y="2426358"/>
                  </a:lnTo>
                  <a:lnTo>
                    <a:pt x="3602334" y="2425735"/>
                  </a:lnTo>
                  <a:lnTo>
                    <a:pt x="3602480" y="2425735"/>
                  </a:lnTo>
                  <a:lnTo>
                    <a:pt x="3602625" y="2425735"/>
                  </a:lnTo>
                  <a:lnTo>
                    <a:pt x="3602771" y="2425735"/>
                  </a:lnTo>
                  <a:lnTo>
                    <a:pt x="3602916" y="2425735"/>
                  </a:lnTo>
                  <a:lnTo>
                    <a:pt x="3603062" y="2425735"/>
                  </a:lnTo>
                  <a:lnTo>
                    <a:pt x="3603062" y="2425111"/>
                  </a:lnTo>
                  <a:lnTo>
                    <a:pt x="3603207" y="2425111"/>
                  </a:lnTo>
                  <a:lnTo>
                    <a:pt x="3603352" y="2425111"/>
                  </a:lnTo>
                  <a:lnTo>
                    <a:pt x="3603498" y="2425111"/>
                  </a:lnTo>
                  <a:lnTo>
                    <a:pt x="3603643" y="2425111"/>
                  </a:lnTo>
                  <a:lnTo>
                    <a:pt x="3603789" y="2425111"/>
                  </a:lnTo>
                  <a:lnTo>
                    <a:pt x="3603789" y="2424488"/>
                  </a:lnTo>
                  <a:lnTo>
                    <a:pt x="3603934" y="2424488"/>
                  </a:lnTo>
                  <a:lnTo>
                    <a:pt x="3603934" y="2423864"/>
                  </a:lnTo>
                  <a:lnTo>
                    <a:pt x="3604080" y="2423864"/>
                  </a:lnTo>
                  <a:lnTo>
                    <a:pt x="3604225" y="2423864"/>
                  </a:lnTo>
                  <a:lnTo>
                    <a:pt x="3604370" y="2423864"/>
                  </a:lnTo>
                  <a:lnTo>
                    <a:pt x="3604516" y="2423864"/>
                  </a:lnTo>
                  <a:lnTo>
                    <a:pt x="3604661" y="2423864"/>
                  </a:lnTo>
                  <a:lnTo>
                    <a:pt x="3604807" y="2423864"/>
                  </a:lnTo>
                  <a:lnTo>
                    <a:pt x="3604807" y="2423240"/>
                  </a:lnTo>
                  <a:lnTo>
                    <a:pt x="3604952" y="2423240"/>
                  </a:lnTo>
                  <a:lnTo>
                    <a:pt x="3605098" y="2423240"/>
                  </a:lnTo>
                  <a:lnTo>
                    <a:pt x="3605243" y="2423240"/>
                  </a:lnTo>
                  <a:lnTo>
                    <a:pt x="3605388" y="2423240"/>
                  </a:lnTo>
                  <a:lnTo>
                    <a:pt x="3605534" y="2423240"/>
                  </a:lnTo>
                  <a:lnTo>
                    <a:pt x="3605679" y="2423240"/>
                  </a:lnTo>
                  <a:lnTo>
                    <a:pt x="3605679" y="2422617"/>
                  </a:lnTo>
                  <a:lnTo>
                    <a:pt x="3605825" y="2422617"/>
                  </a:lnTo>
                  <a:lnTo>
                    <a:pt x="3605970" y="2422617"/>
                  </a:lnTo>
                  <a:lnTo>
                    <a:pt x="3606115" y="2422617"/>
                  </a:lnTo>
                  <a:lnTo>
                    <a:pt x="3606261" y="2422617"/>
                  </a:lnTo>
                  <a:lnTo>
                    <a:pt x="3606406" y="2422617"/>
                  </a:lnTo>
                  <a:lnTo>
                    <a:pt x="3606552" y="2422617"/>
                  </a:lnTo>
                  <a:lnTo>
                    <a:pt x="3606697" y="2422617"/>
                  </a:lnTo>
                  <a:lnTo>
                    <a:pt x="3606843" y="2422617"/>
                  </a:lnTo>
                  <a:lnTo>
                    <a:pt x="3606988" y="2422617"/>
                  </a:lnTo>
                  <a:lnTo>
                    <a:pt x="3607133" y="2422617"/>
                  </a:lnTo>
                  <a:lnTo>
                    <a:pt x="3607133" y="2421993"/>
                  </a:lnTo>
                  <a:lnTo>
                    <a:pt x="3607133" y="2421370"/>
                  </a:lnTo>
                  <a:lnTo>
                    <a:pt x="3607279" y="2421370"/>
                  </a:lnTo>
                  <a:lnTo>
                    <a:pt x="3607424" y="2421370"/>
                  </a:lnTo>
                  <a:lnTo>
                    <a:pt x="3607570" y="2421370"/>
                  </a:lnTo>
                  <a:lnTo>
                    <a:pt x="3607570" y="2420746"/>
                  </a:lnTo>
                  <a:lnTo>
                    <a:pt x="3607715" y="2420746"/>
                  </a:lnTo>
                  <a:lnTo>
                    <a:pt x="3607861" y="2420746"/>
                  </a:lnTo>
                  <a:lnTo>
                    <a:pt x="3608006" y="2420746"/>
                  </a:lnTo>
                  <a:lnTo>
                    <a:pt x="3608006" y="2420122"/>
                  </a:lnTo>
                  <a:lnTo>
                    <a:pt x="3608151" y="2420122"/>
                  </a:lnTo>
                  <a:lnTo>
                    <a:pt x="3608297" y="2420122"/>
                  </a:lnTo>
                  <a:lnTo>
                    <a:pt x="3608297" y="2419499"/>
                  </a:lnTo>
                  <a:lnTo>
                    <a:pt x="3608442" y="2419499"/>
                  </a:lnTo>
                  <a:lnTo>
                    <a:pt x="3608442" y="2418875"/>
                  </a:lnTo>
                  <a:lnTo>
                    <a:pt x="3608588" y="2418875"/>
                  </a:lnTo>
                  <a:lnTo>
                    <a:pt x="3608733" y="2418875"/>
                  </a:lnTo>
                  <a:lnTo>
                    <a:pt x="3608879" y="2418875"/>
                  </a:lnTo>
                  <a:lnTo>
                    <a:pt x="3609024" y="2418875"/>
                  </a:lnTo>
                  <a:lnTo>
                    <a:pt x="3609169" y="2418875"/>
                  </a:lnTo>
                  <a:lnTo>
                    <a:pt x="3609315" y="2418875"/>
                  </a:lnTo>
                  <a:lnTo>
                    <a:pt x="3609460" y="2418875"/>
                  </a:lnTo>
                  <a:lnTo>
                    <a:pt x="3609606" y="2418875"/>
                  </a:lnTo>
                  <a:lnTo>
                    <a:pt x="3609751" y="2418875"/>
                  </a:lnTo>
                  <a:lnTo>
                    <a:pt x="3609897" y="2418875"/>
                  </a:lnTo>
                  <a:lnTo>
                    <a:pt x="3610042" y="2418875"/>
                  </a:lnTo>
                  <a:lnTo>
                    <a:pt x="3610187" y="2418875"/>
                  </a:lnTo>
                  <a:lnTo>
                    <a:pt x="3610333" y="2418875"/>
                  </a:lnTo>
                  <a:lnTo>
                    <a:pt x="3610478" y="2418875"/>
                  </a:lnTo>
                  <a:lnTo>
                    <a:pt x="3610624" y="2418875"/>
                  </a:lnTo>
                  <a:lnTo>
                    <a:pt x="3610769" y="2418875"/>
                  </a:lnTo>
                  <a:lnTo>
                    <a:pt x="3610915" y="2418875"/>
                  </a:lnTo>
                  <a:lnTo>
                    <a:pt x="3611060" y="2418875"/>
                  </a:lnTo>
                  <a:lnTo>
                    <a:pt x="3611205" y="2418875"/>
                  </a:lnTo>
                  <a:lnTo>
                    <a:pt x="3611205" y="2418252"/>
                  </a:lnTo>
                  <a:lnTo>
                    <a:pt x="3611351" y="2418252"/>
                  </a:lnTo>
                  <a:lnTo>
                    <a:pt x="3611496" y="2418252"/>
                  </a:lnTo>
                  <a:lnTo>
                    <a:pt x="3611642" y="2418252"/>
                  </a:lnTo>
                  <a:lnTo>
                    <a:pt x="3611787" y="2418252"/>
                  </a:lnTo>
                  <a:lnTo>
                    <a:pt x="3611933" y="2418252"/>
                  </a:lnTo>
                  <a:lnTo>
                    <a:pt x="3611933" y="2417628"/>
                  </a:lnTo>
                  <a:lnTo>
                    <a:pt x="3612078" y="2417628"/>
                  </a:lnTo>
                  <a:lnTo>
                    <a:pt x="3612223" y="2417628"/>
                  </a:lnTo>
                  <a:lnTo>
                    <a:pt x="3612369" y="2417628"/>
                  </a:lnTo>
                  <a:lnTo>
                    <a:pt x="3612514" y="2417628"/>
                  </a:lnTo>
                  <a:lnTo>
                    <a:pt x="3612514" y="2417005"/>
                  </a:lnTo>
                  <a:lnTo>
                    <a:pt x="3612660" y="2417005"/>
                  </a:lnTo>
                  <a:lnTo>
                    <a:pt x="3612805" y="2417005"/>
                  </a:lnTo>
                  <a:lnTo>
                    <a:pt x="3612950" y="2417005"/>
                  </a:lnTo>
                  <a:lnTo>
                    <a:pt x="3613096" y="2417005"/>
                  </a:lnTo>
                  <a:lnTo>
                    <a:pt x="3613241" y="2417005"/>
                  </a:lnTo>
                  <a:lnTo>
                    <a:pt x="3613387" y="2417005"/>
                  </a:lnTo>
                  <a:lnTo>
                    <a:pt x="3613532" y="2417005"/>
                  </a:lnTo>
                  <a:lnTo>
                    <a:pt x="3613678" y="2417005"/>
                  </a:lnTo>
                  <a:lnTo>
                    <a:pt x="3613823" y="2417005"/>
                  </a:lnTo>
                  <a:lnTo>
                    <a:pt x="3613968" y="2417005"/>
                  </a:lnTo>
                  <a:lnTo>
                    <a:pt x="3614114" y="2417005"/>
                  </a:lnTo>
                  <a:lnTo>
                    <a:pt x="3614259" y="2417005"/>
                  </a:lnTo>
                  <a:lnTo>
                    <a:pt x="3614405" y="2417005"/>
                  </a:lnTo>
                  <a:lnTo>
                    <a:pt x="3614550" y="2417005"/>
                  </a:lnTo>
                  <a:lnTo>
                    <a:pt x="3614696" y="2417005"/>
                  </a:lnTo>
                  <a:lnTo>
                    <a:pt x="3614841" y="2417005"/>
                  </a:lnTo>
                  <a:lnTo>
                    <a:pt x="3614986" y="2417005"/>
                  </a:lnTo>
                  <a:lnTo>
                    <a:pt x="3615132" y="2417005"/>
                  </a:lnTo>
                  <a:lnTo>
                    <a:pt x="3615277" y="2417005"/>
                  </a:lnTo>
                  <a:lnTo>
                    <a:pt x="3615423" y="2417005"/>
                  </a:lnTo>
                  <a:lnTo>
                    <a:pt x="3615568" y="2417005"/>
                  </a:lnTo>
                  <a:lnTo>
                    <a:pt x="3615714" y="2417005"/>
                  </a:lnTo>
                  <a:lnTo>
                    <a:pt x="3615714" y="2416381"/>
                  </a:lnTo>
                  <a:lnTo>
                    <a:pt x="3615859" y="2416381"/>
                  </a:lnTo>
                  <a:lnTo>
                    <a:pt x="3616004" y="2416381"/>
                  </a:lnTo>
                  <a:lnTo>
                    <a:pt x="3616004" y="2415757"/>
                  </a:lnTo>
                  <a:lnTo>
                    <a:pt x="3616150" y="2415757"/>
                  </a:lnTo>
                  <a:lnTo>
                    <a:pt x="3616295" y="2415757"/>
                  </a:lnTo>
                  <a:lnTo>
                    <a:pt x="3616441" y="2415757"/>
                  </a:lnTo>
                  <a:lnTo>
                    <a:pt x="3616586" y="2415757"/>
                  </a:lnTo>
                  <a:lnTo>
                    <a:pt x="3616732" y="2415757"/>
                  </a:lnTo>
                  <a:lnTo>
                    <a:pt x="3616877" y="2415757"/>
                  </a:lnTo>
                  <a:lnTo>
                    <a:pt x="3617022" y="2415757"/>
                  </a:lnTo>
                  <a:lnTo>
                    <a:pt x="3617168" y="2415757"/>
                  </a:lnTo>
                  <a:lnTo>
                    <a:pt x="3617313" y="2415757"/>
                  </a:lnTo>
                  <a:lnTo>
                    <a:pt x="3617459" y="2415757"/>
                  </a:lnTo>
                  <a:lnTo>
                    <a:pt x="3617604" y="2415757"/>
                  </a:lnTo>
                  <a:lnTo>
                    <a:pt x="3617750" y="2415757"/>
                  </a:lnTo>
                  <a:lnTo>
                    <a:pt x="3617895" y="2415757"/>
                  </a:lnTo>
                  <a:lnTo>
                    <a:pt x="3618040" y="2415757"/>
                  </a:lnTo>
                  <a:lnTo>
                    <a:pt x="3618040" y="2415134"/>
                  </a:lnTo>
                  <a:lnTo>
                    <a:pt x="3618040" y="2414510"/>
                  </a:lnTo>
                  <a:lnTo>
                    <a:pt x="3618186" y="2414510"/>
                  </a:lnTo>
                  <a:lnTo>
                    <a:pt x="3618331" y="2414510"/>
                  </a:lnTo>
                  <a:lnTo>
                    <a:pt x="3618477" y="2414510"/>
                  </a:lnTo>
                  <a:lnTo>
                    <a:pt x="3618622" y="2414510"/>
                  </a:lnTo>
                  <a:lnTo>
                    <a:pt x="3618622" y="2413887"/>
                  </a:lnTo>
                  <a:lnTo>
                    <a:pt x="3618622" y="2413263"/>
                  </a:lnTo>
                  <a:lnTo>
                    <a:pt x="3618622" y="2412639"/>
                  </a:lnTo>
                  <a:lnTo>
                    <a:pt x="3618768" y="2412639"/>
                  </a:lnTo>
                  <a:lnTo>
                    <a:pt x="3618913" y="2412639"/>
                  </a:lnTo>
                  <a:lnTo>
                    <a:pt x="3619058" y="2412639"/>
                  </a:lnTo>
                  <a:lnTo>
                    <a:pt x="3619204" y="2412639"/>
                  </a:lnTo>
                  <a:lnTo>
                    <a:pt x="3619349" y="2412639"/>
                  </a:lnTo>
                  <a:lnTo>
                    <a:pt x="3619495" y="2412639"/>
                  </a:lnTo>
                  <a:lnTo>
                    <a:pt x="3619640" y="2412639"/>
                  </a:lnTo>
                  <a:lnTo>
                    <a:pt x="3619785" y="2412639"/>
                  </a:lnTo>
                  <a:lnTo>
                    <a:pt x="3619931" y="2412639"/>
                  </a:lnTo>
                  <a:lnTo>
                    <a:pt x="3620076" y="2412639"/>
                  </a:lnTo>
                  <a:lnTo>
                    <a:pt x="3620222" y="2412639"/>
                  </a:lnTo>
                  <a:lnTo>
                    <a:pt x="3620367" y="2412639"/>
                  </a:lnTo>
                  <a:lnTo>
                    <a:pt x="3620513" y="2412639"/>
                  </a:lnTo>
                  <a:lnTo>
                    <a:pt x="3620658" y="2412639"/>
                  </a:lnTo>
                  <a:lnTo>
                    <a:pt x="3620803" y="2412639"/>
                  </a:lnTo>
                  <a:lnTo>
                    <a:pt x="3620949" y="2412639"/>
                  </a:lnTo>
                  <a:lnTo>
                    <a:pt x="3621094" y="2412639"/>
                  </a:lnTo>
                  <a:lnTo>
                    <a:pt x="3621240" y="2412639"/>
                  </a:lnTo>
                  <a:lnTo>
                    <a:pt x="3621385" y="2412639"/>
                  </a:lnTo>
                  <a:lnTo>
                    <a:pt x="3621531" y="2412639"/>
                  </a:lnTo>
                  <a:lnTo>
                    <a:pt x="3621531" y="2412016"/>
                  </a:lnTo>
                  <a:lnTo>
                    <a:pt x="3621676" y="2412016"/>
                  </a:lnTo>
                  <a:lnTo>
                    <a:pt x="3621821" y="2412016"/>
                  </a:lnTo>
                  <a:lnTo>
                    <a:pt x="3621967" y="2412016"/>
                  </a:lnTo>
                  <a:lnTo>
                    <a:pt x="3622112" y="2412016"/>
                  </a:lnTo>
                  <a:lnTo>
                    <a:pt x="3622112" y="2411392"/>
                  </a:lnTo>
                  <a:lnTo>
                    <a:pt x="3622258" y="2411392"/>
                  </a:lnTo>
                  <a:lnTo>
                    <a:pt x="3622403" y="2411392"/>
                  </a:lnTo>
                  <a:lnTo>
                    <a:pt x="3622549" y="2411392"/>
                  </a:lnTo>
                  <a:lnTo>
                    <a:pt x="3622694" y="2411392"/>
                  </a:lnTo>
                  <a:lnTo>
                    <a:pt x="3622839" y="2411392"/>
                  </a:lnTo>
                  <a:lnTo>
                    <a:pt x="3622985" y="2411392"/>
                  </a:lnTo>
                  <a:lnTo>
                    <a:pt x="3623130" y="2411392"/>
                  </a:lnTo>
                  <a:lnTo>
                    <a:pt x="3623276" y="2411392"/>
                  </a:lnTo>
                  <a:lnTo>
                    <a:pt x="3623421" y="2411392"/>
                  </a:lnTo>
                  <a:lnTo>
                    <a:pt x="3623567" y="2411392"/>
                  </a:lnTo>
                  <a:lnTo>
                    <a:pt x="3623712" y="2411392"/>
                  </a:lnTo>
                  <a:lnTo>
                    <a:pt x="3623857" y="2411392"/>
                  </a:lnTo>
                  <a:lnTo>
                    <a:pt x="3624003" y="2411392"/>
                  </a:lnTo>
                  <a:lnTo>
                    <a:pt x="3624148" y="2411392"/>
                  </a:lnTo>
                  <a:lnTo>
                    <a:pt x="3624294" y="2411392"/>
                  </a:lnTo>
                  <a:lnTo>
                    <a:pt x="3624294" y="2410769"/>
                  </a:lnTo>
                  <a:lnTo>
                    <a:pt x="3624439" y="2410769"/>
                  </a:lnTo>
                  <a:lnTo>
                    <a:pt x="3624585" y="2410769"/>
                  </a:lnTo>
                  <a:lnTo>
                    <a:pt x="3624730" y="2410769"/>
                  </a:lnTo>
                  <a:lnTo>
                    <a:pt x="3624875" y="2410769"/>
                  </a:lnTo>
                  <a:lnTo>
                    <a:pt x="3625021" y="2410769"/>
                  </a:lnTo>
                  <a:lnTo>
                    <a:pt x="3625166" y="2410769"/>
                  </a:lnTo>
                  <a:lnTo>
                    <a:pt x="3625166" y="2410145"/>
                  </a:lnTo>
                  <a:lnTo>
                    <a:pt x="3625312" y="2410145"/>
                  </a:lnTo>
                  <a:lnTo>
                    <a:pt x="3625457" y="2410145"/>
                  </a:lnTo>
                  <a:lnTo>
                    <a:pt x="3625603" y="2410145"/>
                  </a:lnTo>
                  <a:lnTo>
                    <a:pt x="3625748" y="2410145"/>
                  </a:lnTo>
                  <a:lnTo>
                    <a:pt x="3625893" y="2410145"/>
                  </a:lnTo>
                  <a:lnTo>
                    <a:pt x="3625893" y="2409522"/>
                  </a:lnTo>
                  <a:lnTo>
                    <a:pt x="3626039" y="2409522"/>
                  </a:lnTo>
                  <a:lnTo>
                    <a:pt x="3626039" y="2408898"/>
                  </a:lnTo>
                  <a:lnTo>
                    <a:pt x="3626184" y="2408898"/>
                  </a:lnTo>
                  <a:lnTo>
                    <a:pt x="3626330" y="2408898"/>
                  </a:lnTo>
                  <a:lnTo>
                    <a:pt x="3626475" y="2408898"/>
                  </a:lnTo>
                  <a:lnTo>
                    <a:pt x="3626620" y="2408898"/>
                  </a:lnTo>
                  <a:lnTo>
                    <a:pt x="3626620" y="2408274"/>
                  </a:lnTo>
                  <a:lnTo>
                    <a:pt x="3626766" y="2408274"/>
                  </a:lnTo>
                  <a:lnTo>
                    <a:pt x="3626911" y="2408274"/>
                  </a:lnTo>
                  <a:lnTo>
                    <a:pt x="3626911" y="2407651"/>
                  </a:lnTo>
                  <a:lnTo>
                    <a:pt x="3626911" y="2407027"/>
                  </a:lnTo>
                  <a:lnTo>
                    <a:pt x="3627057" y="2407027"/>
                  </a:lnTo>
                  <a:lnTo>
                    <a:pt x="3627057" y="2406404"/>
                  </a:lnTo>
                  <a:lnTo>
                    <a:pt x="3627202" y="2406404"/>
                  </a:lnTo>
                  <a:lnTo>
                    <a:pt x="3627348" y="2406404"/>
                  </a:lnTo>
                  <a:lnTo>
                    <a:pt x="3627493" y="2406404"/>
                  </a:lnTo>
                  <a:lnTo>
                    <a:pt x="3627638" y="2406404"/>
                  </a:lnTo>
                  <a:lnTo>
                    <a:pt x="3627784" y="2406404"/>
                  </a:lnTo>
                  <a:lnTo>
                    <a:pt x="3627929" y="2406404"/>
                  </a:lnTo>
                  <a:lnTo>
                    <a:pt x="3628075" y="2406404"/>
                  </a:lnTo>
                  <a:lnTo>
                    <a:pt x="3628075" y="2405780"/>
                  </a:lnTo>
                  <a:lnTo>
                    <a:pt x="3628075" y="2405157"/>
                  </a:lnTo>
                  <a:lnTo>
                    <a:pt x="3628220" y="2405157"/>
                  </a:lnTo>
                  <a:lnTo>
                    <a:pt x="3628366" y="2405157"/>
                  </a:lnTo>
                  <a:lnTo>
                    <a:pt x="3628511" y="2405157"/>
                  </a:lnTo>
                  <a:lnTo>
                    <a:pt x="3628656" y="2405157"/>
                  </a:lnTo>
                  <a:lnTo>
                    <a:pt x="3628656" y="2404533"/>
                  </a:lnTo>
                  <a:lnTo>
                    <a:pt x="3628802" y="2404533"/>
                  </a:lnTo>
                  <a:lnTo>
                    <a:pt x="3628802" y="2403909"/>
                  </a:lnTo>
                  <a:lnTo>
                    <a:pt x="3628802" y="2403286"/>
                  </a:lnTo>
                  <a:lnTo>
                    <a:pt x="3628947" y="2403286"/>
                  </a:lnTo>
                  <a:lnTo>
                    <a:pt x="3629093" y="2403286"/>
                  </a:lnTo>
                  <a:lnTo>
                    <a:pt x="3629238" y="2403286"/>
                  </a:lnTo>
                  <a:lnTo>
                    <a:pt x="3629384" y="2403286"/>
                  </a:lnTo>
                  <a:lnTo>
                    <a:pt x="3629529" y="2403286"/>
                  </a:lnTo>
                  <a:lnTo>
                    <a:pt x="3629674" y="2403286"/>
                  </a:lnTo>
                  <a:lnTo>
                    <a:pt x="3629820" y="2403286"/>
                  </a:lnTo>
                  <a:lnTo>
                    <a:pt x="3629965" y="2403286"/>
                  </a:lnTo>
                  <a:lnTo>
                    <a:pt x="3630111" y="2403286"/>
                  </a:lnTo>
                  <a:lnTo>
                    <a:pt x="3630256" y="2403286"/>
                  </a:lnTo>
                  <a:lnTo>
                    <a:pt x="3630402" y="2403286"/>
                  </a:lnTo>
                  <a:lnTo>
                    <a:pt x="3630402" y="2402662"/>
                  </a:lnTo>
                  <a:lnTo>
                    <a:pt x="3630547" y="2402662"/>
                  </a:lnTo>
                  <a:lnTo>
                    <a:pt x="3630692" y="2402662"/>
                  </a:lnTo>
                  <a:lnTo>
                    <a:pt x="3630838" y="2402662"/>
                  </a:lnTo>
                  <a:lnTo>
                    <a:pt x="3630983" y="2402662"/>
                  </a:lnTo>
                  <a:lnTo>
                    <a:pt x="3631129" y="2402662"/>
                  </a:lnTo>
                  <a:lnTo>
                    <a:pt x="3631274" y="2402662"/>
                  </a:lnTo>
                  <a:lnTo>
                    <a:pt x="3631420" y="2402662"/>
                  </a:lnTo>
                  <a:lnTo>
                    <a:pt x="3631565" y="2402662"/>
                  </a:lnTo>
                  <a:lnTo>
                    <a:pt x="3631710" y="2402662"/>
                  </a:lnTo>
                  <a:lnTo>
                    <a:pt x="3631856" y="2402662"/>
                  </a:lnTo>
                  <a:lnTo>
                    <a:pt x="3632001" y="2402662"/>
                  </a:lnTo>
                  <a:lnTo>
                    <a:pt x="3632147" y="2402662"/>
                  </a:lnTo>
                  <a:lnTo>
                    <a:pt x="3632292" y="2402662"/>
                  </a:lnTo>
                  <a:lnTo>
                    <a:pt x="3632437" y="2402662"/>
                  </a:lnTo>
                  <a:lnTo>
                    <a:pt x="3632583" y="2402662"/>
                  </a:lnTo>
                  <a:lnTo>
                    <a:pt x="3632728" y="2402662"/>
                  </a:lnTo>
                  <a:lnTo>
                    <a:pt x="3632874" y="2402662"/>
                  </a:lnTo>
                  <a:lnTo>
                    <a:pt x="3633019" y="2402662"/>
                  </a:lnTo>
                  <a:lnTo>
                    <a:pt x="3633019" y="2402039"/>
                  </a:lnTo>
                  <a:lnTo>
                    <a:pt x="3633165" y="2402039"/>
                  </a:lnTo>
                  <a:lnTo>
                    <a:pt x="3633165" y="2401415"/>
                  </a:lnTo>
                  <a:lnTo>
                    <a:pt x="3633310" y="2401415"/>
                  </a:lnTo>
                  <a:lnTo>
                    <a:pt x="3633455" y="2401415"/>
                  </a:lnTo>
                  <a:lnTo>
                    <a:pt x="3633601" y="2401415"/>
                  </a:lnTo>
                  <a:lnTo>
                    <a:pt x="3633746" y="2401415"/>
                  </a:lnTo>
                  <a:lnTo>
                    <a:pt x="3633892" y="2401415"/>
                  </a:lnTo>
                  <a:lnTo>
                    <a:pt x="3634037" y="2401415"/>
                  </a:lnTo>
                  <a:lnTo>
                    <a:pt x="3634183" y="2401415"/>
                  </a:lnTo>
                  <a:lnTo>
                    <a:pt x="3634328" y="2401415"/>
                  </a:lnTo>
                  <a:lnTo>
                    <a:pt x="3634473" y="2401415"/>
                  </a:lnTo>
                  <a:lnTo>
                    <a:pt x="3634619" y="2401415"/>
                  </a:lnTo>
                  <a:lnTo>
                    <a:pt x="3634764" y="2401415"/>
                  </a:lnTo>
                  <a:lnTo>
                    <a:pt x="3634910" y="2401415"/>
                  </a:lnTo>
                  <a:lnTo>
                    <a:pt x="3635055" y="2401415"/>
                  </a:lnTo>
                  <a:lnTo>
                    <a:pt x="3635201" y="2401415"/>
                  </a:lnTo>
                  <a:lnTo>
                    <a:pt x="3635346" y="2401415"/>
                  </a:lnTo>
                  <a:lnTo>
                    <a:pt x="3635491" y="2401415"/>
                  </a:lnTo>
                  <a:lnTo>
                    <a:pt x="3635637" y="2401415"/>
                  </a:lnTo>
                  <a:lnTo>
                    <a:pt x="3635782" y="2401415"/>
                  </a:lnTo>
                  <a:lnTo>
                    <a:pt x="3635782" y="2400791"/>
                  </a:lnTo>
                  <a:lnTo>
                    <a:pt x="3635928" y="2400791"/>
                  </a:lnTo>
                  <a:lnTo>
                    <a:pt x="3635928" y="2400168"/>
                  </a:lnTo>
                  <a:lnTo>
                    <a:pt x="3635928" y="2399544"/>
                  </a:lnTo>
                  <a:lnTo>
                    <a:pt x="3636073" y="2399544"/>
                  </a:lnTo>
                  <a:lnTo>
                    <a:pt x="3636219" y="2399544"/>
                  </a:lnTo>
                  <a:lnTo>
                    <a:pt x="3636364" y="2399544"/>
                  </a:lnTo>
                  <a:lnTo>
                    <a:pt x="3636364" y="2398921"/>
                  </a:lnTo>
                  <a:lnTo>
                    <a:pt x="3636509" y="2398921"/>
                  </a:lnTo>
                  <a:lnTo>
                    <a:pt x="3636655" y="2398921"/>
                  </a:lnTo>
                  <a:lnTo>
                    <a:pt x="3636800" y="2398921"/>
                  </a:lnTo>
                  <a:lnTo>
                    <a:pt x="3636800" y="2398297"/>
                  </a:lnTo>
                  <a:lnTo>
                    <a:pt x="3636946" y="2398297"/>
                  </a:lnTo>
                  <a:lnTo>
                    <a:pt x="3637091" y="2398297"/>
                  </a:lnTo>
                  <a:lnTo>
                    <a:pt x="3637237" y="2398297"/>
                  </a:lnTo>
                  <a:lnTo>
                    <a:pt x="3637382" y="2398297"/>
                  </a:lnTo>
                  <a:lnTo>
                    <a:pt x="3637527" y="2398297"/>
                  </a:lnTo>
                  <a:lnTo>
                    <a:pt x="3637673" y="2398297"/>
                  </a:lnTo>
                  <a:lnTo>
                    <a:pt x="3637818" y="2398297"/>
                  </a:lnTo>
                  <a:lnTo>
                    <a:pt x="3637964" y="2398297"/>
                  </a:lnTo>
                  <a:lnTo>
                    <a:pt x="3637964" y="2397674"/>
                  </a:lnTo>
                  <a:lnTo>
                    <a:pt x="3638109" y="2397674"/>
                  </a:lnTo>
                  <a:lnTo>
                    <a:pt x="3638255" y="2397674"/>
                  </a:lnTo>
                  <a:lnTo>
                    <a:pt x="3638400" y="2397674"/>
                  </a:lnTo>
                  <a:lnTo>
                    <a:pt x="3638545" y="2397674"/>
                  </a:lnTo>
                  <a:lnTo>
                    <a:pt x="3638691" y="2397674"/>
                  </a:lnTo>
                  <a:lnTo>
                    <a:pt x="3638836" y="2397674"/>
                  </a:lnTo>
                  <a:lnTo>
                    <a:pt x="3638982" y="2397674"/>
                  </a:lnTo>
                  <a:lnTo>
                    <a:pt x="3638982" y="2397050"/>
                  </a:lnTo>
                  <a:lnTo>
                    <a:pt x="3639127" y="2397050"/>
                  </a:lnTo>
                  <a:lnTo>
                    <a:pt x="3639127" y="2396426"/>
                  </a:lnTo>
                  <a:lnTo>
                    <a:pt x="3639127" y="2395803"/>
                  </a:lnTo>
                  <a:lnTo>
                    <a:pt x="3639272" y="2395803"/>
                  </a:lnTo>
                  <a:lnTo>
                    <a:pt x="3639418" y="2395803"/>
                  </a:lnTo>
                  <a:lnTo>
                    <a:pt x="3639563" y="2395803"/>
                  </a:lnTo>
                  <a:lnTo>
                    <a:pt x="3639709" y="2395803"/>
                  </a:lnTo>
                  <a:lnTo>
                    <a:pt x="3639854" y="2395803"/>
                  </a:lnTo>
                  <a:lnTo>
                    <a:pt x="3640000" y="2395803"/>
                  </a:lnTo>
                  <a:lnTo>
                    <a:pt x="3640145" y="2395803"/>
                  </a:lnTo>
                  <a:lnTo>
                    <a:pt x="3640145" y="2395179"/>
                  </a:lnTo>
                  <a:lnTo>
                    <a:pt x="3640290" y="2395179"/>
                  </a:lnTo>
                  <a:lnTo>
                    <a:pt x="3640436" y="2395179"/>
                  </a:lnTo>
                  <a:lnTo>
                    <a:pt x="3640581" y="2395179"/>
                  </a:lnTo>
                  <a:lnTo>
                    <a:pt x="3640727" y="2395179"/>
                  </a:lnTo>
                  <a:lnTo>
                    <a:pt x="3640872" y="2395179"/>
                  </a:lnTo>
                  <a:lnTo>
                    <a:pt x="3641018" y="2395179"/>
                  </a:lnTo>
                  <a:lnTo>
                    <a:pt x="3641018" y="2394556"/>
                  </a:lnTo>
                  <a:lnTo>
                    <a:pt x="3641018" y="2393932"/>
                  </a:lnTo>
                  <a:lnTo>
                    <a:pt x="3641163" y="2393932"/>
                  </a:lnTo>
                  <a:lnTo>
                    <a:pt x="3641308" y="2393932"/>
                  </a:lnTo>
                  <a:lnTo>
                    <a:pt x="3641454" y="2393932"/>
                  </a:lnTo>
                  <a:lnTo>
                    <a:pt x="3641599" y="2393932"/>
                  </a:lnTo>
                  <a:lnTo>
                    <a:pt x="3641745" y="2393932"/>
                  </a:lnTo>
                  <a:lnTo>
                    <a:pt x="3641890" y="2393932"/>
                  </a:lnTo>
                  <a:lnTo>
                    <a:pt x="3642036" y="2393932"/>
                  </a:lnTo>
                  <a:lnTo>
                    <a:pt x="3642036" y="2393308"/>
                  </a:lnTo>
                  <a:lnTo>
                    <a:pt x="3642181" y="2393308"/>
                  </a:lnTo>
                  <a:lnTo>
                    <a:pt x="3642326" y="2393308"/>
                  </a:lnTo>
                  <a:lnTo>
                    <a:pt x="3642326" y="2392685"/>
                  </a:lnTo>
                  <a:lnTo>
                    <a:pt x="3642472" y="2392685"/>
                  </a:lnTo>
                  <a:lnTo>
                    <a:pt x="3642617" y="2392685"/>
                  </a:lnTo>
                  <a:lnTo>
                    <a:pt x="3642763" y="2392685"/>
                  </a:lnTo>
                  <a:lnTo>
                    <a:pt x="3642908" y="2392685"/>
                  </a:lnTo>
                  <a:lnTo>
                    <a:pt x="3642908" y="2392061"/>
                  </a:lnTo>
                  <a:lnTo>
                    <a:pt x="3643054" y="2392061"/>
                  </a:lnTo>
                  <a:lnTo>
                    <a:pt x="3643054" y="2391438"/>
                  </a:lnTo>
                  <a:lnTo>
                    <a:pt x="3643199" y="2391438"/>
                  </a:lnTo>
                  <a:lnTo>
                    <a:pt x="3643344" y="2391438"/>
                  </a:lnTo>
                  <a:lnTo>
                    <a:pt x="3643490" y="2391438"/>
                  </a:lnTo>
                  <a:lnTo>
                    <a:pt x="3643635" y="2391438"/>
                  </a:lnTo>
                  <a:lnTo>
                    <a:pt x="3643781" y="2391438"/>
                  </a:lnTo>
                  <a:lnTo>
                    <a:pt x="3643926" y="2391438"/>
                  </a:lnTo>
                  <a:lnTo>
                    <a:pt x="3644072" y="2391438"/>
                  </a:lnTo>
                  <a:lnTo>
                    <a:pt x="3644217" y="2391438"/>
                  </a:lnTo>
                  <a:lnTo>
                    <a:pt x="3644217" y="2390814"/>
                  </a:lnTo>
                  <a:lnTo>
                    <a:pt x="3644217" y="2390191"/>
                  </a:lnTo>
                  <a:lnTo>
                    <a:pt x="3644362" y="2390191"/>
                  </a:lnTo>
                  <a:lnTo>
                    <a:pt x="3644362" y="2389567"/>
                  </a:lnTo>
                  <a:lnTo>
                    <a:pt x="3644362" y="2388943"/>
                  </a:lnTo>
                  <a:lnTo>
                    <a:pt x="3644508" y="2388943"/>
                  </a:lnTo>
                  <a:lnTo>
                    <a:pt x="3644653" y="2388943"/>
                  </a:lnTo>
                  <a:lnTo>
                    <a:pt x="3644799" y="2388943"/>
                  </a:lnTo>
                  <a:lnTo>
                    <a:pt x="3644944" y="2388943"/>
                  </a:lnTo>
                  <a:lnTo>
                    <a:pt x="3645090" y="2388943"/>
                  </a:lnTo>
                  <a:lnTo>
                    <a:pt x="3645235" y="2388943"/>
                  </a:lnTo>
                  <a:lnTo>
                    <a:pt x="3645380" y="2388943"/>
                  </a:lnTo>
                  <a:lnTo>
                    <a:pt x="3645380" y="2388320"/>
                  </a:lnTo>
                  <a:lnTo>
                    <a:pt x="3645526" y="2388320"/>
                  </a:lnTo>
                  <a:lnTo>
                    <a:pt x="3645671" y="2388320"/>
                  </a:lnTo>
                  <a:lnTo>
                    <a:pt x="3645817" y="2388320"/>
                  </a:lnTo>
                  <a:lnTo>
                    <a:pt x="3645962" y="2388320"/>
                  </a:lnTo>
                  <a:lnTo>
                    <a:pt x="3646107" y="2388320"/>
                  </a:lnTo>
                  <a:lnTo>
                    <a:pt x="3646107" y="2387696"/>
                  </a:lnTo>
                  <a:lnTo>
                    <a:pt x="3646253" y="2387696"/>
                  </a:lnTo>
                  <a:lnTo>
                    <a:pt x="3646398" y="2387696"/>
                  </a:lnTo>
                  <a:lnTo>
                    <a:pt x="3646544" y="2387696"/>
                  </a:lnTo>
                  <a:lnTo>
                    <a:pt x="3646689" y="2387696"/>
                  </a:lnTo>
                  <a:lnTo>
                    <a:pt x="3646689" y="2387073"/>
                  </a:lnTo>
                  <a:lnTo>
                    <a:pt x="3646835" y="2387073"/>
                  </a:lnTo>
                  <a:lnTo>
                    <a:pt x="3646980" y="2387073"/>
                  </a:lnTo>
                  <a:lnTo>
                    <a:pt x="3647125" y="2387073"/>
                  </a:lnTo>
                  <a:lnTo>
                    <a:pt x="3647271" y="2387073"/>
                  </a:lnTo>
                  <a:lnTo>
                    <a:pt x="3647271" y="2386449"/>
                  </a:lnTo>
                  <a:lnTo>
                    <a:pt x="3647416" y="2386449"/>
                  </a:lnTo>
                  <a:lnTo>
                    <a:pt x="3647562" y="2386449"/>
                  </a:lnTo>
                  <a:lnTo>
                    <a:pt x="3647707" y="2386449"/>
                  </a:lnTo>
                  <a:lnTo>
                    <a:pt x="3647707" y="2385825"/>
                  </a:lnTo>
                  <a:lnTo>
                    <a:pt x="3647707" y="2385202"/>
                  </a:lnTo>
                  <a:lnTo>
                    <a:pt x="3647853" y="2385202"/>
                  </a:lnTo>
                  <a:lnTo>
                    <a:pt x="3647998" y="2385202"/>
                  </a:lnTo>
                  <a:lnTo>
                    <a:pt x="3647998" y="2384578"/>
                  </a:lnTo>
                  <a:lnTo>
                    <a:pt x="3648143" y="2384578"/>
                  </a:lnTo>
                  <a:lnTo>
                    <a:pt x="3648289" y="2384578"/>
                  </a:lnTo>
                  <a:lnTo>
                    <a:pt x="3648434" y="2384578"/>
                  </a:lnTo>
                  <a:lnTo>
                    <a:pt x="3648434" y="2383955"/>
                  </a:lnTo>
                  <a:lnTo>
                    <a:pt x="3648580" y="2383955"/>
                  </a:lnTo>
                  <a:lnTo>
                    <a:pt x="3648725" y="2383955"/>
                  </a:lnTo>
                  <a:lnTo>
                    <a:pt x="3648871" y="2383955"/>
                  </a:lnTo>
                  <a:lnTo>
                    <a:pt x="3649016" y="2383955"/>
                  </a:lnTo>
                  <a:lnTo>
                    <a:pt x="3649161" y="2383955"/>
                  </a:lnTo>
                  <a:lnTo>
                    <a:pt x="3649307" y="2383955"/>
                  </a:lnTo>
                  <a:lnTo>
                    <a:pt x="3649452" y="2383955"/>
                  </a:lnTo>
                  <a:lnTo>
                    <a:pt x="3649598" y="2383955"/>
                  </a:lnTo>
                  <a:lnTo>
                    <a:pt x="3649743" y="2383955"/>
                  </a:lnTo>
                  <a:lnTo>
                    <a:pt x="3649889" y="2383955"/>
                  </a:lnTo>
                  <a:lnTo>
                    <a:pt x="3649889" y="2383331"/>
                  </a:lnTo>
                  <a:lnTo>
                    <a:pt x="3649889" y="2382708"/>
                  </a:lnTo>
                  <a:lnTo>
                    <a:pt x="3650034" y="2382708"/>
                  </a:lnTo>
                  <a:lnTo>
                    <a:pt x="3650179" y="2382708"/>
                  </a:lnTo>
                  <a:lnTo>
                    <a:pt x="3650325" y="2382708"/>
                  </a:lnTo>
                  <a:lnTo>
                    <a:pt x="3650470" y="2382708"/>
                  </a:lnTo>
                  <a:lnTo>
                    <a:pt x="3650616" y="2382708"/>
                  </a:lnTo>
                  <a:lnTo>
                    <a:pt x="3650616" y="2382084"/>
                  </a:lnTo>
                  <a:lnTo>
                    <a:pt x="3650761" y="2382084"/>
                  </a:lnTo>
                  <a:lnTo>
                    <a:pt x="3650761" y="2381460"/>
                  </a:lnTo>
                  <a:lnTo>
                    <a:pt x="3650907" y="2381460"/>
                  </a:lnTo>
                  <a:lnTo>
                    <a:pt x="3651052" y="2381460"/>
                  </a:lnTo>
                  <a:lnTo>
                    <a:pt x="3651052" y="2380837"/>
                  </a:lnTo>
                  <a:lnTo>
                    <a:pt x="3651197" y="2380837"/>
                  </a:lnTo>
                  <a:lnTo>
                    <a:pt x="3651343" y="2380837"/>
                  </a:lnTo>
                  <a:lnTo>
                    <a:pt x="3651343" y="2380213"/>
                  </a:lnTo>
                  <a:lnTo>
                    <a:pt x="3651488" y="2380213"/>
                  </a:lnTo>
                  <a:lnTo>
                    <a:pt x="3651634" y="2380213"/>
                  </a:lnTo>
                  <a:lnTo>
                    <a:pt x="3651779" y="2380213"/>
                  </a:lnTo>
                  <a:lnTo>
                    <a:pt x="3651925" y="2380213"/>
                  </a:lnTo>
                  <a:lnTo>
                    <a:pt x="3652070" y="2380213"/>
                  </a:lnTo>
                  <a:lnTo>
                    <a:pt x="3652215" y="2380213"/>
                  </a:lnTo>
                  <a:lnTo>
                    <a:pt x="3652361" y="2380213"/>
                  </a:lnTo>
                  <a:lnTo>
                    <a:pt x="3652506" y="2380213"/>
                  </a:lnTo>
                  <a:lnTo>
                    <a:pt x="3652652" y="2380213"/>
                  </a:lnTo>
                  <a:lnTo>
                    <a:pt x="3652797" y="2380213"/>
                  </a:lnTo>
                  <a:lnTo>
                    <a:pt x="3652942" y="2380213"/>
                  </a:lnTo>
                  <a:lnTo>
                    <a:pt x="3653088" y="2380213"/>
                  </a:lnTo>
                  <a:lnTo>
                    <a:pt x="3653233" y="2380213"/>
                  </a:lnTo>
                  <a:lnTo>
                    <a:pt x="3653379" y="2380213"/>
                  </a:lnTo>
                  <a:lnTo>
                    <a:pt x="3653379" y="2379590"/>
                  </a:lnTo>
                  <a:lnTo>
                    <a:pt x="3653524" y="2379590"/>
                  </a:lnTo>
                  <a:lnTo>
                    <a:pt x="3653670" y="2379590"/>
                  </a:lnTo>
                  <a:lnTo>
                    <a:pt x="3653815" y="2379590"/>
                  </a:lnTo>
                  <a:lnTo>
                    <a:pt x="3653960" y="2379590"/>
                  </a:lnTo>
                  <a:lnTo>
                    <a:pt x="3654106" y="2379590"/>
                  </a:lnTo>
                  <a:lnTo>
                    <a:pt x="3654106" y="2378966"/>
                  </a:lnTo>
                  <a:lnTo>
                    <a:pt x="3654251" y="2378966"/>
                  </a:lnTo>
                  <a:lnTo>
                    <a:pt x="3654251" y="2378342"/>
                  </a:lnTo>
                  <a:lnTo>
                    <a:pt x="3654397" y="2378342"/>
                  </a:lnTo>
                  <a:lnTo>
                    <a:pt x="3654542" y="2378342"/>
                  </a:lnTo>
                  <a:lnTo>
                    <a:pt x="3654688" y="2378342"/>
                  </a:lnTo>
                  <a:lnTo>
                    <a:pt x="3654833" y="2378342"/>
                  </a:lnTo>
                  <a:lnTo>
                    <a:pt x="3654978" y="2378342"/>
                  </a:lnTo>
                  <a:lnTo>
                    <a:pt x="3654978" y="2377719"/>
                  </a:lnTo>
                  <a:lnTo>
                    <a:pt x="3655124" y="2377719"/>
                  </a:lnTo>
                  <a:lnTo>
                    <a:pt x="3655269" y="2377719"/>
                  </a:lnTo>
                  <a:lnTo>
                    <a:pt x="3655269" y="2377095"/>
                  </a:lnTo>
                  <a:lnTo>
                    <a:pt x="3655269" y="2376472"/>
                  </a:lnTo>
                  <a:lnTo>
                    <a:pt x="3655269" y="2375848"/>
                  </a:lnTo>
                  <a:lnTo>
                    <a:pt x="3655415" y="2375848"/>
                  </a:lnTo>
                  <a:lnTo>
                    <a:pt x="3655560" y="2375848"/>
                  </a:lnTo>
                  <a:lnTo>
                    <a:pt x="3655560" y="2375225"/>
                  </a:lnTo>
                  <a:lnTo>
                    <a:pt x="3655560" y="2374601"/>
                  </a:lnTo>
                  <a:lnTo>
                    <a:pt x="3655706" y="2374601"/>
                  </a:lnTo>
                  <a:lnTo>
                    <a:pt x="3655706" y="2373977"/>
                  </a:lnTo>
                  <a:lnTo>
                    <a:pt x="3655851" y="2373977"/>
                  </a:lnTo>
                  <a:lnTo>
                    <a:pt x="3655996" y="2373977"/>
                  </a:lnTo>
                  <a:lnTo>
                    <a:pt x="3656142" y="2373977"/>
                  </a:lnTo>
                  <a:lnTo>
                    <a:pt x="3656287" y="2373977"/>
                  </a:lnTo>
                  <a:lnTo>
                    <a:pt x="3656433" y="2373977"/>
                  </a:lnTo>
                  <a:lnTo>
                    <a:pt x="3656578" y="2373977"/>
                  </a:lnTo>
                  <a:lnTo>
                    <a:pt x="3656724" y="2373977"/>
                  </a:lnTo>
                  <a:lnTo>
                    <a:pt x="3656869" y="2373977"/>
                  </a:lnTo>
                  <a:lnTo>
                    <a:pt x="3657014" y="2373977"/>
                  </a:lnTo>
                  <a:lnTo>
                    <a:pt x="3657160" y="2373977"/>
                  </a:lnTo>
                  <a:lnTo>
                    <a:pt x="3657160" y="2373354"/>
                  </a:lnTo>
                  <a:lnTo>
                    <a:pt x="3657305" y="2373354"/>
                  </a:lnTo>
                  <a:lnTo>
                    <a:pt x="3657305" y="2372730"/>
                  </a:lnTo>
                  <a:lnTo>
                    <a:pt x="3657451" y="2372730"/>
                  </a:lnTo>
                  <a:lnTo>
                    <a:pt x="3657596" y="2372730"/>
                  </a:lnTo>
                  <a:lnTo>
                    <a:pt x="3657742" y="2372730"/>
                  </a:lnTo>
                  <a:lnTo>
                    <a:pt x="3657742" y="2372107"/>
                  </a:lnTo>
                  <a:lnTo>
                    <a:pt x="3657887" y="2372107"/>
                  </a:lnTo>
                  <a:lnTo>
                    <a:pt x="3657887" y="2371483"/>
                  </a:lnTo>
                  <a:lnTo>
                    <a:pt x="3658032" y="2371483"/>
                  </a:lnTo>
                  <a:lnTo>
                    <a:pt x="3658178" y="2371483"/>
                  </a:lnTo>
                  <a:lnTo>
                    <a:pt x="3658323" y="2371483"/>
                  </a:lnTo>
                  <a:lnTo>
                    <a:pt x="3658469" y="2371483"/>
                  </a:lnTo>
                  <a:lnTo>
                    <a:pt x="3658614" y="2371483"/>
                  </a:lnTo>
                  <a:lnTo>
                    <a:pt x="3658760" y="2371483"/>
                  </a:lnTo>
                  <a:lnTo>
                    <a:pt x="3658905" y="2371483"/>
                  </a:lnTo>
                  <a:lnTo>
                    <a:pt x="3659050" y="2371483"/>
                  </a:lnTo>
                  <a:lnTo>
                    <a:pt x="3659196" y="2371483"/>
                  </a:lnTo>
                  <a:lnTo>
                    <a:pt x="3659341" y="2371483"/>
                  </a:lnTo>
                  <a:lnTo>
                    <a:pt x="3659487" y="2371483"/>
                  </a:lnTo>
                  <a:lnTo>
                    <a:pt x="3659632" y="2371483"/>
                  </a:lnTo>
                  <a:lnTo>
                    <a:pt x="3659777" y="2371483"/>
                  </a:lnTo>
                  <a:lnTo>
                    <a:pt x="3659777" y="2370859"/>
                  </a:lnTo>
                  <a:lnTo>
                    <a:pt x="3659923" y="2370859"/>
                  </a:lnTo>
                  <a:lnTo>
                    <a:pt x="3659923" y="2370236"/>
                  </a:lnTo>
                  <a:lnTo>
                    <a:pt x="3660068" y="2370236"/>
                  </a:lnTo>
                  <a:lnTo>
                    <a:pt x="3660214" y="2370236"/>
                  </a:lnTo>
                  <a:lnTo>
                    <a:pt x="3660214" y="2369612"/>
                  </a:lnTo>
                  <a:lnTo>
                    <a:pt x="3660359" y="2369612"/>
                  </a:lnTo>
                  <a:lnTo>
                    <a:pt x="3660505" y="2369612"/>
                  </a:lnTo>
                  <a:lnTo>
                    <a:pt x="3660650" y="2369612"/>
                  </a:lnTo>
                  <a:lnTo>
                    <a:pt x="3660795" y="2369612"/>
                  </a:lnTo>
                  <a:lnTo>
                    <a:pt x="3660941" y="2369612"/>
                  </a:lnTo>
                  <a:lnTo>
                    <a:pt x="3661086" y="2369612"/>
                  </a:lnTo>
                  <a:lnTo>
                    <a:pt x="3661086" y="2368989"/>
                  </a:lnTo>
                  <a:lnTo>
                    <a:pt x="3661232" y="2368989"/>
                  </a:lnTo>
                  <a:lnTo>
                    <a:pt x="3661377" y="2368989"/>
                  </a:lnTo>
                  <a:lnTo>
                    <a:pt x="3661523" y="2368989"/>
                  </a:lnTo>
                  <a:lnTo>
                    <a:pt x="3661668" y="2368989"/>
                  </a:lnTo>
                  <a:lnTo>
                    <a:pt x="3661813" y="2368989"/>
                  </a:lnTo>
                  <a:lnTo>
                    <a:pt x="3661959" y="2368989"/>
                  </a:lnTo>
                  <a:lnTo>
                    <a:pt x="3662104" y="2368989"/>
                  </a:lnTo>
                  <a:lnTo>
                    <a:pt x="3662250" y="2368989"/>
                  </a:lnTo>
                  <a:lnTo>
                    <a:pt x="3662395" y="2368989"/>
                  </a:lnTo>
                  <a:lnTo>
                    <a:pt x="3662395" y="2368365"/>
                  </a:lnTo>
                  <a:lnTo>
                    <a:pt x="3662395" y="2367742"/>
                  </a:lnTo>
                  <a:lnTo>
                    <a:pt x="3662541" y="2367742"/>
                  </a:lnTo>
                  <a:lnTo>
                    <a:pt x="3662686" y="2367742"/>
                  </a:lnTo>
                  <a:lnTo>
                    <a:pt x="3662686" y="2367118"/>
                  </a:lnTo>
                  <a:lnTo>
                    <a:pt x="3662831" y="2367118"/>
                  </a:lnTo>
                  <a:lnTo>
                    <a:pt x="3662977" y="2367118"/>
                  </a:lnTo>
                  <a:lnTo>
                    <a:pt x="3663122" y="2367118"/>
                  </a:lnTo>
                  <a:lnTo>
                    <a:pt x="3663268" y="2367118"/>
                  </a:lnTo>
                  <a:lnTo>
                    <a:pt x="3663413" y="2367118"/>
                  </a:lnTo>
                  <a:lnTo>
                    <a:pt x="3663559" y="2367118"/>
                  </a:lnTo>
                  <a:lnTo>
                    <a:pt x="3663704" y="2367118"/>
                  </a:lnTo>
                  <a:lnTo>
                    <a:pt x="3663704" y="2366494"/>
                  </a:lnTo>
                  <a:lnTo>
                    <a:pt x="3663849" y="2366494"/>
                  </a:lnTo>
                  <a:lnTo>
                    <a:pt x="3663995" y="2366494"/>
                  </a:lnTo>
                  <a:lnTo>
                    <a:pt x="3664140" y="2366494"/>
                  </a:lnTo>
                  <a:lnTo>
                    <a:pt x="3664286" y="2366494"/>
                  </a:lnTo>
                  <a:lnTo>
                    <a:pt x="3664286" y="2365871"/>
                  </a:lnTo>
                  <a:lnTo>
                    <a:pt x="3664431" y="2365871"/>
                  </a:lnTo>
                  <a:lnTo>
                    <a:pt x="3664577" y="2365871"/>
                  </a:lnTo>
                  <a:lnTo>
                    <a:pt x="3664577" y="2365247"/>
                  </a:lnTo>
                  <a:lnTo>
                    <a:pt x="3664722" y="2365247"/>
                  </a:lnTo>
                  <a:lnTo>
                    <a:pt x="3664867" y="2365247"/>
                  </a:lnTo>
                  <a:lnTo>
                    <a:pt x="3665013" y="2365247"/>
                  </a:lnTo>
                  <a:lnTo>
                    <a:pt x="3665158" y="2365247"/>
                  </a:lnTo>
                  <a:lnTo>
                    <a:pt x="3665304" y="2365247"/>
                  </a:lnTo>
                  <a:lnTo>
                    <a:pt x="3665449" y="2365247"/>
                  </a:lnTo>
                  <a:lnTo>
                    <a:pt x="3665595" y="2365247"/>
                  </a:lnTo>
                  <a:lnTo>
                    <a:pt x="3665740" y="2365247"/>
                  </a:lnTo>
                  <a:lnTo>
                    <a:pt x="3665885" y="2365247"/>
                  </a:lnTo>
                  <a:lnTo>
                    <a:pt x="3666031" y="2365247"/>
                  </a:lnTo>
                  <a:lnTo>
                    <a:pt x="3666176" y="2365247"/>
                  </a:lnTo>
                  <a:lnTo>
                    <a:pt x="3666176" y="2364624"/>
                  </a:lnTo>
                  <a:lnTo>
                    <a:pt x="3666322" y="2364624"/>
                  </a:lnTo>
                  <a:lnTo>
                    <a:pt x="3666467" y="2364624"/>
                  </a:lnTo>
                  <a:lnTo>
                    <a:pt x="3666612" y="2364624"/>
                  </a:lnTo>
                  <a:lnTo>
                    <a:pt x="3666758" y="2364624"/>
                  </a:lnTo>
                  <a:lnTo>
                    <a:pt x="3666903" y="2364624"/>
                  </a:lnTo>
                  <a:lnTo>
                    <a:pt x="3666903" y="2364000"/>
                  </a:lnTo>
                  <a:lnTo>
                    <a:pt x="3667049" y="2364000"/>
                  </a:lnTo>
                  <a:lnTo>
                    <a:pt x="3667194" y="2364000"/>
                  </a:lnTo>
                  <a:lnTo>
                    <a:pt x="3667340" y="2364000"/>
                  </a:lnTo>
                  <a:lnTo>
                    <a:pt x="3667485" y="2364000"/>
                  </a:lnTo>
                  <a:lnTo>
                    <a:pt x="3667485" y="2363376"/>
                  </a:lnTo>
                  <a:lnTo>
                    <a:pt x="3667630" y="2363376"/>
                  </a:lnTo>
                  <a:lnTo>
                    <a:pt x="3667776" y="2363376"/>
                  </a:lnTo>
                  <a:lnTo>
                    <a:pt x="3667921" y="2363376"/>
                  </a:lnTo>
                  <a:lnTo>
                    <a:pt x="3668067" y="2363376"/>
                  </a:lnTo>
                  <a:lnTo>
                    <a:pt x="3668212" y="2363376"/>
                  </a:lnTo>
                  <a:lnTo>
                    <a:pt x="3668358" y="2363376"/>
                  </a:lnTo>
                  <a:lnTo>
                    <a:pt x="3668503" y="2363376"/>
                  </a:lnTo>
                  <a:lnTo>
                    <a:pt x="3668503" y="2362753"/>
                  </a:lnTo>
                  <a:lnTo>
                    <a:pt x="3668648" y="2362753"/>
                  </a:lnTo>
                  <a:lnTo>
                    <a:pt x="3668794" y="2362753"/>
                  </a:lnTo>
                  <a:lnTo>
                    <a:pt x="3668939" y="2362753"/>
                  </a:lnTo>
                  <a:lnTo>
                    <a:pt x="3669085" y="2362753"/>
                  </a:lnTo>
                  <a:lnTo>
                    <a:pt x="3669230" y="2362753"/>
                  </a:lnTo>
                  <a:lnTo>
                    <a:pt x="3669376" y="2362753"/>
                  </a:lnTo>
                  <a:lnTo>
                    <a:pt x="3669521" y="2362753"/>
                  </a:lnTo>
                  <a:lnTo>
                    <a:pt x="3669666" y="2362753"/>
                  </a:lnTo>
                  <a:lnTo>
                    <a:pt x="3669812" y="2362753"/>
                  </a:lnTo>
                  <a:lnTo>
                    <a:pt x="3669812" y="2362129"/>
                  </a:lnTo>
                  <a:lnTo>
                    <a:pt x="3669957" y="2362129"/>
                  </a:lnTo>
                  <a:lnTo>
                    <a:pt x="3670103" y="2362129"/>
                  </a:lnTo>
                  <a:lnTo>
                    <a:pt x="3670248" y="2362129"/>
                  </a:lnTo>
                  <a:lnTo>
                    <a:pt x="3670394" y="2362129"/>
                  </a:lnTo>
                  <a:lnTo>
                    <a:pt x="3670539" y="2362129"/>
                  </a:lnTo>
                  <a:lnTo>
                    <a:pt x="3670684" y="2362129"/>
                  </a:lnTo>
                  <a:lnTo>
                    <a:pt x="3670830" y="2362129"/>
                  </a:lnTo>
                  <a:lnTo>
                    <a:pt x="3670975" y="2362129"/>
                  </a:lnTo>
                  <a:lnTo>
                    <a:pt x="3671121" y="2362129"/>
                  </a:lnTo>
                  <a:lnTo>
                    <a:pt x="3671266" y="2362129"/>
                  </a:lnTo>
                  <a:lnTo>
                    <a:pt x="3671412" y="2362129"/>
                  </a:lnTo>
                  <a:lnTo>
                    <a:pt x="3671557" y="2362129"/>
                  </a:lnTo>
                  <a:lnTo>
                    <a:pt x="3671702" y="2362129"/>
                  </a:lnTo>
                  <a:lnTo>
                    <a:pt x="3671848" y="2362129"/>
                  </a:lnTo>
                  <a:lnTo>
                    <a:pt x="3671993" y="2362129"/>
                  </a:lnTo>
                  <a:lnTo>
                    <a:pt x="3672139" y="2362129"/>
                  </a:lnTo>
                  <a:lnTo>
                    <a:pt x="3672284" y="2362129"/>
                  </a:lnTo>
                  <a:lnTo>
                    <a:pt x="3672430" y="2362129"/>
                  </a:lnTo>
                  <a:lnTo>
                    <a:pt x="3672575" y="2362129"/>
                  </a:lnTo>
                  <a:lnTo>
                    <a:pt x="3672720" y="2362129"/>
                  </a:lnTo>
                  <a:lnTo>
                    <a:pt x="3672866" y="2362129"/>
                  </a:lnTo>
                  <a:lnTo>
                    <a:pt x="3673011" y="2362129"/>
                  </a:lnTo>
                  <a:lnTo>
                    <a:pt x="3673011" y="2361506"/>
                  </a:lnTo>
                  <a:lnTo>
                    <a:pt x="3673157" y="2361506"/>
                  </a:lnTo>
                  <a:lnTo>
                    <a:pt x="3673157" y="2360882"/>
                  </a:lnTo>
                  <a:lnTo>
                    <a:pt x="3673302" y="2360882"/>
                  </a:lnTo>
                  <a:lnTo>
                    <a:pt x="3673447" y="2360882"/>
                  </a:lnTo>
                  <a:lnTo>
                    <a:pt x="3673447" y="2360259"/>
                  </a:lnTo>
                  <a:lnTo>
                    <a:pt x="3673447" y="2359635"/>
                  </a:lnTo>
                  <a:lnTo>
                    <a:pt x="3673593" y="2359635"/>
                  </a:lnTo>
                  <a:lnTo>
                    <a:pt x="3673738" y="2359635"/>
                  </a:lnTo>
                  <a:lnTo>
                    <a:pt x="3673884" y="2359635"/>
                  </a:lnTo>
                  <a:lnTo>
                    <a:pt x="3674029" y="2359635"/>
                  </a:lnTo>
                  <a:lnTo>
                    <a:pt x="3674175" y="2359635"/>
                  </a:lnTo>
                  <a:lnTo>
                    <a:pt x="3674320" y="2359635"/>
                  </a:lnTo>
                  <a:lnTo>
                    <a:pt x="3674320" y="2359011"/>
                  </a:lnTo>
                  <a:lnTo>
                    <a:pt x="3674465" y="2359011"/>
                  </a:lnTo>
                  <a:lnTo>
                    <a:pt x="3674611" y="2359011"/>
                  </a:lnTo>
                  <a:lnTo>
                    <a:pt x="3674756" y="2359011"/>
                  </a:lnTo>
                  <a:lnTo>
                    <a:pt x="3674902" y="2359011"/>
                  </a:lnTo>
                  <a:lnTo>
                    <a:pt x="3675047" y="2359011"/>
                  </a:lnTo>
                  <a:lnTo>
                    <a:pt x="3675047" y="2358388"/>
                  </a:lnTo>
                  <a:lnTo>
                    <a:pt x="3675047" y="2357764"/>
                  </a:lnTo>
                  <a:lnTo>
                    <a:pt x="3675193" y="2357764"/>
                  </a:lnTo>
                  <a:lnTo>
                    <a:pt x="3675338" y="2357764"/>
                  </a:lnTo>
                  <a:lnTo>
                    <a:pt x="3675483" y="2357764"/>
                  </a:lnTo>
                  <a:lnTo>
                    <a:pt x="3675629" y="2357764"/>
                  </a:lnTo>
                  <a:lnTo>
                    <a:pt x="3675774" y="2357764"/>
                  </a:lnTo>
                  <a:lnTo>
                    <a:pt x="3675920" y="2357764"/>
                  </a:lnTo>
                  <a:lnTo>
                    <a:pt x="3676065" y="2357764"/>
                  </a:lnTo>
                  <a:lnTo>
                    <a:pt x="3676211" y="2357764"/>
                  </a:lnTo>
                  <a:lnTo>
                    <a:pt x="3676356" y="2357764"/>
                  </a:lnTo>
                  <a:lnTo>
                    <a:pt x="3676501" y="2357764"/>
                  </a:lnTo>
                  <a:lnTo>
                    <a:pt x="3676647" y="2357764"/>
                  </a:lnTo>
                  <a:lnTo>
                    <a:pt x="3676792" y="2357764"/>
                  </a:lnTo>
                  <a:lnTo>
                    <a:pt x="3676938" y="2357764"/>
                  </a:lnTo>
                  <a:lnTo>
                    <a:pt x="3677083" y="2357764"/>
                  </a:lnTo>
                  <a:lnTo>
                    <a:pt x="3677083" y="2357141"/>
                  </a:lnTo>
                  <a:lnTo>
                    <a:pt x="3677229" y="2357141"/>
                  </a:lnTo>
                  <a:lnTo>
                    <a:pt x="3677374" y="2357141"/>
                  </a:lnTo>
                  <a:lnTo>
                    <a:pt x="3677519" y="2357141"/>
                  </a:lnTo>
                  <a:lnTo>
                    <a:pt x="3677519" y="2356517"/>
                  </a:lnTo>
                  <a:lnTo>
                    <a:pt x="3677665" y="2356517"/>
                  </a:lnTo>
                  <a:lnTo>
                    <a:pt x="3677810" y="2356517"/>
                  </a:lnTo>
                  <a:lnTo>
                    <a:pt x="3677956" y="2356517"/>
                  </a:lnTo>
                  <a:lnTo>
                    <a:pt x="3678101" y="2356517"/>
                  </a:lnTo>
                  <a:lnTo>
                    <a:pt x="3678101" y="2355894"/>
                  </a:lnTo>
                  <a:lnTo>
                    <a:pt x="3678247" y="2355894"/>
                  </a:lnTo>
                  <a:lnTo>
                    <a:pt x="3678392" y="2355894"/>
                  </a:lnTo>
                  <a:lnTo>
                    <a:pt x="3678537" y="2355894"/>
                  </a:lnTo>
                  <a:lnTo>
                    <a:pt x="3678683" y="2355894"/>
                  </a:lnTo>
                  <a:lnTo>
                    <a:pt x="3678828" y="2355894"/>
                  </a:lnTo>
                  <a:lnTo>
                    <a:pt x="3678974" y="2355894"/>
                  </a:lnTo>
                  <a:lnTo>
                    <a:pt x="3679119" y="2355894"/>
                  </a:lnTo>
                  <a:lnTo>
                    <a:pt x="3679265" y="2355894"/>
                  </a:lnTo>
                  <a:lnTo>
                    <a:pt x="3679410" y="2355894"/>
                  </a:lnTo>
                  <a:lnTo>
                    <a:pt x="3679410" y="2355270"/>
                  </a:lnTo>
                  <a:lnTo>
                    <a:pt x="3679555" y="2355270"/>
                  </a:lnTo>
                  <a:lnTo>
                    <a:pt x="3679701" y="2355270"/>
                  </a:lnTo>
                  <a:lnTo>
                    <a:pt x="3679846" y="2355270"/>
                  </a:lnTo>
                  <a:lnTo>
                    <a:pt x="3679992" y="2355270"/>
                  </a:lnTo>
                  <a:lnTo>
                    <a:pt x="3680137" y="2355270"/>
                  </a:lnTo>
                  <a:lnTo>
                    <a:pt x="3680282" y="2355270"/>
                  </a:lnTo>
                  <a:lnTo>
                    <a:pt x="3680428" y="2355270"/>
                  </a:lnTo>
                  <a:lnTo>
                    <a:pt x="3680573" y="2355270"/>
                  </a:lnTo>
                  <a:lnTo>
                    <a:pt x="3680719" y="2355270"/>
                  </a:lnTo>
                  <a:lnTo>
                    <a:pt x="3680864" y="2355270"/>
                  </a:lnTo>
                  <a:lnTo>
                    <a:pt x="3680864" y="2354646"/>
                  </a:lnTo>
                  <a:lnTo>
                    <a:pt x="3681010" y="2354646"/>
                  </a:lnTo>
                  <a:lnTo>
                    <a:pt x="3681155" y="2354646"/>
                  </a:lnTo>
                  <a:lnTo>
                    <a:pt x="3681300" y="2354646"/>
                  </a:lnTo>
                  <a:lnTo>
                    <a:pt x="3681446" y="2354646"/>
                  </a:lnTo>
                  <a:lnTo>
                    <a:pt x="3681591" y="2354646"/>
                  </a:lnTo>
                  <a:lnTo>
                    <a:pt x="3681737" y="2354646"/>
                  </a:lnTo>
                  <a:lnTo>
                    <a:pt x="3681882" y="2354646"/>
                  </a:lnTo>
                  <a:lnTo>
                    <a:pt x="3682028" y="2354646"/>
                  </a:lnTo>
                  <a:lnTo>
                    <a:pt x="3682173" y="2354646"/>
                  </a:lnTo>
                  <a:lnTo>
                    <a:pt x="3682318" y="2354646"/>
                  </a:lnTo>
                  <a:lnTo>
                    <a:pt x="3682318" y="2354023"/>
                  </a:lnTo>
                  <a:lnTo>
                    <a:pt x="3682464" y="2354023"/>
                  </a:lnTo>
                  <a:lnTo>
                    <a:pt x="3682609" y="2354023"/>
                  </a:lnTo>
                  <a:lnTo>
                    <a:pt x="3682755" y="2354023"/>
                  </a:lnTo>
                  <a:lnTo>
                    <a:pt x="3682900" y="2354023"/>
                  </a:lnTo>
                  <a:lnTo>
                    <a:pt x="3683046" y="2354023"/>
                  </a:lnTo>
                  <a:lnTo>
                    <a:pt x="3683191" y="2354023"/>
                  </a:lnTo>
                  <a:lnTo>
                    <a:pt x="3683336" y="2354023"/>
                  </a:lnTo>
                  <a:lnTo>
                    <a:pt x="3683482" y="2354023"/>
                  </a:lnTo>
                  <a:lnTo>
                    <a:pt x="3683482" y="2353399"/>
                  </a:lnTo>
                  <a:lnTo>
                    <a:pt x="3683627" y="2353399"/>
                  </a:lnTo>
                  <a:lnTo>
                    <a:pt x="3683627" y="2352776"/>
                  </a:lnTo>
                  <a:lnTo>
                    <a:pt x="3683773" y="2352776"/>
                  </a:lnTo>
                  <a:lnTo>
                    <a:pt x="3683918" y="2352776"/>
                  </a:lnTo>
                  <a:lnTo>
                    <a:pt x="3684064" y="2352776"/>
                  </a:lnTo>
                  <a:lnTo>
                    <a:pt x="3684064" y="2352152"/>
                  </a:lnTo>
                  <a:lnTo>
                    <a:pt x="3684209" y="2352152"/>
                  </a:lnTo>
                  <a:lnTo>
                    <a:pt x="3684354" y="2352152"/>
                  </a:lnTo>
                  <a:lnTo>
                    <a:pt x="3684500" y="2352152"/>
                  </a:lnTo>
                  <a:lnTo>
                    <a:pt x="3684645" y="2352152"/>
                  </a:lnTo>
                  <a:lnTo>
                    <a:pt x="3684645" y="2351528"/>
                  </a:lnTo>
                  <a:lnTo>
                    <a:pt x="3684791" y="2351528"/>
                  </a:lnTo>
                  <a:lnTo>
                    <a:pt x="3684936" y="2351528"/>
                  </a:lnTo>
                  <a:lnTo>
                    <a:pt x="3685082" y="2351528"/>
                  </a:lnTo>
                  <a:lnTo>
                    <a:pt x="3685227" y="2351528"/>
                  </a:lnTo>
                  <a:lnTo>
                    <a:pt x="3685372" y="2351528"/>
                  </a:lnTo>
                  <a:lnTo>
                    <a:pt x="3685518" y="2351528"/>
                  </a:lnTo>
                  <a:lnTo>
                    <a:pt x="3685663" y="2351528"/>
                  </a:lnTo>
                  <a:lnTo>
                    <a:pt x="3685809" y="2351528"/>
                  </a:lnTo>
                  <a:lnTo>
                    <a:pt x="3685809" y="2350905"/>
                  </a:lnTo>
                  <a:lnTo>
                    <a:pt x="3685954" y="2350905"/>
                  </a:lnTo>
                  <a:lnTo>
                    <a:pt x="3686100" y="2350905"/>
                  </a:lnTo>
                  <a:lnTo>
                    <a:pt x="3686245" y="2350905"/>
                  </a:lnTo>
                  <a:lnTo>
                    <a:pt x="3686390" y="2350905"/>
                  </a:lnTo>
                  <a:lnTo>
                    <a:pt x="3686536" y="2350905"/>
                  </a:lnTo>
                  <a:lnTo>
                    <a:pt x="3686681" y="2350905"/>
                  </a:lnTo>
                  <a:lnTo>
                    <a:pt x="3686827" y="2350905"/>
                  </a:lnTo>
                  <a:lnTo>
                    <a:pt x="3686972" y="2350905"/>
                  </a:lnTo>
                  <a:lnTo>
                    <a:pt x="3687117" y="2350905"/>
                  </a:lnTo>
                  <a:lnTo>
                    <a:pt x="3687263" y="2350905"/>
                  </a:lnTo>
                  <a:lnTo>
                    <a:pt x="3687408" y="2350905"/>
                  </a:lnTo>
                  <a:lnTo>
                    <a:pt x="3687554" y="2350905"/>
                  </a:lnTo>
                  <a:lnTo>
                    <a:pt x="3687699" y="2350905"/>
                  </a:lnTo>
                  <a:lnTo>
                    <a:pt x="3687845" y="2350905"/>
                  </a:lnTo>
                  <a:lnTo>
                    <a:pt x="3687990" y="2350905"/>
                  </a:lnTo>
                  <a:lnTo>
                    <a:pt x="3688135" y="2350905"/>
                  </a:lnTo>
                  <a:lnTo>
                    <a:pt x="3688135" y="2350281"/>
                  </a:lnTo>
                  <a:lnTo>
                    <a:pt x="3688281" y="2350281"/>
                  </a:lnTo>
                  <a:lnTo>
                    <a:pt x="3688426" y="2350281"/>
                  </a:lnTo>
                  <a:lnTo>
                    <a:pt x="3688572" y="2350281"/>
                  </a:lnTo>
                  <a:lnTo>
                    <a:pt x="3688717" y="2350281"/>
                  </a:lnTo>
                  <a:lnTo>
                    <a:pt x="3688863" y="2350281"/>
                  </a:lnTo>
                  <a:lnTo>
                    <a:pt x="3688863" y="2349658"/>
                  </a:lnTo>
                  <a:lnTo>
                    <a:pt x="3689008" y="2349658"/>
                  </a:lnTo>
                  <a:lnTo>
                    <a:pt x="3689008" y="2349034"/>
                  </a:lnTo>
                  <a:lnTo>
                    <a:pt x="3689008" y="2348411"/>
                  </a:lnTo>
                  <a:lnTo>
                    <a:pt x="3689153" y="2348411"/>
                  </a:lnTo>
                  <a:lnTo>
                    <a:pt x="3689299" y="2348411"/>
                  </a:lnTo>
                  <a:lnTo>
                    <a:pt x="3689444" y="2348411"/>
                  </a:lnTo>
                  <a:lnTo>
                    <a:pt x="3689590" y="2348411"/>
                  </a:lnTo>
                  <a:lnTo>
                    <a:pt x="3689735" y="2348411"/>
                  </a:lnTo>
                  <a:lnTo>
                    <a:pt x="3689881" y="2348411"/>
                  </a:lnTo>
                  <a:lnTo>
                    <a:pt x="3690026" y="2348411"/>
                  </a:lnTo>
                  <a:lnTo>
                    <a:pt x="3690171" y="2348411"/>
                  </a:lnTo>
                  <a:lnTo>
                    <a:pt x="3690317" y="2348411"/>
                  </a:lnTo>
                  <a:lnTo>
                    <a:pt x="3690462" y="2348411"/>
                  </a:lnTo>
                  <a:lnTo>
                    <a:pt x="3690608" y="2348411"/>
                  </a:lnTo>
                  <a:lnTo>
                    <a:pt x="3690753" y="2348411"/>
                  </a:lnTo>
                  <a:lnTo>
                    <a:pt x="3690899" y="2348411"/>
                  </a:lnTo>
                  <a:lnTo>
                    <a:pt x="3691044" y="2348411"/>
                  </a:lnTo>
                  <a:lnTo>
                    <a:pt x="3691044" y="2347787"/>
                  </a:lnTo>
                  <a:lnTo>
                    <a:pt x="3691189" y="2347787"/>
                  </a:lnTo>
                  <a:lnTo>
                    <a:pt x="3691335" y="2347787"/>
                  </a:lnTo>
                  <a:lnTo>
                    <a:pt x="3691480" y="2347787"/>
                  </a:lnTo>
                  <a:lnTo>
                    <a:pt x="3691626" y="2347787"/>
                  </a:lnTo>
                  <a:lnTo>
                    <a:pt x="3691771" y="2347787"/>
                  </a:lnTo>
                  <a:lnTo>
                    <a:pt x="3691917" y="2347787"/>
                  </a:lnTo>
                  <a:lnTo>
                    <a:pt x="3692062" y="2347787"/>
                  </a:lnTo>
                  <a:lnTo>
                    <a:pt x="3692207" y="2347787"/>
                  </a:lnTo>
                  <a:lnTo>
                    <a:pt x="3692353" y="2347787"/>
                  </a:lnTo>
                  <a:lnTo>
                    <a:pt x="3692498" y="2347787"/>
                  </a:lnTo>
                  <a:lnTo>
                    <a:pt x="3692644" y="2347787"/>
                  </a:lnTo>
                  <a:lnTo>
                    <a:pt x="3692644" y="2347163"/>
                  </a:lnTo>
                  <a:lnTo>
                    <a:pt x="3692644" y="2346540"/>
                  </a:lnTo>
                  <a:lnTo>
                    <a:pt x="3692644" y="2345916"/>
                  </a:lnTo>
                  <a:lnTo>
                    <a:pt x="3692789" y="2345916"/>
                  </a:lnTo>
                  <a:lnTo>
                    <a:pt x="3692935" y="2345916"/>
                  </a:lnTo>
                  <a:lnTo>
                    <a:pt x="3693080" y="2345916"/>
                  </a:lnTo>
                  <a:lnTo>
                    <a:pt x="3693225" y="2345916"/>
                  </a:lnTo>
                  <a:lnTo>
                    <a:pt x="3693371" y="2345916"/>
                  </a:lnTo>
                  <a:lnTo>
                    <a:pt x="3693516" y="2345916"/>
                  </a:lnTo>
                  <a:lnTo>
                    <a:pt x="3693662" y="2345916"/>
                  </a:lnTo>
                  <a:lnTo>
                    <a:pt x="3693807" y="2345916"/>
                  </a:lnTo>
                  <a:lnTo>
                    <a:pt x="3693952" y="2345916"/>
                  </a:lnTo>
                  <a:lnTo>
                    <a:pt x="3694098" y="2345916"/>
                  </a:lnTo>
                  <a:lnTo>
                    <a:pt x="3694243" y="2345916"/>
                  </a:lnTo>
                  <a:lnTo>
                    <a:pt x="3694389" y="2345916"/>
                  </a:lnTo>
                  <a:lnTo>
                    <a:pt x="3694534" y="2345916"/>
                  </a:lnTo>
                  <a:lnTo>
                    <a:pt x="3694534" y="2345293"/>
                  </a:lnTo>
                  <a:lnTo>
                    <a:pt x="3694534" y="2344669"/>
                  </a:lnTo>
                  <a:lnTo>
                    <a:pt x="3694680" y="2344669"/>
                  </a:lnTo>
                  <a:lnTo>
                    <a:pt x="3694825" y="2344669"/>
                  </a:lnTo>
                  <a:lnTo>
                    <a:pt x="3694970" y="2344669"/>
                  </a:lnTo>
                  <a:lnTo>
                    <a:pt x="3694970" y="2344045"/>
                  </a:lnTo>
                  <a:lnTo>
                    <a:pt x="3695116" y="2344045"/>
                  </a:lnTo>
                  <a:lnTo>
                    <a:pt x="3695116" y="2343422"/>
                  </a:lnTo>
                  <a:lnTo>
                    <a:pt x="3695261" y="2343422"/>
                  </a:lnTo>
                  <a:lnTo>
                    <a:pt x="3695407" y="2343422"/>
                  </a:lnTo>
                  <a:lnTo>
                    <a:pt x="3695552" y="2343422"/>
                  </a:lnTo>
                  <a:lnTo>
                    <a:pt x="3695698" y="2343422"/>
                  </a:lnTo>
                  <a:lnTo>
                    <a:pt x="3695843" y="2343422"/>
                  </a:lnTo>
                  <a:lnTo>
                    <a:pt x="3695988" y="2343422"/>
                  </a:lnTo>
                  <a:lnTo>
                    <a:pt x="3696134" y="2343422"/>
                  </a:lnTo>
                  <a:lnTo>
                    <a:pt x="3696279" y="2343422"/>
                  </a:lnTo>
                  <a:lnTo>
                    <a:pt x="3696425" y="2343422"/>
                  </a:lnTo>
                  <a:lnTo>
                    <a:pt x="3696425" y="2342798"/>
                  </a:lnTo>
                  <a:lnTo>
                    <a:pt x="3696570" y="2342798"/>
                  </a:lnTo>
                  <a:lnTo>
                    <a:pt x="3696716" y="2342798"/>
                  </a:lnTo>
                  <a:lnTo>
                    <a:pt x="3696716" y="2342175"/>
                  </a:lnTo>
                  <a:lnTo>
                    <a:pt x="3696861" y="2342175"/>
                  </a:lnTo>
                  <a:lnTo>
                    <a:pt x="3696861" y="2341551"/>
                  </a:lnTo>
                  <a:lnTo>
                    <a:pt x="3697006" y="2341551"/>
                  </a:lnTo>
                  <a:lnTo>
                    <a:pt x="3697006" y="2340928"/>
                  </a:lnTo>
                  <a:lnTo>
                    <a:pt x="3697152" y="2340928"/>
                  </a:lnTo>
                  <a:lnTo>
                    <a:pt x="3697297" y="2340928"/>
                  </a:lnTo>
                  <a:lnTo>
                    <a:pt x="3697297" y="2340304"/>
                  </a:lnTo>
                  <a:lnTo>
                    <a:pt x="3697443" y="2340304"/>
                  </a:lnTo>
                  <a:lnTo>
                    <a:pt x="3697588" y="2340304"/>
                  </a:lnTo>
                  <a:lnTo>
                    <a:pt x="3697734" y="2340304"/>
                  </a:lnTo>
                  <a:lnTo>
                    <a:pt x="3697879" y="2340304"/>
                  </a:lnTo>
                  <a:lnTo>
                    <a:pt x="3698024" y="2340304"/>
                  </a:lnTo>
                  <a:lnTo>
                    <a:pt x="3698170" y="2340304"/>
                  </a:lnTo>
                  <a:lnTo>
                    <a:pt x="3698315" y="2340304"/>
                  </a:lnTo>
                  <a:lnTo>
                    <a:pt x="3698461" y="2340304"/>
                  </a:lnTo>
                  <a:lnTo>
                    <a:pt x="3698606" y="2340304"/>
                  </a:lnTo>
                  <a:lnTo>
                    <a:pt x="3698752" y="2340304"/>
                  </a:lnTo>
                  <a:lnTo>
                    <a:pt x="3698897" y="2340304"/>
                  </a:lnTo>
                  <a:lnTo>
                    <a:pt x="3699042" y="2340304"/>
                  </a:lnTo>
                  <a:lnTo>
                    <a:pt x="3699042" y="2339680"/>
                  </a:lnTo>
                  <a:lnTo>
                    <a:pt x="3699188" y="2339680"/>
                  </a:lnTo>
                  <a:lnTo>
                    <a:pt x="3699333" y="2339680"/>
                  </a:lnTo>
                  <a:lnTo>
                    <a:pt x="3699479" y="2339680"/>
                  </a:lnTo>
                  <a:lnTo>
                    <a:pt x="3699479" y="2339057"/>
                  </a:lnTo>
                  <a:lnTo>
                    <a:pt x="3699624" y="2339057"/>
                  </a:lnTo>
                  <a:lnTo>
                    <a:pt x="3699770" y="2339057"/>
                  </a:lnTo>
                  <a:lnTo>
                    <a:pt x="3699770" y="2338433"/>
                  </a:lnTo>
                  <a:lnTo>
                    <a:pt x="3699915" y="2338433"/>
                  </a:lnTo>
                  <a:lnTo>
                    <a:pt x="3700060" y="2338433"/>
                  </a:lnTo>
                  <a:lnTo>
                    <a:pt x="3700206" y="2338433"/>
                  </a:lnTo>
                  <a:lnTo>
                    <a:pt x="3700351" y="2338433"/>
                  </a:lnTo>
                  <a:lnTo>
                    <a:pt x="3700497" y="2338433"/>
                  </a:lnTo>
                  <a:lnTo>
                    <a:pt x="3700642" y="2338433"/>
                  </a:lnTo>
                  <a:lnTo>
                    <a:pt x="3700787" y="2338433"/>
                  </a:lnTo>
                  <a:lnTo>
                    <a:pt x="3700933" y="2338433"/>
                  </a:lnTo>
                  <a:lnTo>
                    <a:pt x="3700933" y="2337810"/>
                  </a:lnTo>
                  <a:lnTo>
                    <a:pt x="3701078" y="2337810"/>
                  </a:lnTo>
                  <a:lnTo>
                    <a:pt x="3701224" y="2337810"/>
                  </a:lnTo>
                  <a:lnTo>
                    <a:pt x="3701369" y="2337810"/>
                  </a:lnTo>
                  <a:lnTo>
                    <a:pt x="3701515" y="2337810"/>
                  </a:lnTo>
                  <a:lnTo>
                    <a:pt x="3701660" y="2337810"/>
                  </a:lnTo>
                  <a:lnTo>
                    <a:pt x="3701805" y="2337810"/>
                  </a:lnTo>
                  <a:lnTo>
                    <a:pt x="3701951" y="2337810"/>
                  </a:lnTo>
                  <a:lnTo>
                    <a:pt x="3702096" y="2337810"/>
                  </a:lnTo>
                  <a:lnTo>
                    <a:pt x="3702242" y="2337810"/>
                  </a:lnTo>
                  <a:lnTo>
                    <a:pt x="3702242" y="2337186"/>
                  </a:lnTo>
                  <a:lnTo>
                    <a:pt x="3702387" y="2337186"/>
                  </a:lnTo>
                  <a:lnTo>
                    <a:pt x="3702533" y="2337186"/>
                  </a:lnTo>
                  <a:lnTo>
                    <a:pt x="3702678" y="2337186"/>
                  </a:lnTo>
                  <a:lnTo>
                    <a:pt x="3702823" y="2337186"/>
                  </a:lnTo>
                  <a:lnTo>
                    <a:pt x="3702969" y="2337186"/>
                  </a:lnTo>
                  <a:lnTo>
                    <a:pt x="3703114" y="2337186"/>
                  </a:lnTo>
                  <a:lnTo>
                    <a:pt x="3703260" y="2337186"/>
                  </a:lnTo>
                  <a:lnTo>
                    <a:pt x="3703260" y="2336562"/>
                  </a:lnTo>
                  <a:lnTo>
                    <a:pt x="3703405" y="2336562"/>
                  </a:lnTo>
                  <a:lnTo>
                    <a:pt x="3703551" y="2336562"/>
                  </a:lnTo>
                  <a:lnTo>
                    <a:pt x="3703696" y="2336562"/>
                  </a:lnTo>
                  <a:lnTo>
                    <a:pt x="3703696" y="2335939"/>
                  </a:lnTo>
                  <a:lnTo>
                    <a:pt x="3703841" y="2335939"/>
                  </a:lnTo>
                  <a:lnTo>
                    <a:pt x="3703987" y="2335939"/>
                  </a:lnTo>
                  <a:lnTo>
                    <a:pt x="3704132" y="2335939"/>
                  </a:lnTo>
                  <a:lnTo>
                    <a:pt x="3704278" y="2335939"/>
                  </a:lnTo>
                  <a:lnTo>
                    <a:pt x="3704423" y="2335939"/>
                  </a:lnTo>
                  <a:lnTo>
                    <a:pt x="3704569" y="2335939"/>
                  </a:lnTo>
                  <a:lnTo>
                    <a:pt x="3704714" y="2335939"/>
                  </a:lnTo>
                  <a:lnTo>
                    <a:pt x="3704859" y="2335939"/>
                  </a:lnTo>
                  <a:lnTo>
                    <a:pt x="3705005" y="2335939"/>
                  </a:lnTo>
                  <a:lnTo>
                    <a:pt x="3705150" y="2335939"/>
                  </a:lnTo>
                  <a:lnTo>
                    <a:pt x="3705296" y="2335939"/>
                  </a:lnTo>
                  <a:lnTo>
                    <a:pt x="3705441" y="2335939"/>
                  </a:lnTo>
                  <a:lnTo>
                    <a:pt x="3705587" y="2335939"/>
                  </a:lnTo>
                  <a:lnTo>
                    <a:pt x="3705732" y="2335939"/>
                  </a:lnTo>
                  <a:lnTo>
                    <a:pt x="3705732" y="2335315"/>
                  </a:lnTo>
                  <a:lnTo>
                    <a:pt x="3705732" y="2334692"/>
                  </a:lnTo>
                  <a:lnTo>
                    <a:pt x="3705877" y="2334692"/>
                  </a:lnTo>
                  <a:lnTo>
                    <a:pt x="3706023" y="2334692"/>
                  </a:lnTo>
                  <a:lnTo>
                    <a:pt x="3706168" y="2334692"/>
                  </a:lnTo>
                  <a:lnTo>
                    <a:pt x="3706314" y="2334692"/>
                  </a:lnTo>
                  <a:lnTo>
                    <a:pt x="3706459" y="2334692"/>
                  </a:lnTo>
                  <a:lnTo>
                    <a:pt x="3706605" y="2334692"/>
                  </a:lnTo>
                  <a:lnTo>
                    <a:pt x="3706750" y="2334692"/>
                  </a:lnTo>
                  <a:lnTo>
                    <a:pt x="3706895" y="2334692"/>
                  </a:lnTo>
                  <a:lnTo>
                    <a:pt x="3707041" y="2334692"/>
                  </a:lnTo>
                  <a:lnTo>
                    <a:pt x="3707186" y="2334692"/>
                  </a:lnTo>
                  <a:lnTo>
                    <a:pt x="3707332" y="2334692"/>
                  </a:lnTo>
                  <a:lnTo>
                    <a:pt x="3707332" y="2334068"/>
                  </a:lnTo>
                  <a:lnTo>
                    <a:pt x="3707477" y="2334068"/>
                  </a:lnTo>
                  <a:lnTo>
                    <a:pt x="3707622" y="2334068"/>
                  </a:lnTo>
                  <a:lnTo>
                    <a:pt x="3707622" y="2333445"/>
                  </a:lnTo>
                  <a:lnTo>
                    <a:pt x="3707768" y="2333445"/>
                  </a:lnTo>
                  <a:lnTo>
                    <a:pt x="3707913" y="2333445"/>
                  </a:lnTo>
                  <a:lnTo>
                    <a:pt x="3708059" y="2333445"/>
                  </a:lnTo>
                  <a:lnTo>
                    <a:pt x="3708204" y="2333445"/>
                  </a:lnTo>
                  <a:lnTo>
                    <a:pt x="3708350" y="2333445"/>
                  </a:lnTo>
                  <a:lnTo>
                    <a:pt x="3708495" y="2333445"/>
                  </a:lnTo>
                  <a:lnTo>
                    <a:pt x="3708640" y="2333445"/>
                  </a:lnTo>
                  <a:lnTo>
                    <a:pt x="3708786" y="2333445"/>
                  </a:lnTo>
                  <a:lnTo>
                    <a:pt x="3708931" y="2333445"/>
                  </a:lnTo>
                  <a:lnTo>
                    <a:pt x="3709077" y="2333445"/>
                  </a:lnTo>
                  <a:lnTo>
                    <a:pt x="3709222" y="2333445"/>
                  </a:lnTo>
                  <a:lnTo>
                    <a:pt x="3709368" y="2333445"/>
                  </a:lnTo>
                  <a:lnTo>
                    <a:pt x="3709368" y="2332821"/>
                  </a:lnTo>
                  <a:lnTo>
                    <a:pt x="3709513" y="2332821"/>
                  </a:lnTo>
                  <a:lnTo>
                    <a:pt x="3709658" y="2332821"/>
                  </a:lnTo>
                  <a:lnTo>
                    <a:pt x="3709658" y="2332197"/>
                  </a:lnTo>
                  <a:lnTo>
                    <a:pt x="3709804" y="2332197"/>
                  </a:lnTo>
                  <a:lnTo>
                    <a:pt x="3709804" y="2331574"/>
                  </a:lnTo>
                  <a:lnTo>
                    <a:pt x="3709949" y="2331574"/>
                  </a:lnTo>
                  <a:lnTo>
                    <a:pt x="3710095" y="2331574"/>
                  </a:lnTo>
                  <a:lnTo>
                    <a:pt x="3710240" y="2331574"/>
                  </a:lnTo>
                  <a:lnTo>
                    <a:pt x="3710386" y="2331574"/>
                  </a:lnTo>
                  <a:lnTo>
                    <a:pt x="3710531" y="2331574"/>
                  </a:lnTo>
                  <a:lnTo>
                    <a:pt x="3710676" y="2331574"/>
                  </a:lnTo>
                  <a:lnTo>
                    <a:pt x="3710676" y="2330950"/>
                  </a:lnTo>
                  <a:lnTo>
                    <a:pt x="3710822" y="2330950"/>
                  </a:lnTo>
                  <a:lnTo>
                    <a:pt x="3710967" y="2330950"/>
                  </a:lnTo>
                  <a:lnTo>
                    <a:pt x="3711113" y="2330950"/>
                  </a:lnTo>
                  <a:lnTo>
                    <a:pt x="3711258" y="2330950"/>
                  </a:lnTo>
                  <a:lnTo>
                    <a:pt x="3711404" y="2330950"/>
                  </a:lnTo>
                  <a:lnTo>
                    <a:pt x="3711549" y="2330950"/>
                  </a:lnTo>
                  <a:lnTo>
                    <a:pt x="3711694" y="2330950"/>
                  </a:lnTo>
                  <a:lnTo>
                    <a:pt x="3711840" y="2330950"/>
                  </a:lnTo>
                  <a:lnTo>
                    <a:pt x="3711985" y="2330950"/>
                  </a:lnTo>
                  <a:lnTo>
                    <a:pt x="3712131" y="2330950"/>
                  </a:lnTo>
                  <a:lnTo>
                    <a:pt x="3712131" y="2330327"/>
                  </a:lnTo>
                  <a:lnTo>
                    <a:pt x="3712276" y="2330327"/>
                  </a:lnTo>
                  <a:lnTo>
                    <a:pt x="3712276" y="2329703"/>
                  </a:lnTo>
                  <a:lnTo>
                    <a:pt x="3712422" y="2329703"/>
                  </a:lnTo>
                  <a:lnTo>
                    <a:pt x="3712567" y="2329703"/>
                  </a:lnTo>
                  <a:lnTo>
                    <a:pt x="3712712" y="2329703"/>
                  </a:lnTo>
                  <a:lnTo>
                    <a:pt x="3712858" y="2329703"/>
                  </a:lnTo>
                  <a:lnTo>
                    <a:pt x="3713003" y="2329703"/>
                  </a:lnTo>
                  <a:lnTo>
                    <a:pt x="3713003" y="2329079"/>
                  </a:lnTo>
                  <a:lnTo>
                    <a:pt x="3713149" y="2329079"/>
                  </a:lnTo>
                  <a:lnTo>
                    <a:pt x="3713294" y="2329079"/>
                  </a:lnTo>
                  <a:lnTo>
                    <a:pt x="3713439" y="2329079"/>
                  </a:lnTo>
                  <a:lnTo>
                    <a:pt x="3713439" y="2328456"/>
                  </a:lnTo>
                  <a:lnTo>
                    <a:pt x="3713585" y="2328456"/>
                  </a:lnTo>
                  <a:lnTo>
                    <a:pt x="3713730" y="2328456"/>
                  </a:lnTo>
                  <a:lnTo>
                    <a:pt x="3713876" y="2328456"/>
                  </a:lnTo>
                  <a:lnTo>
                    <a:pt x="3714021" y="2328456"/>
                  </a:lnTo>
                  <a:lnTo>
                    <a:pt x="3714167" y="2328456"/>
                  </a:lnTo>
                  <a:lnTo>
                    <a:pt x="3714312" y="2328456"/>
                  </a:lnTo>
                  <a:lnTo>
                    <a:pt x="3714312" y="2327832"/>
                  </a:lnTo>
                  <a:lnTo>
                    <a:pt x="3714457" y="2327832"/>
                  </a:lnTo>
                  <a:lnTo>
                    <a:pt x="3714603" y="2327832"/>
                  </a:lnTo>
                  <a:lnTo>
                    <a:pt x="3714603" y="2327209"/>
                  </a:lnTo>
                  <a:lnTo>
                    <a:pt x="3714748" y="2327209"/>
                  </a:lnTo>
                  <a:lnTo>
                    <a:pt x="3714894" y="2327209"/>
                  </a:lnTo>
                  <a:lnTo>
                    <a:pt x="3715039" y="2327209"/>
                  </a:lnTo>
                  <a:lnTo>
                    <a:pt x="3715185" y="2327209"/>
                  </a:lnTo>
                  <a:lnTo>
                    <a:pt x="3715185" y="2326585"/>
                  </a:lnTo>
                  <a:lnTo>
                    <a:pt x="3715185" y="2325962"/>
                  </a:lnTo>
                  <a:lnTo>
                    <a:pt x="3715330" y="2325962"/>
                  </a:lnTo>
                  <a:lnTo>
                    <a:pt x="3715475" y="2325962"/>
                  </a:lnTo>
                  <a:lnTo>
                    <a:pt x="3715621" y="2325962"/>
                  </a:lnTo>
                  <a:lnTo>
                    <a:pt x="3715766" y="2325962"/>
                  </a:lnTo>
                  <a:lnTo>
                    <a:pt x="3715912" y="2325962"/>
                  </a:lnTo>
                  <a:lnTo>
                    <a:pt x="3716057" y="2325962"/>
                  </a:lnTo>
                  <a:lnTo>
                    <a:pt x="3716203" y="2325962"/>
                  </a:lnTo>
                  <a:lnTo>
                    <a:pt x="3716348" y="2325962"/>
                  </a:lnTo>
                  <a:lnTo>
                    <a:pt x="3716493" y="2325962"/>
                  </a:lnTo>
                  <a:lnTo>
                    <a:pt x="3716639" y="2325962"/>
                  </a:lnTo>
                  <a:lnTo>
                    <a:pt x="3716784" y="2325962"/>
                  </a:lnTo>
                  <a:lnTo>
                    <a:pt x="3716930" y="2325962"/>
                  </a:lnTo>
                  <a:lnTo>
                    <a:pt x="3717075" y="2325962"/>
                  </a:lnTo>
                  <a:lnTo>
                    <a:pt x="3717075" y="2325338"/>
                  </a:lnTo>
                  <a:lnTo>
                    <a:pt x="3717221" y="2325338"/>
                  </a:lnTo>
                  <a:lnTo>
                    <a:pt x="3717366" y="2325338"/>
                  </a:lnTo>
                  <a:lnTo>
                    <a:pt x="3717511" y="2325338"/>
                  </a:lnTo>
                  <a:lnTo>
                    <a:pt x="3717657" y="2325338"/>
                  </a:lnTo>
                  <a:lnTo>
                    <a:pt x="3717802" y="2325338"/>
                  </a:lnTo>
                  <a:lnTo>
                    <a:pt x="3717948" y="2325338"/>
                  </a:lnTo>
                  <a:lnTo>
                    <a:pt x="3718093" y="2325338"/>
                  </a:lnTo>
                  <a:lnTo>
                    <a:pt x="3718239" y="2325338"/>
                  </a:lnTo>
                  <a:lnTo>
                    <a:pt x="3718384" y="2325338"/>
                  </a:lnTo>
                  <a:lnTo>
                    <a:pt x="3718529" y="2325338"/>
                  </a:lnTo>
                  <a:lnTo>
                    <a:pt x="3718675" y="2325338"/>
                  </a:lnTo>
                  <a:lnTo>
                    <a:pt x="3718675" y="2324714"/>
                  </a:lnTo>
                  <a:lnTo>
                    <a:pt x="3718675" y="2324091"/>
                  </a:lnTo>
                  <a:lnTo>
                    <a:pt x="3718820" y="2324091"/>
                  </a:lnTo>
                  <a:lnTo>
                    <a:pt x="3718966" y="2324091"/>
                  </a:lnTo>
                  <a:lnTo>
                    <a:pt x="3718966" y="2323467"/>
                  </a:lnTo>
                  <a:lnTo>
                    <a:pt x="3719111" y="2323467"/>
                  </a:lnTo>
                  <a:lnTo>
                    <a:pt x="3719111" y="2322844"/>
                  </a:lnTo>
                  <a:lnTo>
                    <a:pt x="3719257" y="2322844"/>
                  </a:lnTo>
                  <a:lnTo>
                    <a:pt x="3719402" y="2322844"/>
                  </a:lnTo>
                  <a:lnTo>
                    <a:pt x="3719547" y="2322844"/>
                  </a:lnTo>
                  <a:lnTo>
                    <a:pt x="3719693" y="2322844"/>
                  </a:lnTo>
                  <a:lnTo>
                    <a:pt x="3719838" y="2322844"/>
                  </a:lnTo>
                  <a:lnTo>
                    <a:pt x="3719838" y="2322220"/>
                  </a:lnTo>
                  <a:lnTo>
                    <a:pt x="3719838" y="2321596"/>
                  </a:lnTo>
                  <a:lnTo>
                    <a:pt x="3719984" y="2321596"/>
                  </a:lnTo>
                  <a:lnTo>
                    <a:pt x="3719984" y="2320973"/>
                  </a:lnTo>
                  <a:lnTo>
                    <a:pt x="3720129" y="2320973"/>
                  </a:lnTo>
                  <a:lnTo>
                    <a:pt x="3720274" y="2320973"/>
                  </a:lnTo>
                  <a:lnTo>
                    <a:pt x="3720274" y="2320349"/>
                  </a:lnTo>
                  <a:lnTo>
                    <a:pt x="3720420" y="2320349"/>
                  </a:lnTo>
                  <a:lnTo>
                    <a:pt x="3720565" y="2320349"/>
                  </a:lnTo>
                  <a:lnTo>
                    <a:pt x="3720711" y="2320349"/>
                  </a:lnTo>
                  <a:lnTo>
                    <a:pt x="3720856" y="2320349"/>
                  </a:lnTo>
                  <a:lnTo>
                    <a:pt x="3721002" y="2320349"/>
                  </a:lnTo>
                  <a:lnTo>
                    <a:pt x="3721147" y="2320349"/>
                  </a:lnTo>
                  <a:lnTo>
                    <a:pt x="3721147" y="2319726"/>
                  </a:lnTo>
                  <a:lnTo>
                    <a:pt x="3721147" y="2319102"/>
                  </a:lnTo>
                  <a:lnTo>
                    <a:pt x="3721292" y="2319102"/>
                  </a:lnTo>
                  <a:lnTo>
                    <a:pt x="3721438" y="2319102"/>
                  </a:lnTo>
                  <a:lnTo>
                    <a:pt x="3721583" y="2319102"/>
                  </a:lnTo>
                  <a:lnTo>
                    <a:pt x="3721729" y="2319102"/>
                  </a:lnTo>
                  <a:lnTo>
                    <a:pt x="3721874" y="2319102"/>
                  </a:lnTo>
                  <a:lnTo>
                    <a:pt x="3722020" y="2319102"/>
                  </a:lnTo>
                  <a:lnTo>
                    <a:pt x="3722165" y="2319102"/>
                  </a:lnTo>
                  <a:lnTo>
                    <a:pt x="3722165" y="2318479"/>
                  </a:lnTo>
                  <a:lnTo>
                    <a:pt x="3722310" y="2318479"/>
                  </a:lnTo>
                  <a:lnTo>
                    <a:pt x="3722456" y="2318479"/>
                  </a:lnTo>
                  <a:lnTo>
                    <a:pt x="3722456" y="2317855"/>
                  </a:lnTo>
                  <a:lnTo>
                    <a:pt x="3722601" y="2317855"/>
                  </a:lnTo>
                  <a:lnTo>
                    <a:pt x="3722747" y="2317855"/>
                  </a:lnTo>
                  <a:lnTo>
                    <a:pt x="3722892" y="2317855"/>
                  </a:lnTo>
                  <a:lnTo>
                    <a:pt x="3723038" y="2317855"/>
                  </a:lnTo>
                  <a:lnTo>
                    <a:pt x="3723038" y="2317231"/>
                  </a:lnTo>
                  <a:lnTo>
                    <a:pt x="3723183" y="2317231"/>
                  </a:lnTo>
                  <a:lnTo>
                    <a:pt x="3723328" y="2317231"/>
                  </a:lnTo>
                  <a:lnTo>
                    <a:pt x="3723474" y="2317231"/>
                  </a:lnTo>
                  <a:lnTo>
                    <a:pt x="3723474" y="2316608"/>
                  </a:lnTo>
                  <a:lnTo>
                    <a:pt x="3723619" y="2316608"/>
                  </a:lnTo>
                  <a:lnTo>
                    <a:pt x="3723619" y="2315984"/>
                  </a:lnTo>
                  <a:lnTo>
                    <a:pt x="3723765" y="2315984"/>
                  </a:lnTo>
                  <a:lnTo>
                    <a:pt x="3723910" y="2315984"/>
                  </a:lnTo>
                  <a:lnTo>
                    <a:pt x="3724056" y="2315984"/>
                  </a:lnTo>
                  <a:lnTo>
                    <a:pt x="3724201" y="2315984"/>
                  </a:lnTo>
                  <a:lnTo>
                    <a:pt x="3724346" y="2315984"/>
                  </a:lnTo>
                  <a:lnTo>
                    <a:pt x="3724346" y="2315361"/>
                  </a:lnTo>
                  <a:lnTo>
                    <a:pt x="3724492" y="2315361"/>
                  </a:lnTo>
                  <a:lnTo>
                    <a:pt x="3724492" y="2314737"/>
                  </a:lnTo>
                  <a:lnTo>
                    <a:pt x="3724492" y="2314113"/>
                  </a:lnTo>
                  <a:lnTo>
                    <a:pt x="3724637" y="2314113"/>
                  </a:lnTo>
                  <a:lnTo>
                    <a:pt x="3724637" y="2313490"/>
                  </a:lnTo>
                  <a:lnTo>
                    <a:pt x="3724783" y="2313490"/>
                  </a:lnTo>
                  <a:lnTo>
                    <a:pt x="3724928" y="2313490"/>
                  </a:lnTo>
                  <a:lnTo>
                    <a:pt x="3725074" y="2313490"/>
                  </a:lnTo>
                  <a:lnTo>
                    <a:pt x="3725074" y="2312866"/>
                  </a:lnTo>
                  <a:lnTo>
                    <a:pt x="3725219" y="2312866"/>
                  </a:lnTo>
                  <a:lnTo>
                    <a:pt x="3725364" y="2312866"/>
                  </a:lnTo>
                  <a:lnTo>
                    <a:pt x="3725364" y="2312243"/>
                  </a:lnTo>
                  <a:lnTo>
                    <a:pt x="3725364" y="2311619"/>
                  </a:lnTo>
                  <a:lnTo>
                    <a:pt x="3725510" y="2311619"/>
                  </a:lnTo>
                  <a:lnTo>
                    <a:pt x="3725655" y="2311619"/>
                  </a:lnTo>
                  <a:lnTo>
                    <a:pt x="3725801" y="2311619"/>
                  </a:lnTo>
                  <a:lnTo>
                    <a:pt x="3725946" y="2311619"/>
                  </a:lnTo>
                  <a:lnTo>
                    <a:pt x="3726092" y="2311619"/>
                  </a:lnTo>
                  <a:lnTo>
                    <a:pt x="3726237" y="2311619"/>
                  </a:lnTo>
                  <a:lnTo>
                    <a:pt x="3726382" y="2311619"/>
                  </a:lnTo>
                  <a:lnTo>
                    <a:pt x="3726528" y="2311619"/>
                  </a:lnTo>
                  <a:lnTo>
                    <a:pt x="3726673" y="2311619"/>
                  </a:lnTo>
                  <a:lnTo>
                    <a:pt x="3726819" y="2311619"/>
                  </a:lnTo>
                  <a:lnTo>
                    <a:pt x="3726964" y="2311619"/>
                  </a:lnTo>
                  <a:lnTo>
                    <a:pt x="3727109" y="2311619"/>
                  </a:lnTo>
                  <a:lnTo>
                    <a:pt x="3727255" y="2311619"/>
                  </a:lnTo>
                  <a:lnTo>
                    <a:pt x="3727400" y="2311619"/>
                  </a:lnTo>
                  <a:lnTo>
                    <a:pt x="3727546" y="2311619"/>
                  </a:lnTo>
                  <a:lnTo>
                    <a:pt x="3727691" y="2311619"/>
                  </a:lnTo>
                  <a:lnTo>
                    <a:pt x="3727837" y="2311619"/>
                  </a:lnTo>
                  <a:lnTo>
                    <a:pt x="3727982" y="2311619"/>
                  </a:lnTo>
                  <a:lnTo>
                    <a:pt x="3728127" y="2311619"/>
                  </a:lnTo>
                  <a:lnTo>
                    <a:pt x="3728273" y="2311619"/>
                  </a:lnTo>
                  <a:lnTo>
                    <a:pt x="3728273" y="2310996"/>
                  </a:lnTo>
                  <a:lnTo>
                    <a:pt x="3728418" y="2310996"/>
                  </a:lnTo>
                  <a:lnTo>
                    <a:pt x="3728564" y="2310996"/>
                  </a:lnTo>
                  <a:lnTo>
                    <a:pt x="3728709" y="2310996"/>
                  </a:lnTo>
                  <a:lnTo>
                    <a:pt x="3728855" y="2310996"/>
                  </a:lnTo>
                  <a:lnTo>
                    <a:pt x="3728855" y="2310372"/>
                  </a:lnTo>
                  <a:lnTo>
                    <a:pt x="3728855" y="2309748"/>
                  </a:lnTo>
                  <a:lnTo>
                    <a:pt x="3729000" y="2309748"/>
                  </a:lnTo>
                  <a:lnTo>
                    <a:pt x="3729145" y="2309748"/>
                  </a:lnTo>
                  <a:lnTo>
                    <a:pt x="3729291" y="2309748"/>
                  </a:lnTo>
                  <a:lnTo>
                    <a:pt x="3729436" y="2309748"/>
                  </a:lnTo>
                  <a:lnTo>
                    <a:pt x="3729582" y="2309748"/>
                  </a:lnTo>
                  <a:lnTo>
                    <a:pt x="3729727" y="2309748"/>
                  </a:lnTo>
                  <a:lnTo>
                    <a:pt x="3729873" y="2309748"/>
                  </a:lnTo>
                  <a:lnTo>
                    <a:pt x="3729873" y="2309125"/>
                  </a:lnTo>
                  <a:lnTo>
                    <a:pt x="3730018" y="2309125"/>
                  </a:lnTo>
                  <a:lnTo>
                    <a:pt x="3730163" y="2309125"/>
                  </a:lnTo>
                  <a:lnTo>
                    <a:pt x="3730309" y="2309125"/>
                  </a:lnTo>
                  <a:lnTo>
                    <a:pt x="3730309" y="2308501"/>
                  </a:lnTo>
                  <a:lnTo>
                    <a:pt x="3730454" y="2308501"/>
                  </a:lnTo>
                  <a:lnTo>
                    <a:pt x="3730600" y="2308501"/>
                  </a:lnTo>
                  <a:lnTo>
                    <a:pt x="3730745" y="2308501"/>
                  </a:lnTo>
                  <a:lnTo>
                    <a:pt x="3730891" y="2308501"/>
                  </a:lnTo>
                  <a:lnTo>
                    <a:pt x="3731036" y="2308501"/>
                  </a:lnTo>
                  <a:lnTo>
                    <a:pt x="3731181" y="2308501"/>
                  </a:lnTo>
                  <a:lnTo>
                    <a:pt x="3731327" y="2308501"/>
                  </a:lnTo>
                  <a:lnTo>
                    <a:pt x="3731472" y="2308501"/>
                  </a:lnTo>
                  <a:lnTo>
                    <a:pt x="3731618" y="2308501"/>
                  </a:lnTo>
                  <a:lnTo>
                    <a:pt x="3731763" y="2308501"/>
                  </a:lnTo>
                  <a:lnTo>
                    <a:pt x="3731909" y="2308501"/>
                  </a:lnTo>
                  <a:lnTo>
                    <a:pt x="3731909" y="2307878"/>
                  </a:lnTo>
                  <a:lnTo>
                    <a:pt x="3731909" y="2307254"/>
                  </a:lnTo>
                  <a:lnTo>
                    <a:pt x="3732054" y="2307254"/>
                  </a:lnTo>
                  <a:lnTo>
                    <a:pt x="3732199" y="2307254"/>
                  </a:lnTo>
                  <a:lnTo>
                    <a:pt x="3732345" y="2307254"/>
                  </a:lnTo>
                  <a:lnTo>
                    <a:pt x="3732490" y="2307254"/>
                  </a:lnTo>
                  <a:lnTo>
                    <a:pt x="3732636" y="2307254"/>
                  </a:lnTo>
                  <a:lnTo>
                    <a:pt x="3732636" y="2306630"/>
                  </a:lnTo>
                  <a:lnTo>
                    <a:pt x="3732636" y="2306007"/>
                  </a:lnTo>
                  <a:lnTo>
                    <a:pt x="3732781" y="2306007"/>
                  </a:lnTo>
                  <a:lnTo>
                    <a:pt x="3732927" y="2306007"/>
                  </a:lnTo>
                  <a:lnTo>
                    <a:pt x="3733072" y="2306007"/>
                  </a:lnTo>
                  <a:lnTo>
                    <a:pt x="3733217" y="2306007"/>
                  </a:lnTo>
                  <a:lnTo>
                    <a:pt x="3733363" y="2306007"/>
                  </a:lnTo>
                  <a:lnTo>
                    <a:pt x="3733508" y="2306007"/>
                  </a:lnTo>
                  <a:lnTo>
                    <a:pt x="3733654" y="2306007"/>
                  </a:lnTo>
                  <a:lnTo>
                    <a:pt x="3733654" y="2305383"/>
                  </a:lnTo>
                  <a:lnTo>
                    <a:pt x="3733654" y="2304760"/>
                  </a:lnTo>
                  <a:lnTo>
                    <a:pt x="3733799" y="2304760"/>
                  </a:lnTo>
                  <a:lnTo>
                    <a:pt x="3733944" y="2304760"/>
                  </a:lnTo>
                  <a:lnTo>
                    <a:pt x="3733944" y="2304136"/>
                  </a:lnTo>
                  <a:lnTo>
                    <a:pt x="3734090" y="2304136"/>
                  </a:lnTo>
                  <a:lnTo>
                    <a:pt x="3734235" y="2304136"/>
                  </a:lnTo>
                  <a:lnTo>
                    <a:pt x="3734381" y="2304136"/>
                  </a:lnTo>
                  <a:lnTo>
                    <a:pt x="3734526" y="2304136"/>
                  </a:lnTo>
                  <a:lnTo>
                    <a:pt x="3734672" y="2304136"/>
                  </a:lnTo>
                  <a:lnTo>
                    <a:pt x="3734672" y="2303513"/>
                  </a:lnTo>
                  <a:lnTo>
                    <a:pt x="3734672" y="2302889"/>
                  </a:lnTo>
                  <a:lnTo>
                    <a:pt x="3734817" y="2302889"/>
                  </a:lnTo>
                  <a:lnTo>
                    <a:pt x="3734817" y="2302265"/>
                  </a:lnTo>
                  <a:lnTo>
                    <a:pt x="3734962" y="2302265"/>
                  </a:lnTo>
                  <a:lnTo>
                    <a:pt x="3735108" y="2302265"/>
                  </a:lnTo>
                  <a:lnTo>
                    <a:pt x="3735253" y="2302265"/>
                  </a:lnTo>
                  <a:lnTo>
                    <a:pt x="3735399" y="2302265"/>
                  </a:lnTo>
                  <a:lnTo>
                    <a:pt x="3735544" y="2302265"/>
                  </a:lnTo>
                  <a:lnTo>
                    <a:pt x="3735690" y="2302265"/>
                  </a:lnTo>
                  <a:lnTo>
                    <a:pt x="3735835" y="2302265"/>
                  </a:lnTo>
                  <a:lnTo>
                    <a:pt x="3735835" y="2301642"/>
                  </a:lnTo>
                  <a:lnTo>
                    <a:pt x="3735980" y="2301642"/>
                  </a:lnTo>
                  <a:lnTo>
                    <a:pt x="3736126" y="2301642"/>
                  </a:lnTo>
                  <a:lnTo>
                    <a:pt x="3736271" y="2301642"/>
                  </a:lnTo>
                  <a:lnTo>
                    <a:pt x="3736417" y="2301642"/>
                  </a:lnTo>
                  <a:lnTo>
                    <a:pt x="3736562" y="2301642"/>
                  </a:lnTo>
                  <a:lnTo>
                    <a:pt x="3736562" y="2301018"/>
                  </a:lnTo>
                  <a:lnTo>
                    <a:pt x="3736708" y="2301018"/>
                  </a:lnTo>
                  <a:lnTo>
                    <a:pt x="3736853" y="2301018"/>
                  </a:lnTo>
                  <a:lnTo>
                    <a:pt x="3736998" y="2301018"/>
                  </a:lnTo>
                  <a:lnTo>
                    <a:pt x="3737144" y="2301018"/>
                  </a:lnTo>
                  <a:lnTo>
                    <a:pt x="3737289" y="2301018"/>
                  </a:lnTo>
                  <a:lnTo>
                    <a:pt x="3737435" y="2301018"/>
                  </a:lnTo>
                  <a:lnTo>
                    <a:pt x="3737580" y="2301018"/>
                  </a:lnTo>
                  <a:lnTo>
                    <a:pt x="3737726" y="2301018"/>
                  </a:lnTo>
                  <a:lnTo>
                    <a:pt x="3737871" y="2301018"/>
                  </a:lnTo>
                  <a:lnTo>
                    <a:pt x="3738016" y="2301018"/>
                  </a:lnTo>
                  <a:lnTo>
                    <a:pt x="3738016" y="2300395"/>
                  </a:lnTo>
                  <a:lnTo>
                    <a:pt x="3738162" y="2300395"/>
                  </a:lnTo>
                  <a:lnTo>
                    <a:pt x="3738307" y="2300395"/>
                  </a:lnTo>
                  <a:lnTo>
                    <a:pt x="3738453" y="2300395"/>
                  </a:lnTo>
                  <a:lnTo>
                    <a:pt x="3738598" y="2300395"/>
                  </a:lnTo>
                  <a:lnTo>
                    <a:pt x="3738598" y="2299771"/>
                  </a:lnTo>
                  <a:lnTo>
                    <a:pt x="3738744" y="2299771"/>
                  </a:lnTo>
                  <a:lnTo>
                    <a:pt x="3738889" y="2299771"/>
                  </a:lnTo>
                  <a:lnTo>
                    <a:pt x="3739034" y="2299771"/>
                  </a:lnTo>
                  <a:lnTo>
                    <a:pt x="3739180" y="2299771"/>
                  </a:lnTo>
                  <a:lnTo>
                    <a:pt x="3739325" y="2299771"/>
                  </a:lnTo>
                  <a:lnTo>
                    <a:pt x="3739471" y="2299771"/>
                  </a:lnTo>
                  <a:lnTo>
                    <a:pt x="3739616" y="2299771"/>
                  </a:lnTo>
                  <a:lnTo>
                    <a:pt x="3739762" y="2299771"/>
                  </a:lnTo>
                  <a:lnTo>
                    <a:pt x="3739907" y="2299771"/>
                  </a:lnTo>
                  <a:lnTo>
                    <a:pt x="3739907" y="2299148"/>
                  </a:lnTo>
                  <a:lnTo>
                    <a:pt x="3740052" y="2299148"/>
                  </a:lnTo>
                  <a:lnTo>
                    <a:pt x="3740198" y="2299148"/>
                  </a:lnTo>
                  <a:lnTo>
                    <a:pt x="3740343" y="2299148"/>
                  </a:lnTo>
                  <a:lnTo>
                    <a:pt x="3740343" y="2298524"/>
                  </a:lnTo>
                  <a:lnTo>
                    <a:pt x="3740489" y="2298524"/>
                  </a:lnTo>
                  <a:lnTo>
                    <a:pt x="3740634" y="2298524"/>
                  </a:lnTo>
                  <a:lnTo>
                    <a:pt x="3740779" y="2298524"/>
                  </a:lnTo>
                  <a:lnTo>
                    <a:pt x="3740779" y="2297900"/>
                  </a:lnTo>
                  <a:lnTo>
                    <a:pt x="3740925" y="2297900"/>
                  </a:lnTo>
                  <a:lnTo>
                    <a:pt x="3741070" y="2297900"/>
                  </a:lnTo>
                  <a:lnTo>
                    <a:pt x="3741216" y="2297900"/>
                  </a:lnTo>
                  <a:lnTo>
                    <a:pt x="3741361" y="2297900"/>
                  </a:lnTo>
                  <a:lnTo>
                    <a:pt x="3741507" y="2297900"/>
                  </a:lnTo>
                  <a:lnTo>
                    <a:pt x="3741652" y="2297900"/>
                  </a:lnTo>
                  <a:lnTo>
                    <a:pt x="3741652" y="2297277"/>
                  </a:lnTo>
                  <a:lnTo>
                    <a:pt x="3741652" y="2296653"/>
                  </a:lnTo>
                  <a:lnTo>
                    <a:pt x="3741797" y="2296653"/>
                  </a:lnTo>
                  <a:lnTo>
                    <a:pt x="3741943" y="2296653"/>
                  </a:lnTo>
                  <a:lnTo>
                    <a:pt x="3742088" y="2296653"/>
                  </a:lnTo>
                  <a:lnTo>
                    <a:pt x="3742088" y="2296030"/>
                  </a:lnTo>
                  <a:lnTo>
                    <a:pt x="3742234" y="2296030"/>
                  </a:lnTo>
                  <a:lnTo>
                    <a:pt x="3742379" y="2296030"/>
                  </a:lnTo>
                  <a:lnTo>
                    <a:pt x="3742525" y="2296030"/>
                  </a:lnTo>
                  <a:lnTo>
                    <a:pt x="3742670" y="2296030"/>
                  </a:lnTo>
                  <a:lnTo>
                    <a:pt x="3742670" y="2295406"/>
                  </a:lnTo>
                  <a:lnTo>
                    <a:pt x="3742815" y="2295406"/>
                  </a:lnTo>
                  <a:lnTo>
                    <a:pt x="3742815" y="2294782"/>
                  </a:lnTo>
                  <a:lnTo>
                    <a:pt x="3742961" y="2294782"/>
                  </a:lnTo>
                  <a:lnTo>
                    <a:pt x="3743106" y="2294782"/>
                  </a:lnTo>
                  <a:lnTo>
                    <a:pt x="3743252" y="2294782"/>
                  </a:lnTo>
                  <a:lnTo>
                    <a:pt x="3743397" y="2294782"/>
                  </a:lnTo>
                  <a:lnTo>
                    <a:pt x="3743543" y="2294782"/>
                  </a:lnTo>
                  <a:lnTo>
                    <a:pt x="3743688" y="2294782"/>
                  </a:lnTo>
                  <a:lnTo>
                    <a:pt x="3743833" y="2294782"/>
                  </a:lnTo>
                  <a:lnTo>
                    <a:pt x="3743979" y="2294782"/>
                  </a:lnTo>
                  <a:lnTo>
                    <a:pt x="3744124" y="2294782"/>
                  </a:lnTo>
                  <a:lnTo>
                    <a:pt x="3744270" y="2294782"/>
                  </a:lnTo>
                  <a:lnTo>
                    <a:pt x="3744270" y="2294159"/>
                  </a:lnTo>
                  <a:lnTo>
                    <a:pt x="3744270" y="2293535"/>
                  </a:lnTo>
                  <a:lnTo>
                    <a:pt x="3744415" y="2293535"/>
                  </a:lnTo>
                  <a:lnTo>
                    <a:pt x="3744561" y="2293535"/>
                  </a:lnTo>
                  <a:lnTo>
                    <a:pt x="3744706" y="2293535"/>
                  </a:lnTo>
                  <a:lnTo>
                    <a:pt x="3744706" y="2292912"/>
                  </a:lnTo>
                  <a:lnTo>
                    <a:pt x="3744851" y="2292912"/>
                  </a:lnTo>
                  <a:lnTo>
                    <a:pt x="3744997" y="2292912"/>
                  </a:lnTo>
                  <a:lnTo>
                    <a:pt x="3744997" y="2292288"/>
                  </a:lnTo>
                  <a:lnTo>
                    <a:pt x="3745142" y="2292288"/>
                  </a:lnTo>
                  <a:lnTo>
                    <a:pt x="3745288" y="2292288"/>
                  </a:lnTo>
                  <a:lnTo>
                    <a:pt x="3745433" y="2292288"/>
                  </a:lnTo>
                  <a:lnTo>
                    <a:pt x="3745579" y="2292288"/>
                  </a:lnTo>
                  <a:lnTo>
                    <a:pt x="3745724" y="2292288"/>
                  </a:lnTo>
                  <a:lnTo>
                    <a:pt x="3745869" y="2292288"/>
                  </a:lnTo>
                  <a:lnTo>
                    <a:pt x="3746015" y="2292288"/>
                  </a:lnTo>
                  <a:lnTo>
                    <a:pt x="3746160" y="2292288"/>
                  </a:lnTo>
                  <a:lnTo>
                    <a:pt x="3746160" y="2291665"/>
                  </a:lnTo>
                  <a:lnTo>
                    <a:pt x="3746160" y="2291041"/>
                  </a:lnTo>
                  <a:lnTo>
                    <a:pt x="3746306" y="2291041"/>
                  </a:lnTo>
                  <a:lnTo>
                    <a:pt x="3746451" y="2291041"/>
                  </a:lnTo>
                  <a:lnTo>
                    <a:pt x="3746597" y="2291041"/>
                  </a:lnTo>
                  <a:lnTo>
                    <a:pt x="3746597" y="2290417"/>
                  </a:lnTo>
                  <a:lnTo>
                    <a:pt x="3746742" y="2290417"/>
                  </a:lnTo>
                  <a:lnTo>
                    <a:pt x="3746742" y="2289794"/>
                  </a:lnTo>
                  <a:lnTo>
                    <a:pt x="3746887" y="2289794"/>
                  </a:lnTo>
                  <a:lnTo>
                    <a:pt x="3746887" y="2289170"/>
                  </a:lnTo>
                  <a:lnTo>
                    <a:pt x="3747033" y="2289170"/>
                  </a:lnTo>
                  <a:lnTo>
                    <a:pt x="3747178" y="2289170"/>
                  </a:lnTo>
                  <a:lnTo>
                    <a:pt x="3747324" y="2289170"/>
                  </a:lnTo>
                  <a:lnTo>
                    <a:pt x="3747469" y="2289170"/>
                  </a:lnTo>
                  <a:lnTo>
                    <a:pt x="3747614" y="2289170"/>
                  </a:lnTo>
                  <a:lnTo>
                    <a:pt x="3747760" y="2289170"/>
                  </a:lnTo>
                  <a:lnTo>
                    <a:pt x="3747905" y="2289170"/>
                  </a:lnTo>
                  <a:lnTo>
                    <a:pt x="3748051" y="2289170"/>
                  </a:lnTo>
                  <a:lnTo>
                    <a:pt x="3748196" y="2289170"/>
                  </a:lnTo>
                  <a:lnTo>
                    <a:pt x="3748342" y="2289170"/>
                  </a:lnTo>
                  <a:lnTo>
                    <a:pt x="3748487" y="2289170"/>
                  </a:lnTo>
                  <a:lnTo>
                    <a:pt x="3748632" y="2289170"/>
                  </a:lnTo>
                  <a:lnTo>
                    <a:pt x="3748632" y="2288547"/>
                  </a:lnTo>
                  <a:lnTo>
                    <a:pt x="3748632" y="2287923"/>
                  </a:lnTo>
                  <a:lnTo>
                    <a:pt x="3748778" y="2287923"/>
                  </a:lnTo>
                  <a:lnTo>
                    <a:pt x="3748923" y="2287923"/>
                  </a:lnTo>
                  <a:lnTo>
                    <a:pt x="3748923" y="2287299"/>
                  </a:lnTo>
                  <a:lnTo>
                    <a:pt x="3749069" y="2287299"/>
                  </a:lnTo>
                  <a:lnTo>
                    <a:pt x="3749214" y="2287299"/>
                  </a:lnTo>
                  <a:lnTo>
                    <a:pt x="3749360" y="2287299"/>
                  </a:lnTo>
                  <a:lnTo>
                    <a:pt x="3749505" y="2287299"/>
                  </a:lnTo>
                  <a:lnTo>
                    <a:pt x="3749650" y="2287299"/>
                  </a:lnTo>
                  <a:lnTo>
                    <a:pt x="3749796" y="2287299"/>
                  </a:lnTo>
                  <a:lnTo>
                    <a:pt x="3749941" y="2287299"/>
                  </a:lnTo>
                  <a:lnTo>
                    <a:pt x="3750087" y="2287299"/>
                  </a:lnTo>
                  <a:lnTo>
                    <a:pt x="3750087" y="2286676"/>
                  </a:lnTo>
                  <a:lnTo>
                    <a:pt x="3750232" y="2286676"/>
                  </a:lnTo>
                  <a:lnTo>
                    <a:pt x="3750378" y="2286676"/>
                  </a:lnTo>
                  <a:lnTo>
                    <a:pt x="3750523" y="2286676"/>
                  </a:lnTo>
                  <a:lnTo>
                    <a:pt x="3750668" y="2286676"/>
                  </a:lnTo>
                  <a:lnTo>
                    <a:pt x="3750814" y="2286676"/>
                  </a:lnTo>
                  <a:lnTo>
                    <a:pt x="3750959" y="2286676"/>
                  </a:lnTo>
                  <a:lnTo>
                    <a:pt x="3751105" y="2286676"/>
                  </a:lnTo>
                  <a:lnTo>
                    <a:pt x="3751250" y="2286676"/>
                  </a:lnTo>
                  <a:lnTo>
                    <a:pt x="3751396" y="2286676"/>
                  </a:lnTo>
                  <a:lnTo>
                    <a:pt x="3751541" y="2286676"/>
                  </a:lnTo>
                  <a:lnTo>
                    <a:pt x="3751686" y="2286676"/>
                  </a:lnTo>
                  <a:lnTo>
                    <a:pt x="3751832" y="2286676"/>
                  </a:lnTo>
                  <a:lnTo>
                    <a:pt x="3751977" y="2286676"/>
                  </a:lnTo>
                  <a:lnTo>
                    <a:pt x="3751977" y="2286052"/>
                  </a:lnTo>
                  <a:lnTo>
                    <a:pt x="3752123" y="2286052"/>
                  </a:lnTo>
                  <a:lnTo>
                    <a:pt x="3752268" y="2286052"/>
                  </a:lnTo>
                  <a:lnTo>
                    <a:pt x="3752414" y="2286052"/>
                  </a:lnTo>
                  <a:lnTo>
                    <a:pt x="3752559" y="2286052"/>
                  </a:lnTo>
                  <a:lnTo>
                    <a:pt x="3752704" y="2286052"/>
                  </a:lnTo>
                  <a:lnTo>
                    <a:pt x="3752850" y="2286052"/>
                  </a:lnTo>
                  <a:lnTo>
                    <a:pt x="3752995" y="2286052"/>
                  </a:lnTo>
                  <a:lnTo>
                    <a:pt x="3752995" y="2285429"/>
                  </a:lnTo>
                  <a:lnTo>
                    <a:pt x="3752995" y="2284805"/>
                  </a:lnTo>
                  <a:lnTo>
                    <a:pt x="3753141" y="2284805"/>
                  </a:lnTo>
                  <a:lnTo>
                    <a:pt x="3753286" y="2284805"/>
                  </a:lnTo>
                  <a:lnTo>
                    <a:pt x="3753432" y="2284805"/>
                  </a:lnTo>
                  <a:lnTo>
                    <a:pt x="3753577" y="2284805"/>
                  </a:lnTo>
                  <a:lnTo>
                    <a:pt x="3753722" y="2284805"/>
                  </a:lnTo>
                  <a:lnTo>
                    <a:pt x="3753868" y="2284805"/>
                  </a:lnTo>
                  <a:lnTo>
                    <a:pt x="3753868" y="2284182"/>
                  </a:lnTo>
                  <a:lnTo>
                    <a:pt x="3754013" y="2284182"/>
                  </a:lnTo>
                  <a:lnTo>
                    <a:pt x="3754159" y="2284182"/>
                  </a:lnTo>
                  <a:lnTo>
                    <a:pt x="3754304" y="2284182"/>
                  </a:lnTo>
                  <a:lnTo>
                    <a:pt x="3754304" y="2283558"/>
                  </a:lnTo>
                  <a:lnTo>
                    <a:pt x="3754304" y="2282934"/>
                  </a:lnTo>
                  <a:lnTo>
                    <a:pt x="3754449" y="2282934"/>
                  </a:lnTo>
                  <a:lnTo>
                    <a:pt x="3754595" y="2282934"/>
                  </a:lnTo>
                  <a:lnTo>
                    <a:pt x="3754740" y="2282934"/>
                  </a:lnTo>
                  <a:lnTo>
                    <a:pt x="3754886" y="2282934"/>
                  </a:lnTo>
                  <a:lnTo>
                    <a:pt x="3754886" y="2282311"/>
                  </a:lnTo>
                  <a:lnTo>
                    <a:pt x="3755031" y="2282311"/>
                  </a:lnTo>
                  <a:lnTo>
                    <a:pt x="3755031" y="2281687"/>
                  </a:lnTo>
                  <a:lnTo>
                    <a:pt x="3755177" y="2281687"/>
                  </a:lnTo>
                  <a:lnTo>
                    <a:pt x="3755322" y="2281687"/>
                  </a:lnTo>
                  <a:lnTo>
                    <a:pt x="3755322" y="2281064"/>
                  </a:lnTo>
                  <a:lnTo>
                    <a:pt x="3755467" y="2281064"/>
                  </a:lnTo>
                  <a:lnTo>
                    <a:pt x="3755613" y="2281064"/>
                  </a:lnTo>
                  <a:lnTo>
                    <a:pt x="3755758" y="2281064"/>
                  </a:lnTo>
                  <a:lnTo>
                    <a:pt x="3755758" y="2280440"/>
                  </a:lnTo>
                  <a:lnTo>
                    <a:pt x="3755904" y="2280440"/>
                  </a:lnTo>
                  <a:lnTo>
                    <a:pt x="3756049" y="2280440"/>
                  </a:lnTo>
                  <a:lnTo>
                    <a:pt x="3756195" y="2280440"/>
                  </a:lnTo>
                  <a:lnTo>
                    <a:pt x="3756340" y="2280440"/>
                  </a:lnTo>
                  <a:lnTo>
                    <a:pt x="3756485" y="2280440"/>
                  </a:lnTo>
                  <a:lnTo>
                    <a:pt x="3756631" y="2280440"/>
                  </a:lnTo>
                  <a:lnTo>
                    <a:pt x="3756776" y="2280440"/>
                  </a:lnTo>
                  <a:lnTo>
                    <a:pt x="3756922" y="2280440"/>
                  </a:lnTo>
                  <a:lnTo>
                    <a:pt x="3757067" y="2280440"/>
                  </a:lnTo>
                  <a:lnTo>
                    <a:pt x="3757213" y="2280440"/>
                  </a:lnTo>
                  <a:lnTo>
                    <a:pt x="3757358" y="2280440"/>
                  </a:lnTo>
                  <a:lnTo>
                    <a:pt x="3757503" y="2280440"/>
                  </a:lnTo>
                  <a:lnTo>
                    <a:pt x="3757649" y="2280440"/>
                  </a:lnTo>
                  <a:lnTo>
                    <a:pt x="3757794" y="2280440"/>
                  </a:lnTo>
                  <a:lnTo>
                    <a:pt x="3757940" y="2280440"/>
                  </a:lnTo>
                  <a:lnTo>
                    <a:pt x="3758085" y="2280440"/>
                  </a:lnTo>
                  <a:lnTo>
                    <a:pt x="3758231" y="2280440"/>
                  </a:lnTo>
                  <a:lnTo>
                    <a:pt x="3758376" y="2280440"/>
                  </a:lnTo>
                  <a:lnTo>
                    <a:pt x="3758521" y="2280440"/>
                  </a:lnTo>
                  <a:lnTo>
                    <a:pt x="3758667" y="2280440"/>
                  </a:lnTo>
                  <a:lnTo>
                    <a:pt x="3758812" y="2280440"/>
                  </a:lnTo>
                  <a:lnTo>
                    <a:pt x="3758958" y="2280440"/>
                  </a:lnTo>
                  <a:lnTo>
                    <a:pt x="3759103" y="2280440"/>
                  </a:lnTo>
                  <a:lnTo>
                    <a:pt x="3759249" y="2280440"/>
                  </a:lnTo>
                  <a:lnTo>
                    <a:pt x="3759394" y="2280440"/>
                  </a:lnTo>
                  <a:lnTo>
                    <a:pt x="3759539" y="2280440"/>
                  </a:lnTo>
                  <a:lnTo>
                    <a:pt x="3759685" y="2280440"/>
                  </a:lnTo>
                  <a:lnTo>
                    <a:pt x="3759830" y="2280440"/>
                  </a:lnTo>
                  <a:lnTo>
                    <a:pt x="3759830" y="2279816"/>
                  </a:lnTo>
                  <a:lnTo>
                    <a:pt x="3759976" y="2279816"/>
                  </a:lnTo>
                  <a:lnTo>
                    <a:pt x="3760121" y="2279816"/>
                  </a:lnTo>
                  <a:lnTo>
                    <a:pt x="3760267" y="2279816"/>
                  </a:lnTo>
                  <a:lnTo>
                    <a:pt x="3760412" y="2279816"/>
                  </a:lnTo>
                  <a:lnTo>
                    <a:pt x="3760557" y="2279816"/>
                  </a:lnTo>
                  <a:lnTo>
                    <a:pt x="3760703" y="2279816"/>
                  </a:lnTo>
                  <a:lnTo>
                    <a:pt x="3760703" y="2279193"/>
                  </a:lnTo>
                  <a:lnTo>
                    <a:pt x="3760848" y="2279193"/>
                  </a:lnTo>
                  <a:lnTo>
                    <a:pt x="3760994" y="2279193"/>
                  </a:lnTo>
                  <a:lnTo>
                    <a:pt x="3761139" y="2279193"/>
                  </a:lnTo>
                  <a:lnTo>
                    <a:pt x="3761284" y="2279193"/>
                  </a:lnTo>
                  <a:lnTo>
                    <a:pt x="3761430" y="2279193"/>
                  </a:lnTo>
                  <a:lnTo>
                    <a:pt x="3761430" y="2278569"/>
                  </a:lnTo>
                  <a:lnTo>
                    <a:pt x="3761575" y="2278569"/>
                  </a:lnTo>
                  <a:lnTo>
                    <a:pt x="3761721" y="2278569"/>
                  </a:lnTo>
                  <a:lnTo>
                    <a:pt x="3761866" y="2278569"/>
                  </a:lnTo>
                  <a:lnTo>
                    <a:pt x="3762012" y="2278569"/>
                  </a:lnTo>
                  <a:lnTo>
                    <a:pt x="3762157" y="2278569"/>
                  </a:lnTo>
                  <a:lnTo>
                    <a:pt x="3762302" y="2278569"/>
                  </a:lnTo>
                  <a:lnTo>
                    <a:pt x="3762448" y="2278569"/>
                  </a:lnTo>
                  <a:lnTo>
                    <a:pt x="3762593" y="2278569"/>
                  </a:lnTo>
                  <a:lnTo>
                    <a:pt x="3762739" y="2278569"/>
                  </a:lnTo>
                  <a:lnTo>
                    <a:pt x="3762884" y="2278569"/>
                  </a:lnTo>
                  <a:lnTo>
                    <a:pt x="3763030" y="2278569"/>
                  </a:lnTo>
                  <a:lnTo>
                    <a:pt x="3763175" y="2278569"/>
                  </a:lnTo>
                  <a:lnTo>
                    <a:pt x="3763175" y="2277946"/>
                  </a:lnTo>
                  <a:lnTo>
                    <a:pt x="3763320" y="2277946"/>
                  </a:lnTo>
                  <a:lnTo>
                    <a:pt x="3763466" y="2277946"/>
                  </a:lnTo>
                  <a:lnTo>
                    <a:pt x="3763611" y="2277946"/>
                  </a:lnTo>
                  <a:lnTo>
                    <a:pt x="3763757" y="2277946"/>
                  </a:lnTo>
                  <a:lnTo>
                    <a:pt x="3763902" y="2277946"/>
                  </a:lnTo>
                  <a:lnTo>
                    <a:pt x="3764048" y="2277946"/>
                  </a:lnTo>
                  <a:lnTo>
                    <a:pt x="3764048" y="2277322"/>
                  </a:lnTo>
                  <a:lnTo>
                    <a:pt x="3764193" y="2277322"/>
                  </a:lnTo>
                  <a:lnTo>
                    <a:pt x="3764338" y="2277322"/>
                  </a:lnTo>
                  <a:lnTo>
                    <a:pt x="3764484" y="2277322"/>
                  </a:lnTo>
                  <a:lnTo>
                    <a:pt x="3764629" y="2277322"/>
                  </a:lnTo>
                  <a:lnTo>
                    <a:pt x="3764775" y="2277322"/>
                  </a:lnTo>
                  <a:lnTo>
                    <a:pt x="3764920" y="2277322"/>
                  </a:lnTo>
                  <a:lnTo>
                    <a:pt x="3765066" y="2277322"/>
                  </a:lnTo>
                  <a:lnTo>
                    <a:pt x="3765211" y="2277322"/>
                  </a:lnTo>
                  <a:lnTo>
                    <a:pt x="3765356" y="2277322"/>
                  </a:lnTo>
                  <a:lnTo>
                    <a:pt x="3765502" y="2277322"/>
                  </a:lnTo>
                  <a:lnTo>
                    <a:pt x="3765647" y="2277322"/>
                  </a:lnTo>
                  <a:lnTo>
                    <a:pt x="3765793" y="2277322"/>
                  </a:lnTo>
                  <a:lnTo>
                    <a:pt x="3765938" y="2277322"/>
                  </a:lnTo>
                  <a:lnTo>
                    <a:pt x="3765938" y="2276699"/>
                  </a:lnTo>
                  <a:lnTo>
                    <a:pt x="3766084" y="2276699"/>
                  </a:lnTo>
                  <a:lnTo>
                    <a:pt x="3766229" y="2276699"/>
                  </a:lnTo>
                  <a:lnTo>
                    <a:pt x="3766374" y="2276699"/>
                  </a:lnTo>
                  <a:lnTo>
                    <a:pt x="3766520" y="2276699"/>
                  </a:lnTo>
                  <a:lnTo>
                    <a:pt x="3766665" y="2276699"/>
                  </a:lnTo>
                  <a:lnTo>
                    <a:pt x="3766665" y="2276075"/>
                  </a:lnTo>
                  <a:lnTo>
                    <a:pt x="3766811" y="2276075"/>
                  </a:lnTo>
                  <a:lnTo>
                    <a:pt x="3766956" y="2276075"/>
                  </a:lnTo>
                  <a:lnTo>
                    <a:pt x="3767102" y="2276075"/>
                  </a:lnTo>
                  <a:lnTo>
                    <a:pt x="3767247" y="2276075"/>
                  </a:lnTo>
                  <a:lnTo>
                    <a:pt x="3767392" y="2276075"/>
                  </a:lnTo>
                  <a:lnTo>
                    <a:pt x="3767392" y="2275451"/>
                  </a:lnTo>
                  <a:lnTo>
                    <a:pt x="3767538" y="2275451"/>
                  </a:lnTo>
                  <a:lnTo>
                    <a:pt x="3767683" y="2275451"/>
                  </a:lnTo>
                  <a:lnTo>
                    <a:pt x="3767829" y="2275451"/>
                  </a:lnTo>
                  <a:lnTo>
                    <a:pt x="3767974" y="2275451"/>
                  </a:lnTo>
                  <a:lnTo>
                    <a:pt x="3768119" y="2275451"/>
                  </a:lnTo>
                  <a:lnTo>
                    <a:pt x="3768265" y="2275451"/>
                  </a:lnTo>
                  <a:lnTo>
                    <a:pt x="3768265" y="2274828"/>
                  </a:lnTo>
                  <a:lnTo>
                    <a:pt x="3768410" y="2274828"/>
                  </a:lnTo>
                  <a:lnTo>
                    <a:pt x="3768556" y="2274828"/>
                  </a:lnTo>
                  <a:lnTo>
                    <a:pt x="3768556" y="2274204"/>
                  </a:lnTo>
                  <a:lnTo>
                    <a:pt x="3768701" y="2274204"/>
                  </a:lnTo>
                  <a:lnTo>
                    <a:pt x="3768847" y="2274204"/>
                  </a:lnTo>
                  <a:lnTo>
                    <a:pt x="3768992" y="2274204"/>
                  </a:lnTo>
                  <a:lnTo>
                    <a:pt x="3769137" y="2274204"/>
                  </a:lnTo>
                  <a:lnTo>
                    <a:pt x="3769283" y="2274204"/>
                  </a:lnTo>
                  <a:lnTo>
                    <a:pt x="3769428" y="2274204"/>
                  </a:lnTo>
                  <a:lnTo>
                    <a:pt x="3769574" y="2274204"/>
                  </a:lnTo>
                  <a:lnTo>
                    <a:pt x="3769574" y="2273581"/>
                  </a:lnTo>
                  <a:lnTo>
                    <a:pt x="3769719" y="2273581"/>
                  </a:lnTo>
                  <a:lnTo>
                    <a:pt x="3769865" y="2273581"/>
                  </a:lnTo>
                  <a:lnTo>
                    <a:pt x="3770010" y="2273581"/>
                  </a:lnTo>
                  <a:lnTo>
                    <a:pt x="3770155" y="2273581"/>
                  </a:lnTo>
                  <a:lnTo>
                    <a:pt x="3770301" y="2273581"/>
                  </a:lnTo>
                  <a:lnTo>
                    <a:pt x="3770446" y="2273581"/>
                  </a:lnTo>
                  <a:lnTo>
                    <a:pt x="3770592" y="2273581"/>
                  </a:lnTo>
                  <a:lnTo>
                    <a:pt x="3770737" y="2273581"/>
                  </a:lnTo>
                  <a:lnTo>
                    <a:pt x="3770883" y="2273581"/>
                  </a:lnTo>
                  <a:lnTo>
                    <a:pt x="3771028" y="2273581"/>
                  </a:lnTo>
                  <a:lnTo>
                    <a:pt x="3771173" y="2273581"/>
                  </a:lnTo>
                  <a:lnTo>
                    <a:pt x="3771319" y="2273581"/>
                  </a:lnTo>
                  <a:lnTo>
                    <a:pt x="3771464" y="2273581"/>
                  </a:lnTo>
                  <a:lnTo>
                    <a:pt x="3771610" y="2273581"/>
                  </a:lnTo>
                  <a:lnTo>
                    <a:pt x="3771755" y="2273581"/>
                  </a:lnTo>
                  <a:lnTo>
                    <a:pt x="3771901" y="2273581"/>
                  </a:lnTo>
                  <a:lnTo>
                    <a:pt x="3772046" y="2273581"/>
                  </a:lnTo>
                  <a:lnTo>
                    <a:pt x="3772191" y="2273581"/>
                  </a:lnTo>
                  <a:lnTo>
                    <a:pt x="3772337" y="2273581"/>
                  </a:lnTo>
                  <a:lnTo>
                    <a:pt x="3772482" y="2273581"/>
                  </a:lnTo>
                  <a:lnTo>
                    <a:pt x="3772628" y="2273581"/>
                  </a:lnTo>
                  <a:lnTo>
                    <a:pt x="3772773" y="2273581"/>
                  </a:lnTo>
                  <a:lnTo>
                    <a:pt x="3772919" y="2273581"/>
                  </a:lnTo>
                  <a:lnTo>
                    <a:pt x="3772919" y="2272957"/>
                  </a:lnTo>
                  <a:lnTo>
                    <a:pt x="3772919" y="2272333"/>
                  </a:lnTo>
                  <a:lnTo>
                    <a:pt x="3773064" y="2272333"/>
                  </a:lnTo>
                  <a:lnTo>
                    <a:pt x="3773064" y="2271710"/>
                  </a:lnTo>
                  <a:lnTo>
                    <a:pt x="3773209" y="2271710"/>
                  </a:lnTo>
                  <a:lnTo>
                    <a:pt x="3773355" y="2271710"/>
                  </a:lnTo>
                  <a:lnTo>
                    <a:pt x="3773355" y="2271086"/>
                  </a:lnTo>
                  <a:lnTo>
                    <a:pt x="3773500" y="2271086"/>
                  </a:lnTo>
                  <a:lnTo>
                    <a:pt x="3773646" y="2271086"/>
                  </a:lnTo>
                  <a:lnTo>
                    <a:pt x="3773791" y="2271086"/>
                  </a:lnTo>
                  <a:lnTo>
                    <a:pt x="3773937" y="2271086"/>
                  </a:lnTo>
                  <a:lnTo>
                    <a:pt x="3774082" y="2271086"/>
                  </a:lnTo>
                  <a:lnTo>
                    <a:pt x="3774227" y="2271086"/>
                  </a:lnTo>
                  <a:lnTo>
                    <a:pt x="3774373" y="2271086"/>
                  </a:lnTo>
                  <a:lnTo>
                    <a:pt x="3774518" y="2271086"/>
                  </a:lnTo>
                  <a:lnTo>
                    <a:pt x="3774664" y="2271086"/>
                  </a:lnTo>
                  <a:lnTo>
                    <a:pt x="3774664" y="2270463"/>
                  </a:lnTo>
                  <a:lnTo>
                    <a:pt x="3774809" y="2270463"/>
                  </a:lnTo>
                  <a:lnTo>
                    <a:pt x="3774954" y="2270463"/>
                  </a:lnTo>
                  <a:lnTo>
                    <a:pt x="3775100" y="2270463"/>
                  </a:lnTo>
                  <a:lnTo>
                    <a:pt x="3775245" y="2270463"/>
                  </a:lnTo>
                  <a:lnTo>
                    <a:pt x="3775245" y="2269839"/>
                  </a:lnTo>
                  <a:lnTo>
                    <a:pt x="3775391" y="2269839"/>
                  </a:lnTo>
                  <a:lnTo>
                    <a:pt x="3775391" y="2269216"/>
                  </a:lnTo>
                  <a:lnTo>
                    <a:pt x="3775536" y="2269216"/>
                  </a:lnTo>
                  <a:lnTo>
                    <a:pt x="3775682" y="2269216"/>
                  </a:lnTo>
                  <a:lnTo>
                    <a:pt x="3775827" y="2269216"/>
                  </a:lnTo>
                  <a:lnTo>
                    <a:pt x="3775972" y="2269216"/>
                  </a:lnTo>
                  <a:lnTo>
                    <a:pt x="3776118" y="2269216"/>
                  </a:lnTo>
                  <a:lnTo>
                    <a:pt x="3776263" y="2269216"/>
                  </a:lnTo>
                  <a:lnTo>
                    <a:pt x="3776409" y="2269216"/>
                  </a:lnTo>
                  <a:lnTo>
                    <a:pt x="3776554" y="2269216"/>
                  </a:lnTo>
                  <a:lnTo>
                    <a:pt x="3776700" y="2269216"/>
                  </a:lnTo>
                  <a:lnTo>
                    <a:pt x="3776845" y="2269216"/>
                  </a:lnTo>
                  <a:lnTo>
                    <a:pt x="3776845" y="2268592"/>
                  </a:lnTo>
                  <a:lnTo>
                    <a:pt x="3776990" y="2268592"/>
                  </a:lnTo>
                  <a:lnTo>
                    <a:pt x="3777136" y="2268592"/>
                  </a:lnTo>
                  <a:lnTo>
                    <a:pt x="3777281" y="2268592"/>
                  </a:lnTo>
                  <a:lnTo>
                    <a:pt x="3777427" y="2268592"/>
                  </a:lnTo>
                  <a:lnTo>
                    <a:pt x="3777427" y="2267968"/>
                  </a:lnTo>
                  <a:lnTo>
                    <a:pt x="3777572" y="2267968"/>
                  </a:lnTo>
                  <a:lnTo>
                    <a:pt x="3777718" y="2267968"/>
                  </a:lnTo>
                  <a:lnTo>
                    <a:pt x="3777863" y="2267968"/>
                  </a:lnTo>
                  <a:lnTo>
                    <a:pt x="3778008" y="2267968"/>
                  </a:lnTo>
                  <a:lnTo>
                    <a:pt x="3778154" y="2267968"/>
                  </a:lnTo>
                  <a:lnTo>
                    <a:pt x="3778299" y="2267968"/>
                  </a:lnTo>
                  <a:lnTo>
                    <a:pt x="3778445" y="2267968"/>
                  </a:lnTo>
                  <a:lnTo>
                    <a:pt x="3778445" y="2267345"/>
                  </a:lnTo>
                  <a:lnTo>
                    <a:pt x="3778590" y="2267345"/>
                  </a:lnTo>
                  <a:lnTo>
                    <a:pt x="3778736" y="2267345"/>
                  </a:lnTo>
                  <a:lnTo>
                    <a:pt x="3778881" y="2267345"/>
                  </a:lnTo>
                  <a:lnTo>
                    <a:pt x="3779026" y="2267345"/>
                  </a:lnTo>
                  <a:lnTo>
                    <a:pt x="3779172" y="2267345"/>
                  </a:lnTo>
                  <a:lnTo>
                    <a:pt x="3779317" y="2267345"/>
                  </a:lnTo>
                  <a:lnTo>
                    <a:pt x="3779463" y="2267345"/>
                  </a:lnTo>
                  <a:lnTo>
                    <a:pt x="3779608" y="2267345"/>
                  </a:lnTo>
                  <a:lnTo>
                    <a:pt x="3779608" y="2266721"/>
                  </a:lnTo>
                  <a:lnTo>
                    <a:pt x="3779754" y="2266721"/>
                  </a:lnTo>
                  <a:lnTo>
                    <a:pt x="3779754" y="2266098"/>
                  </a:lnTo>
                  <a:lnTo>
                    <a:pt x="3779899" y="2266098"/>
                  </a:lnTo>
                  <a:lnTo>
                    <a:pt x="3779899" y="2265474"/>
                  </a:lnTo>
                  <a:lnTo>
                    <a:pt x="3780044" y="2265474"/>
                  </a:lnTo>
                  <a:lnTo>
                    <a:pt x="3780190" y="2265474"/>
                  </a:lnTo>
                  <a:lnTo>
                    <a:pt x="3780335" y="2265474"/>
                  </a:lnTo>
                  <a:lnTo>
                    <a:pt x="3780481" y="2265474"/>
                  </a:lnTo>
                  <a:lnTo>
                    <a:pt x="3780626" y="2265474"/>
                  </a:lnTo>
                  <a:lnTo>
                    <a:pt x="3780772" y="2265474"/>
                  </a:lnTo>
                  <a:lnTo>
                    <a:pt x="3780917" y="2265474"/>
                  </a:lnTo>
                  <a:lnTo>
                    <a:pt x="3781062" y="2265474"/>
                  </a:lnTo>
                  <a:lnTo>
                    <a:pt x="3781208" y="2265474"/>
                  </a:lnTo>
                  <a:lnTo>
                    <a:pt x="3781353" y="2265474"/>
                  </a:lnTo>
                  <a:lnTo>
                    <a:pt x="3781499" y="2265474"/>
                  </a:lnTo>
                  <a:lnTo>
                    <a:pt x="3781644" y="2265474"/>
                  </a:lnTo>
                  <a:lnTo>
                    <a:pt x="3781789" y="2265474"/>
                  </a:lnTo>
                  <a:lnTo>
                    <a:pt x="3781935" y="2265474"/>
                  </a:lnTo>
                  <a:lnTo>
                    <a:pt x="3782080" y="2265474"/>
                  </a:lnTo>
                  <a:lnTo>
                    <a:pt x="3782226" y="2265474"/>
                  </a:lnTo>
                  <a:lnTo>
                    <a:pt x="3782371" y="2265474"/>
                  </a:lnTo>
                  <a:lnTo>
                    <a:pt x="3782517" y="2265474"/>
                  </a:lnTo>
                  <a:lnTo>
                    <a:pt x="3782662" y="2265474"/>
                  </a:lnTo>
                  <a:lnTo>
                    <a:pt x="3782807" y="2265474"/>
                  </a:lnTo>
                  <a:lnTo>
                    <a:pt x="3782953" y="2265474"/>
                  </a:lnTo>
                  <a:lnTo>
                    <a:pt x="3783098" y="2265474"/>
                  </a:lnTo>
                  <a:lnTo>
                    <a:pt x="3783244" y="2265474"/>
                  </a:lnTo>
                  <a:lnTo>
                    <a:pt x="3783389" y="2265474"/>
                  </a:lnTo>
                  <a:lnTo>
                    <a:pt x="3783389" y="2264850"/>
                  </a:lnTo>
                  <a:lnTo>
                    <a:pt x="3783535" y="2264850"/>
                  </a:lnTo>
                  <a:lnTo>
                    <a:pt x="3783680" y="2264850"/>
                  </a:lnTo>
                  <a:lnTo>
                    <a:pt x="3783825" y="2264850"/>
                  </a:lnTo>
                  <a:lnTo>
                    <a:pt x="3783971" y="2264850"/>
                  </a:lnTo>
                  <a:lnTo>
                    <a:pt x="3784116" y="2264850"/>
                  </a:lnTo>
                  <a:lnTo>
                    <a:pt x="3784116" y="2264227"/>
                  </a:lnTo>
                  <a:lnTo>
                    <a:pt x="3784262" y="2264227"/>
                  </a:lnTo>
                  <a:lnTo>
                    <a:pt x="3784407" y="2264227"/>
                  </a:lnTo>
                  <a:lnTo>
                    <a:pt x="3784553" y="2264227"/>
                  </a:lnTo>
                  <a:lnTo>
                    <a:pt x="3784553" y="2263603"/>
                  </a:lnTo>
                  <a:lnTo>
                    <a:pt x="3784698" y="2263603"/>
                  </a:lnTo>
                  <a:lnTo>
                    <a:pt x="3784843" y="2263603"/>
                  </a:lnTo>
                  <a:lnTo>
                    <a:pt x="3784989" y="2263603"/>
                  </a:lnTo>
                  <a:lnTo>
                    <a:pt x="3785134" y="2263603"/>
                  </a:lnTo>
                  <a:lnTo>
                    <a:pt x="3785280" y="2263603"/>
                  </a:lnTo>
                  <a:lnTo>
                    <a:pt x="3785280" y="2262980"/>
                  </a:lnTo>
                  <a:lnTo>
                    <a:pt x="3785280" y="2262356"/>
                  </a:lnTo>
                  <a:lnTo>
                    <a:pt x="3785425" y="2262356"/>
                  </a:lnTo>
                  <a:lnTo>
                    <a:pt x="3785571" y="2262356"/>
                  </a:lnTo>
                  <a:lnTo>
                    <a:pt x="3785716" y="2262356"/>
                  </a:lnTo>
                  <a:lnTo>
                    <a:pt x="3785861" y="2262356"/>
                  </a:lnTo>
                  <a:lnTo>
                    <a:pt x="3785861" y="2261733"/>
                  </a:lnTo>
                  <a:lnTo>
                    <a:pt x="3786007" y="2261733"/>
                  </a:lnTo>
                  <a:lnTo>
                    <a:pt x="3786152" y="2261733"/>
                  </a:lnTo>
                  <a:lnTo>
                    <a:pt x="3786152" y="2261109"/>
                  </a:lnTo>
                  <a:lnTo>
                    <a:pt x="3786152" y="2260485"/>
                  </a:lnTo>
                  <a:lnTo>
                    <a:pt x="3786298" y="2260485"/>
                  </a:lnTo>
                  <a:lnTo>
                    <a:pt x="3786443" y="2260485"/>
                  </a:lnTo>
                  <a:lnTo>
                    <a:pt x="3786589" y="2260485"/>
                  </a:lnTo>
                  <a:lnTo>
                    <a:pt x="3786734" y="2260485"/>
                  </a:lnTo>
                  <a:lnTo>
                    <a:pt x="3786879" y="2260485"/>
                  </a:lnTo>
                  <a:lnTo>
                    <a:pt x="3786879" y="2259862"/>
                  </a:lnTo>
                  <a:lnTo>
                    <a:pt x="3787025" y="2259862"/>
                  </a:lnTo>
                  <a:lnTo>
                    <a:pt x="3787170" y="2259862"/>
                  </a:lnTo>
                  <a:lnTo>
                    <a:pt x="3787316" y="2259862"/>
                  </a:lnTo>
                  <a:lnTo>
                    <a:pt x="3787461" y="2259862"/>
                  </a:lnTo>
                  <a:lnTo>
                    <a:pt x="3787607" y="2259862"/>
                  </a:lnTo>
                  <a:lnTo>
                    <a:pt x="3787752" y="2259862"/>
                  </a:lnTo>
                  <a:lnTo>
                    <a:pt x="3787897" y="2259862"/>
                  </a:lnTo>
                  <a:lnTo>
                    <a:pt x="3788043" y="2259862"/>
                  </a:lnTo>
                  <a:lnTo>
                    <a:pt x="3788188" y="2259862"/>
                  </a:lnTo>
                  <a:lnTo>
                    <a:pt x="3788334" y="2259862"/>
                  </a:lnTo>
                  <a:lnTo>
                    <a:pt x="3788479" y="2259862"/>
                  </a:lnTo>
                  <a:lnTo>
                    <a:pt x="3788624" y="2259862"/>
                  </a:lnTo>
                  <a:lnTo>
                    <a:pt x="3788624" y="2259238"/>
                  </a:lnTo>
                  <a:lnTo>
                    <a:pt x="3788770" y="2259238"/>
                  </a:lnTo>
                  <a:lnTo>
                    <a:pt x="3788915" y="2259238"/>
                  </a:lnTo>
                  <a:lnTo>
                    <a:pt x="3789061" y="2259238"/>
                  </a:lnTo>
                  <a:lnTo>
                    <a:pt x="3789206" y="2259238"/>
                  </a:lnTo>
                  <a:lnTo>
                    <a:pt x="3789352" y="2259238"/>
                  </a:lnTo>
                  <a:lnTo>
                    <a:pt x="3789497" y="2259238"/>
                  </a:lnTo>
                  <a:lnTo>
                    <a:pt x="3789497" y="2258615"/>
                  </a:lnTo>
                  <a:lnTo>
                    <a:pt x="3789642" y="2258615"/>
                  </a:lnTo>
                  <a:lnTo>
                    <a:pt x="3789788" y="2258615"/>
                  </a:lnTo>
                  <a:lnTo>
                    <a:pt x="3789933" y="2258615"/>
                  </a:lnTo>
                  <a:lnTo>
                    <a:pt x="3790079" y="2258615"/>
                  </a:lnTo>
                  <a:lnTo>
                    <a:pt x="3790224" y="2258615"/>
                  </a:lnTo>
                  <a:lnTo>
                    <a:pt x="3790370" y="2258615"/>
                  </a:lnTo>
                  <a:lnTo>
                    <a:pt x="3790370" y="2257991"/>
                  </a:lnTo>
                  <a:lnTo>
                    <a:pt x="3790515" y="2257991"/>
                  </a:lnTo>
                  <a:lnTo>
                    <a:pt x="3790660" y="2257991"/>
                  </a:lnTo>
                  <a:lnTo>
                    <a:pt x="3790660" y="2257367"/>
                  </a:lnTo>
                  <a:lnTo>
                    <a:pt x="3790806" y="2257367"/>
                  </a:lnTo>
                  <a:lnTo>
                    <a:pt x="3790806" y="2256744"/>
                  </a:lnTo>
                  <a:lnTo>
                    <a:pt x="3790951" y="2256744"/>
                  </a:lnTo>
                  <a:lnTo>
                    <a:pt x="3791097" y="2256744"/>
                  </a:lnTo>
                  <a:lnTo>
                    <a:pt x="3791242" y="2256744"/>
                  </a:lnTo>
                  <a:lnTo>
                    <a:pt x="3791388" y="2256744"/>
                  </a:lnTo>
                  <a:lnTo>
                    <a:pt x="3791533" y="2256744"/>
                  </a:lnTo>
                  <a:lnTo>
                    <a:pt x="3791678" y="2256744"/>
                  </a:lnTo>
                  <a:lnTo>
                    <a:pt x="3791824" y="2256744"/>
                  </a:lnTo>
                  <a:lnTo>
                    <a:pt x="3791969" y="2256744"/>
                  </a:lnTo>
                  <a:lnTo>
                    <a:pt x="3792115" y="2256744"/>
                  </a:lnTo>
                  <a:lnTo>
                    <a:pt x="3792260" y="2256744"/>
                  </a:lnTo>
                  <a:lnTo>
                    <a:pt x="3792406" y="2256744"/>
                  </a:lnTo>
                  <a:lnTo>
                    <a:pt x="3792551" y="2256744"/>
                  </a:lnTo>
                  <a:lnTo>
                    <a:pt x="3792696" y="2256744"/>
                  </a:lnTo>
                  <a:lnTo>
                    <a:pt x="3792842" y="2256744"/>
                  </a:lnTo>
                  <a:lnTo>
                    <a:pt x="3792987" y="2256744"/>
                  </a:lnTo>
                  <a:lnTo>
                    <a:pt x="3793133" y="2256744"/>
                  </a:lnTo>
                  <a:lnTo>
                    <a:pt x="3793278" y="2256744"/>
                  </a:lnTo>
                  <a:lnTo>
                    <a:pt x="3793424" y="2256744"/>
                  </a:lnTo>
                  <a:lnTo>
                    <a:pt x="3793569" y="2256744"/>
                  </a:lnTo>
                  <a:lnTo>
                    <a:pt x="3793714" y="2256744"/>
                  </a:lnTo>
                  <a:lnTo>
                    <a:pt x="3793714" y="2256120"/>
                  </a:lnTo>
                  <a:lnTo>
                    <a:pt x="3793860" y="2256120"/>
                  </a:lnTo>
                  <a:lnTo>
                    <a:pt x="3794005" y="2256120"/>
                  </a:lnTo>
                  <a:lnTo>
                    <a:pt x="3794151" y="2256120"/>
                  </a:lnTo>
                  <a:lnTo>
                    <a:pt x="3794296" y="2256120"/>
                  </a:lnTo>
                  <a:lnTo>
                    <a:pt x="3794296" y="2255497"/>
                  </a:lnTo>
                  <a:lnTo>
                    <a:pt x="3794441" y="2255497"/>
                  </a:lnTo>
                  <a:lnTo>
                    <a:pt x="3794587" y="2255497"/>
                  </a:lnTo>
                  <a:lnTo>
                    <a:pt x="3794732" y="2255497"/>
                  </a:lnTo>
                  <a:lnTo>
                    <a:pt x="3794878" y="2255497"/>
                  </a:lnTo>
                  <a:lnTo>
                    <a:pt x="3795023" y="2255497"/>
                  </a:lnTo>
                  <a:lnTo>
                    <a:pt x="3795169" y="2255497"/>
                  </a:lnTo>
                  <a:lnTo>
                    <a:pt x="3795314" y="2255497"/>
                  </a:lnTo>
                  <a:lnTo>
                    <a:pt x="3795459" y="2255497"/>
                  </a:lnTo>
                  <a:lnTo>
                    <a:pt x="3795605" y="2255497"/>
                  </a:lnTo>
                  <a:lnTo>
                    <a:pt x="3795750" y="2255497"/>
                  </a:lnTo>
                  <a:lnTo>
                    <a:pt x="3795896" y="2255497"/>
                  </a:lnTo>
                  <a:lnTo>
                    <a:pt x="3796041" y="2255497"/>
                  </a:lnTo>
                  <a:lnTo>
                    <a:pt x="3796187" y="2255497"/>
                  </a:lnTo>
                  <a:lnTo>
                    <a:pt x="3796332" y="2255497"/>
                  </a:lnTo>
                  <a:lnTo>
                    <a:pt x="3796477" y="2255497"/>
                  </a:lnTo>
                  <a:lnTo>
                    <a:pt x="3796623" y="2255497"/>
                  </a:lnTo>
                  <a:lnTo>
                    <a:pt x="3796768" y="2255497"/>
                  </a:lnTo>
                  <a:lnTo>
                    <a:pt x="3796914" y="2255497"/>
                  </a:lnTo>
                  <a:lnTo>
                    <a:pt x="3797059" y="2255497"/>
                  </a:lnTo>
                  <a:lnTo>
                    <a:pt x="3797205" y="2255497"/>
                  </a:lnTo>
                  <a:lnTo>
                    <a:pt x="3797350" y="2255497"/>
                  </a:lnTo>
                  <a:lnTo>
                    <a:pt x="3797495" y="2255497"/>
                  </a:lnTo>
                  <a:lnTo>
                    <a:pt x="3797641" y="2255497"/>
                  </a:lnTo>
                  <a:lnTo>
                    <a:pt x="3797786" y="2255497"/>
                  </a:lnTo>
                  <a:lnTo>
                    <a:pt x="3797932" y="2255497"/>
                  </a:lnTo>
                  <a:lnTo>
                    <a:pt x="3798077" y="2255497"/>
                  </a:lnTo>
                  <a:lnTo>
                    <a:pt x="3798223" y="2255497"/>
                  </a:lnTo>
                  <a:lnTo>
                    <a:pt x="3798368" y="2255497"/>
                  </a:lnTo>
                  <a:lnTo>
                    <a:pt x="3798513" y="2255497"/>
                  </a:lnTo>
                  <a:lnTo>
                    <a:pt x="3798513" y="2254873"/>
                  </a:lnTo>
                  <a:lnTo>
                    <a:pt x="3798659" y="2254873"/>
                  </a:lnTo>
                  <a:lnTo>
                    <a:pt x="3798804" y="2254873"/>
                  </a:lnTo>
                  <a:lnTo>
                    <a:pt x="3798804" y="2254250"/>
                  </a:lnTo>
                  <a:lnTo>
                    <a:pt x="3798950" y="2254250"/>
                  </a:lnTo>
                  <a:lnTo>
                    <a:pt x="3799095" y="2254250"/>
                  </a:lnTo>
                  <a:lnTo>
                    <a:pt x="3799241" y="2254250"/>
                  </a:lnTo>
                  <a:lnTo>
                    <a:pt x="3799386" y="2254250"/>
                  </a:lnTo>
                  <a:lnTo>
                    <a:pt x="3799386" y="2253626"/>
                  </a:lnTo>
                  <a:lnTo>
                    <a:pt x="3799531" y="2253626"/>
                  </a:lnTo>
                  <a:lnTo>
                    <a:pt x="3799677" y="2253626"/>
                  </a:lnTo>
                  <a:lnTo>
                    <a:pt x="3799822" y="2253626"/>
                  </a:lnTo>
                  <a:lnTo>
                    <a:pt x="3799968" y="2253626"/>
                  </a:lnTo>
                  <a:lnTo>
                    <a:pt x="3800113" y="2253626"/>
                  </a:lnTo>
                  <a:lnTo>
                    <a:pt x="3800259" y="2253626"/>
                  </a:lnTo>
                  <a:lnTo>
                    <a:pt x="3800404" y="2253626"/>
                  </a:lnTo>
                  <a:lnTo>
                    <a:pt x="3800549" y="2253626"/>
                  </a:lnTo>
                  <a:lnTo>
                    <a:pt x="3800695" y="2253626"/>
                  </a:lnTo>
                  <a:lnTo>
                    <a:pt x="3800840" y="2253626"/>
                  </a:lnTo>
                  <a:lnTo>
                    <a:pt x="3800986" y="2253626"/>
                  </a:lnTo>
                  <a:lnTo>
                    <a:pt x="3801131" y="2253626"/>
                  </a:lnTo>
                  <a:lnTo>
                    <a:pt x="3801276" y="2253626"/>
                  </a:lnTo>
                  <a:lnTo>
                    <a:pt x="3801422" y="2253626"/>
                  </a:lnTo>
                  <a:lnTo>
                    <a:pt x="3801567" y="2253626"/>
                  </a:lnTo>
                  <a:lnTo>
                    <a:pt x="3801713" y="2253626"/>
                  </a:lnTo>
                  <a:lnTo>
                    <a:pt x="3801858" y="2253626"/>
                  </a:lnTo>
                  <a:lnTo>
                    <a:pt x="3802004" y="2253626"/>
                  </a:lnTo>
                  <a:lnTo>
                    <a:pt x="3802149" y="2253626"/>
                  </a:lnTo>
                  <a:lnTo>
                    <a:pt x="3802294" y="2253626"/>
                  </a:lnTo>
                  <a:lnTo>
                    <a:pt x="3802440" y="2253626"/>
                  </a:lnTo>
                  <a:lnTo>
                    <a:pt x="3802585" y="2253626"/>
                  </a:lnTo>
                  <a:lnTo>
                    <a:pt x="3802731" y="2253626"/>
                  </a:lnTo>
                  <a:lnTo>
                    <a:pt x="3802876" y="2253626"/>
                  </a:lnTo>
                  <a:lnTo>
                    <a:pt x="3802876" y="2253002"/>
                  </a:lnTo>
                  <a:lnTo>
                    <a:pt x="3802876" y="2252379"/>
                  </a:lnTo>
                  <a:lnTo>
                    <a:pt x="3802876" y="2251755"/>
                  </a:lnTo>
                  <a:lnTo>
                    <a:pt x="3803022" y="2251755"/>
                  </a:lnTo>
                  <a:lnTo>
                    <a:pt x="3803167" y="2251755"/>
                  </a:lnTo>
                  <a:lnTo>
                    <a:pt x="3803312" y="2251755"/>
                  </a:lnTo>
                  <a:lnTo>
                    <a:pt x="3803458" y="2251755"/>
                  </a:lnTo>
                  <a:lnTo>
                    <a:pt x="3803603" y="2251755"/>
                  </a:lnTo>
                  <a:lnTo>
                    <a:pt x="3803749" y="2251755"/>
                  </a:lnTo>
                  <a:lnTo>
                    <a:pt x="3803894" y="2251755"/>
                  </a:lnTo>
                  <a:lnTo>
                    <a:pt x="3804040" y="2251755"/>
                  </a:lnTo>
                  <a:lnTo>
                    <a:pt x="3804185" y="2251755"/>
                  </a:lnTo>
                  <a:lnTo>
                    <a:pt x="3804330" y="2251755"/>
                  </a:lnTo>
                  <a:lnTo>
                    <a:pt x="3804476" y="2251755"/>
                  </a:lnTo>
                  <a:lnTo>
                    <a:pt x="3804621" y="2251755"/>
                  </a:lnTo>
                  <a:lnTo>
                    <a:pt x="3804767" y="2251755"/>
                  </a:lnTo>
                  <a:lnTo>
                    <a:pt x="3804912" y="2251755"/>
                  </a:lnTo>
                  <a:lnTo>
                    <a:pt x="3805058" y="2251755"/>
                  </a:lnTo>
                  <a:lnTo>
                    <a:pt x="3805203" y="2251755"/>
                  </a:lnTo>
                  <a:lnTo>
                    <a:pt x="3805348" y="2251755"/>
                  </a:lnTo>
                  <a:lnTo>
                    <a:pt x="3805494" y="2251755"/>
                  </a:lnTo>
                  <a:lnTo>
                    <a:pt x="3805639" y="2251755"/>
                  </a:lnTo>
                  <a:lnTo>
                    <a:pt x="3805639" y="2251132"/>
                  </a:lnTo>
                  <a:lnTo>
                    <a:pt x="3805785" y="2251132"/>
                  </a:lnTo>
                  <a:lnTo>
                    <a:pt x="3805930" y="2251132"/>
                  </a:lnTo>
                  <a:lnTo>
                    <a:pt x="3806076" y="2251132"/>
                  </a:lnTo>
                  <a:lnTo>
                    <a:pt x="3806221" y="2251132"/>
                  </a:lnTo>
                  <a:lnTo>
                    <a:pt x="3806366" y="2251132"/>
                  </a:lnTo>
                  <a:lnTo>
                    <a:pt x="3806512" y="2251132"/>
                  </a:lnTo>
                  <a:lnTo>
                    <a:pt x="3806657" y="2251132"/>
                  </a:lnTo>
                  <a:lnTo>
                    <a:pt x="3806803" y="2251132"/>
                  </a:lnTo>
                  <a:lnTo>
                    <a:pt x="3806948" y="2251132"/>
                  </a:lnTo>
                  <a:lnTo>
                    <a:pt x="3807094" y="2251132"/>
                  </a:lnTo>
                  <a:lnTo>
                    <a:pt x="3807094" y="2250508"/>
                  </a:lnTo>
                  <a:lnTo>
                    <a:pt x="3807239" y="2250508"/>
                  </a:lnTo>
                  <a:lnTo>
                    <a:pt x="3807384" y="2250508"/>
                  </a:lnTo>
                  <a:lnTo>
                    <a:pt x="3807530" y="2250508"/>
                  </a:lnTo>
                  <a:lnTo>
                    <a:pt x="3807675" y="2250508"/>
                  </a:lnTo>
                  <a:lnTo>
                    <a:pt x="3807821" y="2250508"/>
                  </a:lnTo>
                  <a:lnTo>
                    <a:pt x="3807966" y="2250508"/>
                  </a:lnTo>
                  <a:lnTo>
                    <a:pt x="3808111" y="2250508"/>
                  </a:lnTo>
                  <a:lnTo>
                    <a:pt x="3808111" y="2249885"/>
                  </a:lnTo>
                  <a:lnTo>
                    <a:pt x="3808257" y="2249885"/>
                  </a:lnTo>
                  <a:lnTo>
                    <a:pt x="3808402" y="2249885"/>
                  </a:lnTo>
                  <a:lnTo>
                    <a:pt x="3808548" y="2249885"/>
                  </a:lnTo>
                  <a:lnTo>
                    <a:pt x="3808693" y="2249885"/>
                  </a:lnTo>
                  <a:lnTo>
                    <a:pt x="3808839" y="2249885"/>
                  </a:lnTo>
                  <a:lnTo>
                    <a:pt x="3808984" y="2249885"/>
                  </a:lnTo>
                  <a:lnTo>
                    <a:pt x="3808984" y="2249261"/>
                  </a:lnTo>
                  <a:lnTo>
                    <a:pt x="3809129" y="2249261"/>
                  </a:lnTo>
                  <a:lnTo>
                    <a:pt x="3809275" y="2249261"/>
                  </a:lnTo>
                  <a:lnTo>
                    <a:pt x="3809420" y="2249261"/>
                  </a:lnTo>
                  <a:lnTo>
                    <a:pt x="3809566" y="2249261"/>
                  </a:lnTo>
                  <a:lnTo>
                    <a:pt x="3809711" y="2249261"/>
                  </a:lnTo>
                  <a:lnTo>
                    <a:pt x="3809857" y="2249261"/>
                  </a:lnTo>
                  <a:lnTo>
                    <a:pt x="3810002" y="2249261"/>
                  </a:lnTo>
                  <a:lnTo>
                    <a:pt x="3810147" y="2249261"/>
                  </a:lnTo>
                  <a:lnTo>
                    <a:pt x="3810293" y="2249261"/>
                  </a:lnTo>
                  <a:lnTo>
                    <a:pt x="3810438" y="2249261"/>
                  </a:lnTo>
                  <a:lnTo>
                    <a:pt x="3810584" y="2249261"/>
                  </a:lnTo>
                  <a:lnTo>
                    <a:pt x="3810729" y="2249261"/>
                  </a:lnTo>
                  <a:lnTo>
                    <a:pt x="3810875" y="2249261"/>
                  </a:lnTo>
                  <a:lnTo>
                    <a:pt x="3811020" y="2249261"/>
                  </a:lnTo>
                  <a:lnTo>
                    <a:pt x="3811165" y="2249261"/>
                  </a:lnTo>
                  <a:lnTo>
                    <a:pt x="3811311" y="2249261"/>
                  </a:lnTo>
                  <a:lnTo>
                    <a:pt x="3811456" y="2249261"/>
                  </a:lnTo>
                  <a:lnTo>
                    <a:pt x="3811602" y="2249261"/>
                  </a:lnTo>
                  <a:lnTo>
                    <a:pt x="3811747" y="2249261"/>
                  </a:lnTo>
                  <a:lnTo>
                    <a:pt x="3811893" y="2249261"/>
                  </a:lnTo>
                  <a:lnTo>
                    <a:pt x="3811893" y="2248637"/>
                  </a:lnTo>
                  <a:lnTo>
                    <a:pt x="3812038" y="2248637"/>
                  </a:lnTo>
                  <a:lnTo>
                    <a:pt x="3812183" y="2248637"/>
                  </a:lnTo>
                  <a:lnTo>
                    <a:pt x="3812329" y="2248637"/>
                  </a:lnTo>
                  <a:lnTo>
                    <a:pt x="3812474" y="2248637"/>
                  </a:lnTo>
                  <a:lnTo>
                    <a:pt x="3812620" y="2248637"/>
                  </a:lnTo>
                  <a:lnTo>
                    <a:pt x="3812765" y="2248637"/>
                  </a:lnTo>
                  <a:lnTo>
                    <a:pt x="3812911" y="2248637"/>
                  </a:lnTo>
                  <a:lnTo>
                    <a:pt x="3813056" y="2248637"/>
                  </a:lnTo>
                  <a:lnTo>
                    <a:pt x="3813201" y="2248637"/>
                  </a:lnTo>
                  <a:lnTo>
                    <a:pt x="3813347" y="2248637"/>
                  </a:lnTo>
                  <a:lnTo>
                    <a:pt x="3813347" y="2248014"/>
                  </a:lnTo>
                  <a:lnTo>
                    <a:pt x="3813492" y="2248014"/>
                  </a:lnTo>
                  <a:lnTo>
                    <a:pt x="3813638" y="2248014"/>
                  </a:lnTo>
                  <a:lnTo>
                    <a:pt x="3813783" y="2248014"/>
                  </a:lnTo>
                  <a:lnTo>
                    <a:pt x="3813929" y="2248014"/>
                  </a:lnTo>
                  <a:lnTo>
                    <a:pt x="3814074" y="2248014"/>
                  </a:lnTo>
                  <a:lnTo>
                    <a:pt x="3814219" y="2248014"/>
                  </a:lnTo>
                  <a:lnTo>
                    <a:pt x="3814219" y="2247390"/>
                  </a:lnTo>
                  <a:lnTo>
                    <a:pt x="3814365" y="2247390"/>
                  </a:lnTo>
                  <a:lnTo>
                    <a:pt x="3814510" y="2247390"/>
                  </a:lnTo>
                  <a:lnTo>
                    <a:pt x="3814656" y="2247390"/>
                  </a:lnTo>
                  <a:lnTo>
                    <a:pt x="3814801" y="2247390"/>
                  </a:lnTo>
                  <a:lnTo>
                    <a:pt x="3814946" y="2247390"/>
                  </a:lnTo>
                  <a:lnTo>
                    <a:pt x="3815092" y="2247390"/>
                  </a:lnTo>
                  <a:lnTo>
                    <a:pt x="3815237" y="2247390"/>
                  </a:lnTo>
                  <a:lnTo>
                    <a:pt x="3815237" y="2246767"/>
                  </a:lnTo>
                  <a:lnTo>
                    <a:pt x="3815383" y="2246767"/>
                  </a:lnTo>
                  <a:lnTo>
                    <a:pt x="3815528" y="2246767"/>
                  </a:lnTo>
                  <a:lnTo>
                    <a:pt x="3815674" y="2246767"/>
                  </a:lnTo>
                  <a:lnTo>
                    <a:pt x="3815819" y="2246767"/>
                  </a:lnTo>
                  <a:lnTo>
                    <a:pt x="3815964" y="2246767"/>
                  </a:lnTo>
                  <a:lnTo>
                    <a:pt x="3816110" y="2246767"/>
                  </a:lnTo>
                  <a:lnTo>
                    <a:pt x="3816255" y="2246767"/>
                  </a:lnTo>
                  <a:lnTo>
                    <a:pt x="3816401" y="2246767"/>
                  </a:lnTo>
                  <a:lnTo>
                    <a:pt x="3816546" y="2246767"/>
                  </a:lnTo>
                  <a:lnTo>
                    <a:pt x="3816546" y="2246143"/>
                  </a:lnTo>
                  <a:lnTo>
                    <a:pt x="3816692" y="2246143"/>
                  </a:lnTo>
                  <a:lnTo>
                    <a:pt x="3816837" y="2246143"/>
                  </a:lnTo>
                  <a:lnTo>
                    <a:pt x="3816982" y="2246143"/>
                  </a:lnTo>
                  <a:lnTo>
                    <a:pt x="3817128" y="2246143"/>
                  </a:lnTo>
                  <a:lnTo>
                    <a:pt x="3817273" y="2246143"/>
                  </a:lnTo>
                  <a:lnTo>
                    <a:pt x="3817419" y="2246143"/>
                  </a:lnTo>
                  <a:lnTo>
                    <a:pt x="3817419" y="2245519"/>
                  </a:lnTo>
                  <a:lnTo>
                    <a:pt x="3817564" y="2245519"/>
                  </a:lnTo>
                  <a:lnTo>
                    <a:pt x="3817710" y="2245519"/>
                  </a:lnTo>
                  <a:lnTo>
                    <a:pt x="3817855" y="2245519"/>
                  </a:lnTo>
                  <a:lnTo>
                    <a:pt x="3818000" y="2245519"/>
                  </a:lnTo>
                  <a:lnTo>
                    <a:pt x="3818146" y="2245519"/>
                  </a:lnTo>
                  <a:lnTo>
                    <a:pt x="3818291" y="2245519"/>
                  </a:lnTo>
                  <a:lnTo>
                    <a:pt x="3818437" y="2245519"/>
                  </a:lnTo>
                  <a:lnTo>
                    <a:pt x="3818582" y="2245519"/>
                  </a:lnTo>
                  <a:lnTo>
                    <a:pt x="3818582" y="2244896"/>
                  </a:lnTo>
                  <a:lnTo>
                    <a:pt x="3818728" y="2244896"/>
                  </a:lnTo>
                  <a:lnTo>
                    <a:pt x="3818728" y="2244272"/>
                  </a:lnTo>
                  <a:lnTo>
                    <a:pt x="3818728" y="2243649"/>
                  </a:lnTo>
                  <a:lnTo>
                    <a:pt x="3818873" y="2243649"/>
                  </a:lnTo>
                  <a:lnTo>
                    <a:pt x="3818873" y="2243025"/>
                  </a:lnTo>
                  <a:lnTo>
                    <a:pt x="3818873" y="2242402"/>
                  </a:lnTo>
                  <a:lnTo>
                    <a:pt x="3819018" y="2242402"/>
                  </a:lnTo>
                  <a:lnTo>
                    <a:pt x="3819164" y="2242402"/>
                  </a:lnTo>
                  <a:lnTo>
                    <a:pt x="3819309" y="2242402"/>
                  </a:lnTo>
                  <a:lnTo>
                    <a:pt x="3819455" y="2242402"/>
                  </a:lnTo>
                  <a:lnTo>
                    <a:pt x="3819600" y="2242402"/>
                  </a:lnTo>
                  <a:lnTo>
                    <a:pt x="3819746" y="2242402"/>
                  </a:lnTo>
                  <a:lnTo>
                    <a:pt x="3819891" y="2242402"/>
                  </a:lnTo>
                  <a:lnTo>
                    <a:pt x="3820036" y="2242402"/>
                  </a:lnTo>
                  <a:lnTo>
                    <a:pt x="3820182" y="2242402"/>
                  </a:lnTo>
                  <a:lnTo>
                    <a:pt x="3820327" y="2242402"/>
                  </a:lnTo>
                  <a:lnTo>
                    <a:pt x="3820327" y="2241778"/>
                  </a:lnTo>
                  <a:lnTo>
                    <a:pt x="3820473" y="2241778"/>
                  </a:lnTo>
                  <a:lnTo>
                    <a:pt x="3820618" y="2241778"/>
                  </a:lnTo>
                  <a:lnTo>
                    <a:pt x="3820764" y="2241778"/>
                  </a:lnTo>
                  <a:lnTo>
                    <a:pt x="3820909" y="2241778"/>
                  </a:lnTo>
                  <a:lnTo>
                    <a:pt x="3821054" y="2241778"/>
                  </a:lnTo>
                  <a:lnTo>
                    <a:pt x="3821200" y="2241778"/>
                  </a:lnTo>
                  <a:lnTo>
                    <a:pt x="3821200" y="2241154"/>
                  </a:lnTo>
                  <a:lnTo>
                    <a:pt x="3821345" y="2241154"/>
                  </a:lnTo>
                  <a:lnTo>
                    <a:pt x="3821491" y="2241154"/>
                  </a:lnTo>
                  <a:lnTo>
                    <a:pt x="3821636" y="2241154"/>
                  </a:lnTo>
                  <a:lnTo>
                    <a:pt x="3821781" y="2241154"/>
                  </a:lnTo>
                  <a:lnTo>
                    <a:pt x="3821927" y="2241154"/>
                  </a:lnTo>
                  <a:lnTo>
                    <a:pt x="3822072" y="2241154"/>
                  </a:lnTo>
                  <a:lnTo>
                    <a:pt x="3822218" y="2241154"/>
                  </a:lnTo>
                  <a:lnTo>
                    <a:pt x="3822363" y="2241154"/>
                  </a:lnTo>
                  <a:lnTo>
                    <a:pt x="3822509" y="2241154"/>
                  </a:lnTo>
                  <a:lnTo>
                    <a:pt x="3822654" y="2241154"/>
                  </a:lnTo>
                  <a:lnTo>
                    <a:pt x="3822799" y="2241154"/>
                  </a:lnTo>
                  <a:lnTo>
                    <a:pt x="3822945" y="2241154"/>
                  </a:lnTo>
                  <a:lnTo>
                    <a:pt x="3823090" y="2241154"/>
                  </a:lnTo>
                  <a:lnTo>
                    <a:pt x="3823090" y="2240531"/>
                  </a:lnTo>
                  <a:lnTo>
                    <a:pt x="3823236" y="2240531"/>
                  </a:lnTo>
                  <a:lnTo>
                    <a:pt x="3823381" y="2240531"/>
                  </a:lnTo>
                  <a:lnTo>
                    <a:pt x="3823381" y="2239907"/>
                  </a:lnTo>
                  <a:lnTo>
                    <a:pt x="3823381" y="2239284"/>
                  </a:lnTo>
                  <a:lnTo>
                    <a:pt x="3823527" y="2239284"/>
                  </a:lnTo>
                  <a:lnTo>
                    <a:pt x="3823527" y="2238660"/>
                  </a:lnTo>
                  <a:lnTo>
                    <a:pt x="3823672" y="2238660"/>
                  </a:lnTo>
                  <a:lnTo>
                    <a:pt x="3823817" y="2238660"/>
                  </a:lnTo>
                  <a:lnTo>
                    <a:pt x="3823817" y="2238036"/>
                  </a:lnTo>
                  <a:lnTo>
                    <a:pt x="3823963" y="2238036"/>
                  </a:lnTo>
                  <a:lnTo>
                    <a:pt x="3824108" y="2238036"/>
                  </a:lnTo>
                  <a:lnTo>
                    <a:pt x="3824254" y="2238036"/>
                  </a:lnTo>
                  <a:lnTo>
                    <a:pt x="3824399" y="2238036"/>
                  </a:lnTo>
                  <a:lnTo>
                    <a:pt x="3824399" y="2237413"/>
                  </a:lnTo>
                  <a:lnTo>
                    <a:pt x="3824545" y="2237413"/>
                  </a:lnTo>
                  <a:lnTo>
                    <a:pt x="3824690" y="2237413"/>
                  </a:lnTo>
                  <a:lnTo>
                    <a:pt x="3824835" y="2237413"/>
                  </a:lnTo>
                  <a:lnTo>
                    <a:pt x="3824981" y="2237413"/>
                  </a:lnTo>
                  <a:lnTo>
                    <a:pt x="3825126" y="2237413"/>
                  </a:lnTo>
                  <a:lnTo>
                    <a:pt x="3825272" y="2237413"/>
                  </a:lnTo>
                  <a:lnTo>
                    <a:pt x="3825417" y="2237413"/>
                  </a:lnTo>
                  <a:lnTo>
                    <a:pt x="3825563" y="2237413"/>
                  </a:lnTo>
                  <a:lnTo>
                    <a:pt x="3825708" y="2237413"/>
                  </a:lnTo>
                  <a:lnTo>
                    <a:pt x="3825853" y="2237413"/>
                  </a:lnTo>
                  <a:lnTo>
                    <a:pt x="3825999" y="2237413"/>
                  </a:lnTo>
                  <a:lnTo>
                    <a:pt x="3826144" y="2237413"/>
                  </a:lnTo>
                  <a:lnTo>
                    <a:pt x="3826290" y="2237413"/>
                  </a:lnTo>
                  <a:lnTo>
                    <a:pt x="3826290" y="2236789"/>
                  </a:lnTo>
                  <a:lnTo>
                    <a:pt x="3826435" y="2236789"/>
                  </a:lnTo>
                  <a:lnTo>
                    <a:pt x="3826435" y="2236166"/>
                  </a:lnTo>
                  <a:lnTo>
                    <a:pt x="3826581" y="2236166"/>
                  </a:lnTo>
                  <a:lnTo>
                    <a:pt x="3826726" y="2236166"/>
                  </a:lnTo>
                  <a:lnTo>
                    <a:pt x="3826726" y="2235542"/>
                  </a:lnTo>
                  <a:lnTo>
                    <a:pt x="3826871" y="2235542"/>
                  </a:lnTo>
                  <a:lnTo>
                    <a:pt x="3827017" y="2235542"/>
                  </a:lnTo>
                  <a:lnTo>
                    <a:pt x="3827162" y="2235542"/>
                  </a:lnTo>
                  <a:lnTo>
                    <a:pt x="3827308" y="2235542"/>
                  </a:lnTo>
                  <a:lnTo>
                    <a:pt x="3827453" y="2235542"/>
                  </a:lnTo>
                  <a:lnTo>
                    <a:pt x="3827599" y="2235542"/>
                  </a:lnTo>
                  <a:lnTo>
                    <a:pt x="3827744" y="2235542"/>
                  </a:lnTo>
                  <a:lnTo>
                    <a:pt x="3827889" y="2235542"/>
                  </a:lnTo>
                  <a:lnTo>
                    <a:pt x="3828035" y="2235542"/>
                  </a:lnTo>
                  <a:lnTo>
                    <a:pt x="3828180" y="2235542"/>
                  </a:lnTo>
                  <a:lnTo>
                    <a:pt x="3828180" y="2234919"/>
                  </a:lnTo>
                  <a:lnTo>
                    <a:pt x="3828326" y="2234919"/>
                  </a:lnTo>
                  <a:lnTo>
                    <a:pt x="3828471" y="2234919"/>
                  </a:lnTo>
                  <a:lnTo>
                    <a:pt x="3828616" y="2234919"/>
                  </a:lnTo>
                  <a:lnTo>
                    <a:pt x="3828762" y="2234919"/>
                  </a:lnTo>
                  <a:lnTo>
                    <a:pt x="3828907" y="2234919"/>
                  </a:lnTo>
                  <a:lnTo>
                    <a:pt x="3829053" y="2234919"/>
                  </a:lnTo>
                  <a:lnTo>
                    <a:pt x="3829198" y="2234919"/>
                  </a:lnTo>
                  <a:lnTo>
                    <a:pt x="3829344" y="2234919"/>
                  </a:lnTo>
                  <a:lnTo>
                    <a:pt x="3829489" y="2234919"/>
                  </a:lnTo>
                  <a:lnTo>
                    <a:pt x="3829634" y="2234919"/>
                  </a:lnTo>
                  <a:lnTo>
                    <a:pt x="3829780" y="2234919"/>
                  </a:lnTo>
                  <a:lnTo>
                    <a:pt x="3829925" y="2234919"/>
                  </a:lnTo>
                  <a:lnTo>
                    <a:pt x="3830071" y="2234919"/>
                  </a:lnTo>
                  <a:lnTo>
                    <a:pt x="3830071" y="2234295"/>
                  </a:lnTo>
                  <a:lnTo>
                    <a:pt x="3830216" y="2234295"/>
                  </a:lnTo>
                  <a:lnTo>
                    <a:pt x="3830362" y="2234295"/>
                  </a:lnTo>
                  <a:lnTo>
                    <a:pt x="3830362" y="2233671"/>
                  </a:lnTo>
                  <a:lnTo>
                    <a:pt x="3830362" y="2233048"/>
                  </a:lnTo>
                  <a:lnTo>
                    <a:pt x="3830507" y="2233048"/>
                  </a:lnTo>
                  <a:lnTo>
                    <a:pt x="3830652" y="2233048"/>
                  </a:lnTo>
                  <a:lnTo>
                    <a:pt x="3830652" y="2232424"/>
                  </a:lnTo>
                  <a:lnTo>
                    <a:pt x="3830798" y="2232424"/>
                  </a:lnTo>
                  <a:lnTo>
                    <a:pt x="3830943" y="2232424"/>
                  </a:lnTo>
                  <a:lnTo>
                    <a:pt x="3830943" y="2231801"/>
                  </a:lnTo>
                  <a:lnTo>
                    <a:pt x="3831089" y="2231801"/>
                  </a:lnTo>
                  <a:lnTo>
                    <a:pt x="3831234" y="2231801"/>
                  </a:lnTo>
                  <a:lnTo>
                    <a:pt x="3831380" y="2231801"/>
                  </a:lnTo>
                  <a:lnTo>
                    <a:pt x="3831380" y="2231177"/>
                  </a:lnTo>
                  <a:lnTo>
                    <a:pt x="3831525" y="2231177"/>
                  </a:lnTo>
                  <a:lnTo>
                    <a:pt x="3831670" y="2231177"/>
                  </a:lnTo>
                  <a:lnTo>
                    <a:pt x="3831816" y="2231177"/>
                  </a:lnTo>
                  <a:lnTo>
                    <a:pt x="3831816" y="2230553"/>
                  </a:lnTo>
                  <a:lnTo>
                    <a:pt x="3831961" y="2230553"/>
                  </a:lnTo>
                  <a:lnTo>
                    <a:pt x="3831961" y="2229930"/>
                  </a:lnTo>
                  <a:lnTo>
                    <a:pt x="3832107" y="2229930"/>
                  </a:lnTo>
                  <a:lnTo>
                    <a:pt x="3832107" y="2229306"/>
                  </a:lnTo>
                  <a:lnTo>
                    <a:pt x="3832107" y="2228683"/>
                  </a:lnTo>
                  <a:lnTo>
                    <a:pt x="3832107" y="2228059"/>
                  </a:lnTo>
                  <a:lnTo>
                    <a:pt x="3832252" y="2228059"/>
                  </a:lnTo>
                  <a:lnTo>
                    <a:pt x="3832398" y="2228059"/>
                  </a:lnTo>
                  <a:lnTo>
                    <a:pt x="3832543" y="2228059"/>
                  </a:lnTo>
                  <a:lnTo>
                    <a:pt x="3832688" y="2228059"/>
                  </a:lnTo>
                  <a:lnTo>
                    <a:pt x="3832834" y="2228059"/>
                  </a:lnTo>
                  <a:lnTo>
                    <a:pt x="3832979" y="2228059"/>
                  </a:lnTo>
                  <a:lnTo>
                    <a:pt x="3833125" y="2228059"/>
                  </a:lnTo>
                  <a:lnTo>
                    <a:pt x="3833270" y="2228059"/>
                  </a:lnTo>
                  <a:lnTo>
                    <a:pt x="3833416" y="2228059"/>
                  </a:lnTo>
                  <a:lnTo>
                    <a:pt x="3833416" y="2227436"/>
                  </a:lnTo>
                  <a:lnTo>
                    <a:pt x="3833561" y="2227436"/>
                  </a:lnTo>
                  <a:lnTo>
                    <a:pt x="3833706" y="2227436"/>
                  </a:lnTo>
                  <a:lnTo>
                    <a:pt x="3833706" y="2226812"/>
                  </a:lnTo>
                  <a:lnTo>
                    <a:pt x="3833852" y="2226812"/>
                  </a:lnTo>
                  <a:lnTo>
                    <a:pt x="3833997" y="2226812"/>
                  </a:lnTo>
                  <a:lnTo>
                    <a:pt x="3834143" y="2226812"/>
                  </a:lnTo>
                  <a:lnTo>
                    <a:pt x="3834143" y="2226188"/>
                  </a:lnTo>
                  <a:lnTo>
                    <a:pt x="3834288" y="2226188"/>
                  </a:lnTo>
                  <a:lnTo>
                    <a:pt x="3834434" y="2226188"/>
                  </a:lnTo>
                  <a:lnTo>
                    <a:pt x="3834579" y="2226188"/>
                  </a:lnTo>
                  <a:lnTo>
                    <a:pt x="3834724" y="2226188"/>
                  </a:lnTo>
                  <a:lnTo>
                    <a:pt x="3834724" y="2225565"/>
                  </a:lnTo>
                  <a:lnTo>
                    <a:pt x="3834870" y="2225565"/>
                  </a:lnTo>
                  <a:lnTo>
                    <a:pt x="3834870" y="2224941"/>
                  </a:lnTo>
                  <a:lnTo>
                    <a:pt x="3835015" y="2224941"/>
                  </a:lnTo>
                  <a:lnTo>
                    <a:pt x="3835161" y="2224941"/>
                  </a:lnTo>
                  <a:lnTo>
                    <a:pt x="3835306" y="2224941"/>
                  </a:lnTo>
                  <a:lnTo>
                    <a:pt x="3835451" y="2224941"/>
                  </a:lnTo>
                  <a:lnTo>
                    <a:pt x="3835597" y="2224941"/>
                  </a:lnTo>
                  <a:lnTo>
                    <a:pt x="3835742" y="2224941"/>
                  </a:lnTo>
                  <a:lnTo>
                    <a:pt x="3835742" y="2224318"/>
                  </a:lnTo>
                  <a:lnTo>
                    <a:pt x="3835888" y="2224318"/>
                  </a:lnTo>
                  <a:lnTo>
                    <a:pt x="3836033" y="2224318"/>
                  </a:lnTo>
                  <a:lnTo>
                    <a:pt x="3836179" y="2224318"/>
                  </a:lnTo>
                  <a:lnTo>
                    <a:pt x="3836324" y="2224318"/>
                  </a:lnTo>
                  <a:lnTo>
                    <a:pt x="3836469" y="2224318"/>
                  </a:lnTo>
                  <a:lnTo>
                    <a:pt x="3836615" y="2224318"/>
                  </a:lnTo>
                  <a:lnTo>
                    <a:pt x="3836760" y="2224318"/>
                  </a:lnTo>
                  <a:lnTo>
                    <a:pt x="3836760" y="2223694"/>
                  </a:lnTo>
                  <a:lnTo>
                    <a:pt x="3836760" y="2223070"/>
                  </a:lnTo>
                  <a:lnTo>
                    <a:pt x="3836906" y="2223070"/>
                  </a:lnTo>
                  <a:lnTo>
                    <a:pt x="3837051" y="2223070"/>
                  </a:lnTo>
                  <a:lnTo>
                    <a:pt x="3837197" y="2223070"/>
                  </a:lnTo>
                  <a:lnTo>
                    <a:pt x="3837342" y="2223070"/>
                  </a:lnTo>
                  <a:lnTo>
                    <a:pt x="3837487" y="2223070"/>
                  </a:lnTo>
                  <a:lnTo>
                    <a:pt x="3837487" y="2222447"/>
                  </a:lnTo>
                  <a:lnTo>
                    <a:pt x="3837633" y="2222447"/>
                  </a:lnTo>
                  <a:lnTo>
                    <a:pt x="3837633" y="2221823"/>
                  </a:lnTo>
                  <a:lnTo>
                    <a:pt x="3837778" y="2221823"/>
                  </a:lnTo>
                  <a:lnTo>
                    <a:pt x="3837924" y="2221823"/>
                  </a:lnTo>
                  <a:lnTo>
                    <a:pt x="3838069" y="2221823"/>
                  </a:lnTo>
                  <a:lnTo>
                    <a:pt x="3838069" y="2221200"/>
                  </a:lnTo>
                  <a:lnTo>
                    <a:pt x="3838215" y="2221200"/>
                  </a:lnTo>
                  <a:lnTo>
                    <a:pt x="3838215" y="2220576"/>
                  </a:lnTo>
                  <a:lnTo>
                    <a:pt x="3838360" y="2220576"/>
                  </a:lnTo>
                  <a:lnTo>
                    <a:pt x="3838505" y="2220576"/>
                  </a:lnTo>
                  <a:lnTo>
                    <a:pt x="3838505" y="2219953"/>
                  </a:lnTo>
                  <a:lnTo>
                    <a:pt x="3838505" y="2219329"/>
                  </a:lnTo>
                  <a:lnTo>
                    <a:pt x="3838505" y="2218705"/>
                  </a:lnTo>
                  <a:lnTo>
                    <a:pt x="3838651" y="2218705"/>
                  </a:lnTo>
                  <a:lnTo>
                    <a:pt x="3838796" y="2218705"/>
                  </a:lnTo>
                  <a:lnTo>
                    <a:pt x="3838942" y="2218705"/>
                  </a:lnTo>
                  <a:lnTo>
                    <a:pt x="3838942" y="2218082"/>
                  </a:lnTo>
                  <a:lnTo>
                    <a:pt x="3839087" y="2218082"/>
                  </a:lnTo>
                  <a:lnTo>
                    <a:pt x="3839233" y="2218082"/>
                  </a:lnTo>
                  <a:lnTo>
                    <a:pt x="3839378" y="2218082"/>
                  </a:lnTo>
                  <a:lnTo>
                    <a:pt x="3839378" y="2217458"/>
                  </a:lnTo>
                  <a:lnTo>
                    <a:pt x="3839378" y="2216835"/>
                  </a:lnTo>
                  <a:lnTo>
                    <a:pt x="3839523" y="2216835"/>
                  </a:lnTo>
                  <a:lnTo>
                    <a:pt x="3839669" y="2216835"/>
                  </a:lnTo>
                  <a:lnTo>
                    <a:pt x="3839814" y="2216835"/>
                  </a:lnTo>
                  <a:lnTo>
                    <a:pt x="3839960" y="2216835"/>
                  </a:lnTo>
                  <a:lnTo>
                    <a:pt x="3840105" y="2216835"/>
                  </a:lnTo>
                  <a:lnTo>
                    <a:pt x="3840251" y="2216835"/>
                  </a:lnTo>
                  <a:lnTo>
                    <a:pt x="3840396" y="2216835"/>
                  </a:lnTo>
                  <a:lnTo>
                    <a:pt x="3840541" y="2216835"/>
                  </a:lnTo>
                  <a:lnTo>
                    <a:pt x="3840687" y="2216835"/>
                  </a:lnTo>
                  <a:lnTo>
                    <a:pt x="3840832" y="2216835"/>
                  </a:lnTo>
                  <a:lnTo>
                    <a:pt x="3840832" y="2216211"/>
                  </a:lnTo>
                  <a:lnTo>
                    <a:pt x="3840832" y="2215587"/>
                  </a:lnTo>
                  <a:lnTo>
                    <a:pt x="3840978" y="2215587"/>
                  </a:lnTo>
                  <a:lnTo>
                    <a:pt x="3841123" y="2215587"/>
                  </a:lnTo>
                  <a:lnTo>
                    <a:pt x="3841269" y="2215587"/>
                  </a:lnTo>
                  <a:lnTo>
                    <a:pt x="3841414" y="2215587"/>
                  </a:lnTo>
                  <a:lnTo>
                    <a:pt x="3841559" y="2215587"/>
                  </a:lnTo>
                  <a:lnTo>
                    <a:pt x="3841559" y="2214964"/>
                  </a:lnTo>
                  <a:lnTo>
                    <a:pt x="3841705" y="2214964"/>
                  </a:lnTo>
                  <a:lnTo>
                    <a:pt x="3841850" y="2214964"/>
                  </a:lnTo>
                  <a:lnTo>
                    <a:pt x="3841996" y="2214964"/>
                  </a:lnTo>
                  <a:lnTo>
                    <a:pt x="3842141" y="2214964"/>
                  </a:lnTo>
                  <a:lnTo>
                    <a:pt x="3842286" y="2214964"/>
                  </a:lnTo>
                  <a:lnTo>
                    <a:pt x="3842432" y="2214964"/>
                  </a:lnTo>
                  <a:lnTo>
                    <a:pt x="3842577" y="2214964"/>
                  </a:lnTo>
                  <a:lnTo>
                    <a:pt x="3842577" y="2214340"/>
                  </a:lnTo>
                  <a:lnTo>
                    <a:pt x="3842723" y="2214340"/>
                  </a:lnTo>
                  <a:lnTo>
                    <a:pt x="3842868" y="2214340"/>
                  </a:lnTo>
                  <a:lnTo>
                    <a:pt x="3842868" y="2213717"/>
                  </a:lnTo>
                  <a:lnTo>
                    <a:pt x="3843014" y="2213717"/>
                  </a:lnTo>
                  <a:lnTo>
                    <a:pt x="3843159" y="2213717"/>
                  </a:lnTo>
                  <a:lnTo>
                    <a:pt x="3843304" y="2213717"/>
                  </a:lnTo>
                  <a:lnTo>
                    <a:pt x="3843304" y="2213093"/>
                  </a:lnTo>
                  <a:lnTo>
                    <a:pt x="3843450" y="2213093"/>
                  </a:lnTo>
                  <a:lnTo>
                    <a:pt x="3843595" y="2213093"/>
                  </a:lnTo>
                  <a:lnTo>
                    <a:pt x="3843741" y="2213093"/>
                  </a:lnTo>
                  <a:lnTo>
                    <a:pt x="3843886" y="2213093"/>
                  </a:lnTo>
                  <a:lnTo>
                    <a:pt x="3843886" y="2212470"/>
                  </a:lnTo>
                  <a:lnTo>
                    <a:pt x="3844032" y="2212470"/>
                  </a:lnTo>
                  <a:lnTo>
                    <a:pt x="3844177" y="2212470"/>
                  </a:lnTo>
                  <a:lnTo>
                    <a:pt x="3844322" y="2212470"/>
                  </a:lnTo>
                  <a:lnTo>
                    <a:pt x="3844468" y="2212470"/>
                  </a:lnTo>
                  <a:lnTo>
                    <a:pt x="3844613" y="2212470"/>
                  </a:lnTo>
                  <a:lnTo>
                    <a:pt x="3844759" y="2212470"/>
                  </a:lnTo>
                  <a:lnTo>
                    <a:pt x="3844904" y="2212470"/>
                  </a:lnTo>
                  <a:lnTo>
                    <a:pt x="3845050" y="2212470"/>
                  </a:lnTo>
                  <a:lnTo>
                    <a:pt x="3845195" y="2212470"/>
                  </a:lnTo>
                  <a:lnTo>
                    <a:pt x="3845340" y="2212470"/>
                  </a:lnTo>
                  <a:lnTo>
                    <a:pt x="3845486" y="2212470"/>
                  </a:lnTo>
                  <a:lnTo>
                    <a:pt x="3845631" y="2212470"/>
                  </a:lnTo>
                  <a:lnTo>
                    <a:pt x="3845777" y="2212470"/>
                  </a:lnTo>
                  <a:lnTo>
                    <a:pt x="3845922" y="2212470"/>
                  </a:lnTo>
                  <a:lnTo>
                    <a:pt x="3846068" y="2212470"/>
                  </a:lnTo>
                  <a:lnTo>
                    <a:pt x="3846213" y="2212470"/>
                  </a:lnTo>
                  <a:lnTo>
                    <a:pt x="3846358" y="2212470"/>
                  </a:lnTo>
                  <a:lnTo>
                    <a:pt x="3846504" y="2212470"/>
                  </a:lnTo>
                  <a:lnTo>
                    <a:pt x="3846649" y="2212470"/>
                  </a:lnTo>
                  <a:lnTo>
                    <a:pt x="3846649" y="2211846"/>
                  </a:lnTo>
                  <a:lnTo>
                    <a:pt x="3846795" y="2211846"/>
                  </a:lnTo>
                  <a:lnTo>
                    <a:pt x="3846940" y="2211846"/>
                  </a:lnTo>
                  <a:lnTo>
                    <a:pt x="3847086" y="2211846"/>
                  </a:lnTo>
                  <a:lnTo>
                    <a:pt x="3847231" y="2211846"/>
                  </a:lnTo>
                  <a:lnTo>
                    <a:pt x="3847376" y="2211846"/>
                  </a:lnTo>
                  <a:lnTo>
                    <a:pt x="3847522" y="2211846"/>
                  </a:lnTo>
                  <a:lnTo>
                    <a:pt x="3847667" y="2211846"/>
                  </a:lnTo>
                  <a:lnTo>
                    <a:pt x="3847813" y="2211846"/>
                  </a:lnTo>
                  <a:lnTo>
                    <a:pt x="3847813" y="2211222"/>
                  </a:lnTo>
                  <a:lnTo>
                    <a:pt x="3847958" y="2211222"/>
                  </a:lnTo>
                  <a:lnTo>
                    <a:pt x="3848104" y="2211222"/>
                  </a:lnTo>
                  <a:lnTo>
                    <a:pt x="3848249" y="2211222"/>
                  </a:lnTo>
                  <a:lnTo>
                    <a:pt x="3848394" y="2211222"/>
                  </a:lnTo>
                  <a:lnTo>
                    <a:pt x="3848540" y="2211222"/>
                  </a:lnTo>
                  <a:lnTo>
                    <a:pt x="3848685" y="2211222"/>
                  </a:lnTo>
                  <a:lnTo>
                    <a:pt x="3848831" y="2211222"/>
                  </a:lnTo>
                  <a:lnTo>
                    <a:pt x="3848976" y="2211222"/>
                  </a:lnTo>
                  <a:lnTo>
                    <a:pt x="3848976" y="2210599"/>
                  </a:lnTo>
                  <a:lnTo>
                    <a:pt x="3849121" y="2210599"/>
                  </a:lnTo>
                  <a:lnTo>
                    <a:pt x="3849267" y="2210599"/>
                  </a:lnTo>
                  <a:lnTo>
                    <a:pt x="3849412" y="2210599"/>
                  </a:lnTo>
                  <a:lnTo>
                    <a:pt x="3849558" y="2210599"/>
                  </a:lnTo>
                  <a:lnTo>
                    <a:pt x="3849558" y="2209975"/>
                  </a:lnTo>
                  <a:lnTo>
                    <a:pt x="3849558" y="2209352"/>
                  </a:lnTo>
                  <a:lnTo>
                    <a:pt x="3849703" y="2209352"/>
                  </a:lnTo>
                  <a:lnTo>
                    <a:pt x="3849849" y="2209352"/>
                  </a:lnTo>
                  <a:lnTo>
                    <a:pt x="3849994" y="2209352"/>
                  </a:lnTo>
                  <a:lnTo>
                    <a:pt x="3850139" y="2209352"/>
                  </a:lnTo>
                  <a:lnTo>
                    <a:pt x="3850285" y="2209352"/>
                  </a:lnTo>
                  <a:lnTo>
                    <a:pt x="3850430" y="2209352"/>
                  </a:lnTo>
                  <a:lnTo>
                    <a:pt x="3850576" y="2209352"/>
                  </a:lnTo>
                  <a:lnTo>
                    <a:pt x="3850721" y="2209352"/>
                  </a:lnTo>
                  <a:lnTo>
                    <a:pt x="3850867" y="2209352"/>
                  </a:lnTo>
                  <a:lnTo>
                    <a:pt x="3851012" y="2209352"/>
                  </a:lnTo>
                  <a:lnTo>
                    <a:pt x="3851157" y="2209352"/>
                  </a:lnTo>
                  <a:lnTo>
                    <a:pt x="3851303" y="2209352"/>
                  </a:lnTo>
                  <a:lnTo>
                    <a:pt x="3851448" y="2209352"/>
                  </a:lnTo>
                  <a:lnTo>
                    <a:pt x="3851594" y="2209352"/>
                  </a:lnTo>
                  <a:lnTo>
                    <a:pt x="3851739" y="2209352"/>
                  </a:lnTo>
                  <a:lnTo>
                    <a:pt x="3851885" y="2209352"/>
                  </a:lnTo>
                  <a:lnTo>
                    <a:pt x="3852030" y="2209352"/>
                  </a:lnTo>
                  <a:lnTo>
                    <a:pt x="3852175" y="2209352"/>
                  </a:lnTo>
                  <a:lnTo>
                    <a:pt x="3852321" y="2209352"/>
                  </a:lnTo>
                  <a:lnTo>
                    <a:pt x="3852466" y="2209352"/>
                  </a:lnTo>
                  <a:lnTo>
                    <a:pt x="3852466" y="2208728"/>
                  </a:lnTo>
                  <a:lnTo>
                    <a:pt x="3852612" y="2208728"/>
                  </a:lnTo>
                  <a:lnTo>
                    <a:pt x="3852757" y="2208728"/>
                  </a:lnTo>
                  <a:lnTo>
                    <a:pt x="3852903" y="2208728"/>
                  </a:lnTo>
                  <a:lnTo>
                    <a:pt x="3853048" y="2208728"/>
                  </a:lnTo>
                  <a:lnTo>
                    <a:pt x="3853048" y="2208104"/>
                  </a:lnTo>
                  <a:lnTo>
                    <a:pt x="3853048" y="2207481"/>
                  </a:lnTo>
                  <a:lnTo>
                    <a:pt x="3853193" y="2207481"/>
                  </a:lnTo>
                  <a:lnTo>
                    <a:pt x="3853339" y="2207481"/>
                  </a:lnTo>
                  <a:lnTo>
                    <a:pt x="3853484" y="2207481"/>
                  </a:lnTo>
                  <a:lnTo>
                    <a:pt x="3853630" y="2207481"/>
                  </a:lnTo>
                  <a:lnTo>
                    <a:pt x="3853775" y="2207481"/>
                  </a:lnTo>
                  <a:lnTo>
                    <a:pt x="3853921" y="2207481"/>
                  </a:lnTo>
                  <a:lnTo>
                    <a:pt x="3854066" y="2207481"/>
                  </a:lnTo>
                  <a:lnTo>
                    <a:pt x="3854211" y="2207481"/>
                  </a:lnTo>
                  <a:lnTo>
                    <a:pt x="3854357" y="2207481"/>
                  </a:lnTo>
                  <a:lnTo>
                    <a:pt x="3854502" y="2207481"/>
                  </a:lnTo>
                  <a:lnTo>
                    <a:pt x="3854648" y="2207481"/>
                  </a:lnTo>
                  <a:lnTo>
                    <a:pt x="3854793" y="2207481"/>
                  </a:lnTo>
                  <a:lnTo>
                    <a:pt x="3854939" y="2207481"/>
                  </a:lnTo>
                  <a:lnTo>
                    <a:pt x="3855084" y="2207481"/>
                  </a:lnTo>
                  <a:lnTo>
                    <a:pt x="3855084" y="2206857"/>
                  </a:lnTo>
                  <a:lnTo>
                    <a:pt x="3855229" y="2206857"/>
                  </a:lnTo>
                  <a:lnTo>
                    <a:pt x="3855375" y="2206857"/>
                  </a:lnTo>
                  <a:lnTo>
                    <a:pt x="3855520" y="2206857"/>
                  </a:lnTo>
                  <a:lnTo>
                    <a:pt x="3855666" y="2206857"/>
                  </a:lnTo>
                  <a:lnTo>
                    <a:pt x="3855811" y="2206857"/>
                  </a:lnTo>
                  <a:lnTo>
                    <a:pt x="3855956" y="2206857"/>
                  </a:lnTo>
                  <a:lnTo>
                    <a:pt x="3855956" y="2206234"/>
                  </a:lnTo>
                  <a:lnTo>
                    <a:pt x="3855956" y="2205610"/>
                  </a:lnTo>
                  <a:lnTo>
                    <a:pt x="3856102" y="2205610"/>
                  </a:lnTo>
                  <a:lnTo>
                    <a:pt x="3856247" y="2205610"/>
                  </a:lnTo>
                  <a:lnTo>
                    <a:pt x="3856393" y="2205610"/>
                  </a:lnTo>
                  <a:lnTo>
                    <a:pt x="3856538" y="2205610"/>
                  </a:lnTo>
                  <a:lnTo>
                    <a:pt x="3856684" y="2205610"/>
                  </a:lnTo>
                  <a:lnTo>
                    <a:pt x="3856829" y="2205610"/>
                  </a:lnTo>
                  <a:lnTo>
                    <a:pt x="3856974" y="2205610"/>
                  </a:lnTo>
                  <a:lnTo>
                    <a:pt x="3857120" y="2205610"/>
                  </a:lnTo>
                  <a:lnTo>
                    <a:pt x="3857265" y="2205610"/>
                  </a:lnTo>
                  <a:lnTo>
                    <a:pt x="3857411" y="2205610"/>
                  </a:lnTo>
                  <a:lnTo>
                    <a:pt x="3857556" y="2205610"/>
                  </a:lnTo>
                  <a:lnTo>
                    <a:pt x="3857702" y="2205610"/>
                  </a:lnTo>
                  <a:lnTo>
                    <a:pt x="3857847" y="2205610"/>
                  </a:lnTo>
                  <a:lnTo>
                    <a:pt x="3857992" y="2205610"/>
                  </a:lnTo>
                  <a:lnTo>
                    <a:pt x="3858138" y="2205610"/>
                  </a:lnTo>
                  <a:lnTo>
                    <a:pt x="3858283" y="2205610"/>
                  </a:lnTo>
                  <a:lnTo>
                    <a:pt x="3858429" y="2205610"/>
                  </a:lnTo>
                  <a:lnTo>
                    <a:pt x="3858574" y="2205610"/>
                  </a:lnTo>
                  <a:lnTo>
                    <a:pt x="3858720" y="2205610"/>
                  </a:lnTo>
                  <a:lnTo>
                    <a:pt x="3858720" y="2204987"/>
                  </a:lnTo>
                  <a:lnTo>
                    <a:pt x="3858865" y="2204987"/>
                  </a:lnTo>
                  <a:lnTo>
                    <a:pt x="3859010" y="2204987"/>
                  </a:lnTo>
                  <a:lnTo>
                    <a:pt x="3859010" y="2204363"/>
                  </a:lnTo>
                  <a:lnTo>
                    <a:pt x="3859156" y="2204363"/>
                  </a:lnTo>
                  <a:lnTo>
                    <a:pt x="3859156" y="2203739"/>
                  </a:lnTo>
                  <a:lnTo>
                    <a:pt x="3859301" y="2203739"/>
                  </a:lnTo>
                  <a:lnTo>
                    <a:pt x="3859447" y="2203739"/>
                  </a:lnTo>
                  <a:lnTo>
                    <a:pt x="3859592" y="2203739"/>
                  </a:lnTo>
                  <a:lnTo>
                    <a:pt x="3859738" y="2203739"/>
                  </a:lnTo>
                  <a:lnTo>
                    <a:pt x="3859883" y="2203739"/>
                  </a:lnTo>
                  <a:lnTo>
                    <a:pt x="3860028" y="2203739"/>
                  </a:lnTo>
                  <a:lnTo>
                    <a:pt x="3860174" y="2203739"/>
                  </a:lnTo>
                  <a:lnTo>
                    <a:pt x="3860319" y="2203739"/>
                  </a:lnTo>
                  <a:lnTo>
                    <a:pt x="3860465" y="2203739"/>
                  </a:lnTo>
                  <a:lnTo>
                    <a:pt x="3860610" y="2203739"/>
                  </a:lnTo>
                  <a:lnTo>
                    <a:pt x="3860756" y="2203739"/>
                  </a:lnTo>
                  <a:lnTo>
                    <a:pt x="3860901" y="2203739"/>
                  </a:lnTo>
                  <a:lnTo>
                    <a:pt x="3861046" y="2203739"/>
                  </a:lnTo>
                  <a:lnTo>
                    <a:pt x="3861192" y="2203739"/>
                  </a:lnTo>
                  <a:lnTo>
                    <a:pt x="3861337" y="2203739"/>
                  </a:lnTo>
                  <a:lnTo>
                    <a:pt x="3861483" y="2203739"/>
                  </a:lnTo>
                  <a:lnTo>
                    <a:pt x="3861628" y="2203739"/>
                  </a:lnTo>
                  <a:lnTo>
                    <a:pt x="3861774" y="2203739"/>
                  </a:lnTo>
                  <a:lnTo>
                    <a:pt x="3861919" y="2203739"/>
                  </a:lnTo>
                  <a:lnTo>
                    <a:pt x="3862064" y="2203739"/>
                  </a:lnTo>
                  <a:lnTo>
                    <a:pt x="3862210" y="2203739"/>
                  </a:lnTo>
                  <a:lnTo>
                    <a:pt x="3862355" y="2203739"/>
                  </a:lnTo>
                  <a:lnTo>
                    <a:pt x="3862501" y="2203739"/>
                  </a:lnTo>
                  <a:lnTo>
                    <a:pt x="3862646" y="2203739"/>
                  </a:lnTo>
                  <a:lnTo>
                    <a:pt x="3862791" y="2203739"/>
                  </a:lnTo>
                  <a:lnTo>
                    <a:pt x="3862937" y="2203739"/>
                  </a:lnTo>
                  <a:lnTo>
                    <a:pt x="3863082" y="2203739"/>
                  </a:lnTo>
                  <a:lnTo>
                    <a:pt x="3863228" y="2203739"/>
                  </a:lnTo>
                  <a:lnTo>
                    <a:pt x="3863373" y="2203739"/>
                  </a:lnTo>
                  <a:lnTo>
                    <a:pt x="3863373" y="2203116"/>
                  </a:lnTo>
                  <a:lnTo>
                    <a:pt x="3863373" y="2202492"/>
                  </a:lnTo>
                  <a:lnTo>
                    <a:pt x="3863373" y="2201869"/>
                  </a:lnTo>
                  <a:lnTo>
                    <a:pt x="3863519" y="2201869"/>
                  </a:lnTo>
                  <a:lnTo>
                    <a:pt x="3863664" y="2201869"/>
                  </a:lnTo>
                  <a:lnTo>
                    <a:pt x="3863809" y="2201869"/>
                  </a:lnTo>
                  <a:lnTo>
                    <a:pt x="3863955" y="2201869"/>
                  </a:lnTo>
                  <a:lnTo>
                    <a:pt x="3864100" y="2201869"/>
                  </a:lnTo>
                  <a:lnTo>
                    <a:pt x="3864246" y="2201869"/>
                  </a:lnTo>
                  <a:lnTo>
                    <a:pt x="3864391" y="2201869"/>
                  </a:lnTo>
                  <a:lnTo>
                    <a:pt x="3864537" y="2201869"/>
                  </a:lnTo>
                  <a:lnTo>
                    <a:pt x="3864682" y="2201869"/>
                  </a:lnTo>
                  <a:lnTo>
                    <a:pt x="3864827" y="2201869"/>
                  </a:lnTo>
                  <a:lnTo>
                    <a:pt x="3864973" y="2201869"/>
                  </a:lnTo>
                  <a:lnTo>
                    <a:pt x="3865118" y="2201869"/>
                  </a:lnTo>
                  <a:lnTo>
                    <a:pt x="3865118" y="2201245"/>
                  </a:lnTo>
                  <a:lnTo>
                    <a:pt x="3865264" y="2201245"/>
                  </a:lnTo>
                  <a:lnTo>
                    <a:pt x="3865409" y="2201245"/>
                  </a:lnTo>
                  <a:lnTo>
                    <a:pt x="3865555" y="2201245"/>
                  </a:lnTo>
                  <a:lnTo>
                    <a:pt x="3865700" y="2201245"/>
                  </a:lnTo>
                  <a:lnTo>
                    <a:pt x="3865845" y="2201245"/>
                  </a:lnTo>
                  <a:lnTo>
                    <a:pt x="3865991" y="2201245"/>
                  </a:lnTo>
                  <a:lnTo>
                    <a:pt x="3865991" y="2200622"/>
                  </a:lnTo>
                  <a:lnTo>
                    <a:pt x="3866136" y="2200622"/>
                  </a:lnTo>
                  <a:lnTo>
                    <a:pt x="3866282" y="2200622"/>
                  </a:lnTo>
                  <a:lnTo>
                    <a:pt x="3866427" y="2200622"/>
                  </a:lnTo>
                  <a:lnTo>
                    <a:pt x="3866573" y="2200622"/>
                  </a:lnTo>
                  <a:lnTo>
                    <a:pt x="3866718" y="2200622"/>
                  </a:lnTo>
                  <a:lnTo>
                    <a:pt x="3866863" y="2200622"/>
                  </a:lnTo>
                  <a:lnTo>
                    <a:pt x="3867009" y="2200622"/>
                  </a:lnTo>
                  <a:lnTo>
                    <a:pt x="3867154" y="2200622"/>
                  </a:lnTo>
                  <a:lnTo>
                    <a:pt x="3867300" y="2200622"/>
                  </a:lnTo>
                  <a:lnTo>
                    <a:pt x="3867445" y="2200622"/>
                  </a:lnTo>
                  <a:lnTo>
                    <a:pt x="3867445" y="2199998"/>
                  </a:lnTo>
                  <a:lnTo>
                    <a:pt x="3867591" y="2199998"/>
                  </a:lnTo>
                  <a:lnTo>
                    <a:pt x="3867591" y="2199374"/>
                  </a:lnTo>
                  <a:lnTo>
                    <a:pt x="3867736" y="2199374"/>
                  </a:lnTo>
                  <a:lnTo>
                    <a:pt x="3867881" y="2199374"/>
                  </a:lnTo>
                  <a:lnTo>
                    <a:pt x="3868027" y="2199374"/>
                  </a:lnTo>
                  <a:lnTo>
                    <a:pt x="3868172" y="2199374"/>
                  </a:lnTo>
                  <a:lnTo>
                    <a:pt x="3868318" y="2199374"/>
                  </a:lnTo>
                  <a:lnTo>
                    <a:pt x="3868463" y="2199374"/>
                  </a:lnTo>
                  <a:lnTo>
                    <a:pt x="3868463" y="2198751"/>
                  </a:lnTo>
                  <a:lnTo>
                    <a:pt x="3868609" y="2198751"/>
                  </a:lnTo>
                  <a:lnTo>
                    <a:pt x="3868754" y="2198751"/>
                  </a:lnTo>
                  <a:lnTo>
                    <a:pt x="3868899" y="2198751"/>
                  </a:lnTo>
                  <a:lnTo>
                    <a:pt x="3869045" y="2198751"/>
                  </a:lnTo>
                  <a:lnTo>
                    <a:pt x="3869190" y="2198751"/>
                  </a:lnTo>
                  <a:lnTo>
                    <a:pt x="3869336" y="2198751"/>
                  </a:lnTo>
                  <a:lnTo>
                    <a:pt x="3869481" y="2198751"/>
                  </a:lnTo>
                  <a:lnTo>
                    <a:pt x="3869626" y="2198751"/>
                  </a:lnTo>
                  <a:lnTo>
                    <a:pt x="3869772" y="2198751"/>
                  </a:lnTo>
                  <a:lnTo>
                    <a:pt x="3869917" y="2198751"/>
                  </a:lnTo>
                  <a:lnTo>
                    <a:pt x="3870063" y="2198751"/>
                  </a:lnTo>
                  <a:lnTo>
                    <a:pt x="3870208" y="2198751"/>
                  </a:lnTo>
                  <a:lnTo>
                    <a:pt x="3870208" y="2198127"/>
                  </a:lnTo>
                  <a:lnTo>
                    <a:pt x="3870354" y="2198127"/>
                  </a:lnTo>
                  <a:lnTo>
                    <a:pt x="3870499" y="2198127"/>
                  </a:lnTo>
                  <a:lnTo>
                    <a:pt x="3870644" y="2198127"/>
                  </a:lnTo>
                  <a:lnTo>
                    <a:pt x="3870790" y="2198127"/>
                  </a:lnTo>
                  <a:lnTo>
                    <a:pt x="3870935" y="2198127"/>
                  </a:lnTo>
                  <a:lnTo>
                    <a:pt x="3870935" y="2197504"/>
                  </a:lnTo>
                  <a:lnTo>
                    <a:pt x="3871081" y="2197504"/>
                  </a:lnTo>
                  <a:lnTo>
                    <a:pt x="3871081" y="2196880"/>
                  </a:lnTo>
                  <a:lnTo>
                    <a:pt x="3871226" y="2196880"/>
                  </a:lnTo>
                  <a:lnTo>
                    <a:pt x="3871372" y="2196880"/>
                  </a:lnTo>
                  <a:lnTo>
                    <a:pt x="3871517" y="2196880"/>
                  </a:lnTo>
                  <a:lnTo>
                    <a:pt x="3871662" y="2196880"/>
                  </a:lnTo>
                  <a:lnTo>
                    <a:pt x="3871808" y="2196880"/>
                  </a:lnTo>
                  <a:lnTo>
                    <a:pt x="3871953" y="2196880"/>
                  </a:lnTo>
                  <a:lnTo>
                    <a:pt x="3872099" y="2196880"/>
                  </a:lnTo>
                  <a:lnTo>
                    <a:pt x="3872244" y="2196880"/>
                  </a:lnTo>
                  <a:lnTo>
                    <a:pt x="3872390" y="2196880"/>
                  </a:lnTo>
                  <a:lnTo>
                    <a:pt x="3872535" y="2196880"/>
                  </a:lnTo>
                  <a:lnTo>
                    <a:pt x="3872680" y="2196880"/>
                  </a:lnTo>
                  <a:lnTo>
                    <a:pt x="3872826" y="2196880"/>
                  </a:lnTo>
                  <a:lnTo>
                    <a:pt x="3872826" y="2196256"/>
                  </a:lnTo>
                  <a:lnTo>
                    <a:pt x="3872971" y="2196256"/>
                  </a:lnTo>
                  <a:lnTo>
                    <a:pt x="3873117" y="2196256"/>
                  </a:lnTo>
                  <a:lnTo>
                    <a:pt x="3873117" y="2195633"/>
                  </a:lnTo>
                  <a:lnTo>
                    <a:pt x="3873262" y="2195633"/>
                  </a:lnTo>
                  <a:lnTo>
                    <a:pt x="3873408" y="2195633"/>
                  </a:lnTo>
                  <a:lnTo>
                    <a:pt x="3873553" y="2195633"/>
                  </a:lnTo>
                  <a:lnTo>
                    <a:pt x="3873698" y="2195633"/>
                  </a:lnTo>
                  <a:lnTo>
                    <a:pt x="3873844" y="2195633"/>
                  </a:lnTo>
                  <a:lnTo>
                    <a:pt x="3873989" y="2195633"/>
                  </a:lnTo>
                  <a:lnTo>
                    <a:pt x="3874135" y="2195633"/>
                  </a:lnTo>
                  <a:lnTo>
                    <a:pt x="3874280" y="2195633"/>
                  </a:lnTo>
                  <a:lnTo>
                    <a:pt x="3874426" y="2195633"/>
                  </a:lnTo>
                  <a:lnTo>
                    <a:pt x="3874426" y="2195009"/>
                  </a:lnTo>
                  <a:lnTo>
                    <a:pt x="3874571" y="2195009"/>
                  </a:lnTo>
                  <a:lnTo>
                    <a:pt x="3874716" y="2195009"/>
                  </a:lnTo>
                  <a:lnTo>
                    <a:pt x="3874862" y="2195009"/>
                  </a:lnTo>
                  <a:lnTo>
                    <a:pt x="3875007" y="2195009"/>
                  </a:lnTo>
                  <a:lnTo>
                    <a:pt x="3875153" y="2195009"/>
                  </a:lnTo>
                  <a:lnTo>
                    <a:pt x="3875298" y="2195009"/>
                  </a:lnTo>
                  <a:lnTo>
                    <a:pt x="3875443" y="2195009"/>
                  </a:lnTo>
                  <a:lnTo>
                    <a:pt x="3875589" y="2195009"/>
                  </a:lnTo>
                  <a:lnTo>
                    <a:pt x="3875734" y="2195009"/>
                  </a:lnTo>
                  <a:lnTo>
                    <a:pt x="3875880" y="2195009"/>
                  </a:lnTo>
                  <a:lnTo>
                    <a:pt x="3876025" y="2195009"/>
                  </a:lnTo>
                  <a:lnTo>
                    <a:pt x="3876171" y="2195009"/>
                  </a:lnTo>
                  <a:lnTo>
                    <a:pt x="3876316" y="2195009"/>
                  </a:lnTo>
                  <a:lnTo>
                    <a:pt x="3876461" y="2195009"/>
                  </a:lnTo>
                  <a:lnTo>
                    <a:pt x="3876461" y="2194386"/>
                  </a:lnTo>
                  <a:lnTo>
                    <a:pt x="3876607" y="2194386"/>
                  </a:lnTo>
                  <a:lnTo>
                    <a:pt x="3876752" y="2194386"/>
                  </a:lnTo>
                  <a:lnTo>
                    <a:pt x="3876898" y="2194386"/>
                  </a:lnTo>
                  <a:lnTo>
                    <a:pt x="3877043" y="2194386"/>
                  </a:lnTo>
                  <a:lnTo>
                    <a:pt x="3877189" y="2194386"/>
                  </a:lnTo>
                  <a:lnTo>
                    <a:pt x="3877334" y="2194386"/>
                  </a:lnTo>
                  <a:lnTo>
                    <a:pt x="3877479" y="2194386"/>
                  </a:lnTo>
                  <a:lnTo>
                    <a:pt x="3877625" y="2194386"/>
                  </a:lnTo>
                  <a:lnTo>
                    <a:pt x="3877770" y="2194386"/>
                  </a:lnTo>
                  <a:lnTo>
                    <a:pt x="3877916" y="2194386"/>
                  </a:lnTo>
                  <a:lnTo>
                    <a:pt x="3878061" y="2194386"/>
                  </a:lnTo>
                  <a:lnTo>
                    <a:pt x="3878207" y="2194386"/>
                  </a:lnTo>
                  <a:lnTo>
                    <a:pt x="3878207" y="2193762"/>
                  </a:lnTo>
                  <a:lnTo>
                    <a:pt x="3878352" y="2193762"/>
                  </a:lnTo>
                  <a:lnTo>
                    <a:pt x="3878497" y="2193762"/>
                  </a:lnTo>
                  <a:lnTo>
                    <a:pt x="3878643" y="2193762"/>
                  </a:lnTo>
                  <a:lnTo>
                    <a:pt x="3878788" y="2193762"/>
                  </a:lnTo>
                  <a:lnTo>
                    <a:pt x="3878788" y="2193139"/>
                  </a:lnTo>
                  <a:lnTo>
                    <a:pt x="3878934" y="2193139"/>
                  </a:lnTo>
                  <a:lnTo>
                    <a:pt x="3878934" y="2192515"/>
                  </a:lnTo>
                  <a:lnTo>
                    <a:pt x="3878934" y="2191891"/>
                  </a:lnTo>
                  <a:lnTo>
                    <a:pt x="3879079" y="2191891"/>
                  </a:lnTo>
                  <a:lnTo>
                    <a:pt x="3879079" y="2191268"/>
                  </a:lnTo>
                  <a:lnTo>
                    <a:pt x="3879079" y="2190644"/>
                  </a:lnTo>
                  <a:lnTo>
                    <a:pt x="3879225" y="2190644"/>
                  </a:lnTo>
                  <a:lnTo>
                    <a:pt x="3879370" y="2190644"/>
                  </a:lnTo>
                  <a:lnTo>
                    <a:pt x="3879370" y="2190021"/>
                  </a:lnTo>
                  <a:lnTo>
                    <a:pt x="3879515" y="2190021"/>
                  </a:lnTo>
                  <a:lnTo>
                    <a:pt x="3879661" y="2190021"/>
                  </a:lnTo>
                  <a:lnTo>
                    <a:pt x="3879806" y="2190021"/>
                  </a:lnTo>
                  <a:lnTo>
                    <a:pt x="3879952" y="2190021"/>
                  </a:lnTo>
                  <a:lnTo>
                    <a:pt x="3879952" y="2189397"/>
                  </a:lnTo>
                  <a:lnTo>
                    <a:pt x="3880097" y="2189397"/>
                  </a:lnTo>
                  <a:lnTo>
                    <a:pt x="3880243" y="2189397"/>
                  </a:lnTo>
                  <a:lnTo>
                    <a:pt x="3880388" y="2189397"/>
                  </a:lnTo>
                  <a:lnTo>
                    <a:pt x="3880533" y="2189397"/>
                  </a:lnTo>
                  <a:lnTo>
                    <a:pt x="3880679" y="2189397"/>
                  </a:lnTo>
                  <a:lnTo>
                    <a:pt x="3880824" y="2189397"/>
                  </a:lnTo>
                  <a:lnTo>
                    <a:pt x="3880970" y="2189397"/>
                  </a:lnTo>
                  <a:lnTo>
                    <a:pt x="3881115" y="2189397"/>
                  </a:lnTo>
                  <a:lnTo>
                    <a:pt x="3881261" y="2189397"/>
                  </a:lnTo>
                  <a:lnTo>
                    <a:pt x="3881406" y="2189397"/>
                  </a:lnTo>
                  <a:lnTo>
                    <a:pt x="3881406" y="2188773"/>
                  </a:lnTo>
                  <a:lnTo>
                    <a:pt x="3881551" y="2188773"/>
                  </a:lnTo>
                  <a:lnTo>
                    <a:pt x="3881697" y="2188773"/>
                  </a:lnTo>
                  <a:lnTo>
                    <a:pt x="3881697" y="2188150"/>
                  </a:lnTo>
                  <a:lnTo>
                    <a:pt x="3881697" y="2187526"/>
                  </a:lnTo>
                  <a:lnTo>
                    <a:pt x="3881842" y="2187526"/>
                  </a:lnTo>
                  <a:lnTo>
                    <a:pt x="3881842" y="2186903"/>
                  </a:lnTo>
                  <a:lnTo>
                    <a:pt x="3881842" y="2186279"/>
                  </a:lnTo>
                  <a:lnTo>
                    <a:pt x="3881842" y="2185656"/>
                  </a:lnTo>
                  <a:lnTo>
                    <a:pt x="3881988" y="2185656"/>
                  </a:lnTo>
                  <a:lnTo>
                    <a:pt x="3882133" y="2185656"/>
                  </a:lnTo>
                  <a:lnTo>
                    <a:pt x="3882278" y="2185656"/>
                  </a:lnTo>
                  <a:lnTo>
                    <a:pt x="3882424" y="2185656"/>
                  </a:lnTo>
                  <a:lnTo>
                    <a:pt x="3882424" y="2185032"/>
                  </a:lnTo>
                  <a:lnTo>
                    <a:pt x="3882424" y="2184408"/>
                  </a:lnTo>
                  <a:lnTo>
                    <a:pt x="3882569" y="2184408"/>
                  </a:lnTo>
                  <a:lnTo>
                    <a:pt x="3882715" y="2184408"/>
                  </a:lnTo>
                  <a:lnTo>
                    <a:pt x="3882860" y="2184408"/>
                  </a:lnTo>
                  <a:lnTo>
                    <a:pt x="3883006" y="2184408"/>
                  </a:lnTo>
                  <a:lnTo>
                    <a:pt x="3883151" y="2184408"/>
                  </a:lnTo>
                  <a:lnTo>
                    <a:pt x="3883296" y="2184408"/>
                  </a:lnTo>
                  <a:lnTo>
                    <a:pt x="3883442" y="2184408"/>
                  </a:lnTo>
                  <a:lnTo>
                    <a:pt x="3883442" y="2183785"/>
                  </a:lnTo>
                  <a:lnTo>
                    <a:pt x="3883587" y="2183785"/>
                  </a:lnTo>
                  <a:lnTo>
                    <a:pt x="3883587" y="2183161"/>
                  </a:lnTo>
                  <a:lnTo>
                    <a:pt x="3883733" y="2183161"/>
                  </a:lnTo>
                  <a:lnTo>
                    <a:pt x="3883878" y="2183161"/>
                  </a:lnTo>
                  <a:lnTo>
                    <a:pt x="3883878" y="2182538"/>
                  </a:lnTo>
                  <a:lnTo>
                    <a:pt x="3884024" y="2182538"/>
                  </a:lnTo>
                  <a:lnTo>
                    <a:pt x="3884169" y="2182538"/>
                  </a:lnTo>
                  <a:lnTo>
                    <a:pt x="3884314" y="2182538"/>
                  </a:lnTo>
                  <a:lnTo>
                    <a:pt x="3884460" y="2182538"/>
                  </a:lnTo>
                  <a:lnTo>
                    <a:pt x="3884605" y="2182538"/>
                  </a:lnTo>
                  <a:lnTo>
                    <a:pt x="3884751" y="2182538"/>
                  </a:lnTo>
                  <a:lnTo>
                    <a:pt x="3884896" y="2182538"/>
                  </a:lnTo>
                  <a:lnTo>
                    <a:pt x="3885042" y="2182538"/>
                  </a:lnTo>
                  <a:lnTo>
                    <a:pt x="3885187" y="2182538"/>
                  </a:lnTo>
                  <a:lnTo>
                    <a:pt x="3885332" y="2182538"/>
                  </a:lnTo>
                  <a:lnTo>
                    <a:pt x="3885478" y="2182538"/>
                  </a:lnTo>
                  <a:lnTo>
                    <a:pt x="3885623" y="2182538"/>
                  </a:lnTo>
                  <a:lnTo>
                    <a:pt x="3885769" y="2182538"/>
                  </a:lnTo>
                  <a:lnTo>
                    <a:pt x="3885914" y="2182538"/>
                  </a:lnTo>
                  <a:lnTo>
                    <a:pt x="3886060" y="2182538"/>
                  </a:lnTo>
                  <a:lnTo>
                    <a:pt x="3886205" y="2182538"/>
                  </a:lnTo>
                  <a:lnTo>
                    <a:pt x="3886350" y="2182538"/>
                  </a:lnTo>
                  <a:lnTo>
                    <a:pt x="3886496" y="2182538"/>
                  </a:lnTo>
                  <a:lnTo>
                    <a:pt x="3886641" y="2182538"/>
                  </a:lnTo>
                  <a:lnTo>
                    <a:pt x="3886787" y="2182538"/>
                  </a:lnTo>
                  <a:lnTo>
                    <a:pt x="3886932" y="2182538"/>
                  </a:lnTo>
                  <a:lnTo>
                    <a:pt x="3887078" y="2182538"/>
                  </a:lnTo>
                  <a:lnTo>
                    <a:pt x="3887223" y="2182538"/>
                  </a:lnTo>
                  <a:lnTo>
                    <a:pt x="3887368" y="2182538"/>
                  </a:lnTo>
                  <a:lnTo>
                    <a:pt x="3887514" y="2182538"/>
                  </a:lnTo>
                  <a:lnTo>
                    <a:pt x="3887514" y="2181914"/>
                  </a:lnTo>
                  <a:lnTo>
                    <a:pt x="3887659" y="2181914"/>
                  </a:lnTo>
                  <a:lnTo>
                    <a:pt x="3887805" y="2181914"/>
                  </a:lnTo>
                  <a:lnTo>
                    <a:pt x="3887805" y="2181290"/>
                  </a:lnTo>
                  <a:lnTo>
                    <a:pt x="3887950" y="2181290"/>
                  </a:lnTo>
                  <a:lnTo>
                    <a:pt x="3888096" y="2181290"/>
                  </a:lnTo>
                  <a:lnTo>
                    <a:pt x="3888241" y="2181290"/>
                  </a:lnTo>
                  <a:lnTo>
                    <a:pt x="3888386" y="2181290"/>
                  </a:lnTo>
                  <a:lnTo>
                    <a:pt x="3888532" y="2181290"/>
                  </a:lnTo>
                  <a:lnTo>
                    <a:pt x="3888677" y="2181290"/>
                  </a:lnTo>
                  <a:lnTo>
                    <a:pt x="3888823" y="2181290"/>
                  </a:lnTo>
                  <a:lnTo>
                    <a:pt x="3888968" y="2181290"/>
                  </a:lnTo>
                  <a:lnTo>
                    <a:pt x="3889113" y="2181290"/>
                  </a:lnTo>
                  <a:lnTo>
                    <a:pt x="3889259" y="2181290"/>
                  </a:lnTo>
                  <a:lnTo>
                    <a:pt x="3889404" y="2181290"/>
                  </a:lnTo>
                  <a:lnTo>
                    <a:pt x="3889550" y="2181290"/>
                  </a:lnTo>
                  <a:lnTo>
                    <a:pt x="3889550" y="2180667"/>
                  </a:lnTo>
                  <a:lnTo>
                    <a:pt x="3889695" y="2180667"/>
                  </a:lnTo>
                  <a:lnTo>
                    <a:pt x="3889841" y="2180667"/>
                  </a:lnTo>
                  <a:lnTo>
                    <a:pt x="3889841" y="2180043"/>
                  </a:lnTo>
                  <a:lnTo>
                    <a:pt x="3889986" y="2180043"/>
                  </a:lnTo>
                  <a:lnTo>
                    <a:pt x="3890131" y="2180043"/>
                  </a:lnTo>
                  <a:lnTo>
                    <a:pt x="3890277" y="2180043"/>
                  </a:lnTo>
                  <a:lnTo>
                    <a:pt x="3890422" y="2180043"/>
                  </a:lnTo>
                  <a:lnTo>
                    <a:pt x="3890568" y="2180043"/>
                  </a:lnTo>
                  <a:lnTo>
                    <a:pt x="3890713" y="2180043"/>
                  </a:lnTo>
                  <a:lnTo>
                    <a:pt x="3890713" y="2179420"/>
                  </a:lnTo>
                  <a:lnTo>
                    <a:pt x="3890859" y="2179420"/>
                  </a:lnTo>
                  <a:lnTo>
                    <a:pt x="3891004" y="2179420"/>
                  </a:lnTo>
                  <a:lnTo>
                    <a:pt x="3891149" y="2179420"/>
                  </a:lnTo>
                  <a:lnTo>
                    <a:pt x="3891149" y="2178796"/>
                  </a:lnTo>
                  <a:lnTo>
                    <a:pt x="3891295" y="2178796"/>
                  </a:lnTo>
                  <a:lnTo>
                    <a:pt x="3891440" y="2178796"/>
                  </a:lnTo>
                  <a:lnTo>
                    <a:pt x="3891586" y="2178796"/>
                  </a:lnTo>
                  <a:lnTo>
                    <a:pt x="3891731" y="2178796"/>
                  </a:lnTo>
                  <a:lnTo>
                    <a:pt x="3891877" y="2178796"/>
                  </a:lnTo>
                  <a:lnTo>
                    <a:pt x="3892022" y="2178796"/>
                  </a:lnTo>
                  <a:lnTo>
                    <a:pt x="3892167" y="2178796"/>
                  </a:lnTo>
                  <a:lnTo>
                    <a:pt x="3892313" y="2178796"/>
                  </a:lnTo>
                  <a:lnTo>
                    <a:pt x="3892458" y="2178796"/>
                  </a:lnTo>
                  <a:lnTo>
                    <a:pt x="3892604" y="2178796"/>
                  </a:lnTo>
                  <a:lnTo>
                    <a:pt x="3892749" y="2178796"/>
                  </a:lnTo>
                  <a:lnTo>
                    <a:pt x="3892895" y="2178796"/>
                  </a:lnTo>
                  <a:lnTo>
                    <a:pt x="3893040" y="2178796"/>
                  </a:lnTo>
                  <a:lnTo>
                    <a:pt x="3893185" y="2178796"/>
                  </a:lnTo>
                  <a:lnTo>
                    <a:pt x="3893331" y="2178796"/>
                  </a:lnTo>
                  <a:lnTo>
                    <a:pt x="3893476" y="2178796"/>
                  </a:lnTo>
                  <a:lnTo>
                    <a:pt x="3893622" y="2178796"/>
                  </a:lnTo>
                  <a:lnTo>
                    <a:pt x="3893767" y="2178796"/>
                  </a:lnTo>
                  <a:lnTo>
                    <a:pt x="3893767" y="2178173"/>
                  </a:lnTo>
                  <a:lnTo>
                    <a:pt x="3893913" y="2178173"/>
                  </a:lnTo>
                  <a:lnTo>
                    <a:pt x="3894058" y="2178173"/>
                  </a:lnTo>
                  <a:lnTo>
                    <a:pt x="3894203" y="2178173"/>
                  </a:lnTo>
                  <a:lnTo>
                    <a:pt x="3894349" y="2178173"/>
                  </a:lnTo>
                  <a:lnTo>
                    <a:pt x="3894494" y="2178173"/>
                  </a:lnTo>
                  <a:lnTo>
                    <a:pt x="3894640" y="2178173"/>
                  </a:lnTo>
                  <a:lnTo>
                    <a:pt x="3894785" y="2178173"/>
                  </a:lnTo>
                  <a:lnTo>
                    <a:pt x="3894931" y="2178173"/>
                  </a:lnTo>
                  <a:lnTo>
                    <a:pt x="3895076" y="2178173"/>
                  </a:lnTo>
                  <a:lnTo>
                    <a:pt x="3895221" y="2178173"/>
                  </a:lnTo>
                  <a:lnTo>
                    <a:pt x="3895367" y="2178173"/>
                  </a:lnTo>
                  <a:lnTo>
                    <a:pt x="3895512" y="2178173"/>
                  </a:lnTo>
                  <a:lnTo>
                    <a:pt x="3895658" y="2178173"/>
                  </a:lnTo>
                  <a:lnTo>
                    <a:pt x="3895803" y="2178173"/>
                  </a:lnTo>
                  <a:lnTo>
                    <a:pt x="3895948" y="2178173"/>
                  </a:lnTo>
                  <a:lnTo>
                    <a:pt x="3896094" y="2178173"/>
                  </a:lnTo>
                  <a:lnTo>
                    <a:pt x="3896239" y="2178173"/>
                  </a:lnTo>
                  <a:lnTo>
                    <a:pt x="3896385" y="2178173"/>
                  </a:lnTo>
                  <a:lnTo>
                    <a:pt x="3896530" y="2178173"/>
                  </a:lnTo>
                  <a:lnTo>
                    <a:pt x="3896676" y="2178173"/>
                  </a:lnTo>
                  <a:lnTo>
                    <a:pt x="3896821" y="2178173"/>
                  </a:lnTo>
                  <a:lnTo>
                    <a:pt x="3896966" y="2178173"/>
                  </a:lnTo>
                  <a:lnTo>
                    <a:pt x="3896966" y="2177549"/>
                  </a:lnTo>
                  <a:lnTo>
                    <a:pt x="3897112" y="2177549"/>
                  </a:lnTo>
                  <a:lnTo>
                    <a:pt x="3897112" y="2176925"/>
                  </a:lnTo>
                  <a:lnTo>
                    <a:pt x="3897257" y="2176925"/>
                  </a:lnTo>
                  <a:lnTo>
                    <a:pt x="3897403" y="2176925"/>
                  </a:lnTo>
                  <a:lnTo>
                    <a:pt x="3897548" y="2176925"/>
                  </a:lnTo>
                  <a:lnTo>
                    <a:pt x="3897548" y="2176302"/>
                  </a:lnTo>
                  <a:lnTo>
                    <a:pt x="3897694" y="2176302"/>
                  </a:lnTo>
                  <a:lnTo>
                    <a:pt x="3897694" y="2175678"/>
                  </a:lnTo>
                  <a:lnTo>
                    <a:pt x="3897694" y="2175055"/>
                  </a:lnTo>
                  <a:lnTo>
                    <a:pt x="3897839" y="2175055"/>
                  </a:lnTo>
                  <a:lnTo>
                    <a:pt x="3897984" y="2175055"/>
                  </a:lnTo>
                  <a:lnTo>
                    <a:pt x="3898130" y="2175055"/>
                  </a:lnTo>
                  <a:lnTo>
                    <a:pt x="3898275" y="2175055"/>
                  </a:lnTo>
                  <a:lnTo>
                    <a:pt x="3898421" y="2175055"/>
                  </a:lnTo>
                  <a:lnTo>
                    <a:pt x="3898566" y="2175055"/>
                  </a:lnTo>
                  <a:lnTo>
                    <a:pt x="3898712" y="2175055"/>
                  </a:lnTo>
                  <a:lnTo>
                    <a:pt x="3898712" y="2174431"/>
                  </a:lnTo>
                  <a:lnTo>
                    <a:pt x="3898857" y="2174431"/>
                  </a:lnTo>
                  <a:lnTo>
                    <a:pt x="3899002" y="2174431"/>
                  </a:lnTo>
                  <a:lnTo>
                    <a:pt x="3899002" y="2173807"/>
                  </a:lnTo>
                  <a:lnTo>
                    <a:pt x="3899002" y="2173184"/>
                  </a:lnTo>
                  <a:lnTo>
                    <a:pt x="3899148" y="2173184"/>
                  </a:lnTo>
                  <a:lnTo>
                    <a:pt x="3899293" y="2173184"/>
                  </a:lnTo>
                  <a:lnTo>
                    <a:pt x="3899439" y="2173184"/>
                  </a:lnTo>
                  <a:lnTo>
                    <a:pt x="3899439" y="2172560"/>
                  </a:lnTo>
                  <a:lnTo>
                    <a:pt x="3899584" y="2172560"/>
                  </a:lnTo>
                  <a:lnTo>
                    <a:pt x="3899730" y="2172560"/>
                  </a:lnTo>
                  <a:lnTo>
                    <a:pt x="3899875" y="2172560"/>
                  </a:lnTo>
                  <a:lnTo>
                    <a:pt x="3899875" y="2171937"/>
                  </a:lnTo>
                  <a:lnTo>
                    <a:pt x="3900020" y="2171937"/>
                  </a:lnTo>
                  <a:lnTo>
                    <a:pt x="3900166" y="2171937"/>
                  </a:lnTo>
                  <a:lnTo>
                    <a:pt x="3900311" y="2171937"/>
                  </a:lnTo>
                  <a:lnTo>
                    <a:pt x="3900457" y="2171937"/>
                  </a:lnTo>
                  <a:lnTo>
                    <a:pt x="3900602" y="2171937"/>
                  </a:lnTo>
                  <a:lnTo>
                    <a:pt x="3900748" y="2171937"/>
                  </a:lnTo>
                  <a:lnTo>
                    <a:pt x="3900893" y="2171937"/>
                  </a:lnTo>
                  <a:lnTo>
                    <a:pt x="3900893" y="2171313"/>
                  </a:lnTo>
                  <a:lnTo>
                    <a:pt x="3901038" y="2171313"/>
                  </a:lnTo>
                  <a:lnTo>
                    <a:pt x="3901038" y="2170690"/>
                  </a:lnTo>
                  <a:lnTo>
                    <a:pt x="3901038" y="2170066"/>
                  </a:lnTo>
                  <a:lnTo>
                    <a:pt x="3901184" y="2170066"/>
                  </a:lnTo>
                  <a:lnTo>
                    <a:pt x="3901184" y="2169442"/>
                  </a:lnTo>
                  <a:lnTo>
                    <a:pt x="3901329" y="2169442"/>
                  </a:lnTo>
                  <a:lnTo>
                    <a:pt x="3901329" y="2168819"/>
                  </a:lnTo>
                  <a:lnTo>
                    <a:pt x="3901475" y="2168819"/>
                  </a:lnTo>
                  <a:lnTo>
                    <a:pt x="3901620" y="2168819"/>
                  </a:lnTo>
                  <a:lnTo>
                    <a:pt x="3901766" y="2168819"/>
                  </a:lnTo>
                  <a:lnTo>
                    <a:pt x="3901911" y="2168819"/>
                  </a:lnTo>
                  <a:lnTo>
                    <a:pt x="3901911" y="2168195"/>
                  </a:lnTo>
                  <a:lnTo>
                    <a:pt x="3901911" y="2167572"/>
                  </a:lnTo>
                  <a:lnTo>
                    <a:pt x="3902056" y="2167572"/>
                  </a:lnTo>
                  <a:lnTo>
                    <a:pt x="3902202" y="2167572"/>
                  </a:lnTo>
                  <a:lnTo>
                    <a:pt x="3902347" y="2167572"/>
                  </a:lnTo>
                  <a:lnTo>
                    <a:pt x="3902493" y="2167572"/>
                  </a:lnTo>
                  <a:lnTo>
                    <a:pt x="3902493" y="2166948"/>
                  </a:lnTo>
                  <a:lnTo>
                    <a:pt x="3902638" y="2166948"/>
                  </a:lnTo>
                  <a:lnTo>
                    <a:pt x="3902783" y="2166948"/>
                  </a:lnTo>
                  <a:lnTo>
                    <a:pt x="3902929" y="2166948"/>
                  </a:lnTo>
                  <a:lnTo>
                    <a:pt x="3903074" y="2166948"/>
                  </a:lnTo>
                  <a:lnTo>
                    <a:pt x="3903220" y="2166948"/>
                  </a:lnTo>
                  <a:lnTo>
                    <a:pt x="3903365" y="2166948"/>
                  </a:lnTo>
                  <a:lnTo>
                    <a:pt x="3903365" y="2166324"/>
                  </a:lnTo>
                  <a:lnTo>
                    <a:pt x="3903511" y="2166324"/>
                  </a:lnTo>
                  <a:lnTo>
                    <a:pt x="3903511" y="2165701"/>
                  </a:lnTo>
                  <a:lnTo>
                    <a:pt x="3903656" y="2165701"/>
                  </a:lnTo>
                  <a:lnTo>
                    <a:pt x="3903801" y="2165701"/>
                  </a:lnTo>
                  <a:lnTo>
                    <a:pt x="3903947" y="2165701"/>
                  </a:lnTo>
                  <a:lnTo>
                    <a:pt x="3904092" y="2165701"/>
                  </a:lnTo>
                  <a:lnTo>
                    <a:pt x="3904092" y="2165077"/>
                  </a:lnTo>
                  <a:lnTo>
                    <a:pt x="3904238" y="2165077"/>
                  </a:lnTo>
                  <a:lnTo>
                    <a:pt x="3904383" y="2165077"/>
                  </a:lnTo>
                  <a:lnTo>
                    <a:pt x="3904529" y="2165077"/>
                  </a:lnTo>
                  <a:lnTo>
                    <a:pt x="3904674" y="2165077"/>
                  </a:lnTo>
                  <a:lnTo>
                    <a:pt x="3904819" y="2165077"/>
                  </a:lnTo>
                  <a:lnTo>
                    <a:pt x="3904819" y="2164454"/>
                  </a:lnTo>
                  <a:lnTo>
                    <a:pt x="3904965" y="2164454"/>
                  </a:lnTo>
                  <a:lnTo>
                    <a:pt x="3905110" y="2164454"/>
                  </a:lnTo>
                  <a:lnTo>
                    <a:pt x="3905256" y="2164454"/>
                  </a:lnTo>
                  <a:lnTo>
                    <a:pt x="3905401" y="2164454"/>
                  </a:lnTo>
                  <a:lnTo>
                    <a:pt x="3905547" y="2164454"/>
                  </a:lnTo>
                  <a:lnTo>
                    <a:pt x="3905692" y="2164454"/>
                  </a:lnTo>
                  <a:lnTo>
                    <a:pt x="3905837" y="2164454"/>
                  </a:lnTo>
                  <a:lnTo>
                    <a:pt x="3905837" y="2163830"/>
                  </a:lnTo>
                  <a:lnTo>
                    <a:pt x="3905983" y="2163830"/>
                  </a:lnTo>
                  <a:lnTo>
                    <a:pt x="3906128" y="2163830"/>
                  </a:lnTo>
                  <a:lnTo>
                    <a:pt x="3906274" y="2163830"/>
                  </a:lnTo>
                  <a:lnTo>
                    <a:pt x="3906419" y="2163830"/>
                  </a:lnTo>
                  <a:lnTo>
                    <a:pt x="3906565" y="2163830"/>
                  </a:lnTo>
                  <a:lnTo>
                    <a:pt x="3906565" y="2163207"/>
                  </a:lnTo>
                  <a:lnTo>
                    <a:pt x="3906710" y="2163207"/>
                  </a:lnTo>
                  <a:lnTo>
                    <a:pt x="3906855" y="2163207"/>
                  </a:lnTo>
                  <a:lnTo>
                    <a:pt x="3907001" y="2163207"/>
                  </a:lnTo>
                  <a:lnTo>
                    <a:pt x="3907001" y="2162583"/>
                  </a:lnTo>
                  <a:lnTo>
                    <a:pt x="3907146" y="2162583"/>
                  </a:lnTo>
                  <a:lnTo>
                    <a:pt x="3907292" y="2162583"/>
                  </a:lnTo>
                  <a:lnTo>
                    <a:pt x="3907437" y="2162583"/>
                  </a:lnTo>
                  <a:lnTo>
                    <a:pt x="3907437" y="2161959"/>
                  </a:lnTo>
                  <a:lnTo>
                    <a:pt x="3907583" y="2161959"/>
                  </a:lnTo>
                  <a:lnTo>
                    <a:pt x="3907728" y="2161959"/>
                  </a:lnTo>
                  <a:lnTo>
                    <a:pt x="3907728" y="2161336"/>
                  </a:lnTo>
                  <a:lnTo>
                    <a:pt x="3907728" y="2160712"/>
                  </a:lnTo>
                  <a:lnTo>
                    <a:pt x="3907873" y="2160712"/>
                  </a:lnTo>
                  <a:lnTo>
                    <a:pt x="3908019" y="2160712"/>
                  </a:lnTo>
                  <a:lnTo>
                    <a:pt x="3908164" y="2160712"/>
                  </a:lnTo>
                  <a:lnTo>
                    <a:pt x="3908310" y="2160712"/>
                  </a:lnTo>
                  <a:lnTo>
                    <a:pt x="3908455" y="2160712"/>
                  </a:lnTo>
                  <a:lnTo>
                    <a:pt x="3908455" y="2160089"/>
                  </a:lnTo>
                  <a:lnTo>
                    <a:pt x="3908601" y="2160089"/>
                  </a:lnTo>
                  <a:lnTo>
                    <a:pt x="3908746" y="2160089"/>
                  </a:lnTo>
                  <a:lnTo>
                    <a:pt x="3908891" y="2160089"/>
                  </a:lnTo>
                  <a:lnTo>
                    <a:pt x="3909037" y="2160089"/>
                  </a:lnTo>
                  <a:lnTo>
                    <a:pt x="3909182" y="2160089"/>
                  </a:lnTo>
                  <a:lnTo>
                    <a:pt x="3909182" y="2159465"/>
                  </a:lnTo>
                  <a:lnTo>
                    <a:pt x="3909328" y="2159465"/>
                  </a:lnTo>
                  <a:lnTo>
                    <a:pt x="3909473" y="2159465"/>
                  </a:lnTo>
                  <a:lnTo>
                    <a:pt x="3909618" y="2159465"/>
                  </a:lnTo>
                  <a:lnTo>
                    <a:pt x="3909618" y="2158841"/>
                  </a:lnTo>
                  <a:lnTo>
                    <a:pt x="3909764" y="2158841"/>
                  </a:lnTo>
                  <a:lnTo>
                    <a:pt x="3909909" y="2158841"/>
                  </a:lnTo>
                  <a:lnTo>
                    <a:pt x="3910055" y="2158841"/>
                  </a:lnTo>
                  <a:lnTo>
                    <a:pt x="3910055" y="2158218"/>
                  </a:lnTo>
                  <a:lnTo>
                    <a:pt x="3910200" y="2158218"/>
                  </a:lnTo>
                  <a:lnTo>
                    <a:pt x="3910346" y="2158218"/>
                  </a:lnTo>
                  <a:lnTo>
                    <a:pt x="3910346" y="2157594"/>
                  </a:lnTo>
                  <a:lnTo>
                    <a:pt x="3910491" y="2157594"/>
                  </a:lnTo>
                  <a:lnTo>
                    <a:pt x="3910636" y="2157594"/>
                  </a:lnTo>
                  <a:lnTo>
                    <a:pt x="3910782" y="2157594"/>
                  </a:lnTo>
                  <a:lnTo>
                    <a:pt x="3910927" y="2157594"/>
                  </a:lnTo>
                  <a:lnTo>
                    <a:pt x="3910927" y="2156971"/>
                  </a:lnTo>
                  <a:lnTo>
                    <a:pt x="3911073" y="2156971"/>
                  </a:lnTo>
                  <a:lnTo>
                    <a:pt x="3911218" y="2156971"/>
                  </a:lnTo>
                  <a:lnTo>
                    <a:pt x="3911364" y="2156971"/>
                  </a:lnTo>
                  <a:lnTo>
                    <a:pt x="3911509" y="2156971"/>
                  </a:lnTo>
                  <a:lnTo>
                    <a:pt x="3911654" y="2156971"/>
                  </a:lnTo>
                  <a:lnTo>
                    <a:pt x="3911800" y="2156971"/>
                  </a:lnTo>
                  <a:lnTo>
                    <a:pt x="3911945" y="2156971"/>
                  </a:lnTo>
                  <a:lnTo>
                    <a:pt x="3912091" y="2156971"/>
                  </a:lnTo>
                  <a:lnTo>
                    <a:pt x="3912236" y="2156971"/>
                  </a:lnTo>
                  <a:lnTo>
                    <a:pt x="3912236" y="2156347"/>
                  </a:lnTo>
                  <a:lnTo>
                    <a:pt x="3912382" y="2156347"/>
                  </a:lnTo>
                  <a:lnTo>
                    <a:pt x="3912527" y="2156347"/>
                  </a:lnTo>
                  <a:lnTo>
                    <a:pt x="3912672" y="2156347"/>
                  </a:lnTo>
                  <a:lnTo>
                    <a:pt x="3912672" y="2155724"/>
                  </a:lnTo>
                  <a:lnTo>
                    <a:pt x="3912818" y="2155724"/>
                  </a:lnTo>
                  <a:lnTo>
                    <a:pt x="3912963" y="2155724"/>
                  </a:lnTo>
                  <a:lnTo>
                    <a:pt x="3913109" y="2155724"/>
                  </a:lnTo>
                  <a:lnTo>
                    <a:pt x="3913254" y="2155724"/>
                  </a:lnTo>
                  <a:lnTo>
                    <a:pt x="3913254" y="2155100"/>
                  </a:lnTo>
                  <a:lnTo>
                    <a:pt x="3913400" y="2155100"/>
                  </a:lnTo>
                  <a:lnTo>
                    <a:pt x="3913545" y="2155100"/>
                  </a:lnTo>
                  <a:lnTo>
                    <a:pt x="3913690" y="2155100"/>
                  </a:lnTo>
                  <a:lnTo>
                    <a:pt x="3913836" y="2155100"/>
                  </a:lnTo>
                  <a:lnTo>
                    <a:pt x="3913981" y="2155100"/>
                  </a:lnTo>
                  <a:lnTo>
                    <a:pt x="3914127" y="2155100"/>
                  </a:lnTo>
                  <a:lnTo>
                    <a:pt x="3914272" y="2155100"/>
                  </a:lnTo>
                  <a:lnTo>
                    <a:pt x="3914418" y="2155100"/>
                  </a:lnTo>
                  <a:lnTo>
                    <a:pt x="3914563" y="2155100"/>
                  </a:lnTo>
                  <a:lnTo>
                    <a:pt x="3914563" y="2154476"/>
                  </a:lnTo>
                  <a:lnTo>
                    <a:pt x="3914708" y="2154476"/>
                  </a:lnTo>
                  <a:lnTo>
                    <a:pt x="3914854" y="2154476"/>
                  </a:lnTo>
                  <a:lnTo>
                    <a:pt x="3914999" y="2154476"/>
                  </a:lnTo>
                  <a:lnTo>
                    <a:pt x="3915145" y="2154476"/>
                  </a:lnTo>
                  <a:lnTo>
                    <a:pt x="3915290" y="2154476"/>
                  </a:lnTo>
                  <a:lnTo>
                    <a:pt x="3915436" y="2154476"/>
                  </a:lnTo>
                  <a:lnTo>
                    <a:pt x="3915581" y="2154476"/>
                  </a:lnTo>
                  <a:lnTo>
                    <a:pt x="3915726" y="2154476"/>
                  </a:lnTo>
                  <a:lnTo>
                    <a:pt x="3915872" y="2154476"/>
                  </a:lnTo>
                  <a:lnTo>
                    <a:pt x="3916017" y="2154476"/>
                  </a:lnTo>
                  <a:lnTo>
                    <a:pt x="3916163" y="2154476"/>
                  </a:lnTo>
                  <a:lnTo>
                    <a:pt x="3916308" y="2154476"/>
                  </a:lnTo>
                  <a:lnTo>
                    <a:pt x="3916308" y="2153853"/>
                  </a:lnTo>
                  <a:lnTo>
                    <a:pt x="3916453" y="2153853"/>
                  </a:lnTo>
                  <a:lnTo>
                    <a:pt x="3916453" y="2153229"/>
                  </a:lnTo>
                  <a:lnTo>
                    <a:pt x="3916599" y="2153229"/>
                  </a:lnTo>
                  <a:lnTo>
                    <a:pt x="3916744" y="2153229"/>
                  </a:lnTo>
                  <a:lnTo>
                    <a:pt x="3916890" y="2153229"/>
                  </a:lnTo>
                  <a:lnTo>
                    <a:pt x="3917035" y="2153229"/>
                  </a:lnTo>
                  <a:lnTo>
                    <a:pt x="3917035" y="2152606"/>
                  </a:lnTo>
                  <a:lnTo>
                    <a:pt x="3917181" y="2152606"/>
                  </a:lnTo>
                  <a:lnTo>
                    <a:pt x="3917181" y="2151982"/>
                  </a:lnTo>
                  <a:lnTo>
                    <a:pt x="3917326" y="2151982"/>
                  </a:lnTo>
                  <a:lnTo>
                    <a:pt x="3917471" y="2151982"/>
                  </a:lnTo>
                  <a:lnTo>
                    <a:pt x="3917617" y="2151982"/>
                  </a:lnTo>
                  <a:lnTo>
                    <a:pt x="3917762" y="2151982"/>
                  </a:lnTo>
                  <a:lnTo>
                    <a:pt x="3917908" y="2151982"/>
                  </a:lnTo>
                  <a:lnTo>
                    <a:pt x="3918053" y="2151982"/>
                  </a:lnTo>
                  <a:lnTo>
                    <a:pt x="3918199" y="2151982"/>
                  </a:lnTo>
                  <a:lnTo>
                    <a:pt x="3918344" y="2151982"/>
                  </a:lnTo>
                  <a:lnTo>
                    <a:pt x="3918489" y="2151982"/>
                  </a:lnTo>
                  <a:lnTo>
                    <a:pt x="3918635" y="2151982"/>
                  </a:lnTo>
                  <a:lnTo>
                    <a:pt x="3918780" y="2151982"/>
                  </a:lnTo>
                  <a:lnTo>
                    <a:pt x="3918926" y="2151982"/>
                  </a:lnTo>
                  <a:lnTo>
                    <a:pt x="3919071" y="2151982"/>
                  </a:lnTo>
                  <a:lnTo>
                    <a:pt x="3919071" y="2151359"/>
                  </a:lnTo>
                  <a:lnTo>
                    <a:pt x="3919217" y="2151359"/>
                  </a:lnTo>
                  <a:lnTo>
                    <a:pt x="3919362" y="2151359"/>
                  </a:lnTo>
                  <a:lnTo>
                    <a:pt x="3919507" y="2151359"/>
                  </a:lnTo>
                  <a:lnTo>
                    <a:pt x="3919653" y="2151359"/>
                  </a:lnTo>
                  <a:lnTo>
                    <a:pt x="3919798" y="2151359"/>
                  </a:lnTo>
                  <a:lnTo>
                    <a:pt x="3919798" y="2150735"/>
                  </a:lnTo>
                  <a:lnTo>
                    <a:pt x="3919944" y="2150735"/>
                  </a:lnTo>
                  <a:lnTo>
                    <a:pt x="3920089" y="2150735"/>
                  </a:lnTo>
                  <a:lnTo>
                    <a:pt x="3920235" y="2150735"/>
                  </a:lnTo>
                  <a:lnTo>
                    <a:pt x="3920235" y="2150111"/>
                  </a:lnTo>
                  <a:lnTo>
                    <a:pt x="3920235" y="2149488"/>
                  </a:lnTo>
                  <a:lnTo>
                    <a:pt x="3920380" y="2149488"/>
                  </a:lnTo>
                  <a:lnTo>
                    <a:pt x="3920525" y="2149488"/>
                  </a:lnTo>
                  <a:lnTo>
                    <a:pt x="3920671" y="2149488"/>
                  </a:lnTo>
                  <a:lnTo>
                    <a:pt x="3920671" y="2148864"/>
                  </a:lnTo>
                  <a:lnTo>
                    <a:pt x="3920816" y="2148864"/>
                  </a:lnTo>
                  <a:lnTo>
                    <a:pt x="3920962" y="2148864"/>
                  </a:lnTo>
                  <a:lnTo>
                    <a:pt x="3921107" y="2148864"/>
                  </a:lnTo>
                  <a:lnTo>
                    <a:pt x="3921107" y="2148241"/>
                  </a:lnTo>
                  <a:lnTo>
                    <a:pt x="3921253" y="2148241"/>
                  </a:lnTo>
                  <a:lnTo>
                    <a:pt x="3921398" y="2148241"/>
                  </a:lnTo>
                  <a:lnTo>
                    <a:pt x="3921543" y="2148241"/>
                  </a:lnTo>
                  <a:lnTo>
                    <a:pt x="3921689" y="2148241"/>
                  </a:lnTo>
                  <a:lnTo>
                    <a:pt x="3921834" y="2148241"/>
                  </a:lnTo>
                  <a:lnTo>
                    <a:pt x="3921980" y="2148241"/>
                  </a:lnTo>
                  <a:lnTo>
                    <a:pt x="3922125" y="2148241"/>
                  </a:lnTo>
                  <a:lnTo>
                    <a:pt x="3922271" y="2148241"/>
                  </a:lnTo>
                  <a:lnTo>
                    <a:pt x="3922271" y="2147617"/>
                  </a:lnTo>
                  <a:lnTo>
                    <a:pt x="3922416" y="2147617"/>
                  </a:lnTo>
                  <a:lnTo>
                    <a:pt x="3922561" y="2147617"/>
                  </a:lnTo>
                  <a:lnTo>
                    <a:pt x="3922707" y="2147617"/>
                  </a:lnTo>
                  <a:lnTo>
                    <a:pt x="3922852" y="2147617"/>
                  </a:lnTo>
                  <a:lnTo>
                    <a:pt x="3922998" y="2147617"/>
                  </a:lnTo>
                  <a:lnTo>
                    <a:pt x="3923143" y="2147617"/>
                  </a:lnTo>
                  <a:lnTo>
                    <a:pt x="3923288" y="2147617"/>
                  </a:lnTo>
                  <a:lnTo>
                    <a:pt x="3923434" y="2147617"/>
                  </a:lnTo>
                  <a:lnTo>
                    <a:pt x="3923579" y="2147617"/>
                  </a:lnTo>
                  <a:lnTo>
                    <a:pt x="3923725" y="2147617"/>
                  </a:lnTo>
                  <a:lnTo>
                    <a:pt x="3923725" y="2146993"/>
                  </a:lnTo>
                  <a:lnTo>
                    <a:pt x="3923870" y="2146993"/>
                  </a:lnTo>
                  <a:lnTo>
                    <a:pt x="3923870" y="2146370"/>
                  </a:lnTo>
                  <a:lnTo>
                    <a:pt x="3924016" y="2146370"/>
                  </a:lnTo>
                  <a:lnTo>
                    <a:pt x="3924161" y="2146370"/>
                  </a:lnTo>
                  <a:lnTo>
                    <a:pt x="3924306" y="2146370"/>
                  </a:lnTo>
                  <a:lnTo>
                    <a:pt x="3924452" y="2146370"/>
                  </a:lnTo>
                  <a:lnTo>
                    <a:pt x="3924597" y="2146370"/>
                  </a:lnTo>
                  <a:lnTo>
                    <a:pt x="3924597" y="2145746"/>
                  </a:lnTo>
                  <a:lnTo>
                    <a:pt x="3924743" y="2145746"/>
                  </a:lnTo>
                  <a:lnTo>
                    <a:pt x="3924888" y="2145746"/>
                  </a:lnTo>
                  <a:lnTo>
                    <a:pt x="3925034" y="2145746"/>
                  </a:lnTo>
                  <a:lnTo>
                    <a:pt x="3925179" y="2145746"/>
                  </a:lnTo>
                  <a:lnTo>
                    <a:pt x="3925324" y="2145746"/>
                  </a:lnTo>
                  <a:lnTo>
                    <a:pt x="3925470" y="2145746"/>
                  </a:lnTo>
                  <a:lnTo>
                    <a:pt x="3925615" y="2145746"/>
                  </a:lnTo>
                  <a:lnTo>
                    <a:pt x="3925761" y="2145746"/>
                  </a:lnTo>
                  <a:lnTo>
                    <a:pt x="3925906" y="2145746"/>
                  </a:lnTo>
                  <a:lnTo>
                    <a:pt x="3926052" y="2145746"/>
                  </a:lnTo>
                  <a:lnTo>
                    <a:pt x="3926197" y="2145746"/>
                  </a:lnTo>
                  <a:lnTo>
                    <a:pt x="3926342" y="2145746"/>
                  </a:lnTo>
                  <a:lnTo>
                    <a:pt x="3926342" y="2145123"/>
                  </a:lnTo>
                  <a:lnTo>
                    <a:pt x="3926488" y="2145123"/>
                  </a:lnTo>
                  <a:lnTo>
                    <a:pt x="3926633" y="2145123"/>
                  </a:lnTo>
                  <a:lnTo>
                    <a:pt x="3926779" y="2145123"/>
                  </a:lnTo>
                  <a:lnTo>
                    <a:pt x="3926924" y="2145123"/>
                  </a:lnTo>
                  <a:lnTo>
                    <a:pt x="3927070" y="2145123"/>
                  </a:lnTo>
                  <a:lnTo>
                    <a:pt x="3927070" y="2144499"/>
                  </a:lnTo>
                  <a:lnTo>
                    <a:pt x="3927215" y="2144499"/>
                  </a:lnTo>
                  <a:lnTo>
                    <a:pt x="3927360" y="2144499"/>
                  </a:lnTo>
                  <a:lnTo>
                    <a:pt x="3927506" y="2144499"/>
                  </a:lnTo>
                  <a:lnTo>
                    <a:pt x="3927651" y="2144499"/>
                  </a:lnTo>
                  <a:lnTo>
                    <a:pt x="3927797" y="2144499"/>
                  </a:lnTo>
                  <a:lnTo>
                    <a:pt x="3927942" y="2144499"/>
                  </a:lnTo>
                  <a:lnTo>
                    <a:pt x="3928088" y="2144499"/>
                  </a:lnTo>
                  <a:lnTo>
                    <a:pt x="3928233" y="2144499"/>
                  </a:lnTo>
                  <a:lnTo>
                    <a:pt x="3928378" y="2144499"/>
                  </a:lnTo>
                  <a:lnTo>
                    <a:pt x="3928524" y="2144499"/>
                  </a:lnTo>
                  <a:lnTo>
                    <a:pt x="3928669" y="2144499"/>
                  </a:lnTo>
                  <a:lnTo>
                    <a:pt x="3928815" y="2144499"/>
                  </a:lnTo>
                  <a:lnTo>
                    <a:pt x="3928960" y="2144499"/>
                  </a:lnTo>
                  <a:lnTo>
                    <a:pt x="3929106" y="2144499"/>
                  </a:lnTo>
                  <a:lnTo>
                    <a:pt x="3929251" y="2144499"/>
                  </a:lnTo>
                  <a:lnTo>
                    <a:pt x="3929396" y="2144499"/>
                  </a:lnTo>
                  <a:lnTo>
                    <a:pt x="3929542" y="2144499"/>
                  </a:lnTo>
                  <a:lnTo>
                    <a:pt x="3929687" y="2144499"/>
                  </a:lnTo>
                  <a:lnTo>
                    <a:pt x="3929833" y="2144499"/>
                  </a:lnTo>
                  <a:lnTo>
                    <a:pt x="3929978" y="2144499"/>
                  </a:lnTo>
                  <a:lnTo>
                    <a:pt x="3930123" y="2144499"/>
                  </a:lnTo>
                  <a:lnTo>
                    <a:pt x="3930269" y="2144499"/>
                  </a:lnTo>
                  <a:lnTo>
                    <a:pt x="3930414" y="2144499"/>
                  </a:lnTo>
                  <a:lnTo>
                    <a:pt x="3930560" y="2144499"/>
                  </a:lnTo>
                  <a:lnTo>
                    <a:pt x="3930705" y="2144499"/>
                  </a:lnTo>
                  <a:lnTo>
                    <a:pt x="3930851" y="2144499"/>
                  </a:lnTo>
                  <a:lnTo>
                    <a:pt x="3930996" y="2144499"/>
                  </a:lnTo>
                  <a:lnTo>
                    <a:pt x="3931141" y="2144499"/>
                  </a:lnTo>
                  <a:lnTo>
                    <a:pt x="3931287" y="2144499"/>
                  </a:lnTo>
                  <a:lnTo>
                    <a:pt x="3931432" y="2144499"/>
                  </a:lnTo>
                  <a:lnTo>
                    <a:pt x="3931578" y="2144499"/>
                  </a:lnTo>
                  <a:lnTo>
                    <a:pt x="3931723" y="2144499"/>
                  </a:lnTo>
                  <a:lnTo>
                    <a:pt x="3931869" y="2144499"/>
                  </a:lnTo>
                  <a:lnTo>
                    <a:pt x="3932014" y="2144499"/>
                  </a:lnTo>
                  <a:lnTo>
                    <a:pt x="3932159" y="2144499"/>
                  </a:lnTo>
                  <a:lnTo>
                    <a:pt x="3932305" y="2144499"/>
                  </a:lnTo>
                  <a:lnTo>
                    <a:pt x="3932450" y="2144499"/>
                  </a:lnTo>
                  <a:lnTo>
                    <a:pt x="3932596" y="2144499"/>
                  </a:lnTo>
                  <a:lnTo>
                    <a:pt x="3932741" y="2144499"/>
                  </a:lnTo>
                  <a:lnTo>
                    <a:pt x="3932887" y="2144499"/>
                  </a:lnTo>
                  <a:lnTo>
                    <a:pt x="3933032" y="2144499"/>
                  </a:lnTo>
                  <a:lnTo>
                    <a:pt x="3933177" y="2144499"/>
                  </a:lnTo>
                  <a:lnTo>
                    <a:pt x="3933323" y="2144499"/>
                  </a:lnTo>
                  <a:lnTo>
                    <a:pt x="3933468" y="2144499"/>
                  </a:lnTo>
                  <a:lnTo>
                    <a:pt x="3933614" y="2144499"/>
                  </a:lnTo>
                  <a:lnTo>
                    <a:pt x="3933759" y="2144499"/>
                  </a:lnTo>
                  <a:lnTo>
                    <a:pt x="3933905" y="2144499"/>
                  </a:lnTo>
                  <a:lnTo>
                    <a:pt x="3934050" y="2144499"/>
                  </a:lnTo>
                  <a:lnTo>
                    <a:pt x="3934195" y="2144499"/>
                  </a:lnTo>
                  <a:lnTo>
                    <a:pt x="3934341" y="2144499"/>
                  </a:lnTo>
                  <a:lnTo>
                    <a:pt x="3934486" y="2144499"/>
                  </a:lnTo>
                  <a:lnTo>
                    <a:pt x="3934632" y="2144499"/>
                  </a:lnTo>
                  <a:lnTo>
                    <a:pt x="3934777" y="2144499"/>
                  </a:lnTo>
                  <a:lnTo>
                    <a:pt x="3934923" y="2144499"/>
                  </a:lnTo>
                  <a:lnTo>
                    <a:pt x="3935068" y="2144499"/>
                  </a:lnTo>
                  <a:lnTo>
                    <a:pt x="3935213" y="2144499"/>
                  </a:lnTo>
                  <a:lnTo>
                    <a:pt x="3935359" y="2144499"/>
                  </a:lnTo>
                  <a:lnTo>
                    <a:pt x="3935359" y="2143876"/>
                  </a:lnTo>
                  <a:lnTo>
                    <a:pt x="3935504" y="2143876"/>
                  </a:lnTo>
                  <a:lnTo>
                    <a:pt x="3935650" y="2143876"/>
                  </a:lnTo>
                  <a:lnTo>
                    <a:pt x="3935795" y="2143876"/>
                  </a:lnTo>
                  <a:lnTo>
                    <a:pt x="3935941" y="2143876"/>
                  </a:lnTo>
                  <a:lnTo>
                    <a:pt x="3936086" y="2143876"/>
                  </a:lnTo>
                  <a:lnTo>
                    <a:pt x="3936231" y="2143876"/>
                  </a:lnTo>
                  <a:lnTo>
                    <a:pt x="3936231" y="2143252"/>
                  </a:lnTo>
                  <a:lnTo>
                    <a:pt x="3936377" y="2143252"/>
                  </a:lnTo>
                  <a:lnTo>
                    <a:pt x="3936522" y="2143252"/>
                  </a:lnTo>
                  <a:lnTo>
                    <a:pt x="3936668" y="2143252"/>
                  </a:lnTo>
                  <a:lnTo>
                    <a:pt x="3936668" y="2142628"/>
                  </a:lnTo>
                  <a:lnTo>
                    <a:pt x="3936813" y="2142628"/>
                  </a:lnTo>
                  <a:lnTo>
                    <a:pt x="3936958" y="2142628"/>
                  </a:lnTo>
                  <a:lnTo>
                    <a:pt x="3937104" y="2142628"/>
                  </a:lnTo>
                  <a:lnTo>
                    <a:pt x="3937249" y="2142628"/>
                  </a:lnTo>
                  <a:lnTo>
                    <a:pt x="3937395" y="2142628"/>
                  </a:lnTo>
                  <a:lnTo>
                    <a:pt x="3937540" y="2142628"/>
                  </a:lnTo>
                  <a:lnTo>
                    <a:pt x="3937686" y="2142628"/>
                  </a:lnTo>
                  <a:lnTo>
                    <a:pt x="3937686" y="2142005"/>
                  </a:lnTo>
                  <a:lnTo>
                    <a:pt x="3937831" y="2142005"/>
                  </a:lnTo>
                  <a:lnTo>
                    <a:pt x="3937831" y="2141381"/>
                  </a:lnTo>
                  <a:lnTo>
                    <a:pt x="3937976" y="2141381"/>
                  </a:lnTo>
                  <a:lnTo>
                    <a:pt x="3938122" y="2141381"/>
                  </a:lnTo>
                  <a:lnTo>
                    <a:pt x="3938122" y="2140758"/>
                  </a:lnTo>
                  <a:lnTo>
                    <a:pt x="3938267" y="2140758"/>
                  </a:lnTo>
                  <a:lnTo>
                    <a:pt x="3938413" y="2140758"/>
                  </a:lnTo>
                  <a:lnTo>
                    <a:pt x="3938558" y="2140758"/>
                  </a:lnTo>
                  <a:lnTo>
                    <a:pt x="3938704" y="2140758"/>
                  </a:lnTo>
                  <a:lnTo>
                    <a:pt x="3938849" y="2140758"/>
                  </a:lnTo>
                  <a:lnTo>
                    <a:pt x="3938994" y="2140758"/>
                  </a:lnTo>
                  <a:lnTo>
                    <a:pt x="3939140" y="2140758"/>
                  </a:lnTo>
                  <a:lnTo>
                    <a:pt x="3939285" y="2140758"/>
                  </a:lnTo>
                  <a:lnTo>
                    <a:pt x="3939431" y="2140758"/>
                  </a:lnTo>
                  <a:lnTo>
                    <a:pt x="3939576" y="2140758"/>
                  </a:lnTo>
                  <a:lnTo>
                    <a:pt x="3939576" y="2140134"/>
                  </a:lnTo>
                  <a:lnTo>
                    <a:pt x="3939722" y="2140134"/>
                  </a:lnTo>
                  <a:lnTo>
                    <a:pt x="3939867" y="2140134"/>
                  </a:lnTo>
                  <a:lnTo>
                    <a:pt x="3940012" y="2140134"/>
                  </a:lnTo>
                  <a:lnTo>
                    <a:pt x="3940158" y="2140134"/>
                  </a:lnTo>
                  <a:lnTo>
                    <a:pt x="3940158" y="2139510"/>
                  </a:lnTo>
                  <a:lnTo>
                    <a:pt x="3940303" y="2139510"/>
                  </a:lnTo>
                  <a:lnTo>
                    <a:pt x="3940449" y="2139510"/>
                  </a:lnTo>
                  <a:lnTo>
                    <a:pt x="3940594" y="2139510"/>
                  </a:lnTo>
                  <a:lnTo>
                    <a:pt x="3940740" y="2139510"/>
                  </a:lnTo>
                  <a:lnTo>
                    <a:pt x="3940885" y="2139510"/>
                  </a:lnTo>
                  <a:lnTo>
                    <a:pt x="3941030" y="2139510"/>
                  </a:lnTo>
                  <a:lnTo>
                    <a:pt x="3941176" y="2139510"/>
                  </a:lnTo>
                  <a:lnTo>
                    <a:pt x="3941176" y="2138887"/>
                  </a:lnTo>
                  <a:lnTo>
                    <a:pt x="3941321" y="2138887"/>
                  </a:lnTo>
                  <a:lnTo>
                    <a:pt x="3941467" y="2138887"/>
                  </a:lnTo>
                  <a:lnTo>
                    <a:pt x="3941612" y="2138887"/>
                  </a:lnTo>
                  <a:lnTo>
                    <a:pt x="3941758" y="2138887"/>
                  </a:lnTo>
                  <a:lnTo>
                    <a:pt x="3941903" y="2138887"/>
                  </a:lnTo>
                  <a:lnTo>
                    <a:pt x="3942048" y="2138887"/>
                  </a:lnTo>
                  <a:lnTo>
                    <a:pt x="3942194" y="2138887"/>
                  </a:lnTo>
                  <a:lnTo>
                    <a:pt x="3942194" y="2138263"/>
                  </a:lnTo>
                  <a:lnTo>
                    <a:pt x="3942194" y="2137640"/>
                  </a:lnTo>
                  <a:lnTo>
                    <a:pt x="3942339" y="2137640"/>
                  </a:lnTo>
                  <a:lnTo>
                    <a:pt x="3942485" y="2137640"/>
                  </a:lnTo>
                  <a:lnTo>
                    <a:pt x="3942630" y="2137640"/>
                  </a:lnTo>
                  <a:lnTo>
                    <a:pt x="3942630" y="2137016"/>
                  </a:lnTo>
                  <a:lnTo>
                    <a:pt x="3942776" y="2137016"/>
                  </a:lnTo>
                  <a:lnTo>
                    <a:pt x="3942776" y="2136393"/>
                  </a:lnTo>
                  <a:lnTo>
                    <a:pt x="3942921" y="2136393"/>
                  </a:lnTo>
                  <a:lnTo>
                    <a:pt x="3943066" y="2136393"/>
                  </a:lnTo>
                  <a:lnTo>
                    <a:pt x="3943212" y="2136393"/>
                  </a:lnTo>
                  <a:lnTo>
                    <a:pt x="3943212" y="2135769"/>
                  </a:lnTo>
                  <a:lnTo>
                    <a:pt x="3943357" y="2135769"/>
                  </a:lnTo>
                  <a:lnTo>
                    <a:pt x="3943503" y="2135769"/>
                  </a:lnTo>
                  <a:lnTo>
                    <a:pt x="3943648" y="2135769"/>
                  </a:lnTo>
                  <a:lnTo>
                    <a:pt x="3943793" y="2135769"/>
                  </a:lnTo>
                  <a:lnTo>
                    <a:pt x="3943793" y="2135145"/>
                  </a:lnTo>
                  <a:lnTo>
                    <a:pt x="3943939" y="2135145"/>
                  </a:lnTo>
                  <a:lnTo>
                    <a:pt x="3944084" y="2135145"/>
                  </a:lnTo>
                  <a:lnTo>
                    <a:pt x="3944230" y="2135145"/>
                  </a:lnTo>
                  <a:lnTo>
                    <a:pt x="3944375" y="2135145"/>
                  </a:lnTo>
                  <a:lnTo>
                    <a:pt x="3944521" y="2135145"/>
                  </a:lnTo>
                  <a:lnTo>
                    <a:pt x="3944666" y="2135145"/>
                  </a:lnTo>
                  <a:lnTo>
                    <a:pt x="3944811" y="2135145"/>
                  </a:lnTo>
                  <a:lnTo>
                    <a:pt x="3944957" y="2135145"/>
                  </a:lnTo>
                  <a:lnTo>
                    <a:pt x="3945102" y="2135145"/>
                  </a:lnTo>
                  <a:lnTo>
                    <a:pt x="3945248" y="2135145"/>
                  </a:lnTo>
                  <a:lnTo>
                    <a:pt x="3945393" y="2135145"/>
                  </a:lnTo>
                  <a:lnTo>
                    <a:pt x="3945539" y="2135145"/>
                  </a:lnTo>
                  <a:lnTo>
                    <a:pt x="3945684" y="2135145"/>
                  </a:lnTo>
                  <a:lnTo>
                    <a:pt x="3945829" y="2135145"/>
                  </a:lnTo>
                  <a:lnTo>
                    <a:pt x="3945975" y="2135145"/>
                  </a:lnTo>
                  <a:lnTo>
                    <a:pt x="3945975" y="2134522"/>
                  </a:lnTo>
                  <a:lnTo>
                    <a:pt x="3946120" y="2134522"/>
                  </a:lnTo>
                  <a:lnTo>
                    <a:pt x="3946120" y="2133898"/>
                  </a:lnTo>
                  <a:lnTo>
                    <a:pt x="3946266" y="2133898"/>
                  </a:lnTo>
                  <a:lnTo>
                    <a:pt x="3946411" y="2133898"/>
                  </a:lnTo>
                  <a:lnTo>
                    <a:pt x="3946411" y="2133275"/>
                  </a:lnTo>
                  <a:lnTo>
                    <a:pt x="3946557" y="2133275"/>
                  </a:lnTo>
                  <a:lnTo>
                    <a:pt x="3946702" y="2133275"/>
                  </a:lnTo>
                  <a:lnTo>
                    <a:pt x="3946847" y="2133275"/>
                  </a:lnTo>
                  <a:lnTo>
                    <a:pt x="3946993" y="2133275"/>
                  </a:lnTo>
                  <a:lnTo>
                    <a:pt x="3946993" y="2132651"/>
                  </a:lnTo>
                  <a:lnTo>
                    <a:pt x="3946993" y="2132027"/>
                  </a:lnTo>
                  <a:lnTo>
                    <a:pt x="3947138" y="2132027"/>
                  </a:lnTo>
                  <a:lnTo>
                    <a:pt x="3947284" y="2132027"/>
                  </a:lnTo>
                  <a:lnTo>
                    <a:pt x="3947429" y="2132027"/>
                  </a:lnTo>
                  <a:lnTo>
                    <a:pt x="3947575" y="2132027"/>
                  </a:lnTo>
                  <a:lnTo>
                    <a:pt x="3947720" y="2132027"/>
                  </a:lnTo>
                  <a:lnTo>
                    <a:pt x="3947720" y="2131404"/>
                  </a:lnTo>
                  <a:lnTo>
                    <a:pt x="3947865" y="2131404"/>
                  </a:lnTo>
                  <a:lnTo>
                    <a:pt x="3948011" y="2131404"/>
                  </a:lnTo>
                  <a:lnTo>
                    <a:pt x="3948156" y="2131404"/>
                  </a:lnTo>
                  <a:lnTo>
                    <a:pt x="3948302" y="2131404"/>
                  </a:lnTo>
                  <a:lnTo>
                    <a:pt x="3948447" y="2131404"/>
                  </a:lnTo>
                  <a:lnTo>
                    <a:pt x="3948593" y="2131404"/>
                  </a:lnTo>
                  <a:lnTo>
                    <a:pt x="3948738" y="2131404"/>
                  </a:lnTo>
                  <a:lnTo>
                    <a:pt x="3948883" y="2131404"/>
                  </a:lnTo>
                  <a:lnTo>
                    <a:pt x="3949029" y="2131404"/>
                  </a:lnTo>
                  <a:lnTo>
                    <a:pt x="3949174" y="2131404"/>
                  </a:lnTo>
                  <a:lnTo>
                    <a:pt x="3949320" y="2131404"/>
                  </a:lnTo>
                  <a:lnTo>
                    <a:pt x="3949320" y="2130780"/>
                  </a:lnTo>
                  <a:lnTo>
                    <a:pt x="3949465" y="2130780"/>
                  </a:lnTo>
                  <a:lnTo>
                    <a:pt x="3949611" y="2130780"/>
                  </a:lnTo>
                  <a:lnTo>
                    <a:pt x="3949756" y="2130780"/>
                  </a:lnTo>
                  <a:lnTo>
                    <a:pt x="3949901" y="2130780"/>
                  </a:lnTo>
                  <a:lnTo>
                    <a:pt x="3950047" y="2130780"/>
                  </a:lnTo>
                  <a:lnTo>
                    <a:pt x="3950192" y="2130780"/>
                  </a:lnTo>
                  <a:lnTo>
                    <a:pt x="3950338" y="2130780"/>
                  </a:lnTo>
                  <a:lnTo>
                    <a:pt x="3950483" y="2130780"/>
                  </a:lnTo>
                  <a:lnTo>
                    <a:pt x="3950628" y="2130780"/>
                  </a:lnTo>
                  <a:lnTo>
                    <a:pt x="3950774" y="2130780"/>
                  </a:lnTo>
                  <a:lnTo>
                    <a:pt x="3950919" y="2130780"/>
                  </a:lnTo>
                  <a:lnTo>
                    <a:pt x="3951065" y="2130780"/>
                  </a:lnTo>
                  <a:lnTo>
                    <a:pt x="3951210" y="2130780"/>
                  </a:lnTo>
                  <a:lnTo>
                    <a:pt x="3951356" y="2130780"/>
                  </a:lnTo>
                  <a:lnTo>
                    <a:pt x="3951501" y="2130780"/>
                  </a:lnTo>
                  <a:lnTo>
                    <a:pt x="3951646" y="2130780"/>
                  </a:lnTo>
                  <a:lnTo>
                    <a:pt x="3951792" y="2130780"/>
                  </a:lnTo>
                  <a:lnTo>
                    <a:pt x="3951792" y="2130157"/>
                  </a:lnTo>
                  <a:lnTo>
                    <a:pt x="3951937" y="2130157"/>
                  </a:lnTo>
                  <a:lnTo>
                    <a:pt x="3952083" y="2130157"/>
                  </a:lnTo>
                  <a:lnTo>
                    <a:pt x="3952228" y="2130157"/>
                  </a:lnTo>
                  <a:lnTo>
                    <a:pt x="3952374" y="2130157"/>
                  </a:lnTo>
                  <a:lnTo>
                    <a:pt x="3952374" y="2129533"/>
                  </a:lnTo>
                  <a:lnTo>
                    <a:pt x="3952519" y="2129533"/>
                  </a:lnTo>
                  <a:lnTo>
                    <a:pt x="3952664" y="2129533"/>
                  </a:lnTo>
                  <a:lnTo>
                    <a:pt x="3952810" y="2129533"/>
                  </a:lnTo>
                  <a:lnTo>
                    <a:pt x="3952955" y="2129533"/>
                  </a:lnTo>
                  <a:lnTo>
                    <a:pt x="3953101" y="2129533"/>
                  </a:lnTo>
                  <a:lnTo>
                    <a:pt x="3953246" y="2129533"/>
                  </a:lnTo>
                  <a:lnTo>
                    <a:pt x="3953392" y="2129533"/>
                  </a:lnTo>
                  <a:lnTo>
                    <a:pt x="3953537" y="2129533"/>
                  </a:lnTo>
                  <a:lnTo>
                    <a:pt x="3953682" y="2129533"/>
                  </a:lnTo>
                  <a:lnTo>
                    <a:pt x="3953828" y="2129533"/>
                  </a:lnTo>
                  <a:lnTo>
                    <a:pt x="3953828" y="2128910"/>
                  </a:lnTo>
                  <a:lnTo>
                    <a:pt x="3953973" y="2128910"/>
                  </a:lnTo>
                  <a:lnTo>
                    <a:pt x="3954119" y="2128910"/>
                  </a:lnTo>
                  <a:lnTo>
                    <a:pt x="3954264" y="2128910"/>
                  </a:lnTo>
                  <a:lnTo>
                    <a:pt x="3954410" y="2128910"/>
                  </a:lnTo>
                  <a:lnTo>
                    <a:pt x="3954410" y="2128286"/>
                  </a:lnTo>
                  <a:lnTo>
                    <a:pt x="3954555" y="2128286"/>
                  </a:lnTo>
                  <a:lnTo>
                    <a:pt x="3954700" y="2128286"/>
                  </a:lnTo>
                  <a:lnTo>
                    <a:pt x="3954846" y="2128286"/>
                  </a:lnTo>
                  <a:lnTo>
                    <a:pt x="3954991" y="2128286"/>
                  </a:lnTo>
                  <a:lnTo>
                    <a:pt x="3955137" y="2128286"/>
                  </a:lnTo>
                  <a:lnTo>
                    <a:pt x="3955282" y="2128286"/>
                  </a:lnTo>
                  <a:lnTo>
                    <a:pt x="3955428" y="2128286"/>
                  </a:lnTo>
                  <a:lnTo>
                    <a:pt x="3955573" y="2128286"/>
                  </a:lnTo>
                  <a:lnTo>
                    <a:pt x="3955718" y="2128286"/>
                  </a:lnTo>
                  <a:lnTo>
                    <a:pt x="3955718" y="2127662"/>
                  </a:lnTo>
                  <a:lnTo>
                    <a:pt x="3955864" y="2127662"/>
                  </a:lnTo>
                  <a:lnTo>
                    <a:pt x="3956009" y="2127662"/>
                  </a:lnTo>
                  <a:lnTo>
                    <a:pt x="3956155" y="2127662"/>
                  </a:lnTo>
                  <a:lnTo>
                    <a:pt x="3956300" y="2127662"/>
                  </a:lnTo>
                  <a:lnTo>
                    <a:pt x="3956446" y="2127662"/>
                  </a:lnTo>
                  <a:lnTo>
                    <a:pt x="3956446" y="2127039"/>
                  </a:lnTo>
                  <a:lnTo>
                    <a:pt x="3956591" y="2127039"/>
                  </a:lnTo>
                  <a:lnTo>
                    <a:pt x="3956736" y="2127039"/>
                  </a:lnTo>
                  <a:lnTo>
                    <a:pt x="3956882" y="2127039"/>
                  </a:lnTo>
                  <a:lnTo>
                    <a:pt x="3957027" y="2127039"/>
                  </a:lnTo>
                  <a:lnTo>
                    <a:pt x="3957173" y="2127039"/>
                  </a:lnTo>
                  <a:lnTo>
                    <a:pt x="3957318" y="2127039"/>
                  </a:lnTo>
                  <a:lnTo>
                    <a:pt x="3957463" y="2127039"/>
                  </a:lnTo>
                  <a:lnTo>
                    <a:pt x="3957609" y="2127039"/>
                  </a:lnTo>
                  <a:lnTo>
                    <a:pt x="3957754" y="2127039"/>
                  </a:lnTo>
                  <a:lnTo>
                    <a:pt x="3957900" y="2127039"/>
                  </a:lnTo>
                  <a:lnTo>
                    <a:pt x="3958045" y="2127039"/>
                  </a:lnTo>
                  <a:lnTo>
                    <a:pt x="3958191" y="2127039"/>
                  </a:lnTo>
                  <a:lnTo>
                    <a:pt x="3958336" y="2127039"/>
                  </a:lnTo>
                  <a:lnTo>
                    <a:pt x="3958481" y="2127039"/>
                  </a:lnTo>
                  <a:lnTo>
                    <a:pt x="3958481" y="2126415"/>
                  </a:lnTo>
                  <a:lnTo>
                    <a:pt x="3958627" y="2126415"/>
                  </a:lnTo>
                  <a:lnTo>
                    <a:pt x="3958772" y="2126415"/>
                  </a:lnTo>
                  <a:lnTo>
                    <a:pt x="3958918" y="2126415"/>
                  </a:lnTo>
                  <a:lnTo>
                    <a:pt x="3959063" y="2126415"/>
                  </a:lnTo>
                  <a:lnTo>
                    <a:pt x="3959209" y="2126415"/>
                  </a:lnTo>
                  <a:lnTo>
                    <a:pt x="3959354" y="2126415"/>
                  </a:lnTo>
                  <a:lnTo>
                    <a:pt x="3959499" y="2126415"/>
                  </a:lnTo>
                  <a:lnTo>
                    <a:pt x="3959645" y="2126415"/>
                  </a:lnTo>
                  <a:lnTo>
                    <a:pt x="3959790" y="2126415"/>
                  </a:lnTo>
                  <a:lnTo>
                    <a:pt x="3959936" y="2126415"/>
                  </a:lnTo>
                  <a:lnTo>
                    <a:pt x="3960081" y="2126415"/>
                  </a:lnTo>
                  <a:lnTo>
                    <a:pt x="3960227" y="2126415"/>
                  </a:lnTo>
                  <a:lnTo>
                    <a:pt x="3960372" y="2126415"/>
                  </a:lnTo>
                  <a:lnTo>
                    <a:pt x="3960372" y="2125792"/>
                  </a:lnTo>
                  <a:lnTo>
                    <a:pt x="3960517" y="2125792"/>
                  </a:lnTo>
                  <a:lnTo>
                    <a:pt x="3960663" y="2125792"/>
                  </a:lnTo>
                  <a:lnTo>
                    <a:pt x="3960808" y="2125792"/>
                  </a:lnTo>
                  <a:lnTo>
                    <a:pt x="3960954" y="2125792"/>
                  </a:lnTo>
                  <a:lnTo>
                    <a:pt x="3961099" y="2125792"/>
                  </a:lnTo>
                  <a:lnTo>
                    <a:pt x="3961099" y="2125168"/>
                  </a:lnTo>
                  <a:lnTo>
                    <a:pt x="3961245" y="2125168"/>
                  </a:lnTo>
                  <a:lnTo>
                    <a:pt x="3961390" y="2125168"/>
                  </a:lnTo>
                  <a:lnTo>
                    <a:pt x="3961535" y="2125168"/>
                  </a:lnTo>
                  <a:lnTo>
                    <a:pt x="3961681" y="2125168"/>
                  </a:lnTo>
                  <a:lnTo>
                    <a:pt x="3961826" y="2125168"/>
                  </a:lnTo>
                  <a:lnTo>
                    <a:pt x="3961972" y="2125168"/>
                  </a:lnTo>
                  <a:lnTo>
                    <a:pt x="3962117" y="2125168"/>
                  </a:lnTo>
                  <a:lnTo>
                    <a:pt x="3962263" y="2125168"/>
                  </a:lnTo>
                  <a:lnTo>
                    <a:pt x="3962408" y="2125168"/>
                  </a:lnTo>
                  <a:lnTo>
                    <a:pt x="3962553" y="2125168"/>
                  </a:lnTo>
                  <a:lnTo>
                    <a:pt x="3962553" y="2124544"/>
                  </a:lnTo>
                  <a:lnTo>
                    <a:pt x="3962699" y="2124544"/>
                  </a:lnTo>
                  <a:lnTo>
                    <a:pt x="3962844" y="2124544"/>
                  </a:lnTo>
                  <a:lnTo>
                    <a:pt x="3962844" y="2123921"/>
                  </a:lnTo>
                  <a:lnTo>
                    <a:pt x="3962990" y="2123921"/>
                  </a:lnTo>
                  <a:lnTo>
                    <a:pt x="3963135" y="2123921"/>
                  </a:lnTo>
                  <a:lnTo>
                    <a:pt x="3963280" y="2123921"/>
                  </a:lnTo>
                  <a:lnTo>
                    <a:pt x="3963426" y="2123921"/>
                  </a:lnTo>
                  <a:lnTo>
                    <a:pt x="3963571" y="2123921"/>
                  </a:lnTo>
                  <a:lnTo>
                    <a:pt x="3963717" y="2123921"/>
                  </a:lnTo>
                  <a:lnTo>
                    <a:pt x="3963862" y="2123921"/>
                  </a:lnTo>
                  <a:lnTo>
                    <a:pt x="3964008" y="2123921"/>
                  </a:lnTo>
                  <a:lnTo>
                    <a:pt x="3964008" y="2123297"/>
                  </a:lnTo>
                  <a:lnTo>
                    <a:pt x="3964153" y="2123297"/>
                  </a:lnTo>
                  <a:lnTo>
                    <a:pt x="3964298" y="2123297"/>
                  </a:lnTo>
                  <a:lnTo>
                    <a:pt x="3964444" y="2123297"/>
                  </a:lnTo>
                  <a:lnTo>
                    <a:pt x="3964589" y="2123297"/>
                  </a:lnTo>
                  <a:lnTo>
                    <a:pt x="3964735" y="2123297"/>
                  </a:lnTo>
                  <a:lnTo>
                    <a:pt x="3964880" y="2123297"/>
                  </a:lnTo>
                  <a:lnTo>
                    <a:pt x="3965026" y="2123297"/>
                  </a:lnTo>
                  <a:lnTo>
                    <a:pt x="3965171" y="2123297"/>
                  </a:lnTo>
                  <a:lnTo>
                    <a:pt x="3965316" y="2123297"/>
                  </a:lnTo>
                  <a:lnTo>
                    <a:pt x="3965462" y="2123297"/>
                  </a:lnTo>
                  <a:lnTo>
                    <a:pt x="3965607" y="2123297"/>
                  </a:lnTo>
                  <a:lnTo>
                    <a:pt x="3965753" y="2123297"/>
                  </a:lnTo>
                  <a:lnTo>
                    <a:pt x="3965898" y="2123297"/>
                  </a:lnTo>
                  <a:lnTo>
                    <a:pt x="3966044" y="2123297"/>
                  </a:lnTo>
                  <a:lnTo>
                    <a:pt x="3966189" y="2123297"/>
                  </a:lnTo>
                  <a:lnTo>
                    <a:pt x="3966189" y="2122674"/>
                  </a:lnTo>
                  <a:lnTo>
                    <a:pt x="3966334" y="2122674"/>
                  </a:lnTo>
                  <a:lnTo>
                    <a:pt x="3966480" y="2122674"/>
                  </a:lnTo>
                  <a:lnTo>
                    <a:pt x="3966480" y="2122050"/>
                  </a:lnTo>
                  <a:lnTo>
                    <a:pt x="3966625" y="2122050"/>
                  </a:lnTo>
                  <a:lnTo>
                    <a:pt x="3966625" y="2121427"/>
                  </a:lnTo>
                  <a:lnTo>
                    <a:pt x="3966625" y="2120803"/>
                  </a:lnTo>
                  <a:lnTo>
                    <a:pt x="3966771" y="2120803"/>
                  </a:lnTo>
                  <a:lnTo>
                    <a:pt x="3966916" y="2120803"/>
                  </a:lnTo>
                  <a:lnTo>
                    <a:pt x="3966916" y="2120179"/>
                  </a:lnTo>
                  <a:lnTo>
                    <a:pt x="3967062" y="2120179"/>
                  </a:lnTo>
                  <a:lnTo>
                    <a:pt x="3967207" y="2120179"/>
                  </a:lnTo>
                  <a:lnTo>
                    <a:pt x="3967352" y="2120179"/>
                  </a:lnTo>
                  <a:lnTo>
                    <a:pt x="3967498" y="2120179"/>
                  </a:lnTo>
                  <a:lnTo>
                    <a:pt x="3967643" y="2120179"/>
                  </a:lnTo>
                  <a:lnTo>
                    <a:pt x="3967789" y="2120179"/>
                  </a:lnTo>
                  <a:lnTo>
                    <a:pt x="3967934" y="2120179"/>
                  </a:lnTo>
                  <a:lnTo>
                    <a:pt x="3967934" y="2119556"/>
                  </a:lnTo>
                  <a:lnTo>
                    <a:pt x="3968080" y="2119556"/>
                  </a:lnTo>
                  <a:lnTo>
                    <a:pt x="3968225" y="2119556"/>
                  </a:lnTo>
                  <a:lnTo>
                    <a:pt x="3968370" y="2119556"/>
                  </a:lnTo>
                  <a:lnTo>
                    <a:pt x="3968370" y="2118932"/>
                  </a:lnTo>
                  <a:lnTo>
                    <a:pt x="3968516" y="2118932"/>
                  </a:lnTo>
                  <a:lnTo>
                    <a:pt x="3968661" y="2118932"/>
                  </a:lnTo>
                  <a:lnTo>
                    <a:pt x="3968807" y="2118932"/>
                  </a:lnTo>
                  <a:lnTo>
                    <a:pt x="3968952" y="2118932"/>
                  </a:lnTo>
                  <a:lnTo>
                    <a:pt x="3969098" y="2118932"/>
                  </a:lnTo>
                  <a:lnTo>
                    <a:pt x="3969098" y="2118309"/>
                  </a:lnTo>
                  <a:lnTo>
                    <a:pt x="3969243" y="2118309"/>
                  </a:lnTo>
                  <a:lnTo>
                    <a:pt x="3969388" y="2118309"/>
                  </a:lnTo>
                  <a:lnTo>
                    <a:pt x="3969534" y="2118309"/>
                  </a:lnTo>
                  <a:lnTo>
                    <a:pt x="3969679" y="2118309"/>
                  </a:lnTo>
                  <a:lnTo>
                    <a:pt x="3969825" y="2118309"/>
                  </a:lnTo>
                  <a:lnTo>
                    <a:pt x="3969825" y="2117685"/>
                  </a:lnTo>
                  <a:lnTo>
                    <a:pt x="3969970" y="2117685"/>
                  </a:lnTo>
                  <a:lnTo>
                    <a:pt x="3970115" y="2117685"/>
                  </a:lnTo>
                  <a:lnTo>
                    <a:pt x="3970261" y="2117685"/>
                  </a:lnTo>
                  <a:lnTo>
                    <a:pt x="3970406" y="2117685"/>
                  </a:lnTo>
                  <a:lnTo>
                    <a:pt x="3970552" y="2117685"/>
                  </a:lnTo>
                  <a:lnTo>
                    <a:pt x="3970697" y="2117685"/>
                  </a:lnTo>
                  <a:lnTo>
                    <a:pt x="3970843" y="2117685"/>
                  </a:lnTo>
                  <a:lnTo>
                    <a:pt x="3970988" y="2117685"/>
                  </a:lnTo>
                  <a:lnTo>
                    <a:pt x="3971133" y="2117685"/>
                  </a:lnTo>
                  <a:lnTo>
                    <a:pt x="3971279" y="2117685"/>
                  </a:lnTo>
                  <a:lnTo>
                    <a:pt x="3971424" y="2117685"/>
                  </a:lnTo>
                  <a:lnTo>
                    <a:pt x="3971570" y="2117685"/>
                  </a:lnTo>
                  <a:lnTo>
                    <a:pt x="3971570" y="2117061"/>
                  </a:lnTo>
                  <a:lnTo>
                    <a:pt x="3971715" y="2117061"/>
                  </a:lnTo>
                  <a:lnTo>
                    <a:pt x="3971861" y="2117061"/>
                  </a:lnTo>
                  <a:lnTo>
                    <a:pt x="3972006" y="2117061"/>
                  </a:lnTo>
                  <a:lnTo>
                    <a:pt x="3972151" y="2117061"/>
                  </a:lnTo>
                  <a:lnTo>
                    <a:pt x="3972297" y="2117061"/>
                  </a:lnTo>
                  <a:lnTo>
                    <a:pt x="3972442" y="2117061"/>
                  </a:lnTo>
                  <a:lnTo>
                    <a:pt x="3972588" y="2117061"/>
                  </a:lnTo>
                  <a:lnTo>
                    <a:pt x="3972733" y="2117061"/>
                  </a:lnTo>
                  <a:lnTo>
                    <a:pt x="3972733" y="2116438"/>
                  </a:lnTo>
                  <a:lnTo>
                    <a:pt x="3972879" y="2116438"/>
                  </a:lnTo>
                  <a:lnTo>
                    <a:pt x="3972879" y="2115814"/>
                  </a:lnTo>
                  <a:lnTo>
                    <a:pt x="3973024" y="2115814"/>
                  </a:lnTo>
                  <a:lnTo>
                    <a:pt x="3973024" y="2115191"/>
                  </a:lnTo>
                  <a:lnTo>
                    <a:pt x="3973169" y="2115191"/>
                  </a:lnTo>
                  <a:lnTo>
                    <a:pt x="3973315" y="2115191"/>
                  </a:lnTo>
                  <a:lnTo>
                    <a:pt x="3973460" y="2115191"/>
                  </a:lnTo>
                  <a:lnTo>
                    <a:pt x="3973460" y="2114567"/>
                  </a:lnTo>
                  <a:lnTo>
                    <a:pt x="3973606" y="2114567"/>
                  </a:lnTo>
                  <a:lnTo>
                    <a:pt x="3973751" y="2114567"/>
                  </a:lnTo>
                  <a:lnTo>
                    <a:pt x="3973897" y="2114567"/>
                  </a:lnTo>
                  <a:lnTo>
                    <a:pt x="3974042" y="2114567"/>
                  </a:lnTo>
                  <a:lnTo>
                    <a:pt x="3974187" y="2114567"/>
                  </a:lnTo>
                  <a:lnTo>
                    <a:pt x="3974333" y="2114567"/>
                  </a:lnTo>
                  <a:lnTo>
                    <a:pt x="3974478" y="2114567"/>
                  </a:lnTo>
                  <a:lnTo>
                    <a:pt x="3974624" y="2114567"/>
                  </a:lnTo>
                  <a:lnTo>
                    <a:pt x="3974769" y="2114567"/>
                  </a:lnTo>
                  <a:lnTo>
                    <a:pt x="3974915" y="2114567"/>
                  </a:lnTo>
                  <a:lnTo>
                    <a:pt x="3975060" y="2114567"/>
                  </a:lnTo>
                  <a:lnTo>
                    <a:pt x="3975060" y="2113944"/>
                  </a:lnTo>
                  <a:lnTo>
                    <a:pt x="3975205" y="2113944"/>
                  </a:lnTo>
                  <a:lnTo>
                    <a:pt x="3975351" y="2113944"/>
                  </a:lnTo>
                  <a:lnTo>
                    <a:pt x="3975496" y="2113944"/>
                  </a:lnTo>
                  <a:lnTo>
                    <a:pt x="3975642" y="2113944"/>
                  </a:lnTo>
                  <a:lnTo>
                    <a:pt x="3975787" y="2113944"/>
                  </a:lnTo>
                  <a:lnTo>
                    <a:pt x="3975933" y="2113944"/>
                  </a:lnTo>
                  <a:lnTo>
                    <a:pt x="3976078" y="2113944"/>
                  </a:lnTo>
                  <a:lnTo>
                    <a:pt x="3976078" y="2113320"/>
                  </a:lnTo>
                  <a:lnTo>
                    <a:pt x="3976223" y="2113320"/>
                  </a:lnTo>
                  <a:lnTo>
                    <a:pt x="3976369" y="2113320"/>
                  </a:lnTo>
                  <a:lnTo>
                    <a:pt x="3976514" y="2113320"/>
                  </a:lnTo>
                  <a:lnTo>
                    <a:pt x="3976660" y="2113320"/>
                  </a:lnTo>
                  <a:lnTo>
                    <a:pt x="3976805" y="2113320"/>
                  </a:lnTo>
                  <a:lnTo>
                    <a:pt x="3976950" y="2113320"/>
                  </a:lnTo>
                  <a:lnTo>
                    <a:pt x="3977096" y="2113320"/>
                  </a:lnTo>
                  <a:lnTo>
                    <a:pt x="3977241" y="2113320"/>
                  </a:lnTo>
                  <a:lnTo>
                    <a:pt x="3977387" y="2113320"/>
                  </a:lnTo>
                  <a:lnTo>
                    <a:pt x="3977532" y="2113320"/>
                  </a:lnTo>
                  <a:lnTo>
                    <a:pt x="3977532" y="2112696"/>
                  </a:lnTo>
                  <a:lnTo>
                    <a:pt x="3977532" y="2112073"/>
                  </a:lnTo>
                  <a:lnTo>
                    <a:pt x="3977678" y="2112073"/>
                  </a:lnTo>
                  <a:lnTo>
                    <a:pt x="3977823" y="2112073"/>
                  </a:lnTo>
                  <a:lnTo>
                    <a:pt x="3977968" y="2112073"/>
                  </a:lnTo>
                  <a:lnTo>
                    <a:pt x="3978114" y="2112073"/>
                  </a:lnTo>
                  <a:lnTo>
                    <a:pt x="3978259" y="2112073"/>
                  </a:lnTo>
                  <a:lnTo>
                    <a:pt x="3978405" y="2112073"/>
                  </a:lnTo>
                  <a:lnTo>
                    <a:pt x="3978550" y="2112073"/>
                  </a:lnTo>
                  <a:lnTo>
                    <a:pt x="3978696" y="2112073"/>
                  </a:lnTo>
                  <a:lnTo>
                    <a:pt x="3978841" y="2112073"/>
                  </a:lnTo>
                  <a:lnTo>
                    <a:pt x="3978841" y="2111449"/>
                  </a:lnTo>
                  <a:lnTo>
                    <a:pt x="3978986" y="2111449"/>
                  </a:lnTo>
                  <a:lnTo>
                    <a:pt x="3979132" y="2111449"/>
                  </a:lnTo>
                  <a:lnTo>
                    <a:pt x="3979277" y="2111449"/>
                  </a:lnTo>
                  <a:lnTo>
                    <a:pt x="3979423" y="2111449"/>
                  </a:lnTo>
                  <a:lnTo>
                    <a:pt x="3979568" y="2111449"/>
                  </a:lnTo>
                  <a:lnTo>
                    <a:pt x="3979714" y="2111449"/>
                  </a:lnTo>
                  <a:lnTo>
                    <a:pt x="3979859" y="2111449"/>
                  </a:lnTo>
                  <a:lnTo>
                    <a:pt x="3980004" y="2111449"/>
                  </a:lnTo>
                  <a:lnTo>
                    <a:pt x="3980150" y="2111449"/>
                  </a:lnTo>
                  <a:lnTo>
                    <a:pt x="3980295" y="2111449"/>
                  </a:lnTo>
                  <a:lnTo>
                    <a:pt x="3980295" y="2110826"/>
                  </a:lnTo>
                  <a:lnTo>
                    <a:pt x="3980441" y="2110826"/>
                  </a:lnTo>
                  <a:lnTo>
                    <a:pt x="3980586" y="2110826"/>
                  </a:lnTo>
                  <a:lnTo>
                    <a:pt x="3980732" y="2110826"/>
                  </a:lnTo>
                  <a:lnTo>
                    <a:pt x="3980877" y="2110826"/>
                  </a:lnTo>
                  <a:lnTo>
                    <a:pt x="3981022" y="2110826"/>
                  </a:lnTo>
                  <a:lnTo>
                    <a:pt x="3981168" y="2110826"/>
                  </a:lnTo>
                  <a:lnTo>
                    <a:pt x="3981313" y="2110826"/>
                  </a:lnTo>
                  <a:lnTo>
                    <a:pt x="3981313" y="2110202"/>
                  </a:lnTo>
                  <a:lnTo>
                    <a:pt x="3981459" y="2110202"/>
                  </a:lnTo>
                  <a:lnTo>
                    <a:pt x="3981604" y="2110202"/>
                  </a:lnTo>
                  <a:lnTo>
                    <a:pt x="3981750" y="2110202"/>
                  </a:lnTo>
                  <a:lnTo>
                    <a:pt x="3981895" y="2110202"/>
                  </a:lnTo>
                  <a:lnTo>
                    <a:pt x="3982040" y="2110202"/>
                  </a:lnTo>
                  <a:lnTo>
                    <a:pt x="3982186" y="2110202"/>
                  </a:lnTo>
                  <a:lnTo>
                    <a:pt x="3982331" y="2110202"/>
                  </a:lnTo>
                  <a:lnTo>
                    <a:pt x="3982477" y="2110202"/>
                  </a:lnTo>
                  <a:lnTo>
                    <a:pt x="3982622" y="2110202"/>
                  </a:lnTo>
                  <a:lnTo>
                    <a:pt x="3982768" y="2110202"/>
                  </a:lnTo>
                  <a:lnTo>
                    <a:pt x="3982913" y="2110202"/>
                  </a:lnTo>
                  <a:lnTo>
                    <a:pt x="3983058" y="2110202"/>
                  </a:lnTo>
                  <a:lnTo>
                    <a:pt x="3983204" y="2110202"/>
                  </a:lnTo>
                  <a:lnTo>
                    <a:pt x="3983349" y="2110202"/>
                  </a:lnTo>
                  <a:lnTo>
                    <a:pt x="3983495" y="2110202"/>
                  </a:lnTo>
                  <a:lnTo>
                    <a:pt x="3983495" y="2109578"/>
                  </a:lnTo>
                  <a:lnTo>
                    <a:pt x="3983640" y="2109578"/>
                  </a:lnTo>
                  <a:lnTo>
                    <a:pt x="3983640" y="2108955"/>
                  </a:lnTo>
                  <a:lnTo>
                    <a:pt x="3983785" y="2108955"/>
                  </a:lnTo>
                  <a:lnTo>
                    <a:pt x="3983931" y="2108955"/>
                  </a:lnTo>
                  <a:lnTo>
                    <a:pt x="3984076" y="2108955"/>
                  </a:lnTo>
                  <a:lnTo>
                    <a:pt x="3984222" y="2108955"/>
                  </a:lnTo>
                  <a:lnTo>
                    <a:pt x="3984222" y="2108331"/>
                  </a:lnTo>
                  <a:lnTo>
                    <a:pt x="3984367" y="2108331"/>
                  </a:lnTo>
                  <a:lnTo>
                    <a:pt x="3984513" y="2108331"/>
                  </a:lnTo>
                  <a:lnTo>
                    <a:pt x="3984658" y="2108331"/>
                  </a:lnTo>
                  <a:lnTo>
                    <a:pt x="3984803" y="2108331"/>
                  </a:lnTo>
                  <a:lnTo>
                    <a:pt x="3984949" y="2108331"/>
                  </a:lnTo>
                  <a:lnTo>
                    <a:pt x="3985094" y="2108331"/>
                  </a:lnTo>
                  <a:lnTo>
                    <a:pt x="3985094" y="2107708"/>
                  </a:lnTo>
                  <a:lnTo>
                    <a:pt x="3985240" y="2107708"/>
                  </a:lnTo>
                  <a:lnTo>
                    <a:pt x="3985385" y="2107708"/>
                  </a:lnTo>
                  <a:lnTo>
                    <a:pt x="3985531" y="2107708"/>
                  </a:lnTo>
                  <a:lnTo>
                    <a:pt x="3985676" y="2107708"/>
                  </a:lnTo>
                  <a:lnTo>
                    <a:pt x="3985676" y="2107084"/>
                  </a:lnTo>
                  <a:lnTo>
                    <a:pt x="3985821" y="2107084"/>
                  </a:lnTo>
                  <a:lnTo>
                    <a:pt x="3985821" y="2106461"/>
                  </a:lnTo>
                  <a:lnTo>
                    <a:pt x="3985967" y="2106461"/>
                  </a:lnTo>
                  <a:lnTo>
                    <a:pt x="3986112" y="2106461"/>
                  </a:lnTo>
                  <a:lnTo>
                    <a:pt x="3986258" y="2106461"/>
                  </a:lnTo>
                  <a:lnTo>
                    <a:pt x="3986403" y="2106461"/>
                  </a:lnTo>
                  <a:lnTo>
                    <a:pt x="3986403" y="2105837"/>
                  </a:lnTo>
                  <a:lnTo>
                    <a:pt x="3986549" y="2105837"/>
                  </a:lnTo>
                  <a:lnTo>
                    <a:pt x="3986694" y="2105837"/>
                  </a:lnTo>
                  <a:lnTo>
                    <a:pt x="3986839" y="2105837"/>
                  </a:lnTo>
                  <a:lnTo>
                    <a:pt x="3986839" y="2105213"/>
                  </a:lnTo>
                  <a:lnTo>
                    <a:pt x="3986985" y="2105213"/>
                  </a:lnTo>
                  <a:lnTo>
                    <a:pt x="3987130" y="2105213"/>
                  </a:lnTo>
                  <a:lnTo>
                    <a:pt x="3987276" y="2105213"/>
                  </a:lnTo>
                  <a:lnTo>
                    <a:pt x="3987421" y="2105213"/>
                  </a:lnTo>
                  <a:lnTo>
                    <a:pt x="3987421" y="2104590"/>
                  </a:lnTo>
                  <a:lnTo>
                    <a:pt x="3987567" y="2104590"/>
                  </a:lnTo>
                  <a:lnTo>
                    <a:pt x="3987712" y="2104590"/>
                  </a:lnTo>
                  <a:lnTo>
                    <a:pt x="3987857" y="2104590"/>
                  </a:lnTo>
                  <a:lnTo>
                    <a:pt x="3988003" y="2104590"/>
                  </a:lnTo>
                  <a:lnTo>
                    <a:pt x="3988148" y="2104590"/>
                  </a:lnTo>
                  <a:lnTo>
                    <a:pt x="3988294" y="2104590"/>
                  </a:lnTo>
                  <a:lnTo>
                    <a:pt x="3988439" y="2104590"/>
                  </a:lnTo>
                  <a:lnTo>
                    <a:pt x="3988585" y="2104590"/>
                  </a:lnTo>
                  <a:lnTo>
                    <a:pt x="3988730" y="2104590"/>
                  </a:lnTo>
                  <a:lnTo>
                    <a:pt x="3988875" y="2104590"/>
                  </a:lnTo>
                  <a:lnTo>
                    <a:pt x="3988875" y="2103966"/>
                  </a:lnTo>
                  <a:lnTo>
                    <a:pt x="3989021" y="2103966"/>
                  </a:lnTo>
                  <a:lnTo>
                    <a:pt x="3989166" y="2103966"/>
                  </a:lnTo>
                  <a:lnTo>
                    <a:pt x="3989312" y="2103966"/>
                  </a:lnTo>
                  <a:lnTo>
                    <a:pt x="3989457" y="2103966"/>
                  </a:lnTo>
                  <a:lnTo>
                    <a:pt x="3989603" y="2103966"/>
                  </a:lnTo>
                  <a:lnTo>
                    <a:pt x="3989603" y="2103343"/>
                  </a:lnTo>
                  <a:lnTo>
                    <a:pt x="3989748" y="2103343"/>
                  </a:lnTo>
                  <a:lnTo>
                    <a:pt x="3989893" y="2103343"/>
                  </a:lnTo>
                  <a:lnTo>
                    <a:pt x="3990039" y="2103343"/>
                  </a:lnTo>
                  <a:lnTo>
                    <a:pt x="3990184" y="2103343"/>
                  </a:lnTo>
                  <a:lnTo>
                    <a:pt x="3990330" y="2103343"/>
                  </a:lnTo>
                  <a:lnTo>
                    <a:pt x="3990475" y="2103343"/>
                  </a:lnTo>
                  <a:lnTo>
                    <a:pt x="3990620" y="2103343"/>
                  </a:lnTo>
                  <a:lnTo>
                    <a:pt x="3990766" y="2103343"/>
                  </a:lnTo>
                  <a:lnTo>
                    <a:pt x="3990911" y="2103343"/>
                  </a:lnTo>
                  <a:lnTo>
                    <a:pt x="3991057" y="2103343"/>
                  </a:lnTo>
                  <a:lnTo>
                    <a:pt x="3991202" y="2103343"/>
                  </a:lnTo>
                  <a:lnTo>
                    <a:pt x="3991348" y="2103343"/>
                  </a:lnTo>
                  <a:lnTo>
                    <a:pt x="3991493" y="2103343"/>
                  </a:lnTo>
                  <a:lnTo>
                    <a:pt x="3991638" y="2103343"/>
                  </a:lnTo>
                  <a:lnTo>
                    <a:pt x="3991784" y="2103343"/>
                  </a:lnTo>
                  <a:lnTo>
                    <a:pt x="3991929" y="2103343"/>
                  </a:lnTo>
                  <a:lnTo>
                    <a:pt x="3992075" y="2103343"/>
                  </a:lnTo>
                  <a:lnTo>
                    <a:pt x="3992220" y="2103343"/>
                  </a:lnTo>
                  <a:lnTo>
                    <a:pt x="3992366" y="2103343"/>
                  </a:lnTo>
                  <a:lnTo>
                    <a:pt x="3992511" y="2103343"/>
                  </a:lnTo>
                  <a:lnTo>
                    <a:pt x="3992656" y="2103343"/>
                  </a:lnTo>
                  <a:lnTo>
                    <a:pt x="3992802" y="2103343"/>
                  </a:lnTo>
                  <a:lnTo>
                    <a:pt x="3992947" y="2103343"/>
                  </a:lnTo>
                  <a:lnTo>
                    <a:pt x="3993093" y="2103343"/>
                  </a:lnTo>
                  <a:lnTo>
                    <a:pt x="3993238" y="2103343"/>
                  </a:lnTo>
                  <a:lnTo>
                    <a:pt x="3993384" y="2103343"/>
                  </a:lnTo>
                  <a:lnTo>
                    <a:pt x="3993529" y="2103343"/>
                  </a:lnTo>
                  <a:lnTo>
                    <a:pt x="3993674" y="2103343"/>
                  </a:lnTo>
                  <a:lnTo>
                    <a:pt x="3993674" y="2102719"/>
                  </a:lnTo>
                  <a:lnTo>
                    <a:pt x="3993820" y="2102719"/>
                  </a:lnTo>
                  <a:lnTo>
                    <a:pt x="3993965" y="2102719"/>
                  </a:lnTo>
                  <a:lnTo>
                    <a:pt x="3994111" y="2102719"/>
                  </a:lnTo>
                  <a:lnTo>
                    <a:pt x="3994256" y="2102719"/>
                  </a:lnTo>
                  <a:lnTo>
                    <a:pt x="3994402" y="2102719"/>
                  </a:lnTo>
                  <a:lnTo>
                    <a:pt x="3994547" y="2102719"/>
                  </a:lnTo>
                  <a:lnTo>
                    <a:pt x="3994692" y="2102719"/>
                  </a:lnTo>
                  <a:lnTo>
                    <a:pt x="3994838" y="2102719"/>
                  </a:lnTo>
                  <a:lnTo>
                    <a:pt x="3994983" y="2102719"/>
                  </a:lnTo>
                  <a:lnTo>
                    <a:pt x="3995129" y="2102719"/>
                  </a:lnTo>
                  <a:lnTo>
                    <a:pt x="3995274" y="2102719"/>
                  </a:lnTo>
                  <a:lnTo>
                    <a:pt x="3995420" y="2102719"/>
                  </a:lnTo>
                  <a:lnTo>
                    <a:pt x="3995565" y="2102719"/>
                  </a:lnTo>
                  <a:lnTo>
                    <a:pt x="3995710" y="2102719"/>
                  </a:lnTo>
                  <a:lnTo>
                    <a:pt x="3995856" y="2102719"/>
                  </a:lnTo>
                  <a:lnTo>
                    <a:pt x="3995856" y="2102095"/>
                  </a:lnTo>
                  <a:lnTo>
                    <a:pt x="3996001" y="2102095"/>
                  </a:lnTo>
                  <a:lnTo>
                    <a:pt x="3996147" y="2102095"/>
                  </a:lnTo>
                  <a:lnTo>
                    <a:pt x="3996292" y="2102095"/>
                  </a:lnTo>
                  <a:lnTo>
                    <a:pt x="3996292" y="2101472"/>
                  </a:lnTo>
                  <a:lnTo>
                    <a:pt x="3996438" y="2101472"/>
                  </a:lnTo>
                  <a:lnTo>
                    <a:pt x="3996583" y="2101472"/>
                  </a:lnTo>
                  <a:lnTo>
                    <a:pt x="3996583" y="2100848"/>
                  </a:lnTo>
                  <a:lnTo>
                    <a:pt x="3996728" y="2100848"/>
                  </a:lnTo>
                  <a:lnTo>
                    <a:pt x="3996874" y="2100848"/>
                  </a:lnTo>
                  <a:lnTo>
                    <a:pt x="3997019" y="2100848"/>
                  </a:lnTo>
                  <a:lnTo>
                    <a:pt x="3997165" y="2100848"/>
                  </a:lnTo>
                  <a:lnTo>
                    <a:pt x="3997310" y="2100848"/>
                  </a:lnTo>
                  <a:lnTo>
                    <a:pt x="3997455" y="2100848"/>
                  </a:lnTo>
                  <a:lnTo>
                    <a:pt x="3997601" y="2100848"/>
                  </a:lnTo>
                  <a:lnTo>
                    <a:pt x="3997601" y="2100225"/>
                  </a:lnTo>
                  <a:lnTo>
                    <a:pt x="3997746" y="2100225"/>
                  </a:lnTo>
                  <a:lnTo>
                    <a:pt x="3997892" y="2100225"/>
                  </a:lnTo>
                  <a:lnTo>
                    <a:pt x="3998037" y="2100225"/>
                  </a:lnTo>
                  <a:lnTo>
                    <a:pt x="3998183" y="2100225"/>
                  </a:lnTo>
                  <a:lnTo>
                    <a:pt x="3998328" y="2100225"/>
                  </a:lnTo>
                  <a:lnTo>
                    <a:pt x="3998473" y="2100225"/>
                  </a:lnTo>
                  <a:lnTo>
                    <a:pt x="3998619" y="2100225"/>
                  </a:lnTo>
                  <a:lnTo>
                    <a:pt x="3998764" y="2100225"/>
                  </a:lnTo>
                  <a:lnTo>
                    <a:pt x="3998910" y="2100225"/>
                  </a:lnTo>
                  <a:lnTo>
                    <a:pt x="3999055" y="2100225"/>
                  </a:lnTo>
                  <a:lnTo>
                    <a:pt x="3999201" y="2100225"/>
                  </a:lnTo>
                  <a:lnTo>
                    <a:pt x="3999346" y="2100225"/>
                  </a:lnTo>
                  <a:lnTo>
                    <a:pt x="3999491" y="2100225"/>
                  </a:lnTo>
                  <a:lnTo>
                    <a:pt x="3999637" y="2100225"/>
                  </a:lnTo>
                  <a:lnTo>
                    <a:pt x="3999782" y="2100225"/>
                  </a:lnTo>
                  <a:lnTo>
                    <a:pt x="3999928" y="2100225"/>
                  </a:lnTo>
                  <a:lnTo>
                    <a:pt x="4000073" y="2100225"/>
                  </a:lnTo>
                  <a:lnTo>
                    <a:pt x="4000219" y="2100225"/>
                  </a:lnTo>
                  <a:lnTo>
                    <a:pt x="4000364" y="2100225"/>
                  </a:lnTo>
                  <a:lnTo>
                    <a:pt x="4000509" y="2100225"/>
                  </a:lnTo>
                  <a:lnTo>
                    <a:pt x="4000655" y="2100225"/>
                  </a:lnTo>
                  <a:lnTo>
                    <a:pt x="4000800" y="2100225"/>
                  </a:lnTo>
                  <a:lnTo>
                    <a:pt x="4000946" y="2100225"/>
                  </a:lnTo>
                  <a:lnTo>
                    <a:pt x="4001091" y="2100225"/>
                  </a:lnTo>
                  <a:lnTo>
                    <a:pt x="4001237" y="2100225"/>
                  </a:lnTo>
                  <a:lnTo>
                    <a:pt x="4001237" y="2099601"/>
                  </a:lnTo>
                  <a:lnTo>
                    <a:pt x="4001382" y="2099601"/>
                  </a:lnTo>
                  <a:lnTo>
                    <a:pt x="4001527" y="2099601"/>
                  </a:lnTo>
                  <a:lnTo>
                    <a:pt x="4001527" y="2098978"/>
                  </a:lnTo>
                  <a:lnTo>
                    <a:pt x="4001673" y="2098978"/>
                  </a:lnTo>
                  <a:lnTo>
                    <a:pt x="4001818" y="2098978"/>
                  </a:lnTo>
                  <a:lnTo>
                    <a:pt x="4001964" y="2098978"/>
                  </a:lnTo>
                  <a:lnTo>
                    <a:pt x="4002109" y="2098978"/>
                  </a:lnTo>
                  <a:lnTo>
                    <a:pt x="4002255" y="2098978"/>
                  </a:lnTo>
                  <a:lnTo>
                    <a:pt x="4002400" y="2098978"/>
                  </a:lnTo>
                  <a:lnTo>
                    <a:pt x="4002545" y="2098978"/>
                  </a:lnTo>
                  <a:lnTo>
                    <a:pt x="4002691" y="2098978"/>
                  </a:lnTo>
                  <a:lnTo>
                    <a:pt x="4002691" y="2098354"/>
                  </a:lnTo>
                  <a:lnTo>
                    <a:pt x="4002691" y="2097730"/>
                  </a:lnTo>
                  <a:lnTo>
                    <a:pt x="4002691" y="2097107"/>
                  </a:lnTo>
                  <a:lnTo>
                    <a:pt x="4002691" y="2096483"/>
                  </a:lnTo>
                  <a:lnTo>
                    <a:pt x="4002836" y="2096483"/>
                  </a:lnTo>
                  <a:lnTo>
                    <a:pt x="4002982" y="2096483"/>
                  </a:lnTo>
                  <a:lnTo>
                    <a:pt x="4003127" y="2096483"/>
                  </a:lnTo>
                  <a:lnTo>
                    <a:pt x="4003273" y="2096483"/>
                  </a:lnTo>
                  <a:lnTo>
                    <a:pt x="4003418" y="2096483"/>
                  </a:lnTo>
                  <a:lnTo>
                    <a:pt x="4003563" y="2096483"/>
                  </a:lnTo>
                  <a:lnTo>
                    <a:pt x="4003709" y="2096483"/>
                  </a:lnTo>
                  <a:lnTo>
                    <a:pt x="4003854" y="2096483"/>
                  </a:lnTo>
                  <a:lnTo>
                    <a:pt x="4004000" y="2096483"/>
                  </a:lnTo>
                  <a:lnTo>
                    <a:pt x="4004000" y="2095860"/>
                  </a:lnTo>
                  <a:lnTo>
                    <a:pt x="4004145" y="2095860"/>
                  </a:lnTo>
                  <a:lnTo>
                    <a:pt x="4004290" y="2095860"/>
                  </a:lnTo>
                  <a:lnTo>
                    <a:pt x="4004436" y="2095860"/>
                  </a:lnTo>
                  <a:lnTo>
                    <a:pt x="4004581" y="2095860"/>
                  </a:lnTo>
                  <a:lnTo>
                    <a:pt x="4004727" y="2095860"/>
                  </a:lnTo>
                  <a:lnTo>
                    <a:pt x="4004727" y="2095236"/>
                  </a:lnTo>
                  <a:lnTo>
                    <a:pt x="4004872" y="2095236"/>
                  </a:lnTo>
                  <a:lnTo>
                    <a:pt x="4005018" y="2095236"/>
                  </a:lnTo>
                  <a:lnTo>
                    <a:pt x="4005018" y="2094613"/>
                  </a:lnTo>
                  <a:lnTo>
                    <a:pt x="4005163" y="2094613"/>
                  </a:lnTo>
                  <a:lnTo>
                    <a:pt x="4005308" y="2094613"/>
                  </a:lnTo>
                  <a:lnTo>
                    <a:pt x="4005454" y="2094613"/>
                  </a:lnTo>
                  <a:lnTo>
                    <a:pt x="4005599" y="2094613"/>
                  </a:lnTo>
                  <a:lnTo>
                    <a:pt x="4005745" y="2094613"/>
                  </a:lnTo>
                  <a:lnTo>
                    <a:pt x="4005745" y="2093989"/>
                  </a:lnTo>
                  <a:lnTo>
                    <a:pt x="4005890" y="2093989"/>
                  </a:lnTo>
                  <a:lnTo>
                    <a:pt x="4006036" y="2093989"/>
                  </a:lnTo>
                  <a:lnTo>
                    <a:pt x="4006181" y="2093989"/>
                  </a:lnTo>
                  <a:lnTo>
                    <a:pt x="4006326" y="2093989"/>
                  </a:lnTo>
                  <a:lnTo>
                    <a:pt x="4006472" y="2093989"/>
                  </a:lnTo>
                  <a:lnTo>
                    <a:pt x="4006617" y="2093989"/>
                  </a:lnTo>
                  <a:lnTo>
                    <a:pt x="4006763" y="2093989"/>
                  </a:lnTo>
                  <a:lnTo>
                    <a:pt x="4006908" y="2093989"/>
                  </a:lnTo>
                  <a:lnTo>
                    <a:pt x="4007054" y="2093989"/>
                  </a:lnTo>
                  <a:lnTo>
                    <a:pt x="4007199" y="2093989"/>
                  </a:lnTo>
                  <a:lnTo>
                    <a:pt x="4007344" y="2093989"/>
                  </a:lnTo>
                  <a:lnTo>
                    <a:pt x="4007344" y="2093365"/>
                  </a:lnTo>
                  <a:lnTo>
                    <a:pt x="4007490" y="2093365"/>
                  </a:lnTo>
                  <a:lnTo>
                    <a:pt x="4007635" y="2093365"/>
                  </a:lnTo>
                  <a:lnTo>
                    <a:pt x="4007781" y="2093365"/>
                  </a:lnTo>
                  <a:lnTo>
                    <a:pt x="4007926" y="2093365"/>
                  </a:lnTo>
                  <a:lnTo>
                    <a:pt x="4008072" y="2093365"/>
                  </a:lnTo>
                  <a:lnTo>
                    <a:pt x="4008217" y="2093365"/>
                  </a:lnTo>
                  <a:lnTo>
                    <a:pt x="4008362" y="2093365"/>
                  </a:lnTo>
                  <a:lnTo>
                    <a:pt x="4008508" y="2093365"/>
                  </a:lnTo>
                  <a:lnTo>
                    <a:pt x="4008653" y="2093365"/>
                  </a:lnTo>
                  <a:lnTo>
                    <a:pt x="4008799" y="2093365"/>
                  </a:lnTo>
                  <a:lnTo>
                    <a:pt x="4008799" y="2092742"/>
                  </a:lnTo>
                  <a:lnTo>
                    <a:pt x="4008944" y="2092742"/>
                  </a:lnTo>
                  <a:lnTo>
                    <a:pt x="4009090" y="2092742"/>
                  </a:lnTo>
                  <a:lnTo>
                    <a:pt x="4009235" y="2092742"/>
                  </a:lnTo>
                  <a:lnTo>
                    <a:pt x="4009380" y="2092742"/>
                  </a:lnTo>
                  <a:lnTo>
                    <a:pt x="4009380" y="2092118"/>
                  </a:lnTo>
                  <a:lnTo>
                    <a:pt x="4009526" y="2092118"/>
                  </a:lnTo>
                  <a:lnTo>
                    <a:pt x="4009671" y="2092118"/>
                  </a:lnTo>
                  <a:lnTo>
                    <a:pt x="4009817" y="2092118"/>
                  </a:lnTo>
                  <a:lnTo>
                    <a:pt x="4009962" y="2092118"/>
                  </a:lnTo>
                  <a:lnTo>
                    <a:pt x="4009962" y="2091495"/>
                  </a:lnTo>
                  <a:lnTo>
                    <a:pt x="4010108" y="2091495"/>
                  </a:lnTo>
                  <a:lnTo>
                    <a:pt x="4010253" y="2091495"/>
                  </a:lnTo>
                  <a:lnTo>
                    <a:pt x="4010398" y="2091495"/>
                  </a:lnTo>
                  <a:lnTo>
                    <a:pt x="4010544" y="2091495"/>
                  </a:lnTo>
                  <a:lnTo>
                    <a:pt x="4010544" y="2090871"/>
                  </a:lnTo>
                  <a:lnTo>
                    <a:pt x="4010689" y="2090871"/>
                  </a:lnTo>
                  <a:lnTo>
                    <a:pt x="4010835" y="2090871"/>
                  </a:lnTo>
                  <a:lnTo>
                    <a:pt x="4010980" y="2090871"/>
                  </a:lnTo>
                  <a:lnTo>
                    <a:pt x="4010980" y="2090247"/>
                  </a:lnTo>
                  <a:lnTo>
                    <a:pt x="4011125" y="2090247"/>
                  </a:lnTo>
                  <a:lnTo>
                    <a:pt x="4011271" y="2090247"/>
                  </a:lnTo>
                  <a:lnTo>
                    <a:pt x="4011416" y="2090247"/>
                  </a:lnTo>
                  <a:lnTo>
                    <a:pt x="4011562" y="2090247"/>
                  </a:lnTo>
                  <a:lnTo>
                    <a:pt x="4011707" y="2090247"/>
                  </a:lnTo>
                  <a:lnTo>
                    <a:pt x="4011853" y="2090247"/>
                  </a:lnTo>
                  <a:lnTo>
                    <a:pt x="4011998" y="2090247"/>
                  </a:lnTo>
                  <a:lnTo>
                    <a:pt x="4012143" y="2090247"/>
                  </a:lnTo>
                  <a:lnTo>
                    <a:pt x="4012289" y="2090247"/>
                  </a:lnTo>
                  <a:lnTo>
                    <a:pt x="4012434" y="2090247"/>
                  </a:lnTo>
                  <a:lnTo>
                    <a:pt x="4012580" y="2090247"/>
                  </a:lnTo>
                  <a:lnTo>
                    <a:pt x="4012725" y="2090247"/>
                  </a:lnTo>
                  <a:lnTo>
                    <a:pt x="4012871" y="2090247"/>
                  </a:lnTo>
                  <a:lnTo>
                    <a:pt x="4013016" y="2090247"/>
                  </a:lnTo>
                  <a:lnTo>
                    <a:pt x="4013016" y="2089624"/>
                  </a:lnTo>
                  <a:lnTo>
                    <a:pt x="4013161" y="2089624"/>
                  </a:lnTo>
                  <a:lnTo>
                    <a:pt x="4013307" y="2089624"/>
                  </a:lnTo>
                  <a:lnTo>
                    <a:pt x="4013452" y="2089624"/>
                  </a:lnTo>
                  <a:lnTo>
                    <a:pt x="4013598" y="2089624"/>
                  </a:lnTo>
                  <a:lnTo>
                    <a:pt x="4013598" y="2089000"/>
                  </a:lnTo>
                  <a:lnTo>
                    <a:pt x="4013743" y="2089000"/>
                  </a:lnTo>
                  <a:lnTo>
                    <a:pt x="4013743" y="2088377"/>
                  </a:lnTo>
                  <a:lnTo>
                    <a:pt x="4013743" y="2087753"/>
                  </a:lnTo>
                  <a:lnTo>
                    <a:pt x="4013889" y="2087753"/>
                  </a:lnTo>
                  <a:lnTo>
                    <a:pt x="4013889" y="2087130"/>
                  </a:lnTo>
                  <a:lnTo>
                    <a:pt x="4014034" y="2087130"/>
                  </a:lnTo>
                  <a:lnTo>
                    <a:pt x="4014179" y="2087130"/>
                  </a:lnTo>
                  <a:lnTo>
                    <a:pt x="4014325" y="2087130"/>
                  </a:lnTo>
                  <a:lnTo>
                    <a:pt x="4014470" y="2087130"/>
                  </a:lnTo>
                  <a:lnTo>
                    <a:pt x="4014616" y="2087130"/>
                  </a:lnTo>
                  <a:lnTo>
                    <a:pt x="4014761" y="2087130"/>
                  </a:lnTo>
                  <a:lnTo>
                    <a:pt x="4014907" y="2087130"/>
                  </a:lnTo>
                  <a:lnTo>
                    <a:pt x="4015052" y="2087130"/>
                  </a:lnTo>
                  <a:lnTo>
                    <a:pt x="4015197" y="2087130"/>
                  </a:lnTo>
                  <a:lnTo>
                    <a:pt x="4015343" y="2087130"/>
                  </a:lnTo>
                  <a:lnTo>
                    <a:pt x="4015488" y="2087130"/>
                  </a:lnTo>
                  <a:lnTo>
                    <a:pt x="4015634" y="2087130"/>
                  </a:lnTo>
                  <a:lnTo>
                    <a:pt x="4015779" y="2087130"/>
                  </a:lnTo>
                  <a:lnTo>
                    <a:pt x="4015925" y="2087130"/>
                  </a:lnTo>
                  <a:lnTo>
                    <a:pt x="4016070" y="2087130"/>
                  </a:lnTo>
                  <a:lnTo>
                    <a:pt x="4016215" y="2087130"/>
                  </a:lnTo>
                  <a:lnTo>
                    <a:pt x="4016361" y="2087130"/>
                  </a:lnTo>
                  <a:lnTo>
                    <a:pt x="4016506" y="2087130"/>
                  </a:lnTo>
                  <a:lnTo>
                    <a:pt x="4016506" y="2086506"/>
                  </a:lnTo>
                  <a:lnTo>
                    <a:pt x="4016652" y="2086506"/>
                  </a:lnTo>
                  <a:lnTo>
                    <a:pt x="4016797" y="2086506"/>
                  </a:lnTo>
                  <a:lnTo>
                    <a:pt x="4016943" y="2086506"/>
                  </a:lnTo>
                  <a:lnTo>
                    <a:pt x="4017088" y="2086506"/>
                  </a:lnTo>
                  <a:lnTo>
                    <a:pt x="4017233" y="2086506"/>
                  </a:lnTo>
                  <a:lnTo>
                    <a:pt x="4017379" y="2086506"/>
                  </a:lnTo>
                  <a:lnTo>
                    <a:pt x="4017524" y="2086506"/>
                  </a:lnTo>
                  <a:lnTo>
                    <a:pt x="4017670" y="2086506"/>
                  </a:lnTo>
                  <a:lnTo>
                    <a:pt x="4017815" y="2086506"/>
                  </a:lnTo>
                  <a:lnTo>
                    <a:pt x="4017815" y="2085882"/>
                  </a:lnTo>
                  <a:lnTo>
                    <a:pt x="4017960" y="2085882"/>
                  </a:lnTo>
                  <a:lnTo>
                    <a:pt x="4017960" y="2085259"/>
                  </a:lnTo>
                  <a:lnTo>
                    <a:pt x="4018106" y="2085259"/>
                  </a:lnTo>
                  <a:lnTo>
                    <a:pt x="4018106" y="2084635"/>
                  </a:lnTo>
                  <a:lnTo>
                    <a:pt x="4018106" y="2084012"/>
                  </a:lnTo>
                  <a:lnTo>
                    <a:pt x="4018251" y="2084012"/>
                  </a:lnTo>
                  <a:lnTo>
                    <a:pt x="4018251" y="2083388"/>
                  </a:lnTo>
                  <a:lnTo>
                    <a:pt x="4018251" y="2082764"/>
                  </a:lnTo>
                  <a:lnTo>
                    <a:pt x="4018397" y="2082764"/>
                  </a:lnTo>
                  <a:lnTo>
                    <a:pt x="4018542" y="2082764"/>
                  </a:lnTo>
                  <a:lnTo>
                    <a:pt x="4018542" y="2082141"/>
                  </a:lnTo>
                  <a:lnTo>
                    <a:pt x="4018688" y="2082141"/>
                  </a:lnTo>
                  <a:lnTo>
                    <a:pt x="4018688" y="2081517"/>
                  </a:lnTo>
                  <a:lnTo>
                    <a:pt x="4018833" y="2081517"/>
                  </a:lnTo>
                  <a:lnTo>
                    <a:pt x="4018978" y="2081517"/>
                  </a:lnTo>
                  <a:lnTo>
                    <a:pt x="4019124" y="2081517"/>
                  </a:lnTo>
                  <a:lnTo>
                    <a:pt x="4019269" y="2081517"/>
                  </a:lnTo>
                  <a:lnTo>
                    <a:pt x="4019415" y="2081517"/>
                  </a:lnTo>
                  <a:lnTo>
                    <a:pt x="4019560" y="2081517"/>
                  </a:lnTo>
                  <a:lnTo>
                    <a:pt x="4019706" y="2081517"/>
                  </a:lnTo>
                  <a:lnTo>
                    <a:pt x="4019851" y="2081517"/>
                  </a:lnTo>
                  <a:lnTo>
                    <a:pt x="4019851" y="2080894"/>
                  </a:lnTo>
                  <a:lnTo>
                    <a:pt x="4019851" y="2080270"/>
                  </a:lnTo>
                  <a:lnTo>
                    <a:pt x="4019996" y="2080270"/>
                  </a:lnTo>
                  <a:lnTo>
                    <a:pt x="4020142" y="2080270"/>
                  </a:lnTo>
                  <a:lnTo>
                    <a:pt x="4020287" y="2080270"/>
                  </a:lnTo>
                  <a:lnTo>
                    <a:pt x="4020433" y="2080270"/>
                  </a:lnTo>
                  <a:lnTo>
                    <a:pt x="4020578" y="2080270"/>
                  </a:lnTo>
                  <a:lnTo>
                    <a:pt x="4020724" y="2080270"/>
                  </a:lnTo>
                  <a:lnTo>
                    <a:pt x="4020869" y="2080270"/>
                  </a:lnTo>
                  <a:lnTo>
                    <a:pt x="4021014" y="2080270"/>
                  </a:lnTo>
                  <a:lnTo>
                    <a:pt x="4021160" y="2080270"/>
                  </a:lnTo>
                  <a:lnTo>
                    <a:pt x="4021160" y="2079647"/>
                  </a:lnTo>
                  <a:lnTo>
                    <a:pt x="4021160" y="2079023"/>
                  </a:lnTo>
                  <a:lnTo>
                    <a:pt x="4021305" y="2079023"/>
                  </a:lnTo>
                  <a:lnTo>
                    <a:pt x="4021451" y="2079023"/>
                  </a:lnTo>
                  <a:lnTo>
                    <a:pt x="4021596" y="2079023"/>
                  </a:lnTo>
                  <a:lnTo>
                    <a:pt x="4021742" y="2079023"/>
                  </a:lnTo>
                  <a:lnTo>
                    <a:pt x="4021887" y="2079023"/>
                  </a:lnTo>
                  <a:lnTo>
                    <a:pt x="4021887" y="2078399"/>
                  </a:lnTo>
                  <a:lnTo>
                    <a:pt x="4022032" y="2078399"/>
                  </a:lnTo>
                  <a:lnTo>
                    <a:pt x="4022178" y="2078399"/>
                  </a:lnTo>
                  <a:lnTo>
                    <a:pt x="4022323" y="2078399"/>
                  </a:lnTo>
                  <a:lnTo>
                    <a:pt x="4022469" y="2078399"/>
                  </a:lnTo>
                  <a:lnTo>
                    <a:pt x="4022614" y="2078399"/>
                  </a:lnTo>
                  <a:lnTo>
                    <a:pt x="4022760" y="2078399"/>
                  </a:lnTo>
                  <a:lnTo>
                    <a:pt x="4022905" y="2078399"/>
                  </a:lnTo>
                  <a:lnTo>
                    <a:pt x="4023050" y="2078399"/>
                  </a:lnTo>
                  <a:lnTo>
                    <a:pt x="4023196" y="2078399"/>
                  </a:lnTo>
                  <a:lnTo>
                    <a:pt x="4023341" y="2078399"/>
                  </a:lnTo>
                  <a:lnTo>
                    <a:pt x="4023487" y="2078399"/>
                  </a:lnTo>
                  <a:lnTo>
                    <a:pt x="4023632" y="2078399"/>
                  </a:lnTo>
                  <a:lnTo>
                    <a:pt x="4023778" y="2078399"/>
                  </a:lnTo>
                  <a:lnTo>
                    <a:pt x="4023923" y="2078399"/>
                  </a:lnTo>
                  <a:lnTo>
                    <a:pt x="4024068" y="2078399"/>
                  </a:lnTo>
                  <a:lnTo>
                    <a:pt x="4024214" y="2078399"/>
                  </a:lnTo>
                  <a:lnTo>
                    <a:pt x="4024214" y="2077776"/>
                  </a:lnTo>
                  <a:lnTo>
                    <a:pt x="4024214" y="2077152"/>
                  </a:lnTo>
                  <a:lnTo>
                    <a:pt x="4024359" y="2077152"/>
                  </a:lnTo>
                  <a:lnTo>
                    <a:pt x="4024359" y="2076529"/>
                  </a:lnTo>
                  <a:lnTo>
                    <a:pt x="4024505" y="2076529"/>
                  </a:lnTo>
                  <a:lnTo>
                    <a:pt x="4024650" y="2076529"/>
                  </a:lnTo>
                  <a:lnTo>
                    <a:pt x="4024795" y="2076529"/>
                  </a:lnTo>
                  <a:lnTo>
                    <a:pt x="4024941" y="2076529"/>
                  </a:lnTo>
                  <a:lnTo>
                    <a:pt x="4025086" y="2076529"/>
                  </a:lnTo>
                  <a:lnTo>
                    <a:pt x="4025232" y="2076529"/>
                  </a:lnTo>
                  <a:lnTo>
                    <a:pt x="4025377" y="2076529"/>
                  </a:lnTo>
                  <a:lnTo>
                    <a:pt x="4025523" y="2076529"/>
                  </a:lnTo>
                  <a:lnTo>
                    <a:pt x="4025668" y="2076529"/>
                  </a:lnTo>
                  <a:lnTo>
                    <a:pt x="4025813" y="2076529"/>
                  </a:lnTo>
                  <a:lnTo>
                    <a:pt x="4025959" y="2076529"/>
                  </a:lnTo>
                  <a:lnTo>
                    <a:pt x="4026104" y="2076529"/>
                  </a:lnTo>
                  <a:lnTo>
                    <a:pt x="4026250" y="2076529"/>
                  </a:lnTo>
                  <a:lnTo>
                    <a:pt x="4026395" y="2076529"/>
                  </a:lnTo>
                  <a:lnTo>
                    <a:pt x="4026541" y="2076529"/>
                  </a:lnTo>
                  <a:lnTo>
                    <a:pt x="4026541" y="2075905"/>
                  </a:lnTo>
                  <a:lnTo>
                    <a:pt x="4026686" y="2075905"/>
                  </a:lnTo>
                  <a:lnTo>
                    <a:pt x="4026831" y="2075905"/>
                  </a:lnTo>
                  <a:lnTo>
                    <a:pt x="4026977" y="2075905"/>
                  </a:lnTo>
                  <a:lnTo>
                    <a:pt x="4027122" y="2075905"/>
                  </a:lnTo>
                  <a:lnTo>
                    <a:pt x="4027268" y="2075905"/>
                  </a:lnTo>
                  <a:lnTo>
                    <a:pt x="4027413" y="2075905"/>
                  </a:lnTo>
                  <a:lnTo>
                    <a:pt x="4027559" y="2075905"/>
                  </a:lnTo>
                  <a:lnTo>
                    <a:pt x="4027704" y="2075905"/>
                  </a:lnTo>
                  <a:lnTo>
                    <a:pt x="4027849" y="2075905"/>
                  </a:lnTo>
                  <a:lnTo>
                    <a:pt x="4027995" y="2075905"/>
                  </a:lnTo>
                  <a:lnTo>
                    <a:pt x="4028140" y="2075905"/>
                  </a:lnTo>
                  <a:lnTo>
                    <a:pt x="4028286" y="2075905"/>
                  </a:lnTo>
                  <a:lnTo>
                    <a:pt x="4028431" y="2075905"/>
                  </a:lnTo>
                  <a:lnTo>
                    <a:pt x="4028577" y="2075905"/>
                  </a:lnTo>
                  <a:lnTo>
                    <a:pt x="4028722" y="2075905"/>
                  </a:lnTo>
                  <a:lnTo>
                    <a:pt x="4028867" y="2075905"/>
                  </a:lnTo>
                  <a:lnTo>
                    <a:pt x="4028867" y="2075281"/>
                  </a:lnTo>
                  <a:lnTo>
                    <a:pt x="4029013" y="2075281"/>
                  </a:lnTo>
                  <a:lnTo>
                    <a:pt x="4029158" y="2075281"/>
                  </a:lnTo>
                  <a:lnTo>
                    <a:pt x="4029158" y="2074658"/>
                  </a:lnTo>
                  <a:lnTo>
                    <a:pt x="4029304" y="2074658"/>
                  </a:lnTo>
                  <a:lnTo>
                    <a:pt x="4029449" y="2074658"/>
                  </a:lnTo>
                  <a:lnTo>
                    <a:pt x="4029595" y="2074658"/>
                  </a:lnTo>
                  <a:lnTo>
                    <a:pt x="4029740" y="2074658"/>
                  </a:lnTo>
                  <a:lnTo>
                    <a:pt x="4029885" y="2074658"/>
                  </a:lnTo>
                  <a:lnTo>
                    <a:pt x="4030031" y="2074658"/>
                  </a:lnTo>
                  <a:lnTo>
                    <a:pt x="4030176" y="2074658"/>
                  </a:lnTo>
                  <a:lnTo>
                    <a:pt x="4030322" y="2074658"/>
                  </a:lnTo>
                  <a:lnTo>
                    <a:pt x="4030467" y="2074658"/>
                  </a:lnTo>
                  <a:lnTo>
                    <a:pt x="4030613" y="2074658"/>
                  </a:lnTo>
                  <a:lnTo>
                    <a:pt x="4030758" y="2074658"/>
                  </a:lnTo>
                  <a:lnTo>
                    <a:pt x="4030758" y="2074034"/>
                  </a:lnTo>
                  <a:lnTo>
                    <a:pt x="4030903" y="2074034"/>
                  </a:lnTo>
                  <a:lnTo>
                    <a:pt x="4031049" y="2074034"/>
                  </a:lnTo>
                  <a:lnTo>
                    <a:pt x="4031194" y="2074034"/>
                  </a:lnTo>
                  <a:lnTo>
                    <a:pt x="4031194" y="2073411"/>
                  </a:lnTo>
                  <a:lnTo>
                    <a:pt x="4031340" y="2073411"/>
                  </a:lnTo>
                  <a:lnTo>
                    <a:pt x="4031340" y="2072787"/>
                  </a:lnTo>
                  <a:lnTo>
                    <a:pt x="4031485" y="2072787"/>
                  </a:lnTo>
                  <a:lnTo>
                    <a:pt x="4031630" y="2072787"/>
                  </a:lnTo>
                  <a:lnTo>
                    <a:pt x="4031630" y="2072164"/>
                  </a:lnTo>
                  <a:lnTo>
                    <a:pt x="4031776" y="2072164"/>
                  </a:lnTo>
                  <a:lnTo>
                    <a:pt x="4031921" y="2072164"/>
                  </a:lnTo>
                  <a:lnTo>
                    <a:pt x="4032067" y="2072164"/>
                  </a:lnTo>
                  <a:lnTo>
                    <a:pt x="4032212" y="2072164"/>
                  </a:lnTo>
                  <a:lnTo>
                    <a:pt x="4032358" y="2072164"/>
                  </a:lnTo>
                  <a:lnTo>
                    <a:pt x="4032503" y="2072164"/>
                  </a:lnTo>
                  <a:lnTo>
                    <a:pt x="4032648" y="2072164"/>
                  </a:lnTo>
                  <a:lnTo>
                    <a:pt x="4032794" y="2072164"/>
                  </a:lnTo>
                  <a:lnTo>
                    <a:pt x="4032939" y="2072164"/>
                  </a:lnTo>
                  <a:lnTo>
                    <a:pt x="4033085" y="2072164"/>
                  </a:lnTo>
                  <a:lnTo>
                    <a:pt x="4033230" y="2072164"/>
                  </a:lnTo>
                  <a:lnTo>
                    <a:pt x="4033376" y="2072164"/>
                  </a:lnTo>
                  <a:lnTo>
                    <a:pt x="4033521" y="2072164"/>
                  </a:lnTo>
                  <a:lnTo>
                    <a:pt x="4033521" y="2071540"/>
                  </a:lnTo>
                  <a:lnTo>
                    <a:pt x="4033666" y="2071540"/>
                  </a:lnTo>
                  <a:lnTo>
                    <a:pt x="4033666" y="2070916"/>
                  </a:lnTo>
                  <a:lnTo>
                    <a:pt x="4033812" y="2070916"/>
                  </a:lnTo>
                  <a:lnTo>
                    <a:pt x="4033957" y="2070916"/>
                  </a:lnTo>
                  <a:lnTo>
                    <a:pt x="4034103" y="2070916"/>
                  </a:lnTo>
                  <a:lnTo>
                    <a:pt x="4034248" y="2070916"/>
                  </a:lnTo>
                  <a:lnTo>
                    <a:pt x="4034394" y="2070916"/>
                  </a:lnTo>
                  <a:lnTo>
                    <a:pt x="4034539" y="2070916"/>
                  </a:lnTo>
                  <a:lnTo>
                    <a:pt x="4034684" y="2070916"/>
                  </a:lnTo>
                  <a:lnTo>
                    <a:pt x="4034830" y="2070916"/>
                  </a:lnTo>
                  <a:lnTo>
                    <a:pt x="4034975" y="2070916"/>
                  </a:lnTo>
                  <a:lnTo>
                    <a:pt x="4035121" y="2070916"/>
                  </a:lnTo>
                  <a:lnTo>
                    <a:pt x="4035266" y="2070916"/>
                  </a:lnTo>
                  <a:lnTo>
                    <a:pt x="4035412" y="2070916"/>
                  </a:lnTo>
                  <a:lnTo>
                    <a:pt x="4035557" y="2070916"/>
                  </a:lnTo>
                  <a:lnTo>
                    <a:pt x="4035702" y="2070916"/>
                  </a:lnTo>
                  <a:lnTo>
                    <a:pt x="4035848" y="2070916"/>
                  </a:lnTo>
                  <a:lnTo>
                    <a:pt x="4035993" y="2070916"/>
                  </a:lnTo>
                  <a:lnTo>
                    <a:pt x="4036139" y="2070916"/>
                  </a:lnTo>
                  <a:lnTo>
                    <a:pt x="4036284" y="2070916"/>
                  </a:lnTo>
                  <a:lnTo>
                    <a:pt x="4036284" y="2070293"/>
                  </a:lnTo>
                  <a:lnTo>
                    <a:pt x="4036430" y="2070293"/>
                  </a:lnTo>
                  <a:lnTo>
                    <a:pt x="4036575" y="2070293"/>
                  </a:lnTo>
                  <a:lnTo>
                    <a:pt x="4036720" y="2070293"/>
                  </a:lnTo>
                  <a:lnTo>
                    <a:pt x="4036866" y="2070293"/>
                  </a:lnTo>
                  <a:lnTo>
                    <a:pt x="4036866" y="2069669"/>
                  </a:lnTo>
                  <a:lnTo>
                    <a:pt x="4037011" y="2069669"/>
                  </a:lnTo>
                  <a:lnTo>
                    <a:pt x="4037157" y="2069669"/>
                  </a:lnTo>
                  <a:lnTo>
                    <a:pt x="4037302" y="2069669"/>
                  </a:lnTo>
                  <a:lnTo>
                    <a:pt x="4037448" y="2069669"/>
                  </a:lnTo>
                  <a:lnTo>
                    <a:pt x="4037593" y="2069669"/>
                  </a:lnTo>
                  <a:lnTo>
                    <a:pt x="4037593" y="2069046"/>
                  </a:lnTo>
                  <a:lnTo>
                    <a:pt x="4037738" y="2069046"/>
                  </a:lnTo>
                  <a:lnTo>
                    <a:pt x="4037738" y="2068422"/>
                  </a:lnTo>
                  <a:lnTo>
                    <a:pt x="4037884" y="2068422"/>
                  </a:lnTo>
                  <a:lnTo>
                    <a:pt x="4038029" y="2068422"/>
                  </a:lnTo>
                  <a:lnTo>
                    <a:pt x="4038175" y="2068422"/>
                  </a:lnTo>
                  <a:lnTo>
                    <a:pt x="4038320" y="2068422"/>
                  </a:lnTo>
                  <a:lnTo>
                    <a:pt x="4038465" y="2068422"/>
                  </a:lnTo>
                  <a:lnTo>
                    <a:pt x="4038611" y="2068422"/>
                  </a:lnTo>
                  <a:lnTo>
                    <a:pt x="4038756" y="2068422"/>
                  </a:lnTo>
                  <a:lnTo>
                    <a:pt x="4038902" y="2068422"/>
                  </a:lnTo>
                  <a:lnTo>
                    <a:pt x="4039047" y="2068422"/>
                  </a:lnTo>
                  <a:lnTo>
                    <a:pt x="4039193" y="2068422"/>
                  </a:lnTo>
                  <a:lnTo>
                    <a:pt x="4039338" y="2068422"/>
                  </a:lnTo>
                  <a:lnTo>
                    <a:pt x="4039483" y="2068422"/>
                  </a:lnTo>
                  <a:lnTo>
                    <a:pt x="4039483" y="2067798"/>
                  </a:lnTo>
                  <a:lnTo>
                    <a:pt x="4039629" y="2067798"/>
                  </a:lnTo>
                  <a:lnTo>
                    <a:pt x="4039774" y="2067798"/>
                  </a:lnTo>
                  <a:lnTo>
                    <a:pt x="4039774" y="2067175"/>
                  </a:lnTo>
                  <a:lnTo>
                    <a:pt x="4039774" y="2066551"/>
                  </a:lnTo>
                  <a:lnTo>
                    <a:pt x="4039920" y="2066551"/>
                  </a:lnTo>
                  <a:lnTo>
                    <a:pt x="4040065" y="2066551"/>
                  </a:lnTo>
                  <a:lnTo>
                    <a:pt x="4040211" y="2066551"/>
                  </a:lnTo>
                  <a:lnTo>
                    <a:pt x="4040211" y="2065928"/>
                  </a:lnTo>
                  <a:lnTo>
                    <a:pt x="4040356" y="2065928"/>
                  </a:lnTo>
                  <a:lnTo>
                    <a:pt x="4040356" y="2065304"/>
                  </a:lnTo>
                  <a:lnTo>
                    <a:pt x="4040501" y="2065304"/>
                  </a:lnTo>
                  <a:lnTo>
                    <a:pt x="4040647" y="2065304"/>
                  </a:lnTo>
                  <a:lnTo>
                    <a:pt x="4040792" y="2065304"/>
                  </a:lnTo>
                  <a:lnTo>
                    <a:pt x="4040938" y="2065304"/>
                  </a:lnTo>
                  <a:lnTo>
                    <a:pt x="4041083" y="2065304"/>
                  </a:lnTo>
                  <a:lnTo>
                    <a:pt x="4041229" y="2065304"/>
                  </a:lnTo>
                  <a:lnTo>
                    <a:pt x="4041374" y="2065304"/>
                  </a:lnTo>
                  <a:lnTo>
                    <a:pt x="4041374" y="2064681"/>
                  </a:lnTo>
                  <a:lnTo>
                    <a:pt x="4041519" y="2064681"/>
                  </a:lnTo>
                  <a:lnTo>
                    <a:pt x="4041665" y="2064681"/>
                  </a:lnTo>
                  <a:lnTo>
                    <a:pt x="4041810" y="2064681"/>
                  </a:lnTo>
                  <a:lnTo>
                    <a:pt x="4041956" y="2064681"/>
                  </a:lnTo>
                  <a:lnTo>
                    <a:pt x="4042101" y="2064681"/>
                  </a:lnTo>
                  <a:lnTo>
                    <a:pt x="4042101" y="2064057"/>
                  </a:lnTo>
                  <a:lnTo>
                    <a:pt x="4042247" y="2064057"/>
                  </a:lnTo>
                  <a:lnTo>
                    <a:pt x="4042392" y="2064057"/>
                  </a:lnTo>
                  <a:lnTo>
                    <a:pt x="4042392" y="2063433"/>
                  </a:lnTo>
                  <a:lnTo>
                    <a:pt x="4042392" y="2062810"/>
                  </a:lnTo>
                  <a:lnTo>
                    <a:pt x="4042537" y="2062810"/>
                  </a:lnTo>
                  <a:lnTo>
                    <a:pt x="4042683" y="2062810"/>
                  </a:lnTo>
                  <a:lnTo>
                    <a:pt x="4042828" y="2062810"/>
                  </a:lnTo>
                  <a:lnTo>
                    <a:pt x="4042828" y="2062186"/>
                  </a:lnTo>
                  <a:lnTo>
                    <a:pt x="4042974" y="2062186"/>
                  </a:lnTo>
                  <a:lnTo>
                    <a:pt x="4043119" y="2062186"/>
                  </a:lnTo>
                  <a:lnTo>
                    <a:pt x="4043265" y="2062186"/>
                  </a:lnTo>
                  <a:lnTo>
                    <a:pt x="4043410" y="2062186"/>
                  </a:lnTo>
                  <a:lnTo>
                    <a:pt x="4043555" y="2062186"/>
                  </a:lnTo>
                  <a:lnTo>
                    <a:pt x="4043701" y="2062186"/>
                  </a:lnTo>
                  <a:lnTo>
                    <a:pt x="4043846" y="2062186"/>
                  </a:lnTo>
                  <a:lnTo>
                    <a:pt x="4043992" y="2062186"/>
                  </a:lnTo>
                  <a:lnTo>
                    <a:pt x="4044137" y="2062186"/>
                  </a:lnTo>
                  <a:lnTo>
                    <a:pt x="4044282" y="2062186"/>
                  </a:lnTo>
                  <a:lnTo>
                    <a:pt x="4044428" y="2062186"/>
                  </a:lnTo>
                  <a:lnTo>
                    <a:pt x="4044573" y="2062186"/>
                  </a:lnTo>
                  <a:lnTo>
                    <a:pt x="4044719" y="2062186"/>
                  </a:lnTo>
                  <a:lnTo>
                    <a:pt x="4044864" y="2062186"/>
                  </a:lnTo>
                  <a:lnTo>
                    <a:pt x="4044864" y="2061563"/>
                  </a:lnTo>
                  <a:lnTo>
                    <a:pt x="4045010" y="2061563"/>
                  </a:lnTo>
                  <a:lnTo>
                    <a:pt x="4045155" y="2061563"/>
                  </a:lnTo>
                  <a:lnTo>
                    <a:pt x="4045300" y="2061563"/>
                  </a:lnTo>
                  <a:lnTo>
                    <a:pt x="4045300" y="2060939"/>
                  </a:lnTo>
                  <a:lnTo>
                    <a:pt x="4045300" y="2060315"/>
                  </a:lnTo>
                  <a:lnTo>
                    <a:pt x="4045300" y="2059692"/>
                  </a:lnTo>
                  <a:lnTo>
                    <a:pt x="4045446" y="2059692"/>
                  </a:lnTo>
                  <a:lnTo>
                    <a:pt x="4045591" y="2059692"/>
                  </a:lnTo>
                  <a:lnTo>
                    <a:pt x="4045591" y="2059068"/>
                  </a:lnTo>
                  <a:lnTo>
                    <a:pt x="4045737" y="2059068"/>
                  </a:lnTo>
                  <a:lnTo>
                    <a:pt x="4045882" y="2059068"/>
                  </a:lnTo>
                  <a:lnTo>
                    <a:pt x="4045882" y="2058445"/>
                  </a:lnTo>
                  <a:lnTo>
                    <a:pt x="4046028" y="2058445"/>
                  </a:lnTo>
                  <a:lnTo>
                    <a:pt x="4046173" y="2058445"/>
                  </a:lnTo>
                  <a:lnTo>
                    <a:pt x="4046318" y="2058445"/>
                  </a:lnTo>
                  <a:lnTo>
                    <a:pt x="4046464" y="2058445"/>
                  </a:lnTo>
                  <a:lnTo>
                    <a:pt x="4046609" y="2058445"/>
                  </a:lnTo>
                  <a:lnTo>
                    <a:pt x="4046755" y="2058445"/>
                  </a:lnTo>
                  <a:lnTo>
                    <a:pt x="4046900" y="2058445"/>
                  </a:lnTo>
                  <a:lnTo>
                    <a:pt x="4047046" y="2058445"/>
                  </a:lnTo>
                  <a:lnTo>
                    <a:pt x="4047191" y="2058445"/>
                  </a:lnTo>
                  <a:lnTo>
                    <a:pt x="4047336" y="2058445"/>
                  </a:lnTo>
                  <a:lnTo>
                    <a:pt x="4047482" y="2058445"/>
                  </a:lnTo>
                  <a:lnTo>
                    <a:pt x="4047627" y="2058445"/>
                  </a:lnTo>
                  <a:lnTo>
                    <a:pt x="4047773" y="2058445"/>
                  </a:lnTo>
                  <a:lnTo>
                    <a:pt x="4047918" y="2058445"/>
                  </a:lnTo>
                  <a:lnTo>
                    <a:pt x="4048064" y="2058445"/>
                  </a:lnTo>
                  <a:lnTo>
                    <a:pt x="4048209" y="2058445"/>
                  </a:lnTo>
                  <a:lnTo>
                    <a:pt x="4048209" y="2057821"/>
                  </a:lnTo>
                  <a:lnTo>
                    <a:pt x="4048354" y="2057821"/>
                  </a:lnTo>
                  <a:lnTo>
                    <a:pt x="4048500" y="2057821"/>
                  </a:lnTo>
                  <a:lnTo>
                    <a:pt x="4048645" y="2057821"/>
                  </a:lnTo>
                  <a:lnTo>
                    <a:pt x="4048791" y="2057821"/>
                  </a:lnTo>
                  <a:lnTo>
                    <a:pt x="4048791" y="2057198"/>
                  </a:lnTo>
                  <a:lnTo>
                    <a:pt x="4048936" y="2057198"/>
                  </a:lnTo>
                  <a:lnTo>
                    <a:pt x="4049082" y="2057198"/>
                  </a:lnTo>
                  <a:lnTo>
                    <a:pt x="4049227" y="2057198"/>
                  </a:lnTo>
                  <a:lnTo>
                    <a:pt x="4049227" y="2056574"/>
                  </a:lnTo>
                  <a:lnTo>
                    <a:pt x="4049227" y="2055950"/>
                  </a:lnTo>
                  <a:lnTo>
                    <a:pt x="4049372" y="2055950"/>
                  </a:lnTo>
                  <a:lnTo>
                    <a:pt x="4049518" y="2055950"/>
                  </a:lnTo>
                  <a:lnTo>
                    <a:pt x="4049518" y="2055327"/>
                  </a:lnTo>
                  <a:lnTo>
                    <a:pt x="4049663" y="2055327"/>
                  </a:lnTo>
                  <a:lnTo>
                    <a:pt x="4049663" y="2054703"/>
                  </a:lnTo>
                  <a:lnTo>
                    <a:pt x="4049809" y="2054703"/>
                  </a:lnTo>
                  <a:lnTo>
                    <a:pt x="4049954" y="2054703"/>
                  </a:lnTo>
                  <a:lnTo>
                    <a:pt x="4050100" y="2054703"/>
                  </a:lnTo>
                  <a:lnTo>
                    <a:pt x="4050245" y="2054703"/>
                  </a:lnTo>
                  <a:lnTo>
                    <a:pt x="4050390" y="2054703"/>
                  </a:lnTo>
                  <a:lnTo>
                    <a:pt x="4050536" y="2054703"/>
                  </a:lnTo>
                  <a:lnTo>
                    <a:pt x="4050681" y="2054703"/>
                  </a:lnTo>
                  <a:lnTo>
                    <a:pt x="4050827" y="2054703"/>
                  </a:lnTo>
                  <a:lnTo>
                    <a:pt x="4050827" y="2054080"/>
                  </a:lnTo>
                  <a:lnTo>
                    <a:pt x="4050972" y="2054080"/>
                  </a:lnTo>
                  <a:lnTo>
                    <a:pt x="4050972" y="2053456"/>
                  </a:lnTo>
                  <a:lnTo>
                    <a:pt x="4051117" y="2053456"/>
                  </a:lnTo>
                  <a:lnTo>
                    <a:pt x="4051263" y="2053456"/>
                  </a:lnTo>
                  <a:lnTo>
                    <a:pt x="4051408" y="2053456"/>
                  </a:lnTo>
                  <a:lnTo>
                    <a:pt x="4051408" y="2052832"/>
                  </a:lnTo>
                  <a:lnTo>
                    <a:pt x="4051554" y="2052832"/>
                  </a:lnTo>
                  <a:lnTo>
                    <a:pt x="4051554" y="2052209"/>
                  </a:lnTo>
                  <a:lnTo>
                    <a:pt x="4051699" y="2052209"/>
                  </a:lnTo>
                  <a:lnTo>
                    <a:pt x="4051845" y="2052209"/>
                  </a:lnTo>
                  <a:lnTo>
                    <a:pt x="4051990" y="2052209"/>
                  </a:lnTo>
                  <a:lnTo>
                    <a:pt x="4052135" y="2052209"/>
                  </a:lnTo>
                  <a:lnTo>
                    <a:pt x="4052281" y="2052209"/>
                  </a:lnTo>
                  <a:lnTo>
                    <a:pt x="4052426" y="2052209"/>
                  </a:lnTo>
                  <a:lnTo>
                    <a:pt x="4052572" y="2052209"/>
                  </a:lnTo>
                  <a:lnTo>
                    <a:pt x="4052572" y="2051585"/>
                  </a:lnTo>
                  <a:lnTo>
                    <a:pt x="4052717" y="2051585"/>
                  </a:lnTo>
                  <a:lnTo>
                    <a:pt x="4052863" y="2051585"/>
                  </a:lnTo>
                  <a:lnTo>
                    <a:pt x="4052863" y="2050962"/>
                  </a:lnTo>
                  <a:lnTo>
                    <a:pt x="4052863" y="2050338"/>
                  </a:lnTo>
                  <a:lnTo>
                    <a:pt x="4053008" y="2050338"/>
                  </a:lnTo>
                  <a:lnTo>
                    <a:pt x="4053153" y="2050338"/>
                  </a:lnTo>
                  <a:lnTo>
                    <a:pt x="4053299" y="2050338"/>
                  </a:lnTo>
                  <a:lnTo>
                    <a:pt x="4053444" y="2050338"/>
                  </a:lnTo>
                  <a:lnTo>
                    <a:pt x="4053444" y="2049715"/>
                  </a:lnTo>
                  <a:lnTo>
                    <a:pt x="4053590" y="2049715"/>
                  </a:lnTo>
                  <a:lnTo>
                    <a:pt x="4053735" y="2049715"/>
                  </a:lnTo>
                  <a:lnTo>
                    <a:pt x="4053735" y="2049091"/>
                  </a:lnTo>
                  <a:lnTo>
                    <a:pt x="4053881" y="2049091"/>
                  </a:lnTo>
                  <a:lnTo>
                    <a:pt x="4053881" y="2048467"/>
                  </a:lnTo>
                  <a:lnTo>
                    <a:pt x="4054026" y="2048467"/>
                  </a:lnTo>
                  <a:lnTo>
                    <a:pt x="4054171" y="2048467"/>
                  </a:lnTo>
                  <a:lnTo>
                    <a:pt x="4054317" y="2048467"/>
                  </a:lnTo>
                  <a:lnTo>
                    <a:pt x="4054462" y="2048467"/>
                  </a:lnTo>
                  <a:lnTo>
                    <a:pt x="4054462" y="2047844"/>
                  </a:lnTo>
                  <a:lnTo>
                    <a:pt x="4054608" y="2047844"/>
                  </a:lnTo>
                  <a:lnTo>
                    <a:pt x="4054753" y="2047844"/>
                  </a:lnTo>
                  <a:lnTo>
                    <a:pt x="4054899" y="2047844"/>
                  </a:lnTo>
                  <a:lnTo>
                    <a:pt x="4054899" y="2047220"/>
                  </a:lnTo>
                  <a:lnTo>
                    <a:pt x="4055044" y="2047220"/>
                  </a:lnTo>
                  <a:lnTo>
                    <a:pt x="4055189" y="2047220"/>
                  </a:lnTo>
                  <a:lnTo>
                    <a:pt x="4055335" y="2047220"/>
                  </a:lnTo>
                  <a:lnTo>
                    <a:pt x="4055480" y="2047220"/>
                  </a:lnTo>
                  <a:lnTo>
                    <a:pt x="4055626" y="2047220"/>
                  </a:lnTo>
                  <a:lnTo>
                    <a:pt x="4055771" y="2047220"/>
                  </a:lnTo>
                  <a:lnTo>
                    <a:pt x="4055917" y="2047220"/>
                  </a:lnTo>
                  <a:lnTo>
                    <a:pt x="4056062" y="2047220"/>
                  </a:lnTo>
                  <a:lnTo>
                    <a:pt x="4056207" y="2047220"/>
                  </a:lnTo>
                  <a:lnTo>
                    <a:pt x="4056353" y="2047220"/>
                  </a:lnTo>
                  <a:lnTo>
                    <a:pt x="4056498" y="2047220"/>
                  </a:lnTo>
                  <a:lnTo>
                    <a:pt x="4056644" y="2047220"/>
                  </a:lnTo>
                  <a:lnTo>
                    <a:pt x="4056644" y="2046597"/>
                  </a:lnTo>
                  <a:lnTo>
                    <a:pt x="4056789" y="2046597"/>
                  </a:lnTo>
                  <a:lnTo>
                    <a:pt x="4056935" y="2046597"/>
                  </a:lnTo>
                  <a:lnTo>
                    <a:pt x="4057080" y="2046597"/>
                  </a:lnTo>
                  <a:lnTo>
                    <a:pt x="4057080" y="2045973"/>
                  </a:lnTo>
                  <a:lnTo>
                    <a:pt x="4057225" y="2045973"/>
                  </a:lnTo>
                  <a:lnTo>
                    <a:pt x="4057225" y="2045350"/>
                  </a:lnTo>
                  <a:lnTo>
                    <a:pt x="4057371" y="2045350"/>
                  </a:lnTo>
                  <a:lnTo>
                    <a:pt x="4057516" y="2045350"/>
                  </a:lnTo>
                  <a:lnTo>
                    <a:pt x="4057662" y="2045350"/>
                  </a:lnTo>
                  <a:lnTo>
                    <a:pt x="4057807" y="2045350"/>
                  </a:lnTo>
                  <a:lnTo>
                    <a:pt x="4057807" y="2044726"/>
                  </a:lnTo>
                  <a:lnTo>
                    <a:pt x="4057952" y="2044726"/>
                  </a:lnTo>
                  <a:lnTo>
                    <a:pt x="4058098" y="2044726"/>
                  </a:lnTo>
                  <a:lnTo>
                    <a:pt x="4058243" y="2044726"/>
                  </a:lnTo>
                  <a:lnTo>
                    <a:pt x="4058389" y="2044726"/>
                  </a:lnTo>
                  <a:lnTo>
                    <a:pt x="4058534" y="2044726"/>
                  </a:lnTo>
                  <a:lnTo>
                    <a:pt x="4058680" y="2044726"/>
                  </a:lnTo>
                  <a:lnTo>
                    <a:pt x="4058825" y="2044726"/>
                  </a:lnTo>
                  <a:lnTo>
                    <a:pt x="4058970" y="2044726"/>
                  </a:lnTo>
                  <a:lnTo>
                    <a:pt x="4059116" y="2044726"/>
                  </a:lnTo>
                  <a:lnTo>
                    <a:pt x="4059261" y="2044726"/>
                  </a:lnTo>
                  <a:lnTo>
                    <a:pt x="4059407" y="2044726"/>
                  </a:lnTo>
                  <a:lnTo>
                    <a:pt x="4059552" y="2044726"/>
                  </a:lnTo>
                  <a:lnTo>
                    <a:pt x="4059698" y="2044726"/>
                  </a:lnTo>
                  <a:lnTo>
                    <a:pt x="4059843" y="2044726"/>
                  </a:lnTo>
                  <a:lnTo>
                    <a:pt x="4059988" y="2044726"/>
                  </a:lnTo>
                  <a:lnTo>
                    <a:pt x="4060134" y="2044726"/>
                  </a:lnTo>
                  <a:lnTo>
                    <a:pt x="4060279" y="2044726"/>
                  </a:lnTo>
                  <a:lnTo>
                    <a:pt x="4060279" y="2044102"/>
                  </a:lnTo>
                  <a:lnTo>
                    <a:pt x="4060425" y="2044102"/>
                  </a:lnTo>
                  <a:lnTo>
                    <a:pt x="4060570" y="2044102"/>
                  </a:lnTo>
                  <a:lnTo>
                    <a:pt x="4060716" y="2044102"/>
                  </a:lnTo>
                  <a:lnTo>
                    <a:pt x="4060861" y="2044102"/>
                  </a:lnTo>
                  <a:lnTo>
                    <a:pt x="4061006" y="2044102"/>
                  </a:lnTo>
                  <a:lnTo>
                    <a:pt x="4061152" y="2044102"/>
                  </a:lnTo>
                  <a:lnTo>
                    <a:pt x="4061297" y="2044102"/>
                  </a:lnTo>
                  <a:lnTo>
                    <a:pt x="4061443" y="2044102"/>
                  </a:lnTo>
                  <a:lnTo>
                    <a:pt x="4061588" y="2044102"/>
                  </a:lnTo>
                  <a:lnTo>
                    <a:pt x="4061734" y="2044102"/>
                  </a:lnTo>
                  <a:lnTo>
                    <a:pt x="4061879" y="2044102"/>
                  </a:lnTo>
                  <a:lnTo>
                    <a:pt x="4062024" y="2044102"/>
                  </a:lnTo>
                  <a:lnTo>
                    <a:pt x="4062170" y="2044102"/>
                  </a:lnTo>
                  <a:lnTo>
                    <a:pt x="4062315" y="2044102"/>
                  </a:lnTo>
                  <a:lnTo>
                    <a:pt x="4062461" y="2044102"/>
                  </a:lnTo>
                  <a:lnTo>
                    <a:pt x="4062606" y="2044102"/>
                  </a:lnTo>
                  <a:lnTo>
                    <a:pt x="4062752" y="2044102"/>
                  </a:lnTo>
                  <a:lnTo>
                    <a:pt x="4062897" y="2044102"/>
                  </a:lnTo>
                  <a:lnTo>
                    <a:pt x="4063042" y="2044102"/>
                  </a:lnTo>
                  <a:lnTo>
                    <a:pt x="4063188" y="2044102"/>
                  </a:lnTo>
                  <a:lnTo>
                    <a:pt x="4063333" y="2044102"/>
                  </a:lnTo>
                  <a:lnTo>
                    <a:pt x="4063479" y="2044102"/>
                  </a:lnTo>
                  <a:lnTo>
                    <a:pt x="4063479" y="2043479"/>
                  </a:lnTo>
                  <a:lnTo>
                    <a:pt x="4063624" y="2043479"/>
                  </a:lnTo>
                  <a:lnTo>
                    <a:pt x="4063770" y="2043479"/>
                  </a:lnTo>
                  <a:lnTo>
                    <a:pt x="4063915" y="2043479"/>
                  </a:lnTo>
                  <a:lnTo>
                    <a:pt x="4064060" y="2043479"/>
                  </a:lnTo>
                  <a:lnTo>
                    <a:pt x="4064060" y="2042855"/>
                  </a:lnTo>
                  <a:lnTo>
                    <a:pt x="4064206" y="2042855"/>
                  </a:lnTo>
                  <a:lnTo>
                    <a:pt x="4064351" y="2042855"/>
                  </a:lnTo>
                  <a:lnTo>
                    <a:pt x="4064497" y="2042855"/>
                  </a:lnTo>
                  <a:lnTo>
                    <a:pt x="4064642" y="2042855"/>
                  </a:lnTo>
                  <a:lnTo>
                    <a:pt x="4064787" y="2042855"/>
                  </a:lnTo>
                  <a:lnTo>
                    <a:pt x="4064933" y="2042855"/>
                  </a:lnTo>
                  <a:lnTo>
                    <a:pt x="4065078" y="2042855"/>
                  </a:lnTo>
                  <a:lnTo>
                    <a:pt x="4065224" y="2042855"/>
                  </a:lnTo>
                  <a:lnTo>
                    <a:pt x="4065369" y="2042855"/>
                  </a:lnTo>
                  <a:lnTo>
                    <a:pt x="4065515" y="2042855"/>
                  </a:lnTo>
                  <a:lnTo>
                    <a:pt x="4065660" y="2042855"/>
                  </a:lnTo>
                  <a:lnTo>
                    <a:pt x="4065660" y="2042232"/>
                  </a:lnTo>
                  <a:lnTo>
                    <a:pt x="4065805" y="2042232"/>
                  </a:lnTo>
                  <a:lnTo>
                    <a:pt x="4065951" y="2042232"/>
                  </a:lnTo>
                  <a:lnTo>
                    <a:pt x="4066096" y="2042232"/>
                  </a:lnTo>
                  <a:lnTo>
                    <a:pt x="4066242" y="2042232"/>
                  </a:lnTo>
                  <a:lnTo>
                    <a:pt x="4066242" y="2041608"/>
                  </a:lnTo>
                  <a:lnTo>
                    <a:pt x="4066387" y="2041608"/>
                  </a:lnTo>
                  <a:lnTo>
                    <a:pt x="4066533" y="2041608"/>
                  </a:lnTo>
                  <a:lnTo>
                    <a:pt x="4066678" y="2041608"/>
                  </a:lnTo>
                  <a:lnTo>
                    <a:pt x="4066823" y="2041608"/>
                  </a:lnTo>
                  <a:lnTo>
                    <a:pt x="4066969" y="2041608"/>
                  </a:lnTo>
                  <a:lnTo>
                    <a:pt x="4067114" y="2041608"/>
                  </a:lnTo>
                  <a:lnTo>
                    <a:pt x="4067260" y="2041608"/>
                  </a:lnTo>
                  <a:lnTo>
                    <a:pt x="4067260" y="2040984"/>
                  </a:lnTo>
                  <a:lnTo>
                    <a:pt x="4067260" y="2040361"/>
                  </a:lnTo>
                  <a:lnTo>
                    <a:pt x="4067405" y="2040361"/>
                  </a:lnTo>
                  <a:lnTo>
                    <a:pt x="4067551" y="2040361"/>
                  </a:lnTo>
                  <a:lnTo>
                    <a:pt x="4067551" y="2039737"/>
                  </a:lnTo>
                  <a:lnTo>
                    <a:pt x="4067696" y="2039737"/>
                  </a:lnTo>
                  <a:lnTo>
                    <a:pt x="4067841" y="2039737"/>
                  </a:lnTo>
                  <a:lnTo>
                    <a:pt x="4067987" y="2039737"/>
                  </a:lnTo>
                  <a:lnTo>
                    <a:pt x="4068132" y="2039737"/>
                  </a:lnTo>
                  <a:lnTo>
                    <a:pt x="4068278" y="2039737"/>
                  </a:lnTo>
                  <a:lnTo>
                    <a:pt x="4068423" y="2039737"/>
                  </a:lnTo>
                  <a:lnTo>
                    <a:pt x="4068569" y="2039737"/>
                  </a:lnTo>
                  <a:lnTo>
                    <a:pt x="4068569" y="2039114"/>
                  </a:lnTo>
                  <a:lnTo>
                    <a:pt x="4068714" y="2039114"/>
                  </a:lnTo>
                  <a:lnTo>
                    <a:pt x="4068859" y="2039114"/>
                  </a:lnTo>
                  <a:lnTo>
                    <a:pt x="4069005" y="2039114"/>
                  </a:lnTo>
                  <a:lnTo>
                    <a:pt x="4069150" y="2039114"/>
                  </a:lnTo>
                  <a:lnTo>
                    <a:pt x="4069296" y="2039114"/>
                  </a:lnTo>
                  <a:lnTo>
                    <a:pt x="4069441" y="2039114"/>
                  </a:lnTo>
                  <a:lnTo>
                    <a:pt x="4069587" y="2039114"/>
                  </a:lnTo>
                  <a:lnTo>
                    <a:pt x="4069732" y="2039114"/>
                  </a:lnTo>
                  <a:lnTo>
                    <a:pt x="4069877" y="2039114"/>
                  </a:lnTo>
                  <a:lnTo>
                    <a:pt x="4070023" y="2039114"/>
                  </a:lnTo>
                  <a:lnTo>
                    <a:pt x="4070168" y="2039114"/>
                  </a:lnTo>
                  <a:lnTo>
                    <a:pt x="4070314" y="2039114"/>
                  </a:lnTo>
                  <a:lnTo>
                    <a:pt x="4070459" y="2039114"/>
                  </a:lnTo>
                  <a:lnTo>
                    <a:pt x="4070605" y="2039114"/>
                  </a:lnTo>
                  <a:lnTo>
                    <a:pt x="4070750" y="2039114"/>
                  </a:lnTo>
                  <a:lnTo>
                    <a:pt x="4070895" y="2039114"/>
                  </a:lnTo>
                  <a:lnTo>
                    <a:pt x="4071041" y="2039114"/>
                  </a:lnTo>
                  <a:lnTo>
                    <a:pt x="4071186" y="2039114"/>
                  </a:lnTo>
                  <a:lnTo>
                    <a:pt x="4071332" y="2039114"/>
                  </a:lnTo>
                  <a:lnTo>
                    <a:pt x="4071332" y="2038490"/>
                  </a:lnTo>
                  <a:lnTo>
                    <a:pt x="4071477" y="2038490"/>
                  </a:lnTo>
                  <a:lnTo>
                    <a:pt x="4071622" y="2038490"/>
                  </a:lnTo>
                  <a:lnTo>
                    <a:pt x="4071622" y="2037867"/>
                  </a:lnTo>
                  <a:lnTo>
                    <a:pt x="4071768" y="2037867"/>
                  </a:lnTo>
                  <a:lnTo>
                    <a:pt x="4071913" y="2037867"/>
                  </a:lnTo>
                  <a:lnTo>
                    <a:pt x="4072059" y="2037867"/>
                  </a:lnTo>
                  <a:lnTo>
                    <a:pt x="4072204" y="2037867"/>
                  </a:lnTo>
                  <a:lnTo>
                    <a:pt x="4072350" y="2037867"/>
                  </a:lnTo>
                  <a:lnTo>
                    <a:pt x="4072495" y="2037867"/>
                  </a:lnTo>
                  <a:lnTo>
                    <a:pt x="4072640" y="2037867"/>
                  </a:lnTo>
                  <a:lnTo>
                    <a:pt x="4072786" y="2037867"/>
                  </a:lnTo>
                  <a:lnTo>
                    <a:pt x="4072931" y="2037867"/>
                  </a:lnTo>
                  <a:lnTo>
                    <a:pt x="4073077" y="2037867"/>
                  </a:lnTo>
                  <a:lnTo>
                    <a:pt x="4073222" y="2037867"/>
                  </a:lnTo>
                  <a:lnTo>
                    <a:pt x="4073368" y="2037867"/>
                  </a:lnTo>
                  <a:lnTo>
                    <a:pt x="4073513" y="2037867"/>
                  </a:lnTo>
                  <a:lnTo>
                    <a:pt x="4073513" y="2037243"/>
                  </a:lnTo>
                  <a:lnTo>
                    <a:pt x="4073658" y="2037243"/>
                  </a:lnTo>
                  <a:lnTo>
                    <a:pt x="4073658" y="2036619"/>
                  </a:lnTo>
                  <a:lnTo>
                    <a:pt x="4073804" y="2036619"/>
                  </a:lnTo>
                  <a:lnTo>
                    <a:pt x="4073949" y="2036619"/>
                  </a:lnTo>
                  <a:lnTo>
                    <a:pt x="4074095" y="2036619"/>
                  </a:lnTo>
                  <a:lnTo>
                    <a:pt x="4074240" y="2036619"/>
                  </a:lnTo>
                  <a:lnTo>
                    <a:pt x="4074240" y="2035996"/>
                  </a:lnTo>
                  <a:lnTo>
                    <a:pt x="4074386" y="2035996"/>
                  </a:lnTo>
                  <a:lnTo>
                    <a:pt x="4074386" y="2035372"/>
                  </a:lnTo>
                  <a:lnTo>
                    <a:pt x="4074386" y="2034749"/>
                  </a:lnTo>
                  <a:lnTo>
                    <a:pt x="4074531" y="2034749"/>
                  </a:lnTo>
                  <a:lnTo>
                    <a:pt x="4074531" y="2034125"/>
                  </a:lnTo>
                  <a:lnTo>
                    <a:pt x="4074676" y="2034125"/>
                  </a:lnTo>
                  <a:lnTo>
                    <a:pt x="4074822" y="2034125"/>
                  </a:lnTo>
                  <a:lnTo>
                    <a:pt x="4074967" y="2034125"/>
                  </a:lnTo>
                  <a:lnTo>
                    <a:pt x="4075113" y="2034125"/>
                  </a:lnTo>
                  <a:lnTo>
                    <a:pt x="4075258" y="2034125"/>
                  </a:lnTo>
                  <a:lnTo>
                    <a:pt x="4075404" y="2034125"/>
                  </a:lnTo>
                  <a:lnTo>
                    <a:pt x="4075549" y="2034125"/>
                  </a:lnTo>
                  <a:lnTo>
                    <a:pt x="4075549" y="2033501"/>
                  </a:lnTo>
                  <a:lnTo>
                    <a:pt x="4075549" y="2032878"/>
                  </a:lnTo>
                  <a:lnTo>
                    <a:pt x="4075549" y="2032254"/>
                  </a:lnTo>
                  <a:lnTo>
                    <a:pt x="4075694" y="2032254"/>
                  </a:lnTo>
                  <a:lnTo>
                    <a:pt x="4075840" y="2032254"/>
                  </a:lnTo>
                  <a:lnTo>
                    <a:pt x="4075985" y="2032254"/>
                  </a:lnTo>
                  <a:lnTo>
                    <a:pt x="4076131" y="2032254"/>
                  </a:lnTo>
                  <a:lnTo>
                    <a:pt x="4076276" y="2032254"/>
                  </a:lnTo>
                  <a:lnTo>
                    <a:pt x="4076422" y="2032254"/>
                  </a:lnTo>
                  <a:lnTo>
                    <a:pt x="4076567" y="2032254"/>
                  </a:lnTo>
                  <a:lnTo>
                    <a:pt x="4076712" y="2032254"/>
                  </a:lnTo>
                  <a:lnTo>
                    <a:pt x="4076858" y="2032254"/>
                  </a:lnTo>
                  <a:lnTo>
                    <a:pt x="4077003" y="2032254"/>
                  </a:lnTo>
                  <a:lnTo>
                    <a:pt x="4077149" y="2032254"/>
                  </a:lnTo>
                  <a:lnTo>
                    <a:pt x="4077294" y="2032254"/>
                  </a:lnTo>
                  <a:lnTo>
                    <a:pt x="4077440" y="2032254"/>
                  </a:lnTo>
                  <a:lnTo>
                    <a:pt x="4077585" y="2032254"/>
                  </a:lnTo>
                  <a:lnTo>
                    <a:pt x="4077585" y="2031631"/>
                  </a:lnTo>
                  <a:lnTo>
                    <a:pt x="4077585" y="2031007"/>
                  </a:lnTo>
                  <a:lnTo>
                    <a:pt x="4077730" y="2031007"/>
                  </a:lnTo>
                  <a:lnTo>
                    <a:pt x="4077876" y="2031007"/>
                  </a:lnTo>
                  <a:lnTo>
                    <a:pt x="4077876" y="2030384"/>
                  </a:lnTo>
                  <a:lnTo>
                    <a:pt x="4078021" y="2030384"/>
                  </a:lnTo>
                  <a:lnTo>
                    <a:pt x="4078167" y="2030384"/>
                  </a:lnTo>
                  <a:lnTo>
                    <a:pt x="4078312" y="2030384"/>
                  </a:lnTo>
                  <a:lnTo>
                    <a:pt x="4078457" y="2030384"/>
                  </a:lnTo>
                  <a:lnTo>
                    <a:pt x="4078603" y="2030384"/>
                  </a:lnTo>
                  <a:lnTo>
                    <a:pt x="4078748" y="2030384"/>
                  </a:lnTo>
                  <a:lnTo>
                    <a:pt x="4078894" y="2030384"/>
                  </a:lnTo>
                  <a:lnTo>
                    <a:pt x="4079039" y="2030384"/>
                  </a:lnTo>
                  <a:lnTo>
                    <a:pt x="4079185" y="2030384"/>
                  </a:lnTo>
                  <a:lnTo>
                    <a:pt x="4079330" y="2030384"/>
                  </a:lnTo>
                  <a:lnTo>
                    <a:pt x="4079330" y="2029760"/>
                  </a:lnTo>
                  <a:lnTo>
                    <a:pt x="4079330" y="2029136"/>
                  </a:lnTo>
                  <a:lnTo>
                    <a:pt x="4079475" y="2029136"/>
                  </a:lnTo>
                  <a:lnTo>
                    <a:pt x="4079621" y="2029136"/>
                  </a:lnTo>
                  <a:lnTo>
                    <a:pt x="4079766" y="2029136"/>
                  </a:lnTo>
                  <a:lnTo>
                    <a:pt x="4079912" y="2029136"/>
                  </a:lnTo>
                  <a:lnTo>
                    <a:pt x="4080057" y="2029136"/>
                  </a:lnTo>
                  <a:lnTo>
                    <a:pt x="4080203" y="2029136"/>
                  </a:lnTo>
                  <a:lnTo>
                    <a:pt x="4080348" y="2029136"/>
                  </a:lnTo>
                  <a:lnTo>
                    <a:pt x="4080493" y="2029136"/>
                  </a:lnTo>
                  <a:lnTo>
                    <a:pt x="4080639" y="2029136"/>
                  </a:lnTo>
                  <a:lnTo>
                    <a:pt x="4080784" y="2029136"/>
                  </a:lnTo>
                  <a:lnTo>
                    <a:pt x="4080930" y="2029136"/>
                  </a:lnTo>
                  <a:lnTo>
                    <a:pt x="4080930" y="2028513"/>
                  </a:lnTo>
                  <a:lnTo>
                    <a:pt x="4081075" y="2028513"/>
                  </a:lnTo>
                  <a:lnTo>
                    <a:pt x="4081221" y="2028513"/>
                  </a:lnTo>
                  <a:lnTo>
                    <a:pt x="4081366" y="2028513"/>
                  </a:lnTo>
                  <a:lnTo>
                    <a:pt x="4081511" y="2028513"/>
                  </a:lnTo>
                  <a:lnTo>
                    <a:pt x="4081657" y="2028513"/>
                  </a:lnTo>
                  <a:lnTo>
                    <a:pt x="4081802" y="2028513"/>
                  </a:lnTo>
                  <a:lnTo>
                    <a:pt x="4081948" y="2028513"/>
                  </a:lnTo>
                  <a:lnTo>
                    <a:pt x="4082093" y="2028513"/>
                  </a:lnTo>
                  <a:lnTo>
                    <a:pt x="4082239" y="2028513"/>
                  </a:lnTo>
                  <a:lnTo>
                    <a:pt x="4082384" y="2028513"/>
                  </a:lnTo>
                  <a:lnTo>
                    <a:pt x="4082529" y="2028513"/>
                  </a:lnTo>
                  <a:lnTo>
                    <a:pt x="4082675" y="2028513"/>
                  </a:lnTo>
                  <a:lnTo>
                    <a:pt x="4082675" y="2027889"/>
                  </a:lnTo>
                  <a:lnTo>
                    <a:pt x="4082675" y="2027266"/>
                  </a:lnTo>
                  <a:lnTo>
                    <a:pt x="4082820" y="2027266"/>
                  </a:lnTo>
                  <a:lnTo>
                    <a:pt x="4082966" y="2027266"/>
                  </a:lnTo>
                  <a:lnTo>
                    <a:pt x="4083111" y="2027266"/>
                  </a:lnTo>
                  <a:lnTo>
                    <a:pt x="4083111" y="2026642"/>
                  </a:lnTo>
                  <a:lnTo>
                    <a:pt x="4083257" y="2026642"/>
                  </a:lnTo>
                  <a:lnTo>
                    <a:pt x="4083402" y="2026642"/>
                  </a:lnTo>
                  <a:lnTo>
                    <a:pt x="4083547" y="2026642"/>
                  </a:lnTo>
                  <a:lnTo>
                    <a:pt x="4083693" y="2026642"/>
                  </a:lnTo>
                  <a:lnTo>
                    <a:pt x="4083693" y="2026018"/>
                  </a:lnTo>
                  <a:lnTo>
                    <a:pt x="4083838" y="2026018"/>
                  </a:lnTo>
                  <a:lnTo>
                    <a:pt x="4083984" y="2026018"/>
                  </a:lnTo>
                  <a:lnTo>
                    <a:pt x="4084129" y="2026018"/>
                  </a:lnTo>
                  <a:lnTo>
                    <a:pt x="4084275" y="2026018"/>
                  </a:lnTo>
                  <a:lnTo>
                    <a:pt x="4084420" y="2026018"/>
                  </a:lnTo>
                  <a:lnTo>
                    <a:pt x="4084565" y="2026018"/>
                  </a:lnTo>
                  <a:lnTo>
                    <a:pt x="4084565" y="2025395"/>
                  </a:lnTo>
                  <a:lnTo>
                    <a:pt x="4084711" y="2025395"/>
                  </a:lnTo>
                  <a:lnTo>
                    <a:pt x="4084856" y="2025395"/>
                  </a:lnTo>
                  <a:lnTo>
                    <a:pt x="4085002" y="2025395"/>
                  </a:lnTo>
                  <a:lnTo>
                    <a:pt x="4085147" y="2025395"/>
                  </a:lnTo>
                  <a:lnTo>
                    <a:pt x="4085147" y="2024771"/>
                  </a:lnTo>
                  <a:lnTo>
                    <a:pt x="4085292" y="2024771"/>
                  </a:lnTo>
                  <a:lnTo>
                    <a:pt x="4085438" y="2024771"/>
                  </a:lnTo>
                  <a:lnTo>
                    <a:pt x="4085583" y="2024771"/>
                  </a:lnTo>
                  <a:lnTo>
                    <a:pt x="4085729" y="2024771"/>
                  </a:lnTo>
                  <a:lnTo>
                    <a:pt x="4085874" y="2024771"/>
                  </a:lnTo>
                  <a:lnTo>
                    <a:pt x="4085874" y="2024148"/>
                  </a:lnTo>
                  <a:lnTo>
                    <a:pt x="4086020" y="2024148"/>
                  </a:lnTo>
                  <a:lnTo>
                    <a:pt x="4086165" y="2024148"/>
                  </a:lnTo>
                  <a:lnTo>
                    <a:pt x="4086310" y="2024148"/>
                  </a:lnTo>
                  <a:lnTo>
                    <a:pt x="4086456" y="2024148"/>
                  </a:lnTo>
                  <a:lnTo>
                    <a:pt x="4086601" y="2024148"/>
                  </a:lnTo>
                  <a:lnTo>
                    <a:pt x="4086601" y="2023524"/>
                  </a:lnTo>
                  <a:lnTo>
                    <a:pt x="4086747" y="2023524"/>
                  </a:lnTo>
                  <a:lnTo>
                    <a:pt x="4086892" y="2023524"/>
                  </a:lnTo>
                  <a:lnTo>
                    <a:pt x="4086892" y="2022901"/>
                  </a:lnTo>
                  <a:lnTo>
                    <a:pt x="4086892" y="2022277"/>
                  </a:lnTo>
                  <a:lnTo>
                    <a:pt x="4087038" y="2022277"/>
                  </a:lnTo>
                  <a:lnTo>
                    <a:pt x="4087183" y="2022277"/>
                  </a:lnTo>
                  <a:lnTo>
                    <a:pt x="4087328" y="2022277"/>
                  </a:lnTo>
                  <a:lnTo>
                    <a:pt x="4087474" y="2022277"/>
                  </a:lnTo>
                  <a:lnTo>
                    <a:pt x="4087619" y="2022277"/>
                  </a:lnTo>
                  <a:lnTo>
                    <a:pt x="4087765" y="2022277"/>
                  </a:lnTo>
                  <a:lnTo>
                    <a:pt x="4087765" y="2021653"/>
                  </a:lnTo>
                  <a:lnTo>
                    <a:pt x="4087910" y="2021653"/>
                  </a:lnTo>
                  <a:lnTo>
                    <a:pt x="4088056" y="2021653"/>
                  </a:lnTo>
                  <a:lnTo>
                    <a:pt x="4088201" y="2021653"/>
                  </a:lnTo>
                  <a:lnTo>
                    <a:pt x="4088346" y="2021653"/>
                  </a:lnTo>
                  <a:lnTo>
                    <a:pt x="4088492" y="2021653"/>
                  </a:lnTo>
                  <a:lnTo>
                    <a:pt x="4088637" y="2021653"/>
                  </a:lnTo>
                  <a:lnTo>
                    <a:pt x="4088783" y="2021653"/>
                  </a:lnTo>
                  <a:lnTo>
                    <a:pt x="4088928" y="2021653"/>
                  </a:lnTo>
                  <a:lnTo>
                    <a:pt x="4089074" y="2021653"/>
                  </a:lnTo>
                  <a:lnTo>
                    <a:pt x="4089219" y="2021653"/>
                  </a:lnTo>
                  <a:lnTo>
                    <a:pt x="4089219" y="2021030"/>
                  </a:lnTo>
                  <a:lnTo>
                    <a:pt x="4089364" y="2021030"/>
                  </a:lnTo>
                  <a:lnTo>
                    <a:pt x="4089510" y="2021030"/>
                  </a:lnTo>
                  <a:lnTo>
                    <a:pt x="4089655" y="2021030"/>
                  </a:lnTo>
                  <a:lnTo>
                    <a:pt x="4089801" y="2021030"/>
                  </a:lnTo>
                  <a:lnTo>
                    <a:pt x="4089946" y="2021030"/>
                  </a:lnTo>
                  <a:lnTo>
                    <a:pt x="4089946" y="2020406"/>
                  </a:lnTo>
                  <a:lnTo>
                    <a:pt x="4090092" y="2020406"/>
                  </a:lnTo>
                  <a:lnTo>
                    <a:pt x="4090092" y="2019783"/>
                  </a:lnTo>
                  <a:lnTo>
                    <a:pt x="4090237" y="2019783"/>
                  </a:lnTo>
                  <a:lnTo>
                    <a:pt x="4090237" y="2019159"/>
                  </a:lnTo>
                  <a:lnTo>
                    <a:pt x="4090382" y="2019159"/>
                  </a:lnTo>
                  <a:lnTo>
                    <a:pt x="4090382" y="2018535"/>
                  </a:lnTo>
                  <a:lnTo>
                    <a:pt x="4090528" y="2018535"/>
                  </a:lnTo>
                  <a:lnTo>
                    <a:pt x="4090528" y="2017912"/>
                  </a:lnTo>
                  <a:lnTo>
                    <a:pt x="4090673" y="2017912"/>
                  </a:lnTo>
                  <a:lnTo>
                    <a:pt x="4090819" y="2017912"/>
                  </a:lnTo>
                  <a:lnTo>
                    <a:pt x="4090964" y="2017912"/>
                  </a:lnTo>
                  <a:lnTo>
                    <a:pt x="4091110" y="2017912"/>
                  </a:lnTo>
                  <a:lnTo>
                    <a:pt x="4091110" y="2017288"/>
                  </a:lnTo>
                  <a:lnTo>
                    <a:pt x="4091255" y="2017288"/>
                  </a:lnTo>
                  <a:lnTo>
                    <a:pt x="4091400" y="2017288"/>
                  </a:lnTo>
                  <a:lnTo>
                    <a:pt x="4091546" y="2017288"/>
                  </a:lnTo>
                  <a:lnTo>
                    <a:pt x="4091691" y="2017288"/>
                  </a:lnTo>
                  <a:lnTo>
                    <a:pt x="4091691" y="2016665"/>
                  </a:lnTo>
                  <a:lnTo>
                    <a:pt x="4091691" y="2016041"/>
                  </a:lnTo>
                  <a:lnTo>
                    <a:pt x="4091837" y="2016041"/>
                  </a:lnTo>
                  <a:lnTo>
                    <a:pt x="4091982" y="2016041"/>
                  </a:lnTo>
                  <a:lnTo>
                    <a:pt x="4091982" y="2015418"/>
                  </a:lnTo>
                  <a:lnTo>
                    <a:pt x="4092127" y="2015418"/>
                  </a:lnTo>
                  <a:lnTo>
                    <a:pt x="4092273" y="2015418"/>
                  </a:lnTo>
                  <a:lnTo>
                    <a:pt x="4092418" y="2015418"/>
                  </a:lnTo>
                  <a:lnTo>
                    <a:pt x="4092564" y="2015418"/>
                  </a:lnTo>
                  <a:lnTo>
                    <a:pt x="4092709" y="2015418"/>
                  </a:lnTo>
                  <a:lnTo>
                    <a:pt x="4092855" y="2015418"/>
                  </a:lnTo>
                  <a:lnTo>
                    <a:pt x="4093000" y="2015418"/>
                  </a:lnTo>
                  <a:lnTo>
                    <a:pt x="4093000" y="2014794"/>
                  </a:lnTo>
                  <a:lnTo>
                    <a:pt x="4093145" y="2014794"/>
                  </a:lnTo>
                  <a:lnTo>
                    <a:pt x="4093291" y="2014794"/>
                  </a:lnTo>
                  <a:lnTo>
                    <a:pt x="4093436" y="2014794"/>
                  </a:lnTo>
                  <a:lnTo>
                    <a:pt x="4093582" y="2014794"/>
                  </a:lnTo>
                  <a:lnTo>
                    <a:pt x="4093727" y="2014794"/>
                  </a:lnTo>
                  <a:lnTo>
                    <a:pt x="4093873" y="2014794"/>
                  </a:lnTo>
                  <a:lnTo>
                    <a:pt x="4094018" y="2014794"/>
                  </a:lnTo>
                  <a:lnTo>
                    <a:pt x="4094163" y="2014794"/>
                  </a:lnTo>
                  <a:lnTo>
                    <a:pt x="4094309" y="2014794"/>
                  </a:lnTo>
                  <a:lnTo>
                    <a:pt x="4094454" y="2014794"/>
                  </a:lnTo>
                  <a:lnTo>
                    <a:pt x="4094600" y="2014794"/>
                  </a:lnTo>
                  <a:lnTo>
                    <a:pt x="4094745" y="2014794"/>
                  </a:lnTo>
                  <a:lnTo>
                    <a:pt x="4094891" y="2014794"/>
                  </a:lnTo>
                  <a:lnTo>
                    <a:pt x="4095036" y="2014794"/>
                  </a:lnTo>
                  <a:lnTo>
                    <a:pt x="4095181" y="2014794"/>
                  </a:lnTo>
                  <a:lnTo>
                    <a:pt x="4095327" y="2014794"/>
                  </a:lnTo>
                  <a:lnTo>
                    <a:pt x="4095472" y="2014794"/>
                  </a:lnTo>
                  <a:lnTo>
                    <a:pt x="4095618" y="2014794"/>
                  </a:lnTo>
                  <a:lnTo>
                    <a:pt x="4095763" y="2014794"/>
                  </a:lnTo>
                  <a:lnTo>
                    <a:pt x="4095909" y="2014794"/>
                  </a:lnTo>
                  <a:lnTo>
                    <a:pt x="4095909" y="2014170"/>
                  </a:lnTo>
                  <a:lnTo>
                    <a:pt x="4096054" y="2014170"/>
                  </a:lnTo>
                  <a:lnTo>
                    <a:pt x="4096199" y="2014170"/>
                  </a:lnTo>
                  <a:lnTo>
                    <a:pt x="4096345" y="2014170"/>
                  </a:lnTo>
                  <a:lnTo>
                    <a:pt x="4096490" y="2014170"/>
                  </a:lnTo>
                  <a:lnTo>
                    <a:pt x="4096636" y="2014170"/>
                  </a:lnTo>
                  <a:lnTo>
                    <a:pt x="4096781" y="2014170"/>
                  </a:lnTo>
                  <a:lnTo>
                    <a:pt x="4096927" y="2014170"/>
                  </a:lnTo>
                  <a:lnTo>
                    <a:pt x="4097072" y="2014170"/>
                  </a:lnTo>
                  <a:lnTo>
                    <a:pt x="4097217" y="2014170"/>
                  </a:lnTo>
                  <a:lnTo>
                    <a:pt x="4097217" y="2013547"/>
                  </a:lnTo>
                  <a:lnTo>
                    <a:pt x="4097363" y="2013547"/>
                  </a:lnTo>
                  <a:lnTo>
                    <a:pt x="4097508" y="2013547"/>
                  </a:lnTo>
                  <a:lnTo>
                    <a:pt x="4097654" y="2013547"/>
                  </a:lnTo>
                  <a:lnTo>
                    <a:pt x="4097654" y="2012923"/>
                  </a:lnTo>
                  <a:lnTo>
                    <a:pt x="4097799" y="2012923"/>
                  </a:lnTo>
                  <a:lnTo>
                    <a:pt x="4097945" y="2012923"/>
                  </a:lnTo>
                  <a:lnTo>
                    <a:pt x="4098090" y="2012923"/>
                  </a:lnTo>
                  <a:lnTo>
                    <a:pt x="4098235" y="2012923"/>
                  </a:lnTo>
                  <a:lnTo>
                    <a:pt x="4098381" y="2012923"/>
                  </a:lnTo>
                  <a:lnTo>
                    <a:pt x="4098526" y="2012923"/>
                  </a:lnTo>
                  <a:lnTo>
                    <a:pt x="4098526" y="2012300"/>
                  </a:lnTo>
                  <a:lnTo>
                    <a:pt x="4098672" y="2012300"/>
                  </a:lnTo>
                  <a:lnTo>
                    <a:pt x="4098817" y="2012300"/>
                  </a:lnTo>
                  <a:lnTo>
                    <a:pt x="4098962" y="2012300"/>
                  </a:lnTo>
                  <a:lnTo>
                    <a:pt x="4099108" y="2012300"/>
                  </a:lnTo>
                  <a:lnTo>
                    <a:pt x="4099253" y="2012300"/>
                  </a:lnTo>
                  <a:lnTo>
                    <a:pt x="4099399" y="2012300"/>
                  </a:lnTo>
                  <a:lnTo>
                    <a:pt x="4099544" y="2012300"/>
                  </a:lnTo>
                  <a:lnTo>
                    <a:pt x="4099690" y="2012300"/>
                  </a:lnTo>
                  <a:lnTo>
                    <a:pt x="4099835" y="2012300"/>
                  </a:lnTo>
                  <a:lnTo>
                    <a:pt x="4099980" y="2012300"/>
                  </a:lnTo>
                  <a:lnTo>
                    <a:pt x="4100126" y="2012300"/>
                  </a:lnTo>
                  <a:lnTo>
                    <a:pt x="4100271" y="2012300"/>
                  </a:lnTo>
                  <a:lnTo>
                    <a:pt x="4100271" y="2011676"/>
                  </a:lnTo>
                  <a:lnTo>
                    <a:pt x="4100417" y="2011676"/>
                  </a:lnTo>
                  <a:lnTo>
                    <a:pt x="4100562" y="2011676"/>
                  </a:lnTo>
                  <a:lnTo>
                    <a:pt x="4100708" y="2011676"/>
                  </a:lnTo>
                  <a:lnTo>
                    <a:pt x="4100708" y="2011052"/>
                  </a:lnTo>
                  <a:lnTo>
                    <a:pt x="4100853" y="2011052"/>
                  </a:lnTo>
                  <a:lnTo>
                    <a:pt x="4100998" y="2011052"/>
                  </a:lnTo>
                  <a:lnTo>
                    <a:pt x="4101144" y="2011052"/>
                  </a:lnTo>
                  <a:lnTo>
                    <a:pt x="4101289" y="2011052"/>
                  </a:lnTo>
                  <a:lnTo>
                    <a:pt x="4101435" y="2011052"/>
                  </a:lnTo>
                  <a:lnTo>
                    <a:pt x="4101435" y="2010429"/>
                  </a:lnTo>
                  <a:lnTo>
                    <a:pt x="4101580" y="2010429"/>
                  </a:lnTo>
                  <a:lnTo>
                    <a:pt x="4101580" y="2009805"/>
                  </a:lnTo>
                  <a:lnTo>
                    <a:pt x="4101580" y="2009182"/>
                  </a:lnTo>
                  <a:lnTo>
                    <a:pt x="4101726" y="2009182"/>
                  </a:lnTo>
                  <a:lnTo>
                    <a:pt x="4101871" y="2009182"/>
                  </a:lnTo>
                  <a:lnTo>
                    <a:pt x="4102016" y="2009182"/>
                  </a:lnTo>
                  <a:lnTo>
                    <a:pt x="4102016" y="2008558"/>
                  </a:lnTo>
                  <a:lnTo>
                    <a:pt x="4102162" y="2008558"/>
                  </a:lnTo>
                  <a:lnTo>
                    <a:pt x="4102307" y="2008558"/>
                  </a:lnTo>
                  <a:lnTo>
                    <a:pt x="4102453" y="2008558"/>
                  </a:lnTo>
                  <a:lnTo>
                    <a:pt x="4102598" y="2008558"/>
                  </a:lnTo>
                  <a:lnTo>
                    <a:pt x="4102744" y="2008558"/>
                  </a:lnTo>
                  <a:lnTo>
                    <a:pt x="4102889" y="2008558"/>
                  </a:lnTo>
                  <a:lnTo>
                    <a:pt x="4103034" y="2008558"/>
                  </a:lnTo>
                  <a:lnTo>
                    <a:pt x="4103034" y="2007935"/>
                  </a:lnTo>
                  <a:lnTo>
                    <a:pt x="4103034" y="2007311"/>
                  </a:lnTo>
                  <a:lnTo>
                    <a:pt x="4103180" y="2007311"/>
                  </a:lnTo>
                  <a:lnTo>
                    <a:pt x="4103325" y="2007311"/>
                  </a:lnTo>
                  <a:lnTo>
                    <a:pt x="4103325" y="2006687"/>
                  </a:lnTo>
                  <a:lnTo>
                    <a:pt x="4103471" y="2006687"/>
                  </a:lnTo>
                  <a:lnTo>
                    <a:pt x="4103471" y="2006064"/>
                  </a:lnTo>
                  <a:lnTo>
                    <a:pt x="4103471" y="2005440"/>
                  </a:lnTo>
                  <a:lnTo>
                    <a:pt x="4103616" y="2005440"/>
                  </a:lnTo>
                  <a:lnTo>
                    <a:pt x="4103762" y="2005440"/>
                  </a:lnTo>
                  <a:lnTo>
                    <a:pt x="4103907" y="2005440"/>
                  </a:lnTo>
                  <a:lnTo>
                    <a:pt x="4104052" y="2005440"/>
                  </a:lnTo>
                  <a:lnTo>
                    <a:pt x="4104198" y="2005440"/>
                  </a:lnTo>
                  <a:lnTo>
                    <a:pt x="4104343" y="2005440"/>
                  </a:lnTo>
                  <a:lnTo>
                    <a:pt x="4104489" y="2005440"/>
                  </a:lnTo>
                  <a:lnTo>
                    <a:pt x="4104634" y="2005440"/>
                  </a:lnTo>
                  <a:lnTo>
                    <a:pt x="4104780" y="2005440"/>
                  </a:lnTo>
                  <a:lnTo>
                    <a:pt x="4104925" y="2005440"/>
                  </a:lnTo>
                  <a:lnTo>
                    <a:pt x="4105070" y="2005440"/>
                  </a:lnTo>
                  <a:lnTo>
                    <a:pt x="4105216" y="2005440"/>
                  </a:lnTo>
                  <a:lnTo>
                    <a:pt x="4105361" y="2005440"/>
                  </a:lnTo>
                  <a:lnTo>
                    <a:pt x="4105507" y="2005440"/>
                  </a:lnTo>
                  <a:lnTo>
                    <a:pt x="4105652" y="2005440"/>
                  </a:lnTo>
                  <a:lnTo>
                    <a:pt x="4105797" y="2005440"/>
                  </a:lnTo>
                  <a:lnTo>
                    <a:pt x="4105943" y="2005440"/>
                  </a:lnTo>
                  <a:lnTo>
                    <a:pt x="4106088" y="2005440"/>
                  </a:lnTo>
                  <a:lnTo>
                    <a:pt x="4106234" y="2005440"/>
                  </a:lnTo>
                  <a:lnTo>
                    <a:pt x="4106379" y="2005440"/>
                  </a:lnTo>
                  <a:lnTo>
                    <a:pt x="4106525" y="2005440"/>
                  </a:lnTo>
                  <a:lnTo>
                    <a:pt x="4106670" y="2005440"/>
                  </a:lnTo>
                  <a:lnTo>
                    <a:pt x="4106815" y="2005440"/>
                  </a:lnTo>
                  <a:lnTo>
                    <a:pt x="4106961" y="2005440"/>
                  </a:lnTo>
                  <a:lnTo>
                    <a:pt x="4107106" y="2005440"/>
                  </a:lnTo>
                  <a:lnTo>
                    <a:pt x="4107106" y="2004817"/>
                  </a:lnTo>
                  <a:lnTo>
                    <a:pt x="4107252" y="2004817"/>
                  </a:lnTo>
                  <a:lnTo>
                    <a:pt x="4107397" y="2004817"/>
                  </a:lnTo>
                  <a:lnTo>
                    <a:pt x="4107543" y="2004817"/>
                  </a:lnTo>
                  <a:lnTo>
                    <a:pt x="4107688" y="2004817"/>
                  </a:lnTo>
                  <a:lnTo>
                    <a:pt x="4107833" y="2004817"/>
                  </a:lnTo>
                  <a:lnTo>
                    <a:pt x="4107833" y="2004193"/>
                  </a:lnTo>
                  <a:lnTo>
                    <a:pt x="4107979" y="2004193"/>
                  </a:lnTo>
                  <a:lnTo>
                    <a:pt x="4108124" y="2004193"/>
                  </a:lnTo>
                  <a:lnTo>
                    <a:pt x="4108124" y="2003569"/>
                  </a:lnTo>
                  <a:lnTo>
                    <a:pt x="4108270" y="2003569"/>
                  </a:lnTo>
                  <a:lnTo>
                    <a:pt x="4108415" y="2003569"/>
                  </a:lnTo>
                  <a:lnTo>
                    <a:pt x="4108561" y="2003569"/>
                  </a:lnTo>
                  <a:lnTo>
                    <a:pt x="4108706" y="2003569"/>
                  </a:lnTo>
                  <a:lnTo>
                    <a:pt x="4108851" y="2003569"/>
                  </a:lnTo>
                  <a:lnTo>
                    <a:pt x="4108997" y="2003569"/>
                  </a:lnTo>
                  <a:lnTo>
                    <a:pt x="4109142" y="2003569"/>
                  </a:lnTo>
                  <a:lnTo>
                    <a:pt x="4109288" y="2003569"/>
                  </a:lnTo>
                  <a:lnTo>
                    <a:pt x="4109433" y="2003569"/>
                  </a:lnTo>
                  <a:lnTo>
                    <a:pt x="4109579" y="2003569"/>
                  </a:lnTo>
                  <a:lnTo>
                    <a:pt x="4109724" y="2003569"/>
                  </a:lnTo>
                  <a:lnTo>
                    <a:pt x="4109869" y="2003569"/>
                  </a:lnTo>
                  <a:lnTo>
                    <a:pt x="4110015" y="2003569"/>
                  </a:lnTo>
                  <a:lnTo>
                    <a:pt x="4110160" y="2003569"/>
                  </a:lnTo>
                  <a:lnTo>
                    <a:pt x="4110306" y="2003569"/>
                  </a:lnTo>
                  <a:lnTo>
                    <a:pt x="4110451" y="2003569"/>
                  </a:lnTo>
                  <a:lnTo>
                    <a:pt x="4110597" y="2003569"/>
                  </a:lnTo>
                  <a:lnTo>
                    <a:pt x="4110742" y="2003569"/>
                  </a:lnTo>
                  <a:lnTo>
                    <a:pt x="4110887" y="2003569"/>
                  </a:lnTo>
                  <a:lnTo>
                    <a:pt x="4110887" y="2002946"/>
                  </a:lnTo>
                  <a:lnTo>
                    <a:pt x="4111033" y="2002946"/>
                  </a:lnTo>
                  <a:lnTo>
                    <a:pt x="4111178" y="2002946"/>
                  </a:lnTo>
                  <a:lnTo>
                    <a:pt x="4111324" y="2002946"/>
                  </a:lnTo>
                  <a:lnTo>
                    <a:pt x="4111469" y="2002946"/>
                  </a:lnTo>
                  <a:lnTo>
                    <a:pt x="4111615" y="2002946"/>
                  </a:lnTo>
                  <a:lnTo>
                    <a:pt x="4111760" y="2002946"/>
                  </a:lnTo>
                  <a:lnTo>
                    <a:pt x="4111760" y="2002322"/>
                  </a:lnTo>
                  <a:lnTo>
                    <a:pt x="4111905" y="2002322"/>
                  </a:lnTo>
                  <a:lnTo>
                    <a:pt x="4112051" y="2002322"/>
                  </a:lnTo>
                  <a:lnTo>
                    <a:pt x="4112196" y="2002322"/>
                  </a:lnTo>
                  <a:lnTo>
                    <a:pt x="4112342" y="2002322"/>
                  </a:lnTo>
                  <a:lnTo>
                    <a:pt x="4112487" y="2002322"/>
                  </a:lnTo>
                  <a:lnTo>
                    <a:pt x="4112632" y="2002322"/>
                  </a:lnTo>
                  <a:lnTo>
                    <a:pt x="4112778" y="2002322"/>
                  </a:lnTo>
                  <a:lnTo>
                    <a:pt x="4112923" y="2002322"/>
                  </a:lnTo>
                  <a:lnTo>
                    <a:pt x="4113069" y="2002322"/>
                  </a:lnTo>
                  <a:lnTo>
                    <a:pt x="4113214" y="2002322"/>
                  </a:lnTo>
                  <a:lnTo>
                    <a:pt x="4113214" y="2001699"/>
                  </a:lnTo>
                  <a:lnTo>
                    <a:pt x="4113360" y="2001699"/>
                  </a:lnTo>
                  <a:lnTo>
                    <a:pt x="4113505" y="2001699"/>
                  </a:lnTo>
                  <a:lnTo>
                    <a:pt x="4113650" y="2001699"/>
                  </a:lnTo>
                  <a:lnTo>
                    <a:pt x="4113796" y="2001699"/>
                  </a:lnTo>
                  <a:lnTo>
                    <a:pt x="4113941" y="2001699"/>
                  </a:lnTo>
                  <a:lnTo>
                    <a:pt x="4114087" y="2001699"/>
                  </a:lnTo>
                  <a:lnTo>
                    <a:pt x="4114232" y="2001699"/>
                  </a:lnTo>
                  <a:lnTo>
                    <a:pt x="4114378" y="2001699"/>
                  </a:lnTo>
                  <a:lnTo>
                    <a:pt x="4114523" y="2001699"/>
                  </a:lnTo>
                  <a:lnTo>
                    <a:pt x="4114668" y="2001699"/>
                  </a:lnTo>
                  <a:lnTo>
                    <a:pt x="4114814" y="2001699"/>
                  </a:lnTo>
                  <a:lnTo>
                    <a:pt x="4114814" y="2001075"/>
                  </a:lnTo>
                  <a:lnTo>
                    <a:pt x="4114959" y="2001075"/>
                  </a:lnTo>
                  <a:lnTo>
                    <a:pt x="4115105" y="2001075"/>
                  </a:lnTo>
                  <a:lnTo>
                    <a:pt x="4115250" y="2001075"/>
                  </a:lnTo>
                  <a:lnTo>
                    <a:pt x="4115250" y="2000452"/>
                  </a:lnTo>
                  <a:lnTo>
                    <a:pt x="4115396" y="2000452"/>
                  </a:lnTo>
                  <a:lnTo>
                    <a:pt x="4115541" y="2000452"/>
                  </a:lnTo>
                  <a:lnTo>
                    <a:pt x="4115686" y="2000452"/>
                  </a:lnTo>
                  <a:lnTo>
                    <a:pt x="4115832" y="2000452"/>
                  </a:lnTo>
                  <a:lnTo>
                    <a:pt x="4115832" y="1999828"/>
                  </a:lnTo>
                  <a:lnTo>
                    <a:pt x="4115977" y="1999828"/>
                  </a:lnTo>
                  <a:lnTo>
                    <a:pt x="4116123" y="1999828"/>
                  </a:lnTo>
                  <a:lnTo>
                    <a:pt x="4116268" y="1999828"/>
                  </a:lnTo>
                  <a:lnTo>
                    <a:pt x="4116414" y="1999828"/>
                  </a:lnTo>
                  <a:lnTo>
                    <a:pt x="4116559" y="1999828"/>
                  </a:lnTo>
                  <a:lnTo>
                    <a:pt x="4116704" y="1999828"/>
                  </a:lnTo>
                  <a:lnTo>
                    <a:pt x="4116850" y="1999828"/>
                  </a:lnTo>
                  <a:lnTo>
                    <a:pt x="4116850" y="1999204"/>
                  </a:lnTo>
                  <a:lnTo>
                    <a:pt x="4116995" y="1999204"/>
                  </a:lnTo>
                  <a:lnTo>
                    <a:pt x="4117141" y="1999204"/>
                  </a:lnTo>
                  <a:lnTo>
                    <a:pt x="4117286" y="1999204"/>
                  </a:lnTo>
                  <a:lnTo>
                    <a:pt x="4117432" y="1999204"/>
                  </a:lnTo>
                  <a:lnTo>
                    <a:pt x="4117577" y="1999204"/>
                  </a:lnTo>
                  <a:lnTo>
                    <a:pt x="4117722" y="1999204"/>
                  </a:lnTo>
                  <a:lnTo>
                    <a:pt x="4117868" y="1999204"/>
                  </a:lnTo>
                  <a:lnTo>
                    <a:pt x="4118013" y="1999204"/>
                  </a:lnTo>
                  <a:lnTo>
                    <a:pt x="4118159" y="1999204"/>
                  </a:lnTo>
                  <a:lnTo>
                    <a:pt x="4118304" y="1999204"/>
                  </a:lnTo>
                  <a:lnTo>
                    <a:pt x="4118450" y="1999204"/>
                  </a:lnTo>
                  <a:lnTo>
                    <a:pt x="4118450" y="1998581"/>
                  </a:lnTo>
                  <a:lnTo>
                    <a:pt x="4118595" y="1998581"/>
                  </a:lnTo>
                  <a:lnTo>
                    <a:pt x="4118740" y="1998581"/>
                  </a:lnTo>
                  <a:lnTo>
                    <a:pt x="4118740" y="1997957"/>
                  </a:lnTo>
                  <a:lnTo>
                    <a:pt x="4118740" y="1997334"/>
                  </a:lnTo>
                  <a:lnTo>
                    <a:pt x="4118740" y="1996710"/>
                  </a:lnTo>
                  <a:lnTo>
                    <a:pt x="4118886" y="1996710"/>
                  </a:lnTo>
                  <a:lnTo>
                    <a:pt x="4119031" y="1996710"/>
                  </a:lnTo>
                  <a:lnTo>
                    <a:pt x="4119177" y="1996710"/>
                  </a:lnTo>
                  <a:lnTo>
                    <a:pt x="4119322" y="1996710"/>
                  </a:lnTo>
                  <a:lnTo>
                    <a:pt x="4119322" y="1996087"/>
                  </a:lnTo>
                  <a:lnTo>
                    <a:pt x="4119467" y="1996087"/>
                  </a:lnTo>
                  <a:lnTo>
                    <a:pt x="4119613" y="1996087"/>
                  </a:lnTo>
                  <a:lnTo>
                    <a:pt x="4119758" y="1996087"/>
                  </a:lnTo>
                  <a:lnTo>
                    <a:pt x="4119904" y="1996087"/>
                  </a:lnTo>
                  <a:lnTo>
                    <a:pt x="4120049" y="1996087"/>
                  </a:lnTo>
                  <a:lnTo>
                    <a:pt x="4120049" y="1995463"/>
                  </a:lnTo>
                  <a:lnTo>
                    <a:pt x="4120195" y="1995463"/>
                  </a:lnTo>
                  <a:lnTo>
                    <a:pt x="4120340" y="1995463"/>
                  </a:lnTo>
                  <a:lnTo>
                    <a:pt x="4120485" y="1995463"/>
                  </a:lnTo>
                  <a:lnTo>
                    <a:pt x="4120631" y="1995463"/>
                  </a:lnTo>
                  <a:lnTo>
                    <a:pt x="4120776" y="1995463"/>
                  </a:lnTo>
                  <a:lnTo>
                    <a:pt x="4120922" y="1995463"/>
                  </a:lnTo>
                  <a:lnTo>
                    <a:pt x="4121067" y="1995463"/>
                  </a:lnTo>
                  <a:lnTo>
                    <a:pt x="4121213" y="1995463"/>
                  </a:lnTo>
                  <a:lnTo>
                    <a:pt x="4121358" y="1995463"/>
                  </a:lnTo>
                  <a:lnTo>
                    <a:pt x="4121503" y="1995463"/>
                  </a:lnTo>
                  <a:lnTo>
                    <a:pt x="4121649" y="1995463"/>
                  </a:lnTo>
                  <a:lnTo>
                    <a:pt x="4121794" y="1995463"/>
                  </a:lnTo>
                  <a:lnTo>
                    <a:pt x="4121940" y="1995463"/>
                  </a:lnTo>
                  <a:lnTo>
                    <a:pt x="4122085" y="1995463"/>
                  </a:lnTo>
                  <a:lnTo>
                    <a:pt x="4122231" y="1995463"/>
                  </a:lnTo>
                  <a:lnTo>
                    <a:pt x="4122376" y="1995463"/>
                  </a:lnTo>
                  <a:lnTo>
                    <a:pt x="4122521" y="1995463"/>
                  </a:lnTo>
                  <a:lnTo>
                    <a:pt x="4122667" y="1995463"/>
                  </a:lnTo>
                  <a:lnTo>
                    <a:pt x="4122667" y="1994839"/>
                  </a:lnTo>
                  <a:lnTo>
                    <a:pt x="4122812" y="1994839"/>
                  </a:lnTo>
                  <a:lnTo>
                    <a:pt x="4122958" y="1994839"/>
                  </a:lnTo>
                  <a:lnTo>
                    <a:pt x="4123103" y="1994839"/>
                  </a:lnTo>
                  <a:lnTo>
                    <a:pt x="4123249" y="1994839"/>
                  </a:lnTo>
                  <a:lnTo>
                    <a:pt x="4123394" y="1994839"/>
                  </a:lnTo>
                  <a:lnTo>
                    <a:pt x="4123539" y="1994839"/>
                  </a:lnTo>
                  <a:lnTo>
                    <a:pt x="4123685" y="1994839"/>
                  </a:lnTo>
                  <a:lnTo>
                    <a:pt x="4123830" y="1994839"/>
                  </a:lnTo>
                  <a:lnTo>
                    <a:pt x="4123976" y="1994839"/>
                  </a:lnTo>
                  <a:lnTo>
                    <a:pt x="4124121" y="1994839"/>
                  </a:lnTo>
                  <a:lnTo>
                    <a:pt x="4124267" y="1994839"/>
                  </a:lnTo>
                  <a:lnTo>
                    <a:pt x="4124412" y="1994839"/>
                  </a:lnTo>
                  <a:lnTo>
                    <a:pt x="4124557" y="1994839"/>
                  </a:lnTo>
                  <a:lnTo>
                    <a:pt x="4124703" y="1994839"/>
                  </a:lnTo>
                  <a:lnTo>
                    <a:pt x="4124703" y="1994216"/>
                  </a:lnTo>
                  <a:lnTo>
                    <a:pt x="4124848" y="1994216"/>
                  </a:lnTo>
                  <a:lnTo>
                    <a:pt x="4124994" y="1994216"/>
                  </a:lnTo>
                  <a:lnTo>
                    <a:pt x="4125139" y="1994216"/>
                  </a:lnTo>
                  <a:lnTo>
                    <a:pt x="4125284" y="1994216"/>
                  </a:lnTo>
                  <a:lnTo>
                    <a:pt x="4125284" y="1993592"/>
                  </a:lnTo>
                  <a:lnTo>
                    <a:pt x="4125284" y="1992969"/>
                  </a:lnTo>
                  <a:lnTo>
                    <a:pt x="4125430" y="1992969"/>
                  </a:lnTo>
                  <a:lnTo>
                    <a:pt x="4125575" y="1992969"/>
                  </a:lnTo>
                  <a:lnTo>
                    <a:pt x="4125721" y="1992969"/>
                  </a:lnTo>
                  <a:lnTo>
                    <a:pt x="4125721" y="1992345"/>
                  </a:lnTo>
                  <a:lnTo>
                    <a:pt x="4125866" y="1992345"/>
                  </a:lnTo>
                  <a:lnTo>
                    <a:pt x="4126012" y="1992345"/>
                  </a:lnTo>
                  <a:lnTo>
                    <a:pt x="4126157" y="1992345"/>
                  </a:lnTo>
                  <a:lnTo>
                    <a:pt x="4126302" y="1992345"/>
                  </a:lnTo>
                  <a:lnTo>
                    <a:pt x="4126448" y="1992345"/>
                  </a:lnTo>
                  <a:lnTo>
                    <a:pt x="4126593" y="1992345"/>
                  </a:lnTo>
                  <a:lnTo>
                    <a:pt x="4126593" y="1991721"/>
                  </a:lnTo>
                  <a:lnTo>
                    <a:pt x="4126593" y="1991098"/>
                  </a:lnTo>
                  <a:lnTo>
                    <a:pt x="4126739" y="1991098"/>
                  </a:lnTo>
                  <a:lnTo>
                    <a:pt x="4126884" y="1991098"/>
                  </a:lnTo>
                  <a:lnTo>
                    <a:pt x="4126884" y="1990474"/>
                  </a:lnTo>
                  <a:lnTo>
                    <a:pt x="4127030" y="1990474"/>
                  </a:lnTo>
                  <a:lnTo>
                    <a:pt x="4127030" y="1989851"/>
                  </a:lnTo>
                  <a:lnTo>
                    <a:pt x="4127175" y="1989851"/>
                  </a:lnTo>
                  <a:lnTo>
                    <a:pt x="4127320" y="1989851"/>
                  </a:lnTo>
                  <a:lnTo>
                    <a:pt x="4127466" y="1989851"/>
                  </a:lnTo>
                  <a:lnTo>
                    <a:pt x="4127611" y="1989851"/>
                  </a:lnTo>
                  <a:lnTo>
                    <a:pt x="4127611" y="1989227"/>
                  </a:lnTo>
                  <a:lnTo>
                    <a:pt x="4127757" y="1989227"/>
                  </a:lnTo>
                  <a:lnTo>
                    <a:pt x="4127902" y="1989227"/>
                  </a:lnTo>
                  <a:lnTo>
                    <a:pt x="4128048" y="1989227"/>
                  </a:lnTo>
                  <a:lnTo>
                    <a:pt x="4128048" y="1988604"/>
                  </a:lnTo>
                  <a:lnTo>
                    <a:pt x="4128193" y="1988604"/>
                  </a:lnTo>
                  <a:lnTo>
                    <a:pt x="4128338" y="1988604"/>
                  </a:lnTo>
                  <a:lnTo>
                    <a:pt x="4128484" y="1988604"/>
                  </a:lnTo>
                  <a:lnTo>
                    <a:pt x="4128629" y="1988604"/>
                  </a:lnTo>
                  <a:lnTo>
                    <a:pt x="4128629" y="1987980"/>
                  </a:lnTo>
                  <a:lnTo>
                    <a:pt x="4128775" y="1987980"/>
                  </a:lnTo>
                  <a:lnTo>
                    <a:pt x="4128920" y="1987980"/>
                  </a:lnTo>
                  <a:lnTo>
                    <a:pt x="4129066" y="1987980"/>
                  </a:lnTo>
                  <a:lnTo>
                    <a:pt x="4129211" y="1987980"/>
                  </a:lnTo>
                  <a:lnTo>
                    <a:pt x="4129356" y="1987980"/>
                  </a:lnTo>
                  <a:lnTo>
                    <a:pt x="4129502" y="1987980"/>
                  </a:lnTo>
                  <a:lnTo>
                    <a:pt x="4129647" y="1987980"/>
                  </a:lnTo>
                  <a:lnTo>
                    <a:pt x="4129647" y="1987356"/>
                  </a:lnTo>
                  <a:lnTo>
                    <a:pt x="4129793" y="1987356"/>
                  </a:lnTo>
                  <a:lnTo>
                    <a:pt x="4129938" y="1987356"/>
                  </a:lnTo>
                  <a:lnTo>
                    <a:pt x="4130084" y="1987356"/>
                  </a:lnTo>
                  <a:lnTo>
                    <a:pt x="4130229" y="1987356"/>
                  </a:lnTo>
                  <a:lnTo>
                    <a:pt x="4130374" y="1987356"/>
                  </a:lnTo>
                  <a:lnTo>
                    <a:pt x="4130520" y="1987356"/>
                  </a:lnTo>
                  <a:lnTo>
                    <a:pt x="4130520" y="1986733"/>
                  </a:lnTo>
                  <a:lnTo>
                    <a:pt x="4130665" y="1986733"/>
                  </a:lnTo>
                  <a:lnTo>
                    <a:pt x="4130811" y="1986733"/>
                  </a:lnTo>
                  <a:lnTo>
                    <a:pt x="4130956" y="1986733"/>
                  </a:lnTo>
                  <a:lnTo>
                    <a:pt x="4131102" y="1986733"/>
                  </a:lnTo>
                  <a:lnTo>
                    <a:pt x="4131102" y="1986109"/>
                  </a:lnTo>
                  <a:lnTo>
                    <a:pt x="4131247" y="1986109"/>
                  </a:lnTo>
                  <a:lnTo>
                    <a:pt x="4131392" y="1986109"/>
                  </a:lnTo>
                  <a:lnTo>
                    <a:pt x="4131538" y="1986109"/>
                  </a:lnTo>
                  <a:lnTo>
                    <a:pt x="4131683" y="1986109"/>
                  </a:lnTo>
                  <a:lnTo>
                    <a:pt x="4131683" y="1985486"/>
                  </a:lnTo>
                  <a:lnTo>
                    <a:pt x="4131683" y="1984862"/>
                  </a:lnTo>
                  <a:lnTo>
                    <a:pt x="4131829" y="1984862"/>
                  </a:lnTo>
                  <a:lnTo>
                    <a:pt x="4131974" y="1984862"/>
                  </a:lnTo>
                  <a:lnTo>
                    <a:pt x="4132119" y="1984862"/>
                  </a:lnTo>
                  <a:lnTo>
                    <a:pt x="4132119" y="1984238"/>
                  </a:lnTo>
                  <a:lnTo>
                    <a:pt x="4132265" y="1984238"/>
                  </a:lnTo>
                  <a:lnTo>
                    <a:pt x="4132410" y="1984238"/>
                  </a:lnTo>
                  <a:lnTo>
                    <a:pt x="4132556" y="1984238"/>
                  </a:lnTo>
                  <a:lnTo>
                    <a:pt x="4132701" y="1984238"/>
                  </a:lnTo>
                  <a:lnTo>
                    <a:pt x="4132847" y="1984238"/>
                  </a:lnTo>
                  <a:lnTo>
                    <a:pt x="4132847" y="1983615"/>
                  </a:lnTo>
                  <a:lnTo>
                    <a:pt x="4132992" y="1983615"/>
                  </a:lnTo>
                  <a:lnTo>
                    <a:pt x="4133137" y="1983615"/>
                  </a:lnTo>
                  <a:lnTo>
                    <a:pt x="4133283" y="1983615"/>
                  </a:lnTo>
                  <a:lnTo>
                    <a:pt x="4133428" y="1983615"/>
                  </a:lnTo>
                  <a:lnTo>
                    <a:pt x="4133574" y="1983615"/>
                  </a:lnTo>
                  <a:lnTo>
                    <a:pt x="4133719" y="1983615"/>
                  </a:lnTo>
                  <a:lnTo>
                    <a:pt x="4133865" y="1983615"/>
                  </a:lnTo>
                  <a:lnTo>
                    <a:pt x="4134010" y="1983615"/>
                  </a:lnTo>
                  <a:lnTo>
                    <a:pt x="4134155" y="1983615"/>
                  </a:lnTo>
                  <a:lnTo>
                    <a:pt x="4134155" y="1982991"/>
                  </a:lnTo>
                  <a:lnTo>
                    <a:pt x="4134301" y="1982991"/>
                  </a:lnTo>
                  <a:lnTo>
                    <a:pt x="4134446" y="1982991"/>
                  </a:lnTo>
                  <a:lnTo>
                    <a:pt x="4134592" y="1982991"/>
                  </a:lnTo>
                  <a:lnTo>
                    <a:pt x="4134737" y="1982991"/>
                  </a:lnTo>
                  <a:lnTo>
                    <a:pt x="4134883" y="1982991"/>
                  </a:lnTo>
                  <a:lnTo>
                    <a:pt x="4135028" y="1982991"/>
                  </a:lnTo>
                  <a:lnTo>
                    <a:pt x="4135173" y="1982991"/>
                  </a:lnTo>
                  <a:lnTo>
                    <a:pt x="4135319" y="1982991"/>
                  </a:lnTo>
                  <a:lnTo>
                    <a:pt x="4135464" y="1982991"/>
                  </a:lnTo>
                  <a:lnTo>
                    <a:pt x="4135610" y="1982991"/>
                  </a:lnTo>
                  <a:lnTo>
                    <a:pt x="4135755" y="1982991"/>
                  </a:lnTo>
                  <a:lnTo>
                    <a:pt x="4135901" y="1982991"/>
                  </a:lnTo>
                  <a:lnTo>
                    <a:pt x="4136046" y="1982991"/>
                  </a:lnTo>
                  <a:lnTo>
                    <a:pt x="4136046" y="1982368"/>
                  </a:lnTo>
                  <a:lnTo>
                    <a:pt x="4136191" y="1982368"/>
                  </a:lnTo>
                  <a:lnTo>
                    <a:pt x="4136337" y="1982368"/>
                  </a:lnTo>
                  <a:lnTo>
                    <a:pt x="4136482" y="1982368"/>
                  </a:lnTo>
                  <a:lnTo>
                    <a:pt x="4136482" y="1981744"/>
                  </a:lnTo>
                  <a:lnTo>
                    <a:pt x="4136628" y="1981744"/>
                  </a:lnTo>
                  <a:lnTo>
                    <a:pt x="4136773" y="1981744"/>
                  </a:lnTo>
                  <a:lnTo>
                    <a:pt x="4136919" y="1981744"/>
                  </a:lnTo>
                  <a:lnTo>
                    <a:pt x="4137064" y="1981744"/>
                  </a:lnTo>
                  <a:lnTo>
                    <a:pt x="4137209" y="1981744"/>
                  </a:lnTo>
                  <a:lnTo>
                    <a:pt x="4137355" y="1981744"/>
                  </a:lnTo>
                  <a:lnTo>
                    <a:pt x="4137500" y="1981744"/>
                  </a:lnTo>
                  <a:lnTo>
                    <a:pt x="4137646" y="1981744"/>
                  </a:lnTo>
                  <a:lnTo>
                    <a:pt x="4137791" y="1981744"/>
                  </a:lnTo>
                  <a:lnTo>
                    <a:pt x="4137937" y="1981744"/>
                  </a:lnTo>
                  <a:lnTo>
                    <a:pt x="4138082" y="1981744"/>
                  </a:lnTo>
                  <a:lnTo>
                    <a:pt x="4138227" y="1981744"/>
                  </a:lnTo>
                  <a:lnTo>
                    <a:pt x="4138373" y="1981744"/>
                  </a:lnTo>
                  <a:lnTo>
                    <a:pt x="4138373" y="1981121"/>
                  </a:lnTo>
                  <a:lnTo>
                    <a:pt x="4138518" y="1981121"/>
                  </a:lnTo>
                  <a:lnTo>
                    <a:pt x="4138664" y="1981121"/>
                  </a:lnTo>
                  <a:lnTo>
                    <a:pt x="4138809" y="1981121"/>
                  </a:lnTo>
                  <a:lnTo>
                    <a:pt x="4138954" y="1981121"/>
                  </a:lnTo>
                  <a:lnTo>
                    <a:pt x="4138954" y="1980497"/>
                  </a:lnTo>
                  <a:lnTo>
                    <a:pt x="4139100" y="1980497"/>
                  </a:lnTo>
                  <a:lnTo>
                    <a:pt x="4139100" y="1979873"/>
                  </a:lnTo>
                  <a:lnTo>
                    <a:pt x="4139245" y="1979873"/>
                  </a:lnTo>
                  <a:lnTo>
                    <a:pt x="4139245" y="1979250"/>
                  </a:lnTo>
                  <a:lnTo>
                    <a:pt x="4139391" y="1979250"/>
                  </a:lnTo>
                  <a:lnTo>
                    <a:pt x="4139536" y="1979250"/>
                  </a:lnTo>
                  <a:lnTo>
                    <a:pt x="4139682" y="1979250"/>
                  </a:lnTo>
                  <a:lnTo>
                    <a:pt x="4139682" y="1978626"/>
                  </a:lnTo>
                  <a:lnTo>
                    <a:pt x="4139827" y="1978626"/>
                  </a:lnTo>
                  <a:lnTo>
                    <a:pt x="4139972" y="1978626"/>
                  </a:lnTo>
                  <a:lnTo>
                    <a:pt x="4139972" y="1978003"/>
                  </a:lnTo>
                  <a:lnTo>
                    <a:pt x="4140118" y="1978003"/>
                  </a:lnTo>
                  <a:lnTo>
                    <a:pt x="4140263" y="1978003"/>
                  </a:lnTo>
                  <a:lnTo>
                    <a:pt x="4140263" y="1977379"/>
                  </a:lnTo>
                  <a:lnTo>
                    <a:pt x="4140409" y="1977379"/>
                  </a:lnTo>
                  <a:lnTo>
                    <a:pt x="4140554" y="1977379"/>
                  </a:lnTo>
                  <a:lnTo>
                    <a:pt x="4140700" y="1977379"/>
                  </a:lnTo>
                  <a:lnTo>
                    <a:pt x="4140845" y="1977379"/>
                  </a:lnTo>
                  <a:lnTo>
                    <a:pt x="4140990" y="1977379"/>
                  </a:lnTo>
                  <a:lnTo>
                    <a:pt x="4141136" y="1977379"/>
                  </a:lnTo>
                  <a:lnTo>
                    <a:pt x="4141281" y="1977379"/>
                  </a:lnTo>
                  <a:lnTo>
                    <a:pt x="4141427" y="1977379"/>
                  </a:lnTo>
                  <a:lnTo>
                    <a:pt x="4141572" y="1977379"/>
                  </a:lnTo>
                  <a:lnTo>
                    <a:pt x="4141718" y="1977379"/>
                  </a:lnTo>
                  <a:lnTo>
                    <a:pt x="4141863" y="1977379"/>
                  </a:lnTo>
                  <a:lnTo>
                    <a:pt x="4142008" y="1977379"/>
                  </a:lnTo>
                  <a:lnTo>
                    <a:pt x="4142154" y="1977379"/>
                  </a:lnTo>
                  <a:lnTo>
                    <a:pt x="4142154" y="1976755"/>
                  </a:lnTo>
                  <a:lnTo>
                    <a:pt x="4142299" y="1976755"/>
                  </a:lnTo>
                  <a:lnTo>
                    <a:pt x="4142299" y="1976132"/>
                  </a:lnTo>
                  <a:lnTo>
                    <a:pt x="4142445" y="1976132"/>
                  </a:lnTo>
                  <a:lnTo>
                    <a:pt x="4142590" y="1976132"/>
                  </a:lnTo>
                  <a:lnTo>
                    <a:pt x="4142736" y="1976132"/>
                  </a:lnTo>
                  <a:lnTo>
                    <a:pt x="4142881" y="1976132"/>
                  </a:lnTo>
                  <a:lnTo>
                    <a:pt x="4143026" y="1976132"/>
                  </a:lnTo>
                  <a:lnTo>
                    <a:pt x="4143172" y="1976132"/>
                  </a:lnTo>
                  <a:lnTo>
                    <a:pt x="4143317" y="1976132"/>
                  </a:lnTo>
                  <a:lnTo>
                    <a:pt x="4143463" y="1976132"/>
                  </a:lnTo>
                  <a:lnTo>
                    <a:pt x="4143463" y="1975508"/>
                  </a:lnTo>
                  <a:lnTo>
                    <a:pt x="4143608" y="1975508"/>
                  </a:lnTo>
                  <a:lnTo>
                    <a:pt x="4143754" y="1975508"/>
                  </a:lnTo>
                  <a:lnTo>
                    <a:pt x="4143899" y="1975508"/>
                  </a:lnTo>
                  <a:lnTo>
                    <a:pt x="4144044" y="1975508"/>
                  </a:lnTo>
                  <a:lnTo>
                    <a:pt x="4144044" y="1974885"/>
                  </a:lnTo>
                  <a:lnTo>
                    <a:pt x="4144190" y="1974885"/>
                  </a:lnTo>
                  <a:lnTo>
                    <a:pt x="4144190" y="1974261"/>
                  </a:lnTo>
                  <a:lnTo>
                    <a:pt x="4144335" y="1974261"/>
                  </a:lnTo>
                  <a:lnTo>
                    <a:pt x="4144481" y="1974261"/>
                  </a:lnTo>
                  <a:lnTo>
                    <a:pt x="4144626" y="1974261"/>
                  </a:lnTo>
                  <a:lnTo>
                    <a:pt x="4144772" y="1974261"/>
                  </a:lnTo>
                  <a:lnTo>
                    <a:pt x="4144917" y="1974261"/>
                  </a:lnTo>
                  <a:lnTo>
                    <a:pt x="4144917" y="1973638"/>
                  </a:lnTo>
                  <a:lnTo>
                    <a:pt x="4145062" y="1973638"/>
                  </a:lnTo>
                  <a:lnTo>
                    <a:pt x="4145208" y="1973638"/>
                  </a:lnTo>
                  <a:lnTo>
                    <a:pt x="4145353" y="1973638"/>
                  </a:lnTo>
                  <a:lnTo>
                    <a:pt x="4145499" y="1973638"/>
                  </a:lnTo>
                  <a:lnTo>
                    <a:pt x="4145644" y="1973638"/>
                  </a:lnTo>
                  <a:lnTo>
                    <a:pt x="4145789" y="1973638"/>
                  </a:lnTo>
                  <a:lnTo>
                    <a:pt x="4145935" y="1973638"/>
                  </a:lnTo>
                  <a:lnTo>
                    <a:pt x="4146080" y="1973638"/>
                  </a:lnTo>
                  <a:lnTo>
                    <a:pt x="4146226" y="1973638"/>
                  </a:lnTo>
                  <a:lnTo>
                    <a:pt x="4146371" y="1973638"/>
                  </a:lnTo>
                  <a:lnTo>
                    <a:pt x="4146517" y="1973638"/>
                  </a:lnTo>
                  <a:lnTo>
                    <a:pt x="4146517" y="1973014"/>
                  </a:lnTo>
                  <a:lnTo>
                    <a:pt x="4146662" y="1973014"/>
                  </a:lnTo>
                  <a:lnTo>
                    <a:pt x="4146662" y="1972390"/>
                  </a:lnTo>
                  <a:lnTo>
                    <a:pt x="4146807" y="1972390"/>
                  </a:lnTo>
                  <a:lnTo>
                    <a:pt x="4146953" y="1972390"/>
                  </a:lnTo>
                  <a:lnTo>
                    <a:pt x="4146953" y="1971767"/>
                  </a:lnTo>
                  <a:lnTo>
                    <a:pt x="4147098" y="1971767"/>
                  </a:lnTo>
                  <a:lnTo>
                    <a:pt x="4147244" y="1971767"/>
                  </a:lnTo>
                  <a:lnTo>
                    <a:pt x="4147389" y="1971767"/>
                  </a:lnTo>
                  <a:lnTo>
                    <a:pt x="4147535" y="1971767"/>
                  </a:lnTo>
                  <a:lnTo>
                    <a:pt x="4147680" y="1971767"/>
                  </a:lnTo>
                  <a:lnTo>
                    <a:pt x="4147825" y="1971767"/>
                  </a:lnTo>
                  <a:lnTo>
                    <a:pt x="4147971" y="1971767"/>
                  </a:lnTo>
                  <a:lnTo>
                    <a:pt x="4148116" y="1971767"/>
                  </a:lnTo>
                  <a:lnTo>
                    <a:pt x="4148262" y="1971767"/>
                  </a:lnTo>
                  <a:lnTo>
                    <a:pt x="4148407" y="1971767"/>
                  </a:lnTo>
                  <a:lnTo>
                    <a:pt x="4148407" y="1971143"/>
                  </a:lnTo>
                  <a:lnTo>
                    <a:pt x="4148553" y="1971143"/>
                  </a:lnTo>
                  <a:lnTo>
                    <a:pt x="4148698" y="1971143"/>
                  </a:lnTo>
                  <a:lnTo>
                    <a:pt x="4148698" y="1970520"/>
                  </a:lnTo>
                  <a:lnTo>
                    <a:pt x="4148843" y="1970520"/>
                  </a:lnTo>
                  <a:lnTo>
                    <a:pt x="4148989" y="1970520"/>
                  </a:lnTo>
                  <a:lnTo>
                    <a:pt x="4149134" y="1970520"/>
                  </a:lnTo>
                  <a:lnTo>
                    <a:pt x="4149134" y="1969896"/>
                  </a:lnTo>
                  <a:lnTo>
                    <a:pt x="4149280" y="1969896"/>
                  </a:lnTo>
                  <a:lnTo>
                    <a:pt x="4149280" y="1969272"/>
                  </a:lnTo>
                  <a:lnTo>
                    <a:pt x="4149425" y="1969272"/>
                  </a:lnTo>
                  <a:lnTo>
                    <a:pt x="4149571" y="1969272"/>
                  </a:lnTo>
                  <a:lnTo>
                    <a:pt x="4149716" y="1969272"/>
                  </a:lnTo>
                  <a:lnTo>
                    <a:pt x="4149861" y="1969272"/>
                  </a:lnTo>
                  <a:lnTo>
                    <a:pt x="4150007" y="1969272"/>
                  </a:lnTo>
                  <a:lnTo>
                    <a:pt x="4150152" y="1969272"/>
                  </a:lnTo>
                  <a:lnTo>
                    <a:pt x="4150152" y="1968649"/>
                  </a:lnTo>
                  <a:lnTo>
                    <a:pt x="4150298" y="1968649"/>
                  </a:lnTo>
                  <a:lnTo>
                    <a:pt x="4150443" y="1968649"/>
                  </a:lnTo>
                  <a:lnTo>
                    <a:pt x="4150589" y="1968649"/>
                  </a:lnTo>
                  <a:lnTo>
                    <a:pt x="4150589" y="1968025"/>
                  </a:lnTo>
                  <a:lnTo>
                    <a:pt x="4150734" y="1968025"/>
                  </a:lnTo>
                  <a:lnTo>
                    <a:pt x="4150879" y="1968025"/>
                  </a:lnTo>
                  <a:lnTo>
                    <a:pt x="4151025" y="1968025"/>
                  </a:lnTo>
                  <a:lnTo>
                    <a:pt x="4151025" y="1967402"/>
                  </a:lnTo>
                  <a:lnTo>
                    <a:pt x="4151170" y="1967402"/>
                  </a:lnTo>
                  <a:lnTo>
                    <a:pt x="4151316" y="1967402"/>
                  </a:lnTo>
                  <a:lnTo>
                    <a:pt x="4151316" y="1966778"/>
                  </a:lnTo>
                  <a:lnTo>
                    <a:pt x="4151461" y="1966778"/>
                  </a:lnTo>
                  <a:lnTo>
                    <a:pt x="4151607" y="1966778"/>
                  </a:lnTo>
                  <a:lnTo>
                    <a:pt x="4151607" y="1966155"/>
                  </a:lnTo>
                  <a:lnTo>
                    <a:pt x="4151752" y="1966155"/>
                  </a:lnTo>
                  <a:lnTo>
                    <a:pt x="4151897" y="1966155"/>
                  </a:lnTo>
                  <a:lnTo>
                    <a:pt x="4151897" y="1965531"/>
                  </a:lnTo>
                  <a:lnTo>
                    <a:pt x="4152043" y="1965531"/>
                  </a:lnTo>
                  <a:lnTo>
                    <a:pt x="4152188" y="1965531"/>
                  </a:lnTo>
                  <a:lnTo>
                    <a:pt x="4152334" y="1965531"/>
                  </a:lnTo>
                  <a:lnTo>
                    <a:pt x="4152479" y="1965531"/>
                  </a:lnTo>
                  <a:lnTo>
                    <a:pt x="4152624" y="1965531"/>
                  </a:lnTo>
                  <a:lnTo>
                    <a:pt x="4152624" y="1964907"/>
                  </a:lnTo>
                  <a:lnTo>
                    <a:pt x="4152770" y="1964907"/>
                  </a:lnTo>
                  <a:lnTo>
                    <a:pt x="4152915" y="1964907"/>
                  </a:lnTo>
                  <a:lnTo>
                    <a:pt x="4153061" y="1964907"/>
                  </a:lnTo>
                  <a:lnTo>
                    <a:pt x="4153206" y="1964907"/>
                  </a:lnTo>
                  <a:lnTo>
                    <a:pt x="4153352" y="1964907"/>
                  </a:lnTo>
                  <a:lnTo>
                    <a:pt x="4153352" y="1964284"/>
                  </a:lnTo>
                  <a:lnTo>
                    <a:pt x="4153352" y="1963660"/>
                  </a:lnTo>
                  <a:lnTo>
                    <a:pt x="4153497" y="1963660"/>
                  </a:lnTo>
                  <a:lnTo>
                    <a:pt x="4153642" y="1963660"/>
                  </a:lnTo>
                  <a:lnTo>
                    <a:pt x="4153788" y="1963660"/>
                  </a:lnTo>
                  <a:lnTo>
                    <a:pt x="4153933" y="1963660"/>
                  </a:lnTo>
                  <a:lnTo>
                    <a:pt x="4154079" y="1963660"/>
                  </a:lnTo>
                  <a:lnTo>
                    <a:pt x="4154224" y="1963660"/>
                  </a:lnTo>
                  <a:lnTo>
                    <a:pt x="4154224" y="1963037"/>
                  </a:lnTo>
                  <a:lnTo>
                    <a:pt x="4154370" y="1963037"/>
                  </a:lnTo>
                  <a:lnTo>
                    <a:pt x="4154370" y="1962413"/>
                  </a:lnTo>
                  <a:lnTo>
                    <a:pt x="4154515" y="1962413"/>
                  </a:lnTo>
                  <a:lnTo>
                    <a:pt x="4154660" y="1962413"/>
                  </a:lnTo>
                  <a:lnTo>
                    <a:pt x="4154806" y="1962413"/>
                  </a:lnTo>
                  <a:lnTo>
                    <a:pt x="4154806" y="1961789"/>
                  </a:lnTo>
                  <a:lnTo>
                    <a:pt x="4154951" y="1961789"/>
                  </a:lnTo>
                  <a:lnTo>
                    <a:pt x="4155097" y="1961789"/>
                  </a:lnTo>
                  <a:lnTo>
                    <a:pt x="4155242" y="1961789"/>
                  </a:lnTo>
                  <a:lnTo>
                    <a:pt x="4155388" y="1961789"/>
                  </a:lnTo>
                  <a:lnTo>
                    <a:pt x="4155533" y="1961789"/>
                  </a:lnTo>
                  <a:lnTo>
                    <a:pt x="4155678" y="1961789"/>
                  </a:lnTo>
                  <a:lnTo>
                    <a:pt x="4155824" y="1961789"/>
                  </a:lnTo>
                  <a:lnTo>
                    <a:pt x="4155969" y="1961789"/>
                  </a:lnTo>
                  <a:lnTo>
                    <a:pt x="4156115" y="1961789"/>
                  </a:lnTo>
                  <a:lnTo>
                    <a:pt x="4156260" y="1961789"/>
                  </a:lnTo>
                  <a:lnTo>
                    <a:pt x="4156406" y="1961789"/>
                  </a:lnTo>
                  <a:lnTo>
                    <a:pt x="4156551" y="1961789"/>
                  </a:lnTo>
                  <a:lnTo>
                    <a:pt x="4156696" y="1961789"/>
                  </a:lnTo>
                  <a:lnTo>
                    <a:pt x="4156842" y="1961789"/>
                  </a:lnTo>
                  <a:lnTo>
                    <a:pt x="4156842" y="1961166"/>
                  </a:lnTo>
                  <a:lnTo>
                    <a:pt x="4156987" y="1961166"/>
                  </a:lnTo>
                  <a:lnTo>
                    <a:pt x="4157133" y="1961166"/>
                  </a:lnTo>
                  <a:lnTo>
                    <a:pt x="4157133" y="1960542"/>
                  </a:lnTo>
                  <a:lnTo>
                    <a:pt x="4157278" y="1960542"/>
                  </a:lnTo>
                  <a:lnTo>
                    <a:pt x="4157424" y="1960542"/>
                  </a:lnTo>
                  <a:lnTo>
                    <a:pt x="4157569" y="1960542"/>
                  </a:lnTo>
                  <a:lnTo>
                    <a:pt x="4157714" y="1960542"/>
                  </a:lnTo>
                  <a:lnTo>
                    <a:pt x="4157860" y="1960542"/>
                  </a:lnTo>
                  <a:lnTo>
                    <a:pt x="4158005" y="1960542"/>
                  </a:lnTo>
                  <a:lnTo>
                    <a:pt x="4158151" y="1960542"/>
                  </a:lnTo>
                  <a:lnTo>
                    <a:pt x="4158296" y="1960542"/>
                  </a:lnTo>
                  <a:lnTo>
                    <a:pt x="4158442" y="1960542"/>
                  </a:lnTo>
                  <a:lnTo>
                    <a:pt x="4158587" y="1960542"/>
                  </a:lnTo>
                  <a:lnTo>
                    <a:pt x="4158732" y="1960542"/>
                  </a:lnTo>
                  <a:lnTo>
                    <a:pt x="4158878" y="1960542"/>
                  </a:lnTo>
                  <a:lnTo>
                    <a:pt x="4159023" y="1960542"/>
                  </a:lnTo>
                  <a:lnTo>
                    <a:pt x="4159169" y="1960542"/>
                  </a:lnTo>
                  <a:lnTo>
                    <a:pt x="4159314" y="1960542"/>
                  </a:lnTo>
                  <a:lnTo>
                    <a:pt x="4159459" y="1960542"/>
                  </a:lnTo>
                  <a:lnTo>
                    <a:pt x="4159605" y="1960542"/>
                  </a:lnTo>
                  <a:lnTo>
                    <a:pt x="4159750" y="1960542"/>
                  </a:lnTo>
                  <a:lnTo>
                    <a:pt x="4159896" y="1960542"/>
                  </a:lnTo>
                  <a:lnTo>
                    <a:pt x="4160041" y="1960542"/>
                  </a:lnTo>
                  <a:lnTo>
                    <a:pt x="4160187" y="1960542"/>
                  </a:lnTo>
                  <a:lnTo>
                    <a:pt x="4160332" y="1960542"/>
                  </a:lnTo>
                  <a:lnTo>
                    <a:pt x="4160477" y="1960542"/>
                  </a:lnTo>
                  <a:lnTo>
                    <a:pt x="4160477" y="1959919"/>
                  </a:lnTo>
                  <a:lnTo>
                    <a:pt x="4160477" y="1959295"/>
                  </a:lnTo>
                  <a:lnTo>
                    <a:pt x="4160477" y="1958672"/>
                  </a:lnTo>
                  <a:lnTo>
                    <a:pt x="4160623" y="1958672"/>
                  </a:lnTo>
                  <a:lnTo>
                    <a:pt x="4160768" y="1958672"/>
                  </a:lnTo>
                  <a:lnTo>
                    <a:pt x="4160914" y="1958672"/>
                  </a:lnTo>
                  <a:lnTo>
                    <a:pt x="4161059" y="1958672"/>
                  </a:lnTo>
                  <a:lnTo>
                    <a:pt x="4161205" y="1958672"/>
                  </a:lnTo>
                  <a:lnTo>
                    <a:pt x="4161350" y="1958672"/>
                  </a:lnTo>
                  <a:lnTo>
                    <a:pt x="4161495" y="1958672"/>
                  </a:lnTo>
                  <a:lnTo>
                    <a:pt x="4161495" y="1958048"/>
                  </a:lnTo>
                  <a:lnTo>
                    <a:pt x="4161641" y="1958048"/>
                  </a:lnTo>
                  <a:lnTo>
                    <a:pt x="4161786" y="1958048"/>
                  </a:lnTo>
                  <a:lnTo>
                    <a:pt x="4161932" y="1958048"/>
                  </a:lnTo>
                  <a:lnTo>
                    <a:pt x="4162077" y="1958048"/>
                  </a:lnTo>
                  <a:lnTo>
                    <a:pt x="4162223" y="1958048"/>
                  </a:lnTo>
                  <a:lnTo>
                    <a:pt x="4162368" y="1958048"/>
                  </a:lnTo>
                  <a:lnTo>
                    <a:pt x="4162513" y="1958048"/>
                  </a:lnTo>
                  <a:lnTo>
                    <a:pt x="4162659" y="1958048"/>
                  </a:lnTo>
                  <a:lnTo>
                    <a:pt x="4162804" y="1958048"/>
                  </a:lnTo>
                  <a:lnTo>
                    <a:pt x="4162950" y="1958048"/>
                  </a:lnTo>
                  <a:lnTo>
                    <a:pt x="4163095" y="1958048"/>
                  </a:lnTo>
                  <a:lnTo>
                    <a:pt x="4163241" y="1958048"/>
                  </a:lnTo>
                  <a:lnTo>
                    <a:pt x="4163386" y="1958048"/>
                  </a:lnTo>
                  <a:lnTo>
                    <a:pt x="4163386" y="1957424"/>
                  </a:lnTo>
                  <a:lnTo>
                    <a:pt x="4163386" y="1956801"/>
                  </a:lnTo>
                  <a:lnTo>
                    <a:pt x="4163531" y="1956801"/>
                  </a:lnTo>
                  <a:lnTo>
                    <a:pt x="4163677" y="1956801"/>
                  </a:lnTo>
                  <a:lnTo>
                    <a:pt x="4163822" y="1956801"/>
                  </a:lnTo>
                  <a:lnTo>
                    <a:pt x="4163822" y="1956177"/>
                  </a:lnTo>
                  <a:lnTo>
                    <a:pt x="4163968" y="1956177"/>
                  </a:lnTo>
                  <a:lnTo>
                    <a:pt x="4164113" y="1956177"/>
                  </a:lnTo>
                  <a:lnTo>
                    <a:pt x="4164259" y="1956177"/>
                  </a:lnTo>
                  <a:lnTo>
                    <a:pt x="4164404" y="1956177"/>
                  </a:lnTo>
                  <a:lnTo>
                    <a:pt x="4164549" y="1956177"/>
                  </a:lnTo>
                  <a:lnTo>
                    <a:pt x="4164695" y="1956177"/>
                  </a:lnTo>
                  <a:lnTo>
                    <a:pt x="4164840" y="1956177"/>
                  </a:lnTo>
                  <a:lnTo>
                    <a:pt x="4164986" y="1956177"/>
                  </a:lnTo>
                  <a:lnTo>
                    <a:pt x="4165131" y="1956177"/>
                  </a:lnTo>
                  <a:lnTo>
                    <a:pt x="4165277" y="1956177"/>
                  </a:lnTo>
                  <a:lnTo>
                    <a:pt x="4165422" y="1956177"/>
                  </a:lnTo>
                  <a:lnTo>
                    <a:pt x="4165422" y="1955554"/>
                  </a:lnTo>
                  <a:lnTo>
                    <a:pt x="4165567" y="1955554"/>
                  </a:lnTo>
                  <a:lnTo>
                    <a:pt x="4165713" y="1955554"/>
                  </a:lnTo>
                  <a:lnTo>
                    <a:pt x="4165858" y="1955554"/>
                  </a:lnTo>
                  <a:lnTo>
                    <a:pt x="4165858" y="1954930"/>
                  </a:lnTo>
                  <a:lnTo>
                    <a:pt x="4166004" y="1954930"/>
                  </a:lnTo>
                  <a:lnTo>
                    <a:pt x="4166149" y="1954930"/>
                  </a:lnTo>
                  <a:lnTo>
                    <a:pt x="4166149" y="1954306"/>
                  </a:lnTo>
                  <a:lnTo>
                    <a:pt x="4166294" y="1954306"/>
                  </a:lnTo>
                  <a:lnTo>
                    <a:pt x="4166294" y="1953683"/>
                  </a:lnTo>
                  <a:lnTo>
                    <a:pt x="4166440" y="1953683"/>
                  </a:lnTo>
                  <a:lnTo>
                    <a:pt x="4166585" y="1953683"/>
                  </a:lnTo>
                  <a:lnTo>
                    <a:pt x="4166731" y="1953683"/>
                  </a:lnTo>
                  <a:lnTo>
                    <a:pt x="4166876" y="1953683"/>
                  </a:lnTo>
                  <a:lnTo>
                    <a:pt x="4167022" y="1953683"/>
                  </a:lnTo>
                  <a:lnTo>
                    <a:pt x="4167167" y="1953683"/>
                  </a:lnTo>
                  <a:lnTo>
                    <a:pt x="4167312" y="1953683"/>
                  </a:lnTo>
                  <a:lnTo>
                    <a:pt x="4167458" y="1953683"/>
                  </a:lnTo>
                  <a:lnTo>
                    <a:pt x="4167603" y="1953683"/>
                  </a:lnTo>
                  <a:lnTo>
                    <a:pt x="4167603" y="1953059"/>
                  </a:lnTo>
                  <a:lnTo>
                    <a:pt x="4167749" y="1953059"/>
                  </a:lnTo>
                  <a:lnTo>
                    <a:pt x="4167894" y="1953059"/>
                  </a:lnTo>
                  <a:lnTo>
                    <a:pt x="4168040" y="1953059"/>
                  </a:lnTo>
                  <a:lnTo>
                    <a:pt x="4168185" y="1953059"/>
                  </a:lnTo>
                  <a:lnTo>
                    <a:pt x="4168185" y="1952436"/>
                  </a:lnTo>
                  <a:lnTo>
                    <a:pt x="4168330" y="1952436"/>
                  </a:lnTo>
                  <a:lnTo>
                    <a:pt x="4168330" y="1951812"/>
                  </a:lnTo>
                  <a:lnTo>
                    <a:pt x="4168476" y="1951812"/>
                  </a:lnTo>
                  <a:lnTo>
                    <a:pt x="4168621" y="1951812"/>
                  </a:lnTo>
                  <a:lnTo>
                    <a:pt x="4168621" y="1951189"/>
                  </a:lnTo>
                  <a:lnTo>
                    <a:pt x="4168621" y="1950565"/>
                  </a:lnTo>
                  <a:lnTo>
                    <a:pt x="4168767" y="1950565"/>
                  </a:lnTo>
                  <a:lnTo>
                    <a:pt x="4168912" y="1950565"/>
                  </a:lnTo>
                  <a:lnTo>
                    <a:pt x="4169058" y="1950565"/>
                  </a:lnTo>
                  <a:lnTo>
                    <a:pt x="4169203" y="1950565"/>
                  </a:lnTo>
                  <a:lnTo>
                    <a:pt x="4169348" y="1950565"/>
                  </a:lnTo>
                  <a:lnTo>
                    <a:pt x="4169494" y="1950565"/>
                  </a:lnTo>
                  <a:lnTo>
                    <a:pt x="4169639" y="1950565"/>
                  </a:lnTo>
                  <a:lnTo>
                    <a:pt x="4169785" y="1950565"/>
                  </a:lnTo>
                  <a:lnTo>
                    <a:pt x="4169930" y="1950565"/>
                  </a:lnTo>
                  <a:lnTo>
                    <a:pt x="4169930" y="1949941"/>
                  </a:lnTo>
                  <a:lnTo>
                    <a:pt x="4170076" y="1949941"/>
                  </a:lnTo>
                  <a:lnTo>
                    <a:pt x="4170221" y="1949941"/>
                  </a:lnTo>
                  <a:lnTo>
                    <a:pt x="4170366" y="1949941"/>
                  </a:lnTo>
                  <a:lnTo>
                    <a:pt x="4170512" y="1949941"/>
                  </a:lnTo>
                  <a:lnTo>
                    <a:pt x="4170657" y="1949941"/>
                  </a:lnTo>
                  <a:lnTo>
                    <a:pt x="4170657" y="1949318"/>
                  </a:lnTo>
                  <a:lnTo>
                    <a:pt x="4170657" y="1948694"/>
                  </a:lnTo>
                  <a:lnTo>
                    <a:pt x="4170803" y="1948694"/>
                  </a:lnTo>
                  <a:lnTo>
                    <a:pt x="4170948" y="1948694"/>
                  </a:lnTo>
                  <a:lnTo>
                    <a:pt x="4171094" y="1948694"/>
                  </a:lnTo>
                  <a:lnTo>
                    <a:pt x="4171239" y="1948694"/>
                  </a:lnTo>
                  <a:lnTo>
                    <a:pt x="4171384" y="1948694"/>
                  </a:lnTo>
                  <a:lnTo>
                    <a:pt x="4171530" y="1948694"/>
                  </a:lnTo>
                  <a:lnTo>
                    <a:pt x="4171675" y="1948694"/>
                  </a:lnTo>
                  <a:lnTo>
                    <a:pt x="4171821" y="1948694"/>
                  </a:lnTo>
                  <a:lnTo>
                    <a:pt x="4171966" y="1948694"/>
                  </a:lnTo>
                  <a:lnTo>
                    <a:pt x="4172112" y="1948694"/>
                  </a:lnTo>
                  <a:lnTo>
                    <a:pt x="4172257" y="1948694"/>
                  </a:lnTo>
                  <a:lnTo>
                    <a:pt x="4172257" y="1948071"/>
                  </a:lnTo>
                  <a:lnTo>
                    <a:pt x="4172402" y="1948071"/>
                  </a:lnTo>
                  <a:lnTo>
                    <a:pt x="4172548" y="1948071"/>
                  </a:lnTo>
                  <a:lnTo>
                    <a:pt x="4172693" y="1948071"/>
                  </a:lnTo>
                  <a:lnTo>
                    <a:pt x="4172839" y="1948071"/>
                  </a:lnTo>
                  <a:lnTo>
                    <a:pt x="4172984" y="1948071"/>
                  </a:lnTo>
                  <a:lnTo>
                    <a:pt x="4173129" y="1948071"/>
                  </a:lnTo>
                  <a:lnTo>
                    <a:pt x="4173275" y="1948071"/>
                  </a:lnTo>
                  <a:lnTo>
                    <a:pt x="4173420" y="1948071"/>
                  </a:lnTo>
                  <a:lnTo>
                    <a:pt x="4173566" y="1948071"/>
                  </a:lnTo>
                  <a:lnTo>
                    <a:pt x="4173711" y="1948071"/>
                  </a:lnTo>
                  <a:lnTo>
                    <a:pt x="4173857" y="1948071"/>
                  </a:lnTo>
                  <a:lnTo>
                    <a:pt x="4173857" y="1947447"/>
                  </a:lnTo>
                  <a:lnTo>
                    <a:pt x="4174002" y="1947447"/>
                  </a:lnTo>
                  <a:lnTo>
                    <a:pt x="4174147" y="1947447"/>
                  </a:lnTo>
                  <a:lnTo>
                    <a:pt x="4174293" y="1947447"/>
                  </a:lnTo>
                  <a:lnTo>
                    <a:pt x="4174438" y="1947447"/>
                  </a:lnTo>
                  <a:lnTo>
                    <a:pt x="4174584" y="1947447"/>
                  </a:lnTo>
                  <a:lnTo>
                    <a:pt x="4174729" y="1947447"/>
                  </a:lnTo>
                  <a:lnTo>
                    <a:pt x="4174875" y="1947447"/>
                  </a:lnTo>
                  <a:lnTo>
                    <a:pt x="4175020" y="1947447"/>
                  </a:lnTo>
                  <a:lnTo>
                    <a:pt x="4175020" y="1946824"/>
                  </a:lnTo>
                  <a:lnTo>
                    <a:pt x="4175165" y="1946824"/>
                  </a:lnTo>
                  <a:lnTo>
                    <a:pt x="4175165" y="1946200"/>
                  </a:lnTo>
                  <a:lnTo>
                    <a:pt x="4175311" y="1946200"/>
                  </a:lnTo>
                  <a:lnTo>
                    <a:pt x="4175456" y="1946200"/>
                  </a:lnTo>
                  <a:lnTo>
                    <a:pt x="4175602" y="1946200"/>
                  </a:lnTo>
                  <a:lnTo>
                    <a:pt x="4175747" y="1946200"/>
                  </a:lnTo>
                  <a:lnTo>
                    <a:pt x="4175893" y="1946200"/>
                  </a:lnTo>
                  <a:lnTo>
                    <a:pt x="4176038" y="1946200"/>
                  </a:lnTo>
                  <a:lnTo>
                    <a:pt x="4176183" y="1946200"/>
                  </a:lnTo>
                  <a:lnTo>
                    <a:pt x="4176183" y="1945576"/>
                  </a:lnTo>
                  <a:lnTo>
                    <a:pt x="4176183" y="1944953"/>
                  </a:lnTo>
                  <a:lnTo>
                    <a:pt x="4176329" y="1944953"/>
                  </a:lnTo>
                  <a:lnTo>
                    <a:pt x="4176474" y="1944953"/>
                  </a:lnTo>
                  <a:lnTo>
                    <a:pt x="4176620" y="1944953"/>
                  </a:lnTo>
                  <a:lnTo>
                    <a:pt x="4176765" y="1944953"/>
                  </a:lnTo>
                  <a:lnTo>
                    <a:pt x="4176911" y="1944953"/>
                  </a:lnTo>
                  <a:lnTo>
                    <a:pt x="4177056" y="1944953"/>
                  </a:lnTo>
                  <a:lnTo>
                    <a:pt x="4177201" y="1944953"/>
                  </a:lnTo>
                  <a:lnTo>
                    <a:pt x="4177347" y="1944953"/>
                  </a:lnTo>
                  <a:lnTo>
                    <a:pt x="4177492" y="1944953"/>
                  </a:lnTo>
                  <a:lnTo>
                    <a:pt x="4177638" y="1944953"/>
                  </a:lnTo>
                  <a:lnTo>
                    <a:pt x="4177783" y="1944953"/>
                  </a:lnTo>
                  <a:lnTo>
                    <a:pt x="4177929" y="1944953"/>
                  </a:lnTo>
                  <a:lnTo>
                    <a:pt x="4178074" y="1944953"/>
                  </a:lnTo>
                  <a:lnTo>
                    <a:pt x="4178219" y="1944953"/>
                  </a:lnTo>
                  <a:lnTo>
                    <a:pt x="4178365" y="1944953"/>
                  </a:lnTo>
                  <a:lnTo>
                    <a:pt x="4178510" y="1944953"/>
                  </a:lnTo>
                  <a:lnTo>
                    <a:pt x="4178656" y="1944953"/>
                  </a:lnTo>
                  <a:lnTo>
                    <a:pt x="4178801" y="1944953"/>
                  </a:lnTo>
                  <a:lnTo>
                    <a:pt x="4178947" y="1944953"/>
                  </a:lnTo>
                  <a:lnTo>
                    <a:pt x="4179092" y="1944953"/>
                  </a:lnTo>
                  <a:lnTo>
                    <a:pt x="4179237" y="1944953"/>
                  </a:lnTo>
                  <a:lnTo>
                    <a:pt x="4179383" y="1944953"/>
                  </a:lnTo>
                  <a:lnTo>
                    <a:pt x="4179528" y="1944953"/>
                  </a:lnTo>
                  <a:lnTo>
                    <a:pt x="4179674" y="1944953"/>
                  </a:lnTo>
                  <a:lnTo>
                    <a:pt x="4179819" y="1944953"/>
                  </a:lnTo>
                  <a:lnTo>
                    <a:pt x="4179964" y="1944953"/>
                  </a:lnTo>
                  <a:lnTo>
                    <a:pt x="4180110" y="1944953"/>
                  </a:lnTo>
                  <a:lnTo>
                    <a:pt x="4180255" y="1944953"/>
                  </a:lnTo>
                  <a:lnTo>
                    <a:pt x="4180401" y="1944953"/>
                  </a:lnTo>
                  <a:lnTo>
                    <a:pt x="4180546" y="1944953"/>
                  </a:lnTo>
                  <a:lnTo>
                    <a:pt x="4180546" y="1944329"/>
                  </a:lnTo>
                  <a:lnTo>
                    <a:pt x="4180546" y="1943706"/>
                  </a:lnTo>
                  <a:lnTo>
                    <a:pt x="4180546" y="1943082"/>
                  </a:lnTo>
                  <a:lnTo>
                    <a:pt x="4180692" y="1943082"/>
                  </a:lnTo>
                  <a:lnTo>
                    <a:pt x="4180837" y="1943082"/>
                  </a:lnTo>
                  <a:lnTo>
                    <a:pt x="4180982" y="1943082"/>
                  </a:lnTo>
                  <a:lnTo>
                    <a:pt x="4181128" y="1943082"/>
                  </a:lnTo>
                  <a:lnTo>
                    <a:pt x="4181273" y="1943082"/>
                  </a:lnTo>
                  <a:lnTo>
                    <a:pt x="4181273" y="1942458"/>
                  </a:lnTo>
                  <a:lnTo>
                    <a:pt x="4181419" y="1942458"/>
                  </a:lnTo>
                  <a:lnTo>
                    <a:pt x="4181419" y="1941835"/>
                  </a:lnTo>
                  <a:lnTo>
                    <a:pt x="4181564" y="1941835"/>
                  </a:lnTo>
                  <a:lnTo>
                    <a:pt x="4181710" y="1941835"/>
                  </a:lnTo>
                  <a:lnTo>
                    <a:pt x="4181855" y="1941835"/>
                  </a:lnTo>
                  <a:lnTo>
                    <a:pt x="4182000" y="1941835"/>
                  </a:lnTo>
                  <a:lnTo>
                    <a:pt x="4182146" y="1941835"/>
                  </a:lnTo>
                  <a:lnTo>
                    <a:pt x="4182291" y="1941835"/>
                  </a:lnTo>
                  <a:lnTo>
                    <a:pt x="4182291" y="1941211"/>
                  </a:lnTo>
                  <a:lnTo>
                    <a:pt x="4182291" y="1940588"/>
                  </a:lnTo>
                  <a:lnTo>
                    <a:pt x="4182437" y="1940588"/>
                  </a:lnTo>
                  <a:lnTo>
                    <a:pt x="4182437" y="1939964"/>
                  </a:lnTo>
                  <a:lnTo>
                    <a:pt x="4182437" y="1939341"/>
                  </a:lnTo>
                  <a:lnTo>
                    <a:pt x="4182582" y="1939341"/>
                  </a:lnTo>
                  <a:lnTo>
                    <a:pt x="4182728" y="1939341"/>
                  </a:lnTo>
                  <a:lnTo>
                    <a:pt x="4182728" y="1938717"/>
                  </a:lnTo>
                  <a:lnTo>
                    <a:pt x="4182873" y="1938717"/>
                  </a:lnTo>
                  <a:lnTo>
                    <a:pt x="4183018" y="1938717"/>
                  </a:lnTo>
                  <a:lnTo>
                    <a:pt x="4183164" y="1938717"/>
                  </a:lnTo>
                  <a:lnTo>
                    <a:pt x="4183309" y="1938717"/>
                  </a:lnTo>
                  <a:lnTo>
                    <a:pt x="4183455" y="1938717"/>
                  </a:lnTo>
                  <a:lnTo>
                    <a:pt x="4183600" y="1938717"/>
                  </a:lnTo>
                  <a:lnTo>
                    <a:pt x="4183746" y="1938717"/>
                  </a:lnTo>
                  <a:lnTo>
                    <a:pt x="4183891" y="1938717"/>
                  </a:lnTo>
                  <a:lnTo>
                    <a:pt x="4184036" y="1938717"/>
                  </a:lnTo>
                  <a:lnTo>
                    <a:pt x="4184182" y="1938717"/>
                  </a:lnTo>
                  <a:lnTo>
                    <a:pt x="4184327" y="1938717"/>
                  </a:lnTo>
                  <a:lnTo>
                    <a:pt x="4184473" y="1938717"/>
                  </a:lnTo>
                  <a:lnTo>
                    <a:pt x="4184618" y="1938717"/>
                  </a:lnTo>
                  <a:lnTo>
                    <a:pt x="4184764" y="1938717"/>
                  </a:lnTo>
                  <a:lnTo>
                    <a:pt x="4184909" y="1938717"/>
                  </a:lnTo>
                  <a:lnTo>
                    <a:pt x="4185054" y="1938717"/>
                  </a:lnTo>
                  <a:lnTo>
                    <a:pt x="4185200" y="1938717"/>
                  </a:lnTo>
                  <a:lnTo>
                    <a:pt x="4185345" y="1938717"/>
                  </a:lnTo>
                  <a:lnTo>
                    <a:pt x="4185491" y="1938717"/>
                  </a:lnTo>
                  <a:lnTo>
                    <a:pt x="4185636" y="1938717"/>
                  </a:lnTo>
                  <a:lnTo>
                    <a:pt x="4185782" y="1938717"/>
                  </a:lnTo>
                  <a:lnTo>
                    <a:pt x="4185927" y="1938717"/>
                  </a:lnTo>
                  <a:lnTo>
                    <a:pt x="4186072" y="1938717"/>
                  </a:lnTo>
                  <a:lnTo>
                    <a:pt x="4186072" y="1938093"/>
                  </a:lnTo>
                  <a:lnTo>
                    <a:pt x="4186218" y="1938093"/>
                  </a:lnTo>
                  <a:lnTo>
                    <a:pt x="4186363" y="1938093"/>
                  </a:lnTo>
                  <a:lnTo>
                    <a:pt x="4186509" y="1938093"/>
                  </a:lnTo>
                  <a:lnTo>
                    <a:pt x="4186654" y="1938093"/>
                  </a:lnTo>
                  <a:lnTo>
                    <a:pt x="4186799" y="1938093"/>
                  </a:lnTo>
                  <a:lnTo>
                    <a:pt x="4186945" y="1938093"/>
                  </a:lnTo>
                  <a:lnTo>
                    <a:pt x="4187090" y="1938093"/>
                  </a:lnTo>
                  <a:lnTo>
                    <a:pt x="4187236" y="1938093"/>
                  </a:lnTo>
                  <a:lnTo>
                    <a:pt x="4187381" y="1938093"/>
                  </a:lnTo>
                  <a:lnTo>
                    <a:pt x="4187527" y="1938093"/>
                  </a:lnTo>
                  <a:lnTo>
                    <a:pt x="4187672" y="1938093"/>
                  </a:lnTo>
                  <a:lnTo>
                    <a:pt x="4187672" y="1937470"/>
                  </a:lnTo>
                  <a:lnTo>
                    <a:pt x="4187817" y="1937470"/>
                  </a:lnTo>
                  <a:lnTo>
                    <a:pt x="4187963" y="1937470"/>
                  </a:lnTo>
                  <a:lnTo>
                    <a:pt x="4187963" y="1936846"/>
                  </a:lnTo>
                  <a:lnTo>
                    <a:pt x="4188108" y="1936846"/>
                  </a:lnTo>
                  <a:lnTo>
                    <a:pt x="4188254" y="1936846"/>
                  </a:lnTo>
                  <a:lnTo>
                    <a:pt x="4188254" y="1936223"/>
                  </a:lnTo>
                  <a:lnTo>
                    <a:pt x="4188399" y="1936223"/>
                  </a:lnTo>
                  <a:lnTo>
                    <a:pt x="4188399" y="1935599"/>
                  </a:lnTo>
                  <a:lnTo>
                    <a:pt x="4188399" y="1934975"/>
                  </a:lnTo>
                  <a:lnTo>
                    <a:pt x="4188545" y="1934975"/>
                  </a:lnTo>
                  <a:lnTo>
                    <a:pt x="4188690" y="1934975"/>
                  </a:lnTo>
                  <a:lnTo>
                    <a:pt x="4188835" y="1934975"/>
                  </a:lnTo>
                  <a:lnTo>
                    <a:pt x="4188981" y="1934975"/>
                  </a:lnTo>
                  <a:lnTo>
                    <a:pt x="4189126" y="1934975"/>
                  </a:lnTo>
                  <a:lnTo>
                    <a:pt x="4189272" y="1934975"/>
                  </a:lnTo>
                  <a:lnTo>
                    <a:pt x="4189417" y="1934975"/>
                  </a:lnTo>
                  <a:lnTo>
                    <a:pt x="4189563" y="1934975"/>
                  </a:lnTo>
                  <a:lnTo>
                    <a:pt x="4189708" y="1934975"/>
                  </a:lnTo>
                  <a:lnTo>
                    <a:pt x="4189853" y="1934975"/>
                  </a:lnTo>
                  <a:lnTo>
                    <a:pt x="4189999" y="1934975"/>
                  </a:lnTo>
                  <a:lnTo>
                    <a:pt x="4190144" y="1934975"/>
                  </a:lnTo>
                  <a:lnTo>
                    <a:pt x="4190290" y="1934975"/>
                  </a:lnTo>
                  <a:lnTo>
                    <a:pt x="4190435" y="1934975"/>
                  </a:lnTo>
                  <a:lnTo>
                    <a:pt x="4190435" y="1934352"/>
                  </a:lnTo>
                  <a:lnTo>
                    <a:pt x="4190581" y="1934352"/>
                  </a:lnTo>
                  <a:lnTo>
                    <a:pt x="4190726" y="1934352"/>
                  </a:lnTo>
                  <a:lnTo>
                    <a:pt x="4190726" y="1933728"/>
                  </a:lnTo>
                  <a:lnTo>
                    <a:pt x="4190871" y="1933728"/>
                  </a:lnTo>
                  <a:lnTo>
                    <a:pt x="4191017" y="1933728"/>
                  </a:lnTo>
                  <a:lnTo>
                    <a:pt x="4191017" y="1933105"/>
                  </a:lnTo>
                  <a:lnTo>
                    <a:pt x="4191162" y="1933105"/>
                  </a:lnTo>
                  <a:lnTo>
                    <a:pt x="4191308" y="1933105"/>
                  </a:lnTo>
                  <a:lnTo>
                    <a:pt x="4191453" y="1933105"/>
                  </a:lnTo>
                  <a:lnTo>
                    <a:pt x="4191453" y="1932481"/>
                  </a:lnTo>
                  <a:lnTo>
                    <a:pt x="4191599" y="1932481"/>
                  </a:lnTo>
                  <a:lnTo>
                    <a:pt x="4191744" y="1932481"/>
                  </a:lnTo>
                  <a:lnTo>
                    <a:pt x="4191889" y="1932481"/>
                  </a:lnTo>
                  <a:lnTo>
                    <a:pt x="4192035" y="1932481"/>
                  </a:lnTo>
                  <a:lnTo>
                    <a:pt x="4192180" y="1932481"/>
                  </a:lnTo>
                  <a:lnTo>
                    <a:pt x="4192326" y="1932481"/>
                  </a:lnTo>
                  <a:lnTo>
                    <a:pt x="4192326" y="1931858"/>
                  </a:lnTo>
                  <a:lnTo>
                    <a:pt x="4192471" y="1931858"/>
                  </a:lnTo>
                  <a:lnTo>
                    <a:pt x="4192617" y="1931858"/>
                  </a:lnTo>
                  <a:lnTo>
                    <a:pt x="4192762" y="1931858"/>
                  </a:lnTo>
                  <a:lnTo>
                    <a:pt x="4192762" y="1931234"/>
                  </a:lnTo>
                  <a:lnTo>
                    <a:pt x="4192907" y="1931234"/>
                  </a:lnTo>
                  <a:lnTo>
                    <a:pt x="4193053" y="1931234"/>
                  </a:lnTo>
                  <a:lnTo>
                    <a:pt x="4193198" y="1931234"/>
                  </a:lnTo>
                  <a:lnTo>
                    <a:pt x="4193344" y="1931234"/>
                  </a:lnTo>
                  <a:lnTo>
                    <a:pt x="4193489" y="1931234"/>
                  </a:lnTo>
                  <a:lnTo>
                    <a:pt x="4193634" y="1931234"/>
                  </a:lnTo>
                  <a:lnTo>
                    <a:pt x="4193780" y="1931234"/>
                  </a:lnTo>
                  <a:lnTo>
                    <a:pt x="4193925" y="1931234"/>
                  </a:lnTo>
                  <a:lnTo>
                    <a:pt x="4194071" y="1931234"/>
                  </a:lnTo>
                  <a:lnTo>
                    <a:pt x="4194216" y="1931234"/>
                  </a:lnTo>
                  <a:lnTo>
                    <a:pt x="4194362" y="1931234"/>
                  </a:lnTo>
                  <a:lnTo>
                    <a:pt x="4194507" y="1931234"/>
                  </a:lnTo>
                  <a:lnTo>
                    <a:pt x="4194652" y="1931234"/>
                  </a:lnTo>
                  <a:lnTo>
                    <a:pt x="4194798" y="1931234"/>
                  </a:lnTo>
                  <a:lnTo>
                    <a:pt x="4194943" y="1931234"/>
                  </a:lnTo>
                  <a:lnTo>
                    <a:pt x="4195089" y="1931234"/>
                  </a:lnTo>
                  <a:lnTo>
                    <a:pt x="4195234" y="1931234"/>
                  </a:lnTo>
                  <a:lnTo>
                    <a:pt x="4195380" y="1931234"/>
                  </a:lnTo>
                  <a:lnTo>
                    <a:pt x="4195525" y="1931234"/>
                  </a:lnTo>
                  <a:lnTo>
                    <a:pt x="4195670" y="1931234"/>
                  </a:lnTo>
                  <a:lnTo>
                    <a:pt x="4195816" y="1931234"/>
                  </a:lnTo>
                  <a:lnTo>
                    <a:pt x="4195961" y="1931234"/>
                  </a:lnTo>
                  <a:lnTo>
                    <a:pt x="4196107" y="1931234"/>
                  </a:lnTo>
                  <a:lnTo>
                    <a:pt x="4196252" y="1931234"/>
                  </a:lnTo>
                  <a:lnTo>
                    <a:pt x="4196398" y="1931234"/>
                  </a:lnTo>
                  <a:lnTo>
                    <a:pt x="4196543" y="1931234"/>
                  </a:lnTo>
                  <a:lnTo>
                    <a:pt x="4196688" y="1931234"/>
                  </a:lnTo>
                  <a:lnTo>
                    <a:pt x="4196834" y="1931234"/>
                  </a:lnTo>
                  <a:lnTo>
                    <a:pt x="4196979" y="1931234"/>
                  </a:lnTo>
                  <a:lnTo>
                    <a:pt x="4197125" y="1931234"/>
                  </a:lnTo>
                  <a:lnTo>
                    <a:pt x="4197270" y="1931234"/>
                  </a:lnTo>
                  <a:lnTo>
                    <a:pt x="4197416" y="1931234"/>
                  </a:lnTo>
                  <a:lnTo>
                    <a:pt x="4197561" y="1931234"/>
                  </a:lnTo>
                  <a:lnTo>
                    <a:pt x="4197706" y="1931234"/>
                  </a:lnTo>
                  <a:lnTo>
                    <a:pt x="4197706" y="1930610"/>
                  </a:lnTo>
                  <a:lnTo>
                    <a:pt x="4197852" y="1930610"/>
                  </a:lnTo>
                  <a:lnTo>
                    <a:pt x="4197997" y="1930610"/>
                  </a:lnTo>
                  <a:lnTo>
                    <a:pt x="4198143" y="1930610"/>
                  </a:lnTo>
                  <a:lnTo>
                    <a:pt x="4198288" y="1930610"/>
                  </a:lnTo>
                  <a:lnTo>
                    <a:pt x="4198434" y="1930610"/>
                  </a:lnTo>
                  <a:lnTo>
                    <a:pt x="4198579" y="1930610"/>
                  </a:lnTo>
                  <a:lnTo>
                    <a:pt x="4198724" y="1930610"/>
                  </a:lnTo>
                  <a:lnTo>
                    <a:pt x="4198724" y="1929987"/>
                  </a:lnTo>
                  <a:lnTo>
                    <a:pt x="4198870" y="1929987"/>
                  </a:lnTo>
                  <a:lnTo>
                    <a:pt x="4199015" y="1929987"/>
                  </a:lnTo>
                  <a:lnTo>
                    <a:pt x="4199161" y="1929987"/>
                  </a:lnTo>
                  <a:lnTo>
                    <a:pt x="4199306" y="1929987"/>
                  </a:lnTo>
                  <a:lnTo>
                    <a:pt x="4199452" y="1929987"/>
                  </a:lnTo>
                  <a:lnTo>
                    <a:pt x="4199597" y="1929987"/>
                  </a:lnTo>
                  <a:lnTo>
                    <a:pt x="4199742" y="1929987"/>
                  </a:lnTo>
                  <a:lnTo>
                    <a:pt x="4199888" y="1929987"/>
                  </a:lnTo>
                  <a:lnTo>
                    <a:pt x="4199888" y="1929363"/>
                  </a:lnTo>
                  <a:lnTo>
                    <a:pt x="4200033" y="1929363"/>
                  </a:lnTo>
                  <a:lnTo>
                    <a:pt x="4200179" y="1929363"/>
                  </a:lnTo>
                  <a:lnTo>
                    <a:pt x="4200324" y="1929363"/>
                  </a:lnTo>
                  <a:lnTo>
                    <a:pt x="4200324" y="1928740"/>
                  </a:lnTo>
                  <a:lnTo>
                    <a:pt x="4200324" y="1928116"/>
                  </a:lnTo>
                  <a:lnTo>
                    <a:pt x="4200469" y="1928116"/>
                  </a:lnTo>
                  <a:lnTo>
                    <a:pt x="4200469" y="1927492"/>
                  </a:lnTo>
                  <a:lnTo>
                    <a:pt x="4200615" y="1927492"/>
                  </a:lnTo>
                  <a:lnTo>
                    <a:pt x="4200615" y="1926869"/>
                  </a:lnTo>
                  <a:lnTo>
                    <a:pt x="4200615" y="1926245"/>
                  </a:lnTo>
                  <a:lnTo>
                    <a:pt x="4200760" y="1926245"/>
                  </a:lnTo>
                  <a:lnTo>
                    <a:pt x="4200906" y="1926245"/>
                  </a:lnTo>
                  <a:lnTo>
                    <a:pt x="4200906" y="1925622"/>
                  </a:lnTo>
                  <a:lnTo>
                    <a:pt x="4201051" y="1925622"/>
                  </a:lnTo>
                  <a:lnTo>
                    <a:pt x="4201197" y="1925622"/>
                  </a:lnTo>
                  <a:lnTo>
                    <a:pt x="4201342" y="1925622"/>
                  </a:lnTo>
                  <a:lnTo>
                    <a:pt x="4201487" y="1925622"/>
                  </a:lnTo>
                  <a:lnTo>
                    <a:pt x="4201633" y="1925622"/>
                  </a:lnTo>
                  <a:lnTo>
                    <a:pt x="4201778" y="1925622"/>
                  </a:lnTo>
                  <a:lnTo>
                    <a:pt x="4201924" y="1925622"/>
                  </a:lnTo>
                  <a:lnTo>
                    <a:pt x="4201924" y="1924998"/>
                  </a:lnTo>
                  <a:lnTo>
                    <a:pt x="4202069" y="1924998"/>
                  </a:lnTo>
                  <a:lnTo>
                    <a:pt x="4202069" y="1924375"/>
                  </a:lnTo>
                  <a:lnTo>
                    <a:pt x="4202215" y="1924375"/>
                  </a:lnTo>
                  <a:lnTo>
                    <a:pt x="4202360" y="1924375"/>
                  </a:lnTo>
                  <a:lnTo>
                    <a:pt x="4202505" y="1924375"/>
                  </a:lnTo>
                  <a:lnTo>
                    <a:pt x="4202651" y="1924375"/>
                  </a:lnTo>
                  <a:lnTo>
                    <a:pt x="4202796" y="1924375"/>
                  </a:lnTo>
                  <a:lnTo>
                    <a:pt x="4202942" y="1924375"/>
                  </a:lnTo>
                  <a:lnTo>
                    <a:pt x="4202942" y="1923751"/>
                  </a:lnTo>
                  <a:lnTo>
                    <a:pt x="4203087" y="1923751"/>
                  </a:lnTo>
                  <a:lnTo>
                    <a:pt x="4203087" y="1923127"/>
                  </a:lnTo>
                  <a:lnTo>
                    <a:pt x="4203233" y="1923127"/>
                  </a:lnTo>
                  <a:lnTo>
                    <a:pt x="4203378" y="1923127"/>
                  </a:lnTo>
                  <a:lnTo>
                    <a:pt x="4203523" y="1923127"/>
                  </a:lnTo>
                  <a:lnTo>
                    <a:pt x="4203669" y="1923127"/>
                  </a:lnTo>
                  <a:lnTo>
                    <a:pt x="4203669" y="1922504"/>
                  </a:lnTo>
                  <a:lnTo>
                    <a:pt x="4203814" y="1922504"/>
                  </a:lnTo>
                  <a:lnTo>
                    <a:pt x="4203814" y="1921880"/>
                  </a:lnTo>
                  <a:lnTo>
                    <a:pt x="4203960" y="1921880"/>
                  </a:lnTo>
                  <a:lnTo>
                    <a:pt x="4204105" y="1921880"/>
                  </a:lnTo>
                  <a:lnTo>
                    <a:pt x="4204251" y="1921880"/>
                  </a:lnTo>
                  <a:lnTo>
                    <a:pt x="4204396" y="1921880"/>
                  </a:lnTo>
                  <a:lnTo>
                    <a:pt x="4204541" y="1921880"/>
                  </a:lnTo>
                  <a:lnTo>
                    <a:pt x="4204687" y="1921880"/>
                  </a:lnTo>
                  <a:lnTo>
                    <a:pt x="4204832" y="1921880"/>
                  </a:lnTo>
                  <a:lnTo>
                    <a:pt x="4204978" y="1921880"/>
                  </a:lnTo>
                  <a:lnTo>
                    <a:pt x="4205123" y="1921880"/>
                  </a:lnTo>
                  <a:lnTo>
                    <a:pt x="4205269" y="1921880"/>
                  </a:lnTo>
                  <a:lnTo>
                    <a:pt x="4205414" y="1921880"/>
                  </a:lnTo>
                  <a:lnTo>
                    <a:pt x="4205559" y="1921880"/>
                  </a:lnTo>
                  <a:lnTo>
                    <a:pt x="4205705" y="1921880"/>
                  </a:lnTo>
                  <a:lnTo>
                    <a:pt x="4205850" y="1921880"/>
                  </a:lnTo>
                  <a:lnTo>
                    <a:pt x="4205996" y="1921880"/>
                  </a:lnTo>
                  <a:lnTo>
                    <a:pt x="4205996" y="1921257"/>
                  </a:lnTo>
                  <a:lnTo>
                    <a:pt x="4206141" y="1921257"/>
                  </a:lnTo>
                  <a:lnTo>
                    <a:pt x="4206286" y="1921257"/>
                  </a:lnTo>
                  <a:lnTo>
                    <a:pt x="4206432" y="1921257"/>
                  </a:lnTo>
                  <a:lnTo>
                    <a:pt x="4206577" y="1921257"/>
                  </a:lnTo>
                  <a:lnTo>
                    <a:pt x="4206723" y="1921257"/>
                  </a:lnTo>
                  <a:lnTo>
                    <a:pt x="4206868" y="1921257"/>
                  </a:lnTo>
                  <a:lnTo>
                    <a:pt x="4207014" y="1921257"/>
                  </a:lnTo>
                  <a:lnTo>
                    <a:pt x="4207159" y="1921257"/>
                  </a:lnTo>
                  <a:lnTo>
                    <a:pt x="4207304" y="1921257"/>
                  </a:lnTo>
                  <a:lnTo>
                    <a:pt x="4207450" y="1921257"/>
                  </a:lnTo>
                  <a:lnTo>
                    <a:pt x="4207595" y="1921257"/>
                  </a:lnTo>
                  <a:lnTo>
                    <a:pt x="4207741" y="1921257"/>
                  </a:lnTo>
                  <a:lnTo>
                    <a:pt x="4207741" y="1920633"/>
                  </a:lnTo>
                  <a:lnTo>
                    <a:pt x="4207886" y="1920633"/>
                  </a:lnTo>
                  <a:lnTo>
                    <a:pt x="4208032" y="1920633"/>
                  </a:lnTo>
                  <a:lnTo>
                    <a:pt x="4208177" y="1920633"/>
                  </a:lnTo>
                  <a:lnTo>
                    <a:pt x="4208322" y="1920633"/>
                  </a:lnTo>
                  <a:lnTo>
                    <a:pt x="4208468" y="1920633"/>
                  </a:lnTo>
                  <a:lnTo>
                    <a:pt x="4208613" y="1920633"/>
                  </a:lnTo>
                  <a:lnTo>
                    <a:pt x="4208759" y="1920633"/>
                  </a:lnTo>
                  <a:lnTo>
                    <a:pt x="4208904" y="1920633"/>
                  </a:lnTo>
                  <a:lnTo>
                    <a:pt x="4209050" y="1920633"/>
                  </a:lnTo>
                  <a:lnTo>
                    <a:pt x="4209195" y="1920633"/>
                  </a:lnTo>
                  <a:lnTo>
                    <a:pt x="4209340" y="1920633"/>
                  </a:lnTo>
                  <a:lnTo>
                    <a:pt x="4209486" y="1920633"/>
                  </a:lnTo>
                  <a:lnTo>
                    <a:pt x="4209631" y="1920633"/>
                  </a:lnTo>
                  <a:lnTo>
                    <a:pt x="4209777" y="1920633"/>
                  </a:lnTo>
                  <a:lnTo>
                    <a:pt x="4209922" y="1920633"/>
                  </a:lnTo>
                  <a:lnTo>
                    <a:pt x="4210068" y="1920633"/>
                  </a:lnTo>
                  <a:lnTo>
                    <a:pt x="4210213" y="1920633"/>
                  </a:lnTo>
                  <a:lnTo>
                    <a:pt x="4210358" y="1920633"/>
                  </a:lnTo>
                  <a:lnTo>
                    <a:pt x="4210504" y="1920633"/>
                  </a:lnTo>
                  <a:lnTo>
                    <a:pt x="4210649" y="1920633"/>
                  </a:lnTo>
                  <a:lnTo>
                    <a:pt x="4210795" y="1920633"/>
                  </a:lnTo>
                  <a:lnTo>
                    <a:pt x="4210940" y="1920633"/>
                  </a:lnTo>
                  <a:lnTo>
                    <a:pt x="4211086" y="1920633"/>
                  </a:lnTo>
                  <a:lnTo>
                    <a:pt x="4211231" y="1920633"/>
                  </a:lnTo>
                  <a:lnTo>
                    <a:pt x="4211376" y="1920633"/>
                  </a:lnTo>
                  <a:lnTo>
                    <a:pt x="4211522" y="1920633"/>
                  </a:lnTo>
                  <a:lnTo>
                    <a:pt x="4211522" y="1920009"/>
                  </a:lnTo>
                  <a:lnTo>
                    <a:pt x="4211667" y="1920009"/>
                  </a:lnTo>
                  <a:lnTo>
                    <a:pt x="4211667" y="1919386"/>
                  </a:lnTo>
                  <a:lnTo>
                    <a:pt x="4211813" y="1919386"/>
                  </a:lnTo>
                  <a:lnTo>
                    <a:pt x="4211813" y="1918762"/>
                  </a:lnTo>
                  <a:lnTo>
                    <a:pt x="4211958" y="1918762"/>
                  </a:lnTo>
                  <a:lnTo>
                    <a:pt x="4212104" y="1918762"/>
                  </a:lnTo>
                  <a:lnTo>
                    <a:pt x="4212249" y="1918762"/>
                  </a:lnTo>
                  <a:lnTo>
                    <a:pt x="4212249" y="1918139"/>
                  </a:lnTo>
                  <a:lnTo>
                    <a:pt x="4212394" y="1918139"/>
                  </a:lnTo>
                  <a:lnTo>
                    <a:pt x="4212540" y="1918139"/>
                  </a:lnTo>
                  <a:lnTo>
                    <a:pt x="4212685" y="1918139"/>
                  </a:lnTo>
                  <a:lnTo>
                    <a:pt x="4212831" y="1918139"/>
                  </a:lnTo>
                  <a:lnTo>
                    <a:pt x="4212976" y="1918139"/>
                  </a:lnTo>
                  <a:lnTo>
                    <a:pt x="4213121" y="1918139"/>
                  </a:lnTo>
                  <a:lnTo>
                    <a:pt x="4213267" y="1918139"/>
                  </a:lnTo>
                  <a:lnTo>
                    <a:pt x="4213267" y="1917515"/>
                  </a:lnTo>
                  <a:lnTo>
                    <a:pt x="4213412" y="1917515"/>
                  </a:lnTo>
                  <a:lnTo>
                    <a:pt x="4213412" y="1916892"/>
                  </a:lnTo>
                  <a:lnTo>
                    <a:pt x="4213558" y="1916892"/>
                  </a:lnTo>
                  <a:lnTo>
                    <a:pt x="4213703" y="1916892"/>
                  </a:lnTo>
                  <a:lnTo>
                    <a:pt x="4213849" y="1916892"/>
                  </a:lnTo>
                  <a:lnTo>
                    <a:pt x="4213994" y="1916892"/>
                  </a:lnTo>
                  <a:lnTo>
                    <a:pt x="4214139" y="1916892"/>
                  </a:lnTo>
                  <a:lnTo>
                    <a:pt x="4214285" y="1916892"/>
                  </a:lnTo>
                  <a:lnTo>
                    <a:pt x="4214430" y="1916892"/>
                  </a:lnTo>
                  <a:lnTo>
                    <a:pt x="4214576" y="1916892"/>
                  </a:lnTo>
                  <a:lnTo>
                    <a:pt x="4214721" y="1916892"/>
                  </a:lnTo>
                  <a:lnTo>
                    <a:pt x="4214867" y="1916892"/>
                  </a:lnTo>
                  <a:lnTo>
                    <a:pt x="4215012" y="1916892"/>
                  </a:lnTo>
                  <a:lnTo>
                    <a:pt x="4215157" y="1916892"/>
                  </a:lnTo>
                  <a:lnTo>
                    <a:pt x="4215303" y="1916892"/>
                  </a:lnTo>
                  <a:lnTo>
                    <a:pt x="4215303" y="1916268"/>
                  </a:lnTo>
                  <a:lnTo>
                    <a:pt x="4215448" y="1916268"/>
                  </a:lnTo>
                  <a:lnTo>
                    <a:pt x="4215594" y="1916268"/>
                  </a:lnTo>
                  <a:lnTo>
                    <a:pt x="4215594" y="1915644"/>
                  </a:lnTo>
                  <a:lnTo>
                    <a:pt x="4215739" y="1915644"/>
                  </a:lnTo>
                  <a:lnTo>
                    <a:pt x="4215885" y="1915644"/>
                  </a:lnTo>
                  <a:lnTo>
                    <a:pt x="4216030" y="1915644"/>
                  </a:lnTo>
                  <a:lnTo>
                    <a:pt x="4216175" y="1915644"/>
                  </a:lnTo>
                  <a:lnTo>
                    <a:pt x="4216321" y="1915644"/>
                  </a:lnTo>
                  <a:lnTo>
                    <a:pt x="4216466" y="1915644"/>
                  </a:lnTo>
                  <a:lnTo>
                    <a:pt x="4216612" y="1915644"/>
                  </a:lnTo>
                  <a:lnTo>
                    <a:pt x="4216612" y="1915021"/>
                  </a:lnTo>
                  <a:lnTo>
                    <a:pt x="4216757" y="1915021"/>
                  </a:lnTo>
                  <a:lnTo>
                    <a:pt x="4216903" y="1915021"/>
                  </a:lnTo>
                  <a:lnTo>
                    <a:pt x="4216903" y="1914397"/>
                  </a:lnTo>
                  <a:lnTo>
                    <a:pt x="4216903" y="1913774"/>
                  </a:lnTo>
                  <a:lnTo>
                    <a:pt x="4216903" y="1913150"/>
                  </a:lnTo>
                  <a:lnTo>
                    <a:pt x="4217048" y="1913150"/>
                  </a:lnTo>
                  <a:lnTo>
                    <a:pt x="4217193" y="1913150"/>
                  </a:lnTo>
                  <a:lnTo>
                    <a:pt x="4217339" y="1913150"/>
                  </a:lnTo>
                  <a:lnTo>
                    <a:pt x="4217484" y="1913150"/>
                  </a:lnTo>
                  <a:lnTo>
                    <a:pt x="4217630" y="1913150"/>
                  </a:lnTo>
                  <a:lnTo>
                    <a:pt x="4217775" y="1913150"/>
                  </a:lnTo>
                  <a:lnTo>
                    <a:pt x="4217921" y="1913150"/>
                  </a:lnTo>
                  <a:lnTo>
                    <a:pt x="4218066" y="1913150"/>
                  </a:lnTo>
                  <a:lnTo>
                    <a:pt x="4218211" y="1913150"/>
                  </a:lnTo>
                  <a:lnTo>
                    <a:pt x="4218357" y="1913150"/>
                  </a:lnTo>
                  <a:lnTo>
                    <a:pt x="4218502" y="1913150"/>
                  </a:lnTo>
                  <a:lnTo>
                    <a:pt x="4218648" y="1913150"/>
                  </a:lnTo>
                  <a:lnTo>
                    <a:pt x="4218793" y="1913150"/>
                  </a:lnTo>
                  <a:lnTo>
                    <a:pt x="4218939" y="1913150"/>
                  </a:lnTo>
                  <a:lnTo>
                    <a:pt x="4218939" y="1912526"/>
                  </a:lnTo>
                  <a:lnTo>
                    <a:pt x="4218939" y="1911903"/>
                  </a:lnTo>
                  <a:lnTo>
                    <a:pt x="4219084" y="1911903"/>
                  </a:lnTo>
                  <a:lnTo>
                    <a:pt x="4219229" y="1911903"/>
                  </a:lnTo>
                  <a:lnTo>
                    <a:pt x="4219375" y="1911903"/>
                  </a:lnTo>
                  <a:lnTo>
                    <a:pt x="4219520" y="1911903"/>
                  </a:lnTo>
                  <a:lnTo>
                    <a:pt x="4219666" y="1911903"/>
                  </a:lnTo>
                  <a:lnTo>
                    <a:pt x="4219811" y="1911903"/>
                  </a:lnTo>
                  <a:lnTo>
                    <a:pt x="4219956" y="1911903"/>
                  </a:lnTo>
                  <a:lnTo>
                    <a:pt x="4220102" y="1911903"/>
                  </a:lnTo>
                  <a:lnTo>
                    <a:pt x="4220102" y="1911279"/>
                  </a:lnTo>
                  <a:lnTo>
                    <a:pt x="4220247" y="1911279"/>
                  </a:lnTo>
                  <a:lnTo>
                    <a:pt x="4220393" y="1911279"/>
                  </a:lnTo>
                  <a:lnTo>
                    <a:pt x="4220538" y="1911279"/>
                  </a:lnTo>
                  <a:lnTo>
                    <a:pt x="4220684" y="1911279"/>
                  </a:lnTo>
                  <a:lnTo>
                    <a:pt x="4220829" y="1911279"/>
                  </a:lnTo>
                  <a:lnTo>
                    <a:pt x="4220974" y="1911279"/>
                  </a:lnTo>
                  <a:lnTo>
                    <a:pt x="4221120" y="1911279"/>
                  </a:lnTo>
                  <a:lnTo>
                    <a:pt x="4221265" y="1911279"/>
                  </a:lnTo>
                  <a:lnTo>
                    <a:pt x="4221411" y="1911279"/>
                  </a:lnTo>
                  <a:lnTo>
                    <a:pt x="4221411" y="1910656"/>
                  </a:lnTo>
                  <a:lnTo>
                    <a:pt x="4221556" y="1910656"/>
                  </a:lnTo>
                  <a:lnTo>
                    <a:pt x="4221702" y="1910656"/>
                  </a:lnTo>
                  <a:lnTo>
                    <a:pt x="4221847" y="1910656"/>
                  </a:lnTo>
                  <a:lnTo>
                    <a:pt x="4221992" y="1910656"/>
                  </a:lnTo>
                  <a:lnTo>
                    <a:pt x="4222138" y="1910656"/>
                  </a:lnTo>
                  <a:lnTo>
                    <a:pt x="4222283" y="1910656"/>
                  </a:lnTo>
                  <a:lnTo>
                    <a:pt x="4222429" y="1910656"/>
                  </a:lnTo>
                  <a:lnTo>
                    <a:pt x="4222574" y="1910656"/>
                  </a:lnTo>
                  <a:lnTo>
                    <a:pt x="4222574" y="1910032"/>
                  </a:lnTo>
                  <a:lnTo>
                    <a:pt x="4222720" y="1910032"/>
                  </a:lnTo>
                  <a:lnTo>
                    <a:pt x="4222865" y="1910032"/>
                  </a:lnTo>
                  <a:lnTo>
                    <a:pt x="4223010" y="1910032"/>
                  </a:lnTo>
                  <a:lnTo>
                    <a:pt x="4223156" y="1910032"/>
                  </a:lnTo>
                  <a:lnTo>
                    <a:pt x="4223301" y="1910032"/>
                  </a:lnTo>
                  <a:lnTo>
                    <a:pt x="4223301" y="1909409"/>
                  </a:lnTo>
                  <a:lnTo>
                    <a:pt x="4223447" y="1909409"/>
                  </a:lnTo>
                  <a:lnTo>
                    <a:pt x="4223592" y="1909409"/>
                  </a:lnTo>
                  <a:lnTo>
                    <a:pt x="4223738" y="1909409"/>
                  </a:lnTo>
                  <a:lnTo>
                    <a:pt x="4223883" y="1909409"/>
                  </a:lnTo>
                  <a:lnTo>
                    <a:pt x="4223883" y="1908785"/>
                  </a:lnTo>
                  <a:lnTo>
                    <a:pt x="4224028" y="1908785"/>
                  </a:lnTo>
                  <a:lnTo>
                    <a:pt x="4224174" y="1908785"/>
                  </a:lnTo>
                  <a:lnTo>
                    <a:pt x="4224319" y="1908785"/>
                  </a:lnTo>
                  <a:lnTo>
                    <a:pt x="4224465" y="1908785"/>
                  </a:lnTo>
                  <a:lnTo>
                    <a:pt x="4224610" y="1908785"/>
                  </a:lnTo>
                  <a:lnTo>
                    <a:pt x="4224756" y="1908785"/>
                  </a:lnTo>
                  <a:lnTo>
                    <a:pt x="4224756" y="1908161"/>
                  </a:lnTo>
                  <a:lnTo>
                    <a:pt x="4224901" y="1908161"/>
                  </a:lnTo>
                  <a:lnTo>
                    <a:pt x="4225046" y="1908161"/>
                  </a:lnTo>
                  <a:lnTo>
                    <a:pt x="4225192" y="1908161"/>
                  </a:lnTo>
                  <a:lnTo>
                    <a:pt x="4225337" y="1908161"/>
                  </a:lnTo>
                  <a:lnTo>
                    <a:pt x="4225483" y="1908161"/>
                  </a:lnTo>
                  <a:lnTo>
                    <a:pt x="4225628" y="1908161"/>
                  </a:lnTo>
                  <a:lnTo>
                    <a:pt x="4225774" y="1908161"/>
                  </a:lnTo>
                  <a:lnTo>
                    <a:pt x="4225919" y="1908161"/>
                  </a:lnTo>
                  <a:lnTo>
                    <a:pt x="4226064" y="1908161"/>
                  </a:lnTo>
                  <a:lnTo>
                    <a:pt x="4226210" y="1908161"/>
                  </a:lnTo>
                  <a:lnTo>
                    <a:pt x="4226355" y="1908161"/>
                  </a:lnTo>
                  <a:lnTo>
                    <a:pt x="4226501" y="1908161"/>
                  </a:lnTo>
                  <a:lnTo>
                    <a:pt x="4226646" y="1908161"/>
                  </a:lnTo>
                  <a:lnTo>
                    <a:pt x="4226791" y="1908161"/>
                  </a:lnTo>
                  <a:lnTo>
                    <a:pt x="4226937" y="1908161"/>
                  </a:lnTo>
                  <a:lnTo>
                    <a:pt x="4227082" y="1908161"/>
                  </a:lnTo>
                  <a:lnTo>
                    <a:pt x="4227228" y="1908161"/>
                  </a:lnTo>
                  <a:lnTo>
                    <a:pt x="4227228" y="1907538"/>
                  </a:lnTo>
                  <a:lnTo>
                    <a:pt x="4227373" y="1907538"/>
                  </a:lnTo>
                  <a:lnTo>
                    <a:pt x="4227519" y="1907538"/>
                  </a:lnTo>
                  <a:lnTo>
                    <a:pt x="4227664" y="1907538"/>
                  </a:lnTo>
                  <a:lnTo>
                    <a:pt x="4227809" y="1907538"/>
                  </a:lnTo>
                  <a:lnTo>
                    <a:pt x="4227955" y="1907538"/>
                  </a:lnTo>
                  <a:lnTo>
                    <a:pt x="4228100" y="1907538"/>
                  </a:lnTo>
                  <a:lnTo>
                    <a:pt x="4228246" y="1907538"/>
                  </a:lnTo>
                  <a:lnTo>
                    <a:pt x="4228391" y="1907538"/>
                  </a:lnTo>
                  <a:lnTo>
                    <a:pt x="4228537" y="1907538"/>
                  </a:lnTo>
                  <a:lnTo>
                    <a:pt x="4228682" y="1907538"/>
                  </a:lnTo>
                  <a:lnTo>
                    <a:pt x="4228827" y="1907538"/>
                  </a:lnTo>
                  <a:lnTo>
                    <a:pt x="4228973" y="1907538"/>
                  </a:lnTo>
                  <a:lnTo>
                    <a:pt x="4229118" y="1907538"/>
                  </a:lnTo>
                  <a:lnTo>
                    <a:pt x="4229264" y="1907538"/>
                  </a:lnTo>
                  <a:lnTo>
                    <a:pt x="4229409" y="1907538"/>
                  </a:lnTo>
                  <a:lnTo>
                    <a:pt x="4229555" y="1907538"/>
                  </a:lnTo>
                  <a:lnTo>
                    <a:pt x="4229700" y="1907538"/>
                  </a:lnTo>
                  <a:lnTo>
                    <a:pt x="4229845" y="1907538"/>
                  </a:lnTo>
                  <a:lnTo>
                    <a:pt x="4229991" y="1907538"/>
                  </a:lnTo>
                  <a:lnTo>
                    <a:pt x="4230136" y="1907538"/>
                  </a:lnTo>
                  <a:lnTo>
                    <a:pt x="4230282" y="1907538"/>
                  </a:lnTo>
                  <a:lnTo>
                    <a:pt x="4230427" y="1907538"/>
                  </a:lnTo>
                  <a:lnTo>
                    <a:pt x="4230427" y="1906914"/>
                  </a:lnTo>
                  <a:lnTo>
                    <a:pt x="4230573" y="1906914"/>
                  </a:lnTo>
                  <a:lnTo>
                    <a:pt x="4230718" y="1906914"/>
                  </a:lnTo>
                  <a:lnTo>
                    <a:pt x="4230718" y="1906291"/>
                  </a:lnTo>
                  <a:lnTo>
                    <a:pt x="4230863" y="1906291"/>
                  </a:lnTo>
                  <a:lnTo>
                    <a:pt x="4231009" y="1906291"/>
                  </a:lnTo>
                  <a:lnTo>
                    <a:pt x="4231154" y="1906291"/>
                  </a:lnTo>
                  <a:lnTo>
                    <a:pt x="4231300" y="1906291"/>
                  </a:lnTo>
                  <a:lnTo>
                    <a:pt x="4231445" y="1906291"/>
                  </a:lnTo>
                  <a:lnTo>
                    <a:pt x="4231591" y="1906291"/>
                  </a:lnTo>
                  <a:lnTo>
                    <a:pt x="4231736" y="1906291"/>
                  </a:lnTo>
                  <a:lnTo>
                    <a:pt x="4231881" y="1906291"/>
                  </a:lnTo>
                  <a:lnTo>
                    <a:pt x="4232027" y="1906291"/>
                  </a:lnTo>
                  <a:lnTo>
                    <a:pt x="4232172" y="1906291"/>
                  </a:lnTo>
                  <a:lnTo>
                    <a:pt x="4232318" y="1906291"/>
                  </a:lnTo>
                  <a:lnTo>
                    <a:pt x="4232463" y="1906291"/>
                  </a:lnTo>
                  <a:lnTo>
                    <a:pt x="4232609" y="1906291"/>
                  </a:lnTo>
                  <a:lnTo>
                    <a:pt x="4232754" y="1906291"/>
                  </a:lnTo>
                  <a:lnTo>
                    <a:pt x="4232899" y="1906291"/>
                  </a:lnTo>
                  <a:lnTo>
                    <a:pt x="4233045" y="1906291"/>
                  </a:lnTo>
                  <a:lnTo>
                    <a:pt x="4233190" y="1906291"/>
                  </a:lnTo>
                  <a:lnTo>
                    <a:pt x="4233336" y="1906291"/>
                  </a:lnTo>
                  <a:lnTo>
                    <a:pt x="4233481" y="1906291"/>
                  </a:lnTo>
                  <a:lnTo>
                    <a:pt x="4233626" y="1906291"/>
                  </a:lnTo>
                  <a:lnTo>
                    <a:pt x="4233772" y="1906291"/>
                  </a:lnTo>
                  <a:lnTo>
                    <a:pt x="4233917" y="1906291"/>
                  </a:lnTo>
                  <a:lnTo>
                    <a:pt x="4234063" y="1906291"/>
                  </a:lnTo>
                  <a:lnTo>
                    <a:pt x="4234208" y="1906291"/>
                  </a:lnTo>
                  <a:lnTo>
                    <a:pt x="4234354" y="1906291"/>
                  </a:lnTo>
                  <a:lnTo>
                    <a:pt x="4234499" y="1906291"/>
                  </a:lnTo>
                  <a:lnTo>
                    <a:pt x="4234499" y="1905667"/>
                  </a:lnTo>
                  <a:lnTo>
                    <a:pt x="4234644" y="1905667"/>
                  </a:lnTo>
                  <a:lnTo>
                    <a:pt x="4234790" y="1905667"/>
                  </a:lnTo>
                  <a:lnTo>
                    <a:pt x="4234935" y="1905667"/>
                  </a:lnTo>
                  <a:lnTo>
                    <a:pt x="4235081" y="1905667"/>
                  </a:lnTo>
                  <a:lnTo>
                    <a:pt x="4235226" y="1905667"/>
                  </a:lnTo>
                  <a:lnTo>
                    <a:pt x="4235226" y="1905043"/>
                  </a:lnTo>
                  <a:lnTo>
                    <a:pt x="4235372" y="1905043"/>
                  </a:lnTo>
                  <a:lnTo>
                    <a:pt x="4235517" y="1905043"/>
                  </a:lnTo>
                  <a:lnTo>
                    <a:pt x="4235517" y="1904420"/>
                  </a:lnTo>
                  <a:lnTo>
                    <a:pt x="4235662" y="1904420"/>
                  </a:lnTo>
                  <a:lnTo>
                    <a:pt x="4235808" y="1904420"/>
                  </a:lnTo>
                  <a:lnTo>
                    <a:pt x="4235953" y="1904420"/>
                  </a:lnTo>
                  <a:lnTo>
                    <a:pt x="4236099" y="1904420"/>
                  </a:lnTo>
                  <a:lnTo>
                    <a:pt x="4236244" y="1904420"/>
                  </a:lnTo>
                  <a:lnTo>
                    <a:pt x="4236390" y="1904420"/>
                  </a:lnTo>
                  <a:lnTo>
                    <a:pt x="4236390" y="1903796"/>
                  </a:lnTo>
                  <a:lnTo>
                    <a:pt x="4236535" y="1903796"/>
                  </a:lnTo>
                  <a:lnTo>
                    <a:pt x="4236680" y="1903796"/>
                  </a:lnTo>
                  <a:lnTo>
                    <a:pt x="4236826" y="1903796"/>
                  </a:lnTo>
                  <a:lnTo>
                    <a:pt x="4236971" y="1903796"/>
                  </a:lnTo>
                  <a:lnTo>
                    <a:pt x="4237117" y="1903796"/>
                  </a:lnTo>
                  <a:lnTo>
                    <a:pt x="4237262" y="1903796"/>
                  </a:lnTo>
                  <a:lnTo>
                    <a:pt x="4237408" y="1903796"/>
                  </a:lnTo>
                  <a:lnTo>
                    <a:pt x="4237408" y="1903173"/>
                  </a:lnTo>
                  <a:lnTo>
                    <a:pt x="4237553" y="1903173"/>
                  </a:lnTo>
                  <a:lnTo>
                    <a:pt x="4237553" y="1902549"/>
                  </a:lnTo>
                  <a:lnTo>
                    <a:pt x="4237553" y="1901926"/>
                  </a:lnTo>
                  <a:lnTo>
                    <a:pt x="4237698" y="1901926"/>
                  </a:lnTo>
                  <a:lnTo>
                    <a:pt x="4237844" y="1901926"/>
                  </a:lnTo>
                  <a:lnTo>
                    <a:pt x="4237989" y="1901926"/>
                  </a:lnTo>
                  <a:lnTo>
                    <a:pt x="4238135" y="1901926"/>
                  </a:lnTo>
                  <a:lnTo>
                    <a:pt x="4238280" y="1901926"/>
                  </a:lnTo>
                  <a:lnTo>
                    <a:pt x="4238426" y="1901926"/>
                  </a:lnTo>
                  <a:lnTo>
                    <a:pt x="4238426" y="1901302"/>
                  </a:lnTo>
                  <a:lnTo>
                    <a:pt x="4238571" y="1901302"/>
                  </a:lnTo>
                  <a:lnTo>
                    <a:pt x="4238716" y="1901302"/>
                  </a:lnTo>
                  <a:lnTo>
                    <a:pt x="4238862" y="1901302"/>
                  </a:lnTo>
                  <a:lnTo>
                    <a:pt x="4239007" y="1901302"/>
                  </a:lnTo>
                  <a:lnTo>
                    <a:pt x="4239153" y="1901302"/>
                  </a:lnTo>
                  <a:lnTo>
                    <a:pt x="4239298" y="1901302"/>
                  </a:lnTo>
                  <a:lnTo>
                    <a:pt x="4239444" y="1901302"/>
                  </a:lnTo>
                  <a:lnTo>
                    <a:pt x="4239589" y="1901302"/>
                  </a:lnTo>
                  <a:lnTo>
                    <a:pt x="4239734" y="1901302"/>
                  </a:lnTo>
                  <a:lnTo>
                    <a:pt x="4239880" y="1901302"/>
                  </a:lnTo>
                  <a:lnTo>
                    <a:pt x="4240025" y="1901302"/>
                  </a:lnTo>
                  <a:lnTo>
                    <a:pt x="4240171" y="1901302"/>
                  </a:lnTo>
                  <a:lnTo>
                    <a:pt x="4240171" y="1900678"/>
                  </a:lnTo>
                  <a:lnTo>
                    <a:pt x="4240316" y="1900678"/>
                  </a:lnTo>
                  <a:lnTo>
                    <a:pt x="4240461" y="1900678"/>
                  </a:lnTo>
                  <a:lnTo>
                    <a:pt x="4240607" y="1900678"/>
                  </a:lnTo>
                  <a:lnTo>
                    <a:pt x="4240752" y="1900678"/>
                  </a:lnTo>
                  <a:lnTo>
                    <a:pt x="4240898" y="1900678"/>
                  </a:lnTo>
                  <a:lnTo>
                    <a:pt x="4241043" y="1900678"/>
                  </a:lnTo>
                  <a:lnTo>
                    <a:pt x="4241189" y="1900678"/>
                  </a:lnTo>
                  <a:lnTo>
                    <a:pt x="4241334" y="1900678"/>
                  </a:lnTo>
                  <a:lnTo>
                    <a:pt x="4241479" y="1900678"/>
                  </a:lnTo>
                  <a:lnTo>
                    <a:pt x="4241479" y="1900055"/>
                  </a:lnTo>
                  <a:lnTo>
                    <a:pt x="4241625" y="1900055"/>
                  </a:lnTo>
                  <a:lnTo>
                    <a:pt x="4241770" y="1900055"/>
                  </a:lnTo>
                  <a:lnTo>
                    <a:pt x="4241770" y="1899431"/>
                  </a:lnTo>
                  <a:lnTo>
                    <a:pt x="4241916" y="1899431"/>
                  </a:lnTo>
                  <a:lnTo>
                    <a:pt x="4242061" y="1899431"/>
                  </a:lnTo>
                  <a:lnTo>
                    <a:pt x="4242061" y="1898808"/>
                  </a:lnTo>
                  <a:lnTo>
                    <a:pt x="4242207" y="1898808"/>
                  </a:lnTo>
                  <a:lnTo>
                    <a:pt x="4242352" y="1898808"/>
                  </a:lnTo>
                  <a:lnTo>
                    <a:pt x="4242497" y="1898808"/>
                  </a:lnTo>
                  <a:lnTo>
                    <a:pt x="4242497" y="1898184"/>
                  </a:lnTo>
                  <a:lnTo>
                    <a:pt x="4242497" y="1897560"/>
                  </a:lnTo>
                  <a:lnTo>
                    <a:pt x="4242643" y="1897560"/>
                  </a:lnTo>
                  <a:lnTo>
                    <a:pt x="4242643" y="1896937"/>
                  </a:lnTo>
                  <a:lnTo>
                    <a:pt x="4242643" y="1896313"/>
                  </a:lnTo>
                  <a:lnTo>
                    <a:pt x="4242788" y="1896313"/>
                  </a:lnTo>
                  <a:lnTo>
                    <a:pt x="4242934" y="1896313"/>
                  </a:lnTo>
                  <a:lnTo>
                    <a:pt x="4243079" y="1896313"/>
                  </a:lnTo>
                  <a:lnTo>
                    <a:pt x="4243225" y="1896313"/>
                  </a:lnTo>
                  <a:lnTo>
                    <a:pt x="4243225" y="1895690"/>
                  </a:lnTo>
                  <a:lnTo>
                    <a:pt x="4243370" y="1895690"/>
                  </a:lnTo>
                  <a:lnTo>
                    <a:pt x="4243515" y="1895690"/>
                  </a:lnTo>
                  <a:lnTo>
                    <a:pt x="4243661" y="1895690"/>
                  </a:lnTo>
                  <a:lnTo>
                    <a:pt x="4243806" y="1895690"/>
                  </a:lnTo>
                  <a:lnTo>
                    <a:pt x="4243952" y="1895690"/>
                  </a:lnTo>
                  <a:lnTo>
                    <a:pt x="4244097" y="1895690"/>
                  </a:lnTo>
                  <a:lnTo>
                    <a:pt x="4244243" y="1895690"/>
                  </a:lnTo>
                  <a:lnTo>
                    <a:pt x="4244388" y="1895690"/>
                  </a:lnTo>
                  <a:lnTo>
                    <a:pt x="4244533" y="1895690"/>
                  </a:lnTo>
                  <a:lnTo>
                    <a:pt x="4244679" y="1895690"/>
                  </a:lnTo>
                  <a:lnTo>
                    <a:pt x="4244824" y="1895690"/>
                  </a:lnTo>
                  <a:lnTo>
                    <a:pt x="4244970" y="1895690"/>
                  </a:lnTo>
                  <a:lnTo>
                    <a:pt x="4245115" y="1895690"/>
                  </a:lnTo>
                  <a:lnTo>
                    <a:pt x="4245261" y="1895690"/>
                  </a:lnTo>
                  <a:lnTo>
                    <a:pt x="4245406" y="1895690"/>
                  </a:lnTo>
                  <a:lnTo>
                    <a:pt x="4245551" y="1895690"/>
                  </a:lnTo>
                  <a:lnTo>
                    <a:pt x="4245697" y="1895690"/>
                  </a:lnTo>
                  <a:lnTo>
                    <a:pt x="4245842" y="1895690"/>
                  </a:lnTo>
                  <a:lnTo>
                    <a:pt x="4245988" y="1895690"/>
                  </a:lnTo>
                  <a:lnTo>
                    <a:pt x="4245988" y="1895066"/>
                  </a:lnTo>
                  <a:lnTo>
                    <a:pt x="4246133" y="1895066"/>
                  </a:lnTo>
                  <a:lnTo>
                    <a:pt x="4246279" y="1895066"/>
                  </a:lnTo>
                  <a:lnTo>
                    <a:pt x="4246424" y="1895066"/>
                  </a:lnTo>
                  <a:lnTo>
                    <a:pt x="4246569" y="1895066"/>
                  </a:lnTo>
                  <a:lnTo>
                    <a:pt x="4246715" y="1895066"/>
                  </a:lnTo>
                  <a:lnTo>
                    <a:pt x="4246860" y="1895066"/>
                  </a:lnTo>
                  <a:lnTo>
                    <a:pt x="4247006" y="1895066"/>
                  </a:lnTo>
                  <a:lnTo>
                    <a:pt x="4247151" y="1895066"/>
                  </a:lnTo>
                  <a:lnTo>
                    <a:pt x="4247296" y="1895066"/>
                  </a:lnTo>
                  <a:lnTo>
                    <a:pt x="4247442" y="1895066"/>
                  </a:lnTo>
                  <a:lnTo>
                    <a:pt x="4247587" y="1895066"/>
                  </a:lnTo>
                  <a:lnTo>
                    <a:pt x="4247733" y="1895066"/>
                  </a:lnTo>
                  <a:lnTo>
                    <a:pt x="4247878" y="1895066"/>
                  </a:lnTo>
                  <a:lnTo>
                    <a:pt x="4248024" y="1895066"/>
                  </a:lnTo>
                  <a:lnTo>
                    <a:pt x="4248169" y="1895066"/>
                  </a:lnTo>
                  <a:lnTo>
                    <a:pt x="4248314" y="1895066"/>
                  </a:lnTo>
                  <a:lnTo>
                    <a:pt x="4248460" y="1895066"/>
                  </a:lnTo>
                  <a:lnTo>
                    <a:pt x="4248605" y="1895066"/>
                  </a:lnTo>
                  <a:lnTo>
                    <a:pt x="4248751" y="1895066"/>
                  </a:lnTo>
                  <a:lnTo>
                    <a:pt x="4248896" y="1895066"/>
                  </a:lnTo>
                  <a:lnTo>
                    <a:pt x="4249042" y="1895066"/>
                  </a:lnTo>
                  <a:lnTo>
                    <a:pt x="4249187" y="1895066"/>
                  </a:lnTo>
                  <a:lnTo>
                    <a:pt x="4249332" y="1895066"/>
                  </a:lnTo>
                  <a:lnTo>
                    <a:pt x="4249478" y="1895066"/>
                  </a:lnTo>
                  <a:lnTo>
                    <a:pt x="4249623" y="1895066"/>
                  </a:lnTo>
                  <a:lnTo>
                    <a:pt x="4249769" y="1895066"/>
                  </a:lnTo>
                  <a:lnTo>
                    <a:pt x="4249914" y="1895066"/>
                  </a:lnTo>
                  <a:lnTo>
                    <a:pt x="4250060" y="1895066"/>
                  </a:lnTo>
                  <a:lnTo>
                    <a:pt x="4250205" y="1895066"/>
                  </a:lnTo>
                  <a:lnTo>
                    <a:pt x="4250350" y="1895066"/>
                  </a:lnTo>
                  <a:lnTo>
                    <a:pt x="4250350" y="1894443"/>
                  </a:lnTo>
                  <a:lnTo>
                    <a:pt x="4250496" y="1894443"/>
                  </a:lnTo>
                  <a:lnTo>
                    <a:pt x="4250641" y="1894443"/>
                  </a:lnTo>
                  <a:lnTo>
                    <a:pt x="4250787" y="1894443"/>
                  </a:lnTo>
                  <a:lnTo>
                    <a:pt x="4250932" y="1894443"/>
                  </a:lnTo>
                  <a:lnTo>
                    <a:pt x="4251078" y="1894443"/>
                  </a:lnTo>
                  <a:lnTo>
                    <a:pt x="4251223" y="1894443"/>
                  </a:lnTo>
                  <a:lnTo>
                    <a:pt x="4251368" y="1894443"/>
                  </a:lnTo>
                  <a:lnTo>
                    <a:pt x="4251514" y="1894443"/>
                  </a:lnTo>
                  <a:lnTo>
                    <a:pt x="4251659" y="1894443"/>
                  </a:lnTo>
                  <a:lnTo>
                    <a:pt x="4251805" y="1894443"/>
                  </a:lnTo>
                  <a:lnTo>
                    <a:pt x="4251950" y="1894443"/>
                  </a:lnTo>
                  <a:lnTo>
                    <a:pt x="4252096" y="1894443"/>
                  </a:lnTo>
                  <a:lnTo>
                    <a:pt x="4252241" y="1894443"/>
                  </a:lnTo>
                  <a:lnTo>
                    <a:pt x="4252386" y="1894443"/>
                  </a:lnTo>
                  <a:lnTo>
                    <a:pt x="4252386" y="1893819"/>
                  </a:lnTo>
                  <a:lnTo>
                    <a:pt x="4252532" y="1893819"/>
                  </a:lnTo>
                  <a:lnTo>
                    <a:pt x="4252677" y="1893819"/>
                  </a:lnTo>
                  <a:lnTo>
                    <a:pt x="4252823" y="1893819"/>
                  </a:lnTo>
                  <a:lnTo>
                    <a:pt x="4252968" y="1893819"/>
                  </a:lnTo>
                  <a:lnTo>
                    <a:pt x="4252968" y="1893195"/>
                  </a:lnTo>
                  <a:lnTo>
                    <a:pt x="4253114" y="1893195"/>
                  </a:lnTo>
                  <a:lnTo>
                    <a:pt x="4253114" y="1892572"/>
                  </a:lnTo>
                  <a:lnTo>
                    <a:pt x="4253259" y="1892572"/>
                  </a:lnTo>
                  <a:lnTo>
                    <a:pt x="4253259" y="1891948"/>
                  </a:lnTo>
                  <a:lnTo>
                    <a:pt x="4253404" y="1891948"/>
                  </a:lnTo>
                  <a:lnTo>
                    <a:pt x="4253404" y="1891325"/>
                  </a:lnTo>
                  <a:lnTo>
                    <a:pt x="4253404" y="1890701"/>
                  </a:lnTo>
                  <a:lnTo>
                    <a:pt x="4253550" y="1890701"/>
                  </a:lnTo>
                  <a:lnTo>
                    <a:pt x="4253695" y="1890701"/>
                  </a:lnTo>
                  <a:lnTo>
                    <a:pt x="4253841" y="1890701"/>
                  </a:lnTo>
                  <a:lnTo>
                    <a:pt x="4253986" y="1890701"/>
                  </a:lnTo>
                  <a:lnTo>
                    <a:pt x="4254131" y="1890701"/>
                  </a:lnTo>
                  <a:lnTo>
                    <a:pt x="4254277" y="1890701"/>
                  </a:lnTo>
                  <a:lnTo>
                    <a:pt x="4254422" y="1890701"/>
                  </a:lnTo>
                  <a:lnTo>
                    <a:pt x="4254568" y="1890701"/>
                  </a:lnTo>
                  <a:lnTo>
                    <a:pt x="4254568" y="1890078"/>
                  </a:lnTo>
                  <a:lnTo>
                    <a:pt x="4254713" y="1890078"/>
                  </a:lnTo>
                  <a:lnTo>
                    <a:pt x="4254859" y="1890078"/>
                  </a:lnTo>
                  <a:lnTo>
                    <a:pt x="4255004" y="1890078"/>
                  </a:lnTo>
                  <a:lnTo>
                    <a:pt x="4255004" y="1889454"/>
                  </a:lnTo>
                  <a:lnTo>
                    <a:pt x="4255149" y="1889454"/>
                  </a:lnTo>
                  <a:lnTo>
                    <a:pt x="4255295" y="1889454"/>
                  </a:lnTo>
                  <a:lnTo>
                    <a:pt x="4255440" y="1889454"/>
                  </a:lnTo>
                  <a:lnTo>
                    <a:pt x="4255586" y="1889454"/>
                  </a:lnTo>
                  <a:lnTo>
                    <a:pt x="4255731" y="1889454"/>
                  </a:lnTo>
                  <a:lnTo>
                    <a:pt x="4255731" y="1888830"/>
                  </a:lnTo>
                  <a:lnTo>
                    <a:pt x="4255877" y="1888830"/>
                  </a:lnTo>
                  <a:lnTo>
                    <a:pt x="4256022" y="1888830"/>
                  </a:lnTo>
                  <a:lnTo>
                    <a:pt x="4256167" y="1888830"/>
                  </a:lnTo>
                  <a:lnTo>
                    <a:pt x="4256313" y="1888830"/>
                  </a:lnTo>
                  <a:lnTo>
                    <a:pt x="4256313" y="1888207"/>
                  </a:lnTo>
                  <a:lnTo>
                    <a:pt x="4256458" y="1888207"/>
                  </a:lnTo>
                  <a:lnTo>
                    <a:pt x="4256604" y="1888207"/>
                  </a:lnTo>
                  <a:lnTo>
                    <a:pt x="4256749" y="1888207"/>
                  </a:lnTo>
                  <a:lnTo>
                    <a:pt x="4256749" y="1887583"/>
                  </a:lnTo>
                  <a:lnTo>
                    <a:pt x="4256895" y="1887583"/>
                  </a:lnTo>
                  <a:lnTo>
                    <a:pt x="4257040" y="1887583"/>
                  </a:lnTo>
                  <a:lnTo>
                    <a:pt x="4257185" y="1887583"/>
                  </a:lnTo>
                  <a:lnTo>
                    <a:pt x="4257331" y="1887583"/>
                  </a:lnTo>
                  <a:lnTo>
                    <a:pt x="4257476" y="1887583"/>
                  </a:lnTo>
                  <a:lnTo>
                    <a:pt x="4257476" y="1886960"/>
                  </a:lnTo>
                  <a:lnTo>
                    <a:pt x="4257622" y="1886960"/>
                  </a:lnTo>
                  <a:lnTo>
                    <a:pt x="4257767" y="1886960"/>
                  </a:lnTo>
                  <a:lnTo>
                    <a:pt x="4257913" y="1886960"/>
                  </a:lnTo>
                  <a:lnTo>
                    <a:pt x="4257913" y="1886336"/>
                  </a:lnTo>
                  <a:lnTo>
                    <a:pt x="4258058" y="1886336"/>
                  </a:lnTo>
                  <a:lnTo>
                    <a:pt x="4258203" y="1886336"/>
                  </a:lnTo>
                  <a:lnTo>
                    <a:pt x="4258349" y="1886336"/>
                  </a:lnTo>
                  <a:lnTo>
                    <a:pt x="4258349" y="1885712"/>
                  </a:lnTo>
                  <a:lnTo>
                    <a:pt x="4258494" y="1885712"/>
                  </a:lnTo>
                  <a:lnTo>
                    <a:pt x="4258494" y="1885089"/>
                  </a:lnTo>
                  <a:lnTo>
                    <a:pt x="4258640" y="1885089"/>
                  </a:lnTo>
                  <a:lnTo>
                    <a:pt x="4258640" y="1884465"/>
                  </a:lnTo>
                  <a:lnTo>
                    <a:pt x="4258785" y="1884465"/>
                  </a:lnTo>
                  <a:lnTo>
                    <a:pt x="4258931" y="1884465"/>
                  </a:lnTo>
                  <a:lnTo>
                    <a:pt x="4259076" y="1884465"/>
                  </a:lnTo>
                  <a:lnTo>
                    <a:pt x="4259221" y="1884465"/>
                  </a:lnTo>
                  <a:lnTo>
                    <a:pt x="4259221" y="1883842"/>
                  </a:lnTo>
                  <a:lnTo>
                    <a:pt x="4259367" y="1883842"/>
                  </a:lnTo>
                  <a:lnTo>
                    <a:pt x="4259512" y="1883842"/>
                  </a:lnTo>
                  <a:lnTo>
                    <a:pt x="4259658" y="1883842"/>
                  </a:lnTo>
                  <a:lnTo>
                    <a:pt x="4259803" y="1883842"/>
                  </a:lnTo>
                  <a:lnTo>
                    <a:pt x="4259949" y="1883842"/>
                  </a:lnTo>
                  <a:lnTo>
                    <a:pt x="4260094" y="1883842"/>
                  </a:lnTo>
                  <a:lnTo>
                    <a:pt x="4260239" y="1883842"/>
                  </a:lnTo>
                  <a:lnTo>
                    <a:pt x="4260385" y="1883842"/>
                  </a:lnTo>
                  <a:lnTo>
                    <a:pt x="4260530" y="1883842"/>
                  </a:lnTo>
                  <a:lnTo>
                    <a:pt x="4260530" y="1883218"/>
                  </a:lnTo>
                  <a:lnTo>
                    <a:pt x="4260530" y="1882595"/>
                  </a:lnTo>
                  <a:lnTo>
                    <a:pt x="4260530" y="1881971"/>
                  </a:lnTo>
                  <a:lnTo>
                    <a:pt x="4260676" y="1881971"/>
                  </a:lnTo>
                  <a:lnTo>
                    <a:pt x="4260821" y="1881971"/>
                  </a:lnTo>
                  <a:lnTo>
                    <a:pt x="4260966" y="1881971"/>
                  </a:lnTo>
                  <a:lnTo>
                    <a:pt x="4260966" y="1881347"/>
                  </a:lnTo>
                  <a:lnTo>
                    <a:pt x="4261112" y="1881347"/>
                  </a:lnTo>
                  <a:lnTo>
                    <a:pt x="4261257" y="1881347"/>
                  </a:lnTo>
                  <a:lnTo>
                    <a:pt x="4261403" y="1881347"/>
                  </a:lnTo>
                  <a:lnTo>
                    <a:pt x="4261548" y="1881347"/>
                  </a:lnTo>
                  <a:lnTo>
                    <a:pt x="4261694" y="1881347"/>
                  </a:lnTo>
                  <a:lnTo>
                    <a:pt x="4261839" y="1881347"/>
                  </a:lnTo>
                  <a:lnTo>
                    <a:pt x="4261984" y="1881347"/>
                  </a:lnTo>
                  <a:lnTo>
                    <a:pt x="4262130" y="1881347"/>
                  </a:lnTo>
                  <a:lnTo>
                    <a:pt x="4262275" y="1881347"/>
                  </a:lnTo>
                  <a:lnTo>
                    <a:pt x="4262421" y="1881347"/>
                  </a:lnTo>
                  <a:lnTo>
                    <a:pt x="4262566" y="1881347"/>
                  </a:lnTo>
                  <a:lnTo>
                    <a:pt x="4262712" y="1881347"/>
                  </a:lnTo>
                  <a:lnTo>
                    <a:pt x="4262857" y="1881347"/>
                  </a:lnTo>
                  <a:lnTo>
                    <a:pt x="4263002" y="1881347"/>
                  </a:lnTo>
                  <a:lnTo>
                    <a:pt x="4263148" y="1881347"/>
                  </a:lnTo>
                  <a:lnTo>
                    <a:pt x="4263293" y="1881347"/>
                  </a:lnTo>
                  <a:lnTo>
                    <a:pt x="4263293" y="1880724"/>
                  </a:lnTo>
                  <a:lnTo>
                    <a:pt x="4263293" y="1880100"/>
                  </a:lnTo>
                  <a:lnTo>
                    <a:pt x="4263439" y="1880100"/>
                  </a:lnTo>
                  <a:lnTo>
                    <a:pt x="4263584" y="1880100"/>
                  </a:lnTo>
                  <a:lnTo>
                    <a:pt x="4263730" y="1880100"/>
                  </a:lnTo>
                  <a:lnTo>
                    <a:pt x="4263875" y="1880100"/>
                  </a:lnTo>
                  <a:lnTo>
                    <a:pt x="4264020" y="1880100"/>
                  </a:lnTo>
                  <a:lnTo>
                    <a:pt x="4264166" y="1880100"/>
                  </a:lnTo>
                  <a:lnTo>
                    <a:pt x="4264311" y="1880100"/>
                  </a:lnTo>
                  <a:lnTo>
                    <a:pt x="4264457" y="1880100"/>
                  </a:lnTo>
                  <a:lnTo>
                    <a:pt x="4264602" y="1880100"/>
                  </a:lnTo>
                  <a:lnTo>
                    <a:pt x="4264748" y="1880100"/>
                  </a:lnTo>
                  <a:lnTo>
                    <a:pt x="4264893" y="1880100"/>
                  </a:lnTo>
                  <a:lnTo>
                    <a:pt x="4264893" y="1879477"/>
                  </a:lnTo>
                  <a:lnTo>
                    <a:pt x="4265038" y="1879477"/>
                  </a:lnTo>
                  <a:lnTo>
                    <a:pt x="4265184" y="1879477"/>
                  </a:lnTo>
                  <a:lnTo>
                    <a:pt x="4265329" y="1879477"/>
                  </a:lnTo>
                  <a:lnTo>
                    <a:pt x="4265475" y="1879477"/>
                  </a:lnTo>
                  <a:lnTo>
                    <a:pt x="4265620" y="1879477"/>
                  </a:lnTo>
                  <a:lnTo>
                    <a:pt x="4265766" y="1879477"/>
                  </a:lnTo>
                  <a:lnTo>
                    <a:pt x="4265911" y="1879477"/>
                  </a:lnTo>
                  <a:lnTo>
                    <a:pt x="4266056" y="1879477"/>
                  </a:lnTo>
                  <a:lnTo>
                    <a:pt x="4266202" y="1879477"/>
                  </a:lnTo>
                  <a:lnTo>
                    <a:pt x="4266347" y="1879477"/>
                  </a:lnTo>
                  <a:lnTo>
                    <a:pt x="4266493" y="1879477"/>
                  </a:lnTo>
                  <a:lnTo>
                    <a:pt x="4266638" y="1879477"/>
                  </a:lnTo>
                  <a:lnTo>
                    <a:pt x="4266784" y="1879477"/>
                  </a:lnTo>
                  <a:lnTo>
                    <a:pt x="4266929" y="1879477"/>
                  </a:lnTo>
                  <a:lnTo>
                    <a:pt x="4267074" y="1879477"/>
                  </a:lnTo>
                  <a:lnTo>
                    <a:pt x="4267074" y="1878853"/>
                  </a:lnTo>
                  <a:lnTo>
                    <a:pt x="4267220" y="1878853"/>
                  </a:lnTo>
                  <a:lnTo>
                    <a:pt x="4267365" y="1878853"/>
                  </a:lnTo>
                  <a:lnTo>
                    <a:pt x="4267511" y="1878853"/>
                  </a:lnTo>
                  <a:lnTo>
                    <a:pt x="4267656" y="1878853"/>
                  </a:lnTo>
                  <a:lnTo>
                    <a:pt x="4267801" y="1878853"/>
                  </a:lnTo>
                  <a:lnTo>
                    <a:pt x="4267947" y="1878853"/>
                  </a:lnTo>
                  <a:lnTo>
                    <a:pt x="4268092" y="1878853"/>
                  </a:lnTo>
                  <a:lnTo>
                    <a:pt x="4268238" y="1878853"/>
                  </a:lnTo>
                  <a:lnTo>
                    <a:pt x="4268383" y="1878853"/>
                  </a:lnTo>
                  <a:lnTo>
                    <a:pt x="4268383" y="1878229"/>
                  </a:lnTo>
                  <a:lnTo>
                    <a:pt x="4268529" y="1878229"/>
                  </a:lnTo>
                  <a:lnTo>
                    <a:pt x="4268674" y="1878229"/>
                  </a:lnTo>
                  <a:lnTo>
                    <a:pt x="4268674" y="1877606"/>
                  </a:lnTo>
                  <a:lnTo>
                    <a:pt x="4268819" y="1877606"/>
                  </a:lnTo>
                  <a:lnTo>
                    <a:pt x="4268965" y="1877606"/>
                  </a:lnTo>
                  <a:lnTo>
                    <a:pt x="4269110" y="1877606"/>
                  </a:lnTo>
                  <a:lnTo>
                    <a:pt x="4269110" y="1876982"/>
                  </a:lnTo>
                  <a:lnTo>
                    <a:pt x="4269256" y="1876982"/>
                  </a:lnTo>
                  <a:lnTo>
                    <a:pt x="4269401" y="1876982"/>
                  </a:lnTo>
                  <a:lnTo>
                    <a:pt x="4269401" y="1876359"/>
                  </a:lnTo>
                  <a:lnTo>
                    <a:pt x="4269547" y="1876359"/>
                  </a:lnTo>
                  <a:lnTo>
                    <a:pt x="4269692" y="1876359"/>
                  </a:lnTo>
                  <a:lnTo>
                    <a:pt x="4269837" y="1876359"/>
                  </a:lnTo>
                  <a:lnTo>
                    <a:pt x="4269983" y="1876359"/>
                  </a:lnTo>
                  <a:lnTo>
                    <a:pt x="4270128" y="1876359"/>
                  </a:lnTo>
                  <a:lnTo>
                    <a:pt x="4270274" y="1876359"/>
                  </a:lnTo>
                  <a:lnTo>
                    <a:pt x="4270274" y="1875735"/>
                  </a:lnTo>
                  <a:lnTo>
                    <a:pt x="4270419" y="1875735"/>
                  </a:lnTo>
                  <a:lnTo>
                    <a:pt x="4270565" y="1875735"/>
                  </a:lnTo>
                  <a:lnTo>
                    <a:pt x="4270710" y="1875735"/>
                  </a:lnTo>
                  <a:lnTo>
                    <a:pt x="4270710" y="1875112"/>
                  </a:lnTo>
                  <a:lnTo>
                    <a:pt x="4270855" y="1875112"/>
                  </a:lnTo>
                  <a:lnTo>
                    <a:pt x="4271001" y="1875112"/>
                  </a:lnTo>
                  <a:lnTo>
                    <a:pt x="4271146" y="1875112"/>
                  </a:lnTo>
                  <a:lnTo>
                    <a:pt x="4271292" y="1875112"/>
                  </a:lnTo>
                  <a:lnTo>
                    <a:pt x="4271437" y="1875112"/>
                  </a:lnTo>
                  <a:lnTo>
                    <a:pt x="4271583" y="1875112"/>
                  </a:lnTo>
                  <a:lnTo>
                    <a:pt x="4271728" y="1875112"/>
                  </a:lnTo>
                  <a:lnTo>
                    <a:pt x="4271728" y="1874488"/>
                  </a:lnTo>
                  <a:lnTo>
                    <a:pt x="4271873" y="1874488"/>
                  </a:lnTo>
                  <a:lnTo>
                    <a:pt x="4272019" y="1874488"/>
                  </a:lnTo>
                  <a:lnTo>
                    <a:pt x="4272164" y="1874488"/>
                  </a:lnTo>
                  <a:lnTo>
                    <a:pt x="4272164" y="1873864"/>
                  </a:lnTo>
                  <a:lnTo>
                    <a:pt x="4272310" y="1873864"/>
                  </a:lnTo>
                  <a:lnTo>
                    <a:pt x="4272310" y="1873241"/>
                  </a:lnTo>
                  <a:lnTo>
                    <a:pt x="4272455" y="1873241"/>
                  </a:lnTo>
                  <a:lnTo>
                    <a:pt x="4272601" y="1873241"/>
                  </a:lnTo>
                  <a:lnTo>
                    <a:pt x="4272601" y="1872617"/>
                  </a:lnTo>
                  <a:lnTo>
                    <a:pt x="4272746" y="1872617"/>
                  </a:lnTo>
                  <a:lnTo>
                    <a:pt x="4272746" y="1871994"/>
                  </a:lnTo>
                  <a:lnTo>
                    <a:pt x="4272891" y="1871994"/>
                  </a:lnTo>
                  <a:lnTo>
                    <a:pt x="4273037" y="1871994"/>
                  </a:lnTo>
                  <a:lnTo>
                    <a:pt x="4273182" y="1871994"/>
                  </a:lnTo>
                  <a:lnTo>
                    <a:pt x="4273328" y="1871994"/>
                  </a:lnTo>
                  <a:lnTo>
                    <a:pt x="4273473" y="1871994"/>
                  </a:lnTo>
                  <a:lnTo>
                    <a:pt x="4273619" y="1871994"/>
                  </a:lnTo>
                  <a:lnTo>
                    <a:pt x="4273764" y="1871994"/>
                  </a:lnTo>
                  <a:lnTo>
                    <a:pt x="4273909" y="1871994"/>
                  </a:lnTo>
                  <a:lnTo>
                    <a:pt x="4274055" y="1871994"/>
                  </a:lnTo>
                  <a:lnTo>
                    <a:pt x="4274055" y="1871370"/>
                  </a:lnTo>
                  <a:lnTo>
                    <a:pt x="4274200" y="1871370"/>
                  </a:lnTo>
                  <a:lnTo>
                    <a:pt x="4274346" y="1871370"/>
                  </a:lnTo>
                  <a:lnTo>
                    <a:pt x="4274491" y="1871370"/>
                  </a:lnTo>
                  <a:lnTo>
                    <a:pt x="4274636" y="1871370"/>
                  </a:lnTo>
                  <a:lnTo>
                    <a:pt x="4274782" y="1871370"/>
                  </a:lnTo>
                  <a:lnTo>
                    <a:pt x="4274927" y="1871370"/>
                  </a:lnTo>
                  <a:lnTo>
                    <a:pt x="4275073" y="1871370"/>
                  </a:lnTo>
                  <a:lnTo>
                    <a:pt x="4275073" y="1870746"/>
                  </a:lnTo>
                  <a:lnTo>
                    <a:pt x="4275218" y="1870746"/>
                  </a:lnTo>
                  <a:lnTo>
                    <a:pt x="4275364" y="1870746"/>
                  </a:lnTo>
                  <a:lnTo>
                    <a:pt x="4275509" y="1870746"/>
                  </a:lnTo>
                  <a:lnTo>
                    <a:pt x="4275654" y="1870746"/>
                  </a:lnTo>
                  <a:lnTo>
                    <a:pt x="4275800" y="1870746"/>
                  </a:lnTo>
                  <a:lnTo>
                    <a:pt x="4275945" y="1870746"/>
                  </a:lnTo>
                  <a:lnTo>
                    <a:pt x="4276091" y="1870746"/>
                  </a:lnTo>
                  <a:lnTo>
                    <a:pt x="4276236" y="1870746"/>
                  </a:lnTo>
                  <a:lnTo>
                    <a:pt x="4276382" y="1870746"/>
                  </a:lnTo>
                  <a:lnTo>
                    <a:pt x="4276527" y="1870746"/>
                  </a:lnTo>
                  <a:lnTo>
                    <a:pt x="4276672" y="1870746"/>
                  </a:lnTo>
                  <a:lnTo>
                    <a:pt x="4276818" y="1870746"/>
                  </a:lnTo>
                  <a:lnTo>
                    <a:pt x="4276963" y="1870746"/>
                  </a:lnTo>
                  <a:lnTo>
                    <a:pt x="4277109" y="1870746"/>
                  </a:lnTo>
                  <a:lnTo>
                    <a:pt x="4277254" y="1870746"/>
                  </a:lnTo>
                  <a:lnTo>
                    <a:pt x="4277400" y="1870746"/>
                  </a:lnTo>
                  <a:lnTo>
                    <a:pt x="4277545" y="1870746"/>
                  </a:lnTo>
                  <a:lnTo>
                    <a:pt x="4277690" y="1870746"/>
                  </a:lnTo>
                  <a:lnTo>
                    <a:pt x="4277836" y="1870746"/>
                  </a:lnTo>
                  <a:lnTo>
                    <a:pt x="4277981" y="1870746"/>
                  </a:lnTo>
                  <a:lnTo>
                    <a:pt x="4278127" y="1870746"/>
                  </a:lnTo>
                  <a:lnTo>
                    <a:pt x="4278127" y="1870123"/>
                  </a:lnTo>
                  <a:lnTo>
                    <a:pt x="4278272" y="1870123"/>
                  </a:lnTo>
                  <a:lnTo>
                    <a:pt x="4278418" y="1870123"/>
                  </a:lnTo>
                  <a:lnTo>
                    <a:pt x="4278563" y="1870123"/>
                  </a:lnTo>
                  <a:lnTo>
                    <a:pt x="4278708" y="1870123"/>
                  </a:lnTo>
                  <a:lnTo>
                    <a:pt x="4278854" y="1870123"/>
                  </a:lnTo>
                  <a:lnTo>
                    <a:pt x="4278999" y="1870123"/>
                  </a:lnTo>
                  <a:lnTo>
                    <a:pt x="4279145" y="1870123"/>
                  </a:lnTo>
                  <a:lnTo>
                    <a:pt x="4279290" y="1870123"/>
                  </a:lnTo>
                  <a:lnTo>
                    <a:pt x="4279436" y="1870123"/>
                  </a:lnTo>
                  <a:lnTo>
                    <a:pt x="4279581" y="1870123"/>
                  </a:lnTo>
                  <a:lnTo>
                    <a:pt x="4279726" y="1870123"/>
                  </a:lnTo>
                  <a:lnTo>
                    <a:pt x="4279872" y="1870123"/>
                  </a:lnTo>
                  <a:lnTo>
                    <a:pt x="4280017" y="1870123"/>
                  </a:lnTo>
                  <a:lnTo>
                    <a:pt x="4280163" y="1870123"/>
                  </a:lnTo>
                  <a:lnTo>
                    <a:pt x="4280308" y="1870123"/>
                  </a:lnTo>
                  <a:lnTo>
                    <a:pt x="4280454" y="1870123"/>
                  </a:lnTo>
                  <a:lnTo>
                    <a:pt x="4280599" y="1870123"/>
                  </a:lnTo>
                  <a:lnTo>
                    <a:pt x="4280744" y="1870123"/>
                  </a:lnTo>
                  <a:lnTo>
                    <a:pt x="4280890" y="1870123"/>
                  </a:lnTo>
                  <a:lnTo>
                    <a:pt x="4280890" y="1869499"/>
                  </a:lnTo>
                  <a:lnTo>
                    <a:pt x="4281035" y="1869499"/>
                  </a:lnTo>
                  <a:lnTo>
                    <a:pt x="4281181" y="1869499"/>
                  </a:lnTo>
                  <a:lnTo>
                    <a:pt x="4281326" y="1869499"/>
                  </a:lnTo>
                  <a:lnTo>
                    <a:pt x="4281471" y="1869499"/>
                  </a:lnTo>
                  <a:lnTo>
                    <a:pt x="4281617" y="1869499"/>
                  </a:lnTo>
                  <a:lnTo>
                    <a:pt x="4281762" y="1869499"/>
                  </a:lnTo>
                  <a:lnTo>
                    <a:pt x="4281908" y="1869499"/>
                  </a:lnTo>
                  <a:lnTo>
                    <a:pt x="4282053" y="1869499"/>
                  </a:lnTo>
                  <a:lnTo>
                    <a:pt x="4282199" y="1869499"/>
                  </a:lnTo>
                  <a:lnTo>
                    <a:pt x="4282344" y="1869499"/>
                  </a:lnTo>
                  <a:lnTo>
                    <a:pt x="4282489" y="1869499"/>
                  </a:lnTo>
                  <a:lnTo>
                    <a:pt x="4282489" y="1868876"/>
                  </a:lnTo>
                  <a:lnTo>
                    <a:pt x="4282635" y="1868876"/>
                  </a:lnTo>
                  <a:lnTo>
                    <a:pt x="4282780" y="1868876"/>
                  </a:lnTo>
                  <a:lnTo>
                    <a:pt x="4282926" y="1868876"/>
                  </a:lnTo>
                  <a:lnTo>
                    <a:pt x="4283071" y="1868876"/>
                  </a:lnTo>
                  <a:lnTo>
                    <a:pt x="4283217" y="1868876"/>
                  </a:lnTo>
                  <a:lnTo>
                    <a:pt x="4283362" y="1868876"/>
                  </a:lnTo>
                  <a:lnTo>
                    <a:pt x="4283507" y="1868876"/>
                  </a:lnTo>
                  <a:lnTo>
                    <a:pt x="4283653" y="1868876"/>
                  </a:lnTo>
                  <a:lnTo>
                    <a:pt x="4283798" y="1868876"/>
                  </a:lnTo>
                  <a:lnTo>
                    <a:pt x="4283944" y="1868876"/>
                  </a:lnTo>
                  <a:lnTo>
                    <a:pt x="4284089" y="1868876"/>
                  </a:lnTo>
                  <a:lnTo>
                    <a:pt x="4284235" y="1868876"/>
                  </a:lnTo>
                  <a:lnTo>
                    <a:pt x="4284235" y="1868252"/>
                  </a:lnTo>
                  <a:lnTo>
                    <a:pt x="4284235" y="1867629"/>
                  </a:lnTo>
                  <a:lnTo>
                    <a:pt x="4284380" y="1867629"/>
                  </a:lnTo>
                  <a:lnTo>
                    <a:pt x="4284525" y="1867629"/>
                  </a:lnTo>
                  <a:lnTo>
                    <a:pt x="4284671" y="1867629"/>
                  </a:lnTo>
                  <a:lnTo>
                    <a:pt x="4284816" y="1867629"/>
                  </a:lnTo>
                  <a:lnTo>
                    <a:pt x="4284816" y="1867005"/>
                  </a:lnTo>
                  <a:lnTo>
                    <a:pt x="4284962" y="1867005"/>
                  </a:lnTo>
                  <a:lnTo>
                    <a:pt x="4285107" y="1867005"/>
                  </a:lnTo>
                  <a:lnTo>
                    <a:pt x="4285107" y="1866381"/>
                  </a:lnTo>
                  <a:lnTo>
                    <a:pt x="4285253" y="1866381"/>
                  </a:lnTo>
                  <a:lnTo>
                    <a:pt x="4285253" y="1865758"/>
                  </a:lnTo>
                  <a:lnTo>
                    <a:pt x="4285253" y="1865134"/>
                  </a:lnTo>
                  <a:lnTo>
                    <a:pt x="4285398" y="1865134"/>
                  </a:lnTo>
                  <a:lnTo>
                    <a:pt x="4285543" y="1865134"/>
                  </a:lnTo>
                  <a:lnTo>
                    <a:pt x="4285543" y="1864511"/>
                  </a:lnTo>
                  <a:lnTo>
                    <a:pt x="4285689" y="1864511"/>
                  </a:lnTo>
                  <a:lnTo>
                    <a:pt x="4285834" y="1864511"/>
                  </a:lnTo>
                  <a:lnTo>
                    <a:pt x="4285980" y="1864511"/>
                  </a:lnTo>
                  <a:lnTo>
                    <a:pt x="4286125" y="1864511"/>
                  </a:lnTo>
                  <a:lnTo>
                    <a:pt x="4286271" y="1864511"/>
                  </a:lnTo>
                  <a:lnTo>
                    <a:pt x="4286416" y="1864511"/>
                  </a:lnTo>
                  <a:lnTo>
                    <a:pt x="4286416" y="1863887"/>
                  </a:lnTo>
                  <a:lnTo>
                    <a:pt x="4286561" y="1863887"/>
                  </a:lnTo>
                  <a:lnTo>
                    <a:pt x="4286707" y="1863887"/>
                  </a:lnTo>
                  <a:lnTo>
                    <a:pt x="4286707" y="1863263"/>
                  </a:lnTo>
                  <a:lnTo>
                    <a:pt x="4286852" y="1863263"/>
                  </a:lnTo>
                  <a:lnTo>
                    <a:pt x="4286998" y="1863263"/>
                  </a:lnTo>
                  <a:lnTo>
                    <a:pt x="4287143" y="1863263"/>
                  </a:lnTo>
                  <a:lnTo>
                    <a:pt x="4287288" y="1863263"/>
                  </a:lnTo>
                  <a:lnTo>
                    <a:pt x="4287434" y="1863263"/>
                  </a:lnTo>
                  <a:lnTo>
                    <a:pt x="4287579" y="1863263"/>
                  </a:lnTo>
                  <a:lnTo>
                    <a:pt x="4287725" y="1863263"/>
                  </a:lnTo>
                  <a:lnTo>
                    <a:pt x="4287870" y="1863263"/>
                  </a:lnTo>
                  <a:lnTo>
                    <a:pt x="4288016" y="1863263"/>
                  </a:lnTo>
                  <a:lnTo>
                    <a:pt x="4288161" y="1863263"/>
                  </a:lnTo>
                  <a:lnTo>
                    <a:pt x="4288161" y="1862640"/>
                  </a:lnTo>
                  <a:lnTo>
                    <a:pt x="4288306" y="1862640"/>
                  </a:lnTo>
                  <a:lnTo>
                    <a:pt x="4288306" y="1862016"/>
                  </a:lnTo>
                  <a:lnTo>
                    <a:pt x="4288452" y="1862016"/>
                  </a:lnTo>
                  <a:lnTo>
                    <a:pt x="4288597" y="1862016"/>
                  </a:lnTo>
                  <a:lnTo>
                    <a:pt x="4288743" y="1862016"/>
                  </a:lnTo>
                  <a:lnTo>
                    <a:pt x="4288888" y="1862016"/>
                  </a:lnTo>
                  <a:lnTo>
                    <a:pt x="4289034" y="1862016"/>
                  </a:lnTo>
                  <a:lnTo>
                    <a:pt x="4289179" y="1862016"/>
                  </a:lnTo>
                  <a:lnTo>
                    <a:pt x="4289324" y="1862016"/>
                  </a:lnTo>
                  <a:lnTo>
                    <a:pt x="4289470" y="1862016"/>
                  </a:lnTo>
                  <a:lnTo>
                    <a:pt x="4289615" y="1862016"/>
                  </a:lnTo>
                  <a:lnTo>
                    <a:pt x="4289615" y="1861393"/>
                  </a:lnTo>
                  <a:lnTo>
                    <a:pt x="4289615" y="1860769"/>
                  </a:lnTo>
                  <a:lnTo>
                    <a:pt x="4289761" y="1860769"/>
                  </a:lnTo>
                  <a:lnTo>
                    <a:pt x="4289906" y="1860769"/>
                  </a:lnTo>
                  <a:lnTo>
                    <a:pt x="4290052" y="1860769"/>
                  </a:lnTo>
                  <a:lnTo>
                    <a:pt x="4290197" y="1860769"/>
                  </a:lnTo>
                  <a:lnTo>
                    <a:pt x="4290342" y="1860769"/>
                  </a:lnTo>
                  <a:lnTo>
                    <a:pt x="4290342" y="1860146"/>
                  </a:lnTo>
                  <a:lnTo>
                    <a:pt x="4290488" y="1860146"/>
                  </a:lnTo>
                  <a:lnTo>
                    <a:pt x="4290633" y="1860146"/>
                  </a:lnTo>
                  <a:lnTo>
                    <a:pt x="4290779" y="1860146"/>
                  </a:lnTo>
                  <a:lnTo>
                    <a:pt x="4290924" y="1860146"/>
                  </a:lnTo>
                  <a:lnTo>
                    <a:pt x="4291070" y="1860146"/>
                  </a:lnTo>
                  <a:lnTo>
                    <a:pt x="4291215" y="1860146"/>
                  </a:lnTo>
                  <a:lnTo>
                    <a:pt x="4291360" y="1860146"/>
                  </a:lnTo>
                  <a:lnTo>
                    <a:pt x="4291506" y="1860146"/>
                  </a:lnTo>
                  <a:lnTo>
                    <a:pt x="4291651" y="1860146"/>
                  </a:lnTo>
                  <a:lnTo>
                    <a:pt x="4291797" y="1860146"/>
                  </a:lnTo>
                  <a:lnTo>
                    <a:pt x="4291942" y="1860146"/>
                  </a:lnTo>
                  <a:lnTo>
                    <a:pt x="4292088" y="1860146"/>
                  </a:lnTo>
                  <a:lnTo>
                    <a:pt x="4292233" y="1860146"/>
                  </a:lnTo>
                  <a:lnTo>
                    <a:pt x="4292378" y="1860146"/>
                  </a:lnTo>
                  <a:lnTo>
                    <a:pt x="4292524" y="1860146"/>
                  </a:lnTo>
                  <a:lnTo>
                    <a:pt x="4292669" y="1860146"/>
                  </a:lnTo>
                  <a:lnTo>
                    <a:pt x="4292815" y="1860146"/>
                  </a:lnTo>
                  <a:lnTo>
                    <a:pt x="4292960" y="1860146"/>
                  </a:lnTo>
                  <a:lnTo>
                    <a:pt x="4293106" y="1860146"/>
                  </a:lnTo>
                  <a:lnTo>
                    <a:pt x="4293251" y="1860146"/>
                  </a:lnTo>
                  <a:lnTo>
                    <a:pt x="4293396" y="1860146"/>
                  </a:lnTo>
                  <a:lnTo>
                    <a:pt x="4293542" y="1860146"/>
                  </a:lnTo>
                  <a:lnTo>
                    <a:pt x="4293542" y="1859522"/>
                  </a:lnTo>
                  <a:lnTo>
                    <a:pt x="4293687" y="1859522"/>
                  </a:lnTo>
                  <a:lnTo>
                    <a:pt x="4293833" y="1859522"/>
                  </a:lnTo>
                  <a:lnTo>
                    <a:pt x="4293978" y="1859522"/>
                  </a:lnTo>
                  <a:lnTo>
                    <a:pt x="4294123" y="1859522"/>
                  </a:lnTo>
                  <a:lnTo>
                    <a:pt x="4294269" y="1859522"/>
                  </a:lnTo>
                  <a:lnTo>
                    <a:pt x="4294269" y="1858898"/>
                  </a:lnTo>
                  <a:lnTo>
                    <a:pt x="4294414" y="1858898"/>
                  </a:lnTo>
                  <a:lnTo>
                    <a:pt x="4294560" y="1858898"/>
                  </a:lnTo>
                  <a:lnTo>
                    <a:pt x="4294705" y="1858898"/>
                  </a:lnTo>
                  <a:lnTo>
                    <a:pt x="4294851" y="1858898"/>
                  </a:lnTo>
                  <a:lnTo>
                    <a:pt x="4294851" y="1858275"/>
                  </a:lnTo>
                  <a:lnTo>
                    <a:pt x="4294996" y="1858275"/>
                  </a:lnTo>
                  <a:lnTo>
                    <a:pt x="4295141" y="1858275"/>
                  </a:lnTo>
                  <a:lnTo>
                    <a:pt x="4295287" y="1858275"/>
                  </a:lnTo>
                  <a:lnTo>
                    <a:pt x="4295432" y="1858275"/>
                  </a:lnTo>
                  <a:lnTo>
                    <a:pt x="4295578" y="1858275"/>
                  </a:lnTo>
                  <a:lnTo>
                    <a:pt x="4295723" y="1858275"/>
                  </a:lnTo>
                  <a:lnTo>
                    <a:pt x="4295869" y="1858275"/>
                  </a:lnTo>
                  <a:lnTo>
                    <a:pt x="4296014" y="1858275"/>
                  </a:lnTo>
                  <a:lnTo>
                    <a:pt x="4296159" y="1858275"/>
                  </a:lnTo>
                  <a:lnTo>
                    <a:pt x="4296305" y="1858275"/>
                  </a:lnTo>
                  <a:lnTo>
                    <a:pt x="4296305" y="1857651"/>
                  </a:lnTo>
                  <a:lnTo>
                    <a:pt x="4296450" y="1857651"/>
                  </a:lnTo>
                  <a:lnTo>
                    <a:pt x="4296596" y="1857651"/>
                  </a:lnTo>
                  <a:lnTo>
                    <a:pt x="4296741" y="1857651"/>
                  </a:lnTo>
                  <a:lnTo>
                    <a:pt x="4296887" y="1857651"/>
                  </a:lnTo>
                  <a:lnTo>
                    <a:pt x="4296887" y="1857028"/>
                  </a:lnTo>
                  <a:lnTo>
                    <a:pt x="4297032" y="1857028"/>
                  </a:lnTo>
                  <a:lnTo>
                    <a:pt x="4297177" y="1857028"/>
                  </a:lnTo>
                  <a:lnTo>
                    <a:pt x="4297323" y="1857028"/>
                  </a:lnTo>
                  <a:lnTo>
                    <a:pt x="4297468" y="1857028"/>
                  </a:lnTo>
                  <a:lnTo>
                    <a:pt x="4297614" y="1857028"/>
                  </a:lnTo>
                  <a:lnTo>
                    <a:pt x="4297759" y="1857028"/>
                  </a:lnTo>
                  <a:lnTo>
                    <a:pt x="4297905" y="1857028"/>
                  </a:lnTo>
                  <a:lnTo>
                    <a:pt x="4298050" y="1857028"/>
                  </a:lnTo>
                  <a:lnTo>
                    <a:pt x="4298195" y="1857028"/>
                  </a:lnTo>
                  <a:lnTo>
                    <a:pt x="4298195" y="1856404"/>
                  </a:lnTo>
                  <a:lnTo>
                    <a:pt x="4298195" y="1855780"/>
                  </a:lnTo>
                  <a:lnTo>
                    <a:pt x="4298195" y="1855157"/>
                  </a:lnTo>
                  <a:lnTo>
                    <a:pt x="4298341" y="1855157"/>
                  </a:lnTo>
                  <a:lnTo>
                    <a:pt x="4298486" y="1855157"/>
                  </a:lnTo>
                  <a:lnTo>
                    <a:pt x="4298486" y="1854533"/>
                  </a:lnTo>
                  <a:lnTo>
                    <a:pt x="4298632" y="1854533"/>
                  </a:lnTo>
                  <a:lnTo>
                    <a:pt x="4298777" y="1854533"/>
                  </a:lnTo>
                  <a:lnTo>
                    <a:pt x="4298777" y="1853910"/>
                  </a:lnTo>
                  <a:lnTo>
                    <a:pt x="4298923" y="1853910"/>
                  </a:lnTo>
                  <a:lnTo>
                    <a:pt x="4299068" y="1853910"/>
                  </a:lnTo>
                  <a:lnTo>
                    <a:pt x="4299213" y="1853910"/>
                  </a:lnTo>
                  <a:lnTo>
                    <a:pt x="4299359" y="1853910"/>
                  </a:lnTo>
                  <a:lnTo>
                    <a:pt x="4299359" y="1853286"/>
                  </a:lnTo>
                  <a:lnTo>
                    <a:pt x="4299504" y="1853286"/>
                  </a:lnTo>
                  <a:lnTo>
                    <a:pt x="4299650" y="1853286"/>
                  </a:lnTo>
                  <a:lnTo>
                    <a:pt x="4299795" y="1853286"/>
                  </a:lnTo>
                  <a:lnTo>
                    <a:pt x="4299795" y="1852663"/>
                  </a:lnTo>
                  <a:lnTo>
                    <a:pt x="4299941" y="1852663"/>
                  </a:lnTo>
                  <a:lnTo>
                    <a:pt x="4299941" y="1852039"/>
                  </a:lnTo>
                  <a:lnTo>
                    <a:pt x="4300086" y="1852039"/>
                  </a:lnTo>
                  <a:lnTo>
                    <a:pt x="4300231" y="1852039"/>
                  </a:lnTo>
                  <a:lnTo>
                    <a:pt x="4300377" y="1852039"/>
                  </a:lnTo>
                  <a:lnTo>
                    <a:pt x="4300522" y="1852039"/>
                  </a:lnTo>
                  <a:lnTo>
                    <a:pt x="4300668" y="1852039"/>
                  </a:lnTo>
                  <a:lnTo>
                    <a:pt x="4300668" y="1851415"/>
                  </a:lnTo>
                  <a:lnTo>
                    <a:pt x="4300813" y="1851415"/>
                  </a:lnTo>
                  <a:lnTo>
                    <a:pt x="4300958" y="1851415"/>
                  </a:lnTo>
                  <a:lnTo>
                    <a:pt x="4301104" y="1851415"/>
                  </a:lnTo>
                  <a:lnTo>
                    <a:pt x="4301104" y="1850792"/>
                  </a:lnTo>
                  <a:lnTo>
                    <a:pt x="4301249" y="1850792"/>
                  </a:lnTo>
                  <a:lnTo>
                    <a:pt x="4301395" y="1850792"/>
                  </a:lnTo>
                  <a:lnTo>
                    <a:pt x="4301540" y="1850792"/>
                  </a:lnTo>
                  <a:lnTo>
                    <a:pt x="4301686" y="1850792"/>
                  </a:lnTo>
                  <a:lnTo>
                    <a:pt x="4301831" y="1850792"/>
                  </a:lnTo>
                  <a:lnTo>
                    <a:pt x="4301831" y="1850168"/>
                  </a:lnTo>
                  <a:lnTo>
                    <a:pt x="4301976" y="1850168"/>
                  </a:lnTo>
                  <a:lnTo>
                    <a:pt x="4302122" y="1850168"/>
                  </a:lnTo>
                  <a:lnTo>
                    <a:pt x="4302267" y="1850168"/>
                  </a:lnTo>
                  <a:lnTo>
                    <a:pt x="4302413" y="1850168"/>
                  </a:lnTo>
                  <a:lnTo>
                    <a:pt x="4302558" y="1850168"/>
                  </a:lnTo>
                  <a:lnTo>
                    <a:pt x="4302704" y="1850168"/>
                  </a:lnTo>
                  <a:lnTo>
                    <a:pt x="4302849" y="1850168"/>
                  </a:lnTo>
                  <a:lnTo>
                    <a:pt x="4302994" y="1850168"/>
                  </a:lnTo>
                  <a:lnTo>
                    <a:pt x="4303140" y="1850168"/>
                  </a:lnTo>
                  <a:lnTo>
                    <a:pt x="4303285" y="1850168"/>
                  </a:lnTo>
                  <a:lnTo>
                    <a:pt x="4303431" y="1850168"/>
                  </a:lnTo>
                  <a:lnTo>
                    <a:pt x="4303431" y="1849545"/>
                  </a:lnTo>
                  <a:lnTo>
                    <a:pt x="4303576" y="1849545"/>
                  </a:lnTo>
                  <a:lnTo>
                    <a:pt x="4303722" y="1849545"/>
                  </a:lnTo>
                  <a:lnTo>
                    <a:pt x="4303867" y="1849545"/>
                  </a:lnTo>
                  <a:lnTo>
                    <a:pt x="4304012" y="1849545"/>
                  </a:lnTo>
                  <a:lnTo>
                    <a:pt x="4304158" y="1849545"/>
                  </a:lnTo>
                  <a:lnTo>
                    <a:pt x="4304303" y="1849545"/>
                  </a:lnTo>
                  <a:lnTo>
                    <a:pt x="4304449" y="1849545"/>
                  </a:lnTo>
                  <a:lnTo>
                    <a:pt x="4304594" y="1849545"/>
                  </a:lnTo>
                  <a:lnTo>
                    <a:pt x="4304740" y="1849545"/>
                  </a:lnTo>
                  <a:lnTo>
                    <a:pt x="4304885" y="1849545"/>
                  </a:lnTo>
                  <a:lnTo>
                    <a:pt x="4305030" y="1849545"/>
                  </a:lnTo>
                  <a:lnTo>
                    <a:pt x="4305176" y="1849545"/>
                  </a:lnTo>
                  <a:lnTo>
                    <a:pt x="4305321" y="1849545"/>
                  </a:lnTo>
                  <a:lnTo>
                    <a:pt x="4305467" y="1849545"/>
                  </a:lnTo>
                  <a:lnTo>
                    <a:pt x="4305467" y="1848921"/>
                  </a:lnTo>
                  <a:lnTo>
                    <a:pt x="4305612" y="1848921"/>
                  </a:lnTo>
                  <a:lnTo>
                    <a:pt x="4305758" y="1848921"/>
                  </a:lnTo>
                  <a:lnTo>
                    <a:pt x="4305903" y="1848921"/>
                  </a:lnTo>
                  <a:lnTo>
                    <a:pt x="4305903" y="1848297"/>
                  </a:lnTo>
                  <a:lnTo>
                    <a:pt x="4306048" y="1848297"/>
                  </a:lnTo>
                  <a:lnTo>
                    <a:pt x="4306194" y="1848297"/>
                  </a:lnTo>
                  <a:lnTo>
                    <a:pt x="4306339" y="1848297"/>
                  </a:lnTo>
                  <a:lnTo>
                    <a:pt x="4306485" y="1848297"/>
                  </a:lnTo>
                  <a:lnTo>
                    <a:pt x="4306485" y="1847674"/>
                  </a:lnTo>
                  <a:lnTo>
                    <a:pt x="4306630" y="1847674"/>
                  </a:lnTo>
                  <a:lnTo>
                    <a:pt x="4306776" y="1847674"/>
                  </a:lnTo>
                  <a:lnTo>
                    <a:pt x="4306921" y="1847674"/>
                  </a:lnTo>
                  <a:lnTo>
                    <a:pt x="4307066" y="1847674"/>
                  </a:lnTo>
                  <a:lnTo>
                    <a:pt x="4307212" y="1847674"/>
                  </a:lnTo>
                  <a:lnTo>
                    <a:pt x="4307357" y="1847674"/>
                  </a:lnTo>
                  <a:lnTo>
                    <a:pt x="4307503" y="1847674"/>
                  </a:lnTo>
                  <a:lnTo>
                    <a:pt x="4307648" y="1847674"/>
                  </a:lnTo>
                  <a:lnTo>
                    <a:pt x="4307793" y="1847674"/>
                  </a:lnTo>
                  <a:lnTo>
                    <a:pt x="4307939" y="1847674"/>
                  </a:lnTo>
                  <a:lnTo>
                    <a:pt x="4308084" y="1847674"/>
                  </a:lnTo>
                  <a:lnTo>
                    <a:pt x="4308230" y="1847674"/>
                  </a:lnTo>
                  <a:lnTo>
                    <a:pt x="4308375" y="1847674"/>
                  </a:lnTo>
                  <a:lnTo>
                    <a:pt x="4308521" y="1847674"/>
                  </a:lnTo>
                  <a:lnTo>
                    <a:pt x="4308666" y="1847674"/>
                  </a:lnTo>
                  <a:lnTo>
                    <a:pt x="4308811" y="1847674"/>
                  </a:lnTo>
                  <a:lnTo>
                    <a:pt x="4308957" y="1847674"/>
                  </a:lnTo>
                  <a:lnTo>
                    <a:pt x="4309102" y="1847674"/>
                  </a:lnTo>
                  <a:lnTo>
                    <a:pt x="4309248" y="1847674"/>
                  </a:lnTo>
                  <a:lnTo>
                    <a:pt x="4309393" y="1847674"/>
                  </a:lnTo>
                  <a:lnTo>
                    <a:pt x="4309539" y="1847674"/>
                  </a:lnTo>
                  <a:lnTo>
                    <a:pt x="4309684" y="1847674"/>
                  </a:lnTo>
                  <a:lnTo>
                    <a:pt x="4309829" y="1847674"/>
                  </a:lnTo>
                  <a:lnTo>
                    <a:pt x="4309975" y="1847674"/>
                  </a:lnTo>
                  <a:lnTo>
                    <a:pt x="4310120" y="1847674"/>
                  </a:lnTo>
                  <a:lnTo>
                    <a:pt x="4310266" y="1847674"/>
                  </a:lnTo>
                  <a:lnTo>
                    <a:pt x="4310411" y="1847674"/>
                  </a:lnTo>
                  <a:lnTo>
                    <a:pt x="4310557" y="1847674"/>
                  </a:lnTo>
                  <a:lnTo>
                    <a:pt x="4310702" y="1847674"/>
                  </a:lnTo>
                  <a:lnTo>
                    <a:pt x="4310847" y="1847674"/>
                  </a:lnTo>
                  <a:lnTo>
                    <a:pt x="4310847" y="1847050"/>
                  </a:lnTo>
                  <a:lnTo>
                    <a:pt x="4310993" y="1847050"/>
                  </a:lnTo>
                  <a:lnTo>
                    <a:pt x="4311138" y="1847050"/>
                  </a:lnTo>
                  <a:lnTo>
                    <a:pt x="4311284" y="1847050"/>
                  </a:lnTo>
                  <a:lnTo>
                    <a:pt x="4311284" y="1846427"/>
                  </a:lnTo>
                  <a:lnTo>
                    <a:pt x="4311429" y="1846427"/>
                  </a:lnTo>
                  <a:lnTo>
                    <a:pt x="4311575" y="1846427"/>
                  </a:lnTo>
                  <a:lnTo>
                    <a:pt x="4311720" y="1846427"/>
                  </a:lnTo>
                  <a:lnTo>
                    <a:pt x="4311865" y="1846427"/>
                  </a:lnTo>
                  <a:lnTo>
                    <a:pt x="4312011" y="1846427"/>
                  </a:lnTo>
                  <a:lnTo>
                    <a:pt x="4312156" y="1846427"/>
                  </a:lnTo>
                  <a:lnTo>
                    <a:pt x="4312302" y="1846427"/>
                  </a:lnTo>
                  <a:lnTo>
                    <a:pt x="4312447" y="1846427"/>
                  </a:lnTo>
                  <a:lnTo>
                    <a:pt x="4312593" y="1846427"/>
                  </a:lnTo>
                  <a:lnTo>
                    <a:pt x="4312738" y="1846427"/>
                  </a:lnTo>
                  <a:lnTo>
                    <a:pt x="4312883" y="1846427"/>
                  </a:lnTo>
                  <a:lnTo>
                    <a:pt x="4313029" y="1846427"/>
                  </a:lnTo>
                  <a:lnTo>
                    <a:pt x="4313029" y="1845803"/>
                  </a:lnTo>
                  <a:lnTo>
                    <a:pt x="4313174" y="1845803"/>
                  </a:lnTo>
                  <a:lnTo>
                    <a:pt x="4313320" y="1845803"/>
                  </a:lnTo>
                  <a:lnTo>
                    <a:pt x="4313465" y="1845803"/>
                  </a:lnTo>
                  <a:lnTo>
                    <a:pt x="4313611" y="1845803"/>
                  </a:lnTo>
                  <a:lnTo>
                    <a:pt x="4313611" y="1845180"/>
                  </a:lnTo>
                  <a:lnTo>
                    <a:pt x="4313756" y="1845180"/>
                  </a:lnTo>
                  <a:lnTo>
                    <a:pt x="4313901" y="1845180"/>
                  </a:lnTo>
                  <a:lnTo>
                    <a:pt x="4314047" y="1845180"/>
                  </a:lnTo>
                  <a:lnTo>
                    <a:pt x="4314192" y="1845180"/>
                  </a:lnTo>
                  <a:lnTo>
                    <a:pt x="4314338" y="1845180"/>
                  </a:lnTo>
                  <a:lnTo>
                    <a:pt x="4314483" y="1845180"/>
                  </a:lnTo>
                  <a:lnTo>
                    <a:pt x="4314628" y="1845180"/>
                  </a:lnTo>
                  <a:lnTo>
                    <a:pt x="4314774" y="1845180"/>
                  </a:lnTo>
                  <a:lnTo>
                    <a:pt x="4314919" y="1845180"/>
                  </a:lnTo>
                  <a:lnTo>
                    <a:pt x="4315065" y="1845180"/>
                  </a:lnTo>
                  <a:lnTo>
                    <a:pt x="4315210" y="1845180"/>
                  </a:lnTo>
                  <a:lnTo>
                    <a:pt x="4315356" y="1845180"/>
                  </a:lnTo>
                  <a:lnTo>
                    <a:pt x="4315501" y="1845180"/>
                  </a:lnTo>
                  <a:lnTo>
                    <a:pt x="4315646" y="1845180"/>
                  </a:lnTo>
                  <a:lnTo>
                    <a:pt x="4315792" y="1845180"/>
                  </a:lnTo>
                  <a:lnTo>
                    <a:pt x="4315937" y="1845180"/>
                  </a:lnTo>
                  <a:lnTo>
                    <a:pt x="4315937" y="1844556"/>
                  </a:lnTo>
                  <a:lnTo>
                    <a:pt x="4316083" y="1844556"/>
                  </a:lnTo>
                  <a:lnTo>
                    <a:pt x="4316228" y="1844556"/>
                  </a:lnTo>
                  <a:lnTo>
                    <a:pt x="4316374" y="1844556"/>
                  </a:lnTo>
                  <a:lnTo>
                    <a:pt x="4316519" y="1844556"/>
                  </a:lnTo>
                  <a:lnTo>
                    <a:pt x="4316664" y="1844556"/>
                  </a:lnTo>
                  <a:lnTo>
                    <a:pt x="4316810" y="1844556"/>
                  </a:lnTo>
                  <a:lnTo>
                    <a:pt x="4316810" y="1843932"/>
                  </a:lnTo>
                  <a:lnTo>
                    <a:pt x="4316955" y="1843932"/>
                  </a:lnTo>
                  <a:lnTo>
                    <a:pt x="4316955" y="1843309"/>
                  </a:lnTo>
                  <a:lnTo>
                    <a:pt x="4316955" y="1842685"/>
                  </a:lnTo>
                  <a:lnTo>
                    <a:pt x="4317101" y="1842685"/>
                  </a:lnTo>
                  <a:lnTo>
                    <a:pt x="4317246" y="1842685"/>
                  </a:lnTo>
                  <a:lnTo>
                    <a:pt x="4317392" y="1842685"/>
                  </a:lnTo>
                  <a:lnTo>
                    <a:pt x="4317537" y="1842685"/>
                  </a:lnTo>
                  <a:lnTo>
                    <a:pt x="4317537" y="1842062"/>
                  </a:lnTo>
                  <a:lnTo>
                    <a:pt x="4317682" y="1842062"/>
                  </a:lnTo>
                  <a:lnTo>
                    <a:pt x="4317682" y="1841438"/>
                  </a:lnTo>
                  <a:lnTo>
                    <a:pt x="4317828" y="1841438"/>
                  </a:lnTo>
                  <a:lnTo>
                    <a:pt x="4317973" y="1841438"/>
                  </a:lnTo>
                  <a:lnTo>
                    <a:pt x="4318119" y="1841438"/>
                  </a:lnTo>
                  <a:lnTo>
                    <a:pt x="4318264" y="1841438"/>
                  </a:lnTo>
                  <a:lnTo>
                    <a:pt x="4318410" y="1841438"/>
                  </a:lnTo>
                  <a:lnTo>
                    <a:pt x="4318555" y="1841438"/>
                  </a:lnTo>
                  <a:lnTo>
                    <a:pt x="4318700" y="1841438"/>
                  </a:lnTo>
                  <a:lnTo>
                    <a:pt x="4318700" y="1840815"/>
                  </a:lnTo>
                  <a:lnTo>
                    <a:pt x="4318846" y="1840815"/>
                  </a:lnTo>
                  <a:lnTo>
                    <a:pt x="4318991" y="1840815"/>
                  </a:lnTo>
                  <a:lnTo>
                    <a:pt x="4319137" y="1840815"/>
                  </a:lnTo>
                  <a:lnTo>
                    <a:pt x="4319282" y="1840815"/>
                  </a:lnTo>
                  <a:lnTo>
                    <a:pt x="4319282" y="1840191"/>
                  </a:lnTo>
                  <a:lnTo>
                    <a:pt x="4319428" y="1840191"/>
                  </a:lnTo>
                  <a:lnTo>
                    <a:pt x="4319573" y="1840191"/>
                  </a:lnTo>
                  <a:lnTo>
                    <a:pt x="4319718" y="1840191"/>
                  </a:lnTo>
                  <a:lnTo>
                    <a:pt x="4319864" y="1840191"/>
                  </a:lnTo>
                  <a:lnTo>
                    <a:pt x="4320009" y="1840191"/>
                  </a:lnTo>
                  <a:lnTo>
                    <a:pt x="4320155" y="1840191"/>
                  </a:lnTo>
                  <a:lnTo>
                    <a:pt x="4320300" y="1840191"/>
                  </a:lnTo>
                  <a:lnTo>
                    <a:pt x="4320446" y="1840191"/>
                  </a:lnTo>
                  <a:lnTo>
                    <a:pt x="4320591" y="1840191"/>
                  </a:lnTo>
                  <a:lnTo>
                    <a:pt x="4320736" y="1840191"/>
                  </a:lnTo>
                  <a:lnTo>
                    <a:pt x="4320882" y="1840191"/>
                  </a:lnTo>
                  <a:lnTo>
                    <a:pt x="4321027" y="1840191"/>
                  </a:lnTo>
                  <a:lnTo>
                    <a:pt x="4321173" y="1840191"/>
                  </a:lnTo>
                  <a:lnTo>
                    <a:pt x="4321318" y="1840191"/>
                  </a:lnTo>
                  <a:lnTo>
                    <a:pt x="4321318" y="1839567"/>
                  </a:lnTo>
                  <a:lnTo>
                    <a:pt x="4321463" y="1839567"/>
                  </a:lnTo>
                  <a:lnTo>
                    <a:pt x="4321609" y="1839567"/>
                  </a:lnTo>
                  <a:lnTo>
                    <a:pt x="4321754" y="1839567"/>
                  </a:lnTo>
                  <a:lnTo>
                    <a:pt x="4321900" y="1839567"/>
                  </a:lnTo>
                  <a:lnTo>
                    <a:pt x="4322045" y="1839567"/>
                  </a:lnTo>
                  <a:lnTo>
                    <a:pt x="4322045" y="1838944"/>
                  </a:lnTo>
                  <a:lnTo>
                    <a:pt x="4322191" y="1838944"/>
                  </a:lnTo>
                  <a:lnTo>
                    <a:pt x="4322336" y="1838944"/>
                  </a:lnTo>
                  <a:lnTo>
                    <a:pt x="4322481" y="1838944"/>
                  </a:lnTo>
                  <a:lnTo>
                    <a:pt x="4322627" y="1838944"/>
                  </a:lnTo>
                  <a:lnTo>
                    <a:pt x="4322772" y="1838944"/>
                  </a:lnTo>
                  <a:lnTo>
                    <a:pt x="4322918" y="1838944"/>
                  </a:lnTo>
                  <a:lnTo>
                    <a:pt x="4323063" y="1838944"/>
                  </a:lnTo>
                  <a:lnTo>
                    <a:pt x="4323209" y="1838944"/>
                  </a:lnTo>
                  <a:lnTo>
                    <a:pt x="4323354" y="1838944"/>
                  </a:lnTo>
                  <a:lnTo>
                    <a:pt x="4323499" y="1838944"/>
                  </a:lnTo>
                  <a:lnTo>
                    <a:pt x="4323645" y="1838944"/>
                  </a:lnTo>
                  <a:lnTo>
                    <a:pt x="4323790" y="1838944"/>
                  </a:lnTo>
                  <a:lnTo>
                    <a:pt x="4323936" y="1838944"/>
                  </a:lnTo>
                  <a:lnTo>
                    <a:pt x="4324081" y="1838944"/>
                  </a:lnTo>
                  <a:lnTo>
                    <a:pt x="4324227" y="1838944"/>
                  </a:lnTo>
                  <a:lnTo>
                    <a:pt x="4324227" y="1838320"/>
                  </a:lnTo>
                  <a:lnTo>
                    <a:pt x="4324372" y="1838320"/>
                  </a:lnTo>
                  <a:lnTo>
                    <a:pt x="4324517" y="1838320"/>
                  </a:lnTo>
                  <a:lnTo>
                    <a:pt x="4324663" y="1838320"/>
                  </a:lnTo>
                  <a:lnTo>
                    <a:pt x="4324808" y="1838320"/>
                  </a:lnTo>
                  <a:lnTo>
                    <a:pt x="4324954" y="1838320"/>
                  </a:lnTo>
                  <a:lnTo>
                    <a:pt x="4325099" y="1838320"/>
                  </a:lnTo>
                  <a:lnTo>
                    <a:pt x="4325245" y="1838320"/>
                  </a:lnTo>
                  <a:lnTo>
                    <a:pt x="4325390" y="1838320"/>
                  </a:lnTo>
                  <a:lnTo>
                    <a:pt x="4325535" y="1838320"/>
                  </a:lnTo>
                  <a:lnTo>
                    <a:pt x="4325681" y="1838320"/>
                  </a:lnTo>
                  <a:lnTo>
                    <a:pt x="4325826" y="1838320"/>
                  </a:lnTo>
                  <a:lnTo>
                    <a:pt x="4325972" y="1838320"/>
                  </a:lnTo>
                  <a:lnTo>
                    <a:pt x="4325972" y="1837697"/>
                  </a:lnTo>
                  <a:lnTo>
                    <a:pt x="4326117" y="1837697"/>
                  </a:lnTo>
                  <a:lnTo>
                    <a:pt x="4326263" y="1837697"/>
                  </a:lnTo>
                  <a:lnTo>
                    <a:pt x="4326408" y="1837697"/>
                  </a:lnTo>
                  <a:lnTo>
                    <a:pt x="4326408" y="1837073"/>
                  </a:lnTo>
                  <a:lnTo>
                    <a:pt x="4326553" y="1837073"/>
                  </a:lnTo>
                  <a:lnTo>
                    <a:pt x="4326699" y="1837073"/>
                  </a:lnTo>
                  <a:lnTo>
                    <a:pt x="4326699" y="1836449"/>
                  </a:lnTo>
                  <a:lnTo>
                    <a:pt x="4326844" y="1836449"/>
                  </a:lnTo>
                  <a:lnTo>
                    <a:pt x="4326990" y="1836449"/>
                  </a:lnTo>
                  <a:lnTo>
                    <a:pt x="4327135" y="1836449"/>
                  </a:lnTo>
                  <a:lnTo>
                    <a:pt x="4327281" y="1836449"/>
                  </a:lnTo>
                  <a:lnTo>
                    <a:pt x="4327426" y="1836449"/>
                  </a:lnTo>
                  <a:lnTo>
                    <a:pt x="4327571" y="1836449"/>
                  </a:lnTo>
                  <a:lnTo>
                    <a:pt x="4327571" y="1835826"/>
                  </a:lnTo>
                  <a:lnTo>
                    <a:pt x="4327717" y="1835826"/>
                  </a:lnTo>
                  <a:lnTo>
                    <a:pt x="4327862" y="1835826"/>
                  </a:lnTo>
                  <a:lnTo>
                    <a:pt x="4328008" y="1835826"/>
                  </a:lnTo>
                  <a:lnTo>
                    <a:pt x="4328008" y="1835202"/>
                  </a:lnTo>
                  <a:lnTo>
                    <a:pt x="4328153" y="1835202"/>
                  </a:lnTo>
                  <a:lnTo>
                    <a:pt x="4328298" y="1835202"/>
                  </a:lnTo>
                  <a:lnTo>
                    <a:pt x="4328298" y="1834579"/>
                  </a:lnTo>
                  <a:lnTo>
                    <a:pt x="4328444" y="1834579"/>
                  </a:lnTo>
                  <a:lnTo>
                    <a:pt x="4328589" y="1834579"/>
                  </a:lnTo>
                  <a:lnTo>
                    <a:pt x="4328735" y="1834579"/>
                  </a:lnTo>
                  <a:lnTo>
                    <a:pt x="4328880" y="1834579"/>
                  </a:lnTo>
                  <a:lnTo>
                    <a:pt x="4329026" y="1834579"/>
                  </a:lnTo>
                  <a:lnTo>
                    <a:pt x="4329171" y="1834579"/>
                  </a:lnTo>
                  <a:lnTo>
                    <a:pt x="4329316" y="1834579"/>
                  </a:lnTo>
                  <a:lnTo>
                    <a:pt x="4329462" y="1834579"/>
                  </a:lnTo>
                  <a:lnTo>
                    <a:pt x="4329607" y="1834579"/>
                  </a:lnTo>
                  <a:lnTo>
                    <a:pt x="4329753" y="1834579"/>
                  </a:lnTo>
                  <a:lnTo>
                    <a:pt x="4329898" y="1834579"/>
                  </a:lnTo>
                  <a:lnTo>
                    <a:pt x="4330044" y="1834579"/>
                  </a:lnTo>
                  <a:lnTo>
                    <a:pt x="4330189" y="1834579"/>
                  </a:lnTo>
                  <a:lnTo>
                    <a:pt x="4330189" y="1833955"/>
                  </a:lnTo>
                  <a:lnTo>
                    <a:pt x="4330334" y="1833955"/>
                  </a:lnTo>
                  <a:lnTo>
                    <a:pt x="4330480" y="1833955"/>
                  </a:lnTo>
                  <a:lnTo>
                    <a:pt x="4330480" y="1833332"/>
                  </a:lnTo>
                  <a:lnTo>
                    <a:pt x="4330625" y="1833332"/>
                  </a:lnTo>
                  <a:lnTo>
                    <a:pt x="4330771" y="1833332"/>
                  </a:lnTo>
                  <a:lnTo>
                    <a:pt x="4330916" y="1833332"/>
                  </a:lnTo>
                  <a:lnTo>
                    <a:pt x="4331062" y="1833332"/>
                  </a:lnTo>
                  <a:lnTo>
                    <a:pt x="4331207" y="1833332"/>
                  </a:lnTo>
                  <a:lnTo>
                    <a:pt x="4331352" y="1833332"/>
                  </a:lnTo>
                  <a:lnTo>
                    <a:pt x="4331498" y="1833332"/>
                  </a:lnTo>
                  <a:lnTo>
                    <a:pt x="4331643" y="1833332"/>
                  </a:lnTo>
                  <a:lnTo>
                    <a:pt x="4331789" y="1833332"/>
                  </a:lnTo>
                  <a:lnTo>
                    <a:pt x="4331934" y="1833332"/>
                  </a:lnTo>
                  <a:lnTo>
                    <a:pt x="4332080" y="1833332"/>
                  </a:lnTo>
                  <a:lnTo>
                    <a:pt x="4332225" y="1833332"/>
                  </a:lnTo>
                  <a:lnTo>
                    <a:pt x="4332370" y="1833332"/>
                  </a:lnTo>
                  <a:lnTo>
                    <a:pt x="4332516" y="1833332"/>
                  </a:lnTo>
                  <a:lnTo>
                    <a:pt x="4332661" y="1833332"/>
                  </a:lnTo>
                  <a:lnTo>
                    <a:pt x="4332661" y="1832708"/>
                  </a:lnTo>
                  <a:lnTo>
                    <a:pt x="4332807" y="1832708"/>
                  </a:lnTo>
                  <a:lnTo>
                    <a:pt x="4332807" y="1832084"/>
                  </a:lnTo>
                  <a:lnTo>
                    <a:pt x="4332952" y="1832084"/>
                  </a:lnTo>
                  <a:lnTo>
                    <a:pt x="4333098" y="1832084"/>
                  </a:lnTo>
                  <a:lnTo>
                    <a:pt x="4333243" y="1832084"/>
                  </a:lnTo>
                  <a:lnTo>
                    <a:pt x="4333388" y="1832084"/>
                  </a:lnTo>
                  <a:lnTo>
                    <a:pt x="4333534" y="1832084"/>
                  </a:lnTo>
                  <a:lnTo>
                    <a:pt x="4333679" y="1832084"/>
                  </a:lnTo>
                  <a:lnTo>
                    <a:pt x="4333825" y="1832084"/>
                  </a:lnTo>
                  <a:lnTo>
                    <a:pt x="4333825" y="1831461"/>
                  </a:lnTo>
                  <a:lnTo>
                    <a:pt x="4333970" y="1831461"/>
                  </a:lnTo>
                  <a:lnTo>
                    <a:pt x="4333970" y="1830837"/>
                  </a:lnTo>
                  <a:lnTo>
                    <a:pt x="4334116" y="1830837"/>
                  </a:lnTo>
                  <a:lnTo>
                    <a:pt x="4334261" y="1830837"/>
                  </a:lnTo>
                  <a:lnTo>
                    <a:pt x="4334406" y="1830837"/>
                  </a:lnTo>
                  <a:lnTo>
                    <a:pt x="4334552" y="1830837"/>
                  </a:lnTo>
                  <a:lnTo>
                    <a:pt x="4334552" y="1830214"/>
                  </a:lnTo>
                  <a:lnTo>
                    <a:pt x="4334697" y="1830214"/>
                  </a:lnTo>
                  <a:lnTo>
                    <a:pt x="4334843" y="1830214"/>
                  </a:lnTo>
                  <a:lnTo>
                    <a:pt x="4334988" y="1830214"/>
                  </a:lnTo>
                  <a:lnTo>
                    <a:pt x="4334988" y="1829590"/>
                  </a:lnTo>
                  <a:lnTo>
                    <a:pt x="4335133" y="1829590"/>
                  </a:lnTo>
                  <a:lnTo>
                    <a:pt x="4335133" y="1828966"/>
                  </a:lnTo>
                  <a:lnTo>
                    <a:pt x="4335279" y="1828966"/>
                  </a:lnTo>
                  <a:lnTo>
                    <a:pt x="4335424" y="1828966"/>
                  </a:lnTo>
                  <a:lnTo>
                    <a:pt x="4335570" y="1828966"/>
                  </a:lnTo>
                  <a:lnTo>
                    <a:pt x="4335715" y="1828966"/>
                  </a:lnTo>
                  <a:lnTo>
                    <a:pt x="4335715" y="1828343"/>
                  </a:lnTo>
                  <a:lnTo>
                    <a:pt x="4335861" y="1828343"/>
                  </a:lnTo>
                  <a:lnTo>
                    <a:pt x="4336006" y="1828343"/>
                  </a:lnTo>
                  <a:lnTo>
                    <a:pt x="4336151" y="1828343"/>
                  </a:lnTo>
                  <a:lnTo>
                    <a:pt x="4336297" y="1828343"/>
                  </a:lnTo>
                  <a:lnTo>
                    <a:pt x="4336442" y="1828343"/>
                  </a:lnTo>
                  <a:lnTo>
                    <a:pt x="4336442" y="1827719"/>
                  </a:lnTo>
                  <a:lnTo>
                    <a:pt x="4336588" y="1827719"/>
                  </a:lnTo>
                  <a:lnTo>
                    <a:pt x="4336733" y="1827719"/>
                  </a:lnTo>
                  <a:lnTo>
                    <a:pt x="4336879" y="1827719"/>
                  </a:lnTo>
                  <a:lnTo>
                    <a:pt x="4337024" y="1827719"/>
                  </a:lnTo>
                  <a:lnTo>
                    <a:pt x="4337169" y="1827719"/>
                  </a:lnTo>
                  <a:lnTo>
                    <a:pt x="4337315" y="1827719"/>
                  </a:lnTo>
                  <a:lnTo>
                    <a:pt x="4337460" y="1827719"/>
                  </a:lnTo>
                  <a:lnTo>
                    <a:pt x="4337606" y="1827719"/>
                  </a:lnTo>
                  <a:lnTo>
                    <a:pt x="4337751" y="1827719"/>
                  </a:lnTo>
                  <a:lnTo>
                    <a:pt x="4337897" y="1827719"/>
                  </a:lnTo>
                  <a:lnTo>
                    <a:pt x="4337897" y="1827096"/>
                  </a:lnTo>
                  <a:lnTo>
                    <a:pt x="4337897" y="1826472"/>
                  </a:lnTo>
                  <a:lnTo>
                    <a:pt x="4338042" y="1826472"/>
                  </a:lnTo>
                  <a:lnTo>
                    <a:pt x="4338187" y="1826472"/>
                  </a:lnTo>
                  <a:lnTo>
                    <a:pt x="4338333" y="1826472"/>
                  </a:lnTo>
                  <a:lnTo>
                    <a:pt x="4338478" y="1826472"/>
                  </a:lnTo>
                  <a:lnTo>
                    <a:pt x="4338624" y="1826472"/>
                  </a:lnTo>
                  <a:lnTo>
                    <a:pt x="4338769" y="1826472"/>
                  </a:lnTo>
                  <a:lnTo>
                    <a:pt x="4338915" y="1826472"/>
                  </a:lnTo>
                  <a:lnTo>
                    <a:pt x="4339060" y="1826472"/>
                  </a:lnTo>
                  <a:lnTo>
                    <a:pt x="4339205" y="1826472"/>
                  </a:lnTo>
                  <a:lnTo>
                    <a:pt x="4339351" y="1826472"/>
                  </a:lnTo>
                  <a:lnTo>
                    <a:pt x="4339496" y="1826472"/>
                  </a:lnTo>
                  <a:lnTo>
                    <a:pt x="4339642" y="1826472"/>
                  </a:lnTo>
                  <a:lnTo>
                    <a:pt x="4339787" y="1826472"/>
                  </a:lnTo>
                  <a:lnTo>
                    <a:pt x="4339933" y="1826472"/>
                  </a:lnTo>
                  <a:lnTo>
                    <a:pt x="4340078" y="1826472"/>
                  </a:lnTo>
                  <a:lnTo>
                    <a:pt x="4340223" y="1826472"/>
                  </a:lnTo>
                  <a:lnTo>
                    <a:pt x="4340369" y="1826472"/>
                  </a:lnTo>
                  <a:lnTo>
                    <a:pt x="4340514" y="1826472"/>
                  </a:lnTo>
                  <a:lnTo>
                    <a:pt x="4340660" y="1826472"/>
                  </a:lnTo>
                  <a:lnTo>
                    <a:pt x="4340805" y="1826472"/>
                  </a:lnTo>
                  <a:lnTo>
                    <a:pt x="4340951" y="1826472"/>
                  </a:lnTo>
                  <a:lnTo>
                    <a:pt x="4341096" y="1826472"/>
                  </a:lnTo>
                  <a:lnTo>
                    <a:pt x="4341241" y="1826472"/>
                  </a:lnTo>
                  <a:lnTo>
                    <a:pt x="4341387" y="1826472"/>
                  </a:lnTo>
                  <a:lnTo>
                    <a:pt x="4341532" y="1826472"/>
                  </a:lnTo>
                  <a:lnTo>
                    <a:pt x="4341678" y="1826472"/>
                  </a:lnTo>
                  <a:lnTo>
                    <a:pt x="4341823" y="1826472"/>
                  </a:lnTo>
                  <a:lnTo>
                    <a:pt x="4341968" y="1826472"/>
                  </a:lnTo>
                  <a:lnTo>
                    <a:pt x="4341968" y="1825849"/>
                  </a:lnTo>
                  <a:lnTo>
                    <a:pt x="4341968" y="1825225"/>
                  </a:lnTo>
                  <a:lnTo>
                    <a:pt x="4341968" y="1824601"/>
                  </a:lnTo>
                  <a:lnTo>
                    <a:pt x="4342114" y="1824601"/>
                  </a:lnTo>
                  <a:lnTo>
                    <a:pt x="4342259" y="1824601"/>
                  </a:lnTo>
                  <a:lnTo>
                    <a:pt x="4342259" y="1823978"/>
                  </a:lnTo>
                  <a:lnTo>
                    <a:pt x="4342405" y="1823978"/>
                  </a:lnTo>
                  <a:lnTo>
                    <a:pt x="4342550" y="1823978"/>
                  </a:lnTo>
                  <a:lnTo>
                    <a:pt x="4342696" y="1823978"/>
                  </a:lnTo>
                  <a:lnTo>
                    <a:pt x="4342841" y="1823978"/>
                  </a:lnTo>
                  <a:lnTo>
                    <a:pt x="4342986" y="1823978"/>
                  </a:lnTo>
                  <a:lnTo>
                    <a:pt x="4343132" y="1823978"/>
                  </a:lnTo>
                  <a:lnTo>
                    <a:pt x="4343277" y="1823978"/>
                  </a:lnTo>
                  <a:lnTo>
                    <a:pt x="4343423" y="1823978"/>
                  </a:lnTo>
                  <a:lnTo>
                    <a:pt x="4343568" y="1823978"/>
                  </a:lnTo>
                  <a:lnTo>
                    <a:pt x="4343714" y="1823978"/>
                  </a:lnTo>
                  <a:lnTo>
                    <a:pt x="4343859" y="1823978"/>
                  </a:lnTo>
                  <a:lnTo>
                    <a:pt x="4343859" y="1823354"/>
                  </a:lnTo>
                  <a:lnTo>
                    <a:pt x="4344004" y="1823354"/>
                  </a:lnTo>
                  <a:lnTo>
                    <a:pt x="4344150" y="1823354"/>
                  </a:lnTo>
                  <a:lnTo>
                    <a:pt x="4344295" y="1823354"/>
                  </a:lnTo>
                  <a:lnTo>
                    <a:pt x="4344295" y="1822731"/>
                  </a:lnTo>
                  <a:lnTo>
                    <a:pt x="4344441" y="1822731"/>
                  </a:lnTo>
                  <a:lnTo>
                    <a:pt x="4344586" y="1822731"/>
                  </a:lnTo>
                  <a:lnTo>
                    <a:pt x="4344732" y="1822731"/>
                  </a:lnTo>
                  <a:lnTo>
                    <a:pt x="4344877" y="1822731"/>
                  </a:lnTo>
                  <a:lnTo>
                    <a:pt x="4344877" y="1822107"/>
                  </a:lnTo>
                  <a:lnTo>
                    <a:pt x="4344877" y="1821483"/>
                  </a:lnTo>
                  <a:lnTo>
                    <a:pt x="4345022" y="1821483"/>
                  </a:lnTo>
                  <a:lnTo>
                    <a:pt x="4345168" y="1821483"/>
                  </a:lnTo>
                  <a:lnTo>
                    <a:pt x="4345313" y="1821483"/>
                  </a:lnTo>
                  <a:lnTo>
                    <a:pt x="4345459" y="1821483"/>
                  </a:lnTo>
                  <a:lnTo>
                    <a:pt x="4345604" y="1821483"/>
                  </a:lnTo>
                  <a:lnTo>
                    <a:pt x="4345750" y="1821483"/>
                  </a:lnTo>
                  <a:lnTo>
                    <a:pt x="4345895" y="1821483"/>
                  </a:lnTo>
                  <a:lnTo>
                    <a:pt x="4346040" y="1821483"/>
                  </a:lnTo>
                  <a:lnTo>
                    <a:pt x="4346186" y="1821483"/>
                  </a:lnTo>
                  <a:lnTo>
                    <a:pt x="4346186" y="1820860"/>
                  </a:lnTo>
                  <a:lnTo>
                    <a:pt x="4346331" y="1820860"/>
                  </a:lnTo>
                  <a:lnTo>
                    <a:pt x="4346477" y="1820860"/>
                  </a:lnTo>
                  <a:lnTo>
                    <a:pt x="4346622" y="1820860"/>
                  </a:lnTo>
                  <a:lnTo>
                    <a:pt x="4346768" y="1820860"/>
                  </a:lnTo>
                  <a:lnTo>
                    <a:pt x="4346913" y="1820860"/>
                  </a:lnTo>
                  <a:lnTo>
                    <a:pt x="4346913" y="1820236"/>
                  </a:lnTo>
                  <a:lnTo>
                    <a:pt x="4347058" y="1820236"/>
                  </a:lnTo>
                  <a:lnTo>
                    <a:pt x="4347204" y="1820236"/>
                  </a:lnTo>
                  <a:lnTo>
                    <a:pt x="4347349" y="1820236"/>
                  </a:lnTo>
                  <a:lnTo>
                    <a:pt x="4347495" y="1820236"/>
                  </a:lnTo>
                  <a:lnTo>
                    <a:pt x="4347640" y="1820236"/>
                  </a:lnTo>
                  <a:lnTo>
                    <a:pt x="4347640" y="1819613"/>
                  </a:lnTo>
                  <a:lnTo>
                    <a:pt x="4347786" y="1819613"/>
                  </a:lnTo>
                  <a:lnTo>
                    <a:pt x="4347931" y="1819613"/>
                  </a:lnTo>
                  <a:lnTo>
                    <a:pt x="4348076" y="1819613"/>
                  </a:lnTo>
                  <a:lnTo>
                    <a:pt x="4348222" y="1819613"/>
                  </a:lnTo>
                  <a:lnTo>
                    <a:pt x="4348367" y="1819613"/>
                  </a:lnTo>
                  <a:lnTo>
                    <a:pt x="4348367" y="1818989"/>
                  </a:lnTo>
                  <a:lnTo>
                    <a:pt x="4348513" y="1818989"/>
                  </a:lnTo>
                  <a:lnTo>
                    <a:pt x="4348658" y="1818989"/>
                  </a:lnTo>
                  <a:lnTo>
                    <a:pt x="4348803" y="1818989"/>
                  </a:lnTo>
                  <a:lnTo>
                    <a:pt x="4348803" y="1818366"/>
                  </a:lnTo>
                  <a:lnTo>
                    <a:pt x="4348949" y="1818366"/>
                  </a:lnTo>
                  <a:lnTo>
                    <a:pt x="4348949" y="1817742"/>
                  </a:lnTo>
                  <a:lnTo>
                    <a:pt x="4349094" y="1817742"/>
                  </a:lnTo>
                  <a:lnTo>
                    <a:pt x="4349094" y="1817118"/>
                  </a:lnTo>
                  <a:lnTo>
                    <a:pt x="4349240" y="1817118"/>
                  </a:lnTo>
                  <a:lnTo>
                    <a:pt x="4349385" y="1817118"/>
                  </a:lnTo>
                  <a:lnTo>
                    <a:pt x="4349531" y="1817118"/>
                  </a:lnTo>
                  <a:lnTo>
                    <a:pt x="4349676" y="1817118"/>
                  </a:lnTo>
                  <a:lnTo>
                    <a:pt x="4349821" y="1817118"/>
                  </a:lnTo>
                  <a:lnTo>
                    <a:pt x="4349967" y="1817118"/>
                  </a:lnTo>
                  <a:lnTo>
                    <a:pt x="4350112" y="1817118"/>
                  </a:lnTo>
                  <a:lnTo>
                    <a:pt x="4350258" y="1817118"/>
                  </a:lnTo>
                  <a:lnTo>
                    <a:pt x="4350403" y="1817118"/>
                  </a:lnTo>
                  <a:lnTo>
                    <a:pt x="4350549" y="1817118"/>
                  </a:lnTo>
                  <a:lnTo>
                    <a:pt x="4350549" y="1816495"/>
                  </a:lnTo>
                  <a:lnTo>
                    <a:pt x="4350549" y="1815871"/>
                  </a:lnTo>
                  <a:lnTo>
                    <a:pt x="4350694" y="1815871"/>
                  </a:lnTo>
                  <a:lnTo>
                    <a:pt x="4350839" y="1815871"/>
                  </a:lnTo>
                  <a:lnTo>
                    <a:pt x="4350985" y="1815871"/>
                  </a:lnTo>
                  <a:lnTo>
                    <a:pt x="4350985" y="1815248"/>
                  </a:lnTo>
                  <a:lnTo>
                    <a:pt x="4351130" y="1815248"/>
                  </a:lnTo>
                  <a:lnTo>
                    <a:pt x="4351276" y="1815248"/>
                  </a:lnTo>
                  <a:lnTo>
                    <a:pt x="4351276" y="1814624"/>
                  </a:lnTo>
                  <a:lnTo>
                    <a:pt x="4351421" y="1814624"/>
                  </a:lnTo>
                  <a:lnTo>
                    <a:pt x="4351567" y="1814624"/>
                  </a:lnTo>
                  <a:lnTo>
                    <a:pt x="4351712" y="1814624"/>
                  </a:lnTo>
                  <a:lnTo>
                    <a:pt x="4351857" y="1814624"/>
                  </a:lnTo>
                  <a:lnTo>
                    <a:pt x="4352003" y="1814624"/>
                  </a:lnTo>
                  <a:lnTo>
                    <a:pt x="4352148" y="1814624"/>
                  </a:lnTo>
                  <a:lnTo>
                    <a:pt x="4352294" y="1814624"/>
                  </a:lnTo>
                  <a:lnTo>
                    <a:pt x="4352439" y="1814624"/>
                  </a:lnTo>
                  <a:lnTo>
                    <a:pt x="4352585" y="1814624"/>
                  </a:lnTo>
                  <a:lnTo>
                    <a:pt x="4352730" y="1814624"/>
                  </a:lnTo>
                  <a:lnTo>
                    <a:pt x="4352875" y="1814624"/>
                  </a:lnTo>
                  <a:lnTo>
                    <a:pt x="4353021" y="1814624"/>
                  </a:lnTo>
                  <a:lnTo>
                    <a:pt x="4353166" y="1814624"/>
                  </a:lnTo>
                  <a:lnTo>
                    <a:pt x="4353166" y="1814000"/>
                  </a:lnTo>
                  <a:lnTo>
                    <a:pt x="4353312" y="1814000"/>
                  </a:lnTo>
                  <a:lnTo>
                    <a:pt x="4353312" y="1813377"/>
                  </a:lnTo>
                  <a:lnTo>
                    <a:pt x="4353457" y="1813377"/>
                  </a:lnTo>
                  <a:lnTo>
                    <a:pt x="4353603" y="1813377"/>
                  </a:lnTo>
                  <a:lnTo>
                    <a:pt x="4353748" y="1813377"/>
                  </a:lnTo>
                  <a:lnTo>
                    <a:pt x="4353893" y="1813377"/>
                  </a:lnTo>
                  <a:lnTo>
                    <a:pt x="4354039" y="1813377"/>
                  </a:lnTo>
                  <a:lnTo>
                    <a:pt x="4354184" y="1813377"/>
                  </a:lnTo>
                  <a:lnTo>
                    <a:pt x="4354184" y="1812753"/>
                  </a:lnTo>
                  <a:lnTo>
                    <a:pt x="4354330" y="1812753"/>
                  </a:lnTo>
                  <a:lnTo>
                    <a:pt x="4354475" y="1812753"/>
                  </a:lnTo>
                  <a:lnTo>
                    <a:pt x="4354621" y="1812753"/>
                  </a:lnTo>
                  <a:lnTo>
                    <a:pt x="4354766" y="1812753"/>
                  </a:lnTo>
                  <a:lnTo>
                    <a:pt x="4354911" y="1812753"/>
                  </a:lnTo>
                  <a:lnTo>
                    <a:pt x="4355057" y="1812753"/>
                  </a:lnTo>
                  <a:lnTo>
                    <a:pt x="4355202" y="1812753"/>
                  </a:lnTo>
                  <a:lnTo>
                    <a:pt x="4355348" y="1812753"/>
                  </a:lnTo>
                  <a:lnTo>
                    <a:pt x="4355493" y="1812753"/>
                  </a:lnTo>
                  <a:lnTo>
                    <a:pt x="4355493" y="1812130"/>
                  </a:lnTo>
                  <a:lnTo>
                    <a:pt x="4355638" y="1812130"/>
                  </a:lnTo>
                  <a:lnTo>
                    <a:pt x="4355784" y="1812130"/>
                  </a:lnTo>
                  <a:lnTo>
                    <a:pt x="4355929" y="1812130"/>
                  </a:lnTo>
                  <a:lnTo>
                    <a:pt x="4356075" y="1812130"/>
                  </a:lnTo>
                  <a:lnTo>
                    <a:pt x="4356220" y="1812130"/>
                  </a:lnTo>
                  <a:lnTo>
                    <a:pt x="4356366" y="1812130"/>
                  </a:lnTo>
                  <a:lnTo>
                    <a:pt x="4356366" y="1811506"/>
                  </a:lnTo>
                  <a:lnTo>
                    <a:pt x="4356366" y="1810883"/>
                  </a:lnTo>
                  <a:lnTo>
                    <a:pt x="4356511" y="1810883"/>
                  </a:lnTo>
                  <a:lnTo>
                    <a:pt x="4356656" y="1810883"/>
                  </a:lnTo>
                  <a:lnTo>
                    <a:pt x="4356802" y="1810883"/>
                  </a:lnTo>
                  <a:lnTo>
                    <a:pt x="4356947" y="1810883"/>
                  </a:lnTo>
                  <a:lnTo>
                    <a:pt x="4357093" y="1810883"/>
                  </a:lnTo>
                  <a:lnTo>
                    <a:pt x="4357238" y="1810883"/>
                  </a:lnTo>
                  <a:lnTo>
                    <a:pt x="4357384" y="1810883"/>
                  </a:lnTo>
                  <a:lnTo>
                    <a:pt x="4357529" y="1810883"/>
                  </a:lnTo>
                  <a:lnTo>
                    <a:pt x="4357674" y="1810883"/>
                  </a:lnTo>
                  <a:lnTo>
                    <a:pt x="4357820" y="1810883"/>
                  </a:lnTo>
                  <a:lnTo>
                    <a:pt x="4357965" y="1810883"/>
                  </a:lnTo>
                  <a:lnTo>
                    <a:pt x="4358111" y="1810883"/>
                  </a:lnTo>
                  <a:lnTo>
                    <a:pt x="4358256" y="1810883"/>
                  </a:lnTo>
                  <a:lnTo>
                    <a:pt x="4358402" y="1810883"/>
                  </a:lnTo>
                  <a:lnTo>
                    <a:pt x="4358547" y="1810883"/>
                  </a:lnTo>
                  <a:lnTo>
                    <a:pt x="4358692" y="1810883"/>
                  </a:lnTo>
                  <a:lnTo>
                    <a:pt x="4358838" y="1810883"/>
                  </a:lnTo>
                  <a:lnTo>
                    <a:pt x="4358983" y="1810883"/>
                  </a:lnTo>
                  <a:lnTo>
                    <a:pt x="4359129" y="1810883"/>
                  </a:lnTo>
                  <a:lnTo>
                    <a:pt x="4359274" y="1810883"/>
                  </a:lnTo>
                  <a:lnTo>
                    <a:pt x="4359420" y="1810883"/>
                  </a:lnTo>
                  <a:lnTo>
                    <a:pt x="4359565" y="1810883"/>
                  </a:lnTo>
                  <a:lnTo>
                    <a:pt x="4359565" y="1810259"/>
                  </a:lnTo>
                  <a:lnTo>
                    <a:pt x="4359710" y="1810259"/>
                  </a:lnTo>
                  <a:lnTo>
                    <a:pt x="4359856" y="1810259"/>
                  </a:lnTo>
                  <a:lnTo>
                    <a:pt x="4360001" y="1810259"/>
                  </a:lnTo>
                  <a:lnTo>
                    <a:pt x="4360147" y="1810259"/>
                  </a:lnTo>
                  <a:lnTo>
                    <a:pt x="4360292" y="1810259"/>
                  </a:lnTo>
                  <a:lnTo>
                    <a:pt x="4360438" y="1810259"/>
                  </a:lnTo>
                  <a:lnTo>
                    <a:pt x="4360438" y="1809635"/>
                  </a:lnTo>
                  <a:lnTo>
                    <a:pt x="4360583" y="1809635"/>
                  </a:lnTo>
                  <a:lnTo>
                    <a:pt x="4360728" y="1809635"/>
                  </a:lnTo>
                  <a:lnTo>
                    <a:pt x="4360728" y="1809012"/>
                  </a:lnTo>
                  <a:lnTo>
                    <a:pt x="4360874" y="1809012"/>
                  </a:lnTo>
                  <a:lnTo>
                    <a:pt x="4361019" y="1809012"/>
                  </a:lnTo>
                  <a:lnTo>
                    <a:pt x="4361165" y="1809012"/>
                  </a:lnTo>
                  <a:lnTo>
                    <a:pt x="4361310" y="1809012"/>
                  </a:lnTo>
                  <a:lnTo>
                    <a:pt x="4361456" y="1809012"/>
                  </a:lnTo>
                  <a:lnTo>
                    <a:pt x="4361601" y="1809012"/>
                  </a:lnTo>
                  <a:lnTo>
                    <a:pt x="4361746" y="1809012"/>
                  </a:lnTo>
                  <a:lnTo>
                    <a:pt x="4361892" y="1809012"/>
                  </a:lnTo>
                  <a:lnTo>
                    <a:pt x="4362037" y="1809012"/>
                  </a:lnTo>
                  <a:lnTo>
                    <a:pt x="4362183" y="1809012"/>
                  </a:lnTo>
                  <a:lnTo>
                    <a:pt x="4362328" y="1809012"/>
                  </a:lnTo>
                  <a:lnTo>
                    <a:pt x="4362473" y="1809012"/>
                  </a:lnTo>
                  <a:lnTo>
                    <a:pt x="4362619" y="1809012"/>
                  </a:lnTo>
                  <a:lnTo>
                    <a:pt x="4362764" y="1809012"/>
                  </a:lnTo>
                  <a:lnTo>
                    <a:pt x="4362910" y="1809012"/>
                  </a:lnTo>
                  <a:lnTo>
                    <a:pt x="4362910" y="1808388"/>
                  </a:lnTo>
                  <a:lnTo>
                    <a:pt x="4363055" y="1808388"/>
                  </a:lnTo>
                  <a:lnTo>
                    <a:pt x="4363201" y="1808388"/>
                  </a:lnTo>
                  <a:lnTo>
                    <a:pt x="4363346" y="1808388"/>
                  </a:lnTo>
                  <a:lnTo>
                    <a:pt x="4363346" y="1807765"/>
                  </a:lnTo>
                  <a:lnTo>
                    <a:pt x="4363491" y="1807765"/>
                  </a:lnTo>
                  <a:lnTo>
                    <a:pt x="4363637" y="1807765"/>
                  </a:lnTo>
                  <a:lnTo>
                    <a:pt x="4363637" y="1807141"/>
                  </a:lnTo>
                  <a:lnTo>
                    <a:pt x="4363782" y="1807141"/>
                  </a:lnTo>
                  <a:lnTo>
                    <a:pt x="4363928" y="1807141"/>
                  </a:lnTo>
                  <a:lnTo>
                    <a:pt x="4364073" y="1807141"/>
                  </a:lnTo>
                  <a:lnTo>
                    <a:pt x="4364219" y="1807141"/>
                  </a:lnTo>
                  <a:lnTo>
                    <a:pt x="4364364" y="1807141"/>
                  </a:lnTo>
                  <a:lnTo>
                    <a:pt x="4364509" y="1807141"/>
                  </a:lnTo>
                  <a:lnTo>
                    <a:pt x="4364655" y="1807141"/>
                  </a:lnTo>
                  <a:lnTo>
                    <a:pt x="4364800" y="1807141"/>
                  </a:lnTo>
                  <a:lnTo>
                    <a:pt x="4364946" y="1807141"/>
                  </a:lnTo>
                  <a:lnTo>
                    <a:pt x="4365091" y="1807141"/>
                  </a:lnTo>
                  <a:lnTo>
                    <a:pt x="4365237" y="1807141"/>
                  </a:lnTo>
                  <a:lnTo>
                    <a:pt x="4365382" y="1807141"/>
                  </a:lnTo>
                  <a:lnTo>
                    <a:pt x="4365527" y="1807141"/>
                  </a:lnTo>
                  <a:lnTo>
                    <a:pt x="4365673" y="1807141"/>
                  </a:lnTo>
                  <a:lnTo>
                    <a:pt x="4365818" y="1807141"/>
                  </a:lnTo>
                  <a:lnTo>
                    <a:pt x="4365964" y="1807141"/>
                  </a:lnTo>
                  <a:lnTo>
                    <a:pt x="4366109" y="1807141"/>
                  </a:lnTo>
                  <a:lnTo>
                    <a:pt x="4366255" y="1807141"/>
                  </a:lnTo>
                  <a:lnTo>
                    <a:pt x="4366400" y="1807141"/>
                  </a:lnTo>
                  <a:lnTo>
                    <a:pt x="4366400" y="1806517"/>
                  </a:lnTo>
                  <a:lnTo>
                    <a:pt x="4366400" y="1805894"/>
                  </a:lnTo>
                  <a:lnTo>
                    <a:pt x="4366545" y="1805894"/>
                  </a:lnTo>
                  <a:lnTo>
                    <a:pt x="4366691" y="1805894"/>
                  </a:lnTo>
                  <a:lnTo>
                    <a:pt x="4366836" y="1805894"/>
                  </a:lnTo>
                  <a:lnTo>
                    <a:pt x="4366836" y="1805270"/>
                  </a:lnTo>
                  <a:lnTo>
                    <a:pt x="4366982" y="1805270"/>
                  </a:lnTo>
                  <a:lnTo>
                    <a:pt x="4367127" y="1805270"/>
                  </a:lnTo>
                  <a:lnTo>
                    <a:pt x="4367273" y="1805270"/>
                  </a:lnTo>
                  <a:lnTo>
                    <a:pt x="4367418" y="1805270"/>
                  </a:lnTo>
                  <a:lnTo>
                    <a:pt x="4367563" y="1805270"/>
                  </a:lnTo>
                  <a:lnTo>
                    <a:pt x="4367709" y="1805270"/>
                  </a:lnTo>
                  <a:lnTo>
                    <a:pt x="4367854" y="1805270"/>
                  </a:lnTo>
                  <a:lnTo>
                    <a:pt x="4368000" y="1805270"/>
                  </a:lnTo>
                  <a:lnTo>
                    <a:pt x="4368145" y="1805270"/>
                  </a:lnTo>
                  <a:lnTo>
                    <a:pt x="4368291" y="1805270"/>
                  </a:lnTo>
                  <a:lnTo>
                    <a:pt x="4368436" y="1805270"/>
                  </a:lnTo>
                  <a:lnTo>
                    <a:pt x="4368436" y="1804647"/>
                  </a:lnTo>
                  <a:lnTo>
                    <a:pt x="4368581" y="1804647"/>
                  </a:lnTo>
                  <a:lnTo>
                    <a:pt x="4368727" y="1804647"/>
                  </a:lnTo>
                  <a:lnTo>
                    <a:pt x="4368872" y="1804647"/>
                  </a:lnTo>
                  <a:lnTo>
                    <a:pt x="4369018" y="1804647"/>
                  </a:lnTo>
                  <a:lnTo>
                    <a:pt x="4369163" y="1804647"/>
                  </a:lnTo>
                  <a:lnTo>
                    <a:pt x="4369308" y="1804647"/>
                  </a:lnTo>
                  <a:lnTo>
                    <a:pt x="4369454" y="1804647"/>
                  </a:lnTo>
                  <a:lnTo>
                    <a:pt x="4369599" y="1804647"/>
                  </a:lnTo>
                  <a:lnTo>
                    <a:pt x="4369745" y="1804647"/>
                  </a:lnTo>
                  <a:lnTo>
                    <a:pt x="4369890" y="1804647"/>
                  </a:lnTo>
                  <a:lnTo>
                    <a:pt x="4370036" y="1804647"/>
                  </a:lnTo>
                  <a:lnTo>
                    <a:pt x="4370181" y="1804647"/>
                  </a:lnTo>
                  <a:lnTo>
                    <a:pt x="4370326" y="1804647"/>
                  </a:lnTo>
                  <a:lnTo>
                    <a:pt x="4370472" y="1804647"/>
                  </a:lnTo>
                  <a:lnTo>
                    <a:pt x="4370472" y="1804023"/>
                  </a:lnTo>
                  <a:lnTo>
                    <a:pt x="4370617" y="1804023"/>
                  </a:lnTo>
                  <a:lnTo>
                    <a:pt x="4370763" y="1804023"/>
                  </a:lnTo>
                  <a:lnTo>
                    <a:pt x="4370763" y="1803400"/>
                  </a:lnTo>
                  <a:lnTo>
                    <a:pt x="4370908" y="1803400"/>
                  </a:lnTo>
                  <a:lnTo>
                    <a:pt x="4371054" y="1803400"/>
                  </a:lnTo>
                  <a:lnTo>
                    <a:pt x="4371199" y="1803400"/>
                  </a:lnTo>
                  <a:lnTo>
                    <a:pt x="4371344" y="1803400"/>
                  </a:lnTo>
                  <a:lnTo>
                    <a:pt x="4371344" y="1802776"/>
                  </a:lnTo>
                  <a:lnTo>
                    <a:pt x="4371344" y="1802152"/>
                  </a:lnTo>
                  <a:lnTo>
                    <a:pt x="4371490" y="1802152"/>
                  </a:lnTo>
                  <a:lnTo>
                    <a:pt x="4371635" y="1802152"/>
                  </a:lnTo>
                  <a:lnTo>
                    <a:pt x="4371781" y="1802152"/>
                  </a:lnTo>
                  <a:lnTo>
                    <a:pt x="4371926" y="1802152"/>
                  </a:lnTo>
                  <a:lnTo>
                    <a:pt x="4372072" y="1802152"/>
                  </a:lnTo>
                  <a:lnTo>
                    <a:pt x="4372217" y="1802152"/>
                  </a:lnTo>
                  <a:lnTo>
                    <a:pt x="4372362" y="1802152"/>
                  </a:lnTo>
                  <a:lnTo>
                    <a:pt x="4372508" y="1802152"/>
                  </a:lnTo>
                  <a:lnTo>
                    <a:pt x="4372653" y="1802152"/>
                  </a:lnTo>
                  <a:lnTo>
                    <a:pt x="4372799" y="1802152"/>
                  </a:lnTo>
                  <a:lnTo>
                    <a:pt x="4372944" y="1802152"/>
                  </a:lnTo>
                  <a:lnTo>
                    <a:pt x="4373090" y="1802152"/>
                  </a:lnTo>
                  <a:lnTo>
                    <a:pt x="4373235" y="1802152"/>
                  </a:lnTo>
                  <a:lnTo>
                    <a:pt x="4373380" y="1802152"/>
                  </a:lnTo>
                  <a:lnTo>
                    <a:pt x="4373380" y="1801529"/>
                  </a:lnTo>
                  <a:lnTo>
                    <a:pt x="4373526" y="1801529"/>
                  </a:lnTo>
                  <a:lnTo>
                    <a:pt x="4373671" y="1801529"/>
                  </a:lnTo>
                  <a:lnTo>
                    <a:pt x="4373817" y="1801529"/>
                  </a:lnTo>
                  <a:lnTo>
                    <a:pt x="4373962" y="1801529"/>
                  </a:lnTo>
                  <a:lnTo>
                    <a:pt x="4374108" y="1801529"/>
                  </a:lnTo>
                  <a:lnTo>
                    <a:pt x="4374253" y="1801529"/>
                  </a:lnTo>
                  <a:lnTo>
                    <a:pt x="4374398" y="1801529"/>
                  </a:lnTo>
                  <a:lnTo>
                    <a:pt x="4374544" y="1801529"/>
                  </a:lnTo>
                  <a:lnTo>
                    <a:pt x="4374689" y="1801529"/>
                  </a:lnTo>
                  <a:lnTo>
                    <a:pt x="4374689" y="1800905"/>
                  </a:lnTo>
                  <a:lnTo>
                    <a:pt x="4374835" y="1800905"/>
                  </a:lnTo>
                  <a:lnTo>
                    <a:pt x="4374980" y="1800905"/>
                  </a:lnTo>
                  <a:lnTo>
                    <a:pt x="4375125" y="1800905"/>
                  </a:lnTo>
                  <a:lnTo>
                    <a:pt x="4375271" y="1800905"/>
                  </a:lnTo>
                  <a:lnTo>
                    <a:pt x="4375416" y="1800905"/>
                  </a:lnTo>
                  <a:lnTo>
                    <a:pt x="4375562" y="1800905"/>
                  </a:lnTo>
                  <a:lnTo>
                    <a:pt x="4375562" y="1800282"/>
                  </a:lnTo>
                  <a:lnTo>
                    <a:pt x="4375707" y="1800282"/>
                  </a:lnTo>
                  <a:lnTo>
                    <a:pt x="4375707" y="1799658"/>
                  </a:lnTo>
                  <a:lnTo>
                    <a:pt x="4375853" y="1799658"/>
                  </a:lnTo>
                  <a:lnTo>
                    <a:pt x="4375998" y="1799658"/>
                  </a:lnTo>
                  <a:lnTo>
                    <a:pt x="4376143" y="1799658"/>
                  </a:lnTo>
                  <a:lnTo>
                    <a:pt x="4376289" y="1799658"/>
                  </a:lnTo>
                  <a:lnTo>
                    <a:pt x="4376434" y="1799658"/>
                  </a:lnTo>
                  <a:lnTo>
                    <a:pt x="4376580" y="1799658"/>
                  </a:lnTo>
                  <a:lnTo>
                    <a:pt x="4376725" y="1799658"/>
                  </a:lnTo>
                  <a:lnTo>
                    <a:pt x="4376871" y="1799658"/>
                  </a:lnTo>
                  <a:lnTo>
                    <a:pt x="4377016" y="1799658"/>
                  </a:lnTo>
                  <a:lnTo>
                    <a:pt x="4377161" y="1799658"/>
                  </a:lnTo>
                  <a:lnTo>
                    <a:pt x="4377307" y="1799658"/>
                  </a:lnTo>
                  <a:lnTo>
                    <a:pt x="4377452" y="1799658"/>
                  </a:lnTo>
                  <a:lnTo>
                    <a:pt x="4377598" y="1799658"/>
                  </a:lnTo>
                  <a:lnTo>
                    <a:pt x="4377743" y="1799658"/>
                  </a:lnTo>
                  <a:lnTo>
                    <a:pt x="4377743" y="1799034"/>
                  </a:lnTo>
                  <a:lnTo>
                    <a:pt x="4377889" y="1799034"/>
                  </a:lnTo>
                  <a:lnTo>
                    <a:pt x="4378034" y="1799034"/>
                  </a:lnTo>
                  <a:lnTo>
                    <a:pt x="4378179" y="1799034"/>
                  </a:lnTo>
                  <a:lnTo>
                    <a:pt x="4378325" y="1799034"/>
                  </a:lnTo>
                  <a:lnTo>
                    <a:pt x="4378470" y="1799034"/>
                  </a:lnTo>
                  <a:lnTo>
                    <a:pt x="4378616" y="1799034"/>
                  </a:lnTo>
                  <a:lnTo>
                    <a:pt x="4378761" y="1799034"/>
                  </a:lnTo>
                  <a:lnTo>
                    <a:pt x="4378907" y="1799034"/>
                  </a:lnTo>
                  <a:lnTo>
                    <a:pt x="4379052" y="1799034"/>
                  </a:lnTo>
                  <a:lnTo>
                    <a:pt x="4379197" y="1799034"/>
                  </a:lnTo>
                  <a:lnTo>
                    <a:pt x="4379343" y="1799034"/>
                  </a:lnTo>
                  <a:lnTo>
                    <a:pt x="4379488" y="1799034"/>
                  </a:lnTo>
                  <a:lnTo>
                    <a:pt x="4379634" y="1799034"/>
                  </a:lnTo>
                  <a:lnTo>
                    <a:pt x="4379779" y="1799034"/>
                  </a:lnTo>
                  <a:lnTo>
                    <a:pt x="4379925" y="1799034"/>
                  </a:lnTo>
                  <a:lnTo>
                    <a:pt x="4380070" y="1799034"/>
                  </a:lnTo>
                  <a:lnTo>
                    <a:pt x="4380215" y="1799034"/>
                  </a:lnTo>
                  <a:lnTo>
                    <a:pt x="4380361" y="1799034"/>
                  </a:lnTo>
                  <a:lnTo>
                    <a:pt x="4380506" y="1799034"/>
                  </a:lnTo>
                  <a:lnTo>
                    <a:pt x="4380652" y="1799034"/>
                  </a:lnTo>
                  <a:lnTo>
                    <a:pt x="4380797" y="1799034"/>
                  </a:lnTo>
                  <a:lnTo>
                    <a:pt x="4380943" y="1799034"/>
                  </a:lnTo>
                  <a:lnTo>
                    <a:pt x="4381088" y="1799034"/>
                  </a:lnTo>
                  <a:lnTo>
                    <a:pt x="4381233" y="1799034"/>
                  </a:lnTo>
                  <a:lnTo>
                    <a:pt x="4381379" y="1799034"/>
                  </a:lnTo>
                  <a:lnTo>
                    <a:pt x="4381524" y="1799034"/>
                  </a:lnTo>
                  <a:lnTo>
                    <a:pt x="4381670" y="1799034"/>
                  </a:lnTo>
                  <a:lnTo>
                    <a:pt x="4381815" y="1799034"/>
                  </a:lnTo>
                  <a:lnTo>
                    <a:pt x="4381960" y="1799034"/>
                  </a:lnTo>
                  <a:lnTo>
                    <a:pt x="4382106" y="1799034"/>
                  </a:lnTo>
                  <a:lnTo>
                    <a:pt x="4382251" y="1799034"/>
                  </a:lnTo>
                  <a:lnTo>
                    <a:pt x="4382397" y="1799034"/>
                  </a:lnTo>
                  <a:lnTo>
                    <a:pt x="4382542" y="1799034"/>
                  </a:lnTo>
                  <a:lnTo>
                    <a:pt x="4382688" y="1799034"/>
                  </a:lnTo>
                  <a:lnTo>
                    <a:pt x="4382688" y="1798411"/>
                  </a:lnTo>
                  <a:lnTo>
                    <a:pt x="4382833" y="1798411"/>
                  </a:lnTo>
                  <a:lnTo>
                    <a:pt x="4382978" y="1798411"/>
                  </a:lnTo>
                  <a:lnTo>
                    <a:pt x="4383124" y="1798411"/>
                  </a:lnTo>
                  <a:lnTo>
                    <a:pt x="4383269" y="1798411"/>
                  </a:lnTo>
                  <a:lnTo>
                    <a:pt x="4383415" y="1798411"/>
                  </a:lnTo>
                  <a:lnTo>
                    <a:pt x="4383415" y="1797787"/>
                  </a:lnTo>
                  <a:lnTo>
                    <a:pt x="4383560" y="1797787"/>
                  </a:lnTo>
                  <a:lnTo>
                    <a:pt x="4383706" y="1797787"/>
                  </a:lnTo>
                  <a:lnTo>
                    <a:pt x="4383851" y="1797787"/>
                  </a:lnTo>
                  <a:lnTo>
                    <a:pt x="4383996" y="1797787"/>
                  </a:lnTo>
                  <a:lnTo>
                    <a:pt x="4384142" y="1797787"/>
                  </a:lnTo>
                  <a:lnTo>
                    <a:pt x="4384287" y="1797787"/>
                  </a:lnTo>
                  <a:lnTo>
                    <a:pt x="4384433" y="1797787"/>
                  </a:lnTo>
                  <a:lnTo>
                    <a:pt x="4384578" y="1797787"/>
                  </a:lnTo>
                  <a:lnTo>
                    <a:pt x="4384578" y="1797164"/>
                  </a:lnTo>
                  <a:lnTo>
                    <a:pt x="4384578" y="1796540"/>
                  </a:lnTo>
                  <a:lnTo>
                    <a:pt x="4384724" y="1796540"/>
                  </a:lnTo>
                  <a:lnTo>
                    <a:pt x="4384869" y="1796540"/>
                  </a:lnTo>
                  <a:lnTo>
                    <a:pt x="4385014" y="1796540"/>
                  </a:lnTo>
                  <a:lnTo>
                    <a:pt x="4385160" y="1796540"/>
                  </a:lnTo>
                  <a:lnTo>
                    <a:pt x="4385160" y="1795917"/>
                  </a:lnTo>
                  <a:lnTo>
                    <a:pt x="4385305" y="1795917"/>
                  </a:lnTo>
                  <a:lnTo>
                    <a:pt x="4385451" y="1795917"/>
                  </a:lnTo>
                  <a:lnTo>
                    <a:pt x="4385451" y="1795293"/>
                  </a:lnTo>
                  <a:lnTo>
                    <a:pt x="4385451" y="1794669"/>
                  </a:lnTo>
                  <a:lnTo>
                    <a:pt x="4385596" y="1794669"/>
                  </a:lnTo>
                  <a:lnTo>
                    <a:pt x="4385742" y="1794669"/>
                  </a:lnTo>
                  <a:lnTo>
                    <a:pt x="4385887" y="1794669"/>
                  </a:lnTo>
                  <a:lnTo>
                    <a:pt x="4386032" y="1794669"/>
                  </a:lnTo>
                  <a:lnTo>
                    <a:pt x="4386032" y="1794046"/>
                  </a:lnTo>
                  <a:lnTo>
                    <a:pt x="4386178" y="1794046"/>
                  </a:lnTo>
                  <a:lnTo>
                    <a:pt x="4386323" y="1794046"/>
                  </a:lnTo>
                  <a:lnTo>
                    <a:pt x="4386323" y="1793422"/>
                  </a:lnTo>
                  <a:lnTo>
                    <a:pt x="4386469" y="1793422"/>
                  </a:lnTo>
                  <a:lnTo>
                    <a:pt x="4386614" y="1793422"/>
                  </a:lnTo>
                  <a:lnTo>
                    <a:pt x="4386760" y="1793422"/>
                  </a:lnTo>
                  <a:lnTo>
                    <a:pt x="4386905" y="1793422"/>
                  </a:lnTo>
                  <a:lnTo>
                    <a:pt x="4387050" y="1793422"/>
                  </a:lnTo>
                  <a:lnTo>
                    <a:pt x="4387196" y="1793422"/>
                  </a:lnTo>
                  <a:lnTo>
                    <a:pt x="4387196" y="1792799"/>
                  </a:lnTo>
                  <a:lnTo>
                    <a:pt x="4387341" y="1792799"/>
                  </a:lnTo>
                  <a:lnTo>
                    <a:pt x="4387487" y="1792799"/>
                  </a:lnTo>
                  <a:lnTo>
                    <a:pt x="4387632" y="1792799"/>
                  </a:lnTo>
                  <a:lnTo>
                    <a:pt x="4387778" y="1792799"/>
                  </a:lnTo>
                  <a:lnTo>
                    <a:pt x="4387923" y="1792799"/>
                  </a:lnTo>
                  <a:lnTo>
                    <a:pt x="4388068" y="1792799"/>
                  </a:lnTo>
                  <a:lnTo>
                    <a:pt x="4388214" y="1792799"/>
                  </a:lnTo>
                  <a:lnTo>
                    <a:pt x="4388214" y="1792175"/>
                  </a:lnTo>
                  <a:lnTo>
                    <a:pt x="4388359" y="1792175"/>
                  </a:lnTo>
                  <a:lnTo>
                    <a:pt x="4388505" y="1792175"/>
                  </a:lnTo>
                  <a:lnTo>
                    <a:pt x="4388650" y="1792175"/>
                  </a:lnTo>
                  <a:lnTo>
                    <a:pt x="4388795" y="1792175"/>
                  </a:lnTo>
                  <a:lnTo>
                    <a:pt x="4388941" y="1792175"/>
                  </a:lnTo>
                  <a:lnTo>
                    <a:pt x="4389086" y="1792175"/>
                  </a:lnTo>
                  <a:lnTo>
                    <a:pt x="4389232" y="1792175"/>
                  </a:lnTo>
                  <a:lnTo>
                    <a:pt x="4389232" y="1791552"/>
                  </a:lnTo>
                  <a:lnTo>
                    <a:pt x="4389232" y="1790928"/>
                  </a:lnTo>
                  <a:lnTo>
                    <a:pt x="4389377" y="1790928"/>
                  </a:lnTo>
                  <a:lnTo>
                    <a:pt x="4389523" y="1790928"/>
                  </a:lnTo>
                  <a:lnTo>
                    <a:pt x="4389668" y="1790928"/>
                  </a:lnTo>
                  <a:lnTo>
                    <a:pt x="4389813" y="1790928"/>
                  </a:lnTo>
                  <a:lnTo>
                    <a:pt x="4389959" y="1790928"/>
                  </a:lnTo>
                  <a:lnTo>
                    <a:pt x="4389959" y="1790304"/>
                  </a:lnTo>
                  <a:lnTo>
                    <a:pt x="4390104" y="1790304"/>
                  </a:lnTo>
                  <a:lnTo>
                    <a:pt x="4390104" y="1789681"/>
                  </a:lnTo>
                  <a:lnTo>
                    <a:pt x="4390104" y="1789057"/>
                  </a:lnTo>
                  <a:lnTo>
                    <a:pt x="4390250" y="1789057"/>
                  </a:lnTo>
                  <a:lnTo>
                    <a:pt x="4390395" y="1789057"/>
                  </a:lnTo>
                  <a:lnTo>
                    <a:pt x="4390541" y="1789057"/>
                  </a:lnTo>
                  <a:lnTo>
                    <a:pt x="4390686" y="1789057"/>
                  </a:lnTo>
                  <a:lnTo>
                    <a:pt x="4390831" y="1789057"/>
                  </a:lnTo>
                  <a:lnTo>
                    <a:pt x="4390977" y="1789057"/>
                  </a:lnTo>
                  <a:lnTo>
                    <a:pt x="4391122" y="1789057"/>
                  </a:lnTo>
                  <a:lnTo>
                    <a:pt x="4391268" y="1789057"/>
                  </a:lnTo>
                  <a:lnTo>
                    <a:pt x="4391268" y="1788434"/>
                  </a:lnTo>
                  <a:lnTo>
                    <a:pt x="4391413" y="1788434"/>
                  </a:lnTo>
                  <a:lnTo>
                    <a:pt x="4391559" y="1788434"/>
                  </a:lnTo>
                  <a:lnTo>
                    <a:pt x="4391704" y="1788434"/>
                  </a:lnTo>
                  <a:lnTo>
                    <a:pt x="4391849" y="1788434"/>
                  </a:lnTo>
                  <a:lnTo>
                    <a:pt x="4391995" y="1788434"/>
                  </a:lnTo>
                  <a:lnTo>
                    <a:pt x="4392140" y="1788434"/>
                  </a:lnTo>
                  <a:lnTo>
                    <a:pt x="4392286" y="1788434"/>
                  </a:lnTo>
                  <a:lnTo>
                    <a:pt x="4392431" y="1788434"/>
                  </a:lnTo>
                  <a:lnTo>
                    <a:pt x="4392577" y="1788434"/>
                  </a:lnTo>
                  <a:lnTo>
                    <a:pt x="4392722" y="1788434"/>
                  </a:lnTo>
                  <a:lnTo>
                    <a:pt x="4392722" y="1787810"/>
                  </a:lnTo>
                  <a:lnTo>
                    <a:pt x="4392867" y="1787810"/>
                  </a:lnTo>
                  <a:lnTo>
                    <a:pt x="4393013" y="1787810"/>
                  </a:lnTo>
                  <a:lnTo>
                    <a:pt x="4393013" y="1787186"/>
                  </a:lnTo>
                  <a:lnTo>
                    <a:pt x="4393158" y="1787186"/>
                  </a:lnTo>
                  <a:lnTo>
                    <a:pt x="4393304" y="1787186"/>
                  </a:lnTo>
                  <a:lnTo>
                    <a:pt x="4393449" y="1787186"/>
                  </a:lnTo>
                  <a:lnTo>
                    <a:pt x="4393595" y="1787186"/>
                  </a:lnTo>
                  <a:lnTo>
                    <a:pt x="4393740" y="1787186"/>
                  </a:lnTo>
                  <a:lnTo>
                    <a:pt x="4393885" y="1787186"/>
                  </a:lnTo>
                  <a:lnTo>
                    <a:pt x="4394031" y="1787186"/>
                  </a:lnTo>
                  <a:lnTo>
                    <a:pt x="4394176" y="1787186"/>
                  </a:lnTo>
                  <a:lnTo>
                    <a:pt x="4394322" y="1787186"/>
                  </a:lnTo>
                  <a:lnTo>
                    <a:pt x="4394467" y="1787186"/>
                  </a:lnTo>
                  <a:lnTo>
                    <a:pt x="4394613" y="1787186"/>
                  </a:lnTo>
                  <a:lnTo>
                    <a:pt x="4394758" y="1787186"/>
                  </a:lnTo>
                  <a:lnTo>
                    <a:pt x="4394903" y="1787186"/>
                  </a:lnTo>
                  <a:lnTo>
                    <a:pt x="4395049" y="1787186"/>
                  </a:lnTo>
                  <a:lnTo>
                    <a:pt x="4395049" y="1786563"/>
                  </a:lnTo>
                  <a:lnTo>
                    <a:pt x="4395194" y="1786563"/>
                  </a:lnTo>
                  <a:lnTo>
                    <a:pt x="4395340" y="1786563"/>
                  </a:lnTo>
                  <a:lnTo>
                    <a:pt x="4395485" y="1786563"/>
                  </a:lnTo>
                  <a:lnTo>
                    <a:pt x="4395485" y="1785939"/>
                  </a:lnTo>
                  <a:lnTo>
                    <a:pt x="4395630" y="1785939"/>
                  </a:lnTo>
                  <a:lnTo>
                    <a:pt x="4395776" y="1785939"/>
                  </a:lnTo>
                  <a:lnTo>
                    <a:pt x="4395921" y="1785939"/>
                  </a:lnTo>
                  <a:lnTo>
                    <a:pt x="4396067" y="1785939"/>
                  </a:lnTo>
                  <a:lnTo>
                    <a:pt x="4396212" y="1785939"/>
                  </a:lnTo>
                  <a:lnTo>
                    <a:pt x="4396358" y="1785939"/>
                  </a:lnTo>
                  <a:lnTo>
                    <a:pt x="4396503" y="1785939"/>
                  </a:lnTo>
                  <a:lnTo>
                    <a:pt x="4396648" y="1785939"/>
                  </a:lnTo>
                  <a:lnTo>
                    <a:pt x="4396794" y="1785939"/>
                  </a:lnTo>
                  <a:lnTo>
                    <a:pt x="4396939" y="1785939"/>
                  </a:lnTo>
                  <a:lnTo>
                    <a:pt x="4397085" y="1785939"/>
                  </a:lnTo>
                  <a:lnTo>
                    <a:pt x="4397230" y="1785939"/>
                  </a:lnTo>
                  <a:lnTo>
                    <a:pt x="4397376" y="1785939"/>
                  </a:lnTo>
                  <a:lnTo>
                    <a:pt x="4397521" y="1785939"/>
                  </a:lnTo>
                  <a:lnTo>
                    <a:pt x="4397666" y="1785939"/>
                  </a:lnTo>
                  <a:lnTo>
                    <a:pt x="4397812" y="1785939"/>
                  </a:lnTo>
                  <a:lnTo>
                    <a:pt x="4397957" y="1785939"/>
                  </a:lnTo>
                  <a:lnTo>
                    <a:pt x="4398103" y="1785939"/>
                  </a:lnTo>
                  <a:lnTo>
                    <a:pt x="4398248" y="1785939"/>
                  </a:lnTo>
                  <a:lnTo>
                    <a:pt x="4398394" y="1785939"/>
                  </a:lnTo>
                  <a:lnTo>
                    <a:pt x="4398539" y="1785939"/>
                  </a:lnTo>
                  <a:lnTo>
                    <a:pt x="4398684" y="1785939"/>
                  </a:lnTo>
                  <a:lnTo>
                    <a:pt x="4398830" y="1785939"/>
                  </a:lnTo>
                  <a:lnTo>
                    <a:pt x="4398975" y="1785939"/>
                  </a:lnTo>
                  <a:lnTo>
                    <a:pt x="4399121" y="1785939"/>
                  </a:lnTo>
                  <a:lnTo>
                    <a:pt x="4399266" y="1785939"/>
                  </a:lnTo>
                  <a:lnTo>
                    <a:pt x="4399412" y="1785939"/>
                  </a:lnTo>
                  <a:lnTo>
                    <a:pt x="4399557" y="1785939"/>
                  </a:lnTo>
                  <a:lnTo>
                    <a:pt x="4399557" y="1785316"/>
                  </a:lnTo>
                  <a:lnTo>
                    <a:pt x="4399557" y="1784692"/>
                  </a:lnTo>
                  <a:lnTo>
                    <a:pt x="4399702" y="1784692"/>
                  </a:lnTo>
                  <a:lnTo>
                    <a:pt x="4399848" y="1784692"/>
                  </a:lnTo>
                  <a:lnTo>
                    <a:pt x="4399993" y="1784692"/>
                  </a:lnTo>
                  <a:lnTo>
                    <a:pt x="4400139" y="1784692"/>
                  </a:lnTo>
                  <a:lnTo>
                    <a:pt x="4400284" y="1784692"/>
                  </a:lnTo>
                  <a:lnTo>
                    <a:pt x="4400430" y="1784692"/>
                  </a:lnTo>
                  <a:lnTo>
                    <a:pt x="4400575" y="1784692"/>
                  </a:lnTo>
                  <a:lnTo>
                    <a:pt x="4400720" y="1784692"/>
                  </a:lnTo>
                  <a:lnTo>
                    <a:pt x="4400866" y="1784692"/>
                  </a:lnTo>
                  <a:lnTo>
                    <a:pt x="4401011" y="1784692"/>
                  </a:lnTo>
                  <a:lnTo>
                    <a:pt x="4401157" y="1784692"/>
                  </a:lnTo>
                  <a:lnTo>
                    <a:pt x="4401157" y="1784069"/>
                  </a:lnTo>
                  <a:lnTo>
                    <a:pt x="4401302" y="1784069"/>
                  </a:lnTo>
                  <a:lnTo>
                    <a:pt x="4401448" y="1784069"/>
                  </a:lnTo>
                  <a:lnTo>
                    <a:pt x="4401593" y="1784069"/>
                  </a:lnTo>
                  <a:lnTo>
                    <a:pt x="4401738" y="1784069"/>
                  </a:lnTo>
                  <a:lnTo>
                    <a:pt x="4401884" y="1784069"/>
                  </a:lnTo>
                  <a:lnTo>
                    <a:pt x="4402029" y="1784069"/>
                  </a:lnTo>
                  <a:lnTo>
                    <a:pt x="4402175" y="1784069"/>
                  </a:lnTo>
                  <a:lnTo>
                    <a:pt x="4402320" y="1784069"/>
                  </a:lnTo>
                  <a:lnTo>
                    <a:pt x="4402465" y="1784069"/>
                  </a:lnTo>
                  <a:lnTo>
                    <a:pt x="4402611" y="1784069"/>
                  </a:lnTo>
                  <a:lnTo>
                    <a:pt x="4402756" y="1784069"/>
                  </a:lnTo>
                  <a:lnTo>
                    <a:pt x="4402756" y="1783445"/>
                  </a:lnTo>
                  <a:lnTo>
                    <a:pt x="4402902" y="1783445"/>
                  </a:lnTo>
                  <a:lnTo>
                    <a:pt x="4403047" y="1783445"/>
                  </a:lnTo>
                  <a:lnTo>
                    <a:pt x="4403193" y="1783445"/>
                  </a:lnTo>
                  <a:lnTo>
                    <a:pt x="4403338" y="1783445"/>
                  </a:lnTo>
                  <a:lnTo>
                    <a:pt x="4403483" y="1783445"/>
                  </a:lnTo>
                  <a:lnTo>
                    <a:pt x="4403629" y="1783445"/>
                  </a:lnTo>
                  <a:lnTo>
                    <a:pt x="4403774" y="1783445"/>
                  </a:lnTo>
                  <a:lnTo>
                    <a:pt x="4403920" y="1783445"/>
                  </a:lnTo>
                  <a:lnTo>
                    <a:pt x="4404065" y="1783445"/>
                  </a:lnTo>
                  <a:lnTo>
                    <a:pt x="4404211" y="1783445"/>
                  </a:lnTo>
                  <a:lnTo>
                    <a:pt x="4404211" y="1782821"/>
                  </a:lnTo>
                  <a:lnTo>
                    <a:pt x="4404356" y="1782821"/>
                  </a:lnTo>
                  <a:lnTo>
                    <a:pt x="4404501" y="1782821"/>
                  </a:lnTo>
                  <a:lnTo>
                    <a:pt x="4404647" y="1782821"/>
                  </a:lnTo>
                  <a:lnTo>
                    <a:pt x="4404792" y="1782821"/>
                  </a:lnTo>
                  <a:lnTo>
                    <a:pt x="4404792" y="1782198"/>
                  </a:lnTo>
                  <a:lnTo>
                    <a:pt x="4404938" y="1782198"/>
                  </a:lnTo>
                  <a:lnTo>
                    <a:pt x="4405083" y="1782198"/>
                  </a:lnTo>
                  <a:lnTo>
                    <a:pt x="4405229" y="1782198"/>
                  </a:lnTo>
                  <a:lnTo>
                    <a:pt x="4405374" y="1782198"/>
                  </a:lnTo>
                  <a:lnTo>
                    <a:pt x="4405519" y="1782198"/>
                  </a:lnTo>
                  <a:lnTo>
                    <a:pt x="4405665" y="1782198"/>
                  </a:lnTo>
                  <a:lnTo>
                    <a:pt x="4405810" y="1782198"/>
                  </a:lnTo>
                  <a:lnTo>
                    <a:pt x="4405956" y="1782198"/>
                  </a:lnTo>
                  <a:lnTo>
                    <a:pt x="4405956" y="1781574"/>
                  </a:lnTo>
                  <a:lnTo>
                    <a:pt x="4405956" y="1780951"/>
                  </a:lnTo>
                  <a:lnTo>
                    <a:pt x="4406101" y="1780951"/>
                  </a:lnTo>
                  <a:lnTo>
                    <a:pt x="4406247" y="1780951"/>
                  </a:lnTo>
                  <a:lnTo>
                    <a:pt x="4406392" y="1780951"/>
                  </a:lnTo>
                  <a:lnTo>
                    <a:pt x="4406537" y="1780951"/>
                  </a:lnTo>
                  <a:lnTo>
                    <a:pt x="4406683" y="1780951"/>
                  </a:lnTo>
                  <a:lnTo>
                    <a:pt x="4406828" y="1780951"/>
                  </a:lnTo>
                  <a:lnTo>
                    <a:pt x="4406828" y="1780327"/>
                  </a:lnTo>
                  <a:lnTo>
                    <a:pt x="4406974" y="1780327"/>
                  </a:lnTo>
                  <a:lnTo>
                    <a:pt x="4407119" y="1780327"/>
                  </a:lnTo>
                  <a:lnTo>
                    <a:pt x="4407265" y="1780327"/>
                  </a:lnTo>
                  <a:lnTo>
                    <a:pt x="4407410" y="1780327"/>
                  </a:lnTo>
                  <a:lnTo>
                    <a:pt x="4407555" y="1780327"/>
                  </a:lnTo>
                  <a:lnTo>
                    <a:pt x="4407701" y="1780327"/>
                  </a:lnTo>
                  <a:lnTo>
                    <a:pt x="4407846" y="1780327"/>
                  </a:lnTo>
                  <a:lnTo>
                    <a:pt x="4407992" y="1780327"/>
                  </a:lnTo>
                  <a:lnTo>
                    <a:pt x="4408137" y="1780327"/>
                  </a:lnTo>
                  <a:lnTo>
                    <a:pt x="4408283" y="1780327"/>
                  </a:lnTo>
                  <a:lnTo>
                    <a:pt x="4408428" y="1780327"/>
                  </a:lnTo>
                  <a:lnTo>
                    <a:pt x="4408573" y="1780327"/>
                  </a:lnTo>
                  <a:lnTo>
                    <a:pt x="4408719" y="1780327"/>
                  </a:lnTo>
                  <a:lnTo>
                    <a:pt x="4408864" y="1780327"/>
                  </a:lnTo>
                  <a:lnTo>
                    <a:pt x="4409010" y="1780327"/>
                  </a:lnTo>
                  <a:lnTo>
                    <a:pt x="4409155" y="1780327"/>
                  </a:lnTo>
                  <a:lnTo>
                    <a:pt x="4409300" y="1780327"/>
                  </a:lnTo>
                  <a:lnTo>
                    <a:pt x="4409446" y="1780327"/>
                  </a:lnTo>
                  <a:lnTo>
                    <a:pt x="4409591" y="1780327"/>
                  </a:lnTo>
                  <a:lnTo>
                    <a:pt x="4409591" y="1779703"/>
                  </a:lnTo>
                  <a:lnTo>
                    <a:pt x="4409737" y="1779703"/>
                  </a:lnTo>
                  <a:lnTo>
                    <a:pt x="4409882" y="1779703"/>
                  </a:lnTo>
                  <a:lnTo>
                    <a:pt x="4409882" y="1779080"/>
                  </a:lnTo>
                  <a:lnTo>
                    <a:pt x="4410028" y="1779080"/>
                  </a:lnTo>
                  <a:lnTo>
                    <a:pt x="4410173" y="1779080"/>
                  </a:lnTo>
                  <a:lnTo>
                    <a:pt x="4410318" y="1779080"/>
                  </a:lnTo>
                  <a:lnTo>
                    <a:pt x="4410464" y="1779080"/>
                  </a:lnTo>
                  <a:lnTo>
                    <a:pt x="4410609" y="1779080"/>
                  </a:lnTo>
                  <a:lnTo>
                    <a:pt x="4410755" y="1779080"/>
                  </a:lnTo>
                  <a:lnTo>
                    <a:pt x="4410900" y="1779080"/>
                  </a:lnTo>
                  <a:lnTo>
                    <a:pt x="4410900" y="1778456"/>
                  </a:lnTo>
                  <a:lnTo>
                    <a:pt x="4411046" y="1778456"/>
                  </a:lnTo>
                  <a:lnTo>
                    <a:pt x="4411046" y="1777833"/>
                  </a:lnTo>
                  <a:lnTo>
                    <a:pt x="4411191" y="1777833"/>
                  </a:lnTo>
                  <a:lnTo>
                    <a:pt x="4411336" y="1777833"/>
                  </a:lnTo>
                  <a:lnTo>
                    <a:pt x="4411482" y="1777833"/>
                  </a:lnTo>
                  <a:lnTo>
                    <a:pt x="4411627" y="1777833"/>
                  </a:lnTo>
                  <a:lnTo>
                    <a:pt x="4411773" y="1777833"/>
                  </a:lnTo>
                  <a:lnTo>
                    <a:pt x="4411918" y="1777833"/>
                  </a:lnTo>
                  <a:lnTo>
                    <a:pt x="4412064" y="1777833"/>
                  </a:lnTo>
                  <a:lnTo>
                    <a:pt x="4412064" y="1777209"/>
                  </a:lnTo>
                  <a:lnTo>
                    <a:pt x="4412209" y="1777209"/>
                  </a:lnTo>
                  <a:lnTo>
                    <a:pt x="4412354" y="1777209"/>
                  </a:lnTo>
                  <a:lnTo>
                    <a:pt x="4412500" y="1777209"/>
                  </a:lnTo>
                  <a:lnTo>
                    <a:pt x="4412500" y="1776586"/>
                  </a:lnTo>
                  <a:lnTo>
                    <a:pt x="4412500" y="1775962"/>
                  </a:lnTo>
                  <a:lnTo>
                    <a:pt x="4412645" y="1775962"/>
                  </a:lnTo>
                  <a:lnTo>
                    <a:pt x="4412791" y="1775962"/>
                  </a:lnTo>
                  <a:lnTo>
                    <a:pt x="4412936" y="1775962"/>
                  </a:lnTo>
                  <a:lnTo>
                    <a:pt x="4413082" y="1775962"/>
                  </a:lnTo>
                  <a:lnTo>
                    <a:pt x="4413227" y="1775962"/>
                  </a:lnTo>
                  <a:lnTo>
                    <a:pt x="4413227" y="1775338"/>
                  </a:lnTo>
                  <a:lnTo>
                    <a:pt x="4413372" y="1775338"/>
                  </a:lnTo>
                  <a:lnTo>
                    <a:pt x="4413518" y="1775338"/>
                  </a:lnTo>
                  <a:lnTo>
                    <a:pt x="4413663" y="1775338"/>
                  </a:lnTo>
                  <a:lnTo>
                    <a:pt x="4413809" y="1775338"/>
                  </a:lnTo>
                  <a:lnTo>
                    <a:pt x="4413954" y="1775338"/>
                  </a:lnTo>
                  <a:lnTo>
                    <a:pt x="4414100" y="1775338"/>
                  </a:lnTo>
                  <a:lnTo>
                    <a:pt x="4414245" y="1775338"/>
                  </a:lnTo>
                  <a:lnTo>
                    <a:pt x="4414245" y="1774715"/>
                  </a:lnTo>
                  <a:lnTo>
                    <a:pt x="4414390" y="1774715"/>
                  </a:lnTo>
                  <a:lnTo>
                    <a:pt x="4414536" y="1774715"/>
                  </a:lnTo>
                  <a:lnTo>
                    <a:pt x="4414681" y="1774715"/>
                  </a:lnTo>
                  <a:lnTo>
                    <a:pt x="4414827" y="1774715"/>
                  </a:lnTo>
                  <a:lnTo>
                    <a:pt x="4414972" y="1774715"/>
                  </a:lnTo>
                  <a:lnTo>
                    <a:pt x="4415118" y="1774715"/>
                  </a:lnTo>
                  <a:lnTo>
                    <a:pt x="4415263" y="1774715"/>
                  </a:lnTo>
                  <a:lnTo>
                    <a:pt x="4415408" y="1774715"/>
                  </a:lnTo>
                  <a:lnTo>
                    <a:pt x="4415554" y="1774715"/>
                  </a:lnTo>
                  <a:lnTo>
                    <a:pt x="4415699" y="1774715"/>
                  </a:lnTo>
                  <a:lnTo>
                    <a:pt x="4415845" y="1774715"/>
                  </a:lnTo>
                  <a:lnTo>
                    <a:pt x="4415990" y="1774715"/>
                  </a:lnTo>
                  <a:lnTo>
                    <a:pt x="4416135" y="1774715"/>
                  </a:lnTo>
                  <a:lnTo>
                    <a:pt x="4416281" y="1774715"/>
                  </a:lnTo>
                  <a:lnTo>
                    <a:pt x="4416281" y="1774091"/>
                  </a:lnTo>
                  <a:lnTo>
                    <a:pt x="4416281" y="1773468"/>
                  </a:lnTo>
                  <a:lnTo>
                    <a:pt x="4416281" y="1772844"/>
                  </a:lnTo>
                  <a:lnTo>
                    <a:pt x="4416426" y="1772844"/>
                  </a:lnTo>
                  <a:lnTo>
                    <a:pt x="4416572" y="1772844"/>
                  </a:lnTo>
                  <a:lnTo>
                    <a:pt x="4416717" y="1772844"/>
                  </a:lnTo>
                  <a:lnTo>
                    <a:pt x="4416863" y="1772844"/>
                  </a:lnTo>
                  <a:lnTo>
                    <a:pt x="4417008" y="1772844"/>
                  </a:lnTo>
                  <a:lnTo>
                    <a:pt x="4417153" y="1772844"/>
                  </a:lnTo>
                  <a:lnTo>
                    <a:pt x="4417299" y="1772844"/>
                  </a:lnTo>
                  <a:lnTo>
                    <a:pt x="4417444" y="1772844"/>
                  </a:lnTo>
                  <a:lnTo>
                    <a:pt x="4417590" y="1772844"/>
                  </a:lnTo>
                  <a:lnTo>
                    <a:pt x="4417735" y="1772844"/>
                  </a:lnTo>
                  <a:lnTo>
                    <a:pt x="4417881" y="1772844"/>
                  </a:lnTo>
                  <a:lnTo>
                    <a:pt x="4418026" y="1772844"/>
                  </a:lnTo>
                  <a:lnTo>
                    <a:pt x="4418171" y="1772844"/>
                  </a:lnTo>
                  <a:lnTo>
                    <a:pt x="4418317" y="1772844"/>
                  </a:lnTo>
                  <a:lnTo>
                    <a:pt x="4418462" y="1772844"/>
                  </a:lnTo>
                  <a:lnTo>
                    <a:pt x="4418608" y="1772844"/>
                  </a:lnTo>
                  <a:lnTo>
                    <a:pt x="4418753" y="1772844"/>
                  </a:lnTo>
                  <a:lnTo>
                    <a:pt x="4418753" y="1772220"/>
                  </a:lnTo>
                  <a:lnTo>
                    <a:pt x="4418899" y="1772220"/>
                  </a:lnTo>
                  <a:lnTo>
                    <a:pt x="4419044" y="1772220"/>
                  </a:lnTo>
                  <a:lnTo>
                    <a:pt x="4419189" y="1772220"/>
                  </a:lnTo>
                  <a:lnTo>
                    <a:pt x="4419335" y="1772220"/>
                  </a:lnTo>
                  <a:lnTo>
                    <a:pt x="4419480" y="1772220"/>
                  </a:lnTo>
                  <a:lnTo>
                    <a:pt x="4419626" y="1772220"/>
                  </a:lnTo>
                  <a:lnTo>
                    <a:pt x="4419771" y="1772220"/>
                  </a:lnTo>
                  <a:lnTo>
                    <a:pt x="4419917" y="1772220"/>
                  </a:lnTo>
                  <a:lnTo>
                    <a:pt x="4420062" y="1772220"/>
                  </a:lnTo>
                  <a:lnTo>
                    <a:pt x="4420207" y="1772220"/>
                  </a:lnTo>
                  <a:lnTo>
                    <a:pt x="4420207" y="1771597"/>
                  </a:lnTo>
                  <a:lnTo>
                    <a:pt x="4420353" y="1771597"/>
                  </a:lnTo>
                  <a:lnTo>
                    <a:pt x="4420498" y="1771597"/>
                  </a:lnTo>
                  <a:lnTo>
                    <a:pt x="4420644" y="1771597"/>
                  </a:lnTo>
                  <a:lnTo>
                    <a:pt x="4420789" y="1771597"/>
                  </a:lnTo>
                  <a:lnTo>
                    <a:pt x="4420789" y="1770973"/>
                  </a:lnTo>
                  <a:lnTo>
                    <a:pt x="4420935" y="1770973"/>
                  </a:lnTo>
                  <a:lnTo>
                    <a:pt x="4420935" y="1770350"/>
                  </a:lnTo>
                  <a:lnTo>
                    <a:pt x="4421080" y="1770350"/>
                  </a:lnTo>
                  <a:lnTo>
                    <a:pt x="4421225" y="1770350"/>
                  </a:lnTo>
                  <a:lnTo>
                    <a:pt x="4421371" y="1770350"/>
                  </a:lnTo>
                  <a:lnTo>
                    <a:pt x="4421371" y="1769726"/>
                  </a:lnTo>
                  <a:lnTo>
                    <a:pt x="4421371" y="1769103"/>
                  </a:lnTo>
                  <a:lnTo>
                    <a:pt x="4421516" y="1769103"/>
                  </a:lnTo>
                  <a:lnTo>
                    <a:pt x="4421662" y="1769103"/>
                  </a:lnTo>
                  <a:lnTo>
                    <a:pt x="4421807" y="1769103"/>
                  </a:lnTo>
                  <a:lnTo>
                    <a:pt x="4421953" y="1769103"/>
                  </a:lnTo>
                  <a:lnTo>
                    <a:pt x="4422098" y="1769103"/>
                  </a:lnTo>
                  <a:lnTo>
                    <a:pt x="4422243" y="1769103"/>
                  </a:lnTo>
                  <a:lnTo>
                    <a:pt x="4422389" y="1769103"/>
                  </a:lnTo>
                  <a:lnTo>
                    <a:pt x="4422534" y="1769103"/>
                  </a:lnTo>
                  <a:lnTo>
                    <a:pt x="4422680" y="1769103"/>
                  </a:lnTo>
                  <a:lnTo>
                    <a:pt x="4422825" y="1769103"/>
                  </a:lnTo>
                  <a:lnTo>
                    <a:pt x="4422970" y="1769103"/>
                  </a:lnTo>
                  <a:lnTo>
                    <a:pt x="4423116" y="1769103"/>
                  </a:lnTo>
                  <a:lnTo>
                    <a:pt x="4423116" y="1768479"/>
                  </a:lnTo>
                  <a:lnTo>
                    <a:pt x="4423261" y="1768479"/>
                  </a:lnTo>
                  <a:lnTo>
                    <a:pt x="4423407" y="1768479"/>
                  </a:lnTo>
                  <a:lnTo>
                    <a:pt x="4423552" y="1768479"/>
                  </a:lnTo>
                  <a:lnTo>
                    <a:pt x="4423698" y="1768479"/>
                  </a:lnTo>
                  <a:lnTo>
                    <a:pt x="4423843" y="1768479"/>
                  </a:lnTo>
                  <a:lnTo>
                    <a:pt x="4423988" y="1768479"/>
                  </a:lnTo>
                  <a:lnTo>
                    <a:pt x="4424134" y="1768479"/>
                  </a:lnTo>
                  <a:lnTo>
                    <a:pt x="4424134" y="1767855"/>
                  </a:lnTo>
                  <a:lnTo>
                    <a:pt x="4424279" y="1767855"/>
                  </a:lnTo>
                  <a:lnTo>
                    <a:pt x="4424279" y="1767232"/>
                  </a:lnTo>
                  <a:lnTo>
                    <a:pt x="4424425" y="1767232"/>
                  </a:lnTo>
                  <a:lnTo>
                    <a:pt x="4424570" y="1767232"/>
                  </a:lnTo>
                  <a:lnTo>
                    <a:pt x="4424570" y="1766608"/>
                  </a:lnTo>
                  <a:lnTo>
                    <a:pt x="4424716" y="1766608"/>
                  </a:lnTo>
                  <a:lnTo>
                    <a:pt x="4424861" y="1766608"/>
                  </a:lnTo>
                  <a:lnTo>
                    <a:pt x="4425006" y="1766608"/>
                  </a:lnTo>
                  <a:lnTo>
                    <a:pt x="4425152" y="1766608"/>
                  </a:lnTo>
                  <a:lnTo>
                    <a:pt x="4425297" y="1766608"/>
                  </a:lnTo>
                  <a:lnTo>
                    <a:pt x="4425443" y="1766608"/>
                  </a:lnTo>
                  <a:lnTo>
                    <a:pt x="4425588" y="1766608"/>
                  </a:lnTo>
                  <a:lnTo>
                    <a:pt x="4425734" y="1766608"/>
                  </a:lnTo>
                  <a:lnTo>
                    <a:pt x="4425879" y="1766608"/>
                  </a:lnTo>
                  <a:lnTo>
                    <a:pt x="4426024" y="1766608"/>
                  </a:lnTo>
                  <a:lnTo>
                    <a:pt x="4426024" y="1765985"/>
                  </a:lnTo>
                  <a:lnTo>
                    <a:pt x="4426170" y="1765985"/>
                  </a:lnTo>
                  <a:lnTo>
                    <a:pt x="4426315" y="1765985"/>
                  </a:lnTo>
                  <a:lnTo>
                    <a:pt x="4426461" y="1765985"/>
                  </a:lnTo>
                  <a:lnTo>
                    <a:pt x="4426606" y="1765985"/>
                  </a:lnTo>
                  <a:lnTo>
                    <a:pt x="4426752" y="1765985"/>
                  </a:lnTo>
                  <a:lnTo>
                    <a:pt x="4426897" y="1765985"/>
                  </a:lnTo>
                  <a:lnTo>
                    <a:pt x="4427042" y="1765985"/>
                  </a:lnTo>
                  <a:lnTo>
                    <a:pt x="4427188" y="1765985"/>
                  </a:lnTo>
                  <a:lnTo>
                    <a:pt x="4427333" y="1765985"/>
                  </a:lnTo>
                  <a:lnTo>
                    <a:pt x="4427479" y="1765985"/>
                  </a:lnTo>
                  <a:lnTo>
                    <a:pt x="4427624" y="1765985"/>
                  </a:lnTo>
                  <a:lnTo>
                    <a:pt x="4427770" y="1765985"/>
                  </a:lnTo>
                  <a:lnTo>
                    <a:pt x="4427915" y="1765985"/>
                  </a:lnTo>
                  <a:lnTo>
                    <a:pt x="4428060" y="1765985"/>
                  </a:lnTo>
                  <a:lnTo>
                    <a:pt x="4428206" y="1765985"/>
                  </a:lnTo>
                  <a:lnTo>
                    <a:pt x="4428351" y="1765985"/>
                  </a:lnTo>
                  <a:lnTo>
                    <a:pt x="4428351" y="1765361"/>
                  </a:lnTo>
                  <a:lnTo>
                    <a:pt x="4428497" y="1765361"/>
                  </a:lnTo>
                  <a:lnTo>
                    <a:pt x="4428642" y="1765361"/>
                  </a:lnTo>
                  <a:lnTo>
                    <a:pt x="4428788" y="1765361"/>
                  </a:lnTo>
                  <a:lnTo>
                    <a:pt x="4428933" y="1765361"/>
                  </a:lnTo>
                  <a:lnTo>
                    <a:pt x="4428933" y="1764737"/>
                  </a:lnTo>
                  <a:lnTo>
                    <a:pt x="4429078" y="1764737"/>
                  </a:lnTo>
                  <a:lnTo>
                    <a:pt x="4429224" y="1764737"/>
                  </a:lnTo>
                  <a:lnTo>
                    <a:pt x="4429369" y="1764737"/>
                  </a:lnTo>
                  <a:lnTo>
                    <a:pt x="4429515" y="1764737"/>
                  </a:lnTo>
                  <a:lnTo>
                    <a:pt x="4429660" y="1764737"/>
                  </a:lnTo>
                  <a:lnTo>
                    <a:pt x="4429805" y="1764737"/>
                  </a:lnTo>
                  <a:lnTo>
                    <a:pt x="4429951" y="1764737"/>
                  </a:lnTo>
                  <a:lnTo>
                    <a:pt x="4429951" y="1764114"/>
                  </a:lnTo>
                  <a:lnTo>
                    <a:pt x="4430096" y="1764114"/>
                  </a:lnTo>
                  <a:lnTo>
                    <a:pt x="4430242" y="1764114"/>
                  </a:lnTo>
                  <a:lnTo>
                    <a:pt x="4430387" y="1764114"/>
                  </a:lnTo>
                  <a:lnTo>
                    <a:pt x="4430533" y="1764114"/>
                  </a:lnTo>
                  <a:lnTo>
                    <a:pt x="4430678" y="1764114"/>
                  </a:lnTo>
                  <a:lnTo>
                    <a:pt x="4430823" y="1764114"/>
                  </a:lnTo>
                  <a:lnTo>
                    <a:pt x="4430969" y="1764114"/>
                  </a:lnTo>
                  <a:lnTo>
                    <a:pt x="4431114" y="1764114"/>
                  </a:lnTo>
                  <a:lnTo>
                    <a:pt x="4431114" y="1763490"/>
                  </a:lnTo>
                  <a:lnTo>
                    <a:pt x="4431114" y="1762867"/>
                  </a:lnTo>
                  <a:lnTo>
                    <a:pt x="4431260" y="1762867"/>
                  </a:lnTo>
                  <a:lnTo>
                    <a:pt x="4431405" y="1762867"/>
                  </a:lnTo>
                  <a:lnTo>
                    <a:pt x="4431551" y="1762867"/>
                  </a:lnTo>
                  <a:lnTo>
                    <a:pt x="4431696" y="1762867"/>
                  </a:lnTo>
                  <a:lnTo>
                    <a:pt x="4431841" y="1762867"/>
                  </a:lnTo>
                  <a:lnTo>
                    <a:pt x="4431987" y="1762867"/>
                  </a:lnTo>
                  <a:lnTo>
                    <a:pt x="4432132" y="1762867"/>
                  </a:lnTo>
                  <a:lnTo>
                    <a:pt x="4432278" y="1762867"/>
                  </a:lnTo>
                  <a:lnTo>
                    <a:pt x="4432423" y="1762867"/>
                  </a:lnTo>
                  <a:lnTo>
                    <a:pt x="4432423" y="1762243"/>
                  </a:lnTo>
                  <a:lnTo>
                    <a:pt x="4432569" y="1762243"/>
                  </a:lnTo>
                  <a:lnTo>
                    <a:pt x="4432569" y="1761620"/>
                  </a:lnTo>
                  <a:lnTo>
                    <a:pt x="4432714" y="1761620"/>
                  </a:lnTo>
                  <a:lnTo>
                    <a:pt x="4432859" y="1761620"/>
                  </a:lnTo>
                  <a:lnTo>
                    <a:pt x="4432859" y="1760996"/>
                  </a:lnTo>
                  <a:lnTo>
                    <a:pt x="4433005" y="1760996"/>
                  </a:lnTo>
                  <a:lnTo>
                    <a:pt x="4433150" y="1760996"/>
                  </a:lnTo>
                  <a:lnTo>
                    <a:pt x="4433296" y="1760996"/>
                  </a:lnTo>
                  <a:lnTo>
                    <a:pt x="4433441" y="1760996"/>
                  </a:lnTo>
                  <a:lnTo>
                    <a:pt x="4433587" y="1760996"/>
                  </a:lnTo>
                  <a:lnTo>
                    <a:pt x="4433732" y="1760996"/>
                  </a:lnTo>
                  <a:lnTo>
                    <a:pt x="4433877" y="1760996"/>
                  </a:lnTo>
                  <a:lnTo>
                    <a:pt x="4434023" y="1760996"/>
                  </a:lnTo>
                  <a:lnTo>
                    <a:pt x="4434168" y="1760996"/>
                  </a:lnTo>
                  <a:lnTo>
                    <a:pt x="4434314" y="1760996"/>
                  </a:lnTo>
                  <a:lnTo>
                    <a:pt x="4434459" y="1760996"/>
                  </a:lnTo>
                  <a:lnTo>
                    <a:pt x="4434605" y="1760996"/>
                  </a:lnTo>
                  <a:lnTo>
                    <a:pt x="4434750" y="1760996"/>
                  </a:lnTo>
                  <a:lnTo>
                    <a:pt x="4434895" y="1760996"/>
                  </a:lnTo>
                  <a:lnTo>
                    <a:pt x="4435041" y="1760996"/>
                  </a:lnTo>
                  <a:lnTo>
                    <a:pt x="4435186" y="1760996"/>
                  </a:lnTo>
                  <a:lnTo>
                    <a:pt x="4435332" y="1760996"/>
                  </a:lnTo>
                  <a:lnTo>
                    <a:pt x="4435477" y="1760996"/>
                  </a:lnTo>
                  <a:lnTo>
                    <a:pt x="4435623" y="1760996"/>
                  </a:lnTo>
                  <a:lnTo>
                    <a:pt x="4435768" y="1760996"/>
                  </a:lnTo>
                  <a:lnTo>
                    <a:pt x="4435913" y="1760996"/>
                  </a:lnTo>
                  <a:lnTo>
                    <a:pt x="4436059" y="1760996"/>
                  </a:lnTo>
                  <a:lnTo>
                    <a:pt x="4436204" y="1760996"/>
                  </a:lnTo>
                  <a:lnTo>
                    <a:pt x="4436350" y="1760996"/>
                  </a:lnTo>
                  <a:lnTo>
                    <a:pt x="4436495" y="1760996"/>
                  </a:lnTo>
                  <a:lnTo>
                    <a:pt x="4436495" y="1760372"/>
                  </a:lnTo>
                  <a:lnTo>
                    <a:pt x="4436640" y="1760372"/>
                  </a:lnTo>
                  <a:lnTo>
                    <a:pt x="4436786" y="1760372"/>
                  </a:lnTo>
                  <a:lnTo>
                    <a:pt x="4436931" y="1760372"/>
                  </a:lnTo>
                  <a:lnTo>
                    <a:pt x="4437077" y="1760372"/>
                  </a:lnTo>
                  <a:lnTo>
                    <a:pt x="4437222" y="1760372"/>
                  </a:lnTo>
                  <a:lnTo>
                    <a:pt x="4437368" y="1760372"/>
                  </a:lnTo>
                  <a:lnTo>
                    <a:pt x="4437513" y="1760372"/>
                  </a:lnTo>
                  <a:lnTo>
                    <a:pt x="4437658" y="1760372"/>
                  </a:lnTo>
                  <a:lnTo>
                    <a:pt x="4437804" y="1760372"/>
                  </a:lnTo>
                  <a:lnTo>
                    <a:pt x="4437949" y="1760372"/>
                  </a:lnTo>
                  <a:lnTo>
                    <a:pt x="4438095" y="1760372"/>
                  </a:lnTo>
                  <a:lnTo>
                    <a:pt x="4438095" y="1759749"/>
                  </a:lnTo>
                  <a:lnTo>
                    <a:pt x="4438240" y="1759749"/>
                  </a:lnTo>
                  <a:lnTo>
                    <a:pt x="4438386" y="1759749"/>
                  </a:lnTo>
                  <a:lnTo>
                    <a:pt x="4438531" y="1759749"/>
                  </a:lnTo>
                  <a:lnTo>
                    <a:pt x="4438676" y="1759749"/>
                  </a:lnTo>
                  <a:lnTo>
                    <a:pt x="4438822" y="1759749"/>
                  </a:lnTo>
                  <a:lnTo>
                    <a:pt x="4438967" y="1759749"/>
                  </a:lnTo>
                  <a:lnTo>
                    <a:pt x="4439113" y="1759749"/>
                  </a:lnTo>
                  <a:lnTo>
                    <a:pt x="4439258" y="1759749"/>
                  </a:lnTo>
                  <a:lnTo>
                    <a:pt x="4439404" y="1759749"/>
                  </a:lnTo>
                  <a:lnTo>
                    <a:pt x="4439549" y="1759749"/>
                  </a:lnTo>
                  <a:lnTo>
                    <a:pt x="4439694" y="1759749"/>
                  </a:lnTo>
                  <a:lnTo>
                    <a:pt x="4439694" y="1759125"/>
                  </a:lnTo>
                  <a:lnTo>
                    <a:pt x="4439840" y="1759125"/>
                  </a:lnTo>
                  <a:lnTo>
                    <a:pt x="4439985" y="1759125"/>
                  </a:lnTo>
                  <a:lnTo>
                    <a:pt x="4440131" y="1759125"/>
                  </a:lnTo>
                  <a:lnTo>
                    <a:pt x="4440276" y="1759125"/>
                  </a:lnTo>
                  <a:lnTo>
                    <a:pt x="4440422" y="1759125"/>
                  </a:lnTo>
                  <a:lnTo>
                    <a:pt x="4440567" y="1759125"/>
                  </a:lnTo>
                  <a:lnTo>
                    <a:pt x="4440712" y="1759125"/>
                  </a:lnTo>
                  <a:lnTo>
                    <a:pt x="4440712" y="1758502"/>
                  </a:lnTo>
                  <a:lnTo>
                    <a:pt x="4440858" y="1758502"/>
                  </a:lnTo>
                  <a:lnTo>
                    <a:pt x="4441003" y="1758502"/>
                  </a:lnTo>
                  <a:lnTo>
                    <a:pt x="4441149" y="1758502"/>
                  </a:lnTo>
                  <a:lnTo>
                    <a:pt x="4441294" y="1758502"/>
                  </a:lnTo>
                  <a:lnTo>
                    <a:pt x="4441440" y="1758502"/>
                  </a:lnTo>
                  <a:lnTo>
                    <a:pt x="4441585" y="1758502"/>
                  </a:lnTo>
                  <a:lnTo>
                    <a:pt x="4441585" y="1757878"/>
                  </a:lnTo>
                  <a:lnTo>
                    <a:pt x="4441730" y="1757878"/>
                  </a:lnTo>
                  <a:lnTo>
                    <a:pt x="4441876" y="1757878"/>
                  </a:lnTo>
                  <a:lnTo>
                    <a:pt x="4442021" y="1757878"/>
                  </a:lnTo>
                  <a:lnTo>
                    <a:pt x="4442167" y="1757878"/>
                  </a:lnTo>
                  <a:lnTo>
                    <a:pt x="4442312" y="1757878"/>
                  </a:lnTo>
                  <a:lnTo>
                    <a:pt x="4442458" y="1757878"/>
                  </a:lnTo>
                  <a:lnTo>
                    <a:pt x="4442603" y="1757878"/>
                  </a:lnTo>
                  <a:lnTo>
                    <a:pt x="4442748" y="1757878"/>
                  </a:lnTo>
                  <a:lnTo>
                    <a:pt x="4442894" y="1757878"/>
                  </a:lnTo>
                  <a:lnTo>
                    <a:pt x="4443039" y="1757878"/>
                  </a:lnTo>
                  <a:lnTo>
                    <a:pt x="4443185" y="1757878"/>
                  </a:lnTo>
                  <a:lnTo>
                    <a:pt x="4443330" y="1757878"/>
                  </a:lnTo>
                  <a:lnTo>
                    <a:pt x="4443475" y="1757878"/>
                  </a:lnTo>
                  <a:lnTo>
                    <a:pt x="4443621" y="1757878"/>
                  </a:lnTo>
                  <a:lnTo>
                    <a:pt x="4443766" y="1757878"/>
                  </a:lnTo>
                  <a:lnTo>
                    <a:pt x="4443912" y="1757878"/>
                  </a:lnTo>
                  <a:lnTo>
                    <a:pt x="4444057" y="1757878"/>
                  </a:lnTo>
                  <a:lnTo>
                    <a:pt x="4444203" y="1757878"/>
                  </a:lnTo>
                  <a:lnTo>
                    <a:pt x="4444348" y="1757878"/>
                  </a:lnTo>
                  <a:lnTo>
                    <a:pt x="4444493" y="1757878"/>
                  </a:lnTo>
                  <a:lnTo>
                    <a:pt x="4444639" y="1757878"/>
                  </a:lnTo>
                  <a:lnTo>
                    <a:pt x="4444784" y="1757878"/>
                  </a:lnTo>
                  <a:lnTo>
                    <a:pt x="4444930" y="1757878"/>
                  </a:lnTo>
                  <a:lnTo>
                    <a:pt x="4445075" y="1757878"/>
                  </a:lnTo>
                  <a:lnTo>
                    <a:pt x="4445221" y="1757878"/>
                  </a:lnTo>
                  <a:lnTo>
                    <a:pt x="4445221" y="1757254"/>
                  </a:lnTo>
                  <a:lnTo>
                    <a:pt x="4445366" y="1757254"/>
                  </a:lnTo>
                  <a:lnTo>
                    <a:pt x="4445511" y="1757254"/>
                  </a:lnTo>
                  <a:lnTo>
                    <a:pt x="4445657" y="1757254"/>
                  </a:lnTo>
                  <a:lnTo>
                    <a:pt x="4445802" y="1757254"/>
                  </a:lnTo>
                  <a:lnTo>
                    <a:pt x="4445948" y="1757254"/>
                  </a:lnTo>
                  <a:lnTo>
                    <a:pt x="4446093" y="1757254"/>
                  </a:lnTo>
                  <a:lnTo>
                    <a:pt x="4446239" y="1757254"/>
                  </a:lnTo>
                  <a:lnTo>
                    <a:pt x="4446384" y="1757254"/>
                  </a:lnTo>
                  <a:lnTo>
                    <a:pt x="4446384" y="1756631"/>
                  </a:lnTo>
                  <a:lnTo>
                    <a:pt x="4446529" y="1756631"/>
                  </a:lnTo>
                  <a:lnTo>
                    <a:pt x="4446675" y="1756631"/>
                  </a:lnTo>
                  <a:lnTo>
                    <a:pt x="4446820" y="1756631"/>
                  </a:lnTo>
                  <a:lnTo>
                    <a:pt x="4446966" y="1756631"/>
                  </a:lnTo>
                  <a:lnTo>
                    <a:pt x="4447111" y="1756631"/>
                  </a:lnTo>
                  <a:lnTo>
                    <a:pt x="4447257" y="1756631"/>
                  </a:lnTo>
                  <a:lnTo>
                    <a:pt x="4447257" y="1756007"/>
                  </a:lnTo>
                  <a:lnTo>
                    <a:pt x="4447402" y="1756007"/>
                  </a:lnTo>
                  <a:lnTo>
                    <a:pt x="4447547" y="1756007"/>
                  </a:lnTo>
                  <a:lnTo>
                    <a:pt x="4447693" y="1756007"/>
                  </a:lnTo>
                  <a:lnTo>
                    <a:pt x="4447838" y="1756007"/>
                  </a:lnTo>
                  <a:lnTo>
                    <a:pt x="4447984" y="1756007"/>
                  </a:lnTo>
                  <a:lnTo>
                    <a:pt x="4447984" y="1755384"/>
                  </a:lnTo>
                  <a:lnTo>
                    <a:pt x="4448129" y="1755384"/>
                  </a:lnTo>
                  <a:lnTo>
                    <a:pt x="4448275" y="1755384"/>
                  </a:lnTo>
                  <a:lnTo>
                    <a:pt x="4448420" y="1755384"/>
                  </a:lnTo>
                  <a:lnTo>
                    <a:pt x="4448565" y="1755384"/>
                  </a:lnTo>
                  <a:lnTo>
                    <a:pt x="4448711" y="1755384"/>
                  </a:lnTo>
                  <a:lnTo>
                    <a:pt x="4448856" y="1755384"/>
                  </a:lnTo>
                  <a:lnTo>
                    <a:pt x="4449002" y="1755384"/>
                  </a:lnTo>
                  <a:lnTo>
                    <a:pt x="4449147" y="1755384"/>
                  </a:lnTo>
                  <a:lnTo>
                    <a:pt x="4449293" y="1755384"/>
                  </a:lnTo>
                  <a:lnTo>
                    <a:pt x="4449438" y="1755384"/>
                  </a:lnTo>
                  <a:lnTo>
                    <a:pt x="4449438" y="1754760"/>
                  </a:lnTo>
                  <a:lnTo>
                    <a:pt x="4449583" y="1754760"/>
                  </a:lnTo>
                  <a:lnTo>
                    <a:pt x="4449729" y="1754760"/>
                  </a:lnTo>
                  <a:lnTo>
                    <a:pt x="4449729" y="1754137"/>
                  </a:lnTo>
                  <a:lnTo>
                    <a:pt x="4449874" y="1754137"/>
                  </a:lnTo>
                  <a:lnTo>
                    <a:pt x="4450020" y="1754137"/>
                  </a:lnTo>
                  <a:lnTo>
                    <a:pt x="4450165" y="1754137"/>
                  </a:lnTo>
                  <a:lnTo>
                    <a:pt x="4450165" y="1753513"/>
                  </a:lnTo>
                  <a:lnTo>
                    <a:pt x="4450165" y="1752889"/>
                  </a:lnTo>
                  <a:lnTo>
                    <a:pt x="4450310" y="1752889"/>
                  </a:lnTo>
                  <a:lnTo>
                    <a:pt x="4450456" y="1752889"/>
                  </a:lnTo>
                  <a:lnTo>
                    <a:pt x="4450601" y="1752889"/>
                  </a:lnTo>
                  <a:lnTo>
                    <a:pt x="4450747" y="1752889"/>
                  </a:lnTo>
                  <a:lnTo>
                    <a:pt x="4450747" y="1752266"/>
                  </a:lnTo>
                  <a:lnTo>
                    <a:pt x="4450892" y="1752266"/>
                  </a:lnTo>
                  <a:lnTo>
                    <a:pt x="4451038" y="1752266"/>
                  </a:lnTo>
                  <a:lnTo>
                    <a:pt x="4451038" y="1751642"/>
                  </a:lnTo>
                  <a:lnTo>
                    <a:pt x="4451183" y="1751642"/>
                  </a:lnTo>
                  <a:lnTo>
                    <a:pt x="4451328" y="1751642"/>
                  </a:lnTo>
                  <a:lnTo>
                    <a:pt x="4451474" y="1751642"/>
                  </a:lnTo>
                  <a:lnTo>
                    <a:pt x="4451619" y="1751642"/>
                  </a:lnTo>
                  <a:lnTo>
                    <a:pt x="4451765" y="1751642"/>
                  </a:lnTo>
                  <a:lnTo>
                    <a:pt x="4451765" y="1751019"/>
                  </a:lnTo>
                  <a:lnTo>
                    <a:pt x="4451910" y="1751019"/>
                  </a:lnTo>
                  <a:lnTo>
                    <a:pt x="4452056" y="1751019"/>
                  </a:lnTo>
                  <a:lnTo>
                    <a:pt x="4452201" y="1751019"/>
                  </a:lnTo>
                  <a:lnTo>
                    <a:pt x="4452346" y="1751019"/>
                  </a:lnTo>
                  <a:lnTo>
                    <a:pt x="4452492" y="1751019"/>
                  </a:lnTo>
                  <a:lnTo>
                    <a:pt x="4452492" y="1750395"/>
                  </a:lnTo>
                  <a:lnTo>
                    <a:pt x="4452637" y="1750395"/>
                  </a:lnTo>
                  <a:lnTo>
                    <a:pt x="4452783" y="1750395"/>
                  </a:lnTo>
                  <a:lnTo>
                    <a:pt x="4452928" y="1750395"/>
                  </a:lnTo>
                  <a:lnTo>
                    <a:pt x="4452928" y="1749771"/>
                  </a:lnTo>
                  <a:lnTo>
                    <a:pt x="4453074" y="1749771"/>
                  </a:lnTo>
                  <a:lnTo>
                    <a:pt x="4453219" y="1749771"/>
                  </a:lnTo>
                  <a:lnTo>
                    <a:pt x="4453364" y="1749771"/>
                  </a:lnTo>
                  <a:lnTo>
                    <a:pt x="4453510" y="1749771"/>
                  </a:lnTo>
                  <a:lnTo>
                    <a:pt x="4453655" y="1749771"/>
                  </a:lnTo>
                  <a:lnTo>
                    <a:pt x="4453801" y="1749771"/>
                  </a:lnTo>
                  <a:lnTo>
                    <a:pt x="4453946" y="1749771"/>
                  </a:lnTo>
                  <a:lnTo>
                    <a:pt x="4454092" y="1749771"/>
                  </a:lnTo>
                  <a:lnTo>
                    <a:pt x="4454237" y="1749771"/>
                  </a:lnTo>
                  <a:lnTo>
                    <a:pt x="4454237" y="1749148"/>
                  </a:lnTo>
                  <a:lnTo>
                    <a:pt x="4454382" y="1749148"/>
                  </a:lnTo>
                  <a:lnTo>
                    <a:pt x="4454382" y="1748524"/>
                  </a:lnTo>
                  <a:lnTo>
                    <a:pt x="4454528" y="1748524"/>
                  </a:lnTo>
                  <a:lnTo>
                    <a:pt x="4454673" y="1748524"/>
                  </a:lnTo>
                  <a:lnTo>
                    <a:pt x="4454819" y="1748524"/>
                  </a:lnTo>
                  <a:lnTo>
                    <a:pt x="4454964" y="1748524"/>
                  </a:lnTo>
                  <a:lnTo>
                    <a:pt x="4454964" y="1747901"/>
                  </a:lnTo>
                  <a:lnTo>
                    <a:pt x="4455110" y="1747901"/>
                  </a:lnTo>
                  <a:lnTo>
                    <a:pt x="4455255" y="1747901"/>
                  </a:lnTo>
                  <a:lnTo>
                    <a:pt x="4455255" y="1747277"/>
                  </a:lnTo>
                  <a:lnTo>
                    <a:pt x="4455400" y="1747277"/>
                  </a:lnTo>
                  <a:lnTo>
                    <a:pt x="4455546" y="1747277"/>
                  </a:lnTo>
                  <a:lnTo>
                    <a:pt x="4455546" y="1746654"/>
                  </a:lnTo>
                  <a:lnTo>
                    <a:pt x="4455691" y="1746654"/>
                  </a:lnTo>
                  <a:lnTo>
                    <a:pt x="4455691" y="1746030"/>
                  </a:lnTo>
                  <a:lnTo>
                    <a:pt x="4455837" y="1746030"/>
                  </a:lnTo>
                  <a:lnTo>
                    <a:pt x="4455982" y="1746030"/>
                  </a:lnTo>
                  <a:lnTo>
                    <a:pt x="4456127" y="1746030"/>
                  </a:lnTo>
                  <a:lnTo>
                    <a:pt x="4456273" y="1746030"/>
                  </a:lnTo>
                  <a:lnTo>
                    <a:pt x="4456418" y="1746030"/>
                  </a:lnTo>
                  <a:lnTo>
                    <a:pt x="4456564" y="1746030"/>
                  </a:lnTo>
                  <a:lnTo>
                    <a:pt x="4456709" y="1746030"/>
                  </a:lnTo>
                  <a:lnTo>
                    <a:pt x="4456855" y="1746030"/>
                  </a:lnTo>
                  <a:lnTo>
                    <a:pt x="4457000" y="1746030"/>
                  </a:lnTo>
                  <a:lnTo>
                    <a:pt x="4457145" y="1746030"/>
                  </a:lnTo>
                  <a:lnTo>
                    <a:pt x="4457145" y="1745406"/>
                  </a:lnTo>
                  <a:lnTo>
                    <a:pt x="4457145" y="1744783"/>
                  </a:lnTo>
                  <a:lnTo>
                    <a:pt x="4457291" y="1744783"/>
                  </a:lnTo>
                  <a:lnTo>
                    <a:pt x="4457436" y="1744783"/>
                  </a:lnTo>
                  <a:lnTo>
                    <a:pt x="4457582" y="1744783"/>
                  </a:lnTo>
                  <a:lnTo>
                    <a:pt x="4457582" y="1744159"/>
                  </a:lnTo>
                  <a:lnTo>
                    <a:pt x="4457727" y="1744159"/>
                  </a:lnTo>
                  <a:lnTo>
                    <a:pt x="4457873" y="1744159"/>
                  </a:lnTo>
                  <a:lnTo>
                    <a:pt x="4458018" y="1744159"/>
                  </a:lnTo>
                  <a:lnTo>
                    <a:pt x="4458163" y="1744159"/>
                  </a:lnTo>
                  <a:lnTo>
                    <a:pt x="4458163" y="1743536"/>
                  </a:lnTo>
                  <a:lnTo>
                    <a:pt x="4458309" y="1743536"/>
                  </a:lnTo>
                  <a:lnTo>
                    <a:pt x="4458454" y="1743536"/>
                  </a:lnTo>
                  <a:lnTo>
                    <a:pt x="4458600" y="1743536"/>
                  </a:lnTo>
                  <a:lnTo>
                    <a:pt x="4458745" y="1743536"/>
                  </a:lnTo>
                  <a:lnTo>
                    <a:pt x="4458891" y="1743536"/>
                  </a:lnTo>
                  <a:lnTo>
                    <a:pt x="4458891" y="1742912"/>
                  </a:lnTo>
                  <a:lnTo>
                    <a:pt x="4459036" y="1742912"/>
                  </a:lnTo>
                  <a:lnTo>
                    <a:pt x="4459036" y="1742288"/>
                  </a:lnTo>
                  <a:lnTo>
                    <a:pt x="4459036" y="1741665"/>
                  </a:lnTo>
                  <a:lnTo>
                    <a:pt x="4459181" y="1741665"/>
                  </a:lnTo>
                  <a:lnTo>
                    <a:pt x="4459327" y="1741665"/>
                  </a:lnTo>
                  <a:lnTo>
                    <a:pt x="4459472" y="1741665"/>
                  </a:lnTo>
                  <a:lnTo>
                    <a:pt x="4459618" y="1741665"/>
                  </a:lnTo>
                  <a:lnTo>
                    <a:pt x="4459763" y="1741665"/>
                  </a:lnTo>
                  <a:lnTo>
                    <a:pt x="4459909" y="1741665"/>
                  </a:lnTo>
                  <a:lnTo>
                    <a:pt x="4460054" y="1741665"/>
                  </a:lnTo>
                  <a:lnTo>
                    <a:pt x="4460054" y="1741041"/>
                  </a:lnTo>
                  <a:lnTo>
                    <a:pt x="4460199" y="1741041"/>
                  </a:lnTo>
                  <a:lnTo>
                    <a:pt x="4460345" y="1741041"/>
                  </a:lnTo>
                  <a:lnTo>
                    <a:pt x="4460490" y="1741041"/>
                  </a:lnTo>
                  <a:lnTo>
                    <a:pt x="4460636" y="1741041"/>
                  </a:lnTo>
                  <a:lnTo>
                    <a:pt x="4460636" y="1740418"/>
                  </a:lnTo>
                  <a:lnTo>
                    <a:pt x="4460781" y="1740418"/>
                  </a:lnTo>
                  <a:lnTo>
                    <a:pt x="4460927" y="1740418"/>
                  </a:lnTo>
                  <a:lnTo>
                    <a:pt x="4461072" y="1740418"/>
                  </a:lnTo>
                  <a:lnTo>
                    <a:pt x="4461217" y="1740418"/>
                  </a:lnTo>
                  <a:lnTo>
                    <a:pt x="4461363" y="1740418"/>
                  </a:lnTo>
                  <a:lnTo>
                    <a:pt x="4461508" y="1740418"/>
                  </a:lnTo>
                  <a:lnTo>
                    <a:pt x="4461654" y="1740418"/>
                  </a:lnTo>
                  <a:lnTo>
                    <a:pt x="4461799" y="1740418"/>
                  </a:lnTo>
                  <a:lnTo>
                    <a:pt x="4461945" y="1740418"/>
                  </a:lnTo>
                  <a:lnTo>
                    <a:pt x="4462090" y="1740418"/>
                  </a:lnTo>
                  <a:lnTo>
                    <a:pt x="4462235" y="1740418"/>
                  </a:lnTo>
                  <a:lnTo>
                    <a:pt x="4462381" y="1740418"/>
                  </a:lnTo>
                  <a:lnTo>
                    <a:pt x="4462526" y="1740418"/>
                  </a:lnTo>
                  <a:lnTo>
                    <a:pt x="4462672" y="1740418"/>
                  </a:lnTo>
                  <a:lnTo>
                    <a:pt x="4462817" y="1740418"/>
                  </a:lnTo>
                  <a:lnTo>
                    <a:pt x="4462962" y="1740418"/>
                  </a:lnTo>
                  <a:lnTo>
                    <a:pt x="4463108" y="1740418"/>
                  </a:lnTo>
                  <a:lnTo>
                    <a:pt x="4463253" y="1740418"/>
                  </a:lnTo>
                  <a:lnTo>
                    <a:pt x="4463253" y="1739794"/>
                  </a:lnTo>
                  <a:lnTo>
                    <a:pt x="4463253" y="1739171"/>
                  </a:lnTo>
                  <a:lnTo>
                    <a:pt x="4463399" y="1739171"/>
                  </a:lnTo>
                  <a:lnTo>
                    <a:pt x="4463399" y="1738547"/>
                  </a:lnTo>
                  <a:lnTo>
                    <a:pt x="4463544" y="1738547"/>
                  </a:lnTo>
                  <a:lnTo>
                    <a:pt x="4463690" y="1738547"/>
                  </a:lnTo>
                  <a:lnTo>
                    <a:pt x="4463835" y="1738547"/>
                  </a:lnTo>
                  <a:lnTo>
                    <a:pt x="4463835" y="1737923"/>
                  </a:lnTo>
                  <a:lnTo>
                    <a:pt x="4463980" y="1737923"/>
                  </a:lnTo>
                  <a:lnTo>
                    <a:pt x="4464126" y="1737923"/>
                  </a:lnTo>
                  <a:lnTo>
                    <a:pt x="4464271" y="1737923"/>
                  </a:lnTo>
                  <a:lnTo>
                    <a:pt x="4464417" y="1737923"/>
                  </a:lnTo>
                  <a:lnTo>
                    <a:pt x="4464562" y="1737923"/>
                  </a:lnTo>
                  <a:lnTo>
                    <a:pt x="4464562" y="1737300"/>
                  </a:lnTo>
                  <a:lnTo>
                    <a:pt x="4464708" y="1737300"/>
                  </a:lnTo>
                  <a:lnTo>
                    <a:pt x="4464853" y="1737300"/>
                  </a:lnTo>
                  <a:lnTo>
                    <a:pt x="4464998" y="1737300"/>
                  </a:lnTo>
                  <a:lnTo>
                    <a:pt x="4465144" y="1737300"/>
                  </a:lnTo>
                  <a:lnTo>
                    <a:pt x="4465289" y="1737300"/>
                  </a:lnTo>
                  <a:lnTo>
                    <a:pt x="4465435" y="1737300"/>
                  </a:lnTo>
                  <a:lnTo>
                    <a:pt x="4465580" y="1737300"/>
                  </a:lnTo>
                  <a:lnTo>
                    <a:pt x="4465726" y="1737300"/>
                  </a:lnTo>
                  <a:lnTo>
                    <a:pt x="4465871" y="1737300"/>
                  </a:lnTo>
                  <a:lnTo>
                    <a:pt x="4466016" y="1737300"/>
                  </a:lnTo>
                  <a:lnTo>
                    <a:pt x="4466162" y="1737300"/>
                  </a:lnTo>
                  <a:lnTo>
                    <a:pt x="4466307" y="1737300"/>
                  </a:lnTo>
                  <a:lnTo>
                    <a:pt x="4466453" y="1737300"/>
                  </a:lnTo>
                  <a:lnTo>
                    <a:pt x="4466598" y="1737300"/>
                  </a:lnTo>
                  <a:lnTo>
                    <a:pt x="4466744" y="1737300"/>
                  </a:lnTo>
                  <a:lnTo>
                    <a:pt x="4466889" y="1737300"/>
                  </a:lnTo>
                  <a:lnTo>
                    <a:pt x="4467034" y="1737300"/>
                  </a:lnTo>
                  <a:lnTo>
                    <a:pt x="4467180" y="1737300"/>
                  </a:lnTo>
                  <a:lnTo>
                    <a:pt x="4467325" y="1737300"/>
                  </a:lnTo>
                  <a:lnTo>
                    <a:pt x="4467471" y="1737300"/>
                  </a:lnTo>
                  <a:lnTo>
                    <a:pt x="4467616" y="1737300"/>
                  </a:lnTo>
                  <a:lnTo>
                    <a:pt x="4467762" y="1737300"/>
                  </a:lnTo>
                  <a:lnTo>
                    <a:pt x="4467907" y="1737300"/>
                  </a:lnTo>
                  <a:lnTo>
                    <a:pt x="4468052" y="1737300"/>
                  </a:lnTo>
                  <a:lnTo>
                    <a:pt x="4468198" y="1737300"/>
                  </a:lnTo>
                  <a:lnTo>
                    <a:pt x="4468343" y="1737300"/>
                  </a:lnTo>
                  <a:lnTo>
                    <a:pt x="4468489" y="1737300"/>
                  </a:lnTo>
                  <a:lnTo>
                    <a:pt x="4468634" y="1737300"/>
                  </a:lnTo>
                  <a:lnTo>
                    <a:pt x="4468780" y="1737300"/>
                  </a:lnTo>
                  <a:lnTo>
                    <a:pt x="4468925" y="1737300"/>
                  </a:lnTo>
                  <a:lnTo>
                    <a:pt x="4469070" y="1737300"/>
                  </a:lnTo>
                  <a:lnTo>
                    <a:pt x="4469216" y="1737300"/>
                  </a:lnTo>
                  <a:lnTo>
                    <a:pt x="4469361" y="1737300"/>
                  </a:lnTo>
                  <a:lnTo>
                    <a:pt x="4469507" y="1737300"/>
                  </a:lnTo>
                  <a:lnTo>
                    <a:pt x="4469652" y="1737300"/>
                  </a:lnTo>
                  <a:lnTo>
                    <a:pt x="4469797" y="1737300"/>
                  </a:lnTo>
                  <a:lnTo>
                    <a:pt x="4469943" y="1737300"/>
                  </a:lnTo>
                  <a:lnTo>
                    <a:pt x="4470088" y="1737300"/>
                  </a:lnTo>
                  <a:lnTo>
                    <a:pt x="4470234" y="1737300"/>
                  </a:lnTo>
                  <a:lnTo>
                    <a:pt x="4470234" y="1736676"/>
                  </a:lnTo>
                  <a:lnTo>
                    <a:pt x="4470379" y="1736676"/>
                  </a:lnTo>
                  <a:lnTo>
                    <a:pt x="4470525" y="1736676"/>
                  </a:lnTo>
                  <a:lnTo>
                    <a:pt x="4470670" y="1736676"/>
                  </a:lnTo>
                  <a:lnTo>
                    <a:pt x="4470815" y="1736676"/>
                  </a:lnTo>
                  <a:lnTo>
                    <a:pt x="4470961" y="1736676"/>
                  </a:lnTo>
                  <a:lnTo>
                    <a:pt x="4470961" y="1736053"/>
                  </a:lnTo>
                  <a:lnTo>
                    <a:pt x="4470961" y="1735429"/>
                  </a:lnTo>
                  <a:lnTo>
                    <a:pt x="4470961" y="1734806"/>
                  </a:lnTo>
                  <a:lnTo>
                    <a:pt x="4471106" y="1734806"/>
                  </a:lnTo>
                  <a:lnTo>
                    <a:pt x="4471252" y="1734806"/>
                  </a:lnTo>
                  <a:lnTo>
                    <a:pt x="4471397" y="1734806"/>
                  </a:lnTo>
                  <a:lnTo>
                    <a:pt x="4471543" y="1734806"/>
                  </a:lnTo>
                  <a:lnTo>
                    <a:pt x="4471688" y="1734806"/>
                  </a:lnTo>
                  <a:lnTo>
                    <a:pt x="4471833" y="1734806"/>
                  </a:lnTo>
                  <a:lnTo>
                    <a:pt x="4471979" y="1734806"/>
                  </a:lnTo>
                  <a:lnTo>
                    <a:pt x="4472124" y="1734806"/>
                  </a:lnTo>
                  <a:lnTo>
                    <a:pt x="4472270" y="1734806"/>
                  </a:lnTo>
                  <a:lnTo>
                    <a:pt x="4472415" y="1734806"/>
                  </a:lnTo>
                  <a:lnTo>
                    <a:pt x="4472561" y="1734806"/>
                  </a:lnTo>
                  <a:lnTo>
                    <a:pt x="4472561" y="1734182"/>
                  </a:lnTo>
                  <a:lnTo>
                    <a:pt x="4472706" y="1734182"/>
                  </a:lnTo>
                  <a:lnTo>
                    <a:pt x="4472851" y="1734182"/>
                  </a:lnTo>
                  <a:lnTo>
                    <a:pt x="4472997" y="1734182"/>
                  </a:lnTo>
                  <a:lnTo>
                    <a:pt x="4473142" y="1734182"/>
                  </a:lnTo>
                  <a:lnTo>
                    <a:pt x="4473288" y="1734182"/>
                  </a:lnTo>
                  <a:lnTo>
                    <a:pt x="4473433" y="1734182"/>
                  </a:lnTo>
                  <a:lnTo>
                    <a:pt x="4473433" y="1733558"/>
                  </a:lnTo>
                  <a:lnTo>
                    <a:pt x="4473579" y="1733558"/>
                  </a:lnTo>
                  <a:lnTo>
                    <a:pt x="4473579" y="1732935"/>
                  </a:lnTo>
                  <a:lnTo>
                    <a:pt x="4473724" y="1732935"/>
                  </a:lnTo>
                  <a:lnTo>
                    <a:pt x="4473869" y="1732935"/>
                  </a:lnTo>
                  <a:lnTo>
                    <a:pt x="4474015" y="1732935"/>
                  </a:lnTo>
                  <a:lnTo>
                    <a:pt x="4474160" y="1732935"/>
                  </a:lnTo>
                  <a:lnTo>
                    <a:pt x="4474306" y="1732935"/>
                  </a:lnTo>
                  <a:lnTo>
                    <a:pt x="4474451" y="1732935"/>
                  </a:lnTo>
                  <a:lnTo>
                    <a:pt x="4474451" y="1732311"/>
                  </a:lnTo>
                  <a:lnTo>
                    <a:pt x="4474451" y="1731688"/>
                  </a:lnTo>
                  <a:lnTo>
                    <a:pt x="4474597" y="1731688"/>
                  </a:lnTo>
                  <a:lnTo>
                    <a:pt x="4474742" y="1731688"/>
                  </a:lnTo>
                  <a:lnTo>
                    <a:pt x="4474742" y="1731064"/>
                  </a:lnTo>
                  <a:lnTo>
                    <a:pt x="4474887" y="1731064"/>
                  </a:lnTo>
                  <a:lnTo>
                    <a:pt x="4475033" y="1731064"/>
                  </a:lnTo>
                  <a:lnTo>
                    <a:pt x="4475178" y="1731064"/>
                  </a:lnTo>
                  <a:lnTo>
                    <a:pt x="4475178" y="1730440"/>
                  </a:lnTo>
                  <a:lnTo>
                    <a:pt x="4475324" y="1730440"/>
                  </a:lnTo>
                  <a:lnTo>
                    <a:pt x="4475469" y="1730440"/>
                  </a:lnTo>
                  <a:lnTo>
                    <a:pt x="4475615" y="1730440"/>
                  </a:lnTo>
                  <a:lnTo>
                    <a:pt x="4475760" y="1730440"/>
                  </a:lnTo>
                  <a:lnTo>
                    <a:pt x="4475905" y="1730440"/>
                  </a:lnTo>
                  <a:lnTo>
                    <a:pt x="4476051" y="1730440"/>
                  </a:lnTo>
                  <a:lnTo>
                    <a:pt x="4476196" y="1730440"/>
                  </a:lnTo>
                  <a:lnTo>
                    <a:pt x="4476342" y="1730440"/>
                  </a:lnTo>
                  <a:lnTo>
                    <a:pt x="4476487" y="1730440"/>
                  </a:lnTo>
                  <a:lnTo>
                    <a:pt x="4476632" y="1730440"/>
                  </a:lnTo>
                  <a:lnTo>
                    <a:pt x="4476778" y="1730440"/>
                  </a:lnTo>
                  <a:lnTo>
                    <a:pt x="4476923" y="1730440"/>
                  </a:lnTo>
                  <a:lnTo>
                    <a:pt x="4477069" y="1730440"/>
                  </a:lnTo>
                  <a:lnTo>
                    <a:pt x="4477214" y="1730440"/>
                  </a:lnTo>
                  <a:lnTo>
                    <a:pt x="4477360" y="1730440"/>
                  </a:lnTo>
                  <a:lnTo>
                    <a:pt x="4477360" y="1729817"/>
                  </a:lnTo>
                  <a:lnTo>
                    <a:pt x="4477505" y="1729817"/>
                  </a:lnTo>
                  <a:lnTo>
                    <a:pt x="4477650" y="1729817"/>
                  </a:lnTo>
                  <a:lnTo>
                    <a:pt x="4477796" y="1729817"/>
                  </a:lnTo>
                  <a:lnTo>
                    <a:pt x="4477941" y="1729817"/>
                  </a:lnTo>
                  <a:lnTo>
                    <a:pt x="4478087" y="1729817"/>
                  </a:lnTo>
                  <a:lnTo>
                    <a:pt x="4478232" y="1729817"/>
                  </a:lnTo>
                  <a:lnTo>
                    <a:pt x="4478378" y="1729817"/>
                  </a:lnTo>
                  <a:lnTo>
                    <a:pt x="4478523" y="1729817"/>
                  </a:lnTo>
                  <a:lnTo>
                    <a:pt x="4478668" y="1729817"/>
                  </a:lnTo>
                  <a:lnTo>
                    <a:pt x="4478668" y="1729193"/>
                  </a:lnTo>
                  <a:lnTo>
                    <a:pt x="4478814" y="1729193"/>
                  </a:lnTo>
                  <a:lnTo>
                    <a:pt x="4478814" y="1728570"/>
                  </a:lnTo>
                  <a:lnTo>
                    <a:pt x="4478959" y="1728570"/>
                  </a:lnTo>
                  <a:lnTo>
                    <a:pt x="4478959" y="1727946"/>
                  </a:lnTo>
                  <a:lnTo>
                    <a:pt x="4479105" y="1727946"/>
                  </a:lnTo>
                  <a:lnTo>
                    <a:pt x="4479250" y="1727946"/>
                  </a:lnTo>
                  <a:lnTo>
                    <a:pt x="4479396" y="1727946"/>
                  </a:lnTo>
                  <a:lnTo>
                    <a:pt x="4479541" y="1727946"/>
                  </a:lnTo>
                  <a:lnTo>
                    <a:pt x="4479686" y="1727946"/>
                  </a:lnTo>
                  <a:lnTo>
                    <a:pt x="4479686" y="1727323"/>
                  </a:lnTo>
                  <a:lnTo>
                    <a:pt x="4479832" y="1727323"/>
                  </a:lnTo>
                  <a:lnTo>
                    <a:pt x="4479977" y="1727323"/>
                  </a:lnTo>
                  <a:lnTo>
                    <a:pt x="4480123" y="1727323"/>
                  </a:lnTo>
                  <a:lnTo>
                    <a:pt x="4480268" y="1727323"/>
                  </a:lnTo>
                  <a:lnTo>
                    <a:pt x="4480414" y="1727323"/>
                  </a:lnTo>
                  <a:lnTo>
                    <a:pt x="4480559" y="1727323"/>
                  </a:lnTo>
                  <a:lnTo>
                    <a:pt x="4480704" y="1727323"/>
                  </a:lnTo>
                  <a:lnTo>
                    <a:pt x="4480850" y="1727323"/>
                  </a:lnTo>
                  <a:lnTo>
                    <a:pt x="4480995" y="1727323"/>
                  </a:lnTo>
                  <a:lnTo>
                    <a:pt x="4481141" y="1727323"/>
                  </a:lnTo>
                  <a:lnTo>
                    <a:pt x="4481141" y="1726699"/>
                  </a:lnTo>
                  <a:lnTo>
                    <a:pt x="4481141" y="1726075"/>
                  </a:lnTo>
                  <a:lnTo>
                    <a:pt x="4481286" y="1726075"/>
                  </a:lnTo>
                  <a:lnTo>
                    <a:pt x="4481432" y="1726075"/>
                  </a:lnTo>
                  <a:lnTo>
                    <a:pt x="4481577" y="1726075"/>
                  </a:lnTo>
                  <a:lnTo>
                    <a:pt x="4481722" y="1726075"/>
                  </a:lnTo>
                  <a:lnTo>
                    <a:pt x="4481868" y="1726075"/>
                  </a:lnTo>
                  <a:lnTo>
                    <a:pt x="4482013" y="1726075"/>
                  </a:lnTo>
                  <a:lnTo>
                    <a:pt x="4482159" y="1726075"/>
                  </a:lnTo>
                  <a:lnTo>
                    <a:pt x="4482304" y="1726075"/>
                  </a:lnTo>
                  <a:lnTo>
                    <a:pt x="4482450" y="1726075"/>
                  </a:lnTo>
                  <a:lnTo>
                    <a:pt x="4482595" y="1726075"/>
                  </a:lnTo>
                  <a:lnTo>
                    <a:pt x="4482595" y="1725452"/>
                  </a:lnTo>
                  <a:lnTo>
                    <a:pt x="4482595" y="1724828"/>
                  </a:lnTo>
                  <a:lnTo>
                    <a:pt x="4482595" y="1724205"/>
                  </a:lnTo>
                  <a:lnTo>
                    <a:pt x="4482740" y="1724205"/>
                  </a:lnTo>
                  <a:lnTo>
                    <a:pt x="4482886" y="1724205"/>
                  </a:lnTo>
                  <a:lnTo>
                    <a:pt x="4483031" y="1724205"/>
                  </a:lnTo>
                  <a:lnTo>
                    <a:pt x="4483177" y="1724205"/>
                  </a:lnTo>
                  <a:lnTo>
                    <a:pt x="4483322" y="1724205"/>
                  </a:lnTo>
                  <a:lnTo>
                    <a:pt x="4483467" y="1724205"/>
                  </a:lnTo>
                  <a:lnTo>
                    <a:pt x="4483613" y="1724205"/>
                  </a:lnTo>
                  <a:lnTo>
                    <a:pt x="4483758" y="1724205"/>
                  </a:lnTo>
                  <a:lnTo>
                    <a:pt x="4483904" y="1724205"/>
                  </a:lnTo>
                  <a:lnTo>
                    <a:pt x="4484049" y="1724205"/>
                  </a:lnTo>
                  <a:lnTo>
                    <a:pt x="4484049" y="1723581"/>
                  </a:lnTo>
                  <a:lnTo>
                    <a:pt x="4484195" y="1723581"/>
                  </a:lnTo>
                  <a:lnTo>
                    <a:pt x="4484340" y="1723581"/>
                  </a:lnTo>
                  <a:lnTo>
                    <a:pt x="4484485" y="1723581"/>
                  </a:lnTo>
                  <a:lnTo>
                    <a:pt x="4484631" y="1723581"/>
                  </a:lnTo>
                  <a:lnTo>
                    <a:pt x="4484776" y="1723581"/>
                  </a:lnTo>
                  <a:lnTo>
                    <a:pt x="4484922" y="1723581"/>
                  </a:lnTo>
                  <a:lnTo>
                    <a:pt x="4485067" y="1723581"/>
                  </a:lnTo>
                  <a:lnTo>
                    <a:pt x="4485213" y="1723581"/>
                  </a:lnTo>
                  <a:lnTo>
                    <a:pt x="4485358" y="1723581"/>
                  </a:lnTo>
                  <a:lnTo>
                    <a:pt x="4485358" y="1722957"/>
                  </a:lnTo>
                  <a:lnTo>
                    <a:pt x="4485503" y="1722957"/>
                  </a:lnTo>
                  <a:lnTo>
                    <a:pt x="4485649" y="1722957"/>
                  </a:lnTo>
                  <a:lnTo>
                    <a:pt x="4485794" y="1722957"/>
                  </a:lnTo>
                  <a:lnTo>
                    <a:pt x="4485940" y="1722957"/>
                  </a:lnTo>
                  <a:lnTo>
                    <a:pt x="4486085" y="1722957"/>
                  </a:lnTo>
                  <a:lnTo>
                    <a:pt x="4486231" y="1722957"/>
                  </a:lnTo>
                  <a:lnTo>
                    <a:pt x="4486376" y="1722957"/>
                  </a:lnTo>
                  <a:lnTo>
                    <a:pt x="4486521" y="1722957"/>
                  </a:lnTo>
                  <a:lnTo>
                    <a:pt x="4486521" y="1722334"/>
                  </a:lnTo>
                  <a:lnTo>
                    <a:pt x="4486667" y="1722334"/>
                  </a:lnTo>
                  <a:lnTo>
                    <a:pt x="4486812" y="1722334"/>
                  </a:lnTo>
                  <a:lnTo>
                    <a:pt x="4486958" y="1722334"/>
                  </a:lnTo>
                  <a:lnTo>
                    <a:pt x="4487103" y="1722334"/>
                  </a:lnTo>
                  <a:lnTo>
                    <a:pt x="4487249" y="1722334"/>
                  </a:lnTo>
                  <a:lnTo>
                    <a:pt x="4487394" y="1722334"/>
                  </a:lnTo>
                  <a:lnTo>
                    <a:pt x="4487539" y="1722334"/>
                  </a:lnTo>
                  <a:lnTo>
                    <a:pt x="4487685" y="1722334"/>
                  </a:lnTo>
                  <a:lnTo>
                    <a:pt x="4487830" y="1722334"/>
                  </a:lnTo>
                  <a:lnTo>
                    <a:pt x="4487976" y="1722334"/>
                  </a:lnTo>
                  <a:lnTo>
                    <a:pt x="4488121" y="1722334"/>
                  </a:lnTo>
                  <a:lnTo>
                    <a:pt x="4488121" y="1721710"/>
                  </a:lnTo>
                  <a:lnTo>
                    <a:pt x="4488267" y="1721710"/>
                  </a:lnTo>
                  <a:lnTo>
                    <a:pt x="4488412" y="1721710"/>
                  </a:lnTo>
                  <a:lnTo>
                    <a:pt x="4488557" y="1721710"/>
                  </a:lnTo>
                  <a:lnTo>
                    <a:pt x="4488703" y="1721710"/>
                  </a:lnTo>
                  <a:lnTo>
                    <a:pt x="4488848" y="1721710"/>
                  </a:lnTo>
                  <a:lnTo>
                    <a:pt x="4488994" y="1721710"/>
                  </a:lnTo>
                  <a:lnTo>
                    <a:pt x="4489139" y="1721710"/>
                  </a:lnTo>
                  <a:lnTo>
                    <a:pt x="4489285" y="1721710"/>
                  </a:lnTo>
                  <a:lnTo>
                    <a:pt x="4489430" y="1721710"/>
                  </a:lnTo>
                  <a:lnTo>
                    <a:pt x="4489575" y="1721710"/>
                  </a:lnTo>
                  <a:lnTo>
                    <a:pt x="4489721" y="1721710"/>
                  </a:lnTo>
                  <a:lnTo>
                    <a:pt x="4489866" y="1721710"/>
                  </a:lnTo>
                  <a:lnTo>
                    <a:pt x="4490012" y="1721710"/>
                  </a:lnTo>
                  <a:lnTo>
                    <a:pt x="4490012" y="1721087"/>
                  </a:lnTo>
                  <a:lnTo>
                    <a:pt x="4490157" y="1721087"/>
                  </a:lnTo>
                  <a:lnTo>
                    <a:pt x="4490302" y="1721087"/>
                  </a:lnTo>
                  <a:lnTo>
                    <a:pt x="4490448" y="1721087"/>
                  </a:lnTo>
                  <a:lnTo>
                    <a:pt x="4490448" y="1720463"/>
                  </a:lnTo>
                  <a:lnTo>
                    <a:pt x="4490593" y="1720463"/>
                  </a:lnTo>
                  <a:lnTo>
                    <a:pt x="4490739" y="1720463"/>
                  </a:lnTo>
                  <a:lnTo>
                    <a:pt x="4490884" y="1720463"/>
                  </a:lnTo>
                  <a:lnTo>
                    <a:pt x="4491030" y="1720463"/>
                  </a:lnTo>
                  <a:lnTo>
                    <a:pt x="4491175" y="1720463"/>
                  </a:lnTo>
                  <a:lnTo>
                    <a:pt x="4491320" y="1720463"/>
                  </a:lnTo>
                  <a:lnTo>
                    <a:pt x="4491466" y="1720463"/>
                  </a:lnTo>
                  <a:lnTo>
                    <a:pt x="4491611" y="1720463"/>
                  </a:lnTo>
                  <a:lnTo>
                    <a:pt x="4491757" y="1720463"/>
                  </a:lnTo>
                  <a:lnTo>
                    <a:pt x="4491902" y="1720463"/>
                  </a:lnTo>
                  <a:lnTo>
                    <a:pt x="4492048" y="1720463"/>
                  </a:lnTo>
                  <a:lnTo>
                    <a:pt x="4492193" y="1720463"/>
                  </a:lnTo>
                  <a:lnTo>
                    <a:pt x="4492338" y="1720463"/>
                  </a:lnTo>
                  <a:lnTo>
                    <a:pt x="4492484" y="1720463"/>
                  </a:lnTo>
                  <a:lnTo>
                    <a:pt x="4492629" y="1720463"/>
                  </a:lnTo>
                  <a:lnTo>
                    <a:pt x="4492775" y="1720463"/>
                  </a:lnTo>
                  <a:lnTo>
                    <a:pt x="4492920" y="1720463"/>
                  </a:lnTo>
                  <a:lnTo>
                    <a:pt x="4493066" y="1720463"/>
                  </a:lnTo>
                  <a:lnTo>
                    <a:pt x="4493211" y="1720463"/>
                  </a:lnTo>
                  <a:lnTo>
                    <a:pt x="4493356" y="1720463"/>
                  </a:lnTo>
                  <a:lnTo>
                    <a:pt x="4493502" y="1720463"/>
                  </a:lnTo>
                  <a:lnTo>
                    <a:pt x="4493647" y="1720463"/>
                  </a:lnTo>
                  <a:lnTo>
                    <a:pt x="4493793" y="1720463"/>
                  </a:lnTo>
                  <a:lnTo>
                    <a:pt x="4493938" y="1720463"/>
                  </a:lnTo>
                  <a:lnTo>
                    <a:pt x="4494084" y="1720463"/>
                  </a:lnTo>
                  <a:lnTo>
                    <a:pt x="4494229" y="1720463"/>
                  </a:lnTo>
                  <a:lnTo>
                    <a:pt x="4494374" y="1720463"/>
                  </a:lnTo>
                  <a:lnTo>
                    <a:pt x="4494520" y="1720463"/>
                  </a:lnTo>
                  <a:lnTo>
                    <a:pt x="4494665" y="1720463"/>
                  </a:lnTo>
                  <a:lnTo>
                    <a:pt x="4494811" y="1720463"/>
                  </a:lnTo>
                  <a:lnTo>
                    <a:pt x="4494956" y="1720463"/>
                  </a:lnTo>
                  <a:lnTo>
                    <a:pt x="4495102" y="1720463"/>
                  </a:lnTo>
                  <a:lnTo>
                    <a:pt x="4495247" y="1720463"/>
                  </a:lnTo>
                  <a:lnTo>
                    <a:pt x="4495392" y="1720463"/>
                  </a:lnTo>
                  <a:lnTo>
                    <a:pt x="4495538" y="1720463"/>
                  </a:lnTo>
                  <a:lnTo>
                    <a:pt x="4495538" y="1719840"/>
                  </a:lnTo>
                  <a:lnTo>
                    <a:pt x="4495683" y="1719840"/>
                  </a:lnTo>
                  <a:lnTo>
                    <a:pt x="4495829" y="1719840"/>
                  </a:lnTo>
                  <a:lnTo>
                    <a:pt x="4495974" y="1719840"/>
                  </a:lnTo>
                  <a:lnTo>
                    <a:pt x="4496120" y="1719840"/>
                  </a:lnTo>
                  <a:lnTo>
                    <a:pt x="4496265" y="1719840"/>
                  </a:lnTo>
                  <a:lnTo>
                    <a:pt x="4496265" y="1719216"/>
                  </a:lnTo>
                  <a:lnTo>
                    <a:pt x="4496410" y="1719216"/>
                  </a:lnTo>
                  <a:lnTo>
                    <a:pt x="4496556" y="1719216"/>
                  </a:lnTo>
                  <a:lnTo>
                    <a:pt x="4496701" y="1719216"/>
                  </a:lnTo>
                  <a:lnTo>
                    <a:pt x="4496701" y="1718592"/>
                  </a:lnTo>
                  <a:lnTo>
                    <a:pt x="4496847" y="1718592"/>
                  </a:lnTo>
                  <a:lnTo>
                    <a:pt x="4496992" y="1718592"/>
                  </a:lnTo>
                  <a:lnTo>
                    <a:pt x="4497137" y="1718592"/>
                  </a:lnTo>
                  <a:lnTo>
                    <a:pt x="4497283" y="1718592"/>
                  </a:lnTo>
                  <a:lnTo>
                    <a:pt x="4497283" y="1717969"/>
                  </a:lnTo>
                  <a:lnTo>
                    <a:pt x="4497428" y="1717969"/>
                  </a:lnTo>
                  <a:lnTo>
                    <a:pt x="4497574" y="1717969"/>
                  </a:lnTo>
                  <a:lnTo>
                    <a:pt x="4497574" y="1717345"/>
                  </a:lnTo>
                  <a:lnTo>
                    <a:pt x="4497719" y="1717345"/>
                  </a:lnTo>
                  <a:lnTo>
                    <a:pt x="4497865" y="1717345"/>
                  </a:lnTo>
                  <a:lnTo>
                    <a:pt x="4498010" y="1717345"/>
                  </a:lnTo>
                  <a:lnTo>
                    <a:pt x="4498155" y="1717345"/>
                  </a:lnTo>
                  <a:lnTo>
                    <a:pt x="4498301" y="1717345"/>
                  </a:lnTo>
                  <a:lnTo>
                    <a:pt x="4498446" y="1717345"/>
                  </a:lnTo>
                  <a:lnTo>
                    <a:pt x="4498592" y="1717345"/>
                  </a:lnTo>
                  <a:lnTo>
                    <a:pt x="4498737" y="1717345"/>
                  </a:lnTo>
                  <a:lnTo>
                    <a:pt x="4498737" y="1716722"/>
                  </a:lnTo>
                  <a:lnTo>
                    <a:pt x="4498883" y="1716722"/>
                  </a:lnTo>
                  <a:lnTo>
                    <a:pt x="4499028" y="1716722"/>
                  </a:lnTo>
                  <a:lnTo>
                    <a:pt x="4499028" y="1716098"/>
                  </a:lnTo>
                  <a:lnTo>
                    <a:pt x="4499173" y="1716098"/>
                  </a:lnTo>
                  <a:lnTo>
                    <a:pt x="4499319" y="1716098"/>
                  </a:lnTo>
                  <a:lnTo>
                    <a:pt x="4499464" y="1716098"/>
                  </a:lnTo>
                  <a:lnTo>
                    <a:pt x="4499610" y="1716098"/>
                  </a:lnTo>
                  <a:lnTo>
                    <a:pt x="4499755" y="1716098"/>
                  </a:lnTo>
                  <a:lnTo>
                    <a:pt x="4499901" y="1716098"/>
                  </a:lnTo>
                  <a:lnTo>
                    <a:pt x="4499901" y="1715474"/>
                  </a:lnTo>
                  <a:lnTo>
                    <a:pt x="4500046" y="1715474"/>
                  </a:lnTo>
                  <a:lnTo>
                    <a:pt x="4500191" y="1715474"/>
                  </a:lnTo>
                  <a:lnTo>
                    <a:pt x="4500337" y="1715474"/>
                  </a:lnTo>
                  <a:lnTo>
                    <a:pt x="4500482" y="1715474"/>
                  </a:lnTo>
                  <a:lnTo>
                    <a:pt x="4500628" y="1715474"/>
                  </a:lnTo>
                  <a:lnTo>
                    <a:pt x="4500773" y="1715474"/>
                  </a:lnTo>
                  <a:lnTo>
                    <a:pt x="4500919" y="1715474"/>
                  </a:lnTo>
                  <a:lnTo>
                    <a:pt x="4500919" y="1714851"/>
                  </a:lnTo>
                  <a:lnTo>
                    <a:pt x="4501064" y="1714851"/>
                  </a:lnTo>
                  <a:lnTo>
                    <a:pt x="4501209" y="1714851"/>
                  </a:lnTo>
                  <a:lnTo>
                    <a:pt x="4501355" y="1714851"/>
                  </a:lnTo>
                  <a:lnTo>
                    <a:pt x="4501500" y="1714851"/>
                  </a:lnTo>
                  <a:lnTo>
                    <a:pt x="4501500" y="1714227"/>
                  </a:lnTo>
                  <a:lnTo>
                    <a:pt x="4501646" y="1714227"/>
                  </a:lnTo>
                  <a:lnTo>
                    <a:pt x="4501791" y="1714227"/>
                  </a:lnTo>
                  <a:lnTo>
                    <a:pt x="4501937" y="1714227"/>
                  </a:lnTo>
                  <a:lnTo>
                    <a:pt x="4502082" y="1714227"/>
                  </a:lnTo>
                  <a:lnTo>
                    <a:pt x="4502227" y="1714227"/>
                  </a:lnTo>
                  <a:lnTo>
                    <a:pt x="4502373" y="1714227"/>
                  </a:lnTo>
                  <a:lnTo>
                    <a:pt x="4502518" y="1714227"/>
                  </a:lnTo>
                  <a:lnTo>
                    <a:pt x="4502664" y="1714227"/>
                  </a:lnTo>
                  <a:lnTo>
                    <a:pt x="4502664" y="1713604"/>
                  </a:lnTo>
                  <a:lnTo>
                    <a:pt x="4502809" y="1713604"/>
                  </a:lnTo>
                  <a:lnTo>
                    <a:pt x="4502809" y="1712980"/>
                  </a:lnTo>
                  <a:lnTo>
                    <a:pt x="4502955" y="1712980"/>
                  </a:lnTo>
                  <a:lnTo>
                    <a:pt x="4503100" y="1712980"/>
                  </a:lnTo>
                  <a:lnTo>
                    <a:pt x="4503245" y="1712980"/>
                  </a:lnTo>
                  <a:lnTo>
                    <a:pt x="4503391" y="1712980"/>
                  </a:lnTo>
                  <a:lnTo>
                    <a:pt x="4503391" y="1712357"/>
                  </a:lnTo>
                  <a:lnTo>
                    <a:pt x="4503536" y="1712357"/>
                  </a:lnTo>
                  <a:lnTo>
                    <a:pt x="4503682" y="1712357"/>
                  </a:lnTo>
                  <a:lnTo>
                    <a:pt x="4503682" y="1711733"/>
                  </a:lnTo>
                  <a:lnTo>
                    <a:pt x="4503827" y="1711733"/>
                  </a:lnTo>
                  <a:lnTo>
                    <a:pt x="4503972" y="1711733"/>
                  </a:lnTo>
                  <a:lnTo>
                    <a:pt x="4504118" y="1711733"/>
                  </a:lnTo>
                  <a:lnTo>
                    <a:pt x="4504263" y="1711733"/>
                  </a:lnTo>
                  <a:lnTo>
                    <a:pt x="4504409" y="1711733"/>
                  </a:lnTo>
                  <a:lnTo>
                    <a:pt x="4504409" y="1711109"/>
                  </a:lnTo>
                  <a:lnTo>
                    <a:pt x="4504554" y="1711109"/>
                  </a:lnTo>
                  <a:lnTo>
                    <a:pt x="4504700" y="1711109"/>
                  </a:lnTo>
                  <a:lnTo>
                    <a:pt x="4504845" y="1711109"/>
                  </a:lnTo>
                  <a:lnTo>
                    <a:pt x="4504990" y="1711109"/>
                  </a:lnTo>
                  <a:lnTo>
                    <a:pt x="4504990" y="1710486"/>
                  </a:lnTo>
                  <a:lnTo>
                    <a:pt x="4505136" y="1710486"/>
                  </a:lnTo>
                  <a:lnTo>
                    <a:pt x="4505281" y="1710486"/>
                  </a:lnTo>
                  <a:lnTo>
                    <a:pt x="4505427" y="1710486"/>
                  </a:lnTo>
                  <a:lnTo>
                    <a:pt x="4505427" y="1709862"/>
                  </a:lnTo>
                  <a:lnTo>
                    <a:pt x="4505572" y="1709862"/>
                  </a:lnTo>
                  <a:lnTo>
                    <a:pt x="4505718" y="1709862"/>
                  </a:lnTo>
                  <a:lnTo>
                    <a:pt x="4505863" y="1709862"/>
                  </a:lnTo>
                  <a:lnTo>
                    <a:pt x="4506008" y="1709862"/>
                  </a:lnTo>
                  <a:lnTo>
                    <a:pt x="4506154" y="1709862"/>
                  </a:lnTo>
                  <a:lnTo>
                    <a:pt x="4506154" y="1709239"/>
                  </a:lnTo>
                  <a:lnTo>
                    <a:pt x="4506299" y="1709239"/>
                  </a:lnTo>
                  <a:lnTo>
                    <a:pt x="4506445" y="1709239"/>
                  </a:lnTo>
                  <a:lnTo>
                    <a:pt x="4506590" y="1709239"/>
                  </a:lnTo>
                  <a:lnTo>
                    <a:pt x="4506736" y="1709239"/>
                  </a:lnTo>
                  <a:lnTo>
                    <a:pt x="4506881" y="1709239"/>
                  </a:lnTo>
                  <a:lnTo>
                    <a:pt x="4507026" y="1709239"/>
                  </a:lnTo>
                  <a:lnTo>
                    <a:pt x="4507172" y="1709239"/>
                  </a:lnTo>
                  <a:lnTo>
                    <a:pt x="4507172" y="1708615"/>
                  </a:lnTo>
                  <a:lnTo>
                    <a:pt x="4507317" y="1708615"/>
                  </a:lnTo>
                  <a:lnTo>
                    <a:pt x="4507463" y="1708615"/>
                  </a:lnTo>
                  <a:lnTo>
                    <a:pt x="4507608" y="1708615"/>
                  </a:lnTo>
                  <a:lnTo>
                    <a:pt x="4507754" y="1708615"/>
                  </a:lnTo>
                  <a:lnTo>
                    <a:pt x="4507899" y="1708615"/>
                  </a:lnTo>
                  <a:lnTo>
                    <a:pt x="4508044" y="1708615"/>
                  </a:lnTo>
                  <a:lnTo>
                    <a:pt x="4508190" y="1708615"/>
                  </a:lnTo>
                  <a:lnTo>
                    <a:pt x="4508335" y="1708615"/>
                  </a:lnTo>
                  <a:lnTo>
                    <a:pt x="4508481" y="1708615"/>
                  </a:lnTo>
                  <a:lnTo>
                    <a:pt x="4508626" y="1708615"/>
                  </a:lnTo>
                  <a:lnTo>
                    <a:pt x="4508772" y="1708615"/>
                  </a:lnTo>
                  <a:lnTo>
                    <a:pt x="4508917" y="1708615"/>
                  </a:lnTo>
                  <a:lnTo>
                    <a:pt x="4509062" y="1708615"/>
                  </a:lnTo>
                  <a:lnTo>
                    <a:pt x="4509208" y="1708615"/>
                  </a:lnTo>
                  <a:lnTo>
                    <a:pt x="4509353" y="1708615"/>
                  </a:lnTo>
                  <a:lnTo>
                    <a:pt x="4509499" y="1708615"/>
                  </a:lnTo>
                  <a:lnTo>
                    <a:pt x="4509499" y="1707991"/>
                  </a:lnTo>
                  <a:lnTo>
                    <a:pt x="4509644" y="1707991"/>
                  </a:lnTo>
                  <a:lnTo>
                    <a:pt x="4509644" y="1707368"/>
                  </a:lnTo>
                  <a:lnTo>
                    <a:pt x="4509790" y="1707368"/>
                  </a:lnTo>
                  <a:lnTo>
                    <a:pt x="4509935" y="1707368"/>
                  </a:lnTo>
                  <a:lnTo>
                    <a:pt x="4510080" y="1707368"/>
                  </a:lnTo>
                  <a:lnTo>
                    <a:pt x="4510226" y="1707368"/>
                  </a:lnTo>
                  <a:lnTo>
                    <a:pt x="4510371" y="1707368"/>
                  </a:lnTo>
                  <a:lnTo>
                    <a:pt x="4510517" y="1707368"/>
                  </a:lnTo>
                  <a:lnTo>
                    <a:pt x="4510662" y="1707368"/>
                  </a:lnTo>
                  <a:lnTo>
                    <a:pt x="4510807" y="1707368"/>
                  </a:lnTo>
                  <a:lnTo>
                    <a:pt x="4510953" y="1707368"/>
                  </a:lnTo>
                  <a:lnTo>
                    <a:pt x="4511098" y="1707368"/>
                  </a:lnTo>
                  <a:lnTo>
                    <a:pt x="4511244" y="1707368"/>
                  </a:lnTo>
                  <a:lnTo>
                    <a:pt x="4511389" y="1707368"/>
                  </a:lnTo>
                  <a:lnTo>
                    <a:pt x="4511535" y="1707368"/>
                  </a:lnTo>
                  <a:lnTo>
                    <a:pt x="4511680" y="1707368"/>
                  </a:lnTo>
                  <a:lnTo>
                    <a:pt x="4511825" y="1707368"/>
                  </a:lnTo>
                  <a:lnTo>
                    <a:pt x="4511971" y="1707368"/>
                  </a:lnTo>
                  <a:lnTo>
                    <a:pt x="4512116" y="1707368"/>
                  </a:lnTo>
                  <a:lnTo>
                    <a:pt x="4512262" y="1707368"/>
                  </a:lnTo>
                  <a:lnTo>
                    <a:pt x="4512407" y="1707368"/>
                  </a:lnTo>
                  <a:lnTo>
                    <a:pt x="4512553" y="1707368"/>
                  </a:lnTo>
                  <a:lnTo>
                    <a:pt x="4512698" y="1707368"/>
                  </a:lnTo>
                  <a:lnTo>
                    <a:pt x="4512843" y="1707368"/>
                  </a:lnTo>
                  <a:lnTo>
                    <a:pt x="4512989" y="1707368"/>
                  </a:lnTo>
                  <a:lnTo>
                    <a:pt x="4513134" y="1707368"/>
                  </a:lnTo>
                  <a:lnTo>
                    <a:pt x="4513280" y="1707368"/>
                  </a:lnTo>
                  <a:lnTo>
                    <a:pt x="4513425" y="1707368"/>
                  </a:lnTo>
                  <a:lnTo>
                    <a:pt x="4513571" y="1707368"/>
                  </a:lnTo>
                  <a:lnTo>
                    <a:pt x="4513716" y="1707368"/>
                  </a:lnTo>
                  <a:lnTo>
                    <a:pt x="4513861" y="1707368"/>
                  </a:lnTo>
                  <a:lnTo>
                    <a:pt x="4514007" y="1707368"/>
                  </a:lnTo>
                  <a:lnTo>
                    <a:pt x="4514152" y="1707368"/>
                  </a:lnTo>
                  <a:lnTo>
                    <a:pt x="4514152" y="1706744"/>
                  </a:lnTo>
                  <a:lnTo>
                    <a:pt x="4514298" y="1706744"/>
                  </a:lnTo>
                  <a:lnTo>
                    <a:pt x="4514443" y="1706744"/>
                  </a:lnTo>
                  <a:lnTo>
                    <a:pt x="4514589" y="1706744"/>
                  </a:lnTo>
                  <a:lnTo>
                    <a:pt x="4514734" y="1706744"/>
                  </a:lnTo>
                  <a:lnTo>
                    <a:pt x="4514879" y="1706744"/>
                  </a:lnTo>
                  <a:lnTo>
                    <a:pt x="4515025" y="1706744"/>
                  </a:lnTo>
                  <a:lnTo>
                    <a:pt x="4515170" y="1706744"/>
                  </a:lnTo>
                  <a:lnTo>
                    <a:pt x="4515316" y="1706744"/>
                  </a:lnTo>
                  <a:lnTo>
                    <a:pt x="4515461" y="1706744"/>
                  </a:lnTo>
                  <a:lnTo>
                    <a:pt x="4515607" y="1706744"/>
                  </a:lnTo>
                  <a:lnTo>
                    <a:pt x="4515752" y="1706744"/>
                  </a:lnTo>
                  <a:lnTo>
                    <a:pt x="4515897" y="1706744"/>
                  </a:lnTo>
                  <a:lnTo>
                    <a:pt x="4516043" y="1706744"/>
                  </a:lnTo>
                  <a:lnTo>
                    <a:pt x="4516188" y="1706744"/>
                  </a:lnTo>
                  <a:lnTo>
                    <a:pt x="4516334" y="1706744"/>
                  </a:lnTo>
                  <a:lnTo>
                    <a:pt x="4516479" y="1706744"/>
                  </a:lnTo>
                  <a:lnTo>
                    <a:pt x="4516625" y="1706744"/>
                  </a:lnTo>
                  <a:lnTo>
                    <a:pt x="4516770" y="1706744"/>
                  </a:lnTo>
                  <a:lnTo>
                    <a:pt x="4516915" y="1706744"/>
                  </a:lnTo>
                  <a:lnTo>
                    <a:pt x="4516915" y="1706121"/>
                  </a:lnTo>
                  <a:lnTo>
                    <a:pt x="4517061" y="1706121"/>
                  </a:lnTo>
                  <a:lnTo>
                    <a:pt x="4517061" y="1705497"/>
                  </a:lnTo>
                  <a:lnTo>
                    <a:pt x="4517061" y="1704874"/>
                  </a:lnTo>
                  <a:lnTo>
                    <a:pt x="4517206" y="1704874"/>
                  </a:lnTo>
                  <a:lnTo>
                    <a:pt x="4517352" y="1704874"/>
                  </a:lnTo>
                  <a:lnTo>
                    <a:pt x="4517497" y="1704874"/>
                  </a:lnTo>
                  <a:lnTo>
                    <a:pt x="4517642" y="1704874"/>
                  </a:lnTo>
                  <a:lnTo>
                    <a:pt x="4517788" y="1704874"/>
                  </a:lnTo>
                  <a:lnTo>
                    <a:pt x="4517933" y="1704874"/>
                  </a:lnTo>
                  <a:lnTo>
                    <a:pt x="4518079" y="1704874"/>
                  </a:lnTo>
                  <a:lnTo>
                    <a:pt x="4518224" y="1704874"/>
                  </a:lnTo>
                  <a:lnTo>
                    <a:pt x="4518370" y="1704874"/>
                  </a:lnTo>
                  <a:lnTo>
                    <a:pt x="4518515" y="1704874"/>
                  </a:lnTo>
                  <a:lnTo>
                    <a:pt x="4518660" y="1704874"/>
                  </a:lnTo>
                  <a:lnTo>
                    <a:pt x="4518806" y="1704874"/>
                  </a:lnTo>
                  <a:lnTo>
                    <a:pt x="4518951" y="1704874"/>
                  </a:lnTo>
                  <a:lnTo>
                    <a:pt x="4519097" y="1704874"/>
                  </a:lnTo>
                  <a:lnTo>
                    <a:pt x="4519242" y="1704874"/>
                  </a:lnTo>
                  <a:lnTo>
                    <a:pt x="4519242" y="1704250"/>
                  </a:lnTo>
                  <a:lnTo>
                    <a:pt x="4519388" y="1704250"/>
                  </a:lnTo>
                  <a:lnTo>
                    <a:pt x="4519533" y="1704250"/>
                  </a:lnTo>
                  <a:lnTo>
                    <a:pt x="4519678" y="1704250"/>
                  </a:lnTo>
                  <a:lnTo>
                    <a:pt x="4519824" y="1704250"/>
                  </a:lnTo>
                  <a:lnTo>
                    <a:pt x="4519969" y="1704250"/>
                  </a:lnTo>
                  <a:lnTo>
                    <a:pt x="4520115" y="1704250"/>
                  </a:lnTo>
                  <a:lnTo>
                    <a:pt x="4520260" y="1704250"/>
                  </a:lnTo>
                  <a:lnTo>
                    <a:pt x="4520406" y="1704250"/>
                  </a:lnTo>
                  <a:lnTo>
                    <a:pt x="4520406" y="1703626"/>
                  </a:lnTo>
                  <a:lnTo>
                    <a:pt x="4520551" y="1703626"/>
                  </a:lnTo>
                  <a:lnTo>
                    <a:pt x="4520696" y="1703626"/>
                  </a:lnTo>
                  <a:lnTo>
                    <a:pt x="4520842" y="1703626"/>
                  </a:lnTo>
                  <a:lnTo>
                    <a:pt x="4520987" y="1703626"/>
                  </a:lnTo>
                  <a:lnTo>
                    <a:pt x="4521133" y="1703626"/>
                  </a:lnTo>
                  <a:lnTo>
                    <a:pt x="4521278" y="1703626"/>
                  </a:lnTo>
                  <a:lnTo>
                    <a:pt x="4521424" y="1703626"/>
                  </a:lnTo>
                  <a:lnTo>
                    <a:pt x="4521569" y="1703626"/>
                  </a:lnTo>
                  <a:lnTo>
                    <a:pt x="4521714" y="1703626"/>
                  </a:lnTo>
                  <a:lnTo>
                    <a:pt x="4521860" y="1703626"/>
                  </a:lnTo>
                  <a:lnTo>
                    <a:pt x="4522005" y="1703626"/>
                  </a:lnTo>
                  <a:lnTo>
                    <a:pt x="4522151" y="1703626"/>
                  </a:lnTo>
                  <a:lnTo>
                    <a:pt x="4522296" y="1703626"/>
                  </a:lnTo>
                  <a:lnTo>
                    <a:pt x="4522296" y="1703003"/>
                  </a:lnTo>
                  <a:lnTo>
                    <a:pt x="4522442" y="1703003"/>
                  </a:lnTo>
                  <a:lnTo>
                    <a:pt x="4522587" y="1703003"/>
                  </a:lnTo>
                  <a:lnTo>
                    <a:pt x="4522732" y="1703003"/>
                  </a:lnTo>
                  <a:lnTo>
                    <a:pt x="4522878" y="1703003"/>
                  </a:lnTo>
                  <a:lnTo>
                    <a:pt x="4523023" y="1703003"/>
                  </a:lnTo>
                  <a:lnTo>
                    <a:pt x="4523169" y="1703003"/>
                  </a:lnTo>
                  <a:lnTo>
                    <a:pt x="4523314" y="1703003"/>
                  </a:lnTo>
                  <a:lnTo>
                    <a:pt x="4523460" y="1703003"/>
                  </a:lnTo>
                  <a:lnTo>
                    <a:pt x="4523605" y="1703003"/>
                  </a:lnTo>
                  <a:lnTo>
                    <a:pt x="4523750" y="1703003"/>
                  </a:lnTo>
                  <a:lnTo>
                    <a:pt x="4523896" y="1703003"/>
                  </a:lnTo>
                  <a:lnTo>
                    <a:pt x="4524041" y="1703003"/>
                  </a:lnTo>
                  <a:lnTo>
                    <a:pt x="4524187" y="1703003"/>
                  </a:lnTo>
                  <a:lnTo>
                    <a:pt x="4524332" y="1703003"/>
                  </a:lnTo>
                  <a:lnTo>
                    <a:pt x="4524477" y="1703003"/>
                  </a:lnTo>
                  <a:lnTo>
                    <a:pt x="4524623" y="1703003"/>
                  </a:lnTo>
                  <a:lnTo>
                    <a:pt x="4524768" y="1703003"/>
                  </a:lnTo>
                  <a:lnTo>
                    <a:pt x="4524914" y="1703003"/>
                  </a:lnTo>
                  <a:lnTo>
                    <a:pt x="4525059" y="1703003"/>
                  </a:lnTo>
                  <a:lnTo>
                    <a:pt x="4525205" y="1703003"/>
                  </a:lnTo>
                  <a:lnTo>
                    <a:pt x="4525205" y="1702379"/>
                  </a:lnTo>
                  <a:lnTo>
                    <a:pt x="4525350" y="1702379"/>
                  </a:lnTo>
                  <a:lnTo>
                    <a:pt x="4525495" y="1702379"/>
                  </a:lnTo>
                  <a:lnTo>
                    <a:pt x="4525641" y="1702379"/>
                  </a:lnTo>
                  <a:lnTo>
                    <a:pt x="4525786" y="1702379"/>
                  </a:lnTo>
                  <a:lnTo>
                    <a:pt x="4525932" y="1702379"/>
                  </a:lnTo>
                  <a:lnTo>
                    <a:pt x="4526077" y="1702379"/>
                  </a:lnTo>
                  <a:lnTo>
                    <a:pt x="4526223" y="1702379"/>
                  </a:lnTo>
                  <a:lnTo>
                    <a:pt x="4526368" y="1702379"/>
                  </a:lnTo>
                  <a:lnTo>
                    <a:pt x="4526368" y="1701756"/>
                  </a:lnTo>
                  <a:lnTo>
                    <a:pt x="4526513" y="1701756"/>
                  </a:lnTo>
                  <a:lnTo>
                    <a:pt x="4526659" y="1701756"/>
                  </a:lnTo>
                  <a:lnTo>
                    <a:pt x="4526659" y="1701132"/>
                  </a:lnTo>
                  <a:lnTo>
                    <a:pt x="4526804" y="1701132"/>
                  </a:lnTo>
                  <a:lnTo>
                    <a:pt x="4526950" y="1701132"/>
                  </a:lnTo>
                  <a:lnTo>
                    <a:pt x="4527095" y="1701132"/>
                  </a:lnTo>
                  <a:lnTo>
                    <a:pt x="4527241" y="1701132"/>
                  </a:lnTo>
                  <a:lnTo>
                    <a:pt x="4527386" y="1701132"/>
                  </a:lnTo>
                  <a:lnTo>
                    <a:pt x="4527531" y="1701132"/>
                  </a:lnTo>
                  <a:lnTo>
                    <a:pt x="4527677" y="1701132"/>
                  </a:lnTo>
                  <a:lnTo>
                    <a:pt x="4527822" y="1701132"/>
                  </a:lnTo>
                  <a:lnTo>
                    <a:pt x="4527968" y="1701132"/>
                  </a:lnTo>
                  <a:lnTo>
                    <a:pt x="4528113" y="1701132"/>
                  </a:lnTo>
                  <a:lnTo>
                    <a:pt x="4528259" y="1701132"/>
                  </a:lnTo>
                  <a:lnTo>
                    <a:pt x="4528404" y="1701132"/>
                  </a:lnTo>
                  <a:lnTo>
                    <a:pt x="4528404" y="1700508"/>
                  </a:lnTo>
                  <a:lnTo>
                    <a:pt x="4528549" y="1700508"/>
                  </a:lnTo>
                  <a:lnTo>
                    <a:pt x="4528695" y="1700508"/>
                  </a:lnTo>
                  <a:lnTo>
                    <a:pt x="4528840" y="1700508"/>
                  </a:lnTo>
                  <a:lnTo>
                    <a:pt x="4528986" y="1700508"/>
                  </a:lnTo>
                  <a:lnTo>
                    <a:pt x="4529131" y="1700508"/>
                  </a:lnTo>
                  <a:lnTo>
                    <a:pt x="4529277" y="1700508"/>
                  </a:lnTo>
                  <a:lnTo>
                    <a:pt x="4529422" y="1700508"/>
                  </a:lnTo>
                  <a:lnTo>
                    <a:pt x="4529567" y="1700508"/>
                  </a:lnTo>
                  <a:lnTo>
                    <a:pt x="4529567" y="1699885"/>
                  </a:lnTo>
                  <a:lnTo>
                    <a:pt x="4529713" y="1699885"/>
                  </a:lnTo>
                  <a:lnTo>
                    <a:pt x="4529858" y="1699885"/>
                  </a:lnTo>
                  <a:lnTo>
                    <a:pt x="4530004" y="1699885"/>
                  </a:lnTo>
                  <a:lnTo>
                    <a:pt x="4530004" y="1699261"/>
                  </a:lnTo>
                  <a:lnTo>
                    <a:pt x="4530149" y="1699261"/>
                  </a:lnTo>
                  <a:lnTo>
                    <a:pt x="4530295" y="1699261"/>
                  </a:lnTo>
                  <a:lnTo>
                    <a:pt x="4530295" y="1698638"/>
                  </a:lnTo>
                  <a:lnTo>
                    <a:pt x="4530440" y="1698638"/>
                  </a:lnTo>
                  <a:lnTo>
                    <a:pt x="4530585" y="1698638"/>
                  </a:lnTo>
                  <a:lnTo>
                    <a:pt x="4530585" y="1698014"/>
                  </a:lnTo>
                  <a:lnTo>
                    <a:pt x="4530731" y="1698014"/>
                  </a:lnTo>
                  <a:lnTo>
                    <a:pt x="4530731" y="1697391"/>
                  </a:lnTo>
                  <a:lnTo>
                    <a:pt x="4530876" y="1697391"/>
                  </a:lnTo>
                  <a:lnTo>
                    <a:pt x="4531022" y="1697391"/>
                  </a:lnTo>
                  <a:lnTo>
                    <a:pt x="4531167" y="1697391"/>
                  </a:lnTo>
                  <a:lnTo>
                    <a:pt x="4531312" y="1697391"/>
                  </a:lnTo>
                  <a:lnTo>
                    <a:pt x="4531458" y="1697391"/>
                  </a:lnTo>
                  <a:lnTo>
                    <a:pt x="4531603" y="1697391"/>
                  </a:lnTo>
                  <a:lnTo>
                    <a:pt x="4531749" y="1697391"/>
                  </a:lnTo>
                  <a:lnTo>
                    <a:pt x="4531894" y="1697391"/>
                  </a:lnTo>
                  <a:lnTo>
                    <a:pt x="4532040" y="1697391"/>
                  </a:lnTo>
                  <a:lnTo>
                    <a:pt x="4532185" y="1697391"/>
                  </a:lnTo>
                  <a:lnTo>
                    <a:pt x="4532330" y="1697391"/>
                  </a:lnTo>
                  <a:lnTo>
                    <a:pt x="4532476" y="1697391"/>
                  </a:lnTo>
                  <a:lnTo>
                    <a:pt x="4532476" y="1696767"/>
                  </a:lnTo>
                  <a:lnTo>
                    <a:pt x="4532621" y="1696767"/>
                  </a:lnTo>
                  <a:lnTo>
                    <a:pt x="4532767" y="1696767"/>
                  </a:lnTo>
                  <a:lnTo>
                    <a:pt x="4532912" y="1696767"/>
                  </a:lnTo>
                  <a:lnTo>
                    <a:pt x="4532912" y="1696143"/>
                  </a:lnTo>
                  <a:lnTo>
                    <a:pt x="4533058" y="1696143"/>
                  </a:lnTo>
                  <a:lnTo>
                    <a:pt x="4533058" y="1695520"/>
                  </a:lnTo>
                  <a:lnTo>
                    <a:pt x="4533203" y="1695520"/>
                  </a:lnTo>
                  <a:lnTo>
                    <a:pt x="4533348" y="1695520"/>
                  </a:lnTo>
                  <a:lnTo>
                    <a:pt x="4533494" y="1695520"/>
                  </a:lnTo>
                  <a:lnTo>
                    <a:pt x="4533639" y="1695520"/>
                  </a:lnTo>
                  <a:lnTo>
                    <a:pt x="4533785" y="1695520"/>
                  </a:lnTo>
                  <a:lnTo>
                    <a:pt x="4533930" y="1695520"/>
                  </a:lnTo>
                  <a:lnTo>
                    <a:pt x="4534076" y="1695520"/>
                  </a:lnTo>
                  <a:lnTo>
                    <a:pt x="4534076" y="1694896"/>
                  </a:lnTo>
                  <a:lnTo>
                    <a:pt x="4534221" y="1694896"/>
                  </a:lnTo>
                  <a:lnTo>
                    <a:pt x="4534366" y="1694896"/>
                  </a:lnTo>
                  <a:lnTo>
                    <a:pt x="4534512" y="1694896"/>
                  </a:lnTo>
                  <a:lnTo>
                    <a:pt x="4534657" y="1694896"/>
                  </a:lnTo>
                  <a:lnTo>
                    <a:pt x="4534803" y="1694896"/>
                  </a:lnTo>
                  <a:lnTo>
                    <a:pt x="4534948" y="1694896"/>
                  </a:lnTo>
                  <a:lnTo>
                    <a:pt x="4535094" y="1694896"/>
                  </a:lnTo>
                  <a:lnTo>
                    <a:pt x="4535239" y="1694896"/>
                  </a:lnTo>
                  <a:lnTo>
                    <a:pt x="4535239" y="1694273"/>
                  </a:lnTo>
                  <a:lnTo>
                    <a:pt x="4535384" y="1694273"/>
                  </a:lnTo>
                  <a:lnTo>
                    <a:pt x="4535530" y="1694273"/>
                  </a:lnTo>
                  <a:lnTo>
                    <a:pt x="4535675" y="1694273"/>
                  </a:lnTo>
                  <a:lnTo>
                    <a:pt x="4535821" y="1694273"/>
                  </a:lnTo>
                  <a:lnTo>
                    <a:pt x="4535821" y="1693649"/>
                  </a:lnTo>
                  <a:lnTo>
                    <a:pt x="4535966" y="1693649"/>
                  </a:lnTo>
                  <a:lnTo>
                    <a:pt x="4536112" y="1693649"/>
                  </a:lnTo>
                  <a:lnTo>
                    <a:pt x="4536257" y="1693649"/>
                  </a:lnTo>
                  <a:lnTo>
                    <a:pt x="4536402" y="1693649"/>
                  </a:lnTo>
                  <a:lnTo>
                    <a:pt x="4536402" y="1693025"/>
                  </a:lnTo>
                  <a:lnTo>
                    <a:pt x="4536548" y="1693025"/>
                  </a:lnTo>
                  <a:lnTo>
                    <a:pt x="4536693" y="1693025"/>
                  </a:lnTo>
                  <a:lnTo>
                    <a:pt x="4536839" y="1693025"/>
                  </a:lnTo>
                  <a:lnTo>
                    <a:pt x="4536984" y="1693025"/>
                  </a:lnTo>
                  <a:lnTo>
                    <a:pt x="4536984" y="1692402"/>
                  </a:lnTo>
                  <a:lnTo>
                    <a:pt x="4537129" y="1692402"/>
                  </a:lnTo>
                  <a:lnTo>
                    <a:pt x="4537129" y="1691778"/>
                  </a:lnTo>
                  <a:lnTo>
                    <a:pt x="4537275" y="1691778"/>
                  </a:lnTo>
                  <a:lnTo>
                    <a:pt x="4537420" y="1691778"/>
                  </a:lnTo>
                  <a:lnTo>
                    <a:pt x="4537566" y="1691778"/>
                  </a:lnTo>
                  <a:lnTo>
                    <a:pt x="4537711" y="1691778"/>
                  </a:lnTo>
                  <a:lnTo>
                    <a:pt x="4537857" y="1691778"/>
                  </a:lnTo>
                  <a:lnTo>
                    <a:pt x="4538002" y="1691778"/>
                  </a:lnTo>
                  <a:lnTo>
                    <a:pt x="4538147" y="1691778"/>
                  </a:lnTo>
                  <a:lnTo>
                    <a:pt x="4538293" y="1691778"/>
                  </a:lnTo>
                  <a:lnTo>
                    <a:pt x="4538438" y="1691778"/>
                  </a:lnTo>
                  <a:lnTo>
                    <a:pt x="4538584" y="1691778"/>
                  </a:lnTo>
                  <a:lnTo>
                    <a:pt x="4538729" y="1691778"/>
                  </a:lnTo>
                  <a:lnTo>
                    <a:pt x="4538875" y="1691778"/>
                  </a:lnTo>
                  <a:lnTo>
                    <a:pt x="4538875" y="1691155"/>
                  </a:lnTo>
                  <a:lnTo>
                    <a:pt x="4539020" y="1691155"/>
                  </a:lnTo>
                  <a:lnTo>
                    <a:pt x="4539165" y="1691155"/>
                  </a:lnTo>
                  <a:lnTo>
                    <a:pt x="4539311" y="1691155"/>
                  </a:lnTo>
                  <a:lnTo>
                    <a:pt x="4539456" y="1691155"/>
                  </a:lnTo>
                  <a:lnTo>
                    <a:pt x="4539602" y="1691155"/>
                  </a:lnTo>
                  <a:lnTo>
                    <a:pt x="4539747" y="1691155"/>
                  </a:lnTo>
                  <a:lnTo>
                    <a:pt x="4539893" y="1691155"/>
                  </a:lnTo>
                  <a:lnTo>
                    <a:pt x="4540038" y="1691155"/>
                  </a:lnTo>
                  <a:lnTo>
                    <a:pt x="4540183" y="1691155"/>
                  </a:lnTo>
                  <a:lnTo>
                    <a:pt x="4540183" y="1690531"/>
                  </a:lnTo>
                  <a:lnTo>
                    <a:pt x="4540329" y="1690531"/>
                  </a:lnTo>
                  <a:lnTo>
                    <a:pt x="4540474" y="1690531"/>
                  </a:lnTo>
                  <a:lnTo>
                    <a:pt x="4540620" y="1690531"/>
                  </a:lnTo>
                  <a:lnTo>
                    <a:pt x="4540765" y="1690531"/>
                  </a:lnTo>
                  <a:lnTo>
                    <a:pt x="4540765" y="1689908"/>
                  </a:lnTo>
                  <a:lnTo>
                    <a:pt x="4540911" y="1689908"/>
                  </a:lnTo>
                  <a:lnTo>
                    <a:pt x="4541056" y="1689908"/>
                  </a:lnTo>
                  <a:lnTo>
                    <a:pt x="4541201" y="1689908"/>
                  </a:lnTo>
                  <a:lnTo>
                    <a:pt x="4541347" y="1689908"/>
                  </a:lnTo>
                  <a:lnTo>
                    <a:pt x="4541492" y="1689908"/>
                  </a:lnTo>
                  <a:lnTo>
                    <a:pt x="4541638" y="1689908"/>
                  </a:lnTo>
                  <a:lnTo>
                    <a:pt x="4541638" y="1689284"/>
                  </a:lnTo>
                  <a:lnTo>
                    <a:pt x="4541783" y="1689284"/>
                  </a:lnTo>
                  <a:lnTo>
                    <a:pt x="4541783" y="1688660"/>
                  </a:lnTo>
                  <a:lnTo>
                    <a:pt x="4541929" y="1688660"/>
                  </a:lnTo>
                  <a:lnTo>
                    <a:pt x="4542074" y="1688660"/>
                  </a:lnTo>
                  <a:lnTo>
                    <a:pt x="4542219" y="1688660"/>
                  </a:lnTo>
                  <a:lnTo>
                    <a:pt x="4542365" y="1688660"/>
                  </a:lnTo>
                  <a:lnTo>
                    <a:pt x="4542510" y="1688660"/>
                  </a:lnTo>
                  <a:lnTo>
                    <a:pt x="4542510" y="1688037"/>
                  </a:lnTo>
                  <a:lnTo>
                    <a:pt x="4542656" y="1688037"/>
                  </a:lnTo>
                  <a:lnTo>
                    <a:pt x="4542801" y="1688037"/>
                  </a:lnTo>
                  <a:lnTo>
                    <a:pt x="4542947" y="1688037"/>
                  </a:lnTo>
                  <a:lnTo>
                    <a:pt x="4543092" y="1688037"/>
                  </a:lnTo>
                  <a:lnTo>
                    <a:pt x="4543237" y="1688037"/>
                  </a:lnTo>
                  <a:lnTo>
                    <a:pt x="4543383" y="1688037"/>
                  </a:lnTo>
                  <a:lnTo>
                    <a:pt x="4543528" y="1688037"/>
                  </a:lnTo>
                  <a:lnTo>
                    <a:pt x="4543674" y="1688037"/>
                  </a:lnTo>
                  <a:lnTo>
                    <a:pt x="4543674" y="1687413"/>
                  </a:lnTo>
                  <a:lnTo>
                    <a:pt x="4543819" y="1687413"/>
                  </a:lnTo>
                  <a:lnTo>
                    <a:pt x="4543964" y="1687413"/>
                  </a:lnTo>
                  <a:lnTo>
                    <a:pt x="4544110" y="1687413"/>
                  </a:lnTo>
                  <a:lnTo>
                    <a:pt x="4544110" y="1686790"/>
                  </a:lnTo>
                  <a:lnTo>
                    <a:pt x="4544110" y="1686166"/>
                  </a:lnTo>
                  <a:lnTo>
                    <a:pt x="4544255" y="1686166"/>
                  </a:lnTo>
                  <a:lnTo>
                    <a:pt x="4544401" y="1686166"/>
                  </a:lnTo>
                  <a:lnTo>
                    <a:pt x="4544546" y="1686166"/>
                  </a:lnTo>
                  <a:lnTo>
                    <a:pt x="4544546" y="1685543"/>
                  </a:lnTo>
                  <a:lnTo>
                    <a:pt x="4544546" y="1684919"/>
                  </a:lnTo>
                  <a:lnTo>
                    <a:pt x="4544692" y="1684919"/>
                  </a:lnTo>
                  <a:lnTo>
                    <a:pt x="4544837" y="1684919"/>
                  </a:lnTo>
                  <a:lnTo>
                    <a:pt x="4544982" y="1684919"/>
                  </a:lnTo>
                  <a:lnTo>
                    <a:pt x="4545128" y="1684919"/>
                  </a:lnTo>
                  <a:lnTo>
                    <a:pt x="4545273" y="1684919"/>
                  </a:lnTo>
                  <a:lnTo>
                    <a:pt x="4545273" y="1684295"/>
                  </a:lnTo>
                  <a:lnTo>
                    <a:pt x="4545419" y="1684295"/>
                  </a:lnTo>
                  <a:lnTo>
                    <a:pt x="4545564" y="1684295"/>
                  </a:lnTo>
                  <a:lnTo>
                    <a:pt x="4545710" y="1684295"/>
                  </a:lnTo>
                  <a:lnTo>
                    <a:pt x="4545710" y="1683672"/>
                  </a:lnTo>
                  <a:lnTo>
                    <a:pt x="4545710" y="1683048"/>
                  </a:lnTo>
                  <a:lnTo>
                    <a:pt x="4545855" y="1683048"/>
                  </a:lnTo>
                  <a:lnTo>
                    <a:pt x="4546000" y="1683048"/>
                  </a:lnTo>
                  <a:lnTo>
                    <a:pt x="4546146" y="1683048"/>
                  </a:lnTo>
                  <a:lnTo>
                    <a:pt x="4546291" y="1683048"/>
                  </a:lnTo>
                  <a:lnTo>
                    <a:pt x="4546291" y="1682425"/>
                  </a:lnTo>
                  <a:lnTo>
                    <a:pt x="4546437" y="1682425"/>
                  </a:lnTo>
                  <a:lnTo>
                    <a:pt x="4546582" y="1682425"/>
                  </a:lnTo>
                  <a:lnTo>
                    <a:pt x="4546728" y="1682425"/>
                  </a:lnTo>
                  <a:lnTo>
                    <a:pt x="4546873" y="1682425"/>
                  </a:lnTo>
                  <a:lnTo>
                    <a:pt x="4547018" y="1682425"/>
                  </a:lnTo>
                  <a:lnTo>
                    <a:pt x="4547164" y="1682425"/>
                  </a:lnTo>
                  <a:lnTo>
                    <a:pt x="4547309" y="1682425"/>
                  </a:lnTo>
                  <a:lnTo>
                    <a:pt x="4547455" y="1682425"/>
                  </a:lnTo>
                  <a:lnTo>
                    <a:pt x="4547600" y="1682425"/>
                  </a:lnTo>
                  <a:lnTo>
                    <a:pt x="4547746" y="1682425"/>
                  </a:lnTo>
                  <a:lnTo>
                    <a:pt x="4547891" y="1682425"/>
                  </a:lnTo>
                  <a:lnTo>
                    <a:pt x="4548036" y="1682425"/>
                  </a:lnTo>
                  <a:lnTo>
                    <a:pt x="4548036" y="1681801"/>
                  </a:lnTo>
                  <a:lnTo>
                    <a:pt x="4548182" y="1681801"/>
                  </a:lnTo>
                  <a:lnTo>
                    <a:pt x="4548327" y="1681801"/>
                  </a:lnTo>
                  <a:lnTo>
                    <a:pt x="4548327" y="1681177"/>
                  </a:lnTo>
                  <a:lnTo>
                    <a:pt x="4548473" y="1681177"/>
                  </a:lnTo>
                  <a:lnTo>
                    <a:pt x="4548618" y="1681177"/>
                  </a:lnTo>
                  <a:lnTo>
                    <a:pt x="4548764" y="1681177"/>
                  </a:lnTo>
                  <a:lnTo>
                    <a:pt x="4548764" y="1680554"/>
                  </a:lnTo>
                  <a:lnTo>
                    <a:pt x="4548909" y="1680554"/>
                  </a:lnTo>
                  <a:lnTo>
                    <a:pt x="4549054" y="1680554"/>
                  </a:lnTo>
                  <a:lnTo>
                    <a:pt x="4549200" y="1680554"/>
                  </a:lnTo>
                  <a:lnTo>
                    <a:pt x="4549345" y="1680554"/>
                  </a:lnTo>
                  <a:lnTo>
                    <a:pt x="4549491" y="1680554"/>
                  </a:lnTo>
                  <a:lnTo>
                    <a:pt x="4549636" y="1680554"/>
                  </a:lnTo>
                  <a:lnTo>
                    <a:pt x="4549782" y="1680554"/>
                  </a:lnTo>
                  <a:lnTo>
                    <a:pt x="4549782" y="1679930"/>
                  </a:lnTo>
                  <a:lnTo>
                    <a:pt x="4549927" y="1679930"/>
                  </a:lnTo>
                  <a:lnTo>
                    <a:pt x="4550072" y="1679930"/>
                  </a:lnTo>
                  <a:lnTo>
                    <a:pt x="4550072" y="1679307"/>
                  </a:lnTo>
                  <a:lnTo>
                    <a:pt x="4550218" y="1679307"/>
                  </a:lnTo>
                  <a:lnTo>
                    <a:pt x="4550363" y="1679307"/>
                  </a:lnTo>
                  <a:lnTo>
                    <a:pt x="4550509" y="1679307"/>
                  </a:lnTo>
                  <a:lnTo>
                    <a:pt x="4550654" y="1679307"/>
                  </a:lnTo>
                  <a:lnTo>
                    <a:pt x="4550799" y="1679307"/>
                  </a:lnTo>
                  <a:lnTo>
                    <a:pt x="4550945" y="1679307"/>
                  </a:lnTo>
                  <a:lnTo>
                    <a:pt x="4551090" y="1679307"/>
                  </a:lnTo>
                  <a:lnTo>
                    <a:pt x="4551236" y="1679307"/>
                  </a:lnTo>
                  <a:lnTo>
                    <a:pt x="4551236" y="1678683"/>
                  </a:lnTo>
                  <a:lnTo>
                    <a:pt x="4551236" y="1678060"/>
                  </a:lnTo>
                  <a:lnTo>
                    <a:pt x="4551381" y="1678060"/>
                  </a:lnTo>
                  <a:lnTo>
                    <a:pt x="4551527" y="1678060"/>
                  </a:lnTo>
                  <a:lnTo>
                    <a:pt x="4551672" y="1678060"/>
                  </a:lnTo>
                  <a:lnTo>
                    <a:pt x="4551817" y="1678060"/>
                  </a:lnTo>
                  <a:lnTo>
                    <a:pt x="4551963" y="1678060"/>
                  </a:lnTo>
                  <a:lnTo>
                    <a:pt x="4551963" y="1677436"/>
                  </a:lnTo>
                  <a:lnTo>
                    <a:pt x="4552108" y="1677436"/>
                  </a:lnTo>
                  <a:lnTo>
                    <a:pt x="4552254" y="1677436"/>
                  </a:lnTo>
                  <a:lnTo>
                    <a:pt x="4552399" y="1677436"/>
                  </a:lnTo>
                  <a:lnTo>
                    <a:pt x="4552545" y="1677436"/>
                  </a:lnTo>
                  <a:lnTo>
                    <a:pt x="4552690" y="1677436"/>
                  </a:lnTo>
                  <a:lnTo>
                    <a:pt x="4552835" y="1677436"/>
                  </a:lnTo>
                  <a:lnTo>
                    <a:pt x="4552981" y="1677436"/>
                  </a:lnTo>
                  <a:lnTo>
                    <a:pt x="4553126" y="1677436"/>
                  </a:lnTo>
                  <a:lnTo>
                    <a:pt x="4553272" y="1677436"/>
                  </a:lnTo>
                  <a:lnTo>
                    <a:pt x="4553272" y="1676812"/>
                  </a:lnTo>
                  <a:lnTo>
                    <a:pt x="4553272" y="1676189"/>
                  </a:lnTo>
                  <a:lnTo>
                    <a:pt x="4553417" y="1676189"/>
                  </a:lnTo>
                  <a:lnTo>
                    <a:pt x="4553563" y="1676189"/>
                  </a:lnTo>
                  <a:lnTo>
                    <a:pt x="4553708" y="1676189"/>
                  </a:lnTo>
                  <a:lnTo>
                    <a:pt x="4553708" y="1675565"/>
                  </a:lnTo>
                  <a:lnTo>
                    <a:pt x="4553853" y="1675565"/>
                  </a:lnTo>
                  <a:lnTo>
                    <a:pt x="4553999" y="1675565"/>
                  </a:lnTo>
                  <a:lnTo>
                    <a:pt x="4553999" y="1674942"/>
                  </a:lnTo>
                  <a:lnTo>
                    <a:pt x="4554144" y="1674942"/>
                  </a:lnTo>
                  <a:lnTo>
                    <a:pt x="4554290" y="1674942"/>
                  </a:lnTo>
                  <a:lnTo>
                    <a:pt x="4554435" y="1674942"/>
                  </a:lnTo>
                  <a:lnTo>
                    <a:pt x="4554581" y="1674942"/>
                  </a:lnTo>
                  <a:lnTo>
                    <a:pt x="4554726" y="1674942"/>
                  </a:lnTo>
                  <a:lnTo>
                    <a:pt x="4554871" y="1674942"/>
                  </a:lnTo>
                  <a:lnTo>
                    <a:pt x="4555017" y="1674942"/>
                  </a:lnTo>
                  <a:lnTo>
                    <a:pt x="4555017" y="1674318"/>
                  </a:lnTo>
                  <a:lnTo>
                    <a:pt x="4555162" y="1674318"/>
                  </a:lnTo>
                  <a:lnTo>
                    <a:pt x="4555308" y="1674318"/>
                  </a:lnTo>
                  <a:lnTo>
                    <a:pt x="4555453" y="1674318"/>
                  </a:lnTo>
                  <a:lnTo>
                    <a:pt x="4555453" y="1673694"/>
                  </a:lnTo>
                  <a:lnTo>
                    <a:pt x="4555599" y="1673694"/>
                  </a:lnTo>
                  <a:lnTo>
                    <a:pt x="4555744" y="1673694"/>
                  </a:lnTo>
                  <a:lnTo>
                    <a:pt x="4555889" y="1673694"/>
                  </a:lnTo>
                  <a:lnTo>
                    <a:pt x="4556035" y="1673694"/>
                  </a:lnTo>
                  <a:lnTo>
                    <a:pt x="4556180" y="1673694"/>
                  </a:lnTo>
                  <a:lnTo>
                    <a:pt x="4556326" y="1673694"/>
                  </a:lnTo>
                  <a:lnTo>
                    <a:pt x="4556326" y="1673071"/>
                  </a:lnTo>
                  <a:lnTo>
                    <a:pt x="4556471" y="1673071"/>
                  </a:lnTo>
                  <a:lnTo>
                    <a:pt x="4556617" y="1673071"/>
                  </a:lnTo>
                  <a:lnTo>
                    <a:pt x="4556762" y="1673071"/>
                  </a:lnTo>
                  <a:lnTo>
                    <a:pt x="4556907" y="1673071"/>
                  </a:lnTo>
                  <a:lnTo>
                    <a:pt x="4556907" y="1672447"/>
                  </a:lnTo>
                  <a:lnTo>
                    <a:pt x="4556907" y="1671824"/>
                  </a:lnTo>
                  <a:lnTo>
                    <a:pt x="4557053" y="1671824"/>
                  </a:lnTo>
                  <a:lnTo>
                    <a:pt x="4557198" y="1671824"/>
                  </a:lnTo>
                  <a:lnTo>
                    <a:pt x="4557198" y="1671200"/>
                  </a:lnTo>
                  <a:lnTo>
                    <a:pt x="4557344" y="1671200"/>
                  </a:lnTo>
                  <a:lnTo>
                    <a:pt x="4557489" y="1671200"/>
                  </a:lnTo>
                  <a:lnTo>
                    <a:pt x="4557489" y="1670577"/>
                  </a:lnTo>
                  <a:lnTo>
                    <a:pt x="4557634" y="1670577"/>
                  </a:lnTo>
                  <a:lnTo>
                    <a:pt x="4557634" y="1669953"/>
                  </a:lnTo>
                  <a:lnTo>
                    <a:pt x="4557780" y="1669953"/>
                  </a:lnTo>
                  <a:lnTo>
                    <a:pt x="4557925" y="1669953"/>
                  </a:lnTo>
                  <a:lnTo>
                    <a:pt x="4558071" y="1669953"/>
                  </a:lnTo>
                  <a:lnTo>
                    <a:pt x="4558216" y="1669953"/>
                  </a:lnTo>
                  <a:lnTo>
                    <a:pt x="4558362" y="1669953"/>
                  </a:lnTo>
                  <a:lnTo>
                    <a:pt x="4558507" y="1669953"/>
                  </a:lnTo>
                  <a:lnTo>
                    <a:pt x="4558652" y="1669953"/>
                  </a:lnTo>
                  <a:lnTo>
                    <a:pt x="4558798" y="1669953"/>
                  </a:lnTo>
                  <a:lnTo>
                    <a:pt x="4558943" y="1669953"/>
                  </a:lnTo>
                  <a:lnTo>
                    <a:pt x="4559089" y="1669953"/>
                  </a:lnTo>
                  <a:lnTo>
                    <a:pt x="4559089" y="1669329"/>
                  </a:lnTo>
                  <a:lnTo>
                    <a:pt x="4559234" y="1669329"/>
                  </a:lnTo>
                  <a:lnTo>
                    <a:pt x="4559380" y="1669329"/>
                  </a:lnTo>
                  <a:lnTo>
                    <a:pt x="4559525" y="1669329"/>
                  </a:lnTo>
                  <a:lnTo>
                    <a:pt x="4559670" y="1669329"/>
                  </a:lnTo>
                  <a:lnTo>
                    <a:pt x="4559816" y="1669329"/>
                  </a:lnTo>
                  <a:lnTo>
                    <a:pt x="4559961" y="1669329"/>
                  </a:lnTo>
                  <a:lnTo>
                    <a:pt x="4560107" y="1669329"/>
                  </a:lnTo>
                  <a:lnTo>
                    <a:pt x="4560107" y="1668706"/>
                  </a:lnTo>
                  <a:lnTo>
                    <a:pt x="4560107" y="1668082"/>
                  </a:lnTo>
                  <a:lnTo>
                    <a:pt x="4560252" y="1668082"/>
                  </a:lnTo>
                  <a:lnTo>
                    <a:pt x="4560252" y="1667459"/>
                  </a:lnTo>
                  <a:lnTo>
                    <a:pt x="4560398" y="1667459"/>
                  </a:lnTo>
                  <a:lnTo>
                    <a:pt x="4560543" y="1667459"/>
                  </a:lnTo>
                  <a:lnTo>
                    <a:pt x="4560688" y="1667459"/>
                  </a:lnTo>
                  <a:lnTo>
                    <a:pt x="4560834" y="1667459"/>
                  </a:lnTo>
                  <a:lnTo>
                    <a:pt x="4560979" y="1667459"/>
                  </a:lnTo>
                  <a:lnTo>
                    <a:pt x="4561125" y="1667459"/>
                  </a:lnTo>
                  <a:lnTo>
                    <a:pt x="4561270" y="1667459"/>
                  </a:lnTo>
                  <a:lnTo>
                    <a:pt x="4561270" y="1666835"/>
                  </a:lnTo>
                  <a:lnTo>
                    <a:pt x="4561416" y="1666835"/>
                  </a:lnTo>
                  <a:lnTo>
                    <a:pt x="4561561" y="1666835"/>
                  </a:lnTo>
                  <a:lnTo>
                    <a:pt x="4561706" y="1666835"/>
                  </a:lnTo>
                  <a:lnTo>
                    <a:pt x="4561852" y="1666835"/>
                  </a:lnTo>
                  <a:lnTo>
                    <a:pt x="4561997" y="1666835"/>
                  </a:lnTo>
                  <a:lnTo>
                    <a:pt x="4562143" y="1666835"/>
                  </a:lnTo>
                  <a:lnTo>
                    <a:pt x="4562288" y="1666835"/>
                  </a:lnTo>
                  <a:lnTo>
                    <a:pt x="4562434" y="1666835"/>
                  </a:lnTo>
                  <a:lnTo>
                    <a:pt x="4562579" y="1666835"/>
                  </a:lnTo>
                  <a:lnTo>
                    <a:pt x="4562724" y="1666835"/>
                  </a:lnTo>
                  <a:lnTo>
                    <a:pt x="4562870" y="1666835"/>
                  </a:lnTo>
                  <a:lnTo>
                    <a:pt x="4563015" y="1666835"/>
                  </a:lnTo>
                  <a:lnTo>
                    <a:pt x="4563015" y="1666211"/>
                  </a:lnTo>
                  <a:lnTo>
                    <a:pt x="4563161" y="1666211"/>
                  </a:lnTo>
                  <a:lnTo>
                    <a:pt x="4563306" y="1666211"/>
                  </a:lnTo>
                  <a:lnTo>
                    <a:pt x="4563452" y="1666211"/>
                  </a:lnTo>
                  <a:lnTo>
                    <a:pt x="4563597" y="1666211"/>
                  </a:lnTo>
                  <a:lnTo>
                    <a:pt x="4563742" y="1666211"/>
                  </a:lnTo>
                  <a:lnTo>
                    <a:pt x="4563888" y="1666211"/>
                  </a:lnTo>
                  <a:lnTo>
                    <a:pt x="4564033" y="1666211"/>
                  </a:lnTo>
                  <a:lnTo>
                    <a:pt x="4564179" y="1666211"/>
                  </a:lnTo>
                  <a:lnTo>
                    <a:pt x="4564324" y="1666211"/>
                  </a:lnTo>
                  <a:lnTo>
                    <a:pt x="4564469" y="1666211"/>
                  </a:lnTo>
                  <a:lnTo>
                    <a:pt x="4564469" y="1665588"/>
                  </a:lnTo>
                  <a:lnTo>
                    <a:pt x="4564615" y="1665588"/>
                  </a:lnTo>
                  <a:lnTo>
                    <a:pt x="4564760" y="1665588"/>
                  </a:lnTo>
                  <a:lnTo>
                    <a:pt x="4564906" y="1665588"/>
                  </a:lnTo>
                  <a:lnTo>
                    <a:pt x="4565051" y="1665588"/>
                  </a:lnTo>
                  <a:lnTo>
                    <a:pt x="4565197" y="1665588"/>
                  </a:lnTo>
                  <a:lnTo>
                    <a:pt x="4565342" y="1665588"/>
                  </a:lnTo>
                  <a:lnTo>
                    <a:pt x="4565487" y="1665588"/>
                  </a:lnTo>
                  <a:lnTo>
                    <a:pt x="4565633" y="1665588"/>
                  </a:lnTo>
                  <a:lnTo>
                    <a:pt x="4565778" y="1665588"/>
                  </a:lnTo>
                  <a:lnTo>
                    <a:pt x="4565924" y="1665588"/>
                  </a:lnTo>
                  <a:lnTo>
                    <a:pt x="4566069" y="1665588"/>
                  </a:lnTo>
                  <a:lnTo>
                    <a:pt x="4566215" y="1665588"/>
                  </a:lnTo>
                  <a:lnTo>
                    <a:pt x="4566360" y="1665588"/>
                  </a:lnTo>
                  <a:lnTo>
                    <a:pt x="4566505" y="1665588"/>
                  </a:lnTo>
                  <a:lnTo>
                    <a:pt x="4566651" y="1665588"/>
                  </a:lnTo>
                  <a:lnTo>
                    <a:pt x="4566796" y="1665588"/>
                  </a:lnTo>
                  <a:lnTo>
                    <a:pt x="4566942" y="1665588"/>
                  </a:lnTo>
                  <a:lnTo>
                    <a:pt x="4567087" y="1665588"/>
                  </a:lnTo>
                  <a:lnTo>
                    <a:pt x="4567087" y="1664964"/>
                  </a:lnTo>
                  <a:lnTo>
                    <a:pt x="4567087" y="1664341"/>
                  </a:lnTo>
                  <a:lnTo>
                    <a:pt x="4567233" y="1664341"/>
                  </a:lnTo>
                  <a:lnTo>
                    <a:pt x="4567378" y="1664341"/>
                  </a:lnTo>
                  <a:lnTo>
                    <a:pt x="4567523" y="1664341"/>
                  </a:lnTo>
                  <a:lnTo>
                    <a:pt x="4567669" y="1664341"/>
                  </a:lnTo>
                  <a:lnTo>
                    <a:pt x="4567814" y="1664341"/>
                  </a:lnTo>
                  <a:lnTo>
                    <a:pt x="4567960" y="1664341"/>
                  </a:lnTo>
                  <a:lnTo>
                    <a:pt x="4567960" y="1663717"/>
                  </a:lnTo>
                  <a:lnTo>
                    <a:pt x="4568105" y="1663717"/>
                  </a:lnTo>
                  <a:lnTo>
                    <a:pt x="4568251" y="1663717"/>
                  </a:lnTo>
                  <a:lnTo>
                    <a:pt x="4568251" y="1663094"/>
                  </a:lnTo>
                  <a:lnTo>
                    <a:pt x="4568396" y="1663094"/>
                  </a:lnTo>
                  <a:lnTo>
                    <a:pt x="4568541" y="1663094"/>
                  </a:lnTo>
                  <a:lnTo>
                    <a:pt x="4568687" y="1663094"/>
                  </a:lnTo>
                  <a:lnTo>
                    <a:pt x="4568832" y="1663094"/>
                  </a:lnTo>
                  <a:lnTo>
                    <a:pt x="4568978" y="1663094"/>
                  </a:lnTo>
                  <a:lnTo>
                    <a:pt x="4568978" y="1662470"/>
                  </a:lnTo>
                  <a:lnTo>
                    <a:pt x="4569123" y="1662470"/>
                  </a:lnTo>
                  <a:lnTo>
                    <a:pt x="4569269" y="1662470"/>
                  </a:lnTo>
                  <a:lnTo>
                    <a:pt x="4569414" y="1662470"/>
                  </a:lnTo>
                  <a:lnTo>
                    <a:pt x="4569559" y="1662470"/>
                  </a:lnTo>
                  <a:lnTo>
                    <a:pt x="4569559" y="1661846"/>
                  </a:lnTo>
                  <a:lnTo>
                    <a:pt x="4569705" y="1661846"/>
                  </a:lnTo>
                  <a:lnTo>
                    <a:pt x="4569705" y="1661223"/>
                  </a:lnTo>
                  <a:lnTo>
                    <a:pt x="4569850" y="1661223"/>
                  </a:lnTo>
                  <a:lnTo>
                    <a:pt x="4569850" y="1660599"/>
                  </a:lnTo>
                  <a:lnTo>
                    <a:pt x="4569996" y="1660599"/>
                  </a:lnTo>
                  <a:lnTo>
                    <a:pt x="4570141" y="1660599"/>
                  </a:lnTo>
                  <a:lnTo>
                    <a:pt x="4570287" y="1660599"/>
                  </a:lnTo>
                  <a:lnTo>
                    <a:pt x="4570287" y="1659976"/>
                  </a:lnTo>
                  <a:lnTo>
                    <a:pt x="4570432" y="1659976"/>
                  </a:lnTo>
                  <a:lnTo>
                    <a:pt x="4570577" y="1659976"/>
                  </a:lnTo>
                  <a:lnTo>
                    <a:pt x="4570723" y="1659976"/>
                  </a:lnTo>
                  <a:lnTo>
                    <a:pt x="4570868" y="1659976"/>
                  </a:lnTo>
                  <a:lnTo>
                    <a:pt x="4571014" y="1659976"/>
                  </a:lnTo>
                  <a:lnTo>
                    <a:pt x="4571159" y="1659976"/>
                  </a:lnTo>
                  <a:lnTo>
                    <a:pt x="4571304" y="1659976"/>
                  </a:lnTo>
                  <a:lnTo>
                    <a:pt x="4571450" y="1659976"/>
                  </a:lnTo>
                  <a:lnTo>
                    <a:pt x="4571595" y="1659976"/>
                  </a:lnTo>
                  <a:lnTo>
                    <a:pt x="4571741" y="1659976"/>
                  </a:lnTo>
                  <a:lnTo>
                    <a:pt x="4571886" y="1659976"/>
                  </a:lnTo>
                  <a:lnTo>
                    <a:pt x="4572032" y="1659976"/>
                  </a:lnTo>
                  <a:lnTo>
                    <a:pt x="4572177" y="1659976"/>
                  </a:lnTo>
                  <a:lnTo>
                    <a:pt x="4572322" y="1659976"/>
                  </a:lnTo>
                  <a:lnTo>
                    <a:pt x="4572468" y="1659976"/>
                  </a:lnTo>
                  <a:lnTo>
                    <a:pt x="4572613" y="1659976"/>
                  </a:lnTo>
                  <a:lnTo>
                    <a:pt x="4572759" y="1659976"/>
                  </a:lnTo>
                  <a:lnTo>
                    <a:pt x="4572904" y="1659976"/>
                  </a:lnTo>
                  <a:lnTo>
                    <a:pt x="4573050" y="1659976"/>
                  </a:lnTo>
                  <a:lnTo>
                    <a:pt x="4573195" y="1659976"/>
                  </a:lnTo>
                  <a:lnTo>
                    <a:pt x="4573195" y="1659352"/>
                  </a:lnTo>
                  <a:lnTo>
                    <a:pt x="4573340" y="1659352"/>
                  </a:lnTo>
                  <a:lnTo>
                    <a:pt x="4573486" y="1659352"/>
                  </a:lnTo>
                  <a:lnTo>
                    <a:pt x="4573631" y="1659352"/>
                  </a:lnTo>
                  <a:lnTo>
                    <a:pt x="4573777" y="1659352"/>
                  </a:lnTo>
                  <a:lnTo>
                    <a:pt x="4573922" y="1659352"/>
                  </a:lnTo>
                  <a:lnTo>
                    <a:pt x="4574068" y="1659352"/>
                  </a:lnTo>
                  <a:lnTo>
                    <a:pt x="4574213" y="1659352"/>
                  </a:lnTo>
                  <a:lnTo>
                    <a:pt x="4574358" y="1659352"/>
                  </a:lnTo>
                  <a:lnTo>
                    <a:pt x="4574504" y="1659352"/>
                  </a:lnTo>
                  <a:lnTo>
                    <a:pt x="4574649" y="1659352"/>
                  </a:lnTo>
                  <a:lnTo>
                    <a:pt x="4574795" y="1659352"/>
                  </a:lnTo>
                  <a:lnTo>
                    <a:pt x="4574940" y="1659352"/>
                  </a:lnTo>
                  <a:lnTo>
                    <a:pt x="4574940" y="1658728"/>
                  </a:lnTo>
                  <a:lnTo>
                    <a:pt x="4575086" y="1658728"/>
                  </a:lnTo>
                  <a:lnTo>
                    <a:pt x="4575231" y="1658728"/>
                  </a:lnTo>
                  <a:lnTo>
                    <a:pt x="4575376" y="1658728"/>
                  </a:lnTo>
                  <a:lnTo>
                    <a:pt x="4575522" y="1658728"/>
                  </a:lnTo>
                  <a:lnTo>
                    <a:pt x="4575667" y="1658728"/>
                  </a:lnTo>
                  <a:lnTo>
                    <a:pt x="4575813" y="1658728"/>
                  </a:lnTo>
                  <a:lnTo>
                    <a:pt x="4575958" y="1658728"/>
                  </a:lnTo>
                  <a:lnTo>
                    <a:pt x="4576104" y="1658728"/>
                  </a:lnTo>
                  <a:lnTo>
                    <a:pt x="4576249" y="1658728"/>
                  </a:lnTo>
                  <a:lnTo>
                    <a:pt x="4576394" y="1658728"/>
                  </a:lnTo>
                  <a:lnTo>
                    <a:pt x="4576540" y="1658728"/>
                  </a:lnTo>
                  <a:lnTo>
                    <a:pt x="4576685" y="1658728"/>
                  </a:lnTo>
                  <a:lnTo>
                    <a:pt x="4576831" y="1658728"/>
                  </a:lnTo>
                  <a:lnTo>
                    <a:pt x="4576976" y="1658728"/>
                  </a:lnTo>
                  <a:lnTo>
                    <a:pt x="4577122" y="1658728"/>
                  </a:lnTo>
                  <a:lnTo>
                    <a:pt x="4577267" y="1658728"/>
                  </a:lnTo>
                  <a:lnTo>
                    <a:pt x="4577412" y="1658728"/>
                  </a:lnTo>
                  <a:lnTo>
                    <a:pt x="4577558" y="1658728"/>
                  </a:lnTo>
                  <a:lnTo>
                    <a:pt x="4577703" y="1658728"/>
                  </a:lnTo>
                  <a:lnTo>
                    <a:pt x="4577703" y="1658105"/>
                  </a:lnTo>
                  <a:lnTo>
                    <a:pt x="4577849" y="1658105"/>
                  </a:lnTo>
                  <a:lnTo>
                    <a:pt x="4577994" y="1658105"/>
                  </a:lnTo>
                  <a:lnTo>
                    <a:pt x="4578139" y="1658105"/>
                  </a:lnTo>
                  <a:lnTo>
                    <a:pt x="4578285" y="1658105"/>
                  </a:lnTo>
                  <a:lnTo>
                    <a:pt x="4578430" y="1658105"/>
                  </a:lnTo>
                  <a:lnTo>
                    <a:pt x="4578430" y="1657481"/>
                  </a:lnTo>
                  <a:lnTo>
                    <a:pt x="4578576" y="1657481"/>
                  </a:lnTo>
                  <a:lnTo>
                    <a:pt x="4578721" y="1657481"/>
                  </a:lnTo>
                  <a:lnTo>
                    <a:pt x="4578867" y="1657481"/>
                  </a:lnTo>
                  <a:lnTo>
                    <a:pt x="4578867" y="1656858"/>
                  </a:lnTo>
                  <a:lnTo>
                    <a:pt x="4579012" y="1656858"/>
                  </a:lnTo>
                  <a:lnTo>
                    <a:pt x="4579157" y="1656858"/>
                  </a:lnTo>
                  <a:lnTo>
                    <a:pt x="4579303" y="1656858"/>
                  </a:lnTo>
                  <a:lnTo>
                    <a:pt x="4579448" y="1656858"/>
                  </a:lnTo>
                  <a:lnTo>
                    <a:pt x="4579594" y="1656858"/>
                  </a:lnTo>
                  <a:lnTo>
                    <a:pt x="4579739" y="1656858"/>
                  </a:lnTo>
                  <a:lnTo>
                    <a:pt x="4579885" y="1656858"/>
                  </a:lnTo>
                  <a:lnTo>
                    <a:pt x="4580030" y="1656858"/>
                  </a:lnTo>
                  <a:lnTo>
                    <a:pt x="4580175" y="1656858"/>
                  </a:lnTo>
                  <a:lnTo>
                    <a:pt x="4580321" y="1656858"/>
                  </a:lnTo>
                  <a:lnTo>
                    <a:pt x="4580466" y="1656858"/>
                  </a:lnTo>
                  <a:lnTo>
                    <a:pt x="4580612" y="1656858"/>
                  </a:lnTo>
                  <a:lnTo>
                    <a:pt x="4580757" y="1656858"/>
                  </a:lnTo>
                  <a:lnTo>
                    <a:pt x="4580903" y="1656858"/>
                  </a:lnTo>
                  <a:lnTo>
                    <a:pt x="4581048" y="1656858"/>
                  </a:lnTo>
                  <a:lnTo>
                    <a:pt x="4581193" y="1656858"/>
                  </a:lnTo>
                  <a:lnTo>
                    <a:pt x="4581339" y="1656858"/>
                  </a:lnTo>
                  <a:lnTo>
                    <a:pt x="4581484" y="1656858"/>
                  </a:lnTo>
                  <a:lnTo>
                    <a:pt x="4581630" y="1656858"/>
                  </a:lnTo>
                  <a:lnTo>
                    <a:pt x="4581775" y="1656858"/>
                  </a:lnTo>
                  <a:lnTo>
                    <a:pt x="4581921" y="1656858"/>
                  </a:lnTo>
                  <a:lnTo>
                    <a:pt x="4582066" y="1656858"/>
                  </a:lnTo>
                  <a:lnTo>
                    <a:pt x="4582211" y="1656858"/>
                  </a:lnTo>
                  <a:lnTo>
                    <a:pt x="4582357" y="1656858"/>
                  </a:lnTo>
                  <a:lnTo>
                    <a:pt x="4582357" y="1656234"/>
                  </a:lnTo>
                  <a:lnTo>
                    <a:pt x="4582502" y="1656234"/>
                  </a:lnTo>
                  <a:lnTo>
                    <a:pt x="4582648" y="1656234"/>
                  </a:lnTo>
                  <a:lnTo>
                    <a:pt x="4582793" y="1656234"/>
                  </a:lnTo>
                  <a:lnTo>
                    <a:pt x="4582939" y="1656234"/>
                  </a:lnTo>
                  <a:lnTo>
                    <a:pt x="4582939" y="1655611"/>
                  </a:lnTo>
                  <a:lnTo>
                    <a:pt x="4582939" y="1654987"/>
                  </a:lnTo>
                  <a:lnTo>
                    <a:pt x="4582939" y="1654363"/>
                  </a:lnTo>
                  <a:lnTo>
                    <a:pt x="4583084" y="1654363"/>
                  </a:lnTo>
                  <a:lnTo>
                    <a:pt x="4583229" y="1654363"/>
                  </a:lnTo>
                  <a:lnTo>
                    <a:pt x="4583375" y="1654363"/>
                  </a:lnTo>
                  <a:lnTo>
                    <a:pt x="4583520" y="1654363"/>
                  </a:lnTo>
                  <a:lnTo>
                    <a:pt x="4583666" y="1654363"/>
                  </a:lnTo>
                  <a:lnTo>
                    <a:pt x="4583811" y="1654363"/>
                  </a:lnTo>
                  <a:lnTo>
                    <a:pt x="4583957" y="1654363"/>
                  </a:lnTo>
                  <a:lnTo>
                    <a:pt x="4584102" y="1654363"/>
                  </a:lnTo>
                  <a:lnTo>
                    <a:pt x="4584102" y="1653740"/>
                  </a:lnTo>
                  <a:lnTo>
                    <a:pt x="4584247" y="1653740"/>
                  </a:lnTo>
                  <a:lnTo>
                    <a:pt x="4584393" y="1653740"/>
                  </a:lnTo>
                  <a:lnTo>
                    <a:pt x="4584538" y="1653740"/>
                  </a:lnTo>
                  <a:lnTo>
                    <a:pt x="4584684" y="1653740"/>
                  </a:lnTo>
                  <a:lnTo>
                    <a:pt x="4584829" y="1653740"/>
                  </a:lnTo>
                  <a:lnTo>
                    <a:pt x="4584974" y="1653740"/>
                  </a:lnTo>
                  <a:lnTo>
                    <a:pt x="4585120" y="1653740"/>
                  </a:lnTo>
                  <a:lnTo>
                    <a:pt x="4585120" y="1653116"/>
                  </a:lnTo>
                  <a:lnTo>
                    <a:pt x="4585265" y="1653116"/>
                  </a:lnTo>
                  <a:lnTo>
                    <a:pt x="4585411" y="1653116"/>
                  </a:lnTo>
                  <a:lnTo>
                    <a:pt x="4585556" y="1653116"/>
                  </a:lnTo>
                  <a:lnTo>
                    <a:pt x="4585702" y="1653116"/>
                  </a:lnTo>
                  <a:lnTo>
                    <a:pt x="4585702" y="1652493"/>
                  </a:lnTo>
                  <a:lnTo>
                    <a:pt x="4585702" y="1651869"/>
                  </a:lnTo>
                  <a:lnTo>
                    <a:pt x="4585847" y="1651869"/>
                  </a:lnTo>
                  <a:lnTo>
                    <a:pt x="4585992" y="1651869"/>
                  </a:lnTo>
                  <a:lnTo>
                    <a:pt x="4586138" y="1651869"/>
                  </a:lnTo>
                  <a:lnTo>
                    <a:pt x="4586283" y="1651869"/>
                  </a:lnTo>
                  <a:lnTo>
                    <a:pt x="4586429" y="1651869"/>
                  </a:lnTo>
                  <a:lnTo>
                    <a:pt x="4586429" y="1651245"/>
                  </a:lnTo>
                  <a:lnTo>
                    <a:pt x="4586574" y="1651245"/>
                  </a:lnTo>
                  <a:lnTo>
                    <a:pt x="4586720" y="1651245"/>
                  </a:lnTo>
                  <a:lnTo>
                    <a:pt x="4586865" y="1651245"/>
                  </a:lnTo>
                  <a:lnTo>
                    <a:pt x="4587010" y="1651245"/>
                  </a:lnTo>
                  <a:lnTo>
                    <a:pt x="4587156" y="1651245"/>
                  </a:lnTo>
                  <a:lnTo>
                    <a:pt x="4587301" y="1651245"/>
                  </a:lnTo>
                  <a:lnTo>
                    <a:pt x="4587301" y="1650622"/>
                  </a:lnTo>
                  <a:lnTo>
                    <a:pt x="4587447" y="1650622"/>
                  </a:lnTo>
                  <a:lnTo>
                    <a:pt x="4587592" y="1650622"/>
                  </a:lnTo>
                  <a:lnTo>
                    <a:pt x="4587738" y="1650622"/>
                  </a:lnTo>
                  <a:lnTo>
                    <a:pt x="4587738" y="1649998"/>
                  </a:lnTo>
                  <a:lnTo>
                    <a:pt x="4587738" y="1649375"/>
                  </a:lnTo>
                  <a:lnTo>
                    <a:pt x="4587883" y="1649375"/>
                  </a:lnTo>
                  <a:lnTo>
                    <a:pt x="4588028" y="1649375"/>
                  </a:lnTo>
                  <a:lnTo>
                    <a:pt x="4588174" y="1649375"/>
                  </a:lnTo>
                  <a:lnTo>
                    <a:pt x="4588319" y="1649375"/>
                  </a:lnTo>
                  <a:lnTo>
                    <a:pt x="4588465" y="1649375"/>
                  </a:lnTo>
                  <a:lnTo>
                    <a:pt x="4588610" y="1649375"/>
                  </a:lnTo>
                  <a:lnTo>
                    <a:pt x="4588756" y="1649375"/>
                  </a:lnTo>
                  <a:lnTo>
                    <a:pt x="4588901" y="1649375"/>
                  </a:lnTo>
                  <a:lnTo>
                    <a:pt x="4589046" y="1649375"/>
                  </a:lnTo>
                  <a:lnTo>
                    <a:pt x="4589046" y="1648751"/>
                  </a:lnTo>
                  <a:lnTo>
                    <a:pt x="4589192" y="1648751"/>
                  </a:lnTo>
                  <a:lnTo>
                    <a:pt x="4589337" y="1648751"/>
                  </a:lnTo>
                  <a:lnTo>
                    <a:pt x="4589337" y="1648128"/>
                  </a:lnTo>
                  <a:lnTo>
                    <a:pt x="4589483" y="1648128"/>
                  </a:lnTo>
                  <a:lnTo>
                    <a:pt x="4589483" y="1647504"/>
                  </a:lnTo>
                  <a:lnTo>
                    <a:pt x="4589628" y="1647504"/>
                  </a:lnTo>
                  <a:lnTo>
                    <a:pt x="4589774" y="1647504"/>
                  </a:lnTo>
                  <a:lnTo>
                    <a:pt x="4589919" y="1647504"/>
                  </a:lnTo>
                  <a:lnTo>
                    <a:pt x="4589919" y="1646880"/>
                  </a:lnTo>
                  <a:lnTo>
                    <a:pt x="4589919" y="1646257"/>
                  </a:lnTo>
                  <a:lnTo>
                    <a:pt x="4590064" y="1646257"/>
                  </a:lnTo>
                  <a:lnTo>
                    <a:pt x="4590210" y="1646257"/>
                  </a:lnTo>
                  <a:lnTo>
                    <a:pt x="4590355" y="1646257"/>
                  </a:lnTo>
                  <a:lnTo>
                    <a:pt x="4590501" y="1646257"/>
                  </a:lnTo>
                  <a:lnTo>
                    <a:pt x="4590501" y="1645633"/>
                  </a:lnTo>
                  <a:lnTo>
                    <a:pt x="4590646" y="1645633"/>
                  </a:lnTo>
                  <a:lnTo>
                    <a:pt x="4590792" y="1645633"/>
                  </a:lnTo>
                  <a:lnTo>
                    <a:pt x="4590937" y="1645633"/>
                  </a:lnTo>
                  <a:lnTo>
                    <a:pt x="4591082" y="1645633"/>
                  </a:lnTo>
                  <a:lnTo>
                    <a:pt x="4591228" y="1645633"/>
                  </a:lnTo>
                  <a:lnTo>
                    <a:pt x="4591373" y="1645633"/>
                  </a:lnTo>
                  <a:lnTo>
                    <a:pt x="4591519" y="1645633"/>
                  </a:lnTo>
                  <a:lnTo>
                    <a:pt x="4591664" y="1645633"/>
                  </a:lnTo>
                  <a:lnTo>
                    <a:pt x="4591809" y="1645633"/>
                  </a:lnTo>
                  <a:lnTo>
                    <a:pt x="4591955" y="1645633"/>
                  </a:lnTo>
                  <a:lnTo>
                    <a:pt x="4592100" y="1645633"/>
                  </a:lnTo>
                  <a:lnTo>
                    <a:pt x="4592246" y="1645633"/>
                  </a:lnTo>
                  <a:lnTo>
                    <a:pt x="4592391" y="1645633"/>
                  </a:lnTo>
                  <a:lnTo>
                    <a:pt x="4592391" y="1645010"/>
                  </a:lnTo>
                  <a:lnTo>
                    <a:pt x="4592537" y="1645010"/>
                  </a:lnTo>
                  <a:lnTo>
                    <a:pt x="4592682" y="1645010"/>
                  </a:lnTo>
                  <a:lnTo>
                    <a:pt x="4592827" y="1645010"/>
                  </a:lnTo>
                  <a:lnTo>
                    <a:pt x="4592827" y="1644386"/>
                  </a:lnTo>
                  <a:lnTo>
                    <a:pt x="4592973" y="1644386"/>
                  </a:lnTo>
                  <a:lnTo>
                    <a:pt x="4593118" y="1644386"/>
                  </a:lnTo>
                  <a:lnTo>
                    <a:pt x="4593264" y="1644386"/>
                  </a:lnTo>
                  <a:lnTo>
                    <a:pt x="4593409" y="1644386"/>
                  </a:lnTo>
                  <a:lnTo>
                    <a:pt x="4593555" y="1644386"/>
                  </a:lnTo>
                  <a:lnTo>
                    <a:pt x="4593700" y="1644386"/>
                  </a:lnTo>
                  <a:lnTo>
                    <a:pt x="4593845" y="1644386"/>
                  </a:lnTo>
                  <a:lnTo>
                    <a:pt x="4593991" y="1644386"/>
                  </a:lnTo>
                  <a:lnTo>
                    <a:pt x="4594136" y="1644386"/>
                  </a:lnTo>
                  <a:lnTo>
                    <a:pt x="4594282" y="1644386"/>
                  </a:lnTo>
                  <a:lnTo>
                    <a:pt x="4594427" y="1644386"/>
                  </a:lnTo>
                  <a:lnTo>
                    <a:pt x="4594573" y="1644386"/>
                  </a:lnTo>
                  <a:lnTo>
                    <a:pt x="4594573" y="1643762"/>
                  </a:lnTo>
                  <a:lnTo>
                    <a:pt x="4594718" y="1643762"/>
                  </a:lnTo>
                  <a:lnTo>
                    <a:pt x="4594718" y="1643139"/>
                  </a:lnTo>
                  <a:lnTo>
                    <a:pt x="4594863" y="1643139"/>
                  </a:lnTo>
                  <a:lnTo>
                    <a:pt x="4595009" y="1643139"/>
                  </a:lnTo>
                  <a:lnTo>
                    <a:pt x="4595154" y="1643139"/>
                  </a:lnTo>
                  <a:lnTo>
                    <a:pt x="4595300" y="1643139"/>
                  </a:lnTo>
                  <a:lnTo>
                    <a:pt x="4595445" y="1643139"/>
                  </a:lnTo>
                  <a:lnTo>
                    <a:pt x="4595591" y="1643139"/>
                  </a:lnTo>
                  <a:lnTo>
                    <a:pt x="4595736" y="1643139"/>
                  </a:lnTo>
                  <a:lnTo>
                    <a:pt x="4595881" y="1643139"/>
                  </a:lnTo>
                  <a:lnTo>
                    <a:pt x="4596027" y="1643139"/>
                  </a:lnTo>
                  <a:lnTo>
                    <a:pt x="4596172" y="1643139"/>
                  </a:lnTo>
                  <a:lnTo>
                    <a:pt x="4596318" y="1643139"/>
                  </a:lnTo>
                  <a:lnTo>
                    <a:pt x="4596463" y="1643139"/>
                  </a:lnTo>
                  <a:lnTo>
                    <a:pt x="4596463" y="1642515"/>
                  </a:lnTo>
                  <a:lnTo>
                    <a:pt x="4596609" y="1642515"/>
                  </a:lnTo>
                  <a:lnTo>
                    <a:pt x="4596754" y="1642515"/>
                  </a:lnTo>
                  <a:lnTo>
                    <a:pt x="4596899" y="1642515"/>
                  </a:lnTo>
                  <a:lnTo>
                    <a:pt x="4597045" y="1642515"/>
                  </a:lnTo>
                  <a:lnTo>
                    <a:pt x="4597190" y="1642515"/>
                  </a:lnTo>
                  <a:lnTo>
                    <a:pt x="4597336" y="1642515"/>
                  </a:lnTo>
                  <a:lnTo>
                    <a:pt x="4597336" y="1641892"/>
                  </a:lnTo>
                  <a:lnTo>
                    <a:pt x="4597481" y="1641892"/>
                  </a:lnTo>
                  <a:lnTo>
                    <a:pt x="4597627" y="1641892"/>
                  </a:lnTo>
                  <a:lnTo>
                    <a:pt x="4597772" y="1641892"/>
                  </a:lnTo>
                  <a:lnTo>
                    <a:pt x="4597917" y="1641892"/>
                  </a:lnTo>
                  <a:lnTo>
                    <a:pt x="4597917" y="1641268"/>
                  </a:lnTo>
                  <a:lnTo>
                    <a:pt x="4598063" y="1641268"/>
                  </a:lnTo>
                  <a:lnTo>
                    <a:pt x="4598208" y="1641268"/>
                  </a:lnTo>
                  <a:lnTo>
                    <a:pt x="4598208" y="1640645"/>
                  </a:lnTo>
                  <a:lnTo>
                    <a:pt x="4598208" y="1640021"/>
                  </a:lnTo>
                  <a:lnTo>
                    <a:pt x="4598208" y="1639397"/>
                  </a:lnTo>
                  <a:lnTo>
                    <a:pt x="4598354" y="1639397"/>
                  </a:lnTo>
                  <a:lnTo>
                    <a:pt x="4598354" y="1638774"/>
                  </a:lnTo>
                  <a:lnTo>
                    <a:pt x="4598499" y="1638774"/>
                  </a:lnTo>
                  <a:lnTo>
                    <a:pt x="4598644" y="1638774"/>
                  </a:lnTo>
                  <a:lnTo>
                    <a:pt x="4598790" y="1638774"/>
                  </a:lnTo>
                  <a:lnTo>
                    <a:pt x="4598935" y="1638774"/>
                  </a:lnTo>
                  <a:lnTo>
                    <a:pt x="4599081" y="1638774"/>
                  </a:lnTo>
                  <a:lnTo>
                    <a:pt x="4599226" y="1638774"/>
                  </a:lnTo>
                  <a:lnTo>
                    <a:pt x="4599372" y="1638774"/>
                  </a:lnTo>
                  <a:lnTo>
                    <a:pt x="4599517" y="1638774"/>
                  </a:lnTo>
                  <a:lnTo>
                    <a:pt x="4599662" y="1638774"/>
                  </a:lnTo>
                  <a:lnTo>
                    <a:pt x="4599662" y="1638150"/>
                  </a:lnTo>
                  <a:lnTo>
                    <a:pt x="4599808" y="1638150"/>
                  </a:lnTo>
                  <a:lnTo>
                    <a:pt x="4599808" y="1637527"/>
                  </a:lnTo>
                  <a:lnTo>
                    <a:pt x="4599953" y="1637527"/>
                  </a:lnTo>
                  <a:lnTo>
                    <a:pt x="4600099" y="1637527"/>
                  </a:lnTo>
                  <a:lnTo>
                    <a:pt x="4600244" y="1637527"/>
                  </a:lnTo>
                  <a:lnTo>
                    <a:pt x="4600390" y="1637527"/>
                  </a:lnTo>
                  <a:lnTo>
                    <a:pt x="4600535" y="1637527"/>
                  </a:lnTo>
                  <a:lnTo>
                    <a:pt x="4600680" y="1637527"/>
                  </a:lnTo>
                  <a:lnTo>
                    <a:pt x="4600680" y="1636903"/>
                  </a:lnTo>
                  <a:lnTo>
                    <a:pt x="4600826" y="1636903"/>
                  </a:lnTo>
                  <a:lnTo>
                    <a:pt x="4600971" y="1636903"/>
                  </a:lnTo>
                  <a:lnTo>
                    <a:pt x="4601117" y="1636903"/>
                  </a:lnTo>
                  <a:lnTo>
                    <a:pt x="4601117" y="1636280"/>
                  </a:lnTo>
                  <a:lnTo>
                    <a:pt x="4601262" y="1636280"/>
                  </a:lnTo>
                  <a:lnTo>
                    <a:pt x="4601408" y="1636280"/>
                  </a:lnTo>
                  <a:lnTo>
                    <a:pt x="4601553" y="1636280"/>
                  </a:lnTo>
                  <a:lnTo>
                    <a:pt x="4601698" y="1636280"/>
                  </a:lnTo>
                  <a:lnTo>
                    <a:pt x="4601844" y="1636280"/>
                  </a:lnTo>
                  <a:lnTo>
                    <a:pt x="4601989" y="1636280"/>
                  </a:lnTo>
                  <a:lnTo>
                    <a:pt x="4602135" y="1636280"/>
                  </a:lnTo>
                  <a:lnTo>
                    <a:pt x="4602280" y="1636280"/>
                  </a:lnTo>
                  <a:lnTo>
                    <a:pt x="4602426" y="1636280"/>
                  </a:lnTo>
                  <a:lnTo>
                    <a:pt x="4602426" y="1635656"/>
                  </a:lnTo>
                  <a:lnTo>
                    <a:pt x="4602571" y="1635656"/>
                  </a:lnTo>
                  <a:lnTo>
                    <a:pt x="4602716" y="1635656"/>
                  </a:lnTo>
                  <a:lnTo>
                    <a:pt x="4602862" y="1635656"/>
                  </a:lnTo>
                  <a:lnTo>
                    <a:pt x="4603007" y="1635656"/>
                  </a:lnTo>
                  <a:lnTo>
                    <a:pt x="4603153" y="1635656"/>
                  </a:lnTo>
                  <a:lnTo>
                    <a:pt x="4603298" y="1635656"/>
                  </a:lnTo>
                  <a:lnTo>
                    <a:pt x="4603298" y="1635032"/>
                  </a:lnTo>
                  <a:lnTo>
                    <a:pt x="4603444" y="1635032"/>
                  </a:lnTo>
                  <a:lnTo>
                    <a:pt x="4603589" y="1635032"/>
                  </a:lnTo>
                  <a:lnTo>
                    <a:pt x="4603734" y="1635032"/>
                  </a:lnTo>
                  <a:lnTo>
                    <a:pt x="4603880" y="1635032"/>
                  </a:lnTo>
                  <a:lnTo>
                    <a:pt x="4603880" y="1634409"/>
                  </a:lnTo>
                  <a:lnTo>
                    <a:pt x="4604025" y="1634409"/>
                  </a:lnTo>
                  <a:lnTo>
                    <a:pt x="4604171" y="1634409"/>
                  </a:lnTo>
                  <a:lnTo>
                    <a:pt x="4604171" y="1633785"/>
                  </a:lnTo>
                  <a:lnTo>
                    <a:pt x="4604316" y="1633785"/>
                  </a:lnTo>
                  <a:lnTo>
                    <a:pt x="4604462" y="1633785"/>
                  </a:lnTo>
                  <a:lnTo>
                    <a:pt x="4604607" y="1633785"/>
                  </a:lnTo>
                  <a:lnTo>
                    <a:pt x="4604752" y="1633785"/>
                  </a:lnTo>
                  <a:lnTo>
                    <a:pt x="4604898" y="1633785"/>
                  </a:lnTo>
                  <a:lnTo>
                    <a:pt x="4605043" y="1633785"/>
                  </a:lnTo>
                  <a:lnTo>
                    <a:pt x="4605189" y="1633785"/>
                  </a:lnTo>
                  <a:lnTo>
                    <a:pt x="4605189" y="1633162"/>
                  </a:lnTo>
                  <a:lnTo>
                    <a:pt x="4605334" y="1633162"/>
                  </a:lnTo>
                  <a:lnTo>
                    <a:pt x="4605479" y="1633162"/>
                  </a:lnTo>
                  <a:lnTo>
                    <a:pt x="4605625" y="1633162"/>
                  </a:lnTo>
                  <a:lnTo>
                    <a:pt x="4605770" y="1633162"/>
                  </a:lnTo>
                  <a:lnTo>
                    <a:pt x="4605916" y="1633162"/>
                  </a:lnTo>
                  <a:lnTo>
                    <a:pt x="4605916" y="1632538"/>
                  </a:lnTo>
                  <a:lnTo>
                    <a:pt x="4606061" y="1632538"/>
                  </a:lnTo>
                  <a:lnTo>
                    <a:pt x="4606207" y="1632538"/>
                  </a:lnTo>
                  <a:lnTo>
                    <a:pt x="4606207" y="1631914"/>
                  </a:lnTo>
                  <a:lnTo>
                    <a:pt x="4606352" y="1631914"/>
                  </a:lnTo>
                  <a:lnTo>
                    <a:pt x="4606497" y="1631914"/>
                  </a:lnTo>
                  <a:lnTo>
                    <a:pt x="4606643" y="1631914"/>
                  </a:lnTo>
                  <a:lnTo>
                    <a:pt x="4606643" y="1631291"/>
                  </a:lnTo>
                  <a:lnTo>
                    <a:pt x="4606788" y="1631291"/>
                  </a:lnTo>
                  <a:lnTo>
                    <a:pt x="4606934" y="1631291"/>
                  </a:lnTo>
                  <a:lnTo>
                    <a:pt x="4607079" y="1631291"/>
                  </a:lnTo>
                  <a:lnTo>
                    <a:pt x="4607225" y="1631291"/>
                  </a:lnTo>
                  <a:lnTo>
                    <a:pt x="4607370" y="1631291"/>
                  </a:lnTo>
                  <a:lnTo>
                    <a:pt x="4607515" y="1631291"/>
                  </a:lnTo>
                  <a:lnTo>
                    <a:pt x="4607661" y="1631291"/>
                  </a:lnTo>
                  <a:lnTo>
                    <a:pt x="4607806" y="1631291"/>
                  </a:lnTo>
                  <a:lnTo>
                    <a:pt x="4607952" y="1631291"/>
                  </a:lnTo>
                  <a:lnTo>
                    <a:pt x="4608097" y="1631291"/>
                  </a:lnTo>
                  <a:lnTo>
                    <a:pt x="4608243" y="1631291"/>
                  </a:lnTo>
                  <a:lnTo>
                    <a:pt x="4608243" y="1630667"/>
                  </a:lnTo>
                  <a:lnTo>
                    <a:pt x="4608388" y="1630667"/>
                  </a:lnTo>
                  <a:lnTo>
                    <a:pt x="4608533" y="1630667"/>
                  </a:lnTo>
                  <a:lnTo>
                    <a:pt x="4608679" y="1630667"/>
                  </a:lnTo>
                  <a:lnTo>
                    <a:pt x="4608824" y="1630667"/>
                  </a:lnTo>
                  <a:lnTo>
                    <a:pt x="4608824" y="1630044"/>
                  </a:lnTo>
                  <a:lnTo>
                    <a:pt x="4608970" y="1630044"/>
                  </a:lnTo>
                  <a:lnTo>
                    <a:pt x="4609115" y="1630044"/>
                  </a:lnTo>
                  <a:lnTo>
                    <a:pt x="4609261" y="1630044"/>
                  </a:lnTo>
                  <a:lnTo>
                    <a:pt x="4609406" y="1630044"/>
                  </a:lnTo>
                  <a:lnTo>
                    <a:pt x="4609406" y="1629420"/>
                  </a:lnTo>
                  <a:lnTo>
                    <a:pt x="4609551" y="1629420"/>
                  </a:lnTo>
                  <a:lnTo>
                    <a:pt x="4609697" y="1629420"/>
                  </a:lnTo>
                  <a:lnTo>
                    <a:pt x="4609842" y="1629420"/>
                  </a:lnTo>
                  <a:lnTo>
                    <a:pt x="4609988" y="1629420"/>
                  </a:lnTo>
                  <a:lnTo>
                    <a:pt x="4609988" y="1628797"/>
                  </a:lnTo>
                  <a:lnTo>
                    <a:pt x="4609988" y="1628173"/>
                  </a:lnTo>
                  <a:lnTo>
                    <a:pt x="4610133" y="1628173"/>
                  </a:lnTo>
                  <a:lnTo>
                    <a:pt x="4610279" y="1628173"/>
                  </a:lnTo>
                  <a:lnTo>
                    <a:pt x="4610424" y="1628173"/>
                  </a:lnTo>
                  <a:lnTo>
                    <a:pt x="4610569" y="1628173"/>
                  </a:lnTo>
                  <a:lnTo>
                    <a:pt x="4610715" y="1628173"/>
                  </a:lnTo>
                  <a:lnTo>
                    <a:pt x="4610860" y="1628173"/>
                  </a:lnTo>
                  <a:lnTo>
                    <a:pt x="4611006" y="1628173"/>
                  </a:lnTo>
                  <a:lnTo>
                    <a:pt x="4611151" y="1628173"/>
                  </a:lnTo>
                  <a:lnTo>
                    <a:pt x="4611151" y="1627549"/>
                  </a:lnTo>
                  <a:lnTo>
                    <a:pt x="4611151" y="1626926"/>
                  </a:lnTo>
                  <a:lnTo>
                    <a:pt x="4611151" y="1626302"/>
                  </a:lnTo>
                  <a:lnTo>
                    <a:pt x="4611297" y="1626302"/>
                  </a:lnTo>
                  <a:lnTo>
                    <a:pt x="4611442" y="1626302"/>
                  </a:lnTo>
                  <a:lnTo>
                    <a:pt x="4611587" y="1626302"/>
                  </a:lnTo>
                  <a:lnTo>
                    <a:pt x="4611733" y="1626302"/>
                  </a:lnTo>
                  <a:lnTo>
                    <a:pt x="4611878" y="1626302"/>
                  </a:lnTo>
                  <a:lnTo>
                    <a:pt x="4612024" y="1626302"/>
                  </a:lnTo>
                  <a:lnTo>
                    <a:pt x="4612169" y="1626302"/>
                  </a:lnTo>
                  <a:lnTo>
                    <a:pt x="4612314" y="1626302"/>
                  </a:lnTo>
                  <a:lnTo>
                    <a:pt x="4612460" y="1626302"/>
                  </a:lnTo>
                  <a:lnTo>
                    <a:pt x="4612605" y="1626302"/>
                  </a:lnTo>
                  <a:lnTo>
                    <a:pt x="4612751" y="1626302"/>
                  </a:lnTo>
                  <a:lnTo>
                    <a:pt x="4612896" y="1626302"/>
                  </a:lnTo>
                  <a:lnTo>
                    <a:pt x="4613042" y="1626302"/>
                  </a:lnTo>
                  <a:lnTo>
                    <a:pt x="4613187" y="1626302"/>
                  </a:lnTo>
                  <a:lnTo>
                    <a:pt x="4613332" y="1626302"/>
                  </a:lnTo>
                  <a:lnTo>
                    <a:pt x="4613332" y="1625679"/>
                  </a:lnTo>
                  <a:lnTo>
                    <a:pt x="4613478" y="1625679"/>
                  </a:lnTo>
                  <a:lnTo>
                    <a:pt x="4613623" y="1625679"/>
                  </a:lnTo>
                  <a:lnTo>
                    <a:pt x="4613769" y="1625679"/>
                  </a:lnTo>
                  <a:lnTo>
                    <a:pt x="4613914" y="1625679"/>
                  </a:lnTo>
                  <a:lnTo>
                    <a:pt x="4614060" y="1625679"/>
                  </a:lnTo>
                  <a:lnTo>
                    <a:pt x="4614205" y="1625679"/>
                  </a:lnTo>
                  <a:lnTo>
                    <a:pt x="4614350" y="1625679"/>
                  </a:lnTo>
                  <a:lnTo>
                    <a:pt x="4614496" y="1625679"/>
                  </a:lnTo>
                  <a:lnTo>
                    <a:pt x="4614496" y="1625055"/>
                  </a:lnTo>
                  <a:lnTo>
                    <a:pt x="4614641" y="1625055"/>
                  </a:lnTo>
                  <a:lnTo>
                    <a:pt x="4614787" y="1625055"/>
                  </a:lnTo>
                  <a:lnTo>
                    <a:pt x="4614932" y="1625055"/>
                  </a:lnTo>
                  <a:lnTo>
                    <a:pt x="4615078" y="1625055"/>
                  </a:lnTo>
                  <a:lnTo>
                    <a:pt x="4615078" y="1624431"/>
                  </a:lnTo>
                  <a:lnTo>
                    <a:pt x="4615223" y="1624431"/>
                  </a:lnTo>
                  <a:lnTo>
                    <a:pt x="4615368" y="1624431"/>
                  </a:lnTo>
                  <a:lnTo>
                    <a:pt x="4615514" y="1624431"/>
                  </a:lnTo>
                  <a:lnTo>
                    <a:pt x="4615659" y="1624431"/>
                  </a:lnTo>
                  <a:lnTo>
                    <a:pt x="4615659" y="1623808"/>
                  </a:lnTo>
                  <a:lnTo>
                    <a:pt x="4615805" y="1623808"/>
                  </a:lnTo>
                  <a:lnTo>
                    <a:pt x="4615950" y="1623808"/>
                  </a:lnTo>
                  <a:lnTo>
                    <a:pt x="4616096" y="1623808"/>
                  </a:lnTo>
                  <a:lnTo>
                    <a:pt x="4616241" y="1623808"/>
                  </a:lnTo>
                  <a:lnTo>
                    <a:pt x="4616241" y="1623184"/>
                  </a:lnTo>
                  <a:lnTo>
                    <a:pt x="4616386" y="1623184"/>
                  </a:lnTo>
                  <a:lnTo>
                    <a:pt x="4616532" y="1623184"/>
                  </a:lnTo>
                  <a:lnTo>
                    <a:pt x="4616677" y="1623184"/>
                  </a:lnTo>
                  <a:lnTo>
                    <a:pt x="4616823" y="1623184"/>
                  </a:lnTo>
                  <a:lnTo>
                    <a:pt x="4616968" y="1623184"/>
                  </a:lnTo>
                  <a:lnTo>
                    <a:pt x="4617114" y="1623184"/>
                  </a:lnTo>
                  <a:lnTo>
                    <a:pt x="4617259" y="1623184"/>
                  </a:lnTo>
                  <a:lnTo>
                    <a:pt x="4617404" y="1623184"/>
                  </a:lnTo>
                  <a:lnTo>
                    <a:pt x="4617550" y="1623184"/>
                  </a:lnTo>
                  <a:lnTo>
                    <a:pt x="4617695" y="1623184"/>
                  </a:lnTo>
                  <a:lnTo>
                    <a:pt x="4617841" y="1623184"/>
                  </a:lnTo>
                  <a:lnTo>
                    <a:pt x="4617986" y="1623184"/>
                  </a:lnTo>
                  <a:lnTo>
                    <a:pt x="4618131" y="1623184"/>
                  </a:lnTo>
                  <a:lnTo>
                    <a:pt x="4618131" y="1622561"/>
                  </a:lnTo>
                  <a:lnTo>
                    <a:pt x="4618277" y="1622561"/>
                  </a:lnTo>
                  <a:lnTo>
                    <a:pt x="4618422" y="1622561"/>
                  </a:lnTo>
                  <a:lnTo>
                    <a:pt x="4618568" y="1622561"/>
                  </a:lnTo>
                  <a:lnTo>
                    <a:pt x="4618568" y="1621937"/>
                  </a:lnTo>
                  <a:lnTo>
                    <a:pt x="4618713" y="1621937"/>
                  </a:lnTo>
                  <a:lnTo>
                    <a:pt x="4618859" y="1621937"/>
                  </a:lnTo>
                  <a:lnTo>
                    <a:pt x="4619004" y="1621937"/>
                  </a:lnTo>
                  <a:lnTo>
                    <a:pt x="4619149" y="1621937"/>
                  </a:lnTo>
                  <a:lnTo>
                    <a:pt x="4619295" y="1621937"/>
                  </a:lnTo>
                  <a:lnTo>
                    <a:pt x="4619440" y="1621937"/>
                  </a:lnTo>
                  <a:lnTo>
                    <a:pt x="4619586" y="1621937"/>
                  </a:lnTo>
                  <a:lnTo>
                    <a:pt x="4619731" y="1621937"/>
                  </a:lnTo>
                  <a:lnTo>
                    <a:pt x="4619877" y="1621937"/>
                  </a:lnTo>
                  <a:lnTo>
                    <a:pt x="4620022" y="1621937"/>
                  </a:lnTo>
                  <a:lnTo>
                    <a:pt x="4620167" y="1621937"/>
                  </a:lnTo>
                  <a:lnTo>
                    <a:pt x="4620313" y="1621937"/>
                  </a:lnTo>
                  <a:lnTo>
                    <a:pt x="4620458" y="1621937"/>
                  </a:lnTo>
                  <a:lnTo>
                    <a:pt x="4620604" y="1621937"/>
                  </a:lnTo>
                  <a:lnTo>
                    <a:pt x="4620749" y="1621937"/>
                  </a:lnTo>
                  <a:lnTo>
                    <a:pt x="4620895" y="1621937"/>
                  </a:lnTo>
                  <a:lnTo>
                    <a:pt x="4621040" y="1621937"/>
                  </a:lnTo>
                  <a:lnTo>
                    <a:pt x="4621040" y="1621314"/>
                  </a:lnTo>
                  <a:lnTo>
                    <a:pt x="4621185" y="1621314"/>
                  </a:lnTo>
                  <a:lnTo>
                    <a:pt x="4621331" y="1621314"/>
                  </a:lnTo>
                  <a:lnTo>
                    <a:pt x="4621476" y="1621314"/>
                  </a:lnTo>
                  <a:lnTo>
                    <a:pt x="4621622" y="1621314"/>
                  </a:lnTo>
                  <a:lnTo>
                    <a:pt x="4621622" y="1620690"/>
                  </a:lnTo>
                  <a:lnTo>
                    <a:pt x="4621767" y="1620690"/>
                  </a:lnTo>
                  <a:lnTo>
                    <a:pt x="4621767" y="1620066"/>
                  </a:lnTo>
                  <a:lnTo>
                    <a:pt x="4621913" y="1620066"/>
                  </a:lnTo>
                  <a:lnTo>
                    <a:pt x="4622058" y="1620066"/>
                  </a:lnTo>
                  <a:lnTo>
                    <a:pt x="4622203" y="1620066"/>
                  </a:lnTo>
                  <a:lnTo>
                    <a:pt x="4622203" y="1619443"/>
                  </a:lnTo>
                  <a:lnTo>
                    <a:pt x="4622203" y="1618819"/>
                  </a:lnTo>
                  <a:lnTo>
                    <a:pt x="4622349" y="1618819"/>
                  </a:lnTo>
                  <a:lnTo>
                    <a:pt x="4622349" y="1618196"/>
                  </a:lnTo>
                  <a:lnTo>
                    <a:pt x="4622349" y="1617572"/>
                  </a:lnTo>
                  <a:lnTo>
                    <a:pt x="4622494" y="1617572"/>
                  </a:lnTo>
                  <a:lnTo>
                    <a:pt x="4622640" y="1617572"/>
                  </a:lnTo>
                  <a:lnTo>
                    <a:pt x="4622785" y="1617572"/>
                  </a:lnTo>
                  <a:lnTo>
                    <a:pt x="4622931" y="1617572"/>
                  </a:lnTo>
                  <a:lnTo>
                    <a:pt x="4623076" y="1617572"/>
                  </a:lnTo>
                  <a:lnTo>
                    <a:pt x="4623221" y="1617572"/>
                  </a:lnTo>
                  <a:lnTo>
                    <a:pt x="4623367" y="1617572"/>
                  </a:lnTo>
                  <a:lnTo>
                    <a:pt x="4623512" y="1617572"/>
                  </a:lnTo>
                  <a:lnTo>
                    <a:pt x="4623658" y="1617572"/>
                  </a:lnTo>
                  <a:lnTo>
                    <a:pt x="4623803" y="1617572"/>
                  </a:lnTo>
                  <a:lnTo>
                    <a:pt x="4623949" y="1617572"/>
                  </a:lnTo>
                  <a:lnTo>
                    <a:pt x="4624094" y="1617572"/>
                  </a:lnTo>
                  <a:lnTo>
                    <a:pt x="4624239" y="1617572"/>
                  </a:lnTo>
                  <a:lnTo>
                    <a:pt x="4624385" y="1617572"/>
                  </a:lnTo>
                  <a:lnTo>
                    <a:pt x="4624385" y="1616948"/>
                  </a:lnTo>
                  <a:lnTo>
                    <a:pt x="4624530" y="1616948"/>
                  </a:lnTo>
                  <a:lnTo>
                    <a:pt x="4624676" y="1616948"/>
                  </a:lnTo>
                  <a:lnTo>
                    <a:pt x="4624821" y="1616948"/>
                  </a:lnTo>
                  <a:lnTo>
                    <a:pt x="4624966" y="1616948"/>
                  </a:lnTo>
                  <a:lnTo>
                    <a:pt x="4625112" y="1616948"/>
                  </a:lnTo>
                  <a:lnTo>
                    <a:pt x="4625112" y="1616325"/>
                  </a:lnTo>
                  <a:lnTo>
                    <a:pt x="4625257" y="1616325"/>
                  </a:lnTo>
                  <a:lnTo>
                    <a:pt x="4625257" y="1615701"/>
                  </a:lnTo>
                  <a:lnTo>
                    <a:pt x="4625403" y="1615701"/>
                  </a:lnTo>
                  <a:lnTo>
                    <a:pt x="4625403" y="1615078"/>
                  </a:lnTo>
                  <a:lnTo>
                    <a:pt x="4625548" y="1615078"/>
                  </a:lnTo>
                  <a:lnTo>
                    <a:pt x="4625694" y="1615078"/>
                  </a:lnTo>
                  <a:lnTo>
                    <a:pt x="4625839" y="1615078"/>
                  </a:lnTo>
                  <a:lnTo>
                    <a:pt x="4625984" y="1615078"/>
                  </a:lnTo>
                  <a:lnTo>
                    <a:pt x="4626130" y="1615078"/>
                  </a:lnTo>
                  <a:lnTo>
                    <a:pt x="4626275" y="1615078"/>
                  </a:lnTo>
                  <a:lnTo>
                    <a:pt x="4626421" y="1615078"/>
                  </a:lnTo>
                  <a:lnTo>
                    <a:pt x="4626566" y="1615078"/>
                  </a:lnTo>
                  <a:lnTo>
                    <a:pt x="4626712" y="1615078"/>
                  </a:lnTo>
                  <a:lnTo>
                    <a:pt x="4626857" y="1615078"/>
                  </a:lnTo>
                  <a:lnTo>
                    <a:pt x="4627002" y="1615078"/>
                  </a:lnTo>
                  <a:lnTo>
                    <a:pt x="4627148" y="1615078"/>
                  </a:lnTo>
                  <a:lnTo>
                    <a:pt x="4627293" y="1615078"/>
                  </a:lnTo>
                  <a:lnTo>
                    <a:pt x="4627293" y="1614454"/>
                  </a:lnTo>
                  <a:lnTo>
                    <a:pt x="4627439" y="1614454"/>
                  </a:lnTo>
                  <a:lnTo>
                    <a:pt x="4627584" y="1614454"/>
                  </a:lnTo>
                  <a:lnTo>
                    <a:pt x="4627730" y="1614454"/>
                  </a:lnTo>
                  <a:lnTo>
                    <a:pt x="4627875" y="1614454"/>
                  </a:lnTo>
                  <a:lnTo>
                    <a:pt x="4627875" y="1613831"/>
                  </a:lnTo>
                  <a:lnTo>
                    <a:pt x="4628020" y="1613831"/>
                  </a:lnTo>
                  <a:lnTo>
                    <a:pt x="4628020" y="1613207"/>
                  </a:lnTo>
                  <a:lnTo>
                    <a:pt x="4628166" y="1613207"/>
                  </a:lnTo>
                  <a:lnTo>
                    <a:pt x="4628311" y="1613207"/>
                  </a:lnTo>
                  <a:lnTo>
                    <a:pt x="4628457" y="1613207"/>
                  </a:lnTo>
                  <a:lnTo>
                    <a:pt x="4628602" y="1613207"/>
                  </a:lnTo>
                  <a:lnTo>
                    <a:pt x="4628748" y="1613207"/>
                  </a:lnTo>
                  <a:lnTo>
                    <a:pt x="4628748" y="1612583"/>
                  </a:lnTo>
                  <a:lnTo>
                    <a:pt x="4628893" y="1612583"/>
                  </a:lnTo>
                  <a:lnTo>
                    <a:pt x="4629038" y="1612583"/>
                  </a:lnTo>
                  <a:lnTo>
                    <a:pt x="4629184" y="1612583"/>
                  </a:lnTo>
                  <a:lnTo>
                    <a:pt x="4629329" y="1612583"/>
                  </a:lnTo>
                  <a:lnTo>
                    <a:pt x="4629475" y="1612583"/>
                  </a:lnTo>
                  <a:lnTo>
                    <a:pt x="4629620" y="1612583"/>
                  </a:lnTo>
                  <a:lnTo>
                    <a:pt x="4629766" y="1612583"/>
                  </a:lnTo>
                  <a:lnTo>
                    <a:pt x="4629911" y="1612583"/>
                  </a:lnTo>
                  <a:lnTo>
                    <a:pt x="4629911" y="1611960"/>
                  </a:lnTo>
                  <a:lnTo>
                    <a:pt x="4630056" y="1611960"/>
                  </a:lnTo>
                  <a:lnTo>
                    <a:pt x="4630056" y="1611336"/>
                  </a:lnTo>
                  <a:lnTo>
                    <a:pt x="4630202" y="1611336"/>
                  </a:lnTo>
                  <a:lnTo>
                    <a:pt x="4630347" y="1611336"/>
                  </a:lnTo>
                  <a:lnTo>
                    <a:pt x="4630493" y="1611336"/>
                  </a:lnTo>
                  <a:lnTo>
                    <a:pt x="4630638" y="1611336"/>
                  </a:lnTo>
                  <a:lnTo>
                    <a:pt x="4630784" y="1611336"/>
                  </a:lnTo>
                  <a:lnTo>
                    <a:pt x="4630929" y="1611336"/>
                  </a:lnTo>
                  <a:lnTo>
                    <a:pt x="4631074" y="1611336"/>
                  </a:lnTo>
                  <a:lnTo>
                    <a:pt x="4631220" y="1611336"/>
                  </a:lnTo>
                  <a:lnTo>
                    <a:pt x="4631365" y="1611336"/>
                  </a:lnTo>
                  <a:lnTo>
                    <a:pt x="4631511" y="1611336"/>
                  </a:lnTo>
                  <a:lnTo>
                    <a:pt x="4631656" y="1611336"/>
                  </a:lnTo>
                  <a:lnTo>
                    <a:pt x="4631656" y="1610713"/>
                  </a:lnTo>
                  <a:lnTo>
                    <a:pt x="4631801" y="1610713"/>
                  </a:lnTo>
                  <a:lnTo>
                    <a:pt x="4631947" y="1610713"/>
                  </a:lnTo>
                  <a:lnTo>
                    <a:pt x="4631947" y="1610089"/>
                  </a:lnTo>
                  <a:lnTo>
                    <a:pt x="4631947" y="1609465"/>
                  </a:lnTo>
                  <a:lnTo>
                    <a:pt x="4632092" y="1609465"/>
                  </a:lnTo>
                  <a:lnTo>
                    <a:pt x="4632238" y="1609465"/>
                  </a:lnTo>
                  <a:lnTo>
                    <a:pt x="4632383" y="1609465"/>
                  </a:lnTo>
                  <a:lnTo>
                    <a:pt x="4632383" y="1608842"/>
                  </a:lnTo>
                  <a:lnTo>
                    <a:pt x="4632529" y="1608842"/>
                  </a:lnTo>
                  <a:lnTo>
                    <a:pt x="4632674" y="1608842"/>
                  </a:lnTo>
                  <a:lnTo>
                    <a:pt x="4632819" y="1608842"/>
                  </a:lnTo>
                  <a:lnTo>
                    <a:pt x="4632965" y="1608842"/>
                  </a:lnTo>
                  <a:lnTo>
                    <a:pt x="4633110" y="1608842"/>
                  </a:lnTo>
                  <a:lnTo>
                    <a:pt x="4633256" y="1608842"/>
                  </a:lnTo>
                  <a:lnTo>
                    <a:pt x="4633401" y="1608842"/>
                  </a:lnTo>
                  <a:lnTo>
                    <a:pt x="4633401" y="1608218"/>
                  </a:lnTo>
                  <a:lnTo>
                    <a:pt x="4633547" y="1608218"/>
                  </a:lnTo>
                  <a:lnTo>
                    <a:pt x="4633692" y="1608218"/>
                  </a:lnTo>
                  <a:lnTo>
                    <a:pt x="4633692" y="1607595"/>
                  </a:lnTo>
                  <a:lnTo>
                    <a:pt x="4633837" y="1607595"/>
                  </a:lnTo>
                  <a:lnTo>
                    <a:pt x="4633983" y="1607595"/>
                  </a:lnTo>
                  <a:lnTo>
                    <a:pt x="4634128" y="1607595"/>
                  </a:lnTo>
                  <a:lnTo>
                    <a:pt x="4634128" y="1606971"/>
                  </a:lnTo>
                  <a:lnTo>
                    <a:pt x="4634274" y="1606971"/>
                  </a:lnTo>
                  <a:lnTo>
                    <a:pt x="4634419" y="1606971"/>
                  </a:lnTo>
                  <a:lnTo>
                    <a:pt x="4634565" y="1606971"/>
                  </a:lnTo>
                  <a:lnTo>
                    <a:pt x="4634710" y="1606971"/>
                  </a:lnTo>
                  <a:lnTo>
                    <a:pt x="4634855" y="1606971"/>
                  </a:lnTo>
                  <a:lnTo>
                    <a:pt x="4635001" y="1606971"/>
                  </a:lnTo>
                  <a:lnTo>
                    <a:pt x="4635146" y="1606971"/>
                  </a:lnTo>
                  <a:lnTo>
                    <a:pt x="4635292" y="1606971"/>
                  </a:lnTo>
                  <a:lnTo>
                    <a:pt x="4635437" y="1606971"/>
                  </a:lnTo>
                  <a:lnTo>
                    <a:pt x="4635437" y="1606348"/>
                  </a:lnTo>
                  <a:lnTo>
                    <a:pt x="4635583" y="1606348"/>
                  </a:lnTo>
                  <a:lnTo>
                    <a:pt x="4635728" y="1606348"/>
                  </a:lnTo>
                  <a:lnTo>
                    <a:pt x="4635873" y="1606348"/>
                  </a:lnTo>
                  <a:lnTo>
                    <a:pt x="4636019" y="1606348"/>
                  </a:lnTo>
                  <a:lnTo>
                    <a:pt x="4636164" y="1606348"/>
                  </a:lnTo>
                  <a:lnTo>
                    <a:pt x="4636310" y="1606348"/>
                  </a:lnTo>
                  <a:lnTo>
                    <a:pt x="4636455" y="1606348"/>
                  </a:lnTo>
                  <a:lnTo>
                    <a:pt x="4636601" y="1606348"/>
                  </a:lnTo>
                  <a:lnTo>
                    <a:pt x="4636746" y="1606348"/>
                  </a:lnTo>
                  <a:lnTo>
                    <a:pt x="4636746" y="1605724"/>
                  </a:lnTo>
                  <a:lnTo>
                    <a:pt x="4636891" y="1605724"/>
                  </a:lnTo>
                  <a:lnTo>
                    <a:pt x="4637037" y="1605724"/>
                  </a:lnTo>
                  <a:lnTo>
                    <a:pt x="4637182" y="1605724"/>
                  </a:lnTo>
                  <a:lnTo>
                    <a:pt x="4637328" y="1605724"/>
                  </a:lnTo>
                  <a:lnTo>
                    <a:pt x="4637473" y="1605724"/>
                  </a:lnTo>
                  <a:lnTo>
                    <a:pt x="4637619" y="1605724"/>
                  </a:lnTo>
                  <a:lnTo>
                    <a:pt x="4637764" y="1605724"/>
                  </a:lnTo>
                  <a:lnTo>
                    <a:pt x="4637764" y="1605100"/>
                  </a:lnTo>
                  <a:lnTo>
                    <a:pt x="4637909" y="1605100"/>
                  </a:lnTo>
                  <a:lnTo>
                    <a:pt x="4638055" y="1605100"/>
                  </a:lnTo>
                  <a:lnTo>
                    <a:pt x="4638200" y="1605100"/>
                  </a:lnTo>
                  <a:lnTo>
                    <a:pt x="4638346" y="1605100"/>
                  </a:lnTo>
                  <a:lnTo>
                    <a:pt x="4638491" y="1605100"/>
                  </a:lnTo>
                  <a:lnTo>
                    <a:pt x="4638636" y="1605100"/>
                  </a:lnTo>
                  <a:lnTo>
                    <a:pt x="4638636" y="1604477"/>
                  </a:lnTo>
                  <a:lnTo>
                    <a:pt x="4638636" y="1603853"/>
                  </a:lnTo>
                  <a:lnTo>
                    <a:pt x="4638782" y="1603853"/>
                  </a:lnTo>
                  <a:lnTo>
                    <a:pt x="4638782" y="1603230"/>
                  </a:lnTo>
                  <a:lnTo>
                    <a:pt x="4638927" y="1603230"/>
                  </a:lnTo>
                  <a:lnTo>
                    <a:pt x="4639073" y="1603230"/>
                  </a:lnTo>
                  <a:lnTo>
                    <a:pt x="4639218" y="1603230"/>
                  </a:lnTo>
                  <a:lnTo>
                    <a:pt x="4639218" y="1602606"/>
                  </a:lnTo>
                  <a:lnTo>
                    <a:pt x="4639364" y="1602606"/>
                  </a:lnTo>
                  <a:lnTo>
                    <a:pt x="4639509" y="1602606"/>
                  </a:lnTo>
                  <a:lnTo>
                    <a:pt x="4639654" y="1602606"/>
                  </a:lnTo>
                  <a:lnTo>
                    <a:pt x="4639800" y="1602606"/>
                  </a:lnTo>
                  <a:lnTo>
                    <a:pt x="4639945" y="1602606"/>
                  </a:lnTo>
                  <a:lnTo>
                    <a:pt x="4640091" y="1602606"/>
                  </a:lnTo>
                  <a:lnTo>
                    <a:pt x="4640091" y="1601982"/>
                  </a:lnTo>
                  <a:lnTo>
                    <a:pt x="4640236" y="1601982"/>
                  </a:lnTo>
                  <a:lnTo>
                    <a:pt x="4640382" y="1601982"/>
                  </a:lnTo>
                  <a:lnTo>
                    <a:pt x="4640527" y="1601982"/>
                  </a:lnTo>
                  <a:lnTo>
                    <a:pt x="4640672" y="1601982"/>
                  </a:lnTo>
                  <a:lnTo>
                    <a:pt x="4640818" y="1601982"/>
                  </a:lnTo>
                  <a:lnTo>
                    <a:pt x="4640963" y="1601982"/>
                  </a:lnTo>
                  <a:lnTo>
                    <a:pt x="4641109" y="1601982"/>
                  </a:lnTo>
                  <a:lnTo>
                    <a:pt x="4641254" y="1601982"/>
                  </a:lnTo>
                  <a:lnTo>
                    <a:pt x="4641400" y="1601982"/>
                  </a:lnTo>
                  <a:lnTo>
                    <a:pt x="4641545" y="1601982"/>
                  </a:lnTo>
                  <a:lnTo>
                    <a:pt x="4641690" y="1601982"/>
                  </a:lnTo>
                  <a:lnTo>
                    <a:pt x="4641836" y="1601982"/>
                  </a:lnTo>
                  <a:lnTo>
                    <a:pt x="4641981" y="1601982"/>
                  </a:lnTo>
                  <a:lnTo>
                    <a:pt x="4642127" y="1601982"/>
                  </a:lnTo>
                  <a:lnTo>
                    <a:pt x="4642272" y="1601982"/>
                  </a:lnTo>
                  <a:lnTo>
                    <a:pt x="4642418" y="1601982"/>
                  </a:lnTo>
                  <a:lnTo>
                    <a:pt x="4642563" y="1601982"/>
                  </a:lnTo>
                  <a:lnTo>
                    <a:pt x="4642708" y="1601982"/>
                  </a:lnTo>
                  <a:lnTo>
                    <a:pt x="4642854" y="1601982"/>
                  </a:lnTo>
                  <a:lnTo>
                    <a:pt x="4642854" y="1601359"/>
                  </a:lnTo>
                  <a:lnTo>
                    <a:pt x="4642999" y="1601359"/>
                  </a:lnTo>
                  <a:lnTo>
                    <a:pt x="4643145" y="1601359"/>
                  </a:lnTo>
                  <a:lnTo>
                    <a:pt x="4643290" y="1601359"/>
                  </a:lnTo>
                  <a:lnTo>
                    <a:pt x="4643290" y="1600735"/>
                  </a:lnTo>
                  <a:lnTo>
                    <a:pt x="4643436" y="1600735"/>
                  </a:lnTo>
                  <a:lnTo>
                    <a:pt x="4643581" y="1600735"/>
                  </a:lnTo>
                  <a:lnTo>
                    <a:pt x="4643726" y="1600735"/>
                  </a:lnTo>
                  <a:lnTo>
                    <a:pt x="4643872" y="1600735"/>
                  </a:lnTo>
                  <a:lnTo>
                    <a:pt x="4643872" y="1600112"/>
                  </a:lnTo>
                  <a:lnTo>
                    <a:pt x="4644017" y="1600112"/>
                  </a:lnTo>
                  <a:lnTo>
                    <a:pt x="4644163" y="1600112"/>
                  </a:lnTo>
                  <a:lnTo>
                    <a:pt x="4644308" y="1600112"/>
                  </a:lnTo>
                  <a:lnTo>
                    <a:pt x="4644308" y="1599488"/>
                  </a:lnTo>
                  <a:lnTo>
                    <a:pt x="4644308" y="1598865"/>
                  </a:lnTo>
                  <a:lnTo>
                    <a:pt x="4644454" y="1598865"/>
                  </a:lnTo>
                  <a:lnTo>
                    <a:pt x="4644599" y="1598865"/>
                  </a:lnTo>
                  <a:lnTo>
                    <a:pt x="4644744" y="1598865"/>
                  </a:lnTo>
                  <a:lnTo>
                    <a:pt x="4644890" y="1598865"/>
                  </a:lnTo>
                  <a:lnTo>
                    <a:pt x="4645035" y="1598865"/>
                  </a:lnTo>
                  <a:lnTo>
                    <a:pt x="4645181" y="1598865"/>
                  </a:lnTo>
                  <a:lnTo>
                    <a:pt x="4645326" y="1598865"/>
                  </a:lnTo>
                  <a:lnTo>
                    <a:pt x="4645471" y="1598865"/>
                  </a:lnTo>
                  <a:lnTo>
                    <a:pt x="4645471" y="1598241"/>
                  </a:lnTo>
                  <a:lnTo>
                    <a:pt x="4645617" y="1598241"/>
                  </a:lnTo>
                  <a:lnTo>
                    <a:pt x="4645762" y="1598241"/>
                  </a:lnTo>
                  <a:lnTo>
                    <a:pt x="4645762" y="1597617"/>
                  </a:lnTo>
                  <a:lnTo>
                    <a:pt x="4645908" y="1597617"/>
                  </a:lnTo>
                  <a:lnTo>
                    <a:pt x="4646053" y="1597617"/>
                  </a:lnTo>
                  <a:lnTo>
                    <a:pt x="4646053" y="1596994"/>
                  </a:lnTo>
                  <a:lnTo>
                    <a:pt x="4646199" y="1596994"/>
                  </a:lnTo>
                  <a:lnTo>
                    <a:pt x="4646199" y="1596370"/>
                  </a:lnTo>
                  <a:lnTo>
                    <a:pt x="4646344" y="1596370"/>
                  </a:lnTo>
                  <a:lnTo>
                    <a:pt x="4646489" y="1596370"/>
                  </a:lnTo>
                  <a:lnTo>
                    <a:pt x="4646635" y="1596370"/>
                  </a:lnTo>
                  <a:lnTo>
                    <a:pt x="4646780" y="1596370"/>
                  </a:lnTo>
                  <a:lnTo>
                    <a:pt x="4646926" y="1596370"/>
                  </a:lnTo>
                  <a:lnTo>
                    <a:pt x="4647071" y="1596370"/>
                  </a:lnTo>
                  <a:lnTo>
                    <a:pt x="4647217" y="1596370"/>
                  </a:lnTo>
                  <a:lnTo>
                    <a:pt x="4647362" y="1596370"/>
                  </a:lnTo>
                  <a:lnTo>
                    <a:pt x="4647507" y="1596370"/>
                  </a:lnTo>
                  <a:lnTo>
                    <a:pt x="4647653" y="1596370"/>
                  </a:lnTo>
                  <a:lnTo>
                    <a:pt x="4647798" y="1596370"/>
                  </a:lnTo>
                  <a:lnTo>
                    <a:pt x="4647798" y="1595747"/>
                  </a:lnTo>
                  <a:lnTo>
                    <a:pt x="4647944" y="1595747"/>
                  </a:lnTo>
                  <a:lnTo>
                    <a:pt x="4648089" y="1595747"/>
                  </a:lnTo>
                  <a:lnTo>
                    <a:pt x="4648235" y="1595747"/>
                  </a:lnTo>
                  <a:lnTo>
                    <a:pt x="4648380" y="1595747"/>
                  </a:lnTo>
                  <a:lnTo>
                    <a:pt x="4648525" y="1595747"/>
                  </a:lnTo>
                  <a:lnTo>
                    <a:pt x="4648671" y="1595747"/>
                  </a:lnTo>
                  <a:lnTo>
                    <a:pt x="4648816" y="1595747"/>
                  </a:lnTo>
                  <a:lnTo>
                    <a:pt x="4648962" y="1595747"/>
                  </a:lnTo>
                  <a:lnTo>
                    <a:pt x="4649107" y="1595747"/>
                  </a:lnTo>
                  <a:lnTo>
                    <a:pt x="4649253" y="1595747"/>
                  </a:lnTo>
                  <a:lnTo>
                    <a:pt x="4649398" y="1595747"/>
                  </a:lnTo>
                  <a:lnTo>
                    <a:pt x="4649543" y="1595747"/>
                  </a:lnTo>
                  <a:lnTo>
                    <a:pt x="4649689" y="1595747"/>
                  </a:lnTo>
                  <a:lnTo>
                    <a:pt x="4649834" y="1595747"/>
                  </a:lnTo>
                  <a:lnTo>
                    <a:pt x="4649834" y="1595123"/>
                  </a:lnTo>
                  <a:lnTo>
                    <a:pt x="4649980" y="1595123"/>
                  </a:lnTo>
                  <a:lnTo>
                    <a:pt x="4650125" y="1595123"/>
                  </a:lnTo>
                  <a:lnTo>
                    <a:pt x="4650271" y="1595123"/>
                  </a:lnTo>
                  <a:lnTo>
                    <a:pt x="4650416" y="1595123"/>
                  </a:lnTo>
                  <a:lnTo>
                    <a:pt x="4650416" y="1594499"/>
                  </a:lnTo>
                  <a:lnTo>
                    <a:pt x="4650561" y="1594499"/>
                  </a:lnTo>
                  <a:lnTo>
                    <a:pt x="4650707" y="1594499"/>
                  </a:lnTo>
                  <a:lnTo>
                    <a:pt x="4650852" y="1594499"/>
                  </a:lnTo>
                  <a:lnTo>
                    <a:pt x="4650998" y="1594499"/>
                  </a:lnTo>
                  <a:lnTo>
                    <a:pt x="4651143" y="1594499"/>
                  </a:lnTo>
                  <a:lnTo>
                    <a:pt x="4651289" y="1594499"/>
                  </a:lnTo>
                  <a:lnTo>
                    <a:pt x="4651434" y="1594499"/>
                  </a:lnTo>
                  <a:lnTo>
                    <a:pt x="4651434" y="1593876"/>
                  </a:lnTo>
                  <a:lnTo>
                    <a:pt x="4651579" y="1593876"/>
                  </a:lnTo>
                  <a:lnTo>
                    <a:pt x="4651725" y="1593876"/>
                  </a:lnTo>
                  <a:lnTo>
                    <a:pt x="4651870" y="1593876"/>
                  </a:lnTo>
                  <a:lnTo>
                    <a:pt x="4652016" y="1593876"/>
                  </a:lnTo>
                  <a:lnTo>
                    <a:pt x="4652161" y="1593876"/>
                  </a:lnTo>
                  <a:lnTo>
                    <a:pt x="4652306" y="1593876"/>
                  </a:lnTo>
                  <a:lnTo>
                    <a:pt x="4652452" y="1593876"/>
                  </a:lnTo>
                  <a:lnTo>
                    <a:pt x="4652597" y="1593876"/>
                  </a:lnTo>
                  <a:lnTo>
                    <a:pt x="4652743" y="1593876"/>
                  </a:lnTo>
                  <a:lnTo>
                    <a:pt x="4652888" y="1593876"/>
                  </a:lnTo>
                  <a:lnTo>
                    <a:pt x="4653034" y="1593876"/>
                  </a:lnTo>
                  <a:lnTo>
                    <a:pt x="4653179" y="1593876"/>
                  </a:lnTo>
                  <a:lnTo>
                    <a:pt x="4653179" y="1593252"/>
                  </a:lnTo>
                  <a:lnTo>
                    <a:pt x="4653324" y="1593252"/>
                  </a:lnTo>
                  <a:lnTo>
                    <a:pt x="4653470" y="1593252"/>
                  </a:lnTo>
                  <a:lnTo>
                    <a:pt x="4653615" y="1593252"/>
                  </a:lnTo>
                  <a:lnTo>
                    <a:pt x="4653761" y="1593252"/>
                  </a:lnTo>
                  <a:lnTo>
                    <a:pt x="4653906" y="1593252"/>
                  </a:lnTo>
                  <a:lnTo>
                    <a:pt x="4654052" y="1593252"/>
                  </a:lnTo>
                  <a:lnTo>
                    <a:pt x="4654197" y="1593252"/>
                  </a:lnTo>
                  <a:lnTo>
                    <a:pt x="4654342" y="1593252"/>
                  </a:lnTo>
                  <a:lnTo>
                    <a:pt x="4654488" y="1593252"/>
                  </a:lnTo>
                  <a:lnTo>
                    <a:pt x="4654633" y="1593252"/>
                  </a:lnTo>
                  <a:lnTo>
                    <a:pt x="4654779" y="1593252"/>
                  </a:lnTo>
                  <a:lnTo>
                    <a:pt x="4654924" y="1593252"/>
                  </a:lnTo>
                  <a:lnTo>
                    <a:pt x="4655070" y="1593252"/>
                  </a:lnTo>
                  <a:lnTo>
                    <a:pt x="4655215" y="1593252"/>
                  </a:lnTo>
                  <a:lnTo>
                    <a:pt x="4655215" y="1592629"/>
                  </a:lnTo>
                  <a:lnTo>
                    <a:pt x="4655360" y="1592629"/>
                  </a:lnTo>
                  <a:lnTo>
                    <a:pt x="4655506" y="1592629"/>
                  </a:lnTo>
                  <a:lnTo>
                    <a:pt x="4655651" y="1592629"/>
                  </a:lnTo>
                  <a:lnTo>
                    <a:pt x="4655797" y="1592629"/>
                  </a:lnTo>
                  <a:lnTo>
                    <a:pt x="4655942" y="1592629"/>
                  </a:lnTo>
                  <a:lnTo>
                    <a:pt x="4656088" y="1592629"/>
                  </a:lnTo>
                  <a:lnTo>
                    <a:pt x="4656233" y="1592629"/>
                  </a:lnTo>
                  <a:lnTo>
                    <a:pt x="4656378" y="1592629"/>
                  </a:lnTo>
                  <a:lnTo>
                    <a:pt x="4656524" y="1592629"/>
                  </a:lnTo>
                  <a:lnTo>
                    <a:pt x="4656669" y="1592629"/>
                  </a:lnTo>
                  <a:lnTo>
                    <a:pt x="4656815" y="1592629"/>
                  </a:lnTo>
                  <a:lnTo>
                    <a:pt x="4656960" y="1592629"/>
                  </a:lnTo>
                  <a:lnTo>
                    <a:pt x="4657106" y="1592629"/>
                  </a:lnTo>
                  <a:lnTo>
                    <a:pt x="4657251" y="1592629"/>
                  </a:lnTo>
                  <a:lnTo>
                    <a:pt x="4657396" y="1592629"/>
                  </a:lnTo>
                  <a:lnTo>
                    <a:pt x="4657542" y="1592629"/>
                  </a:lnTo>
                  <a:lnTo>
                    <a:pt x="4657687" y="1592629"/>
                  </a:lnTo>
                  <a:lnTo>
                    <a:pt x="4657833" y="1592629"/>
                  </a:lnTo>
                  <a:lnTo>
                    <a:pt x="4657978" y="1592629"/>
                  </a:lnTo>
                  <a:lnTo>
                    <a:pt x="4658124" y="1592629"/>
                  </a:lnTo>
                  <a:lnTo>
                    <a:pt x="4658269" y="1592629"/>
                  </a:lnTo>
                  <a:lnTo>
                    <a:pt x="4658414" y="1592629"/>
                  </a:lnTo>
                  <a:lnTo>
                    <a:pt x="4658560" y="1592629"/>
                  </a:lnTo>
                  <a:lnTo>
                    <a:pt x="4658705" y="1592629"/>
                  </a:lnTo>
                  <a:lnTo>
                    <a:pt x="4658851" y="1592629"/>
                  </a:lnTo>
                  <a:lnTo>
                    <a:pt x="4658996" y="1592629"/>
                  </a:lnTo>
                  <a:lnTo>
                    <a:pt x="4658996" y="1592005"/>
                  </a:lnTo>
                  <a:lnTo>
                    <a:pt x="4659141" y="1592005"/>
                  </a:lnTo>
                  <a:lnTo>
                    <a:pt x="4659287" y="1592005"/>
                  </a:lnTo>
                  <a:lnTo>
                    <a:pt x="4659432" y="1592005"/>
                  </a:lnTo>
                  <a:lnTo>
                    <a:pt x="4659578" y="1592005"/>
                  </a:lnTo>
                  <a:lnTo>
                    <a:pt x="4659723" y="1592005"/>
                  </a:lnTo>
                  <a:lnTo>
                    <a:pt x="4659723" y="1591382"/>
                  </a:lnTo>
                  <a:lnTo>
                    <a:pt x="4659869" y="1591382"/>
                  </a:lnTo>
                  <a:lnTo>
                    <a:pt x="4660014" y="1591382"/>
                  </a:lnTo>
                  <a:lnTo>
                    <a:pt x="4660159" y="1591382"/>
                  </a:lnTo>
                  <a:lnTo>
                    <a:pt x="4660305" y="1591382"/>
                  </a:lnTo>
                  <a:lnTo>
                    <a:pt x="4660305" y="1590758"/>
                  </a:lnTo>
                  <a:lnTo>
                    <a:pt x="4660450" y="1590758"/>
                  </a:lnTo>
                  <a:lnTo>
                    <a:pt x="4660596" y="1590758"/>
                  </a:lnTo>
                  <a:lnTo>
                    <a:pt x="4660596" y="1590134"/>
                  </a:lnTo>
                  <a:lnTo>
                    <a:pt x="4660741" y="1590134"/>
                  </a:lnTo>
                  <a:lnTo>
                    <a:pt x="4660887" y="1590134"/>
                  </a:lnTo>
                  <a:lnTo>
                    <a:pt x="4661032" y="1590134"/>
                  </a:lnTo>
                  <a:lnTo>
                    <a:pt x="4661177" y="1590134"/>
                  </a:lnTo>
                  <a:lnTo>
                    <a:pt x="4661323" y="1590134"/>
                  </a:lnTo>
                  <a:lnTo>
                    <a:pt x="4661468" y="1590134"/>
                  </a:lnTo>
                  <a:lnTo>
                    <a:pt x="4661614" y="1590134"/>
                  </a:lnTo>
                  <a:lnTo>
                    <a:pt x="4661759" y="1590134"/>
                  </a:lnTo>
                  <a:lnTo>
                    <a:pt x="4661905" y="1590134"/>
                  </a:lnTo>
                  <a:lnTo>
                    <a:pt x="4662050" y="1590134"/>
                  </a:lnTo>
                  <a:lnTo>
                    <a:pt x="4662195" y="1590134"/>
                  </a:lnTo>
                  <a:lnTo>
                    <a:pt x="4662341" y="1590134"/>
                  </a:lnTo>
                  <a:lnTo>
                    <a:pt x="4662486" y="1590134"/>
                  </a:lnTo>
                  <a:lnTo>
                    <a:pt x="4662632" y="1590134"/>
                  </a:lnTo>
                  <a:lnTo>
                    <a:pt x="4662777" y="1590134"/>
                  </a:lnTo>
                  <a:lnTo>
                    <a:pt x="4662777" y="1589511"/>
                  </a:lnTo>
                  <a:lnTo>
                    <a:pt x="4662923" y="1589511"/>
                  </a:lnTo>
                  <a:lnTo>
                    <a:pt x="4663068" y="1589511"/>
                  </a:lnTo>
                  <a:lnTo>
                    <a:pt x="4663213" y="1589511"/>
                  </a:lnTo>
                  <a:lnTo>
                    <a:pt x="4663213" y="1588887"/>
                  </a:lnTo>
                  <a:lnTo>
                    <a:pt x="4663359" y="1588887"/>
                  </a:lnTo>
                  <a:lnTo>
                    <a:pt x="4663359" y="1588264"/>
                  </a:lnTo>
                  <a:lnTo>
                    <a:pt x="4663504" y="1588264"/>
                  </a:lnTo>
                  <a:lnTo>
                    <a:pt x="4663650" y="1588264"/>
                  </a:lnTo>
                  <a:lnTo>
                    <a:pt x="4663795" y="1588264"/>
                  </a:lnTo>
                  <a:lnTo>
                    <a:pt x="4663941" y="1588264"/>
                  </a:lnTo>
                  <a:lnTo>
                    <a:pt x="4664086" y="1588264"/>
                  </a:lnTo>
                  <a:lnTo>
                    <a:pt x="4664231" y="1588264"/>
                  </a:lnTo>
                  <a:lnTo>
                    <a:pt x="4664377" y="1588264"/>
                  </a:lnTo>
                  <a:lnTo>
                    <a:pt x="4664522" y="1588264"/>
                  </a:lnTo>
                  <a:lnTo>
                    <a:pt x="4664668" y="1588264"/>
                  </a:lnTo>
                  <a:lnTo>
                    <a:pt x="4664668" y="1587640"/>
                  </a:lnTo>
                  <a:lnTo>
                    <a:pt x="4664668" y="1587017"/>
                  </a:lnTo>
                  <a:lnTo>
                    <a:pt x="4664813" y="1587017"/>
                  </a:lnTo>
                  <a:lnTo>
                    <a:pt x="4664813" y="1586393"/>
                  </a:lnTo>
                  <a:lnTo>
                    <a:pt x="4664959" y="1586393"/>
                  </a:lnTo>
                  <a:lnTo>
                    <a:pt x="4665104" y="1586393"/>
                  </a:lnTo>
                  <a:lnTo>
                    <a:pt x="4665249" y="1586393"/>
                  </a:lnTo>
                  <a:lnTo>
                    <a:pt x="4665395" y="1586393"/>
                  </a:lnTo>
                  <a:lnTo>
                    <a:pt x="4665540" y="1586393"/>
                  </a:lnTo>
                  <a:lnTo>
                    <a:pt x="4665540" y="1585769"/>
                  </a:lnTo>
                  <a:lnTo>
                    <a:pt x="4665686" y="1585769"/>
                  </a:lnTo>
                  <a:lnTo>
                    <a:pt x="4665831" y="1585769"/>
                  </a:lnTo>
                  <a:lnTo>
                    <a:pt x="4665976" y="1585769"/>
                  </a:lnTo>
                  <a:lnTo>
                    <a:pt x="4666122" y="1585769"/>
                  </a:lnTo>
                  <a:lnTo>
                    <a:pt x="4666267" y="1585769"/>
                  </a:lnTo>
                  <a:lnTo>
                    <a:pt x="4666413" y="1585769"/>
                  </a:lnTo>
                  <a:lnTo>
                    <a:pt x="4666558" y="1585769"/>
                  </a:lnTo>
                  <a:lnTo>
                    <a:pt x="4666704" y="1585769"/>
                  </a:lnTo>
                  <a:lnTo>
                    <a:pt x="4666849" y="1585769"/>
                  </a:lnTo>
                  <a:lnTo>
                    <a:pt x="4666994" y="1585769"/>
                  </a:lnTo>
                  <a:lnTo>
                    <a:pt x="4667140" y="1585769"/>
                  </a:lnTo>
                  <a:lnTo>
                    <a:pt x="4667140" y="1585146"/>
                  </a:lnTo>
                  <a:lnTo>
                    <a:pt x="4667285" y="1585146"/>
                  </a:lnTo>
                  <a:lnTo>
                    <a:pt x="4667431" y="1585146"/>
                  </a:lnTo>
                  <a:lnTo>
                    <a:pt x="4667576" y="1585146"/>
                  </a:lnTo>
                  <a:lnTo>
                    <a:pt x="4667722" y="1585146"/>
                  </a:lnTo>
                  <a:lnTo>
                    <a:pt x="4667867" y="1585146"/>
                  </a:lnTo>
                  <a:lnTo>
                    <a:pt x="4668012" y="1585146"/>
                  </a:lnTo>
                  <a:lnTo>
                    <a:pt x="4668158" y="1585146"/>
                  </a:lnTo>
                  <a:lnTo>
                    <a:pt x="4668303" y="1585146"/>
                  </a:lnTo>
                  <a:lnTo>
                    <a:pt x="4668449" y="1585146"/>
                  </a:lnTo>
                  <a:lnTo>
                    <a:pt x="4668594" y="1585146"/>
                  </a:lnTo>
                  <a:lnTo>
                    <a:pt x="4668740" y="1585146"/>
                  </a:lnTo>
                  <a:lnTo>
                    <a:pt x="4668885" y="1585146"/>
                  </a:lnTo>
                  <a:lnTo>
                    <a:pt x="4669030" y="1585146"/>
                  </a:lnTo>
                  <a:lnTo>
                    <a:pt x="4669176" y="1585146"/>
                  </a:lnTo>
                  <a:lnTo>
                    <a:pt x="4669321" y="1585146"/>
                  </a:lnTo>
                  <a:lnTo>
                    <a:pt x="4669467" y="1585146"/>
                  </a:lnTo>
                  <a:lnTo>
                    <a:pt x="4669467" y="1584522"/>
                  </a:lnTo>
                  <a:lnTo>
                    <a:pt x="4669612" y="1584522"/>
                  </a:lnTo>
                  <a:lnTo>
                    <a:pt x="4669612" y="1583899"/>
                  </a:lnTo>
                  <a:lnTo>
                    <a:pt x="4669758" y="1583899"/>
                  </a:lnTo>
                  <a:lnTo>
                    <a:pt x="4669758" y="1583275"/>
                  </a:lnTo>
                  <a:lnTo>
                    <a:pt x="4669903" y="1583275"/>
                  </a:lnTo>
                  <a:lnTo>
                    <a:pt x="4670048" y="1583275"/>
                  </a:lnTo>
                  <a:lnTo>
                    <a:pt x="4670048" y="1582651"/>
                  </a:lnTo>
                  <a:lnTo>
                    <a:pt x="4670194" y="1582651"/>
                  </a:lnTo>
                  <a:lnTo>
                    <a:pt x="4670339" y="1582651"/>
                  </a:lnTo>
                  <a:lnTo>
                    <a:pt x="4670485" y="1582651"/>
                  </a:lnTo>
                  <a:lnTo>
                    <a:pt x="4670630" y="1582651"/>
                  </a:lnTo>
                  <a:lnTo>
                    <a:pt x="4670776" y="1582651"/>
                  </a:lnTo>
                  <a:lnTo>
                    <a:pt x="4670921" y="1582651"/>
                  </a:lnTo>
                  <a:lnTo>
                    <a:pt x="4670921" y="1582028"/>
                  </a:lnTo>
                  <a:lnTo>
                    <a:pt x="4671066" y="1582028"/>
                  </a:lnTo>
                  <a:lnTo>
                    <a:pt x="4671212" y="1582028"/>
                  </a:lnTo>
                  <a:lnTo>
                    <a:pt x="4671212" y="1581404"/>
                  </a:lnTo>
                  <a:lnTo>
                    <a:pt x="4671357" y="1581404"/>
                  </a:lnTo>
                  <a:lnTo>
                    <a:pt x="4671503" y="1581404"/>
                  </a:lnTo>
                  <a:lnTo>
                    <a:pt x="4671648" y="1581404"/>
                  </a:lnTo>
                  <a:lnTo>
                    <a:pt x="4671794" y="1581404"/>
                  </a:lnTo>
                  <a:lnTo>
                    <a:pt x="4671939" y="1581404"/>
                  </a:lnTo>
                  <a:lnTo>
                    <a:pt x="4672084" y="1581404"/>
                  </a:lnTo>
                  <a:lnTo>
                    <a:pt x="4672230" y="1581404"/>
                  </a:lnTo>
                  <a:lnTo>
                    <a:pt x="4672375" y="1581404"/>
                  </a:lnTo>
                  <a:lnTo>
                    <a:pt x="4672521" y="1581404"/>
                  </a:lnTo>
                  <a:lnTo>
                    <a:pt x="4672666" y="1581404"/>
                  </a:lnTo>
                  <a:lnTo>
                    <a:pt x="4672811" y="1581404"/>
                  </a:lnTo>
                  <a:lnTo>
                    <a:pt x="4672957" y="1581404"/>
                  </a:lnTo>
                  <a:lnTo>
                    <a:pt x="4673102" y="1581404"/>
                  </a:lnTo>
                  <a:lnTo>
                    <a:pt x="4673248" y="1581404"/>
                  </a:lnTo>
                  <a:lnTo>
                    <a:pt x="4673393" y="1581404"/>
                  </a:lnTo>
                  <a:lnTo>
                    <a:pt x="4673539" y="1581404"/>
                  </a:lnTo>
                  <a:lnTo>
                    <a:pt x="4673684" y="1581404"/>
                  </a:lnTo>
                  <a:lnTo>
                    <a:pt x="4673684" y="1580781"/>
                  </a:lnTo>
                  <a:lnTo>
                    <a:pt x="4673829" y="1580781"/>
                  </a:lnTo>
                  <a:lnTo>
                    <a:pt x="4673975" y="1580781"/>
                  </a:lnTo>
                  <a:lnTo>
                    <a:pt x="4674120" y="1580781"/>
                  </a:lnTo>
                  <a:lnTo>
                    <a:pt x="4674266" y="1580781"/>
                  </a:lnTo>
                  <a:lnTo>
                    <a:pt x="4674411" y="1580781"/>
                  </a:lnTo>
                  <a:lnTo>
                    <a:pt x="4674557" y="1580781"/>
                  </a:lnTo>
                  <a:lnTo>
                    <a:pt x="4674702" y="1580781"/>
                  </a:lnTo>
                  <a:lnTo>
                    <a:pt x="4674847" y="1580781"/>
                  </a:lnTo>
                  <a:lnTo>
                    <a:pt x="4674993" y="1580781"/>
                  </a:lnTo>
                  <a:lnTo>
                    <a:pt x="4675138" y="1580781"/>
                  </a:lnTo>
                  <a:lnTo>
                    <a:pt x="4675284" y="1580781"/>
                  </a:lnTo>
                  <a:lnTo>
                    <a:pt x="4675429" y="1580781"/>
                  </a:lnTo>
                  <a:lnTo>
                    <a:pt x="4675575" y="1580781"/>
                  </a:lnTo>
                  <a:lnTo>
                    <a:pt x="4675575" y="1580157"/>
                  </a:lnTo>
                  <a:lnTo>
                    <a:pt x="4675720" y="1580157"/>
                  </a:lnTo>
                  <a:lnTo>
                    <a:pt x="4675865" y="1580157"/>
                  </a:lnTo>
                  <a:lnTo>
                    <a:pt x="4676011" y="1580157"/>
                  </a:lnTo>
                  <a:lnTo>
                    <a:pt x="4676156" y="1580157"/>
                  </a:lnTo>
                  <a:lnTo>
                    <a:pt x="4676156" y="1579534"/>
                  </a:lnTo>
                  <a:lnTo>
                    <a:pt x="4676156" y="1578910"/>
                  </a:lnTo>
                  <a:lnTo>
                    <a:pt x="4676302" y="1578910"/>
                  </a:lnTo>
                  <a:lnTo>
                    <a:pt x="4676447" y="1578910"/>
                  </a:lnTo>
                  <a:lnTo>
                    <a:pt x="4676447" y="1578286"/>
                  </a:lnTo>
                  <a:lnTo>
                    <a:pt x="4676593" y="1578286"/>
                  </a:lnTo>
                  <a:lnTo>
                    <a:pt x="4676738" y="1578286"/>
                  </a:lnTo>
                  <a:lnTo>
                    <a:pt x="4676738" y="1577663"/>
                  </a:lnTo>
                  <a:lnTo>
                    <a:pt x="4676883" y="1577663"/>
                  </a:lnTo>
                  <a:lnTo>
                    <a:pt x="4677029" y="1577663"/>
                  </a:lnTo>
                  <a:lnTo>
                    <a:pt x="4677174" y="1577663"/>
                  </a:lnTo>
                  <a:lnTo>
                    <a:pt x="4677174" y="1577039"/>
                  </a:lnTo>
                  <a:lnTo>
                    <a:pt x="4677320" y="1577039"/>
                  </a:lnTo>
                  <a:lnTo>
                    <a:pt x="4677465" y="1577039"/>
                  </a:lnTo>
                  <a:lnTo>
                    <a:pt x="4677611" y="1577039"/>
                  </a:lnTo>
                  <a:lnTo>
                    <a:pt x="4677756" y="1577039"/>
                  </a:lnTo>
                  <a:lnTo>
                    <a:pt x="4677901" y="1577039"/>
                  </a:lnTo>
                  <a:lnTo>
                    <a:pt x="4678047" y="1577039"/>
                  </a:lnTo>
                  <a:lnTo>
                    <a:pt x="4678047" y="1576416"/>
                  </a:lnTo>
                  <a:lnTo>
                    <a:pt x="4678192" y="1576416"/>
                  </a:lnTo>
                  <a:lnTo>
                    <a:pt x="4678338" y="1576416"/>
                  </a:lnTo>
                  <a:lnTo>
                    <a:pt x="4678483" y="1576416"/>
                  </a:lnTo>
                  <a:lnTo>
                    <a:pt x="4678629" y="1576416"/>
                  </a:lnTo>
                  <a:lnTo>
                    <a:pt x="4678774" y="1576416"/>
                  </a:lnTo>
                  <a:lnTo>
                    <a:pt x="4678774" y="1575792"/>
                  </a:lnTo>
                  <a:lnTo>
                    <a:pt x="4678919" y="1575792"/>
                  </a:lnTo>
                  <a:lnTo>
                    <a:pt x="4678919" y="1575168"/>
                  </a:lnTo>
                  <a:lnTo>
                    <a:pt x="4679065" y="1575168"/>
                  </a:lnTo>
                  <a:lnTo>
                    <a:pt x="4679210" y="1575168"/>
                  </a:lnTo>
                  <a:lnTo>
                    <a:pt x="4679356" y="1575168"/>
                  </a:lnTo>
                  <a:lnTo>
                    <a:pt x="4679501" y="1575168"/>
                  </a:lnTo>
                  <a:lnTo>
                    <a:pt x="4679646" y="1575168"/>
                  </a:lnTo>
                  <a:lnTo>
                    <a:pt x="4679792" y="1575168"/>
                  </a:lnTo>
                  <a:lnTo>
                    <a:pt x="4679937" y="1575168"/>
                  </a:lnTo>
                  <a:lnTo>
                    <a:pt x="4680083" y="1575168"/>
                  </a:lnTo>
                  <a:lnTo>
                    <a:pt x="4680228" y="1575168"/>
                  </a:lnTo>
                  <a:lnTo>
                    <a:pt x="4680374" y="1575168"/>
                  </a:lnTo>
                  <a:lnTo>
                    <a:pt x="4680519" y="1575168"/>
                  </a:lnTo>
                  <a:lnTo>
                    <a:pt x="4680664" y="1575168"/>
                  </a:lnTo>
                  <a:lnTo>
                    <a:pt x="4680810" y="1575168"/>
                  </a:lnTo>
                  <a:lnTo>
                    <a:pt x="4680955" y="1575168"/>
                  </a:lnTo>
                  <a:lnTo>
                    <a:pt x="4681101" y="1575168"/>
                  </a:lnTo>
                  <a:lnTo>
                    <a:pt x="4681101" y="1574545"/>
                  </a:lnTo>
                  <a:lnTo>
                    <a:pt x="4681246" y="1574545"/>
                  </a:lnTo>
                  <a:lnTo>
                    <a:pt x="4681392" y="1574545"/>
                  </a:lnTo>
                  <a:lnTo>
                    <a:pt x="4681537" y="1574545"/>
                  </a:lnTo>
                  <a:lnTo>
                    <a:pt x="4681682" y="1574545"/>
                  </a:lnTo>
                  <a:lnTo>
                    <a:pt x="4681828" y="1574545"/>
                  </a:lnTo>
                  <a:lnTo>
                    <a:pt x="4681973" y="1574545"/>
                  </a:lnTo>
                  <a:lnTo>
                    <a:pt x="4682119" y="1574545"/>
                  </a:lnTo>
                  <a:lnTo>
                    <a:pt x="4682264" y="1574545"/>
                  </a:lnTo>
                  <a:lnTo>
                    <a:pt x="4682410" y="1574545"/>
                  </a:lnTo>
                  <a:lnTo>
                    <a:pt x="4682555" y="1574545"/>
                  </a:lnTo>
                  <a:lnTo>
                    <a:pt x="4682700" y="1574545"/>
                  </a:lnTo>
                  <a:lnTo>
                    <a:pt x="4682846" y="1574545"/>
                  </a:lnTo>
                  <a:lnTo>
                    <a:pt x="4682991" y="1574545"/>
                  </a:lnTo>
                  <a:lnTo>
                    <a:pt x="4683137" y="1574545"/>
                  </a:lnTo>
                  <a:lnTo>
                    <a:pt x="4683282" y="1574545"/>
                  </a:lnTo>
                  <a:lnTo>
                    <a:pt x="4683428" y="1574545"/>
                  </a:lnTo>
                  <a:lnTo>
                    <a:pt x="4683573" y="1574545"/>
                  </a:lnTo>
                  <a:lnTo>
                    <a:pt x="4683718" y="1574545"/>
                  </a:lnTo>
                  <a:lnTo>
                    <a:pt x="4683864" y="1574545"/>
                  </a:lnTo>
                  <a:lnTo>
                    <a:pt x="4684009" y="1574545"/>
                  </a:lnTo>
                  <a:lnTo>
                    <a:pt x="4684155" y="1574545"/>
                  </a:lnTo>
                  <a:lnTo>
                    <a:pt x="4684300" y="1574545"/>
                  </a:lnTo>
                  <a:lnTo>
                    <a:pt x="4684446" y="1574545"/>
                  </a:lnTo>
                  <a:lnTo>
                    <a:pt x="4684591" y="1574545"/>
                  </a:lnTo>
                  <a:lnTo>
                    <a:pt x="4684591" y="1573921"/>
                  </a:lnTo>
                  <a:lnTo>
                    <a:pt x="4684591" y="1573298"/>
                  </a:lnTo>
                  <a:lnTo>
                    <a:pt x="4684591" y="1572674"/>
                  </a:lnTo>
                  <a:lnTo>
                    <a:pt x="4684736" y="1572674"/>
                  </a:lnTo>
                  <a:lnTo>
                    <a:pt x="4684882" y="1572674"/>
                  </a:lnTo>
                  <a:lnTo>
                    <a:pt x="4685027" y="1572674"/>
                  </a:lnTo>
                  <a:lnTo>
                    <a:pt x="4685173" y="1572674"/>
                  </a:lnTo>
                  <a:lnTo>
                    <a:pt x="4685318" y="1572674"/>
                  </a:lnTo>
                  <a:lnTo>
                    <a:pt x="4685464" y="1572674"/>
                  </a:lnTo>
                  <a:lnTo>
                    <a:pt x="4685609" y="1572674"/>
                  </a:lnTo>
                  <a:lnTo>
                    <a:pt x="4685754" y="1572674"/>
                  </a:lnTo>
                  <a:lnTo>
                    <a:pt x="4685900" y="1572674"/>
                  </a:lnTo>
                  <a:lnTo>
                    <a:pt x="4686045" y="1572674"/>
                  </a:lnTo>
                  <a:lnTo>
                    <a:pt x="4686191" y="1572674"/>
                  </a:lnTo>
                  <a:lnTo>
                    <a:pt x="4686336" y="1572674"/>
                  </a:lnTo>
                  <a:lnTo>
                    <a:pt x="4686481" y="1572674"/>
                  </a:lnTo>
                  <a:lnTo>
                    <a:pt x="4686627" y="1572674"/>
                  </a:lnTo>
                  <a:lnTo>
                    <a:pt x="4686772" y="1572674"/>
                  </a:lnTo>
                  <a:lnTo>
                    <a:pt x="4686918" y="1572674"/>
                  </a:lnTo>
                  <a:lnTo>
                    <a:pt x="4687063" y="1572674"/>
                  </a:lnTo>
                  <a:lnTo>
                    <a:pt x="4687063" y="1572051"/>
                  </a:lnTo>
                  <a:lnTo>
                    <a:pt x="4687209" y="1572051"/>
                  </a:lnTo>
                  <a:lnTo>
                    <a:pt x="4687209" y="1571427"/>
                  </a:lnTo>
                  <a:lnTo>
                    <a:pt x="4687354" y="1571427"/>
                  </a:lnTo>
                  <a:lnTo>
                    <a:pt x="4687354" y="1570803"/>
                  </a:lnTo>
                  <a:lnTo>
                    <a:pt x="4687499" y="1570803"/>
                  </a:lnTo>
                  <a:lnTo>
                    <a:pt x="4687645" y="1570803"/>
                  </a:lnTo>
                  <a:lnTo>
                    <a:pt x="4687790" y="1570803"/>
                  </a:lnTo>
                  <a:lnTo>
                    <a:pt x="4687936" y="1570803"/>
                  </a:lnTo>
                  <a:lnTo>
                    <a:pt x="4688081" y="1570803"/>
                  </a:lnTo>
                  <a:lnTo>
                    <a:pt x="4688227" y="1570803"/>
                  </a:lnTo>
                  <a:lnTo>
                    <a:pt x="4688372" y="1570803"/>
                  </a:lnTo>
                  <a:lnTo>
                    <a:pt x="4688517" y="1570803"/>
                  </a:lnTo>
                  <a:lnTo>
                    <a:pt x="4688663" y="1570803"/>
                  </a:lnTo>
                  <a:lnTo>
                    <a:pt x="4688808" y="1570803"/>
                  </a:lnTo>
                  <a:lnTo>
                    <a:pt x="4688954" y="1570803"/>
                  </a:lnTo>
                  <a:lnTo>
                    <a:pt x="4689099" y="1570803"/>
                  </a:lnTo>
                  <a:lnTo>
                    <a:pt x="4689245" y="1570803"/>
                  </a:lnTo>
                  <a:lnTo>
                    <a:pt x="4689390" y="1570803"/>
                  </a:lnTo>
                  <a:lnTo>
                    <a:pt x="4689390" y="1570180"/>
                  </a:lnTo>
                  <a:lnTo>
                    <a:pt x="4689535" y="1570180"/>
                  </a:lnTo>
                  <a:lnTo>
                    <a:pt x="4689681" y="1570180"/>
                  </a:lnTo>
                  <a:lnTo>
                    <a:pt x="4689826" y="1570180"/>
                  </a:lnTo>
                  <a:lnTo>
                    <a:pt x="4689972" y="1570180"/>
                  </a:lnTo>
                  <a:lnTo>
                    <a:pt x="4689972" y="1569556"/>
                  </a:lnTo>
                  <a:lnTo>
                    <a:pt x="4690117" y="1569556"/>
                  </a:lnTo>
                  <a:lnTo>
                    <a:pt x="4690263" y="1569556"/>
                  </a:lnTo>
                  <a:lnTo>
                    <a:pt x="4690408" y="1569556"/>
                  </a:lnTo>
                  <a:lnTo>
                    <a:pt x="4690553" y="1569556"/>
                  </a:lnTo>
                  <a:lnTo>
                    <a:pt x="4690699" y="1569556"/>
                  </a:lnTo>
                  <a:lnTo>
                    <a:pt x="4690844" y="1569556"/>
                  </a:lnTo>
                  <a:lnTo>
                    <a:pt x="4690990" y="1569556"/>
                  </a:lnTo>
                  <a:lnTo>
                    <a:pt x="4691135" y="1569556"/>
                  </a:lnTo>
                  <a:lnTo>
                    <a:pt x="4691135" y="1568933"/>
                  </a:lnTo>
                  <a:lnTo>
                    <a:pt x="4691281" y="1568933"/>
                  </a:lnTo>
                  <a:lnTo>
                    <a:pt x="4691426" y="1568933"/>
                  </a:lnTo>
                  <a:lnTo>
                    <a:pt x="4691571" y="1568933"/>
                  </a:lnTo>
                  <a:lnTo>
                    <a:pt x="4691717" y="1568933"/>
                  </a:lnTo>
                  <a:lnTo>
                    <a:pt x="4691862" y="1568933"/>
                  </a:lnTo>
                  <a:lnTo>
                    <a:pt x="4692008" y="1568933"/>
                  </a:lnTo>
                  <a:lnTo>
                    <a:pt x="4692153" y="1568933"/>
                  </a:lnTo>
                  <a:lnTo>
                    <a:pt x="4692299" y="1568933"/>
                  </a:lnTo>
                  <a:lnTo>
                    <a:pt x="4692444" y="1568933"/>
                  </a:lnTo>
                  <a:lnTo>
                    <a:pt x="4692589" y="1568933"/>
                  </a:lnTo>
                  <a:lnTo>
                    <a:pt x="4692735" y="1568933"/>
                  </a:lnTo>
                  <a:lnTo>
                    <a:pt x="4692880" y="1568933"/>
                  </a:lnTo>
                  <a:lnTo>
                    <a:pt x="4693026" y="1568933"/>
                  </a:lnTo>
                  <a:lnTo>
                    <a:pt x="4693171" y="1568933"/>
                  </a:lnTo>
                  <a:lnTo>
                    <a:pt x="4693316" y="1568933"/>
                  </a:lnTo>
                  <a:lnTo>
                    <a:pt x="4693462" y="1568933"/>
                  </a:lnTo>
                  <a:lnTo>
                    <a:pt x="4693462" y="1568309"/>
                  </a:lnTo>
                  <a:lnTo>
                    <a:pt x="4693607" y="1568309"/>
                  </a:lnTo>
                  <a:lnTo>
                    <a:pt x="4693607" y="1567685"/>
                  </a:lnTo>
                  <a:lnTo>
                    <a:pt x="4693753" y="1567685"/>
                  </a:lnTo>
                  <a:lnTo>
                    <a:pt x="4693898" y="1567685"/>
                  </a:lnTo>
                  <a:lnTo>
                    <a:pt x="4694044" y="1567685"/>
                  </a:lnTo>
                  <a:lnTo>
                    <a:pt x="4694189" y="1567685"/>
                  </a:lnTo>
                  <a:lnTo>
                    <a:pt x="4694334" y="1567685"/>
                  </a:lnTo>
                  <a:lnTo>
                    <a:pt x="4694480" y="1567685"/>
                  </a:lnTo>
                  <a:lnTo>
                    <a:pt x="4694625" y="1567685"/>
                  </a:lnTo>
                  <a:lnTo>
                    <a:pt x="4694771" y="1567685"/>
                  </a:lnTo>
                  <a:lnTo>
                    <a:pt x="4694771" y="1567062"/>
                  </a:lnTo>
                  <a:lnTo>
                    <a:pt x="4694916" y="1567062"/>
                  </a:lnTo>
                  <a:lnTo>
                    <a:pt x="4695062" y="1567062"/>
                  </a:lnTo>
                  <a:lnTo>
                    <a:pt x="4695207" y="1567062"/>
                  </a:lnTo>
                  <a:lnTo>
                    <a:pt x="4695352" y="1567062"/>
                  </a:lnTo>
                  <a:lnTo>
                    <a:pt x="4695498" y="1567062"/>
                  </a:lnTo>
                  <a:lnTo>
                    <a:pt x="4695498" y="1566438"/>
                  </a:lnTo>
                  <a:lnTo>
                    <a:pt x="4695643" y="1566438"/>
                  </a:lnTo>
                  <a:lnTo>
                    <a:pt x="4695789" y="1566438"/>
                  </a:lnTo>
                  <a:lnTo>
                    <a:pt x="4695934" y="1566438"/>
                  </a:lnTo>
                  <a:lnTo>
                    <a:pt x="4696080" y="1566438"/>
                  </a:lnTo>
                  <a:lnTo>
                    <a:pt x="4696225" y="1566438"/>
                  </a:lnTo>
                  <a:lnTo>
                    <a:pt x="4696370" y="1566438"/>
                  </a:lnTo>
                  <a:lnTo>
                    <a:pt x="4696516" y="1566438"/>
                  </a:lnTo>
                  <a:lnTo>
                    <a:pt x="4696661" y="1566438"/>
                  </a:lnTo>
                  <a:lnTo>
                    <a:pt x="4696807" y="1566438"/>
                  </a:lnTo>
                  <a:lnTo>
                    <a:pt x="4696952" y="1566438"/>
                  </a:lnTo>
                  <a:lnTo>
                    <a:pt x="4697098" y="1566438"/>
                  </a:lnTo>
                  <a:lnTo>
                    <a:pt x="4697243" y="1566438"/>
                  </a:lnTo>
                  <a:lnTo>
                    <a:pt x="4697388" y="1566438"/>
                  </a:lnTo>
                  <a:lnTo>
                    <a:pt x="4697388" y="1565815"/>
                  </a:lnTo>
                  <a:lnTo>
                    <a:pt x="4697534" y="1565815"/>
                  </a:lnTo>
                  <a:lnTo>
                    <a:pt x="4697679" y="1565815"/>
                  </a:lnTo>
                  <a:lnTo>
                    <a:pt x="4697679" y="1565191"/>
                  </a:lnTo>
                  <a:lnTo>
                    <a:pt x="4697679" y="1564568"/>
                  </a:lnTo>
                  <a:lnTo>
                    <a:pt x="4697679" y="1563944"/>
                  </a:lnTo>
                  <a:lnTo>
                    <a:pt x="4697825" y="1563944"/>
                  </a:lnTo>
                  <a:lnTo>
                    <a:pt x="4697970" y="1563944"/>
                  </a:lnTo>
                  <a:lnTo>
                    <a:pt x="4698116" y="1563944"/>
                  </a:lnTo>
                  <a:lnTo>
                    <a:pt x="4698261" y="1563944"/>
                  </a:lnTo>
                  <a:lnTo>
                    <a:pt x="4698406" y="1563944"/>
                  </a:lnTo>
                  <a:lnTo>
                    <a:pt x="4698552" y="1563944"/>
                  </a:lnTo>
                  <a:lnTo>
                    <a:pt x="4698697" y="1563944"/>
                  </a:lnTo>
                  <a:lnTo>
                    <a:pt x="4698843" y="1563944"/>
                  </a:lnTo>
                  <a:lnTo>
                    <a:pt x="4698988" y="1563944"/>
                  </a:lnTo>
                  <a:lnTo>
                    <a:pt x="4698988" y="1563320"/>
                  </a:lnTo>
                  <a:lnTo>
                    <a:pt x="4699134" y="1563320"/>
                  </a:lnTo>
                  <a:lnTo>
                    <a:pt x="4699279" y="1563320"/>
                  </a:lnTo>
                  <a:lnTo>
                    <a:pt x="4699424" y="1563320"/>
                  </a:lnTo>
                  <a:lnTo>
                    <a:pt x="4699570" y="1563320"/>
                  </a:lnTo>
                  <a:lnTo>
                    <a:pt x="4699715" y="1563320"/>
                  </a:lnTo>
                  <a:lnTo>
                    <a:pt x="4699861" y="1563320"/>
                  </a:lnTo>
                  <a:lnTo>
                    <a:pt x="4699861" y="1562697"/>
                  </a:lnTo>
                  <a:lnTo>
                    <a:pt x="4699861" y="1562073"/>
                  </a:lnTo>
                  <a:lnTo>
                    <a:pt x="4700006" y="1562073"/>
                  </a:lnTo>
                  <a:lnTo>
                    <a:pt x="4700151" y="1562073"/>
                  </a:lnTo>
                  <a:lnTo>
                    <a:pt x="4700297" y="1562073"/>
                  </a:lnTo>
                  <a:lnTo>
                    <a:pt x="4700442" y="1562073"/>
                  </a:lnTo>
                  <a:lnTo>
                    <a:pt x="4700588" y="1562073"/>
                  </a:lnTo>
                  <a:lnTo>
                    <a:pt x="4700733" y="1562073"/>
                  </a:lnTo>
                  <a:lnTo>
                    <a:pt x="4700879" y="1562073"/>
                  </a:lnTo>
                  <a:lnTo>
                    <a:pt x="4701024" y="1562073"/>
                  </a:lnTo>
                  <a:lnTo>
                    <a:pt x="4701169" y="1562073"/>
                  </a:lnTo>
                  <a:lnTo>
                    <a:pt x="4701315" y="1562073"/>
                  </a:lnTo>
                  <a:lnTo>
                    <a:pt x="4701460" y="1562073"/>
                  </a:lnTo>
                  <a:lnTo>
                    <a:pt x="4701606" y="1562073"/>
                  </a:lnTo>
                  <a:lnTo>
                    <a:pt x="4701751" y="1562073"/>
                  </a:lnTo>
                  <a:lnTo>
                    <a:pt x="4701897" y="1562073"/>
                  </a:lnTo>
                  <a:lnTo>
                    <a:pt x="4702042" y="1562073"/>
                  </a:lnTo>
                  <a:lnTo>
                    <a:pt x="4702187" y="1562073"/>
                  </a:lnTo>
                  <a:lnTo>
                    <a:pt x="4702333" y="1562073"/>
                  </a:lnTo>
                  <a:lnTo>
                    <a:pt x="4702478" y="1562073"/>
                  </a:lnTo>
                  <a:lnTo>
                    <a:pt x="4702624" y="1562073"/>
                  </a:lnTo>
                  <a:lnTo>
                    <a:pt x="4702769" y="1562073"/>
                  </a:lnTo>
                  <a:lnTo>
                    <a:pt x="4702915" y="1562073"/>
                  </a:lnTo>
                  <a:lnTo>
                    <a:pt x="4703060" y="1562073"/>
                  </a:lnTo>
                  <a:lnTo>
                    <a:pt x="4703205" y="1562073"/>
                  </a:lnTo>
                  <a:lnTo>
                    <a:pt x="4703351" y="1562073"/>
                  </a:lnTo>
                  <a:lnTo>
                    <a:pt x="4703351" y="1561450"/>
                  </a:lnTo>
                  <a:lnTo>
                    <a:pt x="4703496" y="1561450"/>
                  </a:lnTo>
                  <a:lnTo>
                    <a:pt x="4703496" y="1560826"/>
                  </a:lnTo>
                  <a:lnTo>
                    <a:pt x="4703642" y="1560826"/>
                  </a:lnTo>
                  <a:lnTo>
                    <a:pt x="4703787" y="1560826"/>
                  </a:lnTo>
                  <a:lnTo>
                    <a:pt x="4703933" y="1560826"/>
                  </a:lnTo>
                  <a:lnTo>
                    <a:pt x="4704078" y="1560826"/>
                  </a:lnTo>
                  <a:lnTo>
                    <a:pt x="4704223" y="1560826"/>
                  </a:lnTo>
                  <a:lnTo>
                    <a:pt x="4704369" y="1560826"/>
                  </a:lnTo>
                  <a:lnTo>
                    <a:pt x="4704514" y="1560826"/>
                  </a:lnTo>
                  <a:lnTo>
                    <a:pt x="4704660" y="1560826"/>
                  </a:lnTo>
                  <a:lnTo>
                    <a:pt x="4704660" y="1560202"/>
                  </a:lnTo>
                  <a:lnTo>
                    <a:pt x="4704805" y="1560202"/>
                  </a:lnTo>
                  <a:lnTo>
                    <a:pt x="4704951" y="1560202"/>
                  </a:lnTo>
                  <a:lnTo>
                    <a:pt x="4705096" y="1560202"/>
                  </a:lnTo>
                  <a:lnTo>
                    <a:pt x="4705241" y="1560202"/>
                  </a:lnTo>
                  <a:lnTo>
                    <a:pt x="4705241" y="1559579"/>
                  </a:lnTo>
                  <a:lnTo>
                    <a:pt x="4705387" y="1559579"/>
                  </a:lnTo>
                  <a:lnTo>
                    <a:pt x="4705532" y="1559579"/>
                  </a:lnTo>
                  <a:lnTo>
                    <a:pt x="4705678" y="1559579"/>
                  </a:lnTo>
                  <a:lnTo>
                    <a:pt x="4705678" y="1558955"/>
                  </a:lnTo>
                  <a:lnTo>
                    <a:pt x="4705823" y="1558955"/>
                  </a:lnTo>
                  <a:lnTo>
                    <a:pt x="4705968" y="1558955"/>
                  </a:lnTo>
                  <a:lnTo>
                    <a:pt x="4706114" y="1558955"/>
                  </a:lnTo>
                  <a:lnTo>
                    <a:pt x="4706259" y="1558955"/>
                  </a:lnTo>
                  <a:lnTo>
                    <a:pt x="4706405" y="1558955"/>
                  </a:lnTo>
                  <a:lnTo>
                    <a:pt x="4706550" y="1558955"/>
                  </a:lnTo>
                  <a:lnTo>
                    <a:pt x="4706696" y="1558955"/>
                  </a:lnTo>
                  <a:lnTo>
                    <a:pt x="4706696" y="1558332"/>
                  </a:lnTo>
                  <a:lnTo>
                    <a:pt x="4706841" y="1558332"/>
                  </a:lnTo>
                  <a:lnTo>
                    <a:pt x="4706986" y="1558332"/>
                  </a:lnTo>
                  <a:lnTo>
                    <a:pt x="4706986" y="1557708"/>
                  </a:lnTo>
                  <a:lnTo>
                    <a:pt x="4706986" y="1557085"/>
                  </a:lnTo>
                  <a:lnTo>
                    <a:pt x="4707132" y="1557085"/>
                  </a:lnTo>
                  <a:lnTo>
                    <a:pt x="4707277" y="1557085"/>
                  </a:lnTo>
                  <a:lnTo>
                    <a:pt x="4707423" y="1557085"/>
                  </a:lnTo>
                  <a:lnTo>
                    <a:pt x="4707568" y="1557085"/>
                  </a:lnTo>
                  <a:lnTo>
                    <a:pt x="4707714" y="1557085"/>
                  </a:lnTo>
                  <a:lnTo>
                    <a:pt x="4707859" y="1557085"/>
                  </a:lnTo>
                  <a:lnTo>
                    <a:pt x="4708004" y="1557085"/>
                  </a:lnTo>
                  <a:lnTo>
                    <a:pt x="4708150" y="1557085"/>
                  </a:lnTo>
                  <a:lnTo>
                    <a:pt x="4708295" y="1557085"/>
                  </a:lnTo>
                  <a:lnTo>
                    <a:pt x="4708441" y="1557085"/>
                  </a:lnTo>
                  <a:lnTo>
                    <a:pt x="4708441" y="1556461"/>
                  </a:lnTo>
                  <a:lnTo>
                    <a:pt x="4708586" y="1556461"/>
                  </a:lnTo>
                  <a:lnTo>
                    <a:pt x="4708732" y="1556461"/>
                  </a:lnTo>
                  <a:lnTo>
                    <a:pt x="4708877" y="1556461"/>
                  </a:lnTo>
                  <a:lnTo>
                    <a:pt x="4709022" y="1556461"/>
                  </a:lnTo>
                  <a:lnTo>
                    <a:pt x="4709168" y="1556461"/>
                  </a:lnTo>
                  <a:lnTo>
                    <a:pt x="4709168" y="1555837"/>
                  </a:lnTo>
                  <a:lnTo>
                    <a:pt x="4709313" y="1555837"/>
                  </a:lnTo>
                  <a:lnTo>
                    <a:pt x="4709459" y="1555837"/>
                  </a:lnTo>
                  <a:lnTo>
                    <a:pt x="4709604" y="1555837"/>
                  </a:lnTo>
                  <a:lnTo>
                    <a:pt x="4709604" y="1555214"/>
                  </a:lnTo>
                  <a:lnTo>
                    <a:pt x="4709604" y="1554590"/>
                  </a:lnTo>
                  <a:lnTo>
                    <a:pt x="4709750" y="1554590"/>
                  </a:lnTo>
                  <a:lnTo>
                    <a:pt x="4709895" y="1554590"/>
                  </a:lnTo>
                  <a:lnTo>
                    <a:pt x="4710040" y="1554590"/>
                  </a:lnTo>
                  <a:lnTo>
                    <a:pt x="4710186" y="1554590"/>
                  </a:lnTo>
                  <a:lnTo>
                    <a:pt x="4710331" y="1554590"/>
                  </a:lnTo>
                  <a:lnTo>
                    <a:pt x="4710331" y="1553967"/>
                  </a:lnTo>
                  <a:lnTo>
                    <a:pt x="4710477" y="1553967"/>
                  </a:lnTo>
                  <a:lnTo>
                    <a:pt x="4710622" y="1553967"/>
                  </a:lnTo>
                  <a:lnTo>
                    <a:pt x="4710768" y="1553967"/>
                  </a:lnTo>
                  <a:lnTo>
                    <a:pt x="4710913" y="1553967"/>
                  </a:lnTo>
                  <a:lnTo>
                    <a:pt x="4711058" y="1553967"/>
                  </a:lnTo>
                  <a:lnTo>
                    <a:pt x="4711204" y="1553967"/>
                  </a:lnTo>
                  <a:lnTo>
                    <a:pt x="4711349" y="1553967"/>
                  </a:lnTo>
                  <a:lnTo>
                    <a:pt x="4711495" y="1553967"/>
                  </a:lnTo>
                  <a:lnTo>
                    <a:pt x="4711495" y="1553343"/>
                  </a:lnTo>
                  <a:lnTo>
                    <a:pt x="4711640" y="1553343"/>
                  </a:lnTo>
                  <a:lnTo>
                    <a:pt x="4711786" y="1553343"/>
                  </a:lnTo>
                  <a:lnTo>
                    <a:pt x="4711786" y="1552719"/>
                  </a:lnTo>
                  <a:lnTo>
                    <a:pt x="4711931" y="1552719"/>
                  </a:lnTo>
                  <a:lnTo>
                    <a:pt x="4712076" y="1552719"/>
                  </a:lnTo>
                  <a:lnTo>
                    <a:pt x="4712222" y="1552719"/>
                  </a:lnTo>
                  <a:lnTo>
                    <a:pt x="4712367" y="1552719"/>
                  </a:lnTo>
                  <a:lnTo>
                    <a:pt x="4712513" y="1552719"/>
                  </a:lnTo>
                  <a:lnTo>
                    <a:pt x="4712513" y="1552096"/>
                  </a:lnTo>
                  <a:lnTo>
                    <a:pt x="4712658" y="1552096"/>
                  </a:lnTo>
                  <a:lnTo>
                    <a:pt x="4712803" y="1552096"/>
                  </a:lnTo>
                  <a:lnTo>
                    <a:pt x="4712949" y="1552096"/>
                  </a:lnTo>
                  <a:lnTo>
                    <a:pt x="4713094" y="1552096"/>
                  </a:lnTo>
                  <a:lnTo>
                    <a:pt x="4713094" y="1551472"/>
                  </a:lnTo>
                  <a:lnTo>
                    <a:pt x="4713240" y="1551472"/>
                  </a:lnTo>
                  <a:lnTo>
                    <a:pt x="4713385" y="1551472"/>
                  </a:lnTo>
                  <a:lnTo>
                    <a:pt x="4713531" y="1551472"/>
                  </a:lnTo>
                  <a:lnTo>
                    <a:pt x="4713676" y="1551472"/>
                  </a:lnTo>
                  <a:lnTo>
                    <a:pt x="4713821" y="1551472"/>
                  </a:lnTo>
                  <a:lnTo>
                    <a:pt x="4713967" y="1551472"/>
                  </a:lnTo>
                  <a:lnTo>
                    <a:pt x="4714112" y="1551472"/>
                  </a:lnTo>
                  <a:lnTo>
                    <a:pt x="4714258" y="1551472"/>
                  </a:lnTo>
                  <a:lnTo>
                    <a:pt x="4714403" y="1551472"/>
                  </a:lnTo>
                  <a:lnTo>
                    <a:pt x="4714549" y="1551472"/>
                  </a:lnTo>
                  <a:lnTo>
                    <a:pt x="4714549" y="1550849"/>
                  </a:lnTo>
                  <a:lnTo>
                    <a:pt x="4714694" y="1550849"/>
                  </a:lnTo>
                  <a:lnTo>
                    <a:pt x="4714839" y="1550849"/>
                  </a:lnTo>
                  <a:lnTo>
                    <a:pt x="4714985" y="1550849"/>
                  </a:lnTo>
                  <a:lnTo>
                    <a:pt x="4715130" y="1550849"/>
                  </a:lnTo>
                  <a:lnTo>
                    <a:pt x="4715276" y="1550849"/>
                  </a:lnTo>
                  <a:lnTo>
                    <a:pt x="4715421" y="1550849"/>
                  </a:lnTo>
                  <a:lnTo>
                    <a:pt x="4715421" y="1550225"/>
                  </a:lnTo>
                  <a:lnTo>
                    <a:pt x="4715567" y="1550225"/>
                  </a:lnTo>
                  <a:lnTo>
                    <a:pt x="4715567" y="1549602"/>
                  </a:lnTo>
                  <a:lnTo>
                    <a:pt x="4715712" y="1549602"/>
                  </a:lnTo>
                  <a:lnTo>
                    <a:pt x="4715857" y="1549602"/>
                  </a:lnTo>
                  <a:lnTo>
                    <a:pt x="4716003" y="1549602"/>
                  </a:lnTo>
                  <a:lnTo>
                    <a:pt x="4716148" y="1549602"/>
                  </a:lnTo>
                  <a:lnTo>
                    <a:pt x="4716294" y="1549602"/>
                  </a:lnTo>
                  <a:lnTo>
                    <a:pt x="4716439" y="1549602"/>
                  </a:lnTo>
                  <a:lnTo>
                    <a:pt x="4716585" y="1549602"/>
                  </a:lnTo>
                  <a:lnTo>
                    <a:pt x="4716730" y="1549602"/>
                  </a:lnTo>
                  <a:lnTo>
                    <a:pt x="4716875" y="1549602"/>
                  </a:lnTo>
                  <a:lnTo>
                    <a:pt x="4717021" y="1549602"/>
                  </a:lnTo>
                  <a:lnTo>
                    <a:pt x="4717166" y="1549602"/>
                  </a:lnTo>
                  <a:lnTo>
                    <a:pt x="4717312" y="1549602"/>
                  </a:lnTo>
                  <a:lnTo>
                    <a:pt x="4717457" y="1549602"/>
                  </a:lnTo>
                  <a:lnTo>
                    <a:pt x="4717603" y="1549602"/>
                  </a:lnTo>
                  <a:lnTo>
                    <a:pt x="4717748" y="1549602"/>
                  </a:lnTo>
                  <a:lnTo>
                    <a:pt x="4717893" y="1549602"/>
                  </a:lnTo>
                  <a:lnTo>
                    <a:pt x="4718039" y="1549602"/>
                  </a:lnTo>
                  <a:lnTo>
                    <a:pt x="4718184" y="1549602"/>
                  </a:lnTo>
                  <a:lnTo>
                    <a:pt x="4718330" y="1549602"/>
                  </a:lnTo>
                  <a:lnTo>
                    <a:pt x="4718475" y="1549602"/>
                  </a:lnTo>
                  <a:lnTo>
                    <a:pt x="4718621" y="1549602"/>
                  </a:lnTo>
                  <a:lnTo>
                    <a:pt x="4718766" y="1549602"/>
                  </a:lnTo>
                  <a:lnTo>
                    <a:pt x="4718911" y="1549602"/>
                  </a:lnTo>
                  <a:lnTo>
                    <a:pt x="4719057" y="1549602"/>
                  </a:lnTo>
                  <a:lnTo>
                    <a:pt x="4719202" y="1549602"/>
                  </a:lnTo>
                  <a:lnTo>
                    <a:pt x="4719348" y="1549602"/>
                  </a:lnTo>
                  <a:lnTo>
                    <a:pt x="4719493" y="1549602"/>
                  </a:lnTo>
                  <a:lnTo>
                    <a:pt x="4719638" y="1549602"/>
                  </a:lnTo>
                  <a:lnTo>
                    <a:pt x="4719784" y="1549602"/>
                  </a:lnTo>
                  <a:lnTo>
                    <a:pt x="4719929" y="1549602"/>
                  </a:lnTo>
                  <a:lnTo>
                    <a:pt x="4720075" y="1549602"/>
                  </a:lnTo>
                  <a:lnTo>
                    <a:pt x="4720220" y="1549602"/>
                  </a:lnTo>
                  <a:lnTo>
                    <a:pt x="4720366" y="1549602"/>
                  </a:lnTo>
                  <a:lnTo>
                    <a:pt x="4720366" y="1548978"/>
                  </a:lnTo>
                  <a:lnTo>
                    <a:pt x="4720511" y="1548978"/>
                  </a:lnTo>
                  <a:lnTo>
                    <a:pt x="4720656" y="1548978"/>
                  </a:lnTo>
                  <a:lnTo>
                    <a:pt x="4720802" y="1548978"/>
                  </a:lnTo>
                  <a:lnTo>
                    <a:pt x="4720947" y="1548978"/>
                  </a:lnTo>
                  <a:lnTo>
                    <a:pt x="4721093" y="1548978"/>
                  </a:lnTo>
                  <a:lnTo>
                    <a:pt x="4721238" y="1548978"/>
                  </a:lnTo>
                  <a:lnTo>
                    <a:pt x="4721384" y="1548978"/>
                  </a:lnTo>
                  <a:lnTo>
                    <a:pt x="4721529" y="1548978"/>
                  </a:lnTo>
                  <a:lnTo>
                    <a:pt x="4721674" y="1548978"/>
                  </a:lnTo>
                  <a:lnTo>
                    <a:pt x="4721820" y="1548978"/>
                  </a:lnTo>
                  <a:lnTo>
                    <a:pt x="4721965" y="1548978"/>
                  </a:lnTo>
                  <a:lnTo>
                    <a:pt x="4722111" y="1548978"/>
                  </a:lnTo>
                  <a:lnTo>
                    <a:pt x="4722256" y="1548978"/>
                  </a:lnTo>
                  <a:lnTo>
                    <a:pt x="4722402" y="1548978"/>
                  </a:lnTo>
                  <a:lnTo>
                    <a:pt x="4722547" y="1548978"/>
                  </a:lnTo>
                  <a:lnTo>
                    <a:pt x="4722692" y="1548978"/>
                  </a:lnTo>
                  <a:lnTo>
                    <a:pt x="4722838" y="1548978"/>
                  </a:lnTo>
                  <a:lnTo>
                    <a:pt x="4722983" y="1548978"/>
                  </a:lnTo>
                  <a:lnTo>
                    <a:pt x="4723129" y="1548978"/>
                  </a:lnTo>
                  <a:lnTo>
                    <a:pt x="4723274" y="1548978"/>
                  </a:lnTo>
                  <a:lnTo>
                    <a:pt x="4723420" y="1548978"/>
                  </a:lnTo>
                  <a:lnTo>
                    <a:pt x="4723565" y="1548978"/>
                  </a:lnTo>
                  <a:lnTo>
                    <a:pt x="4723710" y="1548978"/>
                  </a:lnTo>
                  <a:lnTo>
                    <a:pt x="4723856" y="1548978"/>
                  </a:lnTo>
                  <a:lnTo>
                    <a:pt x="4723856" y="1548354"/>
                  </a:lnTo>
                  <a:lnTo>
                    <a:pt x="4724001" y="1548354"/>
                  </a:lnTo>
                  <a:lnTo>
                    <a:pt x="4724147" y="1548354"/>
                  </a:lnTo>
                  <a:lnTo>
                    <a:pt x="4724292" y="1548354"/>
                  </a:lnTo>
                  <a:lnTo>
                    <a:pt x="4724438" y="1548354"/>
                  </a:lnTo>
                  <a:lnTo>
                    <a:pt x="4724583" y="1548354"/>
                  </a:lnTo>
                  <a:lnTo>
                    <a:pt x="4724728" y="1548354"/>
                  </a:lnTo>
                  <a:lnTo>
                    <a:pt x="4724874" y="1548354"/>
                  </a:lnTo>
                  <a:lnTo>
                    <a:pt x="4725019" y="1548354"/>
                  </a:lnTo>
                  <a:lnTo>
                    <a:pt x="4725165" y="1548354"/>
                  </a:lnTo>
                  <a:lnTo>
                    <a:pt x="4725310" y="1548354"/>
                  </a:lnTo>
                  <a:lnTo>
                    <a:pt x="4725456" y="1548354"/>
                  </a:lnTo>
                  <a:lnTo>
                    <a:pt x="4725601" y="1548354"/>
                  </a:lnTo>
                  <a:lnTo>
                    <a:pt x="4725746" y="1548354"/>
                  </a:lnTo>
                  <a:lnTo>
                    <a:pt x="4725892" y="1548354"/>
                  </a:lnTo>
                  <a:lnTo>
                    <a:pt x="4726037" y="1548354"/>
                  </a:lnTo>
                  <a:lnTo>
                    <a:pt x="4726183" y="1548354"/>
                  </a:lnTo>
                  <a:lnTo>
                    <a:pt x="4726328" y="1548354"/>
                  </a:lnTo>
                  <a:lnTo>
                    <a:pt x="4726473" y="1548354"/>
                  </a:lnTo>
                  <a:lnTo>
                    <a:pt x="4726473" y="1547731"/>
                  </a:lnTo>
                  <a:lnTo>
                    <a:pt x="4726619" y="1547731"/>
                  </a:lnTo>
                  <a:lnTo>
                    <a:pt x="4726764" y="1547731"/>
                  </a:lnTo>
                  <a:lnTo>
                    <a:pt x="4726764" y="1547107"/>
                  </a:lnTo>
                  <a:lnTo>
                    <a:pt x="4726910" y="1547107"/>
                  </a:lnTo>
                  <a:lnTo>
                    <a:pt x="4727055" y="1547107"/>
                  </a:lnTo>
                  <a:lnTo>
                    <a:pt x="4727201" y="1547107"/>
                  </a:lnTo>
                  <a:lnTo>
                    <a:pt x="4727346" y="1547107"/>
                  </a:lnTo>
                  <a:lnTo>
                    <a:pt x="4727346" y="1546484"/>
                  </a:lnTo>
                  <a:lnTo>
                    <a:pt x="4727491" y="1546484"/>
                  </a:lnTo>
                  <a:lnTo>
                    <a:pt x="4727637" y="1546484"/>
                  </a:lnTo>
                  <a:lnTo>
                    <a:pt x="4727782" y="1546484"/>
                  </a:lnTo>
                  <a:lnTo>
                    <a:pt x="4727928" y="1546484"/>
                  </a:lnTo>
                  <a:lnTo>
                    <a:pt x="4728073" y="1546484"/>
                  </a:lnTo>
                  <a:lnTo>
                    <a:pt x="4728219" y="1546484"/>
                  </a:lnTo>
                  <a:lnTo>
                    <a:pt x="4728364" y="1546484"/>
                  </a:lnTo>
                  <a:lnTo>
                    <a:pt x="4728509" y="1546484"/>
                  </a:lnTo>
                  <a:lnTo>
                    <a:pt x="4728655" y="1546484"/>
                  </a:lnTo>
                  <a:lnTo>
                    <a:pt x="4728800" y="1546484"/>
                  </a:lnTo>
                  <a:lnTo>
                    <a:pt x="4728946" y="1546484"/>
                  </a:lnTo>
                  <a:lnTo>
                    <a:pt x="4729091" y="1546484"/>
                  </a:lnTo>
                  <a:lnTo>
                    <a:pt x="4729237" y="1546484"/>
                  </a:lnTo>
                  <a:lnTo>
                    <a:pt x="4729382" y="1546484"/>
                  </a:lnTo>
                  <a:lnTo>
                    <a:pt x="4729527" y="1546484"/>
                  </a:lnTo>
                  <a:lnTo>
                    <a:pt x="4729673" y="1546484"/>
                  </a:lnTo>
                  <a:lnTo>
                    <a:pt x="4729818" y="1546484"/>
                  </a:lnTo>
                  <a:lnTo>
                    <a:pt x="4729964" y="1546484"/>
                  </a:lnTo>
                  <a:lnTo>
                    <a:pt x="4730109" y="1546484"/>
                  </a:lnTo>
                  <a:lnTo>
                    <a:pt x="4730255" y="1546484"/>
                  </a:lnTo>
                  <a:lnTo>
                    <a:pt x="4730400" y="1546484"/>
                  </a:lnTo>
                  <a:lnTo>
                    <a:pt x="4730545" y="1546484"/>
                  </a:lnTo>
                  <a:lnTo>
                    <a:pt x="4730691" y="1546484"/>
                  </a:lnTo>
                  <a:lnTo>
                    <a:pt x="4730836" y="1546484"/>
                  </a:lnTo>
                  <a:lnTo>
                    <a:pt x="4730982" y="1546484"/>
                  </a:lnTo>
                  <a:lnTo>
                    <a:pt x="4730982" y="1545860"/>
                  </a:lnTo>
                  <a:lnTo>
                    <a:pt x="4731127" y="1545860"/>
                  </a:lnTo>
                  <a:lnTo>
                    <a:pt x="4731127" y="1545236"/>
                  </a:lnTo>
                  <a:lnTo>
                    <a:pt x="4731273" y="1545236"/>
                  </a:lnTo>
                  <a:lnTo>
                    <a:pt x="4731418" y="1545236"/>
                  </a:lnTo>
                  <a:lnTo>
                    <a:pt x="4731563" y="1545236"/>
                  </a:lnTo>
                  <a:lnTo>
                    <a:pt x="4731709" y="1545236"/>
                  </a:lnTo>
                  <a:lnTo>
                    <a:pt x="4731854" y="1545236"/>
                  </a:lnTo>
                  <a:lnTo>
                    <a:pt x="4732000" y="1545236"/>
                  </a:lnTo>
                  <a:lnTo>
                    <a:pt x="4732000" y="1544613"/>
                  </a:lnTo>
                  <a:lnTo>
                    <a:pt x="4732145" y="1544613"/>
                  </a:lnTo>
                  <a:lnTo>
                    <a:pt x="4732291" y="1544613"/>
                  </a:lnTo>
                  <a:lnTo>
                    <a:pt x="4732436" y="1544613"/>
                  </a:lnTo>
                  <a:lnTo>
                    <a:pt x="4732581" y="1544613"/>
                  </a:lnTo>
                  <a:lnTo>
                    <a:pt x="4732727" y="1544613"/>
                  </a:lnTo>
                  <a:lnTo>
                    <a:pt x="4732872" y="1544613"/>
                  </a:lnTo>
                  <a:lnTo>
                    <a:pt x="4733018" y="1544613"/>
                  </a:lnTo>
                  <a:lnTo>
                    <a:pt x="4733163" y="1544613"/>
                  </a:lnTo>
                  <a:lnTo>
                    <a:pt x="4733308" y="1544613"/>
                  </a:lnTo>
                  <a:lnTo>
                    <a:pt x="4733454" y="1544613"/>
                  </a:lnTo>
                  <a:lnTo>
                    <a:pt x="4733599" y="1544613"/>
                  </a:lnTo>
                  <a:lnTo>
                    <a:pt x="4733745" y="1544613"/>
                  </a:lnTo>
                  <a:lnTo>
                    <a:pt x="4733890" y="1544613"/>
                  </a:lnTo>
                  <a:lnTo>
                    <a:pt x="4734036" y="1544613"/>
                  </a:lnTo>
                  <a:lnTo>
                    <a:pt x="4734181" y="1544613"/>
                  </a:lnTo>
                  <a:lnTo>
                    <a:pt x="4734326" y="1544613"/>
                  </a:lnTo>
                  <a:lnTo>
                    <a:pt x="4734472" y="1544613"/>
                  </a:lnTo>
                  <a:lnTo>
                    <a:pt x="4734472" y="1543989"/>
                  </a:lnTo>
                  <a:lnTo>
                    <a:pt x="4734472" y="1543366"/>
                  </a:lnTo>
                  <a:lnTo>
                    <a:pt x="4734472" y="1542742"/>
                  </a:lnTo>
                  <a:lnTo>
                    <a:pt x="4734617" y="1542742"/>
                  </a:lnTo>
                  <a:lnTo>
                    <a:pt x="4734763" y="1542742"/>
                  </a:lnTo>
                  <a:lnTo>
                    <a:pt x="4734908" y="1542742"/>
                  </a:lnTo>
                  <a:lnTo>
                    <a:pt x="4734908" y="1542119"/>
                  </a:lnTo>
                  <a:lnTo>
                    <a:pt x="4735054" y="1542119"/>
                  </a:lnTo>
                  <a:lnTo>
                    <a:pt x="4735199" y="1542119"/>
                  </a:lnTo>
                  <a:lnTo>
                    <a:pt x="4735344" y="1542119"/>
                  </a:lnTo>
                  <a:lnTo>
                    <a:pt x="4735490" y="1542119"/>
                  </a:lnTo>
                  <a:lnTo>
                    <a:pt x="4735635" y="1542119"/>
                  </a:lnTo>
                  <a:lnTo>
                    <a:pt x="4735781" y="1542119"/>
                  </a:lnTo>
                  <a:lnTo>
                    <a:pt x="4735926" y="1542119"/>
                  </a:lnTo>
                  <a:lnTo>
                    <a:pt x="4735926" y="1541495"/>
                  </a:lnTo>
                  <a:lnTo>
                    <a:pt x="4736072" y="1541495"/>
                  </a:lnTo>
                  <a:lnTo>
                    <a:pt x="4736217" y="1541495"/>
                  </a:lnTo>
                  <a:lnTo>
                    <a:pt x="4736217" y="1540871"/>
                  </a:lnTo>
                  <a:lnTo>
                    <a:pt x="4736217" y="1540248"/>
                  </a:lnTo>
                  <a:lnTo>
                    <a:pt x="4736362" y="1540248"/>
                  </a:lnTo>
                  <a:lnTo>
                    <a:pt x="4736508" y="1540248"/>
                  </a:lnTo>
                  <a:lnTo>
                    <a:pt x="4736653" y="1540248"/>
                  </a:lnTo>
                  <a:lnTo>
                    <a:pt x="4736799" y="1540248"/>
                  </a:lnTo>
                  <a:lnTo>
                    <a:pt x="4736944" y="1540248"/>
                  </a:lnTo>
                  <a:lnTo>
                    <a:pt x="4737090" y="1540248"/>
                  </a:lnTo>
                  <a:lnTo>
                    <a:pt x="4737235" y="1540248"/>
                  </a:lnTo>
                  <a:lnTo>
                    <a:pt x="4737380" y="1540248"/>
                  </a:lnTo>
                  <a:lnTo>
                    <a:pt x="4737526" y="1540248"/>
                  </a:lnTo>
                  <a:lnTo>
                    <a:pt x="4737671" y="1540248"/>
                  </a:lnTo>
                  <a:lnTo>
                    <a:pt x="4737817" y="1540248"/>
                  </a:lnTo>
                  <a:lnTo>
                    <a:pt x="4737962" y="1540248"/>
                  </a:lnTo>
                  <a:lnTo>
                    <a:pt x="4738108" y="1540248"/>
                  </a:lnTo>
                  <a:lnTo>
                    <a:pt x="4738253" y="1540248"/>
                  </a:lnTo>
                  <a:lnTo>
                    <a:pt x="4738398" y="1540248"/>
                  </a:lnTo>
                  <a:lnTo>
                    <a:pt x="4738544" y="1540248"/>
                  </a:lnTo>
                  <a:lnTo>
                    <a:pt x="4738689" y="1540248"/>
                  </a:lnTo>
                  <a:lnTo>
                    <a:pt x="4738689" y="1539624"/>
                  </a:lnTo>
                  <a:lnTo>
                    <a:pt x="4738689" y="1539001"/>
                  </a:lnTo>
                  <a:lnTo>
                    <a:pt x="4738835" y="1539001"/>
                  </a:lnTo>
                  <a:lnTo>
                    <a:pt x="4738980" y="1539001"/>
                  </a:lnTo>
                  <a:lnTo>
                    <a:pt x="4738980" y="1538377"/>
                  </a:lnTo>
                  <a:lnTo>
                    <a:pt x="4738980" y="1537753"/>
                  </a:lnTo>
                  <a:lnTo>
                    <a:pt x="4739126" y="1537753"/>
                  </a:lnTo>
                  <a:lnTo>
                    <a:pt x="4739271" y="1537753"/>
                  </a:lnTo>
                  <a:lnTo>
                    <a:pt x="4739271" y="1537130"/>
                  </a:lnTo>
                  <a:lnTo>
                    <a:pt x="4739416" y="1537130"/>
                  </a:lnTo>
                  <a:lnTo>
                    <a:pt x="4739562" y="1537130"/>
                  </a:lnTo>
                  <a:lnTo>
                    <a:pt x="4739707" y="1537130"/>
                  </a:lnTo>
                  <a:lnTo>
                    <a:pt x="4739707" y="1536506"/>
                  </a:lnTo>
                  <a:lnTo>
                    <a:pt x="4739853" y="1536506"/>
                  </a:lnTo>
                  <a:lnTo>
                    <a:pt x="4739853" y="1535883"/>
                  </a:lnTo>
                  <a:lnTo>
                    <a:pt x="4739998" y="1535883"/>
                  </a:lnTo>
                  <a:lnTo>
                    <a:pt x="4740143" y="1535883"/>
                  </a:lnTo>
                  <a:lnTo>
                    <a:pt x="4740143" y="1535259"/>
                  </a:lnTo>
                  <a:lnTo>
                    <a:pt x="4740143" y="1534636"/>
                  </a:lnTo>
                  <a:lnTo>
                    <a:pt x="4740289" y="1534636"/>
                  </a:lnTo>
                  <a:lnTo>
                    <a:pt x="4740434" y="1534636"/>
                  </a:lnTo>
                  <a:lnTo>
                    <a:pt x="4740580" y="1534636"/>
                  </a:lnTo>
                  <a:lnTo>
                    <a:pt x="4740725" y="1534636"/>
                  </a:lnTo>
                  <a:lnTo>
                    <a:pt x="4740725" y="1534012"/>
                  </a:lnTo>
                  <a:lnTo>
                    <a:pt x="4740871" y="1534012"/>
                  </a:lnTo>
                  <a:lnTo>
                    <a:pt x="4741016" y="1534012"/>
                  </a:lnTo>
                  <a:lnTo>
                    <a:pt x="4741161" y="1534012"/>
                  </a:lnTo>
                  <a:lnTo>
                    <a:pt x="4741307" y="1534012"/>
                  </a:lnTo>
                  <a:lnTo>
                    <a:pt x="4741452" y="1534012"/>
                  </a:lnTo>
                  <a:lnTo>
                    <a:pt x="4741452" y="1533388"/>
                  </a:lnTo>
                  <a:lnTo>
                    <a:pt x="4741598" y="1533388"/>
                  </a:lnTo>
                  <a:lnTo>
                    <a:pt x="4741743" y="1533388"/>
                  </a:lnTo>
                  <a:lnTo>
                    <a:pt x="4741889" y="1533388"/>
                  </a:lnTo>
                  <a:lnTo>
                    <a:pt x="4742034" y="1533388"/>
                  </a:lnTo>
                  <a:lnTo>
                    <a:pt x="4742179" y="1533388"/>
                  </a:lnTo>
                  <a:lnTo>
                    <a:pt x="4742179" y="1532765"/>
                  </a:lnTo>
                  <a:lnTo>
                    <a:pt x="4742325" y="1532765"/>
                  </a:lnTo>
                  <a:lnTo>
                    <a:pt x="4742470" y="1532765"/>
                  </a:lnTo>
                  <a:lnTo>
                    <a:pt x="4742616" y="1532765"/>
                  </a:lnTo>
                  <a:lnTo>
                    <a:pt x="4742761" y="1532765"/>
                  </a:lnTo>
                  <a:lnTo>
                    <a:pt x="4742907" y="1532765"/>
                  </a:lnTo>
                  <a:lnTo>
                    <a:pt x="4743052" y="1532765"/>
                  </a:lnTo>
                  <a:lnTo>
                    <a:pt x="4743197" y="1532765"/>
                  </a:lnTo>
                  <a:lnTo>
                    <a:pt x="4743343" y="1532765"/>
                  </a:lnTo>
                  <a:lnTo>
                    <a:pt x="4743488" y="1532765"/>
                  </a:lnTo>
                  <a:lnTo>
                    <a:pt x="4743634" y="1532765"/>
                  </a:lnTo>
                  <a:lnTo>
                    <a:pt x="4743779" y="1532765"/>
                  </a:lnTo>
                  <a:lnTo>
                    <a:pt x="4743925" y="1532765"/>
                  </a:lnTo>
                  <a:lnTo>
                    <a:pt x="4744070" y="1532765"/>
                  </a:lnTo>
                  <a:lnTo>
                    <a:pt x="4744215" y="1532765"/>
                  </a:lnTo>
                  <a:lnTo>
                    <a:pt x="4744361" y="1532765"/>
                  </a:lnTo>
                  <a:lnTo>
                    <a:pt x="4744506" y="1532765"/>
                  </a:lnTo>
                  <a:lnTo>
                    <a:pt x="4744652" y="1532765"/>
                  </a:lnTo>
                  <a:lnTo>
                    <a:pt x="4744652" y="1532141"/>
                  </a:lnTo>
                  <a:lnTo>
                    <a:pt x="4744797" y="1532141"/>
                  </a:lnTo>
                  <a:lnTo>
                    <a:pt x="4744943" y="1532141"/>
                  </a:lnTo>
                  <a:lnTo>
                    <a:pt x="4745088" y="1532141"/>
                  </a:lnTo>
                  <a:lnTo>
                    <a:pt x="4745233" y="1532141"/>
                  </a:lnTo>
                  <a:lnTo>
                    <a:pt x="4745379" y="1532141"/>
                  </a:lnTo>
                  <a:lnTo>
                    <a:pt x="4745524" y="1532141"/>
                  </a:lnTo>
                  <a:lnTo>
                    <a:pt x="4745670" y="1532141"/>
                  </a:lnTo>
                  <a:lnTo>
                    <a:pt x="4745815" y="1532141"/>
                  </a:lnTo>
                  <a:lnTo>
                    <a:pt x="4745961" y="1532141"/>
                  </a:lnTo>
                  <a:lnTo>
                    <a:pt x="4746106" y="1532141"/>
                  </a:lnTo>
                  <a:lnTo>
                    <a:pt x="4746251" y="1532141"/>
                  </a:lnTo>
                  <a:lnTo>
                    <a:pt x="4746397" y="1532141"/>
                  </a:lnTo>
                  <a:lnTo>
                    <a:pt x="4746542" y="1532141"/>
                  </a:lnTo>
                  <a:lnTo>
                    <a:pt x="4746688" y="1532141"/>
                  </a:lnTo>
                  <a:lnTo>
                    <a:pt x="4746833" y="1532141"/>
                  </a:lnTo>
                  <a:lnTo>
                    <a:pt x="4746978" y="1532141"/>
                  </a:lnTo>
                  <a:lnTo>
                    <a:pt x="4747124" y="1532141"/>
                  </a:lnTo>
                  <a:lnTo>
                    <a:pt x="4747269" y="1532141"/>
                  </a:lnTo>
                  <a:lnTo>
                    <a:pt x="4747415" y="1532141"/>
                  </a:lnTo>
                  <a:lnTo>
                    <a:pt x="4747560" y="1532141"/>
                  </a:lnTo>
                  <a:lnTo>
                    <a:pt x="4747706" y="1532141"/>
                  </a:lnTo>
                  <a:lnTo>
                    <a:pt x="4747851" y="1532141"/>
                  </a:lnTo>
                  <a:lnTo>
                    <a:pt x="4747996" y="1532141"/>
                  </a:lnTo>
                  <a:lnTo>
                    <a:pt x="4747996" y="1531518"/>
                  </a:lnTo>
                  <a:lnTo>
                    <a:pt x="4748142" y="1531518"/>
                  </a:lnTo>
                  <a:lnTo>
                    <a:pt x="4748142" y="1530894"/>
                  </a:lnTo>
                  <a:lnTo>
                    <a:pt x="4748287" y="1530894"/>
                  </a:lnTo>
                  <a:lnTo>
                    <a:pt x="4748287" y="1530271"/>
                  </a:lnTo>
                  <a:lnTo>
                    <a:pt x="4748433" y="1530271"/>
                  </a:lnTo>
                  <a:lnTo>
                    <a:pt x="4748578" y="1530271"/>
                  </a:lnTo>
                  <a:lnTo>
                    <a:pt x="4748724" y="1530271"/>
                  </a:lnTo>
                  <a:lnTo>
                    <a:pt x="4748869" y="1530271"/>
                  </a:lnTo>
                  <a:lnTo>
                    <a:pt x="4749014" y="1530271"/>
                  </a:lnTo>
                  <a:lnTo>
                    <a:pt x="4749160" y="1530271"/>
                  </a:lnTo>
                  <a:lnTo>
                    <a:pt x="4749305" y="1530271"/>
                  </a:lnTo>
                  <a:lnTo>
                    <a:pt x="4749451" y="1530271"/>
                  </a:lnTo>
                  <a:lnTo>
                    <a:pt x="4749451" y="1529647"/>
                  </a:lnTo>
                  <a:lnTo>
                    <a:pt x="4749596" y="1529647"/>
                  </a:lnTo>
                  <a:lnTo>
                    <a:pt x="4749742" y="1529647"/>
                  </a:lnTo>
                  <a:lnTo>
                    <a:pt x="4749887" y="1529647"/>
                  </a:lnTo>
                  <a:lnTo>
                    <a:pt x="4750032" y="1529647"/>
                  </a:lnTo>
                  <a:lnTo>
                    <a:pt x="4750178" y="1529647"/>
                  </a:lnTo>
                  <a:lnTo>
                    <a:pt x="4750323" y="1529647"/>
                  </a:lnTo>
                  <a:lnTo>
                    <a:pt x="4750469" y="1529647"/>
                  </a:lnTo>
                  <a:lnTo>
                    <a:pt x="4750614" y="1529647"/>
                  </a:lnTo>
                  <a:lnTo>
                    <a:pt x="4750760" y="1529647"/>
                  </a:lnTo>
                  <a:lnTo>
                    <a:pt x="4750760" y="1529023"/>
                  </a:lnTo>
                  <a:lnTo>
                    <a:pt x="4750905" y="1529023"/>
                  </a:lnTo>
                  <a:lnTo>
                    <a:pt x="4751050" y="1529023"/>
                  </a:lnTo>
                  <a:lnTo>
                    <a:pt x="4751196" y="1529023"/>
                  </a:lnTo>
                  <a:lnTo>
                    <a:pt x="4751341" y="1529023"/>
                  </a:lnTo>
                  <a:lnTo>
                    <a:pt x="4751487" y="1529023"/>
                  </a:lnTo>
                  <a:lnTo>
                    <a:pt x="4751487" y="1528400"/>
                  </a:lnTo>
                  <a:lnTo>
                    <a:pt x="4751632" y="1528400"/>
                  </a:lnTo>
                  <a:lnTo>
                    <a:pt x="4751632" y="1527776"/>
                  </a:lnTo>
                  <a:lnTo>
                    <a:pt x="4751778" y="1527776"/>
                  </a:lnTo>
                  <a:lnTo>
                    <a:pt x="4751923" y="1527776"/>
                  </a:lnTo>
                  <a:lnTo>
                    <a:pt x="4751923" y="1527153"/>
                  </a:lnTo>
                  <a:lnTo>
                    <a:pt x="4752068" y="1527153"/>
                  </a:lnTo>
                  <a:lnTo>
                    <a:pt x="4752068" y="1526529"/>
                  </a:lnTo>
                  <a:lnTo>
                    <a:pt x="4752214" y="1526529"/>
                  </a:lnTo>
                  <a:lnTo>
                    <a:pt x="4752359" y="1526529"/>
                  </a:lnTo>
                  <a:lnTo>
                    <a:pt x="4752505" y="1526529"/>
                  </a:lnTo>
                  <a:lnTo>
                    <a:pt x="4752650" y="1526529"/>
                  </a:lnTo>
                  <a:lnTo>
                    <a:pt x="4752796" y="1526529"/>
                  </a:lnTo>
                  <a:lnTo>
                    <a:pt x="4752941" y="1526529"/>
                  </a:lnTo>
                  <a:lnTo>
                    <a:pt x="4753086" y="1526529"/>
                  </a:lnTo>
                  <a:lnTo>
                    <a:pt x="4753232" y="1526529"/>
                  </a:lnTo>
                  <a:lnTo>
                    <a:pt x="4753377" y="1526529"/>
                  </a:lnTo>
                  <a:lnTo>
                    <a:pt x="4753377" y="1525905"/>
                  </a:lnTo>
                  <a:lnTo>
                    <a:pt x="4753523" y="1525905"/>
                  </a:lnTo>
                  <a:lnTo>
                    <a:pt x="4753668" y="1525905"/>
                  </a:lnTo>
                  <a:lnTo>
                    <a:pt x="4753813" y="1525905"/>
                  </a:lnTo>
                  <a:lnTo>
                    <a:pt x="4753959" y="1525905"/>
                  </a:lnTo>
                  <a:lnTo>
                    <a:pt x="4753959" y="1525282"/>
                  </a:lnTo>
                  <a:lnTo>
                    <a:pt x="4754104" y="1525282"/>
                  </a:lnTo>
                  <a:lnTo>
                    <a:pt x="4754250" y="1525282"/>
                  </a:lnTo>
                  <a:lnTo>
                    <a:pt x="4754395" y="1525282"/>
                  </a:lnTo>
                  <a:lnTo>
                    <a:pt x="4754541" y="1525282"/>
                  </a:lnTo>
                  <a:lnTo>
                    <a:pt x="4754541" y="1524658"/>
                  </a:lnTo>
                  <a:lnTo>
                    <a:pt x="4754541" y="1524035"/>
                  </a:lnTo>
                  <a:lnTo>
                    <a:pt x="4754541" y="1523411"/>
                  </a:lnTo>
                  <a:lnTo>
                    <a:pt x="4754686" y="1523411"/>
                  </a:lnTo>
                  <a:lnTo>
                    <a:pt x="4754831" y="1523411"/>
                  </a:lnTo>
                  <a:lnTo>
                    <a:pt x="4754977" y="1523411"/>
                  </a:lnTo>
                  <a:lnTo>
                    <a:pt x="4755122" y="1523411"/>
                  </a:lnTo>
                  <a:lnTo>
                    <a:pt x="4755268" y="1523411"/>
                  </a:lnTo>
                  <a:lnTo>
                    <a:pt x="4755268" y="1522788"/>
                  </a:lnTo>
                  <a:lnTo>
                    <a:pt x="4755413" y="1522788"/>
                  </a:lnTo>
                  <a:lnTo>
                    <a:pt x="4755559" y="1522788"/>
                  </a:lnTo>
                  <a:lnTo>
                    <a:pt x="4755704" y="1522788"/>
                  </a:lnTo>
                  <a:lnTo>
                    <a:pt x="4755849" y="1522788"/>
                  </a:lnTo>
                  <a:lnTo>
                    <a:pt x="4755995" y="1522788"/>
                  </a:lnTo>
                  <a:lnTo>
                    <a:pt x="4756140" y="1522788"/>
                  </a:lnTo>
                  <a:lnTo>
                    <a:pt x="4756286" y="1522788"/>
                  </a:lnTo>
                  <a:lnTo>
                    <a:pt x="4756431" y="1522788"/>
                  </a:lnTo>
                  <a:lnTo>
                    <a:pt x="4756577" y="1522788"/>
                  </a:lnTo>
                  <a:lnTo>
                    <a:pt x="4756722" y="1522788"/>
                  </a:lnTo>
                  <a:lnTo>
                    <a:pt x="4756867" y="1522788"/>
                  </a:lnTo>
                  <a:lnTo>
                    <a:pt x="4757013" y="1522788"/>
                  </a:lnTo>
                  <a:lnTo>
                    <a:pt x="4757158" y="1522788"/>
                  </a:lnTo>
                  <a:lnTo>
                    <a:pt x="4757304" y="1522788"/>
                  </a:lnTo>
                  <a:lnTo>
                    <a:pt x="4757449" y="1522788"/>
                  </a:lnTo>
                  <a:lnTo>
                    <a:pt x="4757595" y="1522788"/>
                  </a:lnTo>
                  <a:lnTo>
                    <a:pt x="4757740" y="1522788"/>
                  </a:lnTo>
                  <a:lnTo>
                    <a:pt x="4757885" y="1522788"/>
                  </a:lnTo>
                  <a:lnTo>
                    <a:pt x="4758031" y="1522788"/>
                  </a:lnTo>
                  <a:lnTo>
                    <a:pt x="4758176" y="1522788"/>
                  </a:lnTo>
                  <a:lnTo>
                    <a:pt x="4758322" y="1522788"/>
                  </a:lnTo>
                  <a:lnTo>
                    <a:pt x="4758467" y="1522788"/>
                  </a:lnTo>
                  <a:lnTo>
                    <a:pt x="4758613" y="1522788"/>
                  </a:lnTo>
                  <a:lnTo>
                    <a:pt x="4758758" y="1522788"/>
                  </a:lnTo>
                  <a:lnTo>
                    <a:pt x="4758758" y="1522164"/>
                  </a:lnTo>
                  <a:lnTo>
                    <a:pt x="4758758" y="1521540"/>
                  </a:lnTo>
                  <a:lnTo>
                    <a:pt x="4758903" y="1521540"/>
                  </a:lnTo>
                  <a:lnTo>
                    <a:pt x="4759049" y="1521540"/>
                  </a:lnTo>
                  <a:lnTo>
                    <a:pt x="4759194" y="1521540"/>
                  </a:lnTo>
                  <a:lnTo>
                    <a:pt x="4759340" y="1521540"/>
                  </a:lnTo>
                  <a:lnTo>
                    <a:pt x="4759485" y="1521540"/>
                  </a:lnTo>
                  <a:lnTo>
                    <a:pt x="4759631" y="1521540"/>
                  </a:lnTo>
                  <a:lnTo>
                    <a:pt x="4759776" y="1521540"/>
                  </a:lnTo>
                  <a:lnTo>
                    <a:pt x="4759921" y="1521540"/>
                  </a:lnTo>
                  <a:lnTo>
                    <a:pt x="4760067" y="1521540"/>
                  </a:lnTo>
                  <a:lnTo>
                    <a:pt x="4760212" y="1521540"/>
                  </a:lnTo>
                  <a:lnTo>
                    <a:pt x="4760358" y="1521540"/>
                  </a:lnTo>
                  <a:lnTo>
                    <a:pt x="4760503" y="1521540"/>
                  </a:lnTo>
                  <a:lnTo>
                    <a:pt x="4760648" y="1521540"/>
                  </a:lnTo>
                  <a:lnTo>
                    <a:pt x="4760794" y="1521540"/>
                  </a:lnTo>
                  <a:lnTo>
                    <a:pt x="4760794" y="1520917"/>
                  </a:lnTo>
                  <a:lnTo>
                    <a:pt x="4760939" y="1520917"/>
                  </a:lnTo>
                  <a:lnTo>
                    <a:pt x="4761085" y="1520917"/>
                  </a:lnTo>
                  <a:lnTo>
                    <a:pt x="4761230" y="1520917"/>
                  </a:lnTo>
                  <a:lnTo>
                    <a:pt x="4761376" y="1520917"/>
                  </a:lnTo>
                  <a:lnTo>
                    <a:pt x="4761521" y="1520917"/>
                  </a:lnTo>
                  <a:lnTo>
                    <a:pt x="4761666" y="1520917"/>
                  </a:lnTo>
                  <a:lnTo>
                    <a:pt x="4761812" y="1520917"/>
                  </a:lnTo>
                  <a:lnTo>
                    <a:pt x="4761957" y="1520917"/>
                  </a:lnTo>
                  <a:lnTo>
                    <a:pt x="4762103" y="1520917"/>
                  </a:lnTo>
                  <a:lnTo>
                    <a:pt x="4762248" y="1520917"/>
                  </a:lnTo>
                  <a:lnTo>
                    <a:pt x="4762394" y="1520917"/>
                  </a:lnTo>
                  <a:lnTo>
                    <a:pt x="4762539" y="1520917"/>
                  </a:lnTo>
                  <a:lnTo>
                    <a:pt x="4762684" y="1520917"/>
                  </a:lnTo>
                  <a:lnTo>
                    <a:pt x="4762830" y="1520917"/>
                  </a:lnTo>
                  <a:lnTo>
                    <a:pt x="4762975" y="1520917"/>
                  </a:lnTo>
                  <a:lnTo>
                    <a:pt x="4763121" y="1520917"/>
                  </a:lnTo>
                  <a:lnTo>
                    <a:pt x="4763266" y="1520917"/>
                  </a:lnTo>
                  <a:lnTo>
                    <a:pt x="4763266" y="1520293"/>
                  </a:lnTo>
                  <a:lnTo>
                    <a:pt x="4763412" y="1520293"/>
                  </a:lnTo>
                  <a:lnTo>
                    <a:pt x="4763557" y="1520293"/>
                  </a:lnTo>
                  <a:lnTo>
                    <a:pt x="4763702" y="1520293"/>
                  </a:lnTo>
                  <a:lnTo>
                    <a:pt x="4763848" y="1520293"/>
                  </a:lnTo>
                  <a:lnTo>
                    <a:pt x="4763993" y="1520293"/>
                  </a:lnTo>
                  <a:lnTo>
                    <a:pt x="4764139" y="1520293"/>
                  </a:lnTo>
                  <a:lnTo>
                    <a:pt x="4764284" y="1520293"/>
                  </a:lnTo>
                  <a:lnTo>
                    <a:pt x="4764430" y="1520293"/>
                  </a:lnTo>
                  <a:lnTo>
                    <a:pt x="4764575" y="1520293"/>
                  </a:lnTo>
                  <a:lnTo>
                    <a:pt x="4764720" y="1520293"/>
                  </a:lnTo>
                  <a:lnTo>
                    <a:pt x="4764866" y="1520293"/>
                  </a:lnTo>
                  <a:lnTo>
                    <a:pt x="4765011" y="1520293"/>
                  </a:lnTo>
                  <a:lnTo>
                    <a:pt x="4765157" y="1520293"/>
                  </a:lnTo>
                  <a:lnTo>
                    <a:pt x="4765302" y="1520293"/>
                  </a:lnTo>
                  <a:lnTo>
                    <a:pt x="4765448" y="1520293"/>
                  </a:lnTo>
                  <a:lnTo>
                    <a:pt x="4765593" y="1520293"/>
                  </a:lnTo>
                  <a:lnTo>
                    <a:pt x="4765738" y="1520293"/>
                  </a:lnTo>
                  <a:lnTo>
                    <a:pt x="4765884" y="1520293"/>
                  </a:lnTo>
                  <a:lnTo>
                    <a:pt x="4766029" y="1520293"/>
                  </a:lnTo>
                  <a:lnTo>
                    <a:pt x="4766175" y="1520293"/>
                  </a:lnTo>
                  <a:lnTo>
                    <a:pt x="4766320" y="1520293"/>
                  </a:lnTo>
                  <a:lnTo>
                    <a:pt x="4766466" y="1520293"/>
                  </a:lnTo>
                  <a:lnTo>
                    <a:pt x="4766466" y="1519670"/>
                  </a:lnTo>
                  <a:lnTo>
                    <a:pt x="4766466" y="1519046"/>
                  </a:lnTo>
                  <a:lnTo>
                    <a:pt x="4766611" y="1519046"/>
                  </a:lnTo>
                  <a:lnTo>
                    <a:pt x="4766756" y="1519046"/>
                  </a:lnTo>
                  <a:lnTo>
                    <a:pt x="4766902" y="1519046"/>
                  </a:lnTo>
                  <a:lnTo>
                    <a:pt x="4767047" y="1519046"/>
                  </a:lnTo>
                  <a:lnTo>
                    <a:pt x="4767193" y="1519046"/>
                  </a:lnTo>
                  <a:lnTo>
                    <a:pt x="4767338" y="1519046"/>
                  </a:lnTo>
                  <a:lnTo>
                    <a:pt x="4767483" y="1519046"/>
                  </a:lnTo>
                  <a:lnTo>
                    <a:pt x="4767629" y="1519046"/>
                  </a:lnTo>
                  <a:lnTo>
                    <a:pt x="4767774" y="1519046"/>
                  </a:lnTo>
                  <a:lnTo>
                    <a:pt x="4767920" y="1519046"/>
                  </a:lnTo>
                  <a:lnTo>
                    <a:pt x="4768065" y="1519046"/>
                  </a:lnTo>
                  <a:lnTo>
                    <a:pt x="4768211" y="1519046"/>
                  </a:lnTo>
                  <a:lnTo>
                    <a:pt x="4768356" y="1519046"/>
                  </a:lnTo>
                  <a:lnTo>
                    <a:pt x="4768501" y="1519046"/>
                  </a:lnTo>
                  <a:lnTo>
                    <a:pt x="4768647" y="1519046"/>
                  </a:lnTo>
                  <a:lnTo>
                    <a:pt x="4768647" y="1518422"/>
                  </a:lnTo>
                  <a:lnTo>
                    <a:pt x="4768792" y="1518422"/>
                  </a:lnTo>
                  <a:lnTo>
                    <a:pt x="4768938" y="1518422"/>
                  </a:lnTo>
                  <a:lnTo>
                    <a:pt x="4768938" y="1517799"/>
                  </a:lnTo>
                  <a:lnTo>
                    <a:pt x="4769083" y="1517799"/>
                  </a:lnTo>
                  <a:lnTo>
                    <a:pt x="4769229" y="1517799"/>
                  </a:lnTo>
                  <a:lnTo>
                    <a:pt x="4769374" y="1517799"/>
                  </a:lnTo>
                  <a:lnTo>
                    <a:pt x="4769519" y="1517799"/>
                  </a:lnTo>
                  <a:lnTo>
                    <a:pt x="4769665" y="1517799"/>
                  </a:lnTo>
                  <a:lnTo>
                    <a:pt x="4769665" y="1517175"/>
                  </a:lnTo>
                  <a:lnTo>
                    <a:pt x="4769810" y="1517175"/>
                  </a:lnTo>
                  <a:lnTo>
                    <a:pt x="4769956" y="1517175"/>
                  </a:lnTo>
                  <a:lnTo>
                    <a:pt x="4770101" y="1517175"/>
                  </a:lnTo>
                  <a:lnTo>
                    <a:pt x="4770247" y="1517175"/>
                  </a:lnTo>
                  <a:lnTo>
                    <a:pt x="4770392" y="1517175"/>
                  </a:lnTo>
                  <a:lnTo>
                    <a:pt x="4770392" y="1516552"/>
                  </a:lnTo>
                  <a:lnTo>
                    <a:pt x="4770537" y="1516552"/>
                  </a:lnTo>
                  <a:lnTo>
                    <a:pt x="4770683" y="1516552"/>
                  </a:lnTo>
                  <a:lnTo>
                    <a:pt x="4770828" y="1516552"/>
                  </a:lnTo>
                  <a:lnTo>
                    <a:pt x="4770974" y="1516552"/>
                  </a:lnTo>
                  <a:lnTo>
                    <a:pt x="4771119" y="1516552"/>
                  </a:lnTo>
                  <a:lnTo>
                    <a:pt x="4771265" y="1516552"/>
                  </a:lnTo>
                  <a:lnTo>
                    <a:pt x="4771410" y="1516552"/>
                  </a:lnTo>
                  <a:lnTo>
                    <a:pt x="4771410" y="1515928"/>
                  </a:lnTo>
                  <a:lnTo>
                    <a:pt x="4771555" y="1515928"/>
                  </a:lnTo>
                  <a:lnTo>
                    <a:pt x="4771701" y="1515928"/>
                  </a:lnTo>
                  <a:lnTo>
                    <a:pt x="4771846" y="1515928"/>
                  </a:lnTo>
                  <a:lnTo>
                    <a:pt x="4771992" y="1515928"/>
                  </a:lnTo>
                  <a:lnTo>
                    <a:pt x="4772137" y="1515928"/>
                  </a:lnTo>
                  <a:lnTo>
                    <a:pt x="4772283" y="1515928"/>
                  </a:lnTo>
                  <a:lnTo>
                    <a:pt x="4772428" y="1515928"/>
                  </a:lnTo>
                  <a:lnTo>
                    <a:pt x="4772428" y="1515305"/>
                  </a:lnTo>
                  <a:lnTo>
                    <a:pt x="4772573" y="1515305"/>
                  </a:lnTo>
                  <a:lnTo>
                    <a:pt x="4772719" y="1515305"/>
                  </a:lnTo>
                  <a:lnTo>
                    <a:pt x="4772864" y="1515305"/>
                  </a:lnTo>
                  <a:lnTo>
                    <a:pt x="4773010" y="1515305"/>
                  </a:lnTo>
                  <a:lnTo>
                    <a:pt x="4773155" y="1515305"/>
                  </a:lnTo>
                  <a:lnTo>
                    <a:pt x="4773301" y="1515305"/>
                  </a:lnTo>
                  <a:lnTo>
                    <a:pt x="4773446" y="1515305"/>
                  </a:lnTo>
                  <a:lnTo>
                    <a:pt x="4773591" y="1515305"/>
                  </a:lnTo>
                  <a:lnTo>
                    <a:pt x="4773737" y="1515305"/>
                  </a:lnTo>
                  <a:lnTo>
                    <a:pt x="4773882" y="1515305"/>
                  </a:lnTo>
                  <a:lnTo>
                    <a:pt x="4774028" y="1515305"/>
                  </a:lnTo>
                  <a:lnTo>
                    <a:pt x="4774173" y="1515305"/>
                  </a:lnTo>
                  <a:lnTo>
                    <a:pt x="4774318" y="1515305"/>
                  </a:lnTo>
                  <a:lnTo>
                    <a:pt x="4774464" y="1515305"/>
                  </a:lnTo>
                  <a:lnTo>
                    <a:pt x="4774609" y="1515305"/>
                  </a:lnTo>
                  <a:lnTo>
                    <a:pt x="4774755" y="1515305"/>
                  </a:lnTo>
                  <a:lnTo>
                    <a:pt x="4774900" y="1515305"/>
                  </a:lnTo>
                  <a:lnTo>
                    <a:pt x="4775046" y="1515305"/>
                  </a:lnTo>
                  <a:lnTo>
                    <a:pt x="4775191" y="1515305"/>
                  </a:lnTo>
                  <a:lnTo>
                    <a:pt x="4775336" y="1515305"/>
                  </a:lnTo>
                  <a:lnTo>
                    <a:pt x="4775482" y="1515305"/>
                  </a:lnTo>
                  <a:lnTo>
                    <a:pt x="4775627" y="1515305"/>
                  </a:lnTo>
                  <a:lnTo>
                    <a:pt x="4775773" y="1515305"/>
                  </a:lnTo>
                  <a:lnTo>
                    <a:pt x="4775918" y="1515305"/>
                  </a:lnTo>
                  <a:lnTo>
                    <a:pt x="4776064" y="1515305"/>
                  </a:lnTo>
                  <a:lnTo>
                    <a:pt x="4776209" y="1515305"/>
                  </a:lnTo>
                  <a:lnTo>
                    <a:pt x="4776354" y="1515305"/>
                  </a:lnTo>
                  <a:lnTo>
                    <a:pt x="4776500" y="1515305"/>
                  </a:lnTo>
                  <a:lnTo>
                    <a:pt x="4776645" y="1515305"/>
                  </a:lnTo>
                  <a:lnTo>
                    <a:pt x="4776791" y="1515305"/>
                  </a:lnTo>
                  <a:lnTo>
                    <a:pt x="4776936" y="1515305"/>
                  </a:lnTo>
                  <a:lnTo>
                    <a:pt x="4777082" y="1515305"/>
                  </a:lnTo>
                  <a:lnTo>
                    <a:pt x="4777082" y="1514681"/>
                  </a:lnTo>
                  <a:lnTo>
                    <a:pt x="4777227" y="1514681"/>
                  </a:lnTo>
                  <a:lnTo>
                    <a:pt x="4777372" y="1514681"/>
                  </a:lnTo>
                  <a:lnTo>
                    <a:pt x="4777518" y="1514681"/>
                  </a:lnTo>
                  <a:lnTo>
                    <a:pt x="4777663" y="1514681"/>
                  </a:lnTo>
                  <a:lnTo>
                    <a:pt x="4777663" y="1514057"/>
                  </a:lnTo>
                  <a:lnTo>
                    <a:pt x="4777809" y="1514057"/>
                  </a:lnTo>
                  <a:lnTo>
                    <a:pt x="4777954" y="1514057"/>
                  </a:lnTo>
                  <a:lnTo>
                    <a:pt x="4778100" y="1514057"/>
                  </a:lnTo>
                  <a:lnTo>
                    <a:pt x="4778245" y="1514057"/>
                  </a:lnTo>
                  <a:lnTo>
                    <a:pt x="4778390" y="1514057"/>
                  </a:lnTo>
                  <a:lnTo>
                    <a:pt x="4778536" y="1514057"/>
                  </a:lnTo>
                  <a:lnTo>
                    <a:pt x="4778536" y="1513434"/>
                  </a:lnTo>
                  <a:lnTo>
                    <a:pt x="4778681" y="1513434"/>
                  </a:lnTo>
                  <a:lnTo>
                    <a:pt x="4778827" y="1513434"/>
                  </a:lnTo>
                  <a:lnTo>
                    <a:pt x="4778972" y="1513434"/>
                  </a:lnTo>
                  <a:lnTo>
                    <a:pt x="4779118" y="1513434"/>
                  </a:lnTo>
                  <a:lnTo>
                    <a:pt x="4779263" y="1513434"/>
                  </a:lnTo>
                  <a:lnTo>
                    <a:pt x="4779408" y="1513434"/>
                  </a:lnTo>
                  <a:lnTo>
                    <a:pt x="4779554" y="1513434"/>
                  </a:lnTo>
                  <a:lnTo>
                    <a:pt x="4779699" y="1513434"/>
                  </a:lnTo>
                  <a:lnTo>
                    <a:pt x="4779845" y="1513434"/>
                  </a:lnTo>
                  <a:lnTo>
                    <a:pt x="4779990" y="1513434"/>
                  </a:lnTo>
                  <a:lnTo>
                    <a:pt x="4780136" y="1513434"/>
                  </a:lnTo>
                  <a:lnTo>
                    <a:pt x="4780281" y="1513434"/>
                  </a:lnTo>
                  <a:lnTo>
                    <a:pt x="4780426" y="1513434"/>
                  </a:lnTo>
                  <a:lnTo>
                    <a:pt x="4780572" y="1513434"/>
                  </a:lnTo>
                  <a:lnTo>
                    <a:pt x="4780572" y="1512810"/>
                  </a:lnTo>
                  <a:lnTo>
                    <a:pt x="4780572" y="1512187"/>
                  </a:lnTo>
                  <a:lnTo>
                    <a:pt x="4780572" y="1511563"/>
                  </a:lnTo>
                  <a:lnTo>
                    <a:pt x="4780717" y="1511563"/>
                  </a:lnTo>
                  <a:lnTo>
                    <a:pt x="4780863" y="1511563"/>
                  </a:lnTo>
                  <a:lnTo>
                    <a:pt x="4781008" y="1511563"/>
                  </a:lnTo>
                  <a:lnTo>
                    <a:pt x="4781153" y="1511563"/>
                  </a:lnTo>
                  <a:lnTo>
                    <a:pt x="4781299" y="1511563"/>
                  </a:lnTo>
                  <a:lnTo>
                    <a:pt x="4781444" y="1511563"/>
                  </a:lnTo>
                  <a:lnTo>
                    <a:pt x="4781590" y="1511563"/>
                  </a:lnTo>
                  <a:lnTo>
                    <a:pt x="4781735" y="1511563"/>
                  </a:lnTo>
                  <a:lnTo>
                    <a:pt x="4781881" y="1511563"/>
                  </a:lnTo>
                  <a:lnTo>
                    <a:pt x="4782026" y="1511563"/>
                  </a:lnTo>
                  <a:lnTo>
                    <a:pt x="4782171" y="1511563"/>
                  </a:lnTo>
                  <a:lnTo>
                    <a:pt x="4782317" y="1511563"/>
                  </a:lnTo>
                  <a:lnTo>
                    <a:pt x="4782462" y="1511563"/>
                  </a:lnTo>
                  <a:lnTo>
                    <a:pt x="4782608" y="1511563"/>
                  </a:lnTo>
                  <a:lnTo>
                    <a:pt x="4782753" y="1511563"/>
                  </a:lnTo>
                  <a:lnTo>
                    <a:pt x="4782899" y="1511563"/>
                  </a:lnTo>
                  <a:lnTo>
                    <a:pt x="4783044" y="1511563"/>
                  </a:lnTo>
                  <a:lnTo>
                    <a:pt x="4783189" y="1511563"/>
                  </a:lnTo>
                  <a:lnTo>
                    <a:pt x="4783335" y="1511563"/>
                  </a:lnTo>
                  <a:lnTo>
                    <a:pt x="4783335" y="1510939"/>
                  </a:lnTo>
                  <a:lnTo>
                    <a:pt x="4783480" y="1510939"/>
                  </a:lnTo>
                  <a:lnTo>
                    <a:pt x="4783626" y="1510939"/>
                  </a:lnTo>
                  <a:lnTo>
                    <a:pt x="4783771" y="1510939"/>
                  </a:lnTo>
                  <a:lnTo>
                    <a:pt x="4783917" y="1510939"/>
                  </a:lnTo>
                  <a:lnTo>
                    <a:pt x="4784062" y="1510939"/>
                  </a:lnTo>
                  <a:lnTo>
                    <a:pt x="4784207" y="1510939"/>
                  </a:lnTo>
                  <a:lnTo>
                    <a:pt x="4784353" y="1510939"/>
                  </a:lnTo>
                  <a:lnTo>
                    <a:pt x="4784498" y="1510939"/>
                  </a:lnTo>
                  <a:lnTo>
                    <a:pt x="4784644" y="1510939"/>
                  </a:lnTo>
                  <a:lnTo>
                    <a:pt x="4784644" y="1510316"/>
                  </a:lnTo>
                  <a:lnTo>
                    <a:pt x="4784789" y="1510316"/>
                  </a:lnTo>
                  <a:lnTo>
                    <a:pt x="4784935" y="1510316"/>
                  </a:lnTo>
                  <a:lnTo>
                    <a:pt x="4785080" y="1510316"/>
                  </a:lnTo>
                  <a:lnTo>
                    <a:pt x="4785225" y="1510316"/>
                  </a:lnTo>
                  <a:lnTo>
                    <a:pt x="4785371" y="1510316"/>
                  </a:lnTo>
                  <a:lnTo>
                    <a:pt x="4785516" y="1510316"/>
                  </a:lnTo>
                  <a:lnTo>
                    <a:pt x="4785662" y="1510316"/>
                  </a:lnTo>
                  <a:lnTo>
                    <a:pt x="4785807" y="1510316"/>
                  </a:lnTo>
                  <a:lnTo>
                    <a:pt x="4785953" y="1510316"/>
                  </a:lnTo>
                  <a:lnTo>
                    <a:pt x="4786098" y="1510316"/>
                  </a:lnTo>
                  <a:lnTo>
                    <a:pt x="4786243" y="1510316"/>
                  </a:lnTo>
                  <a:lnTo>
                    <a:pt x="4786389" y="1510316"/>
                  </a:lnTo>
                  <a:lnTo>
                    <a:pt x="4786534" y="1510316"/>
                  </a:lnTo>
                  <a:lnTo>
                    <a:pt x="4786680" y="1510316"/>
                  </a:lnTo>
                  <a:lnTo>
                    <a:pt x="4786680" y="1509692"/>
                  </a:lnTo>
                  <a:lnTo>
                    <a:pt x="4786825" y="1509692"/>
                  </a:lnTo>
                  <a:lnTo>
                    <a:pt x="4786970" y="1509692"/>
                  </a:lnTo>
                  <a:lnTo>
                    <a:pt x="4787116" y="1509692"/>
                  </a:lnTo>
                  <a:lnTo>
                    <a:pt x="4787261" y="1509692"/>
                  </a:lnTo>
                  <a:lnTo>
                    <a:pt x="4787407" y="1509692"/>
                  </a:lnTo>
                  <a:lnTo>
                    <a:pt x="4787552" y="1509692"/>
                  </a:lnTo>
                  <a:lnTo>
                    <a:pt x="4787698" y="1509692"/>
                  </a:lnTo>
                  <a:lnTo>
                    <a:pt x="4787843" y="1509692"/>
                  </a:lnTo>
                  <a:lnTo>
                    <a:pt x="4787988" y="1509692"/>
                  </a:lnTo>
                  <a:lnTo>
                    <a:pt x="4787988" y="1509069"/>
                  </a:lnTo>
                  <a:lnTo>
                    <a:pt x="4788134" y="1509069"/>
                  </a:lnTo>
                  <a:lnTo>
                    <a:pt x="4788134" y="1508445"/>
                  </a:lnTo>
                  <a:lnTo>
                    <a:pt x="4788279" y="1508445"/>
                  </a:lnTo>
                  <a:lnTo>
                    <a:pt x="4788425" y="1508445"/>
                  </a:lnTo>
                  <a:lnTo>
                    <a:pt x="4788425" y="1507822"/>
                  </a:lnTo>
                  <a:lnTo>
                    <a:pt x="4788570" y="1507822"/>
                  </a:lnTo>
                  <a:lnTo>
                    <a:pt x="4788716" y="1507822"/>
                  </a:lnTo>
                  <a:lnTo>
                    <a:pt x="4788861" y="1507822"/>
                  </a:lnTo>
                  <a:lnTo>
                    <a:pt x="4789006" y="1507822"/>
                  </a:lnTo>
                  <a:lnTo>
                    <a:pt x="4789152" y="1507822"/>
                  </a:lnTo>
                  <a:lnTo>
                    <a:pt x="4789297" y="1507822"/>
                  </a:lnTo>
                  <a:lnTo>
                    <a:pt x="4789443" y="1507822"/>
                  </a:lnTo>
                  <a:lnTo>
                    <a:pt x="4789588" y="1507822"/>
                  </a:lnTo>
                  <a:lnTo>
                    <a:pt x="4789734" y="1507822"/>
                  </a:lnTo>
                  <a:lnTo>
                    <a:pt x="4789879" y="1507822"/>
                  </a:lnTo>
                  <a:lnTo>
                    <a:pt x="4789879" y="1507198"/>
                  </a:lnTo>
                  <a:lnTo>
                    <a:pt x="4790024" y="1507198"/>
                  </a:lnTo>
                  <a:lnTo>
                    <a:pt x="4790170" y="1507198"/>
                  </a:lnTo>
                  <a:lnTo>
                    <a:pt x="4790315" y="1507198"/>
                  </a:lnTo>
                  <a:lnTo>
                    <a:pt x="4790461" y="1507198"/>
                  </a:lnTo>
                  <a:lnTo>
                    <a:pt x="4790606" y="1507198"/>
                  </a:lnTo>
                  <a:lnTo>
                    <a:pt x="4790752" y="1507198"/>
                  </a:lnTo>
                  <a:lnTo>
                    <a:pt x="4790897" y="1507198"/>
                  </a:lnTo>
                  <a:lnTo>
                    <a:pt x="4791042" y="1507198"/>
                  </a:lnTo>
                  <a:lnTo>
                    <a:pt x="4791042" y="1506574"/>
                  </a:lnTo>
                  <a:lnTo>
                    <a:pt x="4791188" y="1506574"/>
                  </a:lnTo>
                  <a:lnTo>
                    <a:pt x="4791188" y="1505951"/>
                  </a:lnTo>
                  <a:lnTo>
                    <a:pt x="4791333" y="1505951"/>
                  </a:lnTo>
                  <a:lnTo>
                    <a:pt x="4791479" y="1505951"/>
                  </a:lnTo>
                  <a:lnTo>
                    <a:pt x="4791624" y="1505951"/>
                  </a:lnTo>
                  <a:lnTo>
                    <a:pt x="4791770" y="1505951"/>
                  </a:lnTo>
                  <a:lnTo>
                    <a:pt x="4791915" y="1505951"/>
                  </a:lnTo>
                  <a:lnTo>
                    <a:pt x="4791915" y="1505327"/>
                  </a:lnTo>
                  <a:lnTo>
                    <a:pt x="4792060" y="1505327"/>
                  </a:lnTo>
                  <a:lnTo>
                    <a:pt x="4792206" y="1505327"/>
                  </a:lnTo>
                  <a:lnTo>
                    <a:pt x="4792351" y="1505327"/>
                  </a:lnTo>
                  <a:lnTo>
                    <a:pt x="4792497" y="1505327"/>
                  </a:lnTo>
                  <a:lnTo>
                    <a:pt x="4792642" y="1505327"/>
                  </a:lnTo>
                  <a:lnTo>
                    <a:pt x="4792788" y="1505327"/>
                  </a:lnTo>
                  <a:lnTo>
                    <a:pt x="4792933" y="1505327"/>
                  </a:lnTo>
                  <a:lnTo>
                    <a:pt x="4793078" y="1505327"/>
                  </a:lnTo>
                  <a:lnTo>
                    <a:pt x="4793224" y="1505327"/>
                  </a:lnTo>
                  <a:lnTo>
                    <a:pt x="4793369" y="1505327"/>
                  </a:lnTo>
                  <a:lnTo>
                    <a:pt x="4793515" y="1505327"/>
                  </a:lnTo>
                  <a:lnTo>
                    <a:pt x="4793660" y="1505327"/>
                  </a:lnTo>
                  <a:lnTo>
                    <a:pt x="4793805" y="1505327"/>
                  </a:lnTo>
                  <a:lnTo>
                    <a:pt x="4793951" y="1505327"/>
                  </a:lnTo>
                  <a:lnTo>
                    <a:pt x="4794096" y="1505327"/>
                  </a:lnTo>
                  <a:lnTo>
                    <a:pt x="4794242" y="1505327"/>
                  </a:lnTo>
                  <a:lnTo>
                    <a:pt x="4794242" y="1504704"/>
                  </a:lnTo>
                  <a:lnTo>
                    <a:pt x="4794387" y="1504704"/>
                  </a:lnTo>
                  <a:lnTo>
                    <a:pt x="4794533" y="1504704"/>
                  </a:lnTo>
                  <a:lnTo>
                    <a:pt x="4794678" y="1504704"/>
                  </a:lnTo>
                  <a:lnTo>
                    <a:pt x="4794823" y="1504704"/>
                  </a:lnTo>
                  <a:lnTo>
                    <a:pt x="4794969" y="1504704"/>
                  </a:lnTo>
                  <a:lnTo>
                    <a:pt x="4795114" y="1504704"/>
                  </a:lnTo>
                  <a:lnTo>
                    <a:pt x="4795260" y="1504704"/>
                  </a:lnTo>
                  <a:lnTo>
                    <a:pt x="4795260" y="1504080"/>
                  </a:lnTo>
                  <a:lnTo>
                    <a:pt x="4795405" y="1504080"/>
                  </a:lnTo>
                  <a:lnTo>
                    <a:pt x="4795551" y="1504080"/>
                  </a:lnTo>
                  <a:lnTo>
                    <a:pt x="4795696" y="1504080"/>
                  </a:lnTo>
                  <a:lnTo>
                    <a:pt x="4795696" y="1503456"/>
                  </a:lnTo>
                  <a:lnTo>
                    <a:pt x="4795841" y="1503456"/>
                  </a:lnTo>
                  <a:lnTo>
                    <a:pt x="4795841" y="1502833"/>
                  </a:lnTo>
                  <a:lnTo>
                    <a:pt x="4795987" y="1502833"/>
                  </a:lnTo>
                  <a:lnTo>
                    <a:pt x="4796132" y="1502833"/>
                  </a:lnTo>
                  <a:lnTo>
                    <a:pt x="4796278" y="1502833"/>
                  </a:lnTo>
                  <a:lnTo>
                    <a:pt x="4796423" y="1502833"/>
                  </a:lnTo>
                  <a:lnTo>
                    <a:pt x="4796569" y="1502833"/>
                  </a:lnTo>
                  <a:lnTo>
                    <a:pt x="4796714" y="1502833"/>
                  </a:lnTo>
                  <a:lnTo>
                    <a:pt x="4796859" y="1502833"/>
                  </a:lnTo>
                  <a:lnTo>
                    <a:pt x="4797005" y="1502833"/>
                  </a:lnTo>
                  <a:lnTo>
                    <a:pt x="4797005" y="1502209"/>
                  </a:lnTo>
                  <a:lnTo>
                    <a:pt x="4797150" y="1502209"/>
                  </a:lnTo>
                  <a:lnTo>
                    <a:pt x="4797296" y="1502209"/>
                  </a:lnTo>
                  <a:lnTo>
                    <a:pt x="4797441" y="1502209"/>
                  </a:lnTo>
                  <a:lnTo>
                    <a:pt x="4797587" y="1502209"/>
                  </a:lnTo>
                  <a:lnTo>
                    <a:pt x="4797732" y="1502209"/>
                  </a:lnTo>
                  <a:lnTo>
                    <a:pt x="4797877" y="1502209"/>
                  </a:lnTo>
                  <a:lnTo>
                    <a:pt x="4797877" y="1501586"/>
                  </a:lnTo>
                  <a:lnTo>
                    <a:pt x="4798023" y="1501586"/>
                  </a:lnTo>
                  <a:lnTo>
                    <a:pt x="4798168" y="1501586"/>
                  </a:lnTo>
                  <a:lnTo>
                    <a:pt x="4798314" y="1501586"/>
                  </a:lnTo>
                  <a:lnTo>
                    <a:pt x="4798459" y="1501586"/>
                  </a:lnTo>
                  <a:lnTo>
                    <a:pt x="4798605" y="1501586"/>
                  </a:lnTo>
                  <a:lnTo>
                    <a:pt x="4798750" y="1501586"/>
                  </a:lnTo>
                  <a:lnTo>
                    <a:pt x="4798895" y="1501586"/>
                  </a:lnTo>
                  <a:lnTo>
                    <a:pt x="4799041" y="1501586"/>
                  </a:lnTo>
                  <a:lnTo>
                    <a:pt x="4799186" y="1501586"/>
                  </a:lnTo>
                  <a:lnTo>
                    <a:pt x="4799332" y="1501586"/>
                  </a:lnTo>
                  <a:lnTo>
                    <a:pt x="4799477" y="1501586"/>
                  </a:lnTo>
                  <a:lnTo>
                    <a:pt x="4799623" y="1501586"/>
                  </a:lnTo>
                  <a:lnTo>
                    <a:pt x="4799768" y="1501586"/>
                  </a:lnTo>
                  <a:lnTo>
                    <a:pt x="4799913" y="1501586"/>
                  </a:lnTo>
                  <a:lnTo>
                    <a:pt x="4800059" y="1501586"/>
                  </a:lnTo>
                  <a:lnTo>
                    <a:pt x="4800204" y="1501586"/>
                  </a:lnTo>
                  <a:lnTo>
                    <a:pt x="4800350" y="1501586"/>
                  </a:lnTo>
                  <a:lnTo>
                    <a:pt x="4800350" y="1500962"/>
                  </a:lnTo>
                  <a:lnTo>
                    <a:pt x="4800495" y="1500962"/>
                  </a:lnTo>
                  <a:lnTo>
                    <a:pt x="4800640" y="1500962"/>
                  </a:lnTo>
                  <a:lnTo>
                    <a:pt x="4800640" y="1500339"/>
                  </a:lnTo>
                  <a:lnTo>
                    <a:pt x="4800786" y="1500339"/>
                  </a:lnTo>
                  <a:lnTo>
                    <a:pt x="4800931" y="1500339"/>
                  </a:lnTo>
                  <a:lnTo>
                    <a:pt x="4801077" y="1500339"/>
                  </a:lnTo>
                  <a:lnTo>
                    <a:pt x="4801222" y="1500339"/>
                  </a:lnTo>
                  <a:lnTo>
                    <a:pt x="4801368" y="1500339"/>
                  </a:lnTo>
                  <a:lnTo>
                    <a:pt x="4801513" y="1500339"/>
                  </a:lnTo>
                  <a:lnTo>
                    <a:pt x="4801658" y="1500339"/>
                  </a:lnTo>
                  <a:lnTo>
                    <a:pt x="4801804" y="1500339"/>
                  </a:lnTo>
                  <a:lnTo>
                    <a:pt x="4801949" y="1500339"/>
                  </a:lnTo>
                  <a:lnTo>
                    <a:pt x="4802095" y="1500339"/>
                  </a:lnTo>
                  <a:lnTo>
                    <a:pt x="4802240" y="1500339"/>
                  </a:lnTo>
                  <a:lnTo>
                    <a:pt x="4802386" y="1500339"/>
                  </a:lnTo>
                  <a:lnTo>
                    <a:pt x="4802531" y="1500339"/>
                  </a:lnTo>
                  <a:lnTo>
                    <a:pt x="4802676" y="1500339"/>
                  </a:lnTo>
                  <a:lnTo>
                    <a:pt x="4802676" y="1499715"/>
                  </a:lnTo>
                  <a:lnTo>
                    <a:pt x="4802822" y="1499715"/>
                  </a:lnTo>
                  <a:lnTo>
                    <a:pt x="4802967" y="1499715"/>
                  </a:lnTo>
                  <a:lnTo>
                    <a:pt x="4803113" y="1499715"/>
                  </a:lnTo>
                  <a:lnTo>
                    <a:pt x="4803258" y="1499715"/>
                  </a:lnTo>
                  <a:lnTo>
                    <a:pt x="4803404" y="1499715"/>
                  </a:lnTo>
                  <a:lnTo>
                    <a:pt x="4803549" y="1499715"/>
                  </a:lnTo>
                  <a:lnTo>
                    <a:pt x="4803694" y="1499715"/>
                  </a:lnTo>
                  <a:lnTo>
                    <a:pt x="4803840" y="1499715"/>
                  </a:lnTo>
                  <a:lnTo>
                    <a:pt x="4803985" y="1499715"/>
                  </a:lnTo>
                  <a:lnTo>
                    <a:pt x="4804131" y="1499715"/>
                  </a:lnTo>
                  <a:lnTo>
                    <a:pt x="4804276" y="1499715"/>
                  </a:lnTo>
                  <a:lnTo>
                    <a:pt x="4804422" y="1499715"/>
                  </a:lnTo>
                  <a:lnTo>
                    <a:pt x="4804567" y="1499715"/>
                  </a:lnTo>
                  <a:lnTo>
                    <a:pt x="4804712" y="1499715"/>
                  </a:lnTo>
                  <a:lnTo>
                    <a:pt x="4804858" y="1499715"/>
                  </a:lnTo>
                  <a:lnTo>
                    <a:pt x="4805003" y="1499715"/>
                  </a:lnTo>
                  <a:lnTo>
                    <a:pt x="4805149" y="1499715"/>
                  </a:lnTo>
                  <a:lnTo>
                    <a:pt x="4805294" y="1499715"/>
                  </a:lnTo>
                  <a:lnTo>
                    <a:pt x="4805440" y="1499715"/>
                  </a:lnTo>
                  <a:lnTo>
                    <a:pt x="4805585" y="1499715"/>
                  </a:lnTo>
                  <a:lnTo>
                    <a:pt x="4805730" y="1499715"/>
                  </a:lnTo>
                  <a:lnTo>
                    <a:pt x="4805876" y="1499715"/>
                  </a:lnTo>
                  <a:lnTo>
                    <a:pt x="4806021" y="1499715"/>
                  </a:lnTo>
                  <a:lnTo>
                    <a:pt x="4806167" y="1499715"/>
                  </a:lnTo>
                  <a:lnTo>
                    <a:pt x="4806312" y="1499715"/>
                  </a:lnTo>
                  <a:lnTo>
                    <a:pt x="4806458" y="1499715"/>
                  </a:lnTo>
                  <a:lnTo>
                    <a:pt x="4806603" y="1499715"/>
                  </a:lnTo>
                  <a:lnTo>
                    <a:pt x="4806603" y="1499091"/>
                  </a:lnTo>
                  <a:lnTo>
                    <a:pt x="4806748" y="1499091"/>
                  </a:lnTo>
                  <a:lnTo>
                    <a:pt x="4806894" y="1499091"/>
                  </a:lnTo>
                  <a:lnTo>
                    <a:pt x="4807039" y="1499091"/>
                  </a:lnTo>
                  <a:lnTo>
                    <a:pt x="4807185" y="1499091"/>
                  </a:lnTo>
                  <a:lnTo>
                    <a:pt x="4807330" y="1499091"/>
                  </a:lnTo>
                  <a:lnTo>
                    <a:pt x="4807475" y="1499091"/>
                  </a:lnTo>
                  <a:lnTo>
                    <a:pt x="4807621" y="1499091"/>
                  </a:lnTo>
                  <a:lnTo>
                    <a:pt x="4807766" y="1499091"/>
                  </a:lnTo>
                  <a:lnTo>
                    <a:pt x="4807912" y="1499091"/>
                  </a:lnTo>
                  <a:lnTo>
                    <a:pt x="4808057" y="1499091"/>
                  </a:lnTo>
                  <a:lnTo>
                    <a:pt x="4808203" y="1499091"/>
                  </a:lnTo>
                  <a:lnTo>
                    <a:pt x="4808348" y="1499091"/>
                  </a:lnTo>
                  <a:lnTo>
                    <a:pt x="4808493" y="1499091"/>
                  </a:lnTo>
                  <a:lnTo>
                    <a:pt x="4808493" y="1498468"/>
                  </a:lnTo>
                  <a:lnTo>
                    <a:pt x="4808639" y="1498468"/>
                  </a:lnTo>
                  <a:lnTo>
                    <a:pt x="4808784" y="1498468"/>
                  </a:lnTo>
                  <a:lnTo>
                    <a:pt x="4808930" y="1498468"/>
                  </a:lnTo>
                  <a:lnTo>
                    <a:pt x="4809075" y="1498468"/>
                  </a:lnTo>
                  <a:lnTo>
                    <a:pt x="4809075" y="1497844"/>
                  </a:lnTo>
                  <a:lnTo>
                    <a:pt x="4809221" y="1497844"/>
                  </a:lnTo>
                  <a:lnTo>
                    <a:pt x="4809366" y="1497844"/>
                  </a:lnTo>
                  <a:lnTo>
                    <a:pt x="4809366" y="1497221"/>
                  </a:lnTo>
                  <a:lnTo>
                    <a:pt x="4809366" y="1496597"/>
                  </a:lnTo>
                  <a:lnTo>
                    <a:pt x="4809511" y="1496597"/>
                  </a:lnTo>
                  <a:lnTo>
                    <a:pt x="4809657" y="1496597"/>
                  </a:lnTo>
                  <a:lnTo>
                    <a:pt x="4809802" y="1496597"/>
                  </a:lnTo>
                  <a:lnTo>
                    <a:pt x="4809948" y="1496597"/>
                  </a:lnTo>
                  <a:lnTo>
                    <a:pt x="4810093" y="1496597"/>
                  </a:lnTo>
                  <a:lnTo>
                    <a:pt x="4810239" y="1496597"/>
                  </a:lnTo>
                  <a:lnTo>
                    <a:pt x="4810384" y="1496597"/>
                  </a:lnTo>
                  <a:lnTo>
                    <a:pt x="4810529" y="1496597"/>
                  </a:lnTo>
                  <a:lnTo>
                    <a:pt x="4810675" y="1496597"/>
                  </a:lnTo>
                  <a:lnTo>
                    <a:pt x="4810820" y="1496597"/>
                  </a:lnTo>
                  <a:lnTo>
                    <a:pt x="4810966" y="1496597"/>
                  </a:lnTo>
                  <a:lnTo>
                    <a:pt x="4811111" y="1496597"/>
                  </a:lnTo>
                  <a:lnTo>
                    <a:pt x="4811257" y="1496597"/>
                  </a:lnTo>
                  <a:lnTo>
                    <a:pt x="4811402" y="1496597"/>
                  </a:lnTo>
                  <a:lnTo>
                    <a:pt x="4811547" y="1496597"/>
                  </a:lnTo>
                  <a:lnTo>
                    <a:pt x="4811693" y="1496597"/>
                  </a:lnTo>
                  <a:lnTo>
                    <a:pt x="4811838" y="1496597"/>
                  </a:lnTo>
                  <a:lnTo>
                    <a:pt x="4811838" y="1495973"/>
                  </a:lnTo>
                  <a:lnTo>
                    <a:pt x="4811838" y="1495350"/>
                  </a:lnTo>
                  <a:lnTo>
                    <a:pt x="4811984" y="1495350"/>
                  </a:lnTo>
                  <a:lnTo>
                    <a:pt x="4812129" y="1495350"/>
                  </a:lnTo>
                  <a:lnTo>
                    <a:pt x="4812275" y="1495350"/>
                  </a:lnTo>
                  <a:lnTo>
                    <a:pt x="4812275" y="1494726"/>
                  </a:lnTo>
                  <a:lnTo>
                    <a:pt x="4812420" y="1494726"/>
                  </a:lnTo>
                  <a:lnTo>
                    <a:pt x="4812565" y="1494726"/>
                  </a:lnTo>
                  <a:lnTo>
                    <a:pt x="4812565" y="1494103"/>
                  </a:lnTo>
                  <a:lnTo>
                    <a:pt x="4812711" y="1494103"/>
                  </a:lnTo>
                  <a:lnTo>
                    <a:pt x="4812856" y="1494103"/>
                  </a:lnTo>
                  <a:lnTo>
                    <a:pt x="4813002" y="1494103"/>
                  </a:lnTo>
                  <a:lnTo>
                    <a:pt x="4813147" y="1494103"/>
                  </a:lnTo>
                  <a:lnTo>
                    <a:pt x="4813293" y="1494103"/>
                  </a:lnTo>
                  <a:lnTo>
                    <a:pt x="4813438" y="1494103"/>
                  </a:lnTo>
                  <a:lnTo>
                    <a:pt x="4813583" y="1494103"/>
                  </a:lnTo>
                  <a:lnTo>
                    <a:pt x="4813729" y="1494103"/>
                  </a:lnTo>
                  <a:lnTo>
                    <a:pt x="4813874" y="1494103"/>
                  </a:lnTo>
                  <a:lnTo>
                    <a:pt x="4814020" y="1494103"/>
                  </a:lnTo>
                  <a:lnTo>
                    <a:pt x="4814165" y="1494103"/>
                  </a:lnTo>
                  <a:lnTo>
                    <a:pt x="4814310" y="1494103"/>
                  </a:lnTo>
                  <a:lnTo>
                    <a:pt x="4814456" y="1494103"/>
                  </a:lnTo>
                  <a:lnTo>
                    <a:pt x="4814601" y="1494103"/>
                  </a:lnTo>
                  <a:lnTo>
                    <a:pt x="4814747" y="1494103"/>
                  </a:lnTo>
                  <a:lnTo>
                    <a:pt x="4814747" y="1493479"/>
                  </a:lnTo>
                  <a:lnTo>
                    <a:pt x="4814747" y="1492856"/>
                  </a:lnTo>
                  <a:lnTo>
                    <a:pt x="4814892" y="1492856"/>
                  </a:lnTo>
                  <a:lnTo>
                    <a:pt x="4815038" y="1492856"/>
                  </a:lnTo>
                  <a:lnTo>
                    <a:pt x="4815183" y="1492856"/>
                  </a:lnTo>
                  <a:lnTo>
                    <a:pt x="4815328" y="1492856"/>
                  </a:lnTo>
                  <a:lnTo>
                    <a:pt x="4815474" y="1492856"/>
                  </a:lnTo>
                  <a:lnTo>
                    <a:pt x="4815619" y="1492856"/>
                  </a:lnTo>
                  <a:lnTo>
                    <a:pt x="4815619" y="1492232"/>
                  </a:lnTo>
                  <a:lnTo>
                    <a:pt x="4815765" y="1492232"/>
                  </a:lnTo>
                  <a:lnTo>
                    <a:pt x="4815910" y="1492232"/>
                  </a:lnTo>
                  <a:lnTo>
                    <a:pt x="4816056" y="1492232"/>
                  </a:lnTo>
                  <a:lnTo>
                    <a:pt x="4816056" y="1491608"/>
                  </a:lnTo>
                  <a:lnTo>
                    <a:pt x="4816056" y="1490985"/>
                  </a:lnTo>
                  <a:lnTo>
                    <a:pt x="4816201" y="1490985"/>
                  </a:lnTo>
                  <a:lnTo>
                    <a:pt x="4816346" y="1490985"/>
                  </a:lnTo>
                  <a:lnTo>
                    <a:pt x="4816492" y="1490985"/>
                  </a:lnTo>
                  <a:lnTo>
                    <a:pt x="4816637" y="1490985"/>
                  </a:lnTo>
                  <a:lnTo>
                    <a:pt x="4816783" y="1490985"/>
                  </a:lnTo>
                  <a:lnTo>
                    <a:pt x="4816928" y="1490985"/>
                  </a:lnTo>
                  <a:lnTo>
                    <a:pt x="4817074" y="1490985"/>
                  </a:lnTo>
                  <a:lnTo>
                    <a:pt x="4817074" y="1490361"/>
                  </a:lnTo>
                  <a:lnTo>
                    <a:pt x="4817219" y="1490361"/>
                  </a:lnTo>
                  <a:lnTo>
                    <a:pt x="4817364" y="1490361"/>
                  </a:lnTo>
                  <a:lnTo>
                    <a:pt x="4817510" y="1490361"/>
                  </a:lnTo>
                  <a:lnTo>
                    <a:pt x="4817655" y="1490361"/>
                  </a:lnTo>
                  <a:lnTo>
                    <a:pt x="4817801" y="1490361"/>
                  </a:lnTo>
                  <a:lnTo>
                    <a:pt x="4817946" y="1490361"/>
                  </a:lnTo>
                  <a:lnTo>
                    <a:pt x="4818092" y="1490361"/>
                  </a:lnTo>
                  <a:lnTo>
                    <a:pt x="4818237" y="1490361"/>
                  </a:lnTo>
                  <a:lnTo>
                    <a:pt x="4818382" y="1490361"/>
                  </a:lnTo>
                  <a:lnTo>
                    <a:pt x="4818528" y="1490361"/>
                  </a:lnTo>
                  <a:lnTo>
                    <a:pt x="4818673" y="1490361"/>
                  </a:lnTo>
                  <a:lnTo>
                    <a:pt x="4818819" y="1490361"/>
                  </a:lnTo>
                  <a:lnTo>
                    <a:pt x="4818964" y="1490361"/>
                  </a:lnTo>
                  <a:lnTo>
                    <a:pt x="4819110" y="1490361"/>
                  </a:lnTo>
                  <a:lnTo>
                    <a:pt x="4819255" y="1490361"/>
                  </a:lnTo>
                  <a:lnTo>
                    <a:pt x="4819400" y="1490361"/>
                  </a:lnTo>
                  <a:lnTo>
                    <a:pt x="4819546" y="1490361"/>
                  </a:lnTo>
                  <a:lnTo>
                    <a:pt x="4819691" y="1490361"/>
                  </a:lnTo>
                  <a:lnTo>
                    <a:pt x="4819837" y="1490361"/>
                  </a:lnTo>
                  <a:lnTo>
                    <a:pt x="4819982" y="1490361"/>
                  </a:lnTo>
                  <a:lnTo>
                    <a:pt x="4820128" y="1490361"/>
                  </a:lnTo>
                  <a:lnTo>
                    <a:pt x="4820273" y="1490361"/>
                  </a:lnTo>
                  <a:lnTo>
                    <a:pt x="4820418" y="1490361"/>
                  </a:lnTo>
                  <a:lnTo>
                    <a:pt x="4820564" y="1490361"/>
                  </a:lnTo>
                  <a:lnTo>
                    <a:pt x="4820709" y="1490361"/>
                  </a:lnTo>
                  <a:lnTo>
                    <a:pt x="4820855" y="1490361"/>
                  </a:lnTo>
                  <a:lnTo>
                    <a:pt x="4821000" y="1490361"/>
                  </a:lnTo>
                  <a:lnTo>
                    <a:pt x="4821145" y="1490361"/>
                  </a:lnTo>
                  <a:lnTo>
                    <a:pt x="4821291" y="1490361"/>
                  </a:lnTo>
                  <a:lnTo>
                    <a:pt x="4821436" y="1490361"/>
                  </a:lnTo>
                  <a:lnTo>
                    <a:pt x="4821582" y="1490361"/>
                  </a:lnTo>
                  <a:lnTo>
                    <a:pt x="4821727" y="1490361"/>
                  </a:lnTo>
                  <a:lnTo>
                    <a:pt x="4821873" y="1490361"/>
                  </a:lnTo>
                  <a:lnTo>
                    <a:pt x="4822018" y="1490361"/>
                  </a:lnTo>
                  <a:lnTo>
                    <a:pt x="4822018" y="1489738"/>
                  </a:lnTo>
                  <a:lnTo>
                    <a:pt x="4822163" y="1489738"/>
                  </a:lnTo>
                  <a:lnTo>
                    <a:pt x="4822309" y="1489738"/>
                  </a:lnTo>
                  <a:lnTo>
                    <a:pt x="4822454" y="1489738"/>
                  </a:lnTo>
                  <a:lnTo>
                    <a:pt x="4822600" y="1489738"/>
                  </a:lnTo>
                  <a:lnTo>
                    <a:pt x="4822745" y="1489738"/>
                  </a:lnTo>
                  <a:lnTo>
                    <a:pt x="4822891" y="1489738"/>
                  </a:lnTo>
                  <a:lnTo>
                    <a:pt x="4823036" y="1489738"/>
                  </a:lnTo>
                  <a:lnTo>
                    <a:pt x="4823181" y="1489738"/>
                  </a:lnTo>
                  <a:lnTo>
                    <a:pt x="4823327" y="1489738"/>
                  </a:lnTo>
                  <a:lnTo>
                    <a:pt x="4823472" y="1489738"/>
                  </a:lnTo>
                  <a:lnTo>
                    <a:pt x="4823618" y="1489738"/>
                  </a:lnTo>
                  <a:lnTo>
                    <a:pt x="4823763" y="1489738"/>
                  </a:lnTo>
                  <a:lnTo>
                    <a:pt x="4823909" y="1489738"/>
                  </a:lnTo>
                  <a:lnTo>
                    <a:pt x="4824054" y="1489738"/>
                  </a:lnTo>
                  <a:lnTo>
                    <a:pt x="4824199" y="1489738"/>
                  </a:lnTo>
                  <a:lnTo>
                    <a:pt x="4824345" y="1489738"/>
                  </a:lnTo>
                  <a:lnTo>
                    <a:pt x="4824490" y="1489738"/>
                  </a:lnTo>
                  <a:lnTo>
                    <a:pt x="4824636" y="1489738"/>
                  </a:lnTo>
                  <a:lnTo>
                    <a:pt x="4824781" y="1489738"/>
                  </a:lnTo>
                  <a:lnTo>
                    <a:pt x="4824927" y="1489738"/>
                  </a:lnTo>
                  <a:lnTo>
                    <a:pt x="4825072" y="1489738"/>
                  </a:lnTo>
                  <a:lnTo>
                    <a:pt x="4825217" y="1489738"/>
                  </a:lnTo>
                  <a:lnTo>
                    <a:pt x="4825217" y="1489114"/>
                  </a:lnTo>
                  <a:lnTo>
                    <a:pt x="4825217" y="1488490"/>
                  </a:lnTo>
                  <a:lnTo>
                    <a:pt x="4825363" y="1488490"/>
                  </a:lnTo>
                  <a:lnTo>
                    <a:pt x="4825508" y="1488490"/>
                  </a:lnTo>
                  <a:lnTo>
                    <a:pt x="4825654" y="1488490"/>
                  </a:lnTo>
                  <a:lnTo>
                    <a:pt x="4825799" y="1488490"/>
                  </a:lnTo>
                  <a:lnTo>
                    <a:pt x="4825799" y="1487867"/>
                  </a:lnTo>
                  <a:lnTo>
                    <a:pt x="4825945" y="1487867"/>
                  </a:lnTo>
                  <a:lnTo>
                    <a:pt x="4825945" y="1487243"/>
                  </a:lnTo>
                  <a:lnTo>
                    <a:pt x="4825945" y="1486620"/>
                  </a:lnTo>
                  <a:lnTo>
                    <a:pt x="4826090" y="1486620"/>
                  </a:lnTo>
                  <a:lnTo>
                    <a:pt x="4826090" y="1485996"/>
                  </a:lnTo>
                  <a:lnTo>
                    <a:pt x="4826235" y="1485996"/>
                  </a:lnTo>
                  <a:lnTo>
                    <a:pt x="4826381" y="1485996"/>
                  </a:lnTo>
                  <a:lnTo>
                    <a:pt x="4826526" y="1485996"/>
                  </a:lnTo>
                  <a:lnTo>
                    <a:pt x="4826672" y="1485996"/>
                  </a:lnTo>
                  <a:lnTo>
                    <a:pt x="4826817" y="1485996"/>
                  </a:lnTo>
                  <a:lnTo>
                    <a:pt x="4826963" y="1485996"/>
                  </a:lnTo>
                  <a:lnTo>
                    <a:pt x="4827108" y="1485996"/>
                  </a:lnTo>
                  <a:lnTo>
                    <a:pt x="4827253" y="1485996"/>
                  </a:lnTo>
                  <a:lnTo>
                    <a:pt x="4827399" y="1485996"/>
                  </a:lnTo>
                  <a:lnTo>
                    <a:pt x="4827544" y="1485996"/>
                  </a:lnTo>
                  <a:lnTo>
                    <a:pt x="4827690" y="1485996"/>
                  </a:lnTo>
                  <a:lnTo>
                    <a:pt x="4827835" y="1485996"/>
                  </a:lnTo>
                  <a:lnTo>
                    <a:pt x="4827980" y="1485996"/>
                  </a:lnTo>
                  <a:lnTo>
                    <a:pt x="4828126" y="1485996"/>
                  </a:lnTo>
                  <a:lnTo>
                    <a:pt x="4828271" y="1485996"/>
                  </a:lnTo>
                  <a:lnTo>
                    <a:pt x="4828417" y="1485996"/>
                  </a:lnTo>
                  <a:lnTo>
                    <a:pt x="4828562" y="1485996"/>
                  </a:lnTo>
                  <a:lnTo>
                    <a:pt x="4828708" y="1485996"/>
                  </a:lnTo>
                  <a:lnTo>
                    <a:pt x="4828853" y="1485996"/>
                  </a:lnTo>
                  <a:lnTo>
                    <a:pt x="4828998" y="1485996"/>
                  </a:lnTo>
                  <a:lnTo>
                    <a:pt x="4829144" y="1485996"/>
                  </a:lnTo>
                  <a:lnTo>
                    <a:pt x="4829289" y="1485996"/>
                  </a:lnTo>
                  <a:lnTo>
                    <a:pt x="4829435" y="1485996"/>
                  </a:lnTo>
                  <a:lnTo>
                    <a:pt x="4829580" y="1485996"/>
                  </a:lnTo>
                  <a:lnTo>
                    <a:pt x="4829726" y="1485996"/>
                  </a:lnTo>
                  <a:lnTo>
                    <a:pt x="4829726" y="1485373"/>
                  </a:lnTo>
                  <a:lnTo>
                    <a:pt x="4829871" y="1485373"/>
                  </a:lnTo>
                  <a:lnTo>
                    <a:pt x="4829871" y="1484749"/>
                  </a:lnTo>
                  <a:lnTo>
                    <a:pt x="4830016" y="1484749"/>
                  </a:lnTo>
                  <a:lnTo>
                    <a:pt x="4830162" y="1484749"/>
                  </a:lnTo>
                  <a:lnTo>
                    <a:pt x="4830307" y="1484749"/>
                  </a:lnTo>
                  <a:lnTo>
                    <a:pt x="4830453" y="1484749"/>
                  </a:lnTo>
                  <a:lnTo>
                    <a:pt x="4830598" y="1484749"/>
                  </a:lnTo>
                  <a:lnTo>
                    <a:pt x="4830744" y="1484749"/>
                  </a:lnTo>
                  <a:lnTo>
                    <a:pt x="4830889" y="1484749"/>
                  </a:lnTo>
                  <a:lnTo>
                    <a:pt x="4831034" y="1484749"/>
                  </a:lnTo>
                  <a:lnTo>
                    <a:pt x="4831180" y="1484749"/>
                  </a:lnTo>
                  <a:lnTo>
                    <a:pt x="4831325" y="1484749"/>
                  </a:lnTo>
                  <a:lnTo>
                    <a:pt x="4831471" y="1484749"/>
                  </a:lnTo>
                  <a:lnTo>
                    <a:pt x="4831616" y="1484749"/>
                  </a:lnTo>
                  <a:lnTo>
                    <a:pt x="4831762" y="1484749"/>
                  </a:lnTo>
                  <a:lnTo>
                    <a:pt x="4831907" y="1484749"/>
                  </a:lnTo>
                  <a:lnTo>
                    <a:pt x="4832052" y="1484749"/>
                  </a:lnTo>
                  <a:lnTo>
                    <a:pt x="4832198" y="1484749"/>
                  </a:lnTo>
                  <a:lnTo>
                    <a:pt x="4832343" y="1484749"/>
                  </a:lnTo>
                  <a:lnTo>
                    <a:pt x="4832489" y="1484749"/>
                  </a:lnTo>
                  <a:lnTo>
                    <a:pt x="4832634" y="1484749"/>
                  </a:lnTo>
                  <a:lnTo>
                    <a:pt x="4832780" y="1484749"/>
                  </a:lnTo>
                  <a:lnTo>
                    <a:pt x="4832925" y="1484749"/>
                  </a:lnTo>
                  <a:lnTo>
                    <a:pt x="4833070" y="1484749"/>
                  </a:lnTo>
                  <a:lnTo>
                    <a:pt x="4833216" y="1484749"/>
                  </a:lnTo>
                  <a:lnTo>
                    <a:pt x="4833361" y="1484749"/>
                  </a:lnTo>
                  <a:lnTo>
                    <a:pt x="4833507" y="1484749"/>
                  </a:lnTo>
                  <a:lnTo>
                    <a:pt x="4833652" y="1484749"/>
                  </a:lnTo>
                  <a:lnTo>
                    <a:pt x="4833798" y="1484749"/>
                  </a:lnTo>
                  <a:lnTo>
                    <a:pt x="4833943" y="1484749"/>
                  </a:lnTo>
                  <a:lnTo>
                    <a:pt x="4834088" y="1484749"/>
                  </a:lnTo>
                  <a:lnTo>
                    <a:pt x="4834234" y="1484749"/>
                  </a:lnTo>
                  <a:lnTo>
                    <a:pt x="4834379" y="1484749"/>
                  </a:lnTo>
                  <a:lnTo>
                    <a:pt x="4834525" y="1484749"/>
                  </a:lnTo>
                  <a:lnTo>
                    <a:pt x="4834670" y="1484749"/>
                  </a:lnTo>
                  <a:lnTo>
                    <a:pt x="4834815" y="1484749"/>
                  </a:lnTo>
                  <a:lnTo>
                    <a:pt x="4834961" y="1484749"/>
                  </a:lnTo>
                  <a:lnTo>
                    <a:pt x="4835106" y="1484749"/>
                  </a:lnTo>
                  <a:lnTo>
                    <a:pt x="4835106" y="1484125"/>
                  </a:lnTo>
                  <a:lnTo>
                    <a:pt x="4835252" y="1484125"/>
                  </a:lnTo>
                  <a:lnTo>
                    <a:pt x="4835397" y="1484125"/>
                  </a:lnTo>
                  <a:lnTo>
                    <a:pt x="4835397" y="1483502"/>
                  </a:lnTo>
                  <a:lnTo>
                    <a:pt x="4835543" y="1483502"/>
                  </a:lnTo>
                  <a:lnTo>
                    <a:pt x="4835688" y="1483502"/>
                  </a:lnTo>
                  <a:lnTo>
                    <a:pt x="4835833" y="1483502"/>
                  </a:lnTo>
                  <a:lnTo>
                    <a:pt x="4835833" y="1482878"/>
                  </a:lnTo>
                  <a:lnTo>
                    <a:pt x="4835979" y="1482878"/>
                  </a:lnTo>
                  <a:lnTo>
                    <a:pt x="4836124" y="1482878"/>
                  </a:lnTo>
                  <a:lnTo>
                    <a:pt x="4836270" y="1482878"/>
                  </a:lnTo>
                  <a:lnTo>
                    <a:pt x="4836415" y="1482878"/>
                  </a:lnTo>
                  <a:lnTo>
                    <a:pt x="4836561" y="1482878"/>
                  </a:lnTo>
                  <a:lnTo>
                    <a:pt x="4836706" y="1482878"/>
                  </a:lnTo>
                  <a:lnTo>
                    <a:pt x="4836851" y="1482878"/>
                  </a:lnTo>
                  <a:lnTo>
                    <a:pt x="4836997" y="1482878"/>
                  </a:lnTo>
                  <a:lnTo>
                    <a:pt x="4837142" y="1482878"/>
                  </a:lnTo>
                  <a:lnTo>
                    <a:pt x="4837288" y="1482878"/>
                  </a:lnTo>
                  <a:lnTo>
                    <a:pt x="4837433" y="1482878"/>
                  </a:lnTo>
                  <a:lnTo>
                    <a:pt x="4837579" y="1482878"/>
                  </a:lnTo>
                  <a:lnTo>
                    <a:pt x="4837724" y="1482878"/>
                  </a:lnTo>
                  <a:lnTo>
                    <a:pt x="4837724" y="1482255"/>
                  </a:lnTo>
                  <a:lnTo>
                    <a:pt x="4837869" y="1482255"/>
                  </a:lnTo>
                  <a:lnTo>
                    <a:pt x="4838015" y="1482255"/>
                  </a:lnTo>
                  <a:lnTo>
                    <a:pt x="4838015" y="1481631"/>
                  </a:lnTo>
                  <a:lnTo>
                    <a:pt x="4838160" y="1481631"/>
                  </a:lnTo>
                  <a:lnTo>
                    <a:pt x="4838160" y="1481008"/>
                  </a:lnTo>
                  <a:lnTo>
                    <a:pt x="4838306" y="1481008"/>
                  </a:lnTo>
                  <a:lnTo>
                    <a:pt x="4838451" y="1481008"/>
                  </a:lnTo>
                  <a:lnTo>
                    <a:pt x="4838597" y="1481008"/>
                  </a:lnTo>
                  <a:lnTo>
                    <a:pt x="4838742" y="1481008"/>
                  </a:lnTo>
                  <a:lnTo>
                    <a:pt x="4838887" y="1481008"/>
                  </a:lnTo>
                  <a:lnTo>
                    <a:pt x="4838887" y="1480384"/>
                  </a:lnTo>
                  <a:lnTo>
                    <a:pt x="4838887" y="1479760"/>
                  </a:lnTo>
                  <a:lnTo>
                    <a:pt x="4839033" y="1479760"/>
                  </a:lnTo>
                  <a:lnTo>
                    <a:pt x="4839178" y="1479760"/>
                  </a:lnTo>
                  <a:lnTo>
                    <a:pt x="4839324" y="1479760"/>
                  </a:lnTo>
                  <a:lnTo>
                    <a:pt x="4839469" y="1479760"/>
                  </a:lnTo>
                  <a:lnTo>
                    <a:pt x="4839469" y="1479137"/>
                  </a:lnTo>
                  <a:lnTo>
                    <a:pt x="4839615" y="1479137"/>
                  </a:lnTo>
                  <a:lnTo>
                    <a:pt x="4839760" y="1479137"/>
                  </a:lnTo>
                  <a:lnTo>
                    <a:pt x="4839905" y="1479137"/>
                  </a:lnTo>
                  <a:lnTo>
                    <a:pt x="4840051" y="1479137"/>
                  </a:lnTo>
                  <a:lnTo>
                    <a:pt x="4840051" y="1478513"/>
                  </a:lnTo>
                  <a:lnTo>
                    <a:pt x="4840196" y="1478513"/>
                  </a:lnTo>
                  <a:lnTo>
                    <a:pt x="4840342" y="1478513"/>
                  </a:lnTo>
                  <a:lnTo>
                    <a:pt x="4840487" y="1478513"/>
                  </a:lnTo>
                  <a:lnTo>
                    <a:pt x="4840633" y="1478513"/>
                  </a:lnTo>
                  <a:lnTo>
                    <a:pt x="4840778" y="1478513"/>
                  </a:lnTo>
                  <a:lnTo>
                    <a:pt x="4840923" y="1478513"/>
                  </a:lnTo>
                  <a:lnTo>
                    <a:pt x="4841069" y="1478513"/>
                  </a:lnTo>
                  <a:lnTo>
                    <a:pt x="4841069" y="1477890"/>
                  </a:lnTo>
                  <a:lnTo>
                    <a:pt x="4841214" y="1477890"/>
                  </a:lnTo>
                  <a:lnTo>
                    <a:pt x="4841360" y="1477890"/>
                  </a:lnTo>
                  <a:lnTo>
                    <a:pt x="4841505" y="1477890"/>
                  </a:lnTo>
                  <a:lnTo>
                    <a:pt x="4841650" y="1477890"/>
                  </a:lnTo>
                  <a:lnTo>
                    <a:pt x="4841796" y="1477890"/>
                  </a:lnTo>
                  <a:lnTo>
                    <a:pt x="4841941" y="1477890"/>
                  </a:lnTo>
                  <a:lnTo>
                    <a:pt x="4842087" y="1477890"/>
                  </a:lnTo>
                  <a:lnTo>
                    <a:pt x="4842087" y="1477266"/>
                  </a:lnTo>
                  <a:lnTo>
                    <a:pt x="4842232" y="1477266"/>
                  </a:lnTo>
                  <a:lnTo>
                    <a:pt x="4842378" y="1477266"/>
                  </a:lnTo>
                  <a:lnTo>
                    <a:pt x="4842523" y="1477266"/>
                  </a:lnTo>
                  <a:lnTo>
                    <a:pt x="4842668" y="1477266"/>
                  </a:lnTo>
                  <a:lnTo>
                    <a:pt x="4842814" y="1477266"/>
                  </a:lnTo>
                  <a:lnTo>
                    <a:pt x="4842959" y="1477266"/>
                  </a:lnTo>
                  <a:lnTo>
                    <a:pt x="4843105" y="1477266"/>
                  </a:lnTo>
                  <a:lnTo>
                    <a:pt x="4843250" y="1477266"/>
                  </a:lnTo>
                  <a:lnTo>
                    <a:pt x="4843396" y="1477266"/>
                  </a:lnTo>
                  <a:lnTo>
                    <a:pt x="4843541" y="1477266"/>
                  </a:lnTo>
                  <a:lnTo>
                    <a:pt x="4843686" y="1477266"/>
                  </a:lnTo>
                  <a:lnTo>
                    <a:pt x="4843832" y="1477266"/>
                  </a:lnTo>
                  <a:lnTo>
                    <a:pt x="4843977" y="1477266"/>
                  </a:lnTo>
                  <a:lnTo>
                    <a:pt x="4844123" y="1477266"/>
                  </a:lnTo>
                  <a:lnTo>
                    <a:pt x="4844268" y="1477266"/>
                  </a:lnTo>
                  <a:lnTo>
                    <a:pt x="4844414" y="1477266"/>
                  </a:lnTo>
                  <a:lnTo>
                    <a:pt x="4844559" y="1477266"/>
                  </a:lnTo>
                  <a:lnTo>
                    <a:pt x="4844704" y="1477266"/>
                  </a:lnTo>
                  <a:lnTo>
                    <a:pt x="4844850" y="1477266"/>
                  </a:lnTo>
                  <a:lnTo>
                    <a:pt x="4844850" y="1476642"/>
                  </a:lnTo>
                  <a:lnTo>
                    <a:pt x="4844995" y="1476642"/>
                  </a:lnTo>
                  <a:lnTo>
                    <a:pt x="4845141" y="1476642"/>
                  </a:lnTo>
                  <a:lnTo>
                    <a:pt x="4845286" y="1476642"/>
                  </a:lnTo>
                  <a:lnTo>
                    <a:pt x="4845432" y="1476642"/>
                  </a:lnTo>
                  <a:lnTo>
                    <a:pt x="4845577" y="1476642"/>
                  </a:lnTo>
                  <a:lnTo>
                    <a:pt x="4845722" y="1476642"/>
                  </a:lnTo>
                  <a:lnTo>
                    <a:pt x="4845868" y="1476642"/>
                  </a:lnTo>
                  <a:lnTo>
                    <a:pt x="4846013" y="1476642"/>
                  </a:lnTo>
                  <a:lnTo>
                    <a:pt x="4846159" y="1476642"/>
                  </a:lnTo>
                  <a:lnTo>
                    <a:pt x="4846304" y="1476642"/>
                  </a:lnTo>
                  <a:lnTo>
                    <a:pt x="4846304" y="1476019"/>
                  </a:lnTo>
                  <a:lnTo>
                    <a:pt x="4846450" y="1476019"/>
                  </a:lnTo>
                  <a:lnTo>
                    <a:pt x="4846595" y="1476019"/>
                  </a:lnTo>
                  <a:lnTo>
                    <a:pt x="4846740" y="1476019"/>
                  </a:lnTo>
                  <a:lnTo>
                    <a:pt x="4846886" y="1476019"/>
                  </a:lnTo>
                  <a:lnTo>
                    <a:pt x="4847031" y="1476019"/>
                  </a:lnTo>
                  <a:lnTo>
                    <a:pt x="4847177" y="1476019"/>
                  </a:lnTo>
                  <a:lnTo>
                    <a:pt x="4847322" y="1476019"/>
                  </a:lnTo>
                  <a:lnTo>
                    <a:pt x="4847468" y="1476019"/>
                  </a:lnTo>
                  <a:lnTo>
                    <a:pt x="4847613" y="1476019"/>
                  </a:lnTo>
                  <a:lnTo>
                    <a:pt x="4847613" y="1475395"/>
                  </a:lnTo>
                  <a:lnTo>
                    <a:pt x="4847758" y="1475395"/>
                  </a:lnTo>
                  <a:lnTo>
                    <a:pt x="4847904" y="1475395"/>
                  </a:lnTo>
                  <a:lnTo>
                    <a:pt x="4848049" y="1475395"/>
                  </a:lnTo>
                  <a:lnTo>
                    <a:pt x="4848195" y="1475395"/>
                  </a:lnTo>
                  <a:lnTo>
                    <a:pt x="4848340" y="1475395"/>
                  </a:lnTo>
                  <a:lnTo>
                    <a:pt x="4848485" y="1475395"/>
                  </a:lnTo>
                  <a:lnTo>
                    <a:pt x="4848631" y="1475395"/>
                  </a:lnTo>
                  <a:lnTo>
                    <a:pt x="4848776" y="1475395"/>
                  </a:lnTo>
                  <a:lnTo>
                    <a:pt x="4848922" y="1475395"/>
                  </a:lnTo>
                  <a:lnTo>
                    <a:pt x="4849067" y="1475395"/>
                  </a:lnTo>
                  <a:lnTo>
                    <a:pt x="4849213" y="1475395"/>
                  </a:lnTo>
                  <a:lnTo>
                    <a:pt x="4849358" y="1475395"/>
                  </a:lnTo>
                  <a:lnTo>
                    <a:pt x="4849503" y="1475395"/>
                  </a:lnTo>
                  <a:lnTo>
                    <a:pt x="4849649" y="1475395"/>
                  </a:lnTo>
                  <a:lnTo>
                    <a:pt x="4849794" y="1475395"/>
                  </a:lnTo>
                  <a:lnTo>
                    <a:pt x="4849940" y="1475395"/>
                  </a:lnTo>
                  <a:lnTo>
                    <a:pt x="4850085" y="1475395"/>
                  </a:lnTo>
                  <a:lnTo>
                    <a:pt x="4850231" y="1475395"/>
                  </a:lnTo>
                  <a:lnTo>
                    <a:pt x="4850376" y="1475395"/>
                  </a:lnTo>
                  <a:lnTo>
                    <a:pt x="4850521" y="1475395"/>
                  </a:lnTo>
                  <a:lnTo>
                    <a:pt x="4850667" y="1475395"/>
                  </a:lnTo>
                  <a:lnTo>
                    <a:pt x="4850812" y="1475395"/>
                  </a:lnTo>
                  <a:lnTo>
                    <a:pt x="4850958" y="1475395"/>
                  </a:lnTo>
                  <a:lnTo>
                    <a:pt x="4851103" y="1475395"/>
                  </a:lnTo>
                  <a:lnTo>
                    <a:pt x="4851249" y="1475395"/>
                  </a:lnTo>
                  <a:lnTo>
                    <a:pt x="4851249" y="1474772"/>
                  </a:lnTo>
                  <a:lnTo>
                    <a:pt x="4851394" y="1474772"/>
                  </a:lnTo>
                  <a:lnTo>
                    <a:pt x="4851539" y="1474772"/>
                  </a:lnTo>
                  <a:lnTo>
                    <a:pt x="4851685" y="1474772"/>
                  </a:lnTo>
                  <a:lnTo>
                    <a:pt x="4851830" y="1474772"/>
                  </a:lnTo>
                  <a:lnTo>
                    <a:pt x="4851976" y="1474772"/>
                  </a:lnTo>
                  <a:lnTo>
                    <a:pt x="4852121" y="1474772"/>
                  </a:lnTo>
                  <a:lnTo>
                    <a:pt x="4852121" y="1474148"/>
                  </a:lnTo>
                  <a:lnTo>
                    <a:pt x="4852121" y="1473525"/>
                  </a:lnTo>
                  <a:lnTo>
                    <a:pt x="4852267" y="1473525"/>
                  </a:lnTo>
                  <a:lnTo>
                    <a:pt x="4852412" y="1473525"/>
                  </a:lnTo>
                  <a:lnTo>
                    <a:pt x="4852557" y="1473525"/>
                  </a:lnTo>
                  <a:lnTo>
                    <a:pt x="4852703" y="1473525"/>
                  </a:lnTo>
                  <a:lnTo>
                    <a:pt x="4852848" y="1473525"/>
                  </a:lnTo>
                  <a:lnTo>
                    <a:pt x="4852994" y="1473525"/>
                  </a:lnTo>
                  <a:lnTo>
                    <a:pt x="4853139" y="1473525"/>
                  </a:lnTo>
                  <a:lnTo>
                    <a:pt x="4853285" y="1473525"/>
                  </a:lnTo>
                  <a:lnTo>
                    <a:pt x="4853430" y="1473525"/>
                  </a:lnTo>
                  <a:lnTo>
                    <a:pt x="4853575" y="1473525"/>
                  </a:lnTo>
                  <a:lnTo>
                    <a:pt x="4853721" y="1473525"/>
                  </a:lnTo>
                  <a:lnTo>
                    <a:pt x="4853866" y="1473525"/>
                  </a:lnTo>
                  <a:lnTo>
                    <a:pt x="4854012" y="1473525"/>
                  </a:lnTo>
                  <a:lnTo>
                    <a:pt x="4854157" y="1473525"/>
                  </a:lnTo>
                  <a:lnTo>
                    <a:pt x="4854157" y="1472901"/>
                  </a:lnTo>
                  <a:lnTo>
                    <a:pt x="4854303" y="1472901"/>
                  </a:lnTo>
                  <a:lnTo>
                    <a:pt x="4854448" y="1472901"/>
                  </a:lnTo>
                  <a:lnTo>
                    <a:pt x="4854593" y="1472901"/>
                  </a:lnTo>
                  <a:lnTo>
                    <a:pt x="4854593" y="1472277"/>
                  </a:lnTo>
                  <a:lnTo>
                    <a:pt x="4854739" y="1472277"/>
                  </a:lnTo>
                  <a:lnTo>
                    <a:pt x="4854884" y="1472277"/>
                  </a:lnTo>
                  <a:lnTo>
                    <a:pt x="4854884" y="1471654"/>
                  </a:lnTo>
                  <a:lnTo>
                    <a:pt x="4855030" y="1471654"/>
                  </a:lnTo>
                  <a:lnTo>
                    <a:pt x="4855175" y="1471654"/>
                  </a:lnTo>
                  <a:lnTo>
                    <a:pt x="4855320" y="1471654"/>
                  </a:lnTo>
                  <a:lnTo>
                    <a:pt x="4855466" y="1471654"/>
                  </a:lnTo>
                  <a:lnTo>
                    <a:pt x="4855611" y="1471654"/>
                  </a:lnTo>
                  <a:lnTo>
                    <a:pt x="4855611" y="1471030"/>
                  </a:lnTo>
                  <a:lnTo>
                    <a:pt x="4855757" y="1471030"/>
                  </a:lnTo>
                  <a:lnTo>
                    <a:pt x="4855902" y="1471030"/>
                  </a:lnTo>
                  <a:lnTo>
                    <a:pt x="4856048" y="1471030"/>
                  </a:lnTo>
                  <a:lnTo>
                    <a:pt x="4856193" y="1471030"/>
                  </a:lnTo>
                  <a:lnTo>
                    <a:pt x="4856338" y="1471030"/>
                  </a:lnTo>
                  <a:lnTo>
                    <a:pt x="4856484" y="1471030"/>
                  </a:lnTo>
                  <a:lnTo>
                    <a:pt x="4856484" y="1470407"/>
                  </a:lnTo>
                  <a:lnTo>
                    <a:pt x="4856629" y="1470407"/>
                  </a:lnTo>
                  <a:lnTo>
                    <a:pt x="4856629" y="1469783"/>
                  </a:lnTo>
                  <a:lnTo>
                    <a:pt x="4856775" y="1469783"/>
                  </a:lnTo>
                  <a:lnTo>
                    <a:pt x="4856920" y="1469783"/>
                  </a:lnTo>
                  <a:lnTo>
                    <a:pt x="4857066" y="1469783"/>
                  </a:lnTo>
                  <a:lnTo>
                    <a:pt x="4857211" y="1469783"/>
                  </a:lnTo>
                  <a:lnTo>
                    <a:pt x="4857356" y="1469783"/>
                  </a:lnTo>
                  <a:lnTo>
                    <a:pt x="4857356" y="1469159"/>
                  </a:lnTo>
                  <a:lnTo>
                    <a:pt x="4857502" y="1469159"/>
                  </a:lnTo>
                  <a:lnTo>
                    <a:pt x="4857647" y="1469159"/>
                  </a:lnTo>
                  <a:lnTo>
                    <a:pt x="4857793" y="1469159"/>
                  </a:lnTo>
                  <a:lnTo>
                    <a:pt x="4857938" y="1469159"/>
                  </a:lnTo>
                  <a:lnTo>
                    <a:pt x="4858084" y="1469159"/>
                  </a:lnTo>
                  <a:lnTo>
                    <a:pt x="4858229" y="1469159"/>
                  </a:lnTo>
                  <a:lnTo>
                    <a:pt x="4858374" y="1469159"/>
                  </a:lnTo>
                  <a:lnTo>
                    <a:pt x="4858520" y="1469159"/>
                  </a:lnTo>
                  <a:lnTo>
                    <a:pt x="4858665" y="1469159"/>
                  </a:lnTo>
                  <a:lnTo>
                    <a:pt x="4858811" y="1469159"/>
                  </a:lnTo>
                  <a:lnTo>
                    <a:pt x="4858956" y="1469159"/>
                  </a:lnTo>
                  <a:lnTo>
                    <a:pt x="4859102" y="1469159"/>
                  </a:lnTo>
                  <a:lnTo>
                    <a:pt x="4859247" y="1469159"/>
                  </a:lnTo>
                  <a:lnTo>
                    <a:pt x="4859392" y="1469159"/>
                  </a:lnTo>
                  <a:lnTo>
                    <a:pt x="4859538" y="1469159"/>
                  </a:lnTo>
                  <a:lnTo>
                    <a:pt x="4859683" y="1469159"/>
                  </a:lnTo>
                  <a:lnTo>
                    <a:pt x="4859829" y="1469159"/>
                  </a:lnTo>
                  <a:lnTo>
                    <a:pt x="4859974" y="1469159"/>
                  </a:lnTo>
                  <a:lnTo>
                    <a:pt x="4860120" y="1469159"/>
                  </a:lnTo>
                  <a:lnTo>
                    <a:pt x="4860265" y="1469159"/>
                  </a:lnTo>
                  <a:lnTo>
                    <a:pt x="4860410" y="1469159"/>
                  </a:lnTo>
                  <a:lnTo>
                    <a:pt x="4860556" y="1469159"/>
                  </a:lnTo>
                  <a:lnTo>
                    <a:pt x="4860701" y="1469159"/>
                  </a:lnTo>
                  <a:lnTo>
                    <a:pt x="4860847" y="1469159"/>
                  </a:lnTo>
                  <a:lnTo>
                    <a:pt x="4860992" y="1469159"/>
                  </a:lnTo>
                  <a:lnTo>
                    <a:pt x="4860992" y="1468536"/>
                  </a:lnTo>
                  <a:lnTo>
                    <a:pt x="4861138" y="1468536"/>
                  </a:lnTo>
                  <a:lnTo>
                    <a:pt x="4861283" y="1468536"/>
                  </a:lnTo>
                  <a:lnTo>
                    <a:pt x="4861428" y="1468536"/>
                  </a:lnTo>
                  <a:lnTo>
                    <a:pt x="4861574" y="1468536"/>
                  </a:lnTo>
                  <a:lnTo>
                    <a:pt x="4861719" y="1468536"/>
                  </a:lnTo>
                  <a:lnTo>
                    <a:pt x="4861719" y="1467912"/>
                  </a:lnTo>
                  <a:lnTo>
                    <a:pt x="4861865" y="1467912"/>
                  </a:lnTo>
                  <a:lnTo>
                    <a:pt x="4862010" y="1467912"/>
                  </a:lnTo>
                  <a:lnTo>
                    <a:pt x="4862155" y="1467912"/>
                  </a:lnTo>
                  <a:lnTo>
                    <a:pt x="4862301" y="1467912"/>
                  </a:lnTo>
                  <a:lnTo>
                    <a:pt x="4862446" y="1467912"/>
                  </a:lnTo>
                  <a:lnTo>
                    <a:pt x="4862592" y="1467912"/>
                  </a:lnTo>
                  <a:lnTo>
                    <a:pt x="4862737" y="1467912"/>
                  </a:lnTo>
                  <a:lnTo>
                    <a:pt x="4862883" y="1467912"/>
                  </a:lnTo>
                  <a:lnTo>
                    <a:pt x="4863028" y="1467912"/>
                  </a:lnTo>
                  <a:lnTo>
                    <a:pt x="4863028" y="1467289"/>
                  </a:lnTo>
                  <a:lnTo>
                    <a:pt x="4863173" y="1467289"/>
                  </a:lnTo>
                  <a:lnTo>
                    <a:pt x="4863173" y="1466665"/>
                  </a:lnTo>
                  <a:lnTo>
                    <a:pt x="4863319" y="1466665"/>
                  </a:lnTo>
                  <a:lnTo>
                    <a:pt x="4863464" y="1466665"/>
                  </a:lnTo>
                  <a:lnTo>
                    <a:pt x="4863610" y="1466665"/>
                  </a:lnTo>
                  <a:lnTo>
                    <a:pt x="4863755" y="1466665"/>
                  </a:lnTo>
                  <a:lnTo>
                    <a:pt x="4863901" y="1466665"/>
                  </a:lnTo>
                  <a:lnTo>
                    <a:pt x="4864046" y="1466665"/>
                  </a:lnTo>
                  <a:lnTo>
                    <a:pt x="4864191" y="1466665"/>
                  </a:lnTo>
                  <a:lnTo>
                    <a:pt x="4864337" y="1466665"/>
                  </a:lnTo>
                  <a:lnTo>
                    <a:pt x="4864482" y="1466665"/>
                  </a:lnTo>
                  <a:lnTo>
                    <a:pt x="4864628" y="1466665"/>
                  </a:lnTo>
                  <a:lnTo>
                    <a:pt x="4864773" y="1466665"/>
                  </a:lnTo>
                  <a:lnTo>
                    <a:pt x="4864919" y="1466665"/>
                  </a:lnTo>
                  <a:lnTo>
                    <a:pt x="4865064" y="1466665"/>
                  </a:lnTo>
                  <a:lnTo>
                    <a:pt x="4865209" y="1466665"/>
                  </a:lnTo>
                  <a:lnTo>
                    <a:pt x="4865355" y="1466665"/>
                  </a:lnTo>
                  <a:lnTo>
                    <a:pt x="4865500" y="1466665"/>
                  </a:lnTo>
                  <a:lnTo>
                    <a:pt x="4865646" y="1466665"/>
                  </a:lnTo>
                  <a:lnTo>
                    <a:pt x="4865646" y="1466042"/>
                  </a:lnTo>
                  <a:lnTo>
                    <a:pt x="4865791" y="1466042"/>
                  </a:lnTo>
                  <a:lnTo>
                    <a:pt x="4865937" y="1466042"/>
                  </a:lnTo>
                  <a:lnTo>
                    <a:pt x="4865937" y="1465418"/>
                  </a:lnTo>
                  <a:lnTo>
                    <a:pt x="4865937" y="1464794"/>
                  </a:lnTo>
                  <a:lnTo>
                    <a:pt x="4866082" y="1464794"/>
                  </a:lnTo>
                  <a:lnTo>
                    <a:pt x="4866227" y="1464794"/>
                  </a:lnTo>
                  <a:lnTo>
                    <a:pt x="4866373" y="1464794"/>
                  </a:lnTo>
                  <a:lnTo>
                    <a:pt x="4866518" y="1464794"/>
                  </a:lnTo>
                  <a:lnTo>
                    <a:pt x="4866664" y="1464794"/>
                  </a:lnTo>
                  <a:lnTo>
                    <a:pt x="4866809" y="1464794"/>
                  </a:lnTo>
                  <a:lnTo>
                    <a:pt x="4866955" y="1464794"/>
                  </a:lnTo>
                  <a:lnTo>
                    <a:pt x="4867100" y="1464794"/>
                  </a:lnTo>
                  <a:lnTo>
                    <a:pt x="4867245" y="1464794"/>
                  </a:lnTo>
                  <a:lnTo>
                    <a:pt x="4867391" y="1464794"/>
                  </a:lnTo>
                  <a:lnTo>
                    <a:pt x="4867391" y="1464171"/>
                  </a:lnTo>
                  <a:lnTo>
                    <a:pt x="4867536" y="1464171"/>
                  </a:lnTo>
                  <a:lnTo>
                    <a:pt x="4867682" y="1464171"/>
                  </a:lnTo>
                  <a:lnTo>
                    <a:pt x="4867827" y="1464171"/>
                  </a:lnTo>
                  <a:lnTo>
                    <a:pt x="4867972" y="1464171"/>
                  </a:lnTo>
                  <a:lnTo>
                    <a:pt x="4868118" y="1464171"/>
                  </a:lnTo>
                  <a:lnTo>
                    <a:pt x="4868263" y="1464171"/>
                  </a:lnTo>
                  <a:lnTo>
                    <a:pt x="4868409" y="1464171"/>
                  </a:lnTo>
                  <a:lnTo>
                    <a:pt x="4868554" y="1464171"/>
                  </a:lnTo>
                  <a:lnTo>
                    <a:pt x="4868700" y="1464171"/>
                  </a:lnTo>
                  <a:lnTo>
                    <a:pt x="4868845" y="1464171"/>
                  </a:lnTo>
                  <a:lnTo>
                    <a:pt x="4868845" y="1463547"/>
                  </a:lnTo>
                  <a:lnTo>
                    <a:pt x="4868845" y="1462924"/>
                  </a:lnTo>
                  <a:lnTo>
                    <a:pt x="4868990" y="1462924"/>
                  </a:lnTo>
                  <a:lnTo>
                    <a:pt x="4869136" y="1462924"/>
                  </a:lnTo>
                  <a:lnTo>
                    <a:pt x="4869281" y="1462924"/>
                  </a:lnTo>
                  <a:lnTo>
                    <a:pt x="4869427" y="1462924"/>
                  </a:lnTo>
                  <a:lnTo>
                    <a:pt x="4869572" y="1462924"/>
                  </a:lnTo>
                  <a:lnTo>
                    <a:pt x="4869718" y="1462924"/>
                  </a:lnTo>
                  <a:lnTo>
                    <a:pt x="4869863" y="1462924"/>
                  </a:lnTo>
                  <a:lnTo>
                    <a:pt x="4870008" y="1462924"/>
                  </a:lnTo>
                  <a:lnTo>
                    <a:pt x="4870154" y="1462924"/>
                  </a:lnTo>
                  <a:lnTo>
                    <a:pt x="4870299" y="1462924"/>
                  </a:lnTo>
                  <a:lnTo>
                    <a:pt x="4870445" y="1462924"/>
                  </a:lnTo>
                  <a:lnTo>
                    <a:pt x="4870590" y="1462924"/>
                  </a:lnTo>
                  <a:lnTo>
                    <a:pt x="4870590" y="1462300"/>
                  </a:lnTo>
                  <a:lnTo>
                    <a:pt x="4870590" y="1461676"/>
                  </a:lnTo>
                  <a:lnTo>
                    <a:pt x="4870736" y="1461676"/>
                  </a:lnTo>
                  <a:lnTo>
                    <a:pt x="4870736" y="1461053"/>
                  </a:lnTo>
                  <a:lnTo>
                    <a:pt x="4870881" y="1461053"/>
                  </a:lnTo>
                  <a:lnTo>
                    <a:pt x="4871026" y="1461053"/>
                  </a:lnTo>
                  <a:lnTo>
                    <a:pt x="4871172" y="1461053"/>
                  </a:lnTo>
                  <a:lnTo>
                    <a:pt x="4871172" y="1460429"/>
                  </a:lnTo>
                  <a:lnTo>
                    <a:pt x="4871317" y="1460429"/>
                  </a:lnTo>
                  <a:lnTo>
                    <a:pt x="4871463" y="1460429"/>
                  </a:lnTo>
                  <a:lnTo>
                    <a:pt x="4871608" y="1460429"/>
                  </a:lnTo>
                  <a:lnTo>
                    <a:pt x="4871754" y="1460429"/>
                  </a:lnTo>
                  <a:lnTo>
                    <a:pt x="4871899" y="1460429"/>
                  </a:lnTo>
                  <a:lnTo>
                    <a:pt x="4872044" y="1460429"/>
                  </a:lnTo>
                  <a:lnTo>
                    <a:pt x="4872190" y="1460429"/>
                  </a:lnTo>
                  <a:lnTo>
                    <a:pt x="4872335" y="1460429"/>
                  </a:lnTo>
                  <a:lnTo>
                    <a:pt x="4872481" y="1460429"/>
                  </a:lnTo>
                  <a:lnTo>
                    <a:pt x="4872626" y="1460429"/>
                  </a:lnTo>
                  <a:lnTo>
                    <a:pt x="4872626" y="1459806"/>
                  </a:lnTo>
                  <a:lnTo>
                    <a:pt x="4872772" y="1459806"/>
                  </a:lnTo>
                  <a:lnTo>
                    <a:pt x="4872917" y="1459806"/>
                  </a:lnTo>
                  <a:lnTo>
                    <a:pt x="4873062" y="1459806"/>
                  </a:lnTo>
                  <a:lnTo>
                    <a:pt x="4873208" y="1459806"/>
                  </a:lnTo>
                  <a:lnTo>
                    <a:pt x="4873353" y="1459806"/>
                  </a:lnTo>
                  <a:lnTo>
                    <a:pt x="4873499" y="1459806"/>
                  </a:lnTo>
                  <a:lnTo>
                    <a:pt x="4873644" y="1459806"/>
                  </a:lnTo>
                  <a:lnTo>
                    <a:pt x="4873644" y="1459182"/>
                  </a:lnTo>
                  <a:lnTo>
                    <a:pt x="4873790" y="1459182"/>
                  </a:lnTo>
                  <a:lnTo>
                    <a:pt x="4873935" y="1459182"/>
                  </a:lnTo>
                  <a:lnTo>
                    <a:pt x="4874080" y="1459182"/>
                  </a:lnTo>
                  <a:lnTo>
                    <a:pt x="4874226" y="1459182"/>
                  </a:lnTo>
                  <a:lnTo>
                    <a:pt x="4874371" y="1459182"/>
                  </a:lnTo>
                  <a:lnTo>
                    <a:pt x="4874517" y="1459182"/>
                  </a:lnTo>
                  <a:lnTo>
                    <a:pt x="4874662" y="1459182"/>
                  </a:lnTo>
                  <a:lnTo>
                    <a:pt x="4874807" y="1459182"/>
                  </a:lnTo>
                  <a:lnTo>
                    <a:pt x="4874953" y="1459182"/>
                  </a:lnTo>
                  <a:lnTo>
                    <a:pt x="4875098" y="1459182"/>
                  </a:lnTo>
                  <a:lnTo>
                    <a:pt x="4875244" y="1459182"/>
                  </a:lnTo>
                  <a:lnTo>
                    <a:pt x="4875389" y="1459182"/>
                  </a:lnTo>
                  <a:lnTo>
                    <a:pt x="4875389" y="1458559"/>
                  </a:lnTo>
                  <a:lnTo>
                    <a:pt x="4875535" y="1458559"/>
                  </a:lnTo>
                  <a:lnTo>
                    <a:pt x="4875680" y="1458559"/>
                  </a:lnTo>
                  <a:lnTo>
                    <a:pt x="4875680" y="1457935"/>
                  </a:lnTo>
                  <a:lnTo>
                    <a:pt x="4875825" y="1457935"/>
                  </a:lnTo>
                  <a:lnTo>
                    <a:pt x="4875825" y="1457311"/>
                  </a:lnTo>
                  <a:lnTo>
                    <a:pt x="4875971" y="1457311"/>
                  </a:lnTo>
                  <a:lnTo>
                    <a:pt x="4876116" y="1457311"/>
                  </a:lnTo>
                  <a:lnTo>
                    <a:pt x="4876262" y="1457311"/>
                  </a:lnTo>
                  <a:lnTo>
                    <a:pt x="4876407" y="1457311"/>
                  </a:lnTo>
                  <a:lnTo>
                    <a:pt x="4876553" y="1457311"/>
                  </a:lnTo>
                  <a:lnTo>
                    <a:pt x="4876698" y="1457311"/>
                  </a:lnTo>
                  <a:lnTo>
                    <a:pt x="4876843" y="1457311"/>
                  </a:lnTo>
                  <a:lnTo>
                    <a:pt x="4876989" y="1457311"/>
                  </a:lnTo>
                  <a:lnTo>
                    <a:pt x="4877134" y="1457311"/>
                  </a:lnTo>
                  <a:lnTo>
                    <a:pt x="4877280" y="1457311"/>
                  </a:lnTo>
                  <a:lnTo>
                    <a:pt x="4877425" y="1457311"/>
                  </a:lnTo>
                  <a:lnTo>
                    <a:pt x="4877425" y="1456688"/>
                  </a:lnTo>
                  <a:lnTo>
                    <a:pt x="4877571" y="1456688"/>
                  </a:lnTo>
                  <a:lnTo>
                    <a:pt x="4877716" y="1456688"/>
                  </a:lnTo>
                  <a:lnTo>
                    <a:pt x="4877861" y="1456688"/>
                  </a:lnTo>
                  <a:lnTo>
                    <a:pt x="4878007" y="1456688"/>
                  </a:lnTo>
                  <a:lnTo>
                    <a:pt x="4878152" y="1456688"/>
                  </a:lnTo>
                  <a:lnTo>
                    <a:pt x="4878152" y="1456064"/>
                  </a:lnTo>
                  <a:lnTo>
                    <a:pt x="4878298" y="1456064"/>
                  </a:lnTo>
                  <a:lnTo>
                    <a:pt x="4878443" y="1456064"/>
                  </a:lnTo>
                  <a:lnTo>
                    <a:pt x="4878589" y="1456064"/>
                  </a:lnTo>
                  <a:lnTo>
                    <a:pt x="4878589" y="1455441"/>
                  </a:lnTo>
                  <a:lnTo>
                    <a:pt x="4878589" y="1454817"/>
                  </a:lnTo>
                  <a:lnTo>
                    <a:pt x="4878734" y="1454817"/>
                  </a:lnTo>
                  <a:lnTo>
                    <a:pt x="4878879" y="1454817"/>
                  </a:lnTo>
                  <a:lnTo>
                    <a:pt x="4879025" y="1454817"/>
                  </a:lnTo>
                  <a:lnTo>
                    <a:pt x="4879170" y="1454817"/>
                  </a:lnTo>
                  <a:lnTo>
                    <a:pt x="4879316" y="1454817"/>
                  </a:lnTo>
                  <a:lnTo>
                    <a:pt x="4879461" y="1454817"/>
                  </a:lnTo>
                  <a:lnTo>
                    <a:pt x="4879607" y="1454817"/>
                  </a:lnTo>
                  <a:lnTo>
                    <a:pt x="4879752" y="1454817"/>
                  </a:lnTo>
                  <a:lnTo>
                    <a:pt x="4879752" y="1454193"/>
                  </a:lnTo>
                  <a:lnTo>
                    <a:pt x="4879897" y="1454193"/>
                  </a:lnTo>
                  <a:lnTo>
                    <a:pt x="4880043" y="1454193"/>
                  </a:lnTo>
                  <a:lnTo>
                    <a:pt x="4880188" y="1454193"/>
                  </a:lnTo>
                  <a:lnTo>
                    <a:pt x="4880188" y="1453570"/>
                  </a:lnTo>
                  <a:lnTo>
                    <a:pt x="4880334" y="1453570"/>
                  </a:lnTo>
                  <a:lnTo>
                    <a:pt x="4880479" y="1453570"/>
                  </a:lnTo>
                  <a:lnTo>
                    <a:pt x="4880625" y="1453570"/>
                  </a:lnTo>
                  <a:lnTo>
                    <a:pt x="4880770" y="1453570"/>
                  </a:lnTo>
                  <a:lnTo>
                    <a:pt x="4880915" y="1453570"/>
                  </a:lnTo>
                  <a:lnTo>
                    <a:pt x="4881061" y="1453570"/>
                  </a:lnTo>
                  <a:lnTo>
                    <a:pt x="4881206" y="1453570"/>
                  </a:lnTo>
                  <a:lnTo>
                    <a:pt x="4881352" y="1453570"/>
                  </a:lnTo>
                  <a:lnTo>
                    <a:pt x="4881497" y="1453570"/>
                  </a:lnTo>
                  <a:lnTo>
                    <a:pt x="4881642" y="1453570"/>
                  </a:lnTo>
                  <a:lnTo>
                    <a:pt x="4881788" y="1453570"/>
                  </a:lnTo>
                  <a:lnTo>
                    <a:pt x="4881788" y="1452946"/>
                  </a:lnTo>
                  <a:lnTo>
                    <a:pt x="4881933" y="1452946"/>
                  </a:lnTo>
                  <a:lnTo>
                    <a:pt x="4882079" y="1452946"/>
                  </a:lnTo>
                  <a:lnTo>
                    <a:pt x="4882224" y="1452946"/>
                  </a:lnTo>
                  <a:lnTo>
                    <a:pt x="4882370" y="1452946"/>
                  </a:lnTo>
                  <a:lnTo>
                    <a:pt x="4882370" y="1452323"/>
                  </a:lnTo>
                  <a:lnTo>
                    <a:pt x="4882515" y="1452323"/>
                  </a:lnTo>
                  <a:lnTo>
                    <a:pt x="4882660" y="1452323"/>
                  </a:lnTo>
                  <a:lnTo>
                    <a:pt x="4882660" y="1451699"/>
                  </a:lnTo>
                  <a:lnTo>
                    <a:pt x="4882806" y="1451699"/>
                  </a:lnTo>
                  <a:lnTo>
                    <a:pt x="4882951" y="1451699"/>
                  </a:lnTo>
                  <a:lnTo>
                    <a:pt x="4883097" y="1451699"/>
                  </a:lnTo>
                  <a:lnTo>
                    <a:pt x="4883242" y="1451699"/>
                  </a:lnTo>
                  <a:lnTo>
                    <a:pt x="4883388" y="1451699"/>
                  </a:lnTo>
                  <a:lnTo>
                    <a:pt x="4883533" y="1451699"/>
                  </a:lnTo>
                  <a:lnTo>
                    <a:pt x="4883533" y="1451076"/>
                  </a:lnTo>
                  <a:lnTo>
                    <a:pt x="4883678" y="1451076"/>
                  </a:lnTo>
                  <a:lnTo>
                    <a:pt x="4883824" y="1451076"/>
                  </a:lnTo>
                  <a:lnTo>
                    <a:pt x="4883969" y="1451076"/>
                  </a:lnTo>
                  <a:lnTo>
                    <a:pt x="4884115" y="1451076"/>
                  </a:lnTo>
                  <a:lnTo>
                    <a:pt x="4884260" y="1451076"/>
                  </a:lnTo>
                  <a:lnTo>
                    <a:pt x="4884406" y="1451076"/>
                  </a:lnTo>
                  <a:lnTo>
                    <a:pt x="4884406" y="1450452"/>
                  </a:lnTo>
                  <a:lnTo>
                    <a:pt x="4884551" y="1450452"/>
                  </a:lnTo>
                  <a:lnTo>
                    <a:pt x="4884696" y="1450452"/>
                  </a:lnTo>
                  <a:lnTo>
                    <a:pt x="4884842" y="1450452"/>
                  </a:lnTo>
                  <a:lnTo>
                    <a:pt x="4884987" y="1450452"/>
                  </a:lnTo>
                  <a:lnTo>
                    <a:pt x="4885133" y="1450452"/>
                  </a:lnTo>
                  <a:lnTo>
                    <a:pt x="4885278" y="1450452"/>
                  </a:lnTo>
                  <a:lnTo>
                    <a:pt x="4885424" y="1450452"/>
                  </a:lnTo>
                  <a:lnTo>
                    <a:pt x="4885569" y="1450452"/>
                  </a:lnTo>
                  <a:lnTo>
                    <a:pt x="4885714" y="1450452"/>
                  </a:lnTo>
                  <a:lnTo>
                    <a:pt x="4885714" y="1449828"/>
                  </a:lnTo>
                  <a:lnTo>
                    <a:pt x="4885860" y="1449828"/>
                  </a:lnTo>
                  <a:lnTo>
                    <a:pt x="4886005" y="1449828"/>
                  </a:lnTo>
                  <a:lnTo>
                    <a:pt x="4886151" y="1449828"/>
                  </a:lnTo>
                  <a:lnTo>
                    <a:pt x="4886296" y="1449828"/>
                  </a:lnTo>
                  <a:lnTo>
                    <a:pt x="4886442" y="1449828"/>
                  </a:lnTo>
                  <a:lnTo>
                    <a:pt x="4886587" y="1449828"/>
                  </a:lnTo>
                  <a:lnTo>
                    <a:pt x="4886732" y="1449828"/>
                  </a:lnTo>
                  <a:lnTo>
                    <a:pt x="4886732" y="1449205"/>
                  </a:lnTo>
                  <a:lnTo>
                    <a:pt x="4886732" y="1448581"/>
                  </a:lnTo>
                  <a:lnTo>
                    <a:pt x="4886732" y="1447958"/>
                  </a:lnTo>
                  <a:lnTo>
                    <a:pt x="4886878" y="1447958"/>
                  </a:lnTo>
                  <a:lnTo>
                    <a:pt x="4887023" y="1447958"/>
                  </a:lnTo>
                  <a:lnTo>
                    <a:pt x="4887169" y="1447958"/>
                  </a:lnTo>
                  <a:lnTo>
                    <a:pt x="4887314" y="1447958"/>
                  </a:lnTo>
                  <a:lnTo>
                    <a:pt x="4887314" y="1447334"/>
                  </a:lnTo>
                  <a:lnTo>
                    <a:pt x="4887460" y="1447334"/>
                  </a:lnTo>
                  <a:lnTo>
                    <a:pt x="4887605" y="1447334"/>
                  </a:lnTo>
                  <a:lnTo>
                    <a:pt x="4887750" y="1447334"/>
                  </a:lnTo>
                  <a:lnTo>
                    <a:pt x="4887896" y="1447334"/>
                  </a:lnTo>
                  <a:lnTo>
                    <a:pt x="4888041" y="1447334"/>
                  </a:lnTo>
                  <a:lnTo>
                    <a:pt x="4888187" y="1447334"/>
                  </a:lnTo>
                  <a:lnTo>
                    <a:pt x="4888332" y="1447334"/>
                  </a:lnTo>
                  <a:lnTo>
                    <a:pt x="4888477" y="1447334"/>
                  </a:lnTo>
                  <a:lnTo>
                    <a:pt x="4888623" y="1447334"/>
                  </a:lnTo>
                  <a:lnTo>
                    <a:pt x="4888623" y="1446710"/>
                  </a:lnTo>
                  <a:lnTo>
                    <a:pt x="4888768" y="1446710"/>
                  </a:lnTo>
                  <a:lnTo>
                    <a:pt x="4888768" y="1446087"/>
                  </a:lnTo>
                  <a:lnTo>
                    <a:pt x="4888768" y="1445463"/>
                  </a:lnTo>
                  <a:lnTo>
                    <a:pt x="4888914" y="1445463"/>
                  </a:lnTo>
                  <a:lnTo>
                    <a:pt x="4888914" y="1444840"/>
                  </a:lnTo>
                  <a:lnTo>
                    <a:pt x="4889059" y="1444840"/>
                  </a:lnTo>
                  <a:lnTo>
                    <a:pt x="4889205" y="1444840"/>
                  </a:lnTo>
                  <a:lnTo>
                    <a:pt x="4889350" y="1444840"/>
                  </a:lnTo>
                  <a:lnTo>
                    <a:pt x="4889495" y="1444840"/>
                  </a:lnTo>
                  <a:lnTo>
                    <a:pt x="4889641" y="1444840"/>
                  </a:lnTo>
                  <a:lnTo>
                    <a:pt x="4889786" y="1444840"/>
                  </a:lnTo>
                  <a:lnTo>
                    <a:pt x="4889786" y="1444216"/>
                  </a:lnTo>
                  <a:lnTo>
                    <a:pt x="4889932" y="1444216"/>
                  </a:lnTo>
                  <a:lnTo>
                    <a:pt x="4890077" y="1444216"/>
                  </a:lnTo>
                  <a:lnTo>
                    <a:pt x="4890223" y="1444216"/>
                  </a:lnTo>
                  <a:lnTo>
                    <a:pt x="4890223" y="1443593"/>
                  </a:lnTo>
                  <a:lnTo>
                    <a:pt x="4890368" y="1443593"/>
                  </a:lnTo>
                  <a:lnTo>
                    <a:pt x="4890513" y="1443593"/>
                  </a:lnTo>
                  <a:lnTo>
                    <a:pt x="4890659" y="1443593"/>
                  </a:lnTo>
                  <a:lnTo>
                    <a:pt x="4890659" y="1442969"/>
                  </a:lnTo>
                  <a:lnTo>
                    <a:pt x="4890804" y="1442969"/>
                  </a:lnTo>
                  <a:lnTo>
                    <a:pt x="4890950" y="1442969"/>
                  </a:lnTo>
                  <a:lnTo>
                    <a:pt x="4891095" y="1442969"/>
                  </a:lnTo>
                  <a:lnTo>
                    <a:pt x="4891241" y="1442969"/>
                  </a:lnTo>
                  <a:lnTo>
                    <a:pt x="4891386" y="1442969"/>
                  </a:lnTo>
                  <a:lnTo>
                    <a:pt x="4891531" y="1442969"/>
                  </a:lnTo>
                  <a:lnTo>
                    <a:pt x="4891677" y="1442969"/>
                  </a:lnTo>
                  <a:lnTo>
                    <a:pt x="4891822" y="1442969"/>
                  </a:lnTo>
                  <a:lnTo>
                    <a:pt x="4891968" y="1442969"/>
                  </a:lnTo>
                  <a:lnTo>
                    <a:pt x="4892113" y="1442969"/>
                  </a:lnTo>
                  <a:lnTo>
                    <a:pt x="4892259" y="1442969"/>
                  </a:lnTo>
                  <a:lnTo>
                    <a:pt x="4892404" y="1442969"/>
                  </a:lnTo>
                  <a:lnTo>
                    <a:pt x="4892549" y="1442969"/>
                  </a:lnTo>
                  <a:lnTo>
                    <a:pt x="4892695" y="1442969"/>
                  </a:lnTo>
                  <a:lnTo>
                    <a:pt x="4892840" y="1442969"/>
                  </a:lnTo>
                  <a:lnTo>
                    <a:pt x="4892986" y="1442969"/>
                  </a:lnTo>
                  <a:lnTo>
                    <a:pt x="4892986" y="1442345"/>
                  </a:lnTo>
                  <a:lnTo>
                    <a:pt x="4893131" y="1442345"/>
                  </a:lnTo>
                  <a:lnTo>
                    <a:pt x="4893131" y="1441722"/>
                  </a:lnTo>
                  <a:lnTo>
                    <a:pt x="4893277" y="1441722"/>
                  </a:lnTo>
                  <a:lnTo>
                    <a:pt x="4893422" y="1441722"/>
                  </a:lnTo>
                  <a:lnTo>
                    <a:pt x="4893567" y="1441722"/>
                  </a:lnTo>
                  <a:lnTo>
                    <a:pt x="4893713" y="1441722"/>
                  </a:lnTo>
                  <a:lnTo>
                    <a:pt x="4893858" y="1441722"/>
                  </a:lnTo>
                  <a:lnTo>
                    <a:pt x="4894004" y="1441722"/>
                  </a:lnTo>
                  <a:lnTo>
                    <a:pt x="4894149" y="1441722"/>
                  </a:lnTo>
                  <a:lnTo>
                    <a:pt x="4894295" y="1441722"/>
                  </a:lnTo>
                  <a:lnTo>
                    <a:pt x="4894440" y="1441722"/>
                  </a:lnTo>
                  <a:lnTo>
                    <a:pt x="4894585" y="1441722"/>
                  </a:lnTo>
                  <a:lnTo>
                    <a:pt x="4894731" y="1441722"/>
                  </a:lnTo>
                  <a:lnTo>
                    <a:pt x="4894876" y="1441722"/>
                  </a:lnTo>
                  <a:lnTo>
                    <a:pt x="4895022" y="1441722"/>
                  </a:lnTo>
                  <a:lnTo>
                    <a:pt x="4895022" y="1441098"/>
                  </a:lnTo>
                  <a:lnTo>
                    <a:pt x="4895022" y="1440475"/>
                  </a:lnTo>
                  <a:lnTo>
                    <a:pt x="4895022" y="1439851"/>
                  </a:lnTo>
                  <a:lnTo>
                    <a:pt x="4895167" y="1439851"/>
                  </a:lnTo>
                  <a:lnTo>
                    <a:pt x="4895312" y="1439851"/>
                  </a:lnTo>
                  <a:lnTo>
                    <a:pt x="4895458" y="1439851"/>
                  </a:lnTo>
                  <a:lnTo>
                    <a:pt x="4895603" y="1439851"/>
                  </a:lnTo>
                  <a:lnTo>
                    <a:pt x="4895749" y="1439851"/>
                  </a:lnTo>
                  <a:lnTo>
                    <a:pt x="4895894" y="1439851"/>
                  </a:lnTo>
                  <a:lnTo>
                    <a:pt x="4895894" y="1439227"/>
                  </a:lnTo>
                  <a:lnTo>
                    <a:pt x="4896040" y="1439227"/>
                  </a:lnTo>
                  <a:lnTo>
                    <a:pt x="4896185" y="1439227"/>
                  </a:lnTo>
                  <a:lnTo>
                    <a:pt x="4896330" y="1439227"/>
                  </a:lnTo>
                  <a:lnTo>
                    <a:pt x="4896476" y="1439227"/>
                  </a:lnTo>
                  <a:lnTo>
                    <a:pt x="4896621" y="1439227"/>
                  </a:lnTo>
                  <a:lnTo>
                    <a:pt x="4896767" y="1439227"/>
                  </a:lnTo>
                  <a:lnTo>
                    <a:pt x="4896912" y="1439227"/>
                  </a:lnTo>
                  <a:lnTo>
                    <a:pt x="4897058" y="1439227"/>
                  </a:lnTo>
                  <a:lnTo>
                    <a:pt x="4897203" y="1439227"/>
                  </a:lnTo>
                  <a:lnTo>
                    <a:pt x="4897348" y="1439227"/>
                  </a:lnTo>
                  <a:lnTo>
                    <a:pt x="4897494" y="1439227"/>
                  </a:lnTo>
                  <a:lnTo>
                    <a:pt x="4897639" y="1439227"/>
                  </a:lnTo>
                  <a:lnTo>
                    <a:pt x="4897785" y="1439227"/>
                  </a:lnTo>
                  <a:lnTo>
                    <a:pt x="4897930" y="1439227"/>
                  </a:lnTo>
                  <a:lnTo>
                    <a:pt x="4897930" y="1438604"/>
                  </a:lnTo>
                  <a:lnTo>
                    <a:pt x="4898076" y="1438604"/>
                  </a:lnTo>
                  <a:lnTo>
                    <a:pt x="4898221" y="1438604"/>
                  </a:lnTo>
                  <a:lnTo>
                    <a:pt x="4898366" y="1438604"/>
                  </a:lnTo>
                  <a:lnTo>
                    <a:pt x="4898512" y="1438604"/>
                  </a:lnTo>
                  <a:lnTo>
                    <a:pt x="4898657" y="1438604"/>
                  </a:lnTo>
                  <a:lnTo>
                    <a:pt x="4898803" y="1438604"/>
                  </a:lnTo>
                  <a:lnTo>
                    <a:pt x="4898948" y="1438604"/>
                  </a:lnTo>
                  <a:lnTo>
                    <a:pt x="4898948" y="1437980"/>
                  </a:lnTo>
                  <a:lnTo>
                    <a:pt x="4899094" y="1437980"/>
                  </a:lnTo>
                  <a:lnTo>
                    <a:pt x="4899239" y="1437980"/>
                  </a:lnTo>
                  <a:lnTo>
                    <a:pt x="4899384" y="1437980"/>
                  </a:lnTo>
                  <a:lnTo>
                    <a:pt x="4899530" y="1437980"/>
                  </a:lnTo>
                  <a:lnTo>
                    <a:pt x="4899675" y="1437980"/>
                  </a:lnTo>
                  <a:lnTo>
                    <a:pt x="4899821" y="1437980"/>
                  </a:lnTo>
                  <a:lnTo>
                    <a:pt x="4899966" y="1437980"/>
                  </a:lnTo>
                  <a:lnTo>
                    <a:pt x="4900112" y="1437980"/>
                  </a:lnTo>
                  <a:lnTo>
                    <a:pt x="4900112" y="1437357"/>
                  </a:lnTo>
                  <a:lnTo>
                    <a:pt x="4900257" y="1437357"/>
                  </a:lnTo>
                  <a:lnTo>
                    <a:pt x="4900402" y="1437357"/>
                  </a:lnTo>
                  <a:lnTo>
                    <a:pt x="4900402" y="1436733"/>
                  </a:lnTo>
                  <a:lnTo>
                    <a:pt x="4900548" y="1436733"/>
                  </a:lnTo>
                  <a:lnTo>
                    <a:pt x="4900693" y="1436733"/>
                  </a:lnTo>
                  <a:lnTo>
                    <a:pt x="4900839" y="1436733"/>
                  </a:lnTo>
                  <a:lnTo>
                    <a:pt x="4900984" y="1436733"/>
                  </a:lnTo>
                  <a:lnTo>
                    <a:pt x="4901130" y="1436733"/>
                  </a:lnTo>
                  <a:lnTo>
                    <a:pt x="4901275" y="1436733"/>
                  </a:lnTo>
                  <a:lnTo>
                    <a:pt x="4901275" y="1436110"/>
                  </a:lnTo>
                  <a:lnTo>
                    <a:pt x="4901420" y="1436110"/>
                  </a:lnTo>
                  <a:lnTo>
                    <a:pt x="4901566" y="1436110"/>
                  </a:lnTo>
                  <a:lnTo>
                    <a:pt x="4901711" y="1436110"/>
                  </a:lnTo>
                  <a:lnTo>
                    <a:pt x="4901857" y="1436110"/>
                  </a:lnTo>
                  <a:lnTo>
                    <a:pt x="4901857" y="1435486"/>
                  </a:lnTo>
                  <a:lnTo>
                    <a:pt x="4902002" y="1435486"/>
                  </a:lnTo>
                  <a:lnTo>
                    <a:pt x="4902147" y="1435486"/>
                  </a:lnTo>
                  <a:lnTo>
                    <a:pt x="4902293" y="1435486"/>
                  </a:lnTo>
                  <a:lnTo>
                    <a:pt x="4902293" y="1434862"/>
                  </a:lnTo>
                  <a:lnTo>
                    <a:pt x="4902438" y="1434862"/>
                  </a:lnTo>
                  <a:lnTo>
                    <a:pt x="4902584" y="1434862"/>
                  </a:lnTo>
                  <a:lnTo>
                    <a:pt x="4902729" y="1434862"/>
                  </a:lnTo>
                  <a:lnTo>
                    <a:pt x="4902729" y="1434239"/>
                  </a:lnTo>
                  <a:lnTo>
                    <a:pt x="4902875" y="1434239"/>
                  </a:lnTo>
                  <a:lnTo>
                    <a:pt x="4903020" y="1434239"/>
                  </a:lnTo>
                  <a:lnTo>
                    <a:pt x="4903165" y="1434239"/>
                  </a:lnTo>
                  <a:lnTo>
                    <a:pt x="4903311" y="1434239"/>
                  </a:lnTo>
                  <a:lnTo>
                    <a:pt x="4903456" y="1434239"/>
                  </a:lnTo>
                  <a:lnTo>
                    <a:pt x="4903456" y="1433615"/>
                  </a:lnTo>
                  <a:lnTo>
                    <a:pt x="4903602" y="1433615"/>
                  </a:lnTo>
                  <a:lnTo>
                    <a:pt x="4903747" y="1433615"/>
                  </a:lnTo>
                  <a:lnTo>
                    <a:pt x="4903893" y="1433615"/>
                  </a:lnTo>
                  <a:lnTo>
                    <a:pt x="4904038" y="1433615"/>
                  </a:lnTo>
                  <a:lnTo>
                    <a:pt x="4904183" y="1433615"/>
                  </a:lnTo>
                  <a:lnTo>
                    <a:pt x="4904329" y="1433615"/>
                  </a:lnTo>
                  <a:lnTo>
                    <a:pt x="4904474" y="1433615"/>
                  </a:lnTo>
                  <a:lnTo>
                    <a:pt x="4904474" y="1432992"/>
                  </a:lnTo>
                  <a:lnTo>
                    <a:pt x="4904620" y="1432992"/>
                  </a:lnTo>
                  <a:lnTo>
                    <a:pt x="4904620" y="1432368"/>
                  </a:lnTo>
                  <a:lnTo>
                    <a:pt x="4904765" y="1432368"/>
                  </a:lnTo>
                  <a:lnTo>
                    <a:pt x="4904911" y="1432368"/>
                  </a:lnTo>
                  <a:lnTo>
                    <a:pt x="4905056" y="1432368"/>
                  </a:lnTo>
                  <a:lnTo>
                    <a:pt x="4905201" y="1432368"/>
                  </a:lnTo>
                  <a:lnTo>
                    <a:pt x="4905347" y="1432368"/>
                  </a:lnTo>
                  <a:lnTo>
                    <a:pt x="4905492" y="1432368"/>
                  </a:lnTo>
                  <a:lnTo>
                    <a:pt x="4905638" y="1432368"/>
                  </a:lnTo>
                  <a:lnTo>
                    <a:pt x="4905783" y="1432368"/>
                  </a:lnTo>
                  <a:lnTo>
                    <a:pt x="4905929" y="1432368"/>
                  </a:lnTo>
                  <a:lnTo>
                    <a:pt x="4906074" y="1432368"/>
                  </a:lnTo>
                  <a:lnTo>
                    <a:pt x="4906219" y="1432368"/>
                  </a:lnTo>
                  <a:lnTo>
                    <a:pt x="4906365" y="1432368"/>
                  </a:lnTo>
                  <a:lnTo>
                    <a:pt x="4906365" y="1431745"/>
                  </a:lnTo>
                  <a:lnTo>
                    <a:pt x="4906510" y="1431745"/>
                  </a:lnTo>
                  <a:lnTo>
                    <a:pt x="4906656" y="1431745"/>
                  </a:lnTo>
                  <a:lnTo>
                    <a:pt x="4906801" y="1431745"/>
                  </a:lnTo>
                  <a:lnTo>
                    <a:pt x="4906947" y="1431745"/>
                  </a:lnTo>
                  <a:lnTo>
                    <a:pt x="4906947" y="1431121"/>
                  </a:lnTo>
                  <a:lnTo>
                    <a:pt x="4907092" y="1431121"/>
                  </a:lnTo>
                  <a:lnTo>
                    <a:pt x="4907237" y="1431121"/>
                  </a:lnTo>
                  <a:lnTo>
                    <a:pt x="4907383" y="1431121"/>
                  </a:lnTo>
                  <a:lnTo>
                    <a:pt x="4907528" y="1431121"/>
                  </a:lnTo>
                  <a:lnTo>
                    <a:pt x="4907674" y="1431121"/>
                  </a:lnTo>
                  <a:lnTo>
                    <a:pt x="4907819" y="1431121"/>
                  </a:lnTo>
                  <a:lnTo>
                    <a:pt x="4907819" y="1430497"/>
                  </a:lnTo>
                  <a:lnTo>
                    <a:pt x="4907965" y="1430497"/>
                  </a:lnTo>
                  <a:lnTo>
                    <a:pt x="4908110" y="1430497"/>
                  </a:lnTo>
                  <a:lnTo>
                    <a:pt x="4908255" y="1430497"/>
                  </a:lnTo>
                  <a:lnTo>
                    <a:pt x="4908401" y="1430497"/>
                  </a:lnTo>
                  <a:lnTo>
                    <a:pt x="4908546" y="1430497"/>
                  </a:lnTo>
                  <a:lnTo>
                    <a:pt x="4908692" y="1430497"/>
                  </a:lnTo>
                  <a:lnTo>
                    <a:pt x="4908837" y="1430497"/>
                  </a:lnTo>
                  <a:lnTo>
                    <a:pt x="4908982" y="1430497"/>
                  </a:lnTo>
                  <a:lnTo>
                    <a:pt x="4909128" y="1430497"/>
                  </a:lnTo>
                  <a:lnTo>
                    <a:pt x="4909273" y="1430497"/>
                  </a:lnTo>
                  <a:lnTo>
                    <a:pt x="4909419" y="1430497"/>
                  </a:lnTo>
                  <a:lnTo>
                    <a:pt x="4909419" y="1429874"/>
                  </a:lnTo>
                  <a:lnTo>
                    <a:pt x="4909564" y="1429874"/>
                  </a:lnTo>
                  <a:lnTo>
                    <a:pt x="4909710" y="1429874"/>
                  </a:lnTo>
                  <a:lnTo>
                    <a:pt x="4909855" y="1429874"/>
                  </a:lnTo>
                  <a:lnTo>
                    <a:pt x="4910000" y="1429874"/>
                  </a:lnTo>
                  <a:lnTo>
                    <a:pt x="4910000" y="1429250"/>
                  </a:lnTo>
                  <a:lnTo>
                    <a:pt x="4910146" y="1429250"/>
                  </a:lnTo>
                  <a:lnTo>
                    <a:pt x="4910291" y="1429250"/>
                  </a:lnTo>
                  <a:lnTo>
                    <a:pt x="4910437" y="1429250"/>
                  </a:lnTo>
                  <a:lnTo>
                    <a:pt x="4910582" y="1429250"/>
                  </a:lnTo>
                  <a:lnTo>
                    <a:pt x="4910728" y="1429250"/>
                  </a:lnTo>
                  <a:lnTo>
                    <a:pt x="4910873" y="1429250"/>
                  </a:lnTo>
                  <a:lnTo>
                    <a:pt x="4911018" y="1429250"/>
                  </a:lnTo>
                  <a:lnTo>
                    <a:pt x="4911164" y="1429250"/>
                  </a:lnTo>
                  <a:lnTo>
                    <a:pt x="4911309" y="1429250"/>
                  </a:lnTo>
                  <a:lnTo>
                    <a:pt x="4911309" y="1428627"/>
                  </a:lnTo>
                  <a:lnTo>
                    <a:pt x="4911455" y="1428627"/>
                  </a:lnTo>
                  <a:lnTo>
                    <a:pt x="4911600" y="1428627"/>
                  </a:lnTo>
                  <a:lnTo>
                    <a:pt x="4911746" y="1428627"/>
                  </a:lnTo>
                  <a:lnTo>
                    <a:pt x="4911891" y="1428627"/>
                  </a:lnTo>
                  <a:lnTo>
                    <a:pt x="4912036" y="1428627"/>
                  </a:lnTo>
                  <a:lnTo>
                    <a:pt x="4912182" y="1428627"/>
                  </a:lnTo>
                  <a:lnTo>
                    <a:pt x="4912327" y="1428627"/>
                  </a:lnTo>
                  <a:lnTo>
                    <a:pt x="4912473" y="1428627"/>
                  </a:lnTo>
                  <a:lnTo>
                    <a:pt x="4912618" y="1428627"/>
                  </a:lnTo>
                  <a:lnTo>
                    <a:pt x="4912764" y="1428627"/>
                  </a:lnTo>
                  <a:lnTo>
                    <a:pt x="4912764" y="1428003"/>
                  </a:lnTo>
                  <a:lnTo>
                    <a:pt x="4912909" y="1428003"/>
                  </a:lnTo>
                  <a:lnTo>
                    <a:pt x="4913054" y="1428003"/>
                  </a:lnTo>
                  <a:lnTo>
                    <a:pt x="4913200" y="1428003"/>
                  </a:lnTo>
                  <a:lnTo>
                    <a:pt x="4913345" y="1428003"/>
                  </a:lnTo>
                  <a:lnTo>
                    <a:pt x="4913491" y="1428003"/>
                  </a:lnTo>
                  <a:lnTo>
                    <a:pt x="4913636" y="1428003"/>
                  </a:lnTo>
                  <a:lnTo>
                    <a:pt x="4913782" y="1428003"/>
                  </a:lnTo>
                  <a:lnTo>
                    <a:pt x="4913782" y="1427379"/>
                  </a:lnTo>
                  <a:lnTo>
                    <a:pt x="4913927" y="1427379"/>
                  </a:lnTo>
                  <a:lnTo>
                    <a:pt x="4914072" y="1427379"/>
                  </a:lnTo>
                  <a:lnTo>
                    <a:pt x="4914218" y="1427379"/>
                  </a:lnTo>
                  <a:lnTo>
                    <a:pt x="4914363" y="1427379"/>
                  </a:lnTo>
                  <a:lnTo>
                    <a:pt x="4914509" y="1427379"/>
                  </a:lnTo>
                  <a:lnTo>
                    <a:pt x="4914654" y="1427379"/>
                  </a:lnTo>
                  <a:lnTo>
                    <a:pt x="4914800" y="1427379"/>
                  </a:lnTo>
                  <a:lnTo>
                    <a:pt x="4914945" y="1427379"/>
                  </a:lnTo>
                  <a:lnTo>
                    <a:pt x="4914945" y="1426756"/>
                  </a:lnTo>
                  <a:lnTo>
                    <a:pt x="4914945" y="1426132"/>
                  </a:lnTo>
                  <a:lnTo>
                    <a:pt x="4915090" y="1426132"/>
                  </a:lnTo>
                  <a:lnTo>
                    <a:pt x="4915236" y="1426132"/>
                  </a:lnTo>
                  <a:lnTo>
                    <a:pt x="4915381" y="1426132"/>
                  </a:lnTo>
                  <a:lnTo>
                    <a:pt x="4915527" y="1426132"/>
                  </a:lnTo>
                  <a:lnTo>
                    <a:pt x="4915672" y="1426132"/>
                  </a:lnTo>
                  <a:lnTo>
                    <a:pt x="4915817" y="1426132"/>
                  </a:lnTo>
                  <a:lnTo>
                    <a:pt x="4915963" y="1426132"/>
                  </a:lnTo>
                  <a:lnTo>
                    <a:pt x="4916108" y="1426132"/>
                  </a:lnTo>
                  <a:lnTo>
                    <a:pt x="4916254" y="1426132"/>
                  </a:lnTo>
                  <a:lnTo>
                    <a:pt x="4916399" y="1426132"/>
                  </a:lnTo>
                  <a:lnTo>
                    <a:pt x="4916545" y="1426132"/>
                  </a:lnTo>
                  <a:lnTo>
                    <a:pt x="4916690" y="1426132"/>
                  </a:lnTo>
                  <a:lnTo>
                    <a:pt x="4916835" y="1426132"/>
                  </a:lnTo>
                  <a:lnTo>
                    <a:pt x="4916981" y="1426132"/>
                  </a:lnTo>
                  <a:lnTo>
                    <a:pt x="4917126" y="1426132"/>
                  </a:lnTo>
                  <a:lnTo>
                    <a:pt x="4917272" y="1426132"/>
                  </a:lnTo>
                  <a:lnTo>
                    <a:pt x="4917417" y="1426132"/>
                  </a:lnTo>
                  <a:lnTo>
                    <a:pt x="4917563" y="1426132"/>
                  </a:lnTo>
                  <a:lnTo>
                    <a:pt x="4917708" y="1426132"/>
                  </a:lnTo>
                  <a:lnTo>
                    <a:pt x="4917853" y="1426132"/>
                  </a:lnTo>
                  <a:lnTo>
                    <a:pt x="4917853" y="1425509"/>
                  </a:lnTo>
                  <a:lnTo>
                    <a:pt x="4917999" y="1425509"/>
                  </a:lnTo>
                  <a:lnTo>
                    <a:pt x="4918144" y="1425509"/>
                  </a:lnTo>
                  <a:lnTo>
                    <a:pt x="4918290" y="1425509"/>
                  </a:lnTo>
                  <a:lnTo>
                    <a:pt x="4918290" y="1424885"/>
                  </a:lnTo>
                  <a:lnTo>
                    <a:pt x="4918435" y="1424885"/>
                  </a:lnTo>
                  <a:lnTo>
                    <a:pt x="4918581" y="1424885"/>
                  </a:lnTo>
                  <a:lnTo>
                    <a:pt x="4918726" y="1424885"/>
                  </a:lnTo>
                  <a:lnTo>
                    <a:pt x="4918871" y="1424885"/>
                  </a:lnTo>
                  <a:lnTo>
                    <a:pt x="4919017" y="1424885"/>
                  </a:lnTo>
                  <a:lnTo>
                    <a:pt x="4919162" y="1424885"/>
                  </a:lnTo>
                  <a:lnTo>
                    <a:pt x="4919308" y="1424885"/>
                  </a:lnTo>
                  <a:lnTo>
                    <a:pt x="4919453" y="1424885"/>
                  </a:lnTo>
                  <a:lnTo>
                    <a:pt x="4919599" y="1424885"/>
                  </a:lnTo>
                  <a:lnTo>
                    <a:pt x="4919599" y="1424262"/>
                  </a:lnTo>
                  <a:lnTo>
                    <a:pt x="4919744" y="1424262"/>
                  </a:lnTo>
                  <a:lnTo>
                    <a:pt x="4919889" y="1424262"/>
                  </a:lnTo>
                  <a:lnTo>
                    <a:pt x="4920035" y="1424262"/>
                  </a:lnTo>
                  <a:lnTo>
                    <a:pt x="4920180" y="1424262"/>
                  </a:lnTo>
                  <a:lnTo>
                    <a:pt x="4920326" y="1424262"/>
                  </a:lnTo>
                  <a:lnTo>
                    <a:pt x="4920471" y="1424262"/>
                  </a:lnTo>
                  <a:lnTo>
                    <a:pt x="4920617" y="1424262"/>
                  </a:lnTo>
                  <a:lnTo>
                    <a:pt x="4920617" y="1423638"/>
                  </a:lnTo>
                  <a:lnTo>
                    <a:pt x="4920617" y="1423014"/>
                  </a:lnTo>
                  <a:lnTo>
                    <a:pt x="4920762" y="1423014"/>
                  </a:lnTo>
                  <a:lnTo>
                    <a:pt x="4920907" y="1423014"/>
                  </a:lnTo>
                  <a:lnTo>
                    <a:pt x="4921053" y="1423014"/>
                  </a:lnTo>
                  <a:lnTo>
                    <a:pt x="4921198" y="1423014"/>
                  </a:lnTo>
                  <a:lnTo>
                    <a:pt x="4921344" y="1423014"/>
                  </a:lnTo>
                  <a:lnTo>
                    <a:pt x="4921489" y="1423014"/>
                  </a:lnTo>
                  <a:lnTo>
                    <a:pt x="4921635" y="1423014"/>
                  </a:lnTo>
                  <a:lnTo>
                    <a:pt x="4921780" y="1423014"/>
                  </a:lnTo>
                  <a:lnTo>
                    <a:pt x="4921925" y="1423014"/>
                  </a:lnTo>
                  <a:lnTo>
                    <a:pt x="4922071" y="1423014"/>
                  </a:lnTo>
                  <a:lnTo>
                    <a:pt x="4922216" y="1423014"/>
                  </a:lnTo>
                  <a:lnTo>
                    <a:pt x="4922362" y="1423014"/>
                  </a:lnTo>
                  <a:lnTo>
                    <a:pt x="4922507" y="1423014"/>
                  </a:lnTo>
                  <a:lnTo>
                    <a:pt x="4922507" y="1422391"/>
                  </a:lnTo>
                  <a:lnTo>
                    <a:pt x="4922652" y="1422391"/>
                  </a:lnTo>
                  <a:lnTo>
                    <a:pt x="4922798" y="1422391"/>
                  </a:lnTo>
                  <a:lnTo>
                    <a:pt x="4922943" y="1422391"/>
                  </a:lnTo>
                  <a:lnTo>
                    <a:pt x="4923089" y="1422391"/>
                  </a:lnTo>
                  <a:lnTo>
                    <a:pt x="4923234" y="1422391"/>
                  </a:lnTo>
                  <a:lnTo>
                    <a:pt x="4923380" y="1422391"/>
                  </a:lnTo>
                  <a:lnTo>
                    <a:pt x="4923525" y="1422391"/>
                  </a:lnTo>
                  <a:lnTo>
                    <a:pt x="4923670" y="1422391"/>
                  </a:lnTo>
                  <a:lnTo>
                    <a:pt x="4923816" y="1422391"/>
                  </a:lnTo>
                  <a:lnTo>
                    <a:pt x="4923961" y="1422391"/>
                  </a:lnTo>
                  <a:lnTo>
                    <a:pt x="4924107" y="1422391"/>
                  </a:lnTo>
                  <a:lnTo>
                    <a:pt x="4924107" y="1421767"/>
                  </a:lnTo>
                  <a:lnTo>
                    <a:pt x="4924252" y="1421767"/>
                  </a:lnTo>
                  <a:lnTo>
                    <a:pt x="4924398" y="1421767"/>
                  </a:lnTo>
                  <a:lnTo>
                    <a:pt x="4924543" y="1421767"/>
                  </a:lnTo>
                  <a:lnTo>
                    <a:pt x="4924688" y="1421767"/>
                  </a:lnTo>
                  <a:lnTo>
                    <a:pt x="4924834" y="1421767"/>
                  </a:lnTo>
                  <a:lnTo>
                    <a:pt x="4924979" y="1421767"/>
                  </a:lnTo>
                  <a:lnTo>
                    <a:pt x="4925125" y="1421767"/>
                  </a:lnTo>
                  <a:lnTo>
                    <a:pt x="4925270" y="1421767"/>
                  </a:lnTo>
                  <a:lnTo>
                    <a:pt x="4925416" y="1421767"/>
                  </a:lnTo>
                  <a:lnTo>
                    <a:pt x="4925561" y="1421767"/>
                  </a:lnTo>
                  <a:lnTo>
                    <a:pt x="4925706" y="1421767"/>
                  </a:lnTo>
                  <a:lnTo>
                    <a:pt x="4925852" y="1421767"/>
                  </a:lnTo>
                  <a:lnTo>
                    <a:pt x="4925997" y="1421767"/>
                  </a:lnTo>
                  <a:lnTo>
                    <a:pt x="4925997" y="1421144"/>
                  </a:lnTo>
                  <a:lnTo>
                    <a:pt x="4926143" y="1421144"/>
                  </a:lnTo>
                  <a:lnTo>
                    <a:pt x="4926288" y="1421144"/>
                  </a:lnTo>
                  <a:lnTo>
                    <a:pt x="4926434" y="1421144"/>
                  </a:lnTo>
                  <a:lnTo>
                    <a:pt x="4926579" y="1421144"/>
                  </a:lnTo>
                  <a:lnTo>
                    <a:pt x="4926724" y="1421144"/>
                  </a:lnTo>
                  <a:lnTo>
                    <a:pt x="4926724" y="1420520"/>
                  </a:lnTo>
                  <a:lnTo>
                    <a:pt x="4926870" y="1420520"/>
                  </a:lnTo>
                  <a:lnTo>
                    <a:pt x="4927015" y="1420520"/>
                  </a:lnTo>
                  <a:lnTo>
                    <a:pt x="4927161" y="1420520"/>
                  </a:lnTo>
                  <a:lnTo>
                    <a:pt x="4927306" y="1420520"/>
                  </a:lnTo>
                  <a:lnTo>
                    <a:pt x="4927452" y="1420520"/>
                  </a:lnTo>
                  <a:lnTo>
                    <a:pt x="4927597" y="1420520"/>
                  </a:lnTo>
                  <a:lnTo>
                    <a:pt x="4927742" y="1420520"/>
                  </a:lnTo>
                  <a:lnTo>
                    <a:pt x="4927888" y="1420520"/>
                  </a:lnTo>
                  <a:lnTo>
                    <a:pt x="4928033" y="1420520"/>
                  </a:lnTo>
                  <a:lnTo>
                    <a:pt x="4928179" y="1420520"/>
                  </a:lnTo>
                  <a:lnTo>
                    <a:pt x="4928324" y="1420520"/>
                  </a:lnTo>
                  <a:lnTo>
                    <a:pt x="4928470" y="1420520"/>
                  </a:lnTo>
                  <a:lnTo>
                    <a:pt x="4928615" y="1420520"/>
                  </a:lnTo>
                  <a:lnTo>
                    <a:pt x="4928760" y="1420520"/>
                  </a:lnTo>
                  <a:lnTo>
                    <a:pt x="4928906" y="1420520"/>
                  </a:lnTo>
                  <a:lnTo>
                    <a:pt x="4928906" y="1419896"/>
                  </a:lnTo>
                  <a:lnTo>
                    <a:pt x="4929051" y="1419896"/>
                  </a:lnTo>
                  <a:lnTo>
                    <a:pt x="4929197" y="1419896"/>
                  </a:lnTo>
                  <a:lnTo>
                    <a:pt x="4929342" y="1419896"/>
                  </a:lnTo>
                  <a:lnTo>
                    <a:pt x="4929487" y="1419896"/>
                  </a:lnTo>
                  <a:lnTo>
                    <a:pt x="4929633" y="1419896"/>
                  </a:lnTo>
                  <a:lnTo>
                    <a:pt x="4929633" y="1419273"/>
                  </a:lnTo>
                  <a:lnTo>
                    <a:pt x="4929778" y="1419273"/>
                  </a:lnTo>
                  <a:lnTo>
                    <a:pt x="4929924" y="1419273"/>
                  </a:lnTo>
                  <a:lnTo>
                    <a:pt x="4930069" y="1419273"/>
                  </a:lnTo>
                  <a:lnTo>
                    <a:pt x="4930215" y="1419273"/>
                  </a:lnTo>
                  <a:lnTo>
                    <a:pt x="4930360" y="1419273"/>
                  </a:lnTo>
                  <a:lnTo>
                    <a:pt x="4930505" y="1419273"/>
                  </a:lnTo>
                  <a:lnTo>
                    <a:pt x="4930651" y="1419273"/>
                  </a:lnTo>
                  <a:lnTo>
                    <a:pt x="4930796" y="1419273"/>
                  </a:lnTo>
                  <a:lnTo>
                    <a:pt x="4930942" y="1419273"/>
                  </a:lnTo>
                  <a:lnTo>
                    <a:pt x="4931087" y="1419273"/>
                  </a:lnTo>
                  <a:lnTo>
                    <a:pt x="4931233" y="1419273"/>
                  </a:lnTo>
                  <a:lnTo>
                    <a:pt x="4931378" y="1419273"/>
                  </a:lnTo>
                  <a:lnTo>
                    <a:pt x="4931523" y="1419273"/>
                  </a:lnTo>
                  <a:lnTo>
                    <a:pt x="4931669" y="1419273"/>
                  </a:lnTo>
                  <a:lnTo>
                    <a:pt x="4931814" y="1419273"/>
                  </a:lnTo>
                  <a:lnTo>
                    <a:pt x="4931960" y="1419273"/>
                  </a:lnTo>
                  <a:lnTo>
                    <a:pt x="4932105" y="1419273"/>
                  </a:lnTo>
                  <a:lnTo>
                    <a:pt x="4932251" y="1419273"/>
                  </a:lnTo>
                  <a:lnTo>
                    <a:pt x="4932396" y="1419273"/>
                  </a:lnTo>
                  <a:lnTo>
                    <a:pt x="4932541" y="1419273"/>
                  </a:lnTo>
                  <a:lnTo>
                    <a:pt x="4932687" y="1419273"/>
                  </a:lnTo>
                  <a:lnTo>
                    <a:pt x="4932832" y="1419273"/>
                  </a:lnTo>
                  <a:lnTo>
                    <a:pt x="4932978" y="1419273"/>
                  </a:lnTo>
                  <a:lnTo>
                    <a:pt x="4933123" y="1419273"/>
                  </a:lnTo>
                  <a:lnTo>
                    <a:pt x="4933269" y="1419273"/>
                  </a:lnTo>
                  <a:lnTo>
                    <a:pt x="4933269" y="1418649"/>
                  </a:lnTo>
                  <a:lnTo>
                    <a:pt x="4933414" y="1418649"/>
                  </a:lnTo>
                  <a:lnTo>
                    <a:pt x="4933559" y="1418649"/>
                  </a:lnTo>
                  <a:lnTo>
                    <a:pt x="4933705" y="1418649"/>
                  </a:lnTo>
                  <a:lnTo>
                    <a:pt x="4933850" y="1418649"/>
                  </a:lnTo>
                  <a:lnTo>
                    <a:pt x="4933850" y="1418026"/>
                  </a:lnTo>
                  <a:lnTo>
                    <a:pt x="4933996" y="1418026"/>
                  </a:lnTo>
                  <a:lnTo>
                    <a:pt x="4934141" y="1418026"/>
                  </a:lnTo>
                  <a:lnTo>
                    <a:pt x="4934287" y="1418026"/>
                  </a:lnTo>
                  <a:lnTo>
                    <a:pt x="4934432" y="1418026"/>
                  </a:lnTo>
                  <a:lnTo>
                    <a:pt x="4934577" y="1418026"/>
                  </a:lnTo>
                  <a:lnTo>
                    <a:pt x="4934723" y="1418026"/>
                  </a:lnTo>
                  <a:lnTo>
                    <a:pt x="4934868" y="1418026"/>
                  </a:lnTo>
                  <a:lnTo>
                    <a:pt x="4935014" y="1418026"/>
                  </a:lnTo>
                  <a:lnTo>
                    <a:pt x="4935159" y="1418026"/>
                  </a:lnTo>
                  <a:lnTo>
                    <a:pt x="4935305" y="1418026"/>
                  </a:lnTo>
                  <a:lnTo>
                    <a:pt x="4935450" y="1418026"/>
                  </a:lnTo>
                  <a:lnTo>
                    <a:pt x="4935595" y="1418026"/>
                  </a:lnTo>
                  <a:lnTo>
                    <a:pt x="4935741" y="1418026"/>
                  </a:lnTo>
                  <a:lnTo>
                    <a:pt x="4935886" y="1418026"/>
                  </a:lnTo>
                  <a:lnTo>
                    <a:pt x="4935886" y="1417402"/>
                  </a:lnTo>
                  <a:lnTo>
                    <a:pt x="4936032" y="1417402"/>
                  </a:lnTo>
                  <a:lnTo>
                    <a:pt x="4936177" y="1417402"/>
                  </a:lnTo>
                  <a:lnTo>
                    <a:pt x="4936322" y="1417402"/>
                  </a:lnTo>
                  <a:lnTo>
                    <a:pt x="4936322" y="1416779"/>
                  </a:lnTo>
                  <a:lnTo>
                    <a:pt x="4936468" y="1416779"/>
                  </a:lnTo>
                  <a:lnTo>
                    <a:pt x="4936613" y="1416779"/>
                  </a:lnTo>
                  <a:lnTo>
                    <a:pt x="4936759" y="1416779"/>
                  </a:lnTo>
                  <a:lnTo>
                    <a:pt x="4936904" y="1416779"/>
                  </a:lnTo>
                  <a:lnTo>
                    <a:pt x="4937050" y="1416779"/>
                  </a:lnTo>
                  <a:lnTo>
                    <a:pt x="4937195" y="1416779"/>
                  </a:lnTo>
                  <a:lnTo>
                    <a:pt x="4937340" y="1416779"/>
                  </a:lnTo>
                  <a:lnTo>
                    <a:pt x="4937486" y="1416779"/>
                  </a:lnTo>
                  <a:lnTo>
                    <a:pt x="4937486" y="1416155"/>
                  </a:lnTo>
                  <a:lnTo>
                    <a:pt x="4937631" y="1416155"/>
                  </a:lnTo>
                  <a:lnTo>
                    <a:pt x="4937777" y="1416155"/>
                  </a:lnTo>
                  <a:lnTo>
                    <a:pt x="4937922" y="1416155"/>
                  </a:lnTo>
                  <a:lnTo>
                    <a:pt x="4938068" y="1416155"/>
                  </a:lnTo>
                  <a:lnTo>
                    <a:pt x="4938213" y="1416155"/>
                  </a:lnTo>
                  <a:lnTo>
                    <a:pt x="4938213" y="1415531"/>
                  </a:lnTo>
                  <a:lnTo>
                    <a:pt x="4938358" y="1415531"/>
                  </a:lnTo>
                  <a:lnTo>
                    <a:pt x="4938504" y="1415531"/>
                  </a:lnTo>
                  <a:lnTo>
                    <a:pt x="4938649" y="1415531"/>
                  </a:lnTo>
                  <a:lnTo>
                    <a:pt x="4938795" y="1415531"/>
                  </a:lnTo>
                  <a:lnTo>
                    <a:pt x="4938940" y="1415531"/>
                  </a:lnTo>
                  <a:lnTo>
                    <a:pt x="4939086" y="1415531"/>
                  </a:lnTo>
                  <a:lnTo>
                    <a:pt x="4939231" y="1415531"/>
                  </a:lnTo>
                  <a:lnTo>
                    <a:pt x="4939231" y="1414908"/>
                  </a:lnTo>
                  <a:lnTo>
                    <a:pt x="4939376" y="1414908"/>
                  </a:lnTo>
                  <a:lnTo>
                    <a:pt x="4939522" y="1414908"/>
                  </a:lnTo>
                  <a:lnTo>
                    <a:pt x="4939667" y="1414908"/>
                  </a:lnTo>
                  <a:lnTo>
                    <a:pt x="4939813" y="1414908"/>
                  </a:lnTo>
                  <a:lnTo>
                    <a:pt x="4939958" y="1414908"/>
                  </a:lnTo>
                  <a:lnTo>
                    <a:pt x="4940104" y="1414908"/>
                  </a:lnTo>
                  <a:lnTo>
                    <a:pt x="4940249" y="1414908"/>
                  </a:lnTo>
                  <a:lnTo>
                    <a:pt x="4940394" y="1414908"/>
                  </a:lnTo>
                  <a:lnTo>
                    <a:pt x="4940540" y="1414908"/>
                  </a:lnTo>
                  <a:lnTo>
                    <a:pt x="4940540" y="1414284"/>
                  </a:lnTo>
                  <a:lnTo>
                    <a:pt x="4940685" y="1414284"/>
                  </a:lnTo>
                  <a:lnTo>
                    <a:pt x="4940831" y="1414284"/>
                  </a:lnTo>
                  <a:lnTo>
                    <a:pt x="4940831" y="1413661"/>
                  </a:lnTo>
                  <a:lnTo>
                    <a:pt x="4940976" y="1413661"/>
                  </a:lnTo>
                  <a:lnTo>
                    <a:pt x="4941122" y="1413661"/>
                  </a:lnTo>
                  <a:lnTo>
                    <a:pt x="4941267" y="1413661"/>
                  </a:lnTo>
                  <a:lnTo>
                    <a:pt x="4941412" y="1413661"/>
                  </a:lnTo>
                  <a:lnTo>
                    <a:pt x="4941558" y="1413661"/>
                  </a:lnTo>
                  <a:lnTo>
                    <a:pt x="4941703" y="1413661"/>
                  </a:lnTo>
                  <a:lnTo>
                    <a:pt x="4941849" y="1413661"/>
                  </a:lnTo>
                  <a:lnTo>
                    <a:pt x="4941994" y="1413661"/>
                  </a:lnTo>
                  <a:lnTo>
                    <a:pt x="4942140" y="1413661"/>
                  </a:lnTo>
                  <a:lnTo>
                    <a:pt x="4942285" y="1413661"/>
                  </a:lnTo>
                  <a:lnTo>
                    <a:pt x="4942430" y="1413661"/>
                  </a:lnTo>
                  <a:lnTo>
                    <a:pt x="4942576" y="1413661"/>
                  </a:lnTo>
                  <a:lnTo>
                    <a:pt x="4942721" y="1413661"/>
                  </a:lnTo>
                  <a:lnTo>
                    <a:pt x="4942867" y="1413661"/>
                  </a:lnTo>
                  <a:lnTo>
                    <a:pt x="4943012" y="1413661"/>
                  </a:lnTo>
                  <a:lnTo>
                    <a:pt x="4943157" y="1413661"/>
                  </a:lnTo>
                  <a:lnTo>
                    <a:pt x="4943157" y="1413037"/>
                  </a:lnTo>
                  <a:lnTo>
                    <a:pt x="4943303" y="1413037"/>
                  </a:lnTo>
                  <a:lnTo>
                    <a:pt x="4943448" y="1413037"/>
                  </a:lnTo>
                  <a:lnTo>
                    <a:pt x="4943594" y="1413037"/>
                  </a:lnTo>
                  <a:lnTo>
                    <a:pt x="4943739" y="1413037"/>
                  </a:lnTo>
                  <a:lnTo>
                    <a:pt x="4943885" y="1413037"/>
                  </a:lnTo>
                  <a:lnTo>
                    <a:pt x="4944030" y="1413037"/>
                  </a:lnTo>
                  <a:lnTo>
                    <a:pt x="4944175" y="1413037"/>
                  </a:lnTo>
                  <a:lnTo>
                    <a:pt x="4944321" y="1413037"/>
                  </a:lnTo>
                  <a:lnTo>
                    <a:pt x="4944466" y="1413037"/>
                  </a:lnTo>
                  <a:lnTo>
                    <a:pt x="4944612" y="1413037"/>
                  </a:lnTo>
                  <a:lnTo>
                    <a:pt x="4944757" y="1413037"/>
                  </a:lnTo>
                  <a:lnTo>
                    <a:pt x="4944903" y="1413037"/>
                  </a:lnTo>
                  <a:lnTo>
                    <a:pt x="4945048" y="1413037"/>
                  </a:lnTo>
                  <a:lnTo>
                    <a:pt x="4945193" y="1413037"/>
                  </a:lnTo>
                  <a:lnTo>
                    <a:pt x="4945339" y="1413037"/>
                  </a:lnTo>
                  <a:lnTo>
                    <a:pt x="4945484" y="1413037"/>
                  </a:lnTo>
                  <a:lnTo>
                    <a:pt x="4945630" y="1413037"/>
                  </a:lnTo>
                  <a:lnTo>
                    <a:pt x="4945775" y="1413037"/>
                  </a:lnTo>
                  <a:lnTo>
                    <a:pt x="4945921" y="1413037"/>
                  </a:lnTo>
                  <a:lnTo>
                    <a:pt x="4946066" y="1413037"/>
                  </a:lnTo>
                  <a:lnTo>
                    <a:pt x="4946211" y="1413037"/>
                  </a:lnTo>
                  <a:lnTo>
                    <a:pt x="4946357" y="1413037"/>
                  </a:lnTo>
                  <a:lnTo>
                    <a:pt x="4946502" y="1413037"/>
                  </a:lnTo>
                  <a:lnTo>
                    <a:pt x="4946648" y="1413037"/>
                  </a:lnTo>
                  <a:lnTo>
                    <a:pt x="4946648" y="1412413"/>
                  </a:lnTo>
                  <a:lnTo>
                    <a:pt x="4946793" y="1412413"/>
                  </a:lnTo>
                  <a:lnTo>
                    <a:pt x="4946793" y="1411790"/>
                  </a:lnTo>
                  <a:lnTo>
                    <a:pt x="4946939" y="1411790"/>
                  </a:lnTo>
                  <a:lnTo>
                    <a:pt x="4947084" y="1411790"/>
                  </a:lnTo>
                  <a:lnTo>
                    <a:pt x="4947229" y="1411790"/>
                  </a:lnTo>
                  <a:lnTo>
                    <a:pt x="4947375" y="1411790"/>
                  </a:lnTo>
                  <a:lnTo>
                    <a:pt x="4947375" y="1411166"/>
                  </a:lnTo>
                  <a:lnTo>
                    <a:pt x="4947520" y="1411166"/>
                  </a:lnTo>
                  <a:lnTo>
                    <a:pt x="4947666" y="1411166"/>
                  </a:lnTo>
                  <a:lnTo>
                    <a:pt x="4947811" y="1411166"/>
                  </a:lnTo>
                  <a:lnTo>
                    <a:pt x="4947957" y="1411166"/>
                  </a:lnTo>
                  <a:lnTo>
                    <a:pt x="4947957" y="1410543"/>
                  </a:lnTo>
                  <a:lnTo>
                    <a:pt x="4948102" y="1410543"/>
                  </a:lnTo>
                  <a:lnTo>
                    <a:pt x="4948247" y="1410543"/>
                  </a:lnTo>
                  <a:lnTo>
                    <a:pt x="4948393" y="1410543"/>
                  </a:lnTo>
                  <a:lnTo>
                    <a:pt x="4948538" y="1410543"/>
                  </a:lnTo>
                  <a:lnTo>
                    <a:pt x="4948684" y="1410543"/>
                  </a:lnTo>
                  <a:lnTo>
                    <a:pt x="4948829" y="1410543"/>
                  </a:lnTo>
                  <a:lnTo>
                    <a:pt x="4948974" y="1410543"/>
                  </a:lnTo>
                  <a:lnTo>
                    <a:pt x="4949120" y="1410543"/>
                  </a:lnTo>
                  <a:lnTo>
                    <a:pt x="4949265" y="1410543"/>
                  </a:lnTo>
                  <a:lnTo>
                    <a:pt x="4949411" y="1410543"/>
                  </a:lnTo>
                  <a:lnTo>
                    <a:pt x="4949556" y="1410543"/>
                  </a:lnTo>
                  <a:lnTo>
                    <a:pt x="4949702" y="1410543"/>
                  </a:lnTo>
                  <a:lnTo>
                    <a:pt x="4949702" y="1409919"/>
                  </a:lnTo>
                  <a:lnTo>
                    <a:pt x="4949847" y="1409919"/>
                  </a:lnTo>
                  <a:lnTo>
                    <a:pt x="4949992" y="1409919"/>
                  </a:lnTo>
                  <a:lnTo>
                    <a:pt x="4950138" y="1409919"/>
                  </a:lnTo>
                  <a:lnTo>
                    <a:pt x="4950283" y="1409919"/>
                  </a:lnTo>
                  <a:lnTo>
                    <a:pt x="4950429" y="1409919"/>
                  </a:lnTo>
                  <a:lnTo>
                    <a:pt x="4950574" y="1409919"/>
                  </a:lnTo>
                  <a:lnTo>
                    <a:pt x="4950720" y="1409919"/>
                  </a:lnTo>
                  <a:lnTo>
                    <a:pt x="4950865" y="1409919"/>
                  </a:lnTo>
                  <a:lnTo>
                    <a:pt x="4951010" y="1409919"/>
                  </a:lnTo>
                  <a:lnTo>
                    <a:pt x="4951156" y="1409919"/>
                  </a:lnTo>
                  <a:lnTo>
                    <a:pt x="4951301" y="1409919"/>
                  </a:lnTo>
                  <a:lnTo>
                    <a:pt x="4951447" y="1409919"/>
                  </a:lnTo>
                  <a:lnTo>
                    <a:pt x="4951592" y="1409919"/>
                  </a:lnTo>
                  <a:lnTo>
                    <a:pt x="4951592" y="1409296"/>
                  </a:lnTo>
                  <a:lnTo>
                    <a:pt x="4951738" y="1409296"/>
                  </a:lnTo>
                  <a:lnTo>
                    <a:pt x="4951883" y="1409296"/>
                  </a:lnTo>
                  <a:lnTo>
                    <a:pt x="4952028" y="1409296"/>
                  </a:lnTo>
                  <a:lnTo>
                    <a:pt x="4952174" y="1409296"/>
                  </a:lnTo>
                  <a:lnTo>
                    <a:pt x="4952319" y="1409296"/>
                  </a:lnTo>
                  <a:lnTo>
                    <a:pt x="4952465" y="1409296"/>
                  </a:lnTo>
                  <a:lnTo>
                    <a:pt x="4952465" y="1408672"/>
                  </a:lnTo>
                  <a:lnTo>
                    <a:pt x="4952610" y="1408672"/>
                  </a:lnTo>
                  <a:lnTo>
                    <a:pt x="4952756" y="1408672"/>
                  </a:lnTo>
                  <a:lnTo>
                    <a:pt x="4952901" y="1408672"/>
                  </a:lnTo>
                  <a:lnTo>
                    <a:pt x="4953046" y="1408672"/>
                  </a:lnTo>
                  <a:lnTo>
                    <a:pt x="4953192" y="1408672"/>
                  </a:lnTo>
                  <a:lnTo>
                    <a:pt x="4953337" y="1408672"/>
                  </a:lnTo>
                  <a:lnTo>
                    <a:pt x="4953483" y="1408672"/>
                  </a:lnTo>
                  <a:lnTo>
                    <a:pt x="4953628" y="1408672"/>
                  </a:lnTo>
                  <a:lnTo>
                    <a:pt x="4953628" y="1408048"/>
                  </a:lnTo>
                  <a:lnTo>
                    <a:pt x="4953774" y="1408048"/>
                  </a:lnTo>
                  <a:lnTo>
                    <a:pt x="4953774" y="1407425"/>
                  </a:lnTo>
                  <a:lnTo>
                    <a:pt x="4953919" y="1407425"/>
                  </a:lnTo>
                  <a:lnTo>
                    <a:pt x="4954064" y="1407425"/>
                  </a:lnTo>
                  <a:lnTo>
                    <a:pt x="4954064" y="1406801"/>
                  </a:lnTo>
                  <a:lnTo>
                    <a:pt x="4954210" y="1406801"/>
                  </a:lnTo>
                  <a:lnTo>
                    <a:pt x="4954355" y="1406801"/>
                  </a:lnTo>
                  <a:lnTo>
                    <a:pt x="4954501" y="1406801"/>
                  </a:lnTo>
                  <a:lnTo>
                    <a:pt x="4954646" y="1406801"/>
                  </a:lnTo>
                  <a:lnTo>
                    <a:pt x="4954792" y="1406801"/>
                  </a:lnTo>
                  <a:lnTo>
                    <a:pt x="4954937" y="1406801"/>
                  </a:lnTo>
                  <a:lnTo>
                    <a:pt x="4955082" y="1406801"/>
                  </a:lnTo>
                  <a:lnTo>
                    <a:pt x="4955228" y="1406801"/>
                  </a:lnTo>
                  <a:lnTo>
                    <a:pt x="4955373" y="1406801"/>
                  </a:lnTo>
                  <a:lnTo>
                    <a:pt x="4955519" y="1406801"/>
                  </a:lnTo>
                  <a:lnTo>
                    <a:pt x="4955664" y="1406801"/>
                  </a:lnTo>
                  <a:lnTo>
                    <a:pt x="4955809" y="1406801"/>
                  </a:lnTo>
                  <a:lnTo>
                    <a:pt x="4955955" y="1406801"/>
                  </a:lnTo>
                  <a:lnTo>
                    <a:pt x="4956100" y="1406801"/>
                  </a:lnTo>
                  <a:lnTo>
                    <a:pt x="4956100" y="1406178"/>
                  </a:lnTo>
                  <a:lnTo>
                    <a:pt x="4956246" y="1406178"/>
                  </a:lnTo>
                  <a:lnTo>
                    <a:pt x="4956246" y="1405554"/>
                  </a:lnTo>
                  <a:lnTo>
                    <a:pt x="4956246" y="1404930"/>
                  </a:lnTo>
                  <a:lnTo>
                    <a:pt x="4956391" y="1404930"/>
                  </a:lnTo>
                  <a:lnTo>
                    <a:pt x="4956537" y="1404930"/>
                  </a:lnTo>
                  <a:lnTo>
                    <a:pt x="4956682" y="1404930"/>
                  </a:lnTo>
                  <a:lnTo>
                    <a:pt x="4956827" y="1404930"/>
                  </a:lnTo>
                  <a:lnTo>
                    <a:pt x="4956973" y="1404930"/>
                  </a:lnTo>
                  <a:lnTo>
                    <a:pt x="4957118" y="1404930"/>
                  </a:lnTo>
                  <a:lnTo>
                    <a:pt x="4957264" y="1404930"/>
                  </a:lnTo>
                  <a:lnTo>
                    <a:pt x="4957409" y="1404930"/>
                  </a:lnTo>
                  <a:lnTo>
                    <a:pt x="4957555" y="1404930"/>
                  </a:lnTo>
                  <a:lnTo>
                    <a:pt x="4957700" y="1404930"/>
                  </a:lnTo>
                  <a:lnTo>
                    <a:pt x="4957845" y="1404930"/>
                  </a:lnTo>
                  <a:lnTo>
                    <a:pt x="4957991" y="1404930"/>
                  </a:lnTo>
                  <a:lnTo>
                    <a:pt x="4957991" y="1404307"/>
                  </a:lnTo>
                  <a:lnTo>
                    <a:pt x="4958136" y="1404307"/>
                  </a:lnTo>
                  <a:lnTo>
                    <a:pt x="4958282" y="1404307"/>
                  </a:lnTo>
                  <a:lnTo>
                    <a:pt x="4958427" y="1404307"/>
                  </a:lnTo>
                  <a:lnTo>
                    <a:pt x="4958573" y="1404307"/>
                  </a:lnTo>
                  <a:lnTo>
                    <a:pt x="4958718" y="1404307"/>
                  </a:lnTo>
                  <a:lnTo>
                    <a:pt x="4958863" y="1404307"/>
                  </a:lnTo>
                  <a:lnTo>
                    <a:pt x="4959009" y="1404307"/>
                  </a:lnTo>
                  <a:lnTo>
                    <a:pt x="4959154" y="1404307"/>
                  </a:lnTo>
                  <a:lnTo>
                    <a:pt x="4959300" y="1404307"/>
                  </a:lnTo>
                  <a:lnTo>
                    <a:pt x="4959445" y="1404307"/>
                  </a:lnTo>
                  <a:lnTo>
                    <a:pt x="4959591" y="1404307"/>
                  </a:lnTo>
                  <a:lnTo>
                    <a:pt x="4959736" y="1404307"/>
                  </a:lnTo>
                  <a:lnTo>
                    <a:pt x="4959881" y="1404307"/>
                  </a:lnTo>
                  <a:lnTo>
                    <a:pt x="4960027" y="1404307"/>
                  </a:lnTo>
                  <a:lnTo>
                    <a:pt x="4960172" y="1404307"/>
                  </a:lnTo>
                  <a:lnTo>
                    <a:pt x="4960318" y="1404307"/>
                  </a:lnTo>
                  <a:lnTo>
                    <a:pt x="4960463" y="1404307"/>
                  </a:lnTo>
                  <a:lnTo>
                    <a:pt x="4960609" y="1404307"/>
                  </a:lnTo>
                  <a:lnTo>
                    <a:pt x="4960754" y="1404307"/>
                  </a:lnTo>
                  <a:lnTo>
                    <a:pt x="4960899" y="1404307"/>
                  </a:lnTo>
                  <a:lnTo>
                    <a:pt x="4960899" y="1403683"/>
                  </a:lnTo>
                  <a:lnTo>
                    <a:pt x="4961045" y="1403683"/>
                  </a:lnTo>
                  <a:lnTo>
                    <a:pt x="4961190" y="1403683"/>
                  </a:lnTo>
                  <a:lnTo>
                    <a:pt x="4961336" y="1403683"/>
                  </a:lnTo>
                  <a:lnTo>
                    <a:pt x="4961481" y="1403683"/>
                  </a:lnTo>
                  <a:lnTo>
                    <a:pt x="4961627" y="1403683"/>
                  </a:lnTo>
                  <a:lnTo>
                    <a:pt x="4961772" y="1403683"/>
                  </a:lnTo>
                  <a:lnTo>
                    <a:pt x="4961917" y="1403683"/>
                  </a:lnTo>
                  <a:lnTo>
                    <a:pt x="4962063" y="1403683"/>
                  </a:lnTo>
                  <a:lnTo>
                    <a:pt x="4962063" y="1403060"/>
                  </a:lnTo>
                  <a:lnTo>
                    <a:pt x="4962208" y="1403060"/>
                  </a:lnTo>
                  <a:lnTo>
                    <a:pt x="4962354" y="1403060"/>
                  </a:lnTo>
                  <a:lnTo>
                    <a:pt x="4962499" y="1403060"/>
                  </a:lnTo>
                  <a:lnTo>
                    <a:pt x="4962644" y="1403060"/>
                  </a:lnTo>
                  <a:lnTo>
                    <a:pt x="4962790" y="1403060"/>
                  </a:lnTo>
                  <a:lnTo>
                    <a:pt x="4962935" y="1403060"/>
                  </a:lnTo>
                  <a:lnTo>
                    <a:pt x="4963081" y="1403060"/>
                  </a:lnTo>
                  <a:lnTo>
                    <a:pt x="4963226" y="1403060"/>
                  </a:lnTo>
                  <a:lnTo>
                    <a:pt x="4963226" y="1402436"/>
                  </a:lnTo>
                  <a:lnTo>
                    <a:pt x="4963372" y="1402436"/>
                  </a:lnTo>
                  <a:lnTo>
                    <a:pt x="4963517" y="1402436"/>
                  </a:lnTo>
                  <a:lnTo>
                    <a:pt x="4963662" y="1402436"/>
                  </a:lnTo>
                  <a:lnTo>
                    <a:pt x="4963808" y="1402436"/>
                  </a:lnTo>
                  <a:lnTo>
                    <a:pt x="4963808" y="1401813"/>
                  </a:lnTo>
                  <a:lnTo>
                    <a:pt x="4963953" y="1401813"/>
                  </a:lnTo>
                  <a:lnTo>
                    <a:pt x="4964099" y="1401813"/>
                  </a:lnTo>
                  <a:lnTo>
                    <a:pt x="4964244" y="1401813"/>
                  </a:lnTo>
                  <a:lnTo>
                    <a:pt x="4964390" y="1401813"/>
                  </a:lnTo>
                  <a:lnTo>
                    <a:pt x="4964535" y="1401813"/>
                  </a:lnTo>
                  <a:lnTo>
                    <a:pt x="4964680" y="1401813"/>
                  </a:lnTo>
                  <a:lnTo>
                    <a:pt x="4964680" y="1401189"/>
                  </a:lnTo>
                  <a:lnTo>
                    <a:pt x="4964826" y="1401189"/>
                  </a:lnTo>
                  <a:lnTo>
                    <a:pt x="4964826" y="1400565"/>
                  </a:lnTo>
                  <a:lnTo>
                    <a:pt x="4964971" y="1400565"/>
                  </a:lnTo>
                  <a:lnTo>
                    <a:pt x="4965117" y="1400565"/>
                  </a:lnTo>
                  <a:lnTo>
                    <a:pt x="4965117" y="1399942"/>
                  </a:lnTo>
                  <a:lnTo>
                    <a:pt x="4965117" y="1399318"/>
                  </a:lnTo>
                  <a:lnTo>
                    <a:pt x="4965262" y="1399318"/>
                  </a:lnTo>
                  <a:lnTo>
                    <a:pt x="4965408" y="1399318"/>
                  </a:lnTo>
                  <a:lnTo>
                    <a:pt x="4965553" y="1399318"/>
                  </a:lnTo>
                  <a:lnTo>
                    <a:pt x="4965553" y="1398695"/>
                  </a:lnTo>
                  <a:lnTo>
                    <a:pt x="4965553" y="1398071"/>
                  </a:lnTo>
                  <a:lnTo>
                    <a:pt x="4965698" y="1398071"/>
                  </a:lnTo>
                  <a:lnTo>
                    <a:pt x="4965844" y="1398071"/>
                  </a:lnTo>
                  <a:lnTo>
                    <a:pt x="4965989" y="1398071"/>
                  </a:lnTo>
                  <a:lnTo>
                    <a:pt x="4966135" y="1398071"/>
                  </a:lnTo>
                  <a:lnTo>
                    <a:pt x="4966135" y="1397447"/>
                  </a:lnTo>
                  <a:lnTo>
                    <a:pt x="4966280" y="1397447"/>
                  </a:lnTo>
                  <a:lnTo>
                    <a:pt x="4966426" y="1397447"/>
                  </a:lnTo>
                  <a:lnTo>
                    <a:pt x="4966571" y="1397447"/>
                  </a:lnTo>
                  <a:lnTo>
                    <a:pt x="4966716" y="1397447"/>
                  </a:lnTo>
                  <a:lnTo>
                    <a:pt x="4966862" y="1397447"/>
                  </a:lnTo>
                  <a:lnTo>
                    <a:pt x="4967007" y="1397447"/>
                  </a:lnTo>
                  <a:lnTo>
                    <a:pt x="4967153" y="1397447"/>
                  </a:lnTo>
                  <a:lnTo>
                    <a:pt x="4967153" y="1396824"/>
                  </a:lnTo>
                  <a:lnTo>
                    <a:pt x="4967298" y="1396824"/>
                  </a:lnTo>
                  <a:lnTo>
                    <a:pt x="4967444" y="1396824"/>
                  </a:lnTo>
                  <a:lnTo>
                    <a:pt x="4967589" y="1396824"/>
                  </a:lnTo>
                  <a:lnTo>
                    <a:pt x="4967734" y="1396824"/>
                  </a:lnTo>
                  <a:lnTo>
                    <a:pt x="4967880" y="1396824"/>
                  </a:lnTo>
                  <a:lnTo>
                    <a:pt x="4968025" y="1396824"/>
                  </a:lnTo>
                  <a:lnTo>
                    <a:pt x="4968171" y="1396824"/>
                  </a:lnTo>
                  <a:lnTo>
                    <a:pt x="4968316" y="1396824"/>
                  </a:lnTo>
                  <a:lnTo>
                    <a:pt x="4968462" y="1396824"/>
                  </a:lnTo>
                  <a:lnTo>
                    <a:pt x="4968607" y="1396824"/>
                  </a:lnTo>
                  <a:lnTo>
                    <a:pt x="4968607" y="1396200"/>
                  </a:lnTo>
                  <a:lnTo>
                    <a:pt x="4968752" y="1396200"/>
                  </a:lnTo>
                  <a:lnTo>
                    <a:pt x="4968898" y="1396200"/>
                  </a:lnTo>
                  <a:lnTo>
                    <a:pt x="4969043" y="1396200"/>
                  </a:lnTo>
                  <a:lnTo>
                    <a:pt x="4969189" y="1396200"/>
                  </a:lnTo>
                  <a:lnTo>
                    <a:pt x="4969334" y="1396200"/>
                  </a:lnTo>
                  <a:lnTo>
                    <a:pt x="4969479" y="1396200"/>
                  </a:lnTo>
                  <a:lnTo>
                    <a:pt x="4969625" y="1396200"/>
                  </a:lnTo>
                  <a:lnTo>
                    <a:pt x="4969770" y="1396200"/>
                  </a:lnTo>
                  <a:lnTo>
                    <a:pt x="4969916" y="1396200"/>
                  </a:lnTo>
                  <a:lnTo>
                    <a:pt x="4970061" y="1396200"/>
                  </a:lnTo>
                  <a:lnTo>
                    <a:pt x="4970207" y="1396200"/>
                  </a:lnTo>
                  <a:lnTo>
                    <a:pt x="4970352" y="1396200"/>
                  </a:lnTo>
                  <a:lnTo>
                    <a:pt x="4970497" y="1396200"/>
                  </a:lnTo>
                  <a:lnTo>
                    <a:pt x="4970643" y="1396200"/>
                  </a:lnTo>
                  <a:lnTo>
                    <a:pt x="4970643" y="1395577"/>
                  </a:lnTo>
                  <a:lnTo>
                    <a:pt x="4970788" y="1395577"/>
                  </a:lnTo>
                  <a:lnTo>
                    <a:pt x="4970934" y="1395577"/>
                  </a:lnTo>
                  <a:lnTo>
                    <a:pt x="4971079" y="1395577"/>
                  </a:lnTo>
                  <a:lnTo>
                    <a:pt x="4971225" y="1395577"/>
                  </a:lnTo>
                  <a:lnTo>
                    <a:pt x="4971370" y="1395577"/>
                  </a:lnTo>
                  <a:lnTo>
                    <a:pt x="4971515" y="1395577"/>
                  </a:lnTo>
                  <a:lnTo>
                    <a:pt x="4971661" y="1395577"/>
                  </a:lnTo>
                  <a:lnTo>
                    <a:pt x="4971806" y="1395577"/>
                  </a:lnTo>
                  <a:lnTo>
                    <a:pt x="4971952" y="1395577"/>
                  </a:lnTo>
                  <a:lnTo>
                    <a:pt x="4972097" y="1395577"/>
                  </a:lnTo>
                  <a:lnTo>
                    <a:pt x="4972243" y="1395577"/>
                  </a:lnTo>
                  <a:lnTo>
                    <a:pt x="4972388" y="1395577"/>
                  </a:lnTo>
                  <a:lnTo>
                    <a:pt x="4972533" y="1395577"/>
                  </a:lnTo>
                  <a:lnTo>
                    <a:pt x="4972679" y="1395577"/>
                  </a:lnTo>
                  <a:lnTo>
                    <a:pt x="4972679" y="1394953"/>
                  </a:lnTo>
                  <a:lnTo>
                    <a:pt x="4972824" y="1394953"/>
                  </a:lnTo>
                  <a:lnTo>
                    <a:pt x="4972970" y="1394953"/>
                  </a:lnTo>
                  <a:lnTo>
                    <a:pt x="4973115" y="1394953"/>
                  </a:lnTo>
                  <a:lnTo>
                    <a:pt x="4973261" y="1394953"/>
                  </a:lnTo>
                  <a:lnTo>
                    <a:pt x="4973406" y="1394953"/>
                  </a:lnTo>
                  <a:lnTo>
                    <a:pt x="4973551" y="1394953"/>
                  </a:lnTo>
                  <a:lnTo>
                    <a:pt x="4973697" y="1394953"/>
                  </a:lnTo>
                  <a:lnTo>
                    <a:pt x="4973842" y="1394953"/>
                  </a:lnTo>
                  <a:lnTo>
                    <a:pt x="4973988" y="1394953"/>
                  </a:lnTo>
                  <a:lnTo>
                    <a:pt x="4973988" y="1394330"/>
                  </a:lnTo>
                  <a:lnTo>
                    <a:pt x="4974133" y="1394330"/>
                  </a:lnTo>
                  <a:lnTo>
                    <a:pt x="4974279" y="1394330"/>
                  </a:lnTo>
                  <a:lnTo>
                    <a:pt x="4974424" y="1394330"/>
                  </a:lnTo>
                  <a:lnTo>
                    <a:pt x="4974424" y="1393706"/>
                  </a:lnTo>
                  <a:lnTo>
                    <a:pt x="4974424" y="1393082"/>
                  </a:lnTo>
                  <a:lnTo>
                    <a:pt x="4974569" y="1393082"/>
                  </a:lnTo>
                  <a:lnTo>
                    <a:pt x="4974715" y="1393082"/>
                  </a:lnTo>
                  <a:lnTo>
                    <a:pt x="4974860" y="1393082"/>
                  </a:lnTo>
                  <a:lnTo>
                    <a:pt x="4975006" y="1393082"/>
                  </a:lnTo>
                  <a:lnTo>
                    <a:pt x="4975006" y="1392459"/>
                  </a:lnTo>
                  <a:lnTo>
                    <a:pt x="4975151" y="1392459"/>
                  </a:lnTo>
                  <a:lnTo>
                    <a:pt x="4975297" y="1392459"/>
                  </a:lnTo>
                  <a:lnTo>
                    <a:pt x="4975442" y="1392459"/>
                  </a:lnTo>
                  <a:lnTo>
                    <a:pt x="4975587" y="1392459"/>
                  </a:lnTo>
                  <a:lnTo>
                    <a:pt x="4975733" y="1392459"/>
                  </a:lnTo>
                  <a:lnTo>
                    <a:pt x="4975878" y="1392459"/>
                  </a:lnTo>
                  <a:lnTo>
                    <a:pt x="4976024" y="1392459"/>
                  </a:lnTo>
                  <a:lnTo>
                    <a:pt x="4976169" y="1392459"/>
                  </a:lnTo>
                  <a:lnTo>
                    <a:pt x="4976314" y="1392459"/>
                  </a:lnTo>
                  <a:lnTo>
                    <a:pt x="4976460" y="1392459"/>
                  </a:lnTo>
                  <a:lnTo>
                    <a:pt x="4976605" y="1392459"/>
                  </a:lnTo>
                  <a:lnTo>
                    <a:pt x="4976751" y="1392459"/>
                  </a:lnTo>
                  <a:lnTo>
                    <a:pt x="4976896" y="1392459"/>
                  </a:lnTo>
                  <a:lnTo>
                    <a:pt x="4977042" y="1392459"/>
                  </a:lnTo>
                  <a:lnTo>
                    <a:pt x="4977187" y="1392459"/>
                  </a:lnTo>
                  <a:lnTo>
                    <a:pt x="4977187" y="1391835"/>
                  </a:lnTo>
                  <a:lnTo>
                    <a:pt x="4977332" y="1391835"/>
                  </a:lnTo>
                  <a:lnTo>
                    <a:pt x="4977478" y="1391835"/>
                  </a:lnTo>
                  <a:lnTo>
                    <a:pt x="4977623" y="1391835"/>
                  </a:lnTo>
                  <a:lnTo>
                    <a:pt x="4977769" y="1391835"/>
                  </a:lnTo>
                  <a:lnTo>
                    <a:pt x="4977914" y="1391835"/>
                  </a:lnTo>
                  <a:lnTo>
                    <a:pt x="4978060" y="1391835"/>
                  </a:lnTo>
                  <a:lnTo>
                    <a:pt x="4978060" y="1391212"/>
                  </a:lnTo>
                  <a:lnTo>
                    <a:pt x="4978060" y="1390588"/>
                  </a:lnTo>
                  <a:lnTo>
                    <a:pt x="4978205" y="1390588"/>
                  </a:lnTo>
                  <a:lnTo>
                    <a:pt x="4978350" y="1390588"/>
                  </a:lnTo>
                  <a:lnTo>
                    <a:pt x="4978496" y="1390588"/>
                  </a:lnTo>
                  <a:lnTo>
                    <a:pt x="4978496" y="1389964"/>
                  </a:lnTo>
                  <a:lnTo>
                    <a:pt x="4978496" y="1389341"/>
                  </a:lnTo>
                  <a:lnTo>
                    <a:pt x="4978641" y="1389341"/>
                  </a:lnTo>
                  <a:lnTo>
                    <a:pt x="4978787" y="1389341"/>
                  </a:lnTo>
                  <a:lnTo>
                    <a:pt x="4978932" y="1389341"/>
                  </a:lnTo>
                  <a:lnTo>
                    <a:pt x="4979078" y="1389341"/>
                  </a:lnTo>
                  <a:lnTo>
                    <a:pt x="4979223" y="1389341"/>
                  </a:lnTo>
                  <a:lnTo>
                    <a:pt x="4979223" y="1388717"/>
                  </a:lnTo>
                  <a:lnTo>
                    <a:pt x="4979368" y="1388717"/>
                  </a:lnTo>
                  <a:lnTo>
                    <a:pt x="4979514" y="1388717"/>
                  </a:lnTo>
                  <a:lnTo>
                    <a:pt x="4979659" y="1388717"/>
                  </a:lnTo>
                  <a:lnTo>
                    <a:pt x="4979805" y="1388717"/>
                  </a:lnTo>
                  <a:lnTo>
                    <a:pt x="4979950" y="1388717"/>
                  </a:lnTo>
                  <a:lnTo>
                    <a:pt x="4980096" y="1388717"/>
                  </a:lnTo>
                  <a:lnTo>
                    <a:pt x="4980241" y="1388717"/>
                  </a:lnTo>
                  <a:lnTo>
                    <a:pt x="4980241" y="1388094"/>
                  </a:lnTo>
                  <a:lnTo>
                    <a:pt x="4980386" y="1388094"/>
                  </a:lnTo>
                  <a:lnTo>
                    <a:pt x="4980532" y="1388094"/>
                  </a:lnTo>
                  <a:lnTo>
                    <a:pt x="4980677" y="1388094"/>
                  </a:lnTo>
                  <a:lnTo>
                    <a:pt x="4980823" y="1388094"/>
                  </a:lnTo>
                  <a:lnTo>
                    <a:pt x="4980968" y="1388094"/>
                  </a:lnTo>
                  <a:lnTo>
                    <a:pt x="4981114" y="1388094"/>
                  </a:lnTo>
                  <a:lnTo>
                    <a:pt x="4981259" y="1388094"/>
                  </a:lnTo>
                  <a:lnTo>
                    <a:pt x="4981404" y="1388094"/>
                  </a:lnTo>
                  <a:lnTo>
                    <a:pt x="4981550" y="1388094"/>
                  </a:lnTo>
                  <a:lnTo>
                    <a:pt x="4981695" y="1388094"/>
                  </a:lnTo>
                  <a:lnTo>
                    <a:pt x="4981841" y="1388094"/>
                  </a:lnTo>
                  <a:lnTo>
                    <a:pt x="4981986" y="1388094"/>
                  </a:lnTo>
                  <a:lnTo>
                    <a:pt x="4982132" y="1388094"/>
                  </a:lnTo>
                  <a:lnTo>
                    <a:pt x="4982277" y="1388094"/>
                  </a:lnTo>
                  <a:lnTo>
                    <a:pt x="4982277" y="1387470"/>
                  </a:lnTo>
                  <a:lnTo>
                    <a:pt x="4982422" y="1387470"/>
                  </a:lnTo>
                  <a:lnTo>
                    <a:pt x="4982568" y="1387470"/>
                  </a:lnTo>
                  <a:lnTo>
                    <a:pt x="4982713" y="1387470"/>
                  </a:lnTo>
                  <a:lnTo>
                    <a:pt x="4982859" y="1387470"/>
                  </a:lnTo>
                  <a:lnTo>
                    <a:pt x="4983004" y="1387470"/>
                  </a:lnTo>
                  <a:lnTo>
                    <a:pt x="4983149" y="1387470"/>
                  </a:lnTo>
                  <a:lnTo>
                    <a:pt x="4983295" y="1387470"/>
                  </a:lnTo>
                  <a:lnTo>
                    <a:pt x="4983440" y="1387470"/>
                  </a:lnTo>
                  <a:lnTo>
                    <a:pt x="4983586" y="1387470"/>
                  </a:lnTo>
                  <a:lnTo>
                    <a:pt x="4983731" y="1387470"/>
                  </a:lnTo>
                  <a:lnTo>
                    <a:pt x="4983877" y="1387470"/>
                  </a:lnTo>
                  <a:lnTo>
                    <a:pt x="4984022" y="1387470"/>
                  </a:lnTo>
                  <a:lnTo>
                    <a:pt x="4984167" y="1387470"/>
                  </a:lnTo>
                  <a:lnTo>
                    <a:pt x="4984167" y="1386847"/>
                  </a:lnTo>
                  <a:lnTo>
                    <a:pt x="4984313" y="1386847"/>
                  </a:lnTo>
                  <a:lnTo>
                    <a:pt x="4984458" y="1386847"/>
                  </a:lnTo>
                  <a:lnTo>
                    <a:pt x="4984604" y="1386847"/>
                  </a:lnTo>
                  <a:lnTo>
                    <a:pt x="4984749" y="1386847"/>
                  </a:lnTo>
                  <a:lnTo>
                    <a:pt x="4984895" y="1386847"/>
                  </a:lnTo>
                  <a:lnTo>
                    <a:pt x="4985040" y="1386847"/>
                  </a:lnTo>
                  <a:lnTo>
                    <a:pt x="4985185" y="1386847"/>
                  </a:lnTo>
                  <a:lnTo>
                    <a:pt x="4985331" y="1386847"/>
                  </a:lnTo>
                  <a:lnTo>
                    <a:pt x="4985476" y="1386847"/>
                  </a:lnTo>
                  <a:lnTo>
                    <a:pt x="4985622" y="1386847"/>
                  </a:lnTo>
                  <a:lnTo>
                    <a:pt x="4985622" y="1386223"/>
                  </a:lnTo>
                  <a:lnTo>
                    <a:pt x="4985767" y="1386223"/>
                  </a:lnTo>
                  <a:lnTo>
                    <a:pt x="4985767" y="1385599"/>
                  </a:lnTo>
                  <a:lnTo>
                    <a:pt x="4985913" y="1385599"/>
                  </a:lnTo>
                  <a:lnTo>
                    <a:pt x="4986058" y="1385599"/>
                  </a:lnTo>
                  <a:lnTo>
                    <a:pt x="4986203" y="1385599"/>
                  </a:lnTo>
                  <a:lnTo>
                    <a:pt x="4986349" y="1385599"/>
                  </a:lnTo>
                  <a:lnTo>
                    <a:pt x="4986494" y="1385599"/>
                  </a:lnTo>
                  <a:lnTo>
                    <a:pt x="4986640" y="1385599"/>
                  </a:lnTo>
                  <a:lnTo>
                    <a:pt x="4986785" y="1385599"/>
                  </a:lnTo>
                  <a:lnTo>
                    <a:pt x="4986931" y="1385599"/>
                  </a:lnTo>
                  <a:lnTo>
                    <a:pt x="4987076" y="1385599"/>
                  </a:lnTo>
                  <a:lnTo>
                    <a:pt x="4987221" y="1385599"/>
                  </a:lnTo>
                  <a:lnTo>
                    <a:pt x="4987367" y="1385599"/>
                  </a:lnTo>
                  <a:lnTo>
                    <a:pt x="4987512" y="1385599"/>
                  </a:lnTo>
                  <a:lnTo>
                    <a:pt x="4987658" y="1385599"/>
                  </a:lnTo>
                  <a:lnTo>
                    <a:pt x="4987803" y="1385599"/>
                  </a:lnTo>
                  <a:lnTo>
                    <a:pt x="4987803" y="1384976"/>
                  </a:lnTo>
                  <a:lnTo>
                    <a:pt x="4987949" y="1384976"/>
                  </a:lnTo>
                  <a:lnTo>
                    <a:pt x="4988094" y="1384976"/>
                  </a:lnTo>
                  <a:lnTo>
                    <a:pt x="4988239" y="1384976"/>
                  </a:lnTo>
                  <a:lnTo>
                    <a:pt x="4988385" y="1384976"/>
                  </a:lnTo>
                  <a:lnTo>
                    <a:pt x="4988530" y="1384976"/>
                  </a:lnTo>
                  <a:lnTo>
                    <a:pt x="4988676" y="1384976"/>
                  </a:lnTo>
                  <a:lnTo>
                    <a:pt x="4988821" y="1384976"/>
                  </a:lnTo>
                  <a:lnTo>
                    <a:pt x="4988967" y="1384976"/>
                  </a:lnTo>
                  <a:lnTo>
                    <a:pt x="4989112" y="1384976"/>
                  </a:lnTo>
                  <a:lnTo>
                    <a:pt x="4989112" y="1384352"/>
                  </a:lnTo>
                  <a:lnTo>
                    <a:pt x="4989112" y="1383729"/>
                  </a:lnTo>
                  <a:lnTo>
                    <a:pt x="4989257" y="1383729"/>
                  </a:lnTo>
                  <a:lnTo>
                    <a:pt x="4989403" y="1383729"/>
                  </a:lnTo>
                  <a:lnTo>
                    <a:pt x="4989548" y="1383729"/>
                  </a:lnTo>
                  <a:lnTo>
                    <a:pt x="4989694" y="1383729"/>
                  </a:lnTo>
                  <a:lnTo>
                    <a:pt x="4989839" y="1383729"/>
                  </a:lnTo>
                  <a:lnTo>
                    <a:pt x="4989984" y="1383729"/>
                  </a:lnTo>
                  <a:lnTo>
                    <a:pt x="4990130" y="1383729"/>
                  </a:lnTo>
                  <a:lnTo>
                    <a:pt x="4990130" y="1383105"/>
                  </a:lnTo>
                  <a:lnTo>
                    <a:pt x="4990275" y="1383105"/>
                  </a:lnTo>
                  <a:lnTo>
                    <a:pt x="4990421" y="1383105"/>
                  </a:lnTo>
                  <a:lnTo>
                    <a:pt x="4990566" y="1383105"/>
                  </a:lnTo>
                  <a:lnTo>
                    <a:pt x="4990712" y="1383105"/>
                  </a:lnTo>
                  <a:lnTo>
                    <a:pt x="4990857" y="1383105"/>
                  </a:lnTo>
                  <a:lnTo>
                    <a:pt x="4991002" y="1383105"/>
                  </a:lnTo>
                  <a:lnTo>
                    <a:pt x="4991148" y="1383105"/>
                  </a:lnTo>
                  <a:lnTo>
                    <a:pt x="4991148" y="1382482"/>
                  </a:lnTo>
                  <a:lnTo>
                    <a:pt x="4991293" y="1382482"/>
                  </a:lnTo>
                  <a:lnTo>
                    <a:pt x="4991439" y="1382482"/>
                  </a:lnTo>
                  <a:lnTo>
                    <a:pt x="4991584" y="1382482"/>
                  </a:lnTo>
                  <a:lnTo>
                    <a:pt x="4991730" y="1382482"/>
                  </a:lnTo>
                  <a:lnTo>
                    <a:pt x="4991730" y="1381858"/>
                  </a:lnTo>
                  <a:lnTo>
                    <a:pt x="4991875" y="1381858"/>
                  </a:lnTo>
                  <a:lnTo>
                    <a:pt x="4992020" y="1381858"/>
                  </a:lnTo>
                  <a:lnTo>
                    <a:pt x="4992166" y="1381858"/>
                  </a:lnTo>
                  <a:lnTo>
                    <a:pt x="4992311" y="1381858"/>
                  </a:lnTo>
                  <a:lnTo>
                    <a:pt x="4992457" y="1381858"/>
                  </a:lnTo>
                  <a:lnTo>
                    <a:pt x="4992602" y="1381858"/>
                  </a:lnTo>
                  <a:lnTo>
                    <a:pt x="4992748" y="1381858"/>
                  </a:lnTo>
                  <a:lnTo>
                    <a:pt x="4992893" y="1381858"/>
                  </a:lnTo>
                  <a:lnTo>
                    <a:pt x="4992893" y="1381234"/>
                  </a:lnTo>
                  <a:lnTo>
                    <a:pt x="4993038" y="1381234"/>
                  </a:lnTo>
                  <a:lnTo>
                    <a:pt x="4993184" y="1381234"/>
                  </a:lnTo>
                  <a:lnTo>
                    <a:pt x="4993329" y="1381234"/>
                  </a:lnTo>
                  <a:lnTo>
                    <a:pt x="4993475" y="1381234"/>
                  </a:lnTo>
                  <a:lnTo>
                    <a:pt x="4993620" y="1381234"/>
                  </a:lnTo>
                  <a:lnTo>
                    <a:pt x="4993766" y="1381234"/>
                  </a:lnTo>
                  <a:lnTo>
                    <a:pt x="4993911" y="1381234"/>
                  </a:lnTo>
                  <a:lnTo>
                    <a:pt x="4994056" y="1381234"/>
                  </a:lnTo>
                  <a:lnTo>
                    <a:pt x="4994202" y="1381234"/>
                  </a:lnTo>
                  <a:lnTo>
                    <a:pt x="4994347" y="1381234"/>
                  </a:lnTo>
                  <a:lnTo>
                    <a:pt x="4994493" y="1381234"/>
                  </a:lnTo>
                  <a:lnTo>
                    <a:pt x="4994638" y="1381234"/>
                  </a:lnTo>
                  <a:lnTo>
                    <a:pt x="4994784" y="1381234"/>
                  </a:lnTo>
                  <a:lnTo>
                    <a:pt x="4994929" y="1381234"/>
                  </a:lnTo>
                  <a:lnTo>
                    <a:pt x="4995074" y="1381234"/>
                  </a:lnTo>
                  <a:lnTo>
                    <a:pt x="4995220" y="1381234"/>
                  </a:lnTo>
                  <a:lnTo>
                    <a:pt x="4995365" y="1381234"/>
                  </a:lnTo>
                  <a:lnTo>
                    <a:pt x="4995365" y="1380611"/>
                  </a:lnTo>
                  <a:lnTo>
                    <a:pt x="4995511" y="1380611"/>
                  </a:lnTo>
                  <a:lnTo>
                    <a:pt x="4995656" y="1380611"/>
                  </a:lnTo>
                  <a:lnTo>
                    <a:pt x="4995802" y="1380611"/>
                  </a:lnTo>
                  <a:lnTo>
                    <a:pt x="4995947" y="1380611"/>
                  </a:lnTo>
                  <a:lnTo>
                    <a:pt x="4996092" y="1380611"/>
                  </a:lnTo>
                  <a:lnTo>
                    <a:pt x="4996238" y="1380611"/>
                  </a:lnTo>
                  <a:lnTo>
                    <a:pt x="4996383" y="1380611"/>
                  </a:lnTo>
                  <a:lnTo>
                    <a:pt x="4996529" y="1380611"/>
                  </a:lnTo>
                  <a:lnTo>
                    <a:pt x="4996529" y="1379987"/>
                  </a:lnTo>
                  <a:lnTo>
                    <a:pt x="4996674" y="1379987"/>
                  </a:lnTo>
                  <a:lnTo>
                    <a:pt x="4996819" y="1379987"/>
                  </a:lnTo>
                  <a:lnTo>
                    <a:pt x="4996965" y="1379987"/>
                  </a:lnTo>
                  <a:lnTo>
                    <a:pt x="4997110" y="1379987"/>
                  </a:lnTo>
                  <a:lnTo>
                    <a:pt x="4997256" y="1379987"/>
                  </a:lnTo>
                  <a:lnTo>
                    <a:pt x="4997401" y="1379987"/>
                  </a:lnTo>
                  <a:lnTo>
                    <a:pt x="4997547" y="1379987"/>
                  </a:lnTo>
                  <a:lnTo>
                    <a:pt x="4997692" y="1379987"/>
                  </a:lnTo>
                  <a:lnTo>
                    <a:pt x="4997837" y="1379987"/>
                  </a:lnTo>
                  <a:lnTo>
                    <a:pt x="4997983" y="1379987"/>
                  </a:lnTo>
                  <a:lnTo>
                    <a:pt x="4998128" y="1379987"/>
                  </a:lnTo>
                  <a:lnTo>
                    <a:pt x="4998274" y="1379987"/>
                  </a:lnTo>
                  <a:lnTo>
                    <a:pt x="4998419" y="1379987"/>
                  </a:lnTo>
                  <a:lnTo>
                    <a:pt x="4998565" y="1379987"/>
                  </a:lnTo>
                  <a:lnTo>
                    <a:pt x="4998710" y="1379987"/>
                  </a:lnTo>
                  <a:lnTo>
                    <a:pt x="4998855" y="1379987"/>
                  </a:lnTo>
                  <a:lnTo>
                    <a:pt x="4998855" y="1379364"/>
                  </a:lnTo>
                  <a:lnTo>
                    <a:pt x="4999001" y="1379364"/>
                  </a:lnTo>
                  <a:lnTo>
                    <a:pt x="4999146" y="1379364"/>
                  </a:lnTo>
                  <a:lnTo>
                    <a:pt x="4999292" y="1379364"/>
                  </a:lnTo>
                  <a:lnTo>
                    <a:pt x="4999292" y="1378740"/>
                  </a:lnTo>
                  <a:lnTo>
                    <a:pt x="4999437" y="1378740"/>
                  </a:lnTo>
                  <a:lnTo>
                    <a:pt x="4999583" y="1378740"/>
                  </a:lnTo>
                  <a:lnTo>
                    <a:pt x="4999728" y="1378740"/>
                  </a:lnTo>
                  <a:lnTo>
                    <a:pt x="4999873" y="1378740"/>
                  </a:lnTo>
                  <a:lnTo>
                    <a:pt x="5000019" y="1378740"/>
                  </a:lnTo>
                  <a:lnTo>
                    <a:pt x="5000164" y="1378740"/>
                  </a:lnTo>
                  <a:lnTo>
                    <a:pt x="5000310" y="1378740"/>
                  </a:lnTo>
                  <a:lnTo>
                    <a:pt x="5000310" y="1378116"/>
                  </a:lnTo>
                  <a:lnTo>
                    <a:pt x="5000455" y="1378116"/>
                  </a:lnTo>
                  <a:lnTo>
                    <a:pt x="5000601" y="1378116"/>
                  </a:lnTo>
                  <a:lnTo>
                    <a:pt x="5000601" y="1377493"/>
                  </a:lnTo>
                  <a:lnTo>
                    <a:pt x="5000746" y="1377493"/>
                  </a:lnTo>
                  <a:lnTo>
                    <a:pt x="5000891" y="1377493"/>
                  </a:lnTo>
                  <a:lnTo>
                    <a:pt x="5000891" y="1376869"/>
                  </a:lnTo>
                  <a:lnTo>
                    <a:pt x="5000891" y="1376246"/>
                  </a:lnTo>
                  <a:lnTo>
                    <a:pt x="5001037" y="1376246"/>
                  </a:lnTo>
                  <a:lnTo>
                    <a:pt x="5001182" y="1376246"/>
                  </a:lnTo>
                  <a:lnTo>
                    <a:pt x="5001328" y="1376246"/>
                  </a:lnTo>
                  <a:lnTo>
                    <a:pt x="5001473" y="1376246"/>
                  </a:lnTo>
                  <a:lnTo>
                    <a:pt x="5001619" y="1376246"/>
                  </a:lnTo>
                  <a:lnTo>
                    <a:pt x="5001764" y="1376246"/>
                  </a:lnTo>
                  <a:lnTo>
                    <a:pt x="5001909" y="1376246"/>
                  </a:lnTo>
                  <a:lnTo>
                    <a:pt x="5002055" y="1376246"/>
                  </a:lnTo>
                  <a:lnTo>
                    <a:pt x="5002200" y="1376246"/>
                  </a:lnTo>
                  <a:lnTo>
                    <a:pt x="5002346" y="1376246"/>
                  </a:lnTo>
                  <a:lnTo>
                    <a:pt x="5002491" y="1376246"/>
                  </a:lnTo>
                  <a:lnTo>
                    <a:pt x="5002637" y="1376246"/>
                  </a:lnTo>
                  <a:lnTo>
                    <a:pt x="5002782" y="1376246"/>
                  </a:lnTo>
                  <a:lnTo>
                    <a:pt x="5002927" y="1376246"/>
                  </a:lnTo>
                  <a:lnTo>
                    <a:pt x="5003073" y="1376246"/>
                  </a:lnTo>
                  <a:lnTo>
                    <a:pt x="5003218" y="1376246"/>
                  </a:lnTo>
                  <a:lnTo>
                    <a:pt x="5003364" y="1376246"/>
                  </a:lnTo>
                  <a:lnTo>
                    <a:pt x="5003509" y="1376246"/>
                  </a:lnTo>
                  <a:lnTo>
                    <a:pt x="5003654" y="1376246"/>
                  </a:lnTo>
                  <a:lnTo>
                    <a:pt x="5003800" y="1376246"/>
                  </a:lnTo>
                  <a:lnTo>
                    <a:pt x="5003945" y="1376246"/>
                  </a:lnTo>
                  <a:lnTo>
                    <a:pt x="5004091" y="1376246"/>
                  </a:lnTo>
                  <a:lnTo>
                    <a:pt x="5004236" y="1376246"/>
                  </a:lnTo>
                  <a:lnTo>
                    <a:pt x="5004382" y="1376246"/>
                  </a:lnTo>
                  <a:lnTo>
                    <a:pt x="5004382" y="1375622"/>
                  </a:lnTo>
                  <a:lnTo>
                    <a:pt x="5004382" y="1374999"/>
                  </a:lnTo>
                  <a:lnTo>
                    <a:pt x="5004527" y="1374999"/>
                  </a:lnTo>
                  <a:lnTo>
                    <a:pt x="5004672" y="1374999"/>
                  </a:lnTo>
                  <a:lnTo>
                    <a:pt x="5004818" y="1374999"/>
                  </a:lnTo>
                  <a:lnTo>
                    <a:pt x="5004963" y="1374999"/>
                  </a:lnTo>
                  <a:lnTo>
                    <a:pt x="5005109" y="1374999"/>
                  </a:lnTo>
                  <a:lnTo>
                    <a:pt x="5005254" y="1374999"/>
                  </a:lnTo>
                  <a:lnTo>
                    <a:pt x="5005254" y="1374375"/>
                  </a:lnTo>
                  <a:lnTo>
                    <a:pt x="5005400" y="1374375"/>
                  </a:lnTo>
                  <a:lnTo>
                    <a:pt x="5005545" y="1374375"/>
                  </a:lnTo>
                  <a:lnTo>
                    <a:pt x="5005690" y="1374375"/>
                  </a:lnTo>
                  <a:lnTo>
                    <a:pt x="5005836" y="1374375"/>
                  </a:lnTo>
                  <a:lnTo>
                    <a:pt x="5005981" y="1374375"/>
                  </a:lnTo>
                  <a:lnTo>
                    <a:pt x="5006127" y="1374375"/>
                  </a:lnTo>
                  <a:lnTo>
                    <a:pt x="5006272" y="1374375"/>
                  </a:lnTo>
                  <a:lnTo>
                    <a:pt x="5006418" y="1374375"/>
                  </a:lnTo>
                  <a:lnTo>
                    <a:pt x="5006563" y="1374375"/>
                  </a:lnTo>
                  <a:lnTo>
                    <a:pt x="5006708" y="1374375"/>
                  </a:lnTo>
                  <a:lnTo>
                    <a:pt x="5006854" y="1374375"/>
                  </a:lnTo>
                  <a:lnTo>
                    <a:pt x="5006999" y="1374375"/>
                  </a:lnTo>
                  <a:lnTo>
                    <a:pt x="5007145" y="1374375"/>
                  </a:lnTo>
                  <a:lnTo>
                    <a:pt x="5007290" y="1374375"/>
                  </a:lnTo>
                  <a:lnTo>
                    <a:pt x="5007436" y="1374375"/>
                  </a:lnTo>
                  <a:lnTo>
                    <a:pt x="5007581" y="1374375"/>
                  </a:lnTo>
                  <a:lnTo>
                    <a:pt x="5007726" y="1374375"/>
                  </a:lnTo>
                  <a:lnTo>
                    <a:pt x="5007726" y="1373751"/>
                  </a:lnTo>
                  <a:lnTo>
                    <a:pt x="5007872" y="1373751"/>
                  </a:lnTo>
                  <a:lnTo>
                    <a:pt x="5008017" y="1373751"/>
                  </a:lnTo>
                  <a:lnTo>
                    <a:pt x="5008163" y="1373751"/>
                  </a:lnTo>
                  <a:lnTo>
                    <a:pt x="5008308" y="1373751"/>
                  </a:lnTo>
                  <a:lnTo>
                    <a:pt x="5008308" y="1373128"/>
                  </a:lnTo>
                  <a:lnTo>
                    <a:pt x="5008454" y="1373128"/>
                  </a:lnTo>
                  <a:lnTo>
                    <a:pt x="5008599" y="1373128"/>
                  </a:lnTo>
                  <a:lnTo>
                    <a:pt x="5008744" y="1373128"/>
                  </a:lnTo>
                  <a:lnTo>
                    <a:pt x="5008890" y="1373128"/>
                  </a:lnTo>
                  <a:lnTo>
                    <a:pt x="5009035" y="1373128"/>
                  </a:lnTo>
                  <a:lnTo>
                    <a:pt x="5009181" y="1373128"/>
                  </a:lnTo>
                  <a:lnTo>
                    <a:pt x="5009326" y="1373128"/>
                  </a:lnTo>
                  <a:lnTo>
                    <a:pt x="5009472" y="1373128"/>
                  </a:lnTo>
                  <a:lnTo>
                    <a:pt x="5009617" y="1373128"/>
                  </a:lnTo>
                  <a:lnTo>
                    <a:pt x="5009762" y="1373128"/>
                  </a:lnTo>
                  <a:lnTo>
                    <a:pt x="5009762" y="1372504"/>
                  </a:lnTo>
                  <a:lnTo>
                    <a:pt x="5009908" y="1372504"/>
                  </a:lnTo>
                  <a:lnTo>
                    <a:pt x="5010053" y="1372504"/>
                  </a:lnTo>
                  <a:lnTo>
                    <a:pt x="5010199" y="1372504"/>
                  </a:lnTo>
                  <a:lnTo>
                    <a:pt x="5010344" y="1372504"/>
                  </a:lnTo>
                  <a:lnTo>
                    <a:pt x="5010489" y="1372504"/>
                  </a:lnTo>
                  <a:lnTo>
                    <a:pt x="5010489" y="1371881"/>
                  </a:lnTo>
                  <a:lnTo>
                    <a:pt x="5010635" y="1371881"/>
                  </a:lnTo>
                  <a:lnTo>
                    <a:pt x="5010780" y="1371881"/>
                  </a:lnTo>
                  <a:lnTo>
                    <a:pt x="5010926" y="1371881"/>
                  </a:lnTo>
                  <a:lnTo>
                    <a:pt x="5011071" y="1371881"/>
                  </a:lnTo>
                  <a:lnTo>
                    <a:pt x="5011217" y="1371881"/>
                  </a:lnTo>
                  <a:lnTo>
                    <a:pt x="5011362" y="1371881"/>
                  </a:lnTo>
                  <a:lnTo>
                    <a:pt x="5011362" y="1371257"/>
                  </a:lnTo>
                  <a:lnTo>
                    <a:pt x="5011507" y="1371257"/>
                  </a:lnTo>
                  <a:lnTo>
                    <a:pt x="5011653" y="1371257"/>
                  </a:lnTo>
                  <a:lnTo>
                    <a:pt x="5011798" y="1371257"/>
                  </a:lnTo>
                  <a:lnTo>
                    <a:pt x="5011798" y="1370633"/>
                  </a:lnTo>
                  <a:lnTo>
                    <a:pt x="5011944" y="1370633"/>
                  </a:lnTo>
                  <a:lnTo>
                    <a:pt x="5012089" y="1370633"/>
                  </a:lnTo>
                  <a:lnTo>
                    <a:pt x="5012235" y="1370633"/>
                  </a:lnTo>
                  <a:lnTo>
                    <a:pt x="5012380" y="1370633"/>
                  </a:lnTo>
                  <a:lnTo>
                    <a:pt x="5012525" y="1370633"/>
                  </a:lnTo>
                  <a:lnTo>
                    <a:pt x="5012671" y="1370633"/>
                  </a:lnTo>
                  <a:lnTo>
                    <a:pt x="5012816" y="1370633"/>
                  </a:lnTo>
                  <a:lnTo>
                    <a:pt x="5012962" y="1370633"/>
                  </a:lnTo>
                  <a:lnTo>
                    <a:pt x="5013107" y="1370633"/>
                  </a:lnTo>
                  <a:lnTo>
                    <a:pt x="5013253" y="1370633"/>
                  </a:lnTo>
                  <a:lnTo>
                    <a:pt x="5013253" y="1370010"/>
                  </a:lnTo>
                  <a:lnTo>
                    <a:pt x="5013398" y="1370010"/>
                  </a:lnTo>
                  <a:lnTo>
                    <a:pt x="5013543" y="1370010"/>
                  </a:lnTo>
                  <a:lnTo>
                    <a:pt x="5013689" y="1370010"/>
                  </a:lnTo>
                  <a:lnTo>
                    <a:pt x="5013834" y="1370010"/>
                  </a:lnTo>
                  <a:lnTo>
                    <a:pt x="5013980" y="1370010"/>
                  </a:lnTo>
                  <a:lnTo>
                    <a:pt x="5014125" y="1370010"/>
                  </a:lnTo>
                  <a:lnTo>
                    <a:pt x="5014271" y="1370010"/>
                  </a:lnTo>
                  <a:lnTo>
                    <a:pt x="5014416" y="1370010"/>
                  </a:lnTo>
                  <a:lnTo>
                    <a:pt x="5014561" y="1370010"/>
                  </a:lnTo>
                  <a:lnTo>
                    <a:pt x="5014707" y="1370010"/>
                  </a:lnTo>
                  <a:lnTo>
                    <a:pt x="5014852" y="1370010"/>
                  </a:lnTo>
                  <a:lnTo>
                    <a:pt x="5014998" y="1370010"/>
                  </a:lnTo>
                  <a:lnTo>
                    <a:pt x="5015143" y="1370010"/>
                  </a:lnTo>
                  <a:lnTo>
                    <a:pt x="5015289" y="1370010"/>
                  </a:lnTo>
                  <a:lnTo>
                    <a:pt x="5015434" y="1370010"/>
                  </a:lnTo>
                  <a:lnTo>
                    <a:pt x="5015434" y="1369386"/>
                  </a:lnTo>
                  <a:lnTo>
                    <a:pt x="5015434" y="1368763"/>
                  </a:lnTo>
                  <a:lnTo>
                    <a:pt x="5015579" y="1368763"/>
                  </a:lnTo>
                  <a:lnTo>
                    <a:pt x="5015725" y="1368763"/>
                  </a:lnTo>
                  <a:lnTo>
                    <a:pt x="5015870" y="1368763"/>
                  </a:lnTo>
                  <a:lnTo>
                    <a:pt x="5016016" y="1368763"/>
                  </a:lnTo>
                  <a:lnTo>
                    <a:pt x="5016161" y="1368763"/>
                  </a:lnTo>
                  <a:lnTo>
                    <a:pt x="5016161" y="1368139"/>
                  </a:lnTo>
                  <a:lnTo>
                    <a:pt x="5016307" y="1368139"/>
                  </a:lnTo>
                  <a:lnTo>
                    <a:pt x="5016452" y="1368139"/>
                  </a:lnTo>
                  <a:lnTo>
                    <a:pt x="5016597" y="1368139"/>
                  </a:lnTo>
                  <a:lnTo>
                    <a:pt x="5016743" y="1368139"/>
                  </a:lnTo>
                  <a:lnTo>
                    <a:pt x="5016888" y="1368139"/>
                  </a:lnTo>
                  <a:lnTo>
                    <a:pt x="5017034" y="1368139"/>
                  </a:lnTo>
                  <a:lnTo>
                    <a:pt x="5017179" y="1368139"/>
                  </a:lnTo>
                  <a:lnTo>
                    <a:pt x="5017324" y="1368139"/>
                  </a:lnTo>
                  <a:lnTo>
                    <a:pt x="5017470" y="1368139"/>
                  </a:lnTo>
                  <a:lnTo>
                    <a:pt x="5017470" y="1367516"/>
                  </a:lnTo>
                  <a:lnTo>
                    <a:pt x="5017615" y="1367516"/>
                  </a:lnTo>
                  <a:lnTo>
                    <a:pt x="5017761" y="1367516"/>
                  </a:lnTo>
                  <a:lnTo>
                    <a:pt x="5017906" y="1367516"/>
                  </a:lnTo>
                  <a:lnTo>
                    <a:pt x="5017906" y="1366892"/>
                  </a:lnTo>
                  <a:lnTo>
                    <a:pt x="5018052" y="1366892"/>
                  </a:lnTo>
                  <a:lnTo>
                    <a:pt x="5018052" y="1366268"/>
                  </a:lnTo>
                  <a:lnTo>
                    <a:pt x="5018052" y="1365645"/>
                  </a:lnTo>
                  <a:lnTo>
                    <a:pt x="5018197" y="1365645"/>
                  </a:lnTo>
                  <a:lnTo>
                    <a:pt x="5018342" y="1365645"/>
                  </a:lnTo>
                  <a:lnTo>
                    <a:pt x="5018488" y="1365645"/>
                  </a:lnTo>
                  <a:lnTo>
                    <a:pt x="5018633" y="1365645"/>
                  </a:lnTo>
                  <a:lnTo>
                    <a:pt x="5018779" y="1365645"/>
                  </a:lnTo>
                  <a:lnTo>
                    <a:pt x="5018924" y="1365645"/>
                  </a:lnTo>
                  <a:lnTo>
                    <a:pt x="5018924" y="1365021"/>
                  </a:lnTo>
                  <a:lnTo>
                    <a:pt x="5019070" y="1365021"/>
                  </a:lnTo>
                  <a:lnTo>
                    <a:pt x="5019215" y="1365021"/>
                  </a:lnTo>
                  <a:lnTo>
                    <a:pt x="5019360" y="1365021"/>
                  </a:lnTo>
                  <a:lnTo>
                    <a:pt x="5019506" y="1365021"/>
                  </a:lnTo>
                  <a:lnTo>
                    <a:pt x="5019651" y="1365021"/>
                  </a:lnTo>
                  <a:lnTo>
                    <a:pt x="5019797" y="1365021"/>
                  </a:lnTo>
                  <a:lnTo>
                    <a:pt x="5019942" y="1365021"/>
                  </a:lnTo>
                  <a:lnTo>
                    <a:pt x="5020088" y="1365021"/>
                  </a:lnTo>
                  <a:lnTo>
                    <a:pt x="5020233" y="1365021"/>
                  </a:lnTo>
                  <a:lnTo>
                    <a:pt x="5020378" y="1365021"/>
                  </a:lnTo>
                  <a:lnTo>
                    <a:pt x="5020524" y="1365021"/>
                  </a:lnTo>
                  <a:lnTo>
                    <a:pt x="5020669" y="1365021"/>
                  </a:lnTo>
                  <a:lnTo>
                    <a:pt x="5020815" y="1365021"/>
                  </a:lnTo>
                  <a:lnTo>
                    <a:pt x="5020960" y="1365021"/>
                  </a:lnTo>
                  <a:lnTo>
                    <a:pt x="5021106" y="1365021"/>
                  </a:lnTo>
                  <a:lnTo>
                    <a:pt x="5021106" y="1364398"/>
                  </a:lnTo>
                  <a:lnTo>
                    <a:pt x="5021251" y="1364398"/>
                  </a:lnTo>
                  <a:lnTo>
                    <a:pt x="5021251" y="1363774"/>
                  </a:lnTo>
                  <a:lnTo>
                    <a:pt x="5021396" y="1363774"/>
                  </a:lnTo>
                  <a:lnTo>
                    <a:pt x="5021542" y="1363774"/>
                  </a:lnTo>
                  <a:lnTo>
                    <a:pt x="5021687" y="1363774"/>
                  </a:lnTo>
                  <a:lnTo>
                    <a:pt x="5021833" y="1363774"/>
                  </a:lnTo>
                  <a:lnTo>
                    <a:pt x="5021978" y="1363774"/>
                  </a:lnTo>
                  <a:lnTo>
                    <a:pt x="5022124" y="1363774"/>
                  </a:lnTo>
                  <a:lnTo>
                    <a:pt x="5022269" y="1363774"/>
                  </a:lnTo>
                  <a:lnTo>
                    <a:pt x="5022414" y="1363774"/>
                  </a:lnTo>
                  <a:lnTo>
                    <a:pt x="5022560" y="1363774"/>
                  </a:lnTo>
                  <a:lnTo>
                    <a:pt x="5022705" y="1363774"/>
                  </a:lnTo>
                  <a:lnTo>
                    <a:pt x="5022851" y="1363774"/>
                  </a:lnTo>
                  <a:lnTo>
                    <a:pt x="5022996" y="1363774"/>
                  </a:lnTo>
                  <a:lnTo>
                    <a:pt x="5023142" y="1363774"/>
                  </a:lnTo>
                  <a:lnTo>
                    <a:pt x="5023287" y="1363774"/>
                  </a:lnTo>
                  <a:lnTo>
                    <a:pt x="5023432" y="1363774"/>
                  </a:lnTo>
                  <a:lnTo>
                    <a:pt x="5023578" y="1363774"/>
                  </a:lnTo>
                  <a:lnTo>
                    <a:pt x="5023723" y="1363774"/>
                  </a:lnTo>
                  <a:lnTo>
                    <a:pt x="5023869" y="1363774"/>
                  </a:lnTo>
                  <a:lnTo>
                    <a:pt x="5024014" y="1363774"/>
                  </a:lnTo>
                  <a:lnTo>
                    <a:pt x="5024159" y="1363774"/>
                  </a:lnTo>
                  <a:lnTo>
                    <a:pt x="5024305" y="1363774"/>
                  </a:lnTo>
                  <a:lnTo>
                    <a:pt x="5024450" y="1363774"/>
                  </a:lnTo>
                  <a:lnTo>
                    <a:pt x="5024596" y="1363774"/>
                  </a:lnTo>
                  <a:lnTo>
                    <a:pt x="5024596" y="1363150"/>
                  </a:lnTo>
                  <a:lnTo>
                    <a:pt x="5024741" y="1363150"/>
                  </a:lnTo>
                  <a:lnTo>
                    <a:pt x="5024887" y="1363150"/>
                  </a:lnTo>
                  <a:lnTo>
                    <a:pt x="5025032" y="1363150"/>
                  </a:lnTo>
                  <a:lnTo>
                    <a:pt x="5025177" y="1363150"/>
                  </a:lnTo>
                  <a:lnTo>
                    <a:pt x="5025323" y="1363150"/>
                  </a:lnTo>
                  <a:lnTo>
                    <a:pt x="5025468" y="1363150"/>
                  </a:lnTo>
                  <a:lnTo>
                    <a:pt x="5025614" y="1363150"/>
                  </a:lnTo>
                  <a:lnTo>
                    <a:pt x="5025759" y="1363150"/>
                  </a:lnTo>
                  <a:lnTo>
                    <a:pt x="5025905" y="1363150"/>
                  </a:lnTo>
                  <a:lnTo>
                    <a:pt x="5026050" y="1363150"/>
                  </a:lnTo>
                  <a:lnTo>
                    <a:pt x="5026195" y="1363150"/>
                  </a:lnTo>
                  <a:lnTo>
                    <a:pt x="5026341" y="1363150"/>
                  </a:lnTo>
                  <a:lnTo>
                    <a:pt x="5026486" y="1363150"/>
                  </a:lnTo>
                  <a:lnTo>
                    <a:pt x="5026632" y="1363150"/>
                  </a:lnTo>
                  <a:lnTo>
                    <a:pt x="5026777" y="1363150"/>
                  </a:lnTo>
                  <a:lnTo>
                    <a:pt x="5026923" y="1363150"/>
                  </a:lnTo>
                  <a:lnTo>
                    <a:pt x="5027068" y="1363150"/>
                  </a:lnTo>
                  <a:lnTo>
                    <a:pt x="5027213" y="1363150"/>
                  </a:lnTo>
                  <a:lnTo>
                    <a:pt x="5027359" y="1363150"/>
                  </a:lnTo>
                  <a:lnTo>
                    <a:pt x="5027504" y="1363150"/>
                  </a:lnTo>
                  <a:lnTo>
                    <a:pt x="5027650" y="1363150"/>
                  </a:lnTo>
                  <a:lnTo>
                    <a:pt x="5027650" y="1362527"/>
                  </a:lnTo>
                  <a:lnTo>
                    <a:pt x="5027795" y="1362527"/>
                  </a:lnTo>
                  <a:lnTo>
                    <a:pt x="5027941" y="1362527"/>
                  </a:lnTo>
                  <a:lnTo>
                    <a:pt x="5027941" y="1361903"/>
                  </a:lnTo>
                  <a:lnTo>
                    <a:pt x="5028086" y="1361903"/>
                  </a:lnTo>
                  <a:lnTo>
                    <a:pt x="5028231" y="1361903"/>
                  </a:lnTo>
                  <a:lnTo>
                    <a:pt x="5028377" y="1361903"/>
                  </a:lnTo>
                  <a:lnTo>
                    <a:pt x="5028522" y="1361903"/>
                  </a:lnTo>
                  <a:lnTo>
                    <a:pt x="5028668" y="1361903"/>
                  </a:lnTo>
                  <a:lnTo>
                    <a:pt x="5028813" y="1361903"/>
                  </a:lnTo>
                  <a:lnTo>
                    <a:pt x="5028959" y="1361903"/>
                  </a:lnTo>
                  <a:lnTo>
                    <a:pt x="5028959" y="1361280"/>
                  </a:lnTo>
                  <a:lnTo>
                    <a:pt x="5029104" y="1361280"/>
                  </a:lnTo>
                  <a:lnTo>
                    <a:pt x="5029249" y="1361280"/>
                  </a:lnTo>
                  <a:lnTo>
                    <a:pt x="5029395" y="1361280"/>
                  </a:lnTo>
                  <a:lnTo>
                    <a:pt x="5029395" y="1360656"/>
                  </a:lnTo>
                  <a:lnTo>
                    <a:pt x="5029540" y="1360656"/>
                  </a:lnTo>
                  <a:lnTo>
                    <a:pt x="5029686" y="1360656"/>
                  </a:lnTo>
                  <a:lnTo>
                    <a:pt x="5029831" y="1360656"/>
                  </a:lnTo>
                  <a:lnTo>
                    <a:pt x="5029976" y="1360656"/>
                  </a:lnTo>
                  <a:lnTo>
                    <a:pt x="5030122" y="1360656"/>
                  </a:lnTo>
                  <a:lnTo>
                    <a:pt x="5030267" y="1360656"/>
                  </a:lnTo>
                  <a:lnTo>
                    <a:pt x="5030413" y="1360656"/>
                  </a:lnTo>
                  <a:lnTo>
                    <a:pt x="5030558" y="1360656"/>
                  </a:lnTo>
                  <a:lnTo>
                    <a:pt x="5030704" y="1360656"/>
                  </a:lnTo>
                  <a:lnTo>
                    <a:pt x="5030849" y="1360656"/>
                  </a:lnTo>
                  <a:lnTo>
                    <a:pt x="5030994" y="1360656"/>
                  </a:lnTo>
                  <a:lnTo>
                    <a:pt x="5031140" y="1360656"/>
                  </a:lnTo>
                  <a:lnTo>
                    <a:pt x="5031285" y="1360656"/>
                  </a:lnTo>
                  <a:lnTo>
                    <a:pt x="5031431" y="1360656"/>
                  </a:lnTo>
                  <a:lnTo>
                    <a:pt x="5031576" y="1360656"/>
                  </a:lnTo>
                  <a:lnTo>
                    <a:pt x="5031722" y="1360656"/>
                  </a:lnTo>
                  <a:lnTo>
                    <a:pt x="5031867" y="1360656"/>
                  </a:lnTo>
                  <a:lnTo>
                    <a:pt x="5032012" y="1360656"/>
                  </a:lnTo>
                  <a:lnTo>
                    <a:pt x="5032158" y="1360656"/>
                  </a:lnTo>
                  <a:lnTo>
                    <a:pt x="5032303" y="1360656"/>
                  </a:lnTo>
                  <a:lnTo>
                    <a:pt x="5032449" y="1360656"/>
                  </a:lnTo>
                  <a:lnTo>
                    <a:pt x="5032594" y="1360656"/>
                  </a:lnTo>
                  <a:lnTo>
                    <a:pt x="5032740" y="1360656"/>
                  </a:lnTo>
                  <a:lnTo>
                    <a:pt x="5032885" y="1360656"/>
                  </a:lnTo>
                  <a:lnTo>
                    <a:pt x="5033030" y="1360656"/>
                  </a:lnTo>
                  <a:lnTo>
                    <a:pt x="5033176" y="1360656"/>
                  </a:lnTo>
                  <a:lnTo>
                    <a:pt x="5033321" y="1360656"/>
                  </a:lnTo>
                  <a:lnTo>
                    <a:pt x="5033467" y="1360656"/>
                  </a:lnTo>
                  <a:lnTo>
                    <a:pt x="5033612" y="1360656"/>
                  </a:lnTo>
                  <a:lnTo>
                    <a:pt x="5033758" y="1360656"/>
                  </a:lnTo>
                  <a:lnTo>
                    <a:pt x="5033903" y="1360656"/>
                  </a:lnTo>
                  <a:lnTo>
                    <a:pt x="5034048" y="1360656"/>
                  </a:lnTo>
                  <a:lnTo>
                    <a:pt x="5034048" y="1360033"/>
                  </a:lnTo>
                  <a:lnTo>
                    <a:pt x="5034194" y="1360033"/>
                  </a:lnTo>
                  <a:lnTo>
                    <a:pt x="5034339" y="1360033"/>
                  </a:lnTo>
                  <a:lnTo>
                    <a:pt x="5034485" y="1360033"/>
                  </a:lnTo>
                  <a:lnTo>
                    <a:pt x="5034630" y="1360033"/>
                  </a:lnTo>
                  <a:lnTo>
                    <a:pt x="5034776" y="1360033"/>
                  </a:lnTo>
                  <a:lnTo>
                    <a:pt x="5034921" y="1360033"/>
                  </a:lnTo>
                  <a:lnTo>
                    <a:pt x="5035066" y="1360033"/>
                  </a:lnTo>
                  <a:lnTo>
                    <a:pt x="5035066" y="1359409"/>
                  </a:lnTo>
                  <a:lnTo>
                    <a:pt x="5035212" y="1359409"/>
                  </a:lnTo>
                  <a:lnTo>
                    <a:pt x="5035357" y="1359409"/>
                  </a:lnTo>
                  <a:lnTo>
                    <a:pt x="5035503" y="1359409"/>
                  </a:lnTo>
                  <a:lnTo>
                    <a:pt x="5035648" y="1359409"/>
                  </a:lnTo>
                  <a:lnTo>
                    <a:pt x="5035794" y="1359409"/>
                  </a:lnTo>
                  <a:lnTo>
                    <a:pt x="5035939" y="1359409"/>
                  </a:lnTo>
                  <a:lnTo>
                    <a:pt x="5036084" y="1359409"/>
                  </a:lnTo>
                  <a:lnTo>
                    <a:pt x="5036230" y="1359409"/>
                  </a:lnTo>
                  <a:lnTo>
                    <a:pt x="5036230" y="1358785"/>
                  </a:lnTo>
                  <a:lnTo>
                    <a:pt x="5036375" y="1358785"/>
                  </a:lnTo>
                  <a:lnTo>
                    <a:pt x="5036521" y="1358785"/>
                  </a:lnTo>
                  <a:lnTo>
                    <a:pt x="5036666" y="1358785"/>
                  </a:lnTo>
                  <a:lnTo>
                    <a:pt x="5036811" y="1358785"/>
                  </a:lnTo>
                  <a:lnTo>
                    <a:pt x="5036957" y="1358785"/>
                  </a:lnTo>
                  <a:lnTo>
                    <a:pt x="5036957" y="1358162"/>
                  </a:lnTo>
                  <a:lnTo>
                    <a:pt x="5037102" y="1358162"/>
                  </a:lnTo>
                  <a:lnTo>
                    <a:pt x="5037248" y="1358162"/>
                  </a:lnTo>
                  <a:lnTo>
                    <a:pt x="5037248" y="1357538"/>
                  </a:lnTo>
                  <a:lnTo>
                    <a:pt x="5037393" y="1357538"/>
                  </a:lnTo>
                  <a:lnTo>
                    <a:pt x="5037539" y="1357538"/>
                  </a:lnTo>
                  <a:lnTo>
                    <a:pt x="5037684" y="1357538"/>
                  </a:lnTo>
                  <a:lnTo>
                    <a:pt x="5037684" y="1356915"/>
                  </a:lnTo>
                  <a:lnTo>
                    <a:pt x="5037829" y="1356915"/>
                  </a:lnTo>
                  <a:lnTo>
                    <a:pt x="5037975" y="1356915"/>
                  </a:lnTo>
                  <a:lnTo>
                    <a:pt x="5038120" y="1356915"/>
                  </a:lnTo>
                  <a:lnTo>
                    <a:pt x="5038120" y="1356291"/>
                  </a:lnTo>
                  <a:lnTo>
                    <a:pt x="5038266" y="1356291"/>
                  </a:lnTo>
                  <a:lnTo>
                    <a:pt x="5038411" y="1356291"/>
                  </a:lnTo>
                  <a:lnTo>
                    <a:pt x="5038557" y="1356291"/>
                  </a:lnTo>
                  <a:lnTo>
                    <a:pt x="5038702" y="1356291"/>
                  </a:lnTo>
                  <a:lnTo>
                    <a:pt x="5038847" y="1356291"/>
                  </a:lnTo>
                  <a:lnTo>
                    <a:pt x="5038993" y="1356291"/>
                  </a:lnTo>
                  <a:lnTo>
                    <a:pt x="5039138" y="1356291"/>
                  </a:lnTo>
                  <a:lnTo>
                    <a:pt x="5039284" y="1356291"/>
                  </a:lnTo>
                  <a:lnTo>
                    <a:pt x="5039429" y="1356291"/>
                  </a:lnTo>
                  <a:lnTo>
                    <a:pt x="5039575" y="1356291"/>
                  </a:lnTo>
                  <a:lnTo>
                    <a:pt x="5039720" y="1356291"/>
                  </a:lnTo>
                  <a:lnTo>
                    <a:pt x="5039865" y="1356291"/>
                  </a:lnTo>
                  <a:lnTo>
                    <a:pt x="5039865" y="1355667"/>
                  </a:lnTo>
                  <a:lnTo>
                    <a:pt x="5040011" y="1355667"/>
                  </a:lnTo>
                  <a:lnTo>
                    <a:pt x="5040156" y="1355667"/>
                  </a:lnTo>
                  <a:lnTo>
                    <a:pt x="5040302" y="1355667"/>
                  </a:lnTo>
                  <a:lnTo>
                    <a:pt x="5040447" y="1355667"/>
                  </a:lnTo>
                  <a:lnTo>
                    <a:pt x="5040593" y="1355667"/>
                  </a:lnTo>
                  <a:lnTo>
                    <a:pt x="5040738" y="1355667"/>
                  </a:lnTo>
                  <a:lnTo>
                    <a:pt x="5040883" y="1355667"/>
                  </a:lnTo>
                  <a:lnTo>
                    <a:pt x="5041029" y="1355667"/>
                  </a:lnTo>
                  <a:lnTo>
                    <a:pt x="5041174" y="1355667"/>
                  </a:lnTo>
                  <a:lnTo>
                    <a:pt x="5041320" y="1355667"/>
                  </a:lnTo>
                  <a:lnTo>
                    <a:pt x="5041465" y="1355667"/>
                  </a:lnTo>
                  <a:lnTo>
                    <a:pt x="5041611" y="1355667"/>
                  </a:lnTo>
                  <a:lnTo>
                    <a:pt x="5041756" y="1355667"/>
                  </a:lnTo>
                  <a:lnTo>
                    <a:pt x="5041901" y="1355667"/>
                  </a:lnTo>
                  <a:lnTo>
                    <a:pt x="5042047" y="1355667"/>
                  </a:lnTo>
                  <a:lnTo>
                    <a:pt x="5042192" y="1355667"/>
                  </a:lnTo>
                  <a:lnTo>
                    <a:pt x="5042338" y="1355667"/>
                  </a:lnTo>
                  <a:lnTo>
                    <a:pt x="5042483" y="1355667"/>
                  </a:lnTo>
                  <a:lnTo>
                    <a:pt x="5042629" y="1355667"/>
                  </a:lnTo>
                  <a:lnTo>
                    <a:pt x="5042629" y="1355044"/>
                  </a:lnTo>
                  <a:lnTo>
                    <a:pt x="5042774" y="1355044"/>
                  </a:lnTo>
                  <a:lnTo>
                    <a:pt x="5042919" y="1355044"/>
                  </a:lnTo>
                  <a:lnTo>
                    <a:pt x="5043065" y="1355044"/>
                  </a:lnTo>
                  <a:lnTo>
                    <a:pt x="5043210" y="1355044"/>
                  </a:lnTo>
                  <a:lnTo>
                    <a:pt x="5043210" y="1354420"/>
                  </a:lnTo>
                  <a:lnTo>
                    <a:pt x="5043356" y="1354420"/>
                  </a:lnTo>
                  <a:lnTo>
                    <a:pt x="5043501" y="1354420"/>
                  </a:lnTo>
                  <a:lnTo>
                    <a:pt x="5043646" y="1354420"/>
                  </a:lnTo>
                  <a:lnTo>
                    <a:pt x="5043646" y="1353797"/>
                  </a:lnTo>
                  <a:lnTo>
                    <a:pt x="5043792" y="1353797"/>
                  </a:lnTo>
                  <a:lnTo>
                    <a:pt x="5043937" y="1353797"/>
                  </a:lnTo>
                  <a:lnTo>
                    <a:pt x="5044083" y="1353797"/>
                  </a:lnTo>
                  <a:lnTo>
                    <a:pt x="5044228" y="1353797"/>
                  </a:lnTo>
                  <a:lnTo>
                    <a:pt x="5044374" y="1353797"/>
                  </a:lnTo>
                  <a:lnTo>
                    <a:pt x="5044519" y="1353797"/>
                  </a:lnTo>
                  <a:lnTo>
                    <a:pt x="5044664" y="1353797"/>
                  </a:lnTo>
                  <a:lnTo>
                    <a:pt x="5044810" y="1353797"/>
                  </a:lnTo>
                  <a:lnTo>
                    <a:pt x="5044955" y="1353797"/>
                  </a:lnTo>
                  <a:lnTo>
                    <a:pt x="5045101" y="1353797"/>
                  </a:lnTo>
                  <a:lnTo>
                    <a:pt x="5045246" y="1353797"/>
                  </a:lnTo>
                  <a:lnTo>
                    <a:pt x="5045392" y="1353797"/>
                  </a:lnTo>
                  <a:lnTo>
                    <a:pt x="5045537" y="1353797"/>
                  </a:lnTo>
                  <a:lnTo>
                    <a:pt x="5045682" y="1353797"/>
                  </a:lnTo>
                  <a:lnTo>
                    <a:pt x="5045828" y="1353797"/>
                  </a:lnTo>
                  <a:lnTo>
                    <a:pt x="5045973" y="1353797"/>
                  </a:lnTo>
                  <a:lnTo>
                    <a:pt x="5046119" y="1353797"/>
                  </a:lnTo>
                  <a:lnTo>
                    <a:pt x="5046264" y="1353797"/>
                  </a:lnTo>
                  <a:lnTo>
                    <a:pt x="5046410" y="1353797"/>
                  </a:lnTo>
                  <a:lnTo>
                    <a:pt x="5046555" y="1353797"/>
                  </a:lnTo>
                  <a:lnTo>
                    <a:pt x="5046700" y="1353797"/>
                  </a:lnTo>
                  <a:lnTo>
                    <a:pt x="5046846" y="1353797"/>
                  </a:lnTo>
                  <a:lnTo>
                    <a:pt x="5046991" y="1353797"/>
                  </a:lnTo>
                  <a:lnTo>
                    <a:pt x="5047137" y="1353797"/>
                  </a:lnTo>
                  <a:lnTo>
                    <a:pt x="5047282" y="1353797"/>
                  </a:lnTo>
                  <a:lnTo>
                    <a:pt x="5047428" y="1353797"/>
                  </a:lnTo>
                  <a:lnTo>
                    <a:pt x="5047573" y="1353797"/>
                  </a:lnTo>
                  <a:lnTo>
                    <a:pt x="5047718" y="1353797"/>
                  </a:lnTo>
                  <a:lnTo>
                    <a:pt x="5047864" y="1353797"/>
                  </a:lnTo>
                  <a:lnTo>
                    <a:pt x="5048009" y="1353797"/>
                  </a:lnTo>
                  <a:lnTo>
                    <a:pt x="5048155" y="1353797"/>
                  </a:lnTo>
                  <a:lnTo>
                    <a:pt x="5048300" y="1353797"/>
                  </a:lnTo>
                  <a:lnTo>
                    <a:pt x="5048446" y="1353797"/>
                  </a:lnTo>
                  <a:lnTo>
                    <a:pt x="5048591" y="1353797"/>
                  </a:lnTo>
                  <a:lnTo>
                    <a:pt x="5048736" y="1353797"/>
                  </a:lnTo>
                  <a:lnTo>
                    <a:pt x="5048882" y="1353797"/>
                  </a:lnTo>
                  <a:lnTo>
                    <a:pt x="5048882" y="1353173"/>
                  </a:lnTo>
                  <a:lnTo>
                    <a:pt x="5049027" y="1353173"/>
                  </a:lnTo>
                  <a:lnTo>
                    <a:pt x="5049173" y="1353173"/>
                  </a:lnTo>
                  <a:lnTo>
                    <a:pt x="5049318" y="1353173"/>
                  </a:lnTo>
                  <a:lnTo>
                    <a:pt x="5049464" y="1353173"/>
                  </a:lnTo>
                  <a:lnTo>
                    <a:pt x="5049609" y="1353173"/>
                  </a:lnTo>
                  <a:lnTo>
                    <a:pt x="5049609" y="1352550"/>
                  </a:lnTo>
                  <a:lnTo>
                    <a:pt x="5049754" y="1352550"/>
                  </a:lnTo>
                  <a:lnTo>
                    <a:pt x="5049900" y="1352550"/>
                  </a:lnTo>
                  <a:lnTo>
                    <a:pt x="5049900" y="1351926"/>
                  </a:lnTo>
                  <a:lnTo>
                    <a:pt x="5049900" y="1351302"/>
                  </a:lnTo>
                  <a:lnTo>
                    <a:pt x="5049900" y="1350679"/>
                  </a:lnTo>
                  <a:lnTo>
                    <a:pt x="5049900" y="1350055"/>
                  </a:lnTo>
                  <a:lnTo>
                    <a:pt x="5050045" y="1350055"/>
                  </a:lnTo>
                  <a:lnTo>
                    <a:pt x="5050191" y="1350055"/>
                  </a:lnTo>
                  <a:lnTo>
                    <a:pt x="5050336" y="1350055"/>
                  </a:lnTo>
                  <a:lnTo>
                    <a:pt x="5050481" y="1350055"/>
                  </a:lnTo>
                  <a:lnTo>
                    <a:pt x="5050627" y="1350055"/>
                  </a:lnTo>
                  <a:lnTo>
                    <a:pt x="5050772" y="1350055"/>
                  </a:lnTo>
                  <a:lnTo>
                    <a:pt x="5050772" y="1349432"/>
                  </a:lnTo>
                  <a:lnTo>
                    <a:pt x="5050918" y="1349432"/>
                  </a:lnTo>
                  <a:lnTo>
                    <a:pt x="5051063" y="1349432"/>
                  </a:lnTo>
                  <a:lnTo>
                    <a:pt x="5051209" y="1349432"/>
                  </a:lnTo>
                  <a:lnTo>
                    <a:pt x="5051354" y="1349432"/>
                  </a:lnTo>
                  <a:lnTo>
                    <a:pt x="5051499" y="1349432"/>
                  </a:lnTo>
                  <a:lnTo>
                    <a:pt x="5051645" y="1349432"/>
                  </a:lnTo>
                  <a:lnTo>
                    <a:pt x="5051790" y="1349432"/>
                  </a:lnTo>
                  <a:lnTo>
                    <a:pt x="5051936" y="1349432"/>
                  </a:lnTo>
                  <a:lnTo>
                    <a:pt x="5052081" y="1349432"/>
                  </a:lnTo>
                  <a:lnTo>
                    <a:pt x="5052227" y="1349432"/>
                  </a:lnTo>
                  <a:lnTo>
                    <a:pt x="5052372" y="1349432"/>
                  </a:lnTo>
                  <a:lnTo>
                    <a:pt x="5052517" y="1349432"/>
                  </a:lnTo>
                  <a:lnTo>
                    <a:pt x="5052663" y="1349432"/>
                  </a:lnTo>
                  <a:lnTo>
                    <a:pt x="5052808" y="1349432"/>
                  </a:lnTo>
                  <a:lnTo>
                    <a:pt x="5052954" y="1349432"/>
                  </a:lnTo>
                  <a:lnTo>
                    <a:pt x="5053099" y="1349432"/>
                  </a:lnTo>
                  <a:lnTo>
                    <a:pt x="5053245" y="1349432"/>
                  </a:lnTo>
                  <a:lnTo>
                    <a:pt x="5053390" y="1349432"/>
                  </a:lnTo>
                  <a:lnTo>
                    <a:pt x="5053535" y="1349432"/>
                  </a:lnTo>
                  <a:lnTo>
                    <a:pt x="5053681" y="1349432"/>
                  </a:lnTo>
                  <a:lnTo>
                    <a:pt x="5053826" y="1349432"/>
                  </a:lnTo>
                  <a:lnTo>
                    <a:pt x="5053972" y="1349432"/>
                  </a:lnTo>
                  <a:lnTo>
                    <a:pt x="5054117" y="1349432"/>
                  </a:lnTo>
                  <a:lnTo>
                    <a:pt x="5054263" y="1349432"/>
                  </a:lnTo>
                  <a:lnTo>
                    <a:pt x="5054408" y="1349432"/>
                  </a:lnTo>
                  <a:lnTo>
                    <a:pt x="5054553" y="1349432"/>
                  </a:lnTo>
                  <a:lnTo>
                    <a:pt x="5054699" y="1349432"/>
                  </a:lnTo>
                  <a:lnTo>
                    <a:pt x="5054699" y="1348808"/>
                  </a:lnTo>
                  <a:lnTo>
                    <a:pt x="5054844" y="1348808"/>
                  </a:lnTo>
                  <a:lnTo>
                    <a:pt x="5054990" y="1348808"/>
                  </a:lnTo>
                  <a:lnTo>
                    <a:pt x="5055135" y="1348808"/>
                  </a:lnTo>
                  <a:lnTo>
                    <a:pt x="5055281" y="1348808"/>
                  </a:lnTo>
                  <a:lnTo>
                    <a:pt x="5055426" y="1348808"/>
                  </a:lnTo>
                  <a:lnTo>
                    <a:pt x="5055571" y="1348808"/>
                  </a:lnTo>
                  <a:lnTo>
                    <a:pt x="5055717" y="1348808"/>
                  </a:lnTo>
                  <a:lnTo>
                    <a:pt x="5055717" y="1348184"/>
                  </a:lnTo>
                  <a:lnTo>
                    <a:pt x="5055717" y="1347561"/>
                  </a:lnTo>
                  <a:lnTo>
                    <a:pt x="5055862" y="1347561"/>
                  </a:lnTo>
                  <a:lnTo>
                    <a:pt x="5056008" y="1347561"/>
                  </a:lnTo>
                  <a:lnTo>
                    <a:pt x="5056153" y="1347561"/>
                  </a:lnTo>
                  <a:lnTo>
                    <a:pt x="5056299" y="1347561"/>
                  </a:lnTo>
                  <a:lnTo>
                    <a:pt x="5056444" y="1347561"/>
                  </a:lnTo>
                  <a:lnTo>
                    <a:pt x="5056589" y="1347561"/>
                  </a:lnTo>
                  <a:lnTo>
                    <a:pt x="5056735" y="1347561"/>
                  </a:lnTo>
                  <a:lnTo>
                    <a:pt x="5056880" y="1347561"/>
                  </a:lnTo>
                  <a:lnTo>
                    <a:pt x="5057026" y="1347561"/>
                  </a:lnTo>
                  <a:lnTo>
                    <a:pt x="5057026" y="1346937"/>
                  </a:lnTo>
                  <a:lnTo>
                    <a:pt x="5057171" y="1346937"/>
                  </a:lnTo>
                  <a:lnTo>
                    <a:pt x="5057316" y="1346937"/>
                  </a:lnTo>
                  <a:lnTo>
                    <a:pt x="5057462" y="1346937"/>
                  </a:lnTo>
                  <a:lnTo>
                    <a:pt x="5057607" y="1346937"/>
                  </a:lnTo>
                  <a:lnTo>
                    <a:pt x="5057753" y="1346937"/>
                  </a:lnTo>
                  <a:lnTo>
                    <a:pt x="5057898" y="1346937"/>
                  </a:lnTo>
                  <a:lnTo>
                    <a:pt x="5058044" y="1346937"/>
                  </a:lnTo>
                  <a:lnTo>
                    <a:pt x="5058189" y="1346937"/>
                  </a:lnTo>
                  <a:lnTo>
                    <a:pt x="5058334" y="1346937"/>
                  </a:lnTo>
                  <a:lnTo>
                    <a:pt x="5058334" y="1346314"/>
                  </a:lnTo>
                  <a:lnTo>
                    <a:pt x="5058480" y="1346314"/>
                  </a:lnTo>
                  <a:lnTo>
                    <a:pt x="5058625" y="1346314"/>
                  </a:lnTo>
                  <a:lnTo>
                    <a:pt x="5058771" y="1346314"/>
                  </a:lnTo>
                  <a:lnTo>
                    <a:pt x="5058916" y="1346314"/>
                  </a:lnTo>
                  <a:lnTo>
                    <a:pt x="5059062" y="1346314"/>
                  </a:lnTo>
                  <a:lnTo>
                    <a:pt x="5059207" y="1346314"/>
                  </a:lnTo>
                  <a:lnTo>
                    <a:pt x="5059352" y="1346314"/>
                  </a:lnTo>
                  <a:lnTo>
                    <a:pt x="5059498" y="1346314"/>
                  </a:lnTo>
                  <a:lnTo>
                    <a:pt x="5059643" y="1346314"/>
                  </a:lnTo>
                  <a:lnTo>
                    <a:pt x="5059789" y="1346314"/>
                  </a:lnTo>
                  <a:lnTo>
                    <a:pt x="5059934" y="1346314"/>
                  </a:lnTo>
                  <a:lnTo>
                    <a:pt x="5060080" y="1346314"/>
                  </a:lnTo>
                  <a:lnTo>
                    <a:pt x="5060225" y="1346314"/>
                  </a:lnTo>
                  <a:lnTo>
                    <a:pt x="5060370" y="1346314"/>
                  </a:lnTo>
                  <a:lnTo>
                    <a:pt x="5060370" y="1345690"/>
                  </a:lnTo>
                  <a:lnTo>
                    <a:pt x="5060516" y="1345690"/>
                  </a:lnTo>
                  <a:lnTo>
                    <a:pt x="5060516" y="1345067"/>
                  </a:lnTo>
                  <a:lnTo>
                    <a:pt x="5060661" y="1345067"/>
                  </a:lnTo>
                  <a:lnTo>
                    <a:pt x="5060661" y="1344443"/>
                  </a:lnTo>
                  <a:lnTo>
                    <a:pt x="5060807" y="1344443"/>
                  </a:lnTo>
                  <a:lnTo>
                    <a:pt x="5060952" y="1344443"/>
                  </a:lnTo>
                  <a:lnTo>
                    <a:pt x="5060952" y="1343819"/>
                  </a:lnTo>
                  <a:lnTo>
                    <a:pt x="5061098" y="1343819"/>
                  </a:lnTo>
                  <a:lnTo>
                    <a:pt x="5061243" y="1343819"/>
                  </a:lnTo>
                  <a:lnTo>
                    <a:pt x="5061388" y="1343819"/>
                  </a:lnTo>
                  <a:lnTo>
                    <a:pt x="5061534" y="1343819"/>
                  </a:lnTo>
                  <a:lnTo>
                    <a:pt x="5061679" y="1343819"/>
                  </a:lnTo>
                  <a:lnTo>
                    <a:pt x="5061825" y="1343819"/>
                  </a:lnTo>
                  <a:lnTo>
                    <a:pt x="5061970" y="1343819"/>
                  </a:lnTo>
                  <a:lnTo>
                    <a:pt x="5062116" y="1343819"/>
                  </a:lnTo>
                  <a:lnTo>
                    <a:pt x="5062116" y="1343196"/>
                  </a:lnTo>
                  <a:lnTo>
                    <a:pt x="5062261" y="1343196"/>
                  </a:lnTo>
                  <a:lnTo>
                    <a:pt x="5062406" y="1343196"/>
                  </a:lnTo>
                  <a:lnTo>
                    <a:pt x="5062552" y="1343196"/>
                  </a:lnTo>
                  <a:lnTo>
                    <a:pt x="5062697" y="1343196"/>
                  </a:lnTo>
                  <a:lnTo>
                    <a:pt x="5062843" y="1343196"/>
                  </a:lnTo>
                  <a:lnTo>
                    <a:pt x="5062988" y="1343196"/>
                  </a:lnTo>
                  <a:lnTo>
                    <a:pt x="5063134" y="1343196"/>
                  </a:lnTo>
                  <a:lnTo>
                    <a:pt x="5063279" y="1343196"/>
                  </a:lnTo>
                  <a:lnTo>
                    <a:pt x="5063424" y="1343196"/>
                  </a:lnTo>
                  <a:lnTo>
                    <a:pt x="5063570" y="1343196"/>
                  </a:lnTo>
                  <a:lnTo>
                    <a:pt x="5063715" y="1343196"/>
                  </a:lnTo>
                  <a:lnTo>
                    <a:pt x="5063861" y="1343196"/>
                  </a:lnTo>
                  <a:lnTo>
                    <a:pt x="5064006" y="1343196"/>
                  </a:lnTo>
                  <a:lnTo>
                    <a:pt x="5064006" y="1342572"/>
                  </a:lnTo>
                  <a:lnTo>
                    <a:pt x="5064151" y="1342572"/>
                  </a:lnTo>
                  <a:lnTo>
                    <a:pt x="5064151" y="1341949"/>
                  </a:lnTo>
                  <a:lnTo>
                    <a:pt x="5064297" y="1341949"/>
                  </a:lnTo>
                  <a:lnTo>
                    <a:pt x="5064442" y="1341949"/>
                  </a:lnTo>
                  <a:lnTo>
                    <a:pt x="5064588" y="1341949"/>
                  </a:lnTo>
                  <a:lnTo>
                    <a:pt x="5064733" y="1341949"/>
                  </a:lnTo>
                  <a:lnTo>
                    <a:pt x="5064879" y="1341949"/>
                  </a:lnTo>
                  <a:lnTo>
                    <a:pt x="5065024" y="1341949"/>
                  </a:lnTo>
                  <a:lnTo>
                    <a:pt x="5065169" y="1341949"/>
                  </a:lnTo>
                  <a:lnTo>
                    <a:pt x="5065169" y="1341325"/>
                  </a:lnTo>
                  <a:lnTo>
                    <a:pt x="5065169" y="1340701"/>
                  </a:lnTo>
                  <a:lnTo>
                    <a:pt x="5065315" y="1340701"/>
                  </a:lnTo>
                  <a:lnTo>
                    <a:pt x="5065460" y="1340701"/>
                  </a:lnTo>
                  <a:lnTo>
                    <a:pt x="5065606" y="1340701"/>
                  </a:lnTo>
                  <a:lnTo>
                    <a:pt x="5065751" y="1340701"/>
                  </a:lnTo>
                  <a:lnTo>
                    <a:pt x="5065897" y="1340701"/>
                  </a:lnTo>
                  <a:lnTo>
                    <a:pt x="5065897" y="1340078"/>
                  </a:lnTo>
                  <a:lnTo>
                    <a:pt x="5066042" y="1340078"/>
                  </a:lnTo>
                  <a:lnTo>
                    <a:pt x="5066187" y="1340078"/>
                  </a:lnTo>
                  <a:lnTo>
                    <a:pt x="5066333" y="1340078"/>
                  </a:lnTo>
                  <a:lnTo>
                    <a:pt x="5066478" y="1340078"/>
                  </a:lnTo>
                  <a:lnTo>
                    <a:pt x="5066624" y="1340078"/>
                  </a:lnTo>
                  <a:lnTo>
                    <a:pt x="5066769" y="1340078"/>
                  </a:lnTo>
                  <a:lnTo>
                    <a:pt x="5066915" y="1340078"/>
                  </a:lnTo>
                  <a:lnTo>
                    <a:pt x="5067060" y="1340078"/>
                  </a:lnTo>
                  <a:lnTo>
                    <a:pt x="5067205" y="1340078"/>
                  </a:lnTo>
                  <a:lnTo>
                    <a:pt x="5067351" y="1340078"/>
                  </a:lnTo>
                  <a:lnTo>
                    <a:pt x="5067351" y="1339454"/>
                  </a:lnTo>
                  <a:lnTo>
                    <a:pt x="5067496" y="1339454"/>
                  </a:lnTo>
                  <a:lnTo>
                    <a:pt x="5067642" y="1339454"/>
                  </a:lnTo>
                  <a:lnTo>
                    <a:pt x="5067787" y="1339454"/>
                  </a:lnTo>
                  <a:lnTo>
                    <a:pt x="5067933" y="1339454"/>
                  </a:lnTo>
                  <a:lnTo>
                    <a:pt x="5068078" y="1339454"/>
                  </a:lnTo>
                  <a:lnTo>
                    <a:pt x="5068223" y="1339454"/>
                  </a:lnTo>
                  <a:lnTo>
                    <a:pt x="5068369" y="1339454"/>
                  </a:lnTo>
                  <a:lnTo>
                    <a:pt x="5068514" y="1339454"/>
                  </a:lnTo>
                  <a:lnTo>
                    <a:pt x="5068660" y="1339454"/>
                  </a:lnTo>
                  <a:lnTo>
                    <a:pt x="5068805" y="1339454"/>
                  </a:lnTo>
                  <a:lnTo>
                    <a:pt x="5068951" y="1339454"/>
                  </a:lnTo>
                  <a:lnTo>
                    <a:pt x="5069096" y="1339454"/>
                  </a:lnTo>
                  <a:lnTo>
                    <a:pt x="5069241" y="1339454"/>
                  </a:lnTo>
                  <a:lnTo>
                    <a:pt x="5069387" y="1339454"/>
                  </a:lnTo>
                  <a:lnTo>
                    <a:pt x="5069532" y="1339454"/>
                  </a:lnTo>
                  <a:lnTo>
                    <a:pt x="5069532" y="1338831"/>
                  </a:lnTo>
                  <a:lnTo>
                    <a:pt x="5069678" y="1338831"/>
                  </a:lnTo>
                  <a:lnTo>
                    <a:pt x="5069823" y="1338831"/>
                  </a:lnTo>
                  <a:lnTo>
                    <a:pt x="5069969" y="1338831"/>
                  </a:lnTo>
                  <a:lnTo>
                    <a:pt x="5069969" y="1338207"/>
                  </a:lnTo>
                  <a:lnTo>
                    <a:pt x="5070114" y="1338207"/>
                  </a:lnTo>
                  <a:lnTo>
                    <a:pt x="5070259" y="1338207"/>
                  </a:lnTo>
                  <a:lnTo>
                    <a:pt x="5070405" y="1338207"/>
                  </a:lnTo>
                  <a:lnTo>
                    <a:pt x="5070550" y="1338207"/>
                  </a:lnTo>
                  <a:lnTo>
                    <a:pt x="5070696" y="1338207"/>
                  </a:lnTo>
                  <a:lnTo>
                    <a:pt x="5070696" y="1337584"/>
                  </a:lnTo>
                  <a:lnTo>
                    <a:pt x="5070841" y="1337584"/>
                  </a:lnTo>
                  <a:lnTo>
                    <a:pt x="5070986" y="1337584"/>
                  </a:lnTo>
                  <a:lnTo>
                    <a:pt x="5071132" y="1337584"/>
                  </a:lnTo>
                  <a:lnTo>
                    <a:pt x="5071277" y="1337584"/>
                  </a:lnTo>
                  <a:lnTo>
                    <a:pt x="5071423" y="1337584"/>
                  </a:lnTo>
                  <a:lnTo>
                    <a:pt x="5071568" y="1337584"/>
                  </a:lnTo>
                  <a:lnTo>
                    <a:pt x="5071714" y="1337584"/>
                  </a:lnTo>
                  <a:lnTo>
                    <a:pt x="5071859" y="1337584"/>
                  </a:lnTo>
                  <a:lnTo>
                    <a:pt x="5072004" y="1337584"/>
                  </a:lnTo>
                  <a:lnTo>
                    <a:pt x="5072150" y="1337584"/>
                  </a:lnTo>
                  <a:lnTo>
                    <a:pt x="5072295" y="1337584"/>
                  </a:lnTo>
                  <a:lnTo>
                    <a:pt x="5072441" y="1337584"/>
                  </a:lnTo>
                  <a:lnTo>
                    <a:pt x="5072586" y="1337584"/>
                  </a:lnTo>
                  <a:lnTo>
                    <a:pt x="5072732" y="1337584"/>
                  </a:lnTo>
                  <a:lnTo>
                    <a:pt x="5072877" y="1337584"/>
                  </a:lnTo>
                  <a:lnTo>
                    <a:pt x="5072877" y="1336960"/>
                  </a:lnTo>
                  <a:lnTo>
                    <a:pt x="5073022" y="1336960"/>
                  </a:lnTo>
                  <a:lnTo>
                    <a:pt x="5073168" y="1336960"/>
                  </a:lnTo>
                  <a:lnTo>
                    <a:pt x="5073313" y="1336960"/>
                  </a:lnTo>
                  <a:lnTo>
                    <a:pt x="5073459" y="1336960"/>
                  </a:lnTo>
                  <a:lnTo>
                    <a:pt x="5073604" y="1336960"/>
                  </a:lnTo>
                  <a:lnTo>
                    <a:pt x="5073750" y="1336960"/>
                  </a:lnTo>
                  <a:lnTo>
                    <a:pt x="5073895" y="1336960"/>
                  </a:lnTo>
                  <a:lnTo>
                    <a:pt x="5074040" y="1336960"/>
                  </a:lnTo>
                  <a:lnTo>
                    <a:pt x="5074040" y="1336336"/>
                  </a:lnTo>
                  <a:lnTo>
                    <a:pt x="5074186" y="1336336"/>
                  </a:lnTo>
                  <a:lnTo>
                    <a:pt x="5074331" y="1336336"/>
                  </a:lnTo>
                  <a:lnTo>
                    <a:pt x="5074477" y="1336336"/>
                  </a:lnTo>
                  <a:lnTo>
                    <a:pt x="5074622" y="1336336"/>
                  </a:lnTo>
                  <a:lnTo>
                    <a:pt x="5074768" y="1336336"/>
                  </a:lnTo>
                  <a:lnTo>
                    <a:pt x="5074913" y="1336336"/>
                  </a:lnTo>
                  <a:lnTo>
                    <a:pt x="5075058" y="1336336"/>
                  </a:lnTo>
                  <a:lnTo>
                    <a:pt x="5075204" y="1336336"/>
                  </a:lnTo>
                  <a:lnTo>
                    <a:pt x="5075204" y="1335713"/>
                  </a:lnTo>
                  <a:lnTo>
                    <a:pt x="5075204" y="1335089"/>
                  </a:lnTo>
                  <a:lnTo>
                    <a:pt x="5075349" y="1335089"/>
                  </a:lnTo>
                  <a:lnTo>
                    <a:pt x="5075495" y="1335089"/>
                  </a:lnTo>
                  <a:lnTo>
                    <a:pt x="5075640" y="1335089"/>
                  </a:lnTo>
                  <a:lnTo>
                    <a:pt x="5075786" y="1335089"/>
                  </a:lnTo>
                  <a:lnTo>
                    <a:pt x="5075931" y="1335089"/>
                  </a:lnTo>
                  <a:lnTo>
                    <a:pt x="5076076" y="1335089"/>
                  </a:lnTo>
                  <a:lnTo>
                    <a:pt x="5076076" y="1334466"/>
                  </a:lnTo>
                  <a:lnTo>
                    <a:pt x="5076222" y="1334466"/>
                  </a:lnTo>
                  <a:lnTo>
                    <a:pt x="5076367" y="1334466"/>
                  </a:lnTo>
                  <a:lnTo>
                    <a:pt x="5076513" y="1334466"/>
                  </a:lnTo>
                  <a:lnTo>
                    <a:pt x="5076658" y="1334466"/>
                  </a:lnTo>
                  <a:lnTo>
                    <a:pt x="5076804" y="1334466"/>
                  </a:lnTo>
                  <a:lnTo>
                    <a:pt x="5076949" y="1334466"/>
                  </a:lnTo>
                  <a:lnTo>
                    <a:pt x="5077094" y="1334466"/>
                  </a:lnTo>
                  <a:lnTo>
                    <a:pt x="5077240" y="1334466"/>
                  </a:lnTo>
                  <a:lnTo>
                    <a:pt x="5077385" y="1334466"/>
                  </a:lnTo>
                  <a:lnTo>
                    <a:pt x="5077531" y="1334466"/>
                  </a:lnTo>
                  <a:lnTo>
                    <a:pt x="5077676" y="1334466"/>
                  </a:lnTo>
                  <a:lnTo>
                    <a:pt x="5077821" y="1334466"/>
                  </a:lnTo>
                  <a:lnTo>
                    <a:pt x="5077967" y="1334466"/>
                  </a:lnTo>
                  <a:lnTo>
                    <a:pt x="5078112" y="1334466"/>
                  </a:lnTo>
                  <a:lnTo>
                    <a:pt x="5078258" y="1334466"/>
                  </a:lnTo>
                  <a:lnTo>
                    <a:pt x="5078403" y="1334466"/>
                  </a:lnTo>
                  <a:lnTo>
                    <a:pt x="5078549" y="1334466"/>
                  </a:lnTo>
                  <a:lnTo>
                    <a:pt x="5078694" y="1334466"/>
                  </a:lnTo>
                  <a:lnTo>
                    <a:pt x="5078839" y="1334466"/>
                  </a:lnTo>
                  <a:lnTo>
                    <a:pt x="5078985" y="1334466"/>
                  </a:lnTo>
                  <a:lnTo>
                    <a:pt x="5079130" y="1334466"/>
                  </a:lnTo>
                  <a:lnTo>
                    <a:pt x="5079276" y="1334466"/>
                  </a:lnTo>
                  <a:lnTo>
                    <a:pt x="5079421" y="1334466"/>
                  </a:lnTo>
                  <a:lnTo>
                    <a:pt x="5079567" y="1334466"/>
                  </a:lnTo>
                  <a:lnTo>
                    <a:pt x="5079712" y="1334466"/>
                  </a:lnTo>
                  <a:lnTo>
                    <a:pt x="5079857" y="1334466"/>
                  </a:lnTo>
                  <a:lnTo>
                    <a:pt x="5080003" y="1334466"/>
                  </a:lnTo>
                  <a:lnTo>
                    <a:pt x="5080148" y="1334466"/>
                  </a:lnTo>
                  <a:lnTo>
                    <a:pt x="5080294" y="1334466"/>
                  </a:lnTo>
                  <a:lnTo>
                    <a:pt x="5080439" y="1334466"/>
                  </a:lnTo>
                  <a:lnTo>
                    <a:pt x="5080585" y="1334466"/>
                  </a:lnTo>
                  <a:lnTo>
                    <a:pt x="5080730" y="1334466"/>
                  </a:lnTo>
                  <a:lnTo>
                    <a:pt x="5080875" y="1334466"/>
                  </a:lnTo>
                  <a:lnTo>
                    <a:pt x="5081021" y="1334466"/>
                  </a:lnTo>
                  <a:lnTo>
                    <a:pt x="5081166" y="1334466"/>
                  </a:lnTo>
                  <a:lnTo>
                    <a:pt x="5081312" y="1334466"/>
                  </a:lnTo>
                  <a:lnTo>
                    <a:pt x="5081457" y="1334466"/>
                  </a:lnTo>
                  <a:lnTo>
                    <a:pt x="5081603" y="1334466"/>
                  </a:lnTo>
                  <a:lnTo>
                    <a:pt x="5081748" y="1334466"/>
                  </a:lnTo>
                  <a:lnTo>
                    <a:pt x="5081893" y="1334466"/>
                  </a:lnTo>
                  <a:lnTo>
                    <a:pt x="5082039" y="1334466"/>
                  </a:lnTo>
                  <a:lnTo>
                    <a:pt x="5082184" y="1334466"/>
                  </a:lnTo>
                  <a:lnTo>
                    <a:pt x="5082330" y="1334466"/>
                  </a:lnTo>
                  <a:lnTo>
                    <a:pt x="5082475" y="1334466"/>
                  </a:lnTo>
                  <a:lnTo>
                    <a:pt x="5082475" y="1333842"/>
                  </a:lnTo>
                  <a:lnTo>
                    <a:pt x="5082621" y="1333842"/>
                  </a:lnTo>
                  <a:lnTo>
                    <a:pt x="5082766" y="1333842"/>
                  </a:lnTo>
                  <a:lnTo>
                    <a:pt x="5082911" y="1333842"/>
                  </a:lnTo>
                  <a:lnTo>
                    <a:pt x="5083057" y="1333842"/>
                  </a:lnTo>
                  <a:lnTo>
                    <a:pt x="5083202" y="1333842"/>
                  </a:lnTo>
                  <a:lnTo>
                    <a:pt x="5083348" y="1333842"/>
                  </a:lnTo>
                  <a:lnTo>
                    <a:pt x="5083493" y="1333842"/>
                  </a:lnTo>
                  <a:lnTo>
                    <a:pt x="5083639" y="1333842"/>
                  </a:lnTo>
                  <a:lnTo>
                    <a:pt x="5083784" y="1333842"/>
                  </a:lnTo>
                  <a:lnTo>
                    <a:pt x="5083929" y="1333842"/>
                  </a:lnTo>
                  <a:lnTo>
                    <a:pt x="5084075" y="1333842"/>
                  </a:lnTo>
                  <a:lnTo>
                    <a:pt x="5084220" y="1333842"/>
                  </a:lnTo>
                  <a:lnTo>
                    <a:pt x="5084366" y="1333842"/>
                  </a:lnTo>
                  <a:lnTo>
                    <a:pt x="5084511" y="1333842"/>
                  </a:lnTo>
                  <a:lnTo>
                    <a:pt x="5084656" y="1333842"/>
                  </a:lnTo>
                  <a:lnTo>
                    <a:pt x="5084802" y="1333842"/>
                  </a:lnTo>
                  <a:lnTo>
                    <a:pt x="5084947" y="1333842"/>
                  </a:lnTo>
                  <a:lnTo>
                    <a:pt x="5085093" y="1333842"/>
                  </a:lnTo>
                  <a:lnTo>
                    <a:pt x="5085238" y="1333842"/>
                  </a:lnTo>
                  <a:lnTo>
                    <a:pt x="5085384" y="1333842"/>
                  </a:lnTo>
                  <a:lnTo>
                    <a:pt x="5085529" y="1333842"/>
                  </a:lnTo>
                  <a:lnTo>
                    <a:pt x="5085674" y="1333842"/>
                  </a:lnTo>
                  <a:lnTo>
                    <a:pt x="5085820" y="1333842"/>
                  </a:lnTo>
                  <a:lnTo>
                    <a:pt x="5085965" y="1333842"/>
                  </a:lnTo>
                  <a:lnTo>
                    <a:pt x="5086111" y="1333842"/>
                  </a:lnTo>
                  <a:lnTo>
                    <a:pt x="5086256" y="1333842"/>
                  </a:lnTo>
                  <a:lnTo>
                    <a:pt x="5086402" y="1333842"/>
                  </a:lnTo>
                  <a:lnTo>
                    <a:pt x="5086547" y="1333842"/>
                  </a:lnTo>
                  <a:lnTo>
                    <a:pt x="5086692" y="1333842"/>
                  </a:lnTo>
                  <a:lnTo>
                    <a:pt x="5086838" y="1333842"/>
                  </a:lnTo>
                  <a:lnTo>
                    <a:pt x="5086983" y="1333842"/>
                  </a:lnTo>
                  <a:lnTo>
                    <a:pt x="5086983" y="1333218"/>
                  </a:lnTo>
                  <a:lnTo>
                    <a:pt x="5086983" y="1332595"/>
                  </a:lnTo>
                  <a:lnTo>
                    <a:pt x="5087129" y="1332595"/>
                  </a:lnTo>
                  <a:lnTo>
                    <a:pt x="5087274" y="1332595"/>
                  </a:lnTo>
                  <a:lnTo>
                    <a:pt x="5087420" y="1332595"/>
                  </a:lnTo>
                  <a:lnTo>
                    <a:pt x="5087565" y="1332595"/>
                  </a:lnTo>
                  <a:lnTo>
                    <a:pt x="5087710" y="1332595"/>
                  </a:lnTo>
                  <a:lnTo>
                    <a:pt x="5087856" y="1332595"/>
                  </a:lnTo>
                  <a:lnTo>
                    <a:pt x="5088001" y="1332595"/>
                  </a:lnTo>
                  <a:lnTo>
                    <a:pt x="5088147" y="1332595"/>
                  </a:lnTo>
                  <a:lnTo>
                    <a:pt x="5088292" y="1332595"/>
                  </a:lnTo>
                  <a:lnTo>
                    <a:pt x="5088438" y="1332595"/>
                  </a:lnTo>
                  <a:lnTo>
                    <a:pt x="5088583" y="1332595"/>
                  </a:lnTo>
                  <a:lnTo>
                    <a:pt x="5088728" y="1332595"/>
                  </a:lnTo>
                  <a:lnTo>
                    <a:pt x="5088874" y="1332595"/>
                  </a:lnTo>
                  <a:lnTo>
                    <a:pt x="5089019" y="1332595"/>
                  </a:lnTo>
                  <a:lnTo>
                    <a:pt x="5089165" y="1332595"/>
                  </a:lnTo>
                  <a:lnTo>
                    <a:pt x="5089310" y="1332595"/>
                  </a:lnTo>
                  <a:lnTo>
                    <a:pt x="5089456" y="1332595"/>
                  </a:lnTo>
                  <a:lnTo>
                    <a:pt x="5089601" y="1332595"/>
                  </a:lnTo>
                  <a:lnTo>
                    <a:pt x="5089601" y="1331971"/>
                  </a:lnTo>
                  <a:lnTo>
                    <a:pt x="5089601" y="1331348"/>
                  </a:lnTo>
                  <a:lnTo>
                    <a:pt x="5089746" y="1331348"/>
                  </a:lnTo>
                  <a:lnTo>
                    <a:pt x="5089892" y="1331348"/>
                  </a:lnTo>
                  <a:lnTo>
                    <a:pt x="5090037" y="1331348"/>
                  </a:lnTo>
                  <a:lnTo>
                    <a:pt x="5090183" y="1331348"/>
                  </a:lnTo>
                  <a:lnTo>
                    <a:pt x="5090328" y="1331348"/>
                  </a:lnTo>
                  <a:lnTo>
                    <a:pt x="5090474" y="1331348"/>
                  </a:lnTo>
                  <a:lnTo>
                    <a:pt x="5090619" y="1331348"/>
                  </a:lnTo>
                  <a:lnTo>
                    <a:pt x="5090764" y="1331348"/>
                  </a:lnTo>
                  <a:lnTo>
                    <a:pt x="5090910" y="1331348"/>
                  </a:lnTo>
                  <a:lnTo>
                    <a:pt x="5091055" y="1331348"/>
                  </a:lnTo>
                  <a:lnTo>
                    <a:pt x="5091201" y="1331348"/>
                  </a:lnTo>
                  <a:lnTo>
                    <a:pt x="5091346" y="1331348"/>
                  </a:lnTo>
                  <a:lnTo>
                    <a:pt x="5091346" y="1330724"/>
                  </a:lnTo>
                  <a:lnTo>
                    <a:pt x="5091491" y="1330724"/>
                  </a:lnTo>
                  <a:lnTo>
                    <a:pt x="5091637" y="1330724"/>
                  </a:lnTo>
                  <a:lnTo>
                    <a:pt x="5091782" y="1330724"/>
                  </a:lnTo>
                  <a:lnTo>
                    <a:pt x="5091928" y="1330724"/>
                  </a:lnTo>
                  <a:lnTo>
                    <a:pt x="5092073" y="1330724"/>
                  </a:lnTo>
                  <a:lnTo>
                    <a:pt x="5092219" y="1330724"/>
                  </a:lnTo>
                  <a:lnTo>
                    <a:pt x="5092364" y="1330724"/>
                  </a:lnTo>
                  <a:lnTo>
                    <a:pt x="5092509" y="1330724"/>
                  </a:lnTo>
                  <a:lnTo>
                    <a:pt x="5092655" y="1330724"/>
                  </a:lnTo>
                  <a:lnTo>
                    <a:pt x="5092800" y="1330724"/>
                  </a:lnTo>
                  <a:lnTo>
                    <a:pt x="5092946" y="1330724"/>
                  </a:lnTo>
                  <a:lnTo>
                    <a:pt x="5093091" y="1330724"/>
                  </a:lnTo>
                  <a:lnTo>
                    <a:pt x="5093237" y="1330724"/>
                  </a:lnTo>
                  <a:lnTo>
                    <a:pt x="5093382" y="1330724"/>
                  </a:lnTo>
                  <a:lnTo>
                    <a:pt x="5093527" y="1330724"/>
                  </a:lnTo>
                  <a:lnTo>
                    <a:pt x="5093673" y="1330724"/>
                  </a:lnTo>
                  <a:lnTo>
                    <a:pt x="5093818" y="1330724"/>
                  </a:lnTo>
                  <a:lnTo>
                    <a:pt x="5093964" y="1330724"/>
                  </a:lnTo>
                  <a:lnTo>
                    <a:pt x="5094109" y="1330724"/>
                  </a:lnTo>
                  <a:lnTo>
                    <a:pt x="5094255" y="1330724"/>
                  </a:lnTo>
                  <a:lnTo>
                    <a:pt x="5094400" y="1330724"/>
                  </a:lnTo>
                  <a:lnTo>
                    <a:pt x="5094545" y="1330724"/>
                  </a:lnTo>
                  <a:lnTo>
                    <a:pt x="5094691" y="1330724"/>
                  </a:lnTo>
                  <a:lnTo>
                    <a:pt x="5094836" y="1330724"/>
                  </a:lnTo>
                  <a:lnTo>
                    <a:pt x="5094982" y="1330724"/>
                  </a:lnTo>
                  <a:lnTo>
                    <a:pt x="5095127" y="1330724"/>
                  </a:lnTo>
                  <a:lnTo>
                    <a:pt x="5095273" y="1330724"/>
                  </a:lnTo>
                  <a:lnTo>
                    <a:pt x="5095418" y="1330724"/>
                  </a:lnTo>
                  <a:lnTo>
                    <a:pt x="5095563" y="1330724"/>
                  </a:lnTo>
                  <a:lnTo>
                    <a:pt x="5095563" y="1330101"/>
                  </a:lnTo>
                  <a:lnTo>
                    <a:pt x="5095709" y="1330101"/>
                  </a:lnTo>
                  <a:lnTo>
                    <a:pt x="5095709" y="1329477"/>
                  </a:lnTo>
                  <a:lnTo>
                    <a:pt x="5095709" y="1328853"/>
                  </a:lnTo>
                  <a:lnTo>
                    <a:pt x="5095854" y="1328853"/>
                  </a:lnTo>
                  <a:lnTo>
                    <a:pt x="5096000" y="1328853"/>
                  </a:lnTo>
                  <a:lnTo>
                    <a:pt x="5096145" y="1328853"/>
                  </a:lnTo>
                  <a:lnTo>
                    <a:pt x="5096291" y="1328853"/>
                  </a:lnTo>
                  <a:lnTo>
                    <a:pt x="5096436" y="1328853"/>
                  </a:lnTo>
                  <a:lnTo>
                    <a:pt x="5096581" y="1328853"/>
                  </a:lnTo>
                  <a:lnTo>
                    <a:pt x="5096727" y="1328853"/>
                  </a:lnTo>
                  <a:lnTo>
                    <a:pt x="5096872" y="1328853"/>
                  </a:lnTo>
                  <a:lnTo>
                    <a:pt x="5097018" y="1328853"/>
                  </a:lnTo>
                  <a:lnTo>
                    <a:pt x="5097163" y="1328853"/>
                  </a:lnTo>
                  <a:lnTo>
                    <a:pt x="5097309" y="1328853"/>
                  </a:lnTo>
                  <a:lnTo>
                    <a:pt x="5097454" y="1328853"/>
                  </a:lnTo>
                  <a:lnTo>
                    <a:pt x="5097599" y="1328853"/>
                  </a:lnTo>
                  <a:lnTo>
                    <a:pt x="5097745" y="1328853"/>
                  </a:lnTo>
                  <a:lnTo>
                    <a:pt x="5097890" y="1328853"/>
                  </a:lnTo>
                  <a:lnTo>
                    <a:pt x="5098036" y="1328853"/>
                  </a:lnTo>
                  <a:lnTo>
                    <a:pt x="5098181" y="1328853"/>
                  </a:lnTo>
                  <a:lnTo>
                    <a:pt x="5098326" y="1328853"/>
                  </a:lnTo>
                  <a:lnTo>
                    <a:pt x="5098326" y="1328230"/>
                  </a:lnTo>
                  <a:lnTo>
                    <a:pt x="5098472" y="1328230"/>
                  </a:lnTo>
                  <a:lnTo>
                    <a:pt x="5098617" y="1328230"/>
                  </a:lnTo>
                  <a:lnTo>
                    <a:pt x="5098763" y="1328230"/>
                  </a:lnTo>
                  <a:lnTo>
                    <a:pt x="5098908" y="1328230"/>
                  </a:lnTo>
                  <a:lnTo>
                    <a:pt x="5099054" y="1328230"/>
                  </a:lnTo>
                  <a:lnTo>
                    <a:pt x="5099199" y="1328230"/>
                  </a:lnTo>
                  <a:lnTo>
                    <a:pt x="5099344" y="1328230"/>
                  </a:lnTo>
                  <a:lnTo>
                    <a:pt x="5099490" y="1328230"/>
                  </a:lnTo>
                  <a:lnTo>
                    <a:pt x="5099635" y="1328230"/>
                  </a:lnTo>
                  <a:lnTo>
                    <a:pt x="5099781" y="1328230"/>
                  </a:lnTo>
                  <a:lnTo>
                    <a:pt x="5099926" y="1328230"/>
                  </a:lnTo>
                  <a:lnTo>
                    <a:pt x="5100072" y="1328230"/>
                  </a:lnTo>
                  <a:lnTo>
                    <a:pt x="5100217" y="1328230"/>
                  </a:lnTo>
                  <a:lnTo>
                    <a:pt x="5100362" y="1328230"/>
                  </a:lnTo>
                  <a:lnTo>
                    <a:pt x="5100508" y="1328230"/>
                  </a:lnTo>
                  <a:lnTo>
                    <a:pt x="5100653" y="1328230"/>
                  </a:lnTo>
                  <a:lnTo>
                    <a:pt x="5100799" y="1328230"/>
                  </a:lnTo>
                  <a:lnTo>
                    <a:pt x="5100944" y="1328230"/>
                  </a:lnTo>
                  <a:lnTo>
                    <a:pt x="5101090" y="1328230"/>
                  </a:lnTo>
                  <a:lnTo>
                    <a:pt x="5101235" y="1328230"/>
                  </a:lnTo>
                  <a:lnTo>
                    <a:pt x="5101380" y="1328230"/>
                  </a:lnTo>
                  <a:lnTo>
                    <a:pt x="5101526" y="1328230"/>
                  </a:lnTo>
                  <a:lnTo>
                    <a:pt x="5101671" y="1328230"/>
                  </a:lnTo>
                  <a:lnTo>
                    <a:pt x="5101817" y="1328230"/>
                  </a:lnTo>
                  <a:lnTo>
                    <a:pt x="5101817" y="1327606"/>
                  </a:lnTo>
                  <a:lnTo>
                    <a:pt x="5101962" y="1327606"/>
                  </a:lnTo>
                  <a:lnTo>
                    <a:pt x="5102108" y="1327606"/>
                  </a:lnTo>
                  <a:lnTo>
                    <a:pt x="5102253" y="1327606"/>
                  </a:lnTo>
                  <a:lnTo>
                    <a:pt x="5102398" y="1327606"/>
                  </a:lnTo>
                  <a:lnTo>
                    <a:pt x="5102398" y="1326983"/>
                  </a:lnTo>
                  <a:lnTo>
                    <a:pt x="5102544" y="1326983"/>
                  </a:lnTo>
                  <a:lnTo>
                    <a:pt x="5102689" y="1326983"/>
                  </a:lnTo>
                  <a:lnTo>
                    <a:pt x="5102835" y="1326983"/>
                  </a:lnTo>
                  <a:lnTo>
                    <a:pt x="5102980" y="1326983"/>
                  </a:lnTo>
                  <a:lnTo>
                    <a:pt x="5103126" y="1326983"/>
                  </a:lnTo>
                  <a:lnTo>
                    <a:pt x="5103271" y="1326983"/>
                  </a:lnTo>
                  <a:lnTo>
                    <a:pt x="5103416" y="1326983"/>
                  </a:lnTo>
                  <a:lnTo>
                    <a:pt x="5103562" y="1326983"/>
                  </a:lnTo>
                  <a:lnTo>
                    <a:pt x="5103707" y="1326983"/>
                  </a:lnTo>
                  <a:lnTo>
                    <a:pt x="5103853" y="1326983"/>
                  </a:lnTo>
                  <a:lnTo>
                    <a:pt x="5103998" y="1326983"/>
                  </a:lnTo>
                  <a:lnTo>
                    <a:pt x="5104144" y="1326983"/>
                  </a:lnTo>
                  <a:lnTo>
                    <a:pt x="5104289" y="1326983"/>
                  </a:lnTo>
                  <a:lnTo>
                    <a:pt x="5104289" y="1326359"/>
                  </a:lnTo>
                  <a:lnTo>
                    <a:pt x="5104434" y="1326359"/>
                  </a:lnTo>
                  <a:lnTo>
                    <a:pt x="5104580" y="1326359"/>
                  </a:lnTo>
                  <a:lnTo>
                    <a:pt x="5104725" y="1326359"/>
                  </a:lnTo>
                  <a:lnTo>
                    <a:pt x="5104871" y="1326359"/>
                  </a:lnTo>
                  <a:lnTo>
                    <a:pt x="5105016" y="1326359"/>
                  </a:lnTo>
                  <a:lnTo>
                    <a:pt x="5105161" y="1326359"/>
                  </a:lnTo>
                  <a:lnTo>
                    <a:pt x="5105307" y="1326359"/>
                  </a:lnTo>
                  <a:lnTo>
                    <a:pt x="5105452" y="1326359"/>
                  </a:lnTo>
                  <a:lnTo>
                    <a:pt x="5105598" y="1326359"/>
                  </a:lnTo>
                  <a:lnTo>
                    <a:pt x="5105743" y="1326359"/>
                  </a:lnTo>
                  <a:lnTo>
                    <a:pt x="5105889" y="1326359"/>
                  </a:lnTo>
                  <a:lnTo>
                    <a:pt x="5106034" y="1326359"/>
                  </a:lnTo>
                  <a:lnTo>
                    <a:pt x="5106179" y="1326359"/>
                  </a:lnTo>
                  <a:lnTo>
                    <a:pt x="5106325" y="1326359"/>
                  </a:lnTo>
                  <a:lnTo>
                    <a:pt x="5106470" y="1326359"/>
                  </a:lnTo>
                  <a:lnTo>
                    <a:pt x="5106616" y="1326359"/>
                  </a:lnTo>
                  <a:lnTo>
                    <a:pt x="5106761" y="1326359"/>
                  </a:lnTo>
                  <a:lnTo>
                    <a:pt x="5106907" y="1326359"/>
                  </a:lnTo>
                  <a:lnTo>
                    <a:pt x="5106907" y="1325736"/>
                  </a:lnTo>
                  <a:lnTo>
                    <a:pt x="5107052" y="1325736"/>
                  </a:lnTo>
                  <a:lnTo>
                    <a:pt x="5107197" y="1325736"/>
                  </a:lnTo>
                  <a:lnTo>
                    <a:pt x="5107197" y="1325112"/>
                  </a:lnTo>
                  <a:lnTo>
                    <a:pt x="5107343" y="1325112"/>
                  </a:lnTo>
                  <a:lnTo>
                    <a:pt x="5107488" y="1325112"/>
                  </a:lnTo>
                  <a:lnTo>
                    <a:pt x="5107634" y="1325112"/>
                  </a:lnTo>
                  <a:lnTo>
                    <a:pt x="5107779" y="1325112"/>
                  </a:lnTo>
                  <a:lnTo>
                    <a:pt x="5107925" y="1325112"/>
                  </a:lnTo>
                  <a:lnTo>
                    <a:pt x="5108070" y="1325112"/>
                  </a:lnTo>
                  <a:lnTo>
                    <a:pt x="5108215" y="1325112"/>
                  </a:lnTo>
                  <a:lnTo>
                    <a:pt x="5108361" y="1325112"/>
                  </a:lnTo>
                  <a:lnTo>
                    <a:pt x="5108506" y="1325112"/>
                  </a:lnTo>
                  <a:lnTo>
                    <a:pt x="5108652" y="1325112"/>
                  </a:lnTo>
                  <a:lnTo>
                    <a:pt x="5108797" y="1325112"/>
                  </a:lnTo>
                  <a:lnTo>
                    <a:pt x="5108943" y="1325112"/>
                  </a:lnTo>
                  <a:lnTo>
                    <a:pt x="5108943" y="1324488"/>
                  </a:lnTo>
                  <a:lnTo>
                    <a:pt x="5109088" y="1324488"/>
                  </a:lnTo>
                  <a:lnTo>
                    <a:pt x="5109233" y="1324488"/>
                  </a:lnTo>
                  <a:lnTo>
                    <a:pt x="5109379" y="1324488"/>
                  </a:lnTo>
                  <a:lnTo>
                    <a:pt x="5109379" y="1323865"/>
                  </a:lnTo>
                  <a:lnTo>
                    <a:pt x="5109524" y="1323865"/>
                  </a:lnTo>
                  <a:lnTo>
                    <a:pt x="5109670" y="1323865"/>
                  </a:lnTo>
                  <a:lnTo>
                    <a:pt x="5109815" y="1323865"/>
                  </a:lnTo>
                  <a:lnTo>
                    <a:pt x="5109961" y="1323865"/>
                  </a:lnTo>
                  <a:lnTo>
                    <a:pt x="5110106" y="1323865"/>
                  </a:lnTo>
                  <a:lnTo>
                    <a:pt x="5110106" y="1323241"/>
                  </a:lnTo>
                  <a:lnTo>
                    <a:pt x="5110106" y="1322618"/>
                  </a:lnTo>
                  <a:lnTo>
                    <a:pt x="5110251" y="1322618"/>
                  </a:lnTo>
                  <a:lnTo>
                    <a:pt x="5110397" y="1322618"/>
                  </a:lnTo>
                  <a:lnTo>
                    <a:pt x="5110542" y="1322618"/>
                  </a:lnTo>
                  <a:lnTo>
                    <a:pt x="5110688" y="1322618"/>
                  </a:lnTo>
                  <a:lnTo>
                    <a:pt x="5110833" y="1322618"/>
                  </a:lnTo>
                  <a:lnTo>
                    <a:pt x="5110979" y="1322618"/>
                  </a:lnTo>
                  <a:lnTo>
                    <a:pt x="5111124" y="1322618"/>
                  </a:lnTo>
                  <a:lnTo>
                    <a:pt x="5111269" y="1322618"/>
                  </a:lnTo>
                  <a:lnTo>
                    <a:pt x="5111415" y="1322618"/>
                  </a:lnTo>
                  <a:lnTo>
                    <a:pt x="5111560" y="1322618"/>
                  </a:lnTo>
                  <a:lnTo>
                    <a:pt x="5111706" y="1322618"/>
                  </a:lnTo>
                  <a:lnTo>
                    <a:pt x="5111851" y="1322618"/>
                  </a:lnTo>
                  <a:lnTo>
                    <a:pt x="5111996" y="1322618"/>
                  </a:lnTo>
                  <a:lnTo>
                    <a:pt x="5111996" y="1321994"/>
                  </a:lnTo>
                  <a:lnTo>
                    <a:pt x="5112142" y="1321994"/>
                  </a:lnTo>
                  <a:lnTo>
                    <a:pt x="5112287" y="1321994"/>
                  </a:lnTo>
                  <a:lnTo>
                    <a:pt x="5112433" y="1321994"/>
                  </a:lnTo>
                  <a:lnTo>
                    <a:pt x="5112578" y="1321994"/>
                  </a:lnTo>
                  <a:lnTo>
                    <a:pt x="5112724" y="1321994"/>
                  </a:lnTo>
                  <a:lnTo>
                    <a:pt x="5112869" y="1321994"/>
                  </a:lnTo>
                  <a:lnTo>
                    <a:pt x="5113014" y="1321994"/>
                  </a:lnTo>
                  <a:lnTo>
                    <a:pt x="5113160" y="1321994"/>
                  </a:lnTo>
                  <a:lnTo>
                    <a:pt x="5113305" y="1321994"/>
                  </a:lnTo>
                  <a:lnTo>
                    <a:pt x="5113451" y="1321994"/>
                  </a:lnTo>
                  <a:lnTo>
                    <a:pt x="5113451" y="1321370"/>
                  </a:lnTo>
                  <a:lnTo>
                    <a:pt x="5113596" y="1321370"/>
                  </a:lnTo>
                  <a:lnTo>
                    <a:pt x="5113742" y="1321370"/>
                  </a:lnTo>
                  <a:lnTo>
                    <a:pt x="5113887" y="1321370"/>
                  </a:lnTo>
                  <a:lnTo>
                    <a:pt x="5114032" y="1321370"/>
                  </a:lnTo>
                  <a:lnTo>
                    <a:pt x="5114178" y="1321370"/>
                  </a:lnTo>
                  <a:lnTo>
                    <a:pt x="5114178" y="1320747"/>
                  </a:lnTo>
                  <a:lnTo>
                    <a:pt x="5114323" y="1320747"/>
                  </a:lnTo>
                  <a:lnTo>
                    <a:pt x="5114469" y="1320747"/>
                  </a:lnTo>
                  <a:lnTo>
                    <a:pt x="5114469" y="1320123"/>
                  </a:lnTo>
                  <a:lnTo>
                    <a:pt x="5114614" y="1320123"/>
                  </a:lnTo>
                  <a:lnTo>
                    <a:pt x="5114760" y="1320123"/>
                  </a:lnTo>
                  <a:lnTo>
                    <a:pt x="5114905" y="1320123"/>
                  </a:lnTo>
                  <a:lnTo>
                    <a:pt x="5115050" y="1320123"/>
                  </a:lnTo>
                  <a:lnTo>
                    <a:pt x="5115050" y="1319500"/>
                  </a:lnTo>
                  <a:lnTo>
                    <a:pt x="5115196" y="1319500"/>
                  </a:lnTo>
                  <a:lnTo>
                    <a:pt x="5115341" y="1319500"/>
                  </a:lnTo>
                  <a:lnTo>
                    <a:pt x="5115487" y="1319500"/>
                  </a:lnTo>
                  <a:lnTo>
                    <a:pt x="5115632" y="1319500"/>
                  </a:lnTo>
                  <a:lnTo>
                    <a:pt x="5115778" y="1319500"/>
                  </a:lnTo>
                  <a:lnTo>
                    <a:pt x="5115923" y="1319500"/>
                  </a:lnTo>
                  <a:lnTo>
                    <a:pt x="5116068" y="1319500"/>
                  </a:lnTo>
                  <a:lnTo>
                    <a:pt x="5116214" y="1319500"/>
                  </a:lnTo>
                  <a:lnTo>
                    <a:pt x="5116359" y="1319500"/>
                  </a:lnTo>
                  <a:lnTo>
                    <a:pt x="5116505" y="1319500"/>
                  </a:lnTo>
                  <a:lnTo>
                    <a:pt x="5116505" y="1318876"/>
                  </a:lnTo>
                  <a:lnTo>
                    <a:pt x="5116650" y="1318876"/>
                  </a:lnTo>
                  <a:lnTo>
                    <a:pt x="5116796" y="1318876"/>
                  </a:lnTo>
                  <a:lnTo>
                    <a:pt x="5116941" y="1318876"/>
                  </a:lnTo>
                  <a:lnTo>
                    <a:pt x="5117086" y="1318876"/>
                  </a:lnTo>
                  <a:lnTo>
                    <a:pt x="5117232" y="1318876"/>
                  </a:lnTo>
                  <a:lnTo>
                    <a:pt x="5117377" y="1318876"/>
                  </a:lnTo>
                  <a:lnTo>
                    <a:pt x="5117523" y="1318876"/>
                  </a:lnTo>
                  <a:lnTo>
                    <a:pt x="5117668" y="1318876"/>
                  </a:lnTo>
                  <a:lnTo>
                    <a:pt x="5117813" y="1318876"/>
                  </a:lnTo>
                  <a:lnTo>
                    <a:pt x="5117959" y="1318876"/>
                  </a:lnTo>
                  <a:lnTo>
                    <a:pt x="5118104" y="1318876"/>
                  </a:lnTo>
                  <a:lnTo>
                    <a:pt x="5118250" y="1318876"/>
                  </a:lnTo>
                  <a:lnTo>
                    <a:pt x="5118395" y="1318876"/>
                  </a:lnTo>
                  <a:lnTo>
                    <a:pt x="5118395" y="1318253"/>
                  </a:lnTo>
                  <a:lnTo>
                    <a:pt x="5118541" y="1318253"/>
                  </a:lnTo>
                  <a:lnTo>
                    <a:pt x="5118686" y="1318253"/>
                  </a:lnTo>
                  <a:lnTo>
                    <a:pt x="5118831" y="1318253"/>
                  </a:lnTo>
                  <a:lnTo>
                    <a:pt x="5118977" y="1318253"/>
                  </a:lnTo>
                  <a:lnTo>
                    <a:pt x="5119122" y="1318253"/>
                  </a:lnTo>
                  <a:lnTo>
                    <a:pt x="5119268" y="1318253"/>
                  </a:lnTo>
                  <a:lnTo>
                    <a:pt x="5119413" y="1318253"/>
                  </a:lnTo>
                  <a:lnTo>
                    <a:pt x="5119413" y="1317629"/>
                  </a:lnTo>
                  <a:lnTo>
                    <a:pt x="5119559" y="1317629"/>
                  </a:lnTo>
                  <a:lnTo>
                    <a:pt x="5119704" y="1317629"/>
                  </a:lnTo>
                  <a:lnTo>
                    <a:pt x="5119704" y="1317005"/>
                  </a:lnTo>
                  <a:lnTo>
                    <a:pt x="5119704" y="1316382"/>
                  </a:lnTo>
                  <a:lnTo>
                    <a:pt x="5119704" y="1315758"/>
                  </a:lnTo>
                  <a:lnTo>
                    <a:pt x="5119849" y="1315758"/>
                  </a:lnTo>
                  <a:lnTo>
                    <a:pt x="5119995" y="1315758"/>
                  </a:lnTo>
                  <a:lnTo>
                    <a:pt x="5120140" y="1315758"/>
                  </a:lnTo>
                  <a:lnTo>
                    <a:pt x="5120286" y="1315758"/>
                  </a:lnTo>
                  <a:lnTo>
                    <a:pt x="5120431" y="1315758"/>
                  </a:lnTo>
                  <a:lnTo>
                    <a:pt x="5120431" y="1315135"/>
                  </a:lnTo>
                  <a:lnTo>
                    <a:pt x="5120431" y="1314511"/>
                  </a:lnTo>
                  <a:lnTo>
                    <a:pt x="5120577" y="1314511"/>
                  </a:lnTo>
                  <a:lnTo>
                    <a:pt x="5120722" y="1314511"/>
                  </a:lnTo>
                  <a:lnTo>
                    <a:pt x="5120867" y="1314511"/>
                  </a:lnTo>
                  <a:lnTo>
                    <a:pt x="5121013" y="1314511"/>
                  </a:lnTo>
                  <a:lnTo>
                    <a:pt x="5121158" y="1314511"/>
                  </a:lnTo>
                  <a:lnTo>
                    <a:pt x="5121304" y="1314511"/>
                  </a:lnTo>
                  <a:lnTo>
                    <a:pt x="5121449" y="1314511"/>
                  </a:lnTo>
                  <a:lnTo>
                    <a:pt x="5121595" y="1314511"/>
                  </a:lnTo>
                  <a:lnTo>
                    <a:pt x="5121740" y="1314511"/>
                  </a:lnTo>
                  <a:lnTo>
                    <a:pt x="5121885" y="1314511"/>
                  </a:lnTo>
                  <a:lnTo>
                    <a:pt x="5121885" y="1313887"/>
                  </a:lnTo>
                  <a:lnTo>
                    <a:pt x="5122031" y="1313887"/>
                  </a:lnTo>
                  <a:lnTo>
                    <a:pt x="5122031" y="1313264"/>
                  </a:lnTo>
                  <a:lnTo>
                    <a:pt x="5122176" y="1313264"/>
                  </a:lnTo>
                  <a:lnTo>
                    <a:pt x="5122176" y="1312640"/>
                  </a:lnTo>
                  <a:lnTo>
                    <a:pt x="5122322" y="1312640"/>
                  </a:lnTo>
                  <a:lnTo>
                    <a:pt x="5122467" y="1312640"/>
                  </a:lnTo>
                  <a:lnTo>
                    <a:pt x="5122467" y="1312017"/>
                  </a:lnTo>
                  <a:lnTo>
                    <a:pt x="5122613" y="1312017"/>
                  </a:lnTo>
                  <a:lnTo>
                    <a:pt x="5122758" y="1312017"/>
                  </a:lnTo>
                  <a:lnTo>
                    <a:pt x="5122903" y="1312017"/>
                  </a:lnTo>
                  <a:lnTo>
                    <a:pt x="5122903" y="1311393"/>
                  </a:lnTo>
                  <a:lnTo>
                    <a:pt x="5122903" y="1310770"/>
                  </a:lnTo>
                  <a:lnTo>
                    <a:pt x="5122903" y="1310146"/>
                  </a:lnTo>
                  <a:lnTo>
                    <a:pt x="5123049" y="1310146"/>
                  </a:lnTo>
                  <a:lnTo>
                    <a:pt x="5123194" y="1310146"/>
                  </a:lnTo>
                  <a:lnTo>
                    <a:pt x="5123340" y="1310146"/>
                  </a:lnTo>
                  <a:lnTo>
                    <a:pt x="5123485" y="1310146"/>
                  </a:lnTo>
                  <a:lnTo>
                    <a:pt x="5123631" y="1310146"/>
                  </a:lnTo>
                  <a:lnTo>
                    <a:pt x="5123776" y="1310146"/>
                  </a:lnTo>
                  <a:lnTo>
                    <a:pt x="5123921" y="1310146"/>
                  </a:lnTo>
                  <a:lnTo>
                    <a:pt x="5124067" y="1310146"/>
                  </a:lnTo>
                  <a:lnTo>
                    <a:pt x="5124212" y="1310146"/>
                  </a:lnTo>
                  <a:lnTo>
                    <a:pt x="5124358" y="1310146"/>
                  </a:lnTo>
                  <a:lnTo>
                    <a:pt x="5124503" y="1310146"/>
                  </a:lnTo>
                  <a:lnTo>
                    <a:pt x="5124648" y="1310146"/>
                  </a:lnTo>
                  <a:lnTo>
                    <a:pt x="5124794" y="1310146"/>
                  </a:lnTo>
                  <a:lnTo>
                    <a:pt x="5124939" y="1310146"/>
                  </a:lnTo>
                  <a:lnTo>
                    <a:pt x="5125085" y="1310146"/>
                  </a:lnTo>
                  <a:lnTo>
                    <a:pt x="5125230" y="1310146"/>
                  </a:lnTo>
                  <a:lnTo>
                    <a:pt x="5125376" y="1310146"/>
                  </a:lnTo>
                  <a:lnTo>
                    <a:pt x="5125521" y="1310146"/>
                  </a:lnTo>
                  <a:lnTo>
                    <a:pt x="5125666" y="1310146"/>
                  </a:lnTo>
                  <a:lnTo>
                    <a:pt x="5125812" y="1310146"/>
                  </a:lnTo>
                  <a:lnTo>
                    <a:pt x="5125957" y="1310146"/>
                  </a:lnTo>
                  <a:lnTo>
                    <a:pt x="5126103" y="1310146"/>
                  </a:lnTo>
                  <a:lnTo>
                    <a:pt x="5126248" y="1310146"/>
                  </a:lnTo>
                  <a:lnTo>
                    <a:pt x="5126394" y="1310146"/>
                  </a:lnTo>
                  <a:lnTo>
                    <a:pt x="5126539" y="1310146"/>
                  </a:lnTo>
                  <a:lnTo>
                    <a:pt x="5126539" y="1309522"/>
                  </a:lnTo>
                  <a:lnTo>
                    <a:pt x="5126539" y="1308899"/>
                  </a:lnTo>
                  <a:lnTo>
                    <a:pt x="5126684" y="1308899"/>
                  </a:lnTo>
                  <a:lnTo>
                    <a:pt x="5126684" y="1308275"/>
                  </a:lnTo>
                  <a:lnTo>
                    <a:pt x="5126830" y="1308275"/>
                  </a:lnTo>
                  <a:lnTo>
                    <a:pt x="5126975" y="1308275"/>
                  </a:lnTo>
                  <a:lnTo>
                    <a:pt x="5127121" y="1308275"/>
                  </a:lnTo>
                  <a:lnTo>
                    <a:pt x="5127121" y="1307652"/>
                  </a:lnTo>
                  <a:lnTo>
                    <a:pt x="5127266" y="1307652"/>
                  </a:lnTo>
                  <a:lnTo>
                    <a:pt x="5127412" y="1307652"/>
                  </a:lnTo>
                  <a:lnTo>
                    <a:pt x="5127557" y="1307652"/>
                  </a:lnTo>
                  <a:lnTo>
                    <a:pt x="5127702" y="1307652"/>
                  </a:lnTo>
                  <a:lnTo>
                    <a:pt x="5127848" y="1307652"/>
                  </a:lnTo>
                  <a:lnTo>
                    <a:pt x="5127993" y="1307652"/>
                  </a:lnTo>
                  <a:lnTo>
                    <a:pt x="5128139" y="1307652"/>
                  </a:lnTo>
                  <a:lnTo>
                    <a:pt x="5128284" y="1307652"/>
                  </a:lnTo>
                  <a:lnTo>
                    <a:pt x="5128430" y="1307652"/>
                  </a:lnTo>
                  <a:lnTo>
                    <a:pt x="5128575" y="1307652"/>
                  </a:lnTo>
                  <a:lnTo>
                    <a:pt x="5128720" y="1307652"/>
                  </a:lnTo>
                  <a:lnTo>
                    <a:pt x="5128866" y="1307652"/>
                  </a:lnTo>
                  <a:lnTo>
                    <a:pt x="5128866" y="1307028"/>
                  </a:lnTo>
                  <a:lnTo>
                    <a:pt x="5129011" y="1307028"/>
                  </a:lnTo>
                  <a:lnTo>
                    <a:pt x="5129157" y="1307028"/>
                  </a:lnTo>
                  <a:lnTo>
                    <a:pt x="5129302" y="1307028"/>
                  </a:lnTo>
                  <a:lnTo>
                    <a:pt x="5129448" y="1307028"/>
                  </a:lnTo>
                  <a:lnTo>
                    <a:pt x="5129593" y="1307028"/>
                  </a:lnTo>
                  <a:lnTo>
                    <a:pt x="5129738" y="1307028"/>
                  </a:lnTo>
                  <a:lnTo>
                    <a:pt x="5129884" y="1307028"/>
                  </a:lnTo>
                  <a:lnTo>
                    <a:pt x="5130029" y="1307028"/>
                  </a:lnTo>
                  <a:lnTo>
                    <a:pt x="5130175" y="1307028"/>
                  </a:lnTo>
                  <a:lnTo>
                    <a:pt x="5130320" y="1307028"/>
                  </a:lnTo>
                  <a:lnTo>
                    <a:pt x="5130466" y="1307028"/>
                  </a:lnTo>
                  <a:lnTo>
                    <a:pt x="5130611" y="1307028"/>
                  </a:lnTo>
                  <a:lnTo>
                    <a:pt x="5130756" y="1307028"/>
                  </a:lnTo>
                  <a:lnTo>
                    <a:pt x="5130902" y="1307028"/>
                  </a:lnTo>
                  <a:lnTo>
                    <a:pt x="5131047" y="1307028"/>
                  </a:lnTo>
                  <a:lnTo>
                    <a:pt x="5131193" y="1307028"/>
                  </a:lnTo>
                  <a:lnTo>
                    <a:pt x="5131338" y="1307028"/>
                  </a:lnTo>
                  <a:lnTo>
                    <a:pt x="5131483" y="1307028"/>
                  </a:lnTo>
                  <a:lnTo>
                    <a:pt x="5131629" y="1307028"/>
                  </a:lnTo>
                  <a:lnTo>
                    <a:pt x="5131774" y="1307028"/>
                  </a:lnTo>
                  <a:lnTo>
                    <a:pt x="5131920" y="1307028"/>
                  </a:lnTo>
                  <a:lnTo>
                    <a:pt x="5132065" y="1307028"/>
                  </a:lnTo>
                  <a:lnTo>
                    <a:pt x="5132211" y="1307028"/>
                  </a:lnTo>
                  <a:lnTo>
                    <a:pt x="5132211" y="1306404"/>
                  </a:lnTo>
                  <a:lnTo>
                    <a:pt x="5132356" y="1306404"/>
                  </a:lnTo>
                  <a:lnTo>
                    <a:pt x="5132501" y="1306404"/>
                  </a:lnTo>
                  <a:lnTo>
                    <a:pt x="5132501" y="1305781"/>
                  </a:lnTo>
                  <a:lnTo>
                    <a:pt x="5132647" y="1305781"/>
                  </a:lnTo>
                  <a:lnTo>
                    <a:pt x="5132792" y="1305781"/>
                  </a:lnTo>
                  <a:lnTo>
                    <a:pt x="5132938" y="1305781"/>
                  </a:lnTo>
                  <a:lnTo>
                    <a:pt x="5133083" y="1305781"/>
                  </a:lnTo>
                  <a:lnTo>
                    <a:pt x="5133229" y="1305781"/>
                  </a:lnTo>
                  <a:lnTo>
                    <a:pt x="5133374" y="1305781"/>
                  </a:lnTo>
                  <a:lnTo>
                    <a:pt x="5133519" y="1305781"/>
                  </a:lnTo>
                  <a:lnTo>
                    <a:pt x="5133665" y="1305781"/>
                  </a:lnTo>
                  <a:lnTo>
                    <a:pt x="5133665" y="1305157"/>
                  </a:lnTo>
                  <a:lnTo>
                    <a:pt x="5133810" y="1305157"/>
                  </a:lnTo>
                  <a:lnTo>
                    <a:pt x="5133956" y="1305157"/>
                  </a:lnTo>
                  <a:lnTo>
                    <a:pt x="5134101" y="1305157"/>
                  </a:lnTo>
                  <a:lnTo>
                    <a:pt x="5134247" y="1305157"/>
                  </a:lnTo>
                  <a:lnTo>
                    <a:pt x="5134392" y="1305157"/>
                  </a:lnTo>
                  <a:lnTo>
                    <a:pt x="5134537" y="1305157"/>
                  </a:lnTo>
                  <a:lnTo>
                    <a:pt x="5134683" y="1305157"/>
                  </a:lnTo>
                  <a:lnTo>
                    <a:pt x="5134683" y="1304534"/>
                  </a:lnTo>
                  <a:lnTo>
                    <a:pt x="5134828" y="1304534"/>
                  </a:lnTo>
                  <a:lnTo>
                    <a:pt x="5134974" y="1304534"/>
                  </a:lnTo>
                  <a:lnTo>
                    <a:pt x="5135119" y="1304534"/>
                  </a:lnTo>
                  <a:lnTo>
                    <a:pt x="5135265" y="1304534"/>
                  </a:lnTo>
                  <a:lnTo>
                    <a:pt x="5135410" y="1304534"/>
                  </a:lnTo>
                  <a:lnTo>
                    <a:pt x="5135555" y="1304534"/>
                  </a:lnTo>
                  <a:lnTo>
                    <a:pt x="5135701" y="1304534"/>
                  </a:lnTo>
                  <a:lnTo>
                    <a:pt x="5135846" y="1304534"/>
                  </a:lnTo>
                  <a:lnTo>
                    <a:pt x="5135992" y="1304534"/>
                  </a:lnTo>
                  <a:lnTo>
                    <a:pt x="5136137" y="1304534"/>
                  </a:lnTo>
                  <a:lnTo>
                    <a:pt x="5136283" y="1304534"/>
                  </a:lnTo>
                  <a:lnTo>
                    <a:pt x="5136428" y="1304534"/>
                  </a:lnTo>
                  <a:lnTo>
                    <a:pt x="5136573" y="1304534"/>
                  </a:lnTo>
                  <a:lnTo>
                    <a:pt x="5136719" y="1304534"/>
                  </a:lnTo>
                  <a:lnTo>
                    <a:pt x="5136864" y="1304534"/>
                  </a:lnTo>
                  <a:lnTo>
                    <a:pt x="5137010" y="1304534"/>
                  </a:lnTo>
                  <a:lnTo>
                    <a:pt x="5137155" y="1304534"/>
                  </a:lnTo>
                  <a:lnTo>
                    <a:pt x="5137301" y="1304534"/>
                  </a:lnTo>
                  <a:lnTo>
                    <a:pt x="5137446" y="1304534"/>
                  </a:lnTo>
                  <a:lnTo>
                    <a:pt x="5137591" y="1304534"/>
                  </a:lnTo>
                  <a:lnTo>
                    <a:pt x="5137737" y="1304534"/>
                  </a:lnTo>
                  <a:lnTo>
                    <a:pt x="5137882" y="1304534"/>
                  </a:lnTo>
                  <a:lnTo>
                    <a:pt x="5138028" y="1304534"/>
                  </a:lnTo>
                  <a:lnTo>
                    <a:pt x="5138173" y="1304534"/>
                  </a:lnTo>
                  <a:lnTo>
                    <a:pt x="5138173" y="1303910"/>
                  </a:lnTo>
                  <a:lnTo>
                    <a:pt x="5138318" y="1303910"/>
                  </a:lnTo>
                  <a:lnTo>
                    <a:pt x="5138464" y="1303910"/>
                  </a:lnTo>
                  <a:lnTo>
                    <a:pt x="5138609" y="1303910"/>
                  </a:lnTo>
                  <a:lnTo>
                    <a:pt x="5138609" y="1303287"/>
                  </a:lnTo>
                  <a:lnTo>
                    <a:pt x="5138609" y="1302663"/>
                  </a:lnTo>
                  <a:lnTo>
                    <a:pt x="5138755" y="1302663"/>
                  </a:lnTo>
                  <a:lnTo>
                    <a:pt x="5138900" y="1302663"/>
                  </a:lnTo>
                  <a:lnTo>
                    <a:pt x="5139046" y="1302663"/>
                  </a:lnTo>
                  <a:lnTo>
                    <a:pt x="5139191" y="1302663"/>
                  </a:lnTo>
                  <a:lnTo>
                    <a:pt x="5139336" y="1302663"/>
                  </a:lnTo>
                  <a:lnTo>
                    <a:pt x="5139336" y="1302039"/>
                  </a:lnTo>
                  <a:lnTo>
                    <a:pt x="5139482" y="1302039"/>
                  </a:lnTo>
                  <a:lnTo>
                    <a:pt x="5139482" y="1301416"/>
                  </a:lnTo>
                  <a:lnTo>
                    <a:pt x="5139627" y="1301416"/>
                  </a:lnTo>
                  <a:lnTo>
                    <a:pt x="5139773" y="1301416"/>
                  </a:lnTo>
                  <a:lnTo>
                    <a:pt x="5139918" y="1301416"/>
                  </a:lnTo>
                  <a:lnTo>
                    <a:pt x="5139918" y="1300792"/>
                  </a:lnTo>
                  <a:lnTo>
                    <a:pt x="5140064" y="1300792"/>
                  </a:lnTo>
                  <a:lnTo>
                    <a:pt x="5140209" y="1300792"/>
                  </a:lnTo>
                  <a:lnTo>
                    <a:pt x="5140354" y="1300792"/>
                  </a:lnTo>
                  <a:lnTo>
                    <a:pt x="5140500" y="1300792"/>
                  </a:lnTo>
                  <a:lnTo>
                    <a:pt x="5140645" y="1300792"/>
                  </a:lnTo>
                  <a:lnTo>
                    <a:pt x="5140645" y="1300169"/>
                  </a:lnTo>
                  <a:lnTo>
                    <a:pt x="5140791" y="1300169"/>
                  </a:lnTo>
                  <a:lnTo>
                    <a:pt x="5140936" y="1300169"/>
                  </a:lnTo>
                  <a:lnTo>
                    <a:pt x="5140936" y="1299545"/>
                  </a:lnTo>
                  <a:lnTo>
                    <a:pt x="5141082" y="1299545"/>
                  </a:lnTo>
                  <a:lnTo>
                    <a:pt x="5141227" y="1299545"/>
                  </a:lnTo>
                  <a:lnTo>
                    <a:pt x="5141372" y="1299545"/>
                  </a:lnTo>
                  <a:lnTo>
                    <a:pt x="5141372" y="1298921"/>
                  </a:lnTo>
                  <a:lnTo>
                    <a:pt x="5141518" y="1298921"/>
                  </a:lnTo>
                  <a:lnTo>
                    <a:pt x="5141663" y="1298921"/>
                  </a:lnTo>
                  <a:lnTo>
                    <a:pt x="5141663" y="1298298"/>
                  </a:lnTo>
                  <a:lnTo>
                    <a:pt x="5141663" y="1297674"/>
                  </a:lnTo>
                  <a:lnTo>
                    <a:pt x="5141809" y="1297674"/>
                  </a:lnTo>
                  <a:lnTo>
                    <a:pt x="5141954" y="1297674"/>
                  </a:lnTo>
                  <a:lnTo>
                    <a:pt x="5142100" y="1297674"/>
                  </a:lnTo>
                  <a:lnTo>
                    <a:pt x="5142245" y="1297674"/>
                  </a:lnTo>
                  <a:lnTo>
                    <a:pt x="5142390" y="1297674"/>
                  </a:lnTo>
                  <a:lnTo>
                    <a:pt x="5142536" y="1297674"/>
                  </a:lnTo>
                  <a:lnTo>
                    <a:pt x="5142681" y="1297674"/>
                  </a:lnTo>
                  <a:lnTo>
                    <a:pt x="5142827" y="1297674"/>
                  </a:lnTo>
                  <a:lnTo>
                    <a:pt x="5142972" y="1297674"/>
                  </a:lnTo>
                  <a:lnTo>
                    <a:pt x="5142972" y="1297051"/>
                  </a:lnTo>
                  <a:lnTo>
                    <a:pt x="5143118" y="1297051"/>
                  </a:lnTo>
                  <a:lnTo>
                    <a:pt x="5143263" y="1297051"/>
                  </a:lnTo>
                  <a:lnTo>
                    <a:pt x="5143408" y="1297051"/>
                  </a:lnTo>
                  <a:lnTo>
                    <a:pt x="5143554" y="1297051"/>
                  </a:lnTo>
                  <a:lnTo>
                    <a:pt x="5143699" y="1297051"/>
                  </a:lnTo>
                  <a:lnTo>
                    <a:pt x="5143845" y="1297051"/>
                  </a:lnTo>
                  <a:lnTo>
                    <a:pt x="5143990" y="1297051"/>
                  </a:lnTo>
                  <a:lnTo>
                    <a:pt x="5143990" y="1296427"/>
                  </a:lnTo>
                  <a:lnTo>
                    <a:pt x="5144136" y="1296427"/>
                  </a:lnTo>
                  <a:lnTo>
                    <a:pt x="5144281" y="1296427"/>
                  </a:lnTo>
                  <a:lnTo>
                    <a:pt x="5144281" y="1295804"/>
                  </a:lnTo>
                  <a:lnTo>
                    <a:pt x="5144426" y="1295804"/>
                  </a:lnTo>
                  <a:lnTo>
                    <a:pt x="5144572" y="1295804"/>
                  </a:lnTo>
                  <a:lnTo>
                    <a:pt x="5144717" y="1295804"/>
                  </a:lnTo>
                  <a:lnTo>
                    <a:pt x="5144863" y="1295804"/>
                  </a:lnTo>
                  <a:lnTo>
                    <a:pt x="5145008" y="1295804"/>
                  </a:lnTo>
                  <a:lnTo>
                    <a:pt x="5145153" y="1295804"/>
                  </a:lnTo>
                  <a:lnTo>
                    <a:pt x="5145299" y="1295804"/>
                  </a:lnTo>
                  <a:lnTo>
                    <a:pt x="5145444" y="1295804"/>
                  </a:lnTo>
                  <a:lnTo>
                    <a:pt x="5145590" y="1295804"/>
                  </a:lnTo>
                  <a:lnTo>
                    <a:pt x="5145735" y="1295804"/>
                  </a:lnTo>
                  <a:lnTo>
                    <a:pt x="5145881" y="1295804"/>
                  </a:lnTo>
                  <a:lnTo>
                    <a:pt x="5146026" y="1295804"/>
                  </a:lnTo>
                  <a:lnTo>
                    <a:pt x="5146171" y="1295804"/>
                  </a:lnTo>
                  <a:lnTo>
                    <a:pt x="5146317" y="1295804"/>
                  </a:lnTo>
                  <a:lnTo>
                    <a:pt x="5146462" y="1295804"/>
                  </a:lnTo>
                  <a:lnTo>
                    <a:pt x="5146608" y="1295804"/>
                  </a:lnTo>
                  <a:lnTo>
                    <a:pt x="5146753" y="1295804"/>
                  </a:lnTo>
                  <a:lnTo>
                    <a:pt x="5146899" y="1295804"/>
                  </a:lnTo>
                  <a:lnTo>
                    <a:pt x="5147044" y="1295804"/>
                  </a:lnTo>
                  <a:lnTo>
                    <a:pt x="5147189" y="1295804"/>
                  </a:lnTo>
                  <a:lnTo>
                    <a:pt x="5147335" y="1295804"/>
                  </a:lnTo>
                  <a:lnTo>
                    <a:pt x="5147480" y="1295804"/>
                  </a:lnTo>
                  <a:lnTo>
                    <a:pt x="5147626" y="1295804"/>
                  </a:lnTo>
                  <a:lnTo>
                    <a:pt x="5147771" y="1295804"/>
                  </a:lnTo>
                  <a:lnTo>
                    <a:pt x="5147917" y="1295804"/>
                  </a:lnTo>
                  <a:lnTo>
                    <a:pt x="5148062" y="1295804"/>
                  </a:lnTo>
                  <a:lnTo>
                    <a:pt x="5148207" y="1295804"/>
                  </a:lnTo>
                  <a:lnTo>
                    <a:pt x="5148353" y="1295804"/>
                  </a:lnTo>
                  <a:lnTo>
                    <a:pt x="5148498" y="1295804"/>
                  </a:lnTo>
                  <a:lnTo>
                    <a:pt x="5148644" y="1295804"/>
                  </a:lnTo>
                  <a:lnTo>
                    <a:pt x="5148789" y="1295804"/>
                  </a:lnTo>
                  <a:lnTo>
                    <a:pt x="5148789" y="1295180"/>
                  </a:lnTo>
                  <a:lnTo>
                    <a:pt x="5148789" y="1294556"/>
                  </a:lnTo>
                  <a:lnTo>
                    <a:pt x="5148935" y="1294556"/>
                  </a:lnTo>
                  <a:lnTo>
                    <a:pt x="5149080" y="1294556"/>
                  </a:lnTo>
                  <a:lnTo>
                    <a:pt x="5149225" y="1294556"/>
                  </a:lnTo>
                  <a:lnTo>
                    <a:pt x="5149371" y="1294556"/>
                  </a:lnTo>
                  <a:lnTo>
                    <a:pt x="5149516" y="1294556"/>
                  </a:lnTo>
                  <a:lnTo>
                    <a:pt x="5149662" y="1294556"/>
                  </a:lnTo>
                  <a:lnTo>
                    <a:pt x="5149807" y="1294556"/>
                  </a:lnTo>
                  <a:lnTo>
                    <a:pt x="5149953" y="1294556"/>
                  </a:lnTo>
                  <a:lnTo>
                    <a:pt x="5150098" y="1294556"/>
                  </a:lnTo>
                  <a:lnTo>
                    <a:pt x="5150243" y="1294556"/>
                  </a:lnTo>
                  <a:lnTo>
                    <a:pt x="5150389" y="1294556"/>
                  </a:lnTo>
                  <a:lnTo>
                    <a:pt x="5150389" y="1293933"/>
                  </a:lnTo>
                  <a:lnTo>
                    <a:pt x="5150534" y="1293933"/>
                  </a:lnTo>
                  <a:lnTo>
                    <a:pt x="5150680" y="1293933"/>
                  </a:lnTo>
                  <a:lnTo>
                    <a:pt x="5150825" y="1293933"/>
                  </a:lnTo>
                  <a:lnTo>
                    <a:pt x="5150971" y="1293933"/>
                  </a:lnTo>
                  <a:lnTo>
                    <a:pt x="5151116" y="1293933"/>
                  </a:lnTo>
                  <a:lnTo>
                    <a:pt x="5151116" y="1293309"/>
                  </a:lnTo>
                  <a:lnTo>
                    <a:pt x="5151261" y="1293309"/>
                  </a:lnTo>
                  <a:lnTo>
                    <a:pt x="5151407" y="1293309"/>
                  </a:lnTo>
                  <a:lnTo>
                    <a:pt x="5151552" y="1293309"/>
                  </a:lnTo>
                  <a:lnTo>
                    <a:pt x="5151552" y="1292686"/>
                  </a:lnTo>
                  <a:lnTo>
                    <a:pt x="5151698" y="1292686"/>
                  </a:lnTo>
                  <a:lnTo>
                    <a:pt x="5151698" y="1292062"/>
                  </a:lnTo>
                  <a:lnTo>
                    <a:pt x="5151843" y="1292062"/>
                  </a:lnTo>
                  <a:lnTo>
                    <a:pt x="5151988" y="1292062"/>
                  </a:lnTo>
                  <a:lnTo>
                    <a:pt x="5152134" y="1292062"/>
                  </a:lnTo>
                  <a:lnTo>
                    <a:pt x="5152279" y="1292062"/>
                  </a:lnTo>
                  <a:lnTo>
                    <a:pt x="5152425" y="1292062"/>
                  </a:lnTo>
                  <a:lnTo>
                    <a:pt x="5152570" y="1292062"/>
                  </a:lnTo>
                  <a:lnTo>
                    <a:pt x="5152716" y="1292062"/>
                  </a:lnTo>
                  <a:lnTo>
                    <a:pt x="5152861" y="1292062"/>
                  </a:lnTo>
                  <a:lnTo>
                    <a:pt x="5153006" y="1292062"/>
                  </a:lnTo>
                  <a:lnTo>
                    <a:pt x="5153152" y="1292062"/>
                  </a:lnTo>
                  <a:lnTo>
                    <a:pt x="5153297" y="1292062"/>
                  </a:lnTo>
                  <a:lnTo>
                    <a:pt x="5153443" y="1292062"/>
                  </a:lnTo>
                  <a:lnTo>
                    <a:pt x="5153588" y="1292062"/>
                  </a:lnTo>
                  <a:lnTo>
                    <a:pt x="5153734" y="1292062"/>
                  </a:lnTo>
                  <a:lnTo>
                    <a:pt x="5153734" y="1291438"/>
                  </a:lnTo>
                  <a:lnTo>
                    <a:pt x="5153879" y="1291438"/>
                  </a:lnTo>
                  <a:lnTo>
                    <a:pt x="5153879" y="1290815"/>
                  </a:lnTo>
                  <a:lnTo>
                    <a:pt x="5154024" y="1290815"/>
                  </a:lnTo>
                  <a:lnTo>
                    <a:pt x="5154170" y="1290815"/>
                  </a:lnTo>
                  <a:lnTo>
                    <a:pt x="5154315" y="1290815"/>
                  </a:lnTo>
                  <a:lnTo>
                    <a:pt x="5154461" y="1290815"/>
                  </a:lnTo>
                  <a:lnTo>
                    <a:pt x="5154606" y="1290815"/>
                  </a:lnTo>
                  <a:lnTo>
                    <a:pt x="5154752" y="1290815"/>
                  </a:lnTo>
                  <a:lnTo>
                    <a:pt x="5154897" y="1290815"/>
                  </a:lnTo>
                  <a:lnTo>
                    <a:pt x="5155042" y="1290815"/>
                  </a:lnTo>
                  <a:lnTo>
                    <a:pt x="5155188" y="1290815"/>
                  </a:lnTo>
                  <a:lnTo>
                    <a:pt x="5155333" y="1290815"/>
                  </a:lnTo>
                  <a:lnTo>
                    <a:pt x="5155479" y="1290815"/>
                  </a:lnTo>
                  <a:lnTo>
                    <a:pt x="5155624" y="1290815"/>
                  </a:lnTo>
                  <a:lnTo>
                    <a:pt x="5155770" y="1290815"/>
                  </a:lnTo>
                  <a:lnTo>
                    <a:pt x="5155915" y="1290815"/>
                  </a:lnTo>
                  <a:lnTo>
                    <a:pt x="5156060" y="1290815"/>
                  </a:lnTo>
                  <a:lnTo>
                    <a:pt x="5156206" y="1290815"/>
                  </a:lnTo>
                  <a:lnTo>
                    <a:pt x="5156351" y="1290815"/>
                  </a:lnTo>
                  <a:lnTo>
                    <a:pt x="5156497" y="1290815"/>
                  </a:lnTo>
                  <a:lnTo>
                    <a:pt x="5156497" y="1290191"/>
                  </a:lnTo>
                  <a:lnTo>
                    <a:pt x="5156642" y="1290191"/>
                  </a:lnTo>
                  <a:lnTo>
                    <a:pt x="5156788" y="1290191"/>
                  </a:lnTo>
                  <a:lnTo>
                    <a:pt x="5156933" y="1290191"/>
                  </a:lnTo>
                  <a:lnTo>
                    <a:pt x="5157078" y="1290191"/>
                  </a:lnTo>
                  <a:lnTo>
                    <a:pt x="5157078" y="1289568"/>
                  </a:lnTo>
                  <a:lnTo>
                    <a:pt x="5157224" y="1289568"/>
                  </a:lnTo>
                  <a:lnTo>
                    <a:pt x="5157369" y="1289568"/>
                  </a:lnTo>
                  <a:lnTo>
                    <a:pt x="5157515" y="1289568"/>
                  </a:lnTo>
                  <a:lnTo>
                    <a:pt x="5157515" y="1288944"/>
                  </a:lnTo>
                  <a:lnTo>
                    <a:pt x="5157515" y="1288321"/>
                  </a:lnTo>
                  <a:lnTo>
                    <a:pt x="5157660" y="1288321"/>
                  </a:lnTo>
                  <a:lnTo>
                    <a:pt x="5157806" y="1288321"/>
                  </a:lnTo>
                  <a:lnTo>
                    <a:pt x="5157951" y="1288321"/>
                  </a:lnTo>
                  <a:lnTo>
                    <a:pt x="5157951" y="1287697"/>
                  </a:lnTo>
                  <a:lnTo>
                    <a:pt x="5158096" y="1287697"/>
                  </a:lnTo>
                  <a:lnTo>
                    <a:pt x="5158242" y="1287697"/>
                  </a:lnTo>
                  <a:lnTo>
                    <a:pt x="5158387" y="1287697"/>
                  </a:lnTo>
                  <a:lnTo>
                    <a:pt x="5158533" y="1287697"/>
                  </a:lnTo>
                  <a:lnTo>
                    <a:pt x="5158533" y="1287073"/>
                  </a:lnTo>
                  <a:lnTo>
                    <a:pt x="5158678" y="1287073"/>
                  </a:lnTo>
                  <a:lnTo>
                    <a:pt x="5158823" y="1287073"/>
                  </a:lnTo>
                  <a:lnTo>
                    <a:pt x="5158969" y="1287073"/>
                  </a:lnTo>
                  <a:lnTo>
                    <a:pt x="5159114" y="1287073"/>
                  </a:lnTo>
                  <a:lnTo>
                    <a:pt x="5159260" y="1287073"/>
                  </a:lnTo>
                  <a:lnTo>
                    <a:pt x="5159260" y="1286450"/>
                  </a:lnTo>
                  <a:lnTo>
                    <a:pt x="5159405" y="1286450"/>
                  </a:lnTo>
                  <a:lnTo>
                    <a:pt x="5159551" y="1286450"/>
                  </a:lnTo>
                  <a:lnTo>
                    <a:pt x="5159696" y="1286450"/>
                  </a:lnTo>
                  <a:lnTo>
                    <a:pt x="5159841" y="1286450"/>
                  </a:lnTo>
                  <a:lnTo>
                    <a:pt x="5159987" y="1286450"/>
                  </a:lnTo>
                  <a:lnTo>
                    <a:pt x="5160132" y="1286450"/>
                  </a:lnTo>
                  <a:lnTo>
                    <a:pt x="5160278" y="1286450"/>
                  </a:lnTo>
                  <a:lnTo>
                    <a:pt x="5160423" y="1286450"/>
                  </a:lnTo>
                  <a:lnTo>
                    <a:pt x="5160569" y="1286450"/>
                  </a:lnTo>
                  <a:lnTo>
                    <a:pt x="5160714" y="1286450"/>
                  </a:lnTo>
                  <a:lnTo>
                    <a:pt x="5160859" y="1286450"/>
                  </a:lnTo>
                  <a:lnTo>
                    <a:pt x="5160859" y="1285826"/>
                  </a:lnTo>
                  <a:lnTo>
                    <a:pt x="5161005" y="1285826"/>
                  </a:lnTo>
                  <a:lnTo>
                    <a:pt x="5161150" y="1285826"/>
                  </a:lnTo>
                  <a:lnTo>
                    <a:pt x="5161296" y="1285826"/>
                  </a:lnTo>
                  <a:lnTo>
                    <a:pt x="5161441" y="1285826"/>
                  </a:lnTo>
                  <a:lnTo>
                    <a:pt x="5161587" y="1285826"/>
                  </a:lnTo>
                  <a:lnTo>
                    <a:pt x="5161732" y="1285826"/>
                  </a:lnTo>
                  <a:lnTo>
                    <a:pt x="5161877" y="1285826"/>
                  </a:lnTo>
                  <a:lnTo>
                    <a:pt x="5162023" y="1285826"/>
                  </a:lnTo>
                  <a:lnTo>
                    <a:pt x="5162168" y="1285826"/>
                  </a:lnTo>
                  <a:lnTo>
                    <a:pt x="5162314" y="1285826"/>
                  </a:lnTo>
                  <a:lnTo>
                    <a:pt x="5162459" y="1285826"/>
                  </a:lnTo>
                  <a:lnTo>
                    <a:pt x="5162605" y="1285826"/>
                  </a:lnTo>
                  <a:lnTo>
                    <a:pt x="5162750" y="1285826"/>
                  </a:lnTo>
                  <a:lnTo>
                    <a:pt x="5162750" y="1285203"/>
                  </a:lnTo>
                  <a:lnTo>
                    <a:pt x="5162895" y="1285203"/>
                  </a:lnTo>
                  <a:lnTo>
                    <a:pt x="5163041" y="1285203"/>
                  </a:lnTo>
                  <a:lnTo>
                    <a:pt x="5163041" y="1284579"/>
                  </a:lnTo>
                  <a:lnTo>
                    <a:pt x="5163186" y="1284579"/>
                  </a:lnTo>
                  <a:lnTo>
                    <a:pt x="5163332" y="1284579"/>
                  </a:lnTo>
                  <a:lnTo>
                    <a:pt x="5163477" y="1284579"/>
                  </a:lnTo>
                  <a:lnTo>
                    <a:pt x="5163623" y="1284579"/>
                  </a:lnTo>
                  <a:lnTo>
                    <a:pt x="5163768" y="1284579"/>
                  </a:lnTo>
                  <a:lnTo>
                    <a:pt x="5163913" y="1284579"/>
                  </a:lnTo>
                  <a:lnTo>
                    <a:pt x="5164059" y="1284579"/>
                  </a:lnTo>
                  <a:lnTo>
                    <a:pt x="5164059" y="1283955"/>
                  </a:lnTo>
                  <a:lnTo>
                    <a:pt x="5164204" y="1283955"/>
                  </a:lnTo>
                  <a:lnTo>
                    <a:pt x="5164204" y="1283332"/>
                  </a:lnTo>
                  <a:lnTo>
                    <a:pt x="5164204" y="1282708"/>
                  </a:lnTo>
                  <a:lnTo>
                    <a:pt x="5164350" y="1282708"/>
                  </a:lnTo>
                  <a:lnTo>
                    <a:pt x="5164495" y="1282708"/>
                  </a:lnTo>
                  <a:lnTo>
                    <a:pt x="5164641" y="1282708"/>
                  </a:lnTo>
                  <a:lnTo>
                    <a:pt x="5164786" y="1282708"/>
                  </a:lnTo>
                  <a:lnTo>
                    <a:pt x="5164786" y="1282085"/>
                  </a:lnTo>
                  <a:lnTo>
                    <a:pt x="5164931" y="1282085"/>
                  </a:lnTo>
                  <a:lnTo>
                    <a:pt x="5165077" y="1282085"/>
                  </a:lnTo>
                  <a:lnTo>
                    <a:pt x="5165222" y="1282085"/>
                  </a:lnTo>
                  <a:lnTo>
                    <a:pt x="5165368" y="1282085"/>
                  </a:lnTo>
                  <a:lnTo>
                    <a:pt x="5165513" y="1282085"/>
                  </a:lnTo>
                  <a:lnTo>
                    <a:pt x="5165658" y="1282085"/>
                  </a:lnTo>
                  <a:lnTo>
                    <a:pt x="5165804" y="1282085"/>
                  </a:lnTo>
                  <a:lnTo>
                    <a:pt x="5165949" y="1282085"/>
                  </a:lnTo>
                  <a:lnTo>
                    <a:pt x="5166095" y="1282085"/>
                  </a:lnTo>
                  <a:lnTo>
                    <a:pt x="5166240" y="1282085"/>
                  </a:lnTo>
                  <a:lnTo>
                    <a:pt x="5166240" y="1281461"/>
                  </a:lnTo>
                  <a:lnTo>
                    <a:pt x="5166386" y="1281461"/>
                  </a:lnTo>
                  <a:lnTo>
                    <a:pt x="5166531" y="1281461"/>
                  </a:lnTo>
                  <a:lnTo>
                    <a:pt x="5166676" y="1281461"/>
                  </a:lnTo>
                  <a:lnTo>
                    <a:pt x="5166676" y="1280838"/>
                  </a:lnTo>
                  <a:lnTo>
                    <a:pt x="5166822" y="1280838"/>
                  </a:lnTo>
                  <a:lnTo>
                    <a:pt x="5166967" y="1280838"/>
                  </a:lnTo>
                  <a:lnTo>
                    <a:pt x="5167113" y="1280838"/>
                  </a:lnTo>
                  <a:lnTo>
                    <a:pt x="5167258" y="1280838"/>
                  </a:lnTo>
                  <a:lnTo>
                    <a:pt x="5167404" y="1280838"/>
                  </a:lnTo>
                  <a:lnTo>
                    <a:pt x="5167404" y="1280214"/>
                  </a:lnTo>
                  <a:lnTo>
                    <a:pt x="5167549" y="1280214"/>
                  </a:lnTo>
                  <a:lnTo>
                    <a:pt x="5167694" y="1280214"/>
                  </a:lnTo>
                  <a:lnTo>
                    <a:pt x="5167840" y="1280214"/>
                  </a:lnTo>
                  <a:lnTo>
                    <a:pt x="5167985" y="1280214"/>
                  </a:lnTo>
                  <a:lnTo>
                    <a:pt x="5168131" y="1280214"/>
                  </a:lnTo>
                  <a:lnTo>
                    <a:pt x="5168276" y="1280214"/>
                  </a:lnTo>
                  <a:lnTo>
                    <a:pt x="5168422" y="1280214"/>
                  </a:lnTo>
                  <a:lnTo>
                    <a:pt x="5168567" y="1280214"/>
                  </a:lnTo>
                  <a:lnTo>
                    <a:pt x="5168712" y="1280214"/>
                  </a:lnTo>
                  <a:lnTo>
                    <a:pt x="5168858" y="1280214"/>
                  </a:lnTo>
                  <a:lnTo>
                    <a:pt x="5169003" y="1280214"/>
                  </a:lnTo>
                  <a:lnTo>
                    <a:pt x="5169003" y="1279590"/>
                  </a:lnTo>
                  <a:lnTo>
                    <a:pt x="5169149" y="1279590"/>
                  </a:lnTo>
                  <a:lnTo>
                    <a:pt x="5169294" y="1279590"/>
                  </a:lnTo>
                  <a:lnTo>
                    <a:pt x="5169440" y="1279590"/>
                  </a:lnTo>
                  <a:lnTo>
                    <a:pt x="5169585" y="1279590"/>
                  </a:lnTo>
                  <a:lnTo>
                    <a:pt x="5169730" y="1279590"/>
                  </a:lnTo>
                  <a:lnTo>
                    <a:pt x="5169876" y="1279590"/>
                  </a:lnTo>
                  <a:lnTo>
                    <a:pt x="5169876" y="1278967"/>
                  </a:lnTo>
                  <a:lnTo>
                    <a:pt x="5170021" y="1278967"/>
                  </a:lnTo>
                  <a:lnTo>
                    <a:pt x="5170167" y="1278967"/>
                  </a:lnTo>
                  <a:lnTo>
                    <a:pt x="5170312" y="1278967"/>
                  </a:lnTo>
                  <a:lnTo>
                    <a:pt x="5170458" y="1278967"/>
                  </a:lnTo>
                  <a:lnTo>
                    <a:pt x="5170603" y="1278967"/>
                  </a:lnTo>
                  <a:lnTo>
                    <a:pt x="5170748" y="1278967"/>
                  </a:lnTo>
                  <a:lnTo>
                    <a:pt x="5170894" y="1278967"/>
                  </a:lnTo>
                  <a:lnTo>
                    <a:pt x="5171039" y="1278967"/>
                  </a:lnTo>
                  <a:lnTo>
                    <a:pt x="5171185" y="1278967"/>
                  </a:lnTo>
                  <a:lnTo>
                    <a:pt x="5171330" y="1278967"/>
                  </a:lnTo>
                  <a:lnTo>
                    <a:pt x="5171476" y="1278967"/>
                  </a:lnTo>
                  <a:lnTo>
                    <a:pt x="5171621" y="1278967"/>
                  </a:lnTo>
                  <a:lnTo>
                    <a:pt x="5171766" y="1278967"/>
                  </a:lnTo>
                  <a:lnTo>
                    <a:pt x="5171912" y="1278967"/>
                  </a:lnTo>
                  <a:lnTo>
                    <a:pt x="5172057" y="1278967"/>
                  </a:lnTo>
                  <a:lnTo>
                    <a:pt x="5172203" y="1278967"/>
                  </a:lnTo>
                  <a:lnTo>
                    <a:pt x="5172348" y="1278967"/>
                  </a:lnTo>
                  <a:lnTo>
                    <a:pt x="5172348" y="1278343"/>
                  </a:lnTo>
                  <a:lnTo>
                    <a:pt x="5172493" y="1278343"/>
                  </a:lnTo>
                  <a:lnTo>
                    <a:pt x="5172639" y="1278343"/>
                  </a:lnTo>
                  <a:lnTo>
                    <a:pt x="5172639" y="1277720"/>
                  </a:lnTo>
                  <a:lnTo>
                    <a:pt x="5172784" y="1277720"/>
                  </a:lnTo>
                  <a:lnTo>
                    <a:pt x="5172930" y="1277720"/>
                  </a:lnTo>
                  <a:lnTo>
                    <a:pt x="5173075" y="1277720"/>
                  </a:lnTo>
                  <a:lnTo>
                    <a:pt x="5173221" y="1277720"/>
                  </a:lnTo>
                  <a:lnTo>
                    <a:pt x="5173366" y="1277720"/>
                  </a:lnTo>
                  <a:lnTo>
                    <a:pt x="5173511" y="1277720"/>
                  </a:lnTo>
                  <a:lnTo>
                    <a:pt x="5173657" y="1277720"/>
                  </a:lnTo>
                  <a:lnTo>
                    <a:pt x="5173657" y="1277096"/>
                  </a:lnTo>
                  <a:lnTo>
                    <a:pt x="5173802" y="1277096"/>
                  </a:lnTo>
                  <a:lnTo>
                    <a:pt x="5173948" y="1277096"/>
                  </a:lnTo>
                  <a:lnTo>
                    <a:pt x="5174093" y="1277096"/>
                  </a:lnTo>
                  <a:lnTo>
                    <a:pt x="5174239" y="1277096"/>
                  </a:lnTo>
                  <a:lnTo>
                    <a:pt x="5174384" y="1277096"/>
                  </a:lnTo>
                  <a:lnTo>
                    <a:pt x="5174529" y="1277096"/>
                  </a:lnTo>
                  <a:lnTo>
                    <a:pt x="5174529" y="1276473"/>
                  </a:lnTo>
                  <a:lnTo>
                    <a:pt x="5174675" y="1276473"/>
                  </a:lnTo>
                  <a:lnTo>
                    <a:pt x="5174820" y="1276473"/>
                  </a:lnTo>
                  <a:lnTo>
                    <a:pt x="5174966" y="1276473"/>
                  </a:lnTo>
                  <a:lnTo>
                    <a:pt x="5175111" y="1276473"/>
                  </a:lnTo>
                  <a:lnTo>
                    <a:pt x="5175257" y="1276473"/>
                  </a:lnTo>
                  <a:lnTo>
                    <a:pt x="5175402" y="1276473"/>
                  </a:lnTo>
                  <a:lnTo>
                    <a:pt x="5175547" y="1276473"/>
                  </a:lnTo>
                  <a:lnTo>
                    <a:pt x="5175693" y="1276473"/>
                  </a:lnTo>
                  <a:lnTo>
                    <a:pt x="5175838" y="1276473"/>
                  </a:lnTo>
                  <a:lnTo>
                    <a:pt x="5175984" y="1276473"/>
                  </a:lnTo>
                  <a:lnTo>
                    <a:pt x="5176129" y="1276473"/>
                  </a:lnTo>
                  <a:lnTo>
                    <a:pt x="5176275" y="1276473"/>
                  </a:lnTo>
                  <a:lnTo>
                    <a:pt x="5176275" y="1275849"/>
                  </a:lnTo>
                  <a:lnTo>
                    <a:pt x="5176420" y="1275849"/>
                  </a:lnTo>
                  <a:lnTo>
                    <a:pt x="5176420" y="1275225"/>
                  </a:lnTo>
                  <a:lnTo>
                    <a:pt x="5176420" y="1274602"/>
                  </a:lnTo>
                  <a:lnTo>
                    <a:pt x="5176565" y="1274602"/>
                  </a:lnTo>
                  <a:lnTo>
                    <a:pt x="5176711" y="1274602"/>
                  </a:lnTo>
                  <a:lnTo>
                    <a:pt x="5176711" y="1273978"/>
                  </a:lnTo>
                  <a:lnTo>
                    <a:pt x="5176856" y="1273978"/>
                  </a:lnTo>
                  <a:lnTo>
                    <a:pt x="5177002" y="1273978"/>
                  </a:lnTo>
                  <a:lnTo>
                    <a:pt x="5177147" y="1273978"/>
                  </a:lnTo>
                  <a:lnTo>
                    <a:pt x="5177293" y="1273978"/>
                  </a:lnTo>
                  <a:lnTo>
                    <a:pt x="5177438" y="1273978"/>
                  </a:lnTo>
                  <a:lnTo>
                    <a:pt x="5177583" y="1273978"/>
                  </a:lnTo>
                  <a:lnTo>
                    <a:pt x="5177729" y="1273978"/>
                  </a:lnTo>
                  <a:lnTo>
                    <a:pt x="5177874" y="1273978"/>
                  </a:lnTo>
                  <a:lnTo>
                    <a:pt x="5178020" y="1273978"/>
                  </a:lnTo>
                  <a:lnTo>
                    <a:pt x="5178165" y="1273978"/>
                  </a:lnTo>
                  <a:lnTo>
                    <a:pt x="5178311" y="1273978"/>
                  </a:lnTo>
                  <a:lnTo>
                    <a:pt x="5178311" y="1273355"/>
                  </a:lnTo>
                  <a:lnTo>
                    <a:pt x="5178456" y="1273355"/>
                  </a:lnTo>
                  <a:lnTo>
                    <a:pt x="5178601" y="1273355"/>
                  </a:lnTo>
                  <a:lnTo>
                    <a:pt x="5178747" y="1273355"/>
                  </a:lnTo>
                  <a:lnTo>
                    <a:pt x="5178892" y="1273355"/>
                  </a:lnTo>
                  <a:lnTo>
                    <a:pt x="5179038" y="1273355"/>
                  </a:lnTo>
                  <a:lnTo>
                    <a:pt x="5179183" y="1273355"/>
                  </a:lnTo>
                  <a:lnTo>
                    <a:pt x="5179183" y="1272731"/>
                  </a:lnTo>
                  <a:lnTo>
                    <a:pt x="5179328" y="1272731"/>
                  </a:lnTo>
                  <a:lnTo>
                    <a:pt x="5179328" y="1272107"/>
                  </a:lnTo>
                  <a:lnTo>
                    <a:pt x="5179474" y="1272107"/>
                  </a:lnTo>
                  <a:lnTo>
                    <a:pt x="5179474" y="1271484"/>
                  </a:lnTo>
                  <a:lnTo>
                    <a:pt x="5179619" y="1271484"/>
                  </a:lnTo>
                  <a:lnTo>
                    <a:pt x="5179765" y="1271484"/>
                  </a:lnTo>
                  <a:lnTo>
                    <a:pt x="5179910" y="1271484"/>
                  </a:lnTo>
                  <a:lnTo>
                    <a:pt x="5179910" y="1270860"/>
                  </a:lnTo>
                  <a:lnTo>
                    <a:pt x="5180056" y="1270860"/>
                  </a:lnTo>
                  <a:lnTo>
                    <a:pt x="5180201" y="1270860"/>
                  </a:lnTo>
                  <a:lnTo>
                    <a:pt x="5180346" y="1270860"/>
                  </a:lnTo>
                  <a:lnTo>
                    <a:pt x="5180346" y="1270237"/>
                  </a:lnTo>
                  <a:lnTo>
                    <a:pt x="5180492" y="1270237"/>
                  </a:lnTo>
                  <a:lnTo>
                    <a:pt x="5180637" y="1270237"/>
                  </a:lnTo>
                  <a:lnTo>
                    <a:pt x="5180783" y="1270237"/>
                  </a:lnTo>
                  <a:lnTo>
                    <a:pt x="5180928" y="1270237"/>
                  </a:lnTo>
                  <a:lnTo>
                    <a:pt x="5181074" y="1270237"/>
                  </a:lnTo>
                  <a:lnTo>
                    <a:pt x="5181219" y="1270237"/>
                  </a:lnTo>
                  <a:lnTo>
                    <a:pt x="5181364" y="1270237"/>
                  </a:lnTo>
                  <a:lnTo>
                    <a:pt x="5181510" y="1270237"/>
                  </a:lnTo>
                  <a:lnTo>
                    <a:pt x="5181655" y="1270237"/>
                  </a:lnTo>
                  <a:lnTo>
                    <a:pt x="5181655" y="1269613"/>
                  </a:lnTo>
                  <a:lnTo>
                    <a:pt x="5181801" y="1269613"/>
                  </a:lnTo>
                  <a:lnTo>
                    <a:pt x="5181946" y="1269613"/>
                  </a:lnTo>
                  <a:lnTo>
                    <a:pt x="5182092" y="1269613"/>
                  </a:lnTo>
                  <a:lnTo>
                    <a:pt x="5182092" y="1268990"/>
                  </a:lnTo>
                  <a:lnTo>
                    <a:pt x="5182237" y="1268990"/>
                  </a:lnTo>
                  <a:lnTo>
                    <a:pt x="5182382" y="1268990"/>
                  </a:lnTo>
                  <a:lnTo>
                    <a:pt x="5182528" y="1268990"/>
                  </a:lnTo>
                  <a:lnTo>
                    <a:pt x="5182673" y="1268990"/>
                  </a:lnTo>
                  <a:lnTo>
                    <a:pt x="5182819" y="1268990"/>
                  </a:lnTo>
                  <a:lnTo>
                    <a:pt x="5182964" y="1268990"/>
                  </a:lnTo>
                  <a:lnTo>
                    <a:pt x="5182964" y="1268366"/>
                  </a:lnTo>
                  <a:lnTo>
                    <a:pt x="5183110" y="1268366"/>
                  </a:lnTo>
                  <a:lnTo>
                    <a:pt x="5183255" y="1268366"/>
                  </a:lnTo>
                  <a:lnTo>
                    <a:pt x="5183400" y="1268366"/>
                  </a:lnTo>
                  <a:lnTo>
                    <a:pt x="5183546" y="1268366"/>
                  </a:lnTo>
                  <a:lnTo>
                    <a:pt x="5183691" y="1268366"/>
                  </a:lnTo>
                  <a:lnTo>
                    <a:pt x="5183691" y="1267742"/>
                  </a:lnTo>
                  <a:lnTo>
                    <a:pt x="5183837" y="1267742"/>
                  </a:lnTo>
                  <a:lnTo>
                    <a:pt x="5183982" y="1267742"/>
                  </a:lnTo>
                  <a:lnTo>
                    <a:pt x="5184128" y="1267742"/>
                  </a:lnTo>
                  <a:lnTo>
                    <a:pt x="5184273" y="1267742"/>
                  </a:lnTo>
                  <a:lnTo>
                    <a:pt x="5184418" y="1267742"/>
                  </a:lnTo>
                  <a:lnTo>
                    <a:pt x="5184564" y="1267742"/>
                  </a:lnTo>
                  <a:lnTo>
                    <a:pt x="5184709" y="1267742"/>
                  </a:lnTo>
                  <a:lnTo>
                    <a:pt x="5184855" y="1267742"/>
                  </a:lnTo>
                  <a:lnTo>
                    <a:pt x="5185000" y="1267742"/>
                  </a:lnTo>
                  <a:lnTo>
                    <a:pt x="5185146" y="1267742"/>
                  </a:lnTo>
                  <a:lnTo>
                    <a:pt x="5185291" y="1267742"/>
                  </a:lnTo>
                  <a:lnTo>
                    <a:pt x="5185436" y="1267742"/>
                  </a:lnTo>
                  <a:lnTo>
                    <a:pt x="5185436" y="1267119"/>
                  </a:lnTo>
                  <a:lnTo>
                    <a:pt x="5185582" y="1267119"/>
                  </a:lnTo>
                  <a:lnTo>
                    <a:pt x="5185727" y="1267119"/>
                  </a:lnTo>
                  <a:lnTo>
                    <a:pt x="5185873" y="1267119"/>
                  </a:lnTo>
                  <a:lnTo>
                    <a:pt x="5186018" y="1267119"/>
                  </a:lnTo>
                  <a:lnTo>
                    <a:pt x="5186018" y="1266495"/>
                  </a:lnTo>
                  <a:lnTo>
                    <a:pt x="5186163" y="1266495"/>
                  </a:lnTo>
                  <a:lnTo>
                    <a:pt x="5186309" y="1266495"/>
                  </a:lnTo>
                  <a:lnTo>
                    <a:pt x="5186454" y="1266495"/>
                  </a:lnTo>
                  <a:lnTo>
                    <a:pt x="5186600" y="1266495"/>
                  </a:lnTo>
                  <a:lnTo>
                    <a:pt x="5186745" y="1266495"/>
                  </a:lnTo>
                  <a:lnTo>
                    <a:pt x="5186891" y="1266495"/>
                  </a:lnTo>
                  <a:lnTo>
                    <a:pt x="5186891" y="1265872"/>
                  </a:lnTo>
                  <a:lnTo>
                    <a:pt x="5186891" y="1265248"/>
                  </a:lnTo>
                  <a:lnTo>
                    <a:pt x="5187036" y="1265248"/>
                  </a:lnTo>
                  <a:lnTo>
                    <a:pt x="5187181" y="1265248"/>
                  </a:lnTo>
                  <a:lnTo>
                    <a:pt x="5187327" y="1265248"/>
                  </a:lnTo>
                  <a:lnTo>
                    <a:pt x="5187472" y="1265248"/>
                  </a:lnTo>
                  <a:lnTo>
                    <a:pt x="5187618" y="1265248"/>
                  </a:lnTo>
                  <a:lnTo>
                    <a:pt x="5187763" y="1265248"/>
                  </a:lnTo>
                  <a:lnTo>
                    <a:pt x="5187909" y="1265248"/>
                  </a:lnTo>
                  <a:lnTo>
                    <a:pt x="5188054" y="1265248"/>
                  </a:lnTo>
                  <a:lnTo>
                    <a:pt x="5188199" y="1265248"/>
                  </a:lnTo>
                  <a:lnTo>
                    <a:pt x="5188345" y="1265248"/>
                  </a:lnTo>
                  <a:lnTo>
                    <a:pt x="5188490" y="1265248"/>
                  </a:lnTo>
                  <a:lnTo>
                    <a:pt x="5188636" y="1265248"/>
                  </a:lnTo>
                  <a:lnTo>
                    <a:pt x="5188781" y="1265248"/>
                  </a:lnTo>
                  <a:lnTo>
                    <a:pt x="5188927" y="1265248"/>
                  </a:lnTo>
                  <a:lnTo>
                    <a:pt x="5189072" y="1265248"/>
                  </a:lnTo>
                  <a:lnTo>
                    <a:pt x="5189217" y="1265248"/>
                  </a:lnTo>
                  <a:lnTo>
                    <a:pt x="5189363" y="1265248"/>
                  </a:lnTo>
                  <a:lnTo>
                    <a:pt x="5189508" y="1265248"/>
                  </a:lnTo>
                  <a:lnTo>
                    <a:pt x="5189654" y="1265248"/>
                  </a:lnTo>
                  <a:lnTo>
                    <a:pt x="5189799" y="1265248"/>
                  </a:lnTo>
                  <a:lnTo>
                    <a:pt x="5189945" y="1265248"/>
                  </a:lnTo>
                  <a:lnTo>
                    <a:pt x="5190090" y="1265248"/>
                  </a:lnTo>
                  <a:lnTo>
                    <a:pt x="5190090" y="1264624"/>
                  </a:lnTo>
                  <a:lnTo>
                    <a:pt x="5190235" y="1264624"/>
                  </a:lnTo>
                  <a:lnTo>
                    <a:pt x="5190381" y="1264624"/>
                  </a:lnTo>
                  <a:lnTo>
                    <a:pt x="5190526" y="1264624"/>
                  </a:lnTo>
                  <a:lnTo>
                    <a:pt x="5190672" y="1264624"/>
                  </a:lnTo>
                  <a:lnTo>
                    <a:pt x="5190817" y="1264624"/>
                  </a:lnTo>
                  <a:lnTo>
                    <a:pt x="5190963" y="1264624"/>
                  </a:lnTo>
                  <a:lnTo>
                    <a:pt x="5191108" y="1264624"/>
                  </a:lnTo>
                  <a:lnTo>
                    <a:pt x="5191253" y="1264624"/>
                  </a:lnTo>
                  <a:lnTo>
                    <a:pt x="5191399" y="1264624"/>
                  </a:lnTo>
                  <a:lnTo>
                    <a:pt x="5191544" y="1264624"/>
                  </a:lnTo>
                  <a:lnTo>
                    <a:pt x="5191690" y="1264624"/>
                  </a:lnTo>
                  <a:lnTo>
                    <a:pt x="5191835" y="1264624"/>
                  </a:lnTo>
                  <a:lnTo>
                    <a:pt x="5191981" y="1264624"/>
                  </a:lnTo>
                  <a:lnTo>
                    <a:pt x="5192126" y="1264624"/>
                  </a:lnTo>
                  <a:lnTo>
                    <a:pt x="5192126" y="1264001"/>
                  </a:lnTo>
                  <a:lnTo>
                    <a:pt x="5192271" y="1264001"/>
                  </a:lnTo>
                  <a:lnTo>
                    <a:pt x="5192417" y="1264001"/>
                  </a:lnTo>
                  <a:lnTo>
                    <a:pt x="5192562" y="1264001"/>
                  </a:lnTo>
                  <a:lnTo>
                    <a:pt x="5192708" y="1264001"/>
                  </a:lnTo>
                  <a:lnTo>
                    <a:pt x="5192853" y="1264001"/>
                  </a:lnTo>
                  <a:lnTo>
                    <a:pt x="5192998" y="1264001"/>
                  </a:lnTo>
                  <a:lnTo>
                    <a:pt x="5193144" y="1264001"/>
                  </a:lnTo>
                  <a:lnTo>
                    <a:pt x="5193289" y="1264001"/>
                  </a:lnTo>
                  <a:lnTo>
                    <a:pt x="5193435" y="1264001"/>
                  </a:lnTo>
                  <a:lnTo>
                    <a:pt x="5193580" y="1264001"/>
                  </a:lnTo>
                  <a:lnTo>
                    <a:pt x="5193726" y="1264001"/>
                  </a:lnTo>
                  <a:lnTo>
                    <a:pt x="5193871" y="1264001"/>
                  </a:lnTo>
                  <a:lnTo>
                    <a:pt x="5194016" y="1264001"/>
                  </a:lnTo>
                  <a:lnTo>
                    <a:pt x="5194162" y="1264001"/>
                  </a:lnTo>
                  <a:lnTo>
                    <a:pt x="5194307" y="1264001"/>
                  </a:lnTo>
                  <a:lnTo>
                    <a:pt x="5194453" y="1264001"/>
                  </a:lnTo>
                  <a:lnTo>
                    <a:pt x="5194598" y="1264001"/>
                  </a:lnTo>
                  <a:lnTo>
                    <a:pt x="5194598" y="1263377"/>
                  </a:lnTo>
                  <a:lnTo>
                    <a:pt x="5194744" y="1263377"/>
                  </a:lnTo>
                  <a:lnTo>
                    <a:pt x="5194889" y="1263377"/>
                  </a:lnTo>
                  <a:lnTo>
                    <a:pt x="5195034" y="1263377"/>
                  </a:lnTo>
                  <a:lnTo>
                    <a:pt x="5195180" y="1263377"/>
                  </a:lnTo>
                  <a:lnTo>
                    <a:pt x="5195325" y="1263377"/>
                  </a:lnTo>
                  <a:lnTo>
                    <a:pt x="5195471" y="1263377"/>
                  </a:lnTo>
                  <a:lnTo>
                    <a:pt x="5195616" y="1263377"/>
                  </a:lnTo>
                  <a:lnTo>
                    <a:pt x="5195762" y="1263377"/>
                  </a:lnTo>
                  <a:lnTo>
                    <a:pt x="5195907" y="1263377"/>
                  </a:lnTo>
                  <a:lnTo>
                    <a:pt x="5196052" y="1263377"/>
                  </a:lnTo>
                  <a:lnTo>
                    <a:pt x="5196198" y="1263377"/>
                  </a:lnTo>
                  <a:lnTo>
                    <a:pt x="5196343" y="1263377"/>
                  </a:lnTo>
                  <a:lnTo>
                    <a:pt x="5196489" y="1263377"/>
                  </a:lnTo>
                  <a:lnTo>
                    <a:pt x="5196634" y="1263377"/>
                  </a:lnTo>
                  <a:lnTo>
                    <a:pt x="5196634" y="1262754"/>
                  </a:lnTo>
                  <a:lnTo>
                    <a:pt x="5196780" y="1262754"/>
                  </a:lnTo>
                  <a:lnTo>
                    <a:pt x="5196925" y="1262754"/>
                  </a:lnTo>
                  <a:lnTo>
                    <a:pt x="5197070" y="1262754"/>
                  </a:lnTo>
                  <a:lnTo>
                    <a:pt x="5197216" y="1262754"/>
                  </a:lnTo>
                  <a:lnTo>
                    <a:pt x="5197361" y="1262754"/>
                  </a:lnTo>
                  <a:lnTo>
                    <a:pt x="5197507" y="1262754"/>
                  </a:lnTo>
                  <a:lnTo>
                    <a:pt x="5197652" y="1262754"/>
                  </a:lnTo>
                  <a:lnTo>
                    <a:pt x="5197798" y="1262754"/>
                  </a:lnTo>
                  <a:lnTo>
                    <a:pt x="5197798" y="1262130"/>
                  </a:lnTo>
                  <a:lnTo>
                    <a:pt x="5197798" y="1261507"/>
                  </a:lnTo>
                  <a:lnTo>
                    <a:pt x="5197943" y="1261507"/>
                  </a:lnTo>
                  <a:lnTo>
                    <a:pt x="5198088" y="1261507"/>
                  </a:lnTo>
                  <a:lnTo>
                    <a:pt x="5198234" y="1261507"/>
                  </a:lnTo>
                  <a:lnTo>
                    <a:pt x="5198234" y="1260883"/>
                  </a:lnTo>
                  <a:lnTo>
                    <a:pt x="5198379" y="1260883"/>
                  </a:lnTo>
                  <a:lnTo>
                    <a:pt x="5198525" y="1260883"/>
                  </a:lnTo>
                  <a:lnTo>
                    <a:pt x="5198525" y="1260259"/>
                  </a:lnTo>
                  <a:lnTo>
                    <a:pt x="5198670" y="1260259"/>
                  </a:lnTo>
                  <a:lnTo>
                    <a:pt x="5198815" y="1260259"/>
                  </a:lnTo>
                  <a:lnTo>
                    <a:pt x="5198961" y="1260259"/>
                  </a:lnTo>
                  <a:lnTo>
                    <a:pt x="5199106" y="1260259"/>
                  </a:lnTo>
                  <a:lnTo>
                    <a:pt x="5199106" y="1259636"/>
                  </a:lnTo>
                  <a:lnTo>
                    <a:pt x="5199252" y="1259636"/>
                  </a:lnTo>
                  <a:lnTo>
                    <a:pt x="5199252" y="1259012"/>
                  </a:lnTo>
                  <a:lnTo>
                    <a:pt x="5199397" y="1259012"/>
                  </a:lnTo>
                  <a:lnTo>
                    <a:pt x="5199543" y="1259012"/>
                  </a:lnTo>
                  <a:lnTo>
                    <a:pt x="5199688" y="1259012"/>
                  </a:lnTo>
                  <a:lnTo>
                    <a:pt x="5199833" y="1259012"/>
                  </a:lnTo>
                  <a:lnTo>
                    <a:pt x="5199979" y="1259012"/>
                  </a:lnTo>
                  <a:lnTo>
                    <a:pt x="5200124" y="1259012"/>
                  </a:lnTo>
                  <a:lnTo>
                    <a:pt x="5200124" y="1258389"/>
                  </a:lnTo>
                  <a:lnTo>
                    <a:pt x="5200270" y="1258389"/>
                  </a:lnTo>
                  <a:lnTo>
                    <a:pt x="5200415" y="1258389"/>
                  </a:lnTo>
                  <a:lnTo>
                    <a:pt x="5200561" y="1258389"/>
                  </a:lnTo>
                  <a:lnTo>
                    <a:pt x="5200706" y="1258389"/>
                  </a:lnTo>
                  <a:lnTo>
                    <a:pt x="5200851" y="1258389"/>
                  </a:lnTo>
                  <a:lnTo>
                    <a:pt x="5200997" y="1258389"/>
                  </a:lnTo>
                  <a:lnTo>
                    <a:pt x="5201142" y="1258389"/>
                  </a:lnTo>
                  <a:lnTo>
                    <a:pt x="5201288" y="1258389"/>
                  </a:lnTo>
                  <a:lnTo>
                    <a:pt x="5201288" y="1257765"/>
                  </a:lnTo>
                  <a:lnTo>
                    <a:pt x="5201288" y="1257141"/>
                  </a:lnTo>
                  <a:lnTo>
                    <a:pt x="5201433" y="1257141"/>
                  </a:lnTo>
                  <a:lnTo>
                    <a:pt x="5201579" y="1257141"/>
                  </a:lnTo>
                  <a:lnTo>
                    <a:pt x="5201579" y="1256518"/>
                  </a:lnTo>
                  <a:lnTo>
                    <a:pt x="5201724" y="1256518"/>
                  </a:lnTo>
                  <a:lnTo>
                    <a:pt x="5201869" y="1256518"/>
                  </a:lnTo>
                  <a:lnTo>
                    <a:pt x="5202015" y="1256518"/>
                  </a:lnTo>
                  <a:lnTo>
                    <a:pt x="5202160" y="1256518"/>
                  </a:lnTo>
                  <a:lnTo>
                    <a:pt x="5202306" y="1256518"/>
                  </a:lnTo>
                  <a:lnTo>
                    <a:pt x="5202306" y="1255894"/>
                  </a:lnTo>
                  <a:lnTo>
                    <a:pt x="5202306" y="1255271"/>
                  </a:lnTo>
                  <a:lnTo>
                    <a:pt x="5202451" y="1255271"/>
                  </a:lnTo>
                  <a:lnTo>
                    <a:pt x="5202597" y="1255271"/>
                  </a:lnTo>
                  <a:lnTo>
                    <a:pt x="5202742" y="1255271"/>
                  </a:lnTo>
                  <a:lnTo>
                    <a:pt x="5202887" y="1255271"/>
                  </a:lnTo>
                  <a:lnTo>
                    <a:pt x="5203033" y="1255271"/>
                  </a:lnTo>
                  <a:lnTo>
                    <a:pt x="5203178" y="1255271"/>
                  </a:lnTo>
                  <a:lnTo>
                    <a:pt x="5203324" y="1255271"/>
                  </a:lnTo>
                  <a:lnTo>
                    <a:pt x="5203469" y="1255271"/>
                  </a:lnTo>
                  <a:lnTo>
                    <a:pt x="5203469" y="1254647"/>
                  </a:lnTo>
                  <a:lnTo>
                    <a:pt x="5203469" y="1254024"/>
                  </a:lnTo>
                  <a:lnTo>
                    <a:pt x="5203615" y="1254024"/>
                  </a:lnTo>
                  <a:lnTo>
                    <a:pt x="5203760" y="1254024"/>
                  </a:lnTo>
                  <a:lnTo>
                    <a:pt x="5203760" y="1253400"/>
                  </a:lnTo>
                  <a:lnTo>
                    <a:pt x="5203905" y="1253400"/>
                  </a:lnTo>
                  <a:lnTo>
                    <a:pt x="5204051" y="1253400"/>
                  </a:lnTo>
                  <a:lnTo>
                    <a:pt x="5204051" y="1252776"/>
                  </a:lnTo>
                  <a:lnTo>
                    <a:pt x="5204196" y="1252776"/>
                  </a:lnTo>
                  <a:lnTo>
                    <a:pt x="5204342" y="1252776"/>
                  </a:lnTo>
                  <a:lnTo>
                    <a:pt x="5204487" y="1252776"/>
                  </a:lnTo>
                  <a:lnTo>
                    <a:pt x="5204633" y="1252776"/>
                  </a:lnTo>
                  <a:lnTo>
                    <a:pt x="5204778" y="1252776"/>
                  </a:lnTo>
                  <a:lnTo>
                    <a:pt x="5204923" y="1252776"/>
                  </a:lnTo>
                  <a:lnTo>
                    <a:pt x="5204923" y="1252153"/>
                  </a:lnTo>
                  <a:lnTo>
                    <a:pt x="5205069" y="1252153"/>
                  </a:lnTo>
                  <a:lnTo>
                    <a:pt x="5205214" y="1252153"/>
                  </a:lnTo>
                  <a:lnTo>
                    <a:pt x="5205360" y="1252153"/>
                  </a:lnTo>
                  <a:lnTo>
                    <a:pt x="5205505" y="1252153"/>
                  </a:lnTo>
                  <a:lnTo>
                    <a:pt x="5205505" y="1251529"/>
                  </a:lnTo>
                  <a:lnTo>
                    <a:pt x="5205650" y="1251529"/>
                  </a:lnTo>
                  <a:lnTo>
                    <a:pt x="5205796" y="1251529"/>
                  </a:lnTo>
                  <a:lnTo>
                    <a:pt x="5205796" y="1250906"/>
                  </a:lnTo>
                  <a:lnTo>
                    <a:pt x="5205941" y="1250906"/>
                  </a:lnTo>
                  <a:lnTo>
                    <a:pt x="5206087" y="1250906"/>
                  </a:lnTo>
                  <a:lnTo>
                    <a:pt x="5206232" y="1250906"/>
                  </a:lnTo>
                  <a:lnTo>
                    <a:pt x="5206378" y="1250906"/>
                  </a:lnTo>
                  <a:lnTo>
                    <a:pt x="5206523" y="1250906"/>
                  </a:lnTo>
                  <a:lnTo>
                    <a:pt x="5206668" y="1250906"/>
                  </a:lnTo>
                  <a:lnTo>
                    <a:pt x="5206814" y="1250906"/>
                  </a:lnTo>
                  <a:lnTo>
                    <a:pt x="5206959" y="1250906"/>
                  </a:lnTo>
                  <a:lnTo>
                    <a:pt x="5207105" y="1250906"/>
                  </a:lnTo>
                  <a:lnTo>
                    <a:pt x="5207250" y="1250906"/>
                  </a:lnTo>
                  <a:lnTo>
                    <a:pt x="5207250" y="1250282"/>
                  </a:lnTo>
                  <a:lnTo>
                    <a:pt x="5207396" y="1250282"/>
                  </a:lnTo>
                  <a:lnTo>
                    <a:pt x="5207541" y="1250282"/>
                  </a:lnTo>
                  <a:lnTo>
                    <a:pt x="5207686" y="1250282"/>
                  </a:lnTo>
                  <a:lnTo>
                    <a:pt x="5207832" y="1250282"/>
                  </a:lnTo>
                  <a:lnTo>
                    <a:pt x="5207977" y="1250282"/>
                  </a:lnTo>
                  <a:lnTo>
                    <a:pt x="5208123" y="1250282"/>
                  </a:lnTo>
                  <a:lnTo>
                    <a:pt x="5208268" y="1250282"/>
                  </a:lnTo>
                  <a:lnTo>
                    <a:pt x="5208414" y="1250282"/>
                  </a:lnTo>
                  <a:lnTo>
                    <a:pt x="5208559" y="1250282"/>
                  </a:lnTo>
                  <a:lnTo>
                    <a:pt x="5208704" y="1250282"/>
                  </a:lnTo>
                  <a:lnTo>
                    <a:pt x="5208850" y="1250282"/>
                  </a:lnTo>
                  <a:lnTo>
                    <a:pt x="5208995" y="1250282"/>
                  </a:lnTo>
                  <a:lnTo>
                    <a:pt x="5209141" y="1250282"/>
                  </a:lnTo>
                  <a:lnTo>
                    <a:pt x="5209286" y="1250282"/>
                  </a:lnTo>
                  <a:lnTo>
                    <a:pt x="5209286" y="1249658"/>
                  </a:lnTo>
                  <a:lnTo>
                    <a:pt x="5209432" y="1249658"/>
                  </a:lnTo>
                  <a:lnTo>
                    <a:pt x="5209577" y="1249658"/>
                  </a:lnTo>
                  <a:lnTo>
                    <a:pt x="5209722" y="1249658"/>
                  </a:lnTo>
                  <a:lnTo>
                    <a:pt x="5209868" y="1249658"/>
                  </a:lnTo>
                  <a:lnTo>
                    <a:pt x="5210013" y="1249658"/>
                  </a:lnTo>
                  <a:lnTo>
                    <a:pt x="5210159" y="1249658"/>
                  </a:lnTo>
                  <a:lnTo>
                    <a:pt x="5210304" y="1249658"/>
                  </a:lnTo>
                  <a:lnTo>
                    <a:pt x="5210450" y="1249658"/>
                  </a:lnTo>
                  <a:lnTo>
                    <a:pt x="5210595" y="1249658"/>
                  </a:lnTo>
                  <a:lnTo>
                    <a:pt x="5210740" y="1249658"/>
                  </a:lnTo>
                  <a:lnTo>
                    <a:pt x="5210886" y="1249658"/>
                  </a:lnTo>
                  <a:lnTo>
                    <a:pt x="5211031" y="1249658"/>
                  </a:lnTo>
                  <a:lnTo>
                    <a:pt x="5211177" y="1249658"/>
                  </a:lnTo>
                  <a:lnTo>
                    <a:pt x="5211322" y="1249658"/>
                  </a:lnTo>
                  <a:lnTo>
                    <a:pt x="5211468" y="1249658"/>
                  </a:lnTo>
                  <a:lnTo>
                    <a:pt x="5211613" y="1249658"/>
                  </a:lnTo>
                  <a:lnTo>
                    <a:pt x="5211758" y="1249658"/>
                  </a:lnTo>
                  <a:lnTo>
                    <a:pt x="5211904" y="1249658"/>
                  </a:lnTo>
                  <a:lnTo>
                    <a:pt x="5212049" y="1249658"/>
                  </a:lnTo>
                  <a:lnTo>
                    <a:pt x="5212195" y="1249658"/>
                  </a:lnTo>
                  <a:lnTo>
                    <a:pt x="5212340" y="1249658"/>
                  </a:lnTo>
                  <a:lnTo>
                    <a:pt x="5212485" y="1249658"/>
                  </a:lnTo>
                  <a:lnTo>
                    <a:pt x="5212485" y="1249035"/>
                  </a:lnTo>
                  <a:lnTo>
                    <a:pt x="5212631" y="1249035"/>
                  </a:lnTo>
                  <a:lnTo>
                    <a:pt x="5212776" y="1249035"/>
                  </a:lnTo>
                  <a:lnTo>
                    <a:pt x="5212922" y="1249035"/>
                  </a:lnTo>
                  <a:lnTo>
                    <a:pt x="5213067" y="1249035"/>
                  </a:lnTo>
                  <a:lnTo>
                    <a:pt x="5213213" y="1249035"/>
                  </a:lnTo>
                  <a:lnTo>
                    <a:pt x="5213358" y="1249035"/>
                  </a:lnTo>
                  <a:lnTo>
                    <a:pt x="5213503" y="1249035"/>
                  </a:lnTo>
                  <a:lnTo>
                    <a:pt x="5213649" y="1249035"/>
                  </a:lnTo>
                  <a:lnTo>
                    <a:pt x="5213794" y="1249035"/>
                  </a:lnTo>
                  <a:lnTo>
                    <a:pt x="5213940" y="1249035"/>
                  </a:lnTo>
                  <a:lnTo>
                    <a:pt x="5213940" y="1248411"/>
                  </a:lnTo>
                  <a:lnTo>
                    <a:pt x="5214085" y="1248411"/>
                  </a:lnTo>
                  <a:lnTo>
                    <a:pt x="5214231" y="1248411"/>
                  </a:lnTo>
                  <a:lnTo>
                    <a:pt x="5214376" y="1248411"/>
                  </a:lnTo>
                  <a:lnTo>
                    <a:pt x="5214521" y="1248411"/>
                  </a:lnTo>
                  <a:lnTo>
                    <a:pt x="5214667" y="1248411"/>
                  </a:lnTo>
                  <a:lnTo>
                    <a:pt x="5214667" y="1247788"/>
                  </a:lnTo>
                  <a:lnTo>
                    <a:pt x="5214812" y="1247788"/>
                  </a:lnTo>
                  <a:lnTo>
                    <a:pt x="5214958" y="1247788"/>
                  </a:lnTo>
                  <a:lnTo>
                    <a:pt x="5214958" y="1247164"/>
                  </a:lnTo>
                  <a:lnTo>
                    <a:pt x="5214958" y="1246541"/>
                  </a:lnTo>
                  <a:lnTo>
                    <a:pt x="5215103" y="1246541"/>
                  </a:lnTo>
                  <a:lnTo>
                    <a:pt x="5215249" y="1246541"/>
                  </a:lnTo>
                  <a:lnTo>
                    <a:pt x="5215394" y="1246541"/>
                  </a:lnTo>
                  <a:lnTo>
                    <a:pt x="5215394" y="1245917"/>
                  </a:lnTo>
                  <a:lnTo>
                    <a:pt x="5215539" y="1245917"/>
                  </a:lnTo>
                  <a:lnTo>
                    <a:pt x="5215685" y="1245917"/>
                  </a:lnTo>
                  <a:lnTo>
                    <a:pt x="5215685" y="1245293"/>
                  </a:lnTo>
                  <a:lnTo>
                    <a:pt x="5215830" y="1245293"/>
                  </a:lnTo>
                  <a:lnTo>
                    <a:pt x="5215976" y="1245293"/>
                  </a:lnTo>
                  <a:lnTo>
                    <a:pt x="5216121" y="1245293"/>
                  </a:lnTo>
                  <a:lnTo>
                    <a:pt x="5216121" y="1244670"/>
                  </a:lnTo>
                  <a:lnTo>
                    <a:pt x="5216267" y="1244670"/>
                  </a:lnTo>
                  <a:lnTo>
                    <a:pt x="5216412" y="1244670"/>
                  </a:lnTo>
                  <a:lnTo>
                    <a:pt x="5216557" y="1244670"/>
                  </a:lnTo>
                  <a:lnTo>
                    <a:pt x="5216703" y="1244670"/>
                  </a:lnTo>
                  <a:lnTo>
                    <a:pt x="5216848" y="1244670"/>
                  </a:lnTo>
                  <a:lnTo>
                    <a:pt x="5216994" y="1244670"/>
                  </a:lnTo>
                  <a:lnTo>
                    <a:pt x="5217139" y="1244670"/>
                  </a:lnTo>
                  <a:lnTo>
                    <a:pt x="5217285" y="1244670"/>
                  </a:lnTo>
                  <a:lnTo>
                    <a:pt x="5217430" y="1244670"/>
                  </a:lnTo>
                  <a:lnTo>
                    <a:pt x="5217430" y="1244046"/>
                  </a:lnTo>
                  <a:lnTo>
                    <a:pt x="5217575" y="1244046"/>
                  </a:lnTo>
                  <a:lnTo>
                    <a:pt x="5217721" y="1244046"/>
                  </a:lnTo>
                  <a:lnTo>
                    <a:pt x="5217866" y="1244046"/>
                  </a:lnTo>
                  <a:lnTo>
                    <a:pt x="5217866" y="1243423"/>
                  </a:lnTo>
                  <a:lnTo>
                    <a:pt x="5218012" y="1243423"/>
                  </a:lnTo>
                  <a:lnTo>
                    <a:pt x="5218157" y="1243423"/>
                  </a:lnTo>
                  <a:lnTo>
                    <a:pt x="5218303" y="1243423"/>
                  </a:lnTo>
                  <a:lnTo>
                    <a:pt x="5218448" y="1243423"/>
                  </a:lnTo>
                  <a:lnTo>
                    <a:pt x="5218593" y="1243423"/>
                  </a:lnTo>
                  <a:lnTo>
                    <a:pt x="5218739" y="1243423"/>
                  </a:lnTo>
                  <a:lnTo>
                    <a:pt x="5218884" y="1243423"/>
                  </a:lnTo>
                  <a:lnTo>
                    <a:pt x="5219030" y="1243423"/>
                  </a:lnTo>
                  <a:lnTo>
                    <a:pt x="5219175" y="1243423"/>
                  </a:lnTo>
                  <a:lnTo>
                    <a:pt x="5219320" y="1243423"/>
                  </a:lnTo>
                  <a:lnTo>
                    <a:pt x="5219466" y="1243423"/>
                  </a:lnTo>
                  <a:lnTo>
                    <a:pt x="5219611" y="1243423"/>
                  </a:lnTo>
                  <a:lnTo>
                    <a:pt x="5219757" y="1243423"/>
                  </a:lnTo>
                  <a:lnTo>
                    <a:pt x="5219902" y="1243423"/>
                  </a:lnTo>
                  <a:lnTo>
                    <a:pt x="5220048" y="1243423"/>
                  </a:lnTo>
                  <a:lnTo>
                    <a:pt x="5220193" y="1243423"/>
                  </a:lnTo>
                  <a:lnTo>
                    <a:pt x="5220193" y="1242799"/>
                  </a:lnTo>
                  <a:lnTo>
                    <a:pt x="5220193" y="1242175"/>
                  </a:lnTo>
                  <a:lnTo>
                    <a:pt x="5220338" y="1242175"/>
                  </a:lnTo>
                  <a:lnTo>
                    <a:pt x="5220484" y="1242175"/>
                  </a:lnTo>
                  <a:lnTo>
                    <a:pt x="5220629" y="1242175"/>
                  </a:lnTo>
                  <a:lnTo>
                    <a:pt x="5220775" y="1242175"/>
                  </a:lnTo>
                  <a:lnTo>
                    <a:pt x="5220920" y="1242175"/>
                  </a:lnTo>
                  <a:lnTo>
                    <a:pt x="5221066" y="1242175"/>
                  </a:lnTo>
                  <a:lnTo>
                    <a:pt x="5221211" y="1242175"/>
                  </a:lnTo>
                  <a:lnTo>
                    <a:pt x="5221356" y="1242175"/>
                  </a:lnTo>
                  <a:lnTo>
                    <a:pt x="5221356" y="1241552"/>
                  </a:lnTo>
                  <a:lnTo>
                    <a:pt x="5221502" y="1241552"/>
                  </a:lnTo>
                  <a:lnTo>
                    <a:pt x="5221647" y="1241552"/>
                  </a:lnTo>
                  <a:lnTo>
                    <a:pt x="5221793" y="1241552"/>
                  </a:lnTo>
                  <a:lnTo>
                    <a:pt x="5221938" y="1241552"/>
                  </a:lnTo>
                  <a:lnTo>
                    <a:pt x="5222084" y="1241552"/>
                  </a:lnTo>
                  <a:lnTo>
                    <a:pt x="5222229" y="1241552"/>
                  </a:lnTo>
                  <a:lnTo>
                    <a:pt x="5222374" y="1241552"/>
                  </a:lnTo>
                  <a:lnTo>
                    <a:pt x="5222520" y="1241552"/>
                  </a:lnTo>
                  <a:lnTo>
                    <a:pt x="5222665" y="1241552"/>
                  </a:lnTo>
                  <a:lnTo>
                    <a:pt x="5222811" y="1241552"/>
                  </a:lnTo>
                  <a:lnTo>
                    <a:pt x="5222956" y="1241552"/>
                  </a:lnTo>
                  <a:lnTo>
                    <a:pt x="5223102" y="1241552"/>
                  </a:lnTo>
                  <a:lnTo>
                    <a:pt x="5223247" y="1241552"/>
                  </a:lnTo>
                  <a:lnTo>
                    <a:pt x="5223392" y="1241552"/>
                  </a:lnTo>
                  <a:lnTo>
                    <a:pt x="5223538" y="1241552"/>
                  </a:lnTo>
                  <a:lnTo>
                    <a:pt x="5223683" y="1241552"/>
                  </a:lnTo>
                  <a:lnTo>
                    <a:pt x="5223829" y="1241552"/>
                  </a:lnTo>
                  <a:lnTo>
                    <a:pt x="5223974" y="1241552"/>
                  </a:lnTo>
                  <a:lnTo>
                    <a:pt x="5224120" y="1241552"/>
                  </a:lnTo>
                  <a:lnTo>
                    <a:pt x="5224265" y="1241552"/>
                  </a:lnTo>
                  <a:lnTo>
                    <a:pt x="5224265" y="1240928"/>
                  </a:lnTo>
                  <a:lnTo>
                    <a:pt x="5224410" y="1240928"/>
                  </a:lnTo>
                  <a:lnTo>
                    <a:pt x="5224556" y="1240928"/>
                  </a:lnTo>
                  <a:lnTo>
                    <a:pt x="5224701" y="1240928"/>
                  </a:lnTo>
                  <a:lnTo>
                    <a:pt x="5224847" y="1240928"/>
                  </a:lnTo>
                  <a:lnTo>
                    <a:pt x="5224992" y="1240928"/>
                  </a:lnTo>
                  <a:lnTo>
                    <a:pt x="5225138" y="1240928"/>
                  </a:lnTo>
                  <a:lnTo>
                    <a:pt x="5225283" y="1240928"/>
                  </a:lnTo>
                  <a:lnTo>
                    <a:pt x="5225428" y="1240928"/>
                  </a:lnTo>
                  <a:lnTo>
                    <a:pt x="5225574" y="1240928"/>
                  </a:lnTo>
                  <a:lnTo>
                    <a:pt x="5225719" y="1240928"/>
                  </a:lnTo>
                  <a:lnTo>
                    <a:pt x="5225865" y="1240928"/>
                  </a:lnTo>
                  <a:lnTo>
                    <a:pt x="5226010" y="1240928"/>
                  </a:lnTo>
                  <a:lnTo>
                    <a:pt x="5226155" y="1240928"/>
                  </a:lnTo>
                  <a:lnTo>
                    <a:pt x="5226301" y="1240928"/>
                  </a:lnTo>
                  <a:lnTo>
                    <a:pt x="5226446" y="1240928"/>
                  </a:lnTo>
                  <a:lnTo>
                    <a:pt x="5226592" y="1240928"/>
                  </a:lnTo>
                  <a:lnTo>
                    <a:pt x="5226592" y="1240305"/>
                  </a:lnTo>
                  <a:lnTo>
                    <a:pt x="5226737" y="1240305"/>
                  </a:lnTo>
                  <a:lnTo>
                    <a:pt x="5226737" y="1239681"/>
                  </a:lnTo>
                  <a:lnTo>
                    <a:pt x="5226883" y="1239681"/>
                  </a:lnTo>
                  <a:lnTo>
                    <a:pt x="5227028" y="1239681"/>
                  </a:lnTo>
                  <a:lnTo>
                    <a:pt x="5227173" y="1239681"/>
                  </a:lnTo>
                  <a:lnTo>
                    <a:pt x="5227319" y="1239681"/>
                  </a:lnTo>
                  <a:lnTo>
                    <a:pt x="5227464" y="1239681"/>
                  </a:lnTo>
                  <a:lnTo>
                    <a:pt x="5227610" y="1239681"/>
                  </a:lnTo>
                  <a:lnTo>
                    <a:pt x="5227755" y="1239681"/>
                  </a:lnTo>
                  <a:lnTo>
                    <a:pt x="5227901" y="1239681"/>
                  </a:lnTo>
                  <a:lnTo>
                    <a:pt x="5228046" y="1239681"/>
                  </a:lnTo>
                  <a:lnTo>
                    <a:pt x="5228191" y="1239681"/>
                  </a:lnTo>
                  <a:lnTo>
                    <a:pt x="5228337" y="1239681"/>
                  </a:lnTo>
                  <a:lnTo>
                    <a:pt x="5228482" y="1239681"/>
                  </a:lnTo>
                  <a:lnTo>
                    <a:pt x="5228628" y="1239681"/>
                  </a:lnTo>
                  <a:lnTo>
                    <a:pt x="5228628" y="1239058"/>
                  </a:lnTo>
                  <a:lnTo>
                    <a:pt x="5228773" y="1239058"/>
                  </a:lnTo>
                  <a:lnTo>
                    <a:pt x="5228919" y="1239058"/>
                  </a:lnTo>
                  <a:lnTo>
                    <a:pt x="5229064" y="1239058"/>
                  </a:lnTo>
                  <a:lnTo>
                    <a:pt x="5229209" y="1239058"/>
                  </a:lnTo>
                  <a:lnTo>
                    <a:pt x="5229355" y="1239058"/>
                  </a:lnTo>
                  <a:lnTo>
                    <a:pt x="5229500" y="1239058"/>
                  </a:lnTo>
                  <a:lnTo>
                    <a:pt x="5229500" y="1238434"/>
                  </a:lnTo>
                  <a:lnTo>
                    <a:pt x="5229646" y="1238434"/>
                  </a:lnTo>
                  <a:lnTo>
                    <a:pt x="5229646" y="1237810"/>
                  </a:lnTo>
                  <a:lnTo>
                    <a:pt x="5229791" y="1237810"/>
                  </a:lnTo>
                  <a:lnTo>
                    <a:pt x="5229937" y="1237810"/>
                  </a:lnTo>
                  <a:lnTo>
                    <a:pt x="5230082" y="1237810"/>
                  </a:lnTo>
                  <a:lnTo>
                    <a:pt x="5230227" y="1237810"/>
                  </a:lnTo>
                  <a:lnTo>
                    <a:pt x="5230227" y="1237187"/>
                  </a:lnTo>
                  <a:lnTo>
                    <a:pt x="5230227" y="1236563"/>
                  </a:lnTo>
                  <a:lnTo>
                    <a:pt x="5230373" y="1236563"/>
                  </a:lnTo>
                  <a:lnTo>
                    <a:pt x="5230518" y="1236563"/>
                  </a:lnTo>
                  <a:lnTo>
                    <a:pt x="5230664" y="1236563"/>
                  </a:lnTo>
                  <a:lnTo>
                    <a:pt x="5230809" y="1236563"/>
                  </a:lnTo>
                  <a:lnTo>
                    <a:pt x="5230955" y="1236563"/>
                  </a:lnTo>
                  <a:lnTo>
                    <a:pt x="5231100" y="1236563"/>
                  </a:lnTo>
                  <a:lnTo>
                    <a:pt x="5231245" y="1236563"/>
                  </a:lnTo>
                  <a:lnTo>
                    <a:pt x="5231391" y="1236563"/>
                  </a:lnTo>
                  <a:lnTo>
                    <a:pt x="5231536" y="1236563"/>
                  </a:lnTo>
                  <a:lnTo>
                    <a:pt x="5231682" y="1236563"/>
                  </a:lnTo>
                  <a:lnTo>
                    <a:pt x="5231827" y="1236563"/>
                  </a:lnTo>
                  <a:lnTo>
                    <a:pt x="5231973" y="1236563"/>
                  </a:lnTo>
                  <a:lnTo>
                    <a:pt x="5232118" y="1236563"/>
                  </a:lnTo>
                  <a:lnTo>
                    <a:pt x="5232263" y="1236563"/>
                  </a:lnTo>
                  <a:lnTo>
                    <a:pt x="5232409" y="1236563"/>
                  </a:lnTo>
                  <a:lnTo>
                    <a:pt x="5232409" y="1235940"/>
                  </a:lnTo>
                  <a:lnTo>
                    <a:pt x="5232554" y="1235940"/>
                  </a:lnTo>
                  <a:lnTo>
                    <a:pt x="5232700" y="1235940"/>
                  </a:lnTo>
                  <a:lnTo>
                    <a:pt x="5232845" y="1235940"/>
                  </a:lnTo>
                  <a:lnTo>
                    <a:pt x="5232990" y="1235940"/>
                  </a:lnTo>
                  <a:lnTo>
                    <a:pt x="5233136" y="1235940"/>
                  </a:lnTo>
                  <a:lnTo>
                    <a:pt x="5233281" y="1235940"/>
                  </a:lnTo>
                  <a:lnTo>
                    <a:pt x="5233427" y="1235940"/>
                  </a:lnTo>
                  <a:lnTo>
                    <a:pt x="5233572" y="1235940"/>
                  </a:lnTo>
                  <a:lnTo>
                    <a:pt x="5233718" y="1235940"/>
                  </a:lnTo>
                  <a:lnTo>
                    <a:pt x="5233863" y="1235940"/>
                  </a:lnTo>
                  <a:lnTo>
                    <a:pt x="5234008" y="1235940"/>
                  </a:lnTo>
                  <a:lnTo>
                    <a:pt x="5234154" y="1235940"/>
                  </a:lnTo>
                  <a:lnTo>
                    <a:pt x="5234299" y="1235940"/>
                  </a:lnTo>
                  <a:lnTo>
                    <a:pt x="5234445" y="1235940"/>
                  </a:lnTo>
                  <a:lnTo>
                    <a:pt x="5234590" y="1235940"/>
                  </a:lnTo>
                  <a:lnTo>
                    <a:pt x="5234736" y="1235940"/>
                  </a:lnTo>
                  <a:lnTo>
                    <a:pt x="5234881" y="1235940"/>
                  </a:lnTo>
                  <a:lnTo>
                    <a:pt x="5235026" y="1235940"/>
                  </a:lnTo>
                  <a:lnTo>
                    <a:pt x="5235172" y="1235940"/>
                  </a:lnTo>
                  <a:lnTo>
                    <a:pt x="5235317" y="1235940"/>
                  </a:lnTo>
                  <a:lnTo>
                    <a:pt x="5235463" y="1235940"/>
                  </a:lnTo>
                  <a:lnTo>
                    <a:pt x="5235608" y="1235940"/>
                  </a:lnTo>
                  <a:lnTo>
                    <a:pt x="5235608" y="1235316"/>
                  </a:lnTo>
                  <a:lnTo>
                    <a:pt x="5235754" y="1235316"/>
                  </a:lnTo>
                  <a:lnTo>
                    <a:pt x="5235754" y="1234692"/>
                  </a:lnTo>
                  <a:lnTo>
                    <a:pt x="5235899" y="1234692"/>
                  </a:lnTo>
                  <a:lnTo>
                    <a:pt x="5236044" y="1234692"/>
                  </a:lnTo>
                  <a:lnTo>
                    <a:pt x="5236190" y="1234692"/>
                  </a:lnTo>
                  <a:lnTo>
                    <a:pt x="5236335" y="1234692"/>
                  </a:lnTo>
                  <a:lnTo>
                    <a:pt x="5236481" y="1234692"/>
                  </a:lnTo>
                  <a:lnTo>
                    <a:pt x="5236481" y="1234069"/>
                  </a:lnTo>
                  <a:lnTo>
                    <a:pt x="5236626" y="1234069"/>
                  </a:lnTo>
                  <a:lnTo>
                    <a:pt x="5236772" y="1234069"/>
                  </a:lnTo>
                  <a:lnTo>
                    <a:pt x="5236917" y="1234069"/>
                  </a:lnTo>
                  <a:lnTo>
                    <a:pt x="5236917" y="1233445"/>
                  </a:lnTo>
                  <a:lnTo>
                    <a:pt x="5237062" y="1233445"/>
                  </a:lnTo>
                  <a:lnTo>
                    <a:pt x="5237208" y="1233445"/>
                  </a:lnTo>
                  <a:lnTo>
                    <a:pt x="5237353" y="1233445"/>
                  </a:lnTo>
                  <a:lnTo>
                    <a:pt x="5237499" y="1233445"/>
                  </a:lnTo>
                  <a:lnTo>
                    <a:pt x="5237644" y="1233445"/>
                  </a:lnTo>
                  <a:lnTo>
                    <a:pt x="5237644" y="1232822"/>
                  </a:lnTo>
                  <a:lnTo>
                    <a:pt x="5237790" y="1232822"/>
                  </a:lnTo>
                  <a:lnTo>
                    <a:pt x="5237790" y="1232198"/>
                  </a:lnTo>
                  <a:lnTo>
                    <a:pt x="5237790" y="1231575"/>
                  </a:lnTo>
                  <a:lnTo>
                    <a:pt x="5237935" y="1231575"/>
                  </a:lnTo>
                  <a:lnTo>
                    <a:pt x="5238080" y="1231575"/>
                  </a:lnTo>
                  <a:lnTo>
                    <a:pt x="5238226" y="1231575"/>
                  </a:lnTo>
                  <a:lnTo>
                    <a:pt x="5238371" y="1231575"/>
                  </a:lnTo>
                  <a:lnTo>
                    <a:pt x="5238517" y="1231575"/>
                  </a:lnTo>
                  <a:lnTo>
                    <a:pt x="5238662" y="1231575"/>
                  </a:lnTo>
                  <a:lnTo>
                    <a:pt x="5238808" y="1231575"/>
                  </a:lnTo>
                  <a:lnTo>
                    <a:pt x="5238953" y="1231575"/>
                  </a:lnTo>
                  <a:lnTo>
                    <a:pt x="5239098" y="1231575"/>
                  </a:lnTo>
                  <a:lnTo>
                    <a:pt x="5239244" y="1231575"/>
                  </a:lnTo>
                  <a:lnTo>
                    <a:pt x="5239389" y="1231575"/>
                  </a:lnTo>
                  <a:lnTo>
                    <a:pt x="5239535" y="1231575"/>
                  </a:lnTo>
                  <a:lnTo>
                    <a:pt x="5239535" y="1230951"/>
                  </a:lnTo>
                  <a:lnTo>
                    <a:pt x="5239680" y="1230951"/>
                  </a:lnTo>
                  <a:lnTo>
                    <a:pt x="5239825" y="1230951"/>
                  </a:lnTo>
                  <a:lnTo>
                    <a:pt x="5239971" y="1230951"/>
                  </a:lnTo>
                  <a:lnTo>
                    <a:pt x="5240116" y="1230951"/>
                  </a:lnTo>
                  <a:lnTo>
                    <a:pt x="5240262" y="1230951"/>
                  </a:lnTo>
                  <a:lnTo>
                    <a:pt x="5240407" y="1230951"/>
                  </a:lnTo>
                  <a:lnTo>
                    <a:pt x="5240553" y="1230951"/>
                  </a:lnTo>
                  <a:lnTo>
                    <a:pt x="5240553" y="1230327"/>
                  </a:lnTo>
                  <a:lnTo>
                    <a:pt x="5240698" y="1230327"/>
                  </a:lnTo>
                  <a:lnTo>
                    <a:pt x="5240698" y="1229704"/>
                  </a:lnTo>
                  <a:lnTo>
                    <a:pt x="5240843" y="1229704"/>
                  </a:lnTo>
                  <a:lnTo>
                    <a:pt x="5240989" y="1229704"/>
                  </a:lnTo>
                  <a:lnTo>
                    <a:pt x="5241134" y="1229704"/>
                  </a:lnTo>
                  <a:lnTo>
                    <a:pt x="5241280" y="1229704"/>
                  </a:lnTo>
                  <a:lnTo>
                    <a:pt x="5241425" y="1229704"/>
                  </a:lnTo>
                  <a:lnTo>
                    <a:pt x="5241571" y="1229704"/>
                  </a:lnTo>
                  <a:lnTo>
                    <a:pt x="5241716" y="1229704"/>
                  </a:lnTo>
                  <a:lnTo>
                    <a:pt x="5241861" y="1229704"/>
                  </a:lnTo>
                  <a:lnTo>
                    <a:pt x="5242007" y="1229704"/>
                  </a:lnTo>
                  <a:lnTo>
                    <a:pt x="5242152" y="1229704"/>
                  </a:lnTo>
                  <a:lnTo>
                    <a:pt x="5242298" y="1229704"/>
                  </a:lnTo>
                  <a:lnTo>
                    <a:pt x="5242443" y="1229704"/>
                  </a:lnTo>
                  <a:lnTo>
                    <a:pt x="5242589" y="1229704"/>
                  </a:lnTo>
                  <a:lnTo>
                    <a:pt x="5242734" y="1229704"/>
                  </a:lnTo>
                  <a:lnTo>
                    <a:pt x="5242879" y="1229704"/>
                  </a:lnTo>
                  <a:lnTo>
                    <a:pt x="5243025" y="1229704"/>
                  </a:lnTo>
                  <a:lnTo>
                    <a:pt x="5243170" y="1229704"/>
                  </a:lnTo>
                  <a:lnTo>
                    <a:pt x="5243316" y="1229704"/>
                  </a:lnTo>
                  <a:lnTo>
                    <a:pt x="5243461" y="1229704"/>
                  </a:lnTo>
                  <a:lnTo>
                    <a:pt x="5243607" y="1229704"/>
                  </a:lnTo>
                  <a:lnTo>
                    <a:pt x="5243752" y="1229704"/>
                  </a:lnTo>
                  <a:lnTo>
                    <a:pt x="5243752" y="1229080"/>
                  </a:lnTo>
                  <a:lnTo>
                    <a:pt x="5243752" y="1228457"/>
                  </a:lnTo>
                  <a:lnTo>
                    <a:pt x="5243897" y="1228457"/>
                  </a:lnTo>
                  <a:lnTo>
                    <a:pt x="5244043" y="1228457"/>
                  </a:lnTo>
                  <a:lnTo>
                    <a:pt x="5244188" y="1228457"/>
                  </a:lnTo>
                  <a:lnTo>
                    <a:pt x="5244334" y="1228457"/>
                  </a:lnTo>
                  <a:lnTo>
                    <a:pt x="5244479" y="1228457"/>
                  </a:lnTo>
                  <a:lnTo>
                    <a:pt x="5244625" y="1228457"/>
                  </a:lnTo>
                  <a:lnTo>
                    <a:pt x="5244770" y="1228457"/>
                  </a:lnTo>
                  <a:lnTo>
                    <a:pt x="5244915" y="1228457"/>
                  </a:lnTo>
                  <a:lnTo>
                    <a:pt x="5245061" y="1228457"/>
                  </a:lnTo>
                  <a:lnTo>
                    <a:pt x="5245206" y="1228457"/>
                  </a:lnTo>
                  <a:lnTo>
                    <a:pt x="5245206" y="1227833"/>
                  </a:lnTo>
                  <a:lnTo>
                    <a:pt x="5245352" y="1227833"/>
                  </a:lnTo>
                  <a:lnTo>
                    <a:pt x="5245497" y="1227833"/>
                  </a:lnTo>
                  <a:lnTo>
                    <a:pt x="5245497" y="1227210"/>
                  </a:lnTo>
                  <a:lnTo>
                    <a:pt x="5245643" y="1227210"/>
                  </a:lnTo>
                  <a:lnTo>
                    <a:pt x="5245788" y="1227210"/>
                  </a:lnTo>
                  <a:lnTo>
                    <a:pt x="5245933" y="1227210"/>
                  </a:lnTo>
                  <a:lnTo>
                    <a:pt x="5245933" y="1226586"/>
                  </a:lnTo>
                  <a:lnTo>
                    <a:pt x="5246079" y="1226586"/>
                  </a:lnTo>
                  <a:lnTo>
                    <a:pt x="5246224" y="1226586"/>
                  </a:lnTo>
                  <a:lnTo>
                    <a:pt x="5246370" y="1226586"/>
                  </a:lnTo>
                  <a:lnTo>
                    <a:pt x="5246370" y="1225962"/>
                  </a:lnTo>
                  <a:lnTo>
                    <a:pt x="5246370" y="1225339"/>
                  </a:lnTo>
                  <a:lnTo>
                    <a:pt x="5246515" y="1225339"/>
                  </a:lnTo>
                  <a:lnTo>
                    <a:pt x="5246515" y="1224715"/>
                  </a:lnTo>
                  <a:lnTo>
                    <a:pt x="5246660" y="1224715"/>
                  </a:lnTo>
                  <a:lnTo>
                    <a:pt x="5246806" y="1224715"/>
                  </a:lnTo>
                  <a:lnTo>
                    <a:pt x="5246951" y="1224715"/>
                  </a:lnTo>
                  <a:lnTo>
                    <a:pt x="5247097" y="1224715"/>
                  </a:lnTo>
                  <a:lnTo>
                    <a:pt x="5247242" y="1224715"/>
                  </a:lnTo>
                  <a:lnTo>
                    <a:pt x="5247388" y="1224715"/>
                  </a:lnTo>
                  <a:lnTo>
                    <a:pt x="5247533" y="1224715"/>
                  </a:lnTo>
                  <a:lnTo>
                    <a:pt x="5247678" y="1224715"/>
                  </a:lnTo>
                  <a:lnTo>
                    <a:pt x="5247824" y="1224715"/>
                  </a:lnTo>
                  <a:lnTo>
                    <a:pt x="5247969" y="1224715"/>
                  </a:lnTo>
                  <a:lnTo>
                    <a:pt x="5248115" y="1224715"/>
                  </a:lnTo>
                  <a:lnTo>
                    <a:pt x="5248260" y="1224715"/>
                  </a:lnTo>
                  <a:lnTo>
                    <a:pt x="5248406" y="1224715"/>
                  </a:lnTo>
                  <a:lnTo>
                    <a:pt x="5248551" y="1224715"/>
                  </a:lnTo>
                  <a:lnTo>
                    <a:pt x="5248696" y="1224715"/>
                  </a:lnTo>
                  <a:lnTo>
                    <a:pt x="5248842" y="1224715"/>
                  </a:lnTo>
                  <a:lnTo>
                    <a:pt x="5248987" y="1224715"/>
                  </a:lnTo>
                  <a:lnTo>
                    <a:pt x="5248987" y="1224092"/>
                  </a:lnTo>
                  <a:lnTo>
                    <a:pt x="5249133" y="1224092"/>
                  </a:lnTo>
                  <a:lnTo>
                    <a:pt x="5249278" y="1224092"/>
                  </a:lnTo>
                  <a:lnTo>
                    <a:pt x="5249424" y="1224092"/>
                  </a:lnTo>
                  <a:lnTo>
                    <a:pt x="5249569" y="1224092"/>
                  </a:lnTo>
                  <a:lnTo>
                    <a:pt x="5249714" y="1224092"/>
                  </a:lnTo>
                  <a:lnTo>
                    <a:pt x="5249860" y="1224092"/>
                  </a:lnTo>
                  <a:lnTo>
                    <a:pt x="5250005" y="1224092"/>
                  </a:lnTo>
                  <a:lnTo>
                    <a:pt x="5250151" y="1224092"/>
                  </a:lnTo>
                  <a:lnTo>
                    <a:pt x="5250296" y="1224092"/>
                  </a:lnTo>
                  <a:lnTo>
                    <a:pt x="5250442" y="1224092"/>
                  </a:lnTo>
                  <a:lnTo>
                    <a:pt x="5250587" y="1224092"/>
                  </a:lnTo>
                  <a:lnTo>
                    <a:pt x="5250732" y="1224092"/>
                  </a:lnTo>
                  <a:lnTo>
                    <a:pt x="5250878" y="1224092"/>
                  </a:lnTo>
                  <a:lnTo>
                    <a:pt x="5251023" y="1224092"/>
                  </a:lnTo>
                  <a:lnTo>
                    <a:pt x="5251169" y="1224092"/>
                  </a:lnTo>
                  <a:lnTo>
                    <a:pt x="5251169" y="1223468"/>
                  </a:lnTo>
                  <a:lnTo>
                    <a:pt x="5251314" y="1223468"/>
                  </a:lnTo>
                  <a:lnTo>
                    <a:pt x="5251460" y="1223468"/>
                  </a:lnTo>
                  <a:lnTo>
                    <a:pt x="5251605" y="1223468"/>
                  </a:lnTo>
                  <a:lnTo>
                    <a:pt x="5251750" y="1223468"/>
                  </a:lnTo>
                  <a:lnTo>
                    <a:pt x="5251896" y="1223468"/>
                  </a:lnTo>
                  <a:lnTo>
                    <a:pt x="5252041" y="1223468"/>
                  </a:lnTo>
                  <a:lnTo>
                    <a:pt x="5252187" y="1223468"/>
                  </a:lnTo>
                  <a:lnTo>
                    <a:pt x="5252332" y="1223468"/>
                  </a:lnTo>
                  <a:lnTo>
                    <a:pt x="5252478" y="1223468"/>
                  </a:lnTo>
                  <a:lnTo>
                    <a:pt x="5252623" y="1223468"/>
                  </a:lnTo>
                  <a:lnTo>
                    <a:pt x="5252768" y="1223468"/>
                  </a:lnTo>
                  <a:lnTo>
                    <a:pt x="5252914" y="1223468"/>
                  </a:lnTo>
                  <a:lnTo>
                    <a:pt x="5253059" y="1223468"/>
                  </a:lnTo>
                  <a:lnTo>
                    <a:pt x="5253205" y="1223468"/>
                  </a:lnTo>
                  <a:lnTo>
                    <a:pt x="5253350" y="1223468"/>
                  </a:lnTo>
                  <a:lnTo>
                    <a:pt x="5253495" y="1223468"/>
                  </a:lnTo>
                  <a:lnTo>
                    <a:pt x="5253641" y="1223468"/>
                  </a:lnTo>
                  <a:lnTo>
                    <a:pt x="5253786" y="1223468"/>
                  </a:lnTo>
                  <a:lnTo>
                    <a:pt x="5253786" y="1222844"/>
                  </a:lnTo>
                  <a:lnTo>
                    <a:pt x="5253932" y="1222844"/>
                  </a:lnTo>
                  <a:lnTo>
                    <a:pt x="5254077" y="1222844"/>
                  </a:lnTo>
                  <a:lnTo>
                    <a:pt x="5254223" y="1222844"/>
                  </a:lnTo>
                  <a:lnTo>
                    <a:pt x="5254368" y="1222844"/>
                  </a:lnTo>
                  <a:lnTo>
                    <a:pt x="5254513" y="1222844"/>
                  </a:lnTo>
                  <a:lnTo>
                    <a:pt x="5254659" y="1222844"/>
                  </a:lnTo>
                  <a:lnTo>
                    <a:pt x="5254804" y="1222844"/>
                  </a:lnTo>
                  <a:lnTo>
                    <a:pt x="5254950" y="1222844"/>
                  </a:lnTo>
                  <a:lnTo>
                    <a:pt x="5254950" y="1222221"/>
                  </a:lnTo>
                  <a:lnTo>
                    <a:pt x="5255095" y="1222221"/>
                  </a:lnTo>
                  <a:lnTo>
                    <a:pt x="5255241" y="1222221"/>
                  </a:lnTo>
                  <a:lnTo>
                    <a:pt x="5255386" y="1222221"/>
                  </a:lnTo>
                  <a:lnTo>
                    <a:pt x="5255531" y="1222221"/>
                  </a:lnTo>
                  <a:lnTo>
                    <a:pt x="5255677" y="1222221"/>
                  </a:lnTo>
                  <a:lnTo>
                    <a:pt x="5255677" y="1221597"/>
                  </a:lnTo>
                  <a:lnTo>
                    <a:pt x="5255822" y="1221597"/>
                  </a:lnTo>
                  <a:lnTo>
                    <a:pt x="5255968" y="1221597"/>
                  </a:lnTo>
                  <a:lnTo>
                    <a:pt x="5256113" y="1221597"/>
                  </a:lnTo>
                  <a:lnTo>
                    <a:pt x="5256259" y="1221597"/>
                  </a:lnTo>
                  <a:lnTo>
                    <a:pt x="5256404" y="1221597"/>
                  </a:lnTo>
                  <a:lnTo>
                    <a:pt x="5256549" y="1221597"/>
                  </a:lnTo>
                  <a:lnTo>
                    <a:pt x="5256695" y="1221597"/>
                  </a:lnTo>
                  <a:lnTo>
                    <a:pt x="5256840" y="1221597"/>
                  </a:lnTo>
                  <a:lnTo>
                    <a:pt x="5256986" y="1221597"/>
                  </a:lnTo>
                  <a:lnTo>
                    <a:pt x="5257131" y="1221597"/>
                  </a:lnTo>
                  <a:lnTo>
                    <a:pt x="5257277" y="1221597"/>
                  </a:lnTo>
                  <a:lnTo>
                    <a:pt x="5257422" y="1221597"/>
                  </a:lnTo>
                  <a:lnTo>
                    <a:pt x="5257422" y="1220974"/>
                  </a:lnTo>
                  <a:lnTo>
                    <a:pt x="5257567" y="1220974"/>
                  </a:lnTo>
                  <a:lnTo>
                    <a:pt x="5257713" y="1220974"/>
                  </a:lnTo>
                  <a:lnTo>
                    <a:pt x="5257858" y="1220974"/>
                  </a:lnTo>
                  <a:lnTo>
                    <a:pt x="5258004" y="1220974"/>
                  </a:lnTo>
                  <a:lnTo>
                    <a:pt x="5258149" y="1220974"/>
                  </a:lnTo>
                  <a:lnTo>
                    <a:pt x="5258149" y="1220350"/>
                  </a:lnTo>
                  <a:lnTo>
                    <a:pt x="5258295" y="1220350"/>
                  </a:lnTo>
                  <a:lnTo>
                    <a:pt x="5258440" y="1220350"/>
                  </a:lnTo>
                  <a:lnTo>
                    <a:pt x="5258585" y="1220350"/>
                  </a:lnTo>
                  <a:lnTo>
                    <a:pt x="5258731" y="1220350"/>
                  </a:lnTo>
                  <a:lnTo>
                    <a:pt x="5258876" y="1220350"/>
                  </a:lnTo>
                  <a:lnTo>
                    <a:pt x="5259022" y="1220350"/>
                  </a:lnTo>
                  <a:lnTo>
                    <a:pt x="5259167" y="1220350"/>
                  </a:lnTo>
                  <a:lnTo>
                    <a:pt x="5259313" y="1220350"/>
                  </a:lnTo>
                  <a:lnTo>
                    <a:pt x="5259458" y="1220350"/>
                  </a:lnTo>
                  <a:lnTo>
                    <a:pt x="5259603" y="1220350"/>
                  </a:lnTo>
                  <a:lnTo>
                    <a:pt x="5259749" y="1220350"/>
                  </a:lnTo>
                  <a:lnTo>
                    <a:pt x="5259894" y="1220350"/>
                  </a:lnTo>
                  <a:lnTo>
                    <a:pt x="5260040" y="1220350"/>
                  </a:lnTo>
                  <a:lnTo>
                    <a:pt x="5260185" y="1220350"/>
                  </a:lnTo>
                  <a:lnTo>
                    <a:pt x="5260330" y="1220350"/>
                  </a:lnTo>
                  <a:lnTo>
                    <a:pt x="5260476" y="1220350"/>
                  </a:lnTo>
                  <a:lnTo>
                    <a:pt x="5260621" y="1220350"/>
                  </a:lnTo>
                  <a:lnTo>
                    <a:pt x="5260767" y="1220350"/>
                  </a:lnTo>
                  <a:lnTo>
                    <a:pt x="5260912" y="1220350"/>
                  </a:lnTo>
                  <a:lnTo>
                    <a:pt x="5261058" y="1220350"/>
                  </a:lnTo>
                  <a:lnTo>
                    <a:pt x="5261203" y="1220350"/>
                  </a:lnTo>
                  <a:lnTo>
                    <a:pt x="5261348" y="1220350"/>
                  </a:lnTo>
                  <a:lnTo>
                    <a:pt x="5261494" y="1220350"/>
                  </a:lnTo>
                  <a:lnTo>
                    <a:pt x="5261639" y="1220350"/>
                  </a:lnTo>
                  <a:lnTo>
                    <a:pt x="5261785" y="1220350"/>
                  </a:lnTo>
                  <a:lnTo>
                    <a:pt x="5261930" y="1220350"/>
                  </a:lnTo>
                  <a:lnTo>
                    <a:pt x="5262076" y="1220350"/>
                  </a:lnTo>
                  <a:lnTo>
                    <a:pt x="5262221" y="1220350"/>
                  </a:lnTo>
                  <a:lnTo>
                    <a:pt x="5262366" y="1220350"/>
                  </a:lnTo>
                  <a:lnTo>
                    <a:pt x="5262512" y="1220350"/>
                  </a:lnTo>
                  <a:lnTo>
                    <a:pt x="5262657" y="1220350"/>
                  </a:lnTo>
                  <a:lnTo>
                    <a:pt x="5262803" y="1220350"/>
                  </a:lnTo>
                  <a:lnTo>
                    <a:pt x="5262948" y="1220350"/>
                  </a:lnTo>
                  <a:lnTo>
                    <a:pt x="5263094" y="1220350"/>
                  </a:lnTo>
                  <a:lnTo>
                    <a:pt x="5263239" y="1220350"/>
                  </a:lnTo>
                  <a:lnTo>
                    <a:pt x="5263384" y="1220350"/>
                  </a:lnTo>
                  <a:lnTo>
                    <a:pt x="5263530" y="1220350"/>
                  </a:lnTo>
                  <a:lnTo>
                    <a:pt x="5263675" y="1220350"/>
                  </a:lnTo>
                  <a:lnTo>
                    <a:pt x="5263821" y="1220350"/>
                  </a:lnTo>
                  <a:lnTo>
                    <a:pt x="5263966" y="1220350"/>
                  </a:lnTo>
                  <a:lnTo>
                    <a:pt x="5264112" y="1220350"/>
                  </a:lnTo>
                  <a:lnTo>
                    <a:pt x="5264257" y="1220350"/>
                  </a:lnTo>
                  <a:lnTo>
                    <a:pt x="5264257" y="1219727"/>
                  </a:lnTo>
                  <a:lnTo>
                    <a:pt x="5264402" y="1219727"/>
                  </a:lnTo>
                  <a:lnTo>
                    <a:pt x="5264548" y="1219727"/>
                  </a:lnTo>
                  <a:lnTo>
                    <a:pt x="5264693" y="1219727"/>
                  </a:lnTo>
                  <a:lnTo>
                    <a:pt x="5264839" y="1219727"/>
                  </a:lnTo>
                  <a:lnTo>
                    <a:pt x="5264984" y="1219727"/>
                  </a:lnTo>
                  <a:lnTo>
                    <a:pt x="5265130" y="1219727"/>
                  </a:lnTo>
                  <a:lnTo>
                    <a:pt x="5265275" y="1219727"/>
                  </a:lnTo>
                  <a:lnTo>
                    <a:pt x="5265420" y="1219727"/>
                  </a:lnTo>
                  <a:lnTo>
                    <a:pt x="5265566" y="1219727"/>
                  </a:lnTo>
                  <a:lnTo>
                    <a:pt x="5265711" y="1219727"/>
                  </a:lnTo>
                  <a:lnTo>
                    <a:pt x="5265857" y="1219727"/>
                  </a:lnTo>
                  <a:lnTo>
                    <a:pt x="5266002" y="1219727"/>
                  </a:lnTo>
                  <a:lnTo>
                    <a:pt x="5266148" y="1219727"/>
                  </a:lnTo>
                  <a:lnTo>
                    <a:pt x="5266293" y="1219727"/>
                  </a:lnTo>
                  <a:lnTo>
                    <a:pt x="5266293" y="1219103"/>
                  </a:lnTo>
                  <a:lnTo>
                    <a:pt x="5266438" y="1219103"/>
                  </a:lnTo>
                  <a:lnTo>
                    <a:pt x="5266438" y="1218479"/>
                  </a:lnTo>
                  <a:lnTo>
                    <a:pt x="5266584" y="1218479"/>
                  </a:lnTo>
                  <a:lnTo>
                    <a:pt x="5266584" y="1217856"/>
                  </a:lnTo>
                  <a:lnTo>
                    <a:pt x="5266584" y="1217232"/>
                  </a:lnTo>
                  <a:lnTo>
                    <a:pt x="5266729" y="1217232"/>
                  </a:lnTo>
                  <a:lnTo>
                    <a:pt x="5266875" y="1217232"/>
                  </a:lnTo>
                  <a:lnTo>
                    <a:pt x="5267020" y="1217232"/>
                  </a:lnTo>
                  <a:lnTo>
                    <a:pt x="5267165" y="1217232"/>
                  </a:lnTo>
                  <a:lnTo>
                    <a:pt x="5267311" y="1217232"/>
                  </a:lnTo>
                  <a:lnTo>
                    <a:pt x="5267456" y="1217232"/>
                  </a:lnTo>
                  <a:lnTo>
                    <a:pt x="5267602" y="1217232"/>
                  </a:lnTo>
                  <a:lnTo>
                    <a:pt x="5267747" y="1217232"/>
                  </a:lnTo>
                  <a:lnTo>
                    <a:pt x="5267893" y="1217232"/>
                  </a:lnTo>
                  <a:lnTo>
                    <a:pt x="5268038" y="1217232"/>
                  </a:lnTo>
                  <a:lnTo>
                    <a:pt x="5268183" y="1217232"/>
                  </a:lnTo>
                  <a:lnTo>
                    <a:pt x="5268329" y="1217232"/>
                  </a:lnTo>
                  <a:lnTo>
                    <a:pt x="5268474" y="1217232"/>
                  </a:lnTo>
                  <a:lnTo>
                    <a:pt x="5268474" y="1216609"/>
                  </a:lnTo>
                  <a:lnTo>
                    <a:pt x="5268620" y="1216609"/>
                  </a:lnTo>
                  <a:lnTo>
                    <a:pt x="5268765" y="1216609"/>
                  </a:lnTo>
                  <a:lnTo>
                    <a:pt x="5268911" y="1216609"/>
                  </a:lnTo>
                  <a:lnTo>
                    <a:pt x="5269056" y="1216609"/>
                  </a:lnTo>
                  <a:lnTo>
                    <a:pt x="5269201" y="1216609"/>
                  </a:lnTo>
                  <a:lnTo>
                    <a:pt x="5269347" y="1216609"/>
                  </a:lnTo>
                  <a:lnTo>
                    <a:pt x="5269492" y="1216609"/>
                  </a:lnTo>
                  <a:lnTo>
                    <a:pt x="5269638" y="1216609"/>
                  </a:lnTo>
                  <a:lnTo>
                    <a:pt x="5269783" y="1216609"/>
                  </a:lnTo>
                  <a:lnTo>
                    <a:pt x="5269929" y="1216609"/>
                  </a:lnTo>
                  <a:lnTo>
                    <a:pt x="5270074" y="1216609"/>
                  </a:lnTo>
                  <a:lnTo>
                    <a:pt x="5270219" y="1216609"/>
                  </a:lnTo>
                  <a:lnTo>
                    <a:pt x="5270365" y="1216609"/>
                  </a:lnTo>
                  <a:lnTo>
                    <a:pt x="5270510" y="1216609"/>
                  </a:lnTo>
                  <a:lnTo>
                    <a:pt x="5270656" y="1216609"/>
                  </a:lnTo>
                  <a:lnTo>
                    <a:pt x="5270801" y="1216609"/>
                  </a:lnTo>
                  <a:lnTo>
                    <a:pt x="5270947" y="1216609"/>
                  </a:lnTo>
                  <a:lnTo>
                    <a:pt x="5271092" y="1216609"/>
                  </a:lnTo>
                  <a:lnTo>
                    <a:pt x="5271237" y="1216609"/>
                  </a:lnTo>
                  <a:lnTo>
                    <a:pt x="5271383" y="1216609"/>
                  </a:lnTo>
                  <a:lnTo>
                    <a:pt x="5271383" y="1215985"/>
                  </a:lnTo>
                  <a:lnTo>
                    <a:pt x="5271528" y="1215985"/>
                  </a:lnTo>
                  <a:lnTo>
                    <a:pt x="5271674" y="1215985"/>
                  </a:lnTo>
                  <a:lnTo>
                    <a:pt x="5271819" y="1215985"/>
                  </a:lnTo>
                  <a:lnTo>
                    <a:pt x="5271965" y="1215985"/>
                  </a:lnTo>
                  <a:lnTo>
                    <a:pt x="5272110" y="1215985"/>
                  </a:lnTo>
                  <a:lnTo>
                    <a:pt x="5272110" y="1215361"/>
                  </a:lnTo>
                  <a:lnTo>
                    <a:pt x="5272255" y="1215361"/>
                  </a:lnTo>
                  <a:lnTo>
                    <a:pt x="5272401" y="1215361"/>
                  </a:lnTo>
                  <a:lnTo>
                    <a:pt x="5272546" y="1215361"/>
                  </a:lnTo>
                  <a:lnTo>
                    <a:pt x="5272692" y="1215361"/>
                  </a:lnTo>
                  <a:lnTo>
                    <a:pt x="5272837" y="1215361"/>
                  </a:lnTo>
                  <a:lnTo>
                    <a:pt x="5272983" y="1215361"/>
                  </a:lnTo>
                  <a:lnTo>
                    <a:pt x="5273128" y="1215361"/>
                  </a:lnTo>
                  <a:lnTo>
                    <a:pt x="5273273" y="1215361"/>
                  </a:lnTo>
                  <a:lnTo>
                    <a:pt x="5273273" y="1214738"/>
                  </a:lnTo>
                  <a:lnTo>
                    <a:pt x="5273419" y="1214738"/>
                  </a:lnTo>
                  <a:lnTo>
                    <a:pt x="5273419" y="1214114"/>
                  </a:lnTo>
                  <a:lnTo>
                    <a:pt x="5273564" y="1214114"/>
                  </a:lnTo>
                  <a:lnTo>
                    <a:pt x="5273564" y="1213491"/>
                  </a:lnTo>
                  <a:lnTo>
                    <a:pt x="5273710" y="1213491"/>
                  </a:lnTo>
                  <a:lnTo>
                    <a:pt x="5273855" y="1213491"/>
                  </a:lnTo>
                  <a:lnTo>
                    <a:pt x="5274000" y="1213491"/>
                  </a:lnTo>
                  <a:lnTo>
                    <a:pt x="5274000" y="1212867"/>
                  </a:lnTo>
                  <a:lnTo>
                    <a:pt x="5274146" y="1212867"/>
                  </a:lnTo>
                  <a:lnTo>
                    <a:pt x="5274291" y="1212867"/>
                  </a:lnTo>
                  <a:lnTo>
                    <a:pt x="5274437" y="1212867"/>
                  </a:lnTo>
                  <a:lnTo>
                    <a:pt x="5274437" y="1212244"/>
                  </a:lnTo>
                  <a:lnTo>
                    <a:pt x="5274582" y="1212244"/>
                  </a:lnTo>
                  <a:lnTo>
                    <a:pt x="5274728" y="1212244"/>
                  </a:lnTo>
                  <a:lnTo>
                    <a:pt x="5274873" y="1212244"/>
                  </a:lnTo>
                  <a:lnTo>
                    <a:pt x="5275018" y="1212244"/>
                  </a:lnTo>
                  <a:lnTo>
                    <a:pt x="5275164" y="1212244"/>
                  </a:lnTo>
                  <a:lnTo>
                    <a:pt x="5275164" y="1211620"/>
                  </a:lnTo>
                  <a:lnTo>
                    <a:pt x="5275309" y="1211620"/>
                  </a:lnTo>
                  <a:lnTo>
                    <a:pt x="5275455" y="1211620"/>
                  </a:lnTo>
                  <a:lnTo>
                    <a:pt x="5275600" y="1211620"/>
                  </a:lnTo>
                  <a:lnTo>
                    <a:pt x="5275600" y="1210996"/>
                  </a:lnTo>
                  <a:lnTo>
                    <a:pt x="5275746" y="1210996"/>
                  </a:lnTo>
                  <a:lnTo>
                    <a:pt x="5275891" y="1210996"/>
                  </a:lnTo>
                  <a:lnTo>
                    <a:pt x="5275891" y="1210373"/>
                  </a:lnTo>
                  <a:lnTo>
                    <a:pt x="5276036" y="1210373"/>
                  </a:lnTo>
                  <a:lnTo>
                    <a:pt x="5276182" y="1210373"/>
                  </a:lnTo>
                  <a:lnTo>
                    <a:pt x="5276327" y="1210373"/>
                  </a:lnTo>
                  <a:lnTo>
                    <a:pt x="5276473" y="1210373"/>
                  </a:lnTo>
                  <a:lnTo>
                    <a:pt x="5276618" y="1210373"/>
                  </a:lnTo>
                  <a:lnTo>
                    <a:pt x="5276764" y="1210373"/>
                  </a:lnTo>
                  <a:lnTo>
                    <a:pt x="5276909" y="1210373"/>
                  </a:lnTo>
                  <a:lnTo>
                    <a:pt x="5277054" y="1210373"/>
                  </a:lnTo>
                  <a:lnTo>
                    <a:pt x="5277200" y="1210373"/>
                  </a:lnTo>
                  <a:lnTo>
                    <a:pt x="5277345" y="1210373"/>
                  </a:lnTo>
                  <a:lnTo>
                    <a:pt x="5277491" y="1210373"/>
                  </a:lnTo>
                  <a:lnTo>
                    <a:pt x="5277636" y="1210373"/>
                  </a:lnTo>
                  <a:lnTo>
                    <a:pt x="5277636" y="1209749"/>
                  </a:lnTo>
                  <a:lnTo>
                    <a:pt x="5277782" y="1209749"/>
                  </a:lnTo>
                  <a:lnTo>
                    <a:pt x="5277927" y="1209749"/>
                  </a:lnTo>
                  <a:lnTo>
                    <a:pt x="5278072" y="1209749"/>
                  </a:lnTo>
                  <a:lnTo>
                    <a:pt x="5278218" y="1209749"/>
                  </a:lnTo>
                  <a:lnTo>
                    <a:pt x="5278363" y="1209749"/>
                  </a:lnTo>
                  <a:lnTo>
                    <a:pt x="5278509" y="1209749"/>
                  </a:lnTo>
                  <a:lnTo>
                    <a:pt x="5278654" y="1209749"/>
                  </a:lnTo>
                  <a:lnTo>
                    <a:pt x="5278800" y="1209749"/>
                  </a:lnTo>
                  <a:lnTo>
                    <a:pt x="5278945" y="1209749"/>
                  </a:lnTo>
                  <a:lnTo>
                    <a:pt x="5279090" y="1209749"/>
                  </a:lnTo>
                  <a:lnTo>
                    <a:pt x="5279236" y="1209749"/>
                  </a:lnTo>
                  <a:lnTo>
                    <a:pt x="5279381" y="1209749"/>
                  </a:lnTo>
                  <a:lnTo>
                    <a:pt x="5279527" y="1209749"/>
                  </a:lnTo>
                  <a:lnTo>
                    <a:pt x="5279672" y="1209749"/>
                  </a:lnTo>
                  <a:lnTo>
                    <a:pt x="5279817" y="1209749"/>
                  </a:lnTo>
                  <a:lnTo>
                    <a:pt x="5279963" y="1209749"/>
                  </a:lnTo>
                  <a:lnTo>
                    <a:pt x="5280108" y="1209749"/>
                  </a:lnTo>
                  <a:lnTo>
                    <a:pt x="5280254" y="1209749"/>
                  </a:lnTo>
                  <a:lnTo>
                    <a:pt x="5280254" y="1209126"/>
                  </a:lnTo>
                  <a:lnTo>
                    <a:pt x="5280399" y="1209126"/>
                  </a:lnTo>
                  <a:lnTo>
                    <a:pt x="5280545" y="1209126"/>
                  </a:lnTo>
                  <a:lnTo>
                    <a:pt x="5280545" y="1208502"/>
                  </a:lnTo>
                  <a:lnTo>
                    <a:pt x="5280545" y="1207878"/>
                  </a:lnTo>
                  <a:lnTo>
                    <a:pt x="5280690" y="1207878"/>
                  </a:lnTo>
                  <a:lnTo>
                    <a:pt x="5280835" y="1207878"/>
                  </a:lnTo>
                  <a:lnTo>
                    <a:pt x="5280981" y="1207878"/>
                  </a:lnTo>
                  <a:lnTo>
                    <a:pt x="5281126" y="1207878"/>
                  </a:lnTo>
                  <a:lnTo>
                    <a:pt x="5281272" y="1207878"/>
                  </a:lnTo>
                  <a:lnTo>
                    <a:pt x="5281417" y="1207878"/>
                  </a:lnTo>
                  <a:lnTo>
                    <a:pt x="5281563" y="1207878"/>
                  </a:lnTo>
                  <a:lnTo>
                    <a:pt x="5281708" y="1207878"/>
                  </a:lnTo>
                  <a:lnTo>
                    <a:pt x="5281853" y="1207878"/>
                  </a:lnTo>
                  <a:lnTo>
                    <a:pt x="5281999" y="1207878"/>
                  </a:lnTo>
                  <a:lnTo>
                    <a:pt x="5282144" y="1207878"/>
                  </a:lnTo>
                  <a:lnTo>
                    <a:pt x="5282290" y="1207878"/>
                  </a:lnTo>
                  <a:lnTo>
                    <a:pt x="5282435" y="1207878"/>
                  </a:lnTo>
                  <a:lnTo>
                    <a:pt x="5282581" y="1207878"/>
                  </a:lnTo>
                  <a:lnTo>
                    <a:pt x="5282726" y="1207878"/>
                  </a:lnTo>
                  <a:lnTo>
                    <a:pt x="5282871" y="1207878"/>
                  </a:lnTo>
                  <a:lnTo>
                    <a:pt x="5282871" y="1207255"/>
                  </a:lnTo>
                  <a:lnTo>
                    <a:pt x="5283017" y="1207255"/>
                  </a:lnTo>
                  <a:lnTo>
                    <a:pt x="5283162" y="1207255"/>
                  </a:lnTo>
                  <a:lnTo>
                    <a:pt x="5283308" y="1207255"/>
                  </a:lnTo>
                  <a:lnTo>
                    <a:pt x="5283453" y="1207255"/>
                  </a:lnTo>
                  <a:lnTo>
                    <a:pt x="5283599" y="1207255"/>
                  </a:lnTo>
                  <a:lnTo>
                    <a:pt x="5283599" y="1206631"/>
                  </a:lnTo>
                  <a:lnTo>
                    <a:pt x="5283744" y="1206631"/>
                  </a:lnTo>
                  <a:lnTo>
                    <a:pt x="5283889" y="1206631"/>
                  </a:lnTo>
                  <a:lnTo>
                    <a:pt x="5284035" y="1206631"/>
                  </a:lnTo>
                  <a:lnTo>
                    <a:pt x="5284180" y="1206631"/>
                  </a:lnTo>
                  <a:lnTo>
                    <a:pt x="5284326" y="1206631"/>
                  </a:lnTo>
                  <a:lnTo>
                    <a:pt x="5284471" y="1206631"/>
                  </a:lnTo>
                  <a:lnTo>
                    <a:pt x="5284471" y="1206008"/>
                  </a:lnTo>
                  <a:lnTo>
                    <a:pt x="5284617" y="1206008"/>
                  </a:lnTo>
                  <a:lnTo>
                    <a:pt x="5284617" y="1205384"/>
                  </a:lnTo>
                  <a:lnTo>
                    <a:pt x="5284762" y="1205384"/>
                  </a:lnTo>
                  <a:lnTo>
                    <a:pt x="5284907" y="1205384"/>
                  </a:lnTo>
                  <a:lnTo>
                    <a:pt x="5285053" y="1205384"/>
                  </a:lnTo>
                  <a:lnTo>
                    <a:pt x="5285198" y="1205384"/>
                  </a:lnTo>
                  <a:lnTo>
                    <a:pt x="5285344" y="1205384"/>
                  </a:lnTo>
                  <a:lnTo>
                    <a:pt x="5285489" y="1205384"/>
                  </a:lnTo>
                  <a:lnTo>
                    <a:pt x="5285635" y="1205384"/>
                  </a:lnTo>
                  <a:lnTo>
                    <a:pt x="5285635" y="1204761"/>
                  </a:lnTo>
                  <a:lnTo>
                    <a:pt x="5285780" y="1204761"/>
                  </a:lnTo>
                  <a:lnTo>
                    <a:pt x="5285925" y="1204761"/>
                  </a:lnTo>
                  <a:lnTo>
                    <a:pt x="5286071" y="1204761"/>
                  </a:lnTo>
                  <a:lnTo>
                    <a:pt x="5286216" y="1204761"/>
                  </a:lnTo>
                  <a:lnTo>
                    <a:pt x="5286362" y="1204761"/>
                  </a:lnTo>
                  <a:lnTo>
                    <a:pt x="5286507" y="1204761"/>
                  </a:lnTo>
                  <a:lnTo>
                    <a:pt x="5286652" y="1204761"/>
                  </a:lnTo>
                  <a:lnTo>
                    <a:pt x="5286798" y="1204761"/>
                  </a:lnTo>
                  <a:lnTo>
                    <a:pt x="5286943" y="1204761"/>
                  </a:lnTo>
                  <a:lnTo>
                    <a:pt x="5287089" y="1204761"/>
                  </a:lnTo>
                  <a:lnTo>
                    <a:pt x="5287234" y="1204761"/>
                  </a:lnTo>
                  <a:lnTo>
                    <a:pt x="5287380" y="1204761"/>
                  </a:lnTo>
                  <a:lnTo>
                    <a:pt x="5287525" y="1204761"/>
                  </a:lnTo>
                  <a:lnTo>
                    <a:pt x="5287670" y="1204761"/>
                  </a:lnTo>
                  <a:lnTo>
                    <a:pt x="5287816" y="1204761"/>
                  </a:lnTo>
                  <a:lnTo>
                    <a:pt x="5287961" y="1204761"/>
                  </a:lnTo>
                  <a:lnTo>
                    <a:pt x="5288107" y="1204761"/>
                  </a:lnTo>
                  <a:lnTo>
                    <a:pt x="5288252" y="1204761"/>
                  </a:lnTo>
                  <a:lnTo>
                    <a:pt x="5288398" y="1204761"/>
                  </a:lnTo>
                  <a:lnTo>
                    <a:pt x="5288543" y="1204761"/>
                  </a:lnTo>
                  <a:lnTo>
                    <a:pt x="5288688" y="1204761"/>
                  </a:lnTo>
                  <a:lnTo>
                    <a:pt x="5288834" y="1204761"/>
                  </a:lnTo>
                  <a:lnTo>
                    <a:pt x="5288979" y="1204761"/>
                  </a:lnTo>
                  <a:lnTo>
                    <a:pt x="5289125" y="1204761"/>
                  </a:lnTo>
                  <a:lnTo>
                    <a:pt x="5289270" y="1204761"/>
                  </a:lnTo>
                  <a:lnTo>
                    <a:pt x="5289416" y="1204761"/>
                  </a:lnTo>
                  <a:lnTo>
                    <a:pt x="5289561" y="1204761"/>
                  </a:lnTo>
                  <a:lnTo>
                    <a:pt x="5289706" y="1204761"/>
                  </a:lnTo>
                  <a:lnTo>
                    <a:pt x="5289852" y="1204761"/>
                  </a:lnTo>
                  <a:lnTo>
                    <a:pt x="5289997" y="1204761"/>
                  </a:lnTo>
                  <a:lnTo>
                    <a:pt x="5290143" y="1204761"/>
                  </a:lnTo>
                  <a:lnTo>
                    <a:pt x="5290288" y="1204761"/>
                  </a:lnTo>
                  <a:lnTo>
                    <a:pt x="5290288" y="1204137"/>
                  </a:lnTo>
                  <a:lnTo>
                    <a:pt x="5290434" y="1204137"/>
                  </a:lnTo>
                  <a:lnTo>
                    <a:pt x="5290579" y="1204137"/>
                  </a:lnTo>
                  <a:lnTo>
                    <a:pt x="5290724" y="1204137"/>
                  </a:lnTo>
                  <a:lnTo>
                    <a:pt x="5290870" y="1204137"/>
                  </a:lnTo>
                  <a:lnTo>
                    <a:pt x="5291015" y="1204137"/>
                  </a:lnTo>
                  <a:lnTo>
                    <a:pt x="5291161" y="1204137"/>
                  </a:lnTo>
                  <a:lnTo>
                    <a:pt x="5291161" y="1203513"/>
                  </a:lnTo>
                  <a:lnTo>
                    <a:pt x="5291306" y="1203513"/>
                  </a:lnTo>
                  <a:lnTo>
                    <a:pt x="5291306" y="1202890"/>
                  </a:lnTo>
                  <a:lnTo>
                    <a:pt x="5291452" y="1202890"/>
                  </a:lnTo>
                  <a:lnTo>
                    <a:pt x="5291452" y="1202266"/>
                  </a:lnTo>
                  <a:lnTo>
                    <a:pt x="5291597" y="1202266"/>
                  </a:lnTo>
                  <a:lnTo>
                    <a:pt x="5291742" y="1202266"/>
                  </a:lnTo>
                  <a:lnTo>
                    <a:pt x="5291888" y="1202266"/>
                  </a:lnTo>
                  <a:lnTo>
                    <a:pt x="5292033" y="1202266"/>
                  </a:lnTo>
                  <a:lnTo>
                    <a:pt x="5292179" y="1202266"/>
                  </a:lnTo>
                  <a:lnTo>
                    <a:pt x="5292324" y="1202266"/>
                  </a:lnTo>
                  <a:lnTo>
                    <a:pt x="5292470" y="1202266"/>
                  </a:lnTo>
                  <a:lnTo>
                    <a:pt x="5292615" y="1202266"/>
                  </a:lnTo>
                  <a:lnTo>
                    <a:pt x="5292760" y="1202266"/>
                  </a:lnTo>
                  <a:lnTo>
                    <a:pt x="5292906" y="1202266"/>
                  </a:lnTo>
                  <a:lnTo>
                    <a:pt x="5293051" y="1202266"/>
                  </a:lnTo>
                  <a:lnTo>
                    <a:pt x="5293197" y="1202266"/>
                  </a:lnTo>
                  <a:lnTo>
                    <a:pt x="5293342" y="1202266"/>
                  </a:lnTo>
                  <a:lnTo>
                    <a:pt x="5293487" y="1202266"/>
                  </a:lnTo>
                  <a:lnTo>
                    <a:pt x="5293633" y="1202266"/>
                  </a:lnTo>
                  <a:lnTo>
                    <a:pt x="5293778" y="1202266"/>
                  </a:lnTo>
                  <a:lnTo>
                    <a:pt x="5293924" y="1202266"/>
                  </a:lnTo>
                  <a:lnTo>
                    <a:pt x="5293924" y="1201643"/>
                  </a:lnTo>
                  <a:lnTo>
                    <a:pt x="5294069" y="1201643"/>
                  </a:lnTo>
                  <a:lnTo>
                    <a:pt x="5294215" y="1201643"/>
                  </a:lnTo>
                  <a:lnTo>
                    <a:pt x="5294360" y="1201643"/>
                  </a:lnTo>
                  <a:lnTo>
                    <a:pt x="5294505" y="1201643"/>
                  </a:lnTo>
                  <a:lnTo>
                    <a:pt x="5294651" y="1201643"/>
                  </a:lnTo>
                  <a:lnTo>
                    <a:pt x="5294796" y="1201643"/>
                  </a:lnTo>
                  <a:lnTo>
                    <a:pt x="5294942" y="1201643"/>
                  </a:lnTo>
                  <a:lnTo>
                    <a:pt x="5294942" y="1201019"/>
                  </a:lnTo>
                  <a:lnTo>
                    <a:pt x="5295087" y="1201019"/>
                  </a:lnTo>
                  <a:lnTo>
                    <a:pt x="5295233" y="1201019"/>
                  </a:lnTo>
                  <a:lnTo>
                    <a:pt x="5295378" y="1201019"/>
                  </a:lnTo>
                  <a:lnTo>
                    <a:pt x="5295523" y="1201019"/>
                  </a:lnTo>
                  <a:lnTo>
                    <a:pt x="5295669" y="1201019"/>
                  </a:lnTo>
                  <a:lnTo>
                    <a:pt x="5295814" y="1201019"/>
                  </a:lnTo>
                  <a:lnTo>
                    <a:pt x="5295960" y="1201019"/>
                  </a:lnTo>
                  <a:lnTo>
                    <a:pt x="5296105" y="1201019"/>
                  </a:lnTo>
                  <a:lnTo>
                    <a:pt x="5296251" y="1201019"/>
                  </a:lnTo>
                  <a:lnTo>
                    <a:pt x="5296396" y="1201019"/>
                  </a:lnTo>
                  <a:lnTo>
                    <a:pt x="5296541" y="1201019"/>
                  </a:lnTo>
                  <a:lnTo>
                    <a:pt x="5296687" y="1201019"/>
                  </a:lnTo>
                  <a:lnTo>
                    <a:pt x="5296832" y="1201019"/>
                  </a:lnTo>
                  <a:lnTo>
                    <a:pt x="5296978" y="1201019"/>
                  </a:lnTo>
                  <a:lnTo>
                    <a:pt x="5297123" y="1201019"/>
                  </a:lnTo>
                  <a:lnTo>
                    <a:pt x="5297269" y="1201019"/>
                  </a:lnTo>
                  <a:lnTo>
                    <a:pt x="5297269" y="1200395"/>
                  </a:lnTo>
                  <a:lnTo>
                    <a:pt x="5297414" y="1200395"/>
                  </a:lnTo>
                  <a:lnTo>
                    <a:pt x="5297559" y="1200395"/>
                  </a:lnTo>
                  <a:lnTo>
                    <a:pt x="5297559" y="1199772"/>
                  </a:lnTo>
                  <a:lnTo>
                    <a:pt x="5297705" y="1199772"/>
                  </a:lnTo>
                  <a:lnTo>
                    <a:pt x="5297705" y="1199148"/>
                  </a:lnTo>
                  <a:lnTo>
                    <a:pt x="5297850" y="1199148"/>
                  </a:lnTo>
                  <a:lnTo>
                    <a:pt x="5297996" y="1199148"/>
                  </a:lnTo>
                  <a:lnTo>
                    <a:pt x="5298141" y="1199148"/>
                  </a:lnTo>
                  <a:lnTo>
                    <a:pt x="5298287" y="1199148"/>
                  </a:lnTo>
                  <a:lnTo>
                    <a:pt x="5298432" y="1199148"/>
                  </a:lnTo>
                  <a:lnTo>
                    <a:pt x="5298577" y="1199148"/>
                  </a:lnTo>
                  <a:lnTo>
                    <a:pt x="5298723" y="1199148"/>
                  </a:lnTo>
                  <a:lnTo>
                    <a:pt x="5298723" y="1198525"/>
                  </a:lnTo>
                  <a:lnTo>
                    <a:pt x="5298868" y="1198525"/>
                  </a:lnTo>
                  <a:lnTo>
                    <a:pt x="5299014" y="1198525"/>
                  </a:lnTo>
                  <a:lnTo>
                    <a:pt x="5299159" y="1198525"/>
                  </a:lnTo>
                  <a:lnTo>
                    <a:pt x="5299305" y="1198525"/>
                  </a:lnTo>
                  <a:lnTo>
                    <a:pt x="5299305" y="1197901"/>
                  </a:lnTo>
                  <a:lnTo>
                    <a:pt x="5299450" y="1197901"/>
                  </a:lnTo>
                  <a:lnTo>
                    <a:pt x="5299450" y="1197278"/>
                  </a:lnTo>
                  <a:lnTo>
                    <a:pt x="5299595" y="1197278"/>
                  </a:lnTo>
                  <a:lnTo>
                    <a:pt x="5299595" y="1196654"/>
                  </a:lnTo>
                  <a:lnTo>
                    <a:pt x="5299741" y="1196654"/>
                  </a:lnTo>
                  <a:lnTo>
                    <a:pt x="5299886" y="1196654"/>
                  </a:lnTo>
                  <a:lnTo>
                    <a:pt x="5300032" y="1196654"/>
                  </a:lnTo>
                  <a:lnTo>
                    <a:pt x="5300032" y="1196030"/>
                  </a:lnTo>
                  <a:lnTo>
                    <a:pt x="5300177" y="1196030"/>
                  </a:lnTo>
                  <a:lnTo>
                    <a:pt x="5300322" y="1196030"/>
                  </a:lnTo>
                  <a:lnTo>
                    <a:pt x="5300468" y="1196030"/>
                  </a:lnTo>
                  <a:lnTo>
                    <a:pt x="5300613" y="1196030"/>
                  </a:lnTo>
                  <a:lnTo>
                    <a:pt x="5300759" y="1196030"/>
                  </a:lnTo>
                  <a:lnTo>
                    <a:pt x="5300904" y="1196030"/>
                  </a:lnTo>
                  <a:lnTo>
                    <a:pt x="5300904" y="1195407"/>
                  </a:lnTo>
                  <a:lnTo>
                    <a:pt x="5301050" y="1195407"/>
                  </a:lnTo>
                  <a:lnTo>
                    <a:pt x="5301195" y="1195407"/>
                  </a:lnTo>
                  <a:lnTo>
                    <a:pt x="5301340" y="1195407"/>
                  </a:lnTo>
                  <a:lnTo>
                    <a:pt x="5301486" y="1195407"/>
                  </a:lnTo>
                  <a:lnTo>
                    <a:pt x="5301631" y="1195407"/>
                  </a:lnTo>
                  <a:lnTo>
                    <a:pt x="5301777" y="1195407"/>
                  </a:lnTo>
                  <a:lnTo>
                    <a:pt x="5301922" y="1195407"/>
                  </a:lnTo>
                  <a:lnTo>
                    <a:pt x="5302068" y="1195407"/>
                  </a:lnTo>
                  <a:lnTo>
                    <a:pt x="5302213" y="1195407"/>
                  </a:lnTo>
                  <a:lnTo>
                    <a:pt x="5302358" y="1195407"/>
                  </a:lnTo>
                  <a:lnTo>
                    <a:pt x="5302504" y="1195407"/>
                  </a:lnTo>
                  <a:lnTo>
                    <a:pt x="5302649" y="1195407"/>
                  </a:lnTo>
                  <a:lnTo>
                    <a:pt x="5302795" y="1195407"/>
                  </a:lnTo>
                  <a:lnTo>
                    <a:pt x="5302940" y="1195407"/>
                  </a:lnTo>
                  <a:lnTo>
                    <a:pt x="5303086" y="1195407"/>
                  </a:lnTo>
                  <a:lnTo>
                    <a:pt x="5303231" y="1195407"/>
                  </a:lnTo>
                  <a:lnTo>
                    <a:pt x="5303376" y="1195407"/>
                  </a:lnTo>
                  <a:lnTo>
                    <a:pt x="5303522" y="1195407"/>
                  </a:lnTo>
                  <a:lnTo>
                    <a:pt x="5303667" y="1195407"/>
                  </a:lnTo>
                  <a:lnTo>
                    <a:pt x="5303813" y="1195407"/>
                  </a:lnTo>
                  <a:lnTo>
                    <a:pt x="5303958" y="1195407"/>
                  </a:lnTo>
                  <a:lnTo>
                    <a:pt x="5304104" y="1195407"/>
                  </a:lnTo>
                  <a:lnTo>
                    <a:pt x="5304249" y="1195407"/>
                  </a:lnTo>
                  <a:lnTo>
                    <a:pt x="5304394" y="1195407"/>
                  </a:lnTo>
                  <a:lnTo>
                    <a:pt x="5304540" y="1195407"/>
                  </a:lnTo>
                  <a:lnTo>
                    <a:pt x="5304685" y="1195407"/>
                  </a:lnTo>
                  <a:lnTo>
                    <a:pt x="5304685" y="1194783"/>
                  </a:lnTo>
                  <a:lnTo>
                    <a:pt x="5304685" y="1194160"/>
                  </a:lnTo>
                  <a:lnTo>
                    <a:pt x="5304831" y="1194160"/>
                  </a:lnTo>
                  <a:lnTo>
                    <a:pt x="5304976" y="1194160"/>
                  </a:lnTo>
                  <a:lnTo>
                    <a:pt x="5305122" y="1194160"/>
                  </a:lnTo>
                  <a:lnTo>
                    <a:pt x="5305267" y="1194160"/>
                  </a:lnTo>
                  <a:lnTo>
                    <a:pt x="5305412" y="1194160"/>
                  </a:lnTo>
                  <a:lnTo>
                    <a:pt x="5305558" y="1194160"/>
                  </a:lnTo>
                  <a:lnTo>
                    <a:pt x="5305703" y="1194160"/>
                  </a:lnTo>
                  <a:lnTo>
                    <a:pt x="5305703" y="1193536"/>
                  </a:lnTo>
                  <a:lnTo>
                    <a:pt x="5305849" y="1193536"/>
                  </a:lnTo>
                  <a:lnTo>
                    <a:pt x="5305994" y="1193536"/>
                  </a:lnTo>
                  <a:lnTo>
                    <a:pt x="5306140" y="1193536"/>
                  </a:lnTo>
                  <a:lnTo>
                    <a:pt x="5306285" y="1193536"/>
                  </a:lnTo>
                  <a:lnTo>
                    <a:pt x="5306430" y="1193536"/>
                  </a:lnTo>
                  <a:lnTo>
                    <a:pt x="5306576" y="1193536"/>
                  </a:lnTo>
                  <a:lnTo>
                    <a:pt x="5306721" y="1193536"/>
                  </a:lnTo>
                  <a:lnTo>
                    <a:pt x="5306867" y="1193536"/>
                  </a:lnTo>
                  <a:lnTo>
                    <a:pt x="5307012" y="1193536"/>
                  </a:lnTo>
                  <a:lnTo>
                    <a:pt x="5307012" y="1192912"/>
                  </a:lnTo>
                  <a:lnTo>
                    <a:pt x="5307157" y="1192912"/>
                  </a:lnTo>
                  <a:lnTo>
                    <a:pt x="5307303" y="1192912"/>
                  </a:lnTo>
                  <a:lnTo>
                    <a:pt x="5307448" y="1192912"/>
                  </a:lnTo>
                  <a:lnTo>
                    <a:pt x="5307594" y="1192912"/>
                  </a:lnTo>
                  <a:lnTo>
                    <a:pt x="5307739" y="1192912"/>
                  </a:lnTo>
                  <a:lnTo>
                    <a:pt x="5307885" y="1192912"/>
                  </a:lnTo>
                  <a:lnTo>
                    <a:pt x="5308030" y="1192912"/>
                  </a:lnTo>
                  <a:lnTo>
                    <a:pt x="5308030" y="1192289"/>
                  </a:lnTo>
                  <a:lnTo>
                    <a:pt x="5308175" y="1192289"/>
                  </a:lnTo>
                  <a:lnTo>
                    <a:pt x="5308321" y="1192289"/>
                  </a:lnTo>
                  <a:lnTo>
                    <a:pt x="5308466" y="1192289"/>
                  </a:lnTo>
                  <a:lnTo>
                    <a:pt x="5308612" y="1192289"/>
                  </a:lnTo>
                  <a:lnTo>
                    <a:pt x="5308757" y="1192289"/>
                  </a:lnTo>
                  <a:lnTo>
                    <a:pt x="5308757" y="1191665"/>
                  </a:lnTo>
                  <a:lnTo>
                    <a:pt x="5308903" y="1191665"/>
                  </a:lnTo>
                  <a:lnTo>
                    <a:pt x="5309048" y="1191665"/>
                  </a:lnTo>
                  <a:lnTo>
                    <a:pt x="5309048" y="1191042"/>
                  </a:lnTo>
                  <a:lnTo>
                    <a:pt x="5309193" y="1191042"/>
                  </a:lnTo>
                  <a:lnTo>
                    <a:pt x="5309339" y="1191042"/>
                  </a:lnTo>
                  <a:lnTo>
                    <a:pt x="5309484" y="1191042"/>
                  </a:lnTo>
                  <a:lnTo>
                    <a:pt x="5309630" y="1191042"/>
                  </a:lnTo>
                  <a:lnTo>
                    <a:pt x="5309775" y="1191042"/>
                  </a:lnTo>
                  <a:lnTo>
                    <a:pt x="5309921" y="1191042"/>
                  </a:lnTo>
                  <a:lnTo>
                    <a:pt x="5310066" y="1191042"/>
                  </a:lnTo>
                  <a:lnTo>
                    <a:pt x="5310211" y="1191042"/>
                  </a:lnTo>
                  <a:lnTo>
                    <a:pt x="5310357" y="1191042"/>
                  </a:lnTo>
                  <a:lnTo>
                    <a:pt x="5310502" y="1191042"/>
                  </a:lnTo>
                  <a:lnTo>
                    <a:pt x="5310648" y="1191042"/>
                  </a:lnTo>
                  <a:lnTo>
                    <a:pt x="5310793" y="1191042"/>
                  </a:lnTo>
                  <a:lnTo>
                    <a:pt x="5310939" y="1191042"/>
                  </a:lnTo>
                  <a:lnTo>
                    <a:pt x="5311084" y="1191042"/>
                  </a:lnTo>
                  <a:lnTo>
                    <a:pt x="5311229" y="1191042"/>
                  </a:lnTo>
                  <a:lnTo>
                    <a:pt x="5311375" y="1191042"/>
                  </a:lnTo>
                  <a:lnTo>
                    <a:pt x="5311520" y="1191042"/>
                  </a:lnTo>
                  <a:lnTo>
                    <a:pt x="5311666" y="1191042"/>
                  </a:lnTo>
                  <a:lnTo>
                    <a:pt x="5311811" y="1191042"/>
                  </a:lnTo>
                  <a:lnTo>
                    <a:pt x="5311957" y="1191042"/>
                  </a:lnTo>
                  <a:lnTo>
                    <a:pt x="5312102" y="1191042"/>
                  </a:lnTo>
                  <a:lnTo>
                    <a:pt x="5312247" y="1191042"/>
                  </a:lnTo>
                  <a:lnTo>
                    <a:pt x="5312247" y="1190418"/>
                  </a:lnTo>
                  <a:lnTo>
                    <a:pt x="5312393" y="1190418"/>
                  </a:lnTo>
                  <a:lnTo>
                    <a:pt x="5312538" y="1190418"/>
                  </a:lnTo>
                  <a:lnTo>
                    <a:pt x="5312538" y="1189795"/>
                  </a:lnTo>
                  <a:lnTo>
                    <a:pt x="5312538" y="1189171"/>
                  </a:lnTo>
                  <a:lnTo>
                    <a:pt x="5312684" y="1189171"/>
                  </a:lnTo>
                  <a:lnTo>
                    <a:pt x="5312829" y="1189171"/>
                  </a:lnTo>
                  <a:lnTo>
                    <a:pt x="5312975" y="1189171"/>
                  </a:lnTo>
                  <a:lnTo>
                    <a:pt x="5313120" y="1189171"/>
                  </a:lnTo>
                  <a:lnTo>
                    <a:pt x="5313120" y="1188547"/>
                  </a:lnTo>
                  <a:lnTo>
                    <a:pt x="5313265" y="1188547"/>
                  </a:lnTo>
                  <a:lnTo>
                    <a:pt x="5313411" y="1188547"/>
                  </a:lnTo>
                  <a:lnTo>
                    <a:pt x="5313556" y="1188547"/>
                  </a:lnTo>
                  <a:lnTo>
                    <a:pt x="5313702" y="1188547"/>
                  </a:lnTo>
                  <a:lnTo>
                    <a:pt x="5313702" y="1187924"/>
                  </a:lnTo>
                  <a:lnTo>
                    <a:pt x="5313702" y="1187300"/>
                  </a:lnTo>
                  <a:lnTo>
                    <a:pt x="5313847" y="1187300"/>
                  </a:lnTo>
                  <a:lnTo>
                    <a:pt x="5313992" y="1187300"/>
                  </a:lnTo>
                  <a:lnTo>
                    <a:pt x="5314138" y="1187300"/>
                  </a:lnTo>
                  <a:lnTo>
                    <a:pt x="5314283" y="1187300"/>
                  </a:lnTo>
                  <a:lnTo>
                    <a:pt x="5314429" y="1187300"/>
                  </a:lnTo>
                  <a:lnTo>
                    <a:pt x="5314429" y="1186677"/>
                  </a:lnTo>
                  <a:lnTo>
                    <a:pt x="5314574" y="1186677"/>
                  </a:lnTo>
                  <a:lnTo>
                    <a:pt x="5314720" y="1186677"/>
                  </a:lnTo>
                  <a:lnTo>
                    <a:pt x="5314865" y="1186677"/>
                  </a:lnTo>
                  <a:lnTo>
                    <a:pt x="5315010" y="1186677"/>
                  </a:lnTo>
                  <a:lnTo>
                    <a:pt x="5315156" y="1186677"/>
                  </a:lnTo>
                  <a:lnTo>
                    <a:pt x="5315301" y="1186677"/>
                  </a:lnTo>
                  <a:lnTo>
                    <a:pt x="5315301" y="1186053"/>
                  </a:lnTo>
                  <a:lnTo>
                    <a:pt x="5315447" y="1186053"/>
                  </a:lnTo>
                  <a:lnTo>
                    <a:pt x="5315447" y="1185429"/>
                  </a:lnTo>
                  <a:lnTo>
                    <a:pt x="5315592" y="1185429"/>
                  </a:lnTo>
                  <a:lnTo>
                    <a:pt x="5315738" y="1185429"/>
                  </a:lnTo>
                  <a:lnTo>
                    <a:pt x="5315883" y="1185429"/>
                  </a:lnTo>
                  <a:lnTo>
                    <a:pt x="5316028" y="1185429"/>
                  </a:lnTo>
                  <a:lnTo>
                    <a:pt x="5316174" y="1185429"/>
                  </a:lnTo>
                  <a:lnTo>
                    <a:pt x="5316319" y="1185429"/>
                  </a:lnTo>
                  <a:lnTo>
                    <a:pt x="5316465" y="1185429"/>
                  </a:lnTo>
                  <a:lnTo>
                    <a:pt x="5316465" y="1184806"/>
                  </a:lnTo>
                  <a:lnTo>
                    <a:pt x="5316610" y="1184806"/>
                  </a:lnTo>
                  <a:lnTo>
                    <a:pt x="5316610" y="1184182"/>
                  </a:lnTo>
                  <a:lnTo>
                    <a:pt x="5316756" y="1184182"/>
                  </a:lnTo>
                  <a:lnTo>
                    <a:pt x="5316901" y="1184182"/>
                  </a:lnTo>
                  <a:lnTo>
                    <a:pt x="5317046" y="1184182"/>
                  </a:lnTo>
                  <a:lnTo>
                    <a:pt x="5317192" y="1184182"/>
                  </a:lnTo>
                  <a:lnTo>
                    <a:pt x="5317337" y="1184182"/>
                  </a:lnTo>
                  <a:lnTo>
                    <a:pt x="5317483" y="1184182"/>
                  </a:lnTo>
                  <a:lnTo>
                    <a:pt x="5317628" y="1184182"/>
                  </a:lnTo>
                  <a:lnTo>
                    <a:pt x="5317774" y="1184182"/>
                  </a:lnTo>
                  <a:lnTo>
                    <a:pt x="5317774" y="1183559"/>
                  </a:lnTo>
                  <a:lnTo>
                    <a:pt x="5317774" y="1182935"/>
                  </a:lnTo>
                  <a:lnTo>
                    <a:pt x="5317919" y="1182935"/>
                  </a:lnTo>
                  <a:lnTo>
                    <a:pt x="5318064" y="1182935"/>
                  </a:lnTo>
                  <a:lnTo>
                    <a:pt x="5318210" y="1182935"/>
                  </a:lnTo>
                  <a:lnTo>
                    <a:pt x="5318355" y="1182935"/>
                  </a:lnTo>
                  <a:lnTo>
                    <a:pt x="5318501" y="1182935"/>
                  </a:lnTo>
                  <a:lnTo>
                    <a:pt x="5318646" y="1182935"/>
                  </a:lnTo>
                  <a:lnTo>
                    <a:pt x="5318792" y="1182935"/>
                  </a:lnTo>
                  <a:lnTo>
                    <a:pt x="5318937" y="1182935"/>
                  </a:lnTo>
                  <a:lnTo>
                    <a:pt x="5319082" y="1182935"/>
                  </a:lnTo>
                  <a:lnTo>
                    <a:pt x="5319228" y="1182935"/>
                  </a:lnTo>
                  <a:lnTo>
                    <a:pt x="5319373" y="1182935"/>
                  </a:lnTo>
                  <a:lnTo>
                    <a:pt x="5319519" y="1182935"/>
                  </a:lnTo>
                  <a:lnTo>
                    <a:pt x="5319664" y="1182935"/>
                  </a:lnTo>
                  <a:lnTo>
                    <a:pt x="5319810" y="1182935"/>
                  </a:lnTo>
                  <a:lnTo>
                    <a:pt x="5319955" y="1182935"/>
                  </a:lnTo>
                  <a:lnTo>
                    <a:pt x="5320100" y="1182935"/>
                  </a:lnTo>
                  <a:lnTo>
                    <a:pt x="5320246" y="1182935"/>
                  </a:lnTo>
                  <a:lnTo>
                    <a:pt x="5320391" y="1182935"/>
                  </a:lnTo>
                  <a:lnTo>
                    <a:pt x="5320537" y="1182935"/>
                  </a:lnTo>
                  <a:lnTo>
                    <a:pt x="5320682" y="1182935"/>
                  </a:lnTo>
                  <a:lnTo>
                    <a:pt x="5320827" y="1182935"/>
                  </a:lnTo>
                  <a:lnTo>
                    <a:pt x="5320973" y="1182935"/>
                  </a:lnTo>
                  <a:lnTo>
                    <a:pt x="5321118" y="1182935"/>
                  </a:lnTo>
                  <a:lnTo>
                    <a:pt x="5321264" y="1182935"/>
                  </a:lnTo>
                  <a:lnTo>
                    <a:pt x="5321409" y="1182935"/>
                  </a:lnTo>
                  <a:lnTo>
                    <a:pt x="5321555" y="1182935"/>
                  </a:lnTo>
                  <a:lnTo>
                    <a:pt x="5321555" y="1182312"/>
                  </a:lnTo>
                  <a:lnTo>
                    <a:pt x="5321700" y="1182312"/>
                  </a:lnTo>
                  <a:lnTo>
                    <a:pt x="5321845" y="1182312"/>
                  </a:lnTo>
                  <a:lnTo>
                    <a:pt x="5321991" y="1182312"/>
                  </a:lnTo>
                  <a:lnTo>
                    <a:pt x="5322136" y="1182312"/>
                  </a:lnTo>
                  <a:lnTo>
                    <a:pt x="5322282" y="1182312"/>
                  </a:lnTo>
                  <a:lnTo>
                    <a:pt x="5322427" y="1182312"/>
                  </a:lnTo>
                  <a:lnTo>
                    <a:pt x="5322573" y="1182312"/>
                  </a:lnTo>
                  <a:lnTo>
                    <a:pt x="5322573" y="1181688"/>
                  </a:lnTo>
                  <a:lnTo>
                    <a:pt x="5322718" y="1181688"/>
                  </a:lnTo>
                  <a:lnTo>
                    <a:pt x="5322863" y="1181688"/>
                  </a:lnTo>
                  <a:lnTo>
                    <a:pt x="5323009" y="1181688"/>
                  </a:lnTo>
                  <a:lnTo>
                    <a:pt x="5323154" y="1181688"/>
                  </a:lnTo>
                  <a:lnTo>
                    <a:pt x="5323300" y="1181688"/>
                  </a:lnTo>
                  <a:lnTo>
                    <a:pt x="5323445" y="1181688"/>
                  </a:lnTo>
                  <a:lnTo>
                    <a:pt x="5323591" y="1181688"/>
                  </a:lnTo>
                  <a:lnTo>
                    <a:pt x="5323736" y="1181688"/>
                  </a:lnTo>
                  <a:lnTo>
                    <a:pt x="5323736" y="1181064"/>
                  </a:lnTo>
                  <a:lnTo>
                    <a:pt x="5323736" y="1180441"/>
                  </a:lnTo>
                  <a:lnTo>
                    <a:pt x="5323736" y="1179817"/>
                  </a:lnTo>
                  <a:lnTo>
                    <a:pt x="5323881" y="1179817"/>
                  </a:lnTo>
                  <a:lnTo>
                    <a:pt x="5323881" y="1179194"/>
                  </a:lnTo>
                  <a:lnTo>
                    <a:pt x="5324027" y="1179194"/>
                  </a:lnTo>
                  <a:lnTo>
                    <a:pt x="5324172" y="1179194"/>
                  </a:lnTo>
                  <a:lnTo>
                    <a:pt x="5324318" y="1179194"/>
                  </a:lnTo>
                  <a:lnTo>
                    <a:pt x="5324463" y="1179194"/>
                  </a:lnTo>
                  <a:lnTo>
                    <a:pt x="5324609" y="1179194"/>
                  </a:lnTo>
                  <a:lnTo>
                    <a:pt x="5324754" y="1179194"/>
                  </a:lnTo>
                  <a:lnTo>
                    <a:pt x="5324899" y="1179194"/>
                  </a:lnTo>
                  <a:lnTo>
                    <a:pt x="5325045" y="1179194"/>
                  </a:lnTo>
                  <a:lnTo>
                    <a:pt x="5325190" y="1179194"/>
                  </a:lnTo>
                  <a:lnTo>
                    <a:pt x="5325336" y="1179194"/>
                  </a:lnTo>
                  <a:lnTo>
                    <a:pt x="5325481" y="1179194"/>
                  </a:lnTo>
                  <a:lnTo>
                    <a:pt x="5325627" y="1179194"/>
                  </a:lnTo>
                  <a:lnTo>
                    <a:pt x="5325772" y="1179194"/>
                  </a:lnTo>
                  <a:lnTo>
                    <a:pt x="5325917" y="1179194"/>
                  </a:lnTo>
                  <a:lnTo>
                    <a:pt x="5326063" y="1179194"/>
                  </a:lnTo>
                  <a:lnTo>
                    <a:pt x="5326063" y="1178570"/>
                  </a:lnTo>
                  <a:lnTo>
                    <a:pt x="5326208" y="1178570"/>
                  </a:lnTo>
                  <a:lnTo>
                    <a:pt x="5326354" y="1178570"/>
                  </a:lnTo>
                  <a:lnTo>
                    <a:pt x="5326354" y="1177947"/>
                  </a:lnTo>
                  <a:lnTo>
                    <a:pt x="5326499" y="1177947"/>
                  </a:lnTo>
                  <a:lnTo>
                    <a:pt x="5326645" y="1177947"/>
                  </a:lnTo>
                  <a:lnTo>
                    <a:pt x="5326790" y="1177947"/>
                  </a:lnTo>
                  <a:lnTo>
                    <a:pt x="5326790" y="1177323"/>
                  </a:lnTo>
                  <a:lnTo>
                    <a:pt x="5326935" y="1177323"/>
                  </a:lnTo>
                  <a:lnTo>
                    <a:pt x="5327081" y="1177323"/>
                  </a:lnTo>
                  <a:lnTo>
                    <a:pt x="5327226" y="1177323"/>
                  </a:lnTo>
                  <a:lnTo>
                    <a:pt x="5327372" y="1177323"/>
                  </a:lnTo>
                  <a:lnTo>
                    <a:pt x="5327372" y="1176699"/>
                  </a:lnTo>
                  <a:lnTo>
                    <a:pt x="5327517" y="1176699"/>
                  </a:lnTo>
                  <a:lnTo>
                    <a:pt x="5327662" y="1176699"/>
                  </a:lnTo>
                  <a:lnTo>
                    <a:pt x="5327808" y="1176699"/>
                  </a:lnTo>
                  <a:lnTo>
                    <a:pt x="5327808" y="1176076"/>
                  </a:lnTo>
                  <a:lnTo>
                    <a:pt x="5327953" y="1176076"/>
                  </a:lnTo>
                  <a:lnTo>
                    <a:pt x="5328099" y="1176076"/>
                  </a:lnTo>
                  <a:lnTo>
                    <a:pt x="5328244" y="1176076"/>
                  </a:lnTo>
                  <a:lnTo>
                    <a:pt x="5328390" y="1176076"/>
                  </a:lnTo>
                  <a:lnTo>
                    <a:pt x="5328535" y="1176076"/>
                  </a:lnTo>
                  <a:lnTo>
                    <a:pt x="5328680" y="1176076"/>
                  </a:lnTo>
                  <a:lnTo>
                    <a:pt x="5328826" y="1176076"/>
                  </a:lnTo>
                  <a:lnTo>
                    <a:pt x="5328971" y="1176076"/>
                  </a:lnTo>
                  <a:lnTo>
                    <a:pt x="5329117" y="1176076"/>
                  </a:lnTo>
                  <a:lnTo>
                    <a:pt x="5329262" y="1176076"/>
                  </a:lnTo>
                  <a:lnTo>
                    <a:pt x="5329262" y="1175452"/>
                  </a:lnTo>
                  <a:lnTo>
                    <a:pt x="5329408" y="1175452"/>
                  </a:lnTo>
                  <a:lnTo>
                    <a:pt x="5329553" y="1175452"/>
                  </a:lnTo>
                  <a:lnTo>
                    <a:pt x="5329698" y="1175452"/>
                  </a:lnTo>
                  <a:lnTo>
                    <a:pt x="5329844" y="1175452"/>
                  </a:lnTo>
                  <a:lnTo>
                    <a:pt x="5329844" y="1174829"/>
                  </a:lnTo>
                  <a:lnTo>
                    <a:pt x="5329989" y="1174829"/>
                  </a:lnTo>
                  <a:lnTo>
                    <a:pt x="5329989" y="1174205"/>
                  </a:lnTo>
                  <a:lnTo>
                    <a:pt x="5330135" y="1174205"/>
                  </a:lnTo>
                  <a:lnTo>
                    <a:pt x="5330135" y="1173581"/>
                  </a:lnTo>
                  <a:lnTo>
                    <a:pt x="5330280" y="1173581"/>
                  </a:lnTo>
                  <a:lnTo>
                    <a:pt x="5330426" y="1173581"/>
                  </a:lnTo>
                  <a:lnTo>
                    <a:pt x="5330426" y="1172958"/>
                  </a:lnTo>
                  <a:lnTo>
                    <a:pt x="5330571" y="1172958"/>
                  </a:lnTo>
                  <a:lnTo>
                    <a:pt x="5330716" y="1172958"/>
                  </a:lnTo>
                  <a:lnTo>
                    <a:pt x="5330862" y="1172958"/>
                  </a:lnTo>
                  <a:lnTo>
                    <a:pt x="5331007" y="1172958"/>
                  </a:lnTo>
                  <a:lnTo>
                    <a:pt x="5331153" y="1172958"/>
                  </a:lnTo>
                  <a:lnTo>
                    <a:pt x="5331298" y="1172958"/>
                  </a:lnTo>
                  <a:lnTo>
                    <a:pt x="5331444" y="1172958"/>
                  </a:lnTo>
                  <a:lnTo>
                    <a:pt x="5331589" y="1172958"/>
                  </a:lnTo>
                  <a:lnTo>
                    <a:pt x="5331734" y="1172958"/>
                  </a:lnTo>
                  <a:lnTo>
                    <a:pt x="5331734" y="1172334"/>
                  </a:lnTo>
                  <a:lnTo>
                    <a:pt x="5331880" y="1172334"/>
                  </a:lnTo>
                  <a:lnTo>
                    <a:pt x="5332025" y="1172334"/>
                  </a:lnTo>
                  <a:lnTo>
                    <a:pt x="5332171" y="1172334"/>
                  </a:lnTo>
                  <a:lnTo>
                    <a:pt x="5332316" y="1172334"/>
                  </a:lnTo>
                  <a:lnTo>
                    <a:pt x="5332462" y="1172334"/>
                  </a:lnTo>
                  <a:lnTo>
                    <a:pt x="5332607" y="1172334"/>
                  </a:lnTo>
                  <a:lnTo>
                    <a:pt x="5332752" y="1172334"/>
                  </a:lnTo>
                  <a:lnTo>
                    <a:pt x="5332752" y="1171711"/>
                  </a:lnTo>
                  <a:lnTo>
                    <a:pt x="5332898" y="1171711"/>
                  </a:lnTo>
                  <a:lnTo>
                    <a:pt x="5333043" y="1171711"/>
                  </a:lnTo>
                  <a:lnTo>
                    <a:pt x="5333189" y="1171711"/>
                  </a:lnTo>
                  <a:lnTo>
                    <a:pt x="5333189" y="1171087"/>
                  </a:lnTo>
                  <a:lnTo>
                    <a:pt x="5333334" y="1171087"/>
                  </a:lnTo>
                  <a:lnTo>
                    <a:pt x="5333480" y="1171087"/>
                  </a:lnTo>
                  <a:lnTo>
                    <a:pt x="5333625" y="1171087"/>
                  </a:lnTo>
                  <a:lnTo>
                    <a:pt x="5333770" y="1171087"/>
                  </a:lnTo>
                  <a:lnTo>
                    <a:pt x="5333916" y="1171087"/>
                  </a:lnTo>
                  <a:lnTo>
                    <a:pt x="5334061" y="1171087"/>
                  </a:lnTo>
                  <a:lnTo>
                    <a:pt x="5334207" y="1171087"/>
                  </a:lnTo>
                  <a:lnTo>
                    <a:pt x="5334352" y="1171087"/>
                  </a:lnTo>
                  <a:lnTo>
                    <a:pt x="5334352" y="1170464"/>
                  </a:lnTo>
                  <a:lnTo>
                    <a:pt x="5334497" y="1170464"/>
                  </a:lnTo>
                  <a:lnTo>
                    <a:pt x="5334643" y="1170464"/>
                  </a:lnTo>
                  <a:lnTo>
                    <a:pt x="5334788" y="1170464"/>
                  </a:lnTo>
                  <a:lnTo>
                    <a:pt x="5334934" y="1170464"/>
                  </a:lnTo>
                  <a:lnTo>
                    <a:pt x="5335079" y="1170464"/>
                  </a:lnTo>
                  <a:lnTo>
                    <a:pt x="5335225" y="1170464"/>
                  </a:lnTo>
                  <a:lnTo>
                    <a:pt x="5335370" y="1170464"/>
                  </a:lnTo>
                  <a:lnTo>
                    <a:pt x="5335515" y="1170464"/>
                  </a:lnTo>
                  <a:lnTo>
                    <a:pt x="5335661" y="1170464"/>
                  </a:lnTo>
                  <a:lnTo>
                    <a:pt x="5335806" y="1170464"/>
                  </a:lnTo>
                  <a:lnTo>
                    <a:pt x="5335952" y="1170464"/>
                  </a:lnTo>
                  <a:lnTo>
                    <a:pt x="5336097" y="1170464"/>
                  </a:lnTo>
                  <a:lnTo>
                    <a:pt x="5336243" y="1170464"/>
                  </a:lnTo>
                  <a:lnTo>
                    <a:pt x="5336388" y="1170464"/>
                  </a:lnTo>
                  <a:lnTo>
                    <a:pt x="5336533" y="1170464"/>
                  </a:lnTo>
                  <a:lnTo>
                    <a:pt x="5336679" y="1170464"/>
                  </a:lnTo>
                  <a:lnTo>
                    <a:pt x="5336824" y="1170464"/>
                  </a:lnTo>
                  <a:lnTo>
                    <a:pt x="5336970" y="1170464"/>
                  </a:lnTo>
                  <a:lnTo>
                    <a:pt x="5337115" y="1170464"/>
                  </a:lnTo>
                  <a:lnTo>
                    <a:pt x="5337261" y="1170464"/>
                  </a:lnTo>
                  <a:lnTo>
                    <a:pt x="5337406" y="1170464"/>
                  </a:lnTo>
                  <a:lnTo>
                    <a:pt x="5337551" y="1170464"/>
                  </a:lnTo>
                  <a:lnTo>
                    <a:pt x="5337697" y="1170464"/>
                  </a:lnTo>
                  <a:lnTo>
                    <a:pt x="5337842" y="1170464"/>
                  </a:lnTo>
                  <a:lnTo>
                    <a:pt x="5337988" y="1170464"/>
                  </a:lnTo>
                  <a:lnTo>
                    <a:pt x="5338133" y="1170464"/>
                  </a:lnTo>
                  <a:lnTo>
                    <a:pt x="5338279" y="1170464"/>
                  </a:lnTo>
                  <a:lnTo>
                    <a:pt x="5338424" y="1170464"/>
                  </a:lnTo>
                  <a:lnTo>
                    <a:pt x="5338424" y="1169840"/>
                  </a:lnTo>
                  <a:lnTo>
                    <a:pt x="5338424" y="1169216"/>
                  </a:lnTo>
                  <a:lnTo>
                    <a:pt x="5338569" y="1169216"/>
                  </a:lnTo>
                  <a:lnTo>
                    <a:pt x="5338715" y="1169216"/>
                  </a:lnTo>
                  <a:lnTo>
                    <a:pt x="5338860" y="1169216"/>
                  </a:lnTo>
                  <a:lnTo>
                    <a:pt x="5339006" y="1169216"/>
                  </a:lnTo>
                  <a:lnTo>
                    <a:pt x="5339151" y="1169216"/>
                  </a:lnTo>
                  <a:lnTo>
                    <a:pt x="5339297" y="1169216"/>
                  </a:lnTo>
                  <a:lnTo>
                    <a:pt x="5339442" y="1169216"/>
                  </a:lnTo>
                  <a:lnTo>
                    <a:pt x="5339587" y="1169216"/>
                  </a:lnTo>
                  <a:lnTo>
                    <a:pt x="5339733" y="1169216"/>
                  </a:lnTo>
                  <a:lnTo>
                    <a:pt x="5339878" y="1169216"/>
                  </a:lnTo>
                  <a:lnTo>
                    <a:pt x="5340024" y="1169216"/>
                  </a:lnTo>
                  <a:lnTo>
                    <a:pt x="5340169" y="1169216"/>
                  </a:lnTo>
                  <a:lnTo>
                    <a:pt x="5340169" y="1168593"/>
                  </a:lnTo>
                  <a:lnTo>
                    <a:pt x="5340315" y="1168593"/>
                  </a:lnTo>
                  <a:lnTo>
                    <a:pt x="5340460" y="1168593"/>
                  </a:lnTo>
                  <a:lnTo>
                    <a:pt x="5340605" y="1168593"/>
                  </a:lnTo>
                  <a:lnTo>
                    <a:pt x="5340605" y="1167969"/>
                  </a:lnTo>
                  <a:lnTo>
                    <a:pt x="5340751" y="1167969"/>
                  </a:lnTo>
                  <a:lnTo>
                    <a:pt x="5340896" y="1167969"/>
                  </a:lnTo>
                  <a:lnTo>
                    <a:pt x="5341042" y="1167969"/>
                  </a:lnTo>
                  <a:lnTo>
                    <a:pt x="5341187" y="1167969"/>
                  </a:lnTo>
                  <a:lnTo>
                    <a:pt x="5341187" y="1167346"/>
                  </a:lnTo>
                  <a:lnTo>
                    <a:pt x="5341332" y="1167346"/>
                  </a:lnTo>
                  <a:lnTo>
                    <a:pt x="5341478" y="1167346"/>
                  </a:lnTo>
                  <a:lnTo>
                    <a:pt x="5341623" y="1167346"/>
                  </a:lnTo>
                  <a:lnTo>
                    <a:pt x="5341769" y="1167346"/>
                  </a:lnTo>
                  <a:lnTo>
                    <a:pt x="5341914" y="1167346"/>
                  </a:lnTo>
                  <a:lnTo>
                    <a:pt x="5342060" y="1167346"/>
                  </a:lnTo>
                  <a:lnTo>
                    <a:pt x="5342205" y="1167346"/>
                  </a:lnTo>
                  <a:lnTo>
                    <a:pt x="5342205" y="1166722"/>
                  </a:lnTo>
                  <a:lnTo>
                    <a:pt x="5342350" y="1166722"/>
                  </a:lnTo>
                  <a:lnTo>
                    <a:pt x="5342496" y="1166722"/>
                  </a:lnTo>
                  <a:lnTo>
                    <a:pt x="5342496" y="1166098"/>
                  </a:lnTo>
                  <a:lnTo>
                    <a:pt x="5342641" y="1166098"/>
                  </a:lnTo>
                  <a:lnTo>
                    <a:pt x="5342787" y="1166098"/>
                  </a:lnTo>
                  <a:lnTo>
                    <a:pt x="5342932" y="1166098"/>
                  </a:lnTo>
                  <a:lnTo>
                    <a:pt x="5343078" y="1166098"/>
                  </a:lnTo>
                  <a:lnTo>
                    <a:pt x="5343223" y="1166098"/>
                  </a:lnTo>
                  <a:lnTo>
                    <a:pt x="5343368" y="1166098"/>
                  </a:lnTo>
                  <a:lnTo>
                    <a:pt x="5343514" y="1166098"/>
                  </a:lnTo>
                  <a:lnTo>
                    <a:pt x="5343659" y="1166098"/>
                  </a:lnTo>
                  <a:lnTo>
                    <a:pt x="5343805" y="1166098"/>
                  </a:lnTo>
                  <a:lnTo>
                    <a:pt x="5343950" y="1166098"/>
                  </a:lnTo>
                  <a:lnTo>
                    <a:pt x="5344096" y="1166098"/>
                  </a:lnTo>
                  <a:lnTo>
                    <a:pt x="5344241" y="1166098"/>
                  </a:lnTo>
                  <a:lnTo>
                    <a:pt x="5344386" y="1166098"/>
                  </a:lnTo>
                  <a:lnTo>
                    <a:pt x="5344532" y="1166098"/>
                  </a:lnTo>
                  <a:lnTo>
                    <a:pt x="5344677" y="1166098"/>
                  </a:lnTo>
                  <a:lnTo>
                    <a:pt x="5344823" y="1166098"/>
                  </a:lnTo>
                  <a:lnTo>
                    <a:pt x="5344968" y="1166098"/>
                  </a:lnTo>
                  <a:lnTo>
                    <a:pt x="5345114" y="1166098"/>
                  </a:lnTo>
                  <a:lnTo>
                    <a:pt x="5345259" y="1166098"/>
                  </a:lnTo>
                  <a:lnTo>
                    <a:pt x="5345404" y="1166098"/>
                  </a:lnTo>
                  <a:lnTo>
                    <a:pt x="5345550" y="1166098"/>
                  </a:lnTo>
                  <a:lnTo>
                    <a:pt x="5345695" y="1166098"/>
                  </a:lnTo>
                  <a:lnTo>
                    <a:pt x="5345841" y="1166098"/>
                  </a:lnTo>
                  <a:lnTo>
                    <a:pt x="5345986" y="1166098"/>
                  </a:lnTo>
                  <a:lnTo>
                    <a:pt x="5345986" y="1165475"/>
                  </a:lnTo>
                  <a:lnTo>
                    <a:pt x="5346132" y="1165475"/>
                  </a:lnTo>
                  <a:lnTo>
                    <a:pt x="5346277" y="1165475"/>
                  </a:lnTo>
                  <a:lnTo>
                    <a:pt x="5346422" y="1165475"/>
                  </a:lnTo>
                  <a:lnTo>
                    <a:pt x="5346568" y="1165475"/>
                  </a:lnTo>
                  <a:lnTo>
                    <a:pt x="5346713" y="1165475"/>
                  </a:lnTo>
                  <a:lnTo>
                    <a:pt x="5346859" y="1165475"/>
                  </a:lnTo>
                  <a:lnTo>
                    <a:pt x="5347004" y="1165475"/>
                  </a:lnTo>
                  <a:lnTo>
                    <a:pt x="5347150" y="1165475"/>
                  </a:lnTo>
                  <a:lnTo>
                    <a:pt x="5347295" y="1165475"/>
                  </a:lnTo>
                  <a:lnTo>
                    <a:pt x="5347440" y="1165475"/>
                  </a:lnTo>
                  <a:lnTo>
                    <a:pt x="5347586" y="1165475"/>
                  </a:lnTo>
                  <a:lnTo>
                    <a:pt x="5347586" y="1164851"/>
                  </a:lnTo>
                  <a:lnTo>
                    <a:pt x="5347731" y="1164851"/>
                  </a:lnTo>
                  <a:lnTo>
                    <a:pt x="5347877" y="1164851"/>
                  </a:lnTo>
                  <a:lnTo>
                    <a:pt x="5348022" y="1164851"/>
                  </a:lnTo>
                  <a:lnTo>
                    <a:pt x="5348167" y="1164851"/>
                  </a:lnTo>
                  <a:lnTo>
                    <a:pt x="5348313" y="1164851"/>
                  </a:lnTo>
                  <a:lnTo>
                    <a:pt x="5348458" y="1164851"/>
                  </a:lnTo>
                  <a:lnTo>
                    <a:pt x="5348604" y="1164851"/>
                  </a:lnTo>
                  <a:lnTo>
                    <a:pt x="5348749" y="1164851"/>
                  </a:lnTo>
                  <a:lnTo>
                    <a:pt x="5348895" y="1164851"/>
                  </a:lnTo>
                  <a:lnTo>
                    <a:pt x="5349040" y="1164851"/>
                  </a:lnTo>
                  <a:lnTo>
                    <a:pt x="5349185" y="1164851"/>
                  </a:lnTo>
                  <a:lnTo>
                    <a:pt x="5349331" y="1164851"/>
                  </a:lnTo>
                  <a:lnTo>
                    <a:pt x="5349476" y="1164851"/>
                  </a:lnTo>
                  <a:lnTo>
                    <a:pt x="5349622" y="1164851"/>
                  </a:lnTo>
                  <a:lnTo>
                    <a:pt x="5349767" y="1164851"/>
                  </a:lnTo>
                  <a:lnTo>
                    <a:pt x="5349767" y="1164228"/>
                  </a:lnTo>
                  <a:lnTo>
                    <a:pt x="5349913" y="1164228"/>
                  </a:lnTo>
                  <a:lnTo>
                    <a:pt x="5349913" y="1163604"/>
                  </a:lnTo>
                  <a:lnTo>
                    <a:pt x="5350058" y="1163604"/>
                  </a:lnTo>
                  <a:lnTo>
                    <a:pt x="5350203" y="1163604"/>
                  </a:lnTo>
                  <a:lnTo>
                    <a:pt x="5350349" y="1163604"/>
                  </a:lnTo>
                  <a:lnTo>
                    <a:pt x="5350494" y="1163604"/>
                  </a:lnTo>
                  <a:lnTo>
                    <a:pt x="5350640" y="1163604"/>
                  </a:lnTo>
                  <a:lnTo>
                    <a:pt x="5350785" y="1163604"/>
                  </a:lnTo>
                  <a:lnTo>
                    <a:pt x="5350931" y="1163604"/>
                  </a:lnTo>
                  <a:lnTo>
                    <a:pt x="5351076" y="1163604"/>
                  </a:lnTo>
                  <a:lnTo>
                    <a:pt x="5351076" y="1162981"/>
                  </a:lnTo>
                  <a:lnTo>
                    <a:pt x="5351076" y="1162357"/>
                  </a:lnTo>
                  <a:lnTo>
                    <a:pt x="5351221" y="1162357"/>
                  </a:lnTo>
                  <a:lnTo>
                    <a:pt x="5351367" y="1162357"/>
                  </a:lnTo>
                  <a:lnTo>
                    <a:pt x="5351512" y="1162357"/>
                  </a:lnTo>
                  <a:lnTo>
                    <a:pt x="5351658" y="1162357"/>
                  </a:lnTo>
                  <a:lnTo>
                    <a:pt x="5351803" y="1162357"/>
                  </a:lnTo>
                  <a:lnTo>
                    <a:pt x="5351949" y="1162357"/>
                  </a:lnTo>
                  <a:lnTo>
                    <a:pt x="5351949" y="1161733"/>
                  </a:lnTo>
                  <a:lnTo>
                    <a:pt x="5352094" y="1161733"/>
                  </a:lnTo>
                  <a:lnTo>
                    <a:pt x="5352094" y="1161110"/>
                  </a:lnTo>
                  <a:lnTo>
                    <a:pt x="5352239" y="1161110"/>
                  </a:lnTo>
                  <a:lnTo>
                    <a:pt x="5352385" y="1161110"/>
                  </a:lnTo>
                  <a:lnTo>
                    <a:pt x="5352385" y="1160486"/>
                  </a:lnTo>
                  <a:lnTo>
                    <a:pt x="5352530" y="1160486"/>
                  </a:lnTo>
                  <a:lnTo>
                    <a:pt x="5352530" y="1159863"/>
                  </a:lnTo>
                  <a:lnTo>
                    <a:pt x="5352676" y="1159863"/>
                  </a:lnTo>
                  <a:lnTo>
                    <a:pt x="5352821" y="1159863"/>
                  </a:lnTo>
                  <a:lnTo>
                    <a:pt x="5352967" y="1159863"/>
                  </a:lnTo>
                  <a:lnTo>
                    <a:pt x="5353112" y="1159863"/>
                  </a:lnTo>
                  <a:lnTo>
                    <a:pt x="5353257" y="1159863"/>
                  </a:lnTo>
                  <a:lnTo>
                    <a:pt x="5353257" y="1159239"/>
                  </a:lnTo>
                  <a:lnTo>
                    <a:pt x="5353403" y="1159239"/>
                  </a:lnTo>
                  <a:lnTo>
                    <a:pt x="5353548" y="1159239"/>
                  </a:lnTo>
                  <a:lnTo>
                    <a:pt x="5353694" y="1159239"/>
                  </a:lnTo>
                  <a:lnTo>
                    <a:pt x="5353839" y="1159239"/>
                  </a:lnTo>
                  <a:lnTo>
                    <a:pt x="5353985" y="1159239"/>
                  </a:lnTo>
                  <a:lnTo>
                    <a:pt x="5354130" y="1159239"/>
                  </a:lnTo>
                  <a:lnTo>
                    <a:pt x="5354275" y="1159239"/>
                  </a:lnTo>
                  <a:lnTo>
                    <a:pt x="5354421" y="1159239"/>
                  </a:lnTo>
                  <a:lnTo>
                    <a:pt x="5354566" y="1159239"/>
                  </a:lnTo>
                  <a:lnTo>
                    <a:pt x="5354712" y="1159239"/>
                  </a:lnTo>
                  <a:lnTo>
                    <a:pt x="5354857" y="1159239"/>
                  </a:lnTo>
                  <a:lnTo>
                    <a:pt x="5355002" y="1159239"/>
                  </a:lnTo>
                  <a:lnTo>
                    <a:pt x="5355002" y="1158615"/>
                  </a:lnTo>
                  <a:lnTo>
                    <a:pt x="5355148" y="1158615"/>
                  </a:lnTo>
                  <a:lnTo>
                    <a:pt x="5355148" y="1157992"/>
                  </a:lnTo>
                  <a:lnTo>
                    <a:pt x="5355293" y="1157992"/>
                  </a:lnTo>
                  <a:lnTo>
                    <a:pt x="5355439" y="1157992"/>
                  </a:lnTo>
                  <a:lnTo>
                    <a:pt x="5355584" y="1157992"/>
                  </a:lnTo>
                  <a:lnTo>
                    <a:pt x="5355730" y="1157992"/>
                  </a:lnTo>
                  <a:lnTo>
                    <a:pt x="5355730" y="1157368"/>
                  </a:lnTo>
                  <a:lnTo>
                    <a:pt x="5355875" y="1157368"/>
                  </a:lnTo>
                  <a:lnTo>
                    <a:pt x="5356020" y="1157368"/>
                  </a:lnTo>
                  <a:lnTo>
                    <a:pt x="5356020" y="1156745"/>
                  </a:lnTo>
                  <a:lnTo>
                    <a:pt x="5356166" y="1156745"/>
                  </a:lnTo>
                  <a:lnTo>
                    <a:pt x="5356311" y="1156745"/>
                  </a:lnTo>
                  <a:lnTo>
                    <a:pt x="5356457" y="1156745"/>
                  </a:lnTo>
                  <a:lnTo>
                    <a:pt x="5356602" y="1156745"/>
                  </a:lnTo>
                  <a:lnTo>
                    <a:pt x="5356602" y="1156121"/>
                  </a:lnTo>
                  <a:lnTo>
                    <a:pt x="5356748" y="1156121"/>
                  </a:lnTo>
                  <a:lnTo>
                    <a:pt x="5356893" y="1156121"/>
                  </a:lnTo>
                  <a:lnTo>
                    <a:pt x="5357038" y="1156121"/>
                  </a:lnTo>
                  <a:lnTo>
                    <a:pt x="5357184" y="1156121"/>
                  </a:lnTo>
                  <a:lnTo>
                    <a:pt x="5357184" y="1155498"/>
                  </a:lnTo>
                  <a:lnTo>
                    <a:pt x="5357329" y="1155498"/>
                  </a:lnTo>
                  <a:lnTo>
                    <a:pt x="5357329" y="1154874"/>
                  </a:lnTo>
                  <a:lnTo>
                    <a:pt x="5357475" y="1154874"/>
                  </a:lnTo>
                  <a:lnTo>
                    <a:pt x="5357620" y="1154874"/>
                  </a:lnTo>
                  <a:lnTo>
                    <a:pt x="5357766" y="1154874"/>
                  </a:lnTo>
                  <a:lnTo>
                    <a:pt x="5357766" y="1154250"/>
                  </a:lnTo>
                  <a:lnTo>
                    <a:pt x="5357911" y="1154250"/>
                  </a:lnTo>
                  <a:lnTo>
                    <a:pt x="5358056" y="1154250"/>
                  </a:lnTo>
                  <a:lnTo>
                    <a:pt x="5358202" y="1154250"/>
                  </a:lnTo>
                  <a:lnTo>
                    <a:pt x="5358347" y="1154250"/>
                  </a:lnTo>
                  <a:lnTo>
                    <a:pt x="5358493" y="1154250"/>
                  </a:lnTo>
                  <a:lnTo>
                    <a:pt x="5358638" y="1154250"/>
                  </a:lnTo>
                  <a:lnTo>
                    <a:pt x="5358784" y="1154250"/>
                  </a:lnTo>
                  <a:lnTo>
                    <a:pt x="5358929" y="1154250"/>
                  </a:lnTo>
                  <a:lnTo>
                    <a:pt x="5359074" y="1154250"/>
                  </a:lnTo>
                  <a:lnTo>
                    <a:pt x="5359220" y="1154250"/>
                  </a:lnTo>
                  <a:lnTo>
                    <a:pt x="5359365" y="1154250"/>
                  </a:lnTo>
                  <a:lnTo>
                    <a:pt x="5359365" y="1153627"/>
                  </a:lnTo>
                  <a:lnTo>
                    <a:pt x="5359511" y="1153627"/>
                  </a:lnTo>
                  <a:lnTo>
                    <a:pt x="5359656" y="1153627"/>
                  </a:lnTo>
                  <a:lnTo>
                    <a:pt x="5359802" y="1153627"/>
                  </a:lnTo>
                  <a:lnTo>
                    <a:pt x="5359947" y="1153627"/>
                  </a:lnTo>
                  <a:lnTo>
                    <a:pt x="5360092" y="1153627"/>
                  </a:lnTo>
                  <a:lnTo>
                    <a:pt x="5360238" y="1153627"/>
                  </a:lnTo>
                  <a:lnTo>
                    <a:pt x="5360383" y="1153627"/>
                  </a:lnTo>
                  <a:lnTo>
                    <a:pt x="5360529" y="1153627"/>
                  </a:lnTo>
                  <a:lnTo>
                    <a:pt x="5360674" y="1153627"/>
                  </a:lnTo>
                  <a:lnTo>
                    <a:pt x="5360819" y="1153627"/>
                  </a:lnTo>
                  <a:lnTo>
                    <a:pt x="5360965" y="1153627"/>
                  </a:lnTo>
                  <a:lnTo>
                    <a:pt x="5361110" y="1153627"/>
                  </a:lnTo>
                  <a:lnTo>
                    <a:pt x="5361256" y="1153627"/>
                  </a:lnTo>
                  <a:lnTo>
                    <a:pt x="5361401" y="1153627"/>
                  </a:lnTo>
                  <a:lnTo>
                    <a:pt x="5361547" y="1153627"/>
                  </a:lnTo>
                  <a:lnTo>
                    <a:pt x="5361692" y="1153627"/>
                  </a:lnTo>
                  <a:lnTo>
                    <a:pt x="5361837" y="1153627"/>
                  </a:lnTo>
                  <a:lnTo>
                    <a:pt x="5361983" y="1153627"/>
                  </a:lnTo>
                  <a:lnTo>
                    <a:pt x="5362128" y="1153627"/>
                  </a:lnTo>
                  <a:lnTo>
                    <a:pt x="5362274" y="1153627"/>
                  </a:lnTo>
                  <a:lnTo>
                    <a:pt x="5362419" y="1153627"/>
                  </a:lnTo>
                  <a:lnTo>
                    <a:pt x="5362565" y="1153627"/>
                  </a:lnTo>
                  <a:lnTo>
                    <a:pt x="5362710" y="1153627"/>
                  </a:lnTo>
                  <a:lnTo>
                    <a:pt x="5362855" y="1153627"/>
                  </a:lnTo>
                  <a:lnTo>
                    <a:pt x="5363001" y="1153627"/>
                  </a:lnTo>
                  <a:lnTo>
                    <a:pt x="5363146" y="1153627"/>
                  </a:lnTo>
                  <a:lnTo>
                    <a:pt x="5363292" y="1153627"/>
                  </a:lnTo>
                  <a:lnTo>
                    <a:pt x="5363437" y="1153627"/>
                  </a:lnTo>
                  <a:lnTo>
                    <a:pt x="5363437" y="1153003"/>
                  </a:lnTo>
                  <a:lnTo>
                    <a:pt x="5363583" y="1153003"/>
                  </a:lnTo>
                  <a:lnTo>
                    <a:pt x="5363728" y="1153003"/>
                  </a:lnTo>
                  <a:lnTo>
                    <a:pt x="5363873" y="1153003"/>
                  </a:lnTo>
                  <a:lnTo>
                    <a:pt x="5364019" y="1153003"/>
                  </a:lnTo>
                  <a:lnTo>
                    <a:pt x="5364164" y="1153003"/>
                  </a:lnTo>
                  <a:lnTo>
                    <a:pt x="5364164" y="1152380"/>
                  </a:lnTo>
                  <a:lnTo>
                    <a:pt x="5364310" y="1152380"/>
                  </a:lnTo>
                  <a:lnTo>
                    <a:pt x="5364455" y="1152380"/>
                  </a:lnTo>
                  <a:lnTo>
                    <a:pt x="5364601" y="1152380"/>
                  </a:lnTo>
                  <a:lnTo>
                    <a:pt x="5364746" y="1152380"/>
                  </a:lnTo>
                  <a:lnTo>
                    <a:pt x="5364891" y="1152380"/>
                  </a:lnTo>
                  <a:lnTo>
                    <a:pt x="5364891" y="1151756"/>
                  </a:lnTo>
                  <a:lnTo>
                    <a:pt x="5365037" y="1151756"/>
                  </a:lnTo>
                  <a:lnTo>
                    <a:pt x="5365182" y="1151756"/>
                  </a:lnTo>
                  <a:lnTo>
                    <a:pt x="5365328" y="1151756"/>
                  </a:lnTo>
                  <a:lnTo>
                    <a:pt x="5365328" y="1151132"/>
                  </a:lnTo>
                  <a:lnTo>
                    <a:pt x="5365473" y="1151132"/>
                  </a:lnTo>
                  <a:lnTo>
                    <a:pt x="5365619" y="1151132"/>
                  </a:lnTo>
                  <a:lnTo>
                    <a:pt x="5365764" y="1151132"/>
                  </a:lnTo>
                  <a:lnTo>
                    <a:pt x="5365909" y="1151132"/>
                  </a:lnTo>
                  <a:lnTo>
                    <a:pt x="5366055" y="1151132"/>
                  </a:lnTo>
                  <a:lnTo>
                    <a:pt x="5366200" y="1151132"/>
                  </a:lnTo>
                  <a:lnTo>
                    <a:pt x="5366346" y="1151132"/>
                  </a:lnTo>
                  <a:lnTo>
                    <a:pt x="5366491" y="1151132"/>
                  </a:lnTo>
                  <a:lnTo>
                    <a:pt x="5366637" y="1151132"/>
                  </a:lnTo>
                  <a:lnTo>
                    <a:pt x="5366782" y="1151132"/>
                  </a:lnTo>
                  <a:lnTo>
                    <a:pt x="5366927" y="1151132"/>
                  </a:lnTo>
                  <a:lnTo>
                    <a:pt x="5367073" y="1151132"/>
                  </a:lnTo>
                  <a:lnTo>
                    <a:pt x="5367073" y="1150509"/>
                  </a:lnTo>
                  <a:lnTo>
                    <a:pt x="5367218" y="1150509"/>
                  </a:lnTo>
                  <a:lnTo>
                    <a:pt x="5367218" y="1149885"/>
                  </a:lnTo>
                  <a:lnTo>
                    <a:pt x="5367364" y="1149885"/>
                  </a:lnTo>
                  <a:lnTo>
                    <a:pt x="5367509" y="1149885"/>
                  </a:lnTo>
                  <a:lnTo>
                    <a:pt x="5367654" y="1149885"/>
                  </a:lnTo>
                  <a:lnTo>
                    <a:pt x="5367800" y="1149885"/>
                  </a:lnTo>
                  <a:lnTo>
                    <a:pt x="5367945" y="1149885"/>
                  </a:lnTo>
                  <a:lnTo>
                    <a:pt x="5368091" y="1149885"/>
                  </a:lnTo>
                  <a:lnTo>
                    <a:pt x="5368236" y="1149885"/>
                  </a:lnTo>
                  <a:lnTo>
                    <a:pt x="5368382" y="1149885"/>
                  </a:lnTo>
                  <a:lnTo>
                    <a:pt x="5368527" y="1149885"/>
                  </a:lnTo>
                  <a:lnTo>
                    <a:pt x="5368527" y="1149262"/>
                  </a:lnTo>
                  <a:lnTo>
                    <a:pt x="5368672" y="1149262"/>
                  </a:lnTo>
                  <a:lnTo>
                    <a:pt x="5368818" y="1149262"/>
                  </a:lnTo>
                  <a:lnTo>
                    <a:pt x="5368963" y="1149262"/>
                  </a:lnTo>
                  <a:lnTo>
                    <a:pt x="5368963" y="1148638"/>
                  </a:lnTo>
                  <a:lnTo>
                    <a:pt x="5369109" y="1148638"/>
                  </a:lnTo>
                  <a:lnTo>
                    <a:pt x="5369254" y="1148638"/>
                  </a:lnTo>
                  <a:lnTo>
                    <a:pt x="5369254" y="1148015"/>
                  </a:lnTo>
                  <a:lnTo>
                    <a:pt x="5369400" y="1148015"/>
                  </a:lnTo>
                  <a:lnTo>
                    <a:pt x="5369545" y="1148015"/>
                  </a:lnTo>
                  <a:lnTo>
                    <a:pt x="5369690" y="1148015"/>
                  </a:lnTo>
                  <a:lnTo>
                    <a:pt x="5369836" y="1148015"/>
                  </a:lnTo>
                  <a:lnTo>
                    <a:pt x="5369981" y="1148015"/>
                  </a:lnTo>
                  <a:lnTo>
                    <a:pt x="5370127" y="1148015"/>
                  </a:lnTo>
                  <a:lnTo>
                    <a:pt x="5370272" y="1148015"/>
                  </a:lnTo>
                  <a:lnTo>
                    <a:pt x="5370418" y="1148015"/>
                  </a:lnTo>
                  <a:lnTo>
                    <a:pt x="5370563" y="1148015"/>
                  </a:lnTo>
                  <a:lnTo>
                    <a:pt x="5370563" y="1147391"/>
                  </a:lnTo>
                  <a:lnTo>
                    <a:pt x="5370708" y="1147391"/>
                  </a:lnTo>
                  <a:lnTo>
                    <a:pt x="5370854" y="1147391"/>
                  </a:lnTo>
                  <a:lnTo>
                    <a:pt x="5370999" y="1147391"/>
                  </a:lnTo>
                  <a:lnTo>
                    <a:pt x="5371145" y="1147391"/>
                  </a:lnTo>
                  <a:lnTo>
                    <a:pt x="5371290" y="1147391"/>
                  </a:lnTo>
                  <a:lnTo>
                    <a:pt x="5371436" y="1147391"/>
                  </a:lnTo>
                  <a:lnTo>
                    <a:pt x="5371581" y="1147391"/>
                  </a:lnTo>
                  <a:lnTo>
                    <a:pt x="5371726" y="1147391"/>
                  </a:lnTo>
                  <a:lnTo>
                    <a:pt x="5371872" y="1147391"/>
                  </a:lnTo>
                  <a:lnTo>
                    <a:pt x="5372017" y="1147391"/>
                  </a:lnTo>
                  <a:lnTo>
                    <a:pt x="5372163" y="1147391"/>
                  </a:lnTo>
                  <a:lnTo>
                    <a:pt x="5372308" y="1147391"/>
                  </a:lnTo>
                  <a:lnTo>
                    <a:pt x="5372454" y="1147391"/>
                  </a:lnTo>
                  <a:lnTo>
                    <a:pt x="5372599" y="1147391"/>
                  </a:lnTo>
                  <a:lnTo>
                    <a:pt x="5372744" y="1147391"/>
                  </a:lnTo>
                  <a:lnTo>
                    <a:pt x="5372890" y="1147391"/>
                  </a:lnTo>
                  <a:lnTo>
                    <a:pt x="5372890" y="1146767"/>
                  </a:lnTo>
                  <a:lnTo>
                    <a:pt x="5372890" y="1146144"/>
                  </a:lnTo>
                  <a:lnTo>
                    <a:pt x="5373035" y="1146144"/>
                  </a:lnTo>
                  <a:lnTo>
                    <a:pt x="5373181" y="1146144"/>
                  </a:lnTo>
                  <a:lnTo>
                    <a:pt x="5373181" y="1145520"/>
                  </a:lnTo>
                  <a:lnTo>
                    <a:pt x="5373181" y="1144897"/>
                  </a:lnTo>
                  <a:lnTo>
                    <a:pt x="5373326" y="1144897"/>
                  </a:lnTo>
                  <a:lnTo>
                    <a:pt x="5373326" y="1144273"/>
                  </a:lnTo>
                  <a:lnTo>
                    <a:pt x="5373472" y="1144273"/>
                  </a:lnTo>
                  <a:lnTo>
                    <a:pt x="5373617" y="1144273"/>
                  </a:lnTo>
                  <a:lnTo>
                    <a:pt x="5373762" y="1144273"/>
                  </a:lnTo>
                  <a:lnTo>
                    <a:pt x="5373908" y="1144273"/>
                  </a:lnTo>
                  <a:lnTo>
                    <a:pt x="5374053" y="1144273"/>
                  </a:lnTo>
                  <a:lnTo>
                    <a:pt x="5374053" y="1143649"/>
                  </a:lnTo>
                  <a:lnTo>
                    <a:pt x="5374199" y="1143649"/>
                  </a:lnTo>
                  <a:lnTo>
                    <a:pt x="5374344" y="1143649"/>
                  </a:lnTo>
                  <a:lnTo>
                    <a:pt x="5374489" y="1143649"/>
                  </a:lnTo>
                  <a:lnTo>
                    <a:pt x="5374635" y="1143649"/>
                  </a:lnTo>
                  <a:lnTo>
                    <a:pt x="5374780" y="1143649"/>
                  </a:lnTo>
                  <a:lnTo>
                    <a:pt x="5374926" y="1143649"/>
                  </a:lnTo>
                  <a:lnTo>
                    <a:pt x="5375071" y="1143649"/>
                  </a:lnTo>
                  <a:lnTo>
                    <a:pt x="5375217" y="1143649"/>
                  </a:lnTo>
                  <a:lnTo>
                    <a:pt x="5375217" y="1143026"/>
                  </a:lnTo>
                  <a:lnTo>
                    <a:pt x="5375362" y="1143026"/>
                  </a:lnTo>
                  <a:lnTo>
                    <a:pt x="5375507" y="1143026"/>
                  </a:lnTo>
                  <a:lnTo>
                    <a:pt x="5375653" y="1143026"/>
                  </a:lnTo>
                  <a:lnTo>
                    <a:pt x="5375798" y="1143026"/>
                  </a:lnTo>
                  <a:lnTo>
                    <a:pt x="5375944" y="1143026"/>
                  </a:lnTo>
                  <a:lnTo>
                    <a:pt x="5376089" y="1143026"/>
                  </a:lnTo>
                  <a:lnTo>
                    <a:pt x="5376235" y="1143026"/>
                  </a:lnTo>
                  <a:lnTo>
                    <a:pt x="5376235" y="1142402"/>
                  </a:lnTo>
                  <a:lnTo>
                    <a:pt x="5376380" y="1142402"/>
                  </a:lnTo>
                  <a:lnTo>
                    <a:pt x="5376525" y="1142402"/>
                  </a:lnTo>
                  <a:lnTo>
                    <a:pt x="5376525" y="1141779"/>
                  </a:lnTo>
                  <a:lnTo>
                    <a:pt x="5376671" y="1141779"/>
                  </a:lnTo>
                  <a:lnTo>
                    <a:pt x="5376816" y="1141779"/>
                  </a:lnTo>
                  <a:lnTo>
                    <a:pt x="5376962" y="1141779"/>
                  </a:lnTo>
                  <a:lnTo>
                    <a:pt x="5377107" y="1141779"/>
                  </a:lnTo>
                  <a:lnTo>
                    <a:pt x="5377253" y="1141779"/>
                  </a:lnTo>
                  <a:lnTo>
                    <a:pt x="5377398" y="1141779"/>
                  </a:lnTo>
                  <a:lnTo>
                    <a:pt x="5377543" y="1141779"/>
                  </a:lnTo>
                  <a:lnTo>
                    <a:pt x="5377689" y="1141779"/>
                  </a:lnTo>
                  <a:lnTo>
                    <a:pt x="5377834" y="1141779"/>
                  </a:lnTo>
                  <a:lnTo>
                    <a:pt x="5377980" y="1141779"/>
                  </a:lnTo>
                  <a:lnTo>
                    <a:pt x="5378125" y="1141779"/>
                  </a:lnTo>
                  <a:lnTo>
                    <a:pt x="5378271" y="1141779"/>
                  </a:lnTo>
                  <a:lnTo>
                    <a:pt x="5378416" y="1141779"/>
                  </a:lnTo>
                  <a:lnTo>
                    <a:pt x="5378561" y="1141779"/>
                  </a:lnTo>
                  <a:lnTo>
                    <a:pt x="5378707" y="1141779"/>
                  </a:lnTo>
                  <a:lnTo>
                    <a:pt x="5378852" y="1141779"/>
                  </a:lnTo>
                  <a:lnTo>
                    <a:pt x="5378998" y="1141779"/>
                  </a:lnTo>
                  <a:lnTo>
                    <a:pt x="5379143" y="1141779"/>
                  </a:lnTo>
                  <a:lnTo>
                    <a:pt x="5379289" y="1141779"/>
                  </a:lnTo>
                  <a:lnTo>
                    <a:pt x="5379434" y="1141779"/>
                  </a:lnTo>
                  <a:lnTo>
                    <a:pt x="5379579" y="1141779"/>
                  </a:lnTo>
                  <a:lnTo>
                    <a:pt x="5379725" y="1141779"/>
                  </a:lnTo>
                  <a:lnTo>
                    <a:pt x="5379870" y="1141779"/>
                  </a:lnTo>
                  <a:lnTo>
                    <a:pt x="5379870" y="1141155"/>
                  </a:lnTo>
                  <a:lnTo>
                    <a:pt x="5379870" y="1140532"/>
                  </a:lnTo>
                  <a:lnTo>
                    <a:pt x="5380016" y="1140532"/>
                  </a:lnTo>
                  <a:lnTo>
                    <a:pt x="5380161" y="1140532"/>
                  </a:lnTo>
                  <a:lnTo>
                    <a:pt x="5380307" y="1140532"/>
                  </a:lnTo>
                  <a:lnTo>
                    <a:pt x="5380307" y="1139908"/>
                  </a:lnTo>
                  <a:lnTo>
                    <a:pt x="5380452" y="1139908"/>
                  </a:lnTo>
                  <a:lnTo>
                    <a:pt x="5380597" y="1139908"/>
                  </a:lnTo>
                  <a:lnTo>
                    <a:pt x="5380743" y="1139908"/>
                  </a:lnTo>
                  <a:lnTo>
                    <a:pt x="5380888" y="1139908"/>
                  </a:lnTo>
                  <a:lnTo>
                    <a:pt x="5381034" y="1139908"/>
                  </a:lnTo>
                  <a:lnTo>
                    <a:pt x="5381179" y="1139908"/>
                  </a:lnTo>
                  <a:lnTo>
                    <a:pt x="5381324" y="1139908"/>
                  </a:lnTo>
                  <a:lnTo>
                    <a:pt x="5381324" y="1139284"/>
                  </a:lnTo>
                  <a:lnTo>
                    <a:pt x="5381470" y="1139284"/>
                  </a:lnTo>
                  <a:lnTo>
                    <a:pt x="5381615" y="1139284"/>
                  </a:lnTo>
                  <a:lnTo>
                    <a:pt x="5381761" y="1139284"/>
                  </a:lnTo>
                  <a:lnTo>
                    <a:pt x="5381906" y="1139284"/>
                  </a:lnTo>
                  <a:lnTo>
                    <a:pt x="5382052" y="1139284"/>
                  </a:lnTo>
                  <a:lnTo>
                    <a:pt x="5382197" y="1139284"/>
                  </a:lnTo>
                  <a:lnTo>
                    <a:pt x="5382342" y="1139284"/>
                  </a:lnTo>
                  <a:lnTo>
                    <a:pt x="5382488" y="1139284"/>
                  </a:lnTo>
                  <a:lnTo>
                    <a:pt x="5382633" y="1139284"/>
                  </a:lnTo>
                  <a:lnTo>
                    <a:pt x="5382779" y="1139284"/>
                  </a:lnTo>
                  <a:lnTo>
                    <a:pt x="5382779" y="1138661"/>
                  </a:lnTo>
                  <a:lnTo>
                    <a:pt x="5382924" y="1138661"/>
                  </a:lnTo>
                  <a:lnTo>
                    <a:pt x="5383070" y="1138661"/>
                  </a:lnTo>
                  <a:lnTo>
                    <a:pt x="5383215" y="1138661"/>
                  </a:lnTo>
                  <a:lnTo>
                    <a:pt x="5383215" y="1138037"/>
                  </a:lnTo>
                  <a:lnTo>
                    <a:pt x="5383360" y="1138037"/>
                  </a:lnTo>
                  <a:lnTo>
                    <a:pt x="5383506" y="1138037"/>
                  </a:lnTo>
                  <a:lnTo>
                    <a:pt x="5383651" y="1138037"/>
                  </a:lnTo>
                  <a:lnTo>
                    <a:pt x="5383797" y="1138037"/>
                  </a:lnTo>
                  <a:lnTo>
                    <a:pt x="5383942" y="1138037"/>
                  </a:lnTo>
                  <a:lnTo>
                    <a:pt x="5384088" y="1138037"/>
                  </a:lnTo>
                  <a:lnTo>
                    <a:pt x="5384233" y="1138037"/>
                  </a:lnTo>
                  <a:lnTo>
                    <a:pt x="5384378" y="1138037"/>
                  </a:lnTo>
                  <a:lnTo>
                    <a:pt x="5384524" y="1138037"/>
                  </a:lnTo>
                  <a:lnTo>
                    <a:pt x="5384669" y="1138037"/>
                  </a:lnTo>
                  <a:lnTo>
                    <a:pt x="5384815" y="1138037"/>
                  </a:lnTo>
                  <a:lnTo>
                    <a:pt x="5384960" y="1138037"/>
                  </a:lnTo>
                  <a:lnTo>
                    <a:pt x="5385106" y="1138037"/>
                  </a:lnTo>
                  <a:lnTo>
                    <a:pt x="5385251" y="1138037"/>
                  </a:lnTo>
                  <a:lnTo>
                    <a:pt x="5385396" y="1138037"/>
                  </a:lnTo>
                  <a:lnTo>
                    <a:pt x="5385542" y="1138037"/>
                  </a:lnTo>
                  <a:lnTo>
                    <a:pt x="5385687" y="1138037"/>
                  </a:lnTo>
                  <a:lnTo>
                    <a:pt x="5385833" y="1138037"/>
                  </a:lnTo>
                  <a:lnTo>
                    <a:pt x="5385978" y="1138037"/>
                  </a:lnTo>
                  <a:lnTo>
                    <a:pt x="5386124" y="1138037"/>
                  </a:lnTo>
                  <a:lnTo>
                    <a:pt x="5386269" y="1138037"/>
                  </a:lnTo>
                  <a:lnTo>
                    <a:pt x="5386414" y="1138037"/>
                  </a:lnTo>
                  <a:lnTo>
                    <a:pt x="5386560" y="1138037"/>
                  </a:lnTo>
                  <a:lnTo>
                    <a:pt x="5386705" y="1138037"/>
                  </a:lnTo>
                  <a:lnTo>
                    <a:pt x="5386851" y="1138037"/>
                  </a:lnTo>
                  <a:lnTo>
                    <a:pt x="5386996" y="1138037"/>
                  </a:lnTo>
                  <a:lnTo>
                    <a:pt x="5387142" y="1138037"/>
                  </a:lnTo>
                  <a:lnTo>
                    <a:pt x="5387287" y="1138037"/>
                  </a:lnTo>
                  <a:lnTo>
                    <a:pt x="5387432" y="1138037"/>
                  </a:lnTo>
                  <a:lnTo>
                    <a:pt x="5387578" y="1138037"/>
                  </a:lnTo>
                  <a:lnTo>
                    <a:pt x="5387723" y="1138037"/>
                  </a:lnTo>
                  <a:lnTo>
                    <a:pt x="5387869" y="1138037"/>
                  </a:lnTo>
                  <a:lnTo>
                    <a:pt x="5387869" y="1137414"/>
                  </a:lnTo>
                  <a:lnTo>
                    <a:pt x="5388014" y="1137414"/>
                  </a:lnTo>
                  <a:lnTo>
                    <a:pt x="5388159" y="1137414"/>
                  </a:lnTo>
                  <a:lnTo>
                    <a:pt x="5388159" y="1136790"/>
                  </a:lnTo>
                  <a:lnTo>
                    <a:pt x="5388305" y="1136790"/>
                  </a:lnTo>
                  <a:lnTo>
                    <a:pt x="5388450" y="1136790"/>
                  </a:lnTo>
                  <a:lnTo>
                    <a:pt x="5388596" y="1136790"/>
                  </a:lnTo>
                  <a:lnTo>
                    <a:pt x="5388596" y="1136166"/>
                  </a:lnTo>
                  <a:lnTo>
                    <a:pt x="5388741" y="1136166"/>
                  </a:lnTo>
                  <a:lnTo>
                    <a:pt x="5388887" y="1136166"/>
                  </a:lnTo>
                  <a:lnTo>
                    <a:pt x="5389032" y="1136166"/>
                  </a:lnTo>
                  <a:lnTo>
                    <a:pt x="5389177" y="1136166"/>
                  </a:lnTo>
                  <a:lnTo>
                    <a:pt x="5389323" y="1136166"/>
                  </a:lnTo>
                  <a:lnTo>
                    <a:pt x="5389468" y="1136166"/>
                  </a:lnTo>
                  <a:lnTo>
                    <a:pt x="5389614" y="1136166"/>
                  </a:lnTo>
                  <a:lnTo>
                    <a:pt x="5389759" y="1136166"/>
                  </a:lnTo>
                  <a:lnTo>
                    <a:pt x="5389905" y="1136166"/>
                  </a:lnTo>
                  <a:lnTo>
                    <a:pt x="5390050" y="1136166"/>
                  </a:lnTo>
                  <a:lnTo>
                    <a:pt x="5390195" y="1136166"/>
                  </a:lnTo>
                  <a:lnTo>
                    <a:pt x="5390195" y="1135543"/>
                  </a:lnTo>
                  <a:lnTo>
                    <a:pt x="5390195" y="1134919"/>
                  </a:lnTo>
                  <a:lnTo>
                    <a:pt x="5390341" y="1134919"/>
                  </a:lnTo>
                  <a:lnTo>
                    <a:pt x="5390486" y="1134919"/>
                  </a:lnTo>
                  <a:lnTo>
                    <a:pt x="5390486" y="1134296"/>
                  </a:lnTo>
                  <a:lnTo>
                    <a:pt x="5390486" y="1133672"/>
                  </a:lnTo>
                  <a:lnTo>
                    <a:pt x="5390632" y="1133672"/>
                  </a:lnTo>
                  <a:lnTo>
                    <a:pt x="5390632" y="1133049"/>
                  </a:lnTo>
                  <a:lnTo>
                    <a:pt x="5390777" y="1133049"/>
                  </a:lnTo>
                  <a:lnTo>
                    <a:pt x="5390923" y="1133049"/>
                  </a:lnTo>
                  <a:lnTo>
                    <a:pt x="5391068" y="1133049"/>
                  </a:lnTo>
                  <a:lnTo>
                    <a:pt x="5391213" y="1133049"/>
                  </a:lnTo>
                  <a:lnTo>
                    <a:pt x="5391359" y="1133049"/>
                  </a:lnTo>
                  <a:lnTo>
                    <a:pt x="5391504" y="1133049"/>
                  </a:lnTo>
                  <a:lnTo>
                    <a:pt x="5391650" y="1133049"/>
                  </a:lnTo>
                  <a:lnTo>
                    <a:pt x="5391650" y="1132425"/>
                  </a:lnTo>
                  <a:lnTo>
                    <a:pt x="5391795" y="1132425"/>
                  </a:lnTo>
                  <a:lnTo>
                    <a:pt x="5391941" y="1132425"/>
                  </a:lnTo>
                  <a:lnTo>
                    <a:pt x="5392086" y="1132425"/>
                  </a:lnTo>
                  <a:lnTo>
                    <a:pt x="5392231" y="1132425"/>
                  </a:lnTo>
                  <a:lnTo>
                    <a:pt x="5392231" y="1131801"/>
                  </a:lnTo>
                  <a:lnTo>
                    <a:pt x="5392377" y="1131801"/>
                  </a:lnTo>
                  <a:lnTo>
                    <a:pt x="5392377" y="1131178"/>
                  </a:lnTo>
                  <a:lnTo>
                    <a:pt x="5392522" y="1131178"/>
                  </a:lnTo>
                  <a:lnTo>
                    <a:pt x="5392668" y="1131178"/>
                  </a:lnTo>
                  <a:lnTo>
                    <a:pt x="5392813" y="1131178"/>
                  </a:lnTo>
                  <a:lnTo>
                    <a:pt x="5392813" y="1130554"/>
                  </a:lnTo>
                  <a:lnTo>
                    <a:pt x="5392959" y="1130554"/>
                  </a:lnTo>
                  <a:lnTo>
                    <a:pt x="5393104" y="1130554"/>
                  </a:lnTo>
                  <a:lnTo>
                    <a:pt x="5393249" y="1130554"/>
                  </a:lnTo>
                  <a:lnTo>
                    <a:pt x="5393395" y="1130554"/>
                  </a:lnTo>
                  <a:lnTo>
                    <a:pt x="5393540" y="1130554"/>
                  </a:lnTo>
                  <a:lnTo>
                    <a:pt x="5393686" y="1130554"/>
                  </a:lnTo>
                  <a:lnTo>
                    <a:pt x="5393831" y="1130554"/>
                  </a:lnTo>
                  <a:lnTo>
                    <a:pt x="5393977" y="1130554"/>
                  </a:lnTo>
                  <a:lnTo>
                    <a:pt x="5394122" y="1130554"/>
                  </a:lnTo>
                  <a:lnTo>
                    <a:pt x="5394267" y="1130554"/>
                  </a:lnTo>
                  <a:lnTo>
                    <a:pt x="5394413" y="1130554"/>
                  </a:lnTo>
                  <a:lnTo>
                    <a:pt x="5394558" y="1130554"/>
                  </a:lnTo>
                  <a:lnTo>
                    <a:pt x="5394704" y="1130554"/>
                  </a:lnTo>
                  <a:lnTo>
                    <a:pt x="5394849" y="1130554"/>
                  </a:lnTo>
                  <a:lnTo>
                    <a:pt x="5394994" y="1130554"/>
                  </a:lnTo>
                  <a:lnTo>
                    <a:pt x="5395140" y="1130554"/>
                  </a:lnTo>
                  <a:lnTo>
                    <a:pt x="5395285" y="1130554"/>
                  </a:lnTo>
                  <a:lnTo>
                    <a:pt x="5395431" y="1130554"/>
                  </a:lnTo>
                  <a:lnTo>
                    <a:pt x="5395431" y="1129931"/>
                  </a:lnTo>
                  <a:lnTo>
                    <a:pt x="5395431" y="1129307"/>
                  </a:lnTo>
                  <a:lnTo>
                    <a:pt x="5395576" y="1129307"/>
                  </a:lnTo>
                  <a:lnTo>
                    <a:pt x="5395722" y="1129307"/>
                  </a:lnTo>
                  <a:lnTo>
                    <a:pt x="5395867" y="1129307"/>
                  </a:lnTo>
                  <a:lnTo>
                    <a:pt x="5396012" y="1129307"/>
                  </a:lnTo>
                  <a:lnTo>
                    <a:pt x="5396158" y="1129307"/>
                  </a:lnTo>
                  <a:lnTo>
                    <a:pt x="5396303" y="1129307"/>
                  </a:lnTo>
                  <a:lnTo>
                    <a:pt x="5396449" y="1129307"/>
                  </a:lnTo>
                  <a:lnTo>
                    <a:pt x="5396594" y="1129307"/>
                  </a:lnTo>
                  <a:lnTo>
                    <a:pt x="5396740" y="1129307"/>
                  </a:lnTo>
                  <a:lnTo>
                    <a:pt x="5396740" y="1128683"/>
                  </a:lnTo>
                  <a:lnTo>
                    <a:pt x="5396740" y="1128060"/>
                  </a:lnTo>
                  <a:lnTo>
                    <a:pt x="5396885" y="1128060"/>
                  </a:lnTo>
                  <a:lnTo>
                    <a:pt x="5396885" y="1127436"/>
                  </a:lnTo>
                  <a:lnTo>
                    <a:pt x="5396885" y="1126813"/>
                  </a:lnTo>
                  <a:lnTo>
                    <a:pt x="5397030" y="1126813"/>
                  </a:lnTo>
                  <a:lnTo>
                    <a:pt x="5397176" y="1126813"/>
                  </a:lnTo>
                  <a:lnTo>
                    <a:pt x="5397321" y="1126813"/>
                  </a:lnTo>
                  <a:lnTo>
                    <a:pt x="5397321" y="1126189"/>
                  </a:lnTo>
                  <a:lnTo>
                    <a:pt x="5397467" y="1126189"/>
                  </a:lnTo>
                  <a:lnTo>
                    <a:pt x="5397612" y="1126189"/>
                  </a:lnTo>
                  <a:lnTo>
                    <a:pt x="5397758" y="1126189"/>
                  </a:lnTo>
                  <a:lnTo>
                    <a:pt x="5397758" y="1125566"/>
                  </a:lnTo>
                  <a:lnTo>
                    <a:pt x="5397758" y="1124942"/>
                  </a:lnTo>
                  <a:lnTo>
                    <a:pt x="5397903" y="1124942"/>
                  </a:lnTo>
                  <a:lnTo>
                    <a:pt x="5398048" y="1124942"/>
                  </a:lnTo>
                  <a:lnTo>
                    <a:pt x="5398194" y="1124942"/>
                  </a:lnTo>
                  <a:lnTo>
                    <a:pt x="5398339" y="1124942"/>
                  </a:lnTo>
                  <a:lnTo>
                    <a:pt x="5398485" y="1124942"/>
                  </a:lnTo>
                  <a:lnTo>
                    <a:pt x="5398630" y="1124942"/>
                  </a:lnTo>
                  <a:lnTo>
                    <a:pt x="5398776" y="1124942"/>
                  </a:lnTo>
                  <a:lnTo>
                    <a:pt x="5398921" y="1124942"/>
                  </a:lnTo>
                  <a:lnTo>
                    <a:pt x="5399066" y="1124942"/>
                  </a:lnTo>
                  <a:lnTo>
                    <a:pt x="5399212" y="1124942"/>
                  </a:lnTo>
                  <a:lnTo>
                    <a:pt x="5399212" y="1124318"/>
                  </a:lnTo>
                  <a:lnTo>
                    <a:pt x="5399357" y="1124318"/>
                  </a:lnTo>
                  <a:lnTo>
                    <a:pt x="5399503" y="1124318"/>
                  </a:lnTo>
                  <a:lnTo>
                    <a:pt x="5399648" y="1124318"/>
                  </a:lnTo>
                  <a:lnTo>
                    <a:pt x="5399648" y="1123695"/>
                  </a:lnTo>
                  <a:lnTo>
                    <a:pt x="5399794" y="1123695"/>
                  </a:lnTo>
                  <a:lnTo>
                    <a:pt x="5399939" y="1123695"/>
                  </a:lnTo>
                  <a:lnTo>
                    <a:pt x="5400084" y="1123695"/>
                  </a:lnTo>
                  <a:lnTo>
                    <a:pt x="5400084" y="1123071"/>
                  </a:lnTo>
                  <a:lnTo>
                    <a:pt x="5400230" y="1123071"/>
                  </a:lnTo>
                  <a:lnTo>
                    <a:pt x="5400375" y="1123071"/>
                  </a:lnTo>
                  <a:lnTo>
                    <a:pt x="5400521" y="1123071"/>
                  </a:lnTo>
                  <a:lnTo>
                    <a:pt x="5400666" y="1123071"/>
                  </a:lnTo>
                  <a:lnTo>
                    <a:pt x="5400812" y="1123071"/>
                  </a:lnTo>
                  <a:lnTo>
                    <a:pt x="5400957" y="1123071"/>
                  </a:lnTo>
                  <a:lnTo>
                    <a:pt x="5401102" y="1123071"/>
                  </a:lnTo>
                  <a:lnTo>
                    <a:pt x="5401248" y="1123071"/>
                  </a:lnTo>
                  <a:lnTo>
                    <a:pt x="5401393" y="1123071"/>
                  </a:lnTo>
                  <a:lnTo>
                    <a:pt x="5401539" y="1123071"/>
                  </a:lnTo>
                  <a:lnTo>
                    <a:pt x="5401684" y="1123071"/>
                  </a:lnTo>
                  <a:lnTo>
                    <a:pt x="5401829" y="1123071"/>
                  </a:lnTo>
                  <a:lnTo>
                    <a:pt x="5401975" y="1123071"/>
                  </a:lnTo>
                  <a:lnTo>
                    <a:pt x="5402120" y="1123071"/>
                  </a:lnTo>
                  <a:lnTo>
                    <a:pt x="5402266" y="1123071"/>
                  </a:lnTo>
                  <a:lnTo>
                    <a:pt x="5402266" y="1122448"/>
                  </a:lnTo>
                  <a:lnTo>
                    <a:pt x="5402411" y="1122448"/>
                  </a:lnTo>
                  <a:lnTo>
                    <a:pt x="5402557" y="1122448"/>
                  </a:lnTo>
                  <a:lnTo>
                    <a:pt x="5402702" y="1122448"/>
                  </a:lnTo>
                  <a:lnTo>
                    <a:pt x="5402847" y="1122448"/>
                  </a:lnTo>
                  <a:lnTo>
                    <a:pt x="5402993" y="1122448"/>
                  </a:lnTo>
                  <a:lnTo>
                    <a:pt x="5403138" y="1122448"/>
                  </a:lnTo>
                  <a:lnTo>
                    <a:pt x="5403284" y="1122448"/>
                  </a:lnTo>
                  <a:lnTo>
                    <a:pt x="5403429" y="1122448"/>
                  </a:lnTo>
                  <a:lnTo>
                    <a:pt x="5403429" y="1121824"/>
                  </a:lnTo>
                  <a:lnTo>
                    <a:pt x="5403429" y="1121201"/>
                  </a:lnTo>
                  <a:lnTo>
                    <a:pt x="5403429" y="1120577"/>
                  </a:lnTo>
                  <a:lnTo>
                    <a:pt x="5403575" y="1120577"/>
                  </a:lnTo>
                  <a:lnTo>
                    <a:pt x="5403720" y="1120577"/>
                  </a:lnTo>
                  <a:lnTo>
                    <a:pt x="5403865" y="1120577"/>
                  </a:lnTo>
                  <a:lnTo>
                    <a:pt x="5404011" y="1120577"/>
                  </a:lnTo>
                  <a:lnTo>
                    <a:pt x="5404011" y="1119953"/>
                  </a:lnTo>
                  <a:lnTo>
                    <a:pt x="5404156" y="1119953"/>
                  </a:lnTo>
                  <a:lnTo>
                    <a:pt x="5404302" y="1119953"/>
                  </a:lnTo>
                  <a:lnTo>
                    <a:pt x="5404447" y="1119953"/>
                  </a:lnTo>
                  <a:lnTo>
                    <a:pt x="5404593" y="1119953"/>
                  </a:lnTo>
                  <a:lnTo>
                    <a:pt x="5404738" y="1119953"/>
                  </a:lnTo>
                  <a:lnTo>
                    <a:pt x="5404883" y="1119953"/>
                  </a:lnTo>
                  <a:lnTo>
                    <a:pt x="5405029" y="1119953"/>
                  </a:lnTo>
                  <a:lnTo>
                    <a:pt x="5405174" y="1119953"/>
                  </a:lnTo>
                  <a:lnTo>
                    <a:pt x="5405320" y="1119953"/>
                  </a:lnTo>
                  <a:lnTo>
                    <a:pt x="5405465" y="1119953"/>
                  </a:lnTo>
                  <a:lnTo>
                    <a:pt x="5405465" y="1119330"/>
                  </a:lnTo>
                  <a:lnTo>
                    <a:pt x="5405465" y="1118706"/>
                  </a:lnTo>
                  <a:lnTo>
                    <a:pt x="5405611" y="1118706"/>
                  </a:lnTo>
                  <a:lnTo>
                    <a:pt x="5405611" y="1118083"/>
                  </a:lnTo>
                  <a:lnTo>
                    <a:pt x="5405756" y="1118083"/>
                  </a:lnTo>
                  <a:lnTo>
                    <a:pt x="5405901" y="1118083"/>
                  </a:lnTo>
                  <a:lnTo>
                    <a:pt x="5405901" y="1117459"/>
                  </a:lnTo>
                  <a:lnTo>
                    <a:pt x="5406047" y="1117459"/>
                  </a:lnTo>
                  <a:lnTo>
                    <a:pt x="5406192" y="1117459"/>
                  </a:lnTo>
                  <a:lnTo>
                    <a:pt x="5406338" y="1117459"/>
                  </a:lnTo>
                  <a:lnTo>
                    <a:pt x="5406483" y="1117459"/>
                  </a:lnTo>
                  <a:lnTo>
                    <a:pt x="5406629" y="1117459"/>
                  </a:lnTo>
                  <a:lnTo>
                    <a:pt x="5406774" y="1117459"/>
                  </a:lnTo>
                  <a:lnTo>
                    <a:pt x="5406919" y="1117459"/>
                  </a:lnTo>
                  <a:lnTo>
                    <a:pt x="5407065" y="1117459"/>
                  </a:lnTo>
                  <a:lnTo>
                    <a:pt x="5407210" y="1117459"/>
                  </a:lnTo>
                  <a:lnTo>
                    <a:pt x="5407356" y="1117459"/>
                  </a:lnTo>
                  <a:lnTo>
                    <a:pt x="5407356" y="1116835"/>
                  </a:lnTo>
                  <a:lnTo>
                    <a:pt x="5407501" y="1116835"/>
                  </a:lnTo>
                  <a:lnTo>
                    <a:pt x="5407647" y="1116835"/>
                  </a:lnTo>
                  <a:lnTo>
                    <a:pt x="5407792" y="1116835"/>
                  </a:lnTo>
                  <a:lnTo>
                    <a:pt x="5407937" y="1116835"/>
                  </a:lnTo>
                  <a:lnTo>
                    <a:pt x="5408083" y="1116835"/>
                  </a:lnTo>
                  <a:lnTo>
                    <a:pt x="5408228" y="1116835"/>
                  </a:lnTo>
                  <a:lnTo>
                    <a:pt x="5408374" y="1116835"/>
                  </a:lnTo>
                  <a:lnTo>
                    <a:pt x="5408519" y="1116835"/>
                  </a:lnTo>
                  <a:lnTo>
                    <a:pt x="5408664" y="1116835"/>
                  </a:lnTo>
                  <a:lnTo>
                    <a:pt x="5408810" y="1116835"/>
                  </a:lnTo>
                  <a:lnTo>
                    <a:pt x="5408810" y="1116212"/>
                  </a:lnTo>
                  <a:lnTo>
                    <a:pt x="5408955" y="1116212"/>
                  </a:lnTo>
                  <a:lnTo>
                    <a:pt x="5409101" y="1116212"/>
                  </a:lnTo>
                  <a:lnTo>
                    <a:pt x="5409246" y="1116212"/>
                  </a:lnTo>
                  <a:lnTo>
                    <a:pt x="5409392" y="1116212"/>
                  </a:lnTo>
                  <a:lnTo>
                    <a:pt x="5409537" y="1116212"/>
                  </a:lnTo>
                  <a:lnTo>
                    <a:pt x="5409682" y="1116212"/>
                  </a:lnTo>
                  <a:lnTo>
                    <a:pt x="5409828" y="1116212"/>
                  </a:lnTo>
                  <a:lnTo>
                    <a:pt x="5409973" y="1116212"/>
                  </a:lnTo>
                  <a:lnTo>
                    <a:pt x="5410119" y="1116212"/>
                  </a:lnTo>
                  <a:lnTo>
                    <a:pt x="5410264" y="1116212"/>
                  </a:lnTo>
                  <a:lnTo>
                    <a:pt x="5410410" y="1116212"/>
                  </a:lnTo>
                  <a:lnTo>
                    <a:pt x="5410555" y="1116212"/>
                  </a:lnTo>
                  <a:lnTo>
                    <a:pt x="5410700" y="1116212"/>
                  </a:lnTo>
                  <a:lnTo>
                    <a:pt x="5410846" y="1116212"/>
                  </a:lnTo>
                  <a:lnTo>
                    <a:pt x="5410991" y="1116212"/>
                  </a:lnTo>
                  <a:lnTo>
                    <a:pt x="5411137" y="1116212"/>
                  </a:lnTo>
                  <a:lnTo>
                    <a:pt x="5411282" y="1116212"/>
                  </a:lnTo>
                  <a:lnTo>
                    <a:pt x="5411428" y="1116212"/>
                  </a:lnTo>
                  <a:lnTo>
                    <a:pt x="5411573" y="1116212"/>
                  </a:lnTo>
                  <a:lnTo>
                    <a:pt x="5411573" y="1115588"/>
                  </a:lnTo>
                  <a:lnTo>
                    <a:pt x="5411718" y="1115588"/>
                  </a:lnTo>
                  <a:lnTo>
                    <a:pt x="5411864" y="1115588"/>
                  </a:lnTo>
                  <a:lnTo>
                    <a:pt x="5412009" y="1115588"/>
                  </a:lnTo>
                  <a:lnTo>
                    <a:pt x="5412155" y="1115588"/>
                  </a:lnTo>
                  <a:lnTo>
                    <a:pt x="5412300" y="1115588"/>
                  </a:lnTo>
                  <a:lnTo>
                    <a:pt x="5412446" y="1115588"/>
                  </a:lnTo>
                  <a:lnTo>
                    <a:pt x="5412591" y="1115588"/>
                  </a:lnTo>
                  <a:lnTo>
                    <a:pt x="5412736" y="1115588"/>
                  </a:lnTo>
                  <a:lnTo>
                    <a:pt x="5412882" y="1115588"/>
                  </a:lnTo>
                  <a:lnTo>
                    <a:pt x="5413027" y="1115588"/>
                  </a:lnTo>
                  <a:lnTo>
                    <a:pt x="5413027" y="1114965"/>
                  </a:lnTo>
                  <a:lnTo>
                    <a:pt x="5413173" y="1114965"/>
                  </a:lnTo>
                  <a:lnTo>
                    <a:pt x="5413318" y="1114965"/>
                  </a:lnTo>
                  <a:lnTo>
                    <a:pt x="5413464" y="1114965"/>
                  </a:lnTo>
                  <a:lnTo>
                    <a:pt x="5413609" y="1114965"/>
                  </a:lnTo>
                  <a:lnTo>
                    <a:pt x="5413754" y="1114965"/>
                  </a:lnTo>
                  <a:lnTo>
                    <a:pt x="5413900" y="1114965"/>
                  </a:lnTo>
                  <a:lnTo>
                    <a:pt x="5414045" y="1114965"/>
                  </a:lnTo>
                  <a:lnTo>
                    <a:pt x="5414045" y="1114341"/>
                  </a:lnTo>
                  <a:lnTo>
                    <a:pt x="5414191" y="1114341"/>
                  </a:lnTo>
                  <a:lnTo>
                    <a:pt x="5414336" y="1114341"/>
                  </a:lnTo>
                  <a:lnTo>
                    <a:pt x="5414482" y="1114341"/>
                  </a:lnTo>
                  <a:lnTo>
                    <a:pt x="5414482" y="1113718"/>
                  </a:lnTo>
                  <a:lnTo>
                    <a:pt x="5414627" y="1113718"/>
                  </a:lnTo>
                  <a:lnTo>
                    <a:pt x="5414772" y="1113718"/>
                  </a:lnTo>
                  <a:lnTo>
                    <a:pt x="5414772" y="1113094"/>
                  </a:lnTo>
                  <a:lnTo>
                    <a:pt x="5414918" y="1113094"/>
                  </a:lnTo>
                  <a:lnTo>
                    <a:pt x="5415063" y="1113094"/>
                  </a:lnTo>
                  <a:lnTo>
                    <a:pt x="5415063" y="1112470"/>
                  </a:lnTo>
                  <a:lnTo>
                    <a:pt x="5415209" y="1112470"/>
                  </a:lnTo>
                  <a:lnTo>
                    <a:pt x="5415354" y="1112470"/>
                  </a:lnTo>
                  <a:lnTo>
                    <a:pt x="5415499" y="1112470"/>
                  </a:lnTo>
                  <a:lnTo>
                    <a:pt x="5415645" y="1112470"/>
                  </a:lnTo>
                  <a:lnTo>
                    <a:pt x="5415790" y="1112470"/>
                  </a:lnTo>
                  <a:lnTo>
                    <a:pt x="5415790" y="1111847"/>
                  </a:lnTo>
                  <a:lnTo>
                    <a:pt x="5415936" y="1111847"/>
                  </a:lnTo>
                  <a:lnTo>
                    <a:pt x="5416081" y="1111847"/>
                  </a:lnTo>
                  <a:lnTo>
                    <a:pt x="5416227" y="1111847"/>
                  </a:lnTo>
                  <a:lnTo>
                    <a:pt x="5416372" y="1111847"/>
                  </a:lnTo>
                  <a:lnTo>
                    <a:pt x="5416517" y="1111847"/>
                  </a:lnTo>
                  <a:lnTo>
                    <a:pt x="5416663" y="1111847"/>
                  </a:lnTo>
                  <a:lnTo>
                    <a:pt x="5416808" y="1111847"/>
                  </a:lnTo>
                  <a:lnTo>
                    <a:pt x="5416808" y="1111223"/>
                  </a:lnTo>
                  <a:lnTo>
                    <a:pt x="5416954" y="1111223"/>
                  </a:lnTo>
                  <a:lnTo>
                    <a:pt x="5417099" y="1111223"/>
                  </a:lnTo>
                  <a:lnTo>
                    <a:pt x="5417245" y="1111223"/>
                  </a:lnTo>
                  <a:lnTo>
                    <a:pt x="5417390" y="1111223"/>
                  </a:lnTo>
                  <a:lnTo>
                    <a:pt x="5417535" y="1111223"/>
                  </a:lnTo>
                  <a:lnTo>
                    <a:pt x="5417681" y="1111223"/>
                  </a:lnTo>
                  <a:lnTo>
                    <a:pt x="5417826" y="1111223"/>
                  </a:lnTo>
                  <a:lnTo>
                    <a:pt x="5417972" y="1111223"/>
                  </a:lnTo>
                  <a:lnTo>
                    <a:pt x="5418117" y="1111223"/>
                  </a:lnTo>
                  <a:lnTo>
                    <a:pt x="5418263" y="1111223"/>
                  </a:lnTo>
                  <a:lnTo>
                    <a:pt x="5418408" y="1111223"/>
                  </a:lnTo>
                  <a:lnTo>
                    <a:pt x="5418553" y="1111223"/>
                  </a:lnTo>
                  <a:lnTo>
                    <a:pt x="5418699" y="1111223"/>
                  </a:lnTo>
                  <a:lnTo>
                    <a:pt x="5418844" y="1111223"/>
                  </a:lnTo>
                  <a:lnTo>
                    <a:pt x="5418844" y="1110600"/>
                  </a:lnTo>
                  <a:lnTo>
                    <a:pt x="5418990" y="1110600"/>
                  </a:lnTo>
                  <a:lnTo>
                    <a:pt x="5418990" y="1109976"/>
                  </a:lnTo>
                  <a:lnTo>
                    <a:pt x="5419135" y="1109976"/>
                  </a:lnTo>
                  <a:lnTo>
                    <a:pt x="5419281" y="1109976"/>
                  </a:lnTo>
                  <a:lnTo>
                    <a:pt x="5419426" y="1109976"/>
                  </a:lnTo>
                  <a:lnTo>
                    <a:pt x="5419571" y="1109976"/>
                  </a:lnTo>
                  <a:lnTo>
                    <a:pt x="5419717" y="1109976"/>
                  </a:lnTo>
                  <a:lnTo>
                    <a:pt x="5419862" y="1109976"/>
                  </a:lnTo>
                  <a:lnTo>
                    <a:pt x="5420008" y="1109976"/>
                  </a:lnTo>
                  <a:lnTo>
                    <a:pt x="5420153" y="1109976"/>
                  </a:lnTo>
                  <a:lnTo>
                    <a:pt x="5420299" y="1109976"/>
                  </a:lnTo>
                  <a:lnTo>
                    <a:pt x="5420444" y="1109976"/>
                  </a:lnTo>
                  <a:lnTo>
                    <a:pt x="5420444" y="1109352"/>
                  </a:lnTo>
                  <a:lnTo>
                    <a:pt x="5420589" y="1109352"/>
                  </a:lnTo>
                  <a:lnTo>
                    <a:pt x="5420735" y="1109352"/>
                  </a:lnTo>
                  <a:lnTo>
                    <a:pt x="5420880" y="1109352"/>
                  </a:lnTo>
                  <a:lnTo>
                    <a:pt x="5421026" y="1109352"/>
                  </a:lnTo>
                  <a:lnTo>
                    <a:pt x="5421171" y="1109352"/>
                  </a:lnTo>
                  <a:lnTo>
                    <a:pt x="5421317" y="1109352"/>
                  </a:lnTo>
                  <a:lnTo>
                    <a:pt x="5421462" y="1109352"/>
                  </a:lnTo>
                  <a:lnTo>
                    <a:pt x="5421462" y="1108729"/>
                  </a:lnTo>
                  <a:lnTo>
                    <a:pt x="5421607" y="1108729"/>
                  </a:lnTo>
                  <a:lnTo>
                    <a:pt x="5421753" y="1108729"/>
                  </a:lnTo>
                  <a:lnTo>
                    <a:pt x="5421898" y="1108729"/>
                  </a:lnTo>
                  <a:lnTo>
                    <a:pt x="5422044" y="1108729"/>
                  </a:lnTo>
                  <a:lnTo>
                    <a:pt x="5422044" y="1108105"/>
                  </a:lnTo>
                  <a:lnTo>
                    <a:pt x="5422189" y="1108105"/>
                  </a:lnTo>
                  <a:lnTo>
                    <a:pt x="5422334" y="1108105"/>
                  </a:lnTo>
                  <a:lnTo>
                    <a:pt x="5422480" y="1108105"/>
                  </a:lnTo>
                  <a:lnTo>
                    <a:pt x="5422625" y="1108105"/>
                  </a:lnTo>
                  <a:lnTo>
                    <a:pt x="5422771" y="1108105"/>
                  </a:lnTo>
                  <a:lnTo>
                    <a:pt x="5422916" y="1108105"/>
                  </a:lnTo>
                  <a:lnTo>
                    <a:pt x="5422916" y="1107482"/>
                  </a:lnTo>
                  <a:lnTo>
                    <a:pt x="5423062" y="1107482"/>
                  </a:lnTo>
                  <a:lnTo>
                    <a:pt x="5423062" y="1106858"/>
                  </a:lnTo>
                  <a:lnTo>
                    <a:pt x="5423207" y="1106858"/>
                  </a:lnTo>
                  <a:lnTo>
                    <a:pt x="5423352" y="1106858"/>
                  </a:lnTo>
                  <a:lnTo>
                    <a:pt x="5423498" y="1106858"/>
                  </a:lnTo>
                  <a:lnTo>
                    <a:pt x="5423643" y="1106858"/>
                  </a:lnTo>
                  <a:lnTo>
                    <a:pt x="5423789" y="1106858"/>
                  </a:lnTo>
                  <a:lnTo>
                    <a:pt x="5423934" y="1106858"/>
                  </a:lnTo>
                  <a:lnTo>
                    <a:pt x="5424080" y="1106858"/>
                  </a:lnTo>
                  <a:lnTo>
                    <a:pt x="5424080" y="1106235"/>
                  </a:lnTo>
                  <a:lnTo>
                    <a:pt x="5424225" y="1106235"/>
                  </a:lnTo>
                  <a:lnTo>
                    <a:pt x="5424225" y="1105611"/>
                  </a:lnTo>
                  <a:lnTo>
                    <a:pt x="5424370" y="1105611"/>
                  </a:lnTo>
                  <a:lnTo>
                    <a:pt x="5424516" y="1105611"/>
                  </a:lnTo>
                  <a:lnTo>
                    <a:pt x="5424661" y="1105611"/>
                  </a:lnTo>
                  <a:lnTo>
                    <a:pt x="5424807" y="1105611"/>
                  </a:lnTo>
                  <a:lnTo>
                    <a:pt x="5424807" y="1104987"/>
                  </a:lnTo>
                  <a:lnTo>
                    <a:pt x="5424952" y="1104987"/>
                  </a:lnTo>
                  <a:lnTo>
                    <a:pt x="5425098" y="1104987"/>
                  </a:lnTo>
                  <a:lnTo>
                    <a:pt x="5425243" y="1104987"/>
                  </a:lnTo>
                  <a:lnTo>
                    <a:pt x="5425388" y="1104987"/>
                  </a:lnTo>
                  <a:lnTo>
                    <a:pt x="5425534" y="1104987"/>
                  </a:lnTo>
                  <a:lnTo>
                    <a:pt x="5425679" y="1104987"/>
                  </a:lnTo>
                  <a:lnTo>
                    <a:pt x="5425825" y="1104987"/>
                  </a:lnTo>
                  <a:lnTo>
                    <a:pt x="5425970" y="1104987"/>
                  </a:lnTo>
                  <a:lnTo>
                    <a:pt x="5426116" y="1104987"/>
                  </a:lnTo>
                  <a:lnTo>
                    <a:pt x="5426261" y="1104987"/>
                  </a:lnTo>
                  <a:lnTo>
                    <a:pt x="5426406" y="1104987"/>
                  </a:lnTo>
                  <a:lnTo>
                    <a:pt x="5426552" y="1104987"/>
                  </a:lnTo>
                  <a:lnTo>
                    <a:pt x="5426697" y="1104987"/>
                  </a:lnTo>
                  <a:lnTo>
                    <a:pt x="5426843" y="1104987"/>
                  </a:lnTo>
                  <a:lnTo>
                    <a:pt x="5426988" y="1104987"/>
                  </a:lnTo>
                  <a:lnTo>
                    <a:pt x="5427134" y="1104987"/>
                  </a:lnTo>
                  <a:lnTo>
                    <a:pt x="5427134" y="1104364"/>
                  </a:lnTo>
                  <a:lnTo>
                    <a:pt x="5427279" y="1104364"/>
                  </a:lnTo>
                  <a:lnTo>
                    <a:pt x="5427279" y="1103740"/>
                  </a:lnTo>
                  <a:lnTo>
                    <a:pt x="5427424" y="1103740"/>
                  </a:lnTo>
                  <a:lnTo>
                    <a:pt x="5427570" y="1103740"/>
                  </a:lnTo>
                  <a:lnTo>
                    <a:pt x="5427570" y="1103117"/>
                  </a:lnTo>
                  <a:lnTo>
                    <a:pt x="5427715" y="1103117"/>
                  </a:lnTo>
                  <a:lnTo>
                    <a:pt x="5427861" y="1103117"/>
                  </a:lnTo>
                  <a:lnTo>
                    <a:pt x="5428006" y="1103117"/>
                  </a:lnTo>
                  <a:lnTo>
                    <a:pt x="5428006" y="1102493"/>
                  </a:lnTo>
                  <a:lnTo>
                    <a:pt x="5428006" y="1101869"/>
                  </a:lnTo>
                  <a:lnTo>
                    <a:pt x="5428152" y="1101869"/>
                  </a:lnTo>
                  <a:lnTo>
                    <a:pt x="5428297" y="1101869"/>
                  </a:lnTo>
                  <a:lnTo>
                    <a:pt x="5428442" y="1101869"/>
                  </a:lnTo>
                  <a:lnTo>
                    <a:pt x="5428588" y="1101869"/>
                  </a:lnTo>
                  <a:lnTo>
                    <a:pt x="5428733" y="1101869"/>
                  </a:lnTo>
                  <a:lnTo>
                    <a:pt x="5428879" y="1101869"/>
                  </a:lnTo>
                  <a:lnTo>
                    <a:pt x="5428879" y="1101246"/>
                  </a:lnTo>
                  <a:lnTo>
                    <a:pt x="5429024" y="1101246"/>
                  </a:lnTo>
                  <a:lnTo>
                    <a:pt x="5429169" y="1101246"/>
                  </a:lnTo>
                  <a:lnTo>
                    <a:pt x="5429169" y="1100622"/>
                  </a:lnTo>
                  <a:lnTo>
                    <a:pt x="5429315" y="1100622"/>
                  </a:lnTo>
                  <a:lnTo>
                    <a:pt x="5429460" y="1100622"/>
                  </a:lnTo>
                  <a:lnTo>
                    <a:pt x="5429460" y="1099999"/>
                  </a:lnTo>
                  <a:lnTo>
                    <a:pt x="5429606" y="1099999"/>
                  </a:lnTo>
                  <a:lnTo>
                    <a:pt x="5429751" y="1099999"/>
                  </a:lnTo>
                  <a:lnTo>
                    <a:pt x="5429897" y="1099999"/>
                  </a:lnTo>
                  <a:lnTo>
                    <a:pt x="5430042" y="1099999"/>
                  </a:lnTo>
                  <a:lnTo>
                    <a:pt x="5430187" y="1099999"/>
                  </a:lnTo>
                  <a:lnTo>
                    <a:pt x="5430333" y="1099999"/>
                  </a:lnTo>
                  <a:lnTo>
                    <a:pt x="5430333" y="1099375"/>
                  </a:lnTo>
                  <a:lnTo>
                    <a:pt x="5430478" y="1099375"/>
                  </a:lnTo>
                  <a:lnTo>
                    <a:pt x="5430478" y="1098752"/>
                  </a:lnTo>
                  <a:lnTo>
                    <a:pt x="5430624" y="1098752"/>
                  </a:lnTo>
                  <a:lnTo>
                    <a:pt x="5430769" y="1098752"/>
                  </a:lnTo>
                  <a:lnTo>
                    <a:pt x="5430915" y="1098752"/>
                  </a:lnTo>
                  <a:lnTo>
                    <a:pt x="5431060" y="1098752"/>
                  </a:lnTo>
                  <a:lnTo>
                    <a:pt x="5431205" y="1098752"/>
                  </a:lnTo>
                  <a:lnTo>
                    <a:pt x="5431351" y="1098752"/>
                  </a:lnTo>
                  <a:lnTo>
                    <a:pt x="5431496" y="1098752"/>
                  </a:lnTo>
                  <a:lnTo>
                    <a:pt x="5431642" y="1098752"/>
                  </a:lnTo>
                  <a:lnTo>
                    <a:pt x="5431787" y="1098752"/>
                  </a:lnTo>
                  <a:lnTo>
                    <a:pt x="5431933" y="1098752"/>
                  </a:lnTo>
                  <a:lnTo>
                    <a:pt x="5432078" y="1098752"/>
                  </a:lnTo>
                  <a:lnTo>
                    <a:pt x="5432223" y="1098752"/>
                  </a:lnTo>
                  <a:lnTo>
                    <a:pt x="5432369" y="1098752"/>
                  </a:lnTo>
                  <a:lnTo>
                    <a:pt x="5432514" y="1098752"/>
                  </a:lnTo>
                  <a:lnTo>
                    <a:pt x="5432514" y="1098128"/>
                  </a:lnTo>
                  <a:lnTo>
                    <a:pt x="5432660" y="1098128"/>
                  </a:lnTo>
                  <a:lnTo>
                    <a:pt x="5432660" y="1097504"/>
                  </a:lnTo>
                  <a:lnTo>
                    <a:pt x="5432805" y="1097504"/>
                  </a:lnTo>
                  <a:lnTo>
                    <a:pt x="5432951" y="1097504"/>
                  </a:lnTo>
                  <a:lnTo>
                    <a:pt x="5433096" y="1097504"/>
                  </a:lnTo>
                  <a:lnTo>
                    <a:pt x="5433241" y="1097504"/>
                  </a:lnTo>
                  <a:lnTo>
                    <a:pt x="5433387" y="1097504"/>
                  </a:lnTo>
                  <a:lnTo>
                    <a:pt x="5433532" y="1097504"/>
                  </a:lnTo>
                  <a:lnTo>
                    <a:pt x="5433678" y="1097504"/>
                  </a:lnTo>
                  <a:lnTo>
                    <a:pt x="5433823" y="1097504"/>
                  </a:lnTo>
                  <a:lnTo>
                    <a:pt x="5433969" y="1097504"/>
                  </a:lnTo>
                  <a:lnTo>
                    <a:pt x="5434114" y="1097504"/>
                  </a:lnTo>
                  <a:lnTo>
                    <a:pt x="5434259" y="1097504"/>
                  </a:lnTo>
                  <a:lnTo>
                    <a:pt x="5434405" y="1097504"/>
                  </a:lnTo>
                  <a:lnTo>
                    <a:pt x="5434550" y="1097504"/>
                  </a:lnTo>
                  <a:lnTo>
                    <a:pt x="5434696" y="1097504"/>
                  </a:lnTo>
                  <a:lnTo>
                    <a:pt x="5434841" y="1097504"/>
                  </a:lnTo>
                  <a:lnTo>
                    <a:pt x="5434987" y="1097504"/>
                  </a:lnTo>
                  <a:lnTo>
                    <a:pt x="5434987" y="1096881"/>
                  </a:lnTo>
                  <a:lnTo>
                    <a:pt x="5435132" y="1096881"/>
                  </a:lnTo>
                  <a:lnTo>
                    <a:pt x="5435132" y="1096257"/>
                  </a:lnTo>
                  <a:lnTo>
                    <a:pt x="5435277" y="1096257"/>
                  </a:lnTo>
                  <a:lnTo>
                    <a:pt x="5435423" y="1096257"/>
                  </a:lnTo>
                  <a:lnTo>
                    <a:pt x="5435568" y="1096257"/>
                  </a:lnTo>
                  <a:lnTo>
                    <a:pt x="5435714" y="1096257"/>
                  </a:lnTo>
                  <a:lnTo>
                    <a:pt x="5435859" y="1096257"/>
                  </a:lnTo>
                  <a:lnTo>
                    <a:pt x="5436004" y="1096257"/>
                  </a:lnTo>
                  <a:lnTo>
                    <a:pt x="5436004" y="1095634"/>
                  </a:lnTo>
                  <a:lnTo>
                    <a:pt x="5436150" y="1095634"/>
                  </a:lnTo>
                  <a:lnTo>
                    <a:pt x="5436295" y="1095634"/>
                  </a:lnTo>
                  <a:lnTo>
                    <a:pt x="5436441" y="1095634"/>
                  </a:lnTo>
                  <a:lnTo>
                    <a:pt x="5436586" y="1095634"/>
                  </a:lnTo>
                  <a:lnTo>
                    <a:pt x="5436732" y="1095634"/>
                  </a:lnTo>
                  <a:lnTo>
                    <a:pt x="5436877" y="1095634"/>
                  </a:lnTo>
                  <a:lnTo>
                    <a:pt x="5437022" y="1095634"/>
                  </a:lnTo>
                  <a:lnTo>
                    <a:pt x="5437168" y="1095634"/>
                  </a:lnTo>
                  <a:lnTo>
                    <a:pt x="5437313" y="1095634"/>
                  </a:lnTo>
                  <a:lnTo>
                    <a:pt x="5437313" y="1095010"/>
                  </a:lnTo>
                  <a:lnTo>
                    <a:pt x="5437459" y="1095010"/>
                  </a:lnTo>
                  <a:lnTo>
                    <a:pt x="5437604" y="1095010"/>
                  </a:lnTo>
                  <a:lnTo>
                    <a:pt x="5437750" y="1095010"/>
                  </a:lnTo>
                  <a:lnTo>
                    <a:pt x="5437895" y="1095010"/>
                  </a:lnTo>
                  <a:lnTo>
                    <a:pt x="5438040" y="1095010"/>
                  </a:lnTo>
                  <a:lnTo>
                    <a:pt x="5438186" y="1095010"/>
                  </a:lnTo>
                  <a:lnTo>
                    <a:pt x="5438331" y="1095010"/>
                  </a:lnTo>
                  <a:lnTo>
                    <a:pt x="5438477" y="1095010"/>
                  </a:lnTo>
                  <a:lnTo>
                    <a:pt x="5438622" y="1095010"/>
                  </a:lnTo>
                  <a:lnTo>
                    <a:pt x="5438768" y="1095010"/>
                  </a:lnTo>
                  <a:lnTo>
                    <a:pt x="5438913" y="1095010"/>
                  </a:lnTo>
                  <a:lnTo>
                    <a:pt x="5438913" y="1094386"/>
                  </a:lnTo>
                  <a:lnTo>
                    <a:pt x="5438913" y="1093763"/>
                  </a:lnTo>
                  <a:lnTo>
                    <a:pt x="5439058" y="1093763"/>
                  </a:lnTo>
                  <a:lnTo>
                    <a:pt x="5439204" y="1093763"/>
                  </a:lnTo>
                  <a:lnTo>
                    <a:pt x="5439349" y="1093763"/>
                  </a:lnTo>
                  <a:lnTo>
                    <a:pt x="5439349" y="1093139"/>
                  </a:lnTo>
                  <a:lnTo>
                    <a:pt x="5439495" y="1093139"/>
                  </a:lnTo>
                  <a:lnTo>
                    <a:pt x="5439640" y="1093139"/>
                  </a:lnTo>
                  <a:lnTo>
                    <a:pt x="5439786" y="1093139"/>
                  </a:lnTo>
                  <a:lnTo>
                    <a:pt x="5439931" y="1093139"/>
                  </a:lnTo>
                  <a:lnTo>
                    <a:pt x="5439931" y="1092516"/>
                  </a:lnTo>
                  <a:lnTo>
                    <a:pt x="5440076" y="1092516"/>
                  </a:lnTo>
                  <a:lnTo>
                    <a:pt x="5440222" y="1092516"/>
                  </a:lnTo>
                  <a:lnTo>
                    <a:pt x="5440367" y="1092516"/>
                  </a:lnTo>
                  <a:lnTo>
                    <a:pt x="5440513" y="1092516"/>
                  </a:lnTo>
                  <a:lnTo>
                    <a:pt x="5440513" y="1091892"/>
                  </a:lnTo>
                  <a:lnTo>
                    <a:pt x="5440658" y="1091892"/>
                  </a:lnTo>
                  <a:lnTo>
                    <a:pt x="5440804" y="1091892"/>
                  </a:lnTo>
                  <a:lnTo>
                    <a:pt x="5440949" y="1091892"/>
                  </a:lnTo>
                  <a:lnTo>
                    <a:pt x="5441094" y="1091892"/>
                  </a:lnTo>
                  <a:lnTo>
                    <a:pt x="5441240" y="1091892"/>
                  </a:lnTo>
                  <a:lnTo>
                    <a:pt x="5441385" y="1091892"/>
                  </a:lnTo>
                  <a:lnTo>
                    <a:pt x="5441531" y="1091892"/>
                  </a:lnTo>
                  <a:lnTo>
                    <a:pt x="5441676" y="1091892"/>
                  </a:lnTo>
                  <a:lnTo>
                    <a:pt x="5441676" y="1091269"/>
                  </a:lnTo>
                  <a:lnTo>
                    <a:pt x="5441676" y="1090645"/>
                  </a:lnTo>
                  <a:lnTo>
                    <a:pt x="5441821" y="1090645"/>
                  </a:lnTo>
                  <a:lnTo>
                    <a:pt x="5441967" y="1090645"/>
                  </a:lnTo>
                  <a:lnTo>
                    <a:pt x="5442112" y="1090645"/>
                  </a:lnTo>
                  <a:lnTo>
                    <a:pt x="5442258" y="1090645"/>
                  </a:lnTo>
                  <a:lnTo>
                    <a:pt x="5442403" y="1090645"/>
                  </a:lnTo>
                  <a:lnTo>
                    <a:pt x="5442549" y="1090645"/>
                  </a:lnTo>
                  <a:lnTo>
                    <a:pt x="5442694" y="1090645"/>
                  </a:lnTo>
                  <a:lnTo>
                    <a:pt x="5442839" y="1090645"/>
                  </a:lnTo>
                  <a:lnTo>
                    <a:pt x="5442985" y="1090645"/>
                  </a:lnTo>
                  <a:lnTo>
                    <a:pt x="5442985" y="1090021"/>
                  </a:lnTo>
                  <a:lnTo>
                    <a:pt x="5443130" y="1090021"/>
                  </a:lnTo>
                  <a:lnTo>
                    <a:pt x="5443276" y="1090021"/>
                  </a:lnTo>
                  <a:lnTo>
                    <a:pt x="5443421" y="1090021"/>
                  </a:lnTo>
                  <a:lnTo>
                    <a:pt x="5443567" y="1090021"/>
                  </a:lnTo>
                  <a:lnTo>
                    <a:pt x="5443712" y="1090021"/>
                  </a:lnTo>
                  <a:lnTo>
                    <a:pt x="5443857" y="1090021"/>
                  </a:lnTo>
                  <a:lnTo>
                    <a:pt x="5444003" y="1090021"/>
                  </a:lnTo>
                  <a:lnTo>
                    <a:pt x="5444148" y="1090021"/>
                  </a:lnTo>
                  <a:lnTo>
                    <a:pt x="5444294" y="1090021"/>
                  </a:lnTo>
                  <a:lnTo>
                    <a:pt x="5444439" y="1090021"/>
                  </a:lnTo>
                  <a:lnTo>
                    <a:pt x="5444585" y="1090021"/>
                  </a:lnTo>
                  <a:lnTo>
                    <a:pt x="5444730" y="1090021"/>
                  </a:lnTo>
                  <a:lnTo>
                    <a:pt x="5444875" y="1090021"/>
                  </a:lnTo>
                  <a:lnTo>
                    <a:pt x="5444875" y="1089398"/>
                  </a:lnTo>
                  <a:lnTo>
                    <a:pt x="5445021" y="1089398"/>
                  </a:lnTo>
                  <a:lnTo>
                    <a:pt x="5445166" y="1089398"/>
                  </a:lnTo>
                  <a:lnTo>
                    <a:pt x="5445312" y="1089398"/>
                  </a:lnTo>
                  <a:lnTo>
                    <a:pt x="5445457" y="1089398"/>
                  </a:lnTo>
                  <a:lnTo>
                    <a:pt x="5445457" y="1088774"/>
                  </a:lnTo>
                  <a:lnTo>
                    <a:pt x="5445603" y="1088774"/>
                  </a:lnTo>
                  <a:lnTo>
                    <a:pt x="5445748" y="1088774"/>
                  </a:lnTo>
                  <a:lnTo>
                    <a:pt x="5445893" y="1088774"/>
                  </a:lnTo>
                  <a:lnTo>
                    <a:pt x="5446039" y="1088774"/>
                  </a:lnTo>
                  <a:lnTo>
                    <a:pt x="5446184" y="1088774"/>
                  </a:lnTo>
                  <a:lnTo>
                    <a:pt x="5446330" y="1088774"/>
                  </a:lnTo>
                  <a:lnTo>
                    <a:pt x="5446475" y="1088774"/>
                  </a:lnTo>
                  <a:lnTo>
                    <a:pt x="5446621" y="1088774"/>
                  </a:lnTo>
                  <a:lnTo>
                    <a:pt x="5446766" y="1088774"/>
                  </a:lnTo>
                  <a:lnTo>
                    <a:pt x="5446766" y="1088151"/>
                  </a:lnTo>
                  <a:lnTo>
                    <a:pt x="5446911" y="1088151"/>
                  </a:lnTo>
                  <a:lnTo>
                    <a:pt x="5447057" y="1088151"/>
                  </a:lnTo>
                  <a:lnTo>
                    <a:pt x="5447202" y="1088151"/>
                  </a:lnTo>
                  <a:lnTo>
                    <a:pt x="5447348" y="1088151"/>
                  </a:lnTo>
                  <a:lnTo>
                    <a:pt x="5447493" y="1088151"/>
                  </a:lnTo>
                  <a:lnTo>
                    <a:pt x="5447639" y="1088151"/>
                  </a:lnTo>
                  <a:lnTo>
                    <a:pt x="5447784" y="1088151"/>
                  </a:lnTo>
                  <a:lnTo>
                    <a:pt x="5447929" y="1088151"/>
                  </a:lnTo>
                  <a:lnTo>
                    <a:pt x="5448075" y="1088151"/>
                  </a:lnTo>
                  <a:lnTo>
                    <a:pt x="5448075" y="1087527"/>
                  </a:lnTo>
                  <a:lnTo>
                    <a:pt x="5448220" y="1087527"/>
                  </a:lnTo>
                  <a:lnTo>
                    <a:pt x="5448366" y="1087527"/>
                  </a:lnTo>
                  <a:lnTo>
                    <a:pt x="5448511" y="1087527"/>
                  </a:lnTo>
                  <a:lnTo>
                    <a:pt x="5448656" y="1087527"/>
                  </a:lnTo>
                  <a:lnTo>
                    <a:pt x="5448802" y="1087527"/>
                  </a:lnTo>
                  <a:lnTo>
                    <a:pt x="5448947" y="1087527"/>
                  </a:lnTo>
                  <a:lnTo>
                    <a:pt x="5449093" y="1087527"/>
                  </a:lnTo>
                  <a:lnTo>
                    <a:pt x="5449238" y="1087527"/>
                  </a:lnTo>
                  <a:lnTo>
                    <a:pt x="5449238" y="1086903"/>
                  </a:lnTo>
                  <a:lnTo>
                    <a:pt x="5449384" y="1086903"/>
                  </a:lnTo>
                  <a:lnTo>
                    <a:pt x="5449529" y="1086903"/>
                  </a:lnTo>
                  <a:lnTo>
                    <a:pt x="5449674" y="1086903"/>
                  </a:lnTo>
                  <a:lnTo>
                    <a:pt x="5449820" y="1086903"/>
                  </a:lnTo>
                  <a:lnTo>
                    <a:pt x="5449965" y="1086903"/>
                  </a:lnTo>
                  <a:lnTo>
                    <a:pt x="5450111" y="1086903"/>
                  </a:lnTo>
                  <a:lnTo>
                    <a:pt x="5450256" y="1086903"/>
                  </a:lnTo>
                  <a:lnTo>
                    <a:pt x="5450402" y="1086903"/>
                  </a:lnTo>
                  <a:lnTo>
                    <a:pt x="5450547" y="1086903"/>
                  </a:lnTo>
                  <a:lnTo>
                    <a:pt x="5450692" y="1086903"/>
                  </a:lnTo>
                  <a:lnTo>
                    <a:pt x="5450838" y="1086903"/>
                  </a:lnTo>
                  <a:lnTo>
                    <a:pt x="5450838" y="1086280"/>
                  </a:lnTo>
                  <a:lnTo>
                    <a:pt x="5450983" y="1086280"/>
                  </a:lnTo>
                  <a:lnTo>
                    <a:pt x="5451129" y="1086280"/>
                  </a:lnTo>
                  <a:lnTo>
                    <a:pt x="5451274" y="1086280"/>
                  </a:lnTo>
                  <a:lnTo>
                    <a:pt x="5451420" y="1086280"/>
                  </a:lnTo>
                  <a:lnTo>
                    <a:pt x="5451565" y="1086280"/>
                  </a:lnTo>
                  <a:lnTo>
                    <a:pt x="5451710" y="1086280"/>
                  </a:lnTo>
                  <a:lnTo>
                    <a:pt x="5451856" y="1086280"/>
                  </a:lnTo>
                  <a:lnTo>
                    <a:pt x="5452001" y="1086280"/>
                  </a:lnTo>
                  <a:lnTo>
                    <a:pt x="5452147" y="1086280"/>
                  </a:lnTo>
                  <a:lnTo>
                    <a:pt x="5452147" y="1085656"/>
                  </a:lnTo>
                  <a:lnTo>
                    <a:pt x="5452147" y="1085033"/>
                  </a:lnTo>
                  <a:lnTo>
                    <a:pt x="5452292" y="1085033"/>
                  </a:lnTo>
                  <a:lnTo>
                    <a:pt x="5452438" y="1085033"/>
                  </a:lnTo>
                  <a:lnTo>
                    <a:pt x="5452583" y="1085033"/>
                  </a:lnTo>
                  <a:lnTo>
                    <a:pt x="5452728" y="1085033"/>
                  </a:lnTo>
                  <a:lnTo>
                    <a:pt x="5452728" y="1084409"/>
                  </a:lnTo>
                  <a:lnTo>
                    <a:pt x="5452874" y="1084409"/>
                  </a:lnTo>
                  <a:lnTo>
                    <a:pt x="5453019" y="1084409"/>
                  </a:lnTo>
                  <a:lnTo>
                    <a:pt x="5453165" y="1084409"/>
                  </a:lnTo>
                  <a:lnTo>
                    <a:pt x="5453310" y="1084409"/>
                  </a:lnTo>
                  <a:lnTo>
                    <a:pt x="5453456" y="1084409"/>
                  </a:lnTo>
                  <a:lnTo>
                    <a:pt x="5453601" y="1084409"/>
                  </a:lnTo>
                  <a:lnTo>
                    <a:pt x="5453746" y="1084409"/>
                  </a:lnTo>
                  <a:lnTo>
                    <a:pt x="5453892" y="1084409"/>
                  </a:lnTo>
                  <a:lnTo>
                    <a:pt x="5454037" y="1084409"/>
                  </a:lnTo>
                  <a:lnTo>
                    <a:pt x="5454037" y="1083786"/>
                  </a:lnTo>
                  <a:lnTo>
                    <a:pt x="5454183" y="1083786"/>
                  </a:lnTo>
                  <a:lnTo>
                    <a:pt x="5454328" y="1083786"/>
                  </a:lnTo>
                  <a:lnTo>
                    <a:pt x="5454474" y="1083786"/>
                  </a:lnTo>
                  <a:lnTo>
                    <a:pt x="5454619" y="1083786"/>
                  </a:lnTo>
                  <a:lnTo>
                    <a:pt x="5454764" y="1083786"/>
                  </a:lnTo>
                  <a:lnTo>
                    <a:pt x="5454910" y="1083786"/>
                  </a:lnTo>
                  <a:lnTo>
                    <a:pt x="5454910" y="1083162"/>
                  </a:lnTo>
                  <a:lnTo>
                    <a:pt x="5454910" y="1082538"/>
                  </a:lnTo>
                  <a:lnTo>
                    <a:pt x="5455055" y="1082538"/>
                  </a:lnTo>
                  <a:lnTo>
                    <a:pt x="5455201" y="1082538"/>
                  </a:lnTo>
                  <a:lnTo>
                    <a:pt x="5455346" y="1082538"/>
                  </a:lnTo>
                  <a:lnTo>
                    <a:pt x="5455491" y="1082538"/>
                  </a:lnTo>
                  <a:lnTo>
                    <a:pt x="5455637" y="1082538"/>
                  </a:lnTo>
                  <a:lnTo>
                    <a:pt x="5455637" y="1081915"/>
                  </a:lnTo>
                  <a:lnTo>
                    <a:pt x="5455782" y="1081915"/>
                  </a:lnTo>
                  <a:lnTo>
                    <a:pt x="5455928" y="1081915"/>
                  </a:lnTo>
                  <a:lnTo>
                    <a:pt x="5456073" y="1081915"/>
                  </a:lnTo>
                  <a:lnTo>
                    <a:pt x="5456219" y="1081915"/>
                  </a:lnTo>
                  <a:lnTo>
                    <a:pt x="5456364" y="1081915"/>
                  </a:lnTo>
                  <a:lnTo>
                    <a:pt x="5456509" y="1081915"/>
                  </a:lnTo>
                  <a:lnTo>
                    <a:pt x="5456655" y="1081915"/>
                  </a:lnTo>
                  <a:lnTo>
                    <a:pt x="5456800" y="1081915"/>
                  </a:lnTo>
                  <a:lnTo>
                    <a:pt x="5456946" y="1081915"/>
                  </a:lnTo>
                  <a:lnTo>
                    <a:pt x="5457091" y="1081915"/>
                  </a:lnTo>
                  <a:lnTo>
                    <a:pt x="5457237" y="1081915"/>
                  </a:lnTo>
                  <a:lnTo>
                    <a:pt x="5457382" y="1081915"/>
                  </a:lnTo>
                  <a:lnTo>
                    <a:pt x="5457527" y="1081915"/>
                  </a:lnTo>
                  <a:lnTo>
                    <a:pt x="5457673" y="1081915"/>
                  </a:lnTo>
                  <a:lnTo>
                    <a:pt x="5457818" y="1081915"/>
                  </a:lnTo>
                  <a:lnTo>
                    <a:pt x="5457964" y="1081915"/>
                  </a:lnTo>
                  <a:lnTo>
                    <a:pt x="5458109" y="1081915"/>
                  </a:lnTo>
                  <a:lnTo>
                    <a:pt x="5458255" y="1081915"/>
                  </a:lnTo>
                  <a:lnTo>
                    <a:pt x="5458400" y="1081915"/>
                  </a:lnTo>
                  <a:lnTo>
                    <a:pt x="5458545" y="1081915"/>
                  </a:lnTo>
                  <a:lnTo>
                    <a:pt x="5458691" y="1081915"/>
                  </a:lnTo>
                  <a:lnTo>
                    <a:pt x="5458836" y="1081915"/>
                  </a:lnTo>
                  <a:lnTo>
                    <a:pt x="5458982" y="1081915"/>
                  </a:lnTo>
                  <a:lnTo>
                    <a:pt x="5459127" y="1081915"/>
                  </a:lnTo>
                  <a:lnTo>
                    <a:pt x="5459273" y="1081915"/>
                  </a:lnTo>
                  <a:lnTo>
                    <a:pt x="5459418" y="1081915"/>
                  </a:lnTo>
                  <a:lnTo>
                    <a:pt x="5459563" y="1081915"/>
                  </a:lnTo>
                  <a:lnTo>
                    <a:pt x="5459709" y="1081915"/>
                  </a:lnTo>
                  <a:lnTo>
                    <a:pt x="5459854" y="1081915"/>
                  </a:lnTo>
                  <a:lnTo>
                    <a:pt x="5460000" y="1081915"/>
                  </a:lnTo>
                  <a:lnTo>
                    <a:pt x="5460145" y="1081915"/>
                  </a:lnTo>
                  <a:lnTo>
                    <a:pt x="5460291" y="1081915"/>
                  </a:lnTo>
                  <a:lnTo>
                    <a:pt x="5460291" y="1081291"/>
                  </a:lnTo>
                  <a:lnTo>
                    <a:pt x="5460436" y="1081291"/>
                  </a:lnTo>
                  <a:lnTo>
                    <a:pt x="5460436" y="1080668"/>
                  </a:lnTo>
                  <a:lnTo>
                    <a:pt x="5460436" y="1080044"/>
                  </a:lnTo>
                  <a:lnTo>
                    <a:pt x="5460581" y="1080044"/>
                  </a:lnTo>
                  <a:lnTo>
                    <a:pt x="5460727" y="1080044"/>
                  </a:lnTo>
                  <a:lnTo>
                    <a:pt x="5460872" y="1080044"/>
                  </a:lnTo>
                  <a:lnTo>
                    <a:pt x="5461018" y="1080044"/>
                  </a:lnTo>
                  <a:lnTo>
                    <a:pt x="5461018" y="1079420"/>
                  </a:lnTo>
                  <a:lnTo>
                    <a:pt x="5461163" y="1079420"/>
                  </a:lnTo>
                  <a:lnTo>
                    <a:pt x="5461309" y="1079420"/>
                  </a:lnTo>
                  <a:lnTo>
                    <a:pt x="5461454" y="1079420"/>
                  </a:lnTo>
                  <a:lnTo>
                    <a:pt x="5461599" y="1079420"/>
                  </a:lnTo>
                  <a:lnTo>
                    <a:pt x="5461745" y="1079420"/>
                  </a:lnTo>
                  <a:lnTo>
                    <a:pt x="5461890" y="1079420"/>
                  </a:lnTo>
                  <a:lnTo>
                    <a:pt x="5462036" y="1079420"/>
                  </a:lnTo>
                  <a:lnTo>
                    <a:pt x="5462181" y="1079420"/>
                  </a:lnTo>
                  <a:lnTo>
                    <a:pt x="5462326" y="1079420"/>
                  </a:lnTo>
                  <a:lnTo>
                    <a:pt x="5462472" y="1079420"/>
                  </a:lnTo>
                  <a:lnTo>
                    <a:pt x="5462617" y="1079420"/>
                  </a:lnTo>
                  <a:lnTo>
                    <a:pt x="5462763" y="1079420"/>
                  </a:lnTo>
                  <a:lnTo>
                    <a:pt x="5462908" y="1079420"/>
                  </a:lnTo>
                  <a:lnTo>
                    <a:pt x="5462908" y="1078797"/>
                  </a:lnTo>
                  <a:lnTo>
                    <a:pt x="5463054" y="1078797"/>
                  </a:lnTo>
                  <a:lnTo>
                    <a:pt x="5463054" y="1078173"/>
                  </a:lnTo>
                  <a:lnTo>
                    <a:pt x="5463199" y="1078173"/>
                  </a:lnTo>
                  <a:lnTo>
                    <a:pt x="5463344" y="1078173"/>
                  </a:lnTo>
                  <a:lnTo>
                    <a:pt x="5463490" y="1078173"/>
                  </a:lnTo>
                  <a:lnTo>
                    <a:pt x="5463490" y="1077550"/>
                  </a:lnTo>
                  <a:lnTo>
                    <a:pt x="5463635" y="1077550"/>
                  </a:lnTo>
                  <a:lnTo>
                    <a:pt x="5463781" y="1077550"/>
                  </a:lnTo>
                  <a:lnTo>
                    <a:pt x="5463926" y="1077550"/>
                  </a:lnTo>
                  <a:lnTo>
                    <a:pt x="5464072" y="1077550"/>
                  </a:lnTo>
                  <a:lnTo>
                    <a:pt x="5464072" y="1076926"/>
                  </a:lnTo>
                  <a:lnTo>
                    <a:pt x="5464217" y="1076926"/>
                  </a:lnTo>
                  <a:lnTo>
                    <a:pt x="5464217" y="1076303"/>
                  </a:lnTo>
                  <a:lnTo>
                    <a:pt x="5464217" y="1075679"/>
                  </a:lnTo>
                  <a:lnTo>
                    <a:pt x="5464362" y="1075679"/>
                  </a:lnTo>
                  <a:lnTo>
                    <a:pt x="5464508" y="1075679"/>
                  </a:lnTo>
                  <a:lnTo>
                    <a:pt x="5464653" y="1075679"/>
                  </a:lnTo>
                  <a:lnTo>
                    <a:pt x="5464799" y="1075679"/>
                  </a:lnTo>
                  <a:lnTo>
                    <a:pt x="5464944" y="1075679"/>
                  </a:lnTo>
                  <a:lnTo>
                    <a:pt x="5464944" y="1075055"/>
                  </a:lnTo>
                  <a:lnTo>
                    <a:pt x="5464944" y="1074432"/>
                  </a:lnTo>
                  <a:lnTo>
                    <a:pt x="5465090" y="1074432"/>
                  </a:lnTo>
                  <a:lnTo>
                    <a:pt x="5465235" y="1074432"/>
                  </a:lnTo>
                  <a:lnTo>
                    <a:pt x="5465380" y="1074432"/>
                  </a:lnTo>
                  <a:lnTo>
                    <a:pt x="5465526" y="1074432"/>
                  </a:lnTo>
                  <a:lnTo>
                    <a:pt x="5465671" y="1074432"/>
                  </a:lnTo>
                  <a:lnTo>
                    <a:pt x="5465817" y="1074432"/>
                  </a:lnTo>
                  <a:lnTo>
                    <a:pt x="5465962" y="1074432"/>
                  </a:lnTo>
                  <a:lnTo>
                    <a:pt x="5465962" y="1073808"/>
                  </a:lnTo>
                  <a:lnTo>
                    <a:pt x="5465962" y="1073185"/>
                  </a:lnTo>
                  <a:lnTo>
                    <a:pt x="5466108" y="1073185"/>
                  </a:lnTo>
                  <a:lnTo>
                    <a:pt x="5466253" y="1073185"/>
                  </a:lnTo>
                  <a:lnTo>
                    <a:pt x="5466398" y="1073185"/>
                  </a:lnTo>
                  <a:lnTo>
                    <a:pt x="5466544" y="1073185"/>
                  </a:lnTo>
                  <a:lnTo>
                    <a:pt x="5466689" y="1073185"/>
                  </a:lnTo>
                  <a:lnTo>
                    <a:pt x="5466835" y="1073185"/>
                  </a:lnTo>
                  <a:lnTo>
                    <a:pt x="5466980" y="1073185"/>
                  </a:lnTo>
                  <a:lnTo>
                    <a:pt x="5466980" y="1072561"/>
                  </a:lnTo>
                  <a:lnTo>
                    <a:pt x="5467126" y="1072561"/>
                  </a:lnTo>
                  <a:lnTo>
                    <a:pt x="5467271" y="1072561"/>
                  </a:lnTo>
                  <a:lnTo>
                    <a:pt x="5467416" y="1072561"/>
                  </a:lnTo>
                  <a:lnTo>
                    <a:pt x="5467562" y="1072561"/>
                  </a:lnTo>
                  <a:lnTo>
                    <a:pt x="5467707" y="1072561"/>
                  </a:lnTo>
                  <a:lnTo>
                    <a:pt x="5467853" y="1072561"/>
                  </a:lnTo>
                  <a:lnTo>
                    <a:pt x="5467998" y="1072561"/>
                  </a:lnTo>
                  <a:lnTo>
                    <a:pt x="5468144" y="1072561"/>
                  </a:lnTo>
                  <a:lnTo>
                    <a:pt x="5468289" y="1072561"/>
                  </a:lnTo>
                  <a:lnTo>
                    <a:pt x="5468289" y="1071938"/>
                  </a:lnTo>
                  <a:lnTo>
                    <a:pt x="5468434" y="1071938"/>
                  </a:lnTo>
                  <a:lnTo>
                    <a:pt x="5468434" y="1071314"/>
                  </a:lnTo>
                  <a:lnTo>
                    <a:pt x="5468434" y="1070690"/>
                  </a:lnTo>
                  <a:lnTo>
                    <a:pt x="5468434" y="1070067"/>
                  </a:lnTo>
                  <a:lnTo>
                    <a:pt x="5468580" y="1070067"/>
                  </a:lnTo>
                  <a:lnTo>
                    <a:pt x="5468725" y="1070067"/>
                  </a:lnTo>
                  <a:lnTo>
                    <a:pt x="5468871" y="1070067"/>
                  </a:lnTo>
                  <a:lnTo>
                    <a:pt x="5469016" y="1070067"/>
                  </a:lnTo>
                  <a:lnTo>
                    <a:pt x="5469161" y="1070067"/>
                  </a:lnTo>
                  <a:lnTo>
                    <a:pt x="5469307" y="1070067"/>
                  </a:lnTo>
                  <a:lnTo>
                    <a:pt x="5469452" y="1070067"/>
                  </a:lnTo>
                  <a:lnTo>
                    <a:pt x="5469598" y="1070067"/>
                  </a:lnTo>
                  <a:lnTo>
                    <a:pt x="5469743" y="1070067"/>
                  </a:lnTo>
                  <a:lnTo>
                    <a:pt x="5469889" y="1070067"/>
                  </a:lnTo>
                  <a:lnTo>
                    <a:pt x="5470034" y="1070067"/>
                  </a:lnTo>
                  <a:lnTo>
                    <a:pt x="5470179" y="1070067"/>
                  </a:lnTo>
                  <a:lnTo>
                    <a:pt x="5470325" y="1070067"/>
                  </a:lnTo>
                  <a:lnTo>
                    <a:pt x="5470325" y="1069443"/>
                  </a:lnTo>
                  <a:lnTo>
                    <a:pt x="5470470" y="1069443"/>
                  </a:lnTo>
                  <a:lnTo>
                    <a:pt x="5470616" y="1069443"/>
                  </a:lnTo>
                  <a:lnTo>
                    <a:pt x="5470761" y="1069443"/>
                  </a:lnTo>
                  <a:lnTo>
                    <a:pt x="5470907" y="1069443"/>
                  </a:lnTo>
                  <a:lnTo>
                    <a:pt x="5471052" y="1069443"/>
                  </a:lnTo>
                  <a:lnTo>
                    <a:pt x="5471052" y="1068820"/>
                  </a:lnTo>
                  <a:lnTo>
                    <a:pt x="5471197" y="1068820"/>
                  </a:lnTo>
                  <a:lnTo>
                    <a:pt x="5471197" y="1068196"/>
                  </a:lnTo>
                  <a:lnTo>
                    <a:pt x="5471197" y="1067572"/>
                  </a:lnTo>
                  <a:lnTo>
                    <a:pt x="5471343" y="1067572"/>
                  </a:lnTo>
                  <a:lnTo>
                    <a:pt x="5471488" y="1067572"/>
                  </a:lnTo>
                  <a:lnTo>
                    <a:pt x="5471634" y="1067572"/>
                  </a:lnTo>
                  <a:lnTo>
                    <a:pt x="5471779" y="1067572"/>
                  </a:lnTo>
                  <a:lnTo>
                    <a:pt x="5471925" y="1067572"/>
                  </a:lnTo>
                  <a:lnTo>
                    <a:pt x="5471925" y="1066949"/>
                  </a:lnTo>
                  <a:lnTo>
                    <a:pt x="5472070" y="1066949"/>
                  </a:lnTo>
                  <a:lnTo>
                    <a:pt x="5472215" y="1066949"/>
                  </a:lnTo>
                  <a:lnTo>
                    <a:pt x="5472361" y="1066949"/>
                  </a:lnTo>
                  <a:lnTo>
                    <a:pt x="5472506" y="1066949"/>
                  </a:lnTo>
                  <a:lnTo>
                    <a:pt x="5472652" y="1066949"/>
                  </a:lnTo>
                  <a:lnTo>
                    <a:pt x="5472797" y="1066949"/>
                  </a:lnTo>
                  <a:lnTo>
                    <a:pt x="5472943" y="1066949"/>
                  </a:lnTo>
                  <a:lnTo>
                    <a:pt x="5473088" y="1066949"/>
                  </a:lnTo>
                  <a:lnTo>
                    <a:pt x="5473233" y="1066949"/>
                  </a:lnTo>
                  <a:lnTo>
                    <a:pt x="5473379" y="1066949"/>
                  </a:lnTo>
                  <a:lnTo>
                    <a:pt x="5473524" y="1066949"/>
                  </a:lnTo>
                  <a:lnTo>
                    <a:pt x="5473670" y="1066949"/>
                  </a:lnTo>
                  <a:lnTo>
                    <a:pt x="5473815" y="1066949"/>
                  </a:lnTo>
                  <a:lnTo>
                    <a:pt x="5473961" y="1066949"/>
                  </a:lnTo>
                  <a:lnTo>
                    <a:pt x="5473961" y="1066325"/>
                  </a:lnTo>
                  <a:lnTo>
                    <a:pt x="5474106" y="1066325"/>
                  </a:lnTo>
                  <a:lnTo>
                    <a:pt x="5474251" y="1066325"/>
                  </a:lnTo>
                  <a:lnTo>
                    <a:pt x="5474397" y="1066325"/>
                  </a:lnTo>
                  <a:lnTo>
                    <a:pt x="5474542" y="1066325"/>
                  </a:lnTo>
                  <a:lnTo>
                    <a:pt x="5474688" y="1066325"/>
                  </a:lnTo>
                  <a:lnTo>
                    <a:pt x="5474833" y="1066325"/>
                  </a:lnTo>
                  <a:lnTo>
                    <a:pt x="5474979" y="1066325"/>
                  </a:lnTo>
                  <a:lnTo>
                    <a:pt x="5474979" y="1065702"/>
                  </a:lnTo>
                  <a:lnTo>
                    <a:pt x="5475124" y="1065702"/>
                  </a:lnTo>
                  <a:lnTo>
                    <a:pt x="5475269" y="1065702"/>
                  </a:lnTo>
                  <a:lnTo>
                    <a:pt x="5475269" y="1065078"/>
                  </a:lnTo>
                  <a:lnTo>
                    <a:pt x="5475415" y="1065078"/>
                  </a:lnTo>
                  <a:lnTo>
                    <a:pt x="5475560" y="1065078"/>
                  </a:lnTo>
                  <a:lnTo>
                    <a:pt x="5475706" y="1065078"/>
                  </a:lnTo>
                  <a:lnTo>
                    <a:pt x="5475851" y="1065078"/>
                  </a:lnTo>
                  <a:lnTo>
                    <a:pt x="5475996" y="1065078"/>
                  </a:lnTo>
                  <a:lnTo>
                    <a:pt x="5476142" y="1065078"/>
                  </a:lnTo>
                  <a:lnTo>
                    <a:pt x="5476287" y="1065078"/>
                  </a:lnTo>
                  <a:lnTo>
                    <a:pt x="5476433" y="1065078"/>
                  </a:lnTo>
                  <a:lnTo>
                    <a:pt x="5476578" y="1065078"/>
                  </a:lnTo>
                  <a:lnTo>
                    <a:pt x="5476724" y="1065078"/>
                  </a:lnTo>
                  <a:lnTo>
                    <a:pt x="5476869" y="1065078"/>
                  </a:lnTo>
                  <a:lnTo>
                    <a:pt x="5477014" y="1065078"/>
                  </a:lnTo>
                  <a:lnTo>
                    <a:pt x="5477014" y="1064455"/>
                  </a:lnTo>
                  <a:lnTo>
                    <a:pt x="5477014" y="1063831"/>
                  </a:lnTo>
                  <a:lnTo>
                    <a:pt x="5477160" y="1063831"/>
                  </a:lnTo>
                  <a:lnTo>
                    <a:pt x="5477160" y="1063207"/>
                  </a:lnTo>
                  <a:lnTo>
                    <a:pt x="5477305" y="1063207"/>
                  </a:lnTo>
                  <a:lnTo>
                    <a:pt x="5477451" y="1063207"/>
                  </a:lnTo>
                  <a:lnTo>
                    <a:pt x="5477596" y="1063207"/>
                  </a:lnTo>
                  <a:lnTo>
                    <a:pt x="5477742" y="1063207"/>
                  </a:lnTo>
                  <a:lnTo>
                    <a:pt x="5477887" y="1063207"/>
                  </a:lnTo>
                  <a:lnTo>
                    <a:pt x="5478032" y="1063207"/>
                  </a:lnTo>
                  <a:lnTo>
                    <a:pt x="5478178" y="1063207"/>
                  </a:lnTo>
                  <a:lnTo>
                    <a:pt x="5478323" y="1063207"/>
                  </a:lnTo>
                  <a:lnTo>
                    <a:pt x="5478469" y="1063207"/>
                  </a:lnTo>
                  <a:lnTo>
                    <a:pt x="5478469" y="1062584"/>
                  </a:lnTo>
                  <a:lnTo>
                    <a:pt x="5478614" y="1062584"/>
                  </a:lnTo>
                  <a:lnTo>
                    <a:pt x="5478614" y="1061960"/>
                  </a:lnTo>
                  <a:lnTo>
                    <a:pt x="5478614" y="1061337"/>
                  </a:lnTo>
                  <a:lnTo>
                    <a:pt x="5478760" y="1061337"/>
                  </a:lnTo>
                  <a:lnTo>
                    <a:pt x="5478905" y="1061337"/>
                  </a:lnTo>
                  <a:lnTo>
                    <a:pt x="5479050" y="1061337"/>
                  </a:lnTo>
                  <a:lnTo>
                    <a:pt x="5479196" y="1061337"/>
                  </a:lnTo>
                  <a:lnTo>
                    <a:pt x="5479341" y="1061337"/>
                  </a:lnTo>
                  <a:lnTo>
                    <a:pt x="5479487" y="1061337"/>
                  </a:lnTo>
                  <a:lnTo>
                    <a:pt x="5479632" y="1061337"/>
                  </a:lnTo>
                  <a:lnTo>
                    <a:pt x="5479778" y="1061337"/>
                  </a:lnTo>
                  <a:lnTo>
                    <a:pt x="5479923" y="1061337"/>
                  </a:lnTo>
                  <a:lnTo>
                    <a:pt x="5480068" y="1061337"/>
                  </a:lnTo>
                  <a:lnTo>
                    <a:pt x="5480214" y="1061337"/>
                  </a:lnTo>
                  <a:lnTo>
                    <a:pt x="5480359" y="1061337"/>
                  </a:lnTo>
                  <a:lnTo>
                    <a:pt x="5480505" y="1061337"/>
                  </a:lnTo>
                  <a:lnTo>
                    <a:pt x="5480650" y="1061337"/>
                  </a:lnTo>
                  <a:lnTo>
                    <a:pt x="5480796" y="1061337"/>
                  </a:lnTo>
                  <a:lnTo>
                    <a:pt x="5480796" y="1060713"/>
                  </a:lnTo>
                  <a:lnTo>
                    <a:pt x="5480941" y="1060713"/>
                  </a:lnTo>
                  <a:lnTo>
                    <a:pt x="5480941" y="1060089"/>
                  </a:lnTo>
                  <a:lnTo>
                    <a:pt x="5481086" y="1060089"/>
                  </a:lnTo>
                  <a:lnTo>
                    <a:pt x="5481232" y="1060089"/>
                  </a:lnTo>
                  <a:lnTo>
                    <a:pt x="5481377" y="1060089"/>
                  </a:lnTo>
                  <a:lnTo>
                    <a:pt x="5481523" y="1060089"/>
                  </a:lnTo>
                  <a:lnTo>
                    <a:pt x="5481668" y="1060089"/>
                  </a:lnTo>
                  <a:lnTo>
                    <a:pt x="5481668" y="1059466"/>
                  </a:lnTo>
                  <a:lnTo>
                    <a:pt x="5481814" y="1059466"/>
                  </a:lnTo>
                  <a:lnTo>
                    <a:pt x="5481814" y="1058842"/>
                  </a:lnTo>
                  <a:lnTo>
                    <a:pt x="5481959" y="1058842"/>
                  </a:lnTo>
                  <a:lnTo>
                    <a:pt x="5482104" y="1058842"/>
                  </a:lnTo>
                  <a:lnTo>
                    <a:pt x="5482250" y="1058842"/>
                  </a:lnTo>
                  <a:lnTo>
                    <a:pt x="5482395" y="1058842"/>
                  </a:lnTo>
                  <a:lnTo>
                    <a:pt x="5482541" y="1058842"/>
                  </a:lnTo>
                  <a:lnTo>
                    <a:pt x="5482686" y="1058842"/>
                  </a:lnTo>
                  <a:lnTo>
                    <a:pt x="5482686" y="1058219"/>
                  </a:lnTo>
                  <a:lnTo>
                    <a:pt x="5482686" y="1057595"/>
                  </a:lnTo>
                  <a:lnTo>
                    <a:pt x="5482831" y="1057595"/>
                  </a:lnTo>
                  <a:lnTo>
                    <a:pt x="5482977" y="1057595"/>
                  </a:lnTo>
                  <a:lnTo>
                    <a:pt x="5483122" y="1057595"/>
                  </a:lnTo>
                  <a:lnTo>
                    <a:pt x="5483268" y="1057595"/>
                  </a:lnTo>
                  <a:lnTo>
                    <a:pt x="5483413" y="1057595"/>
                  </a:lnTo>
                  <a:lnTo>
                    <a:pt x="5483559" y="1057595"/>
                  </a:lnTo>
                  <a:lnTo>
                    <a:pt x="5483704" y="1057595"/>
                  </a:lnTo>
                  <a:lnTo>
                    <a:pt x="5483704" y="1056972"/>
                  </a:lnTo>
                  <a:lnTo>
                    <a:pt x="5483849" y="1056972"/>
                  </a:lnTo>
                  <a:lnTo>
                    <a:pt x="5483995" y="1056972"/>
                  </a:lnTo>
                  <a:lnTo>
                    <a:pt x="5484140" y="1056972"/>
                  </a:lnTo>
                  <a:lnTo>
                    <a:pt x="5484286" y="1056972"/>
                  </a:lnTo>
                  <a:lnTo>
                    <a:pt x="5484431" y="1056972"/>
                  </a:lnTo>
                  <a:lnTo>
                    <a:pt x="5484431" y="1056348"/>
                  </a:lnTo>
                  <a:lnTo>
                    <a:pt x="5484577" y="1056348"/>
                  </a:lnTo>
                  <a:lnTo>
                    <a:pt x="5484722" y="1056348"/>
                  </a:lnTo>
                  <a:lnTo>
                    <a:pt x="5484867" y="1056348"/>
                  </a:lnTo>
                  <a:lnTo>
                    <a:pt x="5485013" y="1056348"/>
                  </a:lnTo>
                  <a:lnTo>
                    <a:pt x="5485158" y="1056348"/>
                  </a:lnTo>
                  <a:lnTo>
                    <a:pt x="5485304" y="1056348"/>
                  </a:lnTo>
                  <a:lnTo>
                    <a:pt x="5485449" y="1056348"/>
                  </a:lnTo>
                  <a:lnTo>
                    <a:pt x="5485595" y="1056348"/>
                  </a:lnTo>
                  <a:lnTo>
                    <a:pt x="5485740" y="1056348"/>
                  </a:lnTo>
                  <a:lnTo>
                    <a:pt x="5485885" y="1056348"/>
                  </a:lnTo>
                  <a:lnTo>
                    <a:pt x="5486031" y="1056348"/>
                  </a:lnTo>
                  <a:lnTo>
                    <a:pt x="5486176" y="1056348"/>
                  </a:lnTo>
                  <a:lnTo>
                    <a:pt x="5486322" y="1056348"/>
                  </a:lnTo>
                  <a:lnTo>
                    <a:pt x="5486467" y="1056348"/>
                  </a:lnTo>
                  <a:lnTo>
                    <a:pt x="5486613" y="1056348"/>
                  </a:lnTo>
                  <a:lnTo>
                    <a:pt x="5486758" y="1056348"/>
                  </a:lnTo>
                  <a:lnTo>
                    <a:pt x="5486903" y="1056348"/>
                  </a:lnTo>
                  <a:lnTo>
                    <a:pt x="5487049" y="1056348"/>
                  </a:lnTo>
                  <a:lnTo>
                    <a:pt x="5487194" y="1056348"/>
                  </a:lnTo>
                  <a:lnTo>
                    <a:pt x="5487340" y="1056348"/>
                  </a:lnTo>
                  <a:lnTo>
                    <a:pt x="5487485" y="1056348"/>
                  </a:lnTo>
                  <a:lnTo>
                    <a:pt x="5487631" y="1056348"/>
                  </a:lnTo>
                  <a:lnTo>
                    <a:pt x="5487776" y="1056348"/>
                  </a:lnTo>
                  <a:lnTo>
                    <a:pt x="5487921" y="1056348"/>
                  </a:lnTo>
                  <a:lnTo>
                    <a:pt x="5488067" y="1056348"/>
                  </a:lnTo>
                  <a:lnTo>
                    <a:pt x="5488212" y="1056348"/>
                  </a:lnTo>
                  <a:lnTo>
                    <a:pt x="5488358" y="1056348"/>
                  </a:lnTo>
                  <a:lnTo>
                    <a:pt x="5488503" y="1056348"/>
                  </a:lnTo>
                  <a:lnTo>
                    <a:pt x="5488503" y="1055724"/>
                  </a:lnTo>
                  <a:lnTo>
                    <a:pt x="5488503" y="1055101"/>
                  </a:lnTo>
                  <a:lnTo>
                    <a:pt x="5488503" y="1054477"/>
                  </a:lnTo>
                  <a:lnTo>
                    <a:pt x="5488649" y="1054477"/>
                  </a:lnTo>
                  <a:lnTo>
                    <a:pt x="5488794" y="1054477"/>
                  </a:lnTo>
                  <a:lnTo>
                    <a:pt x="5488939" y="1054477"/>
                  </a:lnTo>
                  <a:lnTo>
                    <a:pt x="5489085" y="1054477"/>
                  </a:lnTo>
                  <a:lnTo>
                    <a:pt x="5489230" y="1054477"/>
                  </a:lnTo>
                  <a:lnTo>
                    <a:pt x="5489230" y="1053854"/>
                  </a:lnTo>
                  <a:lnTo>
                    <a:pt x="5489376" y="1053854"/>
                  </a:lnTo>
                  <a:lnTo>
                    <a:pt x="5489521" y="1053854"/>
                  </a:lnTo>
                  <a:lnTo>
                    <a:pt x="5489666" y="1053854"/>
                  </a:lnTo>
                  <a:lnTo>
                    <a:pt x="5489812" y="1053854"/>
                  </a:lnTo>
                  <a:lnTo>
                    <a:pt x="5489957" y="1053854"/>
                  </a:lnTo>
                  <a:lnTo>
                    <a:pt x="5490103" y="1053854"/>
                  </a:lnTo>
                  <a:lnTo>
                    <a:pt x="5490248" y="1053854"/>
                  </a:lnTo>
                  <a:lnTo>
                    <a:pt x="5490394" y="1053854"/>
                  </a:lnTo>
                  <a:lnTo>
                    <a:pt x="5490539" y="1053854"/>
                  </a:lnTo>
                  <a:lnTo>
                    <a:pt x="5490684" y="1053854"/>
                  </a:lnTo>
                  <a:lnTo>
                    <a:pt x="5490830" y="1053854"/>
                  </a:lnTo>
                  <a:lnTo>
                    <a:pt x="5490975" y="1053854"/>
                  </a:lnTo>
                  <a:lnTo>
                    <a:pt x="5491121" y="1053854"/>
                  </a:lnTo>
                  <a:lnTo>
                    <a:pt x="5491121" y="1053230"/>
                  </a:lnTo>
                  <a:lnTo>
                    <a:pt x="5491266" y="1053230"/>
                  </a:lnTo>
                  <a:lnTo>
                    <a:pt x="5491266" y="1052606"/>
                  </a:lnTo>
                  <a:lnTo>
                    <a:pt x="5491412" y="1052606"/>
                  </a:lnTo>
                  <a:lnTo>
                    <a:pt x="5491557" y="1052606"/>
                  </a:lnTo>
                  <a:lnTo>
                    <a:pt x="5491702" y="1052606"/>
                  </a:lnTo>
                  <a:lnTo>
                    <a:pt x="5491848" y="1052606"/>
                  </a:lnTo>
                  <a:lnTo>
                    <a:pt x="5491993" y="1052606"/>
                  </a:lnTo>
                  <a:lnTo>
                    <a:pt x="5492139" y="1052606"/>
                  </a:lnTo>
                  <a:lnTo>
                    <a:pt x="5492284" y="1052606"/>
                  </a:lnTo>
                  <a:lnTo>
                    <a:pt x="5492430" y="1052606"/>
                  </a:lnTo>
                  <a:lnTo>
                    <a:pt x="5492575" y="1052606"/>
                  </a:lnTo>
                  <a:lnTo>
                    <a:pt x="5492575" y="1051983"/>
                  </a:lnTo>
                  <a:lnTo>
                    <a:pt x="5492720" y="1051983"/>
                  </a:lnTo>
                  <a:lnTo>
                    <a:pt x="5492866" y="1051983"/>
                  </a:lnTo>
                  <a:lnTo>
                    <a:pt x="5492866" y="1051359"/>
                  </a:lnTo>
                  <a:lnTo>
                    <a:pt x="5492866" y="1050736"/>
                  </a:lnTo>
                  <a:lnTo>
                    <a:pt x="5493011" y="1050736"/>
                  </a:lnTo>
                  <a:lnTo>
                    <a:pt x="5493157" y="1050736"/>
                  </a:lnTo>
                  <a:lnTo>
                    <a:pt x="5493302" y="1050736"/>
                  </a:lnTo>
                  <a:lnTo>
                    <a:pt x="5493448" y="1050736"/>
                  </a:lnTo>
                  <a:lnTo>
                    <a:pt x="5493593" y="1050736"/>
                  </a:lnTo>
                  <a:lnTo>
                    <a:pt x="5493738" y="1050736"/>
                  </a:lnTo>
                  <a:lnTo>
                    <a:pt x="5493738" y="1050112"/>
                  </a:lnTo>
                  <a:lnTo>
                    <a:pt x="5493884" y="1050112"/>
                  </a:lnTo>
                  <a:lnTo>
                    <a:pt x="5494029" y="1050112"/>
                  </a:lnTo>
                  <a:lnTo>
                    <a:pt x="5494175" y="1050112"/>
                  </a:lnTo>
                  <a:lnTo>
                    <a:pt x="5494320" y="1050112"/>
                  </a:lnTo>
                  <a:lnTo>
                    <a:pt x="5494466" y="1050112"/>
                  </a:lnTo>
                  <a:lnTo>
                    <a:pt x="5494611" y="1050112"/>
                  </a:lnTo>
                  <a:lnTo>
                    <a:pt x="5494611" y="1049489"/>
                  </a:lnTo>
                  <a:lnTo>
                    <a:pt x="5494756" y="1049489"/>
                  </a:lnTo>
                  <a:lnTo>
                    <a:pt x="5494756" y="1048865"/>
                  </a:lnTo>
                  <a:lnTo>
                    <a:pt x="5494902" y="1048865"/>
                  </a:lnTo>
                  <a:lnTo>
                    <a:pt x="5494902" y="1048241"/>
                  </a:lnTo>
                  <a:lnTo>
                    <a:pt x="5495047" y="1048241"/>
                  </a:lnTo>
                  <a:lnTo>
                    <a:pt x="5495193" y="1048241"/>
                  </a:lnTo>
                  <a:lnTo>
                    <a:pt x="5495338" y="1048241"/>
                  </a:lnTo>
                  <a:lnTo>
                    <a:pt x="5495484" y="1048241"/>
                  </a:lnTo>
                  <a:lnTo>
                    <a:pt x="5495629" y="1048241"/>
                  </a:lnTo>
                  <a:lnTo>
                    <a:pt x="5495774" y="1048241"/>
                  </a:lnTo>
                  <a:lnTo>
                    <a:pt x="5495920" y="1048241"/>
                  </a:lnTo>
                  <a:lnTo>
                    <a:pt x="5495920" y="1047618"/>
                  </a:lnTo>
                  <a:lnTo>
                    <a:pt x="5496065" y="1047618"/>
                  </a:lnTo>
                  <a:lnTo>
                    <a:pt x="5496211" y="1047618"/>
                  </a:lnTo>
                  <a:lnTo>
                    <a:pt x="5496356" y="1047618"/>
                  </a:lnTo>
                  <a:lnTo>
                    <a:pt x="5496501" y="1047618"/>
                  </a:lnTo>
                  <a:lnTo>
                    <a:pt x="5496647" y="1047618"/>
                  </a:lnTo>
                  <a:lnTo>
                    <a:pt x="5496792" y="1047618"/>
                  </a:lnTo>
                  <a:lnTo>
                    <a:pt x="5496792" y="1046994"/>
                  </a:lnTo>
                  <a:lnTo>
                    <a:pt x="5496792" y="1046371"/>
                  </a:lnTo>
                  <a:lnTo>
                    <a:pt x="5496938" y="1046371"/>
                  </a:lnTo>
                  <a:lnTo>
                    <a:pt x="5497083" y="1046371"/>
                  </a:lnTo>
                  <a:lnTo>
                    <a:pt x="5497229" y="1046371"/>
                  </a:lnTo>
                  <a:lnTo>
                    <a:pt x="5497229" y="1045747"/>
                  </a:lnTo>
                  <a:lnTo>
                    <a:pt x="5497374" y="1045747"/>
                  </a:lnTo>
                  <a:lnTo>
                    <a:pt x="5497519" y="1045747"/>
                  </a:lnTo>
                  <a:lnTo>
                    <a:pt x="5497665" y="1045747"/>
                  </a:lnTo>
                  <a:lnTo>
                    <a:pt x="5497665" y="1045123"/>
                  </a:lnTo>
                  <a:lnTo>
                    <a:pt x="5497665" y="1044500"/>
                  </a:lnTo>
                  <a:lnTo>
                    <a:pt x="5497810" y="1044500"/>
                  </a:lnTo>
                  <a:lnTo>
                    <a:pt x="5497956" y="1044500"/>
                  </a:lnTo>
                  <a:lnTo>
                    <a:pt x="5498101" y="1044500"/>
                  </a:lnTo>
                  <a:lnTo>
                    <a:pt x="5498247" y="1044500"/>
                  </a:lnTo>
                  <a:lnTo>
                    <a:pt x="5498392" y="1044500"/>
                  </a:lnTo>
                  <a:lnTo>
                    <a:pt x="5498537" y="1044500"/>
                  </a:lnTo>
                  <a:lnTo>
                    <a:pt x="5498683" y="1044500"/>
                  </a:lnTo>
                  <a:lnTo>
                    <a:pt x="5498683" y="1043876"/>
                  </a:lnTo>
                  <a:lnTo>
                    <a:pt x="5498828" y="1043876"/>
                  </a:lnTo>
                  <a:lnTo>
                    <a:pt x="5498828" y="1043253"/>
                  </a:lnTo>
                  <a:lnTo>
                    <a:pt x="5498974" y="1043253"/>
                  </a:lnTo>
                  <a:lnTo>
                    <a:pt x="5498974" y="1042629"/>
                  </a:lnTo>
                  <a:lnTo>
                    <a:pt x="5499119" y="1042629"/>
                  </a:lnTo>
                  <a:lnTo>
                    <a:pt x="5499265" y="1042629"/>
                  </a:lnTo>
                  <a:lnTo>
                    <a:pt x="5499410" y="1042629"/>
                  </a:lnTo>
                  <a:lnTo>
                    <a:pt x="5499555" y="1042629"/>
                  </a:lnTo>
                  <a:lnTo>
                    <a:pt x="5499701" y="1042629"/>
                  </a:lnTo>
                  <a:lnTo>
                    <a:pt x="5499846" y="1042629"/>
                  </a:lnTo>
                  <a:lnTo>
                    <a:pt x="5499992" y="1042629"/>
                  </a:lnTo>
                  <a:lnTo>
                    <a:pt x="5500137" y="1042629"/>
                  </a:lnTo>
                  <a:lnTo>
                    <a:pt x="5500283" y="1042629"/>
                  </a:lnTo>
                  <a:lnTo>
                    <a:pt x="5500428" y="1042629"/>
                  </a:lnTo>
                  <a:lnTo>
                    <a:pt x="5500573" y="1042629"/>
                  </a:lnTo>
                  <a:lnTo>
                    <a:pt x="5500719" y="1042629"/>
                  </a:lnTo>
                  <a:lnTo>
                    <a:pt x="5500864" y="1042629"/>
                  </a:lnTo>
                  <a:lnTo>
                    <a:pt x="5501010" y="1042629"/>
                  </a:lnTo>
                  <a:lnTo>
                    <a:pt x="5501155" y="1042629"/>
                  </a:lnTo>
                  <a:lnTo>
                    <a:pt x="5501301" y="1042629"/>
                  </a:lnTo>
                  <a:lnTo>
                    <a:pt x="5501446" y="1042629"/>
                  </a:lnTo>
                  <a:lnTo>
                    <a:pt x="5501591" y="1042629"/>
                  </a:lnTo>
                  <a:lnTo>
                    <a:pt x="5501737" y="1042629"/>
                  </a:lnTo>
                  <a:lnTo>
                    <a:pt x="5501882" y="1042629"/>
                  </a:lnTo>
                  <a:lnTo>
                    <a:pt x="5502028" y="1042629"/>
                  </a:lnTo>
                  <a:lnTo>
                    <a:pt x="5502173" y="1042629"/>
                  </a:lnTo>
                  <a:lnTo>
                    <a:pt x="5502319" y="1042629"/>
                  </a:lnTo>
                  <a:lnTo>
                    <a:pt x="5502464" y="1042629"/>
                  </a:lnTo>
                  <a:lnTo>
                    <a:pt x="5502464" y="1042006"/>
                  </a:lnTo>
                  <a:lnTo>
                    <a:pt x="5502609" y="1042006"/>
                  </a:lnTo>
                  <a:lnTo>
                    <a:pt x="5502755" y="1042006"/>
                  </a:lnTo>
                  <a:lnTo>
                    <a:pt x="5502755" y="1041382"/>
                  </a:lnTo>
                  <a:lnTo>
                    <a:pt x="5502900" y="1041382"/>
                  </a:lnTo>
                  <a:lnTo>
                    <a:pt x="5503046" y="1041382"/>
                  </a:lnTo>
                  <a:lnTo>
                    <a:pt x="5503191" y="1041382"/>
                  </a:lnTo>
                  <a:lnTo>
                    <a:pt x="5503336" y="1041382"/>
                  </a:lnTo>
                  <a:lnTo>
                    <a:pt x="5503482" y="1041382"/>
                  </a:lnTo>
                  <a:lnTo>
                    <a:pt x="5503627" y="1041382"/>
                  </a:lnTo>
                  <a:lnTo>
                    <a:pt x="5503773" y="1041382"/>
                  </a:lnTo>
                  <a:lnTo>
                    <a:pt x="5503918" y="1041382"/>
                  </a:lnTo>
                  <a:lnTo>
                    <a:pt x="5504064" y="1041382"/>
                  </a:lnTo>
                  <a:lnTo>
                    <a:pt x="5504209" y="1041382"/>
                  </a:lnTo>
                  <a:lnTo>
                    <a:pt x="5504354" y="1041382"/>
                  </a:lnTo>
                  <a:lnTo>
                    <a:pt x="5504500" y="1041382"/>
                  </a:lnTo>
                  <a:lnTo>
                    <a:pt x="5504645" y="1041382"/>
                  </a:lnTo>
                  <a:lnTo>
                    <a:pt x="5504791" y="1041382"/>
                  </a:lnTo>
                  <a:lnTo>
                    <a:pt x="5504936" y="1041382"/>
                  </a:lnTo>
                  <a:lnTo>
                    <a:pt x="5504936" y="1040758"/>
                  </a:lnTo>
                  <a:lnTo>
                    <a:pt x="5505082" y="1040758"/>
                  </a:lnTo>
                  <a:lnTo>
                    <a:pt x="5505082" y="1040135"/>
                  </a:lnTo>
                  <a:lnTo>
                    <a:pt x="5505227" y="1040135"/>
                  </a:lnTo>
                  <a:lnTo>
                    <a:pt x="5505372" y="1040135"/>
                  </a:lnTo>
                  <a:lnTo>
                    <a:pt x="5505518" y="1040135"/>
                  </a:lnTo>
                  <a:lnTo>
                    <a:pt x="5505663" y="1040135"/>
                  </a:lnTo>
                  <a:lnTo>
                    <a:pt x="5505809" y="1040135"/>
                  </a:lnTo>
                  <a:lnTo>
                    <a:pt x="5505954" y="1040135"/>
                  </a:lnTo>
                  <a:lnTo>
                    <a:pt x="5506100" y="1040135"/>
                  </a:lnTo>
                  <a:lnTo>
                    <a:pt x="5506245" y="1040135"/>
                  </a:lnTo>
                  <a:lnTo>
                    <a:pt x="5506390" y="1040135"/>
                  </a:lnTo>
                  <a:lnTo>
                    <a:pt x="5506536" y="1040135"/>
                  </a:lnTo>
                  <a:lnTo>
                    <a:pt x="5506681" y="1040135"/>
                  </a:lnTo>
                  <a:lnTo>
                    <a:pt x="5506827" y="1040135"/>
                  </a:lnTo>
                  <a:lnTo>
                    <a:pt x="5506972" y="1040135"/>
                  </a:lnTo>
                  <a:lnTo>
                    <a:pt x="5506972" y="1039511"/>
                  </a:lnTo>
                  <a:lnTo>
                    <a:pt x="5507118" y="1039511"/>
                  </a:lnTo>
                  <a:lnTo>
                    <a:pt x="5507118" y="1038888"/>
                  </a:lnTo>
                  <a:lnTo>
                    <a:pt x="5507263" y="1038888"/>
                  </a:lnTo>
                  <a:lnTo>
                    <a:pt x="5507408" y="1038888"/>
                  </a:lnTo>
                  <a:lnTo>
                    <a:pt x="5507554" y="1038888"/>
                  </a:lnTo>
                  <a:lnTo>
                    <a:pt x="5507554" y="1038264"/>
                  </a:lnTo>
                  <a:lnTo>
                    <a:pt x="5507554" y="1037640"/>
                  </a:lnTo>
                  <a:lnTo>
                    <a:pt x="5507699" y="1037640"/>
                  </a:lnTo>
                  <a:lnTo>
                    <a:pt x="5507845" y="1037640"/>
                  </a:lnTo>
                  <a:lnTo>
                    <a:pt x="5507845" y="1037017"/>
                  </a:lnTo>
                  <a:lnTo>
                    <a:pt x="5507990" y="1037017"/>
                  </a:lnTo>
                  <a:lnTo>
                    <a:pt x="5508136" y="1037017"/>
                  </a:lnTo>
                  <a:lnTo>
                    <a:pt x="5508281" y="1037017"/>
                  </a:lnTo>
                  <a:lnTo>
                    <a:pt x="5508281" y="1036393"/>
                  </a:lnTo>
                  <a:lnTo>
                    <a:pt x="5508426" y="1036393"/>
                  </a:lnTo>
                  <a:lnTo>
                    <a:pt x="5508572" y="1036393"/>
                  </a:lnTo>
                  <a:lnTo>
                    <a:pt x="5508572" y="1035770"/>
                  </a:lnTo>
                  <a:lnTo>
                    <a:pt x="5508572" y="1035146"/>
                  </a:lnTo>
                  <a:lnTo>
                    <a:pt x="5508717" y="1035146"/>
                  </a:lnTo>
                  <a:lnTo>
                    <a:pt x="5508863" y="1035146"/>
                  </a:lnTo>
                  <a:lnTo>
                    <a:pt x="5509008" y="1035146"/>
                  </a:lnTo>
                  <a:lnTo>
                    <a:pt x="5509154" y="1035146"/>
                  </a:lnTo>
                  <a:lnTo>
                    <a:pt x="5509299" y="1035146"/>
                  </a:lnTo>
                  <a:lnTo>
                    <a:pt x="5509444" y="1035146"/>
                  </a:lnTo>
                  <a:lnTo>
                    <a:pt x="5509590" y="1035146"/>
                  </a:lnTo>
                  <a:lnTo>
                    <a:pt x="5509735" y="1035146"/>
                  </a:lnTo>
                  <a:lnTo>
                    <a:pt x="5509881" y="1035146"/>
                  </a:lnTo>
                  <a:lnTo>
                    <a:pt x="5510026" y="1035146"/>
                  </a:lnTo>
                  <a:lnTo>
                    <a:pt x="5510171" y="1035146"/>
                  </a:lnTo>
                  <a:lnTo>
                    <a:pt x="5510317" y="1035146"/>
                  </a:lnTo>
                  <a:lnTo>
                    <a:pt x="5510462" y="1035146"/>
                  </a:lnTo>
                  <a:lnTo>
                    <a:pt x="5510608" y="1035146"/>
                  </a:lnTo>
                  <a:lnTo>
                    <a:pt x="5510753" y="1035146"/>
                  </a:lnTo>
                  <a:lnTo>
                    <a:pt x="5510899" y="1035146"/>
                  </a:lnTo>
                  <a:lnTo>
                    <a:pt x="5511044" y="1035146"/>
                  </a:lnTo>
                  <a:lnTo>
                    <a:pt x="5511189" y="1035146"/>
                  </a:lnTo>
                  <a:lnTo>
                    <a:pt x="5511335" y="1035146"/>
                  </a:lnTo>
                  <a:lnTo>
                    <a:pt x="5511480" y="1035146"/>
                  </a:lnTo>
                  <a:lnTo>
                    <a:pt x="5511626" y="1035146"/>
                  </a:lnTo>
                  <a:lnTo>
                    <a:pt x="5511771" y="1035146"/>
                  </a:lnTo>
                  <a:lnTo>
                    <a:pt x="5511917" y="1035146"/>
                  </a:lnTo>
                  <a:lnTo>
                    <a:pt x="5512062" y="1035146"/>
                  </a:lnTo>
                  <a:lnTo>
                    <a:pt x="5512207" y="1035146"/>
                  </a:lnTo>
                  <a:lnTo>
                    <a:pt x="5512353" y="1035146"/>
                  </a:lnTo>
                  <a:lnTo>
                    <a:pt x="5512498" y="1035146"/>
                  </a:lnTo>
                  <a:lnTo>
                    <a:pt x="5512644" y="1035146"/>
                  </a:lnTo>
                  <a:lnTo>
                    <a:pt x="5512789" y="1035146"/>
                  </a:lnTo>
                  <a:lnTo>
                    <a:pt x="5512935" y="1035146"/>
                  </a:lnTo>
                  <a:lnTo>
                    <a:pt x="5513080" y="1035146"/>
                  </a:lnTo>
                  <a:lnTo>
                    <a:pt x="5513225" y="1035146"/>
                  </a:lnTo>
                  <a:lnTo>
                    <a:pt x="5513371" y="1035146"/>
                  </a:lnTo>
                  <a:lnTo>
                    <a:pt x="5513516" y="1035146"/>
                  </a:lnTo>
                  <a:lnTo>
                    <a:pt x="5513662" y="1035146"/>
                  </a:lnTo>
                  <a:lnTo>
                    <a:pt x="5513662" y="1034523"/>
                  </a:lnTo>
                  <a:lnTo>
                    <a:pt x="5513807" y="1034523"/>
                  </a:lnTo>
                  <a:lnTo>
                    <a:pt x="5513953" y="1034523"/>
                  </a:lnTo>
                  <a:lnTo>
                    <a:pt x="5514098" y="1034523"/>
                  </a:lnTo>
                  <a:lnTo>
                    <a:pt x="5514098" y="1033899"/>
                  </a:lnTo>
                  <a:lnTo>
                    <a:pt x="5514243" y="1033899"/>
                  </a:lnTo>
                  <a:lnTo>
                    <a:pt x="5514389" y="1033899"/>
                  </a:lnTo>
                  <a:lnTo>
                    <a:pt x="5514534" y="1033899"/>
                  </a:lnTo>
                  <a:lnTo>
                    <a:pt x="5514680" y="1033899"/>
                  </a:lnTo>
                  <a:lnTo>
                    <a:pt x="5514825" y="1033899"/>
                  </a:lnTo>
                  <a:lnTo>
                    <a:pt x="5514971" y="1033899"/>
                  </a:lnTo>
                  <a:lnTo>
                    <a:pt x="5515116" y="1033899"/>
                  </a:lnTo>
                  <a:lnTo>
                    <a:pt x="5515116" y="1033275"/>
                  </a:lnTo>
                  <a:lnTo>
                    <a:pt x="5515261" y="1033275"/>
                  </a:lnTo>
                  <a:lnTo>
                    <a:pt x="5515407" y="1033275"/>
                  </a:lnTo>
                  <a:lnTo>
                    <a:pt x="5515552" y="1033275"/>
                  </a:lnTo>
                  <a:lnTo>
                    <a:pt x="5515698" y="1033275"/>
                  </a:lnTo>
                  <a:lnTo>
                    <a:pt x="5515843" y="1033275"/>
                  </a:lnTo>
                  <a:lnTo>
                    <a:pt x="5515989" y="1033275"/>
                  </a:lnTo>
                  <a:lnTo>
                    <a:pt x="5515989" y="1032652"/>
                  </a:lnTo>
                  <a:lnTo>
                    <a:pt x="5516134" y="1032652"/>
                  </a:lnTo>
                  <a:lnTo>
                    <a:pt x="5516279" y="1032652"/>
                  </a:lnTo>
                  <a:lnTo>
                    <a:pt x="5516425" y="1032652"/>
                  </a:lnTo>
                  <a:lnTo>
                    <a:pt x="5516425" y="1032028"/>
                  </a:lnTo>
                  <a:lnTo>
                    <a:pt x="5516570" y="1032028"/>
                  </a:lnTo>
                  <a:lnTo>
                    <a:pt x="5516716" y="1032028"/>
                  </a:lnTo>
                  <a:lnTo>
                    <a:pt x="5516861" y="1032028"/>
                  </a:lnTo>
                  <a:lnTo>
                    <a:pt x="5517006" y="1032028"/>
                  </a:lnTo>
                  <a:lnTo>
                    <a:pt x="5517152" y="1032028"/>
                  </a:lnTo>
                  <a:lnTo>
                    <a:pt x="5517297" y="1032028"/>
                  </a:lnTo>
                  <a:lnTo>
                    <a:pt x="5517443" y="1032028"/>
                  </a:lnTo>
                  <a:lnTo>
                    <a:pt x="5517588" y="1032028"/>
                  </a:lnTo>
                  <a:lnTo>
                    <a:pt x="5517734" y="1032028"/>
                  </a:lnTo>
                  <a:lnTo>
                    <a:pt x="5517879" y="1032028"/>
                  </a:lnTo>
                  <a:lnTo>
                    <a:pt x="5518024" y="1032028"/>
                  </a:lnTo>
                  <a:lnTo>
                    <a:pt x="5518170" y="1032028"/>
                  </a:lnTo>
                  <a:lnTo>
                    <a:pt x="5518315" y="1032028"/>
                  </a:lnTo>
                  <a:lnTo>
                    <a:pt x="5518315" y="1031405"/>
                  </a:lnTo>
                  <a:lnTo>
                    <a:pt x="5518315" y="1030781"/>
                  </a:lnTo>
                  <a:lnTo>
                    <a:pt x="5518461" y="1030781"/>
                  </a:lnTo>
                  <a:lnTo>
                    <a:pt x="5518606" y="1030781"/>
                  </a:lnTo>
                  <a:lnTo>
                    <a:pt x="5518752" y="1030781"/>
                  </a:lnTo>
                  <a:lnTo>
                    <a:pt x="5518897" y="1030781"/>
                  </a:lnTo>
                  <a:lnTo>
                    <a:pt x="5519042" y="1030781"/>
                  </a:lnTo>
                  <a:lnTo>
                    <a:pt x="5519188" y="1030781"/>
                  </a:lnTo>
                  <a:lnTo>
                    <a:pt x="5519333" y="1030781"/>
                  </a:lnTo>
                  <a:lnTo>
                    <a:pt x="5519479" y="1030781"/>
                  </a:lnTo>
                  <a:lnTo>
                    <a:pt x="5519624" y="1030781"/>
                  </a:lnTo>
                  <a:lnTo>
                    <a:pt x="5519770" y="1030781"/>
                  </a:lnTo>
                  <a:lnTo>
                    <a:pt x="5519915" y="1030781"/>
                  </a:lnTo>
                  <a:lnTo>
                    <a:pt x="5520060" y="1030781"/>
                  </a:lnTo>
                  <a:lnTo>
                    <a:pt x="5520206" y="1030781"/>
                  </a:lnTo>
                  <a:lnTo>
                    <a:pt x="5520351" y="1030781"/>
                  </a:lnTo>
                  <a:lnTo>
                    <a:pt x="5520497" y="1030781"/>
                  </a:lnTo>
                  <a:lnTo>
                    <a:pt x="5520642" y="1030781"/>
                  </a:lnTo>
                  <a:lnTo>
                    <a:pt x="5520788" y="1030781"/>
                  </a:lnTo>
                  <a:lnTo>
                    <a:pt x="5520933" y="1030781"/>
                  </a:lnTo>
                  <a:lnTo>
                    <a:pt x="5521078" y="1030781"/>
                  </a:lnTo>
                  <a:lnTo>
                    <a:pt x="5521224" y="1030781"/>
                  </a:lnTo>
                  <a:lnTo>
                    <a:pt x="5521369" y="1030781"/>
                  </a:lnTo>
                  <a:lnTo>
                    <a:pt x="5521515" y="1030781"/>
                  </a:lnTo>
                  <a:lnTo>
                    <a:pt x="5521515" y="1030157"/>
                  </a:lnTo>
                  <a:lnTo>
                    <a:pt x="5521660" y="1030157"/>
                  </a:lnTo>
                  <a:lnTo>
                    <a:pt x="5521806" y="1030157"/>
                  </a:lnTo>
                  <a:lnTo>
                    <a:pt x="5521951" y="1030157"/>
                  </a:lnTo>
                  <a:lnTo>
                    <a:pt x="5522096" y="1030157"/>
                  </a:lnTo>
                  <a:lnTo>
                    <a:pt x="5522242" y="1030157"/>
                  </a:lnTo>
                  <a:lnTo>
                    <a:pt x="5522387" y="1030157"/>
                  </a:lnTo>
                  <a:lnTo>
                    <a:pt x="5522533" y="1030157"/>
                  </a:lnTo>
                  <a:lnTo>
                    <a:pt x="5522678" y="1030157"/>
                  </a:lnTo>
                  <a:lnTo>
                    <a:pt x="5522824" y="1030157"/>
                  </a:lnTo>
                  <a:lnTo>
                    <a:pt x="5522969" y="1030157"/>
                  </a:lnTo>
                  <a:lnTo>
                    <a:pt x="5522969" y="1029534"/>
                  </a:lnTo>
                  <a:lnTo>
                    <a:pt x="5523114" y="1029534"/>
                  </a:lnTo>
                  <a:lnTo>
                    <a:pt x="5523260" y="1029534"/>
                  </a:lnTo>
                  <a:lnTo>
                    <a:pt x="5523405" y="1029534"/>
                  </a:lnTo>
                  <a:lnTo>
                    <a:pt x="5523551" y="1029534"/>
                  </a:lnTo>
                  <a:lnTo>
                    <a:pt x="5523696" y="1029534"/>
                  </a:lnTo>
                  <a:lnTo>
                    <a:pt x="5523841" y="1029534"/>
                  </a:lnTo>
                  <a:lnTo>
                    <a:pt x="5523987" y="1029534"/>
                  </a:lnTo>
                  <a:lnTo>
                    <a:pt x="5524132" y="1029534"/>
                  </a:lnTo>
                  <a:lnTo>
                    <a:pt x="5524278" y="1029534"/>
                  </a:lnTo>
                  <a:lnTo>
                    <a:pt x="5524278" y="1028910"/>
                  </a:lnTo>
                  <a:lnTo>
                    <a:pt x="5524423" y="1028910"/>
                  </a:lnTo>
                  <a:lnTo>
                    <a:pt x="5524569" y="1028910"/>
                  </a:lnTo>
                  <a:lnTo>
                    <a:pt x="5524714" y="1028910"/>
                  </a:lnTo>
                  <a:lnTo>
                    <a:pt x="5524859" y="1028910"/>
                  </a:lnTo>
                  <a:lnTo>
                    <a:pt x="5525005" y="1028910"/>
                  </a:lnTo>
                  <a:lnTo>
                    <a:pt x="5525005" y="1028287"/>
                  </a:lnTo>
                  <a:lnTo>
                    <a:pt x="5525150" y="1028287"/>
                  </a:lnTo>
                  <a:lnTo>
                    <a:pt x="5525296" y="1028287"/>
                  </a:lnTo>
                  <a:lnTo>
                    <a:pt x="5525441" y="1028287"/>
                  </a:lnTo>
                  <a:lnTo>
                    <a:pt x="5525587" y="1028287"/>
                  </a:lnTo>
                  <a:lnTo>
                    <a:pt x="5525732" y="1028287"/>
                  </a:lnTo>
                  <a:lnTo>
                    <a:pt x="5525877" y="1028287"/>
                  </a:lnTo>
                  <a:lnTo>
                    <a:pt x="5525877" y="1027663"/>
                  </a:lnTo>
                  <a:lnTo>
                    <a:pt x="5526023" y="1027663"/>
                  </a:lnTo>
                  <a:lnTo>
                    <a:pt x="5526168" y="1027663"/>
                  </a:lnTo>
                  <a:lnTo>
                    <a:pt x="5526314" y="1027663"/>
                  </a:lnTo>
                  <a:lnTo>
                    <a:pt x="5526459" y="1027663"/>
                  </a:lnTo>
                  <a:lnTo>
                    <a:pt x="5526605" y="1027663"/>
                  </a:lnTo>
                  <a:lnTo>
                    <a:pt x="5526750" y="1027663"/>
                  </a:lnTo>
                  <a:lnTo>
                    <a:pt x="5526895" y="1027663"/>
                  </a:lnTo>
                  <a:lnTo>
                    <a:pt x="5527041" y="1027663"/>
                  </a:lnTo>
                  <a:lnTo>
                    <a:pt x="5527041" y="1027040"/>
                  </a:lnTo>
                  <a:lnTo>
                    <a:pt x="5527186" y="1027040"/>
                  </a:lnTo>
                  <a:lnTo>
                    <a:pt x="5527332" y="1027040"/>
                  </a:lnTo>
                  <a:lnTo>
                    <a:pt x="5527332" y="1026416"/>
                  </a:lnTo>
                  <a:lnTo>
                    <a:pt x="5527477" y="1026416"/>
                  </a:lnTo>
                  <a:lnTo>
                    <a:pt x="5527623" y="1026416"/>
                  </a:lnTo>
                  <a:lnTo>
                    <a:pt x="5527768" y="1026416"/>
                  </a:lnTo>
                  <a:lnTo>
                    <a:pt x="5527913" y="1026416"/>
                  </a:lnTo>
                  <a:lnTo>
                    <a:pt x="5528059" y="1026416"/>
                  </a:lnTo>
                  <a:lnTo>
                    <a:pt x="5528204" y="1026416"/>
                  </a:lnTo>
                  <a:lnTo>
                    <a:pt x="5528350" y="1026416"/>
                  </a:lnTo>
                  <a:lnTo>
                    <a:pt x="5528495" y="1026416"/>
                  </a:lnTo>
                  <a:lnTo>
                    <a:pt x="5528641" y="1026416"/>
                  </a:lnTo>
                  <a:lnTo>
                    <a:pt x="5528786" y="1026416"/>
                  </a:lnTo>
                  <a:lnTo>
                    <a:pt x="5528931" y="1026416"/>
                  </a:lnTo>
                  <a:lnTo>
                    <a:pt x="5529077" y="1026416"/>
                  </a:lnTo>
                  <a:lnTo>
                    <a:pt x="5529077" y="1025792"/>
                  </a:lnTo>
                  <a:lnTo>
                    <a:pt x="5529222" y="1025792"/>
                  </a:lnTo>
                  <a:lnTo>
                    <a:pt x="5529368" y="1025792"/>
                  </a:lnTo>
                  <a:lnTo>
                    <a:pt x="5529513" y="1025792"/>
                  </a:lnTo>
                  <a:lnTo>
                    <a:pt x="5529513" y="1025169"/>
                  </a:lnTo>
                  <a:lnTo>
                    <a:pt x="5529658" y="1025169"/>
                  </a:lnTo>
                  <a:lnTo>
                    <a:pt x="5529658" y="1024545"/>
                  </a:lnTo>
                  <a:lnTo>
                    <a:pt x="5529804" y="1024545"/>
                  </a:lnTo>
                  <a:lnTo>
                    <a:pt x="5529949" y="1024545"/>
                  </a:lnTo>
                  <a:lnTo>
                    <a:pt x="5530095" y="1024545"/>
                  </a:lnTo>
                  <a:lnTo>
                    <a:pt x="5530095" y="1023922"/>
                  </a:lnTo>
                  <a:lnTo>
                    <a:pt x="5530095" y="1023298"/>
                  </a:lnTo>
                  <a:lnTo>
                    <a:pt x="5530240" y="1023298"/>
                  </a:lnTo>
                  <a:lnTo>
                    <a:pt x="5530386" y="1023298"/>
                  </a:lnTo>
                  <a:lnTo>
                    <a:pt x="5530531" y="1023298"/>
                  </a:lnTo>
                  <a:lnTo>
                    <a:pt x="5530531" y="1022675"/>
                  </a:lnTo>
                  <a:lnTo>
                    <a:pt x="5530676" y="1022675"/>
                  </a:lnTo>
                  <a:lnTo>
                    <a:pt x="5530676" y="1022051"/>
                  </a:lnTo>
                  <a:lnTo>
                    <a:pt x="5530822" y="1022051"/>
                  </a:lnTo>
                  <a:lnTo>
                    <a:pt x="5530967" y="1022051"/>
                  </a:lnTo>
                  <a:lnTo>
                    <a:pt x="5531113" y="1022051"/>
                  </a:lnTo>
                  <a:lnTo>
                    <a:pt x="5531258" y="1022051"/>
                  </a:lnTo>
                  <a:lnTo>
                    <a:pt x="5531258" y="1021427"/>
                  </a:lnTo>
                  <a:lnTo>
                    <a:pt x="5531404" y="1021427"/>
                  </a:lnTo>
                  <a:lnTo>
                    <a:pt x="5531549" y="1021427"/>
                  </a:lnTo>
                  <a:lnTo>
                    <a:pt x="5531549" y="1020804"/>
                  </a:lnTo>
                  <a:lnTo>
                    <a:pt x="5531694" y="1020804"/>
                  </a:lnTo>
                  <a:lnTo>
                    <a:pt x="5531840" y="1020804"/>
                  </a:lnTo>
                  <a:lnTo>
                    <a:pt x="5531985" y="1020804"/>
                  </a:lnTo>
                  <a:lnTo>
                    <a:pt x="5532131" y="1020804"/>
                  </a:lnTo>
                  <a:lnTo>
                    <a:pt x="5532131" y="1020180"/>
                  </a:lnTo>
                  <a:lnTo>
                    <a:pt x="5532131" y="1019557"/>
                  </a:lnTo>
                  <a:lnTo>
                    <a:pt x="5532276" y="1019557"/>
                  </a:lnTo>
                  <a:lnTo>
                    <a:pt x="5532422" y="1019557"/>
                  </a:lnTo>
                  <a:lnTo>
                    <a:pt x="5532567" y="1019557"/>
                  </a:lnTo>
                  <a:lnTo>
                    <a:pt x="5532712" y="1019557"/>
                  </a:lnTo>
                  <a:lnTo>
                    <a:pt x="5532858" y="1019557"/>
                  </a:lnTo>
                  <a:lnTo>
                    <a:pt x="5533003" y="1019557"/>
                  </a:lnTo>
                  <a:lnTo>
                    <a:pt x="5533149" y="1019557"/>
                  </a:lnTo>
                  <a:lnTo>
                    <a:pt x="5533294" y="1019557"/>
                  </a:lnTo>
                  <a:lnTo>
                    <a:pt x="5533440" y="1019557"/>
                  </a:lnTo>
                  <a:lnTo>
                    <a:pt x="5533585" y="1019557"/>
                  </a:lnTo>
                  <a:lnTo>
                    <a:pt x="5533730" y="1019557"/>
                  </a:lnTo>
                  <a:lnTo>
                    <a:pt x="5533876" y="1019557"/>
                  </a:lnTo>
                  <a:lnTo>
                    <a:pt x="5534021" y="1019557"/>
                  </a:lnTo>
                  <a:lnTo>
                    <a:pt x="5534167" y="1019557"/>
                  </a:lnTo>
                  <a:lnTo>
                    <a:pt x="5534312" y="1019557"/>
                  </a:lnTo>
                  <a:lnTo>
                    <a:pt x="5534458" y="1019557"/>
                  </a:lnTo>
                  <a:lnTo>
                    <a:pt x="5534603" y="1019557"/>
                  </a:lnTo>
                  <a:lnTo>
                    <a:pt x="5534748" y="1019557"/>
                  </a:lnTo>
                  <a:lnTo>
                    <a:pt x="5534894" y="1019557"/>
                  </a:lnTo>
                  <a:lnTo>
                    <a:pt x="5535039" y="1019557"/>
                  </a:lnTo>
                  <a:lnTo>
                    <a:pt x="5535185" y="1019557"/>
                  </a:lnTo>
                  <a:lnTo>
                    <a:pt x="5535330" y="1019557"/>
                  </a:lnTo>
                  <a:lnTo>
                    <a:pt x="5535476" y="1019557"/>
                  </a:lnTo>
                  <a:lnTo>
                    <a:pt x="5535621" y="1019557"/>
                  </a:lnTo>
                  <a:lnTo>
                    <a:pt x="5535766" y="1019557"/>
                  </a:lnTo>
                  <a:lnTo>
                    <a:pt x="5535912" y="1019557"/>
                  </a:lnTo>
                  <a:lnTo>
                    <a:pt x="5536057" y="1019557"/>
                  </a:lnTo>
                  <a:lnTo>
                    <a:pt x="5536203" y="1019557"/>
                  </a:lnTo>
                  <a:lnTo>
                    <a:pt x="5536203" y="1018933"/>
                  </a:lnTo>
                  <a:lnTo>
                    <a:pt x="5536203" y="1018309"/>
                  </a:lnTo>
                  <a:lnTo>
                    <a:pt x="5536348" y="1018309"/>
                  </a:lnTo>
                  <a:lnTo>
                    <a:pt x="5536493" y="1018309"/>
                  </a:lnTo>
                  <a:lnTo>
                    <a:pt x="5536639" y="1018309"/>
                  </a:lnTo>
                  <a:lnTo>
                    <a:pt x="5536784" y="1018309"/>
                  </a:lnTo>
                  <a:lnTo>
                    <a:pt x="5536930" y="1018309"/>
                  </a:lnTo>
                  <a:lnTo>
                    <a:pt x="5537075" y="1018309"/>
                  </a:lnTo>
                  <a:lnTo>
                    <a:pt x="5537221" y="1018309"/>
                  </a:lnTo>
                  <a:lnTo>
                    <a:pt x="5537366" y="1018309"/>
                  </a:lnTo>
                  <a:lnTo>
                    <a:pt x="5537511" y="1018309"/>
                  </a:lnTo>
                  <a:lnTo>
                    <a:pt x="5537657" y="1018309"/>
                  </a:lnTo>
                  <a:lnTo>
                    <a:pt x="5537802" y="1018309"/>
                  </a:lnTo>
                  <a:lnTo>
                    <a:pt x="5537948" y="1018309"/>
                  </a:lnTo>
                  <a:lnTo>
                    <a:pt x="5537948" y="1017686"/>
                  </a:lnTo>
                  <a:lnTo>
                    <a:pt x="5538093" y="1017686"/>
                  </a:lnTo>
                  <a:lnTo>
                    <a:pt x="5538239" y="1017686"/>
                  </a:lnTo>
                  <a:lnTo>
                    <a:pt x="5538384" y="1017686"/>
                  </a:lnTo>
                  <a:lnTo>
                    <a:pt x="5538529" y="1017686"/>
                  </a:lnTo>
                  <a:lnTo>
                    <a:pt x="5538675" y="1017686"/>
                  </a:lnTo>
                  <a:lnTo>
                    <a:pt x="5538820" y="1017686"/>
                  </a:lnTo>
                  <a:lnTo>
                    <a:pt x="5538966" y="1017686"/>
                  </a:lnTo>
                  <a:lnTo>
                    <a:pt x="5539111" y="1017686"/>
                  </a:lnTo>
                  <a:lnTo>
                    <a:pt x="5539257" y="1017686"/>
                  </a:lnTo>
                  <a:lnTo>
                    <a:pt x="5539402" y="1017686"/>
                  </a:lnTo>
                  <a:lnTo>
                    <a:pt x="5539547" y="1017686"/>
                  </a:lnTo>
                  <a:lnTo>
                    <a:pt x="5539693" y="1017686"/>
                  </a:lnTo>
                  <a:lnTo>
                    <a:pt x="5539838" y="1017686"/>
                  </a:lnTo>
                  <a:lnTo>
                    <a:pt x="5539984" y="1017686"/>
                  </a:lnTo>
                  <a:lnTo>
                    <a:pt x="5540129" y="1017686"/>
                  </a:lnTo>
                  <a:lnTo>
                    <a:pt x="5540129" y="1017062"/>
                  </a:lnTo>
                  <a:lnTo>
                    <a:pt x="5540275" y="1017062"/>
                  </a:lnTo>
                  <a:lnTo>
                    <a:pt x="5540420" y="1017062"/>
                  </a:lnTo>
                  <a:lnTo>
                    <a:pt x="5540565" y="1017062"/>
                  </a:lnTo>
                  <a:lnTo>
                    <a:pt x="5540711" y="1017062"/>
                  </a:lnTo>
                  <a:lnTo>
                    <a:pt x="5540856" y="1017062"/>
                  </a:lnTo>
                  <a:lnTo>
                    <a:pt x="5541002" y="1017062"/>
                  </a:lnTo>
                  <a:lnTo>
                    <a:pt x="5541147" y="1017062"/>
                  </a:lnTo>
                  <a:lnTo>
                    <a:pt x="5541293" y="1017062"/>
                  </a:lnTo>
                  <a:lnTo>
                    <a:pt x="5541438" y="1017062"/>
                  </a:lnTo>
                  <a:lnTo>
                    <a:pt x="5541583" y="1017062"/>
                  </a:lnTo>
                  <a:lnTo>
                    <a:pt x="5541729" y="1017062"/>
                  </a:lnTo>
                  <a:lnTo>
                    <a:pt x="5541874" y="1017062"/>
                  </a:lnTo>
                  <a:lnTo>
                    <a:pt x="5541874" y="1016439"/>
                  </a:lnTo>
                  <a:lnTo>
                    <a:pt x="5542020" y="1016439"/>
                  </a:lnTo>
                  <a:lnTo>
                    <a:pt x="5542165" y="1016439"/>
                  </a:lnTo>
                  <a:lnTo>
                    <a:pt x="5542311" y="1016439"/>
                  </a:lnTo>
                  <a:lnTo>
                    <a:pt x="5542456" y="1016439"/>
                  </a:lnTo>
                  <a:lnTo>
                    <a:pt x="5542601" y="1016439"/>
                  </a:lnTo>
                  <a:lnTo>
                    <a:pt x="5542747" y="1016439"/>
                  </a:lnTo>
                  <a:lnTo>
                    <a:pt x="5542892" y="1016439"/>
                  </a:lnTo>
                  <a:lnTo>
                    <a:pt x="5543038" y="1016439"/>
                  </a:lnTo>
                  <a:lnTo>
                    <a:pt x="5543038" y="1015815"/>
                  </a:lnTo>
                  <a:lnTo>
                    <a:pt x="5543183" y="1015815"/>
                  </a:lnTo>
                  <a:lnTo>
                    <a:pt x="5543328" y="1015815"/>
                  </a:lnTo>
                  <a:lnTo>
                    <a:pt x="5543328" y="1015192"/>
                  </a:lnTo>
                  <a:lnTo>
                    <a:pt x="5543474" y="1015192"/>
                  </a:lnTo>
                  <a:lnTo>
                    <a:pt x="5543619" y="1015192"/>
                  </a:lnTo>
                  <a:lnTo>
                    <a:pt x="5543765" y="1015192"/>
                  </a:lnTo>
                  <a:lnTo>
                    <a:pt x="5543910" y="1015192"/>
                  </a:lnTo>
                  <a:lnTo>
                    <a:pt x="5544056" y="1015192"/>
                  </a:lnTo>
                  <a:lnTo>
                    <a:pt x="5544201" y="1015192"/>
                  </a:lnTo>
                  <a:lnTo>
                    <a:pt x="5544346" y="1015192"/>
                  </a:lnTo>
                  <a:lnTo>
                    <a:pt x="5544492" y="1015192"/>
                  </a:lnTo>
                  <a:lnTo>
                    <a:pt x="5544637" y="1015192"/>
                  </a:lnTo>
                  <a:lnTo>
                    <a:pt x="5544783" y="1015192"/>
                  </a:lnTo>
                  <a:lnTo>
                    <a:pt x="5544928" y="1015192"/>
                  </a:lnTo>
                  <a:lnTo>
                    <a:pt x="5545074" y="1015192"/>
                  </a:lnTo>
                  <a:lnTo>
                    <a:pt x="5545219" y="1015192"/>
                  </a:lnTo>
                  <a:lnTo>
                    <a:pt x="5545364" y="1015192"/>
                  </a:lnTo>
                  <a:lnTo>
                    <a:pt x="5545510" y="1015192"/>
                  </a:lnTo>
                  <a:lnTo>
                    <a:pt x="5545655" y="1015192"/>
                  </a:lnTo>
                  <a:lnTo>
                    <a:pt x="5545801" y="1015192"/>
                  </a:lnTo>
                  <a:lnTo>
                    <a:pt x="5545946" y="1015192"/>
                  </a:lnTo>
                  <a:lnTo>
                    <a:pt x="5546092" y="1015192"/>
                  </a:lnTo>
                  <a:lnTo>
                    <a:pt x="5546092" y="1014568"/>
                  </a:lnTo>
                  <a:lnTo>
                    <a:pt x="5546092" y="1013944"/>
                  </a:lnTo>
                  <a:lnTo>
                    <a:pt x="5546237" y="1013944"/>
                  </a:lnTo>
                  <a:lnTo>
                    <a:pt x="5546237" y="1013321"/>
                  </a:lnTo>
                  <a:lnTo>
                    <a:pt x="5546382" y="1013321"/>
                  </a:lnTo>
                  <a:lnTo>
                    <a:pt x="5546528" y="1013321"/>
                  </a:lnTo>
                  <a:lnTo>
                    <a:pt x="5546673" y="1013321"/>
                  </a:lnTo>
                  <a:lnTo>
                    <a:pt x="5546819" y="1013321"/>
                  </a:lnTo>
                  <a:lnTo>
                    <a:pt x="5546819" y="1012697"/>
                  </a:lnTo>
                  <a:lnTo>
                    <a:pt x="5546964" y="1012697"/>
                  </a:lnTo>
                  <a:lnTo>
                    <a:pt x="5547110" y="1012697"/>
                  </a:lnTo>
                  <a:lnTo>
                    <a:pt x="5547255" y="1012697"/>
                  </a:lnTo>
                  <a:lnTo>
                    <a:pt x="5547400" y="1012697"/>
                  </a:lnTo>
                  <a:lnTo>
                    <a:pt x="5547400" y="1012074"/>
                  </a:lnTo>
                  <a:lnTo>
                    <a:pt x="5547400" y="1011450"/>
                  </a:lnTo>
                  <a:lnTo>
                    <a:pt x="5547546" y="1011450"/>
                  </a:lnTo>
                  <a:lnTo>
                    <a:pt x="5547691" y="1011450"/>
                  </a:lnTo>
                  <a:lnTo>
                    <a:pt x="5547837" y="1011450"/>
                  </a:lnTo>
                  <a:lnTo>
                    <a:pt x="5547982" y="1011450"/>
                  </a:lnTo>
                  <a:lnTo>
                    <a:pt x="5548128" y="1011450"/>
                  </a:lnTo>
                  <a:lnTo>
                    <a:pt x="5548273" y="1011450"/>
                  </a:lnTo>
                  <a:lnTo>
                    <a:pt x="5548418" y="1011450"/>
                  </a:lnTo>
                  <a:lnTo>
                    <a:pt x="5548564" y="1011450"/>
                  </a:lnTo>
                  <a:lnTo>
                    <a:pt x="5548709" y="1011450"/>
                  </a:lnTo>
                  <a:lnTo>
                    <a:pt x="5548709" y="1010826"/>
                  </a:lnTo>
                  <a:lnTo>
                    <a:pt x="5548709" y="1010203"/>
                  </a:lnTo>
                  <a:lnTo>
                    <a:pt x="5548855" y="1010203"/>
                  </a:lnTo>
                  <a:lnTo>
                    <a:pt x="5549000" y="1010203"/>
                  </a:lnTo>
                  <a:lnTo>
                    <a:pt x="5549146" y="1010203"/>
                  </a:lnTo>
                  <a:lnTo>
                    <a:pt x="5549291" y="1010203"/>
                  </a:lnTo>
                  <a:lnTo>
                    <a:pt x="5549436" y="1010203"/>
                  </a:lnTo>
                  <a:lnTo>
                    <a:pt x="5549582" y="1010203"/>
                  </a:lnTo>
                  <a:lnTo>
                    <a:pt x="5549727" y="1010203"/>
                  </a:lnTo>
                  <a:lnTo>
                    <a:pt x="5549873" y="1010203"/>
                  </a:lnTo>
                  <a:lnTo>
                    <a:pt x="5550018" y="1010203"/>
                  </a:lnTo>
                  <a:lnTo>
                    <a:pt x="5550163" y="1010203"/>
                  </a:lnTo>
                  <a:lnTo>
                    <a:pt x="5550309" y="1010203"/>
                  </a:lnTo>
                  <a:lnTo>
                    <a:pt x="5550454" y="1010203"/>
                  </a:lnTo>
                  <a:lnTo>
                    <a:pt x="5550600" y="1010203"/>
                  </a:lnTo>
                  <a:lnTo>
                    <a:pt x="5550745" y="1010203"/>
                  </a:lnTo>
                  <a:lnTo>
                    <a:pt x="5550891" y="1010203"/>
                  </a:lnTo>
                  <a:lnTo>
                    <a:pt x="5551036" y="1010203"/>
                  </a:lnTo>
                  <a:lnTo>
                    <a:pt x="5551036" y="1009579"/>
                  </a:lnTo>
                  <a:lnTo>
                    <a:pt x="5551181" y="1009579"/>
                  </a:lnTo>
                  <a:lnTo>
                    <a:pt x="5551327" y="1009579"/>
                  </a:lnTo>
                  <a:lnTo>
                    <a:pt x="5551327" y="1008956"/>
                  </a:lnTo>
                  <a:lnTo>
                    <a:pt x="5551472" y="1008956"/>
                  </a:lnTo>
                  <a:lnTo>
                    <a:pt x="5551618" y="1008956"/>
                  </a:lnTo>
                  <a:lnTo>
                    <a:pt x="5551763" y="1008956"/>
                  </a:lnTo>
                  <a:lnTo>
                    <a:pt x="5551909" y="1008956"/>
                  </a:lnTo>
                  <a:lnTo>
                    <a:pt x="5552054" y="1008956"/>
                  </a:lnTo>
                  <a:lnTo>
                    <a:pt x="5552199" y="1008956"/>
                  </a:lnTo>
                  <a:lnTo>
                    <a:pt x="5552345" y="1008956"/>
                  </a:lnTo>
                  <a:lnTo>
                    <a:pt x="5552490" y="1008956"/>
                  </a:lnTo>
                  <a:lnTo>
                    <a:pt x="5552636" y="1008956"/>
                  </a:lnTo>
                  <a:lnTo>
                    <a:pt x="5552781" y="1008956"/>
                  </a:lnTo>
                  <a:lnTo>
                    <a:pt x="5552927" y="1008956"/>
                  </a:lnTo>
                  <a:lnTo>
                    <a:pt x="5552927" y="1008332"/>
                  </a:lnTo>
                  <a:lnTo>
                    <a:pt x="5553072" y="1008332"/>
                  </a:lnTo>
                  <a:lnTo>
                    <a:pt x="5553217" y="1008332"/>
                  </a:lnTo>
                  <a:lnTo>
                    <a:pt x="5553363" y="1008332"/>
                  </a:lnTo>
                  <a:lnTo>
                    <a:pt x="5553508" y="1008332"/>
                  </a:lnTo>
                  <a:lnTo>
                    <a:pt x="5553654" y="1008332"/>
                  </a:lnTo>
                  <a:lnTo>
                    <a:pt x="5553799" y="1008332"/>
                  </a:lnTo>
                  <a:lnTo>
                    <a:pt x="5553945" y="1008332"/>
                  </a:lnTo>
                  <a:lnTo>
                    <a:pt x="5554090" y="1008332"/>
                  </a:lnTo>
                  <a:lnTo>
                    <a:pt x="5554235" y="1008332"/>
                  </a:lnTo>
                  <a:lnTo>
                    <a:pt x="5554381" y="1008332"/>
                  </a:lnTo>
                  <a:lnTo>
                    <a:pt x="5554526" y="1008332"/>
                  </a:lnTo>
                  <a:lnTo>
                    <a:pt x="5554672" y="1008332"/>
                  </a:lnTo>
                  <a:lnTo>
                    <a:pt x="5554817" y="1008332"/>
                  </a:lnTo>
                  <a:lnTo>
                    <a:pt x="5554963" y="1008332"/>
                  </a:lnTo>
                  <a:lnTo>
                    <a:pt x="5555108" y="1008332"/>
                  </a:lnTo>
                  <a:lnTo>
                    <a:pt x="5555253" y="1008332"/>
                  </a:lnTo>
                  <a:lnTo>
                    <a:pt x="5555399" y="1008332"/>
                  </a:lnTo>
                  <a:lnTo>
                    <a:pt x="5555544" y="1008332"/>
                  </a:lnTo>
                  <a:lnTo>
                    <a:pt x="5555690" y="1008332"/>
                  </a:lnTo>
                  <a:lnTo>
                    <a:pt x="5555835" y="1008332"/>
                  </a:lnTo>
                  <a:lnTo>
                    <a:pt x="5555981" y="1008332"/>
                  </a:lnTo>
                  <a:lnTo>
                    <a:pt x="5555981" y="1007709"/>
                  </a:lnTo>
                  <a:lnTo>
                    <a:pt x="5556126" y="1007709"/>
                  </a:lnTo>
                  <a:lnTo>
                    <a:pt x="5556271" y="1007709"/>
                  </a:lnTo>
                  <a:lnTo>
                    <a:pt x="5556417" y="1007709"/>
                  </a:lnTo>
                  <a:lnTo>
                    <a:pt x="5556562" y="1007709"/>
                  </a:lnTo>
                  <a:lnTo>
                    <a:pt x="5556708" y="1007709"/>
                  </a:lnTo>
                  <a:lnTo>
                    <a:pt x="5556853" y="1007709"/>
                  </a:lnTo>
                  <a:lnTo>
                    <a:pt x="5556853" y="1007085"/>
                  </a:lnTo>
                  <a:lnTo>
                    <a:pt x="5556998" y="1007085"/>
                  </a:lnTo>
                  <a:lnTo>
                    <a:pt x="5557144" y="1007085"/>
                  </a:lnTo>
                  <a:lnTo>
                    <a:pt x="5557289" y="1007085"/>
                  </a:lnTo>
                  <a:lnTo>
                    <a:pt x="5557435" y="1007085"/>
                  </a:lnTo>
                  <a:lnTo>
                    <a:pt x="5557580" y="1007085"/>
                  </a:lnTo>
                  <a:lnTo>
                    <a:pt x="5557726" y="1007085"/>
                  </a:lnTo>
                  <a:lnTo>
                    <a:pt x="5557871" y="1007085"/>
                  </a:lnTo>
                  <a:lnTo>
                    <a:pt x="5558016" y="1007085"/>
                  </a:lnTo>
                  <a:lnTo>
                    <a:pt x="5558162" y="1007085"/>
                  </a:lnTo>
                  <a:lnTo>
                    <a:pt x="5558307" y="1007085"/>
                  </a:lnTo>
                  <a:lnTo>
                    <a:pt x="5558453" y="1007085"/>
                  </a:lnTo>
                  <a:lnTo>
                    <a:pt x="5558598" y="1007085"/>
                  </a:lnTo>
                  <a:lnTo>
                    <a:pt x="5558744" y="1007085"/>
                  </a:lnTo>
                  <a:lnTo>
                    <a:pt x="5558744" y="1006461"/>
                  </a:lnTo>
                  <a:lnTo>
                    <a:pt x="5558889" y="1006461"/>
                  </a:lnTo>
                  <a:lnTo>
                    <a:pt x="5558889" y="1005838"/>
                  </a:lnTo>
                  <a:lnTo>
                    <a:pt x="5559034" y="1005838"/>
                  </a:lnTo>
                  <a:lnTo>
                    <a:pt x="5559180" y="1005838"/>
                  </a:lnTo>
                  <a:lnTo>
                    <a:pt x="5559325" y="1005838"/>
                  </a:lnTo>
                  <a:lnTo>
                    <a:pt x="5559471" y="1005838"/>
                  </a:lnTo>
                  <a:lnTo>
                    <a:pt x="5559616" y="1005838"/>
                  </a:lnTo>
                  <a:lnTo>
                    <a:pt x="5559762" y="1005838"/>
                  </a:lnTo>
                  <a:lnTo>
                    <a:pt x="5559907" y="1005838"/>
                  </a:lnTo>
                  <a:lnTo>
                    <a:pt x="5560052" y="1005838"/>
                  </a:lnTo>
                  <a:lnTo>
                    <a:pt x="5560052" y="1005214"/>
                  </a:lnTo>
                  <a:lnTo>
                    <a:pt x="5560052" y="1004591"/>
                  </a:lnTo>
                  <a:lnTo>
                    <a:pt x="5560198" y="1004591"/>
                  </a:lnTo>
                  <a:lnTo>
                    <a:pt x="5560343" y="1004591"/>
                  </a:lnTo>
                  <a:lnTo>
                    <a:pt x="5560343" y="1003967"/>
                  </a:lnTo>
                  <a:lnTo>
                    <a:pt x="5560489" y="1003967"/>
                  </a:lnTo>
                  <a:lnTo>
                    <a:pt x="5560634" y="1003967"/>
                  </a:lnTo>
                  <a:lnTo>
                    <a:pt x="5560634" y="1003343"/>
                  </a:lnTo>
                  <a:lnTo>
                    <a:pt x="5560780" y="1003343"/>
                  </a:lnTo>
                  <a:lnTo>
                    <a:pt x="5560925" y="1003343"/>
                  </a:lnTo>
                  <a:lnTo>
                    <a:pt x="5560925" y="1002720"/>
                  </a:lnTo>
                  <a:lnTo>
                    <a:pt x="5561070" y="1002720"/>
                  </a:lnTo>
                  <a:lnTo>
                    <a:pt x="5561216" y="1002720"/>
                  </a:lnTo>
                  <a:lnTo>
                    <a:pt x="5561361" y="1002720"/>
                  </a:lnTo>
                  <a:lnTo>
                    <a:pt x="5561507" y="1002720"/>
                  </a:lnTo>
                  <a:lnTo>
                    <a:pt x="5561652" y="1002720"/>
                  </a:lnTo>
                  <a:lnTo>
                    <a:pt x="5561798" y="1002720"/>
                  </a:lnTo>
                  <a:lnTo>
                    <a:pt x="5561943" y="1002720"/>
                  </a:lnTo>
                  <a:lnTo>
                    <a:pt x="5562088" y="1002720"/>
                  </a:lnTo>
                  <a:lnTo>
                    <a:pt x="5562234" y="1002720"/>
                  </a:lnTo>
                  <a:lnTo>
                    <a:pt x="5562379" y="1002720"/>
                  </a:lnTo>
                  <a:lnTo>
                    <a:pt x="5562525" y="1002720"/>
                  </a:lnTo>
                  <a:lnTo>
                    <a:pt x="5562670" y="1002720"/>
                  </a:lnTo>
                  <a:lnTo>
                    <a:pt x="5562816" y="1002720"/>
                  </a:lnTo>
                  <a:lnTo>
                    <a:pt x="5562961" y="1002720"/>
                  </a:lnTo>
                  <a:lnTo>
                    <a:pt x="5563106" y="1002720"/>
                  </a:lnTo>
                  <a:lnTo>
                    <a:pt x="5563252" y="1002720"/>
                  </a:lnTo>
                  <a:lnTo>
                    <a:pt x="5563397" y="1002720"/>
                  </a:lnTo>
                  <a:lnTo>
                    <a:pt x="5563543" y="1002720"/>
                  </a:lnTo>
                  <a:lnTo>
                    <a:pt x="5563543" y="1002096"/>
                  </a:lnTo>
                  <a:lnTo>
                    <a:pt x="5563688" y="1002096"/>
                  </a:lnTo>
                  <a:lnTo>
                    <a:pt x="5563833" y="1002096"/>
                  </a:lnTo>
                  <a:lnTo>
                    <a:pt x="5563979" y="1002096"/>
                  </a:lnTo>
                  <a:lnTo>
                    <a:pt x="5564124" y="1002096"/>
                  </a:lnTo>
                  <a:lnTo>
                    <a:pt x="5564270" y="1002096"/>
                  </a:lnTo>
                  <a:lnTo>
                    <a:pt x="5564415" y="1002096"/>
                  </a:lnTo>
                  <a:lnTo>
                    <a:pt x="5564561" y="1002096"/>
                  </a:lnTo>
                  <a:lnTo>
                    <a:pt x="5564706" y="1002096"/>
                  </a:lnTo>
                  <a:lnTo>
                    <a:pt x="5564851" y="1002096"/>
                  </a:lnTo>
                  <a:lnTo>
                    <a:pt x="5564997" y="1002096"/>
                  </a:lnTo>
                  <a:lnTo>
                    <a:pt x="5565142" y="1002096"/>
                  </a:lnTo>
                  <a:lnTo>
                    <a:pt x="5565288" y="1002096"/>
                  </a:lnTo>
                  <a:lnTo>
                    <a:pt x="5565433" y="1002096"/>
                  </a:lnTo>
                  <a:lnTo>
                    <a:pt x="5565579" y="1002096"/>
                  </a:lnTo>
                  <a:lnTo>
                    <a:pt x="5565724" y="1002096"/>
                  </a:lnTo>
                  <a:lnTo>
                    <a:pt x="5565869" y="1002096"/>
                  </a:lnTo>
                  <a:lnTo>
                    <a:pt x="5566015" y="1002096"/>
                  </a:lnTo>
                  <a:lnTo>
                    <a:pt x="5566160" y="1002096"/>
                  </a:lnTo>
                  <a:lnTo>
                    <a:pt x="5566306" y="1002096"/>
                  </a:lnTo>
                  <a:lnTo>
                    <a:pt x="5566451" y="1002096"/>
                  </a:lnTo>
                  <a:lnTo>
                    <a:pt x="5566597" y="1002096"/>
                  </a:lnTo>
                  <a:lnTo>
                    <a:pt x="5566742" y="1002096"/>
                  </a:lnTo>
                  <a:lnTo>
                    <a:pt x="5566887" y="1002096"/>
                  </a:lnTo>
                  <a:lnTo>
                    <a:pt x="5566887" y="1001473"/>
                  </a:lnTo>
                  <a:lnTo>
                    <a:pt x="5567033" y="1001473"/>
                  </a:lnTo>
                  <a:lnTo>
                    <a:pt x="5567178" y="1001473"/>
                  </a:lnTo>
                  <a:lnTo>
                    <a:pt x="5567324" y="1001473"/>
                  </a:lnTo>
                  <a:lnTo>
                    <a:pt x="5567469" y="1001473"/>
                  </a:lnTo>
                  <a:lnTo>
                    <a:pt x="5567615" y="1001473"/>
                  </a:lnTo>
                  <a:lnTo>
                    <a:pt x="5567615" y="1000849"/>
                  </a:lnTo>
                  <a:lnTo>
                    <a:pt x="5567760" y="1000849"/>
                  </a:lnTo>
                  <a:lnTo>
                    <a:pt x="5567905" y="1000849"/>
                  </a:lnTo>
                  <a:lnTo>
                    <a:pt x="5567905" y="1000226"/>
                  </a:lnTo>
                  <a:lnTo>
                    <a:pt x="5568051" y="1000226"/>
                  </a:lnTo>
                  <a:lnTo>
                    <a:pt x="5568196" y="1000226"/>
                  </a:lnTo>
                  <a:lnTo>
                    <a:pt x="5568342" y="1000226"/>
                  </a:lnTo>
                  <a:lnTo>
                    <a:pt x="5568487" y="1000226"/>
                  </a:lnTo>
                  <a:lnTo>
                    <a:pt x="5568633" y="1000226"/>
                  </a:lnTo>
                  <a:lnTo>
                    <a:pt x="5568778" y="1000226"/>
                  </a:lnTo>
                  <a:lnTo>
                    <a:pt x="5568923" y="1000226"/>
                  </a:lnTo>
                  <a:lnTo>
                    <a:pt x="5569069" y="1000226"/>
                  </a:lnTo>
                  <a:lnTo>
                    <a:pt x="5569214" y="1000226"/>
                  </a:lnTo>
                  <a:lnTo>
                    <a:pt x="5569214" y="999602"/>
                  </a:lnTo>
                  <a:lnTo>
                    <a:pt x="5569360" y="999602"/>
                  </a:lnTo>
                  <a:lnTo>
                    <a:pt x="5569505" y="999602"/>
                  </a:lnTo>
                  <a:lnTo>
                    <a:pt x="5569651" y="999602"/>
                  </a:lnTo>
                  <a:lnTo>
                    <a:pt x="5569796" y="999602"/>
                  </a:lnTo>
                  <a:lnTo>
                    <a:pt x="5569941" y="999602"/>
                  </a:lnTo>
                  <a:lnTo>
                    <a:pt x="5570087" y="999602"/>
                  </a:lnTo>
                  <a:lnTo>
                    <a:pt x="5570232" y="999602"/>
                  </a:lnTo>
                  <a:lnTo>
                    <a:pt x="5570378" y="999602"/>
                  </a:lnTo>
                  <a:lnTo>
                    <a:pt x="5570523" y="999602"/>
                  </a:lnTo>
                  <a:lnTo>
                    <a:pt x="5570668" y="999602"/>
                  </a:lnTo>
                  <a:lnTo>
                    <a:pt x="5570814" y="999602"/>
                  </a:lnTo>
                  <a:lnTo>
                    <a:pt x="5570959" y="999602"/>
                  </a:lnTo>
                  <a:lnTo>
                    <a:pt x="5570959" y="998978"/>
                  </a:lnTo>
                  <a:lnTo>
                    <a:pt x="5571105" y="998978"/>
                  </a:lnTo>
                  <a:lnTo>
                    <a:pt x="5571250" y="998978"/>
                  </a:lnTo>
                  <a:lnTo>
                    <a:pt x="5571396" y="998978"/>
                  </a:lnTo>
                  <a:lnTo>
                    <a:pt x="5571541" y="998978"/>
                  </a:lnTo>
                  <a:lnTo>
                    <a:pt x="5571686" y="998978"/>
                  </a:lnTo>
                  <a:lnTo>
                    <a:pt x="5571832" y="998978"/>
                  </a:lnTo>
                  <a:lnTo>
                    <a:pt x="5571977" y="998978"/>
                  </a:lnTo>
                  <a:lnTo>
                    <a:pt x="5572123" y="998978"/>
                  </a:lnTo>
                  <a:lnTo>
                    <a:pt x="5572123" y="998355"/>
                  </a:lnTo>
                  <a:lnTo>
                    <a:pt x="5572268" y="998355"/>
                  </a:lnTo>
                  <a:lnTo>
                    <a:pt x="5572268" y="997731"/>
                  </a:lnTo>
                  <a:lnTo>
                    <a:pt x="5572414" y="997731"/>
                  </a:lnTo>
                  <a:lnTo>
                    <a:pt x="5572559" y="997731"/>
                  </a:lnTo>
                  <a:lnTo>
                    <a:pt x="5572704" y="997731"/>
                  </a:lnTo>
                  <a:lnTo>
                    <a:pt x="5572850" y="997731"/>
                  </a:lnTo>
                  <a:lnTo>
                    <a:pt x="5572995" y="997731"/>
                  </a:lnTo>
                  <a:lnTo>
                    <a:pt x="5573141" y="997731"/>
                  </a:lnTo>
                  <a:lnTo>
                    <a:pt x="5573286" y="997731"/>
                  </a:lnTo>
                  <a:lnTo>
                    <a:pt x="5573432" y="997731"/>
                  </a:lnTo>
                  <a:lnTo>
                    <a:pt x="5573432" y="997108"/>
                  </a:lnTo>
                  <a:lnTo>
                    <a:pt x="5573577" y="997108"/>
                  </a:lnTo>
                  <a:lnTo>
                    <a:pt x="5573722" y="997108"/>
                  </a:lnTo>
                  <a:lnTo>
                    <a:pt x="5573868" y="997108"/>
                  </a:lnTo>
                  <a:lnTo>
                    <a:pt x="5574013" y="997108"/>
                  </a:lnTo>
                  <a:lnTo>
                    <a:pt x="5574013" y="996484"/>
                  </a:lnTo>
                  <a:lnTo>
                    <a:pt x="5574159" y="996484"/>
                  </a:lnTo>
                  <a:lnTo>
                    <a:pt x="5574304" y="996484"/>
                  </a:lnTo>
                  <a:lnTo>
                    <a:pt x="5574450" y="996484"/>
                  </a:lnTo>
                  <a:lnTo>
                    <a:pt x="5574595" y="996484"/>
                  </a:lnTo>
                  <a:lnTo>
                    <a:pt x="5574740" y="996484"/>
                  </a:lnTo>
                  <a:lnTo>
                    <a:pt x="5574886" y="996484"/>
                  </a:lnTo>
                  <a:lnTo>
                    <a:pt x="5574886" y="995860"/>
                  </a:lnTo>
                  <a:lnTo>
                    <a:pt x="5575031" y="995860"/>
                  </a:lnTo>
                  <a:lnTo>
                    <a:pt x="5575177" y="995860"/>
                  </a:lnTo>
                  <a:lnTo>
                    <a:pt x="5575322" y="995860"/>
                  </a:lnTo>
                  <a:lnTo>
                    <a:pt x="5575468" y="995860"/>
                  </a:lnTo>
                  <a:lnTo>
                    <a:pt x="5575613" y="995860"/>
                  </a:lnTo>
                  <a:lnTo>
                    <a:pt x="5575758" y="995860"/>
                  </a:lnTo>
                  <a:lnTo>
                    <a:pt x="5575758" y="995237"/>
                  </a:lnTo>
                  <a:lnTo>
                    <a:pt x="5575904" y="995237"/>
                  </a:lnTo>
                  <a:lnTo>
                    <a:pt x="5576049" y="995237"/>
                  </a:lnTo>
                  <a:lnTo>
                    <a:pt x="5576195" y="995237"/>
                  </a:lnTo>
                  <a:lnTo>
                    <a:pt x="5576340" y="995237"/>
                  </a:lnTo>
                  <a:lnTo>
                    <a:pt x="5576340" y="994613"/>
                  </a:lnTo>
                  <a:lnTo>
                    <a:pt x="5576486" y="994613"/>
                  </a:lnTo>
                  <a:lnTo>
                    <a:pt x="5576631" y="994613"/>
                  </a:lnTo>
                  <a:lnTo>
                    <a:pt x="5576776" y="994613"/>
                  </a:lnTo>
                  <a:lnTo>
                    <a:pt x="5576922" y="994613"/>
                  </a:lnTo>
                  <a:lnTo>
                    <a:pt x="5577067" y="994613"/>
                  </a:lnTo>
                  <a:lnTo>
                    <a:pt x="5577213" y="994613"/>
                  </a:lnTo>
                  <a:lnTo>
                    <a:pt x="5577358" y="994613"/>
                  </a:lnTo>
                  <a:lnTo>
                    <a:pt x="5577503" y="994613"/>
                  </a:lnTo>
                  <a:lnTo>
                    <a:pt x="5577503" y="993990"/>
                  </a:lnTo>
                  <a:lnTo>
                    <a:pt x="5577503" y="993366"/>
                  </a:lnTo>
                  <a:lnTo>
                    <a:pt x="5577649" y="993366"/>
                  </a:lnTo>
                  <a:lnTo>
                    <a:pt x="5577794" y="993366"/>
                  </a:lnTo>
                  <a:lnTo>
                    <a:pt x="5577940" y="993366"/>
                  </a:lnTo>
                  <a:lnTo>
                    <a:pt x="5578085" y="993366"/>
                  </a:lnTo>
                  <a:lnTo>
                    <a:pt x="5578231" y="993366"/>
                  </a:lnTo>
                  <a:lnTo>
                    <a:pt x="5578376" y="993366"/>
                  </a:lnTo>
                  <a:lnTo>
                    <a:pt x="5578521" y="993366"/>
                  </a:lnTo>
                  <a:lnTo>
                    <a:pt x="5578667" y="993366"/>
                  </a:lnTo>
                  <a:lnTo>
                    <a:pt x="5578812" y="993366"/>
                  </a:lnTo>
                  <a:lnTo>
                    <a:pt x="5578812" y="992743"/>
                  </a:lnTo>
                  <a:lnTo>
                    <a:pt x="5578958" y="992743"/>
                  </a:lnTo>
                  <a:lnTo>
                    <a:pt x="5579103" y="992743"/>
                  </a:lnTo>
                  <a:lnTo>
                    <a:pt x="5579249" y="992743"/>
                  </a:lnTo>
                  <a:lnTo>
                    <a:pt x="5579394" y="992743"/>
                  </a:lnTo>
                  <a:lnTo>
                    <a:pt x="5579539" y="992743"/>
                  </a:lnTo>
                  <a:lnTo>
                    <a:pt x="5579539" y="992119"/>
                  </a:lnTo>
                  <a:lnTo>
                    <a:pt x="5579539" y="991495"/>
                  </a:lnTo>
                  <a:lnTo>
                    <a:pt x="5579539" y="990872"/>
                  </a:lnTo>
                  <a:lnTo>
                    <a:pt x="5579685" y="990872"/>
                  </a:lnTo>
                  <a:lnTo>
                    <a:pt x="5579830" y="990872"/>
                  </a:lnTo>
                  <a:lnTo>
                    <a:pt x="5579976" y="990872"/>
                  </a:lnTo>
                  <a:lnTo>
                    <a:pt x="5579976" y="990248"/>
                  </a:lnTo>
                  <a:lnTo>
                    <a:pt x="5580121" y="990248"/>
                  </a:lnTo>
                  <a:lnTo>
                    <a:pt x="5580267" y="990248"/>
                  </a:lnTo>
                  <a:lnTo>
                    <a:pt x="5580412" y="990248"/>
                  </a:lnTo>
                  <a:lnTo>
                    <a:pt x="5580557" y="990248"/>
                  </a:lnTo>
                  <a:lnTo>
                    <a:pt x="5580703" y="990248"/>
                  </a:lnTo>
                  <a:lnTo>
                    <a:pt x="5580848" y="990248"/>
                  </a:lnTo>
                  <a:lnTo>
                    <a:pt x="5580848" y="989625"/>
                  </a:lnTo>
                  <a:lnTo>
                    <a:pt x="5580994" y="989625"/>
                  </a:lnTo>
                  <a:lnTo>
                    <a:pt x="5581139" y="989625"/>
                  </a:lnTo>
                  <a:lnTo>
                    <a:pt x="5581285" y="989625"/>
                  </a:lnTo>
                  <a:lnTo>
                    <a:pt x="5581430" y="989625"/>
                  </a:lnTo>
                  <a:lnTo>
                    <a:pt x="5581575" y="989625"/>
                  </a:lnTo>
                  <a:lnTo>
                    <a:pt x="5581721" y="989625"/>
                  </a:lnTo>
                  <a:lnTo>
                    <a:pt x="5581866" y="989625"/>
                  </a:lnTo>
                  <a:lnTo>
                    <a:pt x="5582012" y="989625"/>
                  </a:lnTo>
                  <a:lnTo>
                    <a:pt x="5582157" y="989625"/>
                  </a:lnTo>
                  <a:lnTo>
                    <a:pt x="5582303" y="989625"/>
                  </a:lnTo>
                  <a:lnTo>
                    <a:pt x="5582303" y="989001"/>
                  </a:lnTo>
                  <a:lnTo>
                    <a:pt x="5582448" y="989001"/>
                  </a:lnTo>
                  <a:lnTo>
                    <a:pt x="5582593" y="989001"/>
                  </a:lnTo>
                  <a:lnTo>
                    <a:pt x="5582739" y="989001"/>
                  </a:lnTo>
                  <a:lnTo>
                    <a:pt x="5582884" y="989001"/>
                  </a:lnTo>
                  <a:lnTo>
                    <a:pt x="5583030" y="989001"/>
                  </a:lnTo>
                  <a:lnTo>
                    <a:pt x="5583175" y="989001"/>
                  </a:lnTo>
                  <a:lnTo>
                    <a:pt x="5583321" y="989001"/>
                  </a:lnTo>
                  <a:lnTo>
                    <a:pt x="5583466" y="989001"/>
                  </a:lnTo>
                  <a:lnTo>
                    <a:pt x="5583611" y="989001"/>
                  </a:lnTo>
                  <a:lnTo>
                    <a:pt x="5583611" y="988377"/>
                  </a:lnTo>
                  <a:lnTo>
                    <a:pt x="5583757" y="988377"/>
                  </a:lnTo>
                  <a:lnTo>
                    <a:pt x="5583902" y="988377"/>
                  </a:lnTo>
                  <a:lnTo>
                    <a:pt x="5584048" y="988377"/>
                  </a:lnTo>
                  <a:lnTo>
                    <a:pt x="5584193" y="988377"/>
                  </a:lnTo>
                  <a:lnTo>
                    <a:pt x="5584338" y="988377"/>
                  </a:lnTo>
                  <a:lnTo>
                    <a:pt x="5584484" y="988377"/>
                  </a:lnTo>
                  <a:lnTo>
                    <a:pt x="5584629" y="988377"/>
                  </a:lnTo>
                  <a:lnTo>
                    <a:pt x="5584775" y="988377"/>
                  </a:lnTo>
                  <a:lnTo>
                    <a:pt x="5584920" y="988377"/>
                  </a:lnTo>
                  <a:lnTo>
                    <a:pt x="5585066" y="988377"/>
                  </a:lnTo>
                  <a:lnTo>
                    <a:pt x="5585211" y="988377"/>
                  </a:lnTo>
                  <a:lnTo>
                    <a:pt x="5585356" y="988377"/>
                  </a:lnTo>
                  <a:lnTo>
                    <a:pt x="5585356" y="987754"/>
                  </a:lnTo>
                  <a:lnTo>
                    <a:pt x="5585502" y="987754"/>
                  </a:lnTo>
                  <a:lnTo>
                    <a:pt x="5585647" y="987754"/>
                  </a:lnTo>
                  <a:lnTo>
                    <a:pt x="5585793" y="987754"/>
                  </a:lnTo>
                  <a:lnTo>
                    <a:pt x="5585938" y="987754"/>
                  </a:lnTo>
                  <a:lnTo>
                    <a:pt x="5586084" y="987754"/>
                  </a:lnTo>
                  <a:lnTo>
                    <a:pt x="5586229" y="987754"/>
                  </a:lnTo>
                  <a:lnTo>
                    <a:pt x="5586374" y="987754"/>
                  </a:lnTo>
                  <a:lnTo>
                    <a:pt x="5586520" y="987754"/>
                  </a:lnTo>
                  <a:lnTo>
                    <a:pt x="5586665" y="987754"/>
                  </a:lnTo>
                  <a:lnTo>
                    <a:pt x="5586811" y="987754"/>
                  </a:lnTo>
                  <a:lnTo>
                    <a:pt x="5586956" y="987754"/>
                  </a:lnTo>
                  <a:lnTo>
                    <a:pt x="5587102" y="987754"/>
                  </a:lnTo>
                  <a:lnTo>
                    <a:pt x="5587102" y="987130"/>
                  </a:lnTo>
                  <a:lnTo>
                    <a:pt x="5587247" y="987130"/>
                  </a:lnTo>
                  <a:lnTo>
                    <a:pt x="5587392" y="987130"/>
                  </a:lnTo>
                  <a:lnTo>
                    <a:pt x="5587538" y="987130"/>
                  </a:lnTo>
                  <a:lnTo>
                    <a:pt x="5587683" y="987130"/>
                  </a:lnTo>
                  <a:lnTo>
                    <a:pt x="5587829" y="987130"/>
                  </a:lnTo>
                  <a:lnTo>
                    <a:pt x="5587829" y="986507"/>
                  </a:lnTo>
                  <a:lnTo>
                    <a:pt x="5587974" y="986507"/>
                  </a:lnTo>
                  <a:lnTo>
                    <a:pt x="5588120" y="986507"/>
                  </a:lnTo>
                  <a:lnTo>
                    <a:pt x="5588265" y="986507"/>
                  </a:lnTo>
                  <a:lnTo>
                    <a:pt x="5588410" y="986507"/>
                  </a:lnTo>
                  <a:lnTo>
                    <a:pt x="5588556" y="986507"/>
                  </a:lnTo>
                  <a:lnTo>
                    <a:pt x="5588701" y="986507"/>
                  </a:lnTo>
                  <a:lnTo>
                    <a:pt x="5588847" y="986507"/>
                  </a:lnTo>
                  <a:lnTo>
                    <a:pt x="5588992" y="986507"/>
                  </a:lnTo>
                  <a:lnTo>
                    <a:pt x="5589138" y="986507"/>
                  </a:lnTo>
                  <a:lnTo>
                    <a:pt x="5589283" y="986507"/>
                  </a:lnTo>
                  <a:lnTo>
                    <a:pt x="5589428" y="986507"/>
                  </a:lnTo>
                  <a:lnTo>
                    <a:pt x="5589574" y="986507"/>
                  </a:lnTo>
                  <a:lnTo>
                    <a:pt x="5589719" y="986507"/>
                  </a:lnTo>
                  <a:lnTo>
                    <a:pt x="5589865" y="986507"/>
                  </a:lnTo>
                  <a:lnTo>
                    <a:pt x="5590010" y="986507"/>
                  </a:lnTo>
                  <a:lnTo>
                    <a:pt x="5590156" y="986507"/>
                  </a:lnTo>
                  <a:lnTo>
                    <a:pt x="5590301" y="986507"/>
                  </a:lnTo>
                  <a:lnTo>
                    <a:pt x="5590446" y="986507"/>
                  </a:lnTo>
                  <a:lnTo>
                    <a:pt x="5590446" y="985883"/>
                  </a:lnTo>
                  <a:lnTo>
                    <a:pt x="5590592" y="985883"/>
                  </a:lnTo>
                  <a:lnTo>
                    <a:pt x="5590737" y="985883"/>
                  </a:lnTo>
                  <a:lnTo>
                    <a:pt x="5590737" y="985260"/>
                  </a:lnTo>
                  <a:lnTo>
                    <a:pt x="5590883" y="985260"/>
                  </a:lnTo>
                  <a:lnTo>
                    <a:pt x="5591028" y="985260"/>
                  </a:lnTo>
                  <a:lnTo>
                    <a:pt x="5591173" y="985260"/>
                  </a:lnTo>
                  <a:lnTo>
                    <a:pt x="5591319" y="985260"/>
                  </a:lnTo>
                  <a:lnTo>
                    <a:pt x="5591464" y="985260"/>
                  </a:lnTo>
                  <a:lnTo>
                    <a:pt x="5591610" y="985260"/>
                  </a:lnTo>
                  <a:lnTo>
                    <a:pt x="5591755" y="985260"/>
                  </a:lnTo>
                  <a:lnTo>
                    <a:pt x="5591901" y="985260"/>
                  </a:lnTo>
                  <a:lnTo>
                    <a:pt x="5592046" y="985260"/>
                  </a:lnTo>
                  <a:lnTo>
                    <a:pt x="5592191" y="985260"/>
                  </a:lnTo>
                  <a:lnTo>
                    <a:pt x="5592337" y="985260"/>
                  </a:lnTo>
                  <a:lnTo>
                    <a:pt x="5592482" y="985260"/>
                  </a:lnTo>
                  <a:lnTo>
                    <a:pt x="5592628" y="985260"/>
                  </a:lnTo>
                  <a:lnTo>
                    <a:pt x="5592773" y="985260"/>
                  </a:lnTo>
                  <a:lnTo>
                    <a:pt x="5592919" y="985260"/>
                  </a:lnTo>
                  <a:lnTo>
                    <a:pt x="5593064" y="985260"/>
                  </a:lnTo>
                  <a:lnTo>
                    <a:pt x="5593209" y="985260"/>
                  </a:lnTo>
                  <a:lnTo>
                    <a:pt x="5593355" y="985260"/>
                  </a:lnTo>
                  <a:lnTo>
                    <a:pt x="5593500" y="985260"/>
                  </a:lnTo>
                  <a:lnTo>
                    <a:pt x="5593646" y="985260"/>
                  </a:lnTo>
                  <a:lnTo>
                    <a:pt x="5593791" y="985260"/>
                  </a:lnTo>
                  <a:lnTo>
                    <a:pt x="5593937" y="985260"/>
                  </a:lnTo>
                  <a:lnTo>
                    <a:pt x="5594082" y="985260"/>
                  </a:lnTo>
                  <a:lnTo>
                    <a:pt x="5594227" y="985260"/>
                  </a:lnTo>
                  <a:lnTo>
                    <a:pt x="5594373" y="985260"/>
                  </a:lnTo>
                  <a:lnTo>
                    <a:pt x="5594518" y="985260"/>
                  </a:lnTo>
                  <a:lnTo>
                    <a:pt x="5594664" y="985260"/>
                  </a:lnTo>
                  <a:lnTo>
                    <a:pt x="5594809" y="985260"/>
                  </a:lnTo>
                  <a:lnTo>
                    <a:pt x="5594809" y="984636"/>
                  </a:lnTo>
                  <a:lnTo>
                    <a:pt x="5594955" y="984636"/>
                  </a:lnTo>
                  <a:lnTo>
                    <a:pt x="5595100" y="984636"/>
                  </a:lnTo>
                  <a:lnTo>
                    <a:pt x="5595245" y="984636"/>
                  </a:lnTo>
                  <a:lnTo>
                    <a:pt x="5595391" y="984636"/>
                  </a:lnTo>
                  <a:lnTo>
                    <a:pt x="5595536" y="984636"/>
                  </a:lnTo>
                  <a:lnTo>
                    <a:pt x="5595682" y="984636"/>
                  </a:lnTo>
                  <a:lnTo>
                    <a:pt x="5595827" y="984636"/>
                  </a:lnTo>
                  <a:lnTo>
                    <a:pt x="5595973" y="984636"/>
                  </a:lnTo>
                  <a:lnTo>
                    <a:pt x="5596118" y="984636"/>
                  </a:lnTo>
                  <a:lnTo>
                    <a:pt x="5596263" y="984636"/>
                  </a:lnTo>
                  <a:lnTo>
                    <a:pt x="5596409" y="984636"/>
                  </a:lnTo>
                  <a:lnTo>
                    <a:pt x="5596554" y="984636"/>
                  </a:lnTo>
                  <a:lnTo>
                    <a:pt x="5596700" y="984636"/>
                  </a:lnTo>
                  <a:lnTo>
                    <a:pt x="5596845" y="984636"/>
                  </a:lnTo>
                  <a:lnTo>
                    <a:pt x="5596991" y="984636"/>
                  </a:lnTo>
                  <a:lnTo>
                    <a:pt x="5597136" y="984636"/>
                  </a:lnTo>
                  <a:lnTo>
                    <a:pt x="5597281" y="984636"/>
                  </a:lnTo>
                  <a:lnTo>
                    <a:pt x="5597427" y="984636"/>
                  </a:lnTo>
                  <a:lnTo>
                    <a:pt x="5597572" y="984636"/>
                  </a:lnTo>
                  <a:lnTo>
                    <a:pt x="5597718" y="984636"/>
                  </a:lnTo>
                  <a:lnTo>
                    <a:pt x="5597863" y="984636"/>
                  </a:lnTo>
                  <a:lnTo>
                    <a:pt x="5598008" y="984636"/>
                  </a:lnTo>
                  <a:lnTo>
                    <a:pt x="5598154" y="984636"/>
                  </a:lnTo>
                  <a:lnTo>
                    <a:pt x="5598299" y="984636"/>
                  </a:lnTo>
                  <a:lnTo>
                    <a:pt x="5598445" y="984636"/>
                  </a:lnTo>
                  <a:lnTo>
                    <a:pt x="5598590" y="984636"/>
                  </a:lnTo>
                  <a:lnTo>
                    <a:pt x="5598736" y="984636"/>
                  </a:lnTo>
                  <a:lnTo>
                    <a:pt x="5598881" y="984636"/>
                  </a:lnTo>
                  <a:lnTo>
                    <a:pt x="5599026" y="984636"/>
                  </a:lnTo>
                  <a:lnTo>
                    <a:pt x="5599172" y="984636"/>
                  </a:lnTo>
                  <a:lnTo>
                    <a:pt x="5599172" y="984012"/>
                  </a:lnTo>
                  <a:lnTo>
                    <a:pt x="5599317" y="984012"/>
                  </a:lnTo>
                  <a:lnTo>
                    <a:pt x="5599317" y="983389"/>
                  </a:lnTo>
                  <a:lnTo>
                    <a:pt x="5599463" y="983389"/>
                  </a:lnTo>
                  <a:lnTo>
                    <a:pt x="5599608" y="983389"/>
                  </a:lnTo>
                  <a:lnTo>
                    <a:pt x="5599754" y="983389"/>
                  </a:lnTo>
                  <a:lnTo>
                    <a:pt x="5599899" y="983389"/>
                  </a:lnTo>
                  <a:lnTo>
                    <a:pt x="5600044" y="983389"/>
                  </a:lnTo>
                  <a:lnTo>
                    <a:pt x="5600190" y="983389"/>
                  </a:lnTo>
                  <a:lnTo>
                    <a:pt x="5600335" y="983389"/>
                  </a:lnTo>
                  <a:lnTo>
                    <a:pt x="5600481" y="983389"/>
                  </a:lnTo>
                  <a:lnTo>
                    <a:pt x="5600626" y="983389"/>
                  </a:lnTo>
                  <a:lnTo>
                    <a:pt x="5600772" y="983389"/>
                  </a:lnTo>
                  <a:lnTo>
                    <a:pt x="5600917" y="983389"/>
                  </a:lnTo>
                  <a:lnTo>
                    <a:pt x="5601062" y="983389"/>
                  </a:lnTo>
                  <a:lnTo>
                    <a:pt x="5601208" y="983389"/>
                  </a:lnTo>
                  <a:lnTo>
                    <a:pt x="5601353" y="983389"/>
                  </a:lnTo>
                  <a:lnTo>
                    <a:pt x="5601499" y="983389"/>
                  </a:lnTo>
                  <a:lnTo>
                    <a:pt x="5601644" y="983389"/>
                  </a:lnTo>
                  <a:lnTo>
                    <a:pt x="5601790" y="983389"/>
                  </a:lnTo>
                  <a:lnTo>
                    <a:pt x="5601935" y="983389"/>
                  </a:lnTo>
                  <a:lnTo>
                    <a:pt x="5602080" y="983389"/>
                  </a:lnTo>
                  <a:lnTo>
                    <a:pt x="5602226" y="983389"/>
                  </a:lnTo>
                  <a:lnTo>
                    <a:pt x="5602371" y="983389"/>
                  </a:lnTo>
                  <a:lnTo>
                    <a:pt x="5602517" y="983389"/>
                  </a:lnTo>
                  <a:lnTo>
                    <a:pt x="5602662" y="983389"/>
                  </a:lnTo>
                  <a:lnTo>
                    <a:pt x="5602808" y="983389"/>
                  </a:lnTo>
                  <a:lnTo>
                    <a:pt x="5602808" y="982765"/>
                  </a:lnTo>
                  <a:lnTo>
                    <a:pt x="5602953" y="982765"/>
                  </a:lnTo>
                  <a:lnTo>
                    <a:pt x="5602953" y="982142"/>
                  </a:lnTo>
                  <a:lnTo>
                    <a:pt x="5603098" y="982142"/>
                  </a:lnTo>
                  <a:lnTo>
                    <a:pt x="5603244" y="982142"/>
                  </a:lnTo>
                  <a:lnTo>
                    <a:pt x="5603389" y="982142"/>
                  </a:lnTo>
                  <a:lnTo>
                    <a:pt x="5603535" y="982142"/>
                  </a:lnTo>
                  <a:lnTo>
                    <a:pt x="5603680" y="982142"/>
                  </a:lnTo>
                  <a:lnTo>
                    <a:pt x="5603826" y="982142"/>
                  </a:lnTo>
                  <a:lnTo>
                    <a:pt x="5603971" y="982142"/>
                  </a:lnTo>
                  <a:lnTo>
                    <a:pt x="5604116" y="982142"/>
                  </a:lnTo>
                  <a:lnTo>
                    <a:pt x="5604262" y="982142"/>
                  </a:lnTo>
                  <a:lnTo>
                    <a:pt x="5604407" y="982142"/>
                  </a:lnTo>
                  <a:lnTo>
                    <a:pt x="5604407" y="981518"/>
                  </a:lnTo>
                  <a:lnTo>
                    <a:pt x="5604407" y="980894"/>
                  </a:lnTo>
                  <a:lnTo>
                    <a:pt x="5604407" y="980271"/>
                  </a:lnTo>
                  <a:lnTo>
                    <a:pt x="5604553" y="980271"/>
                  </a:lnTo>
                  <a:lnTo>
                    <a:pt x="5604698" y="980271"/>
                  </a:lnTo>
                  <a:lnTo>
                    <a:pt x="5604843" y="980271"/>
                  </a:lnTo>
                  <a:lnTo>
                    <a:pt x="5604989" y="980271"/>
                  </a:lnTo>
                  <a:lnTo>
                    <a:pt x="5605134" y="980271"/>
                  </a:lnTo>
                  <a:lnTo>
                    <a:pt x="5605280" y="980271"/>
                  </a:lnTo>
                  <a:lnTo>
                    <a:pt x="5605425" y="980271"/>
                  </a:lnTo>
                  <a:lnTo>
                    <a:pt x="5605571" y="980271"/>
                  </a:lnTo>
                  <a:lnTo>
                    <a:pt x="5605716" y="980271"/>
                  </a:lnTo>
                  <a:lnTo>
                    <a:pt x="5605861" y="980271"/>
                  </a:lnTo>
                  <a:lnTo>
                    <a:pt x="5606007" y="980271"/>
                  </a:lnTo>
                  <a:lnTo>
                    <a:pt x="5606152" y="980271"/>
                  </a:lnTo>
                  <a:lnTo>
                    <a:pt x="5606298" y="980271"/>
                  </a:lnTo>
                  <a:lnTo>
                    <a:pt x="5606443" y="980271"/>
                  </a:lnTo>
                  <a:lnTo>
                    <a:pt x="5606589" y="980271"/>
                  </a:lnTo>
                  <a:lnTo>
                    <a:pt x="5606734" y="980271"/>
                  </a:lnTo>
                  <a:lnTo>
                    <a:pt x="5606879" y="980271"/>
                  </a:lnTo>
                  <a:lnTo>
                    <a:pt x="5607025" y="980271"/>
                  </a:lnTo>
                  <a:lnTo>
                    <a:pt x="5607170" y="980271"/>
                  </a:lnTo>
                  <a:lnTo>
                    <a:pt x="5607170" y="979647"/>
                  </a:lnTo>
                  <a:lnTo>
                    <a:pt x="5607316" y="979647"/>
                  </a:lnTo>
                  <a:lnTo>
                    <a:pt x="5607461" y="979647"/>
                  </a:lnTo>
                  <a:lnTo>
                    <a:pt x="5607607" y="979647"/>
                  </a:lnTo>
                  <a:lnTo>
                    <a:pt x="5607752" y="979647"/>
                  </a:lnTo>
                  <a:lnTo>
                    <a:pt x="5607897" y="979647"/>
                  </a:lnTo>
                  <a:lnTo>
                    <a:pt x="5608043" y="979647"/>
                  </a:lnTo>
                  <a:lnTo>
                    <a:pt x="5608188" y="979647"/>
                  </a:lnTo>
                  <a:lnTo>
                    <a:pt x="5608334" y="979647"/>
                  </a:lnTo>
                  <a:lnTo>
                    <a:pt x="5608479" y="979647"/>
                  </a:lnTo>
                  <a:lnTo>
                    <a:pt x="5608625" y="979647"/>
                  </a:lnTo>
                  <a:lnTo>
                    <a:pt x="5608770" y="979647"/>
                  </a:lnTo>
                  <a:lnTo>
                    <a:pt x="5608915" y="979647"/>
                  </a:lnTo>
                  <a:lnTo>
                    <a:pt x="5609061" y="979647"/>
                  </a:lnTo>
                  <a:lnTo>
                    <a:pt x="5609206" y="979647"/>
                  </a:lnTo>
                  <a:lnTo>
                    <a:pt x="5609352" y="979647"/>
                  </a:lnTo>
                  <a:lnTo>
                    <a:pt x="5609497" y="979647"/>
                  </a:lnTo>
                  <a:lnTo>
                    <a:pt x="5609643" y="979647"/>
                  </a:lnTo>
                  <a:lnTo>
                    <a:pt x="5609788" y="979647"/>
                  </a:lnTo>
                  <a:lnTo>
                    <a:pt x="5609933" y="979647"/>
                  </a:lnTo>
                  <a:lnTo>
                    <a:pt x="5610079" y="979647"/>
                  </a:lnTo>
                  <a:lnTo>
                    <a:pt x="5610224" y="979647"/>
                  </a:lnTo>
                  <a:lnTo>
                    <a:pt x="5610224" y="979024"/>
                  </a:lnTo>
                  <a:lnTo>
                    <a:pt x="5610370" y="979024"/>
                  </a:lnTo>
                  <a:lnTo>
                    <a:pt x="5610515" y="979024"/>
                  </a:lnTo>
                  <a:lnTo>
                    <a:pt x="5610660" y="979024"/>
                  </a:lnTo>
                  <a:lnTo>
                    <a:pt x="5610806" y="979024"/>
                  </a:lnTo>
                  <a:lnTo>
                    <a:pt x="5610806" y="978400"/>
                  </a:lnTo>
                  <a:lnTo>
                    <a:pt x="5610951" y="978400"/>
                  </a:lnTo>
                  <a:lnTo>
                    <a:pt x="5611097" y="978400"/>
                  </a:lnTo>
                  <a:lnTo>
                    <a:pt x="5611242" y="978400"/>
                  </a:lnTo>
                  <a:lnTo>
                    <a:pt x="5611388" y="978400"/>
                  </a:lnTo>
                  <a:lnTo>
                    <a:pt x="5611533" y="978400"/>
                  </a:lnTo>
                  <a:lnTo>
                    <a:pt x="5611678" y="978400"/>
                  </a:lnTo>
                  <a:lnTo>
                    <a:pt x="5611824" y="978400"/>
                  </a:lnTo>
                  <a:lnTo>
                    <a:pt x="5611969" y="978400"/>
                  </a:lnTo>
                  <a:lnTo>
                    <a:pt x="5612115" y="978400"/>
                  </a:lnTo>
                  <a:lnTo>
                    <a:pt x="5612115" y="977777"/>
                  </a:lnTo>
                  <a:lnTo>
                    <a:pt x="5612260" y="977777"/>
                  </a:lnTo>
                  <a:lnTo>
                    <a:pt x="5612406" y="977777"/>
                  </a:lnTo>
                  <a:lnTo>
                    <a:pt x="5612551" y="977777"/>
                  </a:lnTo>
                  <a:lnTo>
                    <a:pt x="5612696" y="977777"/>
                  </a:lnTo>
                  <a:lnTo>
                    <a:pt x="5612842" y="977777"/>
                  </a:lnTo>
                  <a:lnTo>
                    <a:pt x="5612987" y="977777"/>
                  </a:lnTo>
                  <a:lnTo>
                    <a:pt x="5613133" y="977777"/>
                  </a:lnTo>
                  <a:lnTo>
                    <a:pt x="5613278" y="977777"/>
                  </a:lnTo>
                  <a:lnTo>
                    <a:pt x="5613424" y="977777"/>
                  </a:lnTo>
                  <a:lnTo>
                    <a:pt x="5613569" y="977777"/>
                  </a:lnTo>
                  <a:lnTo>
                    <a:pt x="5613714" y="977777"/>
                  </a:lnTo>
                  <a:lnTo>
                    <a:pt x="5613860" y="977777"/>
                  </a:lnTo>
                  <a:lnTo>
                    <a:pt x="5614005" y="977777"/>
                  </a:lnTo>
                  <a:lnTo>
                    <a:pt x="5614005" y="977153"/>
                  </a:lnTo>
                  <a:lnTo>
                    <a:pt x="5614151" y="977153"/>
                  </a:lnTo>
                  <a:lnTo>
                    <a:pt x="5614296" y="977153"/>
                  </a:lnTo>
                  <a:lnTo>
                    <a:pt x="5614442" y="977153"/>
                  </a:lnTo>
                  <a:lnTo>
                    <a:pt x="5614442" y="976529"/>
                  </a:lnTo>
                  <a:lnTo>
                    <a:pt x="5614587" y="976529"/>
                  </a:lnTo>
                  <a:lnTo>
                    <a:pt x="5614732" y="976529"/>
                  </a:lnTo>
                  <a:lnTo>
                    <a:pt x="5614878" y="976529"/>
                  </a:lnTo>
                  <a:lnTo>
                    <a:pt x="5614878" y="975906"/>
                  </a:lnTo>
                  <a:lnTo>
                    <a:pt x="5615023" y="975906"/>
                  </a:lnTo>
                  <a:lnTo>
                    <a:pt x="5615169" y="975906"/>
                  </a:lnTo>
                  <a:lnTo>
                    <a:pt x="5615314" y="975906"/>
                  </a:lnTo>
                  <a:lnTo>
                    <a:pt x="5615460" y="975906"/>
                  </a:lnTo>
                  <a:lnTo>
                    <a:pt x="5615605" y="975906"/>
                  </a:lnTo>
                  <a:lnTo>
                    <a:pt x="5615750" y="975906"/>
                  </a:lnTo>
                  <a:lnTo>
                    <a:pt x="5615896" y="975906"/>
                  </a:lnTo>
                  <a:lnTo>
                    <a:pt x="5616041" y="975906"/>
                  </a:lnTo>
                  <a:lnTo>
                    <a:pt x="5616187" y="975906"/>
                  </a:lnTo>
                  <a:lnTo>
                    <a:pt x="5616332" y="975906"/>
                  </a:lnTo>
                  <a:lnTo>
                    <a:pt x="5616478" y="975906"/>
                  </a:lnTo>
                  <a:lnTo>
                    <a:pt x="5616478" y="975282"/>
                  </a:lnTo>
                  <a:lnTo>
                    <a:pt x="5616623" y="975282"/>
                  </a:lnTo>
                  <a:lnTo>
                    <a:pt x="5616768" y="975282"/>
                  </a:lnTo>
                  <a:lnTo>
                    <a:pt x="5616914" y="975282"/>
                  </a:lnTo>
                  <a:lnTo>
                    <a:pt x="5617059" y="975282"/>
                  </a:lnTo>
                  <a:lnTo>
                    <a:pt x="5617205" y="975282"/>
                  </a:lnTo>
                  <a:lnTo>
                    <a:pt x="5617350" y="975282"/>
                  </a:lnTo>
                  <a:lnTo>
                    <a:pt x="5617495" y="975282"/>
                  </a:lnTo>
                  <a:lnTo>
                    <a:pt x="5617641" y="975282"/>
                  </a:lnTo>
                  <a:lnTo>
                    <a:pt x="5617786" y="975282"/>
                  </a:lnTo>
                  <a:lnTo>
                    <a:pt x="5617932" y="975282"/>
                  </a:lnTo>
                  <a:lnTo>
                    <a:pt x="5618077" y="975282"/>
                  </a:lnTo>
                  <a:lnTo>
                    <a:pt x="5618223" y="975282"/>
                  </a:lnTo>
                  <a:lnTo>
                    <a:pt x="5618368" y="975282"/>
                  </a:lnTo>
                  <a:lnTo>
                    <a:pt x="5618513" y="975282"/>
                  </a:lnTo>
                  <a:lnTo>
                    <a:pt x="5618513" y="974659"/>
                  </a:lnTo>
                  <a:lnTo>
                    <a:pt x="5618659" y="974659"/>
                  </a:lnTo>
                  <a:lnTo>
                    <a:pt x="5618804" y="974659"/>
                  </a:lnTo>
                  <a:lnTo>
                    <a:pt x="5618950" y="974659"/>
                  </a:lnTo>
                  <a:lnTo>
                    <a:pt x="5619095" y="974659"/>
                  </a:lnTo>
                  <a:lnTo>
                    <a:pt x="5619241" y="974659"/>
                  </a:lnTo>
                  <a:lnTo>
                    <a:pt x="5619386" y="974659"/>
                  </a:lnTo>
                  <a:lnTo>
                    <a:pt x="5619531" y="974659"/>
                  </a:lnTo>
                  <a:lnTo>
                    <a:pt x="5619677" y="974659"/>
                  </a:lnTo>
                  <a:lnTo>
                    <a:pt x="5619822" y="974659"/>
                  </a:lnTo>
                  <a:lnTo>
                    <a:pt x="5619822" y="974035"/>
                  </a:lnTo>
                  <a:lnTo>
                    <a:pt x="5619968" y="974035"/>
                  </a:lnTo>
                  <a:lnTo>
                    <a:pt x="5620113" y="974035"/>
                  </a:lnTo>
                  <a:lnTo>
                    <a:pt x="5620259" y="974035"/>
                  </a:lnTo>
                  <a:lnTo>
                    <a:pt x="5620404" y="974035"/>
                  </a:lnTo>
                  <a:lnTo>
                    <a:pt x="5620549" y="974035"/>
                  </a:lnTo>
                  <a:lnTo>
                    <a:pt x="5620695" y="974035"/>
                  </a:lnTo>
                  <a:lnTo>
                    <a:pt x="5620840" y="974035"/>
                  </a:lnTo>
                  <a:lnTo>
                    <a:pt x="5620986" y="974035"/>
                  </a:lnTo>
                  <a:lnTo>
                    <a:pt x="5621131" y="974035"/>
                  </a:lnTo>
                  <a:lnTo>
                    <a:pt x="5621131" y="973412"/>
                  </a:lnTo>
                  <a:lnTo>
                    <a:pt x="5621277" y="973412"/>
                  </a:lnTo>
                  <a:lnTo>
                    <a:pt x="5621422" y="973412"/>
                  </a:lnTo>
                  <a:lnTo>
                    <a:pt x="5621567" y="973412"/>
                  </a:lnTo>
                  <a:lnTo>
                    <a:pt x="5621713" y="973412"/>
                  </a:lnTo>
                  <a:lnTo>
                    <a:pt x="5621858" y="973412"/>
                  </a:lnTo>
                  <a:lnTo>
                    <a:pt x="5622004" y="973412"/>
                  </a:lnTo>
                  <a:lnTo>
                    <a:pt x="5622149" y="973412"/>
                  </a:lnTo>
                  <a:lnTo>
                    <a:pt x="5622149" y="972788"/>
                  </a:lnTo>
                  <a:lnTo>
                    <a:pt x="5622295" y="972788"/>
                  </a:lnTo>
                  <a:lnTo>
                    <a:pt x="5622295" y="972164"/>
                  </a:lnTo>
                  <a:lnTo>
                    <a:pt x="5622440" y="972164"/>
                  </a:lnTo>
                  <a:lnTo>
                    <a:pt x="5622585" y="972164"/>
                  </a:lnTo>
                  <a:lnTo>
                    <a:pt x="5622731" y="972164"/>
                  </a:lnTo>
                  <a:lnTo>
                    <a:pt x="5622876" y="972164"/>
                  </a:lnTo>
                  <a:lnTo>
                    <a:pt x="5623022" y="972164"/>
                  </a:lnTo>
                  <a:lnTo>
                    <a:pt x="5623167" y="972164"/>
                  </a:lnTo>
                  <a:lnTo>
                    <a:pt x="5623167" y="971541"/>
                  </a:lnTo>
                  <a:lnTo>
                    <a:pt x="5623167" y="970917"/>
                  </a:lnTo>
                  <a:lnTo>
                    <a:pt x="5623313" y="970917"/>
                  </a:lnTo>
                  <a:lnTo>
                    <a:pt x="5623458" y="970917"/>
                  </a:lnTo>
                  <a:lnTo>
                    <a:pt x="5623603" y="970917"/>
                  </a:lnTo>
                  <a:lnTo>
                    <a:pt x="5623749" y="970917"/>
                  </a:lnTo>
                  <a:lnTo>
                    <a:pt x="5623894" y="970917"/>
                  </a:lnTo>
                  <a:lnTo>
                    <a:pt x="5624040" y="970917"/>
                  </a:lnTo>
                  <a:lnTo>
                    <a:pt x="5624040" y="970294"/>
                  </a:lnTo>
                  <a:lnTo>
                    <a:pt x="5624185" y="970294"/>
                  </a:lnTo>
                  <a:lnTo>
                    <a:pt x="5624330" y="970294"/>
                  </a:lnTo>
                  <a:lnTo>
                    <a:pt x="5624476" y="970294"/>
                  </a:lnTo>
                  <a:lnTo>
                    <a:pt x="5624621" y="970294"/>
                  </a:lnTo>
                  <a:lnTo>
                    <a:pt x="5624767" y="970294"/>
                  </a:lnTo>
                  <a:lnTo>
                    <a:pt x="5624912" y="970294"/>
                  </a:lnTo>
                  <a:lnTo>
                    <a:pt x="5625058" y="970294"/>
                  </a:lnTo>
                  <a:lnTo>
                    <a:pt x="5625203" y="970294"/>
                  </a:lnTo>
                  <a:lnTo>
                    <a:pt x="5625203" y="969670"/>
                  </a:lnTo>
                  <a:lnTo>
                    <a:pt x="5625348" y="969670"/>
                  </a:lnTo>
                  <a:lnTo>
                    <a:pt x="5625494" y="969670"/>
                  </a:lnTo>
                  <a:lnTo>
                    <a:pt x="5625639" y="969670"/>
                  </a:lnTo>
                  <a:lnTo>
                    <a:pt x="5625785" y="969670"/>
                  </a:lnTo>
                  <a:lnTo>
                    <a:pt x="5625930" y="969670"/>
                  </a:lnTo>
                  <a:lnTo>
                    <a:pt x="5626076" y="969670"/>
                  </a:lnTo>
                  <a:lnTo>
                    <a:pt x="5626221" y="969670"/>
                  </a:lnTo>
                  <a:lnTo>
                    <a:pt x="5626366" y="969670"/>
                  </a:lnTo>
                  <a:lnTo>
                    <a:pt x="5626512" y="969670"/>
                  </a:lnTo>
                  <a:lnTo>
                    <a:pt x="5626657" y="969670"/>
                  </a:lnTo>
                  <a:lnTo>
                    <a:pt x="5626803" y="969670"/>
                  </a:lnTo>
                  <a:lnTo>
                    <a:pt x="5626948" y="969670"/>
                  </a:lnTo>
                  <a:lnTo>
                    <a:pt x="5627094" y="969670"/>
                  </a:lnTo>
                  <a:lnTo>
                    <a:pt x="5627239" y="969670"/>
                  </a:lnTo>
                  <a:lnTo>
                    <a:pt x="5627384" y="969670"/>
                  </a:lnTo>
                  <a:lnTo>
                    <a:pt x="5627530" y="969670"/>
                  </a:lnTo>
                  <a:lnTo>
                    <a:pt x="5627675" y="969670"/>
                  </a:lnTo>
                  <a:lnTo>
                    <a:pt x="5627821" y="969670"/>
                  </a:lnTo>
                  <a:lnTo>
                    <a:pt x="5627966" y="969670"/>
                  </a:lnTo>
                  <a:lnTo>
                    <a:pt x="5628112" y="969670"/>
                  </a:lnTo>
                  <a:lnTo>
                    <a:pt x="5628257" y="969670"/>
                  </a:lnTo>
                  <a:lnTo>
                    <a:pt x="5628402" y="969670"/>
                  </a:lnTo>
                  <a:lnTo>
                    <a:pt x="5628548" y="969670"/>
                  </a:lnTo>
                  <a:lnTo>
                    <a:pt x="5628693" y="969670"/>
                  </a:lnTo>
                  <a:lnTo>
                    <a:pt x="5628839" y="969670"/>
                  </a:lnTo>
                  <a:lnTo>
                    <a:pt x="5628984" y="969670"/>
                  </a:lnTo>
                  <a:lnTo>
                    <a:pt x="5629130" y="969670"/>
                  </a:lnTo>
                  <a:lnTo>
                    <a:pt x="5629275" y="969670"/>
                  </a:lnTo>
                  <a:lnTo>
                    <a:pt x="5629420" y="969670"/>
                  </a:lnTo>
                  <a:lnTo>
                    <a:pt x="5629566" y="969670"/>
                  </a:lnTo>
                  <a:lnTo>
                    <a:pt x="5629711" y="969670"/>
                  </a:lnTo>
                  <a:lnTo>
                    <a:pt x="5629711" y="969046"/>
                  </a:lnTo>
                  <a:lnTo>
                    <a:pt x="5629857" y="969046"/>
                  </a:lnTo>
                  <a:lnTo>
                    <a:pt x="5630002" y="969046"/>
                  </a:lnTo>
                  <a:lnTo>
                    <a:pt x="5630148" y="969046"/>
                  </a:lnTo>
                  <a:lnTo>
                    <a:pt x="5630293" y="969046"/>
                  </a:lnTo>
                  <a:lnTo>
                    <a:pt x="5630438" y="969046"/>
                  </a:lnTo>
                  <a:lnTo>
                    <a:pt x="5630438" y="968423"/>
                  </a:lnTo>
                  <a:lnTo>
                    <a:pt x="5630584" y="968423"/>
                  </a:lnTo>
                  <a:lnTo>
                    <a:pt x="5630729" y="968423"/>
                  </a:lnTo>
                  <a:lnTo>
                    <a:pt x="5630875" y="968423"/>
                  </a:lnTo>
                  <a:lnTo>
                    <a:pt x="5631020" y="968423"/>
                  </a:lnTo>
                  <a:lnTo>
                    <a:pt x="5631165" y="968423"/>
                  </a:lnTo>
                  <a:lnTo>
                    <a:pt x="5631311" y="968423"/>
                  </a:lnTo>
                  <a:lnTo>
                    <a:pt x="5631311" y="967799"/>
                  </a:lnTo>
                  <a:lnTo>
                    <a:pt x="5631456" y="967799"/>
                  </a:lnTo>
                  <a:lnTo>
                    <a:pt x="5631602" y="967799"/>
                  </a:lnTo>
                  <a:lnTo>
                    <a:pt x="5631747" y="967799"/>
                  </a:lnTo>
                  <a:lnTo>
                    <a:pt x="5631893" y="967799"/>
                  </a:lnTo>
                  <a:lnTo>
                    <a:pt x="5632038" y="967799"/>
                  </a:lnTo>
                  <a:lnTo>
                    <a:pt x="5632183" y="967799"/>
                  </a:lnTo>
                  <a:lnTo>
                    <a:pt x="5632329" y="967799"/>
                  </a:lnTo>
                  <a:lnTo>
                    <a:pt x="5632474" y="967799"/>
                  </a:lnTo>
                  <a:lnTo>
                    <a:pt x="5632620" y="967799"/>
                  </a:lnTo>
                  <a:lnTo>
                    <a:pt x="5632765" y="967799"/>
                  </a:lnTo>
                  <a:lnTo>
                    <a:pt x="5632911" y="967799"/>
                  </a:lnTo>
                  <a:lnTo>
                    <a:pt x="5633056" y="967799"/>
                  </a:lnTo>
                  <a:lnTo>
                    <a:pt x="5633201" y="967799"/>
                  </a:lnTo>
                  <a:lnTo>
                    <a:pt x="5633201" y="967176"/>
                  </a:lnTo>
                  <a:lnTo>
                    <a:pt x="5633347" y="967176"/>
                  </a:lnTo>
                  <a:lnTo>
                    <a:pt x="5633347" y="966552"/>
                  </a:lnTo>
                  <a:lnTo>
                    <a:pt x="5633347" y="965929"/>
                  </a:lnTo>
                  <a:lnTo>
                    <a:pt x="5633347" y="965305"/>
                  </a:lnTo>
                  <a:lnTo>
                    <a:pt x="5633492" y="965305"/>
                  </a:lnTo>
                  <a:lnTo>
                    <a:pt x="5633638" y="965305"/>
                  </a:lnTo>
                  <a:lnTo>
                    <a:pt x="5633783" y="965305"/>
                  </a:lnTo>
                  <a:lnTo>
                    <a:pt x="5633783" y="964681"/>
                  </a:lnTo>
                  <a:lnTo>
                    <a:pt x="5633929" y="964681"/>
                  </a:lnTo>
                  <a:lnTo>
                    <a:pt x="5634074" y="964681"/>
                  </a:lnTo>
                  <a:lnTo>
                    <a:pt x="5634219" y="964681"/>
                  </a:lnTo>
                  <a:lnTo>
                    <a:pt x="5634365" y="964681"/>
                  </a:lnTo>
                  <a:lnTo>
                    <a:pt x="5634365" y="964058"/>
                  </a:lnTo>
                  <a:lnTo>
                    <a:pt x="5634510" y="964058"/>
                  </a:lnTo>
                  <a:lnTo>
                    <a:pt x="5634656" y="964058"/>
                  </a:lnTo>
                  <a:lnTo>
                    <a:pt x="5634801" y="964058"/>
                  </a:lnTo>
                  <a:lnTo>
                    <a:pt x="5634947" y="964058"/>
                  </a:lnTo>
                  <a:lnTo>
                    <a:pt x="5635092" y="964058"/>
                  </a:lnTo>
                  <a:lnTo>
                    <a:pt x="5635237" y="964058"/>
                  </a:lnTo>
                  <a:lnTo>
                    <a:pt x="5635383" y="964058"/>
                  </a:lnTo>
                  <a:lnTo>
                    <a:pt x="5635528" y="964058"/>
                  </a:lnTo>
                  <a:lnTo>
                    <a:pt x="5635674" y="964058"/>
                  </a:lnTo>
                  <a:lnTo>
                    <a:pt x="5635819" y="964058"/>
                  </a:lnTo>
                  <a:lnTo>
                    <a:pt x="5635819" y="963434"/>
                  </a:lnTo>
                  <a:lnTo>
                    <a:pt x="5635965" y="963434"/>
                  </a:lnTo>
                  <a:lnTo>
                    <a:pt x="5636110" y="963434"/>
                  </a:lnTo>
                  <a:lnTo>
                    <a:pt x="5636110" y="962811"/>
                  </a:lnTo>
                  <a:lnTo>
                    <a:pt x="5636255" y="962811"/>
                  </a:lnTo>
                  <a:lnTo>
                    <a:pt x="5636401" y="962811"/>
                  </a:lnTo>
                  <a:lnTo>
                    <a:pt x="5636546" y="962811"/>
                  </a:lnTo>
                  <a:lnTo>
                    <a:pt x="5636546" y="962187"/>
                  </a:lnTo>
                  <a:lnTo>
                    <a:pt x="5636692" y="962187"/>
                  </a:lnTo>
                  <a:lnTo>
                    <a:pt x="5636837" y="962187"/>
                  </a:lnTo>
                  <a:lnTo>
                    <a:pt x="5636983" y="962187"/>
                  </a:lnTo>
                  <a:lnTo>
                    <a:pt x="5637128" y="962187"/>
                  </a:lnTo>
                  <a:lnTo>
                    <a:pt x="5637273" y="962187"/>
                  </a:lnTo>
                  <a:lnTo>
                    <a:pt x="5637419" y="962187"/>
                  </a:lnTo>
                  <a:lnTo>
                    <a:pt x="5637564" y="962187"/>
                  </a:lnTo>
                  <a:lnTo>
                    <a:pt x="5637710" y="962187"/>
                  </a:lnTo>
                  <a:lnTo>
                    <a:pt x="5637855" y="962187"/>
                  </a:lnTo>
                  <a:lnTo>
                    <a:pt x="5638000" y="962187"/>
                  </a:lnTo>
                  <a:lnTo>
                    <a:pt x="5638146" y="962187"/>
                  </a:lnTo>
                  <a:lnTo>
                    <a:pt x="5638291" y="962187"/>
                  </a:lnTo>
                  <a:lnTo>
                    <a:pt x="5638437" y="962187"/>
                  </a:lnTo>
                  <a:lnTo>
                    <a:pt x="5638582" y="962187"/>
                  </a:lnTo>
                  <a:lnTo>
                    <a:pt x="5638582" y="961563"/>
                  </a:lnTo>
                  <a:lnTo>
                    <a:pt x="5638728" y="961563"/>
                  </a:lnTo>
                  <a:lnTo>
                    <a:pt x="5638728" y="960940"/>
                  </a:lnTo>
                  <a:lnTo>
                    <a:pt x="5638873" y="960940"/>
                  </a:lnTo>
                  <a:lnTo>
                    <a:pt x="5639018" y="960940"/>
                  </a:lnTo>
                  <a:lnTo>
                    <a:pt x="5639164" y="960940"/>
                  </a:lnTo>
                  <a:lnTo>
                    <a:pt x="5639309" y="960940"/>
                  </a:lnTo>
                  <a:lnTo>
                    <a:pt x="5639309" y="960316"/>
                  </a:lnTo>
                  <a:lnTo>
                    <a:pt x="5639455" y="960316"/>
                  </a:lnTo>
                  <a:lnTo>
                    <a:pt x="5639600" y="960316"/>
                  </a:lnTo>
                  <a:lnTo>
                    <a:pt x="5639746" y="960316"/>
                  </a:lnTo>
                  <a:lnTo>
                    <a:pt x="5639891" y="960316"/>
                  </a:lnTo>
                  <a:lnTo>
                    <a:pt x="5640036" y="960316"/>
                  </a:lnTo>
                  <a:lnTo>
                    <a:pt x="5640182" y="960316"/>
                  </a:lnTo>
                  <a:lnTo>
                    <a:pt x="5640327" y="960316"/>
                  </a:lnTo>
                  <a:lnTo>
                    <a:pt x="5640327" y="959693"/>
                  </a:lnTo>
                  <a:lnTo>
                    <a:pt x="5640473" y="959693"/>
                  </a:lnTo>
                  <a:lnTo>
                    <a:pt x="5640618" y="959693"/>
                  </a:lnTo>
                  <a:lnTo>
                    <a:pt x="5640764" y="959693"/>
                  </a:lnTo>
                  <a:lnTo>
                    <a:pt x="5640909" y="959693"/>
                  </a:lnTo>
                  <a:lnTo>
                    <a:pt x="5641054" y="959693"/>
                  </a:lnTo>
                  <a:lnTo>
                    <a:pt x="5641200" y="959693"/>
                  </a:lnTo>
                  <a:lnTo>
                    <a:pt x="5641345" y="959693"/>
                  </a:lnTo>
                  <a:lnTo>
                    <a:pt x="5641491" y="959693"/>
                  </a:lnTo>
                  <a:lnTo>
                    <a:pt x="5641636" y="959693"/>
                  </a:lnTo>
                  <a:lnTo>
                    <a:pt x="5641782" y="959693"/>
                  </a:lnTo>
                  <a:lnTo>
                    <a:pt x="5641927" y="959693"/>
                  </a:lnTo>
                  <a:lnTo>
                    <a:pt x="5641927" y="959069"/>
                  </a:lnTo>
                  <a:lnTo>
                    <a:pt x="5642072" y="959069"/>
                  </a:lnTo>
                  <a:lnTo>
                    <a:pt x="5642218" y="959069"/>
                  </a:lnTo>
                  <a:lnTo>
                    <a:pt x="5642363" y="959069"/>
                  </a:lnTo>
                  <a:lnTo>
                    <a:pt x="5642509" y="959069"/>
                  </a:lnTo>
                  <a:lnTo>
                    <a:pt x="5642654" y="959069"/>
                  </a:lnTo>
                  <a:lnTo>
                    <a:pt x="5642800" y="959069"/>
                  </a:lnTo>
                  <a:lnTo>
                    <a:pt x="5642945" y="959069"/>
                  </a:lnTo>
                  <a:lnTo>
                    <a:pt x="5643090" y="959069"/>
                  </a:lnTo>
                  <a:lnTo>
                    <a:pt x="5643236" y="959069"/>
                  </a:lnTo>
                  <a:lnTo>
                    <a:pt x="5643381" y="959069"/>
                  </a:lnTo>
                  <a:lnTo>
                    <a:pt x="5643527" y="959069"/>
                  </a:lnTo>
                  <a:lnTo>
                    <a:pt x="5643672" y="959069"/>
                  </a:lnTo>
                  <a:lnTo>
                    <a:pt x="5643818" y="959069"/>
                  </a:lnTo>
                  <a:lnTo>
                    <a:pt x="5643818" y="958446"/>
                  </a:lnTo>
                  <a:lnTo>
                    <a:pt x="5643963" y="958446"/>
                  </a:lnTo>
                  <a:lnTo>
                    <a:pt x="5644108" y="958446"/>
                  </a:lnTo>
                  <a:lnTo>
                    <a:pt x="5644254" y="958446"/>
                  </a:lnTo>
                  <a:lnTo>
                    <a:pt x="5644399" y="958446"/>
                  </a:lnTo>
                  <a:lnTo>
                    <a:pt x="5644545" y="958446"/>
                  </a:lnTo>
                  <a:lnTo>
                    <a:pt x="5644690" y="958446"/>
                  </a:lnTo>
                  <a:lnTo>
                    <a:pt x="5644835" y="958446"/>
                  </a:lnTo>
                  <a:lnTo>
                    <a:pt x="5644981" y="958446"/>
                  </a:lnTo>
                  <a:lnTo>
                    <a:pt x="5645126" y="958446"/>
                  </a:lnTo>
                  <a:lnTo>
                    <a:pt x="5645272" y="958446"/>
                  </a:lnTo>
                  <a:lnTo>
                    <a:pt x="5645417" y="958446"/>
                  </a:lnTo>
                  <a:lnTo>
                    <a:pt x="5645563" y="958446"/>
                  </a:lnTo>
                  <a:lnTo>
                    <a:pt x="5645708" y="958446"/>
                  </a:lnTo>
                  <a:lnTo>
                    <a:pt x="5645708" y="957822"/>
                  </a:lnTo>
                  <a:lnTo>
                    <a:pt x="5645853" y="957822"/>
                  </a:lnTo>
                  <a:lnTo>
                    <a:pt x="5645999" y="957822"/>
                  </a:lnTo>
                  <a:lnTo>
                    <a:pt x="5646144" y="957822"/>
                  </a:lnTo>
                  <a:lnTo>
                    <a:pt x="5646290" y="957822"/>
                  </a:lnTo>
                  <a:lnTo>
                    <a:pt x="5646435" y="957822"/>
                  </a:lnTo>
                  <a:lnTo>
                    <a:pt x="5646581" y="957822"/>
                  </a:lnTo>
                  <a:lnTo>
                    <a:pt x="5646581" y="957198"/>
                  </a:lnTo>
                  <a:lnTo>
                    <a:pt x="5646726" y="957198"/>
                  </a:lnTo>
                  <a:lnTo>
                    <a:pt x="5646871" y="957198"/>
                  </a:lnTo>
                  <a:lnTo>
                    <a:pt x="5647017" y="957198"/>
                  </a:lnTo>
                  <a:lnTo>
                    <a:pt x="5647162" y="957198"/>
                  </a:lnTo>
                  <a:lnTo>
                    <a:pt x="5647308" y="957198"/>
                  </a:lnTo>
                  <a:lnTo>
                    <a:pt x="5647453" y="957198"/>
                  </a:lnTo>
                  <a:lnTo>
                    <a:pt x="5647599" y="957198"/>
                  </a:lnTo>
                  <a:lnTo>
                    <a:pt x="5647744" y="957198"/>
                  </a:lnTo>
                  <a:lnTo>
                    <a:pt x="5647889" y="957198"/>
                  </a:lnTo>
                  <a:lnTo>
                    <a:pt x="5647889" y="956575"/>
                  </a:lnTo>
                  <a:lnTo>
                    <a:pt x="5648035" y="956575"/>
                  </a:lnTo>
                  <a:lnTo>
                    <a:pt x="5648180" y="956575"/>
                  </a:lnTo>
                  <a:lnTo>
                    <a:pt x="5648326" y="956575"/>
                  </a:lnTo>
                  <a:lnTo>
                    <a:pt x="5648471" y="956575"/>
                  </a:lnTo>
                  <a:lnTo>
                    <a:pt x="5648617" y="956575"/>
                  </a:lnTo>
                  <a:lnTo>
                    <a:pt x="5648762" y="956575"/>
                  </a:lnTo>
                  <a:lnTo>
                    <a:pt x="5648907" y="956575"/>
                  </a:lnTo>
                  <a:lnTo>
                    <a:pt x="5649053" y="956575"/>
                  </a:lnTo>
                  <a:lnTo>
                    <a:pt x="5649198" y="956575"/>
                  </a:lnTo>
                  <a:lnTo>
                    <a:pt x="5649198" y="955951"/>
                  </a:lnTo>
                  <a:lnTo>
                    <a:pt x="5649344" y="955951"/>
                  </a:lnTo>
                  <a:lnTo>
                    <a:pt x="5649489" y="955951"/>
                  </a:lnTo>
                  <a:lnTo>
                    <a:pt x="5649635" y="955951"/>
                  </a:lnTo>
                  <a:lnTo>
                    <a:pt x="5649780" y="955951"/>
                  </a:lnTo>
                  <a:lnTo>
                    <a:pt x="5649925" y="955951"/>
                  </a:lnTo>
                  <a:lnTo>
                    <a:pt x="5650071" y="955951"/>
                  </a:lnTo>
                  <a:lnTo>
                    <a:pt x="5650216" y="955951"/>
                  </a:lnTo>
                  <a:lnTo>
                    <a:pt x="5650362" y="955951"/>
                  </a:lnTo>
                  <a:lnTo>
                    <a:pt x="5650507" y="955951"/>
                  </a:lnTo>
                  <a:lnTo>
                    <a:pt x="5650507" y="955328"/>
                  </a:lnTo>
                  <a:lnTo>
                    <a:pt x="5650507" y="954704"/>
                  </a:lnTo>
                  <a:lnTo>
                    <a:pt x="5650653" y="954704"/>
                  </a:lnTo>
                  <a:lnTo>
                    <a:pt x="5650798" y="954704"/>
                  </a:lnTo>
                  <a:lnTo>
                    <a:pt x="5650943" y="954704"/>
                  </a:lnTo>
                  <a:lnTo>
                    <a:pt x="5651089" y="954704"/>
                  </a:lnTo>
                  <a:lnTo>
                    <a:pt x="5651089" y="954080"/>
                  </a:lnTo>
                  <a:lnTo>
                    <a:pt x="5651089" y="953457"/>
                  </a:lnTo>
                  <a:lnTo>
                    <a:pt x="5651089" y="952833"/>
                  </a:lnTo>
                  <a:lnTo>
                    <a:pt x="5651089" y="952210"/>
                  </a:lnTo>
                  <a:lnTo>
                    <a:pt x="5651234" y="952210"/>
                  </a:lnTo>
                  <a:lnTo>
                    <a:pt x="5651380" y="952210"/>
                  </a:lnTo>
                  <a:lnTo>
                    <a:pt x="5651525" y="952210"/>
                  </a:lnTo>
                  <a:lnTo>
                    <a:pt x="5651670" y="952210"/>
                  </a:lnTo>
                  <a:lnTo>
                    <a:pt x="5651816" y="952210"/>
                  </a:lnTo>
                  <a:lnTo>
                    <a:pt x="5651961" y="952210"/>
                  </a:lnTo>
                  <a:lnTo>
                    <a:pt x="5652107" y="952210"/>
                  </a:lnTo>
                  <a:lnTo>
                    <a:pt x="5652252" y="952210"/>
                  </a:lnTo>
                  <a:lnTo>
                    <a:pt x="5652398" y="952210"/>
                  </a:lnTo>
                  <a:lnTo>
                    <a:pt x="5652543" y="952210"/>
                  </a:lnTo>
                  <a:lnTo>
                    <a:pt x="5652688" y="952210"/>
                  </a:lnTo>
                  <a:lnTo>
                    <a:pt x="5652834" y="952210"/>
                  </a:lnTo>
                  <a:lnTo>
                    <a:pt x="5652979" y="952210"/>
                  </a:lnTo>
                  <a:lnTo>
                    <a:pt x="5653125" y="952210"/>
                  </a:lnTo>
                  <a:lnTo>
                    <a:pt x="5653270" y="952210"/>
                  </a:lnTo>
                  <a:lnTo>
                    <a:pt x="5653270" y="951586"/>
                  </a:lnTo>
                  <a:lnTo>
                    <a:pt x="5653416" y="951586"/>
                  </a:lnTo>
                  <a:lnTo>
                    <a:pt x="5653561" y="951586"/>
                  </a:lnTo>
                  <a:lnTo>
                    <a:pt x="5653561" y="950963"/>
                  </a:lnTo>
                  <a:lnTo>
                    <a:pt x="5653706" y="950963"/>
                  </a:lnTo>
                  <a:lnTo>
                    <a:pt x="5653706" y="950339"/>
                  </a:lnTo>
                  <a:lnTo>
                    <a:pt x="5653852" y="950339"/>
                  </a:lnTo>
                  <a:lnTo>
                    <a:pt x="5653997" y="950339"/>
                  </a:lnTo>
                  <a:lnTo>
                    <a:pt x="5654143" y="950339"/>
                  </a:lnTo>
                  <a:lnTo>
                    <a:pt x="5654288" y="950339"/>
                  </a:lnTo>
                  <a:lnTo>
                    <a:pt x="5654434" y="950339"/>
                  </a:lnTo>
                  <a:lnTo>
                    <a:pt x="5654579" y="950339"/>
                  </a:lnTo>
                  <a:lnTo>
                    <a:pt x="5654724" y="950339"/>
                  </a:lnTo>
                  <a:lnTo>
                    <a:pt x="5654870" y="950339"/>
                  </a:lnTo>
                  <a:lnTo>
                    <a:pt x="5655015" y="950339"/>
                  </a:lnTo>
                  <a:lnTo>
                    <a:pt x="5655161" y="950339"/>
                  </a:lnTo>
                  <a:lnTo>
                    <a:pt x="5655161" y="949715"/>
                  </a:lnTo>
                  <a:lnTo>
                    <a:pt x="5655306" y="949715"/>
                  </a:lnTo>
                  <a:lnTo>
                    <a:pt x="5655452" y="949715"/>
                  </a:lnTo>
                  <a:lnTo>
                    <a:pt x="5655452" y="949092"/>
                  </a:lnTo>
                  <a:lnTo>
                    <a:pt x="5655597" y="949092"/>
                  </a:lnTo>
                  <a:lnTo>
                    <a:pt x="5655742" y="949092"/>
                  </a:lnTo>
                  <a:lnTo>
                    <a:pt x="5655888" y="949092"/>
                  </a:lnTo>
                  <a:lnTo>
                    <a:pt x="5656033" y="949092"/>
                  </a:lnTo>
                  <a:lnTo>
                    <a:pt x="5656179" y="949092"/>
                  </a:lnTo>
                  <a:lnTo>
                    <a:pt x="5656324" y="949092"/>
                  </a:lnTo>
                  <a:lnTo>
                    <a:pt x="5656470" y="949092"/>
                  </a:lnTo>
                  <a:lnTo>
                    <a:pt x="5656615" y="949092"/>
                  </a:lnTo>
                  <a:lnTo>
                    <a:pt x="5656760" y="949092"/>
                  </a:lnTo>
                  <a:lnTo>
                    <a:pt x="5656906" y="949092"/>
                  </a:lnTo>
                  <a:lnTo>
                    <a:pt x="5657051" y="949092"/>
                  </a:lnTo>
                  <a:lnTo>
                    <a:pt x="5657051" y="948468"/>
                  </a:lnTo>
                  <a:lnTo>
                    <a:pt x="5657197" y="948468"/>
                  </a:lnTo>
                  <a:lnTo>
                    <a:pt x="5657342" y="948468"/>
                  </a:lnTo>
                  <a:lnTo>
                    <a:pt x="5657342" y="947845"/>
                  </a:lnTo>
                  <a:lnTo>
                    <a:pt x="5657342" y="947221"/>
                  </a:lnTo>
                  <a:lnTo>
                    <a:pt x="5657488" y="947221"/>
                  </a:lnTo>
                  <a:lnTo>
                    <a:pt x="5657633" y="947221"/>
                  </a:lnTo>
                  <a:lnTo>
                    <a:pt x="5657778" y="947221"/>
                  </a:lnTo>
                  <a:lnTo>
                    <a:pt x="5657924" y="947221"/>
                  </a:lnTo>
                  <a:lnTo>
                    <a:pt x="5658069" y="947221"/>
                  </a:lnTo>
                  <a:lnTo>
                    <a:pt x="5658215" y="947221"/>
                  </a:lnTo>
                  <a:lnTo>
                    <a:pt x="5658215" y="946597"/>
                  </a:lnTo>
                  <a:lnTo>
                    <a:pt x="5658215" y="945974"/>
                  </a:lnTo>
                  <a:lnTo>
                    <a:pt x="5658360" y="945974"/>
                  </a:lnTo>
                  <a:lnTo>
                    <a:pt x="5658505" y="945974"/>
                  </a:lnTo>
                  <a:lnTo>
                    <a:pt x="5658651" y="945974"/>
                  </a:lnTo>
                  <a:lnTo>
                    <a:pt x="5658796" y="945974"/>
                  </a:lnTo>
                  <a:lnTo>
                    <a:pt x="5658942" y="945974"/>
                  </a:lnTo>
                  <a:lnTo>
                    <a:pt x="5658942" y="945350"/>
                  </a:lnTo>
                  <a:lnTo>
                    <a:pt x="5659087" y="945350"/>
                  </a:lnTo>
                  <a:lnTo>
                    <a:pt x="5659087" y="944727"/>
                  </a:lnTo>
                  <a:lnTo>
                    <a:pt x="5659233" y="944727"/>
                  </a:lnTo>
                  <a:lnTo>
                    <a:pt x="5659378" y="944727"/>
                  </a:lnTo>
                  <a:lnTo>
                    <a:pt x="5659523" y="944727"/>
                  </a:lnTo>
                  <a:lnTo>
                    <a:pt x="5659669" y="944727"/>
                  </a:lnTo>
                  <a:lnTo>
                    <a:pt x="5659814" y="944727"/>
                  </a:lnTo>
                  <a:lnTo>
                    <a:pt x="5659960" y="944727"/>
                  </a:lnTo>
                  <a:lnTo>
                    <a:pt x="5660105" y="944727"/>
                  </a:lnTo>
                  <a:lnTo>
                    <a:pt x="5660105" y="944103"/>
                  </a:lnTo>
                  <a:lnTo>
                    <a:pt x="5660251" y="944103"/>
                  </a:lnTo>
                  <a:lnTo>
                    <a:pt x="5660396" y="944103"/>
                  </a:lnTo>
                  <a:lnTo>
                    <a:pt x="5660541" y="944103"/>
                  </a:lnTo>
                  <a:lnTo>
                    <a:pt x="5660687" y="944103"/>
                  </a:lnTo>
                  <a:lnTo>
                    <a:pt x="5660832" y="944103"/>
                  </a:lnTo>
                  <a:lnTo>
                    <a:pt x="5660978" y="944103"/>
                  </a:lnTo>
                  <a:lnTo>
                    <a:pt x="5661123" y="944103"/>
                  </a:lnTo>
                  <a:lnTo>
                    <a:pt x="5661269" y="944103"/>
                  </a:lnTo>
                  <a:lnTo>
                    <a:pt x="5661414" y="944103"/>
                  </a:lnTo>
                  <a:lnTo>
                    <a:pt x="5661559" y="944103"/>
                  </a:lnTo>
                  <a:lnTo>
                    <a:pt x="5661705" y="944103"/>
                  </a:lnTo>
                  <a:lnTo>
                    <a:pt x="5661850" y="944103"/>
                  </a:lnTo>
                  <a:lnTo>
                    <a:pt x="5661996" y="944103"/>
                  </a:lnTo>
                  <a:lnTo>
                    <a:pt x="5662141" y="944103"/>
                  </a:lnTo>
                  <a:lnTo>
                    <a:pt x="5662287" y="944103"/>
                  </a:lnTo>
                  <a:lnTo>
                    <a:pt x="5662432" y="944103"/>
                  </a:lnTo>
                  <a:lnTo>
                    <a:pt x="5662577" y="944103"/>
                  </a:lnTo>
                  <a:lnTo>
                    <a:pt x="5662723" y="944103"/>
                  </a:lnTo>
                  <a:lnTo>
                    <a:pt x="5662868" y="944103"/>
                  </a:lnTo>
                  <a:lnTo>
                    <a:pt x="5663014" y="944103"/>
                  </a:lnTo>
                  <a:lnTo>
                    <a:pt x="5663014" y="943480"/>
                  </a:lnTo>
                  <a:lnTo>
                    <a:pt x="5663159" y="943480"/>
                  </a:lnTo>
                  <a:lnTo>
                    <a:pt x="5663305" y="943480"/>
                  </a:lnTo>
                  <a:lnTo>
                    <a:pt x="5663450" y="943480"/>
                  </a:lnTo>
                  <a:lnTo>
                    <a:pt x="5663595" y="943480"/>
                  </a:lnTo>
                  <a:lnTo>
                    <a:pt x="5663741" y="943480"/>
                  </a:lnTo>
                  <a:lnTo>
                    <a:pt x="5663886" y="943480"/>
                  </a:lnTo>
                  <a:lnTo>
                    <a:pt x="5664032" y="943480"/>
                  </a:lnTo>
                  <a:lnTo>
                    <a:pt x="5664177" y="943480"/>
                  </a:lnTo>
                  <a:lnTo>
                    <a:pt x="5664323" y="943480"/>
                  </a:lnTo>
                  <a:lnTo>
                    <a:pt x="5664468" y="943480"/>
                  </a:lnTo>
                  <a:lnTo>
                    <a:pt x="5664468" y="942856"/>
                  </a:lnTo>
                  <a:lnTo>
                    <a:pt x="5664613" y="942856"/>
                  </a:lnTo>
                  <a:lnTo>
                    <a:pt x="5664759" y="942856"/>
                  </a:lnTo>
                  <a:lnTo>
                    <a:pt x="5664904" y="942856"/>
                  </a:lnTo>
                  <a:lnTo>
                    <a:pt x="5665050" y="942856"/>
                  </a:lnTo>
                  <a:lnTo>
                    <a:pt x="5665195" y="942856"/>
                  </a:lnTo>
                  <a:lnTo>
                    <a:pt x="5665340" y="942856"/>
                  </a:lnTo>
                  <a:lnTo>
                    <a:pt x="5665340" y="942232"/>
                  </a:lnTo>
                  <a:lnTo>
                    <a:pt x="5665486" y="942232"/>
                  </a:lnTo>
                  <a:lnTo>
                    <a:pt x="5665631" y="942232"/>
                  </a:lnTo>
                  <a:lnTo>
                    <a:pt x="5665777" y="942232"/>
                  </a:lnTo>
                  <a:lnTo>
                    <a:pt x="5665922" y="942232"/>
                  </a:lnTo>
                  <a:lnTo>
                    <a:pt x="5666068" y="942232"/>
                  </a:lnTo>
                  <a:lnTo>
                    <a:pt x="5666213" y="942232"/>
                  </a:lnTo>
                  <a:lnTo>
                    <a:pt x="5666358" y="942232"/>
                  </a:lnTo>
                  <a:lnTo>
                    <a:pt x="5666504" y="942232"/>
                  </a:lnTo>
                  <a:lnTo>
                    <a:pt x="5666649" y="942232"/>
                  </a:lnTo>
                  <a:lnTo>
                    <a:pt x="5666795" y="942232"/>
                  </a:lnTo>
                  <a:lnTo>
                    <a:pt x="5666940" y="942232"/>
                  </a:lnTo>
                  <a:lnTo>
                    <a:pt x="5667086" y="942232"/>
                  </a:lnTo>
                  <a:lnTo>
                    <a:pt x="5667231" y="942232"/>
                  </a:lnTo>
                  <a:lnTo>
                    <a:pt x="5667376" y="942232"/>
                  </a:lnTo>
                  <a:lnTo>
                    <a:pt x="5667522" y="942232"/>
                  </a:lnTo>
                  <a:lnTo>
                    <a:pt x="5667667" y="942232"/>
                  </a:lnTo>
                  <a:lnTo>
                    <a:pt x="5667667" y="941609"/>
                  </a:lnTo>
                  <a:lnTo>
                    <a:pt x="5667813" y="941609"/>
                  </a:lnTo>
                  <a:lnTo>
                    <a:pt x="5667958" y="941609"/>
                  </a:lnTo>
                  <a:lnTo>
                    <a:pt x="5668104" y="941609"/>
                  </a:lnTo>
                  <a:lnTo>
                    <a:pt x="5668104" y="940985"/>
                  </a:lnTo>
                  <a:lnTo>
                    <a:pt x="5668104" y="940362"/>
                  </a:lnTo>
                  <a:lnTo>
                    <a:pt x="5668249" y="940362"/>
                  </a:lnTo>
                  <a:lnTo>
                    <a:pt x="5668394" y="940362"/>
                  </a:lnTo>
                  <a:lnTo>
                    <a:pt x="5668540" y="940362"/>
                  </a:lnTo>
                  <a:lnTo>
                    <a:pt x="5668540" y="939738"/>
                  </a:lnTo>
                  <a:lnTo>
                    <a:pt x="5668685" y="939738"/>
                  </a:lnTo>
                  <a:lnTo>
                    <a:pt x="5668831" y="939738"/>
                  </a:lnTo>
                  <a:lnTo>
                    <a:pt x="5668976" y="939738"/>
                  </a:lnTo>
                  <a:lnTo>
                    <a:pt x="5669122" y="939738"/>
                  </a:lnTo>
                  <a:lnTo>
                    <a:pt x="5669267" y="939738"/>
                  </a:lnTo>
                  <a:lnTo>
                    <a:pt x="5669412" y="939738"/>
                  </a:lnTo>
                  <a:lnTo>
                    <a:pt x="5669558" y="939738"/>
                  </a:lnTo>
                  <a:lnTo>
                    <a:pt x="5669703" y="939738"/>
                  </a:lnTo>
                  <a:lnTo>
                    <a:pt x="5669849" y="939738"/>
                  </a:lnTo>
                  <a:lnTo>
                    <a:pt x="5669994" y="939738"/>
                  </a:lnTo>
                  <a:lnTo>
                    <a:pt x="5670140" y="939738"/>
                  </a:lnTo>
                  <a:lnTo>
                    <a:pt x="5670285" y="939738"/>
                  </a:lnTo>
                  <a:lnTo>
                    <a:pt x="5670430" y="939738"/>
                  </a:lnTo>
                  <a:lnTo>
                    <a:pt x="5670576" y="939738"/>
                  </a:lnTo>
                  <a:lnTo>
                    <a:pt x="5670721" y="939738"/>
                  </a:lnTo>
                  <a:lnTo>
                    <a:pt x="5670867" y="939738"/>
                  </a:lnTo>
                  <a:lnTo>
                    <a:pt x="5671012" y="939738"/>
                  </a:lnTo>
                  <a:lnTo>
                    <a:pt x="5671158" y="939738"/>
                  </a:lnTo>
                  <a:lnTo>
                    <a:pt x="5671303" y="939738"/>
                  </a:lnTo>
                  <a:lnTo>
                    <a:pt x="5671448" y="939738"/>
                  </a:lnTo>
                  <a:lnTo>
                    <a:pt x="5671594" y="939738"/>
                  </a:lnTo>
                  <a:lnTo>
                    <a:pt x="5671739" y="939738"/>
                  </a:lnTo>
                  <a:lnTo>
                    <a:pt x="5671885" y="939738"/>
                  </a:lnTo>
                  <a:lnTo>
                    <a:pt x="5672030" y="939738"/>
                  </a:lnTo>
                  <a:lnTo>
                    <a:pt x="5672175" y="939738"/>
                  </a:lnTo>
                  <a:lnTo>
                    <a:pt x="5672321" y="939738"/>
                  </a:lnTo>
                  <a:lnTo>
                    <a:pt x="5672466" y="939738"/>
                  </a:lnTo>
                  <a:lnTo>
                    <a:pt x="5672612" y="939738"/>
                  </a:lnTo>
                  <a:lnTo>
                    <a:pt x="5672757" y="939738"/>
                  </a:lnTo>
                  <a:lnTo>
                    <a:pt x="5672903" y="939738"/>
                  </a:lnTo>
                  <a:lnTo>
                    <a:pt x="5673048" y="939738"/>
                  </a:lnTo>
                  <a:lnTo>
                    <a:pt x="5673048" y="939114"/>
                  </a:lnTo>
                  <a:lnTo>
                    <a:pt x="5673193" y="939114"/>
                  </a:lnTo>
                  <a:lnTo>
                    <a:pt x="5673193" y="938491"/>
                  </a:lnTo>
                  <a:lnTo>
                    <a:pt x="5673193" y="937867"/>
                  </a:lnTo>
                  <a:lnTo>
                    <a:pt x="5673339" y="937867"/>
                  </a:lnTo>
                  <a:lnTo>
                    <a:pt x="5673484" y="937867"/>
                  </a:lnTo>
                  <a:lnTo>
                    <a:pt x="5673484" y="937244"/>
                  </a:lnTo>
                  <a:lnTo>
                    <a:pt x="5673630" y="937244"/>
                  </a:lnTo>
                  <a:lnTo>
                    <a:pt x="5673775" y="937244"/>
                  </a:lnTo>
                  <a:lnTo>
                    <a:pt x="5673921" y="937244"/>
                  </a:lnTo>
                  <a:lnTo>
                    <a:pt x="5674066" y="937244"/>
                  </a:lnTo>
                  <a:lnTo>
                    <a:pt x="5674211" y="937244"/>
                  </a:lnTo>
                  <a:lnTo>
                    <a:pt x="5674357" y="937244"/>
                  </a:lnTo>
                  <a:lnTo>
                    <a:pt x="5674502" y="937244"/>
                  </a:lnTo>
                  <a:lnTo>
                    <a:pt x="5674648" y="937244"/>
                  </a:lnTo>
                  <a:lnTo>
                    <a:pt x="5674793" y="937244"/>
                  </a:lnTo>
                  <a:lnTo>
                    <a:pt x="5674939" y="937244"/>
                  </a:lnTo>
                  <a:lnTo>
                    <a:pt x="5675084" y="937244"/>
                  </a:lnTo>
                  <a:lnTo>
                    <a:pt x="5675229" y="937244"/>
                  </a:lnTo>
                  <a:lnTo>
                    <a:pt x="5675229" y="936620"/>
                  </a:lnTo>
                  <a:lnTo>
                    <a:pt x="5675375" y="936620"/>
                  </a:lnTo>
                  <a:lnTo>
                    <a:pt x="5675520" y="936620"/>
                  </a:lnTo>
                  <a:lnTo>
                    <a:pt x="5675666" y="936620"/>
                  </a:lnTo>
                  <a:lnTo>
                    <a:pt x="5675811" y="936620"/>
                  </a:lnTo>
                  <a:lnTo>
                    <a:pt x="5675957" y="936620"/>
                  </a:lnTo>
                  <a:lnTo>
                    <a:pt x="5675957" y="935997"/>
                  </a:lnTo>
                  <a:lnTo>
                    <a:pt x="5676102" y="935997"/>
                  </a:lnTo>
                  <a:lnTo>
                    <a:pt x="5676247" y="935997"/>
                  </a:lnTo>
                  <a:lnTo>
                    <a:pt x="5676393" y="935997"/>
                  </a:lnTo>
                  <a:lnTo>
                    <a:pt x="5676538" y="935997"/>
                  </a:lnTo>
                  <a:lnTo>
                    <a:pt x="5676684" y="935997"/>
                  </a:lnTo>
                  <a:lnTo>
                    <a:pt x="5676829" y="935997"/>
                  </a:lnTo>
                  <a:lnTo>
                    <a:pt x="5676975" y="935997"/>
                  </a:lnTo>
                  <a:lnTo>
                    <a:pt x="5676975" y="935373"/>
                  </a:lnTo>
                  <a:lnTo>
                    <a:pt x="5677120" y="935373"/>
                  </a:lnTo>
                  <a:lnTo>
                    <a:pt x="5677265" y="935373"/>
                  </a:lnTo>
                  <a:lnTo>
                    <a:pt x="5677411" y="935373"/>
                  </a:lnTo>
                  <a:lnTo>
                    <a:pt x="5677556" y="935373"/>
                  </a:lnTo>
                  <a:lnTo>
                    <a:pt x="5677702" y="935373"/>
                  </a:lnTo>
                  <a:lnTo>
                    <a:pt x="5677847" y="935373"/>
                  </a:lnTo>
                  <a:lnTo>
                    <a:pt x="5677993" y="935373"/>
                  </a:lnTo>
                  <a:lnTo>
                    <a:pt x="5678138" y="935373"/>
                  </a:lnTo>
                  <a:lnTo>
                    <a:pt x="5678283" y="935373"/>
                  </a:lnTo>
                  <a:lnTo>
                    <a:pt x="5678429" y="935373"/>
                  </a:lnTo>
                  <a:lnTo>
                    <a:pt x="5678574" y="935373"/>
                  </a:lnTo>
                  <a:lnTo>
                    <a:pt x="5678720" y="935373"/>
                  </a:lnTo>
                  <a:lnTo>
                    <a:pt x="5678865" y="935373"/>
                  </a:lnTo>
                  <a:lnTo>
                    <a:pt x="5679010" y="935373"/>
                  </a:lnTo>
                  <a:lnTo>
                    <a:pt x="5679156" y="935373"/>
                  </a:lnTo>
                  <a:lnTo>
                    <a:pt x="5679301" y="935373"/>
                  </a:lnTo>
                  <a:lnTo>
                    <a:pt x="5679301" y="934749"/>
                  </a:lnTo>
                  <a:lnTo>
                    <a:pt x="5679301" y="934126"/>
                  </a:lnTo>
                  <a:lnTo>
                    <a:pt x="5679447" y="934126"/>
                  </a:lnTo>
                  <a:lnTo>
                    <a:pt x="5679592" y="934126"/>
                  </a:lnTo>
                  <a:lnTo>
                    <a:pt x="5679738" y="934126"/>
                  </a:lnTo>
                  <a:lnTo>
                    <a:pt x="5679883" y="934126"/>
                  </a:lnTo>
                  <a:lnTo>
                    <a:pt x="5680028" y="934126"/>
                  </a:lnTo>
                  <a:lnTo>
                    <a:pt x="5680174" y="934126"/>
                  </a:lnTo>
                  <a:lnTo>
                    <a:pt x="5680319" y="934126"/>
                  </a:lnTo>
                  <a:lnTo>
                    <a:pt x="5680465" y="934126"/>
                  </a:lnTo>
                  <a:lnTo>
                    <a:pt x="5680610" y="934126"/>
                  </a:lnTo>
                  <a:lnTo>
                    <a:pt x="5680756" y="934126"/>
                  </a:lnTo>
                  <a:lnTo>
                    <a:pt x="5680901" y="934126"/>
                  </a:lnTo>
                  <a:lnTo>
                    <a:pt x="5681046" y="934126"/>
                  </a:lnTo>
                  <a:lnTo>
                    <a:pt x="5681192" y="934126"/>
                  </a:lnTo>
                  <a:lnTo>
                    <a:pt x="5681337" y="934126"/>
                  </a:lnTo>
                  <a:lnTo>
                    <a:pt x="5681483" y="934126"/>
                  </a:lnTo>
                  <a:lnTo>
                    <a:pt x="5681628" y="934126"/>
                  </a:lnTo>
                  <a:lnTo>
                    <a:pt x="5681774" y="934126"/>
                  </a:lnTo>
                  <a:lnTo>
                    <a:pt x="5681919" y="934126"/>
                  </a:lnTo>
                  <a:lnTo>
                    <a:pt x="5682064" y="934126"/>
                  </a:lnTo>
                  <a:lnTo>
                    <a:pt x="5682210" y="934126"/>
                  </a:lnTo>
                  <a:lnTo>
                    <a:pt x="5682355" y="934126"/>
                  </a:lnTo>
                  <a:lnTo>
                    <a:pt x="5682501" y="934126"/>
                  </a:lnTo>
                  <a:lnTo>
                    <a:pt x="5682646" y="934126"/>
                  </a:lnTo>
                  <a:lnTo>
                    <a:pt x="5682792" y="934126"/>
                  </a:lnTo>
                  <a:lnTo>
                    <a:pt x="5682792" y="933502"/>
                  </a:lnTo>
                  <a:lnTo>
                    <a:pt x="5682937" y="933502"/>
                  </a:lnTo>
                  <a:lnTo>
                    <a:pt x="5683082" y="933502"/>
                  </a:lnTo>
                  <a:lnTo>
                    <a:pt x="5683228" y="933502"/>
                  </a:lnTo>
                  <a:lnTo>
                    <a:pt x="5683373" y="933502"/>
                  </a:lnTo>
                  <a:lnTo>
                    <a:pt x="5683519" y="933502"/>
                  </a:lnTo>
                  <a:lnTo>
                    <a:pt x="5683519" y="932879"/>
                  </a:lnTo>
                  <a:lnTo>
                    <a:pt x="5683664" y="932879"/>
                  </a:lnTo>
                  <a:lnTo>
                    <a:pt x="5683810" y="932879"/>
                  </a:lnTo>
                  <a:lnTo>
                    <a:pt x="5683810" y="932255"/>
                  </a:lnTo>
                  <a:lnTo>
                    <a:pt x="5683955" y="932255"/>
                  </a:lnTo>
                  <a:lnTo>
                    <a:pt x="5684100" y="932255"/>
                  </a:lnTo>
                  <a:lnTo>
                    <a:pt x="5684100" y="931631"/>
                  </a:lnTo>
                  <a:lnTo>
                    <a:pt x="5684246" y="931631"/>
                  </a:lnTo>
                  <a:lnTo>
                    <a:pt x="5684391" y="931631"/>
                  </a:lnTo>
                  <a:lnTo>
                    <a:pt x="5684537" y="931631"/>
                  </a:lnTo>
                  <a:lnTo>
                    <a:pt x="5684682" y="931631"/>
                  </a:lnTo>
                  <a:lnTo>
                    <a:pt x="5684828" y="931631"/>
                  </a:lnTo>
                  <a:lnTo>
                    <a:pt x="5684973" y="931631"/>
                  </a:lnTo>
                  <a:lnTo>
                    <a:pt x="5685118" y="931631"/>
                  </a:lnTo>
                  <a:lnTo>
                    <a:pt x="5685264" y="931631"/>
                  </a:lnTo>
                  <a:lnTo>
                    <a:pt x="5685409" y="931631"/>
                  </a:lnTo>
                  <a:lnTo>
                    <a:pt x="5685555" y="931631"/>
                  </a:lnTo>
                  <a:lnTo>
                    <a:pt x="5685700" y="931631"/>
                  </a:lnTo>
                  <a:lnTo>
                    <a:pt x="5685845" y="931631"/>
                  </a:lnTo>
                  <a:lnTo>
                    <a:pt x="5685991" y="931631"/>
                  </a:lnTo>
                  <a:lnTo>
                    <a:pt x="5686136" y="931631"/>
                  </a:lnTo>
                  <a:lnTo>
                    <a:pt x="5686136" y="931008"/>
                  </a:lnTo>
                  <a:lnTo>
                    <a:pt x="5686282" y="931008"/>
                  </a:lnTo>
                  <a:lnTo>
                    <a:pt x="5686427" y="931008"/>
                  </a:lnTo>
                  <a:lnTo>
                    <a:pt x="5686573" y="931008"/>
                  </a:lnTo>
                  <a:lnTo>
                    <a:pt x="5686718" y="931008"/>
                  </a:lnTo>
                  <a:lnTo>
                    <a:pt x="5686863" y="931008"/>
                  </a:lnTo>
                  <a:lnTo>
                    <a:pt x="5686863" y="930384"/>
                  </a:lnTo>
                  <a:lnTo>
                    <a:pt x="5687009" y="930384"/>
                  </a:lnTo>
                  <a:lnTo>
                    <a:pt x="5687154" y="930384"/>
                  </a:lnTo>
                  <a:lnTo>
                    <a:pt x="5687300" y="930384"/>
                  </a:lnTo>
                  <a:lnTo>
                    <a:pt x="5687445" y="930384"/>
                  </a:lnTo>
                  <a:lnTo>
                    <a:pt x="5687445" y="929761"/>
                  </a:lnTo>
                  <a:lnTo>
                    <a:pt x="5687591" y="929761"/>
                  </a:lnTo>
                  <a:lnTo>
                    <a:pt x="5687736" y="929761"/>
                  </a:lnTo>
                  <a:lnTo>
                    <a:pt x="5687736" y="929137"/>
                  </a:lnTo>
                  <a:lnTo>
                    <a:pt x="5687881" y="929137"/>
                  </a:lnTo>
                  <a:lnTo>
                    <a:pt x="5688027" y="929137"/>
                  </a:lnTo>
                  <a:lnTo>
                    <a:pt x="5688027" y="928514"/>
                  </a:lnTo>
                  <a:lnTo>
                    <a:pt x="5688172" y="928514"/>
                  </a:lnTo>
                  <a:lnTo>
                    <a:pt x="5688318" y="928514"/>
                  </a:lnTo>
                  <a:lnTo>
                    <a:pt x="5688463" y="928514"/>
                  </a:lnTo>
                  <a:lnTo>
                    <a:pt x="5688463" y="927890"/>
                  </a:lnTo>
                  <a:lnTo>
                    <a:pt x="5688609" y="927890"/>
                  </a:lnTo>
                  <a:lnTo>
                    <a:pt x="5688754" y="927890"/>
                  </a:lnTo>
                  <a:lnTo>
                    <a:pt x="5688899" y="927890"/>
                  </a:lnTo>
                  <a:lnTo>
                    <a:pt x="5689045" y="927890"/>
                  </a:lnTo>
                  <a:lnTo>
                    <a:pt x="5689190" y="927890"/>
                  </a:lnTo>
                  <a:lnTo>
                    <a:pt x="5689336" y="927890"/>
                  </a:lnTo>
                  <a:lnTo>
                    <a:pt x="5689481" y="927890"/>
                  </a:lnTo>
                  <a:lnTo>
                    <a:pt x="5689627" y="927890"/>
                  </a:lnTo>
                  <a:lnTo>
                    <a:pt x="5689772" y="927890"/>
                  </a:lnTo>
                  <a:lnTo>
                    <a:pt x="5689917" y="927890"/>
                  </a:lnTo>
                  <a:lnTo>
                    <a:pt x="5690063" y="927890"/>
                  </a:lnTo>
                  <a:lnTo>
                    <a:pt x="5690208" y="927890"/>
                  </a:lnTo>
                  <a:lnTo>
                    <a:pt x="5690354" y="927890"/>
                  </a:lnTo>
                  <a:lnTo>
                    <a:pt x="5690499" y="927890"/>
                  </a:lnTo>
                  <a:lnTo>
                    <a:pt x="5690645" y="927890"/>
                  </a:lnTo>
                  <a:lnTo>
                    <a:pt x="5690790" y="927890"/>
                  </a:lnTo>
                  <a:lnTo>
                    <a:pt x="5690935" y="927890"/>
                  </a:lnTo>
                  <a:lnTo>
                    <a:pt x="5691081" y="927890"/>
                  </a:lnTo>
                  <a:lnTo>
                    <a:pt x="5691226" y="927890"/>
                  </a:lnTo>
                  <a:lnTo>
                    <a:pt x="5691372" y="927890"/>
                  </a:lnTo>
                  <a:lnTo>
                    <a:pt x="5691517" y="927890"/>
                  </a:lnTo>
                  <a:lnTo>
                    <a:pt x="5691662" y="927890"/>
                  </a:lnTo>
                  <a:lnTo>
                    <a:pt x="5691808" y="927890"/>
                  </a:lnTo>
                  <a:lnTo>
                    <a:pt x="5691808" y="927266"/>
                  </a:lnTo>
                  <a:lnTo>
                    <a:pt x="5691953" y="927266"/>
                  </a:lnTo>
                  <a:lnTo>
                    <a:pt x="5692099" y="927266"/>
                  </a:lnTo>
                  <a:lnTo>
                    <a:pt x="5692244" y="927266"/>
                  </a:lnTo>
                  <a:lnTo>
                    <a:pt x="5692390" y="927266"/>
                  </a:lnTo>
                  <a:lnTo>
                    <a:pt x="5692535" y="927266"/>
                  </a:lnTo>
                  <a:lnTo>
                    <a:pt x="5692680" y="927266"/>
                  </a:lnTo>
                  <a:lnTo>
                    <a:pt x="5692826" y="927266"/>
                  </a:lnTo>
                  <a:lnTo>
                    <a:pt x="5692971" y="927266"/>
                  </a:lnTo>
                  <a:lnTo>
                    <a:pt x="5693117" y="927266"/>
                  </a:lnTo>
                  <a:lnTo>
                    <a:pt x="5693262" y="927266"/>
                  </a:lnTo>
                  <a:lnTo>
                    <a:pt x="5693408" y="927266"/>
                  </a:lnTo>
                  <a:lnTo>
                    <a:pt x="5693553" y="927266"/>
                  </a:lnTo>
                  <a:lnTo>
                    <a:pt x="5693698" y="927266"/>
                  </a:lnTo>
                  <a:lnTo>
                    <a:pt x="5693844" y="927266"/>
                  </a:lnTo>
                  <a:lnTo>
                    <a:pt x="5693989" y="927266"/>
                  </a:lnTo>
                  <a:lnTo>
                    <a:pt x="5694135" y="927266"/>
                  </a:lnTo>
                  <a:lnTo>
                    <a:pt x="5694280" y="927266"/>
                  </a:lnTo>
                  <a:lnTo>
                    <a:pt x="5694426" y="927266"/>
                  </a:lnTo>
                  <a:lnTo>
                    <a:pt x="5694571" y="927266"/>
                  </a:lnTo>
                  <a:lnTo>
                    <a:pt x="5694716" y="927266"/>
                  </a:lnTo>
                  <a:lnTo>
                    <a:pt x="5694862" y="927266"/>
                  </a:lnTo>
                  <a:lnTo>
                    <a:pt x="5695007" y="927266"/>
                  </a:lnTo>
                  <a:lnTo>
                    <a:pt x="5695153" y="927266"/>
                  </a:lnTo>
                  <a:lnTo>
                    <a:pt x="5695298" y="927266"/>
                  </a:lnTo>
                  <a:lnTo>
                    <a:pt x="5695444" y="927266"/>
                  </a:lnTo>
                  <a:lnTo>
                    <a:pt x="5695589" y="927266"/>
                  </a:lnTo>
                  <a:lnTo>
                    <a:pt x="5695734" y="927266"/>
                  </a:lnTo>
                  <a:lnTo>
                    <a:pt x="5695880" y="927266"/>
                  </a:lnTo>
                  <a:lnTo>
                    <a:pt x="5696025" y="927266"/>
                  </a:lnTo>
                  <a:lnTo>
                    <a:pt x="5696171" y="927266"/>
                  </a:lnTo>
                  <a:lnTo>
                    <a:pt x="5696316" y="927266"/>
                  </a:lnTo>
                  <a:lnTo>
                    <a:pt x="5696316" y="926643"/>
                  </a:lnTo>
                  <a:lnTo>
                    <a:pt x="5696462" y="926643"/>
                  </a:lnTo>
                  <a:lnTo>
                    <a:pt x="5696462" y="926019"/>
                  </a:lnTo>
                  <a:lnTo>
                    <a:pt x="5696607" y="926019"/>
                  </a:lnTo>
                  <a:lnTo>
                    <a:pt x="5696607" y="925396"/>
                  </a:lnTo>
                  <a:lnTo>
                    <a:pt x="5696752" y="925396"/>
                  </a:lnTo>
                  <a:lnTo>
                    <a:pt x="5696898" y="925396"/>
                  </a:lnTo>
                  <a:lnTo>
                    <a:pt x="5696898" y="924772"/>
                  </a:lnTo>
                  <a:lnTo>
                    <a:pt x="5697043" y="924772"/>
                  </a:lnTo>
                  <a:lnTo>
                    <a:pt x="5697189" y="924772"/>
                  </a:lnTo>
                  <a:lnTo>
                    <a:pt x="5697334" y="924772"/>
                  </a:lnTo>
                  <a:lnTo>
                    <a:pt x="5697480" y="924772"/>
                  </a:lnTo>
                  <a:lnTo>
                    <a:pt x="5697625" y="924772"/>
                  </a:lnTo>
                  <a:lnTo>
                    <a:pt x="5697770" y="924772"/>
                  </a:lnTo>
                  <a:lnTo>
                    <a:pt x="5697916" y="924772"/>
                  </a:lnTo>
                  <a:lnTo>
                    <a:pt x="5697916" y="924148"/>
                  </a:lnTo>
                  <a:lnTo>
                    <a:pt x="5698061" y="924148"/>
                  </a:lnTo>
                  <a:lnTo>
                    <a:pt x="5698207" y="924148"/>
                  </a:lnTo>
                  <a:lnTo>
                    <a:pt x="5698352" y="924148"/>
                  </a:lnTo>
                  <a:lnTo>
                    <a:pt x="5698497" y="924148"/>
                  </a:lnTo>
                  <a:lnTo>
                    <a:pt x="5698643" y="924148"/>
                  </a:lnTo>
                  <a:lnTo>
                    <a:pt x="5698788" y="924148"/>
                  </a:lnTo>
                  <a:lnTo>
                    <a:pt x="5698934" y="924148"/>
                  </a:lnTo>
                  <a:lnTo>
                    <a:pt x="5699079" y="924148"/>
                  </a:lnTo>
                  <a:lnTo>
                    <a:pt x="5699225" y="924148"/>
                  </a:lnTo>
                  <a:lnTo>
                    <a:pt x="5699225" y="923525"/>
                  </a:lnTo>
                  <a:lnTo>
                    <a:pt x="5699370" y="923525"/>
                  </a:lnTo>
                  <a:lnTo>
                    <a:pt x="5699515" y="923525"/>
                  </a:lnTo>
                  <a:lnTo>
                    <a:pt x="5699661" y="923525"/>
                  </a:lnTo>
                  <a:lnTo>
                    <a:pt x="5699806" y="923525"/>
                  </a:lnTo>
                  <a:lnTo>
                    <a:pt x="5699952" y="923525"/>
                  </a:lnTo>
                  <a:lnTo>
                    <a:pt x="5700097" y="923525"/>
                  </a:lnTo>
                  <a:lnTo>
                    <a:pt x="5700243" y="923525"/>
                  </a:lnTo>
                  <a:lnTo>
                    <a:pt x="5700388" y="923525"/>
                  </a:lnTo>
                  <a:lnTo>
                    <a:pt x="5700533" y="923525"/>
                  </a:lnTo>
                  <a:lnTo>
                    <a:pt x="5700533" y="922901"/>
                  </a:lnTo>
                  <a:lnTo>
                    <a:pt x="5700679" y="922901"/>
                  </a:lnTo>
                  <a:lnTo>
                    <a:pt x="5700824" y="922901"/>
                  </a:lnTo>
                  <a:lnTo>
                    <a:pt x="5700970" y="922901"/>
                  </a:lnTo>
                  <a:lnTo>
                    <a:pt x="5700970" y="922278"/>
                  </a:lnTo>
                  <a:lnTo>
                    <a:pt x="5701115" y="922278"/>
                  </a:lnTo>
                  <a:lnTo>
                    <a:pt x="5701261" y="922278"/>
                  </a:lnTo>
                  <a:lnTo>
                    <a:pt x="5701406" y="922278"/>
                  </a:lnTo>
                  <a:lnTo>
                    <a:pt x="5701551" y="922278"/>
                  </a:lnTo>
                  <a:lnTo>
                    <a:pt x="5701697" y="922278"/>
                  </a:lnTo>
                  <a:lnTo>
                    <a:pt x="5701842" y="922278"/>
                  </a:lnTo>
                  <a:lnTo>
                    <a:pt x="5701988" y="922278"/>
                  </a:lnTo>
                  <a:lnTo>
                    <a:pt x="5702133" y="922278"/>
                  </a:lnTo>
                  <a:lnTo>
                    <a:pt x="5702133" y="921654"/>
                  </a:lnTo>
                  <a:lnTo>
                    <a:pt x="5702279" y="921654"/>
                  </a:lnTo>
                  <a:lnTo>
                    <a:pt x="5702424" y="921654"/>
                  </a:lnTo>
                  <a:lnTo>
                    <a:pt x="5702569" y="921654"/>
                  </a:lnTo>
                  <a:lnTo>
                    <a:pt x="5702715" y="921654"/>
                  </a:lnTo>
                  <a:lnTo>
                    <a:pt x="5702860" y="921654"/>
                  </a:lnTo>
                  <a:lnTo>
                    <a:pt x="5702860" y="921031"/>
                  </a:lnTo>
                  <a:lnTo>
                    <a:pt x="5703006" y="921031"/>
                  </a:lnTo>
                  <a:lnTo>
                    <a:pt x="5703151" y="921031"/>
                  </a:lnTo>
                  <a:lnTo>
                    <a:pt x="5703297" y="921031"/>
                  </a:lnTo>
                  <a:lnTo>
                    <a:pt x="5703442" y="921031"/>
                  </a:lnTo>
                  <a:lnTo>
                    <a:pt x="5703587" y="921031"/>
                  </a:lnTo>
                  <a:lnTo>
                    <a:pt x="5703733" y="921031"/>
                  </a:lnTo>
                  <a:lnTo>
                    <a:pt x="5703878" y="921031"/>
                  </a:lnTo>
                  <a:lnTo>
                    <a:pt x="5704024" y="921031"/>
                  </a:lnTo>
                  <a:lnTo>
                    <a:pt x="5704169" y="921031"/>
                  </a:lnTo>
                  <a:lnTo>
                    <a:pt x="5704315" y="921031"/>
                  </a:lnTo>
                  <a:lnTo>
                    <a:pt x="5704460" y="921031"/>
                  </a:lnTo>
                  <a:lnTo>
                    <a:pt x="5704460" y="920407"/>
                  </a:lnTo>
                  <a:lnTo>
                    <a:pt x="5704605" y="920407"/>
                  </a:lnTo>
                  <a:lnTo>
                    <a:pt x="5704751" y="920407"/>
                  </a:lnTo>
                  <a:lnTo>
                    <a:pt x="5704896" y="920407"/>
                  </a:lnTo>
                  <a:lnTo>
                    <a:pt x="5705042" y="920407"/>
                  </a:lnTo>
                  <a:lnTo>
                    <a:pt x="5705187" y="920407"/>
                  </a:lnTo>
                  <a:lnTo>
                    <a:pt x="5705332" y="920407"/>
                  </a:lnTo>
                  <a:lnTo>
                    <a:pt x="5705478" y="920407"/>
                  </a:lnTo>
                  <a:lnTo>
                    <a:pt x="5705623" y="920407"/>
                  </a:lnTo>
                  <a:lnTo>
                    <a:pt x="5705769" y="920407"/>
                  </a:lnTo>
                  <a:lnTo>
                    <a:pt x="5705914" y="920407"/>
                  </a:lnTo>
                  <a:lnTo>
                    <a:pt x="5706060" y="920407"/>
                  </a:lnTo>
                  <a:lnTo>
                    <a:pt x="5706205" y="920407"/>
                  </a:lnTo>
                  <a:lnTo>
                    <a:pt x="5706205" y="919783"/>
                  </a:lnTo>
                  <a:lnTo>
                    <a:pt x="5706350" y="919783"/>
                  </a:lnTo>
                  <a:lnTo>
                    <a:pt x="5706496" y="919783"/>
                  </a:lnTo>
                  <a:lnTo>
                    <a:pt x="5706641" y="919783"/>
                  </a:lnTo>
                  <a:lnTo>
                    <a:pt x="5706787" y="919783"/>
                  </a:lnTo>
                  <a:lnTo>
                    <a:pt x="5706932" y="919783"/>
                  </a:lnTo>
                  <a:lnTo>
                    <a:pt x="5707078" y="919783"/>
                  </a:lnTo>
                  <a:lnTo>
                    <a:pt x="5707078" y="919160"/>
                  </a:lnTo>
                  <a:lnTo>
                    <a:pt x="5707223" y="919160"/>
                  </a:lnTo>
                  <a:lnTo>
                    <a:pt x="5707368" y="919160"/>
                  </a:lnTo>
                  <a:lnTo>
                    <a:pt x="5707368" y="918536"/>
                  </a:lnTo>
                  <a:lnTo>
                    <a:pt x="5707514" y="918536"/>
                  </a:lnTo>
                  <a:lnTo>
                    <a:pt x="5707659" y="918536"/>
                  </a:lnTo>
                  <a:lnTo>
                    <a:pt x="5707805" y="918536"/>
                  </a:lnTo>
                  <a:lnTo>
                    <a:pt x="5707950" y="918536"/>
                  </a:lnTo>
                  <a:lnTo>
                    <a:pt x="5708096" y="918536"/>
                  </a:lnTo>
                  <a:lnTo>
                    <a:pt x="5708241" y="918536"/>
                  </a:lnTo>
                  <a:lnTo>
                    <a:pt x="5708386" y="918536"/>
                  </a:lnTo>
                  <a:lnTo>
                    <a:pt x="5708532" y="918536"/>
                  </a:lnTo>
                  <a:lnTo>
                    <a:pt x="5708677" y="918536"/>
                  </a:lnTo>
                  <a:lnTo>
                    <a:pt x="5708823" y="918536"/>
                  </a:lnTo>
                  <a:lnTo>
                    <a:pt x="5708968" y="918536"/>
                  </a:lnTo>
                  <a:lnTo>
                    <a:pt x="5709114" y="918536"/>
                  </a:lnTo>
                  <a:lnTo>
                    <a:pt x="5709114" y="917913"/>
                  </a:lnTo>
                  <a:lnTo>
                    <a:pt x="5709259" y="917913"/>
                  </a:lnTo>
                  <a:lnTo>
                    <a:pt x="5709404" y="917913"/>
                  </a:lnTo>
                  <a:lnTo>
                    <a:pt x="5709550" y="917913"/>
                  </a:lnTo>
                  <a:lnTo>
                    <a:pt x="5709695" y="917913"/>
                  </a:lnTo>
                  <a:lnTo>
                    <a:pt x="5709695" y="917289"/>
                  </a:lnTo>
                  <a:lnTo>
                    <a:pt x="5709841" y="917289"/>
                  </a:lnTo>
                  <a:lnTo>
                    <a:pt x="5709986" y="917289"/>
                  </a:lnTo>
                  <a:lnTo>
                    <a:pt x="5710132" y="917289"/>
                  </a:lnTo>
                  <a:lnTo>
                    <a:pt x="5710277" y="917289"/>
                  </a:lnTo>
                  <a:lnTo>
                    <a:pt x="5710277" y="916666"/>
                  </a:lnTo>
                  <a:lnTo>
                    <a:pt x="5710422" y="916666"/>
                  </a:lnTo>
                  <a:lnTo>
                    <a:pt x="5710568" y="916666"/>
                  </a:lnTo>
                  <a:lnTo>
                    <a:pt x="5710713" y="916666"/>
                  </a:lnTo>
                  <a:lnTo>
                    <a:pt x="5710859" y="916666"/>
                  </a:lnTo>
                  <a:lnTo>
                    <a:pt x="5711004" y="916666"/>
                  </a:lnTo>
                  <a:lnTo>
                    <a:pt x="5711150" y="916666"/>
                  </a:lnTo>
                  <a:lnTo>
                    <a:pt x="5711295" y="916666"/>
                  </a:lnTo>
                  <a:lnTo>
                    <a:pt x="5711440" y="916666"/>
                  </a:lnTo>
                  <a:lnTo>
                    <a:pt x="5711586" y="916666"/>
                  </a:lnTo>
                  <a:lnTo>
                    <a:pt x="5711731" y="916666"/>
                  </a:lnTo>
                  <a:lnTo>
                    <a:pt x="5711877" y="916666"/>
                  </a:lnTo>
                  <a:lnTo>
                    <a:pt x="5712022" y="916666"/>
                  </a:lnTo>
                  <a:lnTo>
                    <a:pt x="5712167" y="916666"/>
                  </a:lnTo>
                  <a:lnTo>
                    <a:pt x="5712313" y="916666"/>
                  </a:lnTo>
                  <a:lnTo>
                    <a:pt x="5712458" y="916666"/>
                  </a:lnTo>
                  <a:lnTo>
                    <a:pt x="5712604" y="916666"/>
                  </a:lnTo>
                  <a:lnTo>
                    <a:pt x="5712604" y="916042"/>
                  </a:lnTo>
                  <a:lnTo>
                    <a:pt x="5712749" y="916042"/>
                  </a:lnTo>
                  <a:lnTo>
                    <a:pt x="5712895" y="916042"/>
                  </a:lnTo>
                  <a:lnTo>
                    <a:pt x="5713040" y="916042"/>
                  </a:lnTo>
                  <a:lnTo>
                    <a:pt x="5713185" y="916042"/>
                  </a:lnTo>
                  <a:lnTo>
                    <a:pt x="5713331" y="916042"/>
                  </a:lnTo>
                  <a:lnTo>
                    <a:pt x="5713476" y="916042"/>
                  </a:lnTo>
                  <a:lnTo>
                    <a:pt x="5713622" y="916042"/>
                  </a:lnTo>
                  <a:lnTo>
                    <a:pt x="5713767" y="916042"/>
                  </a:lnTo>
                  <a:lnTo>
                    <a:pt x="5713913" y="916042"/>
                  </a:lnTo>
                  <a:lnTo>
                    <a:pt x="5714058" y="916042"/>
                  </a:lnTo>
                  <a:lnTo>
                    <a:pt x="5714203" y="916042"/>
                  </a:lnTo>
                  <a:lnTo>
                    <a:pt x="5714349" y="916042"/>
                  </a:lnTo>
                  <a:lnTo>
                    <a:pt x="5714494" y="916042"/>
                  </a:lnTo>
                  <a:lnTo>
                    <a:pt x="5714494" y="915418"/>
                  </a:lnTo>
                  <a:lnTo>
                    <a:pt x="5714494" y="914795"/>
                  </a:lnTo>
                  <a:lnTo>
                    <a:pt x="5714640" y="914795"/>
                  </a:lnTo>
                  <a:lnTo>
                    <a:pt x="5714785" y="914795"/>
                  </a:lnTo>
                  <a:lnTo>
                    <a:pt x="5714931" y="914795"/>
                  </a:lnTo>
                  <a:lnTo>
                    <a:pt x="5715076" y="914795"/>
                  </a:lnTo>
                  <a:lnTo>
                    <a:pt x="5715221" y="914795"/>
                  </a:lnTo>
                  <a:lnTo>
                    <a:pt x="5715367" y="914795"/>
                  </a:lnTo>
                  <a:lnTo>
                    <a:pt x="5715367" y="914171"/>
                  </a:lnTo>
                  <a:lnTo>
                    <a:pt x="5715512" y="914171"/>
                  </a:lnTo>
                  <a:lnTo>
                    <a:pt x="5715658" y="914171"/>
                  </a:lnTo>
                  <a:lnTo>
                    <a:pt x="5715803" y="914171"/>
                  </a:lnTo>
                  <a:lnTo>
                    <a:pt x="5715949" y="914171"/>
                  </a:lnTo>
                  <a:lnTo>
                    <a:pt x="5716094" y="914171"/>
                  </a:lnTo>
                  <a:lnTo>
                    <a:pt x="5716239" y="914171"/>
                  </a:lnTo>
                  <a:lnTo>
                    <a:pt x="5716385" y="914171"/>
                  </a:lnTo>
                  <a:lnTo>
                    <a:pt x="5716530" y="914171"/>
                  </a:lnTo>
                  <a:lnTo>
                    <a:pt x="5716676" y="914171"/>
                  </a:lnTo>
                  <a:lnTo>
                    <a:pt x="5716676" y="913548"/>
                  </a:lnTo>
                  <a:lnTo>
                    <a:pt x="5716821" y="913548"/>
                  </a:lnTo>
                  <a:lnTo>
                    <a:pt x="5716967" y="913548"/>
                  </a:lnTo>
                  <a:lnTo>
                    <a:pt x="5717112" y="913548"/>
                  </a:lnTo>
                  <a:lnTo>
                    <a:pt x="5717257" y="913548"/>
                  </a:lnTo>
                  <a:lnTo>
                    <a:pt x="5717403" y="913548"/>
                  </a:lnTo>
                  <a:lnTo>
                    <a:pt x="5717403" y="912924"/>
                  </a:lnTo>
                  <a:lnTo>
                    <a:pt x="5717548" y="912924"/>
                  </a:lnTo>
                  <a:lnTo>
                    <a:pt x="5717694" y="912924"/>
                  </a:lnTo>
                  <a:lnTo>
                    <a:pt x="5717839" y="912924"/>
                  </a:lnTo>
                  <a:lnTo>
                    <a:pt x="5717985" y="912924"/>
                  </a:lnTo>
                  <a:lnTo>
                    <a:pt x="5718130" y="912924"/>
                  </a:lnTo>
                  <a:lnTo>
                    <a:pt x="5718275" y="912924"/>
                  </a:lnTo>
                  <a:lnTo>
                    <a:pt x="5718421" y="912924"/>
                  </a:lnTo>
                  <a:lnTo>
                    <a:pt x="5718566" y="912924"/>
                  </a:lnTo>
                  <a:lnTo>
                    <a:pt x="5718712" y="912924"/>
                  </a:lnTo>
                  <a:lnTo>
                    <a:pt x="5718857" y="912924"/>
                  </a:lnTo>
                  <a:lnTo>
                    <a:pt x="5719002" y="912924"/>
                  </a:lnTo>
                  <a:lnTo>
                    <a:pt x="5719148" y="912924"/>
                  </a:lnTo>
                  <a:lnTo>
                    <a:pt x="5719293" y="912924"/>
                  </a:lnTo>
                  <a:lnTo>
                    <a:pt x="5719439" y="912924"/>
                  </a:lnTo>
                  <a:lnTo>
                    <a:pt x="5719584" y="912924"/>
                  </a:lnTo>
                  <a:lnTo>
                    <a:pt x="5719730" y="912924"/>
                  </a:lnTo>
                  <a:lnTo>
                    <a:pt x="5719875" y="912924"/>
                  </a:lnTo>
                  <a:lnTo>
                    <a:pt x="5720020" y="912924"/>
                  </a:lnTo>
                  <a:lnTo>
                    <a:pt x="5720166" y="912924"/>
                  </a:lnTo>
                  <a:lnTo>
                    <a:pt x="5720311" y="912924"/>
                  </a:lnTo>
                  <a:lnTo>
                    <a:pt x="5720457" y="912924"/>
                  </a:lnTo>
                  <a:lnTo>
                    <a:pt x="5720602" y="912924"/>
                  </a:lnTo>
                  <a:lnTo>
                    <a:pt x="5720602" y="912300"/>
                  </a:lnTo>
                  <a:lnTo>
                    <a:pt x="5720748" y="912300"/>
                  </a:lnTo>
                  <a:lnTo>
                    <a:pt x="5720893" y="912300"/>
                  </a:lnTo>
                  <a:lnTo>
                    <a:pt x="5721038" y="912300"/>
                  </a:lnTo>
                  <a:lnTo>
                    <a:pt x="5721184" y="912300"/>
                  </a:lnTo>
                  <a:lnTo>
                    <a:pt x="5721329" y="912300"/>
                  </a:lnTo>
                  <a:lnTo>
                    <a:pt x="5721475" y="912300"/>
                  </a:lnTo>
                  <a:lnTo>
                    <a:pt x="5721620" y="912300"/>
                  </a:lnTo>
                  <a:lnTo>
                    <a:pt x="5721766" y="912300"/>
                  </a:lnTo>
                  <a:lnTo>
                    <a:pt x="5721766" y="911677"/>
                  </a:lnTo>
                  <a:lnTo>
                    <a:pt x="5721911" y="911677"/>
                  </a:lnTo>
                  <a:lnTo>
                    <a:pt x="5722056" y="911677"/>
                  </a:lnTo>
                  <a:lnTo>
                    <a:pt x="5722202" y="911677"/>
                  </a:lnTo>
                  <a:lnTo>
                    <a:pt x="5722347" y="911677"/>
                  </a:lnTo>
                  <a:lnTo>
                    <a:pt x="5722493" y="911677"/>
                  </a:lnTo>
                  <a:lnTo>
                    <a:pt x="5722638" y="911677"/>
                  </a:lnTo>
                  <a:lnTo>
                    <a:pt x="5722784" y="911677"/>
                  </a:lnTo>
                  <a:lnTo>
                    <a:pt x="5722929" y="911677"/>
                  </a:lnTo>
                  <a:lnTo>
                    <a:pt x="5723074" y="911677"/>
                  </a:lnTo>
                  <a:lnTo>
                    <a:pt x="5723220" y="911677"/>
                  </a:lnTo>
                  <a:lnTo>
                    <a:pt x="5723365" y="911677"/>
                  </a:lnTo>
                  <a:lnTo>
                    <a:pt x="5723511" y="911677"/>
                  </a:lnTo>
                  <a:lnTo>
                    <a:pt x="5723656" y="911677"/>
                  </a:lnTo>
                  <a:lnTo>
                    <a:pt x="5723656" y="911053"/>
                  </a:lnTo>
                  <a:lnTo>
                    <a:pt x="5723802" y="911053"/>
                  </a:lnTo>
                  <a:lnTo>
                    <a:pt x="5723802" y="910430"/>
                  </a:lnTo>
                  <a:lnTo>
                    <a:pt x="5723947" y="910430"/>
                  </a:lnTo>
                  <a:lnTo>
                    <a:pt x="5724092" y="910430"/>
                  </a:lnTo>
                  <a:lnTo>
                    <a:pt x="5724238" y="910430"/>
                  </a:lnTo>
                  <a:lnTo>
                    <a:pt x="5724383" y="910430"/>
                  </a:lnTo>
                  <a:lnTo>
                    <a:pt x="5724529" y="910430"/>
                  </a:lnTo>
                  <a:lnTo>
                    <a:pt x="5724529" y="909806"/>
                  </a:lnTo>
                  <a:lnTo>
                    <a:pt x="5724529" y="909183"/>
                  </a:lnTo>
                  <a:lnTo>
                    <a:pt x="5724674" y="909183"/>
                  </a:lnTo>
                  <a:lnTo>
                    <a:pt x="5724820" y="909183"/>
                  </a:lnTo>
                  <a:lnTo>
                    <a:pt x="5724965" y="909183"/>
                  </a:lnTo>
                  <a:lnTo>
                    <a:pt x="5725110" y="909183"/>
                  </a:lnTo>
                  <a:lnTo>
                    <a:pt x="5725256" y="909183"/>
                  </a:lnTo>
                  <a:lnTo>
                    <a:pt x="5725256" y="908559"/>
                  </a:lnTo>
                  <a:lnTo>
                    <a:pt x="5725401" y="908559"/>
                  </a:lnTo>
                  <a:lnTo>
                    <a:pt x="5725547" y="908559"/>
                  </a:lnTo>
                  <a:lnTo>
                    <a:pt x="5725692" y="908559"/>
                  </a:lnTo>
                  <a:lnTo>
                    <a:pt x="5725837" y="908559"/>
                  </a:lnTo>
                  <a:lnTo>
                    <a:pt x="5725983" y="908559"/>
                  </a:lnTo>
                  <a:lnTo>
                    <a:pt x="5726128" y="908559"/>
                  </a:lnTo>
                  <a:lnTo>
                    <a:pt x="5726274" y="908559"/>
                  </a:lnTo>
                  <a:lnTo>
                    <a:pt x="5726419" y="908559"/>
                  </a:lnTo>
                  <a:lnTo>
                    <a:pt x="5726565" y="908559"/>
                  </a:lnTo>
                  <a:lnTo>
                    <a:pt x="5726710" y="908559"/>
                  </a:lnTo>
                  <a:lnTo>
                    <a:pt x="5726855" y="908559"/>
                  </a:lnTo>
                  <a:lnTo>
                    <a:pt x="5727001" y="908559"/>
                  </a:lnTo>
                  <a:lnTo>
                    <a:pt x="5727146" y="908559"/>
                  </a:lnTo>
                  <a:lnTo>
                    <a:pt x="5727292" y="908559"/>
                  </a:lnTo>
                  <a:lnTo>
                    <a:pt x="5727437" y="908559"/>
                  </a:lnTo>
                  <a:lnTo>
                    <a:pt x="5727583" y="908559"/>
                  </a:lnTo>
                  <a:lnTo>
                    <a:pt x="5727728" y="908559"/>
                  </a:lnTo>
                  <a:lnTo>
                    <a:pt x="5727873" y="908559"/>
                  </a:lnTo>
                  <a:lnTo>
                    <a:pt x="5728019" y="908559"/>
                  </a:lnTo>
                  <a:lnTo>
                    <a:pt x="5728164" y="908559"/>
                  </a:lnTo>
                  <a:lnTo>
                    <a:pt x="5728310" y="908559"/>
                  </a:lnTo>
                  <a:lnTo>
                    <a:pt x="5728455" y="908559"/>
                  </a:lnTo>
                  <a:lnTo>
                    <a:pt x="5728601" y="908559"/>
                  </a:lnTo>
                  <a:lnTo>
                    <a:pt x="5728746" y="908559"/>
                  </a:lnTo>
                  <a:lnTo>
                    <a:pt x="5728891" y="908559"/>
                  </a:lnTo>
                  <a:lnTo>
                    <a:pt x="5729037" y="908559"/>
                  </a:lnTo>
                  <a:lnTo>
                    <a:pt x="5729182" y="908559"/>
                  </a:lnTo>
                  <a:lnTo>
                    <a:pt x="5729328" y="908559"/>
                  </a:lnTo>
                  <a:lnTo>
                    <a:pt x="5729473" y="908559"/>
                  </a:lnTo>
                  <a:lnTo>
                    <a:pt x="5729619" y="908559"/>
                  </a:lnTo>
                  <a:lnTo>
                    <a:pt x="5729764" y="908559"/>
                  </a:lnTo>
                  <a:lnTo>
                    <a:pt x="5729909" y="908559"/>
                  </a:lnTo>
                  <a:lnTo>
                    <a:pt x="5730055" y="908559"/>
                  </a:lnTo>
                  <a:lnTo>
                    <a:pt x="5730200" y="908559"/>
                  </a:lnTo>
                  <a:lnTo>
                    <a:pt x="5730346" y="908559"/>
                  </a:lnTo>
                  <a:lnTo>
                    <a:pt x="5730491" y="908559"/>
                  </a:lnTo>
                  <a:lnTo>
                    <a:pt x="5730637" y="908559"/>
                  </a:lnTo>
                  <a:lnTo>
                    <a:pt x="5730782" y="908559"/>
                  </a:lnTo>
                  <a:lnTo>
                    <a:pt x="5730927" y="908559"/>
                  </a:lnTo>
                  <a:lnTo>
                    <a:pt x="5731073" y="908559"/>
                  </a:lnTo>
                  <a:lnTo>
                    <a:pt x="5731218" y="908559"/>
                  </a:lnTo>
                  <a:lnTo>
                    <a:pt x="5731364" y="908559"/>
                  </a:lnTo>
                  <a:lnTo>
                    <a:pt x="5731364" y="907935"/>
                  </a:lnTo>
                  <a:lnTo>
                    <a:pt x="5731509" y="907935"/>
                  </a:lnTo>
                  <a:lnTo>
                    <a:pt x="5731655" y="907935"/>
                  </a:lnTo>
                  <a:lnTo>
                    <a:pt x="5731800" y="907935"/>
                  </a:lnTo>
                  <a:lnTo>
                    <a:pt x="5731945" y="907935"/>
                  </a:lnTo>
                  <a:lnTo>
                    <a:pt x="5732091" y="907935"/>
                  </a:lnTo>
                  <a:lnTo>
                    <a:pt x="5732236" y="907935"/>
                  </a:lnTo>
                  <a:lnTo>
                    <a:pt x="5732382" y="907935"/>
                  </a:lnTo>
                  <a:lnTo>
                    <a:pt x="5732527" y="907935"/>
                  </a:lnTo>
                  <a:lnTo>
                    <a:pt x="5732672" y="907935"/>
                  </a:lnTo>
                  <a:lnTo>
                    <a:pt x="5732818" y="907935"/>
                  </a:lnTo>
                  <a:lnTo>
                    <a:pt x="5732963" y="907935"/>
                  </a:lnTo>
                  <a:lnTo>
                    <a:pt x="5733109" y="907935"/>
                  </a:lnTo>
                  <a:lnTo>
                    <a:pt x="5733254" y="907935"/>
                  </a:lnTo>
                  <a:lnTo>
                    <a:pt x="5733400" y="907935"/>
                  </a:lnTo>
                  <a:lnTo>
                    <a:pt x="5733545" y="907935"/>
                  </a:lnTo>
                  <a:lnTo>
                    <a:pt x="5733690" y="907935"/>
                  </a:lnTo>
                  <a:lnTo>
                    <a:pt x="5733836" y="907935"/>
                  </a:lnTo>
                  <a:lnTo>
                    <a:pt x="5733836" y="907312"/>
                  </a:lnTo>
                  <a:lnTo>
                    <a:pt x="5733981" y="907312"/>
                  </a:lnTo>
                  <a:lnTo>
                    <a:pt x="5734127" y="907312"/>
                  </a:lnTo>
                  <a:lnTo>
                    <a:pt x="5734272" y="907312"/>
                  </a:lnTo>
                  <a:lnTo>
                    <a:pt x="5734418" y="907312"/>
                  </a:lnTo>
                  <a:lnTo>
                    <a:pt x="5734563" y="907312"/>
                  </a:lnTo>
                  <a:lnTo>
                    <a:pt x="5734708" y="907312"/>
                  </a:lnTo>
                  <a:lnTo>
                    <a:pt x="5734854" y="907312"/>
                  </a:lnTo>
                  <a:lnTo>
                    <a:pt x="5734999" y="907312"/>
                  </a:lnTo>
                  <a:lnTo>
                    <a:pt x="5735145" y="907312"/>
                  </a:lnTo>
                  <a:lnTo>
                    <a:pt x="5735290" y="907312"/>
                  </a:lnTo>
                  <a:lnTo>
                    <a:pt x="5735436" y="907312"/>
                  </a:lnTo>
                  <a:lnTo>
                    <a:pt x="5735581" y="907312"/>
                  </a:lnTo>
                  <a:lnTo>
                    <a:pt x="5735581" y="906688"/>
                  </a:lnTo>
                  <a:lnTo>
                    <a:pt x="5735726" y="906688"/>
                  </a:lnTo>
                  <a:lnTo>
                    <a:pt x="5735872" y="906688"/>
                  </a:lnTo>
                  <a:lnTo>
                    <a:pt x="5736017" y="906688"/>
                  </a:lnTo>
                  <a:lnTo>
                    <a:pt x="5736163" y="906688"/>
                  </a:lnTo>
                  <a:lnTo>
                    <a:pt x="5736308" y="906688"/>
                  </a:lnTo>
                  <a:lnTo>
                    <a:pt x="5736454" y="906688"/>
                  </a:lnTo>
                  <a:lnTo>
                    <a:pt x="5736599" y="906688"/>
                  </a:lnTo>
                  <a:lnTo>
                    <a:pt x="5736744" y="906688"/>
                  </a:lnTo>
                  <a:lnTo>
                    <a:pt x="5736890" y="906688"/>
                  </a:lnTo>
                  <a:lnTo>
                    <a:pt x="5737035" y="906688"/>
                  </a:lnTo>
                  <a:lnTo>
                    <a:pt x="5737181" y="906688"/>
                  </a:lnTo>
                  <a:lnTo>
                    <a:pt x="5737326" y="906688"/>
                  </a:lnTo>
                  <a:lnTo>
                    <a:pt x="5737472" y="906688"/>
                  </a:lnTo>
                  <a:lnTo>
                    <a:pt x="5737617" y="906688"/>
                  </a:lnTo>
                  <a:lnTo>
                    <a:pt x="5737762" y="906688"/>
                  </a:lnTo>
                  <a:lnTo>
                    <a:pt x="5737908" y="906688"/>
                  </a:lnTo>
                  <a:lnTo>
                    <a:pt x="5738053" y="906688"/>
                  </a:lnTo>
                  <a:lnTo>
                    <a:pt x="5738199" y="906688"/>
                  </a:lnTo>
                  <a:lnTo>
                    <a:pt x="5738344" y="906688"/>
                  </a:lnTo>
                  <a:lnTo>
                    <a:pt x="5738344" y="906065"/>
                  </a:lnTo>
                  <a:lnTo>
                    <a:pt x="5738344" y="905441"/>
                  </a:lnTo>
                  <a:lnTo>
                    <a:pt x="5738490" y="905441"/>
                  </a:lnTo>
                  <a:lnTo>
                    <a:pt x="5738635" y="905441"/>
                  </a:lnTo>
                  <a:lnTo>
                    <a:pt x="5738780" y="905441"/>
                  </a:lnTo>
                  <a:lnTo>
                    <a:pt x="5738926" y="905441"/>
                  </a:lnTo>
                  <a:lnTo>
                    <a:pt x="5739071" y="905441"/>
                  </a:lnTo>
                  <a:lnTo>
                    <a:pt x="5739217" y="905441"/>
                  </a:lnTo>
                  <a:lnTo>
                    <a:pt x="5739362" y="905441"/>
                  </a:lnTo>
                  <a:lnTo>
                    <a:pt x="5739507" y="905441"/>
                  </a:lnTo>
                  <a:lnTo>
                    <a:pt x="5739653" y="905441"/>
                  </a:lnTo>
                  <a:lnTo>
                    <a:pt x="5739653" y="904817"/>
                  </a:lnTo>
                  <a:lnTo>
                    <a:pt x="5739798" y="904817"/>
                  </a:lnTo>
                  <a:lnTo>
                    <a:pt x="5739944" y="904817"/>
                  </a:lnTo>
                  <a:lnTo>
                    <a:pt x="5740089" y="904817"/>
                  </a:lnTo>
                  <a:lnTo>
                    <a:pt x="5740235" y="904817"/>
                  </a:lnTo>
                  <a:lnTo>
                    <a:pt x="5740380" y="904817"/>
                  </a:lnTo>
                  <a:lnTo>
                    <a:pt x="5740525" y="904817"/>
                  </a:lnTo>
                  <a:lnTo>
                    <a:pt x="5740671" y="904817"/>
                  </a:lnTo>
                  <a:lnTo>
                    <a:pt x="5740816" y="904817"/>
                  </a:lnTo>
                  <a:lnTo>
                    <a:pt x="5740816" y="904194"/>
                  </a:lnTo>
                  <a:lnTo>
                    <a:pt x="5740962" y="904194"/>
                  </a:lnTo>
                  <a:lnTo>
                    <a:pt x="5741107" y="904194"/>
                  </a:lnTo>
                  <a:lnTo>
                    <a:pt x="5741253" y="904194"/>
                  </a:lnTo>
                  <a:lnTo>
                    <a:pt x="5741253" y="903570"/>
                  </a:lnTo>
                  <a:lnTo>
                    <a:pt x="5741398" y="903570"/>
                  </a:lnTo>
                  <a:lnTo>
                    <a:pt x="5741398" y="902947"/>
                  </a:lnTo>
                  <a:lnTo>
                    <a:pt x="5741543" y="902947"/>
                  </a:lnTo>
                  <a:lnTo>
                    <a:pt x="5741689" y="902947"/>
                  </a:lnTo>
                  <a:lnTo>
                    <a:pt x="5741834" y="902947"/>
                  </a:lnTo>
                  <a:lnTo>
                    <a:pt x="5741980" y="902947"/>
                  </a:lnTo>
                  <a:lnTo>
                    <a:pt x="5741980" y="902323"/>
                  </a:lnTo>
                  <a:lnTo>
                    <a:pt x="5742125" y="902323"/>
                  </a:lnTo>
                  <a:lnTo>
                    <a:pt x="5742271" y="902323"/>
                  </a:lnTo>
                  <a:lnTo>
                    <a:pt x="5742416" y="902323"/>
                  </a:lnTo>
                  <a:lnTo>
                    <a:pt x="5742561" y="902323"/>
                  </a:lnTo>
                  <a:lnTo>
                    <a:pt x="5742707" y="902323"/>
                  </a:lnTo>
                  <a:lnTo>
                    <a:pt x="5742852" y="902323"/>
                  </a:lnTo>
                  <a:lnTo>
                    <a:pt x="5742998" y="902323"/>
                  </a:lnTo>
                  <a:lnTo>
                    <a:pt x="5743143" y="902323"/>
                  </a:lnTo>
                  <a:lnTo>
                    <a:pt x="5743143" y="901700"/>
                  </a:lnTo>
                  <a:lnTo>
                    <a:pt x="5743143" y="901076"/>
                  </a:lnTo>
                  <a:lnTo>
                    <a:pt x="5743289" y="901076"/>
                  </a:lnTo>
                  <a:lnTo>
                    <a:pt x="5743434" y="901076"/>
                  </a:lnTo>
                  <a:lnTo>
                    <a:pt x="5743579" y="901076"/>
                  </a:lnTo>
                  <a:lnTo>
                    <a:pt x="5743579" y="900452"/>
                  </a:lnTo>
                  <a:lnTo>
                    <a:pt x="5743725" y="900452"/>
                  </a:lnTo>
                  <a:lnTo>
                    <a:pt x="5743870" y="900452"/>
                  </a:lnTo>
                  <a:lnTo>
                    <a:pt x="5744016" y="900452"/>
                  </a:lnTo>
                  <a:lnTo>
                    <a:pt x="5744161" y="900452"/>
                  </a:lnTo>
                  <a:lnTo>
                    <a:pt x="5744161" y="899829"/>
                  </a:lnTo>
                  <a:lnTo>
                    <a:pt x="5744307" y="899829"/>
                  </a:lnTo>
                  <a:lnTo>
                    <a:pt x="5744452" y="899829"/>
                  </a:lnTo>
                  <a:lnTo>
                    <a:pt x="5744597" y="899829"/>
                  </a:lnTo>
                  <a:lnTo>
                    <a:pt x="5744743" y="899829"/>
                  </a:lnTo>
                  <a:lnTo>
                    <a:pt x="5744888" y="899829"/>
                  </a:lnTo>
                  <a:lnTo>
                    <a:pt x="5745034" y="899829"/>
                  </a:lnTo>
                  <a:lnTo>
                    <a:pt x="5745179" y="899829"/>
                  </a:lnTo>
                  <a:lnTo>
                    <a:pt x="5745325" y="899829"/>
                  </a:lnTo>
                  <a:lnTo>
                    <a:pt x="5745470" y="899829"/>
                  </a:lnTo>
                  <a:lnTo>
                    <a:pt x="5745615" y="899829"/>
                  </a:lnTo>
                  <a:lnTo>
                    <a:pt x="5745761" y="899829"/>
                  </a:lnTo>
                  <a:lnTo>
                    <a:pt x="5745906" y="899829"/>
                  </a:lnTo>
                  <a:lnTo>
                    <a:pt x="5745906" y="899205"/>
                  </a:lnTo>
                  <a:lnTo>
                    <a:pt x="5746052" y="899205"/>
                  </a:lnTo>
                  <a:lnTo>
                    <a:pt x="5746197" y="899205"/>
                  </a:lnTo>
                  <a:lnTo>
                    <a:pt x="5746342" y="899205"/>
                  </a:lnTo>
                  <a:lnTo>
                    <a:pt x="5746488" y="899205"/>
                  </a:lnTo>
                  <a:lnTo>
                    <a:pt x="5746633" y="899205"/>
                  </a:lnTo>
                  <a:lnTo>
                    <a:pt x="5746779" y="899205"/>
                  </a:lnTo>
                  <a:lnTo>
                    <a:pt x="5746924" y="899205"/>
                  </a:lnTo>
                  <a:lnTo>
                    <a:pt x="5747070" y="899205"/>
                  </a:lnTo>
                  <a:lnTo>
                    <a:pt x="5747215" y="899205"/>
                  </a:lnTo>
                  <a:lnTo>
                    <a:pt x="5747360" y="899205"/>
                  </a:lnTo>
                  <a:lnTo>
                    <a:pt x="5747506" y="899205"/>
                  </a:lnTo>
                  <a:lnTo>
                    <a:pt x="5747651" y="899205"/>
                  </a:lnTo>
                  <a:lnTo>
                    <a:pt x="5747797" y="899205"/>
                  </a:lnTo>
                  <a:lnTo>
                    <a:pt x="5747942" y="899205"/>
                  </a:lnTo>
                  <a:lnTo>
                    <a:pt x="5748088" y="899205"/>
                  </a:lnTo>
                  <a:lnTo>
                    <a:pt x="5748233" y="899205"/>
                  </a:lnTo>
                  <a:lnTo>
                    <a:pt x="5748233" y="898582"/>
                  </a:lnTo>
                  <a:lnTo>
                    <a:pt x="5748378" y="898582"/>
                  </a:lnTo>
                  <a:lnTo>
                    <a:pt x="5748524" y="898582"/>
                  </a:lnTo>
                  <a:lnTo>
                    <a:pt x="5748669" y="898582"/>
                  </a:lnTo>
                  <a:lnTo>
                    <a:pt x="5748815" y="898582"/>
                  </a:lnTo>
                  <a:lnTo>
                    <a:pt x="5748960" y="898582"/>
                  </a:lnTo>
                  <a:lnTo>
                    <a:pt x="5749106" y="898582"/>
                  </a:lnTo>
                  <a:lnTo>
                    <a:pt x="5749251" y="898582"/>
                  </a:lnTo>
                  <a:lnTo>
                    <a:pt x="5749396" y="898582"/>
                  </a:lnTo>
                  <a:lnTo>
                    <a:pt x="5749542" y="898582"/>
                  </a:lnTo>
                  <a:lnTo>
                    <a:pt x="5749687" y="898582"/>
                  </a:lnTo>
                  <a:lnTo>
                    <a:pt x="5749833" y="898582"/>
                  </a:lnTo>
                  <a:lnTo>
                    <a:pt x="5749833" y="897958"/>
                  </a:lnTo>
                  <a:lnTo>
                    <a:pt x="5749978" y="897958"/>
                  </a:lnTo>
                  <a:lnTo>
                    <a:pt x="5750124" y="897958"/>
                  </a:lnTo>
                  <a:lnTo>
                    <a:pt x="5750269" y="897958"/>
                  </a:lnTo>
                  <a:lnTo>
                    <a:pt x="5750414" y="897958"/>
                  </a:lnTo>
                  <a:lnTo>
                    <a:pt x="5750560" y="897958"/>
                  </a:lnTo>
                  <a:lnTo>
                    <a:pt x="5750705" y="897958"/>
                  </a:lnTo>
                  <a:lnTo>
                    <a:pt x="5750705" y="897334"/>
                  </a:lnTo>
                  <a:lnTo>
                    <a:pt x="5750851" y="897334"/>
                  </a:lnTo>
                  <a:lnTo>
                    <a:pt x="5750996" y="897334"/>
                  </a:lnTo>
                  <a:lnTo>
                    <a:pt x="5751142" y="897334"/>
                  </a:lnTo>
                  <a:lnTo>
                    <a:pt x="5751287" y="897334"/>
                  </a:lnTo>
                  <a:lnTo>
                    <a:pt x="5751432" y="897334"/>
                  </a:lnTo>
                  <a:lnTo>
                    <a:pt x="5751432" y="896711"/>
                  </a:lnTo>
                  <a:lnTo>
                    <a:pt x="5751578" y="896711"/>
                  </a:lnTo>
                  <a:lnTo>
                    <a:pt x="5751723" y="896711"/>
                  </a:lnTo>
                  <a:lnTo>
                    <a:pt x="5751869" y="896711"/>
                  </a:lnTo>
                  <a:lnTo>
                    <a:pt x="5752014" y="896711"/>
                  </a:lnTo>
                  <a:lnTo>
                    <a:pt x="5752160" y="896711"/>
                  </a:lnTo>
                  <a:lnTo>
                    <a:pt x="5752305" y="896711"/>
                  </a:lnTo>
                  <a:lnTo>
                    <a:pt x="5752450" y="896711"/>
                  </a:lnTo>
                  <a:lnTo>
                    <a:pt x="5752596" y="896711"/>
                  </a:lnTo>
                  <a:lnTo>
                    <a:pt x="5752741" y="896711"/>
                  </a:lnTo>
                  <a:lnTo>
                    <a:pt x="5752887" y="896711"/>
                  </a:lnTo>
                  <a:lnTo>
                    <a:pt x="5753032" y="896711"/>
                  </a:lnTo>
                  <a:lnTo>
                    <a:pt x="5753177" y="896711"/>
                  </a:lnTo>
                  <a:lnTo>
                    <a:pt x="5753323" y="896711"/>
                  </a:lnTo>
                  <a:lnTo>
                    <a:pt x="5753468" y="896711"/>
                  </a:lnTo>
                  <a:lnTo>
                    <a:pt x="5753614" y="896711"/>
                  </a:lnTo>
                  <a:lnTo>
                    <a:pt x="5753759" y="896711"/>
                  </a:lnTo>
                  <a:lnTo>
                    <a:pt x="5753905" y="896711"/>
                  </a:lnTo>
                  <a:lnTo>
                    <a:pt x="5754050" y="896711"/>
                  </a:lnTo>
                  <a:lnTo>
                    <a:pt x="5754195" y="896711"/>
                  </a:lnTo>
                  <a:lnTo>
                    <a:pt x="5754341" y="896711"/>
                  </a:lnTo>
                  <a:lnTo>
                    <a:pt x="5754486" y="896711"/>
                  </a:lnTo>
                  <a:lnTo>
                    <a:pt x="5754632" y="896711"/>
                  </a:lnTo>
                  <a:lnTo>
                    <a:pt x="5754632" y="896087"/>
                  </a:lnTo>
                  <a:lnTo>
                    <a:pt x="5754632" y="895464"/>
                  </a:lnTo>
                  <a:lnTo>
                    <a:pt x="5754777" y="895464"/>
                  </a:lnTo>
                  <a:lnTo>
                    <a:pt x="5754923" y="895464"/>
                  </a:lnTo>
                  <a:lnTo>
                    <a:pt x="5755068" y="895464"/>
                  </a:lnTo>
                  <a:lnTo>
                    <a:pt x="5755213" y="895464"/>
                  </a:lnTo>
                  <a:lnTo>
                    <a:pt x="5755213" y="894840"/>
                  </a:lnTo>
                  <a:lnTo>
                    <a:pt x="5755359" y="894840"/>
                  </a:lnTo>
                  <a:lnTo>
                    <a:pt x="5755504" y="894840"/>
                  </a:lnTo>
                  <a:lnTo>
                    <a:pt x="5755650" y="894840"/>
                  </a:lnTo>
                  <a:lnTo>
                    <a:pt x="5755795" y="894840"/>
                  </a:lnTo>
                  <a:lnTo>
                    <a:pt x="5755941" y="894840"/>
                  </a:lnTo>
                  <a:lnTo>
                    <a:pt x="5756086" y="894840"/>
                  </a:lnTo>
                  <a:lnTo>
                    <a:pt x="5756231" y="894840"/>
                  </a:lnTo>
                  <a:lnTo>
                    <a:pt x="5756377" y="894840"/>
                  </a:lnTo>
                  <a:lnTo>
                    <a:pt x="5756522" y="894840"/>
                  </a:lnTo>
                  <a:lnTo>
                    <a:pt x="5756668" y="894840"/>
                  </a:lnTo>
                  <a:lnTo>
                    <a:pt x="5756668" y="894217"/>
                  </a:lnTo>
                  <a:lnTo>
                    <a:pt x="5756813" y="894217"/>
                  </a:lnTo>
                  <a:lnTo>
                    <a:pt x="5756959" y="894217"/>
                  </a:lnTo>
                  <a:lnTo>
                    <a:pt x="5757104" y="894217"/>
                  </a:lnTo>
                  <a:lnTo>
                    <a:pt x="5757249" y="894217"/>
                  </a:lnTo>
                  <a:lnTo>
                    <a:pt x="5757395" y="894217"/>
                  </a:lnTo>
                  <a:lnTo>
                    <a:pt x="5757540" y="894217"/>
                  </a:lnTo>
                  <a:lnTo>
                    <a:pt x="5757540" y="893593"/>
                  </a:lnTo>
                  <a:lnTo>
                    <a:pt x="5757686" y="893593"/>
                  </a:lnTo>
                  <a:lnTo>
                    <a:pt x="5757831" y="893593"/>
                  </a:lnTo>
                  <a:lnTo>
                    <a:pt x="5757977" y="893593"/>
                  </a:lnTo>
                  <a:lnTo>
                    <a:pt x="5758122" y="893593"/>
                  </a:lnTo>
                  <a:lnTo>
                    <a:pt x="5758267" y="893593"/>
                  </a:lnTo>
                  <a:lnTo>
                    <a:pt x="5758413" y="893593"/>
                  </a:lnTo>
                  <a:lnTo>
                    <a:pt x="5758558" y="893593"/>
                  </a:lnTo>
                  <a:lnTo>
                    <a:pt x="5758704" y="893593"/>
                  </a:lnTo>
                  <a:lnTo>
                    <a:pt x="5758849" y="893593"/>
                  </a:lnTo>
                  <a:lnTo>
                    <a:pt x="5758995" y="893593"/>
                  </a:lnTo>
                  <a:lnTo>
                    <a:pt x="5759140" y="893593"/>
                  </a:lnTo>
                  <a:lnTo>
                    <a:pt x="5759285" y="893593"/>
                  </a:lnTo>
                  <a:lnTo>
                    <a:pt x="5759431" y="893593"/>
                  </a:lnTo>
                  <a:lnTo>
                    <a:pt x="5759576" y="893593"/>
                  </a:lnTo>
                  <a:lnTo>
                    <a:pt x="5759722" y="893593"/>
                  </a:lnTo>
                  <a:lnTo>
                    <a:pt x="5759867" y="893593"/>
                  </a:lnTo>
                  <a:lnTo>
                    <a:pt x="5760012" y="893593"/>
                  </a:lnTo>
                  <a:lnTo>
                    <a:pt x="5760158" y="893593"/>
                  </a:lnTo>
                  <a:lnTo>
                    <a:pt x="5760303" y="893593"/>
                  </a:lnTo>
                  <a:lnTo>
                    <a:pt x="5760449" y="893593"/>
                  </a:lnTo>
                  <a:lnTo>
                    <a:pt x="5760594" y="893593"/>
                  </a:lnTo>
                  <a:lnTo>
                    <a:pt x="5760740" y="893593"/>
                  </a:lnTo>
                  <a:lnTo>
                    <a:pt x="5760885" y="893593"/>
                  </a:lnTo>
                  <a:lnTo>
                    <a:pt x="5761030" y="893593"/>
                  </a:lnTo>
                  <a:lnTo>
                    <a:pt x="5761176" y="893593"/>
                  </a:lnTo>
                  <a:lnTo>
                    <a:pt x="5761321" y="893593"/>
                  </a:lnTo>
                  <a:lnTo>
                    <a:pt x="5761467" y="893593"/>
                  </a:lnTo>
                  <a:lnTo>
                    <a:pt x="5761612" y="893593"/>
                  </a:lnTo>
                  <a:lnTo>
                    <a:pt x="5761758" y="893593"/>
                  </a:lnTo>
                  <a:lnTo>
                    <a:pt x="5761903" y="893593"/>
                  </a:lnTo>
                  <a:lnTo>
                    <a:pt x="5761903" y="892969"/>
                  </a:lnTo>
                  <a:lnTo>
                    <a:pt x="5762048" y="892969"/>
                  </a:lnTo>
                  <a:lnTo>
                    <a:pt x="5762194" y="892969"/>
                  </a:lnTo>
                  <a:lnTo>
                    <a:pt x="5762339" y="892969"/>
                  </a:lnTo>
                  <a:lnTo>
                    <a:pt x="5762485" y="892969"/>
                  </a:lnTo>
                  <a:lnTo>
                    <a:pt x="5762485" y="892346"/>
                  </a:lnTo>
                  <a:lnTo>
                    <a:pt x="5762630" y="892346"/>
                  </a:lnTo>
                  <a:lnTo>
                    <a:pt x="5762776" y="892346"/>
                  </a:lnTo>
                  <a:lnTo>
                    <a:pt x="5762921" y="892346"/>
                  </a:lnTo>
                  <a:lnTo>
                    <a:pt x="5763066" y="892346"/>
                  </a:lnTo>
                  <a:lnTo>
                    <a:pt x="5763212" y="892346"/>
                  </a:lnTo>
                  <a:lnTo>
                    <a:pt x="5763357" y="892346"/>
                  </a:lnTo>
                  <a:lnTo>
                    <a:pt x="5763503" y="892346"/>
                  </a:lnTo>
                  <a:lnTo>
                    <a:pt x="5763648" y="892346"/>
                  </a:lnTo>
                  <a:lnTo>
                    <a:pt x="5763794" y="892346"/>
                  </a:lnTo>
                  <a:lnTo>
                    <a:pt x="5763939" y="892346"/>
                  </a:lnTo>
                  <a:lnTo>
                    <a:pt x="5764084" y="892346"/>
                  </a:lnTo>
                  <a:lnTo>
                    <a:pt x="5764230" y="892346"/>
                  </a:lnTo>
                  <a:lnTo>
                    <a:pt x="5764375" y="892346"/>
                  </a:lnTo>
                  <a:lnTo>
                    <a:pt x="5764521" y="892346"/>
                  </a:lnTo>
                  <a:lnTo>
                    <a:pt x="5764666" y="892346"/>
                  </a:lnTo>
                  <a:lnTo>
                    <a:pt x="5764812" y="892346"/>
                  </a:lnTo>
                  <a:lnTo>
                    <a:pt x="5764957" y="892346"/>
                  </a:lnTo>
                  <a:lnTo>
                    <a:pt x="5765102" y="892346"/>
                  </a:lnTo>
                  <a:lnTo>
                    <a:pt x="5765248" y="892346"/>
                  </a:lnTo>
                  <a:lnTo>
                    <a:pt x="5765393" y="892346"/>
                  </a:lnTo>
                  <a:lnTo>
                    <a:pt x="5765539" y="892346"/>
                  </a:lnTo>
                  <a:lnTo>
                    <a:pt x="5765684" y="892346"/>
                  </a:lnTo>
                  <a:lnTo>
                    <a:pt x="5765830" y="892346"/>
                  </a:lnTo>
                  <a:lnTo>
                    <a:pt x="5765975" y="892346"/>
                  </a:lnTo>
                  <a:lnTo>
                    <a:pt x="5766120" y="892346"/>
                  </a:lnTo>
                  <a:lnTo>
                    <a:pt x="5766266" y="892346"/>
                  </a:lnTo>
                  <a:lnTo>
                    <a:pt x="5766411" y="892346"/>
                  </a:lnTo>
                  <a:lnTo>
                    <a:pt x="5766557" y="892346"/>
                  </a:lnTo>
                  <a:lnTo>
                    <a:pt x="5766702" y="892346"/>
                  </a:lnTo>
                  <a:lnTo>
                    <a:pt x="5766702" y="891722"/>
                  </a:lnTo>
                  <a:lnTo>
                    <a:pt x="5766847" y="891722"/>
                  </a:lnTo>
                  <a:lnTo>
                    <a:pt x="5766847" y="891099"/>
                  </a:lnTo>
                  <a:lnTo>
                    <a:pt x="5766993" y="891099"/>
                  </a:lnTo>
                  <a:lnTo>
                    <a:pt x="5767138" y="891099"/>
                  </a:lnTo>
                  <a:lnTo>
                    <a:pt x="5767284" y="891099"/>
                  </a:lnTo>
                  <a:lnTo>
                    <a:pt x="5767284" y="890475"/>
                  </a:lnTo>
                  <a:lnTo>
                    <a:pt x="5767284" y="889851"/>
                  </a:lnTo>
                  <a:lnTo>
                    <a:pt x="5767429" y="889851"/>
                  </a:lnTo>
                  <a:lnTo>
                    <a:pt x="5767575" y="889851"/>
                  </a:lnTo>
                  <a:lnTo>
                    <a:pt x="5767720" y="889851"/>
                  </a:lnTo>
                  <a:lnTo>
                    <a:pt x="5767865" y="889851"/>
                  </a:lnTo>
                  <a:lnTo>
                    <a:pt x="5768011" y="889851"/>
                  </a:lnTo>
                  <a:lnTo>
                    <a:pt x="5768156" y="889851"/>
                  </a:lnTo>
                  <a:lnTo>
                    <a:pt x="5768302" y="889851"/>
                  </a:lnTo>
                  <a:lnTo>
                    <a:pt x="5768447" y="889851"/>
                  </a:lnTo>
                  <a:lnTo>
                    <a:pt x="5768593" y="889851"/>
                  </a:lnTo>
                  <a:lnTo>
                    <a:pt x="5768738" y="889851"/>
                  </a:lnTo>
                  <a:lnTo>
                    <a:pt x="5768883" y="889851"/>
                  </a:lnTo>
                  <a:lnTo>
                    <a:pt x="5769029" y="889851"/>
                  </a:lnTo>
                  <a:lnTo>
                    <a:pt x="5769174" y="889851"/>
                  </a:lnTo>
                  <a:lnTo>
                    <a:pt x="5769320" y="889851"/>
                  </a:lnTo>
                  <a:lnTo>
                    <a:pt x="5769465" y="889851"/>
                  </a:lnTo>
                  <a:lnTo>
                    <a:pt x="5769465" y="889228"/>
                  </a:lnTo>
                  <a:lnTo>
                    <a:pt x="5769465" y="888604"/>
                  </a:lnTo>
                  <a:lnTo>
                    <a:pt x="5769611" y="888604"/>
                  </a:lnTo>
                  <a:lnTo>
                    <a:pt x="5769611" y="887981"/>
                  </a:lnTo>
                  <a:lnTo>
                    <a:pt x="5769611" y="887357"/>
                  </a:lnTo>
                  <a:lnTo>
                    <a:pt x="5769611" y="886734"/>
                  </a:lnTo>
                  <a:lnTo>
                    <a:pt x="5769756" y="886734"/>
                  </a:lnTo>
                  <a:lnTo>
                    <a:pt x="5769901" y="886734"/>
                  </a:lnTo>
                  <a:lnTo>
                    <a:pt x="5770047" y="886734"/>
                  </a:lnTo>
                  <a:lnTo>
                    <a:pt x="5770192" y="886734"/>
                  </a:lnTo>
                  <a:lnTo>
                    <a:pt x="5770338" y="886734"/>
                  </a:lnTo>
                  <a:lnTo>
                    <a:pt x="5770483" y="886734"/>
                  </a:lnTo>
                  <a:lnTo>
                    <a:pt x="5770629" y="886734"/>
                  </a:lnTo>
                  <a:lnTo>
                    <a:pt x="5770629" y="886110"/>
                  </a:lnTo>
                  <a:lnTo>
                    <a:pt x="5770774" y="886110"/>
                  </a:lnTo>
                  <a:lnTo>
                    <a:pt x="5770919" y="886110"/>
                  </a:lnTo>
                  <a:lnTo>
                    <a:pt x="5771065" y="886110"/>
                  </a:lnTo>
                  <a:lnTo>
                    <a:pt x="5771065" y="885486"/>
                  </a:lnTo>
                  <a:lnTo>
                    <a:pt x="5771210" y="885486"/>
                  </a:lnTo>
                  <a:lnTo>
                    <a:pt x="5771356" y="885486"/>
                  </a:lnTo>
                  <a:lnTo>
                    <a:pt x="5771501" y="885486"/>
                  </a:lnTo>
                  <a:lnTo>
                    <a:pt x="5771501" y="884863"/>
                  </a:lnTo>
                  <a:lnTo>
                    <a:pt x="5771501" y="884239"/>
                  </a:lnTo>
                  <a:lnTo>
                    <a:pt x="5771647" y="884239"/>
                  </a:lnTo>
                  <a:lnTo>
                    <a:pt x="5771647" y="883616"/>
                  </a:lnTo>
                  <a:lnTo>
                    <a:pt x="5771792" y="883616"/>
                  </a:lnTo>
                  <a:lnTo>
                    <a:pt x="5771937" y="883616"/>
                  </a:lnTo>
                  <a:lnTo>
                    <a:pt x="5772083" y="883616"/>
                  </a:lnTo>
                  <a:lnTo>
                    <a:pt x="5772228" y="883616"/>
                  </a:lnTo>
                  <a:lnTo>
                    <a:pt x="5772374" y="883616"/>
                  </a:lnTo>
                  <a:lnTo>
                    <a:pt x="5772519" y="883616"/>
                  </a:lnTo>
                  <a:lnTo>
                    <a:pt x="5772664" y="883616"/>
                  </a:lnTo>
                  <a:lnTo>
                    <a:pt x="5772810" y="883616"/>
                  </a:lnTo>
                  <a:lnTo>
                    <a:pt x="5772955" y="883616"/>
                  </a:lnTo>
                  <a:lnTo>
                    <a:pt x="5773101" y="883616"/>
                  </a:lnTo>
                  <a:lnTo>
                    <a:pt x="5773246" y="883616"/>
                  </a:lnTo>
                  <a:lnTo>
                    <a:pt x="5773392" y="883616"/>
                  </a:lnTo>
                  <a:lnTo>
                    <a:pt x="5773537" y="883616"/>
                  </a:lnTo>
                  <a:lnTo>
                    <a:pt x="5773682" y="883616"/>
                  </a:lnTo>
                  <a:lnTo>
                    <a:pt x="5773828" y="883616"/>
                  </a:lnTo>
                  <a:lnTo>
                    <a:pt x="5773973" y="883616"/>
                  </a:lnTo>
                  <a:lnTo>
                    <a:pt x="5774119" y="883616"/>
                  </a:lnTo>
                  <a:lnTo>
                    <a:pt x="5774119" y="882992"/>
                  </a:lnTo>
                  <a:lnTo>
                    <a:pt x="5774264" y="882992"/>
                  </a:lnTo>
                  <a:lnTo>
                    <a:pt x="5774264" y="882368"/>
                  </a:lnTo>
                  <a:lnTo>
                    <a:pt x="5774410" y="882368"/>
                  </a:lnTo>
                  <a:lnTo>
                    <a:pt x="5774555" y="882368"/>
                  </a:lnTo>
                  <a:lnTo>
                    <a:pt x="5774700" y="882368"/>
                  </a:lnTo>
                  <a:lnTo>
                    <a:pt x="5774846" y="882368"/>
                  </a:lnTo>
                  <a:lnTo>
                    <a:pt x="5774991" y="882368"/>
                  </a:lnTo>
                  <a:lnTo>
                    <a:pt x="5775137" y="882368"/>
                  </a:lnTo>
                  <a:lnTo>
                    <a:pt x="5775282" y="882368"/>
                  </a:lnTo>
                  <a:lnTo>
                    <a:pt x="5775428" y="882368"/>
                  </a:lnTo>
                  <a:lnTo>
                    <a:pt x="5775573" y="882368"/>
                  </a:lnTo>
                  <a:lnTo>
                    <a:pt x="5775718" y="882368"/>
                  </a:lnTo>
                  <a:lnTo>
                    <a:pt x="5775864" y="882368"/>
                  </a:lnTo>
                  <a:lnTo>
                    <a:pt x="5776009" y="882368"/>
                  </a:lnTo>
                  <a:lnTo>
                    <a:pt x="5776155" y="882368"/>
                  </a:lnTo>
                  <a:lnTo>
                    <a:pt x="5776300" y="882368"/>
                  </a:lnTo>
                  <a:lnTo>
                    <a:pt x="5776446" y="882368"/>
                  </a:lnTo>
                  <a:lnTo>
                    <a:pt x="5776446" y="881745"/>
                  </a:lnTo>
                  <a:lnTo>
                    <a:pt x="5776591" y="881745"/>
                  </a:lnTo>
                  <a:lnTo>
                    <a:pt x="5776736" y="881745"/>
                  </a:lnTo>
                  <a:lnTo>
                    <a:pt x="5776882" y="881745"/>
                  </a:lnTo>
                  <a:lnTo>
                    <a:pt x="5777027" y="881745"/>
                  </a:lnTo>
                  <a:lnTo>
                    <a:pt x="5777173" y="881745"/>
                  </a:lnTo>
                  <a:lnTo>
                    <a:pt x="5777318" y="881745"/>
                  </a:lnTo>
                  <a:lnTo>
                    <a:pt x="5777464" y="881745"/>
                  </a:lnTo>
                  <a:lnTo>
                    <a:pt x="5777609" y="881745"/>
                  </a:lnTo>
                  <a:lnTo>
                    <a:pt x="5777754" y="881745"/>
                  </a:lnTo>
                  <a:lnTo>
                    <a:pt x="5777900" y="881745"/>
                  </a:lnTo>
                  <a:lnTo>
                    <a:pt x="5778045" y="881745"/>
                  </a:lnTo>
                  <a:lnTo>
                    <a:pt x="5778191" y="881745"/>
                  </a:lnTo>
                  <a:lnTo>
                    <a:pt x="5778336" y="881745"/>
                  </a:lnTo>
                  <a:lnTo>
                    <a:pt x="5778482" y="881745"/>
                  </a:lnTo>
                  <a:lnTo>
                    <a:pt x="5778627" y="881745"/>
                  </a:lnTo>
                  <a:lnTo>
                    <a:pt x="5778772" y="881745"/>
                  </a:lnTo>
                  <a:lnTo>
                    <a:pt x="5778918" y="881745"/>
                  </a:lnTo>
                  <a:lnTo>
                    <a:pt x="5778918" y="881121"/>
                  </a:lnTo>
                  <a:lnTo>
                    <a:pt x="5779063" y="881121"/>
                  </a:lnTo>
                  <a:lnTo>
                    <a:pt x="5779209" y="881121"/>
                  </a:lnTo>
                  <a:lnTo>
                    <a:pt x="5779354" y="881121"/>
                  </a:lnTo>
                  <a:lnTo>
                    <a:pt x="5779499" y="881121"/>
                  </a:lnTo>
                  <a:lnTo>
                    <a:pt x="5779645" y="881121"/>
                  </a:lnTo>
                  <a:lnTo>
                    <a:pt x="5779790" y="881121"/>
                  </a:lnTo>
                  <a:lnTo>
                    <a:pt x="5779936" y="881121"/>
                  </a:lnTo>
                  <a:lnTo>
                    <a:pt x="5780081" y="881121"/>
                  </a:lnTo>
                  <a:lnTo>
                    <a:pt x="5780227" y="881121"/>
                  </a:lnTo>
                  <a:lnTo>
                    <a:pt x="5780372" y="881121"/>
                  </a:lnTo>
                  <a:lnTo>
                    <a:pt x="5780372" y="880498"/>
                  </a:lnTo>
                  <a:lnTo>
                    <a:pt x="5780372" y="879874"/>
                  </a:lnTo>
                  <a:lnTo>
                    <a:pt x="5780517" y="879874"/>
                  </a:lnTo>
                  <a:lnTo>
                    <a:pt x="5780663" y="879874"/>
                  </a:lnTo>
                  <a:lnTo>
                    <a:pt x="5780663" y="879251"/>
                  </a:lnTo>
                  <a:lnTo>
                    <a:pt x="5780808" y="879251"/>
                  </a:lnTo>
                  <a:lnTo>
                    <a:pt x="5780954" y="879251"/>
                  </a:lnTo>
                  <a:lnTo>
                    <a:pt x="5781099" y="879251"/>
                  </a:lnTo>
                  <a:lnTo>
                    <a:pt x="5781245" y="879251"/>
                  </a:lnTo>
                  <a:lnTo>
                    <a:pt x="5781390" y="879251"/>
                  </a:lnTo>
                  <a:lnTo>
                    <a:pt x="5781535" y="879251"/>
                  </a:lnTo>
                  <a:lnTo>
                    <a:pt x="5781681" y="879251"/>
                  </a:lnTo>
                  <a:lnTo>
                    <a:pt x="5781826" y="879251"/>
                  </a:lnTo>
                  <a:lnTo>
                    <a:pt x="5781972" y="879251"/>
                  </a:lnTo>
                  <a:lnTo>
                    <a:pt x="5782117" y="879251"/>
                  </a:lnTo>
                  <a:lnTo>
                    <a:pt x="5782117" y="878627"/>
                  </a:lnTo>
                  <a:lnTo>
                    <a:pt x="5782263" y="878627"/>
                  </a:lnTo>
                  <a:lnTo>
                    <a:pt x="5782408" y="878627"/>
                  </a:lnTo>
                  <a:lnTo>
                    <a:pt x="5782553" y="878627"/>
                  </a:lnTo>
                  <a:lnTo>
                    <a:pt x="5782699" y="878627"/>
                  </a:lnTo>
                  <a:lnTo>
                    <a:pt x="5782844" y="878627"/>
                  </a:lnTo>
                  <a:lnTo>
                    <a:pt x="5782990" y="878627"/>
                  </a:lnTo>
                  <a:lnTo>
                    <a:pt x="5783135" y="878627"/>
                  </a:lnTo>
                  <a:lnTo>
                    <a:pt x="5783281" y="878627"/>
                  </a:lnTo>
                  <a:lnTo>
                    <a:pt x="5783426" y="878627"/>
                  </a:lnTo>
                  <a:lnTo>
                    <a:pt x="5783571" y="878627"/>
                  </a:lnTo>
                  <a:lnTo>
                    <a:pt x="5783717" y="878627"/>
                  </a:lnTo>
                  <a:lnTo>
                    <a:pt x="5783862" y="878627"/>
                  </a:lnTo>
                  <a:lnTo>
                    <a:pt x="5784008" y="878627"/>
                  </a:lnTo>
                  <a:lnTo>
                    <a:pt x="5784153" y="878627"/>
                  </a:lnTo>
                  <a:lnTo>
                    <a:pt x="5784299" y="878627"/>
                  </a:lnTo>
                  <a:lnTo>
                    <a:pt x="5784444" y="878627"/>
                  </a:lnTo>
                  <a:lnTo>
                    <a:pt x="5784589" y="878627"/>
                  </a:lnTo>
                  <a:lnTo>
                    <a:pt x="5784735" y="878627"/>
                  </a:lnTo>
                  <a:lnTo>
                    <a:pt x="5784880" y="878627"/>
                  </a:lnTo>
                  <a:lnTo>
                    <a:pt x="5785026" y="878627"/>
                  </a:lnTo>
                  <a:lnTo>
                    <a:pt x="5785171" y="878627"/>
                  </a:lnTo>
                  <a:lnTo>
                    <a:pt x="5785317" y="878627"/>
                  </a:lnTo>
                  <a:lnTo>
                    <a:pt x="5785462" y="878627"/>
                  </a:lnTo>
                  <a:lnTo>
                    <a:pt x="5785607" y="878627"/>
                  </a:lnTo>
                  <a:lnTo>
                    <a:pt x="5785753" y="878627"/>
                  </a:lnTo>
                  <a:lnTo>
                    <a:pt x="5785898" y="878627"/>
                  </a:lnTo>
                  <a:lnTo>
                    <a:pt x="5785898" y="878003"/>
                  </a:lnTo>
                  <a:lnTo>
                    <a:pt x="5786044" y="878003"/>
                  </a:lnTo>
                  <a:lnTo>
                    <a:pt x="5786189" y="878003"/>
                  </a:lnTo>
                  <a:lnTo>
                    <a:pt x="5786189" y="877380"/>
                  </a:lnTo>
                  <a:lnTo>
                    <a:pt x="5786334" y="877380"/>
                  </a:lnTo>
                  <a:lnTo>
                    <a:pt x="5786480" y="877380"/>
                  </a:lnTo>
                  <a:lnTo>
                    <a:pt x="5786625" y="877380"/>
                  </a:lnTo>
                  <a:lnTo>
                    <a:pt x="5786771" y="877380"/>
                  </a:lnTo>
                  <a:lnTo>
                    <a:pt x="5786916" y="877380"/>
                  </a:lnTo>
                  <a:lnTo>
                    <a:pt x="5787062" y="877380"/>
                  </a:lnTo>
                  <a:lnTo>
                    <a:pt x="5787207" y="877380"/>
                  </a:lnTo>
                  <a:lnTo>
                    <a:pt x="5787352" y="877380"/>
                  </a:lnTo>
                  <a:lnTo>
                    <a:pt x="5787498" y="877380"/>
                  </a:lnTo>
                  <a:lnTo>
                    <a:pt x="5787643" y="877380"/>
                  </a:lnTo>
                  <a:lnTo>
                    <a:pt x="5787789" y="877380"/>
                  </a:lnTo>
                  <a:lnTo>
                    <a:pt x="5787934" y="877380"/>
                  </a:lnTo>
                  <a:lnTo>
                    <a:pt x="5788080" y="877380"/>
                  </a:lnTo>
                  <a:lnTo>
                    <a:pt x="5788225" y="877380"/>
                  </a:lnTo>
                  <a:lnTo>
                    <a:pt x="5788370" y="877380"/>
                  </a:lnTo>
                  <a:lnTo>
                    <a:pt x="5788516" y="877380"/>
                  </a:lnTo>
                  <a:lnTo>
                    <a:pt x="5788661" y="877380"/>
                  </a:lnTo>
                  <a:lnTo>
                    <a:pt x="5788807" y="877380"/>
                  </a:lnTo>
                  <a:lnTo>
                    <a:pt x="5788952" y="877380"/>
                  </a:lnTo>
                  <a:lnTo>
                    <a:pt x="5789098" y="877380"/>
                  </a:lnTo>
                  <a:lnTo>
                    <a:pt x="5789243" y="877380"/>
                  </a:lnTo>
                  <a:lnTo>
                    <a:pt x="5789388" y="877380"/>
                  </a:lnTo>
                  <a:lnTo>
                    <a:pt x="5789534" y="877380"/>
                  </a:lnTo>
                  <a:lnTo>
                    <a:pt x="5789534" y="876756"/>
                  </a:lnTo>
                  <a:lnTo>
                    <a:pt x="5789679" y="876756"/>
                  </a:lnTo>
                  <a:lnTo>
                    <a:pt x="5789825" y="876756"/>
                  </a:lnTo>
                  <a:lnTo>
                    <a:pt x="5789970" y="876756"/>
                  </a:lnTo>
                  <a:lnTo>
                    <a:pt x="5790116" y="876756"/>
                  </a:lnTo>
                  <a:lnTo>
                    <a:pt x="5790261" y="876756"/>
                  </a:lnTo>
                  <a:lnTo>
                    <a:pt x="5790406" y="876756"/>
                  </a:lnTo>
                  <a:lnTo>
                    <a:pt x="5790552" y="876756"/>
                  </a:lnTo>
                  <a:lnTo>
                    <a:pt x="5790697" y="876756"/>
                  </a:lnTo>
                  <a:lnTo>
                    <a:pt x="5790843" y="876756"/>
                  </a:lnTo>
                  <a:lnTo>
                    <a:pt x="5790988" y="876756"/>
                  </a:lnTo>
                  <a:lnTo>
                    <a:pt x="5791134" y="876756"/>
                  </a:lnTo>
                  <a:lnTo>
                    <a:pt x="5791279" y="876756"/>
                  </a:lnTo>
                  <a:lnTo>
                    <a:pt x="5791424" y="876756"/>
                  </a:lnTo>
                  <a:lnTo>
                    <a:pt x="5791570" y="876756"/>
                  </a:lnTo>
                  <a:lnTo>
                    <a:pt x="5791715" y="876756"/>
                  </a:lnTo>
                  <a:lnTo>
                    <a:pt x="5791861" y="876756"/>
                  </a:lnTo>
                  <a:lnTo>
                    <a:pt x="5792006" y="876756"/>
                  </a:lnTo>
                  <a:lnTo>
                    <a:pt x="5792152" y="876756"/>
                  </a:lnTo>
                  <a:lnTo>
                    <a:pt x="5792297" y="876756"/>
                  </a:lnTo>
                  <a:lnTo>
                    <a:pt x="5792442" y="876756"/>
                  </a:lnTo>
                  <a:lnTo>
                    <a:pt x="5792442" y="876133"/>
                  </a:lnTo>
                  <a:lnTo>
                    <a:pt x="5792588" y="876133"/>
                  </a:lnTo>
                  <a:lnTo>
                    <a:pt x="5792588" y="875509"/>
                  </a:lnTo>
                  <a:lnTo>
                    <a:pt x="5792733" y="875509"/>
                  </a:lnTo>
                  <a:lnTo>
                    <a:pt x="5792733" y="874885"/>
                  </a:lnTo>
                  <a:lnTo>
                    <a:pt x="5792879" y="874885"/>
                  </a:lnTo>
                  <a:lnTo>
                    <a:pt x="5793024" y="874885"/>
                  </a:lnTo>
                  <a:lnTo>
                    <a:pt x="5793169" y="874885"/>
                  </a:lnTo>
                  <a:lnTo>
                    <a:pt x="5793315" y="874885"/>
                  </a:lnTo>
                  <a:lnTo>
                    <a:pt x="5793460" y="874885"/>
                  </a:lnTo>
                  <a:lnTo>
                    <a:pt x="5793606" y="874885"/>
                  </a:lnTo>
                  <a:lnTo>
                    <a:pt x="5793751" y="874885"/>
                  </a:lnTo>
                  <a:lnTo>
                    <a:pt x="5793897" y="874885"/>
                  </a:lnTo>
                  <a:lnTo>
                    <a:pt x="5793897" y="874262"/>
                  </a:lnTo>
                  <a:lnTo>
                    <a:pt x="5793897" y="873638"/>
                  </a:lnTo>
                  <a:lnTo>
                    <a:pt x="5794042" y="873638"/>
                  </a:lnTo>
                  <a:lnTo>
                    <a:pt x="5794187" y="873638"/>
                  </a:lnTo>
                  <a:lnTo>
                    <a:pt x="5794333" y="873638"/>
                  </a:lnTo>
                  <a:lnTo>
                    <a:pt x="5794478" y="873638"/>
                  </a:lnTo>
                  <a:lnTo>
                    <a:pt x="5794624" y="873638"/>
                  </a:lnTo>
                  <a:lnTo>
                    <a:pt x="5794769" y="873638"/>
                  </a:lnTo>
                  <a:lnTo>
                    <a:pt x="5794915" y="873638"/>
                  </a:lnTo>
                  <a:lnTo>
                    <a:pt x="5795060" y="873638"/>
                  </a:lnTo>
                  <a:lnTo>
                    <a:pt x="5795205" y="873638"/>
                  </a:lnTo>
                  <a:lnTo>
                    <a:pt x="5795205" y="873015"/>
                  </a:lnTo>
                  <a:lnTo>
                    <a:pt x="5795351" y="873015"/>
                  </a:lnTo>
                  <a:lnTo>
                    <a:pt x="5795351" y="872391"/>
                  </a:lnTo>
                  <a:lnTo>
                    <a:pt x="5795496" y="872391"/>
                  </a:lnTo>
                  <a:lnTo>
                    <a:pt x="5795642" y="872391"/>
                  </a:lnTo>
                  <a:lnTo>
                    <a:pt x="5795787" y="872391"/>
                  </a:lnTo>
                  <a:lnTo>
                    <a:pt x="5795933" y="872391"/>
                  </a:lnTo>
                  <a:lnTo>
                    <a:pt x="5796078" y="872391"/>
                  </a:lnTo>
                  <a:lnTo>
                    <a:pt x="5796223" y="872391"/>
                  </a:lnTo>
                  <a:lnTo>
                    <a:pt x="5796369" y="872391"/>
                  </a:lnTo>
                  <a:lnTo>
                    <a:pt x="5796514" y="872391"/>
                  </a:lnTo>
                  <a:lnTo>
                    <a:pt x="5796660" y="872391"/>
                  </a:lnTo>
                  <a:lnTo>
                    <a:pt x="5796660" y="871768"/>
                  </a:lnTo>
                  <a:lnTo>
                    <a:pt x="5796660" y="871144"/>
                  </a:lnTo>
                  <a:lnTo>
                    <a:pt x="5796805" y="871144"/>
                  </a:lnTo>
                  <a:lnTo>
                    <a:pt x="5796805" y="870520"/>
                  </a:lnTo>
                  <a:lnTo>
                    <a:pt x="5796951" y="870520"/>
                  </a:lnTo>
                  <a:lnTo>
                    <a:pt x="5797096" y="870520"/>
                  </a:lnTo>
                  <a:lnTo>
                    <a:pt x="5797241" y="870520"/>
                  </a:lnTo>
                  <a:lnTo>
                    <a:pt x="5797387" y="870520"/>
                  </a:lnTo>
                  <a:lnTo>
                    <a:pt x="5797532" y="870520"/>
                  </a:lnTo>
                  <a:lnTo>
                    <a:pt x="5797532" y="869897"/>
                  </a:lnTo>
                  <a:lnTo>
                    <a:pt x="5797678" y="869897"/>
                  </a:lnTo>
                  <a:lnTo>
                    <a:pt x="5797823" y="869897"/>
                  </a:lnTo>
                  <a:lnTo>
                    <a:pt x="5797969" y="869897"/>
                  </a:lnTo>
                  <a:lnTo>
                    <a:pt x="5798114" y="869897"/>
                  </a:lnTo>
                  <a:lnTo>
                    <a:pt x="5798259" y="869897"/>
                  </a:lnTo>
                  <a:lnTo>
                    <a:pt x="5798405" y="869897"/>
                  </a:lnTo>
                  <a:lnTo>
                    <a:pt x="5798550" y="869897"/>
                  </a:lnTo>
                  <a:lnTo>
                    <a:pt x="5798696" y="869897"/>
                  </a:lnTo>
                  <a:lnTo>
                    <a:pt x="5798841" y="869897"/>
                  </a:lnTo>
                  <a:lnTo>
                    <a:pt x="5798987" y="869897"/>
                  </a:lnTo>
                  <a:lnTo>
                    <a:pt x="5799132" y="869897"/>
                  </a:lnTo>
                  <a:lnTo>
                    <a:pt x="5799277" y="869897"/>
                  </a:lnTo>
                  <a:lnTo>
                    <a:pt x="5799277" y="869273"/>
                  </a:lnTo>
                  <a:lnTo>
                    <a:pt x="5799423" y="869273"/>
                  </a:lnTo>
                  <a:lnTo>
                    <a:pt x="5799423" y="868650"/>
                  </a:lnTo>
                  <a:lnTo>
                    <a:pt x="5799568" y="868650"/>
                  </a:lnTo>
                  <a:lnTo>
                    <a:pt x="5799714" y="868650"/>
                  </a:lnTo>
                  <a:lnTo>
                    <a:pt x="5799859" y="868650"/>
                  </a:lnTo>
                  <a:lnTo>
                    <a:pt x="5800004" y="868650"/>
                  </a:lnTo>
                  <a:lnTo>
                    <a:pt x="5800004" y="868026"/>
                  </a:lnTo>
                  <a:lnTo>
                    <a:pt x="5800150" y="868026"/>
                  </a:lnTo>
                  <a:lnTo>
                    <a:pt x="5800295" y="868026"/>
                  </a:lnTo>
                  <a:lnTo>
                    <a:pt x="5800441" y="868026"/>
                  </a:lnTo>
                  <a:lnTo>
                    <a:pt x="5800586" y="868026"/>
                  </a:lnTo>
                  <a:lnTo>
                    <a:pt x="5800586" y="867403"/>
                  </a:lnTo>
                  <a:lnTo>
                    <a:pt x="5800732" y="867403"/>
                  </a:lnTo>
                  <a:lnTo>
                    <a:pt x="5800877" y="867403"/>
                  </a:lnTo>
                  <a:lnTo>
                    <a:pt x="5801022" y="867403"/>
                  </a:lnTo>
                  <a:lnTo>
                    <a:pt x="5801168" y="867403"/>
                  </a:lnTo>
                  <a:lnTo>
                    <a:pt x="5801168" y="866779"/>
                  </a:lnTo>
                  <a:lnTo>
                    <a:pt x="5801313" y="866779"/>
                  </a:lnTo>
                  <a:lnTo>
                    <a:pt x="5801459" y="866779"/>
                  </a:lnTo>
                  <a:lnTo>
                    <a:pt x="5801604" y="866779"/>
                  </a:lnTo>
                  <a:lnTo>
                    <a:pt x="5801604" y="866155"/>
                  </a:lnTo>
                  <a:lnTo>
                    <a:pt x="5801750" y="866155"/>
                  </a:lnTo>
                  <a:lnTo>
                    <a:pt x="5801895" y="866155"/>
                  </a:lnTo>
                  <a:lnTo>
                    <a:pt x="5802040" y="866155"/>
                  </a:lnTo>
                  <a:lnTo>
                    <a:pt x="5802186" y="866155"/>
                  </a:lnTo>
                  <a:lnTo>
                    <a:pt x="5802331" y="866155"/>
                  </a:lnTo>
                  <a:lnTo>
                    <a:pt x="5802477" y="866155"/>
                  </a:lnTo>
                  <a:lnTo>
                    <a:pt x="5802622" y="866155"/>
                  </a:lnTo>
                  <a:lnTo>
                    <a:pt x="5802768" y="866155"/>
                  </a:lnTo>
                  <a:lnTo>
                    <a:pt x="5802913" y="866155"/>
                  </a:lnTo>
                  <a:lnTo>
                    <a:pt x="5803058" y="866155"/>
                  </a:lnTo>
                  <a:lnTo>
                    <a:pt x="5803204" y="866155"/>
                  </a:lnTo>
                  <a:lnTo>
                    <a:pt x="5803349" y="866155"/>
                  </a:lnTo>
                  <a:lnTo>
                    <a:pt x="5803495" y="866155"/>
                  </a:lnTo>
                  <a:lnTo>
                    <a:pt x="5803640" y="866155"/>
                  </a:lnTo>
                  <a:lnTo>
                    <a:pt x="5803786" y="866155"/>
                  </a:lnTo>
                  <a:lnTo>
                    <a:pt x="5803931" y="866155"/>
                  </a:lnTo>
                  <a:lnTo>
                    <a:pt x="5804076" y="866155"/>
                  </a:lnTo>
                  <a:lnTo>
                    <a:pt x="5804222" y="866155"/>
                  </a:lnTo>
                  <a:lnTo>
                    <a:pt x="5804367" y="866155"/>
                  </a:lnTo>
                  <a:lnTo>
                    <a:pt x="5804513" y="866155"/>
                  </a:lnTo>
                  <a:lnTo>
                    <a:pt x="5804513" y="865532"/>
                  </a:lnTo>
                  <a:lnTo>
                    <a:pt x="5804658" y="865532"/>
                  </a:lnTo>
                  <a:lnTo>
                    <a:pt x="5804804" y="865532"/>
                  </a:lnTo>
                  <a:lnTo>
                    <a:pt x="5804949" y="865532"/>
                  </a:lnTo>
                  <a:lnTo>
                    <a:pt x="5805094" y="865532"/>
                  </a:lnTo>
                  <a:lnTo>
                    <a:pt x="5805240" y="865532"/>
                  </a:lnTo>
                  <a:lnTo>
                    <a:pt x="5805385" y="865532"/>
                  </a:lnTo>
                  <a:lnTo>
                    <a:pt x="5805531" y="865532"/>
                  </a:lnTo>
                  <a:lnTo>
                    <a:pt x="5805676" y="865532"/>
                  </a:lnTo>
                  <a:lnTo>
                    <a:pt x="5805822" y="865532"/>
                  </a:lnTo>
                  <a:lnTo>
                    <a:pt x="5805967" y="865532"/>
                  </a:lnTo>
                  <a:lnTo>
                    <a:pt x="5806112" y="865532"/>
                  </a:lnTo>
                  <a:lnTo>
                    <a:pt x="5806258" y="865532"/>
                  </a:lnTo>
                  <a:lnTo>
                    <a:pt x="5806403" y="865532"/>
                  </a:lnTo>
                  <a:lnTo>
                    <a:pt x="5806549" y="865532"/>
                  </a:lnTo>
                  <a:lnTo>
                    <a:pt x="5806549" y="864908"/>
                  </a:lnTo>
                  <a:lnTo>
                    <a:pt x="5806694" y="864908"/>
                  </a:lnTo>
                  <a:lnTo>
                    <a:pt x="5806839" y="864908"/>
                  </a:lnTo>
                  <a:lnTo>
                    <a:pt x="5806985" y="864908"/>
                  </a:lnTo>
                  <a:lnTo>
                    <a:pt x="5807130" y="864908"/>
                  </a:lnTo>
                  <a:lnTo>
                    <a:pt x="5807276" y="864908"/>
                  </a:lnTo>
                  <a:lnTo>
                    <a:pt x="5807421" y="864908"/>
                  </a:lnTo>
                  <a:lnTo>
                    <a:pt x="5807567" y="864908"/>
                  </a:lnTo>
                  <a:lnTo>
                    <a:pt x="5807567" y="864285"/>
                  </a:lnTo>
                  <a:lnTo>
                    <a:pt x="5807712" y="864285"/>
                  </a:lnTo>
                  <a:lnTo>
                    <a:pt x="5807857" y="864285"/>
                  </a:lnTo>
                  <a:lnTo>
                    <a:pt x="5808003" y="864285"/>
                  </a:lnTo>
                  <a:lnTo>
                    <a:pt x="5808148" y="864285"/>
                  </a:lnTo>
                  <a:lnTo>
                    <a:pt x="5808294" y="864285"/>
                  </a:lnTo>
                  <a:lnTo>
                    <a:pt x="5808439" y="864285"/>
                  </a:lnTo>
                  <a:lnTo>
                    <a:pt x="5808585" y="864285"/>
                  </a:lnTo>
                  <a:lnTo>
                    <a:pt x="5808730" y="864285"/>
                  </a:lnTo>
                  <a:lnTo>
                    <a:pt x="5808875" y="864285"/>
                  </a:lnTo>
                  <a:lnTo>
                    <a:pt x="5809021" y="864285"/>
                  </a:lnTo>
                  <a:lnTo>
                    <a:pt x="5809166" y="864285"/>
                  </a:lnTo>
                  <a:lnTo>
                    <a:pt x="5809312" y="864285"/>
                  </a:lnTo>
                  <a:lnTo>
                    <a:pt x="5809457" y="864285"/>
                  </a:lnTo>
                  <a:lnTo>
                    <a:pt x="5809603" y="864285"/>
                  </a:lnTo>
                  <a:lnTo>
                    <a:pt x="5809748" y="864285"/>
                  </a:lnTo>
                  <a:lnTo>
                    <a:pt x="5809748" y="863661"/>
                  </a:lnTo>
                  <a:lnTo>
                    <a:pt x="5809893" y="863661"/>
                  </a:lnTo>
                  <a:lnTo>
                    <a:pt x="5810039" y="863661"/>
                  </a:lnTo>
                  <a:lnTo>
                    <a:pt x="5810184" y="863661"/>
                  </a:lnTo>
                  <a:lnTo>
                    <a:pt x="5810330" y="863661"/>
                  </a:lnTo>
                  <a:lnTo>
                    <a:pt x="5810475" y="863661"/>
                  </a:lnTo>
                  <a:lnTo>
                    <a:pt x="5810621" y="863661"/>
                  </a:lnTo>
                  <a:lnTo>
                    <a:pt x="5810766" y="863661"/>
                  </a:lnTo>
                  <a:lnTo>
                    <a:pt x="5810911" y="863661"/>
                  </a:lnTo>
                  <a:lnTo>
                    <a:pt x="5811057" y="863661"/>
                  </a:lnTo>
                  <a:lnTo>
                    <a:pt x="5811202" y="863661"/>
                  </a:lnTo>
                  <a:lnTo>
                    <a:pt x="5811348" y="863661"/>
                  </a:lnTo>
                  <a:lnTo>
                    <a:pt x="5811493" y="863661"/>
                  </a:lnTo>
                  <a:lnTo>
                    <a:pt x="5811493" y="863037"/>
                  </a:lnTo>
                  <a:lnTo>
                    <a:pt x="5811639" y="863037"/>
                  </a:lnTo>
                  <a:lnTo>
                    <a:pt x="5811784" y="863037"/>
                  </a:lnTo>
                  <a:lnTo>
                    <a:pt x="5811929" y="863037"/>
                  </a:lnTo>
                  <a:lnTo>
                    <a:pt x="5812075" y="863037"/>
                  </a:lnTo>
                  <a:lnTo>
                    <a:pt x="5812220" y="863037"/>
                  </a:lnTo>
                  <a:lnTo>
                    <a:pt x="5812366" y="863037"/>
                  </a:lnTo>
                  <a:lnTo>
                    <a:pt x="5812511" y="863037"/>
                  </a:lnTo>
                  <a:lnTo>
                    <a:pt x="5812657" y="863037"/>
                  </a:lnTo>
                  <a:lnTo>
                    <a:pt x="5812802" y="863037"/>
                  </a:lnTo>
                  <a:lnTo>
                    <a:pt x="5812947" y="863037"/>
                  </a:lnTo>
                  <a:lnTo>
                    <a:pt x="5813093" y="863037"/>
                  </a:lnTo>
                  <a:lnTo>
                    <a:pt x="5813238" y="863037"/>
                  </a:lnTo>
                  <a:lnTo>
                    <a:pt x="5813384" y="863037"/>
                  </a:lnTo>
                  <a:lnTo>
                    <a:pt x="5813529" y="863037"/>
                  </a:lnTo>
                  <a:lnTo>
                    <a:pt x="5813674" y="863037"/>
                  </a:lnTo>
                  <a:lnTo>
                    <a:pt x="5813674" y="862414"/>
                  </a:lnTo>
                  <a:lnTo>
                    <a:pt x="5813820" y="862414"/>
                  </a:lnTo>
                  <a:lnTo>
                    <a:pt x="5813965" y="862414"/>
                  </a:lnTo>
                  <a:lnTo>
                    <a:pt x="5814111" y="862414"/>
                  </a:lnTo>
                  <a:lnTo>
                    <a:pt x="5814256" y="862414"/>
                  </a:lnTo>
                  <a:lnTo>
                    <a:pt x="5814402" y="862414"/>
                  </a:lnTo>
                  <a:lnTo>
                    <a:pt x="5814547" y="862414"/>
                  </a:lnTo>
                  <a:lnTo>
                    <a:pt x="5814692" y="862414"/>
                  </a:lnTo>
                  <a:lnTo>
                    <a:pt x="5814838" y="862414"/>
                  </a:lnTo>
                  <a:lnTo>
                    <a:pt x="5814983" y="862414"/>
                  </a:lnTo>
                  <a:lnTo>
                    <a:pt x="5815129" y="862414"/>
                  </a:lnTo>
                  <a:lnTo>
                    <a:pt x="5815274" y="862414"/>
                  </a:lnTo>
                  <a:lnTo>
                    <a:pt x="5815420" y="862414"/>
                  </a:lnTo>
                  <a:lnTo>
                    <a:pt x="5815565" y="862414"/>
                  </a:lnTo>
                  <a:lnTo>
                    <a:pt x="5815710" y="862414"/>
                  </a:lnTo>
                  <a:lnTo>
                    <a:pt x="5815856" y="862414"/>
                  </a:lnTo>
                  <a:lnTo>
                    <a:pt x="5816001" y="862414"/>
                  </a:lnTo>
                  <a:lnTo>
                    <a:pt x="5816147" y="862414"/>
                  </a:lnTo>
                  <a:lnTo>
                    <a:pt x="5816292" y="862414"/>
                  </a:lnTo>
                  <a:lnTo>
                    <a:pt x="5816438" y="862414"/>
                  </a:lnTo>
                  <a:lnTo>
                    <a:pt x="5816583" y="862414"/>
                  </a:lnTo>
                  <a:lnTo>
                    <a:pt x="5816583" y="861790"/>
                  </a:lnTo>
                  <a:lnTo>
                    <a:pt x="5816728" y="861790"/>
                  </a:lnTo>
                  <a:lnTo>
                    <a:pt x="5816874" y="861790"/>
                  </a:lnTo>
                  <a:lnTo>
                    <a:pt x="5816874" y="861167"/>
                  </a:lnTo>
                  <a:lnTo>
                    <a:pt x="5817019" y="861167"/>
                  </a:lnTo>
                  <a:lnTo>
                    <a:pt x="5817165" y="861167"/>
                  </a:lnTo>
                  <a:lnTo>
                    <a:pt x="5817165" y="860543"/>
                  </a:lnTo>
                  <a:lnTo>
                    <a:pt x="5817310" y="860543"/>
                  </a:lnTo>
                  <a:lnTo>
                    <a:pt x="5817456" y="860543"/>
                  </a:lnTo>
                  <a:lnTo>
                    <a:pt x="5817601" y="860543"/>
                  </a:lnTo>
                  <a:lnTo>
                    <a:pt x="5817601" y="859920"/>
                  </a:lnTo>
                  <a:lnTo>
                    <a:pt x="5817746" y="859920"/>
                  </a:lnTo>
                  <a:lnTo>
                    <a:pt x="5817892" y="859920"/>
                  </a:lnTo>
                  <a:lnTo>
                    <a:pt x="5818037" y="859920"/>
                  </a:lnTo>
                  <a:lnTo>
                    <a:pt x="5818183" y="859920"/>
                  </a:lnTo>
                  <a:lnTo>
                    <a:pt x="5818328" y="859920"/>
                  </a:lnTo>
                  <a:lnTo>
                    <a:pt x="5818474" y="859920"/>
                  </a:lnTo>
                  <a:lnTo>
                    <a:pt x="5818619" y="859920"/>
                  </a:lnTo>
                  <a:lnTo>
                    <a:pt x="5818764" y="859920"/>
                  </a:lnTo>
                  <a:lnTo>
                    <a:pt x="5818910" y="859920"/>
                  </a:lnTo>
                  <a:lnTo>
                    <a:pt x="5819055" y="859920"/>
                  </a:lnTo>
                  <a:lnTo>
                    <a:pt x="5819201" y="859920"/>
                  </a:lnTo>
                  <a:lnTo>
                    <a:pt x="5819201" y="859296"/>
                  </a:lnTo>
                  <a:lnTo>
                    <a:pt x="5819346" y="859296"/>
                  </a:lnTo>
                  <a:lnTo>
                    <a:pt x="5819346" y="858672"/>
                  </a:lnTo>
                  <a:lnTo>
                    <a:pt x="5819492" y="858672"/>
                  </a:lnTo>
                  <a:lnTo>
                    <a:pt x="5819637" y="858672"/>
                  </a:lnTo>
                  <a:lnTo>
                    <a:pt x="5819782" y="858672"/>
                  </a:lnTo>
                  <a:lnTo>
                    <a:pt x="5819928" y="858672"/>
                  </a:lnTo>
                  <a:lnTo>
                    <a:pt x="5820073" y="858672"/>
                  </a:lnTo>
                  <a:lnTo>
                    <a:pt x="5820219" y="858672"/>
                  </a:lnTo>
                  <a:lnTo>
                    <a:pt x="5820364" y="858672"/>
                  </a:lnTo>
                  <a:lnTo>
                    <a:pt x="5820364" y="858049"/>
                  </a:lnTo>
                  <a:lnTo>
                    <a:pt x="5820509" y="858049"/>
                  </a:lnTo>
                  <a:lnTo>
                    <a:pt x="5820655" y="858049"/>
                  </a:lnTo>
                  <a:lnTo>
                    <a:pt x="5820800" y="858049"/>
                  </a:lnTo>
                  <a:lnTo>
                    <a:pt x="5820946" y="858049"/>
                  </a:lnTo>
                  <a:lnTo>
                    <a:pt x="5821091" y="858049"/>
                  </a:lnTo>
                  <a:lnTo>
                    <a:pt x="5821091" y="857425"/>
                  </a:lnTo>
                  <a:lnTo>
                    <a:pt x="5821237" y="857425"/>
                  </a:lnTo>
                  <a:lnTo>
                    <a:pt x="5821382" y="857425"/>
                  </a:lnTo>
                  <a:lnTo>
                    <a:pt x="5821527" y="857425"/>
                  </a:lnTo>
                  <a:lnTo>
                    <a:pt x="5821673" y="857425"/>
                  </a:lnTo>
                  <a:lnTo>
                    <a:pt x="5821818" y="857425"/>
                  </a:lnTo>
                  <a:lnTo>
                    <a:pt x="5821964" y="857425"/>
                  </a:lnTo>
                  <a:lnTo>
                    <a:pt x="5822109" y="857425"/>
                  </a:lnTo>
                  <a:lnTo>
                    <a:pt x="5822255" y="857425"/>
                  </a:lnTo>
                  <a:lnTo>
                    <a:pt x="5822400" y="857425"/>
                  </a:lnTo>
                  <a:lnTo>
                    <a:pt x="5822545" y="857425"/>
                  </a:lnTo>
                  <a:lnTo>
                    <a:pt x="5822545" y="856802"/>
                  </a:lnTo>
                  <a:lnTo>
                    <a:pt x="5822691" y="856802"/>
                  </a:lnTo>
                  <a:lnTo>
                    <a:pt x="5822836" y="856802"/>
                  </a:lnTo>
                  <a:lnTo>
                    <a:pt x="5822982" y="856802"/>
                  </a:lnTo>
                  <a:lnTo>
                    <a:pt x="5823127" y="856802"/>
                  </a:lnTo>
                  <a:lnTo>
                    <a:pt x="5823273" y="856802"/>
                  </a:lnTo>
                  <a:lnTo>
                    <a:pt x="5823418" y="856802"/>
                  </a:lnTo>
                  <a:lnTo>
                    <a:pt x="5823563" y="856802"/>
                  </a:lnTo>
                  <a:lnTo>
                    <a:pt x="5823709" y="856802"/>
                  </a:lnTo>
                  <a:lnTo>
                    <a:pt x="5823854" y="856802"/>
                  </a:lnTo>
                  <a:lnTo>
                    <a:pt x="5824000" y="856802"/>
                  </a:lnTo>
                  <a:lnTo>
                    <a:pt x="5824145" y="856802"/>
                  </a:lnTo>
                  <a:lnTo>
                    <a:pt x="5824291" y="856802"/>
                  </a:lnTo>
                  <a:lnTo>
                    <a:pt x="5824436" y="856802"/>
                  </a:lnTo>
                  <a:lnTo>
                    <a:pt x="5824581" y="856802"/>
                  </a:lnTo>
                  <a:lnTo>
                    <a:pt x="5824727" y="856802"/>
                  </a:lnTo>
                  <a:lnTo>
                    <a:pt x="5824872" y="856802"/>
                  </a:lnTo>
                  <a:lnTo>
                    <a:pt x="5825018" y="856802"/>
                  </a:lnTo>
                  <a:lnTo>
                    <a:pt x="5825163" y="856802"/>
                  </a:lnTo>
                  <a:lnTo>
                    <a:pt x="5825309" y="856802"/>
                  </a:lnTo>
                  <a:lnTo>
                    <a:pt x="5825454" y="856802"/>
                  </a:lnTo>
                  <a:lnTo>
                    <a:pt x="5825599" y="856802"/>
                  </a:lnTo>
                  <a:lnTo>
                    <a:pt x="5825745" y="856802"/>
                  </a:lnTo>
                  <a:lnTo>
                    <a:pt x="5825890" y="856802"/>
                  </a:lnTo>
                  <a:lnTo>
                    <a:pt x="5826036" y="856802"/>
                  </a:lnTo>
                  <a:lnTo>
                    <a:pt x="5826181" y="856802"/>
                  </a:lnTo>
                  <a:lnTo>
                    <a:pt x="5826327" y="856802"/>
                  </a:lnTo>
                  <a:lnTo>
                    <a:pt x="5826472" y="856802"/>
                  </a:lnTo>
                  <a:lnTo>
                    <a:pt x="5826617" y="856802"/>
                  </a:lnTo>
                  <a:lnTo>
                    <a:pt x="5826763" y="856802"/>
                  </a:lnTo>
                  <a:lnTo>
                    <a:pt x="5826908" y="856802"/>
                  </a:lnTo>
                  <a:lnTo>
                    <a:pt x="5826908" y="856178"/>
                  </a:lnTo>
                  <a:lnTo>
                    <a:pt x="5827054" y="856178"/>
                  </a:lnTo>
                  <a:lnTo>
                    <a:pt x="5827199" y="856178"/>
                  </a:lnTo>
                  <a:lnTo>
                    <a:pt x="5827344" y="856178"/>
                  </a:lnTo>
                  <a:lnTo>
                    <a:pt x="5827490" y="856178"/>
                  </a:lnTo>
                  <a:lnTo>
                    <a:pt x="5827635" y="856178"/>
                  </a:lnTo>
                  <a:lnTo>
                    <a:pt x="5827781" y="856178"/>
                  </a:lnTo>
                  <a:lnTo>
                    <a:pt x="5827926" y="856178"/>
                  </a:lnTo>
                  <a:lnTo>
                    <a:pt x="5827926" y="855554"/>
                  </a:lnTo>
                  <a:lnTo>
                    <a:pt x="5828072" y="855554"/>
                  </a:lnTo>
                  <a:lnTo>
                    <a:pt x="5828217" y="855554"/>
                  </a:lnTo>
                  <a:lnTo>
                    <a:pt x="5828362" y="855554"/>
                  </a:lnTo>
                  <a:lnTo>
                    <a:pt x="5828508" y="855554"/>
                  </a:lnTo>
                  <a:lnTo>
                    <a:pt x="5828653" y="855554"/>
                  </a:lnTo>
                  <a:lnTo>
                    <a:pt x="5828799" y="855554"/>
                  </a:lnTo>
                  <a:lnTo>
                    <a:pt x="5828799" y="854931"/>
                  </a:lnTo>
                  <a:lnTo>
                    <a:pt x="5828944" y="854931"/>
                  </a:lnTo>
                  <a:lnTo>
                    <a:pt x="5829090" y="854931"/>
                  </a:lnTo>
                  <a:lnTo>
                    <a:pt x="5829235" y="854931"/>
                  </a:lnTo>
                  <a:lnTo>
                    <a:pt x="5829380" y="854931"/>
                  </a:lnTo>
                  <a:lnTo>
                    <a:pt x="5829526" y="854931"/>
                  </a:lnTo>
                  <a:lnTo>
                    <a:pt x="5829671" y="854931"/>
                  </a:lnTo>
                  <a:lnTo>
                    <a:pt x="5829817" y="854931"/>
                  </a:lnTo>
                  <a:lnTo>
                    <a:pt x="5829962" y="854931"/>
                  </a:lnTo>
                  <a:lnTo>
                    <a:pt x="5830108" y="854931"/>
                  </a:lnTo>
                  <a:lnTo>
                    <a:pt x="5830253" y="854931"/>
                  </a:lnTo>
                  <a:lnTo>
                    <a:pt x="5830398" y="854931"/>
                  </a:lnTo>
                  <a:lnTo>
                    <a:pt x="5830544" y="854931"/>
                  </a:lnTo>
                  <a:lnTo>
                    <a:pt x="5830689" y="854931"/>
                  </a:lnTo>
                  <a:lnTo>
                    <a:pt x="5830835" y="854931"/>
                  </a:lnTo>
                  <a:lnTo>
                    <a:pt x="5830980" y="854931"/>
                  </a:lnTo>
                  <a:lnTo>
                    <a:pt x="5831126" y="854931"/>
                  </a:lnTo>
                  <a:lnTo>
                    <a:pt x="5831271" y="854931"/>
                  </a:lnTo>
                  <a:lnTo>
                    <a:pt x="5831416" y="854931"/>
                  </a:lnTo>
                  <a:lnTo>
                    <a:pt x="5831562" y="854931"/>
                  </a:lnTo>
                  <a:lnTo>
                    <a:pt x="5831707" y="854931"/>
                  </a:lnTo>
                  <a:lnTo>
                    <a:pt x="5831707" y="854307"/>
                  </a:lnTo>
                  <a:lnTo>
                    <a:pt x="5831853" y="854307"/>
                  </a:lnTo>
                  <a:lnTo>
                    <a:pt x="5831998" y="854307"/>
                  </a:lnTo>
                  <a:lnTo>
                    <a:pt x="5832144" y="854307"/>
                  </a:lnTo>
                  <a:lnTo>
                    <a:pt x="5832289" y="854307"/>
                  </a:lnTo>
                  <a:lnTo>
                    <a:pt x="5832434" y="854307"/>
                  </a:lnTo>
                  <a:lnTo>
                    <a:pt x="5832580" y="854307"/>
                  </a:lnTo>
                  <a:lnTo>
                    <a:pt x="5832725" y="854307"/>
                  </a:lnTo>
                  <a:lnTo>
                    <a:pt x="5832871" y="854307"/>
                  </a:lnTo>
                  <a:lnTo>
                    <a:pt x="5833016" y="854307"/>
                  </a:lnTo>
                  <a:lnTo>
                    <a:pt x="5833162" y="854307"/>
                  </a:lnTo>
                  <a:lnTo>
                    <a:pt x="5833307" y="854307"/>
                  </a:lnTo>
                  <a:lnTo>
                    <a:pt x="5833452" y="854307"/>
                  </a:lnTo>
                  <a:lnTo>
                    <a:pt x="5833598" y="854307"/>
                  </a:lnTo>
                  <a:lnTo>
                    <a:pt x="5833743" y="854307"/>
                  </a:lnTo>
                  <a:lnTo>
                    <a:pt x="5833889" y="854307"/>
                  </a:lnTo>
                  <a:lnTo>
                    <a:pt x="5834034" y="854307"/>
                  </a:lnTo>
                  <a:lnTo>
                    <a:pt x="5834034" y="853684"/>
                  </a:lnTo>
                  <a:lnTo>
                    <a:pt x="5834034" y="853060"/>
                  </a:lnTo>
                  <a:lnTo>
                    <a:pt x="5834179" y="853060"/>
                  </a:lnTo>
                  <a:lnTo>
                    <a:pt x="5834325" y="853060"/>
                  </a:lnTo>
                  <a:lnTo>
                    <a:pt x="5834470" y="853060"/>
                  </a:lnTo>
                  <a:lnTo>
                    <a:pt x="5834616" y="853060"/>
                  </a:lnTo>
                  <a:lnTo>
                    <a:pt x="5834761" y="853060"/>
                  </a:lnTo>
                  <a:lnTo>
                    <a:pt x="5834907" y="853060"/>
                  </a:lnTo>
                  <a:lnTo>
                    <a:pt x="5835052" y="853060"/>
                  </a:lnTo>
                  <a:lnTo>
                    <a:pt x="5835197" y="853060"/>
                  </a:lnTo>
                  <a:lnTo>
                    <a:pt x="5835343" y="853060"/>
                  </a:lnTo>
                  <a:lnTo>
                    <a:pt x="5835488" y="853060"/>
                  </a:lnTo>
                  <a:lnTo>
                    <a:pt x="5835634" y="853060"/>
                  </a:lnTo>
                  <a:lnTo>
                    <a:pt x="5835779" y="853060"/>
                  </a:lnTo>
                  <a:lnTo>
                    <a:pt x="5835925" y="853060"/>
                  </a:lnTo>
                  <a:lnTo>
                    <a:pt x="5836070" y="853060"/>
                  </a:lnTo>
                  <a:lnTo>
                    <a:pt x="5836215" y="853060"/>
                  </a:lnTo>
                  <a:lnTo>
                    <a:pt x="5836361" y="853060"/>
                  </a:lnTo>
                  <a:lnTo>
                    <a:pt x="5836506" y="853060"/>
                  </a:lnTo>
                  <a:lnTo>
                    <a:pt x="5836652" y="853060"/>
                  </a:lnTo>
                  <a:lnTo>
                    <a:pt x="5836797" y="853060"/>
                  </a:lnTo>
                  <a:lnTo>
                    <a:pt x="5836943" y="853060"/>
                  </a:lnTo>
                  <a:lnTo>
                    <a:pt x="5837088" y="853060"/>
                  </a:lnTo>
                  <a:lnTo>
                    <a:pt x="5837233" y="853060"/>
                  </a:lnTo>
                  <a:lnTo>
                    <a:pt x="5837379" y="853060"/>
                  </a:lnTo>
                  <a:lnTo>
                    <a:pt x="5837524" y="853060"/>
                  </a:lnTo>
                  <a:lnTo>
                    <a:pt x="5837670" y="853060"/>
                  </a:lnTo>
                  <a:lnTo>
                    <a:pt x="5837815" y="853060"/>
                  </a:lnTo>
                  <a:lnTo>
                    <a:pt x="5837961" y="853060"/>
                  </a:lnTo>
                  <a:lnTo>
                    <a:pt x="5838106" y="853060"/>
                  </a:lnTo>
                  <a:lnTo>
                    <a:pt x="5838251" y="853060"/>
                  </a:lnTo>
                  <a:lnTo>
                    <a:pt x="5838397" y="853060"/>
                  </a:lnTo>
                  <a:lnTo>
                    <a:pt x="5838542" y="853060"/>
                  </a:lnTo>
                  <a:lnTo>
                    <a:pt x="5838688" y="853060"/>
                  </a:lnTo>
                  <a:lnTo>
                    <a:pt x="5838833" y="853060"/>
                  </a:lnTo>
                  <a:lnTo>
                    <a:pt x="5838979" y="853060"/>
                  </a:lnTo>
                  <a:lnTo>
                    <a:pt x="5839124" y="853060"/>
                  </a:lnTo>
                  <a:lnTo>
                    <a:pt x="5839269" y="853060"/>
                  </a:lnTo>
                  <a:lnTo>
                    <a:pt x="5839415" y="853060"/>
                  </a:lnTo>
                  <a:lnTo>
                    <a:pt x="5839560" y="853060"/>
                  </a:lnTo>
                  <a:lnTo>
                    <a:pt x="5839706" y="853060"/>
                  </a:lnTo>
                  <a:lnTo>
                    <a:pt x="5839851" y="853060"/>
                  </a:lnTo>
                  <a:lnTo>
                    <a:pt x="5839997" y="853060"/>
                  </a:lnTo>
                  <a:lnTo>
                    <a:pt x="5840142" y="853060"/>
                  </a:lnTo>
                  <a:lnTo>
                    <a:pt x="5840287" y="853060"/>
                  </a:lnTo>
                  <a:lnTo>
                    <a:pt x="5840433" y="853060"/>
                  </a:lnTo>
                  <a:lnTo>
                    <a:pt x="5840578" y="853060"/>
                  </a:lnTo>
                  <a:lnTo>
                    <a:pt x="5840724" y="853060"/>
                  </a:lnTo>
                  <a:lnTo>
                    <a:pt x="5840869" y="853060"/>
                  </a:lnTo>
                  <a:lnTo>
                    <a:pt x="5841014" y="853060"/>
                  </a:lnTo>
                  <a:lnTo>
                    <a:pt x="5841160" y="853060"/>
                  </a:lnTo>
                  <a:lnTo>
                    <a:pt x="5841305" y="853060"/>
                  </a:lnTo>
                  <a:lnTo>
                    <a:pt x="5841451" y="853060"/>
                  </a:lnTo>
                  <a:lnTo>
                    <a:pt x="5841451" y="852437"/>
                  </a:lnTo>
                  <a:lnTo>
                    <a:pt x="5841596" y="852437"/>
                  </a:lnTo>
                  <a:lnTo>
                    <a:pt x="5841742" y="852437"/>
                  </a:lnTo>
                  <a:lnTo>
                    <a:pt x="5841742" y="851813"/>
                  </a:lnTo>
                  <a:lnTo>
                    <a:pt x="5841887" y="851813"/>
                  </a:lnTo>
                  <a:lnTo>
                    <a:pt x="5841887" y="851189"/>
                  </a:lnTo>
                  <a:lnTo>
                    <a:pt x="5842032" y="851189"/>
                  </a:lnTo>
                  <a:lnTo>
                    <a:pt x="5842178" y="851189"/>
                  </a:lnTo>
                  <a:lnTo>
                    <a:pt x="5842323" y="851189"/>
                  </a:lnTo>
                  <a:lnTo>
                    <a:pt x="5842469" y="851189"/>
                  </a:lnTo>
                  <a:lnTo>
                    <a:pt x="5842614" y="851189"/>
                  </a:lnTo>
                  <a:lnTo>
                    <a:pt x="5842760" y="851189"/>
                  </a:lnTo>
                  <a:lnTo>
                    <a:pt x="5842905" y="851189"/>
                  </a:lnTo>
                  <a:lnTo>
                    <a:pt x="5843050" y="851189"/>
                  </a:lnTo>
                  <a:lnTo>
                    <a:pt x="5843196" y="851189"/>
                  </a:lnTo>
                  <a:lnTo>
                    <a:pt x="5843341" y="851189"/>
                  </a:lnTo>
                  <a:lnTo>
                    <a:pt x="5843487" y="851189"/>
                  </a:lnTo>
                  <a:lnTo>
                    <a:pt x="5843632" y="851189"/>
                  </a:lnTo>
                  <a:lnTo>
                    <a:pt x="5843778" y="851189"/>
                  </a:lnTo>
                  <a:lnTo>
                    <a:pt x="5843923" y="851189"/>
                  </a:lnTo>
                  <a:lnTo>
                    <a:pt x="5844068" y="851189"/>
                  </a:lnTo>
                  <a:lnTo>
                    <a:pt x="5844214" y="851189"/>
                  </a:lnTo>
                  <a:lnTo>
                    <a:pt x="5844359" y="851189"/>
                  </a:lnTo>
                  <a:lnTo>
                    <a:pt x="5844359" y="850566"/>
                  </a:lnTo>
                  <a:lnTo>
                    <a:pt x="5844505" y="850566"/>
                  </a:lnTo>
                  <a:lnTo>
                    <a:pt x="5844650" y="850566"/>
                  </a:lnTo>
                  <a:lnTo>
                    <a:pt x="5844796" y="850566"/>
                  </a:lnTo>
                  <a:lnTo>
                    <a:pt x="5844941" y="850566"/>
                  </a:lnTo>
                  <a:lnTo>
                    <a:pt x="5845086" y="850566"/>
                  </a:lnTo>
                  <a:lnTo>
                    <a:pt x="5845086" y="849942"/>
                  </a:lnTo>
                  <a:lnTo>
                    <a:pt x="5845232" y="849942"/>
                  </a:lnTo>
                  <a:lnTo>
                    <a:pt x="5845377" y="849942"/>
                  </a:lnTo>
                  <a:lnTo>
                    <a:pt x="5845523" y="849942"/>
                  </a:lnTo>
                  <a:lnTo>
                    <a:pt x="5845668" y="849942"/>
                  </a:lnTo>
                  <a:lnTo>
                    <a:pt x="5845814" y="849942"/>
                  </a:lnTo>
                  <a:lnTo>
                    <a:pt x="5845959" y="849942"/>
                  </a:lnTo>
                  <a:lnTo>
                    <a:pt x="5846104" y="849942"/>
                  </a:lnTo>
                  <a:lnTo>
                    <a:pt x="5846250" y="849942"/>
                  </a:lnTo>
                  <a:lnTo>
                    <a:pt x="5846395" y="849942"/>
                  </a:lnTo>
                  <a:lnTo>
                    <a:pt x="5846541" y="849942"/>
                  </a:lnTo>
                  <a:lnTo>
                    <a:pt x="5846686" y="849942"/>
                  </a:lnTo>
                  <a:lnTo>
                    <a:pt x="5846832" y="849942"/>
                  </a:lnTo>
                  <a:lnTo>
                    <a:pt x="5846977" y="849942"/>
                  </a:lnTo>
                  <a:lnTo>
                    <a:pt x="5846977" y="849319"/>
                  </a:lnTo>
                  <a:lnTo>
                    <a:pt x="5847122" y="849319"/>
                  </a:lnTo>
                  <a:lnTo>
                    <a:pt x="5847268" y="849319"/>
                  </a:lnTo>
                  <a:lnTo>
                    <a:pt x="5847413" y="849319"/>
                  </a:lnTo>
                  <a:lnTo>
                    <a:pt x="5847559" y="849319"/>
                  </a:lnTo>
                  <a:lnTo>
                    <a:pt x="5847704" y="849319"/>
                  </a:lnTo>
                  <a:lnTo>
                    <a:pt x="5847849" y="849319"/>
                  </a:lnTo>
                  <a:lnTo>
                    <a:pt x="5847995" y="849319"/>
                  </a:lnTo>
                  <a:lnTo>
                    <a:pt x="5847995" y="848695"/>
                  </a:lnTo>
                  <a:lnTo>
                    <a:pt x="5848140" y="848695"/>
                  </a:lnTo>
                  <a:lnTo>
                    <a:pt x="5848286" y="848695"/>
                  </a:lnTo>
                  <a:lnTo>
                    <a:pt x="5848431" y="848695"/>
                  </a:lnTo>
                  <a:lnTo>
                    <a:pt x="5848577" y="848695"/>
                  </a:lnTo>
                  <a:lnTo>
                    <a:pt x="5848577" y="848071"/>
                  </a:lnTo>
                  <a:lnTo>
                    <a:pt x="5848722" y="848071"/>
                  </a:lnTo>
                  <a:lnTo>
                    <a:pt x="5848867" y="848071"/>
                  </a:lnTo>
                  <a:lnTo>
                    <a:pt x="5849013" y="848071"/>
                  </a:lnTo>
                  <a:lnTo>
                    <a:pt x="5849158" y="848071"/>
                  </a:lnTo>
                  <a:lnTo>
                    <a:pt x="5849304" y="848071"/>
                  </a:lnTo>
                  <a:lnTo>
                    <a:pt x="5849449" y="848071"/>
                  </a:lnTo>
                  <a:lnTo>
                    <a:pt x="5849595" y="848071"/>
                  </a:lnTo>
                  <a:lnTo>
                    <a:pt x="5849740" y="848071"/>
                  </a:lnTo>
                  <a:lnTo>
                    <a:pt x="5849885" y="848071"/>
                  </a:lnTo>
                  <a:lnTo>
                    <a:pt x="5850031" y="848071"/>
                  </a:lnTo>
                  <a:lnTo>
                    <a:pt x="5850031" y="847448"/>
                  </a:lnTo>
                  <a:lnTo>
                    <a:pt x="5850176" y="847448"/>
                  </a:lnTo>
                  <a:lnTo>
                    <a:pt x="5850322" y="847448"/>
                  </a:lnTo>
                  <a:lnTo>
                    <a:pt x="5850467" y="847448"/>
                  </a:lnTo>
                  <a:lnTo>
                    <a:pt x="5850613" y="847448"/>
                  </a:lnTo>
                  <a:lnTo>
                    <a:pt x="5850758" y="847448"/>
                  </a:lnTo>
                  <a:lnTo>
                    <a:pt x="5850903" y="847448"/>
                  </a:lnTo>
                  <a:lnTo>
                    <a:pt x="5851049" y="847448"/>
                  </a:lnTo>
                  <a:lnTo>
                    <a:pt x="5851194" y="847448"/>
                  </a:lnTo>
                  <a:lnTo>
                    <a:pt x="5851340" y="847448"/>
                  </a:lnTo>
                  <a:lnTo>
                    <a:pt x="5851485" y="847448"/>
                  </a:lnTo>
                  <a:lnTo>
                    <a:pt x="5851631" y="847448"/>
                  </a:lnTo>
                  <a:lnTo>
                    <a:pt x="5851776" y="847448"/>
                  </a:lnTo>
                  <a:lnTo>
                    <a:pt x="5851921" y="847448"/>
                  </a:lnTo>
                  <a:lnTo>
                    <a:pt x="5852067" y="847448"/>
                  </a:lnTo>
                  <a:lnTo>
                    <a:pt x="5852212" y="847448"/>
                  </a:lnTo>
                  <a:lnTo>
                    <a:pt x="5852358" y="847448"/>
                  </a:lnTo>
                  <a:lnTo>
                    <a:pt x="5852503" y="847448"/>
                  </a:lnTo>
                  <a:lnTo>
                    <a:pt x="5852649" y="847448"/>
                  </a:lnTo>
                  <a:lnTo>
                    <a:pt x="5852794" y="847448"/>
                  </a:lnTo>
                  <a:lnTo>
                    <a:pt x="5852939" y="847448"/>
                  </a:lnTo>
                  <a:lnTo>
                    <a:pt x="5853085" y="847448"/>
                  </a:lnTo>
                  <a:lnTo>
                    <a:pt x="5853230" y="847448"/>
                  </a:lnTo>
                  <a:lnTo>
                    <a:pt x="5853376" y="847448"/>
                  </a:lnTo>
                  <a:lnTo>
                    <a:pt x="5853521" y="847448"/>
                  </a:lnTo>
                  <a:lnTo>
                    <a:pt x="5853521" y="846824"/>
                  </a:lnTo>
                  <a:lnTo>
                    <a:pt x="5853521" y="846201"/>
                  </a:lnTo>
                  <a:lnTo>
                    <a:pt x="5853667" y="846201"/>
                  </a:lnTo>
                  <a:lnTo>
                    <a:pt x="5853812" y="846201"/>
                  </a:lnTo>
                  <a:lnTo>
                    <a:pt x="5853957" y="846201"/>
                  </a:lnTo>
                  <a:lnTo>
                    <a:pt x="5854103" y="846201"/>
                  </a:lnTo>
                  <a:lnTo>
                    <a:pt x="5854248" y="846201"/>
                  </a:lnTo>
                  <a:lnTo>
                    <a:pt x="5854394" y="846201"/>
                  </a:lnTo>
                  <a:lnTo>
                    <a:pt x="5854539" y="846201"/>
                  </a:lnTo>
                  <a:lnTo>
                    <a:pt x="5854684" y="846201"/>
                  </a:lnTo>
                  <a:lnTo>
                    <a:pt x="5854830" y="846201"/>
                  </a:lnTo>
                  <a:lnTo>
                    <a:pt x="5854975" y="846201"/>
                  </a:lnTo>
                  <a:lnTo>
                    <a:pt x="5855121" y="846201"/>
                  </a:lnTo>
                  <a:lnTo>
                    <a:pt x="5855266" y="846201"/>
                  </a:lnTo>
                  <a:lnTo>
                    <a:pt x="5855412" y="846201"/>
                  </a:lnTo>
                  <a:lnTo>
                    <a:pt x="5855557" y="846201"/>
                  </a:lnTo>
                  <a:lnTo>
                    <a:pt x="5855702" y="846201"/>
                  </a:lnTo>
                  <a:lnTo>
                    <a:pt x="5855702" y="845577"/>
                  </a:lnTo>
                  <a:lnTo>
                    <a:pt x="5855848" y="845577"/>
                  </a:lnTo>
                  <a:lnTo>
                    <a:pt x="5855993" y="845577"/>
                  </a:lnTo>
                  <a:lnTo>
                    <a:pt x="5856139" y="845577"/>
                  </a:lnTo>
                  <a:lnTo>
                    <a:pt x="5856284" y="845577"/>
                  </a:lnTo>
                  <a:lnTo>
                    <a:pt x="5856430" y="845577"/>
                  </a:lnTo>
                  <a:lnTo>
                    <a:pt x="5856430" y="844954"/>
                  </a:lnTo>
                  <a:lnTo>
                    <a:pt x="5856575" y="844954"/>
                  </a:lnTo>
                  <a:lnTo>
                    <a:pt x="5856720" y="844954"/>
                  </a:lnTo>
                  <a:lnTo>
                    <a:pt x="5856866" y="844954"/>
                  </a:lnTo>
                  <a:lnTo>
                    <a:pt x="5857011" y="844954"/>
                  </a:lnTo>
                  <a:lnTo>
                    <a:pt x="5857157" y="844954"/>
                  </a:lnTo>
                  <a:lnTo>
                    <a:pt x="5857302" y="844954"/>
                  </a:lnTo>
                  <a:lnTo>
                    <a:pt x="5857448" y="844954"/>
                  </a:lnTo>
                  <a:lnTo>
                    <a:pt x="5857593" y="844954"/>
                  </a:lnTo>
                  <a:lnTo>
                    <a:pt x="5857738" y="844954"/>
                  </a:lnTo>
                  <a:lnTo>
                    <a:pt x="5857884" y="844954"/>
                  </a:lnTo>
                  <a:lnTo>
                    <a:pt x="5857884" y="844330"/>
                  </a:lnTo>
                  <a:lnTo>
                    <a:pt x="5858029" y="844330"/>
                  </a:lnTo>
                  <a:lnTo>
                    <a:pt x="5858175" y="844330"/>
                  </a:lnTo>
                  <a:lnTo>
                    <a:pt x="5858320" y="844330"/>
                  </a:lnTo>
                  <a:lnTo>
                    <a:pt x="5858466" y="844330"/>
                  </a:lnTo>
                  <a:lnTo>
                    <a:pt x="5858611" y="844330"/>
                  </a:lnTo>
                  <a:lnTo>
                    <a:pt x="5858756" y="844330"/>
                  </a:lnTo>
                  <a:lnTo>
                    <a:pt x="5858902" y="844330"/>
                  </a:lnTo>
                  <a:lnTo>
                    <a:pt x="5859047" y="844330"/>
                  </a:lnTo>
                  <a:lnTo>
                    <a:pt x="5859193" y="844330"/>
                  </a:lnTo>
                  <a:lnTo>
                    <a:pt x="5859338" y="844330"/>
                  </a:lnTo>
                  <a:lnTo>
                    <a:pt x="5859484" y="844330"/>
                  </a:lnTo>
                  <a:lnTo>
                    <a:pt x="5859629" y="844330"/>
                  </a:lnTo>
                  <a:lnTo>
                    <a:pt x="5859774" y="844330"/>
                  </a:lnTo>
                  <a:lnTo>
                    <a:pt x="5859920" y="844330"/>
                  </a:lnTo>
                  <a:lnTo>
                    <a:pt x="5860065" y="844330"/>
                  </a:lnTo>
                  <a:lnTo>
                    <a:pt x="5860211" y="844330"/>
                  </a:lnTo>
                  <a:lnTo>
                    <a:pt x="5860211" y="843706"/>
                  </a:lnTo>
                  <a:lnTo>
                    <a:pt x="5860356" y="843706"/>
                  </a:lnTo>
                  <a:lnTo>
                    <a:pt x="5860501" y="843706"/>
                  </a:lnTo>
                  <a:lnTo>
                    <a:pt x="5860647" y="843706"/>
                  </a:lnTo>
                  <a:lnTo>
                    <a:pt x="5860792" y="843706"/>
                  </a:lnTo>
                  <a:lnTo>
                    <a:pt x="5860938" y="843706"/>
                  </a:lnTo>
                  <a:lnTo>
                    <a:pt x="5861083" y="843706"/>
                  </a:lnTo>
                  <a:lnTo>
                    <a:pt x="5861229" y="843706"/>
                  </a:lnTo>
                  <a:lnTo>
                    <a:pt x="5861374" y="843706"/>
                  </a:lnTo>
                  <a:lnTo>
                    <a:pt x="5861519" y="843706"/>
                  </a:lnTo>
                  <a:lnTo>
                    <a:pt x="5861665" y="843706"/>
                  </a:lnTo>
                  <a:lnTo>
                    <a:pt x="5861665" y="843083"/>
                  </a:lnTo>
                  <a:lnTo>
                    <a:pt x="5861810" y="843083"/>
                  </a:lnTo>
                  <a:lnTo>
                    <a:pt x="5861810" y="842459"/>
                  </a:lnTo>
                  <a:lnTo>
                    <a:pt x="5861810" y="841836"/>
                  </a:lnTo>
                  <a:lnTo>
                    <a:pt x="5861956" y="841836"/>
                  </a:lnTo>
                  <a:lnTo>
                    <a:pt x="5862101" y="841836"/>
                  </a:lnTo>
                  <a:lnTo>
                    <a:pt x="5862247" y="841836"/>
                  </a:lnTo>
                  <a:lnTo>
                    <a:pt x="5862392" y="841836"/>
                  </a:lnTo>
                  <a:lnTo>
                    <a:pt x="5862392" y="841212"/>
                  </a:lnTo>
                  <a:lnTo>
                    <a:pt x="5862537" y="841212"/>
                  </a:lnTo>
                  <a:lnTo>
                    <a:pt x="5862683" y="841212"/>
                  </a:lnTo>
                  <a:lnTo>
                    <a:pt x="5862828" y="841212"/>
                  </a:lnTo>
                  <a:lnTo>
                    <a:pt x="5862974" y="841212"/>
                  </a:lnTo>
                  <a:lnTo>
                    <a:pt x="5863119" y="841212"/>
                  </a:lnTo>
                  <a:lnTo>
                    <a:pt x="5863265" y="841212"/>
                  </a:lnTo>
                  <a:lnTo>
                    <a:pt x="5863410" y="841212"/>
                  </a:lnTo>
                  <a:lnTo>
                    <a:pt x="5863555" y="841212"/>
                  </a:lnTo>
                  <a:lnTo>
                    <a:pt x="5863701" y="841212"/>
                  </a:lnTo>
                  <a:lnTo>
                    <a:pt x="5863846" y="841212"/>
                  </a:lnTo>
                  <a:lnTo>
                    <a:pt x="5863992" y="841212"/>
                  </a:lnTo>
                  <a:lnTo>
                    <a:pt x="5864137" y="841212"/>
                  </a:lnTo>
                  <a:lnTo>
                    <a:pt x="5864283" y="841212"/>
                  </a:lnTo>
                  <a:lnTo>
                    <a:pt x="5864428" y="841212"/>
                  </a:lnTo>
                  <a:lnTo>
                    <a:pt x="5864573" y="841212"/>
                  </a:lnTo>
                  <a:lnTo>
                    <a:pt x="5864719" y="841212"/>
                  </a:lnTo>
                  <a:lnTo>
                    <a:pt x="5864864" y="841212"/>
                  </a:lnTo>
                  <a:lnTo>
                    <a:pt x="5865010" y="841212"/>
                  </a:lnTo>
                  <a:lnTo>
                    <a:pt x="5865155" y="841212"/>
                  </a:lnTo>
                  <a:lnTo>
                    <a:pt x="5865301" y="841212"/>
                  </a:lnTo>
                  <a:lnTo>
                    <a:pt x="5865446" y="841212"/>
                  </a:lnTo>
                  <a:lnTo>
                    <a:pt x="5865591" y="841212"/>
                  </a:lnTo>
                  <a:lnTo>
                    <a:pt x="5865737" y="841212"/>
                  </a:lnTo>
                  <a:lnTo>
                    <a:pt x="5865882" y="841212"/>
                  </a:lnTo>
                  <a:lnTo>
                    <a:pt x="5865882" y="840588"/>
                  </a:lnTo>
                  <a:lnTo>
                    <a:pt x="5866028" y="840588"/>
                  </a:lnTo>
                  <a:lnTo>
                    <a:pt x="5866173" y="840588"/>
                  </a:lnTo>
                  <a:lnTo>
                    <a:pt x="5866319" y="840588"/>
                  </a:lnTo>
                  <a:lnTo>
                    <a:pt x="5866464" y="840588"/>
                  </a:lnTo>
                  <a:lnTo>
                    <a:pt x="5866464" y="839965"/>
                  </a:lnTo>
                  <a:lnTo>
                    <a:pt x="5866609" y="839965"/>
                  </a:lnTo>
                  <a:lnTo>
                    <a:pt x="5866755" y="839965"/>
                  </a:lnTo>
                  <a:lnTo>
                    <a:pt x="5866900" y="839965"/>
                  </a:lnTo>
                  <a:lnTo>
                    <a:pt x="5867046" y="839965"/>
                  </a:lnTo>
                  <a:lnTo>
                    <a:pt x="5867191" y="839965"/>
                  </a:lnTo>
                  <a:lnTo>
                    <a:pt x="5867336" y="839965"/>
                  </a:lnTo>
                  <a:lnTo>
                    <a:pt x="5867336" y="839341"/>
                  </a:lnTo>
                  <a:lnTo>
                    <a:pt x="5867482" y="839341"/>
                  </a:lnTo>
                  <a:lnTo>
                    <a:pt x="5867627" y="839341"/>
                  </a:lnTo>
                  <a:lnTo>
                    <a:pt x="5867627" y="838718"/>
                  </a:lnTo>
                  <a:lnTo>
                    <a:pt x="5867773" y="838718"/>
                  </a:lnTo>
                  <a:lnTo>
                    <a:pt x="5867918" y="838718"/>
                  </a:lnTo>
                  <a:lnTo>
                    <a:pt x="5868064" y="838718"/>
                  </a:lnTo>
                  <a:lnTo>
                    <a:pt x="5868209" y="838718"/>
                  </a:lnTo>
                  <a:lnTo>
                    <a:pt x="5868354" y="838718"/>
                  </a:lnTo>
                  <a:lnTo>
                    <a:pt x="5868500" y="838718"/>
                  </a:lnTo>
                  <a:lnTo>
                    <a:pt x="5868645" y="838718"/>
                  </a:lnTo>
                  <a:lnTo>
                    <a:pt x="5868791" y="838718"/>
                  </a:lnTo>
                  <a:lnTo>
                    <a:pt x="5868791" y="838094"/>
                  </a:lnTo>
                  <a:lnTo>
                    <a:pt x="5868936" y="838094"/>
                  </a:lnTo>
                  <a:lnTo>
                    <a:pt x="5869082" y="838094"/>
                  </a:lnTo>
                  <a:lnTo>
                    <a:pt x="5869227" y="838094"/>
                  </a:lnTo>
                  <a:lnTo>
                    <a:pt x="5869227" y="837471"/>
                  </a:lnTo>
                  <a:lnTo>
                    <a:pt x="5869372" y="837471"/>
                  </a:lnTo>
                  <a:lnTo>
                    <a:pt x="5869518" y="837471"/>
                  </a:lnTo>
                  <a:lnTo>
                    <a:pt x="5869663" y="837471"/>
                  </a:lnTo>
                  <a:lnTo>
                    <a:pt x="5869809" y="837471"/>
                  </a:lnTo>
                  <a:lnTo>
                    <a:pt x="5869809" y="836847"/>
                  </a:lnTo>
                  <a:lnTo>
                    <a:pt x="5869954" y="836847"/>
                  </a:lnTo>
                  <a:lnTo>
                    <a:pt x="5870100" y="836847"/>
                  </a:lnTo>
                  <a:lnTo>
                    <a:pt x="5870245" y="836847"/>
                  </a:lnTo>
                  <a:lnTo>
                    <a:pt x="5870390" y="836847"/>
                  </a:lnTo>
                  <a:lnTo>
                    <a:pt x="5870536" y="836847"/>
                  </a:lnTo>
                  <a:lnTo>
                    <a:pt x="5870681" y="836847"/>
                  </a:lnTo>
                  <a:lnTo>
                    <a:pt x="5870681" y="836223"/>
                  </a:lnTo>
                  <a:lnTo>
                    <a:pt x="5870827" y="836223"/>
                  </a:lnTo>
                  <a:lnTo>
                    <a:pt x="5870972" y="836223"/>
                  </a:lnTo>
                  <a:lnTo>
                    <a:pt x="5871118" y="836223"/>
                  </a:lnTo>
                  <a:lnTo>
                    <a:pt x="5871263" y="836223"/>
                  </a:lnTo>
                  <a:lnTo>
                    <a:pt x="5871263" y="835600"/>
                  </a:lnTo>
                  <a:lnTo>
                    <a:pt x="5871408" y="835600"/>
                  </a:lnTo>
                  <a:lnTo>
                    <a:pt x="5871554" y="835600"/>
                  </a:lnTo>
                  <a:lnTo>
                    <a:pt x="5871699" y="835600"/>
                  </a:lnTo>
                  <a:lnTo>
                    <a:pt x="5871845" y="835600"/>
                  </a:lnTo>
                  <a:lnTo>
                    <a:pt x="5871990" y="835600"/>
                  </a:lnTo>
                  <a:lnTo>
                    <a:pt x="5872136" y="835600"/>
                  </a:lnTo>
                  <a:lnTo>
                    <a:pt x="5872136" y="834976"/>
                  </a:lnTo>
                  <a:lnTo>
                    <a:pt x="5872281" y="834976"/>
                  </a:lnTo>
                  <a:lnTo>
                    <a:pt x="5872426" y="834976"/>
                  </a:lnTo>
                  <a:lnTo>
                    <a:pt x="5872572" y="834976"/>
                  </a:lnTo>
                  <a:lnTo>
                    <a:pt x="5872717" y="834976"/>
                  </a:lnTo>
                  <a:lnTo>
                    <a:pt x="5872863" y="834976"/>
                  </a:lnTo>
                  <a:lnTo>
                    <a:pt x="5873008" y="834976"/>
                  </a:lnTo>
                  <a:lnTo>
                    <a:pt x="5873154" y="834976"/>
                  </a:lnTo>
                  <a:lnTo>
                    <a:pt x="5873154" y="834353"/>
                  </a:lnTo>
                  <a:lnTo>
                    <a:pt x="5873299" y="834353"/>
                  </a:lnTo>
                  <a:lnTo>
                    <a:pt x="5873299" y="833729"/>
                  </a:lnTo>
                  <a:lnTo>
                    <a:pt x="5873444" y="833729"/>
                  </a:lnTo>
                  <a:lnTo>
                    <a:pt x="5873590" y="833729"/>
                  </a:lnTo>
                  <a:lnTo>
                    <a:pt x="5873735" y="833729"/>
                  </a:lnTo>
                  <a:lnTo>
                    <a:pt x="5873881" y="833729"/>
                  </a:lnTo>
                  <a:lnTo>
                    <a:pt x="5874026" y="833729"/>
                  </a:lnTo>
                  <a:lnTo>
                    <a:pt x="5874171" y="833729"/>
                  </a:lnTo>
                  <a:lnTo>
                    <a:pt x="5874317" y="833729"/>
                  </a:lnTo>
                  <a:lnTo>
                    <a:pt x="5874462" y="833729"/>
                  </a:lnTo>
                  <a:lnTo>
                    <a:pt x="5874608" y="833729"/>
                  </a:lnTo>
                  <a:lnTo>
                    <a:pt x="5874753" y="833729"/>
                  </a:lnTo>
                  <a:lnTo>
                    <a:pt x="5874899" y="833729"/>
                  </a:lnTo>
                  <a:lnTo>
                    <a:pt x="5875044" y="833729"/>
                  </a:lnTo>
                  <a:lnTo>
                    <a:pt x="5875189" y="833729"/>
                  </a:lnTo>
                  <a:lnTo>
                    <a:pt x="5875189" y="833105"/>
                  </a:lnTo>
                  <a:lnTo>
                    <a:pt x="5875335" y="833105"/>
                  </a:lnTo>
                  <a:lnTo>
                    <a:pt x="5875480" y="833105"/>
                  </a:lnTo>
                  <a:lnTo>
                    <a:pt x="5875626" y="833105"/>
                  </a:lnTo>
                  <a:lnTo>
                    <a:pt x="5875771" y="833105"/>
                  </a:lnTo>
                  <a:lnTo>
                    <a:pt x="5875917" y="833105"/>
                  </a:lnTo>
                  <a:lnTo>
                    <a:pt x="5876062" y="833105"/>
                  </a:lnTo>
                  <a:lnTo>
                    <a:pt x="5876207" y="833105"/>
                  </a:lnTo>
                  <a:lnTo>
                    <a:pt x="5876353" y="833105"/>
                  </a:lnTo>
                  <a:lnTo>
                    <a:pt x="5876498" y="833105"/>
                  </a:lnTo>
                  <a:lnTo>
                    <a:pt x="5876644" y="833105"/>
                  </a:lnTo>
                  <a:lnTo>
                    <a:pt x="5876789" y="833105"/>
                  </a:lnTo>
                  <a:lnTo>
                    <a:pt x="5876935" y="833105"/>
                  </a:lnTo>
                  <a:lnTo>
                    <a:pt x="5877080" y="833105"/>
                  </a:lnTo>
                  <a:lnTo>
                    <a:pt x="5877225" y="833105"/>
                  </a:lnTo>
                  <a:lnTo>
                    <a:pt x="5877371" y="833105"/>
                  </a:lnTo>
                  <a:lnTo>
                    <a:pt x="5877516" y="833105"/>
                  </a:lnTo>
                  <a:lnTo>
                    <a:pt x="5877662" y="833105"/>
                  </a:lnTo>
                  <a:lnTo>
                    <a:pt x="5877807" y="833105"/>
                  </a:lnTo>
                  <a:lnTo>
                    <a:pt x="5877953" y="833105"/>
                  </a:lnTo>
                  <a:lnTo>
                    <a:pt x="5878098" y="833105"/>
                  </a:lnTo>
                  <a:lnTo>
                    <a:pt x="5878243" y="833105"/>
                  </a:lnTo>
                  <a:lnTo>
                    <a:pt x="5878389" y="833105"/>
                  </a:lnTo>
                  <a:lnTo>
                    <a:pt x="5878534" y="833105"/>
                  </a:lnTo>
                  <a:lnTo>
                    <a:pt x="5878680" y="833105"/>
                  </a:lnTo>
                  <a:lnTo>
                    <a:pt x="5878825" y="833105"/>
                  </a:lnTo>
                  <a:lnTo>
                    <a:pt x="5878971" y="833105"/>
                  </a:lnTo>
                  <a:lnTo>
                    <a:pt x="5879116" y="833105"/>
                  </a:lnTo>
                  <a:lnTo>
                    <a:pt x="5879261" y="833105"/>
                  </a:lnTo>
                  <a:lnTo>
                    <a:pt x="5879407" y="833105"/>
                  </a:lnTo>
                  <a:lnTo>
                    <a:pt x="5879552" y="833105"/>
                  </a:lnTo>
                  <a:lnTo>
                    <a:pt x="5879698" y="833105"/>
                  </a:lnTo>
                  <a:lnTo>
                    <a:pt x="5879843" y="833105"/>
                  </a:lnTo>
                  <a:lnTo>
                    <a:pt x="5879989" y="833105"/>
                  </a:lnTo>
                  <a:lnTo>
                    <a:pt x="5880134" y="833105"/>
                  </a:lnTo>
                  <a:lnTo>
                    <a:pt x="5880279" y="833105"/>
                  </a:lnTo>
                  <a:lnTo>
                    <a:pt x="5880425" y="833105"/>
                  </a:lnTo>
                  <a:lnTo>
                    <a:pt x="5880570" y="833105"/>
                  </a:lnTo>
                  <a:lnTo>
                    <a:pt x="5880716" y="833105"/>
                  </a:lnTo>
                  <a:lnTo>
                    <a:pt x="5880861" y="833105"/>
                  </a:lnTo>
                  <a:lnTo>
                    <a:pt x="5881006" y="833105"/>
                  </a:lnTo>
                  <a:lnTo>
                    <a:pt x="5881152" y="833105"/>
                  </a:lnTo>
                  <a:lnTo>
                    <a:pt x="5881297" y="833105"/>
                  </a:lnTo>
                  <a:lnTo>
                    <a:pt x="5881443" y="833105"/>
                  </a:lnTo>
                  <a:lnTo>
                    <a:pt x="5881588" y="833105"/>
                  </a:lnTo>
                  <a:lnTo>
                    <a:pt x="5881734" y="833105"/>
                  </a:lnTo>
                  <a:lnTo>
                    <a:pt x="5881879" y="833105"/>
                  </a:lnTo>
                  <a:lnTo>
                    <a:pt x="5882024" y="833105"/>
                  </a:lnTo>
                  <a:lnTo>
                    <a:pt x="5882170" y="833105"/>
                  </a:lnTo>
                  <a:lnTo>
                    <a:pt x="5882315" y="833105"/>
                  </a:lnTo>
                  <a:lnTo>
                    <a:pt x="5882461" y="833105"/>
                  </a:lnTo>
                  <a:lnTo>
                    <a:pt x="5882606" y="833105"/>
                  </a:lnTo>
                  <a:lnTo>
                    <a:pt x="5882752" y="833105"/>
                  </a:lnTo>
                  <a:lnTo>
                    <a:pt x="5882897" y="833105"/>
                  </a:lnTo>
                  <a:lnTo>
                    <a:pt x="5883042" y="833105"/>
                  </a:lnTo>
                  <a:lnTo>
                    <a:pt x="5883188" y="833105"/>
                  </a:lnTo>
                  <a:lnTo>
                    <a:pt x="5883333" y="833105"/>
                  </a:lnTo>
                  <a:lnTo>
                    <a:pt x="5883333" y="832482"/>
                  </a:lnTo>
                  <a:lnTo>
                    <a:pt x="5883479" y="832482"/>
                  </a:lnTo>
                  <a:lnTo>
                    <a:pt x="5883624" y="832482"/>
                  </a:lnTo>
                  <a:lnTo>
                    <a:pt x="5883770" y="832482"/>
                  </a:lnTo>
                  <a:lnTo>
                    <a:pt x="5883915" y="832482"/>
                  </a:lnTo>
                  <a:lnTo>
                    <a:pt x="5884060" y="832482"/>
                  </a:lnTo>
                  <a:lnTo>
                    <a:pt x="5884206" y="832482"/>
                  </a:lnTo>
                  <a:lnTo>
                    <a:pt x="5884351" y="832482"/>
                  </a:lnTo>
                  <a:lnTo>
                    <a:pt x="5884497" y="832482"/>
                  </a:lnTo>
                  <a:lnTo>
                    <a:pt x="5884642" y="832482"/>
                  </a:lnTo>
                  <a:lnTo>
                    <a:pt x="5884642" y="831858"/>
                  </a:lnTo>
                  <a:lnTo>
                    <a:pt x="5884788" y="831858"/>
                  </a:lnTo>
                  <a:lnTo>
                    <a:pt x="5884933" y="831858"/>
                  </a:lnTo>
                  <a:lnTo>
                    <a:pt x="5885078" y="831858"/>
                  </a:lnTo>
                  <a:lnTo>
                    <a:pt x="5885224" y="831858"/>
                  </a:lnTo>
                  <a:lnTo>
                    <a:pt x="5885369" y="831858"/>
                  </a:lnTo>
                  <a:lnTo>
                    <a:pt x="5885515" y="831858"/>
                  </a:lnTo>
                  <a:lnTo>
                    <a:pt x="5885660" y="831858"/>
                  </a:lnTo>
                  <a:lnTo>
                    <a:pt x="5885806" y="831858"/>
                  </a:lnTo>
                  <a:lnTo>
                    <a:pt x="5885951" y="831858"/>
                  </a:lnTo>
                  <a:lnTo>
                    <a:pt x="5886096" y="831858"/>
                  </a:lnTo>
                  <a:lnTo>
                    <a:pt x="5886242" y="831858"/>
                  </a:lnTo>
                  <a:lnTo>
                    <a:pt x="5886387" y="831858"/>
                  </a:lnTo>
                  <a:lnTo>
                    <a:pt x="5886533" y="831858"/>
                  </a:lnTo>
                  <a:lnTo>
                    <a:pt x="5886678" y="831858"/>
                  </a:lnTo>
                  <a:lnTo>
                    <a:pt x="5886824" y="831858"/>
                  </a:lnTo>
                  <a:lnTo>
                    <a:pt x="5886969" y="831858"/>
                  </a:lnTo>
                  <a:lnTo>
                    <a:pt x="5887114" y="831858"/>
                  </a:lnTo>
                  <a:lnTo>
                    <a:pt x="5887260" y="831858"/>
                  </a:lnTo>
                  <a:lnTo>
                    <a:pt x="5887405" y="831858"/>
                  </a:lnTo>
                  <a:lnTo>
                    <a:pt x="5887551" y="831858"/>
                  </a:lnTo>
                  <a:lnTo>
                    <a:pt x="5887696" y="831858"/>
                  </a:lnTo>
                  <a:lnTo>
                    <a:pt x="5887841" y="831858"/>
                  </a:lnTo>
                  <a:lnTo>
                    <a:pt x="5887987" y="831858"/>
                  </a:lnTo>
                  <a:lnTo>
                    <a:pt x="5888132" y="831858"/>
                  </a:lnTo>
                  <a:lnTo>
                    <a:pt x="5888278" y="831858"/>
                  </a:lnTo>
                  <a:lnTo>
                    <a:pt x="5888423" y="831858"/>
                  </a:lnTo>
                  <a:lnTo>
                    <a:pt x="5888569" y="831858"/>
                  </a:lnTo>
                  <a:lnTo>
                    <a:pt x="5888714" y="831858"/>
                  </a:lnTo>
                  <a:lnTo>
                    <a:pt x="5888859" y="831858"/>
                  </a:lnTo>
                  <a:lnTo>
                    <a:pt x="5888859" y="831235"/>
                  </a:lnTo>
                  <a:lnTo>
                    <a:pt x="5889005" y="831235"/>
                  </a:lnTo>
                  <a:lnTo>
                    <a:pt x="5889150" y="831235"/>
                  </a:lnTo>
                  <a:lnTo>
                    <a:pt x="5889296" y="831235"/>
                  </a:lnTo>
                  <a:lnTo>
                    <a:pt x="5889441" y="831235"/>
                  </a:lnTo>
                  <a:lnTo>
                    <a:pt x="5889587" y="831235"/>
                  </a:lnTo>
                  <a:lnTo>
                    <a:pt x="5889732" y="831235"/>
                  </a:lnTo>
                  <a:lnTo>
                    <a:pt x="5889877" y="831235"/>
                  </a:lnTo>
                  <a:lnTo>
                    <a:pt x="5890023" y="831235"/>
                  </a:lnTo>
                  <a:lnTo>
                    <a:pt x="5890168" y="831235"/>
                  </a:lnTo>
                  <a:lnTo>
                    <a:pt x="5890314" y="831235"/>
                  </a:lnTo>
                  <a:lnTo>
                    <a:pt x="5890459" y="831235"/>
                  </a:lnTo>
                  <a:lnTo>
                    <a:pt x="5890459" y="830611"/>
                  </a:lnTo>
                  <a:lnTo>
                    <a:pt x="5890605" y="830611"/>
                  </a:lnTo>
                  <a:lnTo>
                    <a:pt x="5890605" y="829988"/>
                  </a:lnTo>
                  <a:lnTo>
                    <a:pt x="5890750" y="829988"/>
                  </a:lnTo>
                  <a:lnTo>
                    <a:pt x="5890895" y="829988"/>
                  </a:lnTo>
                  <a:lnTo>
                    <a:pt x="5891041" y="829988"/>
                  </a:lnTo>
                  <a:lnTo>
                    <a:pt x="5891186" y="829988"/>
                  </a:lnTo>
                  <a:lnTo>
                    <a:pt x="5891332" y="829988"/>
                  </a:lnTo>
                  <a:lnTo>
                    <a:pt x="5891477" y="829988"/>
                  </a:lnTo>
                  <a:lnTo>
                    <a:pt x="5891623" y="829988"/>
                  </a:lnTo>
                  <a:lnTo>
                    <a:pt x="5891768" y="829988"/>
                  </a:lnTo>
                  <a:lnTo>
                    <a:pt x="5891913" y="829988"/>
                  </a:lnTo>
                  <a:lnTo>
                    <a:pt x="5891913" y="829364"/>
                  </a:lnTo>
                  <a:lnTo>
                    <a:pt x="5892059" y="829364"/>
                  </a:lnTo>
                  <a:lnTo>
                    <a:pt x="5892059" y="828740"/>
                  </a:lnTo>
                  <a:lnTo>
                    <a:pt x="5892204" y="828740"/>
                  </a:lnTo>
                  <a:lnTo>
                    <a:pt x="5892350" y="828740"/>
                  </a:lnTo>
                  <a:lnTo>
                    <a:pt x="5892350" y="828117"/>
                  </a:lnTo>
                  <a:lnTo>
                    <a:pt x="5892495" y="828117"/>
                  </a:lnTo>
                  <a:lnTo>
                    <a:pt x="5892641" y="828117"/>
                  </a:lnTo>
                  <a:lnTo>
                    <a:pt x="5892786" y="828117"/>
                  </a:lnTo>
                  <a:lnTo>
                    <a:pt x="5892786" y="827493"/>
                  </a:lnTo>
                  <a:lnTo>
                    <a:pt x="5892931" y="827493"/>
                  </a:lnTo>
                  <a:lnTo>
                    <a:pt x="5893077" y="827493"/>
                  </a:lnTo>
                  <a:lnTo>
                    <a:pt x="5893222" y="827493"/>
                  </a:lnTo>
                  <a:lnTo>
                    <a:pt x="5893368" y="827493"/>
                  </a:lnTo>
                  <a:lnTo>
                    <a:pt x="5893513" y="827493"/>
                  </a:lnTo>
                  <a:lnTo>
                    <a:pt x="5893659" y="827493"/>
                  </a:lnTo>
                  <a:lnTo>
                    <a:pt x="5893804" y="827493"/>
                  </a:lnTo>
                  <a:lnTo>
                    <a:pt x="5893949" y="827493"/>
                  </a:lnTo>
                  <a:lnTo>
                    <a:pt x="5894095" y="827493"/>
                  </a:lnTo>
                  <a:lnTo>
                    <a:pt x="5894240" y="827493"/>
                  </a:lnTo>
                  <a:lnTo>
                    <a:pt x="5894386" y="827493"/>
                  </a:lnTo>
                  <a:lnTo>
                    <a:pt x="5894531" y="827493"/>
                  </a:lnTo>
                  <a:lnTo>
                    <a:pt x="5894676" y="827493"/>
                  </a:lnTo>
                  <a:lnTo>
                    <a:pt x="5894822" y="827493"/>
                  </a:lnTo>
                  <a:lnTo>
                    <a:pt x="5894967" y="827493"/>
                  </a:lnTo>
                  <a:lnTo>
                    <a:pt x="5895113" y="827493"/>
                  </a:lnTo>
                  <a:lnTo>
                    <a:pt x="5895258" y="827493"/>
                  </a:lnTo>
                  <a:lnTo>
                    <a:pt x="5895404" y="827493"/>
                  </a:lnTo>
                  <a:lnTo>
                    <a:pt x="5895549" y="827493"/>
                  </a:lnTo>
                  <a:lnTo>
                    <a:pt x="5895694" y="827493"/>
                  </a:lnTo>
                  <a:lnTo>
                    <a:pt x="5895840" y="827493"/>
                  </a:lnTo>
                  <a:lnTo>
                    <a:pt x="5895985" y="827493"/>
                  </a:lnTo>
                  <a:lnTo>
                    <a:pt x="5895985" y="826870"/>
                  </a:lnTo>
                  <a:lnTo>
                    <a:pt x="5896131" y="826870"/>
                  </a:lnTo>
                  <a:lnTo>
                    <a:pt x="5896276" y="826870"/>
                  </a:lnTo>
                  <a:lnTo>
                    <a:pt x="5896422" y="826870"/>
                  </a:lnTo>
                  <a:lnTo>
                    <a:pt x="5896567" y="826870"/>
                  </a:lnTo>
                  <a:lnTo>
                    <a:pt x="5896712" y="826870"/>
                  </a:lnTo>
                  <a:lnTo>
                    <a:pt x="5896858" y="826870"/>
                  </a:lnTo>
                  <a:lnTo>
                    <a:pt x="5896858" y="826246"/>
                  </a:lnTo>
                  <a:lnTo>
                    <a:pt x="5897003" y="826246"/>
                  </a:lnTo>
                  <a:lnTo>
                    <a:pt x="5897149" y="826246"/>
                  </a:lnTo>
                  <a:lnTo>
                    <a:pt x="5897294" y="826246"/>
                  </a:lnTo>
                  <a:lnTo>
                    <a:pt x="5897440" y="826246"/>
                  </a:lnTo>
                  <a:lnTo>
                    <a:pt x="5897585" y="826246"/>
                  </a:lnTo>
                  <a:lnTo>
                    <a:pt x="5897730" y="826246"/>
                  </a:lnTo>
                  <a:lnTo>
                    <a:pt x="5897876" y="826246"/>
                  </a:lnTo>
                  <a:lnTo>
                    <a:pt x="5898021" y="826246"/>
                  </a:lnTo>
                  <a:lnTo>
                    <a:pt x="5898167" y="826246"/>
                  </a:lnTo>
                  <a:lnTo>
                    <a:pt x="5898312" y="826246"/>
                  </a:lnTo>
                  <a:lnTo>
                    <a:pt x="5898458" y="826246"/>
                  </a:lnTo>
                  <a:lnTo>
                    <a:pt x="5898458" y="825622"/>
                  </a:lnTo>
                  <a:lnTo>
                    <a:pt x="5898603" y="825622"/>
                  </a:lnTo>
                  <a:lnTo>
                    <a:pt x="5898748" y="825622"/>
                  </a:lnTo>
                  <a:lnTo>
                    <a:pt x="5898894" y="825622"/>
                  </a:lnTo>
                  <a:lnTo>
                    <a:pt x="5899039" y="825622"/>
                  </a:lnTo>
                  <a:lnTo>
                    <a:pt x="5899185" y="825622"/>
                  </a:lnTo>
                  <a:lnTo>
                    <a:pt x="5899330" y="825622"/>
                  </a:lnTo>
                  <a:lnTo>
                    <a:pt x="5899476" y="825622"/>
                  </a:lnTo>
                  <a:lnTo>
                    <a:pt x="5899621" y="825622"/>
                  </a:lnTo>
                  <a:lnTo>
                    <a:pt x="5899766" y="825622"/>
                  </a:lnTo>
                  <a:lnTo>
                    <a:pt x="5899912" y="825622"/>
                  </a:lnTo>
                  <a:lnTo>
                    <a:pt x="5900057" y="825622"/>
                  </a:lnTo>
                  <a:lnTo>
                    <a:pt x="5900203" y="825622"/>
                  </a:lnTo>
                  <a:lnTo>
                    <a:pt x="5900348" y="825622"/>
                  </a:lnTo>
                  <a:lnTo>
                    <a:pt x="5900494" y="825622"/>
                  </a:lnTo>
                  <a:lnTo>
                    <a:pt x="5900639" y="825622"/>
                  </a:lnTo>
                  <a:lnTo>
                    <a:pt x="5900784" y="825622"/>
                  </a:lnTo>
                  <a:lnTo>
                    <a:pt x="5900930" y="825622"/>
                  </a:lnTo>
                  <a:lnTo>
                    <a:pt x="5901075" y="825622"/>
                  </a:lnTo>
                  <a:lnTo>
                    <a:pt x="5901221" y="825622"/>
                  </a:lnTo>
                  <a:lnTo>
                    <a:pt x="5901366" y="825622"/>
                  </a:lnTo>
                  <a:lnTo>
                    <a:pt x="5901511" y="825622"/>
                  </a:lnTo>
                  <a:lnTo>
                    <a:pt x="5901657" y="825622"/>
                  </a:lnTo>
                  <a:lnTo>
                    <a:pt x="5901802" y="825622"/>
                  </a:lnTo>
                  <a:lnTo>
                    <a:pt x="5901948" y="825622"/>
                  </a:lnTo>
                  <a:lnTo>
                    <a:pt x="5902093" y="825622"/>
                  </a:lnTo>
                  <a:lnTo>
                    <a:pt x="5902239" y="825622"/>
                  </a:lnTo>
                  <a:lnTo>
                    <a:pt x="5902384" y="825622"/>
                  </a:lnTo>
                  <a:lnTo>
                    <a:pt x="5902529" y="825622"/>
                  </a:lnTo>
                  <a:lnTo>
                    <a:pt x="5902675" y="825622"/>
                  </a:lnTo>
                  <a:lnTo>
                    <a:pt x="5902820" y="825622"/>
                  </a:lnTo>
                  <a:lnTo>
                    <a:pt x="5902966" y="825622"/>
                  </a:lnTo>
                  <a:lnTo>
                    <a:pt x="5903111" y="825622"/>
                  </a:lnTo>
                  <a:lnTo>
                    <a:pt x="5903257" y="825622"/>
                  </a:lnTo>
                  <a:lnTo>
                    <a:pt x="5903402" y="825622"/>
                  </a:lnTo>
                  <a:lnTo>
                    <a:pt x="5903402" y="824999"/>
                  </a:lnTo>
                  <a:lnTo>
                    <a:pt x="5903547" y="824999"/>
                  </a:lnTo>
                  <a:lnTo>
                    <a:pt x="5903693" y="824999"/>
                  </a:lnTo>
                  <a:lnTo>
                    <a:pt x="5903838" y="824999"/>
                  </a:lnTo>
                  <a:lnTo>
                    <a:pt x="5903984" y="824999"/>
                  </a:lnTo>
                  <a:lnTo>
                    <a:pt x="5903984" y="824375"/>
                  </a:lnTo>
                  <a:lnTo>
                    <a:pt x="5904129" y="824375"/>
                  </a:lnTo>
                  <a:lnTo>
                    <a:pt x="5904275" y="824375"/>
                  </a:lnTo>
                  <a:lnTo>
                    <a:pt x="5904420" y="824375"/>
                  </a:lnTo>
                  <a:lnTo>
                    <a:pt x="5904565" y="824375"/>
                  </a:lnTo>
                  <a:lnTo>
                    <a:pt x="5904711" y="824375"/>
                  </a:lnTo>
                  <a:lnTo>
                    <a:pt x="5904856" y="824375"/>
                  </a:lnTo>
                  <a:lnTo>
                    <a:pt x="5905002" y="824375"/>
                  </a:lnTo>
                  <a:lnTo>
                    <a:pt x="5905147" y="824375"/>
                  </a:lnTo>
                  <a:lnTo>
                    <a:pt x="5905293" y="824375"/>
                  </a:lnTo>
                  <a:lnTo>
                    <a:pt x="5905438" y="824375"/>
                  </a:lnTo>
                  <a:lnTo>
                    <a:pt x="5905583" y="824375"/>
                  </a:lnTo>
                  <a:lnTo>
                    <a:pt x="5905729" y="824375"/>
                  </a:lnTo>
                  <a:lnTo>
                    <a:pt x="5905874" y="824375"/>
                  </a:lnTo>
                  <a:lnTo>
                    <a:pt x="5906020" y="824375"/>
                  </a:lnTo>
                  <a:lnTo>
                    <a:pt x="5906020" y="823752"/>
                  </a:lnTo>
                  <a:lnTo>
                    <a:pt x="5906165" y="823752"/>
                  </a:lnTo>
                  <a:lnTo>
                    <a:pt x="5906311" y="823752"/>
                  </a:lnTo>
                  <a:lnTo>
                    <a:pt x="5906456" y="823752"/>
                  </a:lnTo>
                  <a:lnTo>
                    <a:pt x="5906601" y="823752"/>
                  </a:lnTo>
                  <a:lnTo>
                    <a:pt x="5906601" y="823128"/>
                  </a:lnTo>
                  <a:lnTo>
                    <a:pt x="5906747" y="823128"/>
                  </a:lnTo>
                  <a:lnTo>
                    <a:pt x="5906892" y="823128"/>
                  </a:lnTo>
                  <a:lnTo>
                    <a:pt x="5907038" y="823128"/>
                  </a:lnTo>
                  <a:lnTo>
                    <a:pt x="5907183" y="823128"/>
                  </a:lnTo>
                  <a:lnTo>
                    <a:pt x="5907329" y="823128"/>
                  </a:lnTo>
                  <a:lnTo>
                    <a:pt x="5907474" y="823128"/>
                  </a:lnTo>
                  <a:lnTo>
                    <a:pt x="5907619" y="823128"/>
                  </a:lnTo>
                  <a:lnTo>
                    <a:pt x="5907765" y="823128"/>
                  </a:lnTo>
                  <a:lnTo>
                    <a:pt x="5907910" y="823128"/>
                  </a:lnTo>
                  <a:lnTo>
                    <a:pt x="5907910" y="822505"/>
                  </a:lnTo>
                  <a:lnTo>
                    <a:pt x="5908056" y="822505"/>
                  </a:lnTo>
                  <a:lnTo>
                    <a:pt x="5908056" y="821881"/>
                  </a:lnTo>
                  <a:lnTo>
                    <a:pt x="5908201" y="821881"/>
                  </a:lnTo>
                  <a:lnTo>
                    <a:pt x="5908201" y="821257"/>
                  </a:lnTo>
                  <a:lnTo>
                    <a:pt x="5908346" y="821257"/>
                  </a:lnTo>
                  <a:lnTo>
                    <a:pt x="5908492" y="821257"/>
                  </a:lnTo>
                  <a:lnTo>
                    <a:pt x="5908637" y="821257"/>
                  </a:lnTo>
                  <a:lnTo>
                    <a:pt x="5908637" y="820634"/>
                  </a:lnTo>
                  <a:lnTo>
                    <a:pt x="5908783" y="820634"/>
                  </a:lnTo>
                  <a:lnTo>
                    <a:pt x="5908928" y="820634"/>
                  </a:lnTo>
                  <a:lnTo>
                    <a:pt x="5909074" y="820634"/>
                  </a:lnTo>
                  <a:lnTo>
                    <a:pt x="5909074" y="820010"/>
                  </a:lnTo>
                  <a:lnTo>
                    <a:pt x="5909219" y="820010"/>
                  </a:lnTo>
                  <a:lnTo>
                    <a:pt x="5909364" y="820010"/>
                  </a:lnTo>
                  <a:lnTo>
                    <a:pt x="5909510" y="820010"/>
                  </a:lnTo>
                  <a:lnTo>
                    <a:pt x="5909655" y="820010"/>
                  </a:lnTo>
                  <a:lnTo>
                    <a:pt x="5909801" y="820010"/>
                  </a:lnTo>
                  <a:lnTo>
                    <a:pt x="5909801" y="819387"/>
                  </a:lnTo>
                  <a:lnTo>
                    <a:pt x="5909946" y="819387"/>
                  </a:lnTo>
                  <a:lnTo>
                    <a:pt x="5910092" y="819387"/>
                  </a:lnTo>
                  <a:lnTo>
                    <a:pt x="5910237" y="819387"/>
                  </a:lnTo>
                  <a:lnTo>
                    <a:pt x="5910382" y="819387"/>
                  </a:lnTo>
                  <a:lnTo>
                    <a:pt x="5910528" y="819387"/>
                  </a:lnTo>
                  <a:lnTo>
                    <a:pt x="5910673" y="819387"/>
                  </a:lnTo>
                  <a:lnTo>
                    <a:pt x="5910819" y="819387"/>
                  </a:lnTo>
                  <a:lnTo>
                    <a:pt x="5910964" y="819387"/>
                  </a:lnTo>
                  <a:lnTo>
                    <a:pt x="5911110" y="819387"/>
                  </a:lnTo>
                  <a:lnTo>
                    <a:pt x="5911255" y="819387"/>
                  </a:lnTo>
                  <a:lnTo>
                    <a:pt x="5911255" y="818763"/>
                  </a:lnTo>
                  <a:lnTo>
                    <a:pt x="5911400" y="818763"/>
                  </a:lnTo>
                  <a:lnTo>
                    <a:pt x="5911546" y="818763"/>
                  </a:lnTo>
                  <a:lnTo>
                    <a:pt x="5911546" y="818140"/>
                  </a:lnTo>
                  <a:lnTo>
                    <a:pt x="5911691" y="818140"/>
                  </a:lnTo>
                  <a:lnTo>
                    <a:pt x="5911837" y="818140"/>
                  </a:lnTo>
                  <a:lnTo>
                    <a:pt x="5911982" y="818140"/>
                  </a:lnTo>
                  <a:lnTo>
                    <a:pt x="5912128" y="818140"/>
                  </a:lnTo>
                  <a:lnTo>
                    <a:pt x="5912273" y="818140"/>
                  </a:lnTo>
                  <a:lnTo>
                    <a:pt x="5912418" y="818140"/>
                  </a:lnTo>
                  <a:lnTo>
                    <a:pt x="5912564" y="818140"/>
                  </a:lnTo>
                  <a:lnTo>
                    <a:pt x="5912709" y="818140"/>
                  </a:lnTo>
                  <a:lnTo>
                    <a:pt x="5912855" y="818140"/>
                  </a:lnTo>
                  <a:lnTo>
                    <a:pt x="5913000" y="818140"/>
                  </a:lnTo>
                  <a:lnTo>
                    <a:pt x="5913146" y="818140"/>
                  </a:lnTo>
                  <a:lnTo>
                    <a:pt x="5913291" y="818140"/>
                  </a:lnTo>
                  <a:lnTo>
                    <a:pt x="5913436" y="818140"/>
                  </a:lnTo>
                  <a:lnTo>
                    <a:pt x="5913582" y="818140"/>
                  </a:lnTo>
                  <a:lnTo>
                    <a:pt x="5913727" y="818140"/>
                  </a:lnTo>
                  <a:lnTo>
                    <a:pt x="5913873" y="818140"/>
                  </a:lnTo>
                  <a:lnTo>
                    <a:pt x="5914018" y="818140"/>
                  </a:lnTo>
                  <a:lnTo>
                    <a:pt x="5914164" y="818140"/>
                  </a:lnTo>
                  <a:lnTo>
                    <a:pt x="5914309" y="818140"/>
                  </a:lnTo>
                  <a:lnTo>
                    <a:pt x="5914454" y="818140"/>
                  </a:lnTo>
                  <a:lnTo>
                    <a:pt x="5914600" y="818140"/>
                  </a:lnTo>
                  <a:lnTo>
                    <a:pt x="5914745" y="818140"/>
                  </a:lnTo>
                  <a:lnTo>
                    <a:pt x="5914891" y="818140"/>
                  </a:lnTo>
                  <a:lnTo>
                    <a:pt x="5915036" y="818140"/>
                  </a:lnTo>
                  <a:lnTo>
                    <a:pt x="5915181" y="818140"/>
                  </a:lnTo>
                  <a:lnTo>
                    <a:pt x="5915327" y="818140"/>
                  </a:lnTo>
                  <a:lnTo>
                    <a:pt x="5915327" y="817516"/>
                  </a:lnTo>
                  <a:lnTo>
                    <a:pt x="5915472" y="817516"/>
                  </a:lnTo>
                  <a:lnTo>
                    <a:pt x="5915618" y="817516"/>
                  </a:lnTo>
                  <a:lnTo>
                    <a:pt x="5915763" y="817516"/>
                  </a:lnTo>
                  <a:lnTo>
                    <a:pt x="5915909" y="817516"/>
                  </a:lnTo>
                  <a:lnTo>
                    <a:pt x="5916054" y="817516"/>
                  </a:lnTo>
                  <a:lnTo>
                    <a:pt x="5916199" y="817516"/>
                  </a:lnTo>
                  <a:lnTo>
                    <a:pt x="5916345" y="817516"/>
                  </a:lnTo>
                  <a:lnTo>
                    <a:pt x="5916490" y="817516"/>
                  </a:lnTo>
                  <a:lnTo>
                    <a:pt x="5916636" y="817516"/>
                  </a:lnTo>
                  <a:lnTo>
                    <a:pt x="5916781" y="817516"/>
                  </a:lnTo>
                  <a:lnTo>
                    <a:pt x="5916927" y="817516"/>
                  </a:lnTo>
                  <a:lnTo>
                    <a:pt x="5917072" y="817516"/>
                  </a:lnTo>
                  <a:lnTo>
                    <a:pt x="5917217" y="817516"/>
                  </a:lnTo>
                  <a:lnTo>
                    <a:pt x="5917363" y="817516"/>
                  </a:lnTo>
                  <a:lnTo>
                    <a:pt x="5917508" y="817516"/>
                  </a:lnTo>
                  <a:lnTo>
                    <a:pt x="5917508" y="816892"/>
                  </a:lnTo>
                  <a:lnTo>
                    <a:pt x="5917654" y="816892"/>
                  </a:lnTo>
                  <a:lnTo>
                    <a:pt x="5917799" y="816892"/>
                  </a:lnTo>
                  <a:lnTo>
                    <a:pt x="5917945" y="816892"/>
                  </a:lnTo>
                  <a:lnTo>
                    <a:pt x="5917945" y="816269"/>
                  </a:lnTo>
                  <a:lnTo>
                    <a:pt x="5918090" y="816269"/>
                  </a:lnTo>
                  <a:lnTo>
                    <a:pt x="5918235" y="816269"/>
                  </a:lnTo>
                  <a:lnTo>
                    <a:pt x="5918381" y="816269"/>
                  </a:lnTo>
                  <a:lnTo>
                    <a:pt x="5918526" y="816269"/>
                  </a:lnTo>
                  <a:lnTo>
                    <a:pt x="5918526" y="815645"/>
                  </a:lnTo>
                  <a:lnTo>
                    <a:pt x="5918672" y="815645"/>
                  </a:lnTo>
                  <a:lnTo>
                    <a:pt x="5918817" y="815645"/>
                  </a:lnTo>
                  <a:lnTo>
                    <a:pt x="5918963" y="815645"/>
                  </a:lnTo>
                  <a:lnTo>
                    <a:pt x="5919108" y="815645"/>
                  </a:lnTo>
                  <a:lnTo>
                    <a:pt x="5919253" y="815645"/>
                  </a:lnTo>
                  <a:lnTo>
                    <a:pt x="5919399" y="815645"/>
                  </a:lnTo>
                  <a:lnTo>
                    <a:pt x="5919544" y="815645"/>
                  </a:lnTo>
                  <a:lnTo>
                    <a:pt x="5919690" y="815645"/>
                  </a:lnTo>
                  <a:lnTo>
                    <a:pt x="5919835" y="815645"/>
                  </a:lnTo>
                  <a:lnTo>
                    <a:pt x="5919835" y="815022"/>
                  </a:lnTo>
                  <a:lnTo>
                    <a:pt x="5919981" y="815022"/>
                  </a:lnTo>
                  <a:lnTo>
                    <a:pt x="5920126" y="815022"/>
                  </a:lnTo>
                  <a:lnTo>
                    <a:pt x="5920271" y="815022"/>
                  </a:lnTo>
                  <a:lnTo>
                    <a:pt x="5920417" y="815022"/>
                  </a:lnTo>
                  <a:lnTo>
                    <a:pt x="5920562" y="815022"/>
                  </a:lnTo>
                  <a:lnTo>
                    <a:pt x="5920562" y="814398"/>
                  </a:lnTo>
                  <a:lnTo>
                    <a:pt x="5920708" y="814398"/>
                  </a:lnTo>
                  <a:lnTo>
                    <a:pt x="5920853" y="814398"/>
                  </a:lnTo>
                  <a:lnTo>
                    <a:pt x="5920853" y="813774"/>
                  </a:lnTo>
                  <a:lnTo>
                    <a:pt x="5920999" y="813774"/>
                  </a:lnTo>
                  <a:lnTo>
                    <a:pt x="5921144" y="813774"/>
                  </a:lnTo>
                  <a:lnTo>
                    <a:pt x="5921144" y="813151"/>
                  </a:lnTo>
                  <a:lnTo>
                    <a:pt x="5921289" y="813151"/>
                  </a:lnTo>
                  <a:lnTo>
                    <a:pt x="5921435" y="813151"/>
                  </a:lnTo>
                  <a:lnTo>
                    <a:pt x="5921580" y="813151"/>
                  </a:lnTo>
                  <a:lnTo>
                    <a:pt x="5921726" y="813151"/>
                  </a:lnTo>
                  <a:lnTo>
                    <a:pt x="5921871" y="813151"/>
                  </a:lnTo>
                  <a:lnTo>
                    <a:pt x="5922016" y="813151"/>
                  </a:lnTo>
                  <a:lnTo>
                    <a:pt x="5922162" y="813151"/>
                  </a:lnTo>
                  <a:lnTo>
                    <a:pt x="5922307" y="813151"/>
                  </a:lnTo>
                  <a:lnTo>
                    <a:pt x="5922453" y="813151"/>
                  </a:lnTo>
                  <a:lnTo>
                    <a:pt x="5922598" y="813151"/>
                  </a:lnTo>
                  <a:lnTo>
                    <a:pt x="5922744" y="813151"/>
                  </a:lnTo>
                  <a:lnTo>
                    <a:pt x="5922889" y="813151"/>
                  </a:lnTo>
                  <a:lnTo>
                    <a:pt x="5923034" y="813151"/>
                  </a:lnTo>
                  <a:lnTo>
                    <a:pt x="5923180" y="813151"/>
                  </a:lnTo>
                  <a:lnTo>
                    <a:pt x="5923325" y="813151"/>
                  </a:lnTo>
                  <a:lnTo>
                    <a:pt x="5923471" y="813151"/>
                  </a:lnTo>
                  <a:lnTo>
                    <a:pt x="5923471" y="812527"/>
                  </a:lnTo>
                  <a:lnTo>
                    <a:pt x="5923471" y="811904"/>
                  </a:lnTo>
                  <a:lnTo>
                    <a:pt x="5923616" y="811904"/>
                  </a:lnTo>
                  <a:lnTo>
                    <a:pt x="5923762" y="811904"/>
                  </a:lnTo>
                  <a:lnTo>
                    <a:pt x="5923907" y="811904"/>
                  </a:lnTo>
                  <a:lnTo>
                    <a:pt x="5924052" y="811904"/>
                  </a:lnTo>
                  <a:lnTo>
                    <a:pt x="5924198" y="811904"/>
                  </a:lnTo>
                  <a:lnTo>
                    <a:pt x="5924198" y="811280"/>
                  </a:lnTo>
                  <a:lnTo>
                    <a:pt x="5924343" y="811280"/>
                  </a:lnTo>
                  <a:lnTo>
                    <a:pt x="5924489" y="811280"/>
                  </a:lnTo>
                  <a:lnTo>
                    <a:pt x="5924634" y="811280"/>
                  </a:lnTo>
                  <a:lnTo>
                    <a:pt x="5924780" y="811280"/>
                  </a:lnTo>
                  <a:lnTo>
                    <a:pt x="5924925" y="811280"/>
                  </a:lnTo>
                  <a:lnTo>
                    <a:pt x="5925070" y="811280"/>
                  </a:lnTo>
                  <a:lnTo>
                    <a:pt x="5925216" y="811280"/>
                  </a:lnTo>
                  <a:lnTo>
                    <a:pt x="5925361" y="811280"/>
                  </a:lnTo>
                  <a:lnTo>
                    <a:pt x="5925507" y="811280"/>
                  </a:lnTo>
                  <a:lnTo>
                    <a:pt x="5925652" y="811280"/>
                  </a:lnTo>
                  <a:lnTo>
                    <a:pt x="5925798" y="811280"/>
                  </a:lnTo>
                  <a:lnTo>
                    <a:pt x="5925943" y="811280"/>
                  </a:lnTo>
                  <a:lnTo>
                    <a:pt x="5926088" y="811280"/>
                  </a:lnTo>
                  <a:lnTo>
                    <a:pt x="5926234" y="811280"/>
                  </a:lnTo>
                  <a:lnTo>
                    <a:pt x="5926379" y="811280"/>
                  </a:lnTo>
                  <a:lnTo>
                    <a:pt x="5926525" y="811280"/>
                  </a:lnTo>
                  <a:lnTo>
                    <a:pt x="5926670" y="811280"/>
                  </a:lnTo>
                  <a:lnTo>
                    <a:pt x="5926816" y="811280"/>
                  </a:lnTo>
                  <a:lnTo>
                    <a:pt x="5926961" y="811280"/>
                  </a:lnTo>
                  <a:lnTo>
                    <a:pt x="5927106" y="811280"/>
                  </a:lnTo>
                  <a:lnTo>
                    <a:pt x="5927252" y="811280"/>
                  </a:lnTo>
                  <a:lnTo>
                    <a:pt x="5927397" y="811280"/>
                  </a:lnTo>
                  <a:lnTo>
                    <a:pt x="5927543" y="811280"/>
                  </a:lnTo>
                  <a:lnTo>
                    <a:pt x="5927688" y="811280"/>
                  </a:lnTo>
                  <a:lnTo>
                    <a:pt x="5927834" y="811280"/>
                  </a:lnTo>
                  <a:lnTo>
                    <a:pt x="5927979" y="811280"/>
                  </a:lnTo>
                  <a:lnTo>
                    <a:pt x="5928124" y="811280"/>
                  </a:lnTo>
                  <a:lnTo>
                    <a:pt x="5928270" y="811280"/>
                  </a:lnTo>
                  <a:lnTo>
                    <a:pt x="5928415" y="811280"/>
                  </a:lnTo>
                  <a:lnTo>
                    <a:pt x="5928561" y="811280"/>
                  </a:lnTo>
                  <a:lnTo>
                    <a:pt x="5928561" y="810657"/>
                  </a:lnTo>
                  <a:lnTo>
                    <a:pt x="5928706" y="810657"/>
                  </a:lnTo>
                  <a:lnTo>
                    <a:pt x="5928851" y="810657"/>
                  </a:lnTo>
                  <a:lnTo>
                    <a:pt x="5928997" y="810657"/>
                  </a:lnTo>
                  <a:lnTo>
                    <a:pt x="5929142" y="810657"/>
                  </a:lnTo>
                  <a:lnTo>
                    <a:pt x="5929288" y="810657"/>
                  </a:lnTo>
                  <a:lnTo>
                    <a:pt x="5929433" y="810657"/>
                  </a:lnTo>
                  <a:lnTo>
                    <a:pt x="5929579" y="810657"/>
                  </a:lnTo>
                  <a:lnTo>
                    <a:pt x="5929724" y="810657"/>
                  </a:lnTo>
                  <a:lnTo>
                    <a:pt x="5929869" y="810657"/>
                  </a:lnTo>
                  <a:lnTo>
                    <a:pt x="5929869" y="810033"/>
                  </a:lnTo>
                  <a:lnTo>
                    <a:pt x="5930015" y="810033"/>
                  </a:lnTo>
                  <a:lnTo>
                    <a:pt x="5930160" y="810033"/>
                  </a:lnTo>
                  <a:lnTo>
                    <a:pt x="5930306" y="810033"/>
                  </a:lnTo>
                  <a:lnTo>
                    <a:pt x="5930451" y="810033"/>
                  </a:lnTo>
                  <a:lnTo>
                    <a:pt x="5930597" y="810033"/>
                  </a:lnTo>
                  <a:lnTo>
                    <a:pt x="5930742" y="810033"/>
                  </a:lnTo>
                  <a:lnTo>
                    <a:pt x="5930887" y="810033"/>
                  </a:lnTo>
                  <a:lnTo>
                    <a:pt x="5931033" y="810033"/>
                  </a:lnTo>
                  <a:lnTo>
                    <a:pt x="5931178" y="810033"/>
                  </a:lnTo>
                  <a:lnTo>
                    <a:pt x="5931324" y="810033"/>
                  </a:lnTo>
                  <a:lnTo>
                    <a:pt x="5931469" y="810033"/>
                  </a:lnTo>
                  <a:lnTo>
                    <a:pt x="5931615" y="810033"/>
                  </a:lnTo>
                  <a:lnTo>
                    <a:pt x="5931760" y="810033"/>
                  </a:lnTo>
                  <a:lnTo>
                    <a:pt x="5931760" y="809409"/>
                  </a:lnTo>
                  <a:lnTo>
                    <a:pt x="5931905" y="809409"/>
                  </a:lnTo>
                  <a:lnTo>
                    <a:pt x="5932051" y="809409"/>
                  </a:lnTo>
                  <a:lnTo>
                    <a:pt x="5932051" y="808786"/>
                  </a:lnTo>
                  <a:lnTo>
                    <a:pt x="5932196" y="808786"/>
                  </a:lnTo>
                  <a:lnTo>
                    <a:pt x="5932196" y="808162"/>
                  </a:lnTo>
                  <a:lnTo>
                    <a:pt x="5932342" y="808162"/>
                  </a:lnTo>
                  <a:lnTo>
                    <a:pt x="5932487" y="808162"/>
                  </a:lnTo>
                  <a:lnTo>
                    <a:pt x="5932633" y="808162"/>
                  </a:lnTo>
                  <a:lnTo>
                    <a:pt x="5932778" y="808162"/>
                  </a:lnTo>
                  <a:lnTo>
                    <a:pt x="5932923" y="808162"/>
                  </a:lnTo>
                  <a:lnTo>
                    <a:pt x="5933069" y="808162"/>
                  </a:lnTo>
                  <a:lnTo>
                    <a:pt x="5933214" y="808162"/>
                  </a:lnTo>
                  <a:lnTo>
                    <a:pt x="5933360" y="808162"/>
                  </a:lnTo>
                  <a:lnTo>
                    <a:pt x="5933505" y="808162"/>
                  </a:lnTo>
                  <a:lnTo>
                    <a:pt x="5933651" y="808162"/>
                  </a:lnTo>
                  <a:lnTo>
                    <a:pt x="5933796" y="808162"/>
                  </a:lnTo>
                  <a:lnTo>
                    <a:pt x="5933941" y="808162"/>
                  </a:lnTo>
                  <a:lnTo>
                    <a:pt x="5934087" y="808162"/>
                  </a:lnTo>
                  <a:lnTo>
                    <a:pt x="5934232" y="808162"/>
                  </a:lnTo>
                  <a:lnTo>
                    <a:pt x="5934378" y="808162"/>
                  </a:lnTo>
                  <a:lnTo>
                    <a:pt x="5934378" y="807539"/>
                  </a:lnTo>
                  <a:lnTo>
                    <a:pt x="5934523" y="807539"/>
                  </a:lnTo>
                  <a:lnTo>
                    <a:pt x="5934669" y="807539"/>
                  </a:lnTo>
                  <a:lnTo>
                    <a:pt x="5934814" y="807539"/>
                  </a:lnTo>
                  <a:lnTo>
                    <a:pt x="5934959" y="807539"/>
                  </a:lnTo>
                  <a:lnTo>
                    <a:pt x="5935105" y="807539"/>
                  </a:lnTo>
                  <a:lnTo>
                    <a:pt x="5935250" y="807539"/>
                  </a:lnTo>
                  <a:lnTo>
                    <a:pt x="5935396" y="807539"/>
                  </a:lnTo>
                  <a:lnTo>
                    <a:pt x="5935541" y="807539"/>
                  </a:lnTo>
                  <a:lnTo>
                    <a:pt x="5935541" y="806915"/>
                  </a:lnTo>
                  <a:lnTo>
                    <a:pt x="5935686" y="806915"/>
                  </a:lnTo>
                  <a:lnTo>
                    <a:pt x="5935832" y="806915"/>
                  </a:lnTo>
                  <a:lnTo>
                    <a:pt x="5935977" y="806915"/>
                  </a:lnTo>
                  <a:lnTo>
                    <a:pt x="5936123" y="806915"/>
                  </a:lnTo>
                  <a:lnTo>
                    <a:pt x="5936123" y="806291"/>
                  </a:lnTo>
                  <a:lnTo>
                    <a:pt x="5936268" y="806291"/>
                  </a:lnTo>
                  <a:lnTo>
                    <a:pt x="5936414" y="806291"/>
                  </a:lnTo>
                  <a:lnTo>
                    <a:pt x="5936414" y="805668"/>
                  </a:lnTo>
                  <a:lnTo>
                    <a:pt x="5936559" y="805668"/>
                  </a:lnTo>
                  <a:lnTo>
                    <a:pt x="5936704" y="805668"/>
                  </a:lnTo>
                  <a:lnTo>
                    <a:pt x="5936850" y="805668"/>
                  </a:lnTo>
                  <a:lnTo>
                    <a:pt x="5936995" y="805668"/>
                  </a:lnTo>
                  <a:lnTo>
                    <a:pt x="5937141" y="805668"/>
                  </a:lnTo>
                  <a:lnTo>
                    <a:pt x="5937286" y="805668"/>
                  </a:lnTo>
                  <a:lnTo>
                    <a:pt x="5937432" y="805668"/>
                  </a:lnTo>
                  <a:lnTo>
                    <a:pt x="5937432" y="805044"/>
                  </a:lnTo>
                  <a:lnTo>
                    <a:pt x="5937577" y="805044"/>
                  </a:lnTo>
                  <a:lnTo>
                    <a:pt x="5937722" y="805044"/>
                  </a:lnTo>
                  <a:lnTo>
                    <a:pt x="5937868" y="805044"/>
                  </a:lnTo>
                  <a:lnTo>
                    <a:pt x="5937868" y="804421"/>
                  </a:lnTo>
                  <a:lnTo>
                    <a:pt x="5938013" y="804421"/>
                  </a:lnTo>
                  <a:lnTo>
                    <a:pt x="5938159" y="804421"/>
                  </a:lnTo>
                  <a:lnTo>
                    <a:pt x="5938159" y="803797"/>
                  </a:lnTo>
                  <a:lnTo>
                    <a:pt x="5938159" y="803174"/>
                  </a:lnTo>
                  <a:lnTo>
                    <a:pt x="5938304" y="803174"/>
                  </a:lnTo>
                  <a:lnTo>
                    <a:pt x="5938450" y="803174"/>
                  </a:lnTo>
                  <a:lnTo>
                    <a:pt x="5938595" y="803174"/>
                  </a:lnTo>
                  <a:lnTo>
                    <a:pt x="5938740" y="803174"/>
                  </a:lnTo>
                  <a:lnTo>
                    <a:pt x="5938886" y="803174"/>
                  </a:lnTo>
                  <a:lnTo>
                    <a:pt x="5939031" y="803174"/>
                  </a:lnTo>
                  <a:lnTo>
                    <a:pt x="5939177" y="803174"/>
                  </a:lnTo>
                  <a:lnTo>
                    <a:pt x="5939322" y="803174"/>
                  </a:lnTo>
                  <a:lnTo>
                    <a:pt x="5939468" y="803174"/>
                  </a:lnTo>
                  <a:lnTo>
                    <a:pt x="5939613" y="803174"/>
                  </a:lnTo>
                  <a:lnTo>
                    <a:pt x="5939758" y="803174"/>
                  </a:lnTo>
                  <a:lnTo>
                    <a:pt x="5939904" y="803174"/>
                  </a:lnTo>
                  <a:lnTo>
                    <a:pt x="5940049" y="803174"/>
                  </a:lnTo>
                  <a:lnTo>
                    <a:pt x="5940195" y="803174"/>
                  </a:lnTo>
                  <a:lnTo>
                    <a:pt x="5940340" y="803174"/>
                  </a:lnTo>
                  <a:lnTo>
                    <a:pt x="5940486" y="803174"/>
                  </a:lnTo>
                  <a:lnTo>
                    <a:pt x="5940631" y="803174"/>
                  </a:lnTo>
                  <a:lnTo>
                    <a:pt x="5940776" y="803174"/>
                  </a:lnTo>
                  <a:lnTo>
                    <a:pt x="5940776" y="802550"/>
                  </a:lnTo>
                  <a:lnTo>
                    <a:pt x="5940922" y="802550"/>
                  </a:lnTo>
                  <a:lnTo>
                    <a:pt x="5940922" y="801926"/>
                  </a:lnTo>
                  <a:lnTo>
                    <a:pt x="5941067" y="801926"/>
                  </a:lnTo>
                  <a:lnTo>
                    <a:pt x="5941213" y="801926"/>
                  </a:lnTo>
                  <a:lnTo>
                    <a:pt x="5941358" y="801926"/>
                  </a:lnTo>
                  <a:lnTo>
                    <a:pt x="5941503" y="801926"/>
                  </a:lnTo>
                  <a:lnTo>
                    <a:pt x="5941649" y="801926"/>
                  </a:lnTo>
                  <a:lnTo>
                    <a:pt x="5941794" y="801926"/>
                  </a:lnTo>
                  <a:lnTo>
                    <a:pt x="5941940" y="801926"/>
                  </a:lnTo>
                  <a:lnTo>
                    <a:pt x="5942085" y="801926"/>
                  </a:lnTo>
                  <a:lnTo>
                    <a:pt x="5942231" y="801926"/>
                  </a:lnTo>
                  <a:lnTo>
                    <a:pt x="5942376" y="801926"/>
                  </a:lnTo>
                  <a:lnTo>
                    <a:pt x="5942521" y="801926"/>
                  </a:lnTo>
                  <a:lnTo>
                    <a:pt x="5942667" y="801926"/>
                  </a:lnTo>
                  <a:lnTo>
                    <a:pt x="5942812" y="801926"/>
                  </a:lnTo>
                  <a:lnTo>
                    <a:pt x="5942812" y="801303"/>
                  </a:lnTo>
                  <a:lnTo>
                    <a:pt x="5942958" y="801303"/>
                  </a:lnTo>
                  <a:lnTo>
                    <a:pt x="5942958" y="800679"/>
                  </a:lnTo>
                  <a:lnTo>
                    <a:pt x="5943103" y="800679"/>
                  </a:lnTo>
                  <a:lnTo>
                    <a:pt x="5943249" y="800679"/>
                  </a:lnTo>
                  <a:lnTo>
                    <a:pt x="5943394" y="800679"/>
                  </a:lnTo>
                  <a:lnTo>
                    <a:pt x="5943539" y="800679"/>
                  </a:lnTo>
                  <a:lnTo>
                    <a:pt x="5943685" y="800679"/>
                  </a:lnTo>
                  <a:lnTo>
                    <a:pt x="5943830" y="800679"/>
                  </a:lnTo>
                  <a:lnTo>
                    <a:pt x="5943976" y="800679"/>
                  </a:lnTo>
                  <a:lnTo>
                    <a:pt x="5944121" y="800679"/>
                  </a:lnTo>
                  <a:lnTo>
                    <a:pt x="5944267" y="800679"/>
                  </a:lnTo>
                  <a:lnTo>
                    <a:pt x="5944412" y="800679"/>
                  </a:lnTo>
                  <a:lnTo>
                    <a:pt x="5944557" y="800679"/>
                  </a:lnTo>
                  <a:lnTo>
                    <a:pt x="5944703" y="800679"/>
                  </a:lnTo>
                  <a:lnTo>
                    <a:pt x="5944703" y="800056"/>
                  </a:lnTo>
                  <a:lnTo>
                    <a:pt x="5944848" y="800056"/>
                  </a:lnTo>
                  <a:lnTo>
                    <a:pt x="5944994" y="800056"/>
                  </a:lnTo>
                  <a:lnTo>
                    <a:pt x="5945139" y="800056"/>
                  </a:lnTo>
                  <a:lnTo>
                    <a:pt x="5945285" y="800056"/>
                  </a:lnTo>
                  <a:lnTo>
                    <a:pt x="5945430" y="800056"/>
                  </a:lnTo>
                  <a:lnTo>
                    <a:pt x="5945575" y="800056"/>
                  </a:lnTo>
                  <a:lnTo>
                    <a:pt x="5945721" y="800056"/>
                  </a:lnTo>
                  <a:lnTo>
                    <a:pt x="5945866" y="800056"/>
                  </a:lnTo>
                  <a:lnTo>
                    <a:pt x="5946012" y="800056"/>
                  </a:lnTo>
                  <a:lnTo>
                    <a:pt x="5946157" y="800056"/>
                  </a:lnTo>
                  <a:lnTo>
                    <a:pt x="5946303" y="800056"/>
                  </a:lnTo>
                  <a:lnTo>
                    <a:pt x="5946448" y="800056"/>
                  </a:lnTo>
                  <a:lnTo>
                    <a:pt x="5946593" y="800056"/>
                  </a:lnTo>
                  <a:lnTo>
                    <a:pt x="5946739" y="800056"/>
                  </a:lnTo>
                  <a:lnTo>
                    <a:pt x="5946884" y="800056"/>
                  </a:lnTo>
                  <a:lnTo>
                    <a:pt x="5947030" y="800056"/>
                  </a:lnTo>
                  <a:lnTo>
                    <a:pt x="5947175" y="800056"/>
                  </a:lnTo>
                  <a:lnTo>
                    <a:pt x="5947321" y="800056"/>
                  </a:lnTo>
                  <a:lnTo>
                    <a:pt x="5947466" y="800056"/>
                  </a:lnTo>
                  <a:lnTo>
                    <a:pt x="5947611" y="800056"/>
                  </a:lnTo>
                  <a:lnTo>
                    <a:pt x="5947757" y="800056"/>
                  </a:lnTo>
                  <a:lnTo>
                    <a:pt x="5947902" y="800056"/>
                  </a:lnTo>
                  <a:lnTo>
                    <a:pt x="5948048" y="800056"/>
                  </a:lnTo>
                  <a:lnTo>
                    <a:pt x="5948193" y="800056"/>
                  </a:lnTo>
                  <a:lnTo>
                    <a:pt x="5948338" y="800056"/>
                  </a:lnTo>
                  <a:lnTo>
                    <a:pt x="5948484" y="800056"/>
                  </a:lnTo>
                  <a:lnTo>
                    <a:pt x="5948629" y="800056"/>
                  </a:lnTo>
                  <a:lnTo>
                    <a:pt x="5948629" y="799432"/>
                  </a:lnTo>
                  <a:lnTo>
                    <a:pt x="5948775" y="799432"/>
                  </a:lnTo>
                  <a:lnTo>
                    <a:pt x="5948775" y="798808"/>
                  </a:lnTo>
                  <a:lnTo>
                    <a:pt x="5948920" y="798808"/>
                  </a:lnTo>
                  <a:lnTo>
                    <a:pt x="5949066" y="798808"/>
                  </a:lnTo>
                  <a:lnTo>
                    <a:pt x="5949211" y="798808"/>
                  </a:lnTo>
                  <a:lnTo>
                    <a:pt x="5949356" y="798808"/>
                  </a:lnTo>
                  <a:lnTo>
                    <a:pt x="5949502" y="798808"/>
                  </a:lnTo>
                  <a:lnTo>
                    <a:pt x="5949647" y="798808"/>
                  </a:lnTo>
                  <a:lnTo>
                    <a:pt x="5949793" y="798808"/>
                  </a:lnTo>
                  <a:lnTo>
                    <a:pt x="5949938" y="798808"/>
                  </a:lnTo>
                  <a:lnTo>
                    <a:pt x="5950084" y="798808"/>
                  </a:lnTo>
                  <a:lnTo>
                    <a:pt x="5950229" y="798808"/>
                  </a:lnTo>
                  <a:lnTo>
                    <a:pt x="5950374" y="798808"/>
                  </a:lnTo>
                  <a:lnTo>
                    <a:pt x="5950520" y="798808"/>
                  </a:lnTo>
                  <a:lnTo>
                    <a:pt x="5950665" y="798808"/>
                  </a:lnTo>
                  <a:lnTo>
                    <a:pt x="5950811" y="798808"/>
                  </a:lnTo>
                  <a:lnTo>
                    <a:pt x="5950956" y="798808"/>
                  </a:lnTo>
                  <a:lnTo>
                    <a:pt x="5951102" y="798808"/>
                  </a:lnTo>
                  <a:lnTo>
                    <a:pt x="5951247" y="798808"/>
                  </a:lnTo>
                  <a:lnTo>
                    <a:pt x="5951247" y="798185"/>
                  </a:lnTo>
                  <a:lnTo>
                    <a:pt x="5951392" y="798185"/>
                  </a:lnTo>
                  <a:lnTo>
                    <a:pt x="5951392" y="797561"/>
                  </a:lnTo>
                  <a:lnTo>
                    <a:pt x="5951538" y="797561"/>
                  </a:lnTo>
                  <a:lnTo>
                    <a:pt x="5951683" y="797561"/>
                  </a:lnTo>
                  <a:lnTo>
                    <a:pt x="5951829" y="797561"/>
                  </a:lnTo>
                  <a:lnTo>
                    <a:pt x="5951974" y="797561"/>
                  </a:lnTo>
                  <a:lnTo>
                    <a:pt x="5952120" y="797561"/>
                  </a:lnTo>
                  <a:lnTo>
                    <a:pt x="5952265" y="797561"/>
                  </a:lnTo>
                  <a:lnTo>
                    <a:pt x="5952410" y="797561"/>
                  </a:lnTo>
                  <a:lnTo>
                    <a:pt x="5952556" y="797561"/>
                  </a:lnTo>
                  <a:lnTo>
                    <a:pt x="5952701" y="797561"/>
                  </a:lnTo>
                  <a:lnTo>
                    <a:pt x="5952847" y="797561"/>
                  </a:lnTo>
                  <a:lnTo>
                    <a:pt x="5952992" y="797561"/>
                  </a:lnTo>
                  <a:lnTo>
                    <a:pt x="5953138" y="797561"/>
                  </a:lnTo>
                  <a:lnTo>
                    <a:pt x="5953283" y="797561"/>
                  </a:lnTo>
                  <a:lnTo>
                    <a:pt x="5953428" y="797561"/>
                  </a:lnTo>
                  <a:lnTo>
                    <a:pt x="5953428" y="796938"/>
                  </a:lnTo>
                  <a:lnTo>
                    <a:pt x="5953574" y="796938"/>
                  </a:lnTo>
                  <a:lnTo>
                    <a:pt x="5953719" y="796938"/>
                  </a:lnTo>
                  <a:lnTo>
                    <a:pt x="5953865" y="796938"/>
                  </a:lnTo>
                  <a:lnTo>
                    <a:pt x="5954010" y="796938"/>
                  </a:lnTo>
                  <a:lnTo>
                    <a:pt x="5954156" y="796938"/>
                  </a:lnTo>
                  <a:lnTo>
                    <a:pt x="5954301" y="796938"/>
                  </a:lnTo>
                  <a:lnTo>
                    <a:pt x="5954446" y="796938"/>
                  </a:lnTo>
                  <a:lnTo>
                    <a:pt x="5954592" y="796938"/>
                  </a:lnTo>
                  <a:lnTo>
                    <a:pt x="5954737" y="796938"/>
                  </a:lnTo>
                  <a:lnTo>
                    <a:pt x="5954883" y="796938"/>
                  </a:lnTo>
                  <a:lnTo>
                    <a:pt x="5955028" y="796938"/>
                  </a:lnTo>
                  <a:lnTo>
                    <a:pt x="5955173" y="796938"/>
                  </a:lnTo>
                  <a:lnTo>
                    <a:pt x="5955319" y="796938"/>
                  </a:lnTo>
                  <a:lnTo>
                    <a:pt x="5955464" y="796938"/>
                  </a:lnTo>
                  <a:lnTo>
                    <a:pt x="5955610" y="796938"/>
                  </a:lnTo>
                  <a:lnTo>
                    <a:pt x="5955755" y="796938"/>
                  </a:lnTo>
                  <a:lnTo>
                    <a:pt x="5955901" y="796938"/>
                  </a:lnTo>
                  <a:lnTo>
                    <a:pt x="5956046" y="796938"/>
                  </a:lnTo>
                  <a:lnTo>
                    <a:pt x="5956191" y="796938"/>
                  </a:lnTo>
                  <a:lnTo>
                    <a:pt x="5956191" y="796314"/>
                  </a:lnTo>
                  <a:lnTo>
                    <a:pt x="5956337" y="796314"/>
                  </a:lnTo>
                  <a:lnTo>
                    <a:pt x="5956482" y="796314"/>
                  </a:lnTo>
                  <a:lnTo>
                    <a:pt x="5956628" y="796314"/>
                  </a:lnTo>
                  <a:lnTo>
                    <a:pt x="5956773" y="796314"/>
                  </a:lnTo>
                  <a:lnTo>
                    <a:pt x="5956919" y="796314"/>
                  </a:lnTo>
                  <a:lnTo>
                    <a:pt x="5957064" y="796314"/>
                  </a:lnTo>
                  <a:lnTo>
                    <a:pt x="5957209" y="796314"/>
                  </a:lnTo>
                  <a:lnTo>
                    <a:pt x="5957209" y="795691"/>
                  </a:lnTo>
                  <a:lnTo>
                    <a:pt x="5957355" y="795691"/>
                  </a:lnTo>
                  <a:lnTo>
                    <a:pt x="5957500" y="795691"/>
                  </a:lnTo>
                  <a:lnTo>
                    <a:pt x="5957646" y="795691"/>
                  </a:lnTo>
                  <a:lnTo>
                    <a:pt x="5957791" y="795691"/>
                  </a:lnTo>
                  <a:lnTo>
                    <a:pt x="5957937" y="795691"/>
                  </a:lnTo>
                  <a:lnTo>
                    <a:pt x="5957937" y="795067"/>
                  </a:lnTo>
                  <a:lnTo>
                    <a:pt x="5958082" y="795067"/>
                  </a:lnTo>
                  <a:lnTo>
                    <a:pt x="5958227" y="795067"/>
                  </a:lnTo>
                  <a:lnTo>
                    <a:pt x="5958373" y="795067"/>
                  </a:lnTo>
                  <a:lnTo>
                    <a:pt x="5958518" y="795067"/>
                  </a:lnTo>
                  <a:lnTo>
                    <a:pt x="5958664" y="795067"/>
                  </a:lnTo>
                  <a:lnTo>
                    <a:pt x="5958809" y="795067"/>
                  </a:lnTo>
                  <a:lnTo>
                    <a:pt x="5958955" y="795067"/>
                  </a:lnTo>
                  <a:lnTo>
                    <a:pt x="5959100" y="795067"/>
                  </a:lnTo>
                  <a:lnTo>
                    <a:pt x="5959245" y="795067"/>
                  </a:lnTo>
                  <a:lnTo>
                    <a:pt x="5959391" y="795067"/>
                  </a:lnTo>
                  <a:lnTo>
                    <a:pt x="5959536" y="795067"/>
                  </a:lnTo>
                  <a:lnTo>
                    <a:pt x="5959682" y="795067"/>
                  </a:lnTo>
                  <a:lnTo>
                    <a:pt x="5959827" y="795067"/>
                  </a:lnTo>
                  <a:lnTo>
                    <a:pt x="5959973" y="795067"/>
                  </a:lnTo>
                  <a:lnTo>
                    <a:pt x="5959973" y="794443"/>
                  </a:lnTo>
                  <a:lnTo>
                    <a:pt x="5960118" y="794443"/>
                  </a:lnTo>
                  <a:lnTo>
                    <a:pt x="5960263" y="794443"/>
                  </a:lnTo>
                  <a:lnTo>
                    <a:pt x="5960409" y="794443"/>
                  </a:lnTo>
                  <a:lnTo>
                    <a:pt x="5960554" y="794443"/>
                  </a:lnTo>
                  <a:lnTo>
                    <a:pt x="5960700" y="794443"/>
                  </a:lnTo>
                  <a:lnTo>
                    <a:pt x="5960845" y="794443"/>
                  </a:lnTo>
                  <a:lnTo>
                    <a:pt x="5960991" y="794443"/>
                  </a:lnTo>
                  <a:lnTo>
                    <a:pt x="5961136" y="794443"/>
                  </a:lnTo>
                  <a:lnTo>
                    <a:pt x="5961281" y="794443"/>
                  </a:lnTo>
                  <a:lnTo>
                    <a:pt x="5961427" y="794443"/>
                  </a:lnTo>
                  <a:lnTo>
                    <a:pt x="5961572" y="794443"/>
                  </a:lnTo>
                  <a:lnTo>
                    <a:pt x="5961572" y="793820"/>
                  </a:lnTo>
                  <a:lnTo>
                    <a:pt x="5961718" y="793820"/>
                  </a:lnTo>
                  <a:lnTo>
                    <a:pt x="5961863" y="793820"/>
                  </a:lnTo>
                  <a:lnTo>
                    <a:pt x="5962008" y="793820"/>
                  </a:lnTo>
                  <a:lnTo>
                    <a:pt x="5962154" y="793820"/>
                  </a:lnTo>
                  <a:lnTo>
                    <a:pt x="5962299" y="793820"/>
                  </a:lnTo>
                  <a:lnTo>
                    <a:pt x="5962445" y="793820"/>
                  </a:lnTo>
                  <a:lnTo>
                    <a:pt x="5962590" y="793820"/>
                  </a:lnTo>
                  <a:lnTo>
                    <a:pt x="5962736" y="793820"/>
                  </a:lnTo>
                  <a:lnTo>
                    <a:pt x="5962881" y="793820"/>
                  </a:lnTo>
                  <a:lnTo>
                    <a:pt x="5963026" y="793820"/>
                  </a:lnTo>
                  <a:lnTo>
                    <a:pt x="5963172" y="793820"/>
                  </a:lnTo>
                  <a:lnTo>
                    <a:pt x="5963317" y="793820"/>
                  </a:lnTo>
                  <a:lnTo>
                    <a:pt x="5963463" y="793820"/>
                  </a:lnTo>
                  <a:lnTo>
                    <a:pt x="5963608" y="793820"/>
                  </a:lnTo>
                  <a:lnTo>
                    <a:pt x="5963754" y="793820"/>
                  </a:lnTo>
                  <a:lnTo>
                    <a:pt x="5963899" y="793820"/>
                  </a:lnTo>
                  <a:lnTo>
                    <a:pt x="5964044" y="793820"/>
                  </a:lnTo>
                  <a:lnTo>
                    <a:pt x="5964190" y="793820"/>
                  </a:lnTo>
                  <a:lnTo>
                    <a:pt x="5964335" y="793820"/>
                  </a:lnTo>
                  <a:lnTo>
                    <a:pt x="5964481" y="793820"/>
                  </a:lnTo>
                  <a:lnTo>
                    <a:pt x="5964626" y="793820"/>
                  </a:lnTo>
                  <a:lnTo>
                    <a:pt x="5964772" y="793820"/>
                  </a:lnTo>
                  <a:lnTo>
                    <a:pt x="5964917" y="793820"/>
                  </a:lnTo>
                  <a:lnTo>
                    <a:pt x="5965062" y="793820"/>
                  </a:lnTo>
                  <a:lnTo>
                    <a:pt x="5965208" y="793820"/>
                  </a:lnTo>
                  <a:lnTo>
                    <a:pt x="5965353" y="793820"/>
                  </a:lnTo>
                  <a:lnTo>
                    <a:pt x="5965499" y="793820"/>
                  </a:lnTo>
                  <a:lnTo>
                    <a:pt x="5965644" y="793820"/>
                  </a:lnTo>
                  <a:lnTo>
                    <a:pt x="5965790" y="793820"/>
                  </a:lnTo>
                  <a:lnTo>
                    <a:pt x="5965935" y="793820"/>
                  </a:lnTo>
                  <a:lnTo>
                    <a:pt x="5966080" y="793820"/>
                  </a:lnTo>
                  <a:lnTo>
                    <a:pt x="5966226" y="793820"/>
                  </a:lnTo>
                  <a:lnTo>
                    <a:pt x="5966226" y="793196"/>
                  </a:lnTo>
                  <a:lnTo>
                    <a:pt x="5966371" y="793196"/>
                  </a:lnTo>
                  <a:lnTo>
                    <a:pt x="5966517" y="793196"/>
                  </a:lnTo>
                  <a:lnTo>
                    <a:pt x="5966662" y="793196"/>
                  </a:lnTo>
                  <a:lnTo>
                    <a:pt x="5966808" y="793196"/>
                  </a:lnTo>
                  <a:lnTo>
                    <a:pt x="5966808" y="792573"/>
                  </a:lnTo>
                  <a:lnTo>
                    <a:pt x="5966953" y="792573"/>
                  </a:lnTo>
                  <a:lnTo>
                    <a:pt x="5967098" y="792573"/>
                  </a:lnTo>
                  <a:lnTo>
                    <a:pt x="5967244" y="792573"/>
                  </a:lnTo>
                  <a:lnTo>
                    <a:pt x="5967389" y="792573"/>
                  </a:lnTo>
                  <a:lnTo>
                    <a:pt x="5967535" y="792573"/>
                  </a:lnTo>
                  <a:lnTo>
                    <a:pt x="5967535" y="791949"/>
                  </a:lnTo>
                  <a:lnTo>
                    <a:pt x="5967680" y="791949"/>
                  </a:lnTo>
                  <a:lnTo>
                    <a:pt x="5967826" y="791949"/>
                  </a:lnTo>
                  <a:lnTo>
                    <a:pt x="5967971" y="791949"/>
                  </a:lnTo>
                  <a:lnTo>
                    <a:pt x="5968116" y="791949"/>
                  </a:lnTo>
                  <a:lnTo>
                    <a:pt x="5968262" y="791949"/>
                  </a:lnTo>
                  <a:lnTo>
                    <a:pt x="5968407" y="791949"/>
                  </a:lnTo>
                  <a:lnTo>
                    <a:pt x="5968553" y="791949"/>
                  </a:lnTo>
                  <a:lnTo>
                    <a:pt x="5968553" y="791325"/>
                  </a:lnTo>
                  <a:lnTo>
                    <a:pt x="5968698" y="791325"/>
                  </a:lnTo>
                  <a:lnTo>
                    <a:pt x="5968843" y="791325"/>
                  </a:lnTo>
                  <a:lnTo>
                    <a:pt x="5968989" y="791325"/>
                  </a:lnTo>
                  <a:lnTo>
                    <a:pt x="5969134" y="791325"/>
                  </a:lnTo>
                  <a:lnTo>
                    <a:pt x="5969280" y="791325"/>
                  </a:lnTo>
                  <a:lnTo>
                    <a:pt x="5969425" y="791325"/>
                  </a:lnTo>
                  <a:lnTo>
                    <a:pt x="5969571" y="791325"/>
                  </a:lnTo>
                  <a:lnTo>
                    <a:pt x="5969716" y="791325"/>
                  </a:lnTo>
                  <a:lnTo>
                    <a:pt x="5969861" y="791325"/>
                  </a:lnTo>
                  <a:lnTo>
                    <a:pt x="5970007" y="791325"/>
                  </a:lnTo>
                  <a:lnTo>
                    <a:pt x="5970152" y="791325"/>
                  </a:lnTo>
                  <a:lnTo>
                    <a:pt x="5970298" y="791325"/>
                  </a:lnTo>
                  <a:lnTo>
                    <a:pt x="5970443" y="791325"/>
                  </a:lnTo>
                  <a:lnTo>
                    <a:pt x="5970589" y="791325"/>
                  </a:lnTo>
                  <a:lnTo>
                    <a:pt x="5970734" y="791325"/>
                  </a:lnTo>
                  <a:lnTo>
                    <a:pt x="5970879" y="791325"/>
                  </a:lnTo>
                  <a:lnTo>
                    <a:pt x="5971025" y="791325"/>
                  </a:lnTo>
                  <a:lnTo>
                    <a:pt x="5971170" y="791325"/>
                  </a:lnTo>
                  <a:lnTo>
                    <a:pt x="5971316" y="791325"/>
                  </a:lnTo>
                  <a:lnTo>
                    <a:pt x="5971461" y="791325"/>
                  </a:lnTo>
                  <a:lnTo>
                    <a:pt x="5971607" y="791325"/>
                  </a:lnTo>
                  <a:lnTo>
                    <a:pt x="5971752" y="791325"/>
                  </a:lnTo>
                  <a:lnTo>
                    <a:pt x="5971897" y="791325"/>
                  </a:lnTo>
                  <a:lnTo>
                    <a:pt x="5972043" y="791325"/>
                  </a:lnTo>
                  <a:lnTo>
                    <a:pt x="5972188" y="791325"/>
                  </a:lnTo>
                  <a:lnTo>
                    <a:pt x="5972334" y="791325"/>
                  </a:lnTo>
                  <a:lnTo>
                    <a:pt x="5972479" y="791325"/>
                  </a:lnTo>
                  <a:lnTo>
                    <a:pt x="5972625" y="791325"/>
                  </a:lnTo>
                  <a:lnTo>
                    <a:pt x="5972770" y="791325"/>
                  </a:lnTo>
                  <a:lnTo>
                    <a:pt x="5972915" y="791325"/>
                  </a:lnTo>
                  <a:lnTo>
                    <a:pt x="5973061" y="791325"/>
                  </a:lnTo>
                  <a:lnTo>
                    <a:pt x="5973206" y="791325"/>
                  </a:lnTo>
                  <a:lnTo>
                    <a:pt x="5973352" y="791325"/>
                  </a:lnTo>
                  <a:lnTo>
                    <a:pt x="5973497" y="791325"/>
                  </a:lnTo>
                  <a:lnTo>
                    <a:pt x="5973643" y="791325"/>
                  </a:lnTo>
                  <a:lnTo>
                    <a:pt x="5973643" y="790702"/>
                  </a:lnTo>
                  <a:lnTo>
                    <a:pt x="5973788" y="790702"/>
                  </a:lnTo>
                  <a:lnTo>
                    <a:pt x="5973788" y="790078"/>
                  </a:lnTo>
                  <a:lnTo>
                    <a:pt x="5973933" y="790078"/>
                  </a:lnTo>
                  <a:lnTo>
                    <a:pt x="5974079" y="790078"/>
                  </a:lnTo>
                  <a:lnTo>
                    <a:pt x="5974224" y="790078"/>
                  </a:lnTo>
                  <a:lnTo>
                    <a:pt x="5974370" y="790078"/>
                  </a:lnTo>
                  <a:lnTo>
                    <a:pt x="5974515" y="790078"/>
                  </a:lnTo>
                  <a:lnTo>
                    <a:pt x="5974661" y="790078"/>
                  </a:lnTo>
                  <a:lnTo>
                    <a:pt x="5974806" y="790078"/>
                  </a:lnTo>
                  <a:lnTo>
                    <a:pt x="5974951" y="790078"/>
                  </a:lnTo>
                  <a:lnTo>
                    <a:pt x="5975097" y="790078"/>
                  </a:lnTo>
                  <a:lnTo>
                    <a:pt x="5975242" y="790078"/>
                  </a:lnTo>
                  <a:lnTo>
                    <a:pt x="5975388" y="790078"/>
                  </a:lnTo>
                  <a:lnTo>
                    <a:pt x="5975533" y="790078"/>
                  </a:lnTo>
                  <a:lnTo>
                    <a:pt x="5975678" y="790078"/>
                  </a:lnTo>
                  <a:lnTo>
                    <a:pt x="5975824" y="790078"/>
                  </a:lnTo>
                  <a:lnTo>
                    <a:pt x="5975969" y="790078"/>
                  </a:lnTo>
                  <a:lnTo>
                    <a:pt x="5976115" y="790078"/>
                  </a:lnTo>
                  <a:lnTo>
                    <a:pt x="5976260" y="790078"/>
                  </a:lnTo>
                  <a:lnTo>
                    <a:pt x="5976260" y="789455"/>
                  </a:lnTo>
                  <a:lnTo>
                    <a:pt x="5976406" y="789455"/>
                  </a:lnTo>
                  <a:lnTo>
                    <a:pt x="5976551" y="789455"/>
                  </a:lnTo>
                  <a:lnTo>
                    <a:pt x="5976696" y="789455"/>
                  </a:lnTo>
                  <a:lnTo>
                    <a:pt x="5976842" y="789455"/>
                  </a:lnTo>
                  <a:lnTo>
                    <a:pt x="5976842" y="788831"/>
                  </a:lnTo>
                  <a:lnTo>
                    <a:pt x="5976987" y="788831"/>
                  </a:lnTo>
                  <a:lnTo>
                    <a:pt x="5977133" y="788831"/>
                  </a:lnTo>
                  <a:lnTo>
                    <a:pt x="5977278" y="788831"/>
                  </a:lnTo>
                  <a:lnTo>
                    <a:pt x="5977424" y="788831"/>
                  </a:lnTo>
                  <a:lnTo>
                    <a:pt x="5977424" y="788208"/>
                  </a:lnTo>
                  <a:lnTo>
                    <a:pt x="5977569" y="788208"/>
                  </a:lnTo>
                  <a:lnTo>
                    <a:pt x="5977714" y="788208"/>
                  </a:lnTo>
                  <a:lnTo>
                    <a:pt x="5977860" y="788208"/>
                  </a:lnTo>
                  <a:lnTo>
                    <a:pt x="5978005" y="788208"/>
                  </a:lnTo>
                  <a:lnTo>
                    <a:pt x="5978151" y="788208"/>
                  </a:lnTo>
                  <a:lnTo>
                    <a:pt x="5978296" y="788208"/>
                  </a:lnTo>
                  <a:lnTo>
                    <a:pt x="5978442" y="788208"/>
                  </a:lnTo>
                  <a:lnTo>
                    <a:pt x="5978442" y="787584"/>
                  </a:lnTo>
                  <a:lnTo>
                    <a:pt x="5978587" y="787584"/>
                  </a:lnTo>
                  <a:lnTo>
                    <a:pt x="5978732" y="787584"/>
                  </a:lnTo>
                  <a:lnTo>
                    <a:pt x="5978732" y="786960"/>
                  </a:lnTo>
                  <a:lnTo>
                    <a:pt x="5978878" y="786960"/>
                  </a:lnTo>
                  <a:lnTo>
                    <a:pt x="5979023" y="786960"/>
                  </a:lnTo>
                  <a:lnTo>
                    <a:pt x="5979023" y="786337"/>
                  </a:lnTo>
                  <a:lnTo>
                    <a:pt x="5979169" y="786337"/>
                  </a:lnTo>
                  <a:lnTo>
                    <a:pt x="5979169" y="785713"/>
                  </a:lnTo>
                  <a:lnTo>
                    <a:pt x="5979314" y="785713"/>
                  </a:lnTo>
                  <a:lnTo>
                    <a:pt x="5979460" y="785713"/>
                  </a:lnTo>
                  <a:lnTo>
                    <a:pt x="5979460" y="785090"/>
                  </a:lnTo>
                  <a:lnTo>
                    <a:pt x="5979605" y="785090"/>
                  </a:lnTo>
                  <a:lnTo>
                    <a:pt x="5979750" y="785090"/>
                  </a:lnTo>
                  <a:lnTo>
                    <a:pt x="5979896" y="785090"/>
                  </a:lnTo>
                  <a:lnTo>
                    <a:pt x="5980041" y="785090"/>
                  </a:lnTo>
                  <a:lnTo>
                    <a:pt x="5980187" y="785090"/>
                  </a:lnTo>
                  <a:lnTo>
                    <a:pt x="5980332" y="785090"/>
                  </a:lnTo>
                  <a:lnTo>
                    <a:pt x="5980478" y="785090"/>
                  </a:lnTo>
                  <a:lnTo>
                    <a:pt x="5980623" y="785090"/>
                  </a:lnTo>
                  <a:lnTo>
                    <a:pt x="5980768" y="785090"/>
                  </a:lnTo>
                  <a:lnTo>
                    <a:pt x="5980914" y="785090"/>
                  </a:lnTo>
                  <a:lnTo>
                    <a:pt x="5981059" y="785090"/>
                  </a:lnTo>
                  <a:lnTo>
                    <a:pt x="5981205" y="785090"/>
                  </a:lnTo>
                  <a:lnTo>
                    <a:pt x="5981350" y="785090"/>
                  </a:lnTo>
                  <a:lnTo>
                    <a:pt x="5981350" y="784466"/>
                  </a:lnTo>
                  <a:lnTo>
                    <a:pt x="5981496" y="784466"/>
                  </a:lnTo>
                  <a:lnTo>
                    <a:pt x="5981641" y="784466"/>
                  </a:lnTo>
                  <a:lnTo>
                    <a:pt x="5981786" y="784466"/>
                  </a:lnTo>
                  <a:lnTo>
                    <a:pt x="5981932" y="784466"/>
                  </a:lnTo>
                  <a:lnTo>
                    <a:pt x="5982077" y="784466"/>
                  </a:lnTo>
                  <a:lnTo>
                    <a:pt x="5982223" y="784466"/>
                  </a:lnTo>
                  <a:lnTo>
                    <a:pt x="5982368" y="784466"/>
                  </a:lnTo>
                  <a:lnTo>
                    <a:pt x="5982513" y="784466"/>
                  </a:lnTo>
                  <a:lnTo>
                    <a:pt x="5982659" y="784466"/>
                  </a:lnTo>
                  <a:lnTo>
                    <a:pt x="5982804" y="784466"/>
                  </a:lnTo>
                  <a:lnTo>
                    <a:pt x="5982950" y="784466"/>
                  </a:lnTo>
                  <a:lnTo>
                    <a:pt x="5983095" y="784466"/>
                  </a:lnTo>
                  <a:lnTo>
                    <a:pt x="5983241" y="784466"/>
                  </a:lnTo>
                  <a:lnTo>
                    <a:pt x="5983386" y="784466"/>
                  </a:lnTo>
                  <a:lnTo>
                    <a:pt x="5983531" y="784466"/>
                  </a:lnTo>
                  <a:lnTo>
                    <a:pt x="5983677" y="784466"/>
                  </a:lnTo>
                  <a:lnTo>
                    <a:pt x="5983822" y="784466"/>
                  </a:lnTo>
                  <a:lnTo>
                    <a:pt x="5983968" y="784466"/>
                  </a:lnTo>
                  <a:lnTo>
                    <a:pt x="5984113" y="784466"/>
                  </a:lnTo>
                  <a:lnTo>
                    <a:pt x="5984259" y="784466"/>
                  </a:lnTo>
                  <a:lnTo>
                    <a:pt x="5984404" y="784466"/>
                  </a:lnTo>
                  <a:lnTo>
                    <a:pt x="5984549" y="784466"/>
                  </a:lnTo>
                  <a:lnTo>
                    <a:pt x="5984549" y="783842"/>
                  </a:lnTo>
                  <a:lnTo>
                    <a:pt x="5984695" y="783842"/>
                  </a:lnTo>
                  <a:lnTo>
                    <a:pt x="5984840" y="783842"/>
                  </a:lnTo>
                  <a:lnTo>
                    <a:pt x="5984986" y="783842"/>
                  </a:lnTo>
                  <a:lnTo>
                    <a:pt x="5985131" y="783842"/>
                  </a:lnTo>
                  <a:lnTo>
                    <a:pt x="5985277" y="783842"/>
                  </a:lnTo>
                  <a:lnTo>
                    <a:pt x="5985422" y="783842"/>
                  </a:lnTo>
                  <a:lnTo>
                    <a:pt x="5985567" y="783842"/>
                  </a:lnTo>
                  <a:lnTo>
                    <a:pt x="5985713" y="783842"/>
                  </a:lnTo>
                  <a:lnTo>
                    <a:pt x="5985713" y="783219"/>
                  </a:lnTo>
                  <a:lnTo>
                    <a:pt x="5985858" y="783219"/>
                  </a:lnTo>
                  <a:lnTo>
                    <a:pt x="5986004" y="783219"/>
                  </a:lnTo>
                  <a:lnTo>
                    <a:pt x="5986149" y="783219"/>
                  </a:lnTo>
                  <a:lnTo>
                    <a:pt x="5986295" y="783219"/>
                  </a:lnTo>
                  <a:lnTo>
                    <a:pt x="5986440" y="783219"/>
                  </a:lnTo>
                  <a:lnTo>
                    <a:pt x="5986440" y="782595"/>
                  </a:lnTo>
                  <a:lnTo>
                    <a:pt x="5986440" y="781972"/>
                  </a:lnTo>
                  <a:lnTo>
                    <a:pt x="5986585" y="781972"/>
                  </a:lnTo>
                  <a:lnTo>
                    <a:pt x="5986731" y="781972"/>
                  </a:lnTo>
                  <a:lnTo>
                    <a:pt x="5986876" y="781972"/>
                  </a:lnTo>
                  <a:lnTo>
                    <a:pt x="5987022" y="781972"/>
                  </a:lnTo>
                  <a:lnTo>
                    <a:pt x="5987167" y="781972"/>
                  </a:lnTo>
                  <a:lnTo>
                    <a:pt x="5987313" y="781972"/>
                  </a:lnTo>
                  <a:lnTo>
                    <a:pt x="5987458" y="781972"/>
                  </a:lnTo>
                  <a:lnTo>
                    <a:pt x="5987458" y="781348"/>
                  </a:lnTo>
                  <a:lnTo>
                    <a:pt x="5987603" y="781348"/>
                  </a:lnTo>
                  <a:lnTo>
                    <a:pt x="5987749" y="781348"/>
                  </a:lnTo>
                  <a:lnTo>
                    <a:pt x="5987894" y="781348"/>
                  </a:lnTo>
                  <a:lnTo>
                    <a:pt x="5988040" y="781348"/>
                  </a:lnTo>
                  <a:lnTo>
                    <a:pt x="5988185" y="781348"/>
                  </a:lnTo>
                  <a:lnTo>
                    <a:pt x="5988331" y="781348"/>
                  </a:lnTo>
                  <a:lnTo>
                    <a:pt x="5988476" y="781348"/>
                  </a:lnTo>
                  <a:lnTo>
                    <a:pt x="5988621" y="781348"/>
                  </a:lnTo>
                  <a:lnTo>
                    <a:pt x="5988767" y="781348"/>
                  </a:lnTo>
                  <a:lnTo>
                    <a:pt x="5988912" y="781348"/>
                  </a:lnTo>
                  <a:lnTo>
                    <a:pt x="5989058" y="781348"/>
                  </a:lnTo>
                  <a:lnTo>
                    <a:pt x="5989203" y="781348"/>
                  </a:lnTo>
                  <a:lnTo>
                    <a:pt x="5989348" y="781348"/>
                  </a:lnTo>
                  <a:lnTo>
                    <a:pt x="5989494" y="781348"/>
                  </a:lnTo>
                  <a:lnTo>
                    <a:pt x="5989494" y="780725"/>
                  </a:lnTo>
                  <a:lnTo>
                    <a:pt x="5989639" y="780725"/>
                  </a:lnTo>
                  <a:lnTo>
                    <a:pt x="5989785" y="780725"/>
                  </a:lnTo>
                  <a:lnTo>
                    <a:pt x="5989930" y="780725"/>
                  </a:lnTo>
                  <a:lnTo>
                    <a:pt x="5990076" y="780725"/>
                  </a:lnTo>
                  <a:lnTo>
                    <a:pt x="5990221" y="780725"/>
                  </a:lnTo>
                  <a:lnTo>
                    <a:pt x="5990366" y="780725"/>
                  </a:lnTo>
                  <a:lnTo>
                    <a:pt x="5990512" y="780725"/>
                  </a:lnTo>
                  <a:lnTo>
                    <a:pt x="5990657" y="780725"/>
                  </a:lnTo>
                  <a:lnTo>
                    <a:pt x="5990803" y="780725"/>
                  </a:lnTo>
                  <a:lnTo>
                    <a:pt x="5990948" y="780725"/>
                  </a:lnTo>
                  <a:lnTo>
                    <a:pt x="5991094" y="780725"/>
                  </a:lnTo>
                  <a:lnTo>
                    <a:pt x="5991239" y="780725"/>
                  </a:lnTo>
                  <a:lnTo>
                    <a:pt x="5991384" y="780725"/>
                  </a:lnTo>
                  <a:lnTo>
                    <a:pt x="5991384" y="780101"/>
                  </a:lnTo>
                  <a:lnTo>
                    <a:pt x="5991530" y="780101"/>
                  </a:lnTo>
                  <a:lnTo>
                    <a:pt x="5991675" y="780101"/>
                  </a:lnTo>
                  <a:lnTo>
                    <a:pt x="5991821" y="780101"/>
                  </a:lnTo>
                  <a:lnTo>
                    <a:pt x="5991966" y="780101"/>
                  </a:lnTo>
                  <a:lnTo>
                    <a:pt x="5992112" y="780101"/>
                  </a:lnTo>
                  <a:lnTo>
                    <a:pt x="5992257" y="780101"/>
                  </a:lnTo>
                  <a:lnTo>
                    <a:pt x="5992402" y="780101"/>
                  </a:lnTo>
                  <a:lnTo>
                    <a:pt x="5992548" y="780101"/>
                  </a:lnTo>
                  <a:lnTo>
                    <a:pt x="5992693" y="780101"/>
                  </a:lnTo>
                  <a:lnTo>
                    <a:pt x="5992839" y="780101"/>
                  </a:lnTo>
                  <a:lnTo>
                    <a:pt x="5992984" y="780101"/>
                  </a:lnTo>
                  <a:lnTo>
                    <a:pt x="5993130" y="780101"/>
                  </a:lnTo>
                  <a:lnTo>
                    <a:pt x="5993275" y="780101"/>
                  </a:lnTo>
                  <a:lnTo>
                    <a:pt x="5993420" y="780101"/>
                  </a:lnTo>
                  <a:lnTo>
                    <a:pt x="5993566" y="780101"/>
                  </a:lnTo>
                  <a:lnTo>
                    <a:pt x="5993711" y="780101"/>
                  </a:lnTo>
                  <a:lnTo>
                    <a:pt x="5993857" y="780101"/>
                  </a:lnTo>
                  <a:lnTo>
                    <a:pt x="5993857" y="779477"/>
                  </a:lnTo>
                  <a:lnTo>
                    <a:pt x="5994002" y="779477"/>
                  </a:lnTo>
                  <a:lnTo>
                    <a:pt x="5994148" y="779477"/>
                  </a:lnTo>
                  <a:lnTo>
                    <a:pt x="5994293" y="779477"/>
                  </a:lnTo>
                  <a:lnTo>
                    <a:pt x="5994438" y="779477"/>
                  </a:lnTo>
                  <a:lnTo>
                    <a:pt x="5994584" y="779477"/>
                  </a:lnTo>
                  <a:lnTo>
                    <a:pt x="5994584" y="778854"/>
                  </a:lnTo>
                  <a:lnTo>
                    <a:pt x="5994729" y="778854"/>
                  </a:lnTo>
                  <a:lnTo>
                    <a:pt x="5994875" y="778854"/>
                  </a:lnTo>
                  <a:lnTo>
                    <a:pt x="5995020" y="778854"/>
                  </a:lnTo>
                  <a:lnTo>
                    <a:pt x="5995166" y="778854"/>
                  </a:lnTo>
                  <a:lnTo>
                    <a:pt x="5995166" y="778230"/>
                  </a:lnTo>
                  <a:lnTo>
                    <a:pt x="5995311" y="778230"/>
                  </a:lnTo>
                  <a:lnTo>
                    <a:pt x="5995456" y="778230"/>
                  </a:lnTo>
                  <a:lnTo>
                    <a:pt x="5995602" y="778230"/>
                  </a:lnTo>
                  <a:lnTo>
                    <a:pt x="5995747" y="778230"/>
                  </a:lnTo>
                  <a:lnTo>
                    <a:pt x="5995893" y="778230"/>
                  </a:lnTo>
                  <a:lnTo>
                    <a:pt x="5996038" y="778230"/>
                  </a:lnTo>
                  <a:lnTo>
                    <a:pt x="5996038" y="777607"/>
                  </a:lnTo>
                  <a:lnTo>
                    <a:pt x="5996183" y="777607"/>
                  </a:lnTo>
                  <a:lnTo>
                    <a:pt x="5996329" y="777607"/>
                  </a:lnTo>
                  <a:lnTo>
                    <a:pt x="5996474" y="777607"/>
                  </a:lnTo>
                  <a:lnTo>
                    <a:pt x="5996620" y="777607"/>
                  </a:lnTo>
                  <a:lnTo>
                    <a:pt x="5996620" y="776983"/>
                  </a:lnTo>
                  <a:lnTo>
                    <a:pt x="5996765" y="776983"/>
                  </a:lnTo>
                  <a:lnTo>
                    <a:pt x="5996911" y="776983"/>
                  </a:lnTo>
                  <a:lnTo>
                    <a:pt x="5997056" y="776983"/>
                  </a:lnTo>
                  <a:lnTo>
                    <a:pt x="5997201" y="776983"/>
                  </a:lnTo>
                  <a:lnTo>
                    <a:pt x="5997347" y="776983"/>
                  </a:lnTo>
                  <a:lnTo>
                    <a:pt x="5997492" y="776983"/>
                  </a:lnTo>
                  <a:lnTo>
                    <a:pt x="5997638" y="776983"/>
                  </a:lnTo>
                  <a:lnTo>
                    <a:pt x="5997783" y="776983"/>
                  </a:lnTo>
                  <a:lnTo>
                    <a:pt x="5997929" y="776983"/>
                  </a:lnTo>
                  <a:lnTo>
                    <a:pt x="5998074" y="776983"/>
                  </a:lnTo>
                  <a:lnTo>
                    <a:pt x="5998219" y="776983"/>
                  </a:lnTo>
                  <a:lnTo>
                    <a:pt x="5998365" y="776983"/>
                  </a:lnTo>
                  <a:lnTo>
                    <a:pt x="5998510" y="776983"/>
                  </a:lnTo>
                  <a:lnTo>
                    <a:pt x="5998656" y="776983"/>
                  </a:lnTo>
                  <a:lnTo>
                    <a:pt x="5998801" y="776983"/>
                  </a:lnTo>
                  <a:lnTo>
                    <a:pt x="5998947" y="776983"/>
                  </a:lnTo>
                  <a:lnTo>
                    <a:pt x="5999092" y="776983"/>
                  </a:lnTo>
                  <a:lnTo>
                    <a:pt x="5999237" y="776983"/>
                  </a:lnTo>
                  <a:lnTo>
                    <a:pt x="5999237" y="776359"/>
                  </a:lnTo>
                  <a:lnTo>
                    <a:pt x="5999383" y="776359"/>
                  </a:lnTo>
                  <a:lnTo>
                    <a:pt x="5999528" y="776359"/>
                  </a:lnTo>
                  <a:lnTo>
                    <a:pt x="5999674" y="776359"/>
                  </a:lnTo>
                  <a:lnTo>
                    <a:pt x="5999819" y="776359"/>
                  </a:lnTo>
                  <a:lnTo>
                    <a:pt x="5999965" y="776359"/>
                  </a:lnTo>
                  <a:lnTo>
                    <a:pt x="6000110" y="776359"/>
                  </a:lnTo>
                  <a:lnTo>
                    <a:pt x="6000255" y="776359"/>
                  </a:lnTo>
                  <a:lnTo>
                    <a:pt x="6000255" y="775736"/>
                  </a:lnTo>
                  <a:lnTo>
                    <a:pt x="6000401" y="775736"/>
                  </a:lnTo>
                  <a:lnTo>
                    <a:pt x="6000546" y="775736"/>
                  </a:lnTo>
                  <a:lnTo>
                    <a:pt x="6000692" y="775736"/>
                  </a:lnTo>
                  <a:lnTo>
                    <a:pt x="6000692" y="775112"/>
                  </a:lnTo>
                  <a:lnTo>
                    <a:pt x="6000837" y="775112"/>
                  </a:lnTo>
                  <a:lnTo>
                    <a:pt x="6000837" y="774489"/>
                  </a:lnTo>
                  <a:lnTo>
                    <a:pt x="6000983" y="774489"/>
                  </a:lnTo>
                  <a:lnTo>
                    <a:pt x="6001128" y="774489"/>
                  </a:lnTo>
                  <a:lnTo>
                    <a:pt x="6001273" y="774489"/>
                  </a:lnTo>
                  <a:lnTo>
                    <a:pt x="6001419" y="774489"/>
                  </a:lnTo>
                  <a:lnTo>
                    <a:pt x="6001564" y="774489"/>
                  </a:lnTo>
                  <a:lnTo>
                    <a:pt x="6001710" y="774489"/>
                  </a:lnTo>
                  <a:lnTo>
                    <a:pt x="6001855" y="774489"/>
                  </a:lnTo>
                  <a:lnTo>
                    <a:pt x="6002001" y="774489"/>
                  </a:lnTo>
                  <a:lnTo>
                    <a:pt x="6002146" y="774489"/>
                  </a:lnTo>
                  <a:lnTo>
                    <a:pt x="6002291" y="774489"/>
                  </a:lnTo>
                  <a:lnTo>
                    <a:pt x="6002291" y="773865"/>
                  </a:lnTo>
                  <a:lnTo>
                    <a:pt x="6002291" y="773242"/>
                  </a:lnTo>
                  <a:lnTo>
                    <a:pt x="6002437" y="773242"/>
                  </a:lnTo>
                  <a:lnTo>
                    <a:pt x="6002582" y="773242"/>
                  </a:lnTo>
                  <a:lnTo>
                    <a:pt x="6002728" y="773242"/>
                  </a:lnTo>
                  <a:lnTo>
                    <a:pt x="6002873" y="773242"/>
                  </a:lnTo>
                  <a:lnTo>
                    <a:pt x="6003018" y="773242"/>
                  </a:lnTo>
                  <a:lnTo>
                    <a:pt x="6003164" y="773242"/>
                  </a:lnTo>
                  <a:lnTo>
                    <a:pt x="6003309" y="773242"/>
                  </a:lnTo>
                  <a:lnTo>
                    <a:pt x="6003455" y="773242"/>
                  </a:lnTo>
                  <a:lnTo>
                    <a:pt x="6003600" y="773242"/>
                  </a:lnTo>
                  <a:lnTo>
                    <a:pt x="6003746" y="773242"/>
                  </a:lnTo>
                  <a:lnTo>
                    <a:pt x="6003891" y="773242"/>
                  </a:lnTo>
                  <a:lnTo>
                    <a:pt x="6004036" y="773242"/>
                  </a:lnTo>
                  <a:lnTo>
                    <a:pt x="6004182" y="773242"/>
                  </a:lnTo>
                  <a:lnTo>
                    <a:pt x="6004327" y="773242"/>
                  </a:lnTo>
                  <a:lnTo>
                    <a:pt x="6004473" y="773242"/>
                  </a:lnTo>
                  <a:lnTo>
                    <a:pt x="6004618" y="773242"/>
                  </a:lnTo>
                  <a:lnTo>
                    <a:pt x="6004764" y="773242"/>
                  </a:lnTo>
                  <a:lnTo>
                    <a:pt x="6004909" y="773242"/>
                  </a:lnTo>
                  <a:lnTo>
                    <a:pt x="6005054" y="773242"/>
                  </a:lnTo>
                  <a:lnTo>
                    <a:pt x="6005200" y="773242"/>
                  </a:lnTo>
                  <a:lnTo>
                    <a:pt x="6005345" y="773242"/>
                  </a:lnTo>
                  <a:lnTo>
                    <a:pt x="6005491" y="773242"/>
                  </a:lnTo>
                  <a:lnTo>
                    <a:pt x="6005636" y="773242"/>
                  </a:lnTo>
                  <a:lnTo>
                    <a:pt x="6005782" y="773242"/>
                  </a:lnTo>
                  <a:lnTo>
                    <a:pt x="6005927" y="773242"/>
                  </a:lnTo>
                  <a:lnTo>
                    <a:pt x="6006072" y="773242"/>
                  </a:lnTo>
                  <a:lnTo>
                    <a:pt x="6006072" y="772618"/>
                  </a:lnTo>
                  <a:lnTo>
                    <a:pt x="6006218" y="772618"/>
                  </a:lnTo>
                  <a:lnTo>
                    <a:pt x="6006363" y="772618"/>
                  </a:lnTo>
                  <a:lnTo>
                    <a:pt x="6006509" y="772618"/>
                  </a:lnTo>
                  <a:lnTo>
                    <a:pt x="6006654" y="772618"/>
                  </a:lnTo>
                  <a:lnTo>
                    <a:pt x="6006800" y="772618"/>
                  </a:lnTo>
                  <a:lnTo>
                    <a:pt x="6006945" y="772618"/>
                  </a:lnTo>
                  <a:lnTo>
                    <a:pt x="6007090" y="772618"/>
                  </a:lnTo>
                  <a:lnTo>
                    <a:pt x="6007236" y="772618"/>
                  </a:lnTo>
                  <a:lnTo>
                    <a:pt x="6007381" y="772618"/>
                  </a:lnTo>
                  <a:lnTo>
                    <a:pt x="6007527" y="772618"/>
                  </a:lnTo>
                  <a:lnTo>
                    <a:pt x="6007672" y="772618"/>
                  </a:lnTo>
                  <a:lnTo>
                    <a:pt x="6007818" y="772618"/>
                  </a:lnTo>
                  <a:lnTo>
                    <a:pt x="6007963" y="772618"/>
                  </a:lnTo>
                  <a:lnTo>
                    <a:pt x="6008108" y="772618"/>
                  </a:lnTo>
                  <a:lnTo>
                    <a:pt x="6008254" y="772618"/>
                  </a:lnTo>
                  <a:lnTo>
                    <a:pt x="6008399" y="772618"/>
                  </a:lnTo>
                  <a:lnTo>
                    <a:pt x="6008545" y="772618"/>
                  </a:lnTo>
                  <a:lnTo>
                    <a:pt x="6008690" y="772618"/>
                  </a:lnTo>
                  <a:lnTo>
                    <a:pt x="6008836" y="772618"/>
                  </a:lnTo>
                  <a:lnTo>
                    <a:pt x="6008981" y="772618"/>
                  </a:lnTo>
                  <a:lnTo>
                    <a:pt x="6009126" y="772618"/>
                  </a:lnTo>
                  <a:lnTo>
                    <a:pt x="6009272" y="772618"/>
                  </a:lnTo>
                  <a:lnTo>
                    <a:pt x="6009417" y="772618"/>
                  </a:lnTo>
                  <a:lnTo>
                    <a:pt x="6009417" y="771994"/>
                  </a:lnTo>
                  <a:lnTo>
                    <a:pt x="6009563" y="771994"/>
                  </a:lnTo>
                  <a:lnTo>
                    <a:pt x="6009563" y="771371"/>
                  </a:lnTo>
                  <a:lnTo>
                    <a:pt x="6009708" y="771371"/>
                  </a:lnTo>
                  <a:lnTo>
                    <a:pt x="6009853" y="771371"/>
                  </a:lnTo>
                  <a:lnTo>
                    <a:pt x="6009999" y="771371"/>
                  </a:lnTo>
                  <a:lnTo>
                    <a:pt x="6010144" y="771371"/>
                  </a:lnTo>
                  <a:lnTo>
                    <a:pt x="6010290" y="771371"/>
                  </a:lnTo>
                  <a:lnTo>
                    <a:pt x="6010435" y="771371"/>
                  </a:lnTo>
                  <a:lnTo>
                    <a:pt x="6010581" y="771371"/>
                  </a:lnTo>
                  <a:lnTo>
                    <a:pt x="6010726" y="771371"/>
                  </a:lnTo>
                  <a:lnTo>
                    <a:pt x="6010871" y="771371"/>
                  </a:lnTo>
                  <a:lnTo>
                    <a:pt x="6011017" y="771371"/>
                  </a:lnTo>
                  <a:lnTo>
                    <a:pt x="6011162" y="771371"/>
                  </a:lnTo>
                  <a:lnTo>
                    <a:pt x="6011308" y="771371"/>
                  </a:lnTo>
                  <a:lnTo>
                    <a:pt x="6011453" y="771371"/>
                  </a:lnTo>
                  <a:lnTo>
                    <a:pt x="6011599" y="771371"/>
                  </a:lnTo>
                  <a:lnTo>
                    <a:pt x="6011744" y="771371"/>
                  </a:lnTo>
                  <a:lnTo>
                    <a:pt x="6011889" y="771371"/>
                  </a:lnTo>
                  <a:lnTo>
                    <a:pt x="6012035" y="771371"/>
                  </a:lnTo>
                  <a:lnTo>
                    <a:pt x="6012035" y="770747"/>
                  </a:lnTo>
                  <a:lnTo>
                    <a:pt x="6012180" y="770747"/>
                  </a:lnTo>
                  <a:lnTo>
                    <a:pt x="6012326" y="770747"/>
                  </a:lnTo>
                  <a:lnTo>
                    <a:pt x="6012471" y="770747"/>
                  </a:lnTo>
                  <a:lnTo>
                    <a:pt x="6012617" y="770747"/>
                  </a:lnTo>
                  <a:lnTo>
                    <a:pt x="6012762" y="770747"/>
                  </a:lnTo>
                  <a:lnTo>
                    <a:pt x="6012907" y="770747"/>
                  </a:lnTo>
                  <a:lnTo>
                    <a:pt x="6013053" y="770747"/>
                  </a:lnTo>
                  <a:lnTo>
                    <a:pt x="6013053" y="770124"/>
                  </a:lnTo>
                  <a:lnTo>
                    <a:pt x="6013198" y="770124"/>
                  </a:lnTo>
                  <a:lnTo>
                    <a:pt x="6013344" y="770124"/>
                  </a:lnTo>
                  <a:lnTo>
                    <a:pt x="6013489" y="770124"/>
                  </a:lnTo>
                  <a:lnTo>
                    <a:pt x="6013635" y="770124"/>
                  </a:lnTo>
                  <a:lnTo>
                    <a:pt x="6013780" y="770124"/>
                  </a:lnTo>
                  <a:lnTo>
                    <a:pt x="6013925" y="770124"/>
                  </a:lnTo>
                  <a:lnTo>
                    <a:pt x="6014071" y="770124"/>
                  </a:lnTo>
                  <a:lnTo>
                    <a:pt x="6014216" y="770124"/>
                  </a:lnTo>
                  <a:lnTo>
                    <a:pt x="6014216" y="769500"/>
                  </a:lnTo>
                  <a:lnTo>
                    <a:pt x="6014362" y="769500"/>
                  </a:lnTo>
                  <a:lnTo>
                    <a:pt x="6014507" y="769500"/>
                  </a:lnTo>
                  <a:lnTo>
                    <a:pt x="6014653" y="769500"/>
                  </a:lnTo>
                  <a:lnTo>
                    <a:pt x="6014798" y="769500"/>
                  </a:lnTo>
                  <a:lnTo>
                    <a:pt x="6014943" y="769500"/>
                  </a:lnTo>
                  <a:lnTo>
                    <a:pt x="6015089" y="769500"/>
                  </a:lnTo>
                  <a:lnTo>
                    <a:pt x="6015234" y="769500"/>
                  </a:lnTo>
                  <a:lnTo>
                    <a:pt x="6015234" y="768876"/>
                  </a:lnTo>
                  <a:lnTo>
                    <a:pt x="6015380" y="768876"/>
                  </a:lnTo>
                  <a:lnTo>
                    <a:pt x="6015525" y="768876"/>
                  </a:lnTo>
                  <a:lnTo>
                    <a:pt x="6015671" y="768876"/>
                  </a:lnTo>
                  <a:lnTo>
                    <a:pt x="6015816" y="768876"/>
                  </a:lnTo>
                  <a:lnTo>
                    <a:pt x="6015961" y="768876"/>
                  </a:lnTo>
                  <a:lnTo>
                    <a:pt x="6016107" y="768876"/>
                  </a:lnTo>
                  <a:lnTo>
                    <a:pt x="6016252" y="768876"/>
                  </a:lnTo>
                  <a:lnTo>
                    <a:pt x="6016398" y="768876"/>
                  </a:lnTo>
                  <a:lnTo>
                    <a:pt x="6016543" y="768876"/>
                  </a:lnTo>
                  <a:lnTo>
                    <a:pt x="6016688" y="768876"/>
                  </a:lnTo>
                  <a:lnTo>
                    <a:pt x="6016834" y="768876"/>
                  </a:lnTo>
                  <a:lnTo>
                    <a:pt x="6016979" y="768876"/>
                  </a:lnTo>
                  <a:lnTo>
                    <a:pt x="6017125" y="768876"/>
                  </a:lnTo>
                  <a:lnTo>
                    <a:pt x="6017270" y="768876"/>
                  </a:lnTo>
                  <a:lnTo>
                    <a:pt x="6017416" y="768876"/>
                  </a:lnTo>
                  <a:lnTo>
                    <a:pt x="6017561" y="768876"/>
                  </a:lnTo>
                  <a:lnTo>
                    <a:pt x="6017706" y="768876"/>
                  </a:lnTo>
                  <a:lnTo>
                    <a:pt x="6017852" y="768876"/>
                  </a:lnTo>
                  <a:lnTo>
                    <a:pt x="6017852" y="768253"/>
                  </a:lnTo>
                  <a:lnTo>
                    <a:pt x="6017997" y="768253"/>
                  </a:lnTo>
                  <a:lnTo>
                    <a:pt x="6018143" y="768253"/>
                  </a:lnTo>
                  <a:lnTo>
                    <a:pt x="6018288" y="768253"/>
                  </a:lnTo>
                  <a:lnTo>
                    <a:pt x="6018434" y="768253"/>
                  </a:lnTo>
                  <a:lnTo>
                    <a:pt x="6018579" y="768253"/>
                  </a:lnTo>
                  <a:lnTo>
                    <a:pt x="6018724" y="768253"/>
                  </a:lnTo>
                  <a:lnTo>
                    <a:pt x="6018724" y="767629"/>
                  </a:lnTo>
                  <a:lnTo>
                    <a:pt x="6018870" y="767629"/>
                  </a:lnTo>
                  <a:lnTo>
                    <a:pt x="6019015" y="767629"/>
                  </a:lnTo>
                  <a:lnTo>
                    <a:pt x="6019161" y="767629"/>
                  </a:lnTo>
                  <a:lnTo>
                    <a:pt x="6019306" y="767629"/>
                  </a:lnTo>
                  <a:lnTo>
                    <a:pt x="6019452" y="767629"/>
                  </a:lnTo>
                  <a:lnTo>
                    <a:pt x="6019597" y="767629"/>
                  </a:lnTo>
                  <a:lnTo>
                    <a:pt x="6019742" y="767629"/>
                  </a:lnTo>
                  <a:lnTo>
                    <a:pt x="6019888" y="767629"/>
                  </a:lnTo>
                  <a:lnTo>
                    <a:pt x="6019888" y="767006"/>
                  </a:lnTo>
                  <a:lnTo>
                    <a:pt x="6019888" y="766382"/>
                  </a:lnTo>
                  <a:lnTo>
                    <a:pt x="6020033" y="766382"/>
                  </a:lnTo>
                  <a:lnTo>
                    <a:pt x="6020179" y="766382"/>
                  </a:lnTo>
                  <a:lnTo>
                    <a:pt x="6020324" y="766382"/>
                  </a:lnTo>
                  <a:lnTo>
                    <a:pt x="6020470" y="766382"/>
                  </a:lnTo>
                  <a:lnTo>
                    <a:pt x="6020615" y="766382"/>
                  </a:lnTo>
                  <a:lnTo>
                    <a:pt x="6020760" y="766382"/>
                  </a:lnTo>
                  <a:lnTo>
                    <a:pt x="6020906" y="766382"/>
                  </a:lnTo>
                  <a:lnTo>
                    <a:pt x="6021051" y="766382"/>
                  </a:lnTo>
                  <a:lnTo>
                    <a:pt x="6021197" y="766382"/>
                  </a:lnTo>
                  <a:lnTo>
                    <a:pt x="6021197" y="765759"/>
                  </a:lnTo>
                  <a:lnTo>
                    <a:pt x="6021342" y="765759"/>
                  </a:lnTo>
                  <a:lnTo>
                    <a:pt x="6021488" y="765759"/>
                  </a:lnTo>
                  <a:lnTo>
                    <a:pt x="6021633" y="765759"/>
                  </a:lnTo>
                  <a:lnTo>
                    <a:pt x="6021778" y="765759"/>
                  </a:lnTo>
                  <a:lnTo>
                    <a:pt x="6021924" y="765759"/>
                  </a:lnTo>
                  <a:lnTo>
                    <a:pt x="6021924" y="765135"/>
                  </a:lnTo>
                  <a:lnTo>
                    <a:pt x="6022069" y="765135"/>
                  </a:lnTo>
                  <a:lnTo>
                    <a:pt x="6022215" y="765135"/>
                  </a:lnTo>
                  <a:lnTo>
                    <a:pt x="6022360" y="765135"/>
                  </a:lnTo>
                  <a:lnTo>
                    <a:pt x="6022505" y="765135"/>
                  </a:lnTo>
                  <a:lnTo>
                    <a:pt x="6022651" y="765135"/>
                  </a:lnTo>
                  <a:lnTo>
                    <a:pt x="6022796" y="765135"/>
                  </a:lnTo>
                  <a:lnTo>
                    <a:pt x="6022796" y="764511"/>
                  </a:lnTo>
                  <a:lnTo>
                    <a:pt x="6022942" y="764511"/>
                  </a:lnTo>
                  <a:lnTo>
                    <a:pt x="6022942" y="763888"/>
                  </a:lnTo>
                  <a:lnTo>
                    <a:pt x="6023087" y="763888"/>
                  </a:lnTo>
                  <a:lnTo>
                    <a:pt x="6023233" y="763888"/>
                  </a:lnTo>
                  <a:lnTo>
                    <a:pt x="6023378" y="763888"/>
                  </a:lnTo>
                  <a:lnTo>
                    <a:pt x="6023523" y="763888"/>
                  </a:lnTo>
                  <a:lnTo>
                    <a:pt x="6023523" y="763264"/>
                  </a:lnTo>
                  <a:lnTo>
                    <a:pt x="6023669" y="763264"/>
                  </a:lnTo>
                  <a:lnTo>
                    <a:pt x="6023814" y="763264"/>
                  </a:lnTo>
                  <a:lnTo>
                    <a:pt x="6023960" y="763264"/>
                  </a:lnTo>
                  <a:lnTo>
                    <a:pt x="6024105" y="763264"/>
                  </a:lnTo>
                  <a:lnTo>
                    <a:pt x="6024251" y="763264"/>
                  </a:lnTo>
                  <a:lnTo>
                    <a:pt x="6024396" y="763264"/>
                  </a:lnTo>
                  <a:lnTo>
                    <a:pt x="6024541" y="763264"/>
                  </a:lnTo>
                  <a:lnTo>
                    <a:pt x="6024687" y="763264"/>
                  </a:lnTo>
                  <a:lnTo>
                    <a:pt x="6024832" y="763264"/>
                  </a:lnTo>
                  <a:lnTo>
                    <a:pt x="6024978" y="763264"/>
                  </a:lnTo>
                  <a:lnTo>
                    <a:pt x="6025123" y="763264"/>
                  </a:lnTo>
                  <a:lnTo>
                    <a:pt x="6025269" y="763264"/>
                  </a:lnTo>
                  <a:lnTo>
                    <a:pt x="6025414" y="763264"/>
                  </a:lnTo>
                  <a:lnTo>
                    <a:pt x="6025559" y="763264"/>
                  </a:lnTo>
                  <a:lnTo>
                    <a:pt x="6025705" y="763264"/>
                  </a:lnTo>
                  <a:lnTo>
                    <a:pt x="6025850" y="763264"/>
                  </a:lnTo>
                  <a:lnTo>
                    <a:pt x="6025996" y="763264"/>
                  </a:lnTo>
                  <a:lnTo>
                    <a:pt x="6026141" y="763264"/>
                  </a:lnTo>
                  <a:lnTo>
                    <a:pt x="6026287" y="763264"/>
                  </a:lnTo>
                  <a:lnTo>
                    <a:pt x="6026432" y="763264"/>
                  </a:lnTo>
                  <a:lnTo>
                    <a:pt x="6026577" y="763264"/>
                  </a:lnTo>
                  <a:lnTo>
                    <a:pt x="6026723" y="763264"/>
                  </a:lnTo>
                  <a:lnTo>
                    <a:pt x="6026868" y="763264"/>
                  </a:lnTo>
                  <a:lnTo>
                    <a:pt x="6027014" y="763264"/>
                  </a:lnTo>
                  <a:lnTo>
                    <a:pt x="6027014" y="762641"/>
                  </a:lnTo>
                  <a:lnTo>
                    <a:pt x="6027159" y="762641"/>
                  </a:lnTo>
                  <a:lnTo>
                    <a:pt x="6027305" y="762641"/>
                  </a:lnTo>
                  <a:lnTo>
                    <a:pt x="6027450" y="762641"/>
                  </a:lnTo>
                  <a:lnTo>
                    <a:pt x="6027595" y="762641"/>
                  </a:lnTo>
                  <a:lnTo>
                    <a:pt x="6027741" y="762641"/>
                  </a:lnTo>
                  <a:lnTo>
                    <a:pt x="6027741" y="762017"/>
                  </a:lnTo>
                  <a:lnTo>
                    <a:pt x="6027886" y="762017"/>
                  </a:lnTo>
                  <a:lnTo>
                    <a:pt x="6028032" y="762017"/>
                  </a:lnTo>
                  <a:lnTo>
                    <a:pt x="6028177" y="762017"/>
                  </a:lnTo>
                  <a:lnTo>
                    <a:pt x="6028323" y="762017"/>
                  </a:lnTo>
                  <a:lnTo>
                    <a:pt x="6028468" y="762017"/>
                  </a:lnTo>
                  <a:lnTo>
                    <a:pt x="6028468" y="761394"/>
                  </a:lnTo>
                  <a:lnTo>
                    <a:pt x="6028613" y="761394"/>
                  </a:lnTo>
                  <a:lnTo>
                    <a:pt x="6028759" y="761394"/>
                  </a:lnTo>
                  <a:lnTo>
                    <a:pt x="6028904" y="761394"/>
                  </a:lnTo>
                  <a:lnTo>
                    <a:pt x="6029050" y="761394"/>
                  </a:lnTo>
                  <a:lnTo>
                    <a:pt x="6029195" y="761394"/>
                  </a:lnTo>
                  <a:lnTo>
                    <a:pt x="6029340" y="761394"/>
                  </a:lnTo>
                  <a:lnTo>
                    <a:pt x="6029340" y="760770"/>
                  </a:lnTo>
                  <a:lnTo>
                    <a:pt x="6029486" y="760770"/>
                  </a:lnTo>
                  <a:lnTo>
                    <a:pt x="6029631" y="760770"/>
                  </a:lnTo>
                  <a:lnTo>
                    <a:pt x="6029777" y="760770"/>
                  </a:lnTo>
                  <a:lnTo>
                    <a:pt x="6029922" y="760770"/>
                  </a:lnTo>
                  <a:lnTo>
                    <a:pt x="6030068" y="760770"/>
                  </a:lnTo>
                  <a:lnTo>
                    <a:pt x="6030213" y="760770"/>
                  </a:lnTo>
                  <a:lnTo>
                    <a:pt x="6030358" y="760770"/>
                  </a:lnTo>
                  <a:lnTo>
                    <a:pt x="6030504" y="760770"/>
                  </a:lnTo>
                  <a:lnTo>
                    <a:pt x="6030649" y="760770"/>
                  </a:lnTo>
                  <a:lnTo>
                    <a:pt x="6030795" y="760770"/>
                  </a:lnTo>
                  <a:lnTo>
                    <a:pt x="6030940" y="760770"/>
                  </a:lnTo>
                  <a:lnTo>
                    <a:pt x="6031086" y="760770"/>
                  </a:lnTo>
                  <a:lnTo>
                    <a:pt x="6031231" y="760770"/>
                  </a:lnTo>
                  <a:lnTo>
                    <a:pt x="6031376" y="760770"/>
                  </a:lnTo>
                  <a:lnTo>
                    <a:pt x="6031376" y="760146"/>
                  </a:lnTo>
                  <a:lnTo>
                    <a:pt x="6031522" y="760146"/>
                  </a:lnTo>
                  <a:lnTo>
                    <a:pt x="6031667" y="760146"/>
                  </a:lnTo>
                  <a:lnTo>
                    <a:pt x="6031813" y="760146"/>
                  </a:lnTo>
                  <a:lnTo>
                    <a:pt x="6031958" y="760146"/>
                  </a:lnTo>
                  <a:lnTo>
                    <a:pt x="6032104" y="760146"/>
                  </a:lnTo>
                  <a:lnTo>
                    <a:pt x="6032249" y="760146"/>
                  </a:lnTo>
                  <a:lnTo>
                    <a:pt x="6032394" y="760146"/>
                  </a:lnTo>
                  <a:lnTo>
                    <a:pt x="6032540" y="760146"/>
                  </a:lnTo>
                  <a:lnTo>
                    <a:pt x="6032685" y="760146"/>
                  </a:lnTo>
                  <a:lnTo>
                    <a:pt x="6032831" y="760146"/>
                  </a:lnTo>
                  <a:lnTo>
                    <a:pt x="6032976" y="760146"/>
                  </a:lnTo>
                  <a:lnTo>
                    <a:pt x="6033122" y="760146"/>
                  </a:lnTo>
                  <a:lnTo>
                    <a:pt x="6033267" y="760146"/>
                  </a:lnTo>
                  <a:lnTo>
                    <a:pt x="6033412" y="760146"/>
                  </a:lnTo>
                  <a:lnTo>
                    <a:pt x="6033558" y="760146"/>
                  </a:lnTo>
                  <a:lnTo>
                    <a:pt x="6033703" y="760146"/>
                  </a:lnTo>
                  <a:lnTo>
                    <a:pt x="6033849" y="760146"/>
                  </a:lnTo>
                  <a:lnTo>
                    <a:pt x="6033994" y="760146"/>
                  </a:lnTo>
                  <a:lnTo>
                    <a:pt x="6034140" y="760146"/>
                  </a:lnTo>
                  <a:lnTo>
                    <a:pt x="6034285" y="760146"/>
                  </a:lnTo>
                  <a:lnTo>
                    <a:pt x="6034430" y="760146"/>
                  </a:lnTo>
                  <a:lnTo>
                    <a:pt x="6034576" y="760146"/>
                  </a:lnTo>
                  <a:lnTo>
                    <a:pt x="6034721" y="760146"/>
                  </a:lnTo>
                  <a:lnTo>
                    <a:pt x="6034721" y="759523"/>
                  </a:lnTo>
                  <a:lnTo>
                    <a:pt x="6034867" y="759523"/>
                  </a:lnTo>
                  <a:lnTo>
                    <a:pt x="6035012" y="759523"/>
                  </a:lnTo>
                  <a:lnTo>
                    <a:pt x="6035158" y="759523"/>
                  </a:lnTo>
                  <a:lnTo>
                    <a:pt x="6035303" y="759523"/>
                  </a:lnTo>
                  <a:lnTo>
                    <a:pt x="6035448" y="759523"/>
                  </a:lnTo>
                  <a:lnTo>
                    <a:pt x="6035594" y="759523"/>
                  </a:lnTo>
                  <a:lnTo>
                    <a:pt x="6035739" y="759523"/>
                  </a:lnTo>
                  <a:lnTo>
                    <a:pt x="6035885" y="759523"/>
                  </a:lnTo>
                  <a:lnTo>
                    <a:pt x="6035885" y="758899"/>
                  </a:lnTo>
                  <a:lnTo>
                    <a:pt x="6036030" y="758899"/>
                  </a:lnTo>
                  <a:lnTo>
                    <a:pt x="6036175" y="758899"/>
                  </a:lnTo>
                  <a:lnTo>
                    <a:pt x="6036321" y="758899"/>
                  </a:lnTo>
                  <a:lnTo>
                    <a:pt x="6036466" y="758899"/>
                  </a:lnTo>
                  <a:lnTo>
                    <a:pt x="6036612" y="758899"/>
                  </a:lnTo>
                  <a:lnTo>
                    <a:pt x="6036757" y="758899"/>
                  </a:lnTo>
                  <a:lnTo>
                    <a:pt x="6036903" y="758899"/>
                  </a:lnTo>
                  <a:lnTo>
                    <a:pt x="6037048" y="758899"/>
                  </a:lnTo>
                  <a:lnTo>
                    <a:pt x="6037193" y="758899"/>
                  </a:lnTo>
                  <a:lnTo>
                    <a:pt x="6037339" y="758899"/>
                  </a:lnTo>
                  <a:lnTo>
                    <a:pt x="6037484" y="758899"/>
                  </a:lnTo>
                  <a:lnTo>
                    <a:pt x="6037630" y="758899"/>
                  </a:lnTo>
                  <a:lnTo>
                    <a:pt x="6037775" y="758899"/>
                  </a:lnTo>
                  <a:lnTo>
                    <a:pt x="6037921" y="758899"/>
                  </a:lnTo>
                  <a:lnTo>
                    <a:pt x="6038066" y="758899"/>
                  </a:lnTo>
                  <a:lnTo>
                    <a:pt x="6038211" y="758899"/>
                  </a:lnTo>
                  <a:lnTo>
                    <a:pt x="6038357" y="758899"/>
                  </a:lnTo>
                  <a:lnTo>
                    <a:pt x="6038502" y="758899"/>
                  </a:lnTo>
                  <a:lnTo>
                    <a:pt x="6038648" y="758899"/>
                  </a:lnTo>
                  <a:lnTo>
                    <a:pt x="6038793" y="758899"/>
                  </a:lnTo>
                  <a:lnTo>
                    <a:pt x="6038793" y="758276"/>
                  </a:lnTo>
                  <a:lnTo>
                    <a:pt x="6038939" y="758276"/>
                  </a:lnTo>
                  <a:lnTo>
                    <a:pt x="6039084" y="758276"/>
                  </a:lnTo>
                  <a:lnTo>
                    <a:pt x="6039229" y="758276"/>
                  </a:lnTo>
                  <a:lnTo>
                    <a:pt x="6039375" y="758276"/>
                  </a:lnTo>
                  <a:lnTo>
                    <a:pt x="6039375" y="757652"/>
                  </a:lnTo>
                  <a:lnTo>
                    <a:pt x="6039520" y="757652"/>
                  </a:lnTo>
                  <a:lnTo>
                    <a:pt x="6039666" y="757652"/>
                  </a:lnTo>
                  <a:lnTo>
                    <a:pt x="6039811" y="757652"/>
                  </a:lnTo>
                  <a:lnTo>
                    <a:pt x="6039957" y="757652"/>
                  </a:lnTo>
                  <a:lnTo>
                    <a:pt x="6040102" y="757652"/>
                  </a:lnTo>
                  <a:lnTo>
                    <a:pt x="6040247" y="757652"/>
                  </a:lnTo>
                  <a:lnTo>
                    <a:pt x="6040393" y="757652"/>
                  </a:lnTo>
                  <a:lnTo>
                    <a:pt x="6040538" y="757652"/>
                  </a:lnTo>
                  <a:lnTo>
                    <a:pt x="6040684" y="757652"/>
                  </a:lnTo>
                  <a:lnTo>
                    <a:pt x="6040829" y="757652"/>
                  </a:lnTo>
                  <a:lnTo>
                    <a:pt x="6040975" y="757652"/>
                  </a:lnTo>
                  <a:lnTo>
                    <a:pt x="6041120" y="757652"/>
                  </a:lnTo>
                  <a:lnTo>
                    <a:pt x="6041265" y="757652"/>
                  </a:lnTo>
                  <a:lnTo>
                    <a:pt x="6041411" y="757652"/>
                  </a:lnTo>
                  <a:lnTo>
                    <a:pt x="6041556" y="757652"/>
                  </a:lnTo>
                  <a:lnTo>
                    <a:pt x="6041702" y="757652"/>
                  </a:lnTo>
                  <a:lnTo>
                    <a:pt x="6041847" y="757652"/>
                  </a:lnTo>
                  <a:lnTo>
                    <a:pt x="6041993" y="757652"/>
                  </a:lnTo>
                  <a:lnTo>
                    <a:pt x="6042138" y="757652"/>
                  </a:lnTo>
                  <a:lnTo>
                    <a:pt x="6042283" y="757652"/>
                  </a:lnTo>
                  <a:lnTo>
                    <a:pt x="6042429" y="757652"/>
                  </a:lnTo>
                  <a:lnTo>
                    <a:pt x="6042574" y="757652"/>
                  </a:lnTo>
                  <a:lnTo>
                    <a:pt x="6042720" y="757652"/>
                  </a:lnTo>
                  <a:lnTo>
                    <a:pt x="6042865" y="757652"/>
                  </a:lnTo>
                  <a:lnTo>
                    <a:pt x="6043010" y="757652"/>
                  </a:lnTo>
                  <a:lnTo>
                    <a:pt x="6043156" y="757652"/>
                  </a:lnTo>
                  <a:lnTo>
                    <a:pt x="6043301" y="757652"/>
                  </a:lnTo>
                  <a:lnTo>
                    <a:pt x="6043447" y="757652"/>
                  </a:lnTo>
                  <a:lnTo>
                    <a:pt x="6043592" y="757652"/>
                  </a:lnTo>
                  <a:lnTo>
                    <a:pt x="6043738" y="757652"/>
                  </a:lnTo>
                  <a:lnTo>
                    <a:pt x="6043738" y="757028"/>
                  </a:lnTo>
                  <a:lnTo>
                    <a:pt x="6043883" y="757028"/>
                  </a:lnTo>
                  <a:lnTo>
                    <a:pt x="6044028" y="757028"/>
                  </a:lnTo>
                  <a:lnTo>
                    <a:pt x="6044174" y="757028"/>
                  </a:lnTo>
                  <a:lnTo>
                    <a:pt x="6044319" y="757028"/>
                  </a:lnTo>
                  <a:lnTo>
                    <a:pt x="6044465" y="757028"/>
                  </a:lnTo>
                  <a:lnTo>
                    <a:pt x="6044610" y="757028"/>
                  </a:lnTo>
                  <a:lnTo>
                    <a:pt x="6044756" y="757028"/>
                  </a:lnTo>
                  <a:lnTo>
                    <a:pt x="6044901" y="757028"/>
                  </a:lnTo>
                  <a:lnTo>
                    <a:pt x="6044901" y="756405"/>
                  </a:lnTo>
                  <a:lnTo>
                    <a:pt x="6045046" y="756405"/>
                  </a:lnTo>
                  <a:lnTo>
                    <a:pt x="6045192" y="756405"/>
                  </a:lnTo>
                  <a:lnTo>
                    <a:pt x="6045337" y="756405"/>
                  </a:lnTo>
                  <a:lnTo>
                    <a:pt x="6045483" y="756405"/>
                  </a:lnTo>
                  <a:lnTo>
                    <a:pt x="6045628" y="756405"/>
                  </a:lnTo>
                  <a:lnTo>
                    <a:pt x="6045774" y="756405"/>
                  </a:lnTo>
                  <a:lnTo>
                    <a:pt x="6045919" y="756405"/>
                  </a:lnTo>
                  <a:lnTo>
                    <a:pt x="6046064" y="756405"/>
                  </a:lnTo>
                  <a:lnTo>
                    <a:pt x="6046210" y="756405"/>
                  </a:lnTo>
                  <a:lnTo>
                    <a:pt x="6046355" y="756405"/>
                  </a:lnTo>
                  <a:lnTo>
                    <a:pt x="6046501" y="756405"/>
                  </a:lnTo>
                  <a:lnTo>
                    <a:pt x="6046646" y="756405"/>
                  </a:lnTo>
                  <a:lnTo>
                    <a:pt x="6046792" y="756405"/>
                  </a:lnTo>
                  <a:lnTo>
                    <a:pt x="6046937" y="756405"/>
                  </a:lnTo>
                  <a:lnTo>
                    <a:pt x="6047082" y="756405"/>
                  </a:lnTo>
                  <a:lnTo>
                    <a:pt x="6047082" y="755781"/>
                  </a:lnTo>
                  <a:lnTo>
                    <a:pt x="6047228" y="755781"/>
                  </a:lnTo>
                  <a:lnTo>
                    <a:pt x="6047228" y="755158"/>
                  </a:lnTo>
                  <a:lnTo>
                    <a:pt x="6047228" y="754534"/>
                  </a:lnTo>
                  <a:lnTo>
                    <a:pt x="6047373" y="754534"/>
                  </a:lnTo>
                  <a:lnTo>
                    <a:pt x="6047519" y="754534"/>
                  </a:lnTo>
                  <a:lnTo>
                    <a:pt x="6047664" y="754534"/>
                  </a:lnTo>
                  <a:lnTo>
                    <a:pt x="6047810" y="754534"/>
                  </a:lnTo>
                  <a:lnTo>
                    <a:pt x="6047955" y="754534"/>
                  </a:lnTo>
                  <a:lnTo>
                    <a:pt x="6048100" y="754534"/>
                  </a:lnTo>
                  <a:lnTo>
                    <a:pt x="6048100" y="753911"/>
                  </a:lnTo>
                  <a:lnTo>
                    <a:pt x="6048246" y="753911"/>
                  </a:lnTo>
                  <a:lnTo>
                    <a:pt x="6048246" y="753287"/>
                  </a:lnTo>
                  <a:lnTo>
                    <a:pt x="6048391" y="753287"/>
                  </a:lnTo>
                  <a:lnTo>
                    <a:pt x="6048537" y="753287"/>
                  </a:lnTo>
                  <a:lnTo>
                    <a:pt x="6048682" y="753287"/>
                  </a:lnTo>
                  <a:lnTo>
                    <a:pt x="6048828" y="753287"/>
                  </a:lnTo>
                  <a:lnTo>
                    <a:pt x="6048973" y="753287"/>
                  </a:lnTo>
                  <a:lnTo>
                    <a:pt x="6049118" y="753287"/>
                  </a:lnTo>
                  <a:lnTo>
                    <a:pt x="6049264" y="753287"/>
                  </a:lnTo>
                  <a:lnTo>
                    <a:pt x="6049409" y="753287"/>
                  </a:lnTo>
                  <a:lnTo>
                    <a:pt x="6049555" y="753287"/>
                  </a:lnTo>
                  <a:lnTo>
                    <a:pt x="6049700" y="753287"/>
                  </a:lnTo>
                  <a:lnTo>
                    <a:pt x="6049845" y="753287"/>
                  </a:lnTo>
                  <a:lnTo>
                    <a:pt x="6049991" y="753287"/>
                  </a:lnTo>
                  <a:lnTo>
                    <a:pt x="6050136" y="753287"/>
                  </a:lnTo>
                  <a:lnTo>
                    <a:pt x="6050282" y="753287"/>
                  </a:lnTo>
                  <a:lnTo>
                    <a:pt x="6050427" y="753287"/>
                  </a:lnTo>
                  <a:lnTo>
                    <a:pt x="6050573" y="753287"/>
                  </a:lnTo>
                  <a:lnTo>
                    <a:pt x="6050573" y="752663"/>
                  </a:lnTo>
                  <a:lnTo>
                    <a:pt x="6050718" y="752663"/>
                  </a:lnTo>
                  <a:lnTo>
                    <a:pt x="6050863" y="752663"/>
                  </a:lnTo>
                  <a:lnTo>
                    <a:pt x="6051009" y="752663"/>
                  </a:lnTo>
                  <a:lnTo>
                    <a:pt x="6051154" y="752663"/>
                  </a:lnTo>
                  <a:lnTo>
                    <a:pt x="6051300" y="752663"/>
                  </a:lnTo>
                  <a:lnTo>
                    <a:pt x="6051445" y="752663"/>
                  </a:lnTo>
                  <a:lnTo>
                    <a:pt x="6051591" y="752663"/>
                  </a:lnTo>
                  <a:lnTo>
                    <a:pt x="6051736" y="752663"/>
                  </a:lnTo>
                  <a:lnTo>
                    <a:pt x="6051881" y="752663"/>
                  </a:lnTo>
                  <a:lnTo>
                    <a:pt x="6052027" y="752663"/>
                  </a:lnTo>
                  <a:lnTo>
                    <a:pt x="6052172" y="752663"/>
                  </a:lnTo>
                  <a:lnTo>
                    <a:pt x="6052318" y="752663"/>
                  </a:lnTo>
                  <a:lnTo>
                    <a:pt x="6052463" y="752663"/>
                  </a:lnTo>
                  <a:lnTo>
                    <a:pt x="6052609" y="752663"/>
                  </a:lnTo>
                  <a:lnTo>
                    <a:pt x="6052754" y="752663"/>
                  </a:lnTo>
                  <a:lnTo>
                    <a:pt x="6052899" y="752663"/>
                  </a:lnTo>
                  <a:lnTo>
                    <a:pt x="6053045" y="752663"/>
                  </a:lnTo>
                  <a:lnTo>
                    <a:pt x="6053190" y="752663"/>
                  </a:lnTo>
                  <a:lnTo>
                    <a:pt x="6053336" y="752663"/>
                  </a:lnTo>
                  <a:lnTo>
                    <a:pt x="6053336" y="752040"/>
                  </a:lnTo>
                  <a:lnTo>
                    <a:pt x="6053481" y="752040"/>
                  </a:lnTo>
                  <a:lnTo>
                    <a:pt x="6053627" y="752040"/>
                  </a:lnTo>
                  <a:lnTo>
                    <a:pt x="6053772" y="752040"/>
                  </a:lnTo>
                  <a:lnTo>
                    <a:pt x="6053917" y="752040"/>
                  </a:lnTo>
                  <a:lnTo>
                    <a:pt x="6054063" y="752040"/>
                  </a:lnTo>
                  <a:lnTo>
                    <a:pt x="6054208" y="752040"/>
                  </a:lnTo>
                  <a:lnTo>
                    <a:pt x="6054354" y="752040"/>
                  </a:lnTo>
                  <a:lnTo>
                    <a:pt x="6054499" y="752040"/>
                  </a:lnTo>
                  <a:lnTo>
                    <a:pt x="6054645" y="752040"/>
                  </a:lnTo>
                  <a:lnTo>
                    <a:pt x="6054790" y="752040"/>
                  </a:lnTo>
                  <a:lnTo>
                    <a:pt x="6054935" y="752040"/>
                  </a:lnTo>
                  <a:lnTo>
                    <a:pt x="6055081" y="752040"/>
                  </a:lnTo>
                  <a:lnTo>
                    <a:pt x="6055081" y="751416"/>
                  </a:lnTo>
                  <a:lnTo>
                    <a:pt x="6055081" y="750793"/>
                  </a:lnTo>
                  <a:lnTo>
                    <a:pt x="6055226" y="750793"/>
                  </a:lnTo>
                  <a:lnTo>
                    <a:pt x="6055372" y="750793"/>
                  </a:lnTo>
                  <a:lnTo>
                    <a:pt x="6055517" y="750793"/>
                  </a:lnTo>
                  <a:lnTo>
                    <a:pt x="6055663" y="750793"/>
                  </a:lnTo>
                  <a:lnTo>
                    <a:pt x="6055808" y="750793"/>
                  </a:lnTo>
                  <a:lnTo>
                    <a:pt x="6055953" y="750793"/>
                  </a:lnTo>
                  <a:lnTo>
                    <a:pt x="6056099" y="750793"/>
                  </a:lnTo>
                  <a:lnTo>
                    <a:pt x="6056244" y="750793"/>
                  </a:lnTo>
                  <a:lnTo>
                    <a:pt x="6056390" y="750793"/>
                  </a:lnTo>
                  <a:lnTo>
                    <a:pt x="6056535" y="750793"/>
                  </a:lnTo>
                  <a:lnTo>
                    <a:pt x="6056680" y="750793"/>
                  </a:lnTo>
                  <a:lnTo>
                    <a:pt x="6056826" y="750793"/>
                  </a:lnTo>
                  <a:lnTo>
                    <a:pt x="6056971" y="750793"/>
                  </a:lnTo>
                  <a:lnTo>
                    <a:pt x="6057117" y="750793"/>
                  </a:lnTo>
                  <a:lnTo>
                    <a:pt x="6057262" y="750793"/>
                  </a:lnTo>
                  <a:lnTo>
                    <a:pt x="6057408" y="750793"/>
                  </a:lnTo>
                  <a:lnTo>
                    <a:pt x="6057553" y="750793"/>
                  </a:lnTo>
                  <a:lnTo>
                    <a:pt x="6057698" y="750793"/>
                  </a:lnTo>
                  <a:lnTo>
                    <a:pt x="6057698" y="750169"/>
                  </a:lnTo>
                  <a:lnTo>
                    <a:pt x="6057844" y="750169"/>
                  </a:lnTo>
                  <a:lnTo>
                    <a:pt x="6057989" y="750169"/>
                  </a:lnTo>
                  <a:lnTo>
                    <a:pt x="6058135" y="750169"/>
                  </a:lnTo>
                  <a:lnTo>
                    <a:pt x="6058280" y="750169"/>
                  </a:lnTo>
                  <a:lnTo>
                    <a:pt x="6058426" y="750169"/>
                  </a:lnTo>
                  <a:lnTo>
                    <a:pt x="6058571" y="750169"/>
                  </a:lnTo>
                  <a:lnTo>
                    <a:pt x="6058716" y="750169"/>
                  </a:lnTo>
                  <a:lnTo>
                    <a:pt x="6058862" y="750169"/>
                  </a:lnTo>
                  <a:lnTo>
                    <a:pt x="6059007" y="750169"/>
                  </a:lnTo>
                  <a:lnTo>
                    <a:pt x="6059153" y="750169"/>
                  </a:lnTo>
                  <a:lnTo>
                    <a:pt x="6059298" y="750169"/>
                  </a:lnTo>
                  <a:lnTo>
                    <a:pt x="6059444" y="750169"/>
                  </a:lnTo>
                  <a:lnTo>
                    <a:pt x="6059589" y="750169"/>
                  </a:lnTo>
                  <a:lnTo>
                    <a:pt x="6059734" y="750169"/>
                  </a:lnTo>
                  <a:lnTo>
                    <a:pt x="6059880" y="750169"/>
                  </a:lnTo>
                  <a:lnTo>
                    <a:pt x="6060025" y="750169"/>
                  </a:lnTo>
                  <a:lnTo>
                    <a:pt x="6060171" y="750169"/>
                  </a:lnTo>
                  <a:lnTo>
                    <a:pt x="6060171" y="749545"/>
                  </a:lnTo>
                  <a:lnTo>
                    <a:pt x="6060316" y="749545"/>
                  </a:lnTo>
                  <a:lnTo>
                    <a:pt x="6060462" y="749545"/>
                  </a:lnTo>
                  <a:lnTo>
                    <a:pt x="6060607" y="749545"/>
                  </a:lnTo>
                  <a:lnTo>
                    <a:pt x="6060752" y="749545"/>
                  </a:lnTo>
                  <a:lnTo>
                    <a:pt x="6060898" y="749545"/>
                  </a:lnTo>
                  <a:lnTo>
                    <a:pt x="6061043" y="749545"/>
                  </a:lnTo>
                  <a:lnTo>
                    <a:pt x="6061043" y="748922"/>
                  </a:lnTo>
                  <a:lnTo>
                    <a:pt x="6061189" y="748922"/>
                  </a:lnTo>
                  <a:lnTo>
                    <a:pt x="6061334" y="748922"/>
                  </a:lnTo>
                  <a:lnTo>
                    <a:pt x="6061480" y="748922"/>
                  </a:lnTo>
                  <a:lnTo>
                    <a:pt x="6061625" y="748922"/>
                  </a:lnTo>
                  <a:lnTo>
                    <a:pt x="6061770" y="748922"/>
                  </a:lnTo>
                  <a:lnTo>
                    <a:pt x="6061916" y="748922"/>
                  </a:lnTo>
                  <a:lnTo>
                    <a:pt x="6062061" y="748922"/>
                  </a:lnTo>
                  <a:lnTo>
                    <a:pt x="6062207" y="748922"/>
                  </a:lnTo>
                  <a:lnTo>
                    <a:pt x="6062352" y="748922"/>
                  </a:lnTo>
                  <a:lnTo>
                    <a:pt x="6062498" y="748922"/>
                  </a:lnTo>
                  <a:lnTo>
                    <a:pt x="6062643" y="748922"/>
                  </a:lnTo>
                  <a:lnTo>
                    <a:pt x="6062788" y="748922"/>
                  </a:lnTo>
                  <a:lnTo>
                    <a:pt x="6062788" y="748298"/>
                  </a:lnTo>
                  <a:lnTo>
                    <a:pt x="6062934" y="748298"/>
                  </a:lnTo>
                  <a:lnTo>
                    <a:pt x="6063079" y="748298"/>
                  </a:lnTo>
                  <a:lnTo>
                    <a:pt x="6063225" y="748298"/>
                  </a:lnTo>
                  <a:lnTo>
                    <a:pt x="6063370" y="748298"/>
                  </a:lnTo>
                  <a:lnTo>
                    <a:pt x="6063370" y="747675"/>
                  </a:lnTo>
                  <a:lnTo>
                    <a:pt x="6063515" y="747675"/>
                  </a:lnTo>
                  <a:lnTo>
                    <a:pt x="6063661" y="747675"/>
                  </a:lnTo>
                  <a:lnTo>
                    <a:pt x="6063806" y="747675"/>
                  </a:lnTo>
                  <a:lnTo>
                    <a:pt x="6063952" y="747675"/>
                  </a:lnTo>
                  <a:lnTo>
                    <a:pt x="6064097" y="747675"/>
                  </a:lnTo>
                  <a:lnTo>
                    <a:pt x="6064243" y="747675"/>
                  </a:lnTo>
                  <a:lnTo>
                    <a:pt x="6064388" y="747675"/>
                  </a:lnTo>
                  <a:lnTo>
                    <a:pt x="6064533" y="747675"/>
                  </a:lnTo>
                  <a:lnTo>
                    <a:pt x="6064533" y="747051"/>
                  </a:lnTo>
                  <a:lnTo>
                    <a:pt x="6064679" y="747051"/>
                  </a:lnTo>
                  <a:lnTo>
                    <a:pt x="6064824" y="747051"/>
                  </a:lnTo>
                  <a:lnTo>
                    <a:pt x="6064824" y="746428"/>
                  </a:lnTo>
                  <a:lnTo>
                    <a:pt x="6064970" y="746428"/>
                  </a:lnTo>
                  <a:lnTo>
                    <a:pt x="6065115" y="746428"/>
                  </a:lnTo>
                  <a:lnTo>
                    <a:pt x="6065261" y="746428"/>
                  </a:lnTo>
                  <a:lnTo>
                    <a:pt x="6065406" y="746428"/>
                  </a:lnTo>
                  <a:lnTo>
                    <a:pt x="6065551" y="746428"/>
                  </a:lnTo>
                  <a:lnTo>
                    <a:pt x="6065697" y="746428"/>
                  </a:lnTo>
                  <a:lnTo>
                    <a:pt x="6065697" y="745804"/>
                  </a:lnTo>
                  <a:lnTo>
                    <a:pt x="6065842" y="745804"/>
                  </a:lnTo>
                  <a:lnTo>
                    <a:pt x="6065988" y="745804"/>
                  </a:lnTo>
                  <a:lnTo>
                    <a:pt x="6066133" y="745804"/>
                  </a:lnTo>
                  <a:lnTo>
                    <a:pt x="6066279" y="745804"/>
                  </a:lnTo>
                  <a:lnTo>
                    <a:pt x="6066424" y="745804"/>
                  </a:lnTo>
                  <a:lnTo>
                    <a:pt x="6066569" y="745804"/>
                  </a:lnTo>
                  <a:lnTo>
                    <a:pt x="6066715" y="745804"/>
                  </a:lnTo>
                  <a:lnTo>
                    <a:pt x="6066715" y="745180"/>
                  </a:lnTo>
                  <a:lnTo>
                    <a:pt x="6066860" y="745180"/>
                  </a:lnTo>
                  <a:lnTo>
                    <a:pt x="6067006" y="745180"/>
                  </a:lnTo>
                  <a:lnTo>
                    <a:pt x="6067151" y="745180"/>
                  </a:lnTo>
                  <a:lnTo>
                    <a:pt x="6067151" y="744557"/>
                  </a:lnTo>
                  <a:lnTo>
                    <a:pt x="6067297" y="744557"/>
                  </a:lnTo>
                  <a:lnTo>
                    <a:pt x="6067297" y="743933"/>
                  </a:lnTo>
                  <a:lnTo>
                    <a:pt x="6067442" y="743933"/>
                  </a:lnTo>
                  <a:lnTo>
                    <a:pt x="6067587" y="743933"/>
                  </a:lnTo>
                  <a:lnTo>
                    <a:pt x="6067733" y="743933"/>
                  </a:lnTo>
                  <a:lnTo>
                    <a:pt x="6067878" y="743933"/>
                  </a:lnTo>
                  <a:lnTo>
                    <a:pt x="6068024" y="743933"/>
                  </a:lnTo>
                  <a:lnTo>
                    <a:pt x="6068169" y="743933"/>
                  </a:lnTo>
                  <a:lnTo>
                    <a:pt x="6068315" y="743933"/>
                  </a:lnTo>
                  <a:lnTo>
                    <a:pt x="6068460" y="743933"/>
                  </a:lnTo>
                  <a:lnTo>
                    <a:pt x="6068605" y="743933"/>
                  </a:lnTo>
                  <a:lnTo>
                    <a:pt x="6068605" y="743310"/>
                  </a:lnTo>
                  <a:lnTo>
                    <a:pt x="6068751" y="743310"/>
                  </a:lnTo>
                  <a:lnTo>
                    <a:pt x="6068896" y="743310"/>
                  </a:lnTo>
                  <a:lnTo>
                    <a:pt x="6068896" y="742686"/>
                  </a:lnTo>
                  <a:lnTo>
                    <a:pt x="6069042" y="742686"/>
                  </a:lnTo>
                  <a:lnTo>
                    <a:pt x="6069187" y="742686"/>
                  </a:lnTo>
                  <a:lnTo>
                    <a:pt x="6069333" y="742686"/>
                  </a:lnTo>
                  <a:lnTo>
                    <a:pt x="6069478" y="742686"/>
                  </a:lnTo>
                  <a:lnTo>
                    <a:pt x="6069623" y="742686"/>
                  </a:lnTo>
                  <a:lnTo>
                    <a:pt x="6069769" y="742686"/>
                  </a:lnTo>
                  <a:lnTo>
                    <a:pt x="6069914" y="742686"/>
                  </a:lnTo>
                  <a:lnTo>
                    <a:pt x="6070060" y="742686"/>
                  </a:lnTo>
                  <a:lnTo>
                    <a:pt x="6070205" y="742686"/>
                  </a:lnTo>
                  <a:lnTo>
                    <a:pt x="6070205" y="742062"/>
                  </a:lnTo>
                  <a:lnTo>
                    <a:pt x="6070350" y="742062"/>
                  </a:lnTo>
                  <a:lnTo>
                    <a:pt x="6070496" y="742062"/>
                  </a:lnTo>
                  <a:lnTo>
                    <a:pt x="6070641" y="742062"/>
                  </a:lnTo>
                  <a:lnTo>
                    <a:pt x="6070641" y="741439"/>
                  </a:lnTo>
                  <a:lnTo>
                    <a:pt x="6070787" y="741439"/>
                  </a:lnTo>
                  <a:lnTo>
                    <a:pt x="6070932" y="741439"/>
                  </a:lnTo>
                  <a:lnTo>
                    <a:pt x="6071078" y="741439"/>
                  </a:lnTo>
                  <a:lnTo>
                    <a:pt x="6071223" y="741439"/>
                  </a:lnTo>
                  <a:lnTo>
                    <a:pt x="6071368" y="741439"/>
                  </a:lnTo>
                  <a:lnTo>
                    <a:pt x="6071514" y="741439"/>
                  </a:lnTo>
                  <a:lnTo>
                    <a:pt x="6071659" y="741439"/>
                  </a:lnTo>
                  <a:lnTo>
                    <a:pt x="6071805" y="741439"/>
                  </a:lnTo>
                  <a:lnTo>
                    <a:pt x="6071950" y="741439"/>
                  </a:lnTo>
                  <a:lnTo>
                    <a:pt x="6072096" y="741439"/>
                  </a:lnTo>
                  <a:lnTo>
                    <a:pt x="6072096" y="740815"/>
                  </a:lnTo>
                  <a:lnTo>
                    <a:pt x="6072241" y="740815"/>
                  </a:lnTo>
                  <a:lnTo>
                    <a:pt x="6072386" y="740815"/>
                  </a:lnTo>
                  <a:lnTo>
                    <a:pt x="6072532" y="740815"/>
                  </a:lnTo>
                  <a:lnTo>
                    <a:pt x="6072677" y="740815"/>
                  </a:lnTo>
                  <a:lnTo>
                    <a:pt x="6072823" y="740815"/>
                  </a:lnTo>
                  <a:lnTo>
                    <a:pt x="6072968" y="740815"/>
                  </a:lnTo>
                  <a:lnTo>
                    <a:pt x="6073114" y="740815"/>
                  </a:lnTo>
                  <a:lnTo>
                    <a:pt x="6073259" y="740815"/>
                  </a:lnTo>
                  <a:lnTo>
                    <a:pt x="6073259" y="740192"/>
                  </a:lnTo>
                  <a:lnTo>
                    <a:pt x="6073404" y="740192"/>
                  </a:lnTo>
                  <a:lnTo>
                    <a:pt x="6073550" y="740192"/>
                  </a:lnTo>
                  <a:lnTo>
                    <a:pt x="6073695" y="740192"/>
                  </a:lnTo>
                  <a:lnTo>
                    <a:pt x="6073841" y="740192"/>
                  </a:lnTo>
                  <a:lnTo>
                    <a:pt x="6073986" y="740192"/>
                  </a:lnTo>
                  <a:lnTo>
                    <a:pt x="6074132" y="740192"/>
                  </a:lnTo>
                  <a:lnTo>
                    <a:pt x="6074277" y="740192"/>
                  </a:lnTo>
                  <a:lnTo>
                    <a:pt x="6074422" y="740192"/>
                  </a:lnTo>
                  <a:lnTo>
                    <a:pt x="6074568" y="740192"/>
                  </a:lnTo>
                  <a:lnTo>
                    <a:pt x="6074713" y="740192"/>
                  </a:lnTo>
                  <a:lnTo>
                    <a:pt x="6074713" y="739568"/>
                  </a:lnTo>
                  <a:lnTo>
                    <a:pt x="6074859" y="739568"/>
                  </a:lnTo>
                  <a:lnTo>
                    <a:pt x="6075004" y="739568"/>
                  </a:lnTo>
                  <a:lnTo>
                    <a:pt x="6075150" y="739568"/>
                  </a:lnTo>
                  <a:lnTo>
                    <a:pt x="6075295" y="739568"/>
                  </a:lnTo>
                  <a:lnTo>
                    <a:pt x="6075440" y="739568"/>
                  </a:lnTo>
                  <a:lnTo>
                    <a:pt x="6075586" y="739568"/>
                  </a:lnTo>
                  <a:lnTo>
                    <a:pt x="6075731" y="739568"/>
                  </a:lnTo>
                  <a:lnTo>
                    <a:pt x="6075877" y="739568"/>
                  </a:lnTo>
                  <a:lnTo>
                    <a:pt x="6075877" y="738945"/>
                  </a:lnTo>
                  <a:lnTo>
                    <a:pt x="6076022" y="738945"/>
                  </a:lnTo>
                  <a:lnTo>
                    <a:pt x="6076168" y="738945"/>
                  </a:lnTo>
                  <a:lnTo>
                    <a:pt x="6076313" y="738945"/>
                  </a:lnTo>
                  <a:lnTo>
                    <a:pt x="6076458" y="738945"/>
                  </a:lnTo>
                  <a:lnTo>
                    <a:pt x="6076604" y="738945"/>
                  </a:lnTo>
                  <a:lnTo>
                    <a:pt x="6076749" y="738945"/>
                  </a:lnTo>
                  <a:lnTo>
                    <a:pt x="6076895" y="738945"/>
                  </a:lnTo>
                  <a:lnTo>
                    <a:pt x="6077040" y="738945"/>
                  </a:lnTo>
                  <a:lnTo>
                    <a:pt x="6077185" y="738945"/>
                  </a:lnTo>
                  <a:lnTo>
                    <a:pt x="6077331" y="738945"/>
                  </a:lnTo>
                  <a:lnTo>
                    <a:pt x="6077476" y="738945"/>
                  </a:lnTo>
                  <a:lnTo>
                    <a:pt x="6077622" y="738945"/>
                  </a:lnTo>
                  <a:lnTo>
                    <a:pt x="6077767" y="738945"/>
                  </a:lnTo>
                  <a:lnTo>
                    <a:pt x="6077913" y="738945"/>
                  </a:lnTo>
                  <a:lnTo>
                    <a:pt x="6078058" y="738945"/>
                  </a:lnTo>
                  <a:lnTo>
                    <a:pt x="6078203" y="738945"/>
                  </a:lnTo>
                  <a:lnTo>
                    <a:pt x="6078349" y="738945"/>
                  </a:lnTo>
                  <a:lnTo>
                    <a:pt x="6078494" y="738945"/>
                  </a:lnTo>
                  <a:lnTo>
                    <a:pt x="6078640" y="738945"/>
                  </a:lnTo>
                  <a:lnTo>
                    <a:pt x="6078785" y="738945"/>
                  </a:lnTo>
                  <a:lnTo>
                    <a:pt x="6078931" y="738945"/>
                  </a:lnTo>
                  <a:lnTo>
                    <a:pt x="6079076" y="738945"/>
                  </a:lnTo>
                  <a:lnTo>
                    <a:pt x="6079221" y="738945"/>
                  </a:lnTo>
                  <a:lnTo>
                    <a:pt x="6079367" y="738945"/>
                  </a:lnTo>
                  <a:lnTo>
                    <a:pt x="6079512" y="738945"/>
                  </a:lnTo>
                  <a:lnTo>
                    <a:pt x="6079658" y="738945"/>
                  </a:lnTo>
                  <a:lnTo>
                    <a:pt x="6079803" y="738945"/>
                  </a:lnTo>
                  <a:lnTo>
                    <a:pt x="6079949" y="738945"/>
                  </a:lnTo>
                  <a:lnTo>
                    <a:pt x="6080094" y="738945"/>
                  </a:lnTo>
                  <a:lnTo>
                    <a:pt x="6080239" y="738945"/>
                  </a:lnTo>
                  <a:lnTo>
                    <a:pt x="6080385" y="738945"/>
                  </a:lnTo>
                  <a:lnTo>
                    <a:pt x="6080530" y="738945"/>
                  </a:lnTo>
                  <a:lnTo>
                    <a:pt x="6080676" y="738945"/>
                  </a:lnTo>
                  <a:lnTo>
                    <a:pt x="6080821" y="738945"/>
                  </a:lnTo>
                  <a:lnTo>
                    <a:pt x="6080967" y="738945"/>
                  </a:lnTo>
                  <a:lnTo>
                    <a:pt x="6081112" y="738945"/>
                  </a:lnTo>
                  <a:lnTo>
                    <a:pt x="6081257" y="738945"/>
                  </a:lnTo>
                  <a:lnTo>
                    <a:pt x="6081403" y="738945"/>
                  </a:lnTo>
                  <a:lnTo>
                    <a:pt x="6081548" y="738945"/>
                  </a:lnTo>
                  <a:lnTo>
                    <a:pt x="6081694" y="738945"/>
                  </a:lnTo>
                  <a:lnTo>
                    <a:pt x="6081839" y="738945"/>
                  </a:lnTo>
                  <a:lnTo>
                    <a:pt x="6081985" y="738945"/>
                  </a:lnTo>
                  <a:lnTo>
                    <a:pt x="6082130" y="738945"/>
                  </a:lnTo>
                  <a:lnTo>
                    <a:pt x="6082130" y="738321"/>
                  </a:lnTo>
                  <a:lnTo>
                    <a:pt x="6082275" y="738321"/>
                  </a:lnTo>
                  <a:lnTo>
                    <a:pt x="6082421" y="738321"/>
                  </a:lnTo>
                  <a:lnTo>
                    <a:pt x="6082566" y="738321"/>
                  </a:lnTo>
                  <a:lnTo>
                    <a:pt x="6082712" y="738321"/>
                  </a:lnTo>
                  <a:lnTo>
                    <a:pt x="6082857" y="738321"/>
                  </a:lnTo>
                  <a:lnTo>
                    <a:pt x="6083003" y="738321"/>
                  </a:lnTo>
                  <a:lnTo>
                    <a:pt x="6083148" y="738321"/>
                  </a:lnTo>
                  <a:lnTo>
                    <a:pt x="6083293" y="738321"/>
                  </a:lnTo>
                  <a:lnTo>
                    <a:pt x="6083439" y="738321"/>
                  </a:lnTo>
                  <a:lnTo>
                    <a:pt x="6083584" y="738321"/>
                  </a:lnTo>
                  <a:lnTo>
                    <a:pt x="6083730" y="738321"/>
                  </a:lnTo>
                  <a:lnTo>
                    <a:pt x="6083875" y="738321"/>
                  </a:lnTo>
                  <a:lnTo>
                    <a:pt x="6084020" y="738321"/>
                  </a:lnTo>
                  <a:lnTo>
                    <a:pt x="6084166" y="738321"/>
                  </a:lnTo>
                  <a:lnTo>
                    <a:pt x="6084311" y="738321"/>
                  </a:lnTo>
                  <a:lnTo>
                    <a:pt x="6084311" y="737697"/>
                  </a:lnTo>
                  <a:lnTo>
                    <a:pt x="6084457" y="737697"/>
                  </a:lnTo>
                  <a:lnTo>
                    <a:pt x="6084602" y="737697"/>
                  </a:lnTo>
                  <a:lnTo>
                    <a:pt x="6084748" y="737697"/>
                  </a:lnTo>
                  <a:lnTo>
                    <a:pt x="6084893" y="737697"/>
                  </a:lnTo>
                  <a:lnTo>
                    <a:pt x="6085038" y="737697"/>
                  </a:lnTo>
                  <a:lnTo>
                    <a:pt x="6085184" y="737697"/>
                  </a:lnTo>
                  <a:lnTo>
                    <a:pt x="6085329" y="737697"/>
                  </a:lnTo>
                  <a:lnTo>
                    <a:pt x="6085475" y="737697"/>
                  </a:lnTo>
                  <a:lnTo>
                    <a:pt x="6085620" y="737697"/>
                  </a:lnTo>
                  <a:lnTo>
                    <a:pt x="6085766" y="737697"/>
                  </a:lnTo>
                  <a:lnTo>
                    <a:pt x="6085911" y="737697"/>
                  </a:lnTo>
                  <a:lnTo>
                    <a:pt x="6086056" y="737697"/>
                  </a:lnTo>
                  <a:lnTo>
                    <a:pt x="6086202" y="737697"/>
                  </a:lnTo>
                  <a:lnTo>
                    <a:pt x="6086347" y="737697"/>
                  </a:lnTo>
                  <a:lnTo>
                    <a:pt x="6086493" y="737697"/>
                  </a:lnTo>
                  <a:lnTo>
                    <a:pt x="6086638" y="737697"/>
                  </a:lnTo>
                  <a:lnTo>
                    <a:pt x="6086784" y="737697"/>
                  </a:lnTo>
                  <a:lnTo>
                    <a:pt x="6086929" y="737697"/>
                  </a:lnTo>
                  <a:lnTo>
                    <a:pt x="6087074" y="737697"/>
                  </a:lnTo>
                  <a:lnTo>
                    <a:pt x="6087220" y="737697"/>
                  </a:lnTo>
                  <a:lnTo>
                    <a:pt x="6087365" y="737697"/>
                  </a:lnTo>
                  <a:lnTo>
                    <a:pt x="6087511" y="737697"/>
                  </a:lnTo>
                  <a:lnTo>
                    <a:pt x="6087511" y="737074"/>
                  </a:lnTo>
                  <a:lnTo>
                    <a:pt x="6087656" y="737074"/>
                  </a:lnTo>
                  <a:lnTo>
                    <a:pt x="6087802" y="737074"/>
                  </a:lnTo>
                  <a:lnTo>
                    <a:pt x="6087947" y="737074"/>
                  </a:lnTo>
                  <a:lnTo>
                    <a:pt x="6088092" y="737074"/>
                  </a:lnTo>
                  <a:lnTo>
                    <a:pt x="6088238" y="737074"/>
                  </a:lnTo>
                  <a:lnTo>
                    <a:pt x="6088383" y="737074"/>
                  </a:lnTo>
                  <a:lnTo>
                    <a:pt x="6088529" y="737074"/>
                  </a:lnTo>
                  <a:lnTo>
                    <a:pt x="6088674" y="737074"/>
                  </a:lnTo>
                  <a:lnTo>
                    <a:pt x="6088820" y="737074"/>
                  </a:lnTo>
                  <a:lnTo>
                    <a:pt x="6088820" y="736450"/>
                  </a:lnTo>
                  <a:lnTo>
                    <a:pt x="6088965" y="736450"/>
                  </a:lnTo>
                  <a:lnTo>
                    <a:pt x="6089110" y="736450"/>
                  </a:lnTo>
                  <a:lnTo>
                    <a:pt x="6089256" y="736450"/>
                  </a:lnTo>
                  <a:lnTo>
                    <a:pt x="6089401" y="736450"/>
                  </a:lnTo>
                  <a:lnTo>
                    <a:pt x="6089547" y="736450"/>
                  </a:lnTo>
                  <a:lnTo>
                    <a:pt x="6089692" y="736450"/>
                  </a:lnTo>
                  <a:lnTo>
                    <a:pt x="6089838" y="736450"/>
                  </a:lnTo>
                  <a:lnTo>
                    <a:pt x="6089983" y="736450"/>
                  </a:lnTo>
                  <a:lnTo>
                    <a:pt x="6090128" y="736450"/>
                  </a:lnTo>
                  <a:lnTo>
                    <a:pt x="6090128" y="735827"/>
                  </a:lnTo>
                  <a:lnTo>
                    <a:pt x="6090128" y="735203"/>
                  </a:lnTo>
                  <a:lnTo>
                    <a:pt x="6090274" y="735203"/>
                  </a:lnTo>
                  <a:lnTo>
                    <a:pt x="6090419" y="735203"/>
                  </a:lnTo>
                  <a:lnTo>
                    <a:pt x="6090565" y="735203"/>
                  </a:lnTo>
                  <a:lnTo>
                    <a:pt x="6090710" y="735203"/>
                  </a:lnTo>
                  <a:lnTo>
                    <a:pt x="6090855" y="735203"/>
                  </a:lnTo>
                  <a:lnTo>
                    <a:pt x="6090855" y="734579"/>
                  </a:lnTo>
                  <a:lnTo>
                    <a:pt x="6090855" y="733956"/>
                  </a:lnTo>
                  <a:lnTo>
                    <a:pt x="6090855" y="733332"/>
                  </a:lnTo>
                  <a:lnTo>
                    <a:pt x="6091001" y="733332"/>
                  </a:lnTo>
                  <a:lnTo>
                    <a:pt x="6091146" y="733332"/>
                  </a:lnTo>
                  <a:lnTo>
                    <a:pt x="6091292" y="733332"/>
                  </a:lnTo>
                  <a:lnTo>
                    <a:pt x="6091437" y="733332"/>
                  </a:lnTo>
                  <a:lnTo>
                    <a:pt x="6091437" y="732709"/>
                  </a:lnTo>
                  <a:lnTo>
                    <a:pt x="6091583" y="732709"/>
                  </a:lnTo>
                  <a:lnTo>
                    <a:pt x="6091728" y="732709"/>
                  </a:lnTo>
                  <a:lnTo>
                    <a:pt x="6091873" y="732709"/>
                  </a:lnTo>
                  <a:lnTo>
                    <a:pt x="6092019" y="732709"/>
                  </a:lnTo>
                  <a:lnTo>
                    <a:pt x="6092164" y="732709"/>
                  </a:lnTo>
                  <a:lnTo>
                    <a:pt x="6092310" y="732709"/>
                  </a:lnTo>
                  <a:lnTo>
                    <a:pt x="6092455" y="732709"/>
                  </a:lnTo>
                  <a:lnTo>
                    <a:pt x="6092601" y="732709"/>
                  </a:lnTo>
                  <a:lnTo>
                    <a:pt x="6092746" y="732709"/>
                  </a:lnTo>
                  <a:lnTo>
                    <a:pt x="6092891" y="732709"/>
                  </a:lnTo>
                  <a:lnTo>
                    <a:pt x="6093037" y="732709"/>
                  </a:lnTo>
                  <a:lnTo>
                    <a:pt x="6093182" y="732709"/>
                  </a:lnTo>
                  <a:lnTo>
                    <a:pt x="6093328" y="732709"/>
                  </a:lnTo>
                  <a:lnTo>
                    <a:pt x="6093473" y="732709"/>
                  </a:lnTo>
                  <a:lnTo>
                    <a:pt x="6093473" y="732085"/>
                  </a:lnTo>
                  <a:lnTo>
                    <a:pt x="6093619" y="732085"/>
                  </a:lnTo>
                  <a:lnTo>
                    <a:pt x="6093764" y="732085"/>
                  </a:lnTo>
                  <a:lnTo>
                    <a:pt x="6093909" y="732085"/>
                  </a:lnTo>
                  <a:lnTo>
                    <a:pt x="6094055" y="732085"/>
                  </a:lnTo>
                  <a:lnTo>
                    <a:pt x="6094200" y="732085"/>
                  </a:lnTo>
                  <a:lnTo>
                    <a:pt x="6094346" y="732085"/>
                  </a:lnTo>
                  <a:lnTo>
                    <a:pt x="6094491" y="732085"/>
                  </a:lnTo>
                  <a:lnTo>
                    <a:pt x="6094637" y="732085"/>
                  </a:lnTo>
                  <a:lnTo>
                    <a:pt x="6094782" y="732085"/>
                  </a:lnTo>
                  <a:lnTo>
                    <a:pt x="6094927" y="732085"/>
                  </a:lnTo>
                  <a:lnTo>
                    <a:pt x="6095073" y="732085"/>
                  </a:lnTo>
                  <a:lnTo>
                    <a:pt x="6095218" y="732085"/>
                  </a:lnTo>
                  <a:lnTo>
                    <a:pt x="6095364" y="732085"/>
                  </a:lnTo>
                  <a:lnTo>
                    <a:pt x="6095364" y="731462"/>
                  </a:lnTo>
                  <a:lnTo>
                    <a:pt x="6095509" y="731462"/>
                  </a:lnTo>
                  <a:lnTo>
                    <a:pt x="6095655" y="731462"/>
                  </a:lnTo>
                  <a:lnTo>
                    <a:pt x="6095655" y="730838"/>
                  </a:lnTo>
                  <a:lnTo>
                    <a:pt x="6095800" y="730838"/>
                  </a:lnTo>
                  <a:lnTo>
                    <a:pt x="6095945" y="730838"/>
                  </a:lnTo>
                  <a:lnTo>
                    <a:pt x="6096091" y="730838"/>
                  </a:lnTo>
                  <a:lnTo>
                    <a:pt x="6096236" y="730838"/>
                  </a:lnTo>
                  <a:lnTo>
                    <a:pt x="6096382" y="730838"/>
                  </a:lnTo>
                  <a:lnTo>
                    <a:pt x="6096527" y="730838"/>
                  </a:lnTo>
                  <a:lnTo>
                    <a:pt x="6096673" y="730838"/>
                  </a:lnTo>
                  <a:lnTo>
                    <a:pt x="6096818" y="730838"/>
                  </a:lnTo>
                  <a:lnTo>
                    <a:pt x="6096818" y="730214"/>
                  </a:lnTo>
                  <a:lnTo>
                    <a:pt x="6096963" y="730214"/>
                  </a:lnTo>
                  <a:lnTo>
                    <a:pt x="6097109" y="730214"/>
                  </a:lnTo>
                  <a:lnTo>
                    <a:pt x="6097254" y="730214"/>
                  </a:lnTo>
                  <a:lnTo>
                    <a:pt x="6097400" y="730214"/>
                  </a:lnTo>
                  <a:lnTo>
                    <a:pt x="6097545" y="730214"/>
                  </a:lnTo>
                  <a:lnTo>
                    <a:pt x="6097690" y="730214"/>
                  </a:lnTo>
                  <a:lnTo>
                    <a:pt x="6097836" y="730214"/>
                  </a:lnTo>
                  <a:lnTo>
                    <a:pt x="6097981" y="730214"/>
                  </a:lnTo>
                  <a:lnTo>
                    <a:pt x="6098127" y="730214"/>
                  </a:lnTo>
                  <a:lnTo>
                    <a:pt x="6098272" y="730214"/>
                  </a:lnTo>
                  <a:lnTo>
                    <a:pt x="6098418" y="730214"/>
                  </a:lnTo>
                  <a:lnTo>
                    <a:pt x="6098563" y="730214"/>
                  </a:lnTo>
                  <a:lnTo>
                    <a:pt x="6098708" y="730214"/>
                  </a:lnTo>
                  <a:lnTo>
                    <a:pt x="6098708" y="729591"/>
                  </a:lnTo>
                  <a:lnTo>
                    <a:pt x="6098854" y="729591"/>
                  </a:lnTo>
                  <a:lnTo>
                    <a:pt x="6098999" y="729591"/>
                  </a:lnTo>
                  <a:lnTo>
                    <a:pt x="6099145" y="729591"/>
                  </a:lnTo>
                  <a:lnTo>
                    <a:pt x="6099290" y="729591"/>
                  </a:lnTo>
                  <a:lnTo>
                    <a:pt x="6099436" y="729591"/>
                  </a:lnTo>
                  <a:lnTo>
                    <a:pt x="6099581" y="729591"/>
                  </a:lnTo>
                  <a:lnTo>
                    <a:pt x="6099726" y="729591"/>
                  </a:lnTo>
                  <a:lnTo>
                    <a:pt x="6099872" y="729591"/>
                  </a:lnTo>
                  <a:lnTo>
                    <a:pt x="6100017" y="729591"/>
                  </a:lnTo>
                  <a:lnTo>
                    <a:pt x="6100163" y="729591"/>
                  </a:lnTo>
                  <a:lnTo>
                    <a:pt x="6100163" y="728967"/>
                  </a:lnTo>
                  <a:lnTo>
                    <a:pt x="6100308" y="728967"/>
                  </a:lnTo>
                  <a:lnTo>
                    <a:pt x="6100454" y="728967"/>
                  </a:lnTo>
                  <a:lnTo>
                    <a:pt x="6100454" y="728344"/>
                  </a:lnTo>
                  <a:lnTo>
                    <a:pt x="6100599" y="728344"/>
                  </a:lnTo>
                  <a:lnTo>
                    <a:pt x="6100744" y="728344"/>
                  </a:lnTo>
                  <a:lnTo>
                    <a:pt x="6100890" y="728344"/>
                  </a:lnTo>
                  <a:lnTo>
                    <a:pt x="6101035" y="728344"/>
                  </a:lnTo>
                  <a:lnTo>
                    <a:pt x="6101181" y="728344"/>
                  </a:lnTo>
                  <a:lnTo>
                    <a:pt x="6101326" y="728344"/>
                  </a:lnTo>
                  <a:lnTo>
                    <a:pt x="6101472" y="728344"/>
                  </a:lnTo>
                  <a:lnTo>
                    <a:pt x="6101617" y="728344"/>
                  </a:lnTo>
                  <a:lnTo>
                    <a:pt x="6101762" y="728344"/>
                  </a:lnTo>
                  <a:lnTo>
                    <a:pt x="6101908" y="728344"/>
                  </a:lnTo>
                  <a:lnTo>
                    <a:pt x="6102053" y="728344"/>
                  </a:lnTo>
                  <a:lnTo>
                    <a:pt x="6102199" y="728344"/>
                  </a:lnTo>
                  <a:lnTo>
                    <a:pt x="6102344" y="728344"/>
                  </a:lnTo>
                  <a:lnTo>
                    <a:pt x="6102490" y="728344"/>
                  </a:lnTo>
                  <a:lnTo>
                    <a:pt x="6102635" y="728344"/>
                  </a:lnTo>
                  <a:lnTo>
                    <a:pt x="6102780" y="728344"/>
                  </a:lnTo>
                  <a:lnTo>
                    <a:pt x="6102926" y="728344"/>
                  </a:lnTo>
                  <a:lnTo>
                    <a:pt x="6103071" y="728344"/>
                  </a:lnTo>
                  <a:lnTo>
                    <a:pt x="6103217" y="728344"/>
                  </a:lnTo>
                  <a:lnTo>
                    <a:pt x="6103362" y="728344"/>
                  </a:lnTo>
                  <a:lnTo>
                    <a:pt x="6103507" y="728344"/>
                  </a:lnTo>
                  <a:lnTo>
                    <a:pt x="6103653" y="728344"/>
                  </a:lnTo>
                  <a:lnTo>
                    <a:pt x="6103798" y="728344"/>
                  </a:lnTo>
                  <a:lnTo>
                    <a:pt x="6103944" y="728344"/>
                  </a:lnTo>
                  <a:lnTo>
                    <a:pt x="6104089" y="728344"/>
                  </a:lnTo>
                  <a:lnTo>
                    <a:pt x="6104235" y="728344"/>
                  </a:lnTo>
                  <a:lnTo>
                    <a:pt x="6104380" y="728344"/>
                  </a:lnTo>
                  <a:lnTo>
                    <a:pt x="6104525" y="728344"/>
                  </a:lnTo>
                  <a:lnTo>
                    <a:pt x="6104525" y="727720"/>
                  </a:lnTo>
                  <a:lnTo>
                    <a:pt x="6104671" y="727720"/>
                  </a:lnTo>
                  <a:lnTo>
                    <a:pt x="6104816" y="727720"/>
                  </a:lnTo>
                  <a:lnTo>
                    <a:pt x="6104962" y="727720"/>
                  </a:lnTo>
                  <a:lnTo>
                    <a:pt x="6105107" y="727720"/>
                  </a:lnTo>
                  <a:lnTo>
                    <a:pt x="6105253" y="727720"/>
                  </a:lnTo>
                  <a:lnTo>
                    <a:pt x="6105253" y="727096"/>
                  </a:lnTo>
                  <a:lnTo>
                    <a:pt x="6105398" y="727096"/>
                  </a:lnTo>
                  <a:lnTo>
                    <a:pt x="6105543" y="727096"/>
                  </a:lnTo>
                  <a:lnTo>
                    <a:pt x="6105689" y="727096"/>
                  </a:lnTo>
                  <a:lnTo>
                    <a:pt x="6105834" y="727096"/>
                  </a:lnTo>
                  <a:lnTo>
                    <a:pt x="6105980" y="727096"/>
                  </a:lnTo>
                  <a:lnTo>
                    <a:pt x="6106125" y="727096"/>
                  </a:lnTo>
                  <a:lnTo>
                    <a:pt x="6106271" y="727096"/>
                  </a:lnTo>
                  <a:lnTo>
                    <a:pt x="6106416" y="727096"/>
                  </a:lnTo>
                  <a:lnTo>
                    <a:pt x="6106561" y="727096"/>
                  </a:lnTo>
                  <a:lnTo>
                    <a:pt x="6106707" y="727096"/>
                  </a:lnTo>
                  <a:lnTo>
                    <a:pt x="6106852" y="727096"/>
                  </a:lnTo>
                  <a:lnTo>
                    <a:pt x="6106998" y="727096"/>
                  </a:lnTo>
                  <a:lnTo>
                    <a:pt x="6107143" y="727096"/>
                  </a:lnTo>
                  <a:lnTo>
                    <a:pt x="6107289" y="727096"/>
                  </a:lnTo>
                  <a:lnTo>
                    <a:pt x="6107434" y="727096"/>
                  </a:lnTo>
                  <a:lnTo>
                    <a:pt x="6107579" y="727096"/>
                  </a:lnTo>
                  <a:lnTo>
                    <a:pt x="6107725" y="727096"/>
                  </a:lnTo>
                  <a:lnTo>
                    <a:pt x="6107870" y="727096"/>
                  </a:lnTo>
                  <a:lnTo>
                    <a:pt x="6108016" y="727096"/>
                  </a:lnTo>
                  <a:lnTo>
                    <a:pt x="6108161" y="727096"/>
                  </a:lnTo>
                  <a:lnTo>
                    <a:pt x="6108161" y="726473"/>
                  </a:lnTo>
                  <a:lnTo>
                    <a:pt x="6108307" y="726473"/>
                  </a:lnTo>
                  <a:lnTo>
                    <a:pt x="6108452" y="726473"/>
                  </a:lnTo>
                  <a:lnTo>
                    <a:pt x="6108597" y="726473"/>
                  </a:lnTo>
                  <a:lnTo>
                    <a:pt x="6108743" y="726473"/>
                  </a:lnTo>
                  <a:lnTo>
                    <a:pt x="6108888" y="726473"/>
                  </a:lnTo>
                  <a:lnTo>
                    <a:pt x="6108888" y="725849"/>
                  </a:lnTo>
                  <a:lnTo>
                    <a:pt x="6109034" y="725849"/>
                  </a:lnTo>
                  <a:lnTo>
                    <a:pt x="6109179" y="725849"/>
                  </a:lnTo>
                  <a:lnTo>
                    <a:pt x="6109325" y="725849"/>
                  </a:lnTo>
                  <a:lnTo>
                    <a:pt x="6109470" y="725849"/>
                  </a:lnTo>
                  <a:lnTo>
                    <a:pt x="6109615" y="725849"/>
                  </a:lnTo>
                  <a:lnTo>
                    <a:pt x="6109761" y="725849"/>
                  </a:lnTo>
                  <a:lnTo>
                    <a:pt x="6109906" y="725849"/>
                  </a:lnTo>
                  <a:lnTo>
                    <a:pt x="6110052" y="725849"/>
                  </a:lnTo>
                  <a:lnTo>
                    <a:pt x="6110197" y="725849"/>
                  </a:lnTo>
                  <a:lnTo>
                    <a:pt x="6110342" y="725849"/>
                  </a:lnTo>
                  <a:lnTo>
                    <a:pt x="6110488" y="725849"/>
                  </a:lnTo>
                  <a:lnTo>
                    <a:pt x="6110633" y="725849"/>
                  </a:lnTo>
                  <a:lnTo>
                    <a:pt x="6110779" y="725849"/>
                  </a:lnTo>
                  <a:lnTo>
                    <a:pt x="6110924" y="725849"/>
                  </a:lnTo>
                  <a:lnTo>
                    <a:pt x="6111070" y="725849"/>
                  </a:lnTo>
                  <a:lnTo>
                    <a:pt x="6111215" y="725849"/>
                  </a:lnTo>
                  <a:lnTo>
                    <a:pt x="6111360" y="725849"/>
                  </a:lnTo>
                  <a:lnTo>
                    <a:pt x="6111506" y="725849"/>
                  </a:lnTo>
                  <a:lnTo>
                    <a:pt x="6111651" y="725849"/>
                  </a:lnTo>
                  <a:lnTo>
                    <a:pt x="6111797" y="725849"/>
                  </a:lnTo>
                  <a:lnTo>
                    <a:pt x="6111942" y="725849"/>
                  </a:lnTo>
                  <a:lnTo>
                    <a:pt x="6112088" y="725849"/>
                  </a:lnTo>
                  <a:lnTo>
                    <a:pt x="6112233" y="725849"/>
                  </a:lnTo>
                  <a:lnTo>
                    <a:pt x="6112378" y="725849"/>
                  </a:lnTo>
                  <a:lnTo>
                    <a:pt x="6112524" y="725849"/>
                  </a:lnTo>
                  <a:lnTo>
                    <a:pt x="6112669" y="725849"/>
                  </a:lnTo>
                  <a:lnTo>
                    <a:pt x="6112815" y="725849"/>
                  </a:lnTo>
                  <a:lnTo>
                    <a:pt x="6112960" y="725849"/>
                  </a:lnTo>
                  <a:lnTo>
                    <a:pt x="6113106" y="725849"/>
                  </a:lnTo>
                  <a:lnTo>
                    <a:pt x="6113251" y="725849"/>
                  </a:lnTo>
                  <a:lnTo>
                    <a:pt x="6113396" y="725849"/>
                  </a:lnTo>
                  <a:lnTo>
                    <a:pt x="6113542" y="725849"/>
                  </a:lnTo>
                  <a:lnTo>
                    <a:pt x="6113687" y="725849"/>
                  </a:lnTo>
                  <a:lnTo>
                    <a:pt x="6113687" y="725226"/>
                  </a:lnTo>
                  <a:lnTo>
                    <a:pt x="6113833" y="725226"/>
                  </a:lnTo>
                  <a:lnTo>
                    <a:pt x="6113978" y="725226"/>
                  </a:lnTo>
                  <a:lnTo>
                    <a:pt x="6114124" y="725226"/>
                  </a:lnTo>
                  <a:lnTo>
                    <a:pt x="6114124" y="724602"/>
                  </a:lnTo>
                  <a:lnTo>
                    <a:pt x="6114269" y="724602"/>
                  </a:lnTo>
                  <a:lnTo>
                    <a:pt x="6114414" y="724602"/>
                  </a:lnTo>
                  <a:lnTo>
                    <a:pt x="6114560" y="724602"/>
                  </a:lnTo>
                  <a:lnTo>
                    <a:pt x="6114705" y="724602"/>
                  </a:lnTo>
                  <a:lnTo>
                    <a:pt x="6114851" y="724602"/>
                  </a:lnTo>
                  <a:lnTo>
                    <a:pt x="6114996" y="724602"/>
                  </a:lnTo>
                  <a:lnTo>
                    <a:pt x="6115142" y="724602"/>
                  </a:lnTo>
                  <a:lnTo>
                    <a:pt x="6115287" y="724602"/>
                  </a:lnTo>
                  <a:lnTo>
                    <a:pt x="6115432" y="724602"/>
                  </a:lnTo>
                  <a:lnTo>
                    <a:pt x="6115578" y="724602"/>
                  </a:lnTo>
                  <a:lnTo>
                    <a:pt x="6115723" y="724602"/>
                  </a:lnTo>
                  <a:lnTo>
                    <a:pt x="6115869" y="724602"/>
                  </a:lnTo>
                  <a:lnTo>
                    <a:pt x="6116014" y="724602"/>
                  </a:lnTo>
                  <a:lnTo>
                    <a:pt x="6116160" y="724602"/>
                  </a:lnTo>
                  <a:lnTo>
                    <a:pt x="6116305" y="724602"/>
                  </a:lnTo>
                  <a:lnTo>
                    <a:pt x="6116450" y="724602"/>
                  </a:lnTo>
                  <a:lnTo>
                    <a:pt x="6116596" y="724602"/>
                  </a:lnTo>
                  <a:lnTo>
                    <a:pt x="6116741" y="724602"/>
                  </a:lnTo>
                  <a:lnTo>
                    <a:pt x="6116887" y="724602"/>
                  </a:lnTo>
                  <a:lnTo>
                    <a:pt x="6117032" y="724602"/>
                  </a:lnTo>
                  <a:lnTo>
                    <a:pt x="6117177" y="724602"/>
                  </a:lnTo>
                  <a:lnTo>
                    <a:pt x="6117323" y="724602"/>
                  </a:lnTo>
                  <a:lnTo>
                    <a:pt x="6117468" y="724602"/>
                  </a:lnTo>
                  <a:lnTo>
                    <a:pt x="6117614" y="724602"/>
                  </a:lnTo>
                  <a:lnTo>
                    <a:pt x="6117759" y="724602"/>
                  </a:lnTo>
                  <a:lnTo>
                    <a:pt x="6117905" y="724602"/>
                  </a:lnTo>
                  <a:lnTo>
                    <a:pt x="6118050" y="724602"/>
                  </a:lnTo>
                  <a:lnTo>
                    <a:pt x="6118050" y="723979"/>
                  </a:lnTo>
                  <a:lnTo>
                    <a:pt x="6118195" y="723979"/>
                  </a:lnTo>
                  <a:lnTo>
                    <a:pt x="6118341" y="723979"/>
                  </a:lnTo>
                  <a:lnTo>
                    <a:pt x="6118486" y="723979"/>
                  </a:lnTo>
                  <a:lnTo>
                    <a:pt x="6118632" y="723979"/>
                  </a:lnTo>
                  <a:lnTo>
                    <a:pt x="6118777" y="723979"/>
                  </a:lnTo>
                  <a:lnTo>
                    <a:pt x="6118923" y="723979"/>
                  </a:lnTo>
                  <a:lnTo>
                    <a:pt x="6119068" y="723979"/>
                  </a:lnTo>
                  <a:lnTo>
                    <a:pt x="6119213" y="723979"/>
                  </a:lnTo>
                  <a:lnTo>
                    <a:pt x="6119359" y="723979"/>
                  </a:lnTo>
                  <a:lnTo>
                    <a:pt x="6119504" y="723979"/>
                  </a:lnTo>
                  <a:lnTo>
                    <a:pt x="6119650" y="723979"/>
                  </a:lnTo>
                  <a:lnTo>
                    <a:pt x="6119795" y="723979"/>
                  </a:lnTo>
                  <a:lnTo>
                    <a:pt x="6119941" y="723979"/>
                  </a:lnTo>
                  <a:lnTo>
                    <a:pt x="6120086" y="723979"/>
                  </a:lnTo>
                  <a:lnTo>
                    <a:pt x="6120231" y="723979"/>
                  </a:lnTo>
                  <a:lnTo>
                    <a:pt x="6120377" y="723979"/>
                  </a:lnTo>
                  <a:lnTo>
                    <a:pt x="6120522" y="723979"/>
                  </a:lnTo>
                  <a:lnTo>
                    <a:pt x="6120668" y="723979"/>
                  </a:lnTo>
                  <a:lnTo>
                    <a:pt x="6120813" y="723979"/>
                  </a:lnTo>
                  <a:lnTo>
                    <a:pt x="6120959" y="723979"/>
                  </a:lnTo>
                  <a:lnTo>
                    <a:pt x="6121104" y="723979"/>
                  </a:lnTo>
                  <a:lnTo>
                    <a:pt x="6121104" y="723355"/>
                  </a:lnTo>
                  <a:lnTo>
                    <a:pt x="6121249" y="723355"/>
                  </a:lnTo>
                  <a:lnTo>
                    <a:pt x="6121395" y="723355"/>
                  </a:lnTo>
                  <a:lnTo>
                    <a:pt x="6121540" y="723355"/>
                  </a:lnTo>
                  <a:lnTo>
                    <a:pt x="6121686" y="723355"/>
                  </a:lnTo>
                  <a:lnTo>
                    <a:pt x="6121686" y="722731"/>
                  </a:lnTo>
                  <a:lnTo>
                    <a:pt x="6121831" y="722731"/>
                  </a:lnTo>
                  <a:lnTo>
                    <a:pt x="6121977" y="722731"/>
                  </a:lnTo>
                  <a:lnTo>
                    <a:pt x="6122122" y="722731"/>
                  </a:lnTo>
                  <a:lnTo>
                    <a:pt x="6122267" y="722731"/>
                  </a:lnTo>
                  <a:lnTo>
                    <a:pt x="6122413" y="722731"/>
                  </a:lnTo>
                  <a:lnTo>
                    <a:pt x="6122558" y="722731"/>
                  </a:lnTo>
                  <a:lnTo>
                    <a:pt x="6122704" y="722731"/>
                  </a:lnTo>
                  <a:lnTo>
                    <a:pt x="6122849" y="722731"/>
                  </a:lnTo>
                  <a:lnTo>
                    <a:pt x="6122849" y="722108"/>
                  </a:lnTo>
                  <a:lnTo>
                    <a:pt x="6122995" y="722108"/>
                  </a:lnTo>
                  <a:lnTo>
                    <a:pt x="6123140" y="722108"/>
                  </a:lnTo>
                  <a:lnTo>
                    <a:pt x="6123140" y="721484"/>
                  </a:lnTo>
                  <a:lnTo>
                    <a:pt x="6123285" y="721484"/>
                  </a:lnTo>
                  <a:lnTo>
                    <a:pt x="6123431" y="721484"/>
                  </a:lnTo>
                  <a:lnTo>
                    <a:pt x="6123576" y="721484"/>
                  </a:lnTo>
                  <a:lnTo>
                    <a:pt x="6123722" y="721484"/>
                  </a:lnTo>
                  <a:lnTo>
                    <a:pt x="6123867" y="721484"/>
                  </a:lnTo>
                  <a:lnTo>
                    <a:pt x="6124012" y="721484"/>
                  </a:lnTo>
                  <a:lnTo>
                    <a:pt x="6124158" y="721484"/>
                  </a:lnTo>
                  <a:lnTo>
                    <a:pt x="6124303" y="721484"/>
                  </a:lnTo>
                  <a:lnTo>
                    <a:pt x="6124449" y="721484"/>
                  </a:lnTo>
                  <a:lnTo>
                    <a:pt x="6124594" y="721484"/>
                  </a:lnTo>
                  <a:lnTo>
                    <a:pt x="6124594" y="720861"/>
                  </a:lnTo>
                  <a:lnTo>
                    <a:pt x="6124740" y="720861"/>
                  </a:lnTo>
                  <a:lnTo>
                    <a:pt x="6124885" y="720861"/>
                  </a:lnTo>
                  <a:lnTo>
                    <a:pt x="6125030" y="720861"/>
                  </a:lnTo>
                  <a:lnTo>
                    <a:pt x="6125176" y="720861"/>
                  </a:lnTo>
                  <a:lnTo>
                    <a:pt x="6125321" y="720861"/>
                  </a:lnTo>
                  <a:lnTo>
                    <a:pt x="6125467" y="720861"/>
                  </a:lnTo>
                  <a:lnTo>
                    <a:pt x="6125612" y="720861"/>
                  </a:lnTo>
                  <a:lnTo>
                    <a:pt x="6125758" y="720861"/>
                  </a:lnTo>
                  <a:lnTo>
                    <a:pt x="6125903" y="720861"/>
                  </a:lnTo>
                  <a:lnTo>
                    <a:pt x="6126048" y="720861"/>
                  </a:lnTo>
                  <a:lnTo>
                    <a:pt x="6126194" y="720861"/>
                  </a:lnTo>
                  <a:lnTo>
                    <a:pt x="6126339" y="720861"/>
                  </a:lnTo>
                  <a:lnTo>
                    <a:pt x="6126485" y="720861"/>
                  </a:lnTo>
                  <a:lnTo>
                    <a:pt x="6126630" y="720861"/>
                  </a:lnTo>
                  <a:lnTo>
                    <a:pt x="6126776" y="720861"/>
                  </a:lnTo>
                  <a:lnTo>
                    <a:pt x="6126921" y="720861"/>
                  </a:lnTo>
                  <a:lnTo>
                    <a:pt x="6126921" y="720237"/>
                  </a:lnTo>
                  <a:lnTo>
                    <a:pt x="6126921" y="719613"/>
                  </a:lnTo>
                  <a:lnTo>
                    <a:pt x="6127066" y="719613"/>
                  </a:lnTo>
                  <a:lnTo>
                    <a:pt x="6127212" y="719613"/>
                  </a:lnTo>
                  <a:lnTo>
                    <a:pt x="6127357" y="719613"/>
                  </a:lnTo>
                  <a:lnTo>
                    <a:pt x="6127503" y="719613"/>
                  </a:lnTo>
                  <a:lnTo>
                    <a:pt x="6127648" y="719613"/>
                  </a:lnTo>
                  <a:lnTo>
                    <a:pt x="6127794" y="719613"/>
                  </a:lnTo>
                  <a:lnTo>
                    <a:pt x="6127939" y="719613"/>
                  </a:lnTo>
                  <a:lnTo>
                    <a:pt x="6127939" y="718990"/>
                  </a:lnTo>
                  <a:lnTo>
                    <a:pt x="6128084" y="718990"/>
                  </a:lnTo>
                  <a:lnTo>
                    <a:pt x="6128230" y="718990"/>
                  </a:lnTo>
                  <a:lnTo>
                    <a:pt x="6128375" y="718990"/>
                  </a:lnTo>
                  <a:lnTo>
                    <a:pt x="6128521" y="718990"/>
                  </a:lnTo>
                  <a:lnTo>
                    <a:pt x="6128666" y="718990"/>
                  </a:lnTo>
                  <a:lnTo>
                    <a:pt x="6128812" y="718990"/>
                  </a:lnTo>
                  <a:lnTo>
                    <a:pt x="6128957" y="718990"/>
                  </a:lnTo>
                  <a:lnTo>
                    <a:pt x="6129102" y="718990"/>
                  </a:lnTo>
                  <a:lnTo>
                    <a:pt x="6129248" y="718990"/>
                  </a:lnTo>
                  <a:lnTo>
                    <a:pt x="6129393" y="718990"/>
                  </a:lnTo>
                  <a:lnTo>
                    <a:pt x="6129539" y="718990"/>
                  </a:lnTo>
                  <a:lnTo>
                    <a:pt x="6129684" y="718990"/>
                  </a:lnTo>
                  <a:lnTo>
                    <a:pt x="6129684" y="718366"/>
                  </a:lnTo>
                  <a:lnTo>
                    <a:pt x="6129830" y="718366"/>
                  </a:lnTo>
                  <a:lnTo>
                    <a:pt x="6129975" y="718366"/>
                  </a:lnTo>
                  <a:lnTo>
                    <a:pt x="6130120" y="718366"/>
                  </a:lnTo>
                  <a:lnTo>
                    <a:pt x="6130266" y="718366"/>
                  </a:lnTo>
                  <a:lnTo>
                    <a:pt x="6130411" y="718366"/>
                  </a:lnTo>
                  <a:lnTo>
                    <a:pt x="6130557" y="718366"/>
                  </a:lnTo>
                  <a:lnTo>
                    <a:pt x="6130702" y="718366"/>
                  </a:lnTo>
                  <a:lnTo>
                    <a:pt x="6130847" y="718366"/>
                  </a:lnTo>
                  <a:lnTo>
                    <a:pt x="6130993" y="718366"/>
                  </a:lnTo>
                  <a:lnTo>
                    <a:pt x="6131138" y="718366"/>
                  </a:lnTo>
                  <a:lnTo>
                    <a:pt x="6131284" y="718366"/>
                  </a:lnTo>
                  <a:lnTo>
                    <a:pt x="6131429" y="718366"/>
                  </a:lnTo>
                  <a:lnTo>
                    <a:pt x="6131575" y="718366"/>
                  </a:lnTo>
                  <a:lnTo>
                    <a:pt x="6131720" y="718366"/>
                  </a:lnTo>
                  <a:lnTo>
                    <a:pt x="6131865" y="718366"/>
                  </a:lnTo>
                  <a:lnTo>
                    <a:pt x="6132011" y="718366"/>
                  </a:lnTo>
                  <a:lnTo>
                    <a:pt x="6132156" y="718366"/>
                  </a:lnTo>
                  <a:lnTo>
                    <a:pt x="6132302" y="718366"/>
                  </a:lnTo>
                  <a:lnTo>
                    <a:pt x="6132302" y="717743"/>
                  </a:lnTo>
                  <a:lnTo>
                    <a:pt x="6132447" y="717743"/>
                  </a:lnTo>
                  <a:lnTo>
                    <a:pt x="6132593" y="717743"/>
                  </a:lnTo>
                  <a:lnTo>
                    <a:pt x="6132738" y="717743"/>
                  </a:lnTo>
                  <a:lnTo>
                    <a:pt x="6132883" y="717743"/>
                  </a:lnTo>
                  <a:lnTo>
                    <a:pt x="6133029" y="717743"/>
                  </a:lnTo>
                  <a:lnTo>
                    <a:pt x="6133174" y="717743"/>
                  </a:lnTo>
                  <a:lnTo>
                    <a:pt x="6133320" y="717743"/>
                  </a:lnTo>
                  <a:lnTo>
                    <a:pt x="6133465" y="717743"/>
                  </a:lnTo>
                  <a:lnTo>
                    <a:pt x="6133611" y="717743"/>
                  </a:lnTo>
                  <a:lnTo>
                    <a:pt x="6133756" y="717743"/>
                  </a:lnTo>
                  <a:lnTo>
                    <a:pt x="6133756" y="717119"/>
                  </a:lnTo>
                  <a:lnTo>
                    <a:pt x="6133756" y="716496"/>
                  </a:lnTo>
                  <a:lnTo>
                    <a:pt x="6133901" y="716496"/>
                  </a:lnTo>
                  <a:lnTo>
                    <a:pt x="6133901" y="715872"/>
                  </a:lnTo>
                  <a:lnTo>
                    <a:pt x="6134047" y="715872"/>
                  </a:lnTo>
                  <a:lnTo>
                    <a:pt x="6134192" y="715872"/>
                  </a:lnTo>
                  <a:lnTo>
                    <a:pt x="6134338" y="715872"/>
                  </a:lnTo>
                  <a:lnTo>
                    <a:pt x="6134483" y="715872"/>
                  </a:lnTo>
                  <a:lnTo>
                    <a:pt x="6134629" y="715872"/>
                  </a:lnTo>
                  <a:lnTo>
                    <a:pt x="6134774" y="715872"/>
                  </a:lnTo>
                  <a:lnTo>
                    <a:pt x="6134919" y="715872"/>
                  </a:lnTo>
                  <a:lnTo>
                    <a:pt x="6135065" y="715872"/>
                  </a:lnTo>
                  <a:lnTo>
                    <a:pt x="6135210" y="715872"/>
                  </a:lnTo>
                  <a:lnTo>
                    <a:pt x="6135356" y="715872"/>
                  </a:lnTo>
                  <a:lnTo>
                    <a:pt x="6135501" y="715872"/>
                  </a:lnTo>
                  <a:lnTo>
                    <a:pt x="6135501" y="715248"/>
                  </a:lnTo>
                  <a:lnTo>
                    <a:pt x="6135501" y="714625"/>
                  </a:lnTo>
                  <a:lnTo>
                    <a:pt x="6135647" y="714625"/>
                  </a:lnTo>
                  <a:lnTo>
                    <a:pt x="6135792" y="714625"/>
                  </a:lnTo>
                  <a:lnTo>
                    <a:pt x="6135937" y="714625"/>
                  </a:lnTo>
                  <a:lnTo>
                    <a:pt x="6135937" y="714001"/>
                  </a:lnTo>
                  <a:lnTo>
                    <a:pt x="6136083" y="714001"/>
                  </a:lnTo>
                  <a:lnTo>
                    <a:pt x="6136228" y="714001"/>
                  </a:lnTo>
                  <a:lnTo>
                    <a:pt x="6136374" y="714001"/>
                  </a:lnTo>
                  <a:lnTo>
                    <a:pt x="6136519" y="714001"/>
                  </a:lnTo>
                  <a:lnTo>
                    <a:pt x="6136665" y="714001"/>
                  </a:lnTo>
                  <a:lnTo>
                    <a:pt x="6136665" y="713378"/>
                  </a:lnTo>
                  <a:lnTo>
                    <a:pt x="6136810" y="713378"/>
                  </a:lnTo>
                  <a:lnTo>
                    <a:pt x="6136955" y="713378"/>
                  </a:lnTo>
                  <a:lnTo>
                    <a:pt x="6137101" y="713378"/>
                  </a:lnTo>
                  <a:lnTo>
                    <a:pt x="6137246" y="713378"/>
                  </a:lnTo>
                  <a:lnTo>
                    <a:pt x="6137392" y="713378"/>
                  </a:lnTo>
                  <a:lnTo>
                    <a:pt x="6137537" y="713378"/>
                  </a:lnTo>
                  <a:lnTo>
                    <a:pt x="6137682" y="713378"/>
                  </a:lnTo>
                  <a:lnTo>
                    <a:pt x="6137828" y="713378"/>
                  </a:lnTo>
                  <a:lnTo>
                    <a:pt x="6137828" y="712754"/>
                  </a:lnTo>
                  <a:lnTo>
                    <a:pt x="6137973" y="712754"/>
                  </a:lnTo>
                  <a:lnTo>
                    <a:pt x="6138119" y="712754"/>
                  </a:lnTo>
                  <a:lnTo>
                    <a:pt x="6138264" y="712754"/>
                  </a:lnTo>
                  <a:lnTo>
                    <a:pt x="6138410" y="712754"/>
                  </a:lnTo>
                  <a:lnTo>
                    <a:pt x="6138555" y="712754"/>
                  </a:lnTo>
                  <a:lnTo>
                    <a:pt x="6138700" y="712754"/>
                  </a:lnTo>
                  <a:lnTo>
                    <a:pt x="6138846" y="712754"/>
                  </a:lnTo>
                  <a:lnTo>
                    <a:pt x="6138991" y="712754"/>
                  </a:lnTo>
                  <a:lnTo>
                    <a:pt x="6139137" y="712754"/>
                  </a:lnTo>
                  <a:lnTo>
                    <a:pt x="6139137" y="712131"/>
                  </a:lnTo>
                  <a:lnTo>
                    <a:pt x="6139282" y="712131"/>
                  </a:lnTo>
                  <a:lnTo>
                    <a:pt x="6139282" y="711507"/>
                  </a:lnTo>
                  <a:lnTo>
                    <a:pt x="6139428" y="711507"/>
                  </a:lnTo>
                  <a:lnTo>
                    <a:pt x="6139573" y="711507"/>
                  </a:lnTo>
                  <a:lnTo>
                    <a:pt x="6139718" y="711507"/>
                  </a:lnTo>
                  <a:lnTo>
                    <a:pt x="6139864" y="711507"/>
                  </a:lnTo>
                  <a:lnTo>
                    <a:pt x="6140009" y="711507"/>
                  </a:lnTo>
                  <a:lnTo>
                    <a:pt x="6140155" y="711507"/>
                  </a:lnTo>
                  <a:lnTo>
                    <a:pt x="6140300" y="711507"/>
                  </a:lnTo>
                  <a:lnTo>
                    <a:pt x="6140446" y="711507"/>
                  </a:lnTo>
                  <a:lnTo>
                    <a:pt x="6140446" y="710883"/>
                  </a:lnTo>
                  <a:lnTo>
                    <a:pt x="6140591" y="710883"/>
                  </a:lnTo>
                  <a:lnTo>
                    <a:pt x="6140736" y="710883"/>
                  </a:lnTo>
                  <a:lnTo>
                    <a:pt x="6140882" y="710883"/>
                  </a:lnTo>
                  <a:lnTo>
                    <a:pt x="6141027" y="710883"/>
                  </a:lnTo>
                  <a:lnTo>
                    <a:pt x="6141173" y="710883"/>
                  </a:lnTo>
                  <a:lnTo>
                    <a:pt x="6141318" y="710883"/>
                  </a:lnTo>
                  <a:lnTo>
                    <a:pt x="6141464" y="710883"/>
                  </a:lnTo>
                  <a:lnTo>
                    <a:pt x="6141609" y="710883"/>
                  </a:lnTo>
                  <a:lnTo>
                    <a:pt x="6141609" y="710260"/>
                  </a:lnTo>
                  <a:lnTo>
                    <a:pt x="6141754" y="710260"/>
                  </a:lnTo>
                  <a:lnTo>
                    <a:pt x="6141900" y="710260"/>
                  </a:lnTo>
                  <a:lnTo>
                    <a:pt x="6142045" y="710260"/>
                  </a:lnTo>
                  <a:lnTo>
                    <a:pt x="6142191" y="710260"/>
                  </a:lnTo>
                  <a:lnTo>
                    <a:pt x="6142336" y="710260"/>
                  </a:lnTo>
                  <a:lnTo>
                    <a:pt x="6142482" y="710260"/>
                  </a:lnTo>
                  <a:lnTo>
                    <a:pt x="6142627" y="710260"/>
                  </a:lnTo>
                  <a:lnTo>
                    <a:pt x="6142772" y="710260"/>
                  </a:lnTo>
                  <a:lnTo>
                    <a:pt x="6142918" y="710260"/>
                  </a:lnTo>
                  <a:lnTo>
                    <a:pt x="6143063" y="710260"/>
                  </a:lnTo>
                  <a:lnTo>
                    <a:pt x="6143209" y="710260"/>
                  </a:lnTo>
                  <a:lnTo>
                    <a:pt x="6143354" y="710260"/>
                  </a:lnTo>
                  <a:lnTo>
                    <a:pt x="6143500" y="710260"/>
                  </a:lnTo>
                  <a:lnTo>
                    <a:pt x="6143500" y="709636"/>
                  </a:lnTo>
                  <a:lnTo>
                    <a:pt x="6143645" y="709636"/>
                  </a:lnTo>
                  <a:lnTo>
                    <a:pt x="6143790" y="709636"/>
                  </a:lnTo>
                  <a:lnTo>
                    <a:pt x="6143936" y="709636"/>
                  </a:lnTo>
                  <a:lnTo>
                    <a:pt x="6144081" y="709636"/>
                  </a:lnTo>
                  <a:lnTo>
                    <a:pt x="6144227" y="709636"/>
                  </a:lnTo>
                  <a:lnTo>
                    <a:pt x="6144372" y="709636"/>
                  </a:lnTo>
                  <a:lnTo>
                    <a:pt x="6144517" y="709636"/>
                  </a:lnTo>
                  <a:lnTo>
                    <a:pt x="6144663" y="709636"/>
                  </a:lnTo>
                  <a:lnTo>
                    <a:pt x="6144808" y="709636"/>
                  </a:lnTo>
                  <a:lnTo>
                    <a:pt x="6144954" y="709636"/>
                  </a:lnTo>
                  <a:lnTo>
                    <a:pt x="6145099" y="709636"/>
                  </a:lnTo>
                  <a:lnTo>
                    <a:pt x="6145245" y="709636"/>
                  </a:lnTo>
                  <a:lnTo>
                    <a:pt x="6145390" y="709636"/>
                  </a:lnTo>
                  <a:lnTo>
                    <a:pt x="6145535" y="709636"/>
                  </a:lnTo>
                  <a:lnTo>
                    <a:pt x="6145535" y="709013"/>
                  </a:lnTo>
                  <a:lnTo>
                    <a:pt x="6145681" y="709013"/>
                  </a:lnTo>
                  <a:lnTo>
                    <a:pt x="6145826" y="709013"/>
                  </a:lnTo>
                  <a:lnTo>
                    <a:pt x="6145972" y="709013"/>
                  </a:lnTo>
                  <a:lnTo>
                    <a:pt x="6146117" y="709013"/>
                  </a:lnTo>
                  <a:lnTo>
                    <a:pt x="6146263" y="709013"/>
                  </a:lnTo>
                  <a:lnTo>
                    <a:pt x="6146408" y="709013"/>
                  </a:lnTo>
                  <a:lnTo>
                    <a:pt x="6146553" y="709013"/>
                  </a:lnTo>
                  <a:lnTo>
                    <a:pt x="6146699" y="709013"/>
                  </a:lnTo>
                  <a:lnTo>
                    <a:pt x="6146844" y="709013"/>
                  </a:lnTo>
                  <a:lnTo>
                    <a:pt x="6146990" y="709013"/>
                  </a:lnTo>
                  <a:lnTo>
                    <a:pt x="6146990" y="708389"/>
                  </a:lnTo>
                  <a:lnTo>
                    <a:pt x="6147135" y="708389"/>
                  </a:lnTo>
                  <a:lnTo>
                    <a:pt x="6147135" y="707765"/>
                  </a:lnTo>
                  <a:lnTo>
                    <a:pt x="6147281" y="707765"/>
                  </a:lnTo>
                  <a:lnTo>
                    <a:pt x="6147426" y="707765"/>
                  </a:lnTo>
                  <a:lnTo>
                    <a:pt x="6147571" y="707765"/>
                  </a:lnTo>
                  <a:lnTo>
                    <a:pt x="6147717" y="707765"/>
                  </a:lnTo>
                  <a:lnTo>
                    <a:pt x="6147862" y="707765"/>
                  </a:lnTo>
                  <a:lnTo>
                    <a:pt x="6148008" y="707765"/>
                  </a:lnTo>
                  <a:lnTo>
                    <a:pt x="6148153" y="707765"/>
                  </a:lnTo>
                  <a:lnTo>
                    <a:pt x="6148299" y="707765"/>
                  </a:lnTo>
                  <a:lnTo>
                    <a:pt x="6148444" y="707765"/>
                  </a:lnTo>
                  <a:lnTo>
                    <a:pt x="6148589" y="707765"/>
                  </a:lnTo>
                  <a:lnTo>
                    <a:pt x="6148735" y="707765"/>
                  </a:lnTo>
                  <a:lnTo>
                    <a:pt x="6148880" y="707765"/>
                  </a:lnTo>
                  <a:lnTo>
                    <a:pt x="6149026" y="707765"/>
                  </a:lnTo>
                  <a:lnTo>
                    <a:pt x="6149171" y="707765"/>
                  </a:lnTo>
                  <a:lnTo>
                    <a:pt x="6149317" y="707765"/>
                  </a:lnTo>
                  <a:lnTo>
                    <a:pt x="6149462" y="707765"/>
                  </a:lnTo>
                  <a:lnTo>
                    <a:pt x="6149607" y="707765"/>
                  </a:lnTo>
                  <a:lnTo>
                    <a:pt x="6149753" y="707765"/>
                  </a:lnTo>
                  <a:lnTo>
                    <a:pt x="6149898" y="707765"/>
                  </a:lnTo>
                  <a:lnTo>
                    <a:pt x="6150044" y="707765"/>
                  </a:lnTo>
                  <a:lnTo>
                    <a:pt x="6150189" y="707765"/>
                  </a:lnTo>
                  <a:lnTo>
                    <a:pt x="6150335" y="707765"/>
                  </a:lnTo>
                  <a:lnTo>
                    <a:pt x="6150480" y="707765"/>
                  </a:lnTo>
                  <a:lnTo>
                    <a:pt x="6150625" y="707765"/>
                  </a:lnTo>
                  <a:lnTo>
                    <a:pt x="6150771" y="707765"/>
                  </a:lnTo>
                  <a:lnTo>
                    <a:pt x="6150916" y="707765"/>
                  </a:lnTo>
                  <a:lnTo>
                    <a:pt x="6151062" y="707765"/>
                  </a:lnTo>
                  <a:lnTo>
                    <a:pt x="6151207" y="707765"/>
                  </a:lnTo>
                  <a:lnTo>
                    <a:pt x="6151352" y="707765"/>
                  </a:lnTo>
                  <a:lnTo>
                    <a:pt x="6151498" y="707765"/>
                  </a:lnTo>
                  <a:lnTo>
                    <a:pt x="6151643" y="707765"/>
                  </a:lnTo>
                  <a:lnTo>
                    <a:pt x="6151789" y="707765"/>
                  </a:lnTo>
                  <a:lnTo>
                    <a:pt x="6151934" y="707765"/>
                  </a:lnTo>
                  <a:lnTo>
                    <a:pt x="6152080" y="707765"/>
                  </a:lnTo>
                  <a:lnTo>
                    <a:pt x="6152225" y="707765"/>
                  </a:lnTo>
                  <a:lnTo>
                    <a:pt x="6152370" y="707765"/>
                  </a:lnTo>
                  <a:lnTo>
                    <a:pt x="6152516" y="707765"/>
                  </a:lnTo>
                  <a:lnTo>
                    <a:pt x="6152661" y="707765"/>
                  </a:lnTo>
                  <a:lnTo>
                    <a:pt x="6152807" y="707765"/>
                  </a:lnTo>
                  <a:lnTo>
                    <a:pt x="6152952" y="707765"/>
                  </a:lnTo>
                  <a:lnTo>
                    <a:pt x="6153098" y="707765"/>
                  </a:lnTo>
                  <a:lnTo>
                    <a:pt x="6153243" y="707765"/>
                  </a:lnTo>
                  <a:lnTo>
                    <a:pt x="6153388" y="707765"/>
                  </a:lnTo>
                  <a:lnTo>
                    <a:pt x="6153534" y="707765"/>
                  </a:lnTo>
                  <a:lnTo>
                    <a:pt x="6153679" y="707765"/>
                  </a:lnTo>
                  <a:lnTo>
                    <a:pt x="6153825" y="707765"/>
                  </a:lnTo>
                  <a:lnTo>
                    <a:pt x="6153970" y="707765"/>
                  </a:lnTo>
                  <a:lnTo>
                    <a:pt x="6154116" y="707765"/>
                  </a:lnTo>
                  <a:lnTo>
                    <a:pt x="6154261" y="707765"/>
                  </a:lnTo>
                  <a:lnTo>
                    <a:pt x="6154406" y="707765"/>
                  </a:lnTo>
                  <a:lnTo>
                    <a:pt x="6154552" y="707765"/>
                  </a:lnTo>
                  <a:lnTo>
                    <a:pt x="6154697" y="707765"/>
                  </a:lnTo>
                  <a:lnTo>
                    <a:pt x="6154843" y="707765"/>
                  </a:lnTo>
                  <a:lnTo>
                    <a:pt x="6154988" y="707765"/>
                  </a:lnTo>
                  <a:lnTo>
                    <a:pt x="6155134" y="707765"/>
                  </a:lnTo>
                  <a:lnTo>
                    <a:pt x="6155279" y="707765"/>
                  </a:lnTo>
                  <a:lnTo>
                    <a:pt x="6155424" y="707765"/>
                  </a:lnTo>
                  <a:lnTo>
                    <a:pt x="6155570" y="707765"/>
                  </a:lnTo>
                  <a:lnTo>
                    <a:pt x="6155715" y="707765"/>
                  </a:lnTo>
                  <a:lnTo>
                    <a:pt x="6155715" y="707142"/>
                  </a:lnTo>
                  <a:lnTo>
                    <a:pt x="6155861" y="707142"/>
                  </a:lnTo>
                  <a:lnTo>
                    <a:pt x="6156006" y="707142"/>
                  </a:lnTo>
                  <a:lnTo>
                    <a:pt x="6156152" y="707142"/>
                  </a:lnTo>
                  <a:lnTo>
                    <a:pt x="6156297" y="707142"/>
                  </a:lnTo>
                  <a:lnTo>
                    <a:pt x="6156442" y="707142"/>
                  </a:lnTo>
                  <a:lnTo>
                    <a:pt x="6156588" y="707142"/>
                  </a:lnTo>
                  <a:lnTo>
                    <a:pt x="6156588" y="706518"/>
                  </a:lnTo>
                  <a:lnTo>
                    <a:pt x="6156733" y="706518"/>
                  </a:lnTo>
                  <a:lnTo>
                    <a:pt x="6156879" y="706518"/>
                  </a:lnTo>
                  <a:lnTo>
                    <a:pt x="6157024" y="706518"/>
                  </a:lnTo>
                  <a:lnTo>
                    <a:pt x="6157170" y="706518"/>
                  </a:lnTo>
                  <a:lnTo>
                    <a:pt x="6157315" y="706518"/>
                  </a:lnTo>
                  <a:lnTo>
                    <a:pt x="6157460" y="706518"/>
                  </a:lnTo>
                  <a:lnTo>
                    <a:pt x="6157606" y="706518"/>
                  </a:lnTo>
                  <a:lnTo>
                    <a:pt x="6157751" y="706518"/>
                  </a:lnTo>
                  <a:lnTo>
                    <a:pt x="6157897" y="706518"/>
                  </a:lnTo>
                  <a:lnTo>
                    <a:pt x="6158042" y="706518"/>
                  </a:lnTo>
                  <a:lnTo>
                    <a:pt x="6158187" y="706518"/>
                  </a:lnTo>
                  <a:lnTo>
                    <a:pt x="6158333" y="706518"/>
                  </a:lnTo>
                  <a:lnTo>
                    <a:pt x="6158478" y="706518"/>
                  </a:lnTo>
                  <a:lnTo>
                    <a:pt x="6158478" y="705895"/>
                  </a:lnTo>
                  <a:lnTo>
                    <a:pt x="6158624" y="705895"/>
                  </a:lnTo>
                  <a:lnTo>
                    <a:pt x="6158769" y="705895"/>
                  </a:lnTo>
                  <a:lnTo>
                    <a:pt x="6158915" y="705895"/>
                  </a:lnTo>
                  <a:lnTo>
                    <a:pt x="6159060" y="705895"/>
                  </a:lnTo>
                  <a:lnTo>
                    <a:pt x="6159205" y="705895"/>
                  </a:lnTo>
                  <a:lnTo>
                    <a:pt x="6159351" y="705895"/>
                  </a:lnTo>
                  <a:lnTo>
                    <a:pt x="6159496" y="705895"/>
                  </a:lnTo>
                  <a:lnTo>
                    <a:pt x="6159642" y="705895"/>
                  </a:lnTo>
                  <a:lnTo>
                    <a:pt x="6159787" y="705895"/>
                  </a:lnTo>
                  <a:lnTo>
                    <a:pt x="6159933" y="705895"/>
                  </a:lnTo>
                  <a:lnTo>
                    <a:pt x="6159933" y="705271"/>
                  </a:lnTo>
                  <a:lnTo>
                    <a:pt x="6160078" y="705271"/>
                  </a:lnTo>
                  <a:lnTo>
                    <a:pt x="6160223" y="705271"/>
                  </a:lnTo>
                  <a:lnTo>
                    <a:pt x="6160369" y="705271"/>
                  </a:lnTo>
                  <a:lnTo>
                    <a:pt x="6160514" y="705271"/>
                  </a:lnTo>
                  <a:lnTo>
                    <a:pt x="6160660" y="705271"/>
                  </a:lnTo>
                  <a:lnTo>
                    <a:pt x="6160805" y="705271"/>
                  </a:lnTo>
                  <a:lnTo>
                    <a:pt x="6160951" y="705271"/>
                  </a:lnTo>
                  <a:lnTo>
                    <a:pt x="6161096" y="705271"/>
                  </a:lnTo>
                  <a:lnTo>
                    <a:pt x="6161241" y="705271"/>
                  </a:lnTo>
                  <a:lnTo>
                    <a:pt x="6161241" y="704648"/>
                  </a:lnTo>
                  <a:lnTo>
                    <a:pt x="6161387" y="704648"/>
                  </a:lnTo>
                  <a:lnTo>
                    <a:pt x="6161532" y="704648"/>
                  </a:lnTo>
                  <a:lnTo>
                    <a:pt x="6161678" y="704648"/>
                  </a:lnTo>
                  <a:lnTo>
                    <a:pt x="6161823" y="704648"/>
                  </a:lnTo>
                  <a:lnTo>
                    <a:pt x="6161969" y="704648"/>
                  </a:lnTo>
                  <a:lnTo>
                    <a:pt x="6162114" y="704648"/>
                  </a:lnTo>
                  <a:lnTo>
                    <a:pt x="6162259" y="704648"/>
                  </a:lnTo>
                  <a:lnTo>
                    <a:pt x="6162405" y="704648"/>
                  </a:lnTo>
                  <a:lnTo>
                    <a:pt x="6162550" y="704648"/>
                  </a:lnTo>
                  <a:lnTo>
                    <a:pt x="6162696" y="704648"/>
                  </a:lnTo>
                  <a:lnTo>
                    <a:pt x="6162841" y="704648"/>
                  </a:lnTo>
                  <a:lnTo>
                    <a:pt x="6162987" y="704648"/>
                  </a:lnTo>
                  <a:lnTo>
                    <a:pt x="6163132" y="704648"/>
                  </a:lnTo>
                  <a:lnTo>
                    <a:pt x="6163277" y="704648"/>
                  </a:lnTo>
                  <a:lnTo>
                    <a:pt x="6163277" y="704024"/>
                  </a:lnTo>
                  <a:lnTo>
                    <a:pt x="6163423" y="704024"/>
                  </a:lnTo>
                  <a:lnTo>
                    <a:pt x="6163568" y="704024"/>
                  </a:lnTo>
                  <a:lnTo>
                    <a:pt x="6163714" y="704024"/>
                  </a:lnTo>
                  <a:lnTo>
                    <a:pt x="6163859" y="704024"/>
                  </a:lnTo>
                  <a:lnTo>
                    <a:pt x="6164005" y="704024"/>
                  </a:lnTo>
                  <a:lnTo>
                    <a:pt x="6164150" y="704024"/>
                  </a:lnTo>
                  <a:lnTo>
                    <a:pt x="6164150" y="703400"/>
                  </a:lnTo>
                  <a:lnTo>
                    <a:pt x="6164295" y="703400"/>
                  </a:lnTo>
                  <a:lnTo>
                    <a:pt x="6164295" y="702777"/>
                  </a:lnTo>
                  <a:lnTo>
                    <a:pt x="6164441" y="702777"/>
                  </a:lnTo>
                  <a:lnTo>
                    <a:pt x="6164586" y="702777"/>
                  </a:lnTo>
                  <a:lnTo>
                    <a:pt x="6164732" y="702777"/>
                  </a:lnTo>
                  <a:lnTo>
                    <a:pt x="6164877" y="702777"/>
                  </a:lnTo>
                  <a:lnTo>
                    <a:pt x="6165022" y="702777"/>
                  </a:lnTo>
                  <a:lnTo>
                    <a:pt x="6165168" y="702777"/>
                  </a:lnTo>
                  <a:lnTo>
                    <a:pt x="6165313" y="702777"/>
                  </a:lnTo>
                  <a:lnTo>
                    <a:pt x="6165459" y="702777"/>
                  </a:lnTo>
                  <a:lnTo>
                    <a:pt x="6165604" y="702777"/>
                  </a:lnTo>
                  <a:lnTo>
                    <a:pt x="6165604" y="702153"/>
                  </a:lnTo>
                  <a:lnTo>
                    <a:pt x="6165750" y="702153"/>
                  </a:lnTo>
                  <a:lnTo>
                    <a:pt x="6165895" y="702153"/>
                  </a:lnTo>
                  <a:lnTo>
                    <a:pt x="6165895" y="701530"/>
                  </a:lnTo>
                  <a:lnTo>
                    <a:pt x="6166040" y="701530"/>
                  </a:lnTo>
                  <a:lnTo>
                    <a:pt x="6166186" y="701530"/>
                  </a:lnTo>
                  <a:lnTo>
                    <a:pt x="6166331" y="701530"/>
                  </a:lnTo>
                  <a:lnTo>
                    <a:pt x="6166331" y="700906"/>
                  </a:lnTo>
                  <a:lnTo>
                    <a:pt x="6166477" y="700906"/>
                  </a:lnTo>
                  <a:lnTo>
                    <a:pt x="6166622" y="700906"/>
                  </a:lnTo>
                  <a:lnTo>
                    <a:pt x="6166768" y="700906"/>
                  </a:lnTo>
                  <a:lnTo>
                    <a:pt x="6166913" y="700906"/>
                  </a:lnTo>
                  <a:lnTo>
                    <a:pt x="6166913" y="700282"/>
                  </a:lnTo>
                  <a:lnTo>
                    <a:pt x="6167058" y="700282"/>
                  </a:lnTo>
                  <a:lnTo>
                    <a:pt x="6167204" y="700282"/>
                  </a:lnTo>
                  <a:lnTo>
                    <a:pt x="6167204" y="699659"/>
                  </a:lnTo>
                  <a:lnTo>
                    <a:pt x="6167349" y="699659"/>
                  </a:lnTo>
                  <a:lnTo>
                    <a:pt x="6167495" y="699659"/>
                  </a:lnTo>
                  <a:lnTo>
                    <a:pt x="6167640" y="699659"/>
                  </a:lnTo>
                  <a:lnTo>
                    <a:pt x="6167786" y="699659"/>
                  </a:lnTo>
                  <a:lnTo>
                    <a:pt x="6167931" y="699659"/>
                  </a:lnTo>
                  <a:lnTo>
                    <a:pt x="6168076" y="699659"/>
                  </a:lnTo>
                  <a:lnTo>
                    <a:pt x="6168222" y="699659"/>
                  </a:lnTo>
                  <a:lnTo>
                    <a:pt x="6168367" y="699659"/>
                  </a:lnTo>
                  <a:lnTo>
                    <a:pt x="6168513" y="699659"/>
                  </a:lnTo>
                  <a:lnTo>
                    <a:pt x="6168658" y="699659"/>
                  </a:lnTo>
                  <a:lnTo>
                    <a:pt x="6168804" y="699659"/>
                  </a:lnTo>
                  <a:lnTo>
                    <a:pt x="6168949" y="699659"/>
                  </a:lnTo>
                  <a:lnTo>
                    <a:pt x="6168949" y="699035"/>
                  </a:lnTo>
                  <a:lnTo>
                    <a:pt x="6168949" y="698412"/>
                  </a:lnTo>
                  <a:lnTo>
                    <a:pt x="6169094" y="698412"/>
                  </a:lnTo>
                  <a:lnTo>
                    <a:pt x="6169240" y="698412"/>
                  </a:lnTo>
                  <a:lnTo>
                    <a:pt x="6169385" y="698412"/>
                  </a:lnTo>
                  <a:lnTo>
                    <a:pt x="6169531" y="698412"/>
                  </a:lnTo>
                  <a:lnTo>
                    <a:pt x="6169676" y="698412"/>
                  </a:lnTo>
                  <a:lnTo>
                    <a:pt x="6169822" y="698412"/>
                  </a:lnTo>
                  <a:lnTo>
                    <a:pt x="6169967" y="698412"/>
                  </a:lnTo>
                  <a:lnTo>
                    <a:pt x="6170112" y="698412"/>
                  </a:lnTo>
                  <a:lnTo>
                    <a:pt x="6170258" y="698412"/>
                  </a:lnTo>
                  <a:lnTo>
                    <a:pt x="6170403" y="698412"/>
                  </a:lnTo>
                  <a:lnTo>
                    <a:pt x="6170403" y="697788"/>
                  </a:lnTo>
                  <a:lnTo>
                    <a:pt x="6170403" y="697165"/>
                  </a:lnTo>
                  <a:lnTo>
                    <a:pt x="6170403" y="696541"/>
                  </a:lnTo>
                  <a:lnTo>
                    <a:pt x="6170549" y="696541"/>
                  </a:lnTo>
                  <a:lnTo>
                    <a:pt x="6170694" y="696541"/>
                  </a:lnTo>
                  <a:lnTo>
                    <a:pt x="6170840" y="696541"/>
                  </a:lnTo>
                  <a:lnTo>
                    <a:pt x="6170985" y="696541"/>
                  </a:lnTo>
                  <a:lnTo>
                    <a:pt x="6171130" y="696541"/>
                  </a:lnTo>
                  <a:lnTo>
                    <a:pt x="6171130" y="695917"/>
                  </a:lnTo>
                  <a:lnTo>
                    <a:pt x="6171276" y="695917"/>
                  </a:lnTo>
                  <a:lnTo>
                    <a:pt x="6171276" y="695294"/>
                  </a:lnTo>
                  <a:lnTo>
                    <a:pt x="6171421" y="695294"/>
                  </a:lnTo>
                  <a:lnTo>
                    <a:pt x="6171567" y="695294"/>
                  </a:lnTo>
                  <a:lnTo>
                    <a:pt x="6171712" y="695294"/>
                  </a:lnTo>
                  <a:lnTo>
                    <a:pt x="6171857" y="695294"/>
                  </a:lnTo>
                  <a:lnTo>
                    <a:pt x="6172003" y="695294"/>
                  </a:lnTo>
                  <a:lnTo>
                    <a:pt x="6172148" y="695294"/>
                  </a:lnTo>
                  <a:lnTo>
                    <a:pt x="6172294" y="695294"/>
                  </a:lnTo>
                  <a:lnTo>
                    <a:pt x="6172439" y="695294"/>
                  </a:lnTo>
                  <a:lnTo>
                    <a:pt x="6172585" y="695294"/>
                  </a:lnTo>
                  <a:lnTo>
                    <a:pt x="6172730" y="695294"/>
                  </a:lnTo>
                  <a:lnTo>
                    <a:pt x="6172875" y="695294"/>
                  </a:lnTo>
                  <a:lnTo>
                    <a:pt x="6173021" y="695294"/>
                  </a:lnTo>
                  <a:lnTo>
                    <a:pt x="6173166" y="695294"/>
                  </a:lnTo>
                  <a:lnTo>
                    <a:pt x="6173312" y="695294"/>
                  </a:lnTo>
                  <a:lnTo>
                    <a:pt x="6173457" y="695294"/>
                  </a:lnTo>
                  <a:lnTo>
                    <a:pt x="6173603" y="695294"/>
                  </a:lnTo>
                  <a:lnTo>
                    <a:pt x="6173748" y="695294"/>
                  </a:lnTo>
                  <a:lnTo>
                    <a:pt x="6173893" y="695294"/>
                  </a:lnTo>
                  <a:lnTo>
                    <a:pt x="6174039" y="695294"/>
                  </a:lnTo>
                  <a:lnTo>
                    <a:pt x="6174184" y="695294"/>
                  </a:lnTo>
                  <a:lnTo>
                    <a:pt x="6174330" y="695294"/>
                  </a:lnTo>
                  <a:lnTo>
                    <a:pt x="6174475" y="695294"/>
                  </a:lnTo>
                  <a:lnTo>
                    <a:pt x="6174621" y="695294"/>
                  </a:lnTo>
                  <a:lnTo>
                    <a:pt x="6174766" y="695294"/>
                  </a:lnTo>
                  <a:lnTo>
                    <a:pt x="6174911" y="695294"/>
                  </a:lnTo>
                  <a:lnTo>
                    <a:pt x="6174911" y="694670"/>
                  </a:lnTo>
                  <a:lnTo>
                    <a:pt x="6175057" y="694670"/>
                  </a:lnTo>
                  <a:lnTo>
                    <a:pt x="6175057" y="694047"/>
                  </a:lnTo>
                  <a:lnTo>
                    <a:pt x="6175202" y="694047"/>
                  </a:lnTo>
                  <a:lnTo>
                    <a:pt x="6175348" y="694047"/>
                  </a:lnTo>
                  <a:lnTo>
                    <a:pt x="6175493" y="694047"/>
                  </a:lnTo>
                  <a:lnTo>
                    <a:pt x="6175639" y="694047"/>
                  </a:lnTo>
                  <a:lnTo>
                    <a:pt x="6175784" y="694047"/>
                  </a:lnTo>
                  <a:lnTo>
                    <a:pt x="6175929" y="694047"/>
                  </a:lnTo>
                  <a:lnTo>
                    <a:pt x="6175929" y="693423"/>
                  </a:lnTo>
                  <a:lnTo>
                    <a:pt x="6176075" y="693423"/>
                  </a:lnTo>
                  <a:lnTo>
                    <a:pt x="6176220" y="693423"/>
                  </a:lnTo>
                  <a:lnTo>
                    <a:pt x="6176366" y="693423"/>
                  </a:lnTo>
                  <a:lnTo>
                    <a:pt x="6176511" y="693423"/>
                  </a:lnTo>
                  <a:lnTo>
                    <a:pt x="6176657" y="693423"/>
                  </a:lnTo>
                  <a:lnTo>
                    <a:pt x="6176802" y="693423"/>
                  </a:lnTo>
                  <a:lnTo>
                    <a:pt x="6176947" y="693423"/>
                  </a:lnTo>
                  <a:lnTo>
                    <a:pt x="6177093" y="693423"/>
                  </a:lnTo>
                  <a:lnTo>
                    <a:pt x="6177238" y="693423"/>
                  </a:lnTo>
                  <a:lnTo>
                    <a:pt x="6177384" y="693423"/>
                  </a:lnTo>
                  <a:lnTo>
                    <a:pt x="6177529" y="693423"/>
                  </a:lnTo>
                  <a:lnTo>
                    <a:pt x="6177675" y="693423"/>
                  </a:lnTo>
                  <a:lnTo>
                    <a:pt x="6177820" y="693423"/>
                  </a:lnTo>
                  <a:lnTo>
                    <a:pt x="6177965" y="693423"/>
                  </a:lnTo>
                  <a:lnTo>
                    <a:pt x="6178111" y="693423"/>
                  </a:lnTo>
                  <a:lnTo>
                    <a:pt x="6178256" y="693423"/>
                  </a:lnTo>
                  <a:lnTo>
                    <a:pt x="6178402" y="693423"/>
                  </a:lnTo>
                  <a:lnTo>
                    <a:pt x="6178402" y="692799"/>
                  </a:lnTo>
                  <a:lnTo>
                    <a:pt x="6178547" y="692799"/>
                  </a:lnTo>
                  <a:lnTo>
                    <a:pt x="6178547" y="692176"/>
                  </a:lnTo>
                  <a:lnTo>
                    <a:pt x="6178547" y="691552"/>
                  </a:lnTo>
                  <a:lnTo>
                    <a:pt x="6178692" y="691552"/>
                  </a:lnTo>
                  <a:lnTo>
                    <a:pt x="6178838" y="691552"/>
                  </a:lnTo>
                  <a:lnTo>
                    <a:pt x="6178983" y="691552"/>
                  </a:lnTo>
                  <a:lnTo>
                    <a:pt x="6179129" y="691552"/>
                  </a:lnTo>
                  <a:lnTo>
                    <a:pt x="6179274" y="691552"/>
                  </a:lnTo>
                  <a:lnTo>
                    <a:pt x="6179420" y="691552"/>
                  </a:lnTo>
                  <a:lnTo>
                    <a:pt x="6179565" y="691552"/>
                  </a:lnTo>
                  <a:lnTo>
                    <a:pt x="6179710" y="691552"/>
                  </a:lnTo>
                  <a:lnTo>
                    <a:pt x="6179856" y="691552"/>
                  </a:lnTo>
                  <a:lnTo>
                    <a:pt x="6180001" y="691552"/>
                  </a:lnTo>
                  <a:lnTo>
                    <a:pt x="6180147" y="691552"/>
                  </a:lnTo>
                  <a:lnTo>
                    <a:pt x="6180292" y="691552"/>
                  </a:lnTo>
                  <a:lnTo>
                    <a:pt x="6180438" y="691552"/>
                  </a:lnTo>
                  <a:lnTo>
                    <a:pt x="6180438" y="690929"/>
                  </a:lnTo>
                  <a:lnTo>
                    <a:pt x="6180583" y="690929"/>
                  </a:lnTo>
                  <a:lnTo>
                    <a:pt x="6180728" y="690929"/>
                  </a:lnTo>
                  <a:lnTo>
                    <a:pt x="6180874" y="690929"/>
                  </a:lnTo>
                  <a:lnTo>
                    <a:pt x="6181019" y="690929"/>
                  </a:lnTo>
                  <a:lnTo>
                    <a:pt x="6181165" y="690929"/>
                  </a:lnTo>
                  <a:lnTo>
                    <a:pt x="6181165" y="690305"/>
                  </a:lnTo>
                  <a:lnTo>
                    <a:pt x="6181310" y="690305"/>
                  </a:lnTo>
                  <a:lnTo>
                    <a:pt x="6181456" y="690305"/>
                  </a:lnTo>
                  <a:lnTo>
                    <a:pt x="6181601" y="690305"/>
                  </a:lnTo>
                  <a:lnTo>
                    <a:pt x="6181746" y="690305"/>
                  </a:lnTo>
                  <a:lnTo>
                    <a:pt x="6181892" y="690305"/>
                  </a:lnTo>
                  <a:lnTo>
                    <a:pt x="6182037" y="690305"/>
                  </a:lnTo>
                  <a:lnTo>
                    <a:pt x="6182183" y="690305"/>
                  </a:lnTo>
                  <a:lnTo>
                    <a:pt x="6182328" y="690305"/>
                  </a:lnTo>
                  <a:lnTo>
                    <a:pt x="6182474" y="690305"/>
                  </a:lnTo>
                  <a:lnTo>
                    <a:pt x="6182474" y="689682"/>
                  </a:lnTo>
                  <a:lnTo>
                    <a:pt x="6182619" y="689682"/>
                  </a:lnTo>
                  <a:lnTo>
                    <a:pt x="6182764" y="689682"/>
                  </a:lnTo>
                  <a:lnTo>
                    <a:pt x="6182910" y="689682"/>
                  </a:lnTo>
                  <a:lnTo>
                    <a:pt x="6183055" y="689682"/>
                  </a:lnTo>
                  <a:lnTo>
                    <a:pt x="6183055" y="689058"/>
                  </a:lnTo>
                  <a:lnTo>
                    <a:pt x="6183201" y="689058"/>
                  </a:lnTo>
                  <a:lnTo>
                    <a:pt x="6183346" y="689058"/>
                  </a:lnTo>
                  <a:lnTo>
                    <a:pt x="6183492" y="689058"/>
                  </a:lnTo>
                  <a:lnTo>
                    <a:pt x="6183637" y="689058"/>
                  </a:lnTo>
                  <a:lnTo>
                    <a:pt x="6183637" y="688434"/>
                  </a:lnTo>
                  <a:lnTo>
                    <a:pt x="6183782" y="688434"/>
                  </a:lnTo>
                  <a:lnTo>
                    <a:pt x="6183928" y="688434"/>
                  </a:lnTo>
                  <a:lnTo>
                    <a:pt x="6184073" y="688434"/>
                  </a:lnTo>
                  <a:lnTo>
                    <a:pt x="6184219" y="688434"/>
                  </a:lnTo>
                  <a:lnTo>
                    <a:pt x="6184364" y="688434"/>
                  </a:lnTo>
                  <a:lnTo>
                    <a:pt x="6184509" y="688434"/>
                  </a:lnTo>
                  <a:lnTo>
                    <a:pt x="6184655" y="688434"/>
                  </a:lnTo>
                  <a:lnTo>
                    <a:pt x="6184800" y="688434"/>
                  </a:lnTo>
                  <a:lnTo>
                    <a:pt x="6184946" y="688434"/>
                  </a:lnTo>
                  <a:lnTo>
                    <a:pt x="6185091" y="688434"/>
                  </a:lnTo>
                  <a:lnTo>
                    <a:pt x="6185237" y="688434"/>
                  </a:lnTo>
                  <a:lnTo>
                    <a:pt x="6185382" y="688434"/>
                  </a:lnTo>
                  <a:lnTo>
                    <a:pt x="6185527" y="688434"/>
                  </a:lnTo>
                  <a:lnTo>
                    <a:pt x="6185673" y="688434"/>
                  </a:lnTo>
                  <a:lnTo>
                    <a:pt x="6185818" y="688434"/>
                  </a:lnTo>
                  <a:lnTo>
                    <a:pt x="6185964" y="688434"/>
                  </a:lnTo>
                  <a:lnTo>
                    <a:pt x="6186109" y="688434"/>
                  </a:lnTo>
                  <a:lnTo>
                    <a:pt x="6186255" y="688434"/>
                  </a:lnTo>
                  <a:lnTo>
                    <a:pt x="6186400" y="688434"/>
                  </a:lnTo>
                  <a:lnTo>
                    <a:pt x="6186545" y="688434"/>
                  </a:lnTo>
                  <a:lnTo>
                    <a:pt x="6186691" y="688434"/>
                  </a:lnTo>
                  <a:lnTo>
                    <a:pt x="6186836" y="688434"/>
                  </a:lnTo>
                  <a:lnTo>
                    <a:pt x="6186982" y="688434"/>
                  </a:lnTo>
                  <a:lnTo>
                    <a:pt x="6187127" y="688434"/>
                  </a:lnTo>
                  <a:lnTo>
                    <a:pt x="6187273" y="688434"/>
                  </a:lnTo>
                  <a:lnTo>
                    <a:pt x="6187418" y="688434"/>
                  </a:lnTo>
                  <a:lnTo>
                    <a:pt x="6187563" y="688434"/>
                  </a:lnTo>
                  <a:lnTo>
                    <a:pt x="6187709" y="688434"/>
                  </a:lnTo>
                  <a:lnTo>
                    <a:pt x="6187854" y="688434"/>
                  </a:lnTo>
                  <a:lnTo>
                    <a:pt x="6187854" y="687811"/>
                  </a:lnTo>
                  <a:lnTo>
                    <a:pt x="6188000" y="687811"/>
                  </a:lnTo>
                  <a:lnTo>
                    <a:pt x="6188145" y="687811"/>
                  </a:lnTo>
                  <a:lnTo>
                    <a:pt x="6188291" y="687811"/>
                  </a:lnTo>
                  <a:lnTo>
                    <a:pt x="6188436" y="687811"/>
                  </a:lnTo>
                  <a:lnTo>
                    <a:pt x="6188581" y="687811"/>
                  </a:lnTo>
                  <a:lnTo>
                    <a:pt x="6188727" y="687811"/>
                  </a:lnTo>
                  <a:lnTo>
                    <a:pt x="6188872" y="687811"/>
                  </a:lnTo>
                  <a:lnTo>
                    <a:pt x="6189018" y="687811"/>
                  </a:lnTo>
                  <a:lnTo>
                    <a:pt x="6189163" y="687811"/>
                  </a:lnTo>
                  <a:lnTo>
                    <a:pt x="6189309" y="687811"/>
                  </a:lnTo>
                  <a:lnTo>
                    <a:pt x="6189454" y="687811"/>
                  </a:lnTo>
                  <a:lnTo>
                    <a:pt x="6189599" y="687811"/>
                  </a:lnTo>
                  <a:lnTo>
                    <a:pt x="6189745" y="687811"/>
                  </a:lnTo>
                  <a:lnTo>
                    <a:pt x="6189890" y="687811"/>
                  </a:lnTo>
                  <a:lnTo>
                    <a:pt x="6190036" y="687811"/>
                  </a:lnTo>
                  <a:lnTo>
                    <a:pt x="6190181" y="687811"/>
                  </a:lnTo>
                  <a:lnTo>
                    <a:pt x="6190327" y="687811"/>
                  </a:lnTo>
                  <a:lnTo>
                    <a:pt x="6190472" y="687811"/>
                  </a:lnTo>
                  <a:lnTo>
                    <a:pt x="6190617" y="687811"/>
                  </a:lnTo>
                  <a:lnTo>
                    <a:pt x="6190763" y="687811"/>
                  </a:lnTo>
                  <a:lnTo>
                    <a:pt x="6190908" y="687811"/>
                  </a:lnTo>
                  <a:lnTo>
                    <a:pt x="6191054" y="687811"/>
                  </a:lnTo>
                  <a:lnTo>
                    <a:pt x="6191199" y="687811"/>
                  </a:lnTo>
                  <a:lnTo>
                    <a:pt x="6191344" y="687811"/>
                  </a:lnTo>
                  <a:lnTo>
                    <a:pt x="6191490" y="687811"/>
                  </a:lnTo>
                  <a:lnTo>
                    <a:pt x="6191635" y="687811"/>
                  </a:lnTo>
                  <a:lnTo>
                    <a:pt x="6191635" y="687187"/>
                  </a:lnTo>
                  <a:lnTo>
                    <a:pt x="6191781" y="687187"/>
                  </a:lnTo>
                  <a:lnTo>
                    <a:pt x="6191926" y="687187"/>
                  </a:lnTo>
                  <a:lnTo>
                    <a:pt x="6192072" y="687187"/>
                  </a:lnTo>
                  <a:lnTo>
                    <a:pt x="6192217" y="687187"/>
                  </a:lnTo>
                  <a:lnTo>
                    <a:pt x="6192362" y="687187"/>
                  </a:lnTo>
                  <a:lnTo>
                    <a:pt x="6192508" y="687187"/>
                  </a:lnTo>
                  <a:lnTo>
                    <a:pt x="6192508" y="686564"/>
                  </a:lnTo>
                  <a:lnTo>
                    <a:pt x="6192653" y="686564"/>
                  </a:lnTo>
                  <a:lnTo>
                    <a:pt x="6192799" y="686564"/>
                  </a:lnTo>
                  <a:lnTo>
                    <a:pt x="6192944" y="686564"/>
                  </a:lnTo>
                  <a:lnTo>
                    <a:pt x="6193090" y="686564"/>
                  </a:lnTo>
                  <a:lnTo>
                    <a:pt x="6193090" y="685940"/>
                  </a:lnTo>
                  <a:lnTo>
                    <a:pt x="6193235" y="685940"/>
                  </a:lnTo>
                  <a:lnTo>
                    <a:pt x="6193380" y="685940"/>
                  </a:lnTo>
                  <a:lnTo>
                    <a:pt x="6193526" y="685940"/>
                  </a:lnTo>
                  <a:lnTo>
                    <a:pt x="6193526" y="685316"/>
                  </a:lnTo>
                  <a:lnTo>
                    <a:pt x="6193671" y="685316"/>
                  </a:lnTo>
                  <a:lnTo>
                    <a:pt x="6193817" y="685316"/>
                  </a:lnTo>
                  <a:lnTo>
                    <a:pt x="6193817" y="684693"/>
                  </a:lnTo>
                  <a:lnTo>
                    <a:pt x="6193962" y="684693"/>
                  </a:lnTo>
                  <a:lnTo>
                    <a:pt x="6194108" y="684693"/>
                  </a:lnTo>
                  <a:lnTo>
                    <a:pt x="6194108" y="684069"/>
                  </a:lnTo>
                  <a:lnTo>
                    <a:pt x="6194108" y="683446"/>
                  </a:lnTo>
                  <a:lnTo>
                    <a:pt x="6194253" y="683446"/>
                  </a:lnTo>
                  <a:lnTo>
                    <a:pt x="6194398" y="683446"/>
                  </a:lnTo>
                  <a:lnTo>
                    <a:pt x="6194544" y="683446"/>
                  </a:lnTo>
                  <a:lnTo>
                    <a:pt x="6194689" y="683446"/>
                  </a:lnTo>
                  <a:lnTo>
                    <a:pt x="6194835" y="683446"/>
                  </a:lnTo>
                  <a:lnTo>
                    <a:pt x="6194980" y="683446"/>
                  </a:lnTo>
                  <a:lnTo>
                    <a:pt x="6195126" y="683446"/>
                  </a:lnTo>
                  <a:lnTo>
                    <a:pt x="6195271" y="683446"/>
                  </a:lnTo>
                  <a:lnTo>
                    <a:pt x="6195416" y="683446"/>
                  </a:lnTo>
                  <a:lnTo>
                    <a:pt x="6195562" y="683446"/>
                  </a:lnTo>
                  <a:lnTo>
                    <a:pt x="6195562" y="682822"/>
                  </a:lnTo>
                  <a:lnTo>
                    <a:pt x="6195707" y="682822"/>
                  </a:lnTo>
                  <a:lnTo>
                    <a:pt x="6195853" y="682822"/>
                  </a:lnTo>
                  <a:lnTo>
                    <a:pt x="6195998" y="682822"/>
                  </a:lnTo>
                  <a:lnTo>
                    <a:pt x="6196144" y="682822"/>
                  </a:lnTo>
                  <a:lnTo>
                    <a:pt x="6196289" y="682822"/>
                  </a:lnTo>
                  <a:lnTo>
                    <a:pt x="6196434" y="682822"/>
                  </a:lnTo>
                  <a:lnTo>
                    <a:pt x="6196580" y="682822"/>
                  </a:lnTo>
                  <a:lnTo>
                    <a:pt x="6196725" y="682822"/>
                  </a:lnTo>
                  <a:lnTo>
                    <a:pt x="6196871" y="682822"/>
                  </a:lnTo>
                  <a:lnTo>
                    <a:pt x="6197016" y="682822"/>
                  </a:lnTo>
                  <a:lnTo>
                    <a:pt x="6197162" y="682822"/>
                  </a:lnTo>
                  <a:lnTo>
                    <a:pt x="6197162" y="682199"/>
                  </a:lnTo>
                  <a:lnTo>
                    <a:pt x="6197162" y="681575"/>
                  </a:lnTo>
                  <a:lnTo>
                    <a:pt x="6197307" y="681575"/>
                  </a:lnTo>
                  <a:lnTo>
                    <a:pt x="6197452" y="681575"/>
                  </a:lnTo>
                  <a:lnTo>
                    <a:pt x="6197598" y="681575"/>
                  </a:lnTo>
                  <a:lnTo>
                    <a:pt x="6197743" y="681575"/>
                  </a:lnTo>
                  <a:lnTo>
                    <a:pt x="6197889" y="681575"/>
                  </a:lnTo>
                  <a:lnTo>
                    <a:pt x="6198034" y="681575"/>
                  </a:lnTo>
                  <a:lnTo>
                    <a:pt x="6198179" y="681575"/>
                  </a:lnTo>
                  <a:lnTo>
                    <a:pt x="6198325" y="681575"/>
                  </a:lnTo>
                  <a:lnTo>
                    <a:pt x="6198470" y="681575"/>
                  </a:lnTo>
                  <a:lnTo>
                    <a:pt x="6198616" y="681575"/>
                  </a:lnTo>
                  <a:lnTo>
                    <a:pt x="6198761" y="681575"/>
                  </a:lnTo>
                  <a:lnTo>
                    <a:pt x="6198907" y="681575"/>
                  </a:lnTo>
                  <a:lnTo>
                    <a:pt x="6199052" y="681575"/>
                  </a:lnTo>
                  <a:lnTo>
                    <a:pt x="6199197" y="681575"/>
                  </a:lnTo>
                  <a:lnTo>
                    <a:pt x="6199343" y="681575"/>
                  </a:lnTo>
                  <a:lnTo>
                    <a:pt x="6199488" y="681575"/>
                  </a:lnTo>
                  <a:lnTo>
                    <a:pt x="6199634" y="681575"/>
                  </a:lnTo>
                  <a:lnTo>
                    <a:pt x="6199779" y="681575"/>
                  </a:lnTo>
                  <a:lnTo>
                    <a:pt x="6199925" y="681575"/>
                  </a:lnTo>
                  <a:lnTo>
                    <a:pt x="6200070" y="681575"/>
                  </a:lnTo>
                  <a:lnTo>
                    <a:pt x="6200215" y="681575"/>
                  </a:lnTo>
                  <a:lnTo>
                    <a:pt x="6200215" y="680951"/>
                  </a:lnTo>
                  <a:lnTo>
                    <a:pt x="6200361" y="680951"/>
                  </a:lnTo>
                  <a:lnTo>
                    <a:pt x="6200506" y="680951"/>
                  </a:lnTo>
                  <a:lnTo>
                    <a:pt x="6200652" y="680951"/>
                  </a:lnTo>
                  <a:lnTo>
                    <a:pt x="6200797" y="680951"/>
                  </a:lnTo>
                  <a:lnTo>
                    <a:pt x="6200943" y="680951"/>
                  </a:lnTo>
                  <a:lnTo>
                    <a:pt x="6201088" y="680951"/>
                  </a:lnTo>
                  <a:lnTo>
                    <a:pt x="6201233" y="680951"/>
                  </a:lnTo>
                  <a:lnTo>
                    <a:pt x="6201379" y="680951"/>
                  </a:lnTo>
                  <a:lnTo>
                    <a:pt x="6201379" y="680328"/>
                  </a:lnTo>
                  <a:lnTo>
                    <a:pt x="6201524" y="680328"/>
                  </a:lnTo>
                  <a:lnTo>
                    <a:pt x="6201670" y="680328"/>
                  </a:lnTo>
                  <a:lnTo>
                    <a:pt x="6201815" y="680328"/>
                  </a:lnTo>
                  <a:lnTo>
                    <a:pt x="6201961" y="680328"/>
                  </a:lnTo>
                  <a:lnTo>
                    <a:pt x="6202106" y="680328"/>
                  </a:lnTo>
                  <a:lnTo>
                    <a:pt x="6202251" y="680328"/>
                  </a:lnTo>
                  <a:lnTo>
                    <a:pt x="6202397" y="680328"/>
                  </a:lnTo>
                  <a:lnTo>
                    <a:pt x="6202542" y="680328"/>
                  </a:lnTo>
                  <a:lnTo>
                    <a:pt x="6202688" y="680328"/>
                  </a:lnTo>
                  <a:lnTo>
                    <a:pt x="6202833" y="680328"/>
                  </a:lnTo>
                  <a:lnTo>
                    <a:pt x="6202979" y="680328"/>
                  </a:lnTo>
                  <a:lnTo>
                    <a:pt x="6203124" y="680328"/>
                  </a:lnTo>
                  <a:lnTo>
                    <a:pt x="6203124" y="679704"/>
                  </a:lnTo>
                  <a:lnTo>
                    <a:pt x="6203269" y="679704"/>
                  </a:lnTo>
                  <a:lnTo>
                    <a:pt x="6203415" y="679704"/>
                  </a:lnTo>
                  <a:lnTo>
                    <a:pt x="6203560" y="679704"/>
                  </a:lnTo>
                  <a:lnTo>
                    <a:pt x="6203706" y="679704"/>
                  </a:lnTo>
                  <a:lnTo>
                    <a:pt x="6203851" y="679704"/>
                  </a:lnTo>
                  <a:lnTo>
                    <a:pt x="6203851" y="679081"/>
                  </a:lnTo>
                  <a:lnTo>
                    <a:pt x="6203851" y="678457"/>
                  </a:lnTo>
                  <a:lnTo>
                    <a:pt x="6203997" y="678457"/>
                  </a:lnTo>
                  <a:lnTo>
                    <a:pt x="6204142" y="678457"/>
                  </a:lnTo>
                  <a:lnTo>
                    <a:pt x="6204287" y="678457"/>
                  </a:lnTo>
                  <a:lnTo>
                    <a:pt x="6204433" y="678457"/>
                  </a:lnTo>
                  <a:lnTo>
                    <a:pt x="6204578" y="678457"/>
                  </a:lnTo>
                  <a:lnTo>
                    <a:pt x="6204724" y="678457"/>
                  </a:lnTo>
                  <a:lnTo>
                    <a:pt x="6204869" y="678457"/>
                  </a:lnTo>
                  <a:lnTo>
                    <a:pt x="6205014" y="678457"/>
                  </a:lnTo>
                  <a:lnTo>
                    <a:pt x="6205160" y="678457"/>
                  </a:lnTo>
                  <a:lnTo>
                    <a:pt x="6205305" y="678457"/>
                  </a:lnTo>
                  <a:lnTo>
                    <a:pt x="6205451" y="678457"/>
                  </a:lnTo>
                  <a:lnTo>
                    <a:pt x="6205596" y="678457"/>
                  </a:lnTo>
                  <a:lnTo>
                    <a:pt x="6205742" y="678457"/>
                  </a:lnTo>
                  <a:lnTo>
                    <a:pt x="6205887" y="678457"/>
                  </a:lnTo>
                  <a:lnTo>
                    <a:pt x="6206032" y="678457"/>
                  </a:lnTo>
                  <a:lnTo>
                    <a:pt x="6206178" y="678457"/>
                  </a:lnTo>
                  <a:lnTo>
                    <a:pt x="6206323" y="678457"/>
                  </a:lnTo>
                  <a:lnTo>
                    <a:pt x="6206469" y="678457"/>
                  </a:lnTo>
                  <a:lnTo>
                    <a:pt x="6206614" y="678457"/>
                  </a:lnTo>
                  <a:lnTo>
                    <a:pt x="6206760" y="678457"/>
                  </a:lnTo>
                  <a:lnTo>
                    <a:pt x="6206905" y="678457"/>
                  </a:lnTo>
                  <a:lnTo>
                    <a:pt x="6206905" y="677833"/>
                  </a:lnTo>
                  <a:lnTo>
                    <a:pt x="6207050" y="677833"/>
                  </a:lnTo>
                  <a:lnTo>
                    <a:pt x="6207196" y="677833"/>
                  </a:lnTo>
                  <a:lnTo>
                    <a:pt x="6207341" y="677833"/>
                  </a:lnTo>
                  <a:lnTo>
                    <a:pt x="6207487" y="677833"/>
                  </a:lnTo>
                  <a:lnTo>
                    <a:pt x="6207632" y="677833"/>
                  </a:lnTo>
                  <a:lnTo>
                    <a:pt x="6207778" y="677833"/>
                  </a:lnTo>
                  <a:lnTo>
                    <a:pt x="6207923" y="677833"/>
                  </a:lnTo>
                  <a:lnTo>
                    <a:pt x="6208068" y="677833"/>
                  </a:lnTo>
                  <a:lnTo>
                    <a:pt x="6208214" y="677833"/>
                  </a:lnTo>
                  <a:lnTo>
                    <a:pt x="6208359" y="677833"/>
                  </a:lnTo>
                  <a:lnTo>
                    <a:pt x="6208505" y="677833"/>
                  </a:lnTo>
                  <a:lnTo>
                    <a:pt x="6208505" y="677210"/>
                  </a:lnTo>
                  <a:lnTo>
                    <a:pt x="6208650" y="677210"/>
                  </a:lnTo>
                  <a:lnTo>
                    <a:pt x="6208796" y="677210"/>
                  </a:lnTo>
                  <a:lnTo>
                    <a:pt x="6208941" y="677210"/>
                  </a:lnTo>
                  <a:lnTo>
                    <a:pt x="6209086" y="677210"/>
                  </a:lnTo>
                  <a:lnTo>
                    <a:pt x="6209232" y="677210"/>
                  </a:lnTo>
                  <a:lnTo>
                    <a:pt x="6209377" y="677210"/>
                  </a:lnTo>
                  <a:lnTo>
                    <a:pt x="6209523" y="677210"/>
                  </a:lnTo>
                  <a:lnTo>
                    <a:pt x="6209668" y="677210"/>
                  </a:lnTo>
                  <a:lnTo>
                    <a:pt x="6209814" y="677210"/>
                  </a:lnTo>
                  <a:lnTo>
                    <a:pt x="6209959" y="677210"/>
                  </a:lnTo>
                  <a:lnTo>
                    <a:pt x="6210104" y="677210"/>
                  </a:lnTo>
                  <a:lnTo>
                    <a:pt x="6210250" y="677210"/>
                  </a:lnTo>
                  <a:lnTo>
                    <a:pt x="6210250" y="676586"/>
                  </a:lnTo>
                  <a:lnTo>
                    <a:pt x="6210395" y="676586"/>
                  </a:lnTo>
                  <a:lnTo>
                    <a:pt x="6210541" y="676586"/>
                  </a:lnTo>
                  <a:lnTo>
                    <a:pt x="6210686" y="676586"/>
                  </a:lnTo>
                  <a:lnTo>
                    <a:pt x="6210832" y="676586"/>
                  </a:lnTo>
                  <a:lnTo>
                    <a:pt x="6210977" y="676586"/>
                  </a:lnTo>
                  <a:lnTo>
                    <a:pt x="6211122" y="676586"/>
                  </a:lnTo>
                  <a:lnTo>
                    <a:pt x="6211268" y="676586"/>
                  </a:lnTo>
                  <a:lnTo>
                    <a:pt x="6211413" y="676586"/>
                  </a:lnTo>
                  <a:lnTo>
                    <a:pt x="6211559" y="676586"/>
                  </a:lnTo>
                  <a:lnTo>
                    <a:pt x="6211704" y="676586"/>
                  </a:lnTo>
                  <a:lnTo>
                    <a:pt x="6211849" y="676586"/>
                  </a:lnTo>
                  <a:lnTo>
                    <a:pt x="6211995" y="676586"/>
                  </a:lnTo>
                  <a:lnTo>
                    <a:pt x="6212140" y="676586"/>
                  </a:lnTo>
                  <a:lnTo>
                    <a:pt x="6212286" y="676586"/>
                  </a:lnTo>
                  <a:lnTo>
                    <a:pt x="6212431" y="676586"/>
                  </a:lnTo>
                  <a:lnTo>
                    <a:pt x="6212577" y="676586"/>
                  </a:lnTo>
                  <a:lnTo>
                    <a:pt x="6212722" y="676586"/>
                  </a:lnTo>
                  <a:lnTo>
                    <a:pt x="6212867" y="676586"/>
                  </a:lnTo>
                  <a:lnTo>
                    <a:pt x="6213013" y="676586"/>
                  </a:lnTo>
                  <a:lnTo>
                    <a:pt x="6213158" y="676586"/>
                  </a:lnTo>
                  <a:lnTo>
                    <a:pt x="6213304" y="676586"/>
                  </a:lnTo>
                  <a:lnTo>
                    <a:pt x="6213449" y="676586"/>
                  </a:lnTo>
                  <a:lnTo>
                    <a:pt x="6213595" y="676586"/>
                  </a:lnTo>
                  <a:lnTo>
                    <a:pt x="6213740" y="676586"/>
                  </a:lnTo>
                  <a:lnTo>
                    <a:pt x="6213885" y="676586"/>
                  </a:lnTo>
                  <a:lnTo>
                    <a:pt x="6214031" y="676586"/>
                  </a:lnTo>
                  <a:lnTo>
                    <a:pt x="6214176" y="676586"/>
                  </a:lnTo>
                  <a:lnTo>
                    <a:pt x="6214322" y="676586"/>
                  </a:lnTo>
                  <a:lnTo>
                    <a:pt x="6214467" y="676586"/>
                  </a:lnTo>
                  <a:lnTo>
                    <a:pt x="6214613" y="676586"/>
                  </a:lnTo>
                  <a:lnTo>
                    <a:pt x="6214758" y="676586"/>
                  </a:lnTo>
                  <a:lnTo>
                    <a:pt x="6214758" y="675963"/>
                  </a:lnTo>
                  <a:lnTo>
                    <a:pt x="6214903" y="675963"/>
                  </a:lnTo>
                  <a:lnTo>
                    <a:pt x="6215049" y="675963"/>
                  </a:lnTo>
                  <a:lnTo>
                    <a:pt x="6215194" y="675963"/>
                  </a:lnTo>
                  <a:lnTo>
                    <a:pt x="6215340" y="675963"/>
                  </a:lnTo>
                  <a:lnTo>
                    <a:pt x="6215485" y="675963"/>
                  </a:lnTo>
                  <a:lnTo>
                    <a:pt x="6215631" y="675963"/>
                  </a:lnTo>
                  <a:lnTo>
                    <a:pt x="6215631" y="675339"/>
                  </a:lnTo>
                  <a:lnTo>
                    <a:pt x="6215776" y="675339"/>
                  </a:lnTo>
                  <a:lnTo>
                    <a:pt x="6215921" y="675339"/>
                  </a:lnTo>
                  <a:lnTo>
                    <a:pt x="6216067" y="675339"/>
                  </a:lnTo>
                  <a:lnTo>
                    <a:pt x="6216212" y="675339"/>
                  </a:lnTo>
                  <a:lnTo>
                    <a:pt x="6216358" y="675339"/>
                  </a:lnTo>
                  <a:lnTo>
                    <a:pt x="6216503" y="675339"/>
                  </a:lnTo>
                  <a:lnTo>
                    <a:pt x="6216649" y="675339"/>
                  </a:lnTo>
                  <a:lnTo>
                    <a:pt x="6216794" y="675339"/>
                  </a:lnTo>
                  <a:lnTo>
                    <a:pt x="6216939" y="675339"/>
                  </a:lnTo>
                  <a:lnTo>
                    <a:pt x="6217085" y="675339"/>
                  </a:lnTo>
                  <a:lnTo>
                    <a:pt x="6217230" y="675339"/>
                  </a:lnTo>
                  <a:lnTo>
                    <a:pt x="6217376" y="675339"/>
                  </a:lnTo>
                  <a:lnTo>
                    <a:pt x="6217376" y="674716"/>
                  </a:lnTo>
                  <a:lnTo>
                    <a:pt x="6217521" y="674716"/>
                  </a:lnTo>
                  <a:lnTo>
                    <a:pt x="6217667" y="674716"/>
                  </a:lnTo>
                  <a:lnTo>
                    <a:pt x="6217812" y="674716"/>
                  </a:lnTo>
                  <a:lnTo>
                    <a:pt x="6217957" y="674716"/>
                  </a:lnTo>
                  <a:lnTo>
                    <a:pt x="6218103" y="674716"/>
                  </a:lnTo>
                  <a:lnTo>
                    <a:pt x="6218248" y="674716"/>
                  </a:lnTo>
                  <a:lnTo>
                    <a:pt x="6218394" y="674716"/>
                  </a:lnTo>
                  <a:lnTo>
                    <a:pt x="6218539" y="674716"/>
                  </a:lnTo>
                  <a:lnTo>
                    <a:pt x="6218684" y="674716"/>
                  </a:lnTo>
                  <a:lnTo>
                    <a:pt x="6218830" y="674716"/>
                  </a:lnTo>
                  <a:lnTo>
                    <a:pt x="6218975" y="674716"/>
                  </a:lnTo>
                  <a:lnTo>
                    <a:pt x="6218975" y="674092"/>
                  </a:lnTo>
                  <a:lnTo>
                    <a:pt x="6219121" y="674092"/>
                  </a:lnTo>
                  <a:lnTo>
                    <a:pt x="6219266" y="674092"/>
                  </a:lnTo>
                  <a:lnTo>
                    <a:pt x="6219412" y="674092"/>
                  </a:lnTo>
                  <a:lnTo>
                    <a:pt x="6219557" y="674092"/>
                  </a:lnTo>
                  <a:lnTo>
                    <a:pt x="6219702" y="674092"/>
                  </a:lnTo>
                  <a:lnTo>
                    <a:pt x="6219848" y="674092"/>
                  </a:lnTo>
                  <a:lnTo>
                    <a:pt x="6219993" y="674092"/>
                  </a:lnTo>
                  <a:lnTo>
                    <a:pt x="6220139" y="674092"/>
                  </a:lnTo>
                  <a:lnTo>
                    <a:pt x="6220284" y="674092"/>
                  </a:lnTo>
                  <a:lnTo>
                    <a:pt x="6220430" y="674092"/>
                  </a:lnTo>
                  <a:lnTo>
                    <a:pt x="6220575" y="674092"/>
                  </a:lnTo>
                  <a:lnTo>
                    <a:pt x="6220720" y="674092"/>
                  </a:lnTo>
                  <a:lnTo>
                    <a:pt x="6220866" y="674092"/>
                  </a:lnTo>
                  <a:lnTo>
                    <a:pt x="6221011" y="674092"/>
                  </a:lnTo>
                  <a:lnTo>
                    <a:pt x="6221157" y="674092"/>
                  </a:lnTo>
                  <a:lnTo>
                    <a:pt x="6221302" y="674092"/>
                  </a:lnTo>
                  <a:lnTo>
                    <a:pt x="6221302" y="673468"/>
                  </a:lnTo>
                  <a:lnTo>
                    <a:pt x="6221448" y="673468"/>
                  </a:lnTo>
                  <a:lnTo>
                    <a:pt x="6221593" y="673468"/>
                  </a:lnTo>
                  <a:lnTo>
                    <a:pt x="6221738" y="673468"/>
                  </a:lnTo>
                  <a:lnTo>
                    <a:pt x="6221884" y="673468"/>
                  </a:lnTo>
                  <a:lnTo>
                    <a:pt x="6222029" y="673468"/>
                  </a:lnTo>
                  <a:lnTo>
                    <a:pt x="6222175" y="673468"/>
                  </a:lnTo>
                  <a:lnTo>
                    <a:pt x="6222320" y="673468"/>
                  </a:lnTo>
                  <a:lnTo>
                    <a:pt x="6222466" y="673468"/>
                  </a:lnTo>
                  <a:lnTo>
                    <a:pt x="6222611" y="673468"/>
                  </a:lnTo>
                  <a:lnTo>
                    <a:pt x="6222756" y="673468"/>
                  </a:lnTo>
                  <a:lnTo>
                    <a:pt x="6222902" y="673468"/>
                  </a:lnTo>
                  <a:lnTo>
                    <a:pt x="6223047" y="673468"/>
                  </a:lnTo>
                  <a:lnTo>
                    <a:pt x="6223193" y="673468"/>
                  </a:lnTo>
                  <a:lnTo>
                    <a:pt x="6223338" y="673468"/>
                  </a:lnTo>
                  <a:lnTo>
                    <a:pt x="6223484" y="673468"/>
                  </a:lnTo>
                  <a:lnTo>
                    <a:pt x="6223629" y="673468"/>
                  </a:lnTo>
                  <a:lnTo>
                    <a:pt x="6223774" y="673468"/>
                  </a:lnTo>
                  <a:lnTo>
                    <a:pt x="6223920" y="673468"/>
                  </a:lnTo>
                  <a:lnTo>
                    <a:pt x="6224065" y="673468"/>
                  </a:lnTo>
                  <a:lnTo>
                    <a:pt x="6224211" y="673468"/>
                  </a:lnTo>
                  <a:lnTo>
                    <a:pt x="6224356" y="673468"/>
                  </a:lnTo>
                  <a:lnTo>
                    <a:pt x="6224502" y="673468"/>
                  </a:lnTo>
                  <a:lnTo>
                    <a:pt x="6224647" y="673468"/>
                  </a:lnTo>
                  <a:lnTo>
                    <a:pt x="6224792" y="673468"/>
                  </a:lnTo>
                  <a:lnTo>
                    <a:pt x="6224938" y="673468"/>
                  </a:lnTo>
                  <a:lnTo>
                    <a:pt x="6225083" y="673468"/>
                  </a:lnTo>
                  <a:lnTo>
                    <a:pt x="6225083" y="672845"/>
                  </a:lnTo>
                  <a:lnTo>
                    <a:pt x="6225229" y="672845"/>
                  </a:lnTo>
                  <a:lnTo>
                    <a:pt x="6225374" y="672845"/>
                  </a:lnTo>
                  <a:lnTo>
                    <a:pt x="6225519" y="672845"/>
                  </a:lnTo>
                  <a:lnTo>
                    <a:pt x="6225665" y="672845"/>
                  </a:lnTo>
                  <a:lnTo>
                    <a:pt x="6225810" y="672845"/>
                  </a:lnTo>
                  <a:lnTo>
                    <a:pt x="6225810" y="672221"/>
                  </a:lnTo>
                  <a:lnTo>
                    <a:pt x="6225956" y="672221"/>
                  </a:lnTo>
                  <a:lnTo>
                    <a:pt x="6225956" y="671598"/>
                  </a:lnTo>
                  <a:lnTo>
                    <a:pt x="6226101" y="671598"/>
                  </a:lnTo>
                  <a:lnTo>
                    <a:pt x="6226247" y="671598"/>
                  </a:lnTo>
                  <a:lnTo>
                    <a:pt x="6226392" y="671598"/>
                  </a:lnTo>
                  <a:lnTo>
                    <a:pt x="6226537" y="671598"/>
                  </a:lnTo>
                  <a:lnTo>
                    <a:pt x="6226683" y="671598"/>
                  </a:lnTo>
                  <a:lnTo>
                    <a:pt x="6226828" y="671598"/>
                  </a:lnTo>
                  <a:lnTo>
                    <a:pt x="6226974" y="671598"/>
                  </a:lnTo>
                  <a:lnTo>
                    <a:pt x="6227119" y="671598"/>
                  </a:lnTo>
                  <a:lnTo>
                    <a:pt x="6227265" y="671598"/>
                  </a:lnTo>
                  <a:lnTo>
                    <a:pt x="6227410" y="671598"/>
                  </a:lnTo>
                  <a:lnTo>
                    <a:pt x="6227555" y="671598"/>
                  </a:lnTo>
                  <a:lnTo>
                    <a:pt x="6227701" y="671598"/>
                  </a:lnTo>
                  <a:lnTo>
                    <a:pt x="6227846" y="671598"/>
                  </a:lnTo>
                  <a:lnTo>
                    <a:pt x="6227992" y="671598"/>
                  </a:lnTo>
                  <a:lnTo>
                    <a:pt x="6228137" y="671598"/>
                  </a:lnTo>
                  <a:lnTo>
                    <a:pt x="6228137" y="670974"/>
                  </a:lnTo>
                  <a:lnTo>
                    <a:pt x="6228283" y="670974"/>
                  </a:lnTo>
                  <a:lnTo>
                    <a:pt x="6228428" y="670974"/>
                  </a:lnTo>
                  <a:lnTo>
                    <a:pt x="6228573" y="670974"/>
                  </a:lnTo>
                  <a:lnTo>
                    <a:pt x="6228573" y="670350"/>
                  </a:lnTo>
                  <a:lnTo>
                    <a:pt x="6228719" y="670350"/>
                  </a:lnTo>
                  <a:lnTo>
                    <a:pt x="6228864" y="670350"/>
                  </a:lnTo>
                  <a:lnTo>
                    <a:pt x="6229010" y="670350"/>
                  </a:lnTo>
                  <a:lnTo>
                    <a:pt x="6229155" y="670350"/>
                  </a:lnTo>
                  <a:lnTo>
                    <a:pt x="6229301" y="670350"/>
                  </a:lnTo>
                  <a:lnTo>
                    <a:pt x="6229301" y="669727"/>
                  </a:lnTo>
                  <a:lnTo>
                    <a:pt x="6229446" y="669727"/>
                  </a:lnTo>
                  <a:lnTo>
                    <a:pt x="6229591" y="669727"/>
                  </a:lnTo>
                  <a:lnTo>
                    <a:pt x="6229737" y="669727"/>
                  </a:lnTo>
                  <a:lnTo>
                    <a:pt x="6229882" y="669727"/>
                  </a:lnTo>
                  <a:lnTo>
                    <a:pt x="6230028" y="669727"/>
                  </a:lnTo>
                  <a:lnTo>
                    <a:pt x="6230028" y="669103"/>
                  </a:lnTo>
                  <a:lnTo>
                    <a:pt x="6230173" y="669103"/>
                  </a:lnTo>
                  <a:lnTo>
                    <a:pt x="6230319" y="669103"/>
                  </a:lnTo>
                  <a:lnTo>
                    <a:pt x="6230464" y="669103"/>
                  </a:lnTo>
                  <a:lnTo>
                    <a:pt x="6230609" y="669103"/>
                  </a:lnTo>
                  <a:lnTo>
                    <a:pt x="6230755" y="669103"/>
                  </a:lnTo>
                  <a:lnTo>
                    <a:pt x="6230900" y="669103"/>
                  </a:lnTo>
                  <a:lnTo>
                    <a:pt x="6231046" y="669103"/>
                  </a:lnTo>
                  <a:lnTo>
                    <a:pt x="6231191" y="669103"/>
                  </a:lnTo>
                  <a:lnTo>
                    <a:pt x="6231337" y="669103"/>
                  </a:lnTo>
                  <a:lnTo>
                    <a:pt x="6231482" y="669103"/>
                  </a:lnTo>
                  <a:lnTo>
                    <a:pt x="6231627" y="669103"/>
                  </a:lnTo>
                  <a:lnTo>
                    <a:pt x="6231773" y="669103"/>
                  </a:lnTo>
                  <a:lnTo>
                    <a:pt x="6231773" y="668480"/>
                  </a:lnTo>
                  <a:lnTo>
                    <a:pt x="6231918" y="668480"/>
                  </a:lnTo>
                  <a:lnTo>
                    <a:pt x="6232064" y="668480"/>
                  </a:lnTo>
                  <a:lnTo>
                    <a:pt x="6232209" y="668480"/>
                  </a:lnTo>
                  <a:lnTo>
                    <a:pt x="6232354" y="668480"/>
                  </a:lnTo>
                  <a:lnTo>
                    <a:pt x="6232354" y="667856"/>
                  </a:lnTo>
                  <a:lnTo>
                    <a:pt x="6232500" y="667856"/>
                  </a:lnTo>
                  <a:lnTo>
                    <a:pt x="6232645" y="667856"/>
                  </a:lnTo>
                  <a:lnTo>
                    <a:pt x="6232791" y="667856"/>
                  </a:lnTo>
                  <a:lnTo>
                    <a:pt x="6232936" y="667856"/>
                  </a:lnTo>
                  <a:lnTo>
                    <a:pt x="6233082" y="667856"/>
                  </a:lnTo>
                  <a:lnTo>
                    <a:pt x="6233227" y="667856"/>
                  </a:lnTo>
                  <a:lnTo>
                    <a:pt x="6233372" y="667856"/>
                  </a:lnTo>
                  <a:lnTo>
                    <a:pt x="6233518" y="667856"/>
                  </a:lnTo>
                  <a:lnTo>
                    <a:pt x="6233663" y="667856"/>
                  </a:lnTo>
                  <a:lnTo>
                    <a:pt x="6233809" y="667856"/>
                  </a:lnTo>
                  <a:lnTo>
                    <a:pt x="6233954" y="667856"/>
                  </a:lnTo>
                  <a:lnTo>
                    <a:pt x="6234100" y="667856"/>
                  </a:lnTo>
                  <a:lnTo>
                    <a:pt x="6234245" y="667856"/>
                  </a:lnTo>
                  <a:lnTo>
                    <a:pt x="6234390" y="667856"/>
                  </a:lnTo>
                  <a:lnTo>
                    <a:pt x="6234536" y="667856"/>
                  </a:lnTo>
                  <a:lnTo>
                    <a:pt x="6234681" y="667856"/>
                  </a:lnTo>
                  <a:lnTo>
                    <a:pt x="6234827" y="667856"/>
                  </a:lnTo>
                  <a:lnTo>
                    <a:pt x="6234972" y="667856"/>
                  </a:lnTo>
                  <a:lnTo>
                    <a:pt x="6235118" y="667856"/>
                  </a:lnTo>
                  <a:lnTo>
                    <a:pt x="6235263" y="667856"/>
                  </a:lnTo>
                  <a:lnTo>
                    <a:pt x="6235408" y="667856"/>
                  </a:lnTo>
                  <a:lnTo>
                    <a:pt x="6235554" y="667856"/>
                  </a:lnTo>
                  <a:lnTo>
                    <a:pt x="6235699" y="667856"/>
                  </a:lnTo>
                  <a:lnTo>
                    <a:pt x="6235845" y="667856"/>
                  </a:lnTo>
                  <a:lnTo>
                    <a:pt x="6235990" y="667856"/>
                  </a:lnTo>
                  <a:lnTo>
                    <a:pt x="6236136" y="667856"/>
                  </a:lnTo>
                  <a:lnTo>
                    <a:pt x="6236136" y="667233"/>
                  </a:lnTo>
                  <a:lnTo>
                    <a:pt x="6236281" y="667233"/>
                  </a:lnTo>
                  <a:lnTo>
                    <a:pt x="6236426" y="667233"/>
                  </a:lnTo>
                  <a:lnTo>
                    <a:pt x="6236426" y="666609"/>
                  </a:lnTo>
                  <a:lnTo>
                    <a:pt x="6236572" y="666609"/>
                  </a:lnTo>
                  <a:lnTo>
                    <a:pt x="6236717" y="666609"/>
                  </a:lnTo>
                  <a:lnTo>
                    <a:pt x="6236863" y="666609"/>
                  </a:lnTo>
                  <a:lnTo>
                    <a:pt x="6237008" y="666609"/>
                  </a:lnTo>
                  <a:lnTo>
                    <a:pt x="6237154" y="666609"/>
                  </a:lnTo>
                  <a:lnTo>
                    <a:pt x="6237154" y="665985"/>
                  </a:lnTo>
                  <a:lnTo>
                    <a:pt x="6237299" y="665985"/>
                  </a:lnTo>
                  <a:lnTo>
                    <a:pt x="6237444" y="665985"/>
                  </a:lnTo>
                  <a:lnTo>
                    <a:pt x="6237590" y="665985"/>
                  </a:lnTo>
                  <a:lnTo>
                    <a:pt x="6237590" y="665362"/>
                  </a:lnTo>
                  <a:lnTo>
                    <a:pt x="6237735" y="665362"/>
                  </a:lnTo>
                  <a:lnTo>
                    <a:pt x="6237881" y="665362"/>
                  </a:lnTo>
                  <a:lnTo>
                    <a:pt x="6238026" y="665362"/>
                  </a:lnTo>
                  <a:lnTo>
                    <a:pt x="6238026" y="664738"/>
                  </a:lnTo>
                  <a:lnTo>
                    <a:pt x="6238026" y="664115"/>
                  </a:lnTo>
                  <a:lnTo>
                    <a:pt x="6238172" y="664115"/>
                  </a:lnTo>
                  <a:lnTo>
                    <a:pt x="6238317" y="664115"/>
                  </a:lnTo>
                  <a:lnTo>
                    <a:pt x="6238462" y="664115"/>
                  </a:lnTo>
                  <a:lnTo>
                    <a:pt x="6238608" y="664115"/>
                  </a:lnTo>
                  <a:lnTo>
                    <a:pt x="6238753" y="664115"/>
                  </a:lnTo>
                  <a:lnTo>
                    <a:pt x="6238753" y="663491"/>
                  </a:lnTo>
                  <a:lnTo>
                    <a:pt x="6238899" y="663491"/>
                  </a:lnTo>
                  <a:lnTo>
                    <a:pt x="6239044" y="663491"/>
                  </a:lnTo>
                  <a:lnTo>
                    <a:pt x="6239189" y="663491"/>
                  </a:lnTo>
                  <a:lnTo>
                    <a:pt x="6239335" y="663491"/>
                  </a:lnTo>
                  <a:lnTo>
                    <a:pt x="6239480" y="663491"/>
                  </a:lnTo>
                  <a:lnTo>
                    <a:pt x="6239626" y="663491"/>
                  </a:lnTo>
                  <a:lnTo>
                    <a:pt x="6239771" y="663491"/>
                  </a:lnTo>
                  <a:lnTo>
                    <a:pt x="6239917" y="663491"/>
                  </a:lnTo>
                  <a:lnTo>
                    <a:pt x="6240062" y="663491"/>
                  </a:lnTo>
                  <a:lnTo>
                    <a:pt x="6240207" y="663491"/>
                  </a:lnTo>
                  <a:lnTo>
                    <a:pt x="6240353" y="663491"/>
                  </a:lnTo>
                  <a:lnTo>
                    <a:pt x="6240498" y="663491"/>
                  </a:lnTo>
                  <a:lnTo>
                    <a:pt x="6240644" y="663491"/>
                  </a:lnTo>
                  <a:lnTo>
                    <a:pt x="6240789" y="663491"/>
                  </a:lnTo>
                  <a:lnTo>
                    <a:pt x="6240935" y="663491"/>
                  </a:lnTo>
                  <a:lnTo>
                    <a:pt x="6241080" y="663491"/>
                  </a:lnTo>
                  <a:lnTo>
                    <a:pt x="6241225" y="663491"/>
                  </a:lnTo>
                  <a:lnTo>
                    <a:pt x="6241371" y="663491"/>
                  </a:lnTo>
                  <a:lnTo>
                    <a:pt x="6241516" y="663491"/>
                  </a:lnTo>
                  <a:lnTo>
                    <a:pt x="6241662" y="663491"/>
                  </a:lnTo>
                  <a:lnTo>
                    <a:pt x="6241807" y="663491"/>
                  </a:lnTo>
                  <a:lnTo>
                    <a:pt x="6241953" y="663491"/>
                  </a:lnTo>
                  <a:lnTo>
                    <a:pt x="6242098" y="663491"/>
                  </a:lnTo>
                  <a:lnTo>
                    <a:pt x="6242098" y="662868"/>
                  </a:lnTo>
                  <a:lnTo>
                    <a:pt x="6242098" y="662244"/>
                  </a:lnTo>
                  <a:lnTo>
                    <a:pt x="6242243" y="662244"/>
                  </a:lnTo>
                  <a:lnTo>
                    <a:pt x="6242389" y="662244"/>
                  </a:lnTo>
                  <a:lnTo>
                    <a:pt x="6242534" y="662244"/>
                  </a:lnTo>
                  <a:lnTo>
                    <a:pt x="6242680" y="662244"/>
                  </a:lnTo>
                  <a:lnTo>
                    <a:pt x="6242825" y="662244"/>
                  </a:lnTo>
                  <a:lnTo>
                    <a:pt x="6242971" y="662244"/>
                  </a:lnTo>
                  <a:lnTo>
                    <a:pt x="6243116" y="662244"/>
                  </a:lnTo>
                  <a:lnTo>
                    <a:pt x="6243261" y="662244"/>
                  </a:lnTo>
                  <a:lnTo>
                    <a:pt x="6243407" y="662244"/>
                  </a:lnTo>
                  <a:lnTo>
                    <a:pt x="6243552" y="662244"/>
                  </a:lnTo>
                  <a:lnTo>
                    <a:pt x="6243698" y="662244"/>
                  </a:lnTo>
                  <a:lnTo>
                    <a:pt x="6243843" y="662244"/>
                  </a:lnTo>
                  <a:lnTo>
                    <a:pt x="6243989" y="662244"/>
                  </a:lnTo>
                  <a:lnTo>
                    <a:pt x="6243989" y="661620"/>
                  </a:lnTo>
                  <a:lnTo>
                    <a:pt x="6244134" y="661620"/>
                  </a:lnTo>
                  <a:lnTo>
                    <a:pt x="6244279" y="661620"/>
                  </a:lnTo>
                  <a:lnTo>
                    <a:pt x="6244425" y="661620"/>
                  </a:lnTo>
                  <a:lnTo>
                    <a:pt x="6244570" y="661620"/>
                  </a:lnTo>
                  <a:lnTo>
                    <a:pt x="6244716" y="661620"/>
                  </a:lnTo>
                  <a:lnTo>
                    <a:pt x="6244861" y="661620"/>
                  </a:lnTo>
                  <a:lnTo>
                    <a:pt x="6245007" y="661620"/>
                  </a:lnTo>
                  <a:lnTo>
                    <a:pt x="6245152" y="661620"/>
                  </a:lnTo>
                  <a:lnTo>
                    <a:pt x="6245297" y="661620"/>
                  </a:lnTo>
                  <a:lnTo>
                    <a:pt x="6245443" y="661620"/>
                  </a:lnTo>
                  <a:lnTo>
                    <a:pt x="6245588" y="661620"/>
                  </a:lnTo>
                  <a:lnTo>
                    <a:pt x="6245734" y="661620"/>
                  </a:lnTo>
                  <a:lnTo>
                    <a:pt x="6245879" y="661620"/>
                  </a:lnTo>
                  <a:lnTo>
                    <a:pt x="6245879" y="660997"/>
                  </a:lnTo>
                  <a:lnTo>
                    <a:pt x="6246024" y="660997"/>
                  </a:lnTo>
                  <a:lnTo>
                    <a:pt x="6246170" y="660997"/>
                  </a:lnTo>
                  <a:lnTo>
                    <a:pt x="6246315" y="660997"/>
                  </a:lnTo>
                  <a:lnTo>
                    <a:pt x="6246461" y="660997"/>
                  </a:lnTo>
                  <a:lnTo>
                    <a:pt x="6246606" y="660997"/>
                  </a:lnTo>
                  <a:lnTo>
                    <a:pt x="6246752" y="660997"/>
                  </a:lnTo>
                  <a:lnTo>
                    <a:pt x="6246897" y="660997"/>
                  </a:lnTo>
                  <a:lnTo>
                    <a:pt x="6247042" y="660997"/>
                  </a:lnTo>
                  <a:lnTo>
                    <a:pt x="6247188" y="660997"/>
                  </a:lnTo>
                  <a:lnTo>
                    <a:pt x="6247333" y="660997"/>
                  </a:lnTo>
                  <a:lnTo>
                    <a:pt x="6247479" y="660997"/>
                  </a:lnTo>
                  <a:lnTo>
                    <a:pt x="6247624" y="660997"/>
                  </a:lnTo>
                  <a:lnTo>
                    <a:pt x="6247770" y="660997"/>
                  </a:lnTo>
                  <a:lnTo>
                    <a:pt x="6247915" y="660997"/>
                  </a:lnTo>
                  <a:lnTo>
                    <a:pt x="6248060" y="660997"/>
                  </a:lnTo>
                  <a:lnTo>
                    <a:pt x="6248206" y="660997"/>
                  </a:lnTo>
                  <a:lnTo>
                    <a:pt x="6248351" y="660997"/>
                  </a:lnTo>
                  <a:lnTo>
                    <a:pt x="6248351" y="660373"/>
                  </a:lnTo>
                  <a:lnTo>
                    <a:pt x="6248497" y="660373"/>
                  </a:lnTo>
                  <a:lnTo>
                    <a:pt x="6248642" y="660373"/>
                  </a:lnTo>
                  <a:lnTo>
                    <a:pt x="6248788" y="660373"/>
                  </a:lnTo>
                  <a:lnTo>
                    <a:pt x="6248933" y="660373"/>
                  </a:lnTo>
                  <a:lnTo>
                    <a:pt x="6249078" y="660373"/>
                  </a:lnTo>
                  <a:lnTo>
                    <a:pt x="6249224" y="660373"/>
                  </a:lnTo>
                  <a:lnTo>
                    <a:pt x="6249369" y="660373"/>
                  </a:lnTo>
                  <a:lnTo>
                    <a:pt x="6249515" y="660373"/>
                  </a:lnTo>
                  <a:lnTo>
                    <a:pt x="6249660" y="660373"/>
                  </a:lnTo>
                  <a:lnTo>
                    <a:pt x="6249806" y="660373"/>
                  </a:lnTo>
                  <a:lnTo>
                    <a:pt x="6249951" y="660373"/>
                  </a:lnTo>
                  <a:lnTo>
                    <a:pt x="6250096" y="660373"/>
                  </a:lnTo>
                  <a:lnTo>
                    <a:pt x="6250242" y="660373"/>
                  </a:lnTo>
                  <a:lnTo>
                    <a:pt x="6250387" y="660373"/>
                  </a:lnTo>
                  <a:lnTo>
                    <a:pt x="6250387" y="659750"/>
                  </a:lnTo>
                  <a:lnTo>
                    <a:pt x="6250533" y="659750"/>
                  </a:lnTo>
                  <a:lnTo>
                    <a:pt x="6250678" y="659750"/>
                  </a:lnTo>
                  <a:lnTo>
                    <a:pt x="6250824" y="659750"/>
                  </a:lnTo>
                  <a:lnTo>
                    <a:pt x="6250969" y="659750"/>
                  </a:lnTo>
                  <a:lnTo>
                    <a:pt x="6251114" y="659750"/>
                  </a:lnTo>
                  <a:lnTo>
                    <a:pt x="6251260" y="659750"/>
                  </a:lnTo>
                  <a:lnTo>
                    <a:pt x="6251405" y="659750"/>
                  </a:lnTo>
                  <a:lnTo>
                    <a:pt x="6251405" y="659126"/>
                  </a:lnTo>
                  <a:lnTo>
                    <a:pt x="6251551" y="659126"/>
                  </a:lnTo>
                  <a:lnTo>
                    <a:pt x="6251551" y="658502"/>
                  </a:lnTo>
                  <a:lnTo>
                    <a:pt x="6251551" y="657879"/>
                  </a:lnTo>
                  <a:lnTo>
                    <a:pt x="6251696" y="657879"/>
                  </a:lnTo>
                  <a:lnTo>
                    <a:pt x="6251842" y="657879"/>
                  </a:lnTo>
                  <a:lnTo>
                    <a:pt x="6251987" y="657879"/>
                  </a:lnTo>
                  <a:lnTo>
                    <a:pt x="6252132" y="657879"/>
                  </a:lnTo>
                  <a:lnTo>
                    <a:pt x="6252278" y="657879"/>
                  </a:lnTo>
                  <a:lnTo>
                    <a:pt x="6252423" y="657879"/>
                  </a:lnTo>
                  <a:lnTo>
                    <a:pt x="6252569" y="657879"/>
                  </a:lnTo>
                  <a:lnTo>
                    <a:pt x="6252714" y="657879"/>
                  </a:lnTo>
                  <a:lnTo>
                    <a:pt x="6252859" y="657879"/>
                  </a:lnTo>
                  <a:lnTo>
                    <a:pt x="6253005" y="657879"/>
                  </a:lnTo>
                  <a:lnTo>
                    <a:pt x="6253005" y="657255"/>
                  </a:lnTo>
                  <a:lnTo>
                    <a:pt x="6253150" y="657255"/>
                  </a:lnTo>
                  <a:lnTo>
                    <a:pt x="6253296" y="657255"/>
                  </a:lnTo>
                  <a:lnTo>
                    <a:pt x="6253441" y="657255"/>
                  </a:lnTo>
                  <a:lnTo>
                    <a:pt x="6253441" y="656632"/>
                  </a:lnTo>
                  <a:lnTo>
                    <a:pt x="6253587" y="656632"/>
                  </a:lnTo>
                  <a:lnTo>
                    <a:pt x="6253732" y="656632"/>
                  </a:lnTo>
                  <a:lnTo>
                    <a:pt x="6253877" y="656632"/>
                  </a:lnTo>
                  <a:lnTo>
                    <a:pt x="6254023" y="656632"/>
                  </a:lnTo>
                  <a:lnTo>
                    <a:pt x="6254168" y="656632"/>
                  </a:lnTo>
                  <a:lnTo>
                    <a:pt x="6254314" y="656632"/>
                  </a:lnTo>
                  <a:lnTo>
                    <a:pt x="6254459" y="656632"/>
                  </a:lnTo>
                  <a:lnTo>
                    <a:pt x="6254605" y="656632"/>
                  </a:lnTo>
                  <a:lnTo>
                    <a:pt x="6254750" y="656632"/>
                  </a:lnTo>
                  <a:lnTo>
                    <a:pt x="6254895" y="656632"/>
                  </a:lnTo>
                  <a:lnTo>
                    <a:pt x="6255041" y="656632"/>
                  </a:lnTo>
                  <a:lnTo>
                    <a:pt x="6255186" y="656632"/>
                  </a:lnTo>
                  <a:lnTo>
                    <a:pt x="6255332" y="656632"/>
                  </a:lnTo>
                  <a:lnTo>
                    <a:pt x="6255477" y="656632"/>
                  </a:lnTo>
                  <a:lnTo>
                    <a:pt x="6255623" y="656632"/>
                  </a:lnTo>
                  <a:lnTo>
                    <a:pt x="6255768" y="656632"/>
                  </a:lnTo>
                  <a:lnTo>
                    <a:pt x="6255913" y="656632"/>
                  </a:lnTo>
                  <a:lnTo>
                    <a:pt x="6255913" y="656008"/>
                  </a:lnTo>
                  <a:lnTo>
                    <a:pt x="6256059" y="656008"/>
                  </a:lnTo>
                  <a:lnTo>
                    <a:pt x="6256204" y="656008"/>
                  </a:lnTo>
                  <a:lnTo>
                    <a:pt x="6256350" y="656008"/>
                  </a:lnTo>
                  <a:lnTo>
                    <a:pt x="6256495" y="656008"/>
                  </a:lnTo>
                  <a:lnTo>
                    <a:pt x="6256641" y="656008"/>
                  </a:lnTo>
                  <a:lnTo>
                    <a:pt x="6256786" y="656008"/>
                  </a:lnTo>
                  <a:lnTo>
                    <a:pt x="6256931" y="656008"/>
                  </a:lnTo>
                  <a:lnTo>
                    <a:pt x="6257077" y="656008"/>
                  </a:lnTo>
                  <a:lnTo>
                    <a:pt x="6257222" y="656008"/>
                  </a:lnTo>
                  <a:lnTo>
                    <a:pt x="6257222" y="655385"/>
                  </a:lnTo>
                  <a:lnTo>
                    <a:pt x="6257368" y="655385"/>
                  </a:lnTo>
                  <a:lnTo>
                    <a:pt x="6257513" y="655385"/>
                  </a:lnTo>
                  <a:lnTo>
                    <a:pt x="6257659" y="655385"/>
                  </a:lnTo>
                  <a:lnTo>
                    <a:pt x="6257804" y="655385"/>
                  </a:lnTo>
                  <a:lnTo>
                    <a:pt x="6257949" y="655385"/>
                  </a:lnTo>
                  <a:lnTo>
                    <a:pt x="6258095" y="655385"/>
                  </a:lnTo>
                  <a:lnTo>
                    <a:pt x="6258240" y="655385"/>
                  </a:lnTo>
                  <a:lnTo>
                    <a:pt x="6258386" y="655385"/>
                  </a:lnTo>
                  <a:lnTo>
                    <a:pt x="6258531" y="655385"/>
                  </a:lnTo>
                  <a:lnTo>
                    <a:pt x="6258677" y="655385"/>
                  </a:lnTo>
                  <a:lnTo>
                    <a:pt x="6258677" y="654761"/>
                  </a:lnTo>
                  <a:lnTo>
                    <a:pt x="6258822" y="654761"/>
                  </a:lnTo>
                  <a:lnTo>
                    <a:pt x="6258822" y="654137"/>
                  </a:lnTo>
                  <a:lnTo>
                    <a:pt x="6258967" y="654137"/>
                  </a:lnTo>
                  <a:lnTo>
                    <a:pt x="6259113" y="654137"/>
                  </a:lnTo>
                  <a:lnTo>
                    <a:pt x="6259258" y="654137"/>
                  </a:lnTo>
                  <a:lnTo>
                    <a:pt x="6259404" y="654137"/>
                  </a:lnTo>
                  <a:lnTo>
                    <a:pt x="6259549" y="654137"/>
                  </a:lnTo>
                  <a:lnTo>
                    <a:pt x="6259694" y="654137"/>
                  </a:lnTo>
                  <a:lnTo>
                    <a:pt x="6259840" y="654137"/>
                  </a:lnTo>
                  <a:lnTo>
                    <a:pt x="6259985" y="654137"/>
                  </a:lnTo>
                  <a:lnTo>
                    <a:pt x="6260131" y="654137"/>
                  </a:lnTo>
                  <a:lnTo>
                    <a:pt x="6260276" y="654137"/>
                  </a:lnTo>
                  <a:lnTo>
                    <a:pt x="6260422" y="654137"/>
                  </a:lnTo>
                  <a:lnTo>
                    <a:pt x="6260567" y="654137"/>
                  </a:lnTo>
                  <a:lnTo>
                    <a:pt x="6260567" y="653514"/>
                  </a:lnTo>
                  <a:lnTo>
                    <a:pt x="6260712" y="653514"/>
                  </a:lnTo>
                  <a:lnTo>
                    <a:pt x="6260858" y="653514"/>
                  </a:lnTo>
                  <a:lnTo>
                    <a:pt x="6261003" y="653514"/>
                  </a:lnTo>
                  <a:lnTo>
                    <a:pt x="6261149" y="653514"/>
                  </a:lnTo>
                  <a:lnTo>
                    <a:pt x="6261294" y="653514"/>
                  </a:lnTo>
                  <a:lnTo>
                    <a:pt x="6261440" y="653514"/>
                  </a:lnTo>
                  <a:lnTo>
                    <a:pt x="6261585" y="653514"/>
                  </a:lnTo>
                  <a:lnTo>
                    <a:pt x="6261730" y="653514"/>
                  </a:lnTo>
                  <a:lnTo>
                    <a:pt x="6261876" y="653514"/>
                  </a:lnTo>
                  <a:lnTo>
                    <a:pt x="6262021" y="653514"/>
                  </a:lnTo>
                  <a:lnTo>
                    <a:pt x="6262167" y="653514"/>
                  </a:lnTo>
                  <a:lnTo>
                    <a:pt x="6262312" y="653514"/>
                  </a:lnTo>
                  <a:lnTo>
                    <a:pt x="6262458" y="653514"/>
                  </a:lnTo>
                  <a:lnTo>
                    <a:pt x="6262458" y="652890"/>
                  </a:lnTo>
                  <a:lnTo>
                    <a:pt x="6262458" y="652267"/>
                  </a:lnTo>
                  <a:lnTo>
                    <a:pt x="6262603" y="652267"/>
                  </a:lnTo>
                  <a:lnTo>
                    <a:pt x="6262748" y="652267"/>
                  </a:lnTo>
                  <a:lnTo>
                    <a:pt x="6262894" y="652267"/>
                  </a:lnTo>
                  <a:lnTo>
                    <a:pt x="6263039" y="652267"/>
                  </a:lnTo>
                  <a:lnTo>
                    <a:pt x="6263185" y="652267"/>
                  </a:lnTo>
                  <a:lnTo>
                    <a:pt x="6263330" y="652267"/>
                  </a:lnTo>
                  <a:lnTo>
                    <a:pt x="6263476" y="652267"/>
                  </a:lnTo>
                  <a:lnTo>
                    <a:pt x="6263621" y="652267"/>
                  </a:lnTo>
                  <a:lnTo>
                    <a:pt x="6263766" y="652267"/>
                  </a:lnTo>
                  <a:lnTo>
                    <a:pt x="6263912" y="652267"/>
                  </a:lnTo>
                  <a:lnTo>
                    <a:pt x="6264057" y="652267"/>
                  </a:lnTo>
                  <a:lnTo>
                    <a:pt x="6264203" y="652267"/>
                  </a:lnTo>
                  <a:lnTo>
                    <a:pt x="6264348" y="652267"/>
                  </a:lnTo>
                  <a:lnTo>
                    <a:pt x="6264494" y="652267"/>
                  </a:lnTo>
                  <a:lnTo>
                    <a:pt x="6264639" y="652267"/>
                  </a:lnTo>
                  <a:lnTo>
                    <a:pt x="6264784" y="652267"/>
                  </a:lnTo>
                  <a:lnTo>
                    <a:pt x="6264930" y="652267"/>
                  </a:lnTo>
                  <a:lnTo>
                    <a:pt x="6265075" y="652267"/>
                  </a:lnTo>
                  <a:lnTo>
                    <a:pt x="6265221" y="652267"/>
                  </a:lnTo>
                  <a:lnTo>
                    <a:pt x="6265366" y="652267"/>
                  </a:lnTo>
                  <a:lnTo>
                    <a:pt x="6265512" y="652267"/>
                  </a:lnTo>
                  <a:lnTo>
                    <a:pt x="6265657" y="652267"/>
                  </a:lnTo>
                  <a:lnTo>
                    <a:pt x="6265657" y="651643"/>
                  </a:lnTo>
                  <a:lnTo>
                    <a:pt x="6265802" y="651643"/>
                  </a:lnTo>
                  <a:lnTo>
                    <a:pt x="6265802" y="651019"/>
                  </a:lnTo>
                  <a:lnTo>
                    <a:pt x="6265948" y="651019"/>
                  </a:lnTo>
                  <a:lnTo>
                    <a:pt x="6266093" y="651019"/>
                  </a:lnTo>
                  <a:lnTo>
                    <a:pt x="6266239" y="651019"/>
                  </a:lnTo>
                  <a:lnTo>
                    <a:pt x="6266384" y="651019"/>
                  </a:lnTo>
                  <a:lnTo>
                    <a:pt x="6266529" y="651019"/>
                  </a:lnTo>
                  <a:lnTo>
                    <a:pt x="6266675" y="651019"/>
                  </a:lnTo>
                  <a:lnTo>
                    <a:pt x="6266820" y="651019"/>
                  </a:lnTo>
                  <a:lnTo>
                    <a:pt x="6266966" y="651019"/>
                  </a:lnTo>
                  <a:lnTo>
                    <a:pt x="6267111" y="651019"/>
                  </a:lnTo>
                  <a:lnTo>
                    <a:pt x="6267257" y="651019"/>
                  </a:lnTo>
                  <a:lnTo>
                    <a:pt x="6267402" y="651019"/>
                  </a:lnTo>
                  <a:lnTo>
                    <a:pt x="6267547" y="651019"/>
                  </a:lnTo>
                  <a:lnTo>
                    <a:pt x="6267693" y="651019"/>
                  </a:lnTo>
                  <a:lnTo>
                    <a:pt x="6267838" y="651019"/>
                  </a:lnTo>
                  <a:lnTo>
                    <a:pt x="6267984" y="651019"/>
                  </a:lnTo>
                  <a:lnTo>
                    <a:pt x="6268129" y="651019"/>
                  </a:lnTo>
                  <a:lnTo>
                    <a:pt x="6268275" y="651019"/>
                  </a:lnTo>
                  <a:lnTo>
                    <a:pt x="6268420" y="651019"/>
                  </a:lnTo>
                  <a:lnTo>
                    <a:pt x="6268565" y="651019"/>
                  </a:lnTo>
                  <a:lnTo>
                    <a:pt x="6268711" y="651019"/>
                  </a:lnTo>
                  <a:lnTo>
                    <a:pt x="6268856" y="651019"/>
                  </a:lnTo>
                  <a:lnTo>
                    <a:pt x="6269002" y="651019"/>
                  </a:lnTo>
                  <a:lnTo>
                    <a:pt x="6269147" y="651019"/>
                  </a:lnTo>
                  <a:lnTo>
                    <a:pt x="6269293" y="651019"/>
                  </a:lnTo>
                  <a:lnTo>
                    <a:pt x="6269438" y="651019"/>
                  </a:lnTo>
                  <a:lnTo>
                    <a:pt x="6269583" y="651019"/>
                  </a:lnTo>
                  <a:lnTo>
                    <a:pt x="6269729" y="651019"/>
                  </a:lnTo>
                  <a:lnTo>
                    <a:pt x="6269874" y="651019"/>
                  </a:lnTo>
                  <a:lnTo>
                    <a:pt x="6270020" y="651019"/>
                  </a:lnTo>
                  <a:lnTo>
                    <a:pt x="6270165" y="651019"/>
                  </a:lnTo>
                  <a:lnTo>
                    <a:pt x="6270311" y="651019"/>
                  </a:lnTo>
                  <a:lnTo>
                    <a:pt x="6270456" y="651019"/>
                  </a:lnTo>
                  <a:lnTo>
                    <a:pt x="6270601" y="651019"/>
                  </a:lnTo>
                  <a:lnTo>
                    <a:pt x="6270747" y="651019"/>
                  </a:lnTo>
                  <a:lnTo>
                    <a:pt x="6270892" y="651019"/>
                  </a:lnTo>
                  <a:lnTo>
                    <a:pt x="6271038" y="651019"/>
                  </a:lnTo>
                  <a:lnTo>
                    <a:pt x="6271183" y="651019"/>
                  </a:lnTo>
                  <a:lnTo>
                    <a:pt x="6271329" y="651019"/>
                  </a:lnTo>
                  <a:lnTo>
                    <a:pt x="6271474" y="651019"/>
                  </a:lnTo>
                  <a:lnTo>
                    <a:pt x="6271619" y="651019"/>
                  </a:lnTo>
                  <a:lnTo>
                    <a:pt x="6271765" y="651019"/>
                  </a:lnTo>
                  <a:lnTo>
                    <a:pt x="6271765" y="650396"/>
                  </a:lnTo>
                  <a:lnTo>
                    <a:pt x="6271910" y="650396"/>
                  </a:lnTo>
                  <a:lnTo>
                    <a:pt x="6272056" y="650396"/>
                  </a:lnTo>
                  <a:lnTo>
                    <a:pt x="6272201" y="650396"/>
                  </a:lnTo>
                  <a:lnTo>
                    <a:pt x="6272346" y="650396"/>
                  </a:lnTo>
                  <a:lnTo>
                    <a:pt x="6272492" y="650396"/>
                  </a:lnTo>
                  <a:lnTo>
                    <a:pt x="6272637" y="650396"/>
                  </a:lnTo>
                  <a:lnTo>
                    <a:pt x="6272783" y="650396"/>
                  </a:lnTo>
                  <a:lnTo>
                    <a:pt x="6272928" y="650396"/>
                  </a:lnTo>
                  <a:lnTo>
                    <a:pt x="6273074" y="650396"/>
                  </a:lnTo>
                  <a:lnTo>
                    <a:pt x="6273219" y="650396"/>
                  </a:lnTo>
                  <a:lnTo>
                    <a:pt x="6273364" y="650396"/>
                  </a:lnTo>
                  <a:lnTo>
                    <a:pt x="6273510" y="650396"/>
                  </a:lnTo>
                  <a:lnTo>
                    <a:pt x="6273655" y="650396"/>
                  </a:lnTo>
                  <a:lnTo>
                    <a:pt x="6273801" y="650396"/>
                  </a:lnTo>
                  <a:lnTo>
                    <a:pt x="6273946" y="650396"/>
                  </a:lnTo>
                  <a:lnTo>
                    <a:pt x="6274092" y="650396"/>
                  </a:lnTo>
                  <a:lnTo>
                    <a:pt x="6274237" y="650396"/>
                  </a:lnTo>
                  <a:lnTo>
                    <a:pt x="6274382" y="650396"/>
                  </a:lnTo>
                  <a:lnTo>
                    <a:pt x="6274528" y="650396"/>
                  </a:lnTo>
                  <a:lnTo>
                    <a:pt x="6274673" y="650396"/>
                  </a:lnTo>
                  <a:lnTo>
                    <a:pt x="6274819" y="650396"/>
                  </a:lnTo>
                  <a:lnTo>
                    <a:pt x="6274964" y="650396"/>
                  </a:lnTo>
                  <a:lnTo>
                    <a:pt x="6275110" y="650396"/>
                  </a:lnTo>
                  <a:lnTo>
                    <a:pt x="6275110" y="649772"/>
                  </a:lnTo>
                  <a:lnTo>
                    <a:pt x="6275255" y="649772"/>
                  </a:lnTo>
                  <a:lnTo>
                    <a:pt x="6275400" y="649772"/>
                  </a:lnTo>
                  <a:lnTo>
                    <a:pt x="6275546" y="649772"/>
                  </a:lnTo>
                  <a:lnTo>
                    <a:pt x="6275691" y="649772"/>
                  </a:lnTo>
                  <a:lnTo>
                    <a:pt x="6275837" y="649772"/>
                  </a:lnTo>
                  <a:lnTo>
                    <a:pt x="6275982" y="649772"/>
                  </a:lnTo>
                  <a:lnTo>
                    <a:pt x="6276128" y="649772"/>
                  </a:lnTo>
                  <a:lnTo>
                    <a:pt x="6276273" y="649772"/>
                  </a:lnTo>
                  <a:lnTo>
                    <a:pt x="6276418" y="649772"/>
                  </a:lnTo>
                  <a:lnTo>
                    <a:pt x="6276564" y="649772"/>
                  </a:lnTo>
                  <a:lnTo>
                    <a:pt x="6276709" y="649772"/>
                  </a:lnTo>
                  <a:lnTo>
                    <a:pt x="6276855" y="649772"/>
                  </a:lnTo>
                  <a:lnTo>
                    <a:pt x="6277000" y="649772"/>
                  </a:lnTo>
                  <a:lnTo>
                    <a:pt x="6277146" y="649772"/>
                  </a:lnTo>
                  <a:lnTo>
                    <a:pt x="6277291" y="649772"/>
                  </a:lnTo>
                  <a:lnTo>
                    <a:pt x="6277436" y="649772"/>
                  </a:lnTo>
                  <a:lnTo>
                    <a:pt x="6277582" y="649772"/>
                  </a:lnTo>
                  <a:lnTo>
                    <a:pt x="6277727" y="649772"/>
                  </a:lnTo>
                  <a:lnTo>
                    <a:pt x="6277873" y="649772"/>
                  </a:lnTo>
                  <a:lnTo>
                    <a:pt x="6278018" y="649772"/>
                  </a:lnTo>
                  <a:lnTo>
                    <a:pt x="6278164" y="649772"/>
                  </a:lnTo>
                  <a:lnTo>
                    <a:pt x="6278309" y="649772"/>
                  </a:lnTo>
                  <a:lnTo>
                    <a:pt x="6278454" y="649772"/>
                  </a:lnTo>
                  <a:lnTo>
                    <a:pt x="6278600" y="649772"/>
                  </a:lnTo>
                  <a:lnTo>
                    <a:pt x="6278745" y="649772"/>
                  </a:lnTo>
                  <a:lnTo>
                    <a:pt x="6278891" y="649772"/>
                  </a:lnTo>
                  <a:lnTo>
                    <a:pt x="6279036" y="649772"/>
                  </a:lnTo>
                  <a:lnTo>
                    <a:pt x="6279181" y="649772"/>
                  </a:lnTo>
                  <a:lnTo>
                    <a:pt x="6279181" y="649149"/>
                  </a:lnTo>
                  <a:lnTo>
                    <a:pt x="6279327" y="649149"/>
                  </a:lnTo>
                  <a:lnTo>
                    <a:pt x="6279472" y="649149"/>
                  </a:lnTo>
                  <a:lnTo>
                    <a:pt x="6279618" y="649149"/>
                  </a:lnTo>
                  <a:lnTo>
                    <a:pt x="6279763" y="649149"/>
                  </a:lnTo>
                  <a:lnTo>
                    <a:pt x="6279909" y="649149"/>
                  </a:lnTo>
                  <a:lnTo>
                    <a:pt x="6279909" y="648525"/>
                  </a:lnTo>
                  <a:lnTo>
                    <a:pt x="6280054" y="648525"/>
                  </a:lnTo>
                  <a:lnTo>
                    <a:pt x="6280199" y="648525"/>
                  </a:lnTo>
                  <a:lnTo>
                    <a:pt x="6280345" y="648525"/>
                  </a:lnTo>
                  <a:lnTo>
                    <a:pt x="6280490" y="648525"/>
                  </a:lnTo>
                  <a:lnTo>
                    <a:pt x="6280636" y="648525"/>
                  </a:lnTo>
                  <a:lnTo>
                    <a:pt x="6280781" y="648525"/>
                  </a:lnTo>
                  <a:lnTo>
                    <a:pt x="6280927" y="648525"/>
                  </a:lnTo>
                  <a:lnTo>
                    <a:pt x="6281072" y="648525"/>
                  </a:lnTo>
                  <a:lnTo>
                    <a:pt x="6281217" y="648525"/>
                  </a:lnTo>
                  <a:lnTo>
                    <a:pt x="6281217" y="647902"/>
                  </a:lnTo>
                  <a:lnTo>
                    <a:pt x="6281363" y="647902"/>
                  </a:lnTo>
                  <a:lnTo>
                    <a:pt x="6281508" y="647902"/>
                  </a:lnTo>
                  <a:lnTo>
                    <a:pt x="6281654" y="647902"/>
                  </a:lnTo>
                  <a:lnTo>
                    <a:pt x="6281799" y="647902"/>
                  </a:lnTo>
                  <a:lnTo>
                    <a:pt x="6281945" y="647902"/>
                  </a:lnTo>
                  <a:lnTo>
                    <a:pt x="6282090" y="647902"/>
                  </a:lnTo>
                  <a:lnTo>
                    <a:pt x="6282235" y="647902"/>
                  </a:lnTo>
                  <a:lnTo>
                    <a:pt x="6282381" y="647902"/>
                  </a:lnTo>
                  <a:lnTo>
                    <a:pt x="6282381" y="647278"/>
                  </a:lnTo>
                  <a:lnTo>
                    <a:pt x="6282526" y="647278"/>
                  </a:lnTo>
                  <a:lnTo>
                    <a:pt x="6282672" y="647278"/>
                  </a:lnTo>
                  <a:lnTo>
                    <a:pt x="6282817" y="647278"/>
                  </a:lnTo>
                  <a:lnTo>
                    <a:pt x="6282963" y="647278"/>
                  </a:lnTo>
                  <a:lnTo>
                    <a:pt x="6283108" y="647278"/>
                  </a:lnTo>
                  <a:lnTo>
                    <a:pt x="6283253" y="647278"/>
                  </a:lnTo>
                  <a:lnTo>
                    <a:pt x="6283399" y="647278"/>
                  </a:lnTo>
                  <a:lnTo>
                    <a:pt x="6283544" y="647278"/>
                  </a:lnTo>
                  <a:lnTo>
                    <a:pt x="6283690" y="647278"/>
                  </a:lnTo>
                  <a:lnTo>
                    <a:pt x="6283835" y="647278"/>
                  </a:lnTo>
                  <a:lnTo>
                    <a:pt x="6283981" y="647278"/>
                  </a:lnTo>
                  <a:lnTo>
                    <a:pt x="6284126" y="647278"/>
                  </a:lnTo>
                  <a:lnTo>
                    <a:pt x="6284271" y="647278"/>
                  </a:lnTo>
                  <a:lnTo>
                    <a:pt x="6284417" y="647278"/>
                  </a:lnTo>
                  <a:lnTo>
                    <a:pt x="6284562" y="647278"/>
                  </a:lnTo>
                  <a:lnTo>
                    <a:pt x="6284708" y="647278"/>
                  </a:lnTo>
                  <a:lnTo>
                    <a:pt x="6284853" y="647278"/>
                  </a:lnTo>
                  <a:lnTo>
                    <a:pt x="6284999" y="647278"/>
                  </a:lnTo>
                  <a:lnTo>
                    <a:pt x="6285144" y="647278"/>
                  </a:lnTo>
                  <a:lnTo>
                    <a:pt x="6285289" y="647278"/>
                  </a:lnTo>
                  <a:lnTo>
                    <a:pt x="6285435" y="647278"/>
                  </a:lnTo>
                  <a:lnTo>
                    <a:pt x="6285580" y="647278"/>
                  </a:lnTo>
                  <a:lnTo>
                    <a:pt x="6285726" y="647278"/>
                  </a:lnTo>
                  <a:lnTo>
                    <a:pt x="6285871" y="647278"/>
                  </a:lnTo>
                  <a:lnTo>
                    <a:pt x="6286016" y="647278"/>
                  </a:lnTo>
                  <a:lnTo>
                    <a:pt x="6286162" y="647278"/>
                  </a:lnTo>
                  <a:lnTo>
                    <a:pt x="6286307" y="647278"/>
                  </a:lnTo>
                  <a:lnTo>
                    <a:pt x="6286453" y="647278"/>
                  </a:lnTo>
                  <a:lnTo>
                    <a:pt x="6286598" y="647278"/>
                  </a:lnTo>
                  <a:lnTo>
                    <a:pt x="6286744" y="647278"/>
                  </a:lnTo>
                  <a:lnTo>
                    <a:pt x="6286889" y="647278"/>
                  </a:lnTo>
                  <a:lnTo>
                    <a:pt x="6287034" y="647278"/>
                  </a:lnTo>
                  <a:lnTo>
                    <a:pt x="6287180" y="647278"/>
                  </a:lnTo>
                  <a:lnTo>
                    <a:pt x="6287325" y="647278"/>
                  </a:lnTo>
                  <a:lnTo>
                    <a:pt x="6287471" y="647278"/>
                  </a:lnTo>
                  <a:lnTo>
                    <a:pt x="6287616" y="647278"/>
                  </a:lnTo>
                  <a:lnTo>
                    <a:pt x="6287762" y="647278"/>
                  </a:lnTo>
                  <a:lnTo>
                    <a:pt x="6287907" y="647278"/>
                  </a:lnTo>
                  <a:lnTo>
                    <a:pt x="6288052" y="647278"/>
                  </a:lnTo>
                  <a:lnTo>
                    <a:pt x="6288198" y="647278"/>
                  </a:lnTo>
                  <a:lnTo>
                    <a:pt x="6288343" y="647278"/>
                  </a:lnTo>
                  <a:lnTo>
                    <a:pt x="6288489" y="647278"/>
                  </a:lnTo>
                  <a:lnTo>
                    <a:pt x="6288634" y="647278"/>
                  </a:lnTo>
                  <a:lnTo>
                    <a:pt x="6288780" y="647278"/>
                  </a:lnTo>
                  <a:lnTo>
                    <a:pt x="6288925" y="647278"/>
                  </a:lnTo>
                  <a:lnTo>
                    <a:pt x="6289070" y="647278"/>
                  </a:lnTo>
                  <a:lnTo>
                    <a:pt x="6289216" y="647278"/>
                  </a:lnTo>
                  <a:lnTo>
                    <a:pt x="6289216" y="646654"/>
                  </a:lnTo>
                  <a:lnTo>
                    <a:pt x="6289361" y="646654"/>
                  </a:lnTo>
                  <a:lnTo>
                    <a:pt x="6289507" y="646654"/>
                  </a:lnTo>
                  <a:lnTo>
                    <a:pt x="6289652" y="646654"/>
                  </a:lnTo>
                  <a:lnTo>
                    <a:pt x="6289798" y="646654"/>
                  </a:lnTo>
                  <a:lnTo>
                    <a:pt x="6289943" y="646654"/>
                  </a:lnTo>
                  <a:lnTo>
                    <a:pt x="6290088" y="646654"/>
                  </a:lnTo>
                  <a:lnTo>
                    <a:pt x="6290234" y="646654"/>
                  </a:lnTo>
                  <a:lnTo>
                    <a:pt x="6290379" y="646654"/>
                  </a:lnTo>
                  <a:lnTo>
                    <a:pt x="6290525" y="646654"/>
                  </a:lnTo>
                  <a:lnTo>
                    <a:pt x="6290670" y="646654"/>
                  </a:lnTo>
                  <a:lnTo>
                    <a:pt x="6290816" y="646654"/>
                  </a:lnTo>
                  <a:lnTo>
                    <a:pt x="6290961" y="646654"/>
                  </a:lnTo>
                  <a:lnTo>
                    <a:pt x="6291106" y="646654"/>
                  </a:lnTo>
                  <a:lnTo>
                    <a:pt x="6291252" y="646654"/>
                  </a:lnTo>
                  <a:lnTo>
                    <a:pt x="6291397" y="646654"/>
                  </a:lnTo>
                  <a:lnTo>
                    <a:pt x="6291543" y="646654"/>
                  </a:lnTo>
                  <a:lnTo>
                    <a:pt x="6291688" y="646654"/>
                  </a:lnTo>
                  <a:lnTo>
                    <a:pt x="6291834" y="646654"/>
                  </a:lnTo>
                  <a:lnTo>
                    <a:pt x="6291979" y="646654"/>
                  </a:lnTo>
                  <a:lnTo>
                    <a:pt x="6292124" y="646654"/>
                  </a:lnTo>
                  <a:lnTo>
                    <a:pt x="6292270" y="646654"/>
                  </a:lnTo>
                  <a:lnTo>
                    <a:pt x="6292415" y="646654"/>
                  </a:lnTo>
                  <a:lnTo>
                    <a:pt x="6292561" y="646654"/>
                  </a:lnTo>
                  <a:lnTo>
                    <a:pt x="6292706" y="646654"/>
                  </a:lnTo>
                  <a:lnTo>
                    <a:pt x="6292851" y="646654"/>
                  </a:lnTo>
                  <a:lnTo>
                    <a:pt x="6292997" y="646654"/>
                  </a:lnTo>
                  <a:lnTo>
                    <a:pt x="6293142" y="646654"/>
                  </a:lnTo>
                  <a:lnTo>
                    <a:pt x="6293288" y="646654"/>
                  </a:lnTo>
                  <a:lnTo>
                    <a:pt x="6293433" y="646654"/>
                  </a:lnTo>
                  <a:lnTo>
                    <a:pt x="6293579" y="646654"/>
                  </a:lnTo>
                  <a:lnTo>
                    <a:pt x="6293724" y="646654"/>
                  </a:lnTo>
                  <a:lnTo>
                    <a:pt x="6293869" y="646654"/>
                  </a:lnTo>
                  <a:lnTo>
                    <a:pt x="6294015" y="646654"/>
                  </a:lnTo>
                  <a:lnTo>
                    <a:pt x="6294160" y="646654"/>
                  </a:lnTo>
                  <a:lnTo>
                    <a:pt x="6294306" y="646654"/>
                  </a:lnTo>
                  <a:lnTo>
                    <a:pt x="6294451" y="646654"/>
                  </a:lnTo>
                  <a:lnTo>
                    <a:pt x="6294597" y="646654"/>
                  </a:lnTo>
                  <a:lnTo>
                    <a:pt x="6294597" y="646031"/>
                  </a:lnTo>
                  <a:lnTo>
                    <a:pt x="6294742" y="646031"/>
                  </a:lnTo>
                  <a:lnTo>
                    <a:pt x="6294887" y="646031"/>
                  </a:lnTo>
                  <a:lnTo>
                    <a:pt x="6295033" y="646031"/>
                  </a:lnTo>
                  <a:lnTo>
                    <a:pt x="6295178" y="646031"/>
                  </a:lnTo>
                  <a:lnTo>
                    <a:pt x="6295324" y="646031"/>
                  </a:lnTo>
                  <a:lnTo>
                    <a:pt x="6295469" y="646031"/>
                  </a:lnTo>
                  <a:lnTo>
                    <a:pt x="6295615" y="646031"/>
                  </a:lnTo>
                  <a:lnTo>
                    <a:pt x="6295760" y="646031"/>
                  </a:lnTo>
                  <a:lnTo>
                    <a:pt x="6295760" y="645407"/>
                  </a:lnTo>
                  <a:lnTo>
                    <a:pt x="6295905" y="645407"/>
                  </a:lnTo>
                  <a:lnTo>
                    <a:pt x="6296051" y="645407"/>
                  </a:lnTo>
                  <a:lnTo>
                    <a:pt x="6296196" y="645407"/>
                  </a:lnTo>
                  <a:lnTo>
                    <a:pt x="6296342" y="645407"/>
                  </a:lnTo>
                  <a:lnTo>
                    <a:pt x="6296487" y="645407"/>
                  </a:lnTo>
                  <a:lnTo>
                    <a:pt x="6296633" y="645407"/>
                  </a:lnTo>
                  <a:lnTo>
                    <a:pt x="6296778" y="645407"/>
                  </a:lnTo>
                  <a:lnTo>
                    <a:pt x="6296923" y="645407"/>
                  </a:lnTo>
                  <a:lnTo>
                    <a:pt x="6297069" y="645407"/>
                  </a:lnTo>
                  <a:lnTo>
                    <a:pt x="6297214" y="645407"/>
                  </a:lnTo>
                  <a:lnTo>
                    <a:pt x="6297360" y="645407"/>
                  </a:lnTo>
                  <a:lnTo>
                    <a:pt x="6297505" y="645407"/>
                  </a:lnTo>
                  <a:lnTo>
                    <a:pt x="6297651" y="645407"/>
                  </a:lnTo>
                  <a:lnTo>
                    <a:pt x="6297796" y="645407"/>
                  </a:lnTo>
                  <a:lnTo>
                    <a:pt x="6297941" y="645407"/>
                  </a:lnTo>
                  <a:lnTo>
                    <a:pt x="6298087" y="645407"/>
                  </a:lnTo>
                  <a:lnTo>
                    <a:pt x="6298232" y="645407"/>
                  </a:lnTo>
                  <a:lnTo>
                    <a:pt x="6298378" y="645407"/>
                  </a:lnTo>
                  <a:lnTo>
                    <a:pt x="6298523" y="645407"/>
                  </a:lnTo>
                  <a:lnTo>
                    <a:pt x="6298669" y="645407"/>
                  </a:lnTo>
                  <a:lnTo>
                    <a:pt x="6298814" y="645407"/>
                  </a:lnTo>
                  <a:lnTo>
                    <a:pt x="6298959" y="645407"/>
                  </a:lnTo>
                  <a:lnTo>
                    <a:pt x="6298959" y="644784"/>
                  </a:lnTo>
                  <a:lnTo>
                    <a:pt x="6299105" y="644784"/>
                  </a:lnTo>
                  <a:lnTo>
                    <a:pt x="6299105" y="644160"/>
                  </a:lnTo>
                  <a:lnTo>
                    <a:pt x="6299250" y="644160"/>
                  </a:lnTo>
                  <a:lnTo>
                    <a:pt x="6299396" y="644160"/>
                  </a:lnTo>
                  <a:lnTo>
                    <a:pt x="6299396" y="643536"/>
                  </a:lnTo>
                  <a:lnTo>
                    <a:pt x="6299541" y="643536"/>
                  </a:lnTo>
                  <a:lnTo>
                    <a:pt x="6299686" y="643536"/>
                  </a:lnTo>
                  <a:lnTo>
                    <a:pt x="6299832" y="643536"/>
                  </a:lnTo>
                  <a:lnTo>
                    <a:pt x="6299977" y="643536"/>
                  </a:lnTo>
                  <a:lnTo>
                    <a:pt x="6300123" y="643536"/>
                  </a:lnTo>
                  <a:lnTo>
                    <a:pt x="6300268" y="643536"/>
                  </a:lnTo>
                  <a:lnTo>
                    <a:pt x="6300268" y="642913"/>
                  </a:lnTo>
                  <a:lnTo>
                    <a:pt x="6300414" y="642913"/>
                  </a:lnTo>
                  <a:lnTo>
                    <a:pt x="6300414" y="642289"/>
                  </a:lnTo>
                  <a:lnTo>
                    <a:pt x="6300559" y="642289"/>
                  </a:lnTo>
                  <a:lnTo>
                    <a:pt x="6300704" y="642289"/>
                  </a:lnTo>
                  <a:lnTo>
                    <a:pt x="6300850" y="642289"/>
                  </a:lnTo>
                  <a:lnTo>
                    <a:pt x="6300850" y="641666"/>
                  </a:lnTo>
                  <a:lnTo>
                    <a:pt x="6300995" y="641666"/>
                  </a:lnTo>
                  <a:lnTo>
                    <a:pt x="6301141" y="641666"/>
                  </a:lnTo>
                  <a:lnTo>
                    <a:pt x="6301286" y="641666"/>
                  </a:lnTo>
                  <a:lnTo>
                    <a:pt x="6301432" y="641666"/>
                  </a:lnTo>
                  <a:lnTo>
                    <a:pt x="6301577" y="641666"/>
                  </a:lnTo>
                  <a:lnTo>
                    <a:pt x="6301722" y="641666"/>
                  </a:lnTo>
                  <a:lnTo>
                    <a:pt x="6301868" y="641666"/>
                  </a:lnTo>
                  <a:lnTo>
                    <a:pt x="6302013" y="641666"/>
                  </a:lnTo>
                  <a:lnTo>
                    <a:pt x="6302159" y="641666"/>
                  </a:lnTo>
                  <a:lnTo>
                    <a:pt x="6302304" y="641666"/>
                  </a:lnTo>
                  <a:lnTo>
                    <a:pt x="6302450" y="641666"/>
                  </a:lnTo>
                  <a:lnTo>
                    <a:pt x="6302595" y="641666"/>
                  </a:lnTo>
                  <a:lnTo>
                    <a:pt x="6302740" y="641666"/>
                  </a:lnTo>
                  <a:lnTo>
                    <a:pt x="6302886" y="641666"/>
                  </a:lnTo>
                  <a:lnTo>
                    <a:pt x="6302886" y="641042"/>
                  </a:lnTo>
                  <a:lnTo>
                    <a:pt x="6303031" y="641042"/>
                  </a:lnTo>
                  <a:lnTo>
                    <a:pt x="6303177" y="641042"/>
                  </a:lnTo>
                  <a:lnTo>
                    <a:pt x="6303322" y="641042"/>
                  </a:lnTo>
                  <a:lnTo>
                    <a:pt x="6303468" y="641042"/>
                  </a:lnTo>
                  <a:lnTo>
                    <a:pt x="6303613" y="641042"/>
                  </a:lnTo>
                  <a:lnTo>
                    <a:pt x="6303758" y="641042"/>
                  </a:lnTo>
                  <a:lnTo>
                    <a:pt x="6303904" y="641042"/>
                  </a:lnTo>
                  <a:lnTo>
                    <a:pt x="6304049" y="641042"/>
                  </a:lnTo>
                  <a:lnTo>
                    <a:pt x="6304195" y="641042"/>
                  </a:lnTo>
                  <a:lnTo>
                    <a:pt x="6304340" y="641042"/>
                  </a:lnTo>
                  <a:lnTo>
                    <a:pt x="6304486" y="641042"/>
                  </a:lnTo>
                  <a:lnTo>
                    <a:pt x="6304486" y="640419"/>
                  </a:lnTo>
                  <a:lnTo>
                    <a:pt x="6304631" y="640419"/>
                  </a:lnTo>
                  <a:lnTo>
                    <a:pt x="6304776" y="640419"/>
                  </a:lnTo>
                  <a:lnTo>
                    <a:pt x="6304922" y="640419"/>
                  </a:lnTo>
                  <a:lnTo>
                    <a:pt x="6305067" y="640419"/>
                  </a:lnTo>
                  <a:lnTo>
                    <a:pt x="6305213" y="640419"/>
                  </a:lnTo>
                  <a:lnTo>
                    <a:pt x="6305358" y="640419"/>
                  </a:lnTo>
                  <a:lnTo>
                    <a:pt x="6305504" y="640419"/>
                  </a:lnTo>
                  <a:lnTo>
                    <a:pt x="6305649" y="640419"/>
                  </a:lnTo>
                  <a:lnTo>
                    <a:pt x="6305794" y="640419"/>
                  </a:lnTo>
                  <a:lnTo>
                    <a:pt x="6305940" y="640419"/>
                  </a:lnTo>
                  <a:lnTo>
                    <a:pt x="6306085" y="640419"/>
                  </a:lnTo>
                  <a:lnTo>
                    <a:pt x="6306231" y="640419"/>
                  </a:lnTo>
                  <a:lnTo>
                    <a:pt x="6306376" y="640419"/>
                  </a:lnTo>
                  <a:lnTo>
                    <a:pt x="6306521" y="640419"/>
                  </a:lnTo>
                  <a:lnTo>
                    <a:pt x="6306667" y="640419"/>
                  </a:lnTo>
                  <a:lnTo>
                    <a:pt x="6306812" y="640419"/>
                  </a:lnTo>
                  <a:lnTo>
                    <a:pt x="6306958" y="640419"/>
                  </a:lnTo>
                  <a:lnTo>
                    <a:pt x="6307103" y="640419"/>
                  </a:lnTo>
                  <a:lnTo>
                    <a:pt x="6307103" y="639795"/>
                  </a:lnTo>
                  <a:lnTo>
                    <a:pt x="6307249" y="639795"/>
                  </a:lnTo>
                  <a:lnTo>
                    <a:pt x="6307394" y="639795"/>
                  </a:lnTo>
                  <a:lnTo>
                    <a:pt x="6307539" y="639795"/>
                  </a:lnTo>
                  <a:lnTo>
                    <a:pt x="6307685" y="639795"/>
                  </a:lnTo>
                  <a:lnTo>
                    <a:pt x="6307830" y="639795"/>
                  </a:lnTo>
                  <a:lnTo>
                    <a:pt x="6307976" y="639795"/>
                  </a:lnTo>
                  <a:lnTo>
                    <a:pt x="6308121" y="639795"/>
                  </a:lnTo>
                  <a:lnTo>
                    <a:pt x="6308267" y="639795"/>
                  </a:lnTo>
                  <a:lnTo>
                    <a:pt x="6308267" y="639171"/>
                  </a:lnTo>
                  <a:lnTo>
                    <a:pt x="6308412" y="639171"/>
                  </a:lnTo>
                  <a:lnTo>
                    <a:pt x="6308557" y="639171"/>
                  </a:lnTo>
                  <a:lnTo>
                    <a:pt x="6308703" y="639171"/>
                  </a:lnTo>
                  <a:lnTo>
                    <a:pt x="6308848" y="639171"/>
                  </a:lnTo>
                  <a:lnTo>
                    <a:pt x="6308994" y="639171"/>
                  </a:lnTo>
                  <a:lnTo>
                    <a:pt x="6309139" y="639171"/>
                  </a:lnTo>
                  <a:lnTo>
                    <a:pt x="6309285" y="639171"/>
                  </a:lnTo>
                  <a:lnTo>
                    <a:pt x="6309430" y="639171"/>
                  </a:lnTo>
                  <a:lnTo>
                    <a:pt x="6309575" y="639171"/>
                  </a:lnTo>
                  <a:lnTo>
                    <a:pt x="6309721" y="639171"/>
                  </a:lnTo>
                  <a:lnTo>
                    <a:pt x="6309866" y="639171"/>
                  </a:lnTo>
                  <a:lnTo>
                    <a:pt x="6309866" y="638548"/>
                  </a:lnTo>
                  <a:lnTo>
                    <a:pt x="6310012" y="638548"/>
                  </a:lnTo>
                  <a:lnTo>
                    <a:pt x="6310157" y="638548"/>
                  </a:lnTo>
                  <a:lnTo>
                    <a:pt x="6310303" y="638548"/>
                  </a:lnTo>
                  <a:lnTo>
                    <a:pt x="6310448" y="638548"/>
                  </a:lnTo>
                  <a:lnTo>
                    <a:pt x="6310593" y="638548"/>
                  </a:lnTo>
                  <a:lnTo>
                    <a:pt x="6310739" y="638548"/>
                  </a:lnTo>
                  <a:lnTo>
                    <a:pt x="6310884" y="638548"/>
                  </a:lnTo>
                  <a:lnTo>
                    <a:pt x="6310884" y="637924"/>
                  </a:lnTo>
                  <a:lnTo>
                    <a:pt x="6311030" y="637924"/>
                  </a:lnTo>
                  <a:lnTo>
                    <a:pt x="6311175" y="637924"/>
                  </a:lnTo>
                  <a:lnTo>
                    <a:pt x="6311321" y="637924"/>
                  </a:lnTo>
                  <a:lnTo>
                    <a:pt x="6311466" y="637924"/>
                  </a:lnTo>
                  <a:lnTo>
                    <a:pt x="6311611" y="637924"/>
                  </a:lnTo>
                  <a:lnTo>
                    <a:pt x="6311757" y="637924"/>
                  </a:lnTo>
                  <a:lnTo>
                    <a:pt x="6311902" y="637924"/>
                  </a:lnTo>
                  <a:lnTo>
                    <a:pt x="6312048" y="637924"/>
                  </a:lnTo>
                  <a:lnTo>
                    <a:pt x="6312193" y="637924"/>
                  </a:lnTo>
                  <a:lnTo>
                    <a:pt x="6312339" y="637924"/>
                  </a:lnTo>
                  <a:lnTo>
                    <a:pt x="6312484" y="637924"/>
                  </a:lnTo>
                  <a:lnTo>
                    <a:pt x="6312484" y="637301"/>
                  </a:lnTo>
                  <a:lnTo>
                    <a:pt x="6312629" y="637301"/>
                  </a:lnTo>
                  <a:lnTo>
                    <a:pt x="6312775" y="637301"/>
                  </a:lnTo>
                  <a:lnTo>
                    <a:pt x="6312920" y="637301"/>
                  </a:lnTo>
                  <a:lnTo>
                    <a:pt x="6313066" y="637301"/>
                  </a:lnTo>
                  <a:lnTo>
                    <a:pt x="6313211" y="637301"/>
                  </a:lnTo>
                  <a:lnTo>
                    <a:pt x="6313356" y="637301"/>
                  </a:lnTo>
                  <a:lnTo>
                    <a:pt x="6313356" y="636677"/>
                  </a:lnTo>
                  <a:lnTo>
                    <a:pt x="6313502" y="636677"/>
                  </a:lnTo>
                  <a:lnTo>
                    <a:pt x="6313647" y="636677"/>
                  </a:lnTo>
                  <a:lnTo>
                    <a:pt x="6313793" y="636677"/>
                  </a:lnTo>
                  <a:lnTo>
                    <a:pt x="6313938" y="636677"/>
                  </a:lnTo>
                  <a:lnTo>
                    <a:pt x="6314084" y="636677"/>
                  </a:lnTo>
                  <a:lnTo>
                    <a:pt x="6314229" y="636677"/>
                  </a:lnTo>
                  <a:lnTo>
                    <a:pt x="6314374" y="636677"/>
                  </a:lnTo>
                  <a:lnTo>
                    <a:pt x="6314520" y="636677"/>
                  </a:lnTo>
                  <a:lnTo>
                    <a:pt x="6314665" y="636677"/>
                  </a:lnTo>
                  <a:lnTo>
                    <a:pt x="6314811" y="636677"/>
                  </a:lnTo>
                  <a:lnTo>
                    <a:pt x="6314811" y="636053"/>
                  </a:lnTo>
                  <a:lnTo>
                    <a:pt x="6314956" y="636053"/>
                  </a:lnTo>
                  <a:lnTo>
                    <a:pt x="6315102" y="636053"/>
                  </a:lnTo>
                  <a:lnTo>
                    <a:pt x="6315247" y="636053"/>
                  </a:lnTo>
                  <a:lnTo>
                    <a:pt x="6315392" y="636053"/>
                  </a:lnTo>
                  <a:lnTo>
                    <a:pt x="6315538" y="636053"/>
                  </a:lnTo>
                  <a:lnTo>
                    <a:pt x="6315683" y="636053"/>
                  </a:lnTo>
                  <a:lnTo>
                    <a:pt x="6315829" y="636053"/>
                  </a:lnTo>
                  <a:lnTo>
                    <a:pt x="6315974" y="636053"/>
                  </a:lnTo>
                  <a:lnTo>
                    <a:pt x="6316120" y="636053"/>
                  </a:lnTo>
                  <a:lnTo>
                    <a:pt x="6316265" y="636053"/>
                  </a:lnTo>
                  <a:lnTo>
                    <a:pt x="6316410" y="636053"/>
                  </a:lnTo>
                  <a:lnTo>
                    <a:pt x="6316410" y="635430"/>
                  </a:lnTo>
                  <a:lnTo>
                    <a:pt x="6316556" y="635430"/>
                  </a:lnTo>
                  <a:lnTo>
                    <a:pt x="6316556" y="634806"/>
                  </a:lnTo>
                  <a:lnTo>
                    <a:pt x="6316701" y="634806"/>
                  </a:lnTo>
                  <a:lnTo>
                    <a:pt x="6316847" y="634806"/>
                  </a:lnTo>
                  <a:lnTo>
                    <a:pt x="6316992" y="634806"/>
                  </a:lnTo>
                  <a:lnTo>
                    <a:pt x="6317138" y="634806"/>
                  </a:lnTo>
                  <a:lnTo>
                    <a:pt x="6317283" y="634806"/>
                  </a:lnTo>
                  <a:lnTo>
                    <a:pt x="6317428" y="634806"/>
                  </a:lnTo>
                  <a:lnTo>
                    <a:pt x="6317574" y="634806"/>
                  </a:lnTo>
                  <a:lnTo>
                    <a:pt x="6317719" y="634806"/>
                  </a:lnTo>
                  <a:lnTo>
                    <a:pt x="6317865" y="634806"/>
                  </a:lnTo>
                  <a:lnTo>
                    <a:pt x="6318010" y="634806"/>
                  </a:lnTo>
                  <a:lnTo>
                    <a:pt x="6318156" y="634806"/>
                  </a:lnTo>
                  <a:lnTo>
                    <a:pt x="6318301" y="634806"/>
                  </a:lnTo>
                  <a:lnTo>
                    <a:pt x="6318446" y="634806"/>
                  </a:lnTo>
                  <a:lnTo>
                    <a:pt x="6318592" y="634806"/>
                  </a:lnTo>
                  <a:lnTo>
                    <a:pt x="6318737" y="634806"/>
                  </a:lnTo>
                  <a:lnTo>
                    <a:pt x="6318883" y="634806"/>
                  </a:lnTo>
                  <a:lnTo>
                    <a:pt x="6319028" y="634806"/>
                  </a:lnTo>
                  <a:lnTo>
                    <a:pt x="6319174" y="634806"/>
                  </a:lnTo>
                  <a:lnTo>
                    <a:pt x="6319319" y="634806"/>
                  </a:lnTo>
                  <a:lnTo>
                    <a:pt x="6319464" y="634806"/>
                  </a:lnTo>
                  <a:lnTo>
                    <a:pt x="6319464" y="634183"/>
                  </a:lnTo>
                  <a:lnTo>
                    <a:pt x="6319610" y="634183"/>
                  </a:lnTo>
                  <a:lnTo>
                    <a:pt x="6319755" y="634183"/>
                  </a:lnTo>
                  <a:lnTo>
                    <a:pt x="6319901" y="634183"/>
                  </a:lnTo>
                  <a:lnTo>
                    <a:pt x="6320046" y="634183"/>
                  </a:lnTo>
                  <a:lnTo>
                    <a:pt x="6320191" y="634183"/>
                  </a:lnTo>
                  <a:lnTo>
                    <a:pt x="6320337" y="634183"/>
                  </a:lnTo>
                  <a:lnTo>
                    <a:pt x="6320482" y="634183"/>
                  </a:lnTo>
                  <a:lnTo>
                    <a:pt x="6320628" y="634183"/>
                  </a:lnTo>
                  <a:lnTo>
                    <a:pt x="6320773" y="634183"/>
                  </a:lnTo>
                  <a:lnTo>
                    <a:pt x="6320919" y="634183"/>
                  </a:lnTo>
                  <a:lnTo>
                    <a:pt x="6321064" y="634183"/>
                  </a:lnTo>
                  <a:lnTo>
                    <a:pt x="6321209" y="634183"/>
                  </a:lnTo>
                  <a:lnTo>
                    <a:pt x="6321355" y="634183"/>
                  </a:lnTo>
                  <a:lnTo>
                    <a:pt x="6321355" y="633559"/>
                  </a:lnTo>
                  <a:lnTo>
                    <a:pt x="6321500" y="633559"/>
                  </a:lnTo>
                  <a:lnTo>
                    <a:pt x="6321646" y="633559"/>
                  </a:lnTo>
                  <a:lnTo>
                    <a:pt x="6321791" y="633559"/>
                  </a:lnTo>
                  <a:lnTo>
                    <a:pt x="6321937" y="633559"/>
                  </a:lnTo>
                  <a:lnTo>
                    <a:pt x="6322082" y="633559"/>
                  </a:lnTo>
                  <a:lnTo>
                    <a:pt x="6322227" y="633559"/>
                  </a:lnTo>
                  <a:lnTo>
                    <a:pt x="6322373" y="633559"/>
                  </a:lnTo>
                  <a:lnTo>
                    <a:pt x="6322518" y="633559"/>
                  </a:lnTo>
                  <a:lnTo>
                    <a:pt x="6322664" y="633559"/>
                  </a:lnTo>
                  <a:lnTo>
                    <a:pt x="6322809" y="633559"/>
                  </a:lnTo>
                  <a:lnTo>
                    <a:pt x="6322955" y="633559"/>
                  </a:lnTo>
                  <a:lnTo>
                    <a:pt x="6323100" y="633559"/>
                  </a:lnTo>
                  <a:lnTo>
                    <a:pt x="6323245" y="633559"/>
                  </a:lnTo>
                  <a:lnTo>
                    <a:pt x="6323245" y="632936"/>
                  </a:lnTo>
                  <a:lnTo>
                    <a:pt x="6323391" y="632936"/>
                  </a:lnTo>
                  <a:lnTo>
                    <a:pt x="6323536" y="632936"/>
                  </a:lnTo>
                  <a:lnTo>
                    <a:pt x="6323682" y="632936"/>
                  </a:lnTo>
                  <a:lnTo>
                    <a:pt x="6323827" y="632936"/>
                  </a:lnTo>
                  <a:lnTo>
                    <a:pt x="6323973" y="632936"/>
                  </a:lnTo>
                  <a:lnTo>
                    <a:pt x="6324118" y="632936"/>
                  </a:lnTo>
                  <a:lnTo>
                    <a:pt x="6324263" y="632936"/>
                  </a:lnTo>
                  <a:lnTo>
                    <a:pt x="6324409" y="632936"/>
                  </a:lnTo>
                  <a:lnTo>
                    <a:pt x="6324409" y="632312"/>
                  </a:lnTo>
                  <a:lnTo>
                    <a:pt x="6324554" y="632312"/>
                  </a:lnTo>
                  <a:lnTo>
                    <a:pt x="6324700" y="632312"/>
                  </a:lnTo>
                  <a:lnTo>
                    <a:pt x="6324845" y="632312"/>
                  </a:lnTo>
                  <a:lnTo>
                    <a:pt x="6324991" y="632312"/>
                  </a:lnTo>
                  <a:lnTo>
                    <a:pt x="6325136" y="632312"/>
                  </a:lnTo>
                  <a:lnTo>
                    <a:pt x="6325281" y="632312"/>
                  </a:lnTo>
                  <a:lnTo>
                    <a:pt x="6325427" y="632312"/>
                  </a:lnTo>
                  <a:lnTo>
                    <a:pt x="6325572" y="632312"/>
                  </a:lnTo>
                  <a:lnTo>
                    <a:pt x="6325718" y="632312"/>
                  </a:lnTo>
                  <a:lnTo>
                    <a:pt x="6325863" y="632312"/>
                  </a:lnTo>
                  <a:lnTo>
                    <a:pt x="6326009" y="632312"/>
                  </a:lnTo>
                  <a:lnTo>
                    <a:pt x="6326154" y="632312"/>
                  </a:lnTo>
                  <a:lnTo>
                    <a:pt x="6326299" y="632312"/>
                  </a:lnTo>
                  <a:lnTo>
                    <a:pt x="6326445" y="632312"/>
                  </a:lnTo>
                  <a:lnTo>
                    <a:pt x="6326445" y="631688"/>
                  </a:lnTo>
                  <a:lnTo>
                    <a:pt x="6326445" y="631065"/>
                  </a:lnTo>
                  <a:lnTo>
                    <a:pt x="6326590" y="631065"/>
                  </a:lnTo>
                  <a:lnTo>
                    <a:pt x="6326736" y="631065"/>
                  </a:lnTo>
                  <a:lnTo>
                    <a:pt x="6326881" y="631065"/>
                  </a:lnTo>
                  <a:lnTo>
                    <a:pt x="6327026" y="631065"/>
                  </a:lnTo>
                  <a:lnTo>
                    <a:pt x="6327172" y="631065"/>
                  </a:lnTo>
                  <a:lnTo>
                    <a:pt x="6327317" y="631065"/>
                  </a:lnTo>
                  <a:lnTo>
                    <a:pt x="6327463" y="631065"/>
                  </a:lnTo>
                  <a:lnTo>
                    <a:pt x="6327608" y="631065"/>
                  </a:lnTo>
                  <a:lnTo>
                    <a:pt x="6327754" y="631065"/>
                  </a:lnTo>
                  <a:lnTo>
                    <a:pt x="6327899" y="631065"/>
                  </a:lnTo>
                  <a:lnTo>
                    <a:pt x="6328044" y="631065"/>
                  </a:lnTo>
                  <a:lnTo>
                    <a:pt x="6328190" y="631065"/>
                  </a:lnTo>
                  <a:lnTo>
                    <a:pt x="6328335" y="631065"/>
                  </a:lnTo>
                  <a:lnTo>
                    <a:pt x="6328481" y="631065"/>
                  </a:lnTo>
                  <a:lnTo>
                    <a:pt x="6328626" y="631065"/>
                  </a:lnTo>
                  <a:lnTo>
                    <a:pt x="6328772" y="631065"/>
                  </a:lnTo>
                  <a:lnTo>
                    <a:pt x="6328917" y="631065"/>
                  </a:lnTo>
                  <a:lnTo>
                    <a:pt x="6328917" y="630441"/>
                  </a:lnTo>
                  <a:lnTo>
                    <a:pt x="6329062" y="630441"/>
                  </a:lnTo>
                  <a:lnTo>
                    <a:pt x="6329208" y="630441"/>
                  </a:lnTo>
                  <a:lnTo>
                    <a:pt x="6329353" y="630441"/>
                  </a:lnTo>
                  <a:lnTo>
                    <a:pt x="6329499" y="630441"/>
                  </a:lnTo>
                  <a:lnTo>
                    <a:pt x="6329644" y="630441"/>
                  </a:lnTo>
                  <a:lnTo>
                    <a:pt x="6329644" y="629818"/>
                  </a:lnTo>
                  <a:lnTo>
                    <a:pt x="6329790" y="629818"/>
                  </a:lnTo>
                  <a:lnTo>
                    <a:pt x="6329935" y="629818"/>
                  </a:lnTo>
                  <a:lnTo>
                    <a:pt x="6330080" y="629818"/>
                  </a:lnTo>
                  <a:lnTo>
                    <a:pt x="6330226" y="629818"/>
                  </a:lnTo>
                  <a:lnTo>
                    <a:pt x="6330371" y="629818"/>
                  </a:lnTo>
                  <a:lnTo>
                    <a:pt x="6330371" y="629194"/>
                  </a:lnTo>
                  <a:lnTo>
                    <a:pt x="6330517" y="629194"/>
                  </a:lnTo>
                  <a:lnTo>
                    <a:pt x="6330662" y="629194"/>
                  </a:lnTo>
                  <a:lnTo>
                    <a:pt x="6330808" y="629194"/>
                  </a:lnTo>
                  <a:lnTo>
                    <a:pt x="6330953" y="629194"/>
                  </a:lnTo>
                  <a:lnTo>
                    <a:pt x="6331098" y="629194"/>
                  </a:lnTo>
                  <a:lnTo>
                    <a:pt x="6331244" y="629194"/>
                  </a:lnTo>
                  <a:lnTo>
                    <a:pt x="6331389" y="629194"/>
                  </a:lnTo>
                  <a:lnTo>
                    <a:pt x="6331535" y="629194"/>
                  </a:lnTo>
                  <a:lnTo>
                    <a:pt x="6331680" y="629194"/>
                  </a:lnTo>
                  <a:lnTo>
                    <a:pt x="6331826" y="629194"/>
                  </a:lnTo>
                  <a:lnTo>
                    <a:pt x="6331971" y="629194"/>
                  </a:lnTo>
                  <a:lnTo>
                    <a:pt x="6332116" y="629194"/>
                  </a:lnTo>
                  <a:lnTo>
                    <a:pt x="6332262" y="629194"/>
                  </a:lnTo>
                  <a:lnTo>
                    <a:pt x="6332407" y="629194"/>
                  </a:lnTo>
                  <a:lnTo>
                    <a:pt x="6332553" y="629194"/>
                  </a:lnTo>
                  <a:lnTo>
                    <a:pt x="6332698" y="629194"/>
                  </a:lnTo>
                  <a:lnTo>
                    <a:pt x="6332844" y="629194"/>
                  </a:lnTo>
                  <a:lnTo>
                    <a:pt x="6332989" y="629194"/>
                  </a:lnTo>
                  <a:lnTo>
                    <a:pt x="6333134" y="629194"/>
                  </a:lnTo>
                  <a:lnTo>
                    <a:pt x="6333280" y="629194"/>
                  </a:lnTo>
                  <a:lnTo>
                    <a:pt x="6333425" y="629194"/>
                  </a:lnTo>
                  <a:lnTo>
                    <a:pt x="6333571" y="629194"/>
                  </a:lnTo>
                  <a:lnTo>
                    <a:pt x="6333716" y="629194"/>
                  </a:lnTo>
                  <a:lnTo>
                    <a:pt x="6333861" y="629194"/>
                  </a:lnTo>
                  <a:lnTo>
                    <a:pt x="6334007" y="629194"/>
                  </a:lnTo>
                  <a:lnTo>
                    <a:pt x="6334007" y="628570"/>
                  </a:lnTo>
                  <a:lnTo>
                    <a:pt x="6334152" y="628570"/>
                  </a:lnTo>
                  <a:lnTo>
                    <a:pt x="6334152" y="627947"/>
                  </a:lnTo>
                  <a:lnTo>
                    <a:pt x="6334298" y="627947"/>
                  </a:lnTo>
                  <a:lnTo>
                    <a:pt x="6334443" y="627947"/>
                  </a:lnTo>
                  <a:lnTo>
                    <a:pt x="6334589" y="627947"/>
                  </a:lnTo>
                  <a:lnTo>
                    <a:pt x="6334734" y="627947"/>
                  </a:lnTo>
                  <a:lnTo>
                    <a:pt x="6334879" y="627947"/>
                  </a:lnTo>
                  <a:lnTo>
                    <a:pt x="6335025" y="627947"/>
                  </a:lnTo>
                  <a:lnTo>
                    <a:pt x="6335170" y="627947"/>
                  </a:lnTo>
                  <a:lnTo>
                    <a:pt x="6335316" y="627947"/>
                  </a:lnTo>
                  <a:lnTo>
                    <a:pt x="6335461" y="627947"/>
                  </a:lnTo>
                  <a:lnTo>
                    <a:pt x="6335607" y="627947"/>
                  </a:lnTo>
                  <a:lnTo>
                    <a:pt x="6335752" y="627947"/>
                  </a:lnTo>
                  <a:lnTo>
                    <a:pt x="6335897" y="627947"/>
                  </a:lnTo>
                  <a:lnTo>
                    <a:pt x="6336043" y="627947"/>
                  </a:lnTo>
                  <a:lnTo>
                    <a:pt x="6336188" y="627947"/>
                  </a:lnTo>
                  <a:lnTo>
                    <a:pt x="6336334" y="627947"/>
                  </a:lnTo>
                  <a:lnTo>
                    <a:pt x="6336479" y="627947"/>
                  </a:lnTo>
                  <a:lnTo>
                    <a:pt x="6336625" y="627947"/>
                  </a:lnTo>
                  <a:lnTo>
                    <a:pt x="6336770" y="627947"/>
                  </a:lnTo>
                  <a:lnTo>
                    <a:pt x="6336915" y="627947"/>
                  </a:lnTo>
                  <a:lnTo>
                    <a:pt x="6337061" y="627947"/>
                  </a:lnTo>
                  <a:lnTo>
                    <a:pt x="6337206" y="627947"/>
                  </a:lnTo>
                  <a:lnTo>
                    <a:pt x="6337352" y="627947"/>
                  </a:lnTo>
                  <a:lnTo>
                    <a:pt x="6337497" y="627947"/>
                  </a:lnTo>
                  <a:lnTo>
                    <a:pt x="6337643" y="627947"/>
                  </a:lnTo>
                  <a:lnTo>
                    <a:pt x="6337643" y="627323"/>
                  </a:lnTo>
                  <a:lnTo>
                    <a:pt x="6337788" y="627323"/>
                  </a:lnTo>
                  <a:lnTo>
                    <a:pt x="6337933" y="627323"/>
                  </a:lnTo>
                  <a:lnTo>
                    <a:pt x="6338079" y="627323"/>
                  </a:lnTo>
                  <a:lnTo>
                    <a:pt x="6338224" y="627323"/>
                  </a:lnTo>
                  <a:lnTo>
                    <a:pt x="6338224" y="626700"/>
                  </a:lnTo>
                  <a:lnTo>
                    <a:pt x="6338370" y="626700"/>
                  </a:lnTo>
                  <a:lnTo>
                    <a:pt x="6338515" y="626700"/>
                  </a:lnTo>
                  <a:lnTo>
                    <a:pt x="6338661" y="626700"/>
                  </a:lnTo>
                  <a:lnTo>
                    <a:pt x="6338806" y="626700"/>
                  </a:lnTo>
                  <a:lnTo>
                    <a:pt x="6338951" y="626700"/>
                  </a:lnTo>
                  <a:lnTo>
                    <a:pt x="6339097" y="626700"/>
                  </a:lnTo>
                  <a:lnTo>
                    <a:pt x="6339242" y="626700"/>
                  </a:lnTo>
                  <a:lnTo>
                    <a:pt x="6339388" y="626700"/>
                  </a:lnTo>
                  <a:lnTo>
                    <a:pt x="6339533" y="626700"/>
                  </a:lnTo>
                  <a:lnTo>
                    <a:pt x="6339679" y="626700"/>
                  </a:lnTo>
                  <a:lnTo>
                    <a:pt x="6339824" y="626700"/>
                  </a:lnTo>
                  <a:lnTo>
                    <a:pt x="6339969" y="626700"/>
                  </a:lnTo>
                  <a:lnTo>
                    <a:pt x="6339969" y="626076"/>
                  </a:lnTo>
                  <a:lnTo>
                    <a:pt x="6340115" y="626076"/>
                  </a:lnTo>
                  <a:lnTo>
                    <a:pt x="6340260" y="626076"/>
                  </a:lnTo>
                  <a:lnTo>
                    <a:pt x="6340260" y="625453"/>
                  </a:lnTo>
                  <a:lnTo>
                    <a:pt x="6340406" y="625453"/>
                  </a:lnTo>
                  <a:lnTo>
                    <a:pt x="6340551" y="625453"/>
                  </a:lnTo>
                  <a:lnTo>
                    <a:pt x="6340696" y="625453"/>
                  </a:lnTo>
                  <a:lnTo>
                    <a:pt x="6340842" y="625453"/>
                  </a:lnTo>
                  <a:lnTo>
                    <a:pt x="6340842" y="624829"/>
                  </a:lnTo>
                  <a:lnTo>
                    <a:pt x="6340987" y="624829"/>
                  </a:lnTo>
                  <a:lnTo>
                    <a:pt x="6341133" y="624829"/>
                  </a:lnTo>
                  <a:lnTo>
                    <a:pt x="6341278" y="624829"/>
                  </a:lnTo>
                  <a:lnTo>
                    <a:pt x="6341278" y="624205"/>
                  </a:lnTo>
                  <a:lnTo>
                    <a:pt x="6341424" y="624205"/>
                  </a:lnTo>
                  <a:lnTo>
                    <a:pt x="6341569" y="624205"/>
                  </a:lnTo>
                  <a:lnTo>
                    <a:pt x="6341714" y="624205"/>
                  </a:lnTo>
                  <a:lnTo>
                    <a:pt x="6341860" y="624205"/>
                  </a:lnTo>
                  <a:lnTo>
                    <a:pt x="6342005" y="624205"/>
                  </a:lnTo>
                  <a:lnTo>
                    <a:pt x="6342151" y="624205"/>
                  </a:lnTo>
                  <a:lnTo>
                    <a:pt x="6342296" y="624205"/>
                  </a:lnTo>
                  <a:lnTo>
                    <a:pt x="6342442" y="624205"/>
                  </a:lnTo>
                  <a:lnTo>
                    <a:pt x="6342587" y="624205"/>
                  </a:lnTo>
                  <a:lnTo>
                    <a:pt x="6342732" y="624205"/>
                  </a:lnTo>
                  <a:lnTo>
                    <a:pt x="6342878" y="624205"/>
                  </a:lnTo>
                  <a:lnTo>
                    <a:pt x="6343023" y="624205"/>
                  </a:lnTo>
                  <a:lnTo>
                    <a:pt x="6343169" y="624205"/>
                  </a:lnTo>
                  <a:lnTo>
                    <a:pt x="6343314" y="624205"/>
                  </a:lnTo>
                  <a:lnTo>
                    <a:pt x="6343460" y="624205"/>
                  </a:lnTo>
                  <a:lnTo>
                    <a:pt x="6343605" y="624205"/>
                  </a:lnTo>
                  <a:lnTo>
                    <a:pt x="6343750" y="624205"/>
                  </a:lnTo>
                  <a:lnTo>
                    <a:pt x="6343896" y="624205"/>
                  </a:lnTo>
                  <a:lnTo>
                    <a:pt x="6344041" y="624205"/>
                  </a:lnTo>
                  <a:lnTo>
                    <a:pt x="6344187" y="624205"/>
                  </a:lnTo>
                  <a:lnTo>
                    <a:pt x="6344332" y="624205"/>
                  </a:lnTo>
                  <a:lnTo>
                    <a:pt x="6344478" y="624205"/>
                  </a:lnTo>
                  <a:lnTo>
                    <a:pt x="6344623" y="624205"/>
                  </a:lnTo>
                  <a:lnTo>
                    <a:pt x="6344768" y="624205"/>
                  </a:lnTo>
                  <a:lnTo>
                    <a:pt x="6344914" y="624205"/>
                  </a:lnTo>
                  <a:lnTo>
                    <a:pt x="6344914" y="623582"/>
                  </a:lnTo>
                  <a:lnTo>
                    <a:pt x="6345059" y="623582"/>
                  </a:lnTo>
                  <a:lnTo>
                    <a:pt x="6345205" y="623582"/>
                  </a:lnTo>
                  <a:lnTo>
                    <a:pt x="6345350" y="623582"/>
                  </a:lnTo>
                  <a:lnTo>
                    <a:pt x="6345496" y="623582"/>
                  </a:lnTo>
                  <a:lnTo>
                    <a:pt x="6345641" y="623582"/>
                  </a:lnTo>
                  <a:lnTo>
                    <a:pt x="6345786" y="623582"/>
                  </a:lnTo>
                  <a:lnTo>
                    <a:pt x="6345932" y="623582"/>
                  </a:lnTo>
                  <a:lnTo>
                    <a:pt x="6346077" y="623582"/>
                  </a:lnTo>
                  <a:lnTo>
                    <a:pt x="6346223" y="623582"/>
                  </a:lnTo>
                  <a:lnTo>
                    <a:pt x="6346368" y="623582"/>
                  </a:lnTo>
                  <a:lnTo>
                    <a:pt x="6346514" y="623582"/>
                  </a:lnTo>
                  <a:lnTo>
                    <a:pt x="6346659" y="623582"/>
                  </a:lnTo>
                  <a:lnTo>
                    <a:pt x="6346804" y="623582"/>
                  </a:lnTo>
                  <a:lnTo>
                    <a:pt x="6346950" y="623582"/>
                  </a:lnTo>
                  <a:lnTo>
                    <a:pt x="6347095" y="623582"/>
                  </a:lnTo>
                  <a:lnTo>
                    <a:pt x="6347241" y="623582"/>
                  </a:lnTo>
                  <a:lnTo>
                    <a:pt x="6347386" y="623582"/>
                  </a:lnTo>
                  <a:lnTo>
                    <a:pt x="6347531" y="623582"/>
                  </a:lnTo>
                  <a:lnTo>
                    <a:pt x="6347677" y="623582"/>
                  </a:lnTo>
                  <a:lnTo>
                    <a:pt x="6347822" y="623582"/>
                  </a:lnTo>
                  <a:lnTo>
                    <a:pt x="6347968" y="623582"/>
                  </a:lnTo>
                  <a:lnTo>
                    <a:pt x="6348113" y="623582"/>
                  </a:lnTo>
                  <a:lnTo>
                    <a:pt x="6348259" y="623582"/>
                  </a:lnTo>
                  <a:lnTo>
                    <a:pt x="6348404" y="623582"/>
                  </a:lnTo>
                  <a:lnTo>
                    <a:pt x="6348549" y="623582"/>
                  </a:lnTo>
                  <a:lnTo>
                    <a:pt x="6348695" y="623582"/>
                  </a:lnTo>
                  <a:lnTo>
                    <a:pt x="6348840" y="623582"/>
                  </a:lnTo>
                  <a:lnTo>
                    <a:pt x="6348986" y="623582"/>
                  </a:lnTo>
                  <a:lnTo>
                    <a:pt x="6349131" y="623582"/>
                  </a:lnTo>
                  <a:lnTo>
                    <a:pt x="6349277" y="623582"/>
                  </a:lnTo>
                  <a:lnTo>
                    <a:pt x="6349422" y="623582"/>
                  </a:lnTo>
                  <a:lnTo>
                    <a:pt x="6349567" y="623582"/>
                  </a:lnTo>
                  <a:lnTo>
                    <a:pt x="6349713" y="623582"/>
                  </a:lnTo>
                  <a:lnTo>
                    <a:pt x="6349858" y="623582"/>
                  </a:lnTo>
                  <a:lnTo>
                    <a:pt x="6350004" y="623582"/>
                  </a:lnTo>
                  <a:lnTo>
                    <a:pt x="6350149" y="623582"/>
                  </a:lnTo>
                  <a:lnTo>
                    <a:pt x="6350295" y="623582"/>
                  </a:lnTo>
                  <a:lnTo>
                    <a:pt x="6350440" y="623582"/>
                  </a:lnTo>
                  <a:lnTo>
                    <a:pt x="6350440" y="622958"/>
                  </a:lnTo>
                  <a:lnTo>
                    <a:pt x="6350585" y="622958"/>
                  </a:lnTo>
                  <a:lnTo>
                    <a:pt x="6350731" y="622958"/>
                  </a:lnTo>
                  <a:lnTo>
                    <a:pt x="6350731" y="622335"/>
                  </a:lnTo>
                  <a:lnTo>
                    <a:pt x="6350731" y="621711"/>
                  </a:lnTo>
                  <a:lnTo>
                    <a:pt x="6350876" y="621711"/>
                  </a:lnTo>
                  <a:lnTo>
                    <a:pt x="6351022" y="621711"/>
                  </a:lnTo>
                  <a:lnTo>
                    <a:pt x="6351167" y="621711"/>
                  </a:lnTo>
                  <a:lnTo>
                    <a:pt x="6351313" y="621711"/>
                  </a:lnTo>
                  <a:lnTo>
                    <a:pt x="6351458" y="621711"/>
                  </a:lnTo>
                  <a:lnTo>
                    <a:pt x="6351603" y="621711"/>
                  </a:lnTo>
                  <a:lnTo>
                    <a:pt x="6351749" y="621711"/>
                  </a:lnTo>
                  <a:lnTo>
                    <a:pt x="6351749" y="621087"/>
                  </a:lnTo>
                  <a:lnTo>
                    <a:pt x="6351894" y="621087"/>
                  </a:lnTo>
                  <a:lnTo>
                    <a:pt x="6352040" y="621087"/>
                  </a:lnTo>
                  <a:lnTo>
                    <a:pt x="6352185" y="621087"/>
                  </a:lnTo>
                  <a:lnTo>
                    <a:pt x="6352331" y="621087"/>
                  </a:lnTo>
                  <a:lnTo>
                    <a:pt x="6352476" y="621087"/>
                  </a:lnTo>
                  <a:lnTo>
                    <a:pt x="6352621" y="621087"/>
                  </a:lnTo>
                  <a:lnTo>
                    <a:pt x="6352767" y="621087"/>
                  </a:lnTo>
                  <a:lnTo>
                    <a:pt x="6352912" y="621087"/>
                  </a:lnTo>
                  <a:lnTo>
                    <a:pt x="6353058" y="621087"/>
                  </a:lnTo>
                  <a:lnTo>
                    <a:pt x="6353203" y="621087"/>
                  </a:lnTo>
                  <a:lnTo>
                    <a:pt x="6353348" y="621087"/>
                  </a:lnTo>
                  <a:lnTo>
                    <a:pt x="6353494" y="621087"/>
                  </a:lnTo>
                  <a:lnTo>
                    <a:pt x="6353639" y="621087"/>
                  </a:lnTo>
                  <a:lnTo>
                    <a:pt x="6353785" y="621087"/>
                  </a:lnTo>
                  <a:lnTo>
                    <a:pt x="6353785" y="620464"/>
                  </a:lnTo>
                  <a:lnTo>
                    <a:pt x="6353930" y="620464"/>
                  </a:lnTo>
                  <a:lnTo>
                    <a:pt x="6354076" y="620464"/>
                  </a:lnTo>
                  <a:lnTo>
                    <a:pt x="6354076" y="619840"/>
                  </a:lnTo>
                  <a:lnTo>
                    <a:pt x="6354076" y="619217"/>
                  </a:lnTo>
                  <a:lnTo>
                    <a:pt x="6354221" y="619217"/>
                  </a:lnTo>
                  <a:lnTo>
                    <a:pt x="6354366" y="619217"/>
                  </a:lnTo>
                  <a:lnTo>
                    <a:pt x="6354512" y="619217"/>
                  </a:lnTo>
                  <a:lnTo>
                    <a:pt x="6354657" y="619217"/>
                  </a:lnTo>
                  <a:lnTo>
                    <a:pt x="6354803" y="619217"/>
                  </a:lnTo>
                  <a:lnTo>
                    <a:pt x="6354948" y="619217"/>
                  </a:lnTo>
                  <a:lnTo>
                    <a:pt x="6355094" y="619217"/>
                  </a:lnTo>
                  <a:lnTo>
                    <a:pt x="6355094" y="618593"/>
                  </a:lnTo>
                  <a:lnTo>
                    <a:pt x="6355239" y="618593"/>
                  </a:lnTo>
                  <a:lnTo>
                    <a:pt x="6355384" y="618593"/>
                  </a:lnTo>
                  <a:lnTo>
                    <a:pt x="6355530" y="618593"/>
                  </a:lnTo>
                  <a:lnTo>
                    <a:pt x="6355675" y="618593"/>
                  </a:lnTo>
                  <a:lnTo>
                    <a:pt x="6355821" y="618593"/>
                  </a:lnTo>
                  <a:lnTo>
                    <a:pt x="6355966" y="618593"/>
                  </a:lnTo>
                  <a:lnTo>
                    <a:pt x="6356112" y="618593"/>
                  </a:lnTo>
                  <a:lnTo>
                    <a:pt x="6356257" y="618593"/>
                  </a:lnTo>
                  <a:lnTo>
                    <a:pt x="6356402" y="618593"/>
                  </a:lnTo>
                  <a:lnTo>
                    <a:pt x="6356548" y="618593"/>
                  </a:lnTo>
                  <a:lnTo>
                    <a:pt x="6356693" y="618593"/>
                  </a:lnTo>
                  <a:lnTo>
                    <a:pt x="6356839" y="618593"/>
                  </a:lnTo>
                  <a:lnTo>
                    <a:pt x="6356984" y="618593"/>
                  </a:lnTo>
                  <a:lnTo>
                    <a:pt x="6357130" y="618593"/>
                  </a:lnTo>
                  <a:lnTo>
                    <a:pt x="6357275" y="618593"/>
                  </a:lnTo>
                  <a:lnTo>
                    <a:pt x="6357275" y="617970"/>
                  </a:lnTo>
                  <a:lnTo>
                    <a:pt x="6357420" y="617970"/>
                  </a:lnTo>
                  <a:lnTo>
                    <a:pt x="6357566" y="617970"/>
                  </a:lnTo>
                  <a:lnTo>
                    <a:pt x="6357711" y="617970"/>
                  </a:lnTo>
                  <a:lnTo>
                    <a:pt x="6357857" y="617970"/>
                  </a:lnTo>
                  <a:lnTo>
                    <a:pt x="6358002" y="617970"/>
                  </a:lnTo>
                  <a:lnTo>
                    <a:pt x="6358148" y="617970"/>
                  </a:lnTo>
                  <a:lnTo>
                    <a:pt x="6358293" y="617970"/>
                  </a:lnTo>
                  <a:lnTo>
                    <a:pt x="6358438" y="617970"/>
                  </a:lnTo>
                  <a:lnTo>
                    <a:pt x="6358584" y="617970"/>
                  </a:lnTo>
                  <a:lnTo>
                    <a:pt x="6358729" y="617970"/>
                  </a:lnTo>
                  <a:lnTo>
                    <a:pt x="6358875" y="617970"/>
                  </a:lnTo>
                  <a:lnTo>
                    <a:pt x="6359020" y="617970"/>
                  </a:lnTo>
                  <a:lnTo>
                    <a:pt x="6359166" y="617970"/>
                  </a:lnTo>
                  <a:lnTo>
                    <a:pt x="6359311" y="617970"/>
                  </a:lnTo>
                  <a:lnTo>
                    <a:pt x="6359456" y="617970"/>
                  </a:lnTo>
                  <a:lnTo>
                    <a:pt x="6359602" y="617970"/>
                  </a:lnTo>
                  <a:lnTo>
                    <a:pt x="6359747" y="617970"/>
                  </a:lnTo>
                  <a:lnTo>
                    <a:pt x="6359893" y="617970"/>
                  </a:lnTo>
                  <a:lnTo>
                    <a:pt x="6360038" y="617970"/>
                  </a:lnTo>
                  <a:lnTo>
                    <a:pt x="6360183" y="617970"/>
                  </a:lnTo>
                  <a:lnTo>
                    <a:pt x="6360329" y="617970"/>
                  </a:lnTo>
                  <a:lnTo>
                    <a:pt x="6360474" y="617970"/>
                  </a:lnTo>
                  <a:lnTo>
                    <a:pt x="6360620" y="617970"/>
                  </a:lnTo>
                  <a:lnTo>
                    <a:pt x="6360765" y="617970"/>
                  </a:lnTo>
                  <a:lnTo>
                    <a:pt x="6360911" y="617970"/>
                  </a:lnTo>
                  <a:lnTo>
                    <a:pt x="6361056" y="617970"/>
                  </a:lnTo>
                  <a:lnTo>
                    <a:pt x="6361201" y="617970"/>
                  </a:lnTo>
                  <a:lnTo>
                    <a:pt x="6361347" y="617970"/>
                  </a:lnTo>
                  <a:lnTo>
                    <a:pt x="6361492" y="617970"/>
                  </a:lnTo>
                  <a:lnTo>
                    <a:pt x="6361638" y="617970"/>
                  </a:lnTo>
                  <a:lnTo>
                    <a:pt x="6361783" y="617970"/>
                  </a:lnTo>
                  <a:lnTo>
                    <a:pt x="6361929" y="617970"/>
                  </a:lnTo>
                  <a:lnTo>
                    <a:pt x="6362074" y="617970"/>
                  </a:lnTo>
                  <a:lnTo>
                    <a:pt x="6362219" y="617970"/>
                  </a:lnTo>
                  <a:lnTo>
                    <a:pt x="6362365" y="617970"/>
                  </a:lnTo>
                  <a:lnTo>
                    <a:pt x="6362365" y="617346"/>
                  </a:lnTo>
                  <a:lnTo>
                    <a:pt x="6362510" y="617346"/>
                  </a:lnTo>
                  <a:lnTo>
                    <a:pt x="6362656" y="617346"/>
                  </a:lnTo>
                  <a:lnTo>
                    <a:pt x="6362801" y="617346"/>
                  </a:lnTo>
                  <a:lnTo>
                    <a:pt x="6362947" y="617346"/>
                  </a:lnTo>
                  <a:lnTo>
                    <a:pt x="6363092" y="617346"/>
                  </a:lnTo>
                  <a:lnTo>
                    <a:pt x="6363237" y="617346"/>
                  </a:lnTo>
                  <a:lnTo>
                    <a:pt x="6363383" y="617346"/>
                  </a:lnTo>
                  <a:lnTo>
                    <a:pt x="6363528" y="617346"/>
                  </a:lnTo>
                  <a:lnTo>
                    <a:pt x="6363674" y="617346"/>
                  </a:lnTo>
                  <a:lnTo>
                    <a:pt x="6363674" y="616722"/>
                  </a:lnTo>
                  <a:lnTo>
                    <a:pt x="6363819" y="616722"/>
                  </a:lnTo>
                  <a:lnTo>
                    <a:pt x="6363965" y="616722"/>
                  </a:lnTo>
                  <a:lnTo>
                    <a:pt x="6364110" y="616722"/>
                  </a:lnTo>
                  <a:lnTo>
                    <a:pt x="6364255" y="616722"/>
                  </a:lnTo>
                  <a:lnTo>
                    <a:pt x="6364255" y="616099"/>
                  </a:lnTo>
                  <a:lnTo>
                    <a:pt x="6364401" y="616099"/>
                  </a:lnTo>
                  <a:lnTo>
                    <a:pt x="6364546" y="616099"/>
                  </a:lnTo>
                  <a:lnTo>
                    <a:pt x="6364692" y="616099"/>
                  </a:lnTo>
                  <a:lnTo>
                    <a:pt x="6364692" y="615475"/>
                  </a:lnTo>
                  <a:lnTo>
                    <a:pt x="6364837" y="615475"/>
                  </a:lnTo>
                  <a:lnTo>
                    <a:pt x="6364983" y="615475"/>
                  </a:lnTo>
                  <a:lnTo>
                    <a:pt x="6364983" y="614852"/>
                  </a:lnTo>
                  <a:lnTo>
                    <a:pt x="6364983" y="614228"/>
                  </a:lnTo>
                  <a:lnTo>
                    <a:pt x="6365128" y="614228"/>
                  </a:lnTo>
                  <a:lnTo>
                    <a:pt x="6365273" y="614228"/>
                  </a:lnTo>
                  <a:lnTo>
                    <a:pt x="6365419" y="614228"/>
                  </a:lnTo>
                  <a:lnTo>
                    <a:pt x="6365564" y="614228"/>
                  </a:lnTo>
                  <a:lnTo>
                    <a:pt x="6365710" y="614228"/>
                  </a:lnTo>
                  <a:lnTo>
                    <a:pt x="6365855" y="614228"/>
                  </a:lnTo>
                  <a:lnTo>
                    <a:pt x="6366001" y="614228"/>
                  </a:lnTo>
                  <a:lnTo>
                    <a:pt x="6366146" y="614228"/>
                  </a:lnTo>
                  <a:lnTo>
                    <a:pt x="6366291" y="614228"/>
                  </a:lnTo>
                  <a:lnTo>
                    <a:pt x="6366437" y="614228"/>
                  </a:lnTo>
                  <a:lnTo>
                    <a:pt x="6366582" y="614228"/>
                  </a:lnTo>
                  <a:lnTo>
                    <a:pt x="6366728" y="614228"/>
                  </a:lnTo>
                  <a:lnTo>
                    <a:pt x="6366873" y="614228"/>
                  </a:lnTo>
                  <a:lnTo>
                    <a:pt x="6367018" y="614228"/>
                  </a:lnTo>
                  <a:lnTo>
                    <a:pt x="6367164" y="614228"/>
                  </a:lnTo>
                  <a:lnTo>
                    <a:pt x="6367309" y="614228"/>
                  </a:lnTo>
                  <a:lnTo>
                    <a:pt x="6367455" y="614228"/>
                  </a:lnTo>
                  <a:lnTo>
                    <a:pt x="6367600" y="614228"/>
                  </a:lnTo>
                  <a:lnTo>
                    <a:pt x="6367746" y="614228"/>
                  </a:lnTo>
                  <a:lnTo>
                    <a:pt x="6367891" y="614228"/>
                  </a:lnTo>
                  <a:lnTo>
                    <a:pt x="6368036" y="614228"/>
                  </a:lnTo>
                  <a:lnTo>
                    <a:pt x="6368182" y="614228"/>
                  </a:lnTo>
                  <a:lnTo>
                    <a:pt x="6368327" y="614228"/>
                  </a:lnTo>
                  <a:lnTo>
                    <a:pt x="6368473" y="614228"/>
                  </a:lnTo>
                  <a:lnTo>
                    <a:pt x="6368618" y="614228"/>
                  </a:lnTo>
                  <a:lnTo>
                    <a:pt x="6368764" y="614228"/>
                  </a:lnTo>
                  <a:lnTo>
                    <a:pt x="6368909" y="614228"/>
                  </a:lnTo>
                  <a:lnTo>
                    <a:pt x="6368909" y="613605"/>
                  </a:lnTo>
                  <a:lnTo>
                    <a:pt x="6369054" y="613605"/>
                  </a:lnTo>
                  <a:lnTo>
                    <a:pt x="6369054" y="612981"/>
                  </a:lnTo>
                  <a:lnTo>
                    <a:pt x="6369200" y="612981"/>
                  </a:lnTo>
                  <a:lnTo>
                    <a:pt x="6369345" y="612981"/>
                  </a:lnTo>
                  <a:lnTo>
                    <a:pt x="6369491" y="612981"/>
                  </a:lnTo>
                  <a:lnTo>
                    <a:pt x="6369636" y="612981"/>
                  </a:lnTo>
                  <a:lnTo>
                    <a:pt x="6369782" y="612981"/>
                  </a:lnTo>
                  <a:lnTo>
                    <a:pt x="6369927" y="612981"/>
                  </a:lnTo>
                  <a:lnTo>
                    <a:pt x="6369927" y="612357"/>
                  </a:lnTo>
                  <a:lnTo>
                    <a:pt x="6369927" y="611734"/>
                  </a:lnTo>
                  <a:lnTo>
                    <a:pt x="6370072" y="611734"/>
                  </a:lnTo>
                  <a:lnTo>
                    <a:pt x="6370218" y="611734"/>
                  </a:lnTo>
                  <a:lnTo>
                    <a:pt x="6370363" y="611734"/>
                  </a:lnTo>
                  <a:lnTo>
                    <a:pt x="6370509" y="611734"/>
                  </a:lnTo>
                  <a:lnTo>
                    <a:pt x="6370654" y="611734"/>
                  </a:lnTo>
                  <a:lnTo>
                    <a:pt x="6370654" y="611110"/>
                  </a:lnTo>
                  <a:lnTo>
                    <a:pt x="6370800" y="611110"/>
                  </a:lnTo>
                  <a:lnTo>
                    <a:pt x="6370945" y="611110"/>
                  </a:lnTo>
                  <a:lnTo>
                    <a:pt x="6371090" y="611110"/>
                  </a:lnTo>
                  <a:lnTo>
                    <a:pt x="6371236" y="611110"/>
                  </a:lnTo>
                  <a:lnTo>
                    <a:pt x="6371381" y="611110"/>
                  </a:lnTo>
                  <a:lnTo>
                    <a:pt x="6371527" y="611110"/>
                  </a:lnTo>
                  <a:lnTo>
                    <a:pt x="6371672" y="611110"/>
                  </a:lnTo>
                  <a:lnTo>
                    <a:pt x="6371818" y="611110"/>
                  </a:lnTo>
                  <a:lnTo>
                    <a:pt x="6371963" y="611110"/>
                  </a:lnTo>
                  <a:lnTo>
                    <a:pt x="6372108" y="611110"/>
                  </a:lnTo>
                  <a:lnTo>
                    <a:pt x="6372254" y="611110"/>
                  </a:lnTo>
                  <a:lnTo>
                    <a:pt x="6372254" y="610487"/>
                  </a:lnTo>
                  <a:lnTo>
                    <a:pt x="6372399" y="610487"/>
                  </a:lnTo>
                  <a:lnTo>
                    <a:pt x="6372399" y="609863"/>
                  </a:lnTo>
                  <a:lnTo>
                    <a:pt x="6372399" y="609239"/>
                  </a:lnTo>
                  <a:lnTo>
                    <a:pt x="6372545" y="609239"/>
                  </a:lnTo>
                  <a:lnTo>
                    <a:pt x="6372690" y="609239"/>
                  </a:lnTo>
                  <a:lnTo>
                    <a:pt x="6372836" y="609239"/>
                  </a:lnTo>
                  <a:lnTo>
                    <a:pt x="6372836" y="608616"/>
                  </a:lnTo>
                  <a:lnTo>
                    <a:pt x="6372981" y="608616"/>
                  </a:lnTo>
                  <a:lnTo>
                    <a:pt x="6373126" y="608616"/>
                  </a:lnTo>
                  <a:lnTo>
                    <a:pt x="6373272" y="608616"/>
                  </a:lnTo>
                  <a:lnTo>
                    <a:pt x="6373417" y="608616"/>
                  </a:lnTo>
                  <a:lnTo>
                    <a:pt x="6373563" y="608616"/>
                  </a:lnTo>
                  <a:lnTo>
                    <a:pt x="6373563" y="607992"/>
                  </a:lnTo>
                  <a:lnTo>
                    <a:pt x="6373708" y="607992"/>
                  </a:lnTo>
                  <a:lnTo>
                    <a:pt x="6373853" y="607992"/>
                  </a:lnTo>
                  <a:lnTo>
                    <a:pt x="6373999" y="607992"/>
                  </a:lnTo>
                  <a:lnTo>
                    <a:pt x="6374144" y="607992"/>
                  </a:lnTo>
                  <a:lnTo>
                    <a:pt x="6374290" y="607992"/>
                  </a:lnTo>
                  <a:lnTo>
                    <a:pt x="6374435" y="607992"/>
                  </a:lnTo>
                  <a:lnTo>
                    <a:pt x="6374581" y="607992"/>
                  </a:lnTo>
                  <a:lnTo>
                    <a:pt x="6374726" y="607992"/>
                  </a:lnTo>
                  <a:lnTo>
                    <a:pt x="6374871" y="607992"/>
                  </a:lnTo>
                  <a:lnTo>
                    <a:pt x="6375017" y="607992"/>
                  </a:lnTo>
                  <a:lnTo>
                    <a:pt x="6375162" y="607992"/>
                  </a:lnTo>
                  <a:lnTo>
                    <a:pt x="6375308" y="607992"/>
                  </a:lnTo>
                  <a:lnTo>
                    <a:pt x="6375453" y="607992"/>
                  </a:lnTo>
                  <a:lnTo>
                    <a:pt x="6375599" y="607992"/>
                  </a:lnTo>
                  <a:lnTo>
                    <a:pt x="6375744" y="607992"/>
                  </a:lnTo>
                  <a:lnTo>
                    <a:pt x="6375889" y="607992"/>
                  </a:lnTo>
                  <a:lnTo>
                    <a:pt x="6376035" y="607992"/>
                  </a:lnTo>
                  <a:lnTo>
                    <a:pt x="6376180" y="607992"/>
                  </a:lnTo>
                  <a:lnTo>
                    <a:pt x="6376326" y="607992"/>
                  </a:lnTo>
                  <a:lnTo>
                    <a:pt x="6376471" y="607992"/>
                  </a:lnTo>
                  <a:lnTo>
                    <a:pt x="6376617" y="607992"/>
                  </a:lnTo>
                  <a:lnTo>
                    <a:pt x="6376617" y="607369"/>
                  </a:lnTo>
                  <a:lnTo>
                    <a:pt x="6376762" y="607369"/>
                  </a:lnTo>
                  <a:lnTo>
                    <a:pt x="6376762" y="606745"/>
                  </a:lnTo>
                  <a:lnTo>
                    <a:pt x="6376907" y="606745"/>
                  </a:lnTo>
                  <a:lnTo>
                    <a:pt x="6377053" y="606745"/>
                  </a:lnTo>
                  <a:lnTo>
                    <a:pt x="6377198" y="606745"/>
                  </a:lnTo>
                  <a:lnTo>
                    <a:pt x="6377344" y="606745"/>
                  </a:lnTo>
                  <a:lnTo>
                    <a:pt x="6377489" y="606745"/>
                  </a:lnTo>
                  <a:lnTo>
                    <a:pt x="6377635" y="606745"/>
                  </a:lnTo>
                  <a:lnTo>
                    <a:pt x="6377780" y="606745"/>
                  </a:lnTo>
                  <a:lnTo>
                    <a:pt x="6377925" y="606745"/>
                  </a:lnTo>
                  <a:lnTo>
                    <a:pt x="6378071" y="606745"/>
                  </a:lnTo>
                  <a:lnTo>
                    <a:pt x="6378216" y="606745"/>
                  </a:lnTo>
                  <a:lnTo>
                    <a:pt x="6378362" y="606745"/>
                  </a:lnTo>
                  <a:lnTo>
                    <a:pt x="6378507" y="606745"/>
                  </a:lnTo>
                  <a:lnTo>
                    <a:pt x="6378653" y="606745"/>
                  </a:lnTo>
                  <a:lnTo>
                    <a:pt x="6378653" y="606122"/>
                  </a:lnTo>
                  <a:lnTo>
                    <a:pt x="6378798" y="606122"/>
                  </a:lnTo>
                  <a:lnTo>
                    <a:pt x="6378943" y="606122"/>
                  </a:lnTo>
                  <a:lnTo>
                    <a:pt x="6378943" y="605498"/>
                  </a:lnTo>
                  <a:lnTo>
                    <a:pt x="6379089" y="605498"/>
                  </a:lnTo>
                  <a:lnTo>
                    <a:pt x="6379234" y="605498"/>
                  </a:lnTo>
                  <a:lnTo>
                    <a:pt x="6379380" y="605498"/>
                  </a:lnTo>
                  <a:lnTo>
                    <a:pt x="6379525" y="605498"/>
                  </a:lnTo>
                  <a:lnTo>
                    <a:pt x="6379671" y="605498"/>
                  </a:lnTo>
                  <a:lnTo>
                    <a:pt x="6379816" y="605498"/>
                  </a:lnTo>
                  <a:lnTo>
                    <a:pt x="6379961" y="605498"/>
                  </a:lnTo>
                  <a:lnTo>
                    <a:pt x="6380107" y="605498"/>
                  </a:lnTo>
                  <a:lnTo>
                    <a:pt x="6380252" y="605498"/>
                  </a:lnTo>
                  <a:lnTo>
                    <a:pt x="6380398" y="605498"/>
                  </a:lnTo>
                  <a:lnTo>
                    <a:pt x="6380543" y="605498"/>
                  </a:lnTo>
                  <a:lnTo>
                    <a:pt x="6380543" y="604874"/>
                  </a:lnTo>
                  <a:lnTo>
                    <a:pt x="6380688" y="604874"/>
                  </a:lnTo>
                  <a:lnTo>
                    <a:pt x="6380834" y="604874"/>
                  </a:lnTo>
                  <a:lnTo>
                    <a:pt x="6380979" y="604874"/>
                  </a:lnTo>
                  <a:lnTo>
                    <a:pt x="6381125" y="604874"/>
                  </a:lnTo>
                  <a:lnTo>
                    <a:pt x="6381270" y="604874"/>
                  </a:lnTo>
                  <a:lnTo>
                    <a:pt x="6381270" y="604251"/>
                  </a:lnTo>
                  <a:lnTo>
                    <a:pt x="6381416" y="604251"/>
                  </a:lnTo>
                  <a:lnTo>
                    <a:pt x="6381561" y="604251"/>
                  </a:lnTo>
                  <a:lnTo>
                    <a:pt x="6381706" y="604251"/>
                  </a:lnTo>
                  <a:lnTo>
                    <a:pt x="6381852" y="604251"/>
                  </a:lnTo>
                  <a:lnTo>
                    <a:pt x="6381997" y="604251"/>
                  </a:lnTo>
                  <a:lnTo>
                    <a:pt x="6382143" y="604251"/>
                  </a:lnTo>
                  <a:lnTo>
                    <a:pt x="6382288" y="604251"/>
                  </a:lnTo>
                  <a:lnTo>
                    <a:pt x="6382434" y="604251"/>
                  </a:lnTo>
                  <a:lnTo>
                    <a:pt x="6382579" y="604251"/>
                  </a:lnTo>
                  <a:lnTo>
                    <a:pt x="6382724" y="604251"/>
                  </a:lnTo>
                  <a:lnTo>
                    <a:pt x="6382724" y="603627"/>
                  </a:lnTo>
                  <a:lnTo>
                    <a:pt x="6382870" y="603627"/>
                  </a:lnTo>
                  <a:lnTo>
                    <a:pt x="6383015" y="603627"/>
                  </a:lnTo>
                  <a:lnTo>
                    <a:pt x="6383161" y="603627"/>
                  </a:lnTo>
                  <a:lnTo>
                    <a:pt x="6383306" y="603627"/>
                  </a:lnTo>
                  <a:lnTo>
                    <a:pt x="6383452" y="603627"/>
                  </a:lnTo>
                  <a:lnTo>
                    <a:pt x="6383597" y="603627"/>
                  </a:lnTo>
                  <a:lnTo>
                    <a:pt x="6383742" y="603627"/>
                  </a:lnTo>
                  <a:lnTo>
                    <a:pt x="6383742" y="603004"/>
                  </a:lnTo>
                  <a:lnTo>
                    <a:pt x="6383888" y="603004"/>
                  </a:lnTo>
                  <a:lnTo>
                    <a:pt x="6384033" y="603004"/>
                  </a:lnTo>
                  <a:lnTo>
                    <a:pt x="6384179" y="603004"/>
                  </a:lnTo>
                  <a:lnTo>
                    <a:pt x="6384324" y="603004"/>
                  </a:lnTo>
                  <a:lnTo>
                    <a:pt x="6384470" y="603004"/>
                  </a:lnTo>
                  <a:lnTo>
                    <a:pt x="6384615" y="603004"/>
                  </a:lnTo>
                  <a:lnTo>
                    <a:pt x="6384760" y="603004"/>
                  </a:lnTo>
                  <a:lnTo>
                    <a:pt x="6384906" y="603004"/>
                  </a:lnTo>
                  <a:lnTo>
                    <a:pt x="6385051" y="603004"/>
                  </a:lnTo>
                  <a:lnTo>
                    <a:pt x="6385197" y="603004"/>
                  </a:lnTo>
                  <a:lnTo>
                    <a:pt x="6385342" y="603004"/>
                  </a:lnTo>
                  <a:lnTo>
                    <a:pt x="6385488" y="603004"/>
                  </a:lnTo>
                  <a:lnTo>
                    <a:pt x="6385633" y="603004"/>
                  </a:lnTo>
                  <a:lnTo>
                    <a:pt x="6385778" y="603004"/>
                  </a:lnTo>
                  <a:lnTo>
                    <a:pt x="6385924" y="603004"/>
                  </a:lnTo>
                  <a:lnTo>
                    <a:pt x="6386069" y="603004"/>
                  </a:lnTo>
                  <a:lnTo>
                    <a:pt x="6386215" y="603004"/>
                  </a:lnTo>
                  <a:lnTo>
                    <a:pt x="6386360" y="603004"/>
                  </a:lnTo>
                  <a:lnTo>
                    <a:pt x="6386506" y="603004"/>
                  </a:lnTo>
                  <a:lnTo>
                    <a:pt x="6386651" y="603004"/>
                  </a:lnTo>
                  <a:lnTo>
                    <a:pt x="6386796" y="603004"/>
                  </a:lnTo>
                  <a:lnTo>
                    <a:pt x="6386942" y="603004"/>
                  </a:lnTo>
                  <a:lnTo>
                    <a:pt x="6387087" y="603004"/>
                  </a:lnTo>
                  <a:lnTo>
                    <a:pt x="6387233" y="603004"/>
                  </a:lnTo>
                  <a:lnTo>
                    <a:pt x="6387378" y="603004"/>
                  </a:lnTo>
                  <a:lnTo>
                    <a:pt x="6387523" y="603004"/>
                  </a:lnTo>
                  <a:lnTo>
                    <a:pt x="6387669" y="603004"/>
                  </a:lnTo>
                  <a:lnTo>
                    <a:pt x="6387669" y="602380"/>
                  </a:lnTo>
                  <a:lnTo>
                    <a:pt x="6387814" y="602380"/>
                  </a:lnTo>
                  <a:lnTo>
                    <a:pt x="6387960" y="602380"/>
                  </a:lnTo>
                  <a:lnTo>
                    <a:pt x="6388105" y="602380"/>
                  </a:lnTo>
                  <a:lnTo>
                    <a:pt x="6388251" y="602380"/>
                  </a:lnTo>
                  <a:lnTo>
                    <a:pt x="6388396" y="602380"/>
                  </a:lnTo>
                  <a:lnTo>
                    <a:pt x="6388541" y="602380"/>
                  </a:lnTo>
                  <a:lnTo>
                    <a:pt x="6388541" y="601756"/>
                  </a:lnTo>
                  <a:lnTo>
                    <a:pt x="6388687" y="601756"/>
                  </a:lnTo>
                  <a:lnTo>
                    <a:pt x="6388832" y="601756"/>
                  </a:lnTo>
                  <a:lnTo>
                    <a:pt x="6388978" y="601756"/>
                  </a:lnTo>
                  <a:lnTo>
                    <a:pt x="6389123" y="601756"/>
                  </a:lnTo>
                  <a:lnTo>
                    <a:pt x="6389269" y="601756"/>
                  </a:lnTo>
                  <a:lnTo>
                    <a:pt x="6389414" y="601756"/>
                  </a:lnTo>
                  <a:lnTo>
                    <a:pt x="6389559" y="601756"/>
                  </a:lnTo>
                  <a:lnTo>
                    <a:pt x="6389559" y="601133"/>
                  </a:lnTo>
                  <a:lnTo>
                    <a:pt x="6389705" y="601133"/>
                  </a:lnTo>
                  <a:lnTo>
                    <a:pt x="6389850" y="601133"/>
                  </a:lnTo>
                  <a:lnTo>
                    <a:pt x="6389996" y="601133"/>
                  </a:lnTo>
                  <a:lnTo>
                    <a:pt x="6390141" y="601133"/>
                  </a:lnTo>
                  <a:lnTo>
                    <a:pt x="6390287" y="601133"/>
                  </a:lnTo>
                  <a:lnTo>
                    <a:pt x="6390432" y="601133"/>
                  </a:lnTo>
                  <a:lnTo>
                    <a:pt x="6390577" y="601133"/>
                  </a:lnTo>
                  <a:lnTo>
                    <a:pt x="6390723" y="601133"/>
                  </a:lnTo>
                  <a:lnTo>
                    <a:pt x="6390868" y="601133"/>
                  </a:lnTo>
                  <a:lnTo>
                    <a:pt x="6391014" y="601133"/>
                  </a:lnTo>
                  <a:lnTo>
                    <a:pt x="6391159" y="601133"/>
                  </a:lnTo>
                  <a:lnTo>
                    <a:pt x="6391305" y="601133"/>
                  </a:lnTo>
                  <a:lnTo>
                    <a:pt x="6391450" y="601133"/>
                  </a:lnTo>
                  <a:lnTo>
                    <a:pt x="6391595" y="601133"/>
                  </a:lnTo>
                  <a:lnTo>
                    <a:pt x="6391741" y="601133"/>
                  </a:lnTo>
                  <a:lnTo>
                    <a:pt x="6391886" y="601133"/>
                  </a:lnTo>
                  <a:lnTo>
                    <a:pt x="6391886" y="600509"/>
                  </a:lnTo>
                  <a:lnTo>
                    <a:pt x="6392032" y="600509"/>
                  </a:lnTo>
                  <a:lnTo>
                    <a:pt x="6392177" y="600509"/>
                  </a:lnTo>
                  <a:lnTo>
                    <a:pt x="6392323" y="600509"/>
                  </a:lnTo>
                  <a:lnTo>
                    <a:pt x="6392323" y="599886"/>
                  </a:lnTo>
                  <a:lnTo>
                    <a:pt x="6392468" y="599886"/>
                  </a:lnTo>
                  <a:lnTo>
                    <a:pt x="6392613" y="599886"/>
                  </a:lnTo>
                  <a:lnTo>
                    <a:pt x="6392613" y="599262"/>
                  </a:lnTo>
                  <a:lnTo>
                    <a:pt x="6392759" y="599262"/>
                  </a:lnTo>
                  <a:lnTo>
                    <a:pt x="6392759" y="598639"/>
                  </a:lnTo>
                  <a:lnTo>
                    <a:pt x="6392904" y="598639"/>
                  </a:lnTo>
                  <a:lnTo>
                    <a:pt x="6393050" y="598639"/>
                  </a:lnTo>
                  <a:lnTo>
                    <a:pt x="6393195" y="598639"/>
                  </a:lnTo>
                  <a:lnTo>
                    <a:pt x="6393341" y="598639"/>
                  </a:lnTo>
                  <a:lnTo>
                    <a:pt x="6393486" y="598639"/>
                  </a:lnTo>
                  <a:lnTo>
                    <a:pt x="6393631" y="598639"/>
                  </a:lnTo>
                  <a:lnTo>
                    <a:pt x="6393777" y="598639"/>
                  </a:lnTo>
                  <a:lnTo>
                    <a:pt x="6393922" y="598639"/>
                  </a:lnTo>
                  <a:lnTo>
                    <a:pt x="6394068" y="598639"/>
                  </a:lnTo>
                  <a:lnTo>
                    <a:pt x="6394068" y="598015"/>
                  </a:lnTo>
                  <a:lnTo>
                    <a:pt x="6394213" y="598015"/>
                  </a:lnTo>
                  <a:lnTo>
                    <a:pt x="6394358" y="598015"/>
                  </a:lnTo>
                  <a:lnTo>
                    <a:pt x="6394504" y="598015"/>
                  </a:lnTo>
                  <a:lnTo>
                    <a:pt x="6394649" y="598015"/>
                  </a:lnTo>
                  <a:lnTo>
                    <a:pt x="6394795" y="598015"/>
                  </a:lnTo>
                  <a:lnTo>
                    <a:pt x="6394940" y="598015"/>
                  </a:lnTo>
                  <a:lnTo>
                    <a:pt x="6395086" y="598015"/>
                  </a:lnTo>
                  <a:lnTo>
                    <a:pt x="6395231" y="598015"/>
                  </a:lnTo>
                  <a:lnTo>
                    <a:pt x="6395376" y="598015"/>
                  </a:lnTo>
                  <a:lnTo>
                    <a:pt x="6395522" y="598015"/>
                  </a:lnTo>
                  <a:lnTo>
                    <a:pt x="6395522" y="597391"/>
                  </a:lnTo>
                  <a:lnTo>
                    <a:pt x="6395667" y="597391"/>
                  </a:lnTo>
                  <a:lnTo>
                    <a:pt x="6395813" y="597391"/>
                  </a:lnTo>
                  <a:lnTo>
                    <a:pt x="6395958" y="597391"/>
                  </a:lnTo>
                  <a:lnTo>
                    <a:pt x="6396104" y="597391"/>
                  </a:lnTo>
                  <a:lnTo>
                    <a:pt x="6396249" y="597391"/>
                  </a:lnTo>
                  <a:lnTo>
                    <a:pt x="6396394" y="597391"/>
                  </a:lnTo>
                  <a:lnTo>
                    <a:pt x="6396540" y="597391"/>
                  </a:lnTo>
                  <a:lnTo>
                    <a:pt x="6396685" y="597391"/>
                  </a:lnTo>
                  <a:lnTo>
                    <a:pt x="6396685" y="596768"/>
                  </a:lnTo>
                  <a:lnTo>
                    <a:pt x="6396831" y="596768"/>
                  </a:lnTo>
                  <a:lnTo>
                    <a:pt x="6396976" y="596768"/>
                  </a:lnTo>
                  <a:lnTo>
                    <a:pt x="6396976" y="596144"/>
                  </a:lnTo>
                  <a:lnTo>
                    <a:pt x="6397122" y="596144"/>
                  </a:lnTo>
                  <a:lnTo>
                    <a:pt x="6397267" y="596144"/>
                  </a:lnTo>
                  <a:lnTo>
                    <a:pt x="6397412" y="596144"/>
                  </a:lnTo>
                  <a:lnTo>
                    <a:pt x="6397558" y="596144"/>
                  </a:lnTo>
                  <a:lnTo>
                    <a:pt x="6397703" y="596144"/>
                  </a:lnTo>
                  <a:lnTo>
                    <a:pt x="6397849" y="596144"/>
                  </a:lnTo>
                  <a:lnTo>
                    <a:pt x="6397994" y="596144"/>
                  </a:lnTo>
                  <a:lnTo>
                    <a:pt x="6398140" y="596144"/>
                  </a:lnTo>
                  <a:lnTo>
                    <a:pt x="6398285" y="596144"/>
                  </a:lnTo>
                  <a:lnTo>
                    <a:pt x="6398430" y="596144"/>
                  </a:lnTo>
                  <a:lnTo>
                    <a:pt x="6398576" y="596144"/>
                  </a:lnTo>
                  <a:lnTo>
                    <a:pt x="6398721" y="596144"/>
                  </a:lnTo>
                  <a:lnTo>
                    <a:pt x="6398867" y="596144"/>
                  </a:lnTo>
                  <a:lnTo>
                    <a:pt x="6399012" y="596144"/>
                  </a:lnTo>
                  <a:lnTo>
                    <a:pt x="6399158" y="596144"/>
                  </a:lnTo>
                  <a:lnTo>
                    <a:pt x="6399303" y="596144"/>
                  </a:lnTo>
                  <a:lnTo>
                    <a:pt x="6399448" y="596144"/>
                  </a:lnTo>
                  <a:lnTo>
                    <a:pt x="6399594" y="596144"/>
                  </a:lnTo>
                  <a:lnTo>
                    <a:pt x="6399739" y="596144"/>
                  </a:lnTo>
                  <a:lnTo>
                    <a:pt x="6399885" y="596144"/>
                  </a:lnTo>
                  <a:lnTo>
                    <a:pt x="6400030" y="596144"/>
                  </a:lnTo>
                  <a:lnTo>
                    <a:pt x="6400176" y="596144"/>
                  </a:lnTo>
                  <a:lnTo>
                    <a:pt x="6400321" y="596144"/>
                  </a:lnTo>
                  <a:lnTo>
                    <a:pt x="6400466" y="596144"/>
                  </a:lnTo>
                  <a:lnTo>
                    <a:pt x="6400612" y="596144"/>
                  </a:lnTo>
                  <a:lnTo>
                    <a:pt x="6400757" y="596144"/>
                  </a:lnTo>
                  <a:lnTo>
                    <a:pt x="6400903" y="596144"/>
                  </a:lnTo>
                  <a:lnTo>
                    <a:pt x="6401048" y="596144"/>
                  </a:lnTo>
                  <a:lnTo>
                    <a:pt x="6401193" y="596144"/>
                  </a:lnTo>
                  <a:lnTo>
                    <a:pt x="6401339" y="596144"/>
                  </a:lnTo>
                  <a:lnTo>
                    <a:pt x="6401484" y="596144"/>
                  </a:lnTo>
                  <a:lnTo>
                    <a:pt x="6401630" y="596144"/>
                  </a:lnTo>
                  <a:lnTo>
                    <a:pt x="6401775" y="596144"/>
                  </a:lnTo>
                  <a:lnTo>
                    <a:pt x="6401921" y="596144"/>
                  </a:lnTo>
                  <a:lnTo>
                    <a:pt x="6402066" y="596144"/>
                  </a:lnTo>
                  <a:lnTo>
                    <a:pt x="6402211" y="596144"/>
                  </a:lnTo>
                  <a:lnTo>
                    <a:pt x="6402357" y="596144"/>
                  </a:lnTo>
                  <a:lnTo>
                    <a:pt x="6402502" y="596144"/>
                  </a:lnTo>
                  <a:lnTo>
                    <a:pt x="6402648" y="596144"/>
                  </a:lnTo>
                  <a:lnTo>
                    <a:pt x="6402793" y="596144"/>
                  </a:lnTo>
                  <a:lnTo>
                    <a:pt x="6402939" y="596144"/>
                  </a:lnTo>
                  <a:lnTo>
                    <a:pt x="6403084" y="596144"/>
                  </a:lnTo>
                  <a:lnTo>
                    <a:pt x="6403229" y="596144"/>
                  </a:lnTo>
                  <a:lnTo>
                    <a:pt x="6403375" y="596144"/>
                  </a:lnTo>
                  <a:lnTo>
                    <a:pt x="6403520" y="596144"/>
                  </a:lnTo>
                  <a:lnTo>
                    <a:pt x="6403666" y="596144"/>
                  </a:lnTo>
                  <a:lnTo>
                    <a:pt x="6403811" y="596144"/>
                  </a:lnTo>
                  <a:lnTo>
                    <a:pt x="6403957" y="596144"/>
                  </a:lnTo>
                  <a:lnTo>
                    <a:pt x="6403957" y="595521"/>
                  </a:lnTo>
                  <a:lnTo>
                    <a:pt x="6404102" y="595521"/>
                  </a:lnTo>
                  <a:lnTo>
                    <a:pt x="6404247" y="595521"/>
                  </a:lnTo>
                  <a:lnTo>
                    <a:pt x="6404393" y="595521"/>
                  </a:lnTo>
                  <a:lnTo>
                    <a:pt x="6404538" y="595521"/>
                  </a:lnTo>
                  <a:lnTo>
                    <a:pt x="6404538" y="594897"/>
                  </a:lnTo>
                  <a:lnTo>
                    <a:pt x="6404538" y="594273"/>
                  </a:lnTo>
                  <a:lnTo>
                    <a:pt x="6404684" y="594273"/>
                  </a:lnTo>
                  <a:lnTo>
                    <a:pt x="6404684" y="593650"/>
                  </a:lnTo>
                  <a:lnTo>
                    <a:pt x="6404829" y="593650"/>
                  </a:lnTo>
                  <a:lnTo>
                    <a:pt x="6404975" y="593650"/>
                  </a:lnTo>
                  <a:lnTo>
                    <a:pt x="6405120" y="593650"/>
                  </a:lnTo>
                  <a:lnTo>
                    <a:pt x="6405265" y="593650"/>
                  </a:lnTo>
                  <a:lnTo>
                    <a:pt x="6405411" y="593650"/>
                  </a:lnTo>
                  <a:lnTo>
                    <a:pt x="6405556" y="593650"/>
                  </a:lnTo>
                  <a:lnTo>
                    <a:pt x="6405702" y="593650"/>
                  </a:lnTo>
                  <a:lnTo>
                    <a:pt x="6405702" y="593026"/>
                  </a:lnTo>
                  <a:lnTo>
                    <a:pt x="6405847" y="593026"/>
                  </a:lnTo>
                  <a:lnTo>
                    <a:pt x="6405993" y="593026"/>
                  </a:lnTo>
                  <a:lnTo>
                    <a:pt x="6406138" y="593026"/>
                  </a:lnTo>
                  <a:lnTo>
                    <a:pt x="6406283" y="593026"/>
                  </a:lnTo>
                  <a:lnTo>
                    <a:pt x="6406429" y="593026"/>
                  </a:lnTo>
                  <a:lnTo>
                    <a:pt x="6406574" y="593026"/>
                  </a:lnTo>
                  <a:lnTo>
                    <a:pt x="6406574" y="592403"/>
                  </a:lnTo>
                  <a:lnTo>
                    <a:pt x="6406720" y="592403"/>
                  </a:lnTo>
                  <a:lnTo>
                    <a:pt x="6406865" y="592403"/>
                  </a:lnTo>
                  <a:lnTo>
                    <a:pt x="6407011" y="592403"/>
                  </a:lnTo>
                  <a:lnTo>
                    <a:pt x="6407156" y="592403"/>
                  </a:lnTo>
                  <a:lnTo>
                    <a:pt x="6407301" y="592403"/>
                  </a:lnTo>
                  <a:lnTo>
                    <a:pt x="6407447" y="592403"/>
                  </a:lnTo>
                  <a:lnTo>
                    <a:pt x="6407592" y="592403"/>
                  </a:lnTo>
                  <a:lnTo>
                    <a:pt x="6407738" y="592403"/>
                  </a:lnTo>
                  <a:lnTo>
                    <a:pt x="6407883" y="592403"/>
                  </a:lnTo>
                  <a:lnTo>
                    <a:pt x="6408028" y="592403"/>
                  </a:lnTo>
                  <a:lnTo>
                    <a:pt x="6408174" y="592403"/>
                  </a:lnTo>
                  <a:lnTo>
                    <a:pt x="6408319" y="592403"/>
                  </a:lnTo>
                  <a:lnTo>
                    <a:pt x="6408465" y="592403"/>
                  </a:lnTo>
                  <a:lnTo>
                    <a:pt x="6408610" y="592403"/>
                  </a:lnTo>
                  <a:lnTo>
                    <a:pt x="6408610" y="591779"/>
                  </a:lnTo>
                  <a:lnTo>
                    <a:pt x="6408756" y="591779"/>
                  </a:lnTo>
                  <a:lnTo>
                    <a:pt x="6408901" y="591779"/>
                  </a:lnTo>
                  <a:lnTo>
                    <a:pt x="6408901" y="591156"/>
                  </a:lnTo>
                  <a:lnTo>
                    <a:pt x="6409046" y="591156"/>
                  </a:lnTo>
                  <a:lnTo>
                    <a:pt x="6409192" y="591156"/>
                  </a:lnTo>
                  <a:lnTo>
                    <a:pt x="6409337" y="591156"/>
                  </a:lnTo>
                  <a:lnTo>
                    <a:pt x="6409483" y="591156"/>
                  </a:lnTo>
                  <a:lnTo>
                    <a:pt x="6409628" y="591156"/>
                  </a:lnTo>
                  <a:lnTo>
                    <a:pt x="6409774" y="591156"/>
                  </a:lnTo>
                  <a:lnTo>
                    <a:pt x="6409919" y="591156"/>
                  </a:lnTo>
                  <a:lnTo>
                    <a:pt x="6410064" y="591156"/>
                  </a:lnTo>
                  <a:lnTo>
                    <a:pt x="6410210" y="591156"/>
                  </a:lnTo>
                  <a:lnTo>
                    <a:pt x="6410355" y="591156"/>
                  </a:lnTo>
                  <a:lnTo>
                    <a:pt x="6410501" y="591156"/>
                  </a:lnTo>
                  <a:lnTo>
                    <a:pt x="6410646" y="591156"/>
                  </a:lnTo>
                  <a:lnTo>
                    <a:pt x="6410792" y="591156"/>
                  </a:lnTo>
                  <a:lnTo>
                    <a:pt x="6410937" y="591156"/>
                  </a:lnTo>
                  <a:lnTo>
                    <a:pt x="6411082" y="591156"/>
                  </a:lnTo>
                  <a:lnTo>
                    <a:pt x="6411228" y="591156"/>
                  </a:lnTo>
                  <a:lnTo>
                    <a:pt x="6411373" y="591156"/>
                  </a:lnTo>
                  <a:lnTo>
                    <a:pt x="6411519" y="591156"/>
                  </a:lnTo>
                  <a:lnTo>
                    <a:pt x="6411664" y="591156"/>
                  </a:lnTo>
                  <a:lnTo>
                    <a:pt x="6411810" y="591156"/>
                  </a:lnTo>
                  <a:lnTo>
                    <a:pt x="6411955" y="591156"/>
                  </a:lnTo>
                  <a:lnTo>
                    <a:pt x="6412100" y="591156"/>
                  </a:lnTo>
                  <a:lnTo>
                    <a:pt x="6412100" y="590532"/>
                  </a:lnTo>
                  <a:lnTo>
                    <a:pt x="6412246" y="590532"/>
                  </a:lnTo>
                  <a:lnTo>
                    <a:pt x="6412391" y="590532"/>
                  </a:lnTo>
                  <a:lnTo>
                    <a:pt x="6412537" y="590532"/>
                  </a:lnTo>
                  <a:lnTo>
                    <a:pt x="6412537" y="589908"/>
                  </a:lnTo>
                  <a:lnTo>
                    <a:pt x="6412682" y="589908"/>
                  </a:lnTo>
                  <a:lnTo>
                    <a:pt x="6412828" y="589908"/>
                  </a:lnTo>
                  <a:lnTo>
                    <a:pt x="6412973" y="589908"/>
                  </a:lnTo>
                  <a:lnTo>
                    <a:pt x="6413118" y="589908"/>
                  </a:lnTo>
                  <a:lnTo>
                    <a:pt x="6413264" y="589908"/>
                  </a:lnTo>
                  <a:lnTo>
                    <a:pt x="6413409" y="589908"/>
                  </a:lnTo>
                  <a:lnTo>
                    <a:pt x="6413555" y="589908"/>
                  </a:lnTo>
                  <a:lnTo>
                    <a:pt x="6413700" y="589908"/>
                  </a:lnTo>
                  <a:lnTo>
                    <a:pt x="6413846" y="589908"/>
                  </a:lnTo>
                  <a:lnTo>
                    <a:pt x="6413991" y="589908"/>
                  </a:lnTo>
                  <a:lnTo>
                    <a:pt x="6414136" y="589908"/>
                  </a:lnTo>
                  <a:lnTo>
                    <a:pt x="6414282" y="589908"/>
                  </a:lnTo>
                  <a:lnTo>
                    <a:pt x="6414427" y="589908"/>
                  </a:lnTo>
                  <a:lnTo>
                    <a:pt x="6414573" y="589908"/>
                  </a:lnTo>
                  <a:lnTo>
                    <a:pt x="6414718" y="589908"/>
                  </a:lnTo>
                  <a:lnTo>
                    <a:pt x="6414718" y="589285"/>
                  </a:lnTo>
                  <a:lnTo>
                    <a:pt x="6414863" y="589285"/>
                  </a:lnTo>
                  <a:lnTo>
                    <a:pt x="6414863" y="588661"/>
                  </a:lnTo>
                  <a:lnTo>
                    <a:pt x="6415009" y="588661"/>
                  </a:lnTo>
                  <a:lnTo>
                    <a:pt x="6415154" y="588661"/>
                  </a:lnTo>
                  <a:lnTo>
                    <a:pt x="6415300" y="588661"/>
                  </a:lnTo>
                  <a:lnTo>
                    <a:pt x="6415445" y="588661"/>
                  </a:lnTo>
                  <a:lnTo>
                    <a:pt x="6415591" y="588661"/>
                  </a:lnTo>
                  <a:lnTo>
                    <a:pt x="6415736" y="588661"/>
                  </a:lnTo>
                  <a:lnTo>
                    <a:pt x="6415881" y="588661"/>
                  </a:lnTo>
                  <a:lnTo>
                    <a:pt x="6416027" y="588661"/>
                  </a:lnTo>
                  <a:lnTo>
                    <a:pt x="6416172" y="588661"/>
                  </a:lnTo>
                  <a:lnTo>
                    <a:pt x="6416318" y="588661"/>
                  </a:lnTo>
                  <a:lnTo>
                    <a:pt x="6416318" y="588038"/>
                  </a:lnTo>
                  <a:lnTo>
                    <a:pt x="6416463" y="588038"/>
                  </a:lnTo>
                  <a:lnTo>
                    <a:pt x="6416609" y="588038"/>
                  </a:lnTo>
                  <a:lnTo>
                    <a:pt x="6416754" y="588038"/>
                  </a:lnTo>
                  <a:lnTo>
                    <a:pt x="6416899" y="588038"/>
                  </a:lnTo>
                  <a:lnTo>
                    <a:pt x="6417045" y="588038"/>
                  </a:lnTo>
                  <a:lnTo>
                    <a:pt x="6417045" y="587414"/>
                  </a:lnTo>
                  <a:lnTo>
                    <a:pt x="6417190" y="587414"/>
                  </a:lnTo>
                  <a:lnTo>
                    <a:pt x="6417336" y="587414"/>
                  </a:lnTo>
                  <a:lnTo>
                    <a:pt x="6417481" y="587414"/>
                  </a:lnTo>
                  <a:lnTo>
                    <a:pt x="6417627" y="587414"/>
                  </a:lnTo>
                  <a:lnTo>
                    <a:pt x="6417772" y="587414"/>
                  </a:lnTo>
                  <a:lnTo>
                    <a:pt x="6417917" y="587414"/>
                  </a:lnTo>
                  <a:lnTo>
                    <a:pt x="6418063" y="587414"/>
                  </a:lnTo>
                  <a:lnTo>
                    <a:pt x="6418208" y="587414"/>
                  </a:lnTo>
                  <a:lnTo>
                    <a:pt x="6418354" y="587414"/>
                  </a:lnTo>
                  <a:lnTo>
                    <a:pt x="6418499" y="587414"/>
                  </a:lnTo>
                  <a:lnTo>
                    <a:pt x="6418645" y="587414"/>
                  </a:lnTo>
                  <a:lnTo>
                    <a:pt x="6418790" y="587414"/>
                  </a:lnTo>
                  <a:lnTo>
                    <a:pt x="6418935" y="587414"/>
                  </a:lnTo>
                  <a:lnTo>
                    <a:pt x="6419081" y="587414"/>
                  </a:lnTo>
                  <a:lnTo>
                    <a:pt x="6419226" y="587414"/>
                  </a:lnTo>
                  <a:lnTo>
                    <a:pt x="6419372" y="587414"/>
                  </a:lnTo>
                  <a:lnTo>
                    <a:pt x="6419372" y="586790"/>
                  </a:lnTo>
                  <a:lnTo>
                    <a:pt x="6419517" y="586790"/>
                  </a:lnTo>
                  <a:lnTo>
                    <a:pt x="6419663" y="586790"/>
                  </a:lnTo>
                  <a:lnTo>
                    <a:pt x="6419808" y="586790"/>
                  </a:lnTo>
                  <a:lnTo>
                    <a:pt x="6419953" y="586790"/>
                  </a:lnTo>
                  <a:lnTo>
                    <a:pt x="6420099" y="586790"/>
                  </a:lnTo>
                  <a:lnTo>
                    <a:pt x="6420244" y="586790"/>
                  </a:lnTo>
                  <a:lnTo>
                    <a:pt x="6420244" y="586167"/>
                  </a:lnTo>
                  <a:lnTo>
                    <a:pt x="6420390" y="586167"/>
                  </a:lnTo>
                  <a:lnTo>
                    <a:pt x="6420535" y="586167"/>
                  </a:lnTo>
                  <a:lnTo>
                    <a:pt x="6420681" y="586167"/>
                  </a:lnTo>
                  <a:lnTo>
                    <a:pt x="6420826" y="586167"/>
                  </a:lnTo>
                  <a:lnTo>
                    <a:pt x="6420971" y="586167"/>
                  </a:lnTo>
                  <a:lnTo>
                    <a:pt x="6421117" y="586167"/>
                  </a:lnTo>
                  <a:lnTo>
                    <a:pt x="6421262" y="586167"/>
                  </a:lnTo>
                  <a:lnTo>
                    <a:pt x="6421408" y="586167"/>
                  </a:lnTo>
                  <a:lnTo>
                    <a:pt x="6421553" y="586167"/>
                  </a:lnTo>
                  <a:lnTo>
                    <a:pt x="6421698" y="586167"/>
                  </a:lnTo>
                  <a:lnTo>
                    <a:pt x="6421844" y="586167"/>
                  </a:lnTo>
                  <a:lnTo>
                    <a:pt x="6421989" y="586167"/>
                  </a:lnTo>
                  <a:lnTo>
                    <a:pt x="6422135" y="586167"/>
                  </a:lnTo>
                  <a:lnTo>
                    <a:pt x="6422280" y="586167"/>
                  </a:lnTo>
                  <a:lnTo>
                    <a:pt x="6422426" y="586167"/>
                  </a:lnTo>
                  <a:lnTo>
                    <a:pt x="6422571" y="586167"/>
                  </a:lnTo>
                  <a:lnTo>
                    <a:pt x="6422716" y="586167"/>
                  </a:lnTo>
                  <a:lnTo>
                    <a:pt x="6422716" y="585543"/>
                  </a:lnTo>
                  <a:lnTo>
                    <a:pt x="6422716" y="584920"/>
                  </a:lnTo>
                  <a:lnTo>
                    <a:pt x="6422862" y="584920"/>
                  </a:lnTo>
                  <a:lnTo>
                    <a:pt x="6423007" y="584920"/>
                  </a:lnTo>
                  <a:lnTo>
                    <a:pt x="6423153" y="584920"/>
                  </a:lnTo>
                  <a:lnTo>
                    <a:pt x="6423298" y="584920"/>
                  </a:lnTo>
                  <a:lnTo>
                    <a:pt x="6423444" y="584920"/>
                  </a:lnTo>
                  <a:lnTo>
                    <a:pt x="6423589" y="584920"/>
                  </a:lnTo>
                  <a:lnTo>
                    <a:pt x="6423734" y="584920"/>
                  </a:lnTo>
                  <a:lnTo>
                    <a:pt x="6423880" y="584920"/>
                  </a:lnTo>
                  <a:lnTo>
                    <a:pt x="6424025" y="584920"/>
                  </a:lnTo>
                  <a:lnTo>
                    <a:pt x="6424025" y="584296"/>
                  </a:lnTo>
                  <a:lnTo>
                    <a:pt x="6424171" y="584296"/>
                  </a:lnTo>
                  <a:lnTo>
                    <a:pt x="6424316" y="584296"/>
                  </a:lnTo>
                  <a:lnTo>
                    <a:pt x="6424462" y="584296"/>
                  </a:lnTo>
                  <a:lnTo>
                    <a:pt x="6424607" y="584296"/>
                  </a:lnTo>
                  <a:lnTo>
                    <a:pt x="6424752" y="584296"/>
                  </a:lnTo>
                  <a:lnTo>
                    <a:pt x="6424898" y="584296"/>
                  </a:lnTo>
                  <a:lnTo>
                    <a:pt x="6425043" y="584296"/>
                  </a:lnTo>
                  <a:lnTo>
                    <a:pt x="6425189" y="584296"/>
                  </a:lnTo>
                  <a:lnTo>
                    <a:pt x="6425334" y="584296"/>
                  </a:lnTo>
                  <a:lnTo>
                    <a:pt x="6425480" y="584296"/>
                  </a:lnTo>
                  <a:lnTo>
                    <a:pt x="6425625" y="584296"/>
                  </a:lnTo>
                  <a:lnTo>
                    <a:pt x="6425770" y="584296"/>
                  </a:lnTo>
                  <a:lnTo>
                    <a:pt x="6425916" y="584296"/>
                  </a:lnTo>
                  <a:lnTo>
                    <a:pt x="6426061" y="584296"/>
                  </a:lnTo>
                  <a:lnTo>
                    <a:pt x="6426207" y="584296"/>
                  </a:lnTo>
                  <a:lnTo>
                    <a:pt x="6426352" y="584296"/>
                  </a:lnTo>
                  <a:lnTo>
                    <a:pt x="6426352" y="583673"/>
                  </a:lnTo>
                  <a:lnTo>
                    <a:pt x="6426498" y="583673"/>
                  </a:lnTo>
                  <a:lnTo>
                    <a:pt x="6426643" y="583673"/>
                  </a:lnTo>
                  <a:lnTo>
                    <a:pt x="6426788" y="583673"/>
                  </a:lnTo>
                  <a:lnTo>
                    <a:pt x="6426934" y="583673"/>
                  </a:lnTo>
                  <a:lnTo>
                    <a:pt x="6427079" y="583673"/>
                  </a:lnTo>
                  <a:lnTo>
                    <a:pt x="6427225" y="583673"/>
                  </a:lnTo>
                  <a:lnTo>
                    <a:pt x="6427225" y="583049"/>
                  </a:lnTo>
                  <a:lnTo>
                    <a:pt x="6427370" y="583049"/>
                  </a:lnTo>
                  <a:lnTo>
                    <a:pt x="6427370" y="582425"/>
                  </a:lnTo>
                  <a:lnTo>
                    <a:pt x="6427516" y="582425"/>
                  </a:lnTo>
                  <a:lnTo>
                    <a:pt x="6427661" y="582425"/>
                  </a:lnTo>
                  <a:lnTo>
                    <a:pt x="6427806" y="582425"/>
                  </a:lnTo>
                  <a:lnTo>
                    <a:pt x="6427952" y="582425"/>
                  </a:lnTo>
                  <a:lnTo>
                    <a:pt x="6428097" y="582425"/>
                  </a:lnTo>
                  <a:lnTo>
                    <a:pt x="6428243" y="582425"/>
                  </a:lnTo>
                  <a:lnTo>
                    <a:pt x="6428243" y="581802"/>
                  </a:lnTo>
                  <a:lnTo>
                    <a:pt x="6428388" y="581802"/>
                  </a:lnTo>
                  <a:lnTo>
                    <a:pt x="6428533" y="581802"/>
                  </a:lnTo>
                  <a:lnTo>
                    <a:pt x="6428679" y="581802"/>
                  </a:lnTo>
                  <a:lnTo>
                    <a:pt x="6428824" y="581802"/>
                  </a:lnTo>
                  <a:lnTo>
                    <a:pt x="6428970" y="581802"/>
                  </a:lnTo>
                  <a:lnTo>
                    <a:pt x="6429115" y="581802"/>
                  </a:lnTo>
                  <a:lnTo>
                    <a:pt x="6429261" y="581802"/>
                  </a:lnTo>
                  <a:lnTo>
                    <a:pt x="6429406" y="581802"/>
                  </a:lnTo>
                  <a:lnTo>
                    <a:pt x="6429551" y="581802"/>
                  </a:lnTo>
                  <a:lnTo>
                    <a:pt x="6429697" y="581802"/>
                  </a:lnTo>
                  <a:lnTo>
                    <a:pt x="6429842" y="581802"/>
                  </a:lnTo>
                  <a:lnTo>
                    <a:pt x="6429842" y="581178"/>
                  </a:lnTo>
                  <a:lnTo>
                    <a:pt x="6429988" y="581178"/>
                  </a:lnTo>
                  <a:lnTo>
                    <a:pt x="6430133" y="581178"/>
                  </a:lnTo>
                  <a:lnTo>
                    <a:pt x="6430279" y="581178"/>
                  </a:lnTo>
                  <a:lnTo>
                    <a:pt x="6430424" y="581178"/>
                  </a:lnTo>
                  <a:lnTo>
                    <a:pt x="6430569" y="581178"/>
                  </a:lnTo>
                  <a:lnTo>
                    <a:pt x="6430715" y="581178"/>
                  </a:lnTo>
                  <a:lnTo>
                    <a:pt x="6430860" y="581178"/>
                  </a:lnTo>
                  <a:lnTo>
                    <a:pt x="6431006" y="581178"/>
                  </a:lnTo>
                  <a:lnTo>
                    <a:pt x="6431151" y="581178"/>
                  </a:lnTo>
                  <a:lnTo>
                    <a:pt x="6431297" y="581178"/>
                  </a:lnTo>
                  <a:lnTo>
                    <a:pt x="6431442" y="581178"/>
                  </a:lnTo>
                  <a:lnTo>
                    <a:pt x="6431587" y="581178"/>
                  </a:lnTo>
                  <a:lnTo>
                    <a:pt x="6431733" y="581178"/>
                  </a:lnTo>
                  <a:lnTo>
                    <a:pt x="6431878" y="581178"/>
                  </a:lnTo>
                  <a:lnTo>
                    <a:pt x="6432024" y="581178"/>
                  </a:lnTo>
                  <a:lnTo>
                    <a:pt x="6432169" y="581178"/>
                  </a:lnTo>
                  <a:lnTo>
                    <a:pt x="6432315" y="581178"/>
                  </a:lnTo>
                  <a:lnTo>
                    <a:pt x="6432460" y="581178"/>
                  </a:lnTo>
                  <a:lnTo>
                    <a:pt x="6432605" y="581178"/>
                  </a:lnTo>
                  <a:lnTo>
                    <a:pt x="6432751" y="581178"/>
                  </a:lnTo>
                  <a:lnTo>
                    <a:pt x="6432896" y="581178"/>
                  </a:lnTo>
                  <a:lnTo>
                    <a:pt x="6433042" y="581178"/>
                  </a:lnTo>
                  <a:lnTo>
                    <a:pt x="6433187" y="581178"/>
                  </a:lnTo>
                  <a:lnTo>
                    <a:pt x="6433187" y="580555"/>
                  </a:lnTo>
                  <a:lnTo>
                    <a:pt x="6433187" y="579931"/>
                  </a:lnTo>
                  <a:lnTo>
                    <a:pt x="6433333" y="579931"/>
                  </a:lnTo>
                  <a:lnTo>
                    <a:pt x="6433478" y="579931"/>
                  </a:lnTo>
                  <a:lnTo>
                    <a:pt x="6433623" y="579931"/>
                  </a:lnTo>
                  <a:lnTo>
                    <a:pt x="6433769" y="579931"/>
                  </a:lnTo>
                  <a:lnTo>
                    <a:pt x="6433769" y="579307"/>
                  </a:lnTo>
                  <a:lnTo>
                    <a:pt x="6433914" y="579307"/>
                  </a:lnTo>
                  <a:lnTo>
                    <a:pt x="6434060" y="579307"/>
                  </a:lnTo>
                  <a:lnTo>
                    <a:pt x="6434060" y="578684"/>
                  </a:lnTo>
                  <a:lnTo>
                    <a:pt x="6434205" y="578684"/>
                  </a:lnTo>
                  <a:lnTo>
                    <a:pt x="6434350" y="578684"/>
                  </a:lnTo>
                  <a:lnTo>
                    <a:pt x="6434496" y="578684"/>
                  </a:lnTo>
                  <a:lnTo>
                    <a:pt x="6434641" y="578684"/>
                  </a:lnTo>
                  <a:lnTo>
                    <a:pt x="6434787" y="578684"/>
                  </a:lnTo>
                  <a:lnTo>
                    <a:pt x="6434932" y="578684"/>
                  </a:lnTo>
                  <a:lnTo>
                    <a:pt x="6435078" y="578684"/>
                  </a:lnTo>
                  <a:lnTo>
                    <a:pt x="6435223" y="578684"/>
                  </a:lnTo>
                  <a:lnTo>
                    <a:pt x="6435368" y="578684"/>
                  </a:lnTo>
                  <a:lnTo>
                    <a:pt x="6435514" y="578684"/>
                  </a:lnTo>
                  <a:lnTo>
                    <a:pt x="6435659" y="578684"/>
                  </a:lnTo>
                  <a:lnTo>
                    <a:pt x="6435659" y="578060"/>
                  </a:lnTo>
                  <a:lnTo>
                    <a:pt x="6435805" y="578060"/>
                  </a:lnTo>
                  <a:lnTo>
                    <a:pt x="6435950" y="578060"/>
                  </a:lnTo>
                  <a:lnTo>
                    <a:pt x="6435950" y="577437"/>
                  </a:lnTo>
                  <a:lnTo>
                    <a:pt x="6436096" y="577437"/>
                  </a:lnTo>
                  <a:lnTo>
                    <a:pt x="6436241" y="577437"/>
                  </a:lnTo>
                  <a:lnTo>
                    <a:pt x="6436386" y="577437"/>
                  </a:lnTo>
                  <a:lnTo>
                    <a:pt x="6436532" y="577437"/>
                  </a:lnTo>
                  <a:lnTo>
                    <a:pt x="6436677" y="577437"/>
                  </a:lnTo>
                  <a:lnTo>
                    <a:pt x="6436823" y="577437"/>
                  </a:lnTo>
                  <a:lnTo>
                    <a:pt x="6436968" y="577437"/>
                  </a:lnTo>
                  <a:lnTo>
                    <a:pt x="6437114" y="577437"/>
                  </a:lnTo>
                  <a:lnTo>
                    <a:pt x="6437259" y="577437"/>
                  </a:lnTo>
                  <a:lnTo>
                    <a:pt x="6437404" y="577437"/>
                  </a:lnTo>
                  <a:lnTo>
                    <a:pt x="6437550" y="577437"/>
                  </a:lnTo>
                  <a:lnTo>
                    <a:pt x="6437695" y="577437"/>
                  </a:lnTo>
                  <a:lnTo>
                    <a:pt x="6437841" y="577437"/>
                  </a:lnTo>
                  <a:lnTo>
                    <a:pt x="6437986" y="577437"/>
                  </a:lnTo>
                  <a:lnTo>
                    <a:pt x="6438132" y="577437"/>
                  </a:lnTo>
                  <a:lnTo>
                    <a:pt x="6438277" y="577437"/>
                  </a:lnTo>
                  <a:lnTo>
                    <a:pt x="6438277" y="576813"/>
                  </a:lnTo>
                  <a:lnTo>
                    <a:pt x="6438422" y="576813"/>
                  </a:lnTo>
                  <a:lnTo>
                    <a:pt x="6438568" y="576813"/>
                  </a:lnTo>
                  <a:lnTo>
                    <a:pt x="6438713" y="576813"/>
                  </a:lnTo>
                  <a:lnTo>
                    <a:pt x="6438859" y="576813"/>
                  </a:lnTo>
                  <a:lnTo>
                    <a:pt x="6439004" y="576813"/>
                  </a:lnTo>
                  <a:lnTo>
                    <a:pt x="6439150" y="576813"/>
                  </a:lnTo>
                  <a:lnTo>
                    <a:pt x="6439295" y="576813"/>
                  </a:lnTo>
                  <a:lnTo>
                    <a:pt x="6439440" y="576813"/>
                  </a:lnTo>
                  <a:lnTo>
                    <a:pt x="6439586" y="576813"/>
                  </a:lnTo>
                  <a:lnTo>
                    <a:pt x="6439731" y="576813"/>
                  </a:lnTo>
                  <a:lnTo>
                    <a:pt x="6439877" y="576813"/>
                  </a:lnTo>
                  <a:lnTo>
                    <a:pt x="6440022" y="576813"/>
                  </a:lnTo>
                  <a:lnTo>
                    <a:pt x="6440168" y="576813"/>
                  </a:lnTo>
                  <a:lnTo>
                    <a:pt x="6440313" y="576813"/>
                  </a:lnTo>
                  <a:lnTo>
                    <a:pt x="6440458" y="576813"/>
                  </a:lnTo>
                  <a:lnTo>
                    <a:pt x="6440458" y="576190"/>
                  </a:lnTo>
                  <a:lnTo>
                    <a:pt x="6440604" y="576190"/>
                  </a:lnTo>
                  <a:lnTo>
                    <a:pt x="6440749" y="576190"/>
                  </a:lnTo>
                  <a:lnTo>
                    <a:pt x="6440895" y="576190"/>
                  </a:lnTo>
                  <a:lnTo>
                    <a:pt x="6441040" y="576190"/>
                  </a:lnTo>
                  <a:lnTo>
                    <a:pt x="6441185" y="576190"/>
                  </a:lnTo>
                  <a:lnTo>
                    <a:pt x="6441331" y="576190"/>
                  </a:lnTo>
                  <a:lnTo>
                    <a:pt x="6441476" y="576190"/>
                  </a:lnTo>
                  <a:lnTo>
                    <a:pt x="6441622" y="576190"/>
                  </a:lnTo>
                  <a:lnTo>
                    <a:pt x="6441622" y="575566"/>
                  </a:lnTo>
                  <a:lnTo>
                    <a:pt x="6441767" y="575566"/>
                  </a:lnTo>
                  <a:lnTo>
                    <a:pt x="6441913" y="575566"/>
                  </a:lnTo>
                  <a:lnTo>
                    <a:pt x="6442058" y="575566"/>
                  </a:lnTo>
                  <a:lnTo>
                    <a:pt x="6442203" y="575566"/>
                  </a:lnTo>
                  <a:lnTo>
                    <a:pt x="6442349" y="575566"/>
                  </a:lnTo>
                  <a:lnTo>
                    <a:pt x="6442494" y="575566"/>
                  </a:lnTo>
                  <a:lnTo>
                    <a:pt x="6442640" y="575566"/>
                  </a:lnTo>
                  <a:lnTo>
                    <a:pt x="6442785" y="575566"/>
                  </a:lnTo>
                  <a:lnTo>
                    <a:pt x="6442931" y="575566"/>
                  </a:lnTo>
                  <a:lnTo>
                    <a:pt x="6443076" y="575566"/>
                  </a:lnTo>
                  <a:lnTo>
                    <a:pt x="6443221" y="575566"/>
                  </a:lnTo>
                  <a:lnTo>
                    <a:pt x="6443367" y="575566"/>
                  </a:lnTo>
                  <a:lnTo>
                    <a:pt x="6443512" y="575566"/>
                  </a:lnTo>
                  <a:lnTo>
                    <a:pt x="6443658" y="575566"/>
                  </a:lnTo>
                  <a:lnTo>
                    <a:pt x="6443803" y="575566"/>
                  </a:lnTo>
                  <a:lnTo>
                    <a:pt x="6443949" y="575566"/>
                  </a:lnTo>
                  <a:lnTo>
                    <a:pt x="6443949" y="574942"/>
                  </a:lnTo>
                  <a:lnTo>
                    <a:pt x="6444094" y="574942"/>
                  </a:lnTo>
                  <a:lnTo>
                    <a:pt x="6444239" y="574942"/>
                  </a:lnTo>
                  <a:lnTo>
                    <a:pt x="6444385" y="574942"/>
                  </a:lnTo>
                  <a:lnTo>
                    <a:pt x="6444530" y="574942"/>
                  </a:lnTo>
                  <a:lnTo>
                    <a:pt x="6444676" y="574942"/>
                  </a:lnTo>
                  <a:lnTo>
                    <a:pt x="6444821" y="574942"/>
                  </a:lnTo>
                  <a:lnTo>
                    <a:pt x="6444967" y="574942"/>
                  </a:lnTo>
                  <a:lnTo>
                    <a:pt x="6445112" y="574942"/>
                  </a:lnTo>
                  <a:lnTo>
                    <a:pt x="6445257" y="574942"/>
                  </a:lnTo>
                  <a:lnTo>
                    <a:pt x="6445403" y="574942"/>
                  </a:lnTo>
                  <a:lnTo>
                    <a:pt x="6445548" y="574942"/>
                  </a:lnTo>
                  <a:lnTo>
                    <a:pt x="6445694" y="574942"/>
                  </a:lnTo>
                  <a:lnTo>
                    <a:pt x="6445839" y="574942"/>
                  </a:lnTo>
                  <a:lnTo>
                    <a:pt x="6445985" y="574942"/>
                  </a:lnTo>
                  <a:lnTo>
                    <a:pt x="6446130" y="574942"/>
                  </a:lnTo>
                  <a:lnTo>
                    <a:pt x="6446275" y="574942"/>
                  </a:lnTo>
                  <a:lnTo>
                    <a:pt x="6446421" y="574942"/>
                  </a:lnTo>
                  <a:lnTo>
                    <a:pt x="6446566" y="574942"/>
                  </a:lnTo>
                  <a:lnTo>
                    <a:pt x="6446712" y="574942"/>
                  </a:lnTo>
                  <a:lnTo>
                    <a:pt x="6446857" y="574942"/>
                  </a:lnTo>
                  <a:lnTo>
                    <a:pt x="6447003" y="574942"/>
                  </a:lnTo>
                  <a:lnTo>
                    <a:pt x="6447148" y="574942"/>
                  </a:lnTo>
                  <a:lnTo>
                    <a:pt x="6447293" y="574942"/>
                  </a:lnTo>
                  <a:lnTo>
                    <a:pt x="6447439" y="574942"/>
                  </a:lnTo>
                  <a:lnTo>
                    <a:pt x="6447584" y="574942"/>
                  </a:lnTo>
                  <a:lnTo>
                    <a:pt x="6447730" y="574942"/>
                  </a:lnTo>
                  <a:lnTo>
                    <a:pt x="6447875" y="574942"/>
                  </a:lnTo>
                  <a:lnTo>
                    <a:pt x="6448020" y="574942"/>
                  </a:lnTo>
                  <a:lnTo>
                    <a:pt x="6448166" y="574942"/>
                  </a:lnTo>
                  <a:lnTo>
                    <a:pt x="6448311" y="574942"/>
                  </a:lnTo>
                  <a:lnTo>
                    <a:pt x="6448457" y="574942"/>
                  </a:lnTo>
                  <a:lnTo>
                    <a:pt x="6448602" y="574942"/>
                  </a:lnTo>
                  <a:lnTo>
                    <a:pt x="6448748" y="574942"/>
                  </a:lnTo>
                  <a:lnTo>
                    <a:pt x="6448893" y="574942"/>
                  </a:lnTo>
                  <a:lnTo>
                    <a:pt x="6449038" y="574942"/>
                  </a:lnTo>
                  <a:lnTo>
                    <a:pt x="6449184" y="574942"/>
                  </a:lnTo>
                  <a:lnTo>
                    <a:pt x="6449329" y="574942"/>
                  </a:lnTo>
                  <a:lnTo>
                    <a:pt x="6449475" y="574942"/>
                  </a:lnTo>
                  <a:lnTo>
                    <a:pt x="6449620" y="574942"/>
                  </a:lnTo>
                  <a:lnTo>
                    <a:pt x="6449766" y="574942"/>
                  </a:lnTo>
                  <a:lnTo>
                    <a:pt x="6449911" y="574942"/>
                  </a:lnTo>
                  <a:lnTo>
                    <a:pt x="6449911" y="574319"/>
                  </a:lnTo>
                  <a:lnTo>
                    <a:pt x="6450056" y="574319"/>
                  </a:lnTo>
                  <a:lnTo>
                    <a:pt x="6450056" y="573695"/>
                  </a:lnTo>
                  <a:lnTo>
                    <a:pt x="6450202" y="573695"/>
                  </a:lnTo>
                  <a:lnTo>
                    <a:pt x="6450347" y="573695"/>
                  </a:lnTo>
                  <a:lnTo>
                    <a:pt x="6450493" y="573695"/>
                  </a:lnTo>
                  <a:lnTo>
                    <a:pt x="6450638" y="573695"/>
                  </a:lnTo>
                  <a:lnTo>
                    <a:pt x="6450638" y="573072"/>
                  </a:lnTo>
                  <a:lnTo>
                    <a:pt x="6450784" y="573072"/>
                  </a:lnTo>
                  <a:lnTo>
                    <a:pt x="6450929" y="573072"/>
                  </a:lnTo>
                  <a:lnTo>
                    <a:pt x="6451074" y="573072"/>
                  </a:lnTo>
                  <a:lnTo>
                    <a:pt x="6451220" y="573072"/>
                  </a:lnTo>
                  <a:lnTo>
                    <a:pt x="6451365" y="573072"/>
                  </a:lnTo>
                  <a:lnTo>
                    <a:pt x="6451511" y="573072"/>
                  </a:lnTo>
                  <a:lnTo>
                    <a:pt x="6451656" y="573072"/>
                  </a:lnTo>
                  <a:lnTo>
                    <a:pt x="6451802" y="573072"/>
                  </a:lnTo>
                  <a:lnTo>
                    <a:pt x="6451947" y="573072"/>
                  </a:lnTo>
                  <a:lnTo>
                    <a:pt x="6452092" y="573072"/>
                  </a:lnTo>
                  <a:lnTo>
                    <a:pt x="6452238" y="573072"/>
                  </a:lnTo>
                  <a:lnTo>
                    <a:pt x="6452383" y="573072"/>
                  </a:lnTo>
                  <a:lnTo>
                    <a:pt x="6452529" y="573072"/>
                  </a:lnTo>
                  <a:lnTo>
                    <a:pt x="6452674" y="573072"/>
                  </a:lnTo>
                  <a:lnTo>
                    <a:pt x="6452820" y="573072"/>
                  </a:lnTo>
                  <a:lnTo>
                    <a:pt x="6452965" y="573072"/>
                  </a:lnTo>
                  <a:lnTo>
                    <a:pt x="6453110" y="573072"/>
                  </a:lnTo>
                  <a:lnTo>
                    <a:pt x="6453256" y="573072"/>
                  </a:lnTo>
                  <a:lnTo>
                    <a:pt x="6453401" y="573072"/>
                  </a:lnTo>
                  <a:lnTo>
                    <a:pt x="6453547" y="573072"/>
                  </a:lnTo>
                  <a:lnTo>
                    <a:pt x="6453692" y="573072"/>
                  </a:lnTo>
                  <a:lnTo>
                    <a:pt x="6453838" y="573072"/>
                  </a:lnTo>
                  <a:lnTo>
                    <a:pt x="6453983" y="573072"/>
                  </a:lnTo>
                  <a:lnTo>
                    <a:pt x="6454128" y="573072"/>
                  </a:lnTo>
                  <a:lnTo>
                    <a:pt x="6454274" y="573072"/>
                  </a:lnTo>
                  <a:lnTo>
                    <a:pt x="6454419" y="573072"/>
                  </a:lnTo>
                  <a:lnTo>
                    <a:pt x="6454565" y="573072"/>
                  </a:lnTo>
                  <a:lnTo>
                    <a:pt x="6454710" y="573072"/>
                  </a:lnTo>
                  <a:lnTo>
                    <a:pt x="6454855" y="573072"/>
                  </a:lnTo>
                  <a:lnTo>
                    <a:pt x="6455001" y="573072"/>
                  </a:lnTo>
                  <a:lnTo>
                    <a:pt x="6455146" y="573072"/>
                  </a:lnTo>
                  <a:lnTo>
                    <a:pt x="6455292" y="573072"/>
                  </a:lnTo>
                  <a:lnTo>
                    <a:pt x="6455437" y="573072"/>
                  </a:lnTo>
                  <a:lnTo>
                    <a:pt x="6455583" y="573072"/>
                  </a:lnTo>
                  <a:lnTo>
                    <a:pt x="6455728" y="573072"/>
                  </a:lnTo>
                  <a:lnTo>
                    <a:pt x="6455873" y="573072"/>
                  </a:lnTo>
                  <a:lnTo>
                    <a:pt x="6456019" y="573072"/>
                  </a:lnTo>
                  <a:lnTo>
                    <a:pt x="6456164" y="573072"/>
                  </a:lnTo>
                  <a:lnTo>
                    <a:pt x="6456164" y="572448"/>
                  </a:lnTo>
                  <a:lnTo>
                    <a:pt x="6456310" y="572448"/>
                  </a:lnTo>
                  <a:lnTo>
                    <a:pt x="6456455" y="572448"/>
                  </a:lnTo>
                  <a:lnTo>
                    <a:pt x="6456601" y="572448"/>
                  </a:lnTo>
                  <a:lnTo>
                    <a:pt x="6456746" y="572448"/>
                  </a:lnTo>
                  <a:lnTo>
                    <a:pt x="6456891" y="572448"/>
                  </a:lnTo>
                  <a:lnTo>
                    <a:pt x="6457037" y="572448"/>
                  </a:lnTo>
                  <a:lnTo>
                    <a:pt x="6457182" y="572448"/>
                  </a:lnTo>
                  <a:lnTo>
                    <a:pt x="6457328" y="572448"/>
                  </a:lnTo>
                  <a:lnTo>
                    <a:pt x="6457473" y="572448"/>
                  </a:lnTo>
                  <a:lnTo>
                    <a:pt x="6457473" y="571824"/>
                  </a:lnTo>
                  <a:lnTo>
                    <a:pt x="6457619" y="571824"/>
                  </a:lnTo>
                  <a:lnTo>
                    <a:pt x="6457619" y="571201"/>
                  </a:lnTo>
                  <a:lnTo>
                    <a:pt x="6457764" y="571201"/>
                  </a:lnTo>
                  <a:lnTo>
                    <a:pt x="6457909" y="571201"/>
                  </a:lnTo>
                  <a:lnTo>
                    <a:pt x="6458055" y="571201"/>
                  </a:lnTo>
                  <a:lnTo>
                    <a:pt x="6458200" y="571201"/>
                  </a:lnTo>
                  <a:lnTo>
                    <a:pt x="6458346" y="571201"/>
                  </a:lnTo>
                  <a:lnTo>
                    <a:pt x="6458491" y="571201"/>
                  </a:lnTo>
                  <a:lnTo>
                    <a:pt x="6458637" y="571201"/>
                  </a:lnTo>
                  <a:lnTo>
                    <a:pt x="6458782" y="571201"/>
                  </a:lnTo>
                  <a:lnTo>
                    <a:pt x="6458927" y="571201"/>
                  </a:lnTo>
                  <a:lnTo>
                    <a:pt x="6459073" y="571201"/>
                  </a:lnTo>
                  <a:lnTo>
                    <a:pt x="6459218" y="571201"/>
                  </a:lnTo>
                  <a:lnTo>
                    <a:pt x="6459364" y="571201"/>
                  </a:lnTo>
                  <a:lnTo>
                    <a:pt x="6459509" y="571201"/>
                  </a:lnTo>
                  <a:lnTo>
                    <a:pt x="6459655" y="571201"/>
                  </a:lnTo>
                  <a:lnTo>
                    <a:pt x="6459800" y="571201"/>
                  </a:lnTo>
                  <a:lnTo>
                    <a:pt x="6459945" y="571201"/>
                  </a:lnTo>
                  <a:lnTo>
                    <a:pt x="6460091" y="571201"/>
                  </a:lnTo>
                  <a:lnTo>
                    <a:pt x="6460236" y="571201"/>
                  </a:lnTo>
                  <a:lnTo>
                    <a:pt x="6460382" y="571201"/>
                  </a:lnTo>
                  <a:lnTo>
                    <a:pt x="6460527" y="571201"/>
                  </a:lnTo>
                  <a:lnTo>
                    <a:pt x="6460673" y="571201"/>
                  </a:lnTo>
                  <a:lnTo>
                    <a:pt x="6460818" y="571201"/>
                  </a:lnTo>
                  <a:lnTo>
                    <a:pt x="6460963" y="571201"/>
                  </a:lnTo>
                  <a:lnTo>
                    <a:pt x="6461109" y="571201"/>
                  </a:lnTo>
                  <a:lnTo>
                    <a:pt x="6461254" y="571201"/>
                  </a:lnTo>
                  <a:lnTo>
                    <a:pt x="6461400" y="571201"/>
                  </a:lnTo>
                  <a:lnTo>
                    <a:pt x="6461545" y="571201"/>
                  </a:lnTo>
                  <a:lnTo>
                    <a:pt x="6461690" y="571201"/>
                  </a:lnTo>
                  <a:lnTo>
                    <a:pt x="6461836" y="571201"/>
                  </a:lnTo>
                  <a:lnTo>
                    <a:pt x="6461981" y="571201"/>
                  </a:lnTo>
                  <a:lnTo>
                    <a:pt x="6462127" y="571201"/>
                  </a:lnTo>
                  <a:lnTo>
                    <a:pt x="6462272" y="571201"/>
                  </a:lnTo>
                  <a:lnTo>
                    <a:pt x="6462418" y="571201"/>
                  </a:lnTo>
                  <a:lnTo>
                    <a:pt x="6462563" y="571201"/>
                  </a:lnTo>
                  <a:lnTo>
                    <a:pt x="6462708" y="571201"/>
                  </a:lnTo>
                  <a:lnTo>
                    <a:pt x="6462854" y="571201"/>
                  </a:lnTo>
                  <a:lnTo>
                    <a:pt x="6462854" y="570577"/>
                  </a:lnTo>
                  <a:lnTo>
                    <a:pt x="6462999" y="570577"/>
                  </a:lnTo>
                  <a:lnTo>
                    <a:pt x="6462999" y="569954"/>
                  </a:lnTo>
                  <a:lnTo>
                    <a:pt x="6463145" y="569954"/>
                  </a:lnTo>
                  <a:lnTo>
                    <a:pt x="6463290" y="569954"/>
                  </a:lnTo>
                  <a:lnTo>
                    <a:pt x="6463436" y="569954"/>
                  </a:lnTo>
                  <a:lnTo>
                    <a:pt x="6463581" y="569954"/>
                  </a:lnTo>
                  <a:lnTo>
                    <a:pt x="6463726" y="569954"/>
                  </a:lnTo>
                  <a:lnTo>
                    <a:pt x="6463872" y="569954"/>
                  </a:lnTo>
                  <a:lnTo>
                    <a:pt x="6464017" y="569954"/>
                  </a:lnTo>
                  <a:lnTo>
                    <a:pt x="6464163" y="569954"/>
                  </a:lnTo>
                  <a:lnTo>
                    <a:pt x="6464308" y="569954"/>
                  </a:lnTo>
                  <a:lnTo>
                    <a:pt x="6464454" y="569954"/>
                  </a:lnTo>
                  <a:lnTo>
                    <a:pt x="6464599" y="569954"/>
                  </a:lnTo>
                  <a:lnTo>
                    <a:pt x="6464744" y="569954"/>
                  </a:lnTo>
                  <a:lnTo>
                    <a:pt x="6464890" y="569954"/>
                  </a:lnTo>
                  <a:lnTo>
                    <a:pt x="6465035" y="569954"/>
                  </a:lnTo>
                  <a:lnTo>
                    <a:pt x="6465181" y="569954"/>
                  </a:lnTo>
                  <a:lnTo>
                    <a:pt x="6465326" y="569954"/>
                  </a:lnTo>
                  <a:lnTo>
                    <a:pt x="6465472" y="569954"/>
                  </a:lnTo>
                  <a:lnTo>
                    <a:pt x="6465617" y="569954"/>
                  </a:lnTo>
                  <a:lnTo>
                    <a:pt x="6465762" y="569954"/>
                  </a:lnTo>
                  <a:lnTo>
                    <a:pt x="6465908" y="569954"/>
                  </a:lnTo>
                  <a:lnTo>
                    <a:pt x="6466053" y="569954"/>
                  </a:lnTo>
                  <a:lnTo>
                    <a:pt x="6466199" y="569954"/>
                  </a:lnTo>
                  <a:lnTo>
                    <a:pt x="6466344" y="569954"/>
                  </a:lnTo>
                  <a:lnTo>
                    <a:pt x="6466490" y="569954"/>
                  </a:lnTo>
                  <a:lnTo>
                    <a:pt x="6466635" y="569954"/>
                  </a:lnTo>
                  <a:lnTo>
                    <a:pt x="6466780" y="569954"/>
                  </a:lnTo>
                  <a:lnTo>
                    <a:pt x="6466926" y="569954"/>
                  </a:lnTo>
                  <a:lnTo>
                    <a:pt x="6467071" y="569954"/>
                  </a:lnTo>
                  <a:lnTo>
                    <a:pt x="6467217" y="569954"/>
                  </a:lnTo>
                  <a:lnTo>
                    <a:pt x="6467362" y="569954"/>
                  </a:lnTo>
                  <a:lnTo>
                    <a:pt x="6467508" y="569954"/>
                  </a:lnTo>
                  <a:lnTo>
                    <a:pt x="6467653" y="569954"/>
                  </a:lnTo>
                  <a:lnTo>
                    <a:pt x="6467798" y="569954"/>
                  </a:lnTo>
                  <a:lnTo>
                    <a:pt x="6467944" y="569954"/>
                  </a:lnTo>
                  <a:lnTo>
                    <a:pt x="6468089" y="569954"/>
                  </a:lnTo>
                  <a:lnTo>
                    <a:pt x="6468235" y="569954"/>
                  </a:lnTo>
                  <a:lnTo>
                    <a:pt x="6468380" y="569954"/>
                  </a:lnTo>
                  <a:lnTo>
                    <a:pt x="6468525" y="569954"/>
                  </a:lnTo>
                  <a:lnTo>
                    <a:pt x="6468671" y="569954"/>
                  </a:lnTo>
                  <a:lnTo>
                    <a:pt x="6468816" y="569954"/>
                  </a:lnTo>
                  <a:lnTo>
                    <a:pt x="6468962" y="569954"/>
                  </a:lnTo>
                  <a:lnTo>
                    <a:pt x="6469107" y="569954"/>
                  </a:lnTo>
                  <a:lnTo>
                    <a:pt x="6469253" y="569954"/>
                  </a:lnTo>
                  <a:lnTo>
                    <a:pt x="6469398" y="569954"/>
                  </a:lnTo>
                  <a:lnTo>
                    <a:pt x="6469543" y="569954"/>
                  </a:lnTo>
                  <a:lnTo>
                    <a:pt x="6469543" y="569330"/>
                  </a:lnTo>
                  <a:lnTo>
                    <a:pt x="6469689" y="569330"/>
                  </a:lnTo>
                  <a:lnTo>
                    <a:pt x="6469834" y="569330"/>
                  </a:lnTo>
                  <a:lnTo>
                    <a:pt x="6469980" y="569330"/>
                  </a:lnTo>
                  <a:lnTo>
                    <a:pt x="6470125" y="569330"/>
                  </a:lnTo>
                  <a:lnTo>
                    <a:pt x="6470271" y="569330"/>
                  </a:lnTo>
                  <a:lnTo>
                    <a:pt x="6470416" y="569330"/>
                  </a:lnTo>
                  <a:lnTo>
                    <a:pt x="6470561" y="569330"/>
                  </a:lnTo>
                  <a:lnTo>
                    <a:pt x="6470707" y="569330"/>
                  </a:lnTo>
                  <a:lnTo>
                    <a:pt x="6470852" y="569330"/>
                  </a:lnTo>
                  <a:lnTo>
                    <a:pt x="6470998" y="569330"/>
                  </a:lnTo>
                  <a:lnTo>
                    <a:pt x="6471143" y="569330"/>
                  </a:lnTo>
                  <a:lnTo>
                    <a:pt x="6471289" y="569330"/>
                  </a:lnTo>
                  <a:lnTo>
                    <a:pt x="6471434" y="569330"/>
                  </a:lnTo>
                  <a:lnTo>
                    <a:pt x="6471434" y="568707"/>
                  </a:lnTo>
                  <a:lnTo>
                    <a:pt x="6471579" y="568707"/>
                  </a:lnTo>
                  <a:lnTo>
                    <a:pt x="6471579" y="568083"/>
                  </a:lnTo>
                  <a:lnTo>
                    <a:pt x="6471725" y="568083"/>
                  </a:lnTo>
                  <a:lnTo>
                    <a:pt x="6471870" y="568083"/>
                  </a:lnTo>
                  <a:lnTo>
                    <a:pt x="6472016" y="568083"/>
                  </a:lnTo>
                  <a:lnTo>
                    <a:pt x="6472161" y="568083"/>
                  </a:lnTo>
                  <a:lnTo>
                    <a:pt x="6472307" y="568083"/>
                  </a:lnTo>
                  <a:lnTo>
                    <a:pt x="6472452" y="568083"/>
                  </a:lnTo>
                  <a:lnTo>
                    <a:pt x="6472597" y="568083"/>
                  </a:lnTo>
                  <a:lnTo>
                    <a:pt x="6472743" y="568083"/>
                  </a:lnTo>
                  <a:lnTo>
                    <a:pt x="6472888" y="568083"/>
                  </a:lnTo>
                  <a:lnTo>
                    <a:pt x="6473034" y="568083"/>
                  </a:lnTo>
                  <a:lnTo>
                    <a:pt x="6473179" y="568083"/>
                  </a:lnTo>
                  <a:lnTo>
                    <a:pt x="6473325" y="568083"/>
                  </a:lnTo>
                  <a:lnTo>
                    <a:pt x="6473470" y="568083"/>
                  </a:lnTo>
                  <a:lnTo>
                    <a:pt x="6473615" y="568083"/>
                  </a:lnTo>
                  <a:lnTo>
                    <a:pt x="6473761" y="568083"/>
                  </a:lnTo>
                  <a:lnTo>
                    <a:pt x="6473906" y="568083"/>
                  </a:lnTo>
                  <a:lnTo>
                    <a:pt x="6474052" y="568083"/>
                  </a:lnTo>
                  <a:lnTo>
                    <a:pt x="6474197" y="568083"/>
                  </a:lnTo>
                  <a:lnTo>
                    <a:pt x="6474343" y="568083"/>
                  </a:lnTo>
                  <a:lnTo>
                    <a:pt x="6474488" y="568083"/>
                  </a:lnTo>
                  <a:lnTo>
                    <a:pt x="6474633" y="568083"/>
                  </a:lnTo>
                  <a:lnTo>
                    <a:pt x="6474779" y="568083"/>
                  </a:lnTo>
                  <a:lnTo>
                    <a:pt x="6474924" y="568083"/>
                  </a:lnTo>
                  <a:lnTo>
                    <a:pt x="6475070" y="568083"/>
                  </a:lnTo>
                  <a:lnTo>
                    <a:pt x="6475215" y="568083"/>
                  </a:lnTo>
                  <a:lnTo>
                    <a:pt x="6475360" y="568083"/>
                  </a:lnTo>
                  <a:lnTo>
                    <a:pt x="6475506" y="568083"/>
                  </a:lnTo>
                  <a:lnTo>
                    <a:pt x="6475651" y="568083"/>
                  </a:lnTo>
                  <a:lnTo>
                    <a:pt x="6475797" y="568083"/>
                  </a:lnTo>
                  <a:lnTo>
                    <a:pt x="6475942" y="568083"/>
                  </a:lnTo>
                  <a:lnTo>
                    <a:pt x="6476088" y="568083"/>
                  </a:lnTo>
                  <a:lnTo>
                    <a:pt x="6476233" y="568083"/>
                  </a:lnTo>
                  <a:lnTo>
                    <a:pt x="6476233" y="567459"/>
                  </a:lnTo>
                  <a:lnTo>
                    <a:pt x="6476378" y="567459"/>
                  </a:lnTo>
                  <a:lnTo>
                    <a:pt x="6476378" y="566836"/>
                  </a:lnTo>
                  <a:lnTo>
                    <a:pt x="6476524" y="566836"/>
                  </a:lnTo>
                  <a:lnTo>
                    <a:pt x="6476669" y="566836"/>
                  </a:lnTo>
                  <a:lnTo>
                    <a:pt x="6476815" y="566836"/>
                  </a:lnTo>
                  <a:lnTo>
                    <a:pt x="6476960" y="566836"/>
                  </a:lnTo>
                  <a:lnTo>
                    <a:pt x="6477106" y="566836"/>
                  </a:lnTo>
                  <a:lnTo>
                    <a:pt x="6477251" y="566836"/>
                  </a:lnTo>
                  <a:lnTo>
                    <a:pt x="6477396" y="566836"/>
                  </a:lnTo>
                  <a:lnTo>
                    <a:pt x="6477542" y="566836"/>
                  </a:lnTo>
                  <a:lnTo>
                    <a:pt x="6477687" y="566836"/>
                  </a:lnTo>
                  <a:lnTo>
                    <a:pt x="6477833" y="566836"/>
                  </a:lnTo>
                  <a:lnTo>
                    <a:pt x="6477978" y="566836"/>
                  </a:lnTo>
                  <a:lnTo>
                    <a:pt x="6478124" y="566836"/>
                  </a:lnTo>
                  <a:lnTo>
                    <a:pt x="6478269" y="566836"/>
                  </a:lnTo>
                  <a:lnTo>
                    <a:pt x="6478414" y="566836"/>
                  </a:lnTo>
                  <a:lnTo>
                    <a:pt x="6478560" y="566836"/>
                  </a:lnTo>
                  <a:lnTo>
                    <a:pt x="6478705" y="566836"/>
                  </a:lnTo>
                  <a:lnTo>
                    <a:pt x="6478851" y="566836"/>
                  </a:lnTo>
                  <a:lnTo>
                    <a:pt x="6478996" y="566836"/>
                  </a:lnTo>
                  <a:lnTo>
                    <a:pt x="6479142" y="566836"/>
                  </a:lnTo>
                  <a:lnTo>
                    <a:pt x="6479287" y="566836"/>
                  </a:lnTo>
                  <a:lnTo>
                    <a:pt x="6479432" y="566836"/>
                  </a:lnTo>
                  <a:lnTo>
                    <a:pt x="6479578" y="566836"/>
                  </a:lnTo>
                  <a:lnTo>
                    <a:pt x="6479578" y="566212"/>
                  </a:lnTo>
                  <a:lnTo>
                    <a:pt x="6479723" y="566212"/>
                  </a:lnTo>
                  <a:lnTo>
                    <a:pt x="6479869" y="566212"/>
                  </a:lnTo>
                  <a:lnTo>
                    <a:pt x="6480014" y="566212"/>
                  </a:lnTo>
                  <a:lnTo>
                    <a:pt x="6480014" y="565589"/>
                  </a:lnTo>
                  <a:lnTo>
                    <a:pt x="6480160" y="565589"/>
                  </a:lnTo>
                  <a:lnTo>
                    <a:pt x="6480305" y="565589"/>
                  </a:lnTo>
                  <a:lnTo>
                    <a:pt x="6480450" y="565589"/>
                  </a:lnTo>
                  <a:lnTo>
                    <a:pt x="6480596" y="565589"/>
                  </a:lnTo>
                  <a:lnTo>
                    <a:pt x="6480741" y="565589"/>
                  </a:lnTo>
                  <a:lnTo>
                    <a:pt x="6480887" y="565589"/>
                  </a:lnTo>
                  <a:lnTo>
                    <a:pt x="6481032" y="565589"/>
                  </a:lnTo>
                  <a:lnTo>
                    <a:pt x="6481178" y="565589"/>
                  </a:lnTo>
                  <a:lnTo>
                    <a:pt x="6481323" y="565589"/>
                  </a:lnTo>
                  <a:lnTo>
                    <a:pt x="6481468" y="565589"/>
                  </a:lnTo>
                  <a:lnTo>
                    <a:pt x="6481614" y="565589"/>
                  </a:lnTo>
                  <a:lnTo>
                    <a:pt x="6481759" y="565589"/>
                  </a:lnTo>
                  <a:lnTo>
                    <a:pt x="6481759" y="564965"/>
                  </a:lnTo>
                  <a:lnTo>
                    <a:pt x="6481905" y="564965"/>
                  </a:lnTo>
                  <a:lnTo>
                    <a:pt x="6482050" y="564965"/>
                  </a:lnTo>
                  <a:lnTo>
                    <a:pt x="6482195" y="564965"/>
                  </a:lnTo>
                  <a:lnTo>
                    <a:pt x="6482341" y="564965"/>
                  </a:lnTo>
                  <a:lnTo>
                    <a:pt x="6482486" y="564965"/>
                  </a:lnTo>
                  <a:lnTo>
                    <a:pt x="6482632" y="564965"/>
                  </a:lnTo>
                  <a:lnTo>
                    <a:pt x="6482777" y="564965"/>
                  </a:lnTo>
                  <a:lnTo>
                    <a:pt x="6482923" y="564965"/>
                  </a:lnTo>
                  <a:lnTo>
                    <a:pt x="6483068" y="564965"/>
                  </a:lnTo>
                  <a:lnTo>
                    <a:pt x="6483213" y="564965"/>
                  </a:lnTo>
                  <a:lnTo>
                    <a:pt x="6483359" y="564965"/>
                  </a:lnTo>
                  <a:lnTo>
                    <a:pt x="6483504" y="564965"/>
                  </a:lnTo>
                  <a:lnTo>
                    <a:pt x="6483650" y="564965"/>
                  </a:lnTo>
                  <a:lnTo>
                    <a:pt x="6483795" y="564965"/>
                  </a:lnTo>
                  <a:lnTo>
                    <a:pt x="6483941" y="564965"/>
                  </a:lnTo>
                  <a:lnTo>
                    <a:pt x="6484086" y="564965"/>
                  </a:lnTo>
                  <a:lnTo>
                    <a:pt x="6484231" y="564965"/>
                  </a:lnTo>
                  <a:lnTo>
                    <a:pt x="6484377" y="564965"/>
                  </a:lnTo>
                  <a:lnTo>
                    <a:pt x="6484522" y="564965"/>
                  </a:lnTo>
                  <a:lnTo>
                    <a:pt x="6484668" y="564965"/>
                  </a:lnTo>
                  <a:lnTo>
                    <a:pt x="6484813" y="564965"/>
                  </a:lnTo>
                  <a:lnTo>
                    <a:pt x="6484959" y="564965"/>
                  </a:lnTo>
                  <a:lnTo>
                    <a:pt x="6485104" y="564965"/>
                  </a:lnTo>
                  <a:lnTo>
                    <a:pt x="6485249" y="564965"/>
                  </a:lnTo>
                  <a:lnTo>
                    <a:pt x="6485249" y="564341"/>
                  </a:lnTo>
                  <a:lnTo>
                    <a:pt x="6485249" y="563718"/>
                  </a:lnTo>
                  <a:lnTo>
                    <a:pt x="6485395" y="563718"/>
                  </a:lnTo>
                  <a:lnTo>
                    <a:pt x="6485540" y="563718"/>
                  </a:lnTo>
                  <a:lnTo>
                    <a:pt x="6485686" y="563718"/>
                  </a:lnTo>
                  <a:lnTo>
                    <a:pt x="6485831" y="563718"/>
                  </a:lnTo>
                  <a:lnTo>
                    <a:pt x="6485977" y="563718"/>
                  </a:lnTo>
                  <a:lnTo>
                    <a:pt x="6486122" y="563718"/>
                  </a:lnTo>
                  <a:lnTo>
                    <a:pt x="6486267" y="563718"/>
                  </a:lnTo>
                  <a:lnTo>
                    <a:pt x="6486413" y="563718"/>
                  </a:lnTo>
                  <a:lnTo>
                    <a:pt x="6486558" y="563718"/>
                  </a:lnTo>
                  <a:lnTo>
                    <a:pt x="6486704" y="563718"/>
                  </a:lnTo>
                  <a:lnTo>
                    <a:pt x="6486849" y="563718"/>
                  </a:lnTo>
                  <a:lnTo>
                    <a:pt x="6486995" y="563718"/>
                  </a:lnTo>
                  <a:lnTo>
                    <a:pt x="6486995" y="563094"/>
                  </a:lnTo>
                  <a:lnTo>
                    <a:pt x="6487140" y="563094"/>
                  </a:lnTo>
                  <a:lnTo>
                    <a:pt x="6487285" y="563094"/>
                  </a:lnTo>
                  <a:lnTo>
                    <a:pt x="6487431" y="563094"/>
                  </a:lnTo>
                  <a:lnTo>
                    <a:pt x="6487576" y="563094"/>
                  </a:lnTo>
                  <a:lnTo>
                    <a:pt x="6487722" y="563094"/>
                  </a:lnTo>
                  <a:lnTo>
                    <a:pt x="6487867" y="563094"/>
                  </a:lnTo>
                  <a:lnTo>
                    <a:pt x="6487867" y="562471"/>
                  </a:lnTo>
                  <a:lnTo>
                    <a:pt x="6488013" y="562471"/>
                  </a:lnTo>
                  <a:lnTo>
                    <a:pt x="6488158" y="562471"/>
                  </a:lnTo>
                  <a:lnTo>
                    <a:pt x="6488303" y="562471"/>
                  </a:lnTo>
                  <a:lnTo>
                    <a:pt x="6488449" y="562471"/>
                  </a:lnTo>
                  <a:lnTo>
                    <a:pt x="6488594" y="562471"/>
                  </a:lnTo>
                  <a:lnTo>
                    <a:pt x="6488740" y="562471"/>
                  </a:lnTo>
                  <a:lnTo>
                    <a:pt x="6488885" y="562471"/>
                  </a:lnTo>
                  <a:lnTo>
                    <a:pt x="6488885" y="561847"/>
                  </a:lnTo>
                  <a:lnTo>
                    <a:pt x="6489030" y="561847"/>
                  </a:lnTo>
                  <a:lnTo>
                    <a:pt x="6489176" y="561847"/>
                  </a:lnTo>
                  <a:lnTo>
                    <a:pt x="6489321" y="561847"/>
                  </a:lnTo>
                  <a:lnTo>
                    <a:pt x="6489467" y="561847"/>
                  </a:lnTo>
                  <a:lnTo>
                    <a:pt x="6489612" y="561847"/>
                  </a:lnTo>
                  <a:lnTo>
                    <a:pt x="6489758" y="561847"/>
                  </a:lnTo>
                  <a:lnTo>
                    <a:pt x="6489903" y="561847"/>
                  </a:lnTo>
                  <a:lnTo>
                    <a:pt x="6490048" y="561847"/>
                  </a:lnTo>
                  <a:lnTo>
                    <a:pt x="6490194" y="561847"/>
                  </a:lnTo>
                  <a:lnTo>
                    <a:pt x="6490339" y="561847"/>
                  </a:lnTo>
                  <a:lnTo>
                    <a:pt x="6490485" y="561847"/>
                  </a:lnTo>
                  <a:lnTo>
                    <a:pt x="6490630" y="561847"/>
                  </a:lnTo>
                  <a:lnTo>
                    <a:pt x="6490776" y="561847"/>
                  </a:lnTo>
                  <a:lnTo>
                    <a:pt x="6490921" y="561847"/>
                  </a:lnTo>
                  <a:lnTo>
                    <a:pt x="6491066" y="561847"/>
                  </a:lnTo>
                  <a:lnTo>
                    <a:pt x="6491212" y="561847"/>
                  </a:lnTo>
                  <a:lnTo>
                    <a:pt x="6491357" y="561847"/>
                  </a:lnTo>
                  <a:lnTo>
                    <a:pt x="6491503" y="561847"/>
                  </a:lnTo>
                  <a:lnTo>
                    <a:pt x="6491648" y="561847"/>
                  </a:lnTo>
                  <a:lnTo>
                    <a:pt x="6491648" y="561224"/>
                  </a:lnTo>
                  <a:lnTo>
                    <a:pt x="6491794" y="561224"/>
                  </a:lnTo>
                  <a:lnTo>
                    <a:pt x="6491939" y="561224"/>
                  </a:lnTo>
                  <a:lnTo>
                    <a:pt x="6491939" y="560600"/>
                  </a:lnTo>
                  <a:lnTo>
                    <a:pt x="6492084" y="560600"/>
                  </a:lnTo>
                  <a:lnTo>
                    <a:pt x="6492230" y="560600"/>
                  </a:lnTo>
                  <a:lnTo>
                    <a:pt x="6492375" y="560600"/>
                  </a:lnTo>
                  <a:lnTo>
                    <a:pt x="6492521" y="560600"/>
                  </a:lnTo>
                  <a:lnTo>
                    <a:pt x="6492666" y="560600"/>
                  </a:lnTo>
                  <a:lnTo>
                    <a:pt x="6492812" y="560600"/>
                  </a:lnTo>
                  <a:lnTo>
                    <a:pt x="6492957" y="560600"/>
                  </a:lnTo>
                  <a:lnTo>
                    <a:pt x="6493102" y="560600"/>
                  </a:lnTo>
                  <a:lnTo>
                    <a:pt x="6493248" y="560600"/>
                  </a:lnTo>
                  <a:lnTo>
                    <a:pt x="6493393" y="560600"/>
                  </a:lnTo>
                  <a:lnTo>
                    <a:pt x="6493539" y="560600"/>
                  </a:lnTo>
                  <a:lnTo>
                    <a:pt x="6493684" y="560600"/>
                  </a:lnTo>
                  <a:lnTo>
                    <a:pt x="6493830" y="560600"/>
                  </a:lnTo>
                  <a:lnTo>
                    <a:pt x="6493975" y="560600"/>
                  </a:lnTo>
                  <a:lnTo>
                    <a:pt x="6494120" y="560600"/>
                  </a:lnTo>
                  <a:lnTo>
                    <a:pt x="6494266" y="560600"/>
                  </a:lnTo>
                  <a:lnTo>
                    <a:pt x="6494411" y="560600"/>
                  </a:lnTo>
                  <a:lnTo>
                    <a:pt x="6494557" y="560600"/>
                  </a:lnTo>
                  <a:lnTo>
                    <a:pt x="6494702" y="560600"/>
                  </a:lnTo>
                  <a:lnTo>
                    <a:pt x="6494848" y="560600"/>
                  </a:lnTo>
                  <a:lnTo>
                    <a:pt x="6494993" y="560600"/>
                  </a:lnTo>
                  <a:lnTo>
                    <a:pt x="6495138" y="560600"/>
                  </a:lnTo>
                  <a:lnTo>
                    <a:pt x="6495284" y="560600"/>
                  </a:lnTo>
                  <a:lnTo>
                    <a:pt x="6495429" y="560600"/>
                  </a:lnTo>
                  <a:lnTo>
                    <a:pt x="6495575" y="560600"/>
                  </a:lnTo>
                  <a:lnTo>
                    <a:pt x="6495720" y="560600"/>
                  </a:lnTo>
                  <a:lnTo>
                    <a:pt x="6495865" y="560600"/>
                  </a:lnTo>
                  <a:lnTo>
                    <a:pt x="6496011" y="560600"/>
                  </a:lnTo>
                  <a:lnTo>
                    <a:pt x="6496156" y="560600"/>
                  </a:lnTo>
                  <a:lnTo>
                    <a:pt x="6496302" y="560600"/>
                  </a:lnTo>
                  <a:lnTo>
                    <a:pt x="6496447" y="560600"/>
                  </a:lnTo>
                  <a:lnTo>
                    <a:pt x="6496593" y="560600"/>
                  </a:lnTo>
                  <a:lnTo>
                    <a:pt x="6496738" y="560600"/>
                  </a:lnTo>
                  <a:lnTo>
                    <a:pt x="6496883" y="560600"/>
                  </a:lnTo>
                  <a:lnTo>
                    <a:pt x="6497029" y="560600"/>
                  </a:lnTo>
                  <a:lnTo>
                    <a:pt x="6497174" y="560600"/>
                  </a:lnTo>
                  <a:lnTo>
                    <a:pt x="6497320" y="560600"/>
                  </a:lnTo>
                  <a:lnTo>
                    <a:pt x="6497465" y="560600"/>
                  </a:lnTo>
                  <a:lnTo>
                    <a:pt x="6497611" y="560600"/>
                  </a:lnTo>
                  <a:lnTo>
                    <a:pt x="6497756" y="560600"/>
                  </a:lnTo>
                  <a:lnTo>
                    <a:pt x="6497901" y="560600"/>
                  </a:lnTo>
                  <a:lnTo>
                    <a:pt x="6498047" y="560600"/>
                  </a:lnTo>
                  <a:lnTo>
                    <a:pt x="6498192" y="560600"/>
                  </a:lnTo>
                  <a:lnTo>
                    <a:pt x="6498192" y="559976"/>
                  </a:lnTo>
                  <a:lnTo>
                    <a:pt x="6498338" y="559976"/>
                  </a:lnTo>
                  <a:lnTo>
                    <a:pt x="6498483" y="559976"/>
                  </a:lnTo>
                  <a:lnTo>
                    <a:pt x="6498629" y="559976"/>
                  </a:lnTo>
                  <a:lnTo>
                    <a:pt x="6498774" y="559976"/>
                  </a:lnTo>
                  <a:lnTo>
                    <a:pt x="6498919" y="559976"/>
                  </a:lnTo>
                  <a:lnTo>
                    <a:pt x="6499065" y="559976"/>
                  </a:lnTo>
                  <a:lnTo>
                    <a:pt x="6499210" y="559976"/>
                  </a:lnTo>
                  <a:lnTo>
                    <a:pt x="6499356" y="559976"/>
                  </a:lnTo>
                  <a:lnTo>
                    <a:pt x="6499501" y="559976"/>
                  </a:lnTo>
                  <a:lnTo>
                    <a:pt x="6499501" y="559353"/>
                  </a:lnTo>
                  <a:lnTo>
                    <a:pt x="6499647" y="559353"/>
                  </a:lnTo>
                  <a:lnTo>
                    <a:pt x="6499647" y="558729"/>
                  </a:lnTo>
                  <a:lnTo>
                    <a:pt x="6499792" y="558729"/>
                  </a:lnTo>
                  <a:lnTo>
                    <a:pt x="6499937" y="558729"/>
                  </a:lnTo>
                  <a:lnTo>
                    <a:pt x="6500083" y="558729"/>
                  </a:lnTo>
                  <a:lnTo>
                    <a:pt x="6500228" y="558729"/>
                  </a:lnTo>
                  <a:lnTo>
                    <a:pt x="6500228" y="558106"/>
                  </a:lnTo>
                  <a:lnTo>
                    <a:pt x="6500374" y="558106"/>
                  </a:lnTo>
                  <a:lnTo>
                    <a:pt x="6500519" y="558106"/>
                  </a:lnTo>
                  <a:lnTo>
                    <a:pt x="6500665" y="558106"/>
                  </a:lnTo>
                  <a:lnTo>
                    <a:pt x="6500810" y="558106"/>
                  </a:lnTo>
                  <a:lnTo>
                    <a:pt x="6500955" y="558106"/>
                  </a:lnTo>
                  <a:lnTo>
                    <a:pt x="6501101" y="558106"/>
                  </a:lnTo>
                  <a:lnTo>
                    <a:pt x="6501246" y="558106"/>
                  </a:lnTo>
                  <a:lnTo>
                    <a:pt x="6501392" y="558106"/>
                  </a:lnTo>
                  <a:lnTo>
                    <a:pt x="6501537" y="558106"/>
                  </a:lnTo>
                  <a:lnTo>
                    <a:pt x="6501683" y="558106"/>
                  </a:lnTo>
                  <a:lnTo>
                    <a:pt x="6501683" y="557482"/>
                  </a:lnTo>
                  <a:lnTo>
                    <a:pt x="6501828" y="557482"/>
                  </a:lnTo>
                  <a:lnTo>
                    <a:pt x="6501828" y="556859"/>
                  </a:lnTo>
                  <a:lnTo>
                    <a:pt x="6501973" y="556859"/>
                  </a:lnTo>
                  <a:lnTo>
                    <a:pt x="6502119" y="556859"/>
                  </a:lnTo>
                  <a:lnTo>
                    <a:pt x="6502264" y="556859"/>
                  </a:lnTo>
                  <a:lnTo>
                    <a:pt x="6502410" y="556859"/>
                  </a:lnTo>
                  <a:lnTo>
                    <a:pt x="6502555" y="556859"/>
                  </a:lnTo>
                  <a:lnTo>
                    <a:pt x="6502700" y="556859"/>
                  </a:lnTo>
                  <a:lnTo>
                    <a:pt x="6502846" y="556859"/>
                  </a:lnTo>
                  <a:lnTo>
                    <a:pt x="6502991" y="556859"/>
                  </a:lnTo>
                  <a:lnTo>
                    <a:pt x="6503137" y="556859"/>
                  </a:lnTo>
                  <a:lnTo>
                    <a:pt x="6503137" y="556235"/>
                  </a:lnTo>
                  <a:lnTo>
                    <a:pt x="6503282" y="556235"/>
                  </a:lnTo>
                  <a:lnTo>
                    <a:pt x="6503428" y="556235"/>
                  </a:lnTo>
                  <a:lnTo>
                    <a:pt x="6503573" y="556235"/>
                  </a:lnTo>
                  <a:lnTo>
                    <a:pt x="6503718" y="556235"/>
                  </a:lnTo>
                  <a:lnTo>
                    <a:pt x="6503864" y="556235"/>
                  </a:lnTo>
                  <a:lnTo>
                    <a:pt x="6504009" y="556235"/>
                  </a:lnTo>
                  <a:lnTo>
                    <a:pt x="6504155" y="556235"/>
                  </a:lnTo>
                  <a:lnTo>
                    <a:pt x="6504300" y="556235"/>
                  </a:lnTo>
                  <a:lnTo>
                    <a:pt x="6504446" y="556235"/>
                  </a:lnTo>
                  <a:lnTo>
                    <a:pt x="6504591" y="556235"/>
                  </a:lnTo>
                  <a:lnTo>
                    <a:pt x="6504736" y="556235"/>
                  </a:lnTo>
                  <a:lnTo>
                    <a:pt x="6504882" y="556235"/>
                  </a:lnTo>
                  <a:lnTo>
                    <a:pt x="6505027" y="556235"/>
                  </a:lnTo>
                  <a:lnTo>
                    <a:pt x="6505173" y="556235"/>
                  </a:lnTo>
                  <a:lnTo>
                    <a:pt x="6505318" y="556235"/>
                  </a:lnTo>
                  <a:lnTo>
                    <a:pt x="6505464" y="556235"/>
                  </a:lnTo>
                  <a:lnTo>
                    <a:pt x="6505609" y="556235"/>
                  </a:lnTo>
                  <a:lnTo>
                    <a:pt x="6505754" y="556235"/>
                  </a:lnTo>
                  <a:lnTo>
                    <a:pt x="6505900" y="556235"/>
                  </a:lnTo>
                  <a:lnTo>
                    <a:pt x="6506045" y="556235"/>
                  </a:lnTo>
                  <a:lnTo>
                    <a:pt x="6506191" y="556235"/>
                  </a:lnTo>
                  <a:lnTo>
                    <a:pt x="6506336" y="556235"/>
                  </a:lnTo>
                  <a:lnTo>
                    <a:pt x="6506482" y="556235"/>
                  </a:lnTo>
                  <a:lnTo>
                    <a:pt x="6506482" y="555611"/>
                  </a:lnTo>
                  <a:lnTo>
                    <a:pt x="6506627" y="555611"/>
                  </a:lnTo>
                  <a:lnTo>
                    <a:pt x="6506772" y="555611"/>
                  </a:lnTo>
                  <a:lnTo>
                    <a:pt x="6506772" y="554988"/>
                  </a:lnTo>
                  <a:lnTo>
                    <a:pt x="6506918" y="554988"/>
                  </a:lnTo>
                  <a:lnTo>
                    <a:pt x="6507063" y="554988"/>
                  </a:lnTo>
                  <a:lnTo>
                    <a:pt x="6507063" y="554364"/>
                  </a:lnTo>
                  <a:lnTo>
                    <a:pt x="6507209" y="554364"/>
                  </a:lnTo>
                  <a:lnTo>
                    <a:pt x="6507354" y="554364"/>
                  </a:lnTo>
                  <a:lnTo>
                    <a:pt x="6507500" y="554364"/>
                  </a:lnTo>
                  <a:lnTo>
                    <a:pt x="6507645" y="554364"/>
                  </a:lnTo>
                  <a:lnTo>
                    <a:pt x="6507790" y="554364"/>
                  </a:lnTo>
                  <a:lnTo>
                    <a:pt x="6507936" y="554364"/>
                  </a:lnTo>
                  <a:lnTo>
                    <a:pt x="6508081" y="554364"/>
                  </a:lnTo>
                  <a:lnTo>
                    <a:pt x="6508227" y="554364"/>
                  </a:lnTo>
                  <a:lnTo>
                    <a:pt x="6508372" y="554364"/>
                  </a:lnTo>
                  <a:lnTo>
                    <a:pt x="6508518" y="554364"/>
                  </a:lnTo>
                  <a:lnTo>
                    <a:pt x="6508663" y="554364"/>
                  </a:lnTo>
                  <a:lnTo>
                    <a:pt x="6508808" y="554364"/>
                  </a:lnTo>
                  <a:lnTo>
                    <a:pt x="6508954" y="554364"/>
                  </a:lnTo>
                  <a:lnTo>
                    <a:pt x="6509099" y="554364"/>
                  </a:lnTo>
                  <a:lnTo>
                    <a:pt x="6509245" y="554364"/>
                  </a:lnTo>
                  <a:lnTo>
                    <a:pt x="6509390" y="554364"/>
                  </a:lnTo>
                  <a:lnTo>
                    <a:pt x="6509535" y="554364"/>
                  </a:lnTo>
                  <a:lnTo>
                    <a:pt x="6509681" y="554364"/>
                  </a:lnTo>
                  <a:lnTo>
                    <a:pt x="6509826" y="554364"/>
                  </a:lnTo>
                  <a:lnTo>
                    <a:pt x="6509972" y="554364"/>
                  </a:lnTo>
                  <a:lnTo>
                    <a:pt x="6510117" y="554364"/>
                  </a:lnTo>
                  <a:lnTo>
                    <a:pt x="6510263" y="554364"/>
                  </a:lnTo>
                  <a:lnTo>
                    <a:pt x="6510408" y="554364"/>
                  </a:lnTo>
                  <a:lnTo>
                    <a:pt x="6510553" y="554364"/>
                  </a:lnTo>
                  <a:lnTo>
                    <a:pt x="6510699" y="554364"/>
                  </a:lnTo>
                  <a:lnTo>
                    <a:pt x="6510844" y="554364"/>
                  </a:lnTo>
                  <a:lnTo>
                    <a:pt x="6510990" y="554364"/>
                  </a:lnTo>
                  <a:lnTo>
                    <a:pt x="6511135" y="554364"/>
                  </a:lnTo>
                  <a:lnTo>
                    <a:pt x="6511281" y="554364"/>
                  </a:lnTo>
                  <a:lnTo>
                    <a:pt x="6511426" y="554364"/>
                  </a:lnTo>
                  <a:lnTo>
                    <a:pt x="6511571" y="554364"/>
                  </a:lnTo>
                  <a:lnTo>
                    <a:pt x="6511717" y="554364"/>
                  </a:lnTo>
                  <a:lnTo>
                    <a:pt x="6511717" y="553741"/>
                  </a:lnTo>
                  <a:lnTo>
                    <a:pt x="6511862" y="553741"/>
                  </a:lnTo>
                  <a:lnTo>
                    <a:pt x="6512008" y="553741"/>
                  </a:lnTo>
                  <a:lnTo>
                    <a:pt x="6512153" y="553741"/>
                  </a:lnTo>
                  <a:lnTo>
                    <a:pt x="6512299" y="553741"/>
                  </a:lnTo>
                  <a:lnTo>
                    <a:pt x="6512299" y="553117"/>
                  </a:lnTo>
                  <a:lnTo>
                    <a:pt x="6512444" y="553117"/>
                  </a:lnTo>
                  <a:lnTo>
                    <a:pt x="6512589" y="553117"/>
                  </a:lnTo>
                  <a:lnTo>
                    <a:pt x="6512735" y="553117"/>
                  </a:lnTo>
                  <a:lnTo>
                    <a:pt x="6512880" y="553117"/>
                  </a:lnTo>
                  <a:lnTo>
                    <a:pt x="6513026" y="553117"/>
                  </a:lnTo>
                  <a:lnTo>
                    <a:pt x="6513171" y="553117"/>
                  </a:lnTo>
                  <a:lnTo>
                    <a:pt x="6513317" y="553117"/>
                  </a:lnTo>
                  <a:lnTo>
                    <a:pt x="6513462" y="553117"/>
                  </a:lnTo>
                  <a:lnTo>
                    <a:pt x="6513607" y="553117"/>
                  </a:lnTo>
                  <a:lnTo>
                    <a:pt x="6513607" y="552493"/>
                  </a:lnTo>
                  <a:lnTo>
                    <a:pt x="6513753" y="552493"/>
                  </a:lnTo>
                  <a:lnTo>
                    <a:pt x="6513753" y="551870"/>
                  </a:lnTo>
                  <a:lnTo>
                    <a:pt x="6513898" y="551870"/>
                  </a:lnTo>
                  <a:lnTo>
                    <a:pt x="6514044" y="551870"/>
                  </a:lnTo>
                  <a:lnTo>
                    <a:pt x="6514189" y="551870"/>
                  </a:lnTo>
                  <a:lnTo>
                    <a:pt x="6514335" y="551870"/>
                  </a:lnTo>
                  <a:lnTo>
                    <a:pt x="6514480" y="551870"/>
                  </a:lnTo>
                  <a:lnTo>
                    <a:pt x="6514625" y="551870"/>
                  </a:lnTo>
                  <a:lnTo>
                    <a:pt x="6514771" y="551870"/>
                  </a:lnTo>
                  <a:lnTo>
                    <a:pt x="6514916" y="551870"/>
                  </a:lnTo>
                  <a:lnTo>
                    <a:pt x="6515062" y="551870"/>
                  </a:lnTo>
                  <a:lnTo>
                    <a:pt x="6515207" y="551870"/>
                  </a:lnTo>
                  <a:lnTo>
                    <a:pt x="6515352" y="551870"/>
                  </a:lnTo>
                  <a:lnTo>
                    <a:pt x="6515498" y="551870"/>
                  </a:lnTo>
                  <a:lnTo>
                    <a:pt x="6515643" y="551870"/>
                  </a:lnTo>
                  <a:lnTo>
                    <a:pt x="6515789" y="551870"/>
                  </a:lnTo>
                  <a:lnTo>
                    <a:pt x="6515934" y="551870"/>
                  </a:lnTo>
                  <a:lnTo>
                    <a:pt x="6516080" y="551870"/>
                  </a:lnTo>
                  <a:lnTo>
                    <a:pt x="6516225" y="551870"/>
                  </a:lnTo>
                  <a:lnTo>
                    <a:pt x="6516370" y="551870"/>
                  </a:lnTo>
                  <a:lnTo>
                    <a:pt x="6516516" y="551870"/>
                  </a:lnTo>
                  <a:lnTo>
                    <a:pt x="6516661" y="551870"/>
                  </a:lnTo>
                  <a:lnTo>
                    <a:pt x="6516807" y="551870"/>
                  </a:lnTo>
                  <a:lnTo>
                    <a:pt x="6516952" y="551870"/>
                  </a:lnTo>
                  <a:lnTo>
                    <a:pt x="6517098" y="551870"/>
                  </a:lnTo>
                  <a:lnTo>
                    <a:pt x="6517243" y="551870"/>
                  </a:lnTo>
                  <a:lnTo>
                    <a:pt x="6517243" y="551246"/>
                  </a:lnTo>
                  <a:lnTo>
                    <a:pt x="6517388" y="551246"/>
                  </a:lnTo>
                  <a:lnTo>
                    <a:pt x="6517534" y="551246"/>
                  </a:lnTo>
                  <a:lnTo>
                    <a:pt x="6517679" y="551246"/>
                  </a:lnTo>
                  <a:lnTo>
                    <a:pt x="6517825" y="551246"/>
                  </a:lnTo>
                  <a:lnTo>
                    <a:pt x="6517970" y="551246"/>
                  </a:lnTo>
                  <a:lnTo>
                    <a:pt x="6518116" y="551246"/>
                  </a:lnTo>
                  <a:lnTo>
                    <a:pt x="6518261" y="551246"/>
                  </a:lnTo>
                  <a:lnTo>
                    <a:pt x="6518406" y="551246"/>
                  </a:lnTo>
                  <a:lnTo>
                    <a:pt x="6518552" y="551246"/>
                  </a:lnTo>
                  <a:lnTo>
                    <a:pt x="6518697" y="551246"/>
                  </a:lnTo>
                  <a:lnTo>
                    <a:pt x="6518843" y="551246"/>
                  </a:lnTo>
                  <a:lnTo>
                    <a:pt x="6518988" y="551246"/>
                  </a:lnTo>
                  <a:lnTo>
                    <a:pt x="6519134" y="551246"/>
                  </a:lnTo>
                  <a:lnTo>
                    <a:pt x="6519279" y="551246"/>
                  </a:lnTo>
                  <a:lnTo>
                    <a:pt x="6519424" y="551246"/>
                  </a:lnTo>
                  <a:lnTo>
                    <a:pt x="6519570" y="551246"/>
                  </a:lnTo>
                  <a:lnTo>
                    <a:pt x="6519715" y="551246"/>
                  </a:lnTo>
                  <a:lnTo>
                    <a:pt x="6519861" y="551246"/>
                  </a:lnTo>
                  <a:lnTo>
                    <a:pt x="6520006" y="551246"/>
                  </a:lnTo>
                  <a:lnTo>
                    <a:pt x="6520006" y="550623"/>
                  </a:lnTo>
                  <a:lnTo>
                    <a:pt x="6520152" y="550623"/>
                  </a:lnTo>
                  <a:lnTo>
                    <a:pt x="6520297" y="550623"/>
                  </a:lnTo>
                  <a:lnTo>
                    <a:pt x="6520297" y="549999"/>
                  </a:lnTo>
                  <a:lnTo>
                    <a:pt x="6520442" y="549999"/>
                  </a:lnTo>
                  <a:lnTo>
                    <a:pt x="6520588" y="549999"/>
                  </a:lnTo>
                  <a:lnTo>
                    <a:pt x="6520588" y="549376"/>
                  </a:lnTo>
                  <a:lnTo>
                    <a:pt x="6520733" y="549376"/>
                  </a:lnTo>
                  <a:lnTo>
                    <a:pt x="6520879" y="549376"/>
                  </a:lnTo>
                  <a:lnTo>
                    <a:pt x="6520879" y="548752"/>
                  </a:lnTo>
                  <a:lnTo>
                    <a:pt x="6521024" y="548752"/>
                  </a:lnTo>
                  <a:lnTo>
                    <a:pt x="6521170" y="548752"/>
                  </a:lnTo>
                  <a:lnTo>
                    <a:pt x="6521315" y="548752"/>
                  </a:lnTo>
                  <a:lnTo>
                    <a:pt x="6521460" y="548752"/>
                  </a:lnTo>
                  <a:lnTo>
                    <a:pt x="6521606" y="548752"/>
                  </a:lnTo>
                  <a:lnTo>
                    <a:pt x="6521751" y="548752"/>
                  </a:lnTo>
                  <a:lnTo>
                    <a:pt x="6521897" y="548752"/>
                  </a:lnTo>
                  <a:lnTo>
                    <a:pt x="6522042" y="548752"/>
                  </a:lnTo>
                  <a:lnTo>
                    <a:pt x="6522187" y="548752"/>
                  </a:lnTo>
                  <a:lnTo>
                    <a:pt x="6522187" y="548128"/>
                  </a:lnTo>
                  <a:lnTo>
                    <a:pt x="6522333" y="548128"/>
                  </a:lnTo>
                  <a:lnTo>
                    <a:pt x="6522478" y="548128"/>
                  </a:lnTo>
                  <a:lnTo>
                    <a:pt x="6522624" y="548128"/>
                  </a:lnTo>
                  <a:lnTo>
                    <a:pt x="6522769" y="548128"/>
                  </a:lnTo>
                  <a:lnTo>
                    <a:pt x="6522915" y="548128"/>
                  </a:lnTo>
                  <a:lnTo>
                    <a:pt x="6523060" y="548128"/>
                  </a:lnTo>
                  <a:lnTo>
                    <a:pt x="6523205" y="548128"/>
                  </a:lnTo>
                  <a:lnTo>
                    <a:pt x="6523351" y="548128"/>
                  </a:lnTo>
                  <a:lnTo>
                    <a:pt x="6523496" y="548128"/>
                  </a:lnTo>
                  <a:lnTo>
                    <a:pt x="6523496" y="547505"/>
                  </a:lnTo>
                  <a:lnTo>
                    <a:pt x="6523642" y="547505"/>
                  </a:lnTo>
                  <a:lnTo>
                    <a:pt x="6523787" y="547505"/>
                  </a:lnTo>
                  <a:lnTo>
                    <a:pt x="6523933" y="547505"/>
                  </a:lnTo>
                  <a:lnTo>
                    <a:pt x="6524078" y="547505"/>
                  </a:lnTo>
                  <a:lnTo>
                    <a:pt x="6524223" y="547505"/>
                  </a:lnTo>
                  <a:lnTo>
                    <a:pt x="6524369" y="547505"/>
                  </a:lnTo>
                  <a:lnTo>
                    <a:pt x="6524514" y="547505"/>
                  </a:lnTo>
                  <a:lnTo>
                    <a:pt x="6524660" y="547505"/>
                  </a:lnTo>
                  <a:lnTo>
                    <a:pt x="6524660" y="546881"/>
                  </a:lnTo>
                  <a:lnTo>
                    <a:pt x="6524805" y="546881"/>
                  </a:lnTo>
                  <a:lnTo>
                    <a:pt x="6524951" y="546881"/>
                  </a:lnTo>
                  <a:lnTo>
                    <a:pt x="6525096" y="546881"/>
                  </a:lnTo>
                  <a:lnTo>
                    <a:pt x="6525241" y="546881"/>
                  </a:lnTo>
                  <a:lnTo>
                    <a:pt x="6525387" y="546881"/>
                  </a:lnTo>
                  <a:lnTo>
                    <a:pt x="6525532" y="546881"/>
                  </a:lnTo>
                  <a:lnTo>
                    <a:pt x="6525678" y="546881"/>
                  </a:lnTo>
                  <a:lnTo>
                    <a:pt x="6525823" y="546881"/>
                  </a:lnTo>
                  <a:lnTo>
                    <a:pt x="6525969" y="546881"/>
                  </a:lnTo>
                  <a:lnTo>
                    <a:pt x="6526114" y="546881"/>
                  </a:lnTo>
                  <a:lnTo>
                    <a:pt x="6526259" y="546881"/>
                  </a:lnTo>
                  <a:lnTo>
                    <a:pt x="6526405" y="546881"/>
                  </a:lnTo>
                  <a:lnTo>
                    <a:pt x="6526550" y="546881"/>
                  </a:lnTo>
                  <a:lnTo>
                    <a:pt x="6526696" y="546881"/>
                  </a:lnTo>
                  <a:lnTo>
                    <a:pt x="6526841" y="546881"/>
                  </a:lnTo>
                  <a:lnTo>
                    <a:pt x="6526987" y="546881"/>
                  </a:lnTo>
                  <a:lnTo>
                    <a:pt x="6527132" y="546881"/>
                  </a:lnTo>
                  <a:lnTo>
                    <a:pt x="6527277" y="546881"/>
                  </a:lnTo>
                  <a:lnTo>
                    <a:pt x="6527423" y="546881"/>
                  </a:lnTo>
                  <a:lnTo>
                    <a:pt x="6527568" y="546881"/>
                  </a:lnTo>
                  <a:lnTo>
                    <a:pt x="6527714" y="546881"/>
                  </a:lnTo>
                  <a:lnTo>
                    <a:pt x="6527859" y="546881"/>
                  </a:lnTo>
                  <a:lnTo>
                    <a:pt x="6527859" y="546258"/>
                  </a:lnTo>
                  <a:lnTo>
                    <a:pt x="6527859" y="545634"/>
                  </a:lnTo>
                  <a:lnTo>
                    <a:pt x="6528005" y="545634"/>
                  </a:lnTo>
                  <a:lnTo>
                    <a:pt x="6528150" y="545634"/>
                  </a:lnTo>
                  <a:lnTo>
                    <a:pt x="6528150" y="545010"/>
                  </a:lnTo>
                  <a:lnTo>
                    <a:pt x="6528295" y="545010"/>
                  </a:lnTo>
                  <a:lnTo>
                    <a:pt x="6528441" y="545010"/>
                  </a:lnTo>
                  <a:lnTo>
                    <a:pt x="6528586" y="545010"/>
                  </a:lnTo>
                  <a:lnTo>
                    <a:pt x="6528732" y="545010"/>
                  </a:lnTo>
                  <a:lnTo>
                    <a:pt x="6528877" y="545010"/>
                  </a:lnTo>
                  <a:lnTo>
                    <a:pt x="6529022" y="545010"/>
                  </a:lnTo>
                  <a:lnTo>
                    <a:pt x="6529168" y="545010"/>
                  </a:lnTo>
                  <a:lnTo>
                    <a:pt x="6529168" y="544387"/>
                  </a:lnTo>
                  <a:lnTo>
                    <a:pt x="6529313" y="544387"/>
                  </a:lnTo>
                  <a:lnTo>
                    <a:pt x="6529459" y="544387"/>
                  </a:lnTo>
                  <a:lnTo>
                    <a:pt x="6529604" y="544387"/>
                  </a:lnTo>
                  <a:lnTo>
                    <a:pt x="6529750" y="544387"/>
                  </a:lnTo>
                  <a:lnTo>
                    <a:pt x="6529895" y="544387"/>
                  </a:lnTo>
                  <a:lnTo>
                    <a:pt x="6529895" y="543763"/>
                  </a:lnTo>
                  <a:lnTo>
                    <a:pt x="6530040" y="543763"/>
                  </a:lnTo>
                  <a:lnTo>
                    <a:pt x="6530186" y="543763"/>
                  </a:lnTo>
                  <a:lnTo>
                    <a:pt x="6530331" y="543763"/>
                  </a:lnTo>
                  <a:lnTo>
                    <a:pt x="6530477" y="543763"/>
                  </a:lnTo>
                  <a:lnTo>
                    <a:pt x="6530622" y="543763"/>
                  </a:lnTo>
                  <a:lnTo>
                    <a:pt x="6530768" y="543763"/>
                  </a:lnTo>
                  <a:lnTo>
                    <a:pt x="6530913" y="543763"/>
                  </a:lnTo>
                  <a:lnTo>
                    <a:pt x="6531058" y="543763"/>
                  </a:lnTo>
                  <a:lnTo>
                    <a:pt x="6531204" y="543763"/>
                  </a:lnTo>
                  <a:lnTo>
                    <a:pt x="6531349" y="543763"/>
                  </a:lnTo>
                  <a:lnTo>
                    <a:pt x="6531495" y="543763"/>
                  </a:lnTo>
                  <a:lnTo>
                    <a:pt x="6531640" y="543763"/>
                  </a:lnTo>
                  <a:lnTo>
                    <a:pt x="6531786" y="543763"/>
                  </a:lnTo>
                  <a:lnTo>
                    <a:pt x="6531931" y="543763"/>
                  </a:lnTo>
                  <a:lnTo>
                    <a:pt x="6532076" y="543763"/>
                  </a:lnTo>
                  <a:lnTo>
                    <a:pt x="6532222" y="543763"/>
                  </a:lnTo>
                  <a:lnTo>
                    <a:pt x="6532367" y="543763"/>
                  </a:lnTo>
                  <a:lnTo>
                    <a:pt x="6532513" y="543763"/>
                  </a:lnTo>
                  <a:lnTo>
                    <a:pt x="6532658" y="543763"/>
                  </a:lnTo>
                  <a:lnTo>
                    <a:pt x="6532804" y="543763"/>
                  </a:lnTo>
                  <a:lnTo>
                    <a:pt x="6532949" y="543763"/>
                  </a:lnTo>
                  <a:lnTo>
                    <a:pt x="6533094" y="543763"/>
                  </a:lnTo>
                  <a:lnTo>
                    <a:pt x="6533240" y="543763"/>
                  </a:lnTo>
                  <a:lnTo>
                    <a:pt x="6533385" y="543763"/>
                  </a:lnTo>
                  <a:lnTo>
                    <a:pt x="6533531" y="543763"/>
                  </a:lnTo>
                  <a:lnTo>
                    <a:pt x="6533676" y="543763"/>
                  </a:lnTo>
                  <a:lnTo>
                    <a:pt x="6533822" y="543763"/>
                  </a:lnTo>
                  <a:lnTo>
                    <a:pt x="6533967" y="543763"/>
                  </a:lnTo>
                  <a:lnTo>
                    <a:pt x="6534112" y="543763"/>
                  </a:lnTo>
                  <a:lnTo>
                    <a:pt x="6534258" y="543763"/>
                  </a:lnTo>
                  <a:lnTo>
                    <a:pt x="6534403" y="543763"/>
                  </a:lnTo>
                  <a:lnTo>
                    <a:pt x="6534549" y="543763"/>
                  </a:lnTo>
                  <a:lnTo>
                    <a:pt x="6534694" y="543763"/>
                  </a:lnTo>
                  <a:lnTo>
                    <a:pt x="6534840" y="543763"/>
                  </a:lnTo>
                  <a:lnTo>
                    <a:pt x="6534985" y="543763"/>
                  </a:lnTo>
                  <a:lnTo>
                    <a:pt x="6535130" y="543763"/>
                  </a:lnTo>
                  <a:lnTo>
                    <a:pt x="6535276" y="543763"/>
                  </a:lnTo>
                  <a:lnTo>
                    <a:pt x="6535421" y="543763"/>
                  </a:lnTo>
                  <a:lnTo>
                    <a:pt x="6535567" y="543763"/>
                  </a:lnTo>
                  <a:lnTo>
                    <a:pt x="6535712" y="543763"/>
                  </a:lnTo>
                  <a:lnTo>
                    <a:pt x="6535857" y="543763"/>
                  </a:lnTo>
                  <a:lnTo>
                    <a:pt x="6536003" y="543763"/>
                  </a:lnTo>
                  <a:lnTo>
                    <a:pt x="6536148" y="543763"/>
                  </a:lnTo>
                  <a:lnTo>
                    <a:pt x="6536294" y="543763"/>
                  </a:lnTo>
                  <a:lnTo>
                    <a:pt x="6536439" y="543763"/>
                  </a:lnTo>
                  <a:lnTo>
                    <a:pt x="6536585" y="543763"/>
                  </a:lnTo>
                  <a:lnTo>
                    <a:pt x="6536730" y="543763"/>
                  </a:lnTo>
                  <a:lnTo>
                    <a:pt x="6536875" y="543763"/>
                  </a:lnTo>
                  <a:lnTo>
                    <a:pt x="6537021" y="543763"/>
                  </a:lnTo>
                  <a:lnTo>
                    <a:pt x="6537166" y="543763"/>
                  </a:lnTo>
                  <a:lnTo>
                    <a:pt x="6537312" y="543763"/>
                  </a:lnTo>
                  <a:lnTo>
                    <a:pt x="6537457" y="543763"/>
                  </a:lnTo>
                  <a:lnTo>
                    <a:pt x="6537603" y="543763"/>
                  </a:lnTo>
                  <a:lnTo>
                    <a:pt x="6537748" y="543763"/>
                  </a:lnTo>
                  <a:lnTo>
                    <a:pt x="6537893" y="543763"/>
                  </a:lnTo>
                  <a:lnTo>
                    <a:pt x="6537893" y="543140"/>
                  </a:lnTo>
                  <a:lnTo>
                    <a:pt x="6538039" y="543140"/>
                  </a:lnTo>
                  <a:lnTo>
                    <a:pt x="6538184" y="543140"/>
                  </a:lnTo>
                  <a:lnTo>
                    <a:pt x="6538330" y="543140"/>
                  </a:lnTo>
                  <a:lnTo>
                    <a:pt x="6538475" y="543140"/>
                  </a:lnTo>
                  <a:lnTo>
                    <a:pt x="6538621" y="543140"/>
                  </a:lnTo>
                  <a:lnTo>
                    <a:pt x="6538766" y="543140"/>
                  </a:lnTo>
                  <a:lnTo>
                    <a:pt x="6538766" y="542516"/>
                  </a:lnTo>
                  <a:lnTo>
                    <a:pt x="6538911" y="542516"/>
                  </a:lnTo>
                  <a:lnTo>
                    <a:pt x="6538911" y="541893"/>
                  </a:lnTo>
                  <a:lnTo>
                    <a:pt x="6539057" y="541893"/>
                  </a:lnTo>
                  <a:lnTo>
                    <a:pt x="6539202" y="541893"/>
                  </a:lnTo>
                  <a:lnTo>
                    <a:pt x="6539348" y="541893"/>
                  </a:lnTo>
                  <a:lnTo>
                    <a:pt x="6539493" y="541893"/>
                  </a:lnTo>
                  <a:lnTo>
                    <a:pt x="6539639" y="541893"/>
                  </a:lnTo>
                  <a:lnTo>
                    <a:pt x="6539784" y="541893"/>
                  </a:lnTo>
                  <a:lnTo>
                    <a:pt x="6539929" y="541893"/>
                  </a:lnTo>
                  <a:lnTo>
                    <a:pt x="6540075" y="541893"/>
                  </a:lnTo>
                  <a:lnTo>
                    <a:pt x="6540220" y="541893"/>
                  </a:lnTo>
                  <a:lnTo>
                    <a:pt x="6540366" y="541893"/>
                  </a:lnTo>
                  <a:lnTo>
                    <a:pt x="6540511" y="541893"/>
                  </a:lnTo>
                  <a:lnTo>
                    <a:pt x="6540657" y="541893"/>
                  </a:lnTo>
                  <a:lnTo>
                    <a:pt x="6540802" y="541893"/>
                  </a:lnTo>
                  <a:lnTo>
                    <a:pt x="6540947" y="541893"/>
                  </a:lnTo>
                  <a:lnTo>
                    <a:pt x="6541093" y="541893"/>
                  </a:lnTo>
                  <a:lnTo>
                    <a:pt x="6541238" y="541893"/>
                  </a:lnTo>
                  <a:lnTo>
                    <a:pt x="6541384" y="541893"/>
                  </a:lnTo>
                  <a:lnTo>
                    <a:pt x="6541529" y="541893"/>
                  </a:lnTo>
                  <a:lnTo>
                    <a:pt x="6541675" y="541893"/>
                  </a:lnTo>
                  <a:lnTo>
                    <a:pt x="6541820" y="541893"/>
                  </a:lnTo>
                  <a:lnTo>
                    <a:pt x="6541965" y="541893"/>
                  </a:lnTo>
                  <a:lnTo>
                    <a:pt x="6542111" y="541893"/>
                  </a:lnTo>
                  <a:lnTo>
                    <a:pt x="6542256" y="541893"/>
                  </a:lnTo>
                  <a:lnTo>
                    <a:pt x="6542402" y="541893"/>
                  </a:lnTo>
                  <a:lnTo>
                    <a:pt x="6542547" y="541893"/>
                  </a:lnTo>
                  <a:lnTo>
                    <a:pt x="6542692" y="541893"/>
                  </a:lnTo>
                  <a:lnTo>
                    <a:pt x="6542838" y="541893"/>
                  </a:lnTo>
                  <a:lnTo>
                    <a:pt x="6542983" y="541893"/>
                  </a:lnTo>
                  <a:lnTo>
                    <a:pt x="6543129" y="541893"/>
                  </a:lnTo>
                  <a:lnTo>
                    <a:pt x="6543274" y="541893"/>
                  </a:lnTo>
                  <a:lnTo>
                    <a:pt x="6543274" y="541269"/>
                  </a:lnTo>
                  <a:lnTo>
                    <a:pt x="6543420" y="541269"/>
                  </a:lnTo>
                  <a:lnTo>
                    <a:pt x="6543565" y="541269"/>
                  </a:lnTo>
                  <a:lnTo>
                    <a:pt x="6543710" y="541269"/>
                  </a:lnTo>
                  <a:lnTo>
                    <a:pt x="6543856" y="541269"/>
                  </a:lnTo>
                  <a:lnTo>
                    <a:pt x="6544001" y="541269"/>
                  </a:lnTo>
                  <a:lnTo>
                    <a:pt x="6544147" y="541269"/>
                  </a:lnTo>
                  <a:lnTo>
                    <a:pt x="6544292" y="541269"/>
                  </a:lnTo>
                  <a:lnTo>
                    <a:pt x="6544438" y="541269"/>
                  </a:lnTo>
                  <a:lnTo>
                    <a:pt x="6544583" y="541269"/>
                  </a:lnTo>
                  <a:lnTo>
                    <a:pt x="6544728" y="541269"/>
                  </a:lnTo>
                  <a:lnTo>
                    <a:pt x="6544874" y="541269"/>
                  </a:lnTo>
                  <a:lnTo>
                    <a:pt x="6545019" y="541269"/>
                  </a:lnTo>
                  <a:lnTo>
                    <a:pt x="6545019" y="540645"/>
                  </a:lnTo>
                  <a:lnTo>
                    <a:pt x="6545165" y="540645"/>
                  </a:lnTo>
                  <a:lnTo>
                    <a:pt x="6545310" y="540645"/>
                  </a:lnTo>
                  <a:lnTo>
                    <a:pt x="6545456" y="540645"/>
                  </a:lnTo>
                  <a:lnTo>
                    <a:pt x="6545601" y="540645"/>
                  </a:lnTo>
                  <a:lnTo>
                    <a:pt x="6545746" y="540645"/>
                  </a:lnTo>
                  <a:lnTo>
                    <a:pt x="6545892" y="540645"/>
                  </a:lnTo>
                  <a:lnTo>
                    <a:pt x="6546037" y="540645"/>
                  </a:lnTo>
                  <a:lnTo>
                    <a:pt x="6546183" y="540645"/>
                  </a:lnTo>
                  <a:lnTo>
                    <a:pt x="6546328" y="540645"/>
                  </a:lnTo>
                  <a:lnTo>
                    <a:pt x="6546474" y="540645"/>
                  </a:lnTo>
                  <a:lnTo>
                    <a:pt x="6546619" y="540645"/>
                  </a:lnTo>
                  <a:lnTo>
                    <a:pt x="6546764" y="540645"/>
                  </a:lnTo>
                  <a:lnTo>
                    <a:pt x="6546764" y="540022"/>
                  </a:lnTo>
                  <a:lnTo>
                    <a:pt x="6546910" y="540022"/>
                  </a:lnTo>
                  <a:lnTo>
                    <a:pt x="6547055" y="540022"/>
                  </a:lnTo>
                  <a:lnTo>
                    <a:pt x="6547201" y="540022"/>
                  </a:lnTo>
                  <a:lnTo>
                    <a:pt x="6547346" y="540022"/>
                  </a:lnTo>
                  <a:lnTo>
                    <a:pt x="6547492" y="540022"/>
                  </a:lnTo>
                  <a:lnTo>
                    <a:pt x="6547637" y="540022"/>
                  </a:lnTo>
                  <a:lnTo>
                    <a:pt x="6547782" y="540022"/>
                  </a:lnTo>
                  <a:lnTo>
                    <a:pt x="6547928" y="540022"/>
                  </a:lnTo>
                  <a:lnTo>
                    <a:pt x="6548073" y="540022"/>
                  </a:lnTo>
                  <a:lnTo>
                    <a:pt x="6548219" y="540022"/>
                  </a:lnTo>
                  <a:lnTo>
                    <a:pt x="6548364" y="540022"/>
                  </a:lnTo>
                  <a:lnTo>
                    <a:pt x="6548510" y="540022"/>
                  </a:lnTo>
                  <a:lnTo>
                    <a:pt x="6548655" y="540022"/>
                  </a:lnTo>
                  <a:lnTo>
                    <a:pt x="6548655" y="539398"/>
                  </a:lnTo>
                  <a:lnTo>
                    <a:pt x="6548800" y="539398"/>
                  </a:lnTo>
                  <a:lnTo>
                    <a:pt x="6548946" y="539398"/>
                  </a:lnTo>
                  <a:lnTo>
                    <a:pt x="6549091" y="539398"/>
                  </a:lnTo>
                  <a:lnTo>
                    <a:pt x="6549237" y="539398"/>
                  </a:lnTo>
                  <a:lnTo>
                    <a:pt x="6549382" y="539398"/>
                  </a:lnTo>
                  <a:lnTo>
                    <a:pt x="6549527" y="539398"/>
                  </a:lnTo>
                  <a:lnTo>
                    <a:pt x="6549673" y="539398"/>
                  </a:lnTo>
                  <a:lnTo>
                    <a:pt x="6549818" y="539398"/>
                  </a:lnTo>
                  <a:lnTo>
                    <a:pt x="6549964" y="539398"/>
                  </a:lnTo>
                  <a:lnTo>
                    <a:pt x="6550109" y="539398"/>
                  </a:lnTo>
                  <a:lnTo>
                    <a:pt x="6550255" y="539398"/>
                  </a:lnTo>
                  <a:lnTo>
                    <a:pt x="6550400" y="539398"/>
                  </a:lnTo>
                  <a:lnTo>
                    <a:pt x="6550545" y="539398"/>
                  </a:lnTo>
                  <a:lnTo>
                    <a:pt x="6550691" y="539398"/>
                  </a:lnTo>
                  <a:lnTo>
                    <a:pt x="6550836" y="539398"/>
                  </a:lnTo>
                  <a:lnTo>
                    <a:pt x="6550982" y="539398"/>
                  </a:lnTo>
                  <a:lnTo>
                    <a:pt x="6551127" y="539398"/>
                  </a:lnTo>
                  <a:lnTo>
                    <a:pt x="6551273" y="539398"/>
                  </a:lnTo>
                  <a:lnTo>
                    <a:pt x="6551418" y="539398"/>
                  </a:lnTo>
                  <a:lnTo>
                    <a:pt x="6551563" y="539398"/>
                  </a:lnTo>
                  <a:lnTo>
                    <a:pt x="6551709" y="539398"/>
                  </a:lnTo>
                  <a:lnTo>
                    <a:pt x="6551854" y="539398"/>
                  </a:lnTo>
                  <a:lnTo>
                    <a:pt x="6552000" y="539398"/>
                  </a:lnTo>
                  <a:lnTo>
                    <a:pt x="6552145" y="539398"/>
                  </a:lnTo>
                  <a:lnTo>
                    <a:pt x="6552291" y="539398"/>
                  </a:lnTo>
                  <a:lnTo>
                    <a:pt x="6552436" y="539398"/>
                  </a:lnTo>
                  <a:lnTo>
                    <a:pt x="6552581" y="539398"/>
                  </a:lnTo>
                  <a:lnTo>
                    <a:pt x="6552727" y="539398"/>
                  </a:lnTo>
                  <a:lnTo>
                    <a:pt x="6552872" y="539398"/>
                  </a:lnTo>
                  <a:lnTo>
                    <a:pt x="6553018" y="539398"/>
                  </a:lnTo>
                  <a:lnTo>
                    <a:pt x="6553163" y="539398"/>
                  </a:lnTo>
                  <a:lnTo>
                    <a:pt x="6553309" y="539398"/>
                  </a:lnTo>
                  <a:lnTo>
                    <a:pt x="6553309" y="538775"/>
                  </a:lnTo>
                  <a:lnTo>
                    <a:pt x="6553454" y="538775"/>
                  </a:lnTo>
                  <a:lnTo>
                    <a:pt x="6553599" y="538775"/>
                  </a:lnTo>
                  <a:lnTo>
                    <a:pt x="6553745" y="538775"/>
                  </a:lnTo>
                  <a:lnTo>
                    <a:pt x="6553890" y="538775"/>
                  </a:lnTo>
                  <a:lnTo>
                    <a:pt x="6554036" y="538775"/>
                  </a:lnTo>
                  <a:lnTo>
                    <a:pt x="6554181" y="538775"/>
                  </a:lnTo>
                  <a:lnTo>
                    <a:pt x="6554327" y="538775"/>
                  </a:lnTo>
                  <a:lnTo>
                    <a:pt x="6554472" y="538775"/>
                  </a:lnTo>
                  <a:lnTo>
                    <a:pt x="6554617" y="538775"/>
                  </a:lnTo>
                  <a:lnTo>
                    <a:pt x="6554763" y="538775"/>
                  </a:lnTo>
                  <a:lnTo>
                    <a:pt x="6554908" y="538775"/>
                  </a:lnTo>
                  <a:lnTo>
                    <a:pt x="6554908" y="538151"/>
                  </a:lnTo>
                  <a:lnTo>
                    <a:pt x="6555054" y="538151"/>
                  </a:lnTo>
                  <a:lnTo>
                    <a:pt x="6555199" y="538151"/>
                  </a:lnTo>
                  <a:lnTo>
                    <a:pt x="6555345" y="538151"/>
                  </a:lnTo>
                  <a:lnTo>
                    <a:pt x="6555490" y="538151"/>
                  </a:lnTo>
                  <a:lnTo>
                    <a:pt x="6555490" y="537527"/>
                  </a:lnTo>
                  <a:lnTo>
                    <a:pt x="6555635" y="537527"/>
                  </a:lnTo>
                  <a:lnTo>
                    <a:pt x="6555781" y="537527"/>
                  </a:lnTo>
                  <a:lnTo>
                    <a:pt x="6555926" y="537527"/>
                  </a:lnTo>
                  <a:lnTo>
                    <a:pt x="6556072" y="537527"/>
                  </a:lnTo>
                  <a:lnTo>
                    <a:pt x="6556217" y="537527"/>
                  </a:lnTo>
                  <a:lnTo>
                    <a:pt x="6556362" y="537527"/>
                  </a:lnTo>
                  <a:lnTo>
                    <a:pt x="6556508" y="537527"/>
                  </a:lnTo>
                  <a:lnTo>
                    <a:pt x="6556653" y="537527"/>
                  </a:lnTo>
                  <a:lnTo>
                    <a:pt x="6556799" y="537527"/>
                  </a:lnTo>
                  <a:lnTo>
                    <a:pt x="6556944" y="537527"/>
                  </a:lnTo>
                  <a:lnTo>
                    <a:pt x="6556944" y="536904"/>
                  </a:lnTo>
                  <a:lnTo>
                    <a:pt x="6557090" y="536904"/>
                  </a:lnTo>
                  <a:lnTo>
                    <a:pt x="6557235" y="536904"/>
                  </a:lnTo>
                  <a:lnTo>
                    <a:pt x="6557380" y="536904"/>
                  </a:lnTo>
                  <a:lnTo>
                    <a:pt x="6557526" y="536904"/>
                  </a:lnTo>
                  <a:lnTo>
                    <a:pt x="6557671" y="536904"/>
                  </a:lnTo>
                  <a:lnTo>
                    <a:pt x="6557817" y="536904"/>
                  </a:lnTo>
                  <a:lnTo>
                    <a:pt x="6557962" y="536904"/>
                  </a:lnTo>
                  <a:lnTo>
                    <a:pt x="6558108" y="536904"/>
                  </a:lnTo>
                  <a:lnTo>
                    <a:pt x="6558253" y="536904"/>
                  </a:lnTo>
                  <a:lnTo>
                    <a:pt x="6558398" y="536904"/>
                  </a:lnTo>
                  <a:lnTo>
                    <a:pt x="6558544" y="536904"/>
                  </a:lnTo>
                  <a:lnTo>
                    <a:pt x="6558689" y="536904"/>
                  </a:lnTo>
                  <a:lnTo>
                    <a:pt x="6558835" y="536904"/>
                  </a:lnTo>
                  <a:lnTo>
                    <a:pt x="6558980" y="536904"/>
                  </a:lnTo>
                  <a:lnTo>
                    <a:pt x="6559126" y="536904"/>
                  </a:lnTo>
                  <a:lnTo>
                    <a:pt x="6559271" y="536904"/>
                  </a:lnTo>
                  <a:lnTo>
                    <a:pt x="6559416" y="536904"/>
                  </a:lnTo>
                  <a:lnTo>
                    <a:pt x="6559562" y="536904"/>
                  </a:lnTo>
                  <a:lnTo>
                    <a:pt x="6559707" y="536904"/>
                  </a:lnTo>
                  <a:lnTo>
                    <a:pt x="6559853" y="536904"/>
                  </a:lnTo>
                  <a:lnTo>
                    <a:pt x="6559998" y="536904"/>
                  </a:lnTo>
                  <a:lnTo>
                    <a:pt x="6559998" y="536280"/>
                  </a:lnTo>
                  <a:lnTo>
                    <a:pt x="6560144" y="536280"/>
                  </a:lnTo>
                  <a:lnTo>
                    <a:pt x="6560289" y="536280"/>
                  </a:lnTo>
                  <a:lnTo>
                    <a:pt x="6560289" y="535657"/>
                  </a:lnTo>
                  <a:lnTo>
                    <a:pt x="6560434" y="535657"/>
                  </a:lnTo>
                  <a:lnTo>
                    <a:pt x="6560580" y="535657"/>
                  </a:lnTo>
                  <a:lnTo>
                    <a:pt x="6560725" y="535657"/>
                  </a:lnTo>
                  <a:lnTo>
                    <a:pt x="6560871" y="535657"/>
                  </a:lnTo>
                  <a:lnTo>
                    <a:pt x="6561016" y="535657"/>
                  </a:lnTo>
                  <a:lnTo>
                    <a:pt x="6561162" y="535657"/>
                  </a:lnTo>
                  <a:lnTo>
                    <a:pt x="6561162" y="535033"/>
                  </a:lnTo>
                  <a:lnTo>
                    <a:pt x="6561307" y="535033"/>
                  </a:lnTo>
                  <a:lnTo>
                    <a:pt x="6561452" y="535033"/>
                  </a:lnTo>
                  <a:lnTo>
                    <a:pt x="6561598" y="535033"/>
                  </a:lnTo>
                  <a:lnTo>
                    <a:pt x="6561743" y="535033"/>
                  </a:lnTo>
                  <a:lnTo>
                    <a:pt x="6561889" y="535033"/>
                  </a:lnTo>
                  <a:lnTo>
                    <a:pt x="6562034" y="535033"/>
                  </a:lnTo>
                  <a:lnTo>
                    <a:pt x="6562180" y="535033"/>
                  </a:lnTo>
                  <a:lnTo>
                    <a:pt x="6562180" y="534410"/>
                  </a:lnTo>
                  <a:lnTo>
                    <a:pt x="6562325" y="534410"/>
                  </a:lnTo>
                  <a:lnTo>
                    <a:pt x="6562470" y="534410"/>
                  </a:lnTo>
                  <a:lnTo>
                    <a:pt x="6562616" y="534410"/>
                  </a:lnTo>
                  <a:lnTo>
                    <a:pt x="6562761" y="534410"/>
                  </a:lnTo>
                  <a:lnTo>
                    <a:pt x="6562907" y="534410"/>
                  </a:lnTo>
                  <a:lnTo>
                    <a:pt x="6563052" y="534410"/>
                  </a:lnTo>
                  <a:lnTo>
                    <a:pt x="6563197" y="534410"/>
                  </a:lnTo>
                  <a:lnTo>
                    <a:pt x="6563343" y="534410"/>
                  </a:lnTo>
                  <a:lnTo>
                    <a:pt x="6563488" y="534410"/>
                  </a:lnTo>
                  <a:lnTo>
                    <a:pt x="6563634" y="534410"/>
                  </a:lnTo>
                  <a:lnTo>
                    <a:pt x="6563779" y="534410"/>
                  </a:lnTo>
                  <a:lnTo>
                    <a:pt x="6563779" y="533786"/>
                  </a:lnTo>
                  <a:lnTo>
                    <a:pt x="6563925" y="533786"/>
                  </a:lnTo>
                  <a:lnTo>
                    <a:pt x="6564070" y="533786"/>
                  </a:lnTo>
                  <a:lnTo>
                    <a:pt x="6564215" y="533786"/>
                  </a:lnTo>
                  <a:lnTo>
                    <a:pt x="6564361" y="533786"/>
                  </a:lnTo>
                  <a:lnTo>
                    <a:pt x="6564506" y="533786"/>
                  </a:lnTo>
                  <a:lnTo>
                    <a:pt x="6564652" y="533786"/>
                  </a:lnTo>
                  <a:lnTo>
                    <a:pt x="6564652" y="533162"/>
                  </a:lnTo>
                  <a:lnTo>
                    <a:pt x="6564797" y="533162"/>
                  </a:lnTo>
                  <a:lnTo>
                    <a:pt x="6564943" y="533162"/>
                  </a:lnTo>
                  <a:lnTo>
                    <a:pt x="6565088" y="533162"/>
                  </a:lnTo>
                  <a:lnTo>
                    <a:pt x="6565233" y="533162"/>
                  </a:lnTo>
                  <a:lnTo>
                    <a:pt x="6565379" y="533162"/>
                  </a:lnTo>
                  <a:lnTo>
                    <a:pt x="6565524" y="533162"/>
                  </a:lnTo>
                  <a:lnTo>
                    <a:pt x="6565670" y="533162"/>
                  </a:lnTo>
                  <a:lnTo>
                    <a:pt x="6565670" y="532539"/>
                  </a:lnTo>
                  <a:lnTo>
                    <a:pt x="6565815" y="532539"/>
                  </a:lnTo>
                  <a:lnTo>
                    <a:pt x="6565961" y="532539"/>
                  </a:lnTo>
                  <a:lnTo>
                    <a:pt x="6565961" y="531915"/>
                  </a:lnTo>
                  <a:lnTo>
                    <a:pt x="6566106" y="531915"/>
                  </a:lnTo>
                  <a:lnTo>
                    <a:pt x="6566251" y="531915"/>
                  </a:lnTo>
                  <a:lnTo>
                    <a:pt x="6566397" y="531915"/>
                  </a:lnTo>
                  <a:lnTo>
                    <a:pt x="6566397" y="531292"/>
                  </a:lnTo>
                  <a:lnTo>
                    <a:pt x="6566542" y="531292"/>
                  </a:lnTo>
                  <a:lnTo>
                    <a:pt x="6566542" y="530668"/>
                  </a:lnTo>
                  <a:lnTo>
                    <a:pt x="6566688" y="530668"/>
                  </a:lnTo>
                  <a:lnTo>
                    <a:pt x="6566833" y="530668"/>
                  </a:lnTo>
                  <a:lnTo>
                    <a:pt x="6566833" y="530044"/>
                  </a:lnTo>
                  <a:lnTo>
                    <a:pt x="6566979" y="530044"/>
                  </a:lnTo>
                  <a:lnTo>
                    <a:pt x="6567124" y="530044"/>
                  </a:lnTo>
                  <a:lnTo>
                    <a:pt x="6567124" y="529421"/>
                  </a:lnTo>
                  <a:lnTo>
                    <a:pt x="6567269" y="529421"/>
                  </a:lnTo>
                  <a:lnTo>
                    <a:pt x="6567269" y="528797"/>
                  </a:lnTo>
                  <a:lnTo>
                    <a:pt x="6567415" y="528797"/>
                  </a:lnTo>
                  <a:lnTo>
                    <a:pt x="6567560" y="528797"/>
                  </a:lnTo>
                  <a:lnTo>
                    <a:pt x="6567706" y="528797"/>
                  </a:lnTo>
                  <a:lnTo>
                    <a:pt x="6567851" y="528797"/>
                  </a:lnTo>
                  <a:lnTo>
                    <a:pt x="6567997" y="528797"/>
                  </a:lnTo>
                  <a:lnTo>
                    <a:pt x="6568142" y="528797"/>
                  </a:lnTo>
                  <a:lnTo>
                    <a:pt x="6568287" y="528797"/>
                  </a:lnTo>
                  <a:lnTo>
                    <a:pt x="6568433" y="528797"/>
                  </a:lnTo>
                  <a:lnTo>
                    <a:pt x="6568578" y="528797"/>
                  </a:lnTo>
                  <a:lnTo>
                    <a:pt x="6568724" y="528797"/>
                  </a:lnTo>
                  <a:lnTo>
                    <a:pt x="6568869" y="528797"/>
                  </a:lnTo>
                  <a:lnTo>
                    <a:pt x="6569015" y="528797"/>
                  </a:lnTo>
                  <a:lnTo>
                    <a:pt x="6569160" y="528797"/>
                  </a:lnTo>
                  <a:lnTo>
                    <a:pt x="6569305" y="528797"/>
                  </a:lnTo>
                  <a:lnTo>
                    <a:pt x="6569451" y="528797"/>
                  </a:lnTo>
                  <a:lnTo>
                    <a:pt x="6569596" y="528797"/>
                  </a:lnTo>
                  <a:lnTo>
                    <a:pt x="6569742" y="528797"/>
                  </a:lnTo>
                  <a:lnTo>
                    <a:pt x="6569887" y="528797"/>
                  </a:lnTo>
                  <a:lnTo>
                    <a:pt x="6570032" y="528797"/>
                  </a:lnTo>
                  <a:lnTo>
                    <a:pt x="6570178" y="528797"/>
                  </a:lnTo>
                  <a:lnTo>
                    <a:pt x="6570323" y="528797"/>
                  </a:lnTo>
                  <a:lnTo>
                    <a:pt x="6570469" y="528797"/>
                  </a:lnTo>
                  <a:lnTo>
                    <a:pt x="6570614" y="528797"/>
                  </a:lnTo>
                  <a:lnTo>
                    <a:pt x="6570760" y="528797"/>
                  </a:lnTo>
                  <a:lnTo>
                    <a:pt x="6570905" y="528797"/>
                  </a:lnTo>
                  <a:lnTo>
                    <a:pt x="6571050" y="528797"/>
                  </a:lnTo>
                  <a:lnTo>
                    <a:pt x="6571196" y="528797"/>
                  </a:lnTo>
                  <a:lnTo>
                    <a:pt x="6571196" y="528174"/>
                  </a:lnTo>
                  <a:lnTo>
                    <a:pt x="6571341" y="528174"/>
                  </a:lnTo>
                  <a:lnTo>
                    <a:pt x="6571487" y="528174"/>
                  </a:lnTo>
                  <a:lnTo>
                    <a:pt x="6571632" y="528174"/>
                  </a:lnTo>
                  <a:lnTo>
                    <a:pt x="6571778" y="528174"/>
                  </a:lnTo>
                  <a:lnTo>
                    <a:pt x="6571923" y="528174"/>
                  </a:lnTo>
                  <a:lnTo>
                    <a:pt x="6572068" y="528174"/>
                  </a:lnTo>
                  <a:lnTo>
                    <a:pt x="6572214" y="528174"/>
                  </a:lnTo>
                  <a:lnTo>
                    <a:pt x="6572359" y="528174"/>
                  </a:lnTo>
                  <a:lnTo>
                    <a:pt x="6572505" y="528174"/>
                  </a:lnTo>
                  <a:lnTo>
                    <a:pt x="6572650" y="528174"/>
                  </a:lnTo>
                  <a:lnTo>
                    <a:pt x="6572796" y="528174"/>
                  </a:lnTo>
                  <a:lnTo>
                    <a:pt x="6572941" y="528174"/>
                  </a:lnTo>
                  <a:lnTo>
                    <a:pt x="6573086" y="528174"/>
                  </a:lnTo>
                  <a:lnTo>
                    <a:pt x="6573086" y="527550"/>
                  </a:lnTo>
                  <a:lnTo>
                    <a:pt x="6573232" y="527550"/>
                  </a:lnTo>
                  <a:lnTo>
                    <a:pt x="6573377" y="527550"/>
                  </a:lnTo>
                  <a:lnTo>
                    <a:pt x="6573523" y="527550"/>
                  </a:lnTo>
                  <a:lnTo>
                    <a:pt x="6573668" y="527550"/>
                  </a:lnTo>
                  <a:lnTo>
                    <a:pt x="6573814" y="527550"/>
                  </a:lnTo>
                  <a:lnTo>
                    <a:pt x="6573959" y="527550"/>
                  </a:lnTo>
                  <a:lnTo>
                    <a:pt x="6574104" y="527550"/>
                  </a:lnTo>
                  <a:lnTo>
                    <a:pt x="6574250" y="527550"/>
                  </a:lnTo>
                  <a:lnTo>
                    <a:pt x="6574395" y="527550"/>
                  </a:lnTo>
                  <a:lnTo>
                    <a:pt x="6574541" y="527550"/>
                  </a:lnTo>
                  <a:lnTo>
                    <a:pt x="6574686" y="527550"/>
                  </a:lnTo>
                  <a:lnTo>
                    <a:pt x="6574832" y="527550"/>
                  </a:lnTo>
                  <a:lnTo>
                    <a:pt x="6574977" y="527550"/>
                  </a:lnTo>
                  <a:lnTo>
                    <a:pt x="6575122" y="527550"/>
                  </a:lnTo>
                  <a:lnTo>
                    <a:pt x="6575268" y="527550"/>
                  </a:lnTo>
                  <a:lnTo>
                    <a:pt x="6575413" y="527550"/>
                  </a:lnTo>
                  <a:lnTo>
                    <a:pt x="6575413" y="526927"/>
                  </a:lnTo>
                  <a:lnTo>
                    <a:pt x="6575559" y="526927"/>
                  </a:lnTo>
                  <a:lnTo>
                    <a:pt x="6575704" y="526927"/>
                  </a:lnTo>
                  <a:lnTo>
                    <a:pt x="6575850" y="526927"/>
                  </a:lnTo>
                  <a:lnTo>
                    <a:pt x="6575995" y="526927"/>
                  </a:lnTo>
                  <a:lnTo>
                    <a:pt x="6576140" y="526927"/>
                  </a:lnTo>
                  <a:lnTo>
                    <a:pt x="6576286" y="526927"/>
                  </a:lnTo>
                  <a:lnTo>
                    <a:pt x="6576431" y="526927"/>
                  </a:lnTo>
                  <a:lnTo>
                    <a:pt x="6576577" y="526927"/>
                  </a:lnTo>
                  <a:lnTo>
                    <a:pt x="6576722" y="526927"/>
                  </a:lnTo>
                  <a:lnTo>
                    <a:pt x="6576867" y="526927"/>
                  </a:lnTo>
                  <a:lnTo>
                    <a:pt x="6577013" y="526927"/>
                  </a:lnTo>
                  <a:lnTo>
                    <a:pt x="6577158" y="526927"/>
                  </a:lnTo>
                  <a:lnTo>
                    <a:pt x="6577304" y="526927"/>
                  </a:lnTo>
                  <a:lnTo>
                    <a:pt x="6577449" y="526927"/>
                  </a:lnTo>
                  <a:lnTo>
                    <a:pt x="6577595" y="526927"/>
                  </a:lnTo>
                  <a:lnTo>
                    <a:pt x="6577740" y="526927"/>
                  </a:lnTo>
                  <a:lnTo>
                    <a:pt x="6577740" y="526303"/>
                  </a:lnTo>
                  <a:lnTo>
                    <a:pt x="6577885" y="526303"/>
                  </a:lnTo>
                  <a:lnTo>
                    <a:pt x="6578031" y="526303"/>
                  </a:lnTo>
                  <a:lnTo>
                    <a:pt x="6578176" y="526303"/>
                  </a:lnTo>
                  <a:lnTo>
                    <a:pt x="6578322" y="526303"/>
                  </a:lnTo>
                  <a:lnTo>
                    <a:pt x="6578467" y="526303"/>
                  </a:lnTo>
                  <a:lnTo>
                    <a:pt x="6578467" y="525679"/>
                  </a:lnTo>
                  <a:lnTo>
                    <a:pt x="6578613" y="525679"/>
                  </a:lnTo>
                  <a:lnTo>
                    <a:pt x="6578758" y="525679"/>
                  </a:lnTo>
                  <a:lnTo>
                    <a:pt x="6578903" y="525679"/>
                  </a:lnTo>
                  <a:lnTo>
                    <a:pt x="6579049" y="525679"/>
                  </a:lnTo>
                  <a:lnTo>
                    <a:pt x="6579194" y="525679"/>
                  </a:lnTo>
                  <a:lnTo>
                    <a:pt x="6579340" y="525679"/>
                  </a:lnTo>
                  <a:lnTo>
                    <a:pt x="6579485" y="525679"/>
                  </a:lnTo>
                  <a:lnTo>
                    <a:pt x="6579485" y="525056"/>
                  </a:lnTo>
                  <a:lnTo>
                    <a:pt x="6579631" y="525056"/>
                  </a:lnTo>
                  <a:lnTo>
                    <a:pt x="6579631" y="524432"/>
                  </a:lnTo>
                  <a:lnTo>
                    <a:pt x="6579776" y="524432"/>
                  </a:lnTo>
                  <a:lnTo>
                    <a:pt x="6579776" y="523809"/>
                  </a:lnTo>
                  <a:lnTo>
                    <a:pt x="6579921" y="523809"/>
                  </a:lnTo>
                  <a:lnTo>
                    <a:pt x="6580067" y="523809"/>
                  </a:lnTo>
                  <a:lnTo>
                    <a:pt x="6580212" y="523809"/>
                  </a:lnTo>
                  <a:lnTo>
                    <a:pt x="6580358" y="523809"/>
                  </a:lnTo>
                  <a:lnTo>
                    <a:pt x="6580503" y="523809"/>
                  </a:lnTo>
                  <a:lnTo>
                    <a:pt x="6580649" y="523809"/>
                  </a:lnTo>
                  <a:lnTo>
                    <a:pt x="6580794" y="523809"/>
                  </a:lnTo>
                  <a:lnTo>
                    <a:pt x="6580939" y="523809"/>
                  </a:lnTo>
                  <a:lnTo>
                    <a:pt x="6581085" y="523809"/>
                  </a:lnTo>
                  <a:lnTo>
                    <a:pt x="6581230" y="523809"/>
                  </a:lnTo>
                  <a:lnTo>
                    <a:pt x="6581376" y="523809"/>
                  </a:lnTo>
                  <a:lnTo>
                    <a:pt x="6581521" y="523809"/>
                  </a:lnTo>
                  <a:lnTo>
                    <a:pt x="6581667" y="523809"/>
                  </a:lnTo>
                  <a:lnTo>
                    <a:pt x="6581812" y="523809"/>
                  </a:lnTo>
                  <a:lnTo>
                    <a:pt x="6581957" y="523809"/>
                  </a:lnTo>
                  <a:lnTo>
                    <a:pt x="6582103" y="523809"/>
                  </a:lnTo>
                  <a:lnTo>
                    <a:pt x="6582248" y="523809"/>
                  </a:lnTo>
                  <a:lnTo>
                    <a:pt x="6582394" y="523809"/>
                  </a:lnTo>
                  <a:lnTo>
                    <a:pt x="6582539" y="523809"/>
                  </a:lnTo>
                  <a:lnTo>
                    <a:pt x="6582685" y="523809"/>
                  </a:lnTo>
                  <a:lnTo>
                    <a:pt x="6582830" y="523809"/>
                  </a:lnTo>
                  <a:lnTo>
                    <a:pt x="6582975" y="523809"/>
                  </a:lnTo>
                  <a:lnTo>
                    <a:pt x="6583121" y="523809"/>
                  </a:lnTo>
                  <a:lnTo>
                    <a:pt x="6583266" y="523809"/>
                  </a:lnTo>
                  <a:lnTo>
                    <a:pt x="6583412" y="523809"/>
                  </a:lnTo>
                  <a:lnTo>
                    <a:pt x="6583557" y="523809"/>
                  </a:lnTo>
                  <a:lnTo>
                    <a:pt x="6583702" y="523809"/>
                  </a:lnTo>
                  <a:lnTo>
                    <a:pt x="6583848" y="523809"/>
                  </a:lnTo>
                  <a:lnTo>
                    <a:pt x="6583993" y="523809"/>
                  </a:lnTo>
                  <a:lnTo>
                    <a:pt x="6584139" y="523809"/>
                  </a:lnTo>
                  <a:lnTo>
                    <a:pt x="6584284" y="523809"/>
                  </a:lnTo>
                  <a:lnTo>
                    <a:pt x="6584430" y="523809"/>
                  </a:lnTo>
                  <a:lnTo>
                    <a:pt x="6584575" y="523809"/>
                  </a:lnTo>
                  <a:lnTo>
                    <a:pt x="6584720" y="523809"/>
                  </a:lnTo>
                  <a:lnTo>
                    <a:pt x="6584866" y="523809"/>
                  </a:lnTo>
                  <a:lnTo>
                    <a:pt x="6585011" y="523809"/>
                  </a:lnTo>
                  <a:lnTo>
                    <a:pt x="6585157" y="523809"/>
                  </a:lnTo>
                  <a:lnTo>
                    <a:pt x="6585302" y="523809"/>
                  </a:lnTo>
                  <a:lnTo>
                    <a:pt x="6585448" y="523809"/>
                  </a:lnTo>
                  <a:lnTo>
                    <a:pt x="6585593" y="523809"/>
                  </a:lnTo>
                  <a:lnTo>
                    <a:pt x="6585738" y="523809"/>
                  </a:lnTo>
                  <a:lnTo>
                    <a:pt x="6585884" y="523809"/>
                  </a:lnTo>
                  <a:lnTo>
                    <a:pt x="6586029" y="523809"/>
                  </a:lnTo>
                  <a:lnTo>
                    <a:pt x="6586175" y="523809"/>
                  </a:lnTo>
                  <a:lnTo>
                    <a:pt x="6586320" y="523809"/>
                  </a:lnTo>
                  <a:lnTo>
                    <a:pt x="6586466" y="523809"/>
                  </a:lnTo>
                  <a:lnTo>
                    <a:pt x="6586611" y="523809"/>
                  </a:lnTo>
                  <a:lnTo>
                    <a:pt x="6586756" y="523809"/>
                  </a:lnTo>
                  <a:lnTo>
                    <a:pt x="6586902" y="523809"/>
                  </a:lnTo>
                  <a:lnTo>
                    <a:pt x="6587047" y="523809"/>
                  </a:lnTo>
                  <a:lnTo>
                    <a:pt x="6587193" y="523809"/>
                  </a:lnTo>
                  <a:lnTo>
                    <a:pt x="6587338" y="523809"/>
                  </a:lnTo>
                  <a:lnTo>
                    <a:pt x="6587484" y="523809"/>
                  </a:lnTo>
                  <a:lnTo>
                    <a:pt x="6587629" y="523809"/>
                  </a:lnTo>
                  <a:lnTo>
                    <a:pt x="6587774" y="523809"/>
                  </a:lnTo>
                  <a:lnTo>
                    <a:pt x="6587920" y="523809"/>
                  </a:lnTo>
                  <a:lnTo>
                    <a:pt x="6588065" y="523809"/>
                  </a:lnTo>
                  <a:lnTo>
                    <a:pt x="6588211" y="523809"/>
                  </a:lnTo>
                  <a:lnTo>
                    <a:pt x="6588356" y="523809"/>
                  </a:lnTo>
                  <a:lnTo>
                    <a:pt x="6588502" y="523809"/>
                  </a:lnTo>
                  <a:lnTo>
                    <a:pt x="6588647" y="523809"/>
                  </a:lnTo>
                  <a:lnTo>
                    <a:pt x="6588792" y="523809"/>
                  </a:lnTo>
                  <a:lnTo>
                    <a:pt x="6588938" y="523809"/>
                  </a:lnTo>
                  <a:lnTo>
                    <a:pt x="6589083" y="523809"/>
                  </a:lnTo>
                  <a:lnTo>
                    <a:pt x="6589229" y="523809"/>
                  </a:lnTo>
                  <a:lnTo>
                    <a:pt x="6589374" y="523809"/>
                  </a:lnTo>
                  <a:lnTo>
                    <a:pt x="6589520" y="523809"/>
                  </a:lnTo>
                  <a:lnTo>
                    <a:pt x="6589520" y="523185"/>
                  </a:lnTo>
                  <a:lnTo>
                    <a:pt x="6589665" y="523185"/>
                  </a:lnTo>
                  <a:lnTo>
                    <a:pt x="6589810" y="523185"/>
                  </a:lnTo>
                  <a:lnTo>
                    <a:pt x="6589956" y="523185"/>
                  </a:lnTo>
                  <a:lnTo>
                    <a:pt x="6590101" y="523185"/>
                  </a:lnTo>
                  <a:lnTo>
                    <a:pt x="6590247" y="523185"/>
                  </a:lnTo>
                  <a:lnTo>
                    <a:pt x="6590392" y="523185"/>
                  </a:lnTo>
                  <a:lnTo>
                    <a:pt x="6590537" y="523185"/>
                  </a:lnTo>
                  <a:lnTo>
                    <a:pt x="6590683" y="523185"/>
                  </a:lnTo>
                  <a:lnTo>
                    <a:pt x="6590683" y="522561"/>
                  </a:lnTo>
                  <a:lnTo>
                    <a:pt x="6590828" y="522561"/>
                  </a:lnTo>
                  <a:lnTo>
                    <a:pt x="6590974" y="522561"/>
                  </a:lnTo>
                  <a:lnTo>
                    <a:pt x="6591119" y="522561"/>
                  </a:lnTo>
                  <a:lnTo>
                    <a:pt x="6591265" y="522561"/>
                  </a:lnTo>
                  <a:lnTo>
                    <a:pt x="6591410" y="522561"/>
                  </a:lnTo>
                  <a:lnTo>
                    <a:pt x="6591555" y="522561"/>
                  </a:lnTo>
                  <a:lnTo>
                    <a:pt x="6591701" y="522561"/>
                  </a:lnTo>
                  <a:lnTo>
                    <a:pt x="6591846" y="522561"/>
                  </a:lnTo>
                  <a:lnTo>
                    <a:pt x="6591846" y="521938"/>
                  </a:lnTo>
                  <a:lnTo>
                    <a:pt x="6591992" y="521938"/>
                  </a:lnTo>
                  <a:lnTo>
                    <a:pt x="6592137" y="521938"/>
                  </a:lnTo>
                  <a:lnTo>
                    <a:pt x="6592283" y="521938"/>
                  </a:lnTo>
                  <a:lnTo>
                    <a:pt x="6592428" y="521938"/>
                  </a:lnTo>
                  <a:lnTo>
                    <a:pt x="6592573" y="521938"/>
                  </a:lnTo>
                  <a:lnTo>
                    <a:pt x="6592719" y="521938"/>
                  </a:lnTo>
                  <a:lnTo>
                    <a:pt x="6592864" y="521938"/>
                  </a:lnTo>
                  <a:lnTo>
                    <a:pt x="6593010" y="521938"/>
                  </a:lnTo>
                  <a:lnTo>
                    <a:pt x="6593155" y="521938"/>
                  </a:lnTo>
                  <a:lnTo>
                    <a:pt x="6593301" y="521938"/>
                  </a:lnTo>
                  <a:lnTo>
                    <a:pt x="6593446" y="521938"/>
                  </a:lnTo>
                  <a:lnTo>
                    <a:pt x="6593591" y="521938"/>
                  </a:lnTo>
                  <a:lnTo>
                    <a:pt x="6593737" y="521938"/>
                  </a:lnTo>
                  <a:lnTo>
                    <a:pt x="6593882" y="521938"/>
                  </a:lnTo>
                  <a:lnTo>
                    <a:pt x="6594028" y="521938"/>
                  </a:lnTo>
                  <a:lnTo>
                    <a:pt x="6594028" y="521314"/>
                  </a:lnTo>
                  <a:lnTo>
                    <a:pt x="6594173" y="521314"/>
                  </a:lnTo>
                  <a:lnTo>
                    <a:pt x="6594319" y="521314"/>
                  </a:lnTo>
                  <a:lnTo>
                    <a:pt x="6594464" y="521314"/>
                  </a:lnTo>
                  <a:lnTo>
                    <a:pt x="6594609" y="521314"/>
                  </a:lnTo>
                  <a:lnTo>
                    <a:pt x="6594609" y="520691"/>
                  </a:lnTo>
                  <a:lnTo>
                    <a:pt x="6594755" y="520691"/>
                  </a:lnTo>
                  <a:lnTo>
                    <a:pt x="6594900" y="520691"/>
                  </a:lnTo>
                  <a:lnTo>
                    <a:pt x="6595046" y="520691"/>
                  </a:lnTo>
                  <a:lnTo>
                    <a:pt x="6595191" y="520691"/>
                  </a:lnTo>
                  <a:lnTo>
                    <a:pt x="6595337" y="520691"/>
                  </a:lnTo>
                  <a:lnTo>
                    <a:pt x="6595482" y="520691"/>
                  </a:lnTo>
                  <a:lnTo>
                    <a:pt x="6595627" y="520691"/>
                  </a:lnTo>
                  <a:lnTo>
                    <a:pt x="6595773" y="520691"/>
                  </a:lnTo>
                  <a:lnTo>
                    <a:pt x="6595918" y="520691"/>
                  </a:lnTo>
                  <a:lnTo>
                    <a:pt x="6596064" y="520691"/>
                  </a:lnTo>
                  <a:lnTo>
                    <a:pt x="6596209" y="520691"/>
                  </a:lnTo>
                  <a:lnTo>
                    <a:pt x="6596354" y="520691"/>
                  </a:lnTo>
                  <a:lnTo>
                    <a:pt x="6596500" y="520691"/>
                  </a:lnTo>
                  <a:lnTo>
                    <a:pt x="6596645" y="520691"/>
                  </a:lnTo>
                  <a:lnTo>
                    <a:pt x="6596791" y="520691"/>
                  </a:lnTo>
                  <a:lnTo>
                    <a:pt x="6596936" y="520691"/>
                  </a:lnTo>
                  <a:lnTo>
                    <a:pt x="6597082" y="520691"/>
                  </a:lnTo>
                  <a:lnTo>
                    <a:pt x="6597227" y="520691"/>
                  </a:lnTo>
                  <a:lnTo>
                    <a:pt x="6597372" y="520691"/>
                  </a:lnTo>
                  <a:lnTo>
                    <a:pt x="6597518" y="520691"/>
                  </a:lnTo>
                  <a:lnTo>
                    <a:pt x="6597663" y="520691"/>
                  </a:lnTo>
                  <a:lnTo>
                    <a:pt x="6597809" y="520691"/>
                  </a:lnTo>
                  <a:lnTo>
                    <a:pt x="6597809" y="520067"/>
                  </a:lnTo>
                  <a:lnTo>
                    <a:pt x="6597954" y="520067"/>
                  </a:lnTo>
                  <a:lnTo>
                    <a:pt x="6598100" y="520067"/>
                  </a:lnTo>
                  <a:lnTo>
                    <a:pt x="6598100" y="519444"/>
                  </a:lnTo>
                  <a:lnTo>
                    <a:pt x="6598245" y="519444"/>
                  </a:lnTo>
                  <a:lnTo>
                    <a:pt x="6598390" y="519444"/>
                  </a:lnTo>
                  <a:lnTo>
                    <a:pt x="6598536" y="519444"/>
                  </a:lnTo>
                  <a:lnTo>
                    <a:pt x="6598681" y="519444"/>
                  </a:lnTo>
                  <a:lnTo>
                    <a:pt x="6598827" y="519444"/>
                  </a:lnTo>
                  <a:lnTo>
                    <a:pt x="6598827" y="518820"/>
                  </a:lnTo>
                  <a:lnTo>
                    <a:pt x="6598972" y="518820"/>
                  </a:lnTo>
                  <a:lnTo>
                    <a:pt x="6599118" y="518820"/>
                  </a:lnTo>
                  <a:lnTo>
                    <a:pt x="6599263" y="518820"/>
                  </a:lnTo>
                  <a:lnTo>
                    <a:pt x="6599408" y="518820"/>
                  </a:lnTo>
                  <a:lnTo>
                    <a:pt x="6599554" y="518820"/>
                  </a:lnTo>
                  <a:lnTo>
                    <a:pt x="6599699" y="518820"/>
                  </a:lnTo>
                  <a:lnTo>
                    <a:pt x="6599845" y="518820"/>
                  </a:lnTo>
                  <a:lnTo>
                    <a:pt x="6599845" y="518196"/>
                  </a:lnTo>
                  <a:lnTo>
                    <a:pt x="6599990" y="518196"/>
                  </a:lnTo>
                  <a:lnTo>
                    <a:pt x="6600136" y="518196"/>
                  </a:lnTo>
                  <a:lnTo>
                    <a:pt x="6600281" y="518196"/>
                  </a:lnTo>
                  <a:lnTo>
                    <a:pt x="6600426" y="518196"/>
                  </a:lnTo>
                  <a:lnTo>
                    <a:pt x="6600572" y="518196"/>
                  </a:lnTo>
                  <a:lnTo>
                    <a:pt x="6600717" y="518196"/>
                  </a:lnTo>
                  <a:lnTo>
                    <a:pt x="6600863" y="518196"/>
                  </a:lnTo>
                  <a:lnTo>
                    <a:pt x="6601008" y="518196"/>
                  </a:lnTo>
                  <a:lnTo>
                    <a:pt x="6601154" y="518196"/>
                  </a:lnTo>
                  <a:lnTo>
                    <a:pt x="6601299" y="518196"/>
                  </a:lnTo>
                  <a:lnTo>
                    <a:pt x="6601444" y="518196"/>
                  </a:lnTo>
                  <a:lnTo>
                    <a:pt x="6601590" y="518196"/>
                  </a:lnTo>
                  <a:lnTo>
                    <a:pt x="6601735" y="518196"/>
                  </a:lnTo>
                  <a:lnTo>
                    <a:pt x="6601881" y="518196"/>
                  </a:lnTo>
                  <a:lnTo>
                    <a:pt x="6602026" y="518196"/>
                  </a:lnTo>
                  <a:lnTo>
                    <a:pt x="6602172" y="518196"/>
                  </a:lnTo>
                  <a:lnTo>
                    <a:pt x="6602317" y="518196"/>
                  </a:lnTo>
                  <a:lnTo>
                    <a:pt x="6602462" y="518196"/>
                  </a:lnTo>
                  <a:lnTo>
                    <a:pt x="6602608" y="518196"/>
                  </a:lnTo>
                  <a:lnTo>
                    <a:pt x="6602753" y="518196"/>
                  </a:lnTo>
                  <a:lnTo>
                    <a:pt x="6602753" y="517573"/>
                  </a:lnTo>
                  <a:lnTo>
                    <a:pt x="6602899" y="517573"/>
                  </a:lnTo>
                  <a:lnTo>
                    <a:pt x="6603044" y="517573"/>
                  </a:lnTo>
                  <a:lnTo>
                    <a:pt x="6603189" y="517573"/>
                  </a:lnTo>
                  <a:lnTo>
                    <a:pt x="6603335" y="517573"/>
                  </a:lnTo>
                  <a:lnTo>
                    <a:pt x="6603480" y="517573"/>
                  </a:lnTo>
                  <a:lnTo>
                    <a:pt x="6603626" y="517573"/>
                  </a:lnTo>
                  <a:lnTo>
                    <a:pt x="6603771" y="517573"/>
                  </a:lnTo>
                  <a:lnTo>
                    <a:pt x="6603917" y="517573"/>
                  </a:lnTo>
                  <a:lnTo>
                    <a:pt x="6604062" y="517573"/>
                  </a:lnTo>
                  <a:lnTo>
                    <a:pt x="6604207" y="517573"/>
                  </a:lnTo>
                  <a:lnTo>
                    <a:pt x="6604353" y="517573"/>
                  </a:lnTo>
                  <a:lnTo>
                    <a:pt x="6604498" y="517573"/>
                  </a:lnTo>
                  <a:lnTo>
                    <a:pt x="6604644" y="517573"/>
                  </a:lnTo>
                  <a:lnTo>
                    <a:pt x="6604789" y="517573"/>
                  </a:lnTo>
                  <a:lnTo>
                    <a:pt x="6604935" y="517573"/>
                  </a:lnTo>
                  <a:lnTo>
                    <a:pt x="6605080" y="517573"/>
                  </a:lnTo>
                  <a:lnTo>
                    <a:pt x="6605225" y="517573"/>
                  </a:lnTo>
                  <a:lnTo>
                    <a:pt x="6605371" y="517573"/>
                  </a:lnTo>
                  <a:lnTo>
                    <a:pt x="6605516" y="517573"/>
                  </a:lnTo>
                  <a:lnTo>
                    <a:pt x="6605662" y="517573"/>
                  </a:lnTo>
                  <a:lnTo>
                    <a:pt x="6605807" y="517573"/>
                  </a:lnTo>
                  <a:lnTo>
                    <a:pt x="6605953" y="517573"/>
                  </a:lnTo>
                  <a:lnTo>
                    <a:pt x="6606098" y="517573"/>
                  </a:lnTo>
                  <a:lnTo>
                    <a:pt x="6606243" y="517573"/>
                  </a:lnTo>
                  <a:lnTo>
                    <a:pt x="6606389" y="517573"/>
                  </a:lnTo>
                  <a:lnTo>
                    <a:pt x="6606534" y="517573"/>
                  </a:lnTo>
                  <a:lnTo>
                    <a:pt x="6606680" y="517573"/>
                  </a:lnTo>
                  <a:lnTo>
                    <a:pt x="6606825" y="517573"/>
                  </a:lnTo>
                  <a:lnTo>
                    <a:pt x="6606971" y="517573"/>
                  </a:lnTo>
                  <a:lnTo>
                    <a:pt x="6607116" y="517573"/>
                  </a:lnTo>
                  <a:lnTo>
                    <a:pt x="6607261" y="517573"/>
                  </a:lnTo>
                  <a:lnTo>
                    <a:pt x="6607407" y="517573"/>
                  </a:lnTo>
                  <a:lnTo>
                    <a:pt x="6607552" y="517573"/>
                  </a:lnTo>
                  <a:lnTo>
                    <a:pt x="6607698" y="517573"/>
                  </a:lnTo>
                  <a:lnTo>
                    <a:pt x="6607843" y="517573"/>
                  </a:lnTo>
                  <a:lnTo>
                    <a:pt x="6607989" y="517573"/>
                  </a:lnTo>
                  <a:lnTo>
                    <a:pt x="6608134" y="517573"/>
                  </a:lnTo>
                  <a:lnTo>
                    <a:pt x="6608279" y="517573"/>
                  </a:lnTo>
                  <a:lnTo>
                    <a:pt x="6608425" y="517573"/>
                  </a:lnTo>
                  <a:lnTo>
                    <a:pt x="6608570" y="517573"/>
                  </a:lnTo>
                  <a:lnTo>
                    <a:pt x="6608716" y="517573"/>
                  </a:lnTo>
                  <a:lnTo>
                    <a:pt x="6608716" y="516949"/>
                  </a:lnTo>
                  <a:lnTo>
                    <a:pt x="6608716" y="516326"/>
                  </a:lnTo>
                  <a:lnTo>
                    <a:pt x="6608861" y="516326"/>
                  </a:lnTo>
                  <a:lnTo>
                    <a:pt x="6609007" y="516326"/>
                  </a:lnTo>
                  <a:lnTo>
                    <a:pt x="6609152" y="516326"/>
                  </a:lnTo>
                  <a:lnTo>
                    <a:pt x="6609297" y="516326"/>
                  </a:lnTo>
                  <a:lnTo>
                    <a:pt x="6609443" y="516326"/>
                  </a:lnTo>
                  <a:lnTo>
                    <a:pt x="6609443" y="515702"/>
                  </a:lnTo>
                  <a:lnTo>
                    <a:pt x="6609443" y="515078"/>
                  </a:lnTo>
                  <a:lnTo>
                    <a:pt x="6609588" y="515078"/>
                  </a:lnTo>
                  <a:lnTo>
                    <a:pt x="6609734" y="515078"/>
                  </a:lnTo>
                  <a:lnTo>
                    <a:pt x="6609879" y="515078"/>
                  </a:lnTo>
                  <a:lnTo>
                    <a:pt x="6610024" y="515078"/>
                  </a:lnTo>
                  <a:lnTo>
                    <a:pt x="6610170" y="515078"/>
                  </a:lnTo>
                  <a:lnTo>
                    <a:pt x="6610315" y="515078"/>
                  </a:lnTo>
                  <a:lnTo>
                    <a:pt x="6610461" y="515078"/>
                  </a:lnTo>
                  <a:lnTo>
                    <a:pt x="6610606" y="515078"/>
                  </a:lnTo>
                  <a:lnTo>
                    <a:pt x="6610752" y="515078"/>
                  </a:lnTo>
                  <a:lnTo>
                    <a:pt x="6610897" y="515078"/>
                  </a:lnTo>
                  <a:lnTo>
                    <a:pt x="6611042" y="515078"/>
                  </a:lnTo>
                  <a:lnTo>
                    <a:pt x="6611188" y="515078"/>
                  </a:lnTo>
                  <a:lnTo>
                    <a:pt x="6611333" y="515078"/>
                  </a:lnTo>
                  <a:lnTo>
                    <a:pt x="6611479" y="515078"/>
                  </a:lnTo>
                  <a:lnTo>
                    <a:pt x="6611624" y="515078"/>
                  </a:lnTo>
                  <a:lnTo>
                    <a:pt x="6611624" y="514455"/>
                  </a:lnTo>
                  <a:lnTo>
                    <a:pt x="6611770" y="514455"/>
                  </a:lnTo>
                  <a:lnTo>
                    <a:pt x="6611915" y="514455"/>
                  </a:lnTo>
                  <a:lnTo>
                    <a:pt x="6612060" y="514455"/>
                  </a:lnTo>
                  <a:lnTo>
                    <a:pt x="6612206" y="514455"/>
                  </a:lnTo>
                  <a:lnTo>
                    <a:pt x="6612351" y="514455"/>
                  </a:lnTo>
                  <a:lnTo>
                    <a:pt x="6612497" y="514455"/>
                  </a:lnTo>
                  <a:lnTo>
                    <a:pt x="6612642" y="514455"/>
                  </a:lnTo>
                  <a:lnTo>
                    <a:pt x="6612788" y="514455"/>
                  </a:lnTo>
                  <a:lnTo>
                    <a:pt x="6612933" y="514455"/>
                  </a:lnTo>
                  <a:lnTo>
                    <a:pt x="6613078" y="514455"/>
                  </a:lnTo>
                  <a:lnTo>
                    <a:pt x="6613078" y="513831"/>
                  </a:lnTo>
                  <a:lnTo>
                    <a:pt x="6613224" y="513831"/>
                  </a:lnTo>
                  <a:lnTo>
                    <a:pt x="6613369" y="513831"/>
                  </a:lnTo>
                  <a:lnTo>
                    <a:pt x="6613515" y="513831"/>
                  </a:lnTo>
                  <a:lnTo>
                    <a:pt x="6613660" y="513831"/>
                  </a:lnTo>
                  <a:lnTo>
                    <a:pt x="6613660" y="513208"/>
                  </a:lnTo>
                  <a:lnTo>
                    <a:pt x="6613806" y="513208"/>
                  </a:lnTo>
                  <a:lnTo>
                    <a:pt x="6613951" y="513208"/>
                  </a:lnTo>
                  <a:lnTo>
                    <a:pt x="6614096" y="513208"/>
                  </a:lnTo>
                  <a:lnTo>
                    <a:pt x="6614242" y="513208"/>
                  </a:lnTo>
                  <a:lnTo>
                    <a:pt x="6614387" y="513208"/>
                  </a:lnTo>
                  <a:lnTo>
                    <a:pt x="6614533" y="513208"/>
                  </a:lnTo>
                  <a:lnTo>
                    <a:pt x="6614678" y="513208"/>
                  </a:lnTo>
                  <a:lnTo>
                    <a:pt x="6614824" y="513208"/>
                  </a:lnTo>
                  <a:lnTo>
                    <a:pt x="6614969" y="513208"/>
                  </a:lnTo>
                  <a:lnTo>
                    <a:pt x="6615114" y="513208"/>
                  </a:lnTo>
                  <a:lnTo>
                    <a:pt x="6615260" y="513208"/>
                  </a:lnTo>
                  <a:lnTo>
                    <a:pt x="6615405" y="513208"/>
                  </a:lnTo>
                  <a:lnTo>
                    <a:pt x="6615551" y="513208"/>
                  </a:lnTo>
                  <a:lnTo>
                    <a:pt x="6615696" y="513208"/>
                  </a:lnTo>
                  <a:lnTo>
                    <a:pt x="6615842" y="513208"/>
                  </a:lnTo>
                  <a:lnTo>
                    <a:pt x="6615987" y="513208"/>
                  </a:lnTo>
                  <a:lnTo>
                    <a:pt x="6616132" y="513208"/>
                  </a:lnTo>
                  <a:lnTo>
                    <a:pt x="6616132" y="512584"/>
                  </a:lnTo>
                  <a:lnTo>
                    <a:pt x="6616278" y="512584"/>
                  </a:lnTo>
                  <a:lnTo>
                    <a:pt x="6616423" y="512584"/>
                  </a:lnTo>
                  <a:lnTo>
                    <a:pt x="6616569" y="512584"/>
                  </a:lnTo>
                  <a:lnTo>
                    <a:pt x="6616714" y="512584"/>
                  </a:lnTo>
                  <a:lnTo>
                    <a:pt x="6616714" y="511961"/>
                  </a:lnTo>
                  <a:lnTo>
                    <a:pt x="6616859" y="511961"/>
                  </a:lnTo>
                  <a:lnTo>
                    <a:pt x="6617005" y="511961"/>
                  </a:lnTo>
                  <a:lnTo>
                    <a:pt x="6617150" y="511961"/>
                  </a:lnTo>
                  <a:lnTo>
                    <a:pt x="6617296" y="511961"/>
                  </a:lnTo>
                  <a:lnTo>
                    <a:pt x="6617441" y="511961"/>
                  </a:lnTo>
                  <a:lnTo>
                    <a:pt x="6617587" y="511961"/>
                  </a:lnTo>
                  <a:lnTo>
                    <a:pt x="6617732" y="511961"/>
                  </a:lnTo>
                  <a:lnTo>
                    <a:pt x="6617877" y="511961"/>
                  </a:lnTo>
                  <a:lnTo>
                    <a:pt x="6618023" y="511961"/>
                  </a:lnTo>
                  <a:lnTo>
                    <a:pt x="6618168" y="511961"/>
                  </a:lnTo>
                  <a:lnTo>
                    <a:pt x="6618314" y="511961"/>
                  </a:lnTo>
                  <a:lnTo>
                    <a:pt x="6618314" y="511337"/>
                  </a:lnTo>
                  <a:lnTo>
                    <a:pt x="6618459" y="511337"/>
                  </a:lnTo>
                  <a:lnTo>
                    <a:pt x="6618605" y="511337"/>
                  </a:lnTo>
                  <a:lnTo>
                    <a:pt x="6618750" y="511337"/>
                  </a:lnTo>
                  <a:lnTo>
                    <a:pt x="6618895" y="511337"/>
                  </a:lnTo>
                  <a:lnTo>
                    <a:pt x="6619041" y="511337"/>
                  </a:lnTo>
                  <a:lnTo>
                    <a:pt x="6619186" y="511337"/>
                  </a:lnTo>
                  <a:lnTo>
                    <a:pt x="6619332" y="511337"/>
                  </a:lnTo>
                  <a:lnTo>
                    <a:pt x="6619477" y="511337"/>
                  </a:lnTo>
                  <a:lnTo>
                    <a:pt x="6619623" y="511337"/>
                  </a:lnTo>
                  <a:lnTo>
                    <a:pt x="6619768" y="511337"/>
                  </a:lnTo>
                  <a:lnTo>
                    <a:pt x="6619913" y="511337"/>
                  </a:lnTo>
                  <a:lnTo>
                    <a:pt x="6620059" y="511337"/>
                  </a:lnTo>
                  <a:lnTo>
                    <a:pt x="6620204" y="511337"/>
                  </a:lnTo>
                  <a:lnTo>
                    <a:pt x="6620350" y="511337"/>
                  </a:lnTo>
                  <a:lnTo>
                    <a:pt x="6620350" y="510713"/>
                  </a:lnTo>
                  <a:lnTo>
                    <a:pt x="6620495" y="510713"/>
                  </a:lnTo>
                  <a:lnTo>
                    <a:pt x="6620641" y="510713"/>
                  </a:lnTo>
                  <a:lnTo>
                    <a:pt x="6620786" y="510713"/>
                  </a:lnTo>
                  <a:lnTo>
                    <a:pt x="6620931" y="510713"/>
                  </a:lnTo>
                  <a:lnTo>
                    <a:pt x="6621077" y="510713"/>
                  </a:lnTo>
                  <a:lnTo>
                    <a:pt x="6621222" y="510713"/>
                  </a:lnTo>
                  <a:lnTo>
                    <a:pt x="6621368" y="510713"/>
                  </a:lnTo>
                  <a:lnTo>
                    <a:pt x="6621513" y="510713"/>
                  </a:lnTo>
                  <a:lnTo>
                    <a:pt x="6621659" y="510713"/>
                  </a:lnTo>
                  <a:lnTo>
                    <a:pt x="6621804" y="510713"/>
                  </a:lnTo>
                  <a:lnTo>
                    <a:pt x="6621949" y="510713"/>
                  </a:lnTo>
                  <a:lnTo>
                    <a:pt x="6622095" y="510713"/>
                  </a:lnTo>
                  <a:lnTo>
                    <a:pt x="6622240" y="510713"/>
                  </a:lnTo>
                  <a:lnTo>
                    <a:pt x="6622386" y="510713"/>
                  </a:lnTo>
                  <a:lnTo>
                    <a:pt x="6622531" y="510713"/>
                  </a:lnTo>
                  <a:lnTo>
                    <a:pt x="6622677" y="510713"/>
                  </a:lnTo>
                  <a:lnTo>
                    <a:pt x="6622822" y="510713"/>
                  </a:lnTo>
                  <a:lnTo>
                    <a:pt x="6622967" y="510713"/>
                  </a:lnTo>
                  <a:lnTo>
                    <a:pt x="6623113" y="510713"/>
                  </a:lnTo>
                  <a:lnTo>
                    <a:pt x="6623258" y="510713"/>
                  </a:lnTo>
                  <a:lnTo>
                    <a:pt x="6623404" y="510713"/>
                  </a:lnTo>
                  <a:lnTo>
                    <a:pt x="6623549" y="510713"/>
                  </a:lnTo>
                  <a:lnTo>
                    <a:pt x="6623549" y="510090"/>
                  </a:lnTo>
                  <a:lnTo>
                    <a:pt x="6623694" y="510090"/>
                  </a:lnTo>
                  <a:lnTo>
                    <a:pt x="6623840" y="510090"/>
                  </a:lnTo>
                  <a:lnTo>
                    <a:pt x="6623985" y="510090"/>
                  </a:lnTo>
                  <a:lnTo>
                    <a:pt x="6624131" y="510090"/>
                  </a:lnTo>
                  <a:lnTo>
                    <a:pt x="6624276" y="510090"/>
                  </a:lnTo>
                  <a:lnTo>
                    <a:pt x="6624422" y="510090"/>
                  </a:lnTo>
                  <a:lnTo>
                    <a:pt x="6624567" y="510090"/>
                  </a:lnTo>
                  <a:lnTo>
                    <a:pt x="6624567" y="509466"/>
                  </a:lnTo>
                  <a:lnTo>
                    <a:pt x="6624712" y="509466"/>
                  </a:lnTo>
                  <a:lnTo>
                    <a:pt x="6624858" y="509466"/>
                  </a:lnTo>
                  <a:lnTo>
                    <a:pt x="6625003" y="509466"/>
                  </a:lnTo>
                  <a:lnTo>
                    <a:pt x="6625149" y="509466"/>
                  </a:lnTo>
                  <a:lnTo>
                    <a:pt x="6625149" y="508843"/>
                  </a:lnTo>
                  <a:lnTo>
                    <a:pt x="6625149" y="508219"/>
                  </a:lnTo>
                  <a:lnTo>
                    <a:pt x="6625294" y="508219"/>
                  </a:lnTo>
                  <a:lnTo>
                    <a:pt x="6625440" y="508219"/>
                  </a:lnTo>
                  <a:lnTo>
                    <a:pt x="6625585" y="508219"/>
                  </a:lnTo>
                  <a:lnTo>
                    <a:pt x="6625730" y="508219"/>
                  </a:lnTo>
                  <a:lnTo>
                    <a:pt x="6625876" y="508219"/>
                  </a:lnTo>
                  <a:lnTo>
                    <a:pt x="6626021" y="508219"/>
                  </a:lnTo>
                  <a:lnTo>
                    <a:pt x="6626167" y="508219"/>
                  </a:lnTo>
                  <a:lnTo>
                    <a:pt x="6626312" y="508219"/>
                  </a:lnTo>
                  <a:lnTo>
                    <a:pt x="6626312" y="507596"/>
                  </a:lnTo>
                  <a:lnTo>
                    <a:pt x="6626458" y="507596"/>
                  </a:lnTo>
                  <a:lnTo>
                    <a:pt x="6626458" y="506972"/>
                  </a:lnTo>
                  <a:lnTo>
                    <a:pt x="6626603" y="506972"/>
                  </a:lnTo>
                  <a:lnTo>
                    <a:pt x="6626748" y="506972"/>
                  </a:lnTo>
                  <a:lnTo>
                    <a:pt x="6626894" y="506972"/>
                  </a:lnTo>
                  <a:lnTo>
                    <a:pt x="6627039" y="506972"/>
                  </a:lnTo>
                  <a:lnTo>
                    <a:pt x="6627185" y="506972"/>
                  </a:lnTo>
                  <a:lnTo>
                    <a:pt x="6627330" y="506972"/>
                  </a:lnTo>
                  <a:lnTo>
                    <a:pt x="6627476" y="506972"/>
                  </a:lnTo>
                  <a:lnTo>
                    <a:pt x="6627621" y="506972"/>
                  </a:lnTo>
                  <a:lnTo>
                    <a:pt x="6627766" y="506972"/>
                  </a:lnTo>
                  <a:lnTo>
                    <a:pt x="6627766" y="506348"/>
                  </a:lnTo>
                  <a:lnTo>
                    <a:pt x="6627912" y="506348"/>
                  </a:lnTo>
                  <a:lnTo>
                    <a:pt x="6627912" y="505725"/>
                  </a:lnTo>
                  <a:lnTo>
                    <a:pt x="6628057" y="505725"/>
                  </a:lnTo>
                  <a:lnTo>
                    <a:pt x="6628203" y="505725"/>
                  </a:lnTo>
                  <a:lnTo>
                    <a:pt x="6628348" y="505725"/>
                  </a:lnTo>
                  <a:lnTo>
                    <a:pt x="6628494" y="505725"/>
                  </a:lnTo>
                  <a:lnTo>
                    <a:pt x="6628639" y="505725"/>
                  </a:lnTo>
                  <a:lnTo>
                    <a:pt x="6628784" y="505725"/>
                  </a:lnTo>
                  <a:lnTo>
                    <a:pt x="6628930" y="505725"/>
                  </a:lnTo>
                  <a:lnTo>
                    <a:pt x="6629075" y="505725"/>
                  </a:lnTo>
                  <a:lnTo>
                    <a:pt x="6629221" y="505725"/>
                  </a:lnTo>
                  <a:lnTo>
                    <a:pt x="6629366" y="505725"/>
                  </a:lnTo>
                  <a:lnTo>
                    <a:pt x="6629512" y="505725"/>
                  </a:lnTo>
                  <a:lnTo>
                    <a:pt x="6629657" y="505725"/>
                  </a:lnTo>
                  <a:lnTo>
                    <a:pt x="6629802" y="505725"/>
                  </a:lnTo>
                  <a:lnTo>
                    <a:pt x="6629948" y="505725"/>
                  </a:lnTo>
                  <a:lnTo>
                    <a:pt x="6630093" y="505725"/>
                  </a:lnTo>
                  <a:lnTo>
                    <a:pt x="6630239" y="505725"/>
                  </a:lnTo>
                  <a:lnTo>
                    <a:pt x="6630384" y="505725"/>
                  </a:lnTo>
                  <a:lnTo>
                    <a:pt x="6630529" y="505725"/>
                  </a:lnTo>
                  <a:lnTo>
                    <a:pt x="6630675" y="505725"/>
                  </a:lnTo>
                  <a:lnTo>
                    <a:pt x="6630820" y="505725"/>
                  </a:lnTo>
                  <a:lnTo>
                    <a:pt x="6630966" y="505725"/>
                  </a:lnTo>
                  <a:lnTo>
                    <a:pt x="6631111" y="505725"/>
                  </a:lnTo>
                  <a:lnTo>
                    <a:pt x="6631111" y="505101"/>
                  </a:lnTo>
                  <a:lnTo>
                    <a:pt x="6631257" y="505101"/>
                  </a:lnTo>
                  <a:lnTo>
                    <a:pt x="6631402" y="505101"/>
                  </a:lnTo>
                  <a:lnTo>
                    <a:pt x="6631547" y="505101"/>
                  </a:lnTo>
                  <a:lnTo>
                    <a:pt x="6631693" y="505101"/>
                  </a:lnTo>
                  <a:lnTo>
                    <a:pt x="6631838" y="505101"/>
                  </a:lnTo>
                  <a:lnTo>
                    <a:pt x="6631984" y="505101"/>
                  </a:lnTo>
                  <a:lnTo>
                    <a:pt x="6632129" y="505101"/>
                  </a:lnTo>
                  <a:lnTo>
                    <a:pt x="6632129" y="504478"/>
                  </a:lnTo>
                  <a:lnTo>
                    <a:pt x="6632275" y="504478"/>
                  </a:lnTo>
                  <a:lnTo>
                    <a:pt x="6632420" y="504478"/>
                  </a:lnTo>
                  <a:lnTo>
                    <a:pt x="6632565" y="504478"/>
                  </a:lnTo>
                  <a:lnTo>
                    <a:pt x="6632711" y="504478"/>
                  </a:lnTo>
                  <a:lnTo>
                    <a:pt x="6632856" y="504478"/>
                  </a:lnTo>
                  <a:lnTo>
                    <a:pt x="6633002" y="504478"/>
                  </a:lnTo>
                  <a:lnTo>
                    <a:pt x="6633147" y="504478"/>
                  </a:lnTo>
                  <a:lnTo>
                    <a:pt x="6633293" y="504478"/>
                  </a:lnTo>
                  <a:lnTo>
                    <a:pt x="6633438" y="504478"/>
                  </a:lnTo>
                  <a:lnTo>
                    <a:pt x="6633583" y="504478"/>
                  </a:lnTo>
                  <a:lnTo>
                    <a:pt x="6633583" y="503854"/>
                  </a:lnTo>
                  <a:lnTo>
                    <a:pt x="6633729" y="503854"/>
                  </a:lnTo>
                  <a:lnTo>
                    <a:pt x="6633729" y="503230"/>
                  </a:lnTo>
                  <a:lnTo>
                    <a:pt x="6633874" y="503230"/>
                  </a:lnTo>
                  <a:lnTo>
                    <a:pt x="6634020" y="503230"/>
                  </a:lnTo>
                  <a:lnTo>
                    <a:pt x="6634165" y="503230"/>
                  </a:lnTo>
                  <a:lnTo>
                    <a:pt x="6634311" y="503230"/>
                  </a:lnTo>
                  <a:lnTo>
                    <a:pt x="6634456" y="503230"/>
                  </a:lnTo>
                  <a:lnTo>
                    <a:pt x="6634601" y="503230"/>
                  </a:lnTo>
                  <a:lnTo>
                    <a:pt x="6634747" y="503230"/>
                  </a:lnTo>
                  <a:lnTo>
                    <a:pt x="6634892" y="503230"/>
                  </a:lnTo>
                  <a:lnTo>
                    <a:pt x="6635038" y="503230"/>
                  </a:lnTo>
                  <a:lnTo>
                    <a:pt x="6635183" y="503230"/>
                  </a:lnTo>
                  <a:lnTo>
                    <a:pt x="6635329" y="503230"/>
                  </a:lnTo>
                  <a:lnTo>
                    <a:pt x="6635474" y="503230"/>
                  </a:lnTo>
                  <a:lnTo>
                    <a:pt x="6635619" y="503230"/>
                  </a:lnTo>
                  <a:lnTo>
                    <a:pt x="6635765" y="503230"/>
                  </a:lnTo>
                  <a:lnTo>
                    <a:pt x="6635910" y="503230"/>
                  </a:lnTo>
                  <a:lnTo>
                    <a:pt x="6636056" y="503230"/>
                  </a:lnTo>
                  <a:lnTo>
                    <a:pt x="6636201" y="503230"/>
                  </a:lnTo>
                  <a:lnTo>
                    <a:pt x="6636347" y="503230"/>
                  </a:lnTo>
                  <a:lnTo>
                    <a:pt x="6636492" y="503230"/>
                  </a:lnTo>
                  <a:lnTo>
                    <a:pt x="6636637" y="503230"/>
                  </a:lnTo>
                  <a:lnTo>
                    <a:pt x="6636783" y="503230"/>
                  </a:lnTo>
                  <a:lnTo>
                    <a:pt x="6636928" y="503230"/>
                  </a:lnTo>
                  <a:lnTo>
                    <a:pt x="6637074" y="503230"/>
                  </a:lnTo>
                  <a:lnTo>
                    <a:pt x="6637219" y="503230"/>
                  </a:lnTo>
                  <a:lnTo>
                    <a:pt x="6637364" y="503230"/>
                  </a:lnTo>
                  <a:lnTo>
                    <a:pt x="6637510" y="503230"/>
                  </a:lnTo>
                  <a:lnTo>
                    <a:pt x="6637655" y="503230"/>
                  </a:lnTo>
                  <a:lnTo>
                    <a:pt x="6637801" y="503230"/>
                  </a:lnTo>
                  <a:lnTo>
                    <a:pt x="6637946" y="503230"/>
                  </a:lnTo>
                  <a:lnTo>
                    <a:pt x="6638092" y="503230"/>
                  </a:lnTo>
                  <a:lnTo>
                    <a:pt x="6638237" y="503230"/>
                  </a:lnTo>
                  <a:lnTo>
                    <a:pt x="6638382" y="503230"/>
                  </a:lnTo>
                  <a:lnTo>
                    <a:pt x="6638528" y="503230"/>
                  </a:lnTo>
                  <a:lnTo>
                    <a:pt x="6638673" y="503230"/>
                  </a:lnTo>
                  <a:lnTo>
                    <a:pt x="6638819" y="503230"/>
                  </a:lnTo>
                  <a:lnTo>
                    <a:pt x="6638964" y="503230"/>
                  </a:lnTo>
                  <a:lnTo>
                    <a:pt x="6639110" y="503230"/>
                  </a:lnTo>
                  <a:lnTo>
                    <a:pt x="6639255" y="503230"/>
                  </a:lnTo>
                  <a:lnTo>
                    <a:pt x="6639400" y="503230"/>
                  </a:lnTo>
                  <a:lnTo>
                    <a:pt x="6639546" y="503230"/>
                  </a:lnTo>
                  <a:lnTo>
                    <a:pt x="6639691" y="503230"/>
                  </a:lnTo>
                  <a:lnTo>
                    <a:pt x="6639837" y="503230"/>
                  </a:lnTo>
                  <a:lnTo>
                    <a:pt x="6639982" y="503230"/>
                  </a:lnTo>
                  <a:lnTo>
                    <a:pt x="6639982" y="502607"/>
                  </a:lnTo>
                  <a:lnTo>
                    <a:pt x="6640128" y="502607"/>
                  </a:lnTo>
                  <a:lnTo>
                    <a:pt x="6640273" y="502607"/>
                  </a:lnTo>
                  <a:lnTo>
                    <a:pt x="6640418" y="502607"/>
                  </a:lnTo>
                  <a:lnTo>
                    <a:pt x="6640564" y="502607"/>
                  </a:lnTo>
                  <a:lnTo>
                    <a:pt x="6640709" y="502607"/>
                  </a:lnTo>
                  <a:lnTo>
                    <a:pt x="6640855" y="502607"/>
                  </a:lnTo>
                  <a:lnTo>
                    <a:pt x="6640855" y="501983"/>
                  </a:lnTo>
                  <a:lnTo>
                    <a:pt x="6641000" y="501983"/>
                  </a:lnTo>
                  <a:lnTo>
                    <a:pt x="6641146" y="501983"/>
                  </a:lnTo>
                  <a:lnTo>
                    <a:pt x="6641291" y="501983"/>
                  </a:lnTo>
                  <a:lnTo>
                    <a:pt x="6641436" y="501983"/>
                  </a:lnTo>
                  <a:lnTo>
                    <a:pt x="6641582" y="501983"/>
                  </a:lnTo>
                  <a:lnTo>
                    <a:pt x="6641727" y="501983"/>
                  </a:lnTo>
                  <a:lnTo>
                    <a:pt x="6641873" y="501983"/>
                  </a:lnTo>
                  <a:lnTo>
                    <a:pt x="6642018" y="501983"/>
                  </a:lnTo>
                  <a:lnTo>
                    <a:pt x="6642164" y="501983"/>
                  </a:lnTo>
                  <a:lnTo>
                    <a:pt x="6642309" y="501983"/>
                  </a:lnTo>
                  <a:lnTo>
                    <a:pt x="6642454" y="501983"/>
                  </a:lnTo>
                  <a:lnTo>
                    <a:pt x="6642454" y="501360"/>
                  </a:lnTo>
                  <a:lnTo>
                    <a:pt x="6642600" y="501360"/>
                  </a:lnTo>
                  <a:lnTo>
                    <a:pt x="6642745" y="501360"/>
                  </a:lnTo>
                  <a:lnTo>
                    <a:pt x="6642891" y="501360"/>
                  </a:lnTo>
                  <a:lnTo>
                    <a:pt x="6643036" y="501360"/>
                  </a:lnTo>
                  <a:lnTo>
                    <a:pt x="6643182" y="501360"/>
                  </a:lnTo>
                  <a:lnTo>
                    <a:pt x="6643327" y="501360"/>
                  </a:lnTo>
                  <a:lnTo>
                    <a:pt x="6643327" y="500736"/>
                  </a:lnTo>
                  <a:lnTo>
                    <a:pt x="6643472" y="500736"/>
                  </a:lnTo>
                  <a:lnTo>
                    <a:pt x="6643618" y="500736"/>
                  </a:lnTo>
                  <a:lnTo>
                    <a:pt x="6643763" y="500736"/>
                  </a:lnTo>
                  <a:lnTo>
                    <a:pt x="6643909" y="500736"/>
                  </a:lnTo>
                  <a:lnTo>
                    <a:pt x="6644054" y="500736"/>
                  </a:lnTo>
                  <a:lnTo>
                    <a:pt x="6644199" y="500736"/>
                  </a:lnTo>
                  <a:lnTo>
                    <a:pt x="6644345" y="500736"/>
                  </a:lnTo>
                  <a:lnTo>
                    <a:pt x="6644490" y="500736"/>
                  </a:lnTo>
                  <a:lnTo>
                    <a:pt x="6644490" y="500113"/>
                  </a:lnTo>
                  <a:lnTo>
                    <a:pt x="6644636" y="500113"/>
                  </a:lnTo>
                  <a:lnTo>
                    <a:pt x="6644781" y="500113"/>
                  </a:lnTo>
                  <a:lnTo>
                    <a:pt x="6644781" y="499489"/>
                  </a:lnTo>
                  <a:lnTo>
                    <a:pt x="6644781" y="498865"/>
                  </a:lnTo>
                  <a:lnTo>
                    <a:pt x="6644927" y="498865"/>
                  </a:lnTo>
                  <a:lnTo>
                    <a:pt x="6645072" y="498865"/>
                  </a:lnTo>
                  <a:lnTo>
                    <a:pt x="6645217" y="498865"/>
                  </a:lnTo>
                  <a:lnTo>
                    <a:pt x="6645363" y="498865"/>
                  </a:lnTo>
                  <a:lnTo>
                    <a:pt x="6645508" y="498865"/>
                  </a:lnTo>
                  <a:lnTo>
                    <a:pt x="6645508" y="498242"/>
                  </a:lnTo>
                  <a:lnTo>
                    <a:pt x="6645654" y="498242"/>
                  </a:lnTo>
                  <a:lnTo>
                    <a:pt x="6645799" y="498242"/>
                  </a:lnTo>
                  <a:lnTo>
                    <a:pt x="6645945" y="498242"/>
                  </a:lnTo>
                  <a:lnTo>
                    <a:pt x="6646090" y="498242"/>
                  </a:lnTo>
                  <a:lnTo>
                    <a:pt x="6646235" y="498242"/>
                  </a:lnTo>
                  <a:lnTo>
                    <a:pt x="6646381" y="498242"/>
                  </a:lnTo>
                  <a:lnTo>
                    <a:pt x="6646526" y="498242"/>
                  </a:lnTo>
                  <a:lnTo>
                    <a:pt x="6646672" y="498242"/>
                  </a:lnTo>
                  <a:lnTo>
                    <a:pt x="6646672" y="497618"/>
                  </a:lnTo>
                  <a:lnTo>
                    <a:pt x="6646817" y="497618"/>
                  </a:lnTo>
                  <a:lnTo>
                    <a:pt x="6646963" y="497618"/>
                  </a:lnTo>
                  <a:lnTo>
                    <a:pt x="6646963" y="496995"/>
                  </a:lnTo>
                  <a:lnTo>
                    <a:pt x="6646963" y="496371"/>
                  </a:lnTo>
                  <a:lnTo>
                    <a:pt x="6647108" y="496371"/>
                  </a:lnTo>
                  <a:lnTo>
                    <a:pt x="6647253" y="496371"/>
                  </a:lnTo>
                  <a:lnTo>
                    <a:pt x="6647399" y="496371"/>
                  </a:lnTo>
                  <a:lnTo>
                    <a:pt x="6647544" y="496371"/>
                  </a:lnTo>
                  <a:lnTo>
                    <a:pt x="6647690" y="496371"/>
                  </a:lnTo>
                  <a:lnTo>
                    <a:pt x="6647835" y="496371"/>
                  </a:lnTo>
                  <a:lnTo>
                    <a:pt x="6647981" y="496371"/>
                  </a:lnTo>
                  <a:lnTo>
                    <a:pt x="6648126" y="496371"/>
                  </a:lnTo>
                  <a:lnTo>
                    <a:pt x="6648271" y="496371"/>
                  </a:lnTo>
                  <a:lnTo>
                    <a:pt x="6648417" y="496371"/>
                  </a:lnTo>
                  <a:lnTo>
                    <a:pt x="6648562" y="496371"/>
                  </a:lnTo>
                  <a:lnTo>
                    <a:pt x="6648708" y="496371"/>
                  </a:lnTo>
                  <a:lnTo>
                    <a:pt x="6648853" y="496371"/>
                  </a:lnTo>
                  <a:lnTo>
                    <a:pt x="6648999" y="496371"/>
                  </a:lnTo>
                  <a:lnTo>
                    <a:pt x="6648999" y="495747"/>
                  </a:lnTo>
                  <a:lnTo>
                    <a:pt x="6649144" y="495747"/>
                  </a:lnTo>
                  <a:lnTo>
                    <a:pt x="6649289" y="495747"/>
                  </a:lnTo>
                  <a:lnTo>
                    <a:pt x="6649435" y="495747"/>
                  </a:lnTo>
                  <a:lnTo>
                    <a:pt x="6649435" y="495124"/>
                  </a:lnTo>
                  <a:lnTo>
                    <a:pt x="6649580" y="495124"/>
                  </a:lnTo>
                  <a:lnTo>
                    <a:pt x="6649726" y="495124"/>
                  </a:lnTo>
                  <a:lnTo>
                    <a:pt x="6649871" y="495124"/>
                  </a:lnTo>
                  <a:lnTo>
                    <a:pt x="6650017" y="495124"/>
                  </a:lnTo>
                  <a:lnTo>
                    <a:pt x="6650162" y="495124"/>
                  </a:lnTo>
                  <a:lnTo>
                    <a:pt x="6650307" y="495124"/>
                  </a:lnTo>
                  <a:lnTo>
                    <a:pt x="6650453" y="495124"/>
                  </a:lnTo>
                  <a:lnTo>
                    <a:pt x="6650598" y="495124"/>
                  </a:lnTo>
                  <a:lnTo>
                    <a:pt x="6650598" y="494500"/>
                  </a:lnTo>
                  <a:lnTo>
                    <a:pt x="6650744" y="494500"/>
                  </a:lnTo>
                  <a:lnTo>
                    <a:pt x="6650889" y="494500"/>
                  </a:lnTo>
                  <a:lnTo>
                    <a:pt x="6651034" y="494500"/>
                  </a:lnTo>
                  <a:lnTo>
                    <a:pt x="6651180" y="494500"/>
                  </a:lnTo>
                  <a:lnTo>
                    <a:pt x="6651325" y="494500"/>
                  </a:lnTo>
                  <a:lnTo>
                    <a:pt x="6651471" y="494500"/>
                  </a:lnTo>
                  <a:lnTo>
                    <a:pt x="6651616" y="494500"/>
                  </a:lnTo>
                  <a:lnTo>
                    <a:pt x="6651762" y="494500"/>
                  </a:lnTo>
                  <a:lnTo>
                    <a:pt x="6651907" y="494500"/>
                  </a:lnTo>
                  <a:lnTo>
                    <a:pt x="6652052" y="494500"/>
                  </a:lnTo>
                  <a:lnTo>
                    <a:pt x="6652198" y="494500"/>
                  </a:lnTo>
                  <a:lnTo>
                    <a:pt x="6652343" y="494500"/>
                  </a:lnTo>
                  <a:lnTo>
                    <a:pt x="6652489" y="494500"/>
                  </a:lnTo>
                  <a:lnTo>
                    <a:pt x="6652634" y="494500"/>
                  </a:lnTo>
                  <a:lnTo>
                    <a:pt x="6652780" y="494500"/>
                  </a:lnTo>
                  <a:lnTo>
                    <a:pt x="6652925" y="494500"/>
                  </a:lnTo>
                  <a:lnTo>
                    <a:pt x="6653070" y="494500"/>
                  </a:lnTo>
                  <a:lnTo>
                    <a:pt x="6653216" y="494500"/>
                  </a:lnTo>
                  <a:lnTo>
                    <a:pt x="6653361" y="494500"/>
                  </a:lnTo>
                  <a:lnTo>
                    <a:pt x="6653507" y="494500"/>
                  </a:lnTo>
                  <a:lnTo>
                    <a:pt x="6653652" y="494500"/>
                  </a:lnTo>
                  <a:lnTo>
                    <a:pt x="6653798" y="494500"/>
                  </a:lnTo>
                  <a:lnTo>
                    <a:pt x="6653943" y="494500"/>
                  </a:lnTo>
                  <a:lnTo>
                    <a:pt x="6654088" y="494500"/>
                  </a:lnTo>
                  <a:lnTo>
                    <a:pt x="6654234" y="494500"/>
                  </a:lnTo>
                  <a:lnTo>
                    <a:pt x="6654379" y="494500"/>
                  </a:lnTo>
                  <a:lnTo>
                    <a:pt x="6654525" y="494500"/>
                  </a:lnTo>
                  <a:lnTo>
                    <a:pt x="6654670" y="494500"/>
                  </a:lnTo>
                  <a:lnTo>
                    <a:pt x="6654816" y="494500"/>
                  </a:lnTo>
                  <a:lnTo>
                    <a:pt x="6654961" y="494500"/>
                  </a:lnTo>
                  <a:lnTo>
                    <a:pt x="6655106" y="494500"/>
                  </a:lnTo>
                  <a:lnTo>
                    <a:pt x="6655252" y="494500"/>
                  </a:lnTo>
                  <a:lnTo>
                    <a:pt x="6655397" y="494500"/>
                  </a:lnTo>
                  <a:lnTo>
                    <a:pt x="6655543" y="494500"/>
                  </a:lnTo>
                  <a:lnTo>
                    <a:pt x="6655688" y="494500"/>
                  </a:lnTo>
                  <a:lnTo>
                    <a:pt x="6655834" y="494500"/>
                  </a:lnTo>
                  <a:lnTo>
                    <a:pt x="6655979" y="494500"/>
                  </a:lnTo>
                  <a:lnTo>
                    <a:pt x="6656124" y="494500"/>
                  </a:lnTo>
                  <a:lnTo>
                    <a:pt x="6656270" y="494500"/>
                  </a:lnTo>
                  <a:lnTo>
                    <a:pt x="6656415" y="494500"/>
                  </a:lnTo>
                  <a:lnTo>
                    <a:pt x="6656415" y="493877"/>
                  </a:lnTo>
                  <a:lnTo>
                    <a:pt x="6656561" y="493877"/>
                  </a:lnTo>
                  <a:lnTo>
                    <a:pt x="6656706" y="493877"/>
                  </a:lnTo>
                  <a:lnTo>
                    <a:pt x="6656852" y="493877"/>
                  </a:lnTo>
                  <a:lnTo>
                    <a:pt x="6656997" y="493877"/>
                  </a:lnTo>
                  <a:lnTo>
                    <a:pt x="6657142" y="493877"/>
                  </a:lnTo>
                  <a:lnTo>
                    <a:pt x="6657288" y="493877"/>
                  </a:lnTo>
                  <a:lnTo>
                    <a:pt x="6657433" y="493877"/>
                  </a:lnTo>
                  <a:lnTo>
                    <a:pt x="6657579" y="493877"/>
                  </a:lnTo>
                  <a:lnTo>
                    <a:pt x="6657724" y="493877"/>
                  </a:lnTo>
                  <a:lnTo>
                    <a:pt x="6657869" y="493877"/>
                  </a:lnTo>
                  <a:lnTo>
                    <a:pt x="6658015" y="493877"/>
                  </a:lnTo>
                  <a:lnTo>
                    <a:pt x="6658160" y="493877"/>
                  </a:lnTo>
                  <a:lnTo>
                    <a:pt x="6658160" y="493253"/>
                  </a:lnTo>
                  <a:lnTo>
                    <a:pt x="6658306" y="493253"/>
                  </a:lnTo>
                  <a:lnTo>
                    <a:pt x="6658451" y="493253"/>
                  </a:lnTo>
                  <a:lnTo>
                    <a:pt x="6658597" y="493253"/>
                  </a:lnTo>
                  <a:lnTo>
                    <a:pt x="6658742" y="493253"/>
                  </a:lnTo>
                  <a:lnTo>
                    <a:pt x="6658887" y="493253"/>
                  </a:lnTo>
                  <a:lnTo>
                    <a:pt x="6658887" y="492630"/>
                  </a:lnTo>
                  <a:lnTo>
                    <a:pt x="6659033" y="492630"/>
                  </a:lnTo>
                  <a:lnTo>
                    <a:pt x="6659178" y="492630"/>
                  </a:lnTo>
                  <a:lnTo>
                    <a:pt x="6659324" y="492630"/>
                  </a:lnTo>
                  <a:lnTo>
                    <a:pt x="6659469" y="492630"/>
                  </a:lnTo>
                  <a:lnTo>
                    <a:pt x="6659615" y="492630"/>
                  </a:lnTo>
                  <a:lnTo>
                    <a:pt x="6659760" y="492630"/>
                  </a:lnTo>
                  <a:lnTo>
                    <a:pt x="6659905" y="492630"/>
                  </a:lnTo>
                  <a:lnTo>
                    <a:pt x="6660051" y="492630"/>
                  </a:lnTo>
                  <a:lnTo>
                    <a:pt x="6660196" y="492630"/>
                  </a:lnTo>
                  <a:lnTo>
                    <a:pt x="6660342" y="492630"/>
                  </a:lnTo>
                  <a:lnTo>
                    <a:pt x="6660487" y="492630"/>
                  </a:lnTo>
                  <a:lnTo>
                    <a:pt x="6660487" y="492006"/>
                  </a:lnTo>
                  <a:lnTo>
                    <a:pt x="6660633" y="492006"/>
                  </a:lnTo>
                  <a:lnTo>
                    <a:pt x="6660778" y="492006"/>
                  </a:lnTo>
                  <a:lnTo>
                    <a:pt x="6660923" y="492006"/>
                  </a:lnTo>
                  <a:lnTo>
                    <a:pt x="6661069" y="492006"/>
                  </a:lnTo>
                  <a:lnTo>
                    <a:pt x="6661214" y="492006"/>
                  </a:lnTo>
                  <a:lnTo>
                    <a:pt x="6661360" y="492006"/>
                  </a:lnTo>
                  <a:lnTo>
                    <a:pt x="6661505" y="492006"/>
                  </a:lnTo>
                  <a:lnTo>
                    <a:pt x="6661651" y="492006"/>
                  </a:lnTo>
                  <a:lnTo>
                    <a:pt x="6661651" y="491382"/>
                  </a:lnTo>
                  <a:lnTo>
                    <a:pt x="6661796" y="491382"/>
                  </a:lnTo>
                  <a:lnTo>
                    <a:pt x="6661941" y="491382"/>
                  </a:lnTo>
                  <a:lnTo>
                    <a:pt x="6662087" y="491382"/>
                  </a:lnTo>
                  <a:lnTo>
                    <a:pt x="6662087" y="490759"/>
                  </a:lnTo>
                  <a:lnTo>
                    <a:pt x="6662232" y="490759"/>
                  </a:lnTo>
                  <a:lnTo>
                    <a:pt x="6662378" y="490759"/>
                  </a:lnTo>
                  <a:lnTo>
                    <a:pt x="6662378" y="490135"/>
                  </a:lnTo>
                  <a:lnTo>
                    <a:pt x="6662378" y="489512"/>
                  </a:lnTo>
                  <a:lnTo>
                    <a:pt x="6662523" y="489512"/>
                  </a:lnTo>
                  <a:lnTo>
                    <a:pt x="6662669" y="489512"/>
                  </a:lnTo>
                  <a:lnTo>
                    <a:pt x="6662814" y="489512"/>
                  </a:lnTo>
                  <a:lnTo>
                    <a:pt x="6662959" y="489512"/>
                  </a:lnTo>
                  <a:lnTo>
                    <a:pt x="6663105" y="489512"/>
                  </a:lnTo>
                  <a:lnTo>
                    <a:pt x="6663250" y="489512"/>
                  </a:lnTo>
                  <a:lnTo>
                    <a:pt x="6663396" y="489512"/>
                  </a:lnTo>
                  <a:lnTo>
                    <a:pt x="6663541" y="489512"/>
                  </a:lnTo>
                  <a:lnTo>
                    <a:pt x="6663687" y="489512"/>
                  </a:lnTo>
                  <a:lnTo>
                    <a:pt x="6663832" y="489512"/>
                  </a:lnTo>
                  <a:lnTo>
                    <a:pt x="6663977" y="489512"/>
                  </a:lnTo>
                  <a:lnTo>
                    <a:pt x="6664123" y="489512"/>
                  </a:lnTo>
                  <a:lnTo>
                    <a:pt x="6664268" y="489512"/>
                  </a:lnTo>
                  <a:lnTo>
                    <a:pt x="6664268" y="488888"/>
                  </a:lnTo>
                  <a:lnTo>
                    <a:pt x="6664414" y="488888"/>
                  </a:lnTo>
                  <a:lnTo>
                    <a:pt x="6664559" y="488888"/>
                  </a:lnTo>
                  <a:lnTo>
                    <a:pt x="6664704" y="488888"/>
                  </a:lnTo>
                  <a:lnTo>
                    <a:pt x="6664850" y="488888"/>
                  </a:lnTo>
                  <a:lnTo>
                    <a:pt x="6664995" y="488888"/>
                  </a:lnTo>
                  <a:lnTo>
                    <a:pt x="6665141" y="488888"/>
                  </a:lnTo>
                  <a:lnTo>
                    <a:pt x="6665286" y="488888"/>
                  </a:lnTo>
                  <a:lnTo>
                    <a:pt x="6665432" y="488888"/>
                  </a:lnTo>
                  <a:lnTo>
                    <a:pt x="6665577" y="488888"/>
                  </a:lnTo>
                  <a:lnTo>
                    <a:pt x="6665722" y="488888"/>
                  </a:lnTo>
                  <a:lnTo>
                    <a:pt x="6665868" y="488888"/>
                  </a:lnTo>
                  <a:lnTo>
                    <a:pt x="6666013" y="488888"/>
                  </a:lnTo>
                  <a:lnTo>
                    <a:pt x="6666159" y="488888"/>
                  </a:lnTo>
                  <a:lnTo>
                    <a:pt x="6666304" y="488888"/>
                  </a:lnTo>
                  <a:lnTo>
                    <a:pt x="6666450" y="488888"/>
                  </a:lnTo>
                  <a:lnTo>
                    <a:pt x="6666595" y="488888"/>
                  </a:lnTo>
                  <a:lnTo>
                    <a:pt x="6666595" y="488264"/>
                  </a:lnTo>
                  <a:lnTo>
                    <a:pt x="6666740" y="488264"/>
                  </a:lnTo>
                  <a:lnTo>
                    <a:pt x="6666886" y="488264"/>
                  </a:lnTo>
                  <a:lnTo>
                    <a:pt x="6667031" y="488264"/>
                  </a:lnTo>
                  <a:lnTo>
                    <a:pt x="6667177" y="488264"/>
                  </a:lnTo>
                  <a:lnTo>
                    <a:pt x="6667322" y="488264"/>
                  </a:lnTo>
                  <a:lnTo>
                    <a:pt x="6667468" y="488264"/>
                  </a:lnTo>
                  <a:lnTo>
                    <a:pt x="6667613" y="488264"/>
                  </a:lnTo>
                  <a:lnTo>
                    <a:pt x="6667758" y="488264"/>
                  </a:lnTo>
                  <a:lnTo>
                    <a:pt x="6667904" y="488264"/>
                  </a:lnTo>
                  <a:lnTo>
                    <a:pt x="6668049" y="488264"/>
                  </a:lnTo>
                  <a:lnTo>
                    <a:pt x="6668195" y="488264"/>
                  </a:lnTo>
                  <a:lnTo>
                    <a:pt x="6668340" y="488264"/>
                  </a:lnTo>
                  <a:lnTo>
                    <a:pt x="6668486" y="488264"/>
                  </a:lnTo>
                  <a:lnTo>
                    <a:pt x="6668631" y="488264"/>
                  </a:lnTo>
                  <a:lnTo>
                    <a:pt x="6668776" y="488264"/>
                  </a:lnTo>
                  <a:lnTo>
                    <a:pt x="6668922" y="488264"/>
                  </a:lnTo>
                  <a:lnTo>
                    <a:pt x="6669067" y="488264"/>
                  </a:lnTo>
                  <a:lnTo>
                    <a:pt x="6669213" y="488264"/>
                  </a:lnTo>
                  <a:lnTo>
                    <a:pt x="6669358" y="488264"/>
                  </a:lnTo>
                  <a:lnTo>
                    <a:pt x="6669504" y="488264"/>
                  </a:lnTo>
                  <a:lnTo>
                    <a:pt x="6669649" y="488264"/>
                  </a:lnTo>
                  <a:lnTo>
                    <a:pt x="6669794" y="488264"/>
                  </a:lnTo>
                  <a:lnTo>
                    <a:pt x="6669940" y="488264"/>
                  </a:lnTo>
                  <a:lnTo>
                    <a:pt x="6670085" y="488264"/>
                  </a:lnTo>
                  <a:lnTo>
                    <a:pt x="6670231" y="488264"/>
                  </a:lnTo>
                  <a:lnTo>
                    <a:pt x="6670376" y="488264"/>
                  </a:lnTo>
                  <a:lnTo>
                    <a:pt x="6670522" y="488264"/>
                  </a:lnTo>
                  <a:lnTo>
                    <a:pt x="6670667" y="488264"/>
                  </a:lnTo>
                  <a:lnTo>
                    <a:pt x="6670812" y="488264"/>
                  </a:lnTo>
                  <a:lnTo>
                    <a:pt x="6670958" y="488264"/>
                  </a:lnTo>
                  <a:lnTo>
                    <a:pt x="6671103" y="488264"/>
                  </a:lnTo>
                  <a:lnTo>
                    <a:pt x="6671249" y="488264"/>
                  </a:lnTo>
                  <a:lnTo>
                    <a:pt x="6671249" y="487641"/>
                  </a:lnTo>
                  <a:lnTo>
                    <a:pt x="6671394" y="487641"/>
                  </a:lnTo>
                  <a:lnTo>
                    <a:pt x="6671539" y="487641"/>
                  </a:lnTo>
                  <a:lnTo>
                    <a:pt x="6671539" y="487017"/>
                  </a:lnTo>
                  <a:lnTo>
                    <a:pt x="6671539" y="486394"/>
                  </a:lnTo>
                  <a:lnTo>
                    <a:pt x="6671685" y="486394"/>
                  </a:lnTo>
                  <a:lnTo>
                    <a:pt x="6671830" y="486394"/>
                  </a:lnTo>
                  <a:lnTo>
                    <a:pt x="6671976" y="486394"/>
                  </a:lnTo>
                  <a:lnTo>
                    <a:pt x="6672121" y="486394"/>
                  </a:lnTo>
                  <a:lnTo>
                    <a:pt x="6672267" y="486394"/>
                  </a:lnTo>
                  <a:lnTo>
                    <a:pt x="6672412" y="486394"/>
                  </a:lnTo>
                  <a:lnTo>
                    <a:pt x="6672557" y="486394"/>
                  </a:lnTo>
                  <a:lnTo>
                    <a:pt x="6672703" y="486394"/>
                  </a:lnTo>
                  <a:lnTo>
                    <a:pt x="6672703" y="485770"/>
                  </a:lnTo>
                  <a:lnTo>
                    <a:pt x="6672848" y="485770"/>
                  </a:lnTo>
                  <a:lnTo>
                    <a:pt x="6672994" y="485770"/>
                  </a:lnTo>
                  <a:lnTo>
                    <a:pt x="6673139" y="485770"/>
                  </a:lnTo>
                  <a:lnTo>
                    <a:pt x="6673285" y="485770"/>
                  </a:lnTo>
                  <a:lnTo>
                    <a:pt x="6673430" y="485770"/>
                  </a:lnTo>
                  <a:lnTo>
                    <a:pt x="6673575" y="485770"/>
                  </a:lnTo>
                  <a:lnTo>
                    <a:pt x="6673721" y="485770"/>
                  </a:lnTo>
                  <a:lnTo>
                    <a:pt x="6673866" y="485770"/>
                  </a:lnTo>
                  <a:lnTo>
                    <a:pt x="6674012" y="485770"/>
                  </a:lnTo>
                  <a:lnTo>
                    <a:pt x="6674157" y="485770"/>
                  </a:lnTo>
                  <a:lnTo>
                    <a:pt x="6674303" y="485770"/>
                  </a:lnTo>
                  <a:lnTo>
                    <a:pt x="6674448" y="485770"/>
                  </a:lnTo>
                  <a:lnTo>
                    <a:pt x="6674593" y="485770"/>
                  </a:lnTo>
                  <a:lnTo>
                    <a:pt x="6674593" y="485147"/>
                  </a:lnTo>
                  <a:lnTo>
                    <a:pt x="6674739" y="485147"/>
                  </a:lnTo>
                  <a:lnTo>
                    <a:pt x="6674884" y="485147"/>
                  </a:lnTo>
                  <a:lnTo>
                    <a:pt x="6674884" y="484523"/>
                  </a:lnTo>
                  <a:lnTo>
                    <a:pt x="6675030" y="484523"/>
                  </a:lnTo>
                  <a:lnTo>
                    <a:pt x="6675175" y="484523"/>
                  </a:lnTo>
                  <a:lnTo>
                    <a:pt x="6675321" y="484523"/>
                  </a:lnTo>
                  <a:lnTo>
                    <a:pt x="6675466" y="484523"/>
                  </a:lnTo>
                  <a:lnTo>
                    <a:pt x="6675611" y="484523"/>
                  </a:lnTo>
                  <a:lnTo>
                    <a:pt x="6675757" y="484523"/>
                  </a:lnTo>
                  <a:lnTo>
                    <a:pt x="6675902" y="484523"/>
                  </a:lnTo>
                  <a:lnTo>
                    <a:pt x="6676048" y="484523"/>
                  </a:lnTo>
                  <a:lnTo>
                    <a:pt x="6676193" y="484523"/>
                  </a:lnTo>
                  <a:lnTo>
                    <a:pt x="6676339" y="484523"/>
                  </a:lnTo>
                  <a:lnTo>
                    <a:pt x="6676484" y="484523"/>
                  </a:lnTo>
                  <a:lnTo>
                    <a:pt x="6676629" y="484523"/>
                  </a:lnTo>
                  <a:lnTo>
                    <a:pt x="6676629" y="483899"/>
                  </a:lnTo>
                  <a:lnTo>
                    <a:pt x="6676775" y="483899"/>
                  </a:lnTo>
                  <a:lnTo>
                    <a:pt x="6676920" y="483899"/>
                  </a:lnTo>
                  <a:lnTo>
                    <a:pt x="6677066" y="483899"/>
                  </a:lnTo>
                  <a:lnTo>
                    <a:pt x="6677211" y="483899"/>
                  </a:lnTo>
                  <a:lnTo>
                    <a:pt x="6677211" y="483276"/>
                  </a:lnTo>
                  <a:lnTo>
                    <a:pt x="6677357" y="483276"/>
                  </a:lnTo>
                  <a:lnTo>
                    <a:pt x="6677502" y="483276"/>
                  </a:lnTo>
                  <a:lnTo>
                    <a:pt x="6677647" y="483276"/>
                  </a:lnTo>
                  <a:lnTo>
                    <a:pt x="6677793" y="483276"/>
                  </a:lnTo>
                  <a:lnTo>
                    <a:pt x="6677793" y="482652"/>
                  </a:lnTo>
                  <a:lnTo>
                    <a:pt x="6677938" y="482652"/>
                  </a:lnTo>
                  <a:lnTo>
                    <a:pt x="6678084" y="482652"/>
                  </a:lnTo>
                  <a:lnTo>
                    <a:pt x="6678084" y="482029"/>
                  </a:lnTo>
                  <a:lnTo>
                    <a:pt x="6678229" y="482029"/>
                  </a:lnTo>
                  <a:lnTo>
                    <a:pt x="6678374" y="482029"/>
                  </a:lnTo>
                  <a:lnTo>
                    <a:pt x="6678520" y="482029"/>
                  </a:lnTo>
                  <a:lnTo>
                    <a:pt x="6678665" y="482029"/>
                  </a:lnTo>
                  <a:lnTo>
                    <a:pt x="6678811" y="482029"/>
                  </a:lnTo>
                  <a:lnTo>
                    <a:pt x="6678956" y="482029"/>
                  </a:lnTo>
                  <a:lnTo>
                    <a:pt x="6679102" y="482029"/>
                  </a:lnTo>
                  <a:lnTo>
                    <a:pt x="6679247" y="482029"/>
                  </a:lnTo>
                  <a:lnTo>
                    <a:pt x="6679392" y="482029"/>
                  </a:lnTo>
                  <a:lnTo>
                    <a:pt x="6679538" y="482029"/>
                  </a:lnTo>
                  <a:lnTo>
                    <a:pt x="6679683" y="482029"/>
                  </a:lnTo>
                  <a:lnTo>
                    <a:pt x="6679829" y="482029"/>
                  </a:lnTo>
                  <a:lnTo>
                    <a:pt x="6679829" y="481405"/>
                  </a:lnTo>
                  <a:lnTo>
                    <a:pt x="6679974" y="481405"/>
                  </a:lnTo>
                  <a:lnTo>
                    <a:pt x="6680120" y="481405"/>
                  </a:lnTo>
                  <a:lnTo>
                    <a:pt x="6680265" y="481405"/>
                  </a:lnTo>
                  <a:lnTo>
                    <a:pt x="6680410" y="481405"/>
                  </a:lnTo>
                  <a:lnTo>
                    <a:pt x="6680556" y="481405"/>
                  </a:lnTo>
                  <a:lnTo>
                    <a:pt x="6680701" y="481405"/>
                  </a:lnTo>
                  <a:lnTo>
                    <a:pt x="6680701" y="480781"/>
                  </a:lnTo>
                  <a:lnTo>
                    <a:pt x="6680847" y="480781"/>
                  </a:lnTo>
                  <a:lnTo>
                    <a:pt x="6680992" y="480781"/>
                  </a:lnTo>
                  <a:lnTo>
                    <a:pt x="6681138" y="480781"/>
                  </a:lnTo>
                  <a:lnTo>
                    <a:pt x="6681283" y="480781"/>
                  </a:lnTo>
                  <a:lnTo>
                    <a:pt x="6681428" y="480781"/>
                  </a:lnTo>
                  <a:lnTo>
                    <a:pt x="6681574" y="480781"/>
                  </a:lnTo>
                  <a:lnTo>
                    <a:pt x="6681719" y="480781"/>
                  </a:lnTo>
                  <a:lnTo>
                    <a:pt x="6681865" y="480781"/>
                  </a:lnTo>
                  <a:lnTo>
                    <a:pt x="6682010" y="480781"/>
                  </a:lnTo>
                  <a:lnTo>
                    <a:pt x="6682156" y="480781"/>
                  </a:lnTo>
                  <a:lnTo>
                    <a:pt x="6682301" y="480781"/>
                  </a:lnTo>
                  <a:lnTo>
                    <a:pt x="6682446" y="480781"/>
                  </a:lnTo>
                  <a:lnTo>
                    <a:pt x="6682592" y="480781"/>
                  </a:lnTo>
                  <a:lnTo>
                    <a:pt x="6682737" y="480781"/>
                  </a:lnTo>
                  <a:lnTo>
                    <a:pt x="6682883" y="480781"/>
                  </a:lnTo>
                  <a:lnTo>
                    <a:pt x="6683028" y="480781"/>
                  </a:lnTo>
                  <a:lnTo>
                    <a:pt x="6683174" y="480781"/>
                  </a:lnTo>
                  <a:lnTo>
                    <a:pt x="6683319" y="480781"/>
                  </a:lnTo>
                  <a:lnTo>
                    <a:pt x="6683464" y="480781"/>
                  </a:lnTo>
                  <a:lnTo>
                    <a:pt x="6683610" y="480781"/>
                  </a:lnTo>
                  <a:lnTo>
                    <a:pt x="6683610" y="480158"/>
                  </a:lnTo>
                  <a:lnTo>
                    <a:pt x="6683755" y="480158"/>
                  </a:lnTo>
                  <a:lnTo>
                    <a:pt x="6683901" y="480158"/>
                  </a:lnTo>
                  <a:lnTo>
                    <a:pt x="6684046" y="480158"/>
                  </a:lnTo>
                  <a:lnTo>
                    <a:pt x="6684191" y="480158"/>
                  </a:lnTo>
                  <a:lnTo>
                    <a:pt x="6684191" y="479534"/>
                  </a:lnTo>
                  <a:lnTo>
                    <a:pt x="6684337" y="479534"/>
                  </a:lnTo>
                  <a:lnTo>
                    <a:pt x="6684482" y="479534"/>
                  </a:lnTo>
                  <a:lnTo>
                    <a:pt x="6684628" y="479534"/>
                  </a:lnTo>
                  <a:lnTo>
                    <a:pt x="6684773" y="479534"/>
                  </a:lnTo>
                  <a:lnTo>
                    <a:pt x="6684919" y="479534"/>
                  </a:lnTo>
                  <a:lnTo>
                    <a:pt x="6685064" y="479534"/>
                  </a:lnTo>
                  <a:lnTo>
                    <a:pt x="6685209" y="479534"/>
                  </a:lnTo>
                  <a:lnTo>
                    <a:pt x="6685355" y="479534"/>
                  </a:lnTo>
                  <a:lnTo>
                    <a:pt x="6685500" y="479534"/>
                  </a:lnTo>
                  <a:lnTo>
                    <a:pt x="6685646" y="479534"/>
                  </a:lnTo>
                  <a:lnTo>
                    <a:pt x="6685791" y="479534"/>
                  </a:lnTo>
                  <a:lnTo>
                    <a:pt x="6685937" y="479534"/>
                  </a:lnTo>
                  <a:lnTo>
                    <a:pt x="6686082" y="479534"/>
                  </a:lnTo>
                  <a:lnTo>
                    <a:pt x="6686227" y="479534"/>
                  </a:lnTo>
                  <a:lnTo>
                    <a:pt x="6686373" y="479534"/>
                  </a:lnTo>
                  <a:lnTo>
                    <a:pt x="6686518" y="479534"/>
                  </a:lnTo>
                  <a:lnTo>
                    <a:pt x="6686518" y="478911"/>
                  </a:lnTo>
                  <a:lnTo>
                    <a:pt x="6686664" y="478911"/>
                  </a:lnTo>
                  <a:lnTo>
                    <a:pt x="6686809" y="478911"/>
                  </a:lnTo>
                  <a:lnTo>
                    <a:pt x="6686955" y="478911"/>
                  </a:lnTo>
                  <a:lnTo>
                    <a:pt x="6687100" y="478911"/>
                  </a:lnTo>
                  <a:lnTo>
                    <a:pt x="6687245" y="478911"/>
                  </a:lnTo>
                  <a:lnTo>
                    <a:pt x="6687391" y="478911"/>
                  </a:lnTo>
                  <a:lnTo>
                    <a:pt x="6687536" y="478911"/>
                  </a:lnTo>
                  <a:lnTo>
                    <a:pt x="6687682" y="478911"/>
                  </a:lnTo>
                  <a:lnTo>
                    <a:pt x="6687827" y="478911"/>
                  </a:lnTo>
                  <a:lnTo>
                    <a:pt x="6687973" y="478911"/>
                  </a:lnTo>
                  <a:lnTo>
                    <a:pt x="6688118" y="478911"/>
                  </a:lnTo>
                  <a:lnTo>
                    <a:pt x="6688263" y="478911"/>
                  </a:lnTo>
                  <a:lnTo>
                    <a:pt x="6688409" y="478911"/>
                  </a:lnTo>
                  <a:lnTo>
                    <a:pt x="6688554" y="478911"/>
                  </a:lnTo>
                  <a:lnTo>
                    <a:pt x="6688700" y="478911"/>
                  </a:lnTo>
                  <a:lnTo>
                    <a:pt x="6688845" y="478911"/>
                  </a:lnTo>
                  <a:lnTo>
                    <a:pt x="6688991" y="478911"/>
                  </a:lnTo>
                  <a:lnTo>
                    <a:pt x="6689136" y="478911"/>
                  </a:lnTo>
                  <a:lnTo>
                    <a:pt x="6689281" y="478911"/>
                  </a:lnTo>
                  <a:lnTo>
                    <a:pt x="6689427" y="478911"/>
                  </a:lnTo>
                  <a:lnTo>
                    <a:pt x="6689572" y="478911"/>
                  </a:lnTo>
                  <a:lnTo>
                    <a:pt x="6689572" y="478287"/>
                  </a:lnTo>
                  <a:lnTo>
                    <a:pt x="6689718" y="478287"/>
                  </a:lnTo>
                  <a:lnTo>
                    <a:pt x="6689863" y="478287"/>
                  </a:lnTo>
                  <a:lnTo>
                    <a:pt x="6690009" y="478287"/>
                  </a:lnTo>
                  <a:lnTo>
                    <a:pt x="6690154" y="478287"/>
                  </a:lnTo>
                  <a:lnTo>
                    <a:pt x="6690299" y="478287"/>
                  </a:lnTo>
                  <a:lnTo>
                    <a:pt x="6690299" y="477664"/>
                  </a:lnTo>
                  <a:lnTo>
                    <a:pt x="6690445" y="477664"/>
                  </a:lnTo>
                  <a:lnTo>
                    <a:pt x="6690590" y="477664"/>
                  </a:lnTo>
                  <a:lnTo>
                    <a:pt x="6690736" y="477664"/>
                  </a:lnTo>
                  <a:lnTo>
                    <a:pt x="6690736" y="477040"/>
                  </a:lnTo>
                  <a:lnTo>
                    <a:pt x="6690881" y="477040"/>
                  </a:lnTo>
                  <a:lnTo>
                    <a:pt x="6691026" y="477040"/>
                  </a:lnTo>
                  <a:lnTo>
                    <a:pt x="6691172" y="477040"/>
                  </a:lnTo>
                  <a:lnTo>
                    <a:pt x="6691317" y="477040"/>
                  </a:lnTo>
                  <a:lnTo>
                    <a:pt x="6691463" y="477040"/>
                  </a:lnTo>
                  <a:lnTo>
                    <a:pt x="6691608" y="477040"/>
                  </a:lnTo>
                  <a:lnTo>
                    <a:pt x="6691754" y="477040"/>
                  </a:lnTo>
                  <a:lnTo>
                    <a:pt x="6691899" y="477040"/>
                  </a:lnTo>
                  <a:lnTo>
                    <a:pt x="6692044" y="477040"/>
                  </a:lnTo>
                  <a:lnTo>
                    <a:pt x="6692190" y="477040"/>
                  </a:lnTo>
                  <a:lnTo>
                    <a:pt x="6692335" y="477040"/>
                  </a:lnTo>
                  <a:lnTo>
                    <a:pt x="6692481" y="477040"/>
                  </a:lnTo>
                  <a:lnTo>
                    <a:pt x="6692626" y="477040"/>
                  </a:lnTo>
                  <a:lnTo>
                    <a:pt x="6692772" y="477040"/>
                  </a:lnTo>
                  <a:lnTo>
                    <a:pt x="6692917" y="477040"/>
                  </a:lnTo>
                  <a:lnTo>
                    <a:pt x="6693062" y="477040"/>
                  </a:lnTo>
                  <a:lnTo>
                    <a:pt x="6693208" y="477040"/>
                  </a:lnTo>
                  <a:lnTo>
                    <a:pt x="6693208" y="476416"/>
                  </a:lnTo>
                  <a:lnTo>
                    <a:pt x="6693353" y="476416"/>
                  </a:lnTo>
                  <a:lnTo>
                    <a:pt x="6693499" y="476416"/>
                  </a:lnTo>
                  <a:lnTo>
                    <a:pt x="6693644" y="476416"/>
                  </a:lnTo>
                  <a:lnTo>
                    <a:pt x="6693790" y="476416"/>
                  </a:lnTo>
                  <a:lnTo>
                    <a:pt x="6693790" y="475793"/>
                  </a:lnTo>
                  <a:lnTo>
                    <a:pt x="6693935" y="475793"/>
                  </a:lnTo>
                  <a:lnTo>
                    <a:pt x="6694080" y="475793"/>
                  </a:lnTo>
                  <a:lnTo>
                    <a:pt x="6694226" y="475793"/>
                  </a:lnTo>
                  <a:lnTo>
                    <a:pt x="6694371" y="475793"/>
                  </a:lnTo>
                  <a:lnTo>
                    <a:pt x="6694517" y="475793"/>
                  </a:lnTo>
                  <a:lnTo>
                    <a:pt x="6694662" y="475793"/>
                  </a:lnTo>
                  <a:lnTo>
                    <a:pt x="6694808" y="475793"/>
                  </a:lnTo>
                  <a:lnTo>
                    <a:pt x="6694953" y="475793"/>
                  </a:lnTo>
                  <a:lnTo>
                    <a:pt x="6695098" y="475793"/>
                  </a:lnTo>
                  <a:lnTo>
                    <a:pt x="6695244" y="475793"/>
                  </a:lnTo>
                  <a:lnTo>
                    <a:pt x="6695389" y="475793"/>
                  </a:lnTo>
                  <a:lnTo>
                    <a:pt x="6695389" y="475169"/>
                  </a:lnTo>
                  <a:lnTo>
                    <a:pt x="6695535" y="475169"/>
                  </a:lnTo>
                  <a:lnTo>
                    <a:pt x="6695680" y="475169"/>
                  </a:lnTo>
                  <a:lnTo>
                    <a:pt x="6695826" y="475169"/>
                  </a:lnTo>
                  <a:lnTo>
                    <a:pt x="6695971" y="475169"/>
                  </a:lnTo>
                  <a:lnTo>
                    <a:pt x="6696116" y="475169"/>
                  </a:lnTo>
                  <a:lnTo>
                    <a:pt x="6696262" y="475169"/>
                  </a:lnTo>
                  <a:lnTo>
                    <a:pt x="6696262" y="474546"/>
                  </a:lnTo>
                  <a:lnTo>
                    <a:pt x="6696407" y="474546"/>
                  </a:lnTo>
                  <a:lnTo>
                    <a:pt x="6696553" y="474546"/>
                  </a:lnTo>
                  <a:lnTo>
                    <a:pt x="6696698" y="474546"/>
                  </a:lnTo>
                  <a:lnTo>
                    <a:pt x="6696844" y="474546"/>
                  </a:lnTo>
                  <a:lnTo>
                    <a:pt x="6696989" y="474546"/>
                  </a:lnTo>
                  <a:lnTo>
                    <a:pt x="6697134" y="474546"/>
                  </a:lnTo>
                  <a:lnTo>
                    <a:pt x="6697280" y="474546"/>
                  </a:lnTo>
                  <a:lnTo>
                    <a:pt x="6697280" y="473922"/>
                  </a:lnTo>
                  <a:lnTo>
                    <a:pt x="6697425" y="473922"/>
                  </a:lnTo>
                  <a:lnTo>
                    <a:pt x="6697571" y="473922"/>
                  </a:lnTo>
                  <a:lnTo>
                    <a:pt x="6697716" y="473922"/>
                  </a:lnTo>
                  <a:lnTo>
                    <a:pt x="6697861" y="473922"/>
                  </a:lnTo>
                  <a:lnTo>
                    <a:pt x="6698007" y="473922"/>
                  </a:lnTo>
                  <a:lnTo>
                    <a:pt x="6698152" y="473922"/>
                  </a:lnTo>
                  <a:lnTo>
                    <a:pt x="6698298" y="473922"/>
                  </a:lnTo>
                  <a:lnTo>
                    <a:pt x="6698443" y="473922"/>
                  </a:lnTo>
                  <a:lnTo>
                    <a:pt x="6698443" y="473298"/>
                  </a:lnTo>
                  <a:lnTo>
                    <a:pt x="6698443" y="472675"/>
                  </a:lnTo>
                  <a:lnTo>
                    <a:pt x="6698589" y="472675"/>
                  </a:lnTo>
                  <a:lnTo>
                    <a:pt x="6698734" y="472675"/>
                  </a:lnTo>
                  <a:lnTo>
                    <a:pt x="6698879" y="472675"/>
                  </a:lnTo>
                  <a:lnTo>
                    <a:pt x="6699025" y="472675"/>
                  </a:lnTo>
                  <a:lnTo>
                    <a:pt x="6699170" y="472675"/>
                  </a:lnTo>
                  <a:lnTo>
                    <a:pt x="6699316" y="472675"/>
                  </a:lnTo>
                  <a:lnTo>
                    <a:pt x="6699316" y="472051"/>
                  </a:lnTo>
                  <a:lnTo>
                    <a:pt x="6699461" y="472051"/>
                  </a:lnTo>
                  <a:lnTo>
                    <a:pt x="6699607" y="472051"/>
                  </a:lnTo>
                  <a:lnTo>
                    <a:pt x="6699752" y="472051"/>
                  </a:lnTo>
                  <a:lnTo>
                    <a:pt x="6699897" y="472051"/>
                  </a:lnTo>
                  <a:lnTo>
                    <a:pt x="6700043" y="472051"/>
                  </a:lnTo>
                  <a:lnTo>
                    <a:pt x="6700188" y="472051"/>
                  </a:lnTo>
                  <a:lnTo>
                    <a:pt x="6700334" y="472051"/>
                  </a:lnTo>
                  <a:lnTo>
                    <a:pt x="6700479" y="472051"/>
                  </a:lnTo>
                  <a:lnTo>
                    <a:pt x="6700625" y="472051"/>
                  </a:lnTo>
                  <a:lnTo>
                    <a:pt x="6700770" y="472051"/>
                  </a:lnTo>
                  <a:lnTo>
                    <a:pt x="6700915" y="472051"/>
                  </a:lnTo>
                  <a:lnTo>
                    <a:pt x="6701061" y="472051"/>
                  </a:lnTo>
                  <a:lnTo>
                    <a:pt x="6701206" y="472051"/>
                  </a:lnTo>
                  <a:lnTo>
                    <a:pt x="6701352" y="472051"/>
                  </a:lnTo>
                  <a:lnTo>
                    <a:pt x="6701352" y="471428"/>
                  </a:lnTo>
                  <a:lnTo>
                    <a:pt x="6701352" y="470804"/>
                  </a:lnTo>
                  <a:lnTo>
                    <a:pt x="6701497" y="470804"/>
                  </a:lnTo>
                  <a:lnTo>
                    <a:pt x="6701643" y="470804"/>
                  </a:lnTo>
                  <a:lnTo>
                    <a:pt x="6701788" y="470804"/>
                  </a:lnTo>
                  <a:lnTo>
                    <a:pt x="6701933" y="470804"/>
                  </a:lnTo>
                  <a:lnTo>
                    <a:pt x="6702079" y="470804"/>
                  </a:lnTo>
                  <a:lnTo>
                    <a:pt x="6702224" y="470804"/>
                  </a:lnTo>
                  <a:lnTo>
                    <a:pt x="6702370" y="470804"/>
                  </a:lnTo>
                  <a:lnTo>
                    <a:pt x="6702515" y="470804"/>
                  </a:lnTo>
                  <a:lnTo>
                    <a:pt x="6702661" y="470804"/>
                  </a:lnTo>
                  <a:lnTo>
                    <a:pt x="6702661" y="470181"/>
                  </a:lnTo>
                  <a:lnTo>
                    <a:pt x="6702806" y="470181"/>
                  </a:lnTo>
                  <a:lnTo>
                    <a:pt x="6702951" y="470181"/>
                  </a:lnTo>
                  <a:lnTo>
                    <a:pt x="6703097" y="470181"/>
                  </a:lnTo>
                  <a:lnTo>
                    <a:pt x="6703242" y="470181"/>
                  </a:lnTo>
                  <a:lnTo>
                    <a:pt x="6703388" y="470181"/>
                  </a:lnTo>
                  <a:lnTo>
                    <a:pt x="6703388" y="469557"/>
                  </a:lnTo>
                  <a:lnTo>
                    <a:pt x="6703533" y="469557"/>
                  </a:lnTo>
                  <a:lnTo>
                    <a:pt x="6703679" y="469557"/>
                  </a:lnTo>
                  <a:lnTo>
                    <a:pt x="6703824" y="469557"/>
                  </a:lnTo>
                  <a:lnTo>
                    <a:pt x="6703969" y="469557"/>
                  </a:lnTo>
                  <a:lnTo>
                    <a:pt x="6704115" y="469557"/>
                  </a:lnTo>
                  <a:lnTo>
                    <a:pt x="6704260" y="469557"/>
                  </a:lnTo>
                  <a:lnTo>
                    <a:pt x="6704406" y="469557"/>
                  </a:lnTo>
                  <a:lnTo>
                    <a:pt x="6704551" y="469557"/>
                  </a:lnTo>
                  <a:lnTo>
                    <a:pt x="6704696" y="469557"/>
                  </a:lnTo>
                  <a:lnTo>
                    <a:pt x="6704842" y="469557"/>
                  </a:lnTo>
                  <a:lnTo>
                    <a:pt x="6704987" y="469557"/>
                  </a:lnTo>
                  <a:lnTo>
                    <a:pt x="6705133" y="469557"/>
                  </a:lnTo>
                  <a:lnTo>
                    <a:pt x="6705278" y="469557"/>
                  </a:lnTo>
                  <a:lnTo>
                    <a:pt x="6705424" y="469557"/>
                  </a:lnTo>
                  <a:lnTo>
                    <a:pt x="6705569" y="469557"/>
                  </a:lnTo>
                  <a:lnTo>
                    <a:pt x="6705714" y="469557"/>
                  </a:lnTo>
                  <a:lnTo>
                    <a:pt x="6705860" y="469557"/>
                  </a:lnTo>
                  <a:lnTo>
                    <a:pt x="6706005" y="469557"/>
                  </a:lnTo>
                  <a:lnTo>
                    <a:pt x="6706151" y="469557"/>
                  </a:lnTo>
                  <a:lnTo>
                    <a:pt x="6706296" y="469557"/>
                  </a:lnTo>
                  <a:lnTo>
                    <a:pt x="6706442" y="469557"/>
                  </a:lnTo>
                  <a:lnTo>
                    <a:pt x="6706587" y="469557"/>
                  </a:lnTo>
                  <a:lnTo>
                    <a:pt x="6706732" y="469557"/>
                  </a:lnTo>
                  <a:lnTo>
                    <a:pt x="6706878" y="469557"/>
                  </a:lnTo>
                  <a:lnTo>
                    <a:pt x="6707023" y="469557"/>
                  </a:lnTo>
                  <a:lnTo>
                    <a:pt x="6707169" y="469557"/>
                  </a:lnTo>
                  <a:lnTo>
                    <a:pt x="6707314" y="469557"/>
                  </a:lnTo>
                  <a:lnTo>
                    <a:pt x="6707460" y="469557"/>
                  </a:lnTo>
                  <a:lnTo>
                    <a:pt x="6707460" y="468933"/>
                  </a:lnTo>
                  <a:lnTo>
                    <a:pt x="6707605" y="468933"/>
                  </a:lnTo>
                  <a:lnTo>
                    <a:pt x="6707750" y="468933"/>
                  </a:lnTo>
                  <a:lnTo>
                    <a:pt x="6707750" y="468310"/>
                  </a:lnTo>
                  <a:lnTo>
                    <a:pt x="6707896" y="468310"/>
                  </a:lnTo>
                  <a:lnTo>
                    <a:pt x="6708041" y="468310"/>
                  </a:lnTo>
                  <a:lnTo>
                    <a:pt x="6708187" y="468310"/>
                  </a:lnTo>
                  <a:lnTo>
                    <a:pt x="6708332" y="468310"/>
                  </a:lnTo>
                  <a:lnTo>
                    <a:pt x="6708478" y="468310"/>
                  </a:lnTo>
                  <a:lnTo>
                    <a:pt x="6708623" y="468310"/>
                  </a:lnTo>
                  <a:lnTo>
                    <a:pt x="6708768" y="468310"/>
                  </a:lnTo>
                  <a:lnTo>
                    <a:pt x="6708914" y="468310"/>
                  </a:lnTo>
                  <a:lnTo>
                    <a:pt x="6709059" y="468310"/>
                  </a:lnTo>
                  <a:lnTo>
                    <a:pt x="6709205" y="468310"/>
                  </a:lnTo>
                  <a:lnTo>
                    <a:pt x="6709350" y="468310"/>
                  </a:lnTo>
                  <a:lnTo>
                    <a:pt x="6709350" y="467686"/>
                  </a:lnTo>
                  <a:lnTo>
                    <a:pt x="6709496" y="467686"/>
                  </a:lnTo>
                  <a:lnTo>
                    <a:pt x="6709641" y="467686"/>
                  </a:lnTo>
                  <a:lnTo>
                    <a:pt x="6709786" y="467686"/>
                  </a:lnTo>
                  <a:lnTo>
                    <a:pt x="6709932" y="467686"/>
                  </a:lnTo>
                  <a:lnTo>
                    <a:pt x="6710077" y="467686"/>
                  </a:lnTo>
                  <a:lnTo>
                    <a:pt x="6710223" y="467686"/>
                  </a:lnTo>
                  <a:lnTo>
                    <a:pt x="6710368" y="467686"/>
                  </a:lnTo>
                  <a:lnTo>
                    <a:pt x="6710514" y="467686"/>
                  </a:lnTo>
                  <a:lnTo>
                    <a:pt x="6710659" y="467686"/>
                  </a:lnTo>
                  <a:lnTo>
                    <a:pt x="6710659" y="467063"/>
                  </a:lnTo>
                  <a:lnTo>
                    <a:pt x="6710804" y="467063"/>
                  </a:lnTo>
                  <a:lnTo>
                    <a:pt x="6710950" y="467063"/>
                  </a:lnTo>
                  <a:lnTo>
                    <a:pt x="6711095" y="467063"/>
                  </a:lnTo>
                  <a:lnTo>
                    <a:pt x="6711241" y="467063"/>
                  </a:lnTo>
                  <a:lnTo>
                    <a:pt x="6711241" y="466439"/>
                  </a:lnTo>
                  <a:lnTo>
                    <a:pt x="6711386" y="466439"/>
                  </a:lnTo>
                  <a:lnTo>
                    <a:pt x="6711531" y="466439"/>
                  </a:lnTo>
                  <a:lnTo>
                    <a:pt x="6711677" y="466439"/>
                  </a:lnTo>
                  <a:lnTo>
                    <a:pt x="6711822" y="466439"/>
                  </a:lnTo>
                  <a:lnTo>
                    <a:pt x="6711822" y="465815"/>
                  </a:lnTo>
                  <a:lnTo>
                    <a:pt x="6711822" y="465192"/>
                  </a:lnTo>
                  <a:lnTo>
                    <a:pt x="6711822" y="464568"/>
                  </a:lnTo>
                  <a:lnTo>
                    <a:pt x="6711968" y="464568"/>
                  </a:lnTo>
                  <a:lnTo>
                    <a:pt x="6712113" y="464568"/>
                  </a:lnTo>
                  <a:lnTo>
                    <a:pt x="6712259" y="464568"/>
                  </a:lnTo>
                  <a:lnTo>
                    <a:pt x="6712404" y="464568"/>
                  </a:lnTo>
                  <a:lnTo>
                    <a:pt x="6712549" y="464568"/>
                  </a:lnTo>
                  <a:lnTo>
                    <a:pt x="6712695" y="464568"/>
                  </a:lnTo>
                  <a:lnTo>
                    <a:pt x="6712840" y="464568"/>
                  </a:lnTo>
                  <a:lnTo>
                    <a:pt x="6712986" y="464568"/>
                  </a:lnTo>
                  <a:lnTo>
                    <a:pt x="6713131" y="464568"/>
                  </a:lnTo>
                  <a:lnTo>
                    <a:pt x="6713277" y="464568"/>
                  </a:lnTo>
                  <a:lnTo>
                    <a:pt x="6713422" y="464568"/>
                  </a:lnTo>
                  <a:lnTo>
                    <a:pt x="6713567" y="464568"/>
                  </a:lnTo>
                  <a:lnTo>
                    <a:pt x="6713713" y="464568"/>
                  </a:lnTo>
                  <a:lnTo>
                    <a:pt x="6713858" y="464568"/>
                  </a:lnTo>
                  <a:lnTo>
                    <a:pt x="6713858" y="463945"/>
                  </a:lnTo>
                  <a:lnTo>
                    <a:pt x="6714004" y="463945"/>
                  </a:lnTo>
                  <a:lnTo>
                    <a:pt x="6714149" y="463945"/>
                  </a:lnTo>
                  <a:lnTo>
                    <a:pt x="6714295" y="463945"/>
                  </a:lnTo>
                  <a:lnTo>
                    <a:pt x="6714440" y="463945"/>
                  </a:lnTo>
                  <a:lnTo>
                    <a:pt x="6714585" y="463945"/>
                  </a:lnTo>
                  <a:lnTo>
                    <a:pt x="6714731" y="463945"/>
                  </a:lnTo>
                  <a:lnTo>
                    <a:pt x="6714876" y="463945"/>
                  </a:lnTo>
                  <a:lnTo>
                    <a:pt x="6715022" y="463945"/>
                  </a:lnTo>
                  <a:lnTo>
                    <a:pt x="6715167" y="463945"/>
                  </a:lnTo>
                  <a:lnTo>
                    <a:pt x="6715313" y="463945"/>
                  </a:lnTo>
                  <a:lnTo>
                    <a:pt x="6715458" y="463945"/>
                  </a:lnTo>
                  <a:lnTo>
                    <a:pt x="6715603" y="463945"/>
                  </a:lnTo>
                  <a:lnTo>
                    <a:pt x="6715749" y="463945"/>
                  </a:lnTo>
                  <a:lnTo>
                    <a:pt x="6715894" y="463945"/>
                  </a:lnTo>
                  <a:lnTo>
                    <a:pt x="6716040" y="463945"/>
                  </a:lnTo>
                  <a:lnTo>
                    <a:pt x="6716185" y="463945"/>
                  </a:lnTo>
                  <a:lnTo>
                    <a:pt x="6716185" y="463321"/>
                  </a:lnTo>
                  <a:lnTo>
                    <a:pt x="6716331" y="463321"/>
                  </a:lnTo>
                  <a:lnTo>
                    <a:pt x="6716331" y="462698"/>
                  </a:lnTo>
                  <a:lnTo>
                    <a:pt x="6716476" y="462698"/>
                  </a:lnTo>
                  <a:lnTo>
                    <a:pt x="6716621" y="462698"/>
                  </a:lnTo>
                  <a:lnTo>
                    <a:pt x="6716767" y="462698"/>
                  </a:lnTo>
                  <a:lnTo>
                    <a:pt x="6716912" y="462698"/>
                  </a:lnTo>
                  <a:lnTo>
                    <a:pt x="6717058" y="462698"/>
                  </a:lnTo>
                  <a:lnTo>
                    <a:pt x="6717203" y="462698"/>
                  </a:lnTo>
                  <a:lnTo>
                    <a:pt x="6717349" y="462698"/>
                  </a:lnTo>
                  <a:lnTo>
                    <a:pt x="6717494" y="462698"/>
                  </a:lnTo>
                  <a:lnTo>
                    <a:pt x="6717639" y="462698"/>
                  </a:lnTo>
                  <a:lnTo>
                    <a:pt x="6717785" y="462698"/>
                  </a:lnTo>
                  <a:lnTo>
                    <a:pt x="6717930" y="462698"/>
                  </a:lnTo>
                  <a:lnTo>
                    <a:pt x="6718076" y="462698"/>
                  </a:lnTo>
                  <a:lnTo>
                    <a:pt x="6718221" y="462698"/>
                  </a:lnTo>
                  <a:lnTo>
                    <a:pt x="6718221" y="462074"/>
                  </a:lnTo>
                  <a:lnTo>
                    <a:pt x="6718366" y="462074"/>
                  </a:lnTo>
                  <a:lnTo>
                    <a:pt x="6718512" y="462074"/>
                  </a:lnTo>
                  <a:lnTo>
                    <a:pt x="6718657" y="462074"/>
                  </a:lnTo>
                  <a:lnTo>
                    <a:pt x="6718803" y="462074"/>
                  </a:lnTo>
                  <a:lnTo>
                    <a:pt x="6718948" y="462074"/>
                  </a:lnTo>
                  <a:lnTo>
                    <a:pt x="6719094" y="462074"/>
                  </a:lnTo>
                  <a:lnTo>
                    <a:pt x="6719239" y="462074"/>
                  </a:lnTo>
                  <a:lnTo>
                    <a:pt x="6719384" y="462074"/>
                  </a:lnTo>
                  <a:lnTo>
                    <a:pt x="6719530" y="462074"/>
                  </a:lnTo>
                  <a:lnTo>
                    <a:pt x="6719675" y="462074"/>
                  </a:lnTo>
                  <a:lnTo>
                    <a:pt x="6719821" y="462074"/>
                  </a:lnTo>
                  <a:lnTo>
                    <a:pt x="6719966" y="462074"/>
                  </a:lnTo>
                  <a:lnTo>
                    <a:pt x="6719966" y="461450"/>
                  </a:lnTo>
                  <a:lnTo>
                    <a:pt x="6720112" y="461450"/>
                  </a:lnTo>
                  <a:lnTo>
                    <a:pt x="6720257" y="461450"/>
                  </a:lnTo>
                  <a:lnTo>
                    <a:pt x="6720257" y="460827"/>
                  </a:lnTo>
                  <a:lnTo>
                    <a:pt x="6720402" y="460827"/>
                  </a:lnTo>
                  <a:lnTo>
                    <a:pt x="6720548" y="460827"/>
                  </a:lnTo>
                  <a:lnTo>
                    <a:pt x="6720693" y="460827"/>
                  </a:lnTo>
                  <a:lnTo>
                    <a:pt x="6720839" y="460827"/>
                  </a:lnTo>
                  <a:lnTo>
                    <a:pt x="6720984" y="460827"/>
                  </a:lnTo>
                  <a:lnTo>
                    <a:pt x="6721130" y="460827"/>
                  </a:lnTo>
                  <a:lnTo>
                    <a:pt x="6721275" y="460827"/>
                  </a:lnTo>
                  <a:lnTo>
                    <a:pt x="6721275" y="460203"/>
                  </a:lnTo>
                  <a:lnTo>
                    <a:pt x="6721420" y="460203"/>
                  </a:lnTo>
                  <a:lnTo>
                    <a:pt x="6721566" y="460203"/>
                  </a:lnTo>
                  <a:lnTo>
                    <a:pt x="6721711" y="460203"/>
                  </a:lnTo>
                  <a:lnTo>
                    <a:pt x="6721857" y="460203"/>
                  </a:lnTo>
                  <a:lnTo>
                    <a:pt x="6722002" y="460203"/>
                  </a:lnTo>
                  <a:lnTo>
                    <a:pt x="6722148" y="460203"/>
                  </a:lnTo>
                  <a:lnTo>
                    <a:pt x="6722293" y="460203"/>
                  </a:lnTo>
                  <a:lnTo>
                    <a:pt x="6722438" y="460203"/>
                  </a:lnTo>
                  <a:lnTo>
                    <a:pt x="6722584" y="460203"/>
                  </a:lnTo>
                  <a:lnTo>
                    <a:pt x="6722729" y="460203"/>
                  </a:lnTo>
                  <a:lnTo>
                    <a:pt x="6722875" y="460203"/>
                  </a:lnTo>
                  <a:lnTo>
                    <a:pt x="6723020" y="460203"/>
                  </a:lnTo>
                  <a:lnTo>
                    <a:pt x="6723166" y="460203"/>
                  </a:lnTo>
                  <a:lnTo>
                    <a:pt x="6723311" y="460203"/>
                  </a:lnTo>
                  <a:lnTo>
                    <a:pt x="6723456" y="460203"/>
                  </a:lnTo>
                  <a:lnTo>
                    <a:pt x="6723602" y="460203"/>
                  </a:lnTo>
                  <a:lnTo>
                    <a:pt x="6723747" y="460203"/>
                  </a:lnTo>
                  <a:lnTo>
                    <a:pt x="6723893" y="460203"/>
                  </a:lnTo>
                  <a:lnTo>
                    <a:pt x="6724038" y="460203"/>
                  </a:lnTo>
                  <a:lnTo>
                    <a:pt x="6724184" y="460203"/>
                  </a:lnTo>
                  <a:lnTo>
                    <a:pt x="6724329" y="460203"/>
                  </a:lnTo>
                  <a:lnTo>
                    <a:pt x="6724474" y="460203"/>
                  </a:lnTo>
                  <a:lnTo>
                    <a:pt x="6724620" y="460203"/>
                  </a:lnTo>
                  <a:lnTo>
                    <a:pt x="6724765" y="460203"/>
                  </a:lnTo>
                  <a:lnTo>
                    <a:pt x="6724911" y="460203"/>
                  </a:lnTo>
                  <a:lnTo>
                    <a:pt x="6725056" y="460203"/>
                  </a:lnTo>
                  <a:lnTo>
                    <a:pt x="6725201" y="460203"/>
                  </a:lnTo>
                  <a:lnTo>
                    <a:pt x="6725347" y="460203"/>
                  </a:lnTo>
                  <a:lnTo>
                    <a:pt x="6725347" y="459580"/>
                  </a:lnTo>
                  <a:lnTo>
                    <a:pt x="6725347" y="458956"/>
                  </a:lnTo>
                  <a:lnTo>
                    <a:pt x="6725492" y="458956"/>
                  </a:lnTo>
                  <a:lnTo>
                    <a:pt x="6725638" y="458956"/>
                  </a:lnTo>
                  <a:lnTo>
                    <a:pt x="6725783" y="458956"/>
                  </a:lnTo>
                  <a:lnTo>
                    <a:pt x="6725929" y="458956"/>
                  </a:lnTo>
                  <a:lnTo>
                    <a:pt x="6726074" y="458956"/>
                  </a:lnTo>
                  <a:lnTo>
                    <a:pt x="6726219" y="458956"/>
                  </a:lnTo>
                  <a:lnTo>
                    <a:pt x="6726365" y="458956"/>
                  </a:lnTo>
                  <a:lnTo>
                    <a:pt x="6726510" y="458956"/>
                  </a:lnTo>
                  <a:lnTo>
                    <a:pt x="6726656" y="458956"/>
                  </a:lnTo>
                  <a:lnTo>
                    <a:pt x="6726801" y="458956"/>
                  </a:lnTo>
                  <a:lnTo>
                    <a:pt x="6726947" y="458956"/>
                  </a:lnTo>
                  <a:lnTo>
                    <a:pt x="6726947" y="458333"/>
                  </a:lnTo>
                  <a:lnTo>
                    <a:pt x="6727092" y="458333"/>
                  </a:lnTo>
                  <a:lnTo>
                    <a:pt x="6727092" y="457709"/>
                  </a:lnTo>
                  <a:lnTo>
                    <a:pt x="6727237" y="457709"/>
                  </a:lnTo>
                  <a:lnTo>
                    <a:pt x="6727383" y="457709"/>
                  </a:lnTo>
                  <a:lnTo>
                    <a:pt x="6727528" y="457709"/>
                  </a:lnTo>
                  <a:lnTo>
                    <a:pt x="6727528" y="457085"/>
                  </a:lnTo>
                  <a:lnTo>
                    <a:pt x="6727674" y="457085"/>
                  </a:lnTo>
                  <a:lnTo>
                    <a:pt x="6727819" y="457085"/>
                  </a:lnTo>
                  <a:lnTo>
                    <a:pt x="6727965" y="457085"/>
                  </a:lnTo>
                  <a:lnTo>
                    <a:pt x="6728110" y="457085"/>
                  </a:lnTo>
                  <a:lnTo>
                    <a:pt x="6728255" y="457085"/>
                  </a:lnTo>
                  <a:lnTo>
                    <a:pt x="6728401" y="457085"/>
                  </a:lnTo>
                  <a:lnTo>
                    <a:pt x="6728546" y="457085"/>
                  </a:lnTo>
                  <a:lnTo>
                    <a:pt x="6728692" y="457085"/>
                  </a:lnTo>
                  <a:lnTo>
                    <a:pt x="6728692" y="456462"/>
                  </a:lnTo>
                  <a:lnTo>
                    <a:pt x="6728837" y="456462"/>
                  </a:lnTo>
                  <a:lnTo>
                    <a:pt x="6728983" y="456462"/>
                  </a:lnTo>
                  <a:lnTo>
                    <a:pt x="6729128" y="456462"/>
                  </a:lnTo>
                  <a:lnTo>
                    <a:pt x="6729273" y="456462"/>
                  </a:lnTo>
                  <a:lnTo>
                    <a:pt x="6729419" y="456462"/>
                  </a:lnTo>
                  <a:lnTo>
                    <a:pt x="6729564" y="456462"/>
                  </a:lnTo>
                  <a:lnTo>
                    <a:pt x="6729710" y="456462"/>
                  </a:lnTo>
                  <a:lnTo>
                    <a:pt x="6729855" y="456462"/>
                  </a:lnTo>
                  <a:lnTo>
                    <a:pt x="6730001" y="456462"/>
                  </a:lnTo>
                  <a:lnTo>
                    <a:pt x="6730146" y="456462"/>
                  </a:lnTo>
                  <a:lnTo>
                    <a:pt x="6730291" y="456462"/>
                  </a:lnTo>
                  <a:lnTo>
                    <a:pt x="6730437" y="456462"/>
                  </a:lnTo>
                  <a:lnTo>
                    <a:pt x="6730582" y="456462"/>
                  </a:lnTo>
                  <a:lnTo>
                    <a:pt x="6730728" y="456462"/>
                  </a:lnTo>
                  <a:lnTo>
                    <a:pt x="6730873" y="456462"/>
                  </a:lnTo>
                  <a:lnTo>
                    <a:pt x="6731019" y="456462"/>
                  </a:lnTo>
                  <a:lnTo>
                    <a:pt x="6731164" y="456462"/>
                  </a:lnTo>
                  <a:lnTo>
                    <a:pt x="6731309" y="456462"/>
                  </a:lnTo>
                  <a:lnTo>
                    <a:pt x="6731455" y="456462"/>
                  </a:lnTo>
                  <a:lnTo>
                    <a:pt x="6731455" y="455838"/>
                  </a:lnTo>
                  <a:lnTo>
                    <a:pt x="6731600" y="455838"/>
                  </a:lnTo>
                  <a:lnTo>
                    <a:pt x="6731746" y="455838"/>
                  </a:lnTo>
                  <a:lnTo>
                    <a:pt x="6731891" y="455838"/>
                  </a:lnTo>
                  <a:lnTo>
                    <a:pt x="6732036" y="455838"/>
                  </a:lnTo>
                  <a:lnTo>
                    <a:pt x="6732182" y="455838"/>
                  </a:lnTo>
                  <a:lnTo>
                    <a:pt x="6732327" y="455838"/>
                  </a:lnTo>
                  <a:lnTo>
                    <a:pt x="6732473" y="455838"/>
                  </a:lnTo>
                  <a:lnTo>
                    <a:pt x="6732618" y="455838"/>
                  </a:lnTo>
                  <a:lnTo>
                    <a:pt x="6732764" y="455838"/>
                  </a:lnTo>
                  <a:lnTo>
                    <a:pt x="6732764" y="455215"/>
                  </a:lnTo>
                  <a:lnTo>
                    <a:pt x="6732909" y="455215"/>
                  </a:lnTo>
                  <a:lnTo>
                    <a:pt x="6733054" y="455215"/>
                  </a:lnTo>
                  <a:lnTo>
                    <a:pt x="6733200" y="455215"/>
                  </a:lnTo>
                  <a:lnTo>
                    <a:pt x="6733345" y="455215"/>
                  </a:lnTo>
                  <a:lnTo>
                    <a:pt x="6733345" y="454591"/>
                  </a:lnTo>
                  <a:lnTo>
                    <a:pt x="6733491" y="454591"/>
                  </a:lnTo>
                  <a:lnTo>
                    <a:pt x="6733636" y="454591"/>
                  </a:lnTo>
                  <a:lnTo>
                    <a:pt x="6733782" y="454591"/>
                  </a:lnTo>
                  <a:lnTo>
                    <a:pt x="6733927" y="454591"/>
                  </a:lnTo>
                  <a:lnTo>
                    <a:pt x="6734072" y="454591"/>
                  </a:lnTo>
                  <a:lnTo>
                    <a:pt x="6734218" y="454591"/>
                  </a:lnTo>
                  <a:lnTo>
                    <a:pt x="6734218" y="453967"/>
                  </a:lnTo>
                  <a:lnTo>
                    <a:pt x="6734363" y="453967"/>
                  </a:lnTo>
                  <a:lnTo>
                    <a:pt x="6734509" y="453967"/>
                  </a:lnTo>
                  <a:lnTo>
                    <a:pt x="6734654" y="453967"/>
                  </a:lnTo>
                  <a:lnTo>
                    <a:pt x="6734800" y="453967"/>
                  </a:lnTo>
                  <a:lnTo>
                    <a:pt x="6734945" y="453967"/>
                  </a:lnTo>
                  <a:lnTo>
                    <a:pt x="6735090" y="453967"/>
                  </a:lnTo>
                  <a:lnTo>
                    <a:pt x="6735236" y="453967"/>
                  </a:lnTo>
                  <a:lnTo>
                    <a:pt x="6735381" y="453967"/>
                  </a:lnTo>
                  <a:lnTo>
                    <a:pt x="6735527" y="453967"/>
                  </a:lnTo>
                  <a:lnTo>
                    <a:pt x="6735672" y="453967"/>
                  </a:lnTo>
                  <a:lnTo>
                    <a:pt x="6735818" y="453967"/>
                  </a:lnTo>
                  <a:lnTo>
                    <a:pt x="6735963" y="453967"/>
                  </a:lnTo>
                  <a:lnTo>
                    <a:pt x="6736108" y="453967"/>
                  </a:lnTo>
                  <a:lnTo>
                    <a:pt x="6736254" y="453967"/>
                  </a:lnTo>
                  <a:lnTo>
                    <a:pt x="6736399" y="453967"/>
                  </a:lnTo>
                  <a:lnTo>
                    <a:pt x="6736545" y="453967"/>
                  </a:lnTo>
                  <a:lnTo>
                    <a:pt x="6736690" y="453967"/>
                  </a:lnTo>
                  <a:lnTo>
                    <a:pt x="6736836" y="453967"/>
                  </a:lnTo>
                  <a:lnTo>
                    <a:pt x="6736981" y="453967"/>
                  </a:lnTo>
                  <a:lnTo>
                    <a:pt x="6737126" y="453967"/>
                  </a:lnTo>
                  <a:lnTo>
                    <a:pt x="6737126" y="453344"/>
                  </a:lnTo>
                  <a:lnTo>
                    <a:pt x="6737272" y="453344"/>
                  </a:lnTo>
                  <a:lnTo>
                    <a:pt x="6737417" y="453344"/>
                  </a:lnTo>
                  <a:lnTo>
                    <a:pt x="6737563" y="453344"/>
                  </a:lnTo>
                  <a:lnTo>
                    <a:pt x="6737563" y="452720"/>
                  </a:lnTo>
                  <a:lnTo>
                    <a:pt x="6737563" y="452097"/>
                  </a:lnTo>
                  <a:lnTo>
                    <a:pt x="6737708" y="452097"/>
                  </a:lnTo>
                  <a:lnTo>
                    <a:pt x="6737854" y="452097"/>
                  </a:lnTo>
                  <a:lnTo>
                    <a:pt x="6737999" y="452097"/>
                  </a:lnTo>
                  <a:lnTo>
                    <a:pt x="6738144" y="452097"/>
                  </a:lnTo>
                  <a:lnTo>
                    <a:pt x="6738290" y="452097"/>
                  </a:lnTo>
                  <a:lnTo>
                    <a:pt x="6738290" y="451473"/>
                  </a:lnTo>
                  <a:lnTo>
                    <a:pt x="6738435" y="451473"/>
                  </a:lnTo>
                  <a:lnTo>
                    <a:pt x="6738581" y="451473"/>
                  </a:lnTo>
                  <a:lnTo>
                    <a:pt x="6738726" y="451473"/>
                  </a:lnTo>
                  <a:lnTo>
                    <a:pt x="6738871" y="451473"/>
                  </a:lnTo>
                  <a:lnTo>
                    <a:pt x="6739017" y="451473"/>
                  </a:lnTo>
                  <a:lnTo>
                    <a:pt x="6739162" y="451473"/>
                  </a:lnTo>
                  <a:lnTo>
                    <a:pt x="6739308" y="451473"/>
                  </a:lnTo>
                  <a:lnTo>
                    <a:pt x="6739453" y="451473"/>
                  </a:lnTo>
                  <a:lnTo>
                    <a:pt x="6739599" y="451473"/>
                  </a:lnTo>
                  <a:lnTo>
                    <a:pt x="6739744" y="451473"/>
                  </a:lnTo>
                  <a:lnTo>
                    <a:pt x="6739889" y="451473"/>
                  </a:lnTo>
                  <a:lnTo>
                    <a:pt x="6739889" y="450850"/>
                  </a:lnTo>
                  <a:lnTo>
                    <a:pt x="6740035" y="450850"/>
                  </a:lnTo>
                  <a:lnTo>
                    <a:pt x="6740180" y="450850"/>
                  </a:lnTo>
                  <a:lnTo>
                    <a:pt x="6740326" y="450850"/>
                  </a:lnTo>
                  <a:lnTo>
                    <a:pt x="6740471" y="450850"/>
                  </a:lnTo>
                  <a:lnTo>
                    <a:pt x="6740617" y="450850"/>
                  </a:lnTo>
                  <a:lnTo>
                    <a:pt x="6740762" y="450850"/>
                  </a:lnTo>
                  <a:lnTo>
                    <a:pt x="6740907" y="450850"/>
                  </a:lnTo>
                  <a:lnTo>
                    <a:pt x="6741053" y="450850"/>
                  </a:lnTo>
                  <a:lnTo>
                    <a:pt x="6741198" y="450850"/>
                  </a:lnTo>
                  <a:lnTo>
                    <a:pt x="6741344" y="450850"/>
                  </a:lnTo>
                  <a:lnTo>
                    <a:pt x="6741489" y="450850"/>
                  </a:lnTo>
                  <a:lnTo>
                    <a:pt x="6741635" y="450850"/>
                  </a:lnTo>
                  <a:lnTo>
                    <a:pt x="6741780" y="450850"/>
                  </a:lnTo>
                  <a:lnTo>
                    <a:pt x="6741925" y="450850"/>
                  </a:lnTo>
                  <a:lnTo>
                    <a:pt x="6742071" y="450850"/>
                  </a:lnTo>
                  <a:lnTo>
                    <a:pt x="6742071" y="450226"/>
                  </a:lnTo>
                  <a:lnTo>
                    <a:pt x="6742216" y="450226"/>
                  </a:lnTo>
                  <a:lnTo>
                    <a:pt x="6742362" y="450226"/>
                  </a:lnTo>
                  <a:lnTo>
                    <a:pt x="6742507" y="450226"/>
                  </a:lnTo>
                  <a:lnTo>
                    <a:pt x="6742653" y="450226"/>
                  </a:lnTo>
                  <a:lnTo>
                    <a:pt x="6742798" y="450226"/>
                  </a:lnTo>
                  <a:lnTo>
                    <a:pt x="6742943" y="450226"/>
                  </a:lnTo>
                  <a:lnTo>
                    <a:pt x="6743089" y="450226"/>
                  </a:lnTo>
                  <a:lnTo>
                    <a:pt x="6743234" y="450226"/>
                  </a:lnTo>
                  <a:lnTo>
                    <a:pt x="6743380" y="450226"/>
                  </a:lnTo>
                  <a:lnTo>
                    <a:pt x="6743525" y="450226"/>
                  </a:lnTo>
                  <a:lnTo>
                    <a:pt x="6743671" y="450226"/>
                  </a:lnTo>
                  <a:lnTo>
                    <a:pt x="6743816" y="450226"/>
                  </a:lnTo>
                  <a:lnTo>
                    <a:pt x="6743961" y="450226"/>
                  </a:lnTo>
                  <a:lnTo>
                    <a:pt x="6744107" y="450226"/>
                  </a:lnTo>
                  <a:lnTo>
                    <a:pt x="6744252" y="450226"/>
                  </a:lnTo>
                  <a:lnTo>
                    <a:pt x="6744252" y="449602"/>
                  </a:lnTo>
                  <a:lnTo>
                    <a:pt x="6744398" y="449602"/>
                  </a:lnTo>
                  <a:lnTo>
                    <a:pt x="6744543" y="449602"/>
                  </a:lnTo>
                  <a:lnTo>
                    <a:pt x="6744689" y="449602"/>
                  </a:lnTo>
                  <a:lnTo>
                    <a:pt x="6744834" y="449602"/>
                  </a:lnTo>
                  <a:lnTo>
                    <a:pt x="6744834" y="448979"/>
                  </a:lnTo>
                  <a:lnTo>
                    <a:pt x="6744979" y="448979"/>
                  </a:lnTo>
                  <a:lnTo>
                    <a:pt x="6745125" y="448979"/>
                  </a:lnTo>
                  <a:lnTo>
                    <a:pt x="6745270" y="448979"/>
                  </a:lnTo>
                  <a:lnTo>
                    <a:pt x="6745416" y="448979"/>
                  </a:lnTo>
                  <a:lnTo>
                    <a:pt x="6745561" y="448979"/>
                  </a:lnTo>
                  <a:lnTo>
                    <a:pt x="6745706" y="448979"/>
                  </a:lnTo>
                  <a:lnTo>
                    <a:pt x="6745852" y="448979"/>
                  </a:lnTo>
                  <a:lnTo>
                    <a:pt x="6745997" y="448979"/>
                  </a:lnTo>
                  <a:lnTo>
                    <a:pt x="6746143" y="448979"/>
                  </a:lnTo>
                  <a:lnTo>
                    <a:pt x="6746288" y="448979"/>
                  </a:lnTo>
                  <a:lnTo>
                    <a:pt x="6746434" y="448979"/>
                  </a:lnTo>
                  <a:lnTo>
                    <a:pt x="6746579" y="448979"/>
                  </a:lnTo>
                  <a:lnTo>
                    <a:pt x="6746579" y="448355"/>
                  </a:lnTo>
                  <a:lnTo>
                    <a:pt x="6746724" y="448355"/>
                  </a:lnTo>
                  <a:lnTo>
                    <a:pt x="6746870" y="448355"/>
                  </a:lnTo>
                  <a:lnTo>
                    <a:pt x="6747015" y="448355"/>
                  </a:lnTo>
                  <a:lnTo>
                    <a:pt x="6747161" y="448355"/>
                  </a:lnTo>
                  <a:lnTo>
                    <a:pt x="6747161" y="447732"/>
                  </a:lnTo>
                  <a:lnTo>
                    <a:pt x="6747306" y="447732"/>
                  </a:lnTo>
                  <a:lnTo>
                    <a:pt x="6747452" y="447732"/>
                  </a:lnTo>
                  <a:lnTo>
                    <a:pt x="6747597" y="447732"/>
                  </a:lnTo>
                  <a:lnTo>
                    <a:pt x="6747742" y="447732"/>
                  </a:lnTo>
                  <a:lnTo>
                    <a:pt x="6747888" y="447732"/>
                  </a:lnTo>
                  <a:lnTo>
                    <a:pt x="6748033" y="447732"/>
                  </a:lnTo>
                  <a:lnTo>
                    <a:pt x="6748179" y="447732"/>
                  </a:lnTo>
                  <a:lnTo>
                    <a:pt x="6748324" y="447732"/>
                  </a:lnTo>
                  <a:lnTo>
                    <a:pt x="6748470" y="447732"/>
                  </a:lnTo>
                  <a:lnTo>
                    <a:pt x="6748615" y="447732"/>
                  </a:lnTo>
                  <a:lnTo>
                    <a:pt x="6748615" y="447108"/>
                  </a:lnTo>
                  <a:lnTo>
                    <a:pt x="6748760" y="447108"/>
                  </a:lnTo>
                  <a:lnTo>
                    <a:pt x="6748906" y="447108"/>
                  </a:lnTo>
                  <a:lnTo>
                    <a:pt x="6749051" y="447108"/>
                  </a:lnTo>
                  <a:lnTo>
                    <a:pt x="6749197" y="447108"/>
                  </a:lnTo>
                  <a:lnTo>
                    <a:pt x="6749342" y="447108"/>
                  </a:lnTo>
                  <a:lnTo>
                    <a:pt x="6749488" y="447108"/>
                  </a:lnTo>
                  <a:lnTo>
                    <a:pt x="6749633" y="447108"/>
                  </a:lnTo>
                  <a:lnTo>
                    <a:pt x="6749778" y="447108"/>
                  </a:lnTo>
                  <a:lnTo>
                    <a:pt x="6749924" y="447108"/>
                  </a:lnTo>
                  <a:lnTo>
                    <a:pt x="6750069" y="447108"/>
                  </a:lnTo>
                  <a:lnTo>
                    <a:pt x="6750215" y="447108"/>
                  </a:lnTo>
                  <a:lnTo>
                    <a:pt x="6750360" y="447108"/>
                  </a:lnTo>
                  <a:lnTo>
                    <a:pt x="6750506" y="447108"/>
                  </a:lnTo>
                  <a:lnTo>
                    <a:pt x="6750651" y="447108"/>
                  </a:lnTo>
                  <a:lnTo>
                    <a:pt x="6750796" y="447108"/>
                  </a:lnTo>
                  <a:lnTo>
                    <a:pt x="6750942" y="447108"/>
                  </a:lnTo>
                  <a:lnTo>
                    <a:pt x="6751087" y="447108"/>
                  </a:lnTo>
                  <a:lnTo>
                    <a:pt x="6751233" y="447108"/>
                  </a:lnTo>
                  <a:lnTo>
                    <a:pt x="6751378" y="447108"/>
                  </a:lnTo>
                  <a:lnTo>
                    <a:pt x="6751524" y="447108"/>
                  </a:lnTo>
                  <a:lnTo>
                    <a:pt x="6751669" y="447108"/>
                  </a:lnTo>
                  <a:lnTo>
                    <a:pt x="6751669" y="446484"/>
                  </a:lnTo>
                  <a:lnTo>
                    <a:pt x="6751814" y="446484"/>
                  </a:lnTo>
                  <a:lnTo>
                    <a:pt x="6751960" y="446484"/>
                  </a:lnTo>
                  <a:lnTo>
                    <a:pt x="6752105" y="446484"/>
                  </a:lnTo>
                  <a:lnTo>
                    <a:pt x="6752251" y="446484"/>
                  </a:lnTo>
                  <a:lnTo>
                    <a:pt x="6752396" y="446484"/>
                  </a:lnTo>
                  <a:lnTo>
                    <a:pt x="6752541" y="446484"/>
                  </a:lnTo>
                  <a:lnTo>
                    <a:pt x="6752687" y="446484"/>
                  </a:lnTo>
                  <a:lnTo>
                    <a:pt x="6752832" y="446484"/>
                  </a:lnTo>
                  <a:lnTo>
                    <a:pt x="6752978" y="446484"/>
                  </a:lnTo>
                  <a:lnTo>
                    <a:pt x="6753123" y="446484"/>
                  </a:lnTo>
                  <a:lnTo>
                    <a:pt x="6753269" y="446484"/>
                  </a:lnTo>
                  <a:lnTo>
                    <a:pt x="6753414" y="446484"/>
                  </a:lnTo>
                  <a:lnTo>
                    <a:pt x="6753559" y="446484"/>
                  </a:lnTo>
                  <a:lnTo>
                    <a:pt x="6753559" y="445861"/>
                  </a:lnTo>
                  <a:lnTo>
                    <a:pt x="6753705" y="445861"/>
                  </a:lnTo>
                  <a:lnTo>
                    <a:pt x="6753850" y="445861"/>
                  </a:lnTo>
                  <a:lnTo>
                    <a:pt x="6753996" y="445861"/>
                  </a:lnTo>
                  <a:lnTo>
                    <a:pt x="6754141" y="445861"/>
                  </a:lnTo>
                  <a:lnTo>
                    <a:pt x="6754287" y="445861"/>
                  </a:lnTo>
                  <a:lnTo>
                    <a:pt x="6754432" y="445861"/>
                  </a:lnTo>
                  <a:lnTo>
                    <a:pt x="6754577" y="445861"/>
                  </a:lnTo>
                  <a:lnTo>
                    <a:pt x="6754723" y="445861"/>
                  </a:lnTo>
                  <a:lnTo>
                    <a:pt x="6754868" y="445861"/>
                  </a:lnTo>
                  <a:lnTo>
                    <a:pt x="6755014" y="445861"/>
                  </a:lnTo>
                  <a:lnTo>
                    <a:pt x="6755159" y="445861"/>
                  </a:lnTo>
                  <a:lnTo>
                    <a:pt x="6755305" y="445861"/>
                  </a:lnTo>
                  <a:lnTo>
                    <a:pt x="6755450" y="445861"/>
                  </a:lnTo>
                  <a:lnTo>
                    <a:pt x="6755450" y="445237"/>
                  </a:lnTo>
                  <a:lnTo>
                    <a:pt x="6755595" y="445237"/>
                  </a:lnTo>
                  <a:lnTo>
                    <a:pt x="6755595" y="444614"/>
                  </a:lnTo>
                  <a:lnTo>
                    <a:pt x="6755741" y="444614"/>
                  </a:lnTo>
                  <a:lnTo>
                    <a:pt x="6755886" y="444614"/>
                  </a:lnTo>
                  <a:lnTo>
                    <a:pt x="6756032" y="444614"/>
                  </a:lnTo>
                  <a:lnTo>
                    <a:pt x="6756177" y="444614"/>
                  </a:lnTo>
                  <a:lnTo>
                    <a:pt x="6756323" y="444614"/>
                  </a:lnTo>
                  <a:lnTo>
                    <a:pt x="6756468" y="444614"/>
                  </a:lnTo>
                  <a:lnTo>
                    <a:pt x="6756613" y="444614"/>
                  </a:lnTo>
                  <a:lnTo>
                    <a:pt x="6756759" y="444614"/>
                  </a:lnTo>
                  <a:lnTo>
                    <a:pt x="6756759" y="443990"/>
                  </a:lnTo>
                  <a:lnTo>
                    <a:pt x="6756904" y="443990"/>
                  </a:lnTo>
                  <a:lnTo>
                    <a:pt x="6757050" y="443990"/>
                  </a:lnTo>
                  <a:lnTo>
                    <a:pt x="6757195" y="443990"/>
                  </a:lnTo>
                  <a:lnTo>
                    <a:pt x="6757341" y="443990"/>
                  </a:lnTo>
                  <a:lnTo>
                    <a:pt x="6757486" y="443990"/>
                  </a:lnTo>
                  <a:lnTo>
                    <a:pt x="6757631" y="443990"/>
                  </a:lnTo>
                  <a:lnTo>
                    <a:pt x="6757777" y="443990"/>
                  </a:lnTo>
                  <a:lnTo>
                    <a:pt x="6757922" y="443990"/>
                  </a:lnTo>
                  <a:lnTo>
                    <a:pt x="6758068" y="443990"/>
                  </a:lnTo>
                  <a:lnTo>
                    <a:pt x="6758213" y="443990"/>
                  </a:lnTo>
                  <a:lnTo>
                    <a:pt x="6758359" y="443990"/>
                  </a:lnTo>
                  <a:lnTo>
                    <a:pt x="6758504" y="443990"/>
                  </a:lnTo>
                  <a:lnTo>
                    <a:pt x="6758649" y="443990"/>
                  </a:lnTo>
                  <a:lnTo>
                    <a:pt x="6758795" y="443990"/>
                  </a:lnTo>
                  <a:lnTo>
                    <a:pt x="6758940" y="443990"/>
                  </a:lnTo>
                  <a:lnTo>
                    <a:pt x="6759086" y="443990"/>
                  </a:lnTo>
                  <a:lnTo>
                    <a:pt x="6759231" y="443990"/>
                  </a:lnTo>
                  <a:lnTo>
                    <a:pt x="6759376" y="443990"/>
                  </a:lnTo>
                  <a:lnTo>
                    <a:pt x="6759522" y="443990"/>
                  </a:lnTo>
                  <a:lnTo>
                    <a:pt x="6759667" y="443990"/>
                  </a:lnTo>
                  <a:lnTo>
                    <a:pt x="6759813" y="443990"/>
                  </a:lnTo>
                  <a:lnTo>
                    <a:pt x="6759958" y="443990"/>
                  </a:lnTo>
                  <a:lnTo>
                    <a:pt x="6760104" y="443990"/>
                  </a:lnTo>
                  <a:lnTo>
                    <a:pt x="6760249" y="443990"/>
                  </a:lnTo>
                  <a:lnTo>
                    <a:pt x="6760394" y="443990"/>
                  </a:lnTo>
                  <a:lnTo>
                    <a:pt x="6760540" y="443990"/>
                  </a:lnTo>
                  <a:lnTo>
                    <a:pt x="6760685" y="443990"/>
                  </a:lnTo>
                  <a:lnTo>
                    <a:pt x="6760831" y="443990"/>
                  </a:lnTo>
                  <a:lnTo>
                    <a:pt x="6760976" y="443990"/>
                  </a:lnTo>
                  <a:lnTo>
                    <a:pt x="6760976" y="443367"/>
                  </a:lnTo>
                  <a:lnTo>
                    <a:pt x="6761122" y="443367"/>
                  </a:lnTo>
                  <a:lnTo>
                    <a:pt x="6761267" y="443367"/>
                  </a:lnTo>
                  <a:lnTo>
                    <a:pt x="6761412" y="443367"/>
                  </a:lnTo>
                  <a:lnTo>
                    <a:pt x="6761558" y="443367"/>
                  </a:lnTo>
                  <a:lnTo>
                    <a:pt x="6761703" y="443367"/>
                  </a:lnTo>
                  <a:lnTo>
                    <a:pt x="6761849" y="443367"/>
                  </a:lnTo>
                  <a:lnTo>
                    <a:pt x="6761994" y="443367"/>
                  </a:lnTo>
                  <a:lnTo>
                    <a:pt x="6762140" y="443367"/>
                  </a:lnTo>
                  <a:lnTo>
                    <a:pt x="6762285" y="443367"/>
                  </a:lnTo>
                  <a:lnTo>
                    <a:pt x="6762430" y="443367"/>
                  </a:lnTo>
                  <a:lnTo>
                    <a:pt x="6762576" y="443367"/>
                  </a:lnTo>
                  <a:lnTo>
                    <a:pt x="6762721" y="443367"/>
                  </a:lnTo>
                  <a:lnTo>
                    <a:pt x="6762721" y="442743"/>
                  </a:lnTo>
                  <a:lnTo>
                    <a:pt x="6762867" y="442743"/>
                  </a:lnTo>
                  <a:lnTo>
                    <a:pt x="6763012" y="442743"/>
                  </a:lnTo>
                  <a:lnTo>
                    <a:pt x="6763158" y="442743"/>
                  </a:lnTo>
                  <a:lnTo>
                    <a:pt x="6763303" y="442743"/>
                  </a:lnTo>
                  <a:lnTo>
                    <a:pt x="6763448" y="442743"/>
                  </a:lnTo>
                  <a:lnTo>
                    <a:pt x="6763594" y="442743"/>
                  </a:lnTo>
                  <a:lnTo>
                    <a:pt x="6763739" y="442743"/>
                  </a:lnTo>
                  <a:lnTo>
                    <a:pt x="6763885" y="442743"/>
                  </a:lnTo>
                  <a:lnTo>
                    <a:pt x="6764030" y="442743"/>
                  </a:lnTo>
                  <a:lnTo>
                    <a:pt x="6764176" y="442743"/>
                  </a:lnTo>
                  <a:lnTo>
                    <a:pt x="6764176" y="442119"/>
                  </a:lnTo>
                  <a:lnTo>
                    <a:pt x="6764321" y="442119"/>
                  </a:lnTo>
                  <a:lnTo>
                    <a:pt x="6764466" y="442119"/>
                  </a:lnTo>
                  <a:lnTo>
                    <a:pt x="6764612" y="442119"/>
                  </a:lnTo>
                  <a:lnTo>
                    <a:pt x="6764757" y="442119"/>
                  </a:lnTo>
                  <a:lnTo>
                    <a:pt x="6764903" y="442119"/>
                  </a:lnTo>
                  <a:lnTo>
                    <a:pt x="6765048" y="442119"/>
                  </a:lnTo>
                  <a:lnTo>
                    <a:pt x="6765193" y="442119"/>
                  </a:lnTo>
                  <a:lnTo>
                    <a:pt x="6765339" y="442119"/>
                  </a:lnTo>
                  <a:lnTo>
                    <a:pt x="6765484" y="442119"/>
                  </a:lnTo>
                  <a:lnTo>
                    <a:pt x="6765484" y="441496"/>
                  </a:lnTo>
                  <a:lnTo>
                    <a:pt x="6765630" y="441496"/>
                  </a:lnTo>
                  <a:lnTo>
                    <a:pt x="6765775" y="441496"/>
                  </a:lnTo>
                  <a:lnTo>
                    <a:pt x="6765921" y="441496"/>
                  </a:lnTo>
                  <a:lnTo>
                    <a:pt x="6766066" y="441496"/>
                  </a:lnTo>
                  <a:lnTo>
                    <a:pt x="6766211" y="441496"/>
                  </a:lnTo>
                  <a:lnTo>
                    <a:pt x="6766357" y="441496"/>
                  </a:lnTo>
                  <a:lnTo>
                    <a:pt x="6766502" y="441496"/>
                  </a:lnTo>
                  <a:lnTo>
                    <a:pt x="6766648" y="441496"/>
                  </a:lnTo>
                  <a:lnTo>
                    <a:pt x="6766793" y="441496"/>
                  </a:lnTo>
                  <a:lnTo>
                    <a:pt x="6766939" y="441496"/>
                  </a:lnTo>
                  <a:lnTo>
                    <a:pt x="6767084" y="441496"/>
                  </a:lnTo>
                  <a:lnTo>
                    <a:pt x="6767229" y="441496"/>
                  </a:lnTo>
                  <a:lnTo>
                    <a:pt x="6767229" y="440872"/>
                  </a:lnTo>
                  <a:lnTo>
                    <a:pt x="6767375" y="440872"/>
                  </a:lnTo>
                  <a:lnTo>
                    <a:pt x="6767520" y="440872"/>
                  </a:lnTo>
                  <a:lnTo>
                    <a:pt x="6767666" y="440872"/>
                  </a:lnTo>
                  <a:lnTo>
                    <a:pt x="6767811" y="440872"/>
                  </a:lnTo>
                  <a:lnTo>
                    <a:pt x="6767957" y="440872"/>
                  </a:lnTo>
                  <a:lnTo>
                    <a:pt x="6768102" y="440872"/>
                  </a:lnTo>
                  <a:lnTo>
                    <a:pt x="6768247" y="440872"/>
                  </a:lnTo>
                  <a:lnTo>
                    <a:pt x="6768393" y="440872"/>
                  </a:lnTo>
                  <a:lnTo>
                    <a:pt x="6768538" y="440872"/>
                  </a:lnTo>
                  <a:lnTo>
                    <a:pt x="6768684" y="440872"/>
                  </a:lnTo>
                  <a:lnTo>
                    <a:pt x="6768829" y="440872"/>
                  </a:lnTo>
                  <a:lnTo>
                    <a:pt x="6768975" y="440872"/>
                  </a:lnTo>
                  <a:lnTo>
                    <a:pt x="6769120" y="440872"/>
                  </a:lnTo>
                  <a:lnTo>
                    <a:pt x="6769265" y="440872"/>
                  </a:lnTo>
                  <a:lnTo>
                    <a:pt x="6769411" y="440872"/>
                  </a:lnTo>
                  <a:lnTo>
                    <a:pt x="6769556" y="440872"/>
                  </a:lnTo>
                  <a:lnTo>
                    <a:pt x="6769702" y="440872"/>
                  </a:lnTo>
                  <a:lnTo>
                    <a:pt x="6769847" y="440872"/>
                  </a:lnTo>
                  <a:lnTo>
                    <a:pt x="6769993" y="440872"/>
                  </a:lnTo>
                  <a:lnTo>
                    <a:pt x="6769993" y="440249"/>
                  </a:lnTo>
                  <a:lnTo>
                    <a:pt x="6770138" y="440249"/>
                  </a:lnTo>
                  <a:lnTo>
                    <a:pt x="6770283" y="440249"/>
                  </a:lnTo>
                  <a:lnTo>
                    <a:pt x="6770429" y="440249"/>
                  </a:lnTo>
                  <a:lnTo>
                    <a:pt x="6770574" y="440249"/>
                  </a:lnTo>
                  <a:lnTo>
                    <a:pt x="6770720" y="440249"/>
                  </a:lnTo>
                  <a:lnTo>
                    <a:pt x="6770865" y="440249"/>
                  </a:lnTo>
                  <a:lnTo>
                    <a:pt x="6771011" y="440249"/>
                  </a:lnTo>
                  <a:lnTo>
                    <a:pt x="6771156" y="440249"/>
                  </a:lnTo>
                  <a:lnTo>
                    <a:pt x="6771301" y="440249"/>
                  </a:lnTo>
                  <a:lnTo>
                    <a:pt x="6771447" y="440249"/>
                  </a:lnTo>
                  <a:lnTo>
                    <a:pt x="6771592" y="440249"/>
                  </a:lnTo>
                  <a:lnTo>
                    <a:pt x="6771738" y="440249"/>
                  </a:lnTo>
                  <a:lnTo>
                    <a:pt x="6771883" y="440249"/>
                  </a:lnTo>
                  <a:lnTo>
                    <a:pt x="6772028" y="440249"/>
                  </a:lnTo>
                  <a:lnTo>
                    <a:pt x="6772174" y="440249"/>
                  </a:lnTo>
                  <a:lnTo>
                    <a:pt x="6772319" y="440249"/>
                  </a:lnTo>
                  <a:lnTo>
                    <a:pt x="6772465" y="440249"/>
                  </a:lnTo>
                  <a:lnTo>
                    <a:pt x="6772610" y="440249"/>
                  </a:lnTo>
                  <a:lnTo>
                    <a:pt x="6772756" y="440249"/>
                  </a:lnTo>
                  <a:lnTo>
                    <a:pt x="6772901" y="440249"/>
                  </a:lnTo>
                  <a:lnTo>
                    <a:pt x="6773046" y="440249"/>
                  </a:lnTo>
                  <a:lnTo>
                    <a:pt x="6773192" y="440249"/>
                  </a:lnTo>
                  <a:lnTo>
                    <a:pt x="6773337" y="440249"/>
                  </a:lnTo>
                  <a:lnTo>
                    <a:pt x="6773337" y="439625"/>
                  </a:lnTo>
                  <a:lnTo>
                    <a:pt x="6773337" y="439001"/>
                  </a:lnTo>
                  <a:lnTo>
                    <a:pt x="6773483" y="439001"/>
                  </a:lnTo>
                  <a:lnTo>
                    <a:pt x="6773628" y="439001"/>
                  </a:lnTo>
                  <a:lnTo>
                    <a:pt x="6773774" y="439001"/>
                  </a:lnTo>
                  <a:lnTo>
                    <a:pt x="6773919" y="439001"/>
                  </a:lnTo>
                  <a:lnTo>
                    <a:pt x="6774064" y="439001"/>
                  </a:lnTo>
                  <a:lnTo>
                    <a:pt x="6774210" y="439001"/>
                  </a:lnTo>
                  <a:lnTo>
                    <a:pt x="6774355" y="439001"/>
                  </a:lnTo>
                  <a:lnTo>
                    <a:pt x="6774501" y="439001"/>
                  </a:lnTo>
                  <a:lnTo>
                    <a:pt x="6774646" y="439001"/>
                  </a:lnTo>
                  <a:lnTo>
                    <a:pt x="6774792" y="439001"/>
                  </a:lnTo>
                  <a:lnTo>
                    <a:pt x="6774937" y="439001"/>
                  </a:lnTo>
                  <a:lnTo>
                    <a:pt x="6774937" y="438378"/>
                  </a:lnTo>
                  <a:lnTo>
                    <a:pt x="6775082" y="438378"/>
                  </a:lnTo>
                  <a:lnTo>
                    <a:pt x="6775228" y="438378"/>
                  </a:lnTo>
                  <a:lnTo>
                    <a:pt x="6775373" y="438378"/>
                  </a:lnTo>
                  <a:lnTo>
                    <a:pt x="6775519" y="438378"/>
                  </a:lnTo>
                  <a:lnTo>
                    <a:pt x="6775664" y="438378"/>
                  </a:lnTo>
                  <a:lnTo>
                    <a:pt x="6775810" y="438378"/>
                  </a:lnTo>
                  <a:lnTo>
                    <a:pt x="6775955" y="438378"/>
                  </a:lnTo>
                  <a:lnTo>
                    <a:pt x="6775955" y="437754"/>
                  </a:lnTo>
                  <a:lnTo>
                    <a:pt x="6776100" y="437754"/>
                  </a:lnTo>
                  <a:lnTo>
                    <a:pt x="6776246" y="437754"/>
                  </a:lnTo>
                  <a:lnTo>
                    <a:pt x="6776391" y="437754"/>
                  </a:lnTo>
                  <a:lnTo>
                    <a:pt x="6776537" y="437754"/>
                  </a:lnTo>
                  <a:lnTo>
                    <a:pt x="6776682" y="437754"/>
                  </a:lnTo>
                  <a:lnTo>
                    <a:pt x="6776828" y="437754"/>
                  </a:lnTo>
                  <a:lnTo>
                    <a:pt x="6776973" y="437754"/>
                  </a:lnTo>
                  <a:lnTo>
                    <a:pt x="6777118" y="437754"/>
                  </a:lnTo>
                  <a:lnTo>
                    <a:pt x="6777264" y="437754"/>
                  </a:lnTo>
                  <a:lnTo>
                    <a:pt x="6777409" y="437754"/>
                  </a:lnTo>
                  <a:lnTo>
                    <a:pt x="6777555" y="437754"/>
                  </a:lnTo>
                  <a:lnTo>
                    <a:pt x="6777700" y="437754"/>
                  </a:lnTo>
                  <a:lnTo>
                    <a:pt x="6777846" y="437754"/>
                  </a:lnTo>
                  <a:lnTo>
                    <a:pt x="6777991" y="437754"/>
                  </a:lnTo>
                  <a:lnTo>
                    <a:pt x="6778136" y="437754"/>
                  </a:lnTo>
                  <a:lnTo>
                    <a:pt x="6778282" y="437754"/>
                  </a:lnTo>
                  <a:lnTo>
                    <a:pt x="6778427" y="437754"/>
                  </a:lnTo>
                  <a:lnTo>
                    <a:pt x="6778573" y="437754"/>
                  </a:lnTo>
                  <a:lnTo>
                    <a:pt x="6778718" y="437754"/>
                  </a:lnTo>
                  <a:lnTo>
                    <a:pt x="6778863" y="437754"/>
                  </a:lnTo>
                  <a:lnTo>
                    <a:pt x="6779009" y="437754"/>
                  </a:lnTo>
                  <a:lnTo>
                    <a:pt x="6779154" y="437754"/>
                  </a:lnTo>
                  <a:lnTo>
                    <a:pt x="6779300" y="437754"/>
                  </a:lnTo>
                  <a:lnTo>
                    <a:pt x="6779445" y="437754"/>
                  </a:lnTo>
                  <a:lnTo>
                    <a:pt x="6779591" y="437754"/>
                  </a:lnTo>
                  <a:lnTo>
                    <a:pt x="6779736" y="437754"/>
                  </a:lnTo>
                  <a:lnTo>
                    <a:pt x="6779881" y="437754"/>
                  </a:lnTo>
                  <a:lnTo>
                    <a:pt x="6780027" y="437754"/>
                  </a:lnTo>
                  <a:lnTo>
                    <a:pt x="6780172" y="437754"/>
                  </a:lnTo>
                  <a:lnTo>
                    <a:pt x="6780318" y="437754"/>
                  </a:lnTo>
                  <a:lnTo>
                    <a:pt x="6780463" y="437754"/>
                  </a:lnTo>
                  <a:lnTo>
                    <a:pt x="6780609" y="437754"/>
                  </a:lnTo>
                  <a:lnTo>
                    <a:pt x="6780754" y="437754"/>
                  </a:lnTo>
                  <a:lnTo>
                    <a:pt x="6780899" y="437754"/>
                  </a:lnTo>
                  <a:lnTo>
                    <a:pt x="6781045" y="437754"/>
                  </a:lnTo>
                  <a:lnTo>
                    <a:pt x="6781190" y="437754"/>
                  </a:lnTo>
                  <a:lnTo>
                    <a:pt x="6781336" y="437754"/>
                  </a:lnTo>
                  <a:lnTo>
                    <a:pt x="6781481" y="437754"/>
                  </a:lnTo>
                  <a:lnTo>
                    <a:pt x="6781627" y="437754"/>
                  </a:lnTo>
                  <a:lnTo>
                    <a:pt x="6781627" y="437131"/>
                  </a:lnTo>
                  <a:lnTo>
                    <a:pt x="6781772" y="437131"/>
                  </a:lnTo>
                  <a:lnTo>
                    <a:pt x="6781917" y="437131"/>
                  </a:lnTo>
                  <a:lnTo>
                    <a:pt x="6782063" y="437131"/>
                  </a:lnTo>
                  <a:lnTo>
                    <a:pt x="6782208" y="437131"/>
                  </a:lnTo>
                  <a:lnTo>
                    <a:pt x="6782354" y="437131"/>
                  </a:lnTo>
                  <a:lnTo>
                    <a:pt x="6782499" y="437131"/>
                  </a:lnTo>
                  <a:lnTo>
                    <a:pt x="6782645" y="437131"/>
                  </a:lnTo>
                  <a:lnTo>
                    <a:pt x="6782790" y="437131"/>
                  </a:lnTo>
                  <a:lnTo>
                    <a:pt x="6782935" y="437131"/>
                  </a:lnTo>
                  <a:lnTo>
                    <a:pt x="6783081" y="437131"/>
                  </a:lnTo>
                  <a:lnTo>
                    <a:pt x="6783226" y="437131"/>
                  </a:lnTo>
                  <a:lnTo>
                    <a:pt x="6783372" y="437131"/>
                  </a:lnTo>
                  <a:lnTo>
                    <a:pt x="6783517" y="437131"/>
                  </a:lnTo>
                  <a:lnTo>
                    <a:pt x="6783663" y="437131"/>
                  </a:lnTo>
                  <a:lnTo>
                    <a:pt x="6783808" y="437131"/>
                  </a:lnTo>
                  <a:lnTo>
                    <a:pt x="6783953" y="437131"/>
                  </a:lnTo>
                  <a:lnTo>
                    <a:pt x="6784099" y="437131"/>
                  </a:lnTo>
                  <a:lnTo>
                    <a:pt x="6784244" y="437131"/>
                  </a:lnTo>
                  <a:lnTo>
                    <a:pt x="6784390" y="437131"/>
                  </a:lnTo>
                  <a:lnTo>
                    <a:pt x="6784535" y="437131"/>
                  </a:lnTo>
                  <a:lnTo>
                    <a:pt x="6784681" y="437131"/>
                  </a:lnTo>
                  <a:lnTo>
                    <a:pt x="6784826" y="437131"/>
                  </a:lnTo>
                  <a:lnTo>
                    <a:pt x="6784826" y="436507"/>
                  </a:lnTo>
                  <a:lnTo>
                    <a:pt x="6784971" y="436507"/>
                  </a:lnTo>
                  <a:lnTo>
                    <a:pt x="6785117" y="436507"/>
                  </a:lnTo>
                  <a:lnTo>
                    <a:pt x="6785262" y="436507"/>
                  </a:lnTo>
                  <a:lnTo>
                    <a:pt x="6785408" y="436507"/>
                  </a:lnTo>
                  <a:lnTo>
                    <a:pt x="6785553" y="436507"/>
                  </a:lnTo>
                  <a:lnTo>
                    <a:pt x="6785698" y="436507"/>
                  </a:lnTo>
                  <a:lnTo>
                    <a:pt x="6785844" y="436507"/>
                  </a:lnTo>
                  <a:lnTo>
                    <a:pt x="6785989" y="436507"/>
                  </a:lnTo>
                  <a:lnTo>
                    <a:pt x="6786135" y="436507"/>
                  </a:lnTo>
                  <a:lnTo>
                    <a:pt x="6786280" y="436507"/>
                  </a:lnTo>
                  <a:lnTo>
                    <a:pt x="6786426" y="436507"/>
                  </a:lnTo>
                  <a:lnTo>
                    <a:pt x="6786571" y="436507"/>
                  </a:lnTo>
                  <a:lnTo>
                    <a:pt x="6786716" y="436507"/>
                  </a:lnTo>
                  <a:lnTo>
                    <a:pt x="6786862" y="436507"/>
                  </a:lnTo>
                  <a:lnTo>
                    <a:pt x="6787007" y="436507"/>
                  </a:lnTo>
                  <a:lnTo>
                    <a:pt x="6787153" y="436507"/>
                  </a:lnTo>
                  <a:lnTo>
                    <a:pt x="6787298" y="436507"/>
                  </a:lnTo>
                  <a:lnTo>
                    <a:pt x="6787444" y="436507"/>
                  </a:lnTo>
                  <a:lnTo>
                    <a:pt x="6787589" y="436507"/>
                  </a:lnTo>
                  <a:lnTo>
                    <a:pt x="6787589" y="435884"/>
                  </a:lnTo>
                  <a:lnTo>
                    <a:pt x="6787734" y="435884"/>
                  </a:lnTo>
                  <a:lnTo>
                    <a:pt x="6787880" y="435884"/>
                  </a:lnTo>
                  <a:lnTo>
                    <a:pt x="6788025" y="435884"/>
                  </a:lnTo>
                  <a:lnTo>
                    <a:pt x="6788025" y="435260"/>
                  </a:lnTo>
                  <a:lnTo>
                    <a:pt x="6788171" y="435260"/>
                  </a:lnTo>
                  <a:lnTo>
                    <a:pt x="6788316" y="435260"/>
                  </a:lnTo>
                  <a:lnTo>
                    <a:pt x="6788462" y="435260"/>
                  </a:lnTo>
                  <a:lnTo>
                    <a:pt x="6788462" y="434636"/>
                  </a:lnTo>
                  <a:lnTo>
                    <a:pt x="6788607" y="434636"/>
                  </a:lnTo>
                  <a:lnTo>
                    <a:pt x="6788752" y="434636"/>
                  </a:lnTo>
                  <a:lnTo>
                    <a:pt x="6788898" y="434636"/>
                  </a:lnTo>
                  <a:lnTo>
                    <a:pt x="6789043" y="434636"/>
                  </a:lnTo>
                  <a:lnTo>
                    <a:pt x="6789189" y="434636"/>
                  </a:lnTo>
                  <a:lnTo>
                    <a:pt x="6789334" y="434636"/>
                  </a:lnTo>
                  <a:lnTo>
                    <a:pt x="6789334" y="434013"/>
                  </a:lnTo>
                  <a:lnTo>
                    <a:pt x="6789480" y="434013"/>
                  </a:lnTo>
                  <a:lnTo>
                    <a:pt x="6789625" y="434013"/>
                  </a:lnTo>
                  <a:lnTo>
                    <a:pt x="6789770" y="434013"/>
                  </a:lnTo>
                  <a:lnTo>
                    <a:pt x="6789916" y="434013"/>
                  </a:lnTo>
                  <a:lnTo>
                    <a:pt x="6790061" y="434013"/>
                  </a:lnTo>
                  <a:lnTo>
                    <a:pt x="6790207" y="434013"/>
                  </a:lnTo>
                  <a:lnTo>
                    <a:pt x="6790352" y="434013"/>
                  </a:lnTo>
                  <a:lnTo>
                    <a:pt x="6790498" y="434013"/>
                  </a:lnTo>
                  <a:lnTo>
                    <a:pt x="6790643" y="434013"/>
                  </a:lnTo>
                  <a:lnTo>
                    <a:pt x="6790788" y="434013"/>
                  </a:lnTo>
                  <a:lnTo>
                    <a:pt x="6790788" y="433389"/>
                  </a:lnTo>
                  <a:lnTo>
                    <a:pt x="6790934" y="433389"/>
                  </a:lnTo>
                  <a:lnTo>
                    <a:pt x="6791079" y="433389"/>
                  </a:lnTo>
                  <a:lnTo>
                    <a:pt x="6791225" y="433389"/>
                  </a:lnTo>
                  <a:lnTo>
                    <a:pt x="6791370" y="433389"/>
                  </a:lnTo>
                  <a:lnTo>
                    <a:pt x="6791516" y="433389"/>
                  </a:lnTo>
                  <a:lnTo>
                    <a:pt x="6791661" y="433389"/>
                  </a:lnTo>
                  <a:lnTo>
                    <a:pt x="6791806" y="433389"/>
                  </a:lnTo>
                  <a:lnTo>
                    <a:pt x="6791952" y="433389"/>
                  </a:lnTo>
                  <a:lnTo>
                    <a:pt x="6792097" y="433389"/>
                  </a:lnTo>
                  <a:lnTo>
                    <a:pt x="6792243" y="433389"/>
                  </a:lnTo>
                  <a:lnTo>
                    <a:pt x="6792388" y="433389"/>
                  </a:lnTo>
                  <a:lnTo>
                    <a:pt x="6792533" y="433389"/>
                  </a:lnTo>
                  <a:lnTo>
                    <a:pt x="6792679" y="433389"/>
                  </a:lnTo>
                  <a:lnTo>
                    <a:pt x="6792824" y="433389"/>
                  </a:lnTo>
                  <a:lnTo>
                    <a:pt x="6792970" y="433389"/>
                  </a:lnTo>
                  <a:lnTo>
                    <a:pt x="6793115" y="433389"/>
                  </a:lnTo>
                  <a:lnTo>
                    <a:pt x="6793261" y="433389"/>
                  </a:lnTo>
                  <a:lnTo>
                    <a:pt x="6793406" y="433389"/>
                  </a:lnTo>
                  <a:lnTo>
                    <a:pt x="6793551" y="433389"/>
                  </a:lnTo>
                  <a:lnTo>
                    <a:pt x="6793697" y="433389"/>
                  </a:lnTo>
                  <a:lnTo>
                    <a:pt x="6793842" y="433389"/>
                  </a:lnTo>
                  <a:lnTo>
                    <a:pt x="6793988" y="433389"/>
                  </a:lnTo>
                  <a:lnTo>
                    <a:pt x="6794133" y="433389"/>
                  </a:lnTo>
                  <a:lnTo>
                    <a:pt x="6794279" y="433389"/>
                  </a:lnTo>
                  <a:lnTo>
                    <a:pt x="6794424" y="433389"/>
                  </a:lnTo>
                  <a:lnTo>
                    <a:pt x="6794569" y="433389"/>
                  </a:lnTo>
                  <a:lnTo>
                    <a:pt x="6794715" y="433389"/>
                  </a:lnTo>
                  <a:lnTo>
                    <a:pt x="6794860" y="433389"/>
                  </a:lnTo>
                  <a:lnTo>
                    <a:pt x="6795006" y="433389"/>
                  </a:lnTo>
                  <a:lnTo>
                    <a:pt x="6795151" y="433389"/>
                  </a:lnTo>
                  <a:lnTo>
                    <a:pt x="6795297" y="433389"/>
                  </a:lnTo>
                  <a:lnTo>
                    <a:pt x="6795442" y="433389"/>
                  </a:lnTo>
                  <a:lnTo>
                    <a:pt x="6795587" y="433389"/>
                  </a:lnTo>
                  <a:lnTo>
                    <a:pt x="6795733" y="433389"/>
                  </a:lnTo>
                  <a:lnTo>
                    <a:pt x="6795878" y="433389"/>
                  </a:lnTo>
                  <a:lnTo>
                    <a:pt x="6796024" y="433389"/>
                  </a:lnTo>
                  <a:lnTo>
                    <a:pt x="6796169" y="433389"/>
                  </a:lnTo>
                  <a:lnTo>
                    <a:pt x="6796169" y="432766"/>
                  </a:lnTo>
                  <a:lnTo>
                    <a:pt x="6796315" y="432766"/>
                  </a:lnTo>
                  <a:lnTo>
                    <a:pt x="6796315" y="432142"/>
                  </a:lnTo>
                  <a:lnTo>
                    <a:pt x="6796460" y="432142"/>
                  </a:lnTo>
                  <a:lnTo>
                    <a:pt x="6796605" y="432142"/>
                  </a:lnTo>
                  <a:lnTo>
                    <a:pt x="6796751" y="432142"/>
                  </a:lnTo>
                  <a:lnTo>
                    <a:pt x="6796896" y="432142"/>
                  </a:lnTo>
                  <a:lnTo>
                    <a:pt x="6797042" y="432142"/>
                  </a:lnTo>
                  <a:lnTo>
                    <a:pt x="6797187" y="432142"/>
                  </a:lnTo>
                  <a:lnTo>
                    <a:pt x="6797333" y="432142"/>
                  </a:lnTo>
                  <a:lnTo>
                    <a:pt x="6797333" y="431518"/>
                  </a:lnTo>
                  <a:lnTo>
                    <a:pt x="6797333" y="430895"/>
                  </a:lnTo>
                  <a:lnTo>
                    <a:pt x="6797478" y="430895"/>
                  </a:lnTo>
                  <a:lnTo>
                    <a:pt x="6797623" y="430895"/>
                  </a:lnTo>
                  <a:lnTo>
                    <a:pt x="6797769" y="430895"/>
                  </a:lnTo>
                  <a:lnTo>
                    <a:pt x="6797914" y="430895"/>
                  </a:lnTo>
                  <a:lnTo>
                    <a:pt x="6798060" y="430895"/>
                  </a:lnTo>
                  <a:lnTo>
                    <a:pt x="6798205" y="430895"/>
                  </a:lnTo>
                  <a:lnTo>
                    <a:pt x="6798351" y="430895"/>
                  </a:lnTo>
                  <a:lnTo>
                    <a:pt x="6798496" y="430895"/>
                  </a:lnTo>
                  <a:lnTo>
                    <a:pt x="6798641" y="430895"/>
                  </a:lnTo>
                  <a:lnTo>
                    <a:pt x="6798787" y="430895"/>
                  </a:lnTo>
                  <a:lnTo>
                    <a:pt x="6798932" y="430895"/>
                  </a:lnTo>
                  <a:lnTo>
                    <a:pt x="6799078" y="430895"/>
                  </a:lnTo>
                  <a:lnTo>
                    <a:pt x="6799223" y="430895"/>
                  </a:lnTo>
                  <a:lnTo>
                    <a:pt x="6799368" y="430895"/>
                  </a:lnTo>
                  <a:lnTo>
                    <a:pt x="6799514" y="430895"/>
                  </a:lnTo>
                  <a:lnTo>
                    <a:pt x="6799659" y="430895"/>
                  </a:lnTo>
                  <a:lnTo>
                    <a:pt x="6799805" y="430895"/>
                  </a:lnTo>
                  <a:lnTo>
                    <a:pt x="6799950" y="430895"/>
                  </a:lnTo>
                  <a:lnTo>
                    <a:pt x="6800096" y="430895"/>
                  </a:lnTo>
                  <a:lnTo>
                    <a:pt x="6800241" y="430895"/>
                  </a:lnTo>
                  <a:lnTo>
                    <a:pt x="6800386" y="430895"/>
                  </a:lnTo>
                  <a:lnTo>
                    <a:pt x="6800532" y="430895"/>
                  </a:lnTo>
                  <a:lnTo>
                    <a:pt x="6800677" y="430895"/>
                  </a:lnTo>
                  <a:lnTo>
                    <a:pt x="6800823" y="430895"/>
                  </a:lnTo>
                  <a:lnTo>
                    <a:pt x="6800968" y="430895"/>
                  </a:lnTo>
                  <a:lnTo>
                    <a:pt x="6801114" y="430895"/>
                  </a:lnTo>
                  <a:lnTo>
                    <a:pt x="6801259" y="430895"/>
                  </a:lnTo>
                  <a:lnTo>
                    <a:pt x="6801404" y="430895"/>
                  </a:lnTo>
                  <a:lnTo>
                    <a:pt x="6801550" y="430895"/>
                  </a:lnTo>
                  <a:lnTo>
                    <a:pt x="6801695" y="430895"/>
                  </a:lnTo>
                  <a:lnTo>
                    <a:pt x="6801841" y="430895"/>
                  </a:lnTo>
                  <a:lnTo>
                    <a:pt x="6801986" y="430895"/>
                  </a:lnTo>
                  <a:lnTo>
                    <a:pt x="6802132" y="430895"/>
                  </a:lnTo>
                  <a:lnTo>
                    <a:pt x="6802277" y="430895"/>
                  </a:lnTo>
                  <a:lnTo>
                    <a:pt x="6802422" y="430895"/>
                  </a:lnTo>
                  <a:lnTo>
                    <a:pt x="6802568" y="430895"/>
                  </a:lnTo>
                  <a:lnTo>
                    <a:pt x="6802713" y="430895"/>
                  </a:lnTo>
                  <a:lnTo>
                    <a:pt x="6802859" y="430895"/>
                  </a:lnTo>
                  <a:lnTo>
                    <a:pt x="6802859" y="430271"/>
                  </a:lnTo>
                  <a:lnTo>
                    <a:pt x="6803004" y="430271"/>
                  </a:lnTo>
                  <a:lnTo>
                    <a:pt x="6803150" y="430271"/>
                  </a:lnTo>
                  <a:lnTo>
                    <a:pt x="6803295" y="430271"/>
                  </a:lnTo>
                  <a:lnTo>
                    <a:pt x="6803440" y="430271"/>
                  </a:lnTo>
                  <a:lnTo>
                    <a:pt x="6803586" y="430271"/>
                  </a:lnTo>
                  <a:lnTo>
                    <a:pt x="6803731" y="430271"/>
                  </a:lnTo>
                  <a:lnTo>
                    <a:pt x="6803877" y="430271"/>
                  </a:lnTo>
                  <a:lnTo>
                    <a:pt x="6803877" y="429648"/>
                  </a:lnTo>
                  <a:lnTo>
                    <a:pt x="6804022" y="429648"/>
                  </a:lnTo>
                  <a:lnTo>
                    <a:pt x="6804168" y="429648"/>
                  </a:lnTo>
                  <a:lnTo>
                    <a:pt x="6804313" y="429648"/>
                  </a:lnTo>
                  <a:lnTo>
                    <a:pt x="6804458" y="429648"/>
                  </a:lnTo>
                  <a:lnTo>
                    <a:pt x="6804604" y="429648"/>
                  </a:lnTo>
                  <a:lnTo>
                    <a:pt x="6804749" y="429648"/>
                  </a:lnTo>
                  <a:lnTo>
                    <a:pt x="6804895" y="429648"/>
                  </a:lnTo>
                  <a:lnTo>
                    <a:pt x="6805040" y="429648"/>
                  </a:lnTo>
                  <a:lnTo>
                    <a:pt x="6805186" y="429648"/>
                  </a:lnTo>
                  <a:lnTo>
                    <a:pt x="6805331" y="429648"/>
                  </a:lnTo>
                  <a:lnTo>
                    <a:pt x="6805476" y="429648"/>
                  </a:lnTo>
                  <a:lnTo>
                    <a:pt x="6805622" y="429648"/>
                  </a:lnTo>
                  <a:lnTo>
                    <a:pt x="6805767" y="429648"/>
                  </a:lnTo>
                  <a:lnTo>
                    <a:pt x="6805913" y="429648"/>
                  </a:lnTo>
                  <a:lnTo>
                    <a:pt x="6806058" y="429648"/>
                  </a:lnTo>
                  <a:lnTo>
                    <a:pt x="6806203" y="429648"/>
                  </a:lnTo>
                  <a:lnTo>
                    <a:pt x="6806349" y="429648"/>
                  </a:lnTo>
                  <a:lnTo>
                    <a:pt x="6806494" y="429648"/>
                  </a:lnTo>
                  <a:lnTo>
                    <a:pt x="6806640" y="429648"/>
                  </a:lnTo>
                  <a:lnTo>
                    <a:pt x="6806785" y="429648"/>
                  </a:lnTo>
                  <a:lnTo>
                    <a:pt x="6806785" y="429024"/>
                  </a:lnTo>
                  <a:lnTo>
                    <a:pt x="6806931" y="429024"/>
                  </a:lnTo>
                  <a:lnTo>
                    <a:pt x="6807076" y="429024"/>
                  </a:lnTo>
                  <a:lnTo>
                    <a:pt x="6807221" y="429024"/>
                  </a:lnTo>
                  <a:lnTo>
                    <a:pt x="6807367" y="429024"/>
                  </a:lnTo>
                  <a:lnTo>
                    <a:pt x="6807512" y="429024"/>
                  </a:lnTo>
                  <a:lnTo>
                    <a:pt x="6807658" y="429024"/>
                  </a:lnTo>
                  <a:lnTo>
                    <a:pt x="6807658" y="428401"/>
                  </a:lnTo>
                  <a:lnTo>
                    <a:pt x="6807803" y="428401"/>
                  </a:lnTo>
                  <a:lnTo>
                    <a:pt x="6807949" y="428401"/>
                  </a:lnTo>
                  <a:lnTo>
                    <a:pt x="6807949" y="427777"/>
                  </a:lnTo>
                  <a:lnTo>
                    <a:pt x="6808094" y="427777"/>
                  </a:lnTo>
                  <a:lnTo>
                    <a:pt x="6808239" y="427777"/>
                  </a:lnTo>
                  <a:lnTo>
                    <a:pt x="6808385" y="427777"/>
                  </a:lnTo>
                  <a:lnTo>
                    <a:pt x="6808530" y="427777"/>
                  </a:lnTo>
                  <a:lnTo>
                    <a:pt x="6808676" y="427777"/>
                  </a:lnTo>
                  <a:lnTo>
                    <a:pt x="6808821" y="427777"/>
                  </a:lnTo>
                  <a:lnTo>
                    <a:pt x="6808967" y="427777"/>
                  </a:lnTo>
                  <a:lnTo>
                    <a:pt x="6809112" y="427777"/>
                  </a:lnTo>
                  <a:lnTo>
                    <a:pt x="6809112" y="427153"/>
                  </a:lnTo>
                  <a:lnTo>
                    <a:pt x="6809257" y="427153"/>
                  </a:lnTo>
                  <a:lnTo>
                    <a:pt x="6809403" y="427153"/>
                  </a:lnTo>
                  <a:lnTo>
                    <a:pt x="6809548" y="427153"/>
                  </a:lnTo>
                  <a:lnTo>
                    <a:pt x="6809694" y="427153"/>
                  </a:lnTo>
                  <a:lnTo>
                    <a:pt x="6809839" y="427153"/>
                  </a:lnTo>
                  <a:lnTo>
                    <a:pt x="6809985" y="427153"/>
                  </a:lnTo>
                  <a:lnTo>
                    <a:pt x="6810130" y="427153"/>
                  </a:lnTo>
                  <a:lnTo>
                    <a:pt x="6810275" y="427153"/>
                  </a:lnTo>
                  <a:lnTo>
                    <a:pt x="6810421" y="427153"/>
                  </a:lnTo>
                  <a:lnTo>
                    <a:pt x="6810566" y="427153"/>
                  </a:lnTo>
                  <a:lnTo>
                    <a:pt x="6810712" y="427153"/>
                  </a:lnTo>
                  <a:lnTo>
                    <a:pt x="6810857" y="427153"/>
                  </a:lnTo>
                  <a:lnTo>
                    <a:pt x="6811003" y="427153"/>
                  </a:lnTo>
                  <a:lnTo>
                    <a:pt x="6811148" y="427153"/>
                  </a:lnTo>
                  <a:lnTo>
                    <a:pt x="6811293" y="427153"/>
                  </a:lnTo>
                  <a:lnTo>
                    <a:pt x="6811439" y="427153"/>
                  </a:lnTo>
                  <a:lnTo>
                    <a:pt x="6811584" y="427153"/>
                  </a:lnTo>
                  <a:lnTo>
                    <a:pt x="6811730" y="427153"/>
                  </a:lnTo>
                  <a:lnTo>
                    <a:pt x="6811875" y="427153"/>
                  </a:lnTo>
                  <a:lnTo>
                    <a:pt x="6812021" y="427153"/>
                  </a:lnTo>
                  <a:lnTo>
                    <a:pt x="6812166" y="427153"/>
                  </a:lnTo>
                  <a:lnTo>
                    <a:pt x="6812311" y="427153"/>
                  </a:lnTo>
                  <a:lnTo>
                    <a:pt x="6812457" y="427153"/>
                  </a:lnTo>
                  <a:lnTo>
                    <a:pt x="6812602" y="427153"/>
                  </a:lnTo>
                  <a:lnTo>
                    <a:pt x="6812748" y="427153"/>
                  </a:lnTo>
                  <a:lnTo>
                    <a:pt x="6812893" y="427153"/>
                  </a:lnTo>
                  <a:lnTo>
                    <a:pt x="6813038" y="427153"/>
                  </a:lnTo>
                  <a:lnTo>
                    <a:pt x="6813184" y="427153"/>
                  </a:lnTo>
                  <a:lnTo>
                    <a:pt x="6813329" y="427153"/>
                  </a:lnTo>
                  <a:lnTo>
                    <a:pt x="6813475" y="427153"/>
                  </a:lnTo>
                  <a:lnTo>
                    <a:pt x="6813620" y="427153"/>
                  </a:lnTo>
                  <a:lnTo>
                    <a:pt x="6813620" y="426530"/>
                  </a:lnTo>
                  <a:lnTo>
                    <a:pt x="6813766" y="426530"/>
                  </a:lnTo>
                  <a:lnTo>
                    <a:pt x="6813911" y="426530"/>
                  </a:lnTo>
                  <a:lnTo>
                    <a:pt x="6814056" y="426530"/>
                  </a:lnTo>
                  <a:lnTo>
                    <a:pt x="6814202" y="426530"/>
                  </a:lnTo>
                  <a:lnTo>
                    <a:pt x="6814347" y="426530"/>
                  </a:lnTo>
                  <a:lnTo>
                    <a:pt x="6814493" y="426530"/>
                  </a:lnTo>
                  <a:lnTo>
                    <a:pt x="6814493" y="425906"/>
                  </a:lnTo>
                  <a:lnTo>
                    <a:pt x="6814638" y="425906"/>
                  </a:lnTo>
                  <a:lnTo>
                    <a:pt x="6814784" y="425906"/>
                  </a:lnTo>
                  <a:lnTo>
                    <a:pt x="6814784" y="425283"/>
                  </a:lnTo>
                  <a:lnTo>
                    <a:pt x="6814784" y="424659"/>
                  </a:lnTo>
                  <a:lnTo>
                    <a:pt x="6814929" y="424659"/>
                  </a:lnTo>
                  <a:lnTo>
                    <a:pt x="6814929" y="424035"/>
                  </a:lnTo>
                  <a:lnTo>
                    <a:pt x="6815074" y="424035"/>
                  </a:lnTo>
                  <a:lnTo>
                    <a:pt x="6815220" y="424035"/>
                  </a:lnTo>
                  <a:lnTo>
                    <a:pt x="6815365" y="424035"/>
                  </a:lnTo>
                  <a:lnTo>
                    <a:pt x="6815511" y="424035"/>
                  </a:lnTo>
                  <a:lnTo>
                    <a:pt x="6815656" y="424035"/>
                  </a:lnTo>
                  <a:lnTo>
                    <a:pt x="6815802" y="424035"/>
                  </a:lnTo>
                  <a:lnTo>
                    <a:pt x="6815947" y="424035"/>
                  </a:lnTo>
                  <a:lnTo>
                    <a:pt x="6816092" y="424035"/>
                  </a:lnTo>
                  <a:lnTo>
                    <a:pt x="6816238" y="424035"/>
                  </a:lnTo>
                  <a:lnTo>
                    <a:pt x="6816383" y="424035"/>
                  </a:lnTo>
                  <a:lnTo>
                    <a:pt x="6816529" y="424035"/>
                  </a:lnTo>
                  <a:lnTo>
                    <a:pt x="6816674" y="424035"/>
                  </a:lnTo>
                  <a:lnTo>
                    <a:pt x="6816820" y="424035"/>
                  </a:lnTo>
                  <a:lnTo>
                    <a:pt x="6816965" y="424035"/>
                  </a:lnTo>
                  <a:lnTo>
                    <a:pt x="6817110" y="424035"/>
                  </a:lnTo>
                  <a:lnTo>
                    <a:pt x="6817256" y="424035"/>
                  </a:lnTo>
                  <a:lnTo>
                    <a:pt x="6817401" y="424035"/>
                  </a:lnTo>
                  <a:lnTo>
                    <a:pt x="6817401" y="423412"/>
                  </a:lnTo>
                  <a:lnTo>
                    <a:pt x="6817547" y="423412"/>
                  </a:lnTo>
                  <a:lnTo>
                    <a:pt x="6817547" y="422788"/>
                  </a:lnTo>
                  <a:lnTo>
                    <a:pt x="6817692" y="422788"/>
                  </a:lnTo>
                  <a:lnTo>
                    <a:pt x="6817838" y="422788"/>
                  </a:lnTo>
                  <a:lnTo>
                    <a:pt x="6817838" y="422165"/>
                  </a:lnTo>
                  <a:lnTo>
                    <a:pt x="6817983" y="422165"/>
                  </a:lnTo>
                  <a:lnTo>
                    <a:pt x="6818128" y="422165"/>
                  </a:lnTo>
                  <a:lnTo>
                    <a:pt x="6818274" y="422165"/>
                  </a:lnTo>
                  <a:lnTo>
                    <a:pt x="6818419" y="422165"/>
                  </a:lnTo>
                  <a:lnTo>
                    <a:pt x="6818565" y="422165"/>
                  </a:lnTo>
                  <a:lnTo>
                    <a:pt x="6818710" y="422165"/>
                  </a:lnTo>
                  <a:lnTo>
                    <a:pt x="6818856" y="422165"/>
                  </a:lnTo>
                  <a:lnTo>
                    <a:pt x="6819001" y="422165"/>
                  </a:lnTo>
                  <a:lnTo>
                    <a:pt x="6819146" y="422165"/>
                  </a:lnTo>
                  <a:lnTo>
                    <a:pt x="6819292" y="422165"/>
                  </a:lnTo>
                  <a:lnTo>
                    <a:pt x="6819437" y="422165"/>
                  </a:lnTo>
                  <a:lnTo>
                    <a:pt x="6819583" y="422165"/>
                  </a:lnTo>
                  <a:lnTo>
                    <a:pt x="6819728" y="422165"/>
                  </a:lnTo>
                  <a:lnTo>
                    <a:pt x="6819873" y="422165"/>
                  </a:lnTo>
                  <a:lnTo>
                    <a:pt x="6820019" y="422165"/>
                  </a:lnTo>
                  <a:lnTo>
                    <a:pt x="6820019" y="421541"/>
                  </a:lnTo>
                  <a:lnTo>
                    <a:pt x="6820164" y="421541"/>
                  </a:lnTo>
                  <a:lnTo>
                    <a:pt x="6820164" y="420918"/>
                  </a:lnTo>
                  <a:lnTo>
                    <a:pt x="6820310" y="420918"/>
                  </a:lnTo>
                  <a:lnTo>
                    <a:pt x="6820455" y="420918"/>
                  </a:lnTo>
                  <a:lnTo>
                    <a:pt x="6820601" y="420918"/>
                  </a:lnTo>
                  <a:lnTo>
                    <a:pt x="6820746" y="420918"/>
                  </a:lnTo>
                  <a:lnTo>
                    <a:pt x="6820891" y="420918"/>
                  </a:lnTo>
                  <a:lnTo>
                    <a:pt x="6821037" y="420918"/>
                  </a:lnTo>
                  <a:lnTo>
                    <a:pt x="6821037" y="420294"/>
                  </a:lnTo>
                  <a:lnTo>
                    <a:pt x="6821182" y="420294"/>
                  </a:lnTo>
                  <a:lnTo>
                    <a:pt x="6821328" y="420294"/>
                  </a:lnTo>
                  <a:lnTo>
                    <a:pt x="6821473" y="420294"/>
                  </a:lnTo>
                  <a:lnTo>
                    <a:pt x="6821473" y="419670"/>
                  </a:lnTo>
                  <a:lnTo>
                    <a:pt x="6821619" y="419670"/>
                  </a:lnTo>
                  <a:lnTo>
                    <a:pt x="6821764" y="419670"/>
                  </a:lnTo>
                  <a:lnTo>
                    <a:pt x="6821909" y="419670"/>
                  </a:lnTo>
                  <a:lnTo>
                    <a:pt x="6822055" y="419670"/>
                  </a:lnTo>
                  <a:lnTo>
                    <a:pt x="6822200" y="419670"/>
                  </a:lnTo>
                  <a:lnTo>
                    <a:pt x="6822346" y="419670"/>
                  </a:lnTo>
                  <a:lnTo>
                    <a:pt x="6822346" y="419047"/>
                  </a:lnTo>
                  <a:lnTo>
                    <a:pt x="6822491" y="419047"/>
                  </a:lnTo>
                  <a:lnTo>
                    <a:pt x="6822637" y="419047"/>
                  </a:lnTo>
                  <a:lnTo>
                    <a:pt x="6822782" y="419047"/>
                  </a:lnTo>
                  <a:lnTo>
                    <a:pt x="6822927" y="419047"/>
                  </a:lnTo>
                  <a:lnTo>
                    <a:pt x="6823073" y="419047"/>
                  </a:lnTo>
                  <a:lnTo>
                    <a:pt x="6823218" y="419047"/>
                  </a:lnTo>
                  <a:lnTo>
                    <a:pt x="6823364" y="419047"/>
                  </a:lnTo>
                  <a:lnTo>
                    <a:pt x="6823364" y="418423"/>
                  </a:lnTo>
                  <a:lnTo>
                    <a:pt x="6823509" y="418423"/>
                  </a:lnTo>
                  <a:lnTo>
                    <a:pt x="6823655" y="418423"/>
                  </a:lnTo>
                  <a:lnTo>
                    <a:pt x="6823800" y="418423"/>
                  </a:lnTo>
                  <a:lnTo>
                    <a:pt x="6823945" y="418423"/>
                  </a:lnTo>
                  <a:lnTo>
                    <a:pt x="6824091" y="418423"/>
                  </a:lnTo>
                  <a:lnTo>
                    <a:pt x="6824236" y="418423"/>
                  </a:lnTo>
                  <a:lnTo>
                    <a:pt x="6824382" y="418423"/>
                  </a:lnTo>
                  <a:lnTo>
                    <a:pt x="6824382" y="417800"/>
                  </a:lnTo>
                  <a:lnTo>
                    <a:pt x="6824527" y="417800"/>
                  </a:lnTo>
                  <a:lnTo>
                    <a:pt x="6824673" y="417800"/>
                  </a:lnTo>
                  <a:lnTo>
                    <a:pt x="6824818" y="417800"/>
                  </a:lnTo>
                  <a:lnTo>
                    <a:pt x="6824963" y="417800"/>
                  </a:lnTo>
                  <a:lnTo>
                    <a:pt x="6825109" y="417800"/>
                  </a:lnTo>
                  <a:lnTo>
                    <a:pt x="6825254" y="417800"/>
                  </a:lnTo>
                  <a:lnTo>
                    <a:pt x="6825400" y="417800"/>
                  </a:lnTo>
                  <a:lnTo>
                    <a:pt x="6825545" y="417800"/>
                  </a:lnTo>
                  <a:lnTo>
                    <a:pt x="6825691" y="417800"/>
                  </a:lnTo>
                  <a:lnTo>
                    <a:pt x="6825836" y="417800"/>
                  </a:lnTo>
                  <a:lnTo>
                    <a:pt x="6825981" y="417800"/>
                  </a:lnTo>
                  <a:lnTo>
                    <a:pt x="6826127" y="417800"/>
                  </a:lnTo>
                  <a:lnTo>
                    <a:pt x="6826272" y="417800"/>
                  </a:lnTo>
                  <a:lnTo>
                    <a:pt x="6826418" y="417800"/>
                  </a:lnTo>
                  <a:lnTo>
                    <a:pt x="6826418" y="417176"/>
                  </a:lnTo>
                  <a:lnTo>
                    <a:pt x="6826563" y="417176"/>
                  </a:lnTo>
                  <a:lnTo>
                    <a:pt x="6826708" y="417176"/>
                  </a:lnTo>
                  <a:lnTo>
                    <a:pt x="6826854" y="417176"/>
                  </a:lnTo>
                  <a:lnTo>
                    <a:pt x="6826999" y="417176"/>
                  </a:lnTo>
                  <a:lnTo>
                    <a:pt x="6827145" y="417176"/>
                  </a:lnTo>
                  <a:lnTo>
                    <a:pt x="6827290" y="417176"/>
                  </a:lnTo>
                  <a:lnTo>
                    <a:pt x="6827436" y="417176"/>
                  </a:lnTo>
                  <a:lnTo>
                    <a:pt x="6827581" y="417176"/>
                  </a:lnTo>
                  <a:lnTo>
                    <a:pt x="6827726" y="417176"/>
                  </a:lnTo>
                  <a:lnTo>
                    <a:pt x="6827872" y="417176"/>
                  </a:lnTo>
                  <a:lnTo>
                    <a:pt x="6828017" y="417176"/>
                  </a:lnTo>
                  <a:lnTo>
                    <a:pt x="6828017" y="416552"/>
                  </a:lnTo>
                  <a:lnTo>
                    <a:pt x="6828163" y="416552"/>
                  </a:lnTo>
                  <a:lnTo>
                    <a:pt x="6828308" y="416552"/>
                  </a:lnTo>
                  <a:lnTo>
                    <a:pt x="6828454" y="416552"/>
                  </a:lnTo>
                  <a:lnTo>
                    <a:pt x="6828599" y="416552"/>
                  </a:lnTo>
                  <a:lnTo>
                    <a:pt x="6828744" y="416552"/>
                  </a:lnTo>
                  <a:lnTo>
                    <a:pt x="6828890" y="416552"/>
                  </a:lnTo>
                  <a:lnTo>
                    <a:pt x="6829035" y="416552"/>
                  </a:lnTo>
                  <a:lnTo>
                    <a:pt x="6829181" y="416552"/>
                  </a:lnTo>
                  <a:lnTo>
                    <a:pt x="6829326" y="416552"/>
                  </a:lnTo>
                  <a:lnTo>
                    <a:pt x="6829472" y="416552"/>
                  </a:lnTo>
                  <a:lnTo>
                    <a:pt x="6829617" y="416552"/>
                  </a:lnTo>
                  <a:lnTo>
                    <a:pt x="6829762" y="416552"/>
                  </a:lnTo>
                  <a:lnTo>
                    <a:pt x="6829908" y="416552"/>
                  </a:lnTo>
                  <a:lnTo>
                    <a:pt x="6830053" y="416552"/>
                  </a:lnTo>
                  <a:lnTo>
                    <a:pt x="6830199" y="416552"/>
                  </a:lnTo>
                  <a:lnTo>
                    <a:pt x="6830344" y="416552"/>
                  </a:lnTo>
                  <a:lnTo>
                    <a:pt x="6830490" y="416552"/>
                  </a:lnTo>
                  <a:lnTo>
                    <a:pt x="6830635" y="416552"/>
                  </a:lnTo>
                  <a:lnTo>
                    <a:pt x="6830780" y="416552"/>
                  </a:lnTo>
                  <a:lnTo>
                    <a:pt x="6830926" y="416552"/>
                  </a:lnTo>
                  <a:lnTo>
                    <a:pt x="6830926" y="415929"/>
                  </a:lnTo>
                  <a:lnTo>
                    <a:pt x="6831071" y="415929"/>
                  </a:lnTo>
                  <a:lnTo>
                    <a:pt x="6831217" y="415929"/>
                  </a:lnTo>
                  <a:lnTo>
                    <a:pt x="6831362" y="415929"/>
                  </a:lnTo>
                  <a:lnTo>
                    <a:pt x="6831508" y="415929"/>
                  </a:lnTo>
                  <a:lnTo>
                    <a:pt x="6831508" y="415305"/>
                  </a:lnTo>
                  <a:lnTo>
                    <a:pt x="6831653" y="415305"/>
                  </a:lnTo>
                  <a:lnTo>
                    <a:pt x="6831798" y="415305"/>
                  </a:lnTo>
                  <a:lnTo>
                    <a:pt x="6831798" y="414682"/>
                  </a:lnTo>
                  <a:lnTo>
                    <a:pt x="6831944" y="414682"/>
                  </a:lnTo>
                  <a:lnTo>
                    <a:pt x="6832089" y="414682"/>
                  </a:lnTo>
                  <a:lnTo>
                    <a:pt x="6832235" y="414682"/>
                  </a:lnTo>
                  <a:lnTo>
                    <a:pt x="6832235" y="414058"/>
                  </a:lnTo>
                  <a:lnTo>
                    <a:pt x="6832380" y="414058"/>
                  </a:lnTo>
                  <a:lnTo>
                    <a:pt x="6832526" y="414058"/>
                  </a:lnTo>
                  <a:lnTo>
                    <a:pt x="6832671" y="414058"/>
                  </a:lnTo>
                  <a:lnTo>
                    <a:pt x="6832816" y="414058"/>
                  </a:lnTo>
                  <a:lnTo>
                    <a:pt x="6832962" y="414058"/>
                  </a:lnTo>
                  <a:lnTo>
                    <a:pt x="6833107" y="414058"/>
                  </a:lnTo>
                  <a:lnTo>
                    <a:pt x="6833253" y="414058"/>
                  </a:lnTo>
                  <a:lnTo>
                    <a:pt x="6833398" y="414058"/>
                  </a:lnTo>
                  <a:lnTo>
                    <a:pt x="6833398" y="413435"/>
                  </a:lnTo>
                  <a:lnTo>
                    <a:pt x="6833398" y="412811"/>
                  </a:lnTo>
                  <a:lnTo>
                    <a:pt x="6833543" y="412811"/>
                  </a:lnTo>
                  <a:lnTo>
                    <a:pt x="6833689" y="412811"/>
                  </a:lnTo>
                  <a:lnTo>
                    <a:pt x="6833689" y="412187"/>
                  </a:lnTo>
                  <a:lnTo>
                    <a:pt x="6833834" y="412187"/>
                  </a:lnTo>
                  <a:lnTo>
                    <a:pt x="6833834" y="411564"/>
                  </a:lnTo>
                  <a:lnTo>
                    <a:pt x="6833980" y="411564"/>
                  </a:lnTo>
                  <a:lnTo>
                    <a:pt x="6834125" y="411564"/>
                  </a:lnTo>
                  <a:lnTo>
                    <a:pt x="6834271" y="411564"/>
                  </a:lnTo>
                  <a:lnTo>
                    <a:pt x="6834416" y="411564"/>
                  </a:lnTo>
                  <a:lnTo>
                    <a:pt x="6834561" y="411564"/>
                  </a:lnTo>
                  <a:lnTo>
                    <a:pt x="6834707" y="411564"/>
                  </a:lnTo>
                  <a:lnTo>
                    <a:pt x="6834852" y="411564"/>
                  </a:lnTo>
                  <a:lnTo>
                    <a:pt x="6834852" y="410940"/>
                  </a:lnTo>
                  <a:lnTo>
                    <a:pt x="6834852" y="410317"/>
                  </a:lnTo>
                  <a:lnTo>
                    <a:pt x="6834998" y="410317"/>
                  </a:lnTo>
                  <a:lnTo>
                    <a:pt x="6835143" y="410317"/>
                  </a:lnTo>
                  <a:lnTo>
                    <a:pt x="6835289" y="410317"/>
                  </a:lnTo>
                  <a:lnTo>
                    <a:pt x="6835434" y="410317"/>
                  </a:lnTo>
                  <a:lnTo>
                    <a:pt x="6835579" y="410317"/>
                  </a:lnTo>
                  <a:lnTo>
                    <a:pt x="6835725" y="410317"/>
                  </a:lnTo>
                  <a:lnTo>
                    <a:pt x="6835870" y="410317"/>
                  </a:lnTo>
                  <a:lnTo>
                    <a:pt x="6836016" y="410317"/>
                  </a:lnTo>
                  <a:lnTo>
                    <a:pt x="6836161" y="410317"/>
                  </a:lnTo>
                  <a:lnTo>
                    <a:pt x="6836307" y="410317"/>
                  </a:lnTo>
                  <a:lnTo>
                    <a:pt x="6836452" y="410317"/>
                  </a:lnTo>
                  <a:lnTo>
                    <a:pt x="6836597" y="410317"/>
                  </a:lnTo>
                  <a:lnTo>
                    <a:pt x="6836743" y="410317"/>
                  </a:lnTo>
                  <a:lnTo>
                    <a:pt x="6836888" y="410317"/>
                  </a:lnTo>
                  <a:lnTo>
                    <a:pt x="6837034" y="410317"/>
                  </a:lnTo>
                  <a:lnTo>
                    <a:pt x="6837179" y="410317"/>
                  </a:lnTo>
                  <a:lnTo>
                    <a:pt x="6837325" y="410317"/>
                  </a:lnTo>
                  <a:lnTo>
                    <a:pt x="6837470" y="410317"/>
                  </a:lnTo>
                  <a:lnTo>
                    <a:pt x="6837615" y="410317"/>
                  </a:lnTo>
                  <a:lnTo>
                    <a:pt x="6837761" y="410317"/>
                  </a:lnTo>
                  <a:lnTo>
                    <a:pt x="6837906" y="410317"/>
                  </a:lnTo>
                  <a:lnTo>
                    <a:pt x="6838052" y="410317"/>
                  </a:lnTo>
                  <a:lnTo>
                    <a:pt x="6838197" y="410317"/>
                  </a:lnTo>
                  <a:lnTo>
                    <a:pt x="6838343" y="410317"/>
                  </a:lnTo>
                  <a:lnTo>
                    <a:pt x="6838488" y="410317"/>
                  </a:lnTo>
                  <a:lnTo>
                    <a:pt x="6838633" y="410317"/>
                  </a:lnTo>
                  <a:lnTo>
                    <a:pt x="6838779" y="410317"/>
                  </a:lnTo>
                  <a:lnTo>
                    <a:pt x="6838924" y="410317"/>
                  </a:lnTo>
                  <a:lnTo>
                    <a:pt x="6839070" y="410317"/>
                  </a:lnTo>
                  <a:lnTo>
                    <a:pt x="6839215" y="410317"/>
                  </a:lnTo>
                  <a:lnTo>
                    <a:pt x="6839361" y="410317"/>
                  </a:lnTo>
                  <a:lnTo>
                    <a:pt x="6839506" y="410317"/>
                  </a:lnTo>
                  <a:lnTo>
                    <a:pt x="6839651" y="410317"/>
                  </a:lnTo>
                  <a:lnTo>
                    <a:pt x="6839797" y="410317"/>
                  </a:lnTo>
                  <a:lnTo>
                    <a:pt x="6839942" y="410317"/>
                  </a:lnTo>
                  <a:lnTo>
                    <a:pt x="6840088" y="410317"/>
                  </a:lnTo>
                  <a:lnTo>
                    <a:pt x="6840233" y="410317"/>
                  </a:lnTo>
                  <a:lnTo>
                    <a:pt x="6840378" y="410317"/>
                  </a:lnTo>
                  <a:lnTo>
                    <a:pt x="6840378" y="409693"/>
                  </a:lnTo>
                  <a:lnTo>
                    <a:pt x="6840524" y="409693"/>
                  </a:lnTo>
                  <a:lnTo>
                    <a:pt x="6840669" y="409693"/>
                  </a:lnTo>
                  <a:lnTo>
                    <a:pt x="6840815" y="409693"/>
                  </a:lnTo>
                  <a:lnTo>
                    <a:pt x="6840960" y="409693"/>
                  </a:lnTo>
                  <a:lnTo>
                    <a:pt x="6841106" y="409693"/>
                  </a:lnTo>
                  <a:lnTo>
                    <a:pt x="6841251" y="409693"/>
                  </a:lnTo>
                  <a:lnTo>
                    <a:pt x="6841396" y="409693"/>
                  </a:lnTo>
                  <a:lnTo>
                    <a:pt x="6841542" y="409693"/>
                  </a:lnTo>
                  <a:lnTo>
                    <a:pt x="6841687" y="409693"/>
                  </a:lnTo>
                  <a:lnTo>
                    <a:pt x="6841833" y="409693"/>
                  </a:lnTo>
                  <a:lnTo>
                    <a:pt x="6841978" y="409693"/>
                  </a:lnTo>
                  <a:lnTo>
                    <a:pt x="6842124" y="409693"/>
                  </a:lnTo>
                  <a:lnTo>
                    <a:pt x="6842269" y="409693"/>
                  </a:lnTo>
                  <a:lnTo>
                    <a:pt x="6842414" y="409693"/>
                  </a:lnTo>
                  <a:lnTo>
                    <a:pt x="6842560" y="409693"/>
                  </a:lnTo>
                  <a:lnTo>
                    <a:pt x="6842705" y="409693"/>
                  </a:lnTo>
                  <a:lnTo>
                    <a:pt x="6842851" y="409693"/>
                  </a:lnTo>
                  <a:lnTo>
                    <a:pt x="6842996" y="409693"/>
                  </a:lnTo>
                  <a:lnTo>
                    <a:pt x="6843142" y="409693"/>
                  </a:lnTo>
                  <a:lnTo>
                    <a:pt x="6843142" y="409070"/>
                  </a:lnTo>
                  <a:lnTo>
                    <a:pt x="6843287" y="409070"/>
                  </a:lnTo>
                  <a:lnTo>
                    <a:pt x="6843432" y="409070"/>
                  </a:lnTo>
                  <a:lnTo>
                    <a:pt x="6843578" y="409070"/>
                  </a:lnTo>
                  <a:lnTo>
                    <a:pt x="6843723" y="409070"/>
                  </a:lnTo>
                  <a:lnTo>
                    <a:pt x="6843869" y="409070"/>
                  </a:lnTo>
                  <a:lnTo>
                    <a:pt x="6844014" y="409070"/>
                  </a:lnTo>
                  <a:lnTo>
                    <a:pt x="6844160" y="409070"/>
                  </a:lnTo>
                  <a:lnTo>
                    <a:pt x="6844305" y="409070"/>
                  </a:lnTo>
                  <a:lnTo>
                    <a:pt x="6844450" y="409070"/>
                  </a:lnTo>
                  <a:lnTo>
                    <a:pt x="6844596" y="409070"/>
                  </a:lnTo>
                  <a:lnTo>
                    <a:pt x="6844741" y="409070"/>
                  </a:lnTo>
                  <a:lnTo>
                    <a:pt x="6844887" y="409070"/>
                  </a:lnTo>
                  <a:lnTo>
                    <a:pt x="6845032" y="409070"/>
                  </a:lnTo>
                  <a:lnTo>
                    <a:pt x="6845178" y="409070"/>
                  </a:lnTo>
                  <a:lnTo>
                    <a:pt x="6845323" y="409070"/>
                  </a:lnTo>
                  <a:lnTo>
                    <a:pt x="6845468" y="409070"/>
                  </a:lnTo>
                  <a:lnTo>
                    <a:pt x="6845614" y="409070"/>
                  </a:lnTo>
                  <a:lnTo>
                    <a:pt x="6845759" y="409070"/>
                  </a:lnTo>
                  <a:lnTo>
                    <a:pt x="6845905" y="409070"/>
                  </a:lnTo>
                  <a:lnTo>
                    <a:pt x="6846050" y="409070"/>
                  </a:lnTo>
                  <a:lnTo>
                    <a:pt x="6846195" y="409070"/>
                  </a:lnTo>
                  <a:lnTo>
                    <a:pt x="6846341" y="409070"/>
                  </a:lnTo>
                  <a:lnTo>
                    <a:pt x="6846486" y="409070"/>
                  </a:lnTo>
                  <a:lnTo>
                    <a:pt x="6846632" y="409070"/>
                  </a:lnTo>
                  <a:lnTo>
                    <a:pt x="6846777" y="409070"/>
                  </a:lnTo>
                  <a:lnTo>
                    <a:pt x="6846923" y="409070"/>
                  </a:lnTo>
                  <a:lnTo>
                    <a:pt x="6847068" y="409070"/>
                  </a:lnTo>
                  <a:lnTo>
                    <a:pt x="6847213" y="409070"/>
                  </a:lnTo>
                  <a:lnTo>
                    <a:pt x="6847359" y="409070"/>
                  </a:lnTo>
                  <a:lnTo>
                    <a:pt x="6847504" y="409070"/>
                  </a:lnTo>
                  <a:lnTo>
                    <a:pt x="6847650" y="409070"/>
                  </a:lnTo>
                  <a:lnTo>
                    <a:pt x="6847795" y="409070"/>
                  </a:lnTo>
                  <a:lnTo>
                    <a:pt x="6847941" y="409070"/>
                  </a:lnTo>
                  <a:lnTo>
                    <a:pt x="6848086" y="409070"/>
                  </a:lnTo>
                  <a:lnTo>
                    <a:pt x="6848231" y="409070"/>
                  </a:lnTo>
                  <a:lnTo>
                    <a:pt x="6848377" y="409070"/>
                  </a:lnTo>
                  <a:lnTo>
                    <a:pt x="6848522" y="409070"/>
                  </a:lnTo>
                  <a:lnTo>
                    <a:pt x="6848668" y="409070"/>
                  </a:lnTo>
                  <a:lnTo>
                    <a:pt x="6848813" y="409070"/>
                  </a:lnTo>
                  <a:lnTo>
                    <a:pt x="6848959" y="409070"/>
                  </a:lnTo>
                  <a:lnTo>
                    <a:pt x="6848959" y="408446"/>
                  </a:lnTo>
                  <a:lnTo>
                    <a:pt x="6849104" y="408446"/>
                  </a:lnTo>
                  <a:lnTo>
                    <a:pt x="6849249" y="408446"/>
                  </a:lnTo>
                  <a:lnTo>
                    <a:pt x="6849395" y="408446"/>
                  </a:lnTo>
                  <a:lnTo>
                    <a:pt x="6849540" y="408446"/>
                  </a:lnTo>
                  <a:lnTo>
                    <a:pt x="6849686" y="408446"/>
                  </a:lnTo>
                  <a:lnTo>
                    <a:pt x="6849686" y="407822"/>
                  </a:lnTo>
                  <a:lnTo>
                    <a:pt x="6849831" y="407822"/>
                  </a:lnTo>
                  <a:lnTo>
                    <a:pt x="6849831" y="407199"/>
                  </a:lnTo>
                  <a:lnTo>
                    <a:pt x="6849977" y="407199"/>
                  </a:lnTo>
                  <a:lnTo>
                    <a:pt x="6850122" y="407199"/>
                  </a:lnTo>
                  <a:lnTo>
                    <a:pt x="6850122" y="406575"/>
                  </a:lnTo>
                  <a:lnTo>
                    <a:pt x="6850267" y="406575"/>
                  </a:lnTo>
                  <a:lnTo>
                    <a:pt x="6850413" y="406575"/>
                  </a:lnTo>
                  <a:lnTo>
                    <a:pt x="6850558" y="406575"/>
                  </a:lnTo>
                  <a:lnTo>
                    <a:pt x="6850704" y="406575"/>
                  </a:lnTo>
                  <a:lnTo>
                    <a:pt x="6850849" y="406575"/>
                  </a:lnTo>
                  <a:lnTo>
                    <a:pt x="6850995" y="406575"/>
                  </a:lnTo>
                  <a:lnTo>
                    <a:pt x="6851140" y="406575"/>
                  </a:lnTo>
                  <a:lnTo>
                    <a:pt x="6851285" y="406575"/>
                  </a:lnTo>
                  <a:lnTo>
                    <a:pt x="6851285" y="405952"/>
                  </a:lnTo>
                  <a:lnTo>
                    <a:pt x="6851431" y="405952"/>
                  </a:lnTo>
                  <a:lnTo>
                    <a:pt x="6851576" y="405952"/>
                  </a:lnTo>
                  <a:lnTo>
                    <a:pt x="6851722" y="405952"/>
                  </a:lnTo>
                  <a:lnTo>
                    <a:pt x="6851867" y="405952"/>
                  </a:lnTo>
                  <a:lnTo>
                    <a:pt x="6851867" y="405328"/>
                  </a:lnTo>
                  <a:lnTo>
                    <a:pt x="6851867" y="404704"/>
                  </a:lnTo>
                  <a:lnTo>
                    <a:pt x="6852013" y="404704"/>
                  </a:lnTo>
                  <a:lnTo>
                    <a:pt x="6852158" y="404704"/>
                  </a:lnTo>
                  <a:lnTo>
                    <a:pt x="6852303" y="404704"/>
                  </a:lnTo>
                  <a:lnTo>
                    <a:pt x="6852449" y="404704"/>
                  </a:lnTo>
                  <a:lnTo>
                    <a:pt x="6852594" y="404704"/>
                  </a:lnTo>
                  <a:lnTo>
                    <a:pt x="6852740" y="404704"/>
                  </a:lnTo>
                  <a:lnTo>
                    <a:pt x="6852885" y="404704"/>
                  </a:lnTo>
                  <a:lnTo>
                    <a:pt x="6853030" y="404704"/>
                  </a:lnTo>
                  <a:lnTo>
                    <a:pt x="6853176" y="404704"/>
                  </a:lnTo>
                  <a:lnTo>
                    <a:pt x="6853321" y="404704"/>
                  </a:lnTo>
                  <a:lnTo>
                    <a:pt x="6853467" y="404704"/>
                  </a:lnTo>
                  <a:lnTo>
                    <a:pt x="6853612" y="404704"/>
                  </a:lnTo>
                  <a:lnTo>
                    <a:pt x="6853758" y="404704"/>
                  </a:lnTo>
                  <a:lnTo>
                    <a:pt x="6853903" y="404704"/>
                  </a:lnTo>
                  <a:lnTo>
                    <a:pt x="6854048" y="404704"/>
                  </a:lnTo>
                  <a:lnTo>
                    <a:pt x="6854194" y="404704"/>
                  </a:lnTo>
                  <a:lnTo>
                    <a:pt x="6854339" y="404704"/>
                  </a:lnTo>
                  <a:lnTo>
                    <a:pt x="6854485" y="404704"/>
                  </a:lnTo>
                  <a:lnTo>
                    <a:pt x="6854630" y="404704"/>
                  </a:lnTo>
                  <a:lnTo>
                    <a:pt x="6854776" y="404704"/>
                  </a:lnTo>
                  <a:lnTo>
                    <a:pt x="6854776" y="404081"/>
                  </a:lnTo>
                  <a:lnTo>
                    <a:pt x="6854921" y="404081"/>
                  </a:lnTo>
                  <a:lnTo>
                    <a:pt x="6854921" y="403457"/>
                  </a:lnTo>
                  <a:lnTo>
                    <a:pt x="6855066" y="403457"/>
                  </a:lnTo>
                  <a:lnTo>
                    <a:pt x="6855212" y="403457"/>
                  </a:lnTo>
                  <a:lnTo>
                    <a:pt x="6855357" y="403457"/>
                  </a:lnTo>
                  <a:lnTo>
                    <a:pt x="6855503" y="403457"/>
                  </a:lnTo>
                  <a:lnTo>
                    <a:pt x="6855503" y="402834"/>
                  </a:lnTo>
                  <a:lnTo>
                    <a:pt x="6855648" y="402834"/>
                  </a:lnTo>
                  <a:lnTo>
                    <a:pt x="6855794" y="402834"/>
                  </a:lnTo>
                  <a:lnTo>
                    <a:pt x="6855939" y="402834"/>
                  </a:lnTo>
                  <a:lnTo>
                    <a:pt x="6856084" y="402834"/>
                  </a:lnTo>
                  <a:lnTo>
                    <a:pt x="6856230" y="402834"/>
                  </a:lnTo>
                  <a:lnTo>
                    <a:pt x="6856375" y="402834"/>
                  </a:lnTo>
                  <a:lnTo>
                    <a:pt x="6856521" y="402834"/>
                  </a:lnTo>
                  <a:lnTo>
                    <a:pt x="6856666" y="402834"/>
                  </a:lnTo>
                  <a:lnTo>
                    <a:pt x="6856812" y="402834"/>
                  </a:lnTo>
                  <a:lnTo>
                    <a:pt x="6856957" y="402834"/>
                  </a:lnTo>
                  <a:lnTo>
                    <a:pt x="6857102" y="402834"/>
                  </a:lnTo>
                  <a:lnTo>
                    <a:pt x="6857248" y="402834"/>
                  </a:lnTo>
                  <a:lnTo>
                    <a:pt x="6857393" y="402834"/>
                  </a:lnTo>
                  <a:lnTo>
                    <a:pt x="6857539" y="402834"/>
                  </a:lnTo>
                  <a:lnTo>
                    <a:pt x="6857684" y="402834"/>
                  </a:lnTo>
                  <a:lnTo>
                    <a:pt x="6857830" y="402834"/>
                  </a:lnTo>
                  <a:lnTo>
                    <a:pt x="6857975" y="402834"/>
                  </a:lnTo>
                  <a:lnTo>
                    <a:pt x="6858120" y="402834"/>
                  </a:lnTo>
                  <a:lnTo>
                    <a:pt x="6858266" y="402834"/>
                  </a:lnTo>
                  <a:lnTo>
                    <a:pt x="6858411" y="402834"/>
                  </a:lnTo>
                  <a:lnTo>
                    <a:pt x="6858557" y="402834"/>
                  </a:lnTo>
                  <a:lnTo>
                    <a:pt x="6858702" y="402834"/>
                  </a:lnTo>
                  <a:lnTo>
                    <a:pt x="6858848" y="402834"/>
                  </a:lnTo>
                  <a:lnTo>
                    <a:pt x="6858993" y="402834"/>
                  </a:lnTo>
                  <a:lnTo>
                    <a:pt x="6859138" y="402834"/>
                  </a:lnTo>
                  <a:lnTo>
                    <a:pt x="6859284" y="402834"/>
                  </a:lnTo>
                  <a:lnTo>
                    <a:pt x="6859284" y="402210"/>
                  </a:lnTo>
                  <a:lnTo>
                    <a:pt x="6859429" y="402210"/>
                  </a:lnTo>
                  <a:lnTo>
                    <a:pt x="6859575" y="402210"/>
                  </a:lnTo>
                  <a:lnTo>
                    <a:pt x="6859720" y="402210"/>
                  </a:lnTo>
                  <a:lnTo>
                    <a:pt x="6859865" y="402210"/>
                  </a:lnTo>
                  <a:lnTo>
                    <a:pt x="6860011" y="402210"/>
                  </a:lnTo>
                  <a:lnTo>
                    <a:pt x="6860011" y="401587"/>
                  </a:lnTo>
                  <a:lnTo>
                    <a:pt x="6860156" y="401587"/>
                  </a:lnTo>
                  <a:lnTo>
                    <a:pt x="6860302" y="401587"/>
                  </a:lnTo>
                  <a:lnTo>
                    <a:pt x="6860447" y="401587"/>
                  </a:lnTo>
                  <a:lnTo>
                    <a:pt x="6860593" y="401587"/>
                  </a:lnTo>
                  <a:lnTo>
                    <a:pt x="6860738" y="401587"/>
                  </a:lnTo>
                  <a:lnTo>
                    <a:pt x="6860883" y="401587"/>
                  </a:lnTo>
                  <a:lnTo>
                    <a:pt x="6861029" y="401587"/>
                  </a:lnTo>
                  <a:lnTo>
                    <a:pt x="6861174" y="401587"/>
                  </a:lnTo>
                  <a:lnTo>
                    <a:pt x="6861320" y="401587"/>
                  </a:lnTo>
                  <a:lnTo>
                    <a:pt x="6861465" y="401587"/>
                  </a:lnTo>
                  <a:lnTo>
                    <a:pt x="6861611" y="401587"/>
                  </a:lnTo>
                  <a:lnTo>
                    <a:pt x="6861756" y="401587"/>
                  </a:lnTo>
                  <a:lnTo>
                    <a:pt x="6861901" y="401587"/>
                  </a:lnTo>
                  <a:lnTo>
                    <a:pt x="6862047" y="401587"/>
                  </a:lnTo>
                  <a:lnTo>
                    <a:pt x="6862192" y="401587"/>
                  </a:lnTo>
                  <a:lnTo>
                    <a:pt x="6862338" y="401587"/>
                  </a:lnTo>
                  <a:lnTo>
                    <a:pt x="6862483" y="401587"/>
                  </a:lnTo>
                  <a:lnTo>
                    <a:pt x="6862629" y="401587"/>
                  </a:lnTo>
                  <a:lnTo>
                    <a:pt x="6862774" y="401587"/>
                  </a:lnTo>
                  <a:lnTo>
                    <a:pt x="6862919" y="401587"/>
                  </a:lnTo>
                  <a:lnTo>
                    <a:pt x="6863065" y="401587"/>
                  </a:lnTo>
                  <a:lnTo>
                    <a:pt x="6863210" y="401587"/>
                  </a:lnTo>
                  <a:lnTo>
                    <a:pt x="6863356" y="401587"/>
                  </a:lnTo>
                  <a:lnTo>
                    <a:pt x="6863501" y="401587"/>
                  </a:lnTo>
                  <a:lnTo>
                    <a:pt x="6863647" y="401587"/>
                  </a:lnTo>
                  <a:lnTo>
                    <a:pt x="6863792" y="401587"/>
                  </a:lnTo>
                  <a:lnTo>
                    <a:pt x="6863792" y="400963"/>
                  </a:lnTo>
                  <a:lnTo>
                    <a:pt x="6863937" y="400963"/>
                  </a:lnTo>
                  <a:lnTo>
                    <a:pt x="6864083" y="400963"/>
                  </a:lnTo>
                  <a:lnTo>
                    <a:pt x="6864228" y="400963"/>
                  </a:lnTo>
                  <a:lnTo>
                    <a:pt x="6864374" y="400963"/>
                  </a:lnTo>
                  <a:lnTo>
                    <a:pt x="6864519" y="400963"/>
                  </a:lnTo>
                  <a:lnTo>
                    <a:pt x="6864665" y="400963"/>
                  </a:lnTo>
                  <a:lnTo>
                    <a:pt x="6864810" y="400963"/>
                  </a:lnTo>
                  <a:lnTo>
                    <a:pt x="6864955" y="400963"/>
                  </a:lnTo>
                  <a:lnTo>
                    <a:pt x="6865101" y="400963"/>
                  </a:lnTo>
                  <a:lnTo>
                    <a:pt x="6865246" y="400963"/>
                  </a:lnTo>
                  <a:lnTo>
                    <a:pt x="6865392" y="400963"/>
                  </a:lnTo>
                  <a:lnTo>
                    <a:pt x="6865537" y="400963"/>
                  </a:lnTo>
                  <a:lnTo>
                    <a:pt x="6865683" y="400963"/>
                  </a:lnTo>
                  <a:lnTo>
                    <a:pt x="6865828" y="400963"/>
                  </a:lnTo>
                  <a:lnTo>
                    <a:pt x="6865973" y="400963"/>
                  </a:lnTo>
                  <a:lnTo>
                    <a:pt x="6866119" y="400963"/>
                  </a:lnTo>
                  <a:lnTo>
                    <a:pt x="6866264" y="400963"/>
                  </a:lnTo>
                  <a:lnTo>
                    <a:pt x="6866410" y="400963"/>
                  </a:lnTo>
                  <a:lnTo>
                    <a:pt x="6866555" y="400963"/>
                  </a:lnTo>
                  <a:lnTo>
                    <a:pt x="6866700" y="400963"/>
                  </a:lnTo>
                  <a:lnTo>
                    <a:pt x="6866700" y="400339"/>
                  </a:lnTo>
                  <a:lnTo>
                    <a:pt x="6866846" y="400339"/>
                  </a:lnTo>
                  <a:lnTo>
                    <a:pt x="6866991" y="400339"/>
                  </a:lnTo>
                  <a:lnTo>
                    <a:pt x="6867137" y="400339"/>
                  </a:lnTo>
                  <a:lnTo>
                    <a:pt x="6867282" y="400339"/>
                  </a:lnTo>
                  <a:lnTo>
                    <a:pt x="6867428" y="400339"/>
                  </a:lnTo>
                  <a:lnTo>
                    <a:pt x="6867573" y="400339"/>
                  </a:lnTo>
                  <a:lnTo>
                    <a:pt x="6867718" y="400339"/>
                  </a:lnTo>
                  <a:lnTo>
                    <a:pt x="6867864" y="400339"/>
                  </a:lnTo>
                  <a:lnTo>
                    <a:pt x="6868009" y="400339"/>
                  </a:lnTo>
                  <a:lnTo>
                    <a:pt x="6868155" y="400339"/>
                  </a:lnTo>
                  <a:lnTo>
                    <a:pt x="6868300" y="400339"/>
                  </a:lnTo>
                  <a:lnTo>
                    <a:pt x="6868446" y="400339"/>
                  </a:lnTo>
                  <a:lnTo>
                    <a:pt x="6868591" y="400339"/>
                  </a:lnTo>
                  <a:lnTo>
                    <a:pt x="6868736" y="400339"/>
                  </a:lnTo>
                  <a:lnTo>
                    <a:pt x="6868882" y="400339"/>
                  </a:lnTo>
                  <a:lnTo>
                    <a:pt x="6869027" y="400339"/>
                  </a:lnTo>
                  <a:lnTo>
                    <a:pt x="6869173" y="400339"/>
                  </a:lnTo>
                  <a:lnTo>
                    <a:pt x="6869318" y="400339"/>
                  </a:lnTo>
                  <a:lnTo>
                    <a:pt x="6869464" y="400339"/>
                  </a:lnTo>
                  <a:lnTo>
                    <a:pt x="6869609" y="400339"/>
                  </a:lnTo>
                  <a:lnTo>
                    <a:pt x="6869754" y="400339"/>
                  </a:lnTo>
                  <a:lnTo>
                    <a:pt x="6869900" y="400339"/>
                  </a:lnTo>
                  <a:lnTo>
                    <a:pt x="6870045" y="400339"/>
                  </a:lnTo>
                  <a:lnTo>
                    <a:pt x="6870191" y="400339"/>
                  </a:lnTo>
                  <a:lnTo>
                    <a:pt x="6870336" y="400339"/>
                  </a:lnTo>
                  <a:lnTo>
                    <a:pt x="6870482" y="400339"/>
                  </a:lnTo>
                  <a:lnTo>
                    <a:pt x="6870627" y="400339"/>
                  </a:lnTo>
                  <a:lnTo>
                    <a:pt x="6870772" y="400339"/>
                  </a:lnTo>
                  <a:lnTo>
                    <a:pt x="6870918" y="400339"/>
                  </a:lnTo>
                  <a:lnTo>
                    <a:pt x="6871063" y="400339"/>
                  </a:lnTo>
                  <a:lnTo>
                    <a:pt x="6871209" y="400339"/>
                  </a:lnTo>
                  <a:lnTo>
                    <a:pt x="6871354" y="400339"/>
                  </a:lnTo>
                  <a:lnTo>
                    <a:pt x="6871500" y="400339"/>
                  </a:lnTo>
                  <a:lnTo>
                    <a:pt x="6871645" y="400339"/>
                  </a:lnTo>
                  <a:lnTo>
                    <a:pt x="6871790" y="400339"/>
                  </a:lnTo>
                  <a:lnTo>
                    <a:pt x="6871936" y="400339"/>
                  </a:lnTo>
                  <a:lnTo>
                    <a:pt x="6872081" y="400339"/>
                  </a:lnTo>
                  <a:lnTo>
                    <a:pt x="6872227" y="400339"/>
                  </a:lnTo>
                  <a:lnTo>
                    <a:pt x="6872372" y="400339"/>
                  </a:lnTo>
                  <a:lnTo>
                    <a:pt x="6872518" y="400339"/>
                  </a:lnTo>
                  <a:lnTo>
                    <a:pt x="6872663" y="400339"/>
                  </a:lnTo>
                  <a:lnTo>
                    <a:pt x="6872808" y="400339"/>
                  </a:lnTo>
                  <a:lnTo>
                    <a:pt x="6872808" y="399716"/>
                  </a:lnTo>
                  <a:lnTo>
                    <a:pt x="6872954" y="399716"/>
                  </a:lnTo>
                  <a:lnTo>
                    <a:pt x="6873099" y="399716"/>
                  </a:lnTo>
                  <a:lnTo>
                    <a:pt x="6873245" y="399716"/>
                  </a:lnTo>
                  <a:lnTo>
                    <a:pt x="6873245" y="399092"/>
                  </a:lnTo>
                  <a:lnTo>
                    <a:pt x="6873390" y="399092"/>
                  </a:lnTo>
                  <a:lnTo>
                    <a:pt x="6873535" y="399092"/>
                  </a:lnTo>
                  <a:lnTo>
                    <a:pt x="6873681" y="399092"/>
                  </a:lnTo>
                  <a:lnTo>
                    <a:pt x="6873826" y="399092"/>
                  </a:lnTo>
                  <a:lnTo>
                    <a:pt x="6873826" y="398469"/>
                  </a:lnTo>
                  <a:lnTo>
                    <a:pt x="6873972" y="398469"/>
                  </a:lnTo>
                  <a:lnTo>
                    <a:pt x="6874117" y="398469"/>
                  </a:lnTo>
                  <a:lnTo>
                    <a:pt x="6874263" y="398469"/>
                  </a:lnTo>
                  <a:lnTo>
                    <a:pt x="6874408" y="398469"/>
                  </a:lnTo>
                  <a:lnTo>
                    <a:pt x="6874553" y="398469"/>
                  </a:lnTo>
                  <a:lnTo>
                    <a:pt x="6874699" y="398469"/>
                  </a:lnTo>
                  <a:lnTo>
                    <a:pt x="6874844" y="398469"/>
                  </a:lnTo>
                  <a:lnTo>
                    <a:pt x="6874990" y="398469"/>
                  </a:lnTo>
                  <a:lnTo>
                    <a:pt x="6874990" y="397845"/>
                  </a:lnTo>
                  <a:lnTo>
                    <a:pt x="6874990" y="397221"/>
                  </a:lnTo>
                  <a:lnTo>
                    <a:pt x="6875135" y="397221"/>
                  </a:lnTo>
                  <a:lnTo>
                    <a:pt x="6875281" y="397221"/>
                  </a:lnTo>
                  <a:lnTo>
                    <a:pt x="6875426" y="397221"/>
                  </a:lnTo>
                  <a:lnTo>
                    <a:pt x="6875571" y="397221"/>
                  </a:lnTo>
                  <a:lnTo>
                    <a:pt x="6875717" y="397221"/>
                  </a:lnTo>
                  <a:lnTo>
                    <a:pt x="6875862" y="397221"/>
                  </a:lnTo>
                  <a:lnTo>
                    <a:pt x="6876008" y="397221"/>
                  </a:lnTo>
                  <a:lnTo>
                    <a:pt x="6876153" y="397221"/>
                  </a:lnTo>
                  <a:lnTo>
                    <a:pt x="6876299" y="397221"/>
                  </a:lnTo>
                  <a:lnTo>
                    <a:pt x="6876444" y="397221"/>
                  </a:lnTo>
                  <a:lnTo>
                    <a:pt x="6876589" y="397221"/>
                  </a:lnTo>
                  <a:lnTo>
                    <a:pt x="6876735" y="397221"/>
                  </a:lnTo>
                  <a:lnTo>
                    <a:pt x="6876880" y="397221"/>
                  </a:lnTo>
                  <a:lnTo>
                    <a:pt x="6877026" y="397221"/>
                  </a:lnTo>
                  <a:lnTo>
                    <a:pt x="6877171" y="397221"/>
                  </a:lnTo>
                  <a:lnTo>
                    <a:pt x="6877171" y="396598"/>
                  </a:lnTo>
                  <a:lnTo>
                    <a:pt x="6877317" y="396598"/>
                  </a:lnTo>
                  <a:lnTo>
                    <a:pt x="6877462" y="396598"/>
                  </a:lnTo>
                  <a:lnTo>
                    <a:pt x="6877462" y="395974"/>
                  </a:lnTo>
                  <a:lnTo>
                    <a:pt x="6877607" y="395974"/>
                  </a:lnTo>
                  <a:lnTo>
                    <a:pt x="6877753" y="395974"/>
                  </a:lnTo>
                  <a:lnTo>
                    <a:pt x="6877898" y="395974"/>
                  </a:lnTo>
                  <a:lnTo>
                    <a:pt x="6878044" y="395974"/>
                  </a:lnTo>
                  <a:lnTo>
                    <a:pt x="6878189" y="395974"/>
                  </a:lnTo>
                  <a:lnTo>
                    <a:pt x="6878335" y="395974"/>
                  </a:lnTo>
                  <a:lnTo>
                    <a:pt x="6878480" y="395974"/>
                  </a:lnTo>
                  <a:lnTo>
                    <a:pt x="6878625" y="395974"/>
                  </a:lnTo>
                  <a:lnTo>
                    <a:pt x="6878771" y="395974"/>
                  </a:lnTo>
                  <a:lnTo>
                    <a:pt x="6878916" y="395974"/>
                  </a:lnTo>
                  <a:lnTo>
                    <a:pt x="6879062" y="395974"/>
                  </a:lnTo>
                  <a:lnTo>
                    <a:pt x="6879207" y="395974"/>
                  </a:lnTo>
                  <a:lnTo>
                    <a:pt x="6879353" y="395974"/>
                  </a:lnTo>
                  <a:lnTo>
                    <a:pt x="6879498" y="395974"/>
                  </a:lnTo>
                  <a:lnTo>
                    <a:pt x="6879643" y="395974"/>
                  </a:lnTo>
                  <a:lnTo>
                    <a:pt x="6879789" y="395974"/>
                  </a:lnTo>
                  <a:lnTo>
                    <a:pt x="6879934" y="395974"/>
                  </a:lnTo>
                  <a:lnTo>
                    <a:pt x="6880080" y="395974"/>
                  </a:lnTo>
                  <a:lnTo>
                    <a:pt x="6880080" y="395351"/>
                  </a:lnTo>
                  <a:lnTo>
                    <a:pt x="6880225" y="395351"/>
                  </a:lnTo>
                  <a:lnTo>
                    <a:pt x="6880370" y="395351"/>
                  </a:lnTo>
                  <a:lnTo>
                    <a:pt x="6880516" y="395351"/>
                  </a:lnTo>
                  <a:lnTo>
                    <a:pt x="6880661" y="395351"/>
                  </a:lnTo>
                  <a:lnTo>
                    <a:pt x="6880807" y="395351"/>
                  </a:lnTo>
                  <a:lnTo>
                    <a:pt x="6880952" y="395351"/>
                  </a:lnTo>
                  <a:lnTo>
                    <a:pt x="6881098" y="395351"/>
                  </a:lnTo>
                  <a:lnTo>
                    <a:pt x="6881243" y="395351"/>
                  </a:lnTo>
                  <a:lnTo>
                    <a:pt x="6881388" y="395351"/>
                  </a:lnTo>
                  <a:lnTo>
                    <a:pt x="6881534" y="395351"/>
                  </a:lnTo>
                  <a:lnTo>
                    <a:pt x="6881679" y="395351"/>
                  </a:lnTo>
                  <a:lnTo>
                    <a:pt x="6881825" y="395351"/>
                  </a:lnTo>
                  <a:lnTo>
                    <a:pt x="6881970" y="395351"/>
                  </a:lnTo>
                  <a:lnTo>
                    <a:pt x="6882116" y="395351"/>
                  </a:lnTo>
                  <a:lnTo>
                    <a:pt x="6882261" y="395351"/>
                  </a:lnTo>
                  <a:lnTo>
                    <a:pt x="6882261" y="394727"/>
                  </a:lnTo>
                  <a:lnTo>
                    <a:pt x="6882406" y="394727"/>
                  </a:lnTo>
                  <a:lnTo>
                    <a:pt x="6882552" y="394727"/>
                  </a:lnTo>
                  <a:lnTo>
                    <a:pt x="6882697" y="394727"/>
                  </a:lnTo>
                  <a:lnTo>
                    <a:pt x="6882843" y="394727"/>
                  </a:lnTo>
                  <a:lnTo>
                    <a:pt x="6882988" y="394727"/>
                  </a:lnTo>
                  <a:lnTo>
                    <a:pt x="6883134" y="394727"/>
                  </a:lnTo>
                  <a:lnTo>
                    <a:pt x="6883279" y="394727"/>
                  </a:lnTo>
                  <a:lnTo>
                    <a:pt x="6883424" y="394727"/>
                  </a:lnTo>
                  <a:lnTo>
                    <a:pt x="6883570" y="394727"/>
                  </a:lnTo>
                  <a:lnTo>
                    <a:pt x="6883715" y="394727"/>
                  </a:lnTo>
                  <a:lnTo>
                    <a:pt x="6883715" y="394104"/>
                  </a:lnTo>
                  <a:lnTo>
                    <a:pt x="6883715" y="393480"/>
                  </a:lnTo>
                  <a:lnTo>
                    <a:pt x="6883861" y="393480"/>
                  </a:lnTo>
                  <a:lnTo>
                    <a:pt x="6884006" y="393480"/>
                  </a:lnTo>
                  <a:lnTo>
                    <a:pt x="6884152" y="393480"/>
                  </a:lnTo>
                  <a:lnTo>
                    <a:pt x="6884297" y="393480"/>
                  </a:lnTo>
                  <a:lnTo>
                    <a:pt x="6884442" y="393480"/>
                  </a:lnTo>
                  <a:lnTo>
                    <a:pt x="6884588" y="393480"/>
                  </a:lnTo>
                  <a:lnTo>
                    <a:pt x="6884733" y="393480"/>
                  </a:lnTo>
                  <a:lnTo>
                    <a:pt x="6884879" y="393480"/>
                  </a:lnTo>
                  <a:lnTo>
                    <a:pt x="6885024" y="393480"/>
                  </a:lnTo>
                  <a:lnTo>
                    <a:pt x="6885170" y="393480"/>
                  </a:lnTo>
                  <a:lnTo>
                    <a:pt x="6885315" y="393480"/>
                  </a:lnTo>
                  <a:lnTo>
                    <a:pt x="6885460" y="393480"/>
                  </a:lnTo>
                  <a:lnTo>
                    <a:pt x="6885606" y="393480"/>
                  </a:lnTo>
                  <a:lnTo>
                    <a:pt x="6885751" y="393480"/>
                  </a:lnTo>
                  <a:lnTo>
                    <a:pt x="6885897" y="393480"/>
                  </a:lnTo>
                  <a:lnTo>
                    <a:pt x="6886042" y="393480"/>
                  </a:lnTo>
                  <a:lnTo>
                    <a:pt x="6886188" y="393480"/>
                  </a:lnTo>
                  <a:lnTo>
                    <a:pt x="6886333" y="393480"/>
                  </a:lnTo>
                  <a:lnTo>
                    <a:pt x="6886478" y="393480"/>
                  </a:lnTo>
                  <a:lnTo>
                    <a:pt x="6886624" y="393480"/>
                  </a:lnTo>
                  <a:lnTo>
                    <a:pt x="6886769" y="393480"/>
                  </a:lnTo>
                  <a:lnTo>
                    <a:pt x="6886915" y="393480"/>
                  </a:lnTo>
                  <a:lnTo>
                    <a:pt x="6887060" y="393480"/>
                  </a:lnTo>
                  <a:lnTo>
                    <a:pt x="6887205" y="393480"/>
                  </a:lnTo>
                  <a:lnTo>
                    <a:pt x="6887351" y="393480"/>
                  </a:lnTo>
                  <a:lnTo>
                    <a:pt x="6887496" y="393480"/>
                  </a:lnTo>
                  <a:lnTo>
                    <a:pt x="6887642" y="393480"/>
                  </a:lnTo>
                  <a:lnTo>
                    <a:pt x="6887787" y="393480"/>
                  </a:lnTo>
                  <a:lnTo>
                    <a:pt x="6887933" y="393480"/>
                  </a:lnTo>
                  <a:lnTo>
                    <a:pt x="6888078" y="393480"/>
                  </a:lnTo>
                  <a:lnTo>
                    <a:pt x="6888223" y="393480"/>
                  </a:lnTo>
                  <a:lnTo>
                    <a:pt x="6888369" y="393480"/>
                  </a:lnTo>
                  <a:lnTo>
                    <a:pt x="6888514" y="393480"/>
                  </a:lnTo>
                  <a:lnTo>
                    <a:pt x="6888660" y="393480"/>
                  </a:lnTo>
                  <a:lnTo>
                    <a:pt x="6888805" y="393480"/>
                  </a:lnTo>
                  <a:lnTo>
                    <a:pt x="6888951" y="393480"/>
                  </a:lnTo>
                  <a:lnTo>
                    <a:pt x="6889096" y="393480"/>
                  </a:lnTo>
                  <a:lnTo>
                    <a:pt x="6889241" y="393480"/>
                  </a:lnTo>
                  <a:lnTo>
                    <a:pt x="6889387" y="393480"/>
                  </a:lnTo>
                  <a:lnTo>
                    <a:pt x="6889532" y="393480"/>
                  </a:lnTo>
                  <a:lnTo>
                    <a:pt x="6889678" y="393480"/>
                  </a:lnTo>
                  <a:lnTo>
                    <a:pt x="6889823" y="393480"/>
                  </a:lnTo>
                  <a:lnTo>
                    <a:pt x="6889969" y="393480"/>
                  </a:lnTo>
                  <a:lnTo>
                    <a:pt x="6890114" y="393480"/>
                  </a:lnTo>
                  <a:lnTo>
                    <a:pt x="6890259" y="393480"/>
                  </a:lnTo>
                  <a:lnTo>
                    <a:pt x="6890405" y="393480"/>
                  </a:lnTo>
                  <a:lnTo>
                    <a:pt x="6890550" y="393480"/>
                  </a:lnTo>
                  <a:lnTo>
                    <a:pt x="6890696" y="393480"/>
                  </a:lnTo>
                  <a:lnTo>
                    <a:pt x="6890841" y="393480"/>
                  </a:lnTo>
                  <a:lnTo>
                    <a:pt x="6890987" y="393480"/>
                  </a:lnTo>
                  <a:lnTo>
                    <a:pt x="6891132" y="393480"/>
                  </a:lnTo>
                  <a:lnTo>
                    <a:pt x="6891277" y="393480"/>
                  </a:lnTo>
                  <a:lnTo>
                    <a:pt x="6891423" y="393480"/>
                  </a:lnTo>
                  <a:lnTo>
                    <a:pt x="6891568" y="393480"/>
                  </a:lnTo>
                  <a:lnTo>
                    <a:pt x="6891714" y="393480"/>
                  </a:lnTo>
                  <a:lnTo>
                    <a:pt x="6891859" y="393480"/>
                  </a:lnTo>
                  <a:lnTo>
                    <a:pt x="6892005" y="393480"/>
                  </a:lnTo>
                  <a:lnTo>
                    <a:pt x="6892005" y="392856"/>
                  </a:lnTo>
                  <a:lnTo>
                    <a:pt x="6892150" y="392856"/>
                  </a:lnTo>
                  <a:lnTo>
                    <a:pt x="6892295" y="392856"/>
                  </a:lnTo>
                  <a:lnTo>
                    <a:pt x="6892441" y="392856"/>
                  </a:lnTo>
                  <a:lnTo>
                    <a:pt x="6892586" y="392856"/>
                  </a:lnTo>
                  <a:lnTo>
                    <a:pt x="6892732" y="392856"/>
                  </a:lnTo>
                  <a:lnTo>
                    <a:pt x="6892877" y="392856"/>
                  </a:lnTo>
                  <a:lnTo>
                    <a:pt x="6893023" y="392856"/>
                  </a:lnTo>
                  <a:lnTo>
                    <a:pt x="6893168" y="392856"/>
                  </a:lnTo>
                  <a:lnTo>
                    <a:pt x="6893313" y="392856"/>
                  </a:lnTo>
                  <a:lnTo>
                    <a:pt x="6893459" y="392856"/>
                  </a:lnTo>
                  <a:lnTo>
                    <a:pt x="6893604" y="392856"/>
                  </a:lnTo>
                  <a:lnTo>
                    <a:pt x="6893750" y="392856"/>
                  </a:lnTo>
                  <a:lnTo>
                    <a:pt x="6893895" y="392856"/>
                  </a:lnTo>
                  <a:lnTo>
                    <a:pt x="6894040" y="392856"/>
                  </a:lnTo>
                  <a:lnTo>
                    <a:pt x="6894186" y="392856"/>
                  </a:lnTo>
                  <a:lnTo>
                    <a:pt x="6894331" y="392856"/>
                  </a:lnTo>
                  <a:lnTo>
                    <a:pt x="6894477" y="392856"/>
                  </a:lnTo>
                  <a:lnTo>
                    <a:pt x="6894622" y="392856"/>
                  </a:lnTo>
                  <a:lnTo>
                    <a:pt x="6894768" y="392856"/>
                  </a:lnTo>
                  <a:lnTo>
                    <a:pt x="6894768" y="392233"/>
                  </a:lnTo>
                  <a:lnTo>
                    <a:pt x="6894913" y="392233"/>
                  </a:lnTo>
                  <a:lnTo>
                    <a:pt x="6895058" y="392233"/>
                  </a:lnTo>
                  <a:lnTo>
                    <a:pt x="6895204" y="392233"/>
                  </a:lnTo>
                  <a:lnTo>
                    <a:pt x="6895349" y="392233"/>
                  </a:lnTo>
                  <a:lnTo>
                    <a:pt x="6895349" y="391609"/>
                  </a:lnTo>
                  <a:lnTo>
                    <a:pt x="6895495" y="391609"/>
                  </a:lnTo>
                  <a:lnTo>
                    <a:pt x="6895640" y="391609"/>
                  </a:lnTo>
                  <a:lnTo>
                    <a:pt x="6895786" y="391609"/>
                  </a:lnTo>
                  <a:lnTo>
                    <a:pt x="6895931" y="391609"/>
                  </a:lnTo>
                  <a:lnTo>
                    <a:pt x="6896076" y="391609"/>
                  </a:lnTo>
                  <a:lnTo>
                    <a:pt x="6896222" y="391609"/>
                  </a:lnTo>
                  <a:lnTo>
                    <a:pt x="6896367" y="391609"/>
                  </a:lnTo>
                  <a:lnTo>
                    <a:pt x="6896513" y="391609"/>
                  </a:lnTo>
                  <a:lnTo>
                    <a:pt x="6896658" y="391609"/>
                  </a:lnTo>
                  <a:lnTo>
                    <a:pt x="6896804" y="391609"/>
                  </a:lnTo>
                  <a:lnTo>
                    <a:pt x="6896949" y="391609"/>
                  </a:lnTo>
                  <a:lnTo>
                    <a:pt x="6897094" y="391609"/>
                  </a:lnTo>
                  <a:lnTo>
                    <a:pt x="6897240" y="391609"/>
                  </a:lnTo>
                  <a:lnTo>
                    <a:pt x="6897385" y="391609"/>
                  </a:lnTo>
                  <a:lnTo>
                    <a:pt x="6897531" y="391609"/>
                  </a:lnTo>
                  <a:lnTo>
                    <a:pt x="6897676" y="391609"/>
                  </a:lnTo>
                  <a:lnTo>
                    <a:pt x="6897822" y="391609"/>
                  </a:lnTo>
                  <a:lnTo>
                    <a:pt x="6897967" y="391609"/>
                  </a:lnTo>
                  <a:lnTo>
                    <a:pt x="6898112" y="391609"/>
                  </a:lnTo>
                  <a:lnTo>
                    <a:pt x="6898258" y="391609"/>
                  </a:lnTo>
                  <a:lnTo>
                    <a:pt x="6898403" y="391609"/>
                  </a:lnTo>
                  <a:lnTo>
                    <a:pt x="6898403" y="390986"/>
                  </a:lnTo>
                  <a:lnTo>
                    <a:pt x="6898549" y="390986"/>
                  </a:lnTo>
                  <a:lnTo>
                    <a:pt x="6898694" y="390986"/>
                  </a:lnTo>
                  <a:lnTo>
                    <a:pt x="6898840" y="390986"/>
                  </a:lnTo>
                  <a:lnTo>
                    <a:pt x="6898840" y="390362"/>
                  </a:lnTo>
                  <a:lnTo>
                    <a:pt x="6898985" y="390362"/>
                  </a:lnTo>
                  <a:lnTo>
                    <a:pt x="6899130" y="390362"/>
                  </a:lnTo>
                  <a:lnTo>
                    <a:pt x="6899276" y="390362"/>
                  </a:lnTo>
                  <a:lnTo>
                    <a:pt x="6899421" y="390362"/>
                  </a:lnTo>
                  <a:lnTo>
                    <a:pt x="6899567" y="390362"/>
                  </a:lnTo>
                  <a:lnTo>
                    <a:pt x="6899712" y="390362"/>
                  </a:lnTo>
                  <a:lnTo>
                    <a:pt x="6899858" y="390362"/>
                  </a:lnTo>
                  <a:lnTo>
                    <a:pt x="6900003" y="390362"/>
                  </a:lnTo>
                  <a:lnTo>
                    <a:pt x="6900003" y="389738"/>
                  </a:lnTo>
                  <a:lnTo>
                    <a:pt x="6900003" y="389115"/>
                  </a:lnTo>
                  <a:lnTo>
                    <a:pt x="6900148" y="389115"/>
                  </a:lnTo>
                  <a:lnTo>
                    <a:pt x="6900294" y="389115"/>
                  </a:lnTo>
                  <a:lnTo>
                    <a:pt x="6900439" y="389115"/>
                  </a:lnTo>
                  <a:lnTo>
                    <a:pt x="6900585" y="389115"/>
                  </a:lnTo>
                  <a:lnTo>
                    <a:pt x="6900730" y="389115"/>
                  </a:lnTo>
                  <a:lnTo>
                    <a:pt x="6900875" y="389115"/>
                  </a:lnTo>
                  <a:lnTo>
                    <a:pt x="6901021" y="389115"/>
                  </a:lnTo>
                  <a:lnTo>
                    <a:pt x="6901166" y="389115"/>
                  </a:lnTo>
                  <a:lnTo>
                    <a:pt x="6901166" y="388491"/>
                  </a:lnTo>
                  <a:lnTo>
                    <a:pt x="6901312" y="388491"/>
                  </a:lnTo>
                  <a:lnTo>
                    <a:pt x="6901457" y="388491"/>
                  </a:lnTo>
                  <a:lnTo>
                    <a:pt x="6901603" y="388491"/>
                  </a:lnTo>
                  <a:lnTo>
                    <a:pt x="6901748" y="388491"/>
                  </a:lnTo>
                  <a:lnTo>
                    <a:pt x="6901893" y="388491"/>
                  </a:lnTo>
                  <a:lnTo>
                    <a:pt x="6902039" y="388491"/>
                  </a:lnTo>
                  <a:lnTo>
                    <a:pt x="6902184" y="388491"/>
                  </a:lnTo>
                  <a:lnTo>
                    <a:pt x="6902330" y="388491"/>
                  </a:lnTo>
                  <a:lnTo>
                    <a:pt x="6902475" y="388491"/>
                  </a:lnTo>
                  <a:lnTo>
                    <a:pt x="6902621" y="388491"/>
                  </a:lnTo>
                  <a:lnTo>
                    <a:pt x="6902621" y="387868"/>
                  </a:lnTo>
                  <a:lnTo>
                    <a:pt x="6902766" y="387868"/>
                  </a:lnTo>
                  <a:lnTo>
                    <a:pt x="6902911" y="387868"/>
                  </a:lnTo>
                  <a:lnTo>
                    <a:pt x="6903057" y="387868"/>
                  </a:lnTo>
                  <a:lnTo>
                    <a:pt x="6903202" y="387868"/>
                  </a:lnTo>
                  <a:lnTo>
                    <a:pt x="6903348" y="387868"/>
                  </a:lnTo>
                  <a:lnTo>
                    <a:pt x="6903493" y="387868"/>
                  </a:lnTo>
                  <a:lnTo>
                    <a:pt x="6903639" y="387868"/>
                  </a:lnTo>
                  <a:lnTo>
                    <a:pt x="6903784" y="387868"/>
                  </a:lnTo>
                  <a:lnTo>
                    <a:pt x="6903929" y="387868"/>
                  </a:lnTo>
                  <a:lnTo>
                    <a:pt x="6903929" y="387244"/>
                  </a:lnTo>
                  <a:lnTo>
                    <a:pt x="6904075" y="387244"/>
                  </a:lnTo>
                  <a:lnTo>
                    <a:pt x="6904220" y="387244"/>
                  </a:lnTo>
                  <a:lnTo>
                    <a:pt x="6904366" y="387244"/>
                  </a:lnTo>
                  <a:lnTo>
                    <a:pt x="6904511" y="387244"/>
                  </a:lnTo>
                  <a:lnTo>
                    <a:pt x="6904657" y="387244"/>
                  </a:lnTo>
                  <a:lnTo>
                    <a:pt x="6904802" y="387244"/>
                  </a:lnTo>
                  <a:lnTo>
                    <a:pt x="6904947" y="387244"/>
                  </a:lnTo>
                  <a:lnTo>
                    <a:pt x="6905093" y="387244"/>
                  </a:lnTo>
                  <a:lnTo>
                    <a:pt x="6905238" y="387244"/>
                  </a:lnTo>
                  <a:lnTo>
                    <a:pt x="6905384" y="387244"/>
                  </a:lnTo>
                  <a:lnTo>
                    <a:pt x="6905529" y="387244"/>
                  </a:lnTo>
                  <a:lnTo>
                    <a:pt x="6905675" y="387244"/>
                  </a:lnTo>
                  <a:lnTo>
                    <a:pt x="6905820" y="387244"/>
                  </a:lnTo>
                  <a:lnTo>
                    <a:pt x="6905965" y="387244"/>
                  </a:lnTo>
                  <a:lnTo>
                    <a:pt x="6906111" y="387244"/>
                  </a:lnTo>
                  <a:lnTo>
                    <a:pt x="6906256" y="387244"/>
                  </a:lnTo>
                  <a:lnTo>
                    <a:pt x="6906402" y="387244"/>
                  </a:lnTo>
                  <a:lnTo>
                    <a:pt x="6906547" y="387244"/>
                  </a:lnTo>
                  <a:lnTo>
                    <a:pt x="6906693" y="387244"/>
                  </a:lnTo>
                  <a:lnTo>
                    <a:pt x="6906838" y="387244"/>
                  </a:lnTo>
                  <a:lnTo>
                    <a:pt x="6906983" y="387244"/>
                  </a:lnTo>
                  <a:lnTo>
                    <a:pt x="6907129" y="387244"/>
                  </a:lnTo>
                  <a:lnTo>
                    <a:pt x="6907274" y="387244"/>
                  </a:lnTo>
                  <a:lnTo>
                    <a:pt x="6907274" y="386621"/>
                  </a:lnTo>
                  <a:lnTo>
                    <a:pt x="6907420" y="386621"/>
                  </a:lnTo>
                  <a:lnTo>
                    <a:pt x="6907565" y="386621"/>
                  </a:lnTo>
                  <a:lnTo>
                    <a:pt x="6907710" y="386621"/>
                  </a:lnTo>
                  <a:lnTo>
                    <a:pt x="6907710" y="385997"/>
                  </a:lnTo>
                  <a:lnTo>
                    <a:pt x="6907856" y="385997"/>
                  </a:lnTo>
                  <a:lnTo>
                    <a:pt x="6908001" y="385997"/>
                  </a:lnTo>
                  <a:lnTo>
                    <a:pt x="6908147" y="385997"/>
                  </a:lnTo>
                  <a:lnTo>
                    <a:pt x="6908292" y="385997"/>
                  </a:lnTo>
                  <a:lnTo>
                    <a:pt x="6908438" y="385997"/>
                  </a:lnTo>
                  <a:lnTo>
                    <a:pt x="6908583" y="385997"/>
                  </a:lnTo>
                  <a:lnTo>
                    <a:pt x="6908728" y="385997"/>
                  </a:lnTo>
                  <a:lnTo>
                    <a:pt x="6908874" y="385997"/>
                  </a:lnTo>
                  <a:lnTo>
                    <a:pt x="6909019" y="385997"/>
                  </a:lnTo>
                  <a:lnTo>
                    <a:pt x="6909165" y="385997"/>
                  </a:lnTo>
                  <a:lnTo>
                    <a:pt x="6909310" y="385997"/>
                  </a:lnTo>
                  <a:lnTo>
                    <a:pt x="6909456" y="385997"/>
                  </a:lnTo>
                  <a:lnTo>
                    <a:pt x="6909601" y="385997"/>
                  </a:lnTo>
                  <a:lnTo>
                    <a:pt x="6909746" y="385997"/>
                  </a:lnTo>
                  <a:lnTo>
                    <a:pt x="6909892" y="385997"/>
                  </a:lnTo>
                  <a:lnTo>
                    <a:pt x="6910037" y="385997"/>
                  </a:lnTo>
                  <a:lnTo>
                    <a:pt x="6910183" y="385997"/>
                  </a:lnTo>
                  <a:lnTo>
                    <a:pt x="6910328" y="385997"/>
                  </a:lnTo>
                  <a:lnTo>
                    <a:pt x="6910474" y="385997"/>
                  </a:lnTo>
                  <a:lnTo>
                    <a:pt x="6910619" y="385997"/>
                  </a:lnTo>
                  <a:lnTo>
                    <a:pt x="6910764" y="385997"/>
                  </a:lnTo>
                  <a:lnTo>
                    <a:pt x="6910910" y="385997"/>
                  </a:lnTo>
                  <a:lnTo>
                    <a:pt x="6911055" y="385997"/>
                  </a:lnTo>
                  <a:lnTo>
                    <a:pt x="6911201" y="385997"/>
                  </a:lnTo>
                  <a:lnTo>
                    <a:pt x="6911346" y="385997"/>
                  </a:lnTo>
                  <a:lnTo>
                    <a:pt x="6911492" y="385997"/>
                  </a:lnTo>
                  <a:lnTo>
                    <a:pt x="6911637" y="385997"/>
                  </a:lnTo>
                  <a:lnTo>
                    <a:pt x="6911782" y="385997"/>
                  </a:lnTo>
                  <a:lnTo>
                    <a:pt x="6911928" y="385997"/>
                  </a:lnTo>
                  <a:lnTo>
                    <a:pt x="6912073" y="385997"/>
                  </a:lnTo>
                  <a:lnTo>
                    <a:pt x="6912219" y="385997"/>
                  </a:lnTo>
                  <a:lnTo>
                    <a:pt x="6912364" y="385997"/>
                  </a:lnTo>
                  <a:lnTo>
                    <a:pt x="6912510" y="385997"/>
                  </a:lnTo>
                  <a:lnTo>
                    <a:pt x="6912655" y="385997"/>
                  </a:lnTo>
                  <a:lnTo>
                    <a:pt x="6912800" y="385997"/>
                  </a:lnTo>
                  <a:lnTo>
                    <a:pt x="6912946" y="385997"/>
                  </a:lnTo>
                  <a:lnTo>
                    <a:pt x="6913091" y="385997"/>
                  </a:lnTo>
                  <a:lnTo>
                    <a:pt x="6913237" y="385997"/>
                  </a:lnTo>
                  <a:lnTo>
                    <a:pt x="6913382" y="385997"/>
                  </a:lnTo>
                  <a:lnTo>
                    <a:pt x="6913528" y="385997"/>
                  </a:lnTo>
                  <a:lnTo>
                    <a:pt x="6913673" y="385997"/>
                  </a:lnTo>
                  <a:lnTo>
                    <a:pt x="6913818" y="385997"/>
                  </a:lnTo>
                  <a:lnTo>
                    <a:pt x="6913964" y="385997"/>
                  </a:lnTo>
                  <a:lnTo>
                    <a:pt x="6914109" y="385997"/>
                  </a:lnTo>
                  <a:lnTo>
                    <a:pt x="6914255" y="385997"/>
                  </a:lnTo>
                  <a:lnTo>
                    <a:pt x="6914400" y="385997"/>
                  </a:lnTo>
                  <a:lnTo>
                    <a:pt x="6914545" y="385997"/>
                  </a:lnTo>
                  <a:lnTo>
                    <a:pt x="6914691" y="385997"/>
                  </a:lnTo>
                  <a:lnTo>
                    <a:pt x="6914836" y="385997"/>
                  </a:lnTo>
                  <a:lnTo>
                    <a:pt x="6914982" y="385997"/>
                  </a:lnTo>
                  <a:lnTo>
                    <a:pt x="6915127" y="385997"/>
                  </a:lnTo>
                  <a:lnTo>
                    <a:pt x="6915273" y="385997"/>
                  </a:lnTo>
                  <a:lnTo>
                    <a:pt x="6915418" y="385997"/>
                  </a:lnTo>
                  <a:lnTo>
                    <a:pt x="6915563" y="385997"/>
                  </a:lnTo>
                  <a:lnTo>
                    <a:pt x="6915709" y="385997"/>
                  </a:lnTo>
                  <a:lnTo>
                    <a:pt x="6915854" y="385997"/>
                  </a:lnTo>
                  <a:lnTo>
                    <a:pt x="6916000" y="385997"/>
                  </a:lnTo>
                  <a:lnTo>
                    <a:pt x="6916145" y="385997"/>
                  </a:lnTo>
                  <a:lnTo>
                    <a:pt x="6916291" y="385997"/>
                  </a:lnTo>
                  <a:lnTo>
                    <a:pt x="6916436" y="385997"/>
                  </a:lnTo>
                  <a:lnTo>
                    <a:pt x="6916581" y="385997"/>
                  </a:lnTo>
                  <a:lnTo>
                    <a:pt x="6916727" y="385997"/>
                  </a:lnTo>
                  <a:lnTo>
                    <a:pt x="6916872" y="385997"/>
                  </a:lnTo>
                  <a:lnTo>
                    <a:pt x="6916872" y="385373"/>
                  </a:lnTo>
                  <a:lnTo>
                    <a:pt x="6917018" y="385373"/>
                  </a:lnTo>
                  <a:lnTo>
                    <a:pt x="6917163" y="385373"/>
                  </a:lnTo>
                  <a:lnTo>
                    <a:pt x="6917309" y="385373"/>
                  </a:lnTo>
                  <a:lnTo>
                    <a:pt x="6917454" y="385373"/>
                  </a:lnTo>
                  <a:lnTo>
                    <a:pt x="6917599" y="385373"/>
                  </a:lnTo>
                  <a:lnTo>
                    <a:pt x="6917745" y="385373"/>
                  </a:lnTo>
                  <a:lnTo>
                    <a:pt x="6917745" y="384750"/>
                  </a:lnTo>
                  <a:lnTo>
                    <a:pt x="6917890" y="384750"/>
                  </a:lnTo>
                  <a:lnTo>
                    <a:pt x="6918036" y="384750"/>
                  </a:lnTo>
                  <a:lnTo>
                    <a:pt x="6918181" y="384750"/>
                  </a:lnTo>
                  <a:lnTo>
                    <a:pt x="6918327" y="384750"/>
                  </a:lnTo>
                  <a:lnTo>
                    <a:pt x="6918472" y="384750"/>
                  </a:lnTo>
                  <a:lnTo>
                    <a:pt x="6918617" y="384750"/>
                  </a:lnTo>
                  <a:lnTo>
                    <a:pt x="6918763" y="384750"/>
                  </a:lnTo>
                  <a:lnTo>
                    <a:pt x="6918908" y="384750"/>
                  </a:lnTo>
                  <a:lnTo>
                    <a:pt x="6919054" y="384750"/>
                  </a:lnTo>
                  <a:lnTo>
                    <a:pt x="6919199" y="384750"/>
                  </a:lnTo>
                  <a:lnTo>
                    <a:pt x="6919345" y="384750"/>
                  </a:lnTo>
                  <a:lnTo>
                    <a:pt x="6919490" y="384750"/>
                  </a:lnTo>
                  <a:lnTo>
                    <a:pt x="6919635" y="384750"/>
                  </a:lnTo>
                  <a:lnTo>
                    <a:pt x="6919781" y="384750"/>
                  </a:lnTo>
                  <a:lnTo>
                    <a:pt x="6919926" y="384750"/>
                  </a:lnTo>
                  <a:lnTo>
                    <a:pt x="6920072" y="384750"/>
                  </a:lnTo>
                  <a:lnTo>
                    <a:pt x="6920217" y="384750"/>
                  </a:lnTo>
                  <a:lnTo>
                    <a:pt x="6920217" y="384126"/>
                  </a:lnTo>
                  <a:lnTo>
                    <a:pt x="6920363" y="384126"/>
                  </a:lnTo>
                  <a:lnTo>
                    <a:pt x="6920508" y="384126"/>
                  </a:lnTo>
                  <a:lnTo>
                    <a:pt x="6920653" y="384126"/>
                  </a:lnTo>
                  <a:lnTo>
                    <a:pt x="6920653" y="383503"/>
                  </a:lnTo>
                  <a:lnTo>
                    <a:pt x="6920799" y="383503"/>
                  </a:lnTo>
                  <a:lnTo>
                    <a:pt x="6920944" y="383503"/>
                  </a:lnTo>
                  <a:lnTo>
                    <a:pt x="6921090" y="383503"/>
                  </a:lnTo>
                  <a:lnTo>
                    <a:pt x="6921235" y="383503"/>
                  </a:lnTo>
                  <a:lnTo>
                    <a:pt x="6921380" y="383503"/>
                  </a:lnTo>
                  <a:lnTo>
                    <a:pt x="6921526" y="383503"/>
                  </a:lnTo>
                  <a:lnTo>
                    <a:pt x="6921671" y="383503"/>
                  </a:lnTo>
                  <a:lnTo>
                    <a:pt x="6921817" y="383503"/>
                  </a:lnTo>
                  <a:lnTo>
                    <a:pt x="6921962" y="383503"/>
                  </a:lnTo>
                  <a:lnTo>
                    <a:pt x="6922108" y="383503"/>
                  </a:lnTo>
                  <a:lnTo>
                    <a:pt x="6922108" y="382879"/>
                  </a:lnTo>
                  <a:lnTo>
                    <a:pt x="6922253" y="382879"/>
                  </a:lnTo>
                  <a:lnTo>
                    <a:pt x="6922398" y="382879"/>
                  </a:lnTo>
                  <a:lnTo>
                    <a:pt x="6922544" y="382879"/>
                  </a:lnTo>
                  <a:lnTo>
                    <a:pt x="6922689" y="382879"/>
                  </a:lnTo>
                  <a:lnTo>
                    <a:pt x="6922835" y="382879"/>
                  </a:lnTo>
                  <a:lnTo>
                    <a:pt x="6922980" y="382879"/>
                  </a:lnTo>
                  <a:lnTo>
                    <a:pt x="6923126" y="382879"/>
                  </a:lnTo>
                  <a:lnTo>
                    <a:pt x="6923271" y="382879"/>
                  </a:lnTo>
                  <a:lnTo>
                    <a:pt x="6923416" y="382879"/>
                  </a:lnTo>
                  <a:lnTo>
                    <a:pt x="6923562" y="382879"/>
                  </a:lnTo>
                  <a:lnTo>
                    <a:pt x="6923707" y="382879"/>
                  </a:lnTo>
                  <a:lnTo>
                    <a:pt x="6923853" y="382879"/>
                  </a:lnTo>
                  <a:lnTo>
                    <a:pt x="6923998" y="382879"/>
                  </a:lnTo>
                  <a:lnTo>
                    <a:pt x="6924144" y="382879"/>
                  </a:lnTo>
                  <a:lnTo>
                    <a:pt x="6924289" y="382879"/>
                  </a:lnTo>
                  <a:lnTo>
                    <a:pt x="6924434" y="382879"/>
                  </a:lnTo>
                  <a:lnTo>
                    <a:pt x="6924580" y="382879"/>
                  </a:lnTo>
                  <a:lnTo>
                    <a:pt x="6924725" y="382879"/>
                  </a:lnTo>
                  <a:lnTo>
                    <a:pt x="6924871" y="382879"/>
                  </a:lnTo>
                  <a:lnTo>
                    <a:pt x="6925016" y="382879"/>
                  </a:lnTo>
                  <a:lnTo>
                    <a:pt x="6925016" y="382255"/>
                  </a:lnTo>
                  <a:lnTo>
                    <a:pt x="6925016" y="381632"/>
                  </a:lnTo>
                  <a:lnTo>
                    <a:pt x="6925162" y="381632"/>
                  </a:lnTo>
                  <a:lnTo>
                    <a:pt x="6925307" y="381632"/>
                  </a:lnTo>
                  <a:lnTo>
                    <a:pt x="6925452" y="381632"/>
                  </a:lnTo>
                  <a:lnTo>
                    <a:pt x="6925598" y="381632"/>
                  </a:lnTo>
                  <a:lnTo>
                    <a:pt x="6925598" y="381008"/>
                  </a:lnTo>
                  <a:lnTo>
                    <a:pt x="6925743" y="381008"/>
                  </a:lnTo>
                  <a:lnTo>
                    <a:pt x="6925743" y="380385"/>
                  </a:lnTo>
                  <a:lnTo>
                    <a:pt x="6925889" y="380385"/>
                  </a:lnTo>
                  <a:lnTo>
                    <a:pt x="6926034" y="380385"/>
                  </a:lnTo>
                  <a:lnTo>
                    <a:pt x="6926034" y="379761"/>
                  </a:lnTo>
                  <a:lnTo>
                    <a:pt x="6926180" y="379761"/>
                  </a:lnTo>
                  <a:lnTo>
                    <a:pt x="6926325" y="379761"/>
                  </a:lnTo>
                  <a:lnTo>
                    <a:pt x="6926470" y="379761"/>
                  </a:lnTo>
                  <a:lnTo>
                    <a:pt x="6926616" y="379761"/>
                  </a:lnTo>
                  <a:lnTo>
                    <a:pt x="6926761" y="379761"/>
                  </a:lnTo>
                  <a:lnTo>
                    <a:pt x="6926907" y="379761"/>
                  </a:lnTo>
                  <a:lnTo>
                    <a:pt x="6927052" y="379761"/>
                  </a:lnTo>
                  <a:lnTo>
                    <a:pt x="6927197" y="379761"/>
                  </a:lnTo>
                  <a:lnTo>
                    <a:pt x="6927343" y="379761"/>
                  </a:lnTo>
                  <a:lnTo>
                    <a:pt x="6927488" y="379761"/>
                  </a:lnTo>
                  <a:lnTo>
                    <a:pt x="6927634" y="379761"/>
                  </a:lnTo>
                  <a:lnTo>
                    <a:pt x="6927779" y="379761"/>
                  </a:lnTo>
                  <a:lnTo>
                    <a:pt x="6927925" y="379761"/>
                  </a:lnTo>
                  <a:lnTo>
                    <a:pt x="6928070" y="379761"/>
                  </a:lnTo>
                  <a:lnTo>
                    <a:pt x="6928215" y="379761"/>
                  </a:lnTo>
                  <a:lnTo>
                    <a:pt x="6928361" y="379761"/>
                  </a:lnTo>
                  <a:lnTo>
                    <a:pt x="6928506" y="379761"/>
                  </a:lnTo>
                  <a:lnTo>
                    <a:pt x="6928506" y="379138"/>
                  </a:lnTo>
                  <a:lnTo>
                    <a:pt x="6928652" y="379138"/>
                  </a:lnTo>
                  <a:lnTo>
                    <a:pt x="6928797" y="379138"/>
                  </a:lnTo>
                  <a:lnTo>
                    <a:pt x="6928943" y="379138"/>
                  </a:lnTo>
                  <a:lnTo>
                    <a:pt x="6929088" y="379138"/>
                  </a:lnTo>
                  <a:lnTo>
                    <a:pt x="6929233" y="379138"/>
                  </a:lnTo>
                  <a:lnTo>
                    <a:pt x="6929379" y="379138"/>
                  </a:lnTo>
                  <a:lnTo>
                    <a:pt x="6929524" y="379138"/>
                  </a:lnTo>
                  <a:lnTo>
                    <a:pt x="6929670" y="379138"/>
                  </a:lnTo>
                  <a:lnTo>
                    <a:pt x="6929815" y="379138"/>
                  </a:lnTo>
                  <a:lnTo>
                    <a:pt x="6929961" y="379138"/>
                  </a:lnTo>
                  <a:lnTo>
                    <a:pt x="6930106" y="379138"/>
                  </a:lnTo>
                  <a:lnTo>
                    <a:pt x="6930251" y="379138"/>
                  </a:lnTo>
                  <a:lnTo>
                    <a:pt x="6930397" y="379138"/>
                  </a:lnTo>
                  <a:lnTo>
                    <a:pt x="6930542" y="379138"/>
                  </a:lnTo>
                  <a:lnTo>
                    <a:pt x="6930688" y="379138"/>
                  </a:lnTo>
                  <a:lnTo>
                    <a:pt x="6930833" y="379138"/>
                  </a:lnTo>
                  <a:lnTo>
                    <a:pt x="6930979" y="379138"/>
                  </a:lnTo>
                  <a:lnTo>
                    <a:pt x="6931124" y="379138"/>
                  </a:lnTo>
                  <a:lnTo>
                    <a:pt x="6931269" y="379138"/>
                  </a:lnTo>
                  <a:lnTo>
                    <a:pt x="6931415" y="379138"/>
                  </a:lnTo>
                  <a:lnTo>
                    <a:pt x="6931560" y="379138"/>
                  </a:lnTo>
                  <a:lnTo>
                    <a:pt x="6931706" y="379138"/>
                  </a:lnTo>
                  <a:lnTo>
                    <a:pt x="6931851" y="379138"/>
                  </a:lnTo>
                  <a:lnTo>
                    <a:pt x="6931997" y="379138"/>
                  </a:lnTo>
                  <a:lnTo>
                    <a:pt x="6932142" y="379138"/>
                  </a:lnTo>
                  <a:lnTo>
                    <a:pt x="6932287" y="379138"/>
                  </a:lnTo>
                  <a:lnTo>
                    <a:pt x="6932433" y="379138"/>
                  </a:lnTo>
                  <a:lnTo>
                    <a:pt x="6932578" y="379138"/>
                  </a:lnTo>
                  <a:lnTo>
                    <a:pt x="6932724" y="379138"/>
                  </a:lnTo>
                  <a:lnTo>
                    <a:pt x="6932869" y="379138"/>
                  </a:lnTo>
                  <a:lnTo>
                    <a:pt x="6933015" y="379138"/>
                  </a:lnTo>
                  <a:lnTo>
                    <a:pt x="6933160" y="379138"/>
                  </a:lnTo>
                  <a:lnTo>
                    <a:pt x="6933305" y="379138"/>
                  </a:lnTo>
                  <a:lnTo>
                    <a:pt x="6933451" y="379138"/>
                  </a:lnTo>
                  <a:lnTo>
                    <a:pt x="6933596" y="379138"/>
                  </a:lnTo>
                  <a:lnTo>
                    <a:pt x="6933596" y="378514"/>
                  </a:lnTo>
                  <a:lnTo>
                    <a:pt x="6933742" y="378514"/>
                  </a:lnTo>
                  <a:lnTo>
                    <a:pt x="6933887" y="378514"/>
                  </a:lnTo>
                  <a:lnTo>
                    <a:pt x="6933887" y="377890"/>
                  </a:lnTo>
                  <a:lnTo>
                    <a:pt x="6933887" y="377267"/>
                  </a:lnTo>
                  <a:lnTo>
                    <a:pt x="6934032" y="377267"/>
                  </a:lnTo>
                  <a:lnTo>
                    <a:pt x="6934178" y="377267"/>
                  </a:lnTo>
                  <a:lnTo>
                    <a:pt x="6934323" y="377267"/>
                  </a:lnTo>
                  <a:lnTo>
                    <a:pt x="6934469" y="377267"/>
                  </a:lnTo>
                  <a:lnTo>
                    <a:pt x="6934614" y="377267"/>
                  </a:lnTo>
                  <a:lnTo>
                    <a:pt x="6934760" y="377267"/>
                  </a:lnTo>
                  <a:lnTo>
                    <a:pt x="6934905" y="377267"/>
                  </a:lnTo>
                  <a:lnTo>
                    <a:pt x="6935050" y="377267"/>
                  </a:lnTo>
                  <a:lnTo>
                    <a:pt x="6935050" y="376643"/>
                  </a:lnTo>
                  <a:lnTo>
                    <a:pt x="6935196" y="376643"/>
                  </a:lnTo>
                  <a:lnTo>
                    <a:pt x="6935341" y="376643"/>
                  </a:lnTo>
                  <a:lnTo>
                    <a:pt x="6935487" y="376643"/>
                  </a:lnTo>
                  <a:lnTo>
                    <a:pt x="6935632" y="376643"/>
                  </a:lnTo>
                  <a:lnTo>
                    <a:pt x="6935778" y="376643"/>
                  </a:lnTo>
                  <a:lnTo>
                    <a:pt x="6935923" y="376643"/>
                  </a:lnTo>
                  <a:lnTo>
                    <a:pt x="6936068" y="376643"/>
                  </a:lnTo>
                  <a:lnTo>
                    <a:pt x="6936214" y="376643"/>
                  </a:lnTo>
                  <a:lnTo>
                    <a:pt x="6936359" y="376643"/>
                  </a:lnTo>
                  <a:lnTo>
                    <a:pt x="6936505" y="376643"/>
                  </a:lnTo>
                  <a:lnTo>
                    <a:pt x="6936650" y="376643"/>
                  </a:lnTo>
                  <a:lnTo>
                    <a:pt x="6936796" y="376643"/>
                  </a:lnTo>
                  <a:lnTo>
                    <a:pt x="6936941" y="376643"/>
                  </a:lnTo>
                  <a:lnTo>
                    <a:pt x="6937086" y="376643"/>
                  </a:lnTo>
                  <a:lnTo>
                    <a:pt x="6937232" y="376643"/>
                  </a:lnTo>
                  <a:lnTo>
                    <a:pt x="6937377" y="376643"/>
                  </a:lnTo>
                  <a:lnTo>
                    <a:pt x="6937377" y="376020"/>
                  </a:lnTo>
                  <a:lnTo>
                    <a:pt x="6937523" y="376020"/>
                  </a:lnTo>
                  <a:lnTo>
                    <a:pt x="6937668" y="376020"/>
                  </a:lnTo>
                  <a:lnTo>
                    <a:pt x="6937668" y="375396"/>
                  </a:lnTo>
                  <a:lnTo>
                    <a:pt x="6937814" y="375396"/>
                  </a:lnTo>
                  <a:lnTo>
                    <a:pt x="6937959" y="375396"/>
                  </a:lnTo>
                  <a:lnTo>
                    <a:pt x="6938104" y="375396"/>
                  </a:lnTo>
                  <a:lnTo>
                    <a:pt x="6938250" y="375396"/>
                  </a:lnTo>
                  <a:lnTo>
                    <a:pt x="6938395" y="375396"/>
                  </a:lnTo>
                  <a:lnTo>
                    <a:pt x="6938541" y="375396"/>
                  </a:lnTo>
                  <a:lnTo>
                    <a:pt x="6938686" y="375396"/>
                  </a:lnTo>
                  <a:lnTo>
                    <a:pt x="6938832" y="375396"/>
                  </a:lnTo>
                  <a:lnTo>
                    <a:pt x="6938977" y="375396"/>
                  </a:lnTo>
                  <a:lnTo>
                    <a:pt x="6939122" y="375396"/>
                  </a:lnTo>
                  <a:lnTo>
                    <a:pt x="6939268" y="375396"/>
                  </a:lnTo>
                  <a:lnTo>
                    <a:pt x="6939413" y="375396"/>
                  </a:lnTo>
                  <a:lnTo>
                    <a:pt x="6939559" y="375396"/>
                  </a:lnTo>
                  <a:lnTo>
                    <a:pt x="6939704" y="375396"/>
                  </a:lnTo>
                  <a:lnTo>
                    <a:pt x="6939850" y="375396"/>
                  </a:lnTo>
                  <a:lnTo>
                    <a:pt x="6939995" y="375396"/>
                  </a:lnTo>
                  <a:lnTo>
                    <a:pt x="6940140" y="375396"/>
                  </a:lnTo>
                  <a:lnTo>
                    <a:pt x="6940286" y="375396"/>
                  </a:lnTo>
                  <a:lnTo>
                    <a:pt x="6940431" y="375396"/>
                  </a:lnTo>
                  <a:lnTo>
                    <a:pt x="6940577" y="375396"/>
                  </a:lnTo>
                  <a:lnTo>
                    <a:pt x="6940722" y="375396"/>
                  </a:lnTo>
                  <a:lnTo>
                    <a:pt x="6940867" y="375396"/>
                  </a:lnTo>
                  <a:lnTo>
                    <a:pt x="6941013" y="375396"/>
                  </a:lnTo>
                  <a:lnTo>
                    <a:pt x="6941158" y="375396"/>
                  </a:lnTo>
                  <a:lnTo>
                    <a:pt x="6941304" y="375396"/>
                  </a:lnTo>
                  <a:lnTo>
                    <a:pt x="6941449" y="375396"/>
                  </a:lnTo>
                  <a:lnTo>
                    <a:pt x="6941595" y="375396"/>
                  </a:lnTo>
                  <a:lnTo>
                    <a:pt x="6941740" y="375396"/>
                  </a:lnTo>
                  <a:lnTo>
                    <a:pt x="6941885" y="375396"/>
                  </a:lnTo>
                  <a:lnTo>
                    <a:pt x="6942031" y="375396"/>
                  </a:lnTo>
                  <a:lnTo>
                    <a:pt x="6942176" y="375396"/>
                  </a:lnTo>
                  <a:lnTo>
                    <a:pt x="6942322" y="375396"/>
                  </a:lnTo>
                  <a:lnTo>
                    <a:pt x="6942467" y="375396"/>
                  </a:lnTo>
                  <a:lnTo>
                    <a:pt x="6942613" y="375396"/>
                  </a:lnTo>
                  <a:lnTo>
                    <a:pt x="6942758" y="375396"/>
                  </a:lnTo>
                  <a:lnTo>
                    <a:pt x="6942903" y="375396"/>
                  </a:lnTo>
                  <a:lnTo>
                    <a:pt x="6943049" y="375396"/>
                  </a:lnTo>
                  <a:lnTo>
                    <a:pt x="6943194" y="375396"/>
                  </a:lnTo>
                  <a:lnTo>
                    <a:pt x="6943340" y="375396"/>
                  </a:lnTo>
                  <a:lnTo>
                    <a:pt x="6943485" y="375396"/>
                  </a:lnTo>
                  <a:lnTo>
                    <a:pt x="6943631" y="375396"/>
                  </a:lnTo>
                  <a:lnTo>
                    <a:pt x="6943776" y="375396"/>
                  </a:lnTo>
                  <a:lnTo>
                    <a:pt x="6943921" y="375396"/>
                  </a:lnTo>
                  <a:lnTo>
                    <a:pt x="6944067" y="375396"/>
                  </a:lnTo>
                  <a:lnTo>
                    <a:pt x="6944212" y="375396"/>
                  </a:lnTo>
                  <a:lnTo>
                    <a:pt x="6944358" y="375396"/>
                  </a:lnTo>
                  <a:lnTo>
                    <a:pt x="6944503" y="375396"/>
                  </a:lnTo>
                  <a:lnTo>
                    <a:pt x="6944649" y="375396"/>
                  </a:lnTo>
                  <a:lnTo>
                    <a:pt x="6944649" y="374772"/>
                  </a:lnTo>
                  <a:lnTo>
                    <a:pt x="6944794" y="374772"/>
                  </a:lnTo>
                  <a:lnTo>
                    <a:pt x="6944939" y="374772"/>
                  </a:lnTo>
                  <a:lnTo>
                    <a:pt x="6945085" y="374772"/>
                  </a:lnTo>
                  <a:lnTo>
                    <a:pt x="6945230" y="374772"/>
                  </a:lnTo>
                  <a:lnTo>
                    <a:pt x="6945376" y="374772"/>
                  </a:lnTo>
                  <a:lnTo>
                    <a:pt x="6945521" y="374772"/>
                  </a:lnTo>
                  <a:lnTo>
                    <a:pt x="6945667" y="374772"/>
                  </a:lnTo>
                  <a:lnTo>
                    <a:pt x="6945812" y="374772"/>
                  </a:lnTo>
                  <a:lnTo>
                    <a:pt x="6945957" y="374772"/>
                  </a:lnTo>
                  <a:lnTo>
                    <a:pt x="6946103" y="374772"/>
                  </a:lnTo>
                  <a:lnTo>
                    <a:pt x="6946248" y="374772"/>
                  </a:lnTo>
                  <a:lnTo>
                    <a:pt x="6946394" y="374772"/>
                  </a:lnTo>
                  <a:lnTo>
                    <a:pt x="6946539" y="374772"/>
                  </a:lnTo>
                  <a:lnTo>
                    <a:pt x="6946685" y="374772"/>
                  </a:lnTo>
                  <a:lnTo>
                    <a:pt x="6946830" y="374772"/>
                  </a:lnTo>
                  <a:lnTo>
                    <a:pt x="6946975" y="374772"/>
                  </a:lnTo>
                  <a:lnTo>
                    <a:pt x="6947121" y="374772"/>
                  </a:lnTo>
                  <a:lnTo>
                    <a:pt x="6947266" y="374772"/>
                  </a:lnTo>
                  <a:lnTo>
                    <a:pt x="6947412" y="374772"/>
                  </a:lnTo>
                  <a:lnTo>
                    <a:pt x="6947557" y="374772"/>
                  </a:lnTo>
                  <a:lnTo>
                    <a:pt x="6947702" y="374772"/>
                  </a:lnTo>
                  <a:lnTo>
                    <a:pt x="6947848" y="374772"/>
                  </a:lnTo>
                  <a:lnTo>
                    <a:pt x="6947993" y="374772"/>
                  </a:lnTo>
                  <a:lnTo>
                    <a:pt x="6947993" y="374149"/>
                  </a:lnTo>
                  <a:lnTo>
                    <a:pt x="6948139" y="374149"/>
                  </a:lnTo>
                  <a:lnTo>
                    <a:pt x="6948284" y="374149"/>
                  </a:lnTo>
                  <a:lnTo>
                    <a:pt x="6948430" y="374149"/>
                  </a:lnTo>
                  <a:lnTo>
                    <a:pt x="6948575" y="374149"/>
                  </a:lnTo>
                  <a:lnTo>
                    <a:pt x="6948575" y="373525"/>
                  </a:lnTo>
                  <a:lnTo>
                    <a:pt x="6948720" y="373525"/>
                  </a:lnTo>
                  <a:lnTo>
                    <a:pt x="6948866" y="373525"/>
                  </a:lnTo>
                  <a:lnTo>
                    <a:pt x="6949011" y="373525"/>
                  </a:lnTo>
                  <a:lnTo>
                    <a:pt x="6949157" y="373525"/>
                  </a:lnTo>
                  <a:lnTo>
                    <a:pt x="6949302" y="373525"/>
                  </a:lnTo>
                  <a:lnTo>
                    <a:pt x="6949448" y="373525"/>
                  </a:lnTo>
                  <a:lnTo>
                    <a:pt x="6949593" y="373525"/>
                  </a:lnTo>
                  <a:lnTo>
                    <a:pt x="6949738" y="373525"/>
                  </a:lnTo>
                  <a:lnTo>
                    <a:pt x="6949884" y="373525"/>
                  </a:lnTo>
                  <a:lnTo>
                    <a:pt x="6950029" y="373525"/>
                  </a:lnTo>
                  <a:lnTo>
                    <a:pt x="6950175" y="373525"/>
                  </a:lnTo>
                  <a:lnTo>
                    <a:pt x="6950320" y="373525"/>
                  </a:lnTo>
                  <a:lnTo>
                    <a:pt x="6950466" y="373525"/>
                  </a:lnTo>
                  <a:lnTo>
                    <a:pt x="6950611" y="373525"/>
                  </a:lnTo>
                  <a:lnTo>
                    <a:pt x="6950756" y="373525"/>
                  </a:lnTo>
                  <a:lnTo>
                    <a:pt x="6950902" y="373525"/>
                  </a:lnTo>
                  <a:lnTo>
                    <a:pt x="6951047" y="373525"/>
                  </a:lnTo>
                  <a:lnTo>
                    <a:pt x="6951047" y="372902"/>
                  </a:lnTo>
                  <a:lnTo>
                    <a:pt x="6951193" y="372902"/>
                  </a:lnTo>
                  <a:lnTo>
                    <a:pt x="6951338" y="372902"/>
                  </a:lnTo>
                  <a:lnTo>
                    <a:pt x="6951484" y="372902"/>
                  </a:lnTo>
                  <a:lnTo>
                    <a:pt x="6951629" y="372902"/>
                  </a:lnTo>
                  <a:lnTo>
                    <a:pt x="6951774" y="372902"/>
                  </a:lnTo>
                  <a:lnTo>
                    <a:pt x="6951920" y="372902"/>
                  </a:lnTo>
                  <a:lnTo>
                    <a:pt x="6952065" y="372902"/>
                  </a:lnTo>
                  <a:lnTo>
                    <a:pt x="6952211" y="372902"/>
                  </a:lnTo>
                  <a:lnTo>
                    <a:pt x="6952211" y="372278"/>
                  </a:lnTo>
                  <a:lnTo>
                    <a:pt x="6952356" y="372278"/>
                  </a:lnTo>
                  <a:lnTo>
                    <a:pt x="6952502" y="372278"/>
                  </a:lnTo>
                  <a:lnTo>
                    <a:pt x="6952647" y="372278"/>
                  </a:lnTo>
                  <a:lnTo>
                    <a:pt x="6952792" y="372278"/>
                  </a:lnTo>
                  <a:lnTo>
                    <a:pt x="6952938" y="372278"/>
                  </a:lnTo>
                  <a:lnTo>
                    <a:pt x="6953083" y="372278"/>
                  </a:lnTo>
                  <a:lnTo>
                    <a:pt x="6953229" y="372278"/>
                  </a:lnTo>
                  <a:lnTo>
                    <a:pt x="6953374" y="372278"/>
                  </a:lnTo>
                  <a:lnTo>
                    <a:pt x="6953520" y="372278"/>
                  </a:lnTo>
                  <a:lnTo>
                    <a:pt x="6953665" y="372278"/>
                  </a:lnTo>
                  <a:lnTo>
                    <a:pt x="6953810" y="372278"/>
                  </a:lnTo>
                  <a:lnTo>
                    <a:pt x="6953956" y="372278"/>
                  </a:lnTo>
                  <a:lnTo>
                    <a:pt x="6954101" y="372278"/>
                  </a:lnTo>
                  <a:lnTo>
                    <a:pt x="6954247" y="372278"/>
                  </a:lnTo>
                  <a:lnTo>
                    <a:pt x="6954392" y="372278"/>
                  </a:lnTo>
                  <a:lnTo>
                    <a:pt x="6954537" y="372278"/>
                  </a:lnTo>
                  <a:lnTo>
                    <a:pt x="6954683" y="372278"/>
                  </a:lnTo>
                  <a:lnTo>
                    <a:pt x="6954828" y="372278"/>
                  </a:lnTo>
                  <a:lnTo>
                    <a:pt x="6954974" y="372278"/>
                  </a:lnTo>
                  <a:lnTo>
                    <a:pt x="6955119" y="372278"/>
                  </a:lnTo>
                  <a:lnTo>
                    <a:pt x="6955265" y="372278"/>
                  </a:lnTo>
                  <a:lnTo>
                    <a:pt x="6955410" y="372278"/>
                  </a:lnTo>
                  <a:lnTo>
                    <a:pt x="6955555" y="372278"/>
                  </a:lnTo>
                  <a:lnTo>
                    <a:pt x="6955701" y="372278"/>
                  </a:lnTo>
                  <a:lnTo>
                    <a:pt x="6955846" y="372278"/>
                  </a:lnTo>
                  <a:lnTo>
                    <a:pt x="6955992" y="372278"/>
                  </a:lnTo>
                  <a:lnTo>
                    <a:pt x="6956137" y="372278"/>
                  </a:lnTo>
                  <a:lnTo>
                    <a:pt x="6956283" y="372278"/>
                  </a:lnTo>
                  <a:lnTo>
                    <a:pt x="6956428" y="372278"/>
                  </a:lnTo>
                  <a:lnTo>
                    <a:pt x="6956573" y="372278"/>
                  </a:lnTo>
                  <a:lnTo>
                    <a:pt x="6956719" y="372278"/>
                  </a:lnTo>
                  <a:lnTo>
                    <a:pt x="6956864" y="372278"/>
                  </a:lnTo>
                  <a:lnTo>
                    <a:pt x="6957010" y="372278"/>
                  </a:lnTo>
                  <a:lnTo>
                    <a:pt x="6957155" y="372278"/>
                  </a:lnTo>
                  <a:lnTo>
                    <a:pt x="6957301" y="372278"/>
                  </a:lnTo>
                  <a:lnTo>
                    <a:pt x="6957301" y="371655"/>
                  </a:lnTo>
                  <a:lnTo>
                    <a:pt x="6957446" y="371655"/>
                  </a:lnTo>
                  <a:lnTo>
                    <a:pt x="6957591" y="371655"/>
                  </a:lnTo>
                  <a:lnTo>
                    <a:pt x="6957737" y="371655"/>
                  </a:lnTo>
                  <a:lnTo>
                    <a:pt x="6957882" y="371655"/>
                  </a:lnTo>
                  <a:lnTo>
                    <a:pt x="6958028" y="371655"/>
                  </a:lnTo>
                  <a:lnTo>
                    <a:pt x="6958173" y="371655"/>
                  </a:lnTo>
                  <a:lnTo>
                    <a:pt x="6958319" y="371655"/>
                  </a:lnTo>
                  <a:lnTo>
                    <a:pt x="6958464" y="371655"/>
                  </a:lnTo>
                  <a:lnTo>
                    <a:pt x="6958609" y="371655"/>
                  </a:lnTo>
                  <a:lnTo>
                    <a:pt x="6958755" y="371655"/>
                  </a:lnTo>
                  <a:lnTo>
                    <a:pt x="6958900" y="371655"/>
                  </a:lnTo>
                  <a:lnTo>
                    <a:pt x="6959046" y="371655"/>
                  </a:lnTo>
                  <a:lnTo>
                    <a:pt x="6959191" y="371655"/>
                  </a:lnTo>
                  <a:lnTo>
                    <a:pt x="6959337" y="371655"/>
                  </a:lnTo>
                  <a:lnTo>
                    <a:pt x="6959482" y="371655"/>
                  </a:lnTo>
                  <a:lnTo>
                    <a:pt x="6959627" y="371655"/>
                  </a:lnTo>
                  <a:lnTo>
                    <a:pt x="6959773" y="371655"/>
                  </a:lnTo>
                  <a:lnTo>
                    <a:pt x="6959918" y="371655"/>
                  </a:lnTo>
                  <a:lnTo>
                    <a:pt x="6960064" y="371655"/>
                  </a:lnTo>
                  <a:lnTo>
                    <a:pt x="6960209" y="371655"/>
                  </a:lnTo>
                  <a:lnTo>
                    <a:pt x="6960355" y="371655"/>
                  </a:lnTo>
                  <a:lnTo>
                    <a:pt x="6960355" y="371031"/>
                  </a:lnTo>
                  <a:lnTo>
                    <a:pt x="6960500" y="371031"/>
                  </a:lnTo>
                  <a:lnTo>
                    <a:pt x="6960645" y="371031"/>
                  </a:lnTo>
                  <a:lnTo>
                    <a:pt x="6960645" y="370407"/>
                  </a:lnTo>
                  <a:lnTo>
                    <a:pt x="6960791" y="370407"/>
                  </a:lnTo>
                  <a:lnTo>
                    <a:pt x="6960936" y="370407"/>
                  </a:lnTo>
                  <a:lnTo>
                    <a:pt x="6961082" y="370407"/>
                  </a:lnTo>
                  <a:lnTo>
                    <a:pt x="6961227" y="370407"/>
                  </a:lnTo>
                  <a:lnTo>
                    <a:pt x="6961372" y="370407"/>
                  </a:lnTo>
                  <a:lnTo>
                    <a:pt x="6961518" y="370407"/>
                  </a:lnTo>
                  <a:lnTo>
                    <a:pt x="6961663" y="370407"/>
                  </a:lnTo>
                  <a:lnTo>
                    <a:pt x="6961809" y="370407"/>
                  </a:lnTo>
                  <a:lnTo>
                    <a:pt x="6961954" y="370407"/>
                  </a:lnTo>
                  <a:lnTo>
                    <a:pt x="6962100" y="370407"/>
                  </a:lnTo>
                  <a:lnTo>
                    <a:pt x="6962245" y="370407"/>
                  </a:lnTo>
                  <a:lnTo>
                    <a:pt x="6962390" y="370407"/>
                  </a:lnTo>
                  <a:lnTo>
                    <a:pt x="6962536" y="370407"/>
                  </a:lnTo>
                  <a:lnTo>
                    <a:pt x="6962681" y="370407"/>
                  </a:lnTo>
                  <a:lnTo>
                    <a:pt x="6962827" y="370407"/>
                  </a:lnTo>
                  <a:lnTo>
                    <a:pt x="6962972" y="370407"/>
                  </a:lnTo>
                  <a:lnTo>
                    <a:pt x="6962972" y="369784"/>
                  </a:lnTo>
                  <a:lnTo>
                    <a:pt x="6963118" y="369784"/>
                  </a:lnTo>
                  <a:lnTo>
                    <a:pt x="6963263" y="369784"/>
                  </a:lnTo>
                  <a:lnTo>
                    <a:pt x="6963408" y="369784"/>
                  </a:lnTo>
                  <a:lnTo>
                    <a:pt x="6963554" y="369784"/>
                  </a:lnTo>
                  <a:lnTo>
                    <a:pt x="6963699" y="369784"/>
                  </a:lnTo>
                  <a:lnTo>
                    <a:pt x="6963699" y="369160"/>
                  </a:lnTo>
                  <a:lnTo>
                    <a:pt x="6963845" y="369160"/>
                  </a:lnTo>
                  <a:lnTo>
                    <a:pt x="6963990" y="369160"/>
                  </a:lnTo>
                  <a:lnTo>
                    <a:pt x="6964136" y="369160"/>
                  </a:lnTo>
                  <a:lnTo>
                    <a:pt x="6964281" y="369160"/>
                  </a:lnTo>
                  <a:lnTo>
                    <a:pt x="6964426" y="369160"/>
                  </a:lnTo>
                  <a:lnTo>
                    <a:pt x="6964572" y="369160"/>
                  </a:lnTo>
                  <a:lnTo>
                    <a:pt x="6964572" y="368537"/>
                  </a:lnTo>
                  <a:lnTo>
                    <a:pt x="6964717" y="368537"/>
                  </a:lnTo>
                  <a:lnTo>
                    <a:pt x="6964863" y="368537"/>
                  </a:lnTo>
                  <a:lnTo>
                    <a:pt x="6965008" y="368537"/>
                  </a:lnTo>
                  <a:lnTo>
                    <a:pt x="6965154" y="368537"/>
                  </a:lnTo>
                  <a:lnTo>
                    <a:pt x="6965299" y="368537"/>
                  </a:lnTo>
                  <a:lnTo>
                    <a:pt x="6965444" y="368537"/>
                  </a:lnTo>
                  <a:lnTo>
                    <a:pt x="6965590" y="368537"/>
                  </a:lnTo>
                  <a:lnTo>
                    <a:pt x="6965735" y="368537"/>
                  </a:lnTo>
                  <a:lnTo>
                    <a:pt x="6965735" y="367913"/>
                  </a:lnTo>
                  <a:lnTo>
                    <a:pt x="6965881" y="367913"/>
                  </a:lnTo>
                  <a:lnTo>
                    <a:pt x="6966026" y="367913"/>
                  </a:lnTo>
                  <a:lnTo>
                    <a:pt x="6966172" y="367913"/>
                  </a:lnTo>
                  <a:lnTo>
                    <a:pt x="6966317" y="367913"/>
                  </a:lnTo>
                  <a:lnTo>
                    <a:pt x="6966462" y="367913"/>
                  </a:lnTo>
                  <a:lnTo>
                    <a:pt x="6966608" y="367913"/>
                  </a:lnTo>
                  <a:lnTo>
                    <a:pt x="6966753" y="367913"/>
                  </a:lnTo>
                  <a:lnTo>
                    <a:pt x="6966753" y="367289"/>
                  </a:lnTo>
                  <a:lnTo>
                    <a:pt x="6966899" y="367289"/>
                  </a:lnTo>
                  <a:lnTo>
                    <a:pt x="6967044" y="367289"/>
                  </a:lnTo>
                  <a:lnTo>
                    <a:pt x="6967190" y="367289"/>
                  </a:lnTo>
                  <a:lnTo>
                    <a:pt x="6967335" y="367289"/>
                  </a:lnTo>
                  <a:lnTo>
                    <a:pt x="6967480" y="367289"/>
                  </a:lnTo>
                  <a:lnTo>
                    <a:pt x="6967626" y="367289"/>
                  </a:lnTo>
                  <a:lnTo>
                    <a:pt x="6967771" y="367289"/>
                  </a:lnTo>
                  <a:lnTo>
                    <a:pt x="6967917" y="367289"/>
                  </a:lnTo>
                  <a:lnTo>
                    <a:pt x="6968062" y="367289"/>
                  </a:lnTo>
                  <a:lnTo>
                    <a:pt x="6968207" y="367289"/>
                  </a:lnTo>
                  <a:lnTo>
                    <a:pt x="6968353" y="367289"/>
                  </a:lnTo>
                  <a:lnTo>
                    <a:pt x="6968498" y="367289"/>
                  </a:lnTo>
                  <a:lnTo>
                    <a:pt x="6968644" y="367289"/>
                  </a:lnTo>
                  <a:lnTo>
                    <a:pt x="6968789" y="367289"/>
                  </a:lnTo>
                  <a:lnTo>
                    <a:pt x="6968789" y="366666"/>
                  </a:lnTo>
                  <a:lnTo>
                    <a:pt x="6968789" y="366042"/>
                  </a:lnTo>
                  <a:lnTo>
                    <a:pt x="6968935" y="366042"/>
                  </a:lnTo>
                  <a:lnTo>
                    <a:pt x="6969080" y="366042"/>
                  </a:lnTo>
                  <a:lnTo>
                    <a:pt x="6969225" y="366042"/>
                  </a:lnTo>
                  <a:lnTo>
                    <a:pt x="6969371" y="366042"/>
                  </a:lnTo>
                  <a:lnTo>
                    <a:pt x="6969371" y="365419"/>
                  </a:lnTo>
                  <a:lnTo>
                    <a:pt x="6969516" y="365419"/>
                  </a:lnTo>
                  <a:lnTo>
                    <a:pt x="6969516" y="364795"/>
                  </a:lnTo>
                  <a:lnTo>
                    <a:pt x="6969662" y="364795"/>
                  </a:lnTo>
                  <a:lnTo>
                    <a:pt x="6969807" y="364795"/>
                  </a:lnTo>
                  <a:lnTo>
                    <a:pt x="6969953" y="364795"/>
                  </a:lnTo>
                  <a:lnTo>
                    <a:pt x="6970098" y="364795"/>
                  </a:lnTo>
                  <a:lnTo>
                    <a:pt x="6970243" y="364795"/>
                  </a:lnTo>
                  <a:lnTo>
                    <a:pt x="6970389" y="364795"/>
                  </a:lnTo>
                  <a:lnTo>
                    <a:pt x="6970534" y="364795"/>
                  </a:lnTo>
                  <a:lnTo>
                    <a:pt x="6970680" y="364795"/>
                  </a:lnTo>
                  <a:lnTo>
                    <a:pt x="6970825" y="364795"/>
                  </a:lnTo>
                  <a:lnTo>
                    <a:pt x="6970971" y="364795"/>
                  </a:lnTo>
                  <a:lnTo>
                    <a:pt x="6971116" y="364795"/>
                  </a:lnTo>
                  <a:lnTo>
                    <a:pt x="6971261" y="364795"/>
                  </a:lnTo>
                  <a:lnTo>
                    <a:pt x="6971407" y="364795"/>
                  </a:lnTo>
                  <a:lnTo>
                    <a:pt x="6971552" y="364795"/>
                  </a:lnTo>
                  <a:lnTo>
                    <a:pt x="6971698" y="364795"/>
                  </a:lnTo>
                  <a:lnTo>
                    <a:pt x="6971843" y="364795"/>
                  </a:lnTo>
                  <a:lnTo>
                    <a:pt x="6971989" y="364795"/>
                  </a:lnTo>
                  <a:lnTo>
                    <a:pt x="6972134" y="364795"/>
                  </a:lnTo>
                  <a:lnTo>
                    <a:pt x="6972279" y="364795"/>
                  </a:lnTo>
                  <a:lnTo>
                    <a:pt x="6972425" y="364795"/>
                  </a:lnTo>
                  <a:lnTo>
                    <a:pt x="6972570" y="364795"/>
                  </a:lnTo>
                  <a:lnTo>
                    <a:pt x="6972716" y="364795"/>
                  </a:lnTo>
                  <a:lnTo>
                    <a:pt x="6972861" y="364795"/>
                  </a:lnTo>
                  <a:lnTo>
                    <a:pt x="6972861" y="364172"/>
                  </a:lnTo>
                  <a:lnTo>
                    <a:pt x="6973007" y="364172"/>
                  </a:lnTo>
                  <a:lnTo>
                    <a:pt x="6973152" y="364172"/>
                  </a:lnTo>
                  <a:lnTo>
                    <a:pt x="6973297" y="364172"/>
                  </a:lnTo>
                  <a:lnTo>
                    <a:pt x="6973297" y="363548"/>
                  </a:lnTo>
                  <a:lnTo>
                    <a:pt x="6973443" y="363548"/>
                  </a:lnTo>
                  <a:lnTo>
                    <a:pt x="6973588" y="363548"/>
                  </a:lnTo>
                  <a:lnTo>
                    <a:pt x="6973734" y="363548"/>
                  </a:lnTo>
                  <a:lnTo>
                    <a:pt x="6973879" y="363548"/>
                  </a:lnTo>
                  <a:lnTo>
                    <a:pt x="6974025" y="363548"/>
                  </a:lnTo>
                  <a:lnTo>
                    <a:pt x="6974170" y="363548"/>
                  </a:lnTo>
                  <a:lnTo>
                    <a:pt x="6974315" y="363548"/>
                  </a:lnTo>
                  <a:lnTo>
                    <a:pt x="6974461" y="363548"/>
                  </a:lnTo>
                  <a:lnTo>
                    <a:pt x="6974606" y="363548"/>
                  </a:lnTo>
                  <a:lnTo>
                    <a:pt x="6974752" y="363548"/>
                  </a:lnTo>
                  <a:lnTo>
                    <a:pt x="6974897" y="363548"/>
                  </a:lnTo>
                  <a:lnTo>
                    <a:pt x="6975042" y="363548"/>
                  </a:lnTo>
                  <a:lnTo>
                    <a:pt x="6975042" y="362924"/>
                  </a:lnTo>
                  <a:lnTo>
                    <a:pt x="6975188" y="362924"/>
                  </a:lnTo>
                  <a:lnTo>
                    <a:pt x="6975333" y="362924"/>
                  </a:lnTo>
                  <a:lnTo>
                    <a:pt x="6975479" y="362924"/>
                  </a:lnTo>
                  <a:lnTo>
                    <a:pt x="6975624" y="362924"/>
                  </a:lnTo>
                  <a:lnTo>
                    <a:pt x="6975770" y="362924"/>
                  </a:lnTo>
                  <a:lnTo>
                    <a:pt x="6975915" y="362924"/>
                  </a:lnTo>
                  <a:lnTo>
                    <a:pt x="6976060" y="362924"/>
                  </a:lnTo>
                  <a:lnTo>
                    <a:pt x="6976206" y="362924"/>
                  </a:lnTo>
                  <a:lnTo>
                    <a:pt x="6976351" y="362924"/>
                  </a:lnTo>
                  <a:lnTo>
                    <a:pt x="6976497" y="362924"/>
                  </a:lnTo>
                  <a:lnTo>
                    <a:pt x="6976642" y="362924"/>
                  </a:lnTo>
                  <a:lnTo>
                    <a:pt x="6976788" y="362924"/>
                  </a:lnTo>
                  <a:lnTo>
                    <a:pt x="6976933" y="362924"/>
                  </a:lnTo>
                  <a:lnTo>
                    <a:pt x="6977078" y="362924"/>
                  </a:lnTo>
                  <a:lnTo>
                    <a:pt x="6977224" y="362924"/>
                  </a:lnTo>
                  <a:lnTo>
                    <a:pt x="6977369" y="362924"/>
                  </a:lnTo>
                  <a:lnTo>
                    <a:pt x="6977515" y="362924"/>
                  </a:lnTo>
                  <a:lnTo>
                    <a:pt x="6977660" y="362924"/>
                  </a:lnTo>
                  <a:lnTo>
                    <a:pt x="6977660" y="362301"/>
                  </a:lnTo>
                  <a:lnTo>
                    <a:pt x="6977806" y="362301"/>
                  </a:lnTo>
                  <a:lnTo>
                    <a:pt x="6977951" y="362301"/>
                  </a:lnTo>
                  <a:lnTo>
                    <a:pt x="6978096" y="362301"/>
                  </a:lnTo>
                  <a:lnTo>
                    <a:pt x="6978242" y="362301"/>
                  </a:lnTo>
                  <a:lnTo>
                    <a:pt x="6978387" y="362301"/>
                  </a:lnTo>
                  <a:lnTo>
                    <a:pt x="6978533" y="362301"/>
                  </a:lnTo>
                  <a:lnTo>
                    <a:pt x="6978678" y="362301"/>
                  </a:lnTo>
                  <a:lnTo>
                    <a:pt x="6978824" y="362301"/>
                  </a:lnTo>
                  <a:lnTo>
                    <a:pt x="6978969" y="362301"/>
                  </a:lnTo>
                  <a:lnTo>
                    <a:pt x="6979114" y="362301"/>
                  </a:lnTo>
                  <a:lnTo>
                    <a:pt x="6979260" y="362301"/>
                  </a:lnTo>
                  <a:lnTo>
                    <a:pt x="6979405" y="362301"/>
                  </a:lnTo>
                  <a:lnTo>
                    <a:pt x="6979551" y="362301"/>
                  </a:lnTo>
                  <a:lnTo>
                    <a:pt x="6979696" y="362301"/>
                  </a:lnTo>
                  <a:lnTo>
                    <a:pt x="6979842" y="362301"/>
                  </a:lnTo>
                  <a:lnTo>
                    <a:pt x="6979987" y="362301"/>
                  </a:lnTo>
                  <a:lnTo>
                    <a:pt x="6980132" y="362301"/>
                  </a:lnTo>
                  <a:lnTo>
                    <a:pt x="6980278" y="362301"/>
                  </a:lnTo>
                  <a:lnTo>
                    <a:pt x="6980423" y="362301"/>
                  </a:lnTo>
                  <a:lnTo>
                    <a:pt x="6980569" y="362301"/>
                  </a:lnTo>
                  <a:lnTo>
                    <a:pt x="6980714" y="362301"/>
                  </a:lnTo>
                  <a:lnTo>
                    <a:pt x="6980860" y="362301"/>
                  </a:lnTo>
                  <a:lnTo>
                    <a:pt x="6981005" y="362301"/>
                  </a:lnTo>
                  <a:lnTo>
                    <a:pt x="6981150" y="362301"/>
                  </a:lnTo>
                  <a:lnTo>
                    <a:pt x="6981296" y="362301"/>
                  </a:lnTo>
                  <a:lnTo>
                    <a:pt x="6981441" y="362301"/>
                  </a:lnTo>
                  <a:lnTo>
                    <a:pt x="6981587" y="362301"/>
                  </a:lnTo>
                  <a:lnTo>
                    <a:pt x="6981732" y="362301"/>
                  </a:lnTo>
                  <a:lnTo>
                    <a:pt x="6981877" y="362301"/>
                  </a:lnTo>
                  <a:lnTo>
                    <a:pt x="6982023" y="362301"/>
                  </a:lnTo>
                  <a:lnTo>
                    <a:pt x="6982168" y="362301"/>
                  </a:lnTo>
                  <a:lnTo>
                    <a:pt x="6982314" y="362301"/>
                  </a:lnTo>
                  <a:lnTo>
                    <a:pt x="6982459" y="362301"/>
                  </a:lnTo>
                  <a:lnTo>
                    <a:pt x="6982605" y="362301"/>
                  </a:lnTo>
                  <a:lnTo>
                    <a:pt x="6982750" y="362301"/>
                  </a:lnTo>
                  <a:lnTo>
                    <a:pt x="6982895" y="362301"/>
                  </a:lnTo>
                  <a:lnTo>
                    <a:pt x="6983041" y="362301"/>
                  </a:lnTo>
                  <a:lnTo>
                    <a:pt x="6983186" y="362301"/>
                  </a:lnTo>
                  <a:lnTo>
                    <a:pt x="6983332" y="362301"/>
                  </a:lnTo>
                  <a:lnTo>
                    <a:pt x="6983477" y="362301"/>
                  </a:lnTo>
                  <a:lnTo>
                    <a:pt x="6983623" y="362301"/>
                  </a:lnTo>
                  <a:lnTo>
                    <a:pt x="6983623" y="361677"/>
                  </a:lnTo>
                  <a:lnTo>
                    <a:pt x="6983768" y="361677"/>
                  </a:lnTo>
                  <a:lnTo>
                    <a:pt x="6983913" y="361677"/>
                  </a:lnTo>
                  <a:lnTo>
                    <a:pt x="6984059" y="361677"/>
                  </a:lnTo>
                  <a:lnTo>
                    <a:pt x="6984204" y="361677"/>
                  </a:lnTo>
                  <a:lnTo>
                    <a:pt x="6984350" y="361677"/>
                  </a:lnTo>
                  <a:lnTo>
                    <a:pt x="6984495" y="361677"/>
                  </a:lnTo>
                  <a:lnTo>
                    <a:pt x="6984641" y="361677"/>
                  </a:lnTo>
                  <a:lnTo>
                    <a:pt x="6984641" y="361054"/>
                  </a:lnTo>
                  <a:lnTo>
                    <a:pt x="6984786" y="361054"/>
                  </a:lnTo>
                  <a:lnTo>
                    <a:pt x="6984931" y="361054"/>
                  </a:lnTo>
                  <a:lnTo>
                    <a:pt x="6985077" y="361054"/>
                  </a:lnTo>
                  <a:lnTo>
                    <a:pt x="6985222" y="361054"/>
                  </a:lnTo>
                  <a:lnTo>
                    <a:pt x="6985368" y="361054"/>
                  </a:lnTo>
                  <a:lnTo>
                    <a:pt x="6985513" y="361054"/>
                  </a:lnTo>
                  <a:lnTo>
                    <a:pt x="6985659" y="361054"/>
                  </a:lnTo>
                  <a:lnTo>
                    <a:pt x="6985804" y="361054"/>
                  </a:lnTo>
                  <a:lnTo>
                    <a:pt x="6985949" y="361054"/>
                  </a:lnTo>
                  <a:lnTo>
                    <a:pt x="6986095" y="361054"/>
                  </a:lnTo>
                  <a:lnTo>
                    <a:pt x="6986240" y="361054"/>
                  </a:lnTo>
                  <a:lnTo>
                    <a:pt x="6986386" y="361054"/>
                  </a:lnTo>
                  <a:lnTo>
                    <a:pt x="6986531" y="361054"/>
                  </a:lnTo>
                  <a:lnTo>
                    <a:pt x="6986677" y="361054"/>
                  </a:lnTo>
                  <a:lnTo>
                    <a:pt x="6986822" y="361054"/>
                  </a:lnTo>
                  <a:lnTo>
                    <a:pt x="6986967" y="361054"/>
                  </a:lnTo>
                  <a:lnTo>
                    <a:pt x="6987113" y="361054"/>
                  </a:lnTo>
                  <a:lnTo>
                    <a:pt x="6987258" y="361054"/>
                  </a:lnTo>
                  <a:lnTo>
                    <a:pt x="6987404" y="361054"/>
                  </a:lnTo>
                  <a:lnTo>
                    <a:pt x="6987549" y="361054"/>
                  </a:lnTo>
                  <a:lnTo>
                    <a:pt x="6987695" y="361054"/>
                  </a:lnTo>
                  <a:lnTo>
                    <a:pt x="6987840" y="361054"/>
                  </a:lnTo>
                  <a:lnTo>
                    <a:pt x="6987985" y="361054"/>
                  </a:lnTo>
                  <a:lnTo>
                    <a:pt x="6988131" y="361054"/>
                  </a:lnTo>
                  <a:lnTo>
                    <a:pt x="6988276" y="361054"/>
                  </a:lnTo>
                  <a:lnTo>
                    <a:pt x="6988422" y="361054"/>
                  </a:lnTo>
                  <a:lnTo>
                    <a:pt x="6988567" y="361054"/>
                  </a:lnTo>
                  <a:lnTo>
                    <a:pt x="6988712" y="361054"/>
                  </a:lnTo>
                  <a:lnTo>
                    <a:pt x="6988858" y="361054"/>
                  </a:lnTo>
                  <a:lnTo>
                    <a:pt x="6989003" y="361054"/>
                  </a:lnTo>
                  <a:lnTo>
                    <a:pt x="6989149" y="361054"/>
                  </a:lnTo>
                  <a:lnTo>
                    <a:pt x="6989294" y="361054"/>
                  </a:lnTo>
                  <a:lnTo>
                    <a:pt x="6989440" y="361054"/>
                  </a:lnTo>
                  <a:lnTo>
                    <a:pt x="6989585" y="361054"/>
                  </a:lnTo>
                  <a:lnTo>
                    <a:pt x="6989730" y="361054"/>
                  </a:lnTo>
                  <a:lnTo>
                    <a:pt x="6989876" y="361054"/>
                  </a:lnTo>
                  <a:lnTo>
                    <a:pt x="6989876" y="360430"/>
                  </a:lnTo>
                  <a:lnTo>
                    <a:pt x="6990021" y="360430"/>
                  </a:lnTo>
                  <a:lnTo>
                    <a:pt x="6990167" y="360430"/>
                  </a:lnTo>
                  <a:lnTo>
                    <a:pt x="6990312" y="360430"/>
                  </a:lnTo>
                  <a:lnTo>
                    <a:pt x="6990312" y="359806"/>
                  </a:lnTo>
                  <a:lnTo>
                    <a:pt x="6990458" y="359806"/>
                  </a:lnTo>
                  <a:lnTo>
                    <a:pt x="6990603" y="359806"/>
                  </a:lnTo>
                  <a:lnTo>
                    <a:pt x="6990748" y="359806"/>
                  </a:lnTo>
                  <a:lnTo>
                    <a:pt x="6990894" y="359806"/>
                  </a:lnTo>
                  <a:lnTo>
                    <a:pt x="6991039" y="359806"/>
                  </a:lnTo>
                  <a:lnTo>
                    <a:pt x="6991185" y="359806"/>
                  </a:lnTo>
                  <a:lnTo>
                    <a:pt x="6991330" y="359806"/>
                  </a:lnTo>
                  <a:lnTo>
                    <a:pt x="6991476" y="359806"/>
                  </a:lnTo>
                  <a:lnTo>
                    <a:pt x="6991621" y="359806"/>
                  </a:lnTo>
                  <a:lnTo>
                    <a:pt x="6991766" y="359806"/>
                  </a:lnTo>
                  <a:lnTo>
                    <a:pt x="6991766" y="359183"/>
                  </a:lnTo>
                  <a:lnTo>
                    <a:pt x="6991912" y="359183"/>
                  </a:lnTo>
                  <a:lnTo>
                    <a:pt x="6992057" y="359183"/>
                  </a:lnTo>
                  <a:lnTo>
                    <a:pt x="6992203" y="359183"/>
                  </a:lnTo>
                  <a:lnTo>
                    <a:pt x="6992348" y="359183"/>
                  </a:lnTo>
                  <a:lnTo>
                    <a:pt x="6992494" y="359183"/>
                  </a:lnTo>
                  <a:lnTo>
                    <a:pt x="6992639" y="359183"/>
                  </a:lnTo>
                  <a:lnTo>
                    <a:pt x="6992784" y="359183"/>
                  </a:lnTo>
                  <a:lnTo>
                    <a:pt x="6992930" y="359183"/>
                  </a:lnTo>
                  <a:lnTo>
                    <a:pt x="6993075" y="359183"/>
                  </a:lnTo>
                  <a:lnTo>
                    <a:pt x="6993221" y="359183"/>
                  </a:lnTo>
                  <a:lnTo>
                    <a:pt x="6993366" y="359183"/>
                  </a:lnTo>
                  <a:lnTo>
                    <a:pt x="6993512" y="359183"/>
                  </a:lnTo>
                  <a:lnTo>
                    <a:pt x="6993657" y="359183"/>
                  </a:lnTo>
                  <a:lnTo>
                    <a:pt x="6993802" y="359183"/>
                  </a:lnTo>
                  <a:lnTo>
                    <a:pt x="6993948" y="359183"/>
                  </a:lnTo>
                  <a:lnTo>
                    <a:pt x="6994093" y="359183"/>
                  </a:lnTo>
                  <a:lnTo>
                    <a:pt x="6994093" y="358559"/>
                  </a:lnTo>
                  <a:lnTo>
                    <a:pt x="6994239" y="358559"/>
                  </a:lnTo>
                  <a:lnTo>
                    <a:pt x="6994384" y="358559"/>
                  </a:lnTo>
                  <a:lnTo>
                    <a:pt x="6994530" y="358559"/>
                  </a:lnTo>
                  <a:lnTo>
                    <a:pt x="6994675" y="358559"/>
                  </a:lnTo>
                  <a:lnTo>
                    <a:pt x="6994820" y="358559"/>
                  </a:lnTo>
                  <a:lnTo>
                    <a:pt x="6994966" y="358559"/>
                  </a:lnTo>
                  <a:lnTo>
                    <a:pt x="6995111" y="358559"/>
                  </a:lnTo>
                  <a:lnTo>
                    <a:pt x="6995257" y="358559"/>
                  </a:lnTo>
                  <a:lnTo>
                    <a:pt x="6995402" y="358559"/>
                  </a:lnTo>
                  <a:lnTo>
                    <a:pt x="6995547" y="358559"/>
                  </a:lnTo>
                  <a:lnTo>
                    <a:pt x="6995693" y="358559"/>
                  </a:lnTo>
                  <a:lnTo>
                    <a:pt x="6995693" y="357936"/>
                  </a:lnTo>
                  <a:lnTo>
                    <a:pt x="6995838" y="357936"/>
                  </a:lnTo>
                  <a:lnTo>
                    <a:pt x="6995984" y="357936"/>
                  </a:lnTo>
                  <a:lnTo>
                    <a:pt x="6996129" y="357936"/>
                  </a:lnTo>
                  <a:lnTo>
                    <a:pt x="6996275" y="357936"/>
                  </a:lnTo>
                  <a:lnTo>
                    <a:pt x="6996420" y="357936"/>
                  </a:lnTo>
                  <a:lnTo>
                    <a:pt x="6996420" y="357312"/>
                  </a:lnTo>
                  <a:lnTo>
                    <a:pt x="6996565" y="357312"/>
                  </a:lnTo>
                  <a:lnTo>
                    <a:pt x="6996711" y="357312"/>
                  </a:lnTo>
                  <a:lnTo>
                    <a:pt x="6996856" y="357312"/>
                  </a:lnTo>
                  <a:lnTo>
                    <a:pt x="6997002" y="357312"/>
                  </a:lnTo>
                  <a:lnTo>
                    <a:pt x="6997147" y="357312"/>
                  </a:lnTo>
                  <a:lnTo>
                    <a:pt x="6997293" y="357312"/>
                  </a:lnTo>
                  <a:lnTo>
                    <a:pt x="6997438" y="357312"/>
                  </a:lnTo>
                  <a:lnTo>
                    <a:pt x="6997583" y="357312"/>
                  </a:lnTo>
                  <a:lnTo>
                    <a:pt x="6997729" y="357312"/>
                  </a:lnTo>
                  <a:lnTo>
                    <a:pt x="6997874" y="357312"/>
                  </a:lnTo>
                  <a:lnTo>
                    <a:pt x="6998020" y="357312"/>
                  </a:lnTo>
                  <a:lnTo>
                    <a:pt x="6998165" y="357312"/>
                  </a:lnTo>
                  <a:lnTo>
                    <a:pt x="6998311" y="357312"/>
                  </a:lnTo>
                  <a:lnTo>
                    <a:pt x="6998456" y="357312"/>
                  </a:lnTo>
                  <a:lnTo>
                    <a:pt x="6998601" y="357312"/>
                  </a:lnTo>
                  <a:lnTo>
                    <a:pt x="6998747" y="357312"/>
                  </a:lnTo>
                  <a:lnTo>
                    <a:pt x="6998892" y="357312"/>
                  </a:lnTo>
                  <a:lnTo>
                    <a:pt x="6999038" y="357312"/>
                  </a:lnTo>
                  <a:lnTo>
                    <a:pt x="6999183" y="357312"/>
                  </a:lnTo>
                  <a:lnTo>
                    <a:pt x="6999329" y="357312"/>
                  </a:lnTo>
                  <a:lnTo>
                    <a:pt x="6999474" y="357312"/>
                  </a:lnTo>
                  <a:lnTo>
                    <a:pt x="6999619" y="357312"/>
                  </a:lnTo>
                  <a:lnTo>
                    <a:pt x="6999765" y="357312"/>
                  </a:lnTo>
                  <a:lnTo>
                    <a:pt x="6999910" y="357312"/>
                  </a:lnTo>
                  <a:lnTo>
                    <a:pt x="7000056" y="357312"/>
                  </a:lnTo>
                  <a:lnTo>
                    <a:pt x="7000201" y="357312"/>
                  </a:lnTo>
                  <a:lnTo>
                    <a:pt x="7000347" y="357312"/>
                  </a:lnTo>
                  <a:lnTo>
                    <a:pt x="7000492" y="357312"/>
                  </a:lnTo>
                  <a:lnTo>
                    <a:pt x="7000637" y="357312"/>
                  </a:lnTo>
                  <a:lnTo>
                    <a:pt x="7000637" y="356689"/>
                  </a:lnTo>
                  <a:lnTo>
                    <a:pt x="7000783" y="356689"/>
                  </a:lnTo>
                  <a:lnTo>
                    <a:pt x="7000928" y="356689"/>
                  </a:lnTo>
                  <a:lnTo>
                    <a:pt x="7001074" y="356689"/>
                  </a:lnTo>
                  <a:lnTo>
                    <a:pt x="7001219" y="356689"/>
                  </a:lnTo>
                  <a:lnTo>
                    <a:pt x="7001365" y="356689"/>
                  </a:lnTo>
                  <a:lnTo>
                    <a:pt x="7001510" y="356689"/>
                  </a:lnTo>
                  <a:lnTo>
                    <a:pt x="7001655" y="356689"/>
                  </a:lnTo>
                  <a:lnTo>
                    <a:pt x="7001801" y="356689"/>
                  </a:lnTo>
                  <a:lnTo>
                    <a:pt x="7001946" y="356689"/>
                  </a:lnTo>
                  <a:lnTo>
                    <a:pt x="7002092" y="356689"/>
                  </a:lnTo>
                  <a:lnTo>
                    <a:pt x="7002237" y="356689"/>
                  </a:lnTo>
                  <a:lnTo>
                    <a:pt x="7002382" y="356689"/>
                  </a:lnTo>
                  <a:lnTo>
                    <a:pt x="7002528" y="356689"/>
                  </a:lnTo>
                  <a:lnTo>
                    <a:pt x="7002673" y="356689"/>
                  </a:lnTo>
                  <a:lnTo>
                    <a:pt x="7002819" y="356689"/>
                  </a:lnTo>
                  <a:lnTo>
                    <a:pt x="7002964" y="356689"/>
                  </a:lnTo>
                  <a:lnTo>
                    <a:pt x="7003110" y="356689"/>
                  </a:lnTo>
                  <a:lnTo>
                    <a:pt x="7003255" y="356689"/>
                  </a:lnTo>
                  <a:lnTo>
                    <a:pt x="7003400" y="356689"/>
                  </a:lnTo>
                  <a:lnTo>
                    <a:pt x="7003546" y="356689"/>
                  </a:lnTo>
                  <a:lnTo>
                    <a:pt x="7003691" y="356689"/>
                  </a:lnTo>
                  <a:lnTo>
                    <a:pt x="7003837" y="356689"/>
                  </a:lnTo>
                  <a:lnTo>
                    <a:pt x="7003982" y="356689"/>
                  </a:lnTo>
                  <a:lnTo>
                    <a:pt x="7004128" y="356689"/>
                  </a:lnTo>
                  <a:lnTo>
                    <a:pt x="7004273" y="356689"/>
                  </a:lnTo>
                  <a:lnTo>
                    <a:pt x="7004418" y="356689"/>
                  </a:lnTo>
                  <a:lnTo>
                    <a:pt x="7004564" y="356689"/>
                  </a:lnTo>
                  <a:lnTo>
                    <a:pt x="7004709" y="356689"/>
                  </a:lnTo>
                  <a:lnTo>
                    <a:pt x="7004709" y="356065"/>
                  </a:lnTo>
                  <a:lnTo>
                    <a:pt x="7004855" y="356065"/>
                  </a:lnTo>
                  <a:lnTo>
                    <a:pt x="7005000" y="356065"/>
                  </a:lnTo>
                  <a:lnTo>
                    <a:pt x="7005146" y="356065"/>
                  </a:lnTo>
                  <a:lnTo>
                    <a:pt x="7005291" y="356065"/>
                  </a:lnTo>
                  <a:lnTo>
                    <a:pt x="7005436" y="356065"/>
                  </a:lnTo>
                  <a:lnTo>
                    <a:pt x="7005582" y="356065"/>
                  </a:lnTo>
                  <a:lnTo>
                    <a:pt x="7005727" y="356065"/>
                  </a:lnTo>
                  <a:lnTo>
                    <a:pt x="7005873" y="356065"/>
                  </a:lnTo>
                  <a:lnTo>
                    <a:pt x="7006018" y="356065"/>
                  </a:lnTo>
                  <a:lnTo>
                    <a:pt x="7006018" y="355441"/>
                  </a:lnTo>
                  <a:lnTo>
                    <a:pt x="7006164" y="355441"/>
                  </a:lnTo>
                  <a:lnTo>
                    <a:pt x="7006309" y="355441"/>
                  </a:lnTo>
                  <a:lnTo>
                    <a:pt x="7006454" y="355441"/>
                  </a:lnTo>
                  <a:lnTo>
                    <a:pt x="7006600" y="355441"/>
                  </a:lnTo>
                  <a:lnTo>
                    <a:pt x="7006745" y="355441"/>
                  </a:lnTo>
                  <a:lnTo>
                    <a:pt x="7006891" y="355441"/>
                  </a:lnTo>
                  <a:lnTo>
                    <a:pt x="7007036" y="355441"/>
                  </a:lnTo>
                  <a:lnTo>
                    <a:pt x="7007036" y="354818"/>
                  </a:lnTo>
                  <a:lnTo>
                    <a:pt x="7007036" y="354194"/>
                  </a:lnTo>
                  <a:lnTo>
                    <a:pt x="7007182" y="354194"/>
                  </a:lnTo>
                  <a:lnTo>
                    <a:pt x="7007327" y="354194"/>
                  </a:lnTo>
                  <a:lnTo>
                    <a:pt x="7007472" y="354194"/>
                  </a:lnTo>
                  <a:lnTo>
                    <a:pt x="7007618" y="354194"/>
                  </a:lnTo>
                  <a:lnTo>
                    <a:pt x="7007763" y="354194"/>
                  </a:lnTo>
                  <a:lnTo>
                    <a:pt x="7007909" y="354194"/>
                  </a:lnTo>
                  <a:lnTo>
                    <a:pt x="7008054" y="354194"/>
                  </a:lnTo>
                  <a:lnTo>
                    <a:pt x="7008199" y="354194"/>
                  </a:lnTo>
                  <a:lnTo>
                    <a:pt x="7008345" y="354194"/>
                  </a:lnTo>
                  <a:lnTo>
                    <a:pt x="7008490" y="354194"/>
                  </a:lnTo>
                  <a:lnTo>
                    <a:pt x="7008636" y="354194"/>
                  </a:lnTo>
                  <a:lnTo>
                    <a:pt x="7008781" y="354194"/>
                  </a:lnTo>
                  <a:lnTo>
                    <a:pt x="7008927" y="354194"/>
                  </a:lnTo>
                  <a:lnTo>
                    <a:pt x="7009072" y="354194"/>
                  </a:lnTo>
                  <a:lnTo>
                    <a:pt x="7009217" y="354194"/>
                  </a:lnTo>
                  <a:lnTo>
                    <a:pt x="7009363" y="354194"/>
                  </a:lnTo>
                  <a:lnTo>
                    <a:pt x="7009508" y="354194"/>
                  </a:lnTo>
                  <a:lnTo>
                    <a:pt x="7009654" y="354194"/>
                  </a:lnTo>
                  <a:lnTo>
                    <a:pt x="7009799" y="354194"/>
                  </a:lnTo>
                  <a:lnTo>
                    <a:pt x="7009945" y="354194"/>
                  </a:lnTo>
                  <a:lnTo>
                    <a:pt x="7009945" y="353571"/>
                  </a:lnTo>
                  <a:lnTo>
                    <a:pt x="7010090" y="353571"/>
                  </a:lnTo>
                  <a:lnTo>
                    <a:pt x="7010235" y="353571"/>
                  </a:lnTo>
                  <a:lnTo>
                    <a:pt x="7010381" y="353571"/>
                  </a:lnTo>
                  <a:lnTo>
                    <a:pt x="7010526" y="353571"/>
                  </a:lnTo>
                  <a:lnTo>
                    <a:pt x="7010672" y="353571"/>
                  </a:lnTo>
                  <a:lnTo>
                    <a:pt x="7010817" y="353571"/>
                  </a:lnTo>
                  <a:lnTo>
                    <a:pt x="7010963" y="353571"/>
                  </a:lnTo>
                  <a:lnTo>
                    <a:pt x="7010963" y="352947"/>
                  </a:lnTo>
                  <a:lnTo>
                    <a:pt x="7011108" y="352947"/>
                  </a:lnTo>
                  <a:lnTo>
                    <a:pt x="7011253" y="352947"/>
                  </a:lnTo>
                  <a:lnTo>
                    <a:pt x="7011399" y="352947"/>
                  </a:lnTo>
                  <a:lnTo>
                    <a:pt x="7011399" y="352324"/>
                  </a:lnTo>
                  <a:lnTo>
                    <a:pt x="7011544" y="352324"/>
                  </a:lnTo>
                  <a:lnTo>
                    <a:pt x="7011544" y="351700"/>
                  </a:lnTo>
                  <a:lnTo>
                    <a:pt x="7011690" y="351700"/>
                  </a:lnTo>
                  <a:lnTo>
                    <a:pt x="7011835" y="351700"/>
                  </a:lnTo>
                  <a:lnTo>
                    <a:pt x="7011981" y="351700"/>
                  </a:lnTo>
                  <a:lnTo>
                    <a:pt x="7012126" y="351700"/>
                  </a:lnTo>
                  <a:lnTo>
                    <a:pt x="7012271" y="351700"/>
                  </a:lnTo>
                  <a:lnTo>
                    <a:pt x="7012417" y="351700"/>
                  </a:lnTo>
                  <a:lnTo>
                    <a:pt x="7012417" y="351076"/>
                  </a:lnTo>
                  <a:lnTo>
                    <a:pt x="7012562" y="351076"/>
                  </a:lnTo>
                  <a:lnTo>
                    <a:pt x="7012708" y="351076"/>
                  </a:lnTo>
                  <a:lnTo>
                    <a:pt x="7012708" y="350453"/>
                  </a:lnTo>
                  <a:lnTo>
                    <a:pt x="7012853" y="350453"/>
                  </a:lnTo>
                  <a:lnTo>
                    <a:pt x="7012999" y="350453"/>
                  </a:lnTo>
                  <a:lnTo>
                    <a:pt x="7013144" y="350453"/>
                  </a:lnTo>
                  <a:lnTo>
                    <a:pt x="7013289" y="350453"/>
                  </a:lnTo>
                  <a:lnTo>
                    <a:pt x="7013435" y="350453"/>
                  </a:lnTo>
                  <a:lnTo>
                    <a:pt x="7013580" y="350453"/>
                  </a:lnTo>
                  <a:lnTo>
                    <a:pt x="7013726" y="350453"/>
                  </a:lnTo>
                  <a:lnTo>
                    <a:pt x="7013871" y="350453"/>
                  </a:lnTo>
                  <a:lnTo>
                    <a:pt x="7014017" y="350453"/>
                  </a:lnTo>
                  <a:lnTo>
                    <a:pt x="7014162" y="350453"/>
                  </a:lnTo>
                  <a:lnTo>
                    <a:pt x="7014307" y="350453"/>
                  </a:lnTo>
                  <a:lnTo>
                    <a:pt x="7014453" y="350453"/>
                  </a:lnTo>
                  <a:lnTo>
                    <a:pt x="7014598" y="350453"/>
                  </a:lnTo>
                  <a:lnTo>
                    <a:pt x="7014744" y="350453"/>
                  </a:lnTo>
                  <a:lnTo>
                    <a:pt x="7014889" y="350453"/>
                  </a:lnTo>
                  <a:lnTo>
                    <a:pt x="7015034" y="350453"/>
                  </a:lnTo>
                  <a:lnTo>
                    <a:pt x="7015180" y="350453"/>
                  </a:lnTo>
                  <a:lnTo>
                    <a:pt x="7015325" y="350453"/>
                  </a:lnTo>
                  <a:lnTo>
                    <a:pt x="7015471" y="350453"/>
                  </a:lnTo>
                  <a:lnTo>
                    <a:pt x="7015616" y="350453"/>
                  </a:lnTo>
                  <a:lnTo>
                    <a:pt x="7015762" y="350453"/>
                  </a:lnTo>
                  <a:lnTo>
                    <a:pt x="7015907" y="350453"/>
                  </a:lnTo>
                  <a:lnTo>
                    <a:pt x="7016052" y="350453"/>
                  </a:lnTo>
                  <a:lnTo>
                    <a:pt x="7016198" y="350453"/>
                  </a:lnTo>
                  <a:lnTo>
                    <a:pt x="7016343" y="350453"/>
                  </a:lnTo>
                  <a:lnTo>
                    <a:pt x="7016489" y="350453"/>
                  </a:lnTo>
                  <a:lnTo>
                    <a:pt x="7016634" y="350453"/>
                  </a:lnTo>
                  <a:lnTo>
                    <a:pt x="7016780" y="350453"/>
                  </a:lnTo>
                  <a:lnTo>
                    <a:pt x="7016925" y="350453"/>
                  </a:lnTo>
                  <a:lnTo>
                    <a:pt x="7017070" y="350453"/>
                  </a:lnTo>
                  <a:lnTo>
                    <a:pt x="7017216" y="350453"/>
                  </a:lnTo>
                  <a:lnTo>
                    <a:pt x="7017361" y="350453"/>
                  </a:lnTo>
                  <a:lnTo>
                    <a:pt x="7017361" y="349829"/>
                  </a:lnTo>
                  <a:lnTo>
                    <a:pt x="7017507" y="349829"/>
                  </a:lnTo>
                  <a:lnTo>
                    <a:pt x="7017652" y="349829"/>
                  </a:lnTo>
                  <a:lnTo>
                    <a:pt x="7017798" y="349829"/>
                  </a:lnTo>
                  <a:lnTo>
                    <a:pt x="7017943" y="349829"/>
                  </a:lnTo>
                  <a:lnTo>
                    <a:pt x="7018088" y="349829"/>
                  </a:lnTo>
                  <a:lnTo>
                    <a:pt x="7018234" y="349829"/>
                  </a:lnTo>
                  <a:lnTo>
                    <a:pt x="7018379" y="349829"/>
                  </a:lnTo>
                  <a:lnTo>
                    <a:pt x="7018379" y="349206"/>
                  </a:lnTo>
                  <a:lnTo>
                    <a:pt x="7018379" y="348582"/>
                  </a:lnTo>
                  <a:lnTo>
                    <a:pt x="7018379" y="347958"/>
                  </a:lnTo>
                  <a:lnTo>
                    <a:pt x="7018525" y="347958"/>
                  </a:lnTo>
                  <a:lnTo>
                    <a:pt x="7018670" y="347958"/>
                  </a:lnTo>
                  <a:lnTo>
                    <a:pt x="7018670" y="347335"/>
                  </a:lnTo>
                  <a:lnTo>
                    <a:pt x="7018816" y="347335"/>
                  </a:lnTo>
                  <a:lnTo>
                    <a:pt x="7018961" y="347335"/>
                  </a:lnTo>
                  <a:lnTo>
                    <a:pt x="7019106" y="347335"/>
                  </a:lnTo>
                  <a:lnTo>
                    <a:pt x="7019106" y="346711"/>
                  </a:lnTo>
                  <a:lnTo>
                    <a:pt x="7019252" y="346711"/>
                  </a:lnTo>
                  <a:lnTo>
                    <a:pt x="7019397" y="346711"/>
                  </a:lnTo>
                  <a:lnTo>
                    <a:pt x="7019543" y="346711"/>
                  </a:lnTo>
                  <a:lnTo>
                    <a:pt x="7019688" y="346711"/>
                  </a:lnTo>
                  <a:lnTo>
                    <a:pt x="7019834" y="346711"/>
                  </a:lnTo>
                  <a:lnTo>
                    <a:pt x="7019979" y="346711"/>
                  </a:lnTo>
                  <a:lnTo>
                    <a:pt x="7020124" y="346711"/>
                  </a:lnTo>
                  <a:lnTo>
                    <a:pt x="7020270" y="346711"/>
                  </a:lnTo>
                  <a:lnTo>
                    <a:pt x="7020415" y="346711"/>
                  </a:lnTo>
                  <a:lnTo>
                    <a:pt x="7020561" y="346711"/>
                  </a:lnTo>
                  <a:lnTo>
                    <a:pt x="7020706" y="346711"/>
                  </a:lnTo>
                  <a:lnTo>
                    <a:pt x="7020852" y="346711"/>
                  </a:lnTo>
                  <a:lnTo>
                    <a:pt x="7020997" y="346711"/>
                  </a:lnTo>
                  <a:lnTo>
                    <a:pt x="7021142" y="346711"/>
                  </a:lnTo>
                  <a:lnTo>
                    <a:pt x="7021288" y="346711"/>
                  </a:lnTo>
                  <a:lnTo>
                    <a:pt x="7021433" y="346711"/>
                  </a:lnTo>
                  <a:lnTo>
                    <a:pt x="7021579" y="346711"/>
                  </a:lnTo>
                  <a:lnTo>
                    <a:pt x="7021724" y="346711"/>
                  </a:lnTo>
                  <a:lnTo>
                    <a:pt x="7021869" y="346711"/>
                  </a:lnTo>
                  <a:lnTo>
                    <a:pt x="7022015" y="346711"/>
                  </a:lnTo>
                  <a:lnTo>
                    <a:pt x="7022160" y="346711"/>
                  </a:lnTo>
                  <a:lnTo>
                    <a:pt x="7022306" y="346711"/>
                  </a:lnTo>
                  <a:lnTo>
                    <a:pt x="7022451" y="346711"/>
                  </a:lnTo>
                  <a:lnTo>
                    <a:pt x="7022597" y="346711"/>
                  </a:lnTo>
                  <a:lnTo>
                    <a:pt x="7022597" y="346088"/>
                  </a:lnTo>
                  <a:lnTo>
                    <a:pt x="7022597" y="345464"/>
                  </a:lnTo>
                  <a:lnTo>
                    <a:pt x="7022742" y="345464"/>
                  </a:lnTo>
                  <a:lnTo>
                    <a:pt x="7022887" y="345464"/>
                  </a:lnTo>
                  <a:lnTo>
                    <a:pt x="7023033" y="345464"/>
                  </a:lnTo>
                  <a:lnTo>
                    <a:pt x="7023178" y="345464"/>
                  </a:lnTo>
                  <a:lnTo>
                    <a:pt x="7023324" y="345464"/>
                  </a:lnTo>
                  <a:lnTo>
                    <a:pt x="7023469" y="345464"/>
                  </a:lnTo>
                  <a:lnTo>
                    <a:pt x="7023469" y="344841"/>
                  </a:lnTo>
                  <a:lnTo>
                    <a:pt x="7023615" y="344841"/>
                  </a:lnTo>
                  <a:lnTo>
                    <a:pt x="7023760" y="344841"/>
                  </a:lnTo>
                  <a:lnTo>
                    <a:pt x="7023905" y="344841"/>
                  </a:lnTo>
                  <a:lnTo>
                    <a:pt x="7024051" y="344841"/>
                  </a:lnTo>
                  <a:lnTo>
                    <a:pt x="7024196" y="344841"/>
                  </a:lnTo>
                  <a:lnTo>
                    <a:pt x="7024342" y="344841"/>
                  </a:lnTo>
                  <a:lnTo>
                    <a:pt x="7024487" y="344841"/>
                  </a:lnTo>
                  <a:lnTo>
                    <a:pt x="7024633" y="344841"/>
                  </a:lnTo>
                  <a:lnTo>
                    <a:pt x="7024778" y="344841"/>
                  </a:lnTo>
                  <a:lnTo>
                    <a:pt x="7024923" y="344841"/>
                  </a:lnTo>
                  <a:lnTo>
                    <a:pt x="7025069" y="344841"/>
                  </a:lnTo>
                  <a:lnTo>
                    <a:pt x="7025214" y="344841"/>
                  </a:lnTo>
                  <a:lnTo>
                    <a:pt x="7025360" y="344841"/>
                  </a:lnTo>
                  <a:lnTo>
                    <a:pt x="7025505" y="344841"/>
                  </a:lnTo>
                  <a:lnTo>
                    <a:pt x="7025651" y="344841"/>
                  </a:lnTo>
                  <a:lnTo>
                    <a:pt x="7025651" y="344217"/>
                  </a:lnTo>
                  <a:lnTo>
                    <a:pt x="7025796" y="344217"/>
                  </a:lnTo>
                  <a:lnTo>
                    <a:pt x="7025941" y="344217"/>
                  </a:lnTo>
                  <a:lnTo>
                    <a:pt x="7026087" y="344217"/>
                  </a:lnTo>
                  <a:lnTo>
                    <a:pt x="7026232" y="344217"/>
                  </a:lnTo>
                  <a:lnTo>
                    <a:pt x="7026378" y="344217"/>
                  </a:lnTo>
                  <a:lnTo>
                    <a:pt x="7026523" y="344217"/>
                  </a:lnTo>
                  <a:lnTo>
                    <a:pt x="7026669" y="344217"/>
                  </a:lnTo>
                  <a:lnTo>
                    <a:pt x="7026814" y="344217"/>
                  </a:lnTo>
                  <a:lnTo>
                    <a:pt x="7026959" y="344217"/>
                  </a:lnTo>
                  <a:lnTo>
                    <a:pt x="7027105" y="344217"/>
                  </a:lnTo>
                  <a:lnTo>
                    <a:pt x="7027250" y="344217"/>
                  </a:lnTo>
                  <a:lnTo>
                    <a:pt x="7027396" y="344217"/>
                  </a:lnTo>
                  <a:lnTo>
                    <a:pt x="7027541" y="344217"/>
                  </a:lnTo>
                  <a:lnTo>
                    <a:pt x="7027687" y="344217"/>
                  </a:lnTo>
                  <a:lnTo>
                    <a:pt x="7027832" y="344217"/>
                  </a:lnTo>
                  <a:lnTo>
                    <a:pt x="7027977" y="344217"/>
                  </a:lnTo>
                  <a:lnTo>
                    <a:pt x="7028123" y="344217"/>
                  </a:lnTo>
                  <a:lnTo>
                    <a:pt x="7028268" y="344217"/>
                  </a:lnTo>
                  <a:lnTo>
                    <a:pt x="7028414" y="344217"/>
                  </a:lnTo>
                  <a:lnTo>
                    <a:pt x="7028559" y="344217"/>
                  </a:lnTo>
                  <a:lnTo>
                    <a:pt x="7028704" y="344217"/>
                  </a:lnTo>
                  <a:lnTo>
                    <a:pt x="7028850" y="344217"/>
                  </a:lnTo>
                  <a:lnTo>
                    <a:pt x="7028995" y="344217"/>
                  </a:lnTo>
                  <a:lnTo>
                    <a:pt x="7029141" y="344217"/>
                  </a:lnTo>
                  <a:lnTo>
                    <a:pt x="7029141" y="343593"/>
                  </a:lnTo>
                  <a:lnTo>
                    <a:pt x="7029286" y="343593"/>
                  </a:lnTo>
                  <a:lnTo>
                    <a:pt x="7029432" y="343593"/>
                  </a:lnTo>
                  <a:lnTo>
                    <a:pt x="7029577" y="343593"/>
                  </a:lnTo>
                  <a:lnTo>
                    <a:pt x="7029722" y="343593"/>
                  </a:lnTo>
                  <a:lnTo>
                    <a:pt x="7029868" y="343593"/>
                  </a:lnTo>
                  <a:lnTo>
                    <a:pt x="7030013" y="343593"/>
                  </a:lnTo>
                  <a:lnTo>
                    <a:pt x="7030159" y="343593"/>
                  </a:lnTo>
                  <a:lnTo>
                    <a:pt x="7030304" y="343593"/>
                  </a:lnTo>
                  <a:lnTo>
                    <a:pt x="7030450" y="343593"/>
                  </a:lnTo>
                  <a:lnTo>
                    <a:pt x="7030595" y="343593"/>
                  </a:lnTo>
                  <a:lnTo>
                    <a:pt x="7030740" y="343593"/>
                  </a:lnTo>
                  <a:lnTo>
                    <a:pt x="7030740" y="342970"/>
                  </a:lnTo>
                  <a:lnTo>
                    <a:pt x="7030886" y="342970"/>
                  </a:lnTo>
                  <a:lnTo>
                    <a:pt x="7031031" y="342970"/>
                  </a:lnTo>
                  <a:lnTo>
                    <a:pt x="7031031" y="342346"/>
                  </a:lnTo>
                  <a:lnTo>
                    <a:pt x="7031177" y="342346"/>
                  </a:lnTo>
                  <a:lnTo>
                    <a:pt x="7031322" y="342346"/>
                  </a:lnTo>
                  <a:lnTo>
                    <a:pt x="7031468" y="342346"/>
                  </a:lnTo>
                  <a:lnTo>
                    <a:pt x="7031613" y="342346"/>
                  </a:lnTo>
                  <a:lnTo>
                    <a:pt x="7031758" y="342346"/>
                  </a:lnTo>
                  <a:lnTo>
                    <a:pt x="7031904" y="342346"/>
                  </a:lnTo>
                  <a:lnTo>
                    <a:pt x="7032049" y="342346"/>
                  </a:lnTo>
                  <a:lnTo>
                    <a:pt x="7032195" y="342346"/>
                  </a:lnTo>
                  <a:lnTo>
                    <a:pt x="7032340" y="342346"/>
                  </a:lnTo>
                  <a:lnTo>
                    <a:pt x="7032486" y="342346"/>
                  </a:lnTo>
                  <a:lnTo>
                    <a:pt x="7032486" y="341723"/>
                  </a:lnTo>
                  <a:lnTo>
                    <a:pt x="7032631" y="341723"/>
                  </a:lnTo>
                  <a:lnTo>
                    <a:pt x="7032776" y="341723"/>
                  </a:lnTo>
                  <a:lnTo>
                    <a:pt x="7032922" y="341723"/>
                  </a:lnTo>
                  <a:lnTo>
                    <a:pt x="7033067" y="341723"/>
                  </a:lnTo>
                  <a:lnTo>
                    <a:pt x="7033213" y="341723"/>
                  </a:lnTo>
                  <a:lnTo>
                    <a:pt x="7033213" y="341099"/>
                  </a:lnTo>
                  <a:lnTo>
                    <a:pt x="7033358" y="341099"/>
                  </a:lnTo>
                  <a:lnTo>
                    <a:pt x="7033504" y="341099"/>
                  </a:lnTo>
                  <a:lnTo>
                    <a:pt x="7033649" y="341099"/>
                  </a:lnTo>
                  <a:lnTo>
                    <a:pt x="7033794" y="341099"/>
                  </a:lnTo>
                  <a:lnTo>
                    <a:pt x="7033940" y="341099"/>
                  </a:lnTo>
                  <a:lnTo>
                    <a:pt x="7034085" y="341099"/>
                  </a:lnTo>
                  <a:lnTo>
                    <a:pt x="7034231" y="341099"/>
                  </a:lnTo>
                  <a:lnTo>
                    <a:pt x="7034376" y="341099"/>
                  </a:lnTo>
                  <a:lnTo>
                    <a:pt x="7034522" y="341099"/>
                  </a:lnTo>
                  <a:lnTo>
                    <a:pt x="7034667" y="341099"/>
                  </a:lnTo>
                  <a:lnTo>
                    <a:pt x="7034812" y="341099"/>
                  </a:lnTo>
                  <a:lnTo>
                    <a:pt x="7034958" y="341099"/>
                  </a:lnTo>
                  <a:lnTo>
                    <a:pt x="7035103" y="341099"/>
                  </a:lnTo>
                  <a:lnTo>
                    <a:pt x="7035249" y="341099"/>
                  </a:lnTo>
                  <a:lnTo>
                    <a:pt x="7035394" y="341099"/>
                  </a:lnTo>
                  <a:lnTo>
                    <a:pt x="7035539" y="341099"/>
                  </a:lnTo>
                  <a:lnTo>
                    <a:pt x="7035685" y="341099"/>
                  </a:lnTo>
                  <a:lnTo>
                    <a:pt x="7035830" y="341099"/>
                  </a:lnTo>
                  <a:lnTo>
                    <a:pt x="7035976" y="341099"/>
                  </a:lnTo>
                  <a:lnTo>
                    <a:pt x="7036121" y="341099"/>
                  </a:lnTo>
                  <a:lnTo>
                    <a:pt x="7036267" y="341099"/>
                  </a:lnTo>
                  <a:lnTo>
                    <a:pt x="7036412" y="341099"/>
                  </a:lnTo>
                  <a:lnTo>
                    <a:pt x="7036412" y="340475"/>
                  </a:lnTo>
                  <a:lnTo>
                    <a:pt x="7036557" y="340475"/>
                  </a:lnTo>
                  <a:lnTo>
                    <a:pt x="7036703" y="340475"/>
                  </a:lnTo>
                  <a:lnTo>
                    <a:pt x="7036848" y="340475"/>
                  </a:lnTo>
                  <a:lnTo>
                    <a:pt x="7036994" y="340475"/>
                  </a:lnTo>
                  <a:lnTo>
                    <a:pt x="7037139" y="340475"/>
                  </a:lnTo>
                  <a:lnTo>
                    <a:pt x="7037285" y="340475"/>
                  </a:lnTo>
                  <a:lnTo>
                    <a:pt x="7037430" y="340475"/>
                  </a:lnTo>
                  <a:lnTo>
                    <a:pt x="7037575" y="340475"/>
                  </a:lnTo>
                  <a:lnTo>
                    <a:pt x="7037575" y="339852"/>
                  </a:lnTo>
                  <a:lnTo>
                    <a:pt x="7037721" y="339852"/>
                  </a:lnTo>
                  <a:lnTo>
                    <a:pt x="7037866" y="339852"/>
                  </a:lnTo>
                  <a:lnTo>
                    <a:pt x="7038012" y="339852"/>
                  </a:lnTo>
                  <a:lnTo>
                    <a:pt x="7038157" y="339852"/>
                  </a:lnTo>
                  <a:lnTo>
                    <a:pt x="7038303" y="339852"/>
                  </a:lnTo>
                  <a:lnTo>
                    <a:pt x="7038448" y="339852"/>
                  </a:lnTo>
                  <a:lnTo>
                    <a:pt x="7038593" y="339852"/>
                  </a:lnTo>
                  <a:lnTo>
                    <a:pt x="7038739" y="339852"/>
                  </a:lnTo>
                  <a:lnTo>
                    <a:pt x="7038884" y="339852"/>
                  </a:lnTo>
                  <a:lnTo>
                    <a:pt x="7039030" y="339852"/>
                  </a:lnTo>
                  <a:lnTo>
                    <a:pt x="7039175" y="339852"/>
                  </a:lnTo>
                  <a:lnTo>
                    <a:pt x="7039321" y="339852"/>
                  </a:lnTo>
                  <a:lnTo>
                    <a:pt x="7039466" y="339852"/>
                  </a:lnTo>
                  <a:lnTo>
                    <a:pt x="7039611" y="339852"/>
                  </a:lnTo>
                  <a:lnTo>
                    <a:pt x="7039757" y="339852"/>
                  </a:lnTo>
                  <a:lnTo>
                    <a:pt x="7039902" y="339852"/>
                  </a:lnTo>
                  <a:lnTo>
                    <a:pt x="7040048" y="339852"/>
                  </a:lnTo>
                  <a:lnTo>
                    <a:pt x="7040193" y="339852"/>
                  </a:lnTo>
                  <a:lnTo>
                    <a:pt x="7040339" y="339852"/>
                  </a:lnTo>
                  <a:lnTo>
                    <a:pt x="7040484" y="339852"/>
                  </a:lnTo>
                  <a:lnTo>
                    <a:pt x="7040629" y="339852"/>
                  </a:lnTo>
                  <a:lnTo>
                    <a:pt x="7040775" y="339852"/>
                  </a:lnTo>
                  <a:lnTo>
                    <a:pt x="7040920" y="339852"/>
                  </a:lnTo>
                  <a:lnTo>
                    <a:pt x="7041066" y="339852"/>
                  </a:lnTo>
                  <a:lnTo>
                    <a:pt x="7041211" y="339852"/>
                  </a:lnTo>
                  <a:lnTo>
                    <a:pt x="7041357" y="339852"/>
                  </a:lnTo>
                  <a:lnTo>
                    <a:pt x="7041357" y="339228"/>
                  </a:lnTo>
                  <a:lnTo>
                    <a:pt x="7041502" y="339228"/>
                  </a:lnTo>
                  <a:lnTo>
                    <a:pt x="7041647" y="339228"/>
                  </a:lnTo>
                  <a:lnTo>
                    <a:pt x="7041793" y="339228"/>
                  </a:lnTo>
                  <a:lnTo>
                    <a:pt x="7041938" y="339228"/>
                  </a:lnTo>
                  <a:lnTo>
                    <a:pt x="7042084" y="339228"/>
                  </a:lnTo>
                  <a:lnTo>
                    <a:pt x="7042229" y="339228"/>
                  </a:lnTo>
                  <a:lnTo>
                    <a:pt x="7042374" y="339228"/>
                  </a:lnTo>
                  <a:lnTo>
                    <a:pt x="7042520" y="339228"/>
                  </a:lnTo>
                  <a:lnTo>
                    <a:pt x="7042665" y="339228"/>
                  </a:lnTo>
                  <a:lnTo>
                    <a:pt x="7042811" y="339228"/>
                  </a:lnTo>
                  <a:lnTo>
                    <a:pt x="7042956" y="339228"/>
                  </a:lnTo>
                  <a:lnTo>
                    <a:pt x="7042956" y="338605"/>
                  </a:lnTo>
                  <a:lnTo>
                    <a:pt x="7043102" y="338605"/>
                  </a:lnTo>
                  <a:lnTo>
                    <a:pt x="7043102" y="337981"/>
                  </a:lnTo>
                  <a:lnTo>
                    <a:pt x="7043247" y="337981"/>
                  </a:lnTo>
                  <a:lnTo>
                    <a:pt x="7043392" y="337981"/>
                  </a:lnTo>
                  <a:lnTo>
                    <a:pt x="7043538" y="337981"/>
                  </a:lnTo>
                  <a:lnTo>
                    <a:pt x="7043683" y="337981"/>
                  </a:lnTo>
                  <a:lnTo>
                    <a:pt x="7043683" y="337358"/>
                  </a:lnTo>
                  <a:lnTo>
                    <a:pt x="7043829" y="337358"/>
                  </a:lnTo>
                  <a:lnTo>
                    <a:pt x="7043974" y="337358"/>
                  </a:lnTo>
                  <a:lnTo>
                    <a:pt x="7044120" y="337358"/>
                  </a:lnTo>
                  <a:lnTo>
                    <a:pt x="7044265" y="337358"/>
                  </a:lnTo>
                  <a:lnTo>
                    <a:pt x="7044410" y="337358"/>
                  </a:lnTo>
                  <a:lnTo>
                    <a:pt x="7044410" y="336734"/>
                  </a:lnTo>
                  <a:lnTo>
                    <a:pt x="7044556" y="336734"/>
                  </a:lnTo>
                  <a:lnTo>
                    <a:pt x="7044701" y="336734"/>
                  </a:lnTo>
                  <a:lnTo>
                    <a:pt x="7044847" y="336734"/>
                  </a:lnTo>
                  <a:lnTo>
                    <a:pt x="7044992" y="336734"/>
                  </a:lnTo>
                  <a:lnTo>
                    <a:pt x="7045138" y="336734"/>
                  </a:lnTo>
                  <a:lnTo>
                    <a:pt x="7045283" y="336734"/>
                  </a:lnTo>
                  <a:lnTo>
                    <a:pt x="7045428" y="336734"/>
                  </a:lnTo>
                  <a:lnTo>
                    <a:pt x="7045428" y="336110"/>
                  </a:lnTo>
                  <a:lnTo>
                    <a:pt x="7045574" y="336110"/>
                  </a:lnTo>
                  <a:lnTo>
                    <a:pt x="7045574" y="335487"/>
                  </a:lnTo>
                  <a:lnTo>
                    <a:pt x="7045719" y="335487"/>
                  </a:lnTo>
                  <a:lnTo>
                    <a:pt x="7045865" y="335487"/>
                  </a:lnTo>
                  <a:lnTo>
                    <a:pt x="7046010" y="335487"/>
                  </a:lnTo>
                  <a:lnTo>
                    <a:pt x="7046156" y="335487"/>
                  </a:lnTo>
                  <a:lnTo>
                    <a:pt x="7046301" y="335487"/>
                  </a:lnTo>
                  <a:lnTo>
                    <a:pt x="7046446" y="335487"/>
                  </a:lnTo>
                  <a:lnTo>
                    <a:pt x="7046592" y="335487"/>
                  </a:lnTo>
                  <a:lnTo>
                    <a:pt x="7046737" y="335487"/>
                  </a:lnTo>
                  <a:lnTo>
                    <a:pt x="7046883" y="335487"/>
                  </a:lnTo>
                  <a:lnTo>
                    <a:pt x="7047028" y="335487"/>
                  </a:lnTo>
                  <a:lnTo>
                    <a:pt x="7047174" y="335487"/>
                  </a:lnTo>
                  <a:lnTo>
                    <a:pt x="7047319" y="335487"/>
                  </a:lnTo>
                  <a:lnTo>
                    <a:pt x="7047464" y="335487"/>
                  </a:lnTo>
                  <a:lnTo>
                    <a:pt x="7047610" y="335487"/>
                  </a:lnTo>
                  <a:lnTo>
                    <a:pt x="7047755" y="335487"/>
                  </a:lnTo>
                  <a:lnTo>
                    <a:pt x="7047901" y="335487"/>
                  </a:lnTo>
                  <a:lnTo>
                    <a:pt x="7048046" y="335487"/>
                  </a:lnTo>
                  <a:lnTo>
                    <a:pt x="7048192" y="335487"/>
                  </a:lnTo>
                  <a:lnTo>
                    <a:pt x="7048337" y="335487"/>
                  </a:lnTo>
                  <a:lnTo>
                    <a:pt x="7048337" y="334863"/>
                  </a:lnTo>
                  <a:lnTo>
                    <a:pt x="7048482" y="334863"/>
                  </a:lnTo>
                  <a:lnTo>
                    <a:pt x="7048628" y="334863"/>
                  </a:lnTo>
                  <a:lnTo>
                    <a:pt x="7048773" y="334863"/>
                  </a:lnTo>
                  <a:lnTo>
                    <a:pt x="7048919" y="334863"/>
                  </a:lnTo>
                  <a:lnTo>
                    <a:pt x="7049064" y="334863"/>
                  </a:lnTo>
                  <a:lnTo>
                    <a:pt x="7049209" y="334863"/>
                  </a:lnTo>
                  <a:lnTo>
                    <a:pt x="7049355" y="334863"/>
                  </a:lnTo>
                  <a:lnTo>
                    <a:pt x="7049500" y="334863"/>
                  </a:lnTo>
                  <a:lnTo>
                    <a:pt x="7049646" y="334863"/>
                  </a:lnTo>
                  <a:lnTo>
                    <a:pt x="7049791" y="334863"/>
                  </a:lnTo>
                  <a:lnTo>
                    <a:pt x="7049937" y="334863"/>
                  </a:lnTo>
                  <a:lnTo>
                    <a:pt x="7050082" y="334863"/>
                  </a:lnTo>
                  <a:lnTo>
                    <a:pt x="7050227" y="334863"/>
                  </a:lnTo>
                  <a:lnTo>
                    <a:pt x="7050373" y="334863"/>
                  </a:lnTo>
                  <a:lnTo>
                    <a:pt x="7050518" y="334863"/>
                  </a:lnTo>
                  <a:lnTo>
                    <a:pt x="7050664" y="334863"/>
                  </a:lnTo>
                  <a:lnTo>
                    <a:pt x="7050809" y="334863"/>
                  </a:lnTo>
                  <a:lnTo>
                    <a:pt x="7050955" y="334863"/>
                  </a:lnTo>
                  <a:lnTo>
                    <a:pt x="7051100" y="334863"/>
                  </a:lnTo>
                  <a:lnTo>
                    <a:pt x="7051245" y="334863"/>
                  </a:lnTo>
                  <a:lnTo>
                    <a:pt x="7051391" y="334863"/>
                  </a:lnTo>
                  <a:lnTo>
                    <a:pt x="7051536" y="334863"/>
                  </a:lnTo>
                  <a:lnTo>
                    <a:pt x="7051682" y="334863"/>
                  </a:lnTo>
                  <a:lnTo>
                    <a:pt x="7051827" y="334863"/>
                  </a:lnTo>
                  <a:lnTo>
                    <a:pt x="7051973" y="334863"/>
                  </a:lnTo>
                  <a:lnTo>
                    <a:pt x="7052118" y="334863"/>
                  </a:lnTo>
                  <a:lnTo>
                    <a:pt x="7052263" y="334863"/>
                  </a:lnTo>
                  <a:lnTo>
                    <a:pt x="7052409" y="334863"/>
                  </a:lnTo>
                  <a:lnTo>
                    <a:pt x="7052554" y="334863"/>
                  </a:lnTo>
                  <a:lnTo>
                    <a:pt x="7052700" y="334863"/>
                  </a:lnTo>
                  <a:lnTo>
                    <a:pt x="7052845" y="334863"/>
                  </a:lnTo>
                  <a:lnTo>
                    <a:pt x="7052991" y="334863"/>
                  </a:lnTo>
                  <a:lnTo>
                    <a:pt x="7053136" y="334863"/>
                  </a:lnTo>
                  <a:lnTo>
                    <a:pt x="7053281" y="334863"/>
                  </a:lnTo>
                  <a:lnTo>
                    <a:pt x="7053427" y="334863"/>
                  </a:lnTo>
                  <a:lnTo>
                    <a:pt x="7053572" y="334863"/>
                  </a:lnTo>
                  <a:lnTo>
                    <a:pt x="7053718" y="334863"/>
                  </a:lnTo>
                  <a:lnTo>
                    <a:pt x="7053863" y="334863"/>
                  </a:lnTo>
                  <a:lnTo>
                    <a:pt x="7054009" y="334863"/>
                  </a:lnTo>
                  <a:lnTo>
                    <a:pt x="7054154" y="334863"/>
                  </a:lnTo>
                  <a:lnTo>
                    <a:pt x="7054299" y="334863"/>
                  </a:lnTo>
                  <a:lnTo>
                    <a:pt x="7054445" y="334863"/>
                  </a:lnTo>
                  <a:lnTo>
                    <a:pt x="7054590" y="334863"/>
                  </a:lnTo>
                  <a:lnTo>
                    <a:pt x="7054736" y="334863"/>
                  </a:lnTo>
                  <a:lnTo>
                    <a:pt x="7054881" y="334863"/>
                  </a:lnTo>
                  <a:lnTo>
                    <a:pt x="7055027" y="334863"/>
                  </a:lnTo>
                  <a:lnTo>
                    <a:pt x="7055172" y="334863"/>
                  </a:lnTo>
                  <a:lnTo>
                    <a:pt x="7055317" y="334863"/>
                  </a:lnTo>
                  <a:lnTo>
                    <a:pt x="7055463" y="334863"/>
                  </a:lnTo>
                  <a:lnTo>
                    <a:pt x="7055608" y="334863"/>
                  </a:lnTo>
                  <a:lnTo>
                    <a:pt x="7055754" y="334863"/>
                  </a:lnTo>
                  <a:lnTo>
                    <a:pt x="7055899" y="334863"/>
                  </a:lnTo>
                  <a:lnTo>
                    <a:pt x="7056044" y="334863"/>
                  </a:lnTo>
                  <a:lnTo>
                    <a:pt x="7056190" y="334863"/>
                  </a:lnTo>
                  <a:lnTo>
                    <a:pt x="7056335" y="334863"/>
                  </a:lnTo>
                  <a:lnTo>
                    <a:pt x="7056481" y="334863"/>
                  </a:lnTo>
                  <a:lnTo>
                    <a:pt x="7056626" y="334863"/>
                  </a:lnTo>
                  <a:lnTo>
                    <a:pt x="7056772" y="334863"/>
                  </a:lnTo>
                  <a:lnTo>
                    <a:pt x="7056917" y="334863"/>
                  </a:lnTo>
                  <a:lnTo>
                    <a:pt x="7057062" y="334863"/>
                  </a:lnTo>
                  <a:lnTo>
                    <a:pt x="7057208" y="334863"/>
                  </a:lnTo>
                  <a:lnTo>
                    <a:pt x="7057353" y="334863"/>
                  </a:lnTo>
                  <a:lnTo>
                    <a:pt x="7057353" y="334240"/>
                  </a:lnTo>
                  <a:lnTo>
                    <a:pt x="7057499" y="334240"/>
                  </a:lnTo>
                  <a:lnTo>
                    <a:pt x="7057644" y="334240"/>
                  </a:lnTo>
                  <a:lnTo>
                    <a:pt x="7057790" y="334240"/>
                  </a:lnTo>
                  <a:lnTo>
                    <a:pt x="7057935" y="334240"/>
                  </a:lnTo>
                  <a:lnTo>
                    <a:pt x="7058080" y="334240"/>
                  </a:lnTo>
                  <a:lnTo>
                    <a:pt x="7058226" y="334240"/>
                  </a:lnTo>
                  <a:lnTo>
                    <a:pt x="7058371" y="334240"/>
                  </a:lnTo>
                  <a:lnTo>
                    <a:pt x="7058517" y="334240"/>
                  </a:lnTo>
                  <a:lnTo>
                    <a:pt x="7058662" y="334240"/>
                  </a:lnTo>
                  <a:lnTo>
                    <a:pt x="7058808" y="334240"/>
                  </a:lnTo>
                  <a:lnTo>
                    <a:pt x="7058808" y="333616"/>
                  </a:lnTo>
                  <a:lnTo>
                    <a:pt x="7058953" y="333616"/>
                  </a:lnTo>
                  <a:lnTo>
                    <a:pt x="7059098" y="333616"/>
                  </a:lnTo>
                  <a:lnTo>
                    <a:pt x="7059244" y="333616"/>
                  </a:lnTo>
                  <a:lnTo>
                    <a:pt x="7059389" y="333616"/>
                  </a:lnTo>
                  <a:lnTo>
                    <a:pt x="7059535" y="333616"/>
                  </a:lnTo>
                  <a:lnTo>
                    <a:pt x="7059535" y="332992"/>
                  </a:lnTo>
                  <a:lnTo>
                    <a:pt x="7059535" y="332369"/>
                  </a:lnTo>
                  <a:lnTo>
                    <a:pt x="7059680" y="332369"/>
                  </a:lnTo>
                  <a:lnTo>
                    <a:pt x="7059826" y="332369"/>
                  </a:lnTo>
                  <a:lnTo>
                    <a:pt x="7059971" y="332369"/>
                  </a:lnTo>
                  <a:lnTo>
                    <a:pt x="7060116" y="332369"/>
                  </a:lnTo>
                  <a:lnTo>
                    <a:pt x="7060262" y="332369"/>
                  </a:lnTo>
                  <a:lnTo>
                    <a:pt x="7060407" y="332369"/>
                  </a:lnTo>
                  <a:lnTo>
                    <a:pt x="7060553" y="332369"/>
                  </a:lnTo>
                  <a:lnTo>
                    <a:pt x="7060698" y="332369"/>
                  </a:lnTo>
                  <a:lnTo>
                    <a:pt x="7060844" y="332369"/>
                  </a:lnTo>
                  <a:lnTo>
                    <a:pt x="7060989" y="332369"/>
                  </a:lnTo>
                  <a:lnTo>
                    <a:pt x="7061134" y="332369"/>
                  </a:lnTo>
                  <a:lnTo>
                    <a:pt x="7061134" y="331745"/>
                  </a:lnTo>
                  <a:lnTo>
                    <a:pt x="7061280" y="331745"/>
                  </a:lnTo>
                  <a:lnTo>
                    <a:pt x="7061425" y="331745"/>
                  </a:lnTo>
                  <a:lnTo>
                    <a:pt x="7061571" y="331745"/>
                  </a:lnTo>
                  <a:lnTo>
                    <a:pt x="7061716" y="331745"/>
                  </a:lnTo>
                  <a:lnTo>
                    <a:pt x="7061862" y="331745"/>
                  </a:lnTo>
                  <a:lnTo>
                    <a:pt x="7062007" y="331745"/>
                  </a:lnTo>
                  <a:lnTo>
                    <a:pt x="7062152" y="331745"/>
                  </a:lnTo>
                  <a:lnTo>
                    <a:pt x="7062298" y="331745"/>
                  </a:lnTo>
                  <a:lnTo>
                    <a:pt x="7062443" y="331745"/>
                  </a:lnTo>
                  <a:lnTo>
                    <a:pt x="7062443" y="331122"/>
                  </a:lnTo>
                  <a:lnTo>
                    <a:pt x="7062589" y="331122"/>
                  </a:lnTo>
                  <a:lnTo>
                    <a:pt x="7062734" y="331122"/>
                  </a:lnTo>
                  <a:lnTo>
                    <a:pt x="7062879" y="331122"/>
                  </a:lnTo>
                  <a:lnTo>
                    <a:pt x="7063025" y="331122"/>
                  </a:lnTo>
                  <a:lnTo>
                    <a:pt x="7063170" y="331122"/>
                  </a:lnTo>
                  <a:lnTo>
                    <a:pt x="7063170" y="330498"/>
                  </a:lnTo>
                  <a:lnTo>
                    <a:pt x="7063316" y="330498"/>
                  </a:lnTo>
                  <a:lnTo>
                    <a:pt x="7063461" y="330498"/>
                  </a:lnTo>
                  <a:lnTo>
                    <a:pt x="7063607" y="330498"/>
                  </a:lnTo>
                  <a:lnTo>
                    <a:pt x="7063752" y="330498"/>
                  </a:lnTo>
                  <a:lnTo>
                    <a:pt x="7063897" y="330498"/>
                  </a:lnTo>
                  <a:lnTo>
                    <a:pt x="7064043" y="330498"/>
                  </a:lnTo>
                  <a:lnTo>
                    <a:pt x="7064188" y="330498"/>
                  </a:lnTo>
                  <a:lnTo>
                    <a:pt x="7064334" y="330498"/>
                  </a:lnTo>
                  <a:lnTo>
                    <a:pt x="7064334" y="329875"/>
                  </a:lnTo>
                  <a:lnTo>
                    <a:pt x="7064479" y="329875"/>
                  </a:lnTo>
                  <a:lnTo>
                    <a:pt x="7064625" y="329875"/>
                  </a:lnTo>
                  <a:lnTo>
                    <a:pt x="7064770" y="329875"/>
                  </a:lnTo>
                  <a:lnTo>
                    <a:pt x="7064915" y="329875"/>
                  </a:lnTo>
                  <a:lnTo>
                    <a:pt x="7065061" y="329875"/>
                  </a:lnTo>
                  <a:lnTo>
                    <a:pt x="7065206" y="329875"/>
                  </a:lnTo>
                  <a:lnTo>
                    <a:pt x="7065352" y="329875"/>
                  </a:lnTo>
                  <a:lnTo>
                    <a:pt x="7065497" y="329875"/>
                  </a:lnTo>
                  <a:lnTo>
                    <a:pt x="7065643" y="329875"/>
                  </a:lnTo>
                  <a:lnTo>
                    <a:pt x="7065788" y="329875"/>
                  </a:lnTo>
                  <a:lnTo>
                    <a:pt x="7065933" y="329875"/>
                  </a:lnTo>
                  <a:lnTo>
                    <a:pt x="7066079" y="329875"/>
                  </a:lnTo>
                  <a:lnTo>
                    <a:pt x="7066224" y="329875"/>
                  </a:lnTo>
                  <a:lnTo>
                    <a:pt x="7066370" y="329875"/>
                  </a:lnTo>
                  <a:lnTo>
                    <a:pt x="7066515" y="329875"/>
                  </a:lnTo>
                  <a:lnTo>
                    <a:pt x="7066661" y="329875"/>
                  </a:lnTo>
                  <a:lnTo>
                    <a:pt x="7066661" y="329251"/>
                  </a:lnTo>
                  <a:lnTo>
                    <a:pt x="7066806" y="329251"/>
                  </a:lnTo>
                  <a:lnTo>
                    <a:pt x="7066951" y="329251"/>
                  </a:lnTo>
                  <a:lnTo>
                    <a:pt x="7067097" y="329251"/>
                  </a:lnTo>
                  <a:lnTo>
                    <a:pt x="7067242" y="329251"/>
                  </a:lnTo>
                  <a:lnTo>
                    <a:pt x="7067388" y="329251"/>
                  </a:lnTo>
                  <a:lnTo>
                    <a:pt x="7067533" y="329251"/>
                  </a:lnTo>
                  <a:lnTo>
                    <a:pt x="7067679" y="329251"/>
                  </a:lnTo>
                  <a:lnTo>
                    <a:pt x="7067679" y="328627"/>
                  </a:lnTo>
                  <a:lnTo>
                    <a:pt x="7067824" y="328627"/>
                  </a:lnTo>
                  <a:lnTo>
                    <a:pt x="7067969" y="328627"/>
                  </a:lnTo>
                  <a:lnTo>
                    <a:pt x="7068115" y="328627"/>
                  </a:lnTo>
                  <a:lnTo>
                    <a:pt x="7068260" y="328627"/>
                  </a:lnTo>
                  <a:lnTo>
                    <a:pt x="7068406" y="328627"/>
                  </a:lnTo>
                  <a:lnTo>
                    <a:pt x="7068551" y="328627"/>
                  </a:lnTo>
                  <a:lnTo>
                    <a:pt x="7068697" y="328627"/>
                  </a:lnTo>
                  <a:lnTo>
                    <a:pt x="7068842" y="328627"/>
                  </a:lnTo>
                  <a:lnTo>
                    <a:pt x="7068987" y="328627"/>
                  </a:lnTo>
                  <a:lnTo>
                    <a:pt x="7069133" y="328627"/>
                  </a:lnTo>
                  <a:lnTo>
                    <a:pt x="7069278" y="328627"/>
                  </a:lnTo>
                  <a:lnTo>
                    <a:pt x="7069424" y="328627"/>
                  </a:lnTo>
                  <a:lnTo>
                    <a:pt x="7069569" y="328627"/>
                  </a:lnTo>
                  <a:lnTo>
                    <a:pt x="7069714" y="328627"/>
                  </a:lnTo>
                  <a:lnTo>
                    <a:pt x="7069860" y="328627"/>
                  </a:lnTo>
                  <a:lnTo>
                    <a:pt x="7070005" y="328627"/>
                  </a:lnTo>
                  <a:lnTo>
                    <a:pt x="7070151" y="328627"/>
                  </a:lnTo>
                  <a:lnTo>
                    <a:pt x="7070296" y="328627"/>
                  </a:lnTo>
                  <a:lnTo>
                    <a:pt x="7070442" y="328627"/>
                  </a:lnTo>
                  <a:lnTo>
                    <a:pt x="7070587" y="328627"/>
                  </a:lnTo>
                  <a:lnTo>
                    <a:pt x="7070732" y="328627"/>
                  </a:lnTo>
                  <a:lnTo>
                    <a:pt x="7070878" y="328627"/>
                  </a:lnTo>
                  <a:lnTo>
                    <a:pt x="7071023" y="328627"/>
                  </a:lnTo>
                  <a:lnTo>
                    <a:pt x="7071169" y="328627"/>
                  </a:lnTo>
                  <a:lnTo>
                    <a:pt x="7071314" y="328627"/>
                  </a:lnTo>
                  <a:lnTo>
                    <a:pt x="7071460" y="328627"/>
                  </a:lnTo>
                  <a:lnTo>
                    <a:pt x="7071605" y="328627"/>
                  </a:lnTo>
                  <a:lnTo>
                    <a:pt x="7071750" y="328627"/>
                  </a:lnTo>
                  <a:lnTo>
                    <a:pt x="7071896" y="328627"/>
                  </a:lnTo>
                  <a:lnTo>
                    <a:pt x="7072041" y="328627"/>
                  </a:lnTo>
                  <a:lnTo>
                    <a:pt x="7072187" y="328627"/>
                  </a:lnTo>
                  <a:lnTo>
                    <a:pt x="7072332" y="328627"/>
                  </a:lnTo>
                  <a:lnTo>
                    <a:pt x="7072478" y="328627"/>
                  </a:lnTo>
                  <a:lnTo>
                    <a:pt x="7072623" y="328627"/>
                  </a:lnTo>
                  <a:lnTo>
                    <a:pt x="7072768" y="328627"/>
                  </a:lnTo>
                  <a:lnTo>
                    <a:pt x="7072914" y="328627"/>
                  </a:lnTo>
                  <a:lnTo>
                    <a:pt x="7073059" y="328627"/>
                  </a:lnTo>
                  <a:lnTo>
                    <a:pt x="7073205" y="328627"/>
                  </a:lnTo>
                  <a:lnTo>
                    <a:pt x="7073350" y="328627"/>
                  </a:lnTo>
                  <a:lnTo>
                    <a:pt x="7073496" y="328627"/>
                  </a:lnTo>
                  <a:lnTo>
                    <a:pt x="7073641" y="328627"/>
                  </a:lnTo>
                  <a:lnTo>
                    <a:pt x="7073786" y="328627"/>
                  </a:lnTo>
                  <a:lnTo>
                    <a:pt x="7073932" y="328627"/>
                  </a:lnTo>
                  <a:lnTo>
                    <a:pt x="7074077" y="328627"/>
                  </a:lnTo>
                  <a:lnTo>
                    <a:pt x="7074223" y="328627"/>
                  </a:lnTo>
                  <a:lnTo>
                    <a:pt x="7074368" y="328627"/>
                  </a:lnTo>
                  <a:lnTo>
                    <a:pt x="7074514" y="328627"/>
                  </a:lnTo>
                  <a:lnTo>
                    <a:pt x="7074659" y="328627"/>
                  </a:lnTo>
                  <a:lnTo>
                    <a:pt x="7074804" y="328627"/>
                  </a:lnTo>
                  <a:lnTo>
                    <a:pt x="7074950" y="328627"/>
                  </a:lnTo>
                  <a:lnTo>
                    <a:pt x="7075095" y="328627"/>
                  </a:lnTo>
                  <a:lnTo>
                    <a:pt x="7075241" y="328627"/>
                  </a:lnTo>
                  <a:lnTo>
                    <a:pt x="7075386" y="328627"/>
                  </a:lnTo>
                  <a:lnTo>
                    <a:pt x="7075532" y="328627"/>
                  </a:lnTo>
                  <a:lnTo>
                    <a:pt x="7075677" y="328627"/>
                  </a:lnTo>
                  <a:lnTo>
                    <a:pt x="7075677" y="328004"/>
                  </a:lnTo>
                  <a:lnTo>
                    <a:pt x="7075822" y="328004"/>
                  </a:lnTo>
                  <a:lnTo>
                    <a:pt x="7075968" y="328004"/>
                  </a:lnTo>
                  <a:lnTo>
                    <a:pt x="7076113" y="328004"/>
                  </a:lnTo>
                  <a:lnTo>
                    <a:pt x="7076259" y="328004"/>
                  </a:lnTo>
                  <a:lnTo>
                    <a:pt x="7076404" y="328004"/>
                  </a:lnTo>
                  <a:lnTo>
                    <a:pt x="7076549" y="328004"/>
                  </a:lnTo>
                  <a:lnTo>
                    <a:pt x="7076695" y="328004"/>
                  </a:lnTo>
                  <a:lnTo>
                    <a:pt x="7076840" y="328004"/>
                  </a:lnTo>
                  <a:lnTo>
                    <a:pt x="7076986" y="328004"/>
                  </a:lnTo>
                  <a:lnTo>
                    <a:pt x="7077131" y="328004"/>
                  </a:lnTo>
                  <a:lnTo>
                    <a:pt x="7077277" y="328004"/>
                  </a:lnTo>
                  <a:lnTo>
                    <a:pt x="7077422" y="328004"/>
                  </a:lnTo>
                  <a:lnTo>
                    <a:pt x="7077567" y="328004"/>
                  </a:lnTo>
                  <a:lnTo>
                    <a:pt x="7077713" y="328004"/>
                  </a:lnTo>
                  <a:lnTo>
                    <a:pt x="7077858" y="328004"/>
                  </a:lnTo>
                  <a:lnTo>
                    <a:pt x="7078004" y="328004"/>
                  </a:lnTo>
                  <a:lnTo>
                    <a:pt x="7078149" y="328004"/>
                  </a:lnTo>
                  <a:lnTo>
                    <a:pt x="7078295" y="328004"/>
                  </a:lnTo>
                  <a:lnTo>
                    <a:pt x="7078440" y="328004"/>
                  </a:lnTo>
                  <a:lnTo>
                    <a:pt x="7078585" y="328004"/>
                  </a:lnTo>
                  <a:lnTo>
                    <a:pt x="7078731" y="328004"/>
                  </a:lnTo>
                  <a:lnTo>
                    <a:pt x="7078876" y="328004"/>
                  </a:lnTo>
                  <a:lnTo>
                    <a:pt x="7079022" y="328004"/>
                  </a:lnTo>
                  <a:lnTo>
                    <a:pt x="7079167" y="328004"/>
                  </a:lnTo>
                  <a:lnTo>
                    <a:pt x="7079313" y="328004"/>
                  </a:lnTo>
                  <a:lnTo>
                    <a:pt x="7079458" y="328004"/>
                  </a:lnTo>
                  <a:lnTo>
                    <a:pt x="7079603" y="328004"/>
                  </a:lnTo>
                  <a:lnTo>
                    <a:pt x="7079749" y="328004"/>
                  </a:lnTo>
                  <a:lnTo>
                    <a:pt x="7079894" y="328004"/>
                  </a:lnTo>
                  <a:lnTo>
                    <a:pt x="7080040" y="328004"/>
                  </a:lnTo>
                  <a:lnTo>
                    <a:pt x="7080185" y="328004"/>
                  </a:lnTo>
                  <a:lnTo>
                    <a:pt x="7080331" y="328004"/>
                  </a:lnTo>
                  <a:lnTo>
                    <a:pt x="7080476" y="328004"/>
                  </a:lnTo>
                  <a:lnTo>
                    <a:pt x="7080621" y="328004"/>
                  </a:lnTo>
                  <a:lnTo>
                    <a:pt x="7080767" y="328004"/>
                  </a:lnTo>
                  <a:lnTo>
                    <a:pt x="7080912" y="328004"/>
                  </a:lnTo>
                  <a:lnTo>
                    <a:pt x="7080912" y="327380"/>
                  </a:lnTo>
                  <a:lnTo>
                    <a:pt x="7081058" y="327380"/>
                  </a:lnTo>
                  <a:lnTo>
                    <a:pt x="7081203" y="327380"/>
                  </a:lnTo>
                  <a:lnTo>
                    <a:pt x="7081349" y="327380"/>
                  </a:lnTo>
                  <a:lnTo>
                    <a:pt x="7081494" y="327380"/>
                  </a:lnTo>
                  <a:lnTo>
                    <a:pt x="7081639" y="327380"/>
                  </a:lnTo>
                  <a:lnTo>
                    <a:pt x="7081785" y="327380"/>
                  </a:lnTo>
                  <a:lnTo>
                    <a:pt x="7081930" y="327380"/>
                  </a:lnTo>
                  <a:lnTo>
                    <a:pt x="7082076" y="327380"/>
                  </a:lnTo>
                  <a:lnTo>
                    <a:pt x="7082221" y="327380"/>
                  </a:lnTo>
                  <a:lnTo>
                    <a:pt x="7082367" y="327380"/>
                  </a:lnTo>
                  <a:lnTo>
                    <a:pt x="7082512" y="327380"/>
                  </a:lnTo>
                  <a:lnTo>
                    <a:pt x="7082657" y="327380"/>
                  </a:lnTo>
                  <a:lnTo>
                    <a:pt x="7082803" y="327380"/>
                  </a:lnTo>
                  <a:lnTo>
                    <a:pt x="7082948" y="327380"/>
                  </a:lnTo>
                  <a:lnTo>
                    <a:pt x="7083094" y="327380"/>
                  </a:lnTo>
                  <a:lnTo>
                    <a:pt x="7083094" y="326757"/>
                  </a:lnTo>
                  <a:lnTo>
                    <a:pt x="7083239" y="326757"/>
                  </a:lnTo>
                  <a:lnTo>
                    <a:pt x="7083384" y="326757"/>
                  </a:lnTo>
                  <a:lnTo>
                    <a:pt x="7083530" y="326757"/>
                  </a:lnTo>
                  <a:lnTo>
                    <a:pt x="7083675" y="326757"/>
                  </a:lnTo>
                  <a:lnTo>
                    <a:pt x="7083821" y="326757"/>
                  </a:lnTo>
                  <a:lnTo>
                    <a:pt x="7083966" y="326757"/>
                  </a:lnTo>
                  <a:lnTo>
                    <a:pt x="7084112" y="326757"/>
                  </a:lnTo>
                  <a:lnTo>
                    <a:pt x="7084257" y="326757"/>
                  </a:lnTo>
                  <a:lnTo>
                    <a:pt x="7084402" y="326757"/>
                  </a:lnTo>
                  <a:lnTo>
                    <a:pt x="7084548" y="326757"/>
                  </a:lnTo>
                  <a:lnTo>
                    <a:pt x="7084693" y="326757"/>
                  </a:lnTo>
                  <a:lnTo>
                    <a:pt x="7084839" y="326757"/>
                  </a:lnTo>
                  <a:lnTo>
                    <a:pt x="7084984" y="326757"/>
                  </a:lnTo>
                  <a:lnTo>
                    <a:pt x="7085130" y="326757"/>
                  </a:lnTo>
                  <a:lnTo>
                    <a:pt x="7085130" y="326133"/>
                  </a:lnTo>
                  <a:lnTo>
                    <a:pt x="7085275" y="326133"/>
                  </a:lnTo>
                  <a:lnTo>
                    <a:pt x="7085420" y="326133"/>
                  </a:lnTo>
                  <a:lnTo>
                    <a:pt x="7085566" y="326133"/>
                  </a:lnTo>
                  <a:lnTo>
                    <a:pt x="7085711" y="326133"/>
                  </a:lnTo>
                  <a:lnTo>
                    <a:pt x="7085857" y="326133"/>
                  </a:lnTo>
                  <a:lnTo>
                    <a:pt x="7086002" y="326133"/>
                  </a:lnTo>
                  <a:lnTo>
                    <a:pt x="7086148" y="326133"/>
                  </a:lnTo>
                  <a:lnTo>
                    <a:pt x="7086148" y="325509"/>
                  </a:lnTo>
                  <a:lnTo>
                    <a:pt x="7086293" y="325509"/>
                  </a:lnTo>
                  <a:lnTo>
                    <a:pt x="7086438" y="325509"/>
                  </a:lnTo>
                  <a:lnTo>
                    <a:pt x="7086584" y="325509"/>
                  </a:lnTo>
                  <a:lnTo>
                    <a:pt x="7086729" y="325509"/>
                  </a:lnTo>
                  <a:lnTo>
                    <a:pt x="7086875" y="325509"/>
                  </a:lnTo>
                  <a:lnTo>
                    <a:pt x="7086875" y="324886"/>
                  </a:lnTo>
                  <a:lnTo>
                    <a:pt x="7087020" y="324886"/>
                  </a:lnTo>
                  <a:lnTo>
                    <a:pt x="7087166" y="324886"/>
                  </a:lnTo>
                  <a:lnTo>
                    <a:pt x="7087311" y="324886"/>
                  </a:lnTo>
                  <a:lnTo>
                    <a:pt x="7087456" y="324886"/>
                  </a:lnTo>
                  <a:lnTo>
                    <a:pt x="7087602" y="324886"/>
                  </a:lnTo>
                  <a:lnTo>
                    <a:pt x="7087747" y="324886"/>
                  </a:lnTo>
                  <a:lnTo>
                    <a:pt x="7087893" y="324886"/>
                  </a:lnTo>
                  <a:lnTo>
                    <a:pt x="7088038" y="324886"/>
                  </a:lnTo>
                  <a:lnTo>
                    <a:pt x="7088184" y="324886"/>
                  </a:lnTo>
                  <a:lnTo>
                    <a:pt x="7088329" y="324886"/>
                  </a:lnTo>
                  <a:lnTo>
                    <a:pt x="7088474" y="324886"/>
                  </a:lnTo>
                  <a:lnTo>
                    <a:pt x="7088620" y="324886"/>
                  </a:lnTo>
                  <a:lnTo>
                    <a:pt x="7088765" y="324886"/>
                  </a:lnTo>
                  <a:lnTo>
                    <a:pt x="7088911" y="324886"/>
                  </a:lnTo>
                  <a:lnTo>
                    <a:pt x="7089056" y="324886"/>
                  </a:lnTo>
                  <a:lnTo>
                    <a:pt x="7089202" y="324886"/>
                  </a:lnTo>
                  <a:lnTo>
                    <a:pt x="7089347" y="324886"/>
                  </a:lnTo>
                  <a:lnTo>
                    <a:pt x="7089492" y="324886"/>
                  </a:lnTo>
                  <a:lnTo>
                    <a:pt x="7089638" y="324886"/>
                  </a:lnTo>
                  <a:lnTo>
                    <a:pt x="7089783" y="324886"/>
                  </a:lnTo>
                  <a:lnTo>
                    <a:pt x="7089929" y="324886"/>
                  </a:lnTo>
                  <a:lnTo>
                    <a:pt x="7090074" y="324886"/>
                  </a:lnTo>
                  <a:lnTo>
                    <a:pt x="7090219" y="324886"/>
                  </a:lnTo>
                  <a:lnTo>
                    <a:pt x="7090365" y="324886"/>
                  </a:lnTo>
                  <a:lnTo>
                    <a:pt x="7090510" y="324886"/>
                  </a:lnTo>
                  <a:lnTo>
                    <a:pt x="7090656" y="324886"/>
                  </a:lnTo>
                  <a:lnTo>
                    <a:pt x="7090801" y="324886"/>
                  </a:lnTo>
                  <a:lnTo>
                    <a:pt x="7090947" y="324886"/>
                  </a:lnTo>
                  <a:lnTo>
                    <a:pt x="7091092" y="324886"/>
                  </a:lnTo>
                  <a:lnTo>
                    <a:pt x="7091237" y="324886"/>
                  </a:lnTo>
                  <a:lnTo>
                    <a:pt x="7091383" y="324886"/>
                  </a:lnTo>
                  <a:lnTo>
                    <a:pt x="7091528" y="324886"/>
                  </a:lnTo>
                  <a:lnTo>
                    <a:pt x="7091674" y="324886"/>
                  </a:lnTo>
                  <a:lnTo>
                    <a:pt x="7091819" y="324886"/>
                  </a:lnTo>
                  <a:lnTo>
                    <a:pt x="7091965" y="324886"/>
                  </a:lnTo>
                  <a:lnTo>
                    <a:pt x="7092110" y="324886"/>
                  </a:lnTo>
                  <a:lnTo>
                    <a:pt x="7092110" y="324262"/>
                  </a:lnTo>
                  <a:lnTo>
                    <a:pt x="7092255" y="324262"/>
                  </a:lnTo>
                  <a:lnTo>
                    <a:pt x="7092401" y="324262"/>
                  </a:lnTo>
                  <a:lnTo>
                    <a:pt x="7092546" y="324262"/>
                  </a:lnTo>
                  <a:lnTo>
                    <a:pt x="7092692" y="324262"/>
                  </a:lnTo>
                  <a:lnTo>
                    <a:pt x="7092837" y="324262"/>
                  </a:lnTo>
                  <a:lnTo>
                    <a:pt x="7092983" y="324262"/>
                  </a:lnTo>
                  <a:lnTo>
                    <a:pt x="7093128" y="324262"/>
                  </a:lnTo>
                  <a:lnTo>
                    <a:pt x="7093273" y="324262"/>
                  </a:lnTo>
                  <a:lnTo>
                    <a:pt x="7093419" y="324262"/>
                  </a:lnTo>
                  <a:lnTo>
                    <a:pt x="7093564" y="324262"/>
                  </a:lnTo>
                  <a:lnTo>
                    <a:pt x="7093710" y="324262"/>
                  </a:lnTo>
                  <a:lnTo>
                    <a:pt x="7093855" y="324262"/>
                  </a:lnTo>
                  <a:lnTo>
                    <a:pt x="7094001" y="324262"/>
                  </a:lnTo>
                  <a:lnTo>
                    <a:pt x="7094146" y="324262"/>
                  </a:lnTo>
                  <a:lnTo>
                    <a:pt x="7094291" y="324262"/>
                  </a:lnTo>
                  <a:lnTo>
                    <a:pt x="7094291" y="323639"/>
                  </a:lnTo>
                  <a:lnTo>
                    <a:pt x="7094437" y="323639"/>
                  </a:lnTo>
                  <a:lnTo>
                    <a:pt x="7094582" y="323639"/>
                  </a:lnTo>
                  <a:lnTo>
                    <a:pt x="7094728" y="323639"/>
                  </a:lnTo>
                  <a:lnTo>
                    <a:pt x="7094873" y="323639"/>
                  </a:lnTo>
                  <a:lnTo>
                    <a:pt x="7095019" y="323639"/>
                  </a:lnTo>
                  <a:lnTo>
                    <a:pt x="7095164" y="323639"/>
                  </a:lnTo>
                  <a:lnTo>
                    <a:pt x="7095309" y="323639"/>
                  </a:lnTo>
                  <a:lnTo>
                    <a:pt x="7095455" y="323639"/>
                  </a:lnTo>
                  <a:lnTo>
                    <a:pt x="7095600" y="323639"/>
                  </a:lnTo>
                  <a:lnTo>
                    <a:pt x="7095746" y="323639"/>
                  </a:lnTo>
                  <a:lnTo>
                    <a:pt x="7095891" y="323639"/>
                  </a:lnTo>
                  <a:lnTo>
                    <a:pt x="7096036" y="323639"/>
                  </a:lnTo>
                  <a:lnTo>
                    <a:pt x="7096182" y="323639"/>
                  </a:lnTo>
                  <a:lnTo>
                    <a:pt x="7096327" y="323639"/>
                  </a:lnTo>
                  <a:lnTo>
                    <a:pt x="7096473" y="323639"/>
                  </a:lnTo>
                  <a:lnTo>
                    <a:pt x="7096618" y="323639"/>
                  </a:lnTo>
                  <a:lnTo>
                    <a:pt x="7096764" y="323639"/>
                  </a:lnTo>
                  <a:lnTo>
                    <a:pt x="7096909" y="323639"/>
                  </a:lnTo>
                  <a:lnTo>
                    <a:pt x="7097054" y="323639"/>
                  </a:lnTo>
                  <a:lnTo>
                    <a:pt x="7097200" y="323639"/>
                  </a:lnTo>
                  <a:lnTo>
                    <a:pt x="7097345" y="323639"/>
                  </a:lnTo>
                  <a:lnTo>
                    <a:pt x="7097491" y="323639"/>
                  </a:lnTo>
                  <a:lnTo>
                    <a:pt x="7097636" y="323639"/>
                  </a:lnTo>
                  <a:lnTo>
                    <a:pt x="7097782" y="323639"/>
                  </a:lnTo>
                  <a:lnTo>
                    <a:pt x="7097927" y="323639"/>
                  </a:lnTo>
                  <a:lnTo>
                    <a:pt x="7097927" y="323015"/>
                  </a:lnTo>
                  <a:lnTo>
                    <a:pt x="7097927" y="322392"/>
                  </a:lnTo>
                  <a:lnTo>
                    <a:pt x="7098072" y="322392"/>
                  </a:lnTo>
                  <a:lnTo>
                    <a:pt x="7098218" y="322392"/>
                  </a:lnTo>
                  <a:lnTo>
                    <a:pt x="7098363" y="322392"/>
                  </a:lnTo>
                  <a:lnTo>
                    <a:pt x="7098509" y="322392"/>
                  </a:lnTo>
                  <a:lnTo>
                    <a:pt x="7098654" y="322392"/>
                  </a:lnTo>
                  <a:lnTo>
                    <a:pt x="7098800" y="322392"/>
                  </a:lnTo>
                  <a:lnTo>
                    <a:pt x="7098945" y="322392"/>
                  </a:lnTo>
                  <a:lnTo>
                    <a:pt x="7099090" y="322392"/>
                  </a:lnTo>
                  <a:lnTo>
                    <a:pt x="7099236" y="322392"/>
                  </a:lnTo>
                  <a:lnTo>
                    <a:pt x="7099381" y="322392"/>
                  </a:lnTo>
                  <a:lnTo>
                    <a:pt x="7099527" y="322392"/>
                  </a:lnTo>
                  <a:lnTo>
                    <a:pt x="7099672" y="322392"/>
                  </a:lnTo>
                  <a:lnTo>
                    <a:pt x="7099818" y="322392"/>
                  </a:lnTo>
                  <a:lnTo>
                    <a:pt x="7099963" y="322392"/>
                  </a:lnTo>
                  <a:lnTo>
                    <a:pt x="7100108" y="322392"/>
                  </a:lnTo>
                  <a:lnTo>
                    <a:pt x="7100108" y="321768"/>
                  </a:lnTo>
                  <a:lnTo>
                    <a:pt x="7100254" y="321768"/>
                  </a:lnTo>
                  <a:lnTo>
                    <a:pt x="7100399" y="321768"/>
                  </a:lnTo>
                  <a:lnTo>
                    <a:pt x="7100545" y="321768"/>
                  </a:lnTo>
                  <a:lnTo>
                    <a:pt x="7100690" y="321768"/>
                  </a:lnTo>
                  <a:lnTo>
                    <a:pt x="7100836" y="321768"/>
                  </a:lnTo>
                  <a:lnTo>
                    <a:pt x="7100981" y="321768"/>
                  </a:lnTo>
                  <a:lnTo>
                    <a:pt x="7101126" y="321768"/>
                  </a:lnTo>
                  <a:lnTo>
                    <a:pt x="7101272" y="321768"/>
                  </a:lnTo>
                  <a:lnTo>
                    <a:pt x="7101417" y="321768"/>
                  </a:lnTo>
                  <a:lnTo>
                    <a:pt x="7101563" y="321768"/>
                  </a:lnTo>
                  <a:lnTo>
                    <a:pt x="7101708" y="321768"/>
                  </a:lnTo>
                  <a:lnTo>
                    <a:pt x="7101854" y="321768"/>
                  </a:lnTo>
                  <a:lnTo>
                    <a:pt x="7101999" y="321768"/>
                  </a:lnTo>
                  <a:lnTo>
                    <a:pt x="7102144" y="321768"/>
                  </a:lnTo>
                  <a:lnTo>
                    <a:pt x="7102290" y="321768"/>
                  </a:lnTo>
                  <a:lnTo>
                    <a:pt x="7102435" y="321768"/>
                  </a:lnTo>
                  <a:lnTo>
                    <a:pt x="7102581" y="321768"/>
                  </a:lnTo>
                  <a:lnTo>
                    <a:pt x="7102581" y="321144"/>
                  </a:lnTo>
                  <a:lnTo>
                    <a:pt x="7102726" y="321144"/>
                  </a:lnTo>
                  <a:lnTo>
                    <a:pt x="7102871" y="321144"/>
                  </a:lnTo>
                  <a:lnTo>
                    <a:pt x="7103017" y="321144"/>
                  </a:lnTo>
                  <a:lnTo>
                    <a:pt x="7103162" y="321144"/>
                  </a:lnTo>
                  <a:lnTo>
                    <a:pt x="7103308" y="321144"/>
                  </a:lnTo>
                  <a:lnTo>
                    <a:pt x="7103453" y="321144"/>
                  </a:lnTo>
                  <a:lnTo>
                    <a:pt x="7103453" y="320521"/>
                  </a:lnTo>
                  <a:lnTo>
                    <a:pt x="7103599" y="320521"/>
                  </a:lnTo>
                  <a:lnTo>
                    <a:pt x="7103744" y="320521"/>
                  </a:lnTo>
                  <a:lnTo>
                    <a:pt x="7103889" y="320521"/>
                  </a:lnTo>
                  <a:lnTo>
                    <a:pt x="7104035" y="320521"/>
                  </a:lnTo>
                  <a:lnTo>
                    <a:pt x="7104180" y="320521"/>
                  </a:lnTo>
                  <a:lnTo>
                    <a:pt x="7104326" y="320521"/>
                  </a:lnTo>
                  <a:lnTo>
                    <a:pt x="7104471" y="320521"/>
                  </a:lnTo>
                  <a:lnTo>
                    <a:pt x="7104617" y="320521"/>
                  </a:lnTo>
                  <a:lnTo>
                    <a:pt x="7104617" y="319897"/>
                  </a:lnTo>
                  <a:lnTo>
                    <a:pt x="7104762" y="319897"/>
                  </a:lnTo>
                  <a:lnTo>
                    <a:pt x="7104907" y="319897"/>
                  </a:lnTo>
                  <a:lnTo>
                    <a:pt x="7105053" y="319897"/>
                  </a:lnTo>
                  <a:lnTo>
                    <a:pt x="7105198" y="319897"/>
                  </a:lnTo>
                  <a:lnTo>
                    <a:pt x="7105344" y="319897"/>
                  </a:lnTo>
                  <a:lnTo>
                    <a:pt x="7105489" y="319897"/>
                  </a:lnTo>
                  <a:lnTo>
                    <a:pt x="7105489" y="319274"/>
                  </a:lnTo>
                  <a:lnTo>
                    <a:pt x="7105635" y="319274"/>
                  </a:lnTo>
                  <a:lnTo>
                    <a:pt x="7105780" y="319274"/>
                  </a:lnTo>
                  <a:lnTo>
                    <a:pt x="7105925" y="319274"/>
                  </a:lnTo>
                  <a:lnTo>
                    <a:pt x="7106071" y="319274"/>
                  </a:lnTo>
                  <a:lnTo>
                    <a:pt x="7106216" y="319274"/>
                  </a:lnTo>
                  <a:lnTo>
                    <a:pt x="7106362" y="319274"/>
                  </a:lnTo>
                  <a:lnTo>
                    <a:pt x="7106507" y="319274"/>
                  </a:lnTo>
                  <a:lnTo>
                    <a:pt x="7106653" y="319274"/>
                  </a:lnTo>
                  <a:lnTo>
                    <a:pt x="7106798" y="319274"/>
                  </a:lnTo>
                  <a:lnTo>
                    <a:pt x="7106943" y="319274"/>
                  </a:lnTo>
                  <a:lnTo>
                    <a:pt x="7106943" y="318650"/>
                  </a:lnTo>
                  <a:lnTo>
                    <a:pt x="7107089" y="318650"/>
                  </a:lnTo>
                  <a:lnTo>
                    <a:pt x="7107234" y="318650"/>
                  </a:lnTo>
                  <a:lnTo>
                    <a:pt x="7107234" y="318026"/>
                  </a:lnTo>
                  <a:lnTo>
                    <a:pt x="7107380" y="318026"/>
                  </a:lnTo>
                  <a:lnTo>
                    <a:pt x="7107525" y="318026"/>
                  </a:lnTo>
                  <a:lnTo>
                    <a:pt x="7107671" y="318026"/>
                  </a:lnTo>
                  <a:lnTo>
                    <a:pt x="7107816" y="318026"/>
                  </a:lnTo>
                  <a:lnTo>
                    <a:pt x="7107961" y="318026"/>
                  </a:lnTo>
                  <a:lnTo>
                    <a:pt x="7108107" y="318026"/>
                  </a:lnTo>
                  <a:lnTo>
                    <a:pt x="7108252" y="318026"/>
                  </a:lnTo>
                  <a:lnTo>
                    <a:pt x="7108398" y="318026"/>
                  </a:lnTo>
                  <a:lnTo>
                    <a:pt x="7108543" y="318026"/>
                  </a:lnTo>
                  <a:lnTo>
                    <a:pt x="7108689" y="318026"/>
                  </a:lnTo>
                  <a:lnTo>
                    <a:pt x="7108834" y="318026"/>
                  </a:lnTo>
                  <a:lnTo>
                    <a:pt x="7108979" y="318026"/>
                  </a:lnTo>
                  <a:lnTo>
                    <a:pt x="7109125" y="318026"/>
                  </a:lnTo>
                  <a:lnTo>
                    <a:pt x="7109270" y="318026"/>
                  </a:lnTo>
                  <a:lnTo>
                    <a:pt x="7109416" y="318026"/>
                  </a:lnTo>
                  <a:lnTo>
                    <a:pt x="7109561" y="318026"/>
                  </a:lnTo>
                  <a:lnTo>
                    <a:pt x="7109706" y="318026"/>
                  </a:lnTo>
                  <a:lnTo>
                    <a:pt x="7109852" y="318026"/>
                  </a:lnTo>
                  <a:lnTo>
                    <a:pt x="7109997" y="318026"/>
                  </a:lnTo>
                  <a:lnTo>
                    <a:pt x="7110143" y="318026"/>
                  </a:lnTo>
                  <a:lnTo>
                    <a:pt x="7110288" y="318026"/>
                  </a:lnTo>
                  <a:lnTo>
                    <a:pt x="7110434" y="318026"/>
                  </a:lnTo>
                  <a:lnTo>
                    <a:pt x="7110579" y="318026"/>
                  </a:lnTo>
                  <a:lnTo>
                    <a:pt x="7110724" y="318026"/>
                  </a:lnTo>
                  <a:lnTo>
                    <a:pt x="7110870" y="318026"/>
                  </a:lnTo>
                  <a:lnTo>
                    <a:pt x="7111015" y="318026"/>
                  </a:lnTo>
                  <a:lnTo>
                    <a:pt x="7111161" y="318026"/>
                  </a:lnTo>
                  <a:lnTo>
                    <a:pt x="7111306" y="318026"/>
                  </a:lnTo>
                  <a:lnTo>
                    <a:pt x="7111452" y="318026"/>
                  </a:lnTo>
                  <a:lnTo>
                    <a:pt x="7111597" y="318026"/>
                  </a:lnTo>
                  <a:lnTo>
                    <a:pt x="7111742" y="318026"/>
                  </a:lnTo>
                  <a:lnTo>
                    <a:pt x="7111888" y="318026"/>
                  </a:lnTo>
                  <a:lnTo>
                    <a:pt x="7112033" y="318026"/>
                  </a:lnTo>
                  <a:lnTo>
                    <a:pt x="7112033" y="317403"/>
                  </a:lnTo>
                  <a:lnTo>
                    <a:pt x="7112179" y="317403"/>
                  </a:lnTo>
                  <a:lnTo>
                    <a:pt x="7112324" y="317403"/>
                  </a:lnTo>
                  <a:lnTo>
                    <a:pt x="7112470" y="317403"/>
                  </a:lnTo>
                  <a:lnTo>
                    <a:pt x="7112615" y="317403"/>
                  </a:lnTo>
                  <a:lnTo>
                    <a:pt x="7112760" y="317403"/>
                  </a:lnTo>
                  <a:lnTo>
                    <a:pt x="7112906" y="317403"/>
                  </a:lnTo>
                  <a:lnTo>
                    <a:pt x="7113051" y="317403"/>
                  </a:lnTo>
                  <a:lnTo>
                    <a:pt x="7113197" y="317403"/>
                  </a:lnTo>
                  <a:lnTo>
                    <a:pt x="7113342" y="317403"/>
                  </a:lnTo>
                  <a:lnTo>
                    <a:pt x="7113488" y="317403"/>
                  </a:lnTo>
                  <a:lnTo>
                    <a:pt x="7113633" y="317403"/>
                  </a:lnTo>
                  <a:lnTo>
                    <a:pt x="7113778" y="317403"/>
                  </a:lnTo>
                  <a:lnTo>
                    <a:pt x="7113924" y="317403"/>
                  </a:lnTo>
                  <a:lnTo>
                    <a:pt x="7114069" y="317403"/>
                  </a:lnTo>
                  <a:lnTo>
                    <a:pt x="7114215" y="317403"/>
                  </a:lnTo>
                  <a:lnTo>
                    <a:pt x="7114360" y="317403"/>
                  </a:lnTo>
                  <a:lnTo>
                    <a:pt x="7114506" y="317403"/>
                  </a:lnTo>
                  <a:lnTo>
                    <a:pt x="7114651" y="317403"/>
                  </a:lnTo>
                  <a:lnTo>
                    <a:pt x="7114796" y="317403"/>
                  </a:lnTo>
                  <a:lnTo>
                    <a:pt x="7114942" y="317403"/>
                  </a:lnTo>
                  <a:lnTo>
                    <a:pt x="7115087" y="317403"/>
                  </a:lnTo>
                  <a:lnTo>
                    <a:pt x="7115233" y="317403"/>
                  </a:lnTo>
                  <a:lnTo>
                    <a:pt x="7115378" y="317403"/>
                  </a:lnTo>
                  <a:lnTo>
                    <a:pt x="7115524" y="317403"/>
                  </a:lnTo>
                  <a:lnTo>
                    <a:pt x="7115669" y="317403"/>
                  </a:lnTo>
                  <a:lnTo>
                    <a:pt x="7115814" y="317403"/>
                  </a:lnTo>
                  <a:lnTo>
                    <a:pt x="7115960" y="317403"/>
                  </a:lnTo>
                  <a:lnTo>
                    <a:pt x="7116105" y="317403"/>
                  </a:lnTo>
                  <a:lnTo>
                    <a:pt x="7116251" y="317403"/>
                  </a:lnTo>
                  <a:lnTo>
                    <a:pt x="7116396" y="317403"/>
                  </a:lnTo>
                  <a:lnTo>
                    <a:pt x="7116541" y="317403"/>
                  </a:lnTo>
                  <a:lnTo>
                    <a:pt x="7116687" y="317403"/>
                  </a:lnTo>
                  <a:lnTo>
                    <a:pt x="7116832" y="317403"/>
                  </a:lnTo>
                  <a:lnTo>
                    <a:pt x="7116978" y="317403"/>
                  </a:lnTo>
                  <a:lnTo>
                    <a:pt x="7117123" y="317403"/>
                  </a:lnTo>
                  <a:lnTo>
                    <a:pt x="7117269" y="317403"/>
                  </a:lnTo>
                  <a:lnTo>
                    <a:pt x="7117414" y="317403"/>
                  </a:lnTo>
                  <a:lnTo>
                    <a:pt x="7117559" y="317403"/>
                  </a:lnTo>
                  <a:lnTo>
                    <a:pt x="7117705" y="317403"/>
                  </a:lnTo>
                  <a:lnTo>
                    <a:pt x="7117850" y="317403"/>
                  </a:lnTo>
                  <a:lnTo>
                    <a:pt x="7117996" y="317403"/>
                  </a:lnTo>
                  <a:lnTo>
                    <a:pt x="7118141" y="317403"/>
                  </a:lnTo>
                  <a:lnTo>
                    <a:pt x="7118287" y="317403"/>
                  </a:lnTo>
                  <a:lnTo>
                    <a:pt x="7118287" y="316779"/>
                  </a:lnTo>
                  <a:lnTo>
                    <a:pt x="7118432" y="316779"/>
                  </a:lnTo>
                  <a:lnTo>
                    <a:pt x="7118577" y="316779"/>
                  </a:lnTo>
                  <a:lnTo>
                    <a:pt x="7118723" y="316779"/>
                  </a:lnTo>
                  <a:lnTo>
                    <a:pt x="7118868" y="316779"/>
                  </a:lnTo>
                  <a:lnTo>
                    <a:pt x="7119014" y="316779"/>
                  </a:lnTo>
                  <a:lnTo>
                    <a:pt x="7119014" y="316156"/>
                  </a:lnTo>
                  <a:lnTo>
                    <a:pt x="7119159" y="316156"/>
                  </a:lnTo>
                  <a:lnTo>
                    <a:pt x="7119305" y="316156"/>
                  </a:lnTo>
                  <a:lnTo>
                    <a:pt x="7119450" y="316156"/>
                  </a:lnTo>
                  <a:lnTo>
                    <a:pt x="7119595" y="316156"/>
                  </a:lnTo>
                  <a:lnTo>
                    <a:pt x="7119741" y="316156"/>
                  </a:lnTo>
                  <a:lnTo>
                    <a:pt x="7119886" y="316156"/>
                  </a:lnTo>
                  <a:lnTo>
                    <a:pt x="7120032" y="316156"/>
                  </a:lnTo>
                  <a:lnTo>
                    <a:pt x="7120177" y="316156"/>
                  </a:lnTo>
                  <a:lnTo>
                    <a:pt x="7120323" y="316156"/>
                  </a:lnTo>
                  <a:lnTo>
                    <a:pt x="7120468" y="316156"/>
                  </a:lnTo>
                  <a:lnTo>
                    <a:pt x="7120613" y="316156"/>
                  </a:lnTo>
                  <a:lnTo>
                    <a:pt x="7120759" y="316156"/>
                  </a:lnTo>
                  <a:lnTo>
                    <a:pt x="7120904" y="316156"/>
                  </a:lnTo>
                  <a:lnTo>
                    <a:pt x="7121050" y="316156"/>
                  </a:lnTo>
                  <a:lnTo>
                    <a:pt x="7121195" y="316156"/>
                  </a:lnTo>
                  <a:lnTo>
                    <a:pt x="7121341" y="316156"/>
                  </a:lnTo>
                  <a:lnTo>
                    <a:pt x="7121486" y="316156"/>
                  </a:lnTo>
                  <a:lnTo>
                    <a:pt x="7121631" y="316156"/>
                  </a:lnTo>
                  <a:lnTo>
                    <a:pt x="7121777" y="316156"/>
                  </a:lnTo>
                  <a:lnTo>
                    <a:pt x="7121777" y="315532"/>
                  </a:lnTo>
                  <a:lnTo>
                    <a:pt x="7121777" y="314909"/>
                  </a:lnTo>
                  <a:lnTo>
                    <a:pt x="7121922" y="314909"/>
                  </a:lnTo>
                  <a:lnTo>
                    <a:pt x="7122068" y="314909"/>
                  </a:lnTo>
                  <a:lnTo>
                    <a:pt x="7122213" y="314909"/>
                  </a:lnTo>
                  <a:lnTo>
                    <a:pt x="7122359" y="314909"/>
                  </a:lnTo>
                  <a:lnTo>
                    <a:pt x="7122359" y="314285"/>
                  </a:lnTo>
                  <a:lnTo>
                    <a:pt x="7122504" y="314285"/>
                  </a:lnTo>
                  <a:lnTo>
                    <a:pt x="7122649" y="314285"/>
                  </a:lnTo>
                  <a:lnTo>
                    <a:pt x="7122795" y="314285"/>
                  </a:lnTo>
                  <a:lnTo>
                    <a:pt x="7122940" y="314285"/>
                  </a:lnTo>
                  <a:lnTo>
                    <a:pt x="7123086" y="314285"/>
                  </a:lnTo>
                  <a:lnTo>
                    <a:pt x="7123231" y="314285"/>
                  </a:lnTo>
                  <a:lnTo>
                    <a:pt x="7123376" y="314285"/>
                  </a:lnTo>
                  <a:lnTo>
                    <a:pt x="7123522" y="314285"/>
                  </a:lnTo>
                  <a:lnTo>
                    <a:pt x="7123522" y="313661"/>
                  </a:lnTo>
                  <a:lnTo>
                    <a:pt x="7123667" y="313661"/>
                  </a:lnTo>
                  <a:lnTo>
                    <a:pt x="7123813" y="313661"/>
                  </a:lnTo>
                  <a:lnTo>
                    <a:pt x="7123958" y="313661"/>
                  </a:lnTo>
                  <a:lnTo>
                    <a:pt x="7124104" y="313661"/>
                  </a:lnTo>
                  <a:lnTo>
                    <a:pt x="7124249" y="313661"/>
                  </a:lnTo>
                  <a:lnTo>
                    <a:pt x="7124394" y="313661"/>
                  </a:lnTo>
                  <a:lnTo>
                    <a:pt x="7124540" y="313661"/>
                  </a:lnTo>
                  <a:lnTo>
                    <a:pt x="7124685" y="313661"/>
                  </a:lnTo>
                  <a:lnTo>
                    <a:pt x="7124831" y="313661"/>
                  </a:lnTo>
                  <a:lnTo>
                    <a:pt x="7124976" y="313661"/>
                  </a:lnTo>
                  <a:lnTo>
                    <a:pt x="7125122" y="313661"/>
                  </a:lnTo>
                  <a:lnTo>
                    <a:pt x="7125267" y="313661"/>
                  </a:lnTo>
                  <a:lnTo>
                    <a:pt x="7125412" y="313661"/>
                  </a:lnTo>
                  <a:lnTo>
                    <a:pt x="7125558" y="313661"/>
                  </a:lnTo>
                  <a:lnTo>
                    <a:pt x="7125703" y="313661"/>
                  </a:lnTo>
                  <a:lnTo>
                    <a:pt x="7125849" y="313661"/>
                  </a:lnTo>
                  <a:lnTo>
                    <a:pt x="7125994" y="313661"/>
                  </a:lnTo>
                  <a:lnTo>
                    <a:pt x="7126140" y="313661"/>
                  </a:lnTo>
                  <a:lnTo>
                    <a:pt x="7126285" y="313661"/>
                  </a:lnTo>
                  <a:lnTo>
                    <a:pt x="7126430" y="313661"/>
                  </a:lnTo>
                  <a:lnTo>
                    <a:pt x="7126576" y="313661"/>
                  </a:lnTo>
                  <a:lnTo>
                    <a:pt x="7126721" y="313661"/>
                  </a:lnTo>
                  <a:lnTo>
                    <a:pt x="7126867" y="313661"/>
                  </a:lnTo>
                  <a:lnTo>
                    <a:pt x="7127012" y="313661"/>
                  </a:lnTo>
                  <a:lnTo>
                    <a:pt x="7127158" y="313661"/>
                  </a:lnTo>
                  <a:lnTo>
                    <a:pt x="7127303" y="313661"/>
                  </a:lnTo>
                  <a:lnTo>
                    <a:pt x="7127448" y="313661"/>
                  </a:lnTo>
                  <a:lnTo>
                    <a:pt x="7127594" y="313661"/>
                  </a:lnTo>
                  <a:lnTo>
                    <a:pt x="7127739" y="313661"/>
                  </a:lnTo>
                  <a:lnTo>
                    <a:pt x="7127885" y="313661"/>
                  </a:lnTo>
                  <a:lnTo>
                    <a:pt x="7128030" y="313661"/>
                  </a:lnTo>
                  <a:lnTo>
                    <a:pt x="7128176" y="313661"/>
                  </a:lnTo>
                  <a:lnTo>
                    <a:pt x="7128321" y="313661"/>
                  </a:lnTo>
                  <a:lnTo>
                    <a:pt x="7128466" y="313661"/>
                  </a:lnTo>
                  <a:lnTo>
                    <a:pt x="7128612" y="313661"/>
                  </a:lnTo>
                  <a:lnTo>
                    <a:pt x="7128757" y="313661"/>
                  </a:lnTo>
                  <a:lnTo>
                    <a:pt x="7128903" y="313661"/>
                  </a:lnTo>
                  <a:lnTo>
                    <a:pt x="7129048" y="313661"/>
                  </a:lnTo>
                  <a:lnTo>
                    <a:pt x="7129194" y="313661"/>
                  </a:lnTo>
                  <a:lnTo>
                    <a:pt x="7129339" y="313661"/>
                  </a:lnTo>
                  <a:lnTo>
                    <a:pt x="7129484" y="313661"/>
                  </a:lnTo>
                  <a:lnTo>
                    <a:pt x="7129630" y="313661"/>
                  </a:lnTo>
                  <a:lnTo>
                    <a:pt x="7129775" y="313661"/>
                  </a:lnTo>
                  <a:lnTo>
                    <a:pt x="7129921" y="313661"/>
                  </a:lnTo>
                  <a:lnTo>
                    <a:pt x="7130066" y="313661"/>
                  </a:lnTo>
                  <a:lnTo>
                    <a:pt x="7130211" y="313661"/>
                  </a:lnTo>
                  <a:lnTo>
                    <a:pt x="7130357" y="313661"/>
                  </a:lnTo>
                  <a:lnTo>
                    <a:pt x="7130502" y="313661"/>
                  </a:lnTo>
                  <a:lnTo>
                    <a:pt x="7130648" y="313661"/>
                  </a:lnTo>
                  <a:lnTo>
                    <a:pt x="7130793" y="313661"/>
                  </a:lnTo>
                  <a:lnTo>
                    <a:pt x="7130939" y="313661"/>
                  </a:lnTo>
                  <a:lnTo>
                    <a:pt x="7131084" y="313661"/>
                  </a:lnTo>
                  <a:lnTo>
                    <a:pt x="7131229" y="313661"/>
                  </a:lnTo>
                  <a:lnTo>
                    <a:pt x="7131375" y="313661"/>
                  </a:lnTo>
                  <a:lnTo>
                    <a:pt x="7131520" y="313661"/>
                  </a:lnTo>
                  <a:lnTo>
                    <a:pt x="7131666" y="313661"/>
                  </a:lnTo>
                  <a:lnTo>
                    <a:pt x="7131811" y="313661"/>
                  </a:lnTo>
                  <a:lnTo>
                    <a:pt x="7131957" y="313661"/>
                  </a:lnTo>
                  <a:lnTo>
                    <a:pt x="7132102" y="313661"/>
                  </a:lnTo>
                  <a:lnTo>
                    <a:pt x="7132247" y="313661"/>
                  </a:lnTo>
                  <a:lnTo>
                    <a:pt x="7132393" y="313661"/>
                  </a:lnTo>
                  <a:lnTo>
                    <a:pt x="7132538" y="313661"/>
                  </a:lnTo>
                  <a:lnTo>
                    <a:pt x="7132684" y="313661"/>
                  </a:lnTo>
                  <a:lnTo>
                    <a:pt x="7132829" y="313661"/>
                  </a:lnTo>
                  <a:lnTo>
                    <a:pt x="7132829" y="313038"/>
                  </a:lnTo>
                  <a:lnTo>
                    <a:pt x="7132829" y="312414"/>
                  </a:lnTo>
                  <a:lnTo>
                    <a:pt x="7132975" y="312414"/>
                  </a:lnTo>
                  <a:lnTo>
                    <a:pt x="7133120" y="312414"/>
                  </a:lnTo>
                  <a:lnTo>
                    <a:pt x="7133265" y="312414"/>
                  </a:lnTo>
                  <a:lnTo>
                    <a:pt x="7133411" y="312414"/>
                  </a:lnTo>
                  <a:lnTo>
                    <a:pt x="7133556" y="312414"/>
                  </a:lnTo>
                  <a:lnTo>
                    <a:pt x="7133702" y="312414"/>
                  </a:lnTo>
                  <a:lnTo>
                    <a:pt x="7133847" y="312414"/>
                  </a:lnTo>
                  <a:lnTo>
                    <a:pt x="7133993" y="312414"/>
                  </a:lnTo>
                  <a:lnTo>
                    <a:pt x="7134138" y="312414"/>
                  </a:lnTo>
                  <a:lnTo>
                    <a:pt x="7134283" y="312414"/>
                  </a:lnTo>
                  <a:lnTo>
                    <a:pt x="7134429" y="312414"/>
                  </a:lnTo>
                  <a:lnTo>
                    <a:pt x="7134574" y="312414"/>
                  </a:lnTo>
                  <a:lnTo>
                    <a:pt x="7134720" y="312414"/>
                  </a:lnTo>
                  <a:lnTo>
                    <a:pt x="7134865" y="312414"/>
                  </a:lnTo>
                  <a:lnTo>
                    <a:pt x="7135011" y="312414"/>
                  </a:lnTo>
                  <a:lnTo>
                    <a:pt x="7135156" y="312414"/>
                  </a:lnTo>
                  <a:lnTo>
                    <a:pt x="7135301" y="312414"/>
                  </a:lnTo>
                  <a:lnTo>
                    <a:pt x="7135447" y="312414"/>
                  </a:lnTo>
                  <a:lnTo>
                    <a:pt x="7135592" y="312414"/>
                  </a:lnTo>
                  <a:lnTo>
                    <a:pt x="7135738" y="312414"/>
                  </a:lnTo>
                  <a:lnTo>
                    <a:pt x="7135883" y="312414"/>
                  </a:lnTo>
                  <a:lnTo>
                    <a:pt x="7136029" y="312414"/>
                  </a:lnTo>
                  <a:lnTo>
                    <a:pt x="7136174" y="312414"/>
                  </a:lnTo>
                  <a:lnTo>
                    <a:pt x="7136319" y="312414"/>
                  </a:lnTo>
                  <a:lnTo>
                    <a:pt x="7136465" y="312414"/>
                  </a:lnTo>
                  <a:lnTo>
                    <a:pt x="7136610" y="312414"/>
                  </a:lnTo>
                  <a:lnTo>
                    <a:pt x="7136756" y="312414"/>
                  </a:lnTo>
                  <a:lnTo>
                    <a:pt x="7136901" y="312414"/>
                  </a:lnTo>
                  <a:lnTo>
                    <a:pt x="7137046" y="312414"/>
                  </a:lnTo>
                  <a:lnTo>
                    <a:pt x="7137192" y="312414"/>
                  </a:lnTo>
                  <a:lnTo>
                    <a:pt x="7137337" y="312414"/>
                  </a:lnTo>
                  <a:lnTo>
                    <a:pt x="7137483" y="312414"/>
                  </a:lnTo>
                  <a:lnTo>
                    <a:pt x="7137628" y="312414"/>
                  </a:lnTo>
                  <a:lnTo>
                    <a:pt x="7137774" y="312414"/>
                  </a:lnTo>
                  <a:lnTo>
                    <a:pt x="7137919" y="312414"/>
                  </a:lnTo>
                  <a:lnTo>
                    <a:pt x="7138064" y="312414"/>
                  </a:lnTo>
                  <a:lnTo>
                    <a:pt x="7138210" y="312414"/>
                  </a:lnTo>
                  <a:lnTo>
                    <a:pt x="7138355" y="312414"/>
                  </a:lnTo>
                  <a:lnTo>
                    <a:pt x="7138501" y="312414"/>
                  </a:lnTo>
                  <a:lnTo>
                    <a:pt x="7138646" y="312414"/>
                  </a:lnTo>
                  <a:lnTo>
                    <a:pt x="7138792" y="312414"/>
                  </a:lnTo>
                  <a:lnTo>
                    <a:pt x="7138937" y="312414"/>
                  </a:lnTo>
                  <a:lnTo>
                    <a:pt x="7139082" y="312414"/>
                  </a:lnTo>
                  <a:lnTo>
                    <a:pt x="7139228" y="312414"/>
                  </a:lnTo>
                  <a:lnTo>
                    <a:pt x="7139373" y="312414"/>
                  </a:lnTo>
                  <a:lnTo>
                    <a:pt x="7139519" y="312414"/>
                  </a:lnTo>
                  <a:lnTo>
                    <a:pt x="7139664" y="312414"/>
                  </a:lnTo>
                  <a:lnTo>
                    <a:pt x="7139810" y="312414"/>
                  </a:lnTo>
                  <a:lnTo>
                    <a:pt x="7139955" y="312414"/>
                  </a:lnTo>
                  <a:lnTo>
                    <a:pt x="7140100" y="312414"/>
                  </a:lnTo>
                  <a:lnTo>
                    <a:pt x="7140246" y="312414"/>
                  </a:lnTo>
                  <a:lnTo>
                    <a:pt x="7140391" y="312414"/>
                  </a:lnTo>
                  <a:lnTo>
                    <a:pt x="7140537" y="312414"/>
                  </a:lnTo>
                  <a:lnTo>
                    <a:pt x="7140682" y="312414"/>
                  </a:lnTo>
                  <a:lnTo>
                    <a:pt x="7140828" y="312414"/>
                  </a:lnTo>
                  <a:lnTo>
                    <a:pt x="7140973" y="312414"/>
                  </a:lnTo>
                  <a:lnTo>
                    <a:pt x="7141118" y="312414"/>
                  </a:lnTo>
                  <a:lnTo>
                    <a:pt x="7141264" y="312414"/>
                  </a:lnTo>
                  <a:lnTo>
                    <a:pt x="7141409" y="312414"/>
                  </a:lnTo>
                  <a:lnTo>
                    <a:pt x="7141555" y="312414"/>
                  </a:lnTo>
                  <a:lnTo>
                    <a:pt x="7141700" y="312414"/>
                  </a:lnTo>
                  <a:lnTo>
                    <a:pt x="7141846" y="312414"/>
                  </a:lnTo>
                  <a:lnTo>
                    <a:pt x="7141991" y="312414"/>
                  </a:lnTo>
                  <a:lnTo>
                    <a:pt x="7141991" y="311791"/>
                  </a:lnTo>
                  <a:lnTo>
                    <a:pt x="7142136" y="311791"/>
                  </a:lnTo>
                  <a:lnTo>
                    <a:pt x="7142282" y="311791"/>
                  </a:lnTo>
                  <a:lnTo>
                    <a:pt x="7142282" y="311167"/>
                  </a:lnTo>
                  <a:lnTo>
                    <a:pt x="7142427" y="311167"/>
                  </a:lnTo>
                  <a:lnTo>
                    <a:pt x="7142573" y="311167"/>
                  </a:lnTo>
                  <a:lnTo>
                    <a:pt x="7142718" y="311167"/>
                  </a:lnTo>
                  <a:lnTo>
                    <a:pt x="7142864" y="311167"/>
                  </a:lnTo>
                  <a:lnTo>
                    <a:pt x="7143009" y="311167"/>
                  </a:lnTo>
                  <a:lnTo>
                    <a:pt x="7143154" y="311167"/>
                  </a:lnTo>
                  <a:lnTo>
                    <a:pt x="7143300" y="311167"/>
                  </a:lnTo>
                  <a:lnTo>
                    <a:pt x="7143445" y="311167"/>
                  </a:lnTo>
                  <a:lnTo>
                    <a:pt x="7143591" y="311167"/>
                  </a:lnTo>
                  <a:lnTo>
                    <a:pt x="7143736" y="311167"/>
                  </a:lnTo>
                  <a:lnTo>
                    <a:pt x="7143736" y="310543"/>
                  </a:lnTo>
                  <a:lnTo>
                    <a:pt x="7143881" y="310543"/>
                  </a:lnTo>
                  <a:lnTo>
                    <a:pt x="7144027" y="310543"/>
                  </a:lnTo>
                  <a:lnTo>
                    <a:pt x="7144027" y="309920"/>
                  </a:lnTo>
                  <a:lnTo>
                    <a:pt x="7144172" y="309920"/>
                  </a:lnTo>
                  <a:lnTo>
                    <a:pt x="7144172" y="309296"/>
                  </a:lnTo>
                  <a:lnTo>
                    <a:pt x="7144318" y="309296"/>
                  </a:lnTo>
                  <a:lnTo>
                    <a:pt x="7144463" y="309296"/>
                  </a:lnTo>
                  <a:lnTo>
                    <a:pt x="7144609" y="309296"/>
                  </a:lnTo>
                  <a:lnTo>
                    <a:pt x="7144754" y="309296"/>
                  </a:lnTo>
                  <a:lnTo>
                    <a:pt x="7144899" y="309296"/>
                  </a:lnTo>
                  <a:lnTo>
                    <a:pt x="7145045" y="309296"/>
                  </a:lnTo>
                  <a:lnTo>
                    <a:pt x="7145190" y="309296"/>
                  </a:lnTo>
                  <a:lnTo>
                    <a:pt x="7145336" y="309296"/>
                  </a:lnTo>
                  <a:lnTo>
                    <a:pt x="7145481" y="309296"/>
                  </a:lnTo>
                  <a:lnTo>
                    <a:pt x="7145627" y="309296"/>
                  </a:lnTo>
                  <a:lnTo>
                    <a:pt x="7145772" y="309296"/>
                  </a:lnTo>
                  <a:lnTo>
                    <a:pt x="7145917" y="309296"/>
                  </a:lnTo>
                  <a:lnTo>
                    <a:pt x="7146063" y="309296"/>
                  </a:lnTo>
                  <a:lnTo>
                    <a:pt x="7146208" y="309296"/>
                  </a:lnTo>
                  <a:lnTo>
                    <a:pt x="7146354" y="309296"/>
                  </a:lnTo>
                  <a:lnTo>
                    <a:pt x="7146499" y="309296"/>
                  </a:lnTo>
                  <a:lnTo>
                    <a:pt x="7146645" y="309296"/>
                  </a:lnTo>
                  <a:lnTo>
                    <a:pt x="7146790" y="309296"/>
                  </a:lnTo>
                  <a:lnTo>
                    <a:pt x="7146935" y="309296"/>
                  </a:lnTo>
                  <a:lnTo>
                    <a:pt x="7147081" y="309296"/>
                  </a:lnTo>
                  <a:lnTo>
                    <a:pt x="7147226" y="309296"/>
                  </a:lnTo>
                  <a:lnTo>
                    <a:pt x="7147372" y="309296"/>
                  </a:lnTo>
                  <a:lnTo>
                    <a:pt x="7147517" y="309296"/>
                  </a:lnTo>
                  <a:lnTo>
                    <a:pt x="7147663" y="309296"/>
                  </a:lnTo>
                  <a:lnTo>
                    <a:pt x="7147808" y="309296"/>
                  </a:lnTo>
                  <a:lnTo>
                    <a:pt x="7147953" y="309296"/>
                  </a:lnTo>
                  <a:lnTo>
                    <a:pt x="7148099" y="309296"/>
                  </a:lnTo>
                  <a:lnTo>
                    <a:pt x="7148244" y="309296"/>
                  </a:lnTo>
                  <a:lnTo>
                    <a:pt x="7148390" y="309296"/>
                  </a:lnTo>
                  <a:lnTo>
                    <a:pt x="7148390" y="308673"/>
                  </a:lnTo>
                  <a:lnTo>
                    <a:pt x="7148535" y="308673"/>
                  </a:lnTo>
                  <a:lnTo>
                    <a:pt x="7148681" y="308673"/>
                  </a:lnTo>
                  <a:lnTo>
                    <a:pt x="7148681" y="308049"/>
                  </a:lnTo>
                  <a:lnTo>
                    <a:pt x="7148826" y="308049"/>
                  </a:lnTo>
                  <a:lnTo>
                    <a:pt x="7148971" y="308049"/>
                  </a:lnTo>
                  <a:lnTo>
                    <a:pt x="7149117" y="308049"/>
                  </a:lnTo>
                  <a:lnTo>
                    <a:pt x="7149262" y="308049"/>
                  </a:lnTo>
                  <a:lnTo>
                    <a:pt x="7149408" y="308049"/>
                  </a:lnTo>
                  <a:lnTo>
                    <a:pt x="7149553" y="308049"/>
                  </a:lnTo>
                  <a:lnTo>
                    <a:pt x="7149699" y="308049"/>
                  </a:lnTo>
                  <a:lnTo>
                    <a:pt x="7149844" y="308049"/>
                  </a:lnTo>
                  <a:lnTo>
                    <a:pt x="7149989" y="308049"/>
                  </a:lnTo>
                  <a:lnTo>
                    <a:pt x="7150135" y="308049"/>
                  </a:lnTo>
                  <a:lnTo>
                    <a:pt x="7150280" y="308049"/>
                  </a:lnTo>
                  <a:lnTo>
                    <a:pt x="7150426" y="308049"/>
                  </a:lnTo>
                  <a:lnTo>
                    <a:pt x="7150571" y="308049"/>
                  </a:lnTo>
                  <a:lnTo>
                    <a:pt x="7150716" y="308049"/>
                  </a:lnTo>
                  <a:lnTo>
                    <a:pt x="7150862" y="308049"/>
                  </a:lnTo>
                  <a:lnTo>
                    <a:pt x="7151007" y="308049"/>
                  </a:lnTo>
                  <a:lnTo>
                    <a:pt x="7151153" y="308049"/>
                  </a:lnTo>
                  <a:lnTo>
                    <a:pt x="7151298" y="308049"/>
                  </a:lnTo>
                  <a:lnTo>
                    <a:pt x="7151444" y="308049"/>
                  </a:lnTo>
                  <a:lnTo>
                    <a:pt x="7151589" y="308049"/>
                  </a:lnTo>
                  <a:lnTo>
                    <a:pt x="7151734" y="308049"/>
                  </a:lnTo>
                  <a:lnTo>
                    <a:pt x="7151880" y="308049"/>
                  </a:lnTo>
                  <a:lnTo>
                    <a:pt x="7152025" y="308049"/>
                  </a:lnTo>
                  <a:lnTo>
                    <a:pt x="7152171" y="308049"/>
                  </a:lnTo>
                  <a:lnTo>
                    <a:pt x="7152316" y="308049"/>
                  </a:lnTo>
                  <a:lnTo>
                    <a:pt x="7152462" y="308049"/>
                  </a:lnTo>
                  <a:lnTo>
                    <a:pt x="7152607" y="308049"/>
                  </a:lnTo>
                  <a:lnTo>
                    <a:pt x="7152752" y="308049"/>
                  </a:lnTo>
                  <a:lnTo>
                    <a:pt x="7152898" y="308049"/>
                  </a:lnTo>
                  <a:lnTo>
                    <a:pt x="7152898" y="307426"/>
                  </a:lnTo>
                  <a:lnTo>
                    <a:pt x="7153043" y="307426"/>
                  </a:lnTo>
                  <a:lnTo>
                    <a:pt x="7153043" y="306802"/>
                  </a:lnTo>
                  <a:lnTo>
                    <a:pt x="7153189" y="306802"/>
                  </a:lnTo>
                  <a:lnTo>
                    <a:pt x="7153189" y="306178"/>
                  </a:lnTo>
                  <a:lnTo>
                    <a:pt x="7153334" y="306178"/>
                  </a:lnTo>
                  <a:lnTo>
                    <a:pt x="7153480" y="306178"/>
                  </a:lnTo>
                  <a:lnTo>
                    <a:pt x="7153625" y="306178"/>
                  </a:lnTo>
                  <a:lnTo>
                    <a:pt x="7153770" y="306178"/>
                  </a:lnTo>
                  <a:lnTo>
                    <a:pt x="7153916" y="306178"/>
                  </a:lnTo>
                  <a:lnTo>
                    <a:pt x="7154061" y="306178"/>
                  </a:lnTo>
                  <a:lnTo>
                    <a:pt x="7154207" y="306178"/>
                  </a:lnTo>
                  <a:lnTo>
                    <a:pt x="7154352" y="306178"/>
                  </a:lnTo>
                  <a:lnTo>
                    <a:pt x="7154498" y="306178"/>
                  </a:lnTo>
                  <a:lnTo>
                    <a:pt x="7154643" y="306178"/>
                  </a:lnTo>
                  <a:lnTo>
                    <a:pt x="7154788" y="306178"/>
                  </a:lnTo>
                  <a:lnTo>
                    <a:pt x="7154934" y="306178"/>
                  </a:lnTo>
                  <a:lnTo>
                    <a:pt x="7154934" y="305555"/>
                  </a:lnTo>
                  <a:lnTo>
                    <a:pt x="7155079" y="305555"/>
                  </a:lnTo>
                  <a:lnTo>
                    <a:pt x="7155225" y="305555"/>
                  </a:lnTo>
                  <a:lnTo>
                    <a:pt x="7155370" y="305555"/>
                  </a:lnTo>
                  <a:lnTo>
                    <a:pt x="7155516" y="305555"/>
                  </a:lnTo>
                  <a:lnTo>
                    <a:pt x="7155661" y="305555"/>
                  </a:lnTo>
                  <a:lnTo>
                    <a:pt x="7155806" y="305555"/>
                  </a:lnTo>
                  <a:lnTo>
                    <a:pt x="7155952" y="305555"/>
                  </a:lnTo>
                  <a:lnTo>
                    <a:pt x="7156097" y="305555"/>
                  </a:lnTo>
                  <a:lnTo>
                    <a:pt x="7156243" y="305555"/>
                  </a:lnTo>
                  <a:lnTo>
                    <a:pt x="7156388" y="305555"/>
                  </a:lnTo>
                  <a:lnTo>
                    <a:pt x="7156534" y="305555"/>
                  </a:lnTo>
                  <a:lnTo>
                    <a:pt x="7156679" y="305555"/>
                  </a:lnTo>
                  <a:lnTo>
                    <a:pt x="7156824" y="305555"/>
                  </a:lnTo>
                  <a:lnTo>
                    <a:pt x="7156970" y="305555"/>
                  </a:lnTo>
                  <a:lnTo>
                    <a:pt x="7157115" y="305555"/>
                  </a:lnTo>
                  <a:lnTo>
                    <a:pt x="7157261" y="305555"/>
                  </a:lnTo>
                  <a:lnTo>
                    <a:pt x="7157406" y="305555"/>
                  </a:lnTo>
                  <a:lnTo>
                    <a:pt x="7157551" y="305555"/>
                  </a:lnTo>
                  <a:lnTo>
                    <a:pt x="7157697" y="305555"/>
                  </a:lnTo>
                  <a:lnTo>
                    <a:pt x="7157842" y="305555"/>
                  </a:lnTo>
                  <a:lnTo>
                    <a:pt x="7157988" y="305555"/>
                  </a:lnTo>
                  <a:lnTo>
                    <a:pt x="7158133" y="305555"/>
                  </a:lnTo>
                  <a:lnTo>
                    <a:pt x="7158279" y="305555"/>
                  </a:lnTo>
                  <a:lnTo>
                    <a:pt x="7158424" y="305555"/>
                  </a:lnTo>
                  <a:lnTo>
                    <a:pt x="7158569" y="305555"/>
                  </a:lnTo>
                  <a:lnTo>
                    <a:pt x="7158715" y="305555"/>
                  </a:lnTo>
                  <a:lnTo>
                    <a:pt x="7158860" y="305555"/>
                  </a:lnTo>
                  <a:lnTo>
                    <a:pt x="7159006" y="305555"/>
                  </a:lnTo>
                  <a:lnTo>
                    <a:pt x="7159151" y="305555"/>
                  </a:lnTo>
                  <a:lnTo>
                    <a:pt x="7159297" y="305555"/>
                  </a:lnTo>
                  <a:lnTo>
                    <a:pt x="7159442" y="305555"/>
                  </a:lnTo>
                  <a:lnTo>
                    <a:pt x="7159587" y="305555"/>
                  </a:lnTo>
                  <a:lnTo>
                    <a:pt x="7159733" y="305555"/>
                  </a:lnTo>
                  <a:lnTo>
                    <a:pt x="7159878" y="305555"/>
                  </a:lnTo>
                  <a:lnTo>
                    <a:pt x="7160024" y="305555"/>
                  </a:lnTo>
                  <a:lnTo>
                    <a:pt x="7160169" y="305555"/>
                  </a:lnTo>
                  <a:lnTo>
                    <a:pt x="7160315" y="305555"/>
                  </a:lnTo>
                  <a:lnTo>
                    <a:pt x="7160460" y="305555"/>
                  </a:lnTo>
                  <a:lnTo>
                    <a:pt x="7160605" y="305555"/>
                  </a:lnTo>
                  <a:lnTo>
                    <a:pt x="7160751" y="305555"/>
                  </a:lnTo>
                  <a:lnTo>
                    <a:pt x="7160896" y="305555"/>
                  </a:lnTo>
                  <a:lnTo>
                    <a:pt x="7161042" y="305555"/>
                  </a:lnTo>
                  <a:lnTo>
                    <a:pt x="7161187" y="305555"/>
                  </a:lnTo>
                  <a:lnTo>
                    <a:pt x="7161333" y="305555"/>
                  </a:lnTo>
                  <a:lnTo>
                    <a:pt x="7161478" y="305555"/>
                  </a:lnTo>
                  <a:lnTo>
                    <a:pt x="7161623" y="305555"/>
                  </a:lnTo>
                  <a:lnTo>
                    <a:pt x="7161769" y="305555"/>
                  </a:lnTo>
                  <a:lnTo>
                    <a:pt x="7161914" y="305555"/>
                  </a:lnTo>
                  <a:lnTo>
                    <a:pt x="7162060" y="305555"/>
                  </a:lnTo>
                  <a:lnTo>
                    <a:pt x="7162205" y="305555"/>
                  </a:lnTo>
                  <a:lnTo>
                    <a:pt x="7162351" y="305555"/>
                  </a:lnTo>
                  <a:lnTo>
                    <a:pt x="7162496" y="305555"/>
                  </a:lnTo>
                  <a:lnTo>
                    <a:pt x="7162641" y="305555"/>
                  </a:lnTo>
                  <a:lnTo>
                    <a:pt x="7162787" y="305555"/>
                  </a:lnTo>
                  <a:lnTo>
                    <a:pt x="7162932" y="305555"/>
                  </a:lnTo>
                  <a:lnTo>
                    <a:pt x="7162932" y="304931"/>
                  </a:lnTo>
                  <a:lnTo>
                    <a:pt x="7163078" y="304931"/>
                  </a:lnTo>
                  <a:lnTo>
                    <a:pt x="7163223" y="304931"/>
                  </a:lnTo>
                  <a:lnTo>
                    <a:pt x="7163369" y="304931"/>
                  </a:lnTo>
                  <a:lnTo>
                    <a:pt x="7163514" y="304931"/>
                  </a:lnTo>
                  <a:lnTo>
                    <a:pt x="7163659" y="304931"/>
                  </a:lnTo>
                  <a:lnTo>
                    <a:pt x="7163805" y="304931"/>
                  </a:lnTo>
                  <a:lnTo>
                    <a:pt x="7163805" y="304308"/>
                  </a:lnTo>
                  <a:lnTo>
                    <a:pt x="7163950" y="304308"/>
                  </a:lnTo>
                  <a:lnTo>
                    <a:pt x="7164096" y="304308"/>
                  </a:lnTo>
                  <a:lnTo>
                    <a:pt x="7164241" y="304308"/>
                  </a:lnTo>
                  <a:lnTo>
                    <a:pt x="7164386" y="304308"/>
                  </a:lnTo>
                  <a:lnTo>
                    <a:pt x="7164532" y="304308"/>
                  </a:lnTo>
                  <a:lnTo>
                    <a:pt x="7164677" y="304308"/>
                  </a:lnTo>
                  <a:lnTo>
                    <a:pt x="7164823" y="304308"/>
                  </a:lnTo>
                  <a:lnTo>
                    <a:pt x="7164968" y="304308"/>
                  </a:lnTo>
                  <a:lnTo>
                    <a:pt x="7165114" y="304308"/>
                  </a:lnTo>
                  <a:lnTo>
                    <a:pt x="7165114" y="303684"/>
                  </a:lnTo>
                  <a:lnTo>
                    <a:pt x="7165259" y="303684"/>
                  </a:lnTo>
                  <a:lnTo>
                    <a:pt x="7165404" y="303684"/>
                  </a:lnTo>
                  <a:lnTo>
                    <a:pt x="7165550" y="303684"/>
                  </a:lnTo>
                  <a:lnTo>
                    <a:pt x="7165695" y="303684"/>
                  </a:lnTo>
                  <a:lnTo>
                    <a:pt x="7165841" y="303684"/>
                  </a:lnTo>
                  <a:lnTo>
                    <a:pt x="7165986" y="303684"/>
                  </a:lnTo>
                  <a:lnTo>
                    <a:pt x="7166132" y="303684"/>
                  </a:lnTo>
                  <a:lnTo>
                    <a:pt x="7166277" y="303684"/>
                  </a:lnTo>
                  <a:lnTo>
                    <a:pt x="7166422" y="303684"/>
                  </a:lnTo>
                  <a:lnTo>
                    <a:pt x="7166568" y="303684"/>
                  </a:lnTo>
                  <a:lnTo>
                    <a:pt x="7166713" y="303684"/>
                  </a:lnTo>
                  <a:lnTo>
                    <a:pt x="7166859" y="303684"/>
                  </a:lnTo>
                  <a:lnTo>
                    <a:pt x="7167004" y="303684"/>
                  </a:lnTo>
                  <a:lnTo>
                    <a:pt x="7167004" y="303061"/>
                  </a:lnTo>
                  <a:lnTo>
                    <a:pt x="7167150" y="303061"/>
                  </a:lnTo>
                  <a:lnTo>
                    <a:pt x="7167295" y="303061"/>
                  </a:lnTo>
                  <a:lnTo>
                    <a:pt x="7167440" y="303061"/>
                  </a:lnTo>
                  <a:lnTo>
                    <a:pt x="7167586" y="303061"/>
                  </a:lnTo>
                  <a:lnTo>
                    <a:pt x="7167731" y="303061"/>
                  </a:lnTo>
                  <a:lnTo>
                    <a:pt x="7167877" y="303061"/>
                  </a:lnTo>
                  <a:lnTo>
                    <a:pt x="7168022" y="303061"/>
                  </a:lnTo>
                  <a:lnTo>
                    <a:pt x="7168168" y="303061"/>
                  </a:lnTo>
                  <a:lnTo>
                    <a:pt x="7168313" y="303061"/>
                  </a:lnTo>
                  <a:lnTo>
                    <a:pt x="7168458" y="303061"/>
                  </a:lnTo>
                  <a:lnTo>
                    <a:pt x="7168604" y="303061"/>
                  </a:lnTo>
                  <a:lnTo>
                    <a:pt x="7168604" y="302437"/>
                  </a:lnTo>
                  <a:lnTo>
                    <a:pt x="7168749" y="302437"/>
                  </a:lnTo>
                  <a:lnTo>
                    <a:pt x="7168895" y="302437"/>
                  </a:lnTo>
                  <a:lnTo>
                    <a:pt x="7169040" y="302437"/>
                  </a:lnTo>
                  <a:lnTo>
                    <a:pt x="7169186" y="302437"/>
                  </a:lnTo>
                  <a:lnTo>
                    <a:pt x="7169331" y="302437"/>
                  </a:lnTo>
                  <a:lnTo>
                    <a:pt x="7169476" y="302437"/>
                  </a:lnTo>
                  <a:lnTo>
                    <a:pt x="7169622" y="302437"/>
                  </a:lnTo>
                  <a:lnTo>
                    <a:pt x="7169767" y="302437"/>
                  </a:lnTo>
                  <a:lnTo>
                    <a:pt x="7169913" y="302437"/>
                  </a:lnTo>
                  <a:lnTo>
                    <a:pt x="7169913" y="301813"/>
                  </a:lnTo>
                  <a:lnTo>
                    <a:pt x="7170058" y="301813"/>
                  </a:lnTo>
                  <a:lnTo>
                    <a:pt x="7170204" y="301813"/>
                  </a:lnTo>
                  <a:lnTo>
                    <a:pt x="7170349" y="301813"/>
                  </a:lnTo>
                  <a:lnTo>
                    <a:pt x="7170494" y="301813"/>
                  </a:lnTo>
                  <a:lnTo>
                    <a:pt x="7170640" y="301813"/>
                  </a:lnTo>
                  <a:lnTo>
                    <a:pt x="7170785" y="301813"/>
                  </a:lnTo>
                  <a:lnTo>
                    <a:pt x="7170931" y="301813"/>
                  </a:lnTo>
                  <a:lnTo>
                    <a:pt x="7171076" y="301813"/>
                  </a:lnTo>
                  <a:lnTo>
                    <a:pt x="7171221" y="301813"/>
                  </a:lnTo>
                  <a:lnTo>
                    <a:pt x="7171367" y="301813"/>
                  </a:lnTo>
                  <a:lnTo>
                    <a:pt x="7171512" y="301813"/>
                  </a:lnTo>
                  <a:lnTo>
                    <a:pt x="7171658" y="301813"/>
                  </a:lnTo>
                  <a:lnTo>
                    <a:pt x="7171803" y="301813"/>
                  </a:lnTo>
                  <a:lnTo>
                    <a:pt x="7171949" y="301813"/>
                  </a:lnTo>
                  <a:lnTo>
                    <a:pt x="7172094" y="301813"/>
                  </a:lnTo>
                  <a:lnTo>
                    <a:pt x="7172239" y="301813"/>
                  </a:lnTo>
                  <a:lnTo>
                    <a:pt x="7172385" y="301813"/>
                  </a:lnTo>
                  <a:lnTo>
                    <a:pt x="7172530" y="301813"/>
                  </a:lnTo>
                  <a:lnTo>
                    <a:pt x="7172676" y="301813"/>
                  </a:lnTo>
                  <a:lnTo>
                    <a:pt x="7172821" y="301813"/>
                  </a:lnTo>
                  <a:lnTo>
                    <a:pt x="7172967" y="301813"/>
                  </a:lnTo>
                  <a:lnTo>
                    <a:pt x="7173112" y="301813"/>
                  </a:lnTo>
                  <a:lnTo>
                    <a:pt x="7173257" y="301813"/>
                  </a:lnTo>
                  <a:lnTo>
                    <a:pt x="7173403" y="301813"/>
                  </a:lnTo>
                  <a:lnTo>
                    <a:pt x="7173548" y="301813"/>
                  </a:lnTo>
                  <a:lnTo>
                    <a:pt x="7173694" y="301813"/>
                  </a:lnTo>
                  <a:lnTo>
                    <a:pt x="7173839" y="301813"/>
                  </a:lnTo>
                  <a:lnTo>
                    <a:pt x="7173985" y="301813"/>
                  </a:lnTo>
                  <a:lnTo>
                    <a:pt x="7174130" y="301813"/>
                  </a:lnTo>
                  <a:lnTo>
                    <a:pt x="7174275" y="301813"/>
                  </a:lnTo>
                  <a:lnTo>
                    <a:pt x="7174421" y="301813"/>
                  </a:lnTo>
                  <a:lnTo>
                    <a:pt x="7174566" y="301813"/>
                  </a:lnTo>
                  <a:lnTo>
                    <a:pt x="7174712" y="301813"/>
                  </a:lnTo>
                  <a:lnTo>
                    <a:pt x="7174857" y="301813"/>
                  </a:lnTo>
                  <a:lnTo>
                    <a:pt x="7175003" y="301813"/>
                  </a:lnTo>
                  <a:lnTo>
                    <a:pt x="7175148" y="301813"/>
                  </a:lnTo>
                  <a:lnTo>
                    <a:pt x="7175293" y="301813"/>
                  </a:lnTo>
                  <a:lnTo>
                    <a:pt x="7175439" y="301813"/>
                  </a:lnTo>
                  <a:lnTo>
                    <a:pt x="7175584" y="301813"/>
                  </a:lnTo>
                  <a:lnTo>
                    <a:pt x="7175730" y="301813"/>
                  </a:lnTo>
                  <a:lnTo>
                    <a:pt x="7175875" y="301813"/>
                  </a:lnTo>
                  <a:lnTo>
                    <a:pt x="7176021" y="301813"/>
                  </a:lnTo>
                  <a:lnTo>
                    <a:pt x="7176166" y="301813"/>
                  </a:lnTo>
                  <a:lnTo>
                    <a:pt x="7176311" y="301813"/>
                  </a:lnTo>
                  <a:lnTo>
                    <a:pt x="7176457" y="301813"/>
                  </a:lnTo>
                  <a:lnTo>
                    <a:pt x="7176602" y="301813"/>
                  </a:lnTo>
                  <a:lnTo>
                    <a:pt x="7176748" y="301813"/>
                  </a:lnTo>
                  <a:lnTo>
                    <a:pt x="7176893" y="301813"/>
                  </a:lnTo>
                  <a:lnTo>
                    <a:pt x="7177038" y="301813"/>
                  </a:lnTo>
                  <a:lnTo>
                    <a:pt x="7177184" y="301813"/>
                  </a:lnTo>
                  <a:lnTo>
                    <a:pt x="7177329" y="301813"/>
                  </a:lnTo>
                  <a:lnTo>
                    <a:pt x="7177475" y="301813"/>
                  </a:lnTo>
                  <a:lnTo>
                    <a:pt x="7177620" y="301813"/>
                  </a:lnTo>
                  <a:lnTo>
                    <a:pt x="7177766" y="301813"/>
                  </a:lnTo>
                  <a:lnTo>
                    <a:pt x="7177911" y="301813"/>
                  </a:lnTo>
                  <a:lnTo>
                    <a:pt x="7178056" y="301813"/>
                  </a:lnTo>
                  <a:lnTo>
                    <a:pt x="7178202" y="301813"/>
                  </a:lnTo>
                  <a:lnTo>
                    <a:pt x="7178347" y="301813"/>
                  </a:lnTo>
                  <a:lnTo>
                    <a:pt x="7178493" y="301813"/>
                  </a:lnTo>
                  <a:lnTo>
                    <a:pt x="7178638" y="301813"/>
                  </a:lnTo>
                  <a:lnTo>
                    <a:pt x="7178784" y="301813"/>
                  </a:lnTo>
                  <a:lnTo>
                    <a:pt x="7178929" y="301813"/>
                  </a:lnTo>
                  <a:lnTo>
                    <a:pt x="7178929" y="301190"/>
                  </a:lnTo>
                  <a:lnTo>
                    <a:pt x="7179074" y="301190"/>
                  </a:lnTo>
                  <a:lnTo>
                    <a:pt x="7179220" y="301190"/>
                  </a:lnTo>
                  <a:lnTo>
                    <a:pt x="7179365" y="301190"/>
                  </a:lnTo>
                  <a:lnTo>
                    <a:pt x="7179511" y="301190"/>
                  </a:lnTo>
                  <a:lnTo>
                    <a:pt x="7179656" y="301190"/>
                  </a:lnTo>
                  <a:lnTo>
                    <a:pt x="7179802" y="301190"/>
                  </a:lnTo>
                  <a:lnTo>
                    <a:pt x="7179947" y="301190"/>
                  </a:lnTo>
                  <a:lnTo>
                    <a:pt x="7180092" y="301190"/>
                  </a:lnTo>
                  <a:lnTo>
                    <a:pt x="7180238" y="301190"/>
                  </a:lnTo>
                  <a:lnTo>
                    <a:pt x="7180383" y="301190"/>
                  </a:lnTo>
                  <a:lnTo>
                    <a:pt x="7180529" y="301190"/>
                  </a:lnTo>
                  <a:lnTo>
                    <a:pt x="7180674" y="301190"/>
                  </a:lnTo>
                  <a:lnTo>
                    <a:pt x="7180820" y="301190"/>
                  </a:lnTo>
                  <a:lnTo>
                    <a:pt x="7180965" y="301190"/>
                  </a:lnTo>
                  <a:lnTo>
                    <a:pt x="7181110" y="301190"/>
                  </a:lnTo>
                  <a:lnTo>
                    <a:pt x="7181256" y="301190"/>
                  </a:lnTo>
                  <a:lnTo>
                    <a:pt x="7181401" y="301190"/>
                  </a:lnTo>
                  <a:lnTo>
                    <a:pt x="7181547" y="301190"/>
                  </a:lnTo>
                  <a:lnTo>
                    <a:pt x="7181692" y="301190"/>
                  </a:lnTo>
                  <a:lnTo>
                    <a:pt x="7181838" y="301190"/>
                  </a:lnTo>
                  <a:lnTo>
                    <a:pt x="7181983" y="301190"/>
                  </a:lnTo>
                  <a:lnTo>
                    <a:pt x="7182128" y="301190"/>
                  </a:lnTo>
                  <a:lnTo>
                    <a:pt x="7182274" y="301190"/>
                  </a:lnTo>
                  <a:lnTo>
                    <a:pt x="7182419" y="301190"/>
                  </a:lnTo>
                  <a:lnTo>
                    <a:pt x="7182565" y="301190"/>
                  </a:lnTo>
                  <a:lnTo>
                    <a:pt x="7182710" y="301190"/>
                  </a:lnTo>
                  <a:lnTo>
                    <a:pt x="7182856" y="301190"/>
                  </a:lnTo>
                  <a:lnTo>
                    <a:pt x="7183001" y="301190"/>
                  </a:lnTo>
                  <a:lnTo>
                    <a:pt x="7183146" y="301190"/>
                  </a:lnTo>
                  <a:lnTo>
                    <a:pt x="7183292" y="301190"/>
                  </a:lnTo>
                  <a:lnTo>
                    <a:pt x="7183437" y="301190"/>
                  </a:lnTo>
                  <a:lnTo>
                    <a:pt x="7183583" y="301190"/>
                  </a:lnTo>
                  <a:lnTo>
                    <a:pt x="7183728" y="301190"/>
                  </a:lnTo>
                  <a:lnTo>
                    <a:pt x="7183873" y="301190"/>
                  </a:lnTo>
                  <a:lnTo>
                    <a:pt x="7184019" y="301190"/>
                  </a:lnTo>
                  <a:lnTo>
                    <a:pt x="7184164" y="301190"/>
                  </a:lnTo>
                  <a:lnTo>
                    <a:pt x="7184310" y="301190"/>
                  </a:lnTo>
                  <a:lnTo>
                    <a:pt x="7184455" y="301190"/>
                  </a:lnTo>
                  <a:lnTo>
                    <a:pt x="7184601" y="301190"/>
                  </a:lnTo>
                  <a:lnTo>
                    <a:pt x="7184746" y="301190"/>
                  </a:lnTo>
                  <a:lnTo>
                    <a:pt x="7184746" y="300566"/>
                  </a:lnTo>
                  <a:lnTo>
                    <a:pt x="7184891" y="300566"/>
                  </a:lnTo>
                  <a:lnTo>
                    <a:pt x="7185037" y="300566"/>
                  </a:lnTo>
                  <a:lnTo>
                    <a:pt x="7185182" y="300566"/>
                  </a:lnTo>
                  <a:lnTo>
                    <a:pt x="7185328" y="300566"/>
                  </a:lnTo>
                  <a:lnTo>
                    <a:pt x="7185473" y="300566"/>
                  </a:lnTo>
                  <a:lnTo>
                    <a:pt x="7185619" y="300566"/>
                  </a:lnTo>
                  <a:lnTo>
                    <a:pt x="7185764" y="300566"/>
                  </a:lnTo>
                  <a:lnTo>
                    <a:pt x="7185909" y="300566"/>
                  </a:lnTo>
                  <a:lnTo>
                    <a:pt x="7186055" y="300566"/>
                  </a:lnTo>
                  <a:lnTo>
                    <a:pt x="7186200" y="300566"/>
                  </a:lnTo>
                  <a:lnTo>
                    <a:pt x="7186346" y="300566"/>
                  </a:lnTo>
                  <a:lnTo>
                    <a:pt x="7186491" y="300566"/>
                  </a:lnTo>
                  <a:lnTo>
                    <a:pt x="7186637" y="300566"/>
                  </a:lnTo>
                  <a:lnTo>
                    <a:pt x="7186782" y="300566"/>
                  </a:lnTo>
                  <a:lnTo>
                    <a:pt x="7186927" y="300566"/>
                  </a:lnTo>
                  <a:lnTo>
                    <a:pt x="7187073" y="300566"/>
                  </a:lnTo>
                  <a:lnTo>
                    <a:pt x="7187218" y="300566"/>
                  </a:lnTo>
                  <a:lnTo>
                    <a:pt x="7187364" y="300566"/>
                  </a:lnTo>
                  <a:lnTo>
                    <a:pt x="7187509" y="300566"/>
                  </a:lnTo>
                  <a:lnTo>
                    <a:pt x="7187655" y="300566"/>
                  </a:lnTo>
                  <a:lnTo>
                    <a:pt x="7187800" y="300566"/>
                  </a:lnTo>
                  <a:lnTo>
                    <a:pt x="7187945" y="300566"/>
                  </a:lnTo>
                  <a:lnTo>
                    <a:pt x="7188091" y="300566"/>
                  </a:lnTo>
                  <a:lnTo>
                    <a:pt x="7188236" y="300566"/>
                  </a:lnTo>
                  <a:lnTo>
                    <a:pt x="7188382" y="300566"/>
                  </a:lnTo>
                  <a:lnTo>
                    <a:pt x="7188527" y="300566"/>
                  </a:lnTo>
                  <a:lnTo>
                    <a:pt x="7188673" y="300566"/>
                  </a:lnTo>
                  <a:lnTo>
                    <a:pt x="7188818" y="300566"/>
                  </a:lnTo>
                  <a:lnTo>
                    <a:pt x="7188963" y="300566"/>
                  </a:lnTo>
                  <a:lnTo>
                    <a:pt x="7189109" y="300566"/>
                  </a:lnTo>
                  <a:lnTo>
                    <a:pt x="7189254" y="300566"/>
                  </a:lnTo>
                  <a:lnTo>
                    <a:pt x="7189400" y="300566"/>
                  </a:lnTo>
                  <a:lnTo>
                    <a:pt x="7189545" y="300566"/>
                  </a:lnTo>
                  <a:lnTo>
                    <a:pt x="7189691" y="300566"/>
                  </a:lnTo>
                  <a:lnTo>
                    <a:pt x="7189836" y="300566"/>
                  </a:lnTo>
                  <a:lnTo>
                    <a:pt x="7189981" y="300566"/>
                  </a:lnTo>
                  <a:lnTo>
                    <a:pt x="7190127" y="300566"/>
                  </a:lnTo>
                  <a:lnTo>
                    <a:pt x="7190272" y="300566"/>
                  </a:lnTo>
                  <a:lnTo>
                    <a:pt x="7190418" y="300566"/>
                  </a:lnTo>
                  <a:lnTo>
                    <a:pt x="7190563" y="300566"/>
                  </a:lnTo>
                  <a:lnTo>
                    <a:pt x="7190708" y="300566"/>
                  </a:lnTo>
                  <a:lnTo>
                    <a:pt x="7190854" y="300566"/>
                  </a:lnTo>
                  <a:lnTo>
                    <a:pt x="7190999" y="300566"/>
                  </a:lnTo>
                  <a:lnTo>
                    <a:pt x="7191145" y="300566"/>
                  </a:lnTo>
                  <a:lnTo>
                    <a:pt x="7191290" y="300566"/>
                  </a:lnTo>
                  <a:lnTo>
                    <a:pt x="7191290" y="299943"/>
                  </a:lnTo>
                  <a:lnTo>
                    <a:pt x="7191436" y="299943"/>
                  </a:lnTo>
                  <a:lnTo>
                    <a:pt x="7191581" y="299943"/>
                  </a:lnTo>
                  <a:lnTo>
                    <a:pt x="7191726" y="299943"/>
                  </a:lnTo>
                  <a:lnTo>
                    <a:pt x="7191872" y="299943"/>
                  </a:lnTo>
                  <a:lnTo>
                    <a:pt x="7192017" y="299943"/>
                  </a:lnTo>
                  <a:lnTo>
                    <a:pt x="7192163" y="299943"/>
                  </a:lnTo>
                  <a:lnTo>
                    <a:pt x="7192308" y="299943"/>
                  </a:lnTo>
                  <a:lnTo>
                    <a:pt x="7192454" y="299943"/>
                  </a:lnTo>
                  <a:lnTo>
                    <a:pt x="7192599" y="299943"/>
                  </a:lnTo>
                  <a:lnTo>
                    <a:pt x="7192744" y="299943"/>
                  </a:lnTo>
                  <a:lnTo>
                    <a:pt x="7192890" y="299943"/>
                  </a:lnTo>
                  <a:lnTo>
                    <a:pt x="7193035" y="299943"/>
                  </a:lnTo>
                  <a:lnTo>
                    <a:pt x="7193181" y="299943"/>
                  </a:lnTo>
                  <a:lnTo>
                    <a:pt x="7193326" y="299943"/>
                  </a:lnTo>
                  <a:lnTo>
                    <a:pt x="7193472" y="299943"/>
                  </a:lnTo>
                  <a:lnTo>
                    <a:pt x="7193617" y="299943"/>
                  </a:lnTo>
                  <a:lnTo>
                    <a:pt x="7193762" y="299943"/>
                  </a:lnTo>
                  <a:lnTo>
                    <a:pt x="7193908" y="299943"/>
                  </a:lnTo>
                  <a:lnTo>
                    <a:pt x="7194053" y="299943"/>
                  </a:lnTo>
                  <a:lnTo>
                    <a:pt x="7194199" y="299943"/>
                  </a:lnTo>
                  <a:lnTo>
                    <a:pt x="7194344" y="299943"/>
                  </a:lnTo>
                  <a:lnTo>
                    <a:pt x="7194490" y="299943"/>
                  </a:lnTo>
                  <a:lnTo>
                    <a:pt x="7194635" y="299943"/>
                  </a:lnTo>
                  <a:lnTo>
                    <a:pt x="7194780" y="299943"/>
                  </a:lnTo>
                  <a:lnTo>
                    <a:pt x="7194926" y="299943"/>
                  </a:lnTo>
                  <a:lnTo>
                    <a:pt x="7195071" y="299943"/>
                  </a:lnTo>
                  <a:lnTo>
                    <a:pt x="7195217" y="299943"/>
                  </a:lnTo>
                  <a:lnTo>
                    <a:pt x="7195362" y="299943"/>
                  </a:lnTo>
                  <a:lnTo>
                    <a:pt x="7195508" y="299943"/>
                  </a:lnTo>
                  <a:lnTo>
                    <a:pt x="7195653" y="299943"/>
                  </a:lnTo>
                  <a:lnTo>
                    <a:pt x="7195798" y="299943"/>
                  </a:lnTo>
                  <a:lnTo>
                    <a:pt x="7195944" y="299943"/>
                  </a:lnTo>
                  <a:lnTo>
                    <a:pt x="7195944" y="299319"/>
                  </a:lnTo>
                  <a:lnTo>
                    <a:pt x="7196089" y="299319"/>
                  </a:lnTo>
                  <a:lnTo>
                    <a:pt x="7196235" y="299319"/>
                  </a:lnTo>
                  <a:lnTo>
                    <a:pt x="7196380" y="299319"/>
                  </a:lnTo>
                  <a:lnTo>
                    <a:pt x="7196526" y="299319"/>
                  </a:lnTo>
                  <a:lnTo>
                    <a:pt x="7196671" y="299319"/>
                  </a:lnTo>
                  <a:lnTo>
                    <a:pt x="7196816" y="299319"/>
                  </a:lnTo>
                  <a:lnTo>
                    <a:pt x="7196962" y="299319"/>
                  </a:lnTo>
                  <a:lnTo>
                    <a:pt x="7197107" y="299319"/>
                  </a:lnTo>
                  <a:lnTo>
                    <a:pt x="7197253" y="299319"/>
                  </a:lnTo>
                  <a:lnTo>
                    <a:pt x="7197398" y="299319"/>
                  </a:lnTo>
                  <a:lnTo>
                    <a:pt x="7197543" y="299319"/>
                  </a:lnTo>
                  <a:lnTo>
                    <a:pt x="7197689" y="299319"/>
                  </a:lnTo>
                  <a:lnTo>
                    <a:pt x="7197834" y="299319"/>
                  </a:lnTo>
                  <a:lnTo>
                    <a:pt x="7197980" y="299319"/>
                  </a:lnTo>
                  <a:lnTo>
                    <a:pt x="7198125" y="299319"/>
                  </a:lnTo>
                  <a:lnTo>
                    <a:pt x="7198271" y="299319"/>
                  </a:lnTo>
                  <a:lnTo>
                    <a:pt x="7198271" y="298695"/>
                  </a:lnTo>
                  <a:lnTo>
                    <a:pt x="7198416" y="298695"/>
                  </a:lnTo>
                  <a:lnTo>
                    <a:pt x="7198561" y="298695"/>
                  </a:lnTo>
                  <a:lnTo>
                    <a:pt x="7198707" y="298695"/>
                  </a:lnTo>
                  <a:lnTo>
                    <a:pt x="7198852" y="298695"/>
                  </a:lnTo>
                  <a:lnTo>
                    <a:pt x="7198998" y="298695"/>
                  </a:lnTo>
                  <a:lnTo>
                    <a:pt x="7199143" y="298695"/>
                  </a:lnTo>
                  <a:lnTo>
                    <a:pt x="7199289" y="298695"/>
                  </a:lnTo>
                  <a:lnTo>
                    <a:pt x="7199434" y="298695"/>
                  </a:lnTo>
                  <a:lnTo>
                    <a:pt x="7199579" y="298695"/>
                  </a:lnTo>
                  <a:lnTo>
                    <a:pt x="7199725" y="298695"/>
                  </a:lnTo>
                  <a:lnTo>
                    <a:pt x="7199870" y="298695"/>
                  </a:lnTo>
                  <a:lnTo>
                    <a:pt x="7200016" y="298695"/>
                  </a:lnTo>
                  <a:lnTo>
                    <a:pt x="7200161" y="298695"/>
                  </a:lnTo>
                  <a:lnTo>
                    <a:pt x="7200307" y="298695"/>
                  </a:lnTo>
                  <a:lnTo>
                    <a:pt x="7200452" y="298695"/>
                  </a:lnTo>
                  <a:lnTo>
                    <a:pt x="7200597" y="298695"/>
                  </a:lnTo>
                  <a:lnTo>
                    <a:pt x="7200743" y="298695"/>
                  </a:lnTo>
                  <a:lnTo>
                    <a:pt x="7200888" y="298695"/>
                  </a:lnTo>
                  <a:lnTo>
                    <a:pt x="7201034" y="298695"/>
                  </a:lnTo>
                  <a:lnTo>
                    <a:pt x="7201179" y="298695"/>
                  </a:lnTo>
                  <a:lnTo>
                    <a:pt x="7201325" y="298695"/>
                  </a:lnTo>
                  <a:lnTo>
                    <a:pt x="7201470" y="298695"/>
                  </a:lnTo>
                  <a:lnTo>
                    <a:pt x="7201470" y="298072"/>
                  </a:lnTo>
                  <a:lnTo>
                    <a:pt x="7201615" y="298072"/>
                  </a:lnTo>
                  <a:lnTo>
                    <a:pt x="7201761" y="298072"/>
                  </a:lnTo>
                  <a:lnTo>
                    <a:pt x="7201761" y="297448"/>
                  </a:lnTo>
                  <a:lnTo>
                    <a:pt x="7201906" y="297448"/>
                  </a:lnTo>
                  <a:lnTo>
                    <a:pt x="7202052" y="297448"/>
                  </a:lnTo>
                  <a:lnTo>
                    <a:pt x="7202197" y="297448"/>
                  </a:lnTo>
                  <a:lnTo>
                    <a:pt x="7202343" y="297448"/>
                  </a:lnTo>
                  <a:lnTo>
                    <a:pt x="7202488" y="297448"/>
                  </a:lnTo>
                  <a:lnTo>
                    <a:pt x="7202488" y="296825"/>
                  </a:lnTo>
                  <a:lnTo>
                    <a:pt x="7202633" y="296825"/>
                  </a:lnTo>
                  <a:lnTo>
                    <a:pt x="7202779" y="296825"/>
                  </a:lnTo>
                  <a:lnTo>
                    <a:pt x="7202924" y="296825"/>
                  </a:lnTo>
                  <a:lnTo>
                    <a:pt x="7203070" y="296825"/>
                  </a:lnTo>
                  <a:lnTo>
                    <a:pt x="7203215" y="296825"/>
                  </a:lnTo>
                  <a:lnTo>
                    <a:pt x="7203361" y="296825"/>
                  </a:lnTo>
                  <a:lnTo>
                    <a:pt x="7203506" y="296825"/>
                  </a:lnTo>
                  <a:lnTo>
                    <a:pt x="7203506" y="296201"/>
                  </a:lnTo>
                  <a:lnTo>
                    <a:pt x="7203651" y="296201"/>
                  </a:lnTo>
                  <a:lnTo>
                    <a:pt x="7203797" y="296201"/>
                  </a:lnTo>
                  <a:lnTo>
                    <a:pt x="7203942" y="296201"/>
                  </a:lnTo>
                  <a:lnTo>
                    <a:pt x="7204088" y="296201"/>
                  </a:lnTo>
                  <a:lnTo>
                    <a:pt x="7204233" y="296201"/>
                  </a:lnTo>
                  <a:lnTo>
                    <a:pt x="7204378" y="296201"/>
                  </a:lnTo>
                  <a:lnTo>
                    <a:pt x="7204524" y="296201"/>
                  </a:lnTo>
                  <a:lnTo>
                    <a:pt x="7204669" y="296201"/>
                  </a:lnTo>
                  <a:lnTo>
                    <a:pt x="7204815" y="296201"/>
                  </a:lnTo>
                  <a:lnTo>
                    <a:pt x="7204960" y="296201"/>
                  </a:lnTo>
                  <a:lnTo>
                    <a:pt x="7205106" y="296201"/>
                  </a:lnTo>
                  <a:lnTo>
                    <a:pt x="7205251" y="296201"/>
                  </a:lnTo>
                  <a:lnTo>
                    <a:pt x="7205396" y="296201"/>
                  </a:lnTo>
                  <a:lnTo>
                    <a:pt x="7205396" y="295578"/>
                  </a:lnTo>
                  <a:lnTo>
                    <a:pt x="7205542" y="295578"/>
                  </a:lnTo>
                  <a:lnTo>
                    <a:pt x="7205687" y="295578"/>
                  </a:lnTo>
                  <a:lnTo>
                    <a:pt x="7205833" y="295578"/>
                  </a:lnTo>
                  <a:lnTo>
                    <a:pt x="7205978" y="295578"/>
                  </a:lnTo>
                  <a:lnTo>
                    <a:pt x="7206124" y="295578"/>
                  </a:lnTo>
                  <a:lnTo>
                    <a:pt x="7206269" y="295578"/>
                  </a:lnTo>
                  <a:lnTo>
                    <a:pt x="7206414" y="295578"/>
                  </a:lnTo>
                  <a:lnTo>
                    <a:pt x="7206560" y="295578"/>
                  </a:lnTo>
                  <a:lnTo>
                    <a:pt x="7206705" y="295578"/>
                  </a:lnTo>
                  <a:lnTo>
                    <a:pt x="7206851" y="295578"/>
                  </a:lnTo>
                  <a:lnTo>
                    <a:pt x="7206996" y="295578"/>
                  </a:lnTo>
                  <a:lnTo>
                    <a:pt x="7207142" y="295578"/>
                  </a:lnTo>
                  <a:lnTo>
                    <a:pt x="7207142" y="294954"/>
                  </a:lnTo>
                  <a:lnTo>
                    <a:pt x="7207287" y="294954"/>
                  </a:lnTo>
                  <a:lnTo>
                    <a:pt x="7207432" y="294954"/>
                  </a:lnTo>
                  <a:lnTo>
                    <a:pt x="7207578" y="294954"/>
                  </a:lnTo>
                  <a:lnTo>
                    <a:pt x="7207723" y="294954"/>
                  </a:lnTo>
                  <a:lnTo>
                    <a:pt x="7207869" y="294954"/>
                  </a:lnTo>
                  <a:lnTo>
                    <a:pt x="7208014" y="294954"/>
                  </a:lnTo>
                  <a:lnTo>
                    <a:pt x="7208160" y="294954"/>
                  </a:lnTo>
                  <a:lnTo>
                    <a:pt x="7208305" y="294954"/>
                  </a:lnTo>
                  <a:lnTo>
                    <a:pt x="7208450" y="294954"/>
                  </a:lnTo>
                  <a:lnTo>
                    <a:pt x="7208596" y="294954"/>
                  </a:lnTo>
                  <a:lnTo>
                    <a:pt x="7208741" y="294954"/>
                  </a:lnTo>
                  <a:lnTo>
                    <a:pt x="7208887" y="294954"/>
                  </a:lnTo>
                  <a:lnTo>
                    <a:pt x="7209032" y="294954"/>
                  </a:lnTo>
                  <a:lnTo>
                    <a:pt x="7209178" y="294954"/>
                  </a:lnTo>
                  <a:lnTo>
                    <a:pt x="7209323" y="294954"/>
                  </a:lnTo>
                  <a:lnTo>
                    <a:pt x="7209468" y="294954"/>
                  </a:lnTo>
                  <a:lnTo>
                    <a:pt x="7209614" y="294954"/>
                  </a:lnTo>
                  <a:lnTo>
                    <a:pt x="7209759" y="294954"/>
                  </a:lnTo>
                  <a:lnTo>
                    <a:pt x="7209905" y="294954"/>
                  </a:lnTo>
                  <a:lnTo>
                    <a:pt x="7210050" y="294954"/>
                  </a:lnTo>
                  <a:lnTo>
                    <a:pt x="7210196" y="294954"/>
                  </a:lnTo>
                  <a:lnTo>
                    <a:pt x="7210341" y="294954"/>
                  </a:lnTo>
                  <a:lnTo>
                    <a:pt x="7210486" y="294954"/>
                  </a:lnTo>
                  <a:lnTo>
                    <a:pt x="7210632" y="294954"/>
                  </a:lnTo>
                  <a:lnTo>
                    <a:pt x="7210777" y="294954"/>
                  </a:lnTo>
                  <a:lnTo>
                    <a:pt x="7210923" y="294954"/>
                  </a:lnTo>
                  <a:lnTo>
                    <a:pt x="7211068" y="294954"/>
                  </a:lnTo>
                  <a:lnTo>
                    <a:pt x="7211213" y="294954"/>
                  </a:lnTo>
                  <a:lnTo>
                    <a:pt x="7211359" y="294954"/>
                  </a:lnTo>
                  <a:lnTo>
                    <a:pt x="7211504" y="294954"/>
                  </a:lnTo>
                  <a:lnTo>
                    <a:pt x="7211650" y="294954"/>
                  </a:lnTo>
                  <a:lnTo>
                    <a:pt x="7211795" y="294954"/>
                  </a:lnTo>
                  <a:lnTo>
                    <a:pt x="7211941" y="294954"/>
                  </a:lnTo>
                  <a:lnTo>
                    <a:pt x="7211941" y="294330"/>
                  </a:lnTo>
                  <a:lnTo>
                    <a:pt x="7212086" y="294330"/>
                  </a:lnTo>
                  <a:lnTo>
                    <a:pt x="7212231" y="294330"/>
                  </a:lnTo>
                  <a:lnTo>
                    <a:pt x="7212377" y="294330"/>
                  </a:lnTo>
                  <a:lnTo>
                    <a:pt x="7212522" y="294330"/>
                  </a:lnTo>
                  <a:lnTo>
                    <a:pt x="7212668" y="294330"/>
                  </a:lnTo>
                  <a:lnTo>
                    <a:pt x="7212813" y="294330"/>
                  </a:lnTo>
                  <a:lnTo>
                    <a:pt x="7212959" y="294330"/>
                  </a:lnTo>
                  <a:lnTo>
                    <a:pt x="7213104" y="294330"/>
                  </a:lnTo>
                  <a:lnTo>
                    <a:pt x="7213249" y="294330"/>
                  </a:lnTo>
                  <a:lnTo>
                    <a:pt x="7213395" y="294330"/>
                  </a:lnTo>
                  <a:lnTo>
                    <a:pt x="7213540" y="294330"/>
                  </a:lnTo>
                  <a:lnTo>
                    <a:pt x="7213686" y="294330"/>
                  </a:lnTo>
                  <a:lnTo>
                    <a:pt x="7213831" y="294330"/>
                  </a:lnTo>
                  <a:lnTo>
                    <a:pt x="7213831" y="293707"/>
                  </a:lnTo>
                  <a:lnTo>
                    <a:pt x="7213977" y="293707"/>
                  </a:lnTo>
                  <a:lnTo>
                    <a:pt x="7214122" y="293707"/>
                  </a:lnTo>
                  <a:lnTo>
                    <a:pt x="7214267" y="293707"/>
                  </a:lnTo>
                  <a:lnTo>
                    <a:pt x="7214413" y="293707"/>
                  </a:lnTo>
                  <a:lnTo>
                    <a:pt x="7214558" y="293707"/>
                  </a:lnTo>
                  <a:lnTo>
                    <a:pt x="7214704" y="293707"/>
                  </a:lnTo>
                  <a:lnTo>
                    <a:pt x="7214849" y="293707"/>
                  </a:lnTo>
                  <a:lnTo>
                    <a:pt x="7214995" y="293707"/>
                  </a:lnTo>
                  <a:lnTo>
                    <a:pt x="7214995" y="293083"/>
                  </a:lnTo>
                  <a:lnTo>
                    <a:pt x="7215140" y="293083"/>
                  </a:lnTo>
                  <a:lnTo>
                    <a:pt x="7215285" y="293083"/>
                  </a:lnTo>
                  <a:lnTo>
                    <a:pt x="7215431" y="293083"/>
                  </a:lnTo>
                  <a:lnTo>
                    <a:pt x="7215576" y="293083"/>
                  </a:lnTo>
                  <a:lnTo>
                    <a:pt x="7215722" y="293083"/>
                  </a:lnTo>
                  <a:lnTo>
                    <a:pt x="7215867" y="293083"/>
                  </a:lnTo>
                  <a:lnTo>
                    <a:pt x="7216013" y="293083"/>
                  </a:lnTo>
                  <a:lnTo>
                    <a:pt x="7216158" y="293083"/>
                  </a:lnTo>
                  <a:lnTo>
                    <a:pt x="7216158" y="292460"/>
                  </a:lnTo>
                  <a:lnTo>
                    <a:pt x="7216303" y="292460"/>
                  </a:lnTo>
                  <a:lnTo>
                    <a:pt x="7216449" y="292460"/>
                  </a:lnTo>
                  <a:lnTo>
                    <a:pt x="7216594" y="292460"/>
                  </a:lnTo>
                  <a:lnTo>
                    <a:pt x="7216594" y="291836"/>
                  </a:lnTo>
                  <a:lnTo>
                    <a:pt x="7216740" y="291836"/>
                  </a:lnTo>
                  <a:lnTo>
                    <a:pt x="7216885" y="291836"/>
                  </a:lnTo>
                  <a:lnTo>
                    <a:pt x="7217031" y="291836"/>
                  </a:lnTo>
                  <a:lnTo>
                    <a:pt x="7217176" y="291836"/>
                  </a:lnTo>
                  <a:lnTo>
                    <a:pt x="7217321" y="291836"/>
                  </a:lnTo>
                  <a:lnTo>
                    <a:pt x="7217467" y="291836"/>
                  </a:lnTo>
                  <a:lnTo>
                    <a:pt x="7217467" y="291212"/>
                  </a:lnTo>
                  <a:lnTo>
                    <a:pt x="7217612" y="291212"/>
                  </a:lnTo>
                  <a:lnTo>
                    <a:pt x="7217758" y="291212"/>
                  </a:lnTo>
                  <a:lnTo>
                    <a:pt x="7217903" y="291212"/>
                  </a:lnTo>
                  <a:lnTo>
                    <a:pt x="7218048" y="291212"/>
                  </a:lnTo>
                  <a:lnTo>
                    <a:pt x="7218194" y="291212"/>
                  </a:lnTo>
                  <a:lnTo>
                    <a:pt x="7218339" y="291212"/>
                  </a:lnTo>
                  <a:lnTo>
                    <a:pt x="7218485" y="291212"/>
                  </a:lnTo>
                  <a:lnTo>
                    <a:pt x="7218630" y="291212"/>
                  </a:lnTo>
                  <a:lnTo>
                    <a:pt x="7218630" y="290589"/>
                  </a:lnTo>
                  <a:lnTo>
                    <a:pt x="7218776" y="290589"/>
                  </a:lnTo>
                  <a:lnTo>
                    <a:pt x="7218921" y="290589"/>
                  </a:lnTo>
                  <a:lnTo>
                    <a:pt x="7219066" y="290589"/>
                  </a:lnTo>
                  <a:lnTo>
                    <a:pt x="7219212" y="290589"/>
                  </a:lnTo>
                  <a:lnTo>
                    <a:pt x="7219357" y="290589"/>
                  </a:lnTo>
                  <a:lnTo>
                    <a:pt x="7219503" y="290589"/>
                  </a:lnTo>
                  <a:lnTo>
                    <a:pt x="7219648" y="290589"/>
                  </a:lnTo>
                  <a:lnTo>
                    <a:pt x="7219794" y="290589"/>
                  </a:lnTo>
                  <a:lnTo>
                    <a:pt x="7219939" y="290589"/>
                  </a:lnTo>
                  <a:lnTo>
                    <a:pt x="7220084" y="290589"/>
                  </a:lnTo>
                  <a:lnTo>
                    <a:pt x="7220230" y="290589"/>
                  </a:lnTo>
                  <a:lnTo>
                    <a:pt x="7220375" y="290589"/>
                  </a:lnTo>
                  <a:lnTo>
                    <a:pt x="7220521" y="290589"/>
                  </a:lnTo>
                  <a:lnTo>
                    <a:pt x="7220666" y="290589"/>
                  </a:lnTo>
                  <a:lnTo>
                    <a:pt x="7220812" y="290589"/>
                  </a:lnTo>
                  <a:lnTo>
                    <a:pt x="7220957" y="290589"/>
                  </a:lnTo>
                  <a:lnTo>
                    <a:pt x="7221102" y="290589"/>
                  </a:lnTo>
                  <a:lnTo>
                    <a:pt x="7221248" y="290589"/>
                  </a:lnTo>
                  <a:lnTo>
                    <a:pt x="7221393" y="290589"/>
                  </a:lnTo>
                  <a:lnTo>
                    <a:pt x="7221539" y="290589"/>
                  </a:lnTo>
                  <a:lnTo>
                    <a:pt x="7221684" y="290589"/>
                  </a:lnTo>
                  <a:lnTo>
                    <a:pt x="7221684" y="289965"/>
                  </a:lnTo>
                  <a:lnTo>
                    <a:pt x="7221830" y="289965"/>
                  </a:lnTo>
                  <a:lnTo>
                    <a:pt x="7221975" y="289965"/>
                  </a:lnTo>
                  <a:lnTo>
                    <a:pt x="7221975" y="289342"/>
                  </a:lnTo>
                  <a:lnTo>
                    <a:pt x="7222120" y="289342"/>
                  </a:lnTo>
                  <a:lnTo>
                    <a:pt x="7222266" y="289342"/>
                  </a:lnTo>
                  <a:lnTo>
                    <a:pt x="7222411" y="289342"/>
                  </a:lnTo>
                  <a:lnTo>
                    <a:pt x="7222557" y="289342"/>
                  </a:lnTo>
                  <a:lnTo>
                    <a:pt x="7222702" y="289342"/>
                  </a:lnTo>
                  <a:lnTo>
                    <a:pt x="7222848" y="289342"/>
                  </a:lnTo>
                  <a:lnTo>
                    <a:pt x="7222993" y="289342"/>
                  </a:lnTo>
                  <a:lnTo>
                    <a:pt x="7223138" y="289342"/>
                  </a:lnTo>
                  <a:lnTo>
                    <a:pt x="7223284" y="289342"/>
                  </a:lnTo>
                  <a:lnTo>
                    <a:pt x="7223429" y="289342"/>
                  </a:lnTo>
                  <a:lnTo>
                    <a:pt x="7223575" y="289342"/>
                  </a:lnTo>
                  <a:lnTo>
                    <a:pt x="7223720" y="289342"/>
                  </a:lnTo>
                  <a:lnTo>
                    <a:pt x="7223866" y="289342"/>
                  </a:lnTo>
                  <a:lnTo>
                    <a:pt x="7224011" y="289342"/>
                  </a:lnTo>
                  <a:lnTo>
                    <a:pt x="7224156" y="289342"/>
                  </a:lnTo>
                  <a:lnTo>
                    <a:pt x="7224302" y="289342"/>
                  </a:lnTo>
                  <a:lnTo>
                    <a:pt x="7224447" y="289342"/>
                  </a:lnTo>
                  <a:lnTo>
                    <a:pt x="7224593" y="289342"/>
                  </a:lnTo>
                  <a:lnTo>
                    <a:pt x="7224738" y="289342"/>
                  </a:lnTo>
                  <a:lnTo>
                    <a:pt x="7224883" y="289342"/>
                  </a:lnTo>
                  <a:lnTo>
                    <a:pt x="7224883" y="288718"/>
                  </a:lnTo>
                  <a:lnTo>
                    <a:pt x="7225029" y="288718"/>
                  </a:lnTo>
                  <a:lnTo>
                    <a:pt x="7225174" y="288718"/>
                  </a:lnTo>
                  <a:lnTo>
                    <a:pt x="7225320" y="288718"/>
                  </a:lnTo>
                  <a:lnTo>
                    <a:pt x="7225465" y="288718"/>
                  </a:lnTo>
                  <a:lnTo>
                    <a:pt x="7225611" y="288718"/>
                  </a:lnTo>
                  <a:lnTo>
                    <a:pt x="7225756" y="288718"/>
                  </a:lnTo>
                  <a:lnTo>
                    <a:pt x="7225901" y="288718"/>
                  </a:lnTo>
                  <a:lnTo>
                    <a:pt x="7226047" y="288718"/>
                  </a:lnTo>
                  <a:lnTo>
                    <a:pt x="7226192" y="288718"/>
                  </a:lnTo>
                  <a:lnTo>
                    <a:pt x="7226338" y="288718"/>
                  </a:lnTo>
                  <a:lnTo>
                    <a:pt x="7226483" y="288718"/>
                  </a:lnTo>
                  <a:lnTo>
                    <a:pt x="7226629" y="288718"/>
                  </a:lnTo>
                  <a:lnTo>
                    <a:pt x="7226774" y="288718"/>
                  </a:lnTo>
                  <a:lnTo>
                    <a:pt x="7226919" y="288718"/>
                  </a:lnTo>
                  <a:lnTo>
                    <a:pt x="7227065" y="288718"/>
                  </a:lnTo>
                  <a:lnTo>
                    <a:pt x="7227210" y="288718"/>
                  </a:lnTo>
                  <a:lnTo>
                    <a:pt x="7227356" y="288718"/>
                  </a:lnTo>
                  <a:lnTo>
                    <a:pt x="7227501" y="288718"/>
                  </a:lnTo>
                  <a:lnTo>
                    <a:pt x="7227647" y="288718"/>
                  </a:lnTo>
                  <a:lnTo>
                    <a:pt x="7227792" y="288718"/>
                  </a:lnTo>
                  <a:lnTo>
                    <a:pt x="7227937" y="288718"/>
                  </a:lnTo>
                  <a:lnTo>
                    <a:pt x="7228083" y="288718"/>
                  </a:lnTo>
                  <a:lnTo>
                    <a:pt x="7228228" y="288718"/>
                  </a:lnTo>
                  <a:lnTo>
                    <a:pt x="7228374" y="288718"/>
                  </a:lnTo>
                  <a:lnTo>
                    <a:pt x="7228519" y="288718"/>
                  </a:lnTo>
                  <a:lnTo>
                    <a:pt x="7228665" y="288718"/>
                  </a:lnTo>
                  <a:lnTo>
                    <a:pt x="7228810" y="288718"/>
                  </a:lnTo>
                  <a:lnTo>
                    <a:pt x="7228810" y="288095"/>
                  </a:lnTo>
                  <a:lnTo>
                    <a:pt x="7228955" y="288095"/>
                  </a:lnTo>
                  <a:lnTo>
                    <a:pt x="7229101" y="288095"/>
                  </a:lnTo>
                  <a:lnTo>
                    <a:pt x="7229246" y="288095"/>
                  </a:lnTo>
                  <a:lnTo>
                    <a:pt x="7229392" y="288095"/>
                  </a:lnTo>
                  <a:lnTo>
                    <a:pt x="7229537" y="288095"/>
                  </a:lnTo>
                  <a:lnTo>
                    <a:pt x="7229537" y="287471"/>
                  </a:lnTo>
                  <a:lnTo>
                    <a:pt x="7229683" y="287471"/>
                  </a:lnTo>
                  <a:lnTo>
                    <a:pt x="7229828" y="287471"/>
                  </a:lnTo>
                  <a:lnTo>
                    <a:pt x="7229973" y="287471"/>
                  </a:lnTo>
                  <a:lnTo>
                    <a:pt x="7230119" y="287471"/>
                  </a:lnTo>
                  <a:lnTo>
                    <a:pt x="7230264" y="287471"/>
                  </a:lnTo>
                  <a:lnTo>
                    <a:pt x="7230410" y="287471"/>
                  </a:lnTo>
                  <a:lnTo>
                    <a:pt x="7230555" y="287471"/>
                  </a:lnTo>
                  <a:lnTo>
                    <a:pt x="7230701" y="287471"/>
                  </a:lnTo>
                  <a:lnTo>
                    <a:pt x="7230846" y="287471"/>
                  </a:lnTo>
                  <a:lnTo>
                    <a:pt x="7230991" y="287471"/>
                  </a:lnTo>
                  <a:lnTo>
                    <a:pt x="7231137" y="287471"/>
                  </a:lnTo>
                  <a:lnTo>
                    <a:pt x="7231282" y="287471"/>
                  </a:lnTo>
                  <a:lnTo>
                    <a:pt x="7231428" y="287471"/>
                  </a:lnTo>
                  <a:lnTo>
                    <a:pt x="7231573" y="287471"/>
                  </a:lnTo>
                  <a:lnTo>
                    <a:pt x="7231718" y="287471"/>
                  </a:lnTo>
                  <a:lnTo>
                    <a:pt x="7231864" y="287471"/>
                  </a:lnTo>
                  <a:lnTo>
                    <a:pt x="7232009" y="287471"/>
                  </a:lnTo>
                  <a:lnTo>
                    <a:pt x="7232155" y="287471"/>
                  </a:lnTo>
                  <a:lnTo>
                    <a:pt x="7232300" y="287471"/>
                  </a:lnTo>
                  <a:lnTo>
                    <a:pt x="7232446" y="287471"/>
                  </a:lnTo>
                  <a:lnTo>
                    <a:pt x="7232591" y="287471"/>
                  </a:lnTo>
                  <a:lnTo>
                    <a:pt x="7232736" y="287471"/>
                  </a:lnTo>
                  <a:lnTo>
                    <a:pt x="7232882" y="287471"/>
                  </a:lnTo>
                  <a:lnTo>
                    <a:pt x="7233027" y="287471"/>
                  </a:lnTo>
                  <a:lnTo>
                    <a:pt x="7233173" y="287471"/>
                  </a:lnTo>
                  <a:lnTo>
                    <a:pt x="7233318" y="287471"/>
                  </a:lnTo>
                  <a:lnTo>
                    <a:pt x="7233464" y="287471"/>
                  </a:lnTo>
                  <a:lnTo>
                    <a:pt x="7233609" y="287471"/>
                  </a:lnTo>
                  <a:lnTo>
                    <a:pt x="7233754" y="287471"/>
                  </a:lnTo>
                  <a:lnTo>
                    <a:pt x="7233900" y="287471"/>
                  </a:lnTo>
                  <a:lnTo>
                    <a:pt x="7234045" y="287471"/>
                  </a:lnTo>
                  <a:lnTo>
                    <a:pt x="7234191" y="287471"/>
                  </a:lnTo>
                  <a:lnTo>
                    <a:pt x="7234336" y="287471"/>
                  </a:lnTo>
                  <a:lnTo>
                    <a:pt x="7234482" y="287471"/>
                  </a:lnTo>
                  <a:lnTo>
                    <a:pt x="7234627" y="287471"/>
                  </a:lnTo>
                  <a:lnTo>
                    <a:pt x="7234772" y="287471"/>
                  </a:lnTo>
                  <a:lnTo>
                    <a:pt x="7234918" y="287471"/>
                  </a:lnTo>
                  <a:lnTo>
                    <a:pt x="7235063" y="287471"/>
                  </a:lnTo>
                  <a:lnTo>
                    <a:pt x="7235209" y="287471"/>
                  </a:lnTo>
                  <a:lnTo>
                    <a:pt x="7235354" y="287471"/>
                  </a:lnTo>
                  <a:lnTo>
                    <a:pt x="7235500" y="287471"/>
                  </a:lnTo>
                  <a:lnTo>
                    <a:pt x="7235645" y="287471"/>
                  </a:lnTo>
                  <a:lnTo>
                    <a:pt x="7235790" y="287471"/>
                  </a:lnTo>
                  <a:lnTo>
                    <a:pt x="7235936" y="287471"/>
                  </a:lnTo>
                  <a:lnTo>
                    <a:pt x="7236081" y="287471"/>
                  </a:lnTo>
                  <a:lnTo>
                    <a:pt x="7236081" y="286847"/>
                  </a:lnTo>
                  <a:lnTo>
                    <a:pt x="7236227" y="286847"/>
                  </a:lnTo>
                  <a:lnTo>
                    <a:pt x="7236227" y="286224"/>
                  </a:lnTo>
                  <a:lnTo>
                    <a:pt x="7236372" y="286224"/>
                  </a:lnTo>
                  <a:lnTo>
                    <a:pt x="7236518" y="286224"/>
                  </a:lnTo>
                  <a:lnTo>
                    <a:pt x="7236663" y="286224"/>
                  </a:lnTo>
                  <a:lnTo>
                    <a:pt x="7236808" y="286224"/>
                  </a:lnTo>
                  <a:lnTo>
                    <a:pt x="7236954" y="286224"/>
                  </a:lnTo>
                  <a:lnTo>
                    <a:pt x="7237099" y="286224"/>
                  </a:lnTo>
                  <a:lnTo>
                    <a:pt x="7237245" y="286224"/>
                  </a:lnTo>
                  <a:lnTo>
                    <a:pt x="7237390" y="286224"/>
                  </a:lnTo>
                  <a:lnTo>
                    <a:pt x="7237536" y="286224"/>
                  </a:lnTo>
                  <a:lnTo>
                    <a:pt x="7237681" y="286224"/>
                  </a:lnTo>
                  <a:lnTo>
                    <a:pt x="7237826" y="286224"/>
                  </a:lnTo>
                  <a:lnTo>
                    <a:pt x="7237826" y="285600"/>
                  </a:lnTo>
                  <a:lnTo>
                    <a:pt x="7237972" y="285600"/>
                  </a:lnTo>
                  <a:lnTo>
                    <a:pt x="7238117" y="285600"/>
                  </a:lnTo>
                  <a:lnTo>
                    <a:pt x="7238263" y="285600"/>
                  </a:lnTo>
                  <a:lnTo>
                    <a:pt x="7238408" y="285600"/>
                  </a:lnTo>
                  <a:lnTo>
                    <a:pt x="7238553" y="285600"/>
                  </a:lnTo>
                  <a:lnTo>
                    <a:pt x="7238699" y="285600"/>
                  </a:lnTo>
                  <a:lnTo>
                    <a:pt x="7238844" y="285600"/>
                  </a:lnTo>
                  <a:lnTo>
                    <a:pt x="7238990" y="285600"/>
                  </a:lnTo>
                  <a:lnTo>
                    <a:pt x="7238990" y="284977"/>
                  </a:lnTo>
                  <a:lnTo>
                    <a:pt x="7239135" y="284977"/>
                  </a:lnTo>
                  <a:lnTo>
                    <a:pt x="7239281" y="284977"/>
                  </a:lnTo>
                  <a:lnTo>
                    <a:pt x="7239426" y="284977"/>
                  </a:lnTo>
                  <a:lnTo>
                    <a:pt x="7239571" y="284977"/>
                  </a:lnTo>
                  <a:lnTo>
                    <a:pt x="7239717" y="284977"/>
                  </a:lnTo>
                  <a:lnTo>
                    <a:pt x="7239862" y="284977"/>
                  </a:lnTo>
                  <a:lnTo>
                    <a:pt x="7240008" y="284977"/>
                  </a:lnTo>
                  <a:lnTo>
                    <a:pt x="7240153" y="284977"/>
                  </a:lnTo>
                  <a:lnTo>
                    <a:pt x="7240299" y="284977"/>
                  </a:lnTo>
                  <a:lnTo>
                    <a:pt x="7240444" y="284977"/>
                  </a:lnTo>
                  <a:lnTo>
                    <a:pt x="7240589" y="284977"/>
                  </a:lnTo>
                  <a:lnTo>
                    <a:pt x="7240589" y="284353"/>
                  </a:lnTo>
                  <a:lnTo>
                    <a:pt x="7240589" y="283729"/>
                  </a:lnTo>
                  <a:lnTo>
                    <a:pt x="7240735" y="283729"/>
                  </a:lnTo>
                  <a:lnTo>
                    <a:pt x="7240880" y="283729"/>
                  </a:lnTo>
                  <a:lnTo>
                    <a:pt x="7240880" y="283106"/>
                  </a:lnTo>
                  <a:lnTo>
                    <a:pt x="7241026" y="283106"/>
                  </a:lnTo>
                  <a:lnTo>
                    <a:pt x="7241171" y="283106"/>
                  </a:lnTo>
                  <a:lnTo>
                    <a:pt x="7241317" y="283106"/>
                  </a:lnTo>
                  <a:lnTo>
                    <a:pt x="7241462" y="283106"/>
                  </a:lnTo>
                  <a:lnTo>
                    <a:pt x="7241607" y="283106"/>
                  </a:lnTo>
                  <a:lnTo>
                    <a:pt x="7241753" y="283106"/>
                  </a:lnTo>
                  <a:lnTo>
                    <a:pt x="7241898" y="283106"/>
                  </a:lnTo>
                  <a:lnTo>
                    <a:pt x="7242044" y="283106"/>
                  </a:lnTo>
                  <a:lnTo>
                    <a:pt x="7242189" y="283106"/>
                  </a:lnTo>
                  <a:lnTo>
                    <a:pt x="7242335" y="283106"/>
                  </a:lnTo>
                  <a:lnTo>
                    <a:pt x="7242480" y="283106"/>
                  </a:lnTo>
                  <a:lnTo>
                    <a:pt x="7242625" y="283106"/>
                  </a:lnTo>
                  <a:lnTo>
                    <a:pt x="7242771" y="283106"/>
                  </a:lnTo>
                  <a:lnTo>
                    <a:pt x="7242916" y="283106"/>
                  </a:lnTo>
                  <a:lnTo>
                    <a:pt x="7243062" y="283106"/>
                  </a:lnTo>
                  <a:lnTo>
                    <a:pt x="7243207" y="283106"/>
                  </a:lnTo>
                  <a:lnTo>
                    <a:pt x="7243353" y="283106"/>
                  </a:lnTo>
                  <a:lnTo>
                    <a:pt x="7243498" y="283106"/>
                  </a:lnTo>
                  <a:lnTo>
                    <a:pt x="7243643" y="283106"/>
                  </a:lnTo>
                  <a:lnTo>
                    <a:pt x="7243789" y="283106"/>
                  </a:lnTo>
                  <a:lnTo>
                    <a:pt x="7243934" y="283106"/>
                  </a:lnTo>
                  <a:lnTo>
                    <a:pt x="7244080" y="283106"/>
                  </a:lnTo>
                  <a:lnTo>
                    <a:pt x="7244225" y="283106"/>
                  </a:lnTo>
                  <a:lnTo>
                    <a:pt x="7244371" y="283106"/>
                  </a:lnTo>
                  <a:lnTo>
                    <a:pt x="7244516" y="283106"/>
                  </a:lnTo>
                  <a:lnTo>
                    <a:pt x="7244661" y="283106"/>
                  </a:lnTo>
                  <a:lnTo>
                    <a:pt x="7244807" y="283106"/>
                  </a:lnTo>
                  <a:lnTo>
                    <a:pt x="7244952" y="283106"/>
                  </a:lnTo>
                  <a:lnTo>
                    <a:pt x="7245098" y="283106"/>
                  </a:lnTo>
                  <a:lnTo>
                    <a:pt x="7245243" y="283106"/>
                  </a:lnTo>
                  <a:lnTo>
                    <a:pt x="7245388" y="283106"/>
                  </a:lnTo>
                  <a:lnTo>
                    <a:pt x="7245534" y="283106"/>
                  </a:lnTo>
                  <a:lnTo>
                    <a:pt x="7245534" y="282482"/>
                  </a:lnTo>
                  <a:lnTo>
                    <a:pt x="7245679" y="282482"/>
                  </a:lnTo>
                  <a:lnTo>
                    <a:pt x="7245825" y="282482"/>
                  </a:lnTo>
                  <a:lnTo>
                    <a:pt x="7245970" y="282482"/>
                  </a:lnTo>
                  <a:lnTo>
                    <a:pt x="7246116" y="282482"/>
                  </a:lnTo>
                  <a:lnTo>
                    <a:pt x="7246261" y="282482"/>
                  </a:lnTo>
                  <a:lnTo>
                    <a:pt x="7246406" y="282482"/>
                  </a:lnTo>
                  <a:lnTo>
                    <a:pt x="7246552" y="282482"/>
                  </a:lnTo>
                  <a:lnTo>
                    <a:pt x="7246697" y="282482"/>
                  </a:lnTo>
                  <a:lnTo>
                    <a:pt x="7246843" y="282482"/>
                  </a:lnTo>
                  <a:lnTo>
                    <a:pt x="7246988" y="282482"/>
                  </a:lnTo>
                  <a:lnTo>
                    <a:pt x="7247134" y="282482"/>
                  </a:lnTo>
                  <a:lnTo>
                    <a:pt x="7247279" y="282482"/>
                  </a:lnTo>
                  <a:lnTo>
                    <a:pt x="7247424" y="282482"/>
                  </a:lnTo>
                  <a:lnTo>
                    <a:pt x="7247570" y="282482"/>
                  </a:lnTo>
                  <a:lnTo>
                    <a:pt x="7247715" y="282482"/>
                  </a:lnTo>
                  <a:lnTo>
                    <a:pt x="7247861" y="282482"/>
                  </a:lnTo>
                  <a:lnTo>
                    <a:pt x="7248006" y="282482"/>
                  </a:lnTo>
                  <a:lnTo>
                    <a:pt x="7248152" y="282482"/>
                  </a:lnTo>
                  <a:lnTo>
                    <a:pt x="7248297" y="282482"/>
                  </a:lnTo>
                  <a:lnTo>
                    <a:pt x="7248442" y="282482"/>
                  </a:lnTo>
                  <a:lnTo>
                    <a:pt x="7248588" y="282482"/>
                  </a:lnTo>
                  <a:lnTo>
                    <a:pt x="7248733" y="282482"/>
                  </a:lnTo>
                  <a:lnTo>
                    <a:pt x="7248879" y="282482"/>
                  </a:lnTo>
                  <a:lnTo>
                    <a:pt x="7249024" y="282482"/>
                  </a:lnTo>
                  <a:lnTo>
                    <a:pt x="7249170" y="282482"/>
                  </a:lnTo>
                  <a:lnTo>
                    <a:pt x="7249315" y="282482"/>
                  </a:lnTo>
                  <a:lnTo>
                    <a:pt x="7249460" y="282482"/>
                  </a:lnTo>
                  <a:lnTo>
                    <a:pt x="7249606" y="282482"/>
                  </a:lnTo>
                  <a:lnTo>
                    <a:pt x="7249751" y="282482"/>
                  </a:lnTo>
                  <a:lnTo>
                    <a:pt x="7249897" y="282482"/>
                  </a:lnTo>
                  <a:lnTo>
                    <a:pt x="7250042" y="282482"/>
                  </a:lnTo>
                  <a:lnTo>
                    <a:pt x="7250188" y="282482"/>
                  </a:lnTo>
                  <a:lnTo>
                    <a:pt x="7250333" y="282482"/>
                  </a:lnTo>
                  <a:lnTo>
                    <a:pt x="7250478" y="282482"/>
                  </a:lnTo>
                  <a:lnTo>
                    <a:pt x="7250624" y="282482"/>
                  </a:lnTo>
                  <a:lnTo>
                    <a:pt x="7250769" y="282482"/>
                  </a:lnTo>
                  <a:lnTo>
                    <a:pt x="7250915" y="282482"/>
                  </a:lnTo>
                  <a:lnTo>
                    <a:pt x="7251060" y="282482"/>
                  </a:lnTo>
                  <a:lnTo>
                    <a:pt x="7251206" y="282482"/>
                  </a:lnTo>
                  <a:lnTo>
                    <a:pt x="7251351" y="282482"/>
                  </a:lnTo>
                  <a:lnTo>
                    <a:pt x="7251496" y="282482"/>
                  </a:lnTo>
                  <a:lnTo>
                    <a:pt x="7251642" y="282482"/>
                  </a:lnTo>
                  <a:lnTo>
                    <a:pt x="7251787" y="282482"/>
                  </a:lnTo>
                  <a:lnTo>
                    <a:pt x="7251933" y="282482"/>
                  </a:lnTo>
                  <a:lnTo>
                    <a:pt x="7252078" y="282482"/>
                  </a:lnTo>
                  <a:lnTo>
                    <a:pt x="7252223" y="282482"/>
                  </a:lnTo>
                  <a:lnTo>
                    <a:pt x="7252369" y="282482"/>
                  </a:lnTo>
                  <a:lnTo>
                    <a:pt x="7252514" y="282482"/>
                  </a:lnTo>
                  <a:lnTo>
                    <a:pt x="7252660" y="282482"/>
                  </a:lnTo>
                  <a:lnTo>
                    <a:pt x="7252805" y="282482"/>
                  </a:lnTo>
                  <a:lnTo>
                    <a:pt x="7252951" y="282482"/>
                  </a:lnTo>
                  <a:lnTo>
                    <a:pt x="7253096" y="282482"/>
                  </a:lnTo>
                  <a:lnTo>
                    <a:pt x="7253241" y="282482"/>
                  </a:lnTo>
                  <a:lnTo>
                    <a:pt x="7253387" y="282482"/>
                  </a:lnTo>
                  <a:lnTo>
                    <a:pt x="7253532" y="282482"/>
                  </a:lnTo>
                  <a:lnTo>
                    <a:pt x="7253678" y="282482"/>
                  </a:lnTo>
                  <a:lnTo>
                    <a:pt x="7253823" y="282482"/>
                  </a:lnTo>
                  <a:lnTo>
                    <a:pt x="7253969" y="282482"/>
                  </a:lnTo>
                  <a:lnTo>
                    <a:pt x="7254114" y="282482"/>
                  </a:lnTo>
                  <a:lnTo>
                    <a:pt x="7254259" y="282482"/>
                  </a:lnTo>
                  <a:lnTo>
                    <a:pt x="7254405" y="282482"/>
                  </a:lnTo>
                  <a:lnTo>
                    <a:pt x="7254550" y="282482"/>
                  </a:lnTo>
                  <a:lnTo>
                    <a:pt x="7254696" y="282482"/>
                  </a:lnTo>
                  <a:lnTo>
                    <a:pt x="7254841" y="282482"/>
                  </a:lnTo>
                  <a:lnTo>
                    <a:pt x="7254841" y="281859"/>
                  </a:lnTo>
                  <a:lnTo>
                    <a:pt x="7254987" y="281859"/>
                  </a:lnTo>
                  <a:lnTo>
                    <a:pt x="7255132" y="281859"/>
                  </a:lnTo>
                  <a:lnTo>
                    <a:pt x="7255277" y="281859"/>
                  </a:lnTo>
                  <a:lnTo>
                    <a:pt x="7255423" y="281859"/>
                  </a:lnTo>
                  <a:lnTo>
                    <a:pt x="7255568" y="281859"/>
                  </a:lnTo>
                  <a:lnTo>
                    <a:pt x="7255714" y="281859"/>
                  </a:lnTo>
                  <a:lnTo>
                    <a:pt x="7255859" y="281859"/>
                  </a:lnTo>
                  <a:lnTo>
                    <a:pt x="7255859" y="281235"/>
                  </a:lnTo>
                  <a:lnTo>
                    <a:pt x="7256005" y="281235"/>
                  </a:lnTo>
                  <a:lnTo>
                    <a:pt x="7256150" y="281235"/>
                  </a:lnTo>
                  <a:lnTo>
                    <a:pt x="7256295" y="281235"/>
                  </a:lnTo>
                  <a:lnTo>
                    <a:pt x="7256441" y="281235"/>
                  </a:lnTo>
                  <a:lnTo>
                    <a:pt x="7256586" y="281235"/>
                  </a:lnTo>
                  <a:lnTo>
                    <a:pt x="7256732" y="281235"/>
                  </a:lnTo>
                  <a:lnTo>
                    <a:pt x="7256877" y="281235"/>
                  </a:lnTo>
                  <a:lnTo>
                    <a:pt x="7256877" y="280612"/>
                  </a:lnTo>
                  <a:lnTo>
                    <a:pt x="7256877" y="279988"/>
                  </a:lnTo>
                  <a:lnTo>
                    <a:pt x="7257023" y="279988"/>
                  </a:lnTo>
                  <a:lnTo>
                    <a:pt x="7257168" y="279988"/>
                  </a:lnTo>
                  <a:lnTo>
                    <a:pt x="7257313" y="279988"/>
                  </a:lnTo>
                  <a:lnTo>
                    <a:pt x="7257459" y="279988"/>
                  </a:lnTo>
                  <a:lnTo>
                    <a:pt x="7257604" y="279988"/>
                  </a:lnTo>
                  <a:lnTo>
                    <a:pt x="7257750" y="279988"/>
                  </a:lnTo>
                  <a:lnTo>
                    <a:pt x="7257895" y="279988"/>
                  </a:lnTo>
                  <a:lnTo>
                    <a:pt x="7258040" y="279988"/>
                  </a:lnTo>
                  <a:lnTo>
                    <a:pt x="7258186" y="279988"/>
                  </a:lnTo>
                  <a:lnTo>
                    <a:pt x="7258331" y="279988"/>
                  </a:lnTo>
                  <a:lnTo>
                    <a:pt x="7258477" y="279988"/>
                  </a:lnTo>
                  <a:lnTo>
                    <a:pt x="7258622" y="279988"/>
                  </a:lnTo>
                  <a:lnTo>
                    <a:pt x="7258768" y="279988"/>
                  </a:lnTo>
                  <a:lnTo>
                    <a:pt x="7258913" y="279988"/>
                  </a:lnTo>
                  <a:lnTo>
                    <a:pt x="7259058" y="279988"/>
                  </a:lnTo>
                  <a:lnTo>
                    <a:pt x="7259204" y="279988"/>
                  </a:lnTo>
                  <a:lnTo>
                    <a:pt x="7259349" y="279988"/>
                  </a:lnTo>
                  <a:lnTo>
                    <a:pt x="7259495" y="279988"/>
                  </a:lnTo>
                  <a:lnTo>
                    <a:pt x="7259640" y="279988"/>
                  </a:lnTo>
                  <a:lnTo>
                    <a:pt x="7259786" y="279988"/>
                  </a:lnTo>
                  <a:lnTo>
                    <a:pt x="7259931" y="279988"/>
                  </a:lnTo>
                  <a:lnTo>
                    <a:pt x="7260076" y="279988"/>
                  </a:lnTo>
                  <a:lnTo>
                    <a:pt x="7260222" y="279988"/>
                  </a:lnTo>
                  <a:lnTo>
                    <a:pt x="7260367" y="279988"/>
                  </a:lnTo>
                  <a:lnTo>
                    <a:pt x="7260513" y="279988"/>
                  </a:lnTo>
                  <a:lnTo>
                    <a:pt x="7260658" y="279988"/>
                  </a:lnTo>
                  <a:lnTo>
                    <a:pt x="7260804" y="279988"/>
                  </a:lnTo>
                  <a:lnTo>
                    <a:pt x="7260949" y="279988"/>
                  </a:lnTo>
                  <a:lnTo>
                    <a:pt x="7261094" y="279988"/>
                  </a:lnTo>
                  <a:lnTo>
                    <a:pt x="7261240" y="279988"/>
                  </a:lnTo>
                  <a:lnTo>
                    <a:pt x="7261240" y="279364"/>
                  </a:lnTo>
                  <a:lnTo>
                    <a:pt x="7261385" y="279364"/>
                  </a:lnTo>
                  <a:lnTo>
                    <a:pt x="7261531" y="279364"/>
                  </a:lnTo>
                  <a:lnTo>
                    <a:pt x="7261676" y="279364"/>
                  </a:lnTo>
                  <a:lnTo>
                    <a:pt x="7261822" y="279364"/>
                  </a:lnTo>
                  <a:lnTo>
                    <a:pt x="7261967" y="279364"/>
                  </a:lnTo>
                  <a:lnTo>
                    <a:pt x="7261967" y="278741"/>
                  </a:lnTo>
                  <a:lnTo>
                    <a:pt x="7262112" y="278741"/>
                  </a:lnTo>
                  <a:lnTo>
                    <a:pt x="7262258" y="278741"/>
                  </a:lnTo>
                  <a:lnTo>
                    <a:pt x="7262403" y="278741"/>
                  </a:lnTo>
                  <a:lnTo>
                    <a:pt x="7262549" y="278741"/>
                  </a:lnTo>
                  <a:lnTo>
                    <a:pt x="7262694" y="278741"/>
                  </a:lnTo>
                  <a:lnTo>
                    <a:pt x="7262840" y="278741"/>
                  </a:lnTo>
                  <a:lnTo>
                    <a:pt x="7262985" y="278741"/>
                  </a:lnTo>
                  <a:lnTo>
                    <a:pt x="7263130" y="278741"/>
                  </a:lnTo>
                  <a:lnTo>
                    <a:pt x="7263130" y="278117"/>
                  </a:lnTo>
                  <a:lnTo>
                    <a:pt x="7263276" y="278117"/>
                  </a:lnTo>
                  <a:lnTo>
                    <a:pt x="7263276" y="277494"/>
                  </a:lnTo>
                  <a:lnTo>
                    <a:pt x="7263421" y="277494"/>
                  </a:lnTo>
                  <a:lnTo>
                    <a:pt x="7263567" y="277494"/>
                  </a:lnTo>
                  <a:lnTo>
                    <a:pt x="7263712" y="277494"/>
                  </a:lnTo>
                  <a:lnTo>
                    <a:pt x="7263858" y="277494"/>
                  </a:lnTo>
                  <a:lnTo>
                    <a:pt x="7264003" y="277494"/>
                  </a:lnTo>
                  <a:lnTo>
                    <a:pt x="7264148" y="277494"/>
                  </a:lnTo>
                  <a:lnTo>
                    <a:pt x="7264294" y="277494"/>
                  </a:lnTo>
                  <a:lnTo>
                    <a:pt x="7264439" y="277494"/>
                  </a:lnTo>
                  <a:lnTo>
                    <a:pt x="7264585" y="277494"/>
                  </a:lnTo>
                  <a:lnTo>
                    <a:pt x="7264730" y="277494"/>
                  </a:lnTo>
                  <a:lnTo>
                    <a:pt x="7264875" y="277494"/>
                  </a:lnTo>
                  <a:lnTo>
                    <a:pt x="7265021" y="277494"/>
                  </a:lnTo>
                  <a:lnTo>
                    <a:pt x="7265166" y="277494"/>
                  </a:lnTo>
                  <a:lnTo>
                    <a:pt x="7265312" y="277494"/>
                  </a:lnTo>
                  <a:lnTo>
                    <a:pt x="7265457" y="277494"/>
                  </a:lnTo>
                  <a:lnTo>
                    <a:pt x="7265603" y="277494"/>
                  </a:lnTo>
                  <a:lnTo>
                    <a:pt x="7265748" y="277494"/>
                  </a:lnTo>
                  <a:lnTo>
                    <a:pt x="7265893" y="277494"/>
                  </a:lnTo>
                  <a:lnTo>
                    <a:pt x="7266039" y="277494"/>
                  </a:lnTo>
                  <a:lnTo>
                    <a:pt x="7266184" y="277494"/>
                  </a:lnTo>
                  <a:lnTo>
                    <a:pt x="7266330" y="277494"/>
                  </a:lnTo>
                  <a:lnTo>
                    <a:pt x="7266475" y="277494"/>
                  </a:lnTo>
                  <a:lnTo>
                    <a:pt x="7266621" y="277494"/>
                  </a:lnTo>
                  <a:lnTo>
                    <a:pt x="7266766" y="277494"/>
                  </a:lnTo>
                  <a:lnTo>
                    <a:pt x="7266766" y="276870"/>
                  </a:lnTo>
                  <a:lnTo>
                    <a:pt x="7266911" y="276870"/>
                  </a:lnTo>
                  <a:lnTo>
                    <a:pt x="7267057" y="276870"/>
                  </a:lnTo>
                  <a:lnTo>
                    <a:pt x="7267202" y="276870"/>
                  </a:lnTo>
                  <a:lnTo>
                    <a:pt x="7267348" y="276870"/>
                  </a:lnTo>
                  <a:lnTo>
                    <a:pt x="7267493" y="276870"/>
                  </a:lnTo>
                  <a:lnTo>
                    <a:pt x="7267639" y="276870"/>
                  </a:lnTo>
                  <a:lnTo>
                    <a:pt x="7267784" y="276870"/>
                  </a:lnTo>
                  <a:lnTo>
                    <a:pt x="7267929" y="276870"/>
                  </a:lnTo>
                  <a:lnTo>
                    <a:pt x="7268075" y="276870"/>
                  </a:lnTo>
                  <a:lnTo>
                    <a:pt x="7268220" y="276870"/>
                  </a:lnTo>
                  <a:lnTo>
                    <a:pt x="7268366" y="276870"/>
                  </a:lnTo>
                  <a:lnTo>
                    <a:pt x="7268511" y="276870"/>
                  </a:lnTo>
                  <a:lnTo>
                    <a:pt x="7268657" y="276870"/>
                  </a:lnTo>
                  <a:lnTo>
                    <a:pt x="7268802" y="276870"/>
                  </a:lnTo>
                  <a:lnTo>
                    <a:pt x="7268947" y="276870"/>
                  </a:lnTo>
                  <a:lnTo>
                    <a:pt x="7268947" y="276246"/>
                  </a:lnTo>
                  <a:lnTo>
                    <a:pt x="7269093" y="276246"/>
                  </a:lnTo>
                  <a:lnTo>
                    <a:pt x="7269238" y="276246"/>
                  </a:lnTo>
                  <a:lnTo>
                    <a:pt x="7269384" y="276246"/>
                  </a:lnTo>
                  <a:lnTo>
                    <a:pt x="7269384" y="275623"/>
                  </a:lnTo>
                  <a:lnTo>
                    <a:pt x="7269529" y="275623"/>
                  </a:lnTo>
                  <a:lnTo>
                    <a:pt x="7269675" y="275623"/>
                  </a:lnTo>
                  <a:lnTo>
                    <a:pt x="7269820" y="275623"/>
                  </a:lnTo>
                  <a:lnTo>
                    <a:pt x="7269965" y="275623"/>
                  </a:lnTo>
                  <a:lnTo>
                    <a:pt x="7270111" y="275623"/>
                  </a:lnTo>
                  <a:lnTo>
                    <a:pt x="7270256" y="275623"/>
                  </a:lnTo>
                  <a:lnTo>
                    <a:pt x="7270402" y="275623"/>
                  </a:lnTo>
                  <a:lnTo>
                    <a:pt x="7270547" y="275623"/>
                  </a:lnTo>
                  <a:lnTo>
                    <a:pt x="7270693" y="275623"/>
                  </a:lnTo>
                  <a:lnTo>
                    <a:pt x="7270838" y="275623"/>
                  </a:lnTo>
                  <a:lnTo>
                    <a:pt x="7270983" y="275623"/>
                  </a:lnTo>
                  <a:lnTo>
                    <a:pt x="7271129" y="275623"/>
                  </a:lnTo>
                  <a:lnTo>
                    <a:pt x="7271274" y="275623"/>
                  </a:lnTo>
                  <a:lnTo>
                    <a:pt x="7271420" y="275623"/>
                  </a:lnTo>
                  <a:lnTo>
                    <a:pt x="7271565" y="275623"/>
                  </a:lnTo>
                  <a:lnTo>
                    <a:pt x="7271710" y="275623"/>
                  </a:lnTo>
                  <a:lnTo>
                    <a:pt x="7271856" y="275623"/>
                  </a:lnTo>
                  <a:lnTo>
                    <a:pt x="7272001" y="275623"/>
                  </a:lnTo>
                  <a:lnTo>
                    <a:pt x="7272147" y="275623"/>
                  </a:lnTo>
                  <a:lnTo>
                    <a:pt x="7272292" y="275623"/>
                  </a:lnTo>
                  <a:lnTo>
                    <a:pt x="7272438" y="275623"/>
                  </a:lnTo>
                  <a:lnTo>
                    <a:pt x="7272583" y="275623"/>
                  </a:lnTo>
                  <a:lnTo>
                    <a:pt x="7272728" y="275623"/>
                  </a:lnTo>
                  <a:lnTo>
                    <a:pt x="7272874" y="275623"/>
                  </a:lnTo>
                  <a:lnTo>
                    <a:pt x="7273019" y="275623"/>
                  </a:lnTo>
                  <a:lnTo>
                    <a:pt x="7273165" y="275623"/>
                  </a:lnTo>
                  <a:lnTo>
                    <a:pt x="7273310" y="275623"/>
                  </a:lnTo>
                  <a:lnTo>
                    <a:pt x="7273456" y="275623"/>
                  </a:lnTo>
                  <a:lnTo>
                    <a:pt x="7273601" y="275623"/>
                  </a:lnTo>
                  <a:lnTo>
                    <a:pt x="7273746" y="275623"/>
                  </a:lnTo>
                  <a:lnTo>
                    <a:pt x="7273892" y="275623"/>
                  </a:lnTo>
                  <a:lnTo>
                    <a:pt x="7274037" y="275623"/>
                  </a:lnTo>
                  <a:lnTo>
                    <a:pt x="7274183" y="275623"/>
                  </a:lnTo>
                  <a:lnTo>
                    <a:pt x="7274328" y="275623"/>
                  </a:lnTo>
                  <a:lnTo>
                    <a:pt x="7274474" y="275623"/>
                  </a:lnTo>
                  <a:lnTo>
                    <a:pt x="7274619" y="275623"/>
                  </a:lnTo>
                  <a:lnTo>
                    <a:pt x="7274764" y="275623"/>
                  </a:lnTo>
                  <a:lnTo>
                    <a:pt x="7274910" y="275623"/>
                  </a:lnTo>
                  <a:lnTo>
                    <a:pt x="7275055" y="275623"/>
                  </a:lnTo>
                  <a:lnTo>
                    <a:pt x="7275201" y="275623"/>
                  </a:lnTo>
                  <a:lnTo>
                    <a:pt x="7275346" y="275623"/>
                  </a:lnTo>
                  <a:lnTo>
                    <a:pt x="7275346" y="274999"/>
                  </a:lnTo>
                  <a:lnTo>
                    <a:pt x="7275492" y="274999"/>
                  </a:lnTo>
                  <a:lnTo>
                    <a:pt x="7275637" y="274999"/>
                  </a:lnTo>
                  <a:lnTo>
                    <a:pt x="7275782" y="274999"/>
                  </a:lnTo>
                  <a:lnTo>
                    <a:pt x="7275928" y="274999"/>
                  </a:lnTo>
                  <a:lnTo>
                    <a:pt x="7275928" y="274376"/>
                  </a:lnTo>
                  <a:lnTo>
                    <a:pt x="7276073" y="274376"/>
                  </a:lnTo>
                  <a:lnTo>
                    <a:pt x="7276219" y="274376"/>
                  </a:lnTo>
                  <a:lnTo>
                    <a:pt x="7276364" y="274376"/>
                  </a:lnTo>
                  <a:lnTo>
                    <a:pt x="7276510" y="274376"/>
                  </a:lnTo>
                  <a:lnTo>
                    <a:pt x="7276655" y="274376"/>
                  </a:lnTo>
                  <a:lnTo>
                    <a:pt x="7276800" y="274376"/>
                  </a:lnTo>
                  <a:lnTo>
                    <a:pt x="7276946" y="274376"/>
                  </a:lnTo>
                  <a:lnTo>
                    <a:pt x="7277091" y="274376"/>
                  </a:lnTo>
                  <a:lnTo>
                    <a:pt x="7277237" y="274376"/>
                  </a:lnTo>
                  <a:lnTo>
                    <a:pt x="7277382" y="274376"/>
                  </a:lnTo>
                  <a:lnTo>
                    <a:pt x="7277528" y="274376"/>
                  </a:lnTo>
                  <a:lnTo>
                    <a:pt x="7277673" y="274376"/>
                  </a:lnTo>
                  <a:lnTo>
                    <a:pt x="7277818" y="274376"/>
                  </a:lnTo>
                  <a:lnTo>
                    <a:pt x="7277964" y="274376"/>
                  </a:lnTo>
                  <a:lnTo>
                    <a:pt x="7277964" y="273752"/>
                  </a:lnTo>
                  <a:lnTo>
                    <a:pt x="7278109" y="273752"/>
                  </a:lnTo>
                  <a:lnTo>
                    <a:pt x="7278255" y="273752"/>
                  </a:lnTo>
                  <a:lnTo>
                    <a:pt x="7278400" y="273752"/>
                  </a:lnTo>
                  <a:lnTo>
                    <a:pt x="7278545" y="273752"/>
                  </a:lnTo>
                  <a:lnTo>
                    <a:pt x="7278691" y="273752"/>
                  </a:lnTo>
                  <a:lnTo>
                    <a:pt x="7278836" y="273752"/>
                  </a:lnTo>
                  <a:lnTo>
                    <a:pt x="7278982" y="273752"/>
                  </a:lnTo>
                  <a:lnTo>
                    <a:pt x="7279127" y="273752"/>
                  </a:lnTo>
                  <a:lnTo>
                    <a:pt x="7279127" y="273129"/>
                  </a:lnTo>
                  <a:lnTo>
                    <a:pt x="7279273" y="273129"/>
                  </a:lnTo>
                  <a:lnTo>
                    <a:pt x="7279418" y="273129"/>
                  </a:lnTo>
                  <a:lnTo>
                    <a:pt x="7279563" y="273129"/>
                  </a:lnTo>
                  <a:lnTo>
                    <a:pt x="7279709" y="273129"/>
                  </a:lnTo>
                  <a:lnTo>
                    <a:pt x="7279854" y="273129"/>
                  </a:lnTo>
                  <a:lnTo>
                    <a:pt x="7280000" y="273129"/>
                  </a:lnTo>
                  <a:lnTo>
                    <a:pt x="7280145" y="273129"/>
                  </a:lnTo>
                  <a:lnTo>
                    <a:pt x="7280291" y="273129"/>
                  </a:lnTo>
                  <a:lnTo>
                    <a:pt x="7280436" y="273129"/>
                  </a:lnTo>
                  <a:lnTo>
                    <a:pt x="7280581" y="273129"/>
                  </a:lnTo>
                  <a:lnTo>
                    <a:pt x="7280727" y="273129"/>
                  </a:lnTo>
                  <a:lnTo>
                    <a:pt x="7280872" y="273129"/>
                  </a:lnTo>
                  <a:lnTo>
                    <a:pt x="7281018" y="273129"/>
                  </a:lnTo>
                  <a:lnTo>
                    <a:pt x="7281163" y="273129"/>
                  </a:lnTo>
                  <a:lnTo>
                    <a:pt x="7281309" y="273129"/>
                  </a:lnTo>
                  <a:lnTo>
                    <a:pt x="7281454" y="273129"/>
                  </a:lnTo>
                  <a:lnTo>
                    <a:pt x="7281454" y="272505"/>
                  </a:lnTo>
                  <a:lnTo>
                    <a:pt x="7281599" y="272505"/>
                  </a:lnTo>
                  <a:lnTo>
                    <a:pt x="7281745" y="272505"/>
                  </a:lnTo>
                  <a:lnTo>
                    <a:pt x="7281890" y="272505"/>
                  </a:lnTo>
                  <a:lnTo>
                    <a:pt x="7282036" y="272505"/>
                  </a:lnTo>
                  <a:lnTo>
                    <a:pt x="7282181" y="272505"/>
                  </a:lnTo>
                  <a:lnTo>
                    <a:pt x="7282327" y="272505"/>
                  </a:lnTo>
                  <a:lnTo>
                    <a:pt x="7282472" y="272505"/>
                  </a:lnTo>
                  <a:lnTo>
                    <a:pt x="7282617" y="272505"/>
                  </a:lnTo>
                  <a:lnTo>
                    <a:pt x="7282617" y="271881"/>
                  </a:lnTo>
                  <a:lnTo>
                    <a:pt x="7282763" y="271881"/>
                  </a:lnTo>
                  <a:lnTo>
                    <a:pt x="7282908" y="271881"/>
                  </a:lnTo>
                  <a:lnTo>
                    <a:pt x="7283054" y="271881"/>
                  </a:lnTo>
                  <a:lnTo>
                    <a:pt x="7283199" y="271881"/>
                  </a:lnTo>
                  <a:lnTo>
                    <a:pt x="7283345" y="271881"/>
                  </a:lnTo>
                  <a:lnTo>
                    <a:pt x="7283490" y="271881"/>
                  </a:lnTo>
                  <a:lnTo>
                    <a:pt x="7283635" y="271881"/>
                  </a:lnTo>
                  <a:lnTo>
                    <a:pt x="7283781" y="271881"/>
                  </a:lnTo>
                  <a:lnTo>
                    <a:pt x="7283926" y="271881"/>
                  </a:lnTo>
                  <a:lnTo>
                    <a:pt x="7284072" y="271881"/>
                  </a:lnTo>
                  <a:lnTo>
                    <a:pt x="7284217" y="271881"/>
                  </a:lnTo>
                  <a:lnTo>
                    <a:pt x="7284217" y="271258"/>
                  </a:lnTo>
                  <a:lnTo>
                    <a:pt x="7284363" y="271258"/>
                  </a:lnTo>
                  <a:lnTo>
                    <a:pt x="7284508" y="271258"/>
                  </a:lnTo>
                  <a:lnTo>
                    <a:pt x="7284653" y="271258"/>
                  </a:lnTo>
                  <a:lnTo>
                    <a:pt x="7284799" y="271258"/>
                  </a:lnTo>
                  <a:lnTo>
                    <a:pt x="7284944" y="271258"/>
                  </a:lnTo>
                  <a:lnTo>
                    <a:pt x="7285090" y="271258"/>
                  </a:lnTo>
                  <a:lnTo>
                    <a:pt x="7285235" y="271258"/>
                  </a:lnTo>
                  <a:lnTo>
                    <a:pt x="7285380" y="271258"/>
                  </a:lnTo>
                  <a:lnTo>
                    <a:pt x="7285526" y="271258"/>
                  </a:lnTo>
                  <a:lnTo>
                    <a:pt x="7285671" y="271258"/>
                  </a:lnTo>
                  <a:lnTo>
                    <a:pt x="7285817" y="271258"/>
                  </a:lnTo>
                  <a:lnTo>
                    <a:pt x="7285962" y="271258"/>
                  </a:lnTo>
                  <a:lnTo>
                    <a:pt x="7286108" y="271258"/>
                  </a:lnTo>
                  <a:lnTo>
                    <a:pt x="7286253" y="271258"/>
                  </a:lnTo>
                  <a:lnTo>
                    <a:pt x="7286398" y="271258"/>
                  </a:lnTo>
                  <a:lnTo>
                    <a:pt x="7286544" y="271258"/>
                  </a:lnTo>
                  <a:lnTo>
                    <a:pt x="7286689" y="271258"/>
                  </a:lnTo>
                  <a:lnTo>
                    <a:pt x="7286835" y="271258"/>
                  </a:lnTo>
                  <a:lnTo>
                    <a:pt x="7286980" y="271258"/>
                  </a:lnTo>
                  <a:lnTo>
                    <a:pt x="7287126" y="271258"/>
                  </a:lnTo>
                  <a:lnTo>
                    <a:pt x="7287271" y="271258"/>
                  </a:lnTo>
                  <a:lnTo>
                    <a:pt x="7287416" y="271258"/>
                  </a:lnTo>
                  <a:lnTo>
                    <a:pt x="7287562" y="271258"/>
                  </a:lnTo>
                  <a:lnTo>
                    <a:pt x="7287707" y="271258"/>
                  </a:lnTo>
                  <a:lnTo>
                    <a:pt x="7287853" y="271258"/>
                  </a:lnTo>
                  <a:lnTo>
                    <a:pt x="7287998" y="271258"/>
                  </a:lnTo>
                  <a:lnTo>
                    <a:pt x="7288144" y="271258"/>
                  </a:lnTo>
                  <a:lnTo>
                    <a:pt x="7288289" y="271258"/>
                  </a:lnTo>
                  <a:lnTo>
                    <a:pt x="7288434" y="271258"/>
                  </a:lnTo>
                  <a:lnTo>
                    <a:pt x="7288580" y="271258"/>
                  </a:lnTo>
                  <a:lnTo>
                    <a:pt x="7288725" y="271258"/>
                  </a:lnTo>
                  <a:lnTo>
                    <a:pt x="7288871" y="271258"/>
                  </a:lnTo>
                  <a:lnTo>
                    <a:pt x="7289016" y="271258"/>
                  </a:lnTo>
                  <a:lnTo>
                    <a:pt x="7289162" y="271258"/>
                  </a:lnTo>
                  <a:lnTo>
                    <a:pt x="7289307" y="271258"/>
                  </a:lnTo>
                  <a:lnTo>
                    <a:pt x="7289452" y="271258"/>
                  </a:lnTo>
                  <a:lnTo>
                    <a:pt x="7289598" y="271258"/>
                  </a:lnTo>
                  <a:lnTo>
                    <a:pt x="7289743" y="271258"/>
                  </a:lnTo>
                  <a:lnTo>
                    <a:pt x="7289889" y="271258"/>
                  </a:lnTo>
                  <a:lnTo>
                    <a:pt x="7290034" y="271258"/>
                  </a:lnTo>
                  <a:lnTo>
                    <a:pt x="7290180" y="271258"/>
                  </a:lnTo>
                  <a:lnTo>
                    <a:pt x="7290325" y="271258"/>
                  </a:lnTo>
                  <a:lnTo>
                    <a:pt x="7290470" y="271258"/>
                  </a:lnTo>
                  <a:lnTo>
                    <a:pt x="7290616" y="271258"/>
                  </a:lnTo>
                  <a:lnTo>
                    <a:pt x="7290761" y="271258"/>
                  </a:lnTo>
                  <a:lnTo>
                    <a:pt x="7290907" y="271258"/>
                  </a:lnTo>
                  <a:lnTo>
                    <a:pt x="7291052" y="271258"/>
                  </a:lnTo>
                  <a:lnTo>
                    <a:pt x="7291198" y="271258"/>
                  </a:lnTo>
                  <a:lnTo>
                    <a:pt x="7291343" y="271258"/>
                  </a:lnTo>
                  <a:lnTo>
                    <a:pt x="7291488" y="271258"/>
                  </a:lnTo>
                  <a:lnTo>
                    <a:pt x="7291634" y="271258"/>
                  </a:lnTo>
                  <a:lnTo>
                    <a:pt x="7291779" y="271258"/>
                  </a:lnTo>
                  <a:lnTo>
                    <a:pt x="7291925" y="271258"/>
                  </a:lnTo>
                  <a:lnTo>
                    <a:pt x="7291925" y="270634"/>
                  </a:lnTo>
                  <a:lnTo>
                    <a:pt x="7292070" y="270634"/>
                  </a:lnTo>
                  <a:lnTo>
                    <a:pt x="7292215" y="270634"/>
                  </a:lnTo>
                  <a:lnTo>
                    <a:pt x="7292361" y="270634"/>
                  </a:lnTo>
                  <a:lnTo>
                    <a:pt x="7292506" y="270634"/>
                  </a:lnTo>
                  <a:lnTo>
                    <a:pt x="7292652" y="270634"/>
                  </a:lnTo>
                  <a:lnTo>
                    <a:pt x="7292797" y="270634"/>
                  </a:lnTo>
                  <a:lnTo>
                    <a:pt x="7292943" y="270634"/>
                  </a:lnTo>
                  <a:lnTo>
                    <a:pt x="7293088" y="270634"/>
                  </a:lnTo>
                  <a:lnTo>
                    <a:pt x="7293233" y="270634"/>
                  </a:lnTo>
                  <a:lnTo>
                    <a:pt x="7293379" y="270634"/>
                  </a:lnTo>
                  <a:lnTo>
                    <a:pt x="7293524" y="270634"/>
                  </a:lnTo>
                  <a:lnTo>
                    <a:pt x="7293670" y="270634"/>
                  </a:lnTo>
                  <a:lnTo>
                    <a:pt x="7293815" y="270634"/>
                  </a:lnTo>
                  <a:lnTo>
                    <a:pt x="7293961" y="270634"/>
                  </a:lnTo>
                  <a:lnTo>
                    <a:pt x="7294106" y="270634"/>
                  </a:lnTo>
                  <a:lnTo>
                    <a:pt x="7294251" y="270634"/>
                  </a:lnTo>
                  <a:lnTo>
                    <a:pt x="7294397" y="270634"/>
                  </a:lnTo>
                  <a:lnTo>
                    <a:pt x="7294542" y="270634"/>
                  </a:lnTo>
                  <a:lnTo>
                    <a:pt x="7294688" y="270634"/>
                  </a:lnTo>
                  <a:lnTo>
                    <a:pt x="7294833" y="270634"/>
                  </a:lnTo>
                  <a:lnTo>
                    <a:pt x="7294833" y="270011"/>
                  </a:lnTo>
                  <a:lnTo>
                    <a:pt x="7294979" y="270011"/>
                  </a:lnTo>
                  <a:lnTo>
                    <a:pt x="7295124" y="270011"/>
                  </a:lnTo>
                  <a:lnTo>
                    <a:pt x="7295124" y="269387"/>
                  </a:lnTo>
                  <a:lnTo>
                    <a:pt x="7295269" y="269387"/>
                  </a:lnTo>
                  <a:lnTo>
                    <a:pt x="7295415" y="269387"/>
                  </a:lnTo>
                  <a:lnTo>
                    <a:pt x="7295560" y="269387"/>
                  </a:lnTo>
                  <a:lnTo>
                    <a:pt x="7295706" y="269387"/>
                  </a:lnTo>
                  <a:lnTo>
                    <a:pt x="7295851" y="269387"/>
                  </a:lnTo>
                  <a:lnTo>
                    <a:pt x="7295997" y="269387"/>
                  </a:lnTo>
                  <a:lnTo>
                    <a:pt x="7296142" y="269387"/>
                  </a:lnTo>
                  <a:lnTo>
                    <a:pt x="7296287" y="269387"/>
                  </a:lnTo>
                  <a:lnTo>
                    <a:pt x="7296433" y="269387"/>
                  </a:lnTo>
                  <a:lnTo>
                    <a:pt x="7296578" y="269387"/>
                  </a:lnTo>
                  <a:lnTo>
                    <a:pt x="7296724" y="269387"/>
                  </a:lnTo>
                  <a:lnTo>
                    <a:pt x="7296869" y="269387"/>
                  </a:lnTo>
                  <a:lnTo>
                    <a:pt x="7297015" y="269387"/>
                  </a:lnTo>
                  <a:lnTo>
                    <a:pt x="7297160" y="269387"/>
                  </a:lnTo>
                  <a:lnTo>
                    <a:pt x="7297305" y="269387"/>
                  </a:lnTo>
                  <a:lnTo>
                    <a:pt x="7297451" y="269387"/>
                  </a:lnTo>
                  <a:lnTo>
                    <a:pt x="7297596" y="269387"/>
                  </a:lnTo>
                  <a:lnTo>
                    <a:pt x="7297742" y="269387"/>
                  </a:lnTo>
                  <a:lnTo>
                    <a:pt x="7297887" y="269387"/>
                  </a:lnTo>
                  <a:lnTo>
                    <a:pt x="7298033" y="269387"/>
                  </a:lnTo>
                  <a:lnTo>
                    <a:pt x="7298178" y="269387"/>
                  </a:lnTo>
                  <a:lnTo>
                    <a:pt x="7298323" y="269387"/>
                  </a:lnTo>
                  <a:lnTo>
                    <a:pt x="7298469" y="269387"/>
                  </a:lnTo>
                  <a:lnTo>
                    <a:pt x="7298614" y="269387"/>
                  </a:lnTo>
                  <a:lnTo>
                    <a:pt x="7298760" y="269387"/>
                  </a:lnTo>
                  <a:lnTo>
                    <a:pt x="7298905" y="269387"/>
                  </a:lnTo>
                  <a:lnTo>
                    <a:pt x="7298905" y="268763"/>
                  </a:lnTo>
                  <a:lnTo>
                    <a:pt x="7299050" y="268763"/>
                  </a:lnTo>
                  <a:lnTo>
                    <a:pt x="7299196" y="268763"/>
                  </a:lnTo>
                  <a:lnTo>
                    <a:pt x="7299341" y="268763"/>
                  </a:lnTo>
                  <a:lnTo>
                    <a:pt x="7299487" y="268763"/>
                  </a:lnTo>
                  <a:lnTo>
                    <a:pt x="7299632" y="268763"/>
                  </a:lnTo>
                  <a:lnTo>
                    <a:pt x="7299778" y="268763"/>
                  </a:lnTo>
                  <a:lnTo>
                    <a:pt x="7299923" y="268763"/>
                  </a:lnTo>
                  <a:lnTo>
                    <a:pt x="7300068" y="268763"/>
                  </a:lnTo>
                  <a:lnTo>
                    <a:pt x="7300214" y="268763"/>
                  </a:lnTo>
                  <a:lnTo>
                    <a:pt x="7300359" y="268763"/>
                  </a:lnTo>
                  <a:lnTo>
                    <a:pt x="7300505" y="268763"/>
                  </a:lnTo>
                  <a:lnTo>
                    <a:pt x="7300650" y="268763"/>
                  </a:lnTo>
                  <a:lnTo>
                    <a:pt x="7300796" y="268763"/>
                  </a:lnTo>
                  <a:lnTo>
                    <a:pt x="7300941" y="268763"/>
                  </a:lnTo>
                  <a:lnTo>
                    <a:pt x="7301086" y="268763"/>
                  </a:lnTo>
                  <a:lnTo>
                    <a:pt x="7301086" y="268140"/>
                  </a:lnTo>
                  <a:lnTo>
                    <a:pt x="7301232" y="268140"/>
                  </a:lnTo>
                  <a:lnTo>
                    <a:pt x="7301377" y="268140"/>
                  </a:lnTo>
                  <a:lnTo>
                    <a:pt x="7301523" y="268140"/>
                  </a:lnTo>
                  <a:lnTo>
                    <a:pt x="7301668" y="268140"/>
                  </a:lnTo>
                  <a:lnTo>
                    <a:pt x="7301814" y="268140"/>
                  </a:lnTo>
                  <a:lnTo>
                    <a:pt x="7301959" y="268140"/>
                  </a:lnTo>
                  <a:lnTo>
                    <a:pt x="7302104" y="268140"/>
                  </a:lnTo>
                  <a:lnTo>
                    <a:pt x="7302250" y="268140"/>
                  </a:lnTo>
                  <a:lnTo>
                    <a:pt x="7302395" y="268140"/>
                  </a:lnTo>
                  <a:lnTo>
                    <a:pt x="7302541" y="268140"/>
                  </a:lnTo>
                  <a:lnTo>
                    <a:pt x="7302686" y="268140"/>
                  </a:lnTo>
                  <a:lnTo>
                    <a:pt x="7302832" y="268140"/>
                  </a:lnTo>
                  <a:lnTo>
                    <a:pt x="7302977" y="268140"/>
                  </a:lnTo>
                  <a:lnTo>
                    <a:pt x="7303122" y="268140"/>
                  </a:lnTo>
                  <a:lnTo>
                    <a:pt x="7303268" y="268140"/>
                  </a:lnTo>
                  <a:lnTo>
                    <a:pt x="7303413" y="268140"/>
                  </a:lnTo>
                  <a:lnTo>
                    <a:pt x="7303559" y="268140"/>
                  </a:lnTo>
                  <a:lnTo>
                    <a:pt x="7303704" y="268140"/>
                  </a:lnTo>
                  <a:lnTo>
                    <a:pt x="7303850" y="268140"/>
                  </a:lnTo>
                  <a:lnTo>
                    <a:pt x="7303995" y="268140"/>
                  </a:lnTo>
                  <a:lnTo>
                    <a:pt x="7304140" y="268140"/>
                  </a:lnTo>
                  <a:lnTo>
                    <a:pt x="7304286" y="268140"/>
                  </a:lnTo>
                  <a:lnTo>
                    <a:pt x="7304431" y="268140"/>
                  </a:lnTo>
                  <a:lnTo>
                    <a:pt x="7304577" y="268140"/>
                  </a:lnTo>
                  <a:lnTo>
                    <a:pt x="7304722" y="268140"/>
                  </a:lnTo>
                  <a:lnTo>
                    <a:pt x="7304868" y="268140"/>
                  </a:lnTo>
                  <a:lnTo>
                    <a:pt x="7304868" y="267516"/>
                  </a:lnTo>
                  <a:lnTo>
                    <a:pt x="7305013" y="267516"/>
                  </a:lnTo>
                  <a:lnTo>
                    <a:pt x="7305158" y="267516"/>
                  </a:lnTo>
                  <a:lnTo>
                    <a:pt x="7305304" y="267516"/>
                  </a:lnTo>
                  <a:lnTo>
                    <a:pt x="7305449" y="267516"/>
                  </a:lnTo>
                  <a:lnTo>
                    <a:pt x="7305595" y="267516"/>
                  </a:lnTo>
                  <a:lnTo>
                    <a:pt x="7305740" y="267516"/>
                  </a:lnTo>
                  <a:lnTo>
                    <a:pt x="7305885" y="267516"/>
                  </a:lnTo>
                  <a:lnTo>
                    <a:pt x="7306031" y="267516"/>
                  </a:lnTo>
                  <a:lnTo>
                    <a:pt x="7306176" y="267516"/>
                  </a:lnTo>
                  <a:lnTo>
                    <a:pt x="7306322" y="267516"/>
                  </a:lnTo>
                  <a:lnTo>
                    <a:pt x="7306467" y="267516"/>
                  </a:lnTo>
                  <a:lnTo>
                    <a:pt x="7306613" y="267516"/>
                  </a:lnTo>
                  <a:lnTo>
                    <a:pt x="7306758" y="267516"/>
                  </a:lnTo>
                  <a:lnTo>
                    <a:pt x="7306903" y="267516"/>
                  </a:lnTo>
                  <a:lnTo>
                    <a:pt x="7307049" y="267516"/>
                  </a:lnTo>
                  <a:lnTo>
                    <a:pt x="7307194" y="267516"/>
                  </a:lnTo>
                  <a:lnTo>
                    <a:pt x="7307340" y="267516"/>
                  </a:lnTo>
                  <a:lnTo>
                    <a:pt x="7307485" y="267516"/>
                  </a:lnTo>
                  <a:lnTo>
                    <a:pt x="7307631" y="267516"/>
                  </a:lnTo>
                  <a:lnTo>
                    <a:pt x="7307776" y="267516"/>
                  </a:lnTo>
                  <a:lnTo>
                    <a:pt x="7307921" y="267516"/>
                  </a:lnTo>
                  <a:lnTo>
                    <a:pt x="7308067" y="267516"/>
                  </a:lnTo>
                  <a:lnTo>
                    <a:pt x="7308212" y="267516"/>
                  </a:lnTo>
                  <a:lnTo>
                    <a:pt x="7308358" y="267516"/>
                  </a:lnTo>
                  <a:lnTo>
                    <a:pt x="7308503" y="267516"/>
                  </a:lnTo>
                  <a:lnTo>
                    <a:pt x="7308649" y="267516"/>
                  </a:lnTo>
                  <a:lnTo>
                    <a:pt x="7308794" y="267516"/>
                  </a:lnTo>
                  <a:lnTo>
                    <a:pt x="7308939" y="267516"/>
                  </a:lnTo>
                  <a:lnTo>
                    <a:pt x="7309085" y="267516"/>
                  </a:lnTo>
                  <a:lnTo>
                    <a:pt x="7309230" y="267516"/>
                  </a:lnTo>
                  <a:lnTo>
                    <a:pt x="7309376" y="267516"/>
                  </a:lnTo>
                  <a:lnTo>
                    <a:pt x="7309376" y="266893"/>
                  </a:lnTo>
                  <a:lnTo>
                    <a:pt x="7309521" y="266893"/>
                  </a:lnTo>
                  <a:lnTo>
                    <a:pt x="7309667" y="266893"/>
                  </a:lnTo>
                  <a:lnTo>
                    <a:pt x="7309812" y="266893"/>
                  </a:lnTo>
                  <a:lnTo>
                    <a:pt x="7309957" y="266893"/>
                  </a:lnTo>
                  <a:lnTo>
                    <a:pt x="7310103" y="266893"/>
                  </a:lnTo>
                  <a:lnTo>
                    <a:pt x="7310103" y="266269"/>
                  </a:lnTo>
                  <a:lnTo>
                    <a:pt x="7310248" y="266269"/>
                  </a:lnTo>
                  <a:lnTo>
                    <a:pt x="7310394" y="266269"/>
                  </a:lnTo>
                  <a:lnTo>
                    <a:pt x="7310539" y="266269"/>
                  </a:lnTo>
                  <a:lnTo>
                    <a:pt x="7310685" y="266269"/>
                  </a:lnTo>
                  <a:lnTo>
                    <a:pt x="7310830" y="266269"/>
                  </a:lnTo>
                  <a:lnTo>
                    <a:pt x="7310975" y="266269"/>
                  </a:lnTo>
                  <a:lnTo>
                    <a:pt x="7311121" y="266269"/>
                  </a:lnTo>
                  <a:lnTo>
                    <a:pt x="7311266" y="266269"/>
                  </a:lnTo>
                  <a:lnTo>
                    <a:pt x="7311412" y="266269"/>
                  </a:lnTo>
                  <a:lnTo>
                    <a:pt x="7311557" y="266269"/>
                  </a:lnTo>
                  <a:lnTo>
                    <a:pt x="7311703" y="266269"/>
                  </a:lnTo>
                  <a:lnTo>
                    <a:pt x="7311848" y="266269"/>
                  </a:lnTo>
                  <a:lnTo>
                    <a:pt x="7311993" y="266269"/>
                  </a:lnTo>
                  <a:lnTo>
                    <a:pt x="7312139" y="266269"/>
                  </a:lnTo>
                  <a:lnTo>
                    <a:pt x="7312284" y="266269"/>
                  </a:lnTo>
                  <a:lnTo>
                    <a:pt x="7312430" y="266269"/>
                  </a:lnTo>
                  <a:lnTo>
                    <a:pt x="7312575" y="266269"/>
                  </a:lnTo>
                  <a:lnTo>
                    <a:pt x="7312720" y="266269"/>
                  </a:lnTo>
                  <a:lnTo>
                    <a:pt x="7312866" y="266269"/>
                  </a:lnTo>
                  <a:lnTo>
                    <a:pt x="7313011" y="266269"/>
                  </a:lnTo>
                  <a:lnTo>
                    <a:pt x="7313157" y="266269"/>
                  </a:lnTo>
                  <a:lnTo>
                    <a:pt x="7313302" y="266269"/>
                  </a:lnTo>
                  <a:lnTo>
                    <a:pt x="7313448" y="266269"/>
                  </a:lnTo>
                  <a:lnTo>
                    <a:pt x="7313593" y="266269"/>
                  </a:lnTo>
                  <a:lnTo>
                    <a:pt x="7313738" y="266269"/>
                  </a:lnTo>
                  <a:lnTo>
                    <a:pt x="7313738" y="265646"/>
                  </a:lnTo>
                  <a:lnTo>
                    <a:pt x="7313884" y="265646"/>
                  </a:lnTo>
                  <a:lnTo>
                    <a:pt x="7314029" y="265646"/>
                  </a:lnTo>
                  <a:lnTo>
                    <a:pt x="7314175" y="265646"/>
                  </a:lnTo>
                  <a:lnTo>
                    <a:pt x="7314320" y="265646"/>
                  </a:lnTo>
                  <a:lnTo>
                    <a:pt x="7314466" y="265646"/>
                  </a:lnTo>
                  <a:lnTo>
                    <a:pt x="7314611" y="265646"/>
                  </a:lnTo>
                  <a:lnTo>
                    <a:pt x="7314611" y="265022"/>
                  </a:lnTo>
                  <a:lnTo>
                    <a:pt x="7314611" y="264398"/>
                  </a:lnTo>
                  <a:lnTo>
                    <a:pt x="7314756" y="264398"/>
                  </a:lnTo>
                  <a:lnTo>
                    <a:pt x="7314902" y="264398"/>
                  </a:lnTo>
                  <a:lnTo>
                    <a:pt x="7315047" y="264398"/>
                  </a:lnTo>
                  <a:lnTo>
                    <a:pt x="7315193" y="264398"/>
                  </a:lnTo>
                  <a:lnTo>
                    <a:pt x="7315338" y="264398"/>
                  </a:lnTo>
                  <a:lnTo>
                    <a:pt x="7315484" y="264398"/>
                  </a:lnTo>
                  <a:lnTo>
                    <a:pt x="7315629" y="264398"/>
                  </a:lnTo>
                  <a:lnTo>
                    <a:pt x="7315774" y="264398"/>
                  </a:lnTo>
                  <a:lnTo>
                    <a:pt x="7315920" y="264398"/>
                  </a:lnTo>
                  <a:lnTo>
                    <a:pt x="7316065" y="264398"/>
                  </a:lnTo>
                  <a:lnTo>
                    <a:pt x="7316211" y="264398"/>
                  </a:lnTo>
                  <a:lnTo>
                    <a:pt x="7316356" y="264398"/>
                  </a:lnTo>
                  <a:lnTo>
                    <a:pt x="7316502" y="264398"/>
                  </a:lnTo>
                  <a:lnTo>
                    <a:pt x="7316647" y="264398"/>
                  </a:lnTo>
                  <a:lnTo>
                    <a:pt x="7316792" y="264398"/>
                  </a:lnTo>
                  <a:lnTo>
                    <a:pt x="7316792" y="263775"/>
                  </a:lnTo>
                  <a:lnTo>
                    <a:pt x="7316938" y="263775"/>
                  </a:lnTo>
                  <a:lnTo>
                    <a:pt x="7317083" y="263775"/>
                  </a:lnTo>
                  <a:lnTo>
                    <a:pt x="7317229" y="263775"/>
                  </a:lnTo>
                  <a:lnTo>
                    <a:pt x="7317374" y="263775"/>
                  </a:lnTo>
                  <a:lnTo>
                    <a:pt x="7317520" y="263775"/>
                  </a:lnTo>
                  <a:lnTo>
                    <a:pt x="7317665" y="263775"/>
                  </a:lnTo>
                  <a:lnTo>
                    <a:pt x="7317810" y="263775"/>
                  </a:lnTo>
                  <a:lnTo>
                    <a:pt x="7317956" y="263775"/>
                  </a:lnTo>
                  <a:lnTo>
                    <a:pt x="7318101" y="263775"/>
                  </a:lnTo>
                  <a:lnTo>
                    <a:pt x="7318247" y="263775"/>
                  </a:lnTo>
                  <a:lnTo>
                    <a:pt x="7318392" y="263775"/>
                  </a:lnTo>
                  <a:lnTo>
                    <a:pt x="7318538" y="263775"/>
                  </a:lnTo>
                  <a:lnTo>
                    <a:pt x="7318683" y="263775"/>
                  </a:lnTo>
                  <a:lnTo>
                    <a:pt x="7318828" y="263775"/>
                  </a:lnTo>
                  <a:lnTo>
                    <a:pt x="7318974" y="263775"/>
                  </a:lnTo>
                  <a:lnTo>
                    <a:pt x="7319119" y="263775"/>
                  </a:lnTo>
                  <a:lnTo>
                    <a:pt x="7319265" y="263775"/>
                  </a:lnTo>
                  <a:lnTo>
                    <a:pt x="7319410" y="263775"/>
                  </a:lnTo>
                  <a:lnTo>
                    <a:pt x="7319555" y="263775"/>
                  </a:lnTo>
                  <a:lnTo>
                    <a:pt x="7319701" y="263775"/>
                  </a:lnTo>
                  <a:lnTo>
                    <a:pt x="7319846" y="263775"/>
                  </a:lnTo>
                  <a:lnTo>
                    <a:pt x="7319992" y="263775"/>
                  </a:lnTo>
                  <a:lnTo>
                    <a:pt x="7320137" y="263775"/>
                  </a:lnTo>
                  <a:lnTo>
                    <a:pt x="7320283" y="263775"/>
                  </a:lnTo>
                  <a:lnTo>
                    <a:pt x="7320428" y="263775"/>
                  </a:lnTo>
                  <a:lnTo>
                    <a:pt x="7320573" y="263775"/>
                  </a:lnTo>
                  <a:lnTo>
                    <a:pt x="7320719" y="263775"/>
                  </a:lnTo>
                  <a:lnTo>
                    <a:pt x="7320864" y="263775"/>
                  </a:lnTo>
                  <a:lnTo>
                    <a:pt x="7321010" y="263775"/>
                  </a:lnTo>
                  <a:lnTo>
                    <a:pt x="7321155" y="263775"/>
                  </a:lnTo>
                  <a:lnTo>
                    <a:pt x="7321301" y="263775"/>
                  </a:lnTo>
                  <a:lnTo>
                    <a:pt x="7321446" y="263775"/>
                  </a:lnTo>
                  <a:lnTo>
                    <a:pt x="7321591" y="263775"/>
                  </a:lnTo>
                  <a:lnTo>
                    <a:pt x="7321737" y="263775"/>
                  </a:lnTo>
                  <a:lnTo>
                    <a:pt x="7321882" y="263775"/>
                  </a:lnTo>
                  <a:lnTo>
                    <a:pt x="7322028" y="263775"/>
                  </a:lnTo>
                  <a:lnTo>
                    <a:pt x="7322173" y="263775"/>
                  </a:lnTo>
                  <a:lnTo>
                    <a:pt x="7322319" y="263775"/>
                  </a:lnTo>
                  <a:lnTo>
                    <a:pt x="7322319" y="263151"/>
                  </a:lnTo>
                  <a:lnTo>
                    <a:pt x="7322464" y="263151"/>
                  </a:lnTo>
                  <a:lnTo>
                    <a:pt x="7322609" y="263151"/>
                  </a:lnTo>
                  <a:lnTo>
                    <a:pt x="7322755" y="263151"/>
                  </a:lnTo>
                  <a:lnTo>
                    <a:pt x="7322900" y="263151"/>
                  </a:lnTo>
                  <a:lnTo>
                    <a:pt x="7323046" y="263151"/>
                  </a:lnTo>
                  <a:lnTo>
                    <a:pt x="7323191" y="263151"/>
                  </a:lnTo>
                  <a:lnTo>
                    <a:pt x="7323337" y="263151"/>
                  </a:lnTo>
                  <a:lnTo>
                    <a:pt x="7323337" y="262528"/>
                  </a:lnTo>
                  <a:lnTo>
                    <a:pt x="7323482" y="262528"/>
                  </a:lnTo>
                  <a:lnTo>
                    <a:pt x="7323627" y="262528"/>
                  </a:lnTo>
                  <a:lnTo>
                    <a:pt x="7323773" y="262528"/>
                  </a:lnTo>
                  <a:lnTo>
                    <a:pt x="7323918" y="262528"/>
                  </a:lnTo>
                  <a:lnTo>
                    <a:pt x="7324064" y="262528"/>
                  </a:lnTo>
                  <a:lnTo>
                    <a:pt x="7324209" y="262528"/>
                  </a:lnTo>
                  <a:lnTo>
                    <a:pt x="7324355" y="262528"/>
                  </a:lnTo>
                  <a:lnTo>
                    <a:pt x="7324500" y="262528"/>
                  </a:lnTo>
                  <a:lnTo>
                    <a:pt x="7324645" y="262528"/>
                  </a:lnTo>
                  <a:lnTo>
                    <a:pt x="7324791" y="262528"/>
                  </a:lnTo>
                  <a:lnTo>
                    <a:pt x="7324791" y="261904"/>
                  </a:lnTo>
                  <a:lnTo>
                    <a:pt x="7324936" y="261904"/>
                  </a:lnTo>
                  <a:lnTo>
                    <a:pt x="7325082" y="261904"/>
                  </a:lnTo>
                  <a:lnTo>
                    <a:pt x="7325227" y="261904"/>
                  </a:lnTo>
                  <a:lnTo>
                    <a:pt x="7325373" y="261904"/>
                  </a:lnTo>
                  <a:lnTo>
                    <a:pt x="7325518" y="261904"/>
                  </a:lnTo>
                  <a:lnTo>
                    <a:pt x="7325663" y="261904"/>
                  </a:lnTo>
                  <a:lnTo>
                    <a:pt x="7325809" y="261904"/>
                  </a:lnTo>
                  <a:lnTo>
                    <a:pt x="7325954" y="261904"/>
                  </a:lnTo>
                  <a:lnTo>
                    <a:pt x="7326100" y="261904"/>
                  </a:lnTo>
                  <a:lnTo>
                    <a:pt x="7326245" y="261904"/>
                  </a:lnTo>
                  <a:lnTo>
                    <a:pt x="7326390" y="261904"/>
                  </a:lnTo>
                  <a:lnTo>
                    <a:pt x="7326536" y="261904"/>
                  </a:lnTo>
                  <a:lnTo>
                    <a:pt x="7326681" y="261904"/>
                  </a:lnTo>
                  <a:lnTo>
                    <a:pt x="7326827" y="261904"/>
                  </a:lnTo>
                  <a:lnTo>
                    <a:pt x="7326972" y="261904"/>
                  </a:lnTo>
                  <a:lnTo>
                    <a:pt x="7326972" y="261280"/>
                  </a:lnTo>
                  <a:lnTo>
                    <a:pt x="7327118" y="261280"/>
                  </a:lnTo>
                  <a:lnTo>
                    <a:pt x="7327263" y="261280"/>
                  </a:lnTo>
                  <a:lnTo>
                    <a:pt x="7327408" y="261280"/>
                  </a:lnTo>
                  <a:lnTo>
                    <a:pt x="7327554" y="261280"/>
                  </a:lnTo>
                  <a:lnTo>
                    <a:pt x="7327699" y="261280"/>
                  </a:lnTo>
                  <a:lnTo>
                    <a:pt x="7327845" y="261280"/>
                  </a:lnTo>
                  <a:lnTo>
                    <a:pt x="7327990" y="261280"/>
                  </a:lnTo>
                  <a:lnTo>
                    <a:pt x="7328136" y="261280"/>
                  </a:lnTo>
                  <a:lnTo>
                    <a:pt x="7328281" y="261280"/>
                  </a:lnTo>
                  <a:lnTo>
                    <a:pt x="7328426" y="261280"/>
                  </a:lnTo>
                  <a:lnTo>
                    <a:pt x="7328426" y="260657"/>
                  </a:lnTo>
                  <a:lnTo>
                    <a:pt x="7328572" y="260657"/>
                  </a:lnTo>
                  <a:lnTo>
                    <a:pt x="7328717" y="260657"/>
                  </a:lnTo>
                  <a:lnTo>
                    <a:pt x="7328863" y="260657"/>
                  </a:lnTo>
                  <a:lnTo>
                    <a:pt x="7329008" y="260657"/>
                  </a:lnTo>
                  <a:lnTo>
                    <a:pt x="7329008" y="260033"/>
                  </a:lnTo>
                  <a:lnTo>
                    <a:pt x="7329154" y="260033"/>
                  </a:lnTo>
                  <a:lnTo>
                    <a:pt x="7329299" y="260033"/>
                  </a:lnTo>
                  <a:lnTo>
                    <a:pt x="7329444" y="260033"/>
                  </a:lnTo>
                  <a:lnTo>
                    <a:pt x="7329590" y="260033"/>
                  </a:lnTo>
                  <a:lnTo>
                    <a:pt x="7329735" y="260033"/>
                  </a:lnTo>
                  <a:lnTo>
                    <a:pt x="7329881" y="260033"/>
                  </a:lnTo>
                  <a:lnTo>
                    <a:pt x="7330026" y="260033"/>
                  </a:lnTo>
                  <a:lnTo>
                    <a:pt x="7330172" y="260033"/>
                  </a:lnTo>
                  <a:lnTo>
                    <a:pt x="7330317" y="260033"/>
                  </a:lnTo>
                  <a:lnTo>
                    <a:pt x="7330317" y="259410"/>
                  </a:lnTo>
                  <a:lnTo>
                    <a:pt x="7330462" y="259410"/>
                  </a:lnTo>
                  <a:lnTo>
                    <a:pt x="7330462" y="258786"/>
                  </a:lnTo>
                  <a:lnTo>
                    <a:pt x="7330608" y="258786"/>
                  </a:lnTo>
                  <a:lnTo>
                    <a:pt x="7330753" y="258786"/>
                  </a:lnTo>
                  <a:lnTo>
                    <a:pt x="7330899" y="258786"/>
                  </a:lnTo>
                  <a:lnTo>
                    <a:pt x="7331044" y="258786"/>
                  </a:lnTo>
                  <a:lnTo>
                    <a:pt x="7331190" y="258786"/>
                  </a:lnTo>
                  <a:lnTo>
                    <a:pt x="7331335" y="258786"/>
                  </a:lnTo>
                  <a:lnTo>
                    <a:pt x="7331480" y="258786"/>
                  </a:lnTo>
                  <a:lnTo>
                    <a:pt x="7331626" y="258786"/>
                  </a:lnTo>
                  <a:lnTo>
                    <a:pt x="7331771" y="258786"/>
                  </a:lnTo>
                  <a:lnTo>
                    <a:pt x="7331917" y="258786"/>
                  </a:lnTo>
                  <a:lnTo>
                    <a:pt x="7332062" y="258786"/>
                  </a:lnTo>
                  <a:lnTo>
                    <a:pt x="7332062" y="258163"/>
                  </a:lnTo>
                  <a:lnTo>
                    <a:pt x="7332208" y="258163"/>
                  </a:lnTo>
                  <a:lnTo>
                    <a:pt x="7332353" y="258163"/>
                  </a:lnTo>
                  <a:lnTo>
                    <a:pt x="7332498" y="258163"/>
                  </a:lnTo>
                  <a:lnTo>
                    <a:pt x="7332644" y="258163"/>
                  </a:lnTo>
                  <a:lnTo>
                    <a:pt x="7332789" y="258163"/>
                  </a:lnTo>
                  <a:lnTo>
                    <a:pt x="7332789" y="257539"/>
                  </a:lnTo>
                  <a:lnTo>
                    <a:pt x="7332935" y="257539"/>
                  </a:lnTo>
                  <a:lnTo>
                    <a:pt x="7333080" y="257539"/>
                  </a:lnTo>
                  <a:lnTo>
                    <a:pt x="7333080" y="256915"/>
                  </a:lnTo>
                  <a:lnTo>
                    <a:pt x="7333225" y="256915"/>
                  </a:lnTo>
                  <a:lnTo>
                    <a:pt x="7333371" y="256915"/>
                  </a:lnTo>
                  <a:lnTo>
                    <a:pt x="7333516" y="256915"/>
                  </a:lnTo>
                  <a:lnTo>
                    <a:pt x="7333662" y="256915"/>
                  </a:lnTo>
                  <a:lnTo>
                    <a:pt x="7333807" y="256915"/>
                  </a:lnTo>
                  <a:lnTo>
                    <a:pt x="7333953" y="256915"/>
                  </a:lnTo>
                  <a:lnTo>
                    <a:pt x="7334098" y="256915"/>
                  </a:lnTo>
                  <a:lnTo>
                    <a:pt x="7334243" y="256915"/>
                  </a:lnTo>
                  <a:lnTo>
                    <a:pt x="7334389" y="256915"/>
                  </a:lnTo>
                  <a:lnTo>
                    <a:pt x="7334534" y="256915"/>
                  </a:lnTo>
                  <a:lnTo>
                    <a:pt x="7334680" y="256915"/>
                  </a:lnTo>
                  <a:lnTo>
                    <a:pt x="7334825" y="256915"/>
                  </a:lnTo>
                  <a:lnTo>
                    <a:pt x="7334971" y="256915"/>
                  </a:lnTo>
                  <a:lnTo>
                    <a:pt x="7335116" y="256915"/>
                  </a:lnTo>
                  <a:lnTo>
                    <a:pt x="7335261" y="256915"/>
                  </a:lnTo>
                  <a:lnTo>
                    <a:pt x="7335407" y="256915"/>
                  </a:lnTo>
                  <a:lnTo>
                    <a:pt x="7335552" y="256915"/>
                  </a:lnTo>
                  <a:lnTo>
                    <a:pt x="7335552" y="256292"/>
                  </a:lnTo>
                  <a:lnTo>
                    <a:pt x="7335698" y="256292"/>
                  </a:lnTo>
                  <a:lnTo>
                    <a:pt x="7335843" y="256292"/>
                  </a:lnTo>
                  <a:lnTo>
                    <a:pt x="7335989" y="256292"/>
                  </a:lnTo>
                  <a:lnTo>
                    <a:pt x="7336134" y="256292"/>
                  </a:lnTo>
                  <a:lnTo>
                    <a:pt x="7336279" y="256292"/>
                  </a:lnTo>
                  <a:lnTo>
                    <a:pt x="7336425" y="256292"/>
                  </a:lnTo>
                  <a:lnTo>
                    <a:pt x="7336570" y="256292"/>
                  </a:lnTo>
                  <a:lnTo>
                    <a:pt x="7336716" y="256292"/>
                  </a:lnTo>
                  <a:lnTo>
                    <a:pt x="7336861" y="256292"/>
                  </a:lnTo>
                  <a:lnTo>
                    <a:pt x="7337007" y="256292"/>
                  </a:lnTo>
                  <a:lnTo>
                    <a:pt x="7337152" y="256292"/>
                  </a:lnTo>
                  <a:lnTo>
                    <a:pt x="7337297" y="256292"/>
                  </a:lnTo>
                  <a:lnTo>
                    <a:pt x="7337443" y="256292"/>
                  </a:lnTo>
                  <a:lnTo>
                    <a:pt x="7337588" y="256292"/>
                  </a:lnTo>
                  <a:lnTo>
                    <a:pt x="7337734" y="256292"/>
                  </a:lnTo>
                  <a:lnTo>
                    <a:pt x="7337879" y="256292"/>
                  </a:lnTo>
                  <a:lnTo>
                    <a:pt x="7338025" y="256292"/>
                  </a:lnTo>
                  <a:lnTo>
                    <a:pt x="7338170" y="256292"/>
                  </a:lnTo>
                  <a:lnTo>
                    <a:pt x="7338315" y="256292"/>
                  </a:lnTo>
                  <a:lnTo>
                    <a:pt x="7338315" y="255668"/>
                  </a:lnTo>
                  <a:lnTo>
                    <a:pt x="7338461" y="255668"/>
                  </a:lnTo>
                  <a:lnTo>
                    <a:pt x="7338606" y="255668"/>
                  </a:lnTo>
                  <a:lnTo>
                    <a:pt x="7338752" y="255668"/>
                  </a:lnTo>
                  <a:lnTo>
                    <a:pt x="7338752" y="255045"/>
                  </a:lnTo>
                  <a:lnTo>
                    <a:pt x="7338897" y="255045"/>
                  </a:lnTo>
                  <a:lnTo>
                    <a:pt x="7339042" y="255045"/>
                  </a:lnTo>
                  <a:lnTo>
                    <a:pt x="7339188" y="255045"/>
                  </a:lnTo>
                  <a:lnTo>
                    <a:pt x="7339188" y="254421"/>
                  </a:lnTo>
                  <a:lnTo>
                    <a:pt x="7339333" y="254421"/>
                  </a:lnTo>
                  <a:lnTo>
                    <a:pt x="7339479" y="254421"/>
                  </a:lnTo>
                  <a:lnTo>
                    <a:pt x="7339624" y="254421"/>
                  </a:lnTo>
                  <a:lnTo>
                    <a:pt x="7339770" y="254421"/>
                  </a:lnTo>
                  <a:lnTo>
                    <a:pt x="7339770" y="253798"/>
                  </a:lnTo>
                  <a:lnTo>
                    <a:pt x="7339915" y="253798"/>
                  </a:lnTo>
                  <a:lnTo>
                    <a:pt x="7340060" y="253798"/>
                  </a:lnTo>
                  <a:lnTo>
                    <a:pt x="7340206" y="253798"/>
                  </a:lnTo>
                  <a:lnTo>
                    <a:pt x="7340351" y="253798"/>
                  </a:lnTo>
                  <a:lnTo>
                    <a:pt x="7340351" y="253174"/>
                  </a:lnTo>
                  <a:lnTo>
                    <a:pt x="7340497" y="253174"/>
                  </a:lnTo>
                  <a:lnTo>
                    <a:pt x="7340642" y="253174"/>
                  </a:lnTo>
                  <a:lnTo>
                    <a:pt x="7340788" y="253174"/>
                  </a:lnTo>
                  <a:lnTo>
                    <a:pt x="7340933" y="253174"/>
                  </a:lnTo>
                  <a:lnTo>
                    <a:pt x="7341078" y="253174"/>
                  </a:lnTo>
                  <a:lnTo>
                    <a:pt x="7341224" y="253174"/>
                  </a:lnTo>
                  <a:lnTo>
                    <a:pt x="7341369" y="253174"/>
                  </a:lnTo>
                  <a:lnTo>
                    <a:pt x="7341515" y="253174"/>
                  </a:lnTo>
                  <a:lnTo>
                    <a:pt x="7341660" y="253174"/>
                  </a:lnTo>
                  <a:lnTo>
                    <a:pt x="7341806" y="253174"/>
                  </a:lnTo>
                  <a:lnTo>
                    <a:pt x="7341951" y="253174"/>
                  </a:lnTo>
                  <a:lnTo>
                    <a:pt x="7342096" y="253174"/>
                  </a:lnTo>
                  <a:lnTo>
                    <a:pt x="7342242" y="253174"/>
                  </a:lnTo>
                  <a:lnTo>
                    <a:pt x="7342242" y="252550"/>
                  </a:lnTo>
                  <a:lnTo>
                    <a:pt x="7342387" y="252550"/>
                  </a:lnTo>
                  <a:lnTo>
                    <a:pt x="7342533" y="252550"/>
                  </a:lnTo>
                  <a:lnTo>
                    <a:pt x="7342678" y="252550"/>
                  </a:lnTo>
                  <a:lnTo>
                    <a:pt x="7342824" y="252550"/>
                  </a:lnTo>
                  <a:lnTo>
                    <a:pt x="7342969" y="252550"/>
                  </a:lnTo>
                  <a:lnTo>
                    <a:pt x="7343114" y="252550"/>
                  </a:lnTo>
                  <a:lnTo>
                    <a:pt x="7343260" y="252550"/>
                  </a:lnTo>
                  <a:lnTo>
                    <a:pt x="7343405" y="252550"/>
                  </a:lnTo>
                  <a:lnTo>
                    <a:pt x="7343551" y="252550"/>
                  </a:lnTo>
                  <a:lnTo>
                    <a:pt x="7343696" y="252550"/>
                  </a:lnTo>
                  <a:lnTo>
                    <a:pt x="7343842" y="252550"/>
                  </a:lnTo>
                  <a:lnTo>
                    <a:pt x="7343987" y="252550"/>
                  </a:lnTo>
                  <a:lnTo>
                    <a:pt x="7344132" y="252550"/>
                  </a:lnTo>
                  <a:lnTo>
                    <a:pt x="7344278" y="252550"/>
                  </a:lnTo>
                  <a:lnTo>
                    <a:pt x="7344423" y="252550"/>
                  </a:lnTo>
                  <a:lnTo>
                    <a:pt x="7344569" y="252550"/>
                  </a:lnTo>
                  <a:lnTo>
                    <a:pt x="7344714" y="252550"/>
                  </a:lnTo>
                  <a:lnTo>
                    <a:pt x="7344860" y="252550"/>
                  </a:lnTo>
                  <a:lnTo>
                    <a:pt x="7345005" y="252550"/>
                  </a:lnTo>
                  <a:lnTo>
                    <a:pt x="7345005" y="251927"/>
                  </a:lnTo>
                  <a:lnTo>
                    <a:pt x="7345150" y="251927"/>
                  </a:lnTo>
                  <a:lnTo>
                    <a:pt x="7345296" y="251927"/>
                  </a:lnTo>
                  <a:lnTo>
                    <a:pt x="7345441" y="251927"/>
                  </a:lnTo>
                  <a:lnTo>
                    <a:pt x="7345587" y="251927"/>
                  </a:lnTo>
                  <a:lnTo>
                    <a:pt x="7345732" y="251927"/>
                  </a:lnTo>
                  <a:lnTo>
                    <a:pt x="7345877" y="251927"/>
                  </a:lnTo>
                  <a:lnTo>
                    <a:pt x="7346023" y="251927"/>
                  </a:lnTo>
                  <a:lnTo>
                    <a:pt x="7346168" y="251927"/>
                  </a:lnTo>
                  <a:lnTo>
                    <a:pt x="7346168" y="251303"/>
                  </a:lnTo>
                  <a:lnTo>
                    <a:pt x="7346314" y="251303"/>
                  </a:lnTo>
                  <a:lnTo>
                    <a:pt x="7346459" y="251303"/>
                  </a:lnTo>
                  <a:lnTo>
                    <a:pt x="7346459" y="250680"/>
                  </a:lnTo>
                  <a:lnTo>
                    <a:pt x="7346605" y="250680"/>
                  </a:lnTo>
                  <a:lnTo>
                    <a:pt x="7346750" y="250680"/>
                  </a:lnTo>
                  <a:lnTo>
                    <a:pt x="7346895" y="250680"/>
                  </a:lnTo>
                  <a:lnTo>
                    <a:pt x="7347041" y="250680"/>
                  </a:lnTo>
                  <a:lnTo>
                    <a:pt x="7347186" y="250680"/>
                  </a:lnTo>
                  <a:lnTo>
                    <a:pt x="7347332" y="250680"/>
                  </a:lnTo>
                  <a:lnTo>
                    <a:pt x="7347477" y="250680"/>
                  </a:lnTo>
                  <a:lnTo>
                    <a:pt x="7347623" y="250680"/>
                  </a:lnTo>
                  <a:lnTo>
                    <a:pt x="7347768" y="250680"/>
                  </a:lnTo>
                  <a:lnTo>
                    <a:pt x="7347913" y="250680"/>
                  </a:lnTo>
                  <a:lnTo>
                    <a:pt x="7348059" y="250680"/>
                  </a:lnTo>
                  <a:lnTo>
                    <a:pt x="7348204" y="250680"/>
                  </a:lnTo>
                  <a:lnTo>
                    <a:pt x="7348350" y="250680"/>
                  </a:lnTo>
                  <a:lnTo>
                    <a:pt x="7348495" y="250680"/>
                  </a:lnTo>
                  <a:lnTo>
                    <a:pt x="7348641" y="250680"/>
                  </a:lnTo>
                  <a:lnTo>
                    <a:pt x="7348786" y="250680"/>
                  </a:lnTo>
                  <a:lnTo>
                    <a:pt x="7348931" y="250680"/>
                  </a:lnTo>
                  <a:lnTo>
                    <a:pt x="7349077" y="250680"/>
                  </a:lnTo>
                  <a:lnTo>
                    <a:pt x="7349222" y="250680"/>
                  </a:lnTo>
                  <a:lnTo>
                    <a:pt x="7349368" y="250680"/>
                  </a:lnTo>
                  <a:lnTo>
                    <a:pt x="7349513" y="250680"/>
                  </a:lnTo>
                  <a:lnTo>
                    <a:pt x="7349659" y="250680"/>
                  </a:lnTo>
                  <a:lnTo>
                    <a:pt x="7349804" y="250680"/>
                  </a:lnTo>
                  <a:lnTo>
                    <a:pt x="7349949" y="250680"/>
                  </a:lnTo>
                  <a:lnTo>
                    <a:pt x="7350095" y="250680"/>
                  </a:lnTo>
                  <a:lnTo>
                    <a:pt x="7350240" y="250680"/>
                  </a:lnTo>
                  <a:lnTo>
                    <a:pt x="7350386" y="250680"/>
                  </a:lnTo>
                  <a:lnTo>
                    <a:pt x="7350531" y="250680"/>
                  </a:lnTo>
                  <a:lnTo>
                    <a:pt x="7350677" y="250680"/>
                  </a:lnTo>
                  <a:lnTo>
                    <a:pt x="7350677" y="250056"/>
                  </a:lnTo>
                  <a:lnTo>
                    <a:pt x="7350822" y="250056"/>
                  </a:lnTo>
                  <a:lnTo>
                    <a:pt x="7350967" y="250056"/>
                  </a:lnTo>
                  <a:lnTo>
                    <a:pt x="7351113" y="250056"/>
                  </a:lnTo>
                  <a:lnTo>
                    <a:pt x="7351258" y="250056"/>
                  </a:lnTo>
                  <a:lnTo>
                    <a:pt x="7351404" y="250056"/>
                  </a:lnTo>
                  <a:lnTo>
                    <a:pt x="7351549" y="250056"/>
                  </a:lnTo>
                  <a:lnTo>
                    <a:pt x="7351695" y="250056"/>
                  </a:lnTo>
                  <a:lnTo>
                    <a:pt x="7351840" y="250056"/>
                  </a:lnTo>
                  <a:lnTo>
                    <a:pt x="7351985" y="250056"/>
                  </a:lnTo>
                  <a:lnTo>
                    <a:pt x="7352131" y="250056"/>
                  </a:lnTo>
                  <a:lnTo>
                    <a:pt x="7352276" y="250056"/>
                  </a:lnTo>
                  <a:lnTo>
                    <a:pt x="7352422" y="250056"/>
                  </a:lnTo>
                  <a:lnTo>
                    <a:pt x="7352567" y="250056"/>
                  </a:lnTo>
                  <a:lnTo>
                    <a:pt x="7352712" y="250056"/>
                  </a:lnTo>
                  <a:lnTo>
                    <a:pt x="7352858" y="250056"/>
                  </a:lnTo>
                  <a:lnTo>
                    <a:pt x="7353003" y="250056"/>
                  </a:lnTo>
                  <a:lnTo>
                    <a:pt x="7353149" y="250056"/>
                  </a:lnTo>
                  <a:lnTo>
                    <a:pt x="7353294" y="250056"/>
                  </a:lnTo>
                  <a:lnTo>
                    <a:pt x="7353440" y="250056"/>
                  </a:lnTo>
                  <a:lnTo>
                    <a:pt x="7353585" y="250056"/>
                  </a:lnTo>
                  <a:lnTo>
                    <a:pt x="7353730" y="250056"/>
                  </a:lnTo>
                  <a:lnTo>
                    <a:pt x="7353876" y="250056"/>
                  </a:lnTo>
                  <a:lnTo>
                    <a:pt x="7354021" y="250056"/>
                  </a:lnTo>
                  <a:lnTo>
                    <a:pt x="7354167" y="250056"/>
                  </a:lnTo>
                  <a:lnTo>
                    <a:pt x="7354312" y="250056"/>
                  </a:lnTo>
                  <a:lnTo>
                    <a:pt x="7354458" y="250056"/>
                  </a:lnTo>
                  <a:lnTo>
                    <a:pt x="7354603" y="250056"/>
                  </a:lnTo>
                  <a:lnTo>
                    <a:pt x="7354748" y="250056"/>
                  </a:lnTo>
                  <a:lnTo>
                    <a:pt x="7354894" y="250056"/>
                  </a:lnTo>
                  <a:lnTo>
                    <a:pt x="7355039" y="250056"/>
                  </a:lnTo>
                  <a:lnTo>
                    <a:pt x="7355185" y="250056"/>
                  </a:lnTo>
                  <a:lnTo>
                    <a:pt x="7355330" y="250056"/>
                  </a:lnTo>
                  <a:lnTo>
                    <a:pt x="7355476" y="250056"/>
                  </a:lnTo>
                  <a:lnTo>
                    <a:pt x="7355621" y="250056"/>
                  </a:lnTo>
                  <a:lnTo>
                    <a:pt x="7355766" y="250056"/>
                  </a:lnTo>
                  <a:lnTo>
                    <a:pt x="7355912" y="250056"/>
                  </a:lnTo>
                  <a:lnTo>
                    <a:pt x="7356057" y="250056"/>
                  </a:lnTo>
                  <a:lnTo>
                    <a:pt x="7356203" y="250056"/>
                  </a:lnTo>
                  <a:lnTo>
                    <a:pt x="7356348" y="250056"/>
                  </a:lnTo>
                  <a:lnTo>
                    <a:pt x="7356348" y="249432"/>
                  </a:lnTo>
                  <a:lnTo>
                    <a:pt x="7356494" y="249432"/>
                  </a:lnTo>
                  <a:lnTo>
                    <a:pt x="7356639" y="249432"/>
                  </a:lnTo>
                  <a:lnTo>
                    <a:pt x="7356784" y="249432"/>
                  </a:lnTo>
                  <a:lnTo>
                    <a:pt x="7356930" y="249432"/>
                  </a:lnTo>
                  <a:lnTo>
                    <a:pt x="7357075" y="249432"/>
                  </a:lnTo>
                  <a:lnTo>
                    <a:pt x="7357221" y="249432"/>
                  </a:lnTo>
                  <a:lnTo>
                    <a:pt x="7357366" y="249432"/>
                  </a:lnTo>
                  <a:lnTo>
                    <a:pt x="7357512" y="249432"/>
                  </a:lnTo>
                  <a:lnTo>
                    <a:pt x="7357657" y="249432"/>
                  </a:lnTo>
                  <a:lnTo>
                    <a:pt x="7357657" y="248809"/>
                  </a:lnTo>
                  <a:lnTo>
                    <a:pt x="7357802" y="248809"/>
                  </a:lnTo>
                  <a:lnTo>
                    <a:pt x="7357948" y="248809"/>
                  </a:lnTo>
                  <a:lnTo>
                    <a:pt x="7358093" y="248809"/>
                  </a:lnTo>
                  <a:lnTo>
                    <a:pt x="7358239" y="248809"/>
                  </a:lnTo>
                  <a:lnTo>
                    <a:pt x="7358384" y="248809"/>
                  </a:lnTo>
                  <a:lnTo>
                    <a:pt x="7358530" y="248809"/>
                  </a:lnTo>
                  <a:lnTo>
                    <a:pt x="7358675" y="248809"/>
                  </a:lnTo>
                  <a:lnTo>
                    <a:pt x="7358820" y="248809"/>
                  </a:lnTo>
                  <a:lnTo>
                    <a:pt x="7358966" y="248809"/>
                  </a:lnTo>
                  <a:lnTo>
                    <a:pt x="7359111" y="248809"/>
                  </a:lnTo>
                  <a:lnTo>
                    <a:pt x="7359257" y="248809"/>
                  </a:lnTo>
                  <a:lnTo>
                    <a:pt x="7359402" y="248809"/>
                  </a:lnTo>
                  <a:lnTo>
                    <a:pt x="7359547" y="248809"/>
                  </a:lnTo>
                  <a:lnTo>
                    <a:pt x="7359693" y="248809"/>
                  </a:lnTo>
                  <a:lnTo>
                    <a:pt x="7359838" y="248809"/>
                  </a:lnTo>
                  <a:lnTo>
                    <a:pt x="7359984" y="248809"/>
                  </a:lnTo>
                  <a:lnTo>
                    <a:pt x="7360129" y="248809"/>
                  </a:lnTo>
                  <a:lnTo>
                    <a:pt x="7360275" y="248809"/>
                  </a:lnTo>
                  <a:lnTo>
                    <a:pt x="7360420" y="248809"/>
                  </a:lnTo>
                  <a:lnTo>
                    <a:pt x="7360565" y="248809"/>
                  </a:lnTo>
                  <a:lnTo>
                    <a:pt x="7360711" y="248809"/>
                  </a:lnTo>
                  <a:lnTo>
                    <a:pt x="7360856" y="248809"/>
                  </a:lnTo>
                  <a:lnTo>
                    <a:pt x="7360856" y="248185"/>
                  </a:lnTo>
                  <a:lnTo>
                    <a:pt x="7361002" y="248185"/>
                  </a:lnTo>
                  <a:lnTo>
                    <a:pt x="7361147" y="248185"/>
                  </a:lnTo>
                  <a:lnTo>
                    <a:pt x="7361293" y="248185"/>
                  </a:lnTo>
                  <a:lnTo>
                    <a:pt x="7361438" y="248185"/>
                  </a:lnTo>
                  <a:lnTo>
                    <a:pt x="7361583" y="248185"/>
                  </a:lnTo>
                  <a:lnTo>
                    <a:pt x="7361729" y="248185"/>
                  </a:lnTo>
                  <a:lnTo>
                    <a:pt x="7361874" y="248185"/>
                  </a:lnTo>
                  <a:lnTo>
                    <a:pt x="7362020" y="248185"/>
                  </a:lnTo>
                  <a:lnTo>
                    <a:pt x="7362165" y="248185"/>
                  </a:lnTo>
                  <a:lnTo>
                    <a:pt x="7362311" y="248185"/>
                  </a:lnTo>
                  <a:lnTo>
                    <a:pt x="7362456" y="248185"/>
                  </a:lnTo>
                  <a:lnTo>
                    <a:pt x="7362601" y="248185"/>
                  </a:lnTo>
                  <a:lnTo>
                    <a:pt x="7362747" y="248185"/>
                  </a:lnTo>
                  <a:lnTo>
                    <a:pt x="7362892" y="248185"/>
                  </a:lnTo>
                  <a:lnTo>
                    <a:pt x="7363038" y="248185"/>
                  </a:lnTo>
                  <a:lnTo>
                    <a:pt x="7363183" y="248185"/>
                  </a:lnTo>
                  <a:lnTo>
                    <a:pt x="7363329" y="248185"/>
                  </a:lnTo>
                  <a:lnTo>
                    <a:pt x="7363474" y="248185"/>
                  </a:lnTo>
                  <a:lnTo>
                    <a:pt x="7363619" y="248185"/>
                  </a:lnTo>
                  <a:lnTo>
                    <a:pt x="7363765" y="248185"/>
                  </a:lnTo>
                  <a:lnTo>
                    <a:pt x="7363910" y="248185"/>
                  </a:lnTo>
                  <a:lnTo>
                    <a:pt x="7363910" y="247562"/>
                  </a:lnTo>
                  <a:lnTo>
                    <a:pt x="7364056" y="247562"/>
                  </a:lnTo>
                  <a:lnTo>
                    <a:pt x="7364201" y="247562"/>
                  </a:lnTo>
                  <a:lnTo>
                    <a:pt x="7364347" y="247562"/>
                  </a:lnTo>
                  <a:lnTo>
                    <a:pt x="7364492" y="247562"/>
                  </a:lnTo>
                  <a:lnTo>
                    <a:pt x="7364637" y="247562"/>
                  </a:lnTo>
                  <a:lnTo>
                    <a:pt x="7364783" y="247562"/>
                  </a:lnTo>
                  <a:lnTo>
                    <a:pt x="7364928" y="247562"/>
                  </a:lnTo>
                  <a:lnTo>
                    <a:pt x="7365074" y="247562"/>
                  </a:lnTo>
                  <a:lnTo>
                    <a:pt x="7365219" y="247562"/>
                  </a:lnTo>
                  <a:lnTo>
                    <a:pt x="7365365" y="247562"/>
                  </a:lnTo>
                  <a:lnTo>
                    <a:pt x="7365510" y="247562"/>
                  </a:lnTo>
                  <a:lnTo>
                    <a:pt x="7365655" y="247562"/>
                  </a:lnTo>
                  <a:lnTo>
                    <a:pt x="7365801" y="247562"/>
                  </a:lnTo>
                  <a:lnTo>
                    <a:pt x="7365946" y="247562"/>
                  </a:lnTo>
                  <a:lnTo>
                    <a:pt x="7366092" y="247562"/>
                  </a:lnTo>
                  <a:lnTo>
                    <a:pt x="7366237" y="247562"/>
                  </a:lnTo>
                  <a:lnTo>
                    <a:pt x="7366382" y="247562"/>
                  </a:lnTo>
                  <a:lnTo>
                    <a:pt x="7366528" y="247562"/>
                  </a:lnTo>
                  <a:lnTo>
                    <a:pt x="7366673" y="247562"/>
                  </a:lnTo>
                  <a:lnTo>
                    <a:pt x="7366819" y="247562"/>
                  </a:lnTo>
                  <a:lnTo>
                    <a:pt x="7366964" y="247562"/>
                  </a:lnTo>
                  <a:lnTo>
                    <a:pt x="7367110" y="247562"/>
                  </a:lnTo>
                  <a:lnTo>
                    <a:pt x="7367255" y="247562"/>
                  </a:lnTo>
                  <a:lnTo>
                    <a:pt x="7367400" y="247562"/>
                  </a:lnTo>
                  <a:lnTo>
                    <a:pt x="7367546" y="247562"/>
                  </a:lnTo>
                  <a:lnTo>
                    <a:pt x="7367691" y="247562"/>
                  </a:lnTo>
                  <a:lnTo>
                    <a:pt x="7367691" y="246938"/>
                  </a:lnTo>
                  <a:lnTo>
                    <a:pt x="7367837" y="246938"/>
                  </a:lnTo>
                  <a:lnTo>
                    <a:pt x="7367982" y="246938"/>
                  </a:lnTo>
                  <a:lnTo>
                    <a:pt x="7368128" y="246938"/>
                  </a:lnTo>
                  <a:lnTo>
                    <a:pt x="7368273" y="246938"/>
                  </a:lnTo>
                  <a:lnTo>
                    <a:pt x="7368418" y="246938"/>
                  </a:lnTo>
                  <a:lnTo>
                    <a:pt x="7368564" y="246938"/>
                  </a:lnTo>
                  <a:lnTo>
                    <a:pt x="7368709" y="246938"/>
                  </a:lnTo>
                  <a:lnTo>
                    <a:pt x="7368855" y="246938"/>
                  </a:lnTo>
                  <a:lnTo>
                    <a:pt x="7369000" y="246938"/>
                  </a:lnTo>
                  <a:lnTo>
                    <a:pt x="7369146" y="246938"/>
                  </a:lnTo>
                  <a:lnTo>
                    <a:pt x="7369291" y="246938"/>
                  </a:lnTo>
                  <a:lnTo>
                    <a:pt x="7369436" y="246938"/>
                  </a:lnTo>
                  <a:lnTo>
                    <a:pt x="7369582" y="246938"/>
                  </a:lnTo>
                  <a:lnTo>
                    <a:pt x="7369727" y="246938"/>
                  </a:lnTo>
                  <a:lnTo>
                    <a:pt x="7369873" y="246938"/>
                  </a:lnTo>
                  <a:lnTo>
                    <a:pt x="7370018" y="246938"/>
                  </a:lnTo>
                  <a:lnTo>
                    <a:pt x="7370164" y="246938"/>
                  </a:lnTo>
                  <a:lnTo>
                    <a:pt x="7370309" y="246938"/>
                  </a:lnTo>
                  <a:lnTo>
                    <a:pt x="7370454" y="246938"/>
                  </a:lnTo>
                  <a:lnTo>
                    <a:pt x="7370600" y="246938"/>
                  </a:lnTo>
                  <a:lnTo>
                    <a:pt x="7370745" y="246938"/>
                  </a:lnTo>
                  <a:lnTo>
                    <a:pt x="7370891" y="246938"/>
                  </a:lnTo>
                  <a:lnTo>
                    <a:pt x="7371036" y="246938"/>
                  </a:lnTo>
                  <a:lnTo>
                    <a:pt x="7371182" y="246938"/>
                  </a:lnTo>
                  <a:lnTo>
                    <a:pt x="7371327" y="246938"/>
                  </a:lnTo>
                  <a:lnTo>
                    <a:pt x="7371472" y="246938"/>
                  </a:lnTo>
                  <a:lnTo>
                    <a:pt x="7371618" y="246938"/>
                  </a:lnTo>
                  <a:lnTo>
                    <a:pt x="7371763" y="246938"/>
                  </a:lnTo>
                  <a:lnTo>
                    <a:pt x="7371909" y="246938"/>
                  </a:lnTo>
                  <a:lnTo>
                    <a:pt x="7372054" y="246938"/>
                  </a:lnTo>
                  <a:lnTo>
                    <a:pt x="7372200" y="246938"/>
                  </a:lnTo>
                  <a:lnTo>
                    <a:pt x="7372345" y="246938"/>
                  </a:lnTo>
                  <a:lnTo>
                    <a:pt x="7372490" y="246938"/>
                  </a:lnTo>
                  <a:lnTo>
                    <a:pt x="7372636" y="246938"/>
                  </a:lnTo>
                  <a:lnTo>
                    <a:pt x="7372781" y="246938"/>
                  </a:lnTo>
                  <a:lnTo>
                    <a:pt x="7372927" y="246938"/>
                  </a:lnTo>
                  <a:lnTo>
                    <a:pt x="7373072" y="246938"/>
                  </a:lnTo>
                  <a:lnTo>
                    <a:pt x="7373217" y="246938"/>
                  </a:lnTo>
                  <a:lnTo>
                    <a:pt x="7373363" y="246938"/>
                  </a:lnTo>
                  <a:lnTo>
                    <a:pt x="7373508" y="246938"/>
                  </a:lnTo>
                  <a:lnTo>
                    <a:pt x="7373654" y="246938"/>
                  </a:lnTo>
                  <a:lnTo>
                    <a:pt x="7373799" y="246938"/>
                  </a:lnTo>
                  <a:lnTo>
                    <a:pt x="7373945" y="246938"/>
                  </a:lnTo>
                  <a:lnTo>
                    <a:pt x="7374090" y="246938"/>
                  </a:lnTo>
                  <a:lnTo>
                    <a:pt x="7374090" y="246315"/>
                  </a:lnTo>
                  <a:lnTo>
                    <a:pt x="7374235" y="246315"/>
                  </a:lnTo>
                  <a:lnTo>
                    <a:pt x="7374381" y="246315"/>
                  </a:lnTo>
                  <a:lnTo>
                    <a:pt x="7374526" y="246315"/>
                  </a:lnTo>
                  <a:lnTo>
                    <a:pt x="7374672" y="246315"/>
                  </a:lnTo>
                  <a:lnTo>
                    <a:pt x="7374817" y="246315"/>
                  </a:lnTo>
                  <a:lnTo>
                    <a:pt x="7374817" y="245691"/>
                  </a:lnTo>
                  <a:lnTo>
                    <a:pt x="7374963" y="245691"/>
                  </a:lnTo>
                  <a:lnTo>
                    <a:pt x="7375108" y="245691"/>
                  </a:lnTo>
                  <a:lnTo>
                    <a:pt x="7375253" y="245691"/>
                  </a:lnTo>
                  <a:lnTo>
                    <a:pt x="7375399" y="245691"/>
                  </a:lnTo>
                  <a:lnTo>
                    <a:pt x="7375544" y="245691"/>
                  </a:lnTo>
                  <a:lnTo>
                    <a:pt x="7375690" y="245691"/>
                  </a:lnTo>
                  <a:lnTo>
                    <a:pt x="7375835" y="245691"/>
                  </a:lnTo>
                  <a:lnTo>
                    <a:pt x="7375981" y="245691"/>
                  </a:lnTo>
                  <a:lnTo>
                    <a:pt x="7376126" y="245691"/>
                  </a:lnTo>
                  <a:lnTo>
                    <a:pt x="7376271" y="245691"/>
                  </a:lnTo>
                  <a:lnTo>
                    <a:pt x="7376417" y="245691"/>
                  </a:lnTo>
                  <a:lnTo>
                    <a:pt x="7376562" y="245691"/>
                  </a:lnTo>
                  <a:lnTo>
                    <a:pt x="7376708" y="245691"/>
                  </a:lnTo>
                  <a:lnTo>
                    <a:pt x="7376853" y="245691"/>
                  </a:lnTo>
                  <a:lnTo>
                    <a:pt x="7376999" y="245691"/>
                  </a:lnTo>
                  <a:lnTo>
                    <a:pt x="7377144" y="245691"/>
                  </a:lnTo>
                  <a:lnTo>
                    <a:pt x="7377144" y="245067"/>
                  </a:lnTo>
                  <a:lnTo>
                    <a:pt x="7377289" y="245067"/>
                  </a:lnTo>
                  <a:lnTo>
                    <a:pt x="7377435" y="245067"/>
                  </a:lnTo>
                  <a:lnTo>
                    <a:pt x="7377580" y="245067"/>
                  </a:lnTo>
                  <a:lnTo>
                    <a:pt x="7377726" y="245067"/>
                  </a:lnTo>
                  <a:lnTo>
                    <a:pt x="7377871" y="245067"/>
                  </a:lnTo>
                  <a:lnTo>
                    <a:pt x="7378017" y="245067"/>
                  </a:lnTo>
                  <a:lnTo>
                    <a:pt x="7378162" y="245067"/>
                  </a:lnTo>
                  <a:lnTo>
                    <a:pt x="7378307" y="245067"/>
                  </a:lnTo>
                  <a:lnTo>
                    <a:pt x="7378453" y="245067"/>
                  </a:lnTo>
                  <a:lnTo>
                    <a:pt x="7378598" y="245067"/>
                  </a:lnTo>
                  <a:lnTo>
                    <a:pt x="7378744" y="245067"/>
                  </a:lnTo>
                  <a:lnTo>
                    <a:pt x="7378889" y="245067"/>
                  </a:lnTo>
                  <a:lnTo>
                    <a:pt x="7379035" y="245067"/>
                  </a:lnTo>
                  <a:lnTo>
                    <a:pt x="7379180" y="245067"/>
                  </a:lnTo>
                  <a:lnTo>
                    <a:pt x="7379325" y="245067"/>
                  </a:lnTo>
                  <a:lnTo>
                    <a:pt x="7379471" y="245067"/>
                  </a:lnTo>
                  <a:lnTo>
                    <a:pt x="7379616" y="245067"/>
                  </a:lnTo>
                  <a:lnTo>
                    <a:pt x="7379762" y="245067"/>
                  </a:lnTo>
                  <a:lnTo>
                    <a:pt x="7379907" y="245067"/>
                  </a:lnTo>
                  <a:lnTo>
                    <a:pt x="7380052" y="245067"/>
                  </a:lnTo>
                  <a:lnTo>
                    <a:pt x="7380198" y="245067"/>
                  </a:lnTo>
                  <a:lnTo>
                    <a:pt x="7380343" y="245067"/>
                  </a:lnTo>
                  <a:lnTo>
                    <a:pt x="7380489" y="245067"/>
                  </a:lnTo>
                  <a:lnTo>
                    <a:pt x="7380634" y="245067"/>
                  </a:lnTo>
                  <a:lnTo>
                    <a:pt x="7380780" y="245067"/>
                  </a:lnTo>
                  <a:lnTo>
                    <a:pt x="7380925" y="245067"/>
                  </a:lnTo>
                  <a:lnTo>
                    <a:pt x="7381070" y="245067"/>
                  </a:lnTo>
                  <a:lnTo>
                    <a:pt x="7381216" y="245067"/>
                  </a:lnTo>
                  <a:lnTo>
                    <a:pt x="7381361" y="245067"/>
                  </a:lnTo>
                  <a:lnTo>
                    <a:pt x="7381507" y="245067"/>
                  </a:lnTo>
                  <a:lnTo>
                    <a:pt x="7381652" y="245067"/>
                  </a:lnTo>
                  <a:lnTo>
                    <a:pt x="7381798" y="245067"/>
                  </a:lnTo>
                  <a:lnTo>
                    <a:pt x="7381943" y="245067"/>
                  </a:lnTo>
                  <a:lnTo>
                    <a:pt x="7382088" y="245067"/>
                  </a:lnTo>
                  <a:lnTo>
                    <a:pt x="7382234" y="245067"/>
                  </a:lnTo>
                  <a:lnTo>
                    <a:pt x="7382379" y="245067"/>
                  </a:lnTo>
                  <a:lnTo>
                    <a:pt x="7382379" y="244444"/>
                  </a:lnTo>
                  <a:lnTo>
                    <a:pt x="7382525" y="244444"/>
                  </a:lnTo>
                  <a:lnTo>
                    <a:pt x="7382670" y="244444"/>
                  </a:lnTo>
                  <a:lnTo>
                    <a:pt x="7382816" y="244444"/>
                  </a:lnTo>
                  <a:lnTo>
                    <a:pt x="7382961" y="244444"/>
                  </a:lnTo>
                  <a:lnTo>
                    <a:pt x="7383106" y="244444"/>
                  </a:lnTo>
                  <a:lnTo>
                    <a:pt x="7383252" y="244444"/>
                  </a:lnTo>
                  <a:lnTo>
                    <a:pt x="7383397" y="244444"/>
                  </a:lnTo>
                  <a:lnTo>
                    <a:pt x="7383397" y="243820"/>
                  </a:lnTo>
                  <a:lnTo>
                    <a:pt x="7383543" y="243820"/>
                  </a:lnTo>
                  <a:lnTo>
                    <a:pt x="7383688" y="243820"/>
                  </a:lnTo>
                  <a:lnTo>
                    <a:pt x="7383834" y="243820"/>
                  </a:lnTo>
                  <a:lnTo>
                    <a:pt x="7383834" y="243197"/>
                  </a:lnTo>
                  <a:lnTo>
                    <a:pt x="7383979" y="243197"/>
                  </a:lnTo>
                  <a:lnTo>
                    <a:pt x="7384124" y="243197"/>
                  </a:lnTo>
                  <a:lnTo>
                    <a:pt x="7384270" y="243197"/>
                  </a:lnTo>
                  <a:lnTo>
                    <a:pt x="7384415" y="243197"/>
                  </a:lnTo>
                  <a:lnTo>
                    <a:pt x="7384561" y="243197"/>
                  </a:lnTo>
                  <a:lnTo>
                    <a:pt x="7384561" y="242573"/>
                  </a:lnTo>
                  <a:lnTo>
                    <a:pt x="7384706" y="242573"/>
                  </a:lnTo>
                  <a:lnTo>
                    <a:pt x="7384852" y="242573"/>
                  </a:lnTo>
                  <a:lnTo>
                    <a:pt x="7384852" y="241949"/>
                  </a:lnTo>
                  <a:lnTo>
                    <a:pt x="7384997" y="241949"/>
                  </a:lnTo>
                  <a:lnTo>
                    <a:pt x="7385142" y="241949"/>
                  </a:lnTo>
                  <a:lnTo>
                    <a:pt x="7385288" y="241949"/>
                  </a:lnTo>
                  <a:lnTo>
                    <a:pt x="7385433" y="241949"/>
                  </a:lnTo>
                  <a:lnTo>
                    <a:pt x="7385579" y="241949"/>
                  </a:lnTo>
                  <a:lnTo>
                    <a:pt x="7385724" y="241949"/>
                  </a:lnTo>
                  <a:lnTo>
                    <a:pt x="7385870" y="241949"/>
                  </a:lnTo>
                  <a:lnTo>
                    <a:pt x="7386015" y="241949"/>
                  </a:lnTo>
                  <a:lnTo>
                    <a:pt x="7386160" y="241949"/>
                  </a:lnTo>
                  <a:lnTo>
                    <a:pt x="7386306" y="241949"/>
                  </a:lnTo>
                  <a:lnTo>
                    <a:pt x="7386451" y="241949"/>
                  </a:lnTo>
                  <a:lnTo>
                    <a:pt x="7386597" y="241949"/>
                  </a:lnTo>
                  <a:lnTo>
                    <a:pt x="7386742" y="241949"/>
                  </a:lnTo>
                  <a:lnTo>
                    <a:pt x="7386887" y="241949"/>
                  </a:lnTo>
                  <a:lnTo>
                    <a:pt x="7387033" y="241949"/>
                  </a:lnTo>
                  <a:lnTo>
                    <a:pt x="7387178" y="241949"/>
                  </a:lnTo>
                  <a:lnTo>
                    <a:pt x="7387324" y="241949"/>
                  </a:lnTo>
                  <a:lnTo>
                    <a:pt x="7387469" y="241949"/>
                  </a:lnTo>
                  <a:lnTo>
                    <a:pt x="7387615" y="241949"/>
                  </a:lnTo>
                  <a:lnTo>
                    <a:pt x="7387760" y="241949"/>
                  </a:lnTo>
                  <a:lnTo>
                    <a:pt x="7387905" y="241949"/>
                  </a:lnTo>
                  <a:lnTo>
                    <a:pt x="7388051" y="241949"/>
                  </a:lnTo>
                  <a:lnTo>
                    <a:pt x="7388196" y="241949"/>
                  </a:lnTo>
                  <a:lnTo>
                    <a:pt x="7388342" y="241949"/>
                  </a:lnTo>
                  <a:lnTo>
                    <a:pt x="7388487" y="241949"/>
                  </a:lnTo>
                  <a:lnTo>
                    <a:pt x="7388633" y="241949"/>
                  </a:lnTo>
                  <a:lnTo>
                    <a:pt x="7388778" y="241949"/>
                  </a:lnTo>
                  <a:lnTo>
                    <a:pt x="7388923" y="241949"/>
                  </a:lnTo>
                  <a:lnTo>
                    <a:pt x="7389069" y="241949"/>
                  </a:lnTo>
                  <a:lnTo>
                    <a:pt x="7389214" y="241949"/>
                  </a:lnTo>
                  <a:lnTo>
                    <a:pt x="7389360" y="241949"/>
                  </a:lnTo>
                  <a:lnTo>
                    <a:pt x="7389505" y="241949"/>
                  </a:lnTo>
                  <a:lnTo>
                    <a:pt x="7389651" y="241949"/>
                  </a:lnTo>
                  <a:lnTo>
                    <a:pt x="7389796" y="241949"/>
                  </a:lnTo>
                  <a:lnTo>
                    <a:pt x="7389941" y="241949"/>
                  </a:lnTo>
                  <a:lnTo>
                    <a:pt x="7390087" y="241949"/>
                  </a:lnTo>
                  <a:lnTo>
                    <a:pt x="7390232" y="241949"/>
                  </a:lnTo>
                  <a:lnTo>
                    <a:pt x="7390378" y="241949"/>
                  </a:lnTo>
                  <a:lnTo>
                    <a:pt x="7390523" y="241949"/>
                  </a:lnTo>
                  <a:lnTo>
                    <a:pt x="7390523" y="241326"/>
                  </a:lnTo>
                  <a:lnTo>
                    <a:pt x="7390523" y="240702"/>
                  </a:lnTo>
                  <a:lnTo>
                    <a:pt x="7390669" y="240702"/>
                  </a:lnTo>
                  <a:lnTo>
                    <a:pt x="7390814" y="240702"/>
                  </a:lnTo>
                  <a:lnTo>
                    <a:pt x="7390959" y="240702"/>
                  </a:lnTo>
                  <a:lnTo>
                    <a:pt x="7391105" y="240702"/>
                  </a:lnTo>
                  <a:lnTo>
                    <a:pt x="7391250" y="240702"/>
                  </a:lnTo>
                  <a:lnTo>
                    <a:pt x="7391396" y="240702"/>
                  </a:lnTo>
                  <a:lnTo>
                    <a:pt x="7391541" y="240702"/>
                  </a:lnTo>
                  <a:lnTo>
                    <a:pt x="7391687" y="240702"/>
                  </a:lnTo>
                  <a:lnTo>
                    <a:pt x="7391832" y="240702"/>
                  </a:lnTo>
                  <a:lnTo>
                    <a:pt x="7391977" y="240702"/>
                  </a:lnTo>
                  <a:lnTo>
                    <a:pt x="7392123" y="240702"/>
                  </a:lnTo>
                  <a:lnTo>
                    <a:pt x="7392268" y="240702"/>
                  </a:lnTo>
                  <a:lnTo>
                    <a:pt x="7392414" y="240702"/>
                  </a:lnTo>
                  <a:lnTo>
                    <a:pt x="7392559" y="240702"/>
                  </a:lnTo>
                  <a:lnTo>
                    <a:pt x="7392705" y="240702"/>
                  </a:lnTo>
                  <a:lnTo>
                    <a:pt x="7392850" y="240702"/>
                  </a:lnTo>
                  <a:lnTo>
                    <a:pt x="7392995" y="240702"/>
                  </a:lnTo>
                  <a:lnTo>
                    <a:pt x="7393141" y="240702"/>
                  </a:lnTo>
                  <a:lnTo>
                    <a:pt x="7393286" y="240702"/>
                  </a:lnTo>
                  <a:lnTo>
                    <a:pt x="7393432" y="240702"/>
                  </a:lnTo>
                  <a:lnTo>
                    <a:pt x="7393577" y="240702"/>
                  </a:lnTo>
                  <a:lnTo>
                    <a:pt x="7393722" y="240702"/>
                  </a:lnTo>
                  <a:lnTo>
                    <a:pt x="7393868" y="240702"/>
                  </a:lnTo>
                  <a:lnTo>
                    <a:pt x="7394013" y="240702"/>
                  </a:lnTo>
                  <a:lnTo>
                    <a:pt x="7394159" y="240702"/>
                  </a:lnTo>
                  <a:lnTo>
                    <a:pt x="7394304" y="240702"/>
                  </a:lnTo>
                  <a:lnTo>
                    <a:pt x="7394450" y="240702"/>
                  </a:lnTo>
                  <a:lnTo>
                    <a:pt x="7394595" y="240702"/>
                  </a:lnTo>
                  <a:lnTo>
                    <a:pt x="7394740" y="240702"/>
                  </a:lnTo>
                  <a:lnTo>
                    <a:pt x="7394886" y="240702"/>
                  </a:lnTo>
                  <a:lnTo>
                    <a:pt x="7395031" y="240702"/>
                  </a:lnTo>
                  <a:lnTo>
                    <a:pt x="7395177" y="240702"/>
                  </a:lnTo>
                  <a:lnTo>
                    <a:pt x="7395322" y="240702"/>
                  </a:lnTo>
                  <a:lnTo>
                    <a:pt x="7395468" y="240702"/>
                  </a:lnTo>
                  <a:lnTo>
                    <a:pt x="7395613" y="240702"/>
                  </a:lnTo>
                  <a:lnTo>
                    <a:pt x="7395758" y="240702"/>
                  </a:lnTo>
                  <a:lnTo>
                    <a:pt x="7395904" y="240702"/>
                  </a:lnTo>
                  <a:lnTo>
                    <a:pt x="7396049" y="240702"/>
                  </a:lnTo>
                  <a:lnTo>
                    <a:pt x="7396195" y="240702"/>
                  </a:lnTo>
                  <a:lnTo>
                    <a:pt x="7396340" y="240702"/>
                  </a:lnTo>
                  <a:lnTo>
                    <a:pt x="7396486" y="240702"/>
                  </a:lnTo>
                  <a:lnTo>
                    <a:pt x="7396631" y="240702"/>
                  </a:lnTo>
                  <a:lnTo>
                    <a:pt x="7396776" y="240702"/>
                  </a:lnTo>
                  <a:lnTo>
                    <a:pt x="7396922" y="240702"/>
                  </a:lnTo>
                  <a:lnTo>
                    <a:pt x="7397067" y="240702"/>
                  </a:lnTo>
                  <a:lnTo>
                    <a:pt x="7397213" y="240702"/>
                  </a:lnTo>
                  <a:lnTo>
                    <a:pt x="7397358" y="240702"/>
                  </a:lnTo>
                  <a:lnTo>
                    <a:pt x="7397504" y="240702"/>
                  </a:lnTo>
                  <a:lnTo>
                    <a:pt x="7397649" y="240702"/>
                  </a:lnTo>
                  <a:lnTo>
                    <a:pt x="7397794" y="240702"/>
                  </a:lnTo>
                  <a:lnTo>
                    <a:pt x="7397940" y="240702"/>
                  </a:lnTo>
                  <a:lnTo>
                    <a:pt x="7397940" y="240079"/>
                  </a:lnTo>
                  <a:lnTo>
                    <a:pt x="7398085" y="240079"/>
                  </a:lnTo>
                  <a:lnTo>
                    <a:pt x="7398231" y="240079"/>
                  </a:lnTo>
                  <a:lnTo>
                    <a:pt x="7398376" y="240079"/>
                  </a:lnTo>
                  <a:lnTo>
                    <a:pt x="7398522" y="240079"/>
                  </a:lnTo>
                  <a:lnTo>
                    <a:pt x="7398667" y="240079"/>
                  </a:lnTo>
                  <a:lnTo>
                    <a:pt x="7398812" y="240079"/>
                  </a:lnTo>
                  <a:lnTo>
                    <a:pt x="7398958" y="240079"/>
                  </a:lnTo>
                  <a:lnTo>
                    <a:pt x="7399103" y="240079"/>
                  </a:lnTo>
                  <a:lnTo>
                    <a:pt x="7399249" y="240079"/>
                  </a:lnTo>
                  <a:lnTo>
                    <a:pt x="7399394" y="240079"/>
                  </a:lnTo>
                  <a:lnTo>
                    <a:pt x="7399540" y="240079"/>
                  </a:lnTo>
                  <a:lnTo>
                    <a:pt x="7399685" y="240079"/>
                  </a:lnTo>
                  <a:lnTo>
                    <a:pt x="7399830" y="240079"/>
                  </a:lnTo>
                  <a:lnTo>
                    <a:pt x="7399976" y="240079"/>
                  </a:lnTo>
                  <a:lnTo>
                    <a:pt x="7400121" y="240079"/>
                  </a:lnTo>
                  <a:lnTo>
                    <a:pt x="7400267" y="240079"/>
                  </a:lnTo>
                  <a:lnTo>
                    <a:pt x="7400412" y="240079"/>
                  </a:lnTo>
                  <a:lnTo>
                    <a:pt x="7400557" y="240079"/>
                  </a:lnTo>
                  <a:lnTo>
                    <a:pt x="7400557" y="239455"/>
                  </a:lnTo>
                  <a:lnTo>
                    <a:pt x="7400703" y="239455"/>
                  </a:lnTo>
                  <a:lnTo>
                    <a:pt x="7400848" y="239455"/>
                  </a:lnTo>
                  <a:lnTo>
                    <a:pt x="7400994" y="239455"/>
                  </a:lnTo>
                  <a:lnTo>
                    <a:pt x="7401139" y="239455"/>
                  </a:lnTo>
                  <a:lnTo>
                    <a:pt x="7401285" y="239455"/>
                  </a:lnTo>
                  <a:lnTo>
                    <a:pt x="7401430" y="239455"/>
                  </a:lnTo>
                  <a:lnTo>
                    <a:pt x="7401575" y="239455"/>
                  </a:lnTo>
                  <a:lnTo>
                    <a:pt x="7401721" y="239455"/>
                  </a:lnTo>
                  <a:lnTo>
                    <a:pt x="7401866" y="239455"/>
                  </a:lnTo>
                  <a:lnTo>
                    <a:pt x="7402012" y="239455"/>
                  </a:lnTo>
                  <a:lnTo>
                    <a:pt x="7402157" y="239455"/>
                  </a:lnTo>
                  <a:lnTo>
                    <a:pt x="7402303" y="239455"/>
                  </a:lnTo>
                  <a:lnTo>
                    <a:pt x="7402448" y="239455"/>
                  </a:lnTo>
                  <a:lnTo>
                    <a:pt x="7402593" y="239455"/>
                  </a:lnTo>
                  <a:lnTo>
                    <a:pt x="7402739" y="239455"/>
                  </a:lnTo>
                  <a:lnTo>
                    <a:pt x="7402884" y="239455"/>
                  </a:lnTo>
                  <a:lnTo>
                    <a:pt x="7403030" y="239455"/>
                  </a:lnTo>
                  <a:lnTo>
                    <a:pt x="7403175" y="239455"/>
                  </a:lnTo>
                  <a:lnTo>
                    <a:pt x="7403321" y="239455"/>
                  </a:lnTo>
                  <a:lnTo>
                    <a:pt x="7403466" y="239455"/>
                  </a:lnTo>
                  <a:lnTo>
                    <a:pt x="7403611" y="239455"/>
                  </a:lnTo>
                  <a:lnTo>
                    <a:pt x="7403757" y="239455"/>
                  </a:lnTo>
                  <a:lnTo>
                    <a:pt x="7403902" y="239455"/>
                  </a:lnTo>
                  <a:lnTo>
                    <a:pt x="7404048" y="239455"/>
                  </a:lnTo>
                  <a:lnTo>
                    <a:pt x="7404193" y="239455"/>
                  </a:lnTo>
                  <a:lnTo>
                    <a:pt x="7404339" y="239455"/>
                  </a:lnTo>
                  <a:lnTo>
                    <a:pt x="7404484" y="239455"/>
                  </a:lnTo>
                  <a:lnTo>
                    <a:pt x="7404629" y="239455"/>
                  </a:lnTo>
                  <a:lnTo>
                    <a:pt x="7404629" y="238832"/>
                  </a:lnTo>
                  <a:lnTo>
                    <a:pt x="7404775" y="238832"/>
                  </a:lnTo>
                  <a:lnTo>
                    <a:pt x="7404920" y="238832"/>
                  </a:lnTo>
                  <a:lnTo>
                    <a:pt x="7405066" y="238832"/>
                  </a:lnTo>
                  <a:lnTo>
                    <a:pt x="7405211" y="238832"/>
                  </a:lnTo>
                  <a:lnTo>
                    <a:pt x="7405357" y="238832"/>
                  </a:lnTo>
                  <a:lnTo>
                    <a:pt x="7405502" y="238832"/>
                  </a:lnTo>
                  <a:lnTo>
                    <a:pt x="7405647" y="238832"/>
                  </a:lnTo>
                  <a:lnTo>
                    <a:pt x="7405793" y="238832"/>
                  </a:lnTo>
                  <a:lnTo>
                    <a:pt x="7405938" y="238832"/>
                  </a:lnTo>
                  <a:lnTo>
                    <a:pt x="7406084" y="238832"/>
                  </a:lnTo>
                  <a:lnTo>
                    <a:pt x="7406229" y="238832"/>
                  </a:lnTo>
                  <a:lnTo>
                    <a:pt x="7406375" y="238832"/>
                  </a:lnTo>
                  <a:lnTo>
                    <a:pt x="7406520" y="238832"/>
                  </a:lnTo>
                  <a:lnTo>
                    <a:pt x="7406665" y="238832"/>
                  </a:lnTo>
                  <a:lnTo>
                    <a:pt x="7406811" y="238832"/>
                  </a:lnTo>
                  <a:lnTo>
                    <a:pt x="7406956" y="238832"/>
                  </a:lnTo>
                  <a:lnTo>
                    <a:pt x="7407102" y="238832"/>
                  </a:lnTo>
                  <a:lnTo>
                    <a:pt x="7407247" y="238832"/>
                  </a:lnTo>
                  <a:lnTo>
                    <a:pt x="7407392" y="238832"/>
                  </a:lnTo>
                  <a:lnTo>
                    <a:pt x="7407538" y="238832"/>
                  </a:lnTo>
                  <a:lnTo>
                    <a:pt x="7407683" y="238832"/>
                  </a:lnTo>
                  <a:lnTo>
                    <a:pt x="7407829" y="238832"/>
                  </a:lnTo>
                  <a:lnTo>
                    <a:pt x="7407974" y="238832"/>
                  </a:lnTo>
                  <a:lnTo>
                    <a:pt x="7408120" y="238832"/>
                  </a:lnTo>
                  <a:lnTo>
                    <a:pt x="7408265" y="238832"/>
                  </a:lnTo>
                  <a:lnTo>
                    <a:pt x="7408410" y="238832"/>
                  </a:lnTo>
                  <a:lnTo>
                    <a:pt x="7408556" y="238832"/>
                  </a:lnTo>
                  <a:lnTo>
                    <a:pt x="7408701" y="238832"/>
                  </a:lnTo>
                  <a:lnTo>
                    <a:pt x="7408847" y="238832"/>
                  </a:lnTo>
                  <a:lnTo>
                    <a:pt x="7408992" y="238832"/>
                  </a:lnTo>
                  <a:lnTo>
                    <a:pt x="7409138" y="238832"/>
                  </a:lnTo>
                  <a:lnTo>
                    <a:pt x="7409283" y="238832"/>
                  </a:lnTo>
                  <a:lnTo>
                    <a:pt x="7409428" y="238832"/>
                  </a:lnTo>
                  <a:lnTo>
                    <a:pt x="7409574" y="238832"/>
                  </a:lnTo>
                  <a:lnTo>
                    <a:pt x="7409719" y="238832"/>
                  </a:lnTo>
                  <a:lnTo>
                    <a:pt x="7409865" y="238832"/>
                  </a:lnTo>
                  <a:lnTo>
                    <a:pt x="7410010" y="238832"/>
                  </a:lnTo>
                  <a:lnTo>
                    <a:pt x="7410156" y="238832"/>
                  </a:lnTo>
                  <a:lnTo>
                    <a:pt x="7410301" y="238832"/>
                  </a:lnTo>
                  <a:lnTo>
                    <a:pt x="7410446" y="238832"/>
                  </a:lnTo>
                  <a:lnTo>
                    <a:pt x="7410592" y="238832"/>
                  </a:lnTo>
                  <a:lnTo>
                    <a:pt x="7410737" y="238832"/>
                  </a:lnTo>
                  <a:lnTo>
                    <a:pt x="7410883" y="238832"/>
                  </a:lnTo>
                  <a:lnTo>
                    <a:pt x="7411028" y="238832"/>
                  </a:lnTo>
                  <a:lnTo>
                    <a:pt x="7411174" y="238832"/>
                  </a:lnTo>
                  <a:lnTo>
                    <a:pt x="7411319" y="238832"/>
                  </a:lnTo>
                  <a:lnTo>
                    <a:pt x="7411464" y="238832"/>
                  </a:lnTo>
                  <a:lnTo>
                    <a:pt x="7411610" y="238832"/>
                  </a:lnTo>
                  <a:lnTo>
                    <a:pt x="7411755" y="238832"/>
                  </a:lnTo>
                  <a:lnTo>
                    <a:pt x="7411901" y="238832"/>
                  </a:lnTo>
                  <a:lnTo>
                    <a:pt x="7411901" y="238208"/>
                  </a:lnTo>
                  <a:lnTo>
                    <a:pt x="7412046" y="238208"/>
                  </a:lnTo>
                  <a:lnTo>
                    <a:pt x="7412192" y="238208"/>
                  </a:lnTo>
                  <a:lnTo>
                    <a:pt x="7412337" y="238208"/>
                  </a:lnTo>
                  <a:lnTo>
                    <a:pt x="7412482" y="238208"/>
                  </a:lnTo>
                  <a:lnTo>
                    <a:pt x="7412628" y="238208"/>
                  </a:lnTo>
                  <a:lnTo>
                    <a:pt x="7412773" y="238208"/>
                  </a:lnTo>
                  <a:lnTo>
                    <a:pt x="7412919" y="238208"/>
                  </a:lnTo>
                  <a:lnTo>
                    <a:pt x="7413064" y="238208"/>
                  </a:lnTo>
                  <a:lnTo>
                    <a:pt x="7413210" y="238208"/>
                  </a:lnTo>
                  <a:lnTo>
                    <a:pt x="7413210" y="237584"/>
                  </a:lnTo>
                  <a:lnTo>
                    <a:pt x="7413355" y="237584"/>
                  </a:lnTo>
                  <a:lnTo>
                    <a:pt x="7413500" y="237584"/>
                  </a:lnTo>
                  <a:lnTo>
                    <a:pt x="7413646" y="237584"/>
                  </a:lnTo>
                  <a:lnTo>
                    <a:pt x="7413791" y="237584"/>
                  </a:lnTo>
                  <a:lnTo>
                    <a:pt x="7413937" y="237584"/>
                  </a:lnTo>
                  <a:lnTo>
                    <a:pt x="7414082" y="237584"/>
                  </a:lnTo>
                  <a:lnTo>
                    <a:pt x="7414227" y="237584"/>
                  </a:lnTo>
                  <a:lnTo>
                    <a:pt x="7414227" y="236961"/>
                  </a:lnTo>
                  <a:lnTo>
                    <a:pt x="7414373" y="236961"/>
                  </a:lnTo>
                  <a:lnTo>
                    <a:pt x="7414518" y="236961"/>
                  </a:lnTo>
                  <a:lnTo>
                    <a:pt x="7414664" y="236961"/>
                  </a:lnTo>
                  <a:lnTo>
                    <a:pt x="7414809" y="236961"/>
                  </a:lnTo>
                  <a:lnTo>
                    <a:pt x="7414955" y="236961"/>
                  </a:lnTo>
                  <a:lnTo>
                    <a:pt x="7415100" y="236961"/>
                  </a:lnTo>
                  <a:lnTo>
                    <a:pt x="7415245" y="236961"/>
                  </a:lnTo>
                  <a:lnTo>
                    <a:pt x="7415391" y="236961"/>
                  </a:lnTo>
                  <a:lnTo>
                    <a:pt x="7415536" y="236961"/>
                  </a:lnTo>
                  <a:lnTo>
                    <a:pt x="7415682" y="236961"/>
                  </a:lnTo>
                  <a:lnTo>
                    <a:pt x="7415827" y="236961"/>
                  </a:lnTo>
                  <a:lnTo>
                    <a:pt x="7415973" y="236961"/>
                  </a:lnTo>
                  <a:lnTo>
                    <a:pt x="7416118" y="236961"/>
                  </a:lnTo>
                  <a:lnTo>
                    <a:pt x="7416263" y="236961"/>
                  </a:lnTo>
                  <a:lnTo>
                    <a:pt x="7416409" y="236961"/>
                  </a:lnTo>
                  <a:lnTo>
                    <a:pt x="7416554" y="236961"/>
                  </a:lnTo>
                  <a:lnTo>
                    <a:pt x="7416700" y="236961"/>
                  </a:lnTo>
                  <a:lnTo>
                    <a:pt x="7416845" y="236961"/>
                  </a:lnTo>
                  <a:lnTo>
                    <a:pt x="7416991" y="236961"/>
                  </a:lnTo>
                  <a:lnTo>
                    <a:pt x="7417136" y="236961"/>
                  </a:lnTo>
                  <a:lnTo>
                    <a:pt x="7417281" y="236961"/>
                  </a:lnTo>
                  <a:lnTo>
                    <a:pt x="7417427" y="236961"/>
                  </a:lnTo>
                  <a:lnTo>
                    <a:pt x="7417572" y="236961"/>
                  </a:lnTo>
                  <a:lnTo>
                    <a:pt x="7417718" y="236961"/>
                  </a:lnTo>
                  <a:lnTo>
                    <a:pt x="7417863" y="236961"/>
                  </a:lnTo>
                  <a:lnTo>
                    <a:pt x="7418009" y="236961"/>
                  </a:lnTo>
                  <a:lnTo>
                    <a:pt x="7418154" y="236961"/>
                  </a:lnTo>
                  <a:lnTo>
                    <a:pt x="7418299" y="236961"/>
                  </a:lnTo>
                  <a:lnTo>
                    <a:pt x="7418445" y="236961"/>
                  </a:lnTo>
                  <a:lnTo>
                    <a:pt x="7418590" y="236961"/>
                  </a:lnTo>
                  <a:lnTo>
                    <a:pt x="7418736" y="236961"/>
                  </a:lnTo>
                  <a:lnTo>
                    <a:pt x="7418881" y="236961"/>
                  </a:lnTo>
                  <a:lnTo>
                    <a:pt x="7419027" y="236961"/>
                  </a:lnTo>
                  <a:lnTo>
                    <a:pt x="7419172" y="236961"/>
                  </a:lnTo>
                  <a:lnTo>
                    <a:pt x="7419317" y="236961"/>
                  </a:lnTo>
                  <a:lnTo>
                    <a:pt x="7419463" y="236961"/>
                  </a:lnTo>
                  <a:lnTo>
                    <a:pt x="7419608" y="236961"/>
                  </a:lnTo>
                  <a:lnTo>
                    <a:pt x="7419608" y="236337"/>
                  </a:lnTo>
                  <a:lnTo>
                    <a:pt x="7419754" y="236337"/>
                  </a:lnTo>
                  <a:lnTo>
                    <a:pt x="7419899" y="236337"/>
                  </a:lnTo>
                  <a:lnTo>
                    <a:pt x="7420045" y="236337"/>
                  </a:lnTo>
                  <a:lnTo>
                    <a:pt x="7420190" y="236337"/>
                  </a:lnTo>
                  <a:lnTo>
                    <a:pt x="7420335" y="236337"/>
                  </a:lnTo>
                  <a:lnTo>
                    <a:pt x="7420481" y="236337"/>
                  </a:lnTo>
                  <a:lnTo>
                    <a:pt x="7420626" y="236337"/>
                  </a:lnTo>
                  <a:lnTo>
                    <a:pt x="7420772" y="236337"/>
                  </a:lnTo>
                  <a:lnTo>
                    <a:pt x="7420917" y="236337"/>
                  </a:lnTo>
                  <a:lnTo>
                    <a:pt x="7421062" y="236337"/>
                  </a:lnTo>
                  <a:lnTo>
                    <a:pt x="7421208" y="236337"/>
                  </a:lnTo>
                  <a:lnTo>
                    <a:pt x="7421353" y="236337"/>
                  </a:lnTo>
                  <a:lnTo>
                    <a:pt x="7421499" y="236337"/>
                  </a:lnTo>
                  <a:lnTo>
                    <a:pt x="7421644" y="236337"/>
                  </a:lnTo>
                  <a:lnTo>
                    <a:pt x="7421790" y="236337"/>
                  </a:lnTo>
                  <a:lnTo>
                    <a:pt x="7421935" y="236337"/>
                  </a:lnTo>
                  <a:lnTo>
                    <a:pt x="7422080" y="236337"/>
                  </a:lnTo>
                  <a:lnTo>
                    <a:pt x="7422226" y="236337"/>
                  </a:lnTo>
                  <a:lnTo>
                    <a:pt x="7422371" y="236337"/>
                  </a:lnTo>
                  <a:lnTo>
                    <a:pt x="7422517" y="236337"/>
                  </a:lnTo>
                  <a:lnTo>
                    <a:pt x="7422662" y="236337"/>
                  </a:lnTo>
                  <a:lnTo>
                    <a:pt x="7422808" y="236337"/>
                  </a:lnTo>
                  <a:lnTo>
                    <a:pt x="7422953" y="236337"/>
                  </a:lnTo>
                  <a:lnTo>
                    <a:pt x="7423098" y="236337"/>
                  </a:lnTo>
                  <a:lnTo>
                    <a:pt x="7423244" y="236337"/>
                  </a:lnTo>
                  <a:lnTo>
                    <a:pt x="7423389" y="236337"/>
                  </a:lnTo>
                  <a:lnTo>
                    <a:pt x="7423535" y="236337"/>
                  </a:lnTo>
                  <a:lnTo>
                    <a:pt x="7423680" y="236337"/>
                  </a:lnTo>
                  <a:lnTo>
                    <a:pt x="7423826" y="236337"/>
                  </a:lnTo>
                  <a:lnTo>
                    <a:pt x="7423971" y="236337"/>
                  </a:lnTo>
                  <a:lnTo>
                    <a:pt x="7424116" y="236337"/>
                  </a:lnTo>
                  <a:lnTo>
                    <a:pt x="7424262" y="236337"/>
                  </a:lnTo>
                  <a:lnTo>
                    <a:pt x="7424407" y="236337"/>
                  </a:lnTo>
                  <a:lnTo>
                    <a:pt x="7424553" y="236337"/>
                  </a:lnTo>
                  <a:lnTo>
                    <a:pt x="7424698" y="236337"/>
                  </a:lnTo>
                  <a:lnTo>
                    <a:pt x="7424698" y="235714"/>
                  </a:lnTo>
                  <a:lnTo>
                    <a:pt x="7424698" y="235090"/>
                  </a:lnTo>
                  <a:lnTo>
                    <a:pt x="7424844" y="235090"/>
                  </a:lnTo>
                  <a:lnTo>
                    <a:pt x="7424989" y="235090"/>
                  </a:lnTo>
                  <a:lnTo>
                    <a:pt x="7425134" y="235090"/>
                  </a:lnTo>
                  <a:lnTo>
                    <a:pt x="7425280" y="235090"/>
                  </a:lnTo>
                  <a:lnTo>
                    <a:pt x="7425425" y="235090"/>
                  </a:lnTo>
                  <a:lnTo>
                    <a:pt x="7425571" y="235090"/>
                  </a:lnTo>
                  <a:lnTo>
                    <a:pt x="7425716" y="235090"/>
                  </a:lnTo>
                  <a:lnTo>
                    <a:pt x="7425862" y="235090"/>
                  </a:lnTo>
                  <a:lnTo>
                    <a:pt x="7426007" y="235090"/>
                  </a:lnTo>
                  <a:lnTo>
                    <a:pt x="7426152" y="235090"/>
                  </a:lnTo>
                  <a:lnTo>
                    <a:pt x="7426298" y="235090"/>
                  </a:lnTo>
                  <a:lnTo>
                    <a:pt x="7426443" y="235090"/>
                  </a:lnTo>
                  <a:lnTo>
                    <a:pt x="7426589" y="235090"/>
                  </a:lnTo>
                  <a:lnTo>
                    <a:pt x="7426734" y="235090"/>
                  </a:lnTo>
                  <a:lnTo>
                    <a:pt x="7426734" y="234466"/>
                  </a:lnTo>
                  <a:lnTo>
                    <a:pt x="7426879" y="234466"/>
                  </a:lnTo>
                  <a:lnTo>
                    <a:pt x="7427025" y="234466"/>
                  </a:lnTo>
                  <a:lnTo>
                    <a:pt x="7427170" y="234466"/>
                  </a:lnTo>
                  <a:lnTo>
                    <a:pt x="7427316" y="234466"/>
                  </a:lnTo>
                  <a:lnTo>
                    <a:pt x="7427461" y="234466"/>
                  </a:lnTo>
                  <a:lnTo>
                    <a:pt x="7427607" y="234466"/>
                  </a:lnTo>
                  <a:lnTo>
                    <a:pt x="7427752" y="234466"/>
                  </a:lnTo>
                  <a:lnTo>
                    <a:pt x="7427897" y="234466"/>
                  </a:lnTo>
                  <a:lnTo>
                    <a:pt x="7428043" y="234466"/>
                  </a:lnTo>
                  <a:lnTo>
                    <a:pt x="7428188" y="234466"/>
                  </a:lnTo>
                  <a:lnTo>
                    <a:pt x="7428334" y="234466"/>
                  </a:lnTo>
                  <a:lnTo>
                    <a:pt x="7428334" y="233843"/>
                  </a:lnTo>
                  <a:lnTo>
                    <a:pt x="7428479" y="233843"/>
                  </a:lnTo>
                  <a:lnTo>
                    <a:pt x="7428625" y="233843"/>
                  </a:lnTo>
                  <a:lnTo>
                    <a:pt x="7428770" y="233843"/>
                  </a:lnTo>
                  <a:lnTo>
                    <a:pt x="7428915" y="233843"/>
                  </a:lnTo>
                  <a:lnTo>
                    <a:pt x="7429061" y="233843"/>
                  </a:lnTo>
                  <a:lnTo>
                    <a:pt x="7429206" y="233843"/>
                  </a:lnTo>
                  <a:lnTo>
                    <a:pt x="7429352" y="233843"/>
                  </a:lnTo>
                  <a:lnTo>
                    <a:pt x="7429497" y="233843"/>
                  </a:lnTo>
                  <a:lnTo>
                    <a:pt x="7429643" y="233843"/>
                  </a:lnTo>
                  <a:lnTo>
                    <a:pt x="7429788" y="233843"/>
                  </a:lnTo>
                  <a:lnTo>
                    <a:pt x="7429933" y="233843"/>
                  </a:lnTo>
                  <a:lnTo>
                    <a:pt x="7430079" y="233843"/>
                  </a:lnTo>
                  <a:lnTo>
                    <a:pt x="7430224" y="233843"/>
                  </a:lnTo>
                  <a:lnTo>
                    <a:pt x="7430370" y="233843"/>
                  </a:lnTo>
                  <a:lnTo>
                    <a:pt x="7430515" y="233843"/>
                  </a:lnTo>
                  <a:lnTo>
                    <a:pt x="7430661" y="233843"/>
                  </a:lnTo>
                  <a:lnTo>
                    <a:pt x="7430806" y="233843"/>
                  </a:lnTo>
                  <a:lnTo>
                    <a:pt x="7430951" y="233843"/>
                  </a:lnTo>
                  <a:lnTo>
                    <a:pt x="7431097" y="233843"/>
                  </a:lnTo>
                  <a:lnTo>
                    <a:pt x="7431242" y="233843"/>
                  </a:lnTo>
                  <a:lnTo>
                    <a:pt x="7431388" y="233843"/>
                  </a:lnTo>
                  <a:lnTo>
                    <a:pt x="7431533" y="233843"/>
                  </a:lnTo>
                  <a:lnTo>
                    <a:pt x="7431679" y="233843"/>
                  </a:lnTo>
                  <a:lnTo>
                    <a:pt x="7431824" y="233843"/>
                  </a:lnTo>
                  <a:lnTo>
                    <a:pt x="7431824" y="233219"/>
                  </a:lnTo>
                  <a:lnTo>
                    <a:pt x="7431969" y="233219"/>
                  </a:lnTo>
                  <a:lnTo>
                    <a:pt x="7432115" y="233219"/>
                  </a:lnTo>
                  <a:lnTo>
                    <a:pt x="7432260" y="233219"/>
                  </a:lnTo>
                  <a:lnTo>
                    <a:pt x="7432406" y="233219"/>
                  </a:lnTo>
                  <a:lnTo>
                    <a:pt x="7432551" y="233219"/>
                  </a:lnTo>
                  <a:lnTo>
                    <a:pt x="7432697" y="233219"/>
                  </a:lnTo>
                  <a:lnTo>
                    <a:pt x="7432842" y="233219"/>
                  </a:lnTo>
                  <a:lnTo>
                    <a:pt x="7432987" y="233219"/>
                  </a:lnTo>
                  <a:lnTo>
                    <a:pt x="7433133" y="233219"/>
                  </a:lnTo>
                  <a:lnTo>
                    <a:pt x="7433278" y="233219"/>
                  </a:lnTo>
                  <a:lnTo>
                    <a:pt x="7433424" y="233219"/>
                  </a:lnTo>
                  <a:lnTo>
                    <a:pt x="7433569" y="233219"/>
                  </a:lnTo>
                  <a:lnTo>
                    <a:pt x="7433714" y="233219"/>
                  </a:lnTo>
                  <a:lnTo>
                    <a:pt x="7433860" y="233219"/>
                  </a:lnTo>
                  <a:lnTo>
                    <a:pt x="7434005" y="233219"/>
                  </a:lnTo>
                  <a:lnTo>
                    <a:pt x="7434151" y="233219"/>
                  </a:lnTo>
                  <a:lnTo>
                    <a:pt x="7434296" y="233219"/>
                  </a:lnTo>
                  <a:lnTo>
                    <a:pt x="7434442" y="233219"/>
                  </a:lnTo>
                  <a:lnTo>
                    <a:pt x="7434587" y="233219"/>
                  </a:lnTo>
                  <a:lnTo>
                    <a:pt x="7434732" y="233219"/>
                  </a:lnTo>
                  <a:lnTo>
                    <a:pt x="7434878" y="233219"/>
                  </a:lnTo>
                  <a:lnTo>
                    <a:pt x="7435023" y="233219"/>
                  </a:lnTo>
                  <a:lnTo>
                    <a:pt x="7435169" y="233219"/>
                  </a:lnTo>
                  <a:lnTo>
                    <a:pt x="7435169" y="232596"/>
                  </a:lnTo>
                  <a:lnTo>
                    <a:pt x="7435314" y="232596"/>
                  </a:lnTo>
                  <a:lnTo>
                    <a:pt x="7435460" y="232596"/>
                  </a:lnTo>
                  <a:lnTo>
                    <a:pt x="7435605" y="232596"/>
                  </a:lnTo>
                  <a:lnTo>
                    <a:pt x="7435605" y="231972"/>
                  </a:lnTo>
                  <a:lnTo>
                    <a:pt x="7435605" y="231349"/>
                  </a:lnTo>
                  <a:lnTo>
                    <a:pt x="7435750" y="231349"/>
                  </a:lnTo>
                  <a:lnTo>
                    <a:pt x="7435896" y="231349"/>
                  </a:lnTo>
                  <a:lnTo>
                    <a:pt x="7436041" y="231349"/>
                  </a:lnTo>
                  <a:lnTo>
                    <a:pt x="7436187" y="231349"/>
                  </a:lnTo>
                  <a:lnTo>
                    <a:pt x="7436332" y="231349"/>
                  </a:lnTo>
                  <a:lnTo>
                    <a:pt x="7436478" y="231349"/>
                  </a:lnTo>
                  <a:lnTo>
                    <a:pt x="7436623" y="231349"/>
                  </a:lnTo>
                  <a:lnTo>
                    <a:pt x="7436768" y="231349"/>
                  </a:lnTo>
                  <a:lnTo>
                    <a:pt x="7436914" y="231349"/>
                  </a:lnTo>
                  <a:lnTo>
                    <a:pt x="7437059" y="231349"/>
                  </a:lnTo>
                  <a:lnTo>
                    <a:pt x="7437205" y="231349"/>
                  </a:lnTo>
                  <a:lnTo>
                    <a:pt x="7437350" y="231349"/>
                  </a:lnTo>
                  <a:lnTo>
                    <a:pt x="7437496" y="231349"/>
                  </a:lnTo>
                  <a:lnTo>
                    <a:pt x="7437641" y="231349"/>
                  </a:lnTo>
                  <a:lnTo>
                    <a:pt x="7437786" y="231349"/>
                  </a:lnTo>
                  <a:lnTo>
                    <a:pt x="7437932" y="231349"/>
                  </a:lnTo>
                  <a:lnTo>
                    <a:pt x="7438077" y="231349"/>
                  </a:lnTo>
                  <a:lnTo>
                    <a:pt x="7438077" y="230725"/>
                  </a:lnTo>
                  <a:lnTo>
                    <a:pt x="7438223" y="230725"/>
                  </a:lnTo>
                  <a:lnTo>
                    <a:pt x="7438368" y="230725"/>
                  </a:lnTo>
                  <a:lnTo>
                    <a:pt x="7438514" y="230725"/>
                  </a:lnTo>
                  <a:lnTo>
                    <a:pt x="7438659" y="230725"/>
                  </a:lnTo>
                  <a:lnTo>
                    <a:pt x="7438804" y="230725"/>
                  </a:lnTo>
                  <a:lnTo>
                    <a:pt x="7438950" y="230725"/>
                  </a:lnTo>
                  <a:lnTo>
                    <a:pt x="7439095" y="230725"/>
                  </a:lnTo>
                  <a:lnTo>
                    <a:pt x="7439095" y="230101"/>
                  </a:lnTo>
                  <a:lnTo>
                    <a:pt x="7439241" y="230101"/>
                  </a:lnTo>
                  <a:lnTo>
                    <a:pt x="7439386" y="230101"/>
                  </a:lnTo>
                  <a:lnTo>
                    <a:pt x="7439532" y="230101"/>
                  </a:lnTo>
                  <a:lnTo>
                    <a:pt x="7439677" y="230101"/>
                  </a:lnTo>
                  <a:lnTo>
                    <a:pt x="7439822" y="230101"/>
                  </a:lnTo>
                  <a:lnTo>
                    <a:pt x="7439968" y="230101"/>
                  </a:lnTo>
                  <a:lnTo>
                    <a:pt x="7440113" y="230101"/>
                  </a:lnTo>
                  <a:lnTo>
                    <a:pt x="7440259" y="230101"/>
                  </a:lnTo>
                  <a:lnTo>
                    <a:pt x="7440404" y="230101"/>
                  </a:lnTo>
                  <a:lnTo>
                    <a:pt x="7440549" y="230101"/>
                  </a:lnTo>
                  <a:lnTo>
                    <a:pt x="7440695" y="230101"/>
                  </a:lnTo>
                  <a:lnTo>
                    <a:pt x="7440840" y="230101"/>
                  </a:lnTo>
                  <a:lnTo>
                    <a:pt x="7440986" y="230101"/>
                  </a:lnTo>
                  <a:lnTo>
                    <a:pt x="7441131" y="230101"/>
                  </a:lnTo>
                  <a:lnTo>
                    <a:pt x="7441277" y="230101"/>
                  </a:lnTo>
                  <a:lnTo>
                    <a:pt x="7441422" y="230101"/>
                  </a:lnTo>
                  <a:lnTo>
                    <a:pt x="7441567" y="230101"/>
                  </a:lnTo>
                  <a:lnTo>
                    <a:pt x="7441713" y="230101"/>
                  </a:lnTo>
                  <a:lnTo>
                    <a:pt x="7441858" y="230101"/>
                  </a:lnTo>
                  <a:lnTo>
                    <a:pt x="7442004" y="230101"/>
                  </a:lnTo>
                  <a:lnTo>
                    <a:pt x="7442149" y="230101"/>
                  </a:lnTo>
                  <a:lnTo>
                    <a:pt x="7442295" y="230101"/>
                  </a:lnTo>
                  <a:lnTo>
                    <a:pt x="7442440" y="230101"/>
                  </a:lnTo>
                  <a:lnTo>
                    <a:pt x="7442585" y="230101"/>
                  </a:lnTo>
                  <a:lnTo>
                    <a:pt x="7442731" y="230101"/>
                  </a:lnTo>
                  <a:lnTo>
                    <a:pt x="7442876" y="230101"/>
                  </a:lnTo>
                  <a:lnTo>
                    <a:pt x="7443022" y="230101"/>
                  </a:lnTo>
                  <a:lnTo>
                    <a:pt x="7443167" y="230101"/>
                  </a:lnTo>
                  <a:lnTo>
                    <a:pt x="7443313" y="230101"/>
                  </a:lnTo>
                  <a:lnTo>
                    <a:pt x="7443458" y="230101"/>
                  </a:lnTo>
                  <a:lnTo>
                    <a:pt x="7443603" y="230101"/>
                  </a:lnTo>
                  <a:lnTo>
                    <a:pt x="7443749" y="230101"/>
                  </a:lnTo>
                  <a:lnTo>
                    <a:pt x="7443894" y="230101"/>
                  </a:lnTo>
                  <a:lnTo>
                    <a:pt x="7444040" y="230101"/>
                  </a:lnTo>
                  <a:lnTo>
                    <a:pt x="7444185" y="230101"/>
                  </a:lnTo>
                  <a:lnTo>
                    <a:pt x="7444331" y="230101"/>
                  </a:lnTo>
                  <a:lnTo>
                    <a:pt x="7444476" y="230101"/>
                  </a:lnTo>
                  <a:lnTo>
                    <a:pt x="7444621" y="230101"/>
                  </a:lnTo>
                  <a:lnTo>
                    <a:pt x="7444767" y="230101"/>
                  </a:lnTo>
                  <a:lnTo>
                    <a:pt x="7444912" y="230101"/>
                  </a:lnTo>
                  <a:lnTo>
                    <a:pt x="7445058" y="230101"/>
                  </a:lnTo>
                  <a:lnTo>
                    <a:pt x="7445203" y="230101"/>
                  </a:lnTo>
                  <a:lnTo>
                    <a:pt x="7445349" y="230101"/>
                  </a:lnTo>
                  <a:lnTo>
                    <a:pt x="7445494" y="230101"/>
                  </a:lnTo>
                  <a:lnTo>
                    <a:pt x="7445639" y="230101"/>
                  </a:lnTo>
                  <a:lnTo>
                    <a:pt x="7445785" y="230101"/>
                  </a:lnTo>
                  <a:lnTo>
                    <a:pt x="7445930" y="230101"/>
                  </a:lnTo>
                  <a:lnTo>
                    <a:pt x="7445930" y="229478"/>
                  </a:lnTo>
                  <a:lnTo>
                    <a:pt x="7446076" y="229478"/>
                  </a:lnTo>
                  <a:lnTo>
                    <a:pt x="7446221" y="229478"/>
                  </a:lnTo>
                  <a:lnTo>
                    <a:pt x="7446221" y="228854"/>
                  </a:lnTo>
                  <a:lnTo>
                    <a:pt x="7446367" y="228854"/>
                  </a:lnTo>
                  <a:lnTo>
                    <a:pt x="7446367" y="228231"/>
                  </a:lnTo>
                  <a:lnTo>
                    <a:pt x="7446512" y="228231"/>
                  </a:lnTo>
                  <a:lnTo>
                    <a:pt x="7446657" y="228231"/>
                  </a:lnTo>
                  <a:lnTo>
                    <a:pt x="7446803" y="228231"/>
                  </a:lnTo>
                  <a:lnTo>
                    <a:pt x="7446948" y="228231"/>
                  </a:lnTo>
                  <a:lnTo>
                    <a:pt x="7447094" y="228231"/>
                  </a:lnTo>
                  <a:lnTo>
                    <a:pt x="7447239" y="228231"/>
                  </a:lnTo>
                  <a:lnTo>
                    <a:pt x="7447384" y="228231"/>
                  </a:lnTo>
                  <a:lnTo>
                    <a:pt x="7447530" y="228231"/>
                  </a:lnTo>
                  <a:lnTo>
                    <a:pt x="7447675" y="228231"/>
                  </a:lnTo>
                  <a:lnTo>
                    <a:pt x="7447821" y="228231"/>
                  </a:lnTo>
                  <a:lnTo>
                    <a:pt x="7447821" y="227607"/>
                  </a:lnTo>
                  <a:lnTo>
                    <a:pt x="7447966" y="227607"/>
                  </a:lnTo>
                  <a:lnTo>
                    <a:pt x="7448112" y="227607"/>
                  </a:lnTo>
                  <a:lnTo>
                    <a:pt x="7448112" y="226983"/>
                  </a:lnTo>
                  <a:lnTo>
                    <a:pt x="7448257" y="226983"/>
                  </a:lnTo>
                  <a:lnTo>
                    <a:pt x="7448402" y="226983"/>
                  </a:lnTo>
                  <a:lnTo>
                    <a:pt x="7448548" y="226983"/>
                  </a:lnTo>
                  <a:lnTo>
                    <a:pt x="7448693" y="226983"/>
                  </a:lnTo>
                  <a:lnTo>
                    <a:pt x="7448839" y="226983"/>
                  </a:lnTo>
                  <a:lnTo>
                    <a:pt x="7448984" y="226983"/>
                  </a:lnTo>
                  <a:lnTo>
                    <a:pt x="7449130" y="226983"/>
                  </a:lnTo>
                  <a:lnTo>
                    <a:pt x="7449275" y="226983"/>
                  </a:lnTo>
                  <a:lnTo>
                    <a:pt x="7449420" y="226983"/>
                  </a:lnTo>
                  <a:lnTo>
                    <a:pt x="7449566" y="226983"/>
                  </a:lnTo>
                  <a:lnTo>
                    <a:pt x="7449711" y="226983"/>
                  </a:lnTo>
                  <a:lnTo>
                    <a:pt x="7449857" y="226983"/>
                  </a:lnTo>
                  <a:lnTo>
                    <a:pt x="7450002" y="226983"/>
                  </a:lnTo>
                  <a:lnTo>
                    <a:pt x="7450148" y="226983"/>
                  </a:lnTo>
                  <a:lnTo>
                    <a:pt x="7450293" y="226983"/>
                  </a:lnTo>
                  <a:lnTo>
                    <a:pt x="7450438" y="226983"/>
                  </a:lnTo>
                  <a:lnTo>
                    <a:pt x="7450584" y="226983"/>
                  </a:lnTo>
                  <a:lnTo>
                    <a:pt x="7450729" y="226983"/>
                  </a:lnTo>
                  <a:lnTo>
                    <a:pt x="7450875" y="226983"/>
                  </a:lnTo>
                  <a:lnTo>
                    <a:pt x="7451020" y="226983"/>
                  </a:lnTo>
                  <a:lnTo>
                    <a:pt x="7451020" y="226360"/>
                  </a:lnTo>
                  <a:lnTo>
                    <a:pt x="7451166" y="226360"/>
                  </a:lnTo>
                  <a:lnTo>
                    <a:pt x="7451311" y="226360"/>
                  </a:lnTo>
                  <a:lnTo>
                    <a:pt x="7451456" y="226360"/>
                  </a:lnTo>
                  <a:lnTo>
                    <a:pt x="7451602" y="226360"/>
                  </a:lnTo>
                  <a:lnTo>
                    <a:pt x="7451747" y="226360"/>
                  </a:lnTo>
                  <a:lnTo>
                    <a:pt x="7451893" y="226360"/>
                  </a:lnTo>
                  <a:lnTo>
                    <a:pt x="7452038" y="226360"/>
                  </a:lnTo>
                  <a:lnTo>
                    <a:pt x="7452038" y="225736"/>
                  </a:lnTo>
                  <a:lnTo>
                    <a:pt x="7452184" y="225736"/>
                  </a:lnTo>
                  <a:lnTo>
                    <a:pt x="7452329" y="225736"/>
                  </a:lnTo>
                  <a:lnTo>
                    <a:pt x="7452474" y="225736"/>
                  </a:lnTo>
                  <a:lnTo>
                    <a:pt x="7452620" y="225736"/>
                  </a:lnTo>
                  <a:lnTo>
                    <a:pt x="7452765" y="225736"/>
                  </a:lnTo>
                  <a:lnTo>
                    <a:pt x="7452911" y="225736"/>
                  </a:lnTo>
                  <a:lnTo>
                    <a:pt x="7453056" y="225736"/>
                  </a:lnTo>
                  <a:lnTo>
                    <a:pt x="7453202" y="225736"/>
                  </a:lnTo>
                  <a:lnTo>
                    <a:pt x="7453347" y="225736"/>
                  </a:lnTo>
                  <a:lnTo>
                    <a:pt x="7453492" y="225736"/>
                  </a:lnTo>
                  <a:lnTo>
                    <a:pt x="7453638" y="225736"/>
                  </a:lnTo>
                  <a:lnTo>
                    <a:pt x="7453783" y="225736"/>
                  </a:lnTo>
                  <a:lnTo>
                    <a:pt x="7453929" y="225736"/>
                  </a:lnTo>
                  <a:lnTo>
                    <a:pt x="7454074" y="225736"/>
                  </a:lnTo>
                  <a:lnTo>
                    <a:pt x="7454219" y="225736"/>
                  </a:lnTo>
                  <a:lnTo>
                    <a:pt x="7454365" y="225736"/>
                  </a:lnTo>
                  <a:lnTo>
                    <a:pt x="7454510" y="225736"/>
                  </a:lnTo>
                  <a:lnTo>
                    <a:pt x="7454656" y="225736"/>
                  </a:lnTo>
                  <a:lnTo>
                    <a:pt x="7454801" y="225736"/>
                  </a:lnTo>
                  <a:lnTo>
                    <a:pt x="7454947" y="225736"/>
                  </a:lnTo>
                  <a:lnTo>
                    <a:pt x="7455092" y="225736"/>
                  </a:lnTo>
                  <a:lnTo>
                    <a:pt x="7455237" y="225736"/>
                  </a:lnTo>
                  <a:lnTo>
                    <a:pt x="7455383" y="225736"/>
                  </a:lnTo>
                  <a:lnTo>
                    <a:pt x="7455528" y="225736"/>
                  </a:lnTo>
                  <a:lnTo>
                    <a:pt x="7455674" y="225736"/>
                  </a:lnTo>
                  <a:lnTo>
                    <a:pt x="7455819" y="225736"/>
                  </a:lnTo>
                  <a:lnTo>
                    <a:pt x="7455965" y="225736"/>
                  </a:lnTo>
                  <a:lnTo>
                    <a:pt x="7456110" y="225736"/>
                  </a:lnTo>
                  <a:lnTo>
                    <a:pt x="7456255" y="225736"/>
                  </a:lnTo>
                  <a:lnTo>
                    <a:pt x="7456401" y="225736"/>
                  </a:lnTo>
                  <a:lnTo>
                    <a:pt x="7456546" y="225736"/>
                  </a:lnTo>
                  <a:lnTo>
                    <a:pt x="7456692" y="225736"/>
                  </a:lnTo>
                  <a:lnTo>
                    <a:pt x="7456837" y="225736"/>
                  </a:lnTo>
                  <a:lnTo>
                    <a:pt x="7456983" y="225736"/>
                  </a:lnTo>
                  <a:lnTo>
                    <a:pt x="7457128" y="225736"/>
                  </a:lnTo>
                  <a:lnTo>
                    <a:pt x="7457128" y="225113"/>
                  </a:lnTo>
                  <a:lnTo>
                    <a:pt x="7457273" y="225113"/>
                  </a:lnTo>
                  <a:lnTo>
                    <a:pt x="7457419" y="225113"/>
                  </a:lnTo>
                  <a:lnTo>
                    <a:pt x="7457564" y="225113"/>
                  </a:lnTo>
                  <a:lnTo>
                    <a:pt x="7457710" y="225113"/>
                  </a:lnTo>
                  <a:lnTo>
                    <a:pt x="7457855" y="225113"/>
                  </a:lnTo>
                  <a:lnTo>
                    <a:pt x="7458001" y="225113"/>
                  </a:lnTo>
                  <a:lnTo>
                    <a:pt x="7458146" y="225113"/>
                  </a:lnTo>
                  <a:lnTo>
                    <a:pt x="7458291" y="225113"/>
                  </a:lnTo>
                  <a:lnTo>
                    <a:pt x="7458437" y="225113"/>
                  </a:lnTo>
                  <a:lnTo>
                    <a:pt x="7458582" y="225113"/>
                  </a:lnTo>
                  <a:lnTo>
                    <a:pt x="7458728" y="225113"/>
                  </a:lnTo>
                  <a:lnTo>
                    <a:pt x="7458873" y="225113"/>
                  </a:lnTo>
                  <a:lnTo>
                    <a:pt x="7459019" y="225113"/>
                  </a:lnTo>
                  <a:lnTo>
                    <a:pt x="7459019" y="224489"/>
                  </a:lnTo>
                  <a:lnTo>
                    <a:pt x="7459164" y="224489"/>
                  </a:lnTo>
                  <a:lnTo>
                    <a:pt x="7459309" y="224489"/>
                  </a:lnTo>
                  <a:lnTo>
                    <a:pt x="7459455" y="224489"/>
                  </a:lnTo>
                  <a:lnTo>
                    <a:pt x="7459600" y="224489"/>
                  </a:lnTo>
                  <a:lnTo>
                    <a:pt x="7459746" y="224489"/>
                  </a:lnTo>
                  <a:lnTo>
                    <a:pt x="7459746" y="223866"/>
                  </a:lnTo>
                  <a:lnTo>
                    <a:pt x="7459891" y="223866"/>
                  </a:lnTo>
                  <a:lnTo>
                    <a:pt x="7460037" y="223866"/>
                  </a:lnTo>
                  <a:lnTo>
                    <a:pt x="7460182" y="223866"/>
                  </a:lnTo>
                  <a:lnTo>
                    <a:pt x="7460182" y="223242"/>
                  </a:lnTo>
                  <a:lnTo>
                    <a:pt x="7460327" y="223242"/>
                  </a:lnTo>
                  <a:lnTo>
                    <a:pt x="7460473" y="223242"/>
                  </a:lnTo>
                  <a:lnTo>
                    <a:pt x="7460618" y="223242"/>
                  </a:lnTo>
                  <a:lnTo>
                    <a:pt x="7460764" y="223242"/>
                  </a:lnTo>
                  <a:lnTo>
                    <a:pt x="7460909" y="223242"/>
                  </a:lnTo>
                  <a:lnTo>
                    <a:pt x="7461054" y="223242"/>
                  </a:lnTo>
                  <a:lnTo>
                    <a:pt x="7461200" y="223242"/>
                  </a:lnTo>
                  <a:lnTo>
                    <a:pt x="7461345" y="223242"/>
                  </a:lnTo>
                  <a:lnTo>
                    <a:pt x="7461491" y="223242"/>
                  </a:lnTo>
                  <a:lnTo>
                    <a:pt x="7461636" y="223242"/>
                  </a:lnTo>
                  <a:lnTo>
                    <a:pt x="7461782" y="223242"/>
                  </a:lnTo>
                  <a:lnTo>
                    <a:pt x="7461927" y="223242"/>
                  </a:lnTo>
                  <a:lnTo>
                    <a:pt x="7462072" y="223242"/>
                  </a:lnTo>
                  <a:lnTo>
                    <a:pt x="7462218" y="223242"/>
                  </a:lnTo>
                  <a:lnTo>
                    <a:pt x="7462363" y="223242"/>
                  </a:lnTo>
                  <a:lnTo>
                    <a:pt x="7462509" y="223242"/>
                  </a:lnTo>
                  <a:lnTo>
                    <a:pt x="7462654" y="223242"/>
                  </a:lnTo>
                  <a:lnTo>
                    <a:pt x="7462800" y="223242"/>
                  </a:lnTo>
                  <a:lnTo>
                    <a:pt x="7462945" y="223242"/>
                  </a:lnTo>
                  <a:lnTo>
                    <a:pt x="7463090" y="223242"/>
                  </a:lnTo>
                  <a:lnTo>
                    <a:pt x="7463236" y="223242"/>
                  </a:lnTo>
                  <a:lnTo>
                    <a:pt x="7463381" y="223242"/>
                  </a:lnTo>
                  <a:lnTo>
                    <a:pt x="7463527" y="223242"/>
                  </a:lnTo>
                  <a:lnTo>
                    <a:pt x="7463672" y="223242"/>
                  </a:lnTo>
                  <a:lnTo>
                    <a:pt x="7463818" y="223242"/>
                  </a:lnTo>
                  <a:lnTo>
                    <a:pt x="7463963" y="223242"/>
                  </a:lnTo>
                  <a:lnTo>
                    <a:pt x="7464108" y="223242"/>
                  </a:lnTo>
                  <a:lnTo>
                    <a:pt x="7464254" y="223242"/>
                  </a:lnTo>
                  <a:lnTo>
                    <a:pt x="7464399" y="223242"/>
                  </a:lnTo>
                  <a:lnTo>
                    <a:pt x="7464545" y="223242"/>
                  </a:lnTo>
                  <a:lnTo>
                    <a:pt x="7464690" y="223242"/>
                  </a:lnTo>
                  <a:lnTo>
                    <a:pt x="7464836" y="223242"/>
                  </a:lnTo>
                  <a:lnTo>
                    <a:pt x="7464981" y="223242"/>
                  </a:lnTo>
                  <a:lnTo>
                    <a:pt x="7464981" y="222618"/>
                  </a:lnTo>
                  <a:lnTo>
                    <a:pt x="7465126" y="222618"/>
                  </a:lnTo>
                  <a:lnTo>
                    <a:pt x="7465272" y="222618"/>
                  </a:lnTo>
                  <a:lnTo>
                    <a:pt x="7465417" y="222618"/>
                  </a:lnTo>
                  <a:lnTo>
                    <a:pt x="7465563" y="222618"/>
                  </a:lnTo>
                  <a:lnTo>
                    <a:pt x="7465708" y="222618"/>
                  </a:lnTo>
                  <a:lnTo>
                    <a:pt x="7465854" y="222618"/>
                  </a:lnTo>
                  <a:lnTo>
                    <a:pt x="7465999" y="222618"/>
                  </a:lnTo>
                  <a:lnTo>
                    <a:pt x="7466144" y="222618"/>
                  </a:lnTo>
                  <a:lnTo>
                    <a:pt x="7466290" y="222618"/>
                  </a:lnTo>
                  <a:lnTo>
                    <a:pt x="7466435" y="222618"/>
                  </a:lnTo>
                  <a:lnTo>
                    <a:pt x="7466581" y="222618"/>
                  </a:lnTo>
                  <a:lnTo>
                    <a:pt x="7466581" y="221995"/>
                  </a:lnTo>
                  <a:lnTo>
                    <a:pt x="7466726" y="221995"/>
                  </a:lnTo>
                  <a:lnTo>
                    <a:pt x="7466872" y="221995"/>
                  </a:lnTo>
                  <a:lnTo>
                    <a:pt x="7467017" y="221995"/>
                  </a:lnTo>
                  <a:lnTo>
                    <a:pt x="7467162" y="221995"/>
                  </a:lnTo>
                  <a:lnTo>
                    <a:pt x="7467308" y="221995"/>
                  </a:lnTo>
                  <a:lnTo>
                    <a:pt x="7467308" y="221371"/>
                  </a:lnTo>
                  <a:lnTo>
                    <a:pt x="7467453" y="221371"/>
                  </a:lnTo>
                  <a:lnTo>
                    <a:pt x="7467599" y="221371"/>
                  </a:lnTo>
                  <a:lnTo>
                    <a:pt x="7467744" y="221371"/>
                  </a:lnTo>
                  <a:lnTo>
                    <a:pt x="7467889" y="221371"/>
                  </a:lnTo>
                  <a:lnTo>
                    <a:pt x="7468035" y="221371"/>
                  </a:lnTo>
                  <a:lnTo>
                    <a:pt x="7468180" y="221371"/>
                  </a:lnTo>
                  <a:lnTo>
                    <a:pt x="7468326" y="221371"/>
                  </a:lnTo>
                  <a:lnTo>
                    <a:pt x="7468471" y="221371"/>
                  </a:lnTo>
                  <a:lnTo>
                    <a:pt x="7468617" y="221371"/>
                  </a:lnTo>
                  <a:lnTo>
                    <a:pt x="7468762" y="221371"/>
                  </a:lnTo>
                  <a:lnTo>
                    <a:pt x="7468907" y="221371"/>
                  </a:lnTo>
                  <a:lnTo>
                    <a:pt x="7469053" y="221371"/>
                  </a:lnTo>
                  <a:lnTo>
                    <a:pt x="7469198" y="221371"/>
                  </a:lnTo>
                  <a:lnTo>
                    <a:pt x="7469344" y="221371"/>
                  </a:lnTo>
                  <a:lnTo>
                    <a:pt x="7469489" y="221371"/>
                  </a:lnTo>
                  <a:lnTo>
                    <a:pt x="7469635" y="221371"/>
                  </a:lnTo>
                  <a:lnTo>
                    <a:pt x="7469780" y="221371"/>
                  </a:lnTo>
                  <a:lnTo>
                    <a:pt x="7469925" y="221371"/>
                  </a:lnTo>
                  <a:lnTo>
                    <a:pt x="7470071" y="221371"/>
                  </a:lnTo>
                  <a:lnTo>
                    <a:pt x="7470216" y="221371"/>
                  </a:lnTo>
                  <a:lnTo>
                    <a:pt x="7470362" y="221371"/>
                  </a:lnTo>
                  <a:lnTo>
                    <a:pt x="7470507" y="221371"/>
                  </a:lnTo>
                  <a:lnTo>
                    <a:pt x="7470653" y="221371"/>
                  </a:lnTo>
                  <a:lnTo>
                    <a:pt x="7470798" y="221371"/>
                  </a:lnTo>
                  <a:lnTo>
                    <a:pt x="7470943" y="221371"/>
                  </a:lnTo>
                  <a:lnTo>
                    <a:pt x="7471089" y="221371"/>
                  </a:lnTo>
                  <a:lnTo>
                    <a:pt x="7471234" y="221371"/>
                  </a:lnTo>
                  <a:lnTo>
                    <a:pt x="7471380" y="221371"/>
                  </a:lnTo>
                  <a:lnTo>
                    <a:pt x="7471525" y="221371"/>
                  </a:lnTo>
                  <a:lnTo>
                    <a:pt x="7471671" y="221371"/>
                  </a:lnTo>
                  <a:lnTo>
                    <a:pt x="7471816" y="221371"/>
                  </a:lnTo>
                  <a:lnTo>
                    <a:pt x="7471961" y="221371"/>
                  </a:lnTo>
                  <a:lnTo>
                    <a:pt x="7472107" y="221371"/>
                  </a:lnTo>
                  <a:lnTo>
                    <a:pt x="7472252" y="221371"/>
                  </a:lnTo>
                  <a:lnTo>
                    <a:pt x="7472398" y="221371"/>
                  </a:lnTo>
                  <a:lnTo>
                    <a:pt x="7472543" y="221371"/>
                  </a:lnTo>
                  <a:lnTo>
                    <a:pt x="7472689" y="221371"/>
                  </a:lnTo>
                  <a:lnTo>
                    <a:pt x="7472834" y="221371"/>
                  </a:lnTo>
                  <a:lnTo>
                    <a:pt x="7472979" y="221371"/>
                  </a:lnTo>
                  <a:lnTo>
                    <a:pt x="7473125" y="221371"/>
                  </a:lnTo>
                  <a:lnTo>
                    <a:pt x="7473270" y="221371"/>
                  </a:lnTo>
                  <a:lnTo>
                    <a:pt x="7473416" y="221371"/>
                  </a:lnTo>
                  <a:lnTo>
                    <a:pt x="7473561" y="221371"/>
                  </a:lnTo>
                  <a:lnTo>
                    <a:pt x="7473707" y="221371"/>
                  </a:lnTo>
                  <a:lnTo>
                    <a:pt x="7473852" y="221371"/>
                  </a:lnTo>
                  <a:lnTo>
                    <a:pt x="7473997" y="221371"/>
                  </a:lnTo>
                  <a:lnTo>
                    <a:pt x="7474143" y="221371"/>
                  </a:lnTo>
                  <a:lnTo>
                    <a:pt x="7474143" y="220748"/>
                  </a:lnTo>
                  <a:lnTo>
                    <a:pt x="7474288" y="220748"/>
                  </a:lnTo>
                  <a:lnTo>
                    <a:pt x="7474434" y="220748"/>
                  </a:lnTo>
                  <a:lnTo>
                    <a:pt x="7474579" y="220748"/>
                  </a:lnTo>
                  <a:lnTo>
                    <a:pt x="7474724" y="220748"/>
                  </a:lnTo>
                  <a:lnTo>
                    <a:pt x="7474870" y="220748"/>
                  </a:lnTo>
                  <a:lnTo>
                    <a:pt x="7475015" y="220748"/>
                  </a:lnTo>
                  <a:lnTo>
                    <a:pt x="7475161" y="220748"/>
                  </a:lnTo>
                  <a:lnTo>
                    <a:pt x="7475306" y="220748"/>
                  </a:lnTo>
                  <a:lnTo>
                    <a:pt x="7475452" y="220748"/>
                  </a:lnTo>
                  <a:lnTo>
                    <a:pt x="7475597" y="220748"/>
                  </a:lnTo>
                  <a:lnTo>
                    <a:pt x="7475597" y="220124"/>
                  </a:lnTo>
                  <a:lnTo>
                    <a:pt x="7475742" y="220124"/>
                  </a:lnTo>
                  <a:lnTo>
                    <a:pt x="7475742" y="219500"/>
                  </a:lnTo>
                  <a:lnTo>
                    <a:pt x="7475888" y="219500"/>
                  </a:lnTo>
                  <a:lnTo>
                    <a:pt x="7476033" y="219500"/>
                  </a:lnTo>
                  <a:lnTo>
                    <a:pt x="7476179" y="219500"/>
                  </a:lnTo>
                  <a:lnTo>
                    <a:pt x="7476179" y="218877"/>
                  </a:lnTo>
                  <a:lnTo>
                    <a:pt x="7476324" y="218877"/>
                  </a:lnTo>
                  <a:lnTo>
                    <a:pt x="7476470" y="218877"/>
                  </a:lnTo>
                  <a:lnTo>
                    <a:pt x="7476615" y="218877"/>
                  </a:lnTo>
                  <a:lnTo>
                    <a:pt x="7476760" y="218877"/>
                  </a:lnTo>
                  <a:lnTo>
                    <a:pt x="7476906" y="218877"/>
                  </a:lnTo>
                  <a:lnTo>
                    <a:pt x="7477051" y="218877"/>
                  </a:lnTo>
                  <a:lnTo>
                    <a:pt x="7477197" y="218877"/>
                  </a:lnTo>
                  <a:lnTo>
                    <a:pt x="7477342" y="218877"/>
                  </a:lnTo>
                  <a:lnTo>
                    <a:pt x="7477488" y="218877"/>
                  </a:lnTo>
                  <a:lnTo>
                    <a:pt x="7477633" y="218877"/>
                  </a:lnTo>
                  <a:lnTo>
                    <a:pt x="7477778" y="218877"/>
                  </a:lnTo>
                  <a:lnTo>
                    <a:pt x="7477924" y="218877"/>
                  </a:lnTo>
                  <a:lnTo>
                    <a:pt x="7478069" y="218877"/>
                  </a:lnTo>
                  <a:lnTo>
                    <a:pt x="7478215" y="218877"/>
                  </a:lnTo>
                  <a:lnTo>
                    <a:pt x="7478360" y="218877"/>
                  </a:lnTo>
                  <a:lnTo>
                    <a:pt x="7478506" y="218877"/>
                  </a:lnTo>
                  <a:lnTo>
                    <a:pt x="7478651" y="218877"/>
                  </a:lnTo>
                  <a:lnTo>
                    <a:pt x="7478796" y="218877"/>
                  </a:lnTo>
                  <a:lnTo>
                    <a:pt x="7478942" y="218877"/>
                  </a:lnTo>
                  <a:lnTo>
                    <a:pt x="7479087" y="218877"/>
                  </a:lnTo>
                  <a:lnTo>
                    <a:pt x="7479233" y="218877"/>
                  </a:lnTo>
                  <a:lnTo>
                    <a:pt x="7479378" y="218877"/>
                  </a:lnTo>
                  <a:lnTo>
                    <a:pt x="7479524" y="218877"/>
                  </a:lnTo>
                  <a:lnTo>
                    <a:pt x="7479669" y="218877"/>
                  </a:lnTo>
                  <a:lnTo>
                    <a:pt x="7479814" y="218877"/>
                  </a:lnTo>
                  <a:lnTo>
                    <a:pt x="7479960" y="218877"/>
                  </a:lnTo>
                  <a:lnTo>
                    <a:pt x="7480105" y="218877"/>
                  </a:lnTo>
                  <a:lnTo>
                    <a:pt x="7480251" y="218877"/>
                  </a:lnTo>
                  <a:lnTo>
                    <a:pt x="7480396" y="218877"/>
                  </a:lnTo>
                  <a:lnTo>
                    <a:pt x="7480542" y="218877"/>
                  </a:lnTo>
                  <a:lnTo>
                    <a:pt x="7480687" y="218877"/>
                  </a:lnTo>
                  <a:lnTo>
                    <a:pt x="7480832" y="218877"/>
                  </a:lnTo>
                  <a:lnTo>
                    <a:pt x="7480978" y="218877"/>
                  </a:lnTo>
                  <a:lnTo>
                    <a:pt x="7481123" y="218877"/>
                  </a:lnTo>
                  <a:lnTo>
                    <a:pt x="7481269" y="218877"/>
                  </a:lnTo>
                  <a:lnTo>
                    <a:pt x="7481414" y="218877"/>
                  </a:lnTo>
                  <a:lnTo>
                    <a:pt x="7481559" y="218877"/>
                  </a:lnTo>
                  <a:lnTo>
                    <a:pt x="7481705" y="218877"/>
                  </a:lnTo>
                  <a:lnTo>
                    <a:pt x="7481705" y="218253"/>
                  </a:lnTo>
                  <a:lnTo>
                    <a:pt x="7481850" y="218253"/>
                  </a:lnTo>
                  <a:lnTo>
                    <a:pt x="7481850" y="217630"/>
                  </a:lnTo>
                  <a:lnTo>
                    <a:pt x="7481996" y="217630"/>
                  </a:lnTo>
                  <a:lnTo>
                    <a:pt x="7482141" y="217630"/>
                  </a:lnTo>
                  <a:lnTo>
                    <a:pt x="7482287" y="217630"/>
                  </a:lnTo>
                  <a:lnTo>
                    <a:pt x="7482432" y="217630"/>
                  </a:lnTo>
                  <a:lnTo>
                    <a:pt x="7482577" y="217630"/>
                  </a:lnTo>
                  <a:lnTo>
                    <a:pt x="7482723" y="217630"/>
                  </a:lnTo>
                  <a:lnTo>
                    <a:pt x="7482868" y="217630"/>
                  </a:lnTo>
                  <a:lnTo>
                    <a:pt x="7482868" y="217006"/>
                  </a:lnTo>
                  <a:lnTo>
                    <a:pt x="7483014" y="217006"/>
                  </a:lnTo>
                  <a:lnTo>
                    <a:pt x="7483159" y="217006"/>
                  </a:lnTo>
                  <a:lnTo>
                    <a:pt x="7483305" y="217006"/>
                  </a:lnTo>
                  <a:lnTo>
                    <a:pt x="7483450" y="217006"/>
                  </a:lnTo>
                  <a:lnTo>
                    <a:pt x="7483595" y="217006"/>
                  </a:lnTo>
                  <a:lnTo>
                    <a:pt x="7483741" y="217006"/>
                  </a:lnTo>
                  <a:lnTo>
                    <a:pt x="7483886" y="217006"/>
                  </a:lnTo>
                  <a:lnTo>
                    <a:pt x="7484032" y="217006"/>
                  </a:lnTo>
                  <a:lnTo>
                    <a:pt x="7484177" y="217006"/>
                  </a:lnTo>
                  <a:lnTo>
                    <a:pt x="7484323" y="217006"/>
                  </a:lnTo>
                  <a:lnTo>
                    <a:pt x="7484468" y="217006"/>
                  </a:lnTo>
                  <a:lnTo>
                    <a:pt x="7484613" y="217006"/>
                  </a:lnTo>
                  <a:lnTo>
                    <a:pt x="7484759" y="217006"/>
                  </a:lnTo>
                  <a:lnTo>
                    <a:pt x="7484904" y="217006"/>
                  </a:lnTo>
                  <a:lnTo>
                    <a:pt x="7485050" y="217006"/>
                  </a:lnTo>
                  <a:lnTo>
                    <a:pt x="7485195" y="217006"/>
                  </a:lnTo>
                  <a:lnTo>
                    <a:pt x="7485341" y="217006"/>
                  </a:lnTo>
                  <a:lnTo>
                    <a:pt x="7485486" y="217006"/>
                  </a:lnTo>
                  <a:lnTo>
                    <a:pt x="7485631" y="217006"/>
                  </a:lnTo>
                  <a:lnTo>
                    <a:pt x="7485777" y="217006"/>
                  </a:lnTo>
                  <a:lnTo>
                    <a:pt x="7485922" y="217006"/>
                  </a:lnTo>
                  <a:lnTo>
                    <a:pt x="7486068" y="217006"/>
                  </a:lnTo>
                  <a:lnTo>
                    <a:pt x="7486213" y="217006"/>
                  </a:lnTo>
                  <a:lnTo>
                    <a:pt x="7486359" y="217006"/>
                  </a:lnTo>
                  <a:lnTo>
                    <a:pt x="7486504" y="217006"/>
                  </a:lnTo>
                  <a:lnTo>
                    <a:pt x="7486649" y="217006"/>
                  </a:lnTo>
                  <a:lnTo>
                    <a:pt x="7486795" y="217006"/>
                  </a:lnTo>
                  <a:lnTo>
                    <a:pt x="7486940" y="217006"/>
                  </a:lnTo>
                  <a:lnTo>
                    <a:pt x="7487086" y="217006"/>
                  </a:lnTo>
                  <a:lnTo>
                    <a:pt x="7487231" y="217006"/>
                  </a:lnTo>
                  <a:lnTo>
                    <a:pt x="7487377" y="217006"/>
                  </a:lnTo>
                  <a:lnTo>
                    <a:pt x="7487522" y="217006"/>
                  </a:lnTo>
                  <a:lnTo>
                    <a:pt x="7487667" y="217006"/>
                  </a:lnTo>
                  <a:lnTo>
                    <a:pt x="7487813" y="217006"/>
                  </a:lnTo>
                  <a:lnTo>
                    <a:pt x="7487958" y="217006"/>
                  </a:lnTo>
                  <a:lnTo>
                    <a:pt x="7488104" y="217006"/>
                  </a:lnTo>
                  <a:lnTo>
                    <a:pt x="7488249" y="217006"/>
                  </a:lnTo>
                  <a:lnTo>
                    <a:pt x="7488394" y="217006"/>
                  </a:lnTo>
                  <a:lnTo>
                    <a:pt x="7488540" y="217006"/>
                  </a:lnTo>
                  <a:lnTo>
                    <a:pt x="7488685" y="217006"/>
                  </a:lnTo>
                  <a:lnTo>
                    <a:pt x="7488831" y="217006"/>
                  </a:lnTo>
                  <a:lnTo>
                    <a:pt x="7488976" y="217006"/>
                  </a:lnTo>
                  <a:lnTo>
                    <a:pt x="7489122" y="217006"/>
                  </a:lnTo>
                  <a:lnTo>
                    <a:pt x="7489122" y="216383"/>
                  </a:lnTo>
                  <a:lnTo>
                    <a:pt x="7489267" y="216383"/>
                  </a:lnTo>
                  <a:lnTo>
                    <a:pt x="7489412" y="216383"/>
                  </a:lnTo>
                  <a:lnTo>
                    <a:pt x="7489558" y="216383"/>
                  </a:lnTo>
                  <a:lnTo>
                    <a:pt x="7489703" y="216383"/>
                  </a:lnTo>
                  <a:lnTo>
                    <a:pt x="7489703" y="215759"/>
                  </a:lnTo>
                  <a:lnTo>
                    <a:pt x="7489849" y="215759"/>
                  </a:lnTo>
                  <a:lnTo>
                    <a:pt x="7489994" y="215759"/>
                  </a:lnTo>
                  <a:lnTo>
                    <a:pt x="7490140" y="215759"/>
                  </a:lnTo>
                  <a:lnTo>
                    <a:pt x="7490285" y="215759"/>
                  </a:lnTo>
                  <a:lnTo>
                    <a:pt x="7490430" y="215759"/>
                  </a:lnTo>
                  <a:lnTo>
                    <a:pt x="7490576" y="215759"/>
                  </a:lnTo>
                  <a:lnTo>
                    <a:pt x="7490721" y="215759"/>
                  </a:lnTo>
                  <a:lnTo>
                    <a:pt x="7490867" y="215759"/>
                  </a:lnTo>
                  <a:lnTo>
                    <a:pt x="7491012" y="215759"/>
                  </a:lnTo>
                  <a:lnTo>
                    <a:pt x="7491158" y="215759"/>
                  </a:lnTo>
                  <a:lnTo>
                    <a:pt x="7491303" y="215759"/>
                  </a:lnTo>
                  <a:lnTo>
                    <a:pt x="7491448" y="215759"/>
                  </a:lnTo>
                  <a:lnTo>
                    <a:pt x="7491594" y="215759"/>
                  </a:lnTo>
                  <a:lnTo>
                    <a:pt x="7491739" y="215759"/>
                  </a:lnTo>
                  <a:lnTo>
                    <a:pt x="7491885" y="215759"/>
                  </a:lnTo>
                  <a:lnTo>
                    <a:pt x="7492030" y="215759"/>
                  </a:lnTo>
                  <a:lnTo>
                    <a:pt x="7492176" y="215759"/>
                  </a:lnTo>
                  <a:lnTo>
                    <a:pt x="7492321" y="215759"/>
                  </a:lnTo>
                  <a:lnTo>
                    <a:pt x="7492466" y="215759"/>
                  </a:lnTo>
                  <a:lnTo>
                    <a:pt x="7492612" y="215759"/>
                  </a:lnTo>
                  <a:lnTo>
                    <a:pt x="7492757" y="215759"/>
                  </a:lnTo>
                  <a:lnTo>
                    <a:pt x="7492903" y="215759"/>
                  </a:lnTo>
                  <a:lnTo>
                    <a:pt x="7493048" y="215759"/>
                  </a:lnTo>
                  <a:lnTo>
                    <a:pt x="7493194" y="215759"/>
                  </a:lnTo>
                  <a:lnTo>
                    <a:pt x="7493339" y="215759"/>
                  </a:lnTo>
                  <a:lnTo>
                    <a:pt x="7493484" y="215759"/>
                  </a:lnTo>
                  <a:lnTo>
                    <a:pt x="7493630" y="215759"/>
                  </a:lnTo>
                  <a:lnTo>
                    <a:pt x="7493775" y="215759"/>
                  </a:lnTo>
                  <a:lnTo>
                    <a:pt x="7493921" y="215759"/>
                  </a:lnTo>
                  <a:lnTo>
                    <a:pt x="7494066" y="215759"/>
                  </a:lnTo>
                  <a:lnTo>
                    <a:pt x="7494212" y="215759"/>
                  </a:lnTo>
                  <a:lnTo>
                    <a:pt x="7494357" y="215759"/>
                  </a:lnTo>
                  <a:lnTo>
                    <a:pt x="7494502" y="215759"/>
                  </a:lnTo>
                  <a:lnTo>
                    <a:pt x="7494648" y="215759"/>
                  </a:lnTo>
                  <a:lnTo>
                    <a:pt x="7494793" y="215759"/>
                  </a:lnTo>
                  <a:lnTo>
                    <a:pt x="7494939" y="215759"/>
                  </a:lnTo>
                  <a:lnTo>
                    <a:pt x="7495084" y="215759"/>
                  </a:lnTo>
                  <a:lnTo>
                    <a:pt x="7495229" y="215759"/>
                  </a:lnTo>
                  <a:lnTo>
                    <a:pt x="7495375" y="215759"/>
                  </a:lnTo>
                  <a:lnTo>
                    <a:pt x="7495520" y="215759"/>
                  </a:lnTo>
                  <a:lnTo>
                    <a:pt x="7495666" y="215759"/>
                  </a:lnTo>
                  <a:lnTo>
                    <a:pt x="7495811" y="215759"/>
                  </a:lnTo>
                  <a:lnTo>
                    <a:pt x="7495957" y="215759"/>
                  </a:lnTo>
                  <a:lnTo>
                    <a:pt x="7496102" y="215759"/>
                  </a:lnTo>
                  <a:lnTo>
                    <a:pt x="7496247" y="215759"/>
                  </a:lnTo>
                  <a:lnTo>
                    <a:pt x="7496393" y="215759"/>
                  </a:lnTo>
                  <a:lnTo>
                    <a:pt x="7496538" y="215759"/>
                  </a:lnTo>
                  <a:lnTo>
                    <a:pt x="7496684" y="215759"/>
                  </a:lnTo>
                  <a:lnTo>
                    <a:pt x="7496829" y="215759"/>
                  </a:lnTo>
                  <a:lnTo>
                    <a:pt x="7496975" y="215759"/>
                  </a:lnTo>
                  <a:lnTo>
                    <a:pt x="7497120" y="215759"/>
                  </a:lnTo>
                  <a:lnTo>
                    <a:pt x="7497265" y="215759"/>
                  </a:lnTo>
                  <a:lnTo>
                    <a:pt x="7497411" y="215759"/>
                  </a:lnTo>
                  <a:lnTo>
                    <a:pt x="7497556" y="215759"/>
                  </a:lnTo>
                  <a:lnTo>
                    <a:pt x="7497702" y="215759"/>
                  </a:lnTo>
                  <a:lnTo>
                    <a:pt x="7497847" y="215759"/>
                  </a:lnTo>
                  <a:lnTo>
                    <a:pt x="7497993" y="215759"/>
                  </a:lnTo>
                  <a:lnTo>
                    <a:pt x="7498138" y="215759"/>
                  </a:lnTo>
                  <a:lnTo>
                    <a:pt x="7498283" y="215759"/>
                  </a:lnTo>
                  <a:lnTo>
                    <a:pt x="7498429" y="215759"/>
                  </a:lnTo>
                  <a:lnTo>
                    <a:pt x="7498574" y="215759"/>
                  </a:lnTo>
                  <a:lnTo>
                    <a:pt x="7498720" y="215759"/>
                  </a:lnTo>
                  <a:lnTo>
                    <a:pt x="7498865" y="215759"/>
                  </a:lnTo>
                  <a:lnTo>
                    <a:pt x="7499011" y="215759"/>
                  </a:lnTo>
                  <a:lnTo>
                    <a:pt x="7499156" y="215759"/>
                  </a:lnTo>
                  <a:lnTo>
                    <a:pt x="7499301" y="215759"/>
                  </a:lnTo>
                  <a:lnTo>
                    <a:pt x="7499447" y="215759"/>
                  </a:lnTo>
                  <a:lnTo>
                    <a:pt x="7499592" y="215759"/>
                  </a:lnTo>
                  <a:lnTo>
                    <a:pt x="7499738" y="215759"/>
                  </a:lnTo>
                  <a:lnTo>
                    <a:pt x="7499883" y="215759"/>
                  </a:lnTo>
                  <a:lnTo>
                    <a:pt x="7500029" y="215759"/>
                  </a:lnTo>
                  <a:lnTo>
                    <a:pt x="7500174" y="215759"/>
                  </a:lnTo>
                  <a:lnTo>
                    <a:pt x="7500319" y="215759"/>
                  </a:lnTo>
                  <a:lnTo>
                    <a:pt x="7500465" y="215759"/>
                  </a:lnTo>
                  <a:lnTo>
                    <a:pt x="7500610" y="215759"/>
                  </a:lnTo>
                  <a:lnTo>
                    <a:pt x="7500756" y="215759"/>
                  </a:lnTo>
                  <a:lnTo>
                    <a:pt x="7500901" y="215759"/>
                  </a:lnTo>
                  <a:lnTo>
                    <a:pt x="7501047" y="215759"/>
                  </a:lnTo>
                  <a:lnTo>
                    <a:pt x="7501192" y="215759"/>
                  </a:lnTo>
                  <a:lnTo>
                    <a:pt x="7501337" y="215759"/>
                  </a:lnTo>
                  <a:lnTo>
                    <a:pt x="7501483" y="215759"/>
                  </a:lnTo>
                  <a:lnTo>
                    <a:pt x="7501628" y="215759"/>
                  </a:lnTo>
                  <a:lnTo>
                    <a:pt x="7501774" y="215759"/>
                  </a:lnTo>
                  <a:lnTo>
                    <a:pt x="7501919" y="215759"/>
                  </a:lnTo>
                  <a:lnTo>
                    <a:pt x="7502064" y="215759"/>
                  </a:lnTo>
                  <a:lnTo>
                    <a:pt x="7502210" y="215759"/>
                  </a:lnTo>
                  <a:lnTo>
                    <a:pt x="7502355" y="215759"/>
                  </a:lnTo>
                  <a:lnTo>
                    <a:pt x="7502355" y="215135"/>
                  </a:lnTo>
                  <a:lnTo>
                    <a:pt x="7502501" y="215135"/>
                  </a:lnTo>
                  <a:lnTo>
                    <a:pt x="7502646" y="215135"/>
                  </a:lnTo>
                  <a:lnTo>
                    <a:pt x="7502792" y="215135"/>
                  </a:lnTo>
                  <a:lnTo>
                    <a:pt x="7502937" y="215135"/>
                  </a:lnTo>
                  <a:lnTo>
                    <a:pt x="7503082" y="215135"/>
                  </a:lnTo>
                  <a:lnTo>
                    <a:pt x="7503228" y="215135"/>
                  </a:lnTo>
                  <a:lnTo>
                    <a:pt x="7503373" y="215135"/>
                  </a:lnTo>
                  <a:lnTo>
                    <a:pt x="7503373" y="214512"/>
                  </a:lnTo>
                  <a:lnTo>
                    <a:pt x="7503519" y="214512"/>
                  </a:lnTo>
                  <a:lnTo>
                    <a:pt x="7503664" y="214512"/>
                  </a:lnTo>
                  <a:lnTo>
                    <a:pt x="7503810" y="214512"/>
                  </a:lnTo>
                  <a:lnTo>
                    <a:pt x="7503955" y="214512"/>
                  </a:lnTo>
                  <a:lnTo>
                    <a:pt x="7504100" y="214512"/>
                  </a:lnTo>
                  <a:lnTo>
                    <a:pt x="7504246" y="214512"/>
                  </a:lnTo>
                  <a:lnTo>
                    <a:pt x="7504391" y="214512"/>
                  </a:lnTo>
                  <a:lnTo>
                    <a:pt x="7504537" y="214512"/>
                  </a:lnTo>
                  <a:lnTo>
                    <a:pt x="7504682" y="214512"/>
                  </a:lnTo>
                  <a:lnTo>
                    <a:pt x="7504828" y="214512"/>
                  </a:lnTo>
                  <a:lnTo>
                    <a:pt x="7504973" y="214512"/>
                  </a:lnTo>
                  <a:lnTo>
                    <a:pt x="7505118" y="214512"/>
                  </a:lnTo>
                  <a:lnTo>
                    <a:pt x="7505264" y="214512"/>
                  </a:lnTo>
                  <a:lnTo>
                    <a:pt x="7505409" y="214512"/>
                  </a:lnTo>
                  <a:lnTo>
                    <a:pt x="7505555" y="214512"/>
                  </a:lnTo>
                  <a:lnTo>
                    <a:pt x="7505700" y="214512"/>
                  </a:lnTo>
                  <a:lnTo>
                    <a:pt x="7505846" y="214512"/>
                  </a:lnTo>
                  <a:lnTo>
                    <a:pt x="7505991" y="214512"/>
                  </a:lnTo>
                  <a:lnTo>
                    <a:pt x="7506136" y="214512"/>
                  </a:lnTo>
                  <a:lnTo>
                    <a:pt x="7506282" y="214512"/>
                  </a:lnTo>
                  <a:lnTo>
                    <a:pt x="7506427" y="214512"/>
                  </a:lnTo>
                  <a:lnTo>
                    <a:pt x="7506573" y="214512"/>
                  </a:lnTo>
                  <a:lnTo>
                    <a:pt x="7506718" y="214512"/>
                  </a:lnTo>
                  <a:lnTo>
                    <a:pt x="7506864" y="214512"/>
                  </a:lnTo>
                  <a:lnTo>
                    <a:pt x="7507009" y="214512"/>
                  </a:lnTo>
                  <a:lnTo>
                    <a:pt x="7507154" y="214512"/>
                  </a:lnTo>
                  <a:lnTo>
                    <a:pt x="7507300" y="214512"/>
                  </a:lnTo>
                  <a:lnTo>
                    <a:pt x="7507445" y="214512"/>
                  </a:lnTo>
                  <a:lnTo>
                    <a:pt x="7507591" y="214512"/>
                  </a:lnTo>
                  <a:lnTo>
                    <a:pt x="7507736" y="214512"/>
                  </a:lnTo>
                  <a:lnTo>
                    <a:pt x="7507881" y="214512"/>
                  </a:lnTo>
                  <a:lnTo>
                    <a:pt x="7508027" y="214512"/>
                  </a:lnTo>
                  <a:lnTo>
                    <a:pt x="7508027" y="213888"/>
                  </a:lnTo>
                  <a:lnTo>
                    <a:pt x="7508172" y="213888"/>
                  </a:lnTo>
                  <a:lnTo>
                    <a:pt x="7508318" y="213888"/>
                  </a:lnTo>
                  <a:lnTo>
                    <a:pt x="7508463" y="213888"/>
                  </a:lnTo>
                  <a:lnTo>
                    <a:pt x="7508609" y="213888"/>
                  </a:lnTo>
                  <a:lnTo>
                    <a:pt x="7508754" y="213888"/>
                  </a:lnTo>
                  <a:lnTo>
                    <a:pt x="7508899" y="213888"/>
                  </a:lnTo>
                  <a:lnTo>
                    <a:pt x="7508899" y="213265"/>
                  </a:lnTo>
                  <a:lnTo>
                    <a:pt x="7509045" y="213265"/>
                  </a:lnTo>
                  <a:lnTo>
                    <a:pt x="7509190" y="213265"/>
                  </a:lnTo>
                  <a:lnTo>
                    <a:pt x="7509336" y="213265"/>
                  </a:lnTo>
                  <a:lnTo>
                    <a:pt x="7509481" y="213265"/>
                  </a:lnTo>
                  <a:lnTo>
                    <a:pt x="7509627" y="213265"/>
                  </a:lnTo>
                  <a:lnTo>
                    <a:pt x="7509772" y="213265"/>
                  </a:lnTo>
                  <a:lnTo>
                    <a:pt x="7509917" y="213265"/>
                  </a:lnTo>
                  <a:lnTo>
                    <a:pt x="7509917" y="212641"/>
                  </a:lnTo>
                  <a:lnTo>
                    <a:pt x="7510063" y="212641"/>
                  </a:lnTo>
                  <a:lnTo>
                    <a:pt x="7510208" y="212641"/>
                  </a:lnTo>
                  <a:lnTo>
                    <a:pt x="7510354" y="212641"/>
                  </a:lnTo>
                  <a:lnTo>
                    <a:pt x="7510499" y="212641"/>
                  </a:lnTo>
                  <a:lnTo>
                    <a:pt x="7510645" y="212641"/>
                  </a:lnTo>
                  <a:lnTo>
                    <a:pt x="7510790" y="212641"/>
                  </a:lnTo>
                  <a:lnTo>
                    <a:pt x="7510935" y="212641"/>
                  </a:lnTo>
                  <a:lnTo>
                    <a:pt x="7511081" y="212641"/>
                  </a:lnTo>
                  <a:lnTo>
                    <a:pt x="7511226" y="212641"/>
                  </a:lnTo>
                  <a:lnTo>
                    <a:pt x="7511226" y="212017"/>
                  </a:lnTo>
                  <a:lnTo>
                    <a:pt x="7511372" y="212017"/>
                  </a:lnTo>
                  <a:lnTo>
                    <a:pt x="7511517" y="212017"/>
                  </a:lnTo>
                  <a:lnTo>
                    <a:pt x="7511663" y="212017"/>
                  </a:lnTo>
                  <a:lnTo>
                    <a:pt x="7511808" y="212017"/>
                  </a:lnTo>
                  <a:lnTo>
                    <a:pt x="7511953" y="212017"/>
                  </a:lnTo>
                  <a:lnTo>
                    <a:pt x="7512099" y="212017"/>
                  </a:lnTo>
                  <a:lnTo>
                    <a:pt x="7512244" y="212017"/>
                  </a:lnTo>
                  <a:lnTo>
                    <a:pt x="7512390" y="212017"/>
                  </a:lnTo>
                  <a:lnTo>
                    <a:pt x="7512535" y="212017"/>
                  </a:lnTo>
                  <a:lnTo>
                    <a:pt x="7512681" y="212017"/>
                  </a:lnTo>
                  <a:lnTo>
                    <a:pt x="7512826" y="212017"/>
                  </a:lnTo>
                  <a:lnTo>
                    <a:pt x="7512971" y="212017"/>
                  </a:lnTo>
                  <a:lnTo>
                    <a:pt x="7513117" y="212017"/>
                  </a:lnTo>
                  <a:lnTo>
                    <a:pt x="7513262" y="212017"/>
                  </a:lnTo>
                  <a:lnTo>
                    <a:pt x="7513408" y="212017"/>
                  </a:lnTo>
                  <a:lnTo>
                    <a:pt x="7513553" y="212017"/>
                  </a:lnTo>
                  <a:lnTo>
                    <a:pt x="7513699" y="212017"/>
                  </a:lnTo>
                  <a:lnTo>
                    <a:pt x="7513844" y="212017"/>
                  </a:lnTo>
                  <a:lnTo>
                    <a:pt x="7513989" y="212017"/>
                  </a:lnTo>
                  <a:lnTo>
                    <a:pt x="7514135" y="212017"/>
                  </a:lnTo>
                  <a:lnTo>
                    <a:pt x="7514280" y="212017"/>
                  </a:lnTo>
                  <a:lnTo>
                    <a:pt x="7514426" y="212017"/>
                  </a:lnTo>
                  <a:lnTo>
                    <a:pt x="7514426" y="211394"/>
                  </a:lnTo>
                  <a:lnTo>
                    <a:pt x="7514571" y="211394"/>
                  </a:lnTo>
                  <a:lnTo>
                    <a:pt x="7514716" y="211394"/>
                  </a:lnTo>
                  <a:lnTo>
                    <a:pt x="7514862" y="211394"/>
                  </a:lnTo>
                  <a:lnTo>
                    <a:pt x="7515007" y="211394"/>
                  </a:lnTo>
                  <a:lnTo>
                    <a:pt x="7515153" y="211394"/>
                  </a:lnTo>
                  <a:lnTo>
                    <a:pt x="7515298" y="211394"/>
                  </a:lnTo>
                  <a:lnTo>
                    <a:pt x="7515444" y="211394"/>
                  </a:lnTo>
                  <a:lnTo>
                    <a:pt x="7515589" y="211394"/>
                  </a:lnTo>
                  <a:lnTo>
                    <a:pt x="7515589" y="210770"/>
                  </a:lnTo>
                  <a:lnTo>
                    <a:pt x="7515734" y="210770"/>
                  </a:lnTo>
                  <a:lnTo>
                    <a:pt x="7515880" y="210770"/>
                  </a:lnTo>
                  <a:lnTo>
                    <a:pt x="7516025" y="210770"/>
                  </a:lnTo>
                  <a:lnTo>
                    <a:pt x="7516171" y="210770"/>
                  </a:lnTo>
                  <a:lnTo>
                    <a:pt x="7516316" y="210770"/>
                  </a:lnTo>
                  <a:lnTo>
                    <a:pt x="7516462" y="210770"/>
                  </a:lnTo>
                  <a:lnTo>
                    <a:pt x="7516607" y="210770"/>
                  </a:lnTo>
                  <a:lnTo>
                    <a:pt x="7516752" y="210770"/>
                  </a:lnTo>
                  <a:lnTo>
                    <a:pt x="7516898" y="210770"/>
                  </a:lnTo>
                  <a:lnTo>
                    <a:pt x="7517043" y="210770"/>
                  </a:lnTo>
                  <a:lnTo>
                    <a:pt x="7517189" y="210770"/>
                  </a:lnTo>
                  <a:lnTo>
                    <a:pt x="7517334" y="210770"/>
                  </a:lnTo>
                  <a:lnTo>
                    <a:pt x="7517480" y="210770"/>
                  </a:lnTo>
                  <a:lnTo>
                    <a:pt x="7517625" y="210770"/>
                  </a:lnTo>
                  <a:lnTo>
                    <a:pt x="7517770" y="210770"/>
                  </a:lnTo>
                  <a:lnTo>
                    <a:pt x="7517916" y="210770"/>
                  </a:lnTo>
                  <a:lnTo>
                    <a:pt x="7518061" y="210770"/>
                  </a:lnTo>
                  <a:lnTo>
                    <a:pt x="7518207" y="210770"/>
                  </a:lnTo>
                  <a:lnTo>
                    <a:pt x="7518352" y="210770"/>
                  </a:lnTo>
                  <a:lnTo>
                    <a:pt x="7518498" y="210770"/>
                  </a:lnTo>
                  <a:lnTo>
                    <a:pt x="7518643" y="210770"/>
                  </a:lnTo>
                  <a:lnTo>
                    <a:pt x="7518788" y="210770"/>
                  </a:lnTo>
                  <a:lnTo>
                    <a:pt x="7518934" y="210770"/>
                  </a:lnTo>
                  <a:lnTo>
                    <a:pt x="7519079" y="210770"/>
                  </a:lnTo>
                  <a:lnTo>
                    <a:pt x="7519225" y="210770"/>
                  </a:lnTo>
                  <a:lnTo>
                    <a:pt x="7519370" y="210770"/>
                  </a:lnTo>
                  <a:lnTo>
                    <a:pt x="7519516" y="210770"/>
                  </a:lnTo>
                  <a:lnTo>
                    <a:pt x="7519516" y="210147"/>
                  </a:lnTo>
                  <a:lnTo>
                    <a:pt x="7519661" y="210147"/>
                  </a:lnTo>
                  <a:lnTo>
                    <a:pt x="7519806" y="210147"/>
                  </a:lnTo>
                  <a:lnTo>
                    <a:pt x="7519952" y="210147"/>
                  </a:lnTo>
                  <a:lnTo>
                    <a:pt x="7520097" y="210147"/>
                  </a:lnTo>
                  <a:lnTo>
                    <a:pt x="7520243" y="210147"/>
                  </a:lnTo>
                  <a:lnTo>
                    <a:pt x="7520388" y="210147"/>
                  </a:lnTo>
                  <a:lnTo>
                    <a:pt x="7520534" y="210147"/>
                  </a:lnTo>
                  <a:lnTo>
                    <a:pt x="7520679" y="210147"/>
                  </a:lnTo>
                  <a:lnTo>
                    <a:pt x="7520824" y="210147"/>
                  </a:lnTo>
                  <a:lnTo>
                    <a:pt x="7520970" y="210147"/>
                  </a:lnTo>
                  <a:lnTo>
                    <a:pt x="7521115" y="210147"/>
                  </a:lnTo>
                  <a:lnTo>
                    <a:pt x="7521115" y="209523"/>
                  </a:lnTo>
                  <a:lnTo>
                    <a:pt x="7521261" y="209523"/>
                  </a:lnTo>
                  <a:lnTo>
                    <a:pt x="7521406" y="209523"/>
                  </a:lnTo>
                  <a:lnTo>
                    <a:pt x="7521551" y="209523"/>
                  </a:lnTo>
                  <a:lnTo>
                    <a:pt x="7521697" y="209523"/>
                  </a:lnTo>
                  <a:lnTo>
                    <a:pt x="7521697" y="208900"/>
                  </a:lnTo>
                  <a:lnTo>
                    <a:pt x="7521842" y="208900"/>
                  </a:lnTo>
                  <a:lnTo>
                    <a:pt x="7521988" y="208900"/>
                  </a:lnTo>
                  <a:lnTo>
                    <a:pt x="7522133" y="208900"/>
                  </a:lnTo>
                  <a:lnTo>
                    <a:pt x="7522279" y="208900"/>
                  </a:lnTo>
                  <a:lnTo>
                    <a:pt x="7522424" y="208900"/>
                  </a:lnTo>
                  <a:lnTo>
                    <a:pt x="7522569" y="208900"/>
                  </a:lnTo>
                  <a:lnTo>
                    <a:pt x="7522715" y="208900"/>
                  </a:lnTo>
                  <a:lnTo>
                    <a:pt x="7522860" y="208900"/>
                  </a:lnTo>
                  <a:lnTo>
                    <a:pt x="7523006" y="208900"/>
                  </a:lnTo>
                  <a:lnTo>
                    <a:pt x="7523151" y="208900"/>
                  </a:lnTo>
                  <a:lnTo>
                    <a:pt x="7523151" y="208276"/>
                  </a:lnTo>
                  <a:lnTo>
                    <a:pt x="7523151" y="207652"/>
                  </a:lnTo>
                  <a:lnTo>
                    <a:pt x="7523297" y="207652"/>
                  </a:lnTo>
                  <a:lnTo>
                    <a:pt x="7523442" y="207652"/>
                  </a:lnTo>
                  <a:lnTo>
                    <a:pt x="7523587" y="207652"/>
                  </a:lnTo>
                  <a:lnTo>
                    <a:pt x="7523733" y="207652"/>
                  </a:lnTo>
                  <a:lnTo>
                    <a:pt x="7523878" y="207652"/>
                  </a:lnTo>
                  <a:lnTo>
                    <a:pt x="7524024" y="207652"/>
                  </a:lnTo>
                  <a:lnTo>
                    <a:pt x="7524169" y="207652"/>
                  </a:lnTo>
                  <a:lnTo>
                    <a:pt x="7524315" y="207652"/>
                  </a:lnTo>
                  <a:lnTo>
                    <a:pt x="7524460" y="207652"/>
                  </a:lnTo>
                  <a:lnTo>
                    <a:pt x="7524605" y="207652"/>
                  </a:lnTo>
                  <a:lnTo>
                    <a:pt x="7524751" y="207652"/>
                  </a:lnTo>
                  <a:lnTo>
                    <a:pt x="7524896" y="207652"/>
                  </a:lnTo>
                  <a:lnTo>
                    <a:pt x="7525042" y="207652"/>
                  </a:lnTo>
                  <a:lnTo>
                    <a:pt x="7525187" y="207652"/>
                  </a:lnTo>
                  <a:lnTo>
                    <a:pt x="7525333" y="207652"/>
                  </a:lnTo>
                  <a:lnTo>
                    <a:pt x="7525478" y="207652"/>
                  </a:lnTo>
                  <a:lnTo>
                    <a:pt x="7525623" y="207652"/>
                  </a:lnTo>
                  <a:lnTo>
                    <a:pt x="7525769" y="207652"/>
                  </a:lnTo>
                  <a:lnTo>
                    <a:pt x="7525914" y="207652"/>
                  </a:lnTo>
                  <a:lnTo>
                    <a:pt x="7526060" y="207652"/>
                  </a:lnTo>
                  <a:lnTo>
                    <a:pt x="7526205" y="207652"/>
                  </a:lnTo>
                  <a:lnTo>
                    <a:pt x="7526351" y="207652"/>
                  </a:lnTo>
                  <a:lnTo>
                    <a:pt x="7526351" y="207029"/>
                  </a:lnTo>
                  <a:lnTo>
                    <a:pt x="7526496" y="207029"/>
                  </a:lnTo>
                  <a:lnTo>
                    <a:pt x="7526641" y="207029"/>
                  </a:lnTo>
                  <a:lnTo>
                    <a:pt x="7526787" y="207029"/>
                  </a:lnTo>
                  <a:lnTo>
                    <a:pt x="7526932" y="207029"/>
                  </a:lnTo>
                  <a:lnTo>
                    <a:pt x="7527078" y="207029"/>
                  </a:lnTo>
                  <a:lnTo>
                    <a:pt x="7527223" y="207029"/>
                  </a:lnTo>
                  <a:lnTo>
                    <a:pt x="7527369" y="207029"/>
                  </a:lnTo>
                  <a:lnTo>
                    <a:pt x="7527369" y="206405"/>
                  </a:lnTo>
                  <a:lnTo>
                    <a:pt x="7527514" y="206405"/>
                  </a:lnTo>
                  <a:lnTo>
                    <a:pt x="7527659" y="206405"/>
                  </a:lnTo>
                  <a:lnTo>
                    <a:pt x="7527805" y="206405"/>
                  </a:lnTo>
                  <a:lnTo>
                    <a:pt x="7527950" y="206405"/>
                  </a:lnTo>
                  <a:lnTo>
                    <a:pt x="7528096" y="206405"/>
                  </a:lnTo>
                  <a:lnTo>
                    <a:pt x="7528241" y="206405"/>
                  </a:lnTo>
                  <a:lnTo>
                    <a:pt x="7528241" y="205782"/>
                  </a:lnTo>
                  <a:lnTo>
                    <a:pt x="7528386" y="205782"/>
                  </a:lnTo>
                  <a:lnTo>
                    <a:pt x="7528532" y="205782"/>
                  </a:lnTo>
                  <a:lnTo>
                    <a:pt x="7528677" y="205782"/>
                  </a:lnTo>
                  <a:lnTo>
                    <a:pt x="7528823" y="205782"/>
                  </a:lnTo>
                  <a:lnTo>
                    <a:pt x="7528823" y="205158"/>
                  </a:lnTo>
                  <a:lnTo>
                    <a:pt x="7528968" y="205158"/>
                  </a:lnTo>
                  <a:lnTo>
                    <a:pt x="7529114" y="205158"/>
                  </a:lnTo>
                  <a:lnTo>
                    <a:pt x="7529259" y="205158"/>
                  </a:lnTo>
                  <a:lnTo>
                    <a:pt x="7529404" y="205158"/>
                  </a:lnTo>
                  <a:lnTo>
                    <a:pt x="7529550" y="205158"/>
                  </a:lnTo>
                  <a:lnTo>
                    <a:pt x="7529695" y="205158"/>
                  </a:lnTo>
                  <a:lnTo>
                    <a:pt x="7529841" y="205158"/>
                  </a:lnTo>
                  <a:lnTo>
                    <a:pt x="7529986" y="205158"/>
                  </a:lnTo>
                  <a:lnTo>
                    <a:pt x="7530132" y="205158"/>
                  </a:lnTo>
                  <a:lnTo>
                    <a:pt x="7530132" y="204535"/>
                  </a:lnTo>
                  <a:lnTo>
                    <a:pt x="7530277" y="204535"/>
                  </a:lnTo>
                  <a:lnTo>
                    <a:pt x="7530277" y="203911"/>
                  </a:lnTo>
                  <a:lnTo>
                    <a:pt x="7530422" y="203911"/>
                  </a:lnTo>
                  <a:lnTo>
                    <a:pt x="7530568" y="203911"/>
                  </a:lnTo>
                  <a:lnTo>
                    <a:pt x="7530713" y="203911"/>
                  </a:lnTo>
                  <a:lnTo>
                    <a:pt x="7530859" y="203911"/>
                  </a:lnTo>
                  <a:lnTo>
                    <a:pt x="7531004" y="203911"/>
                  </a:lnTo>
                  <a:lnTo>
                    <a:pt x="7531150" y="203911"/>
                  </a:lnTo>
                  <a:lnTo>
                    <a:pt x="7531295" y="203911"/>
                  </a:lnTo>
                  <a:lnTo>
                    <a:pt x="7531440" y="203911"/>
                  </a:lnTo>
                  <a:lnTo>
                    <a:pt x="7531586" y="203911"/>
                  </a:lnTo>
                  <a:lnTo>
                    <a:pt x="7531731" y="203911"/>
                  </a:lnTo>
                  <a:lnTo>
                    <a:pt x="7531877" y="203911"/>
                  </a:lnTo>
                  <a:lnTo>
                    <a:pt x="7532022" y="203911"/>
                  </a:lnTo>
                  <a:lnTo>
                    <a:pt x="7532168" y="203911"/>
                  </a:lnTo>
                  <a:lnTo>
                    <a:pt x="7532313" y="203911"/>
                  </a:lnTo>
                  <a:lnTo>
                    <a:pt x="7532458" y="203911"/>
                  </a:lnTo>
                  <a:lnTo>
                    <a:pt x="7532604" y="203911"/>
                  </a:lnTo>
                  <a:lnTo>
                    <a:pt x="7532749" y="203911"/>
                  </a:lnTo>
                  <a:lnTo>
                    <a:pt x="7532895" y="203911"/>
                  </a:lnTo>
                  <a:lnTo>
                    <a:pt x="7533040" y="203911"/>
                  </a:lnTo>
                  <a:lnTo>
                    <a:pt x="7533186" y="203911"/>
                  </a:lnTo>
                  <a:lnTo>
                    <a:pt x="7533331" y="203911"/>
                  </a:lnTo>
                  <a:lnTo>
                    <a:pt x="7533476" y="203911"/>
                  </a:lnTo>
                  <a:lnTo>
                    <a:pt x="7533622" y="203911"/>
                  </a:lnTo>
                  <a:lnTo>
                    <a:pt x="7533767" y="203911"/>
                  </a:lnTo>
                  <a:lnTo>
                    <a:pt x="7533913" y="203911"/>
                  </a:lnTo>
                  <a:lnTo>
                    <a:pt x="7534058" y="203911"/>
                  </a:lnTo>
                  <a:lnTo>
                    <a:pt x="7534204" y="203911"/>
                  </a:lnTo>
                  <a:lnTo>
                    <a:pt x="7534349" y="203911"/>
                  </a:lnTo>
                  <a:lnTo>
                    <a:pt x="7534494" y="203911"/>
                  </a:lnTo>
                  <a:lnTo>
                    <a:pt x="7534640" y="203911"/>
                  </a:lnTo>
                  <a:lnTo>
                    <a:pt x="7534640" y="203287"/>
                  </a:lnTo>
                  <a:lnTo>
                    <a:pt x="7534785" y="203287"/>
                  </a:lnTo>
                  <a:lnTo>
                    <a:pt x="7534785" y="202664"/>
                  </a:lnTo>
                  <a:lnTo>
                    <a:pt x="7534931" y="202664"/>
                  </a:lnTo>
                  <a:lnTo>
                    <a:pt x="7535076" y="202664"/>
                  </a:lnTo>
                  <a:lnTo>
                    <a:pt x="7535221" y="202664"/>
                  </a:lnTo>
                  <a:lnTo>
                    <a:pt x="7535367" y="202664"/>
                  </a:lnTo>
                  <a:lnTo>
                    <a:pt x="7535512" y="202664"/>
                  </a:lnTo>
                  <a:lnTo>
                    <a:pt x="7535658" y="202664"/>
                  </a:lnTo>
                  <a:lnTo>
                    <a:pt x="7535803" y="202664"/>
                  </a:lnTo>
                  <a:lnTo>
                    <a:pt x="7535949" y="202664"/>
                  </a:lnTo>
                  <a:lnTo>
                    <a:pt x="7536094" y="202664"/>
                  </a:lnTo>
                  <a:lnTo>
                    <a:pt x="7536239" y="202664"/>
                  </a:lnTo>
                  <a:lnTo>
                    <a:pt x="7536385" y="202664"/>
                  </a:lnTo>
                  <a:lnTo>
                    <a:pt x="7536530" y="202664"/>
                  </a:lnTo>
                  <a:lnTo>
                    <a:pt x="7536676" y="202664"/>
                  </a:lnTo>
                  <a:lnTo>
                    <a:pt x="7536821" y="202664"/>
                  </a:lnTo>
                  <a:lnTo>
                    <a:pt x="7536967" y="202664"/>
                  </a:lnTo>
                  <a:lnTo>
                    <a:pt x="7536967" y="202040"/>
                  </a:lnTo>
                  <a:lnTo>
                    <a:pt x="7537112" y="202040"/>
                  </a:lnTo>
                  <a:lnTo>
                    <a:pt x="7537257" y="202040"/>
                  </a:lnTo>
                  <a:lnTo>
                    <a:pt x="7537403" y="202040"/>
                  </a:lnTo>
                  <a:lnTo>
                    <a:pt x="7537548" y="202040"/>
                  </a:lnTo>
                  <a:lnTo>
                    <a:pt x="7537694" y="202040"/>
                  </a:lnTo>
                  <a:lnTo>
                    <a:pt x="7537839" y="202040"/>
                  </a:lnTo>
                  <a:lnTo>
                    <a:pt x="7537985" y="202040"/>
                  </a:lnTo>
                  <a:lnTo>
                    <a:pt x="7538130" y="202040"/>
                  </a:lnTo>
                  <a:lnTo>
                    <a:pt x="7538275" y="202040"/>
                  </a:lnTo>
                  <a:lnTo>
                    <a:pt x="7538421" y="202040"/>
                  </a:lnTo>
                  <a:lnTo>
                    <a:pt x="7538566" y="202040"/>
                  </a:lnTo>
                  <a:lnTo>
                    <a:pt x="7538712" y="202040"/>
                  </a:lnTo>
                  <a:lnTo>
                    <a:pt x="7538857" y="202040"/>
                  </a:lnTo>
                  <a:lnTo>
                    <a:pt x="7538857" y="201417"/>
                  </a:lnTo>
                  <a:lnTo>
                    <a:pt x="7539003" y="201417"/>
                  </a:lnTo>
                  <a:lnTo>
                    <a:pt x="7539148" y="201417"/>
                  </a:lnTo>
                  <a:lnTo>
                    <a:pt x="7539293" y="201417"/>
                  </a:lnTo>
                  <a:lnTo>
                    <a:pt x="7539439" y="201417"/>
                  </a:lnTo>
                  <a:lnTo>
                    <a:pt x="7539584" y="201417"/>
                  </a:lnTo>
                  <a:lnTo>
                    <a:pt x="7539730" y="201417"/>
                  </a:lnTo>
                  <a:lnTo>
                    <a:pt x="7539875" y="201417"/>
                  </a:lnTo>
                  <a:lnTo>
                    <a:pt x="7540021" y="201417"/>
                  </a:lnTo>
                  <a:lnTo>
                    <a:pt x="7540021" y="200793"/>
                  </a:lnTo>
                  <a:lnTo>
                    <a:pt x="7540166" y="200793"/>
                  </a:lnTo>
                  <a:lnTo>
                    <a:pt x="7540311" y="200793"/>
                  </a:lnTo>
                  <a:lnTo>
                    <a:pt x="7540457" y="200793"/>
                  </a:lnTo>
                  <a:lnTo>
                    <a:pt x="7540602" y="200793"/>
                  </a:lnTo>
                  <a:lnTo>
                    <a:pt x="7540748" y="200793"/>
                  </a:lnTo>
                  <a:lnTo>
                    <a:pt x="7540893" y="200793"/>
                  </a:lnTo>
                  <a:lnTo>
                    <a:pt x="7541039" y="200793"/>
                  </a:lnTo>
                  <a:lnTo>
                    <a:pt x="7541184" y="200793"/>
                  </a:lnTo>
                  <a:lnTo>
                    <a:pt x="7541329" y="200793"/>
                  </a:lnTo>
                  <a:lnTo>
                    <a:pt x="7541475" y="200793"/>
                  </a:lnTo>
                  <a:lnTo>
                    <a:pt x="7541620" y="200793"/>
                  </a:lnTo>
                  <a:lnTo>
                    <a:pt x="7541766" y="200793"/>
                  </a:lnTo>
                  <a:lnTo>
                    <a:pt x="7541911" y="200793"/>
                  </a:lnTo>
                  <a:lnTo>
                    <a:pt x="7542056" y="200793"/>
                  </a:lnTo>
                  <a:lnTo>
                    <a:pt x="7542202" y="200793"/>
                  </a:lnTo>
                  <a:lnTo>
                    <a:pt x="7542347" y="200793"/>
                  </a:lnTo>
                  <a:lnTo>
                    <a:pt x="7542493" y="200793"/>
                  </a:lnTo>
                  <a:lnTo>
                    <a:pt x="7542638" y="200793"/>
                  </a:lnTo>
                  <a:lnTo>
                    <a:pt x="7542784" y="200793"/>
                  </a:lnTo>
                  <a:lnTo>
                    <a:pt x="7542929" y="200793"/>
                  </a:lnTo>
                  <a:lnTo>
                    <a:pt x="7543074" y="200793"/>
                  </a:lnTo>
                  <a:lnTo>
                    <a:pt x="7543220" y="200793"/>
                  </a:lnTo>
                  <a:lnTo>
                    <a:pt x="7543365" y="200793"/>
                  </a:lnTo>
                  <a:lnTo>
                    <a:pt x="7543511" y="200793"/>
                  </a:lnTo>
                  <a:lnTo>
                    <a:pt x="7543511" y="200169"/>
                  </a:lnTo>
                  <a:lnTo>
                    <a:pt x="7543656" y="200169"/>
                  </a:lnTo>
                  <a:lnTo>
                    <a:pt x="7543802" y="200169"/>
                  </a:lnTo>
                  <a:lnTo>
                    <a:pt x="7543947" y="200169"/>
                  </a:lnTo>
                  <a:lnTo>
                    <a:pt x="7544092" y="200169"/>
                  </a:lnTo>
                  <a:lnTo>
                    <a:pt x="7544238" y="200169"/>
                  </a:lnTo>
                  <a:lnTo>
                    <a:pt x="7544383" y="200169"/>
                  </a:lnTo>
                  <a:lnTo>
                    <a:pt x="7544529" y="200169"/>
                  </a:lnTo>
                  <a:lnTo>
                    <a:pt x="7544674" y="200169"/>
                  </a:lnTo>
                  <a:lnTo>
                    <a:pt x="7544820" y="200169"/>
                  </a:lnTo>
                  <a:lnTo>
                    <a:pt x="7544965" y="200169"/>
                  </a:lnTo>
                  <a:lnTo>
                    <a:pt x="7545110" y="200169"/>
                  </a:lnTo>
                  <a:lnTo>
                    <a:pt x="7545110" y="199546"/>
                  </a:lnTo>
                  <a:lnTo>
                    <a:pt x="7545256" y="199546"/>
                  </a:lnTo>
                  <a:lnTo>
                    <a:pt x="7545401" y="199546"/>
                  </a:lnTo>
                  <a:lnTo>
                    <a:pt x="7545547" y="199546"/>
                  </a:lnTo>
                  <a:lnTo>
                    <a:pt x="7545692" y="199546"/>
                  </a:lnTo>
                  <a:lnTo>
                    <a:pt x="7545838" y="199546"/>
                  </a:lnTo>
                  <a:lnTo>
                    <a:pt x="7545983" y="199546"/>
                  </a:lnTo>
                  <a:lnTo>
                    <a:pt x="7546128" y="199546"/>
                  </a:lnTo>
                  <a:lnTo>
                    <a:pt x="7546274" y="199546"/>
                  </a:lnTo>
                  <a:lnTo>
                    <a:pt x="7546419" y="199546"/>
                  </a:lnTo>
                  <a:lnTo>
                    <a:pt x="7546565" y="199546"/>
                  </a:lnTo>
                  <a:lnTo>
                    <a:pt x="7546710" y="199546"/>
                  </a:lnTo>
                  <a:lnTo>
                    <a:pt x="7546856" y="199546"/>
                  </a:lnTo>
                  <a:lnTo>
                    <a:pt x="7547001" y="199546"/>
                  </a:lnTo>
                  <a:lnTo>
                    <a:pt x="7547146" y="199546"/>
                  </a:lnTo>
                  <a:lnTo>
                    <a:pt x="7547292" y="199546"/>
                  </a:lnTo>
                  <a:lnTo>
                    <a:pt x="7547437" y="199546"/>
                  </a:lnTo>
                  <a:lnTo>
                    <a:pt x="7547583" y="199546"/>
                  </a:lnTo>
                  <a:lnTo>
                    <a:pt x="7547728" y="199546"/>
                  </a:lnTo>
                  <a:lnTo>
                    <a:pt x="7547874" y="199546"/>
                  </a:lnTo>
                  <a:lnTo>
                    <a:pt x="7548019" y="199546"/>
                  </a:lnTo>
                  <a:lnTo>
                    <a:pt x="7548164" y="199546"/>
                  </a:lnTo>
                  <a:lnTo>
                    <a:pt x="7548310" y="199546"/>
                  </a:lnTo>
                  <a:lnTo>
                    <a:pt x="7548455" y="199546"/>
                  </a:lnTo>
                  <a:lnTo>
                    <a:pt x="7548601" y="199546"/>
                  </a:lnTo>
                  <a:lnTo>
                    <a:pt x="7548746" y="199546"/>
                  </a:lnTo>
                  <a:lnTo>
                    <a:pt x="7548891" y="199546"/>
                  </a:lnTo>
                  <a:lnTo>
                    <a:pt x="7549037" y="199546"/>
                  </a:lnTo>
                  <a:lnTo>
                    <a:pt x="7549182" y="199546"/>
                  </a:lnTo>
                  <a:lnTo>
                    <a:pt x="7549328" y="199546"/>
                  </a:lnTo>
                  <a:lnTo>
                    <a:pt x="7549473" y="199546"/>
                  </a:lnTo>
                  <a:lnTo>
                    <a:pt x="7549619" y="199546"/>
                  </a:lnTo>
                  <a:lnTo>
                    <a:pt x="7549764" y="199546"/>
                  </a:lnTo>
                  <a:lnTo>
                    <a:pt x="7549909" y="199546"/>
                  </a:lnTo>
                  <a:lnTo>
                    <a:pt x="7550055" y="199546"/>
                  </a:lnTo>
                  <a:lnTo>
                    <a:pt x="7550200" y="199546"/>
                  </a:lnTo>
                  <a:lnTo>
                    <a:pt x="7550346" y="199546"/>
                  </a:lnTo>
                  <a:lnTo>
                    <a:pt x="7550491" y="199546"/>
                  </a:lnTo>
                  <a:lnTo>
                    <a:pt x="7550637" y="199546"/>
                  </a:lnTo>
                  <a:lnTo>
                    <a:pt x="7550782" y="199546"/>
                  </a:lnTo>
                  <a:lnTo>
                    <a:pt x="7550927" y="199546"/>
                  </a:lnTo>
                  <a:lnTo>
                    <a:pt x="7551073" y="199546"/>
                  </a:lnTo>
                  <a:lnTo>
                    <a:pt x="7551218" y="199546"/>
                  </a:lnTo>
                  <a:lnTo>
                    <a:pt x="7551364" y="199546"/>
                  </a:lnTo>
                  <a:lnTo>
                    <a:pt x="7551509" y="199546"/>
                  </a:lnTo>
                  <a:lnTo>
                    <a:pt x="7551655" y="199546"/>
                  </a:lnTo>
                  <a:lnTo>
                    <a:pt x="7551800" y="199546"/>
                  </a:lnTo>
                  <a:lnTo>
                    <a:pt x="7551945" y="199546"/>
                  </a:lnTo>
                  <a:lnTo>
                    <a:pt x="7552091" y="199546"/>
                  </a:lnTo>
                  <a:lnTo>
                    <a:pt x="7552236" y="199546"/>
                  </a:lnTo>
                  <a:lnTo>
                    <a:pt x="7552382" y="199546"/>
                  </a:lnTo>
                  <a:lnTo>
                    <a:pt x="7552527" y="199546"/>
                  </a:lnTo>
                  <a:lnTo>
                    <a:pt x="7552673" y="199546"/>
                  </a:lnTo>
                  <a:lnTo>
                    <a:pt x="7552818" y="199546"/>
                  </a:lnTo>
                  <a:lnTo>
                    <a:pt x="7552963" y="199546"/>
                  </a:lnTo>
                  <a:lnTo>
                    <a:pt x="7552963" y="198922"/>
                  </a:lnTo>
                  <a:lnTo>
                    <a:pt x="7553109" y="198922"/>
                  </a:lnTo>
                  <a:lnTo>
                    <a:pt x="7553254" y="198922"/>
                  </a:lnTo>
                  <a:lnTo>
                    <a:pt x="7553400" y="198922"/>
                  </a:lnTo>
                  <a:lnTo>
                    <a:pt x="7553545" y="198922"/>
                  </a:lnTo>
                  <a:lnTo>
                    <a:pt x="7553691" y="198922"/>
                  </a:lnTo>
                  <a:lnTo>
                    <a:pt x="7553836" y="198922"/>
                  </a:lnTo>
                  <a:lnTo>
                    <a:pt x="7553836" y="198299"/>
                  </a:lnTo>
                  <a:lnTo>
                    <a:pt x="7553981" y="198299"/>
                  </a:lnTo>
                  <a:lnTo>
                    <a:pt x="7554127" y="198299"/>
                  </a:lnTo>
                  <a:lnTo>
                    <a:pt x="7554272" y="198299"/>
                  </a:lnTo>
                  <a:lnTo>
                    <a:pt x="7554418" y="198299"/>
                  </a:lnTo>
                  <a:lnTo>
                    <a:pt x="7554418" y="197675"/>
                  </a:lnTo>
                  <a:lnTo>
                    <a:pt x="7554563" y="197675"/>
                  </a:lnTo>
                  <a:lnTo>
                    <a:pt x="7554709" y="197675"/>
                  </a:lnTo>
                  <a:lnTo>
                    <a:pt x="7554854" y="197675"/>
                  </a:lnTo>
                  <a:lnTo>
                    <a:pt x="7554999" y="197675"/>
                  </a:lnTo>
                  <a:lnTo>
                    <a:pt x="7555145" y="197675"/>
                  </a:lnTo>
                  <a:lnTo>
                    <a:pt x="7555290" y="197675"/>
                  </a:lnTo>
                  <a:lnTo>
                    <a:pt x="7555436" y="197675"/>
                  </a:lnTo>
                  <a:lnTo>
                    <a:pt x="7555581" y="197675"/>
                  </a:lnTo>
                  <a:lnTo>
                    <a:pt x="7555726" y="197675"/>
                  </a:lnTo>
                  <a:lnTo>
                    <a:pt x="7555872" y="197675"/>
                  </a:lnTo>
                  <a:lnTo>
                    <a:pt x="7556017" y="197675"/>
                  </a:lnTo>
                  <a:lnTo>
                    <a:pt x="7556163" y="197675"/>
                  </a:lnTo>
                  <a:lnTo>
                    <a:pt x="7556308" y="197675"/>
                  </a:lnTo>
                  <a:lnTo>
                    <a:pt x="7556454" y="197675"/>
                  </a:lnTo>
                  <a:lnTo>
                    <a:pt x="7556599" y="197675"/>
                  </a:lnTo>
                  <a:lnTo>
                    <a:pt x="7556744" y="197675"/>
                  </a:lnTo>
                  <a:lnTo>
                    <a:pt x="7556890" y="197675"/>
                  </a:lnTo>
                  <a:lnTo>
                    <a:pt x="7557035" y="197675"/>
                  </a:lnTo>
                  <a:lnTo>
                    <a:pt x="7557181" y="197675"/>
                  </a:lnTo>
                  <a:lnTo>
                    <a:pt x="7557326" y="197675"/>
                  </a:lnTo>
                  <a:lnTo>
                    <a:pt x="7557472" y="197675"/>
                  </a:lnTo>
                  <a:lnTo>
                    <a:pt x="7557617" y="197675"/>
                  </a:lnTo>
                  <a:lnTo>
                    <a:pt x="7557762" y="197675"/>
                  </a:lnTo>
                  <a:lnTo>
                    <a:pt x="7557908" y="197675"/>
                  </a:lnTo>
                  <a:lnTo>
                    <a:pt x="7558053" y="197675"/>
                  </a:lnTo>
                  <a:lnTo>
                    <a:pt x="7558199" y="197675"/>
                  </a:lnTo>
                  <a:lnTo>
                    <a:pt x="7558344" y="197675"/>
                  </a:lnTo>
                  <a:lnTo>
                    <a:pt x="7558490" y="197675"/>
                  </a:lnTo>
                  <a:lnTo>
                    <a:pt x="7558635" y="197675"/>
                  </a:lnTo>
                  <a:lnTo>
                    <a:pt x="7558780" y="197675"/>
                  </a:lnTo>
                  <a:lnTo>
                    <a:pt x="7558926" y="197675"/>
                  </a:lnTo>
                  <a:lnTo>
                    <a:pt x="7559071" y="197675"/>
                  </a:lnTo>
                  <a:lnTo>
                    <a:pt x="7559217" y="197675"/>
                  </a:lnTo>
                  <a:lnTo>
                    <a:pt x="7559362" y="197675"/>
                  </a:lnTo>
                  <a:lnTo>
                    <a:pt x="7559508" y="197675"/>
                  </a:lnTo>
                  <a:lnTo>
                    <a:pt x="7559653" y="197675"/>
                  </a:lnTo>
                  <a:lnTo>
                    <a:pt x="7559798" y="197675"/>
                  </a:lnTo>
                  <a:lnTo>
                    <a:pt x="7559944" y="197675"/>
                  </a:lnTo>
                  <a:lnTo>
                    <a:pt x="7560089" y="197675"/>
                  </a:lnTo>
                  <a:lnTo>
                    <a:pt x="7560235" y="197675"/>
                  </a:lnTo>
                  <a:lnTo>
                    <a:pt x="7560380" y="197675"/>
                  </a:lnTo>
                  <a:lnTo>
                    <a:pt x="7560526" y="197675"/>
                  </a:lnTo>
                  <a:lnTo>
                    <a:pt x="7560671" y="197675"/>
                  </a:lnTo>
                  <a:lnTo>
                    <a:pt x="7560816" y="197675"/>
                  </a:lnTo>
                  <a:lnTo>
                    <a:pt x="7560962" y="197675"/>
                  </a:lnTo>
                  <a:lnTo>
                    <a:pt x="7561107" y="197675"/>
                  </a:lnTo>
                  <a:lnTo>
                    <a:pt x="7561107" y="197052"/>
                  </a:lnTo>
                  <a:lnTo>
                    <a:pt x="7561253" y="197052"/>
                  </a:lnTo>
                  <a:lnTo>
                    <a:pt x="7561398" y="197052"/>
                  </a:lnTo>
                  <a:lnTo>
                    <a:pt x="7561544" y="197052"/>
                  </a:lnTo>
                  <a:lnTo>
                    <a:pt x="7561689" y="197052"/>
                  </a:lnTo>
                  <a:lnTo>
                    <a:pt x="7561834" y="197052"/>
                  </a:lnTo>
                  <a:lnTo>
                    <a:pt x="7561980" y="197052"/>
                  </a:lnTo>
                  <a:lnTo>
                    <a:pt x="7562125" y="197052"/>
                  </a:lnTo>
                  <a:lnTo>
                    <a:pt x="7562271" y="197052"/>
                  </a:lnTo>
                  <a:lnTo>
                    <a:pt x="7562416" y="197052"/>
                  </a:lnTo>
                  <a:lnTo>
                    <a:pt x="7562561" y="197052"/>
                  </a:lnTo>
                  <a:lnTo>
                    <a:pt x="7562707" y="197052"/>
                  </a:lnTo>
                  <a:lnTo>
                    <a:pt x="7562852" y="197052"/>
                  </a:lnTo>
                  <a:lnTo>
                    <a:pt x="7562998" y="197052"/>
                  </a:lnTo>
                  <a:lnTo>
                    <a:pt x="7563143" y="197052"/>
                  </a:lnTo>
                  <a:lnTo>
                    <a:pt x="7563289" y="197052"/>
                  </a:lnTo>
                  <a:lnTo>
                    <a:pt x="7563434" y="197052"/>
                  </a:lnTo>
                  <a:lnTo>
                    <a:pt x="7563579" y="197052"/>
                  </a:lnTo>
                  <a:lnTo>
                    <a:pt x="7563725" y="197052"/>
                  </a:lnTo>
                  <a:lnTo>
                    <a:pt x="7563870" y="197052"/>
                  </a:lnTo>
                  <a:lnTo>
                    <a:pt x="7564016" y="197052"/>
                  </a:lnTo>
                  <a:lnTo>
                    <a:pt x="7564161" y="197052"/>
                  </a:lnTo>
                  <a:lnTo>
                    <a:pt x="7564307" y="197052"/>
                  </a:lnTo>
                  <a:lnTo>
                    <a:pt x="7564452" y="197052"/>
                  </a:lnTo>
                  <a:lnTo>
                    <a:pt x="7564597" y="197052"/>
                  </a:lnTo>
                  <a:lnTo>
                    <a:pt x="7564743" y="197052"/>
                  </a:lnTo>
                  <a:lnTo>
                    <a:pt x="7564888" y="197052"/>
                  </a:lnTo>
                  <a:lnTo>
                    <a:pt x="7565034" y="197052"/>
                  </a:lnTo>
                  <a:lnTo>
                    <a:pt x="7565179" y="197052"/>
                  </a:lnTo>
                  <a:lnTo>
                    <a:pt x="7565325" y="197052"/>
                  </a:lnTo>
                  <a:lnTo>
                    <a:pt x="7565470" y="197052"/>
                  </a:lnTo>
                  <a:lnTo>
                    <a:pt x="7565615" y="197052"/>
                  </a:lnTo>
                  <a:lnTo>
                    <a:pt x="7565761" y="197052"/>
                  </a:lnTo>
                  <a:lnTo>
                    <a:pt x="7565906" y="197052"/>
                  </a:lnTo>
                  <a:lnTo>
                    <a:pt x="7566052" y="197052"/>
                  </a:lnTo>
                  <a:lnTo>
                    <a:pt x="7566197" y="197052"/>
                  </a:lnTo>
                  <a:lnTo>
                    <a:pt x="7566343" y="197052"/>
                  </a:lnTo>
                  <a:lnTo>
                    <a:pt x="7566488" y="197052"/>
                  </a:lnTo>
                  <a:lnTo>
                    <a:pt x="7566633" y="197052"/>
                  </a:lnTo>
                  <a:lnTo>
                    <a:pt x="7566779" y="197052"/>
                  </a:lnTo>
                  <a:lnTo>
                    <a:pt x="7566924" y="197052"/>
                  </a:lnTo>
                  <a:lnTo>
                    <a:pt x="7567070" y="197052"/>
                  </a:lnTo>
                  <a:lnTo>
                    <a:pt x="7567215" y="197052"/>
                  </a:lnTo>
                  <a:lnTo>
                    <a:pt x="7567361" y="197052"/>
                  </a:lnTo>
                  <a:lnTo>
                    <a:pt x="7567506" y="197052"/>
                  </a:lnTo>
                  <a:lnTo>
                    <a:pt x="7567651" y="197052"/>
                  </a:lnTo>
                  <a:lnTo>
                    <a:pt x="7567797" y="197052"/>
                  </a:lnTo>
                  <a:lnTo>
                    <a:pt x="7567942" y="197052"/>
                  </a:lnTo>
                  <a:lnTo>
                    <a:pt x="7568088" y="197052"/>
                  </a:lnTo>
                  <a:lnTo>
                    <a:pt x="7568233" y="197052"/>
                  </a:lnTo>
                  <a:lnTo>
                    <a:pt x="7568379" y="197052"/>
                  </a:lnTo>
                  <a:lnTo>
                    <a:pt x="7568524" y="197052"/>
                  </a:lnTo>
                  <a:lnTo>
                    <a:pt x="7568669" y="197052"/>
                  </a:lnTo>
                  <a:lnTo>
                    <a:pt x="7568815" y="197052"/>
                  </a:lnTo>
                  <a:lnTo>
                    <a:pt x="7568960" y="197052"/>
                  </a:lnTo>
                  <a:lnTo>
                    <a:pt x="7569106" y="197052"/>
                  </a:lnTo>
                  <a:lnTo>
                    <a:pt x="7569251" y="197052"/>
                  </a:lnTo>
                  <a:lnTo>
                    <a:pt x="7569396" y="197052"/>
                  </a:lnTo>
                  <a:lnTo>
                    <a:pt x="7569542" y="197052"/>
                  </a:lnTo>
                  <a:lnTo>
                    <a:pt x="7569687" y="197052"/>
                  </a:lnTo>
                  <a:lnTo>
                    <a:pt x="7569833" y="197052"/>
                  </a:lnTo>
                  <a:lnTo>
                    <a:pt x="7569978" y="197052"/>
                  </a:lnTo>
                  <a:lnTo>
                    <a:pt x="7570124" y="197052"/>
                  </a:lnTo>
                  <a:lnTo>
                    <a:pt x="7570269" y="197052"/>
                  </a:lnTo>
                  <a:lnTo>
                    <a:pt x="7570414" y="197052"/>
                  </a:lnTo>
                  <a:lnTo>
                    <a:pt x="7570560" y="197052"/>
                  </a:lnTo>
                  <a:lnTo>
                    <a:pt x="7570705" y="197052"/>
                  </a:lnTo>
                  <a:lnTo>
                    <a:pt x="7570851" y="197052"/>
                  </a:lnTo>
                  <a:lnTo>
                    <a:pt x="7570996" y="197052"/>
                  </a:lnTo>
                  <a:lnTo>
                    <a:pt x="7571142" y="197052"/>
                  </a:lnTo>
                  <a:lnTo>
                    <a:pt x="7571287" y="197052"/>
                  </a:lnTo>
                  <a:lnTo>
                    <a:pt x="7571432" y="197052"/>
                  </a:lnTo>
                  <a:lnTo>
                    <a:pt x="7571578" y="197052"/>
                  </a:lnTo>
                  <a:lnTo>
                    <a:pt x="7571723" y="197052"/>
                  </a:lnTo>
                  <a:lnTo>
                    <a:pt x="7571869" y="197052"/>
                  </a:lnTo>
                  <a:lnTo>
                    <a:pt x="7572014" y="197052"/>
                  </a:lnTo>
                  <a:lnTo>
                    <a:pt x="7572160" y="197052"/>
                  </a:lnTo>
                  <a:lnTo>
                    <a:pt x="7572305" y="197052"/>
                  </a:lnTo>
                  <a:lnTo>
                    <a:pt x="7572450" y="197052"/>
                  </a:lnTo>
                  <a:lnTo>
                    <a:pt x="7572596" y="197052"/>
                  </a:lnTo>
                  <a:lnTo>
                    <a:pt x="7572741" y="197052"/>
                  </a:lnTo>
                  <a:lnTo>
                    <a:pt x="7572887" y="197052"/>
                  </a:lnTo>
                  <a:lnTo>
                    <a:pt x="7573032" y="197052"/>
                  </a:lnTo>
                  <a:lnTo>
                    <a:pt x="7573178" y="197052"/>
                  </a:lnTo>
                  <a:lnTo>
                    <a:pt x="7573323" y="197052"/>
                  </a:lnTo>
                  <a:lnTo>
                    <a:pt x="7573468" y="197052"/>
                  </a:lnTo>
                  <a:lnTo>
                    <a:pt x="7573614" y="197052"/>
                  </a:lnTo>
                  <a:lnTo>
                    <a:pt x="7573759" y="197052"/>
                  </a:lnTo>
                  <a:lnTo>
                    <a:pt x="7573905" y="197052"/>
                  </a:lnTo>
                  <a:lnTo>
                    <a:pt x="7574050" y="197052"/>
                  </a:lnTo>
                  <a:lnTo>
                    <a:pt x="7574196" y="197052"/>
                  </a:lnTo>
                  <a:lnTo>
                    <a:pt x="7574341" y="197052"/>
                  </a:lnTo>
                  <a:lnTo>
                    <a:pt x="7574486" y="197052"/>
                  </a:lnTo>
                  <a:lnTo>
                    <a:pt x="7574632" y="197052"/>
                  </a:lnTo>
                  <a:lnTo>
                    <a:pt x="7574777" y="197052"/>
                  </a:lnTo>
                  <a:lnTo>
                    <a:pt x="7574923" y="197052"/>
                  </a:lnTo>
                  <a:lnTo>
                    <a:pt x="7575068" y="197052"/>
                  </a:lnTo>
                  <a:lnTo>
                    <a:pt x="7575214" y="197052"/>
                  </a:lnTo>
                  <a:lnTo>
                    <a:pt x="7575214" y="196428"/>
                  </a:lnTo>
                  <a:lnTo>
                    <a:pt x="7575359" y="196428"/>
                  </a:lnTo>
                  <a:lnTo>
                    <a:pt x="7575504" y="196428"/>
                  </a:lnTo>
                  <a:lnTo>
                    <a:pt x="7575650" y="196428"/>
                  </a:lnTo>
                  <a:lnTo>
                    <a:pt x="7575795" y="196428"/>
                  </a:lnTo>
                  <a:lnTo>
                    <a:pt x="7575941" y="196428"/>
                  </a:lnTo>
                  <a:lnTo>
                    <a:pt x="7576086" y="196428"/>
                  </a:lnTo>
                  <a:lnTo>
                    <a:pt x="7576231" y="196428"/>
                  </a:lnTo>
                  <a:lnTo>
                    <a:pt x="7576377" y="196428"/>
                  </a:lnTo>
                  <a:lnTo>
                    <a:pt x="7576522" y="196428"/>
                  </a:lnTo>
                  <a:lnTo>
                    <a:pt x="7576668" y="196428"/>
                  </a:lnTo>
                  <a:lnTo>
                    <a:pt x="7576813" y="196428"/>
                  </a:lnTo>
                  <a:lnTo>
                    <a:pt x="7576959" y="196428"/>
                  </a:lnTo>
                  <a:lnTo>
                    <a:pt x="7577104" y="196428"/>
                  </a:lnTo>
                  <a:lnTo>
                    <a:pt x="7577249" y="196428"/>
                  </a:lnTo>
                  <a:lnTo>
                    <a:pt x="7577395" y="196428"/>
                  </a:lnTo>
                  <a:lnTo>
                    <a:pt x="7577540" y="196428"/>
                  </a:lnTo>
                  <a:lnTo>
                    <a:pt x="7577686" y="196428"/>
                  </a:lnTo>
                  <a:lnTo>
                    <a:pt x="7577831" y="196428"/>
                  </a:lnTo>
                  <a:lnTo>
                    <a:pt x="7577977" y="196428"/>
                  </a:lnTo>
                  <a:lnTo>
                    <a:pt x="7578122" y="196428"/>
                  </a:lnTo>
                  <a:lnTo>
                    <a:pt x="7578267" y="196428"/>
                  </a:lnTo>
                  <a:lnTo>
                    <a:pt x="7578413" y="196428"/>
                  </a:lnTo>
                  <a:lnTo>
                    <a:pt x="7578558" y="196428"/>
                  </a:lnTo>
                  <a:lnTo>
                    <a:pt x="7578704" y="196428"/>
                  </a:lnTo>
                  <a:lnTo>
                    <a:pt x="7578849" y="196428"/>
                  </a:lnTo>
                  <a:lnTo>
                    <a:pt x="7578995" y="196428"/>
                  </a:lnTo>
                  <a:lnTo>
                    <a:pt x="7579140" y="196428"/>
                  </a:lnTo>
                  <a:lnTo>
                    <a:pt x="7579285" y="196428"/>
                  </a:lnTo>
                  <a:lnTo>
                    <a:pt x="7579431" y="196428"/>
                  </a:lnTo>
                  <a:lnTo>
                    <a:pt x="7579576" y="196428"/>
                  </a:lnTo>
                  <a:lnTo>
                    <a:pt x="7579576" y="195804"/>
                  </a:lnTo>
                  <a:lnTo>
                    <a:pt x="7579722" y="195804"/>
                  </a:lnTo>
                  <a:lnTo>
                    <a:pt x="7579867" y="195804"/>
                  </a:lnTo>
                  <a:lnTo>
                    <a:pt x="7580013" y="195804"/>
                  </a:lnTo>
                  <a:lnTo>
                    <a:pt x="7580158" y="195804"/>
                  </a:lnTo>
                  <a:lnTo>
                    <a:pt x="7580303" y="195804"/>
                  </a:lnTo>
                  <a:lnTo>
                    <a:pt x="7580449" y="195804"/>
                  </a:lnTo>
                  <a:lnTo>
                    <a:pt x="7580594" y="195804"/>
                  </a:lnTo>
                  <a:lnTo>
                    <a:pt x="7580740" y="195804"/>
                  </a:lnTo>
                  <a:lnTo>
                    <a:pt x="7580885" y="195804"/>
                  </a:lnTo>
                  <a:lnTo>
                    <a:pt x="7581031" y="195804"/>
                  </a:lnTo>
                  <a:lnTo>
                    <a:pt x="7581176" y="195804"/>
                  </a:lnTo>
                  <a:lnTo>
                    <a:pt x="7581321" y="195804"/>
                  </a:lnTo>
                  <a:lnTo>
                    <a:pt x="7581467" y="195804"/>
                  </a:lnTo>
                  <a:lnTo>
                    <a:pt x="7581612" y="195804"/>
                  </a:lnTo>
                  <a:lnTo>
                    <a:pt x="7581758" y="195804"/>
                  </a:lnTo>
                  <a:lnTo>
                    <a:pt x="7581903" y="195804"/>
                  </a:lnTo>
                  <a:lnTo>
                    <a:pt x="7582049" y="195804"/>
                  </a:lnTo>
                  <a:lnTo>
                    <a:pt x="7582194" y="195804"/>
                  </a:lnTo>
                  <a:lnTo>
                    <a:pt x="7582339" y="195804"/>
                  </a:lnTo>
                  <a:lnTo>
                    <a:pt x="7582485" y="195804"/>
                  </a:lnTo>
                  <a:lnTo>
                    <a:pt x="7582630" y="195804"/>
                  </a:lnTo>
                  <a:lnTo>
                    <a:pt x="7582776" y="195804"/>
                  </a:lnTo>
                  <a:lnTo>
                    <a:pt x="7582921" y="195804"/>
                  </a:lnTo>
                  <a:lnTo>
                    <a:pt x="7583066" y="195804"/>
                  </a:lnTo>
                  <a:lnTo>
                    <a:pt x="7583212" y="195804"/>
                  </a:lnTo>
                  <a:lnTo>
                    <a:pt x="7583357" y="195804"/>
                  </a:lnTo>
                  <a:lnTo>
                    <a:pt x="7583503" y="195804"/>
                  </a:lnTo>
                  <a:lnTo>
                    <a:pt x="7583648" y="195804"/>
                  </a:lnTo>
                  <a:lnTo>
                    <a:pt x="7583794" y="195804"/>
                  </a:lnTo>
                  <a:lnTo>
                    <a:pt x="7583939" y="195804"/>
                  </a:lnTo>
                  <a:lnTo>
                    <a:pt x="7584084" y="195804"/>
                  </a:lnTo>
                  <a:lnTo>
                    <a:pt x="7584230" y="195804"/>
                  </a:lnTo>
                  <a:lnTo>
                    <a:pt x="7584375" y="195804"/>
                  </a:lnTo>
                  <a:lnTo>
                    <a:pt x="7584521" y="195804"/>
                  </a:lnTo>
                  <a:lnTo>
                    <a:pt x="7584666" y="195804"/>
                  </a:lnTo>
                  <a:lnTo>
                    <a:pt x="7584812" y="195804"/>
                  </a:lnTo>
                  <a:lnTo>
                    <a:pt x="7584957" y="195804"/>
                  </a:lnTo>
                  <a:lnTo>
                    <a:pt x="7585102" y="195804"/>
                  </a:lnTo>
                  <a:lnTo>
                    <a:pt x="7585248" y="195804"/>
                  </a:lnTo>
                  <a:lnTo>
                    <a:pt x="7585393" y="195804"/>
                  </a:lnTo>
                  <a:lnTo>
                    <a:pt x="7585539" y="195804"/>
                  </a:lnTo>
                  <a:lnTo>
                    <a:pt x="7585684" y="195804"/>
                  </a:lnTo>
                  <a:lnTo>
                    <a:pt x="7585830" y="195804"/>
                  </a:lnTo>
                  <a:lnTo>
                    <a:pt x="7585975" y="195804"/>
                  </a:lnTo>
                  <a:lnTo>
                    <a:pt x="7585975" y="195181"/>
                  </a:lnTo>
                  <a:lnTo>
                    <a:pt x="7586120" y="195181"/>
                  </a:lnTo>
                  <a:lnTo>
                    <a:pt x="7586266" y="195181"/>
                  </a:lnTo>
                  <a:lnTo>
                    <a:pt x="7586411" y="195181"/>
                  </a:lnTo>
                  <a:lnTo>
                    <a:pt x="7586557" y="195181"/>
                  </a:lnTo>
                  <a:lnTo>
                    <a:pt x="7586702" y="195181"/>
                  </a:lnTo>
                  <a:lnTo>
                    <a:pt x="7586848" y="195181"/>
                  </a:lnTo>
                  <a:lnTo>
                    <a:pt x="7586993" y="195181"/>
                  </a:lnTo>
                  <a:lnTo>
                    <a:pt x="7587138" y="195181"/>
                  </a:lnTo>
                  <a:lnTo>
                    <a:pt x="7587284" y="195181"/>
                  </a:lnTo>
                  <a:lnTo>
                    <a:pt x="7587429" y="195181"/>
                  </a:lnTo>
                  <a:lnTo>
                    <a:pt x="7587575" y="195181"/>
                  </a:lnTo>
                  <a:lnTo>
                    <a:pt x="7587720" y="195181"/>
                  </a:lnTo>
                  <a:lnTo>
                    <a:pt x="7587866" y="195181"/>
                  </a:lnTo>
                  <a:lnTo>
                    <a:pt x="7588011" y="195181"/>
                  </a:lnTo>
                  <a:lnTo>
                    <a:pt x="7588156" y="195181"/>
                  </a:lnTo>
                  <a:lnTo>
                    <a:pt x="7588302" y="195181"/>
                  </a:lnTo>
                  <a:lnTo>
                    <a:pt x="7588447" y="195181"/>
                  </a:lnTo>
                  <a:lnTo>
                    <a:pt x="7588593" y="195181"/>
                  </a:lnTo>
                  <a:lnTo>
                    <a:pt x="7588738" y="195181"/>
                  </a:lnTo>
                  <a:lnTo>
                    <a:pt x="7588883" y="195181"/>
                  </a:lnTo>
                  <a:lnTo>
                    <a:pt x="7589029" y="195181"/>
                  </a:lnTo>
                  <a:lnTo>
                    <a:pt x="7589174" y="195181"/>
                  </a:lnTo>
                  <a:lnTo>
                    <a:pt x="7589320" y="195181"/>
                  </a:lnTo>
                  <a:lnTo>
                    <a:pt x="7589465" y="195181"/>
                  </a:lnTo>
                  <a:lnTo>
                    <a:pt x="7589611" y="195181"/>
                  </a:lnTo>
                  <a:lnTo>
                    <a:pt x="7589756" y="195181"/>
                  </a:lnTo>
                  <a:lnTo>
                    <a:pt x="7589901" y="195181"/>
                  </a:lnTo>
                  <a:lnTo>
                    <a:pt x="7589901" y="194557"/>
                  </a:lnTo>
                  <a:lnTo>
                    <a:pt x="7590047" y="194557"/>
                  </a:lnTo>
                  <a:lnTo>
                    <a:pt x="7590192" y="194557"/>
                  </a:lnTo>
                  <a:lnTo>
                    <a:pt x="7590338" y="194557"/>
                  </a:lnTo>
                  <a:lnTo>
                    <a:pt x="7590483" y="194557"/>
                  </a:lnTo>
                  <a:lnTo>
                    <a:pt x="7590629" y="194557"/>
                  </a:lnTo>
                  <a:lnTo>
                    <a:pt x="7590774" y="194557"/>
                  </a:lnTo>
                  <a:lnTo>
                    <a:pt x="7590919" y="194557"/>
                  </a:lnTo>
                  <a:lnTo>
                    <a:pt x="7591065" y="194557"/>
                  </a:lnTo>
                  <a:lnTo>
                    <a:pt x="7591210" y="194557"/>
                  </a:lnTo>
                  <a:lnTo>
                    <a:pt x="7591356" y="194557"/>
                  </a:lnTo>
                  <a:lnTo>
                    <a:pt x="7591501" y="194557"/>
                  </a:lnTo>
                  <a:lnTo>
                    <a:pt x="7591647" y="194557"/>
                  </a:lnTo>
                  <a:lnTo>
                    <a:pt x="7591792" y="194557"/>
                  </a:lnTo>
                  <a:lnTo>
                    <a:pt x="7591937" y="194557"/>
                  </a:lnTo>
                  <a:lnTo>
                    <a:pt x="7592083" y="194557"/>
                  </a:lnTo>
                  <a:lnTo>
                    <a:pt x="7592228" y="194557"/>
                  </a:lnTo>
                  <a:lnTo>
                    <a:pt x="7592374" y="194557"/>
                  </a:lnTo>
                  <a:lnTo>
                    <a:pt x="7592519" y="194557"/>
                  </a:lnTo>
                  <a:lnTo>
                    <a:pt x="7592665" y="194557"/>
                  </a:lnTo>
                  <a:lnTo>
                    <a:pt x="7592810" y="194557"/>
                  </a:lnTo>
                  <a:lnTo>
                    <a:pt x="7592955" y="194557"/>
                  </a:lnTo>
                  <a:lnTo>
                    <a:pt x="7593101" y="194557"/>
                  </a:lnTo>
                  <a:lnTo>
                    <a:pt x="7593246" y="194557"/>
                  </a:lnTo>
                  <a:lnTo>
                    <a:pt x="7593392" y="194557"/>
                  </a:lnTo>
                  <a:lnTo>
                    <a:pt x="7593392" y="193934"/>
                  </a:lnTo>
                  <a:lnTo>
                    <a:pt x="7593537" y="193934"/>
                  </a:lnTo>
                  <a:lnTo>
                    <a:pt x="7593683" y="193934"/>
                  </a:lnTo>
                  <a:lnTo>
                    <a:pt x="7593828" y="193934"/>
                  </a:lnTo>
                  <a:lnTo>
                    <a:pt x="7593973" y="193934"/>
                  </a:lnTo>
                  <a:lnTo>
                    <a:pt x="7593973" y="193310"/>
                  </a:lnTo>
                  <a:lnTo>
                    <a:pt x="7594119" y="193310"/>
                  </a:lnTo>
                  <a:lnTo>
                    <a:pt x="7594119" y="192686"/>
                  </a:lnTo>
                  <a:lnTo>
                    <a:pt x="7594119" y="192063"/>
                  </a:lnTo>
                  <a:lnTo>
                    <a:pt x="7594264" y="192063"/>
                  </a:lnTo>
                  <a:lnTo>
                    <a:pt x="7594410" y="192063"/>
                  </a:lnTo>
                  <a:lnTo>
                    <a:pt x="7594555" y="192063"/>
                  </a:lnTo>
                  <a:lnTo>
                    <a:pt x="7594701" y="192063"/>
                  </a:lnTo>
                  <a:lnTo>
                    <a:pt x="7594846" y="192063"/>
                  </a:lnTo>
                  <a:lnTo>
                    <a:pt x="7594991" y="192063"/>
                  </a:lnTo>
                  <a:lnTo>
                    <a:pt x="7595137" y="192063"/>
                  </a:lnTo>
                  <a:lnTo>
                    <a:pt x="7595282" y="192063"/>
                  </a:lnTo>
                  <a:lnTo>
                    <a:pt x="7595428" y="192063"/>
                  </a:lnTo>
                  <a:lnTo>
                    <a:pt x="7595573" y="192063"/>
                  </a:lnTo>
                  <a:lnTo>
                    <a:pt x="7595718" y="192063"/>
                  </a:lnTo>
                  <a:lnTo>
                    <a:pt x="7595864" y="192063"/>
                  </a:lnTo>
                  <a:lnTo>
                    <a:pt x="7596009" y="192063"/>
                  </a:lnTo>
                  <a:lnTo>
                    <a:pt x="7596155" y="192063"/>
                  </a:lnTo>
                  <a:lnTo>
                    <a:pt x="7596300" y="192063"/>
                  </a:lnTo>
                  <a:lnTo>
                    <a:pt x="7596446" y="192063"/>
                  </a:lnTo>
                  <a:lnTo>
                    <a:pt x="7596591" y="192063"/>
                  </a:lnTo>
                  <a:lnTo>
                    <a:pt x="7596736" y="192063"/>
                  </a:lnTo>
                  <a:lnTo>
                    <a:pt x="7596882" y="192063"/>
                  </a:lnTo>
                  <a:lnTo>
                    <a:pt x="7596882" y="191439"/>
                  </a:lnTo>
                  <a:lnTo>
                    <a:pt x="7597027" y="191439"/>
                  </a:lnTo>
                  <a:lnTo>
                    <a:pt x="7597173" y="191439"/>
                  </a:lnTo>
                  <a:lnTo>
                    <a:pt x="7597318" y="191439"/>
                  </a:lnTo>
                  <a:lnTo>
                    <a:pt x="7597318" y="190816"/>
                  </a:lnTo>
                  <a:lnTo>
                    <a:pt x="7597464" y="190816"/>
                  </a:lnTo>
                  <a:lnTo>
                    <a:pt x="7597609" y="190816"/>
                  </a:lnTo>
                  <a:lnTo>
                    <a:pt x="7597754" y="190816"/>
                  </a:lnTo>
                  <a:lnTo>
                    <a:pt x="7597900" y="190816"/>
                  </a:lnTo>
                  <a:lnTo>
                    <a:pt x="7598045" y="190816"/>
                  </a:lnTo>
                  <a:lnTo>
                    <a:pt x="7598191" y="190816"/>
                  </a:lnTo>
                  <a:lnTo>
                    <a:pt x="7598336" y="190816"/>
                  </a:lnTo>
                  <a:lnTo>
                    <a:pt x="7598482" y="190816"/>
                  </a:lnTo>
                  <a:lnTo>
                    <a:pt x="7598627" y="190816"/>
                  </a:lnTo>
                  <a:lnTo>
                    <a:pt x="7598772" y="190816"/>
                  </a:lnTo>
                  <a:lnTo>
                    <a:pt x="7598918" y="190816"/>
                  </a:lnTo>
                  <a:lnTo>
                    <a:pt x="7599063" y="190816"/>
                  </a:lnTo>
                  <a:lnTo>
                    <a:pt x="7599209" y="190816"/>
                  </a:lnTo>
                  <a:lnTo>
                    <a:pt x="7599354" y="190816"/>
                  </a:lnTo>
                  <a:lnTo>
                    <a:pt x="7599500" y="190816"/>
                  </a:lnTo>
                  <a:lnTo>
                    <a:pt x="7599645" y="190816"/>
                  </a:lnTo>
                  <a:lnTo>
                    <a:pt x="7599790" y="190816"/>
                  </a:lnTo>
                  <a:lnTo>
                    <a:pt x="7599936" y="190816"/>
                  </a:lnTo>
                  <a:lnTo>
                    <a:pt x="7600081" y="190816"/>
                  </a:lnTo>
                  <a:lnTo>
                    <a:pt x="7600227" y="190816"/>
                  </a:lnTo>
                  <a:lnTo>
                    <a:pt x="7600372" y="190816"/>
                  </a:lnTo>
                  <a:lnTo>
                    <a:pt x="7600518" y="190816"/>
                  </a:lnTo>
                  <a:lnTo>
                    <a:pt x="7600518" y="190192"/>
                  </a:lnTo>
                  <a:lnTo>
                    <a:pt x="7600663" y="190192"/>
                  </a:lnTo>
                  <a:lnTo>
                    <a:pt x="7600808" y="190192"/>
                  </a:lnTo>
                  <a:lnTo>
                    <a:pt x="7600954" y="190192"/>
                  </a:lnTo>
                  <a:lnTo>
                    <a:pt x="7601099" y="190192"/>
                  </a:lnTo>
                  <a:lnTo>
                    <a:pt x="7601245" y="190192"/>
                  </a:lnTo>
                  <a:lnTo>
                    <a:pt x="7601390" y="190192"/>
                  </a:lnTo>
                  <a:lnTo>
                    <a:pt x="7601536" y="190192"/>
                  </a:lnTo>
                  <a:lnTo>
                    <a:pt x="7601681" y="190192"/>
                  </a:lnTo>
                  <a:lnTo>
                    <a:pt x="7601826" y="190192"/>
                  </a:lnTo>
                  <a:lnTo>
                    <a:pt x="7601826" y="189569"/>
                  </a:lnTo>
                  <a:lnTo>
                    <a:pt x="7601972" y="189569"/>
                  </a:lnTo>
                  <a:lnTo>
                    <a:pt x="7602117" y="189569"/>
                  </a:lnTo>
                  <a:lnTo>
                    <a:pt x="7602263" y="189569"/>
                  </a:lnTo>
                  <a:lnTo>
                    <a:pt x="7602408" y="189569"/>
                  </a:lnTo>
                  <a:lnTo>
                    <a:pt x="7602553" y="189569"/>
                  </a:lnTo>
                  <a:lnTo>
                    <a:pt x="7602699" y="189569"/>
                  </a:lnTo>
                  <a:lnTo>
                    <a:pt x="7602844" y="189569"/>
                  </a:lnTo>
                  <a:lnTo>
                    <a:pt x="7602990" y="189569"/>
                  </a:lnTo>
                  <a:lnTo>
                    <a:pt x="7603135" y="189569"/>
                  </a:lnTo>
                  <a:lnTo>
                    <a:pt x="7603281" y="189569"/>
                  </a:lnTo>
                  <a:lnTo>
                    <a:pt x="7603426" y="189569"/>
                  </a:lnTo>
                  <a:lnTo>
                    <a:pt x="7603571" y="189569"/>
                  </a:lnTo>
                  <a:lnTo>
                    <a:pt x="7603717" y="189569"/>
                  </a:lnTo>
                  <a:lnTo>
                    <a:pt x="7603862" y="189569"/>
                  </a:lnTo>
                  <a:lnTo>
                    <a:pt x="7604008" y="189569"/>
                  </a:lnTo>
                  <a:lnTo>
                    <a:pt x="7604153" y="189569"/>
                  </a:lnTo>
                  <a:lnTo>
                    <a:pt x="7604299" y="189569"/>
                  </a:lnTo>
                  <a:lnTo>
                    <a:pt x="7604444" y="189569"/>
                  </a:lnTo>
                  <a:lnTo>
                    <a:pt x="7604589" y="189569"/>
                  </a:lnTo>
                  <a:lnTo>
                    <a:pt x="7604589" y="188945"/>
                  </a:lnTo>
                  <a:lnTo>
                    <a:pt x="7604735" y="188945"/>
                  </a:lnTo>
                  <a:lnTo>
                    <a:pt x="7604880" y="188945"/>
                  </a:lnTo>
                  <a:lnTo>
                    <a:pt x="7605026" y="188945"/>
                  </a:lnTo>
                  <a:lnTo>
                    <a:pt x="7605026" y="188321"/>
                  </a:lnTo>
                  <a:lnTo>
                    <a:pt x="7605171" y="188321"/>
                  </a:lnTo>
                  <a:lnTo>
                    <a:pt x="7605317" y="188321"/>
                  </a:lnTo>
                  <a:lnTo>
                    <a:pt x="7605462" y="188321"/>
                  </a:lnTo>
                  <a:lnTo>
                    <a:pt x="7605607" y="188321"/>
                  </a:lnTo>
                  <a:lnTo>
                    <a:pt x="7605753" y="188321"/>
                  </a:lnTo>
                  <a:lnTo>
                    <a:pt x="7605898" y="188321"/>
                  </a:lnTo>
                  <a:lnTo>
                    <a:pt x="7606044" y="188321"/>
                  </a:lnTo>
                  <a:lnTo>
                    <a:pt x="7606189" y="188321"/>
                  </a:lnTo>
                  <a:lnTo>
                    <a:pt x="7606335" y="188321"/>
                  </a:lnTo>
                  <a:lnTo>
                    <a:pt x="7606480" y="188321"/>
                  </a:lnTo>
                  <a:lnTo>
                    <a:pt x="7606625" y="188321"/>
                  </a:lnTo>
                  <a:lnTo>
                    <a:pt x="7606771" y="188321"/>
                  </a:lnTo>
                  <a:lnTo>
                    <a:pt x="7606916" y="188321"/>
                  </a:lnTo>
                  <a:lnTo>
                    <a:pt x="7607062" y="188321"/>
                  </a:lnTo>
                  <a:lnTo>
                    <a:pt x="7607207" y="188321"/>
                  </a:lnTo>
                  <a:lnTo>
                    <a:pt x="7607353" y="188321"/>
                  </a:lnTo>
                  <a:lnTo>
                    <a:pt x="7607498" y="188321"/>
                  </a:lnTo>
                  <a:lnTo>
                    <a:pt x="7607643" y="188321"/>
                  </a:lnTo>
                  <a:lnTo>
                    <a:pt x="7607643" y="187698"/>
                  </a:lnTo>
                  <a:lnTo>
                    <a:pt x="7607789" y="187698"/>
                  </a:lnTo>
                  <a:lnTo>
                    <a:pt x="7607934" y="187698"/>
                  </a:lnTo>
                  <a:lnTo>
                    <a:pt x="7608080" y="187698"/>
                  </a:lnTo>
                  <a:lnTo>
                    <a:pt x="7608225" y="187698"/>
                  </a:lnTo>
                  <a:lnTo>
                    <a:pt x="7608371" y="187698"/>
                  </a:lnTo>
                  <a:lnTo>
                    <a:pt x="7608516" y="187698"/>
                  </a:lnTo>
                  <a:lnTo>
                    <a:pt x="7608661" y="187698"/>
                  </a:lnTo>
                  <a:lnTo>
                    <a:pt x="7608807" y="187698"/>
                  </a:lnTo>
                  <a:lnTo>
                    <a:pt x="7608952" y="187698"/>
                  </a:lnTo>
                  <a:lnTo>
                    <a:pt x="7609098" y="187698"/>
                  </a:lnTo>
                  <a:lnTo>
                    <a:pt x="7609243" y="187698"/>
                  </a:lnTo>
                  <a:lnTo>
                    <a:pt x="7609388" y="187698"/>
                  </a:lnTo>
                  <a:lnTo>
                    <a:pt x="7609534" y="187698"/>
                  </a:lnTo>
                  <a:lnTo>
                    <a:pt x="7609679" y="187698"/>
                  </a:lnTo>
                  <a:lnTo>
                    <a:pt x="7609825" y="187698"/>
                  </a:lnTo>
                  <a:lnTo>
                    <a:pt x="7609970" y="187698"/>
                  </a:lnTo>
                  <a:lnTo>
                    <a:pt x="7609970" y="187074"/>
                  </a:lnTo>
                  <a:lnTo>
                    <a:pt x="7610116" y="187074"/>
                  </a:lnTo>
                  <a:lnTo>
                    <a:pt x="7610261" y="187074"/>
                  </a:lnTo>
                  <a:lnTo>
                    <a:pt x="7610406" y="187074"/>
                  </a:lnTo>
                  <a:lnTo>
                    <a:pt x="7610552" y="187074"/>
                  </a:lnTo>
                  <a:lnTo>
                    <a:pt x="7610697" y="187074"/>
                  </a:lnTo>
                  <a:lnTo>
                    <a:pt x="7610843" y="187074"/>
                  </a:lnTo>
                  <a:lnTo>
                    <a:pt x="7610988" y="187074"/>
                  </a:lnTo>
                  <a:lnTo>
                    <a:pt x="7611134" y="187074"/>
                  </a:lnTo>
                  <a:lnTo>
                    <a:pt x="7611279" y="187074"/>
                  </a:lnTo>
                  <a:lnTo>
                    <a:pt x="7611424" y="187074"/>
                  </a:lnTo>
                  <a:lnTo>
                    <a:pt x="7611570" y="187074"/>
                  </a:lnTo>
                  <a:lnTo>
                    <a:pt x="7611715" y="187074"/>
                  </a:lnTo>
                  <a:lnTo>
                    <a:pt x="7611861" y="187074"/>
                  </a:lnTo>
                  <a:lnTo>
                    <a:pt x="7612006" y="187074"/>
                  </a:lnTo>
                  <a:lnTo>
                    <a:pt x="7612152" y="187074"/>
                  </a:lnTo>
                  <a:lnTo>
                    <a:pt x="7612297" y="187074"/>
                  </a:lnTo>
                  <a:lnTo>
                    <a:pt x="7612442" y="187074"/>
                  </a:lnTo>
                  <a:lnTo>
                    <a:pt x="7612588" y="187074"/>
                  </a:lnTo>
                  <a:lnTo>
                    <a:pt x="7612733" y="187074"/>
                  </a:lnTo>
                  <a:lnTo>
                    <a:pt x="7612879" y="187074"/>
                  </a:lnTo>
                  <a:lnTo>
                    <a:pt x="7613024" y="187074"/>
                  </a:lnTo>
                  <a:lnTo>
                    <a:pt x="7613170" y="187074"/>
                  </a:lnTo>
                  <a:lnTo>
                    <a:pt x="7613315" y="187074"/>
                  </a:lnTo>
                  <a:lnTo>
                    <a:pt x="7613460" y="187074"/>
                  </a:lnTo>
                  <a:lnTo>
                    <a:pt x="7613606" y="187074"/>
                  </a:lnTo>
                  <a:lnTo>
                    <a:pt x="7613751" y="187074"/>
                  </a:lnTo>
                  <a:lnTo>
                    <a:pt x="7613897" y="187074"/>
                  </a:lnTo>
                  <a:lnTo>
                    <a:pt x="7614042" y="187074"/>
                  </a:lnTo>
                  <a:lnTo>
                    <a:pt x="7614188" y="187074"/>
                  </a:lnTo>
                  <a:lnTo>
                    <a:pt x="7614333" y="187074"/>
                  </a:lnTo>
                  <a:lnTo>
                    <a:pt x="7614478" y="187074"/>
                  </a:lnTo>
                  <a:lnTo>
                    <a:pt x="7614624" y="187074"/>
                  </a:lnTo>
                  <a:lnTo>
                    <a:pt x="7614769" y="187074"/>
                  </a:lnTo>
                  <a:lnTo>
                    <a:pt x="7614915" y="187074"/>
                  </a:lnTo>
                  <a:lnTo>
                    <a:pt x="7615060" y="187074"/>
                  </a:lnTo>
                  <a:lnTo>
                    <a:pt x="7615206" y="187074"/>
                  </a:lnTo>
                  <a:lnTo>
                    <a:pt x="7615351" y="187074"/>
                  </a:lnTo>
                  <a:lnTo>
                    <a:pt x="7615496" y="187074"/>
                  </a:lnTo>
                  <a:lnTo>
                    <a:pt x="7615642" y="187074"/>
                  </a:lnTo>
                  <a:lnTo>
                    <a:pt x="7615787" y="187074"/>
                  </a:lnTo>
                  <a:lnTo>
                    <a:pt x="7615933" y="187074"/>
                  </a:lnTo>
                  <a:lnTo>
                    <a:pt x="7616078" y="187074"/>
                  </a:lnTo>
                  <a:lnTo>
                    <a:pt x="7616223" y="187074"/>
                  </a:lnTo>
                  <a:lnTo>
                    <a:pt x="7616369" y="187074"/>
                  </a:lnTo>
                  <a:lnTo>
                    <a:pt x="7616514" y="187074"/>
                  </a:lnTo>
                  <a:lnTo>
                    <a:pt x="7616660" y="187074"/>
                  </a:lnTo>
                  <a:lnTo>
                    <a:pt x="7616805" y="187074"/>
                  </a:lnTo>
                  <a:lnTo>
                    <a:pt x="7616951" y="187074"/>
                  </a:lnTo>
                  <a:lnTo>
                    <a:pt x="7617096" y="187074"/>
                  </a:lnTo>
                  <a:lnTo>
                    <a:pt x="7617241" y="187074"/>
                  </a:lnTo>
                  <a:lnTo>
                    <a:pt x="7617387" y="187074"/>
                  </a:lnTo>
                  <a:lnTo>
                    <a:pt x="7617532" y="187074"/>
                  </a:lnTo>
                  <a:lnTo>
                    <a:pt x="7617678" y="187074"/>
                  </a:lnTo>
                  <a:lnTo>
                    <a:pt x="7617823" y="187074"/>
                  </a:lnTo>
                  <a:lnTo>
                    <a:pt x="7617969" y="187074"/>
                  </a:lnTo>
                  <a:lnTo>
                    <a:pt x="7617969" y="186451"/>
                  </a:lnTo>
                  <a:lnTo>
                    <a:pt x="7618114" y="186451"/>
                  </a:lnTo>
                  <a:lnTo>
                    <a:pt x="7618259" y="186451"/>
                  </a:lnTo>
                  <a:lnTo>
                    <a:pt x="7618405" y="186451"/>
                  </a:lnTo>
                  <a:lnTo>
                    <a:pt x="7618550" y="186451"/>
                  </a:lnTo>
                  <a:lnTo>
                    <a:pt x="7618696" y="186451"/>
                  </a:lnTo>
                  <a:lnTo>
                    <a:pt x="7618841" y="186451"/>
                  </a:lnTo>
                  <a:lnTo>
                    <a:pt x="7618987" y="186451"/>
                  </a:lnTo>
                  <a:lnTo>
                    <a:pt x="7619132" y="186451"/>
                  </a:lnTo>
                  <a:lnTo>
                    <a:pt x="7619277" y="186451"/>
                  </a:lnTo>
                  <a:lnTo>
                    <a:pt x="7619423" y="186451"/>
                  </a:lnTo>
                  <a:lnTo>
                    <a:pt x="7619568" y="186451"/>
                  </a:lnTo>
                  <a:lnTo>
                    <a:pt x="7619714" y="186451"/>
                  </a:lnTo>
                  <a:lnTo>
                    <a:pt x="7619859" y="186451"/>
                  </a:lnTo>
                  <a:lnTo>
                    <a:pt x="7620005" y="186451"/>
                  </a:lnTo>
                  <a:lnTo>
                    <a:pt x="7620150" y="186451"/>
                  </a:lnTo>
                  <a:lnTo>
                    <a:pt x="7620295" y="186451"/>
                  </a:lnTo>
                  <a:lnTo>
                    <a:pt x="7620441" y="186451"/>
                  </a:lnTo>
                  <a:lnTo>
                    <a:pt x="7620586" y="186451"/>
                  </a:lnTo>
                  <a:lnTo>
                    <a:pt x="7620732" y="186451"/>
                  </a:lnTo>
                  <a:lnTo>
                    <a:pt x="7620877" y="186451"/>
                  </a:lnTo>
                  <a:lnTo>
                    <a:pt x="7621023" y="186451"/>
                  </a:lnTo>
                  <a:lnTo>
                    <a:pt x="7621168" y="186451"/>
                  </a:lnTo>
                  <a:lnTo>
                    <a:pt x="7621313" y="186451"/>
                  </a:lnTo>
                  <a:lnTo>
                    <a:pt x="7621459" y="186451"/>
                  </a:lnTo>
                  <a:lnTo>
                    <a:pt x="7621604" y="186451"/>
                  </a:lnTo>
                  <a:lnTo>
                    <a:pt x="7621750" y="186451"/>
                  </a:lnTo>
                  <a:lnTo>
                    <a:pt x="7621750" y="185827"/>
                  </a:lnTo>
                  <a:lnTo>
                    <a:pt x="7621895" y="185827"/>
                  </a:lnTo>
                  <a:lnTo>
                    <a:pt x="7622041" y="185827"/>
                  </a:lnTo>
                  <a:lnTo>
                    <a:pt x="7622186" y="185827"/>
                  </a:lnTo>
                  <a:lnTo>
                    <a:pt x="7622331" y="185827"/>
                  </a:lnTo>
                  <a:lnTo>
                    <a:pt x="7622477" y="185827"/>
                  </a:lnTo>
                  <a:lnTo>
                    <a:pt x="7622622" y="185827"/>
                  </a:lnTo>
                  <a:lnTo>
                    <a:pt x="7622622" y="185203"/>
                  </a:lnTo>
                  <a:lnTo>
                    <a:pt x="7622768" y="185203"/>
                  </a:lnTo>
                  <a:lnTo>
                    <a:pt x="7622913" y="185203"/>
                  </a:lnTo>
                  <a:lnTo>
                    <a:pt x="7623058" y="185203"/>
                  </a:lnTo>
                  <a:lnTo>
                    <a:pt x="7623204" y="185203"/>
                  </a:lnTo>
                  <a:lnTo>
                    <a:pt x="7623349" y="185203"/>
                  </a:lnTo>
                  <a:lnTo>
                    <a:pt x="7623349" y="184580"/>
                  </a:lnTo>
                  <a:lnTo>
                    <a:pt x="7623495" y="184580"/>
                  </a:lnTo>
                  <a:lnTo>
                    <a:pt x="7623640" y="184580"/>
                  </a:lnTo>
                  <a:lnTo>
                    <a:pt x="7623786" y="184580"/>
                  </a:lnTo>
                  <a:lnTo>
                    <a:pt x="7623931" y="184580"/>
                  </a:lnTo>
                  <a:lnTo>
                    <a:pt x="7624076" y="184580"/>
                  </a:lnTo>
                  <a:lnTo>
                    <a:pt x="7624222" y="184580"/>
                  </a:lnTo>
                  <a:lnTo>
                    <a:pt x="7624367" y="184580"/>
                  </a:lnTo>
                  <a:lnTo>
                    <a:pt x="7624513" y="184580"/>
                  </a:lnTo>
                  <a:lnTo>
                    <a:pt x="7624658" y="184580"/>
                  </a:lnTo>
                  <a:lnTo>
                    <a:pt x="7624804" y="184580"/>
                  </a:lnTo>
                  <a:lnTo>
                    <a:pt x="7624949" y="184580"/>
                  </a:lnTo>
                  <a:lnTo>
                    <a:pt x="7625094" y="184580"/>
                  </a:lnTo>
                  <a:lnTo>
                    <a:pt x="7625240" y="184580"/>
                  </a:lnTo>
                  <a:lnTo>
                    <a:pt x="7625385" y="184580"/>
                  </a:lnTo>
                  <a:lnTo>
                    <a:pt x="7625531" y="184580"/>
                  </a:lnTo>
                  <a:lnTo>
                    <a:pt x="7625676" y="184580"/>
                  </a:lnTo>
                  <a:lnTo>
                    <a:pt x="7625822" y="184580"/>
                  </a:lnTo>
                  <a:lnTo>
                    <a:pt x="7625967" y="184580"/>
                  </a:lnTo>
                  <a:lnTo>
                    <a:pt x="7626112" y="184580"/>
                  </a:lnTo>
                  <a:lnTo>
                    <a:pt x="7626258" y="184580"/>
                  </a:lnTo>
                  <a:lnTo>
                    <a:pt x="7626403" y="184580"/>
                  </a:lnTo>
                  <a:lnTo>
                    <a:pt x="7626549" y="184580"/>
                  </a:lnTo>
                  <a:lnTo>
                    <a:pt x="7626549" y="183956"/>
                  </a:lnTo>
                  <a:lnTo>
                    <a:pt x="7626694" y="183956"/>
                  </a:lnTo>
                  <a:lnTo>
                    <a:pt x="7626840" y="183956"/>
                  </a:lnTo>
                  <a:lnTo>
                    <a:pt x="7626985" y="183956"/>
                  </a:lnTo>
                  <a:lnTo>
                    <a:pt x="7627130" y="183956"/>
                  </a:lnTo>
                  <a:lnTo>
                    <a:pt x="7627276" y="183956"/>
                  </a:lnTo>
                  <a:lnTo>
                    <a:pt x="7627421" y="183956"/>
                  </a:lnTo>
                  <a:lnTo>
                    <a:pt x="7627567" y="183956"/>
                  </a:lnTo>
                  <a:lnTo>
                    <a:pt x="7627712" y="183956"/>
                  </a:lnTo>
                  <a:lnTo>
                    <a:pt x="7627858" y="183956"/>
                  </a:lnTo>
                  <a:lnTo>
                    <a:pt x="7628003" y="183956"/>
                  </a:lnTo>
                  <a:lnTo>
                    <a:pt x="7628148" y="183956"/>
                  </a:lnTo>
                  <a:lnTo>
                    <a:pt x="7628294" y="183956"/>
                  </a:lnTo>
                  <a:lnTo>
                    <a:pt x="7628439" y="183956"/>
                  </a:lnTo>
                  <a:lnTo>
                    <a:pt x="7628585" y="183956"/>
                  </a:lnTo>
                  <a:lnTo>
                    <a:pt x="7628730" y="183956"/>
                  </a:lnTo>
                  <a:lnTo>
                    <a:pt x="7628876" y="183956"/>
                  </a:lnTo>
                  <a:lnTo>
                    <a:pt x="7629021" y="183956"/>
                  </a:lnTo>
                  <a:lnTo>
                    <a:pt x="7629166" y="183956"/>
                  </a:lnTo>
                  <a:lnTo>
                    <a:pt x="7629312" y="183956"/>
                  </a:lnTo>
                  <a:lnTo>
                    <a:pt x="7629457" y="183956"/>
                  </a:lnTo>
                  <a:lnTo>
                    <a:pt x="7629603" y="183956"/>
                  </a:lnTo>
                  <a:lnTo>
                    <a:pt x="7629748" y="183956"/>
                  </a:lnTo>
                  <a:lnTo>
                    <a:pt x="7629893" y="183956"/>
                  </a:lnTo>
                  <a:lnTo>
                    <a:pt x="7629893" y="183333"/>
                  </a:lnTo>
                  <a:lnTo>
                    <a:pt x="7629893" y="182709"/>
                  </a:lnTo>
                  <a:lnTo>
                    <a:pt x="7630039" y="182709"/>
                  </a:lnTo>
                  <a:lnTo>
                    <a:pt x="7630184" y="182709"/>
                  </a:lnTo>
                  <a:lnTo>
                    <a:pt x="7630330" y="182709"/>
                  </a:lnTo>
                  <a:lnTo>
                    <a:pt x="7630475" y="182709"/>
                  </a:lnTo>
                  <a:lnTo>
                    <a:pt x="7630621" y="182709"/>
                  </a:lnTo>
                  <a:lnTo>
                    <a:pt x="7630766" y="182709"/>
                  </a:lnTo>
                  <a:lnTo>
                    <a:pt x="7630911" y="182709"/>
                  </a:lnTo>
                  <a:lnTo>
                    <a:pt x="7631057" y="182709"/>
                  </a:lnTo>
                  <a:lnTo>
                    <a:pt x="7631202" y="182709"/>
                  </a:lnTo>
                  <a:lnTo>
                    <a:pt x="7631348" y="182709"/>
                  </a:lnTo>
                  <a:lnTo>
                    <a:pt x="7631348" y="182086"/>
                  </a:lnTo>
                  <a:lnTo>
                    <a:pt x="7631493" y="182086"/>
                  </a:lnTo>
                  <a:lnTo>
                    <a:pt x="7631639" y="182086"/>
                  </a:lnTo>
                  <a:lnTo>
                    <a:pt x="7631784" y="182086"/>
                  </a:lnTo>
                  <a:lnTo>
                    <a:pt x="7631929" y="182086"/>
                  </a:lnTo>
                  <a:lnTo>
                    <a:pt x="7632075" y="182086"/>
                  </a:lnTo>
                  <a:lnTo>
                    <a:pt x="7632220" y="182086"/>
                  </a:lnTo>
                  <a:lnTo>
                    <a:pt x="7632366" y="182086"/>
                  </a:lnTo>
                  <a:lnTo>
                    <a:pt x="7632511" y="182086"/>
                  </a:lnTo>
                  <a:lnTo>
                    <a:pt x="7632657" y="182086"/>
                  </a:lnTo>
                  <a:lnTo>
                    <a:pt x="7632802" y="182086"/>
                  </a:lnTo>
                  <a:lnTo>
                    <a:pt x="7632947" y="182086"/>
                  </a:lnTo>
                  <a:lnTo>
                    <a:pt x="7633093" y="182086"/>
                  </a:lnTo>
                  <a:lnTo>
                    <a:pt x="7633238" y="182086"/>
                  </a:lnTo>
                  <a:lnTo>
                    <a:pt x="7633384" y="182086"/>
                  </a:lnTo>
                  <a:lnTo>
                    <a:pt x="7633529" y="182086"/>
                  </a:lnTo>
                  <a:lnTo>
                    <a:pt x="7633675" y="182086"/>
                  </a:lnTo>
                  <a:lnTo>
                    <a:pt x="7633820" y="182086"/>
                  </a:lnTo>
                  <a:lnTo>
                    <a:pt x="7633965" y="182086"/>
                  </a:lnTo>
                  <a:lnTo>
                    <a:pt x="7634111" y="182086"/>
                  </a:lnTo>
                  <a:lnTo>
                    <a:pt x="7634256" y="182086"/>
                  </a:lnTo>
                  <a:lnTo>
                    <a:pt x="7634402" y="182086"/>
                  </a:lnTo>
                  <a:lnTo>
                    <a:pt x="7634547" y="182086"/>
                  </a:lnTo>
                  <a:lnTo>
                    <a:pt x="7634693" y="182086"/>
                  </a:lnTo>
                  <a:lnTo>
                    <a:pt x="7634838" y="182086"/>
                  </a:lnTo>
                  <a:lnTo>
                    <a:pt x="7634983" y="182086"/>
                  </a:lnTo>
                  <a:lnTo>
                    <a:pt x="7635129" y="182086"/>
                  </a:lnTo>
                  <a:lnTo>
                    <a:pt x="7635274" y="182086"/>
                  </a:lnTo>
                  <a:lnTo>
                    <a:pt x="7635420" y="182086"/>
                  </a:lnTo>
                  <a:lnTo>
                    <a:pt x="7635420" y="181462"/>
                  </a:lnTo>
                  <a:lnTo>
                    <a:pt x="7635565" y="181462"/>
                  </a:lnTo>
                  <a:lnTo>
                    <a:pt x="7635565" y="180838"/>
                  </a:lnTo>
                  <a:lnTo>
                    <a:pt x="7635711" y="180838"/>
                  </a:lnTo>
                  <a:lnTo>
                    <a:pt x="7635856" y="180838"/>
                  </a:lnTo>
                  <a:lnTo>
                    <a:pt x="7636001" y="180838"/>
                  </a:lnTo>
                  <a:lnTo>
                    <a:pt x="7636001" y="180215"/>
                  </a:lnTo>
                  <a:lnTo>
                    <a:pt x="7636147" y="180215"/>
                  </a:lnTo>
                  <a:lnTo>
                    <a:pt x="7636292" y="180215"/>
                  </a:lnTo>
                  <a:lnTo>
                    <a:pt x="7636438" y="180215"/>
                  </a:lnTo>
                  <a:lnTo>
                    <a:pt x="7636583" y="180215"/>
                  </a:lnTo>
                  <a:lnTo>
                    <a:pt x="7636728" y="180215"/>
                  </a:lnTo>
                  <a:lnTo>
                    <a:pt x="7636874" y="180215"/>
                  </a:lnTo>
                  <a:lnTo>
                    <a:pt x="7637019" y="180215"/>
                  </a:lnTo>
                  <a:lnTo>
                    <a:pt x="7637165" y="180215"/>
                  </a:lnTo>
                  <a:lnTo>
                    <a:pt x="7637310" y="180215"/>
                  </a:lnTo>
                  <a:lnTo>
                    <a:pt x="7637456" y="180215"/>
                  </a:lnTo>
                  <a:lnTo>
                    <a:pt x="7637601" y="180215"/>
                  </a:lnTo>
                  <a:lnTo>
                    <a:pt x="7637746" y="180215"/>
                  </a:lnTo>
                  <a:lnTo>
                    <a:pt x="7637892" y="180215"/>
                  </a:lnTo>
                  <a:lnTo>
                    <a:pt x="7638037" y="180215"/>
                  </a:lnTo>
                  <a:lnTo>
                    <a:pt x="7638183" y="180215"/>
                  </a:lnTo>
                  <a:lnTo>
                    <a:pt x="7638328" y="180215"/>
                  </a:lnTo>
                  <a:lnTo>
                    <a:pt x="7638328" y="179591"/>
                  </a:lnTo>
                  <a:lnTo>
                    <a:pt x="7638474" y="179591"/>
                  </a:lnTo>
                  <a:lnTo>
                    <a:pt x="7638619" y="179591"/>
                  </a:lnTo>
                  <a:lnTo>
                    <a:pt x="7638764" y="179591"/>
                  </a:lnTo>
                  <a:lnTo>
                    <a:pt x="7638910" y="179591"/>
                  </a:lnTo>
                  <a:lnTo>
                    <a:pt x="7639055" y="179591"/>
                  </a:lnTo>
                  <a:lnTo>
                    <a:pt x="7639201" y="179591"/>
                  </a:lnTo>
                  <a:lnTo>
                    <a:pt x="7639346" y="179591"/>
                  </a:lnTo>
                  <a:lnTo>
                    <a:pt x="7639492" y="179591"/>
                  </a:lnTo>
                  <a:lnTo>
                    <a:pt x="7639637" y="179591"/>
                  </a:lnTo>
                  <a:lnTo>
                    <a:pt x="7639782" y="179591"/>
                  </a:lnTo>
                  <a:lnTo>
                    <a:pt x="7639928" y="179591"/>
                  </a:lnTo>
                  <a:lnTo>
                    <a:pt x="7640073" y="179591"/>
                  </a:lnTo>
                  <a:lnTo>
                    <a:pt x="7640219" y="179591"/>
                  </a:lnTo>
                  <a:lnTo>
                    <a:pt x="7640364" y="179591"/>
                  </a:lnTo>
                  <a:lnTo>
                    <a:pt x="7640510" y="179591"/>
                  </a:lnTo>
                  <a:lnTo>
                    <a:pt x="7640655" y="179591"/>
                  </a:lnTo>
                  <a:lnTo>
                    <a:pt x="7640800" y="179591"/>
                  </a:lnTo>
                  <a:lnTo>
                    <a:pt x="7640946" y="179591"/>
                  </a:lnTo>
                  <a:lnTo>
                    <a:pt x="7640946" y="178968"/>
                  </a:lnTo>
                  <a:lnTo>
                    <a:pt x="7641091" y="178968"/>
                  </a:lnTo>
                  <a:lnTo>
                    <a:pt x="7641237" y="178968"/>
                  </a:lnTo>
                  <a:lnTo>
                    <a:pt x="7641382" y="178968"/>
                  </a:lnTo>
                  <a:lnTo>
                    <a:pt x="7641528" y="178968"/>
                  </a:lnTo>
                  <a:lnTo>
                    <a:pt x="7641673" y="178968"/>
                  </a:lnTo>
                  <a:lnTo>
                    <a:pt x="7641818" y="178968"/>
                  </a:lnTo>
                  <a:lnTo>
                    <a:pt x="7641964" y="178968"/>
                  </a:lnTo>
                  <a:lnTo>
                    <a:pt x="7642109" y="178968"/>
                  </a:lnTo>
                  <a:lnTo>
                    <a:pt x="7642255" y="178968"/>
                  </a:lnTo>
                  <a:lnTo>
                    <a:pt x="7642400" y="178968"/>
                  </a:lnTo>
                  <a:lnTo>
                    <a:pt x="7642546" y="178968"/>
                  </a:lnTo>
                  <a:lnTo>
                    <a:pt x="7642691" y="178968"/>
                  </a:lnTo>
                  <a:lnTo>
                    <a:pt x="7642836" y="178968"/>
                  </a:lnTo>
                  <a:lnTo>
                    <a:pt x="7642982" y="178968"/>
                  </a:lnTo>
                  <a:lnTo>
                    <a:pt x="7643127" y="178968"/>
                  </a:lnTo>
                  <a:lnTo>
                    <a:pt x="7643273" y="178968"/>
                  </a:lnTo>
                  <a:lnTo>
                    <a:pt x="7643418" y="178968"/>
                  </a:lnTo>
                  <a:lnTo>
                    <a:pt x="7643563" y="178968"/>
                  </a:lnTo>
                  <a:lnTo>
                    <a:pt x="7643709" y="178968"/>
                  </a:lnTo>
                  <a:lnTo>
                    <a:pt x="7643854" y="178968"/>
                  </a:lnTo>
                  <a:lnTo>
                    <a:pt x="7644000" y="178968"/>
                  </a:lnTo>
                  <a:lnTo>
                    <a:pt x="7644145" y="178968"/>
                  </a:lnTo>
                  <a:lnTo>
                    <a:pt x="7644291" y="178968"/>
                  </a:lnTo>
                  <a:lnTo>
                    <a:pt x="7644436" y="178968"/>
                  </a:lnTo>
                  <a:lnTo>
                    <a:pt x="7644581" y="178968"/>
                  </a:lnTo>
                  <a:lnTo>
                    <a:pt x="7644727" y="178968"/>
                  </a:lnTo>
                  <a:lnTo>
                    <a:pt x="7644872" y="178968"/>
                  </a:lnTo>
                  <a:lnTo>
                    <a:pt x="7645018" y="178968"/>
                  </a:lnTo>
                  <a:lnTo>
                    <a:pt x="7645163" y="178968"/>
                  </a:lnTo>
                  <a:lnTo>
                    <a:pt x="7645309" y="178968"/>
                  </a:lnTo>
                  <a:lnTo>
                    <a:pt x="7645454" y="178968"/>
                  </a:lnTo>
                  <a:lnTo>
                    <a:pt x="7645599" y="178968"/>
                  </a:lnTo>
                  <a:lnTo>
                    <a:pt x="7645745" y="178968"/>
                  </a:lnTo>
                  <a:lnTo>
                    <a:pt x="7645890" y="178968"/>
                  </a:lnTo>
                  <a:lnTo>
                    <a:pt x="7646036" y="178968"/>
                  </a:lnTo>
                  <a:lnTo>
                    <a:pt x="7646181" y="178968"/>
                  </a:lnTo>
                  <a:lnTo>
                    <a:pt x="7646327" y="178968"/>
                  </a:lnTo>
                  <a:lnTo>
                    <a:pt x="7646472" y="178968"/>
                  </a:lnTo>
                  <a:lnTo>
                    <a:pt x="7646617" y="178968"/>
                  </a:lnTo>
                  <a:lnTo>
                    <a:pt x="7646763" y="178968"/>
                  </a:lnTo>
                  <a:lnTo>
                    <a:pt x="7646908" y="178968"/>
                  </a:lnTo>
                  <a:lnTo>
                    <a:pt x="7647054" y="178968"/>
                  </a:lnTo>
                  <a:lnTo>
                    <a:pt x="7647199" y="178968"/>
                  </a:lnTo>
                  <a:lnTo>
                    <a:pt x="7647345" y="178968"/>
                  </a:lnTo>
                  <a:lnTo>
                    <a:pt x="7647490" y="178968"/>
                  </a:lnTo>
                  <a:lnTo>
                    <a:pt x="7647635" y="178968"/>
                  </a:lnTo>
                  <a:lnTo>
                    <a:pt x="7647781" y="178968"/>
                  </a:lnTo>
                  <a:lnTo>
                    <a:pt x="7647926" y="178968"/>
                  </a:lnTo>
                  <a:lnTo>
                    <a:pt x="7648072" y="178968"/>
                  </a:lnTo>
                  <a:lnTo>
                    <a:pt x="7648217" y="178968"/>
                  </a:lnTo>
                  <a:lnTo>
                    <a:pt x="7648363" y="178968"/>
                  </a:lnTo>
                  <a:lnTo>
                    <a:pt x="7648508" y="178968"/>
                  </a:lnTo>
                  <a:lnTo>
                    <a:pt x="7648653" y="178968"/>
                  </a:lnTo>
                  <a:lnTo>
                    <a:pt x="7648799" y="178968"/>
                  </a:lnTo>
                  <a:lnTo>
                    <a:pt x="7648944" y="178968"/>
                  </a:lnTo>
                  <a:lnTo>
                    <a:pt x="7649090" y="178968"/>
                  </a:lnTo>
                  <a:lnTo>
                    <a:pt x="7649235" y="178968"/>
                  </a:lnTo>
                  <a:lnTo>
                    <a:pt x="7649381" y="178968"/>
                  </a:lnTo>
                  <a:lnTo>
                    <a:pt x="7649526" y="178968"/>
                  </a:lnTo>
                  <a:lnTo>
                    <a:pt x="7649671" y="178968"/>
                  </a:lnTo>
                  <a:lnTo>
                    <a:pt x="7649817" y="178968"/>
                  </a:lnTo>
                  <a:lnTo>
                    <a:pt x="7649962" y="178968"/>
                  </a:lnTo>
                  <a:lnTo>
                    <a:pt x="7650108" y="178968"/>
                  </a:lnTo>
                  <a:lnTo>
                    <a:pt x="7650253" y="178968"/>
                  </a:lnTo>
                  <a:lnTo>
                    <a:pt x="7650398" y="178968"/>
                  </a:lnTo>
                  <a:lnTo>
                    <a:pt x="7650544" y="178968"/>
                  </a:lnTo>
                  <a:lnTo>
                    <a:pt x="7650689" y="178968"/>
                  </a:lnTo>
                  <a:lnTo>
                    <a:pt x="7650835" y="178968"/>
                  </a:lnTo>
                  <a:lnTo>
                    <a:pt x="7650980" y="178968"/>
                  </a:lnTo>
                  <a:lnTo>
                    <a:pt x="7651126" y="178968"/>
                  </a:lnTo>
                  <a:lnTo>
                    <a:pt x="7651271" y="178968"/>
                  </a:lnTo>
                  <a:lnTo>
                    <a:pt x="7651416" y="178968"/>
                  </a:lnTo>
                  <a:lnTo>
                    <a:pt x="7651416" y="178344"/>
                  </a:lnTo>
                  <a:lnTo>
                    <a:pt x="7651562" y="178344"/>
                  </a:lnTo>
                  <a:lnTo>
                    <a:pt x="7651707" y="178344"/>
                  </a:lnTo>
                  <a:lnTo>
                    <a:pt x="7651853" y="178344"/>
                  </a:lnTo>
                  <a:lnTo>
                    <a:pt x="7651998" y="178344"/>
                  </a:lnTo>
                  <a:lnTo>
                    <a:pt x="7652144" y="178344"/>
                  </a:lnTo>
                  <a:lnTo>
                    <a:pt x="7652289" y="178344"/>
                  </a:lnTo>
                  <a:lnTo>
                    <a:pt x="7652434" y="178344"/>
                  </a:lnTo>
                  <a:lnTo>
                    <a:pt x="7652580" y="178344"/>
                  </a:lnTo>
                  <a:lnTo>
                    <a:pt x="7652725" y="178344"/>
                  </a:lnTo>
                  <a:lnTo>
                    <a:pt x="7652871" y="178344"/>
                  </a:lnTo>
                  <a:lnTo>
                    <a:pt x="7653016" y="178344"/>
                  </a:lnTo>
                  <a:lnTo>
                    <a:pt x="7653162" y="178344"/>
                  </a:lnTo>
                  <a:lnTo>
                    <a:pt x="7653307" y="178344"/>
                  </a:lnTo>
                  <a:lnTo>
                    <a:pt x="7653452" y="178344"/>
                  </a:lnTo>
                  <a:lnTo>
                    <a:pt x="7653598" y="178344"/>
                  </a:lnTo>
                  <a:lnTo>
                    <a:pt x="7653743" y="178344"/>
                  </a:lnTo>
                  <a:lnTo>
                    <a:pt x="7653889" y="178344"/>
                  </a:lnTo>
                  <a:lnTo>
                    <a:pt x="7653889" y="177720"/>
                  </a:lnTo>
                  <a:lnTo>
                    <a:pt x="7654034" y="177720"/>
                  </a:lnTo>
                  <a:lnTo>
                    <a:pt x="7654034" y="177097"/>
                  </a:lnTo>
                  <a:lnTo>
                    <a:pt x="7654180" y="177097"/>
                  </a:lnTo>
                  <a:lnTo>
                    <a:pt x="7654325" y="177097"/>
                  </a:lnTo>
                  <a:lnTo>
                    <a:pt x="7654470" y="177097"/>
                  </a:lnTo>
                  <a:lnTo>
                    <a:pt x="7654470" y="176473"/>
                  </a:lnTo>
                  <a:lnTo>
                    <a:pt x="7654470" y="175850"/>
                  </a:lnTo>
                  <a:lnTo>
                    <a:pt x="7654616" y="175850"/>
                  </a:lnTo>
                  <a:lnTo>
                    <a:pt x="7654761" y="175850"/>
                  </a:lnTo>
                  <a:lnTo>
                    <a:pt x="7654907" y="175850"/>
                  </a:lnTo>
                  <a:lnTo>
                    <a:pt x="7655052" y="175850"/>
                  </a:lnTo>
                  <a:lnTo>
                    <a:pt x="7655198" y="175850"/>
                  </a:lnTo>
                  <a:lnTo>
                    <a:pt x="7655343" y="175850"/>
                  </a:lnTo>
                  <a:lnTo>
                    <a:pt x="7655488" y="175850"/>
                  </a:lnTo>
                  <a:lnTo>
                    <a:pt x="7655634" y="175850"/>
                  </a:lnTo>
                  <a:lnTo>
                    <a:pt x="7655779" y="175850"/>
                  </a:lnTo>
                  <a:lnTo>
                    <a:pt x="7655925" y="175850"/>
                  </a:lnTo>
                  <a:lnTo>
                    <a:pt x="7656070" y="175850"/>
                  </a:lnTo>
                  <a:lnTo>
                    <a:pt x="7656216" y="175850"/>
                  </a:lnTo>
                  <a:lnTo>
                    <a:pt x="7656361" y="175850"/>
                  </a:lnTo>
                  <a:lnTo>
                    <a:pt x="7656506" y="175850"/>
                  </a:lnTo>
                  <a:lnTo>
                    <a:pt x="7656652" y="175850"/>
                  </a:lnTo>
                  <a:lnTo>
                    <a:pt x="7656797" y="175850"/>
                  </a:lnTo>
                  <a:lnTo>
                    <a:pt x="7656943" y="175850"/>
                  </a:lnTo>
                  <a:lnTo>
                    <a:pt x="7657088" y="175850"/>
                  </a:lnTo>
                  <a:lnTo>
                    <a:pt x="7657233" y="175850"/>
                  </a:lnTo>
                  <a:lnTo>
                    <a:pt x="7657379" y="175850"/>
                  </a:lnTo>
                  <a:lnTo>
                    <a:pt x="7657524" y="175850"/>
                  </a:lnTo>
                  <a:lnTo>
                    <a:pt x="7657670" y="175850"/>
                  </a:lnTo>
                  <a:lnTo>
                    <a:pt x="7657815" y="175850"/>
                  </a:lnTo>
                  <a:lnTo>
                    <a:pt x="7657961" y="175850"/>
                  </a:lnTo>
                  <a:lnTo>
                    <a:pt x="7658106" y="175850"/>
                  </a:lnTo>
                  <a:lnTo>
                    <a:pt x="7658106" y="175226"/>
                  </a:lnTo>
                  <a:lnTo>
                    <a:pt x="7658251" y="175226"/>
                  </a:lnTo>
                  <a:lnTo>
                    <a:pt x="7658397" y="175226"/>
                  </a:lnTo>
                  <a:lnTo>
                    <a:pt x="7658542" y="175226"/>
                  </a:lnTo>
                  <a:lnTo>
                    <a:pt x="7658688" y="175226"/>
                  </a:lnTo>
                  <a:lnTo>
                    <a:pt x="7658833" y="175226"/>
                  </a:lnTo>
                  <a:lnTo>
                    <a:pt x="7658979" y="175226"/>
                  </a:lnTo>
                  <a:lnTo>
                    <a:pt x="7659124" y="175226"/>
                  </a:lnTo>
                  <a:lnTo>
                    <a:pt x="7659269" y="175226"/>
                  </a:lnTo>
                  <a:lnTo>
                    <a:pt x="7659415" y="175226"/>
                  </a:lnTo>
                  <a:lnTo>
                    <a:pt x="7659560" y="175226"/>
                  </a:lnTo>
                  <a:lnTo>
                    <a:pt x="7659706" y="175226"/>
                  </a:lnTo>
                  <a:lnTo>
                    <a:pt x="7659851" y="175226"/>
                  </a:lnTo>
                  <a:lnTo>
                    <a:pt x="7659997" y="175226"/>
                  </a:lnTo>
                  <a:lnTo>
                    <a:pt x="7660142" y="175226"/>
                  </a:lnTo>
                  <a:lnTo>
                    <a:pt x="7660287" y="175226"/>
                  </a:lnTo>
                  <a:lnTo>
                    <a:pt x="7660433" y="175226"/>
                  </a:lnTo>
                  <a:lnTo>
                    <a:pt x="7660578" y="175226"/>
                  </a:lnTo>
                  <a:lnTo>
                    <a:pt x="7660724" y="175226"/>
                  </a:lnTo>
                  <a:lnTo>
                    <a:pt x="7660869" y="175226"/>
                  </a:lnTo>
                  <a:lnTo>
                    <a:pt x="7661015" y="175226"/>
                  </a:lnTo>
                  <a:lnTo>
                    <a:pt x="7661160" y="175226"/>
                  </a:lnTo>
                  <a:lnTo>
                    <a:pt x="7661305" y="175226"/>
                  </a:lnTo>
                  <a:lnTo>
                    <a:pt x="7661451" y="175226"/>
                  </a:lnTo>
                  <a:lnTo>
                    <a:pt x="7661596" y="175226"/>
                  </a:lnTo>
                  <a:lnTo>
                    <a:pt x="7661742" y="175226"/>
                  </a:lnTo>
                  <a:lnTo>
                    <a:pt x="7661887" y="175226"/>
                  </a:lnTo>
                  <a:lnTo>
                    <a:pt x="7662033" y="175226"/>
                  </a:lnTo>
                  <a:lnTo>
                    <a:pt x="7662178" y="175226"/>
                  </a:lnTo>
                  <a:lnTo>
                    <a:pt x="7662323" y="175226"/>
                  </a:lnTo>
                  <a:lnTo>
                    <a:pt x="7662469" y="175226"/>
                  </a:lnTo>
                  <a:lnTo>
                    <a:pt x="7662614" y="175226"/>
                  </a:lnTo>
                  <a:lnTo>
                    <a:pt x="7662760" y="175226"/>
                  </a:lnTo>
                  <a:lnTo>
                    <a:pt x="7662905" y="175226"/>
                  </a:lnTo>
                  <a:lnTo>
                    <a:pt x="7663051" y="175226"/>
                  </a:lnTo>
                  <a:lnTo>
                    <a:pt x="7663196" y="175226"/>
                  </a:lnTo>
                  <a:lnTo>
                    <a:pt x="7663341" y="175226"/>
                  </a:lnTo>
                  <a:lnTo>
                    <a:pt x="7663487" y="175226"/>
                  </a:lnTo>
                  <a:lnTo>
                    <a:pt x="7663632" y="175226"/>
                  </a:lnTo>
                  <a:lnTo>
                    <a:pt x="7663778" y="175226"/>
                  </a:lnTo>
                  <a:lnTo>
                    <a:pt x="7663923" y="175226"/>
                  </a:lnTo>
                  <a:lnTo>
                    <a:pt x="7663923" y="174603"/>
                  </a:lnTo>
                  <a:lnTo>
                    <a:pt x="7664068" y="174603"/>
                  </a:lnTo>
                  <a:lnTo>
                    <a:pt x="7664214" y="174603"/>
                  </a:lnTo>
                  <a:lnTo>
                    <a:pt x="7664359" y="174603"/>
                  </a:lnTo>
                  <a:lnTo>
                    <a:pt x="7664505" y="174603"/>
                  </a:lnTo>
                  <a:lnTo>
                    <a:pt x="7664505" y="173979"/>
                  </a:lnTo>
                  <a:lnTo>
                    <a:pt x="7664650" y="173979"/>
                  </a:lnTo>
                  <a:lnTo>
                    <a:pt x="7664796" y="173979"/>
                  </a:lnTo>
                  <a:lnTo>
                    <a:pt x="7664796" y="173355"/>
                  </a:lnTo>
                  <a:lnTo>
                    <a:pt x="7664941" y="173355"/>
                  </a:lnTo>
                  <a:lnTo>
                    <a:pt x="7665086" y="173355"/>
                  </a:lnTo>
                  <a:lnTo>
                    <a:pt x="7665232" y="173355"/>
                  </a:lnTo>
                  <a:lnTo>
                    <a:pt x="7665377" y="173355"/>
                  </a:lnTo>
                  <a:lnTo>
                    <a:pt x="7665523" y="173355"/>
                  </a:lnTo>
                  <a:lnTo>
                    <a:pt x="7665668" y="173355"/>
                  </a:lnTo>
                  <a:lnTo>
                    <a:pt x="7665814" y="173355"/>
                  </a:lnTo>
                  <a:lnTo>
                    <a:pt x="7665959" y="173355"/>
                  </a:lnTo>
                  <a:lnTo>
                    <a:pt x="7666104" y="173355"/>
                  </a:lnTo>
                  <a:lnTo>
                    <a:pt x="7666250" y="173355"/>
                  </a:lnTo>
                  <a:lnTo>
                    <a:pt x="7666395" y="173355"/>
                  </a:lnTo>
                  <a:lnTo>
                    <a:pt x="7666541" y="173355"/>
                  </a:lnTo>
                  <a:lnTo>
                    <a:pt x="7666686" y="173355"/>
                  </a:lnTo>
                  <a:lnTo>
                    <a:pt x="7666832" y="173355"/>
                  </a:lnTo>
                  <a:lnTo>
                    <a:pt x="7666977" y="173355"/>
                  </a:lnTo>
                  <a:lnTo>
                    <a:pt x="7667122" y="173355"/>
                  </a:lnTo>
                  <a:lnTo>
                    <a:pt x="7667268" y="173355"/>
                  </a:lnTo>
                  <a:lnTo>
                    <a:pt x="7667413" y="173355"/>
                  </a:lnTo>
                  <a:lnTo>
                    <a:pt x="7667559" y="173355"/>
                  </a:lnTo>
                  <a:lnTo>
                    <a:pt x="7667704" y="173355"/>
                  </a:lnTo>
                  <a:lnTo>
                    <a:pt x="7667850" y="173355"/>
                  </a:lnTo>
                  <a:lnTo>
                    <a:pt x="7667995" y="173355"/>
                  </a:lnTo>
                  <a:lnTo>
                    <a:pt x="7668140" y="173355"/>
                  </a:lnTo>
                  <a:lnTo>
                    <a:pt x="7668286" y="173355"/>
                  </a:lnTo>
                  <a:lnTo>
                    <a:pt x="7668431" y="173355"/>
                  </a:lnTo>
                  <a:lnTo>
                    <a:pt x="7668577" y="173355"/>
                  </a:lnTo>
                  <a:lnTo>
                    <a:pt x="7668722" y="173355"/>
                  </a:lnTo>
                  <a:lnTo>
                    <a:pt x="7668868" y="173355"/>
                  </a:lnTo>
                  <a:lnTo>
                    <a:pt x="7669013" y="173355"/>
                  </a:lnTo>
                  <a:lnTo>
                    <a:pt x="7669158" y="173355"/>
                  </a:lnTo>
                  <a:lnTo>
                    <a:pt x="7669158" y="172732"/>
                  </a:lnTo>
                  <a:lnTo>
                    <a:pt x="7669304" y="172732"/>
                  </a:lnTo>
                  <a:lnTo>
                    <a:pt x="7669449" y="172732"/>
                  </a:lnTo>
                  <a:lnTo>
                    <a:pt x="7669595" y="172732"/>
                  </a:lnTo>
                  <a:lnTo>
                    <a:pt x="7669595" y="172108"/>
                  </a:lnTo>
                  <a:lnTo>
                    <a:pt x="7669740" y="172108"/>
                  </a:lnTo>
                  <a:lnTo>
                    <a:pt x="7669885" y="172108"/>
                  </a:lnTo>
                  <a:lnTo>
                    <a:pt x="7670031" y="172108"/>
                  </a:lnTo>
                  <a:lnTo>
                    <a:pt x="7670176" y="172108"/>
                  </a:lnTo>
                  <a:lnTo>
                    <a:pt x="7670322" y="172108"/>
                  </a:lnTo>
                  <a:lnTo>
                    <a:pt x="7670467" y="172108"/>
                  </a:lnTo>
                  <a:lnTo>
                    <a:pt x="7670613" y="172108"/>
                  </a:lnTo>
                  <a:lnTo>
                    <a:pt x="7670758" y="172108"/>
                  </a:lnTo>
                  <a:lnTo>
                    <a:pt x="7670903" y="172108"/>
                  </a:lnTo>
                  <a:lnTo>
                    <a:pt x="7671049" y="172108"/>
                  </a:lnTo>
                  <a:lnTo>
                    <a:pt x="7671194" y="172108"/>
                  </a:lnTo>
                  <a:lnTo>
                    <a:pt x="7671340" y="172108"/>
                  </a:lnTo>
                  <a:lnTo>
                    <a:pt x="7671485" y="172108"/>
                  </a:lnTo>
                  <a:lnTo>
                    <a:pt x="7671631" y="172108"/>
                  </a:lnTo>
                  <a:lnTo>
                    <a:pt x="7671776" y="172108"/>
                  </a:lnTo>
                  <a:lnTo>
                    <a:pt x="7671776" y="171485"/>
                  </a:lnTo>
                  <a:lnTo>
                    <a:pt x="7671921" y="171485"/>
                  </a:lnTo>
                  <a:lnTo>
                    <a:pt x="7672067" y="171485"/>
                  </a:lnTo>
                  <a:lnTo>
                    <a:pt x="7672212" y="171485"/>
                  </a:lnTo>
                  <a:lnTo>
                    <a:pt x="7672358" y="171485"/>
                  </a:lnTo>
                  <a:lnTo>
                    <a:pt x="7672503" y="171485"/>
                  </a:lnTo>
                  <a:lnTo>
                    <a:pt x="7672649" y="171485"/>
                  </a:lnTo>
                  <a:lnTo>
                    <a:pt x="7672794" y="171485"/>
                  </a:lnTo>
                  <a:lnTo>
                    <a:pt x="7672939" y="171485"/>
                  </a:lnTo>
                  <a:lnTo>
                    <a:pt x="7673085" y="171485"/>
                  </a:lnTo>
                  <a:lnTo>
                    <a:pt x="7673230" y="171485"/>
                  </a:lnTo>
                  <a:lnTo>
                    <a:pt x="7673376" y="171485"/>
                  </a:lnTo>
                  <a:lnTo>
                    <a:pt x="7673521" y="171485"/>
                  </a:lnTo>
                  <a:lnTo>
                    <a:pt x="7673667" y="171485"/>
                  </a:lnTo>
                  <a:lnTo>
                    <a:pt x="7673812" y="171485"/>
                  </a:lnTo>
                  <a:lnTo>
                    <a:pt x="7673957" y="171485"/>
                  </a:lnTo>
                  <a:lnTo>
                    <a:pt x="7674103" y="171485"/>
                  </a:lnTo>
                  <a:lnTo>
                    <a:pt x="7674248" y="171485"/>
                  </a:lnTo>
                  <a:lnTo>
                    <a:pt x="7674394" y="171485"/>
                  </a:lnTo>
                  <a:lnTo>
                    <a:pt x="7674539" y="171485"/>
                  </a:lnTo>
                  <a:lnTo>
                    <a:pt x="7674685" y="171485"/>
                  </a:lnTo>
                  <a:lnTo>
                    <a:pt x="7674830" y="171485"/>
                  </a:lnTo>
                  <a:lnTo>
                    <a:pt x="7674975" y="171485"/>
                  </a:lnTo>
                  <a:lnTo>
                    <a:pt x="7675121" y="171485"/>
                  </a:lnTo>
                  <a:lnTo>
                    <a:pt x="7675266" y="171485"/>
                  </a:lnTo>
                  <a:lnTo>
                    <a:pt x="7675412" y="171485"/>
                  </a:lnTo>
                  <a:lnTo>
                    <a:pt x="7675557" y="171485"/>
                  </a:lnTo>
                  <a:lnTo>
                    <a:pt x="7675703" y="171485"/>
                  </a:lnTo>
                  <a:lnTo>
                    <a:pt x="7675848" y="171485"/>
                  </a:lnTo>
                  <a:lnTo>
                    <a:pt x="7675993" y="171485"/>
                  </a:lnTo>
                  <a:lnTo>
                    <a:pt x="7676139" y="171485"/>
                  </a:lnTo>
                  <a:lnTo>
                    <a:pt x="7676284" y="171485"/>
                  </a:lnTo>
                  <a:lnTo>
                    <a:pt x="7676430" y="171485"/>
                  </a:lnTo>
                  <a:lnTo>
                    <a:pt x="7676575" y="171485"/>
                  </a:lnTo>
                  <a:lnTo>
                    <a:pt x="7676720" y="171485"/>
                  </a:lnTo>
                  <a:lnTo>
                    <a:pt x="7676866" y="171485"/>
                  </a:lnTo>
                  <a:lnTo>
                    <a:pt x="7677011" y="171485"/>
                  </a:lnTo>
                  <a:lnTo>
                    <a:pt x="7677157" y="171485"/>
                  </a:lnTo>
                  <a:lnTo>
                    <a:pt x="7677302" y="171485"/>
                  </a:lnTo>
                  <a:lnTo>
                    <a:pt x="7677448" y="171485"/>
                  </a:lnTo>
                  <a:lnTo>
                    <a:pt x="7677593" y="171485"/>
                  </a:lnTo>
                  <a:lnTo>
                    <a:pt x="7677738" y="171485"/>
                  </a:lnTo>
                  <a:lnTo>
                    <a:pt x="7677884" y="171485"/>
                  </a:lnTo>
                  <a:lnTo>
                    <a:pt x="7678029" y="171485"/>
                  </a:lnTo>
                  <a:lnTo>
                    <a:pt x="7678175" y="171485"/>
                  </a:lnTo>
                  <a:lnTo>
                    <a:pt x="7678320" y="171485"/>
                  </a:lnTo>
                  <a:lnTo>
                    <a:pt x="7678466" y="171485"/>
                  </a:lnTo>
                  <a:lnTo>
                    <a:pt x="7678611" y="171485"/>
                  </a:lnTo>
                  <a:lnTo>
                    <a:pt x="7678756" y="171485"/>
                  </a:lnTo>
                  <a:lnTo>
                    <a:pt x="7678902" y="171485"/>
                  </a:lnTo>
                  <a:lnTo>
                    <a:pt x="7679047" y="171485"/>
                  </a:lnTo>
                  <a:lnTo>
                    <a:pt x="7679193" y="171485"/>
                  </a:lnTo>
                  <a:lnTo>
                    <a:pt x="7679338" y="171485"/>
                  </a:lnTo>
                  <a:lnTo>
                    <a:pt x="7679484" y="171485"/>
                  </a:lnTo>
                  <a:lnTo>
                    <a:pt x="7679629" y="171485"/>
                  </a:lnTo>
                  <a:lnTo>
                    <a:pt x="7679774" y="171485"/>
                  </a:lnTo>
                  <a:lnTo>
                    <a:pt x="7679920" y="171485"/>
                  </a:lnTo>
                  <a:lnTo>
                    <a:pt x="7680065" y="171485"/>
                  </a:lnTo>
                  <a:lnTo>
                    <a:pt x="7680211" y="171485"/>
                  </a:lnTo>
                  <a:lnTo>
                    <a:pt x="7680356" y="171485"/>
                  </a:lnTo>
                  <a:lnTo>
                    <a:pt x="7680502" y="171485"/>
                  </a:lnTo>
                  <a:lnTo>
                    <a:pt x="7680502" y="170861"/>
                  </a:lnTo>
                  <a:lnTo>
                    <a:pt x="7680647" y="170861"/>
                  </a:lnTo>
                  <a:lnTo>
                    <a:pt x="7680792" y="170861"/>
                  </a:lnTo>
                  <a:lnTo>
                    <a:pt x="7680938" y="170861"/>
                  </a:lnTo>
                  <a:lnTo>
                    <a:pt x="7681083" y="170861"/>
                  </a:lnTo>
                  <a:lnTo>
                    <a:pt x="7681229" y="170861"/>
                  </a:lnTo>
                  <a:lnTo>
                    <a:pt x="7681374" y="170861"/>
                  </a:lnTo>
                  <a:lnTo>
                    <a:pt x="7681520" y="170861"/>
                  </a:lnTo>
                  <a:lnTo>
                    <a:pt x="7681665" y="170861"/>
                  </a:lnTo>
                  <a:lnTo>
                    <a:pt x="7681810" y="170861"/>
                  </a:lnTo>
                  <a:lnTo>
                    <a:pt x="7681810" y="170237"/>
                  </a:lnTo>
                  <a:lnTo>
                    <a:pt x="7681956" y="170237"/>
                  </a:lnTo>
                  <a:lnTo>
                    <a:pt x="7682101" y="170237"/>
                  </a:lnTo>
                  <a:lnTo>
                    <a:pt x="7682247" y="170237"/>
                  </a:lnTo>
                  <a:lnTo>
                    <a:pt x="7682247" y="169614"/>
                  </a:lnTo>
                  <a:lnTo>
                    <a:pt x="7682392" y="169614"/>
                  </a:lnTo>
                  <a:lnTo>
                    <a:pt x="7682538" y="169614"/>
                  </a:lnTo>
                  <a:lnTo>
                    <a:pt x="7682683" y="169614"/>
                  </a:lnTo>
                  <a:lnTo>
                    <a:pt x="7682828" y="169614"/>
                  </a:lnTo>
                  <a:lnTo>
                    <a:pt x="7682974" y="169614"/>
                  </a:lnTo>
                  <a:lnTo>
                    <a:pt x="7683119" y="169614"/>
                  </a:lnTo>
                  <a:lnTo>
                    <a:pt x="7683265" y="169614"/>
                  </a:lnTo>
                  <a:lnTo>
                    <a:pt x="7683410" y="169614"/>
                  </a:lnTo>
                  <a:lnTo>
                    <a:pt x="7683555" y="169614"/>
                  </a:lnTo>
                  <a:lnTo>
                    <a:pt x="7683701" y="169614"/>
                  </a:lnTo>
                  <a:lnTo>
                    <a:pt x="7683846" y="169614"/>
                  </a:lnTo>
                  <a:lnTo>
                    <a:pt x="7683992" y="169614"/>
                  </a:lnTo>
                  <a:lnTo>
                    <a:pt x="7684137" y="169614"/>
                  </a:lnTo>
                  <a:lnTo>
                    <a:pt x="7684283" y="169614"/>
                  </a:lnTo>
                  <a:lnTo>
                    <a:pt x="7684428" y="169614"/>
                  </a:lnTo>
                  <a:lnTo>
                    <a:pt x="7684573" y="169614"/>
                  </a:lnTo>
                  <a:lnTo>
                    <a:pt x="7684719" y="169614"/>
                  </a:lnTo>
                  <a:lnTo>
                    <a:pt x="7684864" y="169614"/>
                  </a:lnTo>
                  <a:lnTo>
                    <a:pt x="7685010" y="169614"/>
                  </a:lnTo>
                  <a:lnTo>
                    <a:pt x="7685155" y="169614"/>
                  </a:lnTo>
                  <a:lnTo>
                    <a:pt x="7685301" y="169614"/>
                  </a:lnTo>
                  <a:lnTo>
                    <a:pt x="7685446" y="169614"/>
                  </a:lnTo>
                  <a:lnTo>
                    <a:pt x="7685591" y="169614"/>
                  </a:lnTo>
                  <a:lnTo>
                    <a:pt x="7685737" y="169614"/>
                  </a:lnTo>
                  <a:lnTo>
                    <a:pt x="7685882" y="169614"/>
                  </a:lnTo>
                  <a:lnTo>
                    <a:pt x="7686028" y="169614"/>
                  </a:lnTo>
                  <a:lnTo>
                    <a:pt x="7686173" y="169614"/>
                  </a:lnTo>
                  <a:lnTo>
                    <a:pt x="7686319" y="169614"/>
                  </a:lnTo>
                  <a:lnTo>
                    <a:pt x="7686464" y="169614"/>
                  </a:lnTo>
                  <a:lnTo>
                    <a:pt x="7686609" y="169614"/>
                  </a:lnTo>
                  <a:lnTo>
                    <a:pt x="7686755" y="169614"/>
                  </a:lnTo>
                  <a:lnTo>
                    <a:pt x="7686900" y="169614"/>
                  </a:lnTo>
                  <a:lnTo>
                    <a:pt x="7687046" y="169614"/>
                  </a:lnTo>
                  <a:lnTo>
                    <a:pt x="7687191" y="169614"/>
                  </a:lnTo>
                  <a:lnTo>
                    <a:pt x="7687337" y="169614"/>
                  </a:lnTo>
                  <a:lnTo>
                    <a:pt x="7687482" y="169614"/>
                  </a:lnTo>
                  <a:lnTo>
                    <a:pt x="7687627" y="169614"/>
                  </a:lnTo>
                  <a:lnTo>
                    <a:pt x="7687773" y="169614"/>
                  </a:lnTo>
                  <a:lnTo>
                    <a:pt x="7687918" y="169614"/>
                  </a:lnTo>
                  <a:lnTo>
                    <a:pt x="7688064" y="169614"/>
                  </a:lnTo>
                  <a:lnTo>
                    <a:pt x="7688209" y="169614"/>
                  </a:lnTo>
                  <a:lnTo>
                    <a:pt x="7688355" y="169614"/>
                  </a:lnTo>
                  <a:lnTo>
                    <a:pt x="7688500" y="169614"/>
                  </a:lnTo>
                  <a:lnTo>
                    <a:pt x="7688645" y="169614"/>
                  </a:lnTo>
                  <a:lnTo>
                    <a:pt x="7688791" y="169614"/>
                  </a:lnTo>
                  <a:lnTo>
                    <a:pt x="7688936" y="169614"/>
                  </a:lnTo>
                  <a:lnTo>
                    <a:pt x="7689082" y="169614"/>
                  </a:lnTo>
                  <a:lnTo>
                    <a:pt x="7689227" y="169614"/>
                  </a:lnTo>
                  <a:lnTo>
                    <a:pt x="7689373" y="169614"/>
                  </a:lnTo>
                  <a:lnTo>
                    <a:pt x="7689518" y="169614"/>
                  </a:lnTo>
                  <a:lnTo>
                    <a:pt x="7689663" y="169614"/>
                  </a:lnTo>
                  <a:lnTo>
                    <a:pt x="7689809" y="169614"/>
                  </a:lnTo>
                  <a:lnTo>
                    <a:pt x="7689954" y="169614"/>
                  </a:lnTo>
                  <a:lnTo>
                    <a:pt x="7690100" y="169614"/>
                  </a:lnTo>
                  <a:lnTo>
                    <a:pt x="7690245" y="169614"/>
                  </a:lnTo>
                  <a:lnTo>
                    <a:pt x="7690390" y="169614"/>
                  </a:lnTo>
                  <a:lnTo>
                    <a:pt x="7690536" y="169614"/>
                  </a:lnTo>
                  <a:lnTo>
                    <a:pt x="7690681" y="169614"/>
                  </a:lnTo>
                  <a:lnTo>
                    <a:pt x="7690827" y="169614"/>
                  </a:lnTo>
                  <a:lnTo>
                    <a:pt x="7690972" y="169614"/>
                  </a:lnTo>
                  <a:lnTo>
                    <a:pt x="7691118" y="169614"/>
                  </a:lnTo>
                  <a:lnTo>
                    <a:pt x="7691263" y="169614"/>
                  </a:lnTo>
                  <a:lnTo>
                    <a:pt x="7691408" y="169614"/>
                  </a:lnTo>
                  <a:lnTo>
                    <a:pt x="7691554" y="169614"/>
                  </a:lnTo>
                  <a:lnTo>
                    <a:pt x="7691699" y="169614"/>
                  </a:lnTo>
                  <a:lnTo>
                    <a:pt x="7691845" y="169614"/>
                  </a:lnTo>
                  <a:lnTo>
                    <a:pt x="7691990" y="169614"/>
                  </a:lnTo>
                  <a:lnTo>
                    <a:pt x="7692136" y="169614"/>
                  </a:lnTo>
                  <a:lnTo>
                    <a:pt x="7692281" y="169614"/>
                  </a:lnTo>
                  <a:lnTo>
                    <a:pt x="7692426" y="169614"/>
                  </a:lnTo>
                  <a:lnTo>
                    <a:pt x="7692572" y="169614"/>
                  </a:lnTo>
                  <a:lnTo>
                    <a:pt x="7692717" y="169614"/>
                  </a:lnTo>
                  <a:lnTo>
                    <a:pt x="7692863" y="169614"/>
                  </a:lnTo>
                  <a:lnTo>
                    <a:pt x="7693008" y="169614"/>
                  </a:lnTo>
                  <a:lnTo>
                    <a:pt x="7693154" y="169614"/>
                  </a:lnTo>
                  <a:lnTo>
                    <a:pt x="7693299" y="169614"/>
                  </a:lnTo>
                  <a:lnTo>
                    <a:pt x="7693444" y="169614"/>
                  </a:lnTo>
                  <a:lnTo>
                    <a:pt x="7693590" y="169614"/>
                  </a:lnTo>
                  <a:lnTo>
                    <a:pt x="7693735" y="169614"/>
                  </a:lnTo>
                  <a:lnTo>
                    <a:pt x="7693881" y="169614"/>
                  </a:lnTo>
                  <a:lnTo>
                    <a:pt x="7694026" y="169614"/>
                  </a:lnTo>
                  <a:lnTo>
                    <a:pt x="7694172" y="169614"/>
                  </a:lnTo>
                  <a:lnTo>
                    <a:pt x="7694317" y="169614"/>
                  </a:lnTo>
                  <a:lnTo>
                    <a:pt x="7694462" y="169614"/>
                  </a:lnTo>
                  <a:lnTo>
                    <a:pt x="7694608" y="169614"/>
                  </a:lnTo>
                  <a:lnTo>
                    <a:pt x="7694753" y="169614"/>
                  </a:lnTo>
                  <a:lnTo>
                    <a:pt x="7694899" y="169614"/>
                  </a:lnTo>
                  <a:lnTo>
                    <a:pt x="7695044" y="169614"/>
                  </a:lnTo>
                  <a:lnTo>
                    <a:pt x="7695190" y="169614"/>
                  </a:lnTo>
                  <a:lnTo>
                    <a:pt x="7695335" y="169614"/>
                  </a:lnTo>
                  <a:lnTo>
                    <a:pt x="7695480" y="169614"/>
                  </a:lnTo>
                  <a:lnTo>
                    <a:pt x="7695626" y="169614"/>
                  </a:lnTo>
                  <a:lnTo>
                    <a:pt x="7695771" y="169614"/>
                  </a:lnTo>
                  <a:lnTo>
                    <a:pt x="7695917" y="169614"/>
                  </a:lnTo>
                  <a:lnTo>
                    <a:pt x="7696062" y="169614"/>
                  </a:lnTo>
                  <a:lnTo>
                    <a:pt x="7696208" y="169614"/>
                  </a:lnTo>
                  <a:lnTo>
                    <a:pt x="7696353" y="169614"/>
                  </a:lnTo>
                  <a:lnTo>
                    <a:pt x="7696498" y="169614"/>
                  </a:lnTo>
                  <a:lnTo>
                    <a:pt x="7696644" y="169614"/>
                  </a:lnTo>
                  <a:lnTo>
                    <a:pt x="7696789" y="169614"/>
                  </a:lnTo>
                  <a:lnTo>
                    <a:pt x="7696935" y="169614"/>
                  </a:lnTo>
                  <a:lnTo>
                    <a:pt x="7697080" y="169614"/>
                  </a:lnTo>
                  <a:lnTo>
                    <a:pt x="7697225" y="169614"/>
                  </a:lnTo>
                  <a:lnTo>
                    <a:pt x="7697225" y="168990"/>
                  </a:lnTo>
                  <a:lnTo>
                    <a:pt x="7697371" y="168990"/>
                  </a:lnTo>
                  <a:lnTo>
                    <a:pt x="7697516" y="168990"/>
                  </a:lnTo>
                  <a:lnTo>
                    <a:pt x="7697662" y="168990"/>
                  </a:lnTo>
                  <a:lnTo>
                    <a:pt x="7697807" y="168990"/>
                  </a:lnTo>
                  <a:lnTo>
                    <a:pt x="7697953" y="168990"/>
                  </a:lnTo>
                  <a:lnTo>
                    <a:pt x="7698098" y="168990"/>
                  </a:lnTo>
                  <a:lnTo>
                    <a:pt x="7698243" y="168990"/>
                  </a:lnTo>
                  <a:lnTo>
                    <a:pt x="7698389" y="168990"/>
                  </a:lnTo>
                  <a:lnTo>
                    <a:pt x="7698534" y="168990"/>
                  </a:lnTo>
                  <a:lnTo>
                    <a:pt x="7698680" y="168990"/>
                  </a:lnTo>
                  <a:lnTo>
                    <a:pt x="7698825" y="168990"/>
                  </a:lnTo>
                  <a:lnTo>
                    <a:pt x="7698971" y="168990"/>
                  </a:lnTo>
                  <a:lnTo>
                    <a:pt x="7699116" y="168990"/>
                  </a:lnTo>
                  <a:lnTo>
                    <a:pt x="7699261" y="168990"/>
                  </a:lnTo>
                  <a:lnTo>
                    <a:pt x="7699407" y="168990"/>
                  </a:lnTo>
                  <a:lnTo>
                    <a:pt x="7699552" y="168990"/>
                  </a:lnTo>
                  <a:lnTo>
                    <a:pt x="7699698" y="168990"/>
                  </a:lnTo>
                  <a:lnTo>
                    <a:pt x="7699843" y="168990"/>
                  </a:lnTo>
                  <a:lnTo>
                    <a:pt x="7699989" y="168990"/>
                  </a:lnTo>
                  <a:lnTo>
                    <a:pt x="7700134" y="168990"/>
                  </a:lnTo>
                  <a:lnTo>
                    <a:pt x="7700279" y="168990"/>
                  </a:lnTo>
                  <a:lnTo>
                    <a:pt x="7700425" y="168990"/>
                  </a:lnTo>
                  <a:lnTo>
                    <a:pt x="7700570" y="168990"/>
                  </a:lnTo>
                  <a:lnTo>
                    <a:pt x="7700716" y="168990"/>
                  </a:lnTo>
                  <a:lnTo>
                    <a:pt x="7700716" y="168367"/>
                  </a:lnTo>
                  <a:lnTo>
                    <a:pt x="7700861" y="168367"/>
                  </a:lnTo>
                  <a:lnTo>
                    <a:pt x="7701007" y="168367"/>
                  </a:lnTo>
                  <a:lnTo>
                    <a:pt x="7701152" y="168367"/>
                  </a:lnTo>
                  <a:lnTo>
                    <a:pt x="7701152" y="167743"/>
                  </a:lnTo>
                  <a:lnTo>
                    <a:pt x="7701297" y="167743"/>
                  </a:lnTo>
                  <a:lnTo>
                    <a:pt x="7701443" y="167743"/>
                  </a:lnTo>
                  <a:lnTo>
                    <a:pt x="7701588" y="167743"/>
                  </a:lnTo>
                  <a:lnTo>
                    <a:pt x="7701734" y="167743"/>
                  </a:lnTo>
                  <a:lnTo>
                    <a:pt x="7701879" y="167743"/>
                  </a:lnTo>
                  <a:lnTo>
                    <a:pt x="7702025" y="167743"/>
                  </a:lnTo>
                  <a:lnTo>
                    <a:pt x="7702170" y="167743"/>
                  </a:lnTo>
                  <a:lnTo>
                    <a:pt x="7702315" y="167743"/>
                  </a:lnTo>
                  <a:lnTo>
                    <a:pt x="7702461" y="167743"/>
                  </a:lnTo>
                  <a:lnTo>
                    <a:pt x="7702606" y="167743"/>
                  </a:lnTo>
                  <a:lnTo>
                    <a:pt x="7702752" y="167743"/>
                  </a:lnTo>
                  <a:lnTo>
                    <a:pt x="7702897" y="167743"/>
                  </a:lnTo>
                  <a:lnTo>
                    <a:pt x="7703043" y="167743"/>
                  </a:lnTo>
                  <a:lnTo>
                    <a:pt x="7703188" y="167743"/>
                  </a:lnTo>
                  <a:lnTo>
                    <a:pt x="7703333" y="167743"/>
                  </a:lnTo>
                  <a:lnTo>
                    <a:pt x="7703479" y="167743"/>
                  </a:lnTo>
                  <a:lnTo>
                    <a:pt x="7703624" y="167743"/>
                  </a:lnTo>
                  <a:lnTo>
                    <a:pt x="7703770" y="167743"/>
                  </a:lnTo>
                  <a:lnTo>
                    <a:pt x="7703915" y="167743"/>
                  </a:lnTo>
                  <a:lnTo>
                    <a:pt x="7704060" y="167743"/>
                  </a:lnTo>
                  <a:lnTo>
                    <a:pt x="7704206" y="167743"/>
                  </a:lnTo>
                  <a:lnTo>
                    <a:pt x="7704351" y="167743"/>
                  </a:lnTo>
                  <a:lnTo>
                    <a:pt x="7704497" y="167743"/>
                  </a:lnTo>
                  <a:lnTo>
                    <a:pt x="7704642" y="167743"/>
                  </a:lnTo>
                  <a:lnTo>
                    <a:pt x="7704788" y="167743"/>
                  </a:lnTo>
                  <a:lnTo>
                    <a:pt x="7704933" y="167743"/>
                  </a:lnTo>
                  <a:lnTo>
                    <a:pt x="7705078" y="167743"/>
                  </a:lnTo>
                  <a:lnTo>
                    <a:pt x="7705224" y="167743"/>
                  </a:lnTo>
                  <a:lnTo>
                    <a:pt x="7705369" y="167743"/>
                  </a:lnTo>
                  <a:lnTo>
                    <a:pt x="7705515" y="167743"/>
                  </a:lnTo>
                  <a:lnTo>
                    <a:pt x="7705660" y="167743"/>
                  </a:lnTo>
                  <a:lnTo>
                    <a:pt x="7705806" y="167743"/>
                  </a:lnTo>
                  <a:lnTo>
                    <a:pt x="7705951" y="167743"/>
                  </a:lnTo>
                  <a:lnTo>
                    <a:pt x="7706096" y="167743"/>
                  </a:lnTo>
                  <a:lnTo>
                    <a:pt x="7706242" y="167743"/>
                  </a:lnTo>
                  <a:lnTo>
                    <a:pt x="7706387" y="167743"/>
                  </a:lnTo>
                  <a:lnTo>
                    <a:pt x="7706533" y="167743"/>
                  </a:lnTo>
                  <a:lnTo>
                    <a:pt x="7706678" y="167743"/>
                  </a:lnTo>
                  <a:lnTo>
                    <a:pt x="7706824" y="167743"/>
                  </a:lnTo>
                  <a:lnTo>
                    <a:pt x="7706969" y="167743"/>
                  </a:lnTo>
                  <a:lnTo>
                    <a:pt x="7707114" y="167743"/>
                  </a:lnTo>
                  <a:lnTo>
                    <a:pt x="7707260" y="167743"/>
                  </a:lnTo>
                  <a:lnTo>
                    <a:pt x="7707405" y="167743"/>
                  </a:lnTo>
                  <a:lnTo>
                    <a:pt x="7707551" y="167743"/>
                  </a:lnTo>
                  <a:lnTo>
                    <a:pt x="7707696" y="167743"/>
                  </a:lnTo>
                  <a:lnTo>
                    <a:pt x="7707842" y="167743"/>
                  </a:lnTo>
                  <a:lnTo>
                    <a:pt x="7707987" y="167743"/>
                  </a:lnTo>
                  <a:lnTo>
                    <a:pt x="7708132" y="167743"/>
                  </a:lnTo>
                  <a:lnTo>
                    <a:pt x="7708278" y="167743"/>
                  </a:lnTo>
                  <a:lnTo>
                    <a:pt x="7708423" y="167743"/>
                  </a:lnTo>
                  <a:lnTo>
                    <a:pt x="7708569" y="167743"/>
                  </a:lnTo>
                  <a:lnTo>
                    <a:pt x="7708714" y="167743"/>
                  </a:lnTo>
                  <a:lnTo>
                    <a:pt x="7708860" y="167743"/>
                  </a:lnTo>
                  <a:lnTo>
                    <a:pt x="7709005" y="167743"/>
                  </a:lnTo>
                  <a:lnTo>
                    <a:pt x="7709150" y="167743"/>
                  </a:lnTo>
                  <a:lnTo>
                    <a:pt x="7709296" y="167743"/>
                  </a:lnTo>
                  <a:lnTo>
                    <a:pt x="7709441" y="167743"/>
                  </a:lnTo>
                  <a:lnTo>
                    <a:pt x="7709587" y="167743"/>
                  </a:lnTo>
                  <a:lnTo>
                    <a:pt x="7709732" y="167743"/>
                  </a:lnTo>
                  <a:lnTo>
                    <a:pt x="7709732" y="167120"/>
                  </a:lnTo>
                  <a:lnTo>
                    <a:pt x="7709878" y="167120"/>
                  </a:lnTo>
                  <a:lnTo>
                    <a:pt x="7710023" y="167120"/>
                  </a:lnTo>
                  <a:lnTo>
                    <a:pt x="7710168" y="167120"/>
                  </a:lnTo>
                  <a:lnTo>
                    <a:pt x="7710314" y="167120"/>
                  </a:lnTo>
                  <a:lnTo>
                    <a:pt x="7710459" y="167120"/>
                  </a:lnTo>
                  <a:lnTo>
                    <a:pt x="7710605" y="167120"/>
                  </a:lnTo>
                  <a:lnTo>
                    <a:pt x="7710750" y="167120"/>
                  </a:lnTo>
                  <a:lnTo>
                    <a:pt x="7710895" y="167120"/>
                  </a:lnTo>
                  <a:lnTo>
                    <a:pt x="7711041" y="167120"/>
                  </a:lnTo>
                  <a:lnTo>
                    <a:pt x="7711186" y="167120"/>
                  </a:lnTo>
                  <a:lnTo>
                    <a:pt x="7711186" y="166496"/>
                  </a:lnTo>
                  <a:lnTo>
                    <a:pt x="7711332" y="166496"/>
                  </a:lnTo>
                  <a:lnTo>
                    <a:pt x="7711477" y="166496"/>
                  </a:lnTo>
                  <a:lnTo>
                    <a:pt x="7711623" y="166496"/>
                  </a:lnTo>
                  <a:lnTo>
                    <a:pt x="7711768" y="166496"/>
                  </a:lnTo>
                  <a:lnTo>
                    <a:pt x="7711913" y="166496"/>
                  </a:lnTo>
                  <a:lnTo>
                    <a:pt x="7712059" y="166496"/>
                  </a:lnTo>
                  <a:lnTo>
                    <a:pt x="7712059" y="165872"/>
                  </a:lnTo>
                  <a:lnTo>
                    <a:pt x="7712204" y="165872"/>
                  </a:lnTo>
                  <a:lnTo>
                    <a:pt x="7712350" y="165872"/>
                  </a:lnTo>
                  <a:lnTo>
                    <a:pt x="7712495" y="165872"/>
                  </a:lnTo>
                  <a:lnTo>
                    <a:pt x="7712641" y="165872"/>
                  </a:lnTo>
                  <a:lnTo>
                    <a:pt x="7712641" y="165249"/>
                  </a:lnTo>
                  <a:lnTo>
                    <a:pt x="7712786" y="165249"/>
                  </a:lnTo>
                  <a:lnTo>
                    <a:pt x="7712931" y="165249"/>
                  </a:lnTo>
                  <a:lnTo>
                    <a:pt x="7713077" y="165249"/>
                  </a:lnTo>
                  <a:lnTo>
                    <a:pt x="7713222" y="165249"/>
                  </a:lnTo>
                  <a:lnTo>
                    <a:pt x="7713368" y="165249"/>
                  </a:lnTo>
                  <a:lnTo>
                    <a:pt x="7713513" y="165249"/>
                  </a:lnTo>
                  <a:lnTo>
                    <a:pt x="7713659" y="165249"/>
                  </a:lnTo>
                  <a:lnTo>
                    <a:pt x="7713804" y="165249"/>
                  </a:lnTo>
                  <a:lnTo>
                    <a:pt x="7713949" y="165249"/>
                  </a:lnTo>
                  <a:lnTo>
                    <a:pt x="7713949" y="164625"/>
                  </a:lnTo>
                  <a:lnTo>
                    <a:pt x="7714095" y="164625"/>
                  </a:lnTo>
                  <a:lnTo>
                    <a:pt x="7714240" y="164625"/>
                  </a:lnTo>
                  <a:lnTo>
                    <a:pt x="7714386" y="164625"/>
                  </a:lnTo>
                  <a:lnTo>
                    <a:pt x="7714531" y="164625"/>
                  </a:lnTo>
                  <a:lnTo>
                    <a:pt x="7714677" y="164625"/>
                  </a:lnTo>
                  <a:lnTo>
                    <a:pt x="7714677" y="164002"/>
                  </a:lnTo>
                  <a:lnTo>
                    <a:pt x="7714822" y="164002"/>
                  </a:lnTo>
                  <a:lnTo>
                    <a:pt x="7714822" y="163378"/>
                  </a:lnTo>
                  <a:lnTo>
                    <a:pt x="7714967" y="163378"/>
                  </a:lnTo>
                  <a:lnTo>
                    <a:pt x="7715113" y="163378"/>
                  </a:lnTo>
                  <a:lnTo>
                    <a:pt x="7715258" y="163378"/>
                  </a:lnTo>
                  <a:lnTo>
                    <a:pt x="7715404" y="163378"/>
                  </a:lnTo>
                  <a:lnTo>
                    <a:pt x="7715549" y="163378"/>
                  </a:lnTo>
                  <a:lnTo>
                    <a:pt x="7715695" y="163378"/>
                  </a:lnTo>
                  <a:lnTo>
                    <a:pt x="7715840" y="163378"/>
                  </a:lnTo>
                  <a:lnTo>
                    <a:pt x="7715985" y="163378"/>
                  </a:lnTo>
                  <a:lnTo>
                    <a:pt x="7716131" y="163378"/>
                  </a:lnTo>
                  <a:lnTo>
                    <a:pt x="7716276" y="163378"/>
                  </a:lnTo>
                  <a:lnTo>
                    <a:pt x="7716276" y="162754"/>
                  </a:lnTo>
                  <a:lnTo>
                    <a:pt x="7716422" y="162754"/>
                  </a:lnTo>
                  <a:lnTo>
                    <a:pt x="7716567" y="162754"/>
                  </a:lnTo>
                  <a:lnTo>
                    <a:pt x="7716713" y="162754"/>
                  </a:lnTo>
                  <a:lnTo>
                    <a:pt x="7716858" y="162754"/>
                  </a:lnTo>
                  <a:lnTo>
                    <a:pt x="7717003" y="162754"/>
                  </a:lnTo>
                  <a:lnTo>
                    <a:pt x="7717149" y="162754"/>
                  </a:lnTo>
                  <a:lnTo>
                    <a:pt x="7717294" y="162754"/>
                  </a:lnTo>
                  <a:lnTo>
                    <a:pt x="7717440" y="162754"/>
                  </a:lnTo>
                  <a:lnTo>
                    <a:pt x="7717585" y="162754"/>
                  </a:lnTo>
                  <a:lnTo>
                    <a:pt x="7717730" y="162754"/>
                  </a:lnTo>
                  <a:lnTo>
                    <a:pt x="7717876" y="162754"/>
                  </a:lnTo>
                  <a:lnTo>
                    <a:pt x="7718021" y="162754"/>
                  </a:lnTo>
                  <a:lnTo>
                    <a:pt x="7718167" y="162754"/>
                  </a:lnTo>
                  <a:lnTo>
                    <a:pt x="7718312" y="162754"/>
                  </a:lnTo>
                  <a:lnTo>
                    <a:pt x="7718458" y="162754"/>
                  </a:lnTo>
                  <a:lnTo>
                    <a:pt x="7718603" y="162754"/>
                  </a:lnTo>
                  <a:lnTo>
                    <a:pt x="7718748" y="162754"/>
                  </a:lnTo>
                  <a:lnTo>
                    <a:pt x="7718894" y="162754"/>
                  </a:lnTo>
                  <a:lnTo>
                    <a:pt x="7718894" y="162131"/>
                  </a:lnTo>
                  <a:lnTo>
                    <a:pt x="7719039" y="162131"/>
                  </a:lnTo>
                  <a:lnTo>
                    <a:pt x="7719185" y="162131"/>
                  </a:lnTo>
                  <a:lnTo>
                    <a:pt x="7719330" y="162131"/>
                  </a:lnTo>
                  <a:lnTo>
                    <a:pt x="7719476" y="162131"/>
                  </a:lnTo>
                  <a:lnTo>
                    <a:pt x="7719621" y="162131"/>
                  </a:lnTo>
                  <a:lnTo>
                    <a:pt x="7719766" y="162131"/>
                  </a:lnTo>
                  <a:lnTo>
                    <a:pt x="7719912" y="162131"/>
                  </a:lnTo>
                  <a:lnTo>
                    <a:pt x="7720057" y="162131"/>
                  </a:lnTo>
                  <a:lnTo>
                    <a:pt x="7720203" y="162131"/>
                  </a:lnTo>
                  <a:lnTo>
                    <a:pt x="7720348" y="162131"/>
                  </a:lnTo>
                  <a:lnTo>
                    <a:pt x="7720494" y="162131"/>
                  </a:lnTo>
                  <a:lnTo>
                    <a:pt x="7720639" y="162131"/>
                  </a:lnTo>
                  <a:lnTo>
                    <a:pt x="7720784" y="162131"/>
                  </a:lnTo>
                  <a:lnTo>
                    <a:pt x="7720930" y="162131"/>
                  </a:lnTo>
                  <a:lnTo>
                    <a:pt x="7721075" y="162131"/>
                  </a:lnTo>
                  <a:lnTo>
                    <a:pt x="7721221" y="162131"/>
                  </a:lnTo>
                  <a:lnTo>
                    <a:pt x="7721366" y="162131"/>
                  </a:lnTo>
                  <a:lnTo>
                    <a:pt x="7721512" y="162131"/>
                  </a:lnTo>
                  <a:lnTo>
                    <a:pt x="7721657" y="162131"/>
                  </a:lnTo>
                  <a:lnTo>
                    <a:pt x="7721802" y="162131"/>
                  </a:lnTo>
                  <a:lnTo>
                    <a:pt x="7721948" y="162131"/>
                  </a:lnTo>
                  <a:lnTo>
                    <a:pt x="7722093" y="162131"/>
                  </a:lnTo>
                  <a:lnTo>
                    <a:pt x="7722239" y="162131"/>
                  </a:lnTo>
                  <a:lnTo>
                    <a:pt x="7722384" y="162131"/>
                  </a:lnTo>
                  <a:lnTo>
                    <a:pt x="7722530" y="162131"/>
                  </a:lnTo>
                  <a:lnTo>
                    <a:pt x="7722675" y="162131"/>
                  </a:lnTo>
                  <a:lnTo>
                    <a:pt x="7722820" y="162131"/>
                  </a:lnTo>
                  <a:lnTo>
                    <a:pt x="7722966" y="162131"/>
                  </a:lnTo>
                  <a:lnTo>
                    <a:pt x="7723111" y="162131"/>
                  </a:lnTo>
                  <a:lnTo>
                    <a:pt x="7723111" y="161507"/>
                  </a:lnTo>
                  <a:lnTo>
                    <a:pt x="7723257" y="161507"/>
                  </a:lnTo>
                  <a:lnTo>
                    <a:pt x="7723402" y="161507"/>
                  </a:lnTo>
                  <a:lnTo>
                    <a:pt x="7723548" y="161507"/>
                  </a:lnTo>
                  <a:lnTo>
                    <a:pt x="7723693" y="161507"/>
                  </a:lnTo>
                  <a:lnTo>
                    <a:pt x="7723838" y="161507"/>
                  </a:lnTo>
                  <a:lnTo>
                    <a:pt x="7723984" y="161507"/>
                  </a:lnTo>
                  <a:lnTo>
                    <a:pt x="7724129" y="161507"/>
                  </a:lnTo>
                  <a:lnTo>
                    <a:pt x="7724275" y="161507"/>
                  </a:lnTo>
                  <a:lnTo>
                    <a:pt x="7724420" y="161507"/>
                  </a:lnTo>
                  <a:lnTo>
                    <a:pt x="7724565" y="161507"/>
                  </a:lnTo>
                  <a:lnTo>
                    <a:pt x="7724711" y="161507"/>
                  </a:lnTo>
                  <a:lnTo>
                    <a:pt x="7724856" y="161507"/>
                  </a:lnTo>
                  <a:lnTo>
                    <a:pt x="7725002" y="161507"/>
                  </a:lnTo>
                  <a:lnTo>
                    <a:pt x="7725147" y="161507"/>
                  </a:lnTo>
                  <a:lnTo>
                    <a:pt x="7725293" y="161507"/>
                  </a:lnTo>
                  <a:lnTo>
                    <a:pt x="7725438" y="161507"/>
                  </a:lnTo>
                  <a:lnTo>
                    <a:pt x="7725583" y="161507"/>
                  </a:lnTo>
                  <a:lnTo>
                    <a:pt x="7725729" y="161507"/>
                  </a:lnTo>
                  <a:lnTo>
                    <a:pt x="7725874" y="161507"/>
                  </a:lnTo>
                  <a:lnTo>
                    <a:pt x="7726020" y="161507"/>
                  </a:lnTo>
                  <a:lnTo>
                    <a:pt x="7726165" y="161507"/>
                  </a:lnTo>
                  <a:lnTo>
                    <a:pt x="7726311" y="161507"/>
                  </a:lnTo>
                  <a:lnTo>
                    <a:pt x="7726456" y="161507"/>
                  </a:lnTo>
                  <a:lnTo>
                    <a:pt x="7726601" y="161507"/>
                  </a:lnTo>
                  <a:lnTo>
                    <a:pt x="7726747" y="161507"/>
                  </a:lnTo>
                  <a:lnTo>
                    <a:pt x="7726892" y="161507"/>
                  </a:lnTo>
                  <a:lnTo>
                    <a:pt x="7727038" y="161507"/>
                  </a:lnTo>
                  <a:lnTo>
                    <a:pt x="7727183" y="161507"/>
                  </a:lnTo>
                  <a:lnTo>
                    <a:pt x="7727183" y="160884"/>
                  </a:lnTo>
                  <a:lnTo>
                    <a:pt x="7727329" y="160884"/>
                  </a:lnTo>
                  <a:lnTo>
                    <a:pt x="7727474" y="160884"/>
                  </a:lnTo>
                  <a:lnTo>
                    <a:pt x="7727619" y="160884"/>
                  </a:lnTo>
                  <a:lnTo>
                    <a:pt x="7727765" y="160884"/>
                  </a:lnTo>
                  <a:lnTo>
                    <a:pt x="7727910" y="160884"/>
                  </a:lnTo>
                  <a:lnTo>
                    <a:pt x="7728056" y="160884"/>
                  </a:lnTo>
                  <a:lnTo>
                    <a:pt x="7728201" y="160884"/>
                  </a:lnTo>
                  <a:lnTo>
                    <a:pt x="7728347" y="160884"/>
                  </a:lnTo>
                  <a:lnTo>
                    <a:pt x="7728492" y="160884"/>
                  </a:lnTo>
                  <a:lnTo>
                    <a:pt x="7728637" y="160884"/>
                  </a:lnTo>
                  <a:lnTo>
                    <a:pt x="7728783" y="160884"/>
                  </a:lnTo>
                  <a:lnTo>
                    <a:pt x="7728928" y="160884"/>
                  </a:lnTo>
                  <a:lnTo>
                    <a:pt x="7729074" y="160884"/>
                  </a:lnTo>
                  <a:lnTo>
                    <a:pt x="7729219" y="160884"/>
                  </a:lnTo>
                  <a:lnTo>
                    <a:pt x="7729365" y="160884"/>
                  </a:lnTo>
                  <a:lnTo>
                    <a:pt x="7729510" y="160884"/>
                  </a:lnTo>
                  <a:lnTo>
                    <a:pt x="7729655" y="160884"/>
                  </a:lnTo>
                  <a:lnTo>
                    <a:pt x="7729801" y="160884"/>
                  </a:lnTo>
                  <a:lnTo>
                    <a:pt x="7729946" y="160884"/>
                  </a:lnTo>
                  <a:lnTo>
                    <a:pt x="7730092" y="160884"/>
                  </a:lnTo>
                  <a:lnTo>
                    <a:pt x="7730237" y="160884"/>
                  </a:lnTo>
                  <a:lnTo>
                    <a:pt x="7730383" y="160884"/>
                  </a:lnTo>
                  <a:lnTo>
                    <a:pt x="7730383" y="160260"/>
                  </a:lnTo>
                  <a:lnTo>
                    <a:pt x="7730528" y="160260"/>
                  </a:lnTo>
                  <a:lnTo>
                    <a:pt x="7730528" y="159637"/>
                  </a:lnTo>
                  <a:lnTo>
                    <a:pt x="7730673" y="159637"/>
                  </a:lnTo>
                  <a:lnTo>
                    <a:pt x="7730819" y="159637"/>
                  </a:lnTo>
                  <a:lnTo>
                    <a:pt x="7730964" y="159637"/>
                  </a:lnTo>
                  <a:lnTo>
                    <a:pt x="7730964" y="159013"/>
                  </a:lnTo>
                  <a:lnTo>
                    <a:pt x="7731110" y="159013"/>
                  </a:lnTo>
                  <a:lnTo>
                    <a:pt x="7731255" y="159013"/>
                  </a:lnTo>
                  <a:lnTo>
                    <a:pt x="7731400" y="159013"/>
                  </a:lnTo>
                  <a:lnTo>
                    <a:pt x="7731546" y="159013"/>
                  </a:lnTo>
                  <a:lnTo>
                    <a:pt x="7731691" y="159013"/>
                  </a:lnTo>
                  <a:lnTo>
                    <a:pt x="7731837" y="159013"/>
                  </a:lnTo>
                  <a:lnTo>
                    <a:pt x="7731982" y="159013"/>
                  </a:lnTo>
                  <a:lnTo>
                    <a:pt x="7732128" y="159013"/>
                  </a:lnTo>
                  <a:lnTo>
                    <a:pt x="7732273" y="159013"/>
                  </a:lnTo>
                  <a:lnTo>
                    <a:pt x="7732418" y="159013"/>
                  </a:lnTo>
                  <a:lnTo>
                    <a:pt x="7732564" y="159013"/>
                  </a:lnTo>
                  <a:lnTo>
                    <a:pt x="7732709" y="159013"/>
                  </a:lnTo>
                  <a:lnTo>
                    <a:pt x="7732855" y="159013"/>
                  </a:lnTo>
                  <a:lnTo>
                    <a:pt x="7733000" y="159013"/>
                  </a:lnTo>
                  <a:lnTo>
                    <a:pt x="7733146" y="159013"/>
                  </a:lnTo>
                  <a:lnTo>
                    <a:pt x="7733291" y="159013"/>
                  </a:lnTo>
                  <a:lnTo>
                    <a:pt x="7733436" y="159013"/>
                  </a:lnTo>
                  <a:lnTo>
                    <a:pt x="7733582" y="159013"/>
                  </a:lnTo>
                  <a:lnTo>
                    <a:pt x="7733582" y="158389"/>
                  </a:lnTo>
                  <a:lnTo>
                    <a:pt x="7733727" y="158389"/>
                  </a:lnTo>
                  <a:lnTo>
                    <a:pt x="7733873" y="158389"/>
                  </a:lnTo>
                  <a:lnTo>
                    <a:pt x="7734018" y="158389"/>
                  </a:lnTo>
                  <a:lnTo>
                    <a:pt x="7734164" y="158389"/>
                  </a:lnTo>
                  <a:lnTo>
                    <a:pt x="7734309" y="158389"/>
                  </a:lnTo>
                  <a:lnTo>
                    <a:pt x="7734454" y="158389"/>
                  </a:lnTo>
                  <a:lnTo>
                    <a:pt x="7734600" y="158389"/>
                  </a:lnTo>
                  <a:lnTo>
                    <a:pt x="7734745" y="158389"/>
                  </a:lnTo>
                  <a:lnTo>
                    <a:pt x="7734891" y="158389"/>
                  </a:lnTo>
                  <a:lnTo>
                    <a:pt x="7735036" y="158389"/>
                  </a:lnTo>
                  <a:lnTo>
                    <a:pt x="7735182" y="158389"/>
                  </a:lnTo>
                  <a:lnTo>
                    <a:pt x="7735327" y="158389"/>
                  </a:lnTo>
                  <a:lnTo>
                    <a:pt x="7735472" y="158389"/>
                  </a:lnTo>
                  <a:lnTo>
                    <a:pt x="7735618" y="158389"/>
                  </a:lnTo>
                  <a:lnTo>
                    <a:pt x="7735763" y="158389"/>
                  </a:lnTo>
                  <a:lnTo>
                    <a:pt x="7735909" y="158389"/>
                  </a:lnTo>
                  <a:lnTo>
                    <a:pt x="7735909" y="157766"/>
                  </a:lnTo>
                  <a:lnTo>
                    <a:pt x="7736054" y="157766"/>
                  </a:lnTo>
                  <a:lnTo>
                    <a:pt x="7736200" y="157766"/>
                  </a:lnTo>
                  <a:lnTo>
                    <a:pt x="7736345" y="157766"/>
                  </a:lnTo>
                  <a:lnTo>
                    <a:pt x="7736490" y="157766"/>
                  </a:lnTo>
                  <a:lnTo>
                    <a:pt x="7736636" y="157766"/>
                  </a:lnTo>
                  <a:lnTo>
                    <a:pt x="7736781" y="157766"/>
                  </a:lnTo>
                  <a:lnTo>
                    <a:pt x="7736927" y="157766"/>
                  </a:lnTo>
                  <a:lnTo>
                    <a:pt x="7737072" y="157766"/>
                  </a:lnTo>
                  <a:lnTo>
                    <a:pt x="7737218" y="157766"/>
                  </a:lnTo>
                  <a:lnTo>
                    <a:pt x="7737363" y="157766"/>
                  </a:lnTo>
                  <a:lnTo>
                    <a:pt x="7737508" y="157766"/>
                  </a:lnTo>
                  <a:lnTo>
                    <a:pt x="7737654" y="157766"/>
                  </a:lnTo>
                  <a:lnTo>
                    <a:pt x="7737799" y="157766"/>
                  </a:lnTo>
                  <a:lnTo>
                    <a:pt x="7737945" y="157766"/>
                  </a:lnTo>
                  <a:lnTo>
                    <a:pt x="7738090" y="157766"/>
                  </a:lnTo>
                  <a:lnTo>
                    <a:pt x="7738235" y="157766"/>
                  </a:lnTo>
                  <a:lnTo>
                    <a:pt x="7738381" y="157766"/>
                  </a:lnTo>
                  <a:lnTo>
                    <a:pt x="7738526" y="157766"/>
                  </a:lnTo>
                  <a:lnTo>
                    <a:pt x="7738672" y="157766"/>
                  </a:lnTo>
                  <a:lnTo>
                    <a:pt x="7738672" y="157142"/>
                  </a:lnTo>
                  <a:lnTo>
                    <a:pt x="7738817" y="157142"/>
                  </a:lnTo>
                  <a:lnTo>
                    <a:pt x="7738963" y="157142"/>
                  </a:lnTo>
                  <a:lnTo>
                    <a:pt x="7739108" y="157142"/>
                  </a:lnTo>
                  <a:lnTo>
                    <a:pt x="7739253" y="157142"/>
                  </a:lnTo>
                  <a:lnTo>
                    <a:pt x="7739399" y="157142"/>
                  </a:lnTo>
                  <a:lnTo>
                    <a:pt x="7739544" y="157142"/>
                  </a:lnTo>
                  <a:lnTo>
                    <a:pt x="7739544" y="156519"/>
                  </a:lnTo>
                  <a:lnTo>
                    <a:pt x="7739690" y="156519"/>
                  </a:lnTo>
                  <a:lnTo>
                    <a:pt x="7739835" y="156519"/>
                  </a:lnTo>
                  <a:lnTo>
                    <a:pt x="7739981" y="156519"/>
                  </a:lnTo>
                  <a:lnTo>
                    <a:pt x="7740126" y="156519"/>
                  </a:lnTo>
                  <a:lnTo>
                    <a:pt x="7740271" y="156519"/>
                  </a:lnTo>
                  <a:lnTo>
                    <a:pt x="7740417" y="156519"/>
                  </a:lnTo>
                  <a:lnTo>
                    <a:pt x="7740562" y="156519"/>
                  </a:lnTo>
                  <a:lnTo>
                    <a:pt x="7740708" y="156519"/>
                  </a:lnTo>
                  <a:lnTo>
                    <a:pt x="7740853" y="156519"/>
                  </a:lnTo>
                  <a:lnTo>
                    <a:pt x="7740999" y="156519"/>
                  </a:lnTo>
                  <a:lnTo>
                    <a:pt x="7741144" y="156519"/>
                  </a:lnTo>
                  <a:lnTo>
                    <a:pt x="7741289" y="156519"/>
                  </a:lnTo>
                  <a:lnTo>
                    <a:pt x="7741435" y="156519"/>
                  </a:lnTo>
                  <a:lnTo>
                    <a:pt x="7741580" y="156519"/>
                  </a:lnTo>
                  <a:lnTo>
                    <a:pt x="7741726" y="156519"/>
                  </a:lnTo>
                  <a:lnTo>
                    <a:pt x="7741871" y="156519"/>
                  </a:lnTo>
                  <a:lnTo>
                    <a:pt x="7742017" y="156519"/>
                  </a:lnTo>
                  <a:lnTo>
                    <a:pt x="7742162" y="156519"/>
                  </a:lnTo>
                  <a:lnTo>
                    <a:pt x="7742307" y="156519"/>
                  </a:lnTo>
                  <a:lnTo>
                    <a:pt x="7742453" y="156519"/>
                  </a:lnTo>
                  <a:lnTo>
                    <a:pt x="7742598" y="156519"/>
                  </a:lnTo>
                  <a:lnTo>
                    <a:pt x="7742744" y="156519"/>
                  </a:lnTo>
                  <a:lnTo>
                    <a:pt x="7742889" y="156519"/>
                  </a:lnTo>
                  <a:lnTo>
                    <a:pt x="7743035" y="156519"/>
                  </a:lnTo>
                  <a:lnTo>
                    <a:pt x="7743180" y="156519"/>
                  </a:lnTo>
                  <a:lnTo>
                    <a:pt x="7743325" y="156519"/>
                  </a:lnTo>
                  <a:lnTo>
                    <a:pt x="7743471" y="156519"/>
                  </a:lnTo>
                  <a:lnTo>
                    <a:pt x="7743616" y="156519"/>
                  </a:lnTo>
                  <a:lnTo>
                    <a:pt x="7743762" y="156519"/>
                  </a:lnTo>
                  <a:lnTo>
                    <a:pt x="7743907" y="156519"/>
                  </a:lnTo>
                  <a:lnTo>
                    <a:pt x="7744053" y="156519"/>
                  </a:lnTo>
                  <a:lnTo>
                    <a:pt x="7744198" y="156519"/>
                  </a:lnTo>
                  <a:lnTo>
                    <a:pt x="7744198" y="155895"/>
                  </a:lnTo>
                  <a:lnTo>
                    <a:pt x="7744343" y="155895"/>
                  </a:lnTo>
                  <a:lnTo>
                    <a:pt x="7744489" y="155895"/>
                  </a:lnTo>
                  <a:lnTo>
                    <a:pt x="7744634" y="155895"/>
                  </a:lnTo>
                  <a:lnTo>
                    <a:pt x="7744780" y="155895"/>
                  </a:lnTo>
                  <a:lnTo>
                    <a:pt x="7744925" y="155895"/>
                  </a:lnTo>
                  <a:lnTo>
                    <a:pt x="7745070" y="155895"/>
                  </a:lnTo>
                  <a:lnTo>
                    <a:pt x="7745216" y="155895"/>
                  </a:lnTo>
                  <a:lnTo>
                    <a:pt x="7745361" y="155895"/>
                  </a:lnTo>
                  <a:lnTo>
                    <a:pt x="7745507" y="155895"/>
                  </a:lnTo>
                  <a:lnTo>
                    <a:pt x="7745652" y="155895"/>
                  </a:lnTo>
                  <a:lnTo>
                    <a:pt x="7745798" y="155895"/>
                  </a:lnTo>
                  <a:lnTo>
                    <a:pt x="7745943" y="155895"/>
                  </a:lnTo>
                  <a:lnTo>
                    <a:pt x="7746088" y="155895"/>
                  </a:lnTo>
                  <a:lnTo>
                    <a:pt x="7746234" y="155895"/>
                  </a:lnTo>
                  <a:lnTo>
                    <a:pt x="7746379" y="155895"/>
                  </a:lnTo>
                  <a:lnTo>
                    <a:pt x="7746525" y="155895"/>
                  </a:lnTo>
                  <a:lnTo>
                    <a:pt x="7746670" y="155895"/>
                  </a:lnTo>
                  <a:lnTo>
                    <a:pt x="7746816" y="155895"/>
                  </a:lnTo>
                  <a:lnTo>
                    <a:pt x="7746961" y="155895"/>
                  </a:lnTo>
                  <a:lnTo>
                    <a:pt x="7746961" y="155271"/>
                  </a:lnTo>
                  <a:lnTo>
                    <a:pt x="7746961" y="154648"/>
                  </a:lnTo>
                  <a:lnTo>
                    <a:pt x="7747106" y="154648"/>
                  </a:lnTo>
                  <a:lnTo>
                    <a:pt x="7747252" y="154648"/>
                  </a:lnTo>
                  <a:lnTo>
                    <a:pt x="7747397" y="154648"/>
                  </a:lnTo>
                  <a:lnTo>
                    <a:pt x="7747397" y="154024"/>
                  </a:lnTo>
                  <a:lnTo>
                    <a:pt x="7747543" y="154024"/>
                  </a:lnTo>
                  <a:lnTo>
                    <a:pt x="7747688" y="154024"/>
                  </a:lnTo>
                  <a:lnTo>
                    <a:pt x="7747834" y="154024"/>
                  </a:lnTo>
                  <a:lnTo>
                    <a:pt x="7747979" y="154024"/>
                  </a:lnTo>
                  <a:lnTo>
                    <a:pt x="7748124" y="154024"/>
                  </a:lnTo>
                  <a:lnTo>
                    <a:pt x="7748270" y="154024"/>
                  </a:lnTo>
                  <a:lnTo>
                    <a:pt x="7748415" y="154024"/>
                  </a:lnTo>
                  <a:lnTo>
                    <a:pt x="7748561" y="154024"/>
                  </a:lnTo>
                  <a:lnTo>
                    <a:pt x="7748706" y="154024"/>
                  </a:lnTo>
                  <a:lnTo>
                    <a:pt x="7748852" y="154024"/>
                  </a:lnTo>
                  <a:lnTo>
                    <a:pt x="7748997" y="154024"/>
                  </a:lnTo>
                  <a:lnTo>
                    <a:pt x="7749142" y="154024"/>
                  </a:lnTo>
                  <a:lnTo>
                    <a:pt x="7749288" y="154024"/>
                  </a:lnTo>
                  <a:lnTo>
                    <a:pt x="7749433" y="154024"/>
                  </a:lnTo>
                  <a:lnTo>
                    <a:pt x="7749579" y="154024"/>
                  </a:lnTo>
                  <a:lnTo>
                    <a:pt x="7749724" y="154024"/>
                  </a:lnTo>
                  <a:lnTo>
                    <a:pt x="7749870" y="154024"/>
                  </a:lnTo>
                  <a:lnTo>
                    <a:pt x="7750015" y="154024"/>
                  </a:lnTo>
                  <a:lnTo>
                    <a:pt x="7750160" y="154024"/>
                  </a:lnTo>
                  <a:lnTo>
                    <a:pt x="7750160" y="153401"/>
                  </a:lnTo>
                  <a:lnTo>
                    <a:pt x="7750306" y="153401"/>
                  </a:lnTo>
                  <a:lnTo>
                    <a:pt x="7750451" y="153401"/>
                  </a:lnTo>
                  <a:lnTo>
                    <a:pt x="7750597" y="153401"/>
                  </a:lnTo>
                  <a:lnTo>
                    <a:pt x="7750742" y="153401"/>
                  </a:lnTo>
                  <a:lnTo>
                    <a:pt x="7750887" y="153401"/>
                  </a:lnTo>
                  <a:lnTo>
                    <a:pt x="7751033" y="153401"/>
                  </a:lnTo>
                  <a:lnTo>
                    <a:pt x="7751178" y="153401"/>
                  </a:lnTo>
                  <a:lnTo>
                    <a:pt x="7751324" y="153401"/>
                  </a:lnTo>
                  <a:lnTo>
                    <a:pt x="7751469" y="153401"/>
                  </a:lnTo>
                  <a:lnTo>
                    <a:pt x="7751615" y="153401"/>
                  </a:lnTo>
                  <a:lnTo>
                    <a:pt x="7751760" y="153401"/>
                  </a:lnTo>
                  <a:lnTo>
                    <a:pt x="7751905" y="153401"/>
                  </a:lnTo>
                  <a:lnTo>
                    <a:pt x="7752051" y="153401"/>
                  </a:lnTo>
                  <a:lnTo>
                    <a:pt x="7752196" y="153401"/>
                  </a:lnTo>
                  <a:lnTo>
                    <a:pt x="7752342" y="153401"/>
                  </a:lnTo>
                  <a:lnTo>
                    <a:pt x="7752487" y="153401"/>
                  </a:lnTo>
                  <a:lnTo>
                    <a:pt x="7752633" y="153401"/>
                  </a:lnTo>
                  <a:lnTo>
                    <a:pt x="7752778" y="153401"/>
                  </a:lnTo>
                  <a:lnTo>
                    <a:pt x="7752923" y="153401"/>
                  </a:lnTo>
                  <a:lnTo>
                    <a:pt x="7753069" y="153401"/>
                  </a:lnTo>
                  <a:lnTo>
                    <a:pt x="7753214" y="153401"/>
                  </a:lnTo>
                  <a:lnTo>
                    <a:pt x="7753360" y="153401"/>
                  </a:lnTo>
                  <a:lnTo>
                    <a:pt x="7753505" y="153401"/>
                  </a:lnTo>
                  <a:lnTo>
                    <a:pt x="7753651" y="153401"/>
                  </a:lnTo>
                  <a:lnTo>
                    <a:pt x="7753796" y="153401"/>
                  </a:lnTo>
                  <a:lnTo>
                    <a:pt x="7753941" y="153401"/>
                  </a:lnTo>
                  <a:lnTo>
                    <a:pt x="7754087" y="153401"/>
                  </a:lnTo>
                  <a:lnTo>
                    <a:pt x="7754232" y="153401"/>
                  </a:lnTo>
                  <a:lnTo>
                    <a:pt x="7754378" y="153401"/>
                  </a:lnTo>
                  <a:lnTo>
                    <a:pt x="7754523" y="153401"/>
                  </a:lnTo>
                  <a:lnTo>
                    <a:pt x="7754669" y="153401"/>
                  </a:lnTo>
                  <a:lnTo>
                    <a:pt x="7754814" y="153401"/>
                  </a:lnTo>
                  <a:lnTo>
                    <a:pt x="7754959" y="153401"/>
                  </a:lnTo>
                  <a:lnTo>
                    <a:pt x="7755105" y="153401"/>
                  </a:lnTo>
                  <a:lnTo>
                    <a:pt x="7755250" y="153401"/>
                  </a:lnTo>
                  <a:lnTo>
                    <a:pt x="7755396" y="153401"/>
                  </a:lnTo>
                  <a:lnTo>
                    <a:pt x="7755541" y="153401"/>
                  </a:lnTo>
                  <a:lnTo>
                    <a:pt x="7755687" y="153401"/>
                  </a:lnTo>
                  <a:lnTo>
                    <a:pt x="7755832" y="153401"/>
                  </a:lnTo>
                  <a:lnTo>
                    <a:pt x="7755977" y="153401"/>
                  </a:lnTo>
                  <a:lnTo>
                    <a:pt x="7756123" y="153401"/>
                  </a:lnTo>
                  <a:lnTo>
                    <a:pt x="7756268" y="153401"/>
                  </a:lnTo>
                  <a:lnTo>
                    <a:pt x="7756414" y="153401"/>
                  </a:lnTo>
                  <a:lnTo>
                    <a:pt x="7756559" y="153401"/>
                  </a:lnTo>
                  <a:lnTo>
                    <a:pt x="7756705" y="153401"/>
                  </a:lnTo>
                  <a:lnTo>
                    <a:pt x="7756850" y="153401"/>
                  </a:lnTo>
                  <a:lnTo>
                    <a:pt x="7756995" y="153401"/>
                  </a:lnTo>
                  <a:lnTo>
                    <a:pt x="7757141" y="153401"/>
                  </a:lnTo>
                  <a:lnTo>
                    <a:pt x="7757286" y="153401"/>
                  </a:lnTo>
                  <a:lnTo>
                    <a:pt x="7757432" y="153401"/>
                  </a:lnTo>
                  <a:lnTo>
                    <a:pt x="7757577" y="153401"/>
                  </a:lnTo>
                  <a:lnTo>
                    <a:pt x="7757722" y="153401"/>
                  </a:lnTo>
                  <a:lnTo>
                    <a:pt x="7757868" y="153401"/>
                  </a:lnTo>
                  <a:lnTo>
                    <a:pt x="7758013" y="153401"/>
                  </a:lnTo>
                  <a:lnTo>
                    <a:pt x="7758159" y="153401"/>
                  </a:lnTo>
                  <a:lnTo>
                    <a:pt x="7758304" y="153401"/>
                  </a:lnTo>
                  <a:lnTo>
                    <a:pt x="7758450" y="153401"/>
                  </a:lnTo>
                  <a:lnTo>
                    <a:pt x="7758595" y="153401"/>
                  </a:lnTo>
                  <a:lnTo>
                    <a:pt x="7758740" y="153401"/>
                  </a:lnTo>
                  <a:lnTo>
                    <a:pt x="7758886" y="153401"/>
                  </a:lnTo>
                  <a:lnTo>
                    <a:pt x="7759031" y="153401"/>
                  </a:lnTo>
                  <a:lnTo>
                    <a:pt x="7759177" y="153401"/>
                  </a:lnTo>
                  <a:lnTo>
                    <a:pt x="7759322" y="153401"/>
                  </a:lnTo>
                  <a:lnTo>
                    <a:pt x="7759468" y="153401"/>
                  </a:lnTo>
                  <a:lnTo>
                    <a:pt x="7759613" y="153401"/>
                  </a:lnTo>
                  <a:lnTo>
                    <a:pt x="7759758" y="153401"/>
                  </a:lnTo>
                  <a:lnTo>
                    <a:pt x="7759904" y="153401"/>
                  </a:lnTo>
                  <a:lnTo>
                    <a:pt x="7760049" y="153401"/>
                  </a:lnTo>
                  <a:lnTo>
                    <a:pt x="7760195" y="153401"/>
                  </a:lnTo>
                  <a:lnTo>
                    <a:pt x="7760340" y="153401"/>
                  </a:lnTo>
                  <a:lnTo>
                    <a:pt x="7760486" y="153401"/>
                  </a:lnTo>
                  <a:lnTo>
                    <a:pt x="7760631" y="153401"/>
                  </a:lnTo>
                  <a:lnTo>
                    <a:pt x="7760776" y="153401"/>
                  </a:lnTo>
                  <a:lnTo>
                    <a:pt x="7760922" y="153401"/>
                  </a:lnTo>
                  <a:lnTo>
                    <a:pt x="7761067" y="153401"/>
                  </a:lnTo>
                  <a:lnTo>
                    <a:pt x="7761213" y="153401"/>
                  </a:lnTo>
                  <a:lnTo>
                    <a:pt x="7761358" y="153401"/>
                  </a:lnTo>
                  <a:lnTo>
                    <a:pt x="7761504" y="153401"/>
                  </a:lnTo>
                  <a:lnTo>
                    <a:pt x="7761649" y="153401"/>
                  </a:lnTo>
                  <a:lnTo>
                    <a:pt x="7761794" y="153401"/>
                  </a:lnTo>
                  <a:lnTo>
                    <a:pt x="7761940" y="153401"/>
                  </a:lnTo>
                  <a:lnTo>
                    <a:pt x="7762085" y="153401"/>
                  </a:lnTo>
                  <a:lnTo>
                    <a:pt x="7762231" y="153401"/>
                  </a:lnTo>
                  <a:lnTo>
                    <a:pt x="7762376" y="153401"/>
                  </a:lnTo>
                  <a:lnTo>
                    <a:pt x="7762522" y="153401"/>
                  </a:lnTo>
                  <a:lnTo>
                    <a:pt x="7762667" y="153401"/>
                  </a:lnTo>
                  <a:lnTo>
                    <a:pt x="7762812" y="153401"/>
                  </a:lnTo>
                  <a:lnTo>
                    <a:pt x="7762958" y="153401"/>
                  </a:lnTo>
                  <a:lnTo>
                    <a:pt x="7763103" y="153401"/>
                  </a:lnTo>
                  <a:lnTo>
                    <a:pt x="7763249" y="153401"/>
                  </a:lnTo>
                  <a:lnTo>
                    <a:pt x="7763394" y="153401"/>
                  </a:lnTo>
                  <a:lnTo>
                    <a:pt x="7763540" y="153401"/>
                  </a:lnTo>
                  <a:lnTo>
                    <a:pt x="7763685" y="153401"/>
                  </a:lnTo>
                  <a:lnTo>
                    <a:pt x="7763830" y="153401"/>
                  </a:lnTo>
                  <a:lnTo>
                    <a:pt x="7763830" y="152777"/>
                  </a:lnTo>
                  <a:lnTo>
                    <a:pt x="7763976" y="152777"/>
                  </a:lnTo>
                  <a:lnTo>
                    <a:pt x="7764121" y="152777"/>
                  </a:lnTo>
                  <a:lnTo>
                    <a:pt x="7764267" y="152777"/>
                  </a:lnTo>
                  <a:lnTo>
                    <a:pt x="7764412" y="152777"/>
                  </a:lnTo>
                  <a:lnTo>
                    <a:pt x="7764557" y="152777"/>
                  </a:lnTo>
                  <a:lnTo>
                    <a:pt x="7764703" y="152777"/>
                  </a:lnTo>
                  <a:lnTo>
                    <a:pt x="7764703" y="152154"/>
                  </a:lnTo>
                  <a:lnTo>
                    <a:pt x="7764848" y="152154"/>
                  </a:lnTo>
                  <a:lnTo>
                    <a:pt x="7764994" y="152154"/>
                  </a:lnTo>
                  <a:lnTo>
                    <a:pt x="7765139" y="152154"/>
                  </a:lnTo>
                  <a:lnTo>
                    <a:pt x="7765285" y="152154"/>
                  </a:lnTo>
                  <a:lnTo>
                    <a:pt x="7765430" y="152154"/>
                  </a:lnTo>
                  <a:lnTo>
                    <a:pt x="7765430" y="151530"/>
                  </a:lnTo>
                  <a:lnTo>
                    <a:pt x="7765575" y="151530"/>
                  </a:lnTo>
                  <a:lnTo>
                    <a:pt x="7765721" y="151530"/>
                  </a:lnTo>
                  <a:lnTo>
                    <a:pt x="7765866" y="151530"/>
                  </a:lnTo>
                  <a:lnTo>
                    <a:pt x="7766012" y="151530"/>
                  </a:lnTo>
                  <a:lnTo>
                    <a:pt x="7766157" y="151530"/>
                  </a:lnTo>
                  <a:lnTo>
                    <a:pt x="7766303" y="151530"/>
                  </a:lnTo>
                  <a:lnTo>
                    <a:pt x="7766448" y="151530"/>
                  </a:lnTo>
                  <a:lnTo>
                    <a:pt x="7766593" y="151530"/>
                  </a:lnTo>
                  <a:lnTo>
                    <a:pt x="7766739" y="151530"/>
                  </a:lnTo>
                  <a:lnTo>
                    <a:pt x="7766884" y="151530"/>
                  </a:lnTo>
                  <a:lnTo>
                    <a:pt x="7767030" y="151530"/>
                  </a:lnTo>
                  <a:lnTo>
                    <a:pt x="7767175" y="151530"/>
                  </a:lnTo>
                  <a:lnTo>
                    <a:pt x="7767321" y="151530"/>
                  </a:lnTo>
                  <a:lnTo>
                    <a:pt x="7767321" y="150906"/>
                  </a:lnTo>
                  <a:lnTo>
                    <a:pt x="7767466" y="150906"/>
                  </a:lnTo>
                  <a:lnTo>
                    <a:pt x="7767611" y="150906"/>
                  </a:lnTo>
                  <a:lnTo>
                    <a:pt x="7767611" y="150283"/>
                  </a:lnTo>
                  <a:lnTo>
                    <a:pt x="7767757" y="150283"/>
                  </a:lnTo>
                  <a:lnTo>
                    <a:pt x="7767902" y="150283"/>
                  </a:lnTo>
                  <a:lnTo>
                    <a:pt x="7768048" y="150283"/>
                  </a:lnTo>
                  <a:lnTo>
                    <a:pt x="7768193" y="150283"/>
                  </a:lnTo>
                  <a:lnTo>
                    <a:pt x="7768339" y="150283"/>
                  </a:lnTo>
                  <a:lnTo>
                    <a:pt x="7768484" y="150283"/>
                  </a:lnTo>
                  <a:lnTo>
                    <a:pt x="7768629" y="150283"/>
                  </a:lnTo>
                  <a:lnTo>
                    <a:pt x="7768775" y="150283"/>
                  </a:lnTo>
                  <a:lnTo>
                    <a:pt x="7768920" y="150283"/>
                  </a:lnTo>
                  <a:lnTo>
                    <a:pt x="7769066" y="150283"/>
                  </a:lnTo>
                  <a:lnTo>
                    <a:pt x="7769211" y="150283"/>
                  </a:lnTo>
                  <a:lnTo>
                    <a:pt x="7769357" y="150283"/>
                  </a:lnTo>
                  <a:lnTo>
                    <a:pt x="7769502" y="150283"/>
                  </a:lnTo>
                  <a:lnTo>
                    <a:pt x="7769647" y="150283"/>
                  </a:lnTo>
                  <a:lnTo>
                    <a:pt x="7769793" y="150283"/>
                  </a:lnTo>
                  <a:lnTo>
                    <a:pt x="7769938" y="150283"/>
                  </a:lnTo>
                  <a:lnTo>
                    <a:pt x="7770084" y="150283"/>
                  </a:lnTo>
                  <a:lnTo>
                    <a:pt x="7770229" y="150283"/>
                  </a:lnTo>
                  <a:lnTo>
                    <a:pt x="7770375" y="150283"/>
                  </a:lnTo>
                  <a:lnTo>
                    <a:pt x="7770520" y="150283"/>
                  </a:lnTo>
                  <a:lnTo>
                    <a:pt x="7770665" y="150283"/>
                  </a:lnTo>
                  <a:lnTo>
                    <a:pt x="7770811" y="150283"/>
                  </a:lnTo>
                  <a:lnTo>
                    <a:pt x="7770956" y="150283"/>
                  </a:lnTo>
                  <a:lnTo>
                    <a:pt x="7771102" y="150283"/>
                  </a:lnTo>
                  <a:lnTo>
                    <a:pt x="7771247" y="150283"/>
                  </a:lnTo>
                  <a:lnTo>
                    <a:pt x="7771247" y="149659"/>
                  </a:lnTo>
                  <a:lnTo>
                    <a:pt x="7771392" y="149659"/>
                  </a:lnTo>
                  <a:lnTo>
                    <a:pt x="7771392" y="149036"/>
                  </a:lnTo>
                  <a:lnTo>
                    <a:pt x="7771538" y="149036"/>
                  </a:lnTo>
                  <a:lnTo>
                    <a:pt x="7771683" y="149036"/>
                  </a:lnTo>
                  <a:lnTo>
                    <a:pt x="7771829" y="149036"/>
                  </a:lnTo>
                  <a:lnTo>
                    <a:pt x="7771974" y="149036"/>
                  </a:lnTo>
                  <a:lnTo>
                    <a:pt x="7772120" y="149036"/>
                  </a:lnTo>
                  <a:lnTo>
                    <a:pt x="7772265" y="149036"/>
                  </a:lnTo>
                  <a:lnTo>
                    <a:pt x="7772410" y="149036"/>
                  </a:lnTo>
                  <a:lnTo>
                    <a:pt x="7772556" y="149036"/>
                  </a:lnTo>
                  <a:lnTo>
                    <a:pt x="7772701" y="149036"/>
                  </a:lnTo>
                  <a:lnTo>
                    <a:pt x="7772847" y="149036"/>
                  </a:lnTo>
                  <a:lnTo>
                    <a:pt x="7772992" y="149036"/>
                  </a:lnTo>
                  <a:lnTo>
                    <a:pt x="7773138" y="149036"/>
                  </a:lnTo>
                  <a:lnTo>
                    <a:pt x="7773283" y="149036"/>
                  </a:lnTo>
                  <a:lnTo>
                    <a:pt x="7773428" y="149036"/>
                  </a:lnTo>
                  <a:lnTo>
                    <a:pt x="7773574" y="149036"/>
                  </a:lnTo>
                  <a:lnTo>
                    <a:pt x="7773719" y="149036"/>
                  </a:lnTo>
                  <a:lnTo>
                    <a:pt x="7773865" y="149036"/>
                  </a:lnTo>
                  <a:lnTo>
                    <a:pt x="7774010" y="149036"/>
                  </a:lnTo>
                  <a:lnTo>
                    <a:pt x="7774156" y="149036"/>
                  </a:lnTo>
                  <a:lnTo>
                    <a:pt x="7774301" y="149036"/>
                  </a:lnTo>
                  <a:lnTo>
                    <a:pt x="7774446" y="149036"/>
                  </a:lnTo>
                  <a:lnTo>
                    <a:pt x="7774592" y="149036"/>
                  </a:lnTo>
                  <a:lnTo>
                    <a:pt x="7774737" y="149036"/>
                  </a:lnTo>
                  <a:lnTo>
                    <a:pt x="7774883" y="149036"/>
                  </a:lnTo>
                  <a:lnTo>
                    <a:pt x="7775028" y="149036"/>
                  </a:lnTo>
                  <a:lnTo>
                    <a:pt x="7775028" y="148412"/>
                  </a:lnTo>
                  <a:lnTo>
                    <a:pt x="7775174" y="148412"/>
                  </a:lnTo>
                  <a:lnTo>
                    <a:pt x="7775319" y="148412"/>
                  </a:lnTo>
                  <a:lnTo>
                    <a:pt x="7775464" y="148412"/>
                  </a:lnTo>
                  <a:lnTo>
                    <a:pt x="7775610" y="148412"/>
                  </a:lnTo>
                  <a:lnTo>
                    <a:pt x="7775755" y="148412"/>
                  </a:lnTo>
                  <a:lnTo>
                    <a:pt x="7775755" y="147789"/>
                  </a:lnTo>
                  <a:lnTo>
                    <a:pt x="7775901" y="147789"/>
                  </a:lnTo>
                  <a:lnTo>
                    <a:pt x="7776046" y="147789"/>
                  </a:lnTo>
                  <a:lnTo>
                    <a:pt x="7776192" y="147789"/>
                  </a:lnTo>
                  <a:lnTo>
                    <a:pt x="7776337" y="147789"/>
                  </a:lnTo>
                  <a:lnTo>
                    <a:pt x="7776337" y="147165"/>
                  </a:lnTo>
                  <a:lnTo>
                    <a:pt x="7776482" y="147165"/>
                  </a:lnTo>
                  <a:lnTo>
                    <a:pt x="7776628" y="147165"/>
                  </a:lnTo>
                  <a:lnTo>
                    <a:pt x="7776773" y="147165"/>
                  </a:lnTo>
                  <a:lnTo>
                    <a:pt x="7776919" y="147165"/>
                  </a:lnTo>
                  <a:lnTo>
                    <a:pt x="7777064" y="147165"/>
                  </a:lnTo>
                  <a:lnTo>
                    <a:pt x="7777210" y="147165"/>
                  </a:lnTo>
                  <a:lnTo>
                    <a:pt x="7777355" y="147165"/>
                  </a:lnTo>
                  <a:lnTo>
                    <a:pt x="7777355" y="146541"/>
                  </a:lnTo>
                  <a:lnTo>
                    <a:pt x="7777500" y="146541"/>
                  </a:lnTo>
                  <a:lnTo>
                    <a:pt x="7777646" y="146541"/>
                  </a:lnTo>
                  <a:lnTo>
                    <a:pt x="7777791" y="146541"/>
                  </a:lnTo>
                  <a:lnTo>
                    <a:pt x="7777937" y="146541"/>
                  </a:lnTo>
                  <a:lnTo>
                    <a:pt x="7778082" y="146541"/>
                  </a:lnTo>
                  <a:lnTo>
                    <a:pt x="7778227" y="146541"/>
                  </a:lnTo>
                  <a:lnTo>
                    <a:pt x="7778373" y="146541"/>
                  </a:lnTo>
                  <a:lnTo>
                    <a:pt x="7778518" y="146541"/>
                  </a:lnTo>
                  <a:lnTo>
                    <a:pt x="7778664" y="146541"/>
                  </a:lnTo>
                  <a:lnTo>
                    <a:pt x="7778809" y="146541"/>
                  </a:lnTo>
                  <a:lnTo>
                    <a:pt x="7778955" y="146541"/>
                  </a:lnTo>
                  <a:lnTo>
                    <a:pt x="7779100" y="146541"/>
                  </a:lnTo>
                  <a:lnTo>
                    <a:pt x="7779245" y="146541"/>
                  </a:lnTo>
                  <a:lnTo>
                    <a:pt x="7779391" y="146541"/>
                  </a:lnTo>
                  <a:lnTo>
                    <a:pt x="7779536" y="146541"/>
                  </a:lnTo>
                  <a:lnTo>
                    <a:pt x="7779682" y="146541"/>
                  </a:lnTo>
                  <a:lnTo>
                    <a:pt x="7779827" y="146541"/>
                  </a:lnTo>
                  <a:lnTo>
                    <a:pt x="7779973" y="146541"/>
                  </a:lnTo>
                  <a:lnTo>
                    <a:pt x="7780118" y="146541"/>
                  </a:lnTo>
                  <a:lnTo>
                    <a:pt x="7780263" y="146541"/>
                  </a:lnTo>
                  <a:lnTo>
                    <a:pt x="7780409" y="146541"/>
                  </a:lnTo>
                  <a:lnTo>
                    <a:pt x="7780554" y="146541"/>
                  </a:lnTo>
                  <a:lnTo>
                    <a:pt x="7780700" y="146541"/>
                  </a:lnTo>
                  <a:lnTo>
                    <a:pt x="7780845" y="146541"/>
                  </a:lnTo>
                  <a:lnTo>
                    <a:pt x="7780991" y="146541"/>
                  </a:lnTo>
                  <a:lnTo>
                    <a:pt x="7780991" y="145918"/>
                  </a:lnTo>
                  <a:lnTo>
                    <a:pt x="7781136" y="145918"/>
                  </a:lnTo>
                  <a:lnTo>
                    <a:pt x="7781281" y="145918"/>
                  </a:lnTo>
                  <a:lnTo>
                    <a:pt x="7781281" y="145294"/>
                  </a:lnTo>
                  <a:lnTo>
                    <a:pt x="7781427" y="145294"/>
                  </a:lnTo>
                  <a:lnTo>
                    <a:pt x="7781427" y="144671"/>
                  </a:lnTo>
                  <a:lnTo>
                    <a:pt x="7781572" y="144671"/>
                  </a:lnTo>
                  <a:lnTo>
                    <a:pt x="7781718" y="144671"/>
                  </a:lnTo>
                  <a:lnTo>
                    <a:pt x="7781863" y="144671"/>
                  </a:lnTo>
                  <a:lnTo>
                    <a:pt x="7782009" y="144671"/>
                  </a:lnTo>
                  <a:lnTo>
                    <a:pt x="7782154" y="144671"/>
                  </a:lnTo>
                  <a:lnTo>
                    <a:pt x="7782299" y="144671"/>
                  </a:lnTo>
                  <a:lnTo>
                    <a:pt x="7782299" y="144047"/>
                  </a:lnTo>
                  <a:lnTo>
                    <a:pt x="7782445" y="144047"/>
                  </a:lnTo>
                  <a:lnTo>
                    <a:pt x="7782590" y="144047"/>
                  </a:lnTo>
                  <a:lnTo>
                    <a:pt x="7782736" y="144047"/>
                  </a:lnTo>
                  <a:lnTo>
                    <a:pt x="7782881" y="144047"/>
                  </a:lnTo>
                  <a:lnTo>
                    <a:pt x="7783027" y="144047"/>
                  </a:lnTo>
                  <a:lnTo>
                    <a:pt x="7783172" y="144047"/>
                  </a:lnTo>
                  <a:lnTo>
                    <a:pt x="7783317" y="144047"/>
                  </a:lnTo>
                  <a:lnTo>
                    <a:pt x="7783463" y="144047"/>
                  </a:lnTo>
                  <a:lnTo>
                    <a:pt x="7783608" y="144047"/>
                  </a:lnTo>
                  <a:lnTo>
                    <a:pt x="7783608" y="143423"/>
                  </a:lnTo>
                  <a:lnTo>
                    <a:pt x="7783754" y="143423"/>
                  </a:lnTo>
                  <a:lnTo>
                    <a:pt x="7783899" y="143423"/>
                  </a:lnTo>
                  <a:lnTo>
                    <a:pt x="7784045" y="143423"/>
                  </a:lnTo>
                  <a:lnTo>
                    <a:pt x="7784045" y="142800"/>
                  </a:lnTo>
                  <a:lnTo>
                    <a:pt x="7784190" y="142800"/>
                  </a:lnTo>
                  <a:lnTo>
                    <a:pt x="7784335" y="142800"/>
                  </a:lnTo>
                  <a:lnTo>
                    <a:pt x="7784481" y="142800"/>
                  </a:lnTo>
                  <a:lnTo>
                    <a:pt x="7784626" y="142800"/>
                  </a:lnTo>
                  <a:lnTo>
                    <a:pt x="7784772" y="142800"/>
                  </a:lnTo>
                  <a:lnTo>
                    <a:pt x="7784917" y="142800"/>
                  </a:lnTo>
                  <a:lnTo>
                    <a:pt x="7785062" y="142800"/>
                  </a:lnTo>
                  <a:lnTo>
                    <a:pt x="7785208" y="142800"/>
                  </a:lnTo>
                  <a:lnTo>
                    <a:pt x="7785353" y="142800"/>
                  </a:lnTo>
                  <a:lnTo>
                    <a:pt x="7785499" y="142800"/>
                  </a:lnTo>
                  <a:lnTo>
                    <a:pt x="7785499" y="142176"/>
                  </a:lnTo>
                  <a:lnTo>
                    <a:pt x="7785644" y="142176"/>
                  </a:lnTo>
                  <a:lnTo>
                    <a:pt x="7785790" y="142176"/>
                  </a:lnTo>
                  <a:lnTo>
                    <a:pt x="7785935" y="142176"/>
                  </a:lnTo>
                  <a:lnTo>
                    <a:pt x="7786080" y="142176"/>
                  </a:lnTo>
                  <a:lnTo>
                    <a:pt x="7786226" y="142176"/>
                  </a:lnTo>
                  <a:lnTo>
                    <a:pt x="7786371" y="142176"/>
                  </a:lnTo>
                  <a:lnTo>
                    <a:pt x="7786517" y="142176"/>
                  </a:lnTo>
                  <a:lnTo>
                    <a:pt x="7786662" y="142176"/>
                  </a:lnTo>
                  <a:lnTo>
                    <a:pt x="7786808" y="142176"/>
                  </a:lnTo>
                  <a:lnTo>
                    <a:pt x="7786953" y="142176"/>
                  </a:lnTo>
                  <a:lnTo>
                    <a:pt x="7787098" y="142176"/>
                  </a:lnTo>
                  <a:lnTo>
                    <a:pt x="7787244" y="142176"/>
                  </a:lnTo>
                  <a:lnTo>
                    <a:pt x="7787389" y="142176"/>
                  </a:lnTo>
                  <a:lnTo>
                    <a:pt x="7787535" y="142176"/>
                  </a:lnTo>
                  <a:lnTo>
                    <a:pt x="7787680" y="142176"/>
                  </a:lnTo>
                  <a:lnTo>
                    <a:pt x="7787826" y="142176"/>
                  </a:lnTo>
                  <a:lnTo>
                    <a:pt x="7787971" y="142176"/>
                  </a:lnTo>
                  <a:lnTo>
                    <a:pt x="7788116" y="142176"/>
                  </a:lnTo>
                  <a:lnTo>
                    <a:pt x="7788262" y="142176"/>
                  </a:lnTo>
                  <a:lnTo>
                    <a:pt x="7788407" y="142176"/>
                  </a:lnTo>
                  <a:lnTo>
                    <a:pt x="7788553" y="142176"/>
                  </a:lnTo>
                  <a:lnTo>
                    <a:pt x="7788698" y="142176"/>
                  </a:lnTo>
                  <a:lnTo>
                    <a:pt x="7788844" y="142176"/>
                  </a:lnTo>
                  <a:lnTo>
                    <a:pt x="7788989" y="142176"/>
                  </a:lnTo>
                  <a:lnTo>
                    <a:pt x="7789134" y="142176"/>
                  </a:lnTo>
                  <a:lnTo>
                    <a:pt x="7789280" y="142176"/>
                  </a:lnTo>
                  <a:lnTo>
                    <a:pt x="7789425" y="142176"/>
                  </a:lnTo>
                  <a:lnTo>
                    <a:pt x="7789571" y="142176"/>
                  </a:lnTo>
                  <a:lnTo>
                    <a:pt x="7789716" y="142176"/>
                  </a:lnTo>
                  <a:lnTo>
                    <a:pt x="7789862" y="142176"/>
                  </a:lnTo>
                  <a:lnTo>
                    <a:pt x="7790007" y="142176"/>
                  </a:lnTo>
                  <a:lnTo>
                    <a:pt x="7790152" y="142176"/>
                  </a:lnTo>
                  <a:lnTo>
                    <a:pt x="7790298" y="142176"/>
                  </a:lnTo>
                  <a:lnTo>
                    <a:pt x="7790443" y="142176"/>
                  </a:lnTo>
                  <a:lnTo>
                    <a:pt x="7790589" y="142176"/>
                  </a:lnTo>
                  <a:lnTo>
                    <a:pt x="7790734" y="142176"/>
                  </a:lnTo>
                  <a:lnTo>
                    <a:pt x="7790880" y="142176"/>
                  </a:lnTo>
                  <a:lnTo>
                    <a:pt x="7791025" y="142176"/>
                  </a:lnTo>
                  <a:lnTo>
                    <a:pt x="7791025" y="141553"/>
                  </a:lnTo>
                  <a:lnTo>
                    <a:pt x="7791170" y="141553"/>
                  </a:lnTo>
                  <a:lnTo>
                    <a:pt x="7791316" y="141553"/>
                  </a:lnTo>
                  <a:lnTo>
                    <a:pt x="7791461" y="141553"/>
                  </a:lnTo>
                  <a:lnTo>
                    <a:pt x="7791607" y="141553"/>
                  </a:lnTo>
                  <a:lnTo>
                    <a:pt x="7791752" y="141553"/>
                  </a:lnTo>
                  <a:lnTo>
                    <a:pt x="7791897" y="141553"/>
                  </a:lnTo>
                  <a:lnTo>
                    <a:pt x="7792043" y="141553"/>
                  </a:lnTo>
                  <a:lnTo>
                    <a:pt x="7792188" y="141553"/>
                  </a:lnTo>
                  <a:lnTo>
                    <a:pt x="7792334" y="141553"/>
                  </a:lnTo>
                  <a:lnTo>
                    <a:pt x="7792479" y="141553"/>
                  </a:lnTo>
                  <a:lnTo>
                    <a:pt x="7792625" y="141553"/>
                  </a:lnTo>
                  <a:lnTo>
                    <a:pt x="7792770" y="141553"/>
                  </a:lnTo>
                  <a:lnTo>
                    <a:pt x="7792915" y="141553"/>
                  </a:lnTo>
                  <a:lnTo>
                    <a:pt x="7793061" y="141553"/>
                  </a:lnTo>
                  <a:lnTo>
                    <a:pt x="7793206" y="141553"/>
                  </a:lnTo>
                  <a:lnTo>
                    <a:pt x="7793352" y="141553"/>
                  </a:lnTo>
                  <a:lnTo>
                    <a:pt x="7793352" y="140929"/>
                  </a:lnTo>
                  <a:lnTo>
                    <a:pt x="7793497" y="140929"/>
                  </a:lnTo>
                  <a:lnTo>
                    <a:pt x="7793643" y="140929"/>
                  </a:lnTo>
                  <a:lnTo>
                    <a:pt x="7793788" y="140929"/>
                  </a:lnTo>
                  <a:lnTo>
                    <a:pt x="7793933" y="140929"/>
                  </a:lnTo>
                  <a:lnTo>
                    <a:pt x="7794079" y="140929"/>
                  </a:lnTo>
                  <a:lnTo>
                    <a:pt x="7794224" y="140929"/>
                  </a:lnTo>
                  <a:lnTo>
                    <a:pt x="7794370" y="140929"/>
                  </a:lnTo>
                  <a:lnTo>
                    <a:pt x="7794515" y="140929"/>
                  </a:lnTo>
                  <a:lnTo>
                    <a:pt x="7794661" y="140929"/>
                  </a:lnTo>
                  <a:lnTo>
                    <a:pt x="7794806" y="140929"/>
                  </a:lnTo>
                  <a:lnTo>
                    <a:pt x="7794951" y="140929"/>
                  </a:lnTo>
                  <a:lnTo>
                    <a:pt x="7795097" y="140929"/>
                  </a:lnTo>
                  <a:lnTo>
                    <a:pt x="7795242" y="140929"/>
                  </a:lnTo>
                  <a:lnTo>
                    <a:pt x="7795388" y="140929"/>
                  </a:lnTo>
                  <a:lnTo>
                    <a:pt x="7795388" y="140306"/>
                  </a:lnTo>
                  <a:lnTo>
                    <a:pt x="7795533" y="140306"/>
                  </a:lnTo>
                  <a:lnTo>
                    <a:pt x="7795679" y="140306"/>
                  </a:lnTo>
                  <a:lnTo>
                    <a:pt x="7795824" y="140306"/>
                  </a:lnTo>
                  <a:lnTo>
                    <a:pt x="7795969" y="140306"/>
                  </a:lnTo>
                  <a:lnTo>
                    <a:pt x="7796115" y="140306"/>
                  </a:lnTo>
                  <a:lnTo>
                    <a:pt x="7796260" y="140306"/>
                  </a:lnTo>
                  <a:lnTo>
                    <a:pt x="7796406" y="140306"/>
                  </a:lnTo>
                  <a:lnTo>
                    <a:pt x="7796551" y="140306"/>
                  </a:lnTo>
                  <a:lnTo>
                    <a:pt x="7796697" y="140306"/>
                  </a:lnTo>
                  <a:lnTo>
                    <a:pt x="7796842" y="140306"/>
                  </a:lnTo>
                  <a:lnTo>
                    <a:pt x="7796987" y="140306"/>
                  </a:lnTo>
                  <a:lnTo>
                    <a:pt x="7797133" y="140306"/>
                  </a:lnTo>
                  <a:lnTo>
                    <a:pt x="7797278" y="140306"/>
                  </a:lnTo>
                  <a:lnTo>
                    <a:pt x="7797424" y="140306"/>
                  </a:lnTo>
                  <a:lnTo>
                    <a:pt x="7797424" y="139682"/>
                  </a:lnTo>
                  <a:lnTo>
                    <a:pt x="7797569" y="139682"/>
                  </a:lnTo>
                  <a:lnTo>
                    <a:pt x="7797715" y="139682"/>
                  </a:lnTo>
                  <a:lnTo>
                    <a:pt x="7797860" y="139682"/>
                  </a:lnTo>
                  <a:lnTo>
                    <a:pt x="7798005" y="139682"/>
                  </a:lnTo>
                  <a:lnTo>
                    <a:pt x="7798151" y="139682"/>
                  </a:lnTo>
                  <a:lnTo>
                    <a:pt x="7798296" y="139682"/>
                  </a:lnTo>
                  <a:lnTo>
                    <a:pt x="7798442" y="139682"/>
                  </a:lnTo>
                  <a:lnTo>
                    <a:pt x="7798587" y="139682"/>
                  </a:lnTo>
                  <a:lnTo>
                    <a:pt x="7798732" y="139682"/>
                  </a:lnTo>
                  <a:lnTo>
                    <a:pt x="7798878" y="139682"/>
                  </a:lnTo>
                  <a:lnTo>
                    <a:pt x="7799023" y="139682"/>
                  </a:lnTo>
                  <a:lnTo>
                    <a:pt x="7799169" y="139682"/>
                  </a:lnTo>
                  <a:lnTo>
                    <a:pt x="7799314" y="139682"/>
                  </a:lnTo>
                  <a:lnTo>
                    <a:pt x="7799460" y="139682"/>
                  </a:lnTo>
                  <a:lnTo>
                    <a:pt x="7799605" y="139682"/>
                  </a:lnTo>
                  <a:lnTo>
                    <a:pt x="7799750" y="139682"/>
                  </a:lnTo>
                  <a:lnTo>
                    <a:pt x="7799896" y="139682"/>
                  </a:lnTo>
                  <a:lnTo>
                    <a:pt x="7800041" y="139682"/>
                  </a:lnTo>
                  <a:lnTo>
                    <a:pt x="7800187" y="139682"/>
                  </a:lnTo>
                  <a:lnTo>
                    <a:pt x="7800332" y="139682"/>
                  </a:lnTo>
                  <a:lnTo>
                    <a:pt x="7800478" y="139682"/>
                  </a:lnTo>
                  <a:lnTo>
                    <a:pt x="7800623" y="139682"/>
                  </a:lnTo>
                  <a:lnTo>
                    <a:pt x="7800768" y="139682"/>
                  </a:lnTo>
                  <a:lnTo>
                    <a:pt x="7800914" y="139682"/>
                  </a:lnTo>
                  <a:lnTo>
                    <a:pt x="7801059" y="139682"/>
                  </a:lnTo>
                  <a:lnTo>
                    <a:pt x="7801205" y="139682"/>
                  </a:lnTo>
                  <a:lnTo>
                    <a:pt x="7801350" y="139682"/>
                  </a:lnTo>
                  <a:lnTo>
                    <a:pt x="7801496" y="139682"/>
                  </a:lnTo>
                  <a:lnTo>
                    <a:pt x="7801641" y="139682"/>
                  </a:lnTo>
                  <a:lnTo>
                    <a:pt x="7801786" y="139682"/>
                  </a:lnTo>
                  <a:lnTo>
                    <a:pt x="7801932" y="139682"/>
                  </a:lnTo>
                  <a:lnTo>
                    <a:pt x="7802077" y="139682"/>
                  </a:lnTo>
                  <a:lnTo>
                    <a:pt x="7802223" y="139682"/>
                  </a:lnTo>
                  <a:lnTo>
                    <a:pt x="7802368" y="139682"/>
                  </a:lnTo>
                  <a:lnTo>
                    <a:pt x="7802514" y="139682"/>
                  </a:lnTo>
                  <a:lnTo>
                    <a:pt x="7802659" y="139682"/>
                  </a:lnTo>
                  <a:lnTo>
                    <a:pt x="7802804" y="139682"/>
                  </a:lnTo>
                  <a:lnTo>
                    <a:pt x="7802950" y="139682"/>
                  </a:lnTo>
                  <a:lnTo>
                    <a:pt x="7803095" y="139682"/>
                  </a:lnTo>
                  <a:lnTo>
                    <a:pt x="7803241" y="139682"/>
                  </a:lnTo>
                  <a:lnTo>
                    <a:pt x="7803386" y="139682"/>
                  </a:lnTo>
                  <a:lnTo>
                    <a:pt x="7803532" y="139682"/>
                  </a:lnTo>
                  <a:lnTo>
                    <a:pt x="7803677" y="139682"/>
                  </a:lnTo>
                  <a:lnTo>
                    <a:pt x="7803822" y="139682"/>
                  </a:lnTo>
                  <a:lnTo>
                    <a:pt x="7803968" y="139682"/>
                  </a:lnTo>
                  <a:lnTo>
                    <a:pt x="7804113" y="139682"/>
                  </a:lnTo>
                  <a:lnTo>
                    <a:pt x="7804259" y="139682"/>
                  </a:lnTo>
                  <a:lnTo>
                    <a:pt x="7804259" y="139058"/>
                  </a:lnTo>
                  <a:lnTo>
                    <a:pt x="7804404" y="139058"/>
                  </a:lnTo>
                  <a:lnTo>
                    <a:pt x="7804550" y="139058"/>
                  </a:lnTo>
                  <a:lnTo>
                    <a:pt x="7804695" y="139058"/>
                  </a:lnTo>
                  <a:lnTo>
                    <a:pt x="7804840" y="139058"/>
                  </a:lnTo>
                  <a:lnTo>
                    <a:pt x="7804986" y="139058"/>
                  </a:lnTo>
                  <a:lnTo>
                    <a:pt x="7805131" y="139058"/>
                  </a:lnTo>
                  <a:lnTo>
                    <a:pt x="7805277" y="139058"/>
                  </a:lnTo>
                  <a:lnTo>
                    <a:pt x="7805422" y="139058"/>
                  </a:lnTo>
                  <a:lnTo>
                    <a:pt x="7805567" y="139058"/>
                  </a:lnTo>
                  <a:lnTo>
                    <a:pt x="7805713" y="139058"/>
                  </a:lnTo>
                  <a:lnTo>
                    <a:pt x="7805858" y="139058"/>
                  </a:lnTo>
                  <a:lnTo>
                    <a:pt x="7806004" y="139058"/>
                  </a:lnTo>
                  <a:lnTo>
                    <a:pt x="7806149" y="139058"/>
                  </a:lnTo>
                  <a:lnTo>
                    <a:pt x="7806295" y="139058"/>
                  </a:lnTo>
                  <a:lnTo>
                    <a:pt x="7806440" y="139058"/>
                  </a:lnTo>
                  <a:lnTo>
                    <a:pt x="7806585" y="139058"/>
                  </a:lnTo>
                  <a:lnTo>
                    <a:pt x="7806731" y="139058"/>
                  </a:lnTo>
                  <a:lnTo>
                    <a:pt x="7806876" y="139058"/>
                  </a:lnTo>
                  <a:lnTo>
                    <a:pt x="7807022" y="139058"/>
                  </a:lnTo>
                  <a:lnTo>
                    <a:pt x="7807167" y="139058"/>
                  </a:lnTo>
                  <a:lnTo>
                    <a:pt x="7807313" y="139058"/>
                  </a:lnTo>
                  <a:lnTo>
                    <a:pt x="7807458" y="139058"/>
                  </a:lnTo>
                  <a:lnTo>
                    <a:pt x="7807603" y="139058"/>
                  </a:lnTo>
                  <a:lnTo>
                    <a:pt x="7807749" y="139058"/>
                  </a:lnTo>
                  <a:lnTo>
                    <a:pt x="7807894" y="139058"/>
                  </a:lnTo>
                  <a:lnTo>
                    <a:pt x="7808040" y="139058"/>
                  </a:lnTo>
                  <a:lnTo>
                    <a:pt x="7808185" y="139058"/>
                  </a:lnTo>
                  <a:lnTo>
                    <a:pt x="7808331" y="139058"/>
                  </a:lnTo>
                  <a:lnTo>
                    <a:pt x="7808476" y="139058"/>
                  </a:lnTo>
                  <a:lnTo>
                    <a:pt x="7808621" y="139058"/>
                  </a:lnTo>
                  <a:lnTo>
                    <a:pt x="7808767" y="139058"/>
                  </a:lnTo>
                  <a:lnTo>
                    <a:pt x="7808912" y="139058"/>
                  </a:lnTo>
                  <a:lnTo>
                    <a:pt x="7809058" y="139058"/>
                  </a:lnTo>
                  <a:lnTo>
                    <a:pt x="7809203" y="139058"/>
                  </a:lnTo>
                  <a:lnTo>
                    <a:pt x="7809349" y="139058"/>
                  </a:lnTo>
                  <a:lnTo>
                    <a:pt x="7809494" y="139058"/>
                  </a:lnTo>
                  <a:lnTo>
                    <a:pt x="7809639" y="139058"/>
                  </a:lnTo>
                  <a:lnTo>
                    <a:pt x="7809785" y="139058"/>
                  </a:lnTo>
                  <a:lnTo>
                    <a:pt x="7809930" y="139058"/>
                  </a:lnTo>
                  <a:lnTo>
                    <a:pt x="7810076" y="139058"/>
                  </a:lnTo>
                  <a:lnTo>
                    <a:pt x="7810221" y="139058"/>
                  </a:lnTo>
                  <a:lnTo>
                    <a:pt x="7810367" y="139058"/>
                  </a:lnTo>
                  <a:lnTo>
                    <a:pt x="7810512" y="139058"/>
                  </a:lnTo>
                  <a:lnTo>
                    <a:pt x="7810657" y="139058"/>
                  </a:lnTo>
                  <a:lnTo>
                    <a:pt x="7810803" y="139058"/>
                  </a:lnTo>
                  <a:lnTo>
                    <a:pt x="7810948" y="139058"/>
                  </a:lnTo>
                  <a:lnTo>
                    <a:pt x="7811094" y="139058"/>
                  </a:lnTo>
                  <a:lnTo>
                    <a:pt x="7811239" y="139058"/>
                  </a:lnTo>
                  <a:lnTo>
                    <a:pt x="7811239" y="138435"/>
                  </a:lnTo>
                  <a:lnTo>
                    <a:pt x="7811385" y="138435"/>
                  </a:lnTo>
                  <a:lnTo>
                    <a:pt x="7811530" y="138435"/>
                  </a:lnTo>
                  <a:lnTo>
                    <a:pt x="7811675" y="138435"/>
                  </a:lnTo>
                  <a:lnTo>
                    <a:pt x="7811821" y="138435"/>
                  </a:lnTo>
                  <a:lnTo>
                    <a:pt x="7811966" y="138435"/>
                  </a:lnTo>
                  <a:lnTo>
                    <a:pt x="7812112" y="138435"/>
                  </a:lnTo>
                  <a:lnTo>
                    <a:pt x="7812257" y="138435"/>
                  </a:lnTo>
                  <a:lnTo>
                    <a:pt x="7812402" y="138435"/>
                  </a:lnTo>
                  <a:lnTo>
                    <a:pt x="7812548" y="138435"/>
                  </a:lnTo>
                  <a:lnTo>
                    <a:pt x="7812548" y="137811"/>
                  </a:lnTo>
                  <a:lnTo>
                    <a:pt x="7812693" y="137811"/>
                  </a:lnTo>
                  <a:lnTo>
                    <a:pt x="7812839" y="137811"/>
                  </a:lnTo>
                  <a:lnTo>
                    <a:pt x="7812984" y="137811"/>
                  </a:lnTo>
                  <a:lnTo>
                    <a:pt x="7813130" y="137811"/>
                  </a:lnTo>
                  <a:lnTo>
                    <a:pt x="7813275" y="137811"/>
                  </a:lnTo>
                  <a:lnTo>
                    <a:pt x="7813420" y="137811"/>
                  </a:lnTo>
                  <a:lnTo>
                    <a:pt x="7813566" y="137811"/>
                  </a:lnTo>
                  <a:lnTo>
                    <a:pt x="7813711" y="137811"/>
                  </a:lnTo>
                  <a:lnTo>
                    <a:pt x="7813857" y="137811"/>
                  </a:lnTo>
                  <a:lnTo>
                    <a:pt x="7814002" y="137811"/>
                  </a:lnTo>
                  <a:lnTo>
                    <a:pt x="7814148" y="137811"/>
                  </a:lnTo>
                  <a:lnTo>
                    <a:pt x="7814293" y="137811"/>
                  </a:lnTo>
                  <a:lnTo>
                    <a:pt x="7814438" y="137811"/>
                  </a:lnTo>
                  <a:lnTo>
                    <a:pt x="7814584" y="137811"/>
                  </a:lnTo>
                  <a:lnTo>
                    <a:pt x="7814729" y="137811"/>
                  </a:lnTo>
                  <a:lnTo>
                    <a:pt x="7814729" y="137188"/>
                  </a:lnTo>
                  <a:lnTo>
                    <a:pt x="7814875" y="137188"/>
                  </a:lnTo>
                  <a:lnTo>
                    <a:pt x="7815020" y="137188"/>
                  </a:lnTo>
                  <a:lnTo>
                    <a:pt x="7815020" y="136564"/>
                  </a:lnTo>
                  <a:lnTo>
                    <a:pt x="7815166" y="136564"/>
                  </a:lnTo>
                  <a:lnTo>
                    <a:pt x="7815311" y="136564"/>
                  </a:lnTo>
                  <a:lnTo>
                    <a:pt x="7815456" y="136564"/>
                  </a:lnTo>
                  <a:lnTo>
                    <a:pt x="7815602" y="136564"/>
                  </a:lnTo>
                  <a:lnTo>
                    <a:pt x="7815747" y="136564"/>
                  </a:lnTo>
                  <a:lnTo>
                    <a:pt x="7815893" y="136564"/>
                  </a:lnTo>
                  <a:lnTo>
                    <a:pt x="7816038" y="136564"/>
                  </a:lnTo>
                  <a:lnTo>
                    <a:pt x="7816184" y="136564"/>
                  </a:lnTo>
                  <a:lnTo>
                    <a:pt x="7816329" y="136564"/>
                  </a:lnTo>
                  <a:lnTo>
                    <a:pt x="7816474" y="136564"/>
                  </a:lnTo>
                  <a:lnTo>
                    <a:pt x="7816474" y="135940"/>
                  </a:lnTo>
                  <a:lnTo>
                    <a:pt x="7816620" y="135940"/>
                  </a:lnTo>
                  <a:lnTo>
                    <a:pt x="7816765" y="135940"/>
                  </a:lnTo>
                  <a:lnTo>
                    <a:pt x="7816911" y="135940"/>
                  </a:lnTo>
                  <a:lnTo>
                    <a:pt x="7817056" y="135940"/>
                  </a:lnTo>
                  <a:lnTo>
                    <a:pt x="7817202" y="135940"/>
                  </a:lnTo>
                  <a:lnTo>
                    <a:pt x="7817347" y="135940"/>
                  </a:lnTo>
                  <a:lnTo>
                    <a:pt x="7817492" y="135940"/>
                  </a:lnTo>
                  <a:lnTo>
                    <a:pt x="7817638" y="135940"/>
                  </a:lnTo>
                  <a:lnTo>
                    <a:pt x="7817783" y="135940"/>
                  </a:lnTo>
                  <a:lnTo>
                    <a:pt x="7817929" y="135940"/>
                  </a:lnTo>
                  <a:lnTo>
                    <a:pt x="7818074" y="135940"/>
                  </a:lnTo>
                  <a:lnTo>
                    <a:pt x="7818220" y="135940"/>
                  </a:lnTo>
                  <a:lnTo>
                    <a:pt x="7818365" y="135940"/>
                  </a:lnTo>
                  <a:lnTo>
                    <a:pt x="7818510" y="135940"/>
                  </a:lnTo>
                  <a:lnTo>
                    <a:pt x="7818656" y="135940"/>
                  </a:lnTo>
                  <a:lnTo>
                    <a:pt x="7818801" y="135940"/>
                  </a:lnTo>
                  <a:lnTo>
                    <a:pt x="7818947" y="135940"/>
                  </a:lnTo>
                  <a:lnTo>
                    <a:pt x="7819092" y="135940"/>
                  </a:lnTo>
                  <a:lnTo>
                    <a:pt x="7819237" y="135940"/>
                  </a:lnTo>
                  <a:lnTo>
                    <a:pt x="7819383" y="135940"/>
                  </a:lnTo>
                  <a:lnTo>
                    <a:pt x="7819528" y="135940"/>
                  </a:lnTo>
                  <a:lnTo>
                    <a:pt x="7819674" y="135940"/>
                  </a:lnTo>
                  <a:lnTo>
                    <a:pt x="7819819" y="135940"/>
                  </a:lnTo>
                  <a:lnTo>
                    <a:pt x="7819965" y="135940"/>
                  </a:lnTo>
                  <a:lnTo>
                    <a:pt x="7820110" y="135940"/>
                  </a:lnTo>
                  <a:lnTo>
                    <a:pt x="7820255" y="135940"/>
                  </a:lnTo>
                  <a:lnTo>
                    <a:pt x="7820401" y="135940"/>
                  </a:lnTo>
                  <a:lnTo>
                    <a:pt x="7820546" y="135940"/>
                  </a:lnTo>
                  <a:lnTo>
                    <a:pt x="7820692" y="135940"/>
                  </a:lnTo>
                  <a:lnTo>
                    <a:pt x="7820837" y="135940"/>
                  </a:lnTo>
                  <a:lnTo>
                    <a:pt x="7820983" y="135940"/>
                  </a:lnTo>
                  <a:lnTo>
                    <a:pt x="7821128" y="135940"/>
                  </a:lnTo>
                  <a:lnTo>
                    <a:pt x="7821273" y="135940"/>
                  </a:lnTo>
                  <a:lnTo>
                    <a:pt x="7821273" y="135317"/>
                  </a:lnTo>
                  <a:lnTo>
                    <a:pt x="7821419" y="135317"/>
                  </a:lnTo>
                  <a:lnTo>
                    <a:pt x="7821564" y="135317"/>
                  </a:lnTo>
                  <a:lnTo>
                    <a:pt x="7821710" y="135317"/>
                  </a:lnTo>
                  <a:lnTo>
                    <a:pt x="7821855" y="135317"/>
                  </a:lnTo>
                  <a:lnTo>
                    <a:pt x="7822001" y="135317"/>
                  </a:lnTo>
                  <a:lnTo>
                    <a:pt x="7822146" y="135317"/>
                  </a:lnTo>
                  <a:lnTo>
                    <a:pt x="7822291" y="135317"/>
                  </a:lnTo>
                  <a:lnTo>
                    <a:pt x="7822437" y="135317"/>
                  </a:lnTo>
                  <a:lnTo>
                    <a:pt x="7822582" y="135317"/>
                  </a:lnTo>
                  <a:lnTo>
                    <a:pt x="7822728" y="135317"/>
                  </a:lnTo>
                  <a:lnTo>
                    <a:pt x="7822873" y="135317"/>
                  </a:lnTo>
                  <a:lnTo>
                    <a:pt x="7823019" y="135317"/>
                  </a:lnTo>
                  <a:lnTo>
                    <a:pt x="7823164" y="135317"/>
                  </a:lnTo>
                  <a:lnTo>
                    <a:pt x="7823309" y="135317"/>
                  </a:lnTo>
                  <a:lnTo>
                    <a:pt x="7823455" y="135317"/>
                  </a:lnTo>
                  <a:lnTo>
                    <a:pt x="7823600" y="135317"/>
                  </a:lnTo>
                  <a:lnTo>
                    <a:pt x="7823746" y="135317"/>
                  </a:lnTo>
                  <a:lnTo>
                    <a:pt x="7823891" y="135317"/>
                  </a:lnTo>
                  <a:lnTo>
                    <a:pt x="7824037" y="135317"/>
                  </a:lnTo>
                  <a:lnTo>
                    <a:pt x="7824182" y="135317"/>
                  </a:lnTo>
                  <a:lnTo>
                    <a:pt x="7824327" y="135317"/>
                  </a:lnTo>
                  <a:lnTo>
                    <a:pt x="7824473" y="135317"/>
                  </a:lnTo>
                  <a:lnTo>
                    <a:pt x="7824473" y="134693"/>
                  </a:lnTo>
                  <a:lnTo>
                    <a:pt x="7824618" y="134693"/>
                  </a:lnTo>
                  <a:lnTo>
                    <a:pt x="7824764" y="134693"/>
                  </a:lnTo>
                  <a:lnTo>
                    <a:pt x="7824909" y="134693"/>
                  </a:lnTo>
                  <a:lnTo>
                    <a:pt x="7825055" y="134693"/>
                  </a:lnTo>
                  <a:lnTo>
                    <a:pt x="7825200" y="134693"/>
                  </a:lnTo>
                  <a:lnTo>
                    <a:pt x="7825345" y="134693"/>
                  </a:lnTo>
                  <a:lnTo>
                    <a:pt x="7825345" y="134070"/>
                  </a:lnTo>
                  <a:lnTo>
                    <a:pt x="7825491" y="134070"/>
                  </a:lnTo>
                  <a:lnTo>
                    <a:pt x="7825636" y="134070"/>
                  </a:lnTo>
                  <a:lnTo>
                    <a:pt x="7825782" y="134070"/>
                  </a:lnTo>
                  <a:lnTo>
                    <a:pt x="7825927" y="134070"/>
                  </a:lnTo>
                  <a:lnTo>
                    <a:pt x="7826072" y="134070"/>
                  </a:lnTo>
                  <a:lnTo>
                    <a:pt x="7826218" y="134070"/>
                  </a:lnTo>
                  <a:lnTo>
                    <a:pt x="7826363" y="134070"/>
                  </a:lnTo>
                  <a:lnTo>
                    <a:pt x="7826509" y="134070"/>
                  </a:lnTo>
                  <a:lnTo>
                    <a:pt x="7826654" y="134070"/>
                  </a:lnTo>
                  <a:lnTo>
                    <a:pt x="7826800" y="134070"/>
                  </a:lnTo>
                  <a:lnTo>
                    <a:pt x="7826945" y="134070"/>
                  </a:lnTo>
                  <a:lnTo>
                    <a:pt x="7827090" y="134070"/>
                  </a:lnTo>
                  <a:lnTo>
                    <a:pt x="7827236" y="134070"/>
                  </a:lnTo>
                  <a:lnTo>
                    <a:pt x="7827381" y="134070"/>
                  </a:lnTo>
                  <a:lnTo>
                    <a:pt x="7827527" y="134070"/>
                  </a:lnTo>
                  <a:lnTo>
                    <a:pt x="7827672" y="134070"/>
                  </a:lnTo>
                  <a:lnTo>
                    <a:pt x="7827818" y="134070"/>
                  </a:lnTo>
                  <a:lnTo>
                    <a:pt x="7827963" y="134070"/>
                  </a:lnTo>
                  <a:lnTo>
                    <a:pt x="7828108" y="134070"/>
                  </a:lnTo>
                  <a:lnTo>
                    <a:pt x="7828254" y="134070"/>
                  </a:lnTo>
                  <a:lnTo>
                    <a:pt x="7828399" y="134070"/>
                  </a:lnTo>
                  <a:lnTo>
                    <a:pt x="7828545" y="134070"/>
                  </a:lnTo>
                  <a:lnTo>
                    <a:pt x="7828690" y="134070"/>
                  </a:lnTo>
                  <a:lnTo>
                    <a:pt x="7828836" y="134070"/>
                  </a:lnTo>
                  <a:lnTo>
                    <a:pt x="7828981" y="134070"/>
                  </a:lnTo>
                  <a:lnTo>
                    <a:pt x="7829126" y="134070"/>
                  </a:lnTo>
                  <a:lnTo>
                    <a:pt x="7829272" y="134070"/>
                  </a:lnTo>
                  <a:lnTo>
                    <a:pt x="7829417" y="134070"/>
                  </a:lnTo>
                  <a:lnTo>
                    <a:pt x="7829563" y="134070"/>
                  </a:lnTo>
                  <a:lnTo>
                    <a:pt x="7829708" y="134070"/>
                  </a:lnTo>
                  <a:lnTo>
                    <a:pt x="7829854" y="134070"/>
                  </a:lnTo>
                  <a:lnTo>
                    <a:pt x="7829999" y="134070"/>
                  </a:lnTo>
                  <a:lnTo>
                    <a:pt x="7830144" y="134070"/>
                  </a:lnTo>
                  <a:lnTo>
                    <a:pt x="7830290" y="134070"/>
                  </a:lnTo>
                  <a:lnTo>
                    <a:pt x="7830435" y="134070"/>
                  </a:lnTo>
                  <a:lnTo>
                    <a:pt x="7830581" y="134070"/>
                  </a:lnTo>
                  <a:lnTo>
                    <a:pt x="7830726" y="134070"/>
                  </a:lnTo>
                  <a:lnTo>
                    <a:pt x="7830872" y="134070"/>
                  </a:lnTo>
                  <a:lnTo>
                    <a:pt x="7831017" y="134070"/>
                  </a:lnTo>
                  <a:lnTo>
                    <a:pt x="7831162" y="134070"/>
                  </a:lnTo>
                  <a:lnTo>
                    <a:pt x="7831308" y="134070"/>
                  </a:lnTo>
                  <a:lnTo>
                    <a:pt x="7831453" y="134070"/>
                  </a:lnTo>
                  <a:lnTo>
                    <a:pt x="7831599" y="134070"/>
                  </a:lnTo>
                  <a:lnTo>
                    <a:pt x="7831744" y="134070"/>
                  </a:lnTo>
                  <a:lnTo>
                    <a:pt x="7831890" y="134070"/>
                  </a:lnTo>
                  <a:lnTo>
                    <a:pt x="7832035" y="134070"/>
                  </a:lnTo>
                  <a:lnTo>
                    <a:pt x="7832035" y="133446"/>
                  </a:lnTo>
                  <a:lnTo>
                    <a:pt x="7832180" y="133446"/>
                  </a:lnTo>
                  <a:lnTo>
                    <a:pt x="7832326" y="133446"/>
                  </a:lnTo>
                  <a:lnTo>
                    <a:pt x="7832471" y="133446"/>
                  </a:lnTo>
                  <a:lnTo>
                    <a:pt x="7832617" y="133446"/>
                  </a:lnTo>
                  <a:lnTo>
                    <a:pt x="7832762" y="133446"/>
                  </a:lnTo>
                  <a:lnTo>
                    <a:pt x="7832907" y="133446"/>
                  </a:lnTo>
                  <a:lnTo>
                    <a:pt x="7833053" y="133446"/>
                  </a:lnTo>
                  <a:lnTo>
                    <a:pt x="7833198" y="133446"/>
                  </a:lnTo>
                  <a:lnTo>
                    <a:pt x="7833344" y="133446"/>
                  </a:lnTo>
                  <a:lnTo>
                    <a:pt x="7833489" y="133446"/>
                  </a:lnTo>
                  <a:lnTo>
                    <a:pt x="7833635" y="133446"/>
                  </a:lnTo>
                  <a:lnTo>
                    <a:pt x="7833635" y="132823"/>
                  </a:lnTo>
                  <a:lnTo>
                    <a:pt x="7833780" y="132823"/>
                  </a:lnTo>
                  <a:lnTo>
                    <a:pt x="7833925" y="132823"/>
                  </a:lnTo>
                  <a:lnTo>
                    <a:pt x="7834071" y="132823"/>
                  </a:lnTo>
                  <a:lnTo>
                    <a:pt x="7834216" y="132823"/>
                  </a:lnTo>
                  <a:lnTo>
                    <a:pt x="7834362" y="132823"/>
                  </a:lnTo>
                  <a:lnTo>
                    <a:pt x="7834507" y="132823"/>
                  </a:lnTo>
                  <a:lnTo>
                    <a:pt x="7834653" y="132823"/>
                  </a:lnTo>
                  <a:lnTo>
                    <a:pt x="7834798" y="132823"/>
                  </a:lnTo>
                  <a:lnTo>
                    <a:pt x="7834943" y="132823"/>
                  </a:lnTo>
                  <a:lnTo>
                    <a:pt x="7835089" y="132823"/>
                  </a:lnTo>
                  <a:lnTo>
                    <a:pt x="7835234" y="132823"/>
                  </a:lnTo>
                  <a:lnTo>
                    <a:pt x="7835380" y="132823"/>
                  </a:lnTo>
                  <a:lnTo>
                    <a:pt x="7835525" y="132823"/>
                  </a:lnTo>
                  <a:lnTo>
                    <a:pt x="7835671" y="132823"/>
                  </a:lnTo>
                  <a:lnTo>
                    <a:pt x="7835816" y="132823"/>
                  </a:lnTo>
                  <a:lnTo>
                    <a:pt x="7835961" y="132823"/>
                  </a:lnTo>
                  <a:lnTo>
                    <a:pt x="7836107" y="132823"/>
                  </a:lnTo>
                  <a:lnTo>
                    <a:pt x="7836252" y="132823"/>
                  </a:lnTo>
                  <a:lnTo>
                    <a:pt x="7836398" y="132823"/>
                  </a:lnTo>
                  <a:lnTo>
                    <a:pt x="7836543" y="132823"/>
                  </a:lnTo>
                  <a:lnTo>
                    <a:pt x="7836689" y="132823"/>
                  </a:lnTo>
                  <a:lnTo>
                    <a:pt x="7836834" y="132823"/>
                  </a:lnTo>
                  <a:lnTo>
                    <a:pt x="7836979" y="132823"/>
                  </a:lnTo>
                  <a:lnTo>
                    <a:pt x="7837125" y="132823"/>
                  </a:lnTo>
                  <a:lnTo>
                    <a:pt x="7837270" y="132823"/>
                  </a:lnTo>
                  <a:lnTo>
                    <a:pt x="7837416" y="132823"/>
                  </a:lnTo>
                  <a:lnTo>
                    <a:pt x="7837561" y="132823"/>
                  </a:lnTo>
                  <a:lnTo>
                    <a:pt x="7837561" y="132199"/>
                  </a:lnTo>
                  <a:lnTo>
                    <a:pt x="7837707" y="132199"/>
                  </a:lnTo>
                  <a:lnTo>
                    <a:pt x="7837852" y="132199"/>
                  </a:lnTo>
                  <a:lnTo>
                    <a:pt x="7837997" y="132199"/>
                  </a:lnTo>
                  <a:lnTo>
                    <a:pt x="7838143" y="132199"/>
                  </a:lnTo>
                  <a:lnTo>
                    <a:pt x="7838288" y="132199"/>
                  </a:lnTo>
                  <a:lnTo>
                    <a:pt x="7838434" y="132199"/>
                  </a:lnTo>
                  <a:lnTo>
                    <a:pt x="7838579" y="132199"/>
                  </a:lnTo>
                  <a:lnTo>
                    <a:pt x="7838724" y="132199"/>
                  </a:lnTo>
                  <a:lnTo>
                    <a:pt x="7838870" y="132199"/>
                  </a:lnTo>
                  <a:lnTo>
                    <a:pt x="7839015" y="132199"/>
                  </a:lnTo>
                  <a:lnTo>
                    <a:pt x="7839015" y="131575"/>
                  </a:lnTo>
                  <a:lnTo>
                    <a:pt x="7839161" y="131575"/>
                  </a:lnTo>
                  <a:lnTo>
                    <a:pt x="7839306" y="131575"/>
                  </a:lnTo>
                  <a:lnTo>
                    <a:pt x="7839452" y="131575"/>
                  </a:lnTo>
                  <a:lnTo>
                    <a:pt x="7839597" y="131575"/>
                  </a:lnTo>
                  <a:lnTo>
                    <a:pt x="7839742" y="131575"/>
                  </a:lnTo>
                  <a:lnTo>
                    <a:pt x="7839742" y="130952"/>
                  </a:lnTo>
                  <a:lnTo>
                    <a:pt x="7839888" y="130952"/>
                  </a:lnTo>
                  <a:lnTo>
                    <a:pt x="7840033" y="130952"/>
                  </a:lnTo>
                  <a:lnTo>
                    <a:pt x="7840179" y="130952"/>
                  </a:lnTo>
                  <a:lnTo>
                    <a:pt x="7840324" y="130952"/>
                  </a:lnTo>
                  <a:lnTo>
                    <a:pt x="7840470" y="130952"/>
                  </a:lnTo>
                  <a:lnTo>
                    <a:pt x="7840615" y="130952"/>
                  </a:lnTo>
                  <a:lnTo>
                    <a:pt x="7840760" y="130952"/>
                  </a:lnTo>
                  <a:lnTo>
                    <a:pt x="7840906" y="130952"/>
                  </a:lnTo>
                  <a:lnTo>
                    <a:pt x="7841051" y="130952"/>
                  </a:lnTo>
                  <a:lnTo>
                    <a:pt x="7841197" y="130952"/>
                  </a:lnTo>
                  <a:lnTo>
                    <a:pt x="7841342" y="130952"/>
                  </a:lnTo>
                  <a:lnTo>
                    <a:pt x="7841488" y="130952"/>
                  </a:lnTo>
                  <a:lnTo>
                    <a:pt x="7841633" y="130952"/>
                  </a:lnTo>
                  <a:lnTo>
                    <a:pt x="7841778" y="130952"/>
                  </a:lnTo>
                  <a:lnTo>
                    <a:pt x="7841924" y="130952"/>
                  </a:lnTo>
                  <a:lnTo>
                    <a:pt x="7842069" y="130952"/>
                  </a:lnTo>
                  <a:lnTo>
                    <a:pt x="7842215" y="130952"/>
                  </a:lnTo>
                  <a:lnTo>
                    <a:pt x="7842360" y="130952"/>
                  </a:lnTo>
                  <a:lnTo>
                    <a:pt x="7842506" y="130952"/>
                  </a:lnTo>
                  <a:lnTo>
                    <a:pt x="7842651" y="130952"/>
                  </a:lnTo>
                  <a:lnTo>
                    <a:pt x="7842796" y="130952"/>
                  </a:lnTo>
                  <a:lnTo>
                    <a:pt x="7842942" y="130952"/>
                  </a:lnTo>
                  <a:lnTo>
                    <a:pt x="7843087" y="130952"/>
                  </a:lnTo>
                  <a:lnTo>
                    <a:pt x="7843233" y="130952"/>
                  </a:lnTo>
                  <a:lnTo>
                    <a:pt x="7843378" y="130952"/>
                  </a:lnTo>
                  <a:lnTo>
                    <a:pt x="7843524" y="130952"/>
                  </a:lnTo>
                  <a:lnTo>
                    <a:pt x="7843669" y="130952"/>
                  </a:lnTo>
                  <a:lnTo>
                    <a:pt x="7843814" y="130952"/>
                  </a:lnTo>
                  <a:lnTo>
                    <a:pt x="7843960" y="130952"/>
                  </a:lnTo>
                  <a:lnTo>
                    <a:pt x="7844105" y="130952"/>
                  </a:lnTo>
                  <a:lnTo>
                    <a:pt x="7844251" y="130952"/>
                  </a:lnTo>
                  <a:lnTo>
                    <a:pt x="7844396" y="130952"/>
                  </a:lnTo>
                  <a:lnTo>
                    <a:pt x="7844542" y="130952"/>
                  </a:lnTo>
                  <a:lnTo>
                    <a:pt x="7844687" y="130952"/>
                  </a:lnTo>
                  <a:lnTo>
                    <a:pt x="7844832" y="130952"/>
                  </a:lnTo>
                  <a:lnTo>
                    <a:pt x="7844978" y="130952"/>
                  </a:lnTo>
                  <a:lnTo>
                    <a:pt x="7845123" y="130952"/>
                  </a:lnTo>
                  <a:lnTo>
                    <a:pt x="7845269" y="130952"/>
                  </a:lnTo>
                  <a:lnTo>
                    <a:pt x="7845414" y="130952"/>
                  </a:lnTo>
                  <a:lnTo>
                    <a:pt x="7845559" y="130952"/>
                  </a:lnTo>
                  <a:lnTo>
                    <a:pt x="7845705" y="130952"/>
                  </a:lnTo>
                  <a:lnTo>
                    <a:pt x="7845850" y="130952"/>
                  </a:lnTo>
                  <a:lnTo>
                    <a:pt x="7845996" y="130952"/>
                  </a:lnTo>
                  <a:lnTo>
                    <a:pt x="7846141" y="130952"/>
                  </a:lnTo>
                  <a:lnTo>
                    <a:pt x="7846287" y="130952"/>
                  </a:lnTo>
                  <a:lnTo>
                    <a:pt x="7846432" y="130952"/>
                  </a:lnTo>
                  <a:lnTo>
                    <a:pt x="7846577" y="130952"/>
                  </a:lnTo>
                  <a:lnTo>
                    <a:pt x="7846723" y="130952"/>
                  </a:lnTo>
                  <a:lnTo>
                    <a:pt x="7846868" y="130952"/>
                  </a:lnTo>
                  <a:lnTo>
                    <a:pt x="7847014" y="130952"/>
                  </a:lnTo>
                  <a:lnTo>
                    <a:pt x="7847159" y="130952"/>
                  </a:lnTo>
                  <a:lnTo>
                    <a:pt x="7847305" y="130952"/>
                  </a:lnTo>
                  <a:lnTo>
                    <a:pt x="7847450" y="130952"/>
                  </a:lnTo>
                  <a:lnTo>
                    <a:pt x="7847595" y="130952"/>
                  </a:lnTo>
                  <a:lnTo>
                    <a:pt x="7847741" y="130952"/>
                  </a:lnTo>
                  <a:lnTo>
                    <a:pt x="7847886" y="130952"/>
                  </a:lnTo>
                  <a:lnTo>
                    <a:pt x="7848032" y="130952"/>
                  </a:lnTo>
                  <a:lnTo>
                    <a:pt x="7848177" y="130952"/>
                  </a:lnTo>
                  <a:lnTo>
                    <a:pt x="7848323" y="130952"/>
                  </a:lnTo>
                  <a:lnTo>
                    <a:pt x="7848468" y="130952"/>
                  </a:lnTo>
                  <a:lnTo>
                    <a:pt x="7848468" y="130328"/>
                  </a:lnTo>
                  <a:lnTo>
                    <a:pt x="7848613" y="130328"/>
                  </a:lnTo>
                  <a:lnTo>
                    <a:pt x="7848759" y="130328"/>
                  </a:lnTo>
                  <a:lnTo>
                    <a:pt x="7848904" y="130328"/>
                  </a:lnTo>
                  <a:lnTo>
                    <a:pt x="7849050" y="130328"/>
                  </a:lnTo>
                  <a:lnTo>
                    <a:pt x="7849195" y="130328"/>
                  </a:lnTo>
                  <a:lnTo>
                    <a:pt x="7849341" y="130328"/>
                  </a:lnTo>
                  <a:lnTo>
                    <a:pt x="7849486" y="130328"/>
                  </a:lnTo>
                  <a:lnTo>
                    <a:pt x="7849631" y="130328"/>
                  </a:lnTo>
                  <a:lnTo>
                    <a:pt x="7849777" y="130328"/>
                  </a:lnTo>
                  <a:lnTo>
                    <a:pt x="7849922" y="130328"/>
                  </a:lnTo>
                  <a:lnTo>
                    <a:pt x="7850068" y="130328"/>
                  </a:lnTo>
                  <a:lnTo>
                    <a:pt x="7850213" y="130328"/>
                  </a:lnTo>
                  <a:lnTo>
                    <a:pt x="7850213" y="129705"/>
                  </a:lnTo>
                  <a:lnTo>
                    <a:pt x="7850213" y="129081"/>
                  </a:lnTo>
                  <a:lnTo>
                    <a:pt x="7850359" y="129081"/>
                  </a:lnTo>
                  <a:lnTo>
                    <a:pt x="7850504" y="129081"/>
                  </a:lnTo>
                  <a:lnTo>
                    <a:pt x="7850649" y="129081"/>
                  </a:lnTo>
                  <a:lnTo>
                    <a:pt x="7850795" y="129081"/>
                  </a:lnTo>
                  <a:lnTo>
                    <a:pt x="7850795" y="128457"/>
                  </a:lnTo>
                  <a:lnTo>
                    <a:pt x="7850940" y="128457"/>
                  </a:lnTo>
                  <a:lnTo>
                    <a:pt x="7851086" y="128457"/>
                  </a:lnTo>
                  <a:lnTo>
                    <a:pt x="7851231" y="128457"/>
                  </a:lnTo>
                  <a:lnTo>
                    <a:pt x="7851377" y="128457"/>
                  </a:lnTo>
                  <a:lnTo>
                    <a:pt x="7851522" y="128457"/>
                  </a:lnTo>
                  <a:lnTo>
                    <a:pt x="7851667" y="128457"/>
                  </a:lnTo>
                  <a:lnTo>
                    <a:pt x="7851813" y="128457"/>
                  </a:lnTo>
                  <a:lnTo>
                    <a:pt x="7851958" y="128457"/>
                  </a:lnTo>
                  <a:lnTo>
                    <a:pt x="7852104" y="128457"/>
                  </a:lnTo>
                  <a:lnTo>
                    <a:pt x="7852104" y="127834"/>
                  </a:lnTo>
                  <a:lnTo>
                    <a:pt x="7852249" y="127834"/>
                  </a:lnTo>
                  <a:lnTo>
                    <a:pt x="7852249" y="127210"/>
                  </a:lnTo>
                  <a:lnTo>
                    <a:pt x="7852394" y="127210"/>
                  </a:lnTo>
                  <a:lnTo>
                    <a:pt x="7852540" y="127210"/>
                  </a:lnTo>
                  <a:lnTo>
                    <a:pt x="7852685" y="127210"/>
                  </a:lnTo>
                  <a:lnTo>
                    <a:pt x="7852831" y="127210"/>
                  </a:lnTo>
                  <a:lnTo>
                    <a:pt x="7852976" y="127210"/>
                  </a:lnTo>
                  <a:lnTo>
                    <a:pt x="7853122" y="127210"/>
                  </a:lnTo>
                  <a:lnTo>
                    <a:pt x="7853267" y="127210"/>
                  </a:lnTo>
                  <a:lnTo>
                    <a:pt x="7853412" y="127210"/>
                  </a:lnTo>
                  <a:lnTo>
                    <a:pt x="7853558" y="127210"/>
                  </a:lnTo>
                  <a:lnTo>
                    <a:pt x="7853703" y="127210"/>
                  </a:lnTo>
                  <a:lnTo>
                    <a:pt x="7853849" y="127210"/>
                  </a:lnTo>
                  <a:lnTo>
                    <a:pt x="7853994" y="127210"/>
                  </a:lnTo>
                  <a:lnTo>
                    <a:pt x="7854140" y="127210"/>
                  </a:lnTo>
                  <a:lnTo>
                    <a:pt x="7854285" y="127210"/>
                  </a:lnTo>
                  <a:lnTo>
                    <a:pt x="7854430" y="127210"/>
                  </a:lnTo>
                  <a:lnTo>
                    <a:pt x="7854576" y="127210"/>
                  </a:lnTo>
                  <a:lnTo>
                    <a:pt x="7854721" y="127210"/>
                  </a:lnTo>
                  <a:lnTo>
                    <a:pt x="7854867" y="127210"/>
                  </a:lnTo>
                  <a:lnTo>
                    <a:pt x="7855012" y="127210"/>
                  </a:lnTo>
                  <a:lnTo>
                    <a:pt x="7855158" y="127210"/>
                  </a:lnTo>
                  <a:lnTo>
                    <a:pt x="7855303" y="127210"/>
                  </a:lnTo>
                  <a:lnTo>
                    <a:pt x="7855448" y="127210"/>
                  </a:lnTo>
                  <a:lnTo>
                    <a:pt x="7855594" y="127210"/>
                  </a:lnTo>
                  <a:lnTo>
                    <a:pt x="7855739" y="127210"/>
                  </a:lnTo>
                  <a:lnTo>
                    <a:pt x="7855885" y="127210"/>
                  </a:lnTo>
                  <a:lnTo>
                    <a:pt x="7856030" y="127210"/>
                  </a:lnTo>
                  <a:lnTo>
                    <a:pt x="7856176" y="127210"/>
                  </a:lnTo>
                  <a:lnTo>
                    <a:pt x="7856321" y="127210"/>
                  </a:lnTo>
                  <a:lnTo>
                    <a:pt x="7856466" y="127210"/>
                  </a:lnTo>
                  <a:lnTo>
                    <a:pt x="7856612" y="127210"/>
                  </a:lnTo>
                  <a:lnTo>
                    <a:pt x="7856757" y="127210"/>
                  </a:lnTo>
                  <a:lnTo>
                    <a:pt x="7856903" y="127210"/>
                  </a:lnTo>
                  <a:lnTo>
                    <a:pt x="7857048" y="127210"/>
                  </a:lnTo>
                  <a:lnTo>
                    <a:pt x="7857194" y="127210"/>
                  </a:lnTo>
                  <a:lnTo>
                    <a:pt x="7857339" y="127210"/>
                  </a:lnTo>
                  <a:lnTo>
                    <a:pt x="7857484" y="127210"/>
                  </a:lnTo>
                  <a:lnTo>
                    <a:pt x="7857630" y="127210"/>
                  </a:lnTo>
                  <a:lnTo>
                    <a:pt x="7857775" y="127210"/>
                  </a:lnTo>
                  <a:lnTo>
                    <a:pt x="7857921" y="127210"/>
                  </a:lnTo>
                  <a:lnTo>
                    <a:pt x="7858066" y="127210"/>
                  </a:lnTo>
                  <a:lnTo>
                    <a:pt x="7858212" y="127210"/>
                  </a:lnTo>
                  <a:lnTo>
                    <a:pt x="7858357" y="127210"/>
                  </a:lnTo>
                  <a:lnTo>
                    <a:pt x="7858502" y="127210"/>
                  </a:lnTo>
                  <a:lnTo>
                    <a:pt x="7858648" y="127210"/>
                  </a:lnTo>
                  <a:lnTo>
                    <a:pt x="7858793" y="127210"/>
                  </a:lnTo>
                  <a:lnTo>
                    <a:pt x="7858939" y="127210"/>
                  </a:lnTo>
                  <a:lnTo>
                    <a:pt x="7859084" y="127210"/>
                  </a:lnTo>
                  <a:lnTo>
                    <a:pt x="7859229" y="127210"/>
                  </a:lnTo>
                  <a:lnTo>
                    <a:pt x="7859375" y="127210"/>
                  </a:lnTo>
                  <a:lnTo>
                    <a:pt x="7859520" y="127210"/>
                  </a:lnTo>
                  <a:lnTo>
                    <a:pt x="7859666" y="127210"/>
                  </a:lnTo>
                  <a:lnTo>
                    <a:pt x="7859811" y="127210"/>
                  </a:lnTo>
                  <a:lnTo>
                    <a:pt x="7859957" y="127210"/>
                  </a:lnTo>
                  <a:lnTo>
                    <a:pt x="7860102" y="127210"/>
                  </a:lnTo>
                  <a:lnTo>
                    <a:pt x="7860102" y="126587"/>
                  </a:lnTo>
                  <a:lnTo>
                    <a:pt x="7860247" y="126587"/>
                  </a:lnTo>
                  <a:lnTo>
                    <a:pt x="7860393" y="126587"/>
                  </a:lnTo>
                  <a:lnTo>
                    <a:pt x="7860538" y="126587"/>
                  </a:lnTo>
                  <a:lnTo>
                    <a:pt x="7860538" y="125963"/>
                  </a:lnTo>
                  <a:lnTo>
                    <a:pt x="7860684" y="125963"/>
                  </a:lnTo>
                  <a:lnTo>
                    <a:pt x="7860829" y="125963"/>
                  </a:lnTo>
                  <a:lnTo>
                    <a:pt x="7860975" y="125963"/>
                  </a:lnTo>
                  <a:lnTo>
                    <a:pt x="7861120" y="125963"/>
                  </a:lnTo>
                  <a:lnTo>
                    <a:pt x="7861265" y="125963"/>
                  </a:lnTo>
                  <a:lnTo>
                    <a:pt x="7861411" y="125963"/>
                  </a:lnTo>
                  <a:lnTo>
                    <a:pt x="7861556" y="125963"/>
                  </a:lnTo>
                  <a:lnTo>
                    <a:pt x="7861702" y="125963"/>
                  </a:lnTo>
                  <a:lnTo>
                    <a:pt x="7861847" y="125963"/>
                  </a:lnTo>
                  <a:lnTo>
                    <a:pt x="7861847" y="125340"/>
                  </a:lnTo>
                  <a:lnTo>
                    <a:pt x="7861993" y="125340"/>
                  </a:lnTo>
                  <a:lnTo>
                    <a:pt x="7862138" y="125340"/>
                  </a:lnTo>
                  <a:lnTo>
                    <a:pt x="7862283" y="125340"/>
                  </a:lnTo>
                  <a:lnTo>
                    <a:pt x="7862429" y="125340"/>
                  </a:lnTo>
                  <a:lnTo>
                    <a:pt x="7862574" y="125340"/>
                  </a:lnTo>
                  <a:lnTo>
                    <a:pt x="7862720" y="125340"/>
                  </a:lnTo>
                  <a:lnTo>
                    <a:pt x="7862865" y="125340"/>
                  </a:lnTo>
                  <a:lnTo>
                    <a:pt x="7863011" y="125340"/>
                  </a:lnTo>
                  <a:lnTo>
                    <a:pt x="7863156" y="125340"/>
                  </a:lnTo>
                  <a:lnTo>
                    <a:pt x="7863301" y="125340"/>
                  </a:lnTo>
                  <a:lnTo>
                    <a:pt x="7863447" y="125340"/>
                  </a:lnTo>
                  <a:lnTo>
                    <a:pt x="7863592" y="125340"/>
                  </a:lnTo>
                  <a:lnTo>
                    <a:pt x="7863738" y="125340"/>
                  </a:lnTo>
                  <a:lnTo>
                    <a:pt x="7863883" y="125340"/>
                  </a:lnTo>
                  <a:lnTo>
                    <a:pt x="7864029" y="125340"/>
                  </a:lnTo>
                  <a:lnTo>
                    <a:pt x="7864174" y="125340"/>
                  </a:lnTo>
                  <a:lnTo>
                    <a:pt x="7864319" y="125340"/>
                  </a:lnTo>
                  <a:lnTo>
                    <a:pt x="7864465" y="125340"/>
                  </a:lnTo>
                  <a:lnTo>
                    <a:pt x="7864610" y="125340"/>
                  </a:lnTo>
                  <a:lnTo>
                    <a:pt x="7864756" y="125340"/>
                  </a:lnTo>
                  <a:lnTo>
                    <a:pt x="7864901" y="125340"/>
                  </a:lnTo>
                  <a:lnTo>
                    <a:pt x="7865047" y="125340"/>
                  </a:lnTo>
                  <a:lnTo>
                    <a:pt x="7865192" y="125340"/>
                  </a:lnTo>
                  <a:lnTo>
                    <a:pt x="7865337" y="125340"/>
                  </a:lnTo>
                  <a:lnTo>
                    <a:pt x="7865483" y="125340"/>
                  </a:lnTo>
                  <a:lnTo>
                    <a:pt x="7865628" y="125340"/>
                  </a:lnTo>
                  <a:lnTo>
                    <a:pt x="7865774" y="125340"/>
                  </a:lnTo>
                  <a:lnTo>
                    <a:pt x="7865919" y="125340"/>
                  </a:lnTo>
                  <a:lnTo>
                    <a:pt x="7866064" y="125340"/>
                  </a:lnTo>
                  <a:lnTo>
                    <a:pt x="7866210" y="125340"/>
                  </a:lnTo>
                  <a:lnTo>
                    <a:pt x="7866355" y="125340"/>
                  </a:lnTo>
                  <a:lnTo>
                    <a:pt x="7866501" y="125340"/>
                  </a:lnTo>
                  <a:lnTo>
                    <a:pt x="7866646" y="125340"/>
                  </a:lnTo>
                  <a:lnTo>
                    <a:pt x="7866792" y="125340"/>
                  </a:lnTo>
                  <a:lnTo>
                    <a:pt x="7866937" y="125340"/>
                  </a:lnTo>
                  <a:lnTo>
                    <a:pt x="7867082" y="125340"/>
                  </a:lnTo>
                  <a:lnTo>
                    <a:pt x="7867228" y="125340"/>
                  </a:lnTo>
                  <a:lnTo>
                    <a:pt x="7867373" y="125340"/>
                  </a:lnTo>
                  <a:lnTo>
                    <a:pt x="7867519" y="125340"/>
                  </a:lnTo>
                  <a:lnTo>
                    <a:pt x="7867664" y="125340"/>
                  </a:lnTo>
                  <a:lnTo>
                    <a:pt x="7867810" y="125340"/>
                  </a:lnTo>
                  <a:lnTo>
                    <a:pt x="7867955" y="125340"/>
                  </a:lnTo>
                  <a:lnTo>
                    <a:pt x="7868100" y="125340"/>
                  </a:lnTo>
                  <a:lnTo>
                    <a:pt x="7868246" y="125340"/>
                  </a:lnTo>
                  <a:lnTo>
                    <a:pt x="7868391" y="125340"/>
                  </a:lnTo>
                  <a:lnTo>
                    <a:pt x="7868537" y="125340"/>
                  </a:lnTo>
                  <a:lnTo>
                    <a:pt x="7868682" y="125340"/>
                  </a:lnTo>
                  <a:lnTo>
                    <a:pt x="7868828" y="125340"/>
                  </a:lnTo>
                  <a:lnTo>
                    <a:pt x="7868973" y="125340"/>
                  </a:lnTo>
                  <a:lnTo>
                    <a:pt x="7869118" y="125340"/>
                  </a:lnTo>
                  <a:lnTo>
                    <a:pt x="7869264" y="125340"/>
                  </a:lnTo>
                  <a:lnTo>
                    <a:pt x="7869409" y="125340"/>
                  </a:lnTo>
                  <a:lnTo>
                    <a:pt x="7869555" y="125340"/>
                  </a:lnTo>
                  <a:lnTo>
                    <a:pt x="7869700" y="125340"/>
                  </a:lnTo>
                  <a:lnTo>
                    <a:pt x="7869846" y="125340"/>
                  </a:lnTo>
                  <a:lnTo>
                    <a:pt x="7869991" y="125340"/>
                  </a:lnTo>
                  <a:lnTo>
                    <a:pt x="7870136" y="125340"/>
                  </a:lnTo>
                  <a:lnTo>
                    <a:pt x="7870282" y="125340"/>
                  </a:lnTo>
                  <a:lnTo>
                    <a:pt x="7870427" y="125340"/>
                  </a:lnTo>
                  <a:lnTo>
                    <a:pt x="7870573" y="125340"/>
                  </a:lnTo>
                  <a:lnTo>
                    <a:pt x="7870718" y="125340"/>
                  </a:lnTo>
                  <a:lnTo>
                    <a:pt x="7870864" y="125340"/>
                  </a:lnTo>
                  <a:lnTo>
                    <a:pt x="7871009" y="125340"/>
                  </a:lnTo>
                  <a:lnTo>
                    <a:pt x="7871154" y="125340"/>
                  </a:lnTo>
                  <a:lnTo>
                    <a:pt x="7871300" y="125340"/>
                  </a:lnTo>
                  <a:lnTo>
                    <a:pt x="7871445" y="125340"/>
                  </a:lnTo>
                  <a:lnTo>
                    <a:pt x="7871591" y="125340"/>
                  </a:lnTo>
                  <a:lnTo>
                    <a:pt x="7871736" y="125340"/>
                  </a:lnTo>
                  <a:lnTo>
                    <a:pt x="7871882" y="125340"/>
                  </a:lnTo>
                  <a:lnTo>
                    <a:pt x="7872027" y="125340"/>
                  </a:lnTo>
                  <a:lnTo>
                    <a:pt x="7872172" y="125340"/>
                  </a:lnTo>
                  <a:lnTo>
                    <a:pt x="7872318" y="125340"/>
                  </a:lnTo>
                  <a:lnTo>
                    <a:pt x="7872463" y="125340"/>
                  </a:lnTo>
                  <a:lnTo>
                    <a:pt x="7872609" y="125340"/>
                  </a:lnTo>
                  <a:lnTo>
                    <a:pt x="7872754" y="125340"/>
                  </a:lnTo>
                  <a:lnTo>
                    <a:pt x="7872899" y="125340"/>
                  </a:lnTo>
                  <a:lnTo>
                    <a:pt x="7873045" y="125340"/>
                  </a:lnTo>
                  <a:lnTo>
                    <a:pt x="7873045" y="124716"/>
                  </a:lnTo>
                  <a:lnTo>
                    <a:pt x="7873190" y="124716"/>
                  </a:lnTo>
                  <a:lnTo>
                    <a:pt x="7873336" y="124716"/>
                  </a:lnTo>
                  <a:lnTo>
                    <a:pt x="7873481" y="124716"/>
                  </a:lnTo>
                  <a:lnTo>
                    <a:pt x="7873627" y="124716"/>
                  </a:lnTo>
                  <a:lnTo>
                    <a:pt x="7873772" y="124716"/>
                  </a:lnTo>
                  <a:lnTo>
                    <a:pt x="7873917" y="124716"/>
                  </a:lnTo>
                  <a:lnTo>
                    <a:pt x="7874063" y="124716"/>
                  </a:lnTo>
                  <a:lnTo>
                    <a:pt x="7874208" y="124716"/>
                  </a:lnTo>
                  <a:lnTo>
                    <a:pt x="7874354" y="124716"/>
                  </a:lnTo>
                  <a:lnTo>
                    <a:pt x="7874499" y="124716"/>
                  </a:lnTo>
                  <a:lnTo>
                    <a:pt x="7874645" y="124716"/>
                  </a:lnTo>
                  <a:lnTo>
                    <a:pt x="7874790" y="124716"/>
                  </a:lnTo>
                  <a:lnTo>
                    <a:pt x="7874935" y="124716"/>
                  </a:lnTo>
                  <a:lnTo>
                    <a:pt x="7875081" y="124716"/>
                  </a:lnTo>
                  <a:lnTo>
                    <a:pt x="7875226" y="124716"/>
                  </a:lnTo>
                  <a:lnTo>
                    <a:pt x="7875372" y="124716"/>
                  </a:lnTo>
                  <a:lnTo>
                    <a:pt x="7875517" y="124716"/>
                  </a:lnTo>
                  <a:lnTo>
                    <a:pt x="7875663" y="124716"/>
                  </a:lnTo>
                  <a:lnTo>
                    <a:pt x="7875808" y="124716"/>
                  </a:lnTo>
                  <a:lnTo>
                    <a:pt x="7875953" y="124716"/>
                  </a:lnTo>
                  <a:lnTo>
                    <a:pt x="7876099" y="124716"/>
                  </a:lnTo>
                  <a:lnTo>
                    <a:pt x="7876244" y="124716"/>
                  </a:lnTo>
                  <a:lnTo>
                    <a:pt x="7876390" y="124716"/>
                  </a:lnTo>
                  <a:lnTo>
                    <a:pt x="7876535" y="124716"/>
                  </a:lnTo>
                  <a:lnTo>
                    <a:pt x="7876681" y="124716"/>
                  </a:lnTo>
                  <a:lnTo>
                    <a:pt x="7876826" y="124716"/>
                  </a:lnTo>
                  <a:lnTo>
                    <a:pt x="7876971" y="124716"/>
                  </a:lnTo>
                  <a:lnTo>
                    <a:pt x="7877117" y="124716"/>
                  </a:lnTo>
                  <a:lnTo>
                    <a:pt x="7877262" y="124716"/>
                  </a:lnTo>
                  <a:lnTo>
                    <a:pt x="7877408" y="124716"/>
                  </a:lnTo>
                  <a:lnTo>
                    <a:pt x="7877553" y="124716"/>
                  </a:lnTo>
                  <a:lnTo>
                    <a:pt x="7877699" y="124716"/>
                  </a:lnTo>
                  <a:lnTo>
                    <a:pt x="7877844" y="124716"/>
                  </a:lnTo>
                  <a:lnTo>
                    <a:pt x="7877989" y="124716"/>
                  </a:lnTo>
                  <a:lnTo>
                    <a:pt x="7878135" y="124716"/>
                  </a:lnTo>
                  <a:lnTo>
                    <a:pt x="7878280" y="124716"/>
                  </a:lnTo>
                  <a:lnTo>
                    <a:pt x="7878426" y="124716"/>
                  </a:lnTo>
                  <a:lnTo>
                    <a:pt x="7878571" y="124716"/>
                  </a:lnTo>
                  <a:lnTo>
                    <a:pt x="7878717" y="124716"/>
                  </a:lnTo>
                  <a:lnTo>
                    <a:pt x="7878862" y="124716"/>
                  </a:lnTo>
                  <a:lnTo>
                    <a:pt x="7879007" y="124716"/>
                  </a:lnTo>
                  <a:lnTo>
                    <a:pt x="7879153" y="124716"/>
                  </a:lnTo>
                  <a:lnTo>
                    <a:pt x="7879298" y="124716"/>
                  </a:lnTo>
                  <a:lnTo>
                    <a:pt x="7879444" y="124716"/>
                  </a:lnTo>
                  <a:lnTo>
                    <a:pt x="7879589" y="124716"/>
                  </a:lnTo>
                  <a:lnTo>
                    <a:pt x="7879734" y="124716"/>
                  </a:lnTo>
                  <a:lnTo>
                    <a:pt x="7879880" y="124716"/>
                  </a:lnTo>
                  <a:lnTo>
                    <a:pt x="7880025" y="124716"/>
                  </a:lnTo>
                  <a:lnTo>
                    <a:pt x="7880171" y="124716"/>
                  </a:lnTo>
                  <a:lnTo>
                    <a:pt x="7880316" y="124716"/>
                  </a:lnTo>
                  <a:lnTo>
                    <a:pt x="7880462" y="124716"/>
                  </a:lnTo>
                  <a:lnTo>
                    <a:pt x="7880607" y="124716"/>
                  </a:lnTo>
                  <a:lnTo>
                    <a:pt x="7880752" y="124716"/>
                  </a:lnTo>
                  <a:lnTo>
                    <a:pt x="7880898" y="124716"/>
                  </a:lnTo>
                  <a:lnTo>
                    <a:pt x="7880898" y="124092"/>
                  </a:lnTo>
                  <a:lnTo>
                    <a:pt x="7881043" y="124092"/>
                  </a:lnTo>
                  <a:lnTo>
                    <a:pt x="7881189" y="124092"/>
                  </a:lnTo>
                  <a:lnTo>
                    <a:pt x="7881334" y="124092"/>
                  </a:lnTo>
                  <a:lnTo>
                    <a:pt x="7881480" y="124092"/>
                  </a:lnTo>
                  <a:lnTo>
                    <a:pt x="7881625" y="124092"/>
                  </a:lnTo>
                  <a:lnTo>
                    <a:pt x="7881770" y="124092"/>
                  </a:lnTo>
                  <a:lnTo>
                    <a:pt x="7881916" y="124092"/>
                  </a:lnTo>
                  <a:lnTo>
                    <a:pt x="7882061" y="124092"/>
                  </a:lnTo>
                  <a:lnTo>
                    <a:pt x="7882207" y="124092"/>
                  </a:lnTo>
                  <a:lnTo>
                    <a:pt x="7882352" y="124092"/>
                  </a:lnTo>
                  <a:lnTo>
                    <a:pt x="7882498" y="124092"/>
                  </a:lnTo>
                  <a:lnTo>
                    <a:pt x="7882643" y="124092"/>
                  </a:lnTo>
                  <a:lnTo>
                    <a:pt x="7882643" y="123469"/>
                  </a:lnTo>
                  <a:lnTo>
                    <a:pt x="7882788" y="123469"/>
                  </a:lnTo>
                  <a:lnTo>
                    <a:pt x="7882934" y="123469"/>
                  </a:lnTo>
                  <a:lnTo>
                    <a:pt x="7883079" y="123469"/>
                  </a:lnTo>
                  <a:lnTo>
                    <a:pt x="7883225" y="123469"/>
                  </a:lnTo>
                  <a:lnTo>
                    <a:pt x="7883370" y="123469"/>
                  </a:lnTo>
                  <a:lnTo>
                    <a:pt x="7883516" y="123469"/>
                  </a:lnTo>
                  <a:lnTo>
                    <a:pt x="7883661" y="123469"/>
                  </a:lnTo>
                  <a:lnTo>
                    <a:pt x="7883806" y="123469"/>
                  </a:lnTo>
                  <a:lnTo>
                    <a:pt x="7883952" y="123469"/>
                  </a:lnTo>
                  <a:lnTo>
                    <a:pt x="7884097" y="123469"/>
                  </a:lnTo>
                  <a:lnTo>
                    <a:pt x="7884243" y="123469"/>
                  </a:lnTo>
                  <a:lnTo>
                    <a:pt x="7884388" y="123469"/>
                  </a:lnTo>
                  <a:lnTo>
                    <a:pt x="7884534" y="123469"/>
                  </a:lnTo>
                  <a:lnTo>
                    <a:pt x="7884679" y="123469"/>
                  </a:lnTo>
                  <a:lnTo>
                    <a:pt x="7884824" y="123469"/>
                  </a:lnTo>
                  <a:lnTo>
                    <a:pt x="7884970" y="123469"/>
                  </a:lnTo>
                  <a:lnTo>
                    <a:pt x="7885115" y="123469"/>
                  </a:lnTo>
                  <a:lnTo>
                    <a:pt x="7885261" y="123469"/>
                  </a:lnTo>
                  <a:lnTo>
                    <a:pt x="7885406" y="123469"/>
                  </a:lnTo>
                  <a:lnTo>
                    <a:pt x="7885552" y="123469"/>
                  </a:lnTo>
                  <a:lnTo>
                    <a:pt x="7885697" y="123469"/>
                  </a:lnTo>
                  <a:lnTo>
                    <a:pt x="7885842" y="123469"/>
                  </a:lnTo>
                  <a:lnTo>
                    <a:pt x="7885988" y="123469"/>
                  </a:lnTo>
                  <a:lnTo>
                    <a:pt x="7886133" y="123469"/>
                  </a:lnTo>
                  <a:lnTo>
                    <a:pt x="7886279" y="123469"/>
                  </a:lnTo>
                  <a:lnTo>
                    <a:pt x="7886424" y="123469"/>
                  </a:lnTo>
                  <a:lnTo>
                    <a:pt x="7886569" y="123469"/>
                  </a:lnTo>
                  <a:lnTo>
                    <a:pt x="7886715" y="123469"/>
                  </a:lnTo>
                  <a:lnTo>
                    <a:pt x="7886860" y="123469"/>
                  </a:lnTo>
                  <a:lnTo>
                    <a:pt x="7886860" y="122845"/>
                  </a:lnTo>
                  <a:lnTo>
                    <a:pt x="7887006" y="122845"/>
                  </a:lnTo>
                  <a:lnTo>
                    <a:pt x="7887151" y="122845"/>
                  </a:lnTo>
                  <a:lnTo>
                    <a:pt x="7887297" y="122845"/>
                  </a:lnTo>
                  <a:lnTo>
                    <a:pt x="7887442" y="122845"/>
                  </a:lnTo>
                  <a:lnTo>
                    <a:pt x="7887587" y="122845"/>
                  </a:lnTo>
                  <a:lnTo>
                    <a:pt x="7887733" y="122845"/>
                  </a:lnTo>
                  <a:lnTo>
                    <a:pt x="7887878" y="122845"/>
                  </a:lnTo>
                  <a:lnTo>
                    <a:pt x="7888024" y="122845"/>
                  </a:lnTo>
                  <a:lnTo>
                    <a:pt x="7888169" y="122845"/>
                  </a:lnTo>
                  <a:lnTo>
                    <a:pt x="7888315" y="122845"/>
                  </a:lnTo>
                  <a:lnTo>
                    <a:pt x="7888460" y="122845"/>
                  </a:lnTo>
                  <a:lnTo>
                    <a:pt x="7888605" y="122845"/>
                  </a:lnTo>
                  <a:lnTo>
                    <a:pt x="7888751" y="122845"/>
                  </a:lnTo>
                  <a:lnTo>
                    <a:pt x="7888896" y="122845"/>
                  </a:lnTo>
                  <a:lnTo>
                    <a:pt x="7889042" y="122845"/>
                  </a:lnTo>
                  <a:lnTo>
                    <a:pt x="7889187" y="122845"/>
                  </a:lnTo>
                  <a:lnTo>
                    <a:pt x="7889333" y="122845"/>
                  </a:lnTo>
                  <a:lnTo>
                    <a:pt x="7889478" y="122845"/>
                  </a:lnTo>
                  <a:lnTo>
                    <a:pt x="7889478" y="122222"/>
                  </a:lnTo>
                  <a:lnTo>
                    <a:pt x="7889623" y="122222"/>
                  </a:lnTo>
                  <a:lnTo>
                    <a:pt x="7889769" y="122222"/>
                  </a:lnTo>
                  <a:lnTo>
                    <a:pt x="7889914" y="122222"/>
                  </a:lnTo>
                  <a:lnTo>
                    <a:pt x="7890060" y="122222"/>
                  </a:lnTo>
                  <a:lnTo>
                    <a:pt x="7890205" y="122222"/>
                  </a:lnTo>
                  <a:lnTo>
                    <a:pt x="7890351" y="122222"/>
                  </a:lnTo>
                  <a:lnTo>
                    <a:pt x="7890496" y="122222"/>
                  </a:lnTo>
                  <a:lnTo>
                    <a:pt x="7890641" y="122222"/>
                  </a:lnTo>
                  <a:lnTo>
                    <a:pt x="7890787" y="122222"/>
                  </a:lnTo>
                  <a:lnTo>
                    <a:pt x="7890932" y="122222"/>
                  </a:lnTo>
                  <a:lnTo>
                    <a:pt x="7891078" y="122222"/>
                  </a:lnTo>
                  <a:lnTo>
                    <a:pt x="7891223" y="122222"/>
                  </a:lnTo>
                  <a:lnTo>
                    <a:pt x="7891369" y="122222"/>
                  </a:lnTo>
                  <a:lnTo>
                    <a:pt x="7891514" y="122222"/>
                  </a:lnTo>
                  <a:lnTo>
                    <a:pt x="7891659" y="122222"/>
                  </a:lnTo>
                  <a:lnTo>
                    <a:pt x="7891659" y="121598"/>
                  </a:lnTo>
                  <a:lnTo>
                    <a:pt x="7891805" y="121598"/>
                  </a:lnTo>
                  <a:lnTo>
                    <a:pt x="7891950" y="121598"/>
                  </a:lnTo>
                  <a:lnTo>
                    <a:pt x="7892096" y="121598"/>
                  </a:lnTo>
                  <a:lnTo>
                    <a:pt x="7892241" y="121598"/>
                  </a:lnTo>
                  <a:lnTo>
                    <a:pt x="7892387" y="121598"/>
                  </a:lnTo>
                  <a:lnTo>
                    <a:pt x="7892532" y="121598"/>
                  </a:lnTo>
                  <a:lnTo>
                    <a:pt x="7892677" y="121598"/>
                  </a:lnTo>
                  <a:lnTo>
                    <a:pt x="7892823" y="121598"/>
                  </a:lnTo>
                  <a:lnTo>
                    <a:pt x="7892968" y="121598"/>
                  </a:lnTo>
                  <a:lnTo>
                    <a:pt x="7893114" y="121598"/>
                  </a:lnTo>
                  <a:lnTo>
                    <a:pt x="7893259" y="121598"/>
                  </a:lnTo>
                  <a:lnTo>
                    <a:pt x="7893404" y="121598"/>
                  </a:lnTo>
                  <a:lnTo>
                    <a:pt x="7893550" y="121598"/>
                  </a:lnTo>
                  <a:lnTo>
                    <a:pt x="7893695" y="121598"/>
                  </a:lnTo>
                  <a:lnTo>
                    <a:pt x="7893695" y="120974"/>
                  </a:lnTo>
                  <a:lnTo>
                    <a:pt x="7893841" y="120974"/>
                  </a:lnTo>
                  <a:lnTo>
                    <a:pt x="7893986" y="120974"/>
                  </a:lnTo>
                  <a:lnTo>
                    <a:pt x="7894132" y="120974"/>
                  </a:lnTo>
                  <a:lnTo>
                    <a:pt x="7894277" y="120974"/>
                  </a:lnTo>
                  <a:lnTo>
                    <a:pt x="7894422" y="120974"/>
                  </a:lnTo>
                  <a:lnTo>
                    <a:pt x="7894568" y="120974"/>
                  </a:lnTo>
                  <a:lnTo>
                    <a:pt x="7894713" y="120974"/>
                  </a:lnTo>
                  <a:lnTo>
                    <a:pt x="7894859" y="120974"/>
                  </a:lnTo>
                  <a:lnTo>
                    <a:pt x="7895004" y="120974"/>
                  </a:lnTo>
                  <a:lnTo>
                    <a:pt x="7895150" y="120974"/>
                  </a:lnTo>
                  <a:lnTo>
                    <a:pt x="7895295" y="120974"/>
                  </a:lnTo>
                  <a:lnTo>
                    <a:pt x="7895440" y="120974"/>
                  </a:lnTo>
                  <a:lnTo>
                    <a:pt x="7895586" y="120974"/>
                  </a:lnTo>
                  <a:lnTo>
                    <a:pt x="7895731" y="120974"/>
                  </a:lnTo>
                  <a:lnTo>
                    <a:pt x="7895877" y="120974"/>
                  </a:lnTo>
                  <a:lnTo>
                    <a:pt x="7896022" y="120974"/>
                  </a:lnTo>
                  <a:lnTo>
                    <a:pt x="7896168" y="120974"/>
                  </a:lnTo>
                  <a:lnTo>
                    <a:pt x="7896313" y="120974"/>
                  </a:lnTo>
                  <a:lnTo>
                    <a:pt x="7896458" y="120974"/>
                  </a:lnTo>
                  <a:lnTo>
                    <a:pt x="7896604" y="120974"/>
                  </a:lnTo>
                  <a:lnTo>
                    <a:pt x="7896749" y="120974"/>
                  </a:lnTo>
                  <a:lnTo>
                    <a:pt x="7896895" y="120974"/>
                  </a:lnTo>
                  <a:lnTo>
                    <a:pt x="7897040" y="120974"/>
                  </a:lnTo>
                  <a:lnTo>
                    <a:pt x="7897186" y="120974"/>
                  </a:lnTo>
                  <a:lnTo>
                    <a:pt x="7897331" y="120974"/>
                  </a:lnTo>
                  <a:lnTo>
                    <a:pt x="7897476" y="120974"/>
                  </a:lnTo>
                  <a:lnTo>
                    <a:pt x="7897622" y="120974"/>
                  </a:lnTo>
                  <a:lnTo>
                    <a:pt x="7897767" y="120974"/>
                  </a:lnTo>
                  <a:lnTo>
                    <a:pt x="7897913" y="120974"/>
                  </a:lnTo>
                  <a:lnTo>
                    <a:pt x="7898058" y="120974"/>
                  </a:lnTo>
                  <a:lnTo>
                    <a:pt x="7898204" y="120974"/>
                  </a:lnTo>
                  <a:lnTo>
                    <a:pt x="7898204" y="120351"/>
                  </a:lnTo>
                  <a:lnTo>
                    <a:pt x="7898349" y="120351"/>
                  </a:lnTo>
                  <a:lnTo>
                    <a:pt x="7898494" y="120351"/>
                  </a:lnTo>
                  <a:lnTo>
                    <a:pt x="7898640" y="120351"/>
                  </a:lnTo>
                  <a:lnTo>
                    <a:pt x="7898785" y="120351"/>
                  </a:lnTo>
                  <a:lnTo>
                    <a:pt x="7898931" y="120351"/>
                  </a:lnTo>
                  <a:lnTo>
                    <a:pt x="7899076" y="120351"/>
                  </a:lnTo>
                  <a:lnTo>
                    <a:pt x="7899222" y="120351"/>
                  </a:lnTo>
                  <a:lnTo>
                    <a:pt x="7899367" y="120351"/>
                  </a:lnTo>
                  <a:lnTo>
                    <a:pt x="7899512" y="120351"/>
                  </a:lnTo>
                  <a:lnTo>
                    <a:pt x="7899512" y="119727"/>
                  </a:lnTo>
                  <a:lnTo>
                    <a:pt x="7899658" y="119727"/>
                  </a:lnTo>
                  <a:lnTo>
                    <a:pt x="7899803" y="119727"/>
                  </a:lnTo>
                  <a:lnTo>
                    <a:pt x="7899949" y="119727"/>
                  </a:lnTo>
                  <a:lnTo>
                    <a:pt x="7900094" y="119727"/>
                  </a:lnTo>
                  <a:lnTo>
                    <a:pt x="7900239" y="119727"/>
                  </a:lnTo>
                  <a:lnTo>
                    <a:pt x="7900385" y="119727"/>
                  </a:lnTo>
                  <a:lnTo>
                    <a:pt x="7900530" y="119727"/>
                  </a:lnTo>
                  <a:lnTo>
                    <a:pt x="7900676" y="119727"/>
                  </a:lnTo>
                  <a:lnTo>
                    <a:pt x="7900821" y="119727"/>
                  </a:lnTo>
                  <a:lnTo>
                    <a:pt x="7900967" y="119727"/>
                  </a:lnTo>
                  <a:lnTo>
                    <a:pt x="7901112" y="119727"/>
                  </a:lnTo>
                  <a:lnTo>
                    <a:pt x="7901257" y="119727"/>
                  </a:lnTo>
                  <a:lnTo>
                    <a:pt x="7901403" y="119727"/>
                  </a:lnTo>
                  <a:lnTo>
                    <a:pt x="7901548" y="119727"/>
                  </a:lnTo>
                  <a:lnTo>
                    <a:pt x="7901694" y="119727"/>
                  </a:lnTo>
                  <a:lnTo>
                    <a:pt x="7901839" y="119727"/>
                  </a:lnTo>
                  <a:lnTo>
                    <a:pt x="7901985" y="119727"/>
                  </a:lnTo>
                  <a:lnTo>
                    <a:pt x="7902130" y="119727"/>
                  </a:lnTo>
                  <a:lnTo>
                    <a:pt x="7902275" y="119727"/>
                  </a:lnTo>
                  <a:lnTo>
                    <a:pt x="7902421" y="119727"/>
                  </a:lnTo>
                  <a:lnTo>
                    <a:pt x="7902566" y="119727"/>
                  </a:lnTo>
                  <a:lnTo>
                    <a:pt x="7902712" y="119727"/>
                  </a:lnTo>
                  <a:lnTo>
                    <a:pt x="7902857" y="119727"/>
                  </a:lnTo>
                  <a:lnTo>
                    <a:pt x="7903003" y="119727"/>
                  </a:lnTo>
                  <a:lnTo>
                    <a:pt x="7903148" y="119727"/>
                  </a:lnTo>
                  <a:lnTo>
                    <a:pt x="7903293" y="119727"/>
                  </a:lnTo>
                  <a:lnTo>
                    <a:pt x="7903439" y="119727"/>
                  </a:lnTo>
                  <a:lnTo>
                    <a:pt x="7903584" y="119727"/>
                  </a:lnTo>
                  <a:lnTo>
                    <a:pt x="7903730" y="119727"/>
                  </a:lnTo>
                  <a:lnTo>
                    <a:pt x="7903875" y="119727"/>
                  </a:lnTo>
                  <a:lnTo>
                    <a:pt x="7904021" y="119727"/>
                  </a:lnTo>
                  <a:lnTo>
                    <a:pt x="7904166" y="119727"/>
                  </a:lnTo>
                  <a:lnTo>
                    <a:pt x="7904311" y="119727"/>
                  </a:lnTo>
                  <a:lnTo>
                    <a:pt x="7904457" y="119727"/>
                  </a:lnTo>
                  <a:lnTo>
                    <a:pt x="7904602" y="119727"/>
                  </a:lnTo>
                  <a:lnTo>
                    <a:pt x="7904748" y="119727"/>
                  </a:lnTo>
                  <a:lnTo>
                    <a:pt x="7904893" y="119727"/>
                  </a:lnTo>
                  <a:lnTo>
                    <a:pt x="7905039" y="119727"/>
                  </a:lnTo>
                  <a:lnTo>
                    <a:pt x="7905039" y="119104"/>
                  </a:lnTo>
                  <a:lnTo>
                    <a:pt x="7905184" y="119104"/>
                  </a:lnTo>
                  <a:lnTo>
                    <a:pt x="7905329" y="119104"/>
                  </a:lnTo>
                  <a:lnTo>
                    <a:pt x="7905475" y="119104"/>
                  </a:lnTo>
                  <a:lnTo>
                    <a:pt x="7905620" y="119104"/>
                  </a:lnTo>
                  <a:lnTo>
                    <a:pt x="7905766" y="119104"/>
                  </a:lnTo>
                  <a:lnTo>
                    <a:pt x="7905911" y="119104"/>
                  </a:lnTo>
                  <a:lnTo>
                    <a:pt x="7906057" y="119104"/>
                  </a:lnTo>
                  <a:lnTo>
                    <a:pt x="7906202" y="119104"/>
                  </a:lnTo>
                  <a:lnTo>
                    <a:pt x="7906347" y="119104"/>
                  </a:lnTo>
                  <a:lnTo>
                    <a:pt x="7906493" y="119104"/>
                  </a:lnTo>
                  <a:lnTo>
                    <a:pt x="7906638" y="119104"/>
                  </a:lnTo>
                  <a:lnTo>
                    <a:pt x="7906784" y="119104"/>
                  </a:lnTo>
                  <a:lnTo>
                    <a:pt x="7906929" y="119104"/>
                  </a:lnTo>
                  <a:lnTo>
                    <a:pt x="7907074" y="119104"/>
                  </a:lnTo>
                  <a:lnTo>
                    <a:pt x="7907220" y="119104"/>
                  </a:lnTo>
                  <a:lnTo>
                    <a:pt x="7907365" y="119104"/>
                  </a:lnTo>
                  <a:lnTo>
                    <a:pt x="7907511" y="119104"/>
                  </a:lnTo>
                  <a:lnTo>
                    <a:pt x="7907656" y="119104"/>
                  </a:lnTo>
                  <a:lnTo>
                    <a:pt x="7907802" y="119104"/>
                  </a:lnTo>
                  <a:lnTo>
                    <a:pt x="7907947" y="119104"/>
                  </a:lnTo>
                  <a:lnTo>
                    <a:pt x="7908092" y="119104"/>
                  </a:lnTo>
                  <a:lnTo>
                    <a:pt x="7908238" y="119104"/>
                  </a:lnTo>
                  <a:lnTo>
                    <a:pt x="7908238" y="118480"/>
                  </a:lnTo>
                  <a:lnTo>
                    <a:pt x="7908383" y="118480"/>
                  </a:lnTo>
                  <a:lnTo>
                    <a:pt x="7908529" y="118480"/>
                  </a:lnTo>
                  <a:lnTo>
                    <a:pt x="7908529" y="117857"/>
                  </a:lnTo>
                  <a:lnTo>
                    <a:pt x="7908529" y="117233"/>
                  </a:lnTo>
                  <a:lnTo>
                    <a:pt x="7908674" y="117233"/>
                  </a:lnTo>
                  <a:lnTo>
                    <a:pt x="7908820" y="117233"/>
                  </a:lnTo>
                  <a:lnTo>
                    <a:pt x="7908965" y="117233"/>
                  </a:lnTo>
                  <a:lnTo>
                    <a:pt x="7909110" y="117233"/>
                  </a:lnTo>
                  <a:lnTo>
                    <a:pt x="7909256" y="117233"/>
                  </a:lnTo>
                  <a:lnTo>
                    <a:pt x="7909401" y="117233"/>
                  </a:lnTo>
                  <a:lnTo>
                    <a:pt x="7909547" y="117233"/>
                  </a:lnTo>
                  <a:lnTo>
                    <a:pt x="7909692" y="117233"/>
                  </a:lnTo>
                  <a:lnTo>
                    <a:pt x="7909838" y="117233"/>
                  </a:lnTo>
                  <a:lnTo>
                    <a:pt x="7909983" y="117233"/>
                  </a:lnTo>
                  <a:lnTo>
                    <a:pt x="7910128" y="117233"/>
                  </a:lnTo>
                  <a:lnTo>
                    <a:pt x="7910274" y="117233"/>
                  </a:lnTo>
                  <a:lnTo>
                    <a:pt x="7910419" y="117233"/>
                  </a:lnTo>
                  <a:lnTo>
                    <a:pt x="7910565" y="117233"/>
                  </a:lnTo>
                  <a:lnTo>
                    <a:pt x="7910710" y="117233"/>
                  </a:lnTo>
                  <a:lnTo>
                    <a:pt x="7910856" y="117233"/>
                  </a:lnTo>
                  <a:lnTo>
                    <a:pt x="7911001" y="117233"/>
                  </a:lnTo>
                  <a:lnTo>
                    <a:pt x="7911146" y="117233"/>
                  </a:lnTo>
                  <a:lnTo>
                    <a:pt x="7911292" y="117233"/>
                  </a:lnTo>
                  <a:lnTo>
                    <a:pt x="7911437" y="117233"/>
                  </a:lnTo>
                  <a:lnTo>
                    <a:pt x="7911583" y="117233"/>
                  </a:lnTo>
                  <a:lnTo>
                    <a:pt x="7911728" y="117233"/>
                  </a:lnTo>
                  <a:lnTo>
                    <a:pt x="7911874" y="117233"/>
                  </a:lnTo>
                  <a:lnTo>
                    <a:pt x="7911874" y="116609"/>
                  </a:lnTo>
                  <a:lnTo>
                    <a:pt x="7912019" y="116609"/>
                  </a:lnTo>
                  <a:lnTo>
                    <a:pt x="7912164" y="116609"/>
                  </a:lnTo>
                  <a:lnTo>
                    <a:pt x="7912310" y="116609"/>
                  </a:lnTo>
                  <a:lnTo>
                    <a:pt x="7912455" y="116609"/>
                  </a:lnTo>
                  <a:lnTo>
                    <a:pt x="7912601" y="116609"/>
                  </a:lnTo>
                  <a:lnTo>
                    <a:pt x="7912601" y="115986"/>
                  </a:lnTo>
                  <a:lnTo>
                    <a:pt x="7912746" y="115986"/>
                  </a:lnTo>
                  <a:lnTo>
                    <a:pt x="7912746" y="115362"/>
                  </a:lnTo>
                  <a:lnTo>
                    <a:pt x="7912892" y="115362"/>
                  </a:lnTo>
                  <a:lnTo>
                    <a:pt x="7913037" y="115362"/>
                  </a:lnTo>
                  <a:lnTo>
                    <a:pt x="7913182" y="115362"/>
                  </a:lnTo>
                  <a:lnTo>
                    <a:pt x="7913328" y="115362"/>
                  </a:lnTo>
                  <a:lnTo>
                    <a:pt x="7913473" y="115362"/>
                  </a:lnTo>
                  <a:lnTo>
                    <a:pt x="7913619" y="115362"/>
                  </a:lnTo>
                  <a:lnTo>
                    <a:pt x="7913764" y="115362"/>
                  </a:lnTo>
                  <a:lnTo>
                    <a:pt x="7913909" y="115362"/>
                  </a:lnTo>
                  <a:lnTo>
                    <a:pt x="7914055" y="115362"/>
                  </a:lnTo>
                  <a:lnTo>
                    <a:pt x="7914200" y="115362"/>
                  </a:lnTo>
                  <a:lnTo>
                    <a:pt x="7914346" y="115362"/>
                  </a:lnTo>
                  <a:lnTo>
                    <a:pt x="7914491" y="115362"/>
                  </a:lnTo>
                  <a:lnTo>
                    <a:pt x="7914637" y="115362"/>
                  </a:lnTo>
                  <a:lnTo>
                    <a:pt x="7914782" y="115362"/>
                  </a:lnTo>
                  <a:lnTo>
                    <a:pt x="7914927" y="115362"/>
                  </a:lnTo>
                  <a:lnTo>
                    <a:pt x="7915073" y="115362"/>
                  </a:lnTo>
                  <a:lnTo>
                    <a:pt x="7915218" y="115362"/>
                  </a:lnTo>
                  <a:lnTo>
                    <a:pt x="7915364" y="115362"/>
                  </a:lnTo>
                  <a:lnTo>
                    <a:pt x="7915509" y="115362"/>
                  </a:lnTo>
                  <a:lnTo>
                    <a:pt x="7915655" y="115362"/>
                  </a:lnTo>
                  <a:lnTo>
                    <a:pt x="7915800" y="115362"/>
                  </a:lnTo>
                  <a:lnTo>
                    <a:pt x="7915945" y="115362"/>
                  </a:lnTo>
                  <a:lnTo>
                    <a:pt x="7916091" y="115362"/>
                  </a:lnTo>
                  <a:lnTo>
                    <a:pt x="7916091" y="114739"/>
                  </a:lnTo>
                  <a:lnTo>
                    <a:pt x="7916236" y="114739"/>
                  </a:lnTo>
                  <a:lnTo>
                    <a:pt x="7916382" y="114739"/>
                  </a:lnTo>
                  <a:lnTo>
                    <a:pt x="7916527" y="114739"/>
                  </a:lnTo>
                  <a:lnTo>
                    <a:pt x="7916527" y="114115"/>
                  </a:lnTo>
                  <a:lnTo>
                    <a:pt x="7916673" y="114115"/>
                  </a:lnTo>
                  <a:lnTo>
                    <a:pt x="7916818" y="114115"/>
                  </a:lnTo>
                  <a:lnTo>
                    <a:pt x="7916963" y="114115"/>
                  </a:lnTo>
                  <a:lnTo>
                    <a:pt x="7917109" y="114115"/>
                  </a:lnTo>
                  <a:lnTo>
                    <a:pt x="7917254" y="114115"/>
                  </a:lnTo>
                  <a:lnTo>
                    <a:pt x="7917400" y="114115"/>
                  </a:lnTo>
                  <a:lnTo>
                    <a:pt x="7917545" y="114115"/>
                  </a:lnTo>
                  <a:lnTo>
                    <a:pt x="7917691" y="114115"/>
                  </a:lnTo>
                  <a:lnTo>
                    <a:pt x="7917691" y="113491"/>
                  </a:lnTo>
                  <a:lnTo>
                    <a:pt x="7917691" y="112868"/>
                  </a:lnTo>
                  <a:lnTo>
                    <a:pt x="7917836" y="112868"/>
                  </a:lnTo>
                  <a:lnTo>
                    <a:pt x="7917981" y="112868"/>
                  </a:lnTo>
                  <a:lnTo>
                    <a:pt x="7918127" y="112868"/>
                  </a:lnTo>
                  <a:lnTo>
                    <a:pt x="7918272" y="112868"/>
                  </a:lnTo>
                  <a:lnTo>
                    <a:pt x="7918418" y="112868"/>
                  </a:lnTo>
                  <a:lnTo>
                    <a:pt x="7918563" y="112868"/>
                  </a:lnTo>
                  <a:lnTo>
                    <a:pt x="7918709" y="112868"/>
                  </a:lnTo>
                  <a:lnTo>
                    <a:pt x="7918854" y="112868"/>
                  </a:lnTo>
                  <a:lnTo>
                    <a:pt x="7918999" y="112868"/>
                  </a:lnTo>
                  <a:lnTo>
                    <a:pt x="7919145" y="112868"/>
                  </a:lnTo>
                  <a:lnTo>
                    <a:pt x="7919145" y="112244"/>
                  </a:lnTo>
                  <a:lnTo>
                    <a:pt x="7919290" y="112244"/>
                  </a:lnTo>
                  <a:lnTo>
                    <a:pt x="7919290" y="111621"/>
                  </a:lnTo>
                  <a:lnTo>
                    <a:pt x="7919436" y="111621"/>
                  </a:lnTo>
                  <a:lnTo>
                    <a:pt x="7919581" y="111621"/>
                  </a:lnTo>
                  <a:lnTo>
                    <a:pt x="7919581" y="110997"/>
                  </a:lnTo>
                  <a:lnTo>
                    <a:pt x="7919726" y="110997"/>
                  </a:lnTo>
                  <a:lnTo>
                    <a:pt x="7919872" y="110997"/>
                  </a:lnTo>
                  <a:lnTo>
                    <a:pt x="7920017" y="110997"/>
                  </a:lnTo>
                  <a:lnTo>
                    <a:pt x="7920163" y="110997"/>
                  </a:lnTo>
                  <a:lnTo>
                    <a:pt x="7920163" y="110374"/>
                  </a:lnTo>
                  <a:lnTo>
                    <a:pt x="7920308" y="110374"/>
                  </a:lnTo>
                  <a:lnTo>
                    <a:pt x="7920454" y="110374"/>
                  </a:lnTo>
                  <a:lnTo>
                    <a:pt x="7920599" y="110374"/>
                  </a:lnTo>
                  <a:lnTo>
                    <a:pt x="7920744" y="110374"/>
                  </a:lnTo>
                  <a:lnTo>
                    <a:pt x="7920890" y="110374"/>
                  </a:lnTo>
                  <a:lnTo>
                    <a:pt x="7921035" y="110374"/>
                  </a:lnTo>
                  <a:lnTo>
                    <a:pt x="7921181" y="110374"/>
                  </a:lnTo>
                  <a:lnTo>
                    <a:pt x="7921326" y="110374"/>
                  </a:lnTo>
                  <a:lnTo>
                    <a:pt x="7921326" y="109750"/>
                  </a:lnTo>
                  <a:lnTo>
                    <a:pt x="7921472" y="109750"/>
                  </a:lnTo>
                  <a:lnTo>
                    <a:pt x="7921617" y="109750"/>
                  </a:lnTo>
                  <a:lnTo>
                    <a:pt x="7921762" y="109750"/>
                  </a:lnTo>
                  <a:lnTo>
                    <a:pt x="7921908" y="109750"/>
                  </a:lnTo>
                  <a:lnTo>
                    <a:pt x="7922053" y="109750"/>
                  </a:lnTo>
                  <a:lnTo>
                    <a:pt x="7922199" y="109750"/>
                  </a:lnTo>
                  <a:lnTo>
                    <a:pt x="7922344" y="109750"/>
                  </a:lnTo>
                  <a:lnTo>
                    <a:pt x="7922490" y="109750"/>
                  </a:lnTo>
                  <a:lnTo>
                    <a:pt x="7922635" y="109750"/>
                  </a:lnTo>
                  <a:lnTo>
                    <a:pt x="7922780" y="109750"/>
                  </a:lnTo>
                  <a:lnTo>
                    <a:pt x="7922926" y="109750"/>
                  </a:lnTo>
                  <a:lnTo>
                    <a:pt x="7923071" y="109750"/>
                  </a:lnTo>
                  <a:lnTo>
                    <a:pt x="7923217" y="109750"/>
                  </a:lnTo>
                  <a:lnTo>
                    <a:pt x="7923217" y="109126"/>
                  </a:lnTo>
                  <a:lnTo>
                    <a:pt x="7923362" y="109126"/>
                  </a:lnTo>
                  <a:lnTo>
                    <a:pt x="7923508" y="109126"/>
                  </a:lnTo>
                  <a:lnTo>
                    <a:pt x="7923653" y="109126"/>
                  </a:lnTo>
                  <a:lnTo>
                    <a:pt x="7923798" y="109126"/>
                  </a:lnTo>
                  <a:lnTo>
                    <a:pt x="7923944" y="109126"/>
                  </a:lnTo>
                  <a:lnTo>
                    <a:pt x="7924089" y="109126"/>
                  </a:lnTo>
                  <a:lnTo>
                    <a:pt x="7924235" y="109126"/>
                  </a:lnTo>
                  <a:lnTo>
                    <a:pt x="7924380" y="109126"/>
                  </a:lnTo>
                  <a:lnTo>
                    <a:pt x="7924526" y="109126"/>
                  </a:lnTo>
                  <a:lnTo>
                    <a:pt x="7924671" y="109126"/>
                  </a:lnTo>
                  <a:lnTo>
                    <a:pt x="7924816" y="109126"/>
                  </a:lnTo>
                  <a:lnTo>
                    <a:pt x="7924962" y="109126"/>
                  </a:lnTo>
                  <a:lnTo>
                    <a:pt x="7925107" y="109126"/>
                  </a:lnTo>
                  <a:lnTo>
                    <a:pt x="7925253" y="109126"/>
                  </a:lnTo>
                  <a:lnTo>
                    <a:pt x="7925398" y="109126"/>
                  </a:lnTo>
                  <a:lnTo>
                    <a:pt x="7925544" y="109126"/>
                  </a:lnTo>
                  <a:lnTo>
                    <a:pt x="7925689" y="109126"/>
                  </a:lnTo>
                  <a:lnTo>
                    <a:pt x="7925834" y="109126"/>
                  </a:lnTo>
                  <a:lnTo>
                    <a:pt x="7925980" y="109126"/>
                  </a:lnTo>
                  <a:lnTo>
                    <a:pt x="7926125" y="109126"/>
                  </a:lnTo>
                  <a:lnTo>
                    <a:pt x="7926271" y="109126"/>
                  </a:lnTo>
                  <a:lnTo>
                    <a:pt x="7926416" y="109126"/>
                  </a:lnTo>
                  <a:lnTo>
                    <a:pt x="7926561" y="109126"/>
                  </a:lnTo>
                  <a:lnTo>
                    <a:pt x="7926707" y="109126"/>
                  </a:lnTo>
                  <a:lnTo>
                    <a:pt x="7926707" y="108503"/>
                  </a:lnTo>
                  <a:lnTo>
                    <a:pt x="7926852" y="108503"/>
                  </a:lnTo>
                  <a:lnTo>
                    <a:pt x="7926998" y="108503"/>
                  </a:lnTo>
                  <a:lnTo>
                    <a:pt x="7927143" y="108503"/>
                  </a:lnTo>
                  <a:lnTo>
                    <a:pt x="7927289" y="108503"/>
                  </a:lnTo>
                  <a:lnTo>
                    <a:pt x="7927434" y="108503"/>
                  </a:lnTo>
                  <a:lnTo>
                    <a:pt x="7927579" y="108503"/>
                  </a:lnTo>
                  <a:lnTo>
                    <a:pt x="7927725" y="108503"/>
                  </a:lnTo>
                  <a:lnTo>
                    <a:pt x="7927870" y="108503"/>
                  </a:lnTo>
                  <a:lnTo>
                    <a:pt x="7928016" y="108503"/>
                  </a:lnTo>
                  <a:lnTo>
                    <a:pt x="7928161" y="108503"/>
                  </a:lnTo>
                  <a:lnTo>
                    <a:pt x="7928307" y="108503"/>
                  </a:lnTo>
                  <a:lnTo>
                    <a:pt x="7928452" y="108503"/>
                  </a:lnTo>
                  <a:lnTo>
                    <a:pt x="7928597" y="108503"/>
                  </a:lnTo>
                  <a:lnTo>
                    <a:pt x="7928743" y="108503"/>
                  </a:lnTo>
                  <a:lnTo>
                    <a:pt x="7928888" y="108503"/>
                  </a:lnTo>
                  <a:lnTo>
                    <a:pt x="7929034" y="108503"/>
                  </a:lnTo>
                  <a:lnTo>
                    <a:pt x="7929179" y="108503"/>
                  </a:lnTo>
                  <a:lnTo>
                    <a:pt x="7929325" y="108503"/>
                  </a:lnTo>
                  <a:lnTo>
                    <a:pt x="7929470" y="108503"/>
                  </a:lnTo>
                  <a:lnTo>
                    <a:pt x="7929615" y="108503"/>
                  </a:lnTo>
                  <a:lnTo>
                    <a:pt x="7929761" y="108503"/>
                  </a:lnTo>
                  <a:lnTo>
                    <a:pt x="7929906" y="108503"/>
                  </a:lnTo>
                  <a:lnTo>
                    <a:pt x="7930052" y="108503"/>
                  </a:lnTo>
                  <a:lnTo>
                    <a:pt x="7930197" y="108503"/>
                  </a:lnTo>
                  <a:lnTo>
                    <a:pt x="7930343" y="108503"/>
                  </a:lnTo>
                  <a:lnTo>
                    <a:pt x="7930488" y="108503"/>
                  </a:lnTo>
                  <a:lnTo>
                    <a:pt x="7930633" y="108503"/>
                  </a:lnTo>
                  <a:lnTo>
                    <a:pt x="7930779" y="108503"/>
                  </a:lnTo>
                  <a:lnTo>
                    <a:pt x="7930924" y="108503"/>
                  </a:lnTo>
                  <a:lnTo>
                    <a:pt x="7931070" y="108503"/>
                  </a:lnTo>
                  <a:lnTo>
                    <a:pt x="7931215" y="108503"/>
                  </a:lnTo>
                  <a:lnTo>
                    <a:pt x="7931361" y="108503"/>
                  </a:lnTo>
                  <a:lnTo>
                    <a:pt x="7931506" y="108503"/>
                  </a:lnTo>
                  <a:lnTo>
                    <a:pt x="7931651" y="108503"/>
                  </a:lnTo>
                  <a:lnTo>
                    <a:pt x="7931797" y="108503"/>
                  </a:lnTo>
                  <a:lnTo>
                    <a:pt x="7931942" y="108503"/>
                  </a:lnTo>
                  <a:lnTo>
                    <a:pt x="7932088" y="108503"/>
                  </a:lnTo>
                  <a:lnTo>
                    <a:pt x="7932233" y="108503"/>
                  </a:lnTo>
                  <a:lnTo>
                    <a:pt x="7932379" y="108503"/>
                  </a:lnTo>
                  <a:lnTo>
                    <a:pt x="7932524" y="108503"/>
                  </a:lnTo>
                  <a:lnTo>
                    <a:pt x="7932669" y="108503"/>
                  </a:lnTo>
                  <a:lnTo>
                    <a:pt x="7932815" y="108503"/>
                  </a:lnTo>
                  <a:lnTo>
                    <a:pt x="7932960" y="108503"/>
                  </a:lnTo>
                  <a:lnTo>
                    <a:pt x="7933106" y="108503"/>
                  </a:lnTo>
                  <a:lnTo>
                    <a:pt x="7933251" y="108503"/>
                  </a:lnTo>
                  <a:lnTo>
                    <a:pt x="7933396" y="108503"/>
                  </a:lnTo>
                  <a:lnTo>
                    <a:pt x="7933542" y="108503"/>
                  </a:lnTo>
                  <a:lnTo>
                    <a:pt x="7933687" y="108503"/>
                  </a:lnTo>
                  <a:lnTo>
                    <a:pt x="7933833" y="108503"/>
                  </a:lnTo>
                  <a:lnTo>
                    <a:pt x="7933978" y="108503"/>
                  </a:lnTo>
                  <a:lnTo>
                    <a:pt x="7934124" y="108503"/>
                  </a:lnTo>
                  <a:lnTo>
                    <a:pt x="7934269" y="108503"/>
                  </a:lnTo>
                  <a:lnTo>
                    <a:pt x="7934414" y="108503"/>
                  </a:lnTo>
                  <a:lnTo>
                    <a:pt x="7934560" y="108503"/>
                  </a:lnTo>
                  <a:lnTo>
                    <a:pt x="7934705" y="108503"/>
                  </a:lnTo>
                  <a:lnTo>
                    <a:pt x="7934851" y="108503"/>
                  </a:lnTo>
                  <a:lnTo>
                    <a:pt x="7934851" y="107879"/>
                  </a:lnTo>
                  <a:lnTo>
                    <a:pt x="7934996" y="107879"/>
                  </a:lnTo>
                  <a:lnTo>
                    <a:pt x="7935142" y="107879"/>
                  </a:lnTo>
                  <a:lnTo>
                    <a:pt x="7935287" y="107879"/>
                  </a:lnTo>
                  <a:lnTo>
                    <a:pt x="7935432" y="107879"/>
                  </a:lnTo>
                  <a:lnTo>
                    <a:pt x="7935578" y="107879"/>
                  </a:lnTo>
                  <a:lnTo>
                    <a:pt x="7935723" y="107879"/>
                  </a:lnTo>
                  <a:lnTo>
                    <a:pt x="7935869" y="107879"/>
                  </a:lnTo>
                  <a:lnTo>
                    <a:pt x="7936014" y="107879"/>
                  </a:lnTo>
                  <a:lnTo>
                    <a:pt x="7936160" y="107879"/>
                  </a:lnTo>
                  <a:lnTo>
                    <a:pt x="7936305" y="107879"/>
                  </a:lnTo>
                  <a:lnTo>
                    <a:pt x="7936450" y="107879"/>
                  </a:lnTo>
                  <a:lnTo>
                    <a:pt x="7936596" y="107879"/>
                  </a:lnTo>
                  <a:lnTo>
                    <a:pt x="7936741" y="107879"/>
                  </a:lnTo>
                  <a:lnTo>
                    <a:pt x="7936887" y="107879"/>
                  </a:lnTo>
                  <a:lnTo>
                    <a:pt x="7937032" y="107879"/>
                  </a:lnTo>
                  <a:lnTo>
                    <a:pt x="7937178" y="107879"/>
                  </a:lnTo>
                  <a:lnTo>
                    <a:pt x="7937323" y="107879"/>
                  </a:lnTo>
                  <a:lnTo>
                    <a:pt x="7937468" y="107879"/>
                  </a:lnTo>
                  <a:lnTo>
                    <a:pt x="7937614" y="107879"/>
                  </a:lnTo>
                  <a:lnTo>
                    <a:pt x="7937614" y="107256"/>
                  </a:lnTo>
                  <a:lnTo>
                    <a:pt x="7937759" y="107256"/>
                  </a:lnTo>
                  <a:lnTo>
                    <a:pt x="7937905" y="107256"/>
                  </a:lnTo>
                  <a:lnTo>
                    <a:pt x="7938050" y="107256"/>
                  </a:lnTo>
                  <a:lnTo>
                    <a:pt x="7938196" y="107256"/>
                  </a:lnTo>
                  <a:lnTo>
                    <a:pt x="7938341" y="107256"/>
                  </a:lnTo>
                  <a:lnTo>
                    <a:pt x="7938486" y="107256"/>
                  </a:lnTo>
                  <a:lnTo>
                    <a:pt x="7938632" y="107256"/>
                  </a:lnTo>
                  <a:lnTo>
                    <a:pt x="7938777" y="107256"/>
                  </a:lnTo>
                  <a:lnTo>
                    <a:pt x="7938923" y="107256"/>
                  </a:lnTo>
                  <a:lnTo>
                    <a:pt x="7939068" y="107256"/>
                  </a:lnTo>
                  <a:lnTo>
                    <a:pt x="7939214" y="107256"/>
                  </a:lnTo>
                  <a:lnTo>
                    <a:pt x="7939359" y="107256"/>
                  </a:lnTo>
                  <a:lnTo>
                    <a:pt x="7939504" y="107256"/>
                  </a:lnTo>
                  <a:lnTo>
                    <a:pt x="7939650" y="107256"/>
                  </a:lnTo>
                  <a:lnTo>
                    <a:pt x="7939795" y="107256"/>
                  </a:lnTo>
                  <a:lnTo>
                    <a:pt x="7939941" y="107256"/>
                  </a:lnTo>
                  <a:lnTo>
                    <a:pt x="7940086" y="107256"/>
                  </a:lnTo>
                  <a:lnTo>
                    <a:pt x="7940231" y="107256"/>
                  </a:lnTo>
                  <a:lnTo>
                    <a:pt x="7940377" y="107256"/>
                  </a:lnTo>
                  <a:lnTo>
                    <a:pt x="7940522" y="107256"/>
                  </a:lnTo>
                  <a:lnTo>
                    <a:pt x="7940668" y="107256"/>
                  </a:lnTo>
                  <a:lnTo>
                    <a:pt x="7940813" y="107256"/>
                  </a:lnTo>
                  <a:lnTo>
                    <a:pt x="7940959" y="107256"/>
                  </a:lnTo>
                  <a:lnTo>
                    <a:pt x="7941104" y="107256"/>
                  </a:lnTo>
                  <a:lnTo>
                    <a:pt x="7941249" y="107256"/>
                  </a:lnTo>
                  <a:lnTo>
                    <a:pt x="7941395" y="107256"/>
                  </a:lnTo>
                  <a:lnTo>
                    <a:pt x="7941540" y="107256"/>
                  </a:lnTo>
                  <a:lnTo>
                    <a:pt x="7941686" y="107256"/>
                  </a:lnTo>
                  <a:lnTo>
                    <a:pt x="7941831" y="107256"/>
                  </a:lnTo>
                  <a:lnTo>
                    <a:pt x="7941977" y="107256"/>
                  </a:lnTo>
                  <a:lnTo>
                    <a:pt x="7942122" y="107256"/>
                  </a:lnTo>
                  <a:lnTo>
                    <a:pt x="7942122" y="106632"/>
                  </a:lnTo>
                  <a:lnTo>
                    <a:pt x="7942267" y="106632"/>
                  </a:lnTo>
                  <a:lnTo>
                    <a:pt x="7942413" y="106632"/>
                  </a:lnTo>
                  <a:lnTo>
                    <a:pt x="7942558" y="106632"/>
                  </a:lnTo>
                  <a:lnTo>
                    <a:pt x="7942558" y="106008"/>
                  </a:lnTo>
                  <a:lnTo>
                    <a:pt x="7942704" y="106008"/>
                  </a:lnTo>
                  <a:lnTo>
                    <a:pt x="7942849" y="106008"/>
                  </a:lnTo>
                  <a:lnTo>
                    <a:pt x="7942995" y="106008"/>
                  </a:lnTo>
                  <a:lnTo>
                    <a:pt x="7943140" y="106008"/>
                  </a:lnTo>
                  <a:lnTo>
                    <a:pt x="7943285" y="106008"/>
                  </a:lnTo>
                  <a:lnTo>
                    <a:pt x="7943431" y="106008"/>
                  </a:lnTo>
                  <a:lnTo>
                    <a:pt x="7943576" y="106008"/>
                  </a:lnTo>
                  <a:lnTo>
                    <a:pt x="7943722" y="106008"/>
                  </a:lnTo>
                  <a:lnTo>
                    <a:pt x="7943867" y="106008"/>
                  </a:lnTo>
                  <a:lnTo>
                    <a:pt x="7944013" y="106008"/>
                  </a:lnTo>
                  <a:lnTo>
                    <a:pt x="7944158" y="106008"/>
                  </a:lnTo>
                  <a:lnTo>
                    <a:pt x="7944303" y="106008"/>
                  </a:lnTo>
                  <a:lnTo>
                    <a:pt x="7944449" y="106008"/>
                  </a:lnTo>
                  <a:lnTo>
                    <a:pt x="7944594" y="106008"/>
                  </a:lnTo>
                  <a:lnTo>
                    <a:pt x="7944740" y="106008"/>
                  </a:lnTo>
                  <a:lnTo>
                    <a:pt x="7944885" y="106008"/>
                  </a:lnTo>
                  <a:lnTo>
                    <a:pt x="7945031" y="106008"/>
                  </a:lnTo>
                  <a:lnTo>
                    <a:pt x="7945176" y="106008"/>
                  </a:lnTo>
                  <a:lnTo>
                    <a:pt x="7945321" y="106008"/>
                  </a:lnTo>
                  <a:lnTo>
                    <a:pt x="7945467" y="106008"/>
                  </a:lnTo>
                  <a:lnTo>
                    <a:pt x="7945612" y="106008"/>
                  </a:lnTo>
                  <a:lnTo>
                    <a:pt x="7945758" y="106008"/>
                  </a:lnTo>
                  <a:lnTo>
                    <a:pt x="7945903" y="106008"/>
                  </a:lnTo>
                  <a:lnTo>
                    <a:pt x="7946049" y="106008"/>
                  </a:lnTo>
                  <a:lnTo>
                    <a:pt x="7946194" y="106008"/>
                  </a:lnTo>
                  <a:lnTo>
                    <a:pt x="7946339" y="106008"/>
                  </a:lnTo>
                  <a:lnTo>
                    <a:pt x="7946485" y="106008"/>
                  </a:lnTo>
                  <a:lnTo>
                    <a:pt x="7946630" y="106008"/>
                  </a:lnTo>
                  <a:lnTo>
                    <a:pt x="7946776" y="106008"/>
                  </a:lnTo>
                  <a:lnTo>
                    <a:pt x="7946921" y="106008"/>
                  </a:lnTo>
                  <a:lnTo>
                    <a:pt x="7947066" y="106008"/>
                  </a:lnTo>
                  <a:lnTo>
                    <a:pt x="7947212" y="106008"/>
                  </a:lnTo>
                  <a:lnTo>
                    <a:pt x="7947357" y="106008"/>
                  </a:lnTo>
                  <a:lnTo>
                    <a:pt x="7947503" y="106008"/>
                  </a:lnTo>
                  <a:lnTo>
                    <a:pt x="7947648" y="106008"/>
                  </a:lnTo>
                  <a:lnTo>
                    <a:pt x="7947794" y="106008"/>
                  </a:lnTo>
                  <a:lnTo>
                    <a:pt x="7947939" y="106008"/>
                  </a:lnTo>
                  <a:lnTo>
                    <a:pt x="7948084" y="106008"/>
                  </a:lnTo>
                  <a:lnTo>
                    <a:pt x="7948230" y="106008"/>
                  </a:lnTo>
                  <a:lnTo>
                    <a:pt x="7948375" y="106008"/>
                  </a:lnTo>
                  <a:lnTo>
                    <a:pt x="7948521" y="106008"/>
                  </a:lnTo>
                  <a:lnTo>
                    <a:pt x="7948666" y="106008"/>
                  </a:lnTo>
                  <a:lnTo>
                    <a:pt x="7948812" y="106008"/>
                  </a:lnTo>
                  <a:lnTo>
                    <a:pt x="7948957" y="106008"/>
                  </a:lnTo>
                  <a:lnTo>
                    <a:pt x="7949102" y="106008"/>
                  </a:lnTo>
                  <a:lnTo>
                    <a:pt x="7949248" y="106008"/>
                  </a:lnTo>
                  <a:lnTo>
                    <a:pt x="7949393" y="106008"/>
                  </a:lnTo>
                  <a:lnTo>
                    <a:pt x="7949539" y="106008"/>
                  </a:lnTo>
                  <a:lnTo>
                    <a:pt x="7949684" y="106008"/>
                  </a:lnTo>
                  <a:lnTo>
                    <a:pt x="7949830" y="106008"/>
                  </a:lnTo>
                  <a:lnTo>
                    <a:pt x="7949975" y="106008"/>
                  </a:lnTo>
                  <a:lnTo>
                    <a:pt x="7950120" y="106008"/>
                  </a:lnTo>
                  <a:lnTo>
                    <a:pt x="7950266" y="106008"/>
                  </a:lnTo>
                  <a:lnTo>
                    <a:pt x="7950411" y="106008"/>
                  </a:lnTo>
                  <a:lnTo>
                    <a:pt x="7950557" y="106008"/>
                  </a:lnTo>
                  <a:lnTo>
                    <a:pt x="7950702" y="106008"/>
                  </a:lnTo>
                  <a:lnTo>
                    <a:pt x="7950848" y="106008"/>
                  </a:lnTo>
                  <a:lnTo>
                    <a:pt x="7950993" y="106008"/>
                  </a:lnTo>
                  <a:lnTo>
                    <a:pt x="7951138" y="106008"/>
                  </a:lnTo>
                  <a:lnTo>
                    <a:pt x="7951284" y="106008"/>
                  </a:lnTo>
                  <a:lnTo>
                    <a:pt x="7951429" y="106008"/>
                  </a:lnTo>
                  <a:lnTo>
                    <a:pt x="7951575" y="106008"/>
                  </a:lnTo>
                  <a:lnTo>
                    <a:pt x="7951720" y="106008"/>
                  </a:lnTo>
                  <a:lnTo>
                    <a:pt x="7951866" y="106008"/>
                  </a:lnTo>
                  <a:lnTo>
                    <a:pt x="7952011" y="106008"/>
                  </a:lnTo>
                  <a:lnTo>
                    <a:pt x="7952156" y="106008"/>
                  </a:lnTo>
                  <a:lnTo>
                    <a:pt x="7952302" y="106008"/>
                  </a:lnTo>
                  <a:lnTo>
                    <a:pt x="7952447" y="106008"/>
                  </a:lnTo>
                  <a:lnTo>
                    <a:pt x="7952593" y="106008"/>
                  </a:lnTo>
                  <a:lnTo>
                    <a:pt x="7952738" y="106008"/>
                  </a:lnTo>
                  <a:lnTo>
                    <a:pt x="7952884" y="106008"/>
                  </a:lnTo>
                  <a:lnTo>
                    <a:pt x="7953029" y="106008"/>
                  </a:lnTo>
                  <a:lnTo>
                    <a:pt x="7953174" y="106008"/>
                  </a:lnTo>
                  <a:lnTo>
                    <a:pt x="7953320" y="106008"/>
                  </a:lnTo>
                  <a:lnTo>
                    <a:pt x="7953465" y="106008"/>
                  </a:lnTo>
                  <a:lnTo>
                    <a:pt x="7953611" y="106008"/>
                  </a:lnTo>
                  <a:lnTo>
                    <a:pt x="7953756" y="106008"/>
                  </a:lnTo>
                  <a:lnTo>
                    <a:pt x="7953901" y="106008"/>
                  </a:lnTo>
                  <a:lnTo>
                    <a:pt x="7953901" y="105385"/>
                  </a:lnTo>
                  <a:lnTo>
                    <a:pt x="7954047" y="105385"/>
                  </a:lnTo>
                  <a:lnTo>
                    <a:pt x="7954192" y="105385"/>
                  </a:lnTo>
                  <a:lnTo>
                    <a:pt x="7954338" y="105385"/>
                  </a:lnTo>
                  <a:lnTo>
                    <a:pt x="7954483" y="105385"/>
                  </a:lnTo>
                  <a:lnTo>
                    <a:pt x="7954629" y="105385"/>
                  </a:lnTo>
                  <a:lnTo>
                    <a:pt x="7954774" y="105385"/>
                  </a:lnTo>
                  <a:lnTo>
                    <a:pt x="7954774" y="104761"/>
                  </a:lnTo>
                  <a:lnTo>
                    <a:pt x="7954919" y="104761"/>
                  </a:lnTo>
                  <a:lnTo>
                    <a:pt x="7955065" y="104761"/>
                  </a:lnTo>
                  <a:lnTo>
                    <a:pt x="7955065" y="104138"/>
                  </a:lnTo>
                  <a:lnTo>
                    <a:pt x="7955210" y="104138"/>
                  </a:lnTo>
                  <a:lnTo>
                    <a:pt x="7955356" y="104138"/>
                  </a:lnTo>
                  <a:lnTo>
                    <a:pt x="7955501" y="104138"/>
                  </a:lnTo>
                  <a:lnTo>
                    <a:pt x="7955647" y="104138"/>
                  </a:lnTo>
                  <a:lnTo>
                    <a:pt x="7955792" y="104138"/>
                  </a:lnTo>
                  <a:lnTo>
                    <a:pt x="7955937" y="104138"/>
                  </a:lnTo>
                  <a:lnTo>
                    <a:pt x="7956083" y="104138"/>
                  </a:lnTo>
                  <a:lnTo>
                    <a:pt x="7956228" y="104138"/>
                  </a:lnTo>
                  <a:lnTo>
                    <a:pt x="7956374" y="104138"/>
                  </a:lnTo>
                  <a:lnTo>
                    <a:pt x="7956519" y="104138"/>
                  </a:lnTo>
                  <a:lnTo>
                    <a:pt x="7956665" y="104138"/>
                  </a:lnTo>
                  <a:lnTo>
                    <a:pt x="7956810" y="104138"/>
                  </a:lnTo>
                  <a:lnTo>
                    <a:pt x="7956955" y="104138"/>
                  </a:lnTo>
                  <a:lnTo>
                    <a:pt x="7957101" y="104138"/>
                  </a:lnTo>
                  <a:lnTo>
                    <a:pt x="7957101" y="103514"/>
                  </a:lnTo>
                  <a:lnTo>
                    <a:pt x="7957246" y="103514"/>
                  </a:lnTo>
                  <a:lnTo>
                    <a:pt x="7957392" y="103514"/>
                  </a:lnTo>
                  <a:lnTo>
                    <a:pt x="7957537" y="103514"/>
                  </a:lnTo>
                  <a:lnTo>
                    <a:pt x="7957683" y="103514"/>
                  </a:lnTo>
                  <a:lnTo>
                    <a:pt x="7957828" y="103514"/>
                  </a:lnTo>
                  <a:lnTo>
                    <a:pt x="7957973" y="103514"/>
                  </a:lnTo>
                  <a:lnTo>
                    <a:pt x="7958119" y="103514"/>
                  </a:lnTo>
                  <a:lnTo>
                    <a:pt x="7958264" y="103514"/>
                  </a:lnTo>
                  <a:lnTo>
                    <a:pt x="7958410" y="103514"/>
                  </a:lnTo>
                  <a:lnTo>
                    <a:pt x="7958555" y="103514"/>
                  </a:lnTo>
                  <a:lnTo>
                    <a:pt x="7958701" y="103514"/>
                  </a:lnTo>
                  <a:lnTo>
                    <a:pt x="7958846" y="103514"/>
                  </a:lnTo>
                  <a:lnTo>
                    <a:pt x="7958991" y="103514"/>
                  </a:lnTo>
                  <a:lnTo>
                    <a:pt x="7959137" y="103514"/>
                  </a:lnTo>
                  <a:lnTo>
                    <a:pt x="7959282" y="103514"/>
                  </a:lnTo>
                  <a:lnTo>
                    <a:pt x="7959428" y="103514"/>
                  </a:lnTo>
                  <a:lnTo>
                    <a:pt x="7959573" y="103514"/>
                  </a:lnTo>
                  <a:lnTo>
                    <a:pt x="7959719" y="103514"/>
                  </a:lnTo>
                  <a:lnTo>
                    <a:pt x="7959864" y="103514"/>
                  </a:lnTo>
                  <a:lnTo>
                    <a:pt x="7960009" y="103514"/>
                  </a:lnTo>
                  <a:lnTo>
                    <a:pt x="7960155" y="103514"/>
                  </a:lnTo>
                  <a:lnTo>
                    <a:pt x="7960300" y="103514"/>
                  </a:lnTo>
                  <a:lnTo>
                    <a:pt x="7960446" y="103514"/>
                  </a:lnTo>
                  <a:lnTo>
                    <a:pt x="7960591" y="103514"/>
                  </a:lnTo>
                  <a:lnTo>
                    <a:pt x="7960736" y="103514"/>
                  </a:lnTo>
                  <a:lnTo>
                    <a:pt x="7960882" y="103514"/>
                  </a:lnTo>
                  <a:lnTo>
                    <a:pt x="7961027" y="103514"/>
                  </a:lnTo>
                  <a:lnTo>
                    <a:pt x="7961173" y="103514"/>
                  </a:lnTo>
                  <a:lnTo>
                    <a:pt x="7961318" y="103514"/>
                  </a:lnTo>
                  <a:lnTo>
                    <a:pt x="7961464" y="103514"/>
                  </a:lnTo>
                  <a:lnTo>
                    <a:pt x="7961609" y="103514"/>
                  </a:lnTo>
                  <a:lnTo>
                    <a:pt x="7961754" y="103514"/>
                  </a:lnTo>
                  <a:lnTo>
                    <a:pt x="7961900" y="103514"/>
                  </a:lnTo>
                  <a:lnTo>
                    <a:pt x="7962045" y="103514"/>
                  </a:lnTo>
                  <a:lnTo>
                    <a:pt x="7962191" y="103514"/>
                  </a:lnTo>
                  <a:lnTo>
                    <a:pt x="7962336" y="103514"/>
                  </a:lnTo>
                  <a:lnTo>
                    <a:pt x="7962482" y="103514"/>
                  </a:lnTo>
                  <a:lnTo>
                    <a:pt x="7962627" y="103514"/>
                  </a:lnTo>
                  <a:lnTo>
                    <a:pt x="7962772" y="103514"/>
                  </a:lnTo>
                  <a:lnTo>
                    <a:pt x="7962772" y="102891"/>
                  </a:lnTo>
                  <a:lnTo>
                    <a:pt x="7962918" y="102891"/>
                  </a:lnTo>
                  <a:lnTo>
                    <a:pt x="7963063" y="102891"/>
                  </a:lnTo>
                  <a:lnTo>
                    <a:pt x="7963209" y="102891"/>
                  </a:lnTo>
                  <a:lnTo>
                    <a:pt x="7963354" y="102891"/>
                  </a:lnTo>
                  <a:lnTo>
                    <a:pt x="7963500" y="102891"/>
                  </a:lnTo>
                  <a:lnTo>
                    <a:pt x="7963645" y="102891"/>
                  </a:lnTo>
                  <a:lnTo>
                    <a:pt x="7963790" y="102891"/>
                  </a:lnTo>
                  <a:lnTo>
                    <a:pt x="7963936" y="102891"/>
                  </a:lnTo>
                  <a:lnTo>
                    <a:pt x="7964081" y="102891"/>
                  </a:lnTo>
                  <a:lnTo>
                    <a:pt x="7964227" y="102891"/>
                  </a:lnTo>
                  <a:lnTo>
                    <a:pt x="7964227" y="102267"/>
                  </a:lnTo>
                  <a:lnTo>
                    <a:pt x="7964372" y="102267"/>
                  </a:lnTo>
                  <a:lnTo>
                    <a:pt x="7964518" y="102267"/>
                  </a:lnTo>
                  <a:lnTo>
                    <a:pt x="7964663" y="102267"/>
                  </a:lnTo>
                  <a:lnTo>
                    <a:pt x="7964808" y="102267"/>
                  </a:lnTo>
                  <a:lnTo>
                    <a:pt x="7964954" y="102267"/>
                  </a:lnTo>
                  <a:lnTo>
                    <a:pt x="7965099" y="102267"/>
                  </a:lnTo>
                  <a:lnTo>
                    <a:pt x="7965245" y="102267"/>
                  </a:lnTo>
                  <a:lnTo>
                    <a:pt x="7965390" y="102267"/>
                  </a:lnTo>
                  <a:lnTo>
                    <a:pt x="7965536" y="102267"/>
                  </a:lnTo>
                  <a:lnTo>
                    <a:pt x="7965681" y="102267"/>
                  </a:lnTo>
                  <a:lnTo>
                    <a:pt x="7965826" y="102267"/>
                  </a:lnTo>
                  <a:lnTo>
                    <a:pt x="7965972" y="102267"/>
                  </a:lnTo>
                  <a:lnTo>
                    <a:pt x="7966117" y="102267"/>
                  </a:lnTo>
                  <a:lnTo>
                    <a:pt x="7966263" y="102267"/>
                  </a:lnTo>
                  <a:lnTo>
                    <a:pt x="7966408" y="102267"/>
                  </a:lnTo>
                  <a:lnTo>
                    <a:pt x="7966554" y="102267"/>
                  </a:lnTo>
                  <a:lnTo>
                    <a:pt x="7966699" y="102267"/>
                  </a:lnTo>
                  <a:lnTo>
                    <a:pt x="7966844" y="102267"/>
                  </a:lnTo>
                  <a:lnTo>
                    <a:pt x="7966990" y="102267"/>
                  </a:lnTo>
                  <a:lnTo>
                    <a:pt x="7967135" y="102267"/>
                  </a:lnTo>
                  <a:lnTo>
                    <a:pt x="7967281" y="102267"/>
                  </a:lnTo>
                  <a:lnTo>
                    <a:pt x="7967426" y="102267"/>
                  </a:lnTo>
                  <a:lnTo>
                    <a:pt x="7967571" y="102267"/>
                  </a:lnTo>
                  <a:lnTo>
                    <a:pt x="7967717" y="102267"/>
                  </a:lnTo>
                  <a:lnTo>
                    <a:pt x="7967862" y="102267"/>
                  </a:lnTo>
                  <a:lnTo>
                    <a:pt x="7968008" y="102267"/>
                  </a:lnTo>
                  <a:lnTo>
                    <a:pt x="7968153" y="102267"/>
                  </a:lnTo>
                  <a:lnTo>
                    <a:pt x="7968299" y="102267"/>
                  </a:lnTo>
                  <a:lnTo>
                    <a:pt x="7968444" y="102267"/>
                  </a:lnTo>
                  <a:lnTo>
                    <a:pt x="7968589" y="102267"/>
                  </a:lnTo>
                  <a:lnTo>
                    <a:pt x="7968735" y="102267"/>
                  </a:lnTo>
                  <a:lnTo>
                    <a:pt x="7968880" y="102267"/>
                  </a:lnTo>
                  <a:lnTo>
                    <a:pt x="7969026" y="102267"/>
                  </a:lnTo>
                  <a:lnTo>
                    <a:pt x="7969171" y="102267"/>
                  </a:lnTo>
                  <a:lnTo>
                    <a:pt x="7969317" y="102267"/>
                  </a:lnTo>
                  <a:lnTo>
                    <a:pt x="7969462" y="102267"/>
                  </a:lnTo>
                  <a:lnTo>
                    <a:pt x="7969607" y="102267"/>
                  </a:lnTo>
                  <a:lnTo>
                    <a:pt x="7969753" y="102267"/>
                  </a:lnTo>
                  <a:lnTo>
                    <a:pt x="7969898" y="102267"/>
                  </a:lnTo>
                  <a:lnTo>
                    <a:pt x="7970044" y="102267"/>
                  </a:lnTo>
                  <a:lnTo>
                    <a:pt x="7970189" y="102267"/>
                  </a:lnTo>
                  <a:lnTo>
                    <a:pt x="7970335" y="102267"/>
                  </a:lnTo>
                  <a:lnTo>
                    <a:pt x="7970480" y="102267"/>
                  </a:lnTo>
                  <a:lnTo>
                    <a:pt x="7970625" y="102267"/>
                  </a:lnTo>
                  <a:lnTo>
                    <a:pt x="7970771" y="102267"/>
                  </a:lnTo>
                  <a:lnTo>
                    <a:pt x="7970916" y="102267"/>
                  </a:lnTo>
                  <a:lnTo>
                    <a:pt x="7971062" y="102267"/>
                  </a:lnTo>
                  <a:lnTo>
                    <a:pt x="7971207" y="102267"/>
                  </a:lnTo>
                  <a:lnTo>
                    <a:pt x="7971353" y="102267"/>
                  </a:lnTo>
                  <a:lnTo>
                    <a:pt x="7971498" y="102267"/>
                  </a:lnTo>
                  <a:lnTo>
                    <a:pt x="7971643" y="102267"/>
                  </a:lnTo>
                  <a:lnTo>
                    <a:pt x="7971789" y="102267"/>
                  </a:lnTo>
                  <a:lnTo>
                    <a:pt x="7971934" y="102267"/>
                  </a:lnTo>
                  <a:lnTo>
                    <a:pt x="7972080" y="102267"/>
                  </a:lnTo>
                  <a:lnTo>
                    <a:pt x="7972225" y="102267"/>
                  </a:lnTo>
                  <a:lnTo>
                    <a:pt x="7972371" y="102267"/>
                  </a:lnTo>
                  <a:lnTo>
                    <a:pt x="7972516" y="102267"/>
                  </a:lnTo>
                  <a:lnTo>
                    <a:pt x="7972661" y="102267"/>
                  </a:lnTo>
                  <a:lnTo>
                    <a:pt x="7972807" y="102267"/>
                  </a:lnTo>
                  <a:lnTo>
                    <a:pt x="7972952" y="102267"/>
                  </a:lnTo>
                  <a:lnTo>
                    <a:pt x="7973098" y="102267"/>
                  </a:lnTo>
                  <a:lnTo>
                    <a:pt x="7973243" y="102267"/>
                  </a:lnTo>
                  <a:lnTo>
                    <a:pt x="7973389" y="102267"/>
                  </a:lnTo>
                  <a:lnTo>
                    <a:pt x="7973534" y="102267"/>
                  </a:lnTo>
                  <a:lnTo>
                    <a:pt x="7973679" y="102267"/>
                  </a:lnTo>
                  <a:lnTo>
                    <a:pt x="7973825" y="102267"/>
                  </a:lnTo>
                  <a:lnTo>
                    <a:pt x="7973970" y="102267"/>
                  </a:lnTo>
                  <a:lnTo>
                    <a:pt x="7974116" y="102267"/>
                  </a:lnTo>
                  <a:lnTo>
                    <a:pt x="7974261" y="102267"/>
                  </a:lnTo>
                  <a:lnTo>
                    <a:pt x="7974406" y="102267"/>
                  </a:lnTo>
                  <a:lnTo>
                    <a:pt x="7974552" y="102267"/>
                  </a:lnTo>
                  <a:lnTo>
                    <a:pt x="7974697" y="102267"/>
                  </a:lnTo>
                  <a:lnTo>
                    <a:pt x="7974843" y="102267"/>
                  </a:lnTo>
                  <a:lnTo>
                    <a:pt x="7974988" y="102267"/>
                  </a:lnTo>
                  <a:lnTo>
                    <a:pt x="7975134" y="102267"/>
                  </a:lnTo>
                  <a:lnTo>
                    <a:pt x="7975279" y="102267"/>
                  </a:lnTo>
                  <a:lnTo>
                    <a:pt x="7975424" y="102267"/>
                  </a:lnTo>
                  <a:lnTo>
                    <a:pt x="7975570" y="102267"/>
                  </a:lnTo>
                  <a:lnTo>
                    <a:pt x="7975715" y="102267"/>
                  </a:lnTo>
                  <a:lnTo>
                    <a:pt x="7975861" y="102267"/>
                  </a:lnTo>
                  <a:lnTo>
                    <a:pt x="7976006" y="102267"/>
                  </a:lnTo>
                  <a:lnTo>
                    <a:pt x="7976152" y="102267"/>
                  </a:lnTo>
                  <a:lnTo>
                    <a:pt x="7976297" y="102267"/>
                  </a:lnTo>
                  <a:lnTo>
                    <a:pt x="7976442" y="102267"/>
                  </a:lnTo>
                  <a:lnTo>
                    <a:pt x="7976588" y="102267"/>
                  </a:lnTo>
                  <a:lnTo>
                    <a:pt x="7976733" y="102267"/>
                  </a:lnTo>
                  <a:lnTo>
                    <a:pt x="7976879" y="102267"/>
                  </a:lnTo>
                  <a:lnTo>
                    <a:pt x="7977024" y="102267"/>
                  </a:lnTo>
                  <a:lnTo>
                    <a:pt x="7977170" y="102267"/>
                  </a:lnTo>
                  <a:lnTo>
                    <a:pt x="7977315" y="102267"/>
                  </a:lnTo>
                  <a:lnTo>
                    <a:pt x="7977460" y="102267"/>
                  </a:lnTo>
                  <a:lnTo>
                    <a:pt x="7977606" y="102267"/>
                  </a:lnTo>
                  <a:lnTo>
                    <a:pt x="7977751" y="102267"/>
                  </a:lnTo>
                  <a:lnTo>
                    <a:pt x="7977897" y="102267"/>
                  </a:lnTo>
                  <a:lnTo>
                    <a:pt x="7977897" y="101643"/>
                  </a:lnTo>
                  <a:lnTo>
                    <a:pt x="7978042" y="101643"/>
                  </a:lnTo>
                  <a:lnTo>
                    <a:pt x="7978188" y="101643"/>
                  </a:lnTo>
                  <a:lnTo>
                    <a:pt x="7978333" y="101643"/>
                  </a:lnTo>
                  <a:lnTo>
                    <a:pt x="7978478" y="101643"/>
                  </a:lnTo>
                  <a:lnTo>
                    <a:pt x="7978624" y="101643"/>
                  </a:lnTo>
                  <a:lnTo>
                    <a:pt x="7978769" y="101643"/>
                  </a:lnTo>
                  <a:lnTo>
                    <a:pt x="7978915" y="101643"/>
                  </a:lnTo>
                  <a:lnTo>
                    <a:pt x="7979060" y="101643"/>
                  </a:lnTo>
                  <a:lnTo>
                    <a:pt x="7979206" y="101643"/>
                  </a:lnTo>
                  <a:lnTo>
                    <a:pt x="7979351" y="101643"/>
                  </a:lnTo>
                  <a:lnTo>
                    <a:pt x="7979496" y="101643"/>
                  </a:lnTo>
                  <a:lnTo>
                    <a:pt x="7979642" y="101643"/>
                  </a:lnTo>
                  <a:lnTo>
                    <a:pt x="7979787" y="101643"/>
                  </a:lnTo>
                  <a:lnTo>
                    <a:pt x="7979933" y="101643"/>
                  </a:lnTo>
                  <a:lnTo>
                    <a:pt x="7980078" y="101643"/>
                  </a:lnTo>
                  <a:lnTo>
                    <a:pt x="7980224" y="101643"/>
                  </a:lnTo>
                  <a:lnTo>
                    <a:pt x="7980369" y="101643"/>
                  </a:lnTo>
                  <a:lnTo>
                    <a:pt x="7980514" y="101643"/>
                  </a:lnTo>
                  <a:lnTo>
                    <a:pt x="7980660" y="101643"/>
                  </a:lnTo>
                  <a:lnTo>
                    <a:pt x="7980805" y="101643"/>
                  </a:lnTo>
                  <a:lnTo>
                    <a:pt x="7980951" y="101643"/>
                  </a:lnTo>
                  <a:lnTo>
                    <a:pt x="7981096" y="101643"/>
                  </a:lnTo>
                  <a:lnTo>
                    <a:pt x="7981241" y="101643"/>
                  </a:lnTo>
                  <a:lnTo>
                    <a:pt x="7981387" y="101643"/>
                  </a:lnTo>
                  <a:lnTo>
                    <a:pt x="7981532" y="101643"/>
                  </a:lnTo>
                  <a:lnTo>
                    <a:pt x="7981678" y="101643"/>
                  </a:lnTo>
                  <a:lnTo>
                    <a:pt x="7981823" y="101643"/>
                  </a:lnTo>
                  <a:lnTo>
                    <a:pt x="7981969" y="101643"/>
                  </a:lnTo>
                  <a:lnTo>
                    <a:pt x="7982114" y="101643"/>
                  </a:lnTo>
                  <a:lnTo>
                    <a:pt x="7982259" y="101643"/>
                  </a:lnTo>
                  <a:lnTo>
                    <a:pt x="7982405" y="101643"/>
                  </a:lnTo>
                  <a:lnTo>
                    <a:pt x="7982550" y="101643"/>
                  </a:lnTo>
                  <a:lnTo>
                    <a:pt x="7982550" y="101020"/>
                  </a:lnTo>
                  <a:lnTo>
                    <a:pt x="7982696" y="101020"/>
                  </a:lnTo>
                  <a:lnTo>
                    <a:pt x="7982841" y="101020"/>
                  </a:lnTo>
                  <a:lnTo>
                    <a:pt x="7982987" y="101020"/>
                  </a:lnTo>
                  <a:lnTo>
                    <a:pt x="7983132" y="101020"/>
                  </a:lnTo>
                  <a:lnTo>
                    <a:pt x="7983277" y="101020"/>
                  </a:lnTo>
                  <a:lnTo>
                    <a:pt x="7983423" y="101020"/>
                  </a:lnTo>
                  <a:lnTo>
                    <a:pt x="7983568" y="101020"/>
                  </a:lnTo>
                  <a:lnTo>
                    <a:pt x="7983714" y="101020"/>
                  </a:lnTo>
                  <a:lnTo>
                    <a:pt x="7983859" y="101020"/>
                  </a:lnTo>
                  <a:lnTo>
                    <a:pt x="7984005" y="101020"/>
                  </a:lnTo>
                  <a:lnTo>
                    <a:pt x="7984150" y="101020"/>
                  </a:lnTo>
                  <a:lnTo>
                    <a:pt x="7984295" y="101020"/>
                  </a:lnTo>
                  <a:lnTo>
                    <a:pt x="7984295" y="100396"/>
                  </a:lnTo>
                  <a:lnTo>
                    <a:pt x="7984441" y="100396"/>
                  </a:lnTo>
                  <a:lnTo>
                    <a:pt x="7984586" y="100396"/>
                  </a:lnTo>
                  <a:lnTo>
                    <a:pt x="7984732" y="100396"/>
                  </a:lnTo>
                  <a:lnTo>
                    <a:pt x="7984877" y="100396"/>
                  </a:lnTo>
                  <a:lnTo>
                    <a:pt x="7985023" y="100396"/>
                  </a:lnTo>
                  <a:lnTo>
                    <a:pt x="7985168" y="100396"/>
                  </a:lnTo>
                  <a:lnTo>
                    <a:pt x="7985313" y="100396"/>
                  </a:lnTo>
                  <a:lnTo>
                    <a:pt x="7985459" y="100396"/>
                  </a:lnTo>
                  <a:lnTo>
                    <a:pt x="7985604" y="100396"/>
                  </a:lnTo>
                  <a:lnTo>
                    <a:pt x="7985750" y="100396"/>
                  </a:lnTo>
                  <a:lnTo>
                    <a:pt x="7985895" y="100396"/>
                  </a:lnTo>
                  <a:lnTo>
                    <a:pt x="7986041" y="100396"/>
                  </a:lnTo>
                  <a:lnTo>
                    <a:pt x="7986186" y="100396"/>
                  </a:lnTo>
                  <a:lnTo>
                    <a:pt x="7986331" y="100396"/>
                  </a:lnTo>
                  <a:lnTo>
                    <a:pt x="7986477" y="100396"/>
                  </a:lnTo>
                  <a:lnTo>
                    <a:pt x="7986622" y="100396"/>
                  </a:lnTo>
                  <a:lnTo>
                    <a:pt x="7986768" y="100396"/>
                  </a:lnTo>
                  <a:lnTo>
                    <a:pt x="7986913" y="100396"/>
                  </a:lnTo>
                  <a:lnTo>
                    <a:pt x="7987059" y="100396"/>
                  </a:lnTo>
                  <a:lnTo>
                    <a:pt x="7987204" y="100396"/>
                  </a:lnTo>
                  <a:lnTo>
                    <a:pt x="7987349" y="100396"/>
                  </a:lnTo>
                  <a:lnTo>
                    <a:pt x="7987495" y="100396"/>
                  </a:lnTo>
                  <a:lnTo>
                    <a:pt x="7987640" y="100396"/>
                  </a:lnTo>
                  <a:lnTo>
                    <a:pt x="7987786" y="100396"/>
                  </a:lnTo>
                  <a:lnTo>
                    <a:pt x="7987786" y="99773"/>
                  </a:lnTo>
                  <a:lnTo>
                    <a:pt x="7987931" y="99773"/>
                  </a:lnTo>
                  <a:lnTo>
                    <a:pt x="7988076" y="99773"/>
                  </a:lnTo>
                  <a:lnTo>
                    <a:pt x="7988222" y="99773"/>
                  </a:lnTo>
                  <a:lnTo>
                    <a:pt x="7988367" y="99773"/>
                  </a:lnTo>
                  <a:lnTo>
                    <a:pt x="7988513" y="99773"/>
                  </a:lnTo>
                  <a:lnTo>
                    <a:pt x="7988658" y="99773"/>
                  </a:lnTo>
                  <a:lnTo>
                    <a:pt x="7988804" y="99773"/>
                  </a:lnTo>
                  <a:lnTo>
                    <a:pt x="7988949" y="99773"/>
                  </a:lnTo>
                  <a:lnTo>
                    <a:pt x="7988949" y="99149"/>
                  </a:lnTo>
                  <a:lnTo>
                    <a:pt x="7989094" y="99149"/>
                  </a:lnTo>
                  <a:lnTo>
                    <a:pt x="7989240" y="99149"/>
                  </a:lnTo>
                  <a:lnTo>
                    <a:pt x="7989385" y="99149"/>
                  </a:lnTo>
                  <a:lnTo>
                    <a:pt x="7989531" y="99149"/>
                  </a:lnTo>
                  <a:lnTo>
                    <a:pt x="7989676" y="99149"/>
                  </a:lnTo>
                  <a:lnTo>
                    <a:pt x="7989822" y="99149"/>
                  </a:lnTo>
                  <a:lnTo>
                    <a:pt x="7989967" y="99149"/>
                  </a:lnTo>
                  <a:lnTo>
                    <a:pt x="7990112" y="99149"/>
                  </a:lnTo>
                  <a:lnTo>
                    <a:pt x="7990258" y="99149"/>
                  </a:lnTo>
                  <a:lnTo>
                    <a:pt x="7990403" y="99149"/>
                  </a:lnTo>
                  <a:lnTo>
                    <a:pt x="7990549" y="99149"/>
                  </a:lnTo>
                  <a:lnTo>
                    <a:pt x="7990694" y="99149"/>
                  </a:lnTo>
                  <a:lnTo>
                    <a:pt x="7990840" y="99149"/>
                  </a:lnTo>
                  <a:lnTo>
                    <a:pt x="7990985" y="99149"/>
                  </a:lnTo>
                  <a:lnTo>
                    <a:pt x="7991130" y="99149"/>
                  </a:lnTo>
                  <a:lnTo>
                    <a:pt x="7991276" y="99149"/>
                  </a:lnTo>
                  <a:lnTo>
                    <a:pt x="7991421" y="99149"/>
                  </a:lnTo>
                  <a:lnTo>
                    <a:pt x="7991567" y="99149"/>
                  </a:lnTo>
                  <a:lnTo>
                    <a:pt x="7991712" y="99149"/>
                  </a:lnTo>
                  <a:lnTo>
                    <a:pt x="7991858" y="99149"/>
                  </a:lnTo>
                  <a:lnTo>
                    <a:pt x="7992003" y="99149"/>
                  </a:lnTo>
                  <a:lnTo>
                    <a:pt x="7992148" y="99149"/>
                  </a:lnTo>
                  <a:lnTo>
                    <a:pt x="7992294" y="99149"/>
                  </a:lnTo>
                  <a:lnTo>
                    <a:pt x="7992294" y="98526"/>
                  </a:lnTo>
                  <a:lnTo>
                    <a:pt x="7992439" y="98526"/>
                  </a:lnTo>
                  <a:lnTo>
                    <a:pt x="7992585" y="98526"/>
                  </a:lnTo>
                  <a:lnTo>
                    <a:pt x="7992585" y="97902"/>
                  </a:lnTo>
                  <a:lnTo>
                    <a:pt x="7992730" y="97902"/>
                  </a:lnTo>
                  <a:lnTo>
                    <a:pt x="7992876" y="97902"/>
                  </a:lnTo>
                  <a:lnTo>
                    <a:pt x="7992876" y="97278"/>
                  </a:lnTo>
                  <a:lnTo>
                    <a:pt x="7993021" y="97278"/>
                  </a:lnTo>
                  <a:lnTo>
                    <a:pt x="7993166" y="97278"/>
                  </a:lnTo>
                  <a:lnTo>
                    <a:pt x="7993312" y="97278"/>
                  </a:lnTo>
                  <a:lnTo>
                    <a:pt x="7993457" y="97278"/>
                  </a:lnTo>
                  <a:lnTo>
                    <a:pt x="7993603" y="97278"/>
                  </a:lnTo>
                  <a:lnTo>
                    <a:pt x="7993748" y="97278"/>
                  </a:lnTo>
                  <a:lnTo>
                    <a:pt x="7993894" y="97278"/>
                  </a:lnTo>
                  <a:lnTo>
                    <a:pt x="7994039" y="97278"/>
                  </a:lnTo>
                  <a:lnTo>
                    <a:pt x="7994184" y="97278"/>
                  </a:lnTo>
                  <a:lnTo>
                    <a:pt x="7994330" y="97278"/>
                  </a:lnTo>
                  <a:lnTo>
                    <a:pt x="7994475" y="97278"/>
                  </a:lnTo>
                  <a:lnTo>
                    <a:pt x="7994621" y="97278"/>
                  </a:lnTo>
                  <a:lnTo>
                    <a:pt x="7994766" y="97278"/>
                  </a:lnTo>
                  <a:lnTo>
                    <a:pt x="7994911" y="97278"/>
                  </a:lnTo>
                  <a:lnTo>
                    <a:pt x="7995057" y="97278"/>
                  </a:lnTo>
                  <a:lnTo>
                    <a:pt x="7995057" y="96655"/>
                  </a:lnTo>
                  <a:lnTo>
                    <a:pt x="7995057" y="96031"/>
                  </a:lnTo>
                  <a:lnTo>
                    <a:pt x="7995202" y="96031"/>
                  </a:lnTo>
                  <a:lnTo>
                    <a:pt x="7995348" y="96031"/>
                  </a:lnTo>
                  <a:lnTo>
                    <a:pt x="7995493" y="96031"/>
                  </a:lnTo>
                  <a:lnTo>
                    <a:pt x="7995639" y="96031"/>
                  </a:lnTo>
                  <a:lnTo>
                    <a:pt x="7995784" y="96031"/>
                  </a:lnTo>
                  <a:lnTo>
                    <a:pt x="7995929" y="96031"/>
                  </a:lnTo>
                  <a:lnTo>
                    <a:pt x="7996075" y="96031"/>
                  </a:lnTo>
                  <a:lnTo>
                    <a:pt x="7996220" y="96031"/>
                  </a:lnTo>
                  <a:lnTo>
                    <a:pt x="7996366" y="96031"/>
                  </a:lnTo>
                  <a:lnTo>
                    <a:pt x="7996511" y="96031"/>
                  </a:lnTo>
                  <a:lnTo>
                    <a:pt x="7996657" y="96031"/>
                  </a:lnTo>
                  <a:lnTo>
                    <a:pt x="7996802" y="96031"/>
                  </a:lnTo>
                  <a:lnTo>
                    <a:pt x="7996947" y="96031"/>
                  </a:lnTo>
                  <a:lnTo>
                    <a:pt x="7997093" y="96031"/>
                  </a:lnTo>
                  <a:lnTo>
                    <a:pt x="7997238" y="96031"/>
                  </a:lnTo>
                  <a:lnTo>
                    <a:pt x="7997384" y="96031"/>
                  </a:lnTo>
                  <a:lnTo>
                    <a:pt x="7997529" y="96031"/>
                  </a:lnTo>
                  <a:lnTo>
                    <a:pt x="7997675" y="96031"/>
                  </a:lnTo>
                  <a:lnTo>
                    <a:pt x="7997820" y="96031"/>
                  </a:lnTo>
                  <a:lnTo>
                    <a:pt x="7997965" y="96031"/>
                  </a:lnTo>
                  <a:lnTo>
                    <a:pt x="7998111" y="96031"/>
                  </a:lnTo>
                  <a:lnTo>
                    <a:pt x="7998256" y="96031"/>
                  </a:lnTo>
                  <a:lnTo>
                    <a:pt x="7998402" y="96031"/>
                  </a:lnTo>
                  <a:lnTo>
                    <a:pt x="7998547" y="96031"/>
                  </a:lnTo>
                  <a:lnTo>
                    <a:pt x="7998693" y="96031"/>
                  </a:lnTo>
                  <a:lnTo>
                    <a:pt x="7998838" y="96031"/>
                  </a:lnTo>
                  <a:lnTo>
                    <a:pt x="7998983" y="96031"/>
                  </a:lnTo>
                  <a:lnTo>
                    <a:pt x="7999129" y="96031"/>
                  </a:lnTo>
                  <a:lnTo>
                    <a:pt x="7999274" y="96031"/>
                  </a:lnTo>
                  <a:lnTo>
                    <a:pt x="7999420" y="96031"/>
                  </a:lnTo>
                  <a:lnTo>
                    <a:pt x="7999565" y="96031"/>
                  </a:lnTo>
                  <a:lnTo>
                    <a:pt x="7999711" y="96031"/>
                  </a:lnTo>
                  <a:lnTo>
                    <a:pt x="7999856" y="96031"/>
                  </a:lnTo>
                  <a:lnTo>
                    <a:pt x="8000001" y="96031"/>
                  </a:lnTo>
                  <a:lnTo>
                    <a:pt x="8000147" y="96031"/>
                  </a:lnTo>
                  <a:lnTo>
                    <a:pt x="8000292" y="96031"/>
                  </a:lnTo>
                  <a:lnTo>
                    <a:pt x="8000438" y="96031"/>
                  </a:lnTo>
                  <a:lnTo>
                    <a:pt x="8000583" y="96031"/>
                  </a:lnTo>
                  <a:lnTo>
                    <a:pt x="8000728" y="96031"/>
                  </a:lnTo>
                  <a:lnTo>
                    <a:pt x="8000874" y="96031"/>
                  </a:lnTo>
                  <a:lnTo>
                    <a:pt x="8001019" y="96031"/>
                  </a:lnTo>
                  <a:lnTo>
                    <a:pt x="8001165" y="96031"/>
                  </a:lnTo>
                  <a:lnTo>
                    <a:pt x="8001310" y="96031"/>
                  </a:lnTo>
                  <a:lnTo>
                    <a:pt x="8001456" y="96031"/>
                  </a:lnTo>
                  <a:lnTo>
                    <a:pt x="8001456" y="95408"/>
                  </a:lnTo>
                  <a:lnTo>
                    <a:pt x="8001601" y="95408"/>
                  </a:lnTo>
                  <a:lnTo>
                    <a:pt x="8001746" y="95408"/>
                  </a:lnTo>
                  <a:lnTo>
                    <a:pt x="8001746" y="94784"/>
                  </a:lnTo>
                  <a:lnTo>
                    <a:pt x="8001892" y="94784"/>
                  </a:lnTo>
                  <a:lnTo>
                    <a:pt x="8002037" y="94784"/>
                  </a:lnTo>
                  <a:lnTo>
                    <a:pt x="8002183" y="94784"/>
                  </a:lnTo>
                  <a:lnTo>
                    <a:pt x="8002328" y="94784"/>
                  </a:lnTo>
                  <a:lnTo>
                    <a:pt x="8002474" y="94784"/>
                  </a:lnTo>
                  <a:lnTo>
                    <a:pt x="8002619" y="94784"/>
                  </a:lnTo>
                  <a:lnTo>
                    <a:pt x="8002764" y="94784"/>
                  </a:lnTo>
                  <a:lnTo>
                    <a:pt x="8002910" y="94784"/>
                  </a:lnTo>
                  <a:lnTo>
                    <a:pt x="8003055" y="94784"/>
                  </a:lnTo>
                  <a:lnTo>
                    <a:pt x="8003201" y="94784"/>
                  </a:lnTo>
                  <a:lnTo>
                    <a:pt x="8003346" y="94784"/>
                  </a:lnTo>
                  <a:lnTo>
                    <a:pt x="8003492" y="94784"/>
                  </a:lnTo>
                  <a:lnTo>
                    <a:pt x="8003637" y="94784"/>
                  </a:lnTo>
                  <a:lnTo>
                    <a:pt x="8003782" y="94784"/>
                  </a:lnTo>
                  <a:lnTo>
                    <a:pt x="8003928" y="94784"/>
                  </a:lnTo>
                  <a:lnTo>
                    <a:pt x="8004073" y="94784"/>
                  </a:lnTo>
                  <a:lnTo>
                    <a:pt x="8004219" y="94784"/>
                  </a:lnTo>
                  <a:lnTo>
                    <a:pt x="8004364" y="94784"/>
                  </a:lnTo>
                  <a:lnTo>
                    <a:pt x="8004510" y="94784"/>
                  </a:lnTo>
                  <a:lnTo>
                    <a:pt x="8004655" y="94784"/>
                  </a:lnTo>
                  <a:lnTo>
                    <a:pt x="8004800" y="94784"/>
                  </a:lnTo>
                  <a:lnTo>
                    <a:pt x="8004946" y="94784"/>
                  </a:lnTo>
                  <a:lnTo>
                    <a:pt x="8004946" y="94160"/>
                  </a:lnTo>
                  <a:lnTo>
                    <a:pt x="8005091" y="94160"/>
                  </a:lnTo>
                  <a:lnTo>
                    <a:pt x="8005237" y="94160"/>
                  </a:lnTo>
                  <a:lnTo>
                    <a:pt x="8005382" y="94160"/>
                  </a:lnTo>
                  <a:lnTo>
                    <a:pt x="8005528" y="94160"/>
                  </a:lnTo>
                  <a:lnTo>
                    <a:pt x="8005673" y="94160"/>
                  </a:lnTo>
                  <a:lnTo>
                    <a:pt x="8005818" y="94160"/>
                  </a:lnTo>
                  <a:lnTo>
                    <a:pt x="8005964" y="94160"/>
                  </a:lnTo>
                  <a:lnTo>
                    <a:pt x="8006109" y="94160"/>
                  </a:lnTo>
                  <a:lnTo>
                    <a:pt x="8006255" y="94160"/>
                  </a:lnTo>
                  <a:lnTo>
                    <a:pt x="8006400" y="94160"/>
                  </a:lnTo>
                  <a:lnTo>
                    <a:pt x="8006546" y="94160"/>
                  </a:lnTo>
                  <a:lnTo>
                    <a:pt x="8006691" y="94160"/>
                  </a:lnTo>
                  <a:lnTo>
                    <a:pt x="8006836" y="94160"/>
                  </a:lnTo>
                  <a:lnTo>
                    <a:pt x="8006982" y="94160"/>
                  </a:lnTo>
                  <a:lnTo>
                    <a:pt x="8007127" y="94160"/>
                  </a:lnTo>
                  <a:lnTo>
                    <a:pt x="8007273" y="94160"/>
                  </a:lnTo>
                  <a:lnTo>
                    <a:pt x="8007418" y="94160"/>
                  </a:lnTo>
                  <a:lnTo>
                    <a:pt x="8007563" y="94160"/>
                  </a:lnTo>
                  <a:lnTo>
                    <a:pt x="8007709" y="94160"/>
                  </a:lnTo>
                  <a:lnTo>
                    <a:pt x="8007854" y="94160"/>
                  </a:lnTo>
                  <a:lnTo>
                    <a:pt x="8008000" y="94160"/>
                  </a:lnTo>
                  <a:lnTo>
                    <a:pt x="8008145" y="94160"/>
                  </a:lnTo>
                  <a:lnTo>
                    <a:pt x="8008291" y="94160"/>
                  </a:lnTo>
                  <a:lnTo>
                    <a:pt x="8008436" y="94160"/>
                  </a:lnTo>
                  <a:lnTo>
                    <a:pt x="8008581" y="94160"/>
                  </a:lnTo>
                  <a:lnTo>
                    <a:pt x="8008727" y="94160"/>
                  </a:lnTo>
                  <a:lnTo>
                    <a:pt x="8008872" y="94160"/>
                  </a:lnTo>
                  <a:lnTo>
                    <a:pt x="8009018" y="94160"/>
                  </a:lnTo>
                  <a:lnTo>
                    <a:pt x="8009163" y="94160"/>
                  </a:lnTo>
                  <a:lnTo>
                    <a:pt x="8009309" y="94160"/>
                  </a:lnTo>
                  <a:lnTo>
                    <a:pt x="8009454" y="94160"/>
                  </a:lnTo>
                  <a:lnTo>
                    <a:pt x="8009599" y="94160"/>
                  </a:lnTo>
                  <a:lnTo>
                    <a:pt x="8009745" y="94160"/>
                  </a:lnTo>
                  <a:lnTo>
                    <a:pt x="8009890" y="94160"/>
                  </a:lnTo>
                  <a:lnTo>
                    <a:pt x="8010036" y="94160"/>
                  </a:lnTo>
                  <a:lnTo>
                    <a:pt x="8010181" y="94160"/>
                  </a:lnTo>
                  <a:lnTo>
                    <a:pt x="8010327" y="94160"/>
                  </a:lnTo>
                  <a:lnTo>
                    <a:pt x="8010472" y="94160"/>
                  </a:lnTo>
                  <a:lnTo>
                    <a:pt x="8010617" y="94160"/>
                  </a:lnTo>
                  <a:lnTo>
                    <a:pt x="8010763" y="94160"/>
                  </a:lnTo>
                  <a:lnTo>
                    <a:pt x="8010908" y="94160"/>
                  </a:lnTo>
                  <a:lnTo>
                    <a:pt x="8011054" y="94160"/>
                  </a:lnTo>
                  <a:lnTo>
                    <a:pt x="8011199" y="94160"/>
                  </a:lnTo>
                  <a:lnTo>
                    <a:pt x="8011345" y="94160"/>
                  </a:lnTo>
                  <a:lnTo>
                    <a:pt x="8011490" y="94160"/>
                  </a:lnTo>
                  <a:lnTo>
                    <a:pt x="8011635" y="94160"/>
                  </a:lnTo>
                  <a:lnTo>
                    <a:pt x="8011781" y="94160"/>
                  </a:lnTo>
                  <a:lnTo>
                    <a:pt x="8011926" y="94160"/>
                  </a:lnTo>
                  <a:lnTo>
                    <a:pt x="8012072" y="94160"/>
                  </a:lnTo>
                  <a:lnTo>
                    <a:pt x="8012217" y="94160"/>
                  </a:lnTo>
                  <a:lnTo>
                    <a:pt x="8012363" y="94160"/>
                  </a:lnTo>
                  <a:lnTo>
                    <a:pt x="8012508" y="94160"/>
                  </a:lnTo>
                  <a:lnTo>
                    <a:pt x="8012653" y="94160"/>
                  </a:lnTo>
                  <a:lnTo>
                    <a:pt x="8012799" y="94160"/>
                  </a:lnTo>
                  <a:lnTo>
                    <a:pt x="8012944" y="94160"/>
                  </a:lnTo>
                  <a:lnTo>
                    <a:pt x="8013090" y="94160"/>
                  </a:lnTo>
                  <a:lnTo>
                    <a:pt x="8013090" y="93537"/>
                  </a:lnTo>
                  <a:lnTo>
                    <a:pt x="8013235" y="93537"/>
                  </a:lnTo>
                  <a:lnTo>
                    <a:pt x="8013381" y="93537"/>
                  </a:lnTo>
                  <a:lnTo>
                    <a:pt x="8013526" y="93537"/>
                  </a:lnTo>
                  <a:lnTo>
                    <a:pt x="8013671" y="93537"/>
                  </a:lnTo>
                  <a:lnTo>
                    <a:pt x="8013817" y="93537"/>
                  </a:lnTo>
                  <a:lnTo>
                    <a:pt x="8013962" y="93537"/>
                  </a:lnTo>
                  <a:lnTo>
                    <a:pt x="8014108" y="93537"/>
                  </a:lnTo>
                  <a:lnTo>
                    <a:pt x="8014253" y="93537"/>
                  </a:lnTo>
                  <a:lnTo>
                    <a:pt x="8014398" y="93537"/>
                  </a:lnTo>
                  <a:lnTo>
                    <a:pt x="8014544" y="93537"/>
                  </a:lnTo>
                  <a:lnTo>
                    <a:pt x="8014689" y="93537"/>
                  </a:lnTo>
                  <a:lnTo>
                    <a:pt x="8014835" y="93537"/>
                  </a:lnTo>
                  <a:lnTo>
                    <a:pt x="8014980" y="93537"/>
                  </a:lnTo>
                  <a:lnTo>
                    <a:pt x="8015126" y="93537"/>
                  </a:lnTo>
                  <a:lnTo>
                    <a:pt x="8015271" y="93537"/>
                  </a:lnTo>
                  <a:lnTo>
                    <a:pt x="8015416" y="93537"/>
                  </a:lnTo>
                  <a:lnTo>
                    <a:pt x="8015562" y="93537"/>
                  </a:lnTo>
                  <a:lnTo>
                    <a:pt x="8015707" y="93537"/>
                  </a:lnTo>
                  <a:lnTo>
                    <a:pt x="8015853" y="93537"/>
                  </a:lnTo>
                  <a:lnTo>
                    <a:pt x="8015998" y="93537"/>
                  </a:lnTo>
                  <a:lnTo>
                    <a:pt x="8016144" y="93537"/>
                  </a:lnTo>
                  <a:lnTo>
                    <a:pt x="8016289" y="93537"/>
                  </a:lnTo>
                  <a:lnTo>
                    <a:pt x="8016434" y="93537"/>
                  </a:lnTo>
                  <a:lnTo>
                    <a:pt x="8016580" y="93537"/>
                  </a:lnTo>
                  <a:lnTo>
                    <a:pt x="8016725" y="93537"/>
                  </a:lnTo>
                  <a:lnTo>
                    <a:pt x="8016871" y="93537"/>
                  </a:lnTo>
                  <a:lnTo>
                    <a:pt x="8017016" y="93537"/>
                  </a:lnTo>
                  <a:lnTo>
                    <a:pt x="8017162" y="93537"/>
                  </a:lnTo>
                  <a:lnTo>
                    <a:pt x="8017307" y="93537"/>
                  </a:lnTo>
                  <a:lnTo>
                    <a:pt x="8017307" y="92913"/>
                  </a:lnTo>
                  <a:lnTo>
                    <a:pt x="8017452" y="92913"/>
                  </a:lnTo>
                  <a:lnTo>
                    <a:pt x="8017598" y="92913"/>
                  </a:lnTo>
                  <a:lnTo>
                    <a:pt x="8017743" y="92913"/>
                  </a:lnTo>
                  <a:lnTo>
                    <a:pt x="8017889" y="92913"/>
                  </a:lnTo>
                  <a:lnTo>
                    <a:pt x="8018034" y="92913"/>
                  </a:lnTo>
                  <a:lnTo>
                    <a:pt x="8018034" y="92290"/>
                  </a:lnTo>
                  <a:lnTo>
                    <a:pt x="8018180" y="92290"/>
                  </a:lnTo>
                  <a:lnTo>
                    <a:pt x="8018325" y="92290"/>
                  </a:lnTo>
                  <a:lnTo>
                    <a:pt x="8018470" y="92290"/>
                  </a:lnTo>
                  <a:lnTo>
                    <a:pt x="8018616" y="92290"/>
                  </a:lnTo>
                  <a:lnTo>
                    <a:pt x="8018761" y="92290"/>
                  </a:lnTo>
                  <a:lnTo>
                    <a:pt x="8018907" y="92290"/>
                  </a:lnTo>
                  <a:lnTo>
                    <a:pt x="8019052" y="92290"/>
                  </a:lnTo>
                  <a:lnTo>
                    <a:pt x="8019198" y="92290"/>
                  </a:lnTo>
                  <a:lnTo>
                    <a:pt x="8019343" y="92290"/>
                  </a:lnTo>
                  <a:lnTo>
                    <a:pt x="8019488" y="92290"/>
                  </a:lnTo>
                  <a:lnTo>
                    <a:pt x="8019488" y="91666"/>
                  </a:lnTo>
                  <a:lnTo>
                    <a:pt x="8019634" y="91666"/>
                  </a:lnTo>
                  <a:lnTo>
                    <a:pt x="8019779" y="91666"/>
                  </a:lnTo>
                  <a:lnTo>
                    <a:pt x="8019925" y="91666"/>
                  </a:lnTo>
                  <a:lnTo>
                    <a:pt x="8019925" y="91043"/>
                  </a:lnTo>
                  <a:lnTo>
                    <a:pt x="8020070" y="91043"/>
                  </a:lnTo>
                  <a:lnTo>
                    <a:pt x="8020216" y="91043"/>
                  </a:lnTo>
                  <a:lnTo>
                    <a:pt x="8020361" y="91043"/>
                  </a:lnTo>
                  <a:lnTo>
                    <a:pt x="8020506" y="91043"/>
                  </a:lnTo>
                  <a:lnTo>
                    <a:pt x="8020652" y="91043"/>
                  </a:lnTo>
                  <a:lnTo>
                    <a:pt x="8020797" y="91043"/>
                  </a:lnTo>
                  <a:lnTo>
                    <a:pt x="8020943" y="91043"/>
                  </a:lnTo>
                  <a:lnTo>
                    <a:pt x="8021088" y="91043"/>
                  </a:lnTo>
                  <a:lnTo>
                    <a:pt x="8021233" y="91043"/>
                  </a:lnTo>
                  <a:lnTo>
                    <a:pt x="8021379" y="91043"/>
                  </a:lnTo>
                  <a:lnTo>
                    <a:pt x="8021379" y="90419"/>
                  </a:lnTo>
                  <a:lnTo>
                    <a:pt x="8021524" y="90419"/>
                  </a:lnTo>
                  <a:lnTo>
                    <a:pt x="8021670" y="90419"/>
                  </a:lnTo>
                  <a:lnTo>
                    <a:pt x="8021815" y="90419"/>
                  </a:lnTo>
                  <a:lnTo>
                    <a:pt x="8021961" y="90419"/>
                  </a:lnTo>
                  <a:lnTo>
                    <a:pt x="8022106" y="90419"/>
                  </a:lnTo>
                  <a:lnTo>
                    <a:pt x="8022251" y="90419"/>
                  </a:lnTo>
                  <a:lnTo>
                    <a:pt x="8022397" y="90419"/>
                  </a:lnTo>
                  <a:lnTo>
                    <a:pt x="8022397" y="89795"/>
                  </a:lnTo>
                  <a:lnTo>
                    <a:pt x="8022542" y="89795"/>
                  </a:lnTo>
                  <a:lnTo>
                    <a:pt x="8022688" y="89795"/>
                  </a:lnTo>
                  <a:lnTo>
                    <a:pt x="8022833" y="89795"/>
                  </a:lnTo>
                  <a:lnTo>
                    <a:pt x="8022979" y="89795"/>
                  </a:lnTo>
                  <a:lnTo>
                    <a:pt x="8023124" y="89795"/>
                  </a:lnTo>
                  <a:lnTo>
                    <a:pt x="8023269" y="89795"/>
                  </a:lnTo>
                  <a:lnTo>
                    <a:pt x="8023415" y="89795"/>
                  </a:lnTo>
                  <a:lnTo>
                    <a:pt x="8023560" y="89795"/>
                  </a:lnTo>
                  <a:lnTo>
                    <a:pt x="8023706" y="89795"/>
                  </a:lnTo>
                  <a:lnTo>
                    <a:pt x="8023851" y="89795"/>
                  </a:lnTo>
                  <a:lnTo>
                    <a:pt x="8023997" y="89795"/>
                  </a:lnTo>
                  <a:lnTo>
                    <a:pt x="8024142" y="89795"/>
                  </a:lnTo>
                  <a:lnTo>
                    <a:pt x="8024287" y="89795"/>
                  </a:lnTo>
                  <a:lnTo>
                    <a:pt x="8024433" y="89795"/>
                  </a:lnTo>
                  <a:lnTo>
                    <a:pt x="8024578" y="89795"/>
                  </a:lnTo>
                  <a:lnTo>
                    <a:pt x="8024724" y="89795"/>
                  </a:lnTo>
                  <a:lnTo>
                    <a:pt x="8024869" y="89795"/>
                  </a:lnTo>
                  <a:lnTo>
                    <a:pt x="8025015" y="89795"/>
                  </a:lnTo>
                  <a:lnTo>
                    <a:pt x="8025160" y="89795"/>
                  </a:lnTo>
                  <a:lnTo>
                    <a:pt x="8025305" y="89795"/>
                  </a:lnTo>
                  <a:lnTo>
                    <a:pt x="8025451" y="89795"/>
                  </a:lnTo>
                  <a:lnTo>
                    <a:pt x="8025596" y="89795"/>
                  </a:lnTo>
                  <a:lnTo>
                    <a:pt x="8025742" y="89795"/>
                  </a:lnTo>
                  <a:lnTo>
                    <a:pt x="8025887" y="89795"/>
                  </a:lnTo>
                  <a:lnTo>
                    <a:pt x="8026033" y="89795"/>
                  </a:lnTo>
                  <a:lnTo>
                    <a:pt x="8026178" y="89795"/>
                  </a:lnTo>
                  <a:lnTo>
                    <a:pt x="8026323" y="89795"/>
                  </a:lnTo>
                  <a:lnTo>
                    <a:pt x="8026469" y="89795"/>
                  </a:lnTo>
                  <a:lnTo>
                    <a:pt x="8026614" y="89795"/>
                  </a:lnTo>
                  <a:lnTo>
                    <a:pt x="8026760" y="89795"/>
                  </a:lnTo>
                  <a:lnTo>
                    <a:pt x="8026905" y="89795"/>
                  </a:lnTo>
                  <a:lnTo>
                    <a:pt x="8027051" y="89795"/>
                  </a:lnTo>
                  <a:lnTo>
                    <a:pt x="8027196" y="89795"/>
                  </a:lnTo>
                  <a:lnTo>
                    <a:pt x="8027341" y="89795"/>
                  </a:lnTo>
                  <a:lnTo>
                    <a:pt x="8027487" y="89795"/>
                  </a:lnTo>
                  <a:lnTo>
                    <a:pt x="8027632" y="89795"/>
                  </a:lnTo>
                  <a:lnTo>
                    <a:pt x="8027778" y="89795"/>
                  </a:lnTo>
                  <a:lnTo>
                    <a:pt x="8027923" y="89795"/>
                  </a:lnTo>
                  <a:lnTo>
                    <a:pt x="8028068" y="89795"/>
                  </a:lnTo>
                  <a:lnTo>
                    <a:pt x="8028214" y="89795"/>
                  </a:lnTo>
                  <a:lnTo>
                    <a:pt x="8028359" y="89795"/>
                  </a:lnTo>
                  <a:lnTo>
                    <a:pt x="8028505" y="89795"/>
                  </a:lnTo>
                  <a:lnTo>
                    <a:pt x="8028505" y="89172"/>
                  </a:lnTo>
                  <a:lnTo>
                    <a:pt x="8028650" y="89172"/>
                  </a:lnTo>
                  <a:lnTo>
                    <a:pt x="8028796" y="89172"/>
                  </a:lnTo>
                  <a:lnTo>
                    <a:pt x="8028941" y="89172"/>
                  </a:lnTo>
                  <a:lnTo>
                    <a:pt x="8029086" y="89172"/>
                  </a:lnTo>
                  <a:lnTo>
                    <a:pt x="8029232" y="89172"/>
                  </a:lnTo>
                  <a:lnTo>
                    <a:pt x="8029232" y="88548"/>
                  </a:lnTo>
                  <a:lnTo>
                    <a:pt x="8029377" y="88548"/>
                  </a:lnTo>
                  <a:lnTo>
                    <a:pt x="8029523" y="88548"/>
                  </a:lnTo>
                  <a:lnTo>
                    <a:pt x="8029668" y="88548"/>
                  </a:lnTo>
                  <a:lnTo>
                    <a:pt x="8029814" y="88548"/>
                  </a:lnTo>
                  <a:lnTo>
                    <a:pt x="8029959" y="88548"/>
                  </a:lnTo>
                  <a:lnTo>
                    <a:pt x="8030104" y="88548"/>
                  </a:lnTo>
                  <a:lnTo>
                    <a:pt x="8030250" y="88548"/>
                  </a:lnTo>
                  <a:lnTo>
                    <a:pt x="8030250" y="87925"/>
                  </a:lnTo>
                  <a:lnTo>
                    <a:pt x="8030395" y="87925"/>
                  </a:lnTo>
                  <a:lnTo>
                    <a:pt x="8030541" y="87925"/>
                  </a:lnTo>
                  <a:lnTo>
                    <a:pt x="8030686" y="87925"/>
                  </a:lnTo>
                  <a:lnTo>
                    <a:pt x="8030832" y="87925"/>
                  </a:lnTo>
                  <a:lnTo>
                    <a:pt x="8030977" y="87925"/>
                  </a:lnTo>
                  <a:lnTo>
                    <a:pt x="8031122" y="87925"/>
                  </a:lnTo>
                  <a:lnTo>
                    <a:pt x="8031268" y="87925"/>
                  </a:lnTo>
                  <a:lnTo>
                    <a:pt x="8031413" y="87925"/>
                  </a:lnTo>
                  <a:lnTo>
                    <a:pt x="8031559" y="87925"/>
                  </a:lnTo>
                  <a:lnTo>
                    <a:pt x="8031704" y="87925"/>
                  </a:lnTo>
                  <a:lnTo>
                    <a:pt x="8031850" y="87925"/>
                  </a:lnTo>
                  <a:lnTo>
                    <a:pt x="8031995" y="87925"/>
                  </a:lnTo>
                  <a:lnTo>
                    <a:pt x="8032140" y="87925"/>
                  </a:lnTo>
                  <a:lnTo>
                    <a:pt x="8032286" y="87925"/>
                  </a:lnTo>
                  <a:lnTo>
                    <a:pt x="8032431" y="87925"/>
                  </a:lnTo>
                  <a:lnTo>
                    <a:pt x="8032577" y="87925"/>
                  </a:lnTo>
                  <a:lnTo>
                    <a:pt x="8032722" y="87925"/>
                  </a:lnTo>
                  <a:lnTo>
                    <a:pt x="8032868" y="87925"/>
                  </a:lnTo>
                  <a:lnTo>
                    <a:pt x="8033013" y="87925"/>
                  </a:lnTo>
                  <a:lnTo>
                    <a:pt x="8033158" y="87925"/>
                  </a:lnTo>
                  <a:lnTo>
                    <a:pt x="8033304" y="87925"/>
                  </a:lnTo>
                  <a:lnTo>
                    <a:pt x="8033449" y="87925"/>
                  </a:lnTo>
                  <a:lnTo>
                    <a:pt x="8033595" y="87925"/>
                  </a:lnTo>
                  <a:lnTo>
                    <a:pt x="8033740" y="87925"/>
                  </a:lnTo>
                  <a:lnTo>
                    <a:pt x="8033886" y="87925"/>
                  </a:lnTo>
                  <a:lnTo>
                    <a:pt x="8034031" y="87925"/>
                  </a:lnTo>
                  <a:lnTo>
                    <a:pt x="8034176" y="87925"/>
                  </a:lnTo>
                  <a:lnTo>
                    <a:pt x="8034322" y="87925"/>
                  </a:lnTo>
                  <a:lnTo>
                    <a:pt x="8034467" y="87925"/>
                  </a:lnTo>
                  <a:lnTo>
                    <a:pt x="8034613" y="87925"/>
                  </a:lnTo>
                  <a:lnTo>
                    <a:pt x="8034613" y="87301"/>
                  </a:lnTo>
                  <a:lnTo>
                    <a:pt x="8034758" y="87301"/>
                  </a:lnTo>
                  <a:lnTo>
                    <a:pt x="8034903" y="87301"/>
                  </a:lnTo>
                  <a:lnTo>
                    <a:pt x="8035049" y="87301"/>
                  </a:lnTo>
                  <a:lnTo>
                    <a:pt x="8035194" y="87301"/>
                  </a:lnTo>
                  <a:lnTo>
                    <a:pt x="8035340" y="87301"/>
                  </a:lnTo>
                  <a:lnTo>
                    <a:pt x="8035485" y="87301"/>
                  </a:lnTo>
                  <a:lnTo>
                    <a:pt x="8035631" y="87301"/>
                  </a:lnTo>
                  <a:lnTo>
                    <a:pt x="8035776" y="87301"/>
                  </a:lnTo>
                  <a:lnTo>
                    <a:pt x="8035921" y="87301"/>
                  </a:lnTo>
                  <a:lnTo>
                    <a:pt x="8036067" y="87301"/>
                  </a:lnTo>
                  <a:lnTo>
                    <a:pt x="8036212" y="87301"/>
                  </a:lnTo>
                  <a:lnTo>
                    <a:pt x="8036358" y="87301"/>
                  </a:lnTo>
                  <a:lnTo>
                    <a:pt x="8036503" y="87301"/>
                  </a:lnTo>
                  <a:lnTo>
                    <a:pt x="8036649" y="87301"/>
                  </a:lnTo>
                  <a:lnTo>
                    <a:pt x="8036794" y="87301"/>
                  </a:lnTo>
                  <a:lnTo>
                    <a:pt x="8036939" y="87301"/>
                  </a:lnTo>
                  <a:lnTo>
                    <a:pt x="8037085" y="87301"/>
                  </a:lnTo>
                  <a:lnTo>
                    <a:pt x="8037230" y="87301"/>
                  </a:lnTo>
                  <a:lnTo>
                    <a:pt x="8037376" y="87301"/>
                  </a:lnTo>
                  <a:lnTo>
                    <a:pt x="8037521" y="87301"/>
                  </a:lnTo>
                  <a:lnTo>
                    <a:pt x="8037667" y="87301"/>
                  </a:lnTo>
                  <a:lnTo>
                    <a:pt x="8037812" y="87301"/>
                  </a:lnTo>
                  <a:lnTo>
                    <a:pt x="8037957" y="87301"/>
                  </a:lnTo>
                  <a:lnTo>
                    <a:pt x="8038103" y="87301"/>
                  </a:lnTo>
                  <a:lnTo>
                    <a:pt x="8038248" y="87301"/>
                  </a:lnTo>
                  <a:lnTo>
                    <a:pt x="8038394" y="87301"/>
                  </a:lnTo>
                  <a:lnTo>
                    <a:pt x="8038539" y="87301"/>
                  </a:lnTo>
                  <a:lnTo>
                    <a:pt x="8038685" y="87301"/>
                  </a:lnTo>
                  <a:lnTo>
                    <a:pt x="8038685" y="86677"/>
                  </a:lnTo>
                  <a:lnTo>
                    <a:pt x="8038830" y="86677"/>
                  </a:lnTo>
                  <a:lnTo>
                    <a:pt x="8038975" y="86677"/>
                  </a:lnTo>
                  <a:lnTo>
                    <a:pt x="8039121" y="86677"/>
                  </a:lnTo>
                  <a:lnTo>
                    <a:pt x="8039266" y="86677"/>
                  </a:lnTo>
                  <a:lnTo>
                    <a:pt x="8039412" y="86677"/>
                  </a:lnTo>
                  <a:lnTo>
                    <a:pt x="8039557" y="86677"/>
                  </a:lnTo>
                  <a:lnTo>
                    <a:pt x="8039703" y="86677"/>
                  </a:lnTo>
                  <a:lnTo>
                    <a:pt x="8039848" y="86677"/>
                  </a:lnTo>
                  <a:lnTo>
                    <a:pt x="8039993" y="86677"/>
                  </a:lnTo>
                  <a:lnTo>
                    <a:pt x="8040139" y="86677"/>
                  </a:lnTo>
                  <a:lnTo>
                    <a:pt x="8040284" y="86677"/>
                  </a:lnTo>
                  <a:lnTo>
                    <a:pt x="8040284" y="86054"/>
                  </a:lnTo>
                  <a:lnTo>
                    <a:pt x="8040430" y="86054"/>
                  </a:lnTo>
                  <a:lnTo>
                    <a:pt x="8040575" y="86054"/>
                  </a:lnTo>
                  <a:lnTo>
                    <a:pt x="8040721" y="86054"/>
                  </a:lnTo>
                  <a:lnTo>
                    <a:pt x="8040866" y="86054"/>
                  </a:lnTo>
                  <a:lnTo>
                    <a:pt x="8040866" y="85430"/>
                  </a:lnTo>
                  <a:lnTo>
                    <a:pt x="8041011" y="85430"/>
                  </a:lnTo>
                  <a:lnTo>
                    <a:pt x="8041157" y="85430"/>
                  </a:lnTo>
                  <a:lnTo>
                    <a:pt x="8041302" y="85430"/>
                  </a:lnTo>
                  <a:lnTo>
                    <a:pt x="8041448" y="85430"/>
                  </a:lnTo>
                  <a:lnTo>
                    <a:pt x="8041593" y="85430"/>
                  </a:lnTo>
                  <a:lnTo>
                    <a:pt x="8041738" y="85430"/>
                  </a:lnTo>
                  <a:lnTo>
                    <a:pt x="8041884" y="85430"/>
                  </a:lnTo>
                  <a:lnTo>
                    <a:pt x="8042029" y="85430"/>
                  </a:lnTo>
                  <a:lnTo>
                    <a:pt x="8042175" y="85430"/>
                  </a:lnTo>
                  <a:lnTo>
                    <a:pt x="8042320" y="85430"/>
                  </a:lnTo>
                  <a:lnTo>
                    <a:pt x="8042466" y="85430"/>
                  </a:lnTo>
                  <a:lnTo>
                    <a:pt x="8042611" y="85430"/>
                  </a:lnTo>
                  <a:lnTo>
                    <a:pt x="8042756" y="85430"/>
                  </a:lnTo>
                  <a:lnTo>
                    <a:pt x="8042902" y="85430"/>
                  </a:lnTo>
                  <a:lnTo>
                    <a:pt x="8043047" y="85430"/>
                  </a:lnTo>
                  <a:lnTo>
                    <a:pt x="8043193" y="85430"/>
                  </a:lnTo>
                  <a:lnTo>
                    <a:pt x="8043338" y="85430"/>
                  </a:lnTo>
                  <a:lnTo>
                    <a:pt x="8043484" y="85430"/>
                  </a:lnTo>
                  <a:lnTo>
                    <a:pt x="8043629" y="85430"/>
                  </a:lnTo>
                  <a:lnTo>
                    <a:pt x="8043774" y="85430"/>
                  </a:lnTo>
                  <a:lnTo>
                    <a:pt x="8043920" y="85430"/>
                  </a:lnTo>
                  <a:lnTo>
                    <a:pt x="8044065" y="85430"/>
                  </a:lnTo>
                  <a:lnTo>
                    <a:pt x="8044211" y="85430"/>
                  </a:lnTo>
                  <a:lnTo>
                    <a:pt x="8044356" y="85430"/>
                  </a:lnTo>
                  <a:lnTo>
                    <a:pt x="8044356" y="84807"/>
                  </a:lnTo>
                  <a:lnTo>
                    <a:pt x="8044502" y="84807"/>
                  </a:lnTo>
                  <a:lnTo>
                    <a:pt x="8044647" y="84807"/>
                  </a:lnTo>
                  <a:lnTo>
                    <a:pt x="8044792" y="84807"/>
                  </a:lnTo>
                  <a:lnTo>
                    <a:pt x="8044938" y="84807"/>
                  </a:lnTo>
                  <a:lnTo>
                    <a:pt x="8045083" y="84807"/>
                  </a:lnTo>
                  <a:lnTo>
                    <a:pt x="8045229" y="84807"/>
                  </a:lnTo>
                  <a:lnTo>
                    <a:pt x="8045374" y="84807"/>
                  </a:lnTo>
                  <a:lnTo>
                    <a:pt x="8045520" y="84807"/>
                  </a:lnTo>
                  <a:lnTo>
                    <a:pt x="8045520" y="84183"/>
                  </a:lnTo>
                  <a:lnTo>
                    <a:pt x="8045665" y="84183"/>
                  </a:lnTo>
                  <a:lnTo>
                    <a:pt x="8045810" y="84183"/>
                  </a:lnTo>
                  <a:lnTo>
                    <a:pt x="8045956" y="84183"/>
                  </a:lnTo>
                  <a:lnTo>
                    <a:pt x="8046101" y="84183"/>
                  </a:lnTo>
                  <a:lnTo>
                    <a:pt x="8046247" y="84183"/>
                  </a:lnTo>
                  <a:lnTo>
                    <a:pt x="8046392" y="84183"/>
                  </a:lnTo>
                  <a:lnTo>
                    <a:pt x="8046538" y="84183"/>
                  </a:lnTo>
                  <a:lnTo>
                    <a:pt x="8046683" y="84183"/>
                  </a:lnTo>
                  <a:lnTo>
                    <a:pt x="8046828" y="84183"/>
                  </a:lnTo>
                  <a:lnTo>
                    <a:pt x="8046974" y="84183"/>
                  </a:lnTo>
                  <a:lnTo>
                    <a:pt x="8047119" y="84183"/>
                  </a:lnTo>
                  <a:lnTo>
                    <a:pt x="8047265" y="84183"/>
                  </a:lnTo>
                  <a:lnTo>
                    <a:pt x="8047410" y="84183"/>
                  </a:lnTo>
                  <a:lnTo>
                    <a:pt x="8047556" y="84183"/>
                  </a:lnTo>
                  <a:lnTo>
                    <a:pt x="8047701" y="84183"/>
                  </a:lnTo>
                  <a:lnTo>
                    <a:pt x="8047846" y="84183"/>
                  </a:lnTo>
                  <a:lnTo>
                    <a:pt x="8047992" y="84183"/>
                  </a:lnTo>
                  <a:lnTo>
                    <a:pt x="8048137" y="84183"/>
                  </a:lnTo>
                  <a:lnTo>
                    <a:pt x="8048283" y="84183"/>
                  </a:lnTo>
                  <a:lnTo>
                    <a:pt x="8048428" y="84183"/>
                  </a:lnTo>
                  <a:lnTo>
                    <a:pt x="8048573" y="84183"/>
                  </a:lnTo>
                  <a:lnTo>
                    <a:pt x="8048719" y="84183"/>
                  </a:lnTo>
                  <a:lnTo>
                    <a:pt x="8048864" y="84183"/>
                  </a:lnTo>
                  <a:lnTo>
                    <a:pt x="8049010" y="84183"/>
                  </a:lnTo>
                  <a:lnTo>
                    <a:pt x="8049155" y="84183"/>
                  </a:lnTo>
                  <a:lnTo>
                    <a:pt x="8049301" y="84183"/>
                  </a:lnTo>
                  <a:lnTo>
                    <a:pt x="8049446" y="84183"/>
                  </a:lnTo>
                  <a:lnTo>
                    <a:pt x="8049591" y="84183"/>
                  </a:lnTo>
                  <a:lnTo>
                    <a:pt x="8049737" y="84183"/>
                  </a:lnTo>
                  <a:lnTo>
                    <a:pt x="8049882" y="84183"/>
                  </a:lnTo>
                  <a:lnTo>
                    <a:pt x="8050028" y="84183"/>
                  </a:lnTo>
                  <a:lnTo>
                    <a:pt x="8050173" y="84183"/>
                  </a:lnTo>
                  <a:lnTo>
                    <a:pt x="8050319" y="84183"/>
                  </a:lnTo>
                  <a:lnTo>
                    <a:pt x="8050464" y="84183"/>
                  </a:lnTo>
                  <a:lnTo>
                    <a:pt x="8050609" y="84183"/>
                  </a:lnTo>
                  <a:lnTo>
                    <a:pt x="8050755" y="84183"/>
                  </a:lnTo>
                  <a:lnTo>
                    <a:pt x="8050900" y="84183"/>
                  </a:lnTo>
                  <a:lnTo>
                    <a:pt x="8051046" y="84183"/>
                  </a:lnTo>
                  <a:lnTo>
                    <a:pt x="8051191" y="84183"/>
                  </a:lnTo>
                  <a:lnTo>
                    <a:pt x="8051337" y="84183"/>
                  </a:lnTo>
                  <a:lnTo>
                    <a:pt x="8051482" y="84183"/>
                  </a:lnTo>
                  <a:lnTo>
                    <a:pt x="8051627" y="84183"/>
                  </a:lnTo>
                  <a:lnTo>
                    <a:pt x="8051773" y="84183"/>
                  </a:lnTo>
                  <a:lnTo>
                    <a:pt x="8051918" y="84183"/>
                  </a:lnTo>
                  <a:lnTo>
                    <a:pt x="8052064" y="84183"/>
                  </a:lnTo>
                  <a:lnTo>
                    <a:pt x="8052209" y="84183"/>
                  </a:lnTo>
                  <a:lnTo>
                    <a:pt x="8052355" y="84183"/>
                  </a:lnTo>
                  <a:lnTo>
                    <a:pt x="8052500" y="84183"/>
                  </a:lnTo>
                  <a:lnTo>
                    <a:pt x="8052645" y="84183"/>
                  </a:lnTo>
                  <a:lnTo>
                    <a:pt x="8052791" y="84183"/>
                  </a:lnTo>
                  <a:lnTo>
                    <a:pt x="8052936" y="84183"/>
                  </a:lnTo>
                  <a:lnTo>
                    <a:pt x="8053082" y="84183"/>
                  </a:lnTo>
                  <a:lnTo>
                    <a:pt x="8053227" y="84183"/>
                  </a:lnTo>
                  <a:lnTo>
                    <a:pt x="8053373" y="84183"/>
                  </a:lnTo>
                  <a:lnTo>
                    <a:pt x="8053518" y="84183"/>
                  </a:lnTo>
                  <a:lnTo>
                    <a:pt x="8053663" y="84183"/>
                  </a:lnTo>
                  <a:lnTo>
                    <a:pt x="8053809" y="84183"/>
                  </a:lnTo>
                  <a:lnTo>
                    <a:pt x="8053954" y="84183"/>
                  </a:lnTo>
                  <a:lnTo>
                    <a:pt x="8054100" y="84183"/>
                  </a:lnTo>
                  <a:lnTo>
                    <a:pt x="8054245" y="84183"/>
                  </a:lnTo>
                  <a:lnTo>
                    <a:pt x="8054391" y="84183"/>
                  </a:lnTo>
                  <a:lnTo>
                    <a:pt x="8054536" y="84183"/>
                  </a:lnTo>
                  <a:lnTo>
                    <a:pt x="8054681" y="84183"/>
                  </a:lnTo>
                  <a:lnTo>
                    <a:pt x="8054827" y="84183"/>
                  </a:lnTo>
                  <a:lnTo>
                    <a:pt x="8054972" y="84183"/>
                  </a:lnTo>
                  <a:lnTo>
                    <a:pt x="8055118" y="84183"/>
                  </a:lnTo>
                  <a:lnTo>
                    <a:pt x="8055263" y="84183"/>
                  </a:lnTo>
                  <a:lnTo>
                    <a:pt x="8055408" y="84183"/>
                  </a:lnTo>
                  <a:lnTo>
                    <a:pt x="8055554" y="84183"/>
                  </a:lnTo>
                  <a:lnTo>
                    <a:pt x="8055699" y="84183"/>
                  </a:lnTo>
                  <a:lnTo>
                    <a:pt x="8055845" y="84183"/>
                  </a:lnTo>
                  <a:lnTo>
                    <a:pt x="8055990" y="84183"/>
                  </a:lnTo>
                  <a:lnTo>
                    <a:pt x="8056136" y="84183"/>
                  </a:lnTo>
                  <a:lnTo>
                    <a:pt x="8056281" y="84183"/>
                  </a:lnTo>
                  <a:lnTo>
                    <a:pt x="8056426" y="84183"/>
                  </a:lnTo>
                  <a:lnTo>
                    <a:pt x="8056572" y="84183"/>
                  </a:lnTo>
                  <a:lnTo>
                    <a:pt x="8056717" y="84183"/>
                  </a:lnTo>
                  <a:lnTo>
                    <a:pt x="8056863" y="84183"/>
                  </a:lnTo>
                  <a:lnTo>
                    <a:pt x="8057008" y="84183"/>
                  </a:lnTo>
                  <a:lnTo>
                    <a:pt x="8057154" y="84183"/>
                  </a:lnTo>
                  <a:lnTo>
                    <a:pt x="8057299" y="84183"/>
                  </a:lnTo>
                  <a:lnTo>
                    <a:pt x="8057444" y="84183"/>
                  </a:lnTo>
                  <a:lnTo>
                    <a:pt x="8057590" y="84183"/>
                  </a:lnTo>
                  <a:lnTo>
                    <a:pt x="8057735" y="84183"/>
                  </a:lnTo>
                  <a:lnTo>
                    <a:pt x="8057735" y="83560"/>
                  </a:lnTo>
                  <a:lnTo>
                    <a:pt x="8057881" y="83560"/>
                  </a:lnTo>
                  <a:lnTo>
                    <a:pt x="8058026" y="83560"/>
                  </a:lnTo>
                  <a:lnTo>
                    <a:pt x="8058172" y="83560"/>
                  </a:lnTo>
                  <a:lnTo>
                    <a:pt x="8058317" y="83560"/>
                  </a:lnTo>
                  <a:lnTo>
                    <a:pt x="8058462" y="83560"/>
                  </a:lnTo>
                  <a:lnTo>
                    <a:pt x="8058608" y="83560"/>
                  </a:lnTo>
                  <a:lnTo>
                    <a:pt x="8058753" y="83560"/>
                  </a:lnTo>
                  <a:lnTo>
                    <a:pt x="8058899" y="83560"/>
                  </a:lnTo>
                  <a:lnTo>
                    <a:pt x="8059044" y="83560"/>
                  </a:lnTo>
                  <a:lnTo>
                    <a:pt x="8059190" y="83560"/>
                  </a:lnTo>
                  <a:lnTo>
                    <a:pt x="8059335" y="83560"/>
                  </a:lnTo>
                  <a:lnTo>
                    <a:pt x="8059480" y="83560"/>
                  </a:lnTo>
                  <a:lnTo>
                    <a:pt x="8059626" y="83560"/>
                  </a:lnTo>
                  <a:lnTo>
                    <a:pt x="8059771" y="83560"/>
                  </a:lnTo>
                  <a:lnTo>
                    <a:pt x="8059917" y="83560"/>
                  </a:lnTo>
                  <a:lnTo>
                    <a:pt x="8060062" y="83560"/>
                  </a:lnTo>
                  <a:lnTo>
                    <a:pt x="8060208" y="83560"/>
                  </a:lnTo>
                  <a:lnTo>
                    <a:pt x="8060353" y="83560"/>
                  </a:lnTo>
                  <a:lnTo>
                    <a:pt x="8060353" y="82936"/>
                  </a:lnTo>
                  <a:lnTo>
                    <a:pt x="8060498" y="82936"/>
                  </a:lnTo>
                  <a:lnTo>
                    <a:pt x="8060644" y="82936"/>
                  </a:lnTo>
                  <a:lnTo>
                    <a:pt x="8060644" y="82312"/>
                  </a:lnTo>
                  <a:lnTo>
                    <a:pt x="8060789" y="82312"/>
                  </a:lnTo>
                  <a:lnTo>
                    <a:pt x="8060935" y="82312"/>
                  </a:lnTo>
                  <a:lnTo>
                    <a:pt x="8061080" y="82312"/>
                  </a:lnTo>
                  <a:lnTo>
                    <a:pt x="8061226" y="82312"/>
                  </a:lnTo>
                  <a:lnTo>
                    <a:pt x="8061371" y="82312"/>
                  </a:lnTo>
                  <a:lnTo>
                    <a:pt x="8061516" y="82312"/>
                  </a:lnTo>
                  <a:lnTo>
                    <a:pt x="8061662" y="82312"/>
                  </a:lnTo>
                  <a:lnTo>
                    <a:pt x="8061807" y="82312"/>
                  </a:lnTo>
                  <a:lnTo>
                    <a:pt x="8061807" y="81689"/>
                  </a:lnTo>
                  <a:lnTo>
                    <a:pt x="8061953" y="81689"/>
                  </a:lnTo>
                  <a:lnTo>
                    <a:pt x="8062098" y="81689"/>
                  </a:lnTo>
                  <a:lnTo>
                    <a:pt x="8062243" y="81689"/>
                  </a:lnTo>
                  <a:lnTo>
                    <a:pt x="8062389" y="81689"/>
                  </a:lnTo>
                  <a:lnTo>
                    <a:pt x="8062534" y="81689"/>
                  </a:lnTo>
                  <a:lnTo>
                    <a:pt x="8062680" y="81689"/>
                  </a:lnTo>
                  <a:lnTo>
                    <a:pt x="8062825" y="81689"/>
                  </a:lnTo>
                  <a:lnTo>
                    <a:pt x="8062971" y="81689"/>
                  </a:lnTo>
                  <a:lnTo>
                    <a:pt x="8063116" y="81689"/>
                  </a:lnTo>
                  <a:lnTo>
                    <a:pt x="8063261" y="81689"/>
                  </a:lnTo>
                  <a:lnTo>
                    <a:pt x="8063407" y="81689"/>
                  </a:lnTo>
                  <a:lnTo>
                    <a:pt x="8063552" y="81689"/>
                  </a:lnTo>
                  <a:lnTo>
                    <a:pt x="8063698" y="81689"/>
                  </a:lnTo>
                  <a:lnTo>
                    <a:pt x="8063843" y="81689"/>
                  </a:lnTo>
                  <a:lnTo>
                    <a:pt x="8063989" y="81689"/>
                  </a:lnTo>
                  <a:lnTo>
                    <a:pt x="8064134" y="81689"/>
                  </a:lnTo>
                  <a:lnTo>
                    <a:pt x="8064279" y="81689"/>
                  </a:lnTo>
                  <a:lnTo>
                    <a:pt x="8064425" y="81689"/>
                  </a:lnTo>
                  <a:lnTo>
                    <a:pt x="8064570" y="81689"/>
                  </a:lnTo>
                  <a:lnTo>
                    <a:pt x="8064716" y="81689"/>
                  </a:lnTo>
                  <a:lnTo>
                    <a:pt x="8064861" y="81689"/>
                  </a:lnTo>
                  <a:lnTo>
                    <a:pt x="8065007" y="81689"/>
                  </a:lnTo>
                  <a:lnTo>
                    <a:pt x="8065152" y="81689"/>
                  </a:lnTo>
                  <a:lnTo>
                    <a:pt x="8065297" y="81689"/>
                  </a:lnTo>
                  <a:lnTo>
                    <a:pt x="8065443" y="81689"/>
                  </a:lnTo>
                  <a:lnTo>
                    <a:pt x="8065588" y="81689"/>
                  </a:lnTo>
                  <a:lnTo>
                    <a:pt x="8065734" y="81689"/>
                  </a:lnTo>
                  <a:lnTo>
                    <a:pt x="8065879" y="81689"/>
                  </a:lnTo>
                  <a:lnTo>
                    <a:pt x="8066025" y="81689"/>
                  </a:lnTo>
                  <a:lnTo>
                    <a:pt x="8066170" y="81689"/>
                  </a:lnTo>
                  <a:lnTo>
                    <a:pt x="8066315" y="81689"/>
                  </a:lnTo>
                  <a:lnTo>
                    <a:pt x="8066461" y="81689"/>
                  </a:lnTo>
                  <a:lnTo>
                    <a:pt x="8066606" y="81689"/>
                  </a:lnTo>
                  <a:lnTo>
                    <a:pt x="8066752" y="81689"/>
                  </a:lnTo>
                  <a:lnTo>
                    <a:pt x="8066897" y="81689"/>
                  </a:lnTo>
                  <a:lnTo>
                    <a:pt x="8067043" y="81689"/>
                  </a:lnTo>
                  <a:lnTo>
                    <a:pt x="8067188" y="81689"/>
                  </a:lnTo>
                  <a:lnTo>
                    <a:pt x="8067333" y="81689"/>
                  </a:lnTo>
                  <a:lnTo>
                    <a:pt x="8067479" y="81689"/>
                  </a:lnTo>
                  <a:lnTo>
                    <a:pt x="8067624" y="81689"/>
                  </a:lnTo>
                  <a:lnTo>
                    <a:pt x="8067770" y="81689"/>
                  </a:lnTo>
                  <a:lnTo>
                    <a:pt x="8067915" y="81689"/>
                  </a:lnTo>
                  <a:lnTo>
                    <a:pt x="8068061" y="81689"/>
                  </a:lnTo>
                  <a:lnTo>
                    <a:pt x="8068206" y="81689"/>
                  </a:lnTo>
                  <a:lnTo>
                    <a:pt x="8068351" y="81689"/>
                  </a:lnTo>
                  <a:lnTo>
                    <a:pt x="8068497" y="81689"/>
                  </a:lnTo>
                  <a:lnTo>
                    <a:pt x="8068642" y="81689"/>
                  </a:lnTo>
                  <a:lnTo>
                    <a:pt x="8068788" y="81689"/>
                  </a:lnTo>
                  <a:lnTo>
                    <a:pt x="8068933" y="81689"/>
                  </a:lnTo>
                  <a:lnTo>
                    <a:pt x="8069078" y="81689"/>
                  </a:lnTo>
                  <a:lnTo>
                    <a:pt x="8069224" y="81689"/>
                  </a:lnTo>
                  <a:lnTo>
                    <a:pt x="8069369" y="81689"/>
                  </a:lnTo>
                  <a:lnTo>
                    <a:pt x="8069515" y="81689"/>
                  </a:lnTo>
                  <a:lnTo>
                    <a:pt x="8069660" y="81689"/>
                  </a:lnTo>
                  <a:lnTo>
                    <a:pt x="8069806" y="81689"/>
                  </a:lnTo>
                  <a:lnTo>
                    <a:pt x="8069951" y="81689"/>
                  </a:lnTo>
                  <a:lnTo>
                    <a:pt x="8070096" y="81689"/>
                  </a:lnTo>
                  <a:lnTo>
                    <a:pt x="8070242" y="81689"/>
                  </a:lnTo>
                  <a:lnTo>
                    <a:pt x="8070387" y="81689"/>
                  </a:lnTo>
                  <a:lnTo>
                    <a:pt x="8070533" y="81689"/>
                  </a:lnTo>
                  <a:lnTo>
                    <a:pt x="8070678" y="81689"/>
                  </a:lnTo>
                  <a:lnTo>
                    <a:pt x="8070824" y="81689"/>
                  </a:lnTo>
                  <a:lnTo>
                    <a:pt x="8070969" y="81689"/>
                  </a:lnTo>
                  <a:lnTo>
                    <a:pt x="8071114" y="81689"/>
                  </a:lnTo>
                  <a:lnTo>
                    <a:pt x="8071114" y="81065"/>
                  </a:lnTo>
                  <a:lnTo>
                    <a:pt x="8071260" y="81065"/>
                  </a:lnTo>
                  <a:lnTo>
                    <a:pt x="8071260" y="80442"/>
                  </a:lnTo>
                  <a:lnTo>
                    <a:pt x="8071405" y="80442"/>
                  </a:lnTo>
                  <a:lnTo>
                    <a:pt x="8071551" y="80442"/>
                  </a:lnTo>
                  <a:lnTo>
                    <a:pt x="8071696" y="80442"/>
                  </a:lnTo>
                  <a:lnTo>
                    <a:pt x="8071842" y="80442"/>
                  </a:lnTo>
                  <a:lnTo>
                    <a:pt x="8071987" y="80442"/>
                  </a:lnTo>
                  <a:lnTo>
                    <a:pt x="8072132" y="80442"/>
                  </a:lnTo>
                  <a:lnTo>
                    <a:pt x="8072278" y="80442"/>
                  </a:lnTo>
                  <a:lnTo>
                    <a:pt x="8072423" y="80442"/>
                  </a:lnTo>
                  <a:lnTo>
                    <a:pt x="8072569" y="80442"/>
                  </a:lnTo>
                  <a:lnTo>
                    <a:pt x="8072714" y="80442"/>
                  </a:lnTo>
                  <a:lnTo>
                    <a:pt x="8072714" y="79818"/>
                  </a:lnTo>
                  <a:lnTo>
                    <a:pt x="8072860" y="79818"/>
                  </a:lnTo>
                  <a:lnTo>
                    <a:pt x="8073005" y="79818"/>
                  </a:lnTo>
                  <a:lnTo>
                    <a:pt x="8073150" y="79818"/>
                  </a:lnTo>
                  <a:lnTo>
                    <a:pt x="8073296" y="79818"/>
                  </a:lnTo>
                  <a:lnTo>
                    <a:pt x="8073441" y="79818"/>
                  </a:lnTo>
                  <a:lnTo>
                    <a:pt x="8073587" y="79818"/>
                  </a:lnTo>
                  <a:lnTo>
                    <a:pt x="8073732" y="79818"/>
                  </a:lnTo>
                  <a:lnTo>
                    <a:pt x="8073878" y="79818"/>
                  </a:lnTo>
                  <a:lnTo>
                    <a:pt x="8074023" y="79818"/>
                  </a:lnTo>
                  <a:lnTo>
                    <a:pt x="8074168" y="79818"/>
                  </a:lnTo>
                  <a:lnTo>
                    <a:pt x="8074314" y="79818"/>
                  </a:lnTo>
                  <a:lnTo>
                    <a:pt x="8074459" y="79818"/>
                  </a:lnTo>
                  <a:lnTo>
                    <a:pt x="8074605" y="79818"/>
                  </a:lnTo>
                  <a:lnTo>
                    <a:pt x="8074750" y="79818"/>
                  </a:lnTo>
                  <a:lnTo>
                    <a:pt x="8074896" y="79818"/>
                  </a:lnTo>
                  <a:lnTo>
                    <a:pt x="8075041" y="79818"/>
                  </a:lnTo>
                  <a:lnTo>
                    <a:pt x="8075186" y="79818"/>
                  </a:lnTo>
                  <a:lnTo>
                    <a:pt x="8075332" y="79818"/>
                  </a:lnTo>
                  <a:lnTo>
                    <a:pt x="8075477" y="79818"/>
                  </a:lnTo>
                  <a:lnTo>
                    <a:pt x="8075623" y="79818"/>
                  </a:lnTo>
                  <a:lnTo>
                    <a:pt x="8075768" y="79818"/>
                  </a:lnTo>
                  <a:lnTo>
                    <a:pt x="8075913" y="79818"/>
                  </a:lnTo>
                  <a:lnTo>
                    <a:pt x="8076059" y="79818"/>
                  </a:lnTo>
                  <a:lnTo>
                    <a:pt x="8076204" y="79818"/>
                  </a:lnTo>
                  <a:lnTo>
                    <a:pt x="8076350" y="79818"/>
                  </a:lnTo>
                  <a:lnTo>
                    <a:pt x="8076495" y="79818"/>
                  </a:lnTo>
                  <a:lnTo>
                    <a:pt x="8076641" y="79818"/>
                  </a:lnTo>
                  <a:lnTo>
                    <a:pt x="8076786" y="79818"/>
                  </a:lnTo>
                  <a:lnTo>
                    <a:pt x="8076931" y="79818"/>
                  </a:lnTo>
                  <a:lnTo>
                    <a:pt x="8077077" y="79818"/>
                  </a:lnTo>
                  <a:lnTo>
                    <a:pt x="8077222" y="79818"/>
                  </a:lnTo>
                  <a:lnTo>
                    <a:pt x="8077368" y="79818"/>
                  </a:lnTo>
                  <a:lnTo>
                    <a:pt x="8077513" y="79818"/>
                  </a:lnTo>
                  <a:lnTo>
                    <a:pt x="8077659" y="79818"/>
                  </a:lnTo>
                  <a:lnTo>
                    <a:pt x="8077804" y="79818"/>
                  </a:lnTo>
                  <a:lnTo>
                    <a:pt x="8077949" y="79818"/>
                  </a:lnTo>
                  <a:lnTo>
                    <a:pt x="8078095" y="79818"/>
                  </a:lnTo>
                  <a:lnTo>
                    <a:pt x="8078240" y="79818"/>
                  </a:lnTo>
                  <a:lnTo>
                    <a:pt x="8078386" y="79818"/>
                  </a:lnTo>
                  <a:lnTo>
                    <a:pt x="8078531" y="79818"/>
                  </a:lnTo>
                  <a:lnTo>
                    <a:pt x="8078677" y="79818"/>
                  </a:lnTo>
                  <a:lnTo>
                    <a:pt x="8078822" y="79818"/>
                  </a:lnTo>
                  <a:lnTo>
                    <a:pt x="8078967" y="79818"/>
                  </a:lnTo>
                  <a:lnTo>
                    <a:pt x="8079113" y="79818"/>
                  </a:lnTo>
                  <a:lnTo>
                    <a:pt x="8079258" y="79818"/>
                  </a:lnTo>
                  <a:lnTo>
                    <a:pt x="8079404" y="79818"/>
                  </a:lnTo>
                  <a:lnTo>
                    <a:pt x="8079549" y="79818"/>
                  </a:lnTo>
                  <a:lnTo>
                    <a:pt x="8079549" y="79194"/>
                  </a:lnTo>
                  <a:lnTo>
                    <a:pt x="8079695" y="79194"/>
                  </a:lnTo>
                  <a:lnTo>
                    <a:pt x="8079840" y="79194"/>
                  </a:lnTo>
                  <a:lnTo>
                    <a:pt x="8079985" y="79194"/>
                  </a:lnTo>
                  <a:lnTo>
                    <a:pt x="8080131" y="79194"/>
                  </a:lnTo>
                  <a:lnTo>
                    <a:pt x="8080276" y="79194"/>
                  </a:lnTo>
                  <a:lnTo>
                    <a:pt x="8080422" y="79194"/>
                  </a:lnTo>
                  <a:lnTo>
                    <a:pt x="8080567" y="79194"/>
                  </a:lnTo>
                  <a:lnTo>
                    <a:pt x="8080713" y="79194"/>
                  </a:lnTo>
                  <a:lnTo>
                    <a:pt x="8080858" y="79194"/>
                  </a:lnTo>
                  <a:lnTo>
                    <a:pt x="8081003" y="79194"/>
                  </a:lnTo>
                  <a:lnTo>
                    <a:pt x="8081149" y="79194"/>
                  </a:lnTo>
                  <a:lnTo>
                    <a:pt x="8081294" y="79194"/>
                  </a:lnTo>
                  <a:lnTo>
                    <a:pt x="8081440" y="79194"/>
                  </a:lnTo>
                  <a:lnTo>
                    <a:pt x="8081585" y="79194"/>
                  </a:lnTo>
                  <a:lnTo>
                    <a:pt x="8081730" y="79194"/>
                  </a:lnTo>
                  <a:lnTo>
                    <a:pt x="8081876" y="79194"/>
                  </a:lnTo>
                  <a:lnTo>
                    <a:pt x="8082021" y="79194"/>
                  </a:lnTo>
                  <a:lnTo>
                    <a:pt x="8082167" y="79194"/>
                  </a:lnTo>
                  <a:lnTo>
                    <a:pt x="8082312" y="79194"/>
                  </a:lnTo>
                  <a:lnTo>
                    <a:pt x="8082458" y="79194"/>
                  </a:lnTo>
                  <a:lnTo>
                    <a:pt x="8082603" y="79194"/>
                  </a:lnTo>
                  <a:lnTo>
                    <a:pt x="8082748" y="79194"/>
                  </a:lnTo>
                  <a:lnTo>
                    <a:pt x="8082894" y="79194"/>
                  </a:lnTo>
                  <a:lnTo>
                    <a:pt x="8083039" y="79194"/>
                  </a:lnTo>
                  <a:lnTo>
                    <a:pt x="8083185" y="79194"/>
                  </a:lnTo>
                  <a:lnTo>
                    <a:pt x="8083330" y="79194"/>
                  </a:lnTo>
                  <a:lnTo>
                    <a:pt x="8083476" y="79194"/>
                  </a:lnTo>
                  <a:lnTo>
                    <a:pt x="8083621" y="79194"/>
                  </a:lnTo>
                  <a:lnTo>
                    <a:pt x="8083766" y="79194"/>
                  </a:lnTo>
                  <a:lnTo>
                    <a:pt x="8083912" y="79194"/>
                  </a:lnTo>
                  <a:lnTo>
                    <a:pt x="8084057" y="79194"/>
                  </a:lnTo>
                  <a:lnTo>
                    <a:pt x="8084203" y="79194"/>
                  </a:lnTo>
                  <a:lnTo>
                    <a:pt x="8084348" y="79194"/>
                  </a:lnTo>
                  <a:lnTo>
                    <a:pt x="8084494" y="79194"/>
                  </a:lnTo>
                  <a:lnTo>
                    <a:pt x="8084639" y="79194"/>
                  </a:lnTo>
                  <a:lnTo>
                    <a:pt x="8084784" y="79194"/>
                  </a:lnTo>
                  <a:lnTo>
                    <a:pt x="8084930" y="79194"/>
                  </a:lnTo>
                  <a:lnTo>
                    <a:pt x="8085075" y="79194"/>
                  </a:lnTo>
                  <a:lnTo>
                    <a:pt x="8085221" y="79194"/>
                  </a:lnTo>
                  <a:lnTo>
                    <a:pt x="8085366" y="79194"/>
                  </a:lnTo>
                  <a:lnTo>
                    <a:pt x="8085366" y="78571"/>
                  </a:lnTo>
                  <a:lnTo>
                    <a:pt x="8085512" y="78571"/>
                  </a:lnTo>
                  <a:lnTo>
                    <a:pt x="8085657" y="78571"/>
                  </a:lnTo>
                  <a:lnTo>
                    <a:pt x="8085802" y="78571"/>
                  </a:lnTo>
                  <a:lnTo>
                    <a:pt x="8085948" y="78571"/>
                  </a:lnTo>
                  <a:lnTo>
                    <a:pt x="8086093" y="78571"/>
                  </a:lnTo>
                  <a:lnTo>
                    <a:pt x="8086239" y="78571"/>
                  </a:lnTo>
                  <a:lnTo>
                    <a:pt x="8086384" y="78571"/>
                  </a:lnTo>
                  <a:lnTo>
                    <a:pt x="8086530" y="78571"/>
                  </a:lnTo>
                  <a:lnTo>
                    <a:pt x="8086675" y="78571"/>
                  </a:lnTo>
                  <a:lnTo>
                    <a:pt x="8086820" y="78571"/>
                  </a:lnTo>
                  <a:lnTo>
                    <a:pt x="8086966" y="78571"/>
                  </a:lnTo>
                  <a:lnTo>
                    <a:pt x="8087111" y="78571"/>
                  </a:lnTo>
                  <a:lnTo>
                    <a:pt x="8087257" y="78571"/>
                  </a:lnTo>
                  <a:lnTo>
                    <a:pt x="8087402" y="78571"/>
                  </a:lnTo>
                  <a:lnTo>
                    <a:pt x="8087548" y="78571"/>
                  </a:lnTo>
                  <a:lnTo>
                    <a:pt x="8087693" y="78571"/>
                  </a:lnTo>
                  <a:lnTo>
                    <a:pt x="8087838" y="78571"/>
                  </a:lnTo>
                  <a:lnTo>
                    <a:pt x="8087984" y="78571"/>
                  </a:lnTo>
                  <a:lnTo>
                    <a:pt x="8088129" y="78571"/>
                  </a:lnTo>
                  <a:lnTo>
                    <a:pt x="8088275" y="78571"/>
                  </a:lnTo>
                  <a:lnTo>
                    <a:pt x="8088420" y="78571"/>
                  </a:lnTo>
                  <a:lnTo>
                    <a:pt x="8088565" y="78571"/>
                  </a:lnTo>
                  <a:lnTo>
                    <a:pt x="8088711" y="78571"/>
                  </a:lnTo>
                  <a:lnTo>
                    <a:pt x="8088856" y="78571"/>
                  </a:lnTo>
                  <a:lnTo>
                    <a:pt x="8089002" y="78571"/>
                  </a:lnTo>
                  <a:lnTo>
                    <a:pt x="8089147" y="78571"/>
                  </a:lnTo>
                  <a:lnTo>
                    <a:pt x="8089293" y="78571"/>
                  </a:lnTo>
                  <a:lnTo>
                    <a:pt x="8089438" y="78571"/>
                  </a:lnTo>
                  <a:lnTo>
                    <a:pt x="8089583" y="78571"/>
                  </a:lnTo>
                  <a:lnTo>
                    <a:pt x="8089729" y="78571"/>
                  </a:lnTo>
                  <a:lnTo>
                    <a:pt x="8089874" y="78571"/>
                  </a:lnTo>
                  <a:lnTo>
                    <a:pt x="8090020" y="78571"/>
                  </a:lnTo>
                  <a:lnTo>
                    <a:pt x="8090165" y="78571"/>
                  </a:lnTo>
                  <a:lnTo>
                    <a:pt x="8090311" y="78571"/>
                  </a:lnTo>
                  <a:lnTo>
                    <a:pt x="8090456" y="78571"/>
                  </a:lnTo>
                  <a:lnTo>
                    <a:pt x="8090601" y="78571"/>
                  </a:lnTo>
                  <a:lnTo>
                    <a:pt x="8090747" y="78571"/>
                  </a:lnTo>
                  <a:lnTo>
                    <a:pt x="8090892" y="78571"/>
                  </a:lnTo>
                  <a:lnTo>
                    <a:pt x="8091038" y="78571"/>
                  </a:lnTo>
                  <a:lnTo>
                    <a:pt x="8091038" y="77947"/>
                  </a:lnTo>
                  <a:lnTo>
                    <a:pt x="8091183" y="77947"/>
                  </a:lnTo>
                  <a:lnTo>
                    <a:pt x="8091329" y="77947"/>
                  </a:lnTo>
                  <a:lnTo>
                    <a:pt x="8091474" y="77947"/>
                  </a:lnTo>
                  <a:lnTo>
                    <a:pt x="8091619" y="77947"/>
                  </a:lnTo>
                  <a:lnTo>
                    <a:pt x="8091765" y="77947"/>
                  </a:lnTo>
                  <a:lnTo>
                    <a:pt x="8091910" y="77947"/>
                  </a:lnTo>
                  <a:lnTo>
                    <a:pt x="8092056" y="77947"/>
                  </a:lnTo>
                  <a:lnTo>
                    <a:pt x="8092201" y="77947"/>
                  </a:lnTo>
                  <a:lnTo>
                    <a:pt x="8092201" y="77324"/>
                  </a:lnTo>
                  <a:lnTo>
                    <a:pt x="8092347" y="77324"/>
                  </a:lnTo>
                  <a:lnTo>
                    <a:pt x="8092492" y="77324"/>
                  </a:lnTo>
                  <a:lnTo>
                    <a:pt x="8092637" y="77324"/>
                  </a:lnTo>
                  <a:lnTo>
                    <a:pt x="8092783" y="77324"/>
                  </a:lnTo>
                  <a:lnTo>
                    <a:pt x="8092928" y="77324"/>
                  </a:lnTo>
                  <a:lnTo>
                    <a:pt x="8093074" y="77324"/>
                  </a:lnTo>
                  <a:lnTo>
                    <a:pt x="8093219" y="77324"/>
                  </a:lnTo>
                  <a:lnTo>
                    <a:pt x="8093365" y="77324"/>
                  </a:lnTo>
                  <a:lnTo>
                    <a:pt x="8093510" y="77324"/>
                  </a:lnTo>
                  <a:lnTo>
                    <a:pt x="8093655" y="77324"/>
                  </a:lnTo>
                  <a:lnTo>
                    <a:pt x="8093801" y="77324"/>
                  </a:lnTo>
                  <a:lnTo>
                    <a:pt x="8093946" y="77324"/>
                  </a:lnTo>
                  <a:lnTo>
                    <a:pt x="8094092" y="77324"/>
                  </a:lnTo>
                  <a:lnTo>
                    <a:pt x="8094237" y="77324"/>
                  </a:lnTo>
                  <a:lnTo>
                    <a:pt x="8094383" y="77324"/>
                  </a:lnTo>
                  <a:lnTo>
                    <a:pt x="8094528" y="77324"/>
                  </a:lnTo>
                  <a:lnTo>
                    <a:pt x="8094673" y="77324"/>
                  </a:lnTo>
                  <a:lnTo>
                    <a:pt x="8094819" y="77324"/>
                  </a:lnTo>
                  <a:lnTo>
                    <a:pt x="8094819" y="76700"/>
                  </a:lnTo>
                  <a:lnTo>
                    <a:pt x="8094964" y="76700"/>
                  </a:lnTo>
                  <a:lnTo>
                    <a:pt x="8095110" y="76700"/>
                  </a:lnTo>
                  <a:lnTo>
                    <a:pt x="8095255" y="76700"/>
                  </a:lnTo>
                  <a:lnTo>
                    <a:pt x="8095400" y="76700"/>
                  </a:lnTo>
                  <a:lnTo>
                    <a:pt x="8095400" y="76077"/>
                  </a:lnTo>
                  <a:lnTo>
                    <a:pt x="8095546" y="76077"/>
                  </a:lnTo>
                  <a:lnTo>
                    <a:pt x="8095691" y="76077"/>
                  </a:lnTo>
                  <a:lnTo>
                    <a:pt x="8095837" y="76077"/>
                  </a:lnTo>
                  <a:lnTo>
                    <a:pt x="8095982" y="76077"/>
                  </a:lnTo>
                  <a:lnTo>
                    <a:pt x="8096128" y="76077"/>
                  </a:lnTo>
                  <a:lnTo>
                    <a:pt x="8096273" y="76077"/>
                  </a:lnTo>
                  <a:lnTo>
                    <a:pt x="8096418" y="76077"/>
                  </a:lnTo>
                  <a:lnTo>
                    <a:pt x="8096564" y="76077"/>
                  </a:lnTo>
                  <a:lnTo>
                    <a:pt x="8096709" y="76077"/>
                  </a:lnTo>
                  <a:lnTo>
                    <a:pt x="8096855" y="76077"/>
                  </a:lnTo>
                  <a:lnTo>
                    <a:pt x="8097000" y="76077"/>
                  </a:lnTo>
                  <a:lnTo>
                    <a:pt x="8097146" y="76077"/>
                  </a:lnTo>
                  <a:lnTo>
                    <a:pt x="8097291" y="76077"/>
                  </a:lnTo>
                  <a:lnTo>
                    <a:pt x="8097436" y="76077"/>
                  </a:lnTo>
                  <a:lnTo>
                    <a:pt x="8097582" y="76077"/>
                  </a:lnTo>
                  <a:lnTo>
                    <a:pt x="8097727" y="76077"/>
                  </a:lnTo>
                  <a:lnTo>
                    <a:pt x="8097873" y="76077"/>
                  </a:lnTo>
                  <a:lnTo>
                    <a:pt x="8098018" y="76077"/>
                  </a:lnTo>
                  <a:lnTo>
                    <a:pt x="8098164" y="76077"/>
                  </a:lnTo>
                  <a:lnTo>
                    <a:pt x="8098309" y="76077"/>
                  </a:lnTo>
                  <a:lnTo>
                    <a:pt x="8098454" y="76077"/>
                  </a:lnTo>
                  <a:lnTo>
                    <a:pt x="8098454" y="75453"/>
                  </a:lnTo>
                  <a:lnTo>
                    <a:pt x="8098600" y="75453"/>
                  </a:lnTo>
                  <a:lnTo>
                    <a:pt x="8098745" y="75453"/>
                  </a:lnTo>
                  <a:lnTo>
                    <a:pt x="8098891" y="75453"/>
                  </a:lnTo>
                  <a:lnTo>
                    <a:pt x="8099036" y="75453"/>
                  </a:lnTo>
                  <a:lnTo>
                    <a:pt x="8099182" y="75453"/>
                  </a:lnTo>
                  <a:lnTo>
                    <a:pt x="8099327" y="75453"/>
                  </a:lnTo>
                  <a:lnTo>
                    <a:pt x="8099472" y="75453"/>
                  </a:lnTo>
                  <a:lnTo>
                    <a:pt x="8099618" y="75453"/>
                  </a:lnTo>
                  <a:lnTo>
                    <a:pt x="8099763" y="75453"/>
                  </a:lnTo>
                  <a:lnTo>
                    <a:pt x="8099909" y="75453"/>
                  </a:lnTo>
                  <a:lnTo>
                    <a:pt x="8100054" y="75453"/>
                  </a:lnTo>
                  <a:lnTo>
                    <a:pt x="8100200" y="75453"/>
                  </a:lnTo>
                  <a:lnTo>
                    <a:pt x="8100345" y="75453"/>
                  </a:lnTo>
                  <a:lnTo>
                    <a:pt x="8100490" y="75453"/>
                  </a:lnTo>
                  <a:lnTo>
                    <a:pt x="8100636" y="75453"/>
                  </a:lnTo>
                  <a:lnTo>
                    <a:pt x="8100781" y="75453"/>
                  </a:lnTo>
                  <a:lnTo>
                    <a:pt x="8100927" y="75453"/>
                  </a:lnTo>
                  <a:lnTo>
                    <a:pt x="8101072" y="75453"/>
                  </a:lnTo>
                  <a:lnTo>
                    <a:pt x="8101218" y="75453"/>
                  </a:lnTo>
                  <a:lnTo>
                    <a:pt x="8101363" y="75453"/>
                  </a:lnTo>
                  <a:lnTo>
                    <a:pt x="8101363" y="74829"/>
                  </a:lnTo>
                  <a:lnTo>
                    <a:pt x="8101508" y="74829"/>
                  </a:lnTo>
                  <a:lnTo>
                    <a:pt x="8101508" y="74206"/>
                  </a:lnTo>
                  <a:lnTo>
                    <a:pt x="8101654" y="74206"/>
                  </a:lnTo>
                  <a:lnTo>
                    <a:pt x="8101799" y="74206"/>
                  </a:lnTo>
                  <a:lnTo>
                    <a:pt x="8101945" y="74206"/>
                  </a:lnTo>
                  <a:lnTo>
                    <a:pt x="8102090" y="74206"/>
                  </a:lnTo>
                  <a:lnTo>
                    <a:pt x="8102235" y="74206"/>
                  </a:lnTo>
                  <a:lnTo>
                    <a:pt x="8102381" y="74206"/>
                  </a:lnTo>
                  <a:lnTo>
                    <a:pt x="8102526" y="74206"/>
                  </a:lnTo>
                  <a:lnTo>
                    <a:pt x="8102672" y="74206"/>
                  </a:lnTo>
                  <a:lnTo>
                    <a:pt x="8102817" y="74206"/>
                  </a:lnTo>
                  <a:lnTo>
                    <a:pt x="8102963" y="74206"/>
                  </a:lnTo>
                  <a:lnTo>
                    <a:pt x="8103108" y="74206"/>
                  </a:lnTo>
                  <a:lnTo>
                    <a:pt x="8103253" y="74206"/>
                  </a:lnTo>
                  <a:lnTo>
                    <a:pt x="8103399" y="74206"/>
                  </a:lnTo>
                  <a:lnTo>
                    <a:pt x="8103544" y="74206"/>
                  </a:lnTo>
                  <a:lnTo>
                    <a:pt x="8103544" y="73582"/>
                  </a:lnTo>
                  <a:lnTo>
                    <a:pt x="8103690" y="73582"/>
                  </a:lnTo>
                  <a:lnTo>
                    <a:pt x="8103835" y="73582"/>
                  </a:lnTo>
                  <a:lnTo>
                    <a:pt x="8103981" y="73582"/>
                  </a:lnTo>
                  <a:lnTo>
                    <a:pt x="8104126" y="73582"/>
                  </a:lnTo>
                  <a:lnTo>
                    <a:pt x="8104271" y="73582"/>
                  </a:lnTo>
                  <a:lnTo>
                    <a:pt x="8104417" y="73582"/>
                  </a:lnTo>
                  <a:lnTo>
                    <a:pt x="8104562" y="73582"/>
                  </a:lnTo>
                  <a:lnTo>
                    <a:pt x="8104708" y="73582"/>
                  </a:lnTo>
                  <a:lnTo>
                    <a:pt x="8104853" y="73582"/>
                  </a:lnTo>
                  <a:lnTo>
                    <a:pt x="8104999" y="73582"/>
                  </a:lnTo>
                  <a:lnTo>
                    <a:pt x="8105144" y="73582"/>
                  </a:lnTo>
                  <a:lnTo>
                    <a:pt x="8105289" y="73582"/>
                  </a:lnTo>
                  <a:lnTo>
                    <a:pt x="8105435" y="73582"/>
                  </a:lnTo>
                  <a:lnTo>
                    <a:pt x="8105580" y="73582"/>
                  </a:lnTo>
                  <a:lnTo>
                    <a:pt x="8105726" y="73582"/>
                  </a:lnTo>
                  <a:lnTo>
                    <a:pt x="8105871" y="73582"/>
                  </a:lnTo>
                  <a:lnTo>
                    <a:pt x="8106017" y="73582"/>
                  </a:lnTo>
                  <a:lnTo>
                    <a:pt x="8106162" y="73582"/>
                  </a:lnTo>
                  <a:lnTo>
                    <a:pt x="8106307" y="73582"/>
                  </a:lnTo>
                  <a:lnTo>
                    <a:pt x="8106453" y="73582"/>
                  </a:lnTo>
                  <a:lnTo>
                    <a:pt x="8106598" y="73582"/>
                  </a:lnTo>
                  <a:lnTo>
                    <a:pt x="8106744" y="73582"/>
                  </a:lnTo>
                  <a:lnTo>
                    <a:pt x="8106889" y="73582"/>
                  </a:lnTo>
                  <a:lnTo>
                    <a:pt x="8107035" y="73582"/>
                  </a:lnTo>
                  <a:lnTo>
                    <a:pt x="8107180" y="73582"/>
                  </a:lnTo>
                  <a:lnTo>
                    <a:pt x="8107325" y="73582"/>
                  </a:lnTo>
                  <a:lnTo>
                    <a:pt x="8107471" y="73582"/>
                  </a:lnTo>
                  <a:lnTo>
                    <a:pt x="8107616" y="73582"/>
                  </a:lnTo>
                  <a:lnTo>
                    <a:pt x="8107762" y="73582"/>
                  </a:lnTo>
                  <a:lnTo>
                    <a:pt x="8107907" y="73582"/>
                  </a:lnTo>
                  <a:lnTo>
                    <a:pt x="8108053" y="73582"/>
                  </a:lnTo>
                  <a:lnTo>
                    <a:pt x="8108053" y="72959"/>
                  </a:lnTo>
                  <a:lnTo>
                    <a:pt x="8108198" y="72959"/>
                  </a:lnTo>
                  <a:lnTo>
                    <a:pt x="8108343" y="72959"/>
                  </a:lnTo>
                  <a:lnTo>
                    <a:pt x="8108489" y="72959"/>
                  </a:lnTo>
                  <a:lnTo>
                    <a:pt x="8108634" y="72959"/>
                  </a:lnTo>
                  <a:lnTo>
                    <a:pt x="8108780" y="72959"/>
                  </a:lnTo>
                  <a:lnTo>
                    <a:pt x="8108925" y="72959"/>
                  </a:lnTo>
                  <a:lnTo>
                    <a:pt x="8109070" y="72959"/>
                  </a:lnTo>
                  <a:lnTo>
                    <a:pt x="8109216" y="72959"/>
                  </a:lnTo>
                  <a:lnTo>
                    <a:pt x="8109361" y="72959"/>
                  </a:lnTo>
                  <a:lnTo>
                    <a:pt x="8109507" y="72959"/>
                  </a:lnTo>
                  <a:lnTo>
                    <a:pt x="8109652" y="72959"/>
                  </a:lnTo>
                  <a:lnTo>
                    <a:pt x="8109798" y="72959"/>
                  </a:lnTo>
                  <a:lnTo>
                    <a:pt x="8109943" y="72959"/>
                  </a:lnTo>
                  <a:lnTo>
                    <a:pt x="8110088" y="72959"/>
                  </a:lnTo>
                  <a:lnTo>
                    <a:pt x="8110234" y="72959"/>
                  </a:lnTo>
                  <a:lnTo>
                    <a:pt x="8110379" y="72959"/>
                  </a:lnTo>
                  <a:lnTo>
                    <a:pt x="8110525" y="72959"/>
                  </a:lnTo>
                  <a:lnTo>
                    <a:pt x="8110670" y="72959"/>
                  </a:lnTo>
                  <a:lnTo>
                    <a:pt x="8110816" y="72959"/>
                  </a:lnTo>
                  <a:lnTo>
                    <a:pt x="8110961" y="72959"/>
                  </a:lnTo>
                  <a:lnTo>
                    <a:pt x="8111106" y="72959"/>
                  </a:lnTo>
                  <a:lnTo>
                    <a:pt x="8111252" y="72959"/>
                  </a:lnTo>
                  <a:lnTo>
                    <a:pt x="8111397" y="72959"/>
                  </a:lnTo>
                  <a:lnTo>
                    <a:pt x="8111543" y="72959"/>
                  </a:lnTo>
                  <a:lnTo>
                    <a:pt x="8111688" y="72959"/>
                  </a:lnTo>
                  <a:lnTo>
                    <a:pt x="8111834" y="72959"/>
                  </a:lnTo>
                  <a:lnTo>
                    <a:pt x="8111979" y="72959"/>
                  </a:lnTo>
                  <a:lnTo>
                    <a:pt x="8112124" y="72959"/>
                  </a:lnTo>
                  <a:lnTo>
                    <a:pt x="8112270" y="72959"/>
                  </a:lnTo>
                  <a:lnTo>
                    <a:pt x="8112415" y="72959"/>
                  </a:lnTo>
                  <a:lnTo>
                    <a:pt x="8112561" y="72959"/>
                  </a:lnTo>
                  <a:lnTo>
                    <a:pt x="8112706" y="72959"/>
                  </a:lnTo>
                  <a:lnTo>
                    <a:pt x="8112852" y="72959"/>
                  </a:lnTo>
                  <a:lnTo>
                    <a:pt x="8112997" y="72959"/>
                  </a:lnTo>
                  <a:lnTo>
                    <a:pt x="8113142" y="72959"/>
                  </a:lnTo>
                  <a:lnTo>
                    <a:pt x="8113288" y="72959"/>
                  </a:lnTo>
                  <a:lnTo>
                    <a:pt x="8113433" y="72959"/>
                  </a:lnTo>
                  <a:lnTo>
                    <a:pt x="8113579" y="72959"/>
                  </a:lnTo>
                  <a:lnTo>
                    <a:pt x="8113724" y="72959"/>
                  </a:lnTo>
                  <a:lnTo>
                    <a:pt x="8113870" y="72959"/>
                  </a:lnTo>
                  <a:lnTo>
                    <a:pt x="8114015" y="72959"/>
                  </a:lnTo>
                  <a:lnTo>
                    <a:pt x="8114160" y="72959"/>
                  </a:lnTo>
                  <a:lnTo>
                    <a:pt x="8114306" y="72959"/>
                  </a:lnTo>
                  <a:lnTo>
                    <a:pt x="8114451" y="72959"/>
                  </a:lnTo>
                  <a:lnTo>
                    <a:pt x="8114597" y="72959"/>
                  </a:lnTo>
                  <a:lnTo>
                    <a:pt x="8114742" y="72959"/>
                  </a:lnTo>
                  <a:lnTo>
                    <a:pt x="8114888" y="72959"/>
                  </a:lnTo>
                  <a:lnTo>
                    <a:pt x="8115033" y="72959"/>
                  </a:lnTo>
                  <a:lnTo>
                    <a:pt x="8115033" y="72335"/>
                  </a:lnTo>
                  <a:lnTo>
                    <a:pt x="8115178" y="72335"/>
                  </a:lnTo>
                  <a:lnTo>
                    <a:pt x="8115324" y="72335"/>
                  </a:lnTo>
                  <a:lnTo>
                    <a:pt x="8115324" y="71711"/>
                  </a:lnTo>
                  <a:lnTo>
                    <a:pt x="8115469" y="71711"/>
                  </a:lnTo>
                  <a:lnTo>
                    <a:pt x="8115615" y="71711"/>
                  </a:lnTo>
                  <a:lnTo>
                    <a:pt x="8115760" y="71711"/>
                  </a:lnTo>
                  <a:lnTo>
                    <a:pt x="8115905" y="71711"/>
                  </a:lnTo>
                  <a:lnTo>
                    <a:pt x="8116051" y="71711"/>
                  </a:lnTo>
                  <a:lnTo>
                    <a:pt x="8116196" y="71711"/>
                  </a:lnTo>
                  <a:lnTo>
                    <a:pt x="8116342" y="71711"/>
                  </a:lnTo>
                  <a:lnTo>
                    <a:pt x="8116487" y="71711"/>
                  </a:lnTo>
                  <a:lnTo>
                    <a:pt x="8116487" y="71088"/>
                  </a:lnTo>
                  <a:lnTo>
                    <a:pt x="8116633" y="71088"/>
                  </a:lnTo>
                  <a:lnTo>
                    <a:pt x="8116778" y="71088"/>
                  </a:lnTo>
                  <a:lnTo>
                    <a:pt x="8116923" y="71088"/>
                  </a:lnTo>
                  <a:lnTo>
                    <a:pt x="8117069" y="71088"/>
                  </a:lnTo>
                  <a:lnTo>
                    <a:pt x="8117214" y="71088"/>
                  </a:lnTo>
                  <a:lnTo>
                    <a:pt x="8117360" y="71088"/>
                  </a:lnTo>
                  <a:lnTo>
                    <a:pt x="8117505" y="71088"/>
                  </a:lnTo>
                  <a:lnTo>
                    <a:pt x="8117651" y="71088"/>
                  </a:lnTo>
                  <a:lnTo>
                    <a:pt x="8117796" y="71088"/>
                  </a:lnTo>
                  <a:lnTo>
                    <a:pt x="8117941" y="71088"/>
                  </a:lnTo>
                  <a:lnTo>
                    <a:pt x="8118087" y="71088"/>
                  </a:lnTo>
                  <a:lnTo>
                    <a:pt x="8118232" y="71088"/>
                  </a:lnTo>
                  <a:lnTo>
                    <a:pt x="8118378" y="71088"/>
                  </a:lnTo>
                  <a:lnTo>
                    <a:pt x="8118523" y="71088"/>
                  </a:lnTo>
                  <a:lnTo>
                    <a:pt x="8118669" y="71088"/>
                  </a:lnTo>
                  <a:lnTo>
                    <a:pt x="8118814" y="71088"/>
                  </a:lnTo>
                  <a:lnTo>
                    <a:pt x="8118959" y="71088"/>
                  </a:lnTo>
                  <a:lnTo>
                    <a:pt x="8119105" y="71088"/>
                  </a:lnTo>
                  <a:lnTo>
                    <a:pt x="8119250" y="71088"/>
                  </a:lnTo>
                  <a:lnTo>
                    <a:pt x="8119396" y="71088"/>
                  </a:lnTo>
                  <a:lnTo>
                    <a:pt x="8119541" y="71088"/>
                  </a:lnTo>
                  <a:lnTo>
                    <a:pt x="8119687" y="71088"/>
                  </a:lnTo>
                  <a:lnTo>
                    <a:pt x="8119832" y="71088"/>
                  </a:lnTo>
                  <a:lnTo>
                    <a:pt x="8119832" y="70464"/>
                  </a:lnTo>
                  <a:lnTo>
                    <a:pt x="8119977" y="70464"/>
                  </a:lnTo>
                  <a:lnTo>
                    <a:pt x="8120123" y="70464"/>
                  </a:lnTo>
                  <a:lnTo>
                    <a:pt x="8120268" y="70464"/>
                  </a:lnTo>
                  <a:lnTo>
                    <a:pt x="8120414" y="70464"/>
                  </a:lnTo>
                  <a:lnTo>
                    <a:pt x="8120559" y="70464"/>
                  </a:lnTo>
                  <a:lnTo>
                    <a:pt x="8120705" y="70464"/>
                  </a:lnTo>
                  <a:lnTo>
                    <a:pt x="8120850" y="70464"/>
                  </a:lnTo>
                  <a:lnTo>
                    <a:pt x="8120995" y="70464"/>
                  </a:lnTo>
                  <a:lnTo>
                    <a:pt x="8121141" y="70464"/>
                  </a:lnTo>
                  <a:lnTo>
                    <a:pt x="8121286" y="70464"/>
                  </a:lnTo>
                  <a:lnTo>
                    <a:pt x="8121432" y="70464"/>
                  </a:lnTo>
                  <a:lnTo>
                    <a:pt x="8121577" y="70464"/>
                  </a:lnTo>
                  <a:lnTo>
                    <a:pt x="8121723" y="70464"/>
                  </a:lnTo>
                  <a:lnTo>
                    <a:pt x="8121868" y="70464"/>
                  </a:lnTo>
                  <a:lnTo>
                    <a:pt x="8122013" y="70464"/>
                  </a:lnTo>
                  <a:lnTo>
                    <a:pt x="8122159" y="70464"/>
                  </a:lnTo>
                  <a:lnTo>
                    <a:pt x="8122304" y="70464"/>
                  </a:lnTo>
                  <a:lnTo>
                    <a:pt x="8122450" y="70464"/>
                  </a:lnTo>
                  <a:lnTo>
                    <a:pt x="8122595" y="70464"/>
                  </a:lnTo>
                  <a:lnTo>
                    <a:pt x="8122740" y="70464"/>
                  </a:lnTo>
                  <a:lnTo>
                    <a:pt x="8122886" y="70464"/>
                  </a:lnTo>
                  <a:lnTo>
                    <a:pt x="8123031" y="70464"/>
                  </a:lnTo>
                  <a:lnTo>
                    <a:pt x="8123177" y="70464"/>
                  </a:lnTo>
                  <a:lnTo>
                    <a:pt x="8123322" y="70464"/>
                  </a:lnTo>
                  <a:lnTo>
                    <a:pt x="8123468" y="70464"/>
                  </a:lnTo>
                  <a:lnTo>
                    <a:pt x="8123613" y="70464"/>
                  </a:lnTo>
                  <a:lnTo>
                    <a:pt x="8123758" y="70464"/>
                  </a:lnTo>
                  <a:lnTo>
                    <a:pt x="8123904" y="70464"/>
                  </a:lnTo>
                  <a:lnTo>
                    <a:pt x="8124049" y="70464"/>
                  </a:lnTo>
                  <a:lnTo>
                    <a:pt x="8124195" y="70464"/>
                  </a:lnTo>
                  <a:lnTo>
                    <a:pt x="8124340" y="70464"/>
                  </a:lnTo>
                  <a:lnTo>
                    <a:pt x="8124486" y="70464"/>
                  </a:lnTo>
                  <a:lnTo>
                    <a:pt x="8124631" y="70464"/>
                  </a:lnTo>
                  <a:lnTo>
                    <a:pt x="8124776" y="70464"/>
                  </a:lnTo>
                  <a:lnTo>
                    <a:pt x="8124922" y="70464"/>
                  </a:lnTo>
                  <a:lnTo>
                    <a:pt x="8125067" y="70464"/>
                  </a:lnTo>
                  <a:lnTo>
                    <a:pt x="8125213" y="70464"/>
                  </a:lnTo>
                  <a:lnTo>
                    <a:pt x="8125358" y="70464"/>
                  </a:lnTo>
                  <a:lnTo>
                    <a:pt x="8125504" y="70464"/>
                  </a:lnTo>
                  <a:lnTo>
                    <a:pt x="8125649" y="70464"/>
                  </a:lnTo>
                  <a:lnTo>
                    <a:pt x="8125794" y="70464"/>
                  </a:lnTo>
                  <a:lnTo>
                    <a:pt x="8125940" y="70464"/>
                  </a:lnTo>
                  <a:lnTo>
                    <a:pt x="8126085" y="70464"/>
                  </a:lnTo>
                  <a:lnTo>
                    <a:pt x="8126231" y="70464"/>
                  </a:lnTo>
                  <a:lnTo>
                    <a:pt x="8126376" y="70464"/>
                  </a:lnTo>
                  <a:lnTo>
                    <a:pt x="8126522" y="70464"/>
                  </a:lnTo>
                  <a:lnTo>
                    <a:pt x="8126667" y="70464"/>
                  </a:lnTo>
                  <a:lnTo>
                    <a:pt x="8126812" y="70464"/>
                  </a:lnTo>
                  <a:lnTo>
                    <a:pt x="8126958" y="70464"/>
                  </a:lnTo>
                  <a:lnTo>
                    <a:pt x="8127103" y="70464"/>
                  </a:lnTo>
                  <a:lnTo>
                    <a:pt x="8127249" y="70464"/>
                  </a:lnTo>
                  <a:lnTo>
                    <a:pt x="8127394" y="70464"/>
                  </a:lnTo>
                  <a:lnTo>
                    <a:pt x="8127540" y="70464"/>
                  </a:lnTo>
                  <a:lnTo>
                    <a:pt x="8127685" y="70464"/>
                  </a:lnTo>
                  <a:lnTo>
                    <a:pt x="8127830" y="70464"/>
                  </a:lnTo>
                  <a:lnTo>
                    <a:pt x="8127976" y="70464"/>
                  </a:lnTo>
                  <a:lnTo>
                    <a:pt x="8128121" y="70464"/>
                  </a:lnTo>
                  <a:lnTo>
                    <a:pt x="8128267" y="70464"/>
                  </a:lnTo>
                  <a:lnTo>
                    <a:pt x="8128412" y="70464"/>
                  </a:lnTo>
                  <a:lnTo>
                    <a:pt x="8128558" y="70464"/>
                  </a:lnTo>
                  <a:lnTo>
                    <a:pt x="8128703" y="70464"/>
                  </a:lnTo>
                  <a:lnTo>
                    <a:pt x="8128848" y="70464"/>
                  </a:lnTo>
                  <a:lnTo>
                    <a:pt x="8128994" y="70464"/>
                  </a:lnTo>
                  <a:lnTo>
                    <a:pt x="8129139" y="70464"/>
                  </a:lnTo>
                  <a:lnTo>
                    <a:pt x="8129285" y="70464"/>
                  </a:lnTo>
                  <a:lnTo>
                    <a:pt x="8129430" y="70464"/>
                  </a:lnTo>
                  <a:lnTo>
                    <a:pt x="8129575" y="70464"/>
                  </a:lnTo>
                  <a:lnTo>
                    <a:pt x="8129575" y="69841"/>
                  </a:lnTo>
                  <a:lnTo>
                    <a:pt x="8129721" y="69841"/>
                  </a:lnTo>
                  <a:lnTo>
                    <a:pt x="8129866" y="69841"/>
                  </a:lnTo>
                  <a:lnTo>
                    <a:pt x="8130012" y="69841"/>
                  </a:lnTo>
                  <a:lnTo>
                    <a:pt x="8130157" y="69841"/>
                  </a:lnTo>
                  <a:lnTo>
                    <a:pt x="8130303" y="69841"/>
                  </a:lnTo>
                  <a:lnTo>
                    <a:pt x="8130448" y="69841"/>
                  </a:lnTo>
                  <a:lnTo>
                    <a:pt x="8130593" y="69841"/>
                  </a:lnTo>
                  <a:lnTo>
                    <a:pt x="8130739" y="69841"/>
                  </a:lnTo>
                  <a:lnTo>
                    <a:pt x="8130884" y="69841"/>
                  </a:lnTo>
                  <a:lnTo>
                    <a:pt x="8131030" y="69841"/>
                  </a:lnTo>
                  <a:lnTo>
                    <a:pt x="8131175" y="69841"/>
                  </a:lnTo>
                  <a:lnTo>
                    <a:pt x="8131321" y="69841"/>
                  </a:lnTo>
                  <a:lnTo>
                    <a:pt x="8131466" y="69841"/>
                  </a:lnTo>
                  <a:lnTo>
                    <a:pt x="8131611" y="69841"/>
                  </a:lnTo>
                  <a:lnTo>
                    <a:pt x="8131757" y="69841"/>
                  </a:lnTo>
                  <a:lnTo>
                    <a:pt x="8131757" y="69217"/>
                  </a:lnTo>
                  <a:lnTo>
                    <a:pt x="8131902" y="69217"/>
                  </a:lnTo>
                  <a:lnTo>
                    <a:pt x="8132048" y="69217"/>
                  </a:lnTo>
                  <a:lnTo>
                    <a:pt x="8132193" y="69217"/>
                  </a:lnTo>
                  <a:lnTo>
                    <a:pt x="8132339" y="69217"/>
                  </a:lnTo>
                  <a:lnTo>
                    <a:pt x="8132484" y="69217"/>
                  </a:lnTo>
                  <a:lnTo>
                    <a:pt x="8132629" y="69217"/>
                  </a:lnTo>
                  <a:lnTo>
                    <a:pt x="8132775" y="69217"/>
                  </a:lnTo>
                  <a:lnTo>
                    <a:pt x="8132920" y="69217"/>
                  </a:lnTo>
                  <a:lnTo>
                    <a:pt x="8133066" y="69217"/>
                  </a:lnTo>
                  <a:lnTo>
                    <a:pt x="8133211" y="69217"/>
                  </a:lnTo>
                  <a:lnTo>
                    <a:pt x="8133357" y="69217"/>
                  </a:lnTo>
                  <a:lnTo>
                    <a:pt x="8133502" y="69217"/>
                  </a:lnTo>
                  <a:lnTo>
                    <a:pt x="8133647" y="69217"/>
                  </a:lnTo>
                  <a:lnTo>
                    <a:pt x="8133793" y="69217"/>
                  </a:lnTo>
                  <a:lnTo>
                    <a:pt x="8133938" y="69217"/>
                  </a:lnTo>
                  <a:lnTo>
                    <a:pt x="8134084" y="69217"/>
                  </a:lnTo>
                  <a:lnTo>
                    <a:pt x="8134229" y="69217"/>
                  </a:lnTo>
                  <a:lnTo>
                    <a:pt x="8134375" y="69217"/>
                  </a:lnTo>
                  <a:lnTo>
                    <a:pt x="8134520" y="69217"/>
                  </a:lnTo>
                  <a:lnTo>
                    <a:pt x="8134665" y="69217"/>
                  </a:lnTo>
                  <a:lnTo>
                    <a:pt x="8134811" y="69217"/>
                  </a:lnTo>
                  <a:lnTo>
                    <a:pt x="8134956" y="69217"/>
                  </a:lnTo>
                  <a:lnTo>
                    <a:pt x="8135102" y="69217"/>
                  </a:lnTo>
                  <a:lnTo>
                    <a:pt x="8135102" y="68594"/>
                  </a:lnTo>
                  <a:lnTo>
                    <a:pt x="8135247" y="68594"/>
                  </a:lnTo>
                  <a:lnTo>
                    <a:pt x="8135393" y="68594"/>
                  </a:lnTo>
                  <a:lnTo>
                    <a:pt x="8135538" y="68594"/>
                  </a:lnTo>
                  <a:lnTo>
                    <a:pt x="8135683" y="68594"/>
                  </a:lnTo>
                  <a:lnTo>
                    <a:pt x="8135829" y="68594"/>
                  </a:lnTo>
                  <a:lnTo>
                    <a:pt x="8135974" y="68594"/>
                  </a:lnTo>
                  <a:lnTo>
                    <a:pt x="8136120" y="68594"/>
                  </a:lnTo>
                  <a:lnTo>
                    <a:pt x="8136265" y="68594"/>
                  </a:lnTo>
                  <a:lnTo>
                    <a:pt x="8136410" y="68594"/>
                  </a:lnTo>
                  <a:lnTo>
                    <a:pt x="8136556" y="68594"/>
                  </a:lnTo>
                  <a:lnTo>
                    <a:pt x="8136701" y="68594"/>
                  </a:lnTo>
                  <a:lnTo>
                    <a:pt x="8136847" y="68594"/>
                  </a:lnTo>
                  <a:lnTo>
                    <a:pt x="8136992" y="68594"/>
                  </a:lnTo>
                  <a:lnTo>
                    <a:pt x="8137138" y="68594"/>
                  </a:lnTo>
                  <a:lnTo>
                    <a:pt x="8137283" y="68594"/>
                  </a:lnTo>
                  <a:lnTo>
                    <a:pt x="8137428" y="68594"/>
                  </a:lnTo>
                  <a:lnTo>
                    <a:pt x="8137574" y="68594"/>
                  </a:lnTo>
                  <a:lnTo>
                    <a:pt x="8137719" y="68594"/>
                  </a:lnTo>
                  <a:lnTo>
                    <a:pt x="8137865" y="68594"/>
                  </a:lnTo>
                  <a:lnTo>
                    <a:pt x="8138010" y="68594"/>
                  </a:lnTo>
                  <a:lnTo>
                    <a:pt x="8138156" y="68594"/>
                  </a:lnTo>
                  <a:lnTo>
                    <a:pt x="8138301" y="68594"/>
                  </a:lnTo>
                  <a:lnTo>
                    <a:pt x="8138446" y="68594"/>
                  </a:lnTo>
                  <a:lnTo>
                    <a:pt x="8138592" y="68594"/>
                  </a:lnTo>
                  <a:lnTo>
                    <a:pt x="8138737" y="68594"/>
                  </a:lnTo>
                  <a:lnTo>
                    <a:pt x="8138883" y="68594"/>
                  </a:lnTo>
                  <a:lnTo>
                    <a:pt x="8139028" y="68594"/>
                  </a:lnTo>
                  <a:lnTo>
                    <a:pt x="8139174" y="68594"/>
                  </a:lnTo>
                  <a:lnTo>
                    <a:pt x="8139319" y="68594"/>
                  </a:lnTo>
                  <a:lnTo>
                    <a:pt x="8139319" y="67970"/>
                  </a:lnTo>
                  <a:lnTo>
                    <a:pt x="8139464" y="67970"/>
                  </a:lnTo>
                  <a:lnTo>
                    <a:pt x="8139610" y="67970"/>
                  </a:lnTo>
                  <a:lnTo>
                    <a:pt x="8139755" y="67970"/>
                  </a:lnTo>
                  <a:lnTo>
                    <a:pt x="8139901" y="67970"/>
                  </a:lnTo>
                  <a:lnTo>
                    <a:pt x="8140046" y="67970"/>
                  </a:lnTo>
                  <a:lnTo>
                    <a:pt x="8140192" y="67970"/>
                  </a:lnTo>
                  <a:lnTo>
                    <a:pt x="8140337" y="67970"/>
                  </a:lnTo>
                  <a:lnTo>
                    <a:pt x="8140482" y="67970"/>
                  </a:lnTo>
                  <a:lnTo>
                    <a:pt x="8140628" y="67970"/>
                  </a:lnTo>
                  <a:lnTo>
                    <a:pt x="8140773" y="67970"/>
                  </a:lnTo>
                  <a:lnTo>
                    <a:pt x="8140919" y="67970"/>
                  </a:lnTo>
                  <a:lnTo>
                    <a:pt x="8140919" y="67346"/>
                  </a:lnTo>
                  <a:lnTo>
                    <a:pt x="8141064" y="67346"/>
                  </a:lnTo>
                  <a:lnTo>
                    <a:pt x="8141210" y="67346"/>
                  </a:lnTo>
                  <a:lnTo>
                    <a:pt x="8141355" y="67346"/>
                  </a:lnTo>
                  <a:lnTo>
                    <a:pt x="8141500" y="67346"/>
                  </a:lnTo>
                  <a:lnTo>
                    <a:pt x="8141646" y="67346"/>
                  </a:lnTo>
                  <a:lnTo>
                    <a:pt x="8141791" y="67346"/>
                  </a:lnTo>
                  <a:lnTo>
                    <a:pt x="8141937" y="67346"/>
                  </a:lnTo>
                  <a:lnTo>
                    <a:pt x="8142082" y="67346"/>
                  </a:lnTo>
                  <a:lnTo>
                    <a:pt x="8142228" y="67346"/>
                  </a:lnTo>
                  <a:lnTo>
                    <a:pt x="8142373" y="67346"/>
                  </a:lnTo>
                  <a:lnTo>
                    <a:pt x="8142373" y="66723"/>
                  </a:lnTo>
                  <a:lnTo>
                    <a:pt x="8142518" y="66723"/>
                  </a:lnTo>
                  <a:lnTo>
                    <a:pt x="8142664" y="66723"/>
                  </a:lnTo>
                  <a:lnTo>
                    <a:pt x="8142809" y="66723"/>
                  </a:lnTo>
                  <a:lnTo>
                    <a:pt x="8142955" y="66723"/>
                  </a:lnTo>
                  <a:lnTo>
                    <a:pt x="8143100" y="66723"/>
                  </a:lnTo>
                  <a:lnTo>
                    <a:pt x="8143245" y="66723"/>
                  </a:lnTo>
                  <a:lnTo>
                    <a:pt x="8143391" y="66723"/>
                  </a:lnTo>
                  <a:lnTo>
                    <a:pt x="8143536" y="66723"/>
                  </a:lnTo>
                  <a:lnTo>
                    <a:pt x="8143682" y="66723"/>
                  </a:lnTo>
                  <a:lnTo>
                    <a:pt x="8143827" y="66723"/>
                  </a:lnTo>
                  <a:lnTo>
                    <a:pt x="8143973" y="66723"/>
                  </a:lnTo>
                  <a:lnTo>
                    <a:pt x="8144118" y="66723"/>
                  </a:lnTo>
                  <a:lnTo>
                    <a:pt x="8144263" y="66723"/>
                  </a:lnTo>
                  <a:lnTo>
                    <a:pt x="8144409" y="66723"/>
                  </a:lnTo>
                  <a:lnTo>
                    <a:pt x="8144554" y="66723"/>
                  </a:lnTo>
                  <a:lnTo>
                    <a:pt x="8144700" y="66723"/>
                  </a:lnTo>
                  <a:lnTo>
                    <a:pt x="8144845" y="66723"/>
                  </a:lnTo>
                  <a:lnTo>
                    <a:pt x="8144991" y="66723"/>
                  </a:lnTo>
                  <a:lnTo>
                    <a:pt x="8144991" y="66099"/>
                  </a:lnTo>
                  <a:lnTo>
                    <a:pt x="8145136" y="66099"/>
                  </a:lnTo>
                  <a:lnTo>
                    <a:pt x="8145281" y="66099"/>
                  </a:lnTo>
                  <a:lnTo>
                    <a:pt x="8145427" y="66099"/>
                  </a:lnTo>
                  <a:lnTo>
                    <a:pt x="8145572" y="66099"/>
                  </a:lnTo>
                  <a:lnTo>
                    <a:pt x="8145718" y="66099"/>
                  </a:lnTo>
                  <a:lnTo>
                    <a:pt x="8145863" y="66099"/>
                  </a:lnTo>
                  <a:lnTo>
                    <a:pt x="8146009" y="66099"/>
                  </a:lnTo>
                  <a:lnTo>
                    <a:pt x="8146154" y="66099"/>
                  </a:lnTo>
                  <a:lnTo>
                    <a:pt x="8146299" y="66099"/>
                  </a:lnTo>
                  <a:lnTo>
                    <a:pt x="8146445" y="66099"/>
                  </a:lnTo>
                  <a:lnTo>
                    <a:pt x="8146590" y="66099"/>
                  </a:lnTo>
                  <a:lnTo>
                    <a:pt x="8146736" y="66099"/>
                  </a:lnTo>
                  <a:lnTo>
                    <a:pt x="8146881" y="66099"/>
                  </a:lnTo>
                  <a:lnTo>
                    <a:pt x="8147027" y="66099"/>
                  </a:lnTo>
                  <a:lnTo>
                    <a:pt x="8147172" y="66099"/>
                  </a:lnTo>
                  <a:lnTo>
                    <a:pt x="8147317" y="66099"/>
                  </a:lnTo>
                  <a:lnTo>
                    <a:pt x="8147463" y="66099"/>
                  </a:lnTo>
                  <a:lnTo>
                    <a:pt x="8147608" y="66099"/>
                  </a:lnTo>
                  <a:lnTo>
                    <a:pt x="8147754" y="66099"/>
                  </a:lnTo>
                  <a:lnTo>
                    <a:pt x="8147899" y="66099"/>
                  </a:lnTo>
                  <a:lnTo>
                    <a:pt x="8148045" y="66099"/>
                  </a:lnTo>
                  <a:lnTo>
                    <a:pt x="8148190" y="66099"/>
                  </a:lnTo>
                  <a:lnTo>
                    <a:pt x="8148335" y="66099"/>
                  </a:lnTo>
                  <a:lnTo>
                    <a:pt x="8148335" y="65476"/>
                  </a:lnTo>
                  <a:lnTo>
                    <a:pt x="8148481" y="65476"/>
                  </a:lnTo>
                  <a:lnTo>
                    <a:pt x="8148626" y="65476"/>
                  </a:lnTo>
                  <a:lnTo>
                    <a:pt x="8148772" y="65476"/>
                  </a:lnTo>
                  <a:lnTo>
                    <a:pt x="8148917" y="65476"/>
                  </a:lnTo>
                  <a:lnTo>
                    <a:pt x="8149063" y="65476"/>
                  </a:lnTo>
                  <a:lnTo>
                    <a:pt x="8149208" y="65476"/>
                  </a:lnTo>
                  <a:lnTo>
                    <a:pt x="8149353" y="65476"/>
                  </a:lnTo>
                  <a:lnTo>
                    <a:pt x="8149499" y="65476"/>
                  </a:lnTo>
                  <a:lnTo>
                    <a:pt x="8149644" y="65476"/>
                  </a:lnTo>
                  <a:lnTo>
                    <a:pt x="8149790" y="65476"/>
                  </a:lnTo>
                  <a:lnTo>
                    <a:pt x="8149935" y="65476"/>
                  </a:lnTo>
                  <a:lnTo>
                    <a:pt x="8150080" y="65476"/>
                  </a:lnTo>
                  <a:lnTo>
                    <a:pt x="8150226" y="65476"/>
                  </a:lnTo>
                  <a:lnTo>
                    <a:pt x="8150371" y="65476"/>
                  </a:lnTo>
                  <a:lnTo>
                    <a:pt x="8150517" y="65476"/>
                  </a:lnTo>
                  <a:lnTo>
                    <a:pt x="8150662" y="65476"/>
                  </a:lnTo>
                  <a:lnTo>
                    <a:pt x="8150808" y="65476"/>
                  </a:lnTo>
                  <a:lnTo>
                    <a:pt x="8150953" y="65476"/>
                  </a:lnTo>
                  <a:lnTo>
                    <a:pt x="8151098" y="65476"/>
                  </a:lnTo>
                  <a:lnTo>
                    <a:pt x="8151244" y="65476"/>
                  </a:lnTo>
                  <a:lnTo>
                    <a:pt x="8151389" y="65476"/>
                  </a:lnTo>
                  <a:lnTo>
                    <a:pt x="8151535" y="65476"/>
                  </a:lnTo>
                  <a:lnTo>
                    <a:pt x="8151680" y="65476"/>
                  </a:lnTo>
                  <a:lnTo>
                    <a:pt x="8151826" y="65476"/>
                  </a:lnTo>
                  <a:lnTo>
                    <a:pt x="8151826" y="64852"/>
                  </a:lnTo>
                  <a:lnTo>
                    <a:pt x="8151971" y="64852"/>
                  </a:lnTo>
                  <a:lnTo>
                    <a:pt x="8152116" y="64852"/>
                  </a:lnTo>
                  <a:lnTo>
                    <a:pt x="8152262" y="64852"/>
                  </a:lnTo>
                  <a:lnTo>
                    <a:pt x="8152407" y="64852"/>
                  </a:lnTo>
                  <a:lnTo>
                    <a:pt x="8152553" y="64852"/>
                  </a:lnTo>
                  <a:lnTo>
                    <a:pt x="8152698" y="64852"/>
                  </a:lnTo>
                  <a:lnTo>
                    <a:pt x="8152844" y="64852"/>
                  </a:lnTo>
                  <a:lnTo>
                    <a:pt x="8152989" y="64852"/>
                  </a:lnTo>
                  <a:lnTo>
                    <a:pt x="8153134" y="64852"/>
                  </a:lnTo>
                  <a:lnTo>
                    <a:pt x="8153280" y="64852"/>
                  </a:lnTo>
                  <a:lnTo>
                    <a:pt x="8153425" y="64852"/>
                  </a:lnTo>
                  <a:lnTo>
                    <a:pt x="8153571" y="64852"/>
                  </a:lnTo>
                  <a:lnTo>
                    <a:pt x="8153716" y="64852"/>
                  </a:lnTo>
                  <a:lnTo>
                    <a:pt x="8153862" y="64852"/>
                  </a:lnTo>
                  <a:lnTo>
                    <a:pt x="8154007" y="64852"/>
                  </a:lnTo>
                  <a:lnTo>
                    <a:pt x="8154152" y="64852"/>
                  </a:lnTo>
                  <a:lnTo>
                    <a:pt x="8154298" y="64852"/>
                  </a:lnTo>
                  <a:lnTo>
                    <a:pt x="8154443" y="64852"/>
                  </a:lnTo>
                  <a:lnTo>
                    <a:pt x="8154589" y="64852"/>
                  </a:lnTo>
                  <a:lnTo>
                    <a:pt x="8154734" y="64852"/>
                  </a:lnTo>
                  <a:lnTo>
                    <a:pt x="8154880" y="64852"/>
                  </a:lnTo>
                  <a:lnTo>
                    <a:pt x="8155025" y="64852"/>
                  </a:lnTo>
                  <a:lnTo>
                    <a:pt x="8155170" y="64852"/>
                  </a:lnTo>
                  <a:lnTo>
                    <a:pt x="8155316" y="64852"/>
                  </a:lnTo>
                  <a:lnTo>
                    <a:pt x="8155461" y="64852"/>
                  </a:lnTo>
                  <a:lnTo>
                    <a:pt x="8155607" y="64852"/>
                  </a:lnTo>
                  <a:lnTo>
                    <a:pt x="8155752" y="64852"/>
                  </a:lnTo>
                  <a:lnTo>
                    <a:pt x="8155898" y="64852"/>
                  </a:lnTo>
                  <a:lnTo>
                    <a:pt x="8156043" y="64852"/>
                  </a:lnTo>
                  <a:lnTo>
                    <a:pt x="8156188" y="64852"/>
                  </a:lnTo>
                  <a:lnTo>
                    <a:pt x="8156334" y="64852"/>
                  </a:lnTo>
                  <a:lnTo>
                    <a:pt x="8156479" y="64852"/>
                  </a:lnTo>
                  <a:lnTo>
                    <a:pt x="8156625" y="64852"/>
                  </a:lnTo>
                  <a:lnTo>
                    <a:pt x="8156770" y="64852"/>
                  </a:lnTo>
                  <a:lnTo>
                    <a:pt x="8156915" y="64852"/>
                  </a:lnTo>
                  <a:lnTo>
                    <a:pt x="8157061" y="64852"/>
                  </a:lnTo>
                  <a:lnTo>
                    <a:pt x="8157206" y="64852"/>
                  </a:lnTo>
                  <a:lnTo>
                    <a:pt x="8157352" y="64852"/>
                  </a:lnTo>
                  <a:lnTo>
                    <a:pt x="8157497" y="64852"/>
                  </a:lnTo>
                  <a:lnTo>
                    <a:pt x="8157643" y="64852"/>
                  </a:lnTo>
                  <a:lnTo>
                    <a:pt x="8157788" y="64852"/>
                  </a:lnTo>
                  <a:lnTo>
                    <a:pt x="8157788" y="64228"/>
                  </a:lnTo>
                  <a:lnTo>
                    <a:pt x="8157933" y="64228"/>
                  </a:lnTo>
                  <a:lnTo>
                    <a:pt x="8158079" y="64228"/>
                  </a:lnTo>
                  <a:lnTo>
                    <a:pt x="8158224" y="64228"/>
                  </a:lnTo>
                  <a:lnTo>
                    <a:pt x="8158370" y="64228"/>
                  </a:lnTo>
                  <a:lnTo>
                    <a:pt x="8158370" y="63605"/>
                  </a:lnTo>
                  <a:lnTo>
                    <a:pt x="8158515" y="63605"/>
                  </a:lnTo>
                  <a:lnTo>
                    <a:pt x="8158661" y="63605"/>
                  </a:lnTo>
                  <a:lnTo>
                    <a:pt x="8158806" y="63605"/>
                  </a:lnTo>
                  <a:lnTo>
                    <a:pt x="8158951" y="63605"/>
                  </a:lnTo>
                  <a:lnTo>
                    <a:pt x="8159097" y="63605"/>
                  </a:lnTo>
                  <a:lnTo>
                    <a:pt x="8159242" y="63605"/>
                  </a:lnTo>
                  <a:lnTo>
                    <a:pt x="8159388" y="63605"/>
                  </a:lnTo>
                  <a:lnTo>
                    <a:pt x="8159533" y="63605"/>
                  </a:lnTo>
                  <a:lnTo>
                    <a:pt x="8159679" y="63605"/>
                  </a:lnTo>
                  <a:lnTo>
                    <a:pt x="8159824" y="63605"/>
                  </a:lnTo>
                  <a:lnTo>
                    <a:pt x="8159969" y="63605"/>
                  </a:lnTo>
                  <a:lnTo>
                    <a:pt x="8160115" y="63605"/>
                  </a:lnTo>
                  <a:lnTo>
                    <a:pt x="8160260" y="63605"/>
                  </a:lnTo>
                  <a:lnTo>
                    <a:pt x="8160406" y="63605"/>
                  </a:lnTo>
                  <a:lnTo>
                    <a:pt x="8160551" y="63605"/>
                  </a:lnTo>
                  <a:lnTo>
                    <a:pt x="8160697" y="63605"/>
                  </a:lnTo>
                  <a:lnTo>
                    <a:pt x="8160842" y="63605"/>
                  </a:lnTo>
                  <a:lnTo>
                    <a:pt x="8160987" y="63605"/>
                  </a:lnTo>
                  <a:lnTo>
                    <a:pt x="8161133" y="63605"/>
                  </a:lnTo>
                  <a:lnTo>
                    <a:pt x="8161278" y="63605"/>
                  </a:lnTo>
                  <a:lnTo>
                    <a:pt x="8161424" y="63605"/>
                  </a:lnTo>
                  <a:lnTo>
                    <a:pt x="8161569" y="63605"/>
                  </a:lnTo>
                  <a:lnTo>
                    <a:pt x="8161715" y="63605"/>
                  </a:lnTo>
                  <a:lnTo>
                    <a:pt x="8161860" y="63605"/>
                  </a:lnTo>
                  <a:lnTo>
                    <a:pt x="8162005" y="63605"/>
                  </a:lnTo>
                  <a:lnTo>
                    <a:pt x="8162151" y="63605"/>
                  </a:lnTo>
                  <a:lnTo>
                    <a:pt x="8162296" y="63605"/>
                  </a:lnTo>
                  <a:lnTo>
                    <a:pt x="8162442" y="63605"/>
                  </a:lnTo>
                  <a:lnTo>
                    <a:pt x="8162587" y="63605"/>
                  </a:lnTo>
                  <a:lnTo>
                    <a:pt x="8162732" y="63605"/>
                  </a:lnTo>
                  <a:lnTo>
                    <a:pt x="8162878" y="63605"/>
                  </a:lnTo>
                  <a:lnTo>
                    <a:pt x="8163023" y="63605"/>
                  </a:lnTo>
                  <a:lnTo>
                    <a:pt x="8163023" y="62981"/>
                  </a:lnTo>
                  <a:lnTo>
                    <a:pt x="8163169" y="62981"/>
                  </a:lnTo>
                  <a:lnTo>
                    <a:pt x="8163169" y="62358"/>
                  </a:lnTo>
                  <a:lnTo>
                    <a:pt x="8163314" y="62358"/>
                  </a:lnTo>
                  <a:lnTo>
                    <a:pt x="8163460" y="62358"/>
                  </a:lnTo>
                  <a:lnTo>
                    <a:pt x="8163605" y="62358"/>
                  </a:lnTo>
                  <a:lnTo>
                    <a:pt x="8163750" y="62358"/>
                  </a:lnTo>
                  <a:lnTo>
                    <a:pt x="8163896" y="62358"/>
                  </a:lnTo>
                  <a:lnTo>
                    <a:pt x="8164041" y="62358"/>
                  </a:lnTo>
                  <a:lnTo>
                    <a:pt x="8164187" y="62358"/>
                  </a:lnTo>
                  <a:lnTo>
                    <a:pt x="8164332" y="62358"/>
                  </a:lnTo>
                  <a:lnTo>
                    <a:pt x="8164478" y="62358"/>
                  </a:lnTo>
                  <a:lnTo>
                    <a:pt x="8164623" y="62358"/>
                  </a:lnTo>
                  <a:lnTo>
                    <a:pt x="8164623" y="61734"/>
                  </a:lnTo>
                  <a:lnTo>
                    <a:pt x="8164768" y="61734"/>
                  </a:lnTo>
                  <a:lnTo>
                    <a:pt x="8164914" y="61734"/>
                  </a:lnTo>
                  <a:lnTo>
                    <a:pt x="8165059" y="61734"/>
                  </a:lnTo>
                  <a:lnTo>
                    <a:pt x="8165205" y="61734"/>
                  </a:lnTo>
                  <a:lnTo>
                    <a:pt x="8165350" y="61734"/>
                  </a:lnTo>
                  <a:lnTo>
                    <a:pt x="8165496" y="61734"/>
                  </a:lnTo>
                  <a:lnTo>
                    <a:pt x="8165641" y="61734"/>
                  </a:lnTo>
                  <a:lnTo>
                    <a:pt x="8165786" y="61734"/>
                  </a:lnTo>
                  <a:lnTo>
                    <a:pt x="8165932" y="61734"/>
                  </a:lnTo>
                  <a:lnTo>
                    <a:pt x="8166077" y="61734"/>
                  </a:lnTo>
                  <a:lnTo>
                    <a:pt x="8166223" y="61734"/>
                  </a:lnTo>
                  <a:lnTo>
                    <a:pt x="8166368" y="61734"/>
                  </a:lnTo>
                  <a:lnTo>
                    <a:pt x="8166514" y="61734"/>
                  </a:lnTo>
                  <a:lnTo>
                    <a:pt x="8166659" y="61734"/>
                  </a:lnTo>
                  <a:lnTo>
                    <a:pt x="8166804" y="61734"/>
                  </a:lnTo>
                  <a:lnTo>
                    <a:pt x="8166950" y="61734"/>
                  </a:lnTo>
                  <a:lnTo>
                    <a:pt x="8167095" y="61734"/>
                  </a:lnTo>
                  <a:lnTo>
                    <a:pt x="8167241" y="61734"/>
                  </a:lnTo>
                  <a:lnTo>
                    <a:pt x="8167386" y="61734"/>
                  </a:lnTo>
                  <a:lnTo>
                    <a:pt x="8167532" y="61734"/>
                  </a:lnTo>
                  <a:lnTo>
                    <a:pt x="8167677" y="61734"/>
                  </a:lnTo>
                  <a:lnTo>
                    <a:pt x="8167822" y="61734"/>
                  </a:lnTo>
                  <a:lnTo>
                    <a:pt x="8167968" y="61734"/>
                  </a:lnTo>
                  <a:lnTo>
                    <a:pt x="8168113" y="61734"/>
                  </a:lnTo>
                  <a:lnTo>
                    <a:pt x="8168259" y="61734"/>
                  </a:lnTo>
                  <a:lnTo>
                    <a:pt x="8168404" y="61734"/>
                  </a:lnTo>
                  <a:lnTo>
                    <a:pt x="8168550" y="61734"/>
                  </a:lnTo>
                  <a:lnTo>
                    <a:pt x="8168695" y="61734"/>
                  </a:lnTo>
                  <a:lnTo>
                    <a:pt x="8168840" y="61734"/>
                  </a:lnTo>
                  <a:lnTo>
                    <a:pt x="8168986" y="61734"/>
                  </a:lnTo>
                  <a:lnTo>
                    <a:pt x="8169131" y="61734"/>
                  </a:lnTo>
                  <a:lnTo>
                    <a:pt x="8169277" y="61734"/>
                  </a:lnTo>
                  <a:lnTo>
                    <a:pt x="8169422" y="61734"/>
                  </a:lnTo>
                  <a:lnTo>
                    <a:pt x="8169422" y="61111"/>
                  </a:lnTo>
                  <a:lnTo>
                    <a:pt x="8169567" y="61111"/>
                  </a:lnTo>
                  <a:lnTo>
                    <a:pt x="8169713" y="61111"/>
                  </a:lnTo>
                  <a:lnTo>
                    <a:pt x="8169713" y="60487"/>
                  </a:lnTo>
                  <a:lnTo>
                    <a:pt x="8169858" y="60487"/>
                  </a:lnTo>
                  <a:lnTo>
                    <a:pt x="8170004" y="60487"/>
                  </a:lnTo>
                  <a:lnTo>
                    <a:pt x="8170149" y="60487"/>
                  </a:lnTo>
                  <a:lnTo>
                    <a:pt x="8170295" y="60487"/>
                  </a:lnTo>
                  <a:lnTo>
                    <a:pt x="8170440" y="60487"/>
                  </a:lnTo>
                  <a:lnTo>
                    <a:pt x="8170585" y="60487"/>
                  </a:lnTo>
                  <a:lnTo>
                    <a:pt x="8170731" y="60487"/>
                  </a:lnTo>
                  <a:lnTo>
                    <a:pt x="8170876" y="60487"/>
                  </a:lnTo>
                  <a:lnTo>
                    <a:pt x="8171022" y="60487"/>
                  </a:lnTo>
                  <a:lnTo>
                    <a:pt x="8171167" y="60487"/>
                  </a:lnTo>
                  <a:lnTo>
                    <a:pt x="8171313" y="60487"/>
                  </a:lnTo>
                  <a:lnTo>
                    <a:pt x="8171458" y="60487"/>
                  </a:lnTo>
                  <a:lnTo>
                    <a:pt x="8171603" y="60487"/>
                  </a:lnTo>
                  <a:lnTo>
                    <a:pt x="8171749" y="60487"/>
                  </a:lnTo>
                  <a:lnTo>
                    <a:pt x="8171894" y="60487"/>
                  </a:lnTo>
                  <a:lnTo>
                    <a:pt x="8172040" y="60487"/>
                  </a:lnTo>
                  <a:lnTo>
                    <a:pt x="8172185" y="60487"/>
                  </a:lnTo>
                  <a:lnTo>
                    <a:pt x="8172331" y="60487"/>
                  </a:lnTo>
                  <a:lnTo>
                    <a:pt x="8172476" y="60487"/>
                  </a:lnTo>
                  <a:lnTo>
                    <a:pt x="8172621" y="60487"/>
                  </a:lnTo>
                  <a:lnTo>
                    <a:pt x="8172767" y="60487"/>
                  </a:lnTo>
                  <a:lnTo>
                    <a:pt x="8172912" y="60487"/>
                  </a:lnTo>
                  <a:lnTo>
                    <a:pt x="8173058" y="60487"/>
                  </a:lnTo>
                  <a:lnTo>
                    <a:pt x="8173203" y="60487"/>
                  </a:lnTo>
                  <a:lnTo>
                    <a:pt x="8173203" y="59863"/>
                  </a:lnTo>
                  <a:lnTo>
                    <a:pt x="8173349" y="59863"/>
                  </a:lnTo>
                  <a:lnTo>
                    <a:pt x="8173349" y="59240"/>
                  </a:lnTo>
                  <a:lnTo>
                    <a:pt x="8173494" y="59240"/>
                  </a:lnTo>
                  <a:lnTo>
                    <a:pt x="8173639" y="59240"/>
                  </a:lnTo>
                  <a:lnTo>
                    <a:pt x="8173785" y="59240"/>
                  </a:lnTo>
                  <a:lnTo>
                    <a:pt x="8173930" y="59240"/>
                  </a:lnTo>
                  <a:lnTo>
                    <a:pt x="8174076" y="59240"/>
                  </a:lnTo>
                  <a:lnTo>
                    <a:pt x="8174221" y="59240"/>
                  </a:lnTo>
                  <a:lnTo>
                    <a:pt x="8174367" y="59240"/>
                  </a:lnTo>
                  <a:lnTo>
                    <a:pt x="8174512" y="59240"/>
                  </a:lnTo>
                  <a:lnTo>
                    <a:pt x="8174657" y="59240"/>
                  </a:lnTo>
                  <a:lnTo>
                    <a:pt x="8174803" y="59240"/>
                  </a:lnTo>
                  <a:lnTo>
                    <a:pt x="8174948" y="59240"/>
                  </a:lnTo>
                  <a:lnTo>
                    <a:pt x="8175094" y="59240"/>
                  </a:lnTo>
                  <a:lnTo>
                    <a:pt x="8175239" y="59240"/>
                  </a:lnTo>
                  <a:lnTo>
                    <a:pt x="8175385" y="59240"/>
                  </a:lnTo>
                  <a:lnTo>
                    <a:pt x="8175530" y="59240"/>
                  </a:lnTo>
                  <a:lnTo>
                    <a:pt x="8175675" y="59240"/>
                  </a:lnTo>
                  <a:lnTo>
                    <a:pt x="8175821" y="59240"/>
                  </a:lnTo>
                  <a:lnTo>
                    <a:pt x="8175966" y="59240"/>
                  </a:lnTo>
                  <a:lnTo>
                    <a:pt x="8176112" y="59240"/>
                  </a:lnTo>
                  <a:lnTo>
                    <a:pt x="8176257" y="59240"/>
                  </a:lnTo>
                  <a:lnTo>
                    <a:pt x="8176402" y="59240"/>
                  </a:lnTo>
                  <a:lnTo>
                    <a:pt x="8176548" y="59240"/>
                  </a:lnTo>
                  <a:lnTo>
                    <a:pt x="8176693" y="59240"/>
                  </a:lnTo>
                  <a:lnTo>
                    <a:pt x="8176839" y="59240"/>
                  </a:lnTo>
                  <a:lnTo>
                    <a:pt x="8176984" y="59240"/>
                  </a:lnTo>
                  <a:lnTo>
                    <a:pt x="8177130" y="59240"/>
                  </a:lnTo>
                  <a:lnTo>
                    <a:pt x="8177275" y="59240"/>
                  </a:lnTo>
                  <a:lnTo>
                    <a:pt x="8177420" y="59240"/>
                  </a:lnTo>
                  <a:lnTo>
                    <a:pt x="8177566" y="59240"/>
                  </a:lnTo>
                  <a:lnTo>
                    <a:pt x="8177711" y="59240"/>
                  </a:lnTo>
                  <a:lnTo>
                    <a:pt x="8177857" y="59240"/>
                  </a:lnTo>
                  <a:lnTo>
                    <a:pt x="8178002" y="59240"/>
                  </a:lnTo>
                  <a:lnTo>
                    <a:pt x="8178148" y="59240"/>
                  </a:lnTo>
                  <a:lnTo>
                    <a:pt x="8178293" y="59240"/>
                  </a:lnTo>
                  <a:lnTo>
                    <a:pt x="8178438" y="59240"/>
                  </a:lnTo>
                  <a:lnTo>
                    <a:pt x="8178584" y="59240"/>
                  </a:lnTo>
                  <a:lnTo>
                    <a:pt x="8178729" y="59240"/>
                  </a:lnTo>
                  <a:lnTo>
                    <a:pt x="8178875" y="59240"/>
                  </a:lnTo>
                  <a:lnTo>
                    <a:pt x="8179020" y="59240"/>
                  </a:lnTo>
                  <a:lnTo>
                    <a:pt x="8179166" y="59240"/>
                  </a:lnTo>
                  <a:lnTo>
                    <a:pt x="8179311" y="59240"/>
                  </a:lnTo>
                  <a:lnTo>
                    <a:pt x="8179456" y="59240"/>
                  </a:lnTo>
                  <a:lnTo>
                    <a:pt x="8179456" y="58616"/>
                  </a:lnTo>
                  <a:lnTo>
                    <a:pt x="8179602" y="58616"/>
                  </a:lnTo>
                  <a:lnTo>
                    <a:pt x="8179747" y="58616"/>
                  </a:lnTo>
                  <a:lnTo>
                    <a:pt x="8179893" y="58616"/>
                  </a:lnTo>
                  <a:lnTo>
                    <a:pt x="8180038" y="58616"/>
                  </a:lnTo>
                  <a:lnTo>
                    <a:pt x="8180184" y="58616"/>
                  </a:lnTo>
                  <a:lnTo>
                    <a:pt x="8180329" y="58616"/>
                  </a:lnTo>
                  <a:lnTo>
                    <a:pt x="8180474" y="58616"/>
                  </a:lnTo>
                  <a:lnTo>
                    <a:pt x="8180620" y="58616"/>
                  </a:lnTo>
                  <a:lnTo>
                    <a:pt x="8180765" y="58616"/>
                  </a:lnTo>
                  <a:lnTo>
                    <a:pt x="8180911" y="58616"/>
                  </a:lnTo>
                  <a:lnTo>
                    <a:pt x="8181056" y="58616"/>
                  </a:lnTo>
                  <a:lnTo>
                    <a:pt x="8181202" y="58616"/>
                  </a:lnTo>
                  <a:lnTo>
                    <a:pt x="8181347" y="58616"/>
                  </a:lnTo>
                  <a:lnTo>
                    <a:pt x="8181492" y="58616"/>
                  </a:lnTo>
                  <a:lnTo>
                    <a:pt x="8181638" y="58616"/>
                  </a:lnTo>
                  <a:lnTo>
                    <a:pt x="8181783" y="58616"/>
                  </a:lnTo>
                  <a:lnTo>
                    <a:pt x="8181929" y="58616"/>
                  </a:lnTo>
                  <a:lnTo>
                    <a:pt x="8182074" y="58616"/>
                  </a:lnTo>
                  <a:lnTo>
                    <a:pt x="8182220" y="58616"/>
                  </a:lnTo>
                  <a:lnTo>
                    <a:pt x="8182365" y="58616"/>
                  </a:lnTo>
                  <a:lnTo>
                    <a:pt x="8182510" y="58616"/>
                  </a:lnTo>
                  <a:lnTo>
                    <a:pt x="8182656" y="58616"/>
                  </a:lnTo>
                  <a:lnTo>
                    <a:pt x="8182801" y="58616"/>
                  </a:lnTo>
                  <a:lnTo>
                    <a:pt x="8182947" y="58616"/>
                  </a:lnTo>
                  <a:lnTo>
                    <a:pt x="8182947" y="57993"/>
                  </a:lnTo>
                  <a:lnTo>
                    <a:pt x="8183092" y="57993"/>
                  </a:lnTo>
                  <a:lnTo>
                    <a:pt x="8183237" y="57993"/>
                  </a:lnTo>
                  <a:lnTo>
                    <a:pt x="8183383" y="57993"/>
                  </a:lnTo>
                  <a:lnTo>
                    <a:pt x="8183528" y="57993"/>
                  </a:lnTo>
                  <a:lnTo>
                    <a:pt x="8183528" y="57369"/>
                  </a:lnTo>
                  <a:lnTo>
                    <a:pt x="8183674" y="57369"/>
                  </a:lnTo>
                  <a:lnTo>
                    <a:pt x="8183819" y="57369"/>
                  </a:lnTo>
                  <a:lnTo>
                    <a:pt x="8183965" y="57369"/>
                  </a:lnTo>
                  <a:lnTo>
                    <a:pt x="8184110" y="57369"/>
                  </a:lnTo>
                  <a:lnTo>
                    <a:pt x="8184255" y="57369"/>
                  </a:lnTo>
                  <a:lnTo>
                    <a:pt x="8184401" y="57369"/>
                  </a:lnTo>
                  <a:lnTo>
                    <a:pt x="8184546" y="57369"/>
                  </a:lnTo>
                  <a:lnTo>
                    <a:pt x="8184692" y="57369"/>
                  </a:lnTo>
                  <a:lnTo>
                    <a:pt x="8184837" y="57369"/>
                  </a:lnTo>
                  <a:lnTo>
                    <a:pt x="8184983" y="57369"/>
                  </a:lnTo>
                  <a:lnTo>
                    <a:pt x="8185128" y="57369"/>
                  </a:lnTo>
                  <a:lnTo>
                    <a:pt x="8185273" y="57369"/>
                  </a:lnTo>
                  <a:lnTo>
                    <a:pt x="8185419" y="57369"/>
                  </a:lnTo>
                  <a:lnTo>
                    <a:pt x="8185564" y="57369"/>
                  </a:lnTo>
                  <a:lnTo>
                    <a:pt x="8185710" y="57369"/>
                  </a:lnTo>
                  <a:lnTo>
                    <a:pt x="8185855" y="57369"/>
                  </a:lnTo>
                  <a:lnTo>
                    <a:pt x="8186001" y="57369"/>
                  </a:lnTo>
                  <a:lnTo>
                    <a:pt x="8186146" y="57369"/>
                  </a:lnTo>
                  <a:lnTo>
                    <a:pt x="8186291" y="57369"/>
                  </a:lnTo>
                  <a:lnTo>
                    <a:pt x="8186437" y="57369"/>
                  </a:lnTo>
                  <a:lnTo>
                    <a:pt x="8186582" y="57369"/>
                  </a:lnTo>
                  <a:lnTo>
                    <a:pt x="8186728" y="57369"/>
                  </a:lnTo>
                  <a:lnTo>
                    <a:pt x="8186873" y="57369"/>
                  </a:lnTo>
                  <a:lnTo>
                    <a:pt x="8187019" y="57369"/>
                  </a:lnTo>
                  <a:lnTo>
                    <a:pt x="8187164" y="57369"/>
                  </a:lnTo>
                  <a:lnTo>
                    <a:pt x="8187309" y="57369"/>
                  </a:lnTo>
                  <a:lnTo>
                    <a:pt x="8187455" y="57369"/>
                  </a:lnTo>
                  <a:lnTo>
                    <a:pt x="8187600" y="57369"/>
                  </a:lnTo>
                  <a:lnTo>
                    <a:pt x="8187600" y="56745"/>
                  </a:lnTo>
                  <a:lnTo>
                    <a:pt x="8187746" y="56745"/>
                  </a:lnTo>
                  <a:lnTo>
                    <a:pt x="8187891" y="56745"/>
                  </a:lnTo>
                  <a:lnTo>
                    <a:pt x="8188037" y="56745"/>
                  </a:lnTo>
                  <a:lnTo>
                    <a:pt x="8188182" y="56745"/>
                  </a:lnTo>
                  <a:lnTo>
                    <a:pt x="8188327" y="56745"/>
                  </a:lnTo>
                  <a:lnTo>
                    <a:pt x="8188473" y="56745"/>
                  </a:lnTo>
                  <a:lnTo>
                    <a:pt x="8188618" y="56745"/>
                  </a:lnTo>
                  <a:lnTo>
                    <a:pt x="8188764" y="56745"/>
                  </a:lnTo>
                  <a:lnTo>
                    <a:pt x="8188909" y="56745"/>
                  </a:lnTo>
                  <a:lnTo>
                    <a:pt x="8189055" y="56745"/>
                  </a:lnTo>
                  <a:lnTo>
                    <a:pt x="8189200" y="56745"/>
                  </a:lnTo>
                  <a:lnTo>
                    <a:pt x="8189345" y="56745"/>
                  </a:lnTo>
                  <a:lnTo>
                    <a:pt x="8189491" y="56745"/>
                  </a:lnTo>
                  <a:lnTo>
                    <a:pt x="8189636" y="56745"/>
                  </a:lnTo>
                  <a:lnTo>
                    <a:pt x="8189782" y="56745"/>
                  </a:lnTo>
                  <a:lnTo>
                    <a:pt x="8189927" y="56745"/>
                  </a:lnTo>
                  <a:lnTo>
                    <a:pt x="8189927" y="56122"/>
                  </a:lnTo>
                  <a:lnTo>
                    <a:pt x="8190072" y="56122"/>
                  </a:lnTo>
                  <a:lnTo>
                    <a:pt x="8190218" y="56122"/>
                  </a:lnTo>
                  <a:lnTo>
                    <a:pt x="8190363" y="56122"/>
                  </a:lnTo>
                  <a:lnTo>
                    <a:pt x="8190509" y="56122"/>
                  </a:lnTo>
                  <a:lnTo>
                    <a:pt x="8190654" y="56122"/>
                  </a:lnTo>
                  <a:lnTo>
                    <a:pt x="8190800" y="56122"/>
                  </a:lnTo>
                  <a:lnTo>
                    <a:pt x="8190945" y="56122"/>
                  </a:lnTo>
                  <a:lnTo>
                    <a:pt x="8191090" y="56122"/>
                  </a:lnTo>
                  <a:lnTo>
                    <a:pt x="8191236" y="56122"/>
                  </a:lnTo>
                  <a:lnTo>
                    <a:pt x="8191381" y="56122"/>
                  </a:lnTo>
                  <a:lnTo>
                    <a:pt x="8191527" y="56122"/>
                  </a:lnTo>
                  <a:lnTo>
                    <a:pt x="8191672" y="56122"/>
                  </a:lnTo>
                  <a:lnTo>
                    <a:pt x="8191818" y="56122"/>
                  </a:lnTo>
                  <a:lnTo>
                    <a:pt x="8191963" y="56122"/>
                  </a:lnTo>
                  <a:lnTo>
                    <a:pt x="8191963" y="55498"/>
                  </a:lnTo>
                  <a:lnTo>
                    <a:pt x="8192108" y="55498"/>
                  </a:lnTo>
                  <a:lnTo>
                    <a:pt x="8192254" y="55498"/>
                  </a:lnTo>
                  <a:lnTo>
                    <a:pt x="8192399" y="55498"/>
                  </a:lnTo>
                  <a:lnTo>
                    <a:pt x="8192545" y="55498"/>
                  </a:lnTo>
                  <a:lnTo>
                    <a:pt x="8192690" y="55498"/>
                  </a:lnTo>
                  <a:lnTo>
                    <a:pt x="8192836" y="55498"/>
                  </a:lnTo>
                  <a:lnTo>
                    <a:pt x="8192981" y="55498"/>
                  </a:lnTo>
                  <a:lnTo>
                    <a:pt x="8193126" y="55498"/>
                  </a:lnTo>
                  <a:lnTo>
                    <a:pt x="8193272" y="55498"/>
                  </a:lnTo>
                  <a:lnTo>
                    <a:pt x="8193417" y="55498"/>
                  </a:lnTo>
                  <a:lnTo>
                    <a:pt x="8193563" y="55498"/>
                  </a:lnTo>
                  <a:lnTo>
                    <a:pt x="8193708" y="55498"/>
                  </a:lnTo>
                  <a:lnTo>
                    <a:pt x="8193708" y="54875"/>
                  </a:lnTo>
                  <a:lnTo>
                    <a:pt x="8193854" y="54875"/>
                  </a:lnTo>
                  <a:lnTo>
                    <a:pt x="8193999" y="54875"/>
                  </a:lnTo>
                  <a:lnTo>
                    <a:pt x="8194144" y="54875"/>
                  </a:lnTo>
                  <a:lnTo>
                    <a:pt x="8194290" y="54875"/>
                  </a:lnTo>
                  <a:lnTo>
                    <a:pt x="8194435" y="54875"/>
                  </a:lnTo>
                  <a:lnTo>
                    <a:pt x="8194581" y="54875"/>
                  </a:lnTo>
                  <a:lnTo>
                    <a:pt x="8194726" y="54875"/>
                  </a:lnTo>
                  <a:lnTo>
                    <a:pt x="8194872" y="54875"/>
                  </a:lnTo>
                  <a:lnTo>
                    <a:pt x="8194872" y="54251"/>
                  </a:lnTo>
                  <a:lnTo>
                    <a:pt x="8195017" y="54251"/>
                  </a:lnTo>
                  <a:lnTo>
                    <a:pt x="8195162" y="54251"/>
                  </a:lnTo>
                  <a:lnTo>
                    <a:pt x="8195308" y="54251"/>
                  </a:lnTo>
                  <a:lnTo>
                    <a:pt x="8195453" y="54251"/>
                  </a:lnTo>
                  <a:lnTo>
                    <a:pt x="8195599" y="54251"/>
                  </a:lnTo>
                  <a:lnTo>
                    <a:pt x="8195744" y="54251"/>
                  </a:lnTo>
                  <a:lnTo>
                    <a:pt x="8195890" y="54251"/>
                  </a:lnTo>
                  <a:lnTo>
                    <a:pt x="8196035" y="54251"/>
                  </a:lnTo>
                  <a:lnTo>
                    <a:pt x="8196180" y="54251"/>
                  </a:lnTo>
                  <a:lnTo>
                    <a:pt x="8196326" y="54251"/>
                  </a:lnTo>
                  <a:lnTo>
                    <a:pt x="8196471" y="54251"/>
                  </a:lnTo>
                  <a:lnTo>
                    <a:pt x="8196617" y="54251"/>
                  </a:lnTo>
                  <a:lnTo>
                    <a:pt x="8196762" y="54251"/>
                  </a:lnTo>
                  <a:lnTo>
                    <a:pt x="8196907" y="54251"/>
                  </a:lnTo>
                  <a:lnTo>
                    <a:pt x="8197053" y="54251"/>
                  </a:lnTo>
                  <a:lnTo>
                    <a:pt x="8197198" y="54251"/>
                  </a:lnTo>
                  <a:lnTo>
                    <a:pt x="8197344" y="54251"/>
                  </a:lnTo>
                  <a:lnTo>
                    <a:pt x="8197489" y="54251"/>
                  </a:lnTo>
                  <a:lnTo>
                    <a:pt x="8197635" y="54251"/>
                  </a:lnTo>
                  <a:lnTo>
                    <a:pt x="8197780" y="54251"/>
                  </a:lnTo>
                  <a:lnTo>
                    <a:pt x="8197925" y="54251"/>
                  </a:lnTo>
                  <a:lnTo>
                    <a:pt x="8198071" y="54251"/>
                  </a:lnTo>
                  <a:lnTo>
                    <a:pt x="8198216" y="54251"/>
                  </a:lnTo>
                  <a:lnTo>
                    <a:pt x="8198362" y="54251"/>
                  </a:lnTo>
                  <a:lnTo>
                    <a:pt x="8198507" y="54251"/>
                  </a:lnTo>
                  <a:lnTo>
                    <a:pt x="8198653" y="54251"/>
                  </a:lnTo>
                  <a:lnTo>
                    <a:pt x="8198798" y="54251"/>
                  </a:lnTo>
                  <a:lnTo>
                    <a:pt x="8198943" y="54251"/>
                  </a:lnTo>
                  <a:lnTo>
                    <a:pt x="8199089" y="54251"/>
                  </a:lnTo>
                  <a:lnTo>
                    <a:pt x="8199234" y="54251"/>
                  </a:lnTo>
                  <a:lnTo>
                    <a:pt x="8199380" y="54251"/>
                  </a:lnTo>
                  <a:lnTo>
                    <a:pt x="8199525" y="54251"/>
                  </a:lnTo>
                  <a:lnTo>
                    <a:pt x="8199671" y="54251"/>
                  </a:lnTo>
                  <a:lnTo>
                    <a:pt x="8199816" y="54251"/>
                  </a:lnTo>
                  <a:lnTo>
                    <a:pt x="8199961" y="54251"/>
                  </a:lnTo>
                  <a:lnTo>
                    <a:pt x="8200107" y="54251"/>
                  </a:lnTo>
                  <a:lnTo>
                    <a:pt x="8200252" y="54251"/>
                  </a:lnTo>
                  <a:lnTo>
                    <a:pt x="8200398" y="54251"/>
                  </a:lnTo>
                  <a:lnTo>
                    <a:pt x="8200543" y="54251"/>
                  </a:lnTo>
                  <a:lnTo>
                    <a:pt x="8200689" y="54251"/>
                  </a:lnTo>
                  <a:lnTo>
                    <a:pt x="8200834" y="54251"/>
                  </a:lnTo>
                  <a:lnTo>
                    <a:pt x="8200979" y="54251"/>
                  </a:lnTo>
                  <a:lnTo>
                    <a:pt x="8201125" y="54251"/>
                  </a:lnTo>
                  <a:lnTo>
                    <a:pt x="8201270" y="54251"/>
                  </a:lnTo>
                  <a:lnTo>
                    <a:pt x="8201416" y="54251"/>
                  </a:lnTo>
                  <a:lnTo>
                    <a:pt x="8201561" y="54251"/>
                  </a:lnTo>
                  <a:lnTo>
                    <a:pt x="8201707" y="54251"/>
                  </a:lnTo>
                  <a:lnTo>
                    <a:pt x="8201852" y="54251"/>
                  </a:lnTo>
                  <a:lnTo>
                    <a:pt x="8201997" y="54251"/>
                  </a:lnTo>
                  <a:lnTo>
                    <a:pt x="8202143" y="54251"/>
                  </a:lnTo>
                  <a:lnTo>
                    <a:pt x="8202288" y="54251"/>
                  </a:lnTo>
                  <a:lnTo>
                    <a:pt x="8202434" y="54251"/>
                  </a:lnTo>
                  <a:lnTo>
                    <a:pt x="8202579" y="54251"/>
                  </a:lnTo>
                  <a:lnTo>
                    <a:pt x="8202725" y="54251"/>
                  </a:lnTo>
                  <a:lnTo>
                    <a:pt x="8202870" y="54251"/>
                  </a:lnTo>
                  <a:lnTo>
                    <a:pt x="8203015" y="54251"/>
                  </a:lnTo>
                  <a:lnTo>
                    <a:pt x="8203161" y="54251"/>
                  </a:lnTo>
                  <a:lnTo>
                    <a:pt x="8203306" y="54251"/>
                  </a:lnTo>
                  <a:lnTo>
                    <a:pt x="8203452" y="54251"/>
                  </a:lnTo>
                  <a:lnTo>
                    <a:pt x="8203597" y="54251"/>
                  </a:lnTo>
                  <a:lnTo>
                    <a:pt x="8203742" y="54251"/>
                  </a:lnTo>
                  <a:lnTo>
                    <a:pt x="8203888" y="54251"/>
                  </a:lnTo>
                  <a:lnTo>
                    <a:pt x="8204033" y="54251"/>
                  </a:lnTo>
                  <a:lnTo>
                    <a:pt x="8204179" y="54251"/>
                  </a:lnTo>
                  <a:lnTo>
                    <a:pt x="8204324" y="54251"/>
                  </a:lnTo>
                  <a:lnTo>
                    <a:pt x="8204470" y="54251"/>
                  </a:lnTo>
                  <a:lnTo>
                    <a:pt x="8204615" y="54251"/>
                  </a:lnTo>
                  <a:lnTo>
                    <a:pt x="8204760" y="54251"/>
                  </a:lnTo>
                  <a:lnTo>
                    <a:pt x="8204906" y="54251"/>
                  </a:lnTo>
                  <a:lnTo>
                    <a:pt x="8205051" y="54251"/>
                  </a:lnTo>
                  <a:lnTo>
                    <a:pt x="8205197" y="54251"/>
                  </a:lnTo>
                  <a:lnTo>
                    <a:pt x="8205342" y="54251"/>
                  </a:lnTo>
                  <a:lnTo>
                    <a:pt x="8205488" y="54251"/>
                  </a:lnTo>
                  <a:lnTo>
                    <a:pt x="8205633" y="54251"/>
                  </a:lnTo>
                  <a:lnTo>
                    <a:pt x="8205778" y="54251"/>
                  </a:lnTo>
                  <a:lnTo>
                    <a:pt x="8205924" y="54251"/>
                  </a:lnTo>
                  <a:lnTo>
                    <a:pt x="8206069" y="54251"/>
                  </a:lnTo>
                  <a:lnTo>
                    <a:pt x="8206215" y="54251"/>
                  </a:lnTo>
                  <a:lnTo>
                    <a:pt x="8206360" y="54251"/>
                  </a:lnTo>
                  <a:lnTo>
                    <a:pt x="8206506" y="54251"/>
                  </a:lnTo>
                  <a:lnTo>
                    <a:pt x="8206651" y="54251"/>
                  </a:lnTo>
                  <a:lnTo>
                    <a:pt x="8206796" y="54251"/>
                  </a:lnTo>
                  <a:lnTo>
                    <a:pt x="8206942" y="54251"/>
                  </a:lnTo>
                  <a:lnTo>
                    <a:pt x="8207087" y="54251"/>
                  </a:lnTo>
                  <a:lnTo>
                    <a:pt x="8207233" y="54251"/>
                  </a:lnTo>
                  <a:lnTo>
                    <a:pt x="8207378" y="54251"/>
                  </a:lnTo>
                  <a:lnTo>
                    <a:pt x="8207524" y="54251"/>
                  </a:lnTo>
                  <a:lnTo>
                    <a:pt x="8207669" y="54251"/>
                  </a:lnTo>
                  <a:lnTo>
                    <a:pt x="8207814" y="54251"/>
                  </a:lnTo>
                  <a:lnTo>
                    <a:pt x="8207960" y="54251"/>
                  </a:lnTo>
                  <a:lnTo>
                    <a:pt x="8208105" y="54251"/>
                  </a:lnTo>
                  <a:lnTo>
                    <a:pt x="8208251" y="54251"/>
                  </a:lnTo>
                  <a:lnTo>
                    <a:pt x="8208396" y="54251"/>
                  </a:lnTo>
                  <a:lnTo>
                    <a:pt x="8208542" y="54251"/>
                  </a:lnTo>
                  <a:lnTo>
                    <a:pt x="8208687" y="54251"/>
                  </a:lnTo>
                  <a:lnTo>
                    <a:pt x="8208832" y="54251"/>
                  </a:lnTo>
                  <a:lnTo>
                    <a:pt x="8208978" y="54251"/>
                  </a:lnTo>
                  <a:lnTo>
                    <a:pt x="8209123" y="54251"/>
                  </a:lnTo>
                  <a:lnTo>
                    <a:pt x="8209269" y="54251"/>
                  </a:lnTo>
                  <a:lnTo>
                    <a:pt x="8209414" y="54251"/>
                  </a:lnTo>
                  <a:lnTo>
                    <a:pt x="8209560" y="54251"/>
                  </a:lnTo>
                  <a:lnTo>
                    <a:pt x="8209705" y="54251"/>
                  </a:lnTo>
                  <a:lnTo>
                    <a:pt x="8209850" y="54251"/>
                  </a:lnTo>
                  <a:lnTo>
                    <a:pt x="8209996" y="54251"/>
                  </a:lnTo>
                  <a:lnTo>
                    <a:pt x="8210141" y="54251"/>
                  </a:lnTo>
                  <a:lnTo>
                    <a:pt x="8210287" y="54251"/>
                  </a:lnTo>
                  <a:lnTo>
                    <a:pt x="8210432" y="54251"/>
                  </a:lnTo>
                  <a:lnTo>
                    <a:pt x="8210577" y="54251"/>
                  </a:lnTo>
                  <a:lnTo>
                    <a:pt x="8210723" y="54251"/>
                  </a:lnTo>
                  <a:lnTo>
                    <a:pt x="8210868" y="54251"/>
                  </a:lnTo>
                  <a:lnTo>
                    <a:pt x="8211014" y="54251"/>
                  </a:lnTo>
                  <a:lnTo>
                    <a:pt x="8211159" y="54251"/>
                  </a:lnTo>
                  <a:lnTo>
                    <a:pt x="8211305" y="54251"/>
                  </a:lnTo>
                  <a:lnTo>
                    <a:pt x="8211450" y="54251"/>
                  </a:lnTo>
                  <a:lnTo>
                    <a:pt x="8211595" y="54251"/>
                  </a:lnTo>
                  <a:lnTo>
                    <a:pt x="8211741" y="54251"/>
                  </a:lnTo>
                  <a:lnTo>
                    <a:pt x="8211886" y="54251"/>
                  </a:lnTo>
                  <a:lnTo>
                    <a:pt x="8212032" y="54251"/>
                  </a:lnTo>
                  <a:lnTo>
                    <a:pt x="8212177" y="54251"/>
                  </a:lnTo>
                  <a:lnTo>
                    <a:pt x="8212323" y="54251"/>
                  </a:lnTo>
                  <a:lnTo>
                    <a:pt x="8212468" y="54251"/>
                  </a:lnTo>
                  <a:lnTo>
                    <a:pt x="8212613" y="54251"/>
                  </a:lnTo>
                  <a:lnTo>
                    <a:pt x="8212759" y="54251"/>
                  </a:lnTo>
                  <a:lnTo>
                    <a:pt x="8212904" y="54251"/>
                  </a:lnTo>
                  <a:lnTo>
                    <a:pt x="8213050" y="54251"/>
                  </a:lnTo>
                  <a:lnTo>
                    <a:pt x="8213195" y="54251"/>
                  </a:lnTo>
                  <a:lnTo>
                    <a:pt x="8213341" y="54251"/>
                  </a:lnTo>
                  <a:lnTo>
                    <a:pt x="8213486" y="54251"/>
                  </a:lnTo>
                  <a:lnTo>
                    <a:pt x="8213631" y="54251"/>
                  </a:lnTo>
                  <a:lnTo>
                    <a:pt x="8213777" y="54251"/>
                  </a:lnTo>
                  <a:lnTo>
                    <a:pt x="8213922" y="54251"/>
                  </a:lnTo>
                  <a:lnTo>
                    <a:pt x="8214068" y="54251"/>
                  </a:lnTo>
                  <a:lnTo>
                    <a:pt x="8214213" y="54251"/>
                  </a:lnTo>
                  <a:lnTo>
                    <a:pt x="8214359" y="54251"/>
                  </a:lnTo>
                  <a:lnTo>
                    <a:pt x="8214504" y="54251"/>
                  </a:lnTo>
                  <a:lnTo>
                    <a:pt x="8214649" y="54251"/>
                  </a:lnTo>
                  <a:lnTo>
                    <a:pt x="8214795" y="54251"/>
                  </a:lnTo>
                  <a:lnTo>
                    <a:pt x="8214940" y="54251"/>
                  </a:lnTo>
                  <a:lnTo>
                    <a:pt x="8215086" y="54251"/>
                  </a:lnTo>
                  <a:lnTo>
                    <a:pt x="8215231" y="54251"/>
                  </a:lnTo>
                  <a:lnTo>
                    <a:pt x="8215377" y="54251"/>
                  </a:lnTo>
                  <a:lnTo>
                    <a:pt x="8215522" y="54251"/>
                  </a:lnTo>
                  <a:lnTo>
                    <a:pt x="8215667" y="54251"/>
                  </a:lnTo>
                  <a:lnTo>
                    <a:pt x="8215813" y="54251"/>
                  </a:lnTo>
                  <a:lnTo>
                    <a:pt x="8215958" y="54251"/>
                  </a:lnTo>
                  <a:lnTo>
                    <a:pt x="8216104" y="54251"/>
                  </a:lnTo>
                  <a:lnTo>
                    <a:pt x="8216249" y="54251"/>
                  </a:lnTo>
                  <a:lnTo>
                    <a:pt x="8216395" y="54251"/>
                  </a:lnTo>
                  <a:lnTo>
                    <a:pt x="8216540" y="54251"/>
                  </a:lnTo>
                  <a:lnTo>
                    <a:pt x="8216685" y="54251"/>
                  </a:lnTo>
                  <a:lnTo>
                    <a:pt x="8216831" y="54251"/>
                  </a:lnTo>
                  <a:lnTo>
                    <a:pt x="8216976" y="54251"/>
                  </a:lnTo>
                  <a:lnTo>
                    <a:pt x="8217122" y="54251"/>
                  </a:lnTo>
                  <a:lnTo>
                    <a:pt x="8217267" y="54251"/>
                  </a:lnTo>
                  <a:lnTo>
                    <a:pt x="8217412" y="54251"/>
                  </a:lnTo>
                  <a:lnTo>
                    <a:pt x="8217558" y="54251"/>
                  </a:lnTo>
                  <a:lnTo>
                    <a:pt x="8217703" y="54251"/>
                  </a:lnTo>
                  <a:lnTo>
                    <a:pt x="8217849" y="54251"/>
                  </a:lnTo>
                  <a:lnTo>
                    <a:pt x="8217994" y="54251"/>
                  </a:lnTo>
                  <a:lnTo>
                    <a:pt x="8218140" y="54251"/>
                  </a:lnTo>
                  <a:lnTo>
                    <a:pt x="8218285" y="54251"/>
                  </a:lnTo>
                  <a:lnTo>
                    <a:pt x="8218430" y="54251"/>
                  </a:lnTo>
                  <a:lnTo>
                    <a:pt x="8218576" y="54251"/>
                  </a:lnTo>
                  <a:lnTo>
                    <a:pt x="8218721" y="54251"/>
                  </a:lnTo>
                  <a:lnTo>
                    <a:pt x="8218721" y="53628"/>
                  </a:lnTo>
                  <a:lnTo>
                    <a:pt x="8218867" y="53628"/>
                  </a:lnTo>
                  <a:lnTo>
                    <a:pt x="8219012" y="53628"/>
                  </a:lnTo>
                  <a:lnTo>
                    <a:pt x="8219158" y="53628"/>
                  </a:lnTo>
                  <a:lnTo>
                    <a:pt x="8219303" y="53628"/>
                  </a:lnTo>
                  <a:lnTo>
                    <a:pt x="8219448" y="53628"/>
                  </a:lnTo>
                  <a:lnTo>
                    <a:pt x="8219594" y="53628"/>
                  </a:lnTo>
                  <a:lnTo>
                    <a:pt x="8219739" y="53628"/>
                  </a:lnTo>
                  <a:lnTo>
                    <a:pt x="8219885" y="53628"/>
                  </a:lnTo>
                  <a:lnTo>
                    <a:pt x="8220030" y="53628"/>
                  </a:lnTo>
                  <a:lnTo>
                    <a:pt x="8220030" y="53004"/>
                  </a:lnTo>
                  <a:lnTo>
                    <a:pt x="8220176" y="53004"/>
                  </a:lnTo>
                  <a:lnTo>
                    <a:pt x="8220321" y="53004"/>
                  </a:lnTo>
                  <a:lnTo>
                    <a:pt x="8220466" y="53004"/>
                  </a:lnTo>
                  <a:lnTo>
                    <a:pt x="8220612" y="53004"/>
                  </a:lnTo>
                  <a:lnTo>
                    <a:pt x="8220757" y="53004"/>
                  </a:lnTo>
                  <a:lnTo>
                    <a:pt x="8220903" y="53004"/>
                  </a:lnTo>
                  <a:lnTo>
                    <a:pt x="8221048" y="53004"/>
                  </a:lnTo>
                  <a:lnTo>
                    <a:pt x="8221194" y="53004"/>
                  </a:lnTo>
                  <a:lnTo>
                    <a:pt x="8221339" y="53004"/>
                  </a:lnTo>
                  <a:lnTo>
                    <a:pt x="8221484" y="53004"/>
                  </a:lnTo>
                  <a:lnTo>
                    <a:pt x="8221630" y="53004"/>
                  </a:lnTo>
                  <a:lnTo>
                    <a:pt x="8221775" y="53004"/>
                  </a:lnTo>
                  <a:lnTo>
                    <a:pt x="8221775" y="52380"/>
                  </a:lnTo>
                  <a:lnTo>
                    <a:pt x="8221921" y="52380"/>
                  </a:lnTo>
                  <a:lnTo>
                    <a:pt x="8222066" y="52380"/>
                  </a:lnTo>
                  <a:lnTo>
                    <a:pt x="8222212" y="52380"/>
                  </a:lnTo>
                  <a:lnTo>
                    <a:pt x="8222357" y="52380"/>
                  </a:lnTo>
                  <a:lnTo>
                    <a:pt x="8222502" y="52380"/>
                  </a:lnTo>
                  <a:lnTo>
                    <a:pt x="8222648" y="52380"/>
                  </a:lnTo>
                  <a:lnTo>
                    <a:pt x="8222793" y="52380"/>
                  </a:lnTo>
                  <a:lnTo>
                    <a:pt x="8222939" y="52380"/>
                  </a:lnTo>
                  <a:lnTo>
                    <a:pt x="8223084" y="52380"/>
                  </a:lnTo>
                  <a:lnTo>
                    <a:pt x="8223230" y="52380"/>
                  </a:lnTo>
                  <a:lnTo>
                    <a:pt x="8223375" y="52380"/>
                  </a:lnTo>
                  <a:lnTo>
                    <a:pt x="8223520" y="52380"/>
                  </a:lnTo>
                  <a:lnTo>
                    <a:pt x="8223666" y="52380"/>
                  </a:lnTo>
                  <a:lnTo>
                    <a:pt x="8223811" y="52380"/>
                  </a:lnTo>
                  <a:lnTo>
                    <a:pt x="8223957" y="52380"/>
                  </a:lnTo>
                  <a:lnTo>
                    <a:pt x="8224102" y="52380"/>
                  </a:lnTo>
                  <a:lnTo>
                    <a:pt x="8224247" y="52380"/>
                  </a:lnTo>
                  <a:lnTo>
                    <a:pt x="8224393" y="52380"/>
                  </a:lnTo>
                  <a:lnTo>
                    <a:pt x="8224538" y="52380"/>
                  </a:lnTo>
                  <a:lnTo>
                    <a:pt x="8224684" y="52380"/>
                  </a:lnTo>
                  <a:lnTo>
                    <a:pt x="8224829" y="52380"/>
                  </a:lnTo>
                  <a:lnTo>
                    <a:pt x="8224975" y="52380"/>
                  </a:lnTo>
                  <a:lnTo>
                    <a:pt x="8225120" y="52380"/>
                  </a:lnTo>
                  <a:lnTo>
                    <a:pt x="8225265" y="52380"/>
                  </a:lnTo>
                  <a:lnTo>
                    <a:pt x="8225411" y="52380"/>
                  </a:lnTo>
                  <a:lnTo>
                    <a:pt x="8225556" y="52380"/>
                  </a:lnTo>
                  <a:lnTo>
                    <a:pt x="8225702" y="52380"/>
                  </a:lnTo>
                  <a:lnTo>
                    <a:pt x="8225847" y="52380"/>
                  </a:lnTo>
                  <a:lnTo>
                    <a:pt x="8225993" y="52380"/>
                  </a:lnTo>
                  <a:lnTo>
                    <a:pt x="8226138" y="52380"/>
                  </a:lnTo>
                  <a:lnTo>
                    <a:pt x="8226283" y="52380"/>
                  </a:lnTo>
                  <a:lnTo>
                    <a:pt x="8226429" y="52380"/>
                  </a:lnTo>
                  <a:lnTo>
                    <a:pt x="8226574" y="52380"/>
                  </a:lnTo>
                  <a:lnTo>
                    <a:pt x="8226720" y="52380"/>
                  </a:lnTo>
                  <a:lnTo>
                    <a:pt x="8226865" y="52380"/>
                  </a:lnTo>
                  <a:lnTo>
                    <a:pt x="8227011" y="52380"/>
                  </a:lnTo>
                  <a:lnTo>
                    <a:pt x="8227011" y="51757"/>
                  </a:lnTo>
                  <a:lnTo>
                    <a:pt x="8227156" y="51757"/>
                  </a:lnTo>
                  <a:lnTo>
                    <a:pt x="8227301" y="51757"/>
                  </a:lnTo>
                  <a:lnTo>
                    <a:pt x="8227447" y="51757"/>
                  </a:lnTo>
                  <a:lnTo>
                    <a:pt x="8227447" y="51133"/>
                  </a:lnTo>
                  <a:lnTo>
                    <a:pt x="8227592" y="51133"/>
                  </a:lnTo>
                  <a:lnTo>
                    <a:pt x="8227738" y="51133"/>
                  </a:lnTo>
                  <a:lnTo>
                    <a:pt x="8227883" y="51133"/>
                  </a:lnTo>
                  <a:lnTo>
                    <a:pt x="8228029" y="51133"/>
                  </a:lnTo>
                  <a:lnTo>
                    <a:pt x="8228174" y="51133"/>
                  </a:lnTo>
                  <a:lnTo>
                    <a:pt x="8228319" y="51133"/>
                  </a:lnTo>
                  <a:lnTo>
                    <a:pt x="8228465" y="51133"/>
                  </a:lnTo>
                  <a:lnTo>
                    <a:pt x="8228610" y="51133"/>
                  </a:lnTo>
                  <a:lnTo>
                    <a:pt x="8228756" y="51133"/>
                  </a:lnTo>
                  <a:lnTo>
                    <a:pt x="8228901" y="51133"/>
                  </a:lnTo>
                  <a:lnTo>
                    <a:pt x="8229047" y="51133"/>
                  </a:lnTo>
                  <a:lnTo>
                    <a:pt x="8229192" y="51133"/>
                  </a:lnTo>
                  <a:lnTo>
                    <a:pt x="8229337" y="51133"/>
                  </a:lnTo>
                  <a:lnTo>
                    <a:pt x="8229483" y="51133"/>
                  </a:lnTo>
                  <a:lnTo>
                    <a:pt x="8229628" y="51133"/>
                  </a:lnTo>
                  <a:lnTo>
                    <a:pt x="8229774" y="51133"/>
                  </a:lnTo>
                  <a:lnTo>
                    <a:pt x="8229919" y="51133"/>
                  </a:lnTo>
                  <a:lnTo>
                    <a:pt x="8230065" y="51133"/>
                  </a:lnTo>
                  <a:lnTo>
                    <a:pt x="8230210" y="51133"/>
                  </a:lnTo>
                  <a:lnTo>
                    <a:pt x="8230355" y="51133"/>
                  </a:lnTo>
                  <a:lnTo>
                    <a:pt x="8230501" y="51133"/>
                  </a:lnTo>
                  <a:lnTo>
                    <a:pt x="8230646" y="51133"/>
                  </a:lnTo>
                  <a:lnTo>
                    <a:pt x="8230792" y="51133"/>
                  </a:lnTo>
                  <a:lnTo>
                    <a:pt x="8230937" y="51133"/>
                  </a:lnTo>
                  <a:lnTo>
                    <a:pt x="8230937" y="50510"/>
                  </a:lnTo>
                  <a:lnTo>
                    <a:pt x="8231082" y="50510"/>
                  </a:lnTo>
                  <a:lnTo>
                    <a:pt x="8231228" y="50510"/>
                  </a:lnTo>
                  <a:lnTo>
                    <a:pt x="8231373" y="50510"/>
                  </a:lnTo>
                  <a:lnTo>
                    <a:pt x="8231519" y="50510"/>
                  </a:lnTo>
                  <a:lnTo>
                    <a:pt x="8231664" y="50510"/>
                  </a:lnTo>
                  <a:lnTo>
                    <a:pt x="8231810" y="50510"/>
                  </a:lnTo>
                  <a:lnTo>
                    <a:pt x="8231955" y="50510"/>
                  </a:lnTo>
                  <a:lnTo>
                    <a:pt x="8232100" y="50510"/>
                  </a:lnTo>
                  <a:lnTo>
                    <a:pt x="8232246" y="50510"/>
                  </a:lnTo>
                  <a:lnTo>
                    <a:pt x="8232391" y="50510"/>
                  </a:lnTo>
                  <a:lnTo>
                    <a:pt x="8232537" y="50510"/>
                  </a:lnTo>
                  <a:lnTo>
                    <a:pt x="8232682" y="50510"/>
                  </a:lnTo>
                  <a:lnTo>
                    <a:pt x="8232828" y="50510"/>
                  </a:lnTo>
                  <a:lnTo>
                    <a:pt x="8232973" y="50510"/>
                  </a:lnTo>
                  <a:lnTo>
                    <a:pt x="8233118" y="50510"/>
                  </a:lnTo>
                  <a:lnTo>
                    <a:pt x="8233264" y="50510"/>
                  </a:lnTo>
                  <a:lnTo>
                    <a:pt x="8233409" y="50510"/>
                  </a:lnTo>
                  <a:lnTo>
                    <a:pt x="8233555" y="50510"/>
                  </a:lnTo>
                  <a:lnTo>
                    <a:pt x="8233700" y="50510"/>
                  </a:lnTo>
                  <a:lnTo>
                    <a:pt x="8233700" y="49886"/>
                  </a:lnTo>
                  <a:lnTo>
                    <a:pt x="8233846" y="49886"/>
                  </a:lnTo>
                  <a:lnTo>
                    <a:pt x="8233991" y="49886"/>
                  </a:lnTo>
                  <a:lnTo>
                    <a:pt x="8234136" y="49886"/>
                  </a:lnTo>
                  <a:lnTo>
                    <a:pt x="8234282" y="49886"/>
                  </a:lnTo>
                  <a:lnTo>
                    <a:pt x="8234427" y="49886"/>
                  </a:lnTo>
                  <a:lnTo>
                    <a:pt x="8234573" y="49886"/>
                  </a:lnTo>
                  <a:lnTo>
                    <a:pt x="8234718" y="49886"/>
                  </a:lnTo>
                  <a:lnTo>
                    <a:pt x="8234864" y="49886"/>
                  </a:lnTo>
                  <a:lnTo>
                    <a:pt x="8235009" y="49886"/>
                  </a:lnTo>
                  <a:lnTo>
                    <a:pt x="8235154" y="49886"/>
                  </a:lnTo>
                  <a:lnTo>
                    <a:pt x="8235300" y="49886"/>
                  </a:lnTo>
                  <a:lnTo>
                    <a:pt x="8235445" y="49886"/>
                  </a:lnTo>
                  <a:lnTo>
                    <a:pt x="8235591" y="49886"/>
                  </a:lnTo>
                  <a:lnTo>
                    <a:pt x="8235736" y="49886"/>
                  </a:lnTo>
                  <a:lnTo>
                    <a:pt x="8235882" y="49886"/>
                  </a:lnTo>
                  <a:lnTo>
                    <a:pt x="8236027" y="49886"/>
                  </a:lnTo>
                  <a:lnTo>
                    <a:pt x="8236172" y="49886"/>
                  </a:lnTo>
                  <a:lnTo>
                    <a:pt x="8236318" y="49886"/>
                  </a:lnTo>
                  <a:lnTo>
                    <a:pt x="8236463" y="49886"/>
                  </a:lnTo>
                  <a:lnTo>
                    <a:pt x="8236609" y="49886"/>
                  </a:lnTo>
                  <a:lnTo>
                    <a:pt x="8236754" y="49886"/>
                  </a:lnTo>
                  <a:lnTo>
                    <a:pt x="8236900" y="49886"/>
                  </a:lnTo>
                  <a:lnTo>
                    <a:pt x="8237045" y="49886"/>
                  </a:lnTo>
                  <a:lnTo>
                    <a:pt x="8237190" y="49886"/>
                  </a:lnTo>
                  <a:lnTo>
                    <a:pt x="8237336" y="49886"/>
                  </a:lnTo>
                  <a:lnTo>
                    <a:pt x="8237481" y="49886"/>
                  </a:lnTo>
                  <a:lnTo>
                    <a:pt x="8237627" y="49886"/>
                  </a:lnTo>
                  <a:lnTo>
                    <a:pt x="8237772" y="49886"/>
                  </a:lnTo>
                  <a:lnTo>
                    <a:pt x="8237917" y="49886"/>
                  </a:lnTo>
                  <a:lnTo>
                    <a:pt x="8238063" y="49886"/>
                  </a:lnTo>
                  <a:lnTo>
                    <a:pt x="8238208" y="49886"/>
                  </a:lnTo>
                  <a:lnTo>
                    <a:pt x="8238208" y="49263"/>
                  </a:lnTo>
                  <a:lnTo>
                    <a:pt x="8238354" y="49263"/>
                  </a:lnTo>
                  <a:lnTo>
                    <a:pt x="8238499" y="49263"/>
                  </a:lnTo>
                  <a:lnTo>
                    <a:pt x="8238645" y="49263"/>
                  </a:lnTo>
                  <a:lnTo>
                    <a:pt x="8238790" y="49263"/>
                  </a:lnTo>
                  <a:lnTo>
                    <a:pt x="8238935" y="49263"/>
                  </a:lnTo>
                  <a:lnTo>
                    <a:pt x="8239081" y="49263"/>
                  </a:lnTo>
                  <a:lnTo>
                    <a:pt x="8239226" y="49263"/>
                  </a:lnTo>
                  <a:lnTo>
                    <a:pt x="8239372" y="49263"/>
                  </a:lnTo>
                  <a:lnTo>
                    <a:pt x="8239372" y="48639"/>
                  </a:lnTo>
                  <a:lnTo>
                    <a:pt x="8239517" y="48639"/>
                  </a:lnTo>
                  <a:lnTo>
                    <a:pt x="8239663" y="48639"/>
                  </a:lnTo>
                  <a:lnTo>
                    <a:pt x="8239808" y="48639"/>
                  </a:lnTo>
                  <a:lnTo>
                    <a:pt x="8239953" y="48639"/>
                  </a:lnTo>
                  <a:lnTo>
                    <a:pt x="8240099" y="48639"/>
                  </a:lnTo>
                  <a:lnTo>
                    <a:pt x="8240244" y="48639"/>
                  </a:lnTo>
                  <a:lnTo>
                    <a:pt x="8240390" y="48639"/>
                  </a:lnTo>
                  <a:lnTo>
                    <a:pt x="8240535" y="48639"/>
                  </a:lnTo>
                  <a:lnTo>
                    <a:pt x="8240681" y="48639"/>
                  </a:lnTo>
                  <a:lnTo>
                    <a:pt x="8240681" y="48015"/>
                  </a:lnTo>
                  <a:lnTo>
                    <a:pt x="8240826" y="48015"/>
                  </a:lnTo>
                  <a:lnTo>
                    <a:pt x="8240971" y="48015"/>
                  </a:lnTo>
                  <a:lnTo>
                    <a:pt x="8241117" y="48015"/>
                  </a:lnTo>
                  <a:lnTo>
                    <a:pt x="8241262" y="48015"/>
                  </a:lnTo>
                  <a:lnTo>
                    <a:pt x="8241408" y="48015"/>
                  </a:lnTo>
                  <a:lnTo>
                    <a:pt x="8241553" y="48015"/>
                  </a:lnTo>
                  <a:lnTo>
                    <a:pt x="8241699" y="48015"/>
                  </a:lnTo>
                  <a:lnTo>
                    <a:pt x="8241844" y="48015"/>
                  </a:lnTo>
                  <a:lnTo>
                    <a:pt x="8241989" y="48015"/>
                  </a:lnTo>
                  <a:lnTo>
                    <a:pt x="8242135" y="48015"/>
                  </a:lnTo>
                  <a:lnTo>
                    <a:pt x="8242280" y="48015"/>
                  </a:lnTo>
                  <a:lnTo>
                    <a:pt x="8242426" y="48015"/>
                  </a:lnTo>
                  <a:lnTo>
                    <a:pt x="8242571" y="48015"/>
                  </a:lnTo>
                  <a:lnTo>
                    <a:pt x="8242717" y="48015"/>
                  </a:lnTo>
                  <a:lnTo>
                    <a:pt x="8242862" y="48015"/>
                  </a:lnTo>
                  <a:lnTo>
                    <a:pt x="8243007" y="48015"/>
                  </a:lnTo>
                  <a:lnTo>
                    <a:pt x="8243153" y="48015"/>
                  </a:lnTo>
                  <a:lnTo>
                    <a:pt x="8243298" y="48015"/>
                  </a:lnTo>
                  <a:lnTo>
                    <a:pt x="8243444" y="48015"/>
                  </a:lnTo>
                  <a:lnTo>
                    <a:pt x="8243589" y="48015"/>
                  </a:lnTo>
                  <a:lnTo>
                    <a:pt x="8243735" y="48015"/>
                  </a:lnTo>
                  <a:lnTo>
                    <a:pt x="8243880" y="48015"/>
                  </a:lnTo>
                  <a:lnTo>
                    <a:pt x="8244025" y="48015"/>
                  </a:lnTo>
                  <a:lnTo>
                    <a:pt x="8244171" y="48015"/>
                  </a:lnTo>
                  <a:lnTo>
                    <a:pt x="8244316" y="48015"/>
                  </a:lnTo>
                  <a:lnTo>
                    <a:pt x="8244462" y="48015"/>
                  </a:lnTo>
                  <a:lnTo>
                    <a:pt x="8244607" y="48015"/>
                  </a:lnTo>
                  <a:lnTo>
                    <a:pt x="8244752" y="48015"/>
                  </a:lnTo>
                  <a:lnTo>
                    <a:pt x="8244898" y="48015"/>
                  </a:lnTo>
                  <a:lnTo>
                    <a:pt x="8245043" y="48015"/>
                  </a:lnTo>
                  <a:lnTo>
                    <a:pt x="8245189" y="48015"/>
                  </a:lnTo>
                  <a:lnTo>
                    <a:pt x="8245334" y="48015"/>
                  </a:lnTo>
                  <a:lnTo>
                    <a:pt x="8245480" y="48015"/>
                  </a:lnTo>
                  <a:lnTo>
                    <a:pt x="8245625" y="48015"/>
                  </a:lnTo>
                  <a:lnTo>
                    <a:pt x="8245625" y="47392"/>
                  </a:lnTo>
                  <a:lnTo>
                    <a:pt x="8245770" y="47392"/>
                  </a:lnTo>
                  <a:lnTo>
                    <a:pt x="8245916" y="47392"/>
                  </a:lnTo>
                  <a:lnTo>
                    <a:pt x="8246061" y="47392"/>
                  </a:lnTo>
                  <a:lnTo>
                    <a:pt x="8246207" y="47392"/>
                  </a:lnTo>
                  <a:lnTo>
                    <a:pt x="8246352" y="47392"/>
                  </a:lnTo>
                  <a:lnTo>
                    <a:pt x="8246498" y="47392"/>
                  </a:lnTo>
                  <a:lnTo>
                    <a:pt x="8246643" y="47392"/>
                  </a:lnTo>
                  <a:lnTo>
                    <a:pt x="8246788" y="47392"/>
                  </a:lnTo>
                  <a:lnTo>
                    <a:pt x="8246788" y="46768"/>
                  </a:lnTo>
                  <a:lnTo>
                    <a:pt x="8246934" y="46768"/>
                  </a:lnTo>
                  <a:lnTo>
                    <a:pt x="8247079" y="46768"/>
                  </a:lnTo>
                  <a:lnTo>
                    <a:pt x="8247225" y="46768"/>
                  </a:lnTo>
                  <a:lnTo>
                    <a:pt x="8247370" y="46768"/>
                  </a:lnTo>
                  <a:lnTo>
                    <a:pt x="8247516" y="46768"/>
                  </a:lnTo>
                  <a:lnTo>
                    <a:pt x="8247661" y="46768"/>
                  </a:lnTo>
                  <a:lnTo>
                    <a:pt x="8247806" y="46768"/>
                  </a:lnTo>
                  <a:lnTo>
                    <a:pt x="8247952" y="46768"/>
                  </a:lnTo>
                  <a:lnTo>
                    <a:pt x="8248097" y="46768"/>
                  </a:lnTo>
                  <a:lnTo>
                    <a:pt x="8248243" y="46768"/>
                  </a:lnTo>
                  <a:lnTo>
                    <a:pt x="8248388" y="46768"/>
                  </a:lnTo>
                  <a:lnTo>
                    <a:pt x="8248534" y="46768"/>
                  </a:lnTo>
                  <a:lnTo>
                    <a:pt x="8248679" y="46768"/>
                  </a:lnTo>
                  <a:lnTo>
                    <a:pt x="8248824" y="46768"/>
                  </a:lnTo>
                  <a:lnTo>
                    <a:pt x="8248970" y="46768"/>
                  </a:lnTo>
                  <a:lnTo>
                    <a:pt x="8249115" y="46768"/>
                  </a:lnTo>
                  <a:lnTo>
                    <a:pt x="8249261" y="46768"/>
                  </a:lnTo>
                  <a:lnTo>
                    <a:pt x="8249406" y="46768"/>
                  </a:lnTo>
                  <a:lnTo>
                    <a:pt x="8249552" y="46768"/>
                  </a:lnTo>
                  <a:lnTo>
                    <a:pt x="8249697" y="46768"/>
                  </a:lnTo>
                  <a:lnTo>
                    <a:pt x="8249842" y="46768"/>
                  </a:lnTo>
                  <a:lnTo>
                    <a:pt x="8249988" y="46768"/>
                  </a:lnTo>
                  <a:lnTo>
                    <a:pt x="8250133" y="46768"/>
                  </a:lnTo>
                  <a:lnTo>
                    <a:pt x="8250279" y="46768"/>
                  </a:lnTo>
                  <a:lnTo>
                    <a:pt x="8250424" y="46768"/>
                  </a:lnTo>
                  <a:lnTo>
                    <a:pt x="8250569" y="46768"/>
                  </a:lnTo>
                  <a:lnTo>
                    <a:pt x="8250569" y="46145"/>
                  </a:lnTo>
                  <a:lnTo>
                    <a:pt x="8250715" y="46145"/>
                  </a:lnTo>
                  <a:lnTo>
                    <a:pt x="8250860" y="46145"/>
                  </a:lnTo>
                  <a:lnTo>
                    <a:pt x="8251006" y="46145"/>
                  </a:lnTo>
                  <a:lnTo>
                    <a:pt x="8251151" y="46145"/>
                  </a:lnTo>
                  <a:lnTo>
                    <a:pt x="8251297" y="46145"/>
                  </a:lnTo>
                  <a:lnTo>
                    <a:pt x="8251442" y="46145"/>
                  </a:lnTo>
                  <a:lnTo>
                    <a:pt x="8251587" y="46145"/>
                  </a:lnTo>
                  <a:lnTo>
                    <a:pt x="8251733" y="46145"/>
                  </a:lnTo>
                  <a:lnTo>
                    <a:pt x="8251878" y="46145"/>
                  </a:lnTo>
                  <a:lnTo>
                    <a:pt x="8252024" y="46145"/>
                  </a:lnTo>
                  <a:lnTo>
                    <a:pt x="8252169" y="46145"/>
                  </a:lnTo>
                  <a:lnTo>
                    <a:pt x="8252315" y="46145"/>
                  </a:lnTo>
                  <a:lnTo>
                    <a:pt x="8252460" y="46145"/>
                  </a:lnTo>
                  <a:lnTo>
                    <a:pt x="8252460" y="45521"/>
                  </a:lnTo>
                  <a:lnTo>
                    <a:pt x="8252605" y="45521"/>
                  </a:lnTo>
                  <a:lnTo>
                    <a:pt x="8252751" y="45521"/>
                  </a:lnTo>
                  <a:lnTo>
                    <a:pt x="8252896" y="45521"/>
                  </a:lnTo>
                  <a:lnTo>
                    <a:pt x="8253042" y="45521"/>
                  </a:lnTo>
                  <a:lnTo>
                    <a:pt x="8253187" y="45521"/>
                  </a:lnTo>
                  <a:lnTo>
                    <a:pt x="8253333" y="45521"/>
                  </a:lnTo>
                  <a:lnTo>
                    <a:pt x="8253478" y="45521"/>
                  </a:lnTo>
                  <a:lnTo>
                    <a:pt x="8253623" y="45521"/>
                  </a:lnTo>
                  <a:lnTo>
                    <a:pt x="8253769" y="45521"/>
                  </a:lnTo>
                  <a:lnTo>
                    <a:pt x="8253914" y="45521"/>
                  </a:lnTo>
                  <a:lnTo>
                    <a:pt x="8254060" y="45521"/>
                  </a:lnTo>
                  <a:lnTo>
                    <a:pt x="8254205" y="45521"/>
                  </a:lnTo>
                  <a:lnTo>
                    <a:pt x="8254351" y="45521"/>
                  </a:lnTo>
                  <a:lnTo>
                    <a:pt x="8254351" y="44897"/>
                  </a:lnTo>
                  <a:lnTo>
                    <a:pt x="8254496" y="44897"/>
                  </a:lnTo>
                  <a:lnTo>
                    <a:pt x="8254641" y="44897"/>
                  </a:lnTo>
                  <a:lnTo>
                    <a:pt x="8254787" y="44897"/>
                  </a:lnTo>
                  <a:lnTo>
                    <a:pt x="8254932" y="44897"/>
                  </a:lnTo>
                  <a:lnTo>
                    <a:pt x="8255078" y="44897"/>
                  </a:lnTo>
                  <a:lnTo>
                    <a:pt x="8255223" y="44897"/>
                  </a:lnTo>
                  <a:lnTo>
                    <a:pt x="8255369" y="44897"/>
                  </a:lnTo>
                  <a:lnTo>
                    <a:pt x="8255514" y="44897"/>
                  </a:lnTo>
                  <a:lnTo>
                    <a:pt x="8255659" y="44897"/>
                  </a:lnTo>
                  <a:lnTo>
                    <a:pt x="8255805" y="44897"/>
                  </a:lnTo>
                  <a:lnTo>
                    <a:pt x="8255950" y="44897"/>
                  </a:lnTo>
                  <a:lnTo>
                    <a:pt x="8255950" y="44274"/>
                  </a:lnTo>
                  <a:lnTo>
                    <a:pt x="8256096" y="44274"/>
                  </a:lnTo>
                  <a:lnTo>
                    <a:pt x="8256241" y="44274"/>
                  </a:lnTo>
                  <a:lnTo>
                    <a:pt x="8256387" y="44274"/>
                  </a:lnTo>
                  <a:lnTo>
                    <a:pt x="8256532" y="44274"/>
                  </a:lnTo>
                  <a:lnTo>
                    <a:pt x="8256677" y="44274"/>
                  </a:lnTo>
                  <a:lnTo>
                    <a:pt x="8256823" y="44274"/>
                  </a:lnTo>
                  <a:lnTo>
                    <a:pt x="8256968" y="44274"/>
                  </a:lnTo>
                  <a:lnTo>
                    <a:pt x="8257114" y="44274"/>
                  </a:lnTo>
                  <a:lnTo>
                    <a:pt x="8257259" y="44274"/>
                  </a:lnTo>
                  <a:lnTo>
                    <a:pt x="8257404" y="44274"/>
                  </a:lnTo>
                  <a:lnTo>
                    <a:pt x="8257550" y="44274"/>
                  </a:lnTo>
                  <a:lnTo>
                    <a:pt x="8257695" y="44274"/>
                  </a:lnTo>
                  <a:lnTo>
                    <a:pt x="8257695" y="43650"/>
                  </a:lnTo>
                  <a:lnTo>
                    <a:pt x="8257841" y="43650"/>
                  </a:lnTo>
                  <a:lnTo>
                    <a:pt x="8257986" y="43650"/>
                  </a:lnTo>
                  <a:lnTo>
                    <a:pt x="8258132" y="43650"/>
                  </a:lnTo>
                  <a:lnTo>
                    <a:pt x="8258277" y="43650"/>
                  </a:lnTo>
                  <a:lnTo>
                    <a:pt x="8258422" y="43650"/>
                  </a:lnTo>
                  <a:lnTo>
                    <a:pt x="8258568" y="43650"/>
                  </a:lnTo>
                  <a:lnTo>
                    <a:pt x="8258713" y="43650"/>
                  </a:lnTo>
                  <a:lnTo>
                    <a:pt x="8258859" y="43650"/>
                  </a:lnTo>
                  <a:lnTo>
                    <a:pt x="8259004" y="43650"/>
                  </a:lnTo>
                  <a:lnTo>
                    <a:pt x="8259150" y="43650"/>
                  </a:lnTo>
                  <a:lnTo>
                    <a:pt x="8259295" y="43650"/>
                  </a:lnTo>
                  <a:lnTo>
                    <a:pt x="8259440" y="43650"/>
                  </a:lnTo>
                  <a:lnTo>
                    <a:pt x="8259586" y="43650"/>
                  </a:lnTo>
                  <a:lnTo>
                    <a:pt x="8259731" y="43650"/>
                  </a:lnTo>
                  <a:lnTo>
                    <a:pt x="8259877" y="43650"/>
                  </a:lnTo>
                  <a:lnTo>
                    <a:pt x="8260022" y="43650"/>
                  </a:lnTo>
                  <a:lnTo>
                    <a:pt x="8260168" y="43650"/>
                  </a:lnTo>
                  <a:lnTo>
                    <a:pt x="8260168" y="43027"/>
                  </a:lnTo>
                  <a:lnTo>
                    <a:pt x="8260313" y="43027"/>
                  </a:lnTo>
                  <a:lnTo>
                    <a:pt x="8260458" y="43027"/>
                  </a:lnTo>
                  <a:lnTo>
                    <a:pt x="8260458" y="42403"/>
                  </a:lnTo>
                  <a:lnTo>
                    <a:pt x="8260604" y="42403"/>
                  </a:lnTo>
                  <a:lnTo>
                    <a:pt x="8260749" y="42403"/>
                  </a:lnTo>
                  <a:lnTo>
                    <a:pt x="8260895" y="42403"/>
                  </a:lnTo>
                  <a:lnTo>
                    <a:pt x="8261040" y="42403"/>
                  </a:lnTo>
                  <a:lnTo>
                    <a:pt x="8261186" y="42403"/>
                  </a:lnTo>
                  <a:lnTo>
                    <a:pt x="8261331" y="42403"/>
                  </a:lnTo>
                  <a:lnTo>
                    <a:pt x="8261476" y="42403"/>
                  </a:lnTo>
                  <a:lnTo>
                    <a:pt x="8261622" y="42403"/>
                  </a:lnTo>
                  <a:lnTo>
                    <a:pt x="8261767" y="42403"/>
                  </a:lnTo>
                  <a:lnTo>
                    <a:pt x="8261913" y="42403"/>
                  </a:lnTo>
                  <a:lnTo>
                    <a:pt x="8262058" y="42403"/>
                  </a:lnTo>
                  <a:lnTo>
                    <a:pt x="8262204" y="42403"/>
                  </a:lnTo>
                  <a:lnTo>
                    <a:pt x="8262204" y="41780"/>
                  </a:lnTo>
                  <a:lnTo>
                    <a:pt x="8262349" y="41780"/>
                  </a:lnTo>
                  <a:lnTo>
                    <a:pt x="8262494" y="41780"/>
                  </a:lnTo>
                  <a:lnTo>
                    <a:pt x="8262640" y="41780"/>
                  </a:lnTo>
                  <a:lnTo>
                    <a:pt x="8262640" y="41156"/>
                  </a:lnTo>
                  <a:lnTo>
                    <a:pt x="8262785" y="41156"/>
                  </a:lnTo>
                  <a:lnTo>
                    <a:pt x="8262931" y="41156"/>
                  </a:lnTo>
                  <a:lnTo>
                    <a:pt x="8263076" y="41156"/>
                  </a:lnTo>
                  <a:lnTo>
                    <a:pt x="8263222" y="41156"/>
                  </a:lnTo>
                  <a:lnTo>
                    <a:pt x="8263367" y="41156"/>
                  </a:lnTo>
                  <a:lnTo>
                    <a:pt x="8263512" y="41156"/>
                  </a:lnTo>
                  <a:lnTo>
                    <a:pt x="8263658" y="41156"/>
                  </a:lnTo>
                  <a:lnTo>
                    <a:pt x="8263803" y="41156"/>
                  </a:lnTo>
                  <a:lnTo>
                    <a:pt x="8263949" y="41156"/>
                  </a:lnTo>
                  <a:lnTo>
                    <a:pt x="8264094" y="41156"/>
                  </a:lnTo>
                  <a:lnTo>
                    <a:pt x="8264239" y="41156"/>
                  </a:lnTo>
                  <a:lnTo>
                    <a:pt x="8264385" y="41156"/>
                  </a:lnTo>
                  <a:lnTo>
                    <a:pt x="8264530" y="41156"/>
                  </a:lnTo>
                  <a:lnTo>
                    <a:pt x="8264676" y="41156"/>
                  </a:lnTo>
                  <a:lnTo>
                    <a:pt x="8264821" y="41156"/>
                  </a:lnTo>
                  <a:lnTo>
                    <a:pt x="8264967" y="41156"/>
                  </a:lnTo>
                  <a:lnTo>
                    <a:pt x="8265112" y="41156"/>
                  </a:lnTo>
                  <a:lnTo>
                    <a:pt x="8265257" y="41156"/>
                  </a:lnTo>
                  <a:lnTo>
                    <a:pt x="8265403" y="41156"/>
                  </a:lnTo>
                  <a:lnTo>
                    <a:pt x="8265548" y="41156"/>
                  </a:lnTo>
                  <a:lnTo>
                    <a:pt x="8265694" y="41156"/>
                  </a:lnTo>
                  <a:lnTo>
                    <a:pt x="8265839" y="41156"/>
                  </a:lnTo>
                  <a:lnTo>
                    <a:pt x="8265985" y="41156"/>
                  </a:lnTo>
                  <a:lnTo>
                    <a:pt x="8266130" y="41156"/>
                  </a:lnTo>
                  <a:lnTo>
                    <a:pt x="8266275" y="41156"/>
                  </a:lnTo>
                  <a:lnTo>
                    <a:pt x="8266421" y="41156"/>
                  </a:lnTo>
                  <a:lnTo>
                    <a:pt x="8266566" y="41156"/>
                  </a:lnTo>
                  <a:lnTo>
                    <a:pt x="8266712" y="41156"/>
                  </a:lnTo>
                  <a:lnTo>
                    <a:pt x="8266857" y="41156"/>
                  </a:lnTo>
                  <a:lnTo>
                    <a:pt x="8267003" y="41156"/>
                  </a:lnTo>
                  <a:lnTo>
                    <a:pt x="8267148" y="41156"/>
                  </a:lnTo>
                  <a:lnTo>
                    <a:pt x="8267293" y="41156"/>
                  </a:lnTo>
                  <a:lnTo>
                    <a:pt x="8267439" y="41156"/>
                  </a:lnTo>
                  <a:lnTo>
                    <a:pt x="8267584" y="41156"/>
                  </a:lnTo>
                  <a:lnTo>
                    <a:pt x="8267730" y="41156"/>
                  </a:lnTo>
                  <a:lnTo>
                    <a:pt x="8267875" y="41156"/>
                  </a:lnTo>
                  <a:lnTo>
                    <a:pt x="8268021" y="41156"/>
                  </a:lnTo>
                  <a:lnTo>
                    <a:pt x="8268166" y="41156"/>
                  </a:lnTo>
                  <a:lnTo>
                    <a:pt x="8268311" y="41156"/>
                  </a:lnTo>
                  <a:lnTo>
                    <a:pt x="8268311" y="40532"/>
                  </a:lnTo>
                  <a:lnTo>
                    <a:pt x="8268457" y="40532"/>
                  </a:lnTo>
                  <a:lnTo>
                    <a:pt x="8268602" y="40532"/>
                  </a:lnTo>
                  <a:lnTo>
                    <a:pt x="8268748" y="40532"/>
                  </a:lnTo>
                  <a:lnTo>
                    <a:pt x="8268893" y="40532"/>
                  </a:lnTo>
                  <a:lnTo>
                    <a:pt x="8269039" y="40532"/>
                  </a:lnTo>
                  <a:lnTo>
                    <a:pt x="8269184" y="40532"/>
                  </a:lnTo>
                  <a:lnTo>
                    <a:pt x="8269329" y="40532"/>
                  </a:lnTo>
                  <a:lnTo>
                    <a:pt x="8269475" y="40532"/>
                  </a:lnTo>
                  <a:lnTo>
                    <a:pt x="8269620" y="40532"/>
                  </a:lnTo>
                  <a:lnTo>
                    <a:pt x="8269766" y="40532"/>
                  </a:lnTo>
                  <a:lnTo>
                    <a:pt x="8269911" y="40532"/>
                  </a:lnTo>
                  <a:lnTo>
                    <a:pt x="8270057" y="40532"/>
                  </a:lnTo>
                  <a:lnTo>
                    <a:pt x="8270202" y="40532"/>
                  </a:lnTo>
                  <a:lnTo>
                    <a:pt x="8270347" y="40532"/>
                  </a:lnTo>
                  <a:lnTo>
                    <a:pt x="8270493" y="40532"/>
                  </a:lnTo>
                  <a:lnTo>
                    <a:pt x="8270638" y="40532"/>
                  </a:lnTo>
                  <a:lnTo>
                    <a:pt x="8270784" y="40532"/>
                  </a:lnTo>
                  <a:lnTo>
                    <a:pt x="8270929" y="40532"/>
                  </a:lnTo>
                  <a:lnTo>
                    <a:pt x="8271074" y="40532"/>
                  </a:lnTo>
                  <a:lnTo>
                    <a:pt x="8271220" y="40532"/>
                  </a:lnTo>
                  <a:lnTo>
                    <a:pt x="8271365" y="40532"/>
                  </a:lnTo>
                  <a:lnTo>
                    <a:pt x="8271511" y="40532"/>
                  </a:lnTo>
                  <a:lnTo>
                    <a:pt x="8271656" y="40532"/>
                  </a:lnTo>
                  <a:lnTo>
                    <a:pt x="8271802" y="40532"/>
                  </a:lnTo>
                  <a:lnTo>
                    <a:pt x="8271947" y="40532"/>
                  </a:lnTo>
                  <a:lnTo>
                    <a:pt x="8272092" y="40532"/>
                  </a:lnTo>
                  <a:lnTo>
                    <a:pt x="8272238" y="40532"/>
                  </a:lnTo>
                  <a:lnTo>
                    <a:pt x="8272383" y="40532"/>
                  </a:lnTo>
                  <a:lnTo>
                    <a:pt x="8272529" y="40532"/>
                  </a:lnTo>
                  <a:lnTo>
                    <a:pt x="8272674" y="40532"/>
                  </a:lnTo>
                  <a:lnTo>
                    <a:pt x="8272820" y="40532"/>
                  </a:lnTo>
                  <a:lnTo>
                    <a:pt x="8272820" y="39909"/>
                  </a:lnTo>
                  <a:lnTo>
                    <a:pt x="8272820" y="39285"/>
                  </a:lnTo>
                  <a:lnTo>
                    <a:pt x="8272965" y="39285"/>
                  </a:lnTo>
                  <a:lnTo>
                    <a:pt x="8273110" y="39285"/>
                  </a:lnTo>
                  <a:lnTo>
                    <a:pt x="8273256" y="39285"/>
                  </a:lnTo>
                  <a:lnTo>
                    <a:pt x="8273401" y="39285"/>
                  </a:lnTo>
                  <a:lnTo>
                    <a:pt x="8273547" y="39285"/>
                  </a:lnTo>
                  <a:lnTo>
                    <a:pt x="8273692" y="39285"/>
                  </a:lnTo>
                  <a:lnTo>
                    <a:pt x="8273838" y="39285"/>
                  </a:lnTo>
                  <a:lnTo>
                    <a:pt x="8273983" y="39285"/>
                  </a:lnTo>
                  <a:lnTo>
                    <a:pt x="8274128" y="39285"/>
                  </a:lnTo>
                  <a:lnTo>
                    <a:pt x="8274274" y="39285"/>
                  </a:lnTo>
                  <a:lnTo>
                    <a:pt x="8274419" y="39285"/>
                  </a:lnTo>
                  <a:lnTo>
                    <a:pt x="8274565" y="39285"/>
                  </a:lnTo>
                  <a:lnTo>
                    <a:pt x="8274710" y="39285"/>
                  </a:lnTo>
                  <a:lnTo>
                    <a:pt x="8274856" y="39285"/>
                  </a:lnTo>
                  <a:lnTo>
                    <a:pt x="8275001" y="39285"/>
                  </a:lnTo>
                  <a:lnTo>
                    <a:pt x="8275146" y="39285"/>
                  </a:lnTo>
                  <a:lnTo>
                    <a:pt x="8275292" y="39285"/>
                  </a:lnTo>
                  <a:lnTo>
                    <a:pt x="8275437" y="39285"/>
                  </a:lnTo>
                  <a:lnTo>
                    <a:pt x="8275583" y="39285"/>
                  </a:lnTo>
                  <a:lnTo>
                    <a:pt x="8275728" y="39285"/>
                  </a:lnTo>
                  <a:lnTo>
                    <a:pt x="8275874" y="39285"/>
                  </a:lnTo>
                  <a:lnTo>
                    <a:pt x="8276019" y="39285"/>
                  </a:lnTo>
                  <a:lnTo>
                    <a:pt x="8276164" y="39285"/>
                  </a:lnTo>
                  <a:lnTo>
                    <a:pt x="8276310" y="39285"/>
                  </a:lnTo>
                  <a:lnTo>
                    <a:pt x="8276455" y="39285"/>
                  </a:lnTo>
                  <a:lnTo>
                    <a:pt x="8276601" y="39285"/>
                  </a:lnTo>
                  <a:lnTo>
                    <a:pt x="8276746" y="39285"/>
                  </a:lnTo>
                  <a:lnTo>
                    <a:pt x="8276892" y="39285"/>
                  </a:lnTo>
                  <a:lnTo>
                    <a:pt x="8277037" y="39285"/>
                  </a:lnTo>
                  <a:lnTo>
                    <a:pt x="8277182" y="39285"/>
                  </a:lnTo>
                  <a:lnTo>
                    <a:pt x="8277328" y="39285"/>
                  </a:lnTo>
                  <a:lnTo>
                    <a:pt x="8277473" y="39285"/>
                  </a:lnTo>
                  <a:lnTo>
                    <a:pt x="8277619" y="39285"/>
                  </a:lnTo>
                  <a:lnTo>
                    <a:pt x="8277764" y="39285"/>
                  </a:lnTo>
                  <a:lnTo>
                    <a:pt x="8277909" y="39285"/>
                  </a:lnTo>
                  <a:lnTo>
                    <a:pt x="8278055" y="39285"/>
                  </a:lnTo>
                  <a:lnTo>
                    <a:pt x="8278200" y="39285"/>
                  </a:lnTo>
                  <a:lnTo>
                    <a:pt x="8278200" y="38662"/>
                  </a:lnTo>
                  <a:lnTo>
                    <a:pt x="8278346" y="38662"/>
                  </a:lnTo>
                  <a:lnTo>
                    <a:pt x="8278491" y="38662"/>
                  </a:lnTo>
                  <a:lnTo>
                    <a:pt x="8278637" y="38662"/>
                  </a:lnTo>
                  <a:lnTo>
                    <a:pt x="8278782" y="38662"/>
                  </a:lnTo>
                  <a:lnTo>
                    <a:pt x="8278927" y="38662"/>
                  </a:lnTo>
                  <a:lnTo>
                    <a:pt x="8278927" y="38038"/>
                  </a:lnTo>
                  <a:lnTo>
                    <a:pt x="8279073" y="38038"/>
                  </a:lnTo>
                  <a:lnTo>
                    <a:pt x="8279218" y="38038"/>
                  </a:lnTo>
                  <a:lnTo>
                    <a:pt x="8279364" y="38038"/>
                  </a:lnTo>
                  <a:lnTo>
                    <a:pt x="8279509" y="38038"/>
                  </a:lnTo>
                  <a:lnTo>
                    <a:pt x="8279655" y="38038"/>
                  </a:lnTo>
                  <a:lnTo>
                    <a:pt x="8279800" y="38038"/>
                  </a:lnTo>
                  <a:lnTo>
                    <a:pt x="8279945" y="38038"/>
                  </a:lnTo>
                  <a:lnTo>
                    <a:pt x="8280091" y="38038"/>
                  </a:lnTo>
                  <a:lnTo>
                    <a:pt x="8280236" y="38038"/>
                  </a:lnTo>
                  <a:lnTo>
                    <a:pt x="8280382" y="38038"/>
                  </a:lnTo>
                  <a:lnTo>
                    <a:pt x="8280527" y="38038"/>
                  </a:lnTo>
                  <a:lnTo>
                    <a:pt x="8280673" y="38038"/>
                  </a:lnTo>
                  <a:lnTo>
                    <a:pt x="8280673" y="37414"/>
                  </a:lnTo>
                  <a:lnTo>
                    <a:pt x="8280818" y="37414"/>
                  </a:lnTo>
                  <a:lnTo>
                    <a:pt x="8280963" y="37414"/>
                  </a:lnTo>
                  <a:lnTo>
                    <a:pt x="8281109" y="37414"/>
                  </a:lnTo>
                  <a:lnTo>
                    <a:pt x="8281109" y="36791"/>
                  </a:lnTo>
                  <a:lnTo>
                    <a:pt x="8281254" y="36791"/>
                  </a:lnTo>
                  <a:lnTo>
                    <a:pt x="8281400" y="36791"/>
                  </a:lnTo>
                  <a:lnTo>
                    <a:pt x="8281545" y="36791"/>
                  </a:lnTo>
                  <a:lnTo>
                    <a:pt x="8281691" y="36791"/>
                  </a:lnTo>
                  <a:lnTo>
                    <a:pt x="8281836" y="36791"/>
                  </a:lnTo>
                  <a:lnTo>
                    <a:pt x="8281981" y="36791"/>
                  </a:lnTo>
                  <a:lnTo>
                    <a:pt x="8282127" y="36791"/>
                  </a:lnTo>
                  <a:lnTo>
                    <a:pt x="8282272" y="36791"/>
                  </a:lnTo>
                  <a:lnTo>
                    <a:pt x="8282418" y="36791"/>
                  </a:lnTo>
                  <a:lnTo>
                    <a:pt x="8282563" y="36791"/>
                  </a:lnTo>
                  <a:lnTo>
                    <a:pt x="8282709" y="36791"/>
                  </a:lnTo>
                  <a:lnTo>
                    <a:pt x="8282854" y="36791"/>
                  </a:lnTo>
                  <a:lnTo>
                    <a:pt x="8282999" y="36791"/>
                  </a:lnTo>
                  <a:lnTo>
                    <a:pt x="8283145" y="36791"/>
                  </a:lnTo>
                  <a:lnTo>
                    <a:pt x="8283290" y="36791"/>
                  </a:lnTo>
                  <a:lnTo>
                    <a:pt x="8283436" y="36791"/>
                  </a:lnTo>
                  <a:lnTo>
                    <a:pt x="8283581" y="36791"/>
                  </a:lnTo>
                  <a:lnTo>
                    <a:pt x="8283727" y="36791"/>
                  </a:lnTo>
                  <a:lnTo>
                    <a:pt x="8283872" y="36791"/>
                  </a:lnTo>
                  <a:lnTo>
                    <a:pt x="8284017" y="36791"/>
                  </a:lnTo>
                  <a:lnTo>
                    <a:pt x="8284163" y="36791"/>
                  </a:lnTo>
                  <a:lnTo>
                    <a:pt x="8284308" y="36791"/>
                  </a:lnTo>
                  <a:lnTo>
                    <a:pt x="8284454" y="36791"/>
                  </a:lnTo>
                  <a:lnTo>
                    <a:pt x="8284599" y="36791"/>
                  </a:lnTo>
                  <a:lnTo>
                    <a:pt x="8284744" y="36791"/>
                  </a:lnTo>
                  <a:lnTo>
                    <a:pt x="8284890" y="36791"/>
                  </a:lnTo>
                  <a:lnTo>
                    <a:pt x="8285035" y="36791"/>
                  </a:lnTo>
                  <a:lnTo>
                    <a:pt x="8285181" y="36791"/>
                  </a:lnTo>
                  <a:lnTo>
                    <a:pt x="8285326" y="36791"/>
                  </a:lnTo>
                  <a:lnTo>
                    <a:pt x="8285472" y="36791"/>
                  </a:lnTo>
                  <a:lnTo>
                    <a:pt x="8285617" y="36791"/>
                  </a:lnTo>
                  <a:lnTo>
                    <a:pt x="8285762" y="36791"/>
                  </a:lnTo>
                  <a:lnTo>
                    <a:pt x="8285908" y="36791"/>
                  </a:lnTo>
                  <a:lnTo>
                    <a:pt x="8286053" y="36791"/>
                  </a:lnTo>
                  <a:lnTo>
                    <a:pt x="8286199" y="36791"/>
                  </a:lnTo>
                  <a:lnTo>
                    <a:pt x="8286344" y="36791"/>
                  </a:lnTo>
                  <a:lnTo>
                    <a:pt x="8286490" y="36791"/>
                  </a:lnTo>
                  <a:lnTo>
                    <a:pt x="8286635" y="36791"/>
                  </a:lnTo>
                  <a:lnTo>
                    <a:pt x="8286780" y="36791"/>
                  </a:lnTo>
                  <a:lnTo>
                    <a:pt x="8286926" y="36791"/>
                  </a:lnTo>
                  <a:lnTo>
                    <a:pt x="8287071" y="36791"/>
                  </a:lnTo>
                  <a:lnTo>
                    <a:pt x="8287217" y="36791"/>
                  </a:lnTo>
                  <a:lnTo>
                    <a:pt x="8287362" y="36791"/>
                  </a:lnTo>
                  <a:lnTo>
                    <a:pt x="8287362" y="36167"/>
                  </a:lnTo>
                  <a:lnTo>
                    <a:pt x="8287508" y="36167"/>
                  </a:lnTo>
                  <a:lnTo>
                    <a:pt x="8287653" y="36167"/>
                  </a:lnTo>
                  <a:lnTo>
                    <a:pt x="8287653" y="35544"/>
                  </a:lnTo>
                  <a:lnTo>
                    <a:pt x="8287798" y="35544"/>
                  </a:lnTo>
                  <a:lnTo>
                    <a:pt x="8287944" y="35544"/>
                  </a:lnTo>
                  <a:lnTo>
                    <a:pt x="8288089" y="35544"/>
                  </a:lnTo>
                  <a:lnTo>
                    <a:pt x="8288235" y="35544"/>
                  </a:lnTo>
                  <a:lnTo>
                    <a:pt x="8288380" y="35544"/>
                  </a:lnTo>
                  <a:lnTo>
                    <a:pt x="8288526" y="35544"/>
                  </a:lnTo>
                  <a:lnTo>
                    <a:pt x="8288671" y="35544"/>
                  </a:lnTo>
                  <a:lnTo>
                    <a:pt x="8288816" y="35544"/>
                  </a:lnTo>
                  <a:lnTo>
                    <a:pt x="8288962" y="35544"/>
                  </a:lnTo>
                  <a:lnTo>
                    <a:pt x="8289107" y="35544"/>
                  </a:lnTo>
                  <a:lnTo>
                    <a:pt x="8289253" y="35544"/>
                  </a:lnTo>
                  <a:lnTo>
                    <a:pt x="8289398" y="35544"/>
                  </a:lnTo>
                  <a:lnTo>
                    <a:pt x="8289544" y="35544"/>
                  </a:lnTo>
                  <a:lnTo>
                    <a:pt x="8289689" y="35544"/>
                  </a:lnTo>
                  <a:lnTo>
                    <a:pt x="8289834" y="35544"/>
                  </a:lnTo>
                  <a:lnTo>
                    <a:pt x="8289834" y="34920"/>
                  </a:lnTo>
                  <a:lnTo>
                    <a:pt x="8289980" y="34920"/>
                  </a:lnTo>
                  <a:lnTo>
                    <a:pt x="8290125" y="34920"/>
                  </a:lnTo>
                  <a:lnTo>
                    <a:pt x="8290271" y="34920"/>
                  </a:lnTo>
                  <a:lnTo>
                    <a:pt x="8290416" y="34920"/>
                  </a:lnTo>
                  <a:lnTo>
                    <a:pt x="8290562" y="34920"/>
                  </a:lnTo>
                  <a:lnTo>
                    <a:pt x="8290707" y="34920"/>
                  </a:lnTo>
                  <a:lnTo>
                    <a:pt x="8290852" y="34920"/>
                  </a:lnTo>
                  <a:lnTo>
                    <a:pt x="8290998" y="34920"/>
                  </a:lnTo>
                  <a:lnTo>
                    <a:pt x="8291143" y="34920"/>
                  </a:lnTo>
                  <a:lnTo>
                    <a:pt x="8291289" y="34920"/>
                  </a:lnTo>
                  <a:lnTo>
                    <a:pt x="8291434" y="34920"/>
                  </a:lnTo>
                  <a:lnTo>
                    <a:pt x="8291579" y="34920"/>
                  </a:lnTo>
                  <a:lnTo>
                    <a:pt x="8291725" y="34920"/>
                  </a:lnTo>
                  <a:lnTo>
                    <a:pt x="8291870" y="34920"/>
                  </a:lnTo>
                  <a:lnTo>
                    <a:pt x="8292016" y="34920"/>
                  </a:lnTo>
                  <a:lnTo>
                    <a:pt x="8292161" y="34920"/>
                  </a:lnTo>
                  <a:lnTo>
                    <a:pt x="8292307" y="34920"/>
                  </a:lnTo>
                  <a:lnTo>
                    <a:pt x="8292452" y="34920"/>
                  </a:lnTo>
                  <a:lnTo>
                    <a:pt x="8292597" y="34920"/>
                  </a:lnTo>
                  <a:lnTo>
                    <a:pt x="8292743" y="34920"/>
                  </a:lnTo>
                  <a:lnTo>
                    <a:pt x="8292888" y="34920"/>
                  </a:lnTo>
                  <a:lnTo>
                    <a:pt x="8293034" y="34920"/>
                  </a:lnTo>
                  <a:lnTo>
                    <a:pt x="8293179" y="34920"/>
                  </a:lnTo>
                  <a:lnTo>
                    <a:pt x="8293325" y="34920"/>
                  </a:lnTo>
                  <a:lnTo>
                    <a:pt x="8293470" y="34920"/>
                  </a:lnTo>
                  <a:lnTo>
                    <a:pt x="8293615" y="34920"/>
                  </a:lnTo>
                  <a:lnTo>
                    <a:pt x="8293761" y="34920"/>
                  </a:lnTo>
                  <a:lnTo>
                    <a:pt x="8293906" y="34920"/>
                  </a:lnTo>
                  <a:lnTo>
                    <a:pt x="8294052" y="34920"/>
                  </a:lnTo>
                  <a:lnTo>
                    <a:pt x="8294197" y="34920"/>
                  </a:lnTo>
                  <a:lnTo>
                    <a:pt x="8294343" y="34920"/>
                  </a:lnTo>
                  <a:lnTo>
                    <a:pt x="8294488" y="34920"/>
                  </a:lnTo>
                  <a:lnTo>
                    <a:pt x="8294633" y="34920"/>
                  </a:lnTo>
                  <a:lnTo>
                    <a:pt x="8294779" y="34920"/>
                  </a:lnTo>
                  <a:lnTo>
                    <a:pt x="8294924" y="34920"/>
                  </a:lnTo>
                  <a:lnTo>
                    <a:pt x="8295070" y="34920"/>
                  </a:lnTo>
                  <a:lnTo>
                    <a:pt x="8295215" y="34920"/>
                  </a:lnTo>
                  <a:lnTo>
                    <a:pt x="8295361" y="34920"/>
                  </a:lnTo>
                  <a:lnTo>
                    <a:pt x="8295506" y="34920"/>
                  </a:lnTo>
                  <a:lnTo>
                    <a:pt x="8295651" y="34920"/>
                  </a:lnTo>
                  <a:lnTo>
                    <a:pt x="8295797" y="34920"/>
                  </a:lnTo>
                  <a:lnTo>
                    <a:pt x="8295942" y="34920"/>
                  </a:lnTo>
                  <a:lnTo>
                    <a:pt x="8296088" y="34920"/>
                  </a:lnTo>
                  <a:lnTo>
                    <a:pt x="8296233" y="34920"/>
                  </a:lnTo>
                  <a:lnTo>
                    <a:pt x="8296379" y="34920"/>
                  </a:lnTo>
                  <a:lnTo>
                    <a:pt x="8296524" y="34920"/>
                  </a:lnTo>
                  <a:lnTo>
                    <a:pt x="8296669" y="34920"/>
                  </a:lnTo>
                  <a:lnTo>
                    <a:pt x="8296815" y="34920"/>
                  </a:lnTo>
                  <a:lnTo>
                    <a:pt x="8296960" y="34920"/>
                  </a:lnTo>
                  <a:lnTo>
                    <a:pt x="8297106" y="34920"/>
                  </a:lnTo>
                  <a:lnTo>
                    <a:pt x="8297251" y="34920"/>
                  </a:lnTo>
                  <a:lnTo>
                    <a:pt x="8297397" y="34920"/>
                  </a:lnTo>
                  <a:lnTo>
                    <a:pt x="8297542" y="34920"/>
                  </a:lnTo>
                  <a:lnTo>
                    <a:pt x="8297687" y="34920"/>
                  </a:lnTo>
                  <a:lnTo>
                    <a:pt x="8297833" y="34920"/>
                  </a:lnTo>
                  <a:lnTo>
                    <a:pt x="8297978" y="34920"/>
                  </a:lnTo>
                  <a:lnTo>
                    <a:pt x="8298124" y="34920"/>
                  </a:lnTo>
                  <a:lnTo>
                    <a:pt x="8298269" y="34920"/>
                  </a:lnTo>
                  <a:lnTo>
                    <a:pt x="8298414" y="34920"/>
                  </a:lnTo>
                  <a:lnTo>
                    <a:pt x="8298560" y="34920"/>
                  </a:lnTo>
                  <a:lnTo>
                    <a:pt x="8298705" y="34920"/>
                  </a:lnTo>
                  <a:lnTo>
                    <a:pt x="8298851" y="34920"/>
                  </a:lnTo>
                  <a:lnTo>
                    <a:pt x="8298996" y="34920"/>
                  </a:lnTo>
                  <a:lnTo>
                    <a:pt x="8299142" y="34920"/>
                  </a:lnTo>
                  <a:lnTo>
                    <a:pt x="8299287" y="34920"/>
                  </a:lnTo>
                  <a:lnTo>
                    <a:pt x="8299432" y="34920"/>
                  </a:lnTo>
                  <a:lnTo>
                    <a:pt x="8299578" y="34920"/>
                  </a:lnTo>
                  <a:lnTo>
                    <a:pt x="8299723" y="34920"/>
                  </a:lnTo>
                  <a:lnTo>
                    <a:pt x="8299723" y="34297"/>
                  </a:lnTo>
                  <a:lnTo>
                    <a:pt x="8299869" y="34297"/>
                  </a:lnTo>
                  <a:lnTo>
                    <a:pt x="8300014" y="34297"/>
                  </a:lnTo>
                  <a:lnTo>
                    <a:pt x="8300160" y="34297"/>
                  </a:lnTo>
                  <a:lnTo>
                    <a:pt x="8300305" y="34297"/>
                  </a:lnTo>
                  <a:lnTo>
                    <a:pt x="8300450" y="34297"/>
                  </a:lnTo>
                  <a:lnTo>
                    <a:pt x="8300596" y="34297"/>
                  </a:lnTo>
                  <a:lnTo>
                    <a:pt x="8300741" y="34297"/>
                  </a:lnTo>
                  <a:lnTo>
                    <a:pt x="8300887" y="34297"/>
                  </a:lnTo>
                  <a:lnTo>
                    <a:pt x="8301032" y="34297"/>
                  </a:lnTo>
                  <a:lnTo>
                    <a:pt x="8301178" y="34297"/>
                  </a:lnTo>
                  <a:lnTo>
                    <a:pt x="8301323" y="34297"/>
                  </a:lnTo>
                  <a:lnTo>
                    <a:pt x="8301468" y="34297"/>
                  </a:lnTo>
                  <a:lnTo>
                    <a:pt x="8301614" y="34297"/>
                  </a:lnTo>
                  <a:lnTo>
                    <a:pt x="8301759" y="34297"/>
                  </a:lnTo>
                  <a:lnTo>
                    <a:pt x="8301905" y="34297"/>
                  </a:lnTo>
                  <a:lnTo>
                    <a:pt x="8302050" y="34297"/>
                  </a:lnTo>
                  <a:lnTo>
                    <a:pt x="8302196" y="34297"/>
                  </a:lnTo>
                  <a:lnTo>
                    <a:pt x="8302341" y="34297"/>
                  </a:lnTo>
                  <a:lnTo>
                    <a:pt x="8302486" y="34297"/>
                  </a:lnTo>
                  <a:lnTo>
                    <a:pt x="8302632" y="34297"/>
                  </a:lnTo>
                  <a:lnTo>
                    <a:pt x="8302777" y="34297"/>
                  </a:lnTo>
                  <a:lnTo>
                    <a:pt x="8302923" y="34297"/>
                  </a:lnTo>
                  <a:lnTo>
                    <a:pt x="8303068" y="34297"/>
                  </a:lnTo>
                  <a:lnTo>
                    <a:pt x="8303214" y="34297"/>
                  </a:lnTo>
                  <a:lnTo>
                    <a:pt x="8303359" y="34297"/>
                  </a:lnTo>
                  <a:lnTo>
                    <a:pt x="8303504" y="34297"/>
                  </a:lnTo>
                  <a:lnTo>
                    <a:pt x="8303650" y="34297"/>
                  </a:lnTo>
                  <a:lnTo>
                    <a:pt x="8303795" y="34297"/>
                  </a:lnTo>
                  <a:lnTo>
                    <a:pt x="8303941" y="34297"/>
                  </a:lnTo>
                  <a:lnTo>
                    <a:pt x="8304086" y="34297"/>
                  </a:lnTo>
                  <a:lnTo>
                    <a:pt x="8304232" y="34297"/>
                  </a:lnTo>
                  <a:lnTo>
                    <a:pt x="8304377" y="34297"/>
                  </a:lnTo>
                  <a:lnTo>
                    <a:pt x="8304522" y="34297"/>
                  </a:lnTo>
                  <a:lnTo>
                    <a:pt x="8304668" y="34297"/>
                  </a:lnTo>
                  <a:lnTo>
                    <a:pt x="8304813" y="34297"/>
                  </a:lnTo>
                  <a:lnTo>
                    <a:pt x="8304959" y="34297"/>
                  </a:lnTo>
                  <a:lnTo>
                    <a:pt x="8305104" y="34297"/>
                  </a:lnTo>
                  <a:lnTo>
                    <a:pt x="8305249" y="34297"/>
                  </a:lnTo>
                  <a:lnTo>
                    <a:pt x="8305395" y="34297"/>
                  </a:lnTo>
                  <a:lnTo>
                    <a:pt x="8305540" y="34297"/>
                  </a:lnTo>
                  <a:lnTo>
                    <a:pt x="8305686" y="34297"/>
                  </a:lnTo>
                  <a:lnTo>
                    <a:pt x="8305831" y="34297"/>
                  </a:lnTo>
                  <a:lnTo>
                    <a:pt x="8305977" y="34297"/>
                  </a:lnTo>
                  <a:lnTo>
                    <a:pt x="8306122" y="34297"/>
                  </a:lnTo>
                  <a:lnTo>
                    <a:pt x="8306267" y="34297"/>
                  </a:lnTo>
                  <a:lnTo>
                    <a:pt x="8306413" y="34297"/>
                  </a:lnTo>
                  <a:lnTo>
                    <a:pt x="8306558" y="34297"/>
                  </a:lnTo>
                  <a:lnTo>
                    <a:pt x="8306558" y="33673"/>
                  </a:lnTo>
                  <a:lnTo>
                    <a:pt x="8306704" y="33673"/>
                  </a:lnTo>
                  <a:lnTo>
                    <a:pt x="8306704" y="33049"/>
                  </a:lnTo>
                  <a:lnTo>
                    <a:pt x="8306849" y="33049"/>
                  </a:lnTo>
                  <a:lnTo>
                    <a:pt x="8306995" y="33049"/>
                  </a:lnTo>
                  <a:lnTo>
                    <a:pt x="8307140" y="33049"/>
                  </a:lnTo>
                  <a:lnTo>
                    <a:pt x="8307285" y="33049"/>
                  </a:lnTo>
                  <a:lnTo>
                    <a:pt x="8307431" y="33049"/>
                  </a:lnTo>
                  <a:lnTo>
                    <a:pt x="8307576" y="33049"/>
                  </a:lnTo>
                  <a:lnTo>
                    <a:pt x="8307722" y="33049"/>
                  </a:lnTo>
                  <a:lnTo>
                    <a:pt x="8307867" y="33049"/>
                  </a:lnTo>
                  <a:lnTo>
                    <a:pt x="8308013" y="33049"/>
                  </a:lnTo>
                  <a:lnTo>
                    <a:pt x="8308158" y="33049"/>
                  </a:lnTo>
                  <a:lnTo>
                    <a:pt x="8308303" y="33049"/>
                  </a:lnTo>
                  <a:lnTo>
                    <a:pt x="8308449" y="33049"/>
                  </a:lnTo>
                  <a:lnTo>
                    <a:pt x="8308594" y="33049"/>
                  </a:lnTo>
                  <a:lnTo>
                    <a:pt x="8308740" y="33049"/>
                  </a:lnTo>
                  <a:lnTo>
                    <a:pt x="8308885" y="33049"/>
                  </a:lnTo>
                  <a:lnTo>
                    <a:pt x="8309031" y="33049"/>
                  </a:lnTo>
                  <a:lnTo>
                    <a:pt x="8309176" y="33049"/>
                  </a:lnTo>
                  <a:lnTo>
                    <a:pt x="8309321" y="33049"/>
                  </a:lnTo>
                  <a:lnTo>
                    <a:pt x="8309467" y="33049"/>
                  </a:lnTo>
                  <a:lnTo>
                    <a:pt x="8309612" y="33049"/>
                  </a:lnTo>
                  <a:lnTo>
                    <a:pt x="8309758" y="33049"/>
                  </a:lnTo>
                  <a:lnTo>
                    <a:pt x="8309903" y="33049"/>
                  </a:lnTo>
                  <a:lnTo>
                    <a:pt x="8310049" y="33049"/>
                  </a:lnTo>
                  <a:lnTo>
                    <a:pt x="8310194" y="33049"/>
                  </a:lnTo>
                  <a:lnTo>
                    <a:pt x="8310339" y="33049"/>
                  </a:lnTo>
                  <a:lnTo>
                    <a:pt x="8310485" y="33049"/>
                  </a:lnTo>
                  <a:lnTo>
                    <a:pt x="8310630" y="33049"/>
                  </a:lnTo>
                  <a:lnTo>
                    <a:pt x="8310776" y="33049"/>
                  </a:lnTo>
                  <a:lnTo>
                    <a:pt x="8310921" y="33049"/>
                  </a:lnTo>
                  <a:lnTo>
                    <a:pt x="8311067" y="33049"/>
                  </a:lnTo>
                  <a:lnTo>
                    <a:pt x="8311212" y="33049"/>
                  </a:lnTo>
                  <a:lnTo>
                    <a:pt x="8311357" y="33049"/>
                  </a:lnTo>
                  <a:lnTo>
                    <a:pt x="8311503" y="33049"/>
                  </a:lnTo>
                  <a:lnTo>
                    <a:pt x="8311503" y="32426"/>
                  </a:lnTo>
                  <a:lnTo>
                    <a:pt x="8311648" y="32426"/>
                  </a:lnTo>
                  <a:lnTo>
                    <a:pt x="8311794" y="32426"/>
                  </a:lnTo>
                  <a:lnTo>
                    <a:pt x="8311939" y="32426"/>
                  </a:lnTo>
                  <a:lnTo>
                    <a:pt x="8312084" y="32426"/>
                  </a:lnTo>
                  <a:lnTo>
                    <a:pt x="8312230" y="32426"/>
                  </a:lnTo>
                  <a:lnTo>
                    <a:pt x="8312375" y="32426"/>
                  </a:lnTo>
                  <a:lnTo>
                    <a:pt x="8312521" y="32426"/>
                  </a:lnTo>
                  <a:lnTo>
                    <a:pt x="8312666" y="32426"/>
                  </a:lnTo>
                  <a:lnTo>
                    <a:pt x="8312812" y="32426"/>
                  </a:lnTo>
                  <a:lnTo>
                    <a:pt x="8312957" y="32426"/>
                  </a:lnTo>
                  <a:lnTo>
                    <a:pt x="8313102" y="32426"/>
                  </a:lnTo>
                  <a:lnTo>
                    <a:pt x="8313248" y="32426"/>
                  </a:lnTo>
                  <a:lnTo>
                    <a:pt x="8313248" y="31802"/>
                  </a:lnTo>
                  <a:lnTo>
                    <a:pt x="8313393" y="31802"/>
                  </a:lnTo>
                  <a:lnTo>
                    <a:pt x="8313539" y="31802"/>
                  </a:lnTo>
                  <a:lnTo>
                    <a:pt x="8313684" y="31802"/>
                  </a:lnTo>
                  <a:lnTo>
                    <a:pt x="8313830" y="31802"/>
                  </a:lnTo>
                  <a:lnTo>
                    <a:pt x="8313975" y="31802"/>
                  </a:lnTo>
                  <a:lnTo>
                    <a:pt x="8314120" y="31802"/>
                  </a:lnTo>
                  <a:lnTo>
                    <a:pt x="8314266" y="31802"/>
                  </a:lnTo>
                  <a:lnTo>
                    <a:pt x="8314411" y="31802"/>
                  </a:lnTo>
                  <a:lnTo>
                    <a:pt x="8314557" y="31802"/>
                  </a:lnTo>
                  <a:lnTo>
                    <a:pt x="8314702" y="31802"/>
                  </a:lnTo>
                  <a:lnTo>
                    <a:pt x="8314848" y="31802"/>
                  </a:lnTo>
                  <a:lnTo>
                    <a:pt x="8314993" y="31802"/>
                  </a:lnTo>
                  <a:lnTo>
                    <a:pt x="8315138" y="31802"/>
                  </a:lnTo>
                  <a:lnTo>
                    <a:pt x="8315284" y="31802"/>
                  </a:lnTo>
                  <a:lnTo>
                    <a:pt x="8315429" y="31802"/>
                  </a:lnTo>
                  <a:lnTo>
                    <a:pt x="8315575" y="31802"/>
                  </a:lnTo>
                  <a:lnTo>
                    <a:pt x="8315720" y="31802"/>
                  </a:lnTo>
                  <a:lnTo>
                    <a:pt x="8315866" y="31802"/>
                  </a:lnTo>
                  <a:lnTo>
                    <a:pt x="8316011" y="31802"/>
                  </a:lnTo>
                  <a:lnTo>
                    <a:pt x="8316156" y="31802"/>
                  </a:lnTo>
                  <a:lnTo>
                    <a:pt x="8316302" y="31802"/>
                  </a:lnTo>
                  <a:lnTo>
                    <a:pt x="8316447" y="31802"/>
                  </a:lnTo>
                  <a:lnTo>
                    <a:pt x="8316593" y="31802"/>
                  </a:lnTo>
                  <a:lnTo>
                    <a:pt x="8316738" y="31802"/>
                  </a:lnTo>
                  <a:lnTo>
                    <a:pt x="8316884" y="31802"/>
                  </a:lnTo>
                  <a:lnTo>
                    <a:pt x="8317029" y="31802"/>
                  </a:lnTo>
                  <a:lnTo>
                    <a:pt x="8317174" y="31802"/>
                  </a:lnTo>
                  <a:lnTo>
                    <a:pt x="8317320" y="31802"/>
                  </a:lnTo>
                  <a:lnTo>
                    <a:pt x="8317465" y="31802"/>
                  </a:lnTo>
                  <a:lnTo>
                    <a:pt x="8317611" y="31802"/>
                  </a:lnTo>
                  <a:lnTo>
                    <a:pt x="8317756" y="31802"/>
                  </a:lnTo>
                  <a:lnTo>
                    <a:pt x="8317902" y="31802"/>
                  </a:lnTo>
                  <a:lnTo>
                    <a:pt x="8318047" y="31802"/>
                  </a:lnTo>
                  <a:lnTo>
                    <a:pt x="8318192" y="31802"/>
                  </a:lnTo>
                  <a:lnTo>
                    <a:pt x="8318338" y="31802"/>
                  </a:lnTo>
                  <a:lnTo>
                    <a:pt x="8318483" y="31802"/>
                  </a:lnTo>
                  <a:lnTo>
                    <a:pt x="8318629" y="31802"/>
                  </a:lnTo>
                  <a:lnTo>
                    <a:pt x="8318774" y="31802"/>
                  </a:lnTo>
                  <a:lnTo>
                    <a:pt x="8318919" y="31802"/>
                  </a:lnTo>
                  <a:lnTo>
                    <a:pt x="8319065" y="31802"/>
                  </a:lnTo>
                  <a:lnTo>
                    <a:pt x="8319210" y="31802"/>
                  </a:lnTo>
                  <a:lnTo>
                    <a:pt x="8319356" y="31802"/>
                  </a:lnTo>
                  <a:lnTo>
                    <a:pt x="8319501" y="31802"/>
                  </a:lnTo>
                  <a:lnTo>
                    <a:pt x="8319647" y="31802"/>
                  </a:lnTo>
                  <a:lnTo>
                    <a:pt x="8319792" y="31802"/>
                  </a:lnTo>
                  <a:lnTo>
                    <a:pt x="8319937" y="31802"/>
                  </a:lnTo>
                  <a:lnTo>
                    <a:pt x="8320083" y="31802"/>
                  </a:lnTo>
                  <a:lnTo>
                    <a:pt x="8320228" y="31802"/>
                  </a:lnTo>
                  <a:lnTo>
                    <a:pt x="8320374" y="31802"/>
                  </a:lnTo>
                  <a:lnTo>
                    <a:pt x="8320519" y="31802"/>
                  </a:lnTo>
                  <a:lnTo>
                    <a:pt x="8320665" y="31802"/>
                  </a:lnTo>
                  <a:lnTo>
                    <a:pt x="8320810" y="31802"/>
                  </a:lnTo>
                  <a:lnTo>
                    <a:pt x="8320955" y="31802"/>
                  </a:lnTo>
                  <a:lnTo>
                    <a:pt x="8321101" y="31802"/>
                  </a:lnTo>
                  <a:lnTo>
                    <a:pt x="8321246" y="31802"/>
                  </a:lnTo>
                  <a:lnTo>
                    <a:pt x="8321392" y="31802"/>
                  </a:lnTo>
                  <a:lnTo>
                    <a:pt x="8321537" y="31802"/>
                  </a:lnTo>
                  <a:lnTo>
                    <a:pt x="8321683" y="31802"/>
                  </a:lnTo>
                  <a:lnTo>
                    <a:pt x="8321828" y="31802"/>
                  </a:lnTo>
                  <a:lnTo>
                    <a:pt x="8321973" y="31802"/>
                  </a:lnTo>
                  <a:lnTo>
                    <a:pt x="8322119" y="31802"/>
                  </a:lnTo>
                  <a:lnTo>
                    <a:pt x="8322264" y="31802"/>
                  </a:lnTo>
                  <a:lnTo>
                    <a:pt x="8322410" y="31802"/>
                  </a:lnTo>
                  <a:lnTo>
                    <a:pt x="8322555" y="31802"/>
                  </a:lnTo>
                  <a:lnTo>
                    <a:pt x="8322701" y="31802"/>
                  </a:lnTo>
                  <a:lnTo>
                    <a:pt x="8322846" y="31802"/>
                  </a:lnTo>
                  <a:lnTo>
                    <a:pt x="8322991" y="31802"/>
                  </a:lnTo>
                  <a:lnTo>
                    <a:pt x="8323137" y="31802"/>
                  </a:lnTo>
                  <a:lnTo>
                    <a:pt x="8323282" y="31802"/>
                  </a:lnTo>
                  <a:lnTo>
                    <a:pt x="8323428" y="31802"/>
                  </a:lnTo>
                  <a:lnTo>
                    <a:pt x="8323573" y="31802"/>
                  </a:lnTo>
                  <a:lnTo>
                    <a:pt x="8323719" y="31802"/>
                  </a:lnTo>
                  <a:lnTo>
                    <a:pt x="8323864" y="31802"/>
                  </a:lnTo>
                  <a:lnTo>
                    <a:pt x="8324009" y="31802"/>
                  </a:lnTo>
                  <a:lnTo>
                    <a:pt x="8324155" y="31802"/>
                  </a:lnTo>
                  <a:lnTo>
                    <a:pt x="8324300" y="31802"/>
                  </a:lnTo>
                  <a:lnTo>
                    <a:pt x="8324446" y="31802"/>
                  </a:lnTo>
                  <a:lnTo>
                    <a:pt x="8324591" y="31802"/>
                  </a:lnTo>
                  <a:lnTo>
                    <a:pt x="8324737" y="31802"/>
                  </a:lnTo>
                  <a:lnTo>
                    <a:pt x="8324882" y="31802"/>
                  </a:lnTo>
                  <a:lnTo>
                    <a:pt x="8325027" y="31802"/>
                  </a:lnTo>
                  <a:lnTo>
                    <a:pt x="8325173" y="31802"/>
                  </a:lnTo>
                  <a:lnTo>
                    <a:pt x="8325318" y="31802"/>
                  </a:lnTo>
                  <a:lnTo>
                    <a:pt x="8325464" y="31802"/>
                  </a:lnTo>
                  <a:lnTo>
                    <a:pt x="8325609" y="31802"/>
                  </a:lnTo>
                  <a:lnTo>
                    <a:pt x="8325754" y="31802"/>
                  </a:lnTo>
                  <a:lnTo>
                    <a:pt x="8325900" y="31802"/>
                  </a:lnTo>
                  <a:lnTo>
                    <a:pt x="8326045" y="31802"/>
                  </a:lnTo>
                  <a:lnTo>
                    <a:pt x="8326191" y="31802"/>
                  </a:lnTo>
                  <a:lnTo>
                    <a:pt x="8326336" y="31802"/>
                  </a:lnTo>
                  <a:lnTo>
                    <a:pt x="8326482" y="31802"/>
                  </a:lnTo>
                  <a:lnTo>
                    <a:pt x="8326627" y="31802"/>
                  </a:lnTo>
                  <a:lnTo>
                    <a:pt x="8326772" y="31802"/>
                  </a:lnTo>
                  <a:lnTo>
                    <a:pt x="8326918" y="31802"/>
                  </a:lnTo>
                  <a:lnTo>
                    <a:pt x="8327063" y="31802"/>
                  </a:lnTo>
                  <a:lnTo>
                    <a:pt x="8327209" y="31802"/>
                  </a:lnTo>
                  <a:lnTo>
                    <a:pt x="8327354" y="31802"/>
                  </a:lnTo>
                  <a:lnTo>
                    <a:pt x="8327500" y="31802"/>
                  </a:lnTo>
                  <a:lnTo>
                    <a:pt x="8327645" y="31802"/>
                  </a:lnTo>
                  <a:lnTo>
                    <a:pt x="8327790" y="31802"/>
                  </a:lnTo>
                  <a:lnTo>
                    <a:pt x="8327936" y="31802"/>
                  </a:lnTo>
                  <a:lnTo>
                    <a:pt x="8328081" y="31802"/>
                  </a:lnTo>
                  <a:lnTo>
                    <a:pt x="8328227" y="31802"/>
                  </a:lnTo>
                  <a:lnTo>
                    <a:pt x="8328372" y="31802"/>
                  </a:lnTo>
                  <a:lnTo>
                    <a:pt x="8328518" y="31802"/>
                  </a:lnTo>
                  <a:lnTo>
                    <a:pt x="8328663" y="31802"/>
                  </a:lnTo>
                  <a:lnTo>
                    <a:pt x="8328808" y="31802"/>
                  </a:lnTo>
                  <a:lnTo>
                    <a:pt x="8328954" y="31802"/>
                  </a:lnTo>
                  <a:lnTo>
                    <a:pt x="8329099" y="31802"/>
                  </a:lnTo>
                  <a:lnTo>
                    <a:pt x="8329245" y="31802"/>
                  </a:lnTo>
                  <a:lnTo>
                    <a:pt x="8329390" y="31802"/>
                  </a:lnTo>
                  <a:lnTo>
                    <a:pt x="8329536" y="31802"/>
                  </a:lnTo>
                  <a:lnTo>
                    <a:pt x="8329681" y="31802"/>
                  </a:lnTo>
                  <a:lnTo>
                    <a:pt x="8329826" y="31802"/>
                  </a:lnTo>
                  <a:lnTo>
                    <a:pt x="8329826" y="31179"/>
                  </a:lnTo>
                  <a:lnTo>
                    <a:pt x="8329972" y="31179"/>
                  </a:lnTo>
                  <a:lnTo>
                    <a:pt x="8330117" y="31179"/>
                  </a:lnTo>
                  <a:lnTo>
                    <a:pt x="8330263" y="31179"/>
                  </a:lnTo>
                  <a:lnTo>
                    <a:pt x="8330408" y="31179"/>
                  </a:lnTo>
                  <a:lnTo>
                    <a:pt x="8330554" y="31179"/>
                  </a:lnTo>
                  <a:lnTo>
                    <a:pt x="8330699" y="31179"/>
                  </a:lnTo>
                  <a:lnTo>
                    <a:pt x="8330844" y="31179"/>
                  </a:lnTo>
                  <a:lnTo>
                    <a:pt x="8330990" y="31179"/>
                  </a:lnTo>
                  <a:lnTo>
                    <a:pt x="8331135" y="31179"/>
                  </a:lnTo>
                  <a:lnTo>
                    <a:pt x="8331281" y="31179"/>
                  </a:lnTo>
                  <a:lnTo>
                    <a:pt x="8331426" y="31179"/>
                  </a:lnTo>
                  <a:lnTo>
                    <a:pt x="8331571" y="31179"/>
                  </a:lnTo>
                  <a:lnTo>
                    <a:pt x="8331717" y="31179"/>
                  </a:lnTo>
                  <a:lnTo>
                    <a:pt x="8331862" y="31179"/>
                  </a:lnTo>
                  <a:lnTo>
                    <a:pt x="8332008" y="31179"/>
                  </a:lnTo>
                  <a:lnTo>
                    <a:pt x="8332153" y="31179"/>
                  </a:lnTo>
                  <a:lnTo>
                    <a:pt x="8332299" y="31179"/>
                  </a:lnTo>
                  <a:lnTo>
                    <a:pt x="8332444" y="31179"/>
                  </a:lnTo>
                  <a:lnTo>
                    <a:pt x="8332589" y="31179"/>
                  </a:lnTo>
                  <a:lnTo>
                    <a:pt x="8332735" y="31179"/>
                  </a:lnTo>
                  <a:lnTo>
                    <a:pt x="8332880" y="31179"/>
                  </a:lnTo>
                  <a:lnTo>
                    <a:pt x="8333026" y="31179"/>
                  </a:lnTo>
                  <a:lnTo>
                    <a:pt x="8333171" y="31179"/>
                  </a:lnTo>
                  <a:lnTo>
                    <a:pt x="8333317" y="31179"/>
                  </a:lnTo>
                  <a:lnTo>
                    <a:pt x="8333462" y="31179"/>
                  </a:lnTo>
                  <a:lnTo>
                    <a:pt x="8333607" y="31179"/>
                  </a:lnTo>
                  <a:lnTo>
                    <a:pt x="8333753" y="31179"/>
                  </a:lnTo>
                  <a:lnTo>
                    <a:pt x="8333898" y="31179"/>
                  </a:lnTo>
                  <a:lnTo>
                    <a:pt x="8334044" y="31179"/>
                  </a:lnTo>
                  <a:lnTo>
                    <a:pt x="8334189" y="31179"/>
                  </a:lnTo>
                  <a:lnTo>
                    <a:pt x="8334335" y="31179"/>
                  </a:lnTo>
                  <a:lnTo>
                    <a:pt x="8334480" y="31179"/>
                  </a:lnTo>
                  <a:lnTo>
                    <a:pt x="8334625" y="31179"/>
                  </a:lnTo>
                  <a:lnTo>
                    <a:pt x="8334771" y="31179"/>
                  </a:lnTo>
                  <a:lnTo>
                    <a:pt x="8334916" y="31179"/>
                  </a:lnTo>
                  <a:lnTo>
                    <a:pt x="8335062" y="31179"/>
                  </a:lnTo>
                  <a:lnTo>
                    <a:pt x="8335207" y="31179"/>
                  </a:lnTo>
                  <a:lnTo>
                    <a:pt x="8335353" y="31179"/>
                  </a:lnTo>
                  <a:lnTo>
                    <a:pt x="8335498" y="31179"/>
                  </a:lnTo>
                  <a:lnTo>
                    <a:pt x="8335643" y="31179"/>
                  </a:lnTo>
                  <a:lnTo>
                    <a:pt x="8335789" y="31179"/>
                  </a:lnTo>
                  <a:lnTo>
                    <a:pt x="8335934" y="31179"/>
                  </a:lnTo>
                  <a:lnTo>
                    <a:pt x="8336080" y="31179"/>
                  </a:lnTo>
                  <a:lnTo>
                    <a:pt x="8336225" y="31179"/>
                  </a:lnTo>
                  <a:lnTo>
                    <a:pt x="8336371" y="31179"/>
                  </a:lnTo>
                  <a:lnTo>
                    <a:pt x="8336516" y="31179"/>
                  </a:lnTo>
                  <a:lnTo>
                    <a:pt x="8336661" y="31179"/>
                  </a:lnTo>
                  <a:lnTo>
                    <a:pt x="8336807" y="31179"/>
                  </a:lnTo>
                  <a:lnTo>
                    <a:pt x="8336952" y="31179"/>
                  </a:lnTo>
                  <a:lnTo>
                    <a:pt x="8337098" y="31179"/>
                  </a:lnTo>
                  <a:lnTo>
                    <a:pt x="8337243" y="31179"/>
                  </a:lnTo>
                  <a:lnTo>
                    <a:pt x="8337243" y="30555"/>
                  </a:lnTo>
                  <a:lnTo>
                    <a:pt x="8337389" y="30555"/>
                  </a:lnTo>
                  <a:lnTo>
                    <a:pt x="8337534" y="30555"/>
                  </a:lnTo>
                  <a:lnTo>
                    <a:pt x="8337679" y="30555"/>
                  </a:lnTo>
                  <a:lnTo>
                    <a:pt x="8337825" y="30555"/>
                  </a:lnTo>
                  <a:lnTo>
                    <a:pt x="8337970" y="30555"/>
                  </a:lnTo>
                  <a:lnTo>
                    <a:pt x="8338116" y="30555"/>
                  </a:lnTo>
                  <a:lnTo>
                    <a:pt x="8338261" y="30555"/>
                  </a:lnTo>
                  <a:lnTo>
                    <a:pt x="8338406" y="30555"/>
                  </a:lnTo>
                  <a:lnTo>
                    <a:pt x="8338552" y="30555"/>
                  </a:lnTo>
                  <a:lnTo>
                    <a:pt x="8338697" y="30555"/>
                  </a:lnTo>
                  <a:lnTo>
                    <a:pt x="8338843" y="30555"/>
                  </a:lnTo>
                  <a:lnTo>
                    <a:pt x="8338988" y="30555"/>
                  </a:lnTo>
                  <a:lnTo>
                    <a:pt x="8339134" y="30555"/>
                  </a:lnTo>
                  <a:lnTo>
                    <a:pt x="8339279" y="30555"/>
                  </a:lnTo>
                  <a:lnTo>
                    <a:pt x="8339279" y="29931"/>
                  </a:lnTo>
                  <a:lnTo>
                    <a:pt x="8339424" y="29931"/>
                  </a:lnTo>
                  <a:lnTo>
                    <a:pt x="8339424" y="29308"/>
                  </a:lnTo>
                  <a:lnTo>
                    <a:pt x="8339424" y="28684"/>
                  </a:lnTo>
                  <a:lnTo>
                    <a:pt x="8339570" y="28684"/>
                  </a:lnTo>
                  <a:lnTo>
                    <a:pt x="8339715" y="28684"/>
                  </a:lnTo>
                  <a:lnTo>
                    <a:pt x="8339861" y="28684"/>
                  </a:lnTo>
                  <a:lnTo>
                    <a:pt x="8340006" y="28684"/>
                  </a:lnTo>
                  <a:lnTo>
                    <a:pt x="8340152" y="28684"/>
                  </a:lnTo>
                  <a:lnTo>
                    <a:pt x="8340297" y="28684"/>
                  </a:lnTo>
                  <a:lnTo>
                    <a:pt x="8340442" y="28684"/>
                  </a:lnTo>
                  <a:lnTo>
                    <a:pt x="8340588" y="28684"/>
                  </a:lnTo>
                  <a:lnTo>
                    <a:pt x="8340733" y="28684"/>
                  </a:lnTo>
                  <a:lnTo>
                    <a:pt x="8340879" y="28684"/>
                  </a:lnTo>
                  <a:lnTo>
                    <a:pt x="8341024" y="28684"/>
                  </a:lnTo>
                  <a:lnTo>
                    <a:pt x="8341170" y="28684"/>
                  </a:lnTo>
                  <a:lnTo>
                    <a:pt x="8341315" y="28684"/>
                  </a:lnTo>
                  <a:lnTo>
                    <a:pt x="8341460" y="28684"/>
                  </a:lnTo>
                  <a:lnTo>
                    <a:pt x="8341606" y="28684"/>
                  </a:lnTo>
                  <a:lnTo>
                    <a:pt x="8341751" y="28684"/>
                  </a:lnTo>
                  <a:lnTo>
                    <a:pt x="8341897" y="28684"/>
                  </a:lnTo>
                  <a:lnTo>
                    <a:pt x="8342042" y="28684"/>
                  </a:lnTo>
                  <a:lnTo>
                    <a:pt x="8342188" y="28684"/>
                  </a:lnTo>
                  <a:lnTo>
                    <a:pt x="8342333" y="28684"/>
                  </a:lnTo>
                  <a:lnTo>
                    <a:pt x="8342478" y="28684"/>
                  </a:lnTo>
                  <a:lnTo>
                    <a:pt x="8342624" y="28684"/>
                  </a:lnTo>
                  <a:lnTo>
                    <a:pt x="8342769" y="28684"/>
                  </a:lnTo>
                  <a:lnTo>
                    <a:pt x="8342915" y="28684"/>
                  </a:lnTo>
                  <a:lnTo>
                    <a:pt x="8343060" y="28684"/>
                  </a:lnTo>
                  <a:lnTo>
                    <a:pt x="8343206" y="28684"/>
                  </a:lnTo>
                  <a:lnTo>
                    <a:pt x="8343351" y="28684"/>
                  </a:lnTo>
                  <a:lnTo>
                    <a:pt x="8343496" y="28684"/>
                  </a:lnTo>
                  <a:lnTo>
                    <a:pt x="8343642" y="28684"/>
                  </a:lnTo>
                  <a:lnTo>
                    <a:pt x="8343642" y="28061"/>
                  </a:lnTo>
                  <a:lnTo>
                    <a:pt x="8343787" y="28061"/>
                  </a:lnTo>
                  <a:lnTo>
                    <a:pt x="8343933" y="28061"/>
                  </a:lnTo>
                  <a:lnTo>
                    <a:pt x="8344078" y="28061"/>
                  </a:lnTo>
                  <a:lnTo>
                    <a:pt x="8344224" y="28061"/>
                  </a:lnTo>
                  <a:lnTo>
                    <a:pt x="8344369" y="28061"/>
                  </a:lnTo>
                  <a:lnTo>
                    <a:pt x="8344369" y="27437"/>
                  </a:lnTo>
                  <a:lnTo>
                    <a:pt x="8344369" y="26814"/>
                  </a:lnTo>
                  <a:lnTo>
                    <a:pt x="8344514" y="26814"/>
                  </a:lnTo>
                  <a:lnTo>
                    <a:pt x="8344660" y="26814"/>
                  </a:lnTo>
                  <a:lnTo>
                    <a:pt x="8344805" y="26814"/>
                  </a:lnTo>
                  <a:lnTo>
                    <a:pt x="8344951" y="26814"/>
                  </a:lnTo>
                  <a:lnTo>
                    <a:pt x="8345096" y="26814"/>
                  </a:lnTo>
                  <a:lnTo>
                    <a:pt x="8345096" y="26190"/>
                  </a:lnTo>
                  <a:lnTo>
                    <a:pt x="8345241" y="26190"/>
                  </a:lnTo>
                  <a:lnTo>
                    <a:pt x="8345387" y="26190"/>
                  </a:lnTo>
                  <a:lnTo>
                    <a:pt x="8345532" y="26190"/>
                  </a:lnTo>
                  <a:lnTo>
                    <a:pt x="8345678" y="26190"/>
                  </a:lnTo>
                  <a:lnTo>
                    <a:pt x="8345823" y="26190"/>
                  </a:lnTo>
                  <a:lnTo>
                    <a:pt x="8345969" y="26190"/>
                  </a:lnTo>
                  <a:lnTo>
                    <a:pt x="8346114" y="26190"/>
                  </a:lnTo>
                  <a:lnTo>
                    <a:pt x="8346259" y="26190"/>
                  </a:lnTo>
                  <a:lnTo>
                    <a:pt x="8346405" y="26190"/>
                  </a:lnTo>
                  <a:lnTo>
                    <a:pt x="8346550" y="26190"/>
                  </a:lnTo>
                  <a:lnTo>
                    <a:pt x="8346696" y="26190"/>
                  </a:lnTo>
                  <a:lnTo>
                    <a:pt x="8346841" y="26190"/>
                  </a:lnTo>
                  <a:lnTo>
                    <a:pt x="8346841" y="25566"/>
                  </a:lnTo>
                  <a:lnTo>
                    <a:pt x="8346987" y="25566"/>
                  </a:lnTo>
                  <a:lnTo>
                    <a:pt x="8347132" y="25566"/>
                  </a:lnTo>
                  <a:lnTo>
                    <a:pt x="8347277" y="25566"/>
                  </a:lnTo>
                  <a:lnTo>
                    <a:pt x="8347423" y="25566"/>
                  </a:lnTo>
                  <a:lnTo>
                    <a:pt x="8347568" y="25566"/>
                  </a:lnTo>
                  <a:lnTo>
                    <a:pt x="8347714" y="25566"/>
                  </a:lnTo>
                  <a:lnTo>
                    <a:pt x="8347859" y="25566"/>
                  </a:lnTo>
                  <a:lnTo>
                    <a:pt x="8348005" y="25566"/>
                  </a:lnTo>
                  <a:lnTo>
                    <a:pt x="8348150" y="25566"/>
                  </a:lnTo>
                  <a:lnTo>
                    <a:pt x="8348295" y="25566"/>
                  </a:lnTo>
                  <a:lnTo>
                    <a:pt x="8348295" y="24943"/>
                  </a:lnTo>
                  <a:lnTo>
                    <a:pt x="8348441" y="24943"/>
                  </a:lnTo>
                  <a:lnTo>
                    <a:pt x="8348586" y="24943"/>
                  </a:lnTo>
                  <a:lnTo>
                    <a:pt x="8348732" y="24943"/>
                  </a:lnTo>
                  <a:lnTo>
                    <a:pt x="8348877" y="24943"/>
                  </a:lnTo>
                  <a:lnTo>
                    <a:pt x="8349023" y="24943"/>
                  </a:lnTo>
                  <a:lnTo>
                    <a:pt x="8349168" y="24943"/>
                  </a:lnTo>
                  <a:lnTo>
                    <a:pt x="8349313" y="24943"/>
                  </a:lnTo>
                  <a:lnTo>
                    <a:pt x="8349459" y="24943"/>
                  </a:lnTo>
                  <a:lnTo>
                    <a:pt x="8349604" y="24943"/>
                  </a:lnTo>
                  <a:lnTo>
                    <a:pt x="8349750" y="24943"/>
                  </a:lnTo>
                  <a:lnTo>
                    <a:pt x="8349895" y="24943"/>
                  </a:lnTo>
                  <a:lnTo>
                    <a:pt x="8350041" y="24943"/>
                  </a:lnTo>
                  <a:lnTo>
                    <a:pt x="8350186" y="24943"/>
                  </a:lnTo>
                  <a:lnTo>
                    <a:pt x="8350331" y="24943"/>
                  </a:lnTo>
                  <a:lnTo>
                    <a:pt x="8350477" y="24943"/>
                  </a:lnTo>
                  <a:lnTo>
                    <a:pt x="8350622" y="24943"/>
                  </a:lnTo>
                  <a:lnTo>
                    <a:pt x="8350768" y="24943"/>
                  </a:lnTo>
                  <a:lnTo>
                    <a:pt x="8350913" y="24943"/>
                  </a:lnTo>
                  <a:lnTo>
                    <a:pt x="8351059" y="24943"/>
                  </a:lnTo>
                  <a:lnTo>
                    <a:pt x="8351204" y="24943"/>
                  </a:lnTo>
                  <a:lnTo>
                    <a:pt x="8351349" y="24943"/>
                  </a:lnTo>
                  <a:lnTo>
                    <a:pt x="8351495" y="24943"/>
                  </a:lnTo>
                  <a:lnTo>
                    <a:pt x="8351640" y="24943"/>
                  </a:lnTo>
                  <a:lnTo>
                    <a:pt x="8351786" y="24943"/>
                  </a:lnTo>
                  <a:lnTo>
                    <a:pt x="8351931" y="24943"/>
                  </a:lnTo>
                  <a:lnTo>
                    <a:pt x="8352076" y="24943"/>
                  </a:lnTo>
                  <a:lnTo>
                    <a:pt x="8352222" y="24943"/>
                  </a:lnTo>
                  <a:lnTo>
                    <a:pt x="8352367" y="24943"/>
                  </a:lnTo>
                  <a:lnTo>
                    <a:pt x="8352513" y="24943"/>
                  </a:lnTo>
                  <a:lnTo>
                    <a:pt x="8352658" y="24943"/>
                  </a:lnTo>
                  <a:lnTo>
                    <a:pt x="8352804" y="24943"/>
                  </a:lnTo>
                  <a:lnTo>
                    <a:pt x="8352949" y="24943"/>
                  </a:lnTo>
                  <a:lnTo>
                    <a:pt x="8353094" y="24943"/>
                  </a:lnTo>
                  <a:lnTo>
                    <a:pt x="8353240" y="24943"/>
                  </a:lnTo>
                  <a:lnTo>
                    <a:pt x="8353385" y="24943"/>
                  </a:lnTo>
                  <a:lnTo>
                    <a:pt x="8353531" y="24943"/>
                  </a:lnTo>
                  <a:lnTo>
                    <a:pt x="8353676" y="24943"/>
                  </a:lnTo>
                  <a:lnTo>
                    <a:pt x="8353822" y="24943"/>
                  </a:lnTo>
                  <a:lnTo>
                    <a:pt x="8353967" y="24943"/>
                  </a:lnTo>
                  <a:lnTo>
                    <a:pt x="8354112" y="24943"/>
                  </a:lnTo>
                  <a:lnTo>
                    <a:pt x="8354258" y="24943"/>
                  </a:lnTo>
                  <a:lnTo>
                    <a:pt x="8354403" y="24943"/>
                  </a:lnTo>
                  <a:lnTo>
                    <a:pt x="8354549" y="24943"/>
                  </a:lnTo>
                  <a:lnTo>
                    <a:pt x="8354694" y="24943"/>
                  </a:lnTo>
                  <a:lnTo>
                    <a:pt x="8354694" y="24319"/>
                  </a:lnTo>
                  <a:lnTo>
                    <a:pt x="8354840" y="24319"/>
                  </a:lnTo>
                  <a:lnTo>
                    <a:pt x="8354985" y="24319"/>
                  </a:lnTo>
                  <a:lnTo>
                    <a:pt x="8355130" y="24319"/>
                  </a:lnTo>
                  <a:lnTo>
                    <a:pt x="8355276" y="24319"/>
                  </a:lnTo>
                  <a:lnTo>
                    <a:pt x="8355421" y="24319"/>
                  </a:lnTo>
                  <a:lnTo>
                    <a:pt x="8355567" y="24319"/>
                  </a:lnTo>
                  <a:lnTo>
                    <a:pt x="8355712" y="24319"/>
                  </a:lnTo>
                  <a:lnTo>
                    <a:pt x="8355858" y="24319"/>
                  </a:lnTo>
                  <a:lnTo>
                    <a:pt x="8356003" y="24319"/>
                  </a:lnTo>
                  <a:lnTo>
                    <a:pt x="8356148" y="24319"/>
                  </a:lnTo>
                  <a:lnTo>
                    <a:pt x="8356294" y="24319"/>
                  </a:lnTo>
                  <a:lnTo>
                    <a:pt x="8356439" y="24319"/>
                  </a:lnTo>
                  <a:lnTo>
                    <a:pt x="8356585" y="24319"/>
                  </a:lnTo>
                  <a:lnTo>
                    <a:pt x="8356730" y="24319"/>
                  </a:lnTo>
                  <a:lnTo>
                    <a:pt x="8356876" y="24319"/>
                  </a:lnTo>
                  <a:lnTo>
                    <a:pt x="8357021" y="24319"/>
                  </a:lnTo>
                  <a:lnTo>
                    <a:pt x="8357166" y="24319"/>
                  </a:lnTo>
                  <a:lnTo>
                    <a:pt x="8357312" y="24319"/>
                  </a:lnTo>
                  <a:lnTo>
                    <a:pt x="8357457" y="24319"/>
                  </a:lnTo>
                  <a:lnTo>
                    <a:pt x="8357603" y="24319"/>
                  </a:lnTo>
                  <a:lnTo>
                    <a:pt x="8357748" y="24319"/>
                  </a:lnTo>
                  <a:lnTo>
                    <a:pt x="8357894" y="24319"/>
                  </a:lnTo>
                  <a:lnTo>
                    <a:pt x="8358039" y="24319"/>
                  </a:lnTo>
                  <a:lnTo>
                    <a:pt x="8358184" y="24319"/>
                  </a:lnTo>
                  <a:lnTo>
                    <a:pt x="8358330" y="24319"/>
                  </a:lnTo>
                  <a:lnTo>
                    <a:pt x="8358475" y="24319"/>
                  </a:lnTo>
                  <a:lnTo>
                    <a:pt x="8358621" y="24319"/>
                  </a:lnTo>
                  <a:lnTo>
                    <a:pt x="8358621" y="23696"/>
                  </a:lnTo>
                  <a:lnTo>
                    <a:pt x="8358766" y="23696"/>
                  </a:lnTo>
                  <a:lnTo>
                    <a:pt x="8358911" y="23696"/>
                  </a:lnTo>
                  <a:lnTo>
                    <a:pt x="8359057" y="23696"/>
                  </a:lnTo>
                  <a:lnTo>
                    <a:pt x="8359202" y="23696"/>
                  </a:lnTo>
                  <a:lnTo>
                    <a:pt x="8359348" y="23696"/>
                  </a:lnTo>
                  <a:lnTo>
                    <a:pt x="8359493" y="23696"/>
                  </a:lnTo>
                  <a:lnTo>
                    <a:pt x="8359639" y="23696"/>
                  </a:lnTo>
                  <a:lnTo>
                    <a:pt x="8359784" y="23696"/>
                  </a:lnTo>
                  <a:lnTo>
                    <a:pt x="8359929" y="23696"/>
                  </a:lnTo>
                  <a:lnTo>
                    <a:pt x="8360075" y="23696"/>
                  </a:lnTo>
                  <a:lnTo>
                    <a:pt x="8360220" y="23696"/>
                  </a:lnTo>
                  <a:lnTo>
                    <a:pt x="8360366" y="23696"/>
                  </a:lnTo>
                  <a:lnTo>
                    <a:pt x="8360511" y="23696"/>
                  </a:lnTo>
                  <a:lnTo>
                    <a:pt x="8360657" y="23696"/>
                  </a:lnTo>
                  <a:lnTo>
                    <a:pt x="8360657" y="23072"/>
                  </a:lnTo>
                  <a:lnTo>
                    <a:pt x="8360802" y="23072"/>
                  </a:lnTo>
                  <a:lnTo>
                    <a:pt x="8360947" y="23072"/>
                  </a:lnTo>
                  <a:lnTo>
                    <a:pt x="8361093" y="23072"/>
                  </a:lnTo>
                  <a:lnTo>
                    <a:pt x="8361238" y="23072"/>
                  </a:lnTo>
                  <a:lnTo>
                    <a:pt x="8361384" y="23072"/>
                  </a:lnTo>
                  <a:lnTo>
                    <a:pt x="8361529" y="23072"/>
                  </a:lnTo>
                  <a:lnTo>
                    <a:pt x="8361675" y="23072"/>
                  </a:lnTo>
                  <a:lnTo>
                    <a:pt x="8361820" y="23072"/>
                  </a:lnTo>
                  <a:lnTo>
                    <a:pt x="8361965" y="23072"/>
                  </a:lnTo>
                  <a:lnTo>
                    <a:pt x="8362111" y="23072"/>
                  </a:lnTo>
                  <a:lnTo>
                    <a:pt x="8362256" y="23072"/>
                  </a:lnTo>
                  <a:lnTo>
                    <a:pt x="8362402" y="23072"/>
                  </a:lnTo>
                  <a:lnTo>
                    <a:pt x="8362547" y="23072"/>
                  </a:lnTo>
                  <a:lnTo>
                    <a:pt x="8362693" y="23072"/>
                  </a:lnTo>
                  <a:lnTo>
                    <a:pt x="8362838" y="23072"/>
                  </a:lnTo>
                  <a:lnTo>
                    <a:pt x="8362983" y="23072"/>
                  </a:lnTo>
                  <a:lnTo>
                    <a:pt x="8363129" y="23072"/>
                  </a:lnTo>
                  <a:lnTo>
                    <a:pt x="8363274" y="23072"/>
                  </a:lnTo>
                  <a:lnTo>
                    <a:pt x="8363420" y="23072"/>
                  </a:lnTo>
                  <a:lnTo>
                    <a:pt x="8363565" y="23072"/>
                  </a:lnTo>
                  <a:lnTo>
                    <a:pt x="8363711" y="23072"/>
                  </a:lnTo>
                  <a:lnTo>
                    <a:pt x="8363856" y="23072"/>
                  </a:lnTo>
                  <a:lnTo>
                    <a:pt x="8364001" y="23072"/>
                  </a:lnTo>
                  <a:lnTo>
                    <a:pt x="8364147" y="23072"/>
                  </a:lnTo>
                  <a:lnTo>
                    <a:pt x="8364292" y="23072"/>
                  </a:lnTo>
                  <a:lnTo>
                    <a:pt x="8364438" y="23072"/>
                  </a:lnTo>
                  <a:lnTo>
                    <a:pt x="8364583" y="23072"/>
                  </a:lnTo>
                  <a:lnTo>
                    <a:pt x="8364729" y="23072"/>
                  </a:lnTo>
                  <a:lnTo>
                    <a:pt x="8364874" y="23072"/>
                  </a:lnTo>
                  <a:lnTo>
                    <a:pt x="8365019" y="23072"/>
                  </a:lnTo>
                  <a:lnTo>
                    <a:pt x="8365165" y="23072"/>
                  </a:lnTo>
                  <a:lnTo>
                    <a:pt x="8365165" y="22448"/>
                  </a:lnTo>
                  <a:lnTo>
                    <a:pt x="8365310" y="22448"/>
                  </a:lnTo>
                  <a:lnTo>
                    <a:pt x="8365456" y="22448"/>
                  </a:lnTo>
                  <a:lnTo>
                    <a:pt x="8365601" y="22448"/>
                  </a:lnTo>
                  <a:lnTo>
                    <a:pt x="8365746" y="22448"/>
                  </a:lnTo>
                  <a:lnTo>
                    <a:pt x="8365892" y="22448"/>
                  </a:lnTo>
                  <a:lnTo>
                    <a:pt x="8366037" y="22448"/>
                  </a:lnTo>
                  <a:lnTo>
                    <a:pt x="8366183" y="22448"/>
                  </a:lnTo>
                  <a:lnTo>
                    <a:pt x="8366328" y="22448"/>
                  </a:lnTo>
                  <a:lnTo>
                    <a:pt x="8366474" y="22448"/>
                  </a:lnTo>
                  <a:lnTo>
                    <a:pt x="8366619" y="22448"/>
                  </a:lnTo>
                  <a:lnTo>
                    <a:pt x="8366764" y="22448"/>
                  </a:lnTo>
                  <a:lnTo>
                    <a:pt x="8366910" y="22448"/>
                  </a:lnTo>
                  <a:lnTo>
                    <a:pt x="8367055" y="22448"/>
                  </a:lnTo>
                  <a:lnTo>
                    <a:pt x="8367201" y="22448"/>
                  </a:lnTo>
                  <a:lnTo>
                    <a:pt x="8367346" y="22448"/>
                  </a:lnTo>
                  <a:lnTo>
                    <a:pt x="8367492" y="22448"/>
                  </a:lnTo>
                  <a:lnTo>
                    <a:pt x="8367637" y="22448"/>
                  </a:lnTo>
                  <a:lnTo>
                    <a:pt x="8367782" y="22448"/>
                  </a:lnTo>
                  <a:lnTo>
                    <a:pt x="8367928" y="22448"/>
                  </a:lnTo>
                  <a:lnTo>
                    <a:pt x="8368073" y="22448"/>
                  </a:lnTo>
                  <a:lnTo>
                    <a:pt x="8368219" y="22448"/>
                  </a:lnTo>
                  <a:lnTo>
                    <a:pt x="8368364" y="22448"/>
                  </a:lnTo>
                  <a:lnTo>
                    <a:pt x="8368510" y="22448"/>
                  </a:lnTo>
                  <a:lnTo>
                    <a:pt x="8368655" y="22448"/>
                  </a:lnTo>
                  <a:lnTo>
                    <a:pt x="8368800" y="22448"/>
                  </a:lnTo>
                  <a:lnTo>
                    <a:pt x="8368946" y="22448"/>
                  </a:lnTo>
                  <a:lnTo>
                    <a:pt x="8369091" y="22448"/>
                  </a:lnTo>
                  <a:lnTo>
                    <a:pt x="8369237" y="22448"/>
                  </a:lnTo>
                  <a:lnTo>
                    <a:pt x="8369382" y="22448"/>
                  </a:lnTo>
                  <a:lnTo>
                    <a:pt x="8369528" y="22448"/>
                  </a:lnTo>
                  <a:lnTo>
                    <a:pt x="8369673" y="22448"/>
                  </a:lnTo>
                  <a:lnTo>
                    <a:pt x="8369818" y="22448"/>
                  </a:lnTo>
                  <a:lnTo>
                    <a:pt x="8369964" y="22448"/>
                  </a:lnTo>
                  <a:lnTo>
                    <a:pt x="8370109" y="22448"/>
                  </a:lnTo>
                  <a:lnTo>
                    <a:pt x="8370255" y="22448"/>
                  </a:lnTo>
                  <a:lnTo>
                    <a:pt x="8370400" y="22448"/>
                  </a:lnTo>
                  <a:lnTo>
                    <a:pt x="8370546" y="22448"/>
                  </a:lnTo>
                  <a:lnTo>
                    <a:pt x="8370691" y="22448"/>
                  </a:lnTo>
                  <a:lnTo>
                    <a:pt x="8370836" y="22448"/>
                  </a:lnTo>
                  <a:lnTo>
                    <a:pt x="8370982" y="22448"/>
                  </a:lnTo>
                  <a:lnTo>
                    <a:pt x="8371127" y="22448"/>
                  </a:lnTo>
                  <a:lnTo>
                    <a:pt x="8371273" y="22448"/>
                  </a:lnTo>
                  <a:lnTo>
                    <a:pt x="8371418" y="22448"/>
                  </a:lnTo>
                  <a:lnTo>
                    <a:pt x="8371564" y="22448"/>
                  </a:lnTo>
                  <a:lnTo>
                    <a:pt x="8371709" y="22448"/>
                  </a:lnTo>
                  <a:lnTo>
                    <a:pt x="8371854" y="22448"/>
                  </a:lnTo>
                  <a:lnTo>
                    <a:pt x="8372000" y="22448"/>
                  </a:lnTo>
                  <a:lnTo>
                    <a:pt x="8372145" y="22448"/>
                  </a:lnTo>
                  <a:lnTo>
                    <a:pt x="8372291" y="22448"/>
                  </a:lnTo>
                  <a:lnTo>
                    <a:pt x="8372436" y="22448"/>
                  </a:lnTo>
                  <a:lnTo>
                    <a:pt x="8372581" y="22448"/>
                  </a:lnTo>
                  <a:lnTo>
                    <a:pt x="8372581" y="21825"/>
                  </a:lnTo>
                  <a:lnTo>
                    <a:pt x="8372727" y="21825"/>
                  </a:lnTo>
                  <a:lnTo>
                    <a:pt x="8372872" y="21825"/>
                  </a:lnTo>
                  <a:lnTo>
                    <a:pt x="8373018" y="21825"/>
                  </a:lnTo>
                  <a:lnTo>
                    <a:pt x="8373163" y="21825"/>
                  </a:lnTo>
                  <a:lnTo>
                    <a:pt x="8373309" y="21825"/>
                  </a:lnTo>
                  <a:lnTo>
                    <a:pt x="8373454" y="21825"/>
                  </a:lnTo>
                  <a:lnTo>
                    <a:pt x="8373599" y="21825"/>
                  </a:lnTo>
                  <a:lnTo>
                    <a:pt x="8373745" y="21825"/>
                  </a:lnTo>
                  <a:lnTo>
                    <a:pt x="8373890" y="21825"/>
                  </a:lnTo>
                  <a:lnTo>
                    <a:pt x="8374036" y="21825"/>
                  </a:lnTo>
                  <a:lnTo>
                    <a:pt x="8374181" y="21825"/>
                  </a:lnTo>
                  <a:lnTo>
                    <a:pt x="8374327" y="21825"/>
                  </a:lnTo>
                  <a:lnTo>
                    <a:pt x="8374472" y="21825"/>
                  </a:lnTo>
                  <a:lnTo>
                    <a:pt x="8374617" y="21825"/>
                  </a:lnTo>
                  <a:lnTo>
                    <a:pt x="8374763" y="21825"/>
                  </a:lnTo>
                  <a:lnTo>
                    <a:pt x="8374908" y="21825"/>
                  </a:lnTo>
                  <a:lnTo>
                    <a:pt x="8375054" y="21825"/>
                  </a:lnTo>
                  <a:lnTo>
                    <a:pt x="8375199" y="21825"/>
                  </a:lnTo>
                  <a:lnTo>
                    <a:pt x="8375345" y="21825"/>
                  </a:lnTo>
                  <a:lnTo>
                    <a:pt x="8375490" y="21825"/>
                  </a:lnTo>
                  <a:lnTo>
                    <a:pt x="8375635" y="21825"/>
                  </a:lnTo>
                  <a:lnTo>
                    <a:pt x="8375781" y="21825"/>
                  </a:lnTo>
                  <a:lnTo>
                    <a:pt x="8375926" y="21825"/>
                  </a:lnTo>
                  <a:lnTo>
                    <a:pt x="8376072" y="21825"/>
                  </a:lnTo>
                  <a:lnTo>
                    <a:pt x="8376217" y="21825"/>
                  </a:lnTo>
                  <a:lnTo>
                    <a:pt x="8376363" y="21825"/>
                  </a:lnTo>
                  <a:lnTo>
                    <a:pt x="8376508" y="21825"/>
                  </a:lnTo>
                  <a:lnTo>
                    <a:pt x="8376653" y="21825"/>
                  </a:lnTo>
                  <a:lnTo>
                    <a:pt x="8376799" y="21825"/>
                  </a:lnTo>
                  <a:lnTo>
                    <a:pt x="8376944" y="21825"/>
                  </a:lnTo>
                  <a:lnTo>
                    <a:pt x="8377090" y="21825"/>
                  </a:lnTo>
                  <a:lnTo>
                    <a:pt x="8377235" y="21825"/>
                  </a:lnTo>
                  <a:lnTo>
                    <a:pt x="8377381" y="21825"/>
                  </a:lnTo>
                  <a:lnTo>
                    <a:pt x="8377526" y="21825"/>
                  </a:lnTo>
                  <a:lnTo>
                    <a:pt x="8377671" y="21825"/>
                  </a:lnTo>
                  <a:lnTo>
                    <a:pt x="8377817" y="21825"/>
                  </a:lnTo>
                  <a:lnTo>
                    <a:pt x="8377962" y="21825"/>
                  </a:lnTo>
                  <a:lnTo>
                    <a:pt x="8378108" y="21825"/>
                  </a:lnTo>
                  <a:lnTo>
                    <a:pt x="8378253" y="21825"/>
                  </a:lnTo>
                  <a:lnTo>
                    <a:pt x="8378399" y="21825"/>
                  </a:lnTo>
                  <a:lnTo>
                    <a:pt x="8378399" y="21201"/>
                  </a:lnTo>
                  <a:lnTo>
                    <a:pt x="8378544" y="21201"/>
                  </a:lnTo>
                  <a:lnTo>
                    <a:pt x="8378689" y="21201"/>
                  </a:lnTo>
                  <a:lnTo>
                    <a:pt x="8378835" y="21201"/>
                  </a:lnTo>
                  <a:lnTo>
                    <a:pt x="8378980" y="21201"/>
                  </a:lnTo>
                  <a:lnTo>
                    <a:pt x="8379126" y="21201"/>
                  </a:lnTo>
                  <a:lnTo>
                    <a:pt x="8379271" y="21201"/>
                  </a:lnTo>
                  <a:lnTo>
                    <a:pt x="8379416" y="21201"/>
                  </a:lnTo>
                  <a:lnTo>
                    <a:pt x="8379562" y="21201"/>
                  </a:lnTo>
                  <a:lnTo>
                    <a:pt x="8379707" y="21201"/>
                  </a:lnTo>
                  <a:lnTo>
                    <a:pt x="8379853" y="21201"/>
                  </a:lnTo>
                  <a:lnTo>
                    <a:pt x="8379998" y="21201"/>
                  </a:lnTo>
                  <a:lnTo>
                    <a:pt x="8380144" y="21201"/>
                  </a:lnTo>
                  <a:lnTo>
                    <a:pt x="8380289" y="21201"/>
                  </a:lnTo>
                  <a:lnTo>
                    <a:pt x="8380434" y="21201"/>
                  </a:lnTo>
                  <a:lnTo>
                    <a:pt x="8380580" y="21201"/>
                  </a:lnTo>
                  <a:lnTo>
                    <a:pt x="8380725" y="21201"/>
                  </a:lnTo>
                  <a:lnTo>
                    <a:pt x="8380871" y="21201"/>
                  </a:lnTo>
                  <a:lnTo>
                    <a:pt x="8381016" y="21201"/>
                  </a:lnTo>
                  <a:lnTo>
                    <a:pt x="8381162" y="21201"/>
                  </a:lnTo>
                  <a:lnTo>
                    <a:pt x="8381307" y="21201"/>
                  </a:lnTo>
                  <a:lnTo>
                    <a:pt x="8381452" y="21201"/>
                  </a:lnTo>
                  <a:lnTo>
                    <a:pt x="8381598" y="21201"/>
                  </a:lnTo>
                  <a:lnTo>
                    <a:pt x="8381743" y="21201"/>
                  </a:lnTo>
                  <a:lnTo>
                    <a:pt x="8381889" y="21201"/>
                  </a:lnTo>
                  <a:lnTo>
                    <a:pt x="8382034" y="21201"/>
                  </a:lnTo>
                  <a:lnTo>
                    <a:pt x="8382180" y="21201"/>
                  </a:lnTo>
                  <a:lnTo>
                    <a:pt x="8382325" y="21201"/>
                  </a:lnTo>
                  <a:lnTo>
                    <a:pt x="8382470" y="21201"/>
                  </a:lnTo>
                  <a:lnTo>
                    <a:pt x="8382616" y="21201"/>
                  </a:lnTo>
                  <a:lnTo>
                    <a:pt x="8382761" y="21201"/>
                  </a:lnTo>
                  <a:lnTo>
                    <a:pt x="8382907" y="21201"/>
                  </a:lnTo>
                  <a:lnTo>
                    <a:pt x="8383052" y="21201"/>
                  </a:lnTo>
                  <a:lnTo>
                    <a:pt x="8383198" y="21201"/>
                  </a:lnTo>
                  <a:lnTo>
                    <a:pt x="8383343" y="21201"/>
                  </a:lnTo>
                  <a:lnTo>
                    <a:pt x="8383488" y="21201"/>
                  </a:lnTo>
                  <a:lnTo>
                    <a:pt x="8383488" y="20578"/>
                  </a:lnTo>
                  <a:lnTo>
                    <a:pt x="8383634" y="20578"/>
                  </a:lnTo>
                  <a:lnTo>
                    <a:pt x="8383779" y="20578"/>
                  </a:lnTo>
                  <a:lnTo>
                    <a:pt x="8383925" y="20578"/>
                  </a:lnTo>
                  <a:lnTo>
                    <a:pt x="8384070" y="20578"/>
                  </a:lnTo>
                  <a:lnTo>
                    <a:pt x="8384070" y="19954"/>
                  </a:lnTo>
                  <a:lnTo>
                    <a:pt x="8384216" y="19954"/>
                  </a:lnTo>
                  <a:lnTo>
                    <a:pt x="8384361" y="19954"/>
                  </a:lnTo>
                  <a:lnTo>
                    <a:pt x="8384506" y="19954"/>
                  </a:lnTo>
                  <a:lnTo>
                    <a:pt x="8384652" y="19954"/>
                  </a:lnTo>
                  <a:lnTo>
                    <a:pt x="8384797" y="19954"/>
                  </a:lnTo>
                  <a:lnTo>
                    <a:pt x="8384943" y="19954"/>
                  </a:lnTo>
                  <a:lnTo>
                    <a:pt x="8385088" y="19954"/>
                  </a:lnTo>
                  <a:lnTo>
                    <a:pt x="8385234" y="19954"/>
                  </a:lnTo>
                  <a:lnTo>
                    <a:pt x="8385379" y="19954"/>
                  </a:lnTo>
                  <a:lnTo>
                    <a:pt x="8385524" y="19954"/>
                  </a:lnTo>
                  <a:lnTo>
                    <a:pt x="8385670" y="19954"/>
                  </a:lnTo>
                  <a:lnTo>
                    <a:pt x="8385815" y="19954"/>
                  </a:lnTo>
                  <a:lnTo>
                    <a:pt x="8385961" y="19954"/>
                  </a:lnTo>
                  <a:lnTo>
                    <a:pt x="8386106" y="19954"/>
                  </a:lnTo>
                  <a:lnTo>
                    <a:pt x="8386251" y="19954"/>
                  </a:lnTo>
                  <a:lnTo>
                    <a:pt x="8386397" y="19954"/>
                  </a:lnTo>
                  <a:lnTo>
                    <a:pt x="8386542" y="19954"/>
                  </a:lnTo>
                  <a:lnTo>
                    <a:pt x="8386688" y="19954"/>
                  </a:lnTo>
                  <a:lnTo>
                    <a:pt x="8386833" y="19954"/>
                  </a:lnTo>
                  <a:lnTo>
                    <a:pt x="8386979" y="19954"/>
                  </a:lnTo>
                  <a:lnTo>
                    <a:pt x="8387124" y="19954"/>
                  </a:lnTo>
                  <a:lnTo>
                    <a:pt x="8387269" y="19954"/>
                  </a:lnTo>
                  <a:lnTo>
                    <a:pt x="8387415" y="19954"/>
                  </a:lnTo>
                  <a:lnTo>
                    <a:pt x="8387560" y="19954"/>
                  </a:lnTo>
                  <a:lnTo>
                    <a:pt x="8387706" y="19954"/>
                  </a:lnTo>
                  <a:lnTo>
                    <a:pt x="8387851" y="19954"/>
                  </a:lnTo>
                  <a:lnTo>
                    <a:pt x="8387851" y="19331"/>
                  </a:lnTo>
                  <a:lnTo>
                    <a:pt x="8387997" y="19331"/>
                  </a:lnTo>
                  <a:lnTo>
                    <a:pt x="8388142" y="19331"/>
                  </a:lnTo>
                  <a:lnTo>
                    <a:pt x="8388287" y="19331"/>
                  </a:lnTo>
                  <a:lnTo>
                    <a:pt x="8388433" y="19331"/>
                  </a:lnTo>
                  <a:lnTo>
                    <a:pt x="8388578" y="19331"/>
                  </a:lnTo>
                  <a:lnTo>
                    <a:pt x="8388724" y="19331"/>
                  </a:lnTo>
                  <a:lnTo>
                    <a:pt x="8388869" y="19331"/>
                  </a:lnTo>
                  <a:lnTo>
                    <a:pt x="8389015" y="19331"/>
                  </a:lnTo>
                  <a:lnTo>
                    <a:pt x="8389160" y="19331"/>
                  </a:lnTo>
                  <a:lnTo>
                    <a:pt x="8389305" y="19331"/>
                  </a:lnTo>
                  <a:lnTo>
                    <a:pt x="8389451" y="19331"/>
                  </a:lnTo>
                  <a:lnTo>
                    <a:pt x="8389451" y="18707"/>
                  </a:lnTo>
                  <a:lnTo>
                    <a:pt x="8389596" y="18707"/>
                  </a:lnTo>
                  <a:lnTo>
                    <a:pt x="8389742" y="18707"/>
                  </a:lnTo>
                  <a:lnTo>
                    <a:pt x="8389887" y="18707"/>
                  </a:lnTo>
                  <a:lnTo>
                    <a:pt x="8390033" y="18707"/>
                  </a:lnTo>
                  <a:lnTo>
                    <a:pt x="8390178" y="18707"/>
                  </a:lnTo>
                  <a:lnTo>
                    <a:pt x="8390323" y="18707"/>
                  </a:lnTo>
                  <a:lnTo>
                    <a:pt x="8390469" y="18707"/>
                  </a:lnTo>
                  <a:lnTo>
                    <a:pt x="8390614" y="18707"/>
                  </a:lnTo>
                  <a:lnTo>
                    <a:pt x="8390760" y="18707"/>
                  </a:lnTo>
                  <a:lnTo>
                    <a:pt x="8390905" y="18707"/>
                  </a:lnTo>
                  <a:lnTo>
                    <a:pt x="8391051" y="18707"/>
                  </a:lnTo>
                  <a:lnTo>
                    <a:pt x="8391196" y="18707"/>
                  </a:lnTo>
                  <a:lnTo>
                    <a:pt x="8391341" y="18707"/>
                  </a:lnTo>
                  <a:lnTo>
                    <a:pt x="8391487" y="18707"/>
                  </a:lnTo>
                  <a:lnTo>
                    <a:pt x="8391632" y="18707"/>
                  </a:lnTo>
                  <a:lnTo>
                    <a:pt x="8391778" y="18707"/>
                  </a:lnTo>
                  <a:lnTo>
                    <a:pt x="8391923" y="18707"/>
                  </a:lnTo>
                  <a:lnTo>
                    <a:pt x="8392069" y="18707"/>
                  </a:lnTo>
                  <a:lnTo>
                    <a:pt x="8392214" y="18707"/>
                  </a:lnTo>
                  <a:lnTo>
                    <a:pt x="8392359" y="18707"/>
                  </a:lnTo>
                  <a:lnTo>
                    <a:pt x="8392505" y="18707"/>
                  </a:lnTo>
                  <a:lnTo>
                    <a:pt x="8392650" y="18707"/>
                  </a:lnTo>
                  <a:lnTo>
                    <a:pt x="8392796" y="18707"/>
                  </a:lnTo>
                  <a:lnTo>
                    <a:pt x="8392941" y="18707"/>
                  </a:lnTo>
                  <a:lnTo>
                    <a:pt x="8393086" y="18707"/>
                  </a:lnTo>
                  <a:lnTo>
                    <a:pt x="8393232" y="18707"/>
                  </a:lnTo>
                  <a:lnTo>
                    <a:pt x="8393377" y="18707"/>
                  </a:lnTo>
                  <a:lnTo>
                    <a:pt x="8393523" y="18707"/>
                  </a:lnTo>
                  <a:lnTo>
                    <a:pt x="8393668" y="18707"/>
                  </a:lnTo>
                  <a:lnTo>
                    <a:pt x="8393814" y="18707"/>
                  </a:lnTo>
                  <a:lnTo>
                    <a:pt x="8393959" y="18707"/>
                  </a:lnTo>
                  <a:lnTo>
                    <a:pt x="8394104" y="18707"/>
                  </a:lnTo>
                  <a:lnTo>
                    <a:pt x="8394250" y="18707"/>
                  </a:lnTo>
                  <a:lnTo>
                    <a:pt x="8394395" y="18707"/>
                  </a:lnTo>
                  <a:lnTo>
                    <a:pt x="8394541" y="18707"/>
                  </a:lnTo>
                  <a:lnTo>
                    <a:pt x="8394686" y="18707"/>
                  </a:lnTo>
                  <a:lnTo>
                    <a:pt x="8394832" y="18707"/>
                  </a:lnTo>
                  <a:lnTo>
                    <a:pt x="8394977" y="18707"/>
                  </a:lnTo>
                  <a:lnTo>
                    <a:pt x="8395122" y="18707"/>
                  </a:lnTo>
                  <a:lnTo>
                    <a:pt x="8395268" y="18707"/>
                  </a:lnTo>
                  <a:lnTo>
                    <a:pt x="8395413" y="18707"/>
                  </a:lnTo>
                  <a:lnTo>
                    <a:pt x="8395559" y="18707"/>
                  </a:lnTo>
                  <a:lnTo>
                    <a:pt x="8395704" y="18707"/>
                  </a:lnTo>
                  <a:lnTo>
                    <a:pt x="8395850" y="18707"/>
                  </a:lnTo>
                  <a:lnTo>
                    <a:pt x="8395995" y="18707"/>
                  </a:lnTo>
                  <a:lnTo>
                    <a:pt x="8396140" y="18707"/>
                  </a:lnTo>
                  <a:lnTo>
                    <a:pt x="8396286" y="18707"/>
                  </a:lnTo>
                  <a:lnTo>
                    <a:pt x="8396431" y="18707"/>
                  </a:lnTo>
                  <a:lnTo>
                    <a:pt x="8396577" y="18707"/>
                  </a:lnTo>
                  <a:lnTo>
                    <a:pt x="8396722" y="18707"/>
                  </a:lnTo>
                  <a:lnTo>
                    <a:pt x="8396868" y="18707"/>
                  </a:lnTo>
                  <a:lnTo>
                    <a:pt x="8397013" y="18707"/>
                  </a:lnTo>
                  <a:lnTo>
                    <a:pt x="8397158" y="18707"/>
                  </a:lnTo>
                  <a:lnTo>
                    <a:pt x="8397304" y="18707"/>
                  </a:lnTo>
                  <a:lnTo>
                    <a:pt x="8397449" y="18707"/>
                  </a:lnTo>
                  <a:lnTo>
                    <a:pt x="8397595" y="18707"/>
                  </a:lnTo>
                  <a:lnTo>
                    <a:pt x="8397740" y="18707"/>
                  </a:lnTo>
                  <a:lnTo>
                    <a:pt x="8397886" y="18707"/>
                  </a:lnTo>
                  <a:lnTo>
                    <a:pt x="8398031" y="18707"/>
                  </a:lnTo>
                  <a:lnTo>
                    <a:pt x="8398176" y="18707"/>
                  </a:lnTo>
                  <a:lnTo>
                    <a:pt x="8398322" y="18707"/>
                  </a:lnTo>
                  <a:lnTo>
                    <a:pt x="8398467" y="18707"/>
                  </a:lnTo>
                  <a:lnTo>
                    <a:pt x="8398613" y="18707"/>
                  </a:lnTo>
                  <a:lnTo>
                    <a:pt x="8398758" y="18707"/>
                  </a:lnTo>
                  <a:lnTo>
                    <a:pt x="8398904" y="18707"/>
                  </a:lnTo>
                  <a:lnTo>
                    <a:pt x="8399049" y="18707"/>
                  </a:lnTo>
                  <a:lnTo>
                    <a:pt x="8399194" y="18707"/>
                  </a:lnTo>
                  <a:lnTo>
                    <a:pt x="8399340" y="18707"/>
                  </a:lnTo>
                  <a:lnTo>
                    <a:pt x="8399485" y="18707"/>
                  </a:lnTo>
                  <a:lnTo>
                    <a:pt x="8399631" y="18707"/>
                  </a:lnTo>
                  <a:lnTo>
                    <a:pt x="8399776" y="18707"/>
                  </a:lnTo>
                  <a:lnTo>
                    <a:pt x="8399921" y="18707"/>
                  </a:lnTo>
                  <a:lnTo>
                    <a:pt x="8400067" y="18707"/>
                  </a:lnTo>
                  <a:lnTo>
                    <a:pt x="8400212" y="18707"/>
                  </a:lnTo>
                  <a:lnTo>
                    <a:pt x="8400358" y="18707"/>
                  </a:lnTo>
                  <a:lnTo>
                    <a:pt x="8400503" y="18707"/>
                  </a:lnTo>
                  <a:lnTo>
                    <a:pt x="8400649" y="18707"/>
                  </a:lnTo>
                  <a:lnTo>
                    <a:pt x="8400794" y="18707"/>
                  </a:lnTo>
                  <a:lnTo>
                    <a:pt x="8400939" y="18707"/>
                  </a:lnTo>
                  <a:lnTo>
                    <a:pt x="8401085" y="18707"/>
                  </a:lnTo>
                  <a:lnTo>
                    <a:pt x="8401230" y="18707"/>
                  </a:lnTo>
                  <a:lnTo>
                    <a:pt x="8401376" y="18707"/>
                  </a:lnTo>
                  <a:lnTo>
                    <a:pt x="8401521" y="18707"/>
                  </a:lnTo>
                  <a:lnTo>
                    <a:pt x="8401521" y="18083"/>
                  </a:lnTo>
                  <a:lnTo>
                    <a:pt x="8401667" y="18083"/>
                  </a:lnTo>
                  <a:lnTo>
                    <a:pt x="8401812" y="18083"/>
                  </a:lnTo>
                  <a:lnTo>
                    <a:pt x="8401957" y="18083"/>
                  </a:lnTo>
                  <a:lnTo>
                    <a:pt x="8402103" y="18083"/>
                  </a:lnTo>
                  <a:lnTo>
                    <a:pt x="8402248" y="18083"/>
                  </a:lnTo>
                  <a:lnTo>
                    <a:pt x="8402394" y="18083"/>
                  </a:lnTo>
                  <a:lnTo>
                    <a:pt x="8402539" y="18083"/>
                  </a:lnTo>
                  <a:lnTo>
                    <a:pt x="8402685" y="18083"/>
                  </a:lnTo>
                  <a:lnTo>
                    <a:pt x="8402830" y="18083"/>
                  </a:lnTo>
                  <a:lnTo>
                    <a:pt x="8402975" y="18083"/>
                  </a:lnTo>
                  <a:lnTo>
                    <a:pt x="8403121" y="18083"/>
                  </a:lnTo>
                  <a:lnTo>
                    <a:pt x="8403266" y="18083"/>
                  </a:lnTo>
                  <a:lnTo>
                    <a:pt x="8403412" y="18083"/>
                  </a:lnTo>
                  <a:lnTo>
                    <a:pt x="8403557" y="18083"/>
                  </a:lnTo>
                  <a:lnTo>
                    <a:pt x="8403703" y="18083"/>
                  </a:lnTo>
                  <a:lnTo>
                    <a:pt x="8403848" y="18083"/>
                  </a:lnTo>
                  <a:lnTo>
                    <a:pt x="8403993" y="18083"/>
                  </a:lnTo>
                  <a:lnTo>
                    <a:pt x="8404139" y="18083"/>
                  </a:lnTo>
                  <a:lnTo>
                    <a:pt x="8404284" y="18083"/>
                  </a:lnTo>
                  <a:lnTo>
                    <a:pt x="8404430" y="18083"/>
                  </a:lnTo>
                  <a:lnTo>
                    <a:pt x="8404575" y="18083"/>
                  </a:lnTo>
                  <a:lnTo>
                    <a:pt x="8404721" y="18083"/>
                  </a:lnTo>
                  <a:lnTo>
                    <a:pt x="8404866" y="18083"/>
                  </a:lnTo>
                  <a:lnTo>
                    <a:pt x="8405011" y="18083"/>
                  </a:lnTo>
                  <a:lnTo>
                    <a:pt x="8405011" y="17460"/>
                  </a:lnTo>
                  <a:lnTo>
                    <a:pt x="8405157" y="17460"/>
                  </a:lnTo>
                  <a:lnTo>
                    <a:pt x="8405302" y="17460"/>
                  </a:lnTo>
                  <a:lnTo>
                    <a:pt x="8405448" y="17460"/>
                  </a:lnTo>
                  <a:lnTo>
                    <a:pt x="8405593" y="17460"/>
                  </a:lnTo>
                  <a:lnTo>
                    <a:pt x="8405739" y="17460"/>
                  </a:lnTo>
                  <a:lnTo>
                    <a:pt x="8405884" y="17460"/>
                  </a:lnTo>
                  <a:lnTo>
                    <a:pt x="8406029" y="17460"/>
                  </a:lnTo>
                  <a:lnTo>
                    <a:pt x="8406175" y="17460"/>
                  </a:lnTo>
                  <a:lnTo>
                    <a:pt x="8406320" y="17460"/>
                  </a:lnTo>
                  <a:lnTo>
                    <a:pt x="8406466" y="17460"/>
                  </a:lnTo>
                  <a:lnTo>
                    <a:pt x="8406466" y="16836"/>
                  </a:lnTo>
                  <a:lnTo>
                    <a:pt x="8406611" y="16836"/>
                  </a:lnTo>
                  <a:lnTo>
                    <a:pt x="8406756" y="16836"/>
                  </a:lnTo>
                  <a:lnTo>
                    <a:pt x="8406902" y="16836"/>
                  </a:lnTo>
                  <a:lnTo>
                    <a:pt x="8407047" y="16836"/>
                  </a:lnTo>
                  <a:lnTo>
                    <a:pt x="8407193" y="16836"/>
                  </a:lnTo>
                  <a:lnTo>
                    <a:pt x="8407338" y="16836"/>
                  </a:lnTo>
                  <a:lnTo>
                    <a:pt x="8407484" y="16836"/>
                  </a:lnTo>
                  <a:lnTo>
                    <a:pt x="8407629" y="16836"/>
                  </a:lnTo>
                  <a:lnTo>
                    <a:pt x="8407774" y="16836"/>
                  </a:lnTo>
                  <a:lnTo>
                    <a:pt x="8407920" y="16836"/>
                  </a:lnTo>
                  <a:lnTo>
                    <a:pt x="8408065" y="16836"/>
                  </a:lnTo>
                  <a:lnTo>
                    <a:pt x="8408211" y="16836"/>
                  </a:lnTo>
                  <a:lnTo>
                    <a:pt x="8408356" y="16836"/>
                  </a:lnTo>
                  <a:lnTo>
                    <a:pt x="8408502" y="16836"/>
                  </a:lnTo>
                  <a:lnTo>
                    <a:pt x="8408647" y="16836"/>
                  </a:lnTo>
                  <a:lnTo>
                    <a:pt x="8408792" y="16836"/>
                  </a:lnTo>
                  <a:lnTo>
                    <a:pt x="8408938" y="16836"/>
                  </a:lnTo>
                  <a:lnTo>
                    <a:pt x="8409083" y="16836"/>
                  </a:lnTo>
                  <a:lnTo>
                    <a:pt x="8409229" y="16836"/>
                  </a:lnTo>
                  <a:lnTo>
                    <a:pt x="8409374" y="16836"/>
                  </a:lnTo>
                  <a:lnTo>
                    <a:pt x="8409520" y="16836"/>
                  </a:lnTo>
                  <a:lnTo>
                    <a:pt x="8409665" y="16836"/>
                  </a:lnTo>
                  <a:lnTo>
                    <a:pt x="8409810" y="16836"/>
                  </a:lnTo>
                  <a:lnTo>
                    <a:pt x="8409956" y="16836"/>
                  </a:lnTo>
                  <a:lnTo>
                    <a:pt x="8410101" y="16836"/>
                  </a:lnTo>
                  <a:lnTo>
                    <a:pt x="8410247" y="16836"/>
                  </a:lnTo>
                  <a:lnTo>
                    <a:pt x="8410392" y="16836"/>
                  </a:lnTo>
                  <a:lnTo>
                    <a:pt x="8410538" y="16836"/>
                  </a:lnTo>
                  <a:lnTo>
                    <a:pt x="8410683" y="16836"/>
                  </a:lnTo>
                  <a:lnTo>
                    <a:pt x="8410828" y="16836"/>
                  </a:lnTo>
                  <a:lnTo>
                    <a:pt x="8410974" y="16836"/>
                  </a:lnTo>
                  <a:lnTo>
                    <a:pt x="8411119" y="16836"/>
                  </a:lnTo>
                  <a:lnTo>
                    <a:pt x="8411265" y="16836"/>
                  </a:lnTo>
                  <a:lnTo>
                    <a:pt x="8411410" y="16836"/>
                  </a:lnTo>
                  <a:lnTo>
                    <a:pt x="8411556" y="16836"/>
                  </a:lnTo>
                  <a:lnTo>
                    <a:pt x="8411701" y="16836"/>
                  </a:lnTo>
                  <a:lnTo>
                    <a:pt x="8411846" y="16836"/>
                  </a:lnTo>
                  <a:lnTo>
                    <a:pt x="8411992" y="16836"/>
                  </a:lnTo>
                  <a:lnTo>
                    <a:pt x="8412137" y="16836"/>
                  </a:lnTo>
                  <a:lnTo>
                    <a:pt x="8412283" y="16836"/>
                  </a:lnTo>
                  <a:lnTo>
                    <a:pt x="8412428" y="16836"/>
                  </a:lnTo>
                  <a:lnTo>
                    <a:pt x="8412573" y="16836"/>
                  </a:lnTo>
                  <a:lnTo>
                    <a:pt x="8412719" y="16836"/>
                  </a:lnTo>
                  <a:lnTo>
                    <a:pt x="8412864" y="16836"/>
                  </a:lnTo>
                  <a:lnTo>
                    <a:pt x="8413010" y="16836"/>
                  </a:lnTo>
                  <a:lnTo>
                    <a:pt x="8413155" y="16836"/>
                  </a:lnTo>
                  <a:lnTo>
                    <a:pt x="8413301" y="16836"/>
                  </a:lnTo>
                  <a:lnTo>
                    <a:pt x="8413446" y="16836"/>
                  </a:lnTo>
                  <a:lnTo>
                    <a:pt x="8413591" y="16836"/>
                  </a:lnTo>
                  <a:lnTo>
                    <a:pt x="8413737" y="16836"/>
                  </a:lnTo>
                  <a:lnTo>
                    <a:pt x="8413882" y="16836"/>
                  </a:lnTo>
                  <a:lnTo>
                    <a:pt x="8414028" y="16836"/>
                  </a:lnTo>
                  <a:lnTo>
                    <a:pt x="8414173" y="16836"/>
                  </a:lnTo>
                  <a:lnTo>
                    <a:pt x="8414319" y="16836"/>
                  </a:lnTo>
                  <a:lnTo>
                    <a:pt x="8414464" y="16836"/>
                  </a:lnTo>
                  <a:lnTo>
                    <a:pt x="8414609" y="16836"/>
                  </a:lnTo>
                  <a:lnTo>
                    <a:pt x="8414755" y="16836"/>
                  </a:lnTo>
                  <a:lnTo>
                    <a:pt x="8414900" y="16836"/>
                  </a:lnTo>
                  <a:lnTo>
                    <a:pt x="8415046" y="16836"/>
                  </a:lnTo>
                  <a:lnTo>
                    <a:pt x="8415191" y="16836"/>
                  </a:lnTo>
                  <a:lnTo>
                    <a:pt x="8415337" y="16836"/>
                  </a:lnTo>
                  <a:lnTo>
                    <a:pt x="8415482" y="16836"/>
                  </a:lnTo>
                  <a:lnTo>
                    <a:pt x="8415627" y="16836"/>
                  </a:lnTo>
                  <a:lnTo>
                    <a:pt x="8415773" y="16836"/>
                  </a:lnTo>
                  <a:lnTo>
                    <a:pt x="8415918" y="16836"/>
                  </a:lnTo>
                  <a:lnTo>
                    <a:pt x="8416064" y="16836"/>
                  </a:lnTo>
                  <a:lnTo>
                    <a:pt x="8416209" y="16836"/>
                  </a:lnTo>
                  <a:lnTo>
                    <a:pt x="8416355" y="16836"/>
                  </a:lnTo>
                  <a:lnTo>
                    <a:pt x="8416500" y="16836"/>
                  </a:lnTo>
                  <a:lnTo>
                    <a:pt x="8416645" y="16836"/>
                  </a:lnTo>
                  <a:lnTo>
                    <a:pt x="8416645" y="16213"/>
                  </a:lnTo>
                  <a:lnTo>
                    <a:pt x="8416645" y="15589"/>
                  </a:lnTo>
                  <a:lnTo>
                    <a:pt x="8416791" y="15589"/>
                  </a:lnTo>
                  <a:lnTo>
                    <a:pt x="8416936" y="15589"/>
                  </a:lnTo>
                  <a:lnTo>
                    <a:pt x="8417082" y="15589"/>
                  </a:lnTo>
                  <a:lnTo>
                    <a:pt x="8417227" y="15589"/>
                  </a:lnTo>
                  <a:lnTo>
                    <a:pt x="8417373" y="15589"/>
                  </a:lnTo>
                  <a:lnTo>
                    <a:pt x="8417518" y="15589"/>
                  </a:lnTo>
                  <a:lnTo>
                    <a:pt x="8417663" y="15589"/>
                  </a:lnTo>
                  <a:lnTo>
                    <a:pt x="8417809" y="15589"/>
                  </a:lnTo>
                  <a:lnTo>
                    <a:pt x="8417954" y="15589"/>
                  </a:lnTo>
                  <a:lnTo>
                    <a:pt x="8418100" y="15589"/>
                  </a:lnTo>
                  <a:lnTo>
                    <a:pt x="8418100" y="14965"/>
                  </a:lnTo>
                  <a:lnTo>
                    <a:pt x="8418245" y="14965"/>
                  </a:lnTo>
                  <a:lnTo>
                    <a:pt x="8418391" y="14965"/>
                  </a:lnTo>
                  <a:lnTo>
                    <a:pt x="8418536" y="14965"/>
                  </a:lnTo>
                  <a:lnTo>
                    <a:pt x="8418681" y="14965"/>
                  </a:lnTo>
                  <a:lnTo>
                    <a:pt x="8418827" y="14965"/>
                  </a:lnTo>
                  <a:lnTo>
                    <a:pt x="8418972" y="14965"/>
                  </a:lnTo>
                  <a:lnTo>
                    <a:pt x="8419118" y="14965"/>
                  </a:lnTo>
                  <a:lnTo>
                    <a:pt x="8419263" y="14965"/>
                  </a:lnTo>
                  <a:lnTo>
                    <a:pt x="8419408" y="14965"/>
                  </a:lnTo>
                  <a:lnTo>
                    <a:pt x="8419554" y="14965"/>
                  </a:lnTo>
                  <a:lnTo>
                    <a:pt x="8419699" y="14965"/>
                  </a:lnTo>
                  <a:lnTo>
                    <a:pt x="8419845" y="14965"/>
                  </a:lnTo>
                  <a:lnTo>
                    <a:pt x="8419990" y="14965"/>
                  </a:lnTo>
                  <a:lnTo>
                    <a:pt x="8420136" y="14965"/>
                  </a:lnTo>
                  <a:lnTo>
                    <a:pt x="8420281" y="14965"/>
                  </a:lnTo>
                  <a:lnTo>
                    <a:pt x="8420426" y="14965"/>
                  </a:lnTo>
                  <a:lnTo>
                    <a:pt x="8420572" y="14965"/>
                  </a:lnTo>
                  <a:lnTo>
                    <a:pt x="8420717" y="14965"/>
                  </a:lnTo>
                  <a:lnTo>
                    <a:pt x="8420717" y="14342"/>
                  </a:lnTo>
                  <a:lnTo>
                    <a:pt x="8420863" y="14342"/>
                  </a:lnTo>
                  <a:lnTo>
                    <a:pt x="8421008" y="14342"/>
                  </a:lnTo>
                  <a:lnTo>
                    <a:pt x="8421154" y="14342"/>
                  </a:lnTo>
                  <a:lnTo>
                    <a:pt x="8421299" y="14342"/>
                  </a:lnTo>
                  <a:lnTo>
                    <a:pt x="8421444" y="14342"/>
                  </a:lnTo>
                  <a:lnTo>
                    <a:pt x="8421590" y="14342"/>
                  </a:lnTo>
                  <a:lnTo>
                    <a:pt x="8421735" y="14342"/>
                  </a:lnTo>
                  <a:lnTo>
                    <a:pt x="8421881" y="14342"/>
                  </a:lnTo>
                  <a:lnTo>
                    <a:pt x="8422026" y="14342"/>
                  </a:lnTo>
                  <a:lnTo>
                    <a:pt x="8422172" y="14342"/>
                  </a:lnTo>
                  <a:lnTo>
                    <a:pt x="8422317" y="14342"/>
                  </a:lnTo>
                  <a:lnTo>
                    <a:pt x="8422462" y="14342"/>
                  </a:lnTo>
                  <a:lnTo>
                    <a:pt x="8422608" y="14342"/>
                  </a:lnTo>
                  <a:lnTo>
                    <a:pt x="8422753" y="14342"/>
                  </a:lnTo>
                  <a:lnTo>
                    <a:pt x="8422899" y="14342"/>
                  </a:lnTo>
                  <a:lnTo>
                    <a:pt x="8423044" y="14342"/>
                  </a:lnTo>
                  <a:lnTo>
                    <a:pt x="8423190" y="14342"/>
                  </a:lnTo>
                  <a:lnTo>
                    <a:pt x="8423335" y="14342"/>
                  </a:lnTo>
                  <a:lnTo>
                    <a:pt x="8423480" y="14342"/>
                  </a:lnTo>
                  <a:lnTo>
                    <a:pt x="8423626" y="14342"/>
                  </a:lnTo>
                  <a:lnTo>
                    <a:pt x="8423771" y="14342"/>
                  </a:lnTo>
                  <a:lnTo>
                    <a:pt x="8423917" y="14342"/>
                  </a:lnTo>
                  <a:lnTo>
                    <a:pt x="8424062" y="14342"/>
                  </a:lnTo>
                  <a:lnTo>
                    <a:pt x="8424208" y="14342"/>
                  </a:lnTo>
                  <a:lnTo>
                    <a:pt x="8424353" y="14342"/>
                  </a:lnTo>
                  <a:lnTo>
                    <a:pt x="8424498" y="14342"/>
                  </a:lnTo>
                  <a:lnTo>
                    <a:pt x="8424644" y="14342"/>
                  </a:lnTo>
                  <a:lnTo>
                    <a:pt x="8424789" y="14342"/>
                  </a:lnTo>
                  <a:lnTo>
                    <a:pt x="8424935" y="14342"/>
                  </a:lnTo>
                  <a:lnTo>
                    <a:pt x="8425080" y="14342"/>
                  </a:lnTo>
                  <a:lnTo>
                    <a:pt x="8425226" y="14342"/>
                  </a:lnTo>
                  <a:lnTo>
                    <a:pt x="8425371" y="14342"/>
                  </a:lnTo>
                  <a:lnTo>
                    <a:pt x="8425371" y="13718"/>
                  </a:lnTo>
                  <a:lnTo>
                    <a:pt x="8425516" y="13718"/>
                  </a:lnTo>
                  <a:lnTo>
                    <a:pt x="8425662" y="13718"/>
                  </a:lnTo>
                  <a:lnTo>
                    <a:pt x="8425807" y="13718"/>
                  </a:lnTo>
                  <a:lnTo>
                    <a:pt x="8425953" y="13718"/>
                  </a:lnTo>
                  <a:lnTo>
                    <a:pt x="8426098" y="13718"/>
                  </a:lnTo>
                  <a:lnTo>
                    <a:pt x="8426243" y="13718"/>
                  </a:lnTo>
                  <a:lnTo>
                    <a:pt x="8426389" y="13718"/>
                  </a:lnTo>
                  <a:lnTo>
                    <a:pt x="8426534" y="13718"/>
                  </a:lnTo>
                  <a:lnTo>
                    <a:pt x="8426680" y="13718"/>
                  </a:lnTo>
                  <a:lnTo>
                    <a:pt x="8426825" y="13718"/>
                  </a:lnTo>
                  <a:lnTo>
                    <a:pt x="8426971" y="13718"/>
                  </a:lnTo>
                  <a:lnTo>
                    <a:pt x="8427116" y="13718"/>
                  </a:lnTo>
                  <a:lnTo>
                    <a:pt x="8427261" y="13718"/>
                  </a:lnTo>
                  <a:lnTo>
                    <a:pt x="8427407" y="13718"/>
                  </a:lnTo>
                  <a:lnTo>
                    <a:pt x="8427552" y="13718"/>
                  </a:lnTo>
                  <a:lnTo>
                    <a:pt x="8427698" y="13718"/>
                  </a:lnTo>
                  <a:lnTo>
                    <a:pt x="8427843" y="13718"/>
                  </a:lnTo>
                  <a:lnTo>
                    <a:pt x="8427989" y="13718"/>
                  </a:lnTo>
                  <a:lnTo>
                    <a:pt x="8428134" y="13718"/>
                  </a:lnTo>
                  <a:lnTo>
                    <a:pt x="8428279" y="13718"/>
                  </a:lnTo>
                  <a:lnTo>
                    <a:pt x="8428425" y="13718"/>
                  </a:lnTo>
                  <a:lnTo>
                    <a:pt x="8428570" y="13718"/>
                  </a:lnTo>
                  <a:lnTo>
                    <a:pt x="8428716" y="13718"/>
                  </a:lnTo>
                  <a:lnTo>
                    <a:pt x="8428861" y="13718"/>
                  </a:lnTo>
                  <a:lnTo>
                    <a:pt x="8429007" y="13718"/>
                  </a:lnTo>
                  <a:lnTo>
                    <a:pt x="8429152" y="13718"/>
                  </a:lnTo>
                  <a:lnTo>
                    <a:pt x="8429152" y="13095"/>
                  </a:lnTo>
                  <a:lnTo>
                    <a:pt x="8429297" y="13095"/>
                  </a:lnTo>
                  <a:lnTo>
                    <a:pt x="8429443" y="13095"/>
                  </a:lnTo>
                  <a:lnTo>
                    <a:pt x="8429588" y="13095"/>
                  </a:lnTo>
                  <a:lnTo>
                    <a:pt x="8429734" y="13095"/>
                  </a:lnTo>
                  <a:lnTo>
                    <a:pt x="8429879" y="13095"/>
                  </a:lnTo>
                  <a:lnTo>
                    <a:pt x="8430025" y="13095"/>
                  </a:lnTo>
                  <a:lnTo>
                    <a:pt x="8430170" y="13095"/>
                  </a:lnTo>
                  <a:lnTo>
                    <a:pt x="8430315" y="13095"/>
                  </a:lnTo>
                  <a:lnTo>
                    <a:pt x="8430461" y="13095"/>
                  </a:lnTo>
                  <a:lnTo>
                    <a:pt x="8430606" y="13095"/>
                  </a:lnTo>
                  <a:lnTo>
                    <a:pt x="8430752" y="13095"/>
                  </a:lnTo>
                  <a:lnTo>
                    <a:pt x="8430897" y="13095"/>
                  </a:lnTo>
                  <a:lnTo>
                    <a:pt x="8431043" y="13095"/>
                  </a:lnTo>
                  <a:lnTo>
                    <a:pt x="8431188" y="13095"/>
                  </a:lnTo>
                  <a:lnTo>
                    <a:pt x="8431333" y="13095"/>
                  </a:lnTo>
                  <a:lnTo>
                    <a:pt x="8431479" y="13095"/>
                  </a:lnTo>
                  <a:lnTo>
                    <a:pt x="8431624" y="13095"/>
                  </a:lnTo>
                  <a:lnTo>
                    <a:pt x="8431770" y="13095"/>
                  </a:lnTo>
                  <a:lnTo>
                    <a:pt x="8431915" y="13095"/>
                  </a:lnTo>
                  <a:lnTo>
                    <a:pt x="8432061" y="13095"/>
                  </a:lnTo>
                  <a:lnTo>
                    <a:pt x="8432206" y="13095"/>
                  </a:lnTo>
                  <a:lnTo>
                    <a:pt x="8432351" y="13095"/>
                  </a:lnTo>
                  <a:lnTo>
                    <a:pt x="8432497" y="13095"/>
                  </a:lnTo>
                  <a:lnTo>
                    <a:pt x="8432642" y="13095"/>
                  </a:lnTo>
                  <a:lnTo>
                    <a:pt x="8432788" y="13095"/>
                  </a:lnTo>
                  <a:lnTo>
                    <a:pt x="8432933" y="13095"/>
                  </a:lnTo>
                  <a:lnTo>
                    <a:pt x="8433078" y="13095"/>
                  </a:lnTo>
                  <a:lnTo>
                    <a:pt x="8433224" y="13095"/>
                  </a:lnTo>
                  <a:lnTo>
                    <a:pt x="8433369" y="13095"/>
                  </a:lnTo>
                  <a:lnTo>
                    <a:pt x="8433515" y="13095"/>
                  </a:lnTo>
                  <a:lnTo>
                    <a:pt x="8433660" y="13095"/>
                  </a:lnTo>
                  <a:lnTo>
                    <a:pt x="8433806" y="13095"/>
                  </a:lnTo>
                  <a:lnTo>
                    <a:pt x="8433951" y="13095"/>
                  </a:lnTo>
                  <a:lnTo>
                    <a:pt x="8433951" y="12471"/>
                  </a:lnTo>
                  <a:lnTo>
                    <a:pt x="8434096" y="12471"/>
                  </a:lnTo>
                  <a:lnTo>
                    <a:pt x="8434242" y="12471"/>
                  </a:lnTo>
                  <a:lnTo>
                    <a:pt x="8434387" y="12471"/>
                  </a:lnTo>
                  <a:lnTo>
                    <a:pt x="8434533" y="12471"/>
                  </a:lnTo>
                  <a:lnTo>
                    <a:pt x="8434678" y="12471"/>
                  </a:lnTo>
                  <a:lnTo>
                    <a:pt x="8434824" y="12471"/>
                  </a:lnTo>
                  <a:lnTo>
                    <a:pt x="8434969" y="12471"/>
                  </a:lnTo>
                  <a:lnTo>
                    <a:pt x="8435114" y="12471"/>
                  </a:lnTo>
                  <a:lnTo>
                    <a:pt x="8435260" y="12471"/>
                  </a:lnTo>
                  <a:lnTo>
                    <a:pt x="8435405" y="12471"/>
                  </a:lnTo>
                  <a:lnTo>
                    <a:pt x="8435551" y="12471"/>
                  </a:lnTo>
                  <a:lnTo>
                    <a:pt x="8435696" y="12471"/>
                  </a:lnTo>
                  <a:lnTo>
                    <a:pt x="8435842" y="12471"/>
                  </a:lnTo>
                  <a:lnTo>
                    <a:pt x="8435987" y="12471"/>
                  </a:lnTo>
                  <a:lnTo>
                    <a:pt x="8436132" y="12471"/>
                  </a:lnTo>
                  <a:lnTo>
                    <a:pt x="8436278" y="12471"/>
                  </a:lnTo>
                  <a:lnTo>
                    <a:pt x="8436423" y="12471"/>
                  </a:lnTo>
                  <a:lnTo>
                    <a:pt x="8436569" y="12471"/>
                  </a:lnTo>
                  <a:lnTo>
                    <a:pt x="8436714" y="12471"/>
                  </a:lnTo>
                  <a:lnTo>
                    <a:pt x="8436860" y="12471"/>
                  </a:lnTo>
                  <a:lnTo>
                    <a:pt x="8437005" y="12471"/>
                  </a:lnTo>
                  <a:lnTo>
                    <a:pt x="8437150" y="12471"/>
                  </a:lnTo>
                  <a:lnTo>
                    <a:pt x="8437296" y="12471"/>
                  </a:lnTo>
                  <a:lnTo>
                    <a:pt x="8437441" y="12471"/>
                  </a:lnTo>
                  <a:lnTo>
                    <a:pt x="8437587" y="12471"/>
                  </a:lnTo>
                  <a:lnTo>
                    <a:pt x="8437732" y="12471"/>
                  </a:lnTo>
                  <a:lnTo>
                    <a:pt x="8437878" y="12471"/>
                  </a:lnTo>
                  <a:lnTo>
                    <a:pt x="8438023" y="12471"/>
                  </a:lnTo>
                  <a:lnTo>
                    <a:pt x="8438168" y="12471"/>
                  </a:lnTo>
                  <a:lnTo>
                    <a:pt x="8438314" y="12471"/>
                  </a:lnTo>
                  <a:lnTo>
                    <a:pt x="8438459" y="12471"/>
                  </a:lnTo>
                  <a:lnTo>
                    <a:pt x="8438605" y="12471"/>
                  </a:lnTo>
                  <a:lnTo>
                    <a:pt x="8438750" y="12471"/>
                  </a:lnTo>
                  <a:lnTo>
                    <a:pt x="8438896" y="12471"/>
                  </a:lnTo>
                  <a:lnTo>
                    <a:pt x="8439041" y="12471"/>
                  </a:lnTo>
                  <a:lnTo>
                    <a:pt x="8439186" y="12471"/>
                  </a:lnTo>
                  <a:lnTo>
                    <a:pt x="8439332" y="12471"/>
                  </a:lnTo>
                  <a:lnTo>
                    <a:pt x="8439477" y="12471"/>
                  </a:lnTo>
                  <a:lnTo>
                    <a:pt x="8439623" y="12471"/>
                  </a:lnTo>
                  <a:lnTo>
                    <a:pt x="8439623" y="11848"/>
                  </a:lnTo>
                  <a:lnTo>
                    <a:pt x="8439768" y="11848"/>
                  </a:lnTo>
                  <a:lnTo>
                    <a:pt x="8439768" y="11224"/>
                  </a:lnTo>
                  <a:lnTo>
                    <a:pt x="8439913" y="11224"/>
                  </a:lnTo>
                  <a:lnTo>
                    <a:pt x="8440059" y="11224"/>
                  </a:lnTo>
                  <a:lnTo>
                    <a:pt x="8440204" y="11224"/>
                  </a:lnTo>
                  <a:lnTo>
                    <a:pt x="8440350" y="11224"/>
                  </a:lnTo>
                  <a:lnTo>
                    <a:pt x="8440495" y="11224"/>
                  </a:lnTo>
                  <a:lnTo>
                    <a:pt x="8440641" y="11224"/>
                  </a:lnTo>
                  <a:lnTo>
                    <a:pt x="8440786" y="11224"/>
                  </a:lnTo>
                  <a:lnTo>
                    <a:pt x="8440931" y="11224"/>
                  </a:lnTo>
                  <a:lnTo>
                    <a:pt x="8441077" y="11224"/>
                  </a:lnTo>
                  <a:lnTo>
                    <a:pt x="8441222" y="11224"/>
                  </a:lnTo>
                  <a:lnTo>
                    <a:pt x="8441368" y="11224"/>
                  </a:lnTo>
                  <a:lnTo>
                    <a:pt x="8441513" y="11224"/>
                  </a:lnTo>
                  <a:lnTo>
                    <a:pt x="8441659" y="11224"/>
                  </a:lnTo>
                  <a:lnTo>
                    <a:pt x="8441804" y="11224"/>
                  </a:lnTo>
                  <a:lnTo>
                    <a:pt x="8441949" y="11224"/>
                  </a:lnTo>
                  <a:lnTo>
                    <a:pt x="8442095" y="11224"/>
                  </a:lnTo>
                  <a:lnTo>
                    <a:pt x="8442240" y="11224"/>
                  </a:lnTo>
                  <a:lnTo>
                    <a:pt x="8442386" y="11224"/>
                  </a:lnTo>
                  <a:lnTo>
                    <a:pt x="8442531" y="11224"/>
                  </a:lnTo>
                  <a:lnTo>
                    <a:pt x="8442677" y="11224"/>
                  </a:lnTo>
                  <a:lnTo>
                    <a:pt x="8442822" y="11224"/>
                  </a:lnTo>
                  <a:lnTo>
                    <a:pt x="8442967" y="11224"/>
                  </a:lnTo>
                  <a:lnTo>
                    <a:pt x="8443113" y="11224"/>
                  </a:lnTo>
                  <a:lnTo>
                    <a:pt x="8443258" y="11224"/>
                  </a:lnTo>
                  <a:lnTo>
                    <a:pt x="8443404" y="11224"/>
                  </a:lnTo>
                  <a:lnTo>
                    <a:pt x="8443549" y="11224"/>
                  </a:lnTo>
                  <a:lnTo>
                    <a:pt x="8443695" y="11224"/>
                  </a:lnTo>
                  <a:lnTo>
                    <a:pt x="8443840" y="11224"/>
                  </a:lnTo>
                  <a:lnTo>
                    <a:pt x="8443985" y="11224"/>
                  </a:lnTo>
                  <a:lnTo>
                    <a:pt x="8444131" y="11224"/>
                  </a:lnTo>
                  <a:lnTo>
                    <a:pt x="8444276" y="11224"/>
                  </a:lnTo>
                  <a:lnTo>
                    <a:pt x="8444422" y="11224"/>
                  </a:lnTo>
                  <a:lnTo>
                    <a:pt x="8444567" y="11224"/>
                  </a:lnTo>
                  <a:lnTo>
                    <a:pt x="8444713" y="11224"/>
                  </a:lnTo>
                  <a:lnTo>
                    <a:pt x="8444858" y="11224"/>
                  </a:lnTo>
                  <a:lnTo>
                    <a:pt x="8445003" y="11224"/>
                  </a:lnTo>
                  <a:lnTo>
                    <a:pt x="8445149" y="11224"/>
                  </a:lnTo>
                  <a:lnTo>
                    <a:pt x="8445294" y="11224"/>
                  </a:lnTo>
                  <a:lnTo>
                    <a:pt x="8445440" y="11224"/>
                  </a:lnTo>
                  <a:lnTo>
                    <a:pt x="8445585" y="11224"/>
                  </a:lnTo>
                  <a:lnTo>
                    <a:pt x="8445731" y="11224"/>
                  </a:lnTo>
                  <a:lnTo>
                    <a:pt x="8445876" y="11224"/>
                  </a:lnTo>
                  <a:lnTo>
                    <a:pt x="8446021" y="11224"/>
                  </a:lnTo>
                  <a:lnTo>
                    <a:pt x="8446167" y="11224"/>
                  </a:lnTo>
                  <a:lnTo>
                    <a:pt x="8446312" y="11224"/>
                  </a:lnTo>
                  <a:lnTo>
                    <a:pt x="8446458" y="11224"/>
                  </a:lnTo>
                  <a:lnTo>
                    <a:pt x="8446603" y="11224"/>
                  </a:lnTo>
                  <a:lnTo>
                    <a:pt x="8446748" y="11224"/>
                  </a:lnTo>
                  <a:lnTo>
                    <a:pt x="8446894" y="11224"/>
                  </a:lnTo>
                  <a:lnTo>
                    <a:pt x="8447039" y="11224"/>
                  </a:lnTo>
                  <a:lnTo>
                    <a:pt x="8447185" y="11224"/>
                  </a:lnTo>
                  <a:lnTo>
                    <a:pt x="8447330" y="11224"/>
                  </a:lnTo>
                  <a:lnTo>
                    <a:pt x="8447476" y="11224"/>
                  </a:lnTo>
                  <a:lnTo>
                    <a:pt x="8447621" y="11224"/>
                  </a:lnTo>
                  <a:lnTo>
                    <a:pt x="8447766" y="11224"/>
                  </a:lnTo>
                  <a:lnTo>
                    <a:pt x="8447912" y="11224"/>
                  </a:lnTo>
                  <a:lnTo>
                    <a:pt x="8448057" y="11224"/>
                  </a:lnTo>
                  <a:lnTo>
                    <a:pt x="8448203" y="11224"/>
                  </a:lnTo>
                  <a:lnTo>
                    <a:pt x="8448348" y="11224"/>
                  </a:lnTo>
                  <a:lnTo>
                    <a:pt x="8448494" y="11224"/>
                  </a:lnTo>
                  <a:lnTo>
                    <a:pt x="8448639" y="11224"/>
                  </a:lnTo>
                  <a:lnTo>
                    <a:pt x="8448784" y="11224"/>
                  </a:lnTo>
                  <a:lnTo>
                    <a:pt x="8448930" y="11224"/>
                  </a:lnTo>
                  <a:lnTo>
                    <a:pt x="8449075" y="11224"/>
                  </a:lnTo>
                  <a:lnTo>
                    <a:pt x="8449221" y="11224"/>
                  </a:lnTo>
                  <a:lnTo>
                    <a:pt x="8449366" y="11224"/>
                  </a:lnTo>
                  <a:lnTo>
                    <a:pt x="8449512" y="11224"/>
                  </a:lnTo>
                  <a:lnTo>
                    <a:pt x="8449657" y="11224"/>
                  </a:lnTo>
                  <a:lnTo>
                    <a:pt x="8449802" y="11224"/>
                  </a:lnTo>
                  <a:lnTo>
                    <a:pt x="8449948" y="11224"/>
                  </a:lnTo>
                  <a:lnTo>
                    <a:pt x="8450093" y="11224"/>
                  </a:lnTo>
                  <a:lnTo>
                    <a:pt x="8450239" y="11224"/>
                  </a:lnTo>
                  <a:lnTo>
                    <a:pt x="8450384" y="11224"/>
                  </a:lnTo>
                  <a:lnTo>
                    <a:pt x="8450530" y="11224"/>
                  </a:lnTo>
                  <a:lnTo>
                    <a:pt x="8450675" y="11224"/>
                  </a:lnTo>
                  <a:lnTo>
                    <a:pt x="8450820" y="11224"/>
                  </a:lnTo>
                  <a:lnTo>
                    <a:pt x="8450966" y="11224"/>
                  </a:lnTo>
                  <a:lnTo>
                    <a:pt x="8451111" y="11224"/>
                  </a:lnTo>
                  <a:lnTo>
                    <a:pt x="8451257" y="11224"/>
                  </a:lnTo>
                  <a:lnTo>
                    <a:pt x="8451402" y="11224"/>
                  </a:lnTo>
                  <a:lnTo>
                    <a:pt x="8451548" y="11224"/>
                  </a:lnTo>
                  <a:lnTo>
                    <a:pt x="8451693" y="11224"/>
                  </a:lnTo>
                  <a:lnTo>
                    <a:pt x="8451838" y="11224"/>
                  </a:lnTo>
                  <a:lnTo>
                    <a:pt x="8451984" y="11224"/>
                  </a:lnTo>
                  <a:lnTo>
                    <a:pt x="8452129" y="11224"/>
                  </a:lnTo>
                  <a:lnTo>
                    <a:pt x="8452275" y="11224"/>
                  </a:lnTo>
                  <a:lnTo>
                    <a:pt x="8452420" y="11224"/>
                  </a:lnTo>
                  <a:lnTo>
                    <a:pt x="8452566" y="11224"/>
                  </a:lnTo>
                  <a:lnTo>
                    <a:pt x="8452566" y="10600"/>
                  </a:lnTo>
                  <a:lnTo>
                    <a:pt x="8452711" y="10600"/>
                  </a:lnTo>
                  <a:lnTo>
                    <a:pt x="8452856" y="10600"/>
                  </a:lnTo>
                  <a:lnTo>
                    <a:pt x="8453002" y="10600"/>
                  </a:lnTo>
                  <a:lnTo>
                    <a:pt x="8453147" y="10600"/>
                  </a:lnTo>
                  <a:lnTo>
                    <a:pt x="8453293" y="10600"/>
                  </a:lnTo>
                  <a:lnTo>
                    <a:pt x="8453438" y="10600"/>
                  </a:lnTo>
                  <a:lnTo>
                    <a:pt x="8453583" y="10600"/>
                  </a:lnTo>
                  <a:lnTo>
                    <a:pt x="8453729" y="10600"/>
                  </a:lnTo>
                  <a:lnTo>
                    <a:pt x="8453874" y="10600"/>
                  </a:lnTo>
                  <a:lnTo>
                    <a:pt x="8454020" y="10600"/>
                  </a:lnTo>
                  <a:lnTo>
                    <a:pt x="8454165" y="10600"/>
                  </a:lnTo>
                  <a:lnTo>
                    <a:pt x="8454311" y="10600"/>
                  </a:lnTo>
                  <a:lnTo>
                    <a:pt x="8454456" y="10600"/>
                  </a:lnTo>
                  <a:lnTo>
                    <a:pt x="8454601" y="10600"/>
                  </a:lnTo>
                  <a:lnTo>
                    <a:pt x="8454747" y="10600"/>
                  </a:lnTo>
                  <a:lnTo>
                    <a:pt x="8454747" y="9977"/>
                  </a:lnTo>
                  <a:lnTo>
                    <a:pt x="8454892" y="9977"/>
                  </a:lnTo>
                  <a:lnTo>
                    <a:pt x="8455038" y="9977"/>
                  </a:lnTo>
                  <a:lnTo>
                    <a:pt x="8455183" y="9977"/>
                  </a:lnTo>
                  <a:lnTo>
                    <a:pt x="8455329" y="9977"/>
                  </a:lnTo>
                  <a:lnTo>
                    <a:pt x="8455474" y="9977"/>
                  </a:lnTo>
                  <a:lnTo>
                    <a:pt x="8455619" y="9977"/>
                  </a:lnTo>
                  <a:lnTo>
                    <a:pt x="8455765" y="9977"/>
                  </a:lnTo>
                  <a:lnTo>
                    <a:pt x="8455910" y="9977"/>
                  </a:lnTo>
                  <a:lnTo>
                    <a:pt x="8456056" y="9977"/>
                  </a:lnTo>
                  <a:lnTo>
                    <a:pt x="8456201" y="9977"/>
                  </a:lnTo>
                  <a:lnTo>
                    <a:pt x="8456347" y="9977"/>
                  </a:lnTo>
                  <a:lnTo>
                    <a:pt x="8456492" y="9977"/>
                  </a:lnTo>
                  <a:lnTo>
                    <a:pt x="8456637" y="9977"/>
                  </a:lnTo>
                  <a:lnTo>
                    <a:pt x="8456783" y="9977"/>
                  </a:lnTo>
                  <a:lnTo>
                    <a:pt x="8456928" y="9977"/>
                  </a:lnTo>
                  <a:lnTo>
                    <a:pt x="8457074" y="9977"/>
                  </a:lnTo>
                  <a:lnTo>
                    <a:pt x="8457219" y="9977"/>
                  </a:lnTo>
                  <a:lnTo>
                    <a:pt x="8457365" y="9977"/>
                  </a:lnTo>
                  <a:lnTo>
                    <a:pt x="8457510" y="9977"/>
                  </a:lnTo>
                  <a:lnTo>
                    <a:pt x="8457655" y="9977"/>
                  </a:lnTo>
                  <a:lnTo>
                    <a:pt x="8457801" y="9977"/>
                  </a:lnTo>
                  <a:lnTo>
                    <a:pt x="8457946" y="9977"/>
                  </a:lnTo>
                  <a:lnTo>
                    <a:pt x="8458092" y="9977"/>
                  </a:lnTo>
                  <a:lnTo>
                    <a:pt x="8458237" y="9977"/>
                  </a:lnTo>
                  <a:lnTo>
                    <a:pt x="8458383" y="9977"/>
                  </a:lnTo>
                  <a:lnTo>
                    <a:pt x="8458528" y="9977"/>
                  </a:lnTo>
                  <a:lnTo>
                    <a:pt x="8458673" y="9977"/>
                  </a:lnTo>
                  <a:lnTo>
                    <a:pt x="8458819" y="9977"/>
                  </a:lnTo>
                  <a:lnTo>
                    <a:pt x="8458964" y="9977"/>
                  </a:lnTo>
                  <a:lnTo>
                    <a:pt x="8459110" y="9977"/>
                  </a:lnTo>
                  <a:lnTo>
                    <a:pt x="8459255" y="9977"/>
                  </a:lnTo>
                  <a:lnTo>
                    <a:pt x="8459401" y="9977"/>
                  </a:lnTo>
                  <a:lnTo>
                    <a:pt x="8459546" y="9977"/>
                  </a:lnTo>
                  <a:lnTo>
                    <a:pt x="8459691" y="9977"/>
                  </a:lnTo>
                  <a:lnTo>
                    <a:pt x="8459837" y="9977"/>
                  </a:lnTo>
                  <a:lnTo>
                    <a:pt x="8459982" y="9977"/>
                  </a:lnTo>
                  <a:lnTo>
                    <a:pt x="8460128" y="9977"/>
                  </a:lnTo>
                  <a:lnTo>
                    <a:pt x="8460273" y="9977"/>
                  </a:lnTo>
                  <a:lnTo>
                    <a:pt x="8460418" y="9977"/>
                  </a:lnTo>
                  <a:lnTo>
                    <a:pt x="8460564" y="9977"/>
                  </a:lnTo>
                  <a:lnTo>
                    <a:pt x="8460709" y="9977"/>
                  </a:lnTo>
                  <a:lnTo>
                    <a:pt x="8460855" y="9977"/>
                  </a:lnTo>
                  <a:lnTo>
                    <a:pt x="8461000" y="9977"/>
                  </a:lnTo>
                  <a:lnTo>
                    <a:pt x="8461146" y="9977"/>
                  </a:lnTo>
                  <a:lnTo>
                    <a:pt x="8461291" y="9977"/>
                  </a:lnTo>
                  <a:lnTo>
                    <a:pt x="8461436" y="9977"/>
                  </a:lnTo>
                  <a:lnTo>
                    <a:pt x="8461582" y="9977"/>
                  </a:lnTo>
                  <a:lnTo>
                    <a:pt x="8461727" y="9977"/>
                  </a:lnTo>
                  <a:lnTo>
                    <a:pt x="8461873" y="9977"/>
                  </a:lnTo>
                  <a:lnTo>
                    <a:pt x="8462018" y="9977"/>
                  </a:lnTo>
                  <a:lnTo>
                    <a:pt x="8462164" y="9977"/>
                  </a:lnTo>
                  <a:lnTo>
                    <a:pt x="8462309" y="9977"/>
                  </a:lnTo>
                  <a:lnTo>
                    <a:pt x="8462454" y="9977"/>
                  </a:lnTo>
                  <a:lnTo>
                    <a:pt x="8462600" y="9977"/>
                  </a:lnTo>
                  <a:lnTo>
                    <a:pt x="8462745" y="9977"/>
                  </a:lnTo>
                  <a:lnTo>
                    <a:pt x="8462891" y="9977"/>
                  </a:lnTo>
                  <a:lnTo>
                    <a:pt x="8463036" y="9977"/>
                  </a:lnTo>
                  <a:lnTo>
                    <a:pt x="8463182" y="9977"/>
                  </a:lnTo>
                  <a:lnTo>
                    <a:pt x="8463327" y="9977"/>
                  </a:lnTo>
                  <a:lnTo>
                    <a:pt x="8463472" y="9977"/>
                  </a:lnTo>
                  <a:lnTo>
                    <a:pt x="8463618" y="9977"/>
                  </a:lnTo>
                  <a:lnTo>
                    <a:pt x="8463763" y="9977"/>
                  </a:lnTo>
                  <a:lnTo>
                    <a:pt x="8463909" y="9977"/>
                  </a:lnTo>
                  <a:lnTo>
                    <a:pt x="8464054" y="9977"/>
                  </a:lnTo>
                  <a:lnTo>
                    <a:pt x="8464200" y="9977"/>
                  </a:lnTo>
                  <a:lnTo>
                    <a:pt x="8464345" y="9977"/>
                  </a:lnTo>
                  <a:lnTo>
                    <a:pt x="8464490" y="9977"/>
                  </a:lnTo>
                  <a:lnTo>
                    <a:pt x="8464636" y="9977"/>
                  </a:lnTo>
                  <a:lnTo>
                    <a:pt x="8464636" y="9353"/>
                  </a:lnTo>
                  <a:lnTo>
                    <a:pt x="8464781" y="9353"/>
                  </a:lnTo>
                  <a:lnTo>
                    <a:pt x="8464927" y="9353"/>
                  </a:lnTo>
                  <a:lnTo>
                    <a:pt x="8465072" y="9353"/>
                  </a:lnTo>
                  <a:lnTo>
                    <a:pt x="8465218" y="9353"/>
                  </a:lnTo>
                  <a:lnTo>
                    <a:pt x="8465363" y="9353"/>
                  </a:lnTo>
                  <a:lnTo>
                    <a:pt x="8465508" y="9353"/>
                  </a:lnTo>
                  <a:lnTo>
                    <a:pt x="8465654" y="9353"/>
                  </a:lnTo>
                  <a:lnTo>
                    <a:pt x="8465799" y="9353"/>
                  </a:lnTo>
                  <a:lnTo>
                    <a:pt x="8465945" y="9353"/>
                  </a:lnTo>
                  <a:lnTo>
                    <a:pt x="8466090" y="9353"/>
                  </a:lnTo>
                  <a:lnTo>
                    <a:pt x="8466236" y="9353"/>
                  </a:lnTo>
                  <a:lnTo>
                    <a:pt x="8466236" y="8730"/>
                  </a:lnTo>
                  <a:lnTo>
                    <a:pt x="8466381" y="8730"/>
                  </a:lnTo>
                  <a:lnTo>
                    <a:pt x="8466526" y="8730"/>
                  </a:lnTo>
                  <a:lnTo>
                    <a:pt x="8466672" y="8730"/>
                  </a:lnTo>
                  <a:lnTo>
                    <a:pt x="8466817" y="8730"/>
                  </a:lnTo>
                  <a:lnTo>
                    <a:pt x="8466963" y="8730"/>
                  </a:lnTo>
                  <a:lnTo>
                    <a:pt x="8467108" y="8730"/>
                  </a:lnTo>
                  <a:lnTo>
                    <a:pt x="8467253" y="8730"/>
                  </a:lnTo>
                  <a:lnTo>
                    <a:pt x="8467399" y="8730"/>
                  </a:lnTo>
                  <a:lnTo>
                    <a:pt x="8467544" y="8730"/>
                  </a:lnTo>
                  <a:lnTo>
                    <a:pt x="8467690" y="8730"/>
                  </a:lnTo>
                  <a:lnTo>
                    <a:pt x="8467690" y="8106"/>
                  </a:lnTo>
                  <a:lnTo>
                    <a:pt x="8467835" y="8106"/>
                  </a:lnTo>
                  <a:lnTo>
                    <a:pt x="8467981" y="8106"/>
                  </a:lnTo>
                  <a:lnTo>
                    <a:pt x="8468126" y="8106"/>
                  </a:lnTo>
                  <a:lnTo>
                    <a:pt x="8468271" y="8106"/>
                  </a:lnTo>
                  <a:lnTo>
                    <a:pt x="8468417" y="8106"/>
                  </a:lnTo>
                  <a:lnTo>
                    <a:pt x="8468562" y="8106"/>
                  </a:lnTo>
                  <a:lnTo>
                    <a:pt x="8468708" y="8106"/>
                  </a:lnTo>
                  <a:lnTo>
                    <a:pt x="8468853" y="8106"/>
                  </a:lnTo>
                  <a:lnTo>
                    <a:pt x="8468999" y="8106"/>
                  </a:lnTo>
                  <a:lnTo>
                    <a:pt x="8469144" y="8106"/>
                  </a:lnTo>
                  <a:lnTo>
                    <a:pt x="8469289" y="8106"/>
                  </a:lnTo>
                  <a:lnTo>
                    <a:pt x="8469435" y="8106"/>
                  </a:lnTo>
                  <a:lnTo>
                    <a:pt x="8469580" y="8106"/>
                  </a:lnTo>
                  <a:lnTo>
                    <a:pt x="8469726" y="8106"/>
                  </a:lnTo>
                  <a:lnTo>
                    <a:pt x="8469871" y="8106"/>
                  </a:lnTo>
                  <a:lnTo>
                    <a:pt x="8470017" y="8106"/>
                  </a:lnTo>
                  <a:lnTo>
                    <a:pt x="8470162" y="8106"/>
                  </a:lnTo>
                  <a:lnTo>
                    <a:pt x="8470307" y="8106"/>
                  </a:lnTo>
                  <a:lnTo>
                    <a:pt x="8470453" y="8106"/>
                  </a:lnTo>
                  <a:lnTo>
                    <a:pt x="8470598" y="8106"/>
                  </a:lnTo>
                  <a:lnTo>
                    <a:pt x="8470744" y="8106"/>
                  </a:lnTo>
                  <a:lnTo>
                    <a:pt x="8470889" y="8106"/>
                  </a:lnTo>
                  <a:lnTo>
                    <a:pt x="8471035" y="8106"/>
                  </a:lnTo>
                  <a:lnTo>
                    <a:pt x="8471180" y="8106"/>
                  </a:lnTo>
                  <a:lnTo>
                    <a:pt x="8471325" y="8106"/>
                  </a:lnTo>
                  <a:lnTo>
                    <a:pt x="8471471" y="8106"/>
                  </a:lnTo>
                  <a:lnTo>
                    <a:pt x="8471616" y="8106"/>
                  </a:lnTo>
                  <a:lnTo>
                    <a:pt x="8471762" y="8106"/>
                  </a:lnTo>
                  <a:lnTo>
                    <a:pt x="8471907" y="8106"/>
                  </a:lnTo>
                  <a:lnTo>
                    <a:pt x="8472053" y="8106"/>
                  </a:lnTo>
                  <a:lnTo>
                    <a:pt x="8472053" y="7482"/>
                  </a:lnTo>
                  <a:lnTo>
                    <a:pt x="8472198" y="7482"/>
                  </a:lnTo>
                  <a:lnTo>
                    <a:pt x="8472343" y="7482"/>
                  </a:lnTo>
                  <a:lnTo>
                    <a:pt x="8472489" y="7482"/>
                  </a:lnTo>
                  <a:lnTo>
                    <a:pt x="8472634" y="7482"/>
                  </a:lnTo>
                  <a:lnTo>
                    <a:pt x="8472780" y="7482"/>
                  </a:lnTo>
                  <a:lnTo>
                    <a:pt x="8472925" y="7482"/>
                  </a:lnTo>
                  <a:lnTo>
                    <a:pt x="8473071" y="7482"/>
                  </a:lnTo>
                  <a:lnTo>
                    <a:pt x="8473216" y="7482"/>
                  </a:lnTo>
                  <a:lnTo>
                    <a:pt x="8473361" y="7482"/>
                  </a:lnTo>
                  <a:lnTo>
                    <a:pt x="8473507" y="7482"/>
                  </a:lnTo>
                  <a:lnTo>
                    <a:pt x="8473652" y="7482"/>
                  </a:lnTo>
                  <a:lnTo>
                    <a:pt x="8473652" y="6859"/>
                  </a:lnTo>
                  <a:lnTo>
                    <a:pt x="8473798" y="6859"/>
                  </a:lnTo>
                  <a:lnTo>
                    <a:pt x="8473943" y="6859"/>
                  </a:lnTo>
                  <a:lnTo>
                    <a:pt x="8474088" y="6859"/>
                  </a:lnTo>
                  <a:lnTo>
                    <a:pt x="8474234" y="6859"/>
                  </a:lnTo>
                  <a:lnTo>
                    <a:pt x="8474379" y="6859"/>
                  </a:lnTo>
                  <a:lnTo>
                    <a:pt x="8474525" y="6859"/>
                  </a:lnTo>
                  <a:lnTo>
                    <a:pt x="8474670" y="6859"/>
                  </a:lnTo>
                  <a:lnTo>
                    <a:pt x="8474816" y="6859"/>
                  </a:lnTo>
                  <a:lnTo>
                    <a:pt x="8474961" y="6859"/>
                  </a:lnTo>
                  <a:lnTo>
                    <a:pt x="8475106" y="6859"/>
                  </a:lnTo>
                  <a:lnTo>
                    <a:pt x="8475252" y="6859"/>
                  </a:lnTo>
                  <a:lnTo>
                    <a:pt x="8475397" y="6859"/>
                  </a:lnTo>
                  <a:lnTo>
                    <a:pt x="8475543" y="6859"/>
                  </a:lnTo>
                  <a:lnTo>
                    <a:pt x="8475688" y="6859"/>
                  </a:lnTo>
                  <a:lnTo>
                    <a:pt x="8475834" y="6859"/>
                  </a:lnTo>
                  <a:lnTo>
                    <a:pt x="8475979" y="6859"/>
                  </a:lnTo>
                  <a:lnTo>
                    <a:pt x="8476124" y="6859"/>
                  </a:lnTo>
                  <a:lnTo>
                    <a:pt x="8476270" y="6859"/>
                  </a:lnTo>
                  <a:lnTo>
                    <a:pt x="8476415" y="6859"/>
                  </a:lnTo>
                  <a:lnTo>
                    <a:pt x="8476561" y="6859"/>
                  </a:lnTo>
                  <a:lnTo>
                    <a:pt x="8476706" y="6859"/>
                  </a:lnTo>
                  <a:lnTo>
                    <a:pt x="8476852" y="6859"/>
                  </a:lnTo>
                  <a:lnTo>
                    <a:pt x="8476997" y="6859"/>
                  </a:lnTo>
                  <a:lnTo>
                    <a:pt x="8477142" y="6859"/>
                  </a:lnTo>
                  <a:lnTo>
                    <a:pt x="8477288" y="6859"/>
                  </a:lnTo>
                  <a:lnTo>
                    <a:pt x="8477433" y="6859"/>
                  </a:lnTo>
                  <a:lnTo>
                    <a:pt x="8477579" y="6859"/>
                  </a:lnTo>
                  <a:lnTo>
                    <a:pt x="8477724" y="6859"/>
                  </a:lnTo>
                  <a:lnTo>
                    <a:pt x="8477870" y="6859"/>
                  </a:lnTo>
                  <a:lnTo>
                    <a:pt x="8478015" y="6859"/>
                  </a:lnTo>
                  <a:lnTo>
                    <a:pt x="8478160" y="6859"/>
                  </a:lnTo>
                  <a:lnTo>
                    <a:pt x="8478160" y="6235"/>
                  </a:lnTo>
                  <a:lnTo>
                    <a:pt x="8478306" y="6235"/>
                  </a:lnTo>
                  <a:lnTo>
                    <a:pt x="8478451" y="6235"/>
                  </a:lnTo>
                  <a:lnTo>
                    <a:pt x="8478597" y="6235"/>
                  </a:lnTo>
                  <a:lnTo>
                    <a:pt x="8478742" y="6235"/>
                  </a:lnTo>
                  <a:lnTo>
                    <a:pt x="8478742" y="5612"/>
                  </a:lnTo>
                  <a:lnTo>
                    <a:pt x="8478742" y="4988"/>
                  </a:lnTo>
                  <a:lnTo>
                    <a:pt x="8478888" y="4988"/>
                  </a:lnTo>
                  <a:lnTo>
                    <a:pt x="8479033" y="4988"/>
                  </a:lnTo>
                  <a:lnTo>
                    <a:pt x="8479178" y="4988"/>
                  </a:lnTo>
                  <a:lnTo>
                    <a:pt x="8479324" y="4988"/>
                  </a:lnTo>
                  <a:lnTo>
                    <a:pt x="8479469" y="4988"/>
                  </a:lnTo>
                  <a:lnTo>
                    <a:pt x="8479615" y="4988"/>
                  </a:lnTo>
                  <a:lnTo>
                    <a:pt x="8479760" y="4988"/>
                  </a:lnTo>
                  <a:lnTo>
                    <a:pt x="8479906" y="4988"/>
                  </a:lnTo>
                  <a:lnTo>
                    <a:pt x="8480051" y="4988"/>
                  </a:lnTo>
                  <a:lnTo>
                    <a:pt x="8480196" y="4988"/>
                  </a:lnTo>
                  <a:lnTo>
                    <a:pt x="8480342" y="4988"/>
                  </a:lnTo>
                  <a:lnTo>
                    <a:pt x="8480487" y="4988"/>
                  </a:lnTo>
                  <a:lnTo>
                    <a:pt x="8480633" y="4988"/>
                  </a:lnTo>
                  <a:lnTo>
                    <a:pt x="8480778" y="4988"/>
                  </a:lnTo>
                  <a:lnTo>
                    <a:pt x="8480923" y="4988"/>
                  </a:lnTo>
                  <a:lnTo>
                    <a:pt x="8481069" y="4988"/>
                  </a:lnTo>
                  <a:lnTo>
                    <a:pt x="8481214" y="4988"/>
                  </a:lnTo>
                  <a:lnTo>
                    <a:pt x="8481360" y="4988"/>
                  </a:lnTo>
                  <a:lnTo>
                    <a:pt x="8481505" y="4988"/>
                  </a:lnTo>
                  <a:lnTo>
                    <a:pt x="8481651" y="4988"/>
                  </a:lnTo>
                  <a:lnTo>
                    <a:pt x="8481796" y="4988"/>
                  </a:lnTo>
                  <a:lnTo>
                    <a:pt x="8481941" y="4988"/>
                  </a:lnTo>
                  <a:lnTo>
                    <a:pt x="8482087" y="4988"/>
                  </a:lnTo>
                  <a:lnTo>
                    <a:pt x="8482232" y="4988"/>
                  </a:lnTo>
                  <a:lnTo>
                    <a:pt x="8482378" y="4988"/>
                  </a:lnTo>
                  <a:lnTo>
                    <a:pt x="8482523" y="4988"/>
                  </a:lnTo>
                  <a:lnTo>
                    <a:pt x="8482669" y="4988"/>
                  </a:lnTo>
                  <a:lnTo>
                    <a:pt x="8482814" y="4988"/>
                  </a:lnTo>
                  <a:lnTo>
                    <a:pt x="8482959" y="4988"/>
                  </a:lnTo>
                  <a:lnTo>
                    <a:pt x="8483105" y="4988"/>
                  </a:lnTo>
                  <a:lnTo>
                    <a:pt x="8483250" y="4988"/>
                  </a:lnTo>
                  <a:lnTo>
                    <a:pt x="8483396" y="4988"/>
                  </a:lnTo>
                  <a:lnTo>
                    <a:pt x="8483541" y="4988"/>
                  </a:lnTo>
                  <a:lnTo>
                    <a:pt x="8483687" y="4988"/>
                  </a:lnTo>
                  <a:lnTo>
                    <a:pt x="8483832" y="4988"/>
                  </a:lnTo>
                  <a:lnTo>
                    <a:pt x="8483977" y="4988"/>
                  </a:lnTo>
                  <a:lnTo>
                    <a:pt x="8484123" y="4988"/>
                  </a:lnTo>
                  <a:lnTo>
                    <a:pt x="8484268" y="4988"/>
                  </a:lnTo>
                  <a:lnTo>
                    <a:pt x="8484414" y="4988"/>
                  </a:lnTo>
                  <a:lnTo>
                    <a:pt x="8484559" y="4988"/>
                  </a:lnTo>
                  <a:lnTo>
                    <a:pt x="8484705" y="4988"/>
                  </a:lnTo>
                  <a:lnTo>
                    <a:pt x="8484850" y="4988"/>
                  </a:lnTo>
                  <a:lnTo>
                    <a:pt x="8484995" y="4988"/>
                  </a:lnTo>
                  <a:lnTo>
                    <a:pt x="8485141" y="4988"/>
                  </a:lnTo>
                  <a:lnTo>
                    <a:pt x="8485286" y="4988"/>
                  </a:lnTo>
                  <a:lnTo>
                    <a:pt x="8485432" y="4988"/>
                  </a:lnTo>
                  <a:lnTo>
                    <a:pt x="8485577" y="4988"/>
                  </a:lnTo>
                  <a:lnTo>
                    <a:pt x="8485723" y="4988"/>
                  </a:lnTo>
                  <a:lnTo>
                    <a:pt x="8485868" y="4988"/>
                  </a:lnTo>
                  <a:lnTo>
                    <a:pt x="8486013" y="4988"/>
                  </a:lnTo>
                  <a:lnTo>
                    <a:pt x="8486159" y="4988"/>
                  </a:lnTo>
                  <a:lnTo>
                    <a:pt x="8486159" y="4365"/>
                  </a:lnTo>
                  <a:lnTo>
                    <a:pt x="8486304" y="4365"/>
                  </a:lnTo>
                  <a:lnTo>
                    <a:pt x="8486450" y="4365"/>
                  </a:lnTo>
                  <a:lnTo>
                    <a:pt x="8486450" y="3741"/>
                  </a:lnTo>
                  <a:lnTo>
                    <a:pt x="8486595" y="3741"/>
                  </a:lnTo>
                  <a:lnTo>
                    <a:pt x="8486741" y="3741"/>
                  </a:lnTo>
                  <a:lnTo>
                    <a:pt x="8486886" y="3741"/>
                  </a:lnTo>
                  <a:lnTo>
                    <a:pt x="8487031" y="3741"/>
                  </a:lnTo>
                  <a:lnTo>
                    <a:pt x="8487177" y="3741"/>
                  </a:lnTo>
                  <a:lnTo>
                    <a:pt x="8487177" y="3117"/>
                  </a:lnTo>
                  <a:lnTo>
                    <a:pt x="8487322" y="3117"/>
                  </a:lnTo>
                  <a:lnTo>
                    <a:pt x="8487468" y="3117"/>
                  </a:lnTo>
                  <a:lnTo>
                    <a:pt x="8487613" y="3117"/>
                  </a:lnTo>
                  <a:lnTo>
                    <a:pt x="8487758" y="3117"/>
                  </a:lnTo>
                  <a:lnTo>
                    <a:pt x="8487904" y="3117"/>
                  </a:lnTo>
                  <a:lnTo>
                    <a:pt x="8488049" y="3117"/>
                  </a:lnTo>
                  <a:lnTo>
                    <a:pt x="8488195" y="3117"/>
                  </a:lnTo>
                  <a:lnTo>
                    <a:pt x="8488340" y="3117"/>
                  </a:lnTo>
                  <a:lnTo>
                    <a:pt x="8488486" y="3117"/>
                  </a:lnTo>
                  <a:lnTo>
                    <a:pt x="8488631" y="3117"/>
                  </a:lnTo>
                  <a:lnTo>
                    <a:pt x="8488776" y="3117"/>
                  </a:lnTo>
                  <a:lnTo>
                    <a:pt x="8488922" y="3117"/>
                  </a:lnTo>
                  <a:lnTo>
                    <a:pt x="8489067" y="3117"/>
                  </a:lnTo>
                  <a:lnTo>
                    <a:pt x="8489213" y="3117"/>
                  </a:lnTo>
                  <a:lnTo>
                    <a:pt x="8489358" y="3117"/>
                  </a:lnTo>
                  <a:lnTo>
                    <a:pt x="8489504" y="3117"/>
                  </a:lnTo>
                  <a:lnTo>
                    <a:pt x="8489649" y="3117"/>
                  </a:lnTo>
                  <a:lnTo>
                    <a:pt x="8489794" y="3117"/>
                  </a:lnTo>
                  <a:lnTo>
                    <a:pt x="8489940" y="3117"/>
                  </a:lnTo>
                  <a:lnTo>
                    <a:pt x="8490085" y="3117"/>
                  </a:lnTo>
                  <a:lnTo>
                    <a:pt x="8490231" y="3117"/>
                  </a:lnTo>
                  <a:lnTo>
                    <a:pt x="8490376" y="3117"/>
                  </a:lnTo>
                  <a:lnTo>
                    <a:pt x="8490522" y="3117"/>
                  </a:lnTo>
                  <a:lnTo>
                    <a:pt x="8490667" y="3117"/>
                  </a:lnTo>
                  <a:lnTo>
                    <a:pt x="8490812" y="3117"/>
                  </a:lnTo>
                  <a:lnTo>
                    <a:pt x="8490958" y="3117"/>
                  </a:lnTo>
                  <a:lnTo>
                    <a:pt x="8491103" y="3117"/>
                  </a:lnTo>
                  <a:lnTo>
                    <a:pt x="8491249" y="3117"/>
                  </a:lnTo>
                  <a:lnTo>
                    <a:pt x="8491394" y="3117"/>
                  </a:lnTo>
                  <a:lnTo>
                    <a:pt x="8491540" y="3117"/>
                  </a:lnTo>
                  <a:lnTo>
                    <a:pt x="8491685" y="3117"/>
                  </a:lnTo>
                  <a:lnTo>
                    <a:pt x="8491830" y="3117"/>
                  </a:lnTo>
                  <a:lnTo>
                    <a:pt x="8491976" y="3117"/>
                  </a:lnTo>
                  <a:lnTo>
                    <a:pt x="8492121" y="3117"/>
                  </a:lnTo>
                  <a:lnTo>
                    <a:pt x="8492121" y="2494"/>
                  </a:lnTo>
                  <a:lnTo>
                    <a:pt x="8492267" y="2494"/>
                  </a:lnTo>
                  <a:lnTo>
                    <a:pt x="8492412" y="2494"/>
                  </a:lnTo>
                  <a:lnTo>
                    <a:pt x="8492558" y="2494"/>
                  </a:lnTo>
                  <a:lnTo>
                    <a:pt x="8492703" y="2494"/>
                  </a:lnTo>
                  <a:lnTo>
                    <a:pt x="8492848" y="2494"/>
                  </a:lnTo>
                  <a:lnTo>
                    <a:pt x="8492994" y="2494"/>
                  </a:lnTo>
                  <a:lnTo>
                    <a:pt x="8493139" y="2494"/>
                  </a:lnTo>
                  <a:lnTo>
                    <a:pt x="8493285" y="2494"/>
                  </a:lnTo>
                  <a:lnTo>
                    <a:pt x="8493430" y="2494"/>
                  </a:lnTo>
                  <a:lnTo>
                    <a:pt x="8493575" y="2494"/>
                  </a:lnTo>
                  <a:lnTo>
                    <a:pt x="8493721" y="2494"/>
                  </a:lnTo>
                  <a:lnTo>
                    <a:pt x="8493866" y="2494"/>
                  </a:lnTo>
                  <a:lnTo>
                    <a:pt x="8494012" y="2494"/>
                  </a:lnTo>
                  <a:lnTo>
                    <a:pt x="8494157" y="2494"/>
                  </a:lnTo>
                  <a:lnTo>
                    <a:pt x="8494303" y="2494"/>
                  </a:lnTo>
                  <a:lnTo>
                    <a:pt x="8494448" y="2494"/>
                  </a:lnTo>
                  <a:lnTo>
                    <a:pt x="8494593" y="2494"/>
                  </a:lnTo>
                  <a:lnTo>
                    <a:pt x="8494739" y="2494"/>
                  </a:lnTo>
                  <a:lnTo>
                    <a:pt x="8494739" y="1870"/>
                  </a:lnTo>
                  <a:lnTo>
                    <a:pt x="8494884" y="1870"/>
                  </a:lnTo>
                  <a:lnTo>
                    <a:pt x="8495030" y="1870"/>
                  </a:lnTo>
                  <a:lnTo>
                    <a:pt x="8495175" y="1870"/>
                  </a:lnTo>
                  <a:lnTo>
                    <a:pt x="8495321" y="1870"/>
                  </a:lnTo>
                  <a:lnTo>
                    <a:pt x="8495466" y="1870"/>
                  </a:lnTo>
                  <a:lnTo>
                    <a:pt x="8495611" y="1870"/>
                  </a:lnTo>
                  <a:lnTo>
                    <a:pt x="8495757" y="1870"/>
                  </a:lnTo>
                  <a:lnTo>
                    <a:pt x="8495902" y="1870"/>
                  </a:lnTo>
                  <a:lnTo>
                    <a:pt x="8496048" y="1870"/>
                  </a:lnTo>
                  <a:lnTo>
                    <a:pt x="8496193" y="1870"/>
                  </a:lnTo>
                  <a:lnTo>
                    <a:pt x="8496339" y="1870"/>
                  </a:lnTo>
                  <a:lnTo>
                    <a:pt x="8496339" y="1247"/>
                  </a:lnTo>
                  <a:lnTo>
                    <a:pt x="8496484" y="1247"/>
                  </a:lnTo>
                  <a:lnTo>
                    <a:pt x="8496629" y="1247"/>
                  </a:lnTo>
                  <a:lnTo>
                    <a:pt x="8496775" y="1247"/>
                  </a:lnTo>
                  <a:lnTo>
                    <a:pt x="8496775" y="623"/>
                  </a:lnTo>
                  <a:lnTo>
                    <a:pt x="8496920" y="623"/>
                  </a:lnTo>
                  <a:lnTo>
                    <a:pt x="8497066" y="623"/>
                  </a:lnTo>
                  <a:lnTo>
                    <a:pt x="8497211" y="623"/>
                  </a:lnTo>
                  <a:lnTo>
                    <a:pt x="8497357" y="623"/>
                  </a:lnTo>
                  <a:lnTo>
                    <a:pt x="8497502" y="623"/>
                  </a:lnTo>
                  <a:lnTo>
                    <a:pt x="8497647" y="623"/>
                  </a:lnTo>
                  <a:lnTo>
                    <a:pt x="8497793" y="623"/>
                  </a:lnTo>
                  <a:lnTo>
                    <a:pt x="8497938" y="623"/>
                  </a:lnTo>
                  <a:lnTo>
                    <a:pt x="8498084" y="623"/>
                  </a:lnTo>
                  <a:lnTo>
                    <a:pt x="8498229" y="623"/>
                  </a:lnTo>
                  <a:lnTo>
                    <a:pt x="8498375" y="623"/>
                  </a:lnTo>
                  <a:lnTo>
                    <a:pt x="8498520" y="623"/>
                  </a:lnTo>
                  <a:lnTo>
                    <a:pt x="8498665" y="623"/>
                  </a:lnTo>
                  <a:lnTo>
                    <a:pt x="8498811" y="623"/>
                  </a:lnTo>
                  <a:lnTo>
                    <a:pt x="8498956" y="623"/>
                  </a:lnTo>
                  <a:lnTo>
                    <a:pt x="8499102" y="623"/>
                  </a:lnTo>
                  <a:lnTo>
                    <a:pt x="8499247" y="623"/>
                  </a:lnTo>
                  <a:lnTo>
                    <a:pt x="8499393" y="623"/>
                  </a:lnTo>
                  <a:lnTo>
                    <a:pt x="8499538" y="623"/>
                  </a:lnTo>
                  <a:lnTo>
                    <a:pt x="8499683" y="623"/>
                  </a:lnTo>
                  <a:lnTo>
                    <a:pt x="8499829" y="623"/>
                  </a:lnTo>
                  <a:lnTo>
                    <a:pt x="8499974" y="623"/>
                  </a:lnTo>
                  <a:lnTo>
                    <a:pt x="8500120" y="623"/>
                  </a:lnTo>
                  <a:lnTo>
                    <a:pt x="8500120" y="0"/>
                  </a:lnTo>
                  <a:lnTo>
                    <a:pt x="8500120" y="0"/>
                  </a:lnTo>
                  <a:lnTo>
                    <a:pt x="8500265" y="0"/>
                  </a:lnTo>
                  <a:lnTo>
                    <a:pt x="8500410" y="0"/>
                  </a:lnTo>
                  <a:lnTo>
                    <a:pt x="8500556" y="0"/>
                  </a:lnTo>
                  <a:lnTo>
                    <a:pt x="8500701" y="0"/>
                  </a:lnTo>
                  <a:lnTo>
                    <a:pt x="8500847" y="0"/>
                  </a:lnTo>
                  <a:lnTo>
                    <a:pt x="8500992" y="0"/>
                  </a:lnTo>
                  <a:lnTo>
                    <a:pt x="8501138" y="0"/>
                  </a:lnTo>
                  <a:lnTo>
                    <a:pt x="8501283" y="0"/>
                  </a:lnTo>
                  <a:lnTo>
                    <a:pt x="8501428" y="0"/>
                  </a:lnTo>
                  <a:lnTo>
                    <a:pt x="8501574" y="0"/>
                  </a:lnTo>
                  <a:lnTo>
                    <a:pt x="8501719" y="0"/>
                  </a:lnTo>
                  <a:lnTo>
                    <a:pt x="8501865" y="0"/>
                  </a:lnTo>
                  <a:lnTo>
                    <a:pt x="8502010" y="0"/>
                  </a:lnTo>
                  <a:lnTo>
                    <a:pt x="8502156" y="0"/>
                  </a:lnTo>
                  <a:lnTo>
                    <a:pt x="8502301" y="0"/>
                  </a:lnTo>
                  <a:lnTo>
                    <a:pt x="850244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17504" y="4633556"/>
              <a:ext cx="1163034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87093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09039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87093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09039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87093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09039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87093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09039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76138" y="4765827"/>
              <a:ext cx="36365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76138" y="4985283"/>
              <a:ext cx="734811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TyG-ABSI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76138" y="5204739"/>
              <a:ext cx="336773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AIP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76138" y="5424195"/>
              <a:ext cx="684154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METS-IR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252" y="6340585"/>
                  </a:lnTo>
                  <a:lnTo>
                    <a:pt x="378" y="6340585"/>
                  </a:lnTo>
                  <a:lnTo>
                    <a:pt x="505" y="6340585"/>
                  </a:lnTo>
                  <a:lnTo>
                    <a:pt x="631" y="6340585"/>
                  </a:lnTo>
                  <a:lnTo>
                    <a:pt x="757" y="6340585"/>
                  </a:lnTo>
                  <a:lnTo>
                    <a:pt x="883" y="6340585"/>
                  </a:lnTo>
                  <a:lnTo>
                    <a:pt x="1010" y="6340585"/>
                  </a:lnTo>
                  <a:lnTo>
                    <a:pt x="1136" y="6340585"/>
                  </a:lnTo>
                  <a:lnTo>
                    <a:pt x="1262" y="6340585"/>
                  </a:lnTo>
                  <a:lnTo>
                    <a:pt x="1388" y="6340585"/>
                  </a:lnTo>
                  <a:lnTo>
                    <a:pt x="1515" y="6340585"/>
                  </a:lnTo>
                  <a:lnTo>
                    <a:pt x="1641" y="6340585"/>
                  </a:lnTo>
                  <a:lnTo>
                    <a:pt x="1767" y="6340585"/>
                  </a:lnTo>
                  <a:lnTo>
                    <a:pt x="1893" y="6340585"/>
                  </a:lnTo>
                  <a:lnTo>
                    <a:pt x="2020" y="6340585"/>
                  </a:lnTo>
                  <a:lnTo>
                    <a:pt x="2146" y="6340585"/>
                  </a:lnTo>
                  <a:lnTo>
                    <a:pt x="2272" y="6340585"/>
                  </a:lnTo>
                  <a:lnTo>
                    <a:pt x="2398" y="6340585"/>
                  </a:lnTo>
                  <a:lnTo>
                    <a:pt x="2525" y="6340585"/>
                  </a:lnTo>
                  <a:lnTo>
                    <a:pt x="2651" y="6340585"/>
                  </a:lnTo>
                  <a:lnTo>
                    <a:pt x="2777" y="6340585"/>
                  </a:lnTo>
                  <a:lnTo>
                    <a:pt x="2903" y="6340585"/>
                  </a:lnTo>
                  <a:lnTo>
                    <a:pt x="3030" y="6340585"/>
                  </a:lnTo>
                  <a:lnTo>
                    <a:pt x="3156" y="6340585"/>
                  </a:lnTo>
                  <a:lnTo>
                    <a:pt x="3282" y="6340585"/>
                  </a:lnTo>
                  <a:lnTo>
                    <a:pt x="3408" y="6340585"/>
                  </a:lnTo>
                  <a:lnTo>
                    <a:pt x="3535" y="6340585"/>
                  </a:lnTo>
                  <a:lnTo>
                    <a:pt x="3661" y="6340585"/>
                  </a:lnTo>
                  <a:lnTo>
                    <a:pt x="3787" y="6340585"/>
                  </a:lnTo>
                  <a:lnTo>
                    <a:pt x="3913" y="6340585"/>
                  </a:lnTo>
                  <a:lnTo>
                    <a:pt x="4040" y="6340585"/>
                  </a:lnTo>
                  <a:lnTo>
                    <a:pt x="4166" y="6340585"/>
                  </a:lnTo>
                  <a:lnTo>
                    <a:pt x="4292" y="6340585"/>
                  </a:lnTo>
                  <a:lnTo>
                    <a:pt x="4418" y="6340585"/>
                  </a:lnTo>
                  <a:lnTo>
                    <a:pt x="4545" y="6340585"/>
                  </a:lnTo>
                  <a:lnTo>
                    <a:pt x="4671" y="6340585"/>
                  </a:lnTo>
                  <a:lnTo>
                    <a:pt x="4797" y="6340585"/>
                  </a:lnTo>
                  <a:lnTo>
                    <a:pt x="4923" y="6340585"/>
                  </a:lnTo>
                  <a:lnTo>
                    <a:pt x="5050" y="6340585"/>
                  </a:lnTo>
                  <a:lnTo>
                    <a:pt x="5176" y="6340585"/>
                  </a:lnTo>
                  <a:lnTo>
                    <a:pt x="5302" y="6340585"/>
                  </a:lnTo>
                  <a:lnTo>
                    <a:pt x="5429" y="6340585"/>
                  </a:lnTo>
                  <a:lnTo>
                    <a:pt x="5555" y="6340585"/>
                  </a:lnTo>
                  <a:lnTo>
                    <a:pt x="5681" y="6340585"/>
                  </a:lnTo>
                  <a:lnTo>
                    <a:pt x="5807" y="6340585"/>
                  </a:lnTo>
                  <a:lnTo>
                    <a:pt x="5934" y="6340585"/>
                  </a:lnTo>
                  <a:lnTo>
                    <a:pt x="6060" y="6340585"/>
                  </a:lnTo>
                  <a:lnTo>
                    <a:pt x="6186" y="6340585"/>
                  </a:lnTo>
                  <a:lnTo>
                    <a:pt x="6312" y="6340585"/>
                  </a:lnTo>
                  <a:lnTo>
                    <a:pt x="6439" y="6340585"/>
                  </a:lnTo>
                  <a:lnTo>
                    <a:pt x="6565" y="6340585"/>
                  </a:lnTo>
                  <a:lnTo>
                    <a:pt x="6691" y="6340585"/>
                  </a:lnTo>
                  <a:lnTo>
                    <a:pt x="6817" y="6340585"/>
                  </a:lnTo>
                  <a:lnTo>
                    <a:pt x="6944" y="6340585"/>
                  </a:lnTo>
                  <a:lnTo>
                    <a:pt x="7070" y="6340585"/>
                  </a:lnTo>
                  <a:lnTo>
                    <a:pt x="7196" y="6340585"/>
                  </a:lnTo>
                  <a:lnTo>
                    <a:pt x="7322" y="6340585"/>
                  </a:lnTo>
                  <a:lnTo>
                    <a:pt x="7449" y="6340585"/>
                  </a:lnTo>
                  <a:lnTo>
                    <a:pt x="7575" y="6340585"/>
                  </a:lnTo>
                  <a:lnTo>
                    <a:pt x="7701" y="6340585"/>
                  </a:lnTo>
                  <a:lnTo>
                    <a:pt x="7827" y="6340585"/>
                  </a:lnTo>
                  <a:lnTo>
                    <a:pt x="7954" y="6340585"/>
                  </a:lnTo>
                  <a:lnTo>
                    <a:pt x="8080" y="6340585"/>
                  </a:lnTo>
                  <a:lnTo>
                    <a:pt x="8206" y="6340585"/>
                  </a:lnTo>
                  <a:lnTo>
                    <a:pt x="8332" y="6340585"/>
                  </a:lnTo>
                  <a:lnTo>
                    <a:pt x="8459" y="6340585"/>
                  </a:lnTo>
                  <a:lnTo>
                    <a:pt x="8585" y="6340585"/>
                  </a:lnTo>
                  <a:lnTo>
                    <a:pt x="8711" y="6340585"/>
                  </a:lnTo>
                  <a:lnTo>
                    <a:pt x="8837" y="6340585"/>
                  </a:lnTo>
                  <a:lnTo>
                    <a:pt x="8964" y="6340585"/>
                  </a:lnTo>
                  <a:lnTo>
                    <a:pt x="9090" y="6340585"/>
                  </a:lnTo>
                  <a:lnTo>
                    <a:pt x="9216" y="6340585"/>
                  </a:lnTo>
                  <a:lnTo>
                    <a:pt x="9342" y="6340585"/>
                  </a:lnTo>
                  <a:lnTo>
                    <a:pt x="9469" y="6340585"/>
                  </a:lnTo>
                  <a:lnTo>
                    <a:pt x="9595" y="6340585"/>
                  </a:lnTo>
                  <a:lnTo>
                    <a:pt x="9721" y="6340585"/>
                  </a:lnTo>
                  <a:lnTo>
                    <a:pt x="9847" y="6340585"/>
                  </a:lnTo>
                  <a:lnTo>
                    <a:pt x="9974" y="6340585"/>
                  </a:lnTo>
                  <a:lnTo>
                    <a:pt x="10100" y="6340585"/>
                  </a:lnTo>
                  <a:lnTo>
                    <a:pt x="10226" y="6340585"/>
                  </a:lnTo>
                  <a:lnTo>
                    <a:pt x="10353" y="6340585"/>
                  </a:lnTo>
                  <a:lnTo>
                    <a:pt x="10479" y="6340585"/>
                  </a:lnTo>
                  <a:lnTo>
                    <a:pt x="10605" y="6340585"/>
                  </a:lnTo>
                  <a:lnTo>
                    <a:pt x="10731" y="6340585"/>
                  </a:lnTo>
                  <a:lnTo>
                    <a:pt x="10858" y="6340585"/>
                  </a:lnTo>
                  <a:lnTo>
                    <a:pt x="10984" y="6340585"/>
                  </a:lnTo>
                  <a:lnTo>
                    <a:pt x="11110" y="6340585"/>
                  </a:lnTo>
                  <a:lnTo>
                    <a:pt x="11236" y="6340585"/>
                  </a:lnTo>
                  <a:lnTo>
                    <a:pt x="11363" y="6340585"/>
                  </a:lnTo>
                  <a:lnTo>
                    <a:pt x="11489" y="6340585"/>
                  </a:lnTo>
                  <a:lnTo>
                    <a:pt x="11615" y="6340585"/>
                  </a:lnTo>
                  <a:lnTo>
                    <a:pt x="11741" y="6340585"/>
                  </a:lnTo>
                  <a:lnTo>
                    <a:pt x="11868" y="6340585"/>
                  </a:lnTo>
                  <a:lnTo>
                    <a:pt x="11994" y="6340585"/>
                  </a:lnTo>
                  <a:lnTo>
                    <a:pt x="12120" y="6340585"/>
                  </a:lnTo>
                  <a:lnTo>
                    <a:pt x="12246" y="6340585"/>
                  </a:lnTo>
                  <a:lnTo>
                    <a:pt x="12373" y="6340585"/>
                  </a:lnTo>
                  <a:lnTo>
                    <a:pt x="12499" y="6340585"/>
                  </a:lnTo>
                  <a:lnTo>
                    <a:pt x="12625" y="6340585"/>
                  </a:lnTo>
                  <a:lnTo>
                    <a:pt x="12751" y="6340585"/>
                  </a:lnTo>
                  <a:lnTo>
                    <a:pt x="12878" y="6340585"/>
                  </a:lnTo>
                  <a:lnTo>
                    <a:pt x="13004" y="6340585"/>
                  </a:lnTo>
                  <a:lnTo>
                    <a:pt x="13130" y="6340585"/>
                  </a:lnTo>
                  <a:lnTo>
                    <a:pt x="13256" y="6340585"/>
                  </a:lnTo>
                  <a:lnTo>
                    <a:pt x="13383" y="6340585"/>
                  </a:lnTo>
                  <a:lnTo>
                    <a:pt x="13509" y="6340585"/>
                  </a:lnTo>
                  <a:lnTo>
                    <a:pt x="13635" y="6340585"/>
                  </a:lnTo>
                  <a:lnTo>
                    <a:pt x="13761" y="6340585"/>
                  </a:lnTo>
                  <a:lnTo>
                    <a:pt x="13888" y="6340585"/>
                  </a:lnTo>
                  <a:lnTo>
                    <a:pt x="14014" y="6340585"/>
                  </a:lnTo>
                  <a:lnTo>
                    <a:pt x="14140" y="6340585"/>
                  </a:lnTo>
                  <a:lnTo>
                    <a:pt x="14266" y="6340585"/>
                  </a:lnTo>
                  <a:lnTo>
                    <a:pt x="14393" y="6340585"/>
                  </a:lnTo>
                  <a:lnTo>
                    <a:pt x="14519" y="6340585"/>
                  </a:lnTo>
                  <a:lnTo>
                    <a:pt x="14645" y="6340585"/>
                  </a:lnTo>
                  <a:lnTo>
                    <a:pt x="14771" y="6340585"/>
                  </a:lnTo>
                  <a:lnTo>
                    <a:pt x="14898" y="6340585"/>
                  </a:lnTo>
                  <a:lnTo>
                    <a:pt x="15024" y="6340585"/>
                  </a:lnTo>
                  <a:lnTo>
                    <a:pt x="15150" y="6340585"/>
                  </a:lnTo>
                  <a:lnTo>
                    <a:pt x="15276" y="6340585"/>
                  </a:lnTo>
                  <a:lnTo>
                    <a:pt x="15403" y="6340585"/>
                  </a:lnTo>
                  <a:lnTo>
                    <a:pt x="15529" y="6340585"/>
                  </a:lnTo>
                  <a:lnTo>
                    <a:pt x="15655" y="6340585"/>
                  </a:lnTo>
                  <a:lnTo>
                    <a:pt x="15782" y="6340585"/>
                  </a:lnTo>
                  <a:lnTo>
                    <a:pt x="15908" y="6340585"/>
                  </a:lnTo>
                  <a:lnTo>
                    <a:pt x="16034" y="6340585"/>
                  </a:lnTo>
                  <a:lnTo>
                    <a:pt x="16160" y="6340585"/>
                  </a:lnTo>
                  <a:lnTo>
                    <a:pt x="16287" y="6340585"/>
                  </a:lnTo>
                  <a:lnTo>
                    <a:pt x="16413" y="6340585"/>
                  </a:lnTo>
                  <a:lnTo>
                    <a:pt x="16539" y="6340585"/>
                  </a:lnTo>
                  <a:lnTo>
                    <a:pt x="16665" y="6340585"/>
                  </a:lnTo>
                  <a:lnTo>
                    <a:pt x="16792" y="6340585"/>
                  </a:lnTo>
                  <a:lnTo>
                    <a:pt x="16918" y="6340585"/>
                  </a:lnTo>
                  <a:lnTo>
                    <a:pt x="17044" y="6340585"/>
                  </a:lnTo>
                  <a:lnTo>
                    <a:pt x="17170" y="6340585"/>
                  </a:lnTo>
                  <a:lnTo>
                    <a:pt x="17297" y="6340585"/>
                  </a:lnTo>
                  <a:lnTo>
                    <a:pt x="17423" y="6340585"/>
                  </a:lnTo>
                  <a:lnTo>
                    <a:pt x="17549" y="6340585"/>
                  </a:lnTo>
                  <a:lnTo>
                    <a:pt x="17675" y="6340585"/>
                  </a:lnTo>
                  <a:lnTo>
                    <a:pt x="17802" y="6340585"/>
                  </a:lnTo>
                  <a:lnTo>
                    <a:pt x="17928" y="6340585"/>
                  </a:lnTo>
                  <a:lnTo>
                    <a:pt x="18054" y="6340585"/>
                  </a:lnTo>
                  <a:lnTo>
                    <a:pt x="18054" y="6335673"/>
                  </a:lnTo>
                  <a:lnTo>
                    <a:pt x="18180" y="6335673"/>
                  </a:lnTo>
                  <a:lnTo>
                    <a:pt x="18307" y="6335673"/>
                  </a:lnTo>
                  <a:lnTo>
                    <a:pt x="18433" y="6335673"/>
                  </a:lnTo>
                  <a:lnTo>
                    <a:pt x="18559" y="6335673"/>
                  </a:lnTo>
                  <a:lnTo>
                    <a:pt x="18685" y="6335673"/>
                  </a:lnTo>
                  <a:lnTo>
                    <a:pt x="18812" y="6335673"/>
                  </a:lnTo>
                  <a:lnTo>
                    <a:pt x="18938" y="6335673"/>
                  </a:lnTo>
                  <a:lnTo>
                    <a:pt x="19064" y="6335673"/>
                  </a:lnTo>
                  <a:lnTo>
                    <a:pt x="19190" y="6335673"/>
                  </a:lnTo>
                  <a:lnTo>
                    <a:pt x="19317" y="6335673"/>
                  </a:lnTo>
                  <a:lnTo>
                    <a:pt x="19443" y="6335673"/>
                  </a:lnTo>
                  <a:lnTo>
                    <a:pt x="19569" y="6335673"/>
                  </a:lnTo>
                  <a:lnTo>
                    <a:pt x="19695" y="6335673"/>
                  </a:lnTo>
                  <a:lnTo>
                    <a:pt x="19822" y="6335673"/>
                  </a:lnTo>
                  <a:lnTo>
                    <a:pt x="19948" y="6335673"/>
                  </a:lnTo>
                  <a:lnTo>
                    <a:pt x="20074" y="6335673"/>
                  </a:lnTo>
                  <a:lnTo>
                    <a:pt x="20200" y="6335673"/>
                  </a:lnTo>
                  <a:lnTo>
                    <a:pt x="20327" y="6335673"/>
                  </a:lnTo>
                  <a:lnTo>
                    <a:pt x="20453" y="6335673"/>
                  </a:lnTo>
                  <a:lnTo>
                    <a:pt x="20579" y="6335673"/>
                  </a:lnTo>
                  <a:lnTo>
                    <a:pt x="20706" y="6335673"/>
                  </a:lnTo>
                  <a:lnTo>
                    <a:pt x="20832" y="6335673"/>
                  </a:lnTo>
                  <a:lnTo>
                    <a:pt x="20958" y="6335673"/>
                  </a:lnTo>
                  <a:lnTo>
                    <a:pt x="21084" y="6335673"/>
                  </a:lnTo>
                  <a:lnTo>
                    <a:pt x="21211" y="6335673"/>
                  </a:lnTo>
                  <a:lnTo>
                    <a:pt x="21337" y="6335673"/>
                  </a:lnTo>
                  <a:lnTo>
                    <a:pt x="21463" y="6335673"/>
                  </a:lnTo>
                  <a:lnTo>
                    <a:pt x="21589" y="6335673"/>
                  </a:lnTo>
                  <a:lnTo>
                    <a:pt x="21716" y="6335673"/>
                  </a:lnTo>
                  <a:lnTo>
                    <a:pt x="21842" y="6335673"/>
                  </a:lnTo>
                  <a:lnTo>
                    <a:pt x="21968" y="6335673"/>
                  </a:lnTo>
                  <a:lnTo>
                    <a:pt x="22094" y="6335673"/>
                  </a:lnTo>
                  <a:lnTo>
                    <a:pt x="22221" y="6335673"/>
                  </a:lnTo>
                  <a:lnTo>
                    <a:pt x="22347" y="6335673"/>
                  </a:lnTo>
                  <a:lnTo>
                    <a:pt x="22473" y="6335673"/>
                  </a:lnTo>
                  <a:lnTo>
                    <a:pt x="22599" y="6335673"/>
                  </a:lnTo>
                  <a:lnTo>
                    <a:pt x="22726" y="6335673"/>
                  </a:lnTo>
                  <a:lnTo>
                    <a:pt x="22852" y="6335673"/>
                  </a:lnTo>
                  <a:lnTo>
                    <a:pt x="22978" y="6335673"/>
                  </a:lnTo>
                  <a:lnTo>
                    <a:pt x="23104" y="6335673"/>
                  </a:lnTo>
                  <a:lnTo>
                    <a:pt x="23231" y="6335673"/>
                  </a:lnTo>
                  <a:lnTo>
                    <a:pt x="23357" y="6335673"/>
                  </a:lnTo>
                  <a:lnTo>
                    <a:pt x="23483" y="6335673"/>
                  </a:lnTo>
                  <a:lnTo>
                    <a:pt x="23609" y="6335673"/>
                  </a:lnTo>
                  <a:lnTo>
                    <a:pt x="23736" y="6335673"/>
                  </a:lnTo>
                  <a:lnTo>
                    <a:pt x="23862" y="6335673"/>
                  </a:lnTo>
                  <a:lnTo>
                    <a:pt x="23988" y="6335673"/>
                  </a:lnTo>
                  <a:lnTo>
                    <a:pt x="24114" y="6335673"/>
                  </a:lnTo>
                  <a:lnTo>
                    <a:pt x="24241" y="6335673"/>
                  </a:lnTo>
                  <a:lnTo>
                    <a:pt x="24367" y="6335673"/>
                  </a:lnTo>
                  <a:lnTo>
                    <a:pt x="24493" y="6335673"/>
                  </a:lnTo>
                  <a:lnTo>
                    <a:pt x="24619" y="6335673"/>
                  </a:lnTo>
                  <a:lnTo>
                    <a:pt x="24746" y="6335673"/>
                  </a:lnTo>
                  <a:lnTo>
                    <a:pt x="24872" y="6335673"/>
                  </a:lnTo>
                  <a:lnTo>
                    <a:pt x="24998" y="6335673"/>
                  </a:lnTo>
                  <a:lnTo>
                    <a:pt x="25124" y="6335673"/>
                  </a:lnTo>
                  <a:lnTo>
                    <a:pt x="25251" y="6335673"/>
                  </a:lnTo>
                  <a:lnTo>
                    <a:pt x="25377" y="6335673"/>
                  </a:lnTo>
                  <a:lnTo>
                    <a:pt x="25503" y="6335673"/>
                  </a:lnTo>
                  <a:lnTo>
                    <a:pt x="25629" y="6335673"/>
                  </a:lnTo>
                  <a:lnTo>
                    <a:pt x="25756" y="6335673"/>
                  </a:lnTo>
                  <a:lnTo>
                    <a:pt x="25882" y="6335673"/>
                  </a:lnTo>
                  <a:lnTo>
                    <a:pt x="26135" y="6335673"/>
                  </a:lnTo>
                  <a:lnTo>
                    <a:pt x="26261" y="6335673"/>
                  </a:lnTo>
                  <a:lnTo>
                    <a:pt x="26261" y="6330762"/>
                  </a:lnTo>
                  <a:lnTo>
                    <a:pt x="26387" y="6330762"/>
                  </a:lnTo>
                  <a:lnTo>
                    <a:pt x="26513" y="6330762"/>
                  </a:lnTo>
                  <a:lnTo>
                    <a:pt x="26640" y="6330762"/>
                  </a:lnTo>
                  <a:lnTo>
                    <a:pt x="26766" y="6330762"/>
                  </a:lnTo>
                  <a:lnTo>
                    <a:pt x="26892" y="6330762"/>
                  </a:lnTo>
                  <a:lnTo>
                    <a:pt x="27018" y="6330762"/>
                  </a:lnTo>
                  <a:lnTo>
                    <a:pt x="27145" y="6330762"/>
                  </a:lnTo>
                  <a:lnTo>
                    <a:pt x="27271" y="6330762"/>
                  </a:lnTo>
                  <a:lnTo>
                    <a:pt x="27397" y="6330762"/>
                  </a:lnTo>
                  <a:lnTo>
                    <a:pt x="27523" y="6330762"/>
                  </a:lnTo>
                  <a:lnTo>
                    <a:pt x="27776" y="6330762"/>
                  </a:lnTo>
                  <a:lnTo>
                    <a:pt x="27902" y="6330762"/>
                  </a:lnTo>
                  <a:lnTo>
                    <a:pt x="28028" y="6330762"/>
                  </a:lnTo>
                  <a:lnTo>
                    <a:pt x="28155" y="6330762"/>
                  </a:lnTo>
                  <a:lnTo>
                    <a:pt x="28407" y="6330762"/>
                  </a:lnTo>
                  <a:lnTo>
                    <a:pt x="28533" y="6330762"/>
                  </a:lnTo>
                  <a:lnTo>
                    <a:pt x="28660" y="6330762"/>
                  </a:lnTo>
                  <a:lnTo>
                    <a:pt x="28786" y="6330762"/>
                  </a:lnTo>
                  <a:lnTo>
                    <a:pt x="28912" y="6330762"/>
                  </a:lnTo>
                  <a:lnTo>
                    <a:pt x="29038" y="6330762"/>
                  </a:lnTo>
                  <a:lnTo>
                    <a:pt x="29165" y="6330762"/>
                  </a:lnTo>
                  <a:lnTo>
                    <a:pt x="29291" y="6330762"/>
                  </a:lnTo>
                  <a:lnTo>
                    <a:pt x="29417" y="6330762"/>
                  </a:lnTo>
                  <a:lnTo>
                    <a:pt x="29543" y="6330762"/>
                  </a:lnTo>
                  <a:lnTo>
                    <a:pt x="29670" y="6330762"/>
                  </a:lnTo>
                  <a:lnTo>
                    <a:pt x="29796" y="6330762"/>
                  </a:lnTo>
                  <a:lnTo>
                    <a:pt x="29922" y="6330762"/>
                  </a:lnTo>
                  <a:lnTo>
                    <a:pt x="30048" y="6330762"/>
                  </a:lnTo>
                  <a:lnTo>
                    <a:pt x="30175" y="6330762"/>
                  </a:lnTo>
                  <a:lnTo>
                    <a:pt x="30301" y="6330762"/>
                  </a:lnTo>
                  <a:lnTo>
                    <a:pt x="30427" y="6330762"/>
                  </a:lnTo>
                  <a:lnTo>
                    <a:pt x="30553" y="6330762"/>
                  </a:lnTo>
                  <a:lnTo>
                    <a:pt x="30680" y="6330762"/>
                  </a:lnTo>
                  <a:lnTo>
                    <a:pt x="30806" y="6330762"/>
                  </a:lnTo>
                  <a:lnTo>
                    <a:pt x="30806" y="6325850"/>
                  </a:lnTo>
                  <a:lnTo>
                    <a:pt x="30932" y="6325850"/>
                  </a:lnTo>
                  <a:lnTo>
                    <a:pt x="31059" y="6325850"/>
                  </a:lnTo>
                  <a:lnTo>
                    <a:pt x="31185" y="6325850"/>
                  </a:lnTo>
                  <a:lnTo>
                    <a:pt x="31311" y="6325850"/>
                  </a:lnTo>
                  <a:lnTo>
                    <a:pt x="31437" y="6325850"/>
                  </a:lnTo>
                  <a:lnTo>
                    <a:pt x="31564" y="6325850"/>
                  </a:lnTo>
                  <a:lnTo>
                    <a:pt x="31690" y="6325850"/>
                  </a:lnTo>
                  <a:lnTo>
                    <a:pt x="31816" y="6325850"/>
                  </a:lnTo>
                  <a:lnTo>
                    <a:pt x="31942" y="6325850"/>
                  </a:lnTo>
                  <a:lnTo>
                    <a:pt x="32069" y="6325850"/>
                  </a:lnTo>
                  <a:lnTo>
                    <a:pt x="32195" y="6325850"/>
                  </a:lnTo>
                  <a:lnTo>
                    <a:pt x="32447" y="6325850"/>
                  </a:lnTo>
                  <a:lnTo>
                    <a:pt x="32574" y="6325850"/>
                  </a:lnTo>
                  <a:lnTo>
                    <a:pt x="32700" y="6325850"/>
                  </a:lnTo>
                  <a:lnTo>
                    <a:pt x="32826" y="6325850"/>
                  </a:lnTo>
                  <a:lnTo>
                    <a:pt x="32952" y="6325850"/>
                  </a:lnTo>
                  <a:lnTo>
                    <a:pt x="33079" y="6325850"/>
                  </a:lnTo>
                  <a:lnTo>
                    <a:pt x="33205" y="6325850"/>
                  </a:lnTo>
                  <a:lnTo>
                    <a:pt x="33331" y="6325850"/>
                  </a:lnTo>
                  <a:lnTo>
                    <a:pt x="33457" y="6325850"/>
                  </a:lnTo>
                  <a:lnTo>
                    <a:pt x="33584" y="6325850"/>
                  </a:lnTo>
                  <a:lnTo>
                    <a:pt x="33710" y="6325850"/>
                  </a:lnTo>
                  <a:lnTo>
                    <a:pt x="33836" y="6325850"/>
                  </a:lnTo>
                  <a:lnTo>
                    <a:pt x="33962" y="6325850"/>
                  </a:lnTo>
                  <a:lnTo>
                    <a:pt x="34089" y="6325850"/>
                  </a:lnTo>
                  <a:lnTo>
                    <a:pt x="34215" y="6325850"/>
                  </a:lnTo>
                  <a:lnTo>
                    <a:pt x="34341" y="6325850"/>
                  </a:lnTo>
                  <a:lnTo>
                    <a:pt x="34467" y="6325850"/>
                  </a:lnTo>
                  <a:lnTo>
                    <a:pt x="34594" y="6325850"/>
                  </a:lnTo>
                  <a:lnTo>
                    <a:pt x="34720" y="6325850"/>
                  </a:lnTo>
                  <a:lnTo>
                    <a:pt x="34846" y="6325850"/>
                  </a:lnTo>
                  <a:lnTo>
                    <a:pt x="34972" y="6325850"/>
                  </a:lnTo>
                  <a:lnTo>
                    <a:pt x="35099" y="6325850"/>
                  </a:lnTo>
                  <a:lnTo>
                    <a:pt x="35225" y="6325850"/>
                  </a:lnTo>
                  <a:lnTo>
                    <a:pt x="35351" y="6325850"/>
                  </a:lnTo>
                  <a:lnTo>
                    <a:pt x="35477" y="6325850"/>
                  </a:lnTo>
                  <a:lnTo>
                    <a:pt x="35604" y="6325850"/>
                  </a:lnTo>
                  <a:lnTo>
                    <a:pt x="35730" y="6325850"/>
                  </a:lnTo>
                  <a:lnTo>
                    <a:pt x="35856" y="6325850"/>
                  </a:lnTo>
                  <a:lnTo>
                    <a:pt x="35982" y="6325850"/>
                  </a:lnTo>
                  <a:lnTo>
                    <a:pt x="36109" y="6325850"/>
                  </a:lnTo>
                  <a:lnTo>
                    <a:pt x="36235" y="6325850"/>
                  </a:lnTo>
                  <a:lnTo>
                    <a:pt x="36361" y="6325850"/>
                  </a:lnTo>
                  <a:lnTo>
                    <a:pt x="36488" y="6325850"/>
                  </a:lnTo>
                  <a:lnTo>
                    <a:pt x="36614" y="6325850"/>
                  </a:lnTo>
                  <a:lnTo>
                    <a:pt x="36740" y="6325850"/>
                  </a:lnTo>
                  <a:lnTo>
                    <a:pt x="36866" y="6325850"/>
                  </a:lnTo>
                  <a:lnTo>
                    <a:pt x="36993" y="6325850"/>
                  </a:lnTo>
                  <a:lnTo>
                    <a:pt x="37119" y="6325850"/>
                  </a:lnTo>
                  <a:lnTo>
                    <a:pt x="37245" y="6325850"/>
                  </a:lnTo>
                  <a:lnTo>
                    <a:pt x="37371" y="6325850"/>
                  </a:lnTo>
                  <a:lnTo>
                    <a:pt x="37498" y="6325850"/>
                  </a:lnTo>
                  <a:lnTo>
                    <a:pt x="37624" y="6325850"/>
                  </a:lnTo>
                  <a:lnTo>
                    <a:pt x="37876" y="6325850"/>
                  </a:lnTo>
                  <a:lnTo>
                    <a:pt x="38129" y="6325850"/>
                  </a:lnTo>
                  <a:lnTo>
                    <a:pt x="38255" y="6325850"/>
                  </a:lnTo>
                  <a:lnTo>
                    <a:pt x="38381" y="6325850"/>
                  </a:lnTo>
                  <a:lnTo>
                    <a:pt x="38508" y="6325850"/>
                  </a:lnTo>
                  <a:lnTo>
                    <a:pt x="38634" y="6325850"/>
                  </a:lnTo>
                  <a:lnTo>
                    <a:pt x="38760" y="6325850"/>
                  </a:lnTo>
                  <a:lnTo>
                    <a:pt x="38886" y="6325850"/>
                  </a:lnTo>
                  <a:lnTo>
                    <a:pt x="39013" y="6325850"/>
                  </a:lnTo>
                  <a:lnTo>
                    <a:pt x="39139" y="6325850"/>
                  </a:lnTo>
                  <a:lnTo>
                    <a:pt x="39265" y="6325850"/>
                  </a:lnTo>
                  <a:lnTo>
                    <a:pt x="39391" y="6325850"/>
                  </a:lnTo>
                  <a:lnTo>
                    <a:pt x="39518" y="6325850"/>
                  </a:lnTo>
                  <a:lnTo>
                    <a:pt x="39644" y="6325850"/>
                  </a:lnTo>
                  <a:lnTo>
                    <a:pt x="39770" y="6325850"/>
                  </a:lnTo>
                  <a:lnTo>
                    <a:pt x="39896" y="6325850"/>
                  </a:lnTo>
                  <a:lnTo>
                    <a:pt x="40023" y="6325850"/>
                  </a:lnTo>
                  <a:lnTo>
                    <a:pt x="40149" y="6325850"/>
                  </a:lnTo>
                  <a:lnTo>
                    <a:pt x="40275" y="6325850"/>
                  </a:lnTo>
                  <a:lnTo>
                    <a:pt x="40401" y="6325850"/>
                  </a:lnTo>
                  <a:lnTo>
                    <a:pt x="40528" y="6325850"/>
                  </a:lnTo>
                  <a:lnTo>
                    <a:pt x="40654" y="6325850"/>
                  </a:lnTo>
                  <a:lnTo>
                    <a:pt x="40780" y="6325850"/>
                  </a:lnTo>
                  <a:lnTo>
                    <a:pt x="40906" y="6325850"/>
                  </a:lnTo>
                  <a:lnTo>
                    <a:pt x="41033" y="6325850"/>
                  </a:lnTo>
                  <a:lnTo>
                    <a:pt x="41159" y="6325850"/>
                  </a:lnTo>
                  <a:lnTo>
                    <a:pt x="41285" y="6325850"/>
                  </a:lnTo>
                  <a:lnTo>
                    <a:pt x="41412" y="6325850"/>
                  </a:lnTo>
                  <a:lnTo>
                    <a:pt x="41538" y="6325850"/>
                  </a:lnTo>
                  <a:lnTo>
                    <a:pt x="41664" y="6325850"/>
                  </a:lnTo>
                  <a:lnTo>
                    <a:pt x="41790" y="6325850"/>
                  </a:lnTo>
                  <a:lnTo>
                    <a:pt x="41917" y="6325850"/>
                  </a:lnTo>
                  <a:lnTo>
                    <a:pt x="42043" y="6325850"/>
                  </a:lnTo>
                  <a:lnTo>
                    <a:pt x="42169" y="6325850"/>
                  </a:lnTo>
                  <a:lnTo>
                    <a:pt x="42295" y="6325850"/>
                  </a:lnTo>
                  <a:lnTo>
                    <a:pt x="42422" y="6325850"/>
                  </a:lnTo>
                  <a:lnTo>
                    <a:pt x="42548" y="6325850"/>
                  </a:lnTo>
                  <a:lnTo>
                    <a:pt x="42674" y="6325850"/>
                  </a:lnTo>
                  <a:lnTo>
                    <a:pt x="42800" y="6325850"/>
                  </a:lnTo>
                  <a:lnTo>
                    <a:pt x="42927" y="6325850"/>
                  </a:lnTo>
                  <a:lnTo>
                    <a:pt x="43053" y="6325850"/>
                  </a:lnTo>
                  <a:lnTo>
                    <a:pt x="43179" y="6325850"/>
                  </a:lnTo>
                  <a:lnTo>
                    <a:pt x="43305" y="6325850"/>
                  </a:lnTo>
                  <a:lnTo>
                    <a:pt x="43432" y="6325850"/>
                  </a:lnTo>
                  <a:lnTo>
                    <a:pt x="43558" y="6325850"/>
                  </a:lnTo>
                  <a:lnTo>
                    <a:pt x="43684" y="6325850"/>
                  </a:lnTo>
                  <a:lnTo>
                    <a:pt x="43810" y="6325850"/>
                  </a:lnTo>
                  <a:lnTo>
                    <a:pt x="43937" y="6325850"/>
                  </a:lnTo>
                  <a:lnTo>
                    <a:pt x="44063" y="6325850"/>
                  </a:lnTo>
                  <a:lnTo>
                    <a:pt x="44189" y="6325850"/>
                  </a:lnTo>
                  <a:lnTo>
                    <a:pt x="44315" y="6325850"/>
                  </a:lnTo>
                  <a:lnTo>
                    <a:pt x="44442" y="6325850"/>
                  </a:lnTo>
                  <a:lnTo>
                    <a:pt x="44568" y="6325850"/>
                  </a:lnTo>
                  <a:lnTo>
                    <a:pt x="44568" y="6320939"/>
                  </a:lnTo>
                  <a:lnTo>
                    <a:pt x="44694" y="6320939"/>
                  </a:lnTo>
                  <a:lnTo>
                    <a:pt x="44820" y="6320939"/>
                  </a:lnTo>
                  <a:lnTo>
                    <a:pt x="44947" y="6320939"/>
                  </a:lnTo>
                  <a:lnTo>
                    <a:pt x="45073" y="6320939"/>
                  </a:lnTo>
                  <a:lnTo>
                    <a:pt x="45199" y="6320939"/>
                  </a:lnTo>
                  <a:lnTo>
                    <a:pt x="45325" y="6320939"/>
                  </a:lnTo>
                  <a:lnTo>
                    <a:pt x="45452" y="6320939"/>
                  </a:lnTo>
                  <a:lnTo>
                    <a:pt x="45578" y="6320939"/>
                  </a:lnTo>
                  <a:lnTo>
                    <a:pt x="45704" y="6320939"/>
                  </a:lnTo>
                  <a:lnTo>
                    <a:pt x="45830" y="6320939"/>
                  </a:lnTo>
                  <a:lnTo>
                    <a:pt x="45957" y="6320939"/>
                  </a:lnTo>
                  <a:lnTo>
                    <a:pt x="46083" y="6320939"/>
                  </a:lnTo>
                  <a:lnTo>
                    <a:pt x="46209" y="6320939"/>
                  </a:lnTo>
                  <a:lnTo>
                    <a:pt x="46335" y="6320939"/>
                  </a:lnTo>
                  <a:lnTo>
                    <a:pt x="46462" y="6320939"/>
                  </a:lnTo>
                  <a:lnTo>
                    <a:pt x="46588" y="6320939"/>
                  </a:lnTo>
                  <a:lnTo>
                    <a:pt x="46714" y="6320939"/>
                  </a:lnTo>
                  <a:lnTo>
                    <a:pt x="46841" y="6320939"/>
                  </a:lnTo>
                  <a:lnTo>
                    <a:pt x="46967" y="6320939"/>
                  </a:lnTo>
                  <a:lnTo>
                    <a:pt x="47093" y="6320939"/>
                  </a:lnTo>
                  <a:lnTo>
                    <a:pt x="47219" y="6320939"/>
                  </a:lnTo>
                  <a:lnTo>
                    <a:pt x="47346" y="6320939"/>
                  </a:lnTo>
                  <a:lnTo>
                    <a:pt x="47472" y="6320939"/>
                  </a:lnTo>
                  <a:lnTo>
                    <a:pt x="47598" y="6320939"/>
                  </a:lnTo>
                  <a:lnTo>
                    <a:pt x="47724" y="6320939"/>
                  </a:lnTo>
                  <a:lnTo>
                    <a:pt x="47851" y="6320939"/>
                  </a:lnTo>
                  <a:lnTo>
                    <a:pt x="47977" y="6320939"/>
                  </a:lnTo>
                  <a:lnTo>
                    <a:pt x="48103" y="6320939"/>
                  </a:lnTo>
                  <a:lnTo>
                    <a:pt x="48229" y="6320939"/>
                  </a:lnTo>
                  <a:lnTo>
                    <a:pt x="48356" y="6320939"/>
                  </a:lnTo>
                  <a:lnTo>
                    <a:pt x="48482" y="6320939"/>
                  </a:lnTo>
                  <a:lnTo>
                    <a:pt x="48608" y="6320939"/>
                  </a:lnTo>
                  <a:lnTo>
                    <a:pt x="48734" y="6320939"/>
                  </a:lnTo>
                  <a:lnTo>
                    <a:pt x="48861" y="6320939"/>
                  </a:lnTo>
                  <a:lnTo>
                    <a:pt x="48987" y="6320939"/>
                  </a:lnTo>
                  <a:lnTo>
                    <a:pt x="49113" y="6320939"/>
                  </a:lnTo>
                  <a:lnTo>
                    <a:pt x="49239" y="6320939"/>
                  </a:lnTo>
                  <a:lnTo>
                    <a:pt x="49366" y="6320939"/>
                  </a:lnTo>
                  <a:lnTo>
                    <a:pt x="49492" y="6320939"/>
                  </a:lnTo>
                  <a:lnTo>
                    <a:pt x="49618" y="6320939"/>
                  </a:lnTo>
                  <a:lnTo>
                    <a:pt x="49744" y="6320939"/>
                  </a:lnTo>
                  <a:lnTo>
                    <a:pt x="49871" y="6320939"/>
                  </a:lnTo>
                  <a:lnTo>
                    <a:pt x="49997" y="6320939"/>
                  </a:lnTo>
                  <a:lnTo>
                    <a:pt x="50123" y="6320939"/>
                  </a:lnTo>
                  <a:lnTo>
                    <a:pt x="50249" y="6320939"/>
                  </a:lnTo>
                  <a:lnTo>
                    <a:pt x="50376" y="6320939"/>
                  </a:lnTo>
                  <a:lnTo>
                    <a:pt x="50502" y="6320939"/>
                  </a:lnTo>
                  <a:lnTo>
                    <a:pt x="50628" y="6320939"/>
                  </a:lnTo>
                  <a:lnTo>
                    <a:pt x="50754" y="6320939"/>
                  </a:lnTo>
                  <a:lnTo>
                    <a:pt x="50881" y="6320939"/>
                  </a:lnTo>
                  <a:lnTo>
                    <a:pt x="51007" y="6320939"/>
                  </a:lnTo>
                  <a:lnTo>
                    <a:pt x="51133" y="6320939"/>
                  </a:lnTo>
                  <a:lnTo>
                    <a:pt x="51259" y="6320939"/>
                  </a:lnTo>
                  <a:lnTo>
                    <a:pt x="51386" y="6320939"/>
                  </a:lnTo>
                  <a:lnTo>
                    <a:pt x="51512" y="6320939"/>
                  </a:lnTo>
                  <a:lnTo>
                    <a:pt x="51638" y="6320939"/>
                  </a:lnTo>
                  <a:lnTo>
                    <a:pt x="51765" y="6320939"/>
                  </a:lnTo>
                  <a:lnTo>
                    <a:pt x="51891" y="6320939"/>
                  </a:lnTo>
                  <a:lnTo>
                    <a:pt x="52017" y="6320939"/>
                  </a:lnTo>
                  <a:lnTo>
                    <a:pt x="52143" y="6320939"/>
                  </a:lnTo>
                  <a:lnTo>
                    <a:pt x="52270" y="6320939"/>
                  </a:lnTo>
                  <a:lnTo>
                    <a:pt x="52396" y="6320939"/>
                  </a:lnTo>
                  <a:lnTo>
                    <a:pt x="52522" y="6320939"/>
                  </a:lnTo>
                  <a:lnTo>
                    <a:pt x="52648" y="6316028"/>
                  </a:lnTo>
                  <a:lnTo>
                    <a:pt x="52775" y="6316028"/>
                  </a:lnTo>
                  <a:lnTo>
                    <a:pt x="52901" y="6316028"/>
                  </a:lnTo>
                  <a:lnTo>
                    <a:pt x="53153" y="6316028"/>
                  </a:lnTo>
                  <a:lnTo>
                    <a:pt x="53280" y="6316028"/>
                  </a:lnTo>
                  <a:lnTo>
                    <a:pt x="53406" y="6316028"/>
                  </a:lnTo>
                  <a:lnTo>
                    <a:pt x="53532" y="6316028"/>
                  </a:lnTo>
                  <a:lnTo>
                    <a:pt x="53658" y="6316028"/>
                  </a:lnTo>
                  <a:lnTo>
                    <a:pt x="53785" y="6316028"/>
                  </a:lnTo>
                  <a:lnTo>
                    <a:pt x="53911" y="6316028"/>
                  </a:lnTo>
                  <a:lnTo>
                    <a:pt x="54037" y="6316028"/>
                  </a:lnTo>
                  <a:lnTo>
                    <a:pt x="54163" y="6316028"/>
                  </a:lnTo>
                  <a:lnTo>
                    <a:pt x="54290" y="6316028"/>
                  </a:lnTo>
                  <a:lnTo>
                    <a:pt x="54416" y="6316028"/>
                  </a:lnTo>
                  <a:lnTo>
                    <a:pt x="54542" y="6316028"/>
                  </a:lnTo>
                  <a:lnTo>
                    <a:pt x="54668" y="6316028"/>
                  </a:lnTo>
                  <a:lnTo>
                    <a:pt x="54795" y="6316028"/>
                  </a:lnTo>
                  <a:lnTo>
                    <a:pt x="54921" y="6316028"/>
                  </a:lnTo>
                  <a:lnTo>
                    <a:pt x="55047" y="6316028"/>
                  </a:lnTo>
                  <a:lnTo>
                    <a:pt x="55300" y="6316028"/>
                  </a:lnTo>
                  <a:lnTo>
                    <a:pt x="55426" y="6316028"/>
                  </a:lnTo>
                  <a:lnTo>
                    <a:pt x="55552" y="6316028"/>
                  </a:lnTo>
                  <a:lnTo>
                    <a:pt x="55678" y="6316028"/>
                  </a:lnTo>
                  <a:lnTo>
                    <a:pt x="55805" y="6316028"/>
                  </a:lnTo>
                  <a:lnTo>
                    <a:pt x="55931" y="6316028"/>
                  </a:lnTo>
                  <a:lnTo>
                    <a:pt x="56057" y="6316028"/>
                  </a:lnTo>
                  <a:lnTo>
                    <a:pt x="56183" y="6316028"/>
                  </a:lnTo>
                  <a:lnTo>
                    <a:pt x="56310" y="6316028"/>
                  </a:lnTo>
                  <a:lnTo>
                    <a:pt x="56436" y="6316028"/>
                  </a:lnTo>
                  <a:lnTo>
                    <a:pt x="56562" y="6316028"/>
                  </a:lnTo>
                  <a:lnTo>
                    <a:pt x="56688" y="6316028"/>
                  </a:lnTo>
                  <a:lnTo>
                    <a:pt x="56815" y="6316028"/>
                  </a:lnTo>
                  <a:lnTo>
                    <a:pt x="56941" y="6316028"/>
                  </a:lnTo>
                  <a:lnTo>
                    <a:pt x="57067" y="6316028"/>
                  </a:lnTo>
                  <a:lnTo>
                    <a:pt x="57194" y="6316028"/>
                  </a:lnTo>
                  <a:lnTo>
                    <a:pt x="57194" y="6311116"/>
                  </a:lnTo>
                  <a:lnTo>
                    <a:pt x="57320" y="6311116"/>
                  </a:lnTo>
                  <a:lnTo>
                    <a:pt x="57446" y="6311116"/>
                  </a:lnTo>
                  <a:lnTo>
                    <a:pt x="57572" y="6311116"/>
                  </a:lnTo>
                  <a:lnTo>
                    <a:pt x="57699" y="6311116"/>
                  </a:lnTo>
                  <a:lnTo>
                    <a:pt x="57825" y="6311116"/>
                  </a:lnTo>
                  <a:lnTo>
                    <a:pt x="57951" y="6311116"/>
                  </a:lnTo>
                  <a:lnTo>
                    <a:pt x="58077" y="6311116"/>
                  </a:lnTo>
                  <a:lnTo>
                    <a:pt x="58204" y="6311116"/>
                  </a:lnTo>
                  <a:lnTo>
                    <a:pt x="58330" y="6311116"/>
                  </a:lnTo>
                  <a:lnTo>
                    <a:pt x="58456" y="6311116"/>
                  </a:lnTo>
                  <a:lnTo>
                    <a:pt x="58582" y="6311116"/>
                  </a:lnTo>
                  <a:lnTo>
                    <a:pt x="58709" y="6311116"/>
                  </a:lnTo>
                  <a:lnTo>
                    <a:pt x="58835" y="6311116"/>
                  </a:lnTo>
                  <a:lnTo>
                    <a:pt x="58961" y="6311116"/>
                  </a:lnTo>
                  <a:lnTo>
                    <a:pt x="59087" y="6311116"/>
                  </a:lnTo>
                  <a:lnTo>
                    <a:pt x="59214" y="6311116"/>
                  </a:lnTo>
                  <a:lnTo>
                    <a:pt x="59340" y="6311116"/>
                  </a:lnTo>
                  <a:lnTo>
                    <a:pt x="59466" y="6311116"/>
                  </a:lnTo>
                  <a:lnTo>
                    <a:pt x="59592" y="6311116"/>
                  </a:lnTo>
                  <a:lnTo>
                    <a:pt x="59719" y="6311116"/>
                  </a:lnTo>
                  <a:lnTo>
                    <a:pt x="59845" y="6311116"/>
                  </a:lnTo>
                  <a:lnTo>
                    <a:pt x="59971" y="6311116"/>
                  </a:lnTo>
                  <a:lnTo>
                    <a:pt x="60097" y="6311116"/>
                  </a:lnTo>
                  <a:lnTo>
                    <a:pt x="60350" y="6311116"/>
                  </a:lnTo>
                  <a:lnTo>
                    <a:pt x="60476" y="6311116"/>
                  </a:lnTo>
                  <a:lnTo>
                    <a:pt x="60602" y="6311116"/>
                  </a:lnTo>
                  <a:lnTo>
                    <a:pt x="60729" y="6311116"/>
                  </a:lnTo>
                  <a:lnTo>
                    <a:pt x="60855" y="6311116"/>
                  </a:lnTo>
                  <a:lnTo>
                    <a:pt x="60981" y="6311116"/>
                  </a:lnTo>
                  <a:lnTo>
                    <a:pt x="61107" y="6311116"/>
                  </a:lnTo>
                  <a:lnTo>
                    <a:pt x="61234" y="6311116"/>
                  </a:lnTo>
                  <a:lnTo>
                    <a:pt x="61360" y="6311116"/>
                  </a:lnTo>
                  <a:lnTo>
                    <a:pt x="61486" y="6311116"/>
                  </a:lnTo>
                  <a:lnTo>
                    <a:pt x="61486" y="6306205"/>
                  </a:lnTo>
                  <a:lnTo>
                    <a:pt x="61612" y="6306205"/>
                  </a:lnTo>
                  <a:lnTo>
                    <a:pt x="61739" y="6306205"/>
                  </a:lnTo>
                  <a:lnTo>
                    <a:pt x="61739" y="6301294"/>
                  </a:lnTo>
                  <a:lnTo>
                    <a:pt x="61865" y="6301294"/>
                  </a:lnTo>
                  <a:lnTo>
                    <a:pt x="61991" y="6301294"/>
                  </a:lnTo>
                  <a:lnTo>
                    <a:pt x="62118" y="6301294"/>
                  </a:lnTo>
                  <a:lnTo>
                    <a:pt x="62244" y="6301294"/>
                  </a:lnTo>
                  <a:lnTo>
                    <a:pt x="62370" y="6301294"/>
                  </a:lnTo>
                  <a:lnTo>
                    <a:pt x="62496" y="6301294"/>
                  </a:lnTo>
                  <a:lnTo>
                    <a:pt x="62623" y="6301294"/>
                  </a:lnTo>
                  <a:lnTo>
                    <a:pt x="62875" y="6301294"/>
                  </a:lnTo>
                  <a:lnTo>
                    <a:pt x="63128" y="6301294"/>
                  </a:lnTo>
                  <a:lnTo>
                    <a:pt x="63254" y="6301294"/>
                  </a:lnTo>
                  <a:lnTo>
                    <a:pt x="63380" y="6301294"/>
                  </a:lnTo>
                  <a:lnTo>
                    <a:pt x="63506" y="6301294"/>
                  </a:lnTo>
                  <a:lnTo>
                    <a:pt x="63633" y="6301294"/>
                  </a:lnTo>
                  <a:lnTo>
                    <a:pt x="63759" y="6301294"/>
                  </a:lnTo>
                  <a:lnTo>
                    <a:pt x="63885" y="6301294"/>
                  </a:lnTo>
                  <a:lnTo>
                    <a:pt x="64138" y="6301294"/>
                  </a:lnTo>
                  <a:lnTo>
                    <a:pt x="64264" y="6301294"/>
                  </a:lnTo>
                  <a:lnTo>
                    <a:pt x="64390" y="6301294"/>
                  </a:lnTo>
                  <a:lnTo>
                    <a:pt x="64516" y="6301294"/>
                  </a:lnTo>
                  <a:lnTo>
                    <a:pt x="64643" y="6301294"/>
                  </a:lnTo>
                  <a:lnTo>
                    <a:pt x="64769" y="6301294"/>
                  </a:lnTo>
                  <a:lnTo>
                    <a:pt x="64895" y="6301294"/>
                  </a:lnTo>
                  <a:lnTo>
                    <a:pt x="65021" y="6301294"/>
                  </a:lnTo>
                  <a:lnTo>
                    <a:pt x="65148" y="6301294"/>
                  </a:lnTo>
                  <a:lnTo>
                    <a:pt x="65274" y="6301294"/>
                  </a:lnTo>
                  <a:lnTo>
                    <a:pt x="65400" y="6301294"/>
                  </a:lnTo>
                  <a:lnTo>
                    <a:pt x="65526" y="6301294"/>
                  </a:lnTo>
                  <a:lnTo>
                    <a:pt x="65653" y="6301294"/>
                  </a:lnTo>
                  <a:lnTo>
                    <a:pt x="65779" y="6301294"/>
                  </a:lnTo>
                  <a:lnTo>
                    <a:pt x="65905" y="6301294"/>
                  </a:lnTo>
                  <a:lnTo>
                    <a:pt x="65905" y="6296382"/>
                  </a:lnTo>
                  <a:lnTo>
                    <a:pt x="66031" y="6296382"/>
                  </a:lnTo>
                  <a:lnTo>
                    <a:pt x="66158" y="6296382"/>
                  </a:lnTo>
                  <a:lnTo>
                    <a:pt x="66284" y="6296382"/>
                  </a:lnTo>
                  <a:lnTo>
                    <a:pt x="66536" y="6296382"/>
                  </a:lnTo>
                  <a:lnTo>
                    <a:pt x="66789" y="6296382"/>
                  </a:lnTo>
                  <a:lnTo>
                    <a:pt x="66915" y="6296382"/>
                  </a:lnTo>
                  <a:lnTo>
                    <a:pt x="67042" y="6296382"/>
                  </a:lnTo>
                  <a:lnTo>
                    <a:pt x="67168" y="6296382"/>
                  </a:lnTo>
                  <a:lnTo>
                    <a:pt x="67294" y="6296382"/>
                  </a:lnTo>
                  <a:lnTo>
                    <a:pt x="67420" y="6296382"/>
                  </a:lnTo>
                  <a:lnTo>
                    <a:pt x="67547" y="6296382"/>
                  </a:lnTo>
                  <a:lnTo>
                    <a:pt x="67673" y="6296382"/>
                  </a:lnTo>
                  <a:lnTo>
                    <a:pt x="67799" y="6296382"/>
                  </a:lnTo>
                  <a:lnTo>
                    <a:pt x="67925" y="6296382"/>
                  </a:lnTo>
                  <a:lnTo>
                    <a:pt x="68052" y="6296382"/>
                  </a:lnTo>
                  <a:lnTo>
                    <a:pt x="68178" y="6296382"/>
                  </a:lnTo>
                  <a:lnTo>
                    <a:pt x="68304" y="6296382"/>
                  </a:lnTo>
                  <a:lnTo>
                    <a:pt x="68430" y="6296382"/>
                  </a:lnTo>
                  <a:lnTo>
                    <a:pt x="68557" y="6296382"/>
                  </a:lnTo>
                  <a:lnTo>
                    <a:pt x="68683" y="6296382"/>
                  </a:lnTo>
                  <a:lnTo>
                    <a:pt x="68809" y="6296382"/>
                  </a:lnTo>
                  <a:lnTo>
                    <a:pt x="68935" y="6296382"/>
                  </a:lnTo>
                  <a:lnTo>
                    <a:pt x="69062" y="6296382"/>
                  </a:lnTo>
                  <a:lnTo>
                    <a:pt x="69188" y="6296382"/>
                  </a:lnTo>
                  <a:lnTo>
                    <a:pt x="69314" y="6296382"/>
                  </a:lnTo>
                  <a:lnTo>
                    <a:pt x="69440" y="6296382"/>
                  </a:lnTo>
                  <a:lnTo>
                    <a:pt x="69567" y="6296382"/>
                  </a:lnTo>
                  <a:lnTo>
                    <a:pt x="69819" y="6296382"/>
                  </a:lnTo>
                  <a:lnTo>
                    <a:pt x="69945" y="6296382"/>
                  </a:lnTo>
                  <a:lnTo>
                    <a:pt x="70072" y="6296382"/>
                  </a:lnTo>
                  <a:lnTo>
                    <a:pt x="70198" y="6296382"/>
                  </a:lnTo>
                  <a:lnTo>
                    <a:pt x="70324" y="6296382"/>
                  </a:lnTo>
                  <a:lnTo>
                    <a:pt x="70450" y="6296382"/>
                  </a:lnTo>
                  <a:lnTo>
                    <a:pt x="70703" y="6296382"/>
                  </a:lnTo>
                  <a:lnTo>
                    <a:pt x="70955" y="6296382"/>
                  </a:lnTo>
                  <a:lnTo>
                    <a:pt x="71082" y="6296382"/>
                  </a:lnTo>
                  <a:lnTo>
                    <a:pt x="71208" y="6296382"/>
                  </a:lnTo>
                  <a:lnTo>
                    <a:pt x="71334" y="6296382"/>
                  </a:lnTo>
                  <a:lnTo>
                    <a:pt x="71460" y="6296382"/>
                  </a:lnTo>
                  <a:lnTo>
                    <a:pt x="71587" y="6296382"/>
                  </a:lnTo>
                  <a:lnTo>
                    <a:pt x="71713" y="6296382"/>
                  </a:lnTo>
                  <a:lnTo>
                    <a:pt x="71839" y="6296382"/>
                  </a:lnTo>
                  <a:lnTo>
                    <a:pt x="71965" y="6296382"/>
                  </a:lnTo>
                  <a:lnTo>
                    <a:pt x="72092" y="6296382"/>
                  </a:lnTo>
                  <a:lnTo>
                    <a:pt x="72218" y="6296382"/>
                  </a:lnTo>
                  <a:lnTo>
                    <a:pt x="72344" y="6296382"/>
                  </a:lnTo>
                  <a:lnTo>
                    <a:pt x="72471" y="6296382"/>
                  </a:lnTo>
                  <a:lnTo>
                    <a:pt x="72597" y="6296382"/>
                  </a:lnTo>
                  <a:lnTo>
                    <a:pt x="72723" y="6296382"/>
                  </a:lnTo>
                  <a:lnTo>
                    <a:pt x="72849" y="6296382"/>
                  </a:lnTo>
                  <a:lnTo>
                    <a:pt x="72976" y="6296382"/>
                  </a:lnTo>
                  <a:lnTo>
                    <a:pt x="73102" y="6296382"/>
                  </a:lnTo>
                  <a:lnTo>
                    <a:pt x="73228" y="6296382"/>
                  </a:lnTo>
                  <a:lnTo>
                    <a:pt x="73354" y="6296382"/>
                  </a:lnTo>
                  <a:lnTo>
                    <a:pt x="73481" y="6296382"/>
                  </a:lnTo>
                  <a:lnTo>
                    <a:pt x="73607" y="6296382"/>
                  </a:lnTo>
                  <a:lnTo>
                    <a:pt x="73733" y="6296382"/>
                  </a:lnTo>
                  <a:lnTo>
                    <a:pt x="73859" y="6296382"/>
                  </a:lnTo>
                  <a:lnTo>
                    <a:pt x="73986" y="6296382"/>
                  </a:lnTo>
                  <a:lnTo>
                    <a:pt x="74112" y="6296382"/>
                  </a:lnTo>
                  <a:lnTo>
                    <a:pt x="74238" y="6296382"/>
                  </a:lnTo>
                  <a:lnTo>
                    <a:pt x="74364" y="6296382"/>
                  </a:lnTo>
                  <a:lnTo>
                    <a:pt x="74491" y="6296382"/>
                  </a:lnTo>
                  <a:lnTo>
                    <a:pt x="74617" y="6296382"/>
                  </a:lnTo>
                  <a:lnTo>
                    <a:pt x="74743" y="6296382"/>
                  </a:lnTo>
                  <a:lnTo>
                    <a:pt x="74869" y="6296382"/>
                  </a:lnTo>
                  <a:lnTo>
                    <a:pt x="74996" y="6296382"/>
                  </a:lnTo>
                  <a:lnTo>
                    <a:pt x="75248" y="6296382"/>
                  </a:lnTo>
                  <a:lnTo>
                    <a:pt x="75374" y="6296382"/>
                  </a:lnTo>
                  <a:lnTo>
                    <a:pt x="75501" y="6296382"/>
                  </a:lnTo>
                  <a:lnTo>
                    <a:pt x="75627" y="6296382"/>
                  </a:lnTo>
                  <a:lnTo>
                    <a:pt x="75753" y="6296382"/>
                  </a:lnTo>
                  <a:lnTo>
                    <a:pt x="75879" y="6296382"/>
                  </a:lnTo>
                  <a:lnTo>
                    <a:pt x="76006" y="6296382"/>
                  </a:lnTo>
                  <a:lnTo>
                    <a:pt x="76132" y="6296382"/>
                  </a:lnTo>
                  <a:lnTo>
                    <a:pt x="76258" y="6296382"/>
                  </a:lnTo>
                  <a:lnTo>
                    <a:pt x="76384" y="6296382"/>
                  </a:lnTo>
                  <a:lnTo>
                    <a:pt x="76384" y="6291471"/>
                  </a:lnTo>
                  <a:lnTo>
                    <a:pt x="76511" y="6291471"/>
                  </a:lnTo>
                  <a:lnTo>
                    <a:pt x="76637" y="6291471"/>
                  </a:lnTo>
                  <a:lnTo>
                    <a:pt x="76763" y="6291471"/>
                  </a:lnTo>
                  <a:lnTo>
                    <a:pt x="76889" y="6291471"/>
                  </a:lnTo>
                  <a:lnTo>
                    <a:pt x="77016" y="6291471"/>
                  </a:lnTo>
                  <a:lnTo>
                    <a:pt x="77142" y="6291471"/>
                  </a:lnTo>
                  <a:lnTo>
                    <a:pt x="77268" y="6291471"/>
                  </a:lnTo>
                  <a:lnTo>
                    <a:pt x="77395" y="6291471"/>
                  </a:lnTo>
                  <a:lnTo>
                    <a:pt x="77521" y="6291471"/>
                  </a:lnTo>
                  <a:lnTo>
                    <a:pt x="77647" y="6291471"/>
                  </a:lnTo>
                  <a:lnTo>
                    <a:pt x="77773" y="6291471"/>
                  </a:lnTo>
                  <a:lnTo>
                    <a:pt x="77900" y="6291471"/>
                  </a:lnTo>
                  <a:lnTo>
                    <a:pt x="78026" y="6291471"/>
                  </a:lnTo>
                  <a:lnTo>
                    <a:pt x="78152" y="6291471"/>
                  </a:lnTo>
                  <a:lnTo>
                    <a:pt x="78278" y="6291471"/>
                  </a:lnTo>
                  <a:lnTo>
                    <a:pt x="78405" y="6291471"/>
                  </a:lnTo>
                  <a:lnTo>
                    <a:pt x="78531" y="6291471"/>
                  </a:lnTo>
                  <a:lnTo>
                    <a:pt x="78657" y="6291471"/>
                  </a:lnTo>
                  <a:lnTo>
                    <a:pt x="78783" y="6291471"/>
                  </a:lnTo>
                  <a:lnTo>
                    <a:pt x="78910" y="6291471"/>
                  </a:lnTo>
                  <a:lnTo>
                    <a:pt x="79036" y="6291471"/>
                  </a:lnTo>
                  <a:lnTo>
                    <a:pt x="79162" y="6291471"/>
                  </a:lnTo>
                  <a:lnTo>
                    <a:pt x="79288" y="6291471"/>
                  </a:lnTo>
                  <a:lnTo>
                    <a:pt x="79415" y="6291471"/>
                  </a:lnTo>
                  <a:lnTo>
                    <a:pt x="79541" y="6291471"/>
                  </a:lnTo>
                  <a:lnTo>
                    <a:pt x="79667" y="6291471"/>
                  </a:lnTo>
                  <a:lnTo>
                    <a:pt x="79793" y="6291471"/>
                  </a:lnTo>
                  <a:lnTo>
                    <a:pt x="79793" y="6286559"/>
                  </a:lnTo>
                  <a:lnTo>
                    <a:pt x="79920" y="6286559"/>
                  </a:lnTo>
                  <a:lnTo>
                    <a:pt x="80046" y="6286559"/>
                  </a:lnTo>
                  <a:lnTo>
                    <a:pt x="80172" y="6286559"/>
                  </a:lnTo>
                  <a:lnTo>
                    <a:pt x="80298" y="6286559"/>
                  </a:lnTo>
                  <a:lnTo>
                    <a:pt x="80425" y="6286559"/>
                  </a:lnTo>
                  <a:lnTo>
                    <a:pt x="80551" y="6286559"/>
                  </a:lnTo>
                  <a:lnTo>
                    <a:pt x="80677" y="6286559"/>
                  </a:lnTo>
                  <a:lnTo>
                    <a:pt x="80803" y="6286559"/>
                  </a:lnTo>
                  <a:lnTo>
                    <a:pt x="80930" y="6286559"/>
                  </a:lnTo>
                  <a:lnTo>
                    <a:pt x="81056" y="6286559"/>
                  </a:lnTo>
                  <a:lnTo>
                    <a:pt x="81182" y="6286559"/>
                  </a:lnTo>
                  <a:lnTo>
                    <a:pt x="81308" y="6286559"/>
                  </a:lnTo>
                  <a:lnTo>
                    <a:pt x="81435" y="6286559"/>
                  </a:lnTo>
                  <a:lnTo>
                    <a:pt x="81561" y="6286559"/>
                  </a:lnTo>
                  <a:lnTo>
                    <a:pt x="81687" y="6286559"/>
                  </a:lnTo>
                  <a:lnTo>
                    <a:pt x="81813" y="6286559"/>
                  </a:lnTo>
                  <a:lnTo>
                    <a:pt x="81940" y="6286559"/>
                  </a:lnTo>
                  <a:lnTo>
                    <a:pt x="82066" y="6286559"/>
                  </a:lnTo>
                  <a:lnTo>
                    <a:pt x="82192" y="6286559"/>
                  </a:lnTo>
                  <a:lnTo>
                    <a:pt x="82318" y="6286559"/>
                  </a:lnTo>
                  <a:lnTo>
                    <a:pt x="82445" y="6286559"/>
                  </a:lnTo>
                  <a:lnTo>
                    <a:pt x="82571" y="6286559"/>
                  </a:lnTo>
                  <a:lnTo>
                    <a:pt x="82697" y="6286559"/>
                  </a:lnTo>
                  <a:lnTo>
                    <a:pt x="82824" y="6286559"/>
                  </a:lnTo>
                  <a:lnTo>
                    <a:pt x="82950" y="6286559"/>
                  </a:lnTo>
                  <a:lnTo>
                    <a:pt x="83076" y="6286559"/>
                  </a:lnTo>
                  <a:lnTo>
                    <a:pt x="83202" y="6286559"/>
                  </a:lnTo>
                  <a:lnTo>
                    <a:pt x="83329" y="6286559"/>
                  </a:lnTo>
                  <a:lnTo>
                    <a:pt x="83455" y="6286559"/>
                  </a:lnTo>
                  <a:lnTo>
                    <a:pt x="83581" y="6286559"/>
                  </a:lnTo>
                  <a:lnTo>
                    <a:pt x="83707" y="6286559"/>
                  </a:lnTo>
                  <a:lnTo>
                    <a:pt x="83834" y="6286559"/>
                  </a:lnTo>
                  <a:lnTo>
                    <a:pt x="83960" y="6286559"/>
                  </a:lnTo>
                  <a:lnTo>
                    <a:pt x="84086" y="6286559"/>
                  </a:lnTo>
                  <a:lnTo>
                    <a:pt x="84212" y="6286559"/>
                  </a:lnTo>
                  <a:lnTo>
                    <a:pt x="84339" y="6286559"/>
                  </a:lnTo>
                  <a:lnTo>
                    <a:pt x="84465" y="6286559"/>
                  </a:lnTo>
                  <a:lnTo>
                    <a:pt x="84591" y="6286559"/>
                  </a:lnTo>
                  <a:lnTo>
                    <a:pt x="84717" y="6286559"/>
                  </a:lnTo>
                  <a:lnTo>
                    <a:pt x="84844" y="6286559"/>
                  </a:lnTo>
                  <a:lnTo>
                    <a:pt x="84970" y="6286559"/>
                  </a:lnTo>
                  <a:lnTo>
                    <a:pt x="85096" y="6286559"/>
                  </a:lnTo>
                  <a:lnTo>
                    <a:pt x="85349" y="6286559"/>
                  </a:lnTo>
                  <a:lnTo>
                    <a:pt x="85475" y="6286559"/>
                  </a:lnTo>
                  <a:lnTo>
                    <a:pt x="85601" y="6286559"/>
                  </a:lnTo>
                  <a:lnTo>
                    <a:pt x="85727" y="6286559"/>
                  </a:lnTo>
                  <a:lnTo>
                    <a:pt x="85854" y="6286559"/>
                  </a:lnTo>
                  <a:lnTo>
                    <a:pt x="85980" y="6286559"/>
                  </a:lnTo>
                  <a:lnTo>
                    <a:pt x="86106" y="6286559"/>
                  </a:lnTo>
                  <a:lnTo>
                    <a:pt x="86232" y="6286559"/>
                  </a:lnTo>
                  <a:lnTo>
                    <a:pt x="86485" y="6286559"/>
                  </a:lnTo>
                  <a:lnTo>
                    <a:pt x="86611" y="6286559"/>
                  </a:lnTo>
                  <a:lnTo>
                    <a:pt x="86864" y="6286559"/>
                  </a:lnTo>
                  <a:lnTo>
                    <a:pt x="86990" y="6286559"/>
                  </a:lnTo>
                  <a:lnTo>
                    <a:pt x="87116" y="6286559"/>
                  </a:lnTo>
                  <a:lnTo>
                    <a:pt x="87242" y="6286559"/>
                  </a:lnTo>
                  <a:lnTo>
                    <a:pt x="87369" y="6286559"/>
                  </a:lnTo>
                  <a:lnTo>
                    <a:pt x="87495" y="6286559"/>
                  </a:lnTo>
                  <a:lnTo>
                    <a:pt x="87621" y="6286559"/>
                  </a:lnTo>
                  <a:lnTo>
                    <a:pt x="87748" y="6286559"/>
                  </a:lnTo>
                  <a:lnTo>
                    <a:pt x="87874" y="6286559"/>
                  </a:lnTo>
                  <a:lnTo>
                    <a:pt x="88000" y="6286559"/>
                  </a:lnTo>
                  <a:lnTo>
                    <a:pt x="88126" y="6286559"/>
                  </a:lnTo>
                  <a:lnTo>
                    <a:pt x="88253" y="6286559"/>
                  </a:lnTo>
                  <a:lnTo>
                    <a:pt x="88379" y="6286559"/>
                  </a:lnTo>
                  <a:lnTo>
                    <a:pt x="88505" y="6286559"/>
                  </a:lnTo>
                  <a:lnTo>
                    <a:pt x="88631" y="6286559"/>
                  </a:lnTo>
                  <a:lnTo>
                    <a:pt x="88758" y="6286559"/>
                  </a:lnTo>
                  <a:lnTo>
                    <a:pt x="88758" y="6281648"/>
                  </a:lnTo>
                  <a:lnTo>
                    <a:pt x="89010" y="6281648"/>
                  </a:lnTo>
                  <a:lnTo>
                    <a:pt x="89136" y="6281648"/>
                  </a:lnTo>
                  <a:lnTo>
                    <a:pt x="89263" y="6281648"/>
                  </a:lnTo>
                  <a:lnTo>
                    <a:pt x="89389" y="6281648"/>
                  </a:lnTo>
                  <a:lnTo>
                    <a:pt x="89641" y="6281648"/>
                  </a:lnTo>
                  <a:lnTo>
                    <a:pt x="89768" y="6281648"/>
                  </a:lnTo>
                  <a:lnTo>
                    <a:pt x="89894" y="6281648"/>
                  </a:lnTo>
                  <a:lnTo>
                    <a:pt x="90020" y="6281648"/>
                  </a:lnTo>
                  <a:lnTo>
                    <a:pt x="90146" y="6281648"/>
                  </a:lnTo>
                  <a:lnTo>
                    <a:pt x="90273" y="6281648"/>
                  </a:lnTo>
                  <a:lnTo>
                    <a:pt x="90399" y="6281648"/>
                  </a:lnTo>
                  <a:lnTo>
                    <a:pt x="90525" y="6281648"/>
                  </a:lnTo>
                  <a:lnTo>
                    <a:pt x="90651" y="6281648"/>
                  </a:lnTo>
                  <a:lnTo>
                    <a:pt x="90778" y="6281648"/>
                  </a:lnTo>
                  <a:lnTo>
                    <a:pt x="90904" y="6281648"/>
                  </a:lnTo>
                  <a:lnTo>
                    <a:pt x="91030" y="6281648"/>
                  </a:lnTo>
                  <a:lnTo>
                    <a:pt x="91156" y="6281648"/>
                  </a:lnTo>
                  <a:lnTo>
                    <a:pt x="91283" y="6281648"/>
                  </a:lnTo>
                  <a:lnTo>
                    <a:pt x="91409" y="6281648"/>
                  </a:lnTo>
                  <a:lnTo>
                    <a:pt x="91535" y="6281648"/>
                  </a:lnTo>
                  <a:lnTo>
                    <a:pt x="91661" y="6281648"/>
                  </a:lnTo>
                  <a:lnTo>
                    <a:pt x="91788" y="6281648"/>
                  </a:lnTo>
                  <a:lnTo>
                    <a:pt x="91914" y="6281648"/>
                  </a:lnTo>
                  <a:lnTo>
                    <a:pt x="92040" y="6281648"/>
                  </a:lnTo>
                  <a:lnTo>
                    <a:pt x="92166" y="6281648"/>
                  </a:lnTo>
                  <a:lnTo>
                    <a:pt x="92293" y="6281648"/>
                  </a:lnTo>
                  <a:lnTo>
                    <a:pt x="92545" y="6281648"/>
                  </a:lnTo>
                  <a:lnTo>
                    <a:pt x="92671" y="6281648"/>
                  </a:lnTo>
                  <a:lnTo>
                    <a:pt x="92798" y="6281648"/>
                  </a:lnTo>
                  <a:lnTo>
                    <a:pt x="92924" y="6281648"/>
                  </a:lnTo>
                  <a:lnTo>
                    <a:pt x="93050" y="6281648"/>
                  </a:lnTo>
                  <a:lnTo>
                    <a:pt x="93177" y="6281648"/>
                  </a:lnTo>
                  <a:lnTo>
                    <a:pt x="93303" y="6281648"/>
                  </a:lnTo>
                  <a:lnTo>
                    <a:pt x="93429" y="6281648"/>
                  </a:lnTo>
                  <a:lnTo>
                    <a:pt x="93555" y="6281648"/>
                  </a:lnTo>
                  <a:lnTo>
                    <a:pt x="93682" y="6281648"/>
                  </a:lnTo>
                  <a:lnTo>
                    <a:pt x="93808" y="6281648"/>
                  </a:lnTo>
                  <a:lnTo>
                    <a:pt x="93934" y="6281648"/>
                  </a:lnTo>
                  <a:lnTo>
                    <a:pt x="94187" y="6281648"/>
                  </a:lnTo>
                  <a:lnTo>
                    <a:pt x="94313" y="6281648"/>
                  </a:lnTo>
                  <a:lnTo>
                    <a:pt x="94439" y="6281648"/>
                  </a:lnTo>
                  <a:lnTo>
                    <a:pt x="94565" y="6281648"/>
                  </a:lnTo>
                  <a:lnTo>
                    <a:pt x="94692" y="6281648"/>
                  </a:lnTo>
                  <a:lnTo>
                    <a:pt x="94818" y="6281648"/>
                  </a:lnTo>
                  <a:lnTo>
                    <a:pt x="94944" y="6281648"/>
                  </a:lnTo>
                  <a:lnTo>
                    <a:pt x="95070" y="6281648"/>
                  </a:lnTo>
                  <a:lnTo>
                    <a:pt x="95323" y="6281648"/>
                  </a:lnTo>
                  <a:lnTo>
                    <a:pt x="95449" y="6281648"/>
                  </a:lnTo>
                  <a:lnTo>
                    <a:pt x="95575" y="6281648"/>
                  </a:lnTo>
                  <a:lnTo>
                    <a:pt x="95702" y="6281648"/>
                  </a:lnTo>
                  <a:lnTo>
                    <a:pt x="95828" y="6281648"/>
                  </a:lnTo>
                  <a:lnTo>
                    <a:pt x="95954" y="6281648"/>
                  </a:lnTo>
                  <a:lnTo>
                    <a:pt x="96080" y="6281648"/>
                  </a:lnTo>
                  <a:lnTo>
                    <a:pt x="96207" y="6281648"/>
                  </a:lnTo>
                  <a:lnTo>
                    <a:pt x="96333" y="6281648"/>
                  </a:lnTo>
                  <a:lnTo>
                    <a:pt x="96459" y="6281648"/>
                  </a:lnTo>
                  <a:lnTo>
                    <a:pt x="96585" y="6281648"/>
                  </a:lnTo>
                  <a:lnTo>
                    <a:pt x="96838" y="6281648"/>
                  </a:lnTo>
                  <a:lnTo>
                    <a:pt x="96964" y="6281648"/>
                  </a:lnTo>
                  <a:lnTo>
                    <a:pt x="97217" y="6281648"/>
                  </a:lnTo>
                  <a:lnTo>
                    <a:pt x="97343" y="6281648"/>
                  </a:lnTo>
                  <a:lnTo>
                    <a:pt x="97469" y="6281648"/>
                  </a:lnTo>
                  <a:lnTo>
                    <a:pt x="97595" y="6281648"/>
                  </a:lnTo>
                  <a:lnTo>
                    <a:pt x="97722" y="6276737"/>
                  </a:lnTo>
                  <a:lnTo>
                    <a:pt x="97848" y="6276737"/>
                  </a:lnTo>
                  <a:lnTo>
                    <a:pt x="97974" y="6276737"/>
                  </a:lnTo>
                  <a:lnTo>
                    <a:pt x="98101" y="6276737"/>
                  </a:lnTo>
                  <a:lnTo>
                    <a:pt x="98227" y="6276737"/>
                  </a:lnTo>
                  <a:lnTo>
                    <a:pt x="98353" y="6276737"/>
                  </a:lnTo>
                  <a:lnTo>
                    <a:pt x="98479" y="6276737"/>
                  </a:lnTo>
                  <a:lnTo>
                    <a:pt x="98606" y="6276737"/>
                  </a:lnTo>
                  <a:lnTo>
                    <a:pt x="98858" y="6276737"/>
                  </a:lnTo>
                  <a:lnTo>
                    <a:pt x="98984" y="6276737"/>
                  </a:lnTo>
                  <a:lnTo>
                    <a:pt x="99237" y="6276737"/>
                  </a:lnTo>
                  <a:lnTo>
                    <a:pt x="99363" y="6276737"/>
                  </a:lnTo>
                  <a:lnTo>
                    <a:pt x="99489" y="6276737"/>
                  </a:lnTo>
                  <a:lnTo>
                    <a:pt x="99616" y="6276737"/>
                  </a:lnTo>
                  <a:lnTo>
                    <a:pt x="99742" y="6276737"/>
                  </a:lnTo>
                  <a:lnTo>
                    <a:pt x="99868" y="6276737"/>
                  </a:lnTo>
                  <a:lnTo>
                    <a:pt x="99994" y="6276737"/>
                  </a:lnTo>
                  <a:lnTo>
                    <a:pt x="100121" y="6276737"/>
                  </a:lnTo>
                  <a:lnTo>
                    <a:pt x="100121" y="6271825"/>
                  </a:lnTo>
                  <a:lnTo>
                    <a:pt x="100247" y="6271825"/>
                  </a:lnTo>
                  <a:lnTo>
                    <a:pt x="100373" y="6271825"/>
                  </a:lnTo>
                  <a:lnTo>
                    <a:pt x="100499" y="6271825"/>
                  </a:lnTo>
                  <a:lnTo>
                    <a:pt x="100626" y="6271825"/>
                  </a:lnTo>
                  <a:lnTo>
                    <a:pt x="100752" y="6271825"/>
                  </a:lnTo>
                  <a:lnTo>
                    <a:pt x="100878" y="6271825"/>
                  </a:lnTo>
                  <a:lnTo>
                    <a:pt x="101004" y="6271825"/>
                  </a:lnTo>
                  <a:lnTo>
                    <a:pt x="101131" y="6271825"/>
                  </a:lnTo>
                  <a:lnTo>
                    <a:pt x="101257" y="6271825"/>
                  </a:lnTo>
                  <a:lnTo>
                    <a:pt x="101383" y="6271825"/>
                  </a:lnTo>
                  <a:lnTo>
                    <a:pt x="101509" y="6271825"/>
                  </a:lnTo>
                  <a:lnTo>
                    <a:pt x="101636" y="6271825"/>
                  </a:lnTo>
                  <a:lnTo>
                    <a:pt x="101762" y="6271825"/>
                  </a:lnTo>
                  <a:lnTo>
                    <a:pt x="101888" y="6271825"/>
                  </a:lnTo>
                  <a:lnTo>
                    <a:pt x="102141" y="6271825"/>
                  </a:lnTo>
                  <a:lnTo>
                    <a:pt x="102141" y="6266914"/>
                  </a:lnTo>
                  <a:lnTo>
                    <a:pt x="102267" y="6266914"/>
                  </a:lnTo>
                  <a:lnTo>
                    <a:pt x="102393" y="6266914"/>
                  </a:lnTo>
                  <a:lnTo>
                    <a:pt x="102519" y="6266914"/>
                  </a:lnTo>
                  <a:lnTo>
                    <a:pt x="102646" y="6266914"/>
                  </a:lnTo>
                  <a:lnTo>
                    <a:pt x="102772" y="6266914"/>
                  </a:lnTo>
                  <a:lnTo>
                    <a:pt x="102898" y="6266914"/>
                  </a:lnTo>
                  <a:lnTo>
                    <a:pt x="103024" y="6266914"/>
                  </a:lnTo>
                  <a:lnTo>
                    <a:pt x="103151" y="6266914"/>
                  </a:lnTo>
                  <a:lnTo>
                    <a:pt x="103277" y="6266914"/>
                  </a:lnTo>
                  <a:lnTo>
                    <a:pt x="103403" y="6266914"/>
                  </a:lnTo>
                  <a:lnTo>
                    <a:pt x="103530" y="6266914"/>
                  </a:lnTo>
                  <a:lnTo>
                    <a:pt x="103656" y="6266914"/>
                  </a:lnTo>
                  <a:lnTo>
                    <a:pt x="103782" y="6266914"/>
                  </a:lnTo>
                  <a:lnTo>
                    <a:pt x="103908" y="6266914"/>
                  </a:lnTo>
                  <a:lnTo>
                    <a:pt x="104035" y="6266914"/>
                  </a:lnTo>
                  <a:lnTo>
                    <a:pt x="104161" y="6266914"/>
                  </a:lnTo>
                  <a:lnTo>
                    <a:pt x="104287" y="6266914"/>
                  </a:lnTo>
                  <a:lnTo>
                    <a:pt x="104413" y="6266914"/>
                  </a:lnTo>
                  <a:lnTo>
                    <a:pt x="104540" y="6266914"/>
                  </a:lnTo>
                  <a:lnTo>
                    <a:pt x="104666" y="6266914"/>
                  </a:lnTo>
                  <a:lnTo>
                    <a:pt x="104792" y="6266914"/>
                  </a:lnTo>
                  <a:lnTo>
                    <a:pt x="104918" y="6266914"/>
                  </a:lnTo>
                  <a:lnTo>
                    <a:pt x="105045" y="6266914"/>
                  </a:lnTo>
                  <a:lnTo>
                    <a:pt x="105171" y="6266914"/>
                  </a:lnTo>
                  <a:lnTo>
                    <a:pt x="105297" y="6266914"/>
                  </a:lnTo>
                  <a:lnTo>
                    <a:pt x="105423" y="6266914"/>
                  </a:lnTo>
                  <a:lnTo>
                    <a:pt x="105550" y="6266914"/>
                  </a:lnTo>
                  <a:lnTo>
                    <a:pt x="105676" y="6266914"/>
                  </a:lnTo>
                  <a:lnTo>
                    <a:pt x="105802" y="6266914"/>
                  </a:lnTo>
                  <a:lnTo>
                    <a:pt x="105928" y="6266914"/>
                  </a:lnTo>
                  <a:lnTo>
                    <a:pt x="106055" y="6266914"/>
                  </a:lnTo>
                  <a:lnTo>
                    <a:pt x="106181" y="6266914"/>
                  </a:lnTo>
                  <a:lnTo>
                    <a:pt x="106307" y="6266914"/>
                  </a:lnTo>
                  <a:lnTo>
                    <a:pt x="106433" y="6266914"/>
                  </a:lnTo>
                  <a:lnTo>
                    <a:pt x="106560" y="6266914"/>
                  </a:lnTo>
                  <a:lnTo>
                    <a:pt x="106686" y="6266914"/>
                  </a:lnTo>
                  <a:lnTo>
                    <a:pt x="106812" y="6266914"/>
                  </a:lnTo>
                  <a:lnTo>
                    <a:pt x="106938" y="6266914"/>
                  </a:lnTo>
                  <a:lnTo>
                    <a:pt x="107065" y="6266914"/>
                  </a:lnTo>
                  <a:lnTo>
                    <a:pt x="107317" y="6266914"/>
                  </a:lnTo>
                  <a:lnTo>
                    <a:pt x="107443" y="6266914"/>
                  </a:lnTo>
                  <a:lnTo>
                    <a:pt x="107570" y="6266914"/>
                  </a:lnTo>
                  <a:lnTo>
                    <a:pt x="107696" y="6266914"/>
                  </a:lnTo>
                  <a:lnTo>
                    <a:pt x="107822" y="6266914"/>
                  </a:lnTo>
                  <a:lnTo>
                    <a:pt x="108075" y="6266914"/>
                  </a:lnTo>
                  <a:lnTo>
                    <a:pt x="108201" y="6266914"/>
                  </a:lnTo>
                  <a:lnTo>
                    <a:pt x="108454" y="6266914"/>
                  </a:lnTo>
                  <a:lnTo>
                    <a:pt x="108580" y="6266914"/>
                  </a:lnTo>
                  <a:lnTo>
                    <a:pt x="108706" y="6266914"/>
                  </a:lnTo>
                  <a:lnTo>
                    <a:pt x="108832" y="6266914"/>
                  </a:lnTo>
                  <a:lnTo>
                    <a:pt x="108832" y="6262003"/>
                  </a:lnTo>
                  <a:lnTo>
                    <a:pt x="108959" y="6262003"/>
                  </a:lnTo>
                  <a:lnTo>
                    <a:pt x="109085" y="6262003"/>
                  </a:lnTo>
                  <a:lnTo>
                    <a:pt x="109211" y="6262003"/>
                  </a:lnTo>
                  <a:lnTo>
                    <a:pt x="109337" y="6262003"/>
                  </a:lnTo>
                  <a:lnTo>
                    <a:pt x="109464" y="6262003"/>
                  </a:lnTo>
                  <a:lnTo>
                    <a:pt x="109590" y="6262003"/>
                  </a:lnTo>
                  <a:lnTo>
                    <a:pt x="109716" y="6262003"/>
                  </a:lnTo>
                  <a:lnTo>
                    <a:pt x="109842" y="6262003"/>
                  </a:lnTo>
                  <a:lnTo>
                    <a:pt x="109969" y="6262003"/>
                  </a:lnTo>
                  <a:lnTo>
                    <a:pt x="110095" y="6262003"/>
                  </a:lnTo>
                  <a:lnTo>
                    <a:pt x="110221" y="6262003"/>
                  </a:lnTo>
                  <a:lnTo>
                    <a:pt x="110347" y="6262003"/>
                  </a:lnTo>
                  <a:lnTo>
                    <a:pt x="110474" y="6262003"/>
                  </a:lnTo>
                  <a:lnTo>
                    <a:pt x="110600" y="6262003"/>
                  </a:lnTo>
                  <a:lnTo>
                    <a:pt x="110726" y="6262003"/>
                  </a:lnTo>
                  <a:lnTo>
                    <a:pt x="110852" y="6262003"/>
                  </a:lnTo>
                  <a:lnTo>
                    <a:pt x="110979" y="6262003"/>
                  </a:lnTo>
                  <a:lnTo>
                    <a:pt x="111105" y="6262003"/>
                  </a:lnTo>
                  <a:lnTo>
                    <a:pt x="111231" y="6262003"/>
                  </a:lnTo>
                  <a:lnTo>
                    <a:pt x="111357" y="6262003"/>
                  </a:lnTo>
                  <a:lnTo>
                    <a:pt x="111484" y="6262003"/>
                  </a:lnTo>
                  <a:lnTo>
                    <a:pt x="111736" y="6262003"/>
                  </a:lnTo>
                  <a:lnTo>
                    <a:pt x="111989" y="6262003"/>
                  </a:lnTo>
                  <a:lnTo>
                    <a:pt x="112115" y="6262003"/>
                  </a:lnTo>
                  <a:lnTo>
                    <a:pt x="112241" y="6262003"/>
                  </a:lnTo>
                  <a:lnTo>
                    <a:pt x="112367" y="6262003"/>
                  </a:lnTo>
                  <a:lnTo>
                    <a:pt x="112494" y="6262003"/>
                  </a:lnTo>
                  <a:lnTo>
                    <a:pt x="112620" y="6262003"/>
                  </a:lnTo>
                  <a:lnTo>
                    <a:pt x="112746" y="6262003"/>
                  </a:lnTo>
                  <a:lnTo>
                    <a:pt x="112999" y="6262003"/>
                  </a:lnTo>
                  <a:lnTo>
                    <a:pt x="113125" y="6262003"/>
                  </a:lnTo>
                  <a:lnTo>
                    <a:pt x="113251" y="6262003"/>
                  </a:lnTo>
                  <a:lnTo>
                    <a:pt x="113377" y="6262003"/>
                  </a:lnTo>
                  <a:lnTo>
                    <a:pt x="113504" y="6262003"/>
                  </a:lnTo>
                  <a:lnTo>
                    <a:pt x="113630" y="6262003"/>
                  </a:lnTo>
                  <a:lnTo>
                    <a:pt x="113756" y="6262003"/>
                  </a:lnTo>
                  <a:lnTo>
                    <a:pt x="113883" y="6262003"/>
                  </a:lnTo>
                  <a:lnTo>
                    <a:pt x="114009" y="6262003"/>
                  </a:lnTo>
                  <a:lnTo>
                    <a:pt x="114135" y="6262003"/>
                  </a:lnTo>
                  <a:lnTo>
                    <a:pt x="114261" y="6262003"/>
                  </a:lnTo>
                  <a:lnTo>
                    <a:pt x="114388" y="6262003"/>
                  </a:lnTo>
                  <a:lnTo>
                    <a:pt x="114514" y="6262003"/>
                  </a:lnTo>
                  <a:lnTo>
                    <a:pt x="114640" y="6262003"/>
                  </a:lnTo>
                  <a:lnTo>
                    <a:pt x="114766" y="6262003"/>
                  </a:lnTo>
                  <a:lnTo>
                    <a:pt x="114893" y="6262003"/>
                  </a:lnTo>
                  <a:lnTo>
                    <a:pt x="115019" y="6262003"/>
                  </a:lnTo>
                  <a:lnTo>
                    <a:pt x="115145" y="6262003"/>
                  </a:lnTo>
                  <a:lnTo>
                    <a:pt x="115271" y="6262003"/>
                  </a:lnTo>
                  <a:lnTo>
                    <a:pt x="115398" y="6262003"/>
                  </a:lnTo>
                  <a:lnTo>
                    <a:pt x="115524" y="6262003"/>
                  </a:lnTo>
                  <a:lnTo>
                    <a:pt x="115650" y="6262003"/>
                  </a:lnTo>
                  <a:lnTo>
                    <a:pt x="115776" y="6262003"/>
                  </a:lnTo>
                  <a:lnTo>
                    <a:pt x="116029" y="6262003"/>
                  </a:lnTo>
                  <a:lnTo>
                    <a:pt x="116155" y="6262003"/>
                  </a:lnTo>
                  <a:lnTo>
                    <a:pt x="116281" y="6262003"/>
                  </a:lnTo>
                  <a:lnTo>
                    <a:pt x="116408" y="6262003"/>
                  </a:lnTo>
                  <a:lnTo>
                    <a:pt x="116660" y="6262003"/>
                  </a:lnTo>
                  <a:lnTo>
                    <a:pt x="116786" y="6262003"/>
                  </a:lnTo>
                  <a:lnTo>
                    <a:pt x="116913" y="6262003"/>
                  </a:lnTo>
                  <a:lnTo>
                    <a:pt x="117039" y="6262003"/>
                  </a:lnTo>
                  <a:lnTo>
                    <a:pt x="117165" y="6262003"/>
                  </a:lnTo>
                  <a:lnTo>
                    <a:pt x="117291" y="6262003"/>
                  </a:lnTo>
                  <a:lnTo>
                    <a:pt x="117418" y="6262003"/>
                  </a:lnTo>
                  <a:lnTo>
                    <a:pt x="117544" y="6262003"/>
                  </a:lnTo>
                  <a:lnTo>
                    <a:pt x="117670" y="6262003"/>
                  </a:lnTo>
                  <a:lnTo>
                    <a:pt x="117796" y="6262003"/>
                  </a:lnTo>
                  <a:lnTo>
                    <a:pt x="118049" y="6262003"/>
                  </a:lnTo>
                  <a:lnTo>
                    <a:pt x="118175" y="6262003"/>
                  </a:lnTo>
                  <a:lnTo>
                    <a:pt x="118301" y="6262003"/>
                  </a:lnTo>
                  <a:lnTo>
                    <a:pt x="118428" y="6262003"/>
                  </a:lnTo>
                  <a:lnTo>
                    <a:pt x="118554" y="6262003"/>
                  </a:lnTo>
                  <a:lnTo>
                    <a:pt x="118680" y="6262003"/>
                  </a:lnTo>
                  <a:lnTo>
                    <a:pt x="118807" y="6262003"/>
                  </a:lnTo>
                  <a:lnTo>
                    <a:pt x="119185" y="6262003"/>
                  </a:lnTo>
                  <a:lnTo>
                    <a:pt x="119312" y="6262003"/>
                  </a:lnTo>
                  <a:lnTo>
                    <a:pt x="119564" y="6262003"/>
                  </a:lnTo>
                  <a:lnTo>
                    <a:pt x="119690" y="6262003"/>
                  </a:lnTo>
                  <a:lnTo>
                    <a:pt x="119817" y="6262003"/>
                  </a:lnTo>
                  <a:lnTo>
                    <a:pt x="119943" y="6262003"/>
                  </a:lnTo>
                  <a:lnTo>
                    <a:pt x="120069" y="6262003"/>
                  </a:lnTo>
                  <a:lnTo>
                    <a:pt x="120195" y="6262003"/>
                  </a:lnTo>
                  <a:lnTo>
                    <a:pt x="120322" y="6262003"/>
                  </a:lnTo>
                  <a:lnTo>
                    <a:pt x="120574" y="6262003"/>
                  </a:lnTo>
                  <a:lnTo>
                    <a:pt x="120700" y="6262003"/>
                  </a:lnTo>
                  <a:lnTo>
                    <a:pt x="120827" y="6262003"/>
                  </a:lnTo>
                  <a:lnTo>
                    <a:pt x="120953" y="6262003"/>
                  </a:lnTo>
                  <a:lnTo>
                    <a:pt x="121079" y="6262003"/>
                  </a:lnTo>
                  <a:lnTo>
                    <a:pt x="121205" y="6262003"/>
                  </a:lnTo>
                  <a:lnTo>
                    <a:pt x="121332" y="6262003"/>
                  </a:lnTo>
                  <a:lnTo>
                    <a:pt x="121458" y="6262003"/>
                  </a:lnTo>
                  <a:lnTo>
                    <a:pt x="121584" y="6262003"/>
                  </a:lnTo>
                  <a:lnTo>
                    <a:pt x="121584" y="6257091"/>
                  </a:lnTo>
                  <a:lnTo>
                    <a:pt x="121710" y="6257091"/>
                  </a:lnTo>
                  <a:lnTo>
                    <a:pt x="121837" y="6257091"/>
                  </a:lnTo>
                  <a:lnTo>
                    <a:pt x="121963" y="6257091"/>
                  </a:lnTo>
                  <a:lnTo>
                    <a:pt x="122089" y="6257091"/>
                  </a:lnTo>
                  <a:lnTo>
                    <a:pt x="122215" y="6257091"/>
                  </a:lnTo>
                  <a:lnTo>
                    <a:pt x="122342" y="6257091"/>
                  </a:lnTo>
                  <a:lnTo>
                    <a:pt x="122468" y="6257091"/>
                  </a:lnTo>
                  <a:lnTo>
                    <a:pt x="122594" y="6257091"/>
                  </a:lnTo>
                  <a:lnTo>
                    <a:pt x="122720" y="6257091"/>
                  </a:lnTo>
                  <a:lnTo>
                    <a:pt x="122847" y="6257091"/>
                  </a:lnTo>
                  <a:lnTo>
                    <a:pt x="122973" y="6257091"/>
                  </a:lnTo>
                  <a:lnTo>
                    <a:pt x="123099" y="6257091"/>
                  </a:lnTo>
                  <a:lnTo>
                    <a:pt x="123225" y="6257091"/>
                  </a:lnTo>
                  <a:lnTo>
                    <a:pt x="123352" y="6257091"/>
                  </a:lnTo>
                  <a:lnTo>
                    <a:pt x="123478" y="6257091"/>
                  </a:lnTo>
                  <a:lnTo>
                    <a:pt x="123731" y="6257091"/>
                  </a:lnTo>
                  <a:lnTo>
                    <a:pt x="123857" y="6257091"/>
                  </a:lnTo>
                  <a:lnTo>
                    <a:pt x="123857" y="6252180"/>
                  </a:lnTo>
                  <a:lnTo>
                    <a:pt x="123983" y="6252180"/>
                  </a:lnTo>
                  <a:lnTo>
                    <a:pt x="124109" y="6252180"/>
                  </a:lnTo>
                  <a:lnTo>
                    <a:pt x="124236" y="6252180"/>
                  </a:lnTo>
                  <a:lnTo>
                    <a:pt x="124362" y="6252180"/>
                  </a:lnTo>
                  <a:lnTo>
                    <a:pt x="124488" y="6252180"/>
                  </a:lnTo>
                  <a:lnTo>
                    <a:pt x="124614" y="6252180"/>
                  </a:lnTo>
                  <a:lnTo>
                    <a:pt x="124741" y="6252180"/>
                  </a:lnTo>
                  <a:lnTo>
                    <a:pt x="124867" y="6252180"/>
                  </a:lnTo>
                  <a:lnTo>
                    <a:pt x="125119" y="6252180"/>
                  </a:lnTo>
                  <a:lnTo>
                    <a:pt x="125372" y="6252180"/>
                  </a:lnTo>
                  <a:lnTo>
                    <a:pt x="125498" y="6252180"/>
                  </a:lnTo>
                  <a:lnTo>
                    <a:pt x="125624" y="6252180"/>
                  </a:lnTo>
                  <a:lnTo>
                    <a:pt x="125751" y="6252180"/>
                  </a:lnTo>
                  <a:lnTo>
                    <a:pt x="126003" y="6252180"/>
                  </a:lnTo>
                  <a:lnTo>
                    <a:pt x="126129" y="6252180"/>
                  </a:lnTo>
                  <a:lnTo>
                    <a:pt x="126256" y="6252180"/>
                  </a:lnTo>
                  <a:lnTo>
                    <a:pt x="126382" y="6252180"/>
                  </a:lnTo>
                  <a:lnTo>
                    <a:pt x="126508" y="6252180"/>
                  </a:lnTo>
                  <a:lnTo>
                    <a:pt x="126634" y="6252180"/>
                  </a:lnTo>
                  <a:lnTo>
                    <a:pt x="126761" y="6252180"/>
                  </a:lnTo>
                  <a:lnTo>
                    <a:pt x="126887" y="6252180"/>
                  </a:lnTo>
                  <a:lnTo>
                    <a:pt x="126887" y="6247268"/>
                  </a:lnTo>
                  <a:lnTo>
                    <a:pt x="127013" y="6247268"/>
                  </a:lnTo>
                  <a:lnTo>
                    <a:pt x="127013" y="6242357"/>
                  </a:lnTo>
                  <a:lnTo>
                    <a:pt x="127139" y="6242357"/>
                  </a:lnTo>
                  <a:lnTo>
                    <a:pt x="127266" y="6242357"/>
                  </a:lnTo>
                  <a:lnTo>
                    <a:pt x="127392" y="6242357"/>
                  </a:lnTo>
                  <a:lnTo>
                    <a:pt x="127518" y="6242357"/>
                  </a:lnTo>
                  <a:lnTo>
                    <a:pt x="127644" y="6242357"/>
                  </a:lnTo>
                  <a:lnTo>
                    <a:pt x="127771" y="6242357"/>
                  </a:lnTo>
                  <a:lnTo>
                    <a:pt x="127897" y="6242357"/>
                  </a:lnTo>
                  <a:lnTo>
                    <a:pt x="128023" y="6242357"/>
                  </a:lnTo>
                  <a:lnTo>
                    <a:pt x="128149" y="6242357"/>
                  </a:lnTo>
                  <a:lnTo>
                    <a:pt x="128276" y="6242357"/>
                  </a:lnTo>
                  <a:lnTo>
                    <a:pt x="128402" y="6242357"/>
                  </a:lnTo>
                  <a:lnTo>
                    <a:pt x="128528" y="6242357"/>
                  </a:lnTo>
                  <a:lnTo>
                    <a:pt x="128654" y="6242357"/>
                  </a:lnTo>
                  <a:lnTo>
                    <a:pt x="128781" y="6242357"/>
                  </a:lnTo>
                  <a:lnTo>
                    <a:pt x="128907" y="6242357"/>
                  </a:lnTo>
                  <a:lnTo>
                    <a:pt x="129033" y="6242357"/>
                  </a:lnTo>
                  <a:lnTo>
                    <a:pt x="129160" y="6237446"/>
                  </a:lnTo>
                  <a:lnTo>
                    <a:pt x="129286" y="6237446"/>
                  </a:lnTo>
                  <a:lnTo>
                    <a:pt x="129412" y="6237446"/>
                  </a:lnTo>
                  <a:lnTo>
                    <a:pt x="129538" y="6237446"/>
                  </a:lnTo>
                  <a:lnTo>
                    <a:pt x="129665" y="6237446"/>
                  </a:lnTo>
                  <a:lnTo>
                    <a:pt x="129791" y="6237446"/>
                  </a:lnTo>
                  <a:lnTo>
                    <a:pt x="129917" y="6237446"/>
                  </a:lnTo>
                  <a:lnTo>
                    <a:pt x="130043" y="6237446"/>
                  </a:lnTo>
                  <a:lnTo>
                    <a:pt x="130170" y="6237446"/>
                  </a:lnTo>
                  <a:lnTo>
                    <a:pt x="130296" y="6237446"/>
                  </a:lnTo>
                  <a:lnTo>
                    <a:pt x="130422" y="6237446"/>
                  </a:lnTo>
                  <a:lnTo>
                    <a:pt x="130548" y="6237446"/>
                  </a:lnTo>
                  <a:lnTo>
                    <a:pt x="130675" y="6237446"/>
                  </a:lnTo>
                  <a:lnTo>
                    <a:pt x="130801" y="6237446"/>
                  </a:lnTo>
                  <a:lnTo>
                    <a:pt x="130927" y="6237446"/>
                  </a:lnTo>
                  <a:lnTo>
                    <a:pt x="131053" y="6237446"/>
                  </a:lnTo>
                  <a:lnTo>
                    <a:pt x="131180" y="6237446"/>
                  </a:lnTo>
                  <a:lnTo>
                    <a:pt x="131306" y="6237446"/>
                  </a:lnTo>
                  <a:lnTo>
                    <a:pt x="131432" y="6237446"/>
                  </a:lnTo>
                  <a:lnTo>
                    <a:pt x="131558" y="6237446"/>
                  </a:lnTo>
                  <a:lnTo>
                    <a:pt x="131685" y="6237446"/>
                  </a:lnTo>
                  <a:lnTo>
                    <a:pt x="131811" y="6237446"/>
                  </a:lnTo>
                  <a:lnTo>
                    <a:pt x="132063" y="6237446"/>
                  </a:lnTo>
                  <a:lnTo>
                    <a:pt x="132190" y="6237446"/>
                  </a:lnTo>
                  <a:lnTo>
                    <a:pt x="132442" y="6237446"/>
                  </a:lnTo>
                  <a:lnTo>
                    <a:pt x="132695" y="6237446"/>
                  </a:lnTo>
                  <a:lnTo>
                    <a:pt x="132821" y="6237446"/>
                  </a:lnTo>
                  <a:lnTo>
                    <a:pt x="132947" y="6237446"/>
                  </a:lnTo>
                  <a:lnTo>
                    <a:pt x="133073" y="6237446"/>
                  </a:lnTo>
                  <a:lnTo>
                    <a:pt x="133200" y="6237446"/>
                  </a:lnTo>
                  <a:lnTo>
                    <a:pt x="133326" y="6237446"/>
                  </a:lnTo>
                  <a:lnTo>
                    <a:pt x="133578" y="6237446"/>
                  </a:lnTo>
                  <a:lnTo>
                    <a:pt x="133705" y="6237446"/>
                  </a:lnTo>
                  <a:lnTo>
                    <a:pt x="133957" y="6237446"/>
                  </a:lnTo>
                  <a:lnTo>
                    <a:pt x="134084" y="6237446"/>
                  </a:lnTo>
                  <a:lnTo>
                    <a:pt x="134210" y="6237446"/>
                  </a:lnTo>
                  <a:lnTo>
                    <a:pt x="134336" y="6237446"/>
                  </a:lnTo>
                  <a:lnTo>
                    <a:pt x="134462" y="6237446"/>
                  </a:lnTo>
                  <a:lnTo>
                    <a:pt x="134589" y="6237446"/>
                  </a:lnTo>
                  <a:lnTo>
                    <a:pt x="134715" y="6237446"/>
                  </a:lnTo>
                  <a:lnTo>
                    <a:pt x="134841" y="6237446"/>
                  </a:lnTo>
                  <a:lnTo>
                    <a:pt x="135094" y="6237446"/>
                  </a:lnTo>
                  <a:lnTo>
                    <a:pt x="135220" y="6237446"/>
                  </a:lnTo>
                  <a:lnTo>
                    <a:pt x="135346" y="6237446"/>
                  </a:lnTo>
                  <a:lnTo>
                    <a:pt x="135472" y="6237446"/>
                  </a:lnTo>
                  <a:lnTo>
                    <a:pt x="135599" y="6237446"/>
                  </a:lnTo>
                  <a:lnTo>
                    <a:pt x="135725" y="6237446"/>
                  </a:lnTo>
                  <a:lnTo>
                    <a:pt x="135851" y="6237446"/>
                  </a:lnTo>
                  <a:lnTo>
                    <a:pt x="135977" y="6237446"/>
                  </a:lnTo>
                  <a:lnTo>
                    <a:pt x="136104" y="6237446"/>
                  </a:lnTo>
                  <a:lnTo>
                    <a:pt x="136230" y="6237446"/>
                  </a:lnTo>
                  <a:lnTo>
                    <a:pt x="136356" y="6237446"/>
                  </a:lnTo>
                  <a:lnTo>
                    <a:pt x="136482" y="6237446"/>
                  </a:lnTo>
                  <a:lnTo>
                    <a:pt x="136609" y="6237446"/>
                  </a:lnTo>
                  <a:lnTo>
                    <a:pt x="136735" y="6237446"/>
                  </a:lnTo>
                  <a:lnTo>
                    <a:pt x="136861" y="6237446"/>
                  </a:lnTo>
                  <a:lnTo>
                    <a:pt x="137240" y="6237446"/>
                  </a:lnTo>
                  <a:lnTo>
                    <a:pt x="137492" y="6237446"/>
                  </a:lnTo>
                  <a:lnTo>
                    <a:pt x="137619" y="6237446"/>
                  </a:lnTo>
                  <a:lnTo>
                    <a:pt x="137745" y="6237446"/>
                  </a:lnTo>
                  <a:lnTo>
                    <a:pt x="137997" y="6237446"/>
                  </a:lnTo>
                  <a:lnTo>
                    <a:pt x="138124" y="6237446"/>
                  </a:lnTo>
                  <a:lnTo>
                    <a:pt x="138250" y="6237446"/>
                  </a:lnTo>
                  <a:lnTo>
                    <a:pt x="138376" y="6237446"/>
                  </a:lnTo>
                  <a:lnTo>
                    <a:pt x="138502" y="6237446"/>
                  </a:lnTo>
                  <a:lnTo>
                    <a:pt x="138629" y="6237446"/>
                  </a:lnTo>
                  <a:lnTo>
                    <a:pt x="138755" y="6237446"/>
                  </a:lnTo>
                  <a:lnTo>
                    <a:pt x="138881" y="6237446"/>
                  </a:lnTo>
                  <a:lnTo>
                    <a:pt x="139134" y="6237446"/>
                  </a:lnTo>
                  <a:lnTo>
                    <a:pt x="139260" y="6237446"/>
                  </a:lnTo>
                  <a:lnTo>
                    <a:pt x="139386" y="6237446"/>
                  </a:lnTo>
                  <a:lnTo>
                    <a:pt x="139513" y="6237446"/>
                  </a:lnTo>
                  <a:lnTo>
                    <a:pt x="139765" y="6237446"/>
                  </a:lnTo>
                  <a:lnTo>
                    <a:pt x="139891" y="6237446"/>
                  </a:lnTo>
                  <a:lnTo>
                    <a:pt x="140018" y="6237446"/>
                  </a:lnTo>
                  <a:lnTo>
                    <a:pt x="140144" y="6237446"/>
                  </a:lnTo>
                  <a:lnTo>
                    <a:pt x="140270" y="6237446"/>
                  </a:lnTo>
                  <a:lnTo>
                    <a:pt x="140523" y="6237446"/>
                  </a:lnTo>
                  <a:lnTo>
                    <a:pt x="140649" y="6237446"/>
                  </a:lnTo>
                  <a:lnTo>
                    <a:pt x="140775" y="6237446"/>
                  </a:lnTo>
                  <a:lnTo>
                    <a:pt x="140901" y="6237446"/>
                  </a:lnTo>
                  <a:lnTo>
                    <a:pt x="141028" y="6237446"/>
                  </a:lnTo>
                  <a:lnTo>
                    <a:pt x="141154" y="6237446"/>
                  </a:lnTo>
                  <a:lnTo>
                    <a:pt x="141280" y="6237446"/>
                  </a:lnTo>
                  <a:lnTo>
                    <a:pt x="141406" y="6237446"/>
                  </a:lnTo>
                  <a:lnTo>
                    <a:pt x="141533" y="6237446"/>
                  </a:lnTo>
                  <a:lnTo>
                    <a:pt x="141659" y="6237446"/>
                  </a:lnTo>
                  <a:lnTo>
                    <a:pt x="142038" y="6237446"/>
                  </a:lnTo>
                  <a:lnTo>
                    <a:pt x="142164" y="6237446"/>
                  </a:lnTo>
                  <a:lnTo>
                    <a:pt x="142290" y="6237446"/>
                  </a:lnTo>
                  <a:lnTo>
                    <a:pt x="142416" y="6237446"/>
                  </a:lnTo>
                  <a:lnTo>
                    <a:pt x="142669" y="6237446"/>
                  </a:lnTo>
                  <a:lnTo>
                    <a:pt x="142795" y="6237446"/>
                  </a:lnTo>
                  <a:lnTo>
                    <a:pt x="142921" y="6237446"/>
                  </a:lnTo>
                  <a:lnTo>
                    <a:pt x="143048" y="6237446"/>
                  </a:lnTo>
                  <a:lnTo>
                    <a:pt x="143174" y="6237446"/>
                  </a:lnTo>
                  <a:lnTo>
                    <a:pt x="143300" y="6237446"/>
                  </a:lnTo>
                  <a:lnTo>
                    <a:pt x="143426" y="6237446"/>
                  </a:lnTo>
                  <a:lnTo>
                    <a:pt x="143553" y="6237446"/>
                  </a:lnTo>
                  <a:lnTo>
                    <a:pt x="143553" y="6232534"/>
                  </a:lnTo>
                  <a:lnTo>
                    <a:pt x="143679" y="6232534"/>
                  </a:lnTo>
                  <a:lnTo>
                    <a:pt x="143805" y="6232534"/>
                  </a:lnTo>
                  <a:lnTo>
                    <a:pt x="143931" y="6232534"/>
                  </a:lnTo>
                  <a:lnTo>
                    <a:pt x="144058" y="6232534"/>
                  </a:lnTo>
                  <a:lnTo>
                    <a:pt x="144184" y="6232534"/>
                  </a:lnTo>
                  <a:lnTo>
                    <a:pt x="144310" y="6232534"/>
                  </a:lnTo>
                  <a:lnTo>
                    <a:pt x="144437" y="6232534"/>
                  </a:lnTo>
                  <a:lnTo>
                    <a:pt x="144942" y="6232534"/>
                  </a:lnTo>
                  <a:lnTo>
                    <a:pt x="145068" y="6232534"/>
                  </a:lnTo>
                  <a:lnTo>
                    <a:pt x="145194" y="6232534"/>
                  </a:lnTo>
                  <a:lnTo>
                    <a:pt x="145320" y="6232534"/>
                  </a:lnTo>
                  <a:lnTo>
                    <a:pt x="145447" y="6232534"/>
                  </a:lnTo>
                  <a:lnTo>
                    <a:pt x="145573" y="6232534"/>
                  </a:lnTo>
                  <a:lnTo>
                    <a:pt x="145699" y="6232534"/>
                  </a:lnTo>
                  <a:lnTo>
                    <a:pt x="145825" y="6232534"/>
                  </a:lnTo>
                  <a:lnTo>
                    <a:pt x="145952" y="6232534"/>
                  </a:lnTo>
                  <a:lnTo>
                    <a:pt x="146078" y="6232534"/>
                  </a:lnTo>
                  <a:lnTo>
                    <a:pt x="146204" y="6232534"/>
                  </a:lnTo>
                  <a:lnTo>
                    <a:pt x="146330" y="6232534"/>
                  </a:lnTo>
                  <a:lnTo>
                    <a:pt x="146457" y="6232534"/>
                  </a:lnTo>
                  <a:lnTo>
                    <a:pt x="146583" y="6232534"/>
                  </a:lnTo>
                  <a:lnTo>
                    <a:pt x="146709" y="6232534"/>
                  </a:lnTo>
                  <a:lnTo>
                    <a:pt x="146835" y="6232534"/>
                  </a:lnTo>
                  <a:lnTo>
                    <a:pt x="146962" y="6232534"/>
                  </a:lnTo>
                  <a:lnTo>
                    <a:pt x="147088" y="6232534"/>
                  </a:lnTo>
                  <a:lnTo>
                    <a:pt x="147214" y="6232534"/>
                  </a:lnTo>
                  <a:lnTo>
                    <a:pt x="147340" y="6232534"/>
                  </a:lnTo>
                  <a:lnTo>
                    <a:pt x="147467" y="6232534"/>
                  </a:lnTo>
                  <a:lnTo>
                    <a:pt x="147593" y="6232534"/>
                  </a:lnTo>
                  <a:lnTo>
                    <a:pt x="147719" y="6232534"/>
                  </a:lnTo>
                  <a:lnTo>
                    <a:pt x="147972" y="6232534"/>
                  </a:lnTo>
                  <a:lnTo>
                    <a:pt x="148224" y="6232534"/>
                  </a:lnTo>
                  <a:lnTo>
                    <a:pt x="148350" y="6232534"/>
                  </a:lnTo>
                  <a:lnTo>
                    <a:pt x="148477" y="6232534"/>
                  </a:lnTo>
                  <a:lnTo>
                    <a:pt x="148603" y="6232534"/>
                  </a:lnTo>
                  <a:lnTo>
                    <a:pt x="148729" y="6232534"/>
                  </a:lnTo>
                  <a:lnTo>
                    <a:pt x="148855" y="6232534"/>
                  </a:lnTo>
                  <a:lnTo>
                    <a:pt x="148982" y="6232534"/>
                  </a:lnTo>
                  <a:lnTo>
                    <a:pt x="149108" y="6232534"/>
                  </a:lnTo>
                  <a:lnTo>
                    <a:pt x="149234" y="6232534"/>
                  </a:lnTo>
                  <a:lnTo>
                    <a:pt x="149360" y="6232534"/>
                  </a:lnTo>
                  <a:lnTo>
                    <a:pt x="149487" y="6232534"/>
                  </a:lnTo>
                  <a:lnTo>
                    <a:pt x="149613" y="6232534"/>
                  </a:lnTo>
                  <a:lnTo>
                    <a:pt x="149739" y="6232534"/>
                  </a:lnTo>
                  <a:lnTo>
                    <a:pt x="149992" y="6232534"/>
                  </a:lnTo>
                  <a:lnTo>
                    <a:pt x="150118" y="6232534"/>
                  </a:lnTo>
                  <a:lnTo>
                    <a:pt x="150244" y="6232534"/>
                  </a:lnTo>
                  <a:lnTo>
                    <a:pt x="150371" y="6232534"/>
                  </a:lnTo>
                  <a:lnTo>
                    <a:pt x="150497" y="6232534"/>
                  </a:lnTo>
                  <a:lnTo>
                    <a:pt x="150623" y="6232534"/>
                  </a:lnTo>
                  <a:lnTo>
                    <a:pt x="150749" y="6232534"/>
                  </a:lnTo>
                  <a:lnTo>
                    <a:pt x="150876" y="6232534"/>
                  </a:lnTo>
                  <a:lnTo>
                    <a:pt x="150876" y="6227623"/>
                  </a:lnTo>
                  <a:lnTo>
                    <a:pt x="151002" y="6227623"/>
                  </a:lnTo>
                  <a:lnTo>
                    <a:pt x="151128" y="6227623"/>
                  </a:lnTo>
                  <a:lnTo>
                    <a:pt x="151254" y="6227623"/>
                  </a:lnTo>
                  <a:lnTo>
                    <a:pt x="151381" y="6227623"/>
                  </a:lnTo>
                  <a:lnTo>
                    <a:pt x="151507" y="6227623"/>
                  </a:lnTo>
                  <a:lnTo>
                    <a:pt x="151633" y="6227623"/>
                  </a:lnTo>
                  <a:lnTo>
                    <a:pt x="151759" y="6227623"/>
                  </a:lnTo>
                  <a:lnTo>
                    <a:pt x="151886" y="6227623"/>
                  </a:lnTo>
                  <a:lnTo>
                    <a:pt x="152012" y="6227623"/>
                  </a:lnTo>
                  <a:lnTo>
                    <a:pt x="152012" y="6222712"/>
                  </a:lnTo>
                  <a:lnTo>
                    <a:pt x="152264" y="6222712"/>
                  </a:lnTo>
                  <a:lnTo>
                    <a:pt x="152391" y="6222712"/>
                  </a:lnTo>
                  <a:lnTo>
                    <a:pt x="152517" y="6222712"/>
                  </a:lnTo>
                  <a:lnTo>
                    <a:pt x="152643" y="6222712"/>
                  </a:lnTo>
                  <a:lnTo>
                    <a:pt x="152769" y="6222712"/>
                  </a:lnTo>
                  <a:lnTo>
                    <a:pt x="152896" y="6222712"/>
                  </a:lnTo>
                  <a:lnTo>
                    <a:pt x="153022" y="6222712"/>
                  </a:lnTo>
                  <a:lnTo>
                    <a:pt x="153148" y="6222712"/>
                  </a:lnTo>
                  <a:lnTo>
                    <a:pt x="153401" y="6222712"/>
                  </a:lnTo>
                  <a:lnTo>
                    <a:pt x="153527" y="6222712"/>
                  </a:lnTo>
                  <a:lnTo>
                    <a:pt x="153653" y="6222712"/>
                  </a:lnTo>
                  <a:lnTo>
                    <a:pt x="153779" y="6222712"/>
                  </a:lnTo>
                  <a:lnTo>
                    <a:pt x="153906" y="6222712"/>
                  </a:lnTo>
                  <a:lnTo>
                    <a:pt x="154032" y="6222712"/>
                  </a:lnTo>
                  <a:lnTo>
                    <a:pt x="154158" y="6222712"/>
                  </a:lnTo>
                  <a:lnTo>
                    <a:pt x="154284" y="6222712"/>
                  </a:lnTo>
                  <a:lnTo>
                    <a:pt x="154411" y="6222712"/>
                  </a:lnTo>
                  <a:lnTo>
                    <a:pt x="154537" y="6222712"/>
                  </a:lnTo>
                  <a:lnTo>
                    <a:pt x="154663" y="6222712"/>
                  </a:lnTo>
                  <a:lnTo>
                    <a:pt x="154790" y="6222712"/>
                  </a:lnTo>
                  <a:lnTo>
                    <a:pt x="155042" y="6222712"/>
                  </a:lnTo>
                  <a:lnTo>
                    <a:pt x="155168" y="6222712"/>
                  </a:lnTo>
                  <a:lnTo>
                    <a:pt x="155421" y="6222712"/>
                  </a:lnTo>
                  <a:lnTo>
                    <a:pt x="155547" y="6222712"/>
                  </a:lnTo>
                  <a:lnTo>
                    <a:pt x="155673" y="6222712"/>
                  </a:lnTo>
                  <a:lnTo>
                    <a:pt x="155800" y="6222712"/>
                  </a:lnTo>
                  <a:lnTo>
                    <a:pt x="155926" y="6222712"/>
                  </a:lnTo>
                  <a:lnTo>
                    <a:pt x="156052" y="6222712"/>
                  </a:lnTo>
                  <a:lnTo>
                    <a:pt x="156178" y="6222712"/>
                  </a:lnTo>
                  <a:lnTo>
                    <a:pt x="156305" y="6222712"/>
                  </a:lnTo>
                  <a:lnTo>
                    <a:pt x="156431" y="6222712"/>
                  </a:lnTo>
                  <a:lnTo>
                    <a:pt x="156557" y="6222712"/>
                  </a:lnTo>
                  <a:lnTo>
                    <a:pt x="156683" y="6222712"/>
                  </a:lnTo>
                  <a:lnTo>
                    <a:pt x="156810" y="6222712"/>
                  </a:lnTo>
                  <a:lnTo>
                    <a:pt x="156936" y="6222712"/>
                  </a:lnTo>
                  <a:lnTo>
                    <a:pt x="157062" y="6222712"/>
                  </a:lnTo>
                  <a:lnTo>
                    <a:pt x="157188" y="6222712"/>
                  </a:lnTo>
                  <a:lnTo>
                    <a:pt x="157188" y="6217800"/>
                  </a:lnTo>
                  <a:lnTo>
                    <a:pt x="157315" y="6217800"/>
                  </a:lnTo>
                  <a:lnTo>
                    <a:pt x="157441" y="6217800"/>
                  </a:lnTo>
                  <a:lnTo>
                    <a:pt x="157567" y="6217800"/>
                  </a:lnTo>
                  <a:lnTo>
                    <a:pt x="157820" y="6217800"/>
                  </a:lnTo>
                  <a:lnTo>
                    <a:pt x="158072" y="6217800"/>
                  </a:lnTo>
                  <a:lnTo>
                    <a:pt x="158198" y="6217800"/>
                  </a:lnTo>
                  <a:lnTo>
                    <a:pt x="158325" y="6217800"/>
                  </a:lnTo>
                  <a:lnTo>
                    <a:pt x="158451" y="6217800"/>
                  </a:lnTo>
                  <a:lnTo>
                    <a:pt x="158577" y="6217800"/>
                  </a:lnTo>
                  <a:lnTo>
                    <a:pt x="158703" y="6217800"/>
                  </a:lnTo>
                  <a:lnTo>
                    <a:pt x="158830" y="6217800"/>
                  </a:lnTo>
                  <a:lnTo>
                    <a:pt x="158956" y="6217800"/>
                  </a:lnTo>
                  <a:lnTo>
                    <a:pt x="159208" y="6217800"/>
                  </a:lnTo>
                  <a:lnTo>
                    <a:pt x="159335" y="6217800"/>
                  </a:lnTo>
                  <a:lnTo>
                    <a:pt x="159461" y="6217800"/>
                  </a:lnTo>
                  <a:lnTo>
                    <a:pt x="159587" y="6217800"/>
                  </a:lnTo>
                  <a:lnTo>
                    <a:pt x="159713" y="6217800"/>
                  </a:lnTo>
                  <a:lnTo>
                    <a:pt x="159713" y="6212889"/>
                  </a:lnTo>
                  <a:lnTo>
                    <a:pt x="159966" y="6212889"/>
                  </a:lnTo>
                  <a:lnTo>
                    <a:pt x="160092" y="6212889"/>
                  </a:lnTo>
                  <a:lnTo>
                    <a:pt x="160219" y="6212889"/>
                  </a:lnTo>
                  <a:lnTo>
                    <a:pt x="160345" y="6212889"/>
                  </a:lnTo>
                  <a:lnTo>
                    <a:pt x="160471" y="6212889"/>
                  </a:lnTo>
                  <a:lnTo>
                    <a:pt x="160597" y="6212889"/>
                  </a:lnTo>
                  <a:lnTo>
                    <a:pt x="160724" y="6212889"/>
                  </a:lnTo>
                  <a:lnTo>
                    <a:pt x="160850" y="6212889"/>
                  </a:lnTo>
                  <a:lnTo>
                    <a:pt x="160976" y="6212889"/>
                  </a:lnTo>
                  <a:lnTo>
                    <a:pt x="161229" y="6212889"/>
                  </a:lnTo>
                  <a:lnTo>
                    <a:pt x="161355" y="6212889"/>
                  </a:lnTo>
                  <a:lnTo>
                    <a:pt x="161481" y="6212889"/>
                  </a:lnTo>
                  <a:lnTo>
                    <a:pt x="161607" y="6212889"/>
                  </a:lnTo>
                  <a:lnTo>
                    <a:pt x="161734" y="6212889"/>
                  </a:lnTo>
                  <a:lnTo>
                    <a:pt x="161860" y="6212889"/>
                  </a:lnTo>
                  <a:lnTo>
                    <a:pt x="161986" y="6212889"/>
                  </a:lnTo>
                  <a:lnTo>
                    <a:pt x="162112" y="6212889"/>
                  </a:lnTo>
                  <a:lnTo>
                    <a:pt x="162239" y="6212889"/>
                  </a:lnTo>
                  <a:lnTo>
                    <a:pt x="162617" y="6212889"/>
                  </a:lnTo>
                  <a:lnTo>
                    <a:pt x="162744" y="6212889"/>
                  </a:lnTo>
                  <a:lnTo>
                    <a:pt x="162870" y="6212889"/>
                  </a:lnTo>
                  <a:lnTo>
                    <a:pt x="162996" y="6212889"/>
                  </a:lnTo>
                  <a:lnTo>
                    <a:pt x="163122" y="6212889"/>
                  </a:lnTo>
                  <a:lnTo>
                    <a:pt x="163249" y="6212889"/>
                  </a:lnTo>
                  <a:lnTo>
                    <a:pt x="163375" y="6212889"/>
                  </a:lnTo>
                  <a:lnTo>
                    <a:pt x="163501" y="6212889"/>
                  </a:lnTo>
                  <a:lnTo>
                    <a:pt x="163627" y="6212889"/>
                  </a:lnTo>
                  <a:lnTo>
                    <a:pt x="163754" y="6212889"/>
                  </a:lnTo>
                  <a:lnTo>
                    <a:pt x="163880" y="6212889"/>
                  </a:lnTo>
                  <a:lnTo>
                    <a:pt x="164006" y="6212889"/>
                  </a:lnTo>
                  <a:lnTo>
                    <a:pt x="164132" y="6212889"/>
                  </a:lnTo>
                  <a:lnTo>
                    <a:pt x="164259" y="6212889"/>
                  </a:lnTo>
                  <a:lnTo>
                    <a:pt x="164385" y="6212889"/>
                  </a:lnTo>
                  <a:lnTo>
                    <a:pt x="164637" y="6212889"/>
                  </a:lnTo>
                  <a:lnTo>
                    <a:pt x="164764" y="6212889"/>
                  </a:lnTo>
                  <a:lnTo>
                    <a:pt x="164890" y="6212889"/>
                  </a:lnTo>
                  <a:lnTo>
                    <a:pt x="165016" y="6212889"/>
                  </a:lnTo>
                  <a:lnTo>
                    <a:pt x="165143" y="6212889"/>
                  </a:lnTo>
                  <a:lnTo>
                    <a:pt x="165269" y="6212889"/>
                  </a:lnTo>
                  <a:lnTo>
                    <a:pt x="165269" y="6207977"/>
                  </a:lnTo>
                  <a:lnTo>
                    <a:pt x="165395" y="6207977"/>
                  </a:lnTo>
                  <a:lnTo>
                    <a:pt x="165521" y="6207977"/>
                  </a:lnTo>
                  <a:lnTo>
                    <a:pt x="165648" y="6207977"/>
                  </a:lnTo>
                  <a:lnTo>
                    <a:pt x="165774" y="6207977"/>
                  </a:lnTo>
                  <a:lnTo>
                    <a:pt x="165900" y="6207977"/>
                  </a:lnTo>
                  <a:lnTo>
                    <a:pt x="166153" y="6207977"/>
                  </a:lnTo>
                  <a:lnTo>
                    <a:pt x="166279" y="6207977"/>
                  </a:lnTo>
                  <a:lnTo>
                    <a:pt x="166405" y="6207977"/>
                  </a:lnTo>
                  <a:lnTo>
                    <a:pt x="166531" y="6207977"/>
                  </a:lnTo>
                  <a:lnTo>
                    <a:pt x="166658" y="6207977"/>
                  </a:lnTo>
                  <a:lnTo>
                    <a:pt x="166784" y="6207977"/>
                  </a:lnTo>
                  <a:lnTo>
                    <a:pt x="166910" y="6207977"/>
                  </a:lnTo>
                  <a:lnTo>
                    <a:pt x="167163" y="6207977"/>
                  </a:lnTo>
                  <a:lnTo>
                    <a:pt x="167289" y="6207977"/>
                  </a:lnTo>
                  <a:lnTo>
                    <a:pt x="167415" y="6207977"/>
                  </a:lnTo>
                  <a:lnTo>
                    <a:pt x="167541" y="6207977"/>
                  </a:lnTo>
                  <a:lnTo>
                    <a:pt x="167668" y="6207977"/>
                  </a:lnTo>
                  <a:lnTo>
                    <a:pt x="167794" y="6207977"/>
                  </a:lnTo>
                  <a:lnTo>
                    <a:pt x="167920" y="6207977"/>
                  </a:lnTo>
                  <a:lnTo>
                    <a:pt x="168046" y="6207977"/>
                  </a:lnTo>
                  <a:lnTo>
                    <a:pt x="168173" y="6207977"/>
                  </a:lnTo>
                  <a:lnTo>
                    <a:pt x="168299" y="6207977"/>
                  </a:lnTo>
                  <a:lnTo>
                    <a:pt x="168425" y="6207977"/>
                  </a:lnTo>
                  <a:lnTo>
                    <a:pt x="168551" y="6207977"/>
                  </a:lnTo>
                  <a:lnTo>
                    <a:pt x="168678" y="6207977"/>
                  </a:lnTo>
                  <a:lnTo>
                    <a:pt x="168804" y="6207977"/>
                  </a:lnTo>
                  <a:lnTo>
                    <a:pt x="168930" y="6207977"/>
                  </a:lnTo>
                  <a:lnTo>
                    <a:pt x="169056" y="6207977"/>
                  </a:lnTo>
                  <a:lnTo>
                    <a:pt x="169183" y="6207977"/>
                  </a:lnTo>
                  <a:lnTo>
                    <a:pt x="169309" y="6207977"/>
                  </a:lnTo>
                  <a:lnTo>
                    <a:pt x="169435" y="6207977"/>
                  </a:lnTo>
                  <a:lnTo>
                    <a:pt x="169561" y="6207977"/>
                  </a:lnTo>
                  <a:lnTo>
                    <a:pt x="169688" y="6207977"/>
                  </a:lnTo>
                  <a:lnTo>
                    <a:pt x="169940" y="6207977"/>
                  </a:lnTo>
                  <a:lnTo>
                    <a:pt x="169940" y="6203066"/>
                  </a:lnTo>
                  <a:lnTo>
                    <a:pt x="170066" y="6203066"/>
                  </a:lnTo>
                  <a:lnTo>
                    <a:pt x="170193" y="6203066"/>
                  </a:lnTo>
                  <a:lnTo>
                    <a:pt x="170319" y="6203066"/>
                  </a:lnTo>
                  <a:lnTo>
                    <a:pt x="170445" y="6203066"/>
                  </a:lnTo>
                  <a:lnTo>
                    <a:pt x="170572" y="6203066"/>
                  </a:lnTo>
                  <a:lnTo>
                    <a:pt x="170698" y="6203066"/>
                  </a:lnTo>
                  <a:lnTo>
                    <a:pt x="170824" y="6203066"/>
                  </a:lnTo>
                  <a:lnTo>
                    <a:pt x="170950" y="6203066"/>
                  </a:lnTo>
                  <a:lnTo>
                    <a:pt x="171203" y="6203066"/>
                  </a:lnTo>
                  <a:lnTo>
                    <a:pt x="171329" y="6203066"/>
                  </a:lnTo>
                  <a:lnTo>
                    <a:pt x="171455" y="6203066"/>
                  </a:lnTo>
                  <a:lnTo>
                    <a:pt x="171582" y="6203066"/>
                  </a:lnTo>
                  <a:lnTo>
                    <a:pt x="171708" y="6203066"/>
                  </a:lnTo>
                  <a:lnTo>
                    <a:pt x="171960" y="6203066"/>
                  </a:lnTo>
                  <a:lnTo>
                    <a:pt x="172087" y="6203066"/>
                  </a:lnTo>
                  <a:lnTo>
                    <a:pt x="172213" y="6203066"/>
                  </a:lnTo>
                  <a:lnTo>
                    <a:pt x="172339" y="6203066"/>
                  </a:lnTo>
                  <a:lnTo>
                    <a:pt x="172465" y="6203066"/>
                  </a:lnTo>
                  <a:lnTo>
                    <a:pt x="172592" y="6203066"/>
                  </a:lnTo>
                  <a:lnTo>
                    <a:pt x="172718" y="6203066"/>
                  </a:lnTo>
                  <a:lnTo>
                    <a:pt x="172844" y="6203066"/>
                  </a:lnTo>
                  <a:lnTo>
                    <a:pt x="172970" y="6203066"/>
                  </a:lnTo>
                  <a:lnTo>
                    <a:pt x="173097" y="6203066"/>
                  </a:lnTo>
                  <a:lnTo>
                    <a:pt x="173223" y="6203066"/>
                  </a:lnTo>
                  <a:lnTo>
                    <a:pt x="173602" y="6203066"/>
                  </a:lnTo>
                  <a:lnTo>
                    <a:pt x="173728" y="6203066"/>
                  </a:lnTo>
                  <a:lnTo>
                    <a:pt x="173854" y="6203066"/>
                  </a:lnTo>
                  <a:lnTo>
                    <a:pt x="174107" y="6203066"/>
                  </a:lnTo>
                  <a:lnTo>
                    <a:pt x="174233" y="6203066"/>
                  </a:lnTo>
                  <a:lnTo>
                    <a:pt x="174359" y="6203066"/>
                  </a:lnTo>
                  <a:lnTo>
                    <a:pt x="174612" y="6203066"/>
                  </a:lnTo>
                  <a:lnTo>
                    <a:pt x="174738" y="6203066"/>
                  </a:lnTo>
                  <a:lnTo>
                    <a:pt x="174864" y="6203066"/>
                  </a:lnTo>
                  <a:lnTo>
                    <a:pt x="175117" y="6203066"/>
                  </a:lnTo>
                  <a:lnTo>
                    <a:pt x="175243" y="6203066"/>
                  </a:lnTo>
                  <a:lnTo>
                    <a:pt x="175369" y="6203066"/>
                  </a:lnTo>
                  <a:lnTo>
                    <a:pt x="175496" y="6203066"/>
                  </a:lnTo>
                  <a:lnTo>
                    <a:pt x="175622" y="6203066"/>
                  </a:lnTo>
                  <a:lnTo>
                    <a:pt x="175748" y="6203066"/>
                  </a:lnTo>
                  <a:lnTo>
                    <a:pt x="175874" y="6203066"/>
                  </a:lnTo>
                  <a:lnTo>
                    <a:pt x="176001" y="6203066"/>
                  </a:lnTo>
                  <a:lnTo>
                    <a:pt x="176127" y="6203066"/>
                  </a:lnTo>
                  <a:lnTo>
                    <a:pt x="176253" y="6203066"/>
                  </a:lnTo>
                  <a:lnTo>
                    <a:pt x="176379" y="6203066"/>
                  </a:lnTo>
                  <a:lnTo>
                    <a:pt x="176506" y="6203066"/>
                  </a:lnTo>
                  <a:lnTo>
                    <a:pt x="176632" y="6203066"/>
                  </a:lnTo>
                  <a:lnTo>
                    <a:pt x="176758" y="6203066"/>
                  </a:lnTo>
                  <a:lnTo>
                    <a:pt x="176884" y="6203066"/>
                  </a:lnTo>
                  <a:lnTo>
                    <a:pt x="177011" y="6203066"/>
                  </a:lnTo>
                  <a:lnTo>
                    <a:pt x="177263" y="6203066"/>
                  </a:lnTo>
                  <a:lnTo>
                    <a:pt x="177389" y="6203066"/>
                  </a:lnTo>
                  <a:lnTo>
                    <a:pt x="177516" y="6203066"/>
                  </a:lnTo>
                  <a:lnTo>
                    <a:pt x="177642" y="6203066"/>
                  </a:lnTo>
                  <a:lnTo>
                    <a:pt x="177768" y="6203066"/>
                  </a:lnTo>
                  <a:lnTo>
                    <a:pt x="178021" y="6203066"/>
                  </a:lnTo>
                  <a:lnTo>
                    <a:pt x="178147" y="6203066"/>
                  </a:lnTo>
                  <a:lnTo>
                    <a:pt x="178273" y="6203066"/>
                  </a:lnTo>
                  <a:lnTo>
                    <a:pt x="178399" y="6203066"/>
                  </a:lnTo>
                  <a:lnTo>
                    <a:pt x="178526" y="6203066"/>
                  </a:lnTo>
                  <a:lnTo>
                    <a:pt x="178652" y="6203066"/>
                  </a:lnTo>
                  <a:lnTo>
                    <a:pt x="178778" y="6203066"/>
                  </a:lnTo>
                  <a:lnTo>
                    <a:pt x="178904" y="6203066"/>
                  </a:lnTo>
                  <a:lnTo>
                    <a:pt x="179157" y="6203066"/>
                  </a:lnTo>
                  <a:lnTo>
                    <a:pt x="179283" y="6203066"/>
                  </a:lnTo>
                  <a:lnTo>
                    <a:pt x="179409" y="6203066"/>
                  </a:lnTo>
                  <a:lnTo>
                    <a:pt x="179536" y="6203066"/>
                  </a:lnTo>
                  <a:lnTo>
                    <a:pt x="179662" y="6198155"/>
                  </a:lnTo>
                  <a:lnTo>
                    <a:pt x="179914" y="6198155"/>
                  </a:lnTo>
                  <a:lnTo>
                    <a:pt x="180167" y="6198155"/>
                  </a:lnTo>
                  <a:lnTo>
                    <a:pt x="180293" y="6198155"/>
                  </a:lnTo>
                  <a:lnTo>
                    <a:pt x="180293" y="6193243"/>
                  </a:lnTo>
                  <a:lnTo>
                    <a:pt x="180420" y="6193243"/>
                  </a:lnTo>
                  <a:lnTo>
                    <a:pt x="180546" y="6193243"/>
                  </a:lnTo>
                  <a:lnTo>
                    <a:pt x="180546" y="6188332"/>
                  </a:lnTo>
                  <a:lnTo>
                    <a:pt x="180672" y="6188332"/>
                  </a:lnTo>
                  <a:lnTo>
                    <a:pt x="180798" y="6188332"/>
                  </a:lnTo>
                  <a:lnTo>
                    <a:pt x="180925" y="6188332"/>
                  </a:lnTo>
                  <a:lnTo>
                    <a:pt x="181051" y="6188332"/>
                  </a:lnTo>
                  <a:lnTo>
                    <a:pt x="181177" y="6188332"/>
                  </a:lnTo>
                  <a:lnTo>
                    <a:pt x="181303" y="6188332"/>
                  </a:lnTo>
                  <a:lnTo>
                    <a:pt x="181430" y="6188332"/>
                  </a:lnTo>
                  <a:lnTo>
                    <a:pt x="181556" y="6188332"/>
                  </a:lnTo>
                  <a:lnTo>
                    <a:pt x="181682" y="6188332"/>
                  </a:lnTo>
                  <a:lnTo>
                    <a:pt x="181808" y="6188332"/>
                  </a:lnTo>
                  <a:lnTo>
                    <a:pt x="182061" y="6188332"/>
                  </a:lnTo>
                  <a:lnTo>
                    <a:pt x="182187" y="6188332"/>
                  </a:lnTo>
                  <a:lnTo>
                    <a:pt x="182313" y="6188332"/>
                  </a:lnTo>
                  <a:lnTo>
                    <a:pt x="182566" y="6188332"/>
                  </a:lnTo>
                  <a:lnTo>
                    <a:pt x="182692" y="6188332"/>
                  </a:lnTo>
                  <a:lnTo>
                    <a:pt x="182818" y="6188332"/>
                  </a:lnTo>
                  <a:lnTo>
                    <a:pt x="182945" y="6188332"/>
                  </a:lnTo>
                  <a:lnTo>
                    <a:pt x="183071" y="6188332"/>
                  </a:lnTo>
                  <a:lnTo>
                    <a:pt x="183197" y="6188332"/>
                  </a:lnTo>
                  <a:lnTo>
                    <a:pt x="183323" y="6188332"/>
                  </a:lnTo>
                  <a:lnTo>
                    <a:pt x="183576" y="6188332"/>
                  </a:lnTo>
                  <a:lnTo>
                    <a:pt x="183702" y="6188332"/>
                  </a:lnTo>
                  <a:lnTo>
                    <a:pt x="183828" y="6188332"/>
                  </a:lnTo>
                  <a:lnTo>
                    <a:pt x="183955" y="6188332"/>
                  </a:lnTo>
                  <a:lnTo>
                    <a:pt x="184081" y="6188332"/>
                  </a:lnTo>
                  <a:lnTo>
                    <a:pt x="184207" y="6188332"/>
                  </a:lnTo>
                  <a:lnTo>
                    <a:pt x="184333" y="6188332"/>
                  </a:lnTo>
                  <a:lnTo>
                    <a:pt x="184460" y="6188332"/>
                  </a:lnTo>
                  <a:lnTo>
                    <a:pt x="184586" y="6188332"/>
                  </a:lnTo>
                  <a:lnTo>
                    <a:pt x="184712" y="6188332"/>
                  </a:lnTo>
                  <a:lnTo>
                    <a:pt x="184838" y="6188332"/>
                  </a:lnTo>
                  <a:lnTo>
                    <a:pt x="184965" y="6188332"/>
                  </a:lnTo>
                  <a:lnTo>
                    <a:pt x="185091" y="6188332"/>
                  </a:lnTo>
                  <a:lnTo>
                    <a:pt x="185343" y="6188332"/>
                  </a:lnTo>
                  <a:lnTo>
                    <a:pt x="185596" y="6188332"/>
                  </a:lnTo>
                  <a:lnTo>
                    <a:pt x="185722" y="6188332"/>
                  </a:lnTo>
                  <a:lnTo>
                    <a:pt x="185849" y="6188332"/>
                  </a:lnTo>
                  <a:lnTo>
                    <a:pt x="186101" y="6188332"/>
                  </a:lnTo>
                  <a:lnTo>
                    <a:pt x="186227" y="6188332"/>
                  </a:lnTo>
                  <a:lnTo>
                    <a:pt x="186354" y="6188332"/>
                  </a:lnTo>
                  <a:lnTo>
                    <a:pt x="186480" y="6188332"/>
                  </a:lnTo>
                  <a:lnTo>
                    <a:pt x="186606" y="6188332"/>
                  </a:lnTo>
                  <a:lnTo>
                    <a:pt x="186732" y="6188332"/>
                  </a:lnTo>
                  <a:lnTo>
                    <a:pt x="186859" y="6188332"/>
                  </a:lnTo>
                  <a:lnTo>
                    <a:pt x="187111" y="6188332"/>
                  </a:lnTo>
                  <a:lnTo>
                    <a:pt x="187237" y="6188332"/>
                  </a:lnTo>
                  <a:lnTo>
                    <a:pt x="187364" y="6188332"/>
                  </a:lnTo>
                  <a:lnTo>
                    <a:pt x="187490" y="6188332"/>
                  </a:lnTo>
                  <a:lnTo>
                    <a:pt x="187616" y="6188332"/>
                  </a:lnTo>
                  <a:lnTo>
                    <a:pt x="187742" y="6188332"/>
                  </a:lnTo>
                  <a:lnTo>
                    <a:pt x="187869" y="6188332"/>
                  </a:lnTo>
                  <a:lnTo>
                    <a:pt x="187995" y="6188332"/>
                  </a:lnTo>
                  <a:lnTo>
                    <a:pt x="188121" y="6188332"/>
                  </a:lnTo>
                  <a:lnTo>
                    <a:pt x="188247" y="6188332"/>
                  </a:lnTo>
                  <a:lnTo>
                    <a:pt x="188500" y="6188332"/>
                  </a:lnTo>
                  <a:lnTo>
                    <a:pt x="188752" y="6188332"/>
                  </a:lnTo>
                  <a:lnTo>
                    <a:pt x="188879" y="6188332"/>
                  </a:lnTo>
                  <a:lnTo>
                    <a:pt x="189005" y="6188332"/>
                  </a:lnTo>
                  <a:lnTo>
                    <a:pt x="189131" y="6188332"/>
                  </a:lnTo>
                  <a:lnTo>
                    <a:pt x="189257" y="6188332"/>
                  </a:lnTo>
                  <a:lnTo>
                    <a:pt x="189384" y="6188332"/>
                  </a:lnTo>
                  <a:lnTo>
                    <a:pt x="189510" y="6188332"/>
                  </a:lnTo>
                  <a:lnTo>
                    <a:pt x="189636" y="6188332"/>
                  </a:lnTo>
                  <a:lnTo>
                    <a:pt x="189762" y="6188332"/>
                  </a:lnTo>
                  <a:lnTo>
                    <a:pt x="189889" y="6188332"/>
                  </a:lnTo>
                  <a:lnTo>
                    <a:pt x="190015" y="6188332"/>
                  </a:lnTo>
                  <a:lnTo>
                    <a:pt x="190141" y="6188332"/>
                  </a:lnTo>
                  <a:lnTo>
                    <a:pt x="190267" y="6188332"/>
                  </a:lnTo>
                  <a:lnTo>
                    <a:pt x="190394" y="6188332"/>
                  </a:lnTo>
                  <a:lnTo>
                    <a:pt x="190520" y="6188332"/>
                  </a:lnTo>
                  <a:lnTo>
                    <a:pt x="190646" y="6188332"/>
                  </a:lnTo>
                  <a:lnTo>
                    <a:pt x="190773" y="6188332"/>
                  </a:lnTo>
                  <a:lnTo>
                    <a:pt x="190899" y="6188332"/>
                  </a:lnTo>
                  <a:lnTo>
                    <a:pt x="191025" y="6188332"/>
                  </a:lnTo>
                  <a:lnTo>
                    <a:pt x="191151" y="6188332"/>
                  </a:lnTo>
                  <a:lnTo>
                    <a:pt x="191278" y="6188332"/>
                  </a:lnTo>
                  <a:lnTo>
                    <a:pt x="191404" y="6188332"/>
                  </a:lnTo>
                  <a:lnTo>
                    <a:pt x="191530" y="6188332"/>
                  </a:lnTo>
                  <a:lnTo>
                    <a:pt x="191656" y="6188332"/>
                  </a:lnTo>
                  <a:lnTo>
                    <a:pt x="191783" y="6188332"/>
                  </a:lnTo>
                  <a:lnTo>
                    <a:pt x="191909" y="6188332"/>
                  </a:lnTo>
                  <a:lnTo>
                    <a:pt x="192161" y="6188332"/>
                  </a:lnTo>
                  <a:lnTo>
                    <a:pt x="192288" y="6188332"/>
                  </a:lnTo>
                  <a:lnTo>
                    <a:pt x="192414" y="6188332"/>
                  </a:lnTo>
                  <a:lnTo>
                    <a:pt x="192540" y="6188332"/>
                  </a:lnTo>
                  <a:lnTo>
                    <a:pt x="192919" y="6188332"/>
                  </a:lnTo>
                  <a:lnTo>
                    <a:pt x="193045" y="6188332"/>
                  </a:lnTo>
                  <a:lnTo>
                    <a:pt x="193298" y="6188332"/>
                  </a:lnTo>
                  <a:lnTo>
                    <a:pt x="193424" y="6188332"/>
                  </a:lnTo>
                  <a:lnTo>
                    <a:pt x="193550" y="6188332"/>
                  </a:lnTo>
                  <a:lnTo>
                    <a:pt x="193676" y="6188332"/>
                  </a:lnTo>
                  <a:lnTo>
                    <a:pt x="193803" y="6188332"/>
                  </a:lnTo>
                  <a:lnTo>
                    <a:pt x="193929" y="6188332"/>
                  </a:lnTo>
                  <a:lnTo>
                    <a:pt x="194055" y="6188332"/>
                  </a:lnTo>
                  <a:lnTo>
                    <a:pt x="194181" y="6188332"/>
                  </a:lnTo>
                  <a:lnTo>
                    <a:pt x="194308" y="6188332"/>
                  </a:lnTo>
                  <a:lnTo>
                    <a:pt x="194434" y="6188332"/>
                  </a:lnTo>
                  <a:lnTo>
                    <a:pt x="194560" y="6188332"/>
                  </a:lnTo>
                  <a:lnTo>
                    <a:pt x="194813" y="6188332"/>
                  </a:lnTo>
                  <a:lnTo>
                    <a:pt x="194939" y="6188332"/>
                  </a:lnTo>
                  <a:lnTo>
                    <a:pt x="195065" y="6188332"/>
                  </a:lnTo>
                  <a:lnTo>
                    <a:pt x="195191" y="6188332"/>
                  </a:lnTo>
                  <a:lnTo>
                    <a:pt x="195318" y="6188332"/>
                  </a:lnTo>
                  <a:lnTo>
                    <a:pt x="195570" y="6188332"/>
                  </a:lnTo>
                  <a:lnTo>
                    <a:pt x="195696" y="6188332"/>
                  </a:lnTo>
                  <a:lnTo>
                    <a:pt x="195823" y="6188332"/>
                  </a:lnTo>
                  <a:lnTo>
                    <a:pt x="196075" y="6188332"/>
                  </a:lnTo>
                  <a:lnTo>
                    <a:pt x="196202" y="6188332"/>
                  </a:lnTo>
                  <a:lnTo>
                    <a:pt x="196328" y="6188332"/>
                  </a:lnTo>
                  <a:lnTo>
                    <a:pt x="196454" y="6188332"/>
                  </a:lnTo>
                  <a:lnTo>
                    <a:pt x="196580" y="6188332"/>
                  </a:lnTo>
                  <a:lnTo>
                    <a:pt x="196707" y="6188332"/>
                  </a:lnTo>
                  <a:lnTo>
                    <a:pt x="196959" y="6188332"/>
                  </a:lnTo>
                  <a:lnTo>
                    <a:pt x="197085" y="6188332"/>
                  </a:lnTo>
                  <a:lnTo>
                    <a:pt x="197212" y="6188332"/>
                  </a:lnTo>
                  <a:lnTo>
                    <a:pt x="197338" y="6188332"/>
                  </a:lnTo>
                  <a:lnTo>
                    <a:pt x="197464" y="6188332"/>
                  </a:lnTo>
                  <a:lnTo>
                    <a:pt x="197590" y="6188332"/>
                  </a:lnTo>
                  <a:lnTo>
                    <a:pt x="197717" y="6188332"/>
                  </a:lnTo>
                  <a:lnTo>
                    <a:pt x="197843" y="6188332"/>
                  </a:lnTo>
                  <a:lnTo>
                    <a:pt x="197969" y="6188332"/>
                  </a:lnTo>
                  <a:lnTo>
                    <a:pt x="198095" y="6188332"/>
                  </a:lnTo>
                  <a:lnTo>
                    <a:pt x="198222" y="6188332"/>
                  </a:lnTo>
                  <a:lnTo>
                    <a:pt x="198348" y="6188332"/>
                  </a:lnTo>
                  <a:lnTo>
                    <a:pt x="198474" y="6188332"/>
                  </a:lnTo>
                  <a:lnTo>
                    <a:pt x="198600" y="6188332"/>
                  </a:lnTo>
                  <a:lnTo>
                    <a:pt x="198727" y="6188332"/>
                  </a:lnTo>
                  <a:lnTo>
                    <a:pt x="198853" y="6188332"/>
                  </a:lnTo>
                  <a:lnTo>
                    <a:pt x="198979" y="6188332"/>
                  </a:lnTo>
                  <a:lnTo>
                    <a:pt x="199105" y="6188332"/>
                  </a:lnTo>
                  <a:lnTo>
                    <a:pt x="199232" y="6188332"/>
                  </a:lnTo>
                  <a:lnTo>
                    <a:pt x="199358" y="6188332"/>
                  </a:lnTo>
                  <a:lnTo>
                    <a:pt x="199484" y="6188332"/>
                  </a:lnTo>
                  <a:lnTo>
                    <a:pt x="199610" y="6183421"/>
                  </a:lnTo>
                  <a:lnTo>
                    <a:pt x="199737" y="6183421"/>
                  </a:lnTo>
                  <a:lnTo>
                    <a:pt x="199863" y="6183421"/>
                  </a:lnTo>
                  <a:lnTo>
                    <a:pt x="200115" y="6183421"/>
                  </a:lnTo>
                  <a:lnTo>
                    <a:pt x="200242" y="6183421"/>
                  </a:lnTo>
                  <a:lnTo>
                    <a:pt x="200494" y="6183421"/>
                  </a:lnTo>
                  <a:lnTo>
                    <a:pt x="200620" y="6183421"/>
                  </a:lnTo>
                  <a:lnTo>
                    <a:pt x="200747" y="6183421"/>
                  </a:lnTo>
                  <a:lnTo>
                    <a:pt x="200873" y="6183421"/>
                  </a:lnTo>
                  <a:lnTo>
                    <a:pt x="200999" y="6183421"/>
                  </a:lnTo>
                  <a:lnTo>
                    <a:pt x="201126" y="6183421"/>
                  </a:lnTo>
                  <a:lnTo>
                    <a:pt x="201252" y="6183421"/>
                  </a:lnTo>
                  <a:lnTo>
                    <a:pt x="201378" y="6183421"/>
                  </a:lnTo>
                  <a:lnTo>
                    <a:pt x="201378" y="6178509"/>
                  </a:lnTo>
                  <a:lnTo>
                    <a:pt x="201504" y="6178509"/>
                  </a:lnTo>
                  <a:lnTo>
                    <a:pt x="201757" y="6178509"/>
                  </a:lnTo>
                  <a:lnTo>
                    <a:pt x="201883" y="6178509"/>
                  </a:lnTo>
                  <a:lnTo>
                    <a:pt x="202009" y="6178509"/>
                  </a:lnTo>
                  <a:lnTo>
                    <a:pt x="202136" y="6178509"/>
                  </a:lnTo>
                  <a:lnTo>
                    <a:pt x="202262" y="6178509"/>
                  </a:lnTo>
                  <a:lnTo>
                    <a:pt x="202388" y="6178509"/>
                  </a:lnTo>
                  <a:lnTo>
                    <a:pt x="202514" y="6178509"/>
                  </a:lnTo>
                  <a:lnTo>
                    <a:pt x="202641" y="6178509"/>
                  </a:lnTo>
                  <a:lnTo>
                    <a:pt x="202767" y="6178509"/>
                  </a:lnTo>
                  <a:lnTo>
                    <a:pt x="202767" y="6173598"/>
                  </a:lnTo>
                  <a:lnTo>
                    <a:pt x="202893" y="6173598"/>
                  </a:lnTo>
                  <a:lnTo>
                    <a:pt x="202893" y="6168686"/>
                  </a:lnTo>
                  <a:lnTo>
                    <a:pt x="203019" y="6168686"/>
                  </a:lnTo>
                  <a:lnTo>
                    <a:pt x="203146" y="6168686"/>
                  </a:lnTo>
                  <a:lnTo>
                    <a:pt x="203272" y="6168686"/>
                  </a:lnTo>
                  <a:lnTo>
                    <a:pt x="203524" y="6168686"/>
                  </a:lnTo>
                  <a:lnTo>
                    <a:pt x="203651" y="6168686"/>
                  </a:lnTo>
                  <a:lnTo>
                    <a:pt x="203777" y="6168686"/>
                  </a:lnTo>
                  <a:lnTo>
                    <a:pt x="204029" y="6168686"/>
                  </a:lnTo>
                  <a:lnTo>
                    <a:pt x="204156" y="6168686"/>
                  </a:lnTo>
                  <a:lnTo>
                    <a:pt x="204408" y="6168686"/>
                  </a:lnTo>
                  <a:lnTo>
                    <a:pt x="204534" y="6168686"/>
                  </a:lnTo>
                  <a:lnTo>
                    <a:pt x="204661" y="6168686"/>
                  </a:lnTo>
                  <a:lnTo>
                    <a:pt x="204913" y="6168686"/>
                  </a:lnTo>
                  <a:lnTo>
                    <a:pt x="205039" y="6168686"/>
                  </a:lnTo>
                  <a:lnTo>
                    <a:pt x="205166" y="6168686"/>
                  </a:lnTo>
                  <a:lnTo>
                    <a:pt x="205292" y="6168686"/>
                  </a:lnTo>
                  <a:lnTo>
                    <a:pt x="205418" y="6168686"/>
                  </a:lnTo>
                  <a:lnTo>
                    <a:pt x="205544" y="6168686"/>
                  </a:lnTo>
                  <a:lnTo>
                    <a:pt x="205671" y="6168686"/>
                  </a:lnTo>
                  <a:lnTo>
                    <a:pt x="205797" y="6168686"/>
                  </a:lnTo>
                  <a:lnTo>
                    <a:pt x="205923" y="6168686"/>
                  </a:lnTo>
                  <a:lnTo>
                    <a:pt x="206049" y="6168686"/>
                  </a:lnTo>
                  <a:lnTo>
                    <a:pt x="206302" y="6168686"/>
                  </a:lnTo>
                  <a:lnTo>
                    <a:pt x="206428" y="6168686"/>
                  </a:lnTo>
                  <a:lnTo>
                    <a:pt x="206681" y="6168686"/>
                  </a:lnTo>
                  <a:lnTo>
                    <a:pt x="206807" y="6168686"/>
                  </a:lnTo>
                  <a:lnTo>
                    <a:pt x="206933" y="6168686"/>
                  </a:lnTo>
                  <a:lnTo>
                    <a:pt x="207060" y="6168686"/>
                  </a:lnTo>
                  <a:lnTo>
                    <a:pt x="207186" y="6168686"/>
                  </a:lnTo>
                  <a:lnTo>
                    <a:pt x="207312" y="6168686"/>
                  </a:lnTo>
                  <a:lnTo>
                    <a:pt x="207438" y="6168686"/>
                  </a:lnTo>
                  <a:lnTo>
                    <a:pt x="207565" y="6168686"/>
                  </a:lnTo>
                  <a:lnTo>
                    <a:pt x="207691" y="6168686"/>
                  </a:lnTo>
                  <a:lnTo>
                    <a:pt x="207817" y="6168686"/>
                  </a:lnTo>
                  <a:lnTo>
                    <a:pt x="207943" y="6168686"/>
                  </a:lnTo>
                  <a:lnTo>
                    <a:pt x="208196" y="6168686"/>
                  </a:lnTo>
                  <a:lnTo>
                    <a:pt x="208322" y="6168686"/>
                  </a:lnTo>
                  <a:lnTo>
                    <a:pt x="208448" y="6168686"/>
                  </a:lnTo>
                  <a:lnTo>
                    <a:pt x="208575" y="6168686"/>
                  </a:lnTo>
                  <a:lnTo>
                    <a:pt x="208701" y="6168686"/>
                  </a:lnTo>
                  <a:lnTo>
                    <a:pt x="208827" y="6168686"/>
                  </a:lnTo>
                  <a:lnTo>
                    <a:pt x="208953" y="6168686"/>
                  </a:lnTo>
                  <a:lnTo>
                    <a:pt x="209080" y="6168686"/>
                  </a:lnTo>
                  <a:lnTo>
                    <a:pt x="209206" y="6168686"/>
                  </a:lnTo>
                  <a:lnTo>
                    <a:pt x="209332" y="6168686"/>
                  </a:lnTo>
                  <a:lnTo>
                    <a:pt x="209458" y="6168686"/>
                  </a:lnTo>
                  <a:lnTo>
                    <a:pt x="209585" y="6168686"/>
                  </a:lnTo>
                  <a:lnTo>
                    <a:pt x="209711" y="6168686"/>
                  </a:lnTo>
                  <a:lnTo>
                    <a:pt x="209963" y="6168686"/>
                  </a:lnTo>
                  <a:lnTo>
                    <a:pt x="210216" y="6168686"/>
                  </a:lnTo>
                  <a:lnTo>
                    <a:pt x="210342" y="6168686"/>
                  </a:lnTo>
                  <a:lnTo>
                    <a:pt x="210342" y="6163775"/>
                  </a:lnTo>
                  <a:lnTo>
                    <a:pt x="210468" y="6163775"/>
                  </a:lnTo>
                  <a:lnTo>
                    <a:pt x="210595" y="6163775"/>
                  </a:lnTo>
                  <a:lnTo>
                    <a:pt x="210721" y="6163775"/>
                  </a:lnTo>
                  <a:lnTo>
                    <a:pt x="210847" y="6163775"/>
                  </a:lnTo>
                  <a:lnTo>
                    <a:pt x="210973" y="6163775"/>
                  </a:lnTo>
                  <a:lnTo>
                    <a:pt x="211100" y="6163775"/>
                  </a:lnTo>
                  <a:lnTo>
                    <a:pt x="211352" y="6163775"/>
                  </a:lnTo>
                  <a:lnTo>
                    <a:pt x="211479" y="6158864"/>
                  </a:lnTo>
                  <a:lnTo>
                    <a:pt x="211605" y="6158864"/>
                  </a:lnTo>
                  <a:lnTo>
                    <a:pt x="211731" y="6158864"/>
                  </a:lnTo>
                  <a:lnTo>
                    <a:pt x="211857" y="6158864"/>
                  </a:lnTo>
                  <a:lnTo>
                    <a:pt x="211984" y="6158864"/>
                  </a:lnTo>
                  <a:lnTo>
                    <a:pt x="212110" y="6158864"/>
                  </a:lnTo>
                  <a:lnTo>
                    <a:pt x="212236" y="6158864"/>
                  </a:lnTo>
                  <a:lnTo>
                    <a:pt x="212362" y="6158864"/>
                  </a:lnTo>
                  <a:lnTo>
                    <a:pt x="212489" y="6158864"/>
                  </a:lnTo>
                  <a:lnTo>
                    <a:pt x="212615" y="6158864"/>
                  </a:lnTo>
                  <a:lnTo>
                    <a:pt x="212867" y="6158864"/>
                  </a:lnTo>
                  <a:lnTo>
                    <a:pt x="212994" y="6158864"/>
                  </a:lnTo>
                  <a:lnTo>
                    <a:pt x="213120" y="6158864"/>
                  </a:lnTo>
                  <a:lnTo>
                    <a:pt x="213246" y="6158864"/>
                  </a:lnTo>
                  <a:lnTo>
                    <a:pt x="213751" y="6158864"/>
                  </a:lnTo>
                  <a:lnTo>
                    <a:pt x="213877" y="6158864"/>
                  </a:lnTo>
                  <a:lnTo>
                    <a:pt x="214004" y="6158864"/>
                  </a:lnTo>
                  <a:lnTo>
                    <a:pt x="214130" y="6158864"/>
                  </a:lnTo>
                  <a:lnTo>
                    <a:pt x="214382" y="6158864"/>
                  </a:lnTo>
                  <a:lnTo>
                    <a:pt x="214509" y="6158864"/>
                  </a:lnTo>
                  <a:lnTo>
                    <a:pt x="214635" y="6158864"/>
                  </a:lnTo>
                  <a:lnTo>
                    <a:pt x="214761" y="6158864"/>
                  </a:lnTo>
                  <a:lnTo>
                    <a:pt x="214887" y="6158864"/>
                  </a:lnTo>
                  <a:lnTo>
                    <a:pt x="215140" y="6158864"/>
                  </a:lnTo>
                  <a:lnTo>
                    <a:pt x="215266" y="6158864"/>
                  </a:lnTo>
                  <a:lnTo>
                    <a:pt x="215392" y="6158864"/>
                  </a:lnTo>
                  <a:lnTo>
                    <a:pt x="215519" y="6158864"/>
                  </a:lnTo>
                  <a:lnTo>
                    <a:pt x="215645" y="6158864"/>
                  </a:lnTo>
                  <a:lnTo>
                    <a:pt x="215771" y="6158864"/>
                  </a:lnTo>
                  <a:lnTo>
                    <a:pt x="215897" y="6158864"/>
                  </a:lnTo>
                  <a:lnTo>
                    <a:pt x="216150" y="6158864"/>
                  </a:lnTo>
                  <a:lnTo>
                    <a:pt x="216276" y="6158864"/>
                  </a:lnTo>
                  <a:lnTo>
                    <a:pt x="216402" y="6158864"/>
                  </a:lnTo>
                  <a:lnTo>
                    <a:pt x="216529" y="6158864"/>
                  </a:lnTo>
                  <a:lnTo>
                    <a:pt x="216655" y="6158864"/>
                  </a:lnTo>
                  <a:lnTo>
                    <a:pt x="216781" y="6158864"/>
                  </a:lnTo>
                  <a:lnTo>
                    <a:pt x="216781" y="6153952"/>
                  </a:lnTo>
                  <a:lnTo>
                    <a:pt x="216908" y="6153952"/>
                  </a:lnTo>
                  <a:lnTo>
                    <a:pt x="217160" y="6153952"/>
                  </a:lnTo>
                  <a:lnTo>
                    <a:pt x="217286" y="6153952"/>
                  </a:lnTo>
                  <a:lnTo>
                    <a:pt x="217413" y="6153952"/>
                  </a:lnTo>
                  <a:lnTo>
                    <a:pt x="217539" y="6153952"/>
                  </a:lnTo>
                  <a:lnTo>
                    <a:pt x="217665" y="6153952"/>
                  </a:lnTo>
                  <a:lnTo>
                    <a:pt x="217791" y="6153952"/>
                  </a:lnTo>
                  <a:lnTo>
                    <a:pt x="217918" y="6153952"/>
                  </a:lnTo>
                  <a:lnTo>
                    <a:pt x="218044" y="6153952"/>
                  </a:lnTo>
                  <a:lnTo>
                    <a:pt x="218044" y="6149041"/>
                  </a:lnTo>
                  <a:lnTo>
                    <a:pt x="218170" y="6149041"/>
                  </a:lnTo>
                  <a:lnTo>
                    <a:pt x="218296" y="6149041"/>
                  </a:lnTo>
                  <a:lnTo>
                    <a:pt x="218549" y="6144130"/>
                  </a:lnTo>
                  <a:lnTo>
                    <a:pt x="218801" y="6144130"/>
                  </a:lnTo>
                  <a:lnTo>
                    <a:pt x="218928" y="6144130"/>
                  </a:lnTo>
                  <a:lnTo>
                    <a:pt x="219180" y="6144130"/>
                  </a:lnTo>
                  <a:lnTo>
                    <a:pt x="219306" y="6144130"/>
                  </a:lnTo>
                  <a:lnTo>
                    <a:pt x="219433" y="6144130"/>
                  </a:lnTo>
                  <a:lnTo>
                    <a:pt x="219685" y="6144130"/>
                  </a:lnTo>
                  <a:lnTo>
                    <a:pt x="219811" y="6144130"/>
                  </a:lnTo>
                  <a:lnTo>
                    <a:pt x="219938" y="6144130"/>
                  </a:lnTo>
                  <a:lnTo>
                    <a:pt x="220064" y="6144130"/>
                  </a:lnTo>
                  <a:lnTo>
                    <a:pt x="220190" y="6144130"/>
                  </a:lnTo>
                  <a:lnTo>
                    <a:pt x="220316" y="6144130"/>
                  </a:lnTo>
                  <a:lnTo>
                    <a:pt x="220569" y="6144130"/>
                  </a:lnTo>
                  <a:lnTo>
                    <a:pt x="220821" y="6144130"/>
                  </a:lnTo>
                  <a:lnTo>
                    <a:pt x="220948" y="6144130"/>
                  </a:lnTo>
                  <a:lnTo>
                    <a:pt x="221074" y="6144130"/>
                  </a:lnTo>
                  <a:lnTo>
                    <a:pt x="221200" y="6144130"/>
                  </a:lnTo>
                  <a:lnTo>
                    <a:pt x="221453" y="6144130"/>
                  </a:lnTo>
                  <a:lnTo>
                    <a:pt x="221579" y="6144130"/>
                  </a:lnTo>
                  <a:lnTo>
                    <a:pt x="221705" y="6144130"/>
                  </a:lnTo>
                  <a:lnTo>
                    <a:pt x="221958" y="6144130"/>
                  </a:lnTo>
                  <a:lnTo>
                    <a:pt x="222084" y="6144130"/>
                  </a:lnTo>
                  <a:lnTo>
                    <a:pt x="222210" y="6144130"/>
                  </a:lnTo>
                  <a:lnTo>
                    <a:pt x="222337" y="6144130"/>
                  </a:lnTo>
                  <a:lnTo>
                    <a:pt x="222589" y="6144130"/>
                  </a:lnTo>
                  <a:lnTo>
                    <a:pt x="222715" y="6144130"/>
                  </a:lnTo>
                  <a:lnTo>
                    <a:pt x="222968" y="6144130"/>
                  </a:lnTo>
                  <a:lnTo>
                    <a:pt x="223094" y="6144130"/>
                  </a:lnTo>
                  <a:lnTo>
                    <a:pt x="223220" y="6144130"/>
                  </a:lnTo>
                  <a:lnTo>
                    <a:pt x="223347" y="6144130"/>
                  </a:lnTo>
                  <a:lnTo>
                    <a:pt x="223473" y="6144130"/>
                  </a:lnTo>
                  <a:lnTo>
                    <a:pt x="223725" y="6139218"/>
                  </a:lnTo>
                  <a:lnTo>
                    <a:pt x="223978" y="6139218"/>
                  </a:lnTo>
                  <a:lnTo>
                    <a:pt x="224104" y="6139218"/>
                  </a:lnTo>
                  <a:lnTo>
                    <a:pt x="224230" y="6139218"/>
                  </a:lnTo>
                  <a:lnTo>
                    <a:pt x="224357" y="6139218"/>
                  </a:lnTo>
                  <a:lnTo>
                    <a:pt x="224483" y="6139218"/>
                  </a:lnTo>
                  <a:lnTo>
                    <a:pt x="224609" y="6139218"/>
                  </a:lnTo>
                  <a:lnTo>
                    <a:pt x="224735" y="6139218"/>
                  </a:lnTo>
                  <a:lnTo>
                    <a:pt x="224862" y="6139218"/>
                  </a:lnTo>
                  <a:lnTo>
                    <a:pt x="224988" y="6139218"/>
                  </a:lnTo>
                  <a:lnTo>
                    <a:pt x="225114" y="6139218"/>
                  </a:lnTo>
                  <a:lnTo>
                    <a:pt x="225240" y="6139218"/>
                  </a:lnTo>
                  <a:lnTo>
                    <a:pt x="225367" y="6139218"/>
                  </a:lnTo>
                  <a:lnTo>
                    <a:pt x="225493" y="6139218"/>
                  </a:lnTo>
                  <a:lnTo>
                    <a:pt x="225619" y="6139218"/>
                  </a:lnTo>
                  <a:lnTo>
                    <a:pt x="225745" y="6139218"/>
                  </a:lnTo>
                  <a:lnTo>
                    <a:pt x="225872" y="6139218"/>
                  </a:lnTo>
                  <a:lnTo>
                    <a:pt x="225998" y="6139218"/>
                  </a:lnTo>
                  <a:lnTo>
                    <a:pt x="225998" y="6134307"/>
                  </a:lnTo>
                  <a:lnTo>
                    <a:pt x="226124" y="6134307"/>
                  </a:lnTo>
                  <a:lnTo>
                    <a:pt x="226250" y="6134307"/>
                  </a:lnTo>
                  <a:lnTo>
                    <a:pt x="226377" y="6134307"/>
                  </a:lnTo>
                  <a:lnTo>
                    <a:pt x="226503" y="6134307"/>
                  </a:lnTo>
                  <a:lnTo>
                    <a:pt x="226629" y="6134307"/>
                  </a:lnTo>
                  <a:lnTo>
                    <a:pt x="226755" y="6134307"/>
                  </a:lnTo>
                  <a:lnTo>
                    <a:pt x="226882" y="6134307"/>
                  </a:lnTo>
                  <a:lnTo>
                    <a:pt x="227008" y="6134307"/>
                  </a:lnTo>
                  <a:lnTo>
                    <a:pt x="227134" y="6134307"/>
                  </a:lnTo>
                  <a:lnTo>
                    <a:pt x="227261" y="6134307"/>
                  </a:lnTo>
                  <a:lnTo>
                    <a:pt x="227387" y="6134307"/>
                  </a:lnTo>
                  <a:lnTo>
                    <a:pt x="227513" y="6134307"/>
                  </a:lnTo>
                  <a:lnTo>
                    <a:pt x="227639" y="6134307"/>
                  </a:lnTo>
                  <a:lnTo>
                    <a:pt x="227766" y="6134307"/>
                  </a:lnTo>
                  <a:lnTo>
                    <a:pt x="227892" y="6134307"/>
                  </a:lnTo>
                  <a:lnTo>
                    <a:pt x="228018" y="6134307"/>
                  </a:lnTo>
                  <a:lnTo>
                    <a:pt x="228144" y="6134307"/>
                  </a:lnTo>
                  <a:lnTo>
                    <a:pt x="228271" y="6134307"/>
                  </a:lnTo>
                  <a:lnTo>
                    <a:pt x="228397" y="6134307"/>
                  </a:lnTo>
                  <a:lnTo>
                    <a:pt x="228523" y="6134307"/>
                  </a:lnTo>
                  <a:lnTo>
                    <a:pt x="228649" y="6134307"/>
                  </a:lnTo>
                  <a:lnTo>
                    <a:pt x="228776" y="6134307"/>
                  </a:lnTo>
                  <a:lnTo>
                    <a:pt x="229028" y="6134307"/>
                  </a:lnTo>
                  <a:lnTo>
                    <a:pt x="229154" y="6134307"/>
                  </a:lnTo>
                  <a:lnTo>
                    <a:pt x="229407" y="6134307"/>
                  </a:lnTo>
                  <a:lnTo>
                    <a:pt x="229786" y="6134307"/>
                  </a:lnTo>
                  <a:lnTo>
                    <a:pt x="230164" y="6134307"/>
                  </a:lnTo>
                  <a:lnTo>
                    <a:pt x="230291" y="6134307"/>
                  </a:lnTo>
                  <a:lnTo>
                    <a:pt x="230417" y="6134307"/>
                  </a:lnTo>
                  <a:lnTo>
                    <a:pt x="230669" y="6134307"/>
                  </a:lnTo>
                  <a:lnTo>
                    <a:pt x="230796" y="6134307"/>
                  </a:lnTo>
                  <a:lnTo>
                    <a:pt x="231174" y="6134307"/>
                  </a:lnTo>
                  <a:lnTo>
                    <a:pt x="231301" y="6134307"/>
                  </a:lnTo>
                  <a:lnTo>
                    <a:pt x="231427" y="6134307"/>
                  </a:lnTo>
                  <a:lnTo>
                    <a:pt x="231679" y="6134307"/>
                  </a:lnTo>
                  <a:lnTo>
                    <a:pt x="231932" y="6134307"/>
                  </a:lnTo>
                  <a:lnTo>
                    <a:pt x="232058" y="6134307"/>
                  </a:lnTo>
                  <a:lnTo>
                    <a:pt x="232185" y="6134307"/>
                  </a:lnTo>
                  <a:lnTo>
                    <a:pt x="232311" y="6134307"/>
                  </a:lnTo>
                  <a:lnTo>
                    <a:pt x="232563" y="6134307"/>
                  </a:lnTo>
                  <a:lnTo>
                    <a:pt x="232690" y="6134307"/>
                  </a:lnTo>
                  <a:lnTo>
                    <a:pt x="232816" y="6134307"/>
                  </a:lnTo>
                  <a:lnTo>
                    <a:pt x="233195" y="6134307"/>
                  </a:lnTo>
                  <a:lnTo>
                    <a:pt x="233321" y="6134307"/>
                  </a:lnTo>
                  <a:lnTo>
                    <a:pt x="233447" y="6134307"/>
                  </a:lnTo>
                  <a:lnTo>
                    <a:pt x="233573" y="6134307"/>
                  </a:lnTo>
                  <a:lnTo>
                    <a:pt x="233700" y="6134307"/>
                  </a:lnTo>
                  <a:lnTo>
                    <a:pt x="233826" y="6134307"/>
                  </a:lnTo>
                  <a:lnTo>
                    <a:pt x="234078" y="6134307"/>
                  </a:lnTo>
                  <a:lnTo>
                    <a:pt x="234331" y="6129395"/>
                  </a:lnTo>
                  <a:lnTo>
                    <a:pt x="234457" y="6129395"/>
                  </a:lnTo>
                  <a:lnTo>
                    <a:pt x="234583" y="6129395"/>
                  </a:lnTo>
                  <a:lnTo>
                    <a:pt x="234710" y="6129395"/>
                  </a:lnTo>
                  <a:lnTo>
                    <a:pt x="234836" y="6129395"/>
                  </a:lnTo>
                  <a:lnTo>
                    <a:pt x="234962" y="6129395"/>
                  </a:lnTo>
                  <a:lnTo>
                    <a:pt x="235088" y="6129395"/>
                  </a:lnTo>
                  <a:lnTo>
                    <a:pt x="235215" y="6129395"/>
                  </a:lnTo>
                  <a:lnTo>
                    <a:pt x="235341" y="6129395"/>
                  </a:lnTo>
                  <a:lnTo>
                    <a:pt x="235467" y="6129395"/>
                  </a:lnTo>
                  <a:lnTo>
                    <a:pt x="235720" y="6129395"/>
                  </a:lnTo>
                  <a:lnTo>
                    <a:pt x="235972" y="6129395"/>
                  </a:lnTo>
                  <a:lnTo>
                    <a:pt x="236098" y="6129395"/>
                  </a:lnTo>
                  <a:lnTo>
                    <a:pt x="236225" y="6129395"/>
                  </a:lnTo>
                  <a:lnTo>
                    <a:pt x="236351" y="6129395"/>
                  </a:lnTo>
                  <a:lnTo>
                    <a:pt x="236477" y="6129395"/>
                  </a:lnTo>
                  <a:lnTo>
                    <a:pt x="236603" y="6129395"/>
                  </a:lnTo>
                  <a:lnTo>
                    <a:pt x="236730" y="6129395"/>
                  </a:lnTo>
                  <a:lnTo>
                    <a:pt x="236856" y="6129395"/>
                  </a:lnTo>
                  <a:lnTo>
                    <a:pt x="236856" y="6124484"/>
                  </a:lnTo>
                  <a:lnTo>
                    <a:pt x="237108" y="6124484"/>
                  </a:lnTo>
                  <a:lnTo>
                    <a:pt x="237235" y="6124484"/>
                  </a:lnTo>
                  <a:lnTo>
                    <a:pt x="237361" y="6124484"/>
                  </a:lnTo>
                  <a:lnTo>
                    <a:pt x="237487" y="6124484"/>
                  </a:lnTo>
                  <a:lnTo>
                    <a:pt x="237614" y="6124484"/>
                  </a:lnTo>
                  <a:lnTo>
                    <a:pt x="237740" y="6124484"/>
                  </a:lnTo>
                  <a:lnTo>
                    <a:pt x="237866" y="6124484"/>
                  </a:lnTo>
                  <a:lnTo>
                    <a:pt x="237992" y="6124484"/>
                  </a:lnTo>
                  <a:lnTo>
                    <a:pt x="238119" y="6124484"/>
                  </a:lnTo>
                  <a:lnTo>
                    <a:pt x="238245" y="6124484"/>
                  </a:lnTo>
                  <a:lnTo>
                    <a:pt x="238371" y="6124484"/>
                  </a:lnTo>
                  <a:lnTo>
                    <a:pt x="238497" y="6124484"/>
                  </a:lnTo>
                  <a:lnTo>
                    <a:pt x="238624" y="6124484"/>
                  </a:lnTo>
                  <a:lnTo>
                    <a:pt x="238750" y="6124484"/>
                  </a:lnTo>
                  <a:lnTo>
                    <a:pt x="238876" y="6124484"/>
                  </a:lnTo>
                  <a:lnTo>
                    <a:pt x="239002" y="6124484"/>
                  </a:lnTo>
                  <a:lnTo>
                    <a:pt x="239129" y="6124484"/>
                  </a:lnTo>
                  <a:lnTo>
                    <a:pt x="239255" y="6124484"/>
                  </a:lnTo>
                  <a:lnTo>
                    <a:pt x="239381" y="6124484"/>
                  </a:lnTo>
                  <a:lnTo>
                    <a:pt x="239507" y="6124484"/>
                  </a:lnTo>
                  <a:lnTo>
                    <a:pt x="239634" y="6124484"/>
                  </a:lnTo>
                  <a:lnTo>
                    <a:pt x="239886" y="6124484"/>
                  </a:lnTo>
                  <a:lnTo>
                    <a:pt x="240139" y="6124484"/>
                  </a:lnTo>
                  <a:lnTo>
                    <a:pt x="240265" y="6119573"/>
                  </a:lnTo>
                  <a:lnTo>
                    <a:pt x="240391" y="6119573"/>
                  </a:lnTo>
                  <a:lnTo>
                    <a:pt x="240517" y="6119573"/>
                  </a:lnTo>
                  <a:lnTo>
                    <a:pt x="240770" y="6119573"/>
                  </a:lnTo>
                  <a:lnTo>
                    <a:pt x="240896" y="6119573"/>
                  </a:lnTo>
                  <a:lnTo>
                    <a:pt x="241022" y="6119573"/>
                  </a:lnTo>
                  <a:lnTo>
                    <a:pt x="241275" y="6119573"/>
                  </a:lnTo>
                  <a:lnTo>
                    <a:pt x="241401" y="6119573"/>
                  </a:lnTo>
                  <a:lnTo>
                    <a:pt x="241527" y="6119573"/>
                  </a:lnTo>
                  <a:lnTo>
                    <a:pt x="241654" y="6119573"/>
                  </a:lnTo>
                  <a:lnTo>
                    <a:pt x="241780" y="6119573"/>
                  </a:lnTo>
                  <a:lnTo>
                    <a:pt x="241906" y="6119573"/>
                  </a:lnTo>
                  <a:lnTo>
                    <a:pt x="242032" y="6119573"/>
                  </a:lnTo>
                  <a:lnTo>
                    <a:pt x="242159" y="6119573"/>
                  </a:lnTo>
                  <a:lnTo>
                    <a:pt x="242285" y="6119573"/>
                  </a:lnTo>
                  <a:lnTo>
                    <a:pt x="242411" y="6119573"/>
                  </a:lnTo>
                  <a:lnTo>
                    <a:pt x="242538" y="6119573"/>
                  </a:lnTo>
                  <a:lnTo>
                    <a:pt x="242916" y="6119573"/>
                  </a:lnTo>
                  <a:lnTo>
                    <a:pt x="243043" y="6119573"/>
                  </a:lnTo>
                  <a:lnTo>
                    <a:pt x="243169" y="6119573"/>
                  </a:lnTo>
                  <a:lnTo>
                    <a:pt x="243295" y="6119573"/>
                  </a:lnTo>
                  <a:lnTo>
                    <a:pt x="243421" y="6119573"/>
                  </a:lnTo>
                  <a:lnTo>
                    <a:pt x="243674" y="6119573"/>
                  </a:lnTo>
                  <a:lnTo>
                    <a:pt x="243800" y="6119573"/>
                  </a:lnTo>
                  <a:lnTo>
                    <a:pt x="243926" y="6119573"/>
                  </a:lnTo>
                  <a:lnTo>
                    <a:pt x="244053" y="6119573"/>
                  </a:lnTo>
                  <a:lnTo>
                    <a:pt x="244179" y="6119573"/>
                  </a:lnTo>
                  <a:lnTo>
                    <a:pt x="244305" y="6119573"/>
                  </a:lnTo>
                  <a:lnTo>
                    <a:pt x="244431" y="6119573"/>
                  </a:lnTo>
                  <a:lnTo>
                    <a:pt x="244558" y="6119573"/>
                  </a:lnTo>
                  <a:lnTo>
                    <a:pt x="244684" y="6119573"/>
                  </a:lnTo>
                  <a:lnTo>
                    <a:pt x="244810" y="6119573"/>
                  </a:lnTo>
                  <a:lnTo>
                    <a:pt x="244936" y="6119573"/>
                  </a:lnTo>
                  <a:lnTo>
                    <a:pt x="245063" y="6119573"/>
                  </a:lnTo>
                  <a:lnTo>
                    <a:pt x="245189" y="6119573"/>
                  </a:lnTo>
                  <a:lnTo>
                    <a:pt x="245315" y="6119573"/>
                  </a:lnTo>
                  <a:lnTo>
                    <a:pt x="245441" y="6119573"/>
                  </a:lnTo>
                  <a:lnTo>
                    <a:pt x="245820" y="6119573"/>
                  </a:lnTo>
                  <a:lnTo>
                    <a:pt x="246073" y="6119573"/>
                  </a:lnTo>
                  <a:lnTo>
                    <a:pt x="246199" y="6119573"/>
                  </a:lnTo>
                  <a:lnTo>
                    <a:pt x="246325" y="6119573"/>
                  </a:lnTo>
                  <a:lnTo>
                    <a:pt x="246451" y="6119573"/>
                  </a:lnTo>
                  <a:lnTo>
                    <a:pt x="246578" y="6119573"/>
                  </a:lnTo>
                  <a:lnTo>
                    <a:pt x="246704" y="6119573"/>
                  </a:lnTo>
                  <a:lnTo>
                    <a:pt x="246830" y="6119573"/>
                  </a:lnTo>
                  <a:lnTo>
                    <a:pt x="246956" y="6119573"/>
                  </a:lnTo>
                  <a:lnTo>
                    <a:pt x="247083" y="6119573"/>
                  </a:lnTo>
                  <a:lnTo>
                    <a:pt x="247209" y="6119573"/>
                  </a:lnTo>
                  <a:lnTo>
                    <a:pt x="247335" y="6119573"/>
                  </a:lnTo>
                  <a:lnTo>
                    <a:pt x="247462" y="6119573"/>
                  </a:lnTo>
                  <a:lnTo>
                    <a:pt x="247588" y="6119573"/>
                  </a:lnTo>
                  <a:lnTo>
                    <a:pt x="247714" y="6119573"/>
                  </a:lnTo>
                  <a:lnTo>
                    <a:pt x="247714" y="6114661"/>
                  </a:lnTo>
                  <a:lnTo>
                    <a:pt x="247840" y="6114661"/>
                  </a:lnTo>
                  <a:lnTo>
                    <a:pt x="247967" y="6114661"/>
                  </a:lnTo>
                  <a:lnTo>
                    <a:pt x="248219" y="6114661"/>
                  </a:lnTo>
                  <a:lnTo>
                    <a:pt x="248345" y="6114661"/>
                  </a:lnTo>
                  <a:lnTo>
                    <a:pt x="248472" y="6114661"/>
                  </a:lnTo>
                  <a:lnTo>
                    <a:pt x="248598" y="6114661"/>
                  </a:lnTo>
                  <a:lnTo>
                    <a:pt x="248724" y="6114661"/>
                  </a:lnTo>
                  <a:lnTo>
                    <a:pt x="248850" y="6114661"/>
                  </a:lnTo>
                  <a:lnTo>
                    <a:pt x="248977" y="6114661"/>
                  </a:lnTo>
                  <a:lnTo>
                    <a:pt x="249103" y="6114661"/>
                  </a:lnTo>
                  <a:lnTo>
                    <a:pt x="249229" y="6114661"/>
                  </a:lnTo>
                  <a:lnTo>
                    <a:pt x="249355" y="6109750"/>
                  </a:lnTo>
                  <a:lnTo>
                    <a:pt x="249860" y="6109750"/>
                  </a:lnTo>
                  <a:lnTo>
                    <a:pt x="249987" y="6109750"/>
                  </a:lnTo>
                  <a:lnTo>
                    <a:pt x="250113" y="6109750"/>
                  </a:lnTo>
                  <a:lnTo>
                    <a:pt x="250239" y="6109750"/>
                  </a:lnTo>
                  <a:lnTo>
                    <a:pt x="250492" y="6109750"/>
                  </a:lnTo>
                  <a:lnTo>
                    <a:pt x="250618" y="6109750"/>
                  </a:lnTo>
                  <a:lnTo>
                    <a:pt x="250997" y="6109750"/>
                  </a:lnTo>
                  <a:lnTo>
                    <a:pt x="251123" y="6109750"/>
                  </a:lnTo>
                  <a:lnTo>
                    <a:pt x="251249" y="6109750"/>
                  </a:lnTo>
                  <a:lnTo>
                    <a:pt x="251375" y="6109750"/>
                  </a:lnTo>
                  <a:lnTo>
                    <a:pt x="251502" y="6109750"/>
                  </a:lnTo>
                  <a:lnTo>
                    <a:pt x="251628" y="6109750"/>
                  </a:lnTo>
                  <a:lnTo>
                    <a:pt x="251754" y="6109750"/>
                  </a:lnTo>
                  <a:lnTo>
                    <a:pt x="251880" y="6109750"/>
                  </a:lnTo>
                  <a:lnTo>
                    <a:pt x="251880" y="6104839"/>
                  </a:lnTo>
                  <a:lnTo>
                    <a:pt x="252133" y="6104839"/>
                  </a:lnTo>
                  <a:lnTo>
                    <a:pt x="252259" y="6104839"/>
                  </a:lnTo>
                  <a:lnTo>
                    <a:pt x="252385" y="6104839"/>
                  </a:lnTo>
                  <a:lnTo>
                    <a:pt x="252512" y="6104839"/>
                  </a:lnTo>
                  <a:lnTo>
                    <a:pt x="252638" y="6104839"/>
                  </a:lnTo>
                  <a:lnTo>
                    <a:pt x="252764" y="6104839"/>
                  </a:lnTo>
                  <a:lnTo>
                    <a:pt x="253017" y="6104839"/>
                  </a:lnTo>
                  <a:lnTo>
                    <a:pt x="253143" y="6104839"/>
                  </a:lnTo>
                  <a:lnTo>
                    <a:pt x="253143" y="6099927"/>
                  </a:lnTo>
                  <a:lnTo>
                    <a:pt x="253269" y="6099927"/>
                  </a:lnTo>
                  <a:lnTo>
                    <a:pt x="253648" y="6099927"/>
                  </a:lnTo>
                  <a:lnTo>
                    <a:pt x="253774" y="6099927"/>
                  </a:lnTo>
                  <a:lnTo>
                    <a:pt x="254027" y="6099927"/>
                  </a:lnTo>
                  <a:lnTo>
                    <a:pt x="254406" y="6099927"/>
                  </a:lnTo>
                  <a:lnTo>
                    <a:pt x="254532" y="6099927"/>
                  </a:lnTo>
                  <a:lnTo>
                    <a:pt x="254658" y="6099927"/>
                  </a:lnTo>
                  <a:lnTo>
                    <a:pt x="254784" y="6099927"/>
                  </a:lnTo>
                  <a:lnTo>
                    <a:pt x="254911" y="6099927"/>
                  </a:lnTo>
                  <a:lnTo>
                    <a:pt x="255037" y="6099927"/>
                  </a:lnTo>
                  <a:lnTo>
                    <a:pt x="255163" y="6099927"/>
                  </a:lnTo>
                  <a:lnTo>
                    <a:pt x="255289" y="6099927"/>
                  </a:lnTo>
                  <a:lnTo>
                    <a:pt x="255416" y="6099927"/>
                  </a:lnTo>
                  <a:lnTo>
                    <a:pt x="255542" y="6099927"/>
                  </a:lnTo>
                  <a:lnTo>
                    <a:pt x="255668" y="6099927"/>
                  </a:lnTo>
                  <a:lnTo>
                    <a:pt x="255921" y="6099927"/>
                  </a:lnTo>
                  <a:lnTo>
                    <a:pt x="256047" y="6099927"/>
                  </a:lnTo>
                  <a:lnTo>
                    <a:pt x="256173" y="6099927"/>
                  </a:lnTo>
                  <a:lnTo>
                    <a:pt x="256299" y="6099927"/>
                  </a:lnTo>
                  <a:lnTo>
                    <a:pt x="256552" y="6099927"/>
                  </a:lnTo>
                  <a:lnTo>
                    <a:pt x="256678" y="6099927"/>
                  </a:lnTo>
                  <a:lnTo>
                    <a:pt x="257057" y="6099927"/>
                  </a:lnTo>
                  <a:lnTo>
                    <a:pt x="257183" y="6099927"/>
                  </a:lnTo>
                  <a:lnTo>
                    <a:pt x="257562" y="6099927"/>
                  </a:lnTo>
                  <a:lnTo>
                    <a:pt x="258067" y="6099927"/>
                  </a:lnTo>
                  <a:lnTo>
                    <a:pt x="258193" y="6099927"/>
                  </a:lnTo>
                  <a:lnTo>
                    <a:pt x="258320" y="6099927"/>
                  </a:lnTo>
                  <a:lnTo>
                    <a:pt x="258446" y="6099927"/>
                  </a:lnTo>
                  <a:lnTo>
                    <a:pt x="258572" y="6099927"/>
                  </a:lnTo>
                  <a:lnTo>
                    <a:pt x="258698" y="6099927"/>
                  </a:lnTo>
                  <a:lnTo>
                    <a:pt x="258825" y="6099927"/>
                  </a:lnTo>
                  <a:lnTo>
                    <a:pt x="258951" y="6099927"/>
                  </a:lnTo>
                  <a:lnTo>
                    <a:pt x="259077" y="6099927"/>
                  </a:lnTo>
                  <a:lnTo>
                    <a:pt x="259203" y="6099927"/>
                  </a:lnTo>
                  <a:lnTo>
                    <a:pt x="259330" y="6099927"/>
                  </a:lnTo>
                  <a:lnTo>
                    <a:pt x="259456" y="6099927"/>
                  </a:lnTo>
                  <a:lnTo>
                    <a:pt x="259582" y="6099927"/>
                  </a:lnTo>
                  <a:lnTo>
                    <a:pt x="259708" y="6099927"/>
                  </a:lnTo>
                  <a:lnTo>
                    <a:pt x="259961" y="6099927"/>
                  </a:lnTo>
                  <a:lnTo>
                    <a:pt x="260087" y="6099927"/>
                  </a:lnTo>
                  <a:lnTo>
                    <a:pt x="260213" y="6099927"/>
                  </a:lnTo>
                  <a:lnTo>
                    <a:pt x="260340" y="6099927"/>
                  </a:lnTo>
                  <a:lnTo>
                    <a:pt x="260466" y="6099927"/>
                  </a:lnTo>
                  <a:lnTo>
                    <a:pt x="260592" y="6099927"/>
                  </a:lnTo>
                  <a:lnTo>
                    <a:pt x="260845" y="6099927"/>
                  </a:lnTo>
                  <a:lnTo>
                    <a:pt x="260971" y="6099927"/>
                  </a:lnTo>
                  <a:lnTo>
                    <a:pt x="261097" y="6099927"/>
                  </a:lnTo>
                  <a:lnTo>
                    <a:pt x="261223" y="6099927"/>
                  </a:lnTo>
                  <a:lnTo>
                    <a:pt x="261350" y="6099927"/>
                  </a:lnTo>
                  <a:lnTo>
                    <a:pt x="261476" y="6099927"/>
                  </a:lnTo>
                  <a:lnTo>
                    <a:pt x="261602" y="6099927"/>
                  </a:lnTo>
                  <a:lnTo>
                    <a:pt x="261728" y="6099927"/>
                  </a:lnTo>
                  <a:lnTo>
                    <a:pt x="261728" y="6095016"/>
                  </a:lnTo>
                  <a:lnTo>
                    <a:pt x="261855" y="6095016"/>
                  </a:lnTo>
                  <a:lnTo>
                    <a:pt x="261981" y="6095016"/>
                  </a:lnTo>
                  <a:lnTo>
                    <a:pt x="262233" y="6095016"/>
                  </a:lnTo>
                  <a:lnTo>
                    <a:pt x="262360" y="6095016"/>
                  </a:lnTo>
                  <a:lnTo>
                    <a:pt x="262486" y="6095016"/>
                  </a:lnTo>
                  <a:lnTo>
                    <a:pt x="262612" y="6095016"/>
                  </a:lnTo>
                  <a:lnTo>
                    <a:pt x="262738" y="6095016"/>
                  </a:lnTo>
                  <a:lnTo>
                    <a:pt x="262865" y="6095016"/>
                  </a:lnTo>
                  <a:lnTo>
                    <a:pt x="262991" y="6095016"/>
                  </a:lnTo>
                  <a:lnTo>
                    <a:pt x="263117" y="6095016"/>
                  </a:lnTo>
                  <a:lnTo>
                    <a:pt x="263244" y="6095016"/>
                  </a:lnTo>
                  <a:lnTo>
                    <a:pt x="263370" y="6095016"/>
                  </a:lnTo>
                  <a:lnTo>
                    <a:pt x="263496" y="6095016"/>
                  </a:lnTo>
                  <a:lnTo>
                    <a:pt x="263622" y="6095016"/>
                  </a:lnTo>
                  <a:lnTo>
                    <a:pt x="263749" y="6095016"/>
                  </a:lnTo>
                  <a:lnTo>
                    <a:pt x="264001" y="6095016"/>
                  </a:lnTo>
                  <a:lnTo>
                    <a:pt x="264127" y="6095016"/>
                  </a:lnTo>
                  <a:lnTo>
                    <a:pt x="264254" y="6095016"/>
                  </a:lnTo>
                  <a:lnTo>
                    <a:pt x="264632" y="6095016"/>
                  </a:lnTo>
                  <a:lnTo>
                    <a:pt x="264885" y="6095016"/>
                  </a:lnTo>
                  <a:lnTo>
                    <a:pt x="265011" y="6095016"/>
                  </a:lnTo>
                  <a:lnTo>
                    <a:pt x="265137" y="6095016"/>
                  </a:lnTo>
                  <a:lnTo>
                    <a:pt x="265264" y="6095016"/>
                  </a:lnTo>
                  <a:lnTo>
                    <a:pt x="265516" y="6095016"/>
                  </a:lnTo>
                  <a:lnTo>
                    <a:pt x="265769" y="6095016"/>
                  </a:lnTo>
                  <a:lnTo>
                    <a:pt x="265895" y="6095016"/>
                  </a:lnTo>
                  <a:lnTo>
                    <a:pt x="266147" y="6095016"/>
                  </a:lnTo>
                  <a:lnTo>
                    <a:pt x="266274" y="6095016"/>
                  </a:lnTo>
                  <a:lnTo>
                    <a:pt x="266400" y="6095016"/>
                  </a:lnTo>
                  <a:lnTo>
                    <a:pt x="266526" y="6095016"/>
                  </a:lnTo>
                  <a:lnTo>
                    <a:pt x="266652" y="6095016"/>
                  </a:lnTo>
                  <a:lnTo>
                    <a:pt x="267031" y="6095016"/>
                  </a:lnTo>
                  <a:lnTo>
                    <a:pt x="267157" y="6095016"/>
                  </a:lnTo>
                  <a:lnTo>
                    <a:pt x="267284" y="6095016"/>
                  </a:lnTo>
                  <a:lnTo>
                    <a:pt x="267410" y="6095016"/>
                  </a:lnTo>
                  <a:lnTo>
                    <a:pt x="267536" y="6095016"/>
                  </a:lnTo>
                  <a:lnTo>
                    <a:pt x="267662" y="6095016"/>
                  </a:lnTo>
                  <a:lnTo>
                    <a:pt x="267915" y="6095016"/>
                  </a:lnTo>
                  <a:lnTo>
                    <a:pt x="268041" y="6095016"/>
                  </a:lnTo>
                  <a:lnTo>
                    <a:pt x="268168" y="6095016"/>
                  </a:lnTo>
                  <a:lnTo>
                    <a:pt x="268294" y="6095016"/>
                  </a:lnTo>
                  <a:lnTo>
                    <a:pt x="268420" y="6095016"/>
                  </a:lnTo>
                  <a:lnTo>
                    <a:pt x="268420" y="6090104"/>
                  </a:lnTo>
                  <a:lnTo>
                    <a:pt x="268546" y="6090104"/>
                  </a:lnTo>
                  <a:lnTo>
                    <a:pt x="268673" y="6090104"/>
                  </a:lnTo>
                  <a:lnTo>
                    <a:pt x="268925" y="6090104"/>
                  </a:lnTo>
                  <a:lnTo>
                    <a:pt x="269178" y="6090104"/>
                  </a:lnTo>
                  <a:lnTo>
                    <a:pt x="269304" y="6090104"/>
                  </a:lnTo>
                  <a:lnTo>
                    <a:pt x="269430" y="6090104"/>
                  </a:lnTo>
                  <a:lnTo>
                    <a:pt x="269556" y="6090104"/>
                  </a:lnTo>
                  <a:lnTo>
                    <a:pt x="269683" y="6090104"/>
                  </a:lnTo>
                  <a:lnTo>
                    <a:pt x="269809" y="6090104"/>
                  </a:lnTo>
                  <a:lnTo>
                    <a:pt x="269935" y="6090104"/>
                  </a:lnTo>
                  <a:lnTo>
                    <a:pt x="270061" y="6090104"/>
                  </a:lnTo>
                  <a:lnTo>
                    <a:pt x="270188" y="6090104"/>
                  </a:lnTo>
                  <a:lnTo>
                    <a:pt x="270314" y="6090104"/>
                  </a:lnTo>
                  <a:lnTo>
                    <a:pt x="270693" y="6090104"/>
                  </a:lnTo>
                  <a:lnTo>
                    <a:pt x="270819" y="6090104"/>
                  </a:lnTo>
                  <a:lnTo>
                    <a:pt x="270945" y="6090104"/>
                  </a:lnTo>
                  <a:lnTo>
                    <a:pt x="270945" y="6085193"/>
                  </a:lnTo>
                  <a:lnTo>
                    <a:pt x="271071" y="6085193"/>
                  </a:lnTo>
                  <a:lnTo>
                    <a:pt x="271071" y="6080282"/>
                  </a:lnTo>
                  <a:lnTo>
                    <a:pt x="271198" y="6080282"/>
                  </a:lnTo>
                  <a:lnTo>
                    <a:pt x="271450" y="6080282"/>
                  </a:lnTo>
                  <a:lnTo>
                    <a:pt x="271576" y="6080282"/>
                  </a:lnTo>
                  <a:lnTo>
                    <a:pt x="271703" y="6080282"/>
                  </a:lnTo>
                  <a:lnTo>
                    <a:pt x="271829" y="6080282"/>
                  </a:lnTo>
                  <a:lnTo>
                    <a:pt x="271955" y="6080282"/>
                  </a:lnTo>
                  <a:lnTo>
                    <a:pt x="272081" y="6080282"/>
                  </a:lnTo>
                  <a:lnTo>
                    <a:pt x="272334" y="6080282"/>
                  </a:lnTo>
                  <a:lnTo>
                    <a:pt x="272460" y="6080282"/>
                  </a:lnTo>
                  <a:lnTo>
                    <a:pt x="272586" y="6080282"/>
                  </a:lnTo>
                  <a:lnTo>
                    <a:pt x="272965" y="6080282"/>
                  </a:lnTo>
                  <a:lnTo>
                    <a:pt x="273091" y="6080282"/>
                  </a:lnTo>
                  <a:lnTo>
                    <a:pt x="273218" y="6080282"/>
                  </a:lnTo>
                  <a:lnTo>
                    <a:pt x="273344" y="6080282"/>
                  </a:lnTo>
                  <a:lnTo>
                    <a:pt x="273597" y="6080282"/>
                  </a:lnTo>
                  <a:lnTo>
                    <a:pt x="273723" y="6080282"/>
                  </a:lnTo>
                  <a:lnTo>
                    <a:pt x="273849" y="6080282"/>
                  </a:lnTo>
                  <a:lnTo>
                    <a:pt x="273975" y="6080282"/>
                  </a:lnTo>
                  <a:lnTo>
                    <a:pt x="274102" y="6080282"/>
                  </a:lnTo>
                  <a:lnTo>
                    <a:pt x="274607" y="6080282"/>
                  </a:lnTo>
                  <a:lnTo>
                    <a:pt x="274733" y="6080282"/>
                  </a:lnTo>
                  <a:lnTo>
                    <a:pt x="274859" y="6080282"/>
                  </a:lnTo>
                  <a:lnTo>
                    <a:pt x="274985" y="6080282"/>
                  </a:lnTo>
                  <a:lnTo>
                    <a:pt x="275238" y="6080282"/>
                  </a:lnTo>
                  <a:lnTo>
                    <a:pt x="275364" y="6080282"/>
                  </a:lnTo>
                  <a:lnTo>
                    <a:pt x="275490" y="6080282"/>
                  </a:lnTo>
                  <a:lnTo>
                    <a:pt x="275617" y="6080282"/>
                  </a:lnTo>
                  <a:lnTo>
                    <a:pt x="275617" y="6075370"/>
                  </a:lnTo>
                  <a:lnTo>
                    <a:pt x="275869" y="6075370"/>
                  </a:lnTo>
                  <a:lnTo>
                    <a:pt x="275995" y="6075370"/>
                  </a:lnTo>
                  <a:lnTo>
                    <a:pt x="276122" y="6075370"/>
                  </a:lnTo>
                  <a:lnTo>
                    <a:pt x="276248" y="6075370"/>
                  </a:lnTo>
                  <a:lnTo>
                    <a:pt x="276500" y="6075370"/>
                  </a:lnTo>
                  <a:lnTo>
                    <a:pt x="276753" y="6075370"/>
                  </a:lnTo>
                  <a:lnTo>
                    <a:pt x="276879" y="6075370"/>
                  </a:lnTo>
                  <a:lnTo>
                    <a:pt x="277005" y="6075370"/>
                  </a:lnTo>
                  <a:lnTo>
                    <a:pt x="277132" y="6075370"/>
                  </a:lnTo>
                  <a:lnTo>
                    <a:pt x="277258" y="6075370"/>
                  </a:lnTo>
                  <a:lnTo>
                    <a:pt x="277384" y="6075370"/>
                  </a:lnTo>
                  <a:lnTo>
                    <a:pt x="277510" y="6075370"/>
                  </a:lnTo>
                  <a:lnTo>
                    <a:pt x="277889" y="6075370"/>
                  </a:lnTo>
                  <a:lnTo>
                    <a:pt x="278015" y="6075370"/>
                  </a:lnTo>
                  <a:lnTo>
                    <a:pt x="278142" y="6075370"/>
                  </a:lnTo>
                  <a:lnTo>
                    <a:pt x="278394" y="6075370"/>
                  </a:lnTo>
                  <a:lnTo>
                    <a:pt x="278521" y="6075370"/>
                  </a:lnTo>
                  <a:lnTo>
                    <a:pt x="278647" y="6075370"/>
                  </a:lnTo>
                  <a:lnTo>
                    <a:pt x="278773" y="6075370"/>
                  </a:lnTo>
                  <a:lnTo>
                    <a:pt x="278899" y="6075370"/>
                  </a:lnTo>
                  <a:lnTo>
                    <a:pt x="279026" y="6075370"/>
                  </a:lnTo>
                  <a:lnTo>
                    <a:pt x="279152" y="6075370"/>
                  </a:lnTo>
                  <a:lnTo>
                    <a:pt x="279278" y="6075370"/>
                  </a:lnTo>
                  <a:lnTo>
                    <a:pt x="279404" y="6075370"/>
                  </a:lnTo>
                  <a:lnTo>
                    <a:pt x="279531" y="6075370"/>
                  </a:lnTo>
                  <a:lnTo>
                    <a:pt x="279657" y="6075370"/>
                  </a:lnTo>
                  <a:lnTo>
                    <a:pt x="279783" y="6075370"/>
                  </a:lnTo>
                  <a:lnTo>
                    <a:pt x="279909" y="6075370"/>
                  </a:lnTo>
                  <a:lnTo>
                    <a:pt x="280036" y="6075370"/>
                  </a:lnTo>
                  <a:lnTo>
                    <a:pt x="280162" y="6075370"/>
                  </a:lnTo>
                  <a:lnTo>
                    <a:pt x="280288" y="6075370"/>
                  </a:lnTo>
                  <a:lnTo>
                    <a:pt x="280414" y="6075370"/>
                  </a:lnTo>
                  <a:lnTo>
                    <a:pt x="280541" y="6075370"/>
                  </a:lnTo>
                  <a:lnTo>
                    <a:pt x="280667" y="6075370"/>
                  </a:lnTo>
                  <a:lnTo>
                    <a:pt x="280919" y="6075370"/>
                  </a:lnTo>
                  <a:lnTo>
                    <a:pt x="281046" y="6075370"/>
                  </a:lnTo>
                  <a:lnTo>
                    <a:pt x="281298" y="6075370"/>
                  </a:lnTo>
                  <a:lnTo>
                    <a:pt x="281424" y="6075370"/>
                  </a:lnTo>
                  <a:lnTo>
                    <a:pt x="281551" y="6075370"/>
                  </a:lnTo>
                  <a:lnTo>
                    <a:pt x="281677" y="6075370"/>
                  </a:lnTo>
                  <a:lnTo>
                    <a:pt x="281929" y="6075370"/>
                  </a:lnTo>
                  <a:lnTo>
                    <a:pt x="282056" y="6075370"/>
                  </a:lnTo>
                  <a:lnTo>
                    <a:pt x="282182" y="6075370"/>
                  </a:lnTo>
                  <a:lnTo>
                    <a:pt x="282434" y="6075370"/>
                  </a:lnTo>
                  <a:lnTo>
                    <a:pt x="282561" y="6075370"/>
                  </a:lnTo>
                  <a:lnTo>
                    <a:pt x="282687" y="6075370"/>
                  </a:lnTo>
                  <a:lnTo>
                    <a:pt x="282939" y="6075370"/>
                  </a:lnTo>
                  <a:lnTo>
                    <a:pt x="283066" y="6075370"/>
                  </a:lnTo>
                  <a:lnTo>
                    <a:pt x="283192" y="6075370"/>
                  </a:lnTo>
                  <a:lnTo>
                    <a:pt x="283318" y="6075370"/>
                  </a:lnTo>
                  <a:lnTo>
                    <a:pt x="283444" y="6075370"/>
                  </a:lnTo>
                  <a:lnTo>
                    <a:pt x="283571" y="6075370"/>
                  </a:lnTo>
                  <a:lnTo>
                    <a:pt x="283697" y="6075370"/>
                  </a:lnTo>
                  <a:lnTo>
                    <a:pt x="283950" y="6075370"/>
                  </a:lnTo>
                  <a:lnTo>
                    <a:pt x="284076" y="6075370"/>
                  </a:lnTo>
                  <a:lnTo>
                    <a:pt x="284202" y="6075370"/>
                  </a:lnTo>
                  <a:lnTo>
                    <a:pt x="284328" y="6075370"/>
                  </a:lnTo>
                  <a:lnTo>
                    <a:pt x="284455" y="6075370"/>
                  </a:lnTo>
                  <a:lnTo>
                    <a:pt x="284581" y="6075370"/>
                  </a:lnTo>
                  <a:lnTo>
                    <a:pt x="284707" y="6075370"/>
                  </a:lnTo>
                  <a:lnTo>
                    <a:pt x="284707" y="6070459"/>
                  </a:lnTo>
                  <a:lnTo>
                    <a:pt x="285086" y="6070459"/>
                  </a:lnTo>
                  <a:lnTo>
                    <a:pt x="285212" y="6070459"/>
                  </a:lnTo>
                  <a:lnTo>
                    <a:pt x="285338" y="6070459"/>
                  </a:lnTo>
                  <a:lnTo>
                    <a:pt x="285465" y="6070459"/>
                  </a:lnTo>
                  <a:lnTo>
                    <a:pt x="285591" y="6070459"/>
                  </a:lnTo>
                  <a:lnTo>
                    <a:pt x="285717" y="6070459"/>
                  </a:lnTo>
                  <a:lnTo>
                    <a:pt x="285843" y="6070459"/>
                  </a:lnTo>
                  <a:lnTo>
                    <a:pt x="285970" y="6070459"/>
                  </a:lnTo>
                  <a:lnTo>
                    <a:pt x="286096" y="6070459"/>
                  </a:lnTo>
                  <a:lnTo>
                    <a:pt x="286222" y="6070459"/>
                  </a:lnTo>
                  <a:lnTo>
                    <a:pt x="286475" y="6070459"/>
                  </a:lnTo>
                  <a:lnTo>
                    <a:pt x="286601" y="6070459"/>
                  </a:lnTo>
                  <a:lnTo>
                    <a:pt x="286601" y="6065548"/>
                  </a:lnTo>
                  <a:lnTo>
                    <a:pt x="286727" y="6065548"/>
                  </a:lnTo>
                  <a:lnTo>
                    <a:pt x="286853" y="6065548"/>
                  </a:lnTo>
                  <a:lnTo>
                    <a:pt x="286980" y="6065548"/>
                  </a:lnTo>
                  <a:lnTo>
                    <a:pt x="287106" y="6065548"/>
                  </a:lnTo>
                  <a:lnTo>
                    <a:pt x="287232" y="6065548"/>
                  </a:lnTo>
                  <a:lnTo>
                    <a:pt x="287358" y="6065548"/>
                  </a:lnTo>
                  <a:lnTo>
                    <a:pt x="287485" y="6065548"/>
                  </a:lnTo>
                  <a:lnTo>
                    <a:pt x="287611" y="6065548"/>
                  </a:lnTo>
                  <a:lnTo>
                    <a:pt x="287737" y="6065548"/>
                  </a:lnTo>
                  <a:lnTo>
                    <a:pt x="287737" y="6060636"/>
                  </a:lnTo>
                  <a:lnTo>
                    <a:pt x="287863" y="6060636"/>
                  </a:lnTo>
                  <a:lnTo>
                    <a:pt x="287990" y="6060636"/>
                  </a:lnTo>
                  <a:lnTo>
                    <a:pt x="288116" y="6060636"/>
                  </a:lnTo>
                  <a:lnTo>
                    <a:pt x="288368" y="6060636"/>
                  </a:lnTo>
                  <a:lnTo>
                    <a:pt x="288621" y="6060636"/>
                  </a:lnTo>
                  <a:lnTo>
                    <a:pt x="288747" y="6060636"/>
                  </a:lnTo>
                  <a:lnTo>
                    <a:pt x="288874" y="6060636"/>
                  </a:lnTo>
                  <a:lnTo>
                    <a:pt x="289000" y="6060636"/>
                  </a:lnTo>
                  <a:lnTo>
                    <a:pt x="289252" y="6060636"/>
                  </a:lnTo>
                  <a:lnTo>
                    <a:pt x="289252" y="6055725"/>
                  </a:lnTo>
                  <a:lnTo>
                    <a:pt x="289379" y="6055725"/>
                  </a:lnTo>
                  <a:lnTo>
                    <a:pt x="289505" y="6055725"/>
                  </a:lnTo>
                  <a:lnTo>
                    <a:pt x="289631" y="6055725"/>
                  </a:lnTo>
                  <a:lnTo>
                    <a:pt x="289757" y="6055725"/>
                  </a:lnTo>
                  <a:lnTo>
                    <a:pt x="290010" y="6055725"/>
                  </a:lnTo>
                  <a:lnTo>
                    <a:pt x="290136" y="6055725"/>
                  </a:lnTo>
                  <a:lnTo>
                    <a:pt x="290262" y="6055725"/>
                  </a:lnTo>
                  <a:lnTo>
                    <a:pt x="290262" y="6050813"/>
                  </a:lnTo>
                  <a:lnTo>
                    <a:pt x="290515" y="6050813"/>
                  </a:lnTo>
                  <a:lnTo>
                    <a:pt x="290641" y="6050813"/>
                  </a:lnTo>
                  <a:lnTo>
                    <a:pt x="290767" y="6050813"/>
                  </a:lnTo>
                  <a:lnTo>
                    <a:pt x="290894" y="6050813"/>
                  </a:lnTo>
                  <a:lnTo>
                    <a:pt x="291020" y="6050813"/>
                  </a:lnTo>
                  <a:lnTo>
                    <a:pt x="291399" y="6050813"/>
                  </a:lnTo>
                  <a:lnTo>
                    <a:pt x="291525" y="6050813"/>
                  </a:lnTo>
                  <a:lnTo>
                    <a:pt x="291777" y="6050813"/>
                  </a:lnTo>
                  <a:lnTo>
                    <a:pt x="291904" y="6050813"/>
                  </a:lnTo>
                  <a:lnTo>
                    <a:pt x="292030" y="6050813"/>
                  </a:lnTo>
                  <a:lnTo>
                    <a:pt x="292156" y="6050813"/>
                  </a:lnTo>
                  <a:lnTo>
                    <a:pt x="292282" y="6050813"/>
                  </a:lnTo>
                  <a:lnTo>
                    <a:pt x="292409" y="6050813"/>
                  </a:lnTo>
                  <a:lnTo>
                    <a:pt x="292535" y="6050813"/>
                  </a:lnTo>
                  <a:lnTo>
                    <a:pt x="292661" y="6050813"/>
                  </a:lnTo>
                  <a:lnTo>
                    <a:pt x="292787" y="6050813"/>
                  </a:lnTo>
                  <a:lnTo>
                    <a:pt x="293040" y="6050813"/>
                  </a:lnTo>
                  <a:lnTo>
                    <a:pt x="293292" y="6050813"/>
                  </a:lnTo>
                  <a:lnTo>
                    <a:pt x="293419" y="6050813"/>
                  </a:lnTo>
                  <a:lnTo>
                    <a:pt x="293545" y="6050813"/>
                  </a:lnTo>
                  <a:lnTo>
                    <a:pt x="293671" y="6050813"/>
                  </a:lnTo>
                  <a:lnTo>
                    <a:pt x="293797" y="6050813"/>
                  </a:lnTo>
                  <a:lnTo>
                    <a:pt x="294050" y="6050813"/>
                  </a:lnTo>
                  <a:lnTo>
                    <a:pt x="294303" y="6050813"/>
                  </a:lnTo>
                  <a:lnTo>
                    <a:pt x="294303" y="6045902"/>
                  </a:lnTo>
                  <a:lnTo>
                    <a:pt x="294429" y="6045902"/>
                  </a:lnTo>
                  <a:lnTo>
                    <a:pt x="294555" y="6045902"/>
                  </a:lnTo>
                  <a:lnTo>
                    <a:pt x="294681" y="6045902"/>
                  </a:lnTo>
                  <a:lnTo>
                    <a:pt x="294808" y="6045902"/>
                  </a:lnTo>
                  <a:lnTo>
                    <a:pt x="294934" y="6045902"/>
                  </a:lnTo>
                  <a:lnTo>
                    <a:pt x="295439" y="6045902"/>
                  </a:lnTo>
                  <a:lnTo>
                    <a:pt x="295565" y="6045902"/>
                  </a:lnTo>
                  <a:lnTo>
                    <a:pt x="295691" y="6045902"/>
                  </a:lnTo>
                  <a:lnTo>
                    <a:pt x="295818" y="6045902"/>
                  </a:lnTo>
                  <a:lnTo>
                    <a:pt x="295944" y="6045902"/>
                  </a:lnTo>
                  <a:lnTo>
                    <a:pt x="296070" y="6040991"/>
                  </a:lnTo>
                  <a:lnTo>
                    <a:pt x="296449" y="6040991"/>
                  </a:lnTo>
                  <a:lnTo>
                    <a:pt x="296575" y="6040991"/>
                  </a:lnTo>
                  <a:lnTo>
                    <a:pt x="296701" y="6040991"/>
                  </a:lnTo>
                  <a:lnTo>
                    <a:pt x="296828" y="6040991"/>
                  </a:lnTo>
                  <a:lnTo>
                    <a:pt x="296954" y="6040991"/>
                  </a:lnTo>
                  <a:lnTo>
                    <a:pt x="297080" y="6040991"/>
                  </a:lnTo>
                  <a:lnTo>
                    <a:pt x="297333" y="6040991"/>
                  </a:lnTo>
                  <a:lnTo>
                    <a:pt x="297459" y="6040991"/>
                  </a:lnTo>
                  <a:lnTo>
                    <a:pt x="297585" y="6040991"/>
                  </a:lnTo>
                  <a:lnTo>
                    <a:pt x="297711" y="6040991"/>
                  </a:lnTo>
                  <a:lnTo>
                    <a:pt x="297964" y="6040991"/>
                  </a:lnTo>
                  <a:lnTo>
                    <a:pt x="298090" y="6040991"/>
                  </a:lnTo>
                  <a:lnTo>
                    <a:pt x="298216" y="6040991"/>
                  </a:lnTo>
                  <a:lnTo>
                    <a:pt x="298343" y="6040991"/>
                  </a:lnTo>
                  <a:lnTo>
                    <a:pt x="298469" y="6040991"/>
                  </a:lnTo>
                  <a:lnTo>
                    <a:pt x="298721" y="6040991"/>
                  </a:lnTo>
                  <a:lnTo>
                    <a:pt x="298848" y="6040991"/>
                  </a:lnTo>
                  <a:lnTo>
                    <a:pt x="299100" y="6040991"/>
                  </a:lnTo>
                  <a:lnTo>
                    <a:pt x="299227" y="6040991"/>
                  </a:lnTo>
                  <a:lnTo>
                    <a:pt x="299479" y="6040991"/>
                  </a:lnTo>
                  <a:lnTo>
                    <a:pt x="299605" y="6040991"/>
                  </a:lnTo>
                  <a:lnTo>
                    <a:pt x="299732" y="6040991"/>
                  </a:lnTo>
                  <a:lnTo>
                    <a:pt x="299858" y="6040991"/>
                  </a:lnTo>
                  <a:lnTo>
                    <a:pt x="299984" y="6040991"/>
                  </a:lnTo>
                  <a:lnTo>
                    <a:pt x="300110" y="6040991"/>
                  </a:lnTo>
                  <a:lnTo>
                    <a:pt x="300237" y="6040991"/>
                  </a:lnTo>
                  <a:lnTo>
                    <a:pt x="300363" y="6040991"/>
                  </a:lnTo>
                  <a:lnTo>
                    <a:pt x="300489" y="6040991"/>
                  </a:lnTo>
                  <a:lnTo>
                    <a:pt x="300615" y="6040991"/>
                  </a:lnTo>
                  <a:lnTo>
                    <a:pt x="300742" y="6040991"/>
                  </a:lnTo>
                  <a:lnTo>
                    <a:pt x="300868" y="6040991"/>
                  </a:lnTo>
                  <a:lnTo>
                    <a:pt x="300994" y="6040991"/>
                  </a:lnTo>
                  <a:lnTo>
                    <a:pt x="301120" y="6040991"/>
                  </a:lnTo>
                  <a:lnTo>
                    <a:pt x="301247" y="6040991"/>
                  </a:lnTo>
                  <a:lnTo>
                    <a:pt x="301499" y="6040991"/>
                  </a:lnTo>
                  <a:lnTo>
                    <a:pt x="301625" y="6040991"/>
                  </a:lnTo>
                  <a:lnTo>
                    <a:pt x="301878" y="6040991"/>
                  </a:lnTo>
                  <a:lnTo>
                    <a:pt x="302004" y="6040991"/>
                  </a:lnTo>
                  <a:lnTo>
                    <a:pt x="302130" y="6040991"/>
                  </a:lnTo>
                  <a:lnTo>
                    <a:pt x="302257" y="6040991"/>
                  </a:lnTo>
                  <a:lnTo>
                    <a:pt x="302383" y="6040991"/>
                  </a:lnTo>
                  <a:lnTo>
                    <a:pt x="302509" y="6040991"/>
                  </a:lnTo>
                  <a:lnTo>
                    <a:pt x="302762" y="6040991"/>
                  </a:lnTo>
                  <a:lnTo>
                    <a:pt x="302888" y="6040991"/>
                  </a:lnTo>
                  <a:lnTo>
                    <a:pt x="303140" y="6040991"/>
                  </a:lnTo>
                  <a:lnTo>
                    <a:pt x="303267" y="6040991"/>
                  </a:lnTo>
                  <a:lnTo>
                    <a:pt x="303393" y="6040991"/>
                  </a:lnTo>
                  <a:lnTo>
                    <a:pt x="303519" y="6040991"/>
                  </a:lnTo>
                  <a:lnTo>
                    <a:pt x="303772" y="6040991"/>
                  </a:lnTo>
                  <a:lnTo>
                    <a:pt x="303898" y="6040991"/>
                  </a:lnTo>
                  <a:lnTo>
                    <a:pt x="304024" y="6036079"/>
                  </a:lnTo>
                  <a:lnTo>
                    <a:pt x="304277" y="6036079"/>
                  </a:lnTo>
                  <a:lnTo>
                    <a:pt x="304403" y="6036079"/>
                  </a:lnTo>
                  <a:lnTo>
                    <a:pt x="304529" y="6036079"/>
                  </a:lnTo>
                  <a:lnTo>
                    <a:pt x="304782" y="6036079"/>
                  </a:lnTo>
                  <a:lnTo>
                    <a:pt x="304908" y="6036079"/>
                  </a:lnTo>
                  <a:lnTo>
                    <a:pt x="305413" y="6036079"/>
                  </a:lnTo>
                  <a:lnTo>
                    <a:pt x="305539" y="6036079"/>
                  </a:lnTo>
                  <a:lnTo>
                    <a:pt x="305918" y="6031168"/>
                  </a:lnTo>
                  <a:lnTo>
                    <a:pt x="306044" y="6031168"/>
                  </a:lnTo>
                  <a:lnTo>
                    <a:pt x="306171" y="6031168"/>
                  </a:lnTo>
                  <a:lnTo>
                    <a:pt x="306297" y="6031168"/>
                  </a:lnTo>
                  <a:lnTo>
                    <a:pt x="306423" y="6031168"/>
                  </a:lnTo>
                  <a:lnTo>
                    <a:pt x="306802" y="6031168"/>
                  </a:lnTo>
                  <a:lnTo>
                    <a:pt x="306928" y="6031168"/>
                  </a:lnTo>
                  <a:lnTo>
                    <a:pt x="307181" y="6031168"/>
                  </a:lnTo>
                  <a:lnTo>
                    <a:pt x="307307" y="6031168"/>
                  </a:lnTo>
                  <a:lnTo>
                    <a:pt x="307559" y="6031168"/>
                  </a:lnTo>
                  <a:lnTo>
                    <a:pt x="307686" y="6031168"/>
                  </a:lnTo>
                  <a:lnTo>
                    <a:pt x="307812" y="6031168"/>
                  </a:lnTo>
                  <a:lnTo>
                    <a:pt x="307938" y="6031168"/>
                  </a:lnTo>
                  <a:lnTo>
                    <a:pt x="308064" y="6031168"/>
                  </a:lnTo>
                  <a:lnTo>
                    <a:pt x="308191" y="6031168"/>
                  </a:lnTo>
                  <a:lnTo>
                    <a:pt x="308317" y="6031168"/>
                  </a:lnTo>
                  <a:lnTo>
                    <a:pt x="308569" y="6031168"/>
                  </a:lnTo>
                  <a:lnTo>
                    <a:pt x="308696" y="6031168"/>
                  </a:lnTo>
                  <a:lnTo>
                    <a:pt x="308822" y="6031168"/>
                  </a:lnTo>
                  <a:lnTo>
                    <a:pt x="308948" y="6031168"/>
                  </a:lnTo>
                  <a:lnTo>
                    <a:pt x="309201" y="6031168"/>
                  </a:lnTo>
                  <a:lnTo>
                    <a:pt x="309327" y="6031168"/>
                  </a:lnTo>
                  <a:lnTo>
                    <a:pt x="309453" y="6031168"/>
                  </a:lnTo>
                  <a:lnTo>
                    <a:pt x="309580" y="6031168"/>
                  </a:lnTo>
                  <a:lnTo>
                    <a:pt x="309706" y="6031168"/>
                  </a:lnTo>
                  <a:lnTo>
                    <a:pt x="309832" y="6031168"/>
                  </a:lnTo>
                  <a:lnTo>
                    <a:pt x="309958" y="6031168"/>
                  </a:lnTo>
                  <a:lnTo>
                    <a:pt x="310085" y="6031168"/>
                  </a:lnTo>
                  <a:lnTo>
                    <a:pt x="310211" y="6031168"/>
                  </a:lnTo>
                  <a:lnTo>
                    <a:pt x="310337" y="6031168"/>
                  </a:lnTo>
                  <a:lnTo>
                    <a:pt x="310463" y="6031168"/>
                  </a:lnTo>
                  <a:lnTo>
                    <a:pt x="310590" y="6031168"/>
                  </a:lnTo>
                  <a:lnTo>
                    <a:pt x="310716" y="6031168"/>
                  </a:lnTo>
                  <a:lnTo>
                    <a:pt x="310842" y="6031168"/>
                  </a:lnTo>
                  <a:lnTo>
                    <a:pt x="310968" y="6031168"/>
                  </a:lnTo>
                  <a:lnTo>
                    <a:pt x="311095" y="6031168"/>
                  </a:lnTo>
                  <a:lnTo>
                    <a:pt x="311221" y="6031168"/>
                  </a:lnTo>
                  <a:lnTo>
                    <a:pt x="311347" y="6031168"/>
                  </a:lnTo>
                  <a:lnTo>
                    <a:pt x="311473" y="6031168"/>
                  </a:lnTo>
                  <a:lnTo>
                    <a:pt x="311600" y="6031168"/>
                  </a:lnTo>
                  <a:lnTo>
                    <a:pt x="311726" y="6031168"/>
                  </a:lnTo>
                  <a:lnTo>
                    <a:pt x="311852" y="6031168"/>
                  </a:lnTo>
                  <a:lnTo>
                    <a:pt x="311978" y="6031168"/>
                  </a:lnTo>
                  <a:lnTo>
                    <a:pt x="312483" y="6031168"/>
                  </a:lnTo>
                  <a:lnTo>
                    <a:pt x="312610" y="6031168"/>
                  </a:lnTo>
                  <a:lnTo>
                    <a:pt x="312736" y="6031168"/>
                  </a:lnTo>
                  <a:lnTo>
                    <a:pt x="312862" y="6031168"/>
                  </a:lnTo>
                  <a:lnTo>
                    <a:pt x="312988" y="6031168"/>
                  </a:lnTo>
                  <a:lnTo>
                    <a:pt x="313115" y="6031168"/>
                  </a:lnTo>
                  <a:lnTo>
                    <a:pt x="313241" y="6031168"/>
                  </a:lnTo>
                  <a:lnTo>
                    <a:pt x="313367" y="6031168"/>
                  </a:lnTo>
                  <a:lnTo>
                    <a:pt x="313493" y="6031168"/>
                  </a:lnTo>
                  <a:lnTo>
                    <a:pt x="313746" y="6031168"/>
                  </a:lnTo>
                  <a:lnTo>
                    <a:pt x="313872" y="6031168"/>
                  </a:lnTo>
                  <a:lnTo>
                    <a:pt x="314251" y="6031168"/>
                  </a:lnTo>
                  <a:lnTo>
                    <a:pt x="314377" y="6031168"/>
                  </a:lnTo>
                  <a:lnTo>
                    <a:pt x="314504" y="6031168"/>
                  </a:lnTo>
                  <a:lnTo>
                    <a:pt x="314630" y="6031168"/>
                  </a:lnTo>
                  <a:lnTo>
                    <a:pt x="314882" y="6031168"/>
                  </a:lnTo>
                  <a:lnTo>
                    <a:pt x="314882" y="6026257"/>
                  </a:lnTo>
                  <a:lnTo>
                    <a:pt x="315009" y="6026257"/>
                  </a:lnTo>
                  <a:lnTo>
                    <a:pt x="315135" y="6026257"/>
                  </a:lnTo>
                  <a:lnTo>
                    <a:pt x="315261" y="6026257"/>
                  </a:lnTo>
                  <a:lnTo>
                    <a:pt x="315514" y="6026257"/>
                  </a:lnTo>
                  <a:lnTo>
                    <a:pt x="315640" y="6026257"/>
                  </a:lnTo>
                  <a:lnTo>
                    <a:pt x="315766" y="6026257"/>
                  </a:lnTo>
                  <a:lnTo>
                    <a:pt x="315892" y="6026257"/>
                  </a:lnTo>
                  <a:lnTo>
                    <a:pt x="316019" y="6026257"/>
                  </a:lnTo>
                  <a:lnTo>
                    <a:pt x="316271" y="6026257"/>
                  </a:lnTo>
                  <a:lnTo>
                    <a:pt x="316397" y="6026257"/>
                  </a:lnTo>
                  <a:lnTo>
                    <a:pt x="316524" y="6026257"/>
                  </a:lnTo>
                  <a:lnTo>
                    <a:pt x="316776" y="6026257"/>
                  </a:lnTo>
                  <a:lnTo>
                    <a:pt x="317029" y="6026257"/>
                  </a:lnTo>
                  <a:lnTo>
                    <a:pt x="317155" y="6026257"/>
                  </a:lnTo>
                  <a:lnTo>
                    <a:pt x="317281" y="6026257"/>
                  </a:lnTo>
                  <a:lnTo>
                    <a:pt x="317407" y="6026257"/>
                  </a:lnTo>
                  <a:lnTo>
                    <a:pt x="317534" y="6026257"/>
                  </a:lnTo>
                  <a:lnTo>
                    <a:pt x="317660" y="6026257"/>
                  </a:lnTo>
                  <a:lnTo>
                    <a:pt x="317786" y="6026257"/>
                  </a:lnTo>
                  <a:lnTo>
                    <a:pt x="317912" y="6026257"/>
                  </a:lnTo>
                  <a:lnTo>
                    <a:pt x="318417" y="6026257"/>
                  </a:lnTo>
                  <a:lnTo>
                    <a:pt x="318544" y="6026257"/>
                  </a:lnTo>
                  <a:lnTo>
                    <a:pt x="318796" y="6026257"/>
                  </a:lnTo>
                  <a:lnTo>
                    <a:pt x="318922" y="6026257"/>
                  </a:lnTo>
                  <a:lnTo>
                    <a:pt x="319049" y="6026257"/>
                  </a:lnTo>
                  <a:lnTo>
                    <a:pt x="319175" y="6026257"/>
                  </a:lnTo>
                  <a:lnTo>
                    <a:pt x="319427" y="6026257"/>
                  </a:lnTo>
                  <a:lnTo>
                    <a:pt x="319554" y="6026257"/>
                  </a:lnTo>
                  <a:lnTo>
                    <a:pt x="319680" y="6026257"/>
                  </a:lnTo>
                  <a:lnTo>
                    <a:pt x="319806" y="6026257"/>
                  </a:lnTo>
                  <a:lnTo>
                    <a:pt x="320059" y="6026257"/>
                  </a:lnTo>
                  <a:lnTo>
                    <a:pt x="320185" y="6026257"/>
                  </a:lnTo>
                  <a:lnTo>
                    <a:pt x="320311" y="6026257"/>
                  </a:lnTo>
                  <a:lnTo>
                    <a:pt x="320564" y="6026257"/>
                  </a:lnTo>
                  <a:lnTo>
                    <a:pt x="320816" y="6026257"/>
                  </a:lnTo>
                  <a:lnTo>
                    <a:pt x="320943" y="6026257"/>
                  </a:lnTo>
                  <a:lnTo>
                    <a:pt x="321195" y="6026257"/>
                  </a:lnTo>
                  <a:lnTo>
                    <a:pt x="321321" y="6026257"/>
                  </a:lnTo>
                  <a:lnTo>
                    <a:pt x="321321" y="6021345"/>
                  </a:lnTo>
                  <a:lnTo>
                    <a:pt x="321448" y="6021345"/>
                  </a:lnTo>
                  <a:lnTo>
                    <a:pt x="321574" y="6021345"/>
                  </a:lnTo>
                  <a:lnTo>
                    <a:pt x="321700" y="6021345"/>
                  </a:lnTo>
                  <a:lnTo>
                    <a:pt x="321953" y="6021345"/>
                  </a:lnTo>
                  <a:lnTo>
                    <a:pt x="322205" y="6021345"/>
                  </a:lnTo>
                  <a:lnTo>
                    <a:pt x="322331" y="6021345"/>
                  </a:lnTo>
                  <a:lnTo>
                    <a:pt x="322458" y="6021345"/>
                  </a:lnTo>
                  <a:lnTo>
                    <a:pt x="322836" y="6021345"/>
                  </a:lnTo>
                  <a:lnTo>
                    <a:pt x="322963" y="6021345"/>
                  </a:lnTo>
                  <a:lnTo>
                    <a:pt x="323089" y="6021345"/>
                  </a:lnTo>
                  <a:lnTo>
                    <a:pt x="323341" y="6021345"/>
                  </a:lnTo>
                  <a:lnTo>
                    <a:pt x="323468" y="6021345"/>
                  </a:lnTo>
                  <a:lnTo>
                    <a:pt x="323594" y="6021345"/>
                  </a:lnTo>
                  <a:lnTo>
                    <a:pt x="323720" y="6021345"/>
                  </a:lnTo>
                  <a:lnTo>
                    <a:pt x="323973" y="6021345"/>
                  </a:lnTo>
                  <a:lnTo>
                    <a:pt x="324225" y="6021345"/>
                  </a:lnTo>
                  <a:lnTo>
                    <a:pt x="324351" y="6021345"/>
                  </a:lnTo>
                  <a:lnTo>
                    <a:pt x="324730" y="6021345"/>
                  </a:lnTo>
                  <a:lnTo>
                    <a:pt x="324857" y="6021345"/>
                  </a:lnTo>
                  <a:lnTo>
                    <a:pt x="324983" y="6021345"/>
                  </a:lnTo>
                  <a:lnTo>
                    <a:pt x="325109" y="6021345"/>
                  </a:lnTo>
                  <a:lnTo>
                    <a:pt x="325362" y="6021345"/>
                  </a:lnTo>
                  <a:lnTo>
                    <a:pt x="325488" y="6021345"/>
                  </a:lnTo>
                  <a:lnTo>
                    <a:pt x="325614" y="6021345"/>
                  </a:lnTo>
                  <a:lnTo>
                    <a:pt x="325740" y="6021345"/>
                  </a:lnTo>
                  <a:lnTo>
                    <a:pt x="325867" y="6021345"/>
                  </a:lnTo>
                  <a:lnTo>
                    <a:pt x="325993" y="6021345"/>
                  </a:lnTo>
                  <a:lnTo>
                    <a:pt x="326119" y="6021345"/>
                  </a:lnTo>
                  <a:lnTo>
                    <a:pt x="326245" y="6021345"/>
                  </a:lnTo>
                  <a:lnTo>
                    <a:pt x="326624" y="6021345"/>
                  </a:lnTo>
                  <a:lnTo>
                    <a:pt x="326750" y="6021345"/>
                  </a:lnTo>
                  <a:lnTo>
                    <a:pt x="326877" y="6021345"/>
                  </a:lnTo>
                  <a:lnTo>
                    <a:pt x="327003" y="6021345"/>
                  </a:lnTo>
                  <a:lnTo>
                    <a:pt x="327382" y="6021345"/>
                  </a:lnTo>
                  <a:lnTo>
                    <a:pt x="327508" y="6021345"/>
                  </a:lnTo>
                  <a:lnTo>
                    <a:pt x="327634" y="6021345"/>
                  </a:lnTo>
                  <a:lnTo>
                    <a:pt x="327760" y="6021345"/>
                  </a:lnTo>
                  <a:lnTo>
                    <a:pt x="328013" y="6021345"/>
                  </a:lnTo>
                  <a:lnTo>
                    <a:pt x="328139" y="6021345"/>
                  </a:lnTo>
                  <a:lnTo>
                    <a:pt x="328265" y="6021345"/>
                  </a:lnTo>
                  <a:lnTo>
                    <a:pt x="328392" y="6021345"/>
                  </a:lnTo>
                  <a:lnTo>
                    <a:pt x="328518" y="6021345"/>
                  </a:lnTo>
                  <a:lnTo>
                    <a:pt x="328644" y="6021345"/>
                  </a:lnTo>
                  <a:lnTo>
                    <a:pt x="328897" y="6021345"/>
                  </a:lnTo>
                  <a:lnTo>
                    <a:pt x="329023" y="6021345"/>
                  </a:lnTo>
                  <a:lnTo>
                    <a:pt x="329149" y="6021345"/>
                  </a:lnTo>
                  <a:lnTo>
                    <a:pt x="329275" y="6021345"/>
                  </a:lnTo>
                  <a:lnTo>
                    <a:pt x="329654" y="6021345"/>
                  </a:lnTo>
                  <a:lnTo>
                    <a:pt x="329780" y="6021345"/>
                  </a:lnTo>
                  <a:lnTo>
                    <a:pt x="329907" y="6021345"/>
                  </a:lnTo>
                  <a:lnTo>
                    <a:pt x="330033" y="6021345"/>
                  </a:lnTo>
                  <a:lnTo>
                    <a:pt x="330159" y="6021345"/>
                  </a:lnTo>
                  <a:lnTo>
                    <a:pt x="330286" y="6021345"/>
                  </a:lnTo>
                  <a:lnTo>
                    <a:pt x="330412" y="6021345"/>
                  </a:lnTo>
                  <a:lnTo>
                    <a:pt x="331043" y="6021345"/>
                  </a:lnTo>
                  <a:lnTo>
                    <a:pt x="331169" y="6021345"/>
                  </a:lnTo>
                  <a:lnTo>
                    <a:pt x="331296" y="6021345"/>
                  </a:lnTo>
                  <a:lnTo>
                    <a:pt x="331422" y="6021345"/>
                  </a:lnTo>
                  <a:lnTo>
                    <a:pt x="331674" y="6021345"/>
                  </a:lnTo>
                  <a:lnTo>
                    <a:pt x="331801" y="6021345"/>
                  </a:lnTo>
                  <a:lnTo>
                    <a:pt x="331927" y="6021345"/>
                  </a:lnTo>
                  <a:lnTo>
                    <a:pt x="332053" y="6021345"/>
                  </a:lnTo>
                  <a:lnTo>
                    <a:pt x="332306" y="6021345"/>
                  </a:lnTo>
                  <a:lnTo>
                    <a:pt x="332432" y="6021345"/>
                  </a:lnTo>
                  <a:lnTo>
                    <a:pt x="332558" y="6021345"/>
                  </a:lnTo>
                  <a:lnTo>
                    <a:pt x="332684" y="6021345"/>
                  </a:lnTo>
                  <a:lnTo>
                    <a:pt x="332811" y="6021345"/>
                  </a:lnTo>
                  <a:lnTo>
                    <a:pt x="333063" y="6021345"/>
                  </a:lnTo>
                  <a:lnTo>
                    <a:pt x="333189" y="6021345"/>
                  </a:lnTo>
                  <a:lnTo>
                    <a:pt x="333316" y="6021345"/>
                  </a:lnTo>
                  <a:lnTo>
                    <a:pt x="333442" y="6021345"/>
                  </a:lnTo>
                  <a:lnTo>
                    <a:pt x="333568" y="6021345"/>
                  </a:lnTo>
                  <a:lnTo>
                    <a:pt x="333694" y="6021345"/>
                  </a:lnTo>
                  <a:lnTo>
                    <a:pt x="333821" y="6021345"/>
                  </a:lnTo>
                  <a:lnTo>
                    <a:pt x="334073" y="6021345"/>
                  </a:lnTo>
                  <a:lnTo>
                    <a:pt x="334199" y="6021345"/>
                  </a:lnTo>
                  <a:lnTo>
                    <a:pt x="334704" y="6021345"/>
                  </a:lnTo>
                  <a:lnTo>
                    <a:pt x="334831" y="6021345"/>
                  </a:lnTo>
                  <a:lnTo>
                    <a:pt x="335083" y="6021345"/>
                  </a:lnTo>
                  <a:lnTo>
                    <a:pt x="335210" y="6021345"/>
                  </a:lnTo>
                  <a:lnTo>
                    <a:pt x="335588" y="6021345"/>
                  </a:lnTo>
                  <a:lnTo>
                    <a:pt x="335715" y="6021345"/>
                  </a:lnTo>
                  <a:lnTo>
                    <a:pt x="335841" y="6021345"/>
                  </a:lnTo>
                  <a:lnTo>
                    <a:pt x="335967" y="6021345"/>
                  </a:lnTo>
                  <a:lnTo>
                    <a:pt x="336093" y="6021345"/>
                  </a:lnTo>
                  <a:lnTo>
                    <a:pt x="336725" y="6021345"/>
                  </a:lnTo>
                  <a:lnTo>
                    <a:pt x="336851" y="6021345"/>
                  </a:lnTo>
                  <a:lnTo>
                    <a:pt x="336977" y="6021345"/>
                  </a:lnTo>
                  <a:lnTo>
                    <a:pt x="337103" y="6021345"/>
                  </a:lnTo>
                  <a:lnTo>
                    <a:pt x="337482" y="6021345"/>
                  </a:lnTo>
                  <a:lnTo>
                    <a:pt x="337735" y="6021345"/>
                  </a:lnTo>
                  <a:lnTo>
                    <a:pt x="337861" y="6021345"/>
                  </a:lnTo>
                  <a:lnTo>
                    <a:pt x="337861" y="6016434"/>
                  </a:lnTo>
                  <a:lnTo>
                    <a:pt x="337987" y="6016434"/>
                  </a:lnTo>
                  <a:lnTo>
                    <a:pt x="338240" y="6016434"/>
                  </a:lnTo>
                  <a:lnTo>
                    <a:pt x="338366" y="6016434"/>
                  </a:lnTo>
                  <a:lnTo>
                    <a:pt x="338492" y="6016434"/>
                  </a:lnTo>
                  <a:lnTo>
                    <a:pt x="338745" y="6016434"/>
                  </a:lnTo>
                  <a:lnTo>
                    <a:pt x="338997" y="6016434"/>
                  </a:lnTo>
                  <a:lnTo>
                    <a:pt x="339123" y="6016434"/>
                  </a:lnTo>
                  <a:lnTo>
                    <a:pt x="339250" y="6016434"/>
                  </a:lnTo>
                  <a:lnTo>
                    <a:pt x="339376" y="6016434"/>
                  </a:lnTo>
                  <a:lnTo>
                    <a:pt x="339502" y="6016434"/>
                  </a:lnTo>
                  <a:lnTo>
                    <a:pt x="339502" y="6011522"/>
                  </a:lnTo>
                  <a:lnTo>
                    <a:pt x="339628" y="6006611"/>
                  </a:lnTo>
                  <a:lnTo>
                    <a:pt x="339881" y="6006611"/>
                  </a:lnTo>
                  <a:lnTo>
                    <a:pt x="340133" y="6006611"/>
                  </a:lnTo>
                  <a:lnTo>
                    <a:pt x="340386" y="6006611"/>
                  </a:lnTo>
                  <a:lnTo>
                    <a:pt x="340512" y="6006611"/>
                  </a:lnTo>
                  <a:lnTo>
                    <a:pt x="340765" y="6006611"/>
                  </a:lnTo>
                  <a:lnTo>
                    <a:pt x="340891" y="6006611"/>
                  </a:lnTo>
                  <a:lnTo>
                    <a:pt x="341017" y="6006611"/>
                  </a:lnTo>
                  <a:lnTo>
                    <a:pt x="341144" y="6006611"/>
                  </a:lnTo>
                  <a:lnTo>
                    <a:pt x="341396" y="6006611"/>
                  </a:lnTo>
                  <a:lnTo>
                    <a:pt x="341649" y="6006611"/>
                  </a:lnTo>
                  <a:lnTo>
                    <a:pt x="341775" y="6006611"/>
                  </a:lnTo>
                  <a:lnTo>
                    <a:pt x="341901" y="6006611"/>
                  </a:lnTo>
                  <a:lnTo>
                    <a:pt x="342027" y="6006611"/>
                  </a:lnTo>
                  <a:lnTo>
                    <a:pt x="342406" y="6006611"/>
                  </a:lnTo>
                  <a:lnTo>
                    <a:pt x="342532" y="6006611"/>
                  </a:lnTo>
                  <a:lnTo>
                    <a:pt x="342911" y="6006611"/>
                  </a:lnTo>
                  <a:lnTo>
                    <a:pt x="343037" y="6006611"/>
                  </a:lnTo>
                  <a:lnTo>
                    <a:pt x="343164" y="6006611"/>
                  </a:lnTo>
                  <a:lnTo>
                    <a:pt x="343290" y="6006611"/>
                  </a:lnTo>
                  <a:lnTo>
                    <a:pt x="343416" y="6006611"/>
                  </a:lnTo>
                  <a:lnTo>
                    <a:pt x="343542" y="6006611"/>
                  </a:lnTo>
                  <a:lnTo>
                    <a:pt x="343669" y="6006611"/>
                  </a:lnTo>
                  <a:lnTo>
                    <a:pt x="344174" y="6006611"/>
                  </a:lnTo>
                  <a:lnTo>
                    <a:pt x="344300" y="6006611"/>
                  </a:lnTo>
                  <a:lnTo>
                    <a:pt x="344426" y="6006611"/>
                  </a:lnTo>
                  <a:lnTo>
                    <a:pt x="344552" y="6006611"/>
                  </a:lnTo>
                  <a:lnTo>
                    <a:pt x="344679" y="6006611"/>
                  </a:lnTo>
                  <a:lnTo>
                    <a:pt x="344931" y="6006611"/>
                  </a:lnTo>
                  <a:lnTo>
                    <a:pt x="345057" y="6006611"/>
                  </a:lnTo>
                  <a:lnTo>
                    <a:pt x="345310" y="6006611"/>
                  </a:lnTo>
                  <a:lnTo>
                    <a:pt x="345436" y="6006611"/>
                  </a:lnTo>
                  <a:lnTo>
                    <a:pt x="345563" y="6006611"/>
                  </a:lnTo>
                  <a:lnTo>
                    <a:pt x="345941" y="6006611"/>
                  </a:lnTo>
                  <a:lnTo>
                    <a:pt x="346068" y="6006611"/>
                  </a:lnTo>
                  <a:lnTo>
                    <a:pt x="346573" y="6006611"/>
                  </a:lnTo>
                  <a:lnTo>
                    <a:pt x="346699" y="6006611"/>
                  </a:lnTo>
                  <a:lnTo>
                    <a:pt x="346825" y="6006611"/>
                  </a:lnTo>
                  <a:lnTo>
                    <a:pt x="347330" y="6006611"/>
                  </a:lnTo>
                  <a:lnTo>
                    <a:pt x="347456" y="6006611"/>
                  </a:lnTo>
                  <a:lnTo>
                    <a:pt x="347583" y="6006611"/>
                  </a:lnTo>
                  <a:lnTo>
                    <a:pt x="347835" y="6006611"/>
                  </a:lnTo>
                  <a:lnTo>
                    <a:pt x="347961" y="6006611"/>
                  </a:lnTo>
                  <a:lnTo>
                    <a:pt x="348340" y="6006611"/>
                  </a:lnTo>
                  <a:lnTo>
                    <a:pt x="348466" y="6006611"/>
                  </a:lnTo>
                  <a:lnTo>
                    <a:pt x="348593" y="6006611"/>
                  </a:lnTo>
                  <a:lnTo>
                    <a:pt x="348719" y="6006611"/>
                  </a:lnTo>
                  <a:lnTo>
                    <a:pt x="348845" y="6006611"/>
                  </a:lnTo>
                  <a:lnTo>
                    <a:pt x="348971" y="6006611"/>
                  </a:lnTo>
                  <a:lnTo>
                    <a:pt x="349224" y="6006611"/>
                  </a:lnTo>
                  <a:lnTo>
                    <a:pt x="349350" y="6006611"/>
                  </a:lnTo>
                  <a:lnTo>
                    <a:pt x="349476" y="6006611"/>
                  </a:lnTo>
                  <a:lnTo>
                    <a:pt x="349603" y="6006611"/>
                  </a:lnTo>
                  <a:lnTo>
                    <a:pt x="349729" y="6006611"/>
                  </a:lnTo>
                  <a:lnTo>
                    <a:pt x="349855" y="6006611"/>
                  </a:lnTo>
                  <a:lnTo>
                    <a:pt x="349981" y="6006611"/>
                  </a:lnTo>
                  <a:lnTo>
                    <a:pt x="350108" y="6006611"/>
                  </a:lnTo>
                  <a:lnTo>
                    <a:pt x="350234" y="6006611"/>
                  </a:lnTo>
                  <a:lnTo>
                    <a:pt x="350360" y="6006611"/>
                  </a:lnTo>
                  <a:lnTo>
                    <a:pt x="350613" y="6006611"/>
                  </a:lnTo>
                  <a:lnTo>
                    <a:pt x="350739" y="6006611"/>
                  </a:lnTo>
                  <a:lnTo>
                    <a:pt x="350865" y="6006611"/>
                  </a:lnTo>
                  <a:lnTo>
                    <a:pt x="351118" y="6006611"/>
                  </a:lnTo>
                  <a:lnTo>
                    <a:pt x="351370" y="6006611"/>
                  </a:lnTo>
                  <a:lnTo>
                    <a:pt x="351497" y="6006611"/>
                  </a:lnTo>
                  <a:lnTo>
                    <a:pt x="351749" y="6006611"/>
                  </a:lnTo>
                  <a:lnTo>
                    <a:pt x="352128" y="6006611"/>
                  </a:lnTo>
                  <a:lnTo>
                    <a:pt x="352254" y="6006611"/>
                  </a:lnTo>
                  <a:lnTo>
                    <a:pt x="352380" y="6006611"/>
                  </a:lnTo>
                  <a:lnTo>
                    <a:pt x="352507" y="6006611"/>
                  </a:lnTo>
                  <a:lnTo>
                    <a:pt x="352633" y="6006611"/>
                  </a:lnTo>
                  <a:lnTo>
                    <a:pt x="352759" y="6006611"/>
                  </a:lnTo>
                  <a:lnTo>
                    <a:pt x="352885" y="6006611"/>
                  </a:lnTo>
                  <a:lnTo>
                    <a:pt x="353012" y="6006611"/>
                  </a:lnTo>
                  <a:lnTo>
                    <a:pt x="353138" y="6006611"/>
                  </a:lnTo>
                  <a:lnTo>
                    <a:pt x="353264" y="6006611"/>
                  </a:lnTo>
                  <a:lnTo>
                    <a:pt x="353390" y="6006611"/>
                  </a:lnTo>
                  <a:lnTo>
                    <a:pt x="353517" y="6001700"/>
                  </a:lnTo>
                  <a:lnTo>
                    <a:pt x="353643" y="6001700"/>
                  </a:lnTo>
                  <a:lnTo>
                    <a:pt x="353769" y="6001700"/>
                  </a:lnTo>
                  <a:lnTo>
                    <a:pt x="353895" y="6001700"/>
                  </a:lnTo>
                  <a:lnTo>
                    <a:pt x="354022" y="6001700"/>
                  </a:lnTo>
                  <a:lnTo>
                    <a:pt x="354274" y="6001700"/>
                  </a:lnTo>
                  <a:lnTo>
                    <a:pt x="354400" y="6001700"/>
                  </a:lnTo>
                  <a:lnTo>
                    <a:pt x="354779" y="6001700"/>
                  </a:lnTo>
                  <a:lnTo>
                    <a:pt x="355032" y="6001700"/>
                  </a:lnTo>
                  <a:lnTo>
                    <a:pt x="355284" y="6001700"/>
                  </a:lnTo>
                  <a:lnTo>
                    <a:pt x="355410" y="6001700"/>
                  </a:lnTo>
                  <a:lnTo>
                    <a:pt x="355537" y="6001700"/>
                  </a:lnTo>
                  <a:lnTo>
                    <a:pt x="355789" y="6001700"/>
                  </a:lnTo>
                  <a:lnTo>
                    <a:pt x="356042" y="6001700"/>
                  </a:lnTo>
                  <a:lnTo>
                    <a:pt x="356421" y="6001700"/>
                  </a:lnTo>
                  <a:lnTo>
                    <a:pt x="356547" y="6001700"/>
                  </a:lnTo>
                  <a:lnTo>
                    <a:pt x="356673" y="6001700"/>
                  </a:lnTo>
                  <a:lnTo>
                    <a:pt x="356799" y="6001700"/>
                  </a:lnTo>
                  <a:lnTo>
                    <a:pt x="357178" y="5996788"/>
                  </a:lnTo>
                  <a:lnTo>
                    <a:pt x="357304" y="5996788"/>
                  </a:lnTo>
                  <a:lnTo>
                    <a:pt x="357431" y="5996788"/>
                  </a:lnTo>
                  <a:lnTo>
                    <a:pt x="357557" y="5996788"/>
                  </a:lnTo>
                  <a:lnTo>
                    <a:pt x="357683" y="5996788"/>
                  </a:lnTo>
                  <a:lnTo>
                    <a:pt x="357809" y="5996788"/>
                  </a:lnTo>
                  <a:lnTo>
                    <a:pt x="358062" y="5996788"/>
                  </a:lnTo>
                  <a:lnTo>
                    <a:pt x="358188" y="5996788"/>
                  </a:lnTo>
                  <a:lnTo>
                    <a:pt x="358441" y="5996788"/>
                  </a:lnTo>
                  <a:lnTo>
                    <a:pt x="358567" y="5996788"/>
                  </a:lnTo>
                  <a:lnTo>
                    <a:pt x="358693" y="5996788"/>
                  </a:lnTo>
                  <a:lnTo>
                    <a:pt x="358819" y="5996788"/>
                  </a:lnTo>
                  <a:lnTo>
                    <a:pt x="358946" y="5996788"/>
                  </a:lnTo>
                  <a:lnTo>
                    <a:pt x="359072" y="5996788"/>
                  </a:lnTo>
                  <a:lnTo>
                    <a:pt x="359324" y="5996788"/>
                  </a:lnTo>
                  <a:lnTo>
                    <a:pt x="359577" y="5996788"/>
                  </a:lnTo>
                  <a:lnTo>
                    <a:pt x="359703" y="5996788"/>
                  </a:lnTo>
                  <a:lnTo>
                    <a:pt x="359956" y="5996788"/>
                  </a:lnTo>
                  <a:lnTo>
                    <a:pt x="360082" y="5996788"/>
                  </a:lnTo>
                  <a:lnTo>
                    <a:pt x="360208" y="5996788"/>
                  </a:lnTo>
                  <a:lnTo>
                    <a:pt x="360713" y="5996788"/>
                  </a:lnTo>
                  <a:lnTo>
                    <a:pt x="360966" y="5996788"/>
                  </a:lnTo>
                  <a:lnTo>
                    <a:pt x="361092" y="5996788"/>
                  </a:lnTo>
                  <a:lnTo>
                    <a:pt x="361345" y="5996788"/>
                  </a:lnTo>
                  <a:lnTo>
                    <a:pt x="361471" y="5996788"/>
                  </a:lnTo>
                  <a:lnTo>
                    <a:pt x="361597" y="5996788"/>
                  </a:lnTo>
                  <a:lnTo>
                    <a:pt x="361723" y="5996788"/>
                  </a:lnTo>
                  <a:lnTo>
                    <a:pt x="361850" y="5996788"/>
                  </a:lnTo>
                  <a:lnTo>
                    <a:pt x="361976" y="5996788"/>
                  </a:lnTo>
                  <a:lnTo>
                    <a:pt x="362355" y="5996788"/>
                  </a:lnTo>
                  <a:lnTo>
                    <a:pt x="362481" y="5996788"/>
                  </a:lnTo>
                  <a:lnTo>
                    <a:pt x="362607" y="5996788"/>
                  </a:lnTo>
                  <a:lnTo>
                    <a:pt x="362733" y="5996788"/>
                  </a:lnTo>
                  <a:lnTo>
                    <a:pt x="362986" y="5996788"/>
                  </a:lnTo>
                  <a:lnTo>
                    <a:pt x="363112" y="5996788"/>
                  </a:lnTo>
                  <a:lnTo>
                    <a:pt x="363238" y="5996788"/>
                  </a:lnTo>
                  <a:lnTo>
                    <a:pt x="363365" y="5996788"/>
                  </a:lnTo>
                  <a:lnTo>
                    <a:pt x="363491" y="5996788"/>
                  </a:lnTo>
                  <a:lnTo>
                    <a:pt x="363743" y="5996788"/>
                  </a:lnTo>
                  <a:lnTo>
                    <a:pt x="363870" y="5996788"/>
                  </a:lnTo>
                  <a:lnTo>
                    <a:pt x="364122" y="5996788"/>
                  </a:lnTo>
                  <a:lnTo>
                    <a:pt x="364248" y="5996788"/>
                  </a:lnTo>
                  <a:lnTo>
                    <a:pt x="364627" y="5996788"/>
                  </a:lnTo>
                  <a:lnTo>
                    <a:pt x="364753" y="5996788"/>
                  </a:lnTo>
                  <a:lnTo>
                    <a:pt x="364880" y="5996788"/>
                  </a:lnTo>
                  <a:lnTo>
                    <a:pt x="365132" y="5996788"/>
                  </a:lnTo>
                  <a:lnTo>
                    <a:pt x="365258" y="5996788"/>
                  </a:lnTo>
                  <a:lnTo>
                    <a:pt x="365385" y="5996788"/>
                  </a:lnTo>
                  <a:lnTo>
                    <a:pt x="365763" y="5996788"/>
                  </a:lnTo>
                  <a:lnTo>
                    <a:pt x="365890" y="5996788"/>
                  </a:lnTo>
                  <a:lnTo>
                    <a:pt x="366395" y="5996788"/>
                  </a:lnTo>
                  <a:lnTo>
                    <a:pt x="366521" y="5996788"/>
                  </a:lnTo>
                  <a:lnTo>
                    <a:pt x="366647" y="5996788"/>
                  </a:lnTo>
                  <a:lnTo>
                    <a:pt x="367026" y="5996788"/>
                  </a:lnTo>
                  <a:lnTo>
                    <a:pt x="367405" y="5996788"/>
                  </a:lnTo>
                  <a:lnTo>
                    <a:pt x="367531" y="5996788"/>
                  </a:lnTo>
                  <a:lnTo>
                    <a:pt x="367910" y="5996788"/>
                  </a:lnTo>
                  <a:lnTo>
                    <a:pt x="368036" y="5996788"/>
                  </a:lnTo>
                  <a:lnTo>
                    <a:pt x="368289" y="5996788"/>
                  </a:lnTo>
                  <a:lnTo>
                    <a:pt x="368541" y="5996788"/>
                  </a:lnTo>
                  <a:lnTo>
                    <a:pt x="368541" y="5991877"/>
                  </a:lnTo>
                  <a:lnTo>
                    <a:pt x="368541" y="5986966"/>
                  </a:lnTo>
                  <a:lnTo>
                    <a:pt x="368794" y="5986966"/>
                  </a:lnTo>
                  <a:lnTo>
                    <a:pt x="368920" y="5986966"/>
                  </a:lnTo>
                  <a:lnTo>
                    <a:pt x="369046" y="5986966"/>
                  </a:lnTo>
                  <a:lnTo>
                    <a:pt x="369299" y="5986966"/>
                  </a:lnTo>
                  <a:lnTo>
                    <a:pt x="369551" y="5986966"/>
                  </a:lnTo>
                  <a:lnTo>
                    <a:pt x="369677" y="5986966"/>
                  </a:lnTo>
                  <a:lnTo>
                    <a:pt x="370056" y="5986966"/>
                  </a:lnTo>
                  <a:lnTo>
                    <a:pt x="370182" y="5986966"/>
                  </a:lnTo>
                  <a:lnTo>
                    <a:pt x="370435" y="5986966"/>
                  </a:lnTo>
                  <a:lnTo>
                    <a:pt x="370561" y="5986966"/>
                  </a:lnTo>
                  <a:lnTo>
                    <a:pt x="370814" y="5982054"/>
                  </a:lnTo>
                  <a:lnTo>
                    <a:pt x="370940" y="5982054"/>
                  </a:lnTo>
                  <a:lnTo>
                    <a:pt x="371066" y="5982054"/>
                  </a:lnTo>
                  <a:lnTo>
                    <a:pt x="371193" y="5982054"/>
                  </a:lnTo>
                  <a:lnTo>
                    <a:pt x="371319" y="5982054"/>
                  </a:lnTo>
                  <a:lnTo>
                    <a:pt x="371698" y="5982054"/>
                  </a:lnTo>
                  <a:lnTo>
                    <a:pt x="371950" y="5982054"/>
                  </a:lnTo>
                  <a:lnTo>
                    <a:pt x="372203" y="5982054"/>
                  </a:lnTo>
                  <a:lnTo>
                    <a:pt x="372329" y="5982054"/>
                  </a:lnTo>
                  <a:lnTo>
                    <a:pt x="372455" y="5982054"/>
                  </a:lnTo>
                  <a:lnTo>
                    <a:pt x="372581" y="5982054"/>
                  </a:lnTo>
                  <a:lnTo>
                    <a:pt x="372708" y="5982054"/>
                  </a:lnTo>
                  <a:lnTo>
                    <a:pt x="373086" y="5982054"/>
                  </a:lnTo>
                  <a:lnTo>
                    <a:pt x="373213" y="5982054"/>
                  </a:lnTo>
                  <a:lnTo>
                    <a:pt x="373591" y="5982054"/>
                  </a:lnTo>
                  <a:lnTo>
                    <a:pt x="373844" y="5982054"/>
                  </a:lnTo>
                  <a:lnTo>
                    <a:pt x="373970" y="5982054"/>
                  </a:lnTo>
                  <a:lnTo>
                    <a:pt x="374096" y="5982054"/>
                  </a:lnTo>
                  <a:lnTo>
                    <a:pt x="374223" y="5982054"/>
                  </a:lnTo>
                  <a:lnTo>
                    <a:pt x="374349" y="5982054"/>
                  </a:lnTo>
                  <a:lnTo>
                    <a:pt x="374601" y="5982054"/>
                  </a:lnTo>
                  <a:lnTo>
                    <a:pt x="374728" y="5982054"/>
                  </a:lnTo>
                  <a:lnTo>
                    <a:pt x="374854" y="5982054"/>
                  </a:lnTo>
                  <a:lnTo>
                    <a:pt x="374980" y="5982054"/>
                  </a:lnTo>
                  <a:lnTo>
                    <a:pt x="375106" y="5982054"/>
                  </a:lnTo>
                  <a:lnTo>
                    <a:pt x="375233" y="5982054"/>
                  </a:lnTo>
                  <a:lnTo>
                    <a:pt x="375359" y="5982054"/>
                  </a:lnTo>
                  <a:lnTo>
                    <a:pt x="375611" y="5982054"/>
                  </a:lnTo>
                  <a:lnTo>
                    <a:pt x="375990" y="5982054"/>
                  </a:lnTo>
                  <a:lnTo>
                    <a:pt x="376243" y="5982054"/>
                  </a:lnTo>
                  <a:lnTo>
                    <a:pt x="376369" y="5982054"/>
                  </a:lnTo>
                  <a:lnTo>
                    <a:pt x="376495" y="5982054"/>
                  </a:lnTo>
                  <a:lnTo>
                    <a:pt x="376622" y="5982054"/>
                  </a:lnTo>
                  <a:lnTo>
                    <a:pt x="376748" y="5982054"/>
                  </a:lnTo>
                  <a:lnTo>
                    <a:pt x="376874" y="5982054"/>
                  </a:lnTo>
                  <a:lnTo>
                    <a:pt x="377000" y="5982054"/>
                  </a:lnTo>
                  <a:lnTo>
                    <a:pt x="377253" y="5982054"/>
                  </a:lnTo>
                  <a:lnTo>
                    <a:pt x="377632" y="5982054"/>
                  </a:lnTo>
                  <a:lnTo>
                    <a:pt x="377758" y="5982054"/>
                  </a:lnTo>
                  <a:lnTo>
                    <a:pt x="378263" y="5982054"/>
                  </a:lnTo>
                  <a:lnTo>
                    <a:pt x="378768" y="5982054"/>
                  </a:lnTo>
                  <a:lnTo>
                    <a:pt x="378894" y="5982054"/>
                  </a:lnTo>
                  <a:lnTo>
                    <a:pt x="379020" y="5982054"/>
                  </a:lnTo>
                  <a:lnTo>
                    <a:pt x="379147" y="5982054"/>
                  </a:lnTo>
                  <a:lnTo>
                    <a:pt x="379273" y="5982054"/>
                  </a:lnTo>
                  <a:lnTo>
                    <a:pt x="379399" y="5982054"/>
                  </a:lnTo>
                  <a:lnTo>
                    <a:pt x="379652" y="5982054"/>
                  </a:lnTo>
                  <a:lnTo>
                    <a:pt x="379778" y="5982054"/>
                  </a:lnTo>
                  <a:lnTo>
                    <a:pt x="379904" y="5982054"/>
                  </a:lnTo>
                  <a:lnTo>
                    <a:pt x="380157" y="5982054"/>
                  </a:lnTo>
                  <a:lnTo>
                    <a:pt x="380283" y="5982054"/>
                  </a:lnTo>
                  <a:lnTo>
                    <a:pt x="380409" y="5982054"/>
                  </a:lnTo>
                  <a:lnTo>
                    <a:pt x="380535" y="5982054"/>
                  </a:lnTo>
                  <a:lnTo>
                    <a:pt x="380662" y="5982054"/>
                  </a:lnTo>
                  <a:lnTo>
                    <a:pt x="380788" y="5982054"/>
                  </a:lnTo>
                  <a:lnTo>
                    <a:pt x="380914" y="5982054"/>
                  </a:lnTo>
                  <a:lnTo>
                    <a:pt x="381167" y="5982054"/>
                  </a:lnTo>
                  <a:lnTo>
                    <a:pt x="381293" y="5982054"/>
                  </a:lnTo>
                  <a:lnTo>
                    <a:pt x="381419" y="5982054"/>
                  </a:lnTo>
                  <a:lnTo>
                    <a:pt x="381546" y="5982054"/>
                  </a:lnTo>
                  <a:lnTo>
                    <a:pt x="381672" y="5982054"/>
                  </a:lnTo>
                  <a:lnTo>
                    <a:pt x="381798" y="5982054"/>
                  </a:lnTo>
                  <a:lnTo>
                    <a:pt x="381924" y="5982054"/>
                  </a:lnTo>
                  <a:lnTo>
                    <a:pt x="382051" y="5982054"/>
                  </a:lnTo>
                  <a:lnTo>
                    <a:pt x="382177" y="5982054"/>
                  </a:lnTo>
                  <a:lnTo>
                    <a:pt x="382303" y="5982054"/>
                  </a:lnTo>
                  <a:lnTo>
                    <a:pt x="382429" y="5982054"/>
                  </a:lnTo>
                  <a:lnTo>
                    <a:pt x="382556" y="5982054"/>
                  </a:lnTo>
                  <a:lnTo>
                    <a:pt x="382682" y="5982054"/>
                  </a:lnTo>
                  <a:lnTo>
                    <a:pt x="382808" y="5982054"/>
                  </a:lnTo>
                  <a:lnTo>
                    <a:pt x="382934" y="5982054"/>
                  </a:lnTo>
                  <a:lnTo>
                    <a:pt x="383187" y="5982054"/>
                  </a:lnTo>
                  <a:lnTo>
                    <a:pt x="383313" y="5982054"/>
                  </a:lnTo>
                  <a:lnTo>
                    <a:pt x="383313" y="5977143"/>
                  </a:lnTo>
                  <a:lnTo>
                    <a:pt x="383439" y="5977143"/>
                  </a:lnTo>
                  <a:lnTo>
                    <a:pt x="383566" y="5977143"/>
                  </a:lnTo>
                  <a:lnTo>
                    <a:pt x="383692" y="5977143"/>
                  </a:lnTo>
                  <a:lnTo>
                    <a:pt x="383818" y="5977143"/>
                  </a:lnTo>
                  <a:lnTo>
                    <a:pt x="383944" y="5977143"/>
                  </a:lnTo>
                  <a:lnTo>
                    <a:pt x="384071" y="5977143"/>
                  </a:lnTo>
                  <a:lnTo>
                    <a:pt x="384197" y="5977143"/>
                  </a:lnTo>
                  <a:lnTo>
                    <a:pt x="384576" y="5977143"/>
                  </a:lnTo>
                  <a:lnTo>
                    <a:pt x="384576" y="5972231"/>
                  </a:lnTo>
                  <a:lnTo>
                    <a:pt x="384702" y="5972231"/>
                  </a:lnTo>
                  <a:lnTo>
                    <a:pt x="384828" y="5972231"/>
                  </a:lnTo>
                  <a:lnTo>
                    <a:pt x="384954" y="5972231"/>
                  </a:lnTo>
                  <a:lnTo>
                    <a:pt x="385081" y="5972231"/>
                  </a:lnTo>
                  <a:lnTo>
                    <a:pt x="385207" y="5972231"/>
                  </a:lnTo>
                  <a:lnTo>
                    <a:pt x="385333" y="5972231"/>
                  </a:lnTo>
                  <a:lnTo>
                    <a:pt x="385459" y="5972231"/>
                  </a:lnTo>
                  <a:lnTo>
                    <a:pt x="385838" y="5972231"/>
                  </a:lnTo>
                  <a:lnTo>
                    <a:pt x="385964" y="5972231"/>
                  </a:lnTo>
                  <a:lnTo>
                    <a:pt x="386343" y="5972231"/>
                  </a:lnTo>
                  <a:lnTo>
                    <a:pt x="386722" y="5972231"/>
                  </a:lnTo>
                  <a:lnTo>
                    <a:pt x="386975" y="5972231"/>
                  </a:lnTo>
                  <a:lnTo>
                    <a:pt x="387101" y="5972231"/>
                  </a:lnTo>
                  <a:lnTo>
                    <a:pt x="387227" y="5972231"/>
                  </a:lnTo>
                  <a:lnTo>
                    <a:pt x="387353" y="5972231"/>
                  </a:lnTo>
                  <a:lnTo>
                    <a:pt x="387480" y="5972231"/>
                  </a:lnTo>
                  <a:lnTo>
                    <a:pt x="387606" y="5972231"/>
                  </a:lnTo>
                  <a:lnTo>
                    <a:pt x="387732" y="5972231"/>
                  </a:lnTo>
                  <a:lnTo>
                    <a:pt x="387858" y="5972231"/>
                  </a:lnTo>
                  <a:lnTo>
                    <a:pt x="388111" y="5972231"/>
                  </a:lnTo>
                  <a:lnTo>
                    <a:pt x="388237" y="5972231"/>
                  </a:lnTo>
                  <a:lnTo>
                    <a:pt x="388363" y="5972231"/>
                  </a:lnTo>
                  <a:lnTo>
                    <a:pt x="388490" y="5972231"/>
                  </a:lnTo>
                  <a:lnTo>
                    <a:pt x="388616" y="5972231"/>
                  </a:lnTo>
                  <a:lnTo>
                    <a:pt x="388742" y="5972231"/>
                  </a:lnTo>
                  <a:lnTo>
                    <a:pt x="389121" y="5972231"/>
                  </a:lnTo>
                  <a:lnTo>
                    <a:pt x="389373" y="5972231"/>
                  </a:lnTo>
                  <a:lnTo>
                    <a:pt x="389626" y="5972231"/>
                  </a:lnTo>
                  <a:lnTo>
                    <a:pt x="389752" y="5972231"/>
                  </a:lnTo>
                  <a:lnTo>
                    <a:pt x="389878" y="5972231"/>
                  </a:lnTo>
                  <a:lnTo>
                    <a:pt x="390005" y="5972231"/>
                  </a:lnTo>
                  <a:lnTo>
                    <a:pt x="390131" y="5972231"/>
                  </a:lnTo>
                  <a:lnTo>
                    <a:pt x="390257" y="5972231"/>
                  </a:lnTo>
                  <a:lnTo>
                    <a:pt x="390383" y="5972231"/>
                  </a:lnTo>
                  <a:lnTo>
                    <a:pt x="390510" y="5972231"/>
                  </a:lnTo>
                  <a:lnTo>
                    <a:pt x="390636" y="5972231"/>
                  </a:lnTo>
                  <a:lnTo>
                    <a:pt x="390888" y="5972231"/>
                  </a:lnTo>
                  <a:lnTo>
                    <a:pt x="391015" y="5972231"/>
                  </a:lnTo>
                  <a:lnTo>
                    <a:pt x="391141" y="5972231"/>
                  </a:lnTo>
                  <a:lnTo>
                    <a:pt x="391393" y="5972231"/>
                  </a:lnTo>
                  <a:lnTo>
                    <a:pt x="391520" y="5972231"/>
                  </a:lnTo>
                  <a:lnTo>
                    <a:pt x="391899" y="5972231"/>
                  </a:lnTo>
                  <a:lnTo>
                    <a:pt x="392151" y="5972231"/>
                  </a:lnTo>
                  <a:lnTo>
                    <a:pt x="392277" y="5972231"/>
                  </a:lnTo>
                  <a:lnTo>
                    <a:pt x="392530" y="5972231"/>
                  </a:lnTo>
                  <a:lnTo>
                    <a:pt x="392656" y="5972231"/>
                  </a:lnTo>
                  <a:lnTo>
                    <a:pt x="392782" y="5972231"/>
                  </a:lnTo>
                  <a:lnTo>
                    <a:pt x="392909" y="5972231"/>
                  </a:lnTo>
                  <a:lnTo>
                    <a:pt x="393035" y="5972231"/>
                  </a:lnTo>
                  <a:lnTo>
                    <a:pt x="393161" y="5972231"/>
                  </a:lnTo>
                  <a:lnTo>
                    <a:pt x="393287" y="5972231"/>
                  </a:lnTo>
                  <a:lnTo>
                    <a:pt x="393414" y="5972231"/>
                  </a:lnTo>
                  <a:lnTo>
                    <a:pt x="393540" y="5972231"/>
                  </a:lnTo>
                  <a:lnTo>
                    <a:pt x="393792" y="5972231"/>
                  </a:lnTo>
                  <a:lnTo>
                    <a:pt x="394045" y="5972231"/>
                  </a:lnTo>
                  <a:lnTo>
                    <a:pt x="394297" y="5972231"/>
                  </a:lnTo>
                  <a:lnTo>
                    <a:pt x="394424" y="5972231"/>
                  </a:lnTo>
                  <a:lnTo>
                    <a:pt x="394802" y="5972231"/>
                  </a:lnTo>
                  <a:lnTo>
                    <a:pt x="394929" y="5972231"/>
                  </a:lnTo>
                  <a:lnTo>
                    <a:pt x="395055" y="5972231"/>
                  </a:lnTo>
                  <a:lnTo>
                    <a:pt x="395181" y="5967320"/>
                  </a:lnTo>
                  <a:lnTo>
                    <a:pt x="395307" y="5967320"/>
                  </a:lnTo>
                  <a:lnTo>
                    <a:pt x="395686" y="5967320"/>
                  </a:lnTo>
                  <a:lnTo>
                    <a:pt x="395812" y="5967320"/>
                  </a:lnTo>
                  <a:lnTo>
                    <a:pt x="396065" y="5967320"/>
                  </a:lnTo>
                  <a:lnTo>
                    <a:pt x="396191" y="5962409"/>
                  </a:lnTo>
                  <a:lnTo>
                    <a:pt x="396317" y="5962409"/>
                  </a:lnTo>
                  <a:lnTo>
                    <a:pt x="396444" y="5962409"/>
                  </a:lnTo>
                  <a:lnTo>
                    <a:pt x="396822" y="5962409"/>
                  </a:lnTo>
                  <a:lnTo>
                    <a:pt x="397201" y="5962409"/>
                  </a:lnTo>
                  <a:lnTo>
                    <a:pt x="397454" y="5962409"/>
                  </a:lnTo>
                  <a:lnTo>
                    <a:pt x="397580" y="5962409"/>
                  </a:lnTo>
                  <a:lnTo>
                    <a:pt x="397706" y="5962409"/>
                  </a:lnTo>
                  <a:lnTo>
                    <a:pt x="397959" y="5962409"/>
                  </a:lnTo>
                  <a:lnTo>
                    <a:pt x="398085" y="5962409"/>
                  </a:lnTo>
                  <a:lnTo>
                    <a:pt x="398464" y="5962409"/>
                  </a:lnTo>
                  <a:lnTo>
                    <a:pt x="398590" y="5962409"/>
                  </a:lnTo>
                  <a:lnTo>
                    <a:pt x="398969" y="5962409"/>
                  </a:lnTo>
                  <a:lnTo>
                    <a:pt x="399095" y="5962409"/>
                  </a:lnTo>
                  <a:lnTo>
                    <a:pt x="399221" y="5962409"/>
                  </a:lnTo>
                  <a:lnTo>
                    <a:pt x="399474" y="5962409"/>
                  </a:lnTo>
                  <a:lnTo>
                    <a:pt x="399726" y="5962409"/>
                  </a:lnTo>
                  <a:lnTo>
                    <a:pt x="399853" y="5962409"/>
                  </a:lnTo>
                  <a:lnTo>
                    <a:pt x="399979" y="5962409"/>
                  </a:lnTo>
                  <a:lnTo>
                    <a:pt x="400231" y="5962409"/>
                  </a:lnTo>
                  <a:lnTo>
                    <a:pt x="400358" y="5962409"/>
                  </a:lnTo>
                  <a:lnTo>
                    <a:pt x="400610" y="5962409"/>
                  </a:lnTo>
                  <a:lnTo>
                    <a:pt x="400736" y="5962409"/>
                  </a:lnTo>
                  <a:lnTo>
                    <a:pt x="401241" y="5962409"/>
                  </a:lnTo>
                  <a:lnTo>
                    <a:pt x="401368" y="5962409"/>
                  </a:lnTo>
                  <a:lnTo>
                    <a:pt x="401620" y="5962409"/>
                  </a:lnTo>
                  <a:lnTo>
                    <a:pt x="401873" y="5962409"/>
                  </a:lnTo>
                  <a:lnTo>
                    <a:pt x="402125" y="5962409"/>
                  </a:lnTo>
                  <a:lnTo>
                    <a:pt x="402378" y="5962409"/>
                  </a:lnTo>
                  <a:lnTo>
                    <a:pt x="402504" y="5962409"/>
                  </a:lnTo>
                  <a:lnTo>
                    <a:pt x="402630" y="5962409"/>
                  </a:lnTo>
                  <a:lnTo>
                    <a:pt x="402757" y="5962409"/>
                  </a:lnTo>
                  <a:lnTo>
                    <a:pt x="403262" y="5962409"/>
                  </a:lnTo>
                  <a:lnTo>
                    <a:pt x="403388" y="5962409"/>
                  </a:lnTo>
                  <a:lnTo>
                    <a:pt x="403514" y="5962409"/>
                  </a:lnTo>
                  <a:lnTo>
                    <a:pt x="403767" y="5962409"/>
                  </a:lnTo>
                  <a:lnTo>
                    <a:pt x="403893" y="5962409"/>
                  </a:lnTo>
                  <a:lnTo>
                    <a:pt x="404019" y="5962409"/>
                  </a:lnTo>
                  <a:lnTo>
                    <a:pt x="404272" y="5962409"/>
                  </a:lnTo>
                  <a:lnTo>
                    <a:pt x="404398" y="5962409"/>
                  </a:lnTo>
                  <a:lnTo>
                    <a:pt x="404650" y="5957497"/>
                  </a:lnTo>
                  <a:lnTo>
                    <a:pt x="404777" y="5957497"/>
                  </a:lnTo>
                  <a:lnTo>
                    <a:pt x="404903" y="5957497"/>
                  </a:lnTo>
                  <a:lnTo>
                    <a:pt x="405029" y="5957497"/>
                  </a:lnTo>
                  <a:lnTo>
                    <a:pt x="405155" y="5957497"/>
                  </a:lnTo>
                  <a:lnTo>
                    <a:pt x="405408" y="5957497"/>
                  </a:lnTo>
                  <a:lnTo>
                    <a:pt x="405534" y="5957497"/>
                  </a:lnTo>
                  <a:lnTo>
                    <a:pt x="405913" y="5957497"/>
                  </a:lnTo>
                  <a:lnTo>
                    <a:pt x="406039" y="5957497"/>
                  </a:lnTo>
                  <a:lnTo>
                    <a:pt x="406292" y="5957497"/>
                  </a:lnTo>
                  <a:lnTo>
                    <a:pt x="406418" y="5957497"/>
                  </a:lnTo>
                  <a:lnTo>
                    <a:pt x="406670" y="5957497"/>
                  </a:lnTo>
                  <a:lnTo>
                    <a:pt x="406797" y="5957497"/>
                  </a:lnTo>
                  <a:lnTo>
                    <a:pt x="407049" y="5957497"/>
                  </a:lnTo>
                  <a:lnTo>
                    <a:pt x="407428" y="5957497"/>
                  </a:lnTo>
                  <a:lnTo>
                    <a:pt x="407681" y="5957497"/>
                  </a:lnTo>
                  <a:lnTo>
                    <a:pt x="407807" y="5957497"/>
                  </a:lnTo>
                  <a:lnTo>
                    <a:pt x="407933" y="5957497"/>
                  </a:lnTo>
                  <a:lnTo>
                    <a:pt x="408059" y="5957497"/>
                  </a:lnTo>
                  <a:lnTo>
                    <a:pt x="408186" y="5957497"/>
                  </a:lnTo>
                  <a:lnTo>
                    <a:pt x="408312" y="5957497"/>
                  </a:lnTo>
                  <a:lnTo>
                    <a:pt x="408438" y="5957497"/>
                  </a:lnTo>
                  <a:lnTo>
                    <a:pt x="408564" y="5957497"/>
                  </a:lnTo>
                  <a:lnTo>
                    <a:pt x="408691" y="5957497"/>
                  </a:lnTo>
                  <a:lnTo>
                    <a:pt x="408817" y="5957497"/>
                  </a:lnTo>
                  <a:lnTo>
                    <a:pt x="409448" y="5957497"/>
                  </a:lnTo>
                  <a:lnTo>
                    <a:pt x="409701" y="5957497"/>
                  </a:lnTo>
                  <a:lnTo>
                    <a:pt x="409827" y="5957497"/>
                  </a:lnTo>
                  <a:lnTo>
                    <a:pt x="409953" y="5957497"/>
                  </a:lnTo>
                  <a:lnTo>
                    <a:pt x="410079" y="5957497"/>
                  </a:lnTo>
                  <a:lnTo>
                    <a:pt x="410206" y="5957497"/>
                  </a:lnTo>
                  <a:lnTo>
                    <a:pt x="410332" y="5957497"/>
                  </a:lnTo>
                  <a:lnTo>
                    <a:pt x="410584" y="5957497"/>
                  </a:lnTo>
                  <a:lnTo>
                    <a:pt x="410711" y="5957497"/>
                  </a:lnTo>
                  <a:lnTo>
                    <a:pt x="411216" y="5957497"/>
                  </a:lnTo>
                  <a:lnTo>
                    <a:pt x="411342" y="5957497"/>
                  </a:lnTo>
                  <a:lnTo>
                    <a:pt x="411721" y="5957497"/>
                  </a:lnTo>
                  <a:lnTo>
                    <a:pt x="411973" y="5957497"/>
                  </a:lnTo>
                  <a:lnTo>
                    <a:pt x="412099" y="5957497"/>
                  </a:lnTo>
                  <a:lnTo>
                    <a:pt x="412352" y="5957497"/>
                  </a:lnTo>
                  <a:lnTo>
                    <a:pt x="412478" y="5957497"/>
                  </a:lnTo>
                  <a:lnTo>
                    <a:pt x="412605" y="5957497"/>
                  </a:lnTo>
                  <a:lnTo>
                    <a:pt x="412857" y="5957497"/>
                  </a:lnTo>
                  <a:lnTo>
                    <a:pt x="412983" y="5957497"/>
                  </a:lnTo>
                  <a:lnTo>
                    <a:pt x="413362" y="5957497"/>
                  </a:lnTo>
                  <a:lnTo>
                    <a:pt x="413488" y="5957497"/>
                  </a:lnTo>
                  <a:lnTo>
                    <a:pt x="413615" y="5957497"/>
                  </a:lnTo>
                  <a:lnTo>
                    <a:pt x="413741" y="5957497"/>
                  </a:lnTo>
                  <a:lnTo>
                    <a:pt x="413867" y="5957497"/>
                  </a:lnTo>
                  <a:lnTo>
                    <a:pt x="414120" y="5957497"/>
                  </a:lnTo>
                  <a:lnTo>
                    <a:pt x="414246" y="5957497"/>
                  </a:lnTo>
                  <a:lnTo>
                    <a:pt x="414498" y="5957497"/>
                  </a:lnTo>
                  <a:lnTo>
                    <a:pt x="414625" y="5957497"/>
                  </a:lnTo>
                  <a:lnTo>
                    <a:pt x="414751" y="5957497"/>
                  </a:lnTo>
                  <a:lnTo>
                    <a:pt x="414877" y="5957497"/>
                  </a:lnTo>
                  <a:lnTo>
                    <a:pt x="415130" y="5957497"/>
                  </a:lnTo>
                  <a:lnTo>
                    <a:pt x="415508" y="5957497"/>
                  </a:lnTo>
                  <a:lnTo>
                    <a:pt x="415761" y="5957497"/>
                  </a:lnTo>
                  <a:lnTo>
                    <a:pt x="416140" y="5957497"/>
                  </a:lnTo>
                  <a:lnTo>
                    <a:pt x="416392" y="5957497"/>
                  </a:lnTo>
                  <a:lnTo>
                    <a:pt x="416645" y="5957497"/>
                  </a:lnTo>
                  <a:lnTo>
                    <a:pt x="417023" y="5957497"/>
                  </a:lnTo>
                  <a:lnTo>
                    <a:pt x="417276" y="5957497"/>
                  </a:lnTo>
                  <a:lnTo>
                    <a:pt x="417529" y="5957497"/>
                  </a:lnTo>
                  <a:lnTo>
                    <a:pt x="417655" y="5957497"/>
                  </a:lnTo>
                  <a:lnTo>
                    <a:pt x="417907" y="5957497"/>
                  </a:lnTo>
                  <a:lnTo>
                    <a:pt x="418286" y="5957497"/>
                  </a:lnTo>
                  <a:lnTo>
                    <a:pt x="418665" y="5957497"/>
                  </a:lnTo>
                  <a:lnTo>
                    <a:pt x="418791" y="5957497"/>
                  </a:lnTo>
                  <a:lnTo>
                    <a:pt x="418917" y="5957497"/>
                  </a:lnTo>
                  <a:lnTo>
                    <a:pt x="419044" y="5957497"/>
                  </a:lnTo>
                  <a:lnTo>
                    <a:pt x="419170" y="5957497"/>
                  </a:lnTo>
                  <a:lnTo>
                    <a:pt x="419296" y="5957497"/>
                  </a:lnTo>
                  <a:lnTo>
                    <a:pt x="419422" y="5957497"/>
                  </a:lnTo>
                  <a:lnTo>
                    <a:pt x="419675" y="5957497"/>
                  </a:lnTo>
                  <a:lnTo>
                    <a:pt x="419801" y="5957497"/>
                  </a:lnTo>
                  <a:lnTo>
                    <a:pt x="419927" y="5957497"/>
                  </a:lnTo>
                  <a:lnTo>
                    <a:pt x="420180" y="5957497"/>
                  </a:lnTo>
                  <a:lnTo>
                    <a:pt x="420306" y="5957497"/>
                  </a:lnTo>
                  <a:lnTo>
                    <a:pt x="420937" y="5957497"/>
                  </a:lnTo>
                  <a:lnTo>
                    <a:pt x="421064" y="5957497"/>
                  </a:lnTo>
                  <a:lnTo>
                    <a:pt x="421190" y="5957497"/>
                  </a:lnTo>
                  <a:lnTo>
                    <a:pt x="421316" y="5957497"/>
                  </a:lnTo>
                  <a:lnTo>
                    <a:pt x="421569" y="5957497"/>
                  </a:lnTo>
                  <a:lnTo>
                    <a:pt x="421821" y="5957497"/>
                  </a:lnTo>
                  <a:lnTo>
                    <a:pt x="421947" y="5957497"/>
                  </a:lnTo>
                  <a:lnTo>
                    <a:pt x="422074" y="5957497"/>
                  </a:lnTo>
                  <a:lnTo>
                    <a:pt x="422200" y="5957497"/>
                  </a:lnTo>
                  <a:lnTo>
                    <a:pt x="422326" y="5957497"/>
                  </a:lnTo>
                  <a:lnTo>
                    <a:pt x="422705" y="5957497"/>
                  </a:lnTo>
                  <a:lnTo>
                    <a:pt x="422831" y="5957497"/>
                  </a:lnTo>
                  <a:lnTo>
                    <a:pt x="422958" y="5957497"/>
                  </a:lnTo>
                  <a:lnTo>
                    <a:pt x="423084" y="5957497"/>
                  </a:lnTo>
                  <a:lnTo>
                    <a:pt x="423210" y="5957497"/>
                  </a:lnTo>
                  <a:lnTo>
                    <a:pt x="423336" y="5957497"/>
                  </a:lnTo>
                  <a:lnTo>
                    <a:pt x="423589" y="5957497"/>
                  </a:lnTo>
                  <a:lnTo>
                    <a:pt x="423841" y="5957497"/>
                  </a:lnTo>
                  <a:lnTo>
                    <a:pt x="423968" y="5957497"/>
                  </a:lnTo>
                  <a:lnTo>
                    <a:pt x="424094" y="5957497"/>
                  </a:lnTo>
                  <a:lnTo>
                    <a:pt x="424473" y="5957497"/>
                  </a:lnTo>
                  <a:lnTo>
                    <a:pt x="424599" y="5957497"/>
                  </a:lnTo>
                  <a:lnTo>
                    <a:pt x="424725" y="5957497"/>
                  </a:lnTo>
                  <a:lnTo>
                    <a:pt x="424851" y="5957497"/>
                  </a:lnTo>
                  <a:lnTo>
                    <a:pt x="424978" y="5957497"/>
                  </a:lnTo>
                  <a:lnTo>
                    <a:pt x="425104" y="5957497"/>
                  </a:lnTo>
                  <a:lnTo>
                    <a:pt x="425483" y="5957497"/>
                  </a:lnTo>
                  <a:lnTo>
                    <a:pt x="425735" y="5957497"/>
                  </a:lnTo>
                  <a:lnTo>
                    <a:pt x="425988" y="5957497"/>
                  </a:lnTo>
                  <a:lnTo>
                    <a:pt x="426240" y="5957497"/>
                  </a:lnTo>
                  <a:lnTo>
                    <a:pt x="426619" y="5957497"/>
                  </a:lnTo>
                  <a:lnTo>
                    <a:pt x="426871" y="5957497"/>
                  </a:lnTo>
                  <a:lnTo>
                    <a:pt x="426998" y="5957497"/>
                  </a:lnTo>
                  <a:lnTo>
                    <a:pt x="427124" y="5957497"/>
                  </a:lnTo>
                  <a:lnTo>
                    <a:pt x="427882" y="5957497"/>
                  </a:lnTo>
                  <a:lnTo>
                    <a:pt x="428134" y="5957497"/>
                  </a:lnTo>
                  <a:lnTo>
                    <a:pt x="428260" y="5957497"/>
                  </a:lnTo>
                  <a:lnTo>
                    <a:pt x="428387" y="5957497"/>
                  </a:lnTo>
                  <a:lnTo>
                    <a:pt x="428513" y="5957497"/>
                  </a:lnTo>
                  <a:lnTo>
                    <a:pt x="428639" y="5957497"/>
                  </a:lnTo>
                  <a:lnTo>
                    <a:pt x="428765" y="5957497"/>
                  </a:lnTo>
                  <a:lnTo>
                    <a:pt x="428892" y="5957497"/>
                  </a:lnTo>
                  <a:lnTo>
                    <a:pt x="429144" y="5957497"/>
                  </a:lnTo>
                  <a:lnTo>
                    <a:pt x="429270" y="5957497"/>
                  </a:lnTo>
                  <a:lnTo>
                    <a:pt x="429397" y="5957497"/>
                  </a:lnTo>
                  <a:lnTo>
                    <a:pt x="429523" y="5957497"/>
                  </a:lnTo>
                  <a:lnTo>
                    <a:pt x="429649" y="5957497"/>
                  </a:lnTo>
                  <a:lnTo>
                    <a:pt x="430028" y="5957497"/>
                  </a:lnTo>
                  <a:lnTo>
                    <a:pt x="430154" y="5957497"/>
                  </a:lnTo>
                  <a:lnTo>
                    <a:pt x="430280" y="5957497"/>
                  </a:lnTo>
                  <a:lnTo>
                    <a:pt x="430533" y="5957497"/>
                  </a:lnTo>
                  <a:lnTo>
                    <a:pt x="430659" y="5957497"/>
                  </a:lnTo>
                  <a:lnTo>
                    <a:pt x="430785" y="5957497"/>
                  </a:lnTo>
                  <a:lnTo>
                    <a:pt x="430912" y="5957497"/>
                  </a:lnTo>
                  <a:lnTo>
                    <a:pt x="431164" y="5957497"/>
                  </a:lnTo>
                  <a:lnTo>
                    <a:pt x="431417" y="5957497"/>
                  </a:lnTo>
                  <a:lnTo>
                    <a:pt x="431543" y="5957497"/>
                  </a:lnTo>
                  <a:lnTo>
                    <a:pt x="431669" y="5957497"/>
                  </a:lnTo>
                  <a:lnTo>
                    <a:pt x="431795" y="5957497"/>
                  </a:lnTo>
                  <a:lnTo>
                    <a:pt x="432174" y="5957497"/>
                  </a:lnTo>
                  <a:lnTo>
                    <a:pt x="432300" y="5957497"/>
                  </a:lnTo>
                  <a:lnTo>
                    <a:pt x="432427" y="5957497"/>
                  </a:lnTo>
                  <a:lnTo>
                    <a:pt x="432427" y="5952586"/>
                  </a:lnTo>
                  <a:lnTo>
                    <a:pt x="432553" y="5952586"/>
                  </a:lnTo>
                  <a:lnTo>
                    <a:pt x="432679" y="5952586"/>
                  </a:lnTo>
                  <a:lnTo>
                    <a:pt x="432805" y="5952586"/>
                  </a:lnTo>
                  <a:lnTo>
                    <a:pt x="432932" y="5952586"/>
                  </a:lnTo>
                  <a:lnTo>
                    <a:pt x="433184" y="5952586"/>
                  </a:lnTo>
                  <a:lnTo>
                    <a:pt x="433311" y="5952586"/>
                  </a:lnTo>
                  <a:lnTo>
                    <a:pt x="433437" y="5952586"/>
                  </a:lnTo>
                  <a:lnTo>
                    <a:pt x="433942" y="5952586"/>
                  </a:lnTo>
                  <a:lnTo>
                    <a:pt x="434068" y="5952586"/>
                  </a:lnTo>
                  <a:lnTo>
                    <a:pt x="434194" y="5952586"/>
                  </a:lnTo>
                  <a:lnTo>
                    <a:pt x="434321" y="5952586"/>
                  </a:lnTo>
                  <a:lnTo>
                    <a:pt x="434573" y="5952586"/>
                  </a:lnTo>
                  <a:lnTo>
                    <a:pt x="434699" y="5952586"/>
                  </a:lnTo>
                  <a:lnTo>
                    <a:pt x="434826" y="5952586"/>
                  </a:lnTo>
                  <a:lnTo>
                    <a:pt x="435078" y="5952586"/>
                  </a:lnTo>
                  <a:lnTo>
                    <a:pt x="435204" y="5952586"/>
                  </a:lnTo>
                  <a:lnTo>
                    <a:pt x="435331" y="5952586"/>
                  </a:lnTo>
                  <a:lnTo>
                    <a:pt x="435457" y="5952586"/>
                  </a:lnTo>
                  <a:lnTo>
                    <a:pt x="435583" y="5952586"/>
                  </a:lnTo>
                  <a:lnTo>
                    <a:pt x="435709" y="5952586"/>
                  </a:lnTo>
                  <a:lnTo>
                    <a:pt x="435709" y="5947675"/>
                  </a:lnTo>
                  <a:lnTo>
                    <a:pt x="435962" y="5947675"/>
                  </a:lnTo>
                  <a:lnTo>
                    <a:pt x="436088" y="5947675"/>
                  </a:lnTo>
                  <a:lnTo>
                    <a:pt x="436214" y="5947675"/>
                  </a:lnTo>
                  <a:lnTo>
                    <a:pt x="436719" y="5947675"/>
                  </a:lnTo>
                  <a:lnTo>
                    <a:pt x="436972" y="5947675"/>
                  </a:lnTo>
                  <a:lnTo>
                    <a:pt x="437098" y="5947675"/>
                  </a:lnTo>
                  <a:lnTo>
                    <a:pt x="437224" y="5947675"/>
                  </a:lnTo>
                  <a:lnTo>
                    <a:pt x="437351" y="5947675"/>
                  </a:lnTo>
                  <a:lnTo>
                    <a:pt x="437351" y="5942763"/>
                  </a:lnTo>
                  <a:lnTo>
                    <a:pt x="437477" y="5942763"/>
                  </a:lnTo>
                  <a:lnTo>
                    <a:pt x="437603" y="5942763"/>
                  </a:lnTo>
                  <a:lnTo>
                    <a:pt x="437729" y="5942763"/>
                  </a:lnTo>
                  <a:lnTo>
                    <a:pt x="437982" y="5942763"/>
                  </a:lnTo>
                  <a:lnTo>
                    <a:pt x="438108" y="5942763"/>
                  </a:lnTo>
                  <a:lnTo>
                    <a:pt x="438487" y="5942763"/>
                  </a:lnTo>
                  <a:lnTo>
                    <a:pt x="438613" y="5942763"/>
                  </a:lnTo>
                  <a:lnTo>
                    <a:pt x="438740" y="5942763"/>
                  </a:lnTo>
                  <a:lnTo>
                    <a:pt x="438866" y="5942763"/>
                  </a:lnTo>
                  <a:lnTo>
                    <a:pt x="438992" y="5942763"/>
                  </a:lnTo>
                  <a:lnTo>
                    <a:pt x="439118" y="5942763"/>
                  </a:lnTo>
                  <a:lnTo>
                    <a:pt x="439371" y="5942763"/>
                  </a:lnTo>
                  <a:lnTo>
                    <a:pt x="439497" y="5942763"/>
                  </a:lnTo>
                  <a:lnTo>
                    <a:pt x="440002" y="5942763"/>
                  </a:lnTo>
                  <a:lnTo>
                    <a:pt x="440255" y="5942763"/>
                  </a:lnTo>
                  <a:lnTo>
                    <a:pt x="440381" y="5942763"/>
                  </a:lnTo>
                  <a:lnTo>
                    <a:pt x="440507" y="5942763"/>
                  </a:lnTo>
                  <a:lnTo>
                    <a:pt x="440760" y="5937852"/>
                  </a:lnTo>
                  <a:lnTo>
                    <a:pt x="441012" y="5937852"/>
                  </a:lnTo>
                  <a:lnTo>
                    <a:pt x="441138" y="5937852"/>
                  </a:lnTo>
                  <a:lnTo>
                    <a:pt x="441517" y="5937852"/>
                  </a:lnTo>
                  <a:lnTo>
                    <a:pt x="441770" y="5937852"/>
                  </a:lnTo>
                  <a:lnTo>
                    <a:pt x="441896" y="5937852"/>
                  </a:lnTo>
                  <a:lnTo>
                    <a:pt x="442022" y="5937852"/>
                  </a:lnTo>
                  <a:lnTo>
                    <a:pt x="442275" y="5937852"/>
                  </a:lnTo>
                  <a:lnTo>
                    <a:pt x="442401" y="5937852"/>
                  </a:lnTo>
                  <a:lnTo>
                    <a:pt x="442653" y="5937852"/>
                  </a:lnTo>
                  <a:lnTo>
                    <a:pt x="442906" y="5932940"/>
                  </a:lnTo>
                  <a:lnTo>
                    <a:pt x="443285" y="5932940"/>
                  </a:lnTo>
                  <a:lnTo>
                    <a:pt x="443537" y="5932940"/>
                  </a:lnTo>
                  <a:lnTo>
                    <a:pt x="443790" y="5932940"/>
                  </a:lnTo>
                  <a:lnTo>
                    <a:pt x="444295" y="5932940"/>
                  </a:lnTo>
                  <a:lnTo>
                    <a:pt x="444421" y="5932940"/>
                  </a:lnTo>
                  <a:lnTo>
                    <a:pt x="444547" y="5932940"/>
                  </a:lnTo>
                  <a:lnTo>
                    <a:pt x="444674" y="5932940"/>
                  </a:lnTo>
                  <a:lnTo>
                    <a:pt x="444800" y="5932940"/>
                  </a:lnTo>
                  <a:lnTo>
                    <a:pt x="445052" y="5932940"/>
                  </a:lnTo>
                  <a:lnTo>
                    <a:pt x="445179" y="5932940"/>
                  </a:lnTo>
                  <a:lnTo>
                    <a:pt x="445305" y="5932940"/>
                  </a:lnTo>
                  <a:lnTo>
                    <a:pt x="445431" y="5932940"/>
                  </a:lnTo>
                  <a:lnTo>
                    <a:pt x="445557" y="5932940"/>
                  </a:lnTo>
                  <a:lnTo>
                    <a:pt x="445684" y="5932940"/>
                  </a:lnTo>
                  <a:lnTo>
                    <a:pt x="445936" y="5932940"/>
                  </a:lnTo>
                  <a:lnTo>
                    <a:pt x="446062" y="5932940"/>
                  </a:lnTo>
                  <a:lnTo>
                    <a:pt x="446189" y="5932940"/>
                  </a:lnTo>
                  <a:lnTo>
                    <a:pt x="446567" y="5932940"/>
                  </a:lnTo>
                  <a:lnTo>
                    <a:pt x="446694" y="5932940"/>
                  </a:lnTo>
                  <a:lnTo>
                    <a:pt x="446946" y="5932940"/>
                  </a:lnTo>
                  <a:lnTo>
                    <a:pt x="447199" y="5932940"/>
                  </a:lnTo>
                  <a:lnTo>
                    <a:pt x="447325" y="5932940"/>
                  </a:lnTo>
                  <a:lnTo>
                    <a:pt x="447451" y="5932940"/>
                  </a:lnTo>
                  <a:lnTo>
                    <a:pt x="447577" y="5932940"/>
                  </a:lnTo>
                  <a:lnTo>
                    <a:pt x="447704" y="5932940"/>
                  </a:lnTo>
                  <a:lnTo>
                    <a:pt x="447830" y="5932940"/>
                  </a:lnTo>
                  <a:lnTo>
                    <a:pt x="447956" y="5932940"/>
                  </a:lnTo>
                  <a:lnTo>
                    <a:pt x="448209" y="5932940"/>
                  </a:lnTo>
                  <a:lnTo>
                    <a:pt x="448461" y="5932940"/>
                  </a:lnTo>
                  <a:lnTo>
                    <a:pt x="448588" y="5932940"/>
                  </a:lnTo>
                  <a:lnTo>
                    <a:pt x="448840" y="5932940"/>
                  </a:lnTo>
                  <a:lnTo>
                    <a:pt x="449093" y="5932940"/>
                  </a:lnTo>
                  <a:lnTo>
                    <a:pt x="449724" y="5932940"/>
                  </a:lnTo>
                  <a:lnTo>
                    <a:pt x="449976" y="5932940"/>
                  </a:lnTo>
                  <a:lnTo>
                    <a:pt x="450229" y="5932940"/>
                  </a:lnTo>
                  <a:lnTo>
                    <a:pt x="450355" y="5932940"/>
                  </a:lnTo>
                  <a:lnTo>
                    <a:pt x="450860" y="5932940"/>
                  </a:lnTo>
                  <a:lnTo>
                    <a:pt x="450986" y="5932940"/>
                  </a:lnTo>
                  <a:lnTo>
                    <a:pt x="451365" y="5932940"/>
                  </a:lnTo>
                  <a:lnTo>
                    <a:pt x="451491" y="5932940"/>
                  </a:lnTo>
                  <a:lnTo>
                    <a:pt x="451870" y="5932940"/>
                  </a:lnTo>
                  <a:lnTo>
                    <a:pt x="451996" y="5932940"/>
                  </a:lnTo>
                  <a:lnTo>
                    <a:pt x="452123" y="5932940"/>
                  </a:lnTo>
                  <a:lnTo>
                    <a:pt x="452249" y="5932940"/>
                  </a:lnTo>
                  <a:lnTo>
                    <a:pt x="452375" y="5932940"/>
                  </a:lnTo>
                  <a:lnTo>
                    <a:pt x="452628" y="5932940"/>
                  </a:lnTo>
                  <a:lnTo>
                    <a:pt x="452754" y="5932940"/>
                  </a:lnTo>
                  <a:lnTo>
                    <a:pt x="452880" y="5932940"/>
                  </a:lnTo>
                  <a:lnTo>
                    <a:pt x="453006" y="5932940"/>
                  </a:lnTo>
                  <a:lnTo>
                    <a:pt x="453133" y="5932940"/>
                  </a:lnTo>
                  <a:lnTo>
                    <a:pt x="453385" y="5932940"/>
                  </a:lnTo>
                  <a:lnTo>
                    <a:pt x="453638" y="5932940"/>
                  </a:lnTo>
                  <a:lnTo>
                    <a:pt x="453764" y="5932940"/>
                  </a:lnTo>
                  <a:lnTo>
                    <a:pt x="454017" y="5932940"/>
                  </a:lnTo>
                  <a:lnTo>
                    <a:pt x="454143" y="5932940"/>
                  </a:lnTo>
                  <a:lnTo>
                    <a:pt x="454269" y="5932940"/>
                  </a:lnTo>
                  <a:lnTo>
                    <a:pt x="454648" y="5932940"/>
                  </a:lnTo>
                  <a:lnTo>
                    <a:pt x="454774" y="5932940"/>
                  </a:lnTo>
                  <a:lnTo>
                    <a:pt x="454900" y="5932940"/>
                  </a:lnTo>
                  <a:lnTo>
                    <a:pt x="455027" y="5932940"/>
                  </a:lnTo>
                  <a:lnTo>
                    <a:pt x="455279" y="5932940"/>
                  </a:lnTo>
                  <a:lnTo>
                    <a:pt x="455532" y="5932940"/>
                  </a:lnTo>
                  <a:lnTo>
                    <a:pt x="455658" y="5932940"/>
                  </a:lnTo>
                  <a:lnTo>
                    <a:pt x="455784" y="5932940"/>
                  </a:lnTo>
                  <a:lnTo>
                    <a:pt x="456037" y="5932940"/>
                  </a:lnTo>
                  <a:lnTo>
                    <a:pt x="456163" y="5932940"/>
                  </a:lnTo>
                  <a:lnTo>
                    <a:pt x="456289" y="5932940"/>
                  </a:lnTo>
                  <a:lnTo>
                    <a:pt x="456542" y="5932940"/>
                  </a:lnTo>
                  <a:lnTo>
                    <a:pt x="456794" y="5932940"/>
                  </a:lnTo>
                  <a:lnTo>
                    <a:pt x="456920" y="5932940"/>
                  </a:lnTo>
                  <a:lnTo>
                    <a:pt x="457299" y="5932940"/>
                  </a:lnTo>
                  <a:lnTo>
                    <a:pt x="457425" y="5932940"/>
                  </a:lnTo>
                  <a:lnTo>
                    <a:pt x="457678" y="5932940"/>
                  </a:lnTo>
                  <a:lnTo>
                    <a:pt x="457804" y="5932940"/>
                  </a:lnTo>
                  <a:lnTo>
                    <a:pt x="457930" y="5932940"/>
                  </a:lnTo>
                  <a:lnTo>
                    <a:pt x="458057" y="5932940"/>
                  </a:lnTo>
                  <a:lnTo>
                    <a:pt x="458183" y="5932940"/>
                  </a:lnTo>
                  <a:lnTo>
                    <a:pt x="458435" y="5932940"/>
                  </a:lnTo>
                  <a:lnTo>
                    <a:pt x="458688" y="5932940"/>
                  </a:lnTo>
                  <a:lnTo>
                    <a:pt x="458814" y="5932940"/>
                  </a:lnTo>
                  <a:lnTo>
                    <a:pt x="458941" y="5932940"/>
                  </a:lnTo>
                  <a:lnTo>
                    <a:pt x="459067" y="5932940"/>
                  </a:lnTo>
                  <a:lnTo>
                    <a:pt x="459446" y="5928029"/>
                  </a:lnTo>
                  <a:lnTo>
                    <a:pt x="459698" y="5928029"/>
                  </a:lnTo>
                  <a:lnTo>
                    <a:pt x="459824" y="5928029"/>
                  </a:lnTo>
                  <a:lnTo>
                    <a:pt x="459951" y="5928029"/>
                  </a:lnTo>
                  <a:lnTo>
                    <a:pt x="460203" y="5928029"/>
                  </a:lnTo>
                  <a:lnTo>
                    <a:pt x="460329" y="5928029"/>
                  </a:lnTo>
                  <a:lnTo>
                    <a:pt x="460456" y="5928029"/>
                  </a:lnTo>
                  <a:lnTo>
                    <a:pt x="460582" y="5928029"/>
                  </a:lnTo>
                  <a:lnTo>
                    <a:pt x="460708" y="5928029"/>
                  </a:lnTo>
                  <a:lnTo>
                    <a:pt x="460834" y="5923118"/>
                  </a:lnTo>
                  <a:lnTo>
                    <a:pt x="461213" y="5923118"/>
                  </a:lnTo>
                  <a:lnTo>
                    <a:pt x="461339" y="5923118"/>
                  </a:lnTo>
                  <a:lnTo>
                    <a:pt x="461592" y="5923118"/>
                  </a:lnTo>
                  <a:lnTo>
                    <a:pt x="461844" y="5923118"/>
                  </a:lnTo>
                  <a:lnTo>
                    <a:pt x="462223" y="5923118"/>
                  </a:lnTo>
                  <a:lnTo>
                    <a:pt x="462476" y="5923118"/>
                  </a:lnTo>
                  <a:lnTo>
                    <a:pt x="462602" y="5923118"/>
                  </a:lnTo>
                  <a:lnTo>
                    <a:pt x="462854" y="5923118"/>
                  </a:lnTo>
                  <a:lnTo>
                    <a:pt x="462981" y="5923118"/>
                  </a:lnTo>
                  <a:lnTo>
                    <a:pt x="463486" y="5923118"/>
                  </a:lnTo>
                  <a:lnTo>
                    <a:pt x="463612" y="5923118"/>
                  </a:lnTo>
                  <a:lnTo>
                    <a:pt x="463991" y="5923118"/>
                  </a:lnTo>
                  <a:lnTo>
                    <a:pt x="464243" y="5923118"/>
                  </a:lnTo>
                  <a:lnTo>
                    <a:pt x="464496" y="5923118"/>
                  </a:lnTo>
                  <a:lnTo>
                    <a:pt x="464622" y="5923118"/>
                  </a:lnTo>
                  <a:lnTo>
                    <a:pt x="465001" y="5923118"/>
                  </a:lnTo>
                  <a:lnTo>
                    <a:pt x="465253" y="5923118"/>
                  </a:lnTo>
                  <a:lnTo>
                    <a:pt x="465380" y="5923118"/>
                  </a:lnTo>
                  <a:lnTo>
                    <a:pt x="465506" y="5923118"/>
                  </a:lnTo>
                  <a:lnTo>
                    <a:pt x="465758" y="5923118"/>
                  </a:lnTo>
                  <a:lnTo>
                    <a:pt x="466011" y="5923118"/>
                  </a:lnTo>
                  <a:lnTo>
                    <a:pt x="466263" y="5923118"/>
                  </a:lnTo>
                  <a:lnTo>
                    <a:pt x="466390" y="5923118"/>
                  </a:lnTo>
                  <a:lnTo>
                    <a:pt x="466642" y="5923118"/>
                  </a:lnTo>
                  <a:lnTo>
                    <a:pt x="466768" y="5923118"/>
                  </a:lnTo>
                  <a:lnTo>
                    <a:pt x="466895" y="5923118"/>
                  </a:lnTo>
                  <a:lnTo>
                    <a:pt x="467021" y="5923118"/>
                  </a:lnTo>
                  <a:lnTo>
                    <a:pt x="467147" y="5923118"/>
                  </a:lnTo>
                  <a:lnTo>
                    <a:pt x="467273" y="5923118"/>
                  </a:lnTo>
                  <a:lnTo>
                    <a:pt x="467400" y="5923118"/>
                  </a:lnTo>
                  <a:lnTo>
                    <a:pt x="467526" y="5923118"/>
                  </a:lnTo>
                  <a:lnTo>
                    <a:pt x="467652" y="5923118"/>
                  </a:lnTo>
                  <a:lnTo>
                    <a:pt x="467778" y="5923118"/>
                  </a:lnTo>
                  <a:lnTo>
                    <a:pt x="467905" y="5923118"/>
                  </a:lnTo>
                  <a:lnTo>
                    <a:pt x="468157" y="5923118"/>
                  </a:lnTo>
                  <a:lnTo>
                    <a:pt x="468283" y="5923118"/>
                  </a:lnTo>
                  <a:lnTo>
                    <a:pt x="468662" y="5923118"/>
                  </a:lnTo>
                  <a:lnTo>
                    <a:pt x="468788" y="5923118"/>
                  </a:lnTo>
                  <a:lnTo>
                    <a:pt x="468915" y="5923118"/>
                  </a:lnTo>
                  <a:lnTo>
                    <a:pt x="469041" y="5923118"/>
                  </a:lnTo>
                  <a:lnTo>
                    <a:pt x="469294" y="5923118"/>
                  </a:lnTo>
                  <a:lnTo>
                    <a:pt x="469546" y="5923118"/>
                  </a:lnTo>
                  <a:lnTo>
                    <a:pt x="469672" y="5923118"/>
                  </a:lnTo>
                  <a:lnTo>
                    <a:pt x="470051" y="5923118"/>
                  </a:lnTo>
                  <a:lnTo>
                    <a:pt x="470177" y="5923118"/>
                  </a:lnTo>
                  <a:lnTo>
                    <a:pt x="470682" y="5923118"/>
                  </a:lnTo>
                  <a:lnTo>
                    <a:pt x="470809" y="5923118"/>
                  </a:lnTo>
                  <a:lnTo>
                    <a:pt x="471187" y="5918206"/>
                  </a:lnTo>
                  <a:lnTo>
                    <a:pt x="471314" y="5918206"/>
                  </a:lnTo>
                  <a:lnTo>
                    <a:pt x="471440" y="5918206"/>
                  </a:lnTo>
                  <a:lnTo>
                    <a:pt x="471566" y="5918206"/>
                  </a:lnTo>
                  <a:lnTo>
                    <a:pt x="471819" y="5918206"/>
                  </a:lnTo>
                  <a:lnTo>
                    <a:pt x="471945" y="5918206"/>
                  </a:lnTo>
                  <a:lnTo>
                    <a:pt x="472071" y="5918206"/>
                  </a:lnTo>
                  <a:lnTo>
                    <a:pt x="472197" y="5918206"/>
                  </a:lnTo>
                  <a:lnTo>
                    <a:pt x="472324" y="5918206"/>
                  </a:lnTo>
                  <a:lnTo>
                    <a:pt x="472702" y="5918206"/>
                  </a:lnTo>
                  <a:lnTo>
                    <a:pt x="472829" y="5918206"/>
                  </a:lnTo>
                  <a:lnTo>
                    <a:pt x="473460" y="5918206"/>
                  </a:lnTo>
                  <a:lnTo>
                    <a:pt x="473839" y="5918206"/>
                  </a:lnTo>
                  <a:lnTo>
                    <a:pt x="473965" y="5918206"/>
                  </a:lnTo>
                  <a:lnTo>
                    <a:pt x="474217" y="5918206"/>
                  </a:lnTo>
                  <a:lnTo>
                    <a:pt x="474470" y="5918206"/>
                  </a:lnTo>
                  <a:lnTo>
                    <a:pt x="474470" y="5913295"/>
                  </a:lnTo>
                  <a:lnTo>
                    <a:pt x="474723" y="5908384"/>
                  </a:lnTo>
                  <a:lnTo>
                    <a:pt x="474849" y="5908384"/>
                  </a:lnTo>
                  <a:lnTo>
                    <a:pt x="475101" y="5908384"/>
                  </a:lnTo>
                  <a:lnTo>
                    <a:pt x="475228" y="5908384"/>
                  </a:lnTo>
                  <a:lnTo>
                    <a:pt x="475354" y="5908384"/>
                  </a:lnTo>
                  <a:lnTo>
                    <a:pt x="475480" y="5908384"/>
                  </a:lnTo>
                  <a:lnTo>
                    <a:pt x="475859" y="5908384"/>
                  </a:lnTo>
                  <a:lnTo>
                    <a:pt x="475985" y="5903472"/>
                  </a:lnTo>
                  <a:lnTo>
                    <a:pt x="476111" y="5903472"/>
                  </a:lnTo>
                  <a:lnTo>
                    <a:pt x="476111" y="5898561"/>
                  </a:lnTo>
                  <a:lnTo>
                    <a:pt x="476490" y="5898561"/>
                  </a:lnTo>
                  <a:lnTo>
                    <a:pt x="476616" y="5898561"/>
                  </a:lnTo>
                  <a:lnTo>
                    <a:pt x="476869" y="5898561"/>
                  </a:lnTo>
                  <a:lnTo>
                    <a:pt x="476995" y="5898561"/>
                  </a:lnTo>
                  <a:lnTo>
                    <a:pt x="477121" y="5898561"/>
                  </a:lnTo>
                  <a:lnTo>
                    <a:pt x="477248" y="5898561"/>
                  </a:lnTo>
                  <a:lnTo>
                    <a:pt x="477374" y="5898561"/>
                  </a:lnTo>
                  <a:lnTo>
                    <a:pt x="477500" y="5898561"/>
                  </a:lnTo>
                  <a:lnTo>
                    <a:pt x="477626" y="5898561"/>
                  </a:lnTo>
                  <a:lnTo>
                    <a:pt x="477753" y="5898561"/>
                  </a:lnTo>
                  <a:lnTo>
                    <a:pt x="478005" y="5898561"/>
                  </a:lnTo>
                  <a:lnTo>
                    <a:pt x="478384" y="5898561"/>
                  </a:lnTo>
                  <a:lnTo>
                    <a:pt x="479141" y="5898561"/>
                  </a:lnTo>
                  <a:lnTo>
                    <a:pt x="479394" y="5893649"/>
                  </a:lnTo>
                  <a:lnTo>
                    <a:pt x="479647" y="5893649"/>
                  </a:lnTo>
                  <a:lnTo>
                    <a:pt x="479773" y="5893649"/>
                  </a:lnTo>
                  <a:lnTo>
                    <a:pt x="479899" y="5893649"/>
                  </a:lnTo>
                  <a:lnTo>
                    <a:pt x="480278" y="5893649"/>
                  </a:lnTo>
                  <a:lnTo>
                    <a:pt x="480530" y="5893649"/>
                  </a:lnTo>
                  <a:lnTo>
                    <a:pt x="480657" y="5893649"/>
                  </a:lnTo>
                  <a:lnTo>
                    <a:pt x="481035" y="5893649"/>
                  </a:lnTo>
                  <a:lnTo>
                    <a:pt x="481162" y="5893649"/>
                  </a:lnTo>
                  <a:lnTo>
                    <a:pt x="481793" y="5893649"/>
                  </a:lnTo>
                  <a:lnTo>
                    <a:pt x="481919" y="5893649"/>
                  </a:lnTo>
                  <a:lnTo>
                    <a:pt x="482424" y="5893649"/>
                  </a:lnTo>
                  <a:lnTo>
                    <a:pt x="482550" y="5893649"/>
                  </a:lnTo>
                  <a:lnTo>
                    <a:pt x="482677" y="5893649"/>
                  </a:lnTo>
                  <a:lnTo>
                    <a:pt x="482929" y="5893649"/>
                  </a:lnTo>
                  <a:lnTo>
                    <a:pt x="483055" y="5893649"/>
                  </a:lnTo>
                  <a:lnTo>
                    <a:pt x="483308" y="5893649"/>
                  </a:lnTo>
                  <a:lnTo>
                    <a:pt x="483434" y="5893649"/>
                  </a:lnTo>
                  <a:lnTo>
                    <a:pt x="483560" y="5893649"/>
                  </a:lnTo>
                  <a:lnTo>
                    <a:pt x="483813" y="5893649"/>
                  </a:lnTo>
                  <a:lnTo>
                    <a:pt x="483939" y="5893649"/>
                  </a:lnTo>
                  <a:lnTo>
                    <a:pt x="484192" y="5888738"/>
                  </a:lnTo>
                  <a:lnTo>
                    <a:pt x="484318" y="5888738"/>
                  </a:lnTo>
                  <a:lnTo>
                    <a:pt x="484571" y="5888738"/>
                  </a:lnTo>
                  <a:lnTo>
                    <a:pt x="484823" y="5888738"/>
                  </a:lnTo>
                  <a:lnTo>
                    <a:pt x="485076" y="5888738"/>
                  </a:lnTo>
                  <a:lnTo>
                    <a:pt x="485707" y="5888738"/>
                  </a:lnTo>
                  <a:lnTo>
                    <a:pt x="485833" y="5888738"/>
                  </a:lnTo>
                  <a:lnTo>
                    <a:pt x="486086" y="5888738"/>
                  </a:lnTo>
                  <a:lnTo>
                    <a:pt x="486338" y="5888738"/>
                  </a:lnTo>
                  <a:lnTo>
                    <a:pt x="486843" y="5888738"/>
                  </a:lnTo>
                  <a:lnTo>
                    <a:pt x="487096" y="5888738"/>
                  </a:lnTo>
                  <a:lnTo>
                    <a:pt x="487601" y="5888738"/>
                  </a:lnTo>
                  <a:lnTo>
                    <a:pt x="487727" y="5888738"/>
                  </a:lnTo>
                  <a:lnTo>
                    <a:pt x="487853" y="5888738"/>
                  </a:lnTo>
                  <a:lnTo>
                    <a:pt x="488484" y="5888738"/>
                  </a:lnTo>
                  <a:lnTo>
                    <a:pt x="488611" y="5888738"/>
                  </a:lnTo>
                  <a:lnTo>
                    <a:pt x="488863" y="5888738"/>
                  </a:lnTo>
                  <a:lnTo>
                    <a:pt x="488989" y="5888738"/>
                  </a:lnTo>
                  <a:lnTo>
                    <a:pt x="489116" y="5888738"/>
                  </a:lnTo>
                  <a:lnTo>
                    <a:pt x="489242" y="5888738"/>
                  </a:lnTo>
                  <a:lnTo>
                    <a:pt x="489368" y="5888738"/>
                  </a:lnTo>
                  <a:lnTo>
                    <a:pt x="490000" y="5888738"/>
                  </a:lnTo>
                  <a:lnTo>
                    <a:pt x="490126" y="5888738"/>
                  </a:lnTo>
                  <a:lnTo>
                    <a:pt x="490252" y="5888738"/>
                  </a:lnTo>
                  <a:lnTo>
                    <a:pt x="490631" y="5888738"/>
                  </a:lnTo>
                  <a:lnTo>
                    <a:pt x="490757" y="5888738"/>
                  </a:lnTo>
                  <a:lnTo>
                    <a:pt x="490883" y="5888738"/>
                  </a:lnTo>
                  <a:lnTo>
                    <a:pt x="491010" y="5888738"/>
                  </a:lnTo>
                  <a:lnTo>
                    <a:pt x="491262" y="5888738"/>
                  </a:lnTo>
                  <a:lnTo>
                    <a:pt x="491388" y="5888738"/>
                  </a:lnTo>
                  <a:lnTo>
                    <a:pt x="491767" y="5888738"/>
                  </a:lnTo>
                  <a:lnTo>
                    <a:pt x="491893" y="5888738"/>
                  </a:lnTo>
                  <a:lnTo>
                    <a:pt x="492146" y="5888738"/>
                  </a:lnTo>
                  <a:lnTo>
                    <a:pt x="492272" y="5883827"/>
                  </a:lnTo>
                  <a:lnTo>
                    <a:pt x="492398" y="5883827"/>
                  </a:lnTo>
                  <a:lnTo>
                    <a:pt x="492525" y="5883827"/>
                  </a:lnTo>
                  <a:lnTo>
                    <a:pt x="492777" y="5883827"/>
                  </a:lnTo>
                  <a:lnTo>
                    <a:pt x="492903" y="5883827"/>
                  </a:lnTo>
                  <a:lnTo>
                    <a:pt x="493030" y="5883827"/>
                  </a:lnTo>
                  <a:lnTo>
                    <a:pt x="493156" y="5883827"/>
                  </a:lnTo>
                  <a:lnTo>
                    <a:pt x="493282" y="5883827"/>
                  </a:lnTo>
                  <a:lnTo>
                    <a:pt x="493408" y="5883827"/>
                  </a:lnTo>
                  <a:lnTo>
                    <a:pt x="493535" y="5878915"/>
                  </a:lnTo>
                  <a:lnTo>
                    <a:pt x="493661" y="5878915"/>
                  </a:lnTo>
                  <a:lnTo>
                    <a:pt x="493913" y="5878915"/>
                  </a:lnTo>
                  <a:lnTo>
                    <a:pt x="494040" y="5878915"/>
                  </a:lnTo>
                  <a:lnTo>
                    <a:pt x="494292" y="5878915"/>
                  </a:lnTo>
                  <a:lnTo>
                    <a:pt x="494671" y="5878915"/>
                  </a:lnTo>
                  <a:lnTo>
                    <a:pt x="494797" y="5878915"/>
                  </a:lnTo>
                  <a:lnTo>
                    <a:pt x="494924" y="5878915"/>
                  </a:lnTo>
                  <a:lnTo>
                    <a:pt x="495176" y="5878915"/>
                  </a:lnTo>
                  <a:lnTo>
                    <a:pt x="495429" y="5878915"/>
                  </a:lnTo>
                  <a:lnTo>
                    <a:pt x="495555" y="5878915"/>
                  </a:lnTo>
                  <a:lnTo>
                    <a:pt x="495681" y="5878915"/>
                  </a:lnTo>
                  <a:lnTo>
                    <a:pt x="495807" y="5878915"/>
                  </a:lnTo>
                  <a:lnTo>
                    <a:pt x="495934" y="5878915"/>
                  </a:lnTo>
                  <a:lnTo>
                    <a:pt x="496186" y="5878915"/>
                  </a:lnTo>
                  <a:lnTo>
                    <a:pt x="496439" y="5878915"/>
                  </a:lnTo>
                  <a:lnTo>
                    <a:pt x="496565" y="5878915"/>
                  </a:lnTo>
                  <a:lnTo>
                    <a:pt x="496944" y="5878915"/>
                  </a:lnTo>
                  <a:lnTo>
                    <a:pt x="497449" y="5878915"/>
                  </a:lnTo>
                  <a:lnTo>
                    <a:pt x="497701" y="5878915"/>
                  </a:lnTo>
                  <a:lnTo>
                    <a:pt x="497827" y="5878915"/>
                  </a:lnTo>
                  <a:lnTo>
                    <a:pt x="497954" y="5878915"/>
                  </a:lnTo>
                  <a:lnTo>
                    <a:pt x="498080" y="5878915"/>
                  </a:lnTo>
                  <a:lnTo>
                    <a:pt x="498459" y="5878915"/>
                  </a:lnTo>
                  <a:lnTo>
                    <a:pt x="498585" y="5878915"/>
                  </a:lnTo>
                  <a:lnTo>
                    <a:pt x="498711" y="5878915"/>
                  </a:lnTo>
                  <a:lnTo>
                    <a:pt x="498837" y="5878915"/>
                  </a:lnTo>
                  <a:lnTo>
                    <a:pt x="499090" y="5878915"/>
                  </a:lnTo>
                  <a:lnTo>
                    <a:pt x="499216" y="5878915"/>
                  </a:lnTo>
                  <a:lnTo>
                    <a:pt x="499342" y="5878915"/>
                  </a:lnTo>
                  <a:lnTo>
                    <a:pt x="499469" y="5878915"/>
                  </a:lnTo>
                  <a:lnTo>
                    <a:pt x="500100" y="5878915"/>
                  </a:lnTo>
                  <a:lnTo>
                    <a:pt x="500226" y="5878915"/>
                  </a:lnTo>
                  <a:lnTo>
                    <a:pt x="500353" y="5878915"/>
                  </a:lnTo>
                  <a:lnTo>
                    <a:pt x="500479" y="5878915"/>
                  </a:lnTo>
                  <a:lnTo>
                    <a:pt x="500605" y="5878915"/>
                  </a:lnTo>
                  <a:lnTo>
                    <a:pt x="500731" y="5878915"/>
                  </a:lnTo>
                  <a:lnTo>
                    <a:pt x="500858" y="5878915"/>
                  </a:lnTo>
                  <a:lnTo>
                    <a:pt x="501236" y="5878915"/>
                  </a:lnTo>
                  <a:lnTo>
                    <a:pt x="501615" y="5878915"/>
                  </a:lnTo>
                  <a:lnTo>
                    <a:pt x="501741" y="5878915"/>
                  </a:lnTo>
                  <a:lnTo>
                    <a:pt x="501868" y="5878915"/>
                  </a:lnTo>
                  <a:lnTo>
                    <a:pt x="501994" y="5878915"/>
                  </a:lnTo>
                  <a:lnTo>
                    <a:pt x="502120" y="5878915"/>
                  </a:lnTo>
                  <a:lnTo>
                    <a:pt x="502499" y="5878915"/>
                  </a:lnTo>
                  <a:lnTo>
                    <a:pt x="502625" y="5878915"/>
                  </a:lnTo>
                  <a:lnTo>
                    <a:pt x="502751" y="5878915"/>
                  </a:lnTo>
                  <a:lnTo>
                    <a:pt x="503256" y="5878915"/>
                  </a:lnTo>
                  <a:lnTo>
                    <a:pt x="503383" y="5878915"/>
                  </a:lnTo>
                  <a:lnTo>
                    <a:pt x="503509" y="5878915"/>
                  </a:lnTo>
                  <a:lnTo>
                    <a:pt x="503635" y="5878915"/>
                  </a:lnTo>
                  <a:lnTo>
                    <a:pt x="503761" y="5878915"/>
                  </a:lnTo>
                  <a:lnTo>
                    <a:pt x="503888" y="5878915"/>
                  </a:lnTo>
                  <a:lnTo>
                    <a:pt x="504014" y="5878915"/>
                  </a:lnTo>
                  <a:lnTo>
                    <a:pt x="504266" y="5878915"/>
                  </a:lnTo>
                  <a:lnTo>
                    <a:pt x="504393" y="5878915"/>
                  </a:lnTo>
                  <a:lnTo>
                    <a:pt x="504645" y="5878915"/>
                  </a:lnTo>
                  <a:lnTo>
                    <a:pt x="504898" y="5878915"/>
                  </a:lnTo>
                  <a:lnTo>
                    <a:pt x="505024" y="5878915"/>
                  </a:lnTo>
                  <a:lnTo>
                    <a:pt x="505150" y="5878915"/>
                  </a:lnTo>
                  <a:lnTo>
                    <a:pt x="505529" y="5878915"/>
                  </a:lnTo>
                  <a:lnTo>
                    <a:pt x="505655" y="5878915"/>
                  </a:lnTo>
                  <a:lnTo>
                    <a:pt x="506034" y="5878915"/>
                  </a:lnTo>
                  <a:lnTo>
                    <a:pt x="506160" y="5878915"/>
                  </a:lnTo>
                  <a:lnTo>
                    <a:pt x="506413" y="5878915"/>
                  </a:lnTo>
                  <a:lnTo>
                    <a:pt x="506665" y="5878915"/>
                  </a:lnTo>
                  <a:lnTo>
                    <a:pt x="507044" y="5878915"/>
                  </a:lnTo>
                  <a:lnTo>
                    <a:pt x="507170" y="5878915"/>
                  </a:lnTo>
                  <a:lnTo>
                    <a:pt x="507423" y="5878915"/>
                  </a:lnTo>
                  <a:lnTo>
                    <a:pt x="507802" y="5878915"/>
                  </a:lnTo>
                  <a:lnTo>
                    <a:pt x="508054" y="5878915"/>
                  </a:lnTo>
                  <a:lnTo>
                    <a:pt x="508180" y="5878915"/>
                  </a:lnTo>
                  <a:lnTo>
                    <a:pt x="508307" y="5878915"/>
                  </a:lnTo>
                  <a:lnTo>
                    <a:pt x="508433" y="5878915"/>
                  </a:lnTo>
                  <a:lnTo>
                    <a:pt x="508559" y="5878915"/>
                  </a:lnTo>
                  <a:lnTo>
                    <a:pt x="508685" y="5878915"/>
                  </a:lnTo>
                  <a:lnTo>
                    <a:pt x="508812" y="5878915"/>
                  </a:lnTo>
                  <a:lnTo>
                    <a:pt x="509443" y="5878915"/>
                  </a:lnTo>
                  <a:lnTo>
                    <a:pt x="509569" y="5878915"/>
                  </a:lnTo>
                  <a:lnTo>
                    <a:pt x="509695" y="5878915"/>
                  </a:lnTo>
                  <a:lnTo>
                    <a:pt x="509822" y="5878915"/>
                  </a:lnTo>
                  <a:lnTo>
                    <a:pt x="509948" y="5878915"/>
                  </a:lnTo>
                  <a:lnTo>
                    <a:pt x="510074" y="5878915"/>
                  </a:lnTo>
                  <a:lnTo>
                    <a:pt x="510200" y="5878915"/>
                  </a:lnTo>
                  <a:lnTo>
                    <a:pt x="510453" y="5878915"/>
                  </a:lnTo>
                  <a:lnTo>
                    <a:pt x="510579" y="5878915"/>
                  </a:lnTo>
                  <a:lnTo>
                    <a:pt x="510706" y="5878915"/>
                  </a:lnTo>
                  <a:lnTo>
                    <a:pt x="510832" y="5878915"/>
                  </a:lnTo>
                  <a:lnTo>
                    <a:pt x="510958" y="5878915"/>
                  </a:lnTo>
                  <a:lnTo>
                    <a:pt x="511084" y="5878915"/>
                  </a:lnTo>
                  <a:lnTo>
                    <a:pt x="511211" y="5878915"/>
                  </a:lnTo>
                  <a:lnTo>
                    <a:pt x="511589" y="5878915"/>
                  </a:lnTo>
                  <a:lnTo>
                    <a:pt x="511716" y="5878915"/>
                  </a:lnTo>
                  <a:lnTo>
                    <a:pt x="511968" y="5878915"/>
                  </a:lnTo>
                  <a:lnTo>
                    <a:pt x="512094" y="5878915"/>
                  </a:lnTo>
                  <a:lnTo>
                    <a:pt x="512473" y="5878915"/>
                  </a:lnTo>
                  <a:lnTo>
                    <a:pt x="512726" y="5878915"/>
                  </a:lnTo>
                  <a:lnTo>
                    <a:pt x="512852" y="5878915"/>
                  </a:lnTo>
                  <a:lnTo>
                    <a:pt x="513104" y="5878915"/>
                  </a:lnTo>
                  <a:lnTo>
                    <a:pt x="513231" y="5878915"/>
                  </a:lnTo>
                  <a:lnTo>
                    <a:pt x="513609" y="5878915"/>
                  </a:lnTo>
                  <a:lnTo>
                    <a:pt x="513862" y="5878915"/>
                  </a:lnTo>
                  <a:lnTo>
                    <a:pt x="513988" y="5878915"/>
                  </a:lnTo>
                  <a:lnTo>
                    <a:pt x="514114" y="5878915"/>
                  </a:lnTo>
                  <a:lnTo>
                    <a:pt x="514619" y="5878915"/>
                  </a:lnTo>
                  <a:lnTo>
                    <a:pt x="514746" y="5878915"/>
                  </a:lnTo>
                  <a:lnTo>
                    <a:pt x="514872" y="5878915"/>
                  </a:lnTo>
                  <a:lnTo>
                    <a:pt x="514998" y="5878915"/>
                  </a:lnTo>
                  <a:lnTo>
                    <a:pt x="515124" y="5878915"/>
                  </a:lnTo>
                  <a:lnTo>
                    <a:pt x="515377" y="5878915"/>
                  </a:lnTo>
                  <a:lnTo>
                    <a:pt x="515503" y="5878915"/>
                  </a:lnTo>
                  <a:lnTo>
                    <a:pt x="516008" y="5878915"/>
                  </a:lnTo>
                  <a:lnTo>
                    <a:pt x="516135" y="5878915"/>
                  </a:lnTo>
                  <a:lnTo>
                    <a:pt x="516261" y="5878915"/>
                  </a:lnTo>
                  <a:lnTo>
                    <a:pt x="516640" y="5878915"/>
                  </a:lnTo>
                  <a:lnTo>
                    <a:pt x="516892" y="5878915"/>
                  </a:lnTo>
                  <a:lnTo>
                    <a:pt x="517145" y="5878915"/>
                  </a:lnTo>
                  <a:lnTo>
                    <a:pt x="517397" y="5878915"/>
                  </a:lnTo>
                  <a:lnTo>
                    <a:pt x="518028" y="5878915"/>
                  </a:lnTo>
                  <a:lnTo>
                    <a:pt x="518155" y="5878915"/>
                  </a:lnTo>
                  <a:lnTo>
                    <a:pt x="518533" y="5878915"/>
                  </a:lnTo>
                  <a:lnTo>
                    <a:pt x="518786" y="5878915"/>
                  </a:lnTo>
                  <a:lnTo>
                    <a:pt x="519038" y="5878915"/>
                  </a:lnTo>
                  <a:lnTo>
                    <a:pt x="519291" y="5878915"/>
                  </a:lnTo>
                  <a:lnTo>
                    <a:pt x="519543" y="5878915"/>
                  </a:lnTo>
                  <a:lnTo>
                    <a:pt x="519922" y="5878915"/>
                  </a:lnTo>
                  <a:lnTo>
                    <a:pt x="520048" y="5878915"/>
                  </a:lnTo>
                  <a:lnTo>
                    <a:pt x="520175" y="5878915"/>
                  </a:lnTo>
                  <a:lnTo>
                    <a:pt x="520427" y="5878915"/>
                  </a:lnTo>
                  <a:lnTo>
                    <a:pt x="520553" y="5878915"/>
                  </a:lnTo>
                  <a:lnTo>
                    <a:pt x="520680" y="5878915"/>
                  </a:lnTo>
                  <a:lnTo>
                    <a:pt x="520932" y="5878915"/>
                  </a:lnTo>
                  <a:lnTo>
                    <a:pt x="521059" y="5878915"/>
                  </a:lnTo>
                  <a:lnTo>
                    <a:pt x="521564" y="5878915"/>
                  </a:lnTo>
                  <a:lnTo>
                    <a:pt x="521816" y="5878915"/>
                  </a:lnTo>
                  <a:lnTo>
                    <a:pt x="522447" y="5878915"/>
                  </a:lnTo>
                  <a:lnTo>
                    <a:pt x="522574" y="5878915"/>
                  </a:lnTo>
                  <a:lnTo>
                    <a:pt x="522826" y="5878915"/>
                  </a:lnTo>
                  <a:lnTo>
                    <a:pt x="523079" y="5878915"/>
                  </a:lnTo>
                  <a:lnTo>
                    <a:pt x="523457" y="5878915"/>
                  </a:lnTo>
                  <a:lnTo>
                    <a:pt x="523584" y="5878915"/>
                  </a:lnTo>
                  <a:lnTo>
                    <a:pt x="523836" y="5878915"/>
                  </a:lnTo>
                  <a:lnTo>
                    <a:pt x="523962" y="5878915"/>
                  </a:lnTo>
                  <a:lnTo>
                    <a:pt x="524089" y="5878915"/>
                  </a:lnTo>
                  <a:lnTo>
                    <a:pt x="524341" y="5878915"/>
                  </a:lnTo>
                  <a:lnTo>
                    <a:pt x="524467" y="5878915"/>
                  </a:lnTo>
                  <a:lnTo>
                    <a:pt x="524594" y="5878915"/>
                  </a:lnTo>
                  <a:lnTo>
                    <a:pt x="524720" y="5878915"/>
                  </a:lnTo>
                  <a:lnTo>
                    <a:pt x="525099" y="5878915"/>
                  </a:lnTo>
                  <a:lnTo>
                    <a:pt x="525477" y="5878915"/>
                  </a:lnTo>
                  <a:lnTo>
                    <a:pt x="525604" y="5878915"/>
                  </a:lnTo>
                  <a:lnTo>
                    <a:pt x="525730" y="5878915"/>
                  </a:lnTo>
                  <a:lnTo>
                    <a:pt x="525983" y="5878915"/>
                  </a:lnTo>
                  <a:lnTo>
                    <a:pt x="526361" y="5878915"/>
                  </a:lnTo>
                  <a:lnTo>
                    <a:pt x="526740" y="5878915"/>
                  </a:lnTo>
                  <a:lnTo>
                    <a:pt x="527119" y="5878915"/>
                  </a:lnTo>
                  <a:lnTo>
                    <a:pt x="527371" y="5878915"/>
                  </a:lnTo>
                  <a:lnTo>
                    <a:pt x="527498" y="5878915"/>
                  </a:lnTo>
                  <a:lnTo>
                    <a:pt x="527624" y="5878915"/>
                  </a:lnTo>
                  <a:lnTo>
                    <a:pt x="527876" y="5878915"/>
                  </a:lnTo>
                  <a:lnTo>
                    <a:pt x="528003" y="5878915"/>
                  </a:lnTo>
                  <a:lnTo>
                    <a:pt x="528129" y="5878915"/>
                  </a:lnTo>
                  <a:lnTo>
                    <a:pt x="528381" y="5878915"/>
                  </a:lnTo>
                  <a:lnTo>
                    <a:pt x="528634" y="5878915"/>
                  </a:lnTo>
                  <a:lnTo>
                    <a:pt x="529265" y="5878915"/>
                  </a:lnTo>
                  <a:lnTo>
                    <a:pt x="529391" y="5878915"/>
                  </a:lnTo>
                  <a:lnTo>
                    <a:pt x="529518" y="5878915"/>
                  </a:lnTo>
                  <a:lnTo>
                    <a:pt x="529644" y="5878915"/>
                  </a:lnTo>
                  <a:lnTo>
                    <a:pt x="529770" y="5878915"/>
                  </a:lnTo>
                  <a:lnTo>
                    <a:pt x="530023" y="5878915"/>
                  </a:lnTo>
                  <a:lnTo>
                    <a:pt x="530149" y="5878915"/>
                  </a:lnTo>
                  <a:lnTo>
                    <a:pt x="530401" y="5878915"/>
                  </a:lnTo>
                  <a:lnTo>
                    <a:pt x="530654" y="5878915"/>
                  </a:lnTo>
                  <a:lnTo>
                    <a:pt x="530780" y="5878915"/>
                  </a:lnTo>
                  <a:lnTo>
                    <a:pt x="530906" y="5878915"/>
                  </a:lnTo>
                  <a:lnTo>
                    <a:pt x="531159" y="5878915"/>
                  </a:lnTo>
                  <a:lnTo>
                    <a:pt x="531285" y="5878915"/>
                  </a:lnTo>
                  <a:lnTo>
                    <a:pt x="531538" y="5878915"/>
                  </a:lnTo>
                  <a:lnTo>
                    <a:pt x="531664" y="5878915"/>
                  </a:lnTo>
                  <a:lnTo>
                    <a:pt x="531790" y="5878915"/>
                  </a:lnTo>
                  <a:lnTo>
                    <a:pt x="531917" y="5878915"/>
                  </a:lnTo>
                  <a:lnTo>
                    <a:pt x="532043" y="5878915"/>
                  </a:lnTo>
                  <a:lnTo>
                    <a:pt x="532169" y="5878915"/>
                  </a:lnTo>
                  <a:lnTo>
                    <a:pt x="532295" y="5878915"/>
                  </a:lnTo>
                  <a:lnTo>
                    <a:pt x="532422" y="5878915"/>
                  </a:lnTo>
                  <a:lnTo>
                    <a:pt x="532422" y="5874004"/>
                  </a:lnTo>
                  <a:lnTo>
                    <a:pt x="532674" y="5874004"/>
                  </a:lnTo>
                  <a:lnTo>
                    <a:pt x="532800" y="5874004"/>
                  </a:lnTo>
                  <a:lnTo>
                    <a:pt x="532927" y="5874004"/>
                  </a:lnTo>
                  <a:lnTo>
                    <a:pt x="533053" y="5874004"/>
                  </a:lnTo>
                  <a:lnTo>
                    <a:pt x="533305" y="5874004"/>
                  </a:lnTo>
                  <a:lnTo>
                    <a:pt x="533432" y="5874004"/>
                  </a:lnTo>
                  <a:lnTo>
                    <a:pt x="533810" y="5874004"/>
                  </a:lnTo>
                  <a:lnTo>
                    <a:pt x="533937" y="5874004"/>
                  </a:lnTo>
                  <a:lnTo>
                    <a:pt x="534063" y="5874004"/>
                  </a:lnTo>
                  <a:lnTo>
                    <a:pt x="534694" y="5874004"/>
                  </a:lnTo>
                  <a:lnTo>
                    <a:pt x="534820" y="5874004"/>
                  </a:lnTo>
                  <a:lnTo>
                    <a:pt x="535073" y="5874004"/>
                  </a:lnTo>
                  <a:lnTo>
                    <a:pt x="535325" y="5874004"/>
                  </a:lnTo>
                  <a:lnTo>
                    <a:pt x="535452" y="5874004"/>
                  </a:lnTo>
                  <a:lnTo>
                    <a:pt x="535578" y="5874004"/>
                  </a:lnTo>
                  <a:lnTo>
                    <a:pt x="535704" y="5874004"/>
                  </a:lnTo>
                  <a:lnTo>
                    <a:pt x="535957" y="5874004"/>
                  </a:lnTo>
                  <a:lnTo>
                    <a:pt x="536083" y="5874004"/>
                  </a:lnTo>
                  <a:lnTo>
                    <a:pt x="536209" y="5874004"/>
                  </a:lnTo>
                  <a:lnTo>
                    <a:pt x="536336" y="5874004"/>
                  </a:lnTo>
                  <a:lnTo>
                    <a:pt x="536462" y="5874004"/>
                  </a:lnTo>
                  <a:lnTo>
                    <a:pt x="536588" y="5874004"/>
                  </a:lnTo>
                  <a:lnTo>
                    <a:pt x="536841" y="5874004"/>
                  </a:lnTo>
                  <a:lnTo>
                    <a:pt x="536841" y="5869093"/>
                  </a:lnTo>
                  <a:lnTo>
                    <a:pt x="536967" y="5869093"/>
                  </a:lnTo>
                  <a:lnTo>
                    <a:pt x="537219" y="5869093"/>
                  </a:lnTo>
                  <a:lnTo>
                    <a:pt x="537219" y="5864181"/>
                  </a:lnTo>
                  <a:lnTo>
                    <a:pt x="537346" y="5864181"/>
                  </a:lnTo>
                  <a:lnTo>
                    <a:pt x="537472" y="5864181"/>
                  </a:lnTo>
                  <a:lnTo>
                    <a:pt x="537851" y="5864181"/>
                  </a:lnTo>
                  <a:lnTo>
                    <a:pt x="537977" y="5864181"/>
                  </a:lnTo>
                  <a:lnTo>
                    <a:pt x="538103" y="5864181"/>
                  </a:lnTo>
                  <a:lnTo>
                    <a:pt x="538482" y="5864181"/>
                  </a:lnTo>
                  <a:lnTo>
                    <a:pt x="538861" y="5864181"/>
                  </a:lnTo>
                  <a:lnTo>
                    <a:pt x="538987" y="5864181"/>
                  </a:lnTo>
                  <a:lnTo>
                    <a:pt x="539366" y="5864181"/>
                  </a:lnTo>
                  <a:lnTo>
                    <a:pt x="539492" y="5864181"/>
                  </a:lnTo>
                  <a:lnTo>
                    <a:pt x="540123" y="5864181"/>
                  </a:lnTo>
                  <a:lnTo>
                    <a:pt x="540249" y="5864181"/>
                  </a:lnTo>
                  <a:lnTo>
                    <a:pt x="540502" y="5864181"/>
                  </a:lnTo>
                  <a:lnTo>
                    <a:pt x="540628" y="5864181"/>
                  </a:lnTo>
                  <a:lnTo>
                    <a:pt x="540754" y="5864181"/>
                  </a:lnTo>
                  <a:lnTo>
                    <a:pt x="540881" y="5864181"/>
                  </a:lnTo>
                  <a:lnTo>
                    <a:pt x="541007" y="5864181"/>
                  </a:lnTo>
                  <a:lnTo>
                    <a:pt x="541133" y="5864181"/>
                  </a:lnTo>
                  <a:lnTo>
                    <a:pt x="541260" y="5864181"/>
                  </a:lnTo>
                  <a:lnTo>
                    <a:pt x="541512" y="5864181"/>
                  </a:lnTo>
                  <a:lnTo>
                    <a:pt x="541638" y="5864181"/>
                  </a:lnTo>
                  <a:lnTo>
                    <a:pt x="541638" y="5859270"/>
                  </a:lnTo>
                  <a:lnTo>
                    <a:pt x="541765" y="5859270"/>
                  </a:lnTo>
                  <a:lnTo>
                    <a:pt x="541891" y="5859270"/>
                  </a:lnTo>
                  <a:lnTo>
                    <a:pt x="542017" y="5859270"/>
                  </a:lnTo>
                  <a:lnTo>
                    <a:pt x="542143" y="5859270"/>
                  </a:lnTo>
                  <a:lnTo>
                    <a:pt x="542270" y="5859270"/>
                  </a:lnTo>
                  <a:lnTo>
                    <a:pt x="542522" y="5859270"/>
                  </a:lnTo>
                  <a:lnTo>
                    <a:pt x="542901" y="5859270"/>
                  </a:lnTo>
                  <a:lnTo>
                    <a:pt x="543406" y="5859270"/>
                  </a:lnTo>
                  <a:lnTo>
                    <a:pt x="543658" y="5859270"/>
                  </a:lnTo>
                  <a:lnTo>
                    <a:pt x="544163" y="5859270"/>
                  </a:lnTo>
                  <a:lnTo>
                    <a:pt x="544290" y="5859270"/>
                  </a:lnTo>
                  <a:lnTo>
                    <a:pt x="544668" y="5859270"/>
                  </a:lnTo>
                  <a:lnTo>
                    <a:pt x="545047" y="5859270"/>
                  </a:lnTo>
                  <a:lnTo>
                    <a:pt x="545173" y="5859270"/>
                  </a:lnTo>
                  <a:lnTo>
                    <a:pt x="545552" y="5859270"/>
                  </a:lnTo>
                  <a:lnTo>
                    <a:pt x="545678" y="5859270"/>
                  </a:lnTo>
                  <a:lnTo>
                    <a:pt x="545805" y="5859270"/>
                  </a:lnTo>
                  <a:lnTo>
                    <a:pt x="545931" y="5859270"/>
                  </a:lnTo>
                  <a:lnTo>
                    <a:pt x="546057" y="5859270"/>
                  </a:lnTo>
                  <a:lnTo>
                    <a:pt x="546183" y="5859270"/>
                  </a:lnTo>
                  <a:lnTo>
                    <a:pt x="547067" y="5859270"/>
                  </a:lnTo>
                  <a:lnTo>
                    <a:pt x="547446" y="5859270"/>
                  </a:lnTo>
                  <a:lnTo>
                    <a:pt x="547699" y="5859270"/>
                  </a:lnTo>
                  <a:lnTo>
                    <a:pt x="547951" y="5859270"/>
                  </a:lnTo>
                  <a:lnTo>
                    <a:pt x="548204" y="5859270"/>
                  </a:lnTo>
                  <a:lnTo>
                    <a:pt x="548330" y="5859270"/>
                  </a:lnTo>
                  <a:lnTo>
                    <a:pt x="548582" y="5859270"/>
                  </a:lnTo>
                  <a:lnTo>
                    <a:pt x="548709" y="5859270"/>
                  </a:lnTo>
                  <a:lnTo>
                    <a:pt x="548835" y="5859270"/>
                  </a:lnTo>
                  <a:lnTo>
                    <a:pt x="548961" y="5859270"/>
                  </a:lnTo>
                  <a:lnTo>
                    <a:pt x="549340" y="5859270"/>
                  </a:lnTo>
                  <a:lnTo>
                    <a:pt x="549845" y="5859270"/>
                  </a:lnTo>
                  <a:lnTo>
                    <a:pt x="549971" y="5859270"/>
                  </a:lnTo>
                  <a:lnTo>
                    <a:pt x="550097" y="5859270"/>
                  </a:lnTo>
                  <a:lnTo>
                    <a:pt x="550224" y="5859270"/>
                  </a:lnTo>
                  <a:lnTo>
                    <a:pt x="550602" y="5859270"/>
                  </a:lnTo>
                  <a:lnTo>
                    <a:pt x="550855" y="5859270"/>
                  </a:lnTo>
                  <a:lnTo>
                    <a:pt x="550981" y="5859270"/>
                  </a:lnTo>
                  <a:lnTo>
                    <a:pt x="551234" y="5859270"/>
                  </a:lnTo>
                  <a:lnTo>
                    <a:pt x="551360" y="5859270"/>
                  </a:lnTo>
                  <a:lnTo>
                    <a:pt x="551486" y="5859270"/>
                  </a:lnTo>
                  <a:lnTo>
                    <a:pt x="551486" y="5854358"/>
                  </a:lnTo>
                  <a:lnTo>
                    <a:pt x="551613" y="5854358"/>
                  </a:lnTo>
                  <a:lnTo>
                    <a:pt x="551865" y="5854358"/>
                  </a:lnTo>
                  <a:lnTo>
                    <a:pt x="552118" y="5854358"/>
                  </a:lnTo>
                  <a:lnTo>
                    <a:pt x="552244" y="5854358"/>
                  </a:lnTo>
                  <a:lnTo>
                    <a:pt x="552496" y="5854358"/>
                  </a:lnTo>
                  <a:lnTo>
                    <a:pt x="552623" y="5854358"/>
                  </a:lnTo>
                  <a:lnTo>
                    <a:pt x="552623" y="5849447"/>
                  </a:lnTo>
                  <a:lnTo>
                    <a:pt x="553001" y="5849447"/>
                  </a:lnTo>
                  <a:lnTo>
                    <a:pt x="553506" y="5849447"/>
                  </a:lnTo>
                  <a:lnTo>
                    <a:pt x="553759" y="5849447"/>
                  </a:lnTo>
                  <a:lnTo>
                    <a:pt x="554011" y="5849447"/>
                  </a:lnTo>
                  <a:lnTo>
                    <a:pt x="554390" y="5849447"/>
                  </a:lnTo>
                  <a:lnTo>
                    <a:pt x="554516" y="5849447"/>
                  </a:lnTo>
                  <a:lnTo>
                    <a:pt x="554643" y="5849447"/>
                  </a:lnTo>
                  <a:lnTo>
                    <a:pt x="554769" y="5849447"/>
                  </a:lnTo>
                  <a:lnTo>
                    <a:pt x="555021" y="5849447"/>
                  </a:lnTo>
                  <a:lnTo>
                    <a:pt x="555148" y="5849447"/>
                  </a:lnTo>
                  <a:lnTo>
                    <a:pt x="555400" y="5849447"/>
                  </a:lnTo>
                  <a:lnTo>
                    <a:pt x="555653" y="5849447"/>
                  </a:lnTo>
                  <a:lnTo>
                    <a:pt x="556158" y="5849447"/>
                  </a:lnTo>
                  <a:lnTo>
                    <a:pt x="556284" y="5849447"/>
                  </a:lnTo>
                  <a:lnTo>
                    <a:pt x="556536" y="5844536"/>
                  </a:lnTo>
                  <a:lnTo>
                    <a:pt x="556663" y="5844536"/>
                  </a:lnTo>
                  <a:lnTo>
                    <a:pt x="556789" y="5839624"/>
                  </a:lnTo>
                  <a:lnTo>
                    <a:pt x="557042" y="5839624"/>
                  </a:lnTo>
                  <a:lnTo>
                    <a:pt x="557547" y="5839624"/>
                  </a:lnTo>
                  <a:lnTo>
                    <a:pt x="558052" y="5839624"/>
                  </a:lnTo>
                  <a:lnTo>
                    <a:pt x="558304" y="5839624"/>
                  </a:lnTo>
                  <a:lnTo>
                    <a:pt x="558430" y="5839624"/>
                  </a:lnTo>
                  <a:lnTo>
                    <a:pt x="558809" y="5839624"/>
                  </a:lnTo>
                  <a:lnTo>
                    <a:pt x="559188" y="5839624"/>
                  </a:lnTo>
                  <a:lnTo>
                    <a:pt x="559567" y="5839624"/>
                  </a:lnTo>
                  <a:lnTo>
                    <a:pt x="559819" y="5839624"/>
                  </a:lnTo>
                  <a:lnTo>
                    <a:pt x="560198" y="5839624"/>
                  </a:lnTo>
                  <a:lnTo>
                    <a:pt x="560324" y="5839624"/>
                  </a:lnTo>
                  <a:lnTo>
                    <a:pt x="560450" y="5839624"/>
                  </a:lnTo>
                  <a:lnTo>
                    <a:pt x="560829" y="5839624"/>
                  </a:lnTo>
                  <a:lnTo>
                    <a:pt x="561082" y="5839624"/>
                  </a:lnTo>
                  <a:lnTo>
                    <a:pt x="561208" y="5839624"/>
                  </a:lnTo>
                  <a:lnTo>
                    <a:pt x="561713" y="5839624"/>
                  </a:lnTo>
                  <a:lnTo>
                    <a:pt x="561966" y="5839624"/>
                  </a:lnTo>
                  <a:lnTo>
                    <a:pt x="562218" y="5839624"/>
                  </a:lnTo>
                  <a:lnTo>
                    <a:pt x="562471" y="5839624"/>
                  </a:lnTo>
                  <a:lnTo>
                    <a:pt x="562723" y="5839624"/>
                  </a:lnTo>
                  <a:lnTo>
                    <a:pt x="562849" y="5839624"/>
                  </a:lnTo>
                  <a:lnTo>
                    <a:pt x="562976" y="5839624"/>
                  </a:lnTo>
                  <a:lnTo>
                    <a:pt x="563354" y="5839624"/>
                  </a:lnTo>
                  <a:lnTo>
                    <a:pt x="563859" y="5839624"/>
                  </a:lnTo>
                  <a:lnTo>
                    <a:pt x="563986" y="5839624"/>
                  </a:lnTo>
                  <a:lnTo>
                    <a:pt x="564491" y="5839624"/>
                  </a:lnTo>
                  <a:lnTo>
                    <a:pt x="564617" y="5839624"/>
                  </a:lnTo>
                  <a:lnTo>
                    <a:pt x="564743" y="5839624"/>
                  </a:lnTo>
                  <a:lnTo>
                    <a:pt x="565122" y="5839624"/>
                  </a:lnTo>
                  <a:lnTo>
                    <a:pt x="565248" y="5839624"/>
                  </a:lnTo>
                  <a:lnTo>
                    <a:pt x="565501" y="5839624"/>
                  </a:lnTo>
                  <a:lnTo>
                    <a:pt x="565753" y="5839624"/>
                  </a:lnTo>
                  <a:lnTo>
                    <a:pt x="566763" y="5839624"/>
                  </a:lnTo>
                  <a:lnTo>
                    <a:pt x="566889" y="5839624"/>
                  </a:lnTo>
                  <a:lnTo>
                    <a:pt x="567268" y="5839624"/>
                  </a:lnTo>
                  <a:lnTo>
                    <a:pt x="567395" y="5839624"/>
                  </a:lnTo>
                  <a:lnTo>
                    <a:pt x="567521" y="5839624"/>
                  </a:lnTo>
                  <a:lnTo>
                    <a:pt x="567647" y="5839624"/>
                  </a:lnTo>
                  <a:lnTo>
                    <a:pt x="567773" y="5839624"/>
                  </a:lnTo>
                  <a:lnTo>
                    <a:pt x="567900" y="5839624"/>
                  </a:lnTo>
                  <a:lnTo>
                    <a:pt x="568152" y="5839624"/>
                  </a:lnTo>
                  <a:lnTo>
                    <a:pt x="568405" y="5839624"/>
                  </a:lnTo>
                  <a:lnTo>
                    <a:pt x="568783" y="5839624"/>
                  </a:lnTo>
                  <a:lnTo>
                    <a:pt x="568910" y="5839624"/>
                  </a:lnTo>
                  <a:lnTo>
                    <a:pt x="569288" y="5839624"/>
                  </a:lnTo>
                  <a:lnTo>
                    <a:pt x="569667" y="5839624"/>
                  </a:lnTo>
                  <a:lnTo>
                    <a:pt x="569920" y="5839624"/>
                  </a:lnTo>
                  <a:lnTo>
                    <a:pt x="570425" y="5839624"/>
                  </a:lnTo>
                  <a:lnTo>
                    <a:pt x="570803" y="5839624"/>
                  </a:lnTo>
                  <a:lnTo>
                    <a:pt x="570930" y="5839624"/>
                  </a:lnTo>
                  <a:lnTo>
                    <a:pt x="571056" y="5839624"/>
                  </a:lnTo>
                  <a:lnTo>
                    <a:pt x="571182" y="5839624"/>
                  </a:lnTo>
                  <a:lnTo>
                    <a:pt x="571561" y="5839624"/>
                  </a:lnTo>
                  <a:lnTo>
                    <a:pt x="571687" y="5839624"/>
                  </a:lnTo>
                  <a:lnTo>
                    <a:pt x="571813" y="5839624"/>
                  </a:lnTo>
                  <a:lnTo>
                    <a:pt x="571940" y="5839624"/>
                  </a:lnTo>
                  <a:lnTo>
                    <a:pt x="572066" y="5839624"/>
                  </a:lnTo>
                  <a:lnTo>
                    <a:pt x="572571" y="5839624"/>
                  </a:lnTo>
                  <a:lnTo>
                    <a:pt x="572697" y="5839624"/>
                  </a:lnTo>
                  <a:lnTo>
                    <a:pt x="572950" y="5839624"/>
                  </a:lnTo>
                  <a:lnTo>
                    <a:pt x="573076" y="5839624"/>
                  </a:lnTo>
                  <a:lnTo>
                    <a:pt x="573329" y="5839624"/>
                  </a:lnTo>
                  <a:lnTo>
                    <a:pt x="573455" y="5839624"/>
                  </a:lnTo>
                  <a:lnTo>
                    <a:pt x="574212" y="5839624"/>
                  </a:lnTo>
                  <a:lnTo>
                    <a:pt x="574844" y="5839624"/>
                  </a:lnTo>
                  <a:lnTo>
                    <a:pt x="574844" y="5834713"/>
                  </a:lnTo>
                  <a:lnTo>
                    <a:pt x="574970" y="5834713"/>
                  </a:lnTo>
                  <a:lnTo>
                    <a:pt x="575222" y="5834713"/>
                  </a:lnTo>
                  <a:lnTo>
                    <a:pt x="575854" y="5834713"/>
                  </a:lnTo>
                  <a:lnTo>
                    <a:pt x="576106" y="5834713"/>
                  </a:lnTo>
                  <a:lnTo>
                    <a:pt x="576232" y="5834713"/>
                  </a:lnTo>
                  <a:lnTo>
                    <a:pt x="576485" y="5834713"/>
                  </a:lnTo>
                  <a:lnTo>
                    <a:pt x="576611" y="5834713"/>
                  </a:lnTo>
                  <a:lnTo>
                    <a:pt x="576864" y="5834713"/>
                  </a:lnTo>
                  <a:lnTo>
                    <a:pt x="576990" y="5834713"/>
                  </a:lnTo>
                  <a:lnTo>
                    <a:pt x="577242" y="5834713"/>
                  </a:lnTo>
                  <a:lnTo>
                    <a:pt x="577369" y="5829802"/>
                  </a:lnTo>
                  <a:lnTo>
                    <a:pt x="577748" y="5829802"/>
                  </a:lnTo>
                  <a:lnTo>
                    <a:pt x="577874" y="5829802"/>
                  </a:lnTo>
                  <a:lnTo>
                    <a:pt x="578126" y="5829802"/>
                  </a:lnTo>
                  <a:lnTo>
                    <a:pt x="578253" y="5829802"/>
                  </a:lnTo>
                  <a:lnTo>
                    <a:pt x="579010" y="5829802"/>
                  </a:lnTo>
                  <a:lnTo>
                    <a:pt x="579136" y="5829802"/>
                  </a:lnTo>
                  <a:lnTo>
                    <a:pt x="579515" y="5829802"/>
                  </a:lnTo>
                  <a:lnTo>
                    <a:pt x="579641" y="5829802"/>
                  </a:lnTo>
                  <a:lnTo>
                    <a:pt x="579768" y="5829802"/>
                  </a:lnTo>
                  <a:lnTo>
                    <a:pt x="579894" y="5829802"/>
                  </a:lnTo>
                  <a:lnTo>
                    <a:pt x="580020" y="5829802"/>
                  </a:lnTo>
                  <a:lnTo>
                    <a:pt x="580146" y="5829802"/>
                  </a:lnTo>
                  <a:lnTo>
                    <a:pt x="580273" y="5829802"/>
                  </a:lnTo>
                  <a:lnTo>
                    <a:pt x="580525" y="5829802"/>
                  </a:lnTo>
                  <a:lnTo>
                    <a:pt x="580651" y="5829802"/>
                  </a:lnTo>
                  <a:lnTo>
                    <a:pt x="581156" y="5829802"/>
                  </a:lnTo>
                  <a:lnTo>
                    <a:pt x="581283" y="5829802"/>
                  </a:lnTo>
                  <a:lnTo>
                    <a:pt x="581535" y="5824890"/>
                  </a:lnTo>
                  <a:lnTo>
                    <a:pt x="581661" y="5824890"/>
                  </a:lnTo>
                  <a:lnTo>
                    <a:pt x="581788" y="5824890"/>
                  </a:lnTo>
                  <a:lnTo>
                    <a:pt x="581914" y="5824890"/>
                  </a:lnTo>
                  <a:lnTo>
                    <a:pt x="582040" y="5824890"/>
                  </a:lnTo>
                  <a:lnTo>
                    <a:pt x="582293" y="5824890"/>
                  </a:lnTo>
                  <a:lnTo>
                    <a:pt x="582419" y="5824890"/>
                  </a:lnTo>
                  <a:lnTo>
                    <a:pt x="582924" y="5824890"/>
                  </a:lnTo>
                  <a:lnTo>
                    <a:pt x="583050" y="5824890"/>
                  </a:lnTo>
                  <a:lnTo>
                    <a:pt x="583177" y="5824890"/>
                  </a:lnTo>
                  <a:lnTo>
                    <a:pt x="583303" y="5824890"/>
                  </a:lnTo>
                  <a:lnTo>
                    <a:pt x="583429" y="5824890"/>
                  </a:lnTo>
                  <a:lnTo>
                    <a:pt x="583555" y="5824890"/>
                  </a:lnTo>
                  <a:lnTo>
                    <a:pt x="583682" y="5824890"/>
                  </a:lnTo>
                  <a:lnTo>
                    <a:pt x="583808" y="5819979"/>
                  </a:lnTo>
                  <a:lnTo>
                    <a:pt x="584313" y="5819979"/>
                  </a:lnTo>
                  <a:lnTo>
                    <a:pt x="584818" y="5819979"/>
                  </a:lnTo>
                  <a:lnTo>
                    <a:pt x="585070" y="5819979"/>
                  </a:lnTo>
                  <a:lnTo>
                    <a:pt x="585197" y="5819979"/>
                  </a:lnTo>
                  <a:lnTo>
                    <a:pt x="585323" y="5819979"/>
                  </a:lnTo>
                  <a:lnTo>
                    <a:pt x="585449" y="5819979"/>
                  </a:lnTo>
                  <a:lnTo>
                    <a:pt x="585575" y="5819979"/>
                  </a:lnTo>
                  <a:lnTo>
                    <a:pt x="585575" y="5815067"/>
                  </a:lnTo>
                  <a:lnTo>
                    <a:pt x="585828" y="5815067"/>
                  </a:lnTo>
                  <a:lnTo>
                    <a:pt x="586080" y="5815067"/>
                  </a:lnTo>
                  <a:lnTo>
                    <a:pt x="586964" y="5815067"/>
                  </a:lnTo>
                  <a:lnTo>
                    <a:pt x="587090" y="5815067"/>
                  </a:lnTo>
                  <a:lnTo>
                    <a:pt x="587217" y="5815067"/>
                  </a:lnTo>
                  <a:lnTo>
                    <a:pt x="587469" y="5815067"/>
                  </a:lnTo>
                  <a:lnTo>
                    <a:pt x="587722" y="5815067"/>
                  </a:lnTo>
                  <a:lnTo>
                    <a:pt x="587848" y="5815067"/>
                  </a:lnTo>
                  <a:lnTo>
                    <a:pt x="588101" y="5810156"/>
                  </a:lnTo>
                  <a:lnTo>
                    <a:pt x="588606" y="5810156"/>
                  </a:lnTo>
                  <a:lnTo>
                    <a:pt x="588732" y="5810156"/>
                  </a:lnTo>
                  <a:lnTo>
                    <a:pt x="588984" y="5810156"/>
                  </a:lnTo>
                  <a:lnTo>
                    <a:pt x="589237" y="5810156"/>
                  </a:lnTo>
                  <a:lnTo>
                    <a:pt x="589489" y="5810156"/>
                  </a:lnTo>
                  <a:lnTo>
                    <a:pt x="589616" y="5810156"/>
                  </a:lnTo>
                  <a:lnTo>
                    <a:pt x="589742" y="5810156"/>
                  </a:lnTo>
                  <a:lnTo>
                    <a:pt x="589868" y="5810156"/>
                  </a:lnTo>
                  <a:lnTo>
                    <a:pt x="589994" y="5810156"/>
                  </a:lnTo>
                  <a:lnTo>
                    <a:pt x="590247" y="5810156"/>
                  </a:lnTo>
                  <a:lnTo>
                    <a:pt x="590626" y="5810156"/>
                  </a:lnTo>
                  <a:lnTo>
                    <a:pt x="591004" y="5810156"/>
                  </a:lnTo>
                  <a:lnTo>
                    <a:pt x="591131" y="5810156"/>
                  </a:lnTo>
                  <a:lnTo>
                    <a:pt x="591383" y="5810156"/>
                  </a:lnTo>
                  <a:lnTo>
                    <a:pt x="591509" y="5810156"/>
                  </a:lnTo>
                  <a:lnTo>
                    <a:pt x="591636" y="5810156"/>
                  </a:lnTo>
                  <a:lnTo>
                    <a:pt x="591888" y="5810156"/>
                  </a:lnTo>
                  <a:lnTo>
                    <a:pt x="592014" y="5810156"/>
                  </a:lnTo>
                  <a:lnTo>
                    <a:pt x="592141" y="5805245"/>
                  </a:lnTo>
                  <a:lnTo>
                    <a:pt x="592267" y="5805245"/>
                  </a:lnTo>
                  <a:lnTo>
                    <a:pt x="592519" y="5805245"/>
                  </a:lnTo>
                  <a:lnTo>
                    <a:pt x="592772" y="5805245"/>
                  </a:lnTo>
                  <a:lnTo>
                    <a:pt x="593025" y="5805245"/>
                  </a:lnTo>
                  <a:lnTo>
                    <a:pt x="593151" y="5805245"/>
                  </a:lnTo>
                  <a:lnTo>
                    <a:pt x="593277" y="5805245"/>
                  </a:lnTo>
                  <a:lnTo>
                    <a:pt x="593656" y="5805245"/>
                  </a:lnTo>
                  <a:lnTo>
                    <a:pt x="593782" y="5805245"/>
                  </a:lnTo>
                  <a:lnTo>
                    <a:pt x="594035" y="5805245"/>
                  </a:lnTo>
                  <a:lnTo>
                    <a:pt x="594161" y="5805245"/>
                  </a:lnTo>
                  <a:lnTo>
                    <a:pt x="594666" y="5805245"/>
                  </a:lnTo>
                  <a:lnTo>
                    <a:pt x="594918" y="5805245"/>
                  </a:lnTo>
                  <a:lnTo>
                    <a:pt x="595171" y="5805245"/>
                  </a:lnTo>
                  <a:lnTo>
                    <a:pt x="595297" y="5805245"/>
                  </a:lnTo>
                  <a:lnTo>
                    <a:pt x="595676" y="5805245"/>
                  </a:lnTo>
                  <a:lnTo>
                    <a:pt x="595928" y="5805245"/>
                  </a:lnTo>
                  <a:lnTo>
                    <a:pt x="596055" y="5805245"/>
                  </a:lnTo>
                  <a:lnTo>
                    <a:pt x="596181" y="5805245"/>
                  </a:lnTo>
                  <a:lnTo>
                    <a:pt x="596307" y="5805245"/>
                  </a:lnTo>
                  <a:lnTo>
                    <a:pt x="596560" y="5805245"/>
                  </a:lnTo>
                  <a:lnTo>
                    <a:pt x="596686" y="5805245"/>
                  </a:lnTo>
                  <a:lnTo>
                    <a:pt x="596812" y="5805245"/>
                  </a:lnTo>
                  <a:lnTo>
                    <a:pt x="597065" y="5805245"/>
                  </a:lnTo>
                  <a:lnTo>
                    <a:pt x="597317" y="5805245"/>
                  </a:lnTo>
                  <a:lnTo>
                    <a:pt x="597443" y="5805245"/>
                  </a:lnTo>
                  <a:lnTo>
                    <a:pt x="597570" y="5805245"/>
                  </a:lnTo>
                  <a:lnTo>
                    <a:pt x="597949" y="5800333"/>
                  </a:lnTo>
                  <a:lnTo>
                    <a:pt x="598454" y="5800333"/>
                  </a:lnTo>
                  <a:lnTo>
                    <a:pt x="598580" y="5800333"/>
                  </a:lnTo>
                  <a:lnTo>
                    <a:pt x="598706" y="5800333"/>
                  </a:lnTo>
                  <a:lnTo>
                    <a:pt x="599464" y="5800333"/>
                  </a:lnTo>
                  <a:lnTo>
                    <a:pt x="599590" y="5800333"/>
                  </a:lnTo>
                  <a:lnTo>
                    <a:pt x="599842" y="5800333"/>
                  </a:lnTo>
                  <a:lnTo>
                    <a:pt x="600726" y="5800333"/>
                  </a:lnTo>
                  <a:lnTo>
                    <a:pt x="600852" y="5800333"/>
                  </a:lnTo>
                  <a:lnTo>
                    <a:pt x="600979" y="5800333"/>
                  </a:lnTo>
                  <a:lnTo>
                    <a:pt x="601231" y="5800333"/>
                  </a:lnTo>
                  <a:lnTo>
                    <a:pt x="601357" y="5800333"/>
                  </a:lnTo>
                  <a:lnTo>
                    <a:pt x="601484" y="5800333"/>
                  </a:lnTo>
                  <a:lnTo>
                    <a:pt x="602367" y="5800333"/>
                  </a:lnTo>
                  <a:lnTo>
                    <a:pt x="602494" y="5800333"/>
                  </a:lnTo>
                  <a:lnTo>
                    <a:pt x="602620" y="5800333"/>
                  </a:lnTo>
                  <a:lnTo>
                    <a:pt x="602746" y="5800333"/>
                  </a:lnTo>
                  <a:lnTo>
                    <a:pt x="602872" y="5800333"/>
                  </a:lnTo>
                  <a:lnTo>
                    <a:pt x="602999" y="5800333"/>
                  </a:lnTo>
                  <a:lnTo>
                    <a:pt x="603883" y="5795422"/>
                  </a:lnTo>
                  <a:lnTo>
                    <a:pt x="604009" y="5790511"/>
                  </a:lnTo>
                  <a:lnTo>
                    <a:pt x="604388" y="5790511"/>
                  </a:lnTo>
                  <a:lnTo>
                    <a:pt x="604514" y="5790511"/>
                  </a:lnTo>
                  <a:lnTo>
                    <a:pt x="605019" y="5790511"/>
                  </a:lnTo>
                  <a:lnTo>
                    <a:pt x="605271" y="5790511"/>
                  </a:lnTo>
                  <a:lnTo>
                    <a:pt x="605398" y="5790511"/>
                  </a:lnTo>
                  <a:lnTo>
                    <a:pt x="605650" y="5790511"/>
                  </a:lnTo>
                  <a:lnTo>
                    <a:pt x="605903" y="5790511"/>
                  </a:lnTo>
                  <a:lnTo>
                    <a:pt x="606029" y="5790511"/>
                  </a:lnTo>
                  <a:lnTo>
                    <a:pt x="606155" y="5790511"/>
                  </a:lnTo>
                  <a:lnTo>
                    <a:pt x="606660" y="5790511"/>
                  </a:lnTo>
                  <a:lnTo>
                    <a:pt x="606786" y="5790511"/>
                  </a:lnTo>
                  <a:lnTo>
                    <a:pt x="606913" y="5790511"/>
                  </a:lnTo>
                  <a:lnTo>
                    <a:pt x="607165" y="5790511"/>
                  </a:lnTo>
                  <a:lnTo>
                    <a:pt x="607418" y="5790511"/>
                  </a:lnTo>
                  <a:lnTo>
                    <a:pt x="607544" y="5790511"/>
                  </a:lnTo>
                  <a:lnTo>
                    <a:pt x="607670" y="5790511"/>
                  </a:lnTo>
                  <a:lnTo>
                    <a:pt x="607923" y="5785599"/>
                  </a:lnTo>
                  <a:lnTo>
                    <a:pt x="608049" y="5785599"/>
                  </a:lnTo>
                  <a:lnTo>
                    <a:pt x="608175" y="5785599"/>
                  </a:lnTo>
                  <a:lnTo>
                    <a:pt x="608302" y="5785599"/>
                  </a:lnTo>
                  <a:lnTo>
                    <a:pt x="608428" y="5785599"/>
                  </a:lnTo>
                  <a:lnTo>
                    <a:pt x="608680" y="5785599"/>
                  </a:lnTo>
                  <a:lnTo>
                    <a:pt x="608807" y="5785599"/>
                  </a:lnTo>
                  <a:lnTo>
                    <a:pt x="609312" y="5785599"/>
                  </a:lnTo>
                  <a:lnTo>
                    <a:pt x="609564" y="5780688"/>
                  </a:lnTo>
                  <a:lnTo>
                    <a:pt x="609690" y="5780688"/>
                  </a:lnTo>
                  <a:lnTo>
                    <a:pt x="609817" y="5780688"/>
                  </a:lnTo>
                  <a:lnTo>
                    <a:pt x="610069" y="5780688"/>
                  </a:lnTo>
                  <a:lnTo>
                    <a:pt x="610195" y="5780688"/>
                  </a:lnTo>
                  <a:lnTo>
                    <a:pt x="610448" y="5780688"/>
                  </a:lnTo>
                  <a:lnTo>
                    <a:pt x="610574" y="5780688"/>
                  </a:lnTo>
                  <a:lnTo>
                    <a:pt x="611079" y="5780688"/>
                  </a:lnTo>
                  <a:lnTo>
                    <a:pt x="611332" y="5780688"/>
                  </a:lnTo>
                  <a:lnTo>
                    <a:pt x="611584" y="5775776"/>
                  </a:lnTo>
                  <a:lnTo>
                    <a:pt x="611710" y="5775776"/>
                  </a:lnTo>
                  <a:lnTo>
                    <a:pt x="612089" y="5775776"/>
                  </a:lnTo>
                  <a:lnTo>
                    <a:pt x="612215" y="5775776"/>
                  </a:lnTo>
                  <a:lnTo>
                    <a:pt x="612215" y="5770865"/>
                  </a:lnTo>
                  <a:lnTo>
                    <a:pt x="612342" y="5770865"/>
                  </a:lnTo>
                  <a:lnTo>
                    <a:pt x="612342" y="5765954"/>
                  </a:lnTo>
                  <a:lnTo>
                    <a:pt x="612594" y="5765954"/>
                  </a:lnTo>
                  <a:lnTo>
                    <a:pt x="612720" y="5765954"/>
                  </a:lnTo>
                  <a:lnTo>
                    <a:pt x="612847" y="5765954"/>
                  </a:lnTo>
                  <a:lnTo>
                    <a:pt x="612973" y="5765954"/>
                  </a:lnTo>
                  <a:lnTo>
                    <a:pt x="613225" y="5765954"/>
                  </a:lnTo>
                  <a:lnTo>
                    <a:pt x="613478" y="5765954"/>
                  </a:lnTo>
                  <a:lnTo>
                    <a:pt x="613731" y="5765954"/>
                  </a:lnTo>
                  <a:lnTo>
                    <a:pt x="614109" y="5765954"/>
                  </a:lnTo>
                  <a:lnTo>
                    <a:pt x="614741" y="5765954"/>
                  </a:lnTo>
                  <a:lnTo>
                    <a:pt x="615119" y="5765954"/>
                  </a:lnTo>
                  <a:lnTo>
                    <a:pt x="615498" y="5765954"/>
                  </a:lnTo>
                  <a:lnTo>
                    <a:pt x="615751" y="5765954"/>
                  </a:lnTo>
                  <a:lnTo>
                    <a:pt x="616129" y="5765954"/>
                  </a:lnTo>
                  <a:lnTo>
                    <a:pt x="616382" y="5765954"/>
                  </a:lnTo>
                  <a:lnTo>
                    <a:pt x="616508" y="5765954"/>
                  </a:lnTo>
                  <a:lnTo>
                    <a:pt x="616634" y="5765954"/>
                  </a:lnTo>
                  <a:lnTo>
                    <a:pt x="616761" y="5765954"/>
                  </a:lnTo>
                  <a:lnTo>
                    <a:pt x="617139" y="5765954"/>
                  </a:lnTo>
                  <a:lnTo>
                    <a:pt x="617266" y="5765954"/>
                  </a:lnTo>
                  <a:lnTo>
                    <a:pt x="617392" y="5765954"/>
                  </a:lnTo>
                  <a:lnTo>
                    <a:pt x="617897" y="5765954"/>
                  </a:lnTo>
                  <a:lnTo>
                    <a:pt x="618023" y="5765954"/>
                  </a:lnTo>
                  <a:lnTo>
                    <a:pt x="618149" y="5765954"/>
                  </a:lnTo>
                  <a:lnTo>
                    <a:pt x="618276" y="5765954"/>
                  </a:lnTo>
                  <a:lnTo>
                    <a:pt x="618781" y="5765954"/>
                  </a:lnTo>
                  <a:lnTo>
                    <a:pt x="619412" y="5765954"/>
                  </a:lnTo>
                  <a:lnTo>
                    <a:pt x="619538" y="5765954"/>
                  </a:lnTo>
                  <a:lnTo>
                    <a:pt x="619665" y="5765954"/>
                  </a:lnTo>
                  <a:lnTo>
                    <a:pt x="620170" y="5765954"/>
                  </a:lnTo>
                  <a:lnTo>
                    <a:pt x="620548" y="5765954"/>
                  </a:lnTo>
                  <a:lnTo>
                    <a:pt x="620675" y="5765954"/>
                  </a:lnTo>
                  <a:lnTo>
                    <a:pt x="620927" y="5765954"/>
                  </a:lnTo>
                  <a:lnTo>
                    <a:pt x="621053" y="5765954"/>
                  </a:lnTo>
                  <a:lnTo>
                    <a:pt x="621432" y="5765954"/>
                  </a:lnTo>
                  <a:lnTo>
                    <a:pt x="621558" y="5765954"/>
                  </a:lnTo>
                  <a:lnTo>
                    <a:pt x="621937" y="5765954"/>
                  </a:lnTo>
                  <a:lnTo>
                    <a:pt x="622190" y="5765954"/>
                  </a:lnTo>
                  <a:lnTo>
                    <a:pt x="622316" y="5765954"/>
                  </a:lnTo>
                  <a:lnTo>
                    <a:pt x="622442" y="5765954"/>
                  </a:lnTo>
                  <a:lnTo>
                    <a:pt x="623326" y="5765954"/>
                  </a:lnTo>
                  <a:lnTo>
                    <a:pt x="623452" y="5765954"/>
                  </a:lnTo>
                  <a:lnTo>
                    <a:pt x="623578" y="5765954"/>
                  </a:lnTo>
                  <a:lnTo>
                    <a:pt x="623831" y="5765954"/>
                  </a:lnTo>
                  <a:lnTo>
                    <a:pt x="624084" y="5765954"/>
                  </a:lnTo>
                  <a:lnTo>
                    <a:pt x="624336" y="5761042"/>
                  </a:lnTo>
                  <a:lnTo>
                    <a:pt x="624462" y="5761042"/>
                  </a:lnTo>
                  <a:lnTo>
                    <a:pt x="624589" y="5761042"/>
                  </a:lnTo>
                  <a:lnTo>
                    <a:pt x="624715" y="5761042"/>
                  </a:lnTo>
                  <a:lnTo>
                    <a:pt x="625220" y="5761042"/>
                  </a:lnTo>
                  <a:lnTo>
                    <a:pt x="625346" y="5761042"/>
                  </a:lnTo>
                  <a:lnTo>
                    <a:pt x="625599" y="5761042"/>
                  </a:lnTo>
                  <a:lnTo>
                    <a:pt x="625851" y="5761042"/>
                  </a:lnTo>
                  <a:lnTo>
                    <a:pt x="625977" y="5761042"/>
                  </a:lnTo>
                  <a:lnTo>
                    <a:pt x="626735" y="5761042"/>
                  </a:lnTo>
                  <a:lnTo>
                    <a:pt x="626987" y="5761042"/>
                  </a:lnTo>
                  <a:lnTo>
                    <a:pt x="627492" y="5761042"/>
                  </a:lnTo>
                  <a:lnTo>
                    <a:pt x="627619" y="5761042"/>
                  </a:lnTo>
                  <a:lnTo>
                    <a:pt x="627997" y="5761042"/>
                  </a:lnTo>
                  <a:lnTo>
                    <a:pt x="628502" y="5761042"/>
                  </a:lnTo>
                  <a:lnTo>
                    <a:pt x="628629" y="5761042"/>
                  </a:lnTo>
                  <a:lnTo>
                    <a:pt x="628755" y="5761042"/>
                  </a:lnTo>
                  <a:lnTo>
                    <a:pt x="629008" y="5761042"/>
                  </a:lnTo>
                  <a:lnTo>
                    <a:pt x="629386" y="5756131"/>
                  </a:lnTo>
                  <a:lnTo>
                    <a:pt x="629513" y="5756131"/>
                  </a:lnTo>
                  <a:lnTo>
                    <a:pt x="629639" y="5756131"/>
                  </a:lnTo>
                  <a:lnTo>
                    <a:pt x="629765" y="5756131"/>
                  </a:lnTo>
                  <a:lnTo>
                    <a:pt x="629891" y="5756131"/>
                  </a:lnTo>
                  <a:lnTo>
                    <a:pt x="630396" y="5756131"/>
                  </a:lnTo>
                  <a:lnTo>
                    <a:pt x="630523" y="5756131"/>
                  </a:lnTo>
                  <a:lnTo>
                    <a:pt x="630649" y="5756131"/>
                  </a:lnTo>
                  <a:lnTo>
                    <a:pt x="630775" y="5756131"/>
                  </a:lnTo>
                  <a:lnTo>
                    <a:pt x="630901" y="5756131"/>
                  </a:lnTo>
                  <a:lnTo>
                    <a:pt x="631280" y="5756131"/>
                  </a:lnTo>
                  <a:lnTo>
                    <a:pt x="631406" y="5756131"/>
                  </a:lnTo>
                  <a:lnTo>
                    <a:pt x="631785" y="5756131"/>
                  </a:lnTo>
                  <a:lnTo>
                    <a:pt x="632038" y="5756131"/>
                  </a:lnTo>
                  <a:lnTo>
                    <a:pt x="632164" y="5756131"/>
                  </a:lnTo>
                  <a:lnTo>
                    <a:pt x="632543" y="5756131"/>
                  </a:lnTo>
                  <a:lnTo>
                    <a:pt x="632669" y="5756131"/>
                  </a:lnTo>
                  <a:lnTo>
                    <a:pt x="632795" y="5756131"/>
                  </a:lnTo>
                  <a:lnTo>
                    <a:pt x="632921" y="5756131"/>
                  </a:lnTo>
                  <a:lnTo>
                    <a:pt x="633048" y="5756131"/>
                  </a:lnTo>
                  <a:lnTo>
                    <a:pt x="633174" y="5756131"/>
                  </a:lnTo>
                  <a:lnTo>
                    <a:pt x="633426" y="5756131"/>
                  </a:lnTo>
                  <a:lnTo>
                    <a:pt x="633805" y="5756131"/>
                  </a:lnTo>
                  <a:lnTo>
                    <a:pt x="633931" y="5756131"/>
                  </a:lnTo>
                  <a:lnTo>
                    <a:pt x="634184" y="5756131"/>
                  </a:lnTo>
                  <a:lnTo>
                    <a:pt x="634310" y="5756131"/>
                  </a:lnTo>
                  <a:lnTo>
                    <a:pt x="634689" y="5756131"/>
                  </a:lnTo>
                  <a:lnTo>
                    <a:pt x="634942" y="5756131"/>
                  </a:lnTo>
                  <a:lnTo>
                    <a:pt x="635194" y="5756131"/>
                  </a:lnTo>
                  <a:lnTo>
                    <a:pt x="635447" y="5756131"/>
                  </a:lnTo>
                  <a:lnTo>
                    <a:pt x="635825" y="5756131"/>
                  </a:lnTo>
                  <a:lnTo>
                    <a:pt x="636204" y="5756131"/>
                  </a:lnTo>
                  <a:lnTo>
                    <a:pt x="636330" y="5756131"/>
                  </a:lnTo>
                  <a:lnTo>
                    <a:pt x="636709" y="5756131"/>
                  </a:lnTo>
                  <a:lnTo>
                    <a:pt x="636835" y="5756131"/>
                  </a:lnTo>
                  <a:lnTo>
                    <a:pt x="636962" y="5756131"/>
                  </a:lnTo>
                  <a:lnTo>
                    <a:pt x="637088" y="5756131"/>
                  </a:lnTo>
                  <a:lnTo>
                    <a:pt x="637214" y="5756131"/>
                  </a:lnTo>
                  <a:lnTo>
                    <a:pt x="637340" y="5756131"/>
                  </a:lnTo>
                  <a:lnTo>
                    <a:pt x="637467" y="5756131"/>
                  </a:lnTo>
                  <a:lnTo>
                    <a:pt x="637719" y="5756131"/>
                  </a:lnTo>
                  <a:lnTo>
                    <a:pt x="637845" y="5756131"/>
                  </a:lnTo>
                  <a:lnTo>
                    <a:pt x="637972" y="5756131"/>
                  </a:lnTo>
                  <a:lnTo>
                    <a:pt x="638098" y="5756131"/>
                  </a:lnTo>
                  <a:lnTo>
                    <a:pt x="638350" y="5756131"/>
                  </a:lnTo>
                  <a:lnTo>
                    <a:pt x="638350" y="5751220"/>
                  </a:lnTo>
                  <a:lnTo>
                    <a:pt x="638855" y="5751220"/>
                  </a:lnTo>
                  <a:lnTo>
                    <a:pt x="639108" y="5746308"/>
                  </a:lnTo>
                  <a:lnTo>
                    <a:pt x="639613" y="5746308"/>
                  </a:lnTo>
                  <a:lnTo>
                    <a:pt x="639739" y="5746308"/>
                  </a:lnTo>
                  <a:lnTo>
                    <a:pt x="639866" y="5746308"/>
                  </a:lnTo>
                  <a:lnTo>
                    <a:pt x="640118" y="5746308"/>
                  </a:lnTo>
                  <a:lnTo>
                    <a:pt x="640371" y="5746308"/>
                  </a:lnTo>
                  <a:lnTo>
                    <a:pt x="640623" y="5746308"/>
                  </a:lnTo>
                  <a:lnTo>
                    <a:pt x="640749" y="5746308"/>
                  </a:lnTo>
                  <a:lnTo>
                    <a:pt x="641254" y="5746308"/>
                  </a:lnTo>
                  <a:lnTo>
                    <a:pt x="641633" y="5746308"/>
                  </a:lnTo>
                  <a:lnTo>
                    <a:pt x="641886" y="5746308"/>
                  </a:lnTo>
                  <a:lnTo>
                    <a:pt x="642012" y="5746308"/>
                  </a:lnTo>
                  <a:lnTo>
                    <a:pt x="642391" y="5746308"/>
                  </a:lnTo>
                  <a:lnTo>
                    <a:pt x="643022" y="5746308"/>
                  </a:lnTo>
                  <a:lnTo>
                    <a:pt x="643401" y="5746308"/>
                  </a:lnTo>
                  <a:lnTo>
                    <a:pt x="643527" y="5746308"/>
                  </a:lnTo>
                  <a:lnTo>
                    <a:pt x="643653" y="5746308"/>
                  </a:lnTo>
                  <a:lnTo>
                    <a:pt x="644284" y="5746308"/>
                  </a:lnTo>
                  <a:lnTo>
                    <a:pt x="644663" y="5746308"/>
                  </a:lnTo>
                  <a:lnTo>
                    <a:pt x="644790" y="5741397"/>
                  </a:lnTo>
                  <a:lnTo>
                    <a:pt x="645673" y="5736485"/>
                  </a:lnTo>
                  <a:lnTo>
                    <a:pt x="645800" y="5736485"/>
                  </a:lnTo>
                  <a:lnTo>
                    <a:pt x="646178" y="5736485"/>
                  </a:lnTo>
                  <a:lnTo>
                    <a:pt x="646305" y="5731574"/>
                  </a:lnTo>
                  <a:lnTo>
                    <a:pt x="646431" y="5731574"/>
                  </a:lnTo>
                  <a:lnTo>
                    <a:pt x="646683" y="5731574"/>
                  </a:lnTo>
                  <a:lnTo>
                    <a:pt x="647315" y="5731574"/>
                  </a:lnTo>
                  <a:lnTo>
                    <a:pt x="647567" y="5731574"/>
                  </a:lnTo>
                  <a:lnTo>
                    <a:pt x="647820" y="5731574"/>
                  </a:lnTo>
                  <a:lnTo>
                    <a:pt x="648198" y="5731574"/>
                  </a:lnTo>
                  <a:lnTo>
                    <a:pt x="648451" y="5731574"/>
                  </a:lnTo>
                  <a:lnTo>
                    <a:pt x="648703" y="5731574"/>
                  </a:lnTo>
                  <a:lnTo>
                    <a:pt x="649082" y="5731574"/>
                  </a:lnTo>
                  <a:lnTo>
                    <a:pt x="649208" y="5731574"/>
                  </a:lnTo>
                  <a:lnTo>
                    <a:pt x="649335" y="5731574"/>
                  </a:lnTo>
                  <a:lnTo>
                    <a:pt x="649461" y="5731574"/>
                  </a:lnTo>
                  <a:lnTo>
                    <a:pt x="649714" y="5731574"/>
                  </a:lnTo>
                  <a:lnTo>
                    <a:pt x="649840" y="5726663"/>
                  </a:lnTo>
                  <a:lnTo>
                    <a:pt x="650345" y="5726663"/>
                  </a:lnTo>
                  <a:lnTo>
                    <a:pt x="650724" y="5726663"/>
                  </a:lnTo>
                  <a:lnTo>
                    <a:pt x="650850" y="5726663"/>
                  </a:lnTo>
                  <a:lnTo>
                    <a:pt x="651481" y="5726663"/>
                  </a:lnTo>
                  <a:lnTo>
                    <a:pt x="651607" y="5726663"/>
                  </a:lnTo>
                  <a:lnTo>
                    <a:pt x="651734" y="5721751"/>
                  </a:lnTo>
                  <a:lnTo>
                    <a:pt x="651986" y="5721751"/>
                  </a:lnTo>
                  <a:lnTo>
                    <a:pt x="652112" y="5721751"/>
                  </a:lnTo>
                  <a:lnTo>
                    <a:pt x="652365" y="5716840"/>
                  </a:lnTo>
                  <a:lnTo>
                    <a:pt x="652744" y="5716840"/>
                  </a:lnTo>
                  <a:lnTo>
                    <a:pt x="652996" y="5716840"/>
                  </a:lnTo>
                  <a:lnTo>
                    <a:pt x="653249" y="5716840"/>
                  </a:lnTo>
                  <a:lnTo>
                    <a:pt x="653501" y="5716840"/>
                  </a:lnTo>
                  <a:lnTo>
                    <a:pt x="653627" y="5716840"/>
                  </a:lnTo>
                  <a:lnTo>
                    <a:pt x="653754" y="5716840"/>
                  </a:lnTo>
                  <a:lnTo>
                    <a:pt x="653880" y="5716840"/>
                  </a:lnTo>
                  <a:lnTo>
                    <a:pt x="654385" y="5716840"/>
                  </a:lnTo>
                  <a:lnTo>
                    <a:pt x="654511" y="5716840"/>
                  </a:lnTo>
                  <a:lnTo>
                    <a:pt x="655269" y="5716840"/>
                  </a:lnTo>
                  <a:lnTo>
                    <a:pt x="655900" y="5716840"/>
                  </a:lnTo>
                  <a:lnTo>
                    <a:pt x="656026" y="5716840"/>
                  </a:lnTo>
                  <a:lnTo>
                    <a:pt x="656279" y="5716840"/>
                  </a:lnTo>
                  <a:lnTo>
                    <a:pt x="656910" y="5716840"/>
                  </a:lnTo>
                  <a:lnTo>
                    <a:pt x="657036" y="5716840"/>
                  </a:lnTo>
                  <a:lnTo>
                    <a:pt x="657289" y="5716840"/>
                  </a:lnTo>
                  <a:lnTo>
                    <a:pt x="657541" y="5716840"/>
                  </a:lnTo>
                  <a:lnTo>
                    <a:pt x="657668" y="5716840"/>
                  </a:lnTo>
                  <a:lnTo>
                    <a:pt x="657794" y="5716840"/>
                  </a:lnTo>
                  <a:lnTo>
                    <a:pt x="657920" y="5716840"/>
                  </a:lnTo>
                  <a:lnTo>
                    <a:pt x="658046" y="5716840"/>
                  </a:lnTo>
                  <a:lnTo>
                    <a:pt x="658173" y="5716840"/>
                  </a:lnTo>
                  <a:lnTo>
                    <a:pt x="658299" y="5716840"/>
                  </a:lnTo>
                  <a:lnTo>
                    <a:pt x="658425" y="5711929"/>
                  </a:lnTo>
                  <a:lnTo>
                    <a:pt x="658551" y="5711929"/>
                  </a:lnTo>
                  <a:lnTo>
                    <a:pt x="658678" y="5711929"/>
                  </a:lnTo>
                  <a:lnTo>
                    <a:pt x="658804" y="5711929"/>
                  </a:lnTo>
                  <a:lnTo>
                    <a:pt x="659056" y="5711929"/>
                  </a:lnTo>
                  <a:lnTo>
                    <a:pt x="659183" y="5711929"/>
                  </a:lnTo>
                  <a:lnTo>
                    <a:pt x="659309" y="5711929"/>
                  </a:lnTo>
                  <a:lnTo>
                    <a:pt x="659435" y="5711929"/>
                  </a:lnTo>
                  <a:lnTo>
                    <a:pt x="659561" y="5711929"/>
                  </a:lnTo>
                  <a:lnTo>
                    <a:pt x="659814" y="5711929"/>
                  </a:lnTo>
                  <a:lnTo>
                    <a:pt x="660193" y="5711929"/>
                  </a:lnTo>
                  <a:lnTo>
                    <a:pt x="660319" y="5711929"/>
                  </a:lnTo>
                  <a:lnTo>
                    <a:pt x="660445" y="5711929"/>
                  </a:lnTo>
                  <a:lnTo>
                    <a:pt x="660572" y="5711929"/>
                  </a:lnTo>
                  <a:lnTo>
                    <a:pt x="660698" y="5711929"/>
                  </a:lnTo>
                  <a:lnTo>
                    <a:pt x="661077" y="5711929"/>
                  </a:lnTo>
                  <a:lnTo>
                    <a:pt x="661329" y="5711929"/>
                  </a:lnTo>
                  <a:lnTo>
                    <a:pt x="661455" y="5711929"/>
                  </a:lnTo>
                  <a:lnTo>
                    <a:pt x="662087" y="5711929"/>
                  </a:lnTo>
                  <a:lnTo>
                    <a:pt x="662970" y="5711929"/>
                  </a:lnTo>
                  <a:lnTo>
                    <a:pt x="663097" y="5711929"/>
                  </a:lnTo>
                  <a:lnTo>
                    <a:pt x="663349" y="5711929"/>
                  </a:lnTo>
                  <a:lnTo>
                    <a:pt x="663728" y="5711929"/>
                  </a:lnTo>
                  <a:lnTo>
                    <a:pt x="663980" y="5711929"/>
                  </a:lnTo>
                  <a:lnTo>
                    <a:pt x="664107" y="5711929"/>
                  </a:lnTo>
                  <a:lnTo>
                    <a:pt x="664233" y="5711929"/>
                  </a:lnTo>
                  <a:lnTo>
                    <a:pt x="664738" y="5711929"/>
                  </a:lnTo>
                  <a:lnTo>
                    <a:pt x="665622" y="5707017"/>
                  </a:lnTo>
                  <a:lnTo>
                    <a:pt x="665874" y="5707017"/>
                  </a:lnTo>
                  <a:lnTo>
                    <a:pt x="666127" y="5707017"/>
                  </a:lnTo>
                  <a:lnTo>
                    <a:pt x="666379" y="5707017"/>
                  </a:lnTo>
                  <a:lnTo>
                    <a:pt x="666758" y="5707017"/>
                  </a:lnTo>
                  <a:lnTo>
                    <a:pt x="667011" y="5707017"/>
                  </a:lnTo>
                  <a:lnTo>
                    <a:pt x="667389" y="5707017"/>
                  </a:lnTo>
                  <a:lnTo>
                    <a:pt x="667516" y="5707017"/>
                  </a:lnTo>
                  <a:lnTo>
                    <a:pt x="667642" y="5707017"/>
                  </a:lnTo>
                  <a:lnTo>
                    <a:pt x="667768" y="5707017"/>
                  </a:lnTo>
                  <a:lnTo>
                    <a:pt x="668399" y="5707017"/>
                  </a:lnTo>
                  <a:lnTo>
                    <a:pt x="668904" y="5707017"/>
                  </a:lnTo>
                  <a:lnTo>
                    <a:pt x="669031" y="5707017"/>
                  </a:lnTo>
                  <a:lnTo>
                    <a:pt x="669283" y="5707017"/>
                  </a:lnTo>
                  <a:lnTo>
                    <a:pt x="669788" y="5707017"/>
                  </a:lnTo>
                  <a:lnTo>
                    <a:pt x="670041" y="5702106"/>
                  </a:lnTo>
                  <a:lnTo>
                    <a:pt x="670293" y="5702106"/>
                  </a:lnTo>
                  <a:lnTo>
                    <a:pt x="670546" y="5702106"/>
                  </a:lnTo>
                  <a:lnTo>
                    <a:pt x="670672" y="5702106"/>
                  </a:lnTo>
                  <a:lnTo>
                    <a:pt x="670798" y="5702106"/>
                  </a:lnTo>
                  <a:lnTo>
                    <a:pt x="671051" y="5702106"/>
                  </a:lnTo>
                  <a:lnTo>
                    <a:pt x="671177" y="5702106"/>
                  </a:lnTo>
                  <a:lnTo>
                    <a:pt x="671303" y="5702106"/>
                  </a:lnTo>
                  <a:lnTo>
                    <a:pt x="671556" y="5702106"/>
                  </a:lnTo>
                  <a:lnTo>
                    <a:pt x="671682" y="5702106"/>
                  </a:lnTo>
                  <a:lnTo>
                    <a:pt x="671808" y="5702106"/>
                  </a:lnTo>
                  <a:lnTo>
                    <a:pt x="671935" y="5697194"/>
                  </a:lnTo>
                  <a:lnTo>
                    <a:pt x="672187" y="5697194"/>
                  </a:lnTo>
                  <a:lnTo>
                    <a:pt x="672313" y="5697194"/>
                  </a:lnTo>
                  <a:lnTo>
                    <a:pt x="672566" y="5697194"/>
                  </a:lnTo>
                  <a:lnTo>
                    <a:pt x="672692" y="5697194"/>
                  </a:lnTo>
                  <a:lnTo>
                    <a:pt x="672818" y="5697194"/>
                  </a:lnTo>
                  <a:lnTo>
                    <a:pt x="673071" y="5697194"/>
                  </a:lnTo>
                  <a:lnTo>
                    <a:pt x="673197" y="5697194"/>
                  </a:lnTo>
                  <a:lnTo>
                    <a:pt x="673702" y="5697194"/>
                  </a:lnTo>
                  <a:lnTo>
                    <a:pt x="673955" y="5697194"/>
                  </a:lnTo>
                  <a:lnTo>
                    <a:pt x="674081" y="5697194"/>
                  </a:lnTo>
                  <a:lnTo>
                    <a:pt x="674333" y="5697194"/>
                  </a:lnTo>
                  <a:lnTo>
                    <a:pt x="674460" y="5697194"/>
                  </a:lnTo>
                  <a:lnTo>
                    <a:pt x="674586" y="5697194"/>
                  </a:lnTo>
                  <a:lnTo>
                    <a:pt x="674712" y="5697194"/>
                  </a:lnTo>
                  <a:lnTo>
                    <a:pt x="674965" y="5697194"/>
                  </a:lnTo>
                  <a:lnTo>
                    <a:pt x="676354" y="5697194"/>
                  </a:lnTo>
                  <a:lnTo>
                    <a:pt x="676480" y="5697194"/>
                  </a:lnTo>
                  <a:lnTo>
                    <a:pt x="676732" y="5697194"/>
                  </a:lnTo>
                  <a:lnTo>
                    <a:pt x="676732" y="5692283"/>
                  </a:lnTo>
                  <a:lnTo>
                    <a:pt x="677111" y="5692283"/>
                  </a:lnTo>
                  <a:lnTo>
                    <a:pt x="677364" y="5692283"/>
                  </a:lnTo>
                  <a:lnTo>
                    <a:pt x="677490" y="5692283"/>
                  </a:lnTo>
                  <a:lnTo>
                    <a:pt x="677742" y="5692283"/>
                  </a:lnTo>
                  <a:lnTo>
                    <a:pt x="677869" y="5692283"/>
                  </a:lnTo>
                  <a:lnTo>
                    <a:pt x="677995" y="5692283"/>
                  </a:lnTo>
                  <a:lnTo>
                    <a:pt x="678121" y="5692283"/>
                  </a:lnTo>
                  <a:lnTo>
                    <a:pt x="678500" y="5692283"/>
                  </a:lnTo>
                  <a:lnTo>
                    <a:pt x="678626" y="5687372"/>
                  </a:lnTo>
                  <a:lnTo>
                    <a:pt x="679257" y="5687372"/>
                  </a:lnTo>
                  <a:lnTo>
                    <a:pt x="679384" y="5687372"/>
                  </a:lnTo>
                  <a:lnTo>
                    <a:pt x="679889" y="5687372"/>
                  </a:lnTo>
                  <a:lnTo>
                    <a:pt x="680520" y="5687372"/>
                  </a:lnTo>
                  <a:lnTo>
                    <a:pt x="680646" y="5682460"/>
                  </a:lnTo>
                  <a:lnTo>
                    <a:pt x="680773" y="5682460"/>
                  </a:lnTo>
                  <a:lnTo>
                    <a:pt x="681278" y="5682460"/>
                  </a:lnTo>
                  <a:lnTo>
                    <a:pt x="681278" y="5677549"/>
                  </a:lnTo>
                  <a:lnTo>
                    <a:pt x="681656" y="5677549"/>
                  </a:lnTo>
                  <a:lnTo>
                    <a:pt x="681783" y="5677549"/>
                  </a:lnTo>
                  <a:lnTo>
                    <a:pt x="682035" y="5677549"/>
                  </a:lnTo>
                  <a:lnTo>
                    <a:pt x="682161" y="5677549"/>
                  </a:lnTo>
                  <a:lnTo>
                    <a:pt x="682288" y="5677549"/>
                  </a:lnTo>
                  <a:lnTo>
                    <a:pt x="682919" y="5677549"/>
                  </a:lnTo>
                  <a:lnTo>
                    <a:pt x="683045" y="5677549"/>
                  </a:lnTo>
                  <a:lnTo>
                    <a:pt x="683298" y="5677549"/>
                  </a:lnTo>
                  <a:lnTo>
                    <a:pt x="683424" y="5672638"/>
                  </a:lnTo>
                  <a:lnTo>
                    <a:pt x="683676" y="5672638"/>
                  </a:lnTo>
                  <a:lnTo>
                    <a:pt x="683803" y="5672638"/>
                  </a:lnTo>
                  <a:lnTo>
                    <a:pt x="683929" y="5672638"/>
                  </a:lnTo>
                  <a:lnTo>
                    <a:pt x="684055" y="5672638"/>
                  </a:lnTo>
                  <a:lnTo>
                    <a:pt x="684181" y="5672638"/>
                  </a:lnTo>
                  <a:lnTo>
                    <a:pt x="684434" y="5672638"/>
                  </a:lnTo>
                  <a:lnTo>
                    <a:pt x="684813" y="5672638"/>
                  </a:lnTo>
                  <a:lnTo>
                    <a:pt x="685191" y="5672638"/>
                  </a:lnTo>
                  <a:lnTo>
                    <a:pt x="685318" y="5672638"/>
                  </a:lnTo>
                  <a:lnTo>
                    <a:pt x="685444" y="5672638"/>
                  </a:lnTo>
                  <a:lnTo>
                    <a:pt x="686454" y="5672638"/>
                  </a:lnTo>
                  <a:lnTo>
                    <a:pt x="686707" y="5672638"/>
                  </a:lnTo>
                  <a:lnTo>
                    <a:pt x="686959" y="5672638"/>
                  </a:lnTo>
                  <a:lnTo>
                    <a:pt x="687590" y="5672638"/>
                  </a:lnTo>
                  <a:lnTo>
                    <a:pt x="687717" y="5672638"/>
                  </a:lnTo>
                  <a:lnTo>
                    <a:pt x="687843" y="5672638"/>
                  </a:lnTo>
                  <a:lnTo>
                    <a:pt x="688095" y="5672638"/>
                  </a:lnTo>
                  <a:lnTo>
                    <a:pt x="688348" y="5672638"/>
                  </a:lnTo>
                  <a:lnTo>
                    <a:pt x="689105" y="5672638"/>
                  </a:lnTo>
                  <a:lnTo>
                    <a:pt x="689232" y="5672638"/>
                  </a:lnTo>
                  <a:lnTo>
                    <a:pt x="689358" y="5672638"/>
                  </a:lnTo>
                  <a:lnTo>
                    <a:pt x="689484" y="5672638"/>
                  </a:lnTo>
                  <a:lnTo>
                    <a:pt x="689610" y="5672638"/>
                  </a:lnTo>
                  <a:lnTo>
                    <a:pt x="689989" y="5672638"/>
                  </a:lnTo>
                  <a:lnTo>
                    <a:pt x="690115" y="5672638"/>
                  </a:lnTo>
                  <a:lnTo>
                    <a:pt x="690368" y="5672638"/>
                  </a:lnTo>
                  <a:lnTo>
                    <a:pt x="690494" y="5672638"/>
                  </a:lnTo>
                  <a:lnTo>
                    <a:pt x="690620" y="5672638"/>
                  </a:lnTo>
                  <a:lnTo>
                    <a:pt x="690747" y="5672638"/>
                  </a:lnTo>
                  <a:lnTo>
                    <a:pt x="690873" y="5672638"/>
                  </a:lnTo>
                  <a:lnTo>
                    <a:pt x="690999" y="5672638"/>
                  </a:lnTo>
                  <a:lnTo>
                    <a:pt x="691504" y="5672638"/>
                  </a:lnTo>
                  <a:lnTo>
                    <a:pt x="691631" y="5672638"/>
                  </a:lnTo>
                  <a:lnTo>
                    <a:pt x="691883" y="5672638"/>
                  </a:lnTo>
                  <a:lnTo>
                    <a:pt x="692009" y="5672638"/>
                  </a:lnTo>
                  <a:lnTo>
                    <a:pt x="692388" y="5672638"/>
                  </a:lnTo>
                  <a:lnTo>
                    <a:pt x="692641" y="5672638"/>
                  </a:lnTo>
                  <a:lnTo>
                    <a:pt x="692893" y="5672638"/>
                  </a:lnTo>
                  <a:lnTo>
                    <a:pt x="693019" y="5672638"/>
                  </a:lnTo>
                  <a:lnTo>
                    <a:pt x="693146" y="5672638"/>
                  </a:lnTo>
                  <a:lnTo>
                    <a:pt x="693272" y="5672638"/>
                  </a:lnTo>
                  <a:lnTo>
                    <a:pt x="693398" y="5672638"/>
                  </a:lnTo>
                  <a:lnTo>
                    <a:pt x="693524" y="5672638"/>
                  </a:lnTo>
                  <a:lnTo>
                    <a:pt x="693903" y="5672638"/>
                  </a:lnTo>
                  <a:lnTo>
                    <a:pt x="694156" y="5672638"/>
                  </a:lnTo>
                  <a:lnTo>
                    <a:pt x="694661" y="5672638"/>
                  </a:lnTo>
                  <a:lnTo>
                    <a:pt x="695039" y="5672638"/>
                  </a:lnTo>
                  <a:lnTo>
                    <a:pt x="695166" y="5672638"/>
                  </a:lnTo>
                  <a:lnTo>
                    <a:pt x="695418" y="5667726"/>
                  </a:lnTo>
                  <a:lnTo>
                    <a:pt x="695544" y="5667726"/>
                  </a:lnTo>
                  <a:lnTo>
                    <a:pt x="695671" y="5667726"/>
                  </a:lnTo>
                  <a:lnTo>
                    <a:pt x="695923" y="5667726"/>
                  </a:lnTo>
                  <a:lnTo>
                    <a:pt x="696050" y="5667726"/>
                  </a:lnTo>
                  <a:lnTo>
                    <a:pt x="696176" y="5667726"/>
                  </a:lnTo>
                  <a:lnTo>
                    <a:pt x="696302" y="5667726"/>
                  </a:lnTo>
                  <a:lnTo>
                    <a:pt x="696428" y="5667726"/>
                  </a:lnTo>
                  <a:lnTo>
                    <a:pt x="696933" y="5662815"/>
                  </a:lnTo>
                  <a:lnTo>
                    <a:pt x="697060" y="5662815"/>
                  </a:lnTo>
                  <a:lnTo>
                    <a:pt x="697565" y="5662815"/>
                  </a:lnTo>
                  <a:lnTo>
                    <a:pt x="697691" y="5662815"/>
                  </a:lnTo>
                  <a:lnTo>
                    <a:pt x="698322" y="5662815"/>
                  </a:lnTo>
                  <a:lnTo>
                    <a:pt x="698448" y="5662815"/>
                  </a:lnTo>
                  <a:lnTo>
                    <a:pt x="698575" y="5662815"/>
                  </a:lnTo>
                  <a:lnTo>
                    <a:pt x="698827" y="5662815"/>
                  </a:lnTo>
                  <a:lnTo>
                    <a:pt x="698953" y="5662815"/>
                  </a:lnTo>
                  <a:lnTo>
                    <a:pt x="699332" y="5662815"/>
                  </a:lnTo>
                  <a:lnTo>
                    <a:pt x="699963" y="5662815"/>
                  </a:lnTo>
                  <a:lnTo>
                    <a:pt x="700216" y="5662815"/>
                  </a:lnTo>
                  <a:lnTo>
                    <a:pt x="700595" y="5662815"/>
                  </a:lnTo>
                  <a:lnTo>
                    <a:pt x="700721" y="5662815"/>
                  </a:lnTo>
                  <a:lnTo>
                    <a:pt x="701605" y="5662815"/>
                  </a:lnTo>
                  <a:lnTo>
                    <a:pt x="701731" y="5662815"/>
                  </a:lnTo>
                  <a:lnTo>
                    <a:pt x="701984" y="5662815"/>
                  </a:lnTo>
                  <a:lnTo>
                    <a:pt x="702741" y="5662815"/>
                  </a:lnTo>
                  <a:lnTo>
                    <a:pt x="702994" y="5662815"/>
                  </a:lnTo>
                  <a:lnTo>
                    <a:pt x="703120" y="5662815"/>
                  </a:lnTo>
                  <a:lnTo>
                    <a:pt x="703372" y="5662815"/>
                  </a:lnTo>
                  <a:lnTo>
                    <a:pt x="703625" y="5662815"/>
                  </a:lnTo>
                  <a:lnTo>
                    <a:pt x="703751" y="5662815"/>
                  </a:lnTo>
                  <a:lnTo>
                    <a:pt x="703877" y="5662815"/>
                  </a:lnTo>
                  <a:lnTo>
                    <a:pt x="704004" y="5662815"/>
                  </a:lnTo>
                  <a:lnTo>
                    <a:pt x="704130" y="5662815"/>
                  </a:lnTo>
                  <a:lnTo>
                    <a:pt x="704256" y="5662815"/>
                  </a:lnTo>
                  <a:lnTo>
                    <a:pt x="704509" y="5662815"/>
                  </a:lnTo>
                  <a:lnTo>
                    <a:pt x="704761" y="5662815"/>
                  </a:lnTo>
                  <a:lnTo>
                    <a:pt x="705140" y="5662815"/>
                  </a:lnTo>
                  <a:lnTo>
                    <a:pt x="705140" y="5657903"/>
                  </a:lnTo>
                  <a:lnTo>
                    <a:pt x="705519" y="5657903"/>
                  </a:lnTo>
                  <a:lnTo>
                    <a:pt x="705645" y="5657903"/>
                  </a:lnTo>
                  <a:lnTo>
                    <a:pt x="705771" y="5657903"/>
                  </a:lnTo>
                  <a:lnTo>
                    <a:pt x="706024" y="5652992"/>
                  </a:lnTo>
                  <a:lnTo>
                    <a:pt x="706655" y="5648081"/>
                  </a:lnTo>
                  <a:lnTo>
                    <a:pt x="706781" y="5648081"/>
                  </a:lnTo>
                  <a:lnTo>
                    <a:pt x="706908" y="5648081"/>
                  </a:lnTo>
                  <a:lnTo>
                    <a:pt x="707286" y="5648081"/>
                  </a:lnTo>
                  <a:lnTo>
                    <a:pt x="707918" y="5648081"/>
                  </a:lnTo>
                  <a:lnTo>
                    <a:pt x="708170" y="5648081"/>
                  </a:lnTo>
                  <a:lnTo>
                    <a:pt x="708423" y="5648081"/>
                  </a:lnTo>
                  <a:lnTo>
                    <a:pt x="708675" y="5648081"/>
                  </a:lnTo>
                  <a:lnTo>
                    <a:pt x="708928" y="5648081"/>
                  </a:lnTo>
                  <a:lnTo>
                    <a:pt x="709433" y="5648081"/>
                  </a:lnTo>
                  <a:lnTo>
                    <a:pt x="709559" y="5648081"/>
                  </a:lnTo>
                  <a:lnTo>
                    <a:pt x="710064" y="5648081"/>
                  </a:lnTo>
                  <a:lnTo>
                    <a:pt x="710569" y="5648081"/>
                  </a:lnTo>
                  <a:lnTo>
                    <a:pt x="710948" y="5648081"/>
                  </a:lnTo>
                  <a:lnTo>
                    <a:pt x="711074" y="5648081"/>
                  </a:lnTo>
                  <a:lnTo>
                    <a:pt x="711326" y="5648081"/>
                  </a:lnTo>
                  <a:lnTo>
                    <a:pt x="711579" y="5648081"/>
                  </a:lnTo>
                  <a:lnTo>
                    <a:pt x="711832" y="5648081"/>
                  </a:lnTo>
                  <a:lnTo>
                    <a:pt x="711958" y="5648081"/>
                  </a:lnTo>
                  <a:lnTo>
                    <a:pt x="712337" y="5648081"/>
                  </a:lnTo>
                  <a:lnTo>
                    <a:pt x="712589" y="5648081"/>
                  </a:lnTo>
                  <a:lnTo>
                    <a:pt x="712715" y="5648081"/>
                  </a:lnTo>
                  <a:lnTo>
                    <a:pt x="712842" y="5648081"/>
                  </a:lnTo>
                  <a:lnTo>
                    <a:pt x="712968" y="5648081"/>
                  </a:lnTo>
                  <a:lnTo>
                    <a:pt x="713094" y="5648081"/>
                  </a:lnTo>
                  <a:lnTo>
                    <a:pt x="713473" y="5648081"/>
                  </a:lnTo>
                  <a:lnTo>
                    <a:pt x="713978" y="5648081"/>
                  </a:lnTo>
                  <a:lnTo>
                    <a:pt x="714104" y="5648081"/>
                  </a:lnTo>
                  <a:lnTo>
                    <a:pt x="714483" y="5643169"/>
                  </a:lnTo>
                  <a:lnTo>
                    <a:pt x="714735" y="5643169"/>
                  </a:lnTo>
                  <a:lnTo>
                    <a:pt x="715493" y="5643169"/>
                  </a:lnTo>
                  <a:lnTo>
                    <a:pt x="715619" y="5643169"/>
                  </a:lnTo>
                  <a:lnTo>
                    <a:pt x="715745" y="5643169"/>
                  </a:lnTo>
                  <a:lnTo>
                    <a:pt x="716124" y="5643169"/>
                  </a:lnTo>
                  <a:lnTo>
                    <a:pt x="716250" y="5643169"/>
                  </a:lnTo>
                  <a:lnTo>
                    <a:pt x="716629" y="5643169"/>
                  </a:lnTo>
                  <a:lnTo>
                    <a:pt x="716882" y="5643169"/>
                  </a:lnTo>
                  <a:lnTo>
                    <a:pt x="717261" y="5643169"/>
                  </a:lnTo>
                  <a:lnTo>
                    <a:pt x="717639" y="5643169"/>
                  </a:lnTo>
                  <a:lnTo>
                    <a:pt x="718144" y="5643169"/>
                  </a:lnTo>
                  <a:lnTo>
                    <a:pt x="718271" y="5643169"/>
                  </a:lnTo>
                  <a:lnTo>
                    <a:pt x="718397" y="5643169"/>
                  </a:lnTo>
                  <a:lnTo>
                    <a:pt x="718776" y="5643169"/>
                  </a:lnTo>
                  <a:lnTo>
                    <a:pt x="718902" y="5643169"/>
                  </a:lnTo>
                  <a:lnTo>
                    <a:pt x="719281" y="5643169"/>
                  </a:lnTo>
                  <a:lnTo>
                    <a:pt x="719407" y="5643169"/>
                  </a:lnTo>
                  <a:lnTo>
                    <a:pt x="719533" y="5643169"/>
                  </a:lnTo>
                  <a:lnTo>
                    <a:pt x="720038" y="5643169"/>
                  </a:lnTo>
                  <a:lnTo>
                    <a:pt x="720164" y="5643169"/>
                  </a:lnTo>
                  <a:lnTo>
                    <a:pt x="720291" y="5643169"/>
                  </a:lnTo>
                  <a:lnTo>
                    <a:pt x="720417" y="5643169"/>
                  </a:lnTo>
                  <a:lnTo>
                    <a:pt x="720543" y="5643169"/>
                  </a:lnTo>
                  <a:lnTo>
                    <a:pt x="720796" y="5643169"/>
                  </a:lnTo>
                  <a:lnTo>
                    <a:pt x="720922" y="5643169"/>
                  </a:lnTo>
                  <a:lnTo>
                    <a:pt x="721301" y="5643169"/>
                  </a:lnTo>
                  <a:lnTo>
                    <a:pt x="721427" y="5638258"/>
                  </a:lnTo>
                  <a:lnTo>
                    <a:pt x="721806" y="5638258"/>
                  </a:lnTo>
                  <a:lnTo>
                    <a:pt x="722185" y="5638258"/>
                  </a:lnTo>
                  <a:lnTo>
                    <a:pt x="722437" y="5638258"/>
                  </a:lnTo>
                  <a:lnTo>
                    <a:pt x="722563" y="5638258"/>
                  </a:lnTo>
                  <a:lnTo>
                    <a:pt x="722690" y="5638258"/>
                  </a:lnTo>
                  <a:lnTo>
                    <a:pt x="722816" y="5638258"/>
                  </a:lnTo>
                  <a:lnTo>
                    <a:pt x="722942" y="5638258"/>
                  </a:lnTo>
                  <a:lnTo>
                    <a:pt x="723573" y="5638258"/>
                  </a:lnTo>
                  <a:lnTo>
                    <a:pt x="723952" y="5638258"/>
                  </a:lnTo>
                  <a:lnTo>
                    <a:pt x="724205" y="5638258"/>
                  </a:lnTo>
                  <a:lnTo>
                    <a:pt x="724457" y="5638258"/>
                  </a:lnTo>
                  <a:lnTo>
                    <a:pt x="724710" y="5638258"/>
                  </a:lnTo>
                  <a:lnTo>
                    <a:pt x="724962" y="5638258"/>
                  </a:lnTo>
                  <a:lnTo>
                    <a:pt x="725088" y="5638258"/>
                  </a:lnTo>
                  <a:lnTo>
                    <a:pt x="725215" y="5638258"/>
                  </a:lnTo>
                  <a:lnTo>
                    <a:pt x="725341" y="5638258"/>
                  </a:lnTo>
                  <a:lnTo>
                    <a:pt x="725467" y="5638258"/>
                  </a:lnTo>
                  <a:lnTo>
                    <a:pt x="725720" y="5638258"/>
                  </a:lnTo>
                  <a:lnTo>
                    <a:pt x="725846" y="5638258"/>
                  </a:lnTo>
                  <a:lnTo>
                    <a:pt x="726098" y="5638258"/>
                  </a:lnTo>
                  <a:lnTo>
                    <a:pt x="726477" y="5638258"/>
                  </a:lnTo>
                  <a:lnTo>
                    <a:pt x="726603" y="5638258"/>
                  </a:lnTo>
                  <a:lnTo>
                    <a:pt x="727614" y="5638258"/>
                  </a:lnTo>
                  <a:lnTo>
                    <a:pt x="728119" y="5638258"/>
                  </a:lnTo>
                  <a:lnTo>
                    <a:pt x="728497" y="5638258"/>
                  </a:lnTo>
                  <a:lnTo>
                    <a:pt x="728750" y="5638258"/>
                  </a:lnTo>
                  <a:lnTo>
                    <a:pt x="729002" y="5638258"/>
                  </a:lnTo>
                  <a:lnTo>
                    <a:pt x="729381" y="5638258"/>
                  </a:lnTo>
                  <a:lnTo>
                    <a:pt x="729507" y="5638258"/>
                  </a:lnTo>
                  <a:lnTo>
                    <a:pt x="729634" y="5638258"/>
                  </a:lnTo>
                  <a:lnTo>
                    <a:pt x="729760" y="5638258"/>
                  </a:lnTo>
                  <a:lnTo>
                    <a:pt x="730012" y="5638258"/>
                  </a:lnTo>
                  <a:lnTo>
                    <a:pt x="730139" y="5638258"/>
                  </a:lnTo>
                  <a:lnTo>
                    <a:pt x="730517" y="5638258"/>
                  </a:lnTo>
                  <a:lnTo>
                    <a:pt x="730770" y="5638258"/>
                  </a:lnTo>
                  <a:lnTo>
                    <a:pt x="731022" y="5638258"/>
                  </a:lnTo>
                  <a:lnTo>
                    <a:pt x="731275" y="5638258"/>
                  </a:lnTo>
                  <a:lnTo>
                    <a:pt x="731527" y="5638258"/>
                  </a:lnTo>
                  <a:lnTo>
                    <a:pt x="731654" y="5638258"/>
                  </a:lnTo>
                  <a:lnTo>
                    <a:pt x="731780" y="5638258"/>
                  </a:lnTo>
                  <a:lnTo>
                    <a:pt x="732285" y="5638258"/>
                  </a:lnTo>
                  <a:lnTo>
                    <a:pt x="732411" y="5638258"/>
                  </a:lnTo>
                  <a:lnTo>
                    <a:pt x="732538" y="5633347"/>
                  </a:lnTo>
                  <a:lnTo>
                    <a:pt x="732664" y="5633347"/>
                  </a:lnTo>
                  <a:lnTo>
                    <a:pt x="732916" y="5633347"/>
                  </a:lnTo>
                  <a:lnTo>
                    <a:pt x="733043" y="5633347"/>
                  </a:lnTo>
                  <a:lnTo>
                    <a:pt x="733169" y="5633347"/>
                  </a:lnTo>
                  <a:lnTo>
                    <a:pt x="733295" y="5633347"/>
                  </a:lnTo>
                  <a:lnTo>
                    <a:pt x="733548" y="5628435"/>
                  </a:lnTo>
                  <a:lnTo>
                    <a:pt x="733800" y="5628435"/>
                  </a:lnTo>
                  <a:lnTo>
                    <a:pt x="733926" y="5628435"/>
                  </a:lnTo>
                  <a:lnTo>
                    <a:pt x="734053" y="5628435"/>
                  </a:lnTo>
                  <a:lnTo>
                    <a:pt x="734179" y="5628435"/>
                  </a:lnTo>
                  <a:lnTo>
                    <a:pt x="734305" y="5628435"/>
                  </a:lnTo>
                  <a:lnTo>
                    <a:pt x="734431" y="5628435"/>
                  </a:lnTo>
                  <a:lnTo>
                    <a:pt x="734936" y="5628435"/>
                  </a:lnTo>
                  <a:lnTo>
                    <a:pt x="735189" y="5628435"/>
                  </a:lnTo>
                  <a:lnTo>
                    <a:pt x="735315" y="5628435"/>
                  </a:lnTo>
                  <a:lnTo>
                    <a:pt x="735568" y="5628435"/>
                  </a:lnTo>
                  <a:lnTo>
                    <a:pt x="735694" y="5628435"/>
                  </a:lnTo>
                  <a:lnTo>
                    <a:pt x="735820" y="5628435"/>
                  </a:lnTo>
                  <a:lnTo>
                    <a:pt x="736073" y="5628435"/>
                  </a:lnTo>
                  <a:lnTo>
                    <a:pt x="736451" y="5628435"/>
                  </a:lnTo>
                  <a:lnTo>
                    <a:pt x="736830" y="5628435"/>
                  </a:lnTo>
                  <a:lnTo>
                    <a:pt x="737083" y="5628435"/>
                  </a:lnTo>
                  <a:lnTo>
                    <a:pt x="737714" y="5628435"/>
                  </a:lnTo>
                  <a:lnTo>
                    <a:pt x="737967" y="5628435"/>
                  </a:lnTo>
                  <a:lnTo>
                    <a:pt x="738219" y="5628435"/>
                  </a:lnTo>
                  <a:lnTo>
                    <a:pt x="738598" y="5628435"/>
                  </a:lnTo>
                  <a:lnTo>
                    <a:pt x="739103" y="5628435"/>
                  </a:lnTo>
                  <a:lnTo>
                    <a:pt x="739608" y="5628435"/>
                  </a:lnTo>
                  <a:lnTo>
                    <a:pt x="739860" y="5628435"/>
                  </a:lnTo>
                  <a:lnTo>
                    <a:pt x="739987" y="5623524"/>
                  </a:lnTo>
                  <a:lnTo>
                    <a:pt x="740239" y="5623524"/>
                  </a:lnTo>
                  <a:lnTo>
                    <a:pt x="740365" y="5623524"/>
                  </a:lnTo>
                  <a:lnTo>
                    <a:pt x="740744" y="5623524"/>
                  </a:lnTo>
                  <a:lnTo>
                    <a:pt x="741249" y="5623524"/>
                  </a:lnTo>
                  <a:lnTo>
                    <a:pt x="741375" y="5623524"/>
                  </a:lnTo>
                  <a:lnTo>
                    <a:pt x="741502" y="5623524"/>
                  </a:lnTo>
                  <a:lnTo>
                    <a:pt x="741628" y="5623524"/>
                  </a:lnTo>
                  <a:lnTo>
                    <a:pt x="741754" y="5623524"/>
                  </a:lnTo>
                  <a:lnTo>
                    <a:pt x="742007" y="5623524"/>
                  </a:lnTo>
                  <a:lnTo>
                    <a:pt x="742259" y="5623524"/>
                  </a:lnTo>
                  <a:lnTo>
                    <a:pt x="742764" y="5623524"/>
                  </a:lnTo>
                  <a:lnTo>
                    <a:pt x="743017" y="5623524"/>
                  </a:lnTo>
                  <a:lnTo>
                    <a:pt x="743522" y="5623524"/>
                  </a:lnTo>
                  <a:lnTo>
                    <a:pt x="743648" y="5623524"/>
                  </a:lnTo>
                  <a:lnTo>
                    <a:pt x="743901" y="5623524"/>
                  </a:lnTo>
                  <a:lnTo>
                    <a:pt x="744027" y="5623524"/>
                  </a:lnTo>
                  <a:lnTo>
                    <a:pt x="744279" y="5623524"/>
                  </a:lnTo>
                  <a:lnTo>
                    <a:pt x="744406" y="5618612"/>
                  </a:lnTo>
                  <a:lnTo>
                    <a:pt x="744784" y="5618612"/>
                  </a:lnTo>
                  <a:lnTo>
                    <a:pt x="745037" y="5618612"/>
                  </a:lnTo>
                  <a:lnTo>
                    <a:pt x="745416" y="5618612"/>
                  </a:lnTo>
                  <a:lnTo>
                    <a:pt x="745542" y="5618612"/>
                  </a:lnTo>
                  <a:lnTo>
                    <a:pt x="745668" y="5618612"/>
                  </a:lnTo>
                  <a:lnTo>
                    <a:pt x="746047" y="5618612"/>
                  </a:lnTo>
                  <a:lnTo>
                    <a:pt x="746173" y="5618612"/>
                  </a:lnTo>
                  <a:lnTo>
                    <a:pt x="746552" y="5618612"/>
                  </a:lnTo>
                  <a:lnTo>
                    <a:pt x="746552" y="5613701"/>
                  </a:lnTo>
                  <a:lnTo>
                    <a:pt x="746678" y="5613701"/>
                  </a:lnTo>
                  <a:lnTo>
                    <a:pt x="746804" y="5613701"/>
                  </a:lnTo>
                  <a:lnTo>
                    <a:pt x="747057" y="5613701"/>
                  </a:lnTo>
                  <a:lnTo>
                    <a:pt x="747309" y="5613701"/>
                  </a:lnTo>
                  <a:lnTo>
                    <a:pt x="747562" y="5613701"/>
                  </a:lnTo>
                  <a:lnTo>
                    <a:pt x="747815" y="5613701"/>
                  </a:lnTo>
                  <a:lnTo>
                    <a:pt x="747941" y="5613701"/>
                  </a:lnTo>
                  <a:lnTo>
                    <a:pt x="748193" y="5613701"/>
                  </a:lnTo>
                  <a:lnTo>
                    <a:pt x="748446" y="5613701"/>
                  </a:lnTo>
                  <a:lnTo>
                    <a:pt x="748825" y="5613701"/>
                  </a:lnTo>
                  <a:lnTo>
                    <a:pt x="749203" y="5613701"/>
                  </a:lnTo>
                  <a:lnTo>
                    <a:pt x="749330" y="5613701"/>
                  </a:lnTo>
                  <a:lnTo>
                    <a:pt x="750087" y="5613701"/>
                  </a:lnTo>
                  <a:lnTo>
                    <a:pt x="750466" y="5613701"/>
                  </a:lnTo>
                  <a:lnTo>
                    <a:pt x="751223" y="5613701"/>
                  </a:lnTo>
                  <a:lnTo>
                    <a:pt x="751476" y="5613701"/>
                  </a:lnTo>
                  <a:lnTo>
                    <a:pt x="751728" y="5608790"/>
                  </a:lnTo>
                  <a:lnTo>
                    <a:pt x="751855" y="5608790"/>
                  </a:lnTo>
                  <a:lnTo>
                    <a:pt x="751981" y="5608790"/>
                  </a:lnTo>
                  <a:lnTo>
                    <a:pt x="752360" y="5608790"/>
                  </a:lnTo>
                  <a:lnTo>
                    <a:pt x="753244" y="5608790"/>
                  </a:lnTo>
                  <a:lnTo>
                    <a:pt x="753370" y="5608790"/>
                  </a:lnTo>
                  <a:lnTo>
                    <a:pt x="753749" y="5608790"/>
                  </a:lnTo>
                  <a:lnTo>
                    <a:pt x="754254" y="5608790"/>
                  </a:lnTo>
                  <a:lnTo>
                    <a:pt x="754759" y="5608790"/>
                  </a:lnTo>
                  <a:lnTo>
                    <a:pt x="754885" y="5608790"/>
                  </a:lnTo>
                  <a:lnTo>
                    <a:pt x="755137" y="5608790"/>
                  </a:lnTo>
                  <a:lnTo>
                    <a:pt x="755264" y="5608790"/>
                  </a:lnTo>
                  <a:lnTo>
                    <a:pt x="755516" y="5608790"/>
                  </a:lnTo>
                  <a:lnTo>
                    <a:pt x="756147" y="5608790"/>
                  </a:lnTo>
                  <a:lnTo>
                    <a:pt x="756274" y="5608790"/>
                  </a:lnTo>
                  <a:lnTo>
                    <a:pt x="756400" y="5608790"/>
                  </a:lnTo>
                  <a:lnTo>
                    <a:pt x="756526" y="5608790"/>
                  </a:lnTo>
                  <a:lnTo>
                    <a:pt x="756905" y="5608790"/>
                  </a:lnTo>
                  <a:lnTo>
                    <a:pt x="757031" y="5608790"/>
                  </a:lnTo>
                  <a:lnTo>
                    <a:pt x="758546" y="5608790"/>
                  </a:lnTo>
                  <a:lnTo>
                    <a:pt x="758673" y="5608790"/>
                  </a:lnTo>
                  <a:lnTo>
                    <a:pt x="758799" y="5608790"/>
                  </a:lnTo>
                  <a:lnTo>
                    <a:pt x="759051" y="5608790"/>
                  </a:lnTo>
                  <a:lnTo>
                    <a:pt x="759051" y="5603878"/>
                  </a:lnTo>
                  <a:lnTo>
                    <a:pt x="759178" y="5603878"/>
                  </a:lnTo>
                  <a:lnTo>
                    <a:pt x="759304" y="5603878"/>
                  </a:lnTo>
                  <a:lnTo>
                    <a:pt x="759430" y="5603878"/>
                  </a:lnTo>
                  <a:lnTo>
                    <a:pt x="759556" y="5603878"/>
                  </a:lnTo>
                  <a:lnTo>
                    <a:pt x="759683" y="5603878"/>
                  </a:lnTo>
                  <a:lnTo>
                    <a:pt x="759809" y="5603878"/>
                  </a:lnTo>
                  <a:lnTo>
                    <a:pt x="760188" y="5603878"/>
                  </a:lnTo>
                  <a:lnTo>
                    <a:pt x="760314" y="5603878"/>
                  </a:lnTo>
                  <a:lnTo>
                    <a:pt x="760440" y="5603878"/>
                  </a:lnTo>
                  <a:lnTo>
                    <a:pt x="760819" y="5598967"/>
                  </a:lnTo>
                  <a:lnTo>
                    <a:pt x="761071" y="5598967"/>
                  </a:lnTo>
                  <a:lnTo>
                    <a:pt x="761198" y="5598967"/>
                  </a:lnTo>
                  <a:lnTo>
                    <a:pt x="761450" y="5598967"/>
                  </a:lnTo>
                  <a:lnTo>
                    <a:pt x="761829" y="5598967"/>
                  </a:lnTo>
                  <a:lnTo>
                    <a:pt x="761955" y="5598967"/>
                  </a:lnTo>
                  <a:lnTo>
                    <a:pt x="762460" y="5594056"/>
                  </a:lnTo>
                  <a:lnTo>
                    <a:pt x="762713" y="5594056"/>
                  </a:lnTo>
                  <a:lnTo>
                    <a:pt x="762839" y="5594056"/>
                  </a:lnTo>
                  <a:lnTo>
                    <a:pt x="763597" y="5594056"/>
                  </a:lnTo>
                  <a:lnTo>
                    <a:pt x="763849" y="5594056"/>
                  </a:lnTo>
                  <a:lnTo>
                    <a:pt x="763975" y="5594056"/>
                  </a:lnTo>
                  <a:lnTo>
                    <a:pt x="764228" y="5594056"/>
                  </a:lnTo>
                  <a:lnTo>
                    <a:pt x="764480" y="5594056"/>
                  </a:lnTo>
                  <a:lnTo>
                    <a:pt x="764733" y="5594056"/>
                  </a:lnTo>
                  <a:lnTo>
                    <a:pt x="764859" y="5594056"/>
                  </a:lnTo>
                  <a:lnTo>
                    <a:pt x="765112" y="5594056"/>
                  </a:lnTo>
                  <a:lnTo>
                    <a:pt x="765364" y="5594056"/>
                  </a:lnTo>
                  <a:lnTo>
                    <a:pt x="765743" y="5594056"/>
                  </a:lnTo>
                  <a:lnTo>
                    <a:pt x="765869" y="5594056"/>
                  </a:lnTo>
                  <a:lnTo>
                    <a:pt x="765869" y="5589144"/>
                  </a:lnTo>
                  <a:lnTo>
                    <a:pt x="765869" y="5584233"/>
                  </a:lnTo>
                  <a:lnTo>
                    <a:pt x="765995" y="5584233"/>
                  </a:lnTo>
                  <a:lnTo>
                    <a:pt x="766374" y="5584233"/>
                  </a:lnTo>
                  <a:lnTo>
                    <a:pt x="766627" y="5584233"/>
                  </a:lnTo>
                  <a:lnTo>
                    <a:pt x="766753" y="5584233"/>
                  </a:lnTo>
                  <a:lnTo>
                    <a:pt x="766753" y="5579321"/>
                  </a:lnTo>
                  <a:lnTo>
                    <a:pt x="767132" y="5579321"/>
                  </a:lnTo>
                  <a:lnTo>
                    <a:pt x="767258" y="5579321"/>
                  </a:lnTo>
                  <a:lnTo>
                    <a:pt x="767889" y="5579321"/>
                  </a:lnTo>
                  <a:lnTo>
                    <a:pt x="768015" y="5579321"/>
                  </a:lnTo>
                  <a:lnTo>
                    <a:pt x="768268" y="5579321"/>
                  </a:lnTo>
                  <a:lnTo>
                    <a:pt x="768521" y="5579321"/>
                  </a:lnTo>
                  <a:lnTo>
                    <a:pt x="768773" y="5579321"/>
                  </a:lnTo>
                  <a:lnTo>
                    <a:pt x="769278" y="5579321"/>
                  </a:lnTo>
                  <a:lnTo>
                    <a:pt x="769404" y="5579321"/>
                  </a:lnTo>
                  <a:lnTo>
                    <a:pt x="769531" y="5579321"/>
                  </a:lnTo>
                  <a:lnTo>
                    <a:pt x="769657" y="5574410"/>
                  </a:lnTo>
                  <a:lnTo>
                    <a:pt x="770162" y="5574410"/>
                  </a:lnTo>
                  <a:lnTo>
                    <a:pt x="770541" y="5574410"/>
                  </a:lnTo>
                  <a:lnTo>
                    <a:pt x="771046" y="5574410"/>
                  </a:lnTo>
                  <a:lnTo>
                    <a:pt x="771172" y="5574410"/>
                  </a:lnTo>
                  <a:lnTo>
                    <a:pt x="771677" y="5574410"/>
                  </a:lnTo>
                  <a:lnTo>
                    <a:pt x="771803" y="5574410"/>
                  </a:lnTo>
                  <a:lnTo>
                    <a:pt x="772308" y="5574410"/>
                  </a:lnTo>
                  <a:lnTo>
                    <a:pt x="772434" y="5574410"/>
                  </a:lnTo>
                  <a:lnTo>
                    <a:pt x="772561" y="5574410"/>
                  </a:lnTo>
                  <a:lnTo>
                    <a:pt x="772687" y="5574410"/>
                  </a:lnTo>
                  <a:lnTo>
                    <a:pt x="772939" y="5574410"/>
                  </a:lnTo>
                  <a:lnTo>
                    <a:pt x="773066" y="5569499"/>
                  </a:lnTo>
                  <a:lnTo>
                    <a:pt x="773192" y="5569499"/>
                  </a:lnTo>
                  <a:lnTo>
                    <a:pt x="773445" y="5569499"/>
                  </a:lnTo>
                  <a:lnTo>
                    <a:pt x="773571" y="5569499"/>
                  </a:lnTo>
                  <a:lnTo>
                    <a:pt x="773697" y="5569499"/>
                  </a:lnTo>
                  <a:lnTo>
                    <a:pt x="774455" y="5569499"/>
                  </a:lnTo>
                  <a:lnTo>
                    <a:pt x="774455" y="5564587"/>
                  </a:lnTo>
                  <a:lnTo>
                    <a:pt x="775212" y="5564587"/>
                  </a:lnTo>
                  <a:lnTo>
                    <a:pt x="775970" y="5564587"/>
                  </a:lnTo>
                  <a:lnTo>
                    <a:pt x="776096" y="5564587"/>
                  </a:lnTo>
                  <a:lnTo>
                    <a:pt x="776222" y="5564587"/>
                  </a:lnTo>
                  <a:lnTo>
                    <a:pt x="776475" y="5564587"/>
                  </a:lnTo>
                  <a:lnTo>
                    <a:pt x="776980" y="5564587"/>
                  </a:lnTo>
                  <a:lnTo>
                    <a:pt x="777232" y="5564587"/>
                  </a:lnTo>
                  <a:lnTo>
                    <a:pt x="777737" y="5564587"/>
                  </a:lnTo>
                  <a:lnTo>
                    <a:pt x="777863" y="5564587"/>
                  </a:lnTo>
                  <a:lnTo>
                    <a:pt x="777990" y="5564587"/>
                  </a:lnTo>
                  <a:lnTo>
                    <a:pt x="778116" y="5564587"/>
                  </a:lnTo>
                  <a:lnTo>
                    <a:pt x="778242" y="5564587"/>
                  </a:lnTo>
                  <a:lnTo>
                    <a:pt x="778369" y="5564587"/>
                  </a:lnTo>
                  <a:lnTo>
                    <a:pt x="778495" y="5564587"/>
                  </a:lnTo>
                  <a:lnTo>
                    <a:pt x="778621" y="5564587"/>
                  </a:lnTo>
                  <a:lnTo>
                    <a:pt x="778874" y="5564587"/>
                  </a:lnTo>
                  <a:lnTo>
                    <a:pt x="779379" y="5564587"/>
                  </a:lnTo>
                  <a:lnTo>
                    <a:pt x="779757" y="5564587"/>
                  </a:lnTo>
                  <a:lnTo>
                    <a:pt x="780262" y="5564587"/>
                  </a:lnTo>
                  <a:lnTo>
                    <a:pt x="780515" y="5564587"/>
                  </a:lnTo>
                  <a:lnTo>
                    <a:pt x="780894" y="5564587"/>
                  </a:lnTo>
                  <a:lnTo>
                    <a:pt x="781020" y="5564587"/>
                  </a:lnTo>
                  <a:lnTo>
                    <a:pt x="781146" y="5564587"/>
                  </a:lnTo>
                  <a:lnTo>
                    <a:pt x="781399" y="5564587"/>
                  </a:lnTo>
                  <a:lnTo>
                    <a:pt x="781525" y="5564587"/>
                  </a:lnTo>
                  <a:lnTo>
                    <a:pt x="781651" y="5564587"/>
                  </a:lnTo>
                  <a:lnTo>
                    <a:pt x="781777" y="5564587"/>
                  </a:lnTo>
                  <a:lnTo>
                    <a:pt x="782030" y="5564587"/>
                  </a:lnTo>
                  <a:lnTo>
                    <a:pt x="782156" y="5564587"/>
                  </a:lnTo>
                  <a:lnTo>
                    <a:pt x="782914" y="5564587"/>
                  </a:lnTo>
                  <a:lnTo>
                    <a:pt x="783545" y="5564587"/>
                  </a:lnTo>
                  <a:lnTo>
                    <a:pt x="783671" y="5564587"/>
                  </a:lnTo>
                  <a:lnTo>
                    <a:pt x="783798" y="5564587"/>
                  </a:lnTo>
                  <a:lnTo>
                    <a:pt x="783924" y="5564587"/>
                  </a:lnTo>
                  <a:lnTo>
                    <a:pt x="784176" y="5564587"/>
                  </a:lnTo>
                  <a:lnTo>
                    <a:pt x="784303" y="5564587"/>
                  </a:lnTo>
                  <a:lnTo>
                    <a:pt x="784681" y="5564587"/>
                  </a:lnTo>
                  <a:lnTo>
                    <a:pt x="785186" y="5564587"/>
                  </a:lnTo>
                  <a:lnTo>
                    <a:pt x="785691" y="5564587"/>
                  </a:lnTo>
                  <a:lnTo>
                    <a:pt x="785944" y="5564587"/>
                  </a:lnTo>
                  <a:lnTo>
                    <a:pt x="786196" y="5564587"/>
                  </a:lnTo>
                  <a:lnTo>
                    <a:pt x="786323" y="5559676"/>
                  </a:lnTo>
                  <a:lnTo>
                    <a:pt x="786575" y="5559676"/>
                  </a:lnTo>
                  <a:lnTo>
                    <a:pt x="786701" y="5559676"/>
                  </a:lnTo>
                  <a:lnTo>
                    <a:pt x="786828" y="5559676"/>
                  </a:lnTo>
                  <a:lnTo>
                    <a:pt x="786954" y="5559676"/>
                  </a:lnTo>
                  <a:lnTo>
                    <a:pt x="787585" y="5554765"/>
                  </a:lnTo>
                  <a:lnTo>
                    <a:pt x="787838" y="5554765"/>
                  </a:lnTo>
                  <a:lnTo>
                    <a:pt x="788343" y="5554765"/>
                  </a:lnTo>
                  <a:lnTo>
                    <a:pt x="788595" y="5554765"/>
                  </a:lnTo>
                  <a:lnTo>
                    <a:pt x="788848" y="5554765"/>
                  </a:lnTo>
                  <a:lnTo>
                    <a:pt x="789100" y="5554765"/>
                  </a:lnTo>
                  <a:lnTo>
                    <a:pt x="789479" y="5549853"/>
                  </a:lnTo>
                  <a:lnTo>
                    <a:pt x="789732" y="5549853"/>
                  </a:lnTo>
                  <a:lnTo>
                    <a:pt x="789858" y="5549853"/>
                  </a:lnTo>
                  <a:lnTo>
                    <a:pt x="789984" y="5549853"/>
                  </a:lnTo>
                  <a:lnTo>
                    <a:pt x="790110" y="5549853"/>
                  </a:lnTo>
                  <a:lnTo>
                    <a:pt x="790237" y="5549853"/>
                  </a:lnTo>
                  <a:lnTo>
                    <a:pt x="790994" y="5549853"/>
                  </a:lnTo>
                  <a:lnTo>
                    <a:pt x="791373" y="5549853"/>
                  </a:lnTo>
                  <a:lnTo>
                    <a:pt x="791752" y="5549853"/>
                  </a:lnTo>
                  <a:lnTo>
                    <a:pt x="792257" y="5549853"/>
                  </a:lnTo>
                  <a:lnTo>
                    <a:pt x="792383" y="5549853"/>
                  </a:lnTo>
                  <a:lnTo>
                    <a:pt x="792635" y="5549853"/>
                  </a:lnTo>
                  <a:lnTo>
                    <a:pt x="792888" y="5549853"/>
                  </a:lnTo>
                  <a:lnTo>
                    <a:pt x="793519" y="5549853"/>
                  </a:lnTo>
                  <a:lnTo>
                    <a:pt x="793898" y="5549853"/>
                  </a:lnTo>
                  <a:lnTo>
                    <a:pt x="794151" y="5549853"/>
                  </a:lnTo>
                  <a:lnTo>
                    <a:pt x="794782" y="5549853"/>
                  </a:lnTo>
                  <a:lnTo>
                    <a:pt x="794908" y="5549853"/>
                  </a:lnTo>
                  <a:lnTo>
                    <a:pt x="795034" y="5549853"/>
                  </a:lnTo>
                  <a:lnTo>
                    <a:pt x="795161" y="5549853"/>
                  </a:lnTo>
                  <a:lnTo>
                    <a:pt x="795287" y="5549853"/>
                  </a:lnTo>
                  <a:lnTo>
                    <a:pt x="795413" y="5549853"/>
                  </a:lnTo>
                  <a:lnTo>
                    <a:pt x="795918" y="5549853"/>
                  </a:lnTo>
                  <a:lnTo>
                    <a:pt x="796044" y="5549853"/>
                  </a:lnTo>
                  <a:lnTo>
                    <a:pt x="796171" y="5549853"/>
                  </a:lnTo>
                  <a:lnTo>
                    <a:pt x="796802" y="5544942"/>
                  </a:lnTo>
                  <a:lnTo>
                    <a:pt x="797307" y="5544942"/>
                  </a:lnTo>
                  <a:lnTo>
                    <a:pt x="797433" y="5544942"/>
                  </a:lnTo>
                  <a:lnTo>
                    <a:pt x="797686" y="5544942"/>
                  </a:lnTo>
                  <a:lnTo>
                    <a:pt x="797812" y="5544942"/>
                  </a:lnTo>
                  <a:lnTo>
                    <a:pt x="797938" y="5544942"/>
                  </a:lnTo>
                  <a:lnTo>
                    <a:pt x="798064" y="5544942"/>
                  </a:lnTo>
                  <a:lnTo>
                    <a:pt x="798191" y="5544942"/>
                  </a:lnTo>
                  <a:lnTo>
                    <a:pt x="798317" y="5544942"/>
                  </a:lnTo>
                  <a:lnTo>
                    <a:pt x="798569" y="5544942"/>
                  </a:lnTo>
                  <a:lnTo>
                    <a:pt x="798822" y="5544942"/>
                  </a:lnTo>
                  <a:lnTo>
                    <a:pt x="798948" y="5544942"/>
                  </a:lnTo>
                  <a:lnTo>
                    <a:pt x="799075" y="5544942"/>
                  </a:lnTo>
                  <a:lnTo>
                    <a:pt x="799201" y="5544942"/>
                  </a:lnTo>
                  <a:lnTo>
                    <a:pt x="799327" y="5544942"/>
                  </a:lnTo>
                  <a:lnTo>
                    <a:pt x="799453" y="5544942"/>
                  </a:lnTo>
                  <a:lnTo>
                    <a:pt x="799580" y="5540030"/>
                  </a:lnTo>
                  <a:lnTo>
                    <a:pt x="799580" y="5535119"/>
                  </a:lnTo>
                  <a:lnTo>
                    <a:pt x="800085" y="5535119"/>
                  </a:lnTo>
                  <a:lnTo>
                    <a:pt x="800463" y="5535119"/>
                  </a:lnTo>
                  <a:lnTo>
                    <a:pt x="800716" y="5535119"/>
                  </a:lnTo>
                  <a:lnTo>
                    <a:pt x="800842" y="5535119"/>
                  </a:lnTo>
                  <a:lnTo>
                    <a:pt x="801095" y="5535119"/>
                  </a:lnTo>
                  <a:lnTo>
                    <a:pt x="801221" y="5535119"/>
                  </a:lnTo>
                  <a:lnTo>
                    <a:pt x="801347" y="5535119"/>
                  </a:lnTo>
                  <a:lnTo>
                    <a:pt x="801473" y="5535119"/>
                  </a:lnTo>
                  <a:lnTo>
                    <a:pt x="801726" y="5535119"/>
                  </a:lnTo>
                  <a:lnTo>
                    <a:pt x="801852" y="5535119"/>
                  </a:lnTo>
                  <a:lnTo>
                    <a:pt x="802231" y="5535119"/>
                  </a:lnTo>
                  <a:lnTo>
                    <a:pt x="802357" y="5535119"/>
                  </a:lnTo>
                  <a:lnTo>
                    <a:pt x="802483" y="5535119"/>
                  </a:lnTo>
                  <a:lnTo>
                    <a:pt x="802610" y="5535119"/>
                  </a:lnTo>
                  <a:lnTo>
                    <a:pt x="802736" y="5535119"/>
                  </a:lnTo>
                  <a:lnTo>
                    <a:pt x="803241" y="5535119"/>
                  </a:lnTo>
                  <a:lnTo>
                    <a:pt x="803367" y="5535119"/>
                  </a:lnTo>
                  <a:lnTo>
                    <a:pt x="803872" y="5535119"/>
                  </a:lnTo>
                  <a:lnTo>
                    <a:pt x="803998" y="5535119"/>
                  </a:lnTo>
                  <a:lnTo>
                    <a:pt x="804125" y="5535119"/>
                  </a:lnTo>
                  <a:lnTo>
                    <a:pt x="804251" y="5535119"/>
                  </a:lnTo>
                  <a:lnTo>
                    <a:pt x="804882" y="5535119"/>
                  </a:lnTo>
                  <a:lnTo>
                    <a:pt x="805261" y="5535119"/>
                  </a:lnTo>
                  <a:lnTo>
                    <a:pt x="805514" y="5535119"/>
                  </a:lnTo>
                  <a:lnTo>
                    <a:pt x="805766" y="5535119"/>
                  </a:lnTo>
                  <a:lnTo>
                    <a:pt x="805892" y="5535119"/>
                  </a:lnTo>
                  <a:lnTo>
                    <a:pt x="806145" y="5535119"/>
                  </a:lnTo>
                  <a:lnTo>
                    <a:pt x="806650" y="5535119"/>
                  </a:lnTo>
                  <a:lnTo>
                    <a:pt x="808039" y="5535119"/>
                  </a:lnTo>
                  <a:lnTo>
                    <a:pt x="808165" y="5535119"/>
                  </a:lnTo>
                  <a:lnTo>
                    <a:pt x="808291" y="5535119"/>
                  </a:lnTo>
                  <a:lnTo>
                    <a:pt x="808796" y="5535119"/>
                  </a:lnTo>
                  <a:lnTo>
                    <a:pt x="808796" y="5530208"/>
                  </a:lnTo>
                  <a:lnTo>
                    <a:pt x="809049" y="5530208"/>
                  </a:lnTo>
                  <a:lnTo>
                    <a:pt x="809175" y="5530208"/>
                  </a:lnTo>
                  <a:lnTo>
                    <a:pt x="809301" y="5530208"/>
                  </a:lnTo>
                  <a:lnTo>
                    <a:pt x="809680" y="5530208"/>
                  </a:lnTo>
                  <a:lnTo>
                    <a:pt x="810690" y="5530208"/>
                  </a:lnTo>
                  <a:lnTo>
                    <a:pt x="810943" y="5530208"/>
                  </a:lnTo>
                  <a:lnTo>
                    <a:pt x="811321" y="5530208"/>
                  </a:lnTo>
                  <a:lnTo>
                    <a:pt x="811448" y="5530208"/>
                  </a:lnTo>
                  <a:lnTo>
                    <a:pt x="811700" y="5530208"/>
                  </a:lnTo>
                  <a:lnTo>
                    <a:pt x="812205" y="5530208"/>
                  </a:lnTo>
                  <a:lnTo>
                    <a:pt x="812836" y="5530208"/>
                  </a:lnTo>
                  <a:lnTo>
                    <a:pt x="813215" y="5530208"/>
                  </a:lnTo>
                  <a:lnTo>
                    <a:pt x="813594" y="5530208"/>
                  </a:lnTo>
                  <a:lnTo>
                    <a:pt x="813720" y="5530208"/>
                  </a:lnTo>
                  <a:lnTo>
                    <a:pt x="813846" y="5530208"/>
                  </a:lnTo>
                  <a:lnTo>
                    <a:pt x="813973" y="5530208"/>
                  </a:lnTo>
                  <a:lnTo>
                    <a:pt x="814225" y="5530208"/>
                  </a:lnTo>
                  <a:lnTo>
                    <a:pt x="814604" y="5530208"/>
                  </a:lnTo>
                  <a:lnTo>
                    <a:pt x="815109" y="5530208"/>
                  </a:lnTo>
                  <a:lnTo>
                    <a:pt x="815109" y="5525296"/>
                  </a:lnTo>
                  <a:lnTo>
                    <a:pt x="815488" y="5525296"/>
                  </a:lnTo>
                  <a:lnTo>
                    <a:pt x="815614" y="5525296"/>
                  </a:lnTo>
                  <a:lnTo>
                    <a:pt x="815867" y="5525296"/>
                  </a:lnTo>
                  <a:lnTo>
                    <a:pt x="815993" y="5525296"/>
                  </a:lnTo>
                  <a:lnTo>
                    <a:pt x="816245" y="5525296"/>
                  </a:lnTo>
                  <a:lnTo>
                    <a:pt x="816750" y="5525296"/>
                  </a:lnTo>
                  <a:lnTo>
                    <a:pt x="817129" y="5525296"/>
                  </a:lnTo>
                  <a:lnTo>
                    <a:pt x="817508" y="5525296"/>
                  </a:lnTo>
                  <a:lnTo>
                    <a:pt x="817887" y="5520385"/>
                  </a:lnTo>
                  <a:lnTo>
                    <a:pt x="818265" y="5520385"/>
                  </a:lnTo>
                  <a:lnTo>
                    <a:pt x="818770" y="5520385"/>
                  </a:lnTo>
                  <a:lnTo>
                    <a:pt x="819149" y="5520385"/>
                  </a:lnTo>
                  <a:lnTo>
                    <a:pt x="819275" y="5520385"/>
                  </a:lnTo>
                  <a:lnTo>
                    <a:pt x="819781" y="5520385"/>
                  </a:lnTo>
                  <a:lnTo>
                    <a:pt x="819907" y="5520385"/>
                  </a:lnTo>
                  <a:lnTo>
                    <a:pt x="820033" y="5520385"/>
                  </a:lnTo>
                  <a:lnTo>
                    <a:pt x="820159" y="5520385"/>
                  </a:lnTo>
                  <a:lnTo>
                    <a:pt x="820286" y="5520385"/>
                  </a:lnTo>
                  <a:lnTo>
                    <a:pt x="820538" y="5520385"/>
                  </a:lnTo>
                  <a:lnTo>
                    <a:pt x="820664" y="5520385"/>
                  </a:lnTo>
                  <a:lnTo>
                    <a:pt x="820917" y="5520385"/>
                  </a:lnTo>
                  <a:lnTo>
                    <a:pt x="821169" y="5520385"/>
                  </a:lnTo>
                  <a:lnTo>
                    <a:pt x="821801" y="5520385"/>
                  </a:lnTo>
                  <a:lnTo>
                    <a:pt x="821927" y="5520385"/>
                  </a:lnTo>
                  <a:lnTo>
                    <a:pt x="822179" y="5520385"/>
                  </a:lnTo>
                  <a:lnTo>
                    <a:pt x="822306" y="5520385"/>
                  </a:lnTo>
                  <a:lnTo>
                    <a:pt x="822432" y="5520385"/>
                  </a:lnTo>
                  <a:lnTo>
                    <a:pt x="822811" y="5520385"/>
                  </a:lnTo>
                  <a:lnTo>
                    <a:pt x="822937" y="5520385"/>
                  </a:lnTo>
                  <a:lnTo>
                    <a:pt x="823442" y="5520385"/>
                  </a:lnTo>
                  <a:lnTo>
                    <a:pt x="823568" y="5520385"/>
                  </a:lnTo>
                  <a:lnTo>
                    <a:pt x="823821" y="5520385"/>
                  </a:lnTo>
                  <a:lnTo>
                    <a:pt x="824326" y="5520385"/>
                  </a:lnTo>
                  <a:lnTo>
                    <a:pt x="824452" y="5520385"/>
                  </a:lnTo>
                  <a:lnTo>
                    <a:pt x="824831" y="5520385"/>
                  </a:lnTo>
                  <a:lnTo>
                    <a:pt x="824957" y="5520385"/>
                  </a:lnTo>
                  <a:lnTo>
                    <a:pt x="825210" y="5520385"/>
                  </a:lnTo>
                  <a:lnTo>
                    <a:pt x="825715" y="5520385"/>
                  </a:lnTo>
                  <a:lnTo>
                    <a:pt x="825967" y="5520385"/>
                  </a:lnTo>
                  <a:lnTo>
                    <a:pt x="826725" y="5520385"/>
                  </a:lnTo>
                  <a:lnTo>
                    <a:pt x="826851" y="5520385"/>
                  </a:lnTo>
                  <a:lnTo>
                    <a:pt x="827103" y="5520385"/>
                  </a:lnTo>
                  <a:lnTo>
                    <a:pt x="828240" y="5520385"/>
                  </a:lnTo>
                  <a:lnTo>
                    <a:pt x="828366" y="5520385"/>
                  </a:lnTo>
                  <a:lnTo>
                    <a:pt x="828618" y="5515474"/>
                  </a:lnTo>
                  <a:lnTo>
                    <a:pt x="828745" y="5515474"/>
                  </a:lnTo>
                  <a:lnTo>
                    <a:pt x="828871" y="5515474"/>
                  </a:lnTo>
                  <a:lnTo>
                    <a:pt x="829376" y="5515474"/>
                  </a:lnTo>
                  <a:lnTo>
                    <a:pt x="829881" y="5515474"/>
                  </a:lnTo>
                  <a:lnTo>
                    <a:pt x="830260" y="5515474"/>
                  </a:lnTo>
                  <a:lnTo>
                    <a:pt x="830386" y="5515474"/>
                  </a:lnTo>
                  <a:lnTo>
                    <a:pt x="831522" y="5505651"/>
                  </a:lnTo>
                  <a:lnTo>
                    <a:pt x="831649" y="5505651"/>
                  </a:lnTo>
                  <a:lnTo>
                    <a:pt x="832280" y="5505651"/>
                  </a:lnTo>
                  <a:lnTo>
                    <a:pt x="832659" y="5505651"/>
                  </a:lnTo>
                  <a:lnTo>
                    <a:pt x="832785" y="5505651"/>
                  </a:lnTo>
                  <a:lnTo>
                    <a:pt x="832911" y="5505651"/>
                  </a:lnTo>
                  <a:lnTo>
                    <a:pt x="833037" y="5505651"/>
                  </a:lnTo>
                  <a:lnTo>
                    <a:pt x="833542" y="5505651"/>
                  </a:lnTo>
                  <a:lnTo>
                    <a:pt x="833795" y="5505651"/>
                  </a:lnTo>
                  <a:lnTo>
                    <a:pt x="834047" y="5505651"/>
                  </a:lnTo>
                  <a:lnTo>
                    <a:pt x="834931" y="5505651"/>
                  </a:lnTo>
                  <a:lnTo>
                    <a:pt x="835058" y="5505651"/>
                  </a:lnTo>
                  <a:lnTo>
                    <a:pt x="835941" y="5500739"/>
                  </a:lnTo>
                  <a:lnTo>
                    <a:pt x="836320" y="5500739"/>
                  </a:lnTo>
                  <a:lnTo>
                    <a:pt x="836446" y="5500739"/>
                  </a:lnTo>
                  <a:lnTo>
                    <a:pt x="836951" y="5500739"/>
                  </a:lnTo>
                  <a:lnTo>
                    <a:pt x="837456" y="5500739"/>
                  </a:lnTo>
                  <a:lnTo>
                    <a:pt x="837583" y="5500739"/>
                  </a:lnTo>
                  <a:lnTo>
                    <a:pt x="837583" y="5495828"/>
                  </a:lnTo>
                  <a:lnTo>
                    <a:pt x="837709" y="5495828"/>
                  </a:lnTo>
                  <a:lnTo>
                    <a:pt x="838593" y="5495828"/>
                  </a:lnTo>
                  <a:lnTo>
                    <a:pt x="838719" y="5495828"/>
                  </a:lnTo>
                  <a:lnTo>
                    <a:pt x="838845" y="5495828"/>
                  </a:lnTo>
                  <a:lnTo>
                    <a:pt x="839098" y="5490917"/>
                  </a:lnTo>
                  <a:lnTo>
                    <a:pt x="839224" y="5490917"/>
                  </a:lnTo>
                  <a:lnTo>
                    <a:pt x="839603" y="5490917"/>
                  </a:lnTo>
                  <a:lnTo>
                    <a:pt x="839729" y="5490917"/>
                  </a:lnTo>
                  <a:lnTo>
                    <a:pt x="839981" y="5490917"/>
                  </a:lnTo>
                  <a:lnTo>
                    <a:pt x="840360" y="5490917"/>
                  </a:lnTo>
                  <a:lnTo>
                    <a:pt x="840739" y="5490917"/>
                  </a:lnTo>
                  <a:lnTo>
                    <a:pt x="840865" y="5490917"/>
                  </a:lnTo>
                  <a:lnTo>
                    <a:pt x="841118" y="5490917"/>
                  </a:lnTo>
                  <a:lnTo>
                    <a:pt x="842002" y="5476183"/>
                  </a:lnTo>
                  <a:lnTo>
                    <a:pt x="842128" y="5476183"/>
                  </a:lnTo>
                  <a:lnTo>
                    <a:pt x="842507" y="5476183"/>
                  </a:lnTo>
                  <a:lnTo>
                    <a:pt x="842633" y="5476183"/>
                  </a:lnTo>
                  <a:lnTo>
                    <a:pt x="843138" y="5476183"/>
                  </a:lnTo>
                  <a:lnTo>
                    <a:pt x="843643" y="5476183"/>
                  </a:lnTo>
                  <a:lnTo>
                    <a:pt x="843769" y="5476183"/>
                  </a:lnTo>
                  <a:lnTo>
                    <a:pt x="843895" y="5476183"/>
                  </a:lnTo>
                  <a:lnTo>
                    <a:pt x="844148" y="5476183"/>
                  </a:lnTo>
                  <a:lnTo>
                    <a:pt x="844527" y="5476183"/>
                  </a:lnTo>
                  <a:lnTo>
                    <a:pt x="844779" y="5476183"/>
                  </a:lnTo>
                  <a:lnTo>
                    <a:pt x="845032" y="5476183"/>
                  </a:lnTo>
                  <a:lnTo>
                    <a:pt x="845411" y="5476183"/>
                  </a:lnTo>
                  <a:lnTo>
                    <a:pt x="845537" y="5476183"/>
                  </a:lnTo>
                  <a:lnTo>
                    <a:pt x="845789" y="5476183"/>
                  </a:lnTo>
                  <a:lnTo>
                    <a:pt x="845916" y="5476183"/>
                  </a:lnTo>
                  <a:lnTo>
                    <a:pt x="846421" y="5476183"/>
                  </a:lnTo>
                  <a:lnTo>
                    <a:pt x="846673" y="5476183"/>
                  </a:lnTo>
                  <a:lnTo>
                    <a:pt x="847052" y="5471271"/>
                  </a:lnTo>
                  <a:lnTo>
                    <a:pt x="847178" y="5471271"/>
                  </a:lnTo>
                  <a:lnTo>
                    <a:pt x="847809" y="5471271"/>
                  </a:lnTo>
                  <a:lnTo>
                    <a:pt x="848188" y="5471271"/>
                  </a:lnTo>
                  <a:lnTo>
                    <a:pt x="849198" y="5471271"/>
                  </a:lnTo>
                  <a:lnTo>
                    <a:pt x="849703" y="5471271"/>
                  </a:lnTo>
                  <a:lnTo>
                    <a:pt x="849829" y="5471271"/>
                  </a:lnTo>
                  <a:lnTo>
                    <a:pt x="850082" y="5471271"/>
                  </a:lnTo>
                  <a:lnTo>
                    <a:pt x="850587" y="5471271"/>
                  </a:lnTo>
                  <a:lnTo>
                    <a:pt x="850966" y="5471271"/>
                  </a:lnTo>
                  <a:lnTo>
                    <a:pt x="851471" y="5471271"/>
                  </a:lnTo>
                  <a:lnTo>
                    <a:pt x="851976" y="5471271"/>
                  </a:lnTo>
                  <a:lnTo>
                    <a:pt x="852228" y="5466360"/>
                  </a:lnTo>
                  <a:lnTo>
                    <a:pt x="852986" y="5466360"/>
                  </a:lnTo>
                  <a:lnTo>
                    <a:pt x="853112" y="5466360"/>
                  </a:lnTo>
                  <a:lnTo>
                    <a:pt x="853238" y="5466360"/>
                  </a:lnTo>
                  <a:lnTo>
                    <a:pt x="853491" y="5466360"/>
                  </a:lnTo>
                  <a:lnTo>
                    <a:pt x="853617" y="5466360"/>
                  </a:lnTo>
                  <a:lnTo>
                    <a:pt x="853870" y="5466360"/>
                  </a:lnTo>
                  <a:lnTo>
                    <a:pt x="853996" y="5466360"/>
                  </a:lnTo>
                  <a:lnTo>
                    <a:pt x="854122" y="5466360"/>
                  </a:lnTo>
                  <a:lnTo>
                    <a:pt x="855006" y="5466360"/>
                  </a:lnTo>
                  <a:lnTo>
                    <a:pt x="855132" y="5466360"/>
                  </a:lnTo>
                  <a:lnTo>
                    <a:pt x="855511" y="5466360"/>
                  </a:lnTo>
                  <a:lnTo>
                    <a:pt x="856016" y="5466360"/>
                  </a:lnTo>
                  <a:lnTo>
                    <a:pt x="856395" y="5466360"/>
                  </a:lnTo>
                  <a:lnTo>
                    <a:pt x="856774" y="5466360"/>
                  </a:lnTo>
                  <a:lnTo>
                    <a:pt x="857152" y="5466360"/>
                  </a:lnTo>
                  <a:lnTo>
                    <a:pt x="857279" y="5466360"/>
                  </a:lnTo>
                  <a:lnTo>
                    <a:pt x="857657" y="5466360"/>
                  </a:lnTo>
                  <a:lnTo>
                    <a:pt x="858162" y="5466360"/>
                  </a:lnTo>
                  <a:lnTo>
                    <a:pt x="858289" y="5466360"/>
                  </a:lnTo>
                  <a:lnTo>
                    <a:pt x="858415" y="5466360"/>
                  </a:lnTo>
                  <a:lnTo>
                    <a:pt x="858794" y="5466360"/>
                  </a:lnTo>
                  <a:lnTo>
                    <a:pt x="859425" y="5466360"/>
                  </a:lnTo>
                  <a:lnTo>
                    <a:pt x="859677" y="5466360"/>
                  </a:lnTo>
                  <a:lnTo>
                    <a:pt x="860435" y="5466360"/>
                  </a:lnTo>
                  <a:lnTo>
                    <a:pt x="860561" y="5466360"/>
                  </a:lnTo>
                  <a:lnTo>
                    <a:pt x="860814" y="5466360"/>
                  </a:lnTo>
                  <a:lnTo>
                    <a:pt x="861066" y="5466360"/>
                  </a:lnTo>
                  <a:lnTo>
                    <a:pt x="861445" y="5466360"/>
                  </a:lnTo>
                  <a:lnTo>
                    <a:pt x="861698" y="5466360"/>
                  </a:lnTo>
                  <a:lnTo>
                    <a:pt x="862076" y="5466360"/>
                  </a:lnTo>
                  <a:lnTo>
                    <a:pt x="862203" y="5466360"/>
                  </a:lnTo>
                  <a:lnTo>
                    <a:pt x="862581" y="5466360"/>
                  </a:lnTo>
                  <a:lnTo>
                    <a:pt x="862960" y="5466360"/>
                  </a:lnTo>
                  <a:lnTo>
                    <a:pt x="863086" y="5466360"/>
                  </a:lnTo>
                  <a:lnTo>
                    <a:pt x="863465" y="5466360"/>
                  </a:lnTo>
                  <a:lnTo>
                    <a:pt x="863718" y="5466360"/>
                  </a:lnTo>
                  <a:lnTo>
                    <a:pt x="863844" y="5466360"/>
                  </a:lnTo>
                  <a:lnTo>
                    <a:pt x="864475" y="5466360"/>
                  </a:lnTo>
                  <a:lnTo>
                    <a:pt x="864601" y="5466360"/>
                  </a:lnTo>
                  <a:lnTo>
                    <a:pt x="864854" y="5466360"/>
                  </a:lnTo>
                  <a:lnTo>
                    <a:pt x="865233" y="5466360"/>
                  </a:lnTo>
                  <a:lnTo>
                    <a:pt x="865359" y="5466360"/>
                  </a:lnTo>
                  <a:lnTo>
                    <a:pt x="865738" y="5466360"/>
                  </a:lnTo>
                  <a:lnTo>
                    <a:pt x="866117" y="5466360"/>
                  </a:lnTo>
                  <a:lnTo>
                    <a:pt x="866243" y="5466360"/>
                  </a:lnTo>
                  <a:lnTo>
                    <a:pt x="866369" y="5466360"/>
                  </a:lnTo>
                  <a:lnTo>
                    <a:pt x="866874" y="5466360"/>
                  </a:lnTo>
                  <a:lnTo>
                    <a:pt x="867127" y="5466360"/>
                  </a:lnTo>
                  <a:lnTo>
                    <a:pt x="867379" y="5466360"/>
                  </a:lnTo>
                  <a:lnTo>
                    <a:pt x="868010" y="5466360"/>
                  </a:lnTo>
                  <a:lnTo>
                    <a:pt x="868263" y="5466360"/>
                  </a:lnTo>
                  <a:lnTo>
                    <a:pt x="868389" y="5466360"/>
                  </a:lnTo>
                  <a:lnTo>
                    <a:pt x="868642" y="5466360"/>
                  </a:lnTo>
                  <a:lnTo>
                    <a:pt x="868894" y="5466360"/>
                  </a:lnTo>
                  <a:lnTo>
                    <a:pt x="869273" y="5466360"/>
                  </a:lnTo>
                  <a:lnTo>
                    <a:pt x="870030" y="5466360"/>
                  </a:lnTo>
                  <a:lnTo>
                    <a:pt x="870157" y="5466360"/>
                  </a:lnTo>
                  <a:lnTo>
                    <a:pt x="870283" y="5466360"/>
                  </a:lnTo>
                  <a:lnTo>
                    <a:pt x="870535" y="5466360"/>
                  </a:lnTo>
                  <a:lnTo>
                    <a:pt x="870662" y="5466360"/>
                  </a:lnTo>
                  <a:lnTo>
                    <a:pt x="871546" y="5466360"/>
                  </a:lnTo>
                  <a:lnTo>
                    <a:pt x="871798" y="5461448"/>
                  </a:lnTo>
                  <a:lnTo>
                    <a:pt x="872429" y="5456537"/>
                  </a:lnTo>
                  <a:lnTo>
                    <a:pt x="872808" y="5456537"/>
                  </a:lnTo>
                  <a:lnTo>
                    <a:pt x="873061" y="5456537"/>
                  </a:lnTo>
                  <a:lnTo>
                    <a:pt x="873187" y="5456537"/>
                  </a:lnTo>
                  <a:lnTo>
                    <a:pt x="873313" y="5451626"/>
                  </a:lnTo>
                  <a:lnTo>
                    <a:pt x="873944" y="5451626"/>
                  </a:lnTo>
                  <a:lnTo>
                    <a:pt x="874071" y="5451626"/>
                  </a:lnTo>
                  <a:lnTo>
                    <a:pt x="874197" y="5451626"/>
                  </a:lnTo>
                  <a:lnTo>
                    <a:pt x="874954" y="5451626"/>
                  </a:lnTo>
                  <a:lnTo>
                    <a:pt x="875838" y="5451626"/>
                  </a:lnTo>
                  <a:lnTo>
                    <a:pt x="875964" y="5451626"/>
                  </a:lnTo>
                  <a:lnTo>
                    <a:pt x="876470" y="5451626"/>
                  </a:lnTo>
                  <a:lnTo>
                    <a:pt x="877101" y="5451626"/>
                  </a:lnTo>
                  <a:lnTo>
                    <a:pt x="877227" y="5451626"/>
                  </a:lnTo>
                  <a:lnTo>
                    <a:pt x="877858" y="5451626"/>
                  </a:lnTo>
                  <a:lnTo>
                    <a:pt x="878490" y="5451626"/>
                  </a:lnTo>
                  <a:lnTo>
                    <a:pt x="878742" y="5451626"/>
                  </a:lnTo>
                  <a:lnTo>
                    <a:pt x="878742" y="5446714"/>
                  </a:lnTo>
                  <a:lnTo>
                    <a:pt x="878868" y="5446714"/>
                  </a:lnTo>
                  <a:lnTo>
                    <a:pt x="878995" y="5446714"/>
                  </a:lnTo>
                  <a:lnTo>
                    <a:pt x="879500" y="5446714"/>
                  </a:lnTo>
                  <a:lnTo>
                    <a:pt x="880005" y="5446714"/>
                  </a:lnTo>
                  <a:lnTo>
                    <a:pt x="880131" y="5446714"/>
                  </a:lnTo>
                  <a:lnTo>
                    <a:pt x="880383" y="5446714"/>
                  </a:lnTo>
                  <a:lnTo>
                    <a:pt x="880636" y="5446714"/>
                  </a:lnTo>
                  <a:lnTo>
                    <a:pt x="880762" y="5446714"/>
                  </a:lnTo>
                  <a:lnTo>
                    <a:pt x="880888" y="5446714"/>
                  </a:lnTo>
                  <a:lnTo>
                    <a:pt x="881267" y="5446714"/>
                  </a:lnTo>
                  <a:lnTo>
                    <a:pt x="881646" y="5441803"/>
                  </a:lnTo>
                  <a:lnTo>
                    <a:pt x="881772" y="5441803"/>
                  </a:lnTo>
                  <a:lnTo>
                    <a:pt x="882151" y="5441803"/>
                  </a:lnTo>
                  <a:lnTo>
                    <a:pt x="882277" y="5441803"/>
                  </a:lnTo>
                  <a:lnTo>
                    <a:pt x="882404" y="5441803"/>
                  </a:lnTo>
                  <a:lnTo>
                    <a:pt x="882656" y="5441803"/>
                  </a:lnTo>
                  <a:lnTo>
                    <a:pt x="882782" y="5441803"/>
                  </a:lnTo>
                  <a:lnTo>
                    <a:pt x="882909" y="5441803"/>
                  </a:lnTo>
                  <a:lnTo>
                    <a:pt x="883035" y="5441803"/>
                  </a:lnTo>
                  <a:lnTo>
                    <a:pt x="883161" y="5441803"/>
                  </a:lnTo>
                  <a:lnTo>
                    <a:pt x="883287" y="5441803"/>
                  </a:lnTo>
                  <a:lnTo>
                    <a:pt x="883540" y="5441803"/>
                  </a:lnTo>
                  <a:lnTo>
                    <a:pt x="883666" y="5441803"/>
                  </a:lnTo>
                  <a:lnTo>
                    <a:pt x="884171" y="5441803"/>
                  </a:lnTo>
                  <a:lnTo>
                    <a:pt x="884424" y="5441803"/>
                  </a:lnTo>
                  <a:lnTo>
                    <a:pt x="884550" y="5441803"/>
                  </a:lnTo>
                  <a:lnTo>
                    <a:pt x="884676" y="5441803"/>
                  </a:lnTo>
                  <a:lnTo>
                    <a:pt x="884802" y="5441803"/>
                  </a:lnTo>
                  <a:lnTo>
                    <a:pt x="885181" y="5441803"/>
                  </a:lnTo>
                  <a:lnTo>
                    <a:pt x="885307" y="5441803"/>
                  </a:lnTo>
                  <a:lnTo>
                    <a:pt x="885434" y="5441803"/>
                  </a:lnTo>
                  <a:lnTo>
                    <a:pt x="885686" y="5441803"/>
                  </a:lnTo>
                  <a:lnTo>
                    <a:pt x="885939" y="5441803"/>
                  </a:lnTo>
                  <a:lnTo>
                    <a:pt x="886065" y="5441803"/>
                  </a:lnTo>
                  <a:lnTo>
                    <a:pt x="886191" y="5441803"/>
                  </a:lnTo>
                  <a:lnTo>
                    <a:pt x="886317" y="5441803"/>
                  </a:lnTo>
                  <a:lnTo>
                    <a:pt x="886444" y="5441803"/>
                  </a:lnTo>
                  <a:lnTo>
                    <a:pt x="886696" y="5441803"/>
                  </a:lnTo>
                  <a:lnTo>
                    <a:pt x="886949" y="5441803"/>
                  </a:lnTo>
                  <a:lnTo>
                    <a:pt x="887328" y="5441803"/>
                  </a:lnTo>
                  <a:lnTo>
                    <a:pt x="887580" y="5441803"/>
                  </a:lnTo>
                  <a:lnTo>
                    <a:pt x="887833" y="5441803"/>
                  </a:lnTo>
                  <a:lnTo>
                    <a:pt x="887959" y="5436892"/>
                  </a:lnTo>
                  <a:lnTo>
                    <a:pt x="888085" y="5436892"/>
                  </a:lnTo>
                  <a:lnTo>
                    <a:pt x="888338" y="5436892"/>
                  </a:lnTo>
                  <a:lnTo>
                    <a:pt x="888464" y="5436892"/>
                  </a:lnTo>
                  <a:lnTo>
                    <a:pt x="888590" y="5436892"/>
                  </a:lnTo>
                  <a:lnTo>
                    <a:pt x="888969" y="5436892"/>
                  </a:lnTo>
                  <a:lnTo>
                    <a:pt x="889221" y="5436892"/>
                  </a:lnTo>
                  <a:lnTo>
                    <a:pt x="889348" y="5436892"/>
                  </a:lnTo>
                  <a:lnTo>
                    <a:pt x="889474" y="5436892"/>
                  </a:lnTo>
                  <a:lnTo>
                    <a:pt x="890231" y="5436892"/>
                  </a:lnTo>
                  <a:lnTo>
                    <a:pt x="891368" y="5436892"/>
                  </a:lnTo>
                  <a:lnTo>
                    <a:pt x="891494" y="5436892"/>
                  </a:lnTo>
                  <a:lnTo>
                    <a:pt x="891620" y="5436892"/>
                  </a:lnTo>
                  <a:lnTo>
                    <a:pt x="891873" y="5436892"/>
                  </a:lnTo>
                  <a:lnTo>
                    <a:pt x="892504" y="5436892"/>
                  </a:lnTo>
                  <a:lnTo>
                    <a:pt x="892630" y="5436892"/>
                  </a:lnTo>
                  <a:lnTo>
                    <a:pt x="893009" y="5436892"/>
                  </a:lnTo>
                  <a:lnTo>
                    <a:pt x="893388" y="5436892"/>
                  </a:lnTo>
                  <a:lnTo>
                    <a:pt x="893767" y="5436892"/>
                  </a:lnTo>
                  <a:lnTo>
                    <a:pt x="893893" y="5436892"/>
                  </a:lnTo>
                  <a:lnTo>
                    <a:pt x="894019" y="5431980"/>
                  </a:lnTo>
                  <a:lnTo>
                    <a:pt x="894272" y="5431980"/>
                  </a:lnTo>
                  <a:lnTo>
                    <a:pt x="894524" y="5431980"/>
                  </a:lnTo>
                  <a:lnTo>
                    <a:pt x="894650" y="5431980"/>
                  </a:lnTo>
                  <a:lnTo>
                    <a:pt x="894777" y="5431980"/>
                  </a:lnTo>
                  <a:lnTo>
                    <a:pt x="895155" y="5431980"/>
                  </a:lnTo>
                  <a:lnTo>
                    <a:pt x="895282" y="5431980"/>
                  </a:lnTo>
                  <a:lnTo>
                    <a:pt x="895787" y="5431980"/>
                  </a:lnTo>
                  <a:lnTo>
                    <a:pt x="896039" y="5431980"/>
                  </a:lnTo>
                  <a:lnTo>
                    <a:pt x="896923" y="5431980"/>
                  </a:lnTo>
                  <a:lnTo>
                    <a:pt x="897049" y="5431980"/>
                  </a:lnTo>
                  <a:lnTo>
                    <a:pt x="897176" y="5431980"/>
                  </a:lnTo>
                  <a:lnTo>
                    <a:pt x="898059" y="5431980"/>
                  </a:lnTo>
                  <a:lnTo>
                    <a:pt x="898186" y="5431980"/>
                  </a:lnTo>
                  <a:lnTo>
                    <a:pt x="898438" y="5431980"/>
                  </a:lnTo>
                  <a:lnTo>
                    <a:pt x="898564" y="5431980"/>
                  </a:lnTo>
                  <a:lnTo>
                    <a:pt x="898943" y="5431980"/>
                  </a:lnTo>
                  <a:lnTo>
                    <a:pt x="899322" y="5431980"/>
                  </a:lnTo>
                  <a:lnTo>
                    <a:pt x="899574" y="5431980"/>
                  </a:lnTo>
                  <a:lnTo>
                    <a:pt x="899827" y="5431980"/>
                  </a:lnTo>
                  <a:lnTo>
                    <a:pt x="900079" y="5431980"/>
                  </a:lnTo>
                  <a:lnTo>
                    <a:pt x="900332" y="5431980"/>
                  </a:lnTo>
                  <a:lnTo>
                    <a:pt x="900584" y="5431980"/>
                  </a:lnTo>
                  <a:lnTo>
                    <a:pt x="901216" y="5431980"/>
                  </a:lnTo>
                  <a:lnTo>
                    <a:pt x="901847" y="5431980"/>
                  </a:lnTo>
                  <a:lnTo>
                    <a:pt x="901973" y="5431980"/>
                  </a:lnTo>
                  <a:lnTo>
                    <a:pt x="902352" y="5431980"/>
                  </a:lnTo>
                  <a:lnTo>
                    <a:pt x="902731" y="5431980"/>
                  </a:lnTo>
                  <a:lnTo>
                    <a:pt x="902983" y="5422157"/>
                  </a:lnTo>
                  <a:lnTo>
                    <a:pt x="903110" y="5422157"/>
                  </a:lnTo>
                  <a:lnTo>
                    <a:pt x="903236" y="5422157"/>
                  </a:lnTo>
                  <a:lnTo>
                    <a:pt x="903362" y="5422157"/>
                  </a:lnTo>
                  <a:lnTo>
                    <a:pt x="903488" y="5422157"/>
                  </a:lnTo>
                  <a:lnTo>
                    <a:pt x="903867" y="5422157"/>
                  </a:lnTo>
                  <a:lnTo>
                    <a:pt x="903993" y="5422157"/>
                  </a:lnTo>
                  <a:lnTo>
                    <a:pt x="904372" y="5422157"/>
                  </a:lnTo>
                  <a:lnTo>
                    <a:pt x="904498" y="5422157"/>
                  </a:lnTo>
                  <a:lnTo>
                    <a:pt x="904625" y="5422157"/>
                  </a:lnTo>
                  <a:lnTo>
                    <a:pt x="904877" y="5422157"/>
                  </a:lnTo>
                  <a:lnTo>
                    <a:pt x="905382" y="5422157"/>
                  </a:lnTo>
                  <a:lnTo>
                    <a:pt x="905508" y="5422157"/>
                  </a:lnTo>
                  <a:lnTo>
                    <a:pt x="905635" y="5422157"/>
                  </a:lnTo>
                  <a:lnTo>
                    <a:pt x="906013" y="5422157"/>
                  </a:lnTo>
                  <a:lnTo>
                    <a:pt x="906266" y="5422157"/>
                  </a:lnTo>
                  <a:lnTo>
                    <a:pt x="906518" y="5422157"/>
                  </a:lnTo>
                  <a:lnTo>
                    <a:pt x="906897" y="5422157"/>
                  </a:lnTo>
                  <a:lnTo>
                    <a:pt x="907023" y="5417246"/>
                  </a:lnTo>
                  <a:lnTo>
                    <a:pt x="907150" y="5417246"/>
                  </a:lnTo>
                  <a:lnTo>
                    <a:pt x="907276" y="5417246"/>
                  </a:lnTo>
                  <a:lnTo>
                    <a:pt x="907655" y="5417246"/>
                  </a:lnTo>
                  <a:lnTo>
                    <a:pt x="908160" y="5417246"/>
                  </a:lnTo>
                  <a:lnTo>
                    <a:pt x="908412" y="5417246"/>
                  </a:lnTo>
                  <a:lnTo>
                    <a:pt x="908539" y="5417246"/>
                  </a:lnTo>
                  <a:lnTo>
                    <a:pt x="908791" y="5417246"/>
                  </a:lnTo>
                  <a:lnTo>
                    <a:pt x="909044" y="5417246"/>
                  </a:lnTo>
                  <a:lnTo>
                    <a:pt x="909296" y="5417246"/>
                  </a:lnTo>
                  <a:lnTo>
                    <a:pt x="909422" y="5417246"/>
                  </a:lnTo>
                  <a:lnTo>
                    <a:pt x="909549" y="5417246"/>
                  </a:lnTo>
                  <a:lnTo>
                    <a:pt x="909675" y="5417246"/>
                  </a:lnTo>
                  <a:lnTo>
                    <a:pt x="909801" y="5417246"/>
                  </a:lnTo>
                  <a:lnTo>
                    <a:pt x="909927" y="5417246"/>
                  </a:lnTo>
                  <a:lnTo>
                    <a:pt x="910054" y="5417246"/>
                  </a:lnTo>
                  <a:lnTo>
                    <a:pt x="910559" y="5417246"/>
                  </a:lnTo>
                  <a:lnTo>
                    <a:pt x="910685" y="5417246"/>
                  </a:lnTo>
                  <a:lnTo>
                    <a:pt x="910811" y="5417246"/>
                  </a:lnTo>
                  <a:lnTo>
                    <a:pt x="911190" y="5417246"/>
                  </a:lnTo>
                  <a:lnTo>
                    <a:pt x="911190" y="5412335"/>
                  </a:lnTo>
                  <a:lnTo>
                    <a:pt x="911316" y="5412335"/>
                  </a:lnTo>
                  <a:lnTo>
                    <a:pt x="911821" y="5412335"/>
                  </a:lnTo>
                  <a:lnTo>
                    <a:pt x="913084" y="5412335"/>
                  </a:lnTo>
                  <a:lnTo>
                    <a:pt x="913210" y="5412335"/>
                  </a:lnTo>
                  <a:lnTo>
                    <a:pt x="913841" y="5412335"/>
                  </a:lnTo>
                  <a:lnTo>
                    <a:pt x="914094" y="5412335"/>
                  </a:lnTo>
                  <a:lnTo>
                    <a:pt x="914220" y="5412335"/>
                  </a:lnTo>
                  <a:lnTo>
                    <a:pt x="914978" y="5412335"/>
                  </a:lnTo>
                  <a:lnTo>
                    <a:pt x="915230" y="5412335"/>
                  </a:lnTo>
                  <a:lnTo>
                    <a:pt x="915609" y="5412335"/>
                  </a:lnTo>
                  <a:lnTo>
                    <a:pt x="915861" y="5412335"/>
                  </a:lnTo>
                  <a:lnTo>
                    <a:pt x="915988" y="5412335"/>
                  </a:lnTo>
                  <a:lnTo>
                    <a:pt x="916240" y="5412335"/>
                  </a:lnTo>
                  <a:lnTo>
                    <a:pt x="917124" y="5412335"/>
                  </a:lnTo>
                  <a:lnTo>
                    <a:pt x="917629" y="5412335"/>
                  </a:lnTo>
                  <a:lnTo>
                    <a:pt x="918008" y="5412335"/>
                  </a:lnTo>
                  <a:lnTo>
                    <a:pt x="918260" y="5412335"/>
                  </a:lnTo>
                  <a:lnTo>
                    <a:pt x="918765" y="5407423"/>
                  </a:lnTo>
                  <a:lnTo>
                    <a:pt x="919144" y="5407423"/>
                  </a:lnTo>
                  <a:lnTo>
                    <a:pt x="919270" y="5407423"/>
                  </a:lnTo>
                  <a:lnTo>
                    <a:pt x="919523" y="5407423"/>
                  </a:lnTo>
                  <a:lnTo>
                    <a:pt x="919902" y="5407423"/>
                  </a:lnTo>
                  <a:lnTo>
                    <a:pt x="920533" y="5407423"/>
                  </a:lnTo>
                  <a:lnTo>
                    <a:pt x="921038" y="5407423"/>
                  </a:lnTo>
                  <a:lnTo>
                    <a:pt x="921795" y="5407423"/>
                  </a:lnTo>
                  <a:lnTo>
                    <a:pt x="921922" y="5407423"/>
                  </a:lnTo>
                  <a:lnTo>
                    <a:pt x="922048" y="5407423"/>
                  </a:lnTo>
                  <a:lnTo>
                    <a:pt x="923311" y="5402512"/>
                  </a:lnTo>
                  <a:lnTo>
                    <a:pt x="923563" y="5402512"/>
                  </a:lnTo>
                  <a:lnTo>
                    <a:pt x="923816" y="5402512"/>
                  </a:lnTo>
                  <a:lnTo>
                    <a:pt x="923942" y="5402512"/>
                  </a:lnTo>
                  <a:lnTo>
                    <a:pt x="924321" y="5402512"/>
                  </a:lnTo>
                  <a:lnTo>
                    <a:pt x="924573" y="5402512"/>
                  </a:lnTo>
                  <a:lnTo>
                    <a:pt x="925204" y="5402512"/>
                  </a:lnTo>
                  <a:lnTo>
                    <a:pt x="925457" y="5402512"/>
                  </a:lnTo>
                  <a:lnTo>
                    <a:pt x="925583" y="5402512"/>
                  </a:lnTo>
                  <a:lnTo>
                    <a:pt x="925836" y="5402512"/>
                  </a:lnTo>
                  <a:lnTo>
                    <a:pt x="926593" y="5397601"/>
                  </a:lnTo>
                  <a:lnTo>
                    <a:pt x="926972" y="5392689"/>
                  </a:lnTo>
                  <a:lnTo>
                    <a:pt x="927098" y="5392689"/>
                  </a:lnTo>
                  <a:lnTo>
                    <a:pt x="927351" y="5392689"/>
                  </a:lnTo>
                  <a:lnTo>
                    <a:pt x="927982" y="5392689"/>
                  </a:lnTo>
                  <a:lnTo>
                    <a:pt x="928487" y="5392689"/>
                  </a:lnTo>
                  <a:lnTo>
                    <a:pt x="928613" y="5392689"/>
                  </a:lnTo>
                  <a:lnTo>
                    <a:pt x="928740" y="5392689"/>
                  </a:lnTo>
                  <a:lnTo>
                    <a:pt x="928992" y="5392689"/>
                  </a:lnTo>
                  <a:lnTo>
                    <a:pt x="929118" y="5392689"/>
                  </a:lnTo>
                  <a:lnTo>
                    <a:pt x="929371" y="5392689"/>
                  </a:lnTo>
                  <a:lnTo>
                    <a:pt x="929497" y="5392689"/>
                  </a:lnTo>
                  <a:lnTo>
                    <a:pt x="929750" y="5392689"/>
                  </a:lnTo>
                  <a:lnTo>
                    <a:pt x="930633" y="5392689"/>
                  </a:lnTo>
                  <a:lnTo>
                    <a:pt x="930760" y="5392689"/>
                  </a:lnTo>
                  <a:lnTo>
                    <a:pt x="930886" y="5392689"/>
                  </a:lnTo>
                  <a:lnTo>
                    <a:pt x="931517" y="5392689"/>
                  </a:lnTo>
                  <a:lnTo>
                    <a:pt x="932022" y="5392689"/>
                  </a:lnTo>
                  <a:lnTo>
                    <a:pt x="932148" y="5392689"/>
                  </a:lnTo>
                  <a:lnTo>
                    <a:pt x="932275" y="5392689"/>
                  </a:lnTo>
                  <a:lnTo>
                    <a:pt x="933159" y="5392689"/>
                  </a:lnTo>
                  <a:lnTo>
                    <a:pt x="933664" y="5392689"/>
                  </a:lnTo>
                  <a:lnTo>
                    <a:pt x="934042" y="5392689"/>
                  </a:lnTo>
                  <a:lnTo>
                    <a:pt x="934295" y="5392689"/>
                  </a:lnTo>
                  <a:lnTo>
                    <a:pt x="934800" y="5392689"/>
                  </a:lnTo>
                  <a:lnTo>
                    <a:pt x="934926" y="5392689"/>
                  </a:lnTo>
                  <a:lnTo>
                    <a:pt x="935305" y="5392689"/>
                  </a:lnTo>
                  <a:lnTo>
                    <a:pt x="935684" y="5392689"/>
                  </a:lnTo>
                  <a:lnTo>
                    <a:pt x="935810" y="5392689"/>
                  </a:lnTo>
                  <a:lnTo>
                    <a:pt x="936062" y="5392689"/>
                  </a:lnTo>
                  <a:lnTo>
                    <a:pt x="936189" y="5392689"/>
                  </a:lnTo>
                  <a:lnTo>
                    <a:pt x="936315" y="5392689"/>
                  </a:lnTo>
                  <a:lnTo>
                    <a:pt x="936441" y="5392689"/>
                  </a:lnTo>
                  <a:lnTo>
                    <a:pt x="936820" y="5392689"/>
                  </a:lnTo>
                  <a:lnTo>
                    <a:pt x="937325" y="5392689"/>
                  </a:lnTo>
                  <a:lnTo>
                    <a:pt x="938209" y="5392689"/>
                  </a:lnTo>
                  <a:lnTo>
                    <a:pt x="938840" y="5392689"/>
                  </a:lnTo>
                  <a:lnTo>
                    <a:pt x="939219" y="5392689"/>
                  </a:lnTo>
                  <a:lnTo>
                    <a:pt x="939219" y="5387778"/>
                  </a:lnTo>
                  <a:lnTo>
                    <a:pt x="939345" y="5387778"/>
                  </a:lnTo>
                  <a:lnTo>
                    <a:pt x="940229" y="5387778"/>
                  </a:lnTo>
                  <a:lnTo>
                    <a:pt x="940608" y="5387778"/>
                  </a:lnTo>
                  <a:lnTo>
                    <a:pt x="940860" y="5387778"/>
                  </a:lnTo>
                  <a:lnTo>
                    <a:pt x="941239" y="5387778"/>
                  </a:lnTo>
                  <a:lnTo>
                    <a:pt x="941870" y="5387778"/>
                  </a:lnTo>
                  <a:lnTo>
                    <a:pt x="941996" y="5387778"/>
                  </a:lnTo>
                  <a:lnTo>
                    <a:pt x="942754" y="5387778"/>
                  </a:lnTo>
                  <a:lnTo>
                    <a:pt x="943133" y="5387778"/>
                  </a:lnTo>
                  <a:lnTo>
                    <a:pt x="943512" y="5387778"/>
                  </a:lnTo>
                  <a:lnTo>
                    <a:pt x="943638" y="5387778"/>
                  </a:lnTo>
                  <a:lnTo>
                    <a:pt x="944017" y="5387778"/>
                  </a:lnTo>
                  <a:lnTo>
                    <a:pt x="944522" y="5387778"/>
                  </a:lnTo>
                  <a:lnTo>
                    <a:pt x="945405" y="5387778"/>
                  </a:lnTo>
                  <a:lnTo>
                    <a:pt x="946037" y="5387778"/>
                  </a:lnTo>
                  <a:lnTo>
                    <a:pt x="946542" y="5387778"/>
                  </a:lnTo>
                  <a:lnTo>
                    <a:pt x="946668" y="5387778"/>
                  </a:lnTo>
                  <a:lnTo>
                    <a:pt x="947047" y="5387778"/>
                  </a:lnTo>
                  <a:lnTo>
                    <a:pt x="948562" y="5387778"/>
                  </a:lnTo>
                  <a:lnTo>
                    <a:pt x="949193" y="5387778"/>
                  </a:lnTo>
                  <a:lnTo>
                    <a:pt x="949446" y="5387778"/>
                  </a:lnTo>
                  <a:lnTo>
                    <a:pt x="949951" y="5387778"/>
                  </a:lnTo>
                  <a:lnTo>
                    <a:pt x="950203" y="5387778"/>
                  </a:lnTo>
                  <a:lnTo>
                    <a:pt x="950329" y="5387778"/>
                  </a:lnTo>
                  <a:lnTo>
                    <a:pt x="950961" y="5387778"/>
                  </a:lnTo>
                  <a:lnTo>
                    <a:pt x="951213" y="5387778"/>
                  </a:lnTo>
                  <a:lnTo>
                    <a:pt x="951339" y="5387778"/>
                  </a:lnTo>
                  <a:lnTo>
                    <a:pt x="951466" y="5387778"/>
                  </a:lnTo>
                  <a:lnTo>
                    <a:pt x="951592" y="5382866"/>
                  </a:lnTo>
                  <a:lnTo>
                    <a:pt x="951718" y="5382866"/>
                  </a:lnTo>
                  <a:lnTo>
                    <a:pt x="952097" y="5382866"/>
                  </a:lnTo>
                  <a:lnTo>
                    <a:pt x="952476" y="5382866"/>
                  </a:lnTo>
                  <a:lnTo>
                    <a:pt x="952602" y="5382866"/>
                  </a:lnTo>
                  <a:lnTo>
                    <a:pt x="952854" y="5382866"/>
                  </a:lnTo>
                  <a:lnTo>
                    <a:pt x="953359" y="5382866"/>
                  </a:lnTo>
                  <a:lnTo>
                    <a:pt x="953738" y="5382866"/>
                  </a:lnTo>
                  <a:lnTo>
                    <a:pt x="953991" y="5382866"/>
                  </a:lnTo>
                  <a:lnTo>
                    <a:pt x="954117" y="5382866"/>
                  </a:lnTo>
                  <a:lnTo>
                    <a:pt x="954243" y="5382866"/>
                  </a:lnTo>
                  <a:lnTo>
                    <a:pt x="954622" y="5382866"/>
                  </a:lnTo>
                  <a:lnTo>
                    <a:pt x="954875" y="5382866"/>
                  </a:lnTo>
                  <a:lnTo>
                    <a:pt x="955001" y="5382866"/>
                  </a:lnTo>
                  <a:lnTo>
                    <a:pt x="955127" y="5382866"/>
                  </a:lnTo>
                  <a:lnTo>
                    <a:pt x="955253" y="5382866"/>
                  </a:lnTo>
                  <a:lnTo>
                    <a:pt x="955632" y="5382866"/>
                  </a:lnTo>
                  <a:lnTo>
                    <a:pt x="955758" y="5382866"/>
                  </a:lnTo>
                  <a:lnTo>
                    <a:pt x="955885" y="5382866"/>
                  </a:lnTo>
                  <a:lnTo>
                    <a:pt x="956263" y="5382866"/>
                  </a:lnTo>
                  <a:lnTo>
                    <a:pt x="956516" y="5382866"/>
                  </a:lnTo>
                  <a:lnTo>
                    <a:pt x="956768" y="5382866"/>
                  </a:lnTo>
                  <a:lnTo>
                    <a:pt x="956895" y="5382866"/>
                  </a:lnTo>
                  <a:lnTo>
                    <a:pt x="957147" y="5382866"/>
                  </a:lnTo>
                  <a:lnTo>
                    <a:pt x="957778" y="5382866"/>
                  </a:lnTo>
                  <a:lnTo>
                    <a:pt x="958157" y="5382866"/>
                  </a:lnTo>
                  <a:lnTo>
                    <a:pt x="958283" y="5382866"/>
                  </a:lnTo>
                  <a:lnTo>
                    <a:pt x="958536" y="5382866"/>
                  </a:lnTo>
                  <a:lnTo>
                    <a:pt x="959041" y="5382866"/>
                  </a:lnTo>
                  <a:lnTo>
                    <a:pt x="959167" y="5382866"/>
                  </a:lnTo>
                  <a:lnTo>
                    <a:pt x="959294" y="5382866"/>
                  </a:lnTo>
                  <a:lnTo>
                    <a:pt x="959420" y="5382866"/>
                  </a:lnTo>
                  <a:lnTo>
                    <a:pt x="959672" y="5382866"/>
                  </a:lnTo>
                  <a:lnTo>
                    <a:pt x="960304" y="5382866"/>
                  </a:lnTo>
                  <a:lnTo>
                    <a:pt x="960430" y="5382866"/>
                  </a:lnTo>
                  <a:lnTo>
                    <a:pt x="961440" y="5377955"/>
                  </a:lnTo>
                  <a:lnTo>
                    <a:pt x="961819" y="5377955"/>
                  </a:lnTo>
                  <a:lnTo>
                    <a:pt x="962071" y="5377955"/>
                  </a:lnTo>
                  <a:lnTo>
                    <a:pt x="962702" y="5377955"/>
                  </a:lnTo>
                  <a:lnTo>
                    <a:pt x="962829" y="5377955"/>
                  </a:lnTo>
                  <a:lnTo>
                    <a:pt x="963460" y="5377955"/>
                  </a:lnTo>
                  <a:lnTo>
                    <a:pt x="963839" y="5377955"/>
                  </a:lnTo>
                  <a:lnTo>
                    <a:pt x="964470" y="5377955"/>
                  </a:lnTo>
                  <a:lnTo>
                    <a:pt x="964596" y="5377955"/>
                  </a:lnTo>
                  <a:lnTo>
                    <a:pt x="964849" y="5377955"/>
                  </a:lnTo>
                  <a:lnTo>
                    <a:pt x="964975" y="5377955"/>
                  </a:lnTo>
                  <a:lnTo>
                    <a:pt x="965101" y="5377955"/>
                  </a:lnTo>
                  <a:lnTo>
                    <a:pt x="965606" y="5377955"/>
                  </a:lnTo>
                  <a:lnTo>
                    <a:pt x="965859" y="5377955"/>
                  </a:lnTo>
                  <a:lnTo>
                    <a:pt x="966869" y="5377955"/>
                  </a:lnTo>
                  <a:lnTo>
                    <a:pt x="966995" y="5377955"/>
                  </a:lnTo>
                  <a:lnTo>
                    <a:pt x="967248" y="5377955"/>
                  </a:lnTo>
                  <a:lnTo>
                    <a:pt x="967374" y="5377955"/>
                  </a:lnTo>
                  <a:lnTo>
                    <a:pt x="968131" y="5377955"/>
                  </a:lnTo>
                  <a:lnTo>
                    <a:pt x="968384" y="5377955"/>
                  </a:lnTo>
                  <a:lnTo>
                    <a:pt x="968889" y="5377955"/>
                  </a:lnTo>
                  <a:lnTo>
                    <a:pt x="969142" y="5377955"/>
                  </a:lnTo>
                  <a:lnTo>
                    <a:pt x="969647" y="5377955"/>
                  </a:lnTo>
                  <a:lnTo>
                    <a:pt x="970025" y="5377955"/>
                  </a:lnTo>
                  <a:lnTo>
                    <a:pt x="970530" y="5377955"/>
                  </a:lnTo>
                  <a:lnTo>
                    <a:pt x="970657" y="5377955"/>
                  </a:lnTo>
                  <a:lnTo>
                    <a:pt x="970783" y="5377955"/>
                  </a:lnTo>
                  <a:lnTo>
                    <a:pt x="971035" y="5377955"/>
                  </a:lnTo>
                  <a:lnTo>
                    <a:pt x="971162" y="5377955"/>
                  </a:lnTo>
                  <a:lnTo>
                    <a:pt x="971667" y="5377955"/>
                  </a:lnTo>
                  <a:lnTo>
                    <a:pt x="972045" y="5377955"/>
                  </a:lnTo>
                  <a:lnTo>
                    <a:pt x="972550" y="5377955"/>
                  </a:lnTo>
                  <a:lnTo>
                    <a:pt x="973055" y="5377955"/>
                  </a:lnTo>
                  <a:lnTo>
                    <a:pt x="973182" y="5377955"/>
                  </a:lnTo>
                  <a:lnTo>
                    <a:pt x="973308" y="5377955"/>
                  </a:lnTo>
                  <a:lnTo>
                    <a:pt x="973434" y="5377955"/>
                  </a:lnTo>
                  <a:lnTo>
                    <a:pt x="973560" y="5377955"/>
                  </a:lnTo>
                  <a:lnTo>
                    <a:pt x="974065" y="5377955"/>
                  </a:lnTo>
                  <a:lnTo>
                    <a:pt x="974192" y="5377955"/>
                  </a:lnTo>
                  <a:lnTo>
                    <a:pt x="974949" y="5377955"/>
                  </a:lnTo>
                  <a:lnTo>
                    <a:pt x="975707" y="5377955"/>
                  </a:lnTo>
                  <a:lnTo>
                    <a:pt x="975959" y="5373044"/>
                  </a:lnTo>
                  <a:lnTo>
                    <a:pt x="976086" y="5373044"/>
                  </a:lnTo>
                  <a:lnTo>
                    <a:pt x="976464" y="5373044"/>
                  </a:lnTo>
                  <a:lnTo>
                    <a:pt x="976717" y="5373044"/>
                  </a:lnTo>
                  <a:lnTo>
                    <a:pt x="976843" y="5373044"/>
                  </a:lnTo>
                  <a:lnTo>
                    <a:pt x="976969" y="5373044"/>
                  </a:lnTo>
                  <a:lnTo>
                    <a:pt x="977222" y="5373044"/>
                  </a:lnTo>
                  <a:lnTo>
                    <a:pt x="977474" y="5373044"/>
                  </a:lnTo>
                  <a:lnTo>
                    <a:pt x="977727" y="5373044"/>
                  </a:lnTo>
                  <a:lnTo>
                    <a:pt x="977853" y="5373044"/>
                  </a:lnTo>
                  <a:lnTo>
                    <a:pt x="978232" y="5373044"/>
                  </a:lnTo>
                  <a:lnTo>
                    <a:pt x="978863" y="5373044"/>
                  </a:lnTo>
                  <a:lnTo>
                    <a:pt x="978989" y="5373044"/>
                  </a:lnTo>
                  <a:lnTo>
                    <a:pt x="979116" y="5373044"/>
                  </a:lnTo>
                  <a:lnTo>
                    <a:pt x="979242" y="5368132"/>
                  </a:lnTo>
                  <a:lnTo>
                    <a:pt x="979368" y="5368132"/>
                  </a:lnTo>
                  <a:lnTo>
                    <a:pt x="979495" y="5368132"/>
                  </a:lnTo>
                  <a:lnTo>
                    <a:pt x="979621" y="5368132"/>
                  </a:lnTo>
                  <a:lnTo>
                    <a:pt x="980883" y="5368132"/>
                  </a:lnTo>
                  <a:lnTo>
                    <a:pt x="981010" y="5368132"/>
                  </a:lnTo>
                  <a:lnTo>
                    <a:pt x="981136" y="5368132"/>
                  </a:lnTo>
                  <a:lnTo>
                    <a:pt x="981893" y="5368132"/>
                  </a:lnTo>
                  <a:lnTo>
                    <a:pt x="982525" y="5368132"/>
                  </a:lnTo>
                  <a:lnTo>
                    <a:pt x="982777" y="5368132"/>
                  </a:lnTo>
                  <a:lnTo>
                    <a:pt x="984292" y="5368132"/>
                  </a:lnTo>
                  <a:lnTo>
                    <a:pt x="984418" y="5368132"/>
                  </a:lnTo>
                  <a:lnTo>
                    <a:pt x="984924" y="5368132"/>
                  </a:lnTo>
                  <a:lnTo>
                    <a:pt x="985555" y="5368132"/>
                  </a:lnTo>
                  <a:lnTo>
                    <a:pt x="985681" y="5368132"/>
                  </a:lnTo>
                  <a:lnTo>
                    <a:pt x="985807" y="5368132"/>
                  </a:lnTo>
                  <a:lnTo>
                    <a:pt x="985934" y="5368132"/>
                  </a:lnTo>
                  <a:lnTo>
                    <a:pt x="986060" y="5368132"/>
                  </a:lnTo>
                  <a:lnTo>
                    <a:pt x="986565" y="5368132"/>
                  </a:lnTo>
                  <a:lnTo>
                    <a:pt x="986691" y="5368132"/>
                  </a:lnTo>
                  <a:lnTo>
                    <a:pt x="986944" y="5368132"/>
                  </a:lnTo>
                  <a:lnTo>
                    <a:pt x="987322" y="5368132"/>
                  </a:lnTo>
                  <a:lnTo>
                    <a:pt x="987575" y="5368132"/>
                  </a:lnTo>
                  <a:lnTo>
                    <a:pt x="987827" y="5368132"/>
                  </a:lnTo>
                  <a:lnTo>
                    <a:pt x="987954" y="5368132"/>
                  </a:lnTo>
                  <a:lnTo>
                    <a:pt x="988206" y="5368132"/>
                  </a:lnTo>
                  <a:lnTo>
                    <a:pt x="988585" y="5363221"/>
                  </a:lnTo>
                  <a:lnTo>
                    <a:pt x="988711" y="5363221"/>
                  </a:lnTo>
                  <a:lnTo>
                    <a:pt x="988964" y="5363221"/>
                  </a:lnTo>
                  <a:lnTo>
                    <a:pt x="989342" y="5363221"/>
                  </a:lnTo>
                  <a:lnTo>
                    <a:pt x="989721" y="5363221"/>
                  </a:lnTo>
                  <a:lnTo>
                    <a:pt x="989848" y="5363221"/>
                  </a:lnTo>
                  <a:lnTo>
                    <a:pt x="990100" y="5363221"/>
                  </a:lnTo>
                  <a:lnTo>
                    <a:pt x="990479" y="5363221"/>
                  </a:lnTo>
                  <a:lnTo>
                    <a:pt x="990731" y="5363221"/>
                  </a:lnTo>
                  <a:lnTo>
                    <a:pt x="990984" y="5358310"/>
                  </a:lnTo>
                  <a:lnTo>
                    <a:pt x="991489" y="5358310"/>
                  </a:lnTo>
                  <a:lnTo>
                    <a:pt x="991615" y="5358310"/>
                  </a:lnTo>
                  <a:lnTo>
                    <a:pt x="991994" y="5358310"/>
                  </a:lnTo>
                  <a:lnTo>
                    <a:pt x="992625" y="5358310"/>
                  </a:lnTo>
                  <a:lnTo>
                    <a:pt x="992751" y="5358310"/>
                  </a:lnTo>
                  <a:lnTo>
                    <a:pt x="993130" y="5358310"/>
                  </a:lnTo>
                  <a:lnTo>
                    <a:pt x="993256" y="5358310"/>
                  </a:lnTo>
                  <a:lnTo>
                    <a:pt x="994014" y="5358310"/>
                  </a:lnTo>
                  <a:lnTo>
                    <a:pt x="994266" y="5358310"/>
                  </a:lnTo>
                  <a:lnTo>
                    <a:pt x="995277" y="5353398"/>
                  </a:lnTo>
                  <a:lnTo>
                    <a:pt x="995529" y="5353398"/>
                  </a:lnTo>
                  <a:lnTo>
                    <a:pt x="995908" y="5353398"/>
                  </a:lnTo>
                  <a:lnTo>
                    <a:pt x="996160" y="5353398"/>
                  </a:lnTo>
                  <a:lnTo>
                    <a:pt x="996287" y="5353398"/>
                  </a:lnTo>
                  <a:lnTo>
                    <a:pt x="996792" y="5353398"/>
                  </a:lnTo>
                  <a:lnTo>
                    <a:pt x="997044" y="5353398"/>
                  </a:lnTo>
                  <a:lnTo>
                    <a:pt x="997928" y="5353398"/>
                  </a:lnTo>
                  <a:lnTo>
                    <a:pt x="998307" y="5353398"/>
                  </a:lnTo>
                  <a:lnTo>
                    <a:pt x="998685" y="5353398"/>
                  </a:lnTo>
                  <a:lnTo>
                    <a:pt x="998938" y="5353398"/>
                  </a:lnTo>
                  <a:lnTo>
                    <a:pt x="999948" y="5353398"/>
                  </a:lnTo>
                  <a:lnTo>
                    <a:pt x="1000074" y="5353398"/>
                  </a:lnTo>
                  <a:lnTo>
                    <a:pt x="1000201" y="5353398"/>
                  </a:lnTo>
                  <a:lnTo>
                    <a:pt x="1000706" y="5353398"/>
                  </a:lnTo>
                  <a:lnTo>
                    <a:pt x="1000958" y="5353398"/>
                  </a:lnTo>
                  <a:lnTo>
                    <a:pt x="1001084" y="5353398"/>
                  </a:lnTo>
                  <a:lnTo>
                    <a:pt x="1001337" y="5353398"/>
                  </a:lnTo>
                  <a:lnTo>
                    <a:pt x="1002094" y="5353398"/>
                  </a:lnTo>
                  <a:lnTo>
                    <a:pt x="1002347" y="5353398"/>
                  </a:lnTo>
                  <a:lnTo>
                    <a:pt x="1002473" y="5353398"/>
                  </a:lnTo>
                  <a:lnTo>
                    <a:pt x="1003104" y="5348487"/>
                  </a:lnTo>
                  <a:lnTo>
                    <a:pt x="1003862" y="5348487"/>
                  </a:lnTo>
                  <a:lnTo>
                    <a:pt x="1004367" y="5348487"/>
                  </a:lnTo>
                  <a:lnTo>
                    <a:pt x="1004619" y="5348487"/>
                  </a:lnTo>
                  <a:lnTo>
                    <a:pt x="1004746" y="5348487"/>
                  </a:lnTo>
                  <a:lnTo>
                    <a:pt x="1005756" y="5348487"/>
                  </a:lnTo>
                  <a:lnTo>
                    <a:pt x="1006387" y="5348487"/>
                  </a:lnTo>
                  <a:lnTo>
                    <a:pt x="1006513" y="5348487"/>
                  </a:lnTo>
                  <a:lnTo>
                    <a:pt x="1006892" y="5348487"/>
                  </a:lnTo>
                  <a:lnTo>
                    <a:pt x="1007018" y="5348487"/>
                  </a:lnTo>
                  <a:lnTo>
                    <a:pt x="1007776" y="5343575"/>
                  </a:lnTo>
                  <a:lnTo>
                    <a:pt x="1008407" y="5343575"/>
                  </a:lnTo>
                  <a:lnTo>
                    <a:pt x="1008533" y="5343575"/>
                  </a:lnTo>
                  <a:lnTo>
                    <a:pt x="1008912" y="5343575"/>
                  </a:lnTo>
                  <a:lnTo>
                    <a:pt x="1009165" y="5343575"/>
                  </a:lnTo>
                  <a:lnTo>
                    <a:pt x="1009543" y="5343575"/>
                  </a:lnTo>
                  <a:lnTo>
                    <a:pt x="1010175" y="5343575"/>
                  </a:lnTo>
                  <a:lnTo>
                    <a:pt x="1010554" y="5343575"/>
                  </a:lnTo>
                  <a:lnTo>
                    <a:pt x="1010932" y="5343575"/>
                  </a:lnTo>
                  <a:lnTo>
                    <a:pt x="1011185" y="5343575"/>
                  </a:lnTo>
                  <a:lnTo>
                    <a:pt x="1012069" y="5343575"/>
                  </a:lnTo>
                  <a:lnTo>
                    <a:pt x="1012700" y="5343575"/>
                  </a:lnTo>
                  <a:lnTo>
                    <a:pt x="1012826" y="5343575"/>
                  </a:lnTo>
                  <a:lnTo>
                    <a:pt x="1013079" y="5343575"/>
                  </a:lnTo>
                  <a:lnTo>
                    <a:pt x="1013710" y="5343575"/>
                  </a:lnTo>
                  <a:lnTo>
                    <a:pt x="1014215" y="5343575"/>
                  </a:lnTo>
                  <a:lnTo>
                    <a:pt x="1014846" y="5343575"/>
                  </a:lnTo>
                  <a:lnTo>
                    <a:pt x="1015099" y="5343575"/>
                  </a:lnTo>
                  <a:lnTo>
                    <a:pt x="1015856" y="5343575"/>
                  </a:lnTo>
                  <a:lnTo>
                    <a:pt x="1015983" y="5343575"/>
                  </a:lnTo>
                  <a:lnTo>
                    <a:pt x="1016488" y="5343575"/>
                  </a:lnTo>
                  <a:lnTo>
                    <a:pt x="1016740" y="5343575"/>
                  </a:lnTo>
                  <a:lnTo>
                    <a:pt x="1017245" y="5338664"/>
                  </a:lnTo>
                  <a:lnTo>
                    <a:pt x="1017498" y="5338664"/>
                  </a:lnTo>
                  <a:lnTo>
                    <a:pt x="1017624" y="5338664"/>
                  </a:lnTo>
                  <a:lnTo>
                    <a:pt x="1017876" y="5338664"/>
                  </a:lnTo>
                  <a:lnTo>
                    <a:pt x="1018508" y="5338664"/>
                  </a:lnTo>
                  <a:lnTo>
                    <a:pt x="1018634" y="5338664"/>
                  </a:lnTo>
                  <a:lnTo>
                    <a:pt x="1019013" y="5338664"/>
                  </a:lnTo>
                  <a:lnTo>
                    <a:pt x="1019391" y="5338664"/>
                  </a:lnTo>
                  <a:lnTo>
                    <a:pt x="1019770" y="5338664"/>
                  </a:lnTo>
                  <a:lnTo>
                    <a:pt x="1019896" y="5338664"/>
                  </a:lnTo>
                  <a:lnTo>
                    <a:pt x="1020401" y="5338664"/>
                  </a:lnTo>
                  <a:lnTo>
                    <a:pt x="1020528" y="5338664"/>
                  </a:lnTo>
                  <a:lnTo>
                    <a:pt x="1020907" y="5338664"/>
                  </a:lnTo>
                  <a:lnTo>
                    <a:pt x="1021412" y="5338664"/>
                  </a:lnTo>
                  <a:lnTo>
                    <a:pt x="1022043" y="5338664"/>
                  </a:lnTo>
                  <a:lnTo>
                    <a:pt x="1022927" y="5338664"/>
                  </a:lnTo>
                  <a:lnTo>
                    <a:pt x="1023053" y="5338664"/>
                  </a:lnTo>
                  <a:lnTo>
                    <a:pt x="1023179" y="5338664"/>
                  </a:lnTo>
                  <a:lnTo>
                    <a:pt x="1023558" y="5338664"/>
                  </a:lnTo>
                  <a:lnTo>
                    <a:pt x="1024189" y="5338664"/>
                  </a:lnTo>
                  <a:lnTo>
                    <a:pt x="1024442" y="5338664"/>
                  </a:lnTo>
                  <a:lnTo>
                    <a:pt x="1024568" y="5338664"/>
                  </a:lnTo>
                  <a:lnTo>
                    <a:pt x="1024820" y="5338664"/>
                  </a:lnTo>
                  <a:lnTo>
                    <a:pt x="1024947" y="5338664"/>
                  </a:lnTo>
                  <a:lnTo>
                    <a:pt x="1025325" y="5338664"/>
                  </a:lnTo>
                  <a:lnTo>
                    <a:pt x="1025578" y="5338664"/>
                  </a:lnTo>
                  <a:lnTo>
                    <a:pt x="1025704" y="5338664"/>
                  </a:lnTo>
                  <a:lnTo>
                    <a:pt x="1025831" y="5338664"/>
                  </a:lnTo>
                  <a:lnTo>
                    <a:pt x="1026083" y="5338664"/>
                  </a:lnTo>
                  <a:lnTo>
                    <a:pt x="1026841" y="5338664"/>
                  </a:lnTo>
                  <a:lnTo>
                    <a:pt x="1027346" y="5338664"/>
                  </a:lnTo>
                  <a:lnTo>
                    <a:pt x="1027472" y="5338664"/>
                  </a:lnTo>
                  <a:lnTo>
                    <a:pt x="1027851" y="5338664"/>
                  </a:lnTo>
                  <a:lnTo>
                    <a:pt x="1027977" y="5338664"/>
                  </a:lnTo>
                  <a:lnTo>
                    <a:pt x="1028608" y="5338664"/>
                  </a:lnTo>
                  <a:lnTo>
                    <a:pt x="1029618" y="5338664"/>
                  </a:lnTo>
                  <a:lnTo>
                    <a:pt x="1029997" y="5338664"/>
                  </a:lnTo>
                  <a:lnTo>
                    <a:pt x="1030376" y="5338664"/>
                  </a:lnTo>
                  <a:lnTo>
                    <a:pt x="1030502" y="5338664"/>
                  </a:lnTo>
                  <a:lnTo>
                    <a:pt x="1030754" y="5338664"/>
                  </a:lnTo>
                  <a:lnTo>
                    <a:pt x="1030881" y="5338664"/>
                  </a:lnTo>
                  <a:lnTo>
                    <a:pt x="1031386" y="5338664"/>
                  </a:lnTo>
                  <a:lnTo>
                    <a:pt x="1031891" y="5338664"/>
                  </a:lnTo>
                  <a:lnTo>
                    <a:pt x="1032017" y="5338664"/>
                  </a:lnTo>
                  <a:lnTo>
                    <a:pt x="1033406" y="5338664"/>
                  </a:lnTo>
                  <a:lnTo>
                    <a:pt x="1033658" y="5338664"/>
                  </a:lnTo>
                  <a:lnTo>
                    <a:pt x="1034416" y="5338664"/>
                  </a:lnTo>
                  <a:lnTo>
                    <a:pt x="1034795" y="5338664"/>
                  </a:lnTo>
                  <a:lnTo>
                    <a:pt x="1035426" y="5338664"/>
                  </a:lnTo>
                  <a:lnTo>
                    <a:pt x="1035678" y="5338664"/>
                  </a:lnTo>
                  <a:lnTo>
                    <a:pt x="1036184" y="5338664"/>
                  </a:lnTo>
                  <a:lnTo>
                    <a:pt x="1036310" y="5338664"/>
                  </a:lnTo>
                  <a:lnTo>
                    <a:pt x="1036815" y="5338664"/>
                  </a:lnTo>
                  <a:lnTo>
                    <a:pt x="1036941" y="5338664"/>
                  </a:lnTo>
                  <a:lnTo>
                    <a:pt x="1037320" y="5338664"/>
                  </a:lnTo>
                  <a:lnTo>
                    <a:pt x="1037825" y="5338664"/>
                  </a:lnTo>
                  <a:lnTo>
                    <a:pt x="1038077" y="5338664"/>
                  </a:lnTo>
                  <a:lnTo>
                    <a:pt x="1038456" y="5338664"/>
                  </a:lnTo>
                  <a:lnTo>
                    <a:pt x="1039214" y="5338664"/>
                  </a:lnTo>
                  <a:lnTo>
                    <a:pt x="1039340" y="5338664"/>
                  </a:lnTo>
                  <a:lnTo>
                    <a:pt x="1039466" y="5338664"/>
                  </a:lnTo>
                  <a:lnTo>
                    <a:pt x="1039971" y="5338664"/>
                  </a:lnTo>
                  <a:lnTo>
                    <a:pt x="1040097" y="5338664"/>
                  </a:lnTo>
                  <a:lnTo>
                    <a:pt x="1040729" y="5333753"/>
                  </a:lnTo>
                  <a:lnTo>
                    <a:pt x="1040981" y="5333753"/>
                  </a:lnTo>
                  <a:lnTo>
                    <a:pt x="1041234" y="5333753"/>
                  </a:lnTo>
                  <a:lnTo>
                    <a:pt x="1041360" y="5333753"/>
                  </a:lnTo>
                  <a:lnTo>
                    <a:pt x="1041486" y="5333753"/>
                  </a:lnTo>
                  <a:lnTo>
                    <a:pt x="1041739" y="5328841"/>
                  </a:lnTo>
                  <a:lnTo>
                    <a:pt x="1041991" y="5328841"/>
                  </a:lnTo>
                  <a:lnTo>
                    <a:pt x="1042623" y="5328841"/>
                  </a:lnTo>
                  <a:lnTo>
                    <a:pt x="1042875" y="5323930"/>
                  </a:lnTo>
                  <a:lnTo>
                    <a:pt x="1043128" y="5323930"/>
                  </a:lnTo>
                  <a:lnTo>
                    <a:pt x="1043506" y="5323930"/>
                  </a:lnTo>
                  <a:lnTo>
                    <a:pt x="1043633" y="5323930"/>
                  </a:lnTo>
                  <a:lnTo>
                    <a:pt x="1043759" y="5323930"/>
                  </a:lnTo>
                  <a:lnTo>
                    <a:pt x="1044138" y="5323930"/>
                  </a:lnTo>
                  <a:lnTo>
                    <a:pt x="1044390" y="5323930"/>
                  </a:lnTo>
                  <a:lnTo>
                    <a:pt x="1045148" y="5323930"/>
                  </a:lnTo>
                  <a:lnTo>
                    <a:pt x="1045526" y="5323930"/>
                  </a:lnTo>
                  <a:lnTo>
                    <a:pt x="1045653" y="5323930"/>
                  </a:lnTo>
                  <a:lnTo>
                    <a:pt x="1046284" y="5323930"/>
                  </a:lnTo>
                  <a:lnTo>
                    <a:pt x="1047042" y="5323930"/>
                  </a:lnTo>
                  <a:lnTo>
                    <a:pt x="1047168" y="5323930"/>
                  </a:lnTo>
                  <a:lnTo>
                    <a:pt x="1047673" y="5323930"/>
                  </a:lnTo>
                  <a:lnTo>
                    <a:pt x="1048683" y="5323930"/>
                  </a:lnTo>
                  <a:lnTo>
                    <a:pt x="1049188" y="5323930"/>
                  </a:lnTo>
                  <a:lnTo>
                    <a:pt x="1049440" y="5323930"/>
                  </a:lnTo>
                  <a:lnTo>
                    <a:pt x="1049693" y="5323930"/>
                  </a:lnTo>
                  <a:lnTo>
                    <a:pt x="1049819" y="5323930"/>
                  </a:lnTo>
                  <a:lnTo>
                    <a:pt x="1050072" y="5323930"/>
                  </a:lnTo>
                  <a:lnTo>
                    <a:pt x="1050198" y="5323930"/>
                  </a:lnTo>
                  <a:lnTo>
                    <a:pt x="1050829" y="5323930"/>
                  </a:lnTo>
                  <a:lnTo>
                    <a:pt x="1051208" y="5323930"/>
                  </a:lnTo>
                  <a:lnTo>
                    <a:pt x="1051460" y="5323930"/>
                  </a:lnTo>
                  <a:lnTo>
                    <a:pt x="1051587" y="5323930"/>
                  </a:lnTo>
                  <a:lnTo>
                    <a:pt x="1051966" y="5319019"/>
                  </a:lnTo>
                  <a:lnTo>
                    <a:pt x="1052471" y="5319019"/>
                  </a:lnTo>
                  <a:lnTo>
                    <a:pt x="1052976" y="5319019"/>
                  </a:lnTo>
                  <a:lnTo>
                    <a:pt x="1053354" y="5319019"/>
                  </a:lnTo>
                  <a:lnTo>
                    <a:pt x="1053986" y="5314107"/>
                  </a:lnTo>
                  <a:lnTo>
                    <a:pt x="1054112" y="5314107"/>
                  </a:lnTo>
                  <a:lnTo>
                    <a:pt x="1054491" y="5314107"/>
                  </a:lnTo>
                  <a:lnTo>
                    <a:pt x="1054743" y="5314107"/>
                  </a:lnTo>
                  <a:lnTo>
                    <a:pt x="1055122" y="5314107"/>
                  </a:lnTo>
                  <a:lnTo>
                    <a:pt x="1056511" y="5314107"/>
                  </a:lnTo>
                  <a:lnTo>
                    <a:pt x="1056637" y="5314107"/>
                  </a:lnTo>
                  <a:lnTo>
                    <a:pt x="1057016" y="5314107"/>
                  </a:lnTo>
                  <a:lnTo>
                    <a:pt x="1057395" y="5314107"/>
                  </a:lnTo>
                  <a:lnTo>
                    <a:pt x="1057521" y="5314107"/>
                  </a:lnTo>
                  <a:lnTo>
                    <a:pt x="1057647" y="5314107"/>
                  </a:lnTo>
                  <a:lnTo>
                    <a:pt x="1058026" y="5314107"/>
                  </a:lnTo>
                  <a:lnTo>
                    <a:pt x="1058405" y="5314107"/>
                  </a:lnTo>
                  <a:lnTo>
                    <a:pt x="1058531" y="5314107"/>
                  </a:lnTo>
                  <a:lnTo>
                    <a:pt x="1059036" y="5314107"/>
                  </a:lnTo>
                  <a:lnTo>
                    <a:pt x="1059162" y="5314107"/>
                  </a:lnTo>
                  <a:lnTo>
                    <a:pt x="1059667" y="5314107"/>
                  </a:lnTo>
                  <a:lnTo>
                    <a:pt x="1060046" y="5314107"/>
                  </a:lnTo>
                  <a:lnTo>
                    <a:pt x="1060551" y="5314107"/>
                  </a:lnTo>
                  <a:lnTo>
                    <a:pt x="1060803" y="5314107"/>
                  </a:lnTo>
                  <a:lnTo>
                    <a:pt x="1061182" y="5314107"/>
                  </a:lnTo>
                  <a:lnTo>
                    <a:pt x="1061435" y="5314107"/>
                  </a:lnTo>
                  <a:lnTo>
                    <a:pt x="1061561" y="5314107"/>
                  </a:lnTo>
                  <a:lnTo>
                    <a:pt x="1061940" y="5314107"/>
                  </a:lnTo>
                  <a:lnTo>
                    <a:pt x="1062192" y="5314107"/>
                  </a:lnTo>
                  <a:lnTo>
                    <a:pt x="1062445" y="5314107"/>
                  </a:lnTo>
                  <a:lnTo>
                    <a:pt x="1062950" y="5314107"/>
                  </a:lnTo>
                  <a:lnTo>
                    <a:pt x="1063834" y="5314107"/>
                  </a:lnTo>
                  <a:lnTo>
                    <a:pt x="1063960" y="5314107"/>
                  </a:lnTo>
                  <a:lnTo>
                    <a:pt x="1064212" y="5314107"/>
                  </a:lnTo>
                  <a:lnTo>
                    <a:pt x="1065096" y="5314107"/>
                  </a:lnTo>
                  <a:lnTo>
                    <a:pt x="1065727" y="5314107"/>
                  </a:lnTo>
                  <a:lnTo>
                    <a:pt x="1065980" y="5314107"/>
                  </a:lnTo>
                  <a:lnTo>
                    <a:pt x="1066106" y="5314107"/>
                  </a:lnTo>
                  <a:lnTo>
                    <a:pt x="1066359" y="5309196"/>
                  </a:lnTo>
                  <a:lnTo>
                    <a:pt x="1066611" y="5309196"/>
                  </a:lnTo>
                  <a:lnTo>
                    <a:pt x="1066737" y="5309196"/>
                  </a:lnTo>
                  <a:lnTo>
                    <a:pt x="1066737" y="5304284"/>
                  </a:lnTo>
                  <a:lnTo>
                    <a:pt x="1067621" y="5304284"/>
                  </a:lnTo>
                  <a:lnTo>
                    <a:pt x="1068253" y="5304284"/>
                  </a:lnTo>
                  <a:lnTo>
                    <a:pt x="1068631" y="5304284"/>
                  </a:lnTo>
                  <a:lnTo>
                    <a:pt x="1068758" y="5304284"/>
                  </a:lnTo>
                  <a:lnTo>
                    <a:pt x="1069010" y="5299373"/>
                  </a:lnTo>
                  <a:lnTo>
                    <a:pt x="1069768" y="5299373"/>
                  </a:lnTo>
                  <a:lnTo>
                    <a:pt x="1069894" y="5299373"/>
                  </a:lnTo>
                  <a:lnTo>
                    <a:pt x="1070651" y="5299373"/>
                  </a:lnTo>
                  <a:lnTo>
                    <a:pt x="1070778" y="5299373"/>
                  </a:lnTo>
                  <a:lnTo>
                    <a:pt x="1070904" y="5299373"/>
                  </a:lnTo>
                  <a:lnTo>
                    <a:pt x="1071283" y="5299373"/>
                  </a:lnTo>
                  <a:lnTo>
                    <a:pt x="1071661" y="5299373"/>
                  </a:lnTo>
                  <a:lnTo>
                    <a:pt x="1071788" y="5299373"/>
                  </a:lnTo>
                  <a:lnTo>
                    <a:pt x="1072167" y="5299373"/>
                  </a:lnTo>
                  <a:lnTo>
                    <a:pt x="1072672" y="5299373"/>
                  </a:lnTo>
                  <a:lnTo>
                    <a:pt x="1072798" y="5299373"/>
                  </a:lnTo>
                  <a:lnTo>
                    <a:pt x="1073050" y="5299373"/>
                  </a:lnTo>
                  <a:lnTo>
                    <a:pt x="1073429" y="5299373"/>
                  </a:lnTo>
                  <a:lnTo>
                    <a:pt x="1073934" y="5299373"/>
                  </a:lnTo>
                  <a:lnTo>
                    <a:pt x="1074060" y="5299373"/>
                  </a:lnTo>
                  <a:lnTo>
                    <a:pt x="1074692" y="5299373"/>
                  </a:lnTo>
                  <a:lnTo>
                    <a:pt x="1075070" y="5299373"/>
                  </a:lnTo>
                  <a:lnTo>
                    <a:pt x="1075702" y="5294462"/>
                  </a:lnTo>
                  <a:lnTo>
                    <a:pt x="1075828" y="5294462"/>
                  </a:lnTo>
                  <a:lnTo>
                    <a:pt x="1075954" y="5294462"/>
                  </a:lnTo>
                  <a:lnTo>
                    <a:pt x="1076207" y="5294462"/>
                  </a:lnTo>
                  <a:lnTo>
                    <a:pt x="1076712" y="5294462"/>
                  </a:lnTo>
                  <a:lnTo>
                    <a:pt x="1076838" y="5294462"/>
                  </a:lnTo>
                  <a:lnTo>
                    <a:pt x="1077217" y="5294462"/>
                  </a:lnTo>
                  <a:lnTo>
                    <a:pt x="1077469" y="5294462"/>
                  </a:lnTo>
                  <a:lnTo>
                    <a:pt x="1077722" y="5294462"/>
                  </a:lnTo>
                  <a:lnTo>
                    <a:pt x="1077848" y="5289550"/>
                  </a:lnTo>
                  <a:lnTo>
                    <a:pt x="1078353" y="5289550"/>
                  </a:lnTo>
                  <a:lnTo>
                    <a:pt x="1078479" y="5289550"/>
                  </a:lnTo>
                  <a:lnTo>
                    <a:pt x="1078984" y="5289550"/>
                  </a:lnTo>
                  <a:lnTo>
                    <a:pt x="1079237" y="5289550"/>
                  </a:lnTo>
                  <a:lnTo>
                    <a:pt x="1079868" y="5289550"/>
                  </a:lnTo>
                  <a:lnTo>
                    <a:pt x="1079994" y="5289550"/>
                  </a:lnTo>
                  <a:lnTo>
                    <a:pt x="1080121" y="5289550"/>
                  </a:lnTo>
                  <a:lnTo>
                    <a:pt x="1080247" y="5289550"/>
                  </a:lnTo>
                  <a:lnTo>
                    <a:pt x="1080626" y="5289550"/>
                  </a:lnTo>
                  <a:lnTo>
                    <a:pt x="1080752" y="5289550"/>
                  </a:lnTo>
                  <a:lnTo>
                    <a:pt x="1081383" y="5289550"/>
                  </a:lnTo>
                  <a:lnTo>
                    <a:pt x="1081762" y="5289550"/>
                  </a:lnTo>
                  <a:lnTo>
                    <a:pt x="1082141" y="5289550"/>
                  </a:lnTo>
                  <a:lnTo>
                    <a:pt x="1082267" y="5289550"/>
                  </a:lnTo>
                  <a:lnTo>
                    <a:pt x="1082646" y="5289550"/>
                  </a:lnTo>
                  <a:lnTo>
                    <a:pt x="1082898" y="5289550"/>
                  </a:lnTo>
                  <a:lnTo>
                    <a:pt x="1083277" y="5289550"/>
                  </a:lnTo>
                  <a:lnTo>
                    <a:pt x="1084287" y="5289550"/>
                  </a:lnTo>
                  <a:lnTo>
                    <a:pt x="1084540" y="5289550"/>
                  </a:lnTo>
                  <a:lnTo>
                    <a:pt x="1084918" y="5289550"/>
                  </a:lnTo>
                  <a:lnTo>
                    <a:pt x="1085045" y="5289550"/>
                  </a:lnTo>
                  <a:lnTo>
                    <a:pt x="1085676" y="5279728"/>
                  </a:lnTo>
                  <a:lnTo>
                    <a:pt x="1085928" y="5279728"/>
                  </a:lnTo>
                  <a:lnTo>
                    <a:pt x="1086055" y="5279728"/>
                  </a:lnTo>
                  <a:lnTo>
                    <a:pt x="1086560" y="5279728"/>
                  </a:lnTo>
                  <a:lnTo>
                    <a:pt x="1087317" y="5279728"/>
                  </a:lnTo>
                  <a:lnTo>
                    <a:pt x="1087443" y="5279728"/>
                  </a:lnTo>
                  <a:lnTo>
                    <a:pt x="1087570" y="5279728"/>
                  </a:lnTo>
                  <a:lnTo>
                    <a:pt x="1088075" y="5279728"/>
                  </a:lnTo>
                  <a:lnTo>
                    <a:pt x="1088201" y="5279728"/>
                  </a:lnTo>
                  <a:lnTo>
                    <a:pt x="1088454" y="5279728"/>
                  </a:lnTo>
                  <a:lnTo>
                    <a:pt x="1088959" y="5279728"/>
                  </a:lnTo>
                  <a:lnTo>
                    <a:pt x="1089085" y="5279728"/>
                  </a:lnTo>
                  <a:lnTo>
                    <a:pt x="1089464" y="5274816"/>
                  </a:lnTo>
                  <a:lnTo>
                    <a:pt x="1089842" y="5274816"/>
                  </a:lnTo>
                  <a:lnTo>
                    <a:pt x="1089969" y="5274816"/>
                  </a:lnTo>
                  <a:lnTo>
                    <a:pt x="1090095" y="5274816"/>
                  </a:lnTo>
                  <a:lnTo>
                    <a:pt x="1090347" y="5274816"/>
                  </a:lnTo>
                  <a:lnTo>
                    <a:pt x="1090979" y="5274816"/>
                  </a:lnTo>
                  <a:lnTo>
                    <a:pt x="1091105" y="5274816"/>
                  </a:lnTo>
                  <a:lnTo>
                    <a:pt x="1091357" y="5274816"/>
                  </a:lnTo>
                  <a:lnTo>
                    <a:pt x="1091989" y="5274816"/>
                  </a:lnTo>
                  <a:lnTo>
                    <a:pt x="1092620" y="5274816"/>
                  </a:lnTo>
                  <a:lnTo>
                    <a:pt x="1093630" y="5274816"/>
                  </a:lnTo>
                  <a:lnTo>
                    <a:pt x="1093883" y="5269905"/>
                  </a:lnTo>
                  <a:lnTo>
                    <a:pt x="1094261" y="5269905"/>
                  </a:lnTo>
                  <a:lnTo>
                    <a:pt x="1094514" y="5269905"/>
                  </a:lnTo>
                  <a:lnTo>
                    <a:pt x="1094640" y="5269905"/>
                  </a:lnTo>
                  <a:lnTo>
                    <a:pt x="1094766" y="5269905"/>
                  </a:lnTo>
                  <a:lnTo>
                    <a:pt x="1094893" y="5264993"/>
                  </a:lnTo>
                  <a:lnTo>
                    <a:pt x="1095019" y="5264993"/>
                  </a:lnTo>
                  <a:lnTo>
                    <a:pt x="1095524" y="5264993"/>
                  </a:lnTo>
                  <a:lnTo>
                    <a:pt x="1095650" y="5264993"/>
                  </a:lnTo>
                  <a:lnTo>
                    <a:pt x="1095776" y="5264993"/>
                  </a:lnTo>
                  <a:lnTo>
                    <a:pt x="1096408" y="5260082"/>
                  </a:lnTo>
                  <a:lnTo>
                    <a:pt x="1096786" y="5260082"/>
                  </a:lnTo>
                  <a:lnTo>
                    <a:pt x="1097165" y="5260082"/>
                  </a:lnTo>
                  <a:lnTo>
                    <a:pt x="1097544" y="5260082"/>
                  </a:lnTo>
                  <a:lnTo>
                    <a:pt x="1097670" y="5260082"/>
                  </a:lnTo>
                  <a:lnTo>
                    <a:pt x="1097923" y="5260082"/>
                  </a:lnTo>
                  <a:lnTo>
                    <a:pt x="1098680" y="5260082"/>
                  </a:lnTo>
                  <a:lnTo>
                    <a:pt x="1099059" y="5260082"/>
                  </a:lnTo>
                  <a:lnTo>
                    <a:pt x="1099312" y="5260082"/>
                  </a:lnTo>
                  <a:lnTo>
                    <a:pt x="1099564" y="5260082"/>
                  </a:lnTo>
                  <a:lnTo>
                    <a:pt x="1099817" y="5260082"/>
                  </a:lnTo>
                  <a:lnTo>
                    <a:pt x="1100195" y="5260082"/>
                  </a:lnTo>
                  <a:lnTo>
                    <a:pt x="1100574" y="5260082"/>
                  </a:lnTo>
                  <a:lnTo>
                    <a:pt x="1100827" y="5260082"/>
                  </a:lnTo>
                  <a:lnTo>
                    <a:pt x="1101079" y="5260082"/>
                  </a:lnTo>
                  <a:lnTo>
                    <a:pt x="1101584" y="5260082"/>
                  </a:lnTo>
                  <a:lnTo>
                    <a:pt x="1102594" y="5260082"/>
                  </a:lnTo>
                  <a:lnTo>
                    <a:pt x="1102720" y="5260082"/>
                  </a:lnTo>
                  <a:lnTo>
                    <a:pt x="1103352" y="5260082"/>
                  </a:lnTo>
                  <a:lnTo>
                    <a:pt x="1103604" y="5260082"/>
                  </a:lnTo>
                  <a:lnTo>
                    <a:pt x="1103983" y="5260082"/>
                  </a:lnTo>
                  <a:lnTo>
                    <a:pt x="1104236" y="5260082"/>
                  </a:lnTo>
                  <a:lnTo>
                    <a:pt x="1104993" y="5260082"/>
                  </a:lnTo>
                  <a:lnTo>
                    <a:pt x="1105372" y="5260082"/>
                  </a:lnTo>
                  <a:lnTo>
                    <a:pt x="1105624" y="5260082"/>
                  </a:lnTo>
                  <a:lnTo>
                    <a:pt x="1106003" y="5260082"/>
                  </a:lnTo>
                  <a:lnTo>
                    <a:pt x="1106887" y="5260082"/>
                  </a:lnTo>
                  <a:lnTo>
                    <a:pt x="1107013" y="5260082"/>
                  </a:lnTo>
                  <a:lnTo>
                    <a:pt x="1107266" y="5260082"/>
                  </a:lnTo>
                  <a:lnTo>
                    <a:pt x="1107771" y="5260082"/>
                  </a:lnTo>
                  <a:lnTo>
                    <a:pt x="1109033" y="5260082"/>
                  </a:lnTo>
                  <a:lnTo>
                    <a:pt x="1109286" y="5260082"/>
                  </a:lnTo>
                  <a:lnTo>
                    <a:pt x="1109791" y="5255171"/>
                  </a:lnTo>
                  <a:lnTo>
                    <a:pt x="1110548" y="5255171"/>
                  </a:lnTo>
                  <a:lnTo>
                    <a:pt x="1110675" y="5255171"/>
                  </a:lnTo>
                  <a:lnTo>
                    <a:pt x="1111558" y="5250259"/>
                  </a:lnTo>
                  <a:lnTo>
                    <a:pt x="1111685" y="5250259"/>
                  </a:lnTo>
                  <a:lnTo>
                    <a:pt x="1111937" y="5250259"/>
                  </a:lnTo>
                  <a:lnTo>
                    <a:pt x="1112316" y="5250259"/>
                  </a:lnTo>
                  <a:lnTo>
                    <a:pt x="1112821" y="5250259"/>
                  </a:lnTo>
                  <a:lnTo>
                    <a:pt x="1114841" y="5250259"/>
                  </a:lnTo>
                  <a:lnTo>
                    <a:pt x="1114967" y="5250259"/>
                  </a:lnTo>
                  <a:lnTo>
                    <a:pt x="1115094" y="5250259"/>
                  </a:lnTo>
                  <a:lnTo>
                    <a:pt x="1115220" y="5250259"/>
                  </a:lnTo>
                  <a:lnTo>
                    <a:pt x="1115472" y="5250259"/>
                  </a:lnTo>
                  <a:lnTo>
                    <a:pt x="1115977" y="5250259"/>
                  </a:lnTo>
                  <a:lnTo>
                    <a:pt x="1116104" y="5250259"/>
                  </a:lnTo>
                  <a:lnTo>
                    <a:pt x="1116609" y="5250259"/>
                  </a:lnTo>
                  <a:lnTo>
                    <a:pt x="1116735" y="5250259"/>
                  </a:lnTo>
                  <a:lnTo>
                    <a:pt x="1116861" y="5250259"/>
                  </a:lnTo>
                  <a:lnTo>
                    <a:pt x="1116987" y="5250259"/>
                  </a:lnTo>
                  <a:lnTo>
                    <a:pt x="1117997" y="5250259"/>
                  </a:lnTo>
                  <a:lnTo>
                    <a:pt x="1118376" y="5250259"/>
                  </a:lnTo>
                  <a:lnTo>
                    <a:pt x="1119260" y="5250259"/>
                  </a:lnTo>
                  <a:lnTo>
                    <a:pt x="1119386" y="5250259"/>
                  </a:lnTo>
                  <a:lnTo>
                    <a:pt x="1119639" y="5250259"/>
                  </a:lnTo>
                  <a:lnTo>
                    <a:pt x="1119891" y="5250259"/>
                  </a:lnTo>
                  <a:lnTo>
                    <a:pt x="1120396" y="5250259"/>
                  </a:lnTo>
                  <a:lnTo>
                    <a:pt x="1120649" y="5250259"/>
                  </a:lnTo>
                  <a:lnTo>
                    <a:pt x="1121028" y="5250259"/>
                  </a:lnTo>
                  <a:lnTo>
                    <a:pt x="1121154" y="5250259"/>
                  </a:lnTo>
                  <a:lnTo>
                    <a:pt x="1121785" y="5250259"/>
                  </a:lnTo>
                  <a:lnTo>
                    <a:pt x="1121911" y="5250259"/>
                  </a:lnTo>
                  <a:lnTo>
                    <a:pt x="1122038" y="5250259"/>
                  </a:lnTo>
                  <a:lnTo>
                    <a:pt x="1122921" y="5245348"/>
                  </a:lnTo>
                  <a:lnTo>
                    <a:pt x="1123048" y="5245348"/>
                  </a:lnTo>
                  <a:lnTo>
                    <a:pt x="1123174" y="5245348"/>
                  </a:lnTo>
                  <a:lnTo>
                    <a:pt x="1123300" y="5245348"/>
                  </a:lnTo>
                  <a:lnTo>
                    <a:pt x="1124563" y="5245348"/>
                  </a:lnTo>
                  <a:lnTo>
                    <a:pt x="1124942" y="5245348"/>
                  </a:lnTo>
                  <a:lnTo>
                    <a:pt x="1125194" y="5245348"/>
                  </a:lnTo>
                  <a:lnTo>
                    <a:pt x="1125320" y="5245348"/>
                  </a:lnTo>
                  <a:lnTo>
                    <a:pt x="1125447" y="5245348"/>
                  </a:lnTo>
                  <a:lnTo>
                    <a:pt x="1125699" y="5245348"/>
                  </a:lnTo>
                  <a:lnTo>
                    <a:pt x="1125952" y="5245348"/>
                  </a:lnTo>
                  <a:lnTo>
                    <a:pt x="1126835" y="5240437"/>
                  </a:lnTo>
                  <a:lnTo>
                    <a:pt x="1127845" y="5240437"/>
                  </a:lnTo>
                  <a:lnTo>
                    <a:pt x="1127972" y="5240437"/>
                  </a:lnTo>
                  <a:lnTo>
                    <a:pt x="1128224" y="5240437"/>
                  </a:lnTo>
                  <a:lnTo>
                    <a:pt x="1128729" y="5240437"/>
                  </a:lnTo>
                  <a:lnTo>
                    <a:pt x="1129108" y="5240437"/>
                  </a:lnTo>
                  <a:lnTo>
                    <a:pt x="1129234" y="5240437"/>
                  </a:lnTo>
                  <a:lnTo>
                    <a:pt x="1130244" y="5240437"/>
                  </a:lnTo>
                  <a:lnTo>
                    <a:pt x="1130749" y="5240437"/>
                  </a:lnTo>
                  <a:lnTo>
                    <a:pt x="1131507" y="5240437"/>
                  </a:lnTo>
                  <a:lnTo>
                    <a:pt x="1131633" y="5240437"/>
                  </a:lnTo>
                  <a:lnTo>
                    <a:pt x="1131759" y="5240437"/>
                  </a:lnTo>
                  <a:lnTo>
                    <a:pt x="1132138" y="5240437"/>
                  </a:lnTo>
                  <a:lnTo>
                    <a:pt x="1132391" y="5235525"/>
                  </a:lnTo>
                  <a:lnTo>
                    <a:pt x="1132643" y="5235525"/>
                  </a:lnTo>
                  <a:lnTo>
                    <a:pt x="1132769" y="5235525"/>
                  </a:lnTo>
                  <a:lnTo>
                    <a:pt x="1132896" y="5235525"/>
                  </a:lnTo>
                  <a:lnTo>
                    <a:pt x="1133401" y="5235525"/>
                  </a:lnTo>
                  <a:lnTo>
                    <a:pt x="1133527" y="5235525"/>
                  </a:lnTo>
                  <a:lnTo>
                    <a:pt x="1133653" y="5235525"/>
                  </a:lnTo>
                  <a:lnTo>
                    <a:pt x="1133906" y="5235525"/>
                  </a:lnTo>
                  <a:lnTo>
                    <a:pt x="1134032" y="5235525"/>
                  </a:lnTo>
                  <a:lnTo>
                    <a:pt x="1134285" y="5235525"/>
                  </a:lnTo>
                  <a:lnTo>
                    <a:pt x="1134663" y="5235525"/>
                  </a:lnTo>
                  <a:lnTo>
                    <a:pt x="1134790" y="5235525"/>
                  </a:lnTo>
                  <a:lnTo>
                    <a:pt x="1134916" y="5235525"/>
                  </a:lnTo>
                  <a:lnTo>
                    <a:pt x="1135673" y="5235525"/>
                  </a:lnTo>
                  <a:lnTo>
                    <a:pt x="1136305" y="5235525"/>
                  </a:lnTo>
                  <a:lnTo>
                    <a:pt x="1137188" y="5235525"/>
                  </a:lnTo>
                  <a:lnTo>
                    <a:pt x="1137820" y="5230614"/>
                  </a:lnTo>
                  <a:lnTo>
                    <a:pt x="1138198" y="5230614"/>
                  </a:lnTo>
                  <a:lnTo>
                    <a:pt x="1138956" y="5230614"/>
                  </a:lnTo>
                  <a:lnTo>
                    <a:pt x="1139335" y="5230614"/>
                  </a:lnTo>
                  <a:lnTo>
                    <a:pt x="1139461" y="5230614"/>
                  </a:lnTo>
                  <a:lnTo>
                    <a:pt x="1139587" y="5230614"/>
                  </a:lnTo>
                  <a:lnTo>
                    <a:pt x="1140219" y="5230614"/>
                  </a:lnTo>
                  <a:lnTo>
                    <a:pt x="1140850" y="5230614"/>
                  </a:lnTo>
                  <a:lnTo>
                    <a:pt x="1141481" y="5230614"/>
                  </a:lnTo>
                  <a:lnTo>
                    <a:pt x="1141607" y="5230614"/>
                  </a:lnTo>
                  <a:lnTo>
                    <a:pt x="1141986" y="5230614"/>
                  </a:lnTo>
                  <a:lnTo>
                    <a:pt x="1142491" y="5230614"/>
                  </a:lnTo>
                  <a:lnTo>
                    <a:pt x="1142617" y="5225702"/>
                  </a:lnTo>
                  <a:lnTo>
                    <a:pt x="1142744" y="5225702"/>
                  </a:lnTo>
                  <a:lnTo>
                    <a:pt x="1143249" y="5225702"/>
                  </a:lnTo>
                  <a:lnTo>
                    <a:pt x="1143501" y="5225702"/>
                  </a:lnTo>
                  <a:lnTo>
                    <a:pt x="1143880" y="5225702"/>
                  </a:lnTo>
                  <a:lnTo>
                    <a:pt x="1144132" y="5220791"/>
                  </a:lnTo>
                  <a:lnTo>
                    <a:pt x="1144511" y="5220791"/>
                  </a:lnTo>
                  <a:lnTo>
                    <a:pt x="1145521" y="5220791"/>
                  </a:lnTo>
                  <a:lnTo>
                    <a:pt x="1146026" y="5220791"/>
                  </a:lnTo>
                  <a:lnTo>
                    <a:pt x="1146153" y="5220791"/>
                  </a:lnTo>
                  <a:lnTo>
                    <a:pt x="1146279" y="5220791"/>
                  </a:lnTo>
                  <a:lnTo>
                    <a:pt x="1146910" y="5220791"/>
                  </a:lnTo>
                  <a:lnTo>
                    <a:pt x="1147163" y="5220791"/>
                  </a:lnTo>
                  <a:lnTo>
                    <a:pt x="1147415" y="5220791"/>
                  </a:lnTo>
                  <a:lnTo>
                    <a:pt x="1147668" y="5220791"/>
                  </a:lnTo>
                  <a:lnTo>
                    <a:pt x="1147794" y="5220791"/>
                  </a:lnTo>
                  <a:lnTo>
                    <a:pt x="1148173" y="5220791"/>
                  </a:lnTo>
                  <a:lnTo>
                    <a:pt x="1148425" y="5220791"/>
                  </a:lnTo>
                  <a:lnTo>
                    <a:pt x="1150445" y="5220791"/>
                  </a:lnTo>
                  <a:lnTo>
                    <a:pt x="1150824" y="5220791"/>
                  </a:lnTo>
                  <a:lnTo>
                    <a:pt x="1151582" y="5220791"/>
                  </a:lnTo>
                  <a:lnTo>
                    <a:pt x="1151834" y="5220791"/>
                  </a:lnTo>
                  <a:lnTo>
                    <a:pt x="1152339" y="5220791"/>
                  </a:lnTo>
                  <a:lnTo>
                    <a:pt x="1152592" y="5220791"/>
                  </a:lnTo>
                  <a:lnTo>
                    <a:pt x="1152844" y="5220791"/>
                  </a:lnTo>
                  <a:lnTo>
                    <a:pt x="1153097" y="5220791"/>
                  </a:lnTo>
                  <a:lnTo>
                    <a:pt x="1154233" y="5220791"/>
                  </a:lnTo>
                  <a:lnTo>
                    <a:pt x="1154485" y="5220791"/>
                  </a:lnTo>
                  <a:lnTo>
                    <a:pt x="1154612" y="5220791"/>
                  </a:lnTo>
                  <a:lnTo>
                    <a:pt x="1155243" y="5220791"/>
                  </a:lnTo>
                  <a:lnTo>
                    <a:pt x="1156001" y="5220791"/>
                  </a:lnTo>
                  <a:lnTo>
                    <a:pt x="1156127" y="5220791"/>
                  </a:lnTo>
                  <a:lnTo>
                    <a:pt x="1156379" y="5220791"/>
                  </a:lnTo>
                  <a:lnTo>
                    <a:pt x="1157137" y="5220791"/>
                  </a:lnTo>
                  <a:lnTo>
                    <a:pt x="1157263" y="5220791"/>
                  </a:lnTo>
                  <a:lnTo>
                    <a:pt x="1157389" y="5220791"/>
                  </a:lnTo>
                  <a:lnTo>
                    <a:pt x="1158652" y="5220791"/>
                  </a:lnTo>
                  <a:lnTo>
                    <a:pt x="1158904" y="5215880"/>
                  </a:lnTo>
                  <a:lnTo>
                    <a:pt x="1159031" y="5215880"/>
                  </a:lnTo>
                  <a:lnTo>
                    <a:pt x="1159662" y="5215880"/>
                  </a:lnTo>
                  <a:lnTo>
                    <a:pt x="1160041" y="5215880"/>
                  </a:lnTo>
                  <a:lnTo>
                    <a:pt x="1161303" y="5215880"/>
                  </a:lnTo>
                  <a:lnTo>
                    <a:pt x="1162187" y="5215880"/>
                  </a:lnTo>
                  <a:lnTo>
                    <a:pt x="1162566" y="5215880"/>
                  </a:lnTo>
                  <a:lnTo>
                    <a:pt x="1162566" y="5210968"/>
                  </a:lnTo>
                  <a:lnTo>
                    <a:pt x="1162818" y="5210968"/>
                  </a:lnTo>
                  <a:lnTo>
                    <a:pt x="1163323" y="5210968"/>
                  </a:lnTo>
                  <a:lnTo>
                    <a:pt x="1163450" y="5210968"/>
                  </a:lnTo>
                  <a:lnTo>
                    <a:pt x="1163576" y="5210968"/>
                  </a:lnTo>
                  <a:lnTo>
                    <a:pt x="1164207" y="5210968"/>
                  </a:lnTo>
                  <a:lnTo>
                    <a:pt x="1165091" y="5210968"/>
                  </a:lnTo>
                  <a:lnTo>
                    <a:pt x="1165470" y="5210968"/>
                  </a:lnTo>
                  <a:lnTo>
                    <a:pt x="1165849" y="5210968"/>
                  </a:lnTo>
                  <a:lnTo>
                    <a:pt x="1165975" y="5210968"/>
                  </a:lnTo>
                  <a:lnTo>
                    <a:pt x="1166101" y="5206057"/>
                  </a:lnTo>
                  <a:lnTo>
                    <a:pt x="1166354" y="5206057"/>
                  </a:lnTo>
                  <a:lnTo>
                    <a:pt x="1166859" y="5206057"/>
                  </a:lnTo>
                  <a:lnTo>
                    <a:pt x="1166985" y="5201146"/>
                  </a:lnTo>
                  <a:lnTo>
                    <a:pt x="1167111" y="5201146"/>
                  </a:lnTo>
                  <a:lnTo>
                    <a:pt x="1167237" y="5201146"/>
                  </a:lnTo>
                  <a:lnTo>
                    <a:pt x="1167995" y="5201146"/>
                  </a:lnTo>
                  <a:lnTo>
                    <a:pt x="1168374" y="5201146"/>
                  </a:lnTo>
                  <a:lnTo>
                    <a:pt x="1169257" y="5201146"/>
                  </a:lnTo>
                  <a:lnTo>
                    <a:pt x="1169636" y="5201146"/>
                  </a:lnTo>
                  <a:lnTo>
                    <a:pt x="1169889" y="5201146"/>
                  </a:lnTo>
                  <a:lnTo>
                    <a:pt x="1170394" y="5201146"/>
                  </a:lnTo>
                  <a:lnTo>
                    <a:pt x="1170773" y="5201146"/>
                  </a:lnTo>
                  <a:lnTo>
                    <a:pt x="1170899" y="5201146"/>
                  </a:lnTo>
                  <a:lnTo>
                    <a:pt x="1171151" y="5201146"/>
                  </a:lnTo>
                  <a:lnTo>
                    <a:pt x="1172035" y="5201146"/>
                  </a:lnTo>
                  <a:lnTo>
                    <a:pt x="1172161" y="5201146"/>
                  </a:lnTo>
                  <a:lnTo>
                    <a:pt x="1173550" y="5201146"/>
                  </a:lnTo>
                  <a:lnTo>
                    <a:pt x="1173929" y="5201146"/>
                  </a:lnTo>
                  <a:lnTo>
                    <a:pt x="1174308" y="5201146"/>
                  </a:lnTo>
                  <a:lnTo>
                    <a:pt x="1174434" y="5201146"/>
                  </a:lnTo>
                  <a:lnTo>
                    <a:pt x="1174560" y="5201146"/>
                  </a:lnTo>
                  <a:lnTo>
                    <a:pt x="1175570" y="5201146"/>
                  </a:lnTo>
                  <a:lnTo>
                    <a:pt x="1175949" y="5201146"/>
                  </a:lnTo>
                  <a:lnTo>
                    <a:pt x="1176580" y="5201146"/>
                  </a:lnTo>
                  <a:lnTo>
                    <a:pt x="1176833" y="5201146"/>
                  </a:lnTo>
                  <a:lnTo>
                    <a:pt x="1177590" y="5201146"/>
                  </a:lnTo>
                  <a:lnTo>
                    <a:pt x="1178853" y="5201146"/>
                  </a:lnTo>
                  <a:lnTo>
                    <a:pt x="1179105" y="5201146"/>
                  </a:lnTo>
                  <a:lnTo>
                    <a:pt x="1179610" y="5201146"/>
                  </a:lnTo>
                  <a:lnTo>
                    <a:pt x="1179863" y="5201146"/>
                  </a:lnTo>
                  <a:lnTo>
                    <a:pt x="1181504" y="5201146"/>
                  </a:lnTo>
                  <a:lnTo>
                    <a:pt x="1181631" y="5201146"/>
                  </a:lnTo>
                  <a:lnTo>
                    <a:pt x="1182009" y="5201146"/>
                  </a:lnTo>
                  <a:lnTo>
                    <a:pt x="1182262" y="5201146"/>
                  </a:lnTo>
                  <a:lnTo>
                    <a:pt x="1182388" y="5201146"/>
                  </a:lnTo>
                  <a:lnTo>
                    <a:pt x="1182514" y="5201146"/>
                  </a:lnTo>
                  <a:lnTo>
                    <a:pt x="1183777" y="5201146"/>
                  </a:lnTo>
                  <a:lnTo>
                    <a:pt x="1184156" y="5201146"/>
                  </a:lnTo>
                  <a:lnTo>
                    <a:pt x="1185039" y="5201146"/>
                  </a:lnTo>
                  <a:lnTo>
                    <a:pt x="1185166" y="5201146"/>
                  </a:lnTo>
                  <a:lnTo>
                    <a:pt x="1185292" y="5201146"/>
                  </a:lnTo>
                  <a:lnTo>
                    <a:pt x="1186302" y="5201146"/>
                  </a:lnTo>
                  <a:lnTo>
                    <a:pt x="1187438" y="5196234"/>
                  </a:lnTo>
                  <a:lnTo>
                    <a:pt x="1187943" y="5196234"/>
                  </a:lnTo>
                  <a:lnTo>
                    <a:pt x="1188070" y="5196234"/>
                  </a:lnTo>
                  <a:lnTo>
                    <a:pt x="1188448" y="5191323"/>
                  </a:lnTo>
                  <a:lnTo>
                    <a:pt x="1188827" y="5191323"/>
                  </a:lnTo>
                  <a:lnTo>
                    <a:pt x="1189585" y="5191323"/>
                  </a:lnTo>
                  <a:lnTo>
                    <a:pt x="1190216" y="5191323"/>
                  </a:lnTo>
                  <a:lnTo>
                    <a:pt x="1190342" y="5191323"/>
                  </a:lnTo>
                  <a:lnTo>
                    <a:pt x="1190847" y="5191323"/>
                  </a:lnTo>
                  <a:lnTo>
                    <a:pt x="1191479" y="5191323"/>
                  </a:lnTo>
                  <a:lnTo>
                    <a:pt x="1191605" y="5191323"/>
                  </a:lnTo>
                  <a:lnTo>
                    <a:pt x="1191984" y="5191323"/>
                  </a:lnTo>
                  <a:lnTo>
                    <a:pt x="1192236" y="5191323"/>
                  </a:lnTo>
                  <a:lnTo>
                    <a:pt x="1192615" y="5191323"/>
                  </a:lnTo>
                  <a:lnTo>
                    <a:pt x="1192867" y="5191323"/>
                  </a:lnTo>
                  <a:lnTo>
                    <a:pt x="1192994" y="5191323"/>
                  </a:lnTo>
                  <a:lnTo>
                    <a:pt x="1193120" y="5191323"/>
                  </a:lnTo>
                  <a:lnTo>
                    <a:pt x="1193372" y="5191323"/>
                  </a:lnTo>
                  <a:lnTo>
                    <a:pt x="1194509" y="5191323"/>
                  </a:lnTo>
                  <a:lnTo>
                    <a:pt x="1195392" y="5191323"/>
                  </a:lnTo>
                  <a:lnTo>
                    <a:pt x="1195645" y="5191323"/>
                  </a:lnTo>
                  <a:lnTo>
                    <a:pt x="1195898" y="5191323"/>
                  </a:lnTo>
                  <a:lnTo>
                    <a:pt x="1196276" y="5191323"/>
                  </a:lnTo>
                  <a:lnTo>
                    <a:pt x="1196529" y="5191323"/>
                  </a:lnTo>
                  <a:lnTo>
                    <a:pt x="1196529" y="5186411"/>
                  </a:lnTo>
                  <a:lnTo>
                    <a:pt x="1197034" y="5186411"/>
                  </a:lnTo>
                  <a:lnTo>
                    <a:pt x="1197286" y="5186411"/>
                  </a:lnTo>
                  <a:lnTo>
                    <a:pt x="1197539" y="5186411"/>
                  </a:lnTo>
                  <a:lnTo>
                    <a:pt x="1197791" y="5186411"/>
                  </a:lnTo>
                  <a:lnTo>
                    <a:pt x="1198044" y="5186411"/>
                  </a:lnTo>
                  <a:lnTo>
                    <a:pt x="1198423" y="5186411"/>
                  </a:lnTo>
                  <a:lnTo>
                    <a:pt x="1199054" y="5186411"/>
                  </a:lnTo>
                  <a:lnTo>
                    <a:pt x="1199306" y="5186411"/>
                  </a:lnTo>
                  <a:lnTo>
                    <a:pt x="1199433" y="5186411"/>
                  </a:lnTo>
                  <a:lnTo>
                    <a:pt x="1200064" y="5186411"/>
                  </a:lnTo>
                  <a:lnTo>
                    <a:pt x="1200190" y="5186411"/>
                  </a:lnTo>
                  <a:lnTo>
                    <a:pt x="1200316" y="5186411"/>
                  </a:lnTo>
                  <a:lnTo>
                    <a:pt x="1200569" y="5186411"/>
                  </a:lnTo>
                  <a:lnTo>
                    <a:pt x="1201579" y="5186411"/>
                  </a:lnTo>
                  <a:lnTo>
                    <a:pt x="1202715" y="5186411"/>
                  </a:lnTo>
                  <a:lnTo>
                    <a:pt x="1202968" y="5186411"/>
                  </a:lnTo>
                  <a:lnTo>
                    <a:pt x="1204609" y="5181500"/>
                  </a:lnTo>
                  <a:lnTo>
                    <a:pt x="1204735" y="5181500"/>
                  </a:lnTo>
                  <a:lnTo>
                    <a:pt x="1205114" y="5181500"/>
                  </a:lnTo>
                  <a:lnTo>
                    <a:pt x="1205619" y="5181500"/>
                  </a:lnTo>
                  <a:lnTo>
                    <a:pt x="1205998" y="5181500"/>
                  </a:lnTo>
                  <a:lnTo>
                    <a:pt x="1206251" y="5181500"/>
                  </a:lnTo>
                  <a:lnTo>
                    <a:pt x="1206629" y="5181500"/>
                  </a:lnTo>
                  <a:lnTo>
                    <a:pt x="1207261" y="5176589"/>
                  </a:lnTo>
                  <a:lnTo>
                    <a:pt x="1207766" y="5171677"/>
                  </a:lnTo>
                  <a:lnTo>
                    <a:pt x="1208397" y="5171677"/>
                  </a:lnTo>
                  <a:lnTo>
                    <a:pt x="1208523" y="5171677"/>
                  </a:lnTo>
                  <a:lnTo>
                    <a:pt x="1209533" y="5171677"/>
                  </a:lnTo>
                  <a:lnTo>
                    <a:pt x="1209659" y="5171677"/>
                  </a:lnTo>
                  <a:lnTo>
                    <a:pt x="1210417" y="5166766"/>
                  </a:lnTo>
                  <a:lnTo>
                    <a:pt x="1211048" y="5161855"/>
                  </a:lnTo>
                  <a:lnTo>
                    <a:pt x="1211680" y="5161855"/>
                  </a:lnTo>
                  <a:lnTo>
                    <a:pt x="1211806" y="5161855"/>
                  </a:lnTo>
                  <a:lnTo>
                    <a:pt x="1211932" y="5161855"/>
                  </a:lnTo>
                  <a:lnTo>
                    <a:pt x="1212058" y="5161855"/>
                  </a:lnTo>
                  <a:lnTo>
                    <a:pt x="1212437" y="5161855"/>
                  </a:lnTo>
                  <a:lnTo>
                    <a:pt x="1213447" y="5161855"/>
                  </a:lnTo>
                  <a:lnTo>
                    <a:pt x="1213573" y="5161855"/>
                  </a:lnTo>
                  <a:lnTo>
                    <a:pt x="1213952" y="5156943"/>
                  </a:lnTo>
                  <a:lnTo>
                    <a:pt x="1214078" y="5156943"/>
                  </a:lnTo>
                  <a:lnTo>
                    <a:pt x="1214583" y="5156943"/>
                  </a:lnTo>
                  <a:lnTo>
                    <a:pt x="1214710" y="5156943"/>
                  </a:lnTo>
                  <a:lnTo>
                    <a:pt x="1214836" y="5156943"/>
                  </a:lnTo>
                  <a:lnTo>
                    <a:pt x="1215215" y="5156943"/>
                  </a:lnTo>
                  <a:lnTo>
                    <a:pt x="1215593" y="5156943"/>
                  </a:lnTo>
                  <a:lnTo>
                    <a:pt x="1216225" y="5152032"/>
                  </a:lnTo>
                  <a:lnTo>
                    <a:pt x="1216856" y="5152032"/>
                  </a:lnTo>
                  <a:lnTo>
                    <a:pt x="1216982" y="5152032"/>
                  </a:lnTo>
                  <a:lnTo>
                    <a:pt x="1216982" y="5147120"/>
                  </a:lnTo>
                  <a:lnTo>
                    <a:pt x="1217109" y="5147120"/>
                  </a:lnTo>
                  <a:lnTo>
                    <a:pt x="1217361" y="5147120"/>
                  </a:lnTo>
                  <a:lnTo>
                    <a:pt x="1218119" y="5147120"/>
                  </a:lnTo>
                  <a:lnTo>
                    <a:pt x="1218497" y="5142209"/>
                  </a:lnTo>
                  <a:lnTo>
                    <a:pt x="1219129" y="5142209"/>
                  </a:lnTo>
                  <a:lnTo>
                    <a:pt x="1220139" y="5142209"/>
                  </a:lnTo>
                  <a:lnTo>
                    <a:pt x="1220265" y="5142209"/>
                  </a:lnTo>
                  <a:lnTo>
                    <a:pt x="1220770" y="5142209"/>
                  </a:lnTo>
                  <a:lnTo>
                    <a:pt x="1221527" y="5142209"/>
                  </a:lnTo>
                  <a:lnTo>
                    <a:pt x="1221654" y="5142209"/>
                  </a:lnTo>
                  <a:lnTo>
                    <a:pt x="1222285" y="5142209"/>
                  </a:lnTo>
                  <a:lnTo>
                    <a:pt x="1222411" y="5142209"/>
                  </a:lnTo>
                  <a:lnTo>
                    <a:pt x="1222790" y="5142209"/>
                  </a:lnTo>
                  <a:lnTo>
                    <a:pt x="1222916" y="5142209"/>
                  </a:lnTo>
                  <a:lnTo>
                    <a:pt x="1223800" y="5142209"/>
                  </a:lnTo>
                  <a:lnTo>
                    <a:pt x="1224053" y="5137298"/>
                  </a:lnTo>
                  <a:lnTo>
                    <a:pt x="1224431" y="5137298"/>
                  </a:lnTo>
                  <a:lnTo>
                    <a:pt x="1224684" y="5137298"/>
                  </a:lnTo>
                  <a:lnTo>
                    <a:pt x="1224936" y="5137298"/>
                  </a:lnTo>
                  <a:lnTo>
                    <a:pt x="1225694" y="5137298"/>
                  </a:lnTo>
                  <a:lnTo>
                    <a:pt x="1226199" y="5137298"/>
                  </a:lnTo>
                  <a:lnTo>
                    <a:pt x="1226830" y="5137298"/>
                  </a:lnTo>
                  <a:lnTo>
                    <a:pt x="1227209" y="5137298"/>
                  </a:lnTo>
                  <a:lnTo>
                    <a:pt x="1227714" y="5132386"/>
                  </a:lnTo>
                  <a:lnTo>
                    <a:pt x="1228093" y="5132386"/>
                  </a:lnTo>
                  <a:lnTo>
                    <a:pt x="1229229" y="5132386"/>
                  </a:lnTo>
                  <a:lnTo>
                    <a:pt x="1229355" y="5132386"/>
                  </a:lnTo>
                  <a:lnTo>
                    <a:pt x="1229482" y="5132386"/>
                  </a:lnTo>
                  <a:lnTo>
                    <a:pt x="1230365" y="5132386"/>
                  </a:lnTo>
                  <a:lnTo>
                    <a:pt x="1230492" y="5132386"/>
                  </a:lnTo>
                  <a:lnTo>
                    <a:pt x="1230870" y="5132386"/>
                  </a:lnTo>
                  <a:lnTo>
                    <a:pt x="1230997" y="5127475"/>
                  </a:lnTo>
                  <a:lnTo>
                    <a:pt x="1231880" y="5127475"/>
                  </a:lnTo>
                  <a:lnTo>
                    <a:pt x="1232386" y="5127475"/>
                  </a:lnTo>
                  <a:lnTo>
                    <a:pt x="1233143" y="5127475"/>
                  </a:lnTo>
                  <a:lnTo>
                    <a:pt x="1233396" y="5127475"/>
                  </a:lnTo>
                  <a:lnTo>
                    <a:pt x="1233522" y="5127475"/>
                  </a:lnTo>
                  <a:lnTo>
                    <a:pt x="1233774" y="5127475"/>
                  </a:lnTo>
                  <a:lnTo>
                    <a:pt x="1235163" y="5127475"/>
                  </a:lnTo>
                  <a:lnTo>
                    <a:pt x="1235289" y="5127475"/>
                  </a:lnTo>
                  <a:lnTo>
                    <a:pt x="1235921" y="5127475"/>
                  </a:lnTo>
                  <a:lnTo>
                    <a:pt x="1236047" y="5127475"/>
                  </a:lnTo>
                  <a:lnTo>
                    <a:pt x="1236299" y="5127475"/>
                  </a:lnTo>
                  <a:lnTo>
                    <a:pt x="1236426" y="5127475"/>
                  </a:lnTo>
                  <a:lnTo>
                    <a:pt x="1236931" y="5127475"/>
                  </a:lnTo>
                  <a:lnTo>
                    <a:pt x="1237057" y="5127475"/>
                  </a:lnTo>
                  <a:lnTo>
                    <a:pt x="1237183" y="5127475"/>
                  </a:lnTo>
                  <a:lnTo>
                    <a:pt x="1237562" y="5127475"/>
                  </a:lnTo>
                  <a:lnTo>
                    <a:pt x="1237688" y="5127475"/>
                  </a:lnTo>
                  <a:lnTo>
                    <a:pt x="1237815" y="5127475"/>
                  </a:lnTo>
                  <a:lnTo>
                    <a:pt x="1238067" y="5127475"/>
                  </a:lnTo>
                  <a:lnTo>
                    <a:pt x="1239203" y="5127475"/>
                  </a:lnTo>
                  <a:lnTo>
                    <a:pt x="1239330" y="5127475"/>
                  </a:lnTo>
                  <a:lnTo>
                    <a:pt x="1239835" y="5127475"/>
                  </a:lnTo>
                  <a:lnTo>
                    <a:pt x="1240592" y="5127475"/>
                  </a:lnTo>
                  <a:lnTo>
                    <a:pt x="1241097" y="5127475"/>
                  </a:lnTo>
                  <a:lnTo>
                    <a:pt x="1241602" y="5127475"/>
                  </a:lnTo>
                  <a:lnTo>
                    <a:pt x="1241728" y="5127475"/>
                  </a:lnTo>
                  <a:lnTo>
                    <a:pt x="1242107" y="5127475"/>
                  </a:lnTo>
                  <a:lnTo>
                    <a:pt x="1242360" y="5127475"/>
                  </a:lnTo>
                  <a:lnTo>
                    <a:pt x="1242991" y="5127475"/>
                  </a:lnTo>
                  <a:lnTo>
                    <a:pt x="1243370" y="5127475"/>
                  </a:lnTo>
                  <a:lnTo>
                    <a:pt x="1243496" y="5127475"/>
                  </a:lnTo>
                  <a:lnTo>
                    <a:pt x="1243749" y="5127475"/>
                  </a:lnTo>
                  <a:lnTo>
                    <a:pt x="1244632" y="5127475"/>
                  </a:lnTo>
                  <a:lnTo>
                    <a:pt x="1244885" y="5127475"/>
                  </a:lnTo>
                  <a:lnTo>
                    <a:pt x="1245011" y="5122564"/>
                  </a:lnTo>
                  <a:lnTo>
                    <a:pt x="1246021" y="5122564"/>
                  </a:lnTo>
                  <a:lnTo>
                    <a:pt x="1246526" y="5122564"/>
                  </a:lnTo>
                  <a:lnTo>
                    <a:pt x="1247031" y="5122564"/>
                  </a:lnTo>
                  <a:lnTo>
                    <a:pt x="1247157" y="5122564"/>
                  </a:lnTo>
                  <a:lnTo>
                    <a:pt x="1247410" y="5122564"/>
                  </a:lnTo>
                  <a:lnTo>
                    <a:pt x="1247915" y="5122564"/>
                  </a:lnTo>
                  <a:lnTo>
                    <a:pt x="1248041" y="5122564"/>
                  </a:lnTo>
                  <a:lnTo>
                    <a:pt x="1248168" y="5122564"/>
                  </a:lnTo>
                  <a:lnTo>
                    <a:pt x="1248294" y="5122564"/>
                  </a:lnTo>
                  <a:lnTo>
                    <a:pt x="1248799" y="5122564"/>
                  </a:lnTo>
                  <a:lnTo>
                    <a:pt x="1249809" y="5122564"/>
                  </a:lnTo>
                  <a:lnTo>
                    <a:pt x="1249935" y="5122564"/>
                  </a:lnTo>
                  <a:lnTo>
                    <a:pt x="1250061" y="5122564"/>
                  </a:lnTo>
                  <a:lnTo>
                    <a:pt x="1250945" y="5122564"/>
                  </a:lnTo>
                  <a:lnTo>
                    <a:pt x="1251198" y="5122564"/>
                  </a:lnTo>
                  <a:lnTo>
                    <a:pt x="1251450" y="5122564"/>
                  </a:lnTo>
                  <a:lnTo>
                    <a:pt x="1252460" y="5122564"/>
                  </a:lnTo>
                  <a:lnTo>
                    <a:pt x="1252587" y="5122564"/>
                  </a:lnTo>
                  <a:lnTo>
                    <a:pt x="1254102" y="5122564"/>
                  </a:lnTo>
                  <a:lnTo>
                    <a:pt x="1254228" y="5122564"/>
                  </a:lnTo>
                  <a:lnTo>
                    <a:pt x="1254354" y="5122564"/>
                  </a:lnTo>
                  <a:lnTo>
                    <a:pt x="1254985" y="5122564"/>
                  </a:lnTo>
                  <a:lnTo>
                    <a:pt x="1255112" y="5122564"/>
                  </a:lnTo>
                  <a:lnTo>
                    <a:pt x="1255617" y="5117652"/>
                  </a:lnTo>
                  <a:lnTo>
                    <a:pt x="1255869" y="5117652"/>
                  </a:lnTo>
                  <a:lnTo>
                    <a:pt x="1256500" y="5117652"/>
                  </a:lnTo>
                  <a:lnTo>
                    <a:pt x="1257510" y="5117652"/>
                  </a:lnTo>
                  <a:lnTo>
                    <a:pt x="1258394" y="5117652"/>
                  </a:lnTo>
                  <a:lnTo>
                    <a:pt x="1258521" y="5117652"/>
                  </a:lnTo>
                  <a:lnTo>
                    <a:pt x="1258773" y="5117652"/>
                  </a:lnTo>
                  <a:lnTo>
                    <a:pt x="1259026" y="5117652"/>
                  </a:lnTo>
                  <a:lnTo>
                    <a:pt x="1259278" y="5117652"/>
                  </a:lnTo>
                  <a:lnTo>
                    <a:pt x="1259531" y="5117652"/>
                  </a:lnTo>
                  <a:lnTo>
                    <a:pt x="1259783" y="5112741"/>
                  </a:lnTo>
                  <a:lnTo>
                    <a:pt x="1259783" y="5107829"/>
                  </a:lnTo>
                  <a:lnTo>
                    <a:pt x="1260414" y="5107829"/>
                  </a:lnTo>
                  <a:lnTo>
                    <a:pt x="1260919" y="5107829"/>
                  </a:lnTo>
                  <a:lnTo>
                    <a:pt x="1261172" y="5107829"/>
                  </a:lnTo>
                  <a:lnTo>
                    <a:pt x="1261551" y="5107829"/>
                  </a:lnTo>
                  <a:lnTo>
                    <a:pt x="1261803" y="5107829"/>
                  </a:lnTo>
                  <a:lnTo>
                    <a:pt x="1262308" y="5107829"/>
                  </a:lnTo>
                  <a:lnTo>
                    <a:pt x="1262434" y="5107829"/>
                  </a:lnTo>
                  <a:lnTo>
                    <a:pt x="1262561" y="5107829"/>
                  </a:lnTo>
                  <a:lnTo>
                    <a:pt x="1263445" y="5107829"/>
                  </a:lnTo>
                  <a:lnTo>
                    <a:pt x="1263823" y="5102918"/>
                  </a:lnTo>
                  <a:lnTo>
                    <a:pt x="1264455" y="5102918"/>
                  </a:lnTo>
                  <a:lnTo>
                    <a:pt x="1264581" y="5102918"/>
                  </a:lnTo>
                  <a:lnTo>
                    <a:pt x="1264833" y="5102918"/>
                  </a:lnTo>
                  <a:lnTo>
                    <a:pt x="1265843" y="5102918"/>
                  </a:lnTo>
                  <a:lnTo>
                    <a:pt x="1266222" y="5102918"/>
                  </a:lnTo>
                  <a:lnTo>
                    <a:pt x="1266601" y="5102918"/>
                  </a:lnTo>
                  <a:lnTo>
                    <a:pt x="1266853" y="5102918"/>
                  </a:lnTo>
                  <a:lnTo>
                    <a:pt x="1267106" y="5102918"/>
                  </a:lnTo>
                  <a:lnTo>
                    <a:pt x="1267611" y="5102918"/>
                  </a:lnTo>
                  <a:lnTo>
                    <a:pt x="1267863" y="5102918"/>
                  </a:lnTo>
                  <a:lnTo>
                    <a:pt x="1268242" y="5102918"/>
                  </a:lnTo>
                  <a:lnTo>
                    <a:pt x="1269126" y="5102918"/>
                  </a:lnTo>
                  <a:lnTo>
                    <a:pt x="1269884" y="5102918"/>
                  </a:lnTo>
                  <a:lnTo>
                    <a:pt x="1270262" y="5102918"/>
                  </a:lnTo>
                  <a:lnTo>
                    <a:pt x="1270389" y="5102918"/>
                  </a:lnTo>
                  <a:lnTo>
                    <a:pt x="1270767" y="5102918"/>
                  </a:lnTo>
                  <a:lnTo>
                    <a:pt x="1270894" y="5102918"/>
                  </a:lnTo>
                  <a:lnTo>
                    <a:pt x="1271525" y="5102918"/>
                  </a:lnTo>
                  <a:lnTo>
                    <a:pt x="1271904" y="5102918"/>
                  </a:lnTo>
                  <a:lnTo>
                    <a:pt x="1272282" y="5102918"/>
                  </a:lnTo>
                  <a:lnTo>
                    <a:pt x="1272409" y="5102918"/>
                  </a:lnTo>
                  <a:lnTo>
                    <a:pt x="1272535" y="5102918"/>
                  </a:lnTo>
                  <a:lnTo>
                    <a:pt x="1273040" y="5102918"/>
                  </a:lnTo>
                  <a:lnTo>
                    <a:pt x="1274303" y="5102918"/>
                  </a:lnTo>
                  <a:lnTo>
                    <a:pt x="1274429" y="5102918"/>
                  </a:lnTo>
                  <a:lnTo>
                    <a:pt x="1274808" y="5098007"/>
                  </a:lnTo>
                  <a:lnTo>
                    <a:pt x="1275186" y="5098007"/>
                  </a:lnTo>
                  <a:lnTo>
                    <a:pt x="1275691" y="5098007"/>
                  </a:lnTo>
                  <a:lnTo>
                    <a:pt x="1275944" y="5098007"/>
                  </a:lnTo>
                  <a:lnTo>
                    <a:pt x="1276449" y="5093095"/>
                  </a:lnTo>
                  <a:lnTo>
                    <a:pt x="1277080" y="5093095"/>
                  </a:lnTo>
                  <a:lnTo>
                    <a:pt x="1277585" y="5088184"/>
                  </a:lnTo>
                  <a:lnTo>
                    <a:pt x="1278216" y="5088184"/>
                  </a:lnTo>
                  <a:lnTo>
                    <a:pt x="1279353" y="5088184"/>
                  </a:lnTo>
                  <a:lnTo>
                    <a:pt x="1279479" y="5088184"/>
                  </a:lnTo>
                  <a:lnTo>
                    <a:pt x="1279605" y="5088184"/>
                  </a:lnTo>
                  <a:lnTo>
                    <a:pt x="1280110" y="5088184"/>
                  </a:lnTo>
                  <a:lnTo>
                    <a:pt x="1281247" y="5088184"/>
                  </a:lnTo>
                  <a:lnTo>
                    <a:pt x="1281499" y="5083273"/>
                  </a:lnTo>
                  <a:lnTo>
                    <a:pt x="1282257" y="5083273"/>
                  </a:lnTo>
                  <a:lnTo>
                    <a:pt x="1283393" y="5083273"/>
                  </a:lnTo>
                  <a:lnTo>
                    <a:pt x="1283519" y="5083273"/>
                  </a:lnTo>
                  <a:lnTo>
                    <a:pt x="1283772" y="5083273"/>
                  </a:lnTo>
                  <a:lnTo>
                    <a:pt x="1284024" y="5083273"/>
                  </a:lnTo>
                  <a:lnTo>
                    <a:pt x="1284151" y="5083273"/>
                  </a:lnTo>
                  <a:lnTo>
                    <a:pt x="1284656" y="5083273"/>
                  </a:lnTo>
                  <a:lnTo>
                    <a:pt x="1285034" y="5083273"/>
                  </a:lnTo>
                  <a:lnTo>
                    <a:pt x="1285539" y="5083273"/>
                  </a:lnTo>
                  <a:lnTo>
                    <a:pt x="1285918" y="5083273"/>
                  </a:lnTo>
                  <a:lnTo>
                    <a:pt x="1286297" y="5083273"/>
                  </a:lnTo>
                  <a:lnTo>
                    <a:pt x="1286549" y="5083273"/>
                  </a:lnTo>
                  <a:lnTo>
                    <a:pt x="1286802" y="5083273"/>
                  </a:lnTo>
                  <a:lnTo>
                    <a:pt x="1287686" y="5083273"/>
                  </a:lnTo>
                  <a:lnTo>
                    <a:pt x="1287812" y="5083273"/>
                  </a:lnTo>
                  <a:lnTo>
                    <a:pt x="1288064" y="5083273"/>
                  </a:lnTo>
                  <a:lnTo>
                    <a:pt x="1288191" y="5083273"/>
                  </a:lnTo>
                  <a:lnTo>
                    <a:pt x="1288569" y="5083273"/>
                  </a:lnTo>
                  <a:lnTo>
                    <a:pt x="1288822" y="5083273"/>
                  </a:lnTo>
                  <a:lnTo>
                    <a:pt x="1289201" y="5073450"/>
                  </a:lnTo>
                  <a:lnTo>
                    <a:pt x="1289327" y="5073450"/>
                  </a:lnTo>
                  <a:lnTo>
                    <a:pt x="1290085" y="5073450"/>
                  </a:lnTo>
                  <a:lnTo>
                    <a:pt x="1290590" y="5073450"/>
                  </a:lnTo>
                  <a:lnTo>
                    <a:pt x="1290968" y="5073450"/>
                  </a:lnTo>
                  <a:lnTo>
                    <a:pt x="1292231" y="5073450"/>
                  </a:lnTo>
                  <a:lnTo>
                    <a:pt x="1292483" y="5073450"/>
                  </a:lnTo>
                  <a:lnTo>
                    <a:pt x="1292862" y="5073450"/>
                  </a:lnTo>
                  <a:lnTo>
                    <a:pt x="1293620" y="5073450"/>
                  </a:lnTo>
                  <a:lnTo>
                    <a:pt x="1293746" y="5073450"/>
                  </a:lnTo>
                  <a:lnTo>
                    <a:pt x="1294125" y="5073450"/>
                  </a:lnTo>
                  <a:lnTo>
                    <a:pt x="1295514" y="5073450"/>
                  </a:lnTo>
                  <a:lnTo>
                    <a:pt x="1295766" y="5073450"/>
                  </a:lnTo>
                  <a:lnTo>
                    <a:pt x="1295892" y="5073450"/>
                  </a:lnTo>
                  <a:lnTo>
                    <a:pt x="1296019" y="5073450"/>
                  </a:lnTo>
                  <a:lnTo>
                    <a:pt x="1297281" y="5073450"/>
                  </a:lnTo>
                  <a:lnTo>
                    <a:pt x="1297407" y="5073450"/>
                  </a:lnTo>
                  <a:lnTo>
                    <a:pt x="1297912" y="5068538"/>
                  </a:lnTo>
                  <a:lnTo>
                    <a:pt x="1298544" y="5068538"/>
                  </a:lnTo>
                  <a:lnTo>
                    <a:pt x="1299049" y="5068538"/>
                  </a:lnTo>
                  <a:lnTo>
                    <a:pt x="1299554" y="5068538"/>
                  </a:lnTo>
                  <a:lnTo>
                    <a:pt x="1299806" y="5068538"/>
                  </a:lnTo>
                  <a:lnTo>
                    <a:pt x="1299933" y="5068538"/>
                  </a:lnTo>
                  <a:lnTo>
                    <a:pt x="1300059" y="5068538"/>
                  </a:lnTo>
                  <a:lnTo>
                    <a:pt x="1300564" y="5068538"/>
                  </a:lnTo>
                  <a:lnTo>
                    <a:pt x="1301448" y="5068538"/>
                  </a:lnTo>
                  <a:lnTo>
                    <a:pt x="1301574" y="5068538"/>
                  </a:lnTo>
                  <a:lnTo>
                    <a:pt x="1301826" y="5068538"/>
                  </a:lnTo>
                  <a:lnTo>
                    <a:pt x="1302205" y="5068538"/>
                  </a:lnTo>
                  <a:lnTo>
                    <a:pt x="1302331" y="5068538"/>
                  </a:lnTo>
                  <a:lnTo>
                    <a:pt x="1302458" y="5068538"/>
                  </a:lnTo>
                  <a:lnTo>
                    <a:pt x="1302836" y="5068538"/>
                  </a:lnTo>
                  <a:lnTo>
                    <a:pt x="1303215" y="5068538"/>
                  </a:lnTo>
                  <a:lnTo>
                    <a:pt x="1303341" y="5068538"/>
                  </a:lnTo>
                  <a:lnTo>
                    <a:pt x="1303973" y="5068538"/>
                  </a:lnTo>
                  <a:lnTo>
                    <a:pt x="1305109" y="5068538"/>
                  </a:lnTo>
                  <a:lnTo>
                    <a:pt x="1305614" y="5068538"/>
                  </a:lnTo>
                  <a:lnTo>
                    <a:pt x="1307129" y="5068538"/>
                  </a:lnTo>
                  <a:lnTo>
                    <a:pt x="1308770" y="5068538"/>
                  </a:lnTo>
                  <a:lnTo>
                    <a:pt x="1309023" y="5068538"/>
                  </a:lnTo>
                  <a:lnTo>
                    <a:pt x="1309402" y="5068538"/>
                  </a:lnTo>
                  <a:lnTo>
                    <a:pt x="1310033" y="5068538"/>
                  </a:lnTo>
                  <a:lnTo>
                    <a:pt x="1310286" y="5068538"/>
                  </a:lnTo>
                  <a:lnTo>
                    <a:pt x="1310412" y="5068538"/>
                  </a:lnTo>
                  <a:lnTo>
                    <a:pt x="1311674" y="5068538"/>
                  </a:lnTo>
                  <a:lnTo>
                    <a:pt x="1311801" y="5068538"/>
                  </a:lnTo>
                  <a:lnTo>
                    <a:pt x="1311927" y="5068538"/>
                  </a:lnTo>
                  <a:lnTo>
                    <a:pt x="1312558" y="5068538"/>
                  </a:lnTo>
                  <a:lnTo>
                    <a:pt x="1312937" y="5063627"/>
                  </a:lnTo>
                  <a:lnTo>
                    <a:pt x="1314073" y="5058716"/>
                  </a:lnTo>
                  <a:lnTo>
                    <a:pt x="1314578" y="5058716"/>
                  </a:lnTo>
                  <a:lnTo>
                    <a:pt x="1315210" y="5058716"/>
                  </a:lnTo>
                  <a:lnTo>
                    <a:pt x="1315588" y="5058716"/>
                  </a:lnTo>
                  <a:lnTo>
                    <a:pt x="1316093" y="5058716"/>
                  </a:lnTo>
                  <a:lnTo>
                    <a:pt x="1316346" y="5058716"/>
                  </a:lnTo>
                  <a:lnTo>
                    <a:pt x="1317482" y="5058716"/>
                  </a:lnTo>
                  <a:lnTo>
                    <a:pt x="1317608" y="5058716"/>
                  </a:lnTo>
                  <a:lnTo>
                    <a:pt x="1317987" y="5058716"/>
                  </a:lnTo>
                  <a:lnTo>
                    <a:pt x="1318366" y="5058716"/>
                  </a:lnTo>
                  <a:lnTo>
                    <a:pt x="1319502" y="5058716"/>
                  </a:lnTo>
                  <a:lnTo>
                    <a:pt x="1319755" y="5058716"/>
                  </a:lnTo>
                  <a:lnTo>
                    <a:pt x="1320134" y="5058716"/>
                  </a:lnTo>
                  <a:lnTo>
                    <a:pt x="1320512" y="5053804"/>
                  </a:lnTo>
                  <a:lnTo>
                    <a:pt x="1321396" y="5053804"/>
                  </a:lnTo>
                  <a:lnTo>
                    <a:pt x="1321901" y="5053804"/>
                  </a:lnTo>
                  <a:lnTo>
                    <a:pt x="1322280" y="5053804"/>
                  </a:lnTo>
                  <a:lnTo>
                    <a:pt x="1322785" y="5053804"/>
                  </a:lnTo>
                  <a:lnTo>
                    <a:pt x="1323416" y="5053804"/>
                  </a:lnTo>
                  <a:lnTo>
                    <a:pt x="1323921" y="5053804"/>
                  </a:lnTo>
                  <a:lnTo>
                    <a:pt x="1324426" y="5053804"/>
                  </a:lnTo>
                  <a:lnTo>
                    <a:pt x="1324805" y="5053804"/>
                  </a:lnTo>
                  <a:lnTo>
                    <a:pt x="1325689" y="5053804"/>
                  </a:lnTo>
                  <a:lnTo>
                    <a:pt x="1325941" y="5053804"/>
                  </a:lnTo>
                  <a:lnTo>
                    <a:pt x="1327204" y="5053804"/>
                  </a:lnTo>
                  <a:lnTo>
                    <a:pt x="1327583" y="5053804"/>
                  </a:lnTo>
                  <a:lnTo>
                    <a:pt x="1327835" y="5053804"/>
                  </a:lnTo>
                  <a:lnTo>
                    <a:pt x="1328340" y="5053804"/>
                  </a:lnTo>
                  <a:lnTo>
                    <a:pt x="1329098" y="5053804"/>
                  </a:lnTo>
                  <a:lnTo>
                    <a:pt x="1329350" y="5053804"/>
                  </a:lnTo>
                  <a:lnTo>
                    <a:pt x="1329603" y="5053804"/>
                  </a:lnTo>
                  <a:lnTo>
                    <a:pt x="1331118" y="5053804"/>
                  </a:lnTo>
                  <a:lnTo>
                    <a:pt x="1331244" y="5053804"/>
                  </a:lnTo>
                  <a:lnTo>
                    <a:pt x="1331623" y="5048893"/>
                  </a:lnTo>
                  <a:lnTo>
                    <a:pt x="1331875" y="5048893"/>
                  </a:lnTo>
                  <a:lnTo>
                    <a:pt x="1332128" y="5043982"/>
                  </a:lnTo>
                  <a:lnTo>
                    <a:pt x="1332380" y="5043982"/>
                  </a:lnTo>
                  <a:lnTo>
                    <a:pt x="1332633" y="5043982"/>
                  </a:lnTo>
                  <a:lnTo>
                    <a:pt x="1332759" y="5043982"/>
                  </a:lnTo>
                  <a:lnTo>
                    <a:pt x="1333012" y="5043982"/>
                  </a:lnTo>
                  <a:lnTo>
                    <a:pt x="1333264" y="5043982"/>
                  </a:lnTo>
                  <a:lnTo>
                    <a:pt x="1333390" y="5043982"/>
                  </a:lnTo>
                  <a:lnTo>
                    <a:pt x="1333643" y="5043982"/>
                  </a:lnTo>
                  <a:lnTo>
                    <a:pt x="1333769" y="5043982"/>
                  </a:lnTo>
                  <a:lnTo>
                    <a:pt x="1333895" y="5043982"/>
                  </a:lnTo>
                  <a:lnTo>
                    <a:pt x="1334527" y="5043982"/>
                  </a:lnTo>
                  <a:lnTo>
                    <a:pt x="1334779" y="5043982"/>
                  </a:lnTo>
                  <a:lnTo>
                    <a:pt x="1334905" y="5039070"/>
                  </a:lnTo>
                  <a:lnTo>
                    <a:pt x="1336042" y="5039070"/>
                  </a:lnTo>
                  <a:lnTo>
                    <a:pt x="1336547" y="5039070"/>
                  </a:lnTo>
                  <a:lnTo>
                    <a:pt x="1337809" y="5039070"/>
                  </a:lnTo>
                  <a:lnTo>
                    <a:pt x="1337936" y="5039070"/>
                  </a:lnTo>
                  <a:lnTo>
                    <a:pt x="1339703" y="5039070"/>
                  </a:lnTo>
                  <a:lnTo>
                    <a:pt x="1339956" y="5039070"/>
                  </a:lnTo>
                  <a:lnTo>
                    <a:pt x="1340082" y="5039070"/>
                  </a:lnTo>
                  <a:lnTo>
                    <a:pt x="1340713" y="5039070"/>
                  </a:lnTo>
                  <a:lnTo>
                    <a:pt x="1340966" y="5039070"/>
                  </a:lnTo>
                  <a:lnTo>
                    <a:pt x="1341218" y="5039070"/>
                  </a:lnTo>
                  <a:lnTo>
                    <a:pt x="1342228" y="5039070"/>
                  </a:lnTo>
                  <a:lnTo>
                    <a:pt x="1342481" y="5039070"/>
                  </a:lnTo>
                  <a:lnTo>
                    <a:pt x="1342607" y="5039070"/>
                  </a:lnTo>
                  <a:lnTo>
                    <a:pt x="1343112" y="5039070"/>
                  </a:lnTo>
                  <a:lnTo>
                    <a:pt x="1343617" y="5039070"/>
                  </a:lnTo>
                  <a:lnTo>
                    <a:pt x="1344375" y="5039070"/>
                  </a:lnTo>
                  <a:lnTo>
                    <a:pt x="1344501" y="5039070"/>
                  </a:lnTo>
                  <a:lnTo>
                    <a:pt x="1344880" y="5039070"/>
                  </a:lnTo>
                  <a:lnTo>
                    <a:pt x="1345385" y="5039070"/>
                  </a:lnTo>
                  <a:lnTo>
                    <a:pt x="1345890" y="5039070"/>
                  </a:lnTo>
                  <a:lnTo>
                    <a:pt x="1346016" y="5039070"/>
                  </a:lnTo>
                  <a:lnTo>
                    <a:pt x="1346142" y="5039070"/>
                  </a:lnTo>
                  <a:lnTo>
                    <a:pt x="1347279" y="5039070"/>
                  </a:lnTo>
                  <a:lnTo>
                    <a:pt x="1347910" y="5034159"/>
                  </a:lnTo>
                  <a:lnTo>
                    <a:pt x="1348036" y="5034159"/>
                  </a:lnTo>
                  <a:lnTo>
                    <a:pt x="1348794" y="5034159"/>
                  </a:lnTo>
                  <a:lnTo>
                    <a:pt x="1348920" y="5034159"/>
                  </a:lnTo>
                  <a:lnTo>
                    <a:pt x="1349930" y="5034159"/>
                  </a:lnTo>
                  <a:lnTo>
                    <a:pt x="1350056" y="5034159"/>
                  </a:lnTo>
                  <a:lnTo>
                    <a:pt x="1350309" y="5034159"/>
                  </a:lnTo>
                  <a:lnTo>
                    <a:pt x="1350940" y="5034159"/>
                  </a:lnTo>
                  <a:lnTo>
                    <a:pt x="1351193" y="5034159"/>
                  </a:lnTo>
                  <a:lnTo>
                    <a:pt x="1351824" y="5034159"/>
                  </a:lnTo>
                  <a:lnTo>
                    <a:pt x="1352329" y="5034159"/>
                  </a:lnTo>
                  <a:lnTo>
                    <a:pt x="1352455" y="5034159"/>
                  </a:lnTo>
                  <a:lnTo>
                    <a:pt x="1352834" y="5034159"/>
                  </a:lnTo>
                  <a:lnTo>
                    <a:pt x="1353339" y="5034159"/>
                  </a:lnTo>
                  <a:lnTo>
                    <a:pt x="1353844" y="5034159"/>
                  </a:lnTo>
                  <a:lnTo>
                    <a:pt x="1355106" y="5034159"/>
                  </a:lnTo>
                  <a:lnTo>
                    <a:pt x="1355864" y="5029247"/>
                  </a:lnTo>
                  <a:lnTo>
                    <a:pt x="1355990" y="5029247"/>
                  </a:lnTo>
                  <a:lnTo>
                    <a:pt x="1356495" y="5029247"/>
                  </a:lnTo>
                  <a:lnTo>
                    <a:pt x="1357000" y="5029247"/>
                  </a:lnTo>
                  <a:lnTo>
                    <a:pt x="1357253" y="5029247"/>
                  </a:lnTo>
                  <a:lnTo>
                    <a:pt x="1357632" y="5029247"/>
                  </a:lnTo>
                  <a:lnTo>
                    <a:pt x="1357884" y="5024336"/>
                  </a:lnTo>
                  <a:lnTo>
                    <a:pt x="1358515" y="5024336"/>
                  </a:lnTo>
                  <a:lnTo>
                    <a:pt x="1358642" y="5024336"/>
                  </a:lnTo>
                  <a:lnTo>
                    <a:pt x="1359147" y="5024336"/>
                  </a:lnTo>
                  <a:lnTo>
                    <a:pt x="1359399" y="5024336"/>
                  </a:lnTo>
                  <a:lnTo>
                    <a:pt x="1360030" y="5024336"/>
                  </a:lnTo>
                  <a:lnTo>
                    <a:pt x="1360157" y="5024336"/>
                  </a:lnTo>
                  <a:lnTo>
                    <a:pt x="1360535" y="5024336"/>
                  </a:lnTo>
                  <a:lnTo>
                    <a:pt x="1361041" y="5024336"/>
                  </a:lnTo>
                  <a:lnTo>
                    <a:pt x="1361672" y="5024336"/>
                  </a:lnTo>
                  <a:lnTo>
                    <a:pt x="1362051" y="5024336"/>
                  </a:lnTo>
                  <a:lnTo>
                    <a:pt x="1362177" y="5024336"/>
                  </a:lnTo>
                  <a:lnTo>
                    <a:pt x="1362429" y="5024336"/>
                  </a:lnTo>
                  <a:lnTo>
                    <a:pt x="1362556" y="5024336"/>
                  </a:lnTo>
                  <a:lnTo>
                    <a:pt x="1362934" y="5024336"/>
                  </a:lnTo>
                  <a:lnTo>
                    <a:pt x="1363566" y="5024336"/>
                  </a:lnTo>
                  <a:lnTo>
                    <a:pt x="1363818" y="5024336"/>
                  </a:lnTo>
                  <a:lnTo>
                    <a:pt x="1364449" y="5024336"/>
                  </a:lnTo>
                  <a:lnTo>
                    <a:pt x="1365081" y="5024336"/>
                  </a:lnTo>
                  <a:lnTo>
                    <a:pt x="1366217" y="5024336"/>
                  </a:lnTo>
                  <a:lnTo>
                    <a:pt x="1367480" y="5024336"/>
                  </a:lnTo>
                  <a:lnTo>
                    <a:pt x="1367606" y="5024336"/>
                  </a:lnTo>
                  <a:lnTo>
                    <a:pt x="1368868" y="5024336"/>
                  </a:lnTo>
                  <a:lnTo>
                    <a:pt x="1369373" y="5019425"/>
                  </a:lnTo>
                  <a:lnTo>
                    <a:pt x="1369626" y="5019425"/>
                  </a:lnTo>
                  <a:lnTo>
                    <a:pt x="1370005" y="5019425"/>
                  </a:lnTo>
                  <a:lnTo>
                    <a:pt x="1371394" y="5019425"/>
                  </a:lnTo>
                  <a:lnTo>
                    <a:pt x="1371520" y="5019425"/>
                  </a:lnTo>
                  <a:lnTo>
                    <a:pt x="1371646" y="5019425"/>
                  </a:lnTo>
                  <a:lnTo>
                    <a:pt x="1372025" y="5019425"/>
                  </a:lnTo>
                  <a:lnTo>
                    <a:pt x="1374929" y="5019425"/>
                  </a:lnTo>
                  <a:lnTo>
                    <a:pt x="1375055" y="5019425"/>
                  </a:lnTo>
                  <a:lnTo>
                    <a:pt x="1375181" y="5019425"/>
                  </a:lnTo>
                  <a:lnTo>
                    <a:pt x="1375307" y="5019425"/>
                  </a:lnTo>
                  <a:lnTo>
                    <a:pt x="1375686" y="5019425"/>
                  </a:lnTo>
                  <a:lnTo>
                    <a:pt x="1375812" y="5019425"/>
                  </a:lnTo>
                  <a:lnTo>
                    <a:pt x="1376823" y="5014513"/>
                  </a:lnTo>
                  <a:lnTo>
                    <a:pt x="1376949" y="5014513"/>
                  </a:lnTo>
                  <a:lnTo>
                    <a:pt x="1377075" y="5014513"/>
                  </a:lnTo>
                  <a:lnTo>
                    <a:pt x="1377201" y="5014513"/>
                  </a:lnTo>
                  <a:lnTo>
                    <a:pt x="1377833" y="5014513"/>
                  </a:lnTo>
                  <a:lnTo>
                    <a:pt x="1378716" y="5014513"/>
                  </a:lnTo>
                  <a:lnTo>
                    <a:pt x="1379221" y="5009602"/>
                  </a:lnTo>
                  <a:lnTo>
                    <a:pt x="1379348" y="5009602"/>
                  </a:lnTo>
                  <a:lnTo>
                    <a:pt x="1380105" y="5009602"/>
                  </a:lnTo>
                  <a:lnTo>
                    <a:pt x="1380484" y="5009602"/>
                  </a:lnTo>
                  <a:lnTo>
                    <a:pt x="1380989" y="5009602"/>
                  </a:lnTo>
                  <a:lnTo>
                    <a:pt x="1381494" y="5009602"/>
                  </a:lnTo>
                  <a:lnTo>
                    <a:pt x="1382125" y="5009602"/>
                  </a:lnTo>
                  <a:lnTo>
                    <a:pt x="1382252" y="5009602"/>
                  </a:lnTo>
                  <a:lnTo>
                    <a:pt x="1382630" y="5009602"/>
                  </a:lnTo>
                  <a:lnTo>
                    <a:pt x="1383009" y="5009602"/>
                  </a:lnTo>
                  <a:lnTo>
                    <a:pt x="1383514" y="4999779"/>
                  </a:lnTo>
                  <a:lnTo>
                    <a:pt x="1384903" y="4994868"/>
                  </a:lnTo>
                  <a:lnTo>
                    <a:pt x="1385155" y="4994868"/>
                  </a:lnTo>
                  <a:lnTo>
                    <a:pt x="1385408" y="4994868"/>
                  </a:lnTo>
                  <a:lnTo>
                    <a:pt x="1385660" y="4994868"/>
                  </a:lnTo>
                  <a:lnTo>
                    <a:pt x="1386039" y="4994868"/>
                  </a:lnTo>
                  <a:lnTo>
                    <a:pt x="1386292" y="4994868"/>
                  </a:lnTo>
                  <a:lnTo>
                    <a:pt x="1386418" y="4994868"/>
                  </a:lnTo>
                  <a:lnTo>
                    <a:pt x="1386544" y="4994868"/>
                  </a:lnTo>
                  <a:lnTo>
                    <a:pt x="1386797" y="4994868"/>
                  </a:lnTo>
                  <a:lnTo>
                    <a:pt x="1387049" y="4994868"/>
                  </a:lnTo>
                  <a:lnTo>
                    <a:pt x="1387933" y="4994868"/>
                  </a:lnTo>
                  <a:lnTo>
                    <a:pt x="1388186" y="4994868"/>
                  </a:lnTo>
                  <a:lnTo>
                    <a:pt x="1388817" y="4994868"/>
                  </a:lnTo>
                  <a:lnTo>
                    <a:pt x="1389322" y="4994868"/>
                  </a:lnTo>
                  <a:lnTo>
                    <a:pt x="1389448" y="4994868"/>
                  </a:lnTo>
                  <a:lnTo>
                    <a:pt x="1389827" y="4994868"/>
                  </a:lnTo>
                  <a:lnTo>
                    <a:pt x="1390206" y="4994868"/>
                  </a:lnTo>
                  <a:lnTo>
                    <a:pt x="1390584" y="4994868"/>
                  </a:lnTo>
                  <a:lnTo>
                    <a:pt x="1391089" y="4994868"/>
                  </a:lnTo>
                  <a:lnTo>
                    <a:pt x="1391847" y="4994868"/>
                  </a:lnTo>
                  <a:lnTo>
                    <a:pt x="1392352" y="4994868"/>
                  </a:lnTo>
                  <a:lnTo>
                    <a:pt x="1393488" y="4994868"/>
                  </a:lnTo>
                  <a:lnTo>
                    <a:pt x="1393615" y="4989956"/>
                  </a:lnTo>
                  <a:lnTo>
                    <a:pt x="1394498" y="4989956"/>
                  </a:lnTo>
                  <a:lnTo>
                    <a:pt x="1395256" y="4989956"/>
                  </a:lnTo>
                  <a:lnTo>
                    <a:pt x="1395635" y="4989956"/>
                  </a:lnTo>
                  <a:lnTo>
                    <a:pt x="1395887" y="4989956"/>
                  </a:lnTo>
                  <a:lnTo>
                    <a:pt x="1396140" y="4989956"/>
                  </a:lnTo>
                  <a:lnTo>
                    <a:pt x="1396392" y="4989956"/>
                  </a:lnTo>
                  <a:lnTo>
                    <a:pt x="1397655" y="4989956"/>
                  </a:lnTo>
                  <a:lnTo>
                    <a:pt x="1398286" y="4989956"/>
                  </a:lnTo>
                  <a:lnTo>
                    <a:pt x="1399927" y="4989956"/>
                  </a:lnTo>
                  <a:lnTo>
                    <a:pt x="1400559" y="4989956"/>
                  </a:lnTo>
                  <a:lnTo>
                    <a:pt x="1401442" y="4989956"/>
                  </a:lnTo>
                  <a:lnTo>
                    <a:pt x="1401695" y="4989956"/>
                  </a:lnTo>
                  <a:lnTo>
                    <a:pt x="1401821" y="4989956"/>
                  </a:lnTo>
                  <a:lnTo>
                    <a:pt x="1403589" y="4985045"/>
                  </a:lnTo>
                  <a:lnTo>
                    <a:pt x="1403715" y="4985045"/>
                  </a:lnTo>
                  <a:lnTo>
                    <a:pt x="1404220" y="4985045"/>
                  </a:lnTo>
                  <a:lnTo>
                    <a:pt x="1404599" y="4985045"/>
                  </a:lnTo>
                  <a:lnTo>
                    <a:pt x="1406114" y="4985045"/>
                  </a:lnTo>
                  <a:lnTo>
                    <a:pt x="1406493" y="4980134"/>
                  </a:lnTo>
                  <a:lnTo>
                    <a:pt x="1406745" y="4980134"/>
                  </a:lnTo>
                  <a:lnTo>
                    <a:pt x="1407377" y="4980134"/>
                  </a:lnTo>
                  <a:lnTo>
                    <a:pt x="1407503" y="4980134"/>
                  </a:lnTo>
                  <a:lnTo>
                    <a:pt x="1407755" y="4980134"/>
                  </a:lnTo>
                  <a:lnTo>
                    <a:pt x="1408639" y="4980134"/>
                  </a:lnTo>
                  <a:lnTo>
                    <a:pt x="1408639" y="4975222"/>
                  </a:lnTo>
                  <a:lnTo>
                    <a:pt x="1408892" y="4975222"/>
                  </a:lnTo>
                  <a:lnTo>
                    <a:pt x="1409397" y="4975222"/>
                  </a:lnTo>
                  <a:lnTo>
                    <a:pt x="1409523" y="4975222"/>
                  </a:lnTo>
                  <a:lnTo>
                    <a:pt x="1410028" y="4975222"/>
                  </a:lnTo>
                  <a:lnTo>
                    <a:pt x="1410280" y="4965400"/>
                  </a:lnTo>
                  <a:lnTo>
                    <a:pt x="1410785" y="4965400"/>
                  </a:lnTo>
                  <a:lnTo>
                    <a:pt x="1411417" y="4965400"/>
                  </a:lnTo>
                  <a:lnTo>
                    <a:pt x="1411922" y="4965400"/>
                  </a:lnTo>
                  <a:lnTo>
                    <a:pt x="1412048" y="4965400"/>
                  </a:lnTo>
                  <a:lnTo>
                    <a:pt x="1412174" y="4965400"/>
                  </a:lnTo>
                  <a:lnTo>
                    <a:pt x="1412553" y="4965400"/>
                  </a:lnTo>
                  <a:lnTo>
                    <a:pt x="1414321" y="4965400"/>
                  </a:lnTo>
                  <a:lnTo>
                    <a:pt x="1414952" y="4965400"/>
                  </a:lnTo>
                  <a:lnTo>
                    <a:pt x="1415078" y="4965400"/>
                  </a:lnTo>
                  <a:lnTo>
                    <a:pt x="1415836" y="4965400"/>
                  </a:lnTo>
                  <a:lnTo>
                    <a:pt x="1416467" y="4965400"/>
                  </a:lnTo>
                  <a:lnTo>
                    <a:pt x="1416593" y="4965400"/>
                  </a:lnTo>
                  <a:lnTo>
                    <a:pt x="1416719" y="4965400"/>
                  </a:lnTo>
                  <a:lnTo>
                    <a:pt x="1417982" y="4965400"/>
                  </a:lnTo>
                  <a:lnTo>
                    <a:pt x="1418613" y="4965400"/>
                  </a:lnTo>
                  <a:lnTo>
                    <a:pt x="1419245" y="4965400"/>
                  </a:lnTo>
                  <a:lnTo>
                    <a:pt x="1419371" y="4965400"/>
                  </a:lnTo>
                  <a:lnTo>
                    <a:pt x="1420002" y="4965400"/>
                  </a:lnTo>
                  <a:lnTo>
                    <a:pt x="1420255" y="4965400"/>
                  </a:lnTo>
                  <a:lnTo>
                    <a:pt x="1420760" y="4965400"/>
                  </a:lnTo>
                  <a:lnTo>
                    <a:pt x="1421265" y="4965400"/>
                  </a:lnTo>
                  <a:lnTo>
                    <a:pt x="1421896" y="4965400"/>
                  </a:lnTo>
                  <a:lnTo>
                    <a:pt x="1422401" y="4965400"/>
                  </a:lnTo>
                  <a:lnTo>
                    <a:pt x="1422780" y="4965400"/>
                  </a:lnTo>
                  <a:lnTo>
                    <a:pt x="1423537" y="4965400"/>
                  </a:lnTo>
                  <a:lnTo>
                    <a:pt x="1423916" y="4965400"/>
                  </a:lnTo>
                  <a:lnTo>
                    <a:pt x="1424800" y="4965400"/>
                  </a:lnTo>
                  <a:lnTo>
                    <a:pt x="1425052" y="4965400"/>
                  </a:lnTo>
                  <a:lnTo>
                    <a:pt x="1425431" y="4965400"/>
                  </a:lnTo>
                  <a:lnTo>
                    <a:pt x="1425557" y="4965400"/>
                  </a:lnTo>
                  <a:lnTo>
                    <a:pt x="1425684" y="4965400"/>
                  </a:lnTo>
                  <a:lnTo>
                    <a:pt x="1426189" y="4965400"/>
                  </a:lnTo>
                  <a:lnTo>
                    <a:pt x="1426315" y="4965400"/>
                  </a:lnTo>
                  <a:lnTo>
                    <a:pt x="1428966" y="4960488"/>
                  </a:lnTo>
                  <a:lnTo>
                    <a:pt x="1429724" y="4960488"/>
                  </a:lnTo>
                  <a:lnTo>
                    <a:pt x="1429976" y="4960488"/>
                  </a:lnTo>
                  <a:lnTo>
                    <a:pt x="1431113" y="4960488"/>
                  </a:lnTo>
                  <a:lnTo>
                    <a:pt x="1431365" y="4960488"/>
                  </a:lnTo>
                  <a:lnTo>
                    <a:pt x="1431491" y="4960488"/>
                  </a:lnTo>
                  <a:lnTo>
                    <a:pt x="1432501" y="4960488"/>
                  </a:lnTo>
                  <a:lnTo>
                    <a:pt x="1433512" y="4960488"/>
                  </a:lnTo>
                  <a:lnTo>
                    <a:pt x="1433890" y="4960488"/>
                  </a:lnTo>
                  <a:lnTo>
                    <a:pt x="1434017" y="4960488"/>
                  </a:lnTo>
                  <a:lnTo>
                    <a:pt x="1434143" y="4960488"/>
                  </a:lnTo>
                  <a:lnTo>
                    <a:pt x="1434900" y="4960488"/>
                  </a:lnTo>
                  <a:lnTo>
                    <a:pt x="1435279" y="4960488"/>
                  </a:lnTo>
                  <a:lnTo>
                    <a:pt x="1435532" y="4960488"/>
                  </a:lnTo>
                  <a:lnTo>
                    <a:pt x="1435658" y="4960488"/>
                  </a:lnTo>
                  <a:lnTo>
                    <a:pt x="1435784" y="4960488"/>
                  </a:lnTo>
                  <a:lnTo>
                    <a:pt x="1437173" y="4960488"/>
                  </a:lnTo>
                  <a:lnTo>
                    <a:pt x="1437425" y="4960488"/>
                  </a:lnTo>
                  <a:lnTo>
                    <a:pt x="1437552" y="4960488"/>
                  </a:lnTo>
                  <a:lnTo>
                    <a:pt x="1437678" y="4960488"/>
                  </a:lnTo>
                  <a:lnTo>
                    <a:pt x="1437804" y="4960488"/>
                  </a:lnTo>
                  <a:lnTo>
                    <a:pt x="1437930" y="4960488"/>
                  </a:lnTo>
                  <a:lnTo>
                    <a:pt x="1438309" y="4960488"/>
                  </a:lnTo>
                  <a:lnTo>
                    <a:pt x="1439067" y="4960488"/>
                  </a:lnTo>
                  <a:lnTo>
                    <a:pt x="1439698" y="4960488"/>
                  </a:lnTo>
                  <a:lnTo>
                    <a:pt x="1440077" y="4960488"/>
                  </a:lnTo>
                  <a:lnTo>
                    <a:pt x="1440203" y="4960488"/>
                  </a:lnTo>
                  <a:lnTo>
                    <a:pt x="1440329" y="4960488"/>
                  </a:lnTo>
                  <a:lnTo>
                    <a:pt x="1440834" y="4950665"/>
                  </a:lnTo>
                  <a:lnTo>
                    <a:pt x="1441339" y="4950665"/>
                  </a:lnTo>
                  <a:lnTo>
                    <a:pt x="1441718" y="4950665"/>
                  </a:lnTo>
                  <a:lnTo>
                    <a:pt x="1442476" y="4950665"/>
                  </a:lnTo>
                  <a:lnTo>
                    <a:pt x="1442728" y="4950665"/>
                  </a:lnTo>
                  <a:lnTo>
                    <a:pt x="1443107" y="4950665"/>
                  </a:lnTo>
                  <a:lnTo>
                    <a:pt x="1443612" y="4950665"/>
                  </a:lnTo>
                  <a:lnTo>
                    <a:pt x="1443865" y="4950665"/>
                  </a:lnTo>
                  <a:lnTo>
                    <a:pt x="1443991" y="4950665"/>
                  </a:lnTo>
                  <a:lnTo>
                    <a:pt x="1444243" y="4950665"/>
                  </a:lnTo>
                  <a:lnTo>
                    <a:pt x="1444875" y="4950665"/>
                  </a:lnTo>
                  <a:lnTo>
                    <a:pt x="1445632" y="4950665"/>
                  </a:lnTo>
                  <a:lnTo>
                    <a:pt x="1445758" y="4950665"/>
                  </a:lnTo>
                  <a:lnTo>
                    <a:pt x="1445885" y="4950665"/>
                  </a:lnTo>
                  <a:lnTo>
                    <a:pt x="1446137" y="4950665"/>
                  </a:lnTo>
                  <a:lnTo>
                    <a:pt x="1446768" y="4950665"/>
                  </a:lnTo>
                  <a:lnTo>
                    <a:pt x="1447147" y="4950665"/>
                  </a:lnTo>
                  <a:lnTo>
                    <a:pt x="1448410" y="4950665"/>
                  </a:lnTo>
                  <a:lnTo>
                    <a:pt x="1448536" y="4950665"/>
                  </a:lnTo>
                  <a:lnTo>
                    <a:pt x="1448662" y="4950665"/>
                  </a:lnTo>
                  <a:lnTo>
                    <a:pt x="1449041" y="4950665"/>
                  </a:lnTo>
                  <a:lnTo>
                    <a:pt x="1449294" y="4950665"/>
                  </a:lnTo>
                  <a:lnTo>
                    <a:pt x="1450051" y="4950665"/>
                  </a:lnTo>
                  <a:lnTo>
                    <a:pt x="1450556" y="4950665"/>
                  </a:lnTo>
                  <a:lnTo>
                    <a:pt x="1450935" y="4950665"/>
                  </a:lnTo>
                  <a:lnTo>
                    <a:pt x="1452702" y="4950665"/>
                  </a:lnTo>
                  <a:lnTo>
                    <a:pt x="1453081" y="4950665"/>
                  </a:lnTo>
                  <a:lnTo>
                    <a:pt x="1453586" y="4950665"/>
                  </a:lnTo>
                  <a:lnTo>
                    <a:pt x="1453713" y="4950665"/>
                  </a:lnTo>
                  <a:lnTo>
                    <a:pt x="1454470" y="4950665"/>
                  </a:lnTo>
                  <a:lnTo>
                    <a:pt x="1455985" y="4950665"/>
                  </a:lnTo>
                  <a:lnTo>
                    <a:pt x="1456238" y="4950665"/>
                  </a:lnTo>
                  <a:lnTo>
                    <a:pt x="1456616" y="4950665"/>
                  </a:lnTo>
                  <a:lnTo>
                    <a:pt x="1458131" y="4950665"/>
                  </a:lnTo>
                  <a:lnTo>
                    <a:pt x="1458258" y="4950665"/>
                  </a:lnTo>
                  <a:lnTo>
                    <a:pt x="1458636" y="4945754"/>
                  </a:lnTo>
                  <a:lnTo>
                    <a:pt x="1460025" y="4940843"/>
                  </a:lnTo>
                  <a:lnTo>
                    <a:pt x="1460278" y="4940843"/>
                  </a:lnTo>
                  <a:lnTo>
                    <a:pt x="1461035" y="4940843"/>
                  </a:lnTo>
                  <a:lnTo>
                    <a:pt x="1461414" y="4935931"/>
                  </a:lnTo>
                  <a:lnTo>
                    <a:pt x="1462677" y="4935931"/>
                  </a:lnTo>
                  <a:lnTo>
                    <a:pt x="1463434" y="4935931"/>
                  </a:lnTo>
                  <a:lnTo>
                    <a:pt x="1463560" y="4935931"/>
                  </a:lnTo>
                  <a:lnTo>
                    <a:pt x="1464066" y="4935931"/>
                  </a:lnTo>
                  <a:lnTo>
                    <a:pt x="1464318" y="4935931"/>
                  </a:lnTo>
                  <a:lnTo>
                    <a:pt x="1465076" y="4935931"/>
                  </a:lnTo>
                  <a:lnTo>
                    <a:pt x="1465328" y="4935931"/>
                  </a:lnTo>
                  <a:lnTo>
                    <a:pt x="1465833" y="4935931"/>
                  </a:lnTo>
                  <a:lnTo>
                    <a:pt x="1466212" y="4935931"/>
                  </a:lnTo>
                  <a:lnTo>
                    <a:pt x="1466591" y="4935931"/>
                  </a:lnTo>
                  <a:lnTo>
                    <a:pt x="1467474" y="4931020"/>
                  </a:lnTo>
                  <a:lnTo>
                    <a:pt x="1468737" y="4931020"/>
                  </a:lnTo>
                  <a:lnTo>
                    <a:pt x="1468989" y="4931020"/>
                  </a:lnTo>
                  <a:lnTo>
                    <a:pt x="1469116" y="4931020"/>
                  </a:lnTo>
                  <a:lnTo>
                    <a:pt x="1469495" y="4931020"/>
                  </a:lnTo>
                  <a:lnTo>
                    <a:pt x="1470000" y="4931020"/>
                  </a:lnTo>
                  <a:lnTo>
                    <a:pt x="1470126" y="4931020"/>
                  </a:lnTo>
                  <a:lnTo>
                    <a:pt x="1470378" y="4931020"/>
                  </a:lnTo>
                  <a:lnTo>
                    <a:pt x="1470505" y="4931020"/>
                  </a:lnTo>
                  <a:lnTo>
                    <a:pt x="1471515" y="4931020"/>
                  </a:lnTo>
                  <a:lnTo>
                    <a:pt x="1471767" y="4931020"/>
                  </a:lnTo>
                  <a:lnTo>
                    <a:pt x="1472525" y="4931020"/>
                  </a:lnTo>
                  <a:lnTo>
                    <a:pt x="1473408" y="4931020"/>
                  </a:lnTo>
                  <a:lnTo>
                    <a:pt x="1473787" y="4931020"/>
                  </a:lnTo>
                  <a:lnTo>
                    <a:pt x="1474419" y="4931020"/>
                  </a:lnTo>
                  <a:lnTo>
                    <a:pt x="1475176" y="4931020"/>
                  </a:lnTo>
                  <a:lnTo>
                    <a:pt x="1475429" y="4931020"/>
                  </a:lnTo>
                  <a:lnTo>
                    <a:pt x="1476439" y="4931020"/>
                  </a:lnTo>
                  <a:lnTo>
                    <a:pt x="1477070" y="4931020"/>
                  </a:lnTo>
                  <a:lnTo>
                    <a:pt x="1477449" y="4931020"/>
                  </a:lnTo>
                  <a:lnTo>
                    <a:pt x="1477701" y="4931020"/>
                  </a:lnTo>
                  <a:lnTo>
                    <a:pt x="1477827" y="4931020"/>
                  </a:lnTo>
                  <a:lnTo>
                    <a:pt x="1478711" y="4931020"/>
                  </a:lnTo>
                  <a:lnTo>
                    <a:pt x="1478964" y="4931020"/>
                  </a:lnTo>
                  <a:lnTo>
                    <a:pt x="1479216" y="4931020"/>
                  </a:lnTo>
                  <a:lnTo>
                    <a:pt x="1479974" y="4931020"/>
                  </a:lnTo>
                  <a:lnTo>
                    <a:pt x="1480100" y="4931020"/>
                  </a:lnTo>
                  <a:lnTo>
                    <a:pt x="1480858" y="4931020"/>
                  </a:lnTo>
                  <a:lnTo>
                    <a:pt x="1481363" y="4931020"/>
                  </a:lnTo>
                  <a:lnTo>
                    <a:pt x="1481615" y="4931020"/>
                  </a:lnTo>
                  <a:lnTo>
                    <a:pt x="1481994" y="4931020"/>
                  </a:lnTo>
                  <a:lnTo>
                    <a:pt x="1482246" y="4931020"/>
                  </a:lnTo>
                  <a:lnTo>
                    <a:pt x="1482625" y="4931020"/>
                  </a:lnTo>
                  <a:lnTo>
                    <a:pt x="1482751" y="4931020"/>
                  </a:lnTo>
                  <a:lnTo>
                    <a:pt x="1483004" y="4931020"/>
                  </a:lnTo>
                  <a:lnTo>
                    <a:pt x="1483383" y="4931020"/>
                  </a:lnTo>
                  <a:lnTo>
                    <a:pt x="1484140" y="4931020"/>
                  </a:lnTo>
                  <a:lnTo>
                    <a:pt x="1484393" y="4931020"/>
                  </a:lnTo>
                  <a:lnTo>
                    <a:pt x="1484645" y="4931020"/>
                  </a:lnTo>
                  <a:lnTo>
                    <a:pt x="1485908" y="4931020"/>
                  </a:lnTo>
                  <a:lnTo>
                    <a:pt x="1487170" y="4931020"/>
                  </a:lnTo>
                  <a:lnTo>
                    <a:pt x="1487675" y="4931020"/>
                  </a:lnTo>
                  <a:lnTo>
                    <a:pt x="1489317" y="4931020"/>
                  </a:lnTo>
                  <a:lnTo>
                    <a:pt x="1489948" y="4926109"/>
                  </a:lnTo>
                  <a:lnTo>
                    <a:pt x="1491842" y="4926109"/>
                  </a:lnTo>
                  <a:lnTo>
                    <a:pt x="1491968" y="4926109"/>
                  </a:lnTo>
                  <a:lnTo>
                    <a:pt x="1492852" y="4926109"/>
                  </a:lnTo>
                  <a:lnTo>
                    <a:pt x="1493736" y="4926109"/>
                  </a:lnTo>
                  <a:lnTo>
                    <a:pt x="1493988" y="4926109"/>
                  </a:lnTo>
                  <a:lnTo>
                    <a:pt x="1494114" y="4926109"/>
                  </a:lnTo>
                  <a:lnTo>
                    <a:pt x="1494367" y="4926109"/>
                  </a:lnTo>
                  <a:lnTo>
                    <a:pt x="1494493" y="4926109"/>
                  </a:lnTo>
                  <a:lnTo>
                    <a:pt x="1495882" y="4921197"/>
                  </a:lnTo>
                  <a:lnTo>
                    <a:pt x="1497902" y="4921197"/>
                  </a:lnTo>
                  <a:lnTo>
                    <a:pt x="1498028" y="4921197"/>
                  </a:lnTo>
                  <a:lnTo>
                    <a:pt x="1498533" y="4921197"/>
                  </a:lnTo>
                  <a:lnTo>
                    <a:pt x="1499417" y="4916286"/>
                  </a:lnTo>
                  <a:lnTo>
                    <a:pt x="1499796" y="4916286"/>
                  </a:lnTo>
                  <a:lnTo>
                    <a:pt x="1500049" y="4916286"/>
                  </a:lnTo>
                  <a:lnTo>
                    <a:pt x="1500049" y="4911374"/>
                  </a:lnTo>
                  <a:lnTo>
                    <a:pt x="1500175" y="4911374"/>
                  </a:lnTo>
                  <a:lnTo>
                    <a:pt x="1501437" y="4911374"/>
                  </a:lnTo>
                  <a:lnTo>
                    <a:pt x="1501942" y="4911374"/>
                  </a:lnTo>
                  <a:lnTo>
                    <a:pt x="1502195" y="4906463"/>
                  </a:lnTo>
                  <a:lnTo>
                    <a:pt x="1502574" y="4906463"/>
                  </a:lnTo>
                  <a:lnTo>
                    <a:pt x="1503205" y="4906463"/>
                  </a:lnTo>
                  <a:lnTo>
                    <a:pt x="1504215" y="4906463"/>
                  </a:lnTo>
                  <a:lnTo>
                    <a:pt x="1505099" y="4906463"/>
                  </a:lnTo>
                  <a:lnTo>
                    <a:pt x="1505478" y="4906463"/>
                  </a:lnTo>
                  <a:lnTo>
                    <a:pt x="1505856" y="4901552"/>
                  </a:lnTo>
                  <a:lnTo>
                    <a:pt x="1506235" y="4901552"/>
                  </a:lnTo>
                  <a:lnTo>
                    <a:pt x="1506614" y="4901552"/>
                  </a:lnTo>
                  <a:lnTo>
                    <a:pt x="1507624" y="4901552"/>
                  </a:lnTo>
                  <a:lnTo>
                    <a:pt x="1508003" y="4901552"/>
                  </a:lnTo>
                  <a:lnTo>
                    <a:pt x="1508634" y="4901552"/>
                  </a:lnTo>
                  <a:lnTo>
                    <a:pt x="1508760" y="4901552"/>
                  </a:lnTo>
                  <a:lnTo>
                    <a:pt x="1509265" y="4901552"/>
                  </a:lnTo>
                  <a:lnTo>
                    <a:pt x="1509896" y="4901552"/>
                  </a:lnTo>
                  <a:lnTo>
                    <a:pt x="1510275" y="4901552"/>
                  </a:lnTo>
                  <a:lnTo>
                    <a:pt x="1510402" y="4901552"/>
                  </a:lnTo>
                  <a:lnTo>
                    <a:pt x="1510780" y="4901552"/>
                  </a:lnTo>
                  <a:lnTo>
                    <a:pt x="1511033" y="4901552"/>
                  </a:lnTo>
                  <a:lnTo>
                    <a:pt x="1511917" y="4901552"/>
                  </a:lnTo>
                  <a:lnTo>
                    <a:pt x="1512800" y="4901552"/>
                  </a:lnTo>
                  <a:lnTo>
                    <a:pt x="1513179" y="4901552"/>
                  </a:lnTo>
                  <a:lnTo>
                    <a:pt x="1513684" y="4901552"/>
                  </a:lnTo>
                  <a:lnTo>
                    <a:pt x="1514442" y="4901552"/>
                  </a:lnTo>
                  <a:lnTo>
                    <a:pt x="1514568" y="4901552"/>
                  </a:lnTo>
                  <a:lnTo>
                    <a:pt x="1514694" y="4901552"/>
                  </a:lnTo>
                  <a:lnTo>
                    <a:pt x="1515199" y="4896640"/>
                  </a:lnTo>
                  <a:lnTo>
                    <a:pt x="1515452" y="4896640"/>
                  </a:lnTo>
                  <a:lnTo>
                    <a:pt x="1517472" y="4896640"/>
                  </a:lnTo>
                  <a:lnTo>
                    <a:pt x="1517724" y="4896640"/>
                  </a:lnTo>
                  <a:lnTo>
                    <a:pt x="1517851" y="4896640"/>
                  </a:lnTo>
                  <a:lnTo>
                    <a:pt x="1517977" y="4896640"/>
                  </a:lnTo>
                  <a:lnTo>
                    <a:pt x="1518608" y="4896640"/>
                  </a:lnTo>
                  <a:lnTo>
                    <a:pt x="1519618" y="4896640"/>
                  </a:lnTo>
                  <a:lnTo>
                    <a:pt x="1519618" y="4891729"/>
                  </a:lnTo>
                  <a:lnTo>
                    <a:pt x="1521512" y="4891729"/>
                  </a:lnTo>
                  <a:lnTo>
                    <a:pt x="1521638" y="4891729"/>
                  </a:lnTo>
                  <a:lnTo>
                    <a:pt x="1522143" y="4891729"/>
                  </a:lnTo>
                  <a:lnTo>
                    <a:pt x="1522270" y="4891729"/>
                  </a:lnTo>
                  <a:lnTo>
                    <a:pt x="1522648" y="4891729"/>
                  </a:lnTo>
                  <a:lnTo>
                    <a:pt x="1523027" y="4891729"/>
                  </a:lnTo>
                  <a:lnTo>
                    <a:pt x="1523280" y="4891729"/>
                  </a:lnTo>
                  <a:lnTo>
                    <a:pt x="1523532" y="4891729"/>
                  </a:lnTo>
                  <a:lnTo>
                    <a:pt x="1524037" y="4891729"/>
                  </a:lnTo>
                  <a:lnTo>
                    <a:pt x="1524037" y="4886818"/>
                  </a:lnTo>
                  <a:lnTo>
                    <a:pt x="1524416" y="4886818"/>
                  </a:lnTo>
                  <a:lnTo>
                    <a:pt x="1524921" y="4886818"/>
                  </a:lnTo>
                  <a:lnTo>
                    <a:pt x="1525047" y="4881906"/>
                  </a:lnTo>
                  <a:lnTo>
                    <a:pt x="1525426" y="4881906"/>
                  </a:lnTo>
                  <a:lnTo>
                    <a:pt x="1526689" y="4881906"/>
                  </a:lnTo>
                  <a:lnTo>
                    <a:pt x="1526941" y="4881906"/>
                  </a:lnTo>
                  <a:lnTo>
                    <a:pt x="1527446" y="4881906"/>
                  </a:lnTo>
                  <a:lnTo>
                    <a:pt x="1528330" y="4881906"/>
                  </a:lnTo>
                  <a:lnTo>
                    <a:pt x="1528709" y="4881906"/>
                  </a:lnTo>
                  <a:lnTo>
                    <a:pt x="1529087" y="4881906"/>
                  </a:lnTo>
                  <a:lnTo>
                    <a:pt x="1529592" y="4881906"/>
                  </a:lnTo>
                  <a:lnTo>
                    <a:pt x="1529845" y="4881906"/>
                  </a:lnTo>
                  <a:lnTo>
                    <a:pt x="1529971" y="4881906"/>
                  </a:lnTo>
                  <a:lnTo>
                    <a:pt x="1530097" y="4872083"/>
                  </a:lnTo>
                  <a:lnTo>
                    <a:pt x="1530602" y="4872083"/>
                  </a:lnTo>
                  <a:lnTo>
                    <a:pt x="1531865" y="4862261"/>
                  </a:lnTo>
                  <a:lnTo>
                    <a:pt x="1532623" y="4862261"/>
                  </a:lnTo>
                  <a:lnTo>
                    <a:pt x="1533254" y="4862261"/>
                  </a:lnTo>
                  <a:lnTo>
                    <a:pt x="1533380" y="4862261"/>
                  </a:lnTo>
                  <a:lnTo>
                    <a:pt x="1533885" y="4862261"/>
                  </a:lnTo>
                  <a:lnTo>
                    <a:pt x="1534390" y="4857349"/>
                  </a:lnTo>
                  <a:lnTo>
                    <a:pt x="1534769" y="4857349"/>
                  </a:lnTo>
                  <a:lnTo>
                    <a:pt x="1535274" y="4857349"/>
                  </a:lnTo>
                  <a:lnTo>
                    <a:pt x="1536031" y="4857349"/>
                  </a:lnTo>
                  <a:lnTo>
                    <a:pt x="1536537" y="4857349"/>
                  </a:lnTo>
                  <a:lnTo>
                    <a:pt x="1536789" y="4857349"/>
                  </a:lnTo>
                  <a:lnTo>
                    <a:pt x="1537420" y="4857349"/>
                  </a:lnTo>
                  <a:lnTo>
                    <a:pt x="1537925" y="4857349"/>
                  </a:lnTo>
                  <a:lnTo>
                    <a:pt x="1539062" y="4857349"/>
                  </a:lnTo>
                  <a:lnTo>
                    <a:pt x="1539693" y="4857349"/>
                  </a:lnTo>
                  <a:lnTo>
                    <a:pt x="1540072" y="4857349"/>
                  </a:lnTo>
                  <a:lnTo>
                    <a:pt x="1540198" y="4857349"/>
                  </a:lnTo>
                  <a:lnTo>
                    <a:pt x="1540577" y="4857349"/>
                  </a:lnTo>
                  <a:lnTo>
                    <a:pt x="1540703" y="4857349"/>
                  </a:lnTo>
                  <a:lnTo>
                    <a:pt x="1540955" y="4857349"/>
                  </a:lnTo>
                  <a:lnTo>
                    <a:pt x="1541208" y="4857349"/>
                  </a:lnTo>
                  <a:lnTo>
                    <a:pt x="1541461" y="4857349"/>
                  </a:lnTo>
                  <a:lnTo>
                    <a:pt x="1541587" y="4857349"/>
                  </a:lnTo>
                  <a:lnTo>
                    <a:pt x="1542471" y="4852438"/>
                  </a:lnTo>
                  <a:lnTo>
                    <a:pt x="1542976" y="4847527"/>
                  </a:lnTo>
                  <a:lnTo>
                    <a:pt x="1543228" y="4847527"/>
                  </a:lnTo>
                  <a:lnTo>
                    <a:pt x="1543859" y="4842615"/>
                  </a:lnTo>
                  <a:lnTo>
                    <a:pt x="1543986" y="4842615"/>
                  </a:lnTo>
                  <a:lnTo>
                    <a:pt x="1544112" y="4842615"/>
                  </a:lnTo>
                  <a:lnTo>
                    <a:pt x="1544364" y="4842615"/>
                  </a:lnTo>
                  <a:lnTo>
                    <a:pt x="1545248" y="4842615"/>
                  </a:lnTo>
                  <a:lnTo>
                    <a:pt x="1545627" y="4842615"/>
                  </a:lnTo>
                  <a:lnTo>
                    <a:pt x="1545753" y="4842615"/>
                  </a:lnTo>
                  <a:lnTo>
                    <a:pt x="1546006" y="4837704"/>
                  </a:lnTo>
                  <a:lnTo>
                    <a:pt x="1546511" y="4837704"/>
                  </a:lnTo>
                  <a:lnTo>
                    <a:pt x="1546763" y="4837704"/>
                  </a:lnTo>
                  <a:lnTo>
                    <a:pt x="1548026" y="4837704"/>
                  </a:lnTo>
                  <a:lnTo>
                    <a:pt x="1550425" y="4832792"/>
                  </a:lnTo>
                  <a:lnTo>
                    <a:pt x="1550677" y="4832792"/>
                  </a:lnTo>
                  <a:lnTo>
                    <a:pt x="1550930" y="4832792"/>
                  </a:lnTo>
                  <a:lnTo>
                    <a:pt x="1551308" y="4832792"/>
                  </a:lnTo>
                  <a:lnTo>
                    <a:pt x="1552066" y="4827881"/>
                  </a:lnTo>
                  <a:lnTo>
                    <a:pt x="1552319" y="4827881"/>
                  </a:lnTo>
                  <a:lnTo>
                    <a:pt x="1552571" y="4827881"/>
                  </a:lnTo>
                  <a:lnTo>
                    <a:pt x="1552950" y="4827881"/>
                  </a:lnTo>
                  <a:lnTo>
                    <a:pt x="1553076" y="4827881"/>
                  </a:lnTo>
                  <a:lnTo>
                    <a:pt x="1553960" y="4827881"/>
                  </a:lnTo>
                  <a:lnTo>
                    <a:pt x="1554212" y="4827881"/>
                  </a:lnTo>
                  <a:lnTo>
                    <a:pt x="1554465" y="4822970"/>
                  </a:lnTo>
                  <a:lnTo>
                    <a:pt x="1554844" y="4822970"/>
                  </a:lnTo>
                  <a:lnTo>
                    <a:pt x="1555854" y="4818058"/>
                  </a:lnTo>
                  <a:lnTo>
                    <a:pt x="1556359" y="4813147"/>
                  </a:lnTo>
                  <a:lnTo>
                    <a:pt x="1556485" y="4813147"/>
                  </a:lnTo>
                  <a:lnTo>
                    <a:pt x="1556611" y="4813147"/>
                  </a:lnTo>
                  <a:lnTo>
                    <a:pt x="1556990" y="4813147"/>
                  </a:lnTo>
                  <a:lnTo>
                    <a:pt x="1557243" y="4808236"/>
                  </a:lnTo>
                  <a:lnTo>
                    <a:pt x="1557621" y="4808236"/>
                  </a:lnTo>
                  <a:lnTo>
                    <a:pt x="1558631" y="4808236"/>
                  </a:lnTo>
                  <a:lnTo>
                    <a:pt x="1558758" y="4808236"/>
                  </a:lnTo>
                  <a:lnTo>
                    <a:pt x="1558884" y="4808236"/>
                  </a:lnTo>
                  <a:lnTo>
                    <a:pt x="1559136" y="4808236"/>
                  </a:lnTo>
                  <a:lnTo>
                    <a:pt x="1559894" y="4808236"/>
                  </a:lnTo>
                  <a:lnTo>
                    <a:pt x="1560399" y="4808236"/>
                  </a:lnTo>
                  <a:lnTo>
                    <a:pt x="1560651" y="4808236"/>
                  </a:lnTo>
                  <a:lnTo>
                    <a:pt x="1562040" y="4808236"/>
                  </a:lnTo>
                  <a:lnTo>
                    <a:pt x="1562924" y="4808236"/>
                  </a:lnTo>
                  <a:lnTo>
                    <a:pt x="1563682" y="4808236"/>
                  </a:lnTo>
                  <a:lnTo>
                    <a:pt x="1564439" y="4808236"/>
                  </a:lnTo>
                  <a:lnTo>
                    <a:pt x="1564692" y="4808236"/>
                  </a:lnTo>
                  <a:lnTo>
                    <a:pt x="1565575" y="4808236"/>
                  </a:lnTo>
                  <a:lnTo>
                    <a:pt x="1565828" y="4808236"/>
                  </a:lnTo>
                  <a:lnTo>
                    <a:pt x="1565954" y="4808236"/>
                  </a:lnTo>
                  <a:lnTo>
                    <a:pt x="1566712" y="4808236"/>
                  </a:lnTo>
                  <a:lnTo>
                    <a:pt x="1566838" y="4808236"/>
                  </a:lnTo>
                  <a:lnTo>
                    <a:pt x="1568227" y="4803324"/>
                  </a:lnTo>
                  <a:lnTo>
                    <a:pt x="1569237" y="4803324"/>
                  </a:lnTo>
                  <a:lnTo>
                    <a:pt x="1569868" y="4803324"/>
                  </a:lnTo>
                  <a:lnTo>
                    <a:pt x="1570121" y="4803324"/>
                  </a:lnTo>
                  <a:lnTo>
                    <a:pt x="1570247" y="4803324"/>
                  </a:lnTo>
                  <a:lnTo>
                    <a:pt x="1570373" y="4803324"/>
                  </a:lnTo>
                  <a:lnTo>
                    <a:pt x="1571509" y="4798413"/>
                  </a:lnTo>
                  <a:lnTo>
                    <a:pt x="1572014" y="4798413"/>
                  </a:lnTo>
                  <a:lnTo>
                    <a:pt x="1572141" y="4798413"/>
                  </a:lnTo>
                  <a:lnTo>
                    <a:pt x="1572267" y="4798413"/>
                  </a:lnTo>
                  <a:lnTo>
                    <a:pt x="1572520" y="4798413"/>
                  </a:lnTo>
                  <a:lnTo>
                    <a:pt x="1573530" y="4793501"/>
                  </a:lnTo>
                  <a:lnTo>
                    <a:pt x="1574287" y="4793501"/>
                  </a:lnTo>
                  <a:lnTo>
                    <a:pt x="1574413" y="4793501"/>
                  </a:lnTo>
                  <a:lnTo>
                    <a:pt x="1574792" y="4793501"/>
                  </a:lnTo>
                  <a:lnTo>
                    <a:pt x="1575297" y="4793501"/>
                  </a:lnTo>
                  <a:lnTo>
                    <a:pt x="1576055" y="4793501"/>
                  </a:lnTo>
                  <a:lnTo>
                    <a:pt x="1576181" y="4788590"/>
                  </a:lnTo>
                  <a:lnTo>
                    <a:pt x="1576433" y="4788590"/>
                  </a:lnTo>
                  <a:lnTo>
                    <a:pt x="1576560" y="4788590"/>
                  </a:lnTo>
                  <a:lnTo>
                    <a:pt x="1576812" y="4788590"/>
                  </a:lnTo>
                  <a:lnTo>
                    <a:pt x="1577065" y="4788590"/>
                  </a:lnTo>
                  <a:lnTo>
                    <a:pt x="1578075" y="4788590"/>
                  </a:lnTo>
                  <a:lnTo>
                    <a:pt x="1578580" y="4788590"/>
                  </a:lnTo>
                  <a:lnTo>
                    <a:pt x="1578706" y="4788590"/>
                  </a:lnTo>
                  <a:lnTo>
                    <a:pt x="1579337" y="4783679"/>
                  </a:lnTo>
                  <a:lnTo>
                    <a:pt x="1580347" y="4778767"/>
                  </a:lnTo>
                  <a:lnTo>
                    <a:pt x="1582999" y="4773856"/>
                  </a:lnTo>
                  <a:lnTo>
                    <a:pt x="1583125" y="4773856"/>
                  </a:lnTo>
                  <a:lnTo>
                    <a:pt x="1584135" y="4768945"/>
                  </a:lnTo>
                  <a:lnTo>
                    <a:pt x="1584261" y="4768945"/>
                  </a:lnTo>
                  <a:lnTo>
                    <a:pt x="1584514" y="4768945"/>
                  </a:lnTo>
                  <a:lnTo>
                    <a:pt x="1585271" y="4768945"/>
                  </a:lnTo>
                  <a:lnTo>
                    <a:pt x="1585398" y="4768945"/>
                  </a:lnTo>
                  <a:lnTo>
                    <a:pt x="1586660" y="4764033"/>
                  </a:lnTo>
                  <a:lnTo>
                    <a:pt x="1587039" y="4764033"/>
                  </a:lnTo>
                  <a:lnTo>
                    <a:pt x="1587291" y="4764033"/>
                  </a:lnTo>
                  <a:lnTo>
                    <a:pt x="1587418" y="4764033"/>
                  </a:lnTo>
                  <a:lnTo>
                    <a:pt x="1588807" y="4764033"/>
                  </a:lnTo>
                  <a:lnTo>
                    <a:pt x="1589438" y="4764033"/>
                  </a:lnTo>
                  <a:lnTo>
                    <a:pt x="1589817" y="4764033"/>
                  </a:lnTo>
                  <a:lnTo>
                    <a:pt x="1589943" y="4764033"/>
                  </a:lnTo>
                  <a:lnTo>
                    <a:pt x="1590195" y="4764033"/>
                  </a:lnTo>
                  <a:lnTo>
                    <a:pt x="1590322" y="4764033"/>
                  </a:lnTo>
                  <a:lnTo>
                    <a:pt x="1590448" y="4764033"/>
                  </a:lnTo>
                  <a:lnTo>
                    <a:pt x="1591079" y="4764033"/>
                  </a:lnTo>
                  <a:lnTo>
                    <a:pt x="1591584" y="4764033"/>
                  </a:lnTo>
                  <a:lnTo>
                    <a:pt x="1592089" y="4764033"/>
                  </a:lnTo>
                  <a:lnTo>
                    <a:pt x="1592215" y="4764033"/>
                  </a:lnTo>
                  <a:lnTo>
                    <a:pt x="1592468" y="4764033"/>
                  </a:lnTo>
                  <a:lnTo>
                    <a:pt x="1592720" y="4764033"/>
                  </a:lnTo>
                  <a:lnTo>
                    <a:pt x="1593226" y="4764033"/>
                  </a:lnTo>
                  <a:lnTo>
                    <a:pt x="1593352" y="4764033"/>
                  </a:lnTo>
                  <a:lnTo>
                    <a:pt x="1593604" y="4764033"/>
                  </a:lnTo>
                  <a:lnTo>
                    <a:pt x="1596761" y="4764033"/>
                  </a:lnTo>
                  <a:lnTo>
                    <a:pt x="1597771" y="4764033"/>
                  </a:lnTo>
                  <a:lnTo>
                    <a:pt x="1598150" y="4764033"/>
                  </a:lnTo>
                  <a:lnTo>
                    <a:pt x="1598528" y="4759122"/>
                  </a:lnTo>
                  <a:lnTo>
                    <a:pt x="1599033" y="4754210"/>
                  </a:lnTo>
                  <a:lnTo>
                    <a:pt x="1599665" y="4754210"/>
                  </a:lnTo>
                  <a:lnTo>
                    <a:pt x="1599791" y="4754210"/>
                  </a:lnTo>
                  <a:lnTo>
                    <a:pt x="1601053" y="4754210"/>
                  </a:lnTo>
                  <a:lnTo>
                    <a:pt x="1601685" y="4754210"/>
                  </a:lnTo>
                  <a:lnTo>
                    <a:pt x="1601811" y="4754210"/>
                  </a:lnTo>
                  <a:lnTo>
                    <a:pt x="1603073" y="4749299"/>
                  </a:lnTo>
                  <a:lnTo>
                    <a:pt x="1603705" y="4749299"/>
                  </a:lnTo>
                  <a:lnTo>
                    <a:pt x="1604462" y="4749299"/>
                  </a:lnTo>
                  <a:lnTo>
                    <a:pt x="1604589" y="4749299"/>
                  </a:lnTo>
                  <a:lnTo>
                    <a:pt x="1605472" y="4749299"/>
                  </a:lnTo>
                  <a:lnTo>
                    <a:pt x="1605851" y="4749299"/>
                  </a:lnTo>
                  <a:lnTo>
                    <a:pt x="1605977" y="4749299"/>
                  </a:lnTo>
                  <a:lnTo>
                    <a:pt x="1607366" y="4749299"/>
                  </a:lnTo>
                  <a:lnTo>
                    <a:pt x="1607871" y="4749299"/>
                  </a:lnTo>
                  <a:lnTo>
                    <a:pt x="1608376" y="4749299"/>
                  </a:lnTo>
                  <a:lnTo>
                    <a:pt x="1609008" y="4749299"/>
                  </a:lnTo>
                  <a:lnTo>
                    <a:pt x="1609260" y="4749299"/>
                  </a:lnTo>
                  <a:lnTo>
                    <a:pt x="1609386" y="4749299"/>
                  </a:lnTo>
                  <a:lnTo>
                    <a:pt x="1610144" y="4749299"/>
                  </a:lnTo>
                  <a:lnTo>
                    <a:pt x="1610270" y="4749299"/>
                  </a:lnTo>
                  <a:lnTo>
                    <a:pt x="1610649" y="4749299"/>
                  </a:lnTo>
                  <a:lnTo>
                    <a:pt x="1610775" y="4749299"/>
                  </a:lnTo>
                  <a:lnTo>
                    <a:pt x="1610901" y="4749299"/>
                  </a:lnTo>
                  <a:lnTo>
                    <a:pt x="1611406" y="4749299"/>
                  </a:lnTo>
                  <a:lnTo>
                    <a:pt x="1611533" y="4749299"/>
                  </a:lnTo>
                  <a:lnTo>
                    <a:pt x="1612795" y="4749299"/>
                  </a:lnTo>
                  <a:lnTo>
                    <a:pt x="1614815" y="4749299"/>
                  </a:lnTo>
                  <a:lnTo>
                    <a:pt x="1615573" y="4749299"/>
                  </a:lnTo>
                  <a:lnTo>
                    <a:pt x="1615952" y="4749299"/>
                  </a:lnTo>
                  <a:lnTo>
                    <a:pt x="1616204" y="4749299"/>
                  </a:lnTo>
                  <a:lnTo>
                    <a:pt x="1616457" y="4749299"/>
                  </a:lnTo>
                  <a:lnTo>
                    <a:pt x="1617845" y="4744388"/>
                  </a:lnTo>
                  <a:lnTo>
                    <a:pt x="1618350" y="4739476"/>
                  </a:lnTo>
                  <a:lnTo>
                    <a:pt x="1618477" y="4739476"/>
                  </a:lnTo>
                  <a:lnTo>
                    <a:pt x="1618856" y="4739476"/>
                  </a:lnTo>
                  <a:lnTo>
                    <a:pt x="1620749" y="4739476"/>
                  </a:lnTo>
                  <a:lnTo>
                    <a:pt x="1621633" y="4739476"/>
                  </a:lnTo>
                  <a:lnTo>
                    <a:pt x="1622138" y="4739476"/>
                  </a:lnTo>
                  <a:lnTo>
                    <a:pt x="1622643" y="4739476"/>
                  </a:lnTo>
                  <a:lnTo>
                    <a:pt x="1624790" y="4739476"/>
                  </a:lnTo>
                  <a:lnTo>
                    <a:pt x="1626178" y="4734565"/>
                  </a:lnTo>
                  <a:lnTo>
                    <a:pt x="1626557" y="4734565"/>
                  </a:lnTo>
                  <a:lnTo>
                    <a:pt x="1627062" y="4734565"/>
                  </a:lnTo>
                  <a:lnTo>
                    <a:pt x="1628703" y="4729654"/>
                  </a:lnTo>
                  <a:lnTo>
                    <a:pt x="1629209" y="4729654"/>
                  </a:lnTo>
                  <a:lnTo>
                    <a:pt x="1629461" y="4724742"/>
                  </a:lnTo>
                  <a:lnTo>
                    <a:pt x="1629714" y="4724742"/>
                  </a:lnTo>
                  <a:lnTo>
                    <a:pt x="1629966" y="4724742"/>
                  </a:lnTo>
                  <a:lnTo>
                    <a:pt x="1630092" y="4724742"/>
                  </a:lnTo>
                  <a:lnTo>
                    <a:pt x="1631102" y="4724742"/>
                  </a:lnTo>
                  <a:lnTo>
                    <a:pt x="1631607" y="4724742"/>
                  </a:lnTo>
                  <a:lnTo>
                    <a:pt x="1632365" y="4724742"/>
                  </a:lnTo>
                  <a:lnTo>
                    <a:pt x="1632744" y="4724742"/>
                  </a:lnTo>
                  <a:lnTo>
                    <a:pt x="1633122" y="4724742"/>
                  </a:lnTo>
                  <a:lnTo>
                    <a:pt x="1633754" y="4724742"/>
                  </a:lnTo>
                  <a:lnTo>
                    <a:pt x="1634259" y="4724742"/>
                  </a:lnTo>
                  <a:lnTo>
                    <a:pt x="1634511" y="4724742"/>
                  </a:lnTo>
                  <a:lnTo>
                    <a:pt x="1635269" y="4724742"/>
                  </a:lnTo>
                  <a:lnTo>
                    <a:pt x="1636153" y="4724742"/>
                  </a:lnTo>
                  <a:lnTo>
                    <a:pt x="1636658" y="4724742"/>
                  </a:lnTo>
                  <a:lnTo>
                    <a:pt x="1637163" y="4724742"/>
                  </a:lnTo>
                  <a:lnTo>
                    <a:pt x="1638425" y="4724742"/>
                  </a:lnTo>
                  <a:lnTo>
                    <a:pt x="1639940" y="4724742"/>
                  </a:lnTo>
                  <a:lnTo>
                    <a:pt x="1640445" y="4719831"/>
                  </a:lnTo>
                  <a:lnTo>
                    <a:pt x="1641077" y="4719831"/>
                  </a:lnTo>
                  <a:lnTo>
                    <a:pt x="1641834" y="4719831"/>
                  </a:lnTo>
                  <a:lnTo>
                    <a:pt x="1641960" y="4719831"/>
                  </a:lnTo>
                  <a:lnTo>
                    <a:pt x="1642087" y="4719831"/>
                  </a:lnTo>
                  <a:lnTo>
                    <a:pt x="1643475" y="4719831"/>
                  </a:lnTo>
                  <a:lnTo>
                    <a:pt x="1643602" y="4719831"/>
                  </a:lnTo>
                  <a:lnTo>
                    <a:pt x="1643854" y="4719831"/>
                  </a:lnTo>
                  <a:lnTo>
                    <a:pt x="1644612" y="4719831"/>
                  </a:lnTo>
                  <a:lnTo>
                    <a:pt x="1647137" y="4719831"/>
                  </a:lnTo>
                  <a:lnTo>
                    <a:pt x="1647389" y="4719831"/>
                  </a:lnTo>
                  <a:lnTo>
                    <a:pt x="1647768" y="4719831"/>
                  </a:lnTo>
                  <a:lnTo>
                    <a:pt x="1648021" y="4719831"/>
                  </a:lnTo>
                  <a:lnTo>
                    <a:pt x="1648778" y="4719831"/>
                  </a:lnTo>
                  <a:lnTo>
                    <a:pt x="1649031" y="4719831"/>
                  </a:lnTo>
                  <a:lnTo>
                    <a:pt x="1650546" y="4719831"/>
                  </a:lnTo>
                  <a:lnTo>
                    <a:pt x="1650798" y="4719831"/>
                  </a:lnTo>
                  <a:lnTo>
                    <a:pt x="1651430" y="4719831"/>
                  </a:lnTo>
                  <a:lnTo>
                    <a:pt x="1652187" y="4719831"/>
                  </a:lnTo>
                  <a:lnTo>
                    <a:pt x="1653071" y="4719831"/>
                  </a:lnTo>
                  <a:lnTo>
                    <a:pt x="1653828" y="4719831"/>
                  </a:lnTo>
                  <a:lnTo>
                    <a:pt x="1655091" y="4719831"/>
                  </a:lnTo>
                  <a:lnTo>
                    <a:pt x="1655596" y="4719831"/>
                  </a:lnTo>
                  <a:lnTo>
                    <a:pt x="1657237" y="4719831"/>
                  </a:lnTo>
                  <a:lnTo>
                    <a:pt x="1658121" y="4719831"/>
                  </a:lnTo>
                  <a:lnTo>
                    <a:pt x="1658247" y="4719831"/>
                  </a:lnTo>
                  <a:lnTo>
                    <a:pt x="1658374" y="4714919"/>
                  </a:lnTo>
                  <a:lnTo>
                    <a:pt x="1658500" y="4714919"/>
                  </a:lnTo>
                  <a:lnTo>
                    <a:pt x="1658752" y="4714919"/>
                  </a:lnTo>
                  <a:lnTo>
                    <a:pt x="1660646" y="4714919"/>
                  </a:lnTo>
                  <a:lnTo>
                    <a:pt x="1661656" y="4714919"/>
                  </a:lnTo>
                  <a:lnTo>
                    <a:pt x="1662540" y="4705097"/>
                  </a:lnTo>
                  <a:lnTo>
                    <a:pt x="1663676" y="4705097"/>
                  </a:lnTo>
                  <a:lnTo>
                    <a:pt x="1664308" y="4705097"/>
                  </a:lnTo>
                  <a:lnTo>
                    <a:pt x="1664939" y="4705097"/>
                  </a:lnTo>
                  <a:lnTo>
                    <a:pt x="1666328" y="4705097"/>
                  </a:lnTo>
                  <a:lnTo>
                    <a:pt x="1667338" y="4695274"/>
                  </a:lnTo>
                  <a:lnTo>
                    <a:pt x="1667717" y="4695274"/>
                  </a:lnTo>
                  <a:lnTo>
                    <a:pt x="1667969" y="4695274"/>
                  </a:lnTo>
                  <a:lnTo>
                    <a:pt x="1669232" y="4685451"/>
                  </a:lnTo>
                  <a:lnTo>
                    <a:pt x="1669358" y="4685451"/>
                  </a:lnTo>
                  <a:lnTo>
                    <a:pt x="1669610" y="4685451"/>
                  </a:lnTo>
                  <a:lnTo>
                    <a:pt x="1669989" y="4685451"/>
                  </a:lnTo>
                  <a:lnTo>
                    <a:pt x="1670116" y="4685451"/>
                  </a:lnTo>
                  <a:lnTo>
                    <a:pt x="1670242" y="4685451"/>
                  </a:lnTo>
                  <a:lnTo>
                    <a:pt x="1670368" y="4685451"/>
                  </a:lnTo>
                  <a:lnTo>
                    <a:pt x="1671252" y="4685451"/>
                  </a:lnTo>
                  <a:lnTo>
                    <a:pt x="1672009" y="4680540"/>
                  </a:lnTo>
                  <a:lnTo>
                    <a:pt x="1672767" y="4680540"/>
                  </a:lnTo>
                  <a:lnTo>
                    <a:pt x="1673651" y="4680540"/>
                  </a:lnTo>
                  <a:lnTo>
                    <a:pt x="1675166" y="4675628"/>
                  </a:lnTo>
                  <a:lnTo>
                    <a:pt x="1675292" y="4675628"/>
                  </a:lnTo>
                  <a:lnTo>
                    <a:pt x="1676302" y="4675628"/>
                  </a:lnTo>
                  <a:lnTo>
                    <a:pt x="1676933" y="4670717"/>
                  </a:lnTo>
                  <a:lnTo>
                    <a:pt x="1677438" y="4670717"/>
                  </a:lnTo>
                  <a:lnTo>
                    <a:pt x="1678701" y="4670717"/>
                  </a:lnTo>
                  <a:lnTo>
                    <a:pt x="1678953" y="4670717"/>
                  </a:lnTo>
                  <a:lnTo>
                    <a:pt x="1679332" y="4670717"/>
                  </a:lnTo>
                  <a:lnTo>
                    <a:pt x="1679585" y="4670717"/>
                  </a:lnTo>
                  <a:lnTo>
                    <a:pt x="1680974" y="4665806"/>
                  </a:lnTo>
                  <a:lnTo>
                    <a:pt x="1681605" y="4665806"/>
                  </a:lnTo>
                  <a:lnTo>
                    <a:pt x="1681984" y="4665806"/>
                  </a:lnTo>
                  <a:lnTo>
                    <a:pt x="1682110" y="4665806"/>
                  </a:lnTo>
                  <a:lnTo>
                    <a:pt x="1682489" y="4665806"/>
                  </a:lnTo>
                  <a:lnTo>
                    <a:pt x="1682741" y="4665806"/>
                  </a:lnTo>
                  <a:lnTo>
                    <a:pt x="1682867" y="4665806"/>
                  </a:lnTo>
                  <a:lnTo>
                    <a:pt x="1683246" y="4665806"/>
                  </a:lnTo>
                  <a:lnTo>
                    <a:pt x="1683625" y="4665806"/>
                  </a:lnTo>
                  <a:lnTo>
                    <a:pt x="1683751" y="4665806"/>
                  </a:lnTo>
                  <a:lnTo>
                    <a:pt x="1683877" y="4665806"/>
                  </a:lnTo>
                  <a:lnTo>
                    <a:pt x="1685771" y="4665806"/>
                  </a:lnTo>
                  <a:lnTo>
                    <a:pt x="1685898" y="4665806"/>
                  </a:lnTo>
                  <a:lnTo>
                    <a:pt x="1686403" y="4665806"/>
                  </a:lnTo>
                  <a:lnTo>
                    <a:pt x="1686655" y="4665806"/>
                  </a:lnTo>
                  <a:lnTo>
                    <a:pt x="1687539" y="4665806"/>
                  </a:lnTo>
                  <a:lnTo>
                    <a:pt x="1687791" y="4665806"/>
                  </a:lnTo>
                  <a:lnTo>
                    <a:pt x="1688170" y="4665806"/>
                  </a:lnTo>
                  <a:lnTo>
                    <a:pt x="1689433" y="4665806"/>
                  </a:lnTo>
                  <a:lnTo>
                    <a:pt x="1690316" y="4665806"/>
                  </a:lnTo>
                  <a:lnTo>
                    <a:pt x="1690948" y="4665806"/>
                  </a:lnTo>
                  <a:lnTo>
                    <a:pt x="1691327" y="4665806"/>
                  </a:lnTo>
                  <a:lnTo>
                    <a:pt x="1692842" y="4660894"/>
                  </a:lnTo>
                  <a:lnTo>
                    <a:pt x="1692968" y="4660894"/>
                  </a:lnTo>
                  <a:lnTo>
                    <a:pt x="1693347" y="4660894"/>
                  </a:lnTo>
                  <a:lnTo>
                    <a:pt x="1693599" y="4660894"/>
                  </a:lnTo>
                  <a:lnTo>
                    <a:pt x="1695240" y="4655983"/>
                  </a:lnTo>
                  <a:lnTo>
                    <a:pt x="1695493" y="4655983"/>
                  </a:lnTo>
                  <a:lnTo>
                    <a:pt x="1695745" y="4655983"/>
                  </a:lnTo>
                  <a:lnTo>
                    <a:pt x="1696124" y="4655983"/>
                  </a:lnTo>
                  <a:lnTo>
                    <a:pt x="1696629" y="4655983"/>
                  </a:lnTo>
                  <a:lnTo>
                    <a:pt x="1697892" y="4651072"/>
                  </a:lnTo>
                  <a:lnTo>
                    <a:pt x="1698649" y="4651072"/>
                  </a:lnTo>
                  <a:lnTo>
                    <a:pt x="1698902" y="4651072"/>
                  </a:lnTo>
                  <a:lnTo>
                    <a:pt x="1699407" y="4651072"/>
                  </a:lnTo>
                  <a:lnTo>
                    <a:pt x="1700291" y="4646160"/>
                  </a:lnTo>
                  <a:lnTo>
                    <a:pt x="1700543" y="4646160"/>
                  </a:lnTo>
                  <a:lnTo>
                    <a:pt x="1700669" y="4646160"/>
                  </a:lnTo>
                  <a:lnTo>
                    <a:pt x="1701175" y="4646160"/>
                  </a:lnTo>
                  <a:lnTo>
                    <a:pt x="1701553" y="4646160"/>
                  </a:lnTo>
                  <a:lnTo>
                    <a:pt x="1701932" y="4646160"/>
                  </a:lnTo>
                  <a:lnTo>
                    <a:pt x="1702058" y="4646160"/>
                  </a:lnTo>
                  <a:lnTo>
                    <a:pt x="1703321" y="4646160"/>
                  </a:lnTo>
                  <a:lnTo>
                    <a:pt x="1703826" y="4646160"/>
                  </a:lnTo>
                  <a:lnTo>
                    <a:pt x="1704205" y="4646160"/>
                  </a:lnTo>
                  <a:lnTo>
                    <a:pt x="1704583" y="4641249"/>
                  </a:lnTo>
                  <a:lnTo>
                    <a:pt x="1705846" y="4641249"/>
                  </a:lnTo>
                  <a:lnTo>
                    <a:pt x="1706477" y="4641249"/>
                  </a:lnTo>
                  <a:lnTo>
                    <a:pt x="1706982" y="4641249"/>
                  </a:lnTo>
                  <a:lnTo>
                    <a:pt x="1707614" y="4636337"/>
                  </a:lnTo>
                  <a:lnTo>
                    <a:pt x="1708245" y="4636337"/>
                  </a:lnTo>
                  <a:lnTo>
                    <a:pt x="1709381" y="4636337"/>
                  </a:lnTo>
                  <a:lnTo>
                    <a:pt x="1710012" y="4636337"/>
                  </a:lnTo>
                  <a:lnTo>
                    <a:pt x="1710517" y="4636337"/>
                  </a:lnTo>
                  <a:lnTo>
                    <a:pt x="1711022" y="4636337"/>
                  </a:lnTo>
                  <a:lnTo>
                    <a:pt x="1711149" y="4636337"/>
                  </a:lnTo>
                  <a:lnTo>
                    <a:pt x="1711654" y="4636337"/>
                  </a:lnTo>
                  <a:lnTo>
                    <a:pt x="1712538" y="4636337"/>
                  </a:lnTo>
                  <a:lnTo>
                    <a:pt x="1713043" y="4636337"/>
                  </a:lnTo>
                  <a:lnTo>
                    <a:pt x="1713295" y="4636337"/>
                  </a:lnTo>
                  <a:lnTo>
                    <a:pt x="1714179" y="4636337"/>
                  </a:lnTo>
                  <a:lnTo>
                    <a:pt x="1715820" y="4636337"/>
                  </a:lnTo>
                  <a:lnTo>
                    <a:pt x="1716451" y="4636337"/>
                  </a:lnTo>
                  <a:lnTo>
                    <a:pt x="1716704" y="4636337"/>
                  </a:lnTo>
                  <a:lnTo>
                    <a:pt x="1717714" y="4631426"/>
                  </a:lnTo>
                  <a:lnTo>
                    <a:pt x="1717967" y="4631426"/>
                  </a:lnTo>
                  <a:lnTo>
                    <a:pt x="1718093" y="4631426"/>
                  </a:lnTo>
                  <a:lnTo>
                    <a:pt x="1718850" y="4631426"/>
                  </a:lnTo>
                  <a:lnTo>
                    <a:pt x="1719103" y="4631426"/>
                  </a:lnTo>
                  <a:lnTo>
                    <a:pt x="1719608" y="4626515"/>
                  </a:lnTo>
                  <a:lnTo>
                    <a:pt x="1719734" y="4626515"/>
                  </a:lnTo>
                  <a:lnTo>
                    <a:pt x="1719860" y="4626515"/>
                  </a:lnTo>
                  <a:lnTo>
                    <a:pt x="1720618" y="4626515"/>
                  </a:lnTo>
                  <a:lnTo>
                    <a:pt x="1720997" y="4621603"/>
                  </a:lnTo>
                  <a:lnTo>
                    <a:pt x="1721754" y="4621603"/>
                  </a:lnTo>
                  <a:lnTo>
                    <a:pt x="1722386" y="4621603"/>
                  </a:lnTo>
                  <a:lnTo>
                    <a:pt x="1724027" y="4621603"/>
                  </a:lnTo>
                  <a:lnTo>
                    <a:pt x="1725416" y="4621603"/>
                  </a:lnTo>
                  <a:lnTo>
                    <a:pt x="1725794" y="4621603"/>
                  </a:lnTo>
                  <a:lnTo>
                    <a:pt x="1726678" y="4621603"/>
                  </a:lnTo>
                  <a:lnTo>
                    <a:pt x="1726805" y="4621603"/>
                  </a:lnTo>
                  <a:lnTo>
                    <a:pt x="1728067" y="4616692"/>
                  </a:lnTo>
                  <a:lnTo>
                    <a:pt x="1728446" y="4616692"/>
                  </a:lnTo>
                  <a:lnTo>
                    <a:pt x="1729203" y="4616692"/>
                  </a:lnTo>
                  <a:lnTo>
                    <a:pt x="1729582" y="4616692"/>
                  </a:lnTo>
                  <a:lnTo>
                    <a:pt x="1731476" y="4606869"/>
                  </a:lnTo>
                  <a:lnTo>
                    <a:pt x="1731728" y="4606869"/>
                  </a:lnTo>
                  <a:lnTo>
                    <a:pt x="1731855" y="4606869"/>
                  </a:lnTo>
                  <a:lnTo>
                    <a:pt x="1732360" y="4606869"/>
                  </a:lnTo>
                  <a:lnTo>
                    <a:pt x="1734506" y="4606869"/>
                  </a:lnTo>
                  <a:lnTo>
                    <a:pt x="1735011" y="4606869"/>
                  </a:lnTo>
                  <a:lnTo>
                    <a:pt x="1735264" y="4606869"/>
                  </a:lnTo>
                  <a:lnTo>
                    <a:pt x="1735516" y="4606869"/>
                  </a:lnTo>
                  <a:lnTo>
                    <a:pt x="1735895" y="4606869"/>
                  </a:lnTo>
                  <a:lnTo>
                    <a:pt x="1736526" y="4606869"/>
                  </a:lnTo>
                  <a:lnTo>
                    <a:pt x="1737284" y="4606869"/>
                  </a:lnTo>
                  <a:lnTo>
                    <a:pt x="1738041" y="4606869"/>
                  </a:lnTo>
                  <a:lnTo>
                    <a:pt x="1738168" y="4606869"/>
                  </a:lnTo>
                  <a:lnTo>
                    <a:pt x="1738420" y="4606869"/>
                  </a:lnTo>
                  <a:lnTo>
                    <a:pt x="1738925" y="4606869"/>
                  </a:lnTo>
                  <a:lnTo>
                    <a:pt x="1739178" y="4606869"/>
                  </a:lnTo>
                  <a:lnTo>
                    <a:pt x="1740314" y="4606869"/>
                  </a:lnTo>
                  <a:lnTo>
                    <a:pt x="1741071" y="4606869"/>
                  </a:lnTo>
                  <a:lnTo>
                    <a:pt x="1742460" y="4601958"/>
                  </a:lnTo>
                  <a:lnTo>
                    <a:pt x="1743092" y="4601958"/>
                  </a:lnTo>
                  <a:lnTo>
                    <a:pt x="1743218" y="4601958"/>
                  </a:lnTo>
                  <a:lnTo>
                    <a:pt x="1744228" y="4601958"/>
                  </a:lnTo>
                  <a:lnTo>
                    <a:pt x="1745238" y="4601958"/>
                  </a:lnTo>
                  <a:lnTo>
                    <a:pt x="1745490" y="4601958"/>
                  </a:lnTo>
                  <a:lnTo>
                    <a:pt x="1745995" y="4601958"/>
                  </a:lnTo>
                  <a:lnTo>
                    <a:pt x="1746122" y="4601958"/>
                  </a:lnTo>
                  <a:lnTo>
                    <a:pt x="1746374" y="4601958"/>
                  </a:lnTo>
                  <a:lnTo>
                    <a:pt x="1747005" y="4601958"/>
                  </a:lnTo>
                  <a:lnTo>
                    <a:pt x="1748016" y="4601958"/>
                  </a:lnTo>
                  <a:lnTo>
                    <a:pt x="1748773" y="4601958"/>
                  </a:lnTo>
                  <a:lnTo>
                    <a:pt x="1748899" y="4601958"/>
                  </a:lnTo>
                  <a:lnTo>
                    <a:pt x="1749278" y="4601958"/>
                  </a:lnTo>
                  <a:lnTo>
                    <a:pt x="1749657" y="4601958"/>
                  </a:lnTo>
                  <a:lnTo>
                    <a:pt x="1750414" y="4601958"/>
                  </a:lnTo>
                  <a:lnTo>
                    <a:pt x="1750667" y="4601958"/>
                  </a:lnTo>
                  <a:lnTo>
                    <a:pt x="1751046" y="4601958"/>
                  </a:lnTo>
                  <a:lnTo>
                    <a:pt x="1751172" y="4601958"/>
                  </a:lnTo>
                  <a:lnTo>
                    <a:pt x="1751551" y="4601958"/>
                  </a:lnTo>
                  <a:lnTo>
                    <a:pt x="1751929" y="4601958"/>
                  </a:lnTo>
                  <a:lnTo>
                    <a:pt x="1752561" y="4601958"/>
                  </a:lnTo>
                  <a:lnTo>
                    <a:pt x="1752813" y="4601958"/>
                  </a:lnTo>
                  <a:lnTo>
                    <a:pt x="1753950" y="4601958"/>
                  </a:lnTo>
                  <a:lnTo>
                    <a:pt x="1754581" y="4601958"/>
                  </a:lnTo>
                  <a:lnTo>
                    <a:pt x="1754960" y="4601958"/>
                  </a:lnTo>
                  <a:lnTo>
                    <a:pt x="1755465" y="4601958"/>
                  </a:lnTo>
                  <a:lnTo>
                    <a:pt x="1756222" y="4597046"/>
                  </a:lnTo>
                  <a:lnTo>
                    <a:pt x="1757611" y="4592135"/>
                  </a:lnTo>
                  <a:lnTo>
                    <a:pt x="1759379" y="4592135"/>
                  </a:lnTo>
                  <a:lnTo>
                    <a:pt x="1759884" y="4592135"/>
                  </a:lnTo>
                  <a:lnTo>
                    <a:pt x="1761651" y="4592135"/>
                  </a:lnTo>
                  <a:lnTo>
                    <a:pt x="1762282" y="4592135"/>
                  </a:lnTo>
                  <a:lnTo>
                    <a:pt x="1762535" y="4592135"/>
                  </a:lnTo>
                  <a:lnTo>
                    <a:pt x="1762661" y="4592135"/>
                  </a:lnTo>
                  <a:lnTo>
                    <a:pt x="1763419" y="4582312"/>
                  </a:lnTo>
                  <a:lnTo>
                    <a:pt x="1763924" y="4582312"/>
                  </a:lnTo>
                  <a:lnTo>
                    <a:pt x="1764303" y="4582312"/>
                  </a:lnTo>
                  <a:lnTo>
                    <a:pt x="1764681" y="4582312"/>
                  </a:lnTo>
                  <a:lnTo>
                    <a:pt x="1766954" y="4572490"/>
                  </a:lnTo>
                  <a:lnTo>
                    <a:pt x="1767080" y="4572490"/>
                  </a:lnTo>
                  <a:lnTo>
                    <a:pt x="1767333" y="4572490"/>
                  </a:lnTo>
                  <a:lnTo>
                    <a:pt x="1767585" y="4572490"/>
                  </a:lnTo>
                  <a:lnTo>
                    <a:pt x="1767838" y="4567578"/>
                  </a:lnTo>
                  <a:lnTo>
                    <a:pt x="1768343" y="4567578"/>
                  </a:lnTo>
                  <a:lnTo>
                    <a:pt x="1768722" y="4567578"/>
                  </a:lnTo>
                  <a:lnTo>
                    <a:pt x="1769479" y="4567578"/>
                  </a:lnTo>
                  <a:lnTo>
                    <a:pt x="1769605" y="4567578"/>
                  </a:lnTo>
                  <a:lnTo>
                    <a:pt x="1769984" y="4562667"/>
                  </a:lnTo>
                  <a:lnTo>
                    <a:pt x="1770237" y="4562667"/>
                  </a:lnTo>
                  <a:lnTo>
                    <a:pt x="1771752" y="4562667"/>
                  </a:lnTo>
                  <a:lnTo>
                    <a:pt x="1771878" y="4562667"/>
                  </a:lnTo>
                  <a:lnTo>
                    <a:pt x="1772888" y="4562667"/>
                  </a:lnTo>
                  <a:lnTo>
                    <a:pt x="1773014" y="4562667"/>
                  </a:lnTo>
                  <a:lnTo>
                    <a:pt x="1773519" y="4562667"/>
                  </a:lnTo>
                  <a:lnTo>
                    <a:pt x="1774403" y="4562667"/>
                  </a:lnTo>
                  <a:lnTo>
                    <a:pt x="1775792" y="4557755"/>
                  </a:lnTo>
                  <a:lnTo>
                    <a:pt x="1776423" y="4557755"/>
                  </a:lnTo>
                  <a:lnTo>
                    <a:pt x="1777307" y="4557755"/>
                  </a:lnTo>
                  <a:lnTo>
                    <a:pt x="1778317" y="4557755"/>
                  </a:lnTo>
                  <a:lnTo>
                    <a:pt x="1778822" y="4557755"/>
                  </a:lnTo>
                  <a:lnTo>
                    <a:pt x="1779453" y="4557755"/>
                  </a:lnTo>
                  <a:lnTo>
                    <a:pt x="1779580" y="4557755"/>
                  </a:lnTo>
                  <a:lnTo>
                    <a:pt x="1780463" y="4552844"/>
                  </a:lnTo>
                  <a:lnTo>
                    <a:pt x="1781978" y="4552844"/>
                  </a:lnTo>
                  <a:lnTo>
                    <a:pt x="1782231" y="4552844"/>
                  </a:lnTo>
                  <a:lnTo>
                    <a:pt x="1782357" y="4552844"/>
                  </a:lnTo>
                  <a:lnTo>
                    <a:pt x="1782610" y="4552844"/>
                  </a:lnTo>
                  <a:lnTo>
                    <a:pt x="1782610" y="4547933"/>
                  </a:lnTo>
                  <a:lnTo>
                    <a:pt x="1783115" y="4547933"/>
                  </a:lnTo>
                  <a:lnTo>
                    <a:pt x="1783241" y="4547933"/>
                  </a:lnTo>
                  <a:lnTo>
                    <a:pt x="1784251" y="4547933"/>
                  </a:lnTo>
                  <a:lnTo>
                    <a:pt x="1785261" y="4547933"/>
                  </a:lnTo>
                  <a:lnTo>
                    <a:pt x="1785640" y="4547933"/>
                  </a:lnTo>
                  <a:lnTo>
                    <a:pt x="1786019" y="4547933"/>
                  </a:lnTo>
                  <a:lnTo>
                    <a:pt x="1786776" y="4543021"/>
                  </a:lnTo>
                  <a:lnTo>
                    <a:pt x="1787534" y="4543021"/>
                  </a:lnTo>
                  <a:lnTo>
                    <a:pt x="1789175" y="4543021"/>
                  </a:lnTo>
                  <a:lnTo>
                    <a:pt x="1789554" y="4543021"/>
                  </a:lnTo>
                  <a:lnTo>
                    <a:pt x="1789680" y="4543021"/>
                  </a:lnTo>
                  <a:lnTo>
                    <a:pt x="1789806" y="4543021"/>
                  </a:lnTo>
                  <a:lnTo>
                    <a:pt x="1789933" y="4543021"/>
                  </a:lnTo>
                  <a:lnTo>
                    <a:pt x="1791321" y="4543021"/>
                  </a:lnTo>
                  <a:lnTo>
                    <a:pt x="1791826" y="4543021"/>
                  </a:lnTo>
                  <a:lnTo>
                    <a:pt x="1792205" y="4543021"/>
                  </a:lnTo>
                  <a:lnTo>
                    <a:pt x="1792458" y="4543021"/>
                  </a:lnTo>
                  <a:lnTo>
                    <a:pt x="1793089" y="4538110"/>
                  </a:lnTo>
                  <a:lnTo>
                    <a:pt x="1795362" y="4538110"/>
                  </a:lnTo>
                  <a:lnTo>
                    <a:pt x="1795488" y="4538110"/>
                  </a:lnTo>
                  <a:lnTo>
                    <a:pt x="1797003" y="4533199"/>
                  </a:lnTo>
                  <a:lnTo>
                    <a:pt x="1797382" y="4533199"/>
                  </a:lnTo>
                  <a:lnTo>
                    <a:pt x="1798139" y="4533199"/>
                  </a:lnTo>
                  <a:lnTo>
                    <a:pt x="1798392" y="4533199"/>
                  </a:lnTo>
                  <a:lnTo>
                    <a:pt x="1800033" y="4533199"/>
                  </a:lnTo>
                  <a:lnTo>
                    <a:pt x="1800286" y="4533199"/>
                  </a:lnTo>
                  <a:lnTo>
                    <a:pt x="1800664" y="4533199"/>
                  </a:lnTo>
                  <a:lnTo>
                    <a:pt x="1801043" y="4533199"/>
                  </a:lnTo>
                  <a:lnTo>
                    <a:pt x="1804200" y="4533199"/>
                  </a:lnTo>
                  <a:lnTo>
                    <a:pt x="1805083" y="4533199"/>
                  </a:lnTo>
                  <a:lnTo>
                    <a:pt x="1805588" y="4533199"/>
                  </a:lnTo>
                  <a:lnTo>
                    <a:pt x="1805715" y="4533199"/>
                  </a:lnTo>
                  <a:lnTo>
                    <a:pt x="1806977" y="4533199"/>
                  </a:lnTo>
                  <a:lnTo>
                    <a:pt x="1807987" y="4533199"/>
                  </a:lnTo>
                  <a:lnTo>
                    <a:pt x="1808366" y="4533199"/>
                  </a:lnTo>
                  <a:lnTo>
                    <a:pt x="1808997" y="4533199"/>
                  </a:lnTo>
                  <a:lnTo>
                    <a:pt x="1809502" y="4533199"/>
                  </a:lnTo>
                  <a:lnTo>
                    <a:pt x="1811144" y="4533199"/>
                  </a:lnTo>
                  <a:lnTo>
                    <a:pt x="1811901" y="4528287"/>
                  </a:lnTo>
                  <a:lnTo>
                    <a:pt x="1812154" y="4528287"/>
                  </a:lnTo>
                  <a:lnTo>
                    <a:pt x="1812785" y="4528287"/>
                  </a:lnTo>
                  <a:lnTo>
                    <a:pt x="1813037" y="4528287"/>
                  </a:lnTo>
                  <a:lnTo>
                    <a:pt x="1813164" y="4528287"/>
                  </a:lnTo>
                  <a:lnTo>
                    <a:pt x="1814426" y="4523376"/>
                  </a:lnTo>
                  <a:lnTo>
                    <a:pt x="1815563" y="4518464"/>
                  </a:lnTo>
                  <a:lnTo>
                    <a:pt x="1815689" y="4518464"/>
                  </a:lnTo>
                  <a:lnTo>
                    <a:pt x="1816320" y="4518464"/>
                  </a:lnTo>
                  <a:lnTo>
                    <a:pt x="1817330" y="4518464"/>
                  </a:lnTo>
                  <a:lnTo>
                    <a:pt x="1817835" y="4518464"/>
                  </a:lnTo>
                  <a:lnTo>
                    <a:pt x="1818466" y="4518464"/>
                  </a:lnTo>
                  <a:lnTo>
                    <a:pt x="1818845" y="4518464"/>
                  </a:lnTo>
                  <a:lnTo>
                    <a:pt x="1820108" y="4518464"/>
                  </a:lnTo>
                  <a:lnTo>
                    <a:pt x="1820739" y="4518464"/>
                  </a:lnTo>
                  <a:lnTo>
                    <a:pt x="1820992" y="4518464"/>
                  </a:lnTo>
                  <a:lnTo>
                    <a:pt x="1821749" y="4518464"/>
                  </a:lnTo>
                  <a:lnTo>
                    <a:pt x="1822885" y="4513553"/>
                  </a:lnTo>
                  <a:lnTo>
                    <a:pt x="1823012" y="4513553"/>
                  </a:lnTo>
                  <a:lnTo>
                    <a:pt x="1823895" y="4508642"/>
                  </a:lnTo>
                  <a:lnTo>
                    <a:pt x="1824274" y="4508642"/>
                  </a:lnTo>
                  <a:lnTo>
                    <a:pt x="1824779" y="4508642"/>
                  </a:lnTo>
                  <a:lnTo>
                    <a:pt x="1824906" y="4508642"/>
                  </a:lnTo>
                  <a:lnTo>
                    <a:pt x="1825284" y="4508642"/>
                  </a:lnTo>
                  <a:lnTo>
                    <a:pt x="1826042" y="4508642"/>
                  </a:lnTo>
                  <a:lnTo>
                    <a:pt x="1826294" y="4503730"/>
                  </a:lnTo>
                  <a:lnTo>
                    <a:pt x="1826926" y="4503730"/>
                  </a:lnTo>
                  <a:lnTo>
                    <a:pt x="1827431" y="4503730"/>
                  </a:lnTo>
                  <a:lnTo>
                    <a:pt x="1827683" y="4503730"/>
                  </a:lnTo>
                  <a:lnTo>
                    <a:pt x="1827936" y="4503730"/>
                  </a:lnTo>
                  <a:lnTo>
                    <a:pt x="1828062" y="4503730"/>
                  </a:lnTo>
                  <a:lnTo>
                    <a:pt x="1828441" y="4503730"/>
                  </a:lnTo>
                  <a:lnTo>
                    <a:pt x="1829577" y="4503730"/>
                  </a:lnTo>
                  <a:lnTo>
                    <a:pt x="1830082" y="4503730"/>
                  </a:lnTo>
                  <a:lnTo>
                    <a:pt x="1830840" y="4503730"/>
                  </a:lnTo>
                  <a:lnTo>
                    <a:pt x="1831471" y="4503730"/>
                  </a:lnTo>
                  <a:lnTo>
                    <a:pt x="1832607" y="4503730"/>
                  </a:lnTo>
                  <a:lnTo>
                    <a:pt x="1832860" y="4503730"/>
                  </a:lnTo>
                  <a:lnTo>
                    <a:pt x="1834501" y="4503730"/>
                  </a:lnTo>
                  <a:lnTo>
                    <a:pt x="1836395" y="4498819"/>
                  </a:lnTo>
                  <a:lnTo>
                    <a:pt x="1837531" y="4498819"/>
                  </a:lnTo>
                  <a:lnTo>
                    <a:pt x="1839804" y="4498819"/>
                  </a:lnTo>
                  <a:lnTo>
                    <a:pt x="1840309" y="4498819"/>
                  </a:lnTo>
                  <a:lnTo>
                    <a:pt x="1840814" y="4498819"/>
                  </a:lnTo>
                  <a:lnTo>
                    <a:pt x="1841824" y="4498819"/>
                  </a:lnTo>
                  <a:lnTo>
                    <a:pt x="1842076" y="4498819"/>
                  </a:lnTo>
                  <a:lnTo>
                    <a:pt x="1843718" y="4493908"/>
                  </a:lnTo>
                  <a:lnTo>
                    <a:pt x="1844601" y="4493908"/>
                  </a:lnTo>
                  <a:lnTo>
                    <a:pt x="1845106" y="4493908"/>
                  </a:lnTo>
                  <a:lnTo>
                    <a:pt x="1845485" y="4493908"/>
                  </a:lnTo>
                  <a:lnTo>
                    <a:pt x="1845738" y="4493908"/>
                  </a:lnTo>
                  <a:lnTo>
                    <a:pt x="1846622" y="4493908"/>
                  </a:lnTo>
                  <a:lnTo>
                    <a:pt x="1846748" y="4493908"/>
                  </a:lnTo>
                  <a:lnTo>
                    <a:pt x="1846874" y="4493908"/>
                  </a:lnTo>
                  <a:lnTo>
                    <a:pt x="1848515" y="4493908"/>
                  </a:lnTo>
                  <a:lnTo>
                    <a:pt x="1848642" y="4488996"/>
                  </a:lnTo>
                  <a:lnTo>
                    <a:pt x="1848894" y="4488996"/>
                  </a:lnTo>
                  <a:lnTo>
                    <a:pt x="1849273" y="4488996"/>
                  </a:lnTo>
                  <a:lnTo>
                    <a:pt x="1849778" y="4488996"/>
                  </a:lnTo>
                  <a:lnTo>
                    <a:pt x="1850030" y="4488996"/>
                  </a:lnTo>
                  <a:lnTo>
                    <a:pt x="1852429" y="4488996"/>
                  </a:lnTo>
                  <a:lnTo>
                    <a:pt x="1852682" y="4488996"/>
                  </a:lnTo>
                  <a:lnTo>
                    <a:pt x="1852808" y="4488996"/>
                  </a:lnTo>
                  <a:lnTo>
                    <a:pt x="1853313" y="4488996"/>
                  </a:lnTo>
                  <a:lnTo>
                    <a:pt x="1854197" y="4488996"/>
                  </a:lnTo>
                  <a:lnTo>
                    <a:pt x="1855333" y="4488996"/>
                  </a:lnTo>
                  <a:lnTo>
                    <a:pt x="1856596" y="4484085"/>
                  </a:lnTo>
                  <a:lnTo>
                    <a:pt x="1857101" y="4484085"/>
                  </a:lnTo>
                  <a:lnTo>
                    <a:pt x="1857858" y="4484085"/>
                  </a:lnTo>
                  <a:lnTo>
                    <a:pt x="1858111" y="4484085"/>
                  </a:lnTo>
                  <a:lnTo>
                    <a:pt x="1858490" y="4479173"/>
                  </a:lnTo>
                  <a:lnTo>
                    <a:pt x="1858616" y="4479173"/>
                  </a:lnTo>
                  <a:lnTo>
                    <a:pt x="1858742" y="4479173"/>
                  </a:lnTo>
                  <a:lnTo>
                    <a:pt x="1859626" y="4479173"/>
                  </a:lnTo>
                  <a:lnTo>
                    <a:pt x="1860131" y="4479173"/>
                  </a:lnTo>
                  <a:lnTo>
                    <a:pt x="1860889" y="4479173"/>
                  </a:lnTo>
                  <a:lnTo>
                    <a:pt x="1861015" y="4479173"/>
                  </a:lnTo>
                  <a:lnTo>
                    <a:pt x="1861772" y="4479173"/>
                  </a:lnTo>
                  <a:lnTo>
                    <a:pt x="1862151" y="4479173"/>
                  </a:lnTo>
                  <a:lnTo>
                    <a:pt x="1862530" y="4479173"/>
                  </a:lnTo>
                  <a:lnTo>
                    <a:pt x="1863161" y="4479173"/>
                  </a:lnTo>
                  <a:lnTo>
                    <a:pt x="1863414" y="4474262"/>
                  </a:lnTo>
                  <a:lnTo>
                    <a:pt x="1864297" y="4469351"/>
                  </a:lnTo>
                  <a:lnTo>
                    <a:pt x="1864550" y="4469351"/>
                  </a:lnTo>
                  <a:lnTo>
                    <a:pt x="1864676" y="4469351"/>
                  </a:lnTo>
                  <a:lnTo>
                    <a:pt x="1865181" y="4469351"/>
                  </a:lnTo>
                  <a:lnTo>
                    <a:pt x="1866570" y="4469351"/>
                  </a:lnTo>
                  <a:lnTo>
                    <a:pt x="1866949" y="4469351"/>
                  </a:lnTo>
                  <a:lnTo>
                    <a:pt x="1867075" y="4469351"/>
                  </a:lnTo>
                  <a:lnTo>
                    <a:pt x="1867580" y="4469351"/>
                  </a:lnTo>
                  <a:lnTo>
                    <a:pt x="1867833" y="4469351"/>
                  </a:lnTo>
                  <a:lnTo>
                    <a:pt x="1867959" y="4469351"/>
                  </a:lnTo>
                  <a:lnTo>
                    <a:pt x="1868464" y="4464439"/>
                  </a:lnTo>
                  <a:lnTo>
                    <a:pt x="1868969" y="4464439"/>
                  </a:lnTo>
                  <a:lnTo>
                    <a:pt x="1869979" y="4464439"/>
                  </a:lnTo>
                  <a:lnTo>
                    <a:pt x="1870105" y="4464439"/>
                  </a:lnTo>
                  <a:lnTo>
                    <a:pt x="1871620" y="4464439"/>
                  </a:lnTo>
                  <a:lnTo>
                    <a:pt x="1872125" y="4464439"/>
                  </a:lnTo>
                  <a:lnTo>
                    <a:pt x="1873009" y="4464439"/>
                  </a:lnTo>
                  <a:lnTo>
                    <a:pt x="1873135" y="4464439"/>
                  </a:lnTo>
                  <a:lnTo>
                    <a:pt x="1875408" y="4464439"/>
                  </a:lnTo>
                  <a:lnTo>
                    <a:pt x="1876544" y="4459528"/>
                  </a:lnTo>
                  <a:lnTo>
                    <a:pt x="1876797" y="4459528"/>
                  </a:lnTo>
                  <a:lnTo>
                    <a:pt x="1877428" y="4459528"/>
                  </a:lnTo>
                  <a:lnTo>
                    <a:pt x="1877933" y="4459528"/>
                  </a:lnTo>
                  <a:lnTo>
                    <a:pt x="1879701" y="4459528"/>
                  </a:lnTo>
                  <a:lnTo>
                    <a:pt x="1880458" y="4459528"/>
                  </a:lnTo>
                  <a:lnTo>
                    <a:pt x="1880584" y="4459528"/>
                  </a:lnTo>
                  <a:lnTo>
                    <a:pt x="1881468" y="4459528"/>
                  </a:lnTo>
                  <a:lnTo>
                    <a:pt x="1881847" y="4454617"/>
                  </a:lnTo>
                  <a:lnTo>
                    <a:pt x="1884372" y="4454617"/>
                  </a:lnTo>
                  <a:lnTo>
                    <a:pt x="1884877" y="4454617"/>
                  </a:lnTo>
                  <a:lnTo>
                    <a:pt x="1885003" y="4454617"/>
                  </a:lnTo>
                  <a:lnTo>
                    <a:pt x="1885130" y="4454617"/>
                  </a:lnTo>
                  <a:lnTo>
                    <a:pt x="1885508" y="4454617"/>
                  </a:lnTo>
                  <a:lnTo>
                    <a:pt x="1887024" y="4454617"/>
                  </a:lnTo>
                  <a:lnTo>
                    <a:pt x="1887402" y="4454617"/>
                  </a:lnTo>
                  <a:lnTo>
                    <a:pt x="1888412" y="4454617"/>
                  </a:lnTo>
                  <a:lnTo>
                    <a:pt x="1888917" y="4454617"/>
                  </a:lnTo>
                  <a:lnTo>
                    <a:pt x="1889801" y="4449705"/>
                  </a:lnTo>
                  <a:lnTo>
                    <a:pt x="1890306" y="4449705"/>
                  </a:lnTo>
                  <a:lnTo>
                    <a:pt x="1890811" y="4449705"/>
                  </a:lnTo>
                  <a:lnTo>
                    <a:pt x="1891442" y="4449705"/>
                  </a:lnTo>
                  <a:lnTo>
                    <a:pt x="1892453" y="4449705"/>
                  </a:lnTo>
                  <a:lnTo>
                    <a:pt x="1893841" y="4439882"/>
                  </a:lnTo>
                  <a:lnTo>
                    <a:pt x="1894851" y="4439882"/>
                  </a:lnTo>
                  <a:lnTo>
                    <a:pt x="1894978" y="4434971"/>
                  </a:lnTo>
                  <a:lnTo>
                    <a:pt x="1895609" y="4430060"/>
                  </a:lnTo>
                  <a:lnTo>
                    <a:pt x="1895861" y="4430060"/>
                  </a:lnTo>
                  <a:lnTo>
                    <a:pt x="1896240" y="4430060"/>
                  </a:lnTo>
                  <a:lnTo>
                    <a:pt x="1896745" y="4430060"/>
                  </a:lnTo>
                  <a:lnTo>
                    <a:pt x="1898008" y="4430060"/>
                  </a:lnTo>
                  <a:lnTo>
                    <a:pt x="1899018" y="4430060"/>
                  </a:lnTo>
                  <a:lnTo>
                    <a:pt x="1899775" y="4425148"/>
                  </a:lnTo>
                  <a:lnTo>
                    <a:pt x="1900028" y="4425148"/>
                  </a:lnTo>
                  <a:lnTo>
                    <a:pt x="1900154" y="4425148"/>
                  </a:lnTo>
                  <a:lnTo>
                    <a:pt x="1901543" y="4425148"/>
                  </a:lnTo>
                  <a:lnTo>
                    <a:pt x="1901922" y="4425148"/>
                  </a:lnTo>
                  <a:lnTo>
                    <a:pt x="1901922" y="4420237"/>
                  </a:lnTo>
                  <a:lnTo>
                    <a:pt x="1902679" y="4420237"/>
                  </a:lnTo>
                  <a:lnTo>
                    <a:pt x="1903058" y="4420237"/>
                  </a:lnTo>
                  <a:lnTo>
                    <a:pt x="1903184" y="4420237"/>
                  </a:lnTo>
                  <a:lnTo>
                    <a:pt x="1903311" y="4420237"/>
                  </a:lnTo>
                  <a:lnTo>
                    <a:pt x="1903563" y="4420237"/>
                  </a:lnTo>
                  <a:lnTo>
                    <a:pt x="1905331" y="4420237"/>
                  </a:lnTo>
                  <a:lnTo>
                    <a:pt x="1905583" y="4420237"/>
                  </a:lnTo>
                  <a:lnTo>
                    <a:pt x="1906341" y="4420237"/>
                  </a:lnTo>
                  <a:lnTo>
                    <a:pt x="1906593" y="4420237"/>
                  </a:lnTo>
                  <a:lnTo>
                    <a:pt x="1907098" y="4420237"/>
                  </a:lnTo>
                  <a:lnTo>
                    <a:pt x="1908361" y="4420237"/>
                  </a:lnTo>
                  <a:lnTo>
                    <a:pt x="1908613" y="4415326"/>
                  </a:lnTo>
                  <a:lnTo>
                    <a:pt x="1910255" y="4415326"/>
                  </a:lnTo>
                  <a:lnTo>
                    <a:pt x="1910760" y="4415326"/>
                  </a:lnTo>
                  <a:lnTo>
                    <a:pt x="1912906" y="4410414"/>
                  </a:lnTo>
                  <a:lnTo>
                    <a:pt x="1914926" y="4405503"/>
                  </a:lnTo>
                  <a:lnTo>
                    <a:pt x="1915810" y="4405503"/>
                  </a:lnTo>
                  <a:lnTo>
                    <a:pt x="1916189" y="4405503"/>
                  </a:lnTo>
                  <a:lnTo>
                    <a:pt x="1916315" y="4405503"/>
                  </a:lnTo>
                  <a:lnTo>
                    <a:pt x="1917956" y="4400591"/>
                  </a:lnTo>
                  <a:lnTo>
                    <a:pt x="1918335" y="4400591"/>
                  </a:lnTo>
                  <a:lnTo>
                    <a:pt x="1918588" y="4395680"/>
                  </a:lnTo>
                  <a:lnTo>
                    <a:pt x="1919850" y="4395680"/>
                  </a:lnTo>
                  <a:lnTo>
                    <a:pt x="1921113" y="4395680"/>
                  </a:lnTo>
                  <a:lnTo>
                    <a:pt x="1921870" y="4395680"/>
                  </a:lnTo>
                  <a:lnTo>
                    <a:pt x="1921996" y="4395680"/>
                  </a:lnTo>
                  <a:lnTo>
                    <a:pt x="1922123" y="4395680"/>
                  </a:lnTo>
                  <a:lnTo>
                    <a:pt x="1922249" y="4395680"/>
                  </a:lnTo>
                  <a:lnTo>
                    <a:pt x="1922754" y="4390769"/>
                  </a:lnTo>
                  <a:lnTo>
                    <a:pt x="1924269" y="4390769"/>
                  </a:lnTo>
                  <a:lnTo>
                    <a:pt x="1924648" y="4390769"/>
                  </a:lnTo>
                  <a:lnTo>
                    <a:pt x="1924900" y="4390769"/>
                  </a:lnTo>
                  <a:lnTo>
                    <a:pt x="1925532" y="4390769"/>
                  </a:lnTo>
                  <a:lnTo>
                    <a:pt x="1925658" y="4390769"/>
                  </a:lnTo>
                  <a:lnTo>
                    <a:pt x="1927425" y="4390769"/>
                  </a:lnTo>
                  <a:lnTo>
                    <a:pt x="1927931" y="4390769"/>
                  </a:lnTo>
                  <a:lnTo>
                    <a:pt x="1928941" y="4390769"/>
                  </a:lnTo>
                  <a:lnTo>
                    <a:pt x="1929193" y="4390769"/>
                  </a:lnTo>
                  <a:lnTo>
                    <a:pt x="1929319" y="4390769"/>
                  </a:lnTo>
                  <a:lnTo>
                    <a:pt x="1930456" y="4390769"/>
                  </a:lnTo>
                  <a:lnTo>
                    <a:pt x="1930708" y="4390769"/>
                  </a:lnTo>
                  <a:lnTo>
                    <a:pt x="1931592" y="4390769"/>
                  </a:lnTo>
                  <a:lnTo>
                    <a:pt x="1932097" y="4390769"/>
                  </a:lnTo>
                  <a:lnTo>
                    <a:pt x="1933486" y="4385857"/>
                  </a:lnTo>
                  <a:lnTo>
                    <a:pt x="1934243" y="4385857"/>
                  </a:lnTo>
                  <a:lnTo>
                    <a:pt x="1934748" y="4385857"/>
                  </a:lnTo>
                  <a:lnTo>
                    <a:pt x="1936137" y="4385857"/>
                  </a:lnTo>
                  <a:lnTo>
                    <a:pt x="1936516" y="4385857"/>
                  </a:lnTo>
                  <a:lnTo>
                    <a:pt x="1937526" y="4380946"/>
                  </a:lnTo>
                  <a:lnTo>
                    <a:pt x="1938536" y="4380946"/>
                  </a:lnTo>
                  <a:lnTo>
                    <a:pt x="1938915" y="4380946"/>
                  </a:lnTo>
                  <a:lnTo>
                    <a:pt x="1939420" y="4380946"/>
                  </a:lnTo>
                  <a:lnTo>
                    <a:pt x="1940177" y="4380946"/>
                  </a:lnTo>
                  <a:lnTo>
                    <a:pt x="1940430" y="4380946"/>
                  </a:lnTo>
                  <a:lnTo>
                    <a:pt x="1941061" y="4376035"/>
                  </a:lnTo>
                  <a:lnTo>
                    <a:pt x="1941314" y="4376035"/>
                  </a:lnTo>
                  <a:lnTo>
                    <a:pt x="1943081" y="4371123"/>
                  </a:lnTo>
                  <a:lnTo>
                    <a:pt x="1943460" y="4371123"/>
                  </a:lnTo>
                  <a:lnTo>
                    <a:pt x="1943965" y="4366212"/>
                  </a:lnTo>
                  <a:lnTo>
                    <a:pt x="1944344" y="4366212"/>
                  </a:lnTo>
                  <a:lnTo>
                    <a:pt x="1944975" y="4366212"/>
                  </a:lnTo>
                  <a:lnTo>
                    <a:pt x="1945985" y="4366212"/>
                  </a:lnTo>
                  <a:lnTo>
                    <a:pt x="1946743" y="4366212"/>
                  </a:lnTo>
                  <a:lnTo>
                    <a:pt x="1946995" y="4366212"/>
                  </a:lnTo>
                  <a:lnTo>
                    <a:pt x="1947374" y="4366212"/>
                  </a:lnTo>
                  <a:lnTo>
                    <a:pt x="1948384" y="4366212"/>
                  </a:lnTo>
                  <a:lnTo>
                    <a:pt x="1948889" y="4366212"/>
                  </a:lnTo>
                  <a:lnTo>
                    <a:pt x="1950152" y="4366212"/>
                  </a:lnTo>
                  <a:lnTo>
                    <a:pt x="1951793" y="4366212"/>
                  </a:lnTo>
                  <a:lnTo>
                    <a:pt x="1952929" y="4366212"/>
                  </a:lnTo>
                  <a:lnTo>
                    <a:pt x="1954949" y="4366212"/>
                  </a:lnTo>
                  <a:lnTo>
                    <a:pt x="1956212" y="4361300"/>
                  </a:lnTo>
                  <a:lnTo>
                    <a:pt x="1956338" y="4361300"/>
                  </a:lnTo>
                  <a:lnTo>
                    <a:pt x="1956843" y="4361300"/>
                  </a:lnTo>
                  <a:lnTo>
                    <a:pt x="1957601" y="4361300"/>
                  </a:lnTo>
                  <a:lnTo>
                    <a:pt x="1958484" y="4361300"/>
                  </a:lnTo>
                  <a:lnTo>
                    <a:pt x="1960378" y="4356389"/>
                  </a:lnTo>
                  <a:lnTo>
                    <a:pt x="1961388" y="4356389"/>
                  </a:lnTo>
                  <a:lnTo>
                    <a:pt x="1961515" y="4356389"/>
                  </a:lnTo>
                  <a:lnTo>
                    <a:pt x="1961767" y="4356389"/>
                  </a:lnTo>
                  <a:lnTo>
                    <a:pt x="1963535" y="4356389"/>
                  </a:lnTo>
                  <a:lnTo>
                    <a:pt x="1964166" y="4356389"/>
                  </a:lnTo>
                  <a:lnTo>
                    <a:pt x="1964545" y="4356389"/>
                  </a:lnTo>
                  <a:lnTo>
                    <a:pt x="1964671" y="4356389"/>
                  </a:lnTo>
                  <a:lnTo>
                    <a:pt x="1965429" y="4356389"/>
                  </a:lnTo>
                  <a:lnTo>
                    <a:pt x="1965555" y="4356389"/>
                  </a:lnTo>
                  <a:lnTo>
                    <a:pt x="1967322" y="4356389"/>
                  </a:lnTo>
                  <a:lnTo>
                    <a:pt x="1967701" y="4356389"/>
                  </a:lnTo>
                  <a:lnTo>
                    <a:pt x="1967827" y="4356389"/>
                  </a:lnTo>
                  <a:lnTo>
                    <a:pt x="1968332" y="4356389"/>
                  </a:lnTo>
                  <a:lnTo>
                    <a:pt x="1969090" y="4356389"/>
                  </a:lnTo>
                  <a:lnTo>
                    <a:pt x="1969469" y="4356389"/>
                  </a:lnTo>
                  <a:lnTo>
                    <a:pt x="1970479" y="4356389"/>
                  </a:lnTo>
                  <a:lnTo>
                    <a:pt x="1970984" y="4356389"/>
                  </a:lnTo>
                  <a:lnTo>
                    <a:pt x="1971615" y="4356389"/>
                  </a:lnTo>
                  <a:lnTo>
                    <a:pt x="1971741" y="4356389"/>
                  </a:lnTo>
                  <a:lnTo>
                    <a:pt x="1972878" y="4351478"/>
                  </a:lnTo>
                  <a:lnTo>
                    <a:pt x="1973004" y="4351478"/>
                  </a:lnTo>
                  <a:lnTo>
                    <a:pt x="1974267" y="4351478"/>
                  </a:lnTo>
                  <a:lnTo>
                    <a:pt x="1975277" y="4351478"/>
                  </a:lnTo>
                  <a:lnTo>
                    <a:pt x="1975782" y="4351478"/>
                  </a:lnTo>
                  <a:lnTo>
                    <a:pt x="1978054" y="4351478"/>
                  </a:lnTo>
                  <a:lnTo>
                    <a:pt x="1978180" y="4351478"/>
                  </a:lnTo>
                  <a:lnTo>
                    <a:pt x="1979064" y="4351478"/>
                  </a:lnTo>
                  <a:lnTo>
                    <a:pt x="1979822" y="4351478"/>
                  </a:lnTo>
                  <a:lnTo>
                    <a:pt x="1980074" y="4351478"/>
                  </a:lnTo>
                  <a:lnTo>
                    <a:pt x="1980453" y="4351478"/>
                  </a:lnTo>
                  <a:lnTo>
                    <a:pt x="1981463" y="4351478"/>
                  </a:lnTo>
                  <a:lnTo>
                    <a:pt x="1981716" y="4351478"/>
                  </a:lnTo>
                  <a:lnTo>
                    <a:pt x="1982347" y="4351478"/>
                  </a:lnTo>
                  <a:lnTo>
                    <a:pt x="1984367" y="4341655"/>
                  </a:lnTo>
                  <a:lnTo>
                    <a:pt x="1984620" y="4336744"/>
                  </a:lnTo>
                  <a:lnTo>
                    <a:pt x="1985125" y="4336744"/>
                  </a:lnTo>
                  <a:lnTo>
                    <a:pt x="1985503" y="4331832"/>
                  </a:lnTo>
                  <a:lnTo>
                    <a:pt x="1985882" y="4331832"/>
                  </a:lnTo>
                  <a:lnTo>
                    <a:pt x="1987145" y="4331832"/>
                  </a:lnTo>
                  <a:lnTo>
                    <a:pt x="1987397" y="4331832"/>
                  </a:lnTo>
                  <a:lnTo>
                    <a:pt x="1988281" y="4331832"/>
                  </a:lnTo>
                  <a:lnTo>
                    <a:pt x="1988407" y="4331832"/>
                  </a:lnTo>
                  <a:lnTo>
                    <a:pt x="1989417" y="4331832"/>
                  </a:lnTo>
                  <a:lnTo>
                    <a:pt x="1989543" y="4331832"/>
                  </a:lnTo>
                  <a:lnTo>
                    <a:pt x="1989922" y="4326921"/>
                  </a:lnTo>
                  <a:lnTo>
                    <a:pt x="1990806" y="4326921"/>
                  </a:lnTo>
                  <a:lnTo>
                    <a:pt x="1991185" y="4326921"/>
                  </a:lnTo>
                  <a:lnTo>
                    <a:pt x="1991564" y="4326921"/>
                  </a:lnTo>
                  <a:lnTo>
                    <a:pt x="1992069" y="4326921"/>
                  </a:lnTo>
                  <a:lnTo>
                    <a:pt x="1992321" y="4326921"/>
                  </a:lnTo>
                  <a:lnTo>
                    <a:pt x="1994846" y="4326921"/>
                  </a:lnTo>
                  <a:lnTo>
                    <a:pt x="1997750" y="4322009"/>
                  </a:lnTo>
                  <a:lnTo>
                    <a:pt x="1999391" y="4322009"/>
                  </a:lnTo>
                  <a:lnTo>
                    <a:pt x="2000402" y="4322009"/>
                  </a:lnTo>
                  <a:lnTo>
                    <a:pt x="2001033" y="4322009"/>
                  </a:lnTo>
                  <a:lnTo>
                    <a:pt x="2001664" y="4322009"/>
                  </a:lnTo>
                  <a:lnTo>
                    <a:pt x="2002800" y="4312187"/>
                  </a:lnTo>
                  <a:lnTo>
                    <a:pt x="2002927" y="4312187"/>
                  </a:lnTo>
                  <a:lnTo>
                    <a:pt x="2003053" y="4312187"/>
                  </a:lnTo>
                  <a:lnTo>
                    <a:pt x="2003179" y="4312187"/>
                  </a:lnTo>
                  <a:lnTo>
                    <a:pt x="2004568" y="4312187"/>
                  </a:lnTo>
                  <a:lnTo>
                    <a:pt x="2005452" y="4312187"/>
                  </a:lnTo>
                  <a:lnTo>
                    <a:pt x="2006083" y="4312187"/>
                  </a:lnTo>
                  <a:lnTo>
                    <a:pt x="2006841" y="4312187"/>
                  </a:lnTo>
                  <a:lnTo>
                    <a:pt x="2007346" y="4312187"/>
                  </a:lnTo>
                  <a:lnTo>
                    <a:pt x="2007472" y="4312187"/>
                  </a:lnTo>
                  <a:lnTo>
                    <a:pt x="2008356" y="4312187"/>
                  </a:lnTo>
                  <a:lnTo>
                    <a:pt x="2009871" y="4312187"/>
                  </a:lnTo>
                  <a:lnTo>
                    <a:pt x="2010249" y="4312187"/>
                  </a:lnTo>
                  <a:lnTo>
                    <a:pt x="2010502" y="4307275"/>
                  </a:lnTo>
                  <a:lnTo>
                    <a:pt x="2010755" y="4307275"/>
                  </a:lnTo>
                  <a:lnTo>
                    <a:pt x="2011638" y="4307275"/>
                  </a:lnTo>
                  <a:lnTo>
                    <a:pt x="2012648" y="4302364"/>
                  </a:lnTo>
                  <a:lnTo>
                    <a:pt x="2013785" y="4302364"/>
                  </a:lnTo>
                  <a:lnTo>
                    <a:pt x="2014290" y="4302364"/>
                  </a:lnTo>
                  <a:lnTo>
                    <a:pt x="2014795" y="4302364"/>
                  </a:lnTo>
                  <a:lnTo>
                    <a:pt x="2015805" y="4302364"/>
                  </a:lnTo>
                  <a:lnTo>
                    <a:pt x="2016310" y="4302364"/>
                  </a:lnTo>
                  <a:lnTo>
                    <a:pt x="2017067" y="4302364"/>
                  </a:lnTo>
                  <a:lnTo>
                    <a:pt x="2017572" y="4302364"/>
                  </a:lnTo>
                  <a:lnTo>
                    <a:pt x="2017699" y="4302364"/>
                  </a:lnTo>
                  <a:lnTo>
                    <a:pt x="2018961" y="4302364"/>
                  </a:lnTo>
                  <a:lnTo>
                    <a:pt x="2020350" y="4302364"/>
                  </a:lnTo>
                  <a:lnTo>
                    <a:pt x="2020476" y="4302364"/>
                  </a:lnTo>
                  <a:lnTo>
                    <a:pt x="2022749" y="4297453"/>
                  </a:lnTo>
                  <a:lnTo>
                    <a:pt x="2023001" y="4297453"/>
                  </a:lnTo>
                  <a:lnTo>
                    <a:pt x="2024769" y="4297453"/>
                  </a:lnTo>
                  <a:lnTo>
                    <a:pt x="2025021" y="4297453"/>
                  </a:lnTo>
                  <a:lnTo>
                    <a:pt x="2025274" y="4297453"/>
                  </a:lnTo>
                  <a:lnTo>
                    <a:pt x="2025653" y="4297453"/>
                  </a:lnTo>
                  <a:lnTo>
                    <a:pt x="2025905" y="4297453"/>
                  </a:lnTo>
                  <a:lnTo>
                    <a:pt x="2027168" y="4297453"/>
                  </a:lnTo>
                  <a:lnTo>
                    <a:pt x="2027420" y="4292541"/>
                  </a:lnTo>
                  <a:lnTo>
                    <a:pt x="2027925" y="4292541"/>
                  </a:lnTo>
                  <a:lnTo>
                    <a:pt x="2028178" y="4292541"/>
                  </a:lnTo>
                  <a:lnTo>
                    <a:pt x="2028935" y="4287630"/>
                  </a:lnTo>
                  <a:lnTo>
                    <a:pt x="2029188" y="4287630"/>
                  </a:lnTo>
                  <a:lnTo>
                    <a:pt x="2029819" y="4287630"/>
                  </a:lnTo>
                  <a:lnTo>
                    <a:pt x="2030324" y="4287630"/>
                  </a:lnTo>
                  <a:lnTo>
                    <a:pt x="2030703" y="4287630"/>
                  </a:lnTo>
                  <a:lnTo>
                    <a:pt x="2031082" y="4287630"/>
                  </a:lnTo>
                  <a:lnTo>
                    <a:pt x="2031587" y="4287630"/>
                  </a:lnTo>
                  <a:lnTo>
                    <a:pt x="2031713" y="4287630"/>
                  </a:lnTo>
                  <a:lnTo>
                    <a:pt x="2032218" y="4287630"/>
                  </a:lnTo>
                  <a:lnTo>
                    <a:pt x="2032976" y="4287630"/>
                  </a:lnTo>
                  <a:lnTo>
                    <a:pt x="2033986" y="4287630"/>
                  </a:lnTo>
                  <a:lnTo>
                    <a:pt x="2035753" y="4287630"/>
                  </a:lnTo>
                  <a:lnTo>
                    <a:pt x="2038026" y="4287630"/>
                  </a:lnTo>
                  <a:lnTo>
                    <a:pt x="2038152" y="4287630"/>
                  </a:lnTo>
                  <a:lnTo>
                    <a:pt x="2039162" y="4287630"/>
                  </a:lnTo>
                  <a:lnTo>
                    <a:pt x="2039415" y="4287630"/>
                  </a:lnTo>
                  <a:lnTo>
                    <a:pt x="2039667" y="4282718"/>
                  </a:lnTo>
                  <a:lnTo>
                    <a:pt x="2040803" y="4282718"/>
                  </a:lnTo>
                  <a:lnTo>
                    <a:pt x="2041309" y="4282718"/>
                  </a:lnTo>
                  <a:lnTo>
                    <a:pt x="2042445" y="4282718"/>
                  </a:lnTo>
                  <a:lnTo>
                    <a:pt x="2044086" y="4277807"/>
                  </a:lnTo>
                  <a:lnTo>
                    <a:pt x="2044339" y="4272896"/>
                  </a:lnTo>
                  <a:lnTo>
                    <a:pt x="2044717" y="4272896"/>
                  </a:lnTo>
                  <a:lnTo>
                    <a:pt x="2045601" y="4267984"/>
                  </a:lnTo>
                  <a:lnTo>
                    <a:pt x="2045980" y="4267984"/>
                  </a:lnTo>
                  <a:lnTo>
                    <a:pt x="2046232" y="4263073"/>
                  </a:lnTo>
                  <a:lnTo>
                    <a:pt x="2047621" y="4263073"/>
                  </a:lnTo>
                  <a:lnTo>
                    <a:pt x="2047874" y="4263073"/>
                  </a:lnTo>
                  <a:lnTo>
                    <a:pt x="2048253" y="4263073"/>
                  </a:lnTo>
                  <a:lnTo>
                    <a:pt x="2048758" y="4263073"/>
                  </a:lnTo>
                  <a:lnTo>
                    <a:pt x="2049389" y="4263073"/>
                  </a:lnTo>
                  <a:lnTo>
                    <a:pt x="2049768" y="4263073"/>
                  </a:lnTo>
                  <a:lnTo>
                    <a:pt x="2050020" y="4263073"/>
                  </a:lnTo>
                  <a:lnTo>
                    <a:pt x="2050651" y="4263073"/>
                  </a:lnTo>
                  <a:lnTo>
                    <a:pt x="2051030" y="4263073"/>
                  </a:lnTo>
                  <a:lnTo>
                    <a:pt x="2051409" y="4263073"/>
                  </a:lnTo>
                  <a:lnTo>
                    <a:pt x="2051914" y="4263073"/>
                  </a:lnTo>
                  <a:lnTo>
                    <a:pt x="2052419" y="4263073"/>
                  </a:lnTo>
                  <a:lnTo>
                    <a:pt x="2053429" y="4263073"/>
                  </a:lnTo>
                  <a:lnTo>
                    <a:pt x="2053808" y="4263073"/>
                  </a:lnTo>
                  <a:lnTo>
                    <a:pt x="2055323" y="4263073"/>
                  </a:lnTo>
                  <a:lnTo>
                    <a:pt x="2056459" y="4258162"/>
                  </a:lnTo>
                  <a:lnTo>
                    <a:pt x="2057722" y="4258162"/>
                  </a:lnTo>
                  <a:lnTo>
                    <a:pt x="2058606" y="4258162"/>
                  </a:lnTo>
                  <a:lnTo>
                    <a:pt x="2058984" y="4258162"/>
                  </a:lnTo>
                  <a:lnTo>
                    <a:pt x="2060626" y="4253250"/>
                  </a:lnTo>
                  <a:lnTo>
                    <a:pt x="2060878" y="4253250"/>
                  </a:lnTo>
                  <a:lnTo>
                    <a:pt x="2061762" y="4253250"/>
                  </a:lnTo>
                  <a:lnTo>
                    <a:pt x="2061888" y="4253250"/>
                  </a:lnTo>
                  <a:lnTo>
                    <a:pt x="2062141" y="4253250"/>
                  </a:lnTo>
                  <a:lnTo>
                    <a:pt x="2063656" y="4253250"/>
                  </a:lnTo>
                  <a:lnTo>
                    <a:pt x="2064161" y="4253250"/>
                  </a:lnTo>
                  <a:lnTo>
                    <a:pt x="2064666" y="4248339"/>
                  </a:lnTo>
                  <a:lnTo>
                    <a:pt x="2065171" y="4248339"/>
                  </a:lnTo>
                  <a:lnTo>
                    <a:pt x="2066307" y="4243427"/>
                  </a:lnTo>
                  <a:lnTo>
                    <a:pt x="2068454" y="4243427"/>
                  </a:lnTo>
                  <a:lnTo>
                    <a:pt x="2068706" y="4243427"/>
                  </a:lnTo>
                  <a:lnTo>
                    <a:pt x="2069085" y="4243427"/>
                  </a:lnTo>
                  <a:lnTo>
                    <a:pt x="2070095" y="4243427"/>
                  </a:lnTo>
                  <a:lnTo>
                    <a:pt x="2070726" y="4243427"/>
                  </a:lnTo>
                  <a:lnTo>
                    <a:pt x="2071357" y="4243427"/>
                  </a:lnTo>
                  <a:lnTo>
                    <a:pt x="2071484" y="4243427"/>
                  </a:lnTo>
                  <a:lnTo>
                    <a:pt x="2074009" y="4243427"/>
                  </a:lnTo>
                  <a:lnTo>
                    <a:pt x="2074514" y="4243427"/>
                  </a:lnTo>
                  <a:lnTo>
                    <a:pt x="2076660" y="4243427"/>
                  </a:lnTo>
                  <a:lnTo>
                    <a:pt x="2077418" y="4243427"/>
                  </a:lnTo>
                  <a:lnTo>
                    <a:pt x="2077923" y="4243427"/>
                  </a:lnTo>
                  <a:lnTo>
                    <a:pt x="2080069" y="4243427"/>
                  </a:lnTo>
                  <a:lnTo>
                    <a:pt x="2081458" y="4243427"/>
                  </a:lnTo>
                  <a:lnTo>
                    <a:pt x="2082342" y="4243427"/>
                  </a:lnTo>
                  <a:lnTo>
                    <a:pt x="2082721" y="4243427"/>
                  </a:lnTo>
                  <a:lnTo>
                    <a:pt x="2084867" y="4243427"/>
                  </a:lnTo>
                  <a:lnTo>
                    <a:pt x="2085372" y="4243427"/>
                  </a:lnTo>
                  <a:lnTo>
                    <a:pt x="2085751" y="4243427"/>
                  </a:lnTo>
                  <a:lnTo>
                    <a:pt x="2086003" y="4243427"/>
                  </a:lnTo>
                  <a:lnTo>
                    <a:pt x="2086634" y="4243427"/>
                  </a:lnTo>
                  <a:lnTo>
                    <a:pt x="2087392" y="4243427"/>
                  </a:lnTo>
                  <a:lnTo>
                    <a:pt x="2087518" y="4243427"/>
                  </a:lnTo>
                  <a:lnTo>
                    <a:pt x="2088023" y="4238516"/>
                  </a:lnTo>
                  <a:lnTo>
                    <a:pt x="2088528" y="4238516"/>
                  </a:lnTo>
                  <a:lnTo>
                    <a:pt x="2090170" y="4238516"/>
                  </a:lnTo>
                  <a:lnTo>
                    <a:pt x="2090296" y="4238516"/>
                  </a:lnTo>
                  <a:lnTo>
                    <a:pt x="2090548" y="4233605"/>
                  </a:lnTo>
                  <a:lnTo>
                    <a:pt x="2090927" y="4233605"/>
                  </a:lnTo>
                  <a:lnTo>
                    <a:pt x="2091432" y="4233605"/>
                  </a:lnTo>
                  <a:lnTo>
                    <a:pt x="2091811" y="4233605"/>
                  </a:lnTo>
                  <a:lnTo>
                    <a:pt x="2092947" y="4233605"/>
                  </a:lnTo>
                  <a:lnTo>
                    <a:pt x="2093957" y="4228693"/>
                  </a:lnTo>
                  <a:lnTo>
                    <a:pt x="2094715" y="4228693"/>
                  </a:lnTo>
                  <a:lnTo>
                    <a:pt x="2095346" y="4228693"/>
                  </a:lnTo>
                  <a:lnTo>
                    <a:pt x="2096104" y="4228693"/>
                  </a:lnTo>
                  <a:lnTo>
                    <a:pt x="2097366" y="4228693"/>
                  </a:lnTo>
                  <a:lnTo>
                    <a:pt x="2098376" y="4228693"/>
                  </a:lnTo>
                  <a:lnTo>
                    <a:pt x="2098629" y="4228693"/>
                  </a:lnTo>
                  <a:lnTo>
                    <a:pt x="2100270" y="4223782"/>
                  </a:lnTo>
                  <a:lnTo>
                    <a:pt x="2101785" y="4218871"/>
                  </a:lnTo>
                  <a:lnTo>
                    <a:pt x="2101911" y="4218871"/>
                  </a:lnTo>
                  <a:lnTo>
                    <a:pt x="2102669" y="4213959"/>
                  </a:lnTo>
                  <a:lnTo>
                    <a:pt x="2103427" y="4213959"/>
                  </a:lnTo>
                  <a:lnTo>
                    <a:pt x="2103932" y="4213959"/>
                  </a:lnTo>
                  <a:lnTo>
                    <a:pt x="2105699" y="4213959"/>
                  </a:lnTo>
                  <a:lnTo>
                    <a:pt x="2106330" y="4213959"/>
                  </a:lnTo>
                  <a:lnTo>
                    <a:pt x="2106583" y="4213959"/>
                  </a:lnTo>
                  <a:lnTo>
                    <a:pt x="2106709" y="4213959"/>
                  </a:lnTo>
                  <a:lnTo>
                    <a:pt x="2107719" y="4213959"/>
                  </a:lnTo>
                  <a:lnTo>
                    <a:pt x="2108098" y="4213959"/>
                  </a:lnTo>
                  <a:lnTo>
                    <a:pt x="2108224" y="4213959"/>
                  </a:lnTo>
                  <a:lnTo>
                    <a:pt x="2108856" y="4213959"/>
                  </a:lnTo>
                  <a:lnTo>
                    <a:pt x="2110371" y="4213959"/>
                  </a:lnTo>
                  <a:lnTo>
                    <a:pt x="2110497" y="4213959"/>
                  </a:lnTo>
                  <a:lnTo>
                    <a:pt x="2112517" y="4209048"/>
                  </a:lnTo>
                  <a:lnTo>
                    <a:pt x="2113022" y="4209048"/>
                  </a:lnTo>
                  <a:lnTo>
                    <a:pt x="2113401" y="4209048"/>
                  </a:lnTo>
                  <a:lnTo>
                    <a:pt x="2113906" y="4209048"/>
                  </a:lnTo>
                  <a:lnTo>
                    <a:pt x="2114032" y="4209048"/>
                  </a:lnTo>
                  <a:lnTo>
                    <a:pt x="2114158" y="4209048"/>
                  </a:lnTo>
                  <a:lnTo>
                    <a:pt x="2116936" y="4209048"/>
                  </a:lnTo>
                  <a:lnTo>
                    <a:pt x="2118198" y="4204136"/>
                  </a:lnTo>
                  <a:lnTo>
                    <a:pt x="2119082" y="4204136"/>
                  </a:lnTo>
                  <a:lnTo>
                    <a:pt x="2119335" y="4204136"/>
                  </a:lnTo>
                  <a:lnTo>
                    <a:pt x="2120471" y="4204136"/>
                  </a:lnTo>
                  <a:lnTo>
                    <a:pt x="2120976" y="4204136"/>
                  </a:lnTo>
                  <a:lnTo>
                    <a:pt x="2121102" y="4204136"/>
                  </a:lnTo>
                  <a:lnTo>
                    <a:pt x="2121355" y="4204136"/>
                  </a:lnTo>
                  <a:lnTo>
                    <a:pt x="2122870" y="4204136"/>
                  </a:lnTo>
                  <a:lnTo>
                    <a:pt x="2123249" y="4204136"/>
                  </a:lnTo>
                  <a:lnTo>
                    <a:pt x="2124764" y="4204136"/>
                  </a:lnTo>
                  <a:lnTo>
                    <a:pt x="2125774" y="4204136"/>
                  </a:lnTo>
                  <a:lnTo>
                    <a:pt x="2126026" y="4204136"/>
                  </a:lnTo>
                  <a:lnTo>
                    <a:pt x="2127036" y="4204136"/>
                  </a:lnTo>
                  <a:lnTo>
                    <a:pt x="2127415" y="4204136"/>
                  </a:lnTo>
                  <a:lnTo>
                    <a:pt x="2128046" y="4204136"/>
                  </a:lnTo>
                  <a:lnTo>
                    <a:pt x="2128173" y="4204136"/>
                  </a:lnTo>
                  <a:lnTo>
                    <a:pt x="2129057" y="4204136"/>
                  </a:lnTo>
                  <a:lnTo>
                    <a:pt x="2129309" y="4199225"/>
                  </a:lnTo>
                  <a:lnTo>
                    <a:pt x="2130193" y="4199225"/>
                  </a:lnTo>
                  <a:lnTo>
                    <a:pt x="2130698" y="4199225"/>
                  </a:lnTo>
                  <a:lnTo>
                    <a:pt x="2132970" y="4194314"/>
                  </a:lnTo>
                  <a:lnTo>
                    <a:pt x="2133097" y="4194314"/>
                  </a:lnTo>
                  <a:lnTo>
                    <a:pt x="2133602" y="4194314"/>
                  </a:lnTo>
                  <a:lnTo>
                    <a:pt x="2134107" y="4194314"/>
                  </a:lnTo>
                  <a:lnTo>
                    <a:pt x="2134359" y="4194314"/>
                  </a:lnTo>
                  <a:lnTo>
                    <a:pt x="2135496" y="4194314"/>
                  </a:lnTo>
                  <a:lnTo>
                    <a:pt x="2135874" y="4194314"/>
                  </a:lnTo>
                  <a:lnTo>
                    <a:pt x="2136506" y="4189402"/>
                  </a:lnTo>
                  <a:lnTo>
                    <a:pt x="2137389" y="4189402"/>
                  </a:lnTo>
                  <a:lnTo>
                    <a:pt x="2138399" y="4189402"/>
                  </a:lnTo>
                  <a:lnTo>
                    <a:pt x="2139410" y="4189402"/>
                  </a:lnTo>
                  <a:lnTo>
                    <a:pt x="2140420" y="4189402"/>
                  </a:lnTo>
                  <a:lnTo>
                    <a:pt x="2141556" y="4189402"/>
                  </a:lnTo>
                  <a:lnTo>
                    <a:pt x="2143828" y="4189402"/>
                  </a:lnTo>
                  <a:lnTo>
                    <a:pt x="2144460" y="4184491"/>
                  </a:lnTo>
                  <a:lnTo>
                    <a:pt x="2144712" y="4184491"/>
                  </a:lnTo>
                  <a:lnTo>
                    <a:pt x="2145091" y="4179580"/>
                  </a:lnTo>
                  <a:lnTo>
                    <a:pt x="2145344" y="4179580"/>
                  </a:lnTo>
                  <a:lnTo>
                    <a:pt x="2145849" y="4179580"/>
                  </a:lnTo>
                  <a:lnTo>
                    <a:pt x="2146606" y="4179580"/>
                  </a:lnTo>
                  <a:lnTo>
                    <a:pt x="2148879" y="4179580"/>
                  </a:lnTo>
                  <a:lnTo>
                    <a:pt x="2150015" y="4179580"/>
                  </a:lnTo>
                  <a:lnTo>
                    <a:pt x="2151151" y="4179580"/>
                  </a:lnTo>
                  <a:lnTo>
                    <a:pt x="2151783" y="4179580"/>
                  </a:lnTo>
                  <a:lnTo>
                    <a:pt x="2152666" y="4179580"/>
                  </a:lnTo>
                  <a:lnTo>
                    <a:pt x="2152793" y="4179580"/>
                  </a:lnTo>
                  <a:lnTo>
                    <a:pt x="2153298" y="4179580"/>
                  </a:lnTo>
                  <a:lnTo>
                    <a:pt x="2153803" y="4169757"/>
                  </a:lnTo>
                  <a:lnTo>
                    <a:pt x="2154181" y="4169757"/>
                  </a:lnTo>
                  <a:lnTo>
                    <a:pt x="2154687" y="4169757"/>
                  </a:lnTo>
                  <a:lnTo>
                    <a:pt x="2155192" y="4169757"/>
                  </a:lnTo>
                  <a:lnTo>
                    <a:pt x="2155697" y="4169757"/>
                  </a:lnTo>
                  <a:lnTo>
                    <a:pt x="2156454" y="4169757"/>
                  </a:lnTo>
                  <a:lnTo>
                    <a:pt x="2156959" y="4169757"/>
                  </a:lnTo>
                  <a:lnTo>
                    <a:pt x="2157338" y="4164845"/>
                  </a:lnTo>
                  <a:lnTo>
                    <a:pt x="2158474" y="4164845"/>
                  </a:lnTo>
                  <a:lnTo>
                    <a:pt x="2159105" y="4164845"/>
                  </a:lnTo>
                  <a:lnTo>
                    <a:pt x="2162514" y="4159934"/>
                  </a:lnTo>
                  <a:lnTo>
                    <a:pt x="2163651" y="4159934"/>
                  </a:lnTo>
                  <a:lnTo>
                    <a:pt x="2165671" y="4159934"/>
                  </a:lnTo>
                  <a:lnTo>
                    <a:pt x="2165923" y="4159934"/>
                  </a:lnTo>
                  <a:lnTo>
                    <a:pt x="2166807" y="4159934"/>
                  </a:lnTo>
                  <a:lnTo>
                    <a:pt x="2166933" y="4155023"/>
                  </a:lnTo>
                  <a:lnTo>
                    <a:pt x="2168575" y="4150111"/>
                  </a:lnTo>
                  <a:lnTo>
                    <a:pt x="2170342" y="4150111"/>
                  </a:lnTo>
                  <a:lnTo>
                    <a:pt x="2170974" y="4150111"/>
                  </a:lnTo>
                  <a:lnTo>
                    <a:pt x="2171605" y="4150111"/>
                  </a:lnTo>
                  <a:lnTo>
                    <a:pt x="2171984" y="4150111"/>
                  </a:lnTo>
                  <a:lnTo>
                    <a:pt x="2172615" y="4150111"/>
                  </a:lnTo>
                  <a:lnTo>
                    <a:pt x="2173751" y="4150111"/>
                  </a:lnTo>
                  <a:lnTo>
                    <a:pt x="2174004" y="4150111"/>
                  </a:lnTo>
                  <a:lnTo>
                    <a:pt x="2174509" y="4150111"/>
                  </a:lnTo>
                  <a:lnTo>
                    <a:pt x="2176908" y="4145200"/>
                  </a:lnTo>
                  <a:lnTo>
                    <a:pt x="2177539" y="4145200"/>
                  </a:lnTo>
                  <a:lnTo>
                    <a:pt x="2178170" y="4145200"/>
                  </a:lnTo>
                  <a:lnTo>
                    <a:pt x="2178423" y="4145200"/>
                  </a:lnTo>
                  <a:lnTo>
                    <a:pt x="2178549" y="4145200"/>
                  </a:lnTo>
                  <a:lnTo>
                    <a:pt x="2179180" y="4140289"/>
                  </a:lnTo>
                  <a:lnTo>
                    <a:pt x="2180190" y="4140289"/>
                  </a:lnTo>
                  <a:lnTo>
                    <a:pt x="2180695" y="4140289"/>
                  </a:lnTo>
                  <a:lnTo>
                    <a:pt x="2181327" y="4140289"/>
                  </a:lnTo>
                  <a:lnTo>
                    <a:pt x="2182715" y="4140289"/>
                  </a:lnTo>
                  <a:lnTo>
                    <a:pt x="2183347" y="4140289"/>
                  </a:lnTo>
                  <a:lnTo>
                    <a:pt x="2184357" y="4135377"/>
                  </a:lnTo>
                  <a:lnTo>
                    <a:pt x="2184735" y="4135377"/>
                  </a:lnTo>
                  <a:lnTo>
                    <a:pt x="2185367" y="4135377"/>
                  </a:lnTo>
                  <a:lnTo>
                    <a:pt x="2185619" y="4135377"/>
                  </a:lnTo>
                  <a:lnTo>
                    <a:pt x="2187639" y="4135377"/>
                  </a:lnTo>
                  <a:lnTo>
                    <a:pt x="2188271" y="4135377"/>
                  </a:lnTo>
                  <a:lnTo>
                    <a:pt x="2189281" y="4135377"/>
                  </a:lnTo>
                  <a:lnTo>
                    <a:pt x="2189786" y="4130466"/>
                  </a:lnTo>
                  <a:lnTo>
                    <a:pt x="2191048" y="4130466"/>
                  </a:lnTo>
                  <a:lnTo>
                    <a:pt x="2192311" y="4130466"/>
                  </a:lnTo>
                  <a:lnTo>
                    <a:pt x="2192311" y="4125554"/>
                  </a:lnTo>
                  <a:lnTo>
                    <a:pt x="2192563" y="4120643"/>
                  </a:lnTo>
                  <a:lnTo>
                    <a:pt x="2193826" y="4120643"/>
                  </a:lnTo>
                  <a:lnTo>
                    <a:pt x="2195972" y="4105909"/>
                  </a:lnTo>
                  <a:lnTo>
                    <a:pt x="2196099" y="4100998"/>
                  </a:lnTo>
                  <a:lnTo>
                    <a:pt x="2196477" y="4100998"/>
                  </a:lnTo>
                  <a:lnTo>
                    <a:pt x="2196730" y="4100998"/>
                  </a:lnTo>
                  <a:lnTo>
                    <a:pt x="2196982" y="4100998"/>
                  </a:lnTo>
                  <a:lnTo>
                    <a:pt x="2198750" y="4100998"/>
                  </a:lnTo>
                  <a:lnTo>
                    <a:pt x="2200139" y="4096086"/>
                  </a:lnTo>
                  <a:lnTo>
                    <a:pt x="2200265" y="4096086"/>
                  </a:lnTo>
                  <a:lnTo>
                    <a:pt x="2201275" y="4096086"/>
                  </a:lnTo>
                  <a:lnTo>
                    <a:pt x="2201654" y="4096086"/>
                  </a:lnTo>
                  <a:lnTo>
                    <a:pt x="2201780" y="4096086"/>
                  </a:lnTo>
                  <a:lnTo>
                    <a:pt x="2202411" y="4096086"/>
                  </a:lnTo>
                  <a:lnTo>
                    <a:pt x="2203169" y="4096086"/>
                  </a:lnTo>
                  <a:lnTo>
                    <a:pt x="2203421" y="4096086"/>
                  </a:lnTo>
                  <a:lnTo>
                    <a:pt x="2209103" y="4091175"/>
                  </a:lnTo>
                  <a:lnTo>
                    <a:pt x="2209734" y="4091175"/>
                  </a:lnTo>
                  <a:lnTo>
                    <a:pt x="2211123" y="4091175"/>
                  </a:lnTo>
                  <a:lnTo>
                    <a:pt x="2211502" y="4081352"/>
                  </a:lnTo>
                  <a:lnTo>
                    <a:pt x="2211628" y="4081352"/>
                  </a:lnTo>
                  <a:lnTo>
                    <a:pt x="2211754" y="4081352"/>
                  </a:lnTo>
                  <a:lnTo>
                    <a:pt x="2213143" y="4081352"/>
                  </a:lnTo>
                  <a:lnTo>
                    <a:pt x="2213396" y="4081352"/>
                  </a:lnTo>
                  <a:lnTo>
                    <a:pt x="2213648" y="4081352"/>
                  </a:lnTo>
                  <a:lnTo>
                    <a:pt x="2214911" y="4076441"/>
                  </a:lnTo>
                  <a:lnTo>
                    <a:pt x="2217941" y="4071529"/>
                  </a:lnTo>
                  <a:lnTo>
                    <a:pt x="2218698" y="4071529"/>
                  </a:lnTo>
                  <a:lnTo>
                    <a:pt x="2219330" y="4071529"/>
                  </a:lnTo>
                  <a:lnTo>
                    <a:pt x="2220718" y="4071529"/>
                  </a:lnTo>
                  <a:lnTo>
                    <a:pt x="2221350" y="4071529"/>
                  </a:lnTo>
                  <a:lnTo>
                    <a:pt x="2222234" y="4071529"/>
                  </a:lnTo>
                  <a:lnTo>
                    <a:pt x="2224506" y="4071529"/>
                  </a:lnTo>
                  <a:lnTo>
                    <a:pt x="2225390" y="4071529"/>
                  </a:lnTo>
                  <a:lnTo>
                    <a:pt x="2226147" y="4071529"/>
                  </a:lnTo>
                  <a:lnTo>
                    <a:pt x="2227031" y="4071529"/>
                  </a:lnTo>
                  <a:lnTo>
                    <a:pt x="2227410" y="4071529"/>
                  </a:lnTo>
                  <a:lnTo>
                    <a:pt x="2228168" y="4071529"/>
                  </a:lnTo>
                  <a:lnTo>
                    <a:pt x="2228799" y="4071529"/>
                  </a:lnTo>
                  <a:lnTo>
                    <a:pt x="2229304" y="4071529"/>
                  </a:lnTo>
                  <a:lnTo>
                    <a:pt x="2229683" y="4071529"/>
                  </a:lnTo>
                  <a:lnTo>
                    <a:pt x="2230061" y="4071529"/>
                  </a:lnTo>
                  <a:lnTo>
                    <a:pt x="2231198" y="4066618"/>
                  </a:lnTo>
                  <a:lnTo>
                    <a:pt x="2231703" y="4066618"/>
                  </a:lnTo>
                  <a:lnTo>
                    <a:pt x="2232460" y="4066618"/>
                  </a:lnTo>
                  <a:lnTo>
                    <a:pt x="2233849" y="4066618"/>
                  </a:lnTo>
                  <a:lnTo>
                    <a:pt x="2234354" y="4066618"/>
                  </a:lnTo>
                  <a:lnTo>
                    <a:pt x="2234985" y="4061707"/>
                  </a:lnTo>
                  <a:lnTo>
                    <a:pt x="2236248" y="4061707"/>
                  </a:lnTo>
                  <a:lnTo>
                    <a:pt x="2237511" y="4061707"/>
                  </a:lnTo>
                  <a:lnTo>
                    <a:pt x="2238142" y="4061707"/>
                  </a:lnTo>
                  <a:lnTo>
                    <a:pt x="2238647" y="4061707"/>
                  </a:lnTo>
                  <a:lnTo>
                    <a:pt x="2238773" y="4061707"/>
                  </a:lnTo>
                  <a:lnTo>
                    <a:pt x="2239278" y="4061707"/>
                  </a:lnTo>
                  <a:lnTo>
                    <a:pt x="2240414" y="4061707"/>
                  </a:lnTo>
                  <a:lnTo>
                    <a:pt x="2240793" y="4061707"/>
                  </a:lnTo>
                  <a:lnTo>
                    <a:pt x="2242308" y="4061707"/>
                  </a:lnTo>
                  <a:lnTo>
                    <a:pt x="2242813" y="4061707"/>
                  </a:lnTo>
                  <a:lnTo>
                    <a:pt x="2243318" y="4061707"/>
                  </a:lnTo>
                  <a:lnTo>
                    <a:pt x="2244328" y="4061707"/>
                  </a:lnTo>
                  <a:lnTo>
                    <a:pt x="2245086" y="4061707"/>
                  </a:lnTo>
                  <a:lnTo>
                    <a:pt x="2245717" y="4056795"/>
                  </a:lnTo>
                  <a:lnTo>
                    <a:pt x="2246096" y="4056795"/>
                  </a:lnTo>
                  <a:lnTo>
                    <a:pt x="2246222" y="4056795"/>
                  </a:lnTo>
                  <a:lnTo>
                    <a:pt x="2246475" y="4056795"/>
                  </a:lnTo>
                  <a:lnTo>
                    <a:pt x="2247990" y="4056795"/>
                  </a:lnTo>
                  <a:lnTo>
                    <a:pt x="2248369" y="4056795"/>
                  </a:lnTo>
                  <a:lnTo>
                    <a:pt x="2249631" y="4051884"/>
                  </a:lnTo>
                  <a:lnTo>
                    <a:pt x="2251020" y="4051884"/>
                  </a:lnTo>
                  <a:lnTo>
                    <a:pt x="2251272" y="4051884"/>
                  </a:lnTo>
                  <a:lnTo>
                    <a:pt x="2252535" y="4046972"/>
                  </a:lnTo>
                  <a:lnTo>
                    <a:pt x="2252788" y="4046972"/>
                  </a:lnTo>
                  <a:lnTo>
                    <a:pt x="2253798" y="4046972"/>
                  </a:lnTo>
                  <a:lnTo>
                    <a:pt x="2255691" y="4042061"/>
                  </a:lnTo>
                  <a:lnTo>
                    <a:pt x="2256449" y="4042061"/>
                  </a:lnTo>
                  <a:lnTo>
                    <a:pt x="2257206" y="4037150"/>
                  </a:lnTo>
                  <a:lnTo>
                    <a:pt x="2257964" y="4037150"/>
                  </a:lnTo>
                  <a:lnTo>
                    <a:pt x="2258722" y="4037150"/>
                  </a:lnTo>
                  <a:lnTo>
                    <a:pt x="2260363" y="4037150"/>
                  </a:lnTo>
                  <a:lnTo>
                    <a:pt x="2262004" y="4032238"/>
                  </a:lnTo>
                  <a:lnTo>
                    <a:pt x="2262257" y="4032238"/>
                  </a:lnTo>
                  <a:lnTo>
                    <a:pt x="2262635" y="4032238"/>
                  </a:lnTo>
                  <a:lnTo>
                    <a:pt x="2262888" y="4032238"/>
                  </a:lnTo>
                  <a:lnTo>
                    <a:pt x="2263646" y="4027327"/>
                  </a:lnTo>
                  <a:lnTo>
                    <a:pt x="2263898" y="4027327"/>
                  </a:lnTo>
                  <a:lnTo>
                    <a:pt x="2264151" y="4027327"/>
                  </a:lnTo>
                  <a:lnTo>
                    <a:pt x="2264529" y="4027327"/>
                  </a:lnTo>
                  <a:lnTo>
                    <a:pt x="2266171" y="4027327"/>
                  </a:lnTo>
                  <a:lnTo>
                    <a:pt x="2268443" y="4027327"/>
                  </a:lnTo>
                  <a:lnTo>
                    <a:pt x="2269327" y="4022416"/>
                  </a:lnTo>
                  <a:lnTo>
                    <a:pt x="2269958" y="4022416"/>
                  </a:lnTo>
                  <a:lnTo>
                    <a:pt x="2270463" y="4022416"/>
                  </a:lnTo>
                  <a:lnTo>
                    <a:pt x="2272231" y="4022416"/>
                  </a:lnTo>
                  <a:lnTo>
                    <a:pt x="2273367" y="4022416"/>
                  </a:lnTo>
                  <a:lnTo>
                    <a:pt x="2273872" y="4022416"/>
                  </a:lnTo>
                  <a:lnTo>
                    <a:pt x="2274756" y="4022416"/>
                  </a:lnTo>
                  <a:lnTo>
                    <a:pt x="2275514" y="4022416"/>
                  </a:lnTo>
                  <a:lnTo>
                    <a:pt x="2276145" y="4022416"/>
                  </a:lnTo>
                  <a:lnTo>
                    <a:pt x="2276524" y="4022416"/>
                  </a:lnTo>
                  <a:lnTo>
                    <a:pt x="2276902" y="4022416"/>
                  </a:lnTo>
                  <a:lnTo>
                    <a:pt x="2277029" y="4022416"/>
                  </a:lnTo>
                  <a:lnTo>
                    <a:pt x="2278796" y="4022416"/>
                  </a:lnTo>
                  <a:lnTo>
                    <a:pt x="2279049" y="4022416"/>
                  </a:lnTo>
                  <a:lnTo>
                    <a:pt x="2280059" y="4017504"/>
                  </a:lnTo>
                  <a:lnTo>
                    <a:pt x="2280311" y="4017504"/>
                  </a:lnTo>
                  <a:lnTo>
                    <a:pt x="2281953" y="4012593"/>
                  </a:lnTo>
                  <a:lnTo>
                    <a:pt x="2282584" y="4012593"/>
                  </a:lnTo>
                  <a:lnTo>
                    <a:pt x="2283341" y="4012593"/>
                  </a:lnTo>
                  <a:lnTo>
                    <a:pt x="2283720" y="4012593"/>
                  </a:lnTo>
                  <a:lnTo>
                    <a:pt x="2285109" y="4012593"/>
                  </a:lnTo>
                  <a:lnTo>
                    <a:pt x="2285993" y="4012593"/>
                  </a:lnTo>
                  <a:lnTo>
                    <a:pt x="2286372" y="4012593"/>
                  </a:lnTo>
                  <a:lnTo>
                    <a:pt x="2286498" y="4012593"/>
                  </a:lnTo>
                  <a:lnTo>
                    <a:pt x="2286624" y="4012593"/>
                  </a:lnTo>
                  <a:lnTo>
                    <a:pt x="2287634" y="4007681"/>
                  </a:lnTo>
                  <a:lnTo>
                    <a:pt x="2288013" y="4007681"/>
                  </a:lnTo>
                  <a:lnTo>
                    <a:pt x="2289402" y="4002770"/>
                  </a:lnTo>
                  <a:lnTo>
                    <a:pt x="2290412" y="4002770"/>
                  </a:lnTo>
                  <a:lnTo>
                    <a:pt x="2291927" y="3997859"/>
                  </a:lnTo>
                  <a:lnTo>
                    <a:pt x="2292306" y="3997859"/>
                  </a:lnTo>
                  <a:lnTo>
                    <a:pt x="2292811" y="3997859"/>
                  </a:lnTo>
                  <a:lnTo>
                    <a:pt x="2293063" y="3997859"/>
                  </a:lnTo>
                  <a:lnTo>
                    <a:pt x="2293694" y="3997859"/>
                  </a:lnTo>
                  <a:lnTo>
                    <a:pt x="2294705" y="3997859"/>
                  </a:lnTo>
                  <a:lnTo>
                    <a:pt x="2296093" y="3992947"/>
                  </a:lnTo>
                  <a:lnTo>
                    <a:pt x="2297356" y="3988036"/>
                  </a:lnTo>
                  <a:lnTo>
                    <a:pt x="2297608" y="3983125"/>
                  </a:lnTo>
                  <a:lnTo>
                    <a:pt x="2299376" y="3983125"/>
                  </a:lnTo>
                  <a:lnTo>
                    <a:pt x="2300260" y="3983125"/>
                  </a:lnTo>
                  <a:lnTo>
                    <a:pt x="2301144" y="3983125"/>
                  </a:lnTo>
                  <a:lnTo>
                    <a:pt x="2301396" y="3983125"/>
                  </a:lnTo>
                  <a:lnTo>
                    <a:pt x="2303037" y="3983125"/>
                  </a:lnTo>
                  <a:lnTo>
                    <a:pt x="2303669" y="3983125"/>
                  </a:lnTo>
                  <a:lnTo>
                    <a:pt x="2305310" y="3983125"/>
                  </a:lnTo>
                  <a:lnTo>
                    <a:pt x="2306320" y="3983125"/>
                  </a:lnTo>
                  <a:lnTo>
                    <a:pt x="2306951" y="3983125"/>
                  </a:lnTo>
                  <a:lnTo>
                    <a:pt x="2309098" y="3983125"/>
                  </a:lnTo>
                  <a:lnTo>
                    <a:pt x="2309350" y="3983125"/>
                  </a:lnTo>
                  <a:lnTo>
                    <a:pt x="2311118" y="3978213"/>
                  </a:lnTo>
                  <a:lnTo>
                    <a:pt x="2312002" y="3978213"/>
                  </a:lnTo>
                  <a:lnTo>
                    <a:pt x="2312380" y="3978213"/>
                  </a:lnTo>
                  <a:lnTo>
                    <a:pt x="2313012" y="3978213"/>
                  </a:lnTo>
                  <a:lnTo>
                    <a:pt x="2314400" y="3978213"/>
                  </a:lnTo>
                  <a:lnTo>
                    <a:pt x="2315284" y="3978213"/>
                  </a:lnTo>
                  <a:lnTo>
                    <a:pt x="2315663" y="3978213"/>
                  </a:lnTo>
                  <a:lnTo>
                    <a:pt x="2316294" y="3973302"/>
                  </a:lnTo>
                  <a:lnTo>
                    <a:pt x="2316547" y="3973302"/>
                  </a:lnTo>
                  <a:lnTo>
                    <a:pt x="2318693" y="3973302"/>
                  </a:lnTo>
                  <a:lnTo>
                    <a:pt x="2319072" y="3973302"/>
                  </a:lnTo>
                  <a:lnTo>
                    <a:pt x="2320335" y="3973302"/>
                  </a:lnTo>
                  <a:lnTo>
                    <a:pt x="2320840" y="3973302"/>
                  </a:lnTo>
                  <a:lnTo>
                    <a:pt x="2321218" y="3973302"/>
                  </a:lnTo>
                  <a:lnTo>
                    <a:pt x="2323870" y="3973302"/>
                  </a:lnTo>
                  <a:lnTo>
                    <a:pt x="2324501" y="3973302"/>
                  </a:lnTo>
                  <a:lnTo>
                    <a:pt x="2324754" y="3973302"/>
                  </a:lnTo>
                  <a:lnTo>
                    <a:pt x="2325637" y="3973302"/>
                  </a:lnTo>
                  <a:lnTo>
                    <a:pt x="2326016" y="3973302"/>
                  </a:lnTo>
                  <a:lnTo>
                    <a:pt x="2326269" y="3973302"/>
                  </a:lnTo>
                  <a:lnTo>
                    <a:pt x="2326900" y="3973302"/>
                  </a:lnTo>
                  <a:lnTo>
                    <a:pt x="2327152" y="3973302"/>
                  </a:lnTo>
                  <a:lnTo>
                    <a:pt x="2327405" y="3973302"/>
                  </a:lnTo>
                  <a:lnTo>
                    <a:pt x="2327657" y="3973302"/>
                  </a:lnTo>
                  <a:lnTo>
                    <a:pt x="2328289" y="3973302"/>
                  </a:lnTo>
                  <a:lnTo>
                    <a:pt x="2328667" y="3973302"/>
                  </a:lnTo>
                  <a:lnTo>
                    <a:pt x="2328920" y="3973302"/>
                  </a:lnTo>
                  <a:lnTo>
                    <a:pt x="2330561" y="3968390"/>
                  </a:lnTo>
                  <a:lnTo>
                    <a:pt x="2331066" y="3968390"/>
                  </a:lnTo>
                  <a:lnTo>
                    <a:pt x="2332329" y="3968390"/>
                  </a:lnTo>
                  <a:lnTo>
                    <a:pt x="2334349" y="3968390"/>
                  </a:lnTo>
                  <a:lnTo>
                    <a:pt x="2334601" y="3968390"/>
                  </a:lnTo>
                  <a:lnTo>
                    <a:pt x="2334728" y="3968390"/>
                  </a:lnTo>
                  <a:lnTo>
                    <a:pt x="2334854" y="3968390"/>
                  </a:lnTo>
                  <a:lnTo>
                    <a:pt x="2335485" y="3968390"/>
                  </a:lnTo>
                  <a:lnTo>
                    <a:pt x="2335738" y="3968390"/>
                  </a:lnTo>
                  <a:lnTo>
                    <a:pt x="2336495" y="3968390"/>
                  </a:lnTo>
                  <a:lnTo>
                    <a:pt x="2337632" y="3968390"/>
                  </a:lnTo>
                  <a:lnTo>
                    <a:pt x="2339020" y="3963479"/>
                  </a:lnTo>
                  <a:lnTo>
                    <a:pt x="2340030" y="3963479"/>
                  </a:lnTo>
                  <a:lnTo>
                    <a:pt x="2340283" y="3958568"/>
                  </a:lnTo>
                  <a:lnTo>
                    <a:pt x="2342177" y="3958568"/>
                  </a:lnTo>
                  <a:lnTo>
                    <a:pt x="2343818" y="3958568"/>
                  </a:lnTo>
                  <a:lnTo>
                    <a:pt x="2343944" y="3958568"/>
                  </a:lnTo>
                  <a:lnTo>
                    <a:pt x="2347606" y="3953656"/>
                  </a:lnTo>
                  <a:lnTo>
                    <a:pt x="2348868" y="3948745"/>
                  </a:lnTo>
                  <a:lnTo>
                    <a:pt x="2348995" y="3943834"/>
                  </a:lnTo>
                  <a:lnTo>
                    <a:pt x="2351646" y="3938922"/>
                  </a:lnTo>
                  <a:lnTo>
                    <a:pt x="2351899" y="3938922"/>
                  </a:lnTo>
                  <a:lnTo>
                    <a:pt x="2352151" y="3938922"/>
                  </a:lnTo>
                  <a:lnTo>
                    <a:pt x="2352277" y="3938922"/>
                  </a:lnTo>
                  <a:lnTo>
                    <a:pt x="2353161" y="3938922"/>
                  </a:lnTo>
                  <a:lnTo>
                    <a:pt x="2355434" y="3938922"/>
                  </a:lnTo>
                  <a:lnTo>
                    <a:pt x="2356065" y="3938922"/>
                  </a:lnTo>
                  <a:lnTo>
                    <a:pt x="2356318" y="3938922"/>
                  </a:lnTo>
                  <a:lnTo>
                    <a:pt x="2358085" y="3938922"/>
                  </a:lnTo>
                  <a:lnTo>
                    <a:pt x="2358969" y="3938922"/>
                  </a:lnTo>
                  <a:lnTo>
                    <a:pt x="2359221" y="3934011"/>
                  </a:lnTo>
                  <a:lnTo>
                    <a:pt x="2359474" y="3934011"/>
                  </a:lnTo>
                  <a:lnTo>
                    <a:pt x="2360358" y="3934011"/>
                  </a:lnTo>
                  <a:lnTo>
                    <a:pt x="2361242" y="3934011"/>
                  </a:lnTo>
                  <a:lnTo>
                    <a:pt x="2361494" y="3934011"/>
                  </a:lnTo>
                  <a:lnTo>
                    <a:pt x="2361873" y="3934011"/>
                  </a:lnTo>
                  <a:lnTo>
                    <a:pt x="2362378" y="3934011"/>
                  </a:lnTo>
                  <a:lnTo>
                    <a:pt x="2364524" y="3929099"/>
                  </a:lnTo>
                  <a:lnTo>
                    <a:pt x="2365660" y="3929099"/>
                  </a:lnTo>
                  <a:lnTo>
                    <a:pt x="2366797" y="3929099"/>
                  </a:lnTo>
                  <a:lnTo>
                    <a:pt x="2367428" y="3929099"/>
                  </a:lnTo>
                  <a:lnTo>
                    <a:pt x="2368564" y="3929099"/>
                  </a:lnTo>
                  <a:lnTo>
                    <a:pt x="2368817" y="3929099"/>
                  </a:lnTo>
                  <a:lnTo>
                    <a:pt x="2370584" y="3924188"/>
                  </a:lnTo>
                  <a:lnTo>
                    <a:pt x="2370963" y="3924188"/>
                  </a:lnTo>
                  <a:lnTo>
                    <a:pt x="2371595" y="3924188"/>
                  </a:lnTo>
                  <a:lnTo>
                    <a:pt x="2373488" y="3919277"/>
                  </a:lnTo>
                  <a:lnTo>
                    <a:pt x="2374877" y="3919277"/>
                  </a:lnTo>
                  <a:lnTo>
                    <a:pt x="2375887" y="3919277"/>
                  </a:lnTo>
                  <a:lnTo>
                    <a:pt x="2376140" y="3919277"/>
                  </a:lnTo>
                  <a:lnTo>
                    <a:pt x="2376519" y="3919277"/>
                  </a:lnTo>
                  <a:lnTo>
                    <a:pt x="2377150" y="3914365"/>
                  </a:lnTo>
                  <a:lnTo>
                    <a:pt x="2377529" y="3914365"/>
                  </a:lnTo>
                  <a:lnTo>
                    <a:pt x="2378034" y="3914365"/>
                  </a:lnTo>
                  <a:lnTo>
                    <a:pt x="2379927" y="3909454"/>
                  </a:lnTo>
                  <a:lnTo>
                    <a:pt x="2380054" y="3909454"/>
                  </a:lnTo>
                  <a:lnTo>
                    <a:pt x="2381064" y="3909454"/>
                  </a:lnTo>
                  <a:lnTo>
                    <a:pt x="2381190" y="3909454"/>
                  </a:lnTo>
                  <a:lnTo>
                    <a:pt x="2382074" y="3909454"/>
                  </a:lnTo>
                  <a:lnTo>
                    <a:pt x="2382453" y="3909454"/>
                  </a:lnTo>
                  <a:lnTo>
                    <a:pt x="2382958" y="3909454"/>
                  </a:lnTo>
                  <a:lnTo>
                    <a:pt x="2384094" y="3909454"/>
                  </a:lnTo>
                  <a:lnTo>
                    <a:pt x="2385609" y="3904543"/>
                  </a:lnTo>
                  <a:lnTo>
                    <a:pt x="2386114" y="3904543"/>
                  </a:lnTo>
                  <a:lnTo>
                    <a:pt x="2387377" y="3904543"/>
                  </a:lnTo>
                  <a:lnTo>
                    <a:pt x="2387629" y="3904543"/>
                  </a:lnTo>
                  <a:lnTo>
                    <a:pt x="2389018" y="3904543"/>
                  </a:lnTo>
                  <a:lnTo>
                    <a:pt x="2389649" y="3904543"/>
                  </a:lnTo>
                  <a:lnTo>
                    <a:pt x="2390785" y="3904543"/>
                  </a:lnTo>
                  <a:lnTo>
                    <a:pt x="2391669" y="3904543"/>
                  </a:lnTo>
                  <a:lnTo>
                    <a:pt x="2391796" y="3904543"/>
                  </a:lnTo>
                  <a:lnTo>
                    <a:pt x="2392048" y="3904543"/>
                  </a:lnTo>
                  <a:lnTo>
                    <a:pt x="2392174" y="3904543"/>
                  </a:lnTo>
                  <a:lnTo>
                    <a:pt x="2395709" y="3899631"/>
                  </a:lnTo>
                  <a:lnTo>
                    <a:pt x="2395962" y="3899631"/>
                  </a:lnTo>
                  <a:lnTo>
                    <a:pt x="2397603" y="3899631"/>
                  </a:lnTo>
                  <a:lnTo>
                    <a:pt x="2398992" y="3899631"/>
                  </a:lnTo>
                  <a:lnTo>
                    <a:pt x="2399497" y="3894720"/>
                  </a:lnTo>
                  <a:lnTo>
                    <a:pt x="2399876" y="3889808"/>
                  </a:lnTo>
                  <a:lnTo>
                    <a:pt x="2401138" y="3889808"/>
                  </a:lnTo>
                  <a:lnTo>
                    <a:pt x="2401391" y="3889808"/>
                  </a:lnTo>
                  <a:lnTo>
                    <a:pt x="2403032" y="3889808"/>
                  </a:lnTo>
                  <a:lnTo>
                    <a:pt x="2404421" y="3889808"/>
                  </a:lnTo>
                  <a:lnTo>
                    <a:pt x="2404926" y="3889808"/>
                  </a:lnTo>
                  <a:lnTo>
                    <a:pt x="2405305" y="3889808"/>
                  </a:lnTo>
                  <a:lnTo>
                    <a:pt x="2406820" y="3889808"/>
                  </a:lnTo>
                  <a:lnTo>
                    <a:pt x="2407199" y="3889808"/>
                  </a:lnTo>
                  <a:lnTo>
                    <a:pt x="2408461" y="3889808"/>
                  </a:lnTo>
                  <a:lnTo>
                    <a:pt x="2408966" y="3889808"/>
                  </a:lnTo>
                  <a:lnTo>
                    <a:pt x="2409598" y="3889808"/>
                  </a:lnTo>
                  <a:lnTo>
                    <a:pt x="2410103" y="3889808"/>
                  </a:lnTo>
                  <a:lnTo>
                    <a:pt x="2410481" y="3889808"/>
                  </a:lnTo>
                  <a:lnTo>
                    <a:pt x="2411113" y="3889808"/>
                  </a:lnTo>
                  <a:lnTo>
                    <a:pt x="2412880" y="3884897"/>
                  </a:lnTo>
                  <a:lnTo>
                    <a:pt x="2413259" y="3884897"/>
                  </a:lnTo>
                  <a:lnTo>
                    <a:pt x="2414269" y="3884897"/>
                  </a:lnTo>
                  <a:lnTo>
                    <a:pt x="2415532" y="3884897"/>
                  </a:lnTo>
                  <a:lnTo>
                    <a:pt x="2416289" y="3884897"/>
                  </a:lnTo>
                  <a:lnTo>
                    <a:pt x="2416542" y="3884897"/>
                  </a:lnTo>
                  <a:lnTo>
                    <a:pt x="2417552" y="3884897"/>
                  </a:lnTo>
                  <a:lnTo>
                    <a:pt x="2418941" y="3884897"/>
                  </a:lnTo>
                  <a:lnTo>
                    <a:pt x="2419193" y="3884897"/>
                  </a:lnTo>
                  <a:lnTo>
                    <a:pt x="2420708" y="3879986"/>
                  </a:lnTo>
                  <a:lnTo>
                    <a:pt x="2421466" y="3879986"/>
                  </a:lnTo>
                  <a:lnTo>
                    <a:pt x="2422476" y="3879986"/>
                  </a:lnTo>
                  <a:lnTo>
                    <a:pt x="2422728" y="3879986"/>
                  </a:lnTo>
                  <a:lnTo>
                    <a:pt x="2422981" y="3879986"/>
                  </a:lnTo>
                  <a:lnTo>
                    <a:pt x="2423486" y="3875074"/>
                  </a:lnTo>
                  <a:lnTo>
                    <a:pt x="2425380" y="3875074"/>
                  </a:lnTo>
                  <a:lnTo>
                    <a:pt x="2425632" y="3875074"/>
                  </a:lnTo>
                  <a:lnTo>
                    <a:pt x="2427778" y="3875074"/>
                  </a:lnTo>
                  <a:lnTo>
                    <a:pt x="2428157" y="3875074"/>
                  </a:lnTo>
                  <a:lnTo>
                    <a:pt x="2429167" y="3875074"/>
                  </a:lnTo>
                  <a:lnTo>
                    <a:pt x="2429294" y="3875074"/>
                  </a:lnTo>
                  <a:lnTo>
                    <a:pt x="2429672" y="3875074"/>
                  </a:lnTo>
                  <a:lnTo>
                    <a:pt x="2432576" y="3870163"/>
                  </a:lnTo>
                  <a:lnTo>
                    <a:pt x="2433586" y="3870163"/>
                  </a:lnTo>
                  <a:lnTo>
                    <a:pt x="2435354" y="3870163"/>
                  </a:lnTo>
                  <a:lnTo>
                    <a:pt x="2436490" y="3870163"/>
                  </a:lnTo>
                  <a:lnTo>
                    <a:pt x="2437248" y="3870163"/>
                  </a:lnTo>
                  <a:lnTo>
                    <a:pt x="2437626" y="3870163"/>
                  </a:lnTo>
                  <a:lnTo>
                    <a:pt x="2438384" y="3870163"/>
                  </a:lnTo>
                  <a:lnTo>
                    <a:pt x="2439394" y="3870163"/>
                  </a:lnTo>
                  <a:lnTo>
                    <a:pt x="2441414" y="3870163"/>
                  </a:lnTo>
                  <a:lnTo>
                    <a:pt x="2442677" y="3870163"/>
                  </a:lnTo>
                  <a:lnTo>
                    <a:pt x="2443434" y="3870163"/>
                  </a:lnTo>
                  <a:lnTo>
                    <a:pt x="2444823" y="3870163"/>
                  </a:lnTo>
                  <a:lnTo>
                    <a:pt x="2445202" y="3870163"/>
                  </a:lnTo>
                  <a:lnTo>
                    <a:pt x="2445707" y="3870163"/>
                  </a:lnTo>
                  <a:lnTo>
                    <a:pt x="2445833" y="3870163"/>
                  </a:lnTo>
                  <a:lnTo>
                    <a:pt x="2445959" y="3870163"/>
                  </a:lnTo>
                  <a:lnTo>
                    <a:pt x="2447474" y="3870163"/>
                  </a:lnTo>
                  <a:lnTo>
                    <a:pt x="2448106" y="3870163"/>
                  </a:lnTo>
                  <a:lnTo>
                    <a:pt x="2450000" y="3870163"/>
                  </a:lnTo>
                  <a:lnTo>
                    <a:pt x="2450378" y="3870163"/>
                  </a:lnTo>
                  <a:lnTo>
                    <a:pt x="2452398" y="3870163"/>
                  </a:lnTo>
                  <a:lnTo>
                    <a:pt x="2452777" y="3870163"/>
                  </a:lnTo>
                  <a:lnTo>
                    <a:pt x="2453914" y="3865252"/>
                  </a:lnTo>
                  <a:lnTo>
                    <a:pt x="2454545" y="3865252"/>
                  </a:lnTo>
                  <a:lnTo>
                    <a:pt x="2454797" y="3865252"/>
                  </a:lnTo>
                  <a:lnTo>
                    <a:pt x="2455050" y="3865252"/>
                  </a:lnTo>
                  <a:lnTo>
                    <a:pt x="2456817" y="3860340"/>
                  </a:lnTo>
                  <a:lnTo>
                    <a:pt x="2457449" y="3860340"/>
                  </a:lnTo>
                  <a:lnTo>
                    <a:pt x="2457827" y="3860340"/>
                  </a:lnTo>
                  <a:lnTo>
                    <a:pt x="2458332" y="3860340"/>
                  </a:lnTo>
                  <a:lnTo>
                    <a:pt x="2458711" y="3860340"/>
                  </a:lnTo>
                  <a:lnTo>
                    <a:pt x="2459595" y="3860340"/>
                  </a:lnTo>
                  <a:lnTo>
                    <a:pt x="2460731" y="3860340"/>
                  </a:lnTo>
                  <a:lnTo>
                    <a:pt x="2461236" y="3860340"/>
                  </a:lnTo>
                  <a:lnTo>
                    <a:pt x="2462499" y="3855429"/>
                  </a:lnTo>
                  <a:lnTo>
                    <a:pt x="2462625" y="3855429"/>
                  </a:lnTo>
                  <a:lnTo>
                    <a:pt x="2463004" y="3850517"/>
                  </a:lnTo>
                  <a:lnTo>
                    <a:pt x="2463130" y="3850517"/>
                  </a:lnTo>
                  <a:lnTo>
                    <a:pt x="2464140" y="3850517"/>
                  </a:lnTo>
                  <a:lnTo>
                    <a:pt x="2465403" y="3845606"/>
                  </a:lnTo>
                  <a:lnTo>
                    <a:pt x="2465655" y="3845606"/>
                  </a:lnTo>
                  <a:lnTo>
                    <a:pt x="2466665" y="3845606"/>
                  </a:lnTo>
                  <a:lnTo>
                    <a:pt x="2467297" y="3845606"/>
                  </a:lnTo>
                  <a:lnTo>
                    <a:pt x="2467675" y="3845606"/>
                  </a:lnTo>
                  <a:lnTo>
                    <a:pt x="2468307" y="3845606"/>
                  </a:lnTo>
                  <a:lnTo>
                    <a:pt x="2468559" y="3840695"/>
                  </a:lnTo>
                  <a:lnTo>
                    <a:pt x="2469822" y="3840695"/>
                  </a:lnTo>
                  <a:lnTo>
                    <a:pt x="2470832" y="3840695"/>
                  </a:lnTo>
                  <a:lnTo>
                    <a:pt x="2471084" y="3840695"/>
                  </a:lnTo>
                  <a:lnTo>
                    <a:pt x="2471337" y="3840695"/>
                  </a:lnTo>
                  <a:lnTo>
                    <a:pt x="2472726" y="3835783"/>
                  </a:lnTo>
                  <a:lnTo>
                    <a:pt x="2474114" y="3835783"/>
                  </a:lnTo>
                  <a:lnTo>
                    <a:pt x="2474746" y="3835783"/>
                  </a:lnTo>
                  <a:lnTo>
                    <a:pt x="2475630" y="3835783"/>
                  </a:lnTo>
                  <a:lnTo>
                    <a:pt x="2476640" y="3835783"/>
                  </a:lnTo>
                  <a:lnTo>
                    <a:pt x="2477397" y="3835783"/>
                  </a:lnTo>
                  <a:lnTo>
                    <a:pt x="2477650" y="3835783"/>
                  </a:lnTo>
                  <a:lnTo>
                    <a:pt x="2477902" y="3835783"/>
                  </a:lnTo>
                  <a:lnTo>
                    <a:pt x="2479922" y="3835783"/>
                  </a:lnTo>
                  <a:lnTo>
                    <a:pt x="2480932" y="3830872"/>
                  </a:lnTo>
                  <a:lnTo>
                    <a:pt x="2483331" y="3830872"/>
                  </a:lnTo>
                  <a:lnTo>
                    <a:pt x="2484594" y="3825961"/>
                  </a:lnTo>
                  <a:lnTo>
                    <a:pt x="2485730" y="3821049"/>
                  </a:lnTo>
                  <a:lnTo>
                    <a:pt x="2486109" y="3821049"/>
                  </a:lnTo>
                  <a:lnTo>
                    <a:pt x="2486866" y="3821049"/>
                  </a:lnTo>
                  <a:lnTo>
                    <a:pt x="2487245" y="3821049"/>
                  </a:lnTo>
                  <a:lnTo>
                    <a:pt x="2489644" y="3821049"/>
                  </a:lnTo>
                  <a:lnTo>
                    <a:pt x="2490023" y="3821049"/>
                  </a:lnTo>
                  <a:lnTo>
                    <a:pt x="2490780" y="3821049"/>
                  </a:lnTo>
                  <a:lnTo>
                    <a:pt x="2491917" y="3821049"/>
                  </a:lnTo>
                  <a:lnTo>
                    <a:pt x="2492548" y="3821049"/>
                  </a:lnTo>
                  <a:lnTo>
                    <a:pt x="2493684" y="3816138"/>
                  </a:lnTo>
                  <a:lnTo>
                    <a:pt x="2494821" y="3816138"/>
                  </a:lnTo>
                  <a:lnTo>
                    <a:pt x="2495831" y="3816138"/>
                  </a:lnTo>
                  <a:lnTo>
                    <a:pt x="2496336" y="3816138"/>
                  </a:lnTo>
                  <a:lnTo>
                    <a:pt x="2496967" y="3816138"/>
                  </a:lnTo>
                  <a:lnTo>
                    <a:pt x="2497472" y="3816138"/>
                  </a:lnTo>
                  <a:lnTo>
                    <a:pt x="2498229" y="3816138"/>
                  </a:lnTo>
                  <a:lnTo>
                    <a:pt x="2498987" y="3816138"/>
                  </a:lnTo>
                  <a:lnTo>
                    <a:pt x="2501007" y="3816138"/>
                  </a:lnTo>
                  <a:lnTo>
                    <a:pt x="2501765" y="3811226"/>
                  </a:lnTo>
                  <a:lnTo>
                    <a:pt x="2501891" y="3811226"/>
                  </a:lnTo>
                  <a:lnTo>
                    <a:pt x="2502648" y="3811226"/>
                  </a:lnTo>
                  <a:lnTo>
                    <a:pt x="2503027" y="3811226"/>
                  </a:lnTo>
                  <a:lnTo>
                    <a:pt x="2503532" y="3811226"/>
                  </a:lnTo>
                  <a:lnTo>
                    <a:pt x="2506562" y="3811226"/>
                  </a:lnTo>
                  <a:lnTo>
                    <a:pt x="2506689" y="3811226"/>
                  </a:lnTo>
                  <a:lnTo>
                    <a:pt x="2507446" y="3811226"/>
                  </a:lnTo>
                  <a:lnTo>
                    <a:pt x="2508835" y="3811226"/>
                  </a:lnTo>
                  <a:lnTo>
                    <a:pt x="2508961" y="3811226"/>
                  </a:lnTo>
                  <a:lnTo>
                    <a:pt x="2509087" y="3806315"/>
                  </a:lnTo>
                  <a:lnTo>
                    <a:pt x="2512496" y="3806315"/>
                  </a:lnTo>
                  <a:lnTo>
                    <a:pt x="2513633" y="3806315"/>
                  </a:lnTo>
                  <a:lnTo>
                    <a:pt x="2513885" y="3806315"/>
                  </a:lnTo>
                  <a:lnTo>
                    <a:pt x="2514138" y="3806315"/>
                  </a:lnTo>
                  <a:lnTo>
                    <a:pt x="2515148" y="3806315"/>
                  </a:lnTo>
                  <a:lnTo>
                    <a:pt x="2515274" y="3806315"/>
                  </a:lnTo>
                  <a:lnTo>
                    <a:pt x="2517168" y="3801404"/>
                  </a:lnTo>
                  <a:lnTo>
                    <a:pt x="2517420" y="3801404"/>
                  </a:lnTo>
                  <a:lnTo>
                    <a:pt x="2518557" y="3796492"/>
                  </a:lnTo>
                  <a:lnTo>
                    <a:pt x="2519819" y="3796492"/>
                  </a:lnTo>
                  <a:lnTo>
                    <a:pt x="2520829" y="3796492"/>
                  </a:lnTo>
                  <a:lnTo>
                    <a:pt x="2521461" y="3796492"/>
                  </a:lnTo>
                  <a:lnTo>
                    <a:pt x="2521839" y="3796492"/>
                  </a:lnTo>
                  <a:lnTo>
                    <a:pt x="2522344" y="3796492"/>
                  </a:lnTo>
                  <a:lnTo>
                    <a:pt x="2522597" y="3796492"/>
                  </a:lnTo>
                  <a:lnTo>
                    <a:pt x="2522849" y="3796492"/>
                  </a:lnTo>
                  <a:lnTo>
                    <a:pt x="2524364" y="3791581"/>
                  </a:lnTo>
                  <a:lnTo>
                    <a:pt x="2526006" y="3791581"/>
                  </a:lnTo>
                  <a:lnTo>
                    <a:pt x="2526890" y="3791581"/>
                  </a:lnTo>
                  <a:lnTo>
                    <a:pt x="2527395" y="3791581"/>
                  </a:lnTo>
                  <a:lnTo>
                    <a:pt x="2528783" y="3786670"/>
                  </a:lnTo>
                  <a:lnTo>
                    <a:pt x="2529541" y="3781758"/>
                  </a:lnTo>
                  <a:lnTo>
                    <a:pt x="2530803" y="3781758"/>
                  </a:lnTo>
                  <a:lnTo>
                    <a:pt x="2531561" y="3781758"/>
                  </a:lnTo>
                  <a:lnTo>
                    <a:pt x="2531814" y="3781758"/>
                  </a:lnTo>
                  <a:lnTo>
                    <a:pt x="2531940" y="3781758"/>
                  </a:lnTo>
                  <a:lnTo>
                    <a:pt x="2533581" y="3781758"/>
                  </a:lnTo>
                  <a:lnTo>
                    <a:pt x="2534465" y="3781758"/>
                  </a:lnTo>
                  <a:lnTo>
                    <a:pt x="2535222" y="3781758"/>
                  </a:lnTo>
                  <a:lnTo>
                    <a:pt x="2535727" y="3781758"/>
                  </a:lnTo>
                  <a:lnTo>
                    <a:pt x="2538253" y="3781758"/>
                  </a:lnTo>
                  <a:lnTo>
                    <a:pt x="2538884" y="3781758"/>
                  </a:lnTo>
                  <a:lnTo>
                    <a:pt x="2541030" y="3781758"/>
                  </a:lnTo>
                  <a:lnTo>
                    <a:pt x="2541662" y="3781758"/>
                  </a:lnTo>
                  <a:lnTo>
                    <a:pt x="2542798" y="3781758"/>
                  </a:lnTo>
                  <a:lnTo>
                    <a:pt x="2546459" y="3781758"/>
                  </a:lnTo>
                  <a:lnTo>
                    <a:pt x="2547469" y="3781758"/>
                  </a:lnTo>
                  <a:lnTo>
                    <a:pt x="2547848" y="3781758"/>
                  </a:lnTo>
                  <a:lnTo>
                    <a:pt x="2549742" y="3781758"/>
                  </a:lnTo>
                  <a:lnTo>
                    <a:pt x="2550499" y="3776847"/>
                  </a:lnTo>
                  <a:lnTo>
                    <a:pt x="2550626" y="3776847"/>
                  </a:lnTo>
                  <a:lnTo>
                    <a:pt x="2551762" y="3776847"/>
                  </a:lnTo>
                  <a:lnTo>
                    <a:pt x="2553530" y="3776847"/>
                  </a:lnTo>
                  <a:lnTo>
                    <a:pt x="2554287" y="3776847"/>
                  </a:lnTo>
                  <a:lnTo>
                    <a:pt x="2554792" y="3776847"/>
                  </a:lnTo>
                  <a:lnTo>
                    <a:pt x="2555045" y="3776847"/>
                  </a:lnTo>
                  <a:lnTo>
                    <a:pt x="2555550" y="3776847"/>
                  </a:lnTo>
                  <a:lnTo>
                    <a:pt x="2556181" y="3776847"/>
                  </a:lnTo>
                  <a:lnTo>
                    <a:pt x="2556812" y="3771935"/>
                  </a:lnTo>
                  <a:lnTo>
                    <a:pt x="2558580" y="3771935"/>
                  </a:lnTo>
                  <a:lnTo>
                    <a:pt x="2558832" y="3771935"/>
                  </a:lnTo>
                  <a:lnTo>
                    <a:pt x="2559464" y="3771935"/>
                  </a:lnTo>
                  <a:lnTo>
                    <a:pt x="2561105" y="3771935"/>
                  </a:lnTo>
                  <a:lnTo>
                    <a:pt x="2561989" y="3771935"/>
                  </a:lnTo>
                  <a:lnTo>
                    <a:pt x="2562494" y="3771935"/>
                  </a:lnTo>
                  <a:lnTo>
                    <a:pt x="2563504" y="3767024"/>
                  </a:lnTo>
                  <a:lnTo>
                    <a:pt x="2563630" y="3767024"/>
                  </a:lnTo>
                  <a:lnTo>
                    <a:pt x="2564388" y="3767024"/>
                  </a:lnTo>
                  <a:lnTo>
                    <a:pt x="2565398" y="3767024"/>
                  </a:lnTo>
                  <a:lnTo>
                    <a:pt x="2568680" y="3752290"/>
                  </a:lnTo>
                  <a:lnTo>
                    <a:pt x="2569564" y="3747379"/>
                  </a:lnTo>
                  <a:lnTo>
                    <a:pt x="2569817" y="3747379"/>
                  </a:lnTo>
                  <a:lnTo>
                    <a:pt x="2570195" y="3747379"/>
                  </a:lnTo>
                  <a:lnTo>
                    <a:pt x="2571584" y="3747379"/>
                  </a:lnTo>
                  <a:lnTo>
                    <a:pt x="2572089" y="3747379"/>
                  </a:lnTo>
                  <a:lnTo>
                    <a:pt x="2572973" y="3747379"/>
                  </a:lnTo>
                  <a:lnTo>
                    <a:pt x="2573731" y="3747379"/>
                  </a:lnTo>
                  <a:lnTo>
                    <a:pt x="2573857" y="3747379"/>
                  </a:lnTo>
                  <a:lnTo>
                    <a:pt x="2574236" y="3742467"/>
                  </a:lnTo>
                  <a:lnTo>
                    <a:pt x="2575372" y="3742467"/>
                  </a:lnTo>
                  <a:lnTo>
                    <a:pt x="2577139" y="3742467"/>
                  </a:lnTo>
                  <a:lnTo>
                    <a:pt x="2577771" y="3742467"/>
                  </a:lnTo>
                  <a:lnTo>
                    <a:pt x="2579033" y="3742467"/>
                  </a:lnTo>
                  <a:lnTo>
                    <a:pt x="2579791" y="3742467"/>
                  </a:lnTo>
                  <a:lnTo>
                    <a:pt x="2580548" y="3742467"/>
                  </a:lnTo>
                  <a:lnTo>
                    <a:pt x="2581053" y="3742467"/>
                  </a:lnTo>
                  <a:lnTo>
                    <a:pt x="2582190" y="3742467"/>
                  </a:lnTo>
                  <a:lnTo>
                    <a:pt x="2583200" y="3742467"/>
                  </a:lnTo>
                  <a:lnTo>
                    <a:pt x="2584084" y="3742467"/>
                  </a:lnTo>
                  <a:lnTo>
                    <a:pt x="2584462" y="3742467"/>
                  </a:lnTo>
                  <a:lnTo>
                    <a:pt x="2584589" y="3742467"/>
                  </a:lnTo>
                  <a:lnTo>
                    <a:pt x="2585725" y="3742467"/>
                  </a:lnTo>
                  <a:lnTo>
                    <a:pt x="2586230" y="3742467"/>
                  </a:lnTo>
                  <a:lnTo>
                    <a:pt x="2586861" y="3742467"/>
                  </a:lnTo>
                  <a:lnTo>
                    <a:pt x="2587871" y="3742467"/>
                  </a:lnTo>
                  <a:lnTo>
                    <a:pt x="2588250" y="3742467"/>
                  </a:lnTo>
                  <a:lnTo>
                    <a:pt x="2589513" y="3742467"/>
                  </a:lnTo>
                  <a:lnTo>
                    <a:pt x="2593048" y="3737556"/>
                  </a:lnTo>
                  <a:lnTo>
                    <a:pt x="2593679" y="3737556"/>
                  </a:lnTo>
                  <a:lnTo>
                    <a:pt x="2593932" y="3732644"/>
                  </a:lnTo>
                  <a:lnTo>
                    <a:pt x="2594437" y="3732644"/>
                  </a:lnTo>
                  <a:lnTo>
                    <a:pt x="2595068" y="3732644"/>
                  </a:lnTo>
                  <a:lnTo>
                    <a:pt x="2595320" y="3732644"/>
                  </a:lnTo>
                  <a:lnTo>
                    <a:pt x="2595699" y="3727733"/>
                  </a:lnTo>
                  <a:lnTo>
                    <a:pt x="2598603" y="3727733"/>
                  </a:lnTo>
                  <a:lnTo>
                    <a:pt x="2599487" y="3727733"/>
                  </a:lnTo>
                  <a:lnTo>
                    <a:pt x="2600371" y="3727733"/>
                  </a:lnTo>
                  <a:lnTo>
                    <a:pt x="2600497" y="3727733"/>
                  </a:lnTo>
                  <a:lnTo>
                    <a:pt x="2601381" y="3727733"/>
                  </a:lnTo>
                  <a:lnTo>
                    <a:pt x="2602012" y="3727733"/>
                  </a:lnTo>
                  <a:lnTo>
                    <a:pt x="2602517" y="3727733"/>
                  </a:lnTo>
                  <a:lnTo>
                    <a:pt x="2604158" y="3722822"/>
                  </a:lnTo>
                  <a:lnTo>
                    <a:pt x="2605673" y="3722822"/>
                  </a:lnTo>
                  <a:lnTo>
                    <a:pt x="2608198" y="3717910"/>
                  </a:lnTo>
                  <a:lnTo>
                    <a:pt x="2608451" y="3717910"/>
                  </a:lnTo>
                  <a:lnTo>
                    <a:pt x="2608577" y="3717910"/>
                  </a:lnTo>
                  <a:lnTo>
                    <a:pt x="2610345" y="3717910"/>
                  </a:lnTo>
                  <a:lnTo>
                    <a:pt x="2611355" y="3717910"/>
                  </a:lnTo>
                  <a:lnTo>
                    <a:pt x="2612112" y="3717910"/>
                  </a:lnTo>
                  <a:lnTo>
                    <a:pt x="2612365" y="3717910"/>
                  </a:lnTo>
                  <a:lnTo>
                    <a:pt x="2612491" y="3717910"/>
                  </a:lnTo>
                  <a:lnTo>
                    <a:pt x="2612744" y="3712999"/>
                  </a:lnTo>
                  <a:lnTo>
                    <a:pt x="2613880" y="3712999"/>
                  </a:lnTo>
                  <a:lnTo>
                    <a:pt x="2614133" y="3712999"/>
                  </a:lnTo>
                  <a:lnTo>
                    <a:pt x="2614890" y="3712999"/>
                  </a:lnTo>
                  <a:lnTo>
                    <a:pt x="2615774" y="3712999"/>
                  </a:lnTo>
                  <a:lnTo>
                    <a:pt x="2616658" y="3712999"/>
                  </a:lnTo>
                  <a:lnTo>
                    <a:pt x="2619057" y="3708088"/>
                  </a:lnTo>
                  <a:lnTo>
                    <a:pt x="2619435" y="3708088"/>
                  </a:lnTo>
                  <a:lnTo>
                    <a:pt x="2620067" y="3708088"/>
                  </a:lnTo>
                  <a:lnTo>
                    <a:pt x="2621708" y="3703176"/>
                  </a:lnTo>
                  <a:lnTo>
                    <a:pt x="2621834" y="3703176"/>
                  </a:lnTo>
                  <a:lnTo>
                    <a:pt x="2622844" y="3703176"/>
                  </a:lnTo>
                  <a:lnTo>
                    <a:pt x="2623097" y="3703176"/>
                  </a:lnTo>
                  <a:lnTo>
                    <a:pt x="2625369" y="3698265"/>
                  </a:lnTo>
                  <a:lnTo>
                    <a:pt x="2625748" y="3698265"/>
                  </a:lnTo>
                  <a:lnTo>
                    <a:pt x="2626001" y="3698265"/>
                  </a:lnTo>
                  <a:lnTo>
                    <a:pt x="2627768" y="3698265"/>
                  </a:lnTo>
                  <a:lnTo>
                    <a:pt x="2628147" y="3698265"/>
                  </a:lnTo>
                  <a:lnTo>
                    <a:pt x="2629283" y="3698265"/>
                  </a:lnTo>
                  <a:lnTo>
                    <a:pt x="2630798" y="3698265"/>
                  </a:lnTo>
                  <a:lnTo>
                    <a:pt x="2632313" y="3693353"/>
                  </a:lnTo>
                  <a:lnTo>
                    <a:pt x="2634965" y="3688442"/>
                  </a:lnTo>
                  <a:lnTo>
                    <a:pt x="2636480" y="3688442"/>
                  </a:lnTo>
                  <a:lnTo>
                    <a:pt x="2637111" y="3688442"/>
                  </a:lnTo>
                  <a:lnTo>
                    <a:pt x="2637237" y="3688442"/>
                  </a:lnTo>
                  <a:lnTo>
                    <a:pt x="2638626" y="3683531"/>
                  </a:lnTo>
                  <a:lnTo>
                    <a:pt x="2639384" y="3683531"/>
                  </a:lnTo>
                  <a:lnTo>
                    <a:pt x="2640015" y="3683531"/>
                  </a:lnTo>
                  <a:lnTo>
                    <a:pt x="2640646" y="3683531"/>
                  </a:lnTo>
                  <a:lnTo>
                    <a:pt x="2641530" y="3683531"/>
                  </a:lnTo>
                  <a:lnTo>
                    <a:pt x="2642288" y="3683531"/>
                  </a:lnTo>
                  <a:lnTo>
                    <a:pt x="2643424" y="3678619"/>
                  </a:lnTo>
                  <a:lnTo>
                    <a:pt x="2644308" y="3678619"/>
                  </a:lnTo>
                  <a:lnTo>
                    <a:pt x="2644939" y="3678619"/>
                  </a:lnTo>
                  <a:lnTo>
                    <a:pt x="2646833" y="3678619"/>
                  </a:lnTo>
                  <a:lnTo>
                    <a:pt x="2647212" y="3673708"/>
                  </a:lnTo>
                  <a:lnTo>
                    <a:pt x="2647717" y="3673708"/>
                  </a:lnTo>
                  <a:lnTo>
                    <a:pt x="2648727" y="3673708"/>
                  </a:lnTo>
                  <a:lnTo>
                    <a:pt x="2649358" y="3673708"/>
                  </a:lnTo>
                  <a:lnTo>
                    <a:pt x="2650368" y="3673708"/>
                  </a:lnTo>
                  <a:lnTo>
                    <a:pt x="2650747" y="3673708"/>
                  </a:lnTo>
                  <a:lnTo>
                    <a:pt x="2652009" y="3673708"/>
                  </a:lnTo>
                  <a:lnTo>
                    <a:pt x="2652262" y="3673708"/>
                  </a:lnTo>
                  <a:lnTo>
                    <a:pt x="2653146" y="3673708"/>
                  </a:lnTo>
                  <a:lnTo>
                    <a:pt x="2653903" y="3673708"/>
                  </a:lnTo>
                  <a:lnTo>
                    <a:pt x="2654282" y="3673708"/>
                  </a:lnTo>
                  <a:lnTo>
                    <a:pt x="2655418" y="3673708"/>
                  </a:lnTo>
                  <a:lnTo>
                    <a:pt x="2657186" y="3668797"/>
                  </a:lnTo>
                  <a:lnTo>
                    <a:pt x="2657565" y="3668797"/>
                  </a:lnTo>
                  <a:lnTo>
                    <a:pt x="2657943" y="3668797"/>
                  </a:lnTo>
                  <a:lnTo>
                    <a:pt x="2658196" y="3663885"/>
                  </a:lnTo>
                  <a:lnTo>
                    <a:pt x="2659837" y="3658974"/>
                  </a:lnTo>
                  <a:lnTo>
                    <a:pt x="2660974" y="3658974"/>
                  </a:lnTo>
                  <a:lnTo>
                    <a:pt x="2661100" y="3658974"/>
                  </a:lnTo>
                  <a:lnTo>
                    <a:pt x="2662362" y="3658974"/>
                  </a:lnTo>
                  <a:lnTo>
                    <a:pt x="2662994" y="3649151"/>
                  </a:lnTo>
                  <a:lnTo>
                    <a:pt x="2663625" y="3649151"/>
                  </a:lnTo>
                  <a:lnTo>
                    <a:pt x="2663751" y="3649151"/>
                  </a:lnTo>
                  <a:lnTo>
                    <a:pt x="2663751" y="3644240"/>
                  </a:lnTo>
                  <a:lnTo>
                    <a:pt x="2665266" y="3644240"/>
                  </a:lnTo>
                  <a:lnTo>
                    <a:pt x="2666781" y="3644240"/>
                  </a:lnTo>
                  <a:lnTo>
                    <a:pt x="2668044" y="3644240"/>
                  </a:lnTo>
                  <a:lnTo>
                    <a:pt x="2668296" y="3644240"/>
                  </a:lnTo>
                  <a:lnTo>
                    <a:pt x="2669433" y="3644240"/>
                  </a:lnTo>
                  <a:lnTo>
                    <a:pt x="2669685" y="3644240"/>
                  </a:lnTo>
                  <a:lnTo>
                    <a:pt x="2673852" y="3639328"/>
                  </a:lnTo>
                  <a:lnTo>
                    <a:pt x="2674357" y="3639328"/>
                  </a:lnTo>
                  <a:lnTo>
                    <a:pt x="2675114" y="3639328"/>
                  </a:lnTo>
                  <a:lnTo>
                    <a:pt x="2675998" y="3639328"/>
                  </a:lnTo>
                  <a:lnTo>
                    <a:pt x="2676882" y="3639328"/>
                  </a:lnTo>
                  <a:lnTo>
                    <a:pt x="2679281" y="3639328"/>
                  </a:lnTo>
                  <a:lnTo>
                    <a:pt x="2679912" y="3639328"/>
                  </a:lnTo>
                  <a:lnTo>
                    <a:pt x="2680164" y="3639328"/>
                  </a:lnTo>
                  <a:lnTo>
                    <a:pt x="2680796" y="3639328"/>
                  </a:lnTo>
                  <a:lnTo>
                    <a:pt x="2680922" y="3639328"/>
                  </a:lnTo>
                  <a:lnTo>
                    <a:pt x="2682058" y="3634417"/>
                  </a:lnTo>
                  <a:lnTo>
                    <a:pt x="2684457" y="3634417"/>
                  </a:lnTo>
                  <a:lnTo>
                    <a:pt x="2685972" y="3634417"/>
                  </a:lnTo>
                  <a:lnTo>
                    <a:pt x="2687992" y="3634417"/>
                  </a:lnTo>
                  <a:lnTo>
                    <a:pt x="2688876" y="3634417"/>
                  </a:lnTo>
                  <a:lnTo>
                    <a:pt x="2689634" y="3634417"/>
                  </a:lnTo>
                  <a:lnTo>
                    <a:pt x="2690896" y="3629506"/>
                  </a:lnTo>
                  <a:lnTo>
                    <a:pt x="2691149" y="3629506"/>
                  </a:lnTo>
                  <a:lnTo>
                    <a:pt x="2692159" y="3629506"/>
                  </a:lnTo>
                  <a:lnTo>
                    <a:pt x="2692285" y="3629506"/>
                  </a:lnTo>
                  <a:lnTo>
                    <a:pt x="2695820" y="3629506"/>
                  </a:lnTo>
                  <a:lnTo>
                    <a:pt x="2696452" y="3624594"/>
                  </a:lnTo>
                  <a:lnTo>
                    <a:pt x="2696704" y="3624594"/>
                  </a:lnTo>
                  <a:lnTo>
                    <a:pt x="2696957" y="3624594"/>
                  </a:lnTo>
                  <a:lnTo>
                    <a:pt x="2697209" y="3624594"/>
                  </a:lnTo>
                  <a:lnTo>
                    <a:pt x="2697840" y="3624594"/>
                  </a:lnTo>
                  <a:lnTo>
                    <a:pt x="2698093" y="3624594"/>
                  </a:lnTo>
                  <a:lnTo>
                    <a:pt x="2698598" y="3624594"/>
                  </a:lnTo>
                  <a:lnTo>
                    <a:pt x="2699229" y="3624594"/>
                  </a:lnTo>
                  <a:lnTo>
                    <a:pt x="2700618" y="3619683"/>
                  </a:lnTo>
                  <a:lnTo>
                    <a:pt x="2702133" y="3609860"/>
                  </a:lnTo>
                  <a:lnTo>
                    <a:pt x="2705289" y="3609860"/>
                  </a:lnTo>
                  <a:lnTo>
                    <a:pt x="2705542" y="3609860"/>
                  </a:lnTo>
                  <a:lnTo>
                    <a:pt x="2706173" y="3609860"/>
                  </a:lnTo>
                  <a:lnTo>
                    <a:pt x="2707057" y="3609860"/>
                  </a:lnTo>
                  <a:lnTo>
                    <a:pt x="2707815" y="3609860"/>
                  </a:lnTo>
                  <a:lnTo>
                    <a:pt x="2708698" y="3609860"/>
                  </a:lnTo>
                  <a:lnTo>
                    <a:pt x="2711223" y="3609860"/>
                  </a:lnTo>
                  <a:lnTo>
                    <a:pt x="2712107" y="3604949"/>
                  </a:lnTo>
                  <a:lnTo>
                    <a:pt x="2712486" y="3604949"/>
                  </a:lnTo>
                  <a:lnTo>
                    <a:pt x="2713622" y="3604949"/>
                  </a:lnTo>
                  <a:lnTo>
                    <a:pt x="2713749" y="3604949"/>
                  </a:lnTo>
                  <a:lnTo>
                    <a:pt x="2714759" y="3604949"/>
                  </a:lnTo>
                  <a:lnTo>
                    <a:pt x="2716779" y="3604949"/>
                  </a:lnTo>
                  <a:lnTo>
                    <a:pt x="2717410" y="3600037"/>
                  </a:lnTo>
                  <a:lnTo>
                    <a:pt x="2718420" y="3600037"/>
                  </a:lnTo>
                  <a:lnTo>
                    <a:pt x="2720945" y="3600037"/>
                  </a:lnTo>
                  <a:lnTo>
                    <a:pt x="2721071" y="3600037"/>
                  </a:lnTo>
                  <a:lnTo>
                    <a:pt x="2722334" y="3600037"/>
                  </a:lnTo>
                  <a:lnTo>
                    <a:pt x="2723344" y="3590215"/>
                  </a:lnTo>
                  <a:lnTo>
                    <a:pt x="2726627" y="3590215"/>
                  </a:lnTo>
                  <a:lnTo>
                    <a:pt x="2727763" y="3590215"/>
                  </a:lnTo>
                  <a:lnTo>
                    <a:pt x="2728899" y="3590215"/>
                  </a:lnTo>
                  <a:lnTo>
                    <a:pt x="2729531" y="3590215"/>
                  </a:lnTo>
                  <a:lnTo>
                    <a:pt x="2730162" y="3590215"/>
                  </a:lnTo>
                  <a:lnTo>
                    <a:pt x="2732056" y="3590215"/>
                  </a:lnTo>
                  <a:lnTo>
                    <a:pt x="2732182" y="3590215"/>
                  </a:lnTo>
                  <a:lnTo>
                    <a:pt x="2734202" y="3590215"/>
                  </a:lnTo>
                  <a:lnTo>
                    <a:pt x="2737611" y="3590215"/>
                  </a:lnTo>
                  <a:lnTo>
                    <a:pt x="2738495" y="3590215"/>
                  </a:lnTo>
                  <a:lnTo>
                    <a:pt x="2739000" y="3590215"/>
                  </a:lnTo>
                  <a:lnTo>
                    <a:pt x="2740010" y="3590215"/>
                  </a:lnTo>
                  <a:lnTo>
                    <a:pt x="2740262" y="3590215"/>
                  </a:lnTo>
                  <a:lnTo>
                    <a:pt x="2740894" y="3590215"/>
                  </a:lnTo>
                  <a:lnTo>
                    <a:pt x="2741399" y="3590215"/>
                  </a:lnTo>
                  <a:lnTo>
                    <a:pt x="2742535" y="3585303"/>
                  </a:lnTo>
                  <a:lnTo>
                    <a:pt x="2743419" y="3585303"/>
                  </a:lnTo>
                  <a:lnTo>
                    <a:pt x="2743671" y="3585303"/>
                  </a:lnTo>
                  <a:lnTo>
                    <a:pt x="2745186" y="3585303"/>
                  </a:lnTo>
                  <a:lnTo>
                    <a:pt x="2746070" y="3585303"/>
                  </a:lnTo>
                  <a:lnTo>
                    <a:pt x="2746323" y="3580392"/>
                  </a:lnTo>
                  <a:lnTo>
                    <a:pt x="2746575" y="3580392"/>
                  </a:lnTo>
                  <a:lnTo>
                    <a:pt x="2747080" y="3580392"/>
                  </a:lnTo>
                  <a:lnTo>
                    <a:pt x="2748343" y="3580392"/>
                  </a:lnTo>
                  <a:lnTo>
                    <a:pt x="2750110" y="3580392"/>
                  </a:lnTo>
                  <a:lnTo>
                    <a:pt x="2751499" y="3580392"/>
                  </a:lnTo>
                  <a:lnTo>
                    <a:pt x="2751625" y="3580392"/>
                  </a:lnTo>
                  <a:lnTo>
                    <a:pt x="2752004" y="3580392"/>
                  </a:lnTo>
                  <a:lnTo>
                    <a:pt x="2757307" y="3575480"/>
                  </a:lnTo>
                  <a:lnTo>
                    <a:pt x="2758065" y="3575480"/>
                  </a:lnTo>
                  <a:lnTo>
                    <a:pt x="2759706" y="3575480"/>
                  </a:lnTo>
                  <a:lnTo>
                    <a:pt x="2760590" y="3575480"/>
                  </a:lnTo>
                  <a:lnTo>
                    <a:pt x="2760968" y="3575480"/>
                  </a:lnTo>
                  <a:lnTo>
                    <a:pt x="2761347" y="3575480"/>
                  </a:lnTo>
                  <a:lnTo>
                    <a:pt x="2761852" y="3575480"/>
                  </a:lnTo>
                  <a:lnTo>
                    <a:pt x="2762231" y="3575480"/>
                  </a:lnTo>
                  <a:lnTo>
                    <a:pt x="2763367" y="3575480"/>
                  </a:lnTo>
                  <a:lnTo>
                    <a:pt x="2763746" y="3575480"/>
                  </a:lnTo>
                  <a:lnTo>
                    <a:pt x="2765514" y="3575480"/>
                  </a:lnTo>
                  <a:lnTo>
                    <a:pt x="2765640" y="3575480"/>
                  </a:lnTo>
                  <a:lnTo>
                    <a:pt x="2765766" y="3575480"/>
                  </a:lnTo>
                  <a:lnTo>
                    <a:pt x="2767912" y="3575480"/>
                  </a:lnTo>
                  <a:lnTo>
                    <a:pt x="2769806" y="3575480"/>
                  </a:lnTo>
                  <a:lnTo>
                    <a:pt x="2771069" y="3575480"/>
                  </a:lnTo>
                  <a:lnTo>
                    <a:pt x="2771826" y="3575480"/>
                  </a:lnTo>
                  <a:lnTo>
                    <a:pt x="2772836" y="3570569"/>
                  </a:lnTo>
                  <a:lnTo>
                    <a:pt x="2773342" y="3570569"/>
                  </a:lnTo>
                  <a:lnTo>
                    <a:pt x="2773847" y="3570569"/>
                  </a:lnTo>
                  <a:lnTo>
                    <a:pt x="2776624" y="3570569"/>
                  </a:lnTo>
                  <a:lnTo>
                    <a:pt x="2777382" y="3570569"/>
                  </a:lnTo>
                  <a:lnTo>
                    <a:pt x="2778139" y="3570569"/>
                  </a:lnTo>
                  <a:lnTo>
                    <a:pt x="2778644" y="3570569"/>
                  </a:lnTo>
                  <a:lnTo>
                    <a:pt x="2779149" y="3570569"/>
                  </a:lnTo>
                  <a:lnTo>
                    <a:pt x="2779402" y="3570569"/>
                  </a:lnTo>
                  <a:lnTo>
                    <a:pt x="2781548" y="3565658"/>
                  </a:lnTo>
                  <a:lnTo>
                    <a:pt x="2783063" y="3565658"/>
                  </a:lnTo>
                  <a:lnTo>
                    <a:pt x="2784200" y="3565658"/>
                  </a:lnTo>
                  <a:lnTo>
                    <a:pt x="2786598" y="3565658"/>
                  </a:lnTo>
                  <a:lnTo>
                    <a:pt x="2788240" y="3560746"/>
                  </a:lnTo>
                  <a:lnTo>
                    <a:pt x="2788745" y="3560746"/>
                  </a:lnTo>
                  <a:lnTo>
                    <a:pt x="2789376" y="3560746"/>
                  </a:lnTo>
                  <a:lnTo>
                    <a:pt x="2790134" y="3560746"/>
                  </a:lnTo>
                  <a:lnTo>
                    <a:pt x="2790386" y="3560746"/>
                  </a:lnTo>
                  <a:lnTo>
                    <a:pt x="2791017" y="3560746"/>
                  </a:lnTo>
                  <a:lnTo>
                    <a:pt x="2792406" y="3560746"/>
                  </a:lnTo>
                  <a:lnTo>
                    <a:pt x="2793669" y="3560746"/>
                  </a:lnTo>
                  <a:lnTo>
                    <a:pt x="2794048" y="3560746"/>
                  </a:lnTo>
                  <a:lnTo>
                    <a:pt x="2797583" y="3560746"/>
                  </a:lnTo>
                  <a:lnTo>
                    <a:pt x="2797709" y="3560746"/>
                  </a:lnTo>
                  <a:lnTo>
                    <a:pt x="2799350" y="3560746"/>
                  </a:lnTo>
                  <a:lnTo>
                    <a:pt x="2800108" y="3555835"/>
                  </a:lnTo>
                  <a:lnTo>
                    <a:pt x="2801623" y="3555835"/>
                  </a:lnTo>
                  <a:lnTo>
                    <a:pt x="2803012" y="3555835"/>
                  </a:lnTo>
                  <a:lnTo>
                    <a:pt x="2804527" y="3555835"/>
                  </a:lnTo>
                  <a:lnTo>
                    <a:pt x="2805789" y="3555835"/>
                  </a:lnTo>
                  <a:lnTo>
                    <a:pt x="2806168" y="3555835"/>
                  </a:lnTo>
                  <a:lnTo>
                    <a:pt x="2807052" y="3555835"/>
                  </a:lnTo>
                  <a:lnTo>
                    <a:pt x="2807178" y="3555835"/>
                  </a:lnTo>
                  <a:lnTo>
                    <a:pt x="2807557" y="3555835"/>
                  </a:lnTo>
                  <a:lnTo>
                    <a:pt x="2808819" y="3555835"/>
                  </a:lnTo>
                  <a:lnTo>
                    <a:pt x="2809072" y="3555835"/>
                  </a:lnTo>
                  <a:lnTo>
                    <a:pt x="2810082" y="3550924"/>
                  </a:lnTo>
                  <a:lnTo>
                    <a:pt x="2811092" y="3550924"/>
                  </a:lnTo>
                  <a:lnTo>
                    <a:pt x="2813617" y="3546012"/>
                  </a:lnTo>
                  <a:lnTo>
                    <a:pt x="2814375" y="3546012"/>
                  </a:lnTo>
                  <a:lnTo>
                    <a:pt x="2816142" y="3546012"/>
                  </a:lnTo>
                  <a:lnTo>
                    <a:pt x="2816900" y="3546012"/>
                  </a:lnTo>
                  <a:lnTo>
                    <a:pt x="2818162" y="3536189"/>
                  </a:lnTo>
                  <a:lnTo>
                    <a:pt x="2818794" y="3536189"/>
                  </a:lnTo>
                  <a:lnTo>
                    <a:pt x="2819425" y="3536189"/>
                  </a:lnTo>
                  <a:lnTo>
                    <a:pt x="2820435" y="3531278"/>
                  </a:lnTo>
                  <a:lnTo>
                    <a:pt x="2820940" y="3531278"/>
                  </a:lnTo>
                  <a:lnTo>
                    <a:pt x="2821445" y="3531278"/>
                  </a:lnTo>
                  <a:lnTo>
                    <a:pt x="2823213" y="3526367"/>
                  </a:lnTo>
                  <a:lnTo>
                    <a:pt x="2825233" y="3521455"/>
                  </a:lnTo>
                  <a:lnTo>
                    <a:pt x="2826495" y="3521455"/>
                  </a:lnTo>
                  <a:lnTo>
                    <a:pt x="2828642" y="3521455"/>
                  </a:lnTo>
                  <a:lnTo>
                    <a:pt x="2829778" y="3521455"/>
                  </a:lnTo>
                  <a:lnTo>
                    <a:pt x="2830031" y="3521455"/>
                  </a:lnTo>
                  <a:lnTo>
                    <a:pt x="2830662" y="3516544"/>
                  </a:lnTo>
                  <a:lnTo>
                    <a:pt x="2832051" y="3511633"/>
                  </a:lnTo>
                  <a:lnTo>
                    <a:pt x="2833313" y="3511633"/>
                  </a:lnTo>
                  <a:lnTo>
                    <a:pt x="2835965" y="3511633"/>
                  </a:lnTo>
                  <a:lnTo>
                    <a:pt x="2836343" y="3506721"/>
                  </a:lnTo>
                  <a:lnTo>
                    <a:pt x="2837480" y="3501810"/>
                  </a:lnTo>
                  <a:lnTo>
                    <a:pt x="2839121" y="3501810"/>
                  </a:lnTo>
                  <a:lnTo>
                    <a:pt x="2839500" y="3501810"/>
                  </a:lnTo>
                  <a:lnTo>
                    <a:pt x="2840131" y="3501810"/>
                  </a:lnTo>
                  <a:lnTo>
                    <a:pt x="2840762" y="3496898"/>
                  </a:lnTo>
                  <a:lnTo>
                    <a:pt x="2841394" y="3496898"/>
                  </a:lnTo>
                  <a:lnTo>
                    <a:pt x="2842782" y="3496898"/>
                  </a:lnTo>
                  <a:lnTo>
                    <a:pt x="2844297" y="3496898"/>
                  </a:lnTo>
                  <a:lnTo>
                    <a:pt x="2846318" y="3496898"/>
                  </a:lnTo>
                  <a:lnTo>
                    <a:pt x="2847201" y="3496898"/>
                  </a:lnTo>
                  <a:lnTo>
                    <a:pt x="2847454" y="3491987"/>
                  </a:lnTo>
                  <a:lnTo>
                    <a:pt x="2848464" y="3491987"/>
                  </a:lnTo>
                  <a:lnTo>
                    <a:pt x="2850105" y="3491987"/>
                  </a:lnTo>
                  <a:lnTo>
                    <a:pt x="2850989" y="3491987"/>
                  </a:lnTo>
                  <a:lnTo>
                    <a:pt x="2851115" y="3491987"/>
                  </a:lnTo>
                  <a:lnTo>
                    <a:pt x="2852378" y="3491987"/>
                  </a:lnTo>
                  <a:lnTo>
                    <a:pt x="2853893" y="3491987"/>
                  </a:lnTo>
                  <a:lnTo>
                    <a:pt x="2854398" y="3491987"/>
                  </a:lnTo>
                  <a:lnTo>
                    <a:pt x="2855787" y="3487076"/>
                  </a:lnTo>
                  <a:lnTo>
                    <a:pt x="2858564" y="3482164"/>
                  </a:lnTo>
                  <a:lnTo>
                    <a:pt x="2859322" y="3477253"/>
                  </a:lnTo>
                  <a:lnTo>
                    <a:pt x="2859448" y="3477253"/>
                  </a:lnTo>
                  <a:lnTo>
                    <a:pt x="2860711" y="3472342"/>
                  </a:lnTo>
                  <a:lnTo>
                    <a:pt x="2861216" y="3472342"/>
                  </a:lnTo>
                  <a:lnTo>
                    <a:pt x="2862478" y="3472342"/>
                  </a:lnTo>
                  <a:lnTo>
                    <a:pt x="2865761" y="3467430"/>
                  </a:lnTo>
                  <a:lnTo>
                    <a:pt x="2866771" y="3467430"/>
                  </a:lnTo>
                  <a:lnTo>
                    <a:pt x="2867150" y="3462519"/>
                  </a:lnTo>
                  <a:lnTo>
                    <a:pt x="2867402" y="3462519"/>
                  </a:lnTo>
                  <a:lnTo>
                    <a:pt x="2867529" y="3462519"/>
                  </a:lnTo>
                  <a:lnTo>
                    <a:pt x="2867655" y="3462519"/>
                  </a:lnTo>
                  <a:lnTo>
                    <a:pt x="2868412" y="3462519"/>
                  </a:lnTo>
                  <a:lnTo>
                    <a:pt x="2872326" y="3462519"/>
                  </a:lnTo>
                  <a:lnTo>
                    <a:pt x="2872579" y="3462519"/>
                  </a:lnTo>
                  <a:lnTo>
                    <a:pt x="2873463" y="3462519"/>
                  </a:lnTo>
                  <a:lnTo>
                    <a:pt x="2875735" y="3462519"/>
                  </a:lnTo>
                  <a:lnTo>
                    <a:pt x="2877755" y="3462519"/>
                  </a:lnTo>
                  <a:lnTo>
                    <a:pt x="2879144" y="3457607"/>
                  </a:lnTo>
                  <a:lnTo>
                    <a:pt x="2880154" y="3457607"/>
                  </a:lnTo>
                  <a:lnTo>
                    <a:pt x="2880407" y="3457607"/>
                  </a:lnTo>
                  <a:lnTo>
                    <a:pt x="2882048" y="3457607"/>
                  </a:lnTo>
                  <a:lnTo>
                    <a:pt x="2886214" y="3452696"/>
                  </a:lnTo>
                  <a:lnTo>
                    <a:pt x="2887098" y="3447785"/>
                  </a:lnTo>
                  <a:lnTo>
                    <a:pt x="2887477" y="3447785"/>
                  </a:lnTo>
                  <a:lnTo>
                    <a:pt x="2888108" y="3447785"/>
                  </a:lnTo>
                  <a:lnTo>
                    <a:pt x="2888487" y="3447785"/>
                  </a:lnTo>
                  <a:lnTo>
                    <a:pt x="2888613" y="3447785"/>
                  </a:lnTo>
                  <a:lnTo>
                    <a:pt x="2889118" y="3442873"/>
                  </a:lnTo>
                  <a:lnTo>
                    <a:pt x="2889750" y="3442873"/>
                  </a:lnTo>
                  <a:lnTo>
                    <a:pt x="2892022" y="3442873"/>
                  </a:lnTo>
                  <a:lnTo>
                    <a:pt x="2894800" y="3437962"/>
                  </a:lnTo>
                  <a:lnTo>
                    <a:pt x="2895684" y="3437962"/>
                  </a:lnTo>
                  <a:lnTo>
                    <a:pt x="2896567" y="3433051"/>
                  </a:lnTo>
                  <a:lnTo>
                    <a:pt x="2897830" y="3433051"/>
                  </a:lnTo>
                  <a:lnTo>
                    <a:pt x="2898209" y="3433051"/>
                  </a:lnTo>
                  <a:lnTo>
                    <a:pt x="2898966" y="3433051"/>
                  </a:lnTo>
                  <a:lnTo>
                    <a:pt x="2899598" y="3433051"/>
                  </a:lnTo>
                  <a:lnTo>
                    <a:pt x="2900355" y="3433051"/>
                  </a:lnTo>
                  <a:lnTo>
                    <a:pt x="2901744" y="3433051"/>
                  </a:lnTo>
                  <a:lnTo>
                    <a:pt x="2903259" y="3433051"/>
                  </a:lnTo>
                  <a:lnTo>
                    <a:pt x="2903764" y="3433051"/>
                  </a:lnTo>
                  <a:lnTo>
                    <a:pt x="2904774" y="3433051"/>
                  </a:lnTo>
                  <a:lnTo>
                    <a:pt x="2906163" y="3433051"/>
                  </a:lnTo>
                  <a:lnTo>
                    <a:pt x="2907173" y="3433051"/>
                  </a:lnTo>
                  <a:lnTo>
                    <a:pt x="2909193" y="3428139"/>
                  </a:lnTo>
                  <a:lnTo>
                    <a:pt x="2910203" y="3423228"/>
                  </a:lnTo>
                  <a:lnTo>
                    <a:pt x="2911971" y="3418316"/>
                  </a:lnTo>
                  <a:lnTo>
                    <a:pt x="2912476" y="3413405"/>
                  </a:lnTo>
                  <a:lnTo>
                    <a:pt x="2912981" y="3413405"/>
                  </a:lnTo>
                  <a:lnTo>
                    <a:pt x="2913360" y="3413405"/>
                  </a:lnTo>
                  <a:lnTo>
                    <a:pt x="2913612" y="3413405"/>
                  </a:lnTo>
                  <a:lnTo>
                    <a:pt x="2915632" y="3413405"/>
                  </a:lnTo>
                  <a:lnTo>
                    <a:pt x="2916137" y="3413405"/>
                  </a:lnTo>
                  <a:lnTo>
                    <a:pt x="2917400" y="3413405"/>
                  </a:lnTo>
                  <a:lnTo>
                    <a:pt x="2919167" y="3413405"/>
                  </a:lnTo>
                  <a:lnTo>
                    <a:pt x="2919420" y="3413405"/>
                  </a:lnTo>
                  <a:lnTo>
                    <a:pt x="2920430" y="3413405"/>
                  </a:lnTo>
                  <a:lnTo>
                    <a:pt x="2922197" y="3413405"/>
                  </a:lnTo>
                  <a:lnTo>
                    <a:pt x="2922324" y="3413405"/>
                  </a:lnTo>
                  <a:lnTo>
                    <a:pt x="2923081" y="3413405"/>
                  </a:lnTo>
                  <a:lnTo>
                    <a:pt x="2924470" y="3413405"/>
                  </a:lnTo>
                  <a:lnTo>
                    <a:pt x="2924849" y="3413405"/>
                  </a:lnTo>
                  <a:lnTo>
                    <a:pt x="2925985" y="3403582"/>
                  </a:lnTo>
                  <a:lnTo>
                    <a:pt x="2926490" y="3403582"/>
                  </a:lnTo>
                  <a:lnTo>
                    <a:pt x="2927500" y="3403582"/>
                  </a:lnTo>
                  <a:lnTo>
                    <a:pt x="2927753" y="3403582"/>
                  </a:lnTo>
                  <a:lnTo>
                    <a:pt x="2929394" y="3403582"/>
                  </a:lnTo>
                  <a:lnTo>
                    <a:pt x="2931540" y="3403582"/>
                  </a:lnTo>
                  <a:lnTo>
                    <a:pt x="2932803" y="3403582"/>
                  </a:lnTo>
                  <a:lnTo>
                    <a:pt x="2933687" y="3403582"/>
                  </a:lnTo>
                  <a:lnTo>
                    <a:pt x="2933939" y="3403582"/>
                  </a:lnTo>
                  <a:lnTo>
                    <a:pt x="2937096" y="3398671"/>
                  </a:lnTo>
                  <a:lnTo>
                    <a:pt x="2938358" y="3393760"/>
                  </a:lnTo>
                  <a:lnTo>
                    <a:pt x="2939242" y="3393760"/>
                  </a:lnTo>
                  <a:lnTo>
                    <a:pt x="2941262" y="3393760"/>
                  </a:lnTo>
                  <a:lnTo>
                    <a:pt x="2942272" y="3393760"/>
                  </a:lnTo>
                  <a:lnTo>
                    <a:pt x="2942777" y="3383937"/>
                  </a:lnTo>
                  <a:lnTo>
                    <a:pt x="2943914" y="3379025"/>
                  </a:lnTo>
                  <a:lnTo>
                    <a:pt x="2945429" y="3379025"/>
                  </a:lnTo>
                  <a:lnTo>
                    <a:pt x="2945555" y="3379025"/>
                  </a:lnTo>
                  <a:lnTo>
                    <a:pt x="2946060" y="3379025"/>
                  </a:lnTo>
                  <a:lnTo>
                    <a:pt x="2947322" y="3374114"/>
                  </a:lnTo>
                  <a:lnTo>
                    <a:pt x="2948711" y="3369203"/>
                  </a:lnTo>
                  <a:lnTo>
                    <a:pt x="2950353" y="3369203"/>
                  </a:lnTo>
                  <a:lnTo>
                    <a:pt x="2952246" y="3359380"/>
                  </a:lnTo>
                  <a:lnTo>
                    <a:pt x="2953256" y="3359380"/>
                  </a:lnTo>
                  <a:lnTo>
                    <a:pt x="2953888" y="3359380"/>
                  </a:lnTo>
                  <a:lnTo>
                    <a:pt x="2957675" y="3354469"/>
                  </a:lnTo>
                  <a:lnTo>
                    <a:pt x="2958307" y="3354469"/>
                  </a:lnTo>
                  <a:lnTo>
                    <a:pt x="2959191" y="3354469"/>
                  </a:lnTo>
                  <a:lnTo>
                    <a:pt x="2962726" y="3354469"/>
                  </a:lnTo>
                  <a:lnTo>
                    <a:pt x="2963231" y="3354469"/>
                  </a:lnTo>
                  <a:lnTo>
                    <a:pt x="2964872" y="3354469"/>
                  </a:lnTo>
                  <a:lnTo>
                    <a:pt x="2965756" y="3354469"/>
                  </a:lnTo>
                  <a:lnTo>
                    <a:pt x="2966513" y="3349557"/>
                  </a:lnTo>
                  <a:lnTo>
                    <a:pt x="2967397" y="3349557"/>
                  </a:lnTo>
                  <a:lnTo>
                    <a:pt x="2967902" y="3349557"/>
                  </a:lnTo>
                  <a:lnTo>
                    <a:pt x="2969796" y="3349557"/>
                  </a:lnTo>
                  <a:lnTo>
                    <a:pt x="2970806" y="3349557"/>
                  </a:lnTo>
                  <a:lnTo>
                    <a:pt x="2970932" y="3349557"/>
                  </a:lnTo>
                  <a:lnTo>
                    <a:pt x="2971059" y="3349557"/>
                  </a:lnTo>
                  <a:lnTo>
                    <a:pt x="2974468" y="3349557"/>
                  </a:lnTo>
                  <a:lnTo>
                    <a:pt x="2974594" y="3349557"/>
                  </a:lnTo>
                  <a:lnTo>
                    <a:pt x="2975983" y="3349557"/>
                  </a:lnTo>
                  <a:lnTo>
                    <a:pt x="2976109" y="3349557"/>
                  </a:lnTo>
                  <a:lnTo>
                    <a:pt x="2976866" y="3334823"/>
                  </a:lnTo>
                  <a:lnTo>
                    <a:pt x="2977498" y="3334823"/>
                  </a:lnTo>
                  <a:lnTo>
                    <a:pt x="2977876" y="3334823"/>
                  </a:lnTo>
                  <a:lnTo>
                    <a:pt x="2978634" y="3334823"/>
                  </a:lnTo>
                  <a:lnTo>
                    <a:pt x="2979770" y="3334823"/>
                  </a:lnTo>
                  <a:lnTo>
                    <a:pt x="2980402" y="3334823"/>
                  </a:lnTo>
                  <a:lnTo>
                    <a:pt x="2981412" y="3334823"/>
                  </a:lnTo>
                  <a:lnTo>
                    <a:pt x="2983305" y="3334823"/>
                  </a:lnTo>
                  <a:lnTo>
                    <a:pt x="2984189" y="3334823"/>
                  </a:lnTo>
                  <a:lnTo>
                    <a:pt x="2985831" y="3329912"/>
                  </a:lnTo>
                  <a:lnTo>
                    <a:pt x="2987851" y="3329912"/>
                  </a:lnTo>
                  <a:lnTo>
                    <a:pt x="2988861" y="3329912"/>
                  </a:lnTo>
                  <a:lnTo>
                    <a:pt x="2989871" y="3329912"/>
                  </a:lnTo>
                  <a:lnTo>
                    <a:pt x="2989997" y="3325000"/>
                  </a:lnTo>
                  <a:lnTo>
                    <a:pt x="2991386" y="3325000"/>
                  </a:lnTo>
                  <a:lnTo>
                    <a:pt x="2992648" y="3325000"/>
                  </a:lnTo>
                  <a:lnTo>
                    <a:pt x="2994416" y="3325000"/>
                  </a:lnTo>
                  <a:lnTo>
                    <a:pt x="2996436" y="3325000"/>
                  </a:lnTo>
                  <a:lnTo>
                    <a:pt x="2997572" y="3325000"/>
                  </a:lnTo>
                  <a:lnTo>
                    <a:pt x="2997699" y="3325000"/>
                  </a:lnTo>
                  <a:lnTo>
                    <a:pt x="2997951" y="3325000"/>
                  </a:lnTo>
                  <a:lnTo>
                    <a:pt x="2998330" y="3325000"/>
                  </a:lnTo>
                  <a:lnTo>
                    <a:pt x="2998456" y="3325000"/>
                  </a:lnTo>
                  <a:lnTo>
                    <a:pt x="2999971" y="3325000"/>
                  </a:lnTo>
                  <a:lnTo>
                    <a:pt x="3001234" y="3325000"/>
                  </a:lnTo>
                  <a:lnTo>
                    <a:pt x="3003759" y="3325000"/>
                  </a:lnTo>
                  <a:lnTo>
                    <a:pt x="3004769" y="3325000"/>
                  </a:lnTo>
                  <a:lnTo>
                    <a:pt x="3007420" y="3315178"/>
                  </a:lnTo>
                  <a:lnTo>
                    <a:pt x="3008683" y="3315178"/>
                  </a:lnTo>
                  <a:lnTo>
                    <a:pt x="3009819" y="3315178"/>
                  </a:lnTo>
                  <a:lnTo>
                    <a:pt x="3011839" y="3315178"/>
                  </a:lnTo>
                  <a:lnTo>
                    <a:pt x="3013228" y="3315178"/>
                  </a:lnTo>
                  <a:lnTo>
                    <a:pt x="3014364" y="3315178"/>
                  </a:lnTo>
                  <a:lnTo>
                    <a:pt x="3015122" y="3310266"/>
                  </a:lnTo>
                  <a:lnTo>
                    <a:pt x="3015627" y="3310266"/>
                  </a:lnTo>
                  <a:lnTo>
                    <a:pt x="3016637" y="3300443"/>
                  </a:lnTo>
                  <a:lnTo>
                    <a:pt x="3018152" y="3295532"/>
                  </a:lnTo>
                  <a:lnTo>
                    <a:pt x="3018278" y="3295532"/>
                  </a:lnTo>
                  <a:lnTo>
                    <a:pt x="3019793" y="3295532"/>
                  </a:lnTo>
                  <a:lnTo>
                    <a:pt x="3021182" y="3295532"/>
                  </a:lnTo>
                  <a:lnTo>
                    <a:pt x="3024844" y="3295532"/>
                  </a:lnTo>
                  <a:lnTo>
                    <a:pt x="3025222" y="3295532"/>
                  </a:lnTo>
                  <a:lnTo>
                    <a:pt x="3027748" y="3295532"/>
                  </a:lnTo>
                  <a:lnTo>
                    <a:pt x="3028000" y="3295532"/>
                  </a:lnTo>
                  <a:lnTo>
                    <a:pt x="3029641" y="3295532"/>
                  </a:lnTo>
                  <a:lnTo>
                    <a:pt x="3029768" y="3295532"/>
                  </a:lnTo>
                  <a:lnTo>
                    <a:pt x="3031409" y="3295532"/>
                  </a:lnTo>
                  <a:lnTo>
                    <a:pt x="3032293" y="3295532"/>
                  </a:lnTo>
                  <a:lnTo>
                    <a:pt x="3032924" y="3295532"/>
                  </a:lnTo>
                  <a:lnTo>
                    <a:pt x="3033050" y="3295532"/>
                  </a:lnTo>
                  <a:lnTo>
                    <a:pt x="3034439" y="3290621"/>
                  </a:lnTo>
                  <a:lnTo>
                    <a:pt x="3038227" y="3290621"/>
                  </a:lnTo>
                  <a:lnTo>
                    <a:pt x="3038732" y="3290621"/>
                  </a:lnTo>
                  <a:lnTo>
                    <a:pt x="3040247" y="3285709"/>
                  </a:lnTo>
                  <a:lnTo>
                    <a:pt x="3041383" y="3285709"/>
                  </a:lnTo>
                  <a:lnTo>
                    <a:pt x="3044035" y="3285709"/>
                  </a:lnTo>
                  <a:lnTo>
                    <a:pt x="3045676" y="3285709"/>
                  </a:lnTo>
                  <a:lnTo>
                    <a:pt x="3046181" y="3285709"/>
                  </a:lnTo>
                  <a:lnTo>
                    <a:pt x="3047065" y="3285709"/>
                  </a:lnTo>
                  <a:lnTo>
                    <a:pt x="3047949" y="3280798"/>
                  </a:lnTo>
                  <a:lnTo>
                    <a:pt x="3048075" y="3280798"/>
                  </a:lnTo>
                  <a:lnTo>
                    <a:pt x="3048454" y="3280798"/>
                  </a:lnTo>
                  <a:lnTo>
                    <a:pt x="3049337" y="3280798"/>
                  </a:lnTo>
                  <a:lnTo>
                    <a:pt x="3049716" y="3280798"/>
                  </a:lnTo>
                  <a:lnTo>
                    <a:pt x="3051357" y="3275887"/>
                  </a:lnTo>
                  <a:lnTo>
                    <a:pt x="3053251" y="3275887"/>
                  </a:lnTo>
                  <a:lnTo>
                    <a:pt x="3054135" y="3275887"/>
                  </a:lnTo>
                  <a:lnTo>
                    <a:pt x="3055524" y="3275887"/>
                  </a:lnTo>
                  <a:lnTo>
                    <a:pt x="3056534" y="3275887"/>
                  </a:lnTo>
                  <a:lnTo>
                    <a:pt x="3062089" y="3270975"/>
                  </a:lnTo>
                  <a:lnTo>
                    <a:pt x="3062721" y="3266064"/>
                  </a:lnTo>
                  <a:lnTo>
                    <a:pt x="3063983" y="3266064"/>
                  </a:lnTo>
                  <a:lnTo>
                    <a:pt x="3064109" y="3266064"/>
                  </a:lnTo>
                  <a:lnTo>
                    <a:pt x="3064362" y="3266064"/>
                  </a:lnTo>
                  <a:lnTo>
                    <a:pt x="3065498" y="3266064"/>
                  </a:lnTo>
                  <a:lnTo>
                    <a:pt x="3068655" y="3261152"/>
                  </a:lnTo>
                  <a:lnTo>
                    <a:pt x="3070043" y="3261152"/>
                  </a:lnTo>
                  <a:lnTo>
                    <a:pt x="3071053" y="3261152"/>
                  </a:lnTo>
                  <a:lnTo>
                    <a:pt x="3072316" y="3261152"/>
                  </a:lnTo>
                  <a:lnTo>
                    <a:pt x="3075220" y="3261152"/>
                  </a:lnTo>
                  <a:lnTo>
                    <a:pt x="3077871" y="3261152"/>
                  </a:lnTo>
                  <a:lnTo>
                    <a:pt x="3078881" y="3261152"/>
                  </a:lnTo>
                  <a:lnTo>
                    <a:pt x="3079260" y="3261152"/>
                  </a:lnTo>
                  <a:lnTo>
                    <a:pt x="3080901" y="3261152"/>
                  </a:lnTo>
                  <a:lnTo>
                    <a:pt x="3083553" y="3251330"/>
                  </a:lnTo>
                  <a:lnTo>
                    <a:pt x="3083932" y="3246418"/>
                  </a:lnTo>
                  <a:lnTo>
                    <a:pt x="3085068" y="3241507"/>
                  </a:lnTo>
                  <a:lnTo>
                    <a:pt x="3087088" y="3231684"/>
                  </a:lnTo>
                  <a:lnTo>
                    <a:pt x="3087214" y="3231684"/>
                  </a:lnTo>
                  <a:lnTo>
                    <a:pt x="3089613" y="3231684"/>
                  </a:lnTo>
                  <a:lnTo>
                    <a:pt x="3090749" y="3231684"/>
                  </a:lnTo>
                  <a:lnTo>
                    <a:pt x="3092517" y="3231684"/>
                  </a:lnTo>
                  <a:lnTo>
                    <a:pt x="3092896" y="3231684"/>
                  </a:lnTo>
                  <a:lnTo>
                    <a:pt x="3096557" y="3226773"/>
                  </a:lnTo>
                  <a:lnTo>
                    <a:pt x="3097062" y="3226773"/>
                  </a:lnTo>
                  <a:lnTo>
                    <a:pt x="3099209" y="3226773"/>
                  </a:lnTo>
                  <a:lnTo>
                    <a:pt x="3100345" y="3226773"/>
                  </a:lnTo>
                  <a:lnTo>
                    <a:pt x="3100471" y="3226773"/>
                  </a:lnTo>
                  <a:lnTo>
                    <a:pt x="3102996" y="3212039"/>
                  </a:lnTo>
                  <a:lnTo>
                    <a:pt x="3104259" y="3212039"/>
                  </a:lnTo>
                  <a:lnTo>
                    <a:pt x="3105143" y="3202216"/>
                  </a:lnTo>
                  <a:lnTo>
                    <a:pt x="3106531" y="3202216"/>
                  </a:lnTo>
                  <a:lnTo>
                    <a:pt x="3107541" y="3202216"/>
                  </a:lnTo>
                  <a:lnTo>
                    <a:pt x="3109435" y="3202216"/>
                  </a:lnTo>
                  <a:lnTo>
                    <a:pt x="3110445" y="3202216"/>
                  </a:lnTo>
                  <a:lnTo>
                    <a:pt x="3111455" y="3202216"/>
                  </a:lnTo>
                  <a:lnTo>
                    <a:pt x="3112465" y="3197305"/>
                  </a:lnTo>
                  <a:lnTo>
                    <a:pt x="3113981" y="3197305"/>
                  </a:lnTo>
                  <a:lnTo>
                    <a:pt x="3115496" y="3197305"/>
                  </a:lnTo>
                  <a:lnTo>
                    <a:pt x="3117011" y="3197305"/>
                  </a:lnTo>
                  <a:lnTo>
                    <a:pt x="3117516" y="3197305"/>
                  </a:lnTo>
                  <a:lnTo>
                    <a:pt x="3119031" y="3197305"/>
                  </a:lnTo>
                  <a:lnTo>
                    <a:pt x="3119157" y="3197305"/>
                  </a:lnTo>
                  <a:lnTo>
                    <a:pt x="3119410" y="3197305"/>
                  </a:lnTo>
                  <a:lnTo>
                    <a:pt x="3120167" y="3197305"/>
                  </a:lnTo>
                  <a:lnTo>
                    <a:pt x="3120420" y="3197305"/>
                  </a:lnTo>
                  <a:lnTo>
                    <a:pt x="3121556" y="3197305"/>
                  </a:lnTo>
                  <a:lnTo>
                    <a:pt x="3122440" y="3197305"/>
                  </a:lnTo>
                  <a:lnTo>
                    <a:pt x="3123955" y="3197305"/>
                  </a:lnTo>
                  <a:lnTo>
                    <a:pt x="3125344" y="3197305"/>
                  </a:lnTo>
                  <a:lnTo>
                    <a:pt x="3125470" y="3197305"/>
                  </a:lnTo>
                  <a:lnTo>
                    <a:pt x="3126227" y="3197305"/>
                  </a:lnTo>
                  <a:lnTo>
                    <a:pt x="3127111" y="3197305"/>
                  </a:lnTo>
                  <a:lnTo>
                    <a:pt x="3127995" y="3197305"/>
                  </a:lnTo>
                  <a:lnTo>
                    <a:pt x="3128121" y="3197305"/>
                  </a:lnTo>
                  <a:lnTo>
                    <a:pt x="3131151" y="3192393"/>
                  </a:lnTo>
                  <a:lnTo>
                    <a:pt x="3131909" y="3192393"/>
                  </a:lnTo>
                  <a:lnTo>
                    <a:pt x="3133171" y="3192393"/>
                  </a:lnTo>
                  <a:lnTo>
                    <a:pt x="3134434" y="3192393"/>
                  </a:lnTo>
                  <a:lnTo>
                    <a:pt x="3135697" y="3192393"/>
                  </a:lnTo>
                  <a:lnTo>
                    <a:pt x="3136833" y="3192393"/>
                  </a:lnTo>
                  <a:lnTo>
                    <a:pt x="3138095" y="3192393"/>
                  </a:lnTo>
                  <a:lnTo>
                    <a:pt x="3140621" y="3192393"/>
                  </a:lnTo>
                  <a:lnTo>
                    <a:pt x="3140747" y="3192393"/>
                  </a:lnTo>
                  <a:lnTo>
                    <a:pt x="3141378" y="3192393"/>
                  </a:lnTo>
                  <a:lnTo>
                    <a:pt x="3143146" y="3192393"/>
                  </a:lnTo>
                  <a:lnTo>
                    <a:pt x="3144156" y="3192393"/>
                  </a:lnTo>
                  <a:lnTo>
                    <a:pt x="3144787" y="3192393"/>
                  </a:lnTo>
                  <a:lnTo>
                    <a:pt x="3145671" y="3192393"/>
                  </a:lnTo>
                  <a:lnTo>
                    <a:pt x="3146807" y="3192393"/>
                  </a:lnTo>
                  <a:lnTo>
                    <a:pt x="3147060" y="3192393"/>
                  </a:lnTo>
                  <a:lnTo>
                    <a:pt x="3147186" y="3192393"/>
                  </a:lnTo>
                  <a:lnTo>
                    <a:pt x="3149206" y="3187482"/>
                  </a:lnTo>
                  <a:lnTo>
                    <a:pt x="3150469" y="3187482"/>
                  </a:lnTo>
                  <a:lnTo>
                    <a:pt x="3151226" y="3187482"/>
                  </a:lnTo>
                  <a:lnTo>
                    <a:pt x="3152867" y="3182570"/>
                  </a:lnTo>
                  <a:lnTo>
                    <a:pt x="3152994" y="3182570"/>
                  </a:lnTo>
                  <a:lnTo>
                    <a:pt x="3154635" y="3182570"/>
                  </a:lnTo>
                  <a:lnTo>
                    <a:pt x="3155771" y="3182570"/>
                  </a:lnTo>
                  <a:lnTo>
                    <a:pt x="3157539" y="3177659"/>
                  </a:lnTo>
                  <a:lnTo>
                    <a:pt x="3157791" y="3172748"/>
                  </a:lnTo>
                  <a:lnTo>
                    <a:pt x="3163347" y="3172748"/>
                  </a:lnTo>
                  <a:lnTo>
                    <a:pt x="3163473" y="3172748"/>
                  </a:lnTo>
                  <a:lnTo>
                    <a:pt x="3164862" y="3172748"/>
                  </a:lnTo>
                  <a:lnTo>
                    <a:pt x="3165367" y="3172748"/>
                  </a:lnTo>
                  <a:lnTo>
                    <a:pt x="3165619" y="3172748"/>
                  </a:lnTo>
                  <a:lnTo>
                    <a:pt x="3166251" y="3167836"/>
                  </a:lnTo>
                  <a:lnTo>
                    <a:pt x="3166756" y="3162925"/>
                  </a:lnTo>
                  <a:lnTo>
                    <a:pt x="3168523" y="3162925"/>
                  </a:lnTo>
                  <a:lnTo>
                    <a:pt x="3171301" y="3148191"/>
                  </a:lnTo>
                  <a:lnTo>
                    <a:pt x="3172311" y="3148191"/>
                  </a:lnTo>
                  <a:lnTo>
                    <a:pt x="3175088" y="3148191"/>
                  </a:lnTo>
                  <a:lnTo>
                    <a:pt x="3175467" y="3148191"/>
                  </a:lnTo>
                  <a:lnTo>
                    <a:pt x="3176604" y="3148191"/>
                  </a:lnTo>
                  <a:lnTo>
                    <a:pt x="3177740" y="3148191"/>
                  </a:lnTo>
                  <a:lnTo>
                    <a:pt x="3179002" y="3148191"/>
                  </a:lnTo>
                  <a:lnTo>
                    <a:pt x="3179381" y="3148191"/>
                  </a:lnTo>
                  <a:lnTo>
                    <a:pt x="3179507" y="3148191"/>
                  </a:lnTo>
                  <a:lnTo>
                    <a:pt x="3180770" y="3138368"/>
                  </a:lnTo>
                  <a:lnTo>
                    <a:pt x="3181780" y="3138368"/>
                  </a:lnTo>
                  <a:lnTo>
                    <a:pt x="3182285" y="3138368"/>
                  </a:lnTo>
                  <a:lnTo>
                    <a:pt x="3183169" y="3123634"/>
                  </a:lnTo>
                  <a:lnTo>
                    <a:pt x="3183674" y="3123634"/>
                  </a:lnTo>
                  <a:lnTo>
                    <a:pt x="3185568" y="3123634"/>
                  </a:lnTo>
                  <a:lnTo>
                    <a:pt x="3187840" y="3123634"/>
                  </a:lnTo>
                  <a:lnTo>
                    <a:pt x="3193017" y="3108900"/>
                  </a:lnTo>
                  <a:lnTo>
                    <a:pt x="3194911" y="3108900"/>
                  </a:lnTo>
                  <a:lnTo>
                    <a:pt x="3197688" y="3108900"/>
                  </a:lnTo>
                  <a:lnTo>
                    <a:pt x="3198825" y="3108900"/>
                  </a:lnTo>
                  <a:lnTo>
                    <a:pt x="3199961" y="3103988"/>
                  </a:lnTo>
                  <a:lnTo>
                    <a:pt x="3201097" y="3099077"/>
                  </a:lnTo>
                  <a:lnTo>
                    <a:pt x="3201981" y="3099077"/>
                  </a:lnTo>
                  <a:lnTo>
                    <a:pt x="3202107" y="3099077"/>
                  </a:lnTo>
                  <a:lnTo>
                    <a:pt x="3202234" y="3099077"/>
                  </a:lnTo>
                  <a:lnTo>
                    <a:pt x="3203370" y="3099077"/>
                  </a:lnTo>
                  <a:lnTo>
                    <a:pt x="3204254" y="3099077"/>
                  </a:lnTo>
                  <a:lnTo>
                    <a:pt x="3205769" y="3099077"/>
                  </a:lnTo>
                  <a:lnTo>
                    <a:pt x="3207410" y="3099077"/>
                  </a:lnTo>
                  <a:lnTo>
                    <a:pt x="3209809" y="3099077"/>
                  </a:lnTo>
                  <a:lnTo>
                    <a:pt x="3211450" y="3099077"/>
                  </a:lnTo>
                  <a:lnTo>
                    <a:pt x="3211955" y="3099077"/>
                  </a:lnTo>
                  <a:lnTo>
                    <a:pt x="3214607" y="3099077"/>
                  </a:lnTo>
                  <a:lnTo>
                    <a:pt x="3215490" y="3099077"/>
                  </a:lnTo>
                  <a:lnTo>
                    <a:pt x="3216248" y="3099077"/>
                  </a:lnTo>
                  <a:lnTo>
                    <a:pt x="3216374" y="3099077"/>
                  </a:lnTo>
                  <a:lnTo>
                    <a:pt x="3216501" y="3099077"/>
                  </a:lnTo>
                  <a:lnTo>
                    <a:pt x="3217763" y="3099077"/>
                  </a:lnTo>
                  <a:lnTo>
                    <a:pt x="3217889" y="3099077"/>
                  </a:lnTo>
                  <a:lnTo>
                    <a:pt x="3219152" y="3094166"/>
                  </a:lnTo>
                  <a:lnTo>
                    <a:pt x="3219909" y="3094166"/>
                  </a:lnTo>
                  <a:lnTo>
                    <a:pt x="3220667" y="3094166"/>
                  </a:lnTo>
                  <a:lnTo>
                    <a:pt x="3222940" y="3089254"/>
                  </a:lnTo>
                  <a:lnTo>
                    <a:pt x="3224076" y="3084343"/>
                  </a:lnTo>
                  <a:lnTo>
                    <a:pt x="3225717" y="3084343"/>
                  </a:lnTo>
                  <a:lnTo>
                    <a:pt x="3226475" y="3084343"/>
                  </a:lnTo>
                  <a:lnTo>
                    <a:pt x="3228369" y="3084343"/>
                  </a:lnTo>
                  <a:lnTo>
                    <a:pt x="3230136" y="3084343"/>
                  </a:lnTo>
                  <a:lnTo>
                    <a:pt x="3231525" y="3084343"/>
                  </a:lnTo>
                  <a:lnTo>
                    <a:pt x="3232535" y="3084343"/>
                  </a:lnTo>
                  <a:lnTo>
                    <a:pt x="3232661" y="3084343"/>
                  </a:lnTo>
                  <a:lnTo>
                    <a:pt x="3232914" y="3084343"/>
                  </a:lnTo>
                  <a:lnTo>
                    <a:pt x="3236701" y="3084343"/>
                  </a:lnTo>
                  <a:lnTo>
                    <a:pt x="3238090" y="3079432"/>
                  </a:lnTo>
                  <a:lnTo>
                    <a:pt x="3239100" y="3079432"/>
                  </a:lnTo>
                  <a:lnTo>
                    <a:pt x="3240868" y="3079432"/>
                  </a:lnTo>
                  <a:lnTo>
                    <a:pt x="3241120" y="3079432"/>
                  </a:lnTo>
                  <a:lnTo>
                    <a:pt x="3242509" y="3074520"/>
                  </a:lnTo>
                  <a:lnTo>
                    <a:pt x="3243898" y="3074520"/>
                  </a:lnTo>
                  <a:lnTo>
                    <a:pt x="3245034" y="3069609"/>
                  </a:lnTo>
                  <a:lnTo>
                    <a:pt x="3245161" y="3069609"/>
                  </a:lnTo>
                  <a:lnTo>
                    <a:pt x="3245918" y="3069609"/>
                  </a:lnTo>
                  <a:lnTo>
                    <a:pt x="3247560" y="3069609"/>
                  </a:lnTo>
                  <a:lnTo>
                    <a:pt x="3249201" y="3069609"/>
                  </a:lnTo>
                  <a:lnTo>
                    <a:pt x="3250337" y="3069609"/>
                  </a:lnTo>
                  <a:lnTo>
                    <a:pt x="3250842" y="3069609"/>
                  </a:lnTo>
                  <a:lnTo>
                    <a:pt x="3252231" y="3069609"/>
                  </a:lnTo>
                  <a:lnTo>
                    <a:pt x="3253494" y="3069609"/>
                  </a:lnTo>
                  <a:lnTo>
                    <a:pt x="3253999" y="3059786"/>
                  </a:lnTo>
                  <a:lnTo>
                    <a:pt x="3255135" y="3059786"/>
                  </a:lnTo>
                  <a:lnTo>
                    <a:pt x="3259428" y="3059786"/>
                  </a:lnTo>
                  <a:lnTo>
                    <a:pt x="3261826" y="3059786"/>
                  </a:lnTo>
                  <a:lnTo>
                    <a:pt x="3262458" y="3059786"/>
                  </a:lnTo>
                  <a:lnTo>
                    <a:pt x="3262836" y="3059786"/>
                  </a:lnTo>
                  <a:lnTo>
                    <a:pt x="3266245" y="3059786"/>
                  </a:lnTo>
                  <a:lnTo>
                    <a:pt x="3266372" y="3059786"/>
                  </a:lnTo>
                  <a:lnTo>
                    <a:pt x="3267382" y="3059786"/>
                  </a:lnTo>
                  <a:lnTo>
                    <a:pt x="3268644" y="3054875"/>
                  </a:lnTo>
                  <a:lnTo>
                    <a:pt x="3268771" y="3054875"/>
                  </a:lnTo>
                  <a:lnTo>
                    <a:pt x="3269023" y="3054875"/>
                  </a:lnTo>
                  <a:lnTo>
                    <a:pt x="3270538" y="3049963"/>
                  </a:lnTo>
                  <a:lnTo>
                    <a:pt x="3270664" y="3049963"/>
                  </a:lnTo>
                  <a:lnTo>
                    <a:pt x="3272558" y="3040141"/>
                  </a:lnTo>
                  <a:lnTo>
                    <a:pt x="3272811" y="3040141"/>
                  </a:lnTo>
                  <a:lnTo>
                    <a:pt x="3276220" y="3035229"/>
                  </a:lnTo>
                  <a:lnTo>
                    <a:pt x="3277608" y="3030318"/>
                  </a:lnTo>
                  <a:lnTo>
                    <a:pt x="3278871" y="3030318"/>
                  </a:lnTo>
                  <a:lnTo>
                    <a:pt x="3280639" y="3025406"/>
                  </a:lnTo>
                  <a:lnTo>
                    <a:pt x="3281017" y="3025406"/>
                  </a:lnTo>
                  <a:lnTo>
                    <a:pt x="3282154" y="3025406"/>
                  </a:lnTo>
                  <a:lnTo>
                    <a:pt x="3283543" y="3025406"/>
                  </a:lnTo>
                  <a:lnTo>
                    <a:pt x="3285941" y="3025406"/>
                  </a:lnTo>
                  <a:lnTo>
                    <a:pt x="3288719" y="3025406"/>
                  </a:lnTo>
                  <a:lnTo>
                    <a:pt x="3289477" y="3015584"/>
                  </a:lnTo>
                  <a:lnTo>
                    <a:pt x="3290487" y="3015584"/>
                  </a:lnTo>
                  <a:lnTo>
                    <a:pt x="3292380" y="3015584"/>
                  </a:lnTo>
                  <a:lnTo>
                    <a:pt x="3292885" y="3015584"/>
                  </a:lnTo>
                  <a:lnTo>
                    <a:pt x="3293390" y="3015584"/>
                  </a:lnTo>
                  <a:lnTo>
                    <a:pt x="3294401" y="3015584"/>
                  </a:lnTo>
                  <a:lnTo>
                    <a:pt x="3295537" y="3015584"/>
                  </a:lnTo>
                  <a:lnTo>
                    <a:pt x="3298946" y="3015584"/>
                  </a:lnTo>
                  <a:lnTo>
                    <a:pt x="3300713" y="3015584"/>
                  </a:lnTo>
                  <a:lnTo>
                    <a:pt x="3300966" y="3015584"/>
                  </a:lnTo>
                  <a:lnTo>
                    <a:pt x="3302733" y="3010672"/>
                  </a:lnTo>
                  <a:lnTo>
                    <a:pt x="3303743" y="3010672"/>
                  </a:lnTo>
                  <a:lnTo>
                    <a:pt x="3304249" y="3010672"/>
                  </a:lnTo>
                  <a:lnTo>
                    <a:pt x="3306269" y="3010672"/>
                  </a:lnTo>
                  <a:lnTo>
                    <a:pt x="3306900" y="3010672"/>
                  </a:lnTo>
                  <a:lnTo>
                    <a:pt x="3308036" y="3010672"/>
                  </a:lnTo>
                  <a:lnTo>
                    <a:pt x="3309046" y="3010672"/>
                  </a:lnTo>
                  <a:lnTo>
                    <a:pt x="3311698" y="3005761"/>
                  </a:lnTo>
                  <a:lnTo>
                    <a:pt x="3312203" y="3005761"/>
                  </a:lnTo>
                  <a:lnTo>
                    <a:pt x="3313591" y="3005761"/>
                  </a:lnTo>
                  <a:lnTo>
                    <a:pt x="3316243" y="3005761"/>
                  </a:lnTo>
                  <a:lnTo>
                    <a:pt x="3317758" y="3005761"/>
                  </a:lnTo>
                  <a:lnTo>
                    <a:pt x="3318389" y="3005761"/>
                  </a:lnTo>
                  <a:lnTo>
                    <a:pt x="3319020" y="3005761"/>
                  </a:lnTo>
                  <a:lnTo>
                    <a:pt x="3320914" y="3005761"/>
                  </a:lnTo>
                  <a:lnTo>
                    <a:pt x="3323439" y="3005761"/>
                  </a:lnTo>
                  <a:lnTo>
                    <a:pt x="3324702" y="2991027"/>
                  </a:lnTo>
                  <a:lnTo>
                    <a:pt x="3324955" y="2991027"/>
                  </a:lnTo>
                  <a:lnTo>
                    <a:pt x="3325081" y="2991027"/>
                  </a:lnTo>
                  <a:lnTo>
                    <a:pt x="3329626" y="2991027"/>
                  </a:lnTo>
                  <a:lnTo>
                    <a:pt x="3332404" y="2991027"/>
                  </a:lnTo>
                  <a:lnTo>
                    <a:pt x="3333035" y="2991027"/>
                  </a:lnTo>
                  <a:lnTo>
                    <a:pt x="3333414" y="2991027"/>
                  </a:lnTo>
                  <a:lnTo>
                    <a:pt x="3335055" y="2991027"/>
                  </a:lnTo>
                  <a:lnTo>
                    <a:pt x="3336191" y="2986115"/>
                  </a:lnTo>
                  <a:lnTo>
                    <a:pt x="3338464" y="2986115"/>
                  </a:lnTo>
                  <a:lnTo>
                    <a:pt x="3338843" y="2986115"/>
                  </a:lnTo>
                  <a:lnTo>
                    <a:pt x="3339979" y="2986115"/>
                  </a:lnTo>
                  <a:lnTo>
                    <a:pt x="3341242" y="2981204"/>
                  </a:lnTo>
                  <a:lnTo>
                    <a:pt x="3341999" y="2981204"/>
                  </a:lnTo>
                  <a:lnTo>
                    <a:pt x="3343893" y="2976293"/>
                  </a:lnTo>
                  <a:lnTo>
                    <a:pt x="3344903" y="2976293"/>
                  </a:lnTo>
                  <a:lnTo>
                    <a:pt x="3347049" y="2976293"/>
                  </a:lnTo>
                  <a:lnTo>
                    <a:pt x="3348564" y="2971381"/>
                  </a:lnTo>
                  <a:lnTo>
                    <a:pt x="3350711" y="2971381"/>
                  </a:lnTo>
                  <a:lnTo>
                    <a:pt x="3351973" y="2971381"/>
                  </a:lnTo>
                  <a:lnTo>
                    <a:pt x="3352731" y="2971381"/>
                  </a:lnTo>
                  <a:lnTo>
                    <a:pt x="3353867" y="2971381"/>
                  </a:lnTo>
                  <a:lnTo>
                    <a:pt x="3356014" y="2971381"/>
                  </a:lnTo>
                  <a:lnTo>
                    <a:pt x="3358539" y="2971381"/>
                  </a:lnTo>
                  <a:lnTo>
                    <a:pt x="3360938" y="2966470"/>
                  </a:lnTo>
                  <a:lnTo>
                    <a:pt x="3362074" y="2966470"/>
                  </a:lnTo>
                  <a:lnTo>
                    <a:pt x="3362579" y="2961559"/>
                  </a:lnTo>
                  <a:lnTo>
                    <a:pt x="3364473" y="2961559"/>
                  </a:lnTo>
                  <a:lnTo>
                    <a:pt x="3365230" y="2961559"/>
                  </a:lnTo>
                  <a:lnTo>
                    <a:pt x="3366493" y="2961559"/>
                  </a:lnTo>
                  <a:lnTo>
                    <a:pt x="3367882" y="2961559"/>
                  </a:lnTo>
                  <a:lnTo>
                    <a:pt x="3369523" y="2956647"/>
                  </a:lnTo>
                  <a:lnTo>
                    <a:pt x="3372048" y="2951736"/>
                  </a:lnTo>
                  <a:lnTo>
                    <a:pt x="3372932" y="2951736"/>
                  </a:lnTo>
                  <a:lnTo>
                    <a:pt x="3373689" y="2941913"/>
                  </a:lnTo>
                  <a:lnTo>
                    <a:pt x="3376341" y="2941913"/>
                  </a:lnTo>
                  <a:lnTo>
                    <a:pt x="3377982" y="2941913"/>
                  </a:lnTo>
                  <a:lnTo>
                    <a:pt x="3379371" y="2941913"/>
                  </a:lnTo>
                  <a:lnTo>
                    <a:pt x="3379750" y="2941913"/>
                  </a:lnTo>
                  <a:lnTo>
                    <a:pt x="3381138" y="2941913"/>
                  </a:lnTo>
                  <a:lnTo>
                    <a:pt x="3382022" y="2941913"/>
                  </a:lnTo>
                  <a:lnTo>
                    <a:pt x="3384547" y="2941913"/>
                  </a:lnTo>
                  <a:lnTo>
                    <a:pt x="3385179" y="2941913"/>
                  </a:lnTo>
                  <a:lnTo>
                    <a:pt x="3388335" y="2937002"/>
                  </a:lnTo>
                  <a:lnTo>
                    <a:pt x="3390103" y="2937002"/>
                  </a:lnTo>
                  <a:lnTo>
                    <a:pt x="3390986" y="2937002"/>
                  </a:lnTo>
                  <a:lnTo>
                    <a:pt x="3393638" y="2937002"/>
                  </a:lnTo>
                  <a:lnTo>
                    <a:pt x="3393764" y="2937002"/>
                  </a:lnTo>
                  <a:lnTo>
                    <a:pt x="3393890" y="2937002"/>
                  </a:lnTo>
                  <a:lnTo>
                    <a:pt x="3395153" y="2937002"/>
                  </a:lnTo>
                  <a:lnTo>
                    <a:pt x="3396415" y="2937002"/>
                  </a:lnTo>
                  <a:lnTo>
                    <a:pt x="3398309" y="2937002"/>
                  </a:lnTo>
                  <a:lnTo>
                    <a:pt x="3398814" y="2937002"/>
                  </a:lnTo>
                  <a:lnTo>
                    <a:pt x="3398814" y="2932090"/>
                  </a:lnTo>
                  <a:lnTo>
                    <a:pt x="3400456" y="2927179"/>
                  </a:lnTo>
                  <a:lnTo>
                    <a:pt x="3402476" y="2927179"/>
                  </a:lnTo>
                  <a:lnTo>
                    <a:pt x="3403233" y="2927179"/>
                  </a:lnTo>
                  <a:lnTo>
                    <a:pt x="3404748" y="2927179"/>
                  </a:lnTo>
                  <a:lnTo>
                    <a:pt x="3407021" y="2927179"/>
                  </a:lnTo>
                  <a:lnTo>
                    <a:pt x="3408410" y="2927179"/>
                  </a:lnTo>
                  <a:lnTo>
                    <a:pt x="3409546" y="2922268"/>
                  </a:lnTo>
                  <a:lnTo>
                    <a:pt x="3409672" y="2922268"/>
                  </a:lnTo>
                  <a:lnTo>
                    <a:pt x="3410177" y="2922268"/>
                  </a:lnTo>
                  <a:lnTo>
                    <a:pt x="3410935" y="2922268"/>
                  </a:lnTo>
                  <a:lnTo>
                    <a:pt x="3411566" y="2922268"/>
                  </a:lnTo>
                  <a:lnTo>
                    <a:pt x="3413839" y="2922268"/>
                  </a:lnTo>
                  <a:lnTo>
                    <a:pt x="3415354" y="2922268"/>
                  </a:lnTo>
                  <a:lnTo>
                    <a:pt x="3416743" y="2922268"/>
                  </a:lnTo>
                  <a:lnTo>
                    <a:pt x="3418132" y="2922268"/>
                  </a:lnTo>
                  <a:lnTo>
                    <a:pt x="3421162" y="2922268"/>
                  </a:lnTo>
                  <a:lnTo>
                    <a:pt x="3421540" y="2922268"/>
                  </a:lnTo>
                  <a:lnTo>
                    <a:pt x="3422298" y="2922268"/>
                  </a:lnTo>
                  <a:lnTo>
                    <a:pt x="3425328" y="2922268"/>
                  </a:lnTo>
                  <a:lnTo>
                    <a:pt x="3426717" y="2922268"/>
                  </a:lnTo>
                  <a:lnTo>
                    <a:pt x="3428737" y="2922268"/>
                  </a:lnTo>
                  <a:lnTo>
                    <a:pt x="3429873" y="2912445"/>
                  </a:lnTo>
                  <a:lnTo>
                    <a:pt x="3430631" y="2907533"/>
                  </a:lnTo>
                  <a:lnTo>
                    <a:pt x="3432146" y="2907533"/>
                  </a:lnTo>
                  <a:lnTo>
                    <a:pt x="3433914" y="2907533"/>
                  </a:lnTo>
                  <a:lnTo>
                    <a:pt x="3435050" y="2902622"/>
                  </a:lnTo>
                  <a:lnTo>
                    <a:pt x="3435807" y="2902622"/>
                  </a:lnTo>
                  <a:lnTo>
                    <a:pt x="3439595" y="2897711"/>
                  </a:lnTo>
                  <a:lnTo>
                    <a:pt x="3440858" y="2897711"/>
                  </a:lnTo>
                  <a:lnTo>
                    <a:pt x="3444267" y="2892799"/>
                  </a:lnTo>
                  <a:lnTo>
                    <a:pt x="3446160" y="2892799"/>
                  </a:lnTo>
                  <a:lnTo>
                    <a:pt x="3446918" y="2892799"/>
                  </a:lnTo>
                  <a:lnTo>
                    <a:pt x="3447297" y="2892799"/>
                  </a:lnTo>
                  <a:lnTo>
                    <a:pt x="3448433" y="2892799"/>
                  </a:lnTo>
                  <a:lnTo>
                    <a:pt x="3450201" y="2892799"/>
                  </a:lnTo>
                  <a:lnTo>
                    <a:pt x="3451463" y="2892799"/>
                  </a:lnTo>
                  <a:lnTo>
                    <a:pt x="3451589" y="2892799"/>
                  </a:lnTo>
                  <a:lnTo>
                    <a:pt x="3453231" y="2892799"/>
                  </a:lnTo>
                  <a:lnTo>
                    <a:pt x="3453357" y="2892799"/>
                  </a:lnTo>
                  <a:lnTo>
                    <a:pt x="3453988" y="2892799"/>
                  </a:lnTo>
                  <a:lnTo>
                    <a:pt x="3455125" y="2892799"/>
                  </a:lnTo>
                  <a:lnTo>
                    <a:pt x="3455251" y="2892799"/>
                  </a:lnTo>
                  <a:lnTo>
                    <a:pt x="3457145" y="2892799"/>
                  </a:lnTo>
                  <a:lnTo>
                    <a:pt x="3459039" y="2892799"/>
                  </a:lnTo>
                  <a:lnTo>
                    <a:pt x="3460806" y="2887888"/>
                  </a:lnTo>
                  <a:lnTo>
                    <a:pt x="3460932" y="2882977"/>
                  </a:lnTo>
                  <a:lnTo>
                    <a:pt x="3463710" y="2882977"/>
                  </a:lnTo>
                  <a:lnTo>
                    <a:pt x="3466614" y="2878065"/>
                  </a:lnTo>
                  <a:lnTo>
                    <a:pt x="3466993" y="2878065"/>
                  </a:lnTo>
                  <a:lnTo>
                    <a:pt x="3467371" y="2878065"/>
                  </a:lnTo>
                  <a:lnTo>
                    <a:pt x="3475199" y="2873154"/>
                  </a:lnTo>
                  <a:lnTo>
                    <a:pt x="3475957" y="2873154"/>
                  </a:lnTo>
                  <a:lnTo>
                    <a:pt x="3478103" y="2868242"/>
                  </a:lnTo>
                  <a:lnTo>
                    <a:pt x="3479239" y="2868242"/>
                  </a:lnTo>
                  <a:lnTo>
                    <a:pt x="3479366" y="2868242"/>
                  </a:lnTo>
                  <a:lnTo>
                    <a:pt x="3481891" y="2868242"/>
                  </a:lnTo>
                  <a:lnTo>
                    <a:pt x="3483532" y="2863331"/>
                  </a:lnTo>
                  <a:lnTo>
                    <a:pt x="3483658" y="2863331"/>
                  </a:lnTo>
                  <a:lnTo>
                    <a:pt x="3485426" y="2863331"/>
                  </a:lnTo>
                  <a:lnTo>
                    <a:pt x="3486562" y="2858420"/>
                  </a:lnTo>
                  <a:lnTo>
                    <a:pt x="3486941" y="2858420"/>
                  </a:lnTo>
                  <a:lnTo>
                    <a:pt x="3488330" y="2858420"/>
                  </a:lnTo>
                  <a:lnTo>
                    <a:pt x="3490224" y="2858420"/>
                  </a:lnTo>
                  <a:lnTo>
                    <a:pt x="3490855" y="2858420"/>
                  </a:lnTo>
                  <a:lnTo>
                    <a:pt x="3492118" y="2858420"/>
                  </a:lnTo>
                  <a:lnTo>
                    <a:pt x="3494390" y="2858420"/>
                  </a:lnTo>
                  <a:lnTo>
                    <a:pt x="3496410" y="2858420"/>
                  </a:lnTo>
                  <a:lnTo>
                    <a:pt x="3498178" y="2858420"/>
                  </a:lnTo>
                  <a:lnTo>
                    <a:pt x="3498557" y="2858420"/>
                  </a:lnTo>
                  <a:lnTo>
                    <a:pt x="3499945" y="2858420"/>
                  </a:lnTo>
                  <a:lnTo>
                    <a:pt x="3500829" y="2858420"/>
                  </a:lnTo>
                  <a:lnTo>
                    <a:pt x="3503228" y="2853508"/>
                  </a:lnTo>
                  <a:lnTo>
                    <a:pt x="3506637" y="2853508"/>
                  </a:lnTo>
                  <a:lnTo>
                    <a:pt x="3509288" y="2853508"/>
                  </a:lnTo>
                  <a:lnTo>
                    <a:pt x="3510425" y="2853508"/>
                  </a:lnTo>
                  <a:lnTo>
                    <a:pt x="3512192" y="2853508"/>
                  </a:lnTo>
                  <a:lnTo>
                    <a:pt x="3512571" y="2853508"/>
                  </a:lnTo>
                  <a:lnTo>
                    <a:pt x="3513834" y="2853508"/>
                  </a:lnTo>
                  <a:lnTo>
                    <a:pt x="3516738" y="2853508"/>
                  </a:lnTo>
                  <a:lnTo>
                    <a:pt x="3518631" y="2853508"/>
                  </a:lnTo>
                  <a:lnTo>
                    <a:pt x="3518758" y="2853508"/>
                  </a:lnTo>
                  <a:lnTo>
                    <a:pt x="3520399" y="2853508"/>
                  </a:lnTo>
                  <a:lnTo>
                    <a:pt x="3521283" y="2853508"/>
                  </a:lnTo>
                  <a:lnTo>
                    <a:pt x="3521914" y="2853508"/>
                  </a:lnTo>
                  <a:lnTo>
                    <a:pt x="3523177" y="2853508"/>
                  </a:lnTo>
                  <a:lnTo>
                    <a:pt x="3524313" y="2853508"/>
                  </a:lnTo>
                  <a:lnTo>
                    <a:pt x="3527343" y="2848597"/>
                  </a:lnTo>
                  <a:lnTo>
                    <a:pt x="3528606" y="2838774"/>
                  </a:lnTo>
                  <a:lnTo>
                    <a:pt x="3530121" y="2833863"/>
                  </a:lnTo>
                  <a:lnTo>
                    <a:pt x="3531888" y="2833863"/>
                  </a:lnTo>
                  <a:lnTo>
                    <a:pt x="3533656" y="2833863"/>
                  </a:lnTo>
                  <a:lnTo>
                    <a:pt x="3535045" y="2833863"/>
                  </a:lnTo>
                  <a:lnTo>
                    <a:pt x="3535802" y="2833863"/>
                  </a:lnTo>
                  <a:lnTo>
                    <a:pt x="3537822" y="2833863"/>
                  </a:lnTo>
                  <a:lnTo>
                    <a:pt x="3537949" y="2833863"/>
                  </a:lnTo>
                  <a:lnTo>
                    <a:pt x="3540474" y="2828951"/>
                  </a:lnTo>
                  <a:lnTo>
                    <a:pt x="3541105" y="2824040"/>
                  </a:lnTo>
                  <a:lnTo>
                    <a:pt x="3542999" y="2824040"/>
                  </a:lnTo>
                  <a:lnTo>
                    <a:pt x="3545524" y="2814217"/>
                  </a:lnTo>
                  <a:lnTo>
                    <a:pt x="3545650" y="2814217"/>
                  </a:lnTo>
                  <a:lnTo>
                    <a:pt x="3547544" y="2814217"/>
                  </a:lnTo>
                  <a:lnTo>
                    <a:pt x="3549059" y="2814217"/>
                  </a:lnTo>
                  <a:lnTo>
                    <a:pt x="3549690" y="2814217"/>
                  </a:lnTo>
                  <a:lnTo>
                    <a:pt x="3553352" y="2809306"/>
                  </a:lnTo>
                  <a:lnTo>
                    <a:pt x="3554362" y="2804395"/>
                  </a:lnTo>
                  <a:lnTo>
                    <a:pt x="3554867" y="2804395"/>
                  </a:lnTo>
                  <a:lnTo>
                    <a:pt x="3556256" y="2804395"/>
                  </a:lnTo>
                  <a:lnTo>
                    <a:pt x="3558402" y="2804395"/>
                  </a:lnTo>
                  <a:lnTo>
                    <a:pt x="3559791" y="2799483"/>
                  </a:lnTo>
                  <a:lnTo>
                    <a:pt x="3560422" y="2799483"/>
                  </a:lnTo>
                  <a:lnTo>
                    <a:pt x="3561811" y="2799483"/>
                  </a:lnTo>
                  <a:lnTo>
                    <a:pt x="3562569" y="2799483"/>
                  </a:lnTo>
                  <a:lnTo>
                    <a:pt x="3564210" y="2799483"/>
                  </a:lnTo>
                  <a:lnTo>
                    <a:pt x="3565599" y="2794572"/>
                  </a:lnTo>
                  <a:lnTo>
                    <a:pt x="3567240" y="2789660"/>
                  </a:lnTo>
                  <a:lnTo>
                    <a:pt x="3568629" y="2789660"/>
                  </a:lnTo>
                  <a:lnTo>
                    <a:pt x="3570649" y="2784749"/>
                  </a:lnTo>
                  <a:lnTo>
                    <a:pt x="3572417" y="2779838"/>
                  </a:lnTo>
                  <a:lnTo>
                    <a:pt x="3575699" y="2779838"/>
                  </a:lnTo>
                  <a:lnTo>
                    <a:pt x="3576457" y="2774926"/>
                  </a:lnTo>
                  <a:lnTo>
                    <a:pt x="3577467" y="2774926"/>
                  </a:lnTo>
                  <a:lnTo>
                    <a:pt x="3578603" y="2774926"/>
                  </a:lnTo>
                  <a:lnTo>
                    <a:pt x="3580623" y="2774926"/>
                  </a:lnTo>
                  <a:lnTo>
                    <a:pt x="3582138" y="2774926"/>
                  </a:lnTo>
                  <a:lnTo>
                    <a:pt x="3583906" y="2774926"/>
                  </a:lnTo>
                  <a:lnTo>
                    <a:pt x="3584663" y="2774926"/>
                  </a:lnTo>
                  <a:lnTo>
                    <a:pt x="3584790" y="2774926"/>
                  </a:lnTo>
                  <a:lnTo>
                    <a:pt x="3589082" y="2774926"/>
                  </a:lnTo>
                  <a:lnTo>
                    <a:pt x="3590597" y="2774926"/>
                  </a:lnTo>
                  <a:lnTo>
                    <a:pt x="3590724" y="2774926"/>
                  </a:lnTo>
                  <a:lnTo>
                    <a:pt x="3594385" y="2770015"/>
                  </a:lnTo>
                  <a:lnTo>
                    <a:pt x="3594511" y="2770015"/>
                  </a:lnTo>
                  <a:lnTo>
                    <a:pt x="3597036" y="2770015"/>
                  </a:lnTo>
                  <a:lnTo>
                    <a:pt x="3599562" y="2770015"/>
                  </a:lnTo>
                  <a:lnTo>
                    <a:pt x="3601077" y="2770015"/>
                  </a:lnTo>
                  <a:lnTo>
                    <a:pt x="3601203" y="2770015"/>
                  </a:lnTo>
                  <a:lnTo>
                    <a:pt x="3604107" y="2770015"/>
                  </a:lnTo>
                  <a:lnTo>
                    <a:pt x="3604233" y="2770015"/>
                  </a:lnTo>
                  <a:lnTo>
                    <a:pt x="3605243" y="2770015"/>
                  </a:lnTo>
                  <a:lnTo>
                    <a:pt x="3607389" y="2770015"/>
                  </a:lnTo>
                  <a:lnTo>
                    <a:pt x="3608652" y="2770015"/>
                  </a:lnTo>
                  <a:lnTo>
                    <a:pt x="3610167" y="2770015"/>
                  </a:lnTo>
                  <a:lnTo>
                    <a:pt x="3611303" y="2770015"/>
                  </a:lnTo>
                  <a:lnTo>
                    <a:pt x="3613197" y="2770015"/>
                  </a:lnTo>
                  <a:lnTo>
                    <a:pt x="3614712" y="2760192"/>
                  </a:lnTo>
                  <a:lnTo>
                    <a:pt x="3616354" y="2760192"/>
                  </a:lnTo>
                  <a:lnTo>
                    <a:pt x="3616606" y="2760192"/>
                  </a:lnTo>
                  <a:lnTo>
                    <a:pt x="3617742" y="2760192"/>
                  </a:lnTo>
                  <a:lnTo>
                    <a:pt x="3619384" y="2760192"/>
                  </a:lnTo>
                  <a:lnTo>
                    <a:pt x="3621530" y="2760192"/>
                  </a:lnTo>
                  <a:lnTo>
                    <a:pt x="3622414" y="2755281"/>
                  </a:lnTo>
                  <a:lnTo>
                    <a:pt x="3624308" y="2755281"/>
                  </a:lnTo>
                  <a:lnTo>
                    <a:pt x="3624687" y="2755281"/>
                  </a:lnTo>
                  <a:lnTo>
                    <a:pt x="3626202" y="2755281"/>
                  </a:lnTo>
                  <a:lnTo>
                    <a:pt x="3629106" y="2755281"/>
                  </a:lnTo>
                  <a:lnTo>
                    <a:pt x="3630494" y="2755281"/>
                  </a:lnTo>
                  <a:lnTo>
                    <a:pt x="3631504" y="2755281"/>
                  </a:lnTo>
                  <a:lnTo>
                    <a:pt x="3634535" y="2755281"/>
                  </a:lnTo>
                  <a:lnTo>
                    <a:pt x="3636807" y="2755281"/>
                  </a:lnTo>
                  <a:lnTo>
                    <a:pt x="3637438" y="2755281"/>
                  </a:lnTo>
                  <a:lnTo>
                    <a:pt x="3637565" y="2755281"/>
                  </a:lnTo>
                  <a:lnTo>
                    <a:pt x="3638070" y="2755281"/>
                  </a:lnTo>
                  <a:lnTo>
                    <a:pt x="3641479" y="2755281"/>
                  </a:lnTo>
                  <a:lnTo>
                    <a:pt x="3644761" y="2755281"/>
                  </a:lnTo>
                  <a:lnTo>
                    <a:pt x="3647918" y="2755281"/>
                  </a:lnTo>
                  <a:lnTo>
                    <a:pt x="3649938" y="2755281"/>
                  </a:lnTo>
                  <a:lnTo>
                    <a:pt x="3650695" y="2755281"/>
                  </a:lnTo>
                  <a:lnTo>
                    <a:pt x="3651327" y="2755281"/>
                  </a:lnTo>
                  <a:lnTo>
                    <a:pt x="3651453" y="2755281"/>
                  </a:lnTo>
                  <a:lnTo>
                    <a:pt x="3653852" y="2755281"/>
                  </a:lnTo>
                  <a:lnTo>
                    <a:pt x="3657513" y="2755281"/>
                  </a:lnTo>
                  <a:lnTo>
                    <a:pt x="3657639" y="2755281"/>
                  </a:lnTo>
                  <a:lnTo>
                    <a:pt x="3658144" y="2755281"/>
                  </a:lnTo>
                  <a:lnTo>
                    <a:pt x="3658397" y="2755281"/>
                  </a:lnTo>
                  <a:lnTo>
                    <a:pt x="3660417" y="2755281"/>
                  </a:lnTo>
                  <a:lnTo>
                    <a:pt x="3661427" y="2755281"/>
                  </a:lnTo>
                  <a:lnTo>
                    <a:pt x="3662690" y="2750369"/>
                  </a:lnTo>
                  <a:lnTo>
                    <a:pt x="3666604" y="2735635"/>
                  </a:lnTo>
                  <a:lnTo>
                    <a:pt x="3669255" y="2735635"/>
                  </a:lnTo>
                  <a:lnTo>
                    <a:pt x="3670012" y="2730724"/>
                  </a:lnTo>
                  <a:lnTo>
                    <a:pt x="3671401" y="2730724"/>
                  </a:lnTo>
                  <a:lnTo>
                    <a:pt x="3674305" y="2725813"/>
                  </a:lnTo>
                  <a:lnTo>
                    <a:pt x="3677588" y="2725813"/>
                  </a:lnTo>
                  <a:lnTo>
                    <a:pt x="3677967" y="2725813"/>
                  </a:lnTo>
                  <a:lnTo>
                    <a:pt x="3678598" y="2725813"/>
                  </a:lnTo>
                  <a:lnTo>
                    <a:pt x="3680365" y="2725813"/>
                  </a:lnTo>
                  <a:lnTo>
                    <a:pt x="3684911" y="2720901"/>
                  </a:lnTo>
                  <a:lnTo>
                    <a:pt x="3685163" y="2720901"/>
                  </a:lnTo>
                  <a:lnTo>
                    <a:pt x="3686805" y="2720901"/>
                  </a:lnTo>
                  <a:lnTo>
                    <a:pt x="3687183" y="2720901"/>
                  </a:lnTo>
                  <a:lnTo>
                    <a:pt x="3688193" y="2720901"/>
                  </a:lnTo>
                  <a:lnTo>
                    <a:pt x="3689330" y="2720901"/>
                  </a:lnTo>
                  <a:lnTo>
                    <a:pt x="3689582" y="2720901"/>
                  </a:lnTo>
                  <a:lnTo>
                    <a:pt x="3691350" y="2720901"/>
                  </a:lnTo>
                  <a:lnTo>
                    <a:pt x="3691476" y="2720901"/>
                  </a:lnTo>
                  <a:lnTo>
                    <a:pt x="3694127" y="2720901"/>
                  </a:lnTo>
                  <a:lnTo>
                    <a:pt x="3695642" y="2720901"/>
                  </a:lnTo>
                  <a:lnTo>
                    <a:pt x="3696274" y="2720901"/>
                  </a:lnTo>
                  <a:lnTo>
                    <a:pt x="3699051" y="2715990"/>
                  </a:lnTo>
                  <a:lnTo>
                    <a:pt x="3699683" y="2715990"/>
                  </a:lnTo>
                  <a:lnTo>
                    <a:pt x="3702587" y="2715990"/>
                  </a:lnTo>
                  <a:lnTo>
                    <a:pt x="3704354" y="2706167"/>
                  </a:lnTo>
                  <a:lnTo>
                    <a:pt x="3706753" y="2706167"/>
                  </a:lnTo>
                  <a:lnTo>
                    <a:pt x="3708142" y="2706167"/>
                  </a:lnTo>
                  <a:lnTo>
                    <a:pt x="3715212" y="2691433"/>
                  </a:lnTo>
                  <a:lnTo>
                    <a:pt x="3716727" y="2686522"/>
                  </a:lnTo>
                  <a:lnTo>
                    <a:pt x="3718242" y="2681610"/>
                  </a:lnTo>
                  <a:lnTo>
                    <a:pt x="3721020" y="2681610"/>
                  </a:lnTo>
                  <a:lnTo>
                    <a:pt x="3721146" y="2681610"/>
                  </a:lnTo>
                  <a:lnTo>
                    <a:pt x="3721399" y="2681610"/>
                  </a:lnTo>
                  <a:lnTo>
                    <a:pt x="3723798" y="2676699"/>
                  </a:lnTo>
                  <a:lnTo>
                    <a:pt x="3723924" y="2676699"/>
                  </a:lnTo>
                  <a:lnTo>
                    <a:pt x="3726196" y="2671787"/>
                  </a:lnTo>
                  <a:lnTo>
                    <a:pt x="3726449" y="2671787"/>
                  </a:lnTo>
                  <a:lnTo>
                    <a:pt x="3728469" y="2671787"/>
                  </a:lnTo>
                  <a:lnTo>
                    <a:pt x="3729984" y="2671787"/>
                  </a:lnTo>
                  <a:lnTo>
                    <a:pt x="3733393" y="2666876"/>
                  </a:lnTo>
                  <a:lnTo>
                    <a:pt x="3734782" y="2666876"/>
                  </a:lnTo>
                  <a:lnTo>
                    <a:pt x="3736423" y="2666876"/>
                  </a:lnTo>
                  <a:lnTo>
                    <a:pt x="3736802" y="2666876"/>
                  </a:lnTo>
                  <a:lnTo>
                    <a:pt x="3737433" y="2666876"/>
                  </a:lnTo>
                  <a:lnTo>
                    <a:pt x="3740085" y="2652142"/>
                  </a:lnTo>
                  <a:lnTo>
                    <a:pt x="3741978" y="2652142"/>
                  </a:lnTo>
                  <a:lnTo>
                    <a:pt x="3744504" y="2652142"/>
                  </a:lnTo>
                  <a:lnTo>
                    <a:pt x="3746271" y="2652142"/>
                  </a:lnTo>
                  <a:lnTo>
                    <a:pt x="3747660" y="2652142"/>
                  </a:lnTo>
                  <a:lnTo>
                    <a:pt x="3749554" y="2652142"/>
                  </a:lnTo>
                  <a:lnTo>
                    <a:pt x="3750059" y="2652142"/>
                  </a:lnTo>
                  <a:lnTo>
                    <a:pt x="3751195" y="2652142"/>
                  </a:lnTo>
                  <a:lnTo>
                    <a:pt x="3753594" y="2652142"/>
                  </a:lnTo>
                  <a:lnTo>
                    <a:pt x="3755867" y="2652142"/>
                  </a:lnTo>
                  <a:lnTo>
                    <a:pt x="3757634" y="2647231"/>
                  </a:lnTo>
                  <a:lnTo>
                    <a:pt x="3758013" y="2647231"/>
                  </a:lnTo>
                  <a:lnTo>
                    <a:pt x="3760033" y="2647231"/>
                  </a:lnTo>
                  <a:lnTo>
                    <a:pt x="3761927" y="2642319"/>
                  </a:lnTo>
                  <a:lnTo>
                    <a:pt x="3762558" y="2642319"/>
                  </a:lnTo>
                  <a:lnTo>
                    <a:pt x="3766093" y="2632496"/>
                  </a:lnTo>
                  <a:lnTo>
                    <a:pt x="3767735" y="2632496"/>
                  </a:lnTo>
                  <a:lnTo>
                    <a:pt x="3769502" y="2632496"/>
                  </a:lnTo>
                  <a:lnTo>
                    <a:pt x="3770639" y="2632496"/>
                  </a:lnTo>
                  <a:lnTo>
                    <a:pt x="3774174" y="2632496"/>
                  </a:lnTo>
                  <a:lnTo>
                    <a:pt x="3774426" y="2632496"/>
                  </a:lnTo>
                  <a:lnTo>
                    <a:pt x="3777709" y="2627585"/>
                  </a:lnTo>
                  <a:lnTo>
                    <a:pt x="3780108" y="2622674"/>
                  </a:lnTo>
                  <a:lnTo>
                    <a:pt x="3782254" y="2622674"/>
                  </a:lnTo>
                  <a:lnTo>
                    <a:pt x="3782759" y="2617762"/>
                  </a:lnTo>
                  <a:lnTo>
                    <a:pt x="3784527" y="2617762"/>
                  </a:lnTo>
                  <a:lnTo>
                    <a:pt x="3786168" y="2617762"/>
                  </a:lnTo>
                  <a:lnTo>
                    <a:pt x="3787683" y="2617762"/>
                  </a:lnTo>
                  <a:lnTo>
                    <a:pt x="3790840" y="2617762"/>
                  </a:lnTo>
                  <a:lnTo>
                    <a:pt x="3792228" y="2612851"/>
                  </a:lnTo>
                  <a:lnTo>
                    <a:pt x="3792481" y="2612851"/>
                  </a:lnTo>
                  <a:lnTo>
                    <a:pt x="3793238" y="2607940"/>
                  </a:lnTo>
                  <a:lnTo>
                    <a:pt x="3795764" y="2607940"/>
                  </a:lnTo>
                  <a:lnTo>
                    <a:pt x="3795890" y="2607940"/>
                  </a:lnTo>
                  <a:lnTo>
                    <a:pt x="3796016" y="2607940"/>
                  </a:lnTo>
                  <a:lnTo>
                    <a:pt x="3799678" y="2607940"/>
                  </a:lnTo>
                  <a:lnTo>
                    <a:pt x="3801950" y="2603028"/>
                  </a:lnTo>
                  <a:lnTo>
                    <a:pt x="3802203" y="2603028"/>
                  </a:lnTo>
                  <a:lnTo>
                    <a:pt x="3802581" y="2603028"/>
                  </a:lnTo>
                  <a:lnTo>
                    <a:pt x="3802834" y="2603028"/>
                  </a:lnTo>
                  <a:lnTo>
                    <a:pt x="3806243" y="2603028"/>
                  </a:lnTo>
                  <a:lnTo>
                    <a:pt x="3807000" y="2603028"/>
                  </a:lnTo>
                  <a:lnTo>
                    <a:pt x="3808894" y="2603028"/>
                  </a:lnTo>
                  <a:lnTo>
                    <a:pt x="3809904" y="2603028"/>
                  </a:lnTo>
                  <a:lnTo>
                    <a:pt x="3811924" y="2603028"/>
                  </a:lnTo>
                  <a:lnTo>
                    <a:pt x="3813061" y="2603028"/>
                  </a:lnTo>
                  <a:lnTo>
                    <a:pt x="3814450" y="2598117"/>
                  </a:lnTo>
                  <a:lnTo>
                    <a:pt x="3815207" y="2598117"/>
                  </a:lnTo>
                  <a:lnTo>
                    <a:pt x="3815333" y="2598117"/>
                  </a:lnTo>
                  <a:lnTo>
                    <a:pt x="3817353" y="2598117"/>
                  </a:lnTo>
                  <a:lnTo>
                    <a:pt x="3819373" y="2598117"/>
                  </a:lnTo>
                  <a:lnTo>
                    <a:pt x="3821394" y="2598117"/>
                  </a:lnTo>
                  <a:lnTo>
                    <a:pt x="3824297" y="2598117"/>
                  </a:lnTo>
                  <a:lnTo>
                    <a:pt x="3826696" y="2598117"/>
                  </a:lnTo>
                  <a:lnTo>
                    <a:pt x="3827201" y="2598117"/>
                  </a:lnTo>
                  <a:lnTo>
                    <a:pt x="3827328" y="2598117"/>
                  </a:lnTo>
                  <a:lnTo>
                    <a:pt x="3828085" y="2598117"/>
                  </a:lnTo>
                  <a:lnTo>
                    <a:pt x="3830232" y="2598117"/>
                  </a:lnTo>
                  <a:lnTo>
                    <a:pt x="3834903" y="2598117"/>
                  </a:lnTo>
                  <a:lnTo>
                    <a:pt x="3835282" y="2598117"/>
                  </a:lnTo>
                  <a:lnTo>
                    <a:pt x="3836923" y="2593205"/>
                  </a:lnTo>
                  <a:lnTo>
                    <a:pt x="3839322" y="2593205"/>
                  </a:lnTo>
                  <a:lnTo>
                    <a:pt x="3841342" y="2593205"/>
                  </a:lnTo>
                  <a:lnTo>
                    <a:pt x="3841721" y="2593205"/>
                  </a:lnTo>
                  <a:lnTo>
                    <a:pt x="3844120" y="2593205"/>
                  </a:lnTo>
                  <a:lnTo>
                    <a:pt x="3845382" y="2593205"/>
                  </a:lnTo>
                  <a:lnTo>
                    <a:pt x="3847150" y="2588294"/>
                  </a:lnTo>
                  <a:lnTo>
                    <a:pt x="3851569" y="2588294"/>
                  </a:lnTo>
                  <a:lnTo>
                    <a:pt x="3851695" y="2588294"/>
                  </a:lnTo>
                  <a:lnTo>
                    <a:pt x="3852831" y="2588294"/>
                  </a:lnTo>
                  <a:lnTo>
                    <a:pt x="3854094" y="2588294"/>
                  </a:lnTo>
                  <a:lnTo>
                    <a:pt x="3855988" y="2588294"/>
                  </a:lnTo>
                  <a:lnTo>
                    <a:pt x="3857124" y="2588294"/>
                  </a:lnTo>
                  <a:lnTo>
                    <a:pt x="3860280" y="2588294"/>
                  </a:lnTo>
                  <a:lnTo>
                    <a:pt x="3863058" y="2588294"/>
                  </a:lnTo>
                  <a:lnTo>
                    <a:pt x="3865331" y="2588294"/>
                  </a:lnTo>
                  <a:lnTo>
                    <a:pt x="3867351" y="2583383"/>
                  </a:lnTo>
                  <a:lnTo>
                    <a:pt x="3868235" y="2583383"/>
                  </a:lnTo>
                  <a:lnTo>
                    <a:pt x="3869371" y="2583383"/>
                  </a:lnTo>
                  <a:lnTo>
                    <a:pt x="3872149" y="2573560"/>
                  </a:lnTo>
                  <a:lnTo>
                    <a:pt x="3874674" y="2573560"/>
                  </a:lnTo>
                  <a:lnTo>
                    <a:pt x="3876568" y="2573560"/>
                  </a:lnTo>
                  <a:lnTo>
                    <a:pt x="3877199" y="2573560"/>
                  </a:lnTo>
                  <a:lnTo>
                    <a:pt x="3877578" y="2573560"/>
                  </a:lnTo>
                  <a:lnTo>
                    <a:pt x="3879598" y="2573560"/>
                  </a:lnTo>
                  <a:lnTo>
                    <a:pt x="3882628" y="2563737"/>
                  </a:lnTo>
                  <a:lnTo>
                    <a:pt x="3884269" y="2563737"/>
                  </a:lnTo>
                  <a:lnTo>
                    <a:pt x="3885784" y="2563737"/>
                  </a:lnTo>
                  <a:lnTo>
                    <a:pt x="3887804" y="2563737"/>
                  </a:lnTo>
                  <a:lnTo>
                    <a:pt x="3889951" y="2563737"/>
                  </a:lnTo>
                  <a:lnTo>
                    <a:pt x="3890203" y="2563737"/>
                  </a:lnTo>
                  <a:lnTo>
                    <a:pt x="3890834" y="2563737"/>
                  </a:lnTo>
                  <a:lnTo>
                    <a:pt x="3890961" y="2563737"/>
                  </a:lnTo>
                  <a:lnTo>
                    <a:pt x="3891087" y="2563737"/>
                  </a:lnTo>
                  <a:lnTo>
                    <a:pt x="3893486" y="2563737"/>
                  </a:lnTo>
                  <a:lnTo>
                    <a:pt x="3894875" y="2563737"/>
                  </a:lnTo>
                  <a:lnTo>
                    <a:pt x="3896768" y="2563737"/>
                  </a:lnTo>
                  <a:lnTo>
                    <a:pt x="3896895" y="2563737"/>
                  </a:lnTo>
                  <a:lnTo>
                    <a:pt x="3899546" y="2563737"/>
                  </a:lnTo>
                  <a:lnTo>
                    <a:pt x="3900809" y="2563737"/>
                  </a:lnTo>
                  <a:lnTo>
                    <a:pt x="3905480" y="2553914"/>
                  </a:lnTo>
                  <a:lnTo>
                    <a:pt x="3906995" y="2549003"/>
                  </a:lnTo>
                  <a:lnTo>
                    <a:pt x="3909773" y="2544092"/>
                  </a:lnTo>
                  <a:lnTo>
                    <a:pt x="3910909" y="2544092"/>
                  </a:lnTo>
                  <a:lnTo>
                    <a:pt x="3912424" y="2534269"/>
                  </a:lnTo>
                  <a:lnTo>
                    <a:pt x="3912929" y="2534269"/>
                  </a:lnTo>
                  <a:lnTo>
                    <a:pt x="3915959" y="2534269"/>
                  </a:lnTo>
                  <a:lnTo>
                    <a:pt x="3916086" y="2534269"/>
                  </a:lnTo>
                  <a:lnTo>
                    <a:pt x="3918106" y="2534269"/>
                  </a:lnTo>
                  <a:lnTo>
                    <a:pt x="3922398" y="2529358"/>
                  </a:lnTo>
                  <a:lnTo>
                    <a:pt x="3924671" y="2529358"/>
                  </a:lnTo>
                  <a:lnTo>
                    <a:pt x="3926186" y="2529358"/>
                  </a:lnTo>
                  <a:lnTo>
                    <a:pt x="3928585" y="2529358"/>
                  </a:lnTo>
                  <a:lnTo>
                    <a:pt x="3930226" y="2529358"/>
                  </a:lnTo>
                  <a:lnTo>
                    <a:pt x="3931110" y="2529358"/>
                  </a:lnTo>
                  <a:lnTo>
                    <a:pt x="3931489" y="2529358"/>
                  </a:lnTo>
                  <a:lnTo>
                    <a:pt x="3934393" y="2524446"/>
                  </a:lnTo>
                  <a:lnTo>
                    <a:pt x="3937297" y="2519535"/>
                  </a:lnTo>
                  <a:lnTo>
                    <a:pt x="3939317" y="2509712"/>
                  </a:lnTo>
                  <a:lnTo>
                    <a:pt x="3939822" y="2509712"/>
                  </a:lnTo>
                  <a:lnTo>
                    <a:pt x="3941842" y="2504801"/>
                  </a:lnTo>
                  <a:lnTo>
                    <a:pt x="3942221" y="2504801"/>
                  </a:lnTo>
                  <a:lnTo>
                    <a:pt x="3944493" y="2494978"/>
                  </a:lnTo>
                  <a:lnTo>
                    <a:pt x="3947018" y="2494978"/>
                  </a:lnTo>
                  <a:lnTo>
                    <a:pt x="3950049" y="2494978"/>
                  </a:lnTo>
                  <a:lnTo>
                    <a:pt x="3952574" y="2494978"/>
                  </a:lnTo>
                  <a:lnTo>
                    <a:pt x="3953836" y="2494978"/>
                  </a:lnTo>
                  <a:lnTo>
                    <a:pt x="3955856" y="2490067"/>
                  </a:lnTo>
                  <a:lnTo>
                    <a:pt x="3958508" y="2490067"/>
                  </a:lnTo>
                  <a:lnTo>
                    <a:pt x="3960907" y="2490067"/>
                  </a:lnTo>
                  <a:lnTo>
                    <a:pt x="3963305" y="2490067"/>
                  </a:lnTo>
                  <a:lnTo>
                    <a:pt x="3963558" y="2490067"/>
                  </a:lnTo>
                  <a:lnTo>
                    <a:pt x="3969745" y="2485155"/>
                  </a:lnTo>
                  <a:lnTo>
                    <a:pt x="3970502" y="2485155"/>
                  </a:lnTo>
                  <a:lnTo>
                    <a:pt x="3970755" y="2485155"/>
                  </a:lnTo>
                  <a:lnTo>
                    <a:pt x="3972648" y="2475332"/>
                  </a:lnTo>
                  <a:lnTo>
                    <a:pt x="3973532" y="2470421"/>
                  </a:lnTo>
                  <a:lnTo>
                    <a:pt x="3976689" y="2470421"/>
                  </a:lnTo>
                  <a:lnTo>
                    <a:pt x="3979214" y="2470421"/>
                  </a:lnTo>
                  <a:lnTo>
                    <a:pt x="3980224" y="2470421"/>
                  </a:lnTo>
                  <a:lnTo>
                    <a:pt x="3982370" y="2465510"/>
                  </a:lnTo>
                  <a:lnTo>
                    <a:pt x="3984769" y="2465510"/>
                  </a:lnTo>
                  <a:lnTo>
                    <a:pt x="3987168" y="2465510"/>
                  </a:lnTo>
                  <a:lnTo>
                    <a:pt x="3990703" y="2465510"/>
                  </a:lnTo>
                  <a:lnTo>
                    <a:pt x="3991208" y="2465510"/>
                  </a:lnTo>
                  <a:lnTo>
                    <a:pt x="3991713" y="2465510"/>
                  </a:lnTo>
                  <a:lnTo>
                    <a:pt x="3992218" y="2465510"/>
                  </a:lnTo>
                  <a:lnTo>
                    <a:pt x="3993859" y="2460598"/>
                  </a:lnTo>
                  <a:lnTo>
                    <a:pt x="3996385" y="2460598"/>
                  </a:lnTo>
                  <a:lnTo>
                    <a:pt x="3997900" y="2455687"/>
                  </a:lnTo>
                  <a:lnTo>
                    <a:pt x="3998026" y="2455687"/>
                  </a:lnTo>
                  <a:lnTo>
                    <a:pt x="3998405" y="2455687"/>
                  </a:lnTo>
                  <a:lnTo>
                    <a:pt x="4000930" y="2455687"/>
                  </a:lnTo>
                  <a:lnTo>
                    <a:pt x="4003076" y="2455687"/>
                  </a:lnTo>
                  <a:lnTo>
                    <a:pt x="4008126" y="2455687"/>
                  </a:lnTo>
                  <a:lnTo>
                    <a:pt x="4008758" y="2455687"/>
                  </a:lnTo>
                  <a:lnTo>
                    <a:pt x="4011535" y="2455687"/>
                  </a:lnTo>
                  <a:lnTo>
                    <a:pt x="4013177" y="2455687"/>
                  </a:lnTo>
                  <a:lnTo>
                    <a:pt x="4014565" y="2455687"/>
                  </a:lnTo>
                  <a:lnTo>
                    <a:pt x="4018227" y="2455687"/>
                  </a:lnTo>
                  <a:lnTo>
                    <a:pt x="4021383" y="2455687"/>
                  </a:lnTo>
                  <a:lnTo>
                    <a:pt x="4021636" y="2455687"/>
                  </a:lnTo>
                  <a:lnTo>
                    <a:pt x="4024666" y="2455687"/>
                  </a:lnTo>
                  <a:lnTo>
                    <a:pt x="4026307" y="2455687"/>
                  </a:lnTo>
                  <a:lnTo>
                    <a:pt x="4029085" y="2450776"/>
                  </a:lnTo>
                  <a:lnTo>
                    <a:pt x="4032115" y="2450776"/>
                  </a:lnTo>
                  <a:lnTo>
                    <a:pt x="4032494" y="2445864"/>
                  </a:lnTo>
                  <a:lnTo>
                    <a:pt x="4032873" y="2445864"/>
                  </a:lnTo>
                  <a:lnTo>
                    <a:pt x="4033883" y="2445864"/>
                  </a:lnTo>
                  <a:lnTo>
                    <a:pt x="4034514" y="2440953"/>
                  </a:lnTo>
                  <a:lnTo>
                    <a:pt x="4034640" y="2440953"/>
                  </a:lnTo>
                  <a:lnTo>
                    <a:pt x="4036660" y="2440953"/>
                  </a:lnTo>
                  <a:lnTo>
                    <a:pt x="4036787" y="2440953"/>
                  </a:lnTo>
                  <a:lnTo>
                    <a:pt x="4038554" y="2436041"/>
                  </a:lnTo>
                  <a:lnTo>
                    <a:pt x="4040448" y="2436041"/>
                  </a:lnTo>
                  <a:lnTo>
                    <a:pt x="4043604" y="2436041"/>
                  </a:lnTo>
                  <a:lnTo>
                    <a:pt x="4043731" y="2436041"/>
                  </a:lnTo>
                  <a:lnTo>
                    <a:pt x="4045119" y="2431130"/>
                  </a:lnTo>
                  <a:lnTo>
                    <a:pt x="4046003" y="2431130"/>
                  </a:lnTo>
                  <a:lnTo>
                    <a:pt x="4047897" y="2431130"/>
                  </a:lnTo>
                  <a:lnTo>
                    <a:pt x="4050927" y="2426219"/>
                  </a:lnTo>
                  <a:lnTo>
                    <a:pt x="4052947" y="2421307"/>
                  </a:lnTo>
                  <a:lnTo>
                    <a:pt x="4053452" y="2421307"/>
                  </a:lnTo>
                  <a:lnTo>
                    <a:pt x="4054589" y="2421307"/>
                  </a:lnTo>
                  <a:lnTo>
                    <a:pt x="4056609" y="2416396"/>
                  </a:lnTo>
                  <a:lnTo>
                    <a:pt x="4058881" y="2416396"/>
                  </a:lnTo>
                  <a:lnTo>
                    <a:pt x="4061533" y="2411485"/>
                  </a:lnTo>
                  <a:lnTo>
                    <a:pt x="4064184" y="2411485"/>
                  </a:lnTo>
                  <a:lnTo>
                    <a:pt x="4066583" y="2406573"/>
                  </a:lnTo>
                  <a:lnTo>
                    <a:pt x="4069234" y="2406573"/>
                  </a:lnTo>
                  <a:lnTo>
                    <a:pt x="4069487" y="2406573"/>
                  </a:lnTo>
                  <a:lnTo>
                    <a:pt x="4069613" y="2406573"/>
                  </a:lnTo>
                  <a:lnTo>
                    <a:pt x="4072770" y="2406573"/>
                  </a:lnTo>
                  <a:lnTo>
                    <a:pt x="4072896" y="2406573"/>
                  </a:lnTo>
                  <a:lnTo>
                    <a:pt x="4074285" y="2396750"/>
                  </a:lnTo>
                  <a:lnTo>
                    <a:pt x="4076052" y="2396750"/>
                  </a:lnTo>
                  <a:lnTo>
                    <a:pt x="4076431" y="2396750"/>
                  </a:lnTo>
                  <a:lnTo>
                    <a:pt x="4078577" y="2396750"/>
                  </a:lnTo>
                  <a:lnTo>
                    <a:pt x="4078830" y="2396750"/>
                  </a:lnTo>
                  <a:lnTo>
                    <a:pt x="4078956" y="2396750"/>
                  </a:lnTo>
                  <a:lnTo>
                    <a:pt x="4084259" y="2391839"/>
                  </a:lnTo>
                  <a:lnTo>
                    <a:pt x="4087036" y="2391839"/>
                  </a:lnTo>
                  <a:lnTo>
                    <a:pt x="4090445" y="2391839"/>
                  </a:lnTo>
                  <a:lnTo>
                    <a:pt x="4091203" y="2386928"/>
                  </a:lnTo>
                  <a:lnTo>
                    <a:pt x="4092971" y="2386928"/>
                  </a:lnTo>
                  <a:lnTo>
                    <a:pt x="4096127" y="2386928"/>
                  </a:lnTo>
                  <a:lnTo>
                    <a:pt x="4099410" y="2386928"/>
                  </a:lnTo>
                  <a:lnTo>
                    <a:pt x="4100420" y="2386928"/>
                  </a:lnTo>
                  <a:lnTo>
                    <a:pt x="4103829" y="2386928"/>
                  </a:lnTo>
                  <a:lnTo>
                    <a:pt x="4104207" y="2386928"/>
                  </a:lnTo>
                  <a:lnTo>
                    <a:pt x="4104586" y="2386928"/>
                  </a:lnTo>
                  <a:lnTo>
                    <a:pt x="4106859" y="2377105"/>
                  </a:lnTo>
                  <a:lnTo>
                    <a:pt x="4109384" y="2377105"/>
                  </a:lnTo>
                  <a:lnTo>
                    <a:pt x="4112035" y="2372194"/>
                  </a:lnTo>
                  <a:lnTo>
                    <a:pt x="4115823" y="2362371"/>
                  </a:lnTo>
                  <a:lnTo>
                    <a:pt x="4116454" y="2362371"/>
                  </a:lnTo>
                  <a:lnTo>
                    <a:pt x="4119358" y="2362371"/>
                  </a:lnTo>
                  <a:lnTo>
                    <a:pt x="4120621" y="2362371"/>
                  </a:lnTo>
                  <a:lnTo>
                    <a:pt x="4123146" y="2362371"/>
                  </a:lnTo>
                  <a:lnTo>
                    <a:pt x="4125040" y="2362371"/>
                  </a:lnTo>
                  <a:lnTo>
                    <a:pt x="4125545" y="2357459"/>
                  </a:lnTo>
                  <a:lnTo>
                    <a:pt x="4128196" y="2352548"/>
                  </a:lnTo>
                  <a:lnTo>
                    <a:pt x="4129964" y="2352548"/>
                  </a:lnTo>
                  <a:lnTo>
                    <a:pt x="4132867" y="2352548"/>
                  </a:lnTo>
                  <a:lnTo>
                    <a:pt x="4134888" y="2352548"/>
                  </a:lnTo>
                  <a:lnTo>
                    <a:pt x="4135266" y="2352548"/>
                  </a:lnTo>
                  <a:lnTo>
                    <a:pt x="4136403" y="2352548"/>
                  </a:lnTo>
                  <a:lnTo>
                    <a:pt x="4136529" y="2352548"/>
                  </a:lnTo>
                  <a:lnTo>
                    <a:pt x="4138423" y="2352548"/>
                  </a:lnTo>
                  <a:lnTo>
                    <a:pt x="4138675" y="2352548"/>
                  </a:lnTo>
                  <a:lnTo>
                    <a:pt x="4143347" y="2352548"/>
                  </a:lnTo>
                  <a:lnTo>
                    <a:pt x="4143473" y="2352548"/>
                  </a:lnTo>
                  <a:lnTo>
                    <a:pt x="4143473" y="2347637"/>
                  </a:lnTo>
                  <a:lnTo>
                    <a:pt x="4146251" y="2347637"/>
                  </a:lnTo>
                  <a:lnTo>
                    <a:pt x="4146377" y="2347637"/>
                  </a:lnTo>
                  <a:lnTo>
                    <a:pt x="4149407" y="2342725"/>
                  </a:lnTo>
                  <a:lnTo>
                    <a:pt x="4150543" y="2342725"/>
                  </a:lnTo>
                  <a:lnTo>
                    <a:pt x="4152690" y="2342725"/>
                  </a:lnTo>
                  <a:lnTo>
                    <a:pt x="4152816" y="2342725"/>
                  </a:lnTo>
                  <a:lnTo>
                    <a:pt x="4154078" y="2342725"/>
                  </a:lnTo>
                  <a:lnTo>
                    <a:pt x="4155089" y="2342725"/>
                  </a:lnTo>
                  <a:lnTo>
                    <a:pt x="4158245" y="2337814"/>
                  </a:lnTo>
                  <a:lnTo>
                    <a:pt x="4161780" y="2337814"/>
                  </a:lnTo>
                  <a:lnTo>
                    <a:pt x="4164305" y="2337814"/>
                  </a:lnTo>
                  <a:lnTo>
                    <a:pt x="4165820" y="2332903"/>
                  </a:lnTo>
                  <a:lnTo>
                    <a:pt x="4168850" y="2323080"/>
                  </a:lnTo>
                  <a:lnTo>
                    <a:pt x="4168977" y="2323080"/>
                  </a:lnTo>
                  <a:lnTo>
                    <a:pt x="4171249" y="2323080"/>
                  </a:lnTo>
                  <a:lnTo>
                    <a:pt x="4173774" y="2318168"/>
                  </a:lnTo>
                  <a:lnTo>
                    <a:pt x="4174658" y="2313257"/>
                  </a:lnTo>
                  <a:lnTo>
                    <a:pt x="4177436" y="2303434"/>
                  </a:lnTo>
                  <a:lnTo>
                    <a:pt x="4178572" y="2303434"/>
                  </a:lnTo>
                  <a:lnTo>
                    <a:pt x="4182739" y="2303434"/>
                  </a:lnTo>
                  <a:lnTo>
                    <a:pt x="4182865" y="2303434"/>
                  </a:lnTo>
                  <a:lnTo>
                    <a:pt x="4183117" y="2303434"/>
                  </a:lnTo>
                  <a:lnTo>
                    <a:pt x="4185264" y="2298523"/>
                  </a:lnTo>
                  <a:lnTo>
                    <a:pt x="4186526" y="2298523"/>
                  </a:lnTo>
                  <a:lnTo>
                    <a:pt x="4188925" y="2298523"/>
                  </a:lnTo>
                  <a:lnTo>
                    <a:pt x="4189051" y="2298523"/>
                  </a:lnTo>
                  <a:lnTo>
                    <a:pt x="4191829" y="2298523"/>
                  </a:lnTo>
                  <a:lnTo>
                    <a:pt x="4192082" y="2298523"/>
                  </a:lnTo>
                  <a:lnTo>
                    <a:pt x="4194354" y="2298523"/>
                  </a:lnTo>
                  <a:lnTo>
                    <a:pt x="4197384" y="2298523"/>
                  </a:lnTo>
                  <a:lnTo>
                    <a:pt x="4198773" y="2298523"/>
                  </a:lnTo>
                  <a:lnTo>
                    <a:pt x="4200793" y="2298523"/>
                  </a:lnTo>
                  <a:lnTo>
                    <a:pt x="4201046" y="2298523"/>
                  </a:lnTo>
                  <a:lnTo>
                    <a:pt x="4201172" y="2298523"/>
                  </a:lnTo>
                  <a:lnTo>
                    <a:pt x="4203445" y="2298523"/>
                  </a:lnTo>
                  <a:lnTo>
                    <a:pt x="4205970" y="2293612"/>
                  </a:lnTo>
                  <a:lnTo>
                    <a:pt x="4209252" y="2293612"/>
                  </a:lnTo>
                  <a:lnTo>
                    <a:pt x="4215439" y="2278877"/>
                  </a:lnTo>
                  <a:lnTo>
                    <a:pt x="4215565" y="2278877"/>
                  </a:lnTo>
                  <a:lnTo>
                    <a:pt x="4216954" y="2273966"/>
                  </a:lnTo>
                  <a:lnTo>
                    <a:pt x="4218974" y="2273966"/>
                  </a:lnTo>
                  <a:lnTo>
                    <a:pt x="4219100" y="2273966"/>
                  </a:lnTo>
                  <a:lnTo>
                    <a:pt x="4219353" y="2273966"/>
                  </a:lnTo>
                  <a:lnTo>
                    <a:pt x="4220615" y="2273966"/>
                  </a:lnTo>
                  <a:lnTo>
                    <a:pt x="4223519" y="2273966"/>
                  </a:lnTo>
                  <a:lnTo>
                    <a:pt x="4227055" y="2273966"/>
                  </a:lnTo>
                  <a:lnTo>
                    <a:pt x="4227181" y="2273966"/>
                  </a:lnTo>
                  <a:lnTo>
                    <a:pt x="4230716" y="2273966"/>
                  </a:lnTo>
                  <a:lnTo>
                    <a:pt x="4231221" y="2273966"/>
                  </a:lnTo>
                  <a:lnTo>
                    <a:pt x="4233620" y="2269055"/>
                  </a:lnTo>
                  <a:lnTo>
                    <a:pt x="4239175" y="2269055"/>
                  </a:lnTo>
                  <a:lnTo>
                    <a:pt x="4240059" y="2269055"/>
                  </a:lnTo>
                  <a:lnTo>
                    <a:pt x="4240816" y="2269055"/>
                  </a:lnTo>
                  <a:lnTo>
                    <a:pt x="4242332" y="2264143"/>
                  </a:lnTo>
                  <a:lnTo>
                    <a:pt x="4242584" y="2264143"/>
                  </a:lnTo>
                  <a:lnTo>
                    <a:pt x="4244857" y="2264143"/>
                  </a:lnTo>
                  <a:lnTo>
                    <a:pt x="4246498" y="2264143"/>
                  </a:lnTo>
                  <a:lnTo>
                    <a:pt x="4248897" y="2264143"/>
                  </a:lnTo>
                  <a:lnTo>
                    <a:pt x="4249023" y="2264143"/>
                  </a:lnTo>
                  <a:lnTo>
                    <a:pt x="4249402" y="2264143"/>
                  </a:lnTo>
                  <a:lnTo>
                    <a:pt x="4252685" y="2259232"/>
                  </a:lnTo>
                  <a:lnTo>
                    <a:pt x="4253821" y="2259232"/>
                  </a:lnTo>
                  <a:lnTo>
                    <a:pt x="4256220" y="2259232"/>
                  </a:lnTo>
                  <a:lnTo>
                    <a:pt x="4256598" y="2254321"/>
                  </a:lnTo>
                  <a:lnTo>
                    <a:pt x="4257482" y="2254321"/>
                  </a:lnTo>
                  <a:lnTo>
                    <a:pt x="4261775" y="2249409"/>
                  </a:lnTo>
                  <a:lnTo>
                    <a:pt x="4264300" y="2249409"/>
                  </a:lnTo>
                  <a:lnTo>
                    <a:pt x="4268719" y="2239586"/>
                  </a:lnTo>
                  <a:lnTo>
                    <a:pt x="4269098" y="2239586"/>
                  </a:lnTo>
                  <a:lnTo>
                    <a:pt x="4272380" y="2234675"/>
                  </a:lnTo>
                  <a:lnTo>
                    <a:pt x="4272633" y="2234675"/>
                  </a:lnTo>
                  <a:lnTo>
                    <a:pt x="4275032" y="2234675"/>
                  </a:lnTo>
                  <a:lnTo>
                    <a:pt x="4277683" y="2224852"/>
                  </a:lnTo>
                  <a:lnTo>
                    <a:pt x="4279956" y="2224852"/>
                  </a:lnTo>
                  <a:lnTo>
                    <a:pt x="4280713" y="2219941"/>
                  </a:lnTo>
                  <a:lnTo>
                    <a:pt x="4283870" y="2219941"/>
                  </a:lnTo>
                  <a:lnTo>
                    <a:pt x="4285385" y="2219941"/>
                  </a:lnTo>
                  <a:lnTo>
                    <a:pt x="4286016" y="2210118"/>
                  </a:lnTo>
                  <a:lnTo>
                    <a:pt x="4286269" y="2210118"/>
                  </a:lnTo>
                  <a:lnTo>
                    <a:pt x="4289299" y="2205207"/>
                  </a:lnTo>
                  <a:lnTo>
                    <a:pt x="4289425" y="2205207"/>
                  </a:lnTo>
                  <a:lnTo>
                    <a:pt x="4291571" y="2205207"/>
                  </a:lnTo>
                  <a:lnTo>
                    <a:pt x="4291698" y="2200295"/>
                  </a:lnTo>
                  <a:lnTo>
                    <a:pt x="4293718" y="2200295"/>
                  </a:lnTo>
                  <a:lnTo>
                    <a:pt x="4293844" y="2200295"/>
                  </a:lnTo>
                  <a:lnTo>
                    <a:pt x="4294349" y="2200295"/>
                  </a:lnTo>
                  <a:lnTo>
                    <a:pt x="4297758" y="2200295"/>
                  </a:lnTo>
                  <a:lnTo>
                    <a:pt x="4298137" y="2200295"/>
                  </a:lnTo>
                  <a:lnTo>
                    <a:pt x="4298894" y="2200295"/>
                  </a:lnTo>
                  <a:lnTo>
                    <a:pt x="4302303" y="2195384"/>
                  </a:lnTo>
                  <a:lnTo>
                    <a:pt x="4303818" y="2195384"/>
                  </a:lnTo>
                  <a:lnTo>
                    <a:pt x="4304071" y="2195384"/>
                  </a:lnTo>
                  <a:lnTo>
                    <a:pt x="4306091" y="2190473"/>
                  </a:lnTo>
                  <a:lnTo>
                    <a:pt x="4308237" y="2190473"/>
                  </a:lnTo>
                  <a:lnTo>
                    <a:pt x="4311141" y="2185561"/>
                  </a:lnTo>
                  <a:lnTo>
                    <a:pt x="4315055" y="2180650"/>
                  </a:lnTo>
                  <a:lnTo>
                    <a:pt x="4317328" y="2180650"/>
                  </a:lnTo>
                  <a:lnTo>
                    <a:pt x="4320105" y="2180650"/>
                  </a:lnTo>
                  <a:lnTo>
                    <a:pt x="4320484" y="2180650"/>
                  </a:lnTo>
                  <a:lnTo>
                    <a:pt x="4320989" y="2180650"/>
                  </a:lnTo>
                  <a:lnTo>
                    <a:pt x="4326923" y="2175739"/>
                  </a:lnTo>
                  <a:lnTo>
                    <a:pt x="4327049" y="2175739"/>
                  </a:lnTo>
                  <a:lnTo>
                    <a:pt x="4330837" y="2170827"/>
                  </a:lnTo>
                  <a:lnTo>
                    <a:pt x="4331216" y="2170827"/>
                  </a:lnTo>
                  <a:lnTo>
                    <a:pt x="4333362" y="2165916"/>
                  </a:lnTo>
                  <a:lnTo>
                    <a:pt x="4335887" y="2165916"/>
                  </a:lnTo>
                  <a:lnTo>
                    <a:pt x="4338034" y="2165916"/>
                  </a:lnTo>
                  <a:lnTo>
                    <a:pt x="4341064" y="2165916"/>
                  </a:lnTo>
                  <a:lnTo>
                    <a:pt x="4341948" y="2161004"/>
                  </a:lnTo>
                  <a:lnTo>
                    <a:pt x="4342453" y="2161004"/>
                  </a:lnTo>
                  <a:lnTo>
                    <a:pt x="4344220" y="2161004"/>
                  </a:lnTo>
                  <a:lnTo>
                    <a:pt x="4345862" y="2161004"/>
                  </a:lnTo>
                  <a:lnTo>
                    <a:pt x="4349397" y="2161004"/>
                  </a:lnTo>
                  <a:lnTo>
                    <a:pt x="4349523" y="2161004"/>
                  </a:lnTo>
                  <a:lnTo>
                    <a:pt x="4352427" y="2151182"/>
                  </a:lnTo>
                  <a:lnTo>
                    <a:pt x="4354194" y="2151182"/>
                  </a:lnTo>
                  <a:lnTo>
                    <a:pt x="4355204" y="2151182"/>
                  </a:lnTo>
                  <a:lnTo>
                    <a:pt x="4355457" y="2151182"/>
                  </a:lnTo>
                  <a:lnTo>
                    <a:pt x="4356846" y="2151182"/>
                  </a:lnTo>
                  <a:lnTo>
                    <a:pt x="4360633" y="2151182"/>
                  </a:lnTo>
                  <a:lnTo>
                    <a:pt x="4365305" y="2146270"/>
                  </a:lnTo>
                  <a:lnTo>
                    <a:pt x="4368083" y="2146270"/>
                  </a:lnTo>
                  <a:lnTo>
                    <a:pt x="4370481" y="2141359"/>
                  </a:lnTo>
                  <a:lnTo>
                    <a:pt x="4373890" y="2126625"/>
                  </a:lnTo>
                  <a:lnTo>
                    <a:pt x="4375658" y="2126625"/>
                  </a:lnTo>
                  <a:lnTo>
                    <a:pt x="4379698" y="2126625"/>
                  </a:lnTo>
                  <a:lnTo>
                    <a:pt x="4381592" y="2121713"/>
                  </a:lnTo>
                  <a:lnTo>
                    <a:pt x="4381718" y="2121713"/>
                  </a:lnTo>
                  <a:lnTo>
                    <a:pt x="4383991" y="2121713"/>
                  </a:lnTo>
                  <a:lnTo>
                    <a:pt x="4384496" y="2121713"/>
                  </a:lnTo>
                  <a:lnTo>
                    <a:pt x="4385632" y="2121713"/>
                  </a:lnTo>
                  <a:lnTo>
                    <a:pt x="4385885" y="2121713"/>
                  </a:lnTo>
                  <a:lnTo>
                    <a:pt x="4386263" y="2121713"/>
                  </a:lnTo>
                  <a:lnTo>
                    <a:pt x="4389294" y="2121713"/>
                  </a:lnTo>
                  <a:lnTo>
                    <a:pt x="4390177" y="2121713"/>
                  </a:lnTo>
                  <a:lnTo>
                    <a:pt x="4392198" y="2121713"/>
                  </a:lnTo>
                  <a:lnTo>
                    <a:pt x="4392450" y="2121713"/>
                  </a:lnTo>
                  <a:lnTo>
                    <a:pt x="4395985" y="2116802"/>
                  </a:lnTo>
                  <a:lnTo>
                    <a:pt x="4396238" y="2116802"/>
                  </a:lnTo>
                  <a:lnTo>
                    <a:pt x="4396995" y="2116802"/>
                  </a:lnTo>
                  <a:lnTo>
                    <a:pt x="4397500" y="2116802"/>
                  </a:lnTo>
                  <a:lnTo>
                    <a:pt x="4400404" y="2111891"/>
                  </a:lnTo>
                  <a:lnTo>
                    <a:pt x="4402929" y="2111891"/>
                  </a:lnTo>
                  <a:lnTo>
                    <a:pt x="4403182" y="2111891"/>
                  </a:lnTo>
                  <a:lnTo>
                    <a:pt x="4403939" y="2111891"/>
                  </a:lnTo>
                  <a:lnTo>
                    <a:pt x="4404444" y="2111891"/>
                  </a:lnTo>
                  <a:lnTo>
                    <a:pt x="4411893" y="2111891"/>
                  </a:lnTo>
                  <a:lnTo>
                    <a:pt x="4415555" y="2111891"/>
                  </a:lnTo>
                  <a:lnTo>
                    <a:pt x="4418838" y="2102068"/>
                  </a:lnTo>
                  <a:lnTo>
                    <a:pt x="4421236" y="2102068"/>
                  </a:lnTo>
                  <a:lnTo>
                    <a:pt x="4424393" y="2102068"/>
                  </a:lnTo>
                  <a:lnTo>
                    <a:pt x="4425277" y="2102068"/>
                  </a:lnTo>
                  <a:lnTo>
                    <a:pt x="4428686" y="2102068"/>
                  </a:lnTo>
                  <a:lnTo>
                    <a:pt x="4431337" y="2102068"/>
                  </a:lnTo>
                  <a:lnTo>
                    <a:pt x="4433483" y="2102068"/>
                  </a:lnTo>
                  <a:lnTo>
                    <a:pt x="4433862" y="2102068"/>
                  </a:lnTo>
                  <a:lnTo>
                    <a:pt x="4437271" y="2102068"/>
                  </a:lnTo>
                  <a:lnTo>
                    <a:pt x="4437523" y="2102068"/>
                  </a:lnTo>
                  <a:lnTo>
                    <a:pt x="4438786" y="2102068"/>
                  </a:lnTo>
                  <a:lnTo>
                    <a:pt x="4441690" y="2092245"/>
                  </a:lnTo>
                  <a:lnTo>
                    <a:pt x="4444594" y="2092245"/>
                  </a:lnTo>
                  <a:lnTo>
                    <a:pt x="4444720" y="2092245"/>
                  </a:lnTo>
                  <a:lnTo>
                    <a:pt x="4444846" y="2092245"/>
                  </a:lnTo>
                  <a:lnTo>
                    <a:pt x="4448255" y="2092245"/>
                  </a:lnTo>
                  <a:lnTo>
                    <a:pt x="4448381" y="2092245"/>
                  </a:lnTo>
                  <a:lnTo>
                    <a:pt x="4449518" y="2092245"/>
                  </a:lnTo>
                  <a:lnTo>
                    <a:pt x="4449644" y="2092245"/>
                  </a:lnTo>
                  <a:lnTo>
                    <a:pt x="4451664" y="2092245"/>
                  </a:lnTo>
                  <a:lnTo>
                    <a:pt x="4455326" y="2082422"/>
                  </a:lnTo>
                  <a:lnTo>
                    <a:pt x="4455578" y="2082422"/>
                  </a:lnTo>
                  <a:lnTo>
                    <a:pt x="4458987" y="2082422"/>
                  </a:lnTo>
                  <a:lnTo>
                    <a:pt x="4461007" y="2082422"/>
                  </a:lnTo>
                  <a:lnTo>
                    <a:pt x="4463911" y="2082422"/>
                  </a:lnTo>
                  <a:lnTo>
                    <a:pt x="4467320" y="2072600"/>
                  </a:lnTo>
                  <a:lnTo>
                    <a:pt x="4470098" y="2067688"/>
                  </a:lnTo>
                  <a:lnTo>
                    <a:pt x="4470603" y="2067688"/>
                  </a:lnTo>
                  <a:lnTo>
                    <a:pt x="4471865" y="2067688"/>
                  </a:lnTo>
                  <a:lnTo>
                    <a:pt x="4475148" y="2067688"/>
                  </a:lnTo>
                  <a:lnTo>
                    <a:pt x="4477168" y="2062777"/>
                  </a:lnTo>
                  <a:lnTo>
                    <a:pt x="4480577" y="2062777"/>
                  </a:lnTo>
                  <a:lnTo>
                    <a:pt x="4480703" y="2062777"/>
                  </a:lnTo>
                  <a:lnTo>
                    <a:pt x="4480829" y="2062777"/>
                  </a:lnTo>
                  <a:lnTo>
                    <a:pt x="4483986" y="2062777"/>
                  </a:lnTo>
                  <a:lnTo>
                    <a:pt x="4484743" y="2062777"/>
                  </a:lnTo>
                  <a:lnTo>
                    <a:pt x="4487395" y="2062777"/>
                  </a:lnTo>
                  <a:lnTo>
                    <a:pt x="4491182" y="2062777"/>
                  </a:lnTo>
                  <a:lnTo>
                    <a:pt x="4491687" y="2062777"/>
                  </a:lnTo>
                  <a:lnTo>
                    <a:pt x="4492697" y="2057866"/>
                  </a:lnTo>
                  <a:lnTo>
                    <a:pt x="4495728" y="2057866"/>
                  </a:lnTo>
                  <a:lnTo>
                    <a:pt x="4496106" y="2057866"/>
                  </a:lnTo>
                  <a:lnTo>
                    <a:pt x="4500273" y="2057866"/>
                  </a:lnTo>
                  <a:lnTo>
                    <a:pt x="4503682" y="2052954"/>
                  </a:lnTo>
                  <a:lnTo>
                    <a:pt x="4503934" y="2052954"/>
                  </a:lnTo>
                  <a:lnTo>
                    <a:pt x="4504060" y="2052954"/>
                  </a:lnTo>
                  <a:lnTo>
                    <a:pt x="4504692" y="2048043"/>
                  </a:lnTo>
                  <a:lnTo>
                    <a:pt x="4504692" y="2043131"/>
                  </a:lnTo>
                  <a:lnTo>
                    <a:pt x="4508984" y="2043131"/>
                  </a:lnTo>
                  <a:lnTo>
                    <a:pt x="4509994" y="2043131"/>
                  </a:lnTo>
                  <a:lnTo>
                    <a:pt x="4510500" y="2043131"/>
                  </a:lnTo>
                  <a:lnTo>
                    <a:pt x="4511636" y="2043131"/>
                  </a:lnTo>
                  <a:lnTo>
                    <a:pt x="4515424" y="2023486"/>
                  </a:lnTo>
                  <a:lnTo>
                    <a:pt x="4517444" y="2023486"/>
                  </a:lnTo>
                  <a:lnTo>
                    <a:pt x="4520853" y="2023486"/>
                  </a:lnTo>
                  <a:lnTo>
                    <a:pt x="4523756" y="2018575"/>
                  </a:lnTo>
                  <a:lnTo>
                    <a:pt x="4524135" y="2018575"/>
                  </a:lnTo>
                  <a:lnTo>
                    <a:pt x="4528807" y="2018575"/>
                  </a:lnTo>
                  <a:lnTo>
                    <a:pt x="4531079" y="2018575"/>
                  </a:lnTo>
                  <a:lnTo>
                    <a:pt x="4534109" y="2013663"/>
                  </a:lnTo>
                  <a:lnTo>
                    <a:pt x="4534867" y="2013663"/>
                  </a:lnTo>
                  <a:lnTo>
                    <a:pt x="4539286" y="2008752"/>
                  </a:lnTo>
                  <a:lnTo>
                    <a:pt x="4544336" y="2003840"/>
                  </a:lnTo>
                  <a:lnTo>
                    <a:pt x="4545599" y="2003840"/>
                  </a:lnTo>
                  <a:lnTo>
                    <a:pt x="4545851" y="2003840"/>
                  </a:lnTo>
                  <a:lnTo>
                    <a:pt x="4545977" y="2003840"/>
                  </a:lnTo>
                  <a:lnTo>
                    <a:pt x="4546230" y="2003840"/>
                  </a:lnTo>
                  <a:lnTo>
                    <a:pt x="4549765" y="2003840"/>
                  </a:lnTo>
                  <a:lnTo>
                    <a:pt x="4550270" y="2003840"/>
                  </a:lnTo>
                  <a:lnTo>
                    <a:pt x="4550775" y="2003840"/>
                  </a:lnTo>
                  <a:lnTo>
                    <a:pt x="4552543" y="2003840"/>
                  </a:lnTo>
                  <a:lnTo>
                    <a:pt x="4555825" y="1994018"/>
                  </a:lnTo>
                  <a:lnTo>
                    <a:pt x="4556709" y="1994018"/>
                  </a:lnTo>
                  <a:lnTo>
                    <a:pt x="4557088" y="1994018"/>
                  </a:lnTo>
                  <a:lnTo>
                    <a:pt x="4557467" y="1994018"/>
                  </a:lnTo>
                  <a:lnTo>
                    <a:pt x="4560876" y="1994018"/>
                  </a:lnTo>
                  <a:lnTo>
                    <a:pt x="4562138" y="1994018"/>
                  </a:lnTo>
                  <a:lnTo>
                    <a:pt x="4564285" y="1994018"/>
                  </a:lnTo>
                  <a:lnTo>
                    <a:pt x="4567946" y="1989106"/>
                  </a:lnTo>
                  <a:lnTo>
                    <a:pt x="4573249" y="1989106"/>
                  </a:lnTo>
                  <a:lnTo>
                    <a:pt x="4576910" y="1979284"/>
                  </a:lnTo>
                  <a:lnTo>
                    <a:pt x="4577920" y="1979284"/>
                  </a:lnTo>
                  <a:lnTo>
                    <a:pt x="4580698" y="1979284"/>
                  </a:lnTo>
                  <a:lnTo>
                    <a:pt x="4580824" y="1979284"/>
                  </a:lnTo>
                  <a:lnTo>
                    <a:pt x="4585243" y="1974372"/>
                  </a:lnTo>
                  <a:lnTo>
                    <a:pt x="4585369" y="1974372"/>
                  </a:lnTo>
                  <a:lnTo>
                    <a:pt x="4588526" y="1974372"/>
                  </a:lnTo>
                  <a:lnTo>
                    <a:pt x="4590293" y="1969461"/>
                  </a:lnTo>
                  <a:lnTo>
                    <a:pt x="4592819" y="1969461"/>
                  </a:lnTo>
                  <a:lnTo>
                    <a:pt x="4594965" y="1964549"/>
                  </a:lnTo>
                  <a:lnTo>
                    <a:pt x="4595596" y="1964549"/>
                  </a:lnTo>
                  <a:lnTo>
                    <a:pt x="4596859" y="1964549"/>
                  </a:lnTo>
                  <a:lnTo>
                    <a:pt x="4599510" y="1964549"/>
                  </a:lnTo>
                  <a:lnTo>
                    <a:pt x="4599636" y="1964549"/>
                  </a:lnTo>
                  <a:lnTo>
                    <a:pt x="4600646" y="1959638"/>
                  </a:lnTo>
                  <a:lnTo>
                    <a:pt x="4601783" y="1959638"/>
                  </a:lnTo>
                  <a:lnTo>
                    <a:pt x="4604560" y="1959638"/>
                  </a:lnTo>
                  <a:lnTo>
                    <a:pt x="4604939" y="1959638"/>
                  </a:lnTo>
                  <a:lnTo>
                    <a:pt x="4607590" y="1954727"/>
                  </a:lnTo>
                  <a:lnTo>
                    <a:pt x="4610999" y="1949815"/>
                  </a:lnTo>
                  <a:lnTo>
                    <a:pt x="4611883" y="1939993"/>
                  </a:lnTo>
                  <a:lnTo>
                    <a:pt x="4612767" y="1939993"/>
                  </a:lnTo>
                  <a:lnTo>
                    <a:pt x="4617691" y="1935081"/>
                  </a:lnTo>
                  <a:lnTo>
                    <a:pt x="4624635" y="1935081"/>
                  </a:lnTo>
                  <a:lnTo>
                    <a:pt x="4628928" y="1930170"/>
                  </a:lnTo>
                  <a:lnTo>
                    <a:pt x="4629054" y="1930170"/>
                  </a:lnTo>
                  <a:lnTo>
                    <a:pt x="4633220" y="1930170"/>
                  </a:lnTo>
                  <a:lnTo>
                    <a:pt x="4635367" y="1925258"/>
                  </a:lnTo>
                  <a:lnTo>
                    <a:pt x="4635493" y="1925258"/>
                  </a:lnTo>
                  <a:lnTo>
                    <a:pt x="4637892" y="1920347"/>
                  </a:lnTo>
                  <a:lnTo>
                    <a:pt x="4638776" y="1915436"/>
                  </a:lnTo>
                  <a:lnTo>
                    <a:pt x="4639407" y="1915436"/>
                  </a:lnTo>
                  <a:lnTo>
                    <a:pt x="4639786" y="1915436"/>
                  </a:lnTo>
                  <a:lnTo>
                    <a:pt x="4643195" y="1915436"/>
                  </a:lnTo>
                  <a:lnTo>
                    <a:pt x="4643447" y="1915436"/>
                  </a:lnTo>
                  <a:lnTo>
                    <a:pt x="4645846" y="1910524"/>
                  </a:lnTo>
                  <a:lnTo>
                    <a:pt x="4646856" y="1905613"/>
                  </a:lnTo>
                  <a:lnTo>
                    <a:pt x="4649508" y="1905613"/>
                  </a:lnTo>
                  <a:lnTo>
                    <a:pt x="4649634" y="1905613"/>
                  </a:lnTo>
                  <a:lnTo>
                    <a:pt x="4651906" y="1905613"/>
                  </a:lnTo>
                  <a:lnTo>
                    <a:pt x="4652033" y="1905613"/>
                  </a:lnTo>
                  <a:lnTo>
                    <a:pt x="4652285" y="1905613"/>
                  </a:lnTo>
                  <a:lnTo>
                    <a:pt x="4652664" y="1905613"/>
                  </a:lnTo>
                  <a:lnTo>
                    <a:pt x="4653043" y="1905613"/>
                  </a:lnTo>
                  <a:lnTo>
                    <a:pt x="4654937" y="1905613"/>
                  </a:lnTo>
                  <a:lnTo>
                    <a:pt x="4658977" y="1905613"/>
                  </a:lnTo>
                  <a:lnTo>
                    <a:pt x="4659103" y="1905613"/>
                  </a:lnTo>
                  <a:lnTo>
                    <a:pt x="4659861" y="1905613"/>
                  </a:lnTo>
                  <a:lnTo>
                    <a:pt x="4660113" y="1905613"/>
                  </a:lnTo>
                  <a:lnTo>
                    <a:pt x="4660239" y="1905613"/>
                  </a:lnTo>
                  <a:lnTo>
                    <a:pt x="4663522" y="1905613"/>
                  </a:lnTo>
                  <a:lnTo>
                    <a:pt x="4665668" y="1905613"/>
                  </a:lnTo>
                  <a:lnTo>
                    <a:pt x="4669961" y="1905613"/>
                  </a:lnTo>
                  <a:lnTo>
                    <a:pt x="4674127" y="1905613"/>
                  </a:lnTo>
                  <a:lnTo>
                    <a:pt x="4675011" y="1905613"/>
                  </a:lnTo>
                  <a:lnTo>
                    <a:pt x="4677915" y="1905613"/>
                  </a:lnTo>
                  <a:lnTo>
                    <a:pt x="4678041" y="1905613"/>
                  </a:lnTo>
                  <a:lnTo>
                    <a:pt x="4681450" y="1905613"/>
                  </a:lnTo>
                  <a:lnTo>
                    <a:pt x="4681829" y="1905613"/>
                  </a:lnTo>
                  <a:lnTo>
                    <a:pt x="4686753" y="1905613"/>
                  </a:lnTo>
                  <a:lnTo>
                    <a:pt x="4690541" y="1900702"/>
                  </a:lnTo>
                  <a:lnTo>
                    <a:pt x="4690667" y="1900702"/>
                  </a:lnTo>
                  <a:lnTo>
                    <a:pt x="4692056" y="1890879"/>
                  </a:lnTo>
                  <a:lnTo>
                    <a:pt x="4693571" y="1881056"/>
                  </a:lnTo>
                  <a:lnTo>
                    <a:pt x="4696475" y="1881056"/>
                  </a:lnTo>
                  <a:lnTo>
                    <a:pt x="4700136" y="1876145"/>
                  </a:lnTo>
                  <a:lnTo>
                    <a:pt x="4702283" y="1876145"/>
                  </a:lnTo>
                  <a:lnTo>
                    <a:pt x="4703798" y="1871233"/>
                  </a:lnTo>
                  <a:lnTo>
                    <a:pt x="4705944" y="1871233"/>
                  </a:lnTo>
                  <a:lnTo>
                    <a:pt x="4706070" y="1871233"/>
                  </a:lnTo>
                  <a:lnTo>
                    <a:pt x="4709227" y="1871233"/>
                  </a:lnTo>
                  <a:lnTo>
                    <a:pt x="4710742" y="1871233"/>
                  </a:lnTo>
                  <a:lnTo>
                    <a:pt x="4711878" y="1871233"/>
                  </a:lnTo>
                  <a:lnTo>
                    <a:pt x="4712131" y="1871233"/>
                  </a:lnTo>
                  <a:lnTo>
                    <a:pt x="4712257" y="1871233"/>
                  </a:lnTo>
                  <a:lnTo>
                    <a:pt x="4712888" y="1871233"/>
                  </a:lnTo>
                  <a:lnTo>
                    <a:pt x="4717055" y="1866322"/>
                  </a:lnTo>
                  <a:lnTo>
                    <a:pt x="4722484" y="1866322"/>
                  </a:lnTo>
                  <a:lnTo>
                    <a:pt x="4724125" y="1866322"/>
                  </a:lnTo>
                  <a:lnTo>
                    <a:pt x="4727913" y="1856499"/>
                  </a:lnTo>
                  <a:lnTo>
                    <a:pt x="4728039" y="1856499"/>
                  </a:lnTo>
                  <a:lnTo>
                    <a:pt x="4732079" y="1856499"/>
                  </a:lnTo>
                  <a:lnTo>
                    <a:pt x="4732710" y="1856499"/>
                  </a:lnTo>
                  <a:lnTo>
                    <a:pt x="4736750" y="1856499"/>
                  </a:lnTo>
                  <a:lnTo>
                    <a:pt x="4738771" y="1856499"/>
                  </a:lnTo>
                  <a:lnTo>
                    <a:pt x="4742685" y="1851588"/>
                  </a:lnTo>
                  <a:lnTo>
                    <a:pt x="4743063" y="1846676"/>
                  </a:lnTo>
                  <a:lnTo>
                    <a:pt x="4743695" y="1846676"/>
                  </a:lnTo>
                  <a:lnTo>
                    <a:pt x="4743821" y="1846676"/>
                  </a:lnTo>
                  <a:lnTo>
                    <a:pt x="4746725" y="1836854"/>
                  </a:lnTo>
                  <a:lnTo>
                    <a:pt x="4747609" y="1836854"/>
                  </a:lnTo>
                  <a:lnTo>
                    <a:pt x="4748871" y="1836854"/>
                  </a:lnTo>
                  <a:lnTo>
                    <a:pt x="4752027" y="1836854"/>
                  </a:lnTo>
                  <a:lnTo>
                    <a:pt x="4752154" y="1836854"/>
                  </a:lnTo>
                  <a:lnTo>
                    <a:pt x="4752280" y="1836854"/>
                  </a:lnTo>
                  <a:lnTo>
                    <a:pt x="4757330" y="1831942"/>
                  </a:lnTo>
                  <a:lnTo>
                    <a:pt x="4758214" y="1831942"/>
                  </a:lnTo>
                  <a:lnTo>
                    <a:pt x="4758593" y="1831942"/>
                  </a:lnTo>
                  <a:lnTo>
                    <a:pt x="4759224" y="1831942"/>
                  </a:lnTo>
                  <a:lnTo>
                    <a:pt x="4762886" y="1831942"/>
                  </a:lnTo>
                  <a:lnTo>
                    <a:pt x="4766168" y="1831942"/>
                  </a:lnTo>
                  <a:lnTo>
                    <a:pt x="4770208" y="1831942"/>
                  </a:lnTo>
                  <a:lnTo>
                    <a:pt x="4771345" y="1831942"/>
                  </a:lnTo>
                  <a:lnTo>
                    <a:pt x="4775637" y="1827031"/>
                  </a:lnTo>
                  <a:lnTo>
                    <a:pt x="4781193" y="1827031"/>
                  </a:lnTo>
                  <a:lnTo>
                    <a:pt x="4781950" y="1827031"/>
                  </a:lnTo>
                  <a:lnTo>
                    <a:pt x="4784475" y="1827031"/>
                  </a:lnTo>
                  <a:lnTo>
                    <a:pt x="4788263" y="1827031"/>
                  </a:lnTo>
                  <a:lnTo>
                    <a:pt x="4788515" y="1827031"/>
                  </a:lnTo>
                  <a:lnTo>
                    <a:pt x="4792682" y="1822120"/>
                  </a:lnTo>
                  <a:lnTo>
                    <a:pt x="4793818" y="1817208"/>
                  </a:lnTo>
                  <a:lnTo>
                    <a:pt x="4800762" y="1817208"/>
                  </a:lnTo>
                  <a:lnTo>
                    <a:pt x="4800889" y="1817208"/>
                  </a:lnTo>
                  <a:lnTo>
                    <a:pt x="4801141" y="1817208"/>
                  </a:lnTo>
                  <a:lnTo>
                    <a:pt x="4801520" y="1817208"/>
                  </a:lnTo>
                  <a:lnTo>
                    <a:pt x="4801646" y="1812297"/>
                  </a:lnTo>
                  <a:lnTo>
                    <a:pt x="4804171" y="1807385"/>
                  </a:lnTo>
                  <a:lnTo>
                    <a:pt x="4804676" y="1807385"/>
                  </a:lnTo>
                  <a:lnTo>
                    <a:pt x="4805055" y="1807385"/>
                  </a:lnTo>
                  <a:lnTo>
                    <a:pt x="4807075" y="1807385"/>
                  </a:lnTo>
                  <a:lnTo>
                    <a:pt x="4808085" y="1807385"/>
                  </a:lnTo>
                  <a:lnTo>
                    <a:pt x="4811115" y="1807385"/>
                  </a:lnTo>
                  <a:lnTo>
                    <a:pt x="4811494" y="1807385"/>
                  </a:lnTo>
                  <a:lnTo>
                    <a:pt x="4813640" y="1807385"/>
                  </a:lnTo>
                  <a:lnTo>
                    <a:pt x="4815282" y="1802474"/>
                  </a:lnTo>
                  <a:lnTo>
                    <a:pt x="4815913" y="1797563"/>
                  </a:lnTo>
                  <a:lnTo>
                    <a:pt x="4822857" y="1782829"/>
                  </a:lnTo>
                  <a:lnTo>
                    <a:pt x="4827529" y="1773006"/>
                  </a:lnTo>
                  <a:lnTo>
                    <a:pt x="4830685" y="1773006"/>
                  </a:lnTo>
                  <a:lnTo>
                    <a:pt x="4835483" y="1768094"/>
                  </a:lnTo>
                  <a:lnTo>
                    <a:pt x="4835609" y="1768094"/>
                  </a:lnTo>
                  <a:lnTo>
                    <a:pt x="4841543" y="1758272"/>
                  </a:lnTo>
                  <a:lnTo>
                    <a:pt x="4842932" y="1758272"/>
                  </a:lnTo>
                  <a:lnTo>
                    <a:pt x="4847982" y="1758272"/>
                  </a:lnTo>
                  <a:lnTo>
                    <a:pt x="4851012" y="1753360"/>
                  </a:lnTo>
                  <a:lnTo>
                    <a:pt x="4856568" y="1748449"/>
                  </a:lnTo>
                  <a:lnTo>
                    <a:pt x="4856820" y="1748449"/>
                  </a:lnTo>
                  <a:lnTo>
                    <a:pt x="4857199" y="1748449"/>
                  </a:lnTo>
                  <a:lnTo>
                    <a:pt x="4858083" y="1748449"/>
                  </a:lnTo>
                  <a:lnTo>
                    <a:pt x="4860860" y="1748449"/>
                  </a:lnTo>
                  <a:lnTo>
                    <a:pt x="4860987" y="1748449"/>
                  </a:lnTo>
                  <a:lnTo>
                    <a:pt x="4863512" y="1748449"/>
                  </a:lnTo>
                  <a:lnTo>
                    <a:pt x="4866668" y="1748449"/>
                  </a:lnTo>
                  <a:lnTo>
                    <a:pt x="4866921" y="1748449"/>
                  </a:lnTo>
                  <a:lnTo>
                    <a:pt x="4870708" y="1748449"/>
                  </a:lnTo>
                  <a:lnTo>
                    <a:pt x="4872223" y="1748449"/>
                  </a:lnTo>
                  <a:lnTo>
                    <a:pt x="4872855" y="1743538"/>
                  </a:lnTo>
                  <a:lnTo>
                    <a:pt x="4876011" y="1743538"/>
                  </a:lnTo>
                  <a:lnTo>
                    <a:pt x="4876137" y="1743538"/>
                  </a:lnTo>
                  <a:lnTo>
                    <a:pt x="4878789" y="1743538"/>
                  </a:lnTo>
                  <a:lnTo>
                    <a:pt x="4884470" y="1743538"/>
                  </a:lnTo>
                  <a:lnTo>
                    <a:pt x="4888510" y="1743538"/>
                  </a:lnTo>
                  <a:lnTo>
                    <a:pt x="4890278" y="1743538"/>
                  </a:lnTo>
                  <a:lnTo>
                    <a:pt x="4894066" y="1743538"/>
                  </a:lnTo>
                  <a:lnTo>
                    <a:pt x="4896843" y="1743538"/>
                  </a:lnTo>
                  <a:lnTo>
                    <a:pt x="4902020" y="1728803"/>
                  </a:lnTo>
                  <a:lnTo>
                    <a:pt x="4902525" y="1728803"/>
                  </a:lnTo>
                  <a:lnTo>
                    <a:pt x="4907701" y="1723892"/>
                  </a:lnTo>
                  <a:lnTo>
                    <a:pt x="4908333" y="1723892"/>
                  </a:lnTo>
                  <a:lnTo>
                    <a:pt x="4908459" y="1723892"/>
                  </a:lnTo>
                  <a:lnTo>
                    <a:pt x="4912752" y="1718981"/>
                  </a:lnTo>
                  <a:lnTo>
                    <a:pt x="4915277" y="1718981"/>
                  </a:lnTo>
                  <a:lnTo>
                    <a:pt x="4915403" y="1718981"/>
                  </a:lnTo>
                  <a:lnTo>
                    <a:pt x="4915529" y="1718981"/>
                  </a:lnTo>
                  <a:lnTo>
                    <a:pt x="4920579" y="1709158"/>
                  </a:lnTo>
                  <a:lnTo>
                    <a:pt x="4920958" y="1704247"/>
                  </a:lnTo>
                  <a:lnTo>
                    <a:pt x="4921211" y="1699335"/>
                  </a:lnTo>
                  <a:lnTo>
                    <a:pt x="4922473" y="1699335"/>
                  </a:lnTo>
                  <a:lnTo>
                    <a:pt x="4927018" y="1689512"/>
                  </a:lnTo>
                  <a:lnTo>
                    <a:pt x="4928407" y="1689512"/>
                  </a:lnTo>
                  <a:lnTo>
                    <a:pt x="4928660" y="1689512"/>
                  </a:lnTo>
                  <a:lnTo>
                    <a:pt x="4928786" y="1689512"/>
                  </a:lnTo>
                  <a:lnTo>
                    <a:pt x="4928912" y="1689512"/>
                  </a:lnTo>
                  <a:lnTo>
                    <a:pt x="4932321" y="1684601"/>
                  </a:lnTo>
                  <a:lnTo>
                    <a:pt x="4933458" y="1684601"/>
                  </a:lnTo>
                  <a:lnTo>
                    <a:pt x="4934089" y="1684601"/>
                  </a:lnTo>
                  <a:lnTo>
                    <a:pt x="4939644" y="1679690"/>
                  </a:lnTo>
                  <a:lnTo>
                    <a:pt x="4947346" y="1669867"/>
                  </a:lnTo>
                  <a:lnTo>
                    <a:pt x="4947598" y="1669867"/>
                  </a:lnTo>
                  <a:lnTo>
                    <a:pt x="4950376" y="1664956"/>
                  </a:lnTo>
                  <a:lnTo>
                    <a:pt x="4954164" y="1664956"/>
                  </a:lnTo>
                  <a:lnTo>
                    <a:pt x="4958835" y="1664956"/>
                  </a:lnTo>
                  <a:lnTo>
                    <a:pt x="4964643" y="1664956"/>
                  </a:lnTo>
                  <a:lnTo>
                    <a:pt x="4964769" y="1664956"/>
                  </a:lnTo>
                  <a:lnTo>
                    <a:pt x="4964895" y="1664956"/>
                  </a:lnTo>
                  <a:lnTo>
                    <a:pt x="4967799" y="1664956"/>
                  </a:lnTo>
                  <a:lnTo>
                    <a:pt x="4971713" y="1660044"/>
                  </a:lnTo>
                  <a:lnTo>
                    <a:pt x="4971966" y="1655133"/>
                  </a:lnTo>
                  <a:lnTo>
                    <a:pt x="4972849" y="1650221"/>
                  </a:lnTo>
                  <a:lnTo>
                    <a:pt x="4975880" y="1650221"/>
                  </a:lnTo>
                  <a:lnTo>
                    <a:pt x="4977647" y="1650221"/>
                  </a:lnTo>
                  <a:lnTo>
                    <a:pt x="4979288" y="1650221"/>
                  </a:lnTo>
                  <a:lnTo>
                    <a:pt x="4979541" y="1650221"/>
                  </a:lnTo>
                  <a:lnTo>
                    <a:pt x="4981561" y="1645310"/>
                  </a:lnTo>
                  <a:lnTo>
                    <a:pt x="4984086" y="1635487"/>
                  </a:lnTo>
                  <a:lnTo>
                    <a:pt x="4986738" y="1635487"/>
                  </a:lnTo>
                  <a:lnTo>
                    <a:pt x="4987495" y="1630576"/>
                  </a:lnTo>
                  <a:lnTo>
                    <a:pt x="4988758" y="1625665"/>
                  </a:lnTo>
                  <a:lnTo>
                    <a:pt x="4989642" y="1625665"/>
                  </a:lnTo>
                  <a:lnTo>
                    <a:pt x="4989894" y="1625665"/>
                  </a:lnTo>
                  <a:lnTo>
                    <a:pt x="4993555" y="1625665"/>
                  </a:lnTo>
                  <a:lnTo>
                    <a:pt x="4996081" y="1620753"/>
                  </a:lnTo>
                  <a:lnTo>
                    <a:pt x="5001888" y="1620753"/>
                  </a:lnTo>
                  <a:lnTo>
                    <a:pt x="5002015" y="1620753"/>
                  </a:lnTo>
                  <a:lnTo>
                    <a:pt x="5008706" y="1615842"/>
                  </a:lnTo>
                  <a:lnTo>
                    <a:pt x="5009590" y="1615842"/>
                  </a:lnTo>
                  <a:lnTo>
                    <a:pt x="5014135" y="1610930"/>
                  </a:lnTo>
                  <a:lnTo>
                    <a:pt x="5020448" y="1606019"/>
                  </a:lnTo>
                  <a:lnTo>
                    <a:pt x="5020701" y="1606019"/>
                  </a:lnTo>
                  <a:lnTo>
                    <a:pt x="5021332" y="1601108"/>
                  </a:lnTo>
                  <a:lnTo>
                    <a:pt x="5026003" y="1601108"/>
                  </a:lnTo>
                  <a:lnTo>
                    <a:pt x="5026130" y="1601108"/>
                  </a:lnTo>
                  <a:lnTo>
                    <a:pt x="5026382" y="1601108"/>
                  </a:lnTo>
                  <a:lnTo>
                    <a:pt x="5031559" y="1596196"/>
                  </a:lnTo>
                  <a:lnTo>
                    <a:pt x="5032569" y="1591285"/>
                  </a:lnTo>
                  <a:lnTo>
                    <a:pt x="5035851" y="1591285"/>
                  </a:lnTo>
                  <a:lnTo>
                    <a:pt x="5035977" y="1591285"/>
                  </a:lnTo>
                  <a:lnTo>
                    <a:pt x="5036356" y="1591285"/>
                  </a:lnTo>
                  <a:lnTo>
                    <a:pt x="5036988" y="1591285"/>
                  </a:lnTo>
                  <a:lnTo>
                    <a:pt x="5037366" y="1586374"/>
                  </a:lnTo>
                  <a:lnTo>
                    <a:pt x="5039134" y="1586374"/>
                  </a:lnTo>
                  <a:lnTo>
                    <a:pt x="5043174" y="1581462"/>
                  </a:lnTo>
                  <a:lnTo>
                    <a:pt x="5043679" y="1581462"/>
                  </a:lnTo>
                  <a:lnTo>
                    <a:pt x="5043805" y="1581462"/>
                  </a:lnTo>
                  <a:lnTo>
                    <a:pt x="5044058" y="1581462"/>
                  </a:lnTo>
                  <a:lnTo>
                    <a:pt x="5046836" y="1581462"/>
                  </a:lnTo>
                  <a:lnTo>
                    <a:pt x="5046962" y="1581462"/>
                  </a:lnTo>
                  <a:lnTo>
                    <a:pt x="5048477" y="1576551"/>
                  </a:lnTo>
                  <a:lnTo>
                    <a:pt x="5053906" y="1576551"/>
                  </a:lnTo>
                  <a:lnTo>
                    <a:pt x="5058956" y="1576551"/>
                  </a:lnTo>
                  <a:lnTo>
                    <a:pt x="5067542" y="1571639"/>
                  </a:lnTo>
                  <a:lnTo>
                    <a:pt x="5067668" y="1571639"/>
                  </a:lnTo>
                  <a:lnTo>
                    <a:pt x="5071708" y="1566728"/>
                  </a:lnTo>
                  <a:lnTo>
                    <a:pt x="5071834" y="1566728"/>
                  </a:lnTo>
                  <a:lnTo>
                    <a:pt x="5076127" y="1561817"/>
                  </a:lnTo>
                  <a:lnTo>
                    <a:pt x="5076632" y="1561817"/>
                  </a:lnTo>
                  <a:lnTo>
                    <a:pt x="5077768" y="1561817"/>
                  </a:lnTo>
                  <a:lnTo>
                    <a:pt x="5081682" y="1551994"/>
                  </a:lnTo>
                  <a:lnTo>
                    <a:pt x="5082061" y="1551994"/>
                  </a:lnTo>
                  <a:lnTo>
                    <a:pt x="5082313" y="1551994"/>
                  </a:lnTo>
                  <a:lnTo>
                    <a:pt x="5082692" y="1551994"/>
                  </a:lnTo>
                  <a:lnTo>
                    <a:pt x="5086354" y="1551994"/>
                  </a:lnTo>
                  <a:lnTo>
                    <a:pt x="5086732" y="1547083"/>
                  </a:lnTo>
                  <a:lnTo>
                    <a:pt x="5087869" y="1547083"/>
                  </a:lnTo>
                  <a:lnTo>
                    <a:pt x="5088753" y="1542171"/>
                  </a:lnTo>
                  <a:lnTo>
                    <a:pt x="5091530" y="1537260"/>
                  </a:lnTo>
                  <a:lnTo>
                    <a:pt x="5091909" y="1537260"/>
                  </a:lnTo>
                  <a:lnTo>
                    <a:pt x="5092035" y="1537260"/>
                  </a:lnTo>
                  <a:lnTo>
                    <a:pt x="5095697" y="1537260"/>
                  </a:lnTo>
                  <a:lnTo>
                    <a:pt x="5096959" y="1537260"/>
                  </a:lnTo>
                  <a:lnTo>
                    <a:pt x="5097338" y="1537260"/>
                  </a:lnTo>
                  <a:lnTo>
                    <a:pt x="5097590" y="1537260"/>
                  </a:lnTo>
                  <a:lnTo>
                    <a:pt x="5098474" y="1537260"/>
                  </a:lnTo>
                  <a:lnTo>
                    <a:pt x="5101378" y="1532348"/>
                  </a:lnTo>
                  <a:lnTo>
                    <a:pt x="5103777" y="1532348"/>
                  </a:lnTo>
                  <a:lnTo>
                    <a:pt x="5109837" y="1532348"/>
                  </a:lnTo>
                  <a:lnTo>
                    <a:pt x="5109964" y="1532348"/>
                  </a:lnTo>
                  <a:lnTo>
                    <a:pt x="5115771" y="1532348"/>
                  </a:lnTo>
                  <a:lnTo>
                    <a:pt x="5122589" y="1527437"/>
                  </a:lnTo>
                  <a:lnTo>
                    <a:pt x="5122715" y="1527437"/>
                  </a:lnTo>
                  <a:lnTo>
                    <a:pt x="5122842" y="1527437"/>
                  </a:lnTo>
                  <a:lnTo>
                    <a:pt x="5126124" y="1527437"/>
                  </a:lnTo>
                  <a:lnTo>
                    <a:pt x="5128776" y="1527437"/>
                  </a:lnTo>
                  <a:lnTo>
                    <a:pt x="5128902" y="1527437"/>
                  </a:lnTo>
                  <a:lnTo>
                    <a:pt x="5129786" y="1527437"/>
                  </a:lnTo>
                  <a:lnTo>
                    <a:pt x="5134710" y="1527437"/>
                  </a:lnTo>
                  <a:lnTo>
                    <a:pt x="5135215" y="1527437"/>
                  </a:lnTo>
                  <a:lnTo>
                    <a:pt x="5139129" y="1527437"/>
                  </a:lnTo>
                  <a:lnTo>
                    <a:pt x="5140013" y="1527437"/>
                  </a:lnTo>
                  <a:lnTo>
                    <a:pt x="5142538" y="1527437"/>
                  </a:lnTo>
                  <a:lnTo>
                    <a:pt x="5142790" y="1527437"/>
                  </a:lnTo>
                  <a:lnTo>
                    <a:pt x="5146199" y="1527437"/>
                  </a:lnTo>
                  <a:lnTo>
                    <a:pt x="5146452" y="1527437"/>
                  </a:lnTo>
                  <a:lnTo>
                    <a:pt x="5146578" y="1527437"/>
                  </a:lnTo>
                  <a:lnTo>
                    <a:pt x="5147967" y="1527437"/>
                  </a:lnTo>
                  <a:lnTo>
                    <a:pt x="5151881" y="1527437"/>
                  </a:lnTo>
                  <a:lnTo>
                    <a:pt x="5152007" y="1527437"/>
                  </a:lnTo>
                  <a:lnTo>
                    <a:pt x="5153269" y="1527437"/>
                  </a:lnTo>
                  <a:lnTo>
                    <a:pt x="5153269" y="1522526"/>
                  </a:lnTo>
                  <a:lnTo>
                    <a:pt x="5155416" y="1522526"/>
                  </a:lnTo>
                  <a:lnTo>
                    <a:pt x="5156300" y="1522526"/>
                  </a:lnTo>
                  <a:lnTo>
                    <a:pt x="5162486" y="1522526"/>
                  </a:lnTo>
                  <a:lnTo>
                    <a:pt x="5162612" y="1522526"/>
                  </a:lnTo>
                  <a:lnTo>
                    <a:pt x="5167789" y="1517614"/>
                  </a:lnTo>
                  <a:lnTo>
                    <a:pt x="5174354" y="1512703"/>
                  </a:lnTo>
                  <a:lnTo>
                    <a:pt x="5177384" y="1502880"/>
                  </a:lnTo>
                  <a:lnTo>
                    <a:pt x="5178142" y="1502880"/>
                  </a:lnTo>
                  <a:lnTo>
                    <a:pt x="5182561" y="1497969"/>
                  </a:lnTo>
                  <a:lnTo>
                    <a:pt x="5183445" y="1497969"/>
                  </a:lnTo>
                  <a:lnTo>
                    <a:pt x="5183571" y="1497969"/>
                  </a:lnTo>
                  <a:lnTo>
                    <a:pt x="5187106" y="1497969"/>
                  </a:lnTo>
                  <a:lnTo>
                    <a:pt x="5188369" y="1493057"/>
                  </a:lnTo>
                  <a:lnTo>
                    <a:pt x="5190515" y="1493057"/>
                  </a:lnTo>
                  <a:lnTo>
                    <a:pt x="5195186" y="1493057"/>
                  </a:lnTo>
                  <a:lnTo>
                    <a:pt x="5195313" y="1493057"/>
                  </a:lnTo>
                  <a:lnTo>
                    <a:pt x="5198974" y="1493057"/>
                  </a:lnTo>
                  <a:lnTo>
                    <a:pt x="5199605" y="1493057"/>
                  </a:lnTo>
                  <a:lnTo>
                    <a:pt x="5199732" y="1493057"/>
                  </a:lnTo>
                  <a:lnTo>
                    <a:pt x="5199858" y="1493057"/>
                  </a:lnTo>
                  <a:lnTo>
                    <a:pt x="5202888" y="1493057"/>
                  </a:lnTo>
                  <a:lnTo>
                    <a:pt x="5203393" y="1493057"/>
                  </a:lnTo>
                  <a:lnTo>
                    <a:pt x="5207055" y="1488146"/>
                  </a:lnTo>
                  <a:lnTo>
                    <a:pt x="5207307" y="1488146"/>
                  </a:lnTo>
                  <a:lnTo>
                    <a:pt x="5207560" y="1488146"/>
                  </a:lnTo>
                  <a:lnTo>
                    <a:pt x="5210716" y="1488146"/>
                  </a:lnTo>
                  <a:lnTo>
                    <a:pt x="5211852" y="1488146"/>
                  </a:lnTo>
                  <a:lnTo>
                    <a:pt x="5212484" y="1488146"/>
                  </a:lnTo>
                  <a:lnTo>
                    <a:pt x="5213494" y="1483235"/>
                  </a:lnTo>
                  <a:lnTo>
                    <a:pt x="5213746" y="1483235"/>
                  </a:lnTo>
                  <a:lnTo>
                    <a:pt x="5215766" y="1483235"/>
                  </a:lnTo>
                  <a:lnTo>
                    <a:pt x="5218291" y="1478323"/>
                  </a:lnTo>
                  <a:lnTo>
                    <a:pt x="5223468" y="1478323"/>
                  </a:lnTo>
                  <a:lnTo>
                    <a:pt x="5228392" y="1468501"/>
                  </a:lnTo>
                  <a:lnTo>
                    <a:pt x="5235210" y="1468501"/>
                  </a:lnTo>
                  <a:lnTo>
                    <a:pt x="5236346" y="1468501"/>
                  </a:lnTo>
                  <a:lnTo>
                    <a:pt x="5236472" y="1468501"/>
                  </a:lnTo>
                  <a:lnTo>
                    <a:pt x="5236725" y="1468501"/>
                  </a:lnTo>
                  <a:lnTo>
                    <a:pt x="5241144" y="1468501"/>
                  </a:lnTo>
                  <a:lnTo>
                    <a:pt x="5243416" y="1468501"/>
                  </a:lnTo>
                  <a:lnTo>
                    <a:pt x="5243795" y="1468501"/>
                  </a:lnTo>
                  <a:lnTo>
                    <a:pt x="5248088" y="1468501"/>
                  </a:lnTo>
                  <a:lnTo>
                    <a:pt x="5248214" y="1468501"/>
                  </a:lnTo>
                  <a:lnTo>
                    <a:pt x="5249729" y="1468501"/>
                  </a:lnTo>
                  <a:lnTo>
                    <a:pt x="5249855" y="1468501"/>
                  </a:lnTo>
                  <a:lnTo>
                    <a:pt x="5253138" y="1468501"/>
                  </a:lnTo>
                  <a:lnTo>
                    <a:pt x="5255411" y="1468501"/>
                  </a:lnTo>
                  <a:lnTo>
                    <a:pt x="5255537" y="1468501"/>
                  </a:lnTo>
                  <a:lnTo>
                    <a:pt x="5259703" y="1468501"/>
                  </a:lnTo>
                  <a:lnTo>
                    <a:pt x="5264501" y="1463589"/>
                  </a:lnTo>
                  <a:lnTo>
                    <a:pt x="5265132" y="1463589"/>
                  </a:lnTo>
                  <a:lnTo>
                    <a:pt x="5265764" y="1463589"/>
                  </a:lnTo>
                  <a:lnTo>
                    <a:pt x="5269299" y="1458678"/>
                  </a:lnTo>
                  <a:lnTo>
                    <a:pt x="5269551" y="1458678"/>
                  </a:lnTo>
                  <a:lnTo>
                    <a:pt x="5269678" y="1458678"/>
                  </a:lnTo>
                  <a:lnTo>
                    <a:pt x="5270183" y="1458678"/>
                  </a:lnTo>
                  <a:lnTo>
                    <a:pt x="5270814" y="1458678"/>
                  </a:lnTo>
                  <a:lnTo>
                    <a:pt x="5276369" y="1453766"/>
                  </a:lnTo>
                  <a:lnTo>
                    <a:pt x="5281924" y="1453766"/>
                  </a:lnTo>
                  <a:lnTo>
                    <a:pt x="5288869" y="1453766"/>
                  </a:lnTo>
                  <a:lnTo>
                    <a:pt x="5291267" y="1443944"/>
                  </a:lnTo>
                  <a:lnTo>
                    <a:pt x="5291772" y="1443944"/>
                  </a:lnTo>
                  <a:lnTo>
                    <a:pt x="5298464" y="1443944"/>
                  </a:lnTo>
                  <a:lnTo>
                    <a:pt x="5303262" y="1439032"/>
                  </a:lnTo>
                  <a:lnTo>
                    <a:pt x="5303514" y="1439032"/>
                  </a:lnTo>
                  <a:lnTo>
                    <a:pt x="5305029" y="1434121"/>
                  </a:lnTo>
                  <a:lnTo>
                    <a:pt x="5307049" y="1434121"/>
                  </a:lnTo>
                  <a:lnTo>
                    <a:pt x="5311721" y="1434121"/>
                  </a:lnTo>
                  <a:lnTo>
                    <a:pt x="5311847" y="1434121"/>
                  </a:lnTo>
                  <a:lnTo>
                    <a:pt x="5315382" y="1434121"/>
                  </a:lnTo>
                  <a:lnTo>
                    <a:pt x="5316140" y="1434121"/>
                  </a:lnTo>
                  <a:lnTo>
                    <a:pt x="5317150" y="1434121"/>
                  </a:lnTo>
                  <a:lnTo>
                    <a:pt x="5319170" y="1429210"/>
                  </a:lnTo>
                  <a:lnTo>
                    <a:pt x="5319296" y="1429210"/>
                  </a:lnTo>
                  <a:lnTo>
                    <a:pt x="5321948" y="1429210"/>
                  </a:lnTo>
                  <a:lnTo>
                    <a:pt x="5322200" y="1429210"/>
                  </a:lnTo>
                  <a:lnTo>
                    <a:pt x="5322326" y="1429210"/>
                  </a:lnTo>
                  <a:lnTo>
                    <a:pt x="5324346" y="1429210"/>
                  </a:lnTo>
                  <a:lnTo>
                    <a:pt x="5324473" y="1429210"/>
                  </a:lnTo>
                  <a:lnTo>
                    <a:pt x="5325609" y="1429210"/>
                  </a:lnTo>
                  <a:lnTo>
                    <a:pt x="5325862" y="1429210"/>
                  </a:lnTo>
                  <a:lnTo>
                    <a:pt x="5326114" y="1424298"/>
                  </a:lnTo>
                  <a:lnTo>
                    <a:pt x="5328765" y="1419387"/>
                  </a:lnTo>
                  <a:lnTo>
                    <a:pt x="5330028" y="1419387"/>
                  </a:lnTo>
                  <a:lnTo>
                    <a:pt x="5336846" y="1419387"/>
                  </a:lnTo>
                  <a:lnTo>
                    <a:pt x="5341391" y="1419387"/>
                  </a:lnTo>
                  <a:lnTo>
                    <a:pt x="5346441" y="1409564"/>
                  </a:lnTo>
                  <a:lnTo>
                    <a:pt x="5346946" y="1409564"/>
                  </a:lnTo>
                  <a:lnTo>
                    <a:pt x="5350734" y="1409564"/>
                  </a:lnTo>
                  <a:lnTo>
                    <a:pt x="5353259" y="1404653"/>
                  </a:lnTo>
                  <a:lnTo>
                    <a:pt x="5353512" y="1404653"/>
                  </a:lnTo>
                  <a:lnTo>
                    <a:pt x="5358309" y="1404653"/>
                  </a:lnTo>
                  <a:lnTo>
                    <a:pt x="5358436" y="1404653"/>
                  </a:lnTo>
                  <a:lnTo>
                    <a:pt x="5359067" y="1404653"/>
                  </a:lnTo>
                  <a:lnTo>
                    <a:pt x="5359446" y="1404653"/>
                  </a:lnTo>
                  <a:lnTo>
                    <a:pt x="5359572" y="1404653"/>
                  </a:lnTo>
                  <a:lnTo>
                    <a:pt x="5363486" y="1404653"/>
                  </a:lnTo>
                  <a:lnTo>
                    <a:pt x="5365506" y="1404653"/>
                  </a:lnTo>
                  <a:lnTo>
                    <a:pt x="5366642" y="1404653"/>
                  </a:lnTo>
                  <a:lnTo>
                    <a:pt x="5366769" y="1404653"/>
                  </a:lnTo>
                  <a:lnTo>
                    <a:pt x="5366895" y="1404653"/>
                  </a:lnTo>
                  <a:lnTo>
                    <a:pt x="5369925" y="1399741"/>
                  </a:lnTo>
                  <a:lnTo>
                    <a:pt x="5370051" y="1399741"/>
                  </a:lnTo>
                  <a:lnTo>
                    <a:pt x="5373334" y="1394830"/>
                  </a:lnTo>
                  <a:lnTo>
                    <a:pt x="5374344" y="1394830"/>
                  </a:lnTo>
                  <a:lnTo>
                    <a:pt x="5374975" y="1394830"/>
                  </a:lnTo>
                  <a:lnTo>
                    <a:pt x="5376238" y="1394830"/>
                  </a:lnTo>
                  <a:lnTo>
                    <a:pt x="5379773" y="1389919"/>
                  </a:lnTo>
                  <a:lnTo>
                    <a:pt x="5387348" y="1385007"/>
                  </a:lnTo>
                  <a:lnTo>
                    <a:pt x="5392651" y="1385007"/>
                  </a:lnTo>
                  <a:lnTo>
                    <a:pt x="5397828" y="1375184"/>
                  </a:lnTo>
                  <a:lnTo>
                    <a:pt x="5399469" y="1370273"/>
                  </a:lnTo>
                  <a:lnTo>
                    <a:pt x="5406160" y="1370273"/>
                  </a:lnTo>
                  <a:lnTo>
                    <a:pt x="5406287" y="1370273"/>
                  </a:lnTo>
                  <a:lnTo>
                    <a:pt x="5407044" y="1370273"/>
                  </a:lnTo>
                  <a:lnTo>
                    <a:pt x="5407423" y="1370273"/>
                  </a:lnTo>
                  <a:lnTo>
                    <a:pt x="5411337" y="1370273"/>
                  </a:lnTo>
                  <a:lnTo>
                    <a:pt x="5411842" y="1370273"/>
                  </a:lnTo>
                  <a:lnTo>
                    <a:pt x="5412726" y="1370273"/>
                  </a:lnTo>
                  <a:lnTo>
                    <a:pt x="5420175" y="1370273"/>
                  </a:lnTo>
                  <a:lnTo>
                    <a:pt x="5420427" y="1370273"/>
                  </a:lnTo>
                  <a:lnTo>
                    <a:pt x="5424973" y="1370273"/>
                  </a:lnTo>
                  <a:lnTo>
                    <a:pt x="5425225" y="1370273"/>
                  </a:lnTo>
                  <a:lnTo>
                    <a:pt x="5425604" y="1370273"/>
                  </a:lnTo>
                  <a:lnTo>
                    <a:pt x="5426614" y="1365362"/>
                  </a:lnTo>
                  <a:lnTo>
                    <a:pt x="5426740" y="1365362"/>
                  </a:lnTo>
                  <a:lnTo>
                    <a:pt x="5429897" y="1360450"/>
                  </a:lnTo>
                  <a:lnTo>
                    <a:pt x="5430780" y="1355539"/>
                  </a:lnTo>
                  <a:lnTo>
                    <a:pt x="5430907" y="1355539"/>
                  </a:lnTo>
                  <a:lnTo>
                    <a:pt x="5431159" y="1355539"/>
                  </a:lnTo>
                  <a:lnTo>
                    <a:pt x="5433558" y="1355539"/>
                  </a:lnTo>
                  <a:lnTo>
                    <a:pt x="5434947" y="1355539"/>
                  </a:lnTo>
                  <a:lnTo>
                    <a:pt x="5435199" y="1355539"/>
                  </a:lnTo>
                  <a:lnTo>
                    <a:pt x="5435831" y="1355539"/>
                  </a:lnTo>
                  <a:lnTo>
                    <a:pt x="5442648" y="1355539"/>
                  </a:lnTo>
                  <a:lnTo>
                    <a:pt x="5448077" y="1355539"/>
                  </a:lnTo>
                  <a:lnTo>
                    <a:pt x="5453759" y="1355539"/>
                  </a:lnTo>
                  <a:lnTo>
                    <a:pt x="5453885" y="1355539"/>
                  </a:lnTo>
                  <a:lnTo>
                    <a:pt x="5454138" y="1355539"/>
                  </a:lnTo>
                  <a:lnTo>
                    <a:pt x="5458557" y="1345716"/>
                  </a:lnTo>
                  <a:lnTo>
                    <a:pt x="5459819" y="1345716"/>
                  </a:lnTo>
                  <a:lnTo>
                    <a:pt x="5464365" y="1345716"/>
                  </a:lnTo>
                  <a:lnTo>
                    <a:pt x="5464617" y="1345716"/>
                  </a:lnTo>
                  <a:lnTo>
                    <a:pt x="5466258" y="1345716"/>
                  </a:lnTo>
                  <a:lnTo>
                    <a:pt x="5469794" y="1345716"/>
                  </a:lnTo>
                  <a:lnTo>
                    <a:pt x="5470425" y="1340805"/>
                  </a:lnTo>
                  <a:lnTo>
                    <a:pt x="5475096" y="1340805"/>
                  </a:lnTo>
                  <a:lnTo>
                    <a:pt x="5475349" y="1340805"/>
                  </a:lnTo>
                  <a:lnTo>
                    <a:pt x="5476864" y="1340805"/>
                  </a:lnTo>
                  <a:lnTo>
                    <a:pt x="5477748" y="1340805"/>
                  </a:lnTo>
                  <a:lnTo>
                    <a:pt x="5477748" y="1335893"/>
                  </a:lnTo>
                  <a:lnTo>
                    <a:pt x="5480525" y="1335893"/>
                  </a:lnTo>
                  <a:lnTo>
                    <a:pt x="5480652" y="1335893"/>
                  </a:lnTo>
                  <a:lnTo>
                    <a:pt x="5480778" y="1335893"/>
                  </a:lnTo>
                  <a:lnTo>
                    <a:pt x="5480778" y="1330982"/>
                  </a:lnTo>
                  <a:lnTo>
                    <a:pt x="5480904" y="1330982"/>
                  </a:lnTo>
                  <a:lnTo>
                    <a:pt x="5484818" y="1330982"/>
                  </a:lnTo>
                  <a:lnTo>
                    <a:pt x="5486712" y="1330982"/>
                  </a:lnTo>
                  <a:lnTo>
                    <a:pt x="5486964" y="1330982"/>
                  </a:lnTo>
                  <a:lnTo>
                    <a:pt x="5487722" y="1330982"/>
                  </a:lnTo>
                  <a:lnTo>
                    <a:pt x="5487848" y="1330982"/>
                  </a:lnTo>
                  <a:lnTo>
                    <a:pt x="5488227" y="1330982"/>
                  </a:lnTo>
                  <a:lnTo>
                    <a:pt x="5491762" y="1321159"/>
                  </a:lnTo>
                  <a:lnTo>
                    <a:pt x="5498075" y="1311337"/>
                  </a:lnTo>
                  <a:lnTo>
                    <a:pt x="5504893" y="1311337"/>
                  </a:lnTo>
                  <a:lnTo>
                    <a:pt x="5511332" y="1311337"/>
                  </a:lnTo>
                  <a:lnTo>
                    <a:pt x="5511458" y="1311337"/>
                  </a:lnTo>
                  <a:lnTo>
                    <a:pt x="5514236" y="1311337"/>
                  </a:lnTo>
                  <a:lnTo>
                    <a:pt x="5519412" y="1306425"/>
                  </a:lnTo>
                  <a:lnTo>
                    <a:pt x="5519538" y="1306425"/>
                  </a:lnTo>
                  <a:lnTo>
                    <a:pt x="5520296" y="1301514"/>
                  </a:lnTo>
                  <a:lnTo>
                    <a:pt x="5520422" y="1301514"/>
                  </a:lnTo>
                  <a:lnTo>
                    <a:pt x="5525220" y="1301514"/>
                  </a:lnTo>
                  <a:lnTo>
                    <a:pt x="5530018" y="1301514"/>
                  </a:lnTo>
                  <a:lnTo>
                    <a:pt x="5531154" y="1301514"/>
                  </a:lnTo>
                  <a:lnTo>
                    <a:pt x="5534815" y="1301514"/>
                  </a:lnTo>
                  <a:lnTo>
                    <a:pt x="5535320" y="1296602"/>
                  </a:lnTo>
                  <a:lnTo>
                    <a:pt x="5538098" y="1286780"/>
                  </a:lnTo>
                  <a:lnTo>
                    <a:pt x="5540749" y="1286780"/>
                  </a:lnTo>
                  <a:lnTo>
                    <a:pt x="5541002" y="1286780"/>
                  </a:lnTo>
                  <a:lnTo>
                    <a:pt x="5541381" y="1286780"/>
                  </a:lnTo>
                  <a:lnTo>
                    <a:pt x="5541507" y="1286780"/>
                  </a:lnTo>
                  <a:lnTo>
                    <a:pt x="5544032" y="1281868"/>
                  </a:lnTo>
                  <a:lnTo>
                    <a:pt x="5544285" y="1281868"/>
                  </a:lnTo>
                  <a:lnTo>
                    <a:pt x="5545042" y="1281868"/>
                  </a:lnTo>
                  <a:lnTo>
                    <a:pt x="5546178" y="1281868"/>
                  </a:lnTo>
                  <a:lnTo>
                    <a:pt x="5546557" y="1281868"/>
                  </a:lnTo>
                  <a:lnTo>
                    <a:pt x="5549966" y="1272046"/>
                  </a:lnTo>
                  <a:lnTo>
                    <a:pt x="5560319" y="1257311"/>
                  </a:lnTo>
                  <a:lnTo>
                    <a:pt x="5561203" y="1257311"/>
                  </a:lnTo>
                  <a:lnTo>
                    <a:pt x="5566001" y="1257311"/>
                  </a:lnTo>
                  <a:lnTo>
                    <a:pt x="5570798" y="1247489"/>
                  </a:lnTo>
                  <a:lnTo>
                    <a:pt x="5571177" y="1247489"/>
                  </a:lnTo>
                  <a:lnTo>
                    <a:pt x="5571303" y="1247489"/>
                  </a:lnTo>
                  <a:lnTo>
                    <a:pt x="5576606" y="1247489"/>
                  </a:lnTo>
                  <a:lnTo>
                    <a:pt x="5577616" y="1247489"/>
                  </a:lnTo>
                  <a:lnTo>
                    <a:pt x="5579131" y="1247489"/>
                  </a:lnTo>
                  <a:lnTo>
                    <a:pt x="5579258" y="1247489"/>
                  </a:lnTo>
                  <a:lnTo>
                    <a:pt x="5584560" y="1247489"/>
                  </a:lnTo>
                  <a:lnTo>
                    <a:pt x="5589611" y="1237666"/>
                  </a:lnTo>
                  <a:lnTo>
                    <a:pt x="5590116" y="1237666"/>
                  </a:lnTo>
                  <a:lnTo>
                    <a:pt x="5590747" y="1237666"/>
                  </a:lnTo>
                  <a:lnTo>
                    <a:pt x="5592136" y="1237666"/>
                  </a:lnTo>
                  <a:lnTo>
                    <a:pt x="5593398" y="1237666"/>
                  </a:lnTo>
                  <a:lnTo>
                    <a:pt x="5595923" y="1232755"/>
                  </a:lnTo>
                  <a:lnTo>
                    <a:pt x="5596428" y="1232755"/>
                  </a:lnTo>
                  <a:lnTo>
                    <a:pt x="5596681" y="1232755"/>
                  </a:lnTo>
                  <a:lnTo>
                    <a:pt x="5600216" y="1227843"/>
                  </a:lnTo>
                  <a:lnTo>
                    <a:pt x="5601731" y="1227843"/>
                  </a:lnTo>
                  <a:lnTo>
                    <a:pt x="5602236" y="1227843"/>
                  </a:lnTo>
                  <a:lnTo>
                    <a:pt x="5602362" y="1222932"/>
                  </a:lnTo>
                  <a:lnTo>
                    <a:pt x="5603625" y="1222932"/>
                  </a:lnTo>
                  <a:lnTo>
                    <a:pt x="5606908" y="1218020"/>
                  </a:lnTo>
                  <a:lnTo>
                    <a:pt x="5607160" y="1218020"/>
                  </a:lnTo>
                  <a:lnTo>
                    <a:pt x="5612968" y="1218020"/>
                  </a:lnTo>
                  <a:lnTo>
                    <a:pt x="5618523" y="1213109"/>
                  </a:lnTo>
                  <a:lnTo>
                    <a:pt x="5619533" y="1213109"/>
                  </a:lnTo>
                  <a:lnTo>
                    <a:pt x="5624584" y="1213109"/>
                  </a:lnTo>
                  <a:lnTo>
                    <a:pt x="5627487" y="1208198"/>
                  </a:lnTo>
                  <a:lnTo>
                    <a:pt x="5632159" y="1208198"/>
                  </a:lnTo>
                  <a:lnTo>
                    <a:pt x="5637335" y="1198375"/>
                  </a:lnTo>
                  <a:lnTo>
                    <a:pt x="5637840" y="1198375"/>
                  </a:lnTo>
                  <a:lnTo>
                    <a:pt x="5638093" y="1193464"/>
                  </a:lnTo>
                  <a:lnTo>
                    <a:pt x="5638219" y="1193464"/>
                  </a:lnTo>
                  <a:lnTo>
                    <a:pt x="5638345" y="1193464"/>
                  </a:lnTo>
                  <a:lnTo>
                    <a:pt x="5642133" y="1193464"/>
                  </a:lnTo>
                  <a:lnTo>
                    <a:pt x="5645542" y="1183641"/>
                  </a:lnTo>
                  <a:lnTo>
                    <a:pt x="5645668" y="1183641"/>
                  </a:lnTo>
                  <a:lnTo>
                    <a:pt x="5646047" y="1183641"/>
                  </a:lnTo>
                  <a:lnTo>
                    <a:pt x="5648698" y="1178729"/>
                  </a:lnTo>
                  <a:lnTo>
                    <a:pt x="5648825" y="1173818"/>
                  </a:lnTo>
                  <a:lnTo>
                    <a:pt x="5650971" y="1168907"/>
                  </a:lnTo>
                  <a:lnTo>
                    <a:pt x="5654254" y="1168907"/>
                  </a:lnTo>
                  <a:lnTo>
                    <a:pt x="5654506" y="1168907"/>
                  </a:lnTo>
                  <a:lnTo>
                    <a:pt x="5655769" y="1168907"/>
                  </a:lnTo>
                  <a:lnTo>
                    <a:pt x="5659683" y="1168907"/>
                  </a:lnTo>
                  <a:lnTo>
                    <a:pt x="5661829" y="1168907"/>
                  </a:lnTo>
                  <a:lnTo>
                    <a:pt x="5661955" y="1168907"/>
                  </a:lnTo>
                  <a:lnTo>
                    <a:pt x="5662082" y="1168907"/>
                  </a:lnTo>
                  <a:lnTo>
                    <a:pt x="5664480" y="1163995"/>
                  </a:lnTo>
                  <a:lnTo>
                    <a:pt x="5670036" y="1163995"/>
                  </a:lnTo>
                  <a:lnTo>
                    <a:pt x="5672813" y="1163995"/>
                  </a:lnTo>
                  <a:lnTo>
                    <a:pt x="5678747" y="1163995"/>
                  </a:lnTo>
                  <a:lnTo>
                    <a:pt x="5679379" y="1159084"/>
                  </a:lnTo>
                  <a:lnTo>
                    <a:pt x="5680136" y="1159084"/>
                  </a:lnTo>
                  <a:lnTo>
                    <a:pt x="5685186" y="1154173"/>
                  </a:lnTo>
                  <a:lnTo>
                    <a:pt x="5685313" y="1154173"/>
                  </a:lnTo>
                  <a:lnTo>
                    <a:pt x="5688974" y="1154173"/>
                  </a:lnTo>
                  <a:lnTo>
                    <a:pt x="5690742" y="1144350"/>
                  </a:lnTo>
                  <a:lnTo>
                    <a:pt x="5693393" y="1144350"/>
                  </a:lnTo>
                  <a:lnTo>
                    <a:pt x="5696423" y="1144350"/>
                  </a:lnTo>
                  <a:lnTo>
                    <a:pt x="5699958" y="1144350"/>
                  </a:lnTo>
                  <a:lnTo>
                    <a:pt x="5700337" y="1144350"/>
                  </a:lnTo>
                  <a:lnTo>
                    <a:pt x="5700842" y="1144350"/>
                  </a:lnTo>
                  <a:lnTo>
                    <a:pt x="5703241" y="1144350"/>
                  </a:lnTo>
                  <a:lnTo>
                    <a:pt x="5704377" y="1144350"/>
                  </a:lnTo>
                  <a:lnTo>
                    <a:pt x="5708165" y="1144350"/>
                  </a:lnTo>
                  <a:lnTo>
                    <a:pt x="5708418" y="1139438"/>
                  </a:lnTo>
                  <a:lnTo>
                    <a:pt x="5708670" y="1139438"/>
                  </a:lnTo>
                  <a:lnTo>
                    <a:pt x="5711195" y="1139438"/>
                  </a:lnTo>
                  <a:lnTo>
                    <a:pt x="5712205" y="1139438"/>
                  </a:lnTo>
                  <a:lnTo>
                    <a:pt x="5712458" y="1139438"/>
                  </a:lnTo>
                  <a:lnTo>
                    <a:pt x="5713594" y="1139438"/>
                  </a:lnTo>
                  <a:lnTo>
                    <a:pt x="5714478" y="1139438"/>
                  </a:lnTo>
                  <a:lnTo>
                    <a:pt x="5716624" y="1134527"/>
                  </a:lnTo>
                  <a:lnTo>
                    <a:pt x="5717129" y="1129616"/>
                  </a:lnTo>
                  <a:lnTo>
                    <a:pt x="5722937" y="1124704"/>
                  </a:lnTo>
                  <a:lnTo>
                    <a:pt x="5728114" y="1124704"/>
                  </a:lnTo>
                  <a:lnTo>
                    <a:pt x="5734174" y="1119793"/>
                  </a:lnTo>
                  <a:lnTo>
                    <a:pt x="5741370" y="1119793"/>
                  </a:lnTo>
                  <a:lnTo>
                    <a:pt x="5741875" y="1119793"/>
                  </a:lnTo>
                  <a:lnTo>
                    <a:pt x="5745411" y="1114882"/>
                  </a:lnTo>
                  <a:lnTo>
                    <a:pt x="5746421" y="1109970"/>
                  </a:lnTo>
                  <a:lnTo>
                    <a:pt x="5746673" y="1109970"/>
                  </a:lnTo>
                  <a:lnTo>
                    <a:pt x="5750335" y="1109970"/>
                  </a:lnTo>
                  <a:lnTo>
                    <a:pt x="5752860" y="1105059"/>
                  </a:lnTo>
                  <a:lnTo>
                    <a:pt x="5753996" y="1105059"/>
                  </a:lnTo>
                  <a:lnTo>
                    <a:pt x="5754122" y="1105059"/>
                  </a:lnTo>
                  <a:lnTo>
                    <a:pt x="5755132" y="1105059"/>
                  </a:lnTo>
                  <a:lnTo>
                    <a:pt x="5758415" y="1100147"/>
                  </a:lnTo>
                  <a:lnTo>
                    <a:pt x="5758541" y="1100147"/>
                  </a:lnTo>
                  <a:lnTo>
                    <a:pt x="5765359" y="1095236"/>
                  </a:lnTo>
                  <a:lnTo>
                    <a:pt x="5765485" y="1095236"/>
                  </a:lnTo>
                  <a:lnTo>
                    <a:pt x="5765738" y="1095236"/>
                  </a:lnTo>
                  <a:lnTo>
                    <a:pt x="5767000" y="1095236"/>
                  </a:lnTo>
                  <a:lnTo>
                    <a:pt x="5767758" y="1095236"/>
                  </a:lnTo>
                  <a:lnTo>
                    <a:pt x="5771293" y="1095236"/>
                  </a:lnTo>
                  <a:lnTo>
                    <a:pt x="5772808" y="1095236"/>
                  </a:lnTo>
                  <a:lnTo>
                    <a:pt x="5772934" y="1095236"/>
                  </a:lnTo>
                  <a:lnTo>
                    <a:pt x="5775838" y="1095236"/>
                  </a:lnTo>
                  <a:lnTo>
                    <a:pt x="5780889" y="1090325"/>
                  </a:lnTo>
                  <a:lnTo>
                    <a:pt x="5783287" y="1090325"/>
                  </a:lnTo>
                  <a:lnTo>
                    <a:pt x="5786949" y="1090325"/>
                  </a:lnTo>
                  <a:lnTo>
                    <a:pt x="5787075" y="1090325"/>
                  </a:lnTo>
                  <a:lnTo>
                    <a:pt x="5791873" y="1085413"/>
                  </a:lnTo>
                  <a:lnTo>
                    <a:pt x="5797302" y="1080502"/>
                  </a:lnTo>
                  <a:lnTo>
                    <a:pt x="5797807" y="1075591"/>
                  </a:lnTo>
                  <a:lnTo>
                    <a:pt x="5797933" y="1075591"/>
                  </a:lnTo>
                  <a:lnTo>
                    <a:pt x="5800080" y="1070679"/>
                  </a:lnTo>
                  <a:lnTo>
                    <a:pt x="5802857" y="1070679"/>
                  </a:lnTo>
                  <a:lnTo>
                    <a:pt x="5807402" y="1070679"/>
                  </a:lnTo>
                  <a:lnTo>
                    <a:pt x="5807655" y="1070679"/>
                  </a:lnTo>
                  <a:lnTo>
                    <a:pt x="5811443" y="1070679"/>
                  </a:lnTo>
                  <a:lnTo>
                    <a:pt x="5811821" y="1070679"/>
                  </a:lnTo>
                  <a:lnTo>
                    <a:pt x="5814346" y="1070679"/>
                  </a:lnTo>
                  <a:lnTo>
                    <a:pt x="5814599" y="1070679"/>
                  </a:lnTo>
                  <a:lnTo>
                    <a:pt x="5819144" y="1070679"/>
                  </a:lnTo>
                  <a:lnTo>
                    <a:pt x="5819902" y="1070679"/>
                  </a:lnTo>
                  <a:lnTo>
                    <a:pt x="5819902" y="1065768"/>
                  </a:lnTo>
                  <a:lnTo>
                    <a:pt x="5823058" y="1065768"/>
                  </a:lnTo>
                  <a:lnTo>
                    <a:pt x="5823689" y="1065768"/>
                  </a:lnTo>
                  <a:lnTo>
                    <a:pt x="5824194" y="1065768"/>
                  </a:lnTo>
                  <a:lnTo>
                    <a:pt x="5824321" y="1065768"/>
                  </a:lnTo>
                  <a:lnTo>
                    <a:pt x="5825583" y="1065768"/>
                  </a:lnTo>
                  <a:lnTo>
                    <a:pt x="5826088" y="1065768"/>
                  </a:lnTo>
                  <a:lnTo>
                    <a:pt x="5826341" y="1060856"/>
                  </a:lnTo>
                  <a:lnTo>
                    <a:pt x="5831139" y="1060856"/>
                  </a:lnTo>
                  <a:lnTo>
                    <a:pt x="5834800" y="1055945"/>
                  </a:lnTo>
                  <a:lnTo>
                    <a:pt x="5839976" y="1051034"/>
                  </a:lnTo>
                  <a:lnTo>
                    <a:pt x="5844143" y="1051034"/>
                  </a:lnTo>
                  <a:lnTo>
                    <a:pt x="5844395" y="1051034"/>
                  </a:lnTo>
                  <a:lnTo>
                    <a:pt x="5846542" y="1046122"/>
                  </a:lnTo>
                  <a:lnTo>
                    <a:pt x="5851592" y="1041211"/>
                  </a:lnTo>
                  <a:lnTo>
                    <a:pt x="5855127" y="1036300"/>
                  </a:lnTo>
                  <a:lnTo>
                    <a:pt x="5855253" y="1036300"/>
                  </a:lnTo>
                  <a:lnTo>
                    <a:pt x="5859294" y="1036300"/>
                  </a:lnTo>
                  <a:lnTo>
                    <a:pt x="5859799" y="1036300"/>
                  </a:lnTo>
                  <a:lnTo>
                    <a:pt x="5860935" y="1036300"/>
                  </a:lnTo>
                  <a:lnTo>
                    <a:pt x="5866490" y="1036300"/>
                  </a:lnTo>
                  <a:lnTo>
                    <a:pt x="5870025" y="1036300"/>
                  </a:lnTo>
                  <a:lnTo>
                    <a:pt x="5871667" y="1036300"/>
                  </a:lnTo>
                  <a:lnTo>
                    <a:pt x="5875328" y="1036300"/>
                  </a:lnTo>
                  <a:lnTo>
                    <a:pt x="5875581" y="1036300"/>
                  </a:lnTo>
                  <a:lnTo>
                    <a:pt x="5875707" y="1036300"/>
                  </a:lnTo>
                  <a:lnTo>
                    <a:pt x="5875833" y="1036300"/>
                  </a:lnTo>
                  <a:lnTo>
                    <a:pt x="5878611" y="1036300"/>
                  </a:lnTo>
                  <a:lnTo>
                    <a:pt x="5880000" y="1031388"/>
                  </a:lnTo>
                  <a:lnTo>
                    <a:pt x="5880757" y="1031388"/>
                  </a:lnTo>
                  <a:lnTo>
                    <a:pt x="5881262" y="1031388"/>
                  </a:lnTo>
                  <a:lnTo>
                    <a:pt x="5882777" y="1031388"/>
                  </a:lnTo>
                  <a:lnTo>
                    <a:pt x="5883409" y="1031388"/>
                  </a:lnTo>
                  <a:lnTo>
                    <a:pt x="5888333" y="1031388"/>
                  </a:lnTo>
                  <a:lnTo>
                    <a:pt x="5889974" y="1026477"/>
                  </a:lnTo>
                  <a:lnTo>
                    <a:pt x="5890100" y="1026477"/>
                  </a:lnTo>
                  <a:lnTo>
                    <a:pt x="5892499" y="1021565"/>
                  </a:lnTo>
                  <a:lnTo>
                    <a:pt x="5897044" y="1021565"/>
                  </a:lnTo>
                  <a:lnTo>
                    <a:pt x="5904367" y="1016654"/>
                  </a:lnTo>
                  <a:lnTo>
                    <a:pt x="5909291" y="1016654"/>
                  </a:lnTo>
                  <a:lnTo>
                    <a:pt x="5910554" y="1016654"/>
                  </a:lnTo>
                  <a:lnTo>
                    <a:pt x="5911185" y="1016654"/>
                  </a:lnTo>
                  <a:lnTo>
                    <a:pt x="5914846" y="1016654"/>
                  </a:lnTo>
                  <a:lnTo>
                    <a:pt x="5915099" y="1016654"/>
                  </a:lnTo>
                  <a:lnTo>
                    <a:pt x="5917624" y="1016654"/>
                  </a:lnTo>
                  <a:lnTo>
                    <a:pt x="5920023" y="1016654"/>
                  </a:lnTo>
                  <a:lnTo>
                    <a:pt x="5925326" y="1016654"/>
                  </a:lnTo>
                  <a:lnTo>
                    <a:pt x="5925957" y="1016654"/>
                  </a:lnTo>
                  <a:lnTo>
                    <a:pt x="5925957" y="1011743"/>
                  </a:lnTo>
                  <a:lnTo>
                    <a:pt x="5930376" y="1001920"/>
                  </a:lnTo>
                  <a:lnTo>
                    <a:pt x="5933027" y="997009"/>
                  </a:lnTo>
                  <a:lnTo>
                    <a:pt x="5936184" y="992097"/>
                  </a:lnTo>
                  <a:lnTo>
                    <a:pt x="5936436" y="992097"/>
                  </a:lnTo>
                  <a:lnTo>
                    <a:pt x="5938456" y="992097"/>
                  </a:lnTo>
                  <a:lnTo>
                    <a:pt x="5938835" y="992097"/>
                  </a:lnTo>
                  <a:lnTo>
                    <a:pt x="5942118" y="987186"/>
                  </a:lnTo>
                  <a:lnTo>
                    <a:pt x="5944769" y="987186"/>
                  </a:lnTo>
                  <a:lnTo>
                    <a:pt x="5945148" y="987186"/>
                  </a:lnTo>
                  <a:lnTo>
                    <a:pt x="5945653" y="987186"/>
                  </a:lnTo>
                  <a:lnTo>
                    <a:pt x="5948431" y="987186"/>
                  </a:lnTo>
                  <a:lnTo>
                    <a:pt x="5949441" y="987186"/>
                  </a:lnTo>
                  <a:lnTo>
                    <a:pt x="5950703" y="987186"/>
                  </a:lnTo>
                  <a:lnTo>
                    <a:pt x="5954112" y="987186"/>
                  </a:lnTo>
                  <a:lnTo>
                    <a:pt x="5957647" y="982274"/>
                  </a:lnTo>
                  <a:lnTo>
                    <a:pt x="5961561" y="982274"/>
                  </a:lnTo>
                  <a:lnTo>
                    <a:pt x="5961940" y="982274"/>
                  </a:lnTo>
                  <a:lnTo>
                    <a:pt x="5963581" y="982274"/>
                  </a:lnTo>
                  <a:lnTo>
                    <a:pt x="5967369" y="982274"/>
                  </a:lnTo>
                  <a:lnTo>
                    <a:pt x="5969389" y="982274"/>
                  </a:lnTo>
                  <a:lnTo>
                    <a:pt x="5973934" y="972452"/>
                  </a:lnTo>
                  <a:lnTo>
                    <a:pt x="5978606" y="972452"/>
                  </a:lnTo>
                  <a:lnTo>
                    <a:pt x="5978984" y="972452"/>
                  </a:lnTo>
                  <a:lnTo>
                    <a:pt x="5981510" y="972452"/>
                  </a:lnTo>
                  <a:lnTo>
                    <a:pt x="5982646" y="972452"/>
                  </a:lnTo>
                  <a:lnTo>
                    <a:pt x="5986939" y="972452"/>
                  </a:lnTo>
                  <a:lnTo>
                    <a:pt x="5987317" y="972452"/>
                  </a:lnTo>
                  <a:lnTo>
                    <a:pt x="5987570" y="972452"/>
                  </a:lnTo>
                  <a:lnTo>
                    <a:pt x="5987822" y="972452"/>
                  </a:lnTo>
                  <a:lnTo>
                    <a:pt x="5990474" y="972452"/>
                  </a:lnTo>
                  <a:lnTo>
                    <a:pt x="5992746" y="967540"/>
                  </a:lnTo>
                  <a:lnTo>
                    <a:pt x="5992873" y="967540"/>
                  </a:lnTo>
                  <a:lnTo>
                    <a:pt x="5993630" y="967540"/>
                  </a:lnTo>
                  <a:lnTo>
                    <a:pt x="5994514" y="962629"/>
                  </a:lnTo>
                  <a:lnTo>
                    <a:pt x="5998680" y="957718"/>
                  </a:lnTo>
                  <a:lnTo>
                    <a:pt x="5999185" y="957718"/>
                  </a:lnTo>
                  <a:lnTo>
                    <a:pt x="5999438" y="957718"/>
                  </a:lnTo>
                  <a:lnTo>
                    <a:pt x="6000953" y="957718"/>
                  </a:lnTo>
                  <a:lnTo>
                    <a:pt x="6004236" y="957718"/>
                  </a:lnTo>
                  <a:lnTo>
                    <a:pt x="6009286" y="947895"/>
                  </a:lnTo>
                  <a:lnTo>
                    <a:pt x="6012695" y="947895"/>
                  </a:lnTo>
                  <a:lnTo>
                    <a:pt x="6016988" y="947895"/>
                  </a:lnTo>
                  <a:lnTo>
                    <a:pt x="6021533" y="947895"/>
                  </a:lnTo>
                  <a:lnTo>
                    <a:pt x="6021912" y="947895"/>
                  </a:lnTo>
                  <a:lnTo>
                    <a:pt x="6023174" y="947895"/>
                  </a:lnTo>
                  <a:lnTo>
                    <a:pt x="6028098" y="947895"/>
                  </a:lnTo>
                  <a:lnTo>
                    <a:pt x="6028856" y="947895"/>
                  </a:lnTo>
                  <a:lnTo>
                    <a:pt x="6035926" y="947895"/>
                  </a:lnTo>
                  <a:lnTo>
                    <a:pt x="6036052" y="942983"/>
                  </a:lnTo>
                  <a:lnTo>
                    <a:pt x="6036557" y="942983"/>
                  </a:lnTo>
                  <a:lnTo>
                    <a:pt x="6036684" y="938072"/>
                  </a:lnTo>
                  <a:lnTo>
                    <a:pt x="6041608" y="933161"/>
                  </a:lnTo>
                  <a:lnTo>
                    <a:pt x="6041986" y="933161"/>
                  </a:lnTo>
                  <a:lnTo>
                    <a:pt x="6044638" y="933161"/>
                  </a:lnTo>
                  <a:lnTo>
                    <a:pt x="6049309" y="933161"/>
                  </a:lnTo>
                  <a:lnTo>
                    <a:pt x="6050193" y="933161"/>
                  </a:lnTo>
                  <a:lnTo>
                    <a:pt x="6050445" y="933161"/>
                  </a:lnTo>
                  <a:lnTo>
                    <a:pt x="6050950" y="933161"/>
                  </a:lnTo>
                  <a:lnTo>
                    <a:pt x="6055622" y="933161"/>
                  </a:lnTo>
                  <a:lnTo>
                    <a:pt x="6057516" y="933161"/>
                  </a:lnTo>
                  <a:lnTo>
                    <a:pt x="6058147" y="928249"/>
                  </a:lnTo>
                  <a:lnTo>
                    <a:pt x="6060925" y="928249"/>
                  </a:lnTo>
                  <a:lnTo>
                    <a:pt x="6067111" y="923338"/>
                  </a:lnTo>
                  <a:lnTo>
                    <a:pt x="6067238" y="923338"/>
                  </a:lnTo>
                  <a:lnTo>
                    <a:pt x="6071404" y="918427"/>
                  </a:lnTo>
                  <a:lnTo>
                    <a:pt x="6071530" y="918427"/>
                  </a:lnTo>
                  <a:lnTo>
                    <a:pt x="6076202" y="918427"/>
                  </a:lnTo>
                  <a:lnTo>
                    <a:pt x="6082009" y="913515"/>
                  </a:lnTo>
                  <a:lnTo>
                    <a:pt x="6085166" y="913515"/>
                  </a:lnTo>
                  <a:lnTo>
                    <a:pt x="6085418" y="913515"/>
                  </a:lnTo>
                  <a:lnTo>
                    <a:pt x="6089585" y="913515"/>
                  </a:lnTo>
                  <a:lnTo>
                    <a:pt x="6093246" y="913515"/>
                  </a:lnTo>
                  <a:lnTo>
                    <a:pt x="6094130" y="913515"/>
                  </a:lnTo>
                  <a:lnTo>
                    <a:pt x="6097918" y="913515"/>
                  </a:lnTo>
                  <a:lnTo>
                    <a:pt x="6098928" y="913515"/>
                  </a:lnTo>
                  <a:lnTo>
                    <a:pt x="6100822" y="913515"/>
                  </a:lnTo>
                  <a:lnTo>
                    <a:pt x="6103726" y="908604"/>
                  </a:lnTo>
                  <a:lnTo>
                    <a:pt x="6103852" y="908604"/>
                  </a:lnTo>
                  <a:lnTo>
                    <a:pt x="6104483" y="908604"/>
                  </a:lnTo>
                  <a:lnTo>
                    <a:pt x="6108776" y="903692"/>
                  </a:lnTo>
                  <a:lnTo>
                    <a:pt x="6111932" y="903692"/>
                  </a:lnTo>
                  <a:lnTo>
                    <a:pt x="6112437" y="903692"/>
                  </a:lnTo>
                  <a:lnTo>
                    <a:pt x="6113826" y="903692"/>
                  </a:lnTo>
                  <a:lnTo>
                    <a:pt x="6114836" y="893870"/>
                  </a:lnTo>
                  <a:lnTo>
                    <a:pt x="6119003" y="893870"/>
                  </a:lnTo>
                  <a:lnTo>
                    <a:pt x="6119381" y="893870"/>
                  </a:lnTo>
                  <a:lnTo>
                    <a:pt x="6124305" y="893870"/>
                  </a:lnTo>
                  <a:lnTo>
                    <a:pt x="6129482" y="893870"/>
                  </a:lnTo>
                  <a:lnTo>
                    <a:pt x="6132891" y="893870"/>
                  </a:lnTo>
                  <a:lnTo>
                    <a:pt x="6135542" y="893870"/>
                  </a:lnTo>
                  <a:lnTo>
                    <a:pt x="6138698" y="888958"/>
                  </a:lnTo>
                  <a:lnTo>
                    <a:pt x="6142612" y="884047"/>
                  </a:lnTo>
                  <a:lnTo>
                    <a:pt x="6144001" y="884047"/>
                  </a:lnTo>
                  <a:lnTo>
                    <a:pt x="6144633" y="884047"/>
                  </a:lnTo>
                  <a:lnTo>
                    <a:pt x="6148294" y="879136"/>
                  </a:lnTo>
                  <a:lnTo>
                    <a:pt x="6150945" y="879136"/>
                  </a:lnTo>
                  <a:lnTo>
                    <a:pt x="6153218" y="879136"/>
                  </a:lnTo>
                  <a:lnTo>
                    <a:pt x="6153344" y="879136"/>
                  </a:lnTo>
                  <a:lnTo>
                    <a:pt x="6158394" y="879136"/>
                  </a:lnTo>
                  <a:lnTo>
                    <a:pt x="6158521" y="879136"/>
                  </a:lnTo>
                  <a:lnTo>
                    <a:pt x="6158647" y="879136"/>
                  </a:lnTo>
                  <a:lnTo>
                    <a:pt x="6161298" y="879136"/>
                  </a:lnTo>
                  <a:lnTo>
                    <a:pt x="6164707" y="874224"/>
                  </a:lnTo>
                  <a:lnTo>
                    <a:pt x="6164833" y="874224"/>
                  </a:lnTo>
                  <a:lnTo>
                    <a:pt x="6165844" y="874224"/>
                  </a:lnTo>
                  <a:lnTo>
                    <a:pt x="6168116" y="874224"/>
                  </a:lnTo>
                  <a:lnTo>
                    <a:pt x="6168874" y="874224"/>
                  </a:lnTo>
                  <a:lnTo>
                    <a:pt x="6169252" y="874224"/>
                  </a:lnTo>
                  <a:lnTo>
                    <a:pt x="6172914" y="869313"/>
                  </a:lnTo>
                  <a:lnTo>
                    <a:pt x="6173040" y="869313"/>
                  </a:lnTo>
                  <a:lnTo>
                    <a:pt x="6175818" y="864401"/>
                  </a:lnTo>
                  <a:lnTo>
                    <a:pt x="6176197" y="864401"/>
                  </a:lnTo>
                  <a:lnTo>
                    <a:pt x="6179732" y="864401"/>
                  </a:lnTo>
                  <a:lnTo>
                    <a:pt x="6183772" y="864401"/>
                  </a:lnTo>
                  <a:lnTo>
                    <a:pt x="6188696" y="864401"/>
                  </a:lnTo>
                  <a:lnTo>
                    <a:pt x="6189580" y="864401"/>
                  </a:lnTo>
                  <a:lnTo>
                    <a:pt x="6190716" y="864401"/>
                  </a:lnTo>
                  <a:lnTo>
                    <a:pt x="6194630" y="864401"/>
                  </a:lnTo>
                  <a:lnTo>
                    <a:pt x="6197408" y="864401"/>
                  </a:lnTo>
                  <a:lnTo>
                    <a:pt x="6198670" y="864401"/>
                  </a:lnTo>
                  <a:lnTo>
                    <a:pt x="6201953" y="864401"/>
                  </a:lnTo>
                  <a:lnTo>
                    <a:pt x="6202710" y="864401"/>
                  </a:lnTo>
                  <a:lnTo>
                    <a:pt x="6203468" y="864401"/>
                  </a:lnTo>
                  <a:lnTo>
                    <a:pt x="6206119" y="864401"/>
                  </a:lnTo>
                  <a:lnTo>
                    <a:pt x="6206246" y="864401"/>
                  </a:lnTo>
                  <a:lnTo>
                    <a:pt x="6206372" y="864401"/>
                  </a:lnTo>
                  <a:lnTo>
                    <a:pt x="6209907" y="864401"/>
                  </a:lnTo>
                  <a:lnTo>
                    <a:pt x="6211169" y="859490"/>
                  </a:lnTo>
                  <a:lnTo>
                    <a:pt x="6213821" y="854579"/>
                  </a:lnTo>
                  <a:lnTo>
                    <a:pt x="6219755" y="844756"/>
                  </a:lnTo>
                  <a:lnTo>
                    <a:pt x="6223038" y="844756"/>
                  </a:lnTo>
                  <a:lnTo>
                    <a:pt x="6226194" y="844756"/>
                  </a:lnTo>
                  <a:lnTo>
                    <a:pt x="6226446" y="844756"/>
                  </a:lnTo>
                  <a:lnTo>
                    <a:pt x="6227330" y="844756"/>
                  </a:lnTo>
                  <a:lnTo>
                    <a:pt x="6232381" y="834933"/>
                  </a:lnTo>
                  <a:lnTo>
                    <a:pt x="6232886" y="834933"/>
                  </a:lnTo>
                  <a:lnTo>
                    <a:pt x="6233896" y="834933"/>
                  </a:lnTo>
                  <a:lnTo>
                    <a:pt x="6235032" y="834933"/>
                  </a:lnTo>
                  <a:lnTo>
                    <a:pt x="6237557" y="834933"/>
                  </a:lnTo>
                  <a:lnTo>
                    <a:pt x="6241218" y="830022"/>
                  </a:lnTo>
                  <a:lnTo>
                    <a:pt x="6244627" y="830022"/>
                  </a:lnTo>
                  <a:lnTo>
                    <a:pt x="6248415" y="830022"/>
                  </a:lnTo>
                  <a:lnTo>
                    <a:pt x="6251319" y="830022"/>
                  </a:lnTo>
                  <a:lnTo>
                    <a:pt x="6251445" y="830022"/>
                  </a:lnTo>
                  <a:lnTo>
                    <a:pt x="6253844" y="830022"/>
                  </a:lnTo>
                  <a:lnTo>
                    <a:pt x="6254728" y="830022"/>
                  </a:lnTo>
                  <a:lnTo>
                    <a:pt x="6255107" y="830022"/>
                  </a:lnTo>
                  <a:lnTo>
                    <a:pt x="6258894" y="830022"/>
                  </a:lnTo>
                  <a:lnTo>
                    <a:pt x="6261293" y="830022"/>
                  </a:lnTo>
                  <a:lnTo>
                    <a:pt x="6263692" y="830022"/>
                  </a:lnTo>
                  <a:lnTo>
                    <a:pt x="6266848" y="825110"/>
                  </a:lnTo>
                  <a:lnTo>
                    <a:pt x="6266975" y="825110"/>
                  </a:lnTo>
                  <a:lnTo>
                    <a:pt x="6267480" y="825110"/>
                  </a:lnTo>
                  <a:lnTo>
                    <a:pt x="6267732" y="825110"/>
                  </a:lnTo>
                  <a:lnTo>
                    <a:pt x="6275055" y="825110"/>
                  </a:lnTo>
                  <a:lnTo>
                    <a:pt x="6276065" y="825110"/>
                  </a:lnTo>
                  <a:lnTo>
                    <a:pt x="6276318" y="825110"/>
                  </a:lnTo>
                  <a:lnTo>
                    <a:pt x="6277959" y="825110"/>
                  </a:lnTo>
                  <a:lnTo>
                    <a:pt x="6283135" y="825110"/>
                  </a:lnTo>
                  <a:lnTo>
                    <a:pt x="6283641" y="825110"/>
                  </a:lnTo>
                  <a:lnTo>
                    <a:pt x="6285661" y="825110"/>
                  </a:lnTo>
                  <a:lnTo>
                    <a:pt x="6289448" y="825110"/>
                  </a:lnTo>
                  <a:lnTo>
                    <a:pt x="6293362" y="825110"/>
                  </a:lnTo>
                  <a:lnTo>
                    <a:pt x="6296897" y="820199"/>
                  </a:lnTo>
                  <a:lnTo>
                    <a:pt x="6302074" y="820199"/>
                  </a:lnTo>
                  <a:lnTo>
                    <a:pt x="6302326" y="820199"/>
                  </a:lnTo>
                  <a:lnTo>
                    <a:pt x="6305230" y="820199"/>
                  </a:lnTo>
                  <a:lnTo>
                    <a:pt x="6307882" y="815288"/>
                  </a:lnTo>
                  <a:lnTo>
                    <a:pt x="6311669" y="815288"/>
                  </a:lnTo>
                  <a:lnTo>
                    <a:pt x="6315205" y="815288"/>
                  </a:lnTo>
                  <a:lnTo>
                    <a:pt x="6315457" y="815288"/>
                  </a:lnTo>
                  <a:lnTo>
                    <a:pt x="6316088" y="815288"/>
                  </a:lnTo>
                  <a:lnTo>
                    <a:pt x="6316467" y="815288"/>
                  </a:lnTo>
                  <a:lnTo>
                    <a:pt x="6316972" y="815288"/>
                  </a:lnTo>
                  <a:lnTo>
                    <a:pt x="6322022" y="815288"/>
                  </a:lnTo>
                  <a:lnTo>
                    <a:pt x="6322527" y="815288"/>
                  </a:lnTo>
                  <a:lnTo>
                    <a:pt x="6324295" y="815288"/>
                  </a:lnTo>
                  <a:lnTo>
                    <a:pt x="6326189" y="815288"/>
                  </a:lnTo>
                  <a:lnTo>
                    <a:pt x="6331239" y="815288"/>
                  </a:lnTo>
                  <a:lnTo>
                    <a:pt x="6333133" y="815288"/>
                  </a:lnTo>
                  <a:lnTo>
                    <a:pt x="6333890" y="805465"/>
                  </a:lnTo>
                  <a:lnTo>
                    <a:pt x="6334648" y="800554"/>
                  </a:lnTo>
                  <a:lnTo>
                    <a:pt x="6337426" y="800554"/>
                  </a:lnTo>
                  <a:lnTo>
                    <a:pt x="6340330" y="800554"/>
                  </a:lnTo>
                  <a:lnTo>
                    <a:pt x="6340456" y="800554"/>
                  </a:lnTo>
                  <a:lnTo>
                    <a:pt x="6343865" y="800554"/>
                  </a:lnTo>
                  <a:lnTo>
                    <a:pt x="6345885" y="800554"/>
                  </a:lnTo>
                  <a:lnTo>
                    <a:pt x="6346011" y="800554"/>
                  </a:lnTo>
                  <a:lnTo>
                    <a:pt x="6346137" y="800554"/>
                  </a:lnTo>
                  <a:lnTo>
                    <a:pt x="6346516" y="800554"/>
                  </a:lnTo>
                  <a:lnTo>
                    <a:pt x="6347652" y="800554"/>
                  </a:lnTo>
                  <a:lnTo>
                    <a:pt x="6351566" y="795642"/>
                  </a:lnTo>
                  <a:lnTo>
                    <a:pt x="6358132" y="795642"/>
                  </a:lnTo>
                  <a:lnTo>
                    <a:pt x="6361793" y="795642"/>
                  </a:lnTo>
                  <a:lnTo>
                    <a:pt x="6364949" y="790731"/>
                  </a:lnTo>
                  <a:lnTo>
                    <a:pt x="6365076" y="790731"/>
                  </a:lnTo>
                  <a:lnTo>
                    <a:pt x="6365202" y="790731"/>
                  </a:lnTo>
                  <a:lnTo>
                    <a:pt x="6368863" y="790731"/>
                  </a:lnTo>
                  <a:lnTo>
                    <a:pt x="6370757" y="790731"/>
                  </a:lnTo>
                  <a:lnTo>
                    <a:pt x="6374924" y="785819"/>
                  </a:lnTo>
                  <a:lnTo>
                    <a:pt x="6378585" y="775997"/>
                  </a:lnTo>
                  <a:lnTo>
                    <a:pt x="6380100" y="775997"/>
                  </a:lnTo>
                  <a:lnTo>
                    <a:pt x="6383257" y="771085"/>
                  </a:lnTo>
                  <a:lnTo>
                    <a:pt x="6386666" y="771085"/>
                  </a:lnTo>
                  <a:lnTo>
                    <a:pt x="6387297" y="766174"/>
                  </a:lnTo>
                  <a:lnTo>
                    <a:pt x="6389569" y="766174"/>
                  </a:lnTo>
                  <a:lnTo>
                    <a:pt x="6392095" y="766174"/>
                  </a:lnTo>
                  <a:lnTo>
                    <a:pt x="6392221" y="766174"/>
                  </a:lnTo>
                  <a:lnTo>
                    <a:pt x="6392600" y="766174"/>
                  </a:lnTo>
                  <a:lnTo>
                    <a:pt x="6392726" y="766174"/>
                  </a:lnTo>
                  <a:lnTo>
                    <a:pt x="6392852" y="766174"/>
                  </a:lnTo>
                  <a:lnTo>
                    <a:pt x="6394493" y="766174"/>
                  </a:lnTo>
                  <a:lnTo>
                    <a:pt x="6396135" y="761263"/>
                  </a:lnTo>
                  <a:lnTo>
                    <a:pt x="6401564" y="756351"/>
                  </a:lnTo>
                  <a:lnTo>
                    <a:pt x="6402069" y="751440"/>
                  </a:lnTo>
                  <a:lnTo>
                    <a:pt x="6405225" y="751440"/>
                  </a:lnTo>
                  <a:lnTo>
                    <a:pt x="6405351" y="751440"/>
                  </a:lnTo>
                  <a:lnTo>
                    <a:pt x="6408508" y="746528"/>
                  </a:lnTo>
                  <a:lnTo>
                    <a:pt x="6410528" y="746528"/>
                  </a:lnTo>
                  <a:lnTo>
                    <a:pt x="6413179" y="741617"/>
                  </a:lnTo>
                  <a:lnTo>
                    <a:pt x="6415831" y="741617"/>
                  </a:lnTo>
                  <a:lnTo>
                    <a:pt x="6416588" y="741617"/>
                  </a:lnTo>
                  <a:lnTo>
                    <a:pt x="6417851" y="741617"/>
                  </a:lnTo>
                  <a:lnTo>
                    <a:pt x="6421007" y="741617"/>
                  </a:lnTo>
                  <a:lnTo>
                    <a:pt x="6421133" y="741617"/>
                  </a:lnTo>
                  <a:lnTo>
                    <a:pt x="6421260" y="741617"/>
                  </a:lnTo>
                  <a:lnTo>
                    <a:pt x="6427320" y="736706"/>
                  </a:lnTo>
                  <a:lnTo>
                    <a:pt x="6429593" y="731794"/>
                  </a:lnTo>
                  <a:lnTo>
                    <a:pt x="6429971" y="731794"/>
                  </a:lnTo>
                  <a:lnTo>
                    <a:pt x="6434012" y="731794"/>
                  </a:lnTo>
                  <a:lnTo>
                    <a:pt x="6434138" y="731794"/>
                  </a:lnTo>
                  <a:lnTo>
                    <a:pt x="6437673" y="726883"/>
                  </a:lnTo>
                  <a:lnTo>
                    <a:pt x="6444112" y="726883"/>
                  </a:lnTo>
                  <a:lnTo>
                    <a:pt x="6446132" y="726883"/>
                  </a:lnTo>
                  <a:lnTo>
                    <a:pt x="6447521" y="726883"/>
                  </a:lnTo>
                  <a:lnTo>
                    <a:pt x="6448152" y="726883"/>
                  </a:lnTo>
                  <a:lnTo>
                    <a:pt x="6451056" y="726883"/>
                  </a:lnTo>
                  <a:lnTo>
                    <a:pt x="6453076" y="726883"/>
                  </a:lnTo>
                  <a:lnTo>
                    <a:pt x="6453202" y="726883"/>
                  </a:lnTo>
                  <a:lnTo>
                    <a:pt x="6453960" y="726883"/>
                  </a:lnTo>
                  <a:lnTo>
                    <a:pt x="6458758" y="726883"/>
                  </a:lnTo>
                  <a:lnTo>
                    <a:pt x="6461157" y="721972"/>
                  </a:lnTo>
                  <a:lnTo>
                    <a:pt x="6461914" y="721972"/>
                  </a:lnTo>
                  <a:lnTo>
                    <a:pt x="6463555" y="721972"/>
                  </a:lnTo>
                  <a:lnTo>
                    <a:pt x="6465576" y="721972"/>
                  </a:lnTo>
                  <a:lnTo>
                    <a:pt x="6467091" y="721972"/>
                  </a:lnTo>
                  <a:lnTo>
                    <a:pt x="6470121" y="721972"/>
                  </a:lnTo>
                  <a:lnTo>
                    <a:pt x="6470247" y="721972"/>
                  </a:lnTo>
                  <a:lnTo>
                    <a:pt x="6478327" y="717060"/>
                  </a:lnTo>
                  <a:lnTo>
                    <a:pt x="6478454" y="717060"/>
                  </a:lnTo>
                  <a:lnTo>
                    <a:pt x="6478580" y="717060"/>
                  </a:lnTo>
                  <a:lnTo>
                    <a:pt x="6481105" y="717060"/>
                  </a:lnTo>
                  <a:lnTo>
                    <a:pt x="6481484" y="717060"/>
                  </a:lnTo>
                  <a:lnTo>
                    <a:pt x="6484388" y="717060"/>
                  </a:lnTo>
                  <a:lnTo>
                    <a:pt x="6486155" y="717060"/>
                  </a:lnTo>
                  <a:lnTo>
                    <a:pt x="6490069" y="717060"/>
                  </a:lnTo>
                  <a:lnTo>
                    <a:pt x="6494362" y="712149"/>
                  </a:lnTo>
                  <a:lnTo>
                    <a:pt x="6494993" y="712149"/>
                  </a:lnTo>
                  <a:lnTo>
                    <a:pt x="6497771" y="707237"/>
                  </a:lnTo>
                  <a:lnTo>
                    <a:pt x="6497771" y="702326"/>
                  </a:lnTo>
                  <a:lnTo>
                    <a:pt x="6501685" y="702326"/>
                  </a:lnTo>
                  <a:lnTo>
                    <a:pt x="6506483" y="702326"/>
                  </a:lnTo>
                  <a:lnTo>
                    <a:pt x="6508250" y="702326"/>
                  </a:lnTo>
                  <a:lnTo>
                    <a:pt x="6509891" y="702326"/>
                  </a:lnTo>
                  <a:lnTo>
                    <a:pt x="6510144" y="702326"/>
                  </a:lnTo>
                  <a:lnTo>
                    <a:pt x="6513174" y="702326"/>
                  </a:lnTo>
                  <a:lnTo>
                    <a:pt x="6513553" y="702326"/>
                  </a:lnTo>
                  <a:lnTo>
                    <a:pt x="6513932" y="702326"/>
                  </a:lnTo>
                  <a:lnTo>
                    <a:pt x="6514815" y="702326"/>
                  </a:lnTo>
                  <a:lnTo>
                    <a:pt x="6517341" y="702326"/>
                  </a:lnTo>
                  <a:lnTo>
                    <a:pt x="6524663" y="702326"/>
                  </a:lnTo>
                  <a:lnTo>
                    <a:pt x="6528577" y="697415"/>
                  </a:lnTo>
                  <a:lnTo>
                    <a:pt x="6530976" y="697415"/>
                  </a:lnTo>
                  <a:lnTo>
                    <a:pt x="6533754" y="697415"/>
                  </a:lnTo>
                  <a:lnTo>
                    <a:pt x="6534385" y="697415"/>
                  </a:lnTo>
                  <a:lnTo>
                    <a:pt x="6535269" y="697415"/>
                  </a:lnTo>
                  <a:lnTo>
                    <a:pt x="6538425" y="697415"/>
                  </a:lnTo>
                  <a:lnTo>
                    <a:pt x="6543854" y="697415"/>
                  </a:lnTo>
                  <a:lnTo>
                    <a:pt x="6547137" y="697415"/>
                  </a:lnTo>
                  <a:lnTo>
                    <a:pt x="6547390" y="697415"/>
                  </a:lnTo>
                  <a:lnTo>
                    <a:pt x="6550925" y="697415"/>
                  </a:lnTo>
                  <a:lnTo>
                    <a:pt x="6553324" y="697415"/>
                  </a:lnTo>
                  <a:lnTo>
                    <a:pt x="6554712" y="697415"/>
                  </a:lnTo>
                  <a:lnTo>
                    <a:pt x="6557238" y="697415"/>
                  </a:lnTo>
                  <a:lnTo>
                    <a:pt x="6558121" y="697415"/>
                  </a:lnTo>
                  <a:lnTo>
                    <a:pt x="6559384" y="697415"/>
                  </a:lnTo>
                  <a:lnTo>
                    <a:pt x="6564055" y="697415"/>
                  </a:lnTo>
                  <a:lnTo>
                    <a:pt x="6564182" y="697415"/>
                  </a:lnTo>
                  <a:lnTo>
                    <a:pt x="6564813" y="697415"/>
                  </a:lnTo>
                  <a:lnTo>
                    <a:pt x="6569358" y="692503"/>
                  </a:lnTo>
                  <a:lnTo>
                    <a:pt x="6571504" y="687592"/>
                  </a:lnTo>
                  <a:lnTo>
                    <a:pt x="6572136" y="687592"/>
                  </a:lnTo>
                  <a:lnTo>
                    <a:pt x="6574661" y="687592"/>
                  </a:lnTo>
                  <a:lnTo>
                    <a:pt x="6577060" y="687592"/>
                  </a:lnTo>
                  <a:lnTo>
                    <a:pt x="6578954" y="687592"/>
                  </a:lnTo>
                  <a:lnTo>
                    <a:pt x="6580721" y="677769"/>
                  </a:lnTo>
                  <a:lnTo>
                    <a:pt x="6582994" y="677769"/>
                  </a:lnTo>
                  <a:lnTo>
                    <a:pt x="6585266" y="677769"/>
                  </a:lnTo>
                  <a:lnTo>
                    <a:pt x="6590064" y="677769"/>
                  </a:lnTo>
                  <a:lnTo>
                    <a:pt x="6590443" y="677769"/>
                  </a:lnTo>
                  <a:lnTo>
                    <a:pt x="6592716" y="677769"/>
                  </a:lnTo>
                  <a:lnTo>
                    <a:pt x="6593221" y="677769"/>
                  </a:lnTo>
                  <a:lnTo>
                    <a:pt x="6596503" y="672858"/>
                  </a:lnTo>
                  <a:lnTo>
                    <a:pt x="6597134" y="672858"/>
                  </a:lnTo>
                  <a:lnTo>
                    <a:pt x="6602058" y="667946"/>
                  </a:lnTo>
                  <a:lnTo>
                    <a:pt x="6605215" y="663035"/>
                  </a:lnTo>
                  <a:lnTo>
                    <a:pt x="6608371" y="663035"/>
                  </a:lnTo>
                  <a:lnTo>
                    <a:pt x="6609634" y="658124"/>
                  </a:lnTo>
                  <a:lnTo>
                    <a:pt x="6610770" y="658124"/>
                  </a:lnTo>
                  <a:lnTo>
                    <a:pt x="6614179" y="653212"/>
                  </a:lnTo>
                  <a:lnTo>
                    <a:pt x="6618472" y="653212"/>
                  </a:lnTo>
                  <a:lnTo>
                    <a:pt x="6618598" y="653212"/>
                  </a:lnTo>
                  <a:lnTo>
                    <a:pt x="6619103" y="653212"/>
                  </a:lnTo>
                  <a:lnTo>
                    <a:pt x="6626678" y="653212"/>
                  </a:lnTo>
                  <a:lnTo>
                    <a:pt x="6626805" y="653212"/>
                  </a:lnTo>
                  <a:lnTo>
                    <a:pt x="6627057" y="653212"/>
                  </a:lnTo>
                  <a:lnTo>
                    <a:pt x="6627436" y="653212"/>
                  </a:lnTo>
                  <a:lnTo>
                    <a:pt x="6631476" y="653212"/>
                  </a:lnTo>
                  <a:lnTo>
                    <a:pt x="6631602" y="653212"/>
                  </a:lnTo>
                  <a:lnTo>
                    <a:pt x="6632991" y="653212"/>
                  </a:lnTo>
                  <a:lnTo>
                    <a:pt x="6635011" y="653212"/>
                  </a:lnTo>
                  <a:lnTo>
                    <a:pt x="6636779" y="653212"/>
                  </a:lnTo>
                  <a:lnTo>
                    <a:pt x="6638673" y="653212"/>
                  </a:lnTo>
                  <a:lnTo>
                    <a:pt x="6639304" y="653212"/>
                  </a:lnTo>
                  <a:lnTo>
                    <a:pt x="6640819" y="653212"/>
                  </a:lnTo>
                  <a:lnTo>
                    <a:pt x="6640945" y="648301"/>
                  </a:lnTo>
                  <a:lnTo>
                    <a:pt x="6643470" y="648301"/>
                  </a:lnTo>
                  <a:lnTo>
                    <a:pt x="6651677" y="643390"/>
                  </a:lnTo>
                  <a:lnTo>
                    <a:pt x="6654455" y="638478"/>
                  </a:lnTo>
                  <a:lnTo>
                    <a:pt x="6654707" y="638478"/>
                  </a:lnTo>
                  <a:lnTo>
                    <a:pt x="6657359" y="638478"/>
                  </a:lnTo>
                  <a:lnTo>
                    <a:pt x="6658116" y="638478"/>
                  </a:lnTo>
                  <a:lnTo>
                    <a:pt x="6662914" y="638478"/>
                  </a:lnTo>
                  <a:lnTo>
                    <a:pt x="6664934" y="633567"/>
                  </a:lnTo>
                  <a:lnTo>
                    <a:pt x="6665060" y="633567"/>
                  </a:lnTo>
                  <a:lnTo>
                    <a:pt x="6666828" y="633567"/>
                  </a:lnTo>
                  <a:lnTo>
                    <a:pt x="6669479" y="633567"/>
                  </a:lnTo>
                  <a:lnTo>
                    <a:pt x="6672636" y="633567"/>
                  </a:lnTo>
                  <a:lnTo>
                    <a:pt x="6673898" y="633567"/>
                  </a:lnTo>
                  <a:lnTo>
                    <a:pt x="6677812" y="633567"/>
                  </a:lnTo>
                  <a:lnTo>
                    <a:pt x="6678191" y="633567"/>
                  </a:lnTo>
                  <a:lnTo>
                    <a:pt x="6682610" y="633567"/>
                  </a:lnTo>
                  <a:lnTo>
                    <a:pt x="6683115" y="633567"/>
                  </a:lnTo>
                  <a:lnTo>
                    <a:pt x="6689301" y="628655"/>
                  </a:lnTo>
                  <a:lnTo>
                    <a:pt x="6691574" y="628655"/>
                  </a:lnTo>
                  <a:lnTo>
                    <a:pt x="6694225" y="628655"/>
                  </a:lnTo>
                  <a:lnTo>
                    <a:pt x="6698013" y="628655"/>
                  </a:lnTo>
                  <a:lnTo>
                    <a:pt x="6701801" y="628655"/>
                  </a:lnTo>
                  <a:lnTo>
                    <a:pt x="6703190" y="628655"/>
                  </a:lnTo>
                  <a:lnTo>
                    <a:pt x="6704705" y="628655"/>
                  </a:lnTo>
                  <a:lnTo>
                    <a:pt x="6706346" y="623744"/>
                  </a:lnTo>
                  <a:lnTo>
                    <a:pt x="6706472" y="623744"/>
                  </a:lnTo>
                  <a:lnTo>
                    <a:pt x="6706725" y="623744"/>
                  </a:lnTo>
                  <a:lnTo>
                    <a:pt x="6710134" y="623744"/>
                  </a:lnTo>
                  <a:lnTo>
                    <a:pt x="6712154" y="623744"/>
                  </a:lnTo>
                  <a:lnTo>
                    <a:pt x="6712911" y="623744"/>
                  </a:lnTo>
                  <a:lnTo>
                    <a:pt x="6716447" y="623744"/>
                  </a:lnTo>
                  <a:lnTo>
                    <a:pt x="6720108" y="618833"/>
                  </a:lnTo>
                  <a:lnTo>
                    <a:pt x="6721749" y="613921"/>
                  </a:lnTo>
                  <a:lnTo>
                    <a:pt x="6722381" y="613921"/>
                  </a:lnTo>
                  <a:lnTo>
                    <a:pt x="6724779" y="613921"/>
                  </a:lnTo>
                  <a:lnTo>
                    <a:pt x="6728820" y="613921"/>
                  </a:lnTo>
                  <a:lnTo>
                    <a:pt x="6729451" y="613921"/>
                  </a:lnTo>
                  <a:lnTo>
                    <a:pt x="6732860" y="613921"/>
                  </a:lnTo>
                  <a:lnTo>
                    <a:pt x="6735637" y="613921"/>
                  </a:lnTo>
                  <a:lnTo>
                    <a:pt x="6737531" y="613921"/>
                  </a:lnTo>
                  <a:lnTo>
                    <a:pt x="6737658" y="613921"/>
                  </a:lnTo>
                  <a:lnTo>
                    <a:pt x="6740435" y="609010"/>
                  </a:lnTo>
                  <a:lnTo>
                    <a:pt x="6741193" y="609010"/>
                  </a:lnTo>
                  <a:lnTo>
                    <a:pt x="6742582" y="609010"/>
                  </a:lnTo>
                  <a:lnTo>
                    <a:pt x="6748894" y="609010"/>
                  </a:lnTo>
                  <a:lnTo>
                    <a:pt x="6751167" y="609010"/>
                  </a:lnTo>
                  <a:lnTo>
                    <a:pt x="6753440" y="609010"/>
                  </a:lnTo>
                  <a:lnTo>
                    <a:pt x="6754828" y="609010"/>
                  </a:lnTo>
                  <a:lnTo>
                    <a:pt x="6757606" y="609010"/>
                  </a:lnTo>
                  <a:lnTo>
                    <a:pt x="6759500" y="609010"/>
                  </a:lnTo>
                  <a:lnTo>
                    <a:pt x="6762909" y="609010"/>
                  </a:lnTo>
                  <a:lnTo>
                    <a:pt x="6767075" y="609010"/>
                  </a:lnTo>
                  <a:lnTo>
                    <a:pt x="6767580" y="609010"/>
                  </a:lnTo>
                  <a:lnTo>
                    <a:pt x="6770105" y="604099"/>
                  </a:lnTo>
                  <a:lnTo>
                    <a:pt x="6779448" y="599187"/>
                  </a:lnTo>
                  <a:lnTo>
                    <a:pt x="6779575" y="599187"/>
                  </a:lnTo>
                  <a:lnTo>
                    <a:pt x="6781721" y="599187"/>
                  </a:lnTo>
                  <a:lnTo>
                    <a:pt x="6784877" y="594276"/>
                  </a:lnTo>
                  <a:lnTo>
                    <a:pt x="6788286" y="594276"/>
                  </a:lnTo>
                  <a:lnTo>
                    <a:pt x="6788665" y="594276"/>
                  </a:lnTo>
                  <a:lnTo>
                    <a:pt x="6789044" y="594276"/>
                  </a:lnTo>
                  <a:lnTo>
                    <a:pt x="6789549" y="594276"/>
                  </a:lnTo>
                  <a:lnTo>
                    <a:pt x="6791695" y="594276"/>
                  </a:lnTo>
                  <a:lnTo>
                    <a:pt x="6792326" y="594276"/>
                  </a:lnTo>
                  <a:lnTo>
                    <a:pt x="6795862" y="594276"/>
                  </a:lnTo>
                  <a:lnTo>
                    <a:pt x="6795988" y="594276"/>
                  </a:lnTo>
                  <a:lnTo>
                    <a:pt x="6796114" y="589364"/>
                  </a:lnTo>
                  <a:lnTo>
                    <a:pt x="6800786" y="589364"/>
                  </a:lnTo>
                  <a:lnTo>
                    <a:pt x="6800912" y="589364"/>
                  </a:lnTo>
                  <a:lnTo>
                    <a:pt x="6801796" y="589364"/>
                  </a:lnTo>
                  <a:lnTo>
                    <a:pt x="6806341" y="584453"/>
                  </a:lnTo>
                  <a:lnTo>
                    <a:pt x="6806593" y="584453"/>
                  </a:lnTo>
                  <a:lnTo>
                    <a:pt x="6808487" y="584453"/>
                  </a:lnTo>
                  <a:lnTo>
                    <a:pt x="6810507" y="579542"/>
                  </a:lnTo>
                  <a:lnTo>
                    <a:pt x="6815305" y="569719"/>
                  </a:lnTo>
                  <a:lnTo>
                    <a:pt x="6817073" y="569719"/>
                  </a:lnTo>
                  <a:lnTo>
                    <a:pt x="6818335" y="569719"/>
                  </a:lnTo>
                  <a:lnTo>
                    <a:pt x="6819598" y="569719"/>
                  </a:lnTo>
                  <a:lnTo>
                    <a:pt x="6823133" y="569719"/>
                  </a:lnTo>
                  <a:lnTo>
                    <a:pt x="6823764" y="569719"/>
                  </a:lnTo>
                  <a:lnTo>
                    <a:pt x="6829698" y="564808"/>
                  </a:lnTo>
                  <a:lnTo>
                    <a:pt x="6832223" y="564808"/>
                  </a:lnTo>
                  <a:lnTo>
                    <a:pt x="6832855" y="554985"/>
                  </a:lnTo>
                  <a:lnTo>
                    <a:pt x="6834622" y="554985"/>
                  </a:lnTo>
                  <a:lnTo>
                    <a:pt x="6837905" y="550073"/>
                  </a:lnTo>
                  <a:lnTo>
                    <a:pt x="6838536" y="545162"/>
                  </a:lnTo>
                  <a:lnTo>
                    <a:pt x="6842071" y="545162"/>
                  </a:lnTo>
                  <a:lnTo>
                    <a:pt x="6842198" y="545162"/>
                  </a:lnTo>
                  <a:lnTo>
                    <a:pt x="6844723" y="545162"/>
                  </a:lnTo>
                  <a:lnTo>
                    <a:pt x="6845607" y="545162"/>
                  </a:lnTo>
                  <a:lnTo>
                    <a:pt x="6848132" y="545162"/>
                  </a:lnTo>
                  <a:lnTo>
                    <a:pt x="6849520" y="545162"/>
                  </a:lnTo>
                  <a:lnTo>
                    <a:pt x="6854823" y="545162"/>
                  </a:lnTo>
                  <a:lnTo>
                    <a:pt x="6855707" y="545162"/>
                  </a:lnTo>
                  <a:lnTo>
                    <a:pt x="6859116" y="545162"/>
                  </a:lnTo>
                  <a:lnTo>
                    <a:pt x="6862272" y="545162"/>
                  </a:lnTo>
                  <a:lnTo>
                    <a:pt x="6862399" y="545162"/>
                  </a:lnTo>
                  <a:lnTo>
                    <a:pt x="6863914" y="540251"/>
                  </a:lnTo>
                  <a:lnTo>
                    <a:pt x="6864166" y="535339"/>
                  </a:lnTo>
                  <a:lnTo>
                    <a:pt x="6865429" y="535339"/>
                  </a:lnTo>
                  <a:lnTo>
                    <a:pt x="6868838" y="535339"/>
                  </a:lnTo>
                  <a:lnTo>
                    <a:pt x="6872878" y="535339"/>
                  </a:lnTo>
                  <a:lnTo>
                    <a:pt x="6876160" y="535339"/>
                  </a:lnTo>
                  <a:lnTo>
                    <a:pt x="6877676" y="535339"/>
                  </a:lnTo>
                  <a:lnTo>
                    <a:pt x="6879948" y="535339"/>
                  </a:lnTo>
                  <a:lnTo>
                    <a:pt x="6880832" y="535339"/>
                  </a:lnTo>
                  <a:lnTo>
                    <a:pt x="6880958" y="535339"/>
                  </a:lnTo>
                  <a:lnTo>
                    <a:pt x="6883231" y="535339"/>
                  </a:lnTo>
                  <a:lnTo>
                    <a:pt x="6886640" y="535339"/>
                  </a:lnTo>
                  <a:lnTo>
                    <a:pt x="6887902" y="535339"/>
                  </a:lnTo>
                  <a:lnTo>
                    <a:pt x="6893331" y="535339"/>
                  </a:lnTo>
                  <a:lnTo>
                    <a:pt x="6896109" y="535339"/>
                  </a:lnTo>
                  <a:lnTo>
                    <a:pt x="6902674" y="535339"/>
                  </a:lnTo>
                  <a:lnTo>
                    <a:pt x="6902927" y="535339"/>
                  </a:lnTo>
                  <a:lnTo>
                    <a:pt x="6906336" y="535339"/>
                  </a:lnTo>
                  <a:lnTo>
                    <a:pt x="6906967" y="535339"/>
                  </a:lnTo>
                  <a:lnTo>
                    <a:pt x="6907977" y="530428"/>
                  </a:lnTo>
                  <a:lnTo>
                    <a:pt x="6909113" y="530428"/>
                  </a:lnTo>
                  <a:lnTo>
                    <a:pt x="6911638" y="530428"/>
                  </a:lnTo>
                  <a:lnTo>
                    <a:pt x="6912775" y="530428"/>
                  </a:lnTo>
                  <a:lnTo>
                    <a:pt x="6915300" y="525517"/>
                  </a:lnTo>
                  <a:lnTo>
                    <a:pt x="6919971" y="525517"/>
                  </a:lnTo>
                  <a:lnTo>
                    <a:pt x="6923128" y="525517"/>
                  </a:lnTo>
                  <a:lnTo>
                    <a:pt x="6925148" y="525517"/>
                  </a:lnTo>
                  <a:lnTo>
                    <a:pt x="6925148" y="520605"/>
                  </a:lnTo>
                  <a:lnTo>
                    <a:pt x="6926663" y="520605"/>
                  </a:lnTo>
                  <a:lnTo>
                    <a:pt x="6928557" y="520605"/>
                  </a:lnTo>
                  <a:lnTo>
                    <a:pt x="6931587" y="520605"/>
                  </a:lnTo>
                  <a:lnTo>
                    <a:pt x="6933481" y="520605"/>
                  </a:lnTo>
                  <a:lnTo>
                    <a:pt x="6936006" y="515694"/>
                  </a:lnTo>
                  <a:lnTo>
                    <a:pt x="6936006" y="510782"/>
                  </a:lnTo>
                  <a:lnTo>
                    <a:pt x="6938405" y="500960"/>
                  </a:lnTo>
                  <a:lnTo>
                    <a:pt x="6938910" y="496048"/>
                  </a:lnTo>
                  <a:lnTo>
                    <a:pt x="6939289" y="496048"/>
                  </a:lnTo>
                  <a:lnTo>
                    <a:pt x="6939541" y="496048"/>
                  </a:lnTo>
                  <a:lnTo>
                    <a:pt x="6943960" y="491137"/>
                  </a:lnTo>
                  <a:lnTo>
                    <a:pt x="6944086" y="491137"/>
                  </a:lnTo>
                  <a:lnTo>
                    <a:pt x="6948253" y="486226"/>
                  </a:lnTo>
                  <a:lnTo>
                    <a:pt x="6948758" y="486226"/>
                  </a:lnTo>
                  <a:lnTo>
                    <a:pt x="6951283" y="486226"/>
                  </a:lnTo>
                  <a:lnTo>
                    <a:pt x="6953808" y="486226"/>
                  </a:lnTo>
                  <a:lnTo>
                    <a:pt x="6954818" y="481314"/>
                  </a:lnTo>
                  <a:lnTo>
                    <a:pt x="6956712" y="481314"/>
                  </a:lnTo>
                  <a:lnTo>
                    <a:pt x="6957343" y="481314"/>
                  </a:lnTo>
                  <a:lnTo>
                    <a:pt x="6961131" y="476403"/>
                  </a:lnTo>
                  <a:lnTo>
                    <a:pt x="6963277" y="476403"/>
                  </a:lnTo>
                  <a:lnTo>
                    <a:pt x="6964161" y="476403"/>
                  </a:lnTo>
                  <a:lnTo>
                    <a:pt x="6965929" y="471491"/>
                  </a:lnTo>
                  <a:lnTo>
                    <a:pt x="6966812" y="471491"/>
                  </a:lnTo>
                  <a:lnTo>
                    <a:pt x="6968959" y="471491"/>
                  </a:lnTo>
                  <a:lnTo>
                    <a:pt x="6969843" y="471491"/>
                  </a:lnTo>
                  <a:lnTo>
                    <a:pt x="6971989" y="471491"/>
                  </a:lnTo>
                  <a:lnTo>
                    <a:pt x="6975145" y="471491"/>
                  </a:lnTo>
                  <a:lnTo>
                    <a:pt x="6979691" y="471491"/>
                  </a:lnTo>
                  <a:lnTo>
                    <a:pt x="6982342" y="471491"/>
                  </a:lnTo>
                  <a:lnTo>
                    <a:pt x="6984109" y="471491"/>
                  </a:lnTo>
                  <a:lnTo>
                    <a:pt x="6985120" y="471491"/>
                  </a:lnTo>
                  <a:lnTo>
                    <a:pt x="6986761" y="471491"/>
                  </a:lnTo>
                  <a:lnTo>
                    <a:pt x="6990927" y="471491"/>
                  </a:lnTo>
                  <a:lnTo>
                    <a:pt x="6992316" y="471491"/>
                  </a:lnTo>
                  <a:lnTo>
                    <a:pt x="6996988" y="471491"/>
                  </a:lnTo>
                  <a:lnTo>
                    <a:pt x="6999134" y="471491"/>
                  </a:lnTo>
                  <a:lnTo>
                    <a:pt x="7001785" y="471491"/>
                  </a:lnTo>
                  <a:lnTo>
                    <a:pt x="7004058" y="471491"/>
                  </a:lnTo>
                  <a:lnTo>
                    <a:pt x="7007088" y="471491"/>
                  </a:lnTo>
                  <a:lnTo>
                    <a:pt x="7007593" y="471491"/>
                  </a:lnTo>
                  <a:lnTo>
                    <a:pt x="7008351" y="471491"/>
                  </a:lnTo>
                  <a:lnTo>
                    <a:pt x="7008729" y="471491"/>
                  </a:lnTo>
                  <a:lnTo>
                    <a:pt x="7009613" y="471491"/>
                  </a:lnTo>
                  <a:lnTo>
                    <a:pt x="7010876" y="471491"/>
                  </a:lnTo>
                  <a:lnTo>
                    <a:pt x="7011507" y="471491"/>
                  </a:lnTo>
                  <a:lnTo>
                    <a:pt x="7011633" y="471491"/>
                  </a:lnTo>
                  <a:lnTo>
                    <a:pt x="7015421" y="466580"/>
                  </a:lnTo>
                  <a:lnTo>
                    <a:pt x="7017946" y="466580"/>
                  </a:lnTo>
                  <a:lnTo>
                    <a:pt x="7024890" y="461669"/>
                  </a:lnTo>
                  <a:lnTo>
                    <a:pt x="7025900" y="456757"/>
                  </a:lnTo>
                  <a:lnTo>
                    <a:pt x="7027415" y="451846"/>
                  </a:lnTo>
                  <a:lnTo>
                    <a:pt x="7031456" y="442023"/>
                  </a:lnTo>
                  <a:lnTo>
                    <a:pt x="7032466" y="442023"/>
                  </a:lnTo>
                  <a:lnTo>
                    <a:pt x="7036127" y="442023"/>
                  </a:lnTo>
                  <a:lnTo>
                    <a:pt x="7038778" y="442023"/>
                  </a:lnTo>
                  <a:lnTo>
                    <a:pt x="7041177" y="437112"/>
                  </a:lnTo>
                  <a:lnTo>
                    <a:pt x="7042061" y="437112"/>
                  </a:lnTo>
                  <a:lnTo>
                    <a:pt x="7043702" y="437112"/>
                  </a:lnTo>
                  <a:lnTo>
                    <a:pt x="7047743" y="432200"/>
                  </a:lnTo>
                  <a:lnTo>
                    <a:pt x="7052540" y="427289"/>
                  </a:lnTo>
                  <a:lnTo>
                    <a:pt x="7055444" y="427289"/>
                  </a:lnTo>
                  <a:lnTo>
                    <a:pt x="7059232" y="427289"/>
                  </a:lnTo>
                  <a:lnTo>
                    <a:pt x="7059358" y="427289"/>
                  </a:lnTo>
                  <a:lnTo>
                    <a:pt x="7060368" y="427289"/>
                  </a:lnTo>
                  <a:lnTo>
                    <a:pt x="7063272" y="427289"/>
                  </a:lnTo>
                  <a:lnTo>
                    <a:pt x="7065797" y="427289"/>
                  </a:lnTo>
                  <a:lnTo>
                    <a:pt x="7066807" y="427289"/>
                  </a:lnTo>
                  <a:lnTo>
                    <a:pt x="7067817" y="422378"/>
                  </a:lnTo>
                  <a:lnTo>
                    <a:pt x="7069964" y="417466"/>
                  </a:lnTo>
                  <a:lnTo>
                    <a:pt x="7070974" y="417466"/>
                  </a:lnTo>
                  <a:lnTo>
                    <a:pt x="7074761" y="412555"/>
                  </a:lnTo>
                  <a:lnTo>
                    <a:pt x="7077792" y="407644"/>
                  </a:lnTo>
                  <a:lnTo>
                    <a:pt x="7078170" y="407644"/>
                  </a:lnTo>
                  <a:lnTo>
                    <a:pt x="7083473" y="407644"/>
                  </a:lnTo>
                  <a:lnTo>
                    <a:pt x="7083726" y="407644"/>
                  </a:lnTo>
                  <a:lnTo>
                    <a:pt x="7083852" y="402732"/>
                  </a:lnTo>
                  <a:lnTo>
                    <a:pt x="7085114" y="402732"/>
                  </a:lnTo>
                  <a:lnTo>
                    <a:pt x="7085241" y="402732"/>
                  </a:lnTo>
                  <a:lnTo>
                    <a:pt x="7086629" y="402732"/>
                  </a:lnTo>
                  <a:lnTo>
                    <a:pt x="7088018" y="402732"/>
                  </a:lnTo>
                  <a:lnTo>
                    <a:pt x="7091175" y="397821"/>
                  </a:lnTo>
                  <a:lnTo>
                    <a:pt x="7093069" y="397821"/>
                  </a:lnTo>
                  <a:lnTo>
                    <a:pt x="7094457" y="397821"/>
                  </a:lnTo>
                  <a:lnTo>
                    <a:pt x="7097487" y="397821"/>
                  </a:lnTo>
                  <a:lnTo>
                    <a:pt x="7100896" y="397821"/>
                  </a:lnTo>
                  <a:lnTo>
                    <a:pt x="7103800" y="392909"/>
                  </a:lnTo>
                  <a:lnTo>
                    <a:pt x="7105694" y="392909"/>
                  </a:lnTo>
                  <a:lnTo>
                    <a:pt x="7107967" y="387998"/>
                  </a:lnTo>
                  <a:lnTo>
                    <a:pt x="7108346" y="387998"/>
                  </a:lnTo>
                  <a:lnTo>
                    <a:pt x="7108472" y="387998"/>
                  </a:lnTo>
                  <a:lnTo>
                    <a:pt x="7108977" y="387998"/>
                  </a:lnTo>
                  <a:lnTo>
                    <a:pt x="7109103" y="387998"/>
                  </a:lnTo>
                  <a:lnTo>
                    <a:pt x="7110997" y="383087"/>
                  </a:lnTo>
                  <a:lnTo>
                    <a:pt x="7113522" y="383087"/>
                  </a:lnTo>
                  <a:lnTo>
                    <a:pt x="7116047" y="383087"/>
                  </a:lnTo>
                  <a:lnTo>
                    <a:pt x="7116426" y="383087"/>
                  </a:lnTo>
                  <a:lnTo>
                    <a:pt x="7120340" y="378175"/>
                  </a:lnTo>
                  <a:lnTo>
                    <a:pt x="7123749" y="378175"/>
                  </a:lnTo>
                  <a:lnTo>
                    <a:pt x="7126274" y="373264"/>
                  </a:lnTo>
                  <a:lnTo>
                    <a:pt x="7128799" y="368353"/>
                  </a:lnTo>
                  <a:lnTo>
                    <a:pt x="7130314" y="368353"/>
                  </a:lnTo>
                  <a:lnTo>
                    <a:pt x="7131829" y="368353"/>
                  </a:lnTo>
                  <a:lnTo>
                    <a:pt x="7138773" y="368353"/>
                  </a:lnTo>
                  <a:lnTo>
                    <a:pt x="7141046" y="368353"/>
                  </a:lnTo>
                  <a:lnTo>
                    <a:pt x="7147485" y="368353"/>
                  </a:lnTo>
                  <a:lnTo>
                    <a:pt x="7147737" y="368353"/>
                  </a:lnTo>
                  <a:lnTo>
                    <a:pt x="7148116" y="363441"/>
                  </a:lnTo>
                  <a:lnTo>
                    <a:pt x="7148747" y="363441"/>
                  </a:lnTo>
                  <a:lnTo>
                    <a:pt x="7151273" y="363441"/>
                  </a:lnTo>
                  <a:lnTo>
                    <a:pt x="7151651" y="363441"/>
                  </a:lnTo>
                  <a:lnTo>
                    <a:pt x="7153166" y="363441"/>
                  </a:lnTo>
                  <a:lnTo>
                    <a:pt x="7157080" y="363441"/>
                  </a:lnTo>
                  <a:lnTo>
                    <a:pt x="7157459" y="363441"/>
                  </a:lnTo>
                  <a:lnTo>
                    <a:pt x="7158217" y="363441"/>
                  </a:lnTo>
                  <a:lnTo>
                    <a:pt x="7161373" y="358530"/>
                  </a:lnTo>
                  <a:lnTo>
                    <a:pt x="7169201" y="348707"/>
                  </a:lnTo>
                  <a:lnTo>
                    <a:pt x="7169832" y="348707"/>
                  </a:lnTo>
                  <a:lnTo>
                    <a:pt x="7169958" y="348707"/>
                  </a:lnTo>
                  <a:lnTo>
                    <a:pt x="7170842" y="348707"/>
                  </a:lnTo>
                  <a:lnTo>
                    <a:pt x="7173241" y="348707"/>
                  </a:lnTo>
                  <a:lnTo>
                    <a:pt x="7176145" y="348707"/>
                  </a:lnTo>
                  <a:lnTo>
                    <a:pt x="7181069" y="348707"/>
                  </a:lnTo>
                  <a:lnTo>
                    <a:pt x="7184225" y="343796"/>
                  </a:lnTo>
                  <a:lnTo>
                    <a:pt x="7185488" y="343796"/>
                  </a:lnTo>
                  <a:lnTo>
                    <a:pt x="7187887" y="343796"/>
                  </a:lnTo>
                  <a:lnTo>
                    <a:pt x="7190665" y="343796"/>
                  </a:lnTo>
                  <a:lnTo>
                    <a:pt x="7194200" y="343796"/>
                  </a:lnTo>
                  <a:lnTo>
                    <a:pt x="7195715" y="343796"/>
                  </a:lnTo>
                  <a:lnTo>
                    <a:pt x="7195841" y="343796"/>
                  </a:lnTo>
                  <a:lnTo>
                    <a:pt x="7197104" y="343796"/>
                  </a:lnTo>
                  <a:lnTo>
                    <a:pt x="7201270" y="338884"/>
                  </a:lnTo>
                  <a:lnTo>
                    <a:pt x="7203164" y="333973"/>
                  </a:lnTo>
                  <a:lnTo>
                    <a:pt x="7205436" y="333973"/>
                  </a:lnTo>
                  <a:lnTo>
                    <a:pt x="7208719" y="329062"/>
                  </a:lnTo>
                  <a:lnTo>
                    <a:pt x="7211244" y="329062"/>
                  </a:lnTo>
                  <a:lnTo>
                    <a:pt x="7211497" y="329062"/>
                  </a:lnTo>
                  <a:lnTo>
                    <a:pt x="7213896" y="329062"/>
                  </a:lnTo>
                  <a:lnTo>
                    <a:pt x="7214274" y="329062"/>
                  </a:lnTo>
                  <a:lnTo>
                    <a:pt x="7221850" y="324150"/>
                  </a:lnTo>
                  <a:lnTo>
                    <a:pt x="7222860" y="324150"/>
                  </a:lnTo>
                  <a:lnTo>
                    <a:pt x="7223239" y="324150"/>
                  </a:lnTo>
                  <a:lnTo>
                    <a:pt x="7227405" y="324150"/>
                  </a:lnTo>
                  <a:lnTo>
                    <a:pt x="7228415" y="324150"/>
                  </a:lnTo>
                  <a:lnTo>
                    <a:pt x="7231193" y="324150"/>
                  </a:lnTo>
                  <a:lnTo>
                    <a:pt x="7231571" y="324150"/>
                  </a:lnTo>
                  <a:lnTo>
                    <a:pt x="7231950" y="324150"/>
                  </a:lnTo>
                  <a:lnTo>
                    <a:pt x="7233844" y="324150"/>
                  </a:lnTo>
                  <a:lnTo>
                    <a:pt x="7238389" y="324150"/>
                  </a:lnTo>
                  <a:lnTo>
                    <a:pt x="7238642" y="324150"/>
                  </a:lnTo>
                  <a:lnTo>
                    <a:pt x="7241419" y="324150"/>
                  </a:lnTo>
                  <a:lnTo>
                    <a:pt x="7244450" y="324150"/>
                  </a:lnTo>
                  <a:lnTo>
                    <a:pt x="7247732" y="324150"/>
                  </a:lnTo>
                  <a:lnTo>
                    <a:pt x="7249500" y="324150"/>
                  </a:lnTo>
                  <a:lnTo>
                    <a:pt x="7249752" y="324150"/>
                  </a:lnTo>
                  <a:lnTo>
                    <a:pt x="7252656" y="319239"/>
                  </a:lnTo>
                  <a:lnTo>
                    <a:pt x="7255308" y="319239"/>
                  </a:lnTo>
                  <a:lnTo>
                    <a:pt x="7257707" y="319239"/>
                  </a:lnTo>
                  <a:lnTo>
                    <a:pt x="7258085" y="319239"/>
                  </a:lnTo>
                  <a:lnTo>
                    <a:pt x="7258969" y="319239"/>
                  </a:lnTo>
                  <a:lnTo>
                    <a:pt x="7259095" y="319239"/>
                  </a:lnTo>
                  <a:lnTo>
                    <a:pt x="7259727" y="319239"/>
                  </a:lnTo>
                  <a:lnTo>
                    <a:pt x="7265534" y="319239"/>
                  </a:lnTo>
                  <a:lnTo>
                    <a:pt x="7265661" y="319239"/>
                  </a:lnTo>
                  <a:lnTo>
                    <a:pt x="7267428" y="319239"/>
                  </a:lnTo>
                  <a:lnTo>
                    <a:pt x="7274246" y="314327"/>
                  </a:lnTo>
                  <a:lnTo>
                    <a:pt x="7278034" y="314327"/>
                  </a:lnTo>
                  <a:lnTo>
                    <a:pt x="7278665" y="314327"/>
                  </a:lnTo>
                  <a:lnTo>
                    <a:pt x="7283968" y="309416"/>
                  </a:lnTo>
                  <a:lnTo>
                    <a:pt x="7284094" y="309416"/>
                  </a:lnTo>
                  <a:lnTo>
                    <a:pt x="7284599" y="309416"/>
                  </a:lnTo>
                  <a:lnTo>
                    <a:pt x="7286745" y="309416"/>
                  </a:lnTo>
                  <a:lnTo>
                    <a:pt x="7290912" y="309416"/>
                  </a:lnTo>
                  <a:lnTo>
                    <a:pt x="7291669" y="309416"/>
                  </a:lnTo>
                  <a:lnTo>
                    <a:pt x="7294700" y="309416"/>
                  </a:lnTo>
                  <a:lnTo>
                    <a:pt x="7295457" y="309416"/>
                  </a:lnTo>
                  <a:lnTo>
                    <a:pt x="7298108" y="304505"/>
                  </a:lnTo>
                  <a:lnTo>
                    <a:pt x="7298361" y="304505"/>
                  </a:lnTo>
                  <a:lnTo>
                    <a:pt x="7298992" y="304505"/>
                  </a:lnTo>
                  <a:lnTo>
                    <a:pt x="7298992" y="299593"/>
                  </a:lnTo>
                  <a:lnTo>
                    <a:pt x="7300886" y="294682"/>
                  </a:lnTo>
                  <a:lnTo>
                    <a:pt x="7303916" y="294682"/>
                  </a:lnTo>
                  <a:lnTo>
                    <a:pt x="7307830" y="294682"/>
                  </a:lnTo>
                  <a:lnTo>
                    <a:pt x="7309724" y="294682"/>
                  </a:lnTo>
                  <a:lnTo>
                    <a:pt x="7312502" y="294682"/>
                  </a:lnTo>
                  <a:lnTo>
                    <a:pt x="7314017" y="294682"/>
                  </a:lnTo>
                  <a:lnTo>
                    <a:pt x="7314143" y="294682"/>
                  </a:lnTo>
                  <a:lnTo>
                    <a:pt x="7314774" y="294682"/>
                  </a:lnTo>
                  <a:lnTo>
                    <a:pt x="7315027" y="294682"/>
                  </a:lnTo>
                  <a:lnTo>
                    <a:pt x="7317552" y="294682"/>
                  </a:lnTo>
                  <a:lnTo>
                    <a:pt x="7317678" y="294682"/>
                  </a:lnTo>
                  <a:lnTo>
                    <a:pt x="7320582" y="294682"/>
                  </a:lnTo>
                  <a:lnTo>
                    <a:pt x="7320708" y="294682"/>
                  </a:lnTo>
                  <a:lnTo>
                    <a:pt x="7324622" y="289771"/>
                  </a:lnTo>
                  <a:lnTo>
                    <a:pt x="7327274" y="289771"/>
                  </a:lnTo>
                  <a:lnTo>
                    <a:pt x="7329799" y="289771"/>
                  </a:lnTo>
                  <a:lnTo>
                    <a:pt x="7332703" y="289771"/>
                  </a:lnTo>
                  <a:lnTo>
                    <a:pt x="7333965" y="289771"/>
                  </a:lnTo>
                  <a:lnTo>
                    <a:pt x="7334849" y="289771"/>
                  </a:lnTo>
                  <a:lnTo>
                    <a:pt x="7339773" y="289771"/>
                  </a:lnTo>
                  <a:lnTo>
                    <a:pt x="7339899" y="289771"/>
                  </a:lnTo>
                  <a:lnTo>
                    <a:pt x="7340025" y="289771"/>
                  </a:lnTo>
                  <a:lnTo>
                    <a:pt x="7347601" y="284859"/>
                  </a:lnTo>
                  <a:lnTo>
                    <a:pt x="7350505" y="284859"/>
                  </a:lnTo>
                  <a:lnTo>
                    <a:pt x="7353030" y="284859"/>
                  </a:lnTo>
                  <a:lnTo>
                    <a:pt x="7354166" y="284859"/>
                  </a:lnTo>
                  <a:lnTo>
                    <a:pt x="7356818" y="279948"/>
                  </a:lnTo>
                  <a:lnTo>
                    <a:pt x="7356944" y="279948"/>
                  </a:lnTo>
                  <a:lnTo>
                    <a:pt x="7357323" y="279948"/>
                  </a:lnTo>
                  <a:lnTo>
                    <a:pt x="7358206" y="279948"/>
                  </a:lnTo>
                  <a:lnTo>
                    <a:pt x="7358964" y="279948"/>
                  </a:lnTo>
                  <a:lnTo>
                    <a:pt x="7361742" y="279948"/>
                  </a:lnTo>
                  <a:lnTo>
                    <a:pt x="7362120" y="279948"/>
                  </a:lnTo>
                  <a:lnTo>
                    <a:pt x="7364645" y="279948"/>
                  </a:lnTo>
                  <a:lnTo>
                    <a:pt x="7365277" y="275036"/>
                  </a:lnTo>
                  <a:lnTo>
                    <a:pt x="7368433" y="275036"/>
                  </a:lnTo>
                  <a:lnTo>
                    <a:pt x="7372347" y="275036"/>
                  </a:lnTo>
                  <a:lnTo>
                    <a:pt x="7372600" y="275036"/>
                  </a:lnTo>
                  <a:lnTo>
                    <a:pt x="7373610" y="275036"/>
                  </a:lnTo>
                  <a:lnTo>
                    <a:pt x="7374367" y="275036"/>
                  </a:lnTo>
                  <a:lnTo>
                    <a:pt x="7374872" y="275036"/>
                  </a:lnTo>
                  <a:lnTo>
                    <a:pt x="7377145" y="275036"/>
                  </a:lnTo>
                  <a:lnTo>
                    <a:pt x="7378029" y="275036"/>
                  </a:lnTo>
                  <a:lnTo>
                    <a:pt x="7379544" y="275036"/>
                  </a:lnTo>
                  <a:lnTo>
                    <a:pt x="7385099" y="275036"/>
                  </a:lnTo>
                  <a:lnTo>
                    <a:pt x="7385478" y="275036"/>
                  </a:lnTo>
                  <a:lnTo>
                    <a:pt x="7386109" y="275036"/>
                  </a:lnTo>
                  <a:lnTo>
                    <a:pt x="7391917" y="275036"/>
                  </a:lnTo>
                  <a:lnTo>
                    <a:pt x="7392674" y="275036"/>
                  </a:lnTo>
                  <a:lnTo>
                    <a:pt x="7394821" y="270125"/>
                  </a:lnTo>
                  <a:lnTo>
                    <a:pt x="7394947" y="270125"/>
                  </a:lnTo>
                  <a:lnTo>
                    <a:pt x="7397093" y="265214"/>
                  </a:lnTo>
                  <a:lnTo>
                    <a:pt x="7399997" y="260302"/>
                  </a:lnTo>
                  <a:lnTo>
                    <a:pt x="7403659" y="260302"/>
                  </a:lnTo>
                  <a:lnTo>
                    <a:pt x="7406184" y="260302"/>
                  </a:lnTo>
                  <a:lnTo>
                    <a:pt x="7411108" y="260302"/>
                  </a:lnTo>
                  <a:lnTo>
                    <a:pt x="7411360" y="260302"/>
                  </a:lnTo>
                  <a:lnTo>
                    <a:pt x="7411613" y="260302"/>
                  </a:lnTo>
                  <a:lnTo>
                    <a:pt x="7414643" y="260302"/>
                  </a:lnTo>
                  <a:lnTo>
                    <a:pt x="7415022" y="260302"/>
                  </a:lnTo>
                  <a:lnTo>
                    <a:pt x="7416032" y="260302"/>
                  </a:lnTo>
                  <a:lnTo>
                    <a:pt x="7419946" y="260302"/>
                  </a:lnTo>
                  <a:lnTo>
                    <a:pt x="7422723" y="260302"/>
                  </a:lnTo>
                  <a:lnTo>
                    <a:pt x="7423228" y="260302"/>
                  </a:lnTo>
                  <a:lnTo>
                    <a:pt x="7426637" y="260302"/>
                  </a:lnTo>
                  <a:lnTo>
                    <a:pt x="7427647" y="260302"/>
                  </a:lnTo>
                  <a:lnTo>
                    <a:pt x="7428531" y="260302"/>
                  </a:lnTo>
                  <a:lnTo>
                    <a:pt x="7430551" y="260302"/>
                  </a:lnTo>
                  <a:lnTo>
                    <a:pt x="7432066" y="260302"/>
                  </a:lnTo>
                  <a:lnTo>
                    <a:pt x="7432571" y="260302"/>
                  </a:lnTo>
                  <a:lnTo>
                    <a:pt x="7433960" y="260302"/>
                  </a:lnTo>
                  <a:lnTo>
                    <a:pt x="7434465" y="260302"/>
                  </a:lnTo>
                  <a:lnTo>
                    <a:pt x="7435980" y="260302"/>
                  </a:lnTo>
                  <a:lnTo>
                    <a:pt x="7439894" y="260302"/>
                  </a:lnTo>
                  <a:lnTo>
                    <a:pt x="7445071" y="260302"/>
                  </a:lnTo>
                  <a:lnTo>
                    <a:pt x="7447974" y="260302"/>
                  </a:lnTo>
                  <a:lnTo>
                    <a:pt x="7448480" y="260302"/>
                  </a:lnTo>
                  <a:lnTo>
                    <a:pt x="7449742" y="260302"/>
                  </a:lnTo>
                  <a:lnTo>
                    <a:pt x="7452393" y="260302"/>
                  </a:lnTo>
                  <a:lnTo>
                    <a:pt x="7452646" y="260302"/>
                  </a:lnTo>
                  <a:lnTo>
                    <a:pt x="7452772" y="260302"/>
                  </a:lnTo>
                  <a:lnTo>
                    <a:pt x="7453151" y="260302"/>
                  </a:lnTo>
                  <a:lnTo>
                    <a:pt x="7455297" y="260302"/>
                  </a:lnTo>
                  <a:lnTo>
                    <a:pt x="7456434" y="250480"/>
                  </a:lnTo>
                  <a:lnTo>
                    <a:pt x="7462746" y="250480"/>
                  </a:lnTo>
                  <a:lnTo>
                    <a:pt x="7467165" y="245568"/>
                  </a:lnTo>
                  <a:lnTo>
                    <a:pt x="7467670" y="245568"/>
                  </a:lnTo>
                  <a:lnTo>
                    <a:pt x="7469691" y="240657"/>
                  </a:lnTo>
                  <a:lnTo>
                    <a:pt x="7471837" y="240657"/>
                  </a:lnTo>
                  <a:lnTo>
                    <a:pt x="7472342" y="240657"/>
                  </a:lnTo>
                  <a:lnTo>
                    <a:pt x="7472468" y="240657"/>
                  </a:lnTo>
                  <a:lnTo>
                    <a:pt x="7473731" y="240657"/>
                  </a:lnTo>
                  <a:lnTo>
                    <a:pt x="7476130" y="240657"/>
                  </a:lnTo>
                  <a:lnTo>
                    <a:pt x="7480801" y="240657"/>
                  </a:lnTo>
                  <a:lnTo>
                    <a:pt x="7482316" y="240657"/>
                  </a:lnTo>
                  <a:lnTo>
                    <a:pt x="7484463" y="240657"/>
                  </a:lnTo>
                  <a:lnTo>
                    <a:pt x="7486483" y="240657"/>
                  </a:lnTo>
                  <a:lnTo>
                    <a:pt x="7486988" y="240657"/>
                  </a:lnTo>
                  <a:lnTo>
                    <a:pt x="7488250" y="240657"/>
                  </a:lnTo>
                  <a:lnTo>
                    <a:pt x="7489386" y="240657"/>
                  </a:lnTo>
                  <a:lnTo>
                    <a:pt x="7490270" y="240657"/>
                  </a:lnTo>
                  <a:lnTo>
                    <a:pt x="7493427" y="240657"/>
                  </a:lnTo>
                  <a:lnTo>
                    <a:pt x="7494816" y="240657"/>
                  </a:lnTo>
                  <a:lnTo>
                    <a:pt x="7495068" y="240657"/>
                  </a:lnTo>
                  <a:lnTo>
                    <a:pt x="7503148" y="230834"/>
                  </a:lnTo>
                  <a:lnTo>
                    <a:pt x="7503527" y="230834"/>
                  </a:lnTo>
                  <a:lnTo>
                    <a:pt x="7504537" y="230834"/>
                  </a:lnTo>
                  <a:lnTo>
                    <a:pt x="7504663" y="230834"/>
                  </a:lnTo>
                  <a:lnTo>
                    <a:pt x="7504916" y="230834"/>
                  </a:lnTo>
                  <a:lnTo>
                    <a:pt x="7505295" y="230834"/>
                  </a:lnTo>
                  <a:lnTo>
                    <a:pt x="7505547" y="230834"/>
                  </a:lnTo>
                  <a:lnTo>
                    <a:pt x="7509461" y="230834"/>
                  </a:lnTo>
                  <a:lnTo>
                    <a:pt x="7512996" y="230834"/>
                  </a:lnTo>
                  <a:lnTo>
                    <a:pt x="7515269" y="230834"/>
                  </a:lnTo>
                  <a:lnTo>
                    <a:pt x="7515648" y="230834"/>
                  </a:lnTo>
                  <a:lnTo>
                    <a:pt x="7518804" y="230834"/>
                  </a:lnTo>
                  <a:lnTo>
                    <a:pt x="7520445" y="230834"/>
                  </a:lnTo>
                  <a:lnTo>
                    <a:pt x="7521077" y="230834"/>
                  </a:lnTo>
                  <a:lnTo>
                    <a:pt x="7522844" y="225923"/>
                  </a:lnTo>
                  <a:lnTo>
                    <a:pt x="7523223" y="225923"/>
                  </a:lnTo>
                  <a:lnTo>
                    <a:pt x="7526506" y="221011"/>
                  </a:lnTo>
                  <a:lnTo>
                    <a:pt x="7530041" y="221011"/>
                  </a:lnTo>
                  <a:lnTo>
                    <a:pt x="7532566" y="211189"/>
                  </a:lnTo>
                  <a:lnTo>
                    <a:pt x="7533955" y="211189"/>
                  </a:lnTo>
                  <a:lnTo>
                    <a:pt x="7536606" y="211189"/>
                  </a:lnTo>
                  <a:lnTo>
                    <a:pt x="7537238" y="211189"/>
                  </a:lnTo>
                  <a:lnTo>
                    <a:pt x="7537364" y="211189"/>
                  </a:lnTo>
                  <a:lnTo>
                    <a:pt x="7537490" y="211189"/>
                  </a:lnTo>
                  <a:lnTo>
                    <a:pt x="7540899" y="211189"/>
                  </a:lnTo>
                  <a:lnTo>
                    <a:pt x="7541151" y="211189"/>
                  </a:lnTo>
                  <a:lnTo>
                    <a:pt x="7542919" y="211189"/>
                  </a:lnTo>
                  <a:lnTo>
                    <a:pt x="7546454" y="206277"/>
                  </a:lnTo>
                  <a:lnTo>
                    <a:pt x="7546707" y="206277"/>
                  </a:lnTo>
                  <a:lnTo>
                    <a:pt x="7550242" y="201366"/>
                  </a:lnTo>
                  <a:lnTo>
                    <a:pt x="7554030" y="191543"/>
                  </a:lnTo>
                  <a:lnTo>
                    <a:pt x="7555040" y="191543"/>
                  </a:lnTo>
                  <a:lnTo>
                    <a:pt x="7555923" y="191543"/>
                  </a:lnTo>
                  <a:lnTo>
                    <a:pt x="7556050" y="191543"/>
                  </a:lnTo>
                  <a:lnTo>
                    <a:pt x="7556807" y="191543"/>
                  </a:lnTo>
                  <a:lnTo>
                    <a:pt x="7557691" y="191543"/>
                  </a:lnTo>
                  <a:lnTo>
                    <a:pt x="7561100" y="191543"/>
                  </a:lnTo>
                  <a:lnTo>
                    <a:pt x="7561352" y="191543"/>
                  </a:lnTo>
                  <a:lnTo>
                    <a:pt x="7562868" y="191543"/>
                  </a:lnTo>
                  <a:lnTo>
                    <a:pt x="7565645" y="191543"/>
                  </a:lnTo>
                  <a:lnTo>
                    <a:pt x="7568549" y="191543"/>
                  </a:lnTo>
                  <a:lnTo>
                    <a:pt x="7568802" y="191543"/>
                  </a:lnTo>
                  <a:lnTo>
                    <a:pt x="7570443" y="191543"/>
                  </a:lnTo>
                  <a:lnTo>
                    <a:pt x="7574357" y="191543"/>
                  </a:lnTo>
                  <a:lnTo>
                    <a:pt x="7574609" y="191543"/>
                  </a:lnTo>
                  <a:lnTo>
                    <a:pt x="7577766" y="191543"/>
                  </a:lnTo>
                  <a:lnTo>
                    <a:pt x="7579533" y="191543"/>
                  </a:lnTo>
                  <a:lnTo>
                    <a:pt x="7580796" y="191543"/>
                  </a:lnTo>
                  <a:lnTo>
                    <a:pt x="7582942" y="191543"/>
                  </a:lnTo>
                  <a:lnTo>
                    <a:pt x="7584331" y="186632"/>
                  </a:lnTo>
                  <a:lnTo>
                    <a:pt x="7586982" y="186632"/>
                  </a:lnTo>
                  <a:lnTo>
                    <a:pt x="7587109" y="186632"/>
                  </a:lnTo>
                  <a:lnTo>
                    <a:pt x="7589129" y="186632"/>
                  </a:lnTo>
                  <a:lnTo>
                    <a:pt x="7589508" y="186632"/>
                  </a:lnTo>
                  <a:lnTo>
                    <a:pt x="7591275" y="186632"/>
                  </a:lnTo>
                  <a:lnTo>
                    <a:pt x="7591401" y="186632"/>
                  </a:lnTo>
                  <a:lnTo>
                    <a:pt x="7594810" y="186632"/>
                  </a:lnTo>
                  <a:lnTo>
                    <a:pt x="7594937" y="186632"/>
                  </a:lnTo>
                  <a:lnTo>
                    <a:pt x="7599356" y="181720"/>
                  </a:lnTo>
                  <a:lnTo>
                    <a:pt x="7599608" y="181720"/>
                  </a:lnTo>
                  <a:lnTo>
                    <a:pt x="7604153" y="176809"/>
                  </a:lnTo>
                  <a:lnTo>
                    <a:pt x="7604280" y="176809"/>
                  </a:lnTo>
                  <a:lnTo>
                    <a:pt x="7606173" y="176809"/>
                  </a:lnTo>
                  <a:lnTo>
                    <a:pt x="7607941" y="171898"/>
                  </a:lnTo>
                  <a:lnTo>
                    <a:pt x="7609077" y="171898"/>
                  </a:lnTo>
                  <a:lnTo>
                    <a:pt x="7613496" y="171898"/>
                  </a:lnTo>
                  <a:lnTo>
                    <a:pt x="7613749" y="171898"/>
                  </a:lnTo>
                  <a:lnTo>
                    <a:pt x="7617158" y="171898"/>
                  </a:lnTo>
                  <a:lnTo>
                    <a:pt x="7619683" y="171898"/>
                  </a:lnTo>
                  <a:lnTo>
                    <a:pt x="7623344" y="171898"/>
                  </a:lnTo>
                  <a:lnTo>
                    <a:pt x="7623723" y="171898"/>
                  </a:lnTo>
                  <a:lnTo>
                    <a:pt x="7623849" y="171898"/>
                  </a:lnTo>
                  <a:lnTo>
                    <a:pt x="7626753" y="171898"/>
                  </a:lnTo>
                  <a:lnTo>
                    <a:pt x="7627132" y="171898"/>
                  </a:lnTo>
                  <a:lnTo>
                    <a:pt x="7627384" y="171898"/>
                  </a:lnTo>
                  <a:lnTo>
                    <a:pt x="7630036" y="171898"/>
                  </a:lnTo>
                  <a:lnTo>
                    <a:pt x="7630162" y="166986"/>
                  </a:lnTo>
                  <a:lnTo>
                    <a:pt x="7632182" y="166986"/>
                  </a:lnTo>
                  <a:lnTo>
                    <a:pt x="7632435" y="166986"/>
                  </a:lnTo>
                  <a:lnTo>
                    <a:pt x="7635465" y="166986"/>
                  </a:lnTo>
                  <a:lnTo>
                    <a:pt x="7637232" y="166986"/>
                  </a:lnTo>
                  <a:lnTo>
                    <a:pt x="7641399" y="162075"/>
                  </a:lnTo>
                  <a:lnTo>
                    <a:pt x="7644808" y="162075"/>
                  </a:lnTo>
                  <a:lnTo>
                    <a:pt x="7648343" y="157163"/>
                  </a:lnTo>
                  <a:lnTo>
                    <a:pt x="7651121" y="157163"/>
                  </a:lnTo>
                  <a:lnTo>
                    <a:pt x="7655161" y="157163"/>
                  </a:lnTo>
                  <a:lnTo>
                    <a:pt x="7657560" y="157163"/>
                  </a:lnTo>
                  <a:lnTo>
                    <a:pt x="7658065" y="157163"/>
                  </a:lnTo>
                  <a:lnTo>
                    <a:pt x="7658191" y="157163"/>
                  </a:lnTo>
                  <a:lnTo>
                    <a:pt x="7661221" y="157163"/>
                  </a:lnTo>
                  <a:lnTo>
                    <a:pt x="7663872" y="157163"/>
                  </a:lnTo>
                  <a:lnTo>
                    <a:pt x="7664125" y="157163"/>
                  </a:lnTo>
                  <a:lnTo>
                    <a:pt x="7664504" y="157163"/>
                  </a:lnTo>
                  <a:lnTo>
                    <a:pt x="7667029" y="157163"/>
                  </a:lnTo>
                  <a:lnTo>
                    <a:pt x="7668291" y="157163"/>
                  </a:lnTo>
                  <a:lnTo>
                    <a:pt x="7672837" y="157163"/>
                  </a:lnTo>
                  <a:lnTo>
                    <a:pt x="7674983" y="157163"/>
                  </a:lnTo>
                  <a:lnTo>
                    <a:pt x="7675614" y="157163"/>
                  </a:lnTo>
                  <a:lnTo>
                    <a:pt x="7675867" y="157163"/>
                  </a:lnTo>
                  <a:lnTo>
                    <a:pt x="7678392" y="157163"/>
                  </a:lnTo>
                  <a:lnTo>
                    <a:pt x="7679528" y="157163"/>
                  </a:lnTo>
                  <a:lnTo>
                    <a:pt x="7679781" y="157163"/>
                  </a:lnTo>
                  <a:lnTo>
                    <a:pt x="7682558" y="157163"/>
                  </a:lnTo>
                  <a:lnTo>
                    <a:pt x="7683442" y="157163"/>
                  </a:lnTo>
                  <a:lnTo>
                    <a:pt x="7686472" y="157163"/>
                  </a:lnTo>
                  <a:lnTo>
                    <a:pt x="7687735" y="157163"/>
                  </a:lnTo>
                  <a:lnTo>
                    <a:pt x="7689629" y="157163"/>
                  </a:lnTo>
                  <a:lnTo>
                    <a:pt x="7692406" y="157163"/>
                  </a:lnTo>
                  <a:lnTo>
                    <a:pt x="7693164" y="157163"/>
                  </a:lnTo>
                  <a:lnTo>
                    <a:pt x="7693416" y="157163"/>
                  </a:lnTo>
                  <a:lnTo>
                    <a:pt x="7699224" y="157163"/>
                  </a:lnTo>
                  <a:lnTo>
                    <a:pt x="7701749" y="157163"/>
                  </a:lnTo>
                  <a:lnTo>
                    <a:pt x="7705663" y="157163"/>
                  </a:lnTo>
                  <a:lnTo>
                    <a:pt x="7705663" y="152252"/>
                  </a:lnTo>
                  <a:lnTo>
                    <a:pt x="7709198" y="152252"/>
                  </a:lnTo>
                  <a:lnTo>
                    <a:pt x="7709325" y="152252"/>
                  </a:lnTo>
                  <a:lnTo>
                    <a:pt x="7709451" y="152252"/>
                  </a:lnTo>
                  <a:lnTo>
                    <a:pt x="7709577" y="152252"/>
                  </a:lnTo>
                  <a:lnTo>
                    <a:pt x="7714754" y="152252"/>
                  </a:lnTo>
                  <a:lnTo>
                    <a:pt x="7718289" y="152252"/>
                  </a:lnTo>
                  <a:lnTo>
                    <a:pt x="7720309" y="152252"/>
                  </a:lnTo>
                  <a:lnTo>
                    <a:pt x="7723718" y="147341"/>
                  </a:lnTo>
                  <a:lnTo>
                    <a:pt x="7723970" y="147341"/>
                  </a:lnTo>
                  <a:lnTo>
                    <a:pt x="7724728" y="147341"/>
                  </a:lnTo>
                  <a:lnTo>
                    <a:pt x="7726117" y="147341"/>
                  </a:lnTo>
                  <a:lnTo>
                    <a:pt x="7726874" y="147341"/>
                  </a:lnTo>
                  <a:lnTo>
                    <a:pt x="7727506" y="147341"/>
                  </a:lnTo>
                  <a:lnTo>
                    <a:pt x="7730283" y="147341"/>
                  </a:lnTo>
                  <a:lnTo>
                    <a:pt x="7732808" y="147341"/>
                  </a:lnTo>
                  <a:lnTo>
                    <a:pt x="7733313" y="147341"/>
                  </a:lnTo>
                  <a:lnTo>
                    <a:pt x="7736091" y="147341"/>
                  </a:lnTo>
                  <a:lnTo>
                    <a:pt x="7737859" y="147341"/>
                  </a:lnTo>
                  <a:lnTo>
                    <a:pt x="7738869" y="147341"/>
                  </a:lnTo>
                  <a:lnTo>
                    <a:pt x="7739500" y="147341"/>
                  </a:lnTo>
                  <a:lnTo>
                    <a:pt x="7740005" y="147341"/>
                  </a:lnTo>
                  <a:lnTo>
                    <a:pt x="7740131" y="147341"/>
                  </a:lnTo>
                  <a:lnTo>
                    <a:pt x="7744298" y="147341"/>
                  </a:lnTo>
                  <a:lnTo>
                    <a:pt x="7748843" y="147341"/>
                  </a:lnTo>
                  <a:lnTo>
                    <a:pt x="7749853" y="147341"/>
                  </a:lnTo>
                  <a:lnTo>
                    <a:pt x="7752378" y="147341"/>
                  </a:lnTo>
                  <a:lnTo>
                    <a:pt x="7754398" y="147341"/>
                  </a:lnTo>
                  <a:lnTo>
                    <a:pt x="7758186" y="147341"/>
                  </a:lnTo>
                  <a:lnTo>
                    <a:pt x="7759070" y="147341"/>
                  </a:lnTo>
                  <a:lnTo>
                    <a:pt x="7759196" y="147341"/>
                  </a:lnTo>
                  <a:lnTo>
                    <a:pt x="7763236" y="147341"/>
                  </a:lnTo>
                  <a:lnTo>
                    <a:pt x="7763362" y="147341"/>
                  </a:lnTo>
                  <a:lnTo>
                    <a:pt x="7763615" y="147341"/>
                  </a:lnTo>
                  <a:lnTo>
                    <a:pt x="7766392" y="147341"/>
                  </a:lnTo>
                  <a:lnTo>
                    <a:pt x="7772831" y="147341"/>
                  </a:lnTo>
                  <a:lnTo>
                    <a:pt x="7774094" y="147341"/>
                  </a:lnTo>
                  <a:lnTo>
                    <a:pt x="7774220" y="147341"/>
                  </a:lnTo>
                  <a:lnTo>
                    <a:pt x="7777124" y="147341"/>
                  </a:lnTo>
                  <a:lnTo>
                    <a:pt x="7778766" y="147341"/>
                  </a:lnTo>
                  <a:lnTo>
                    <a:pt x="7781543" y="147341"/>
                  </a:lnTo>
                  <a:lnTo>
                    <a:pt x="7782806" y="147341"/>
                  </a:lnTo>
                  <a:lnTo>
                    <a:pt x="7785710" y="147341"/>
                  </a:lnTo>
                  <a:lnTo>
                    <a:pt x="7788614" y="147341"/>
                  </a:lnTo>
                  <a:lnTo>
                    <a:pt x="7788740" y="147341"/>
                  </a:lnTo>
                  <a:lnTo>
                    <a:pt x="7789371" y="147341"/>
                  </a:lnTo>
                  <a:lnTo>
                    <a:pt x="7789497" y="147341"/>
                  </a:lnTo>
                  <a:lnTo>
                    <a:pt x="7793032" y="147341"/>
                  </a:lnTo>
                  <a:lnTo>
                    <a:pt x="7793411" y="147341"/>
                  </a:lnTo>
                  <a:lnTo>
                    <a:pt x="7793664" y="147341"/>
                  </a:lnTo>
                  <a:lnTo>
                    <a:pt x="7794169" y="147341"/>
                  </a:lnTo>
                  <a:lnTo>
                    <a:pt x="7797830" y="147341"/>
                  </a:lnTo>
                  <a:lnTo>
                    <a:pt x="7802375" y="147341"/>
                  </a:lnTo>
                  <a:lnTo>
                    <a:pt x="7802754" y="147341"/>
                  </a:lnTo>
                  <a:lnTo>
                    <a:pt x="7806794" y="147341"/>
                  </a:lnTo>
                  <a:lnTo>
                    <a:pt x="7807047" y="147341"/>
                  </a:lnTo>
                  <a:lnTo>
                    <a:pt x="7807552" y="147341"/>
                  </a:lnTo>
                  <a:lnTo>
                    <a:pt x="7807804" y="147341"/>
                  </a:lnTo>
                  <a:lnTo>
                    <a:pt x="7811087" y="142429"/>
                  </a:lnTo>
                  <a:lnTo>
                    <a:pt x="7812855" y="142429"/>
                  </a:lnTo>
                  <a:lnTo>
                    <a:pt x="7815001" y="142429"/>
                  </a:lnTo>
                  <a:lnTo>
                    <a:pt x="7818157" y="142429"/>
                  </a:lnTo>
                  <a:lnTo>
                    <a:pt x="7818915" y="142429"/>
                  </a:lnTo>
                  <a:lnTo>
                    <a:pt x="7822703" y="142429"/>
                  </a:lnTo>
                  <a:lnTo>
                    <a:pt x="7825733" y="142429"/>
                  </a:lnTo>
                  <a:lnTo>
                    <a:pt x="7826364" y="142429"/>
                  </a:lnTo>
                  <a:lnTo>
                    <a:pt x="7827879" y="142429"/>
                  </a:lnTo>
                  <a:lnTo>
                    <a:pt x="7829899" y="137518"/>
                  </a:lnTo>
                  <a:lnTo>
                    <a:pt x="7834318" y="137518"/>
                  </a:lnTo>
                  <a:lnTo>
                    <a:pt x="7834444" y="137518"/>
                  </a:lnTo>
                  <a:lnTo>
                    <a:pt x="7834823" y="137518"/>
                  </a:lnTo>
                  <a:lnTo>
                    <a:pt x="7836086" y="137518"/>
                  </a:lnTo>
                  <a:lnTo>
                    <a:pt x="7837853" y="137518"/>
                  </a:lnTo>
                  <a:lnTo>
                    <a:pt x="7839242" y="137518"/>
                  </a:lnTo>
                  <a:lnTo>
                    <a:pt x="7841515" y="137518"/>
                  </a:lnTo>
                  <a:lnTo>
                    <a:pt x="7844166" y="137518"/>
                  </a:lnTo>
                  <a:lnTo>
                    <a:pt x="7844419" y="137518"/>
                  </a:lnTo>
                  <a:lnTo>
                    <a:pt x="7847070" y="137518"/>
                  </a:lnTo>
                  <a:lnTo>
                    <a:pt x="7850100" y="137518"/>
                  </a:lnTo>
                  <a:lnTo>
                    <a:pt x="7850479" y="137518"/>
                  </a:lnTo>
                  <a:lnTo>
                    <a:pt x="7852120" y="137518"/>
                  </a:lnTo>
                  <a:lnTo>
                    <a:pt x="7852625" y="137518"/>
                  </a:lnTo>
                  <a:lnTo>
                    <a:pt x="7855656" y="137518"/>
                  </a:lnTo>
                  <a:lnTo>
                    <a:pt x="7855782" y="137518"/>
                  </a:lnTo>
                  <a:lnTo>
                    <a:pt x="7858181" y="137518"/>
                  </a:lnTo>
                  <a:lnTo>
                    <a:pt x="7858812" y="137518"/>
                  </a:lnTo>
                  <a:lnTo>
                    <a:pt x="7859948" y="137518"/>
                  </a:lnTo>
                  <a:lnTo>
                    <a:pt x="7863357" y="137518"/>
                  </a:lnTo>
                  <a:lnTo>
                    <a:pt x="7865251" y="137518"/>
                  </a:lnTo>
                  <a:lnTo>
                    <a:pt x="7868534" y="137518"/>
                  </a:lnTo>
                  <a:lnTo>
                    <a:pt x="7871690" y="137518"/>
                  </a:lnTo>
                  <a:lnTo>
                    <a:pt x="7872069" y="137518"/>
                  </a:lnTo>
                  <a:lnTo>
                    <a:pt x="7872195" y="137518"/>
                  </a:lnTo>
                  <a:lnTo>
                    <a:pt x="7877498" y="137518"/>
                  </a:lnTo>
                  <a:lnTo>
                    <a:pt x="7879139" y="137518"/>
                  </a:lnTo>
                  <a:lnTo>
                    <a:pt x="7879518" y="137518"/>
                  </a:lnTo>
                  <a:lnTo>
                    <a:pt x="7880149" y="137518"/>
                  </a:lnTo>
                  <a:lnTo>
                    <a:pt x="7882548" y="137518"/>
                  </a:lnTo>
                  <a:lnTo>
                    <a:pt x="7882674" y="137518"/>
                  </a:lnTo>
                  <a:lnTo>
                    <a:pt x="7884316" y="137518"/>
                  </a:lnTo>
                  <a:lnTo>
                    <a:pt x="7886209" y="137518"/>
                  </a:lnTo>
                  <a:lnTo>
                    <a:pt x="7888230" y="137518"/>
                  </a:lnTo>
                  <a:lnTo>
                    <a:pt x="7893659" y="137518"/>
                  </a:lnTo>
                  <a:lnTo>
                    <a:pt x="7893911" y="137518"/>
                  </a:lnTo>
                  <a:lnTo>
                    <a:pt x="7895047" y="137518"/>
                  </a:lnTo>
                  <a:lnTo>
                    <a:pt x="7897699" y="137518"/>
                  </a:lnTo>
                  <a:lnTo>
                    <a:pt x="7897825" y="137518"/>
                  </a:lnTo>
                  <a:lnTo>
                    <a:pt x="7898330" y="137518"/>
                  </a:lnTo>
                  <a:lnTo>
                    <a:pt x="7898456" y="137518"/>
                  </a:lnTo>
                  <a:lnTo>
                    <a:pt x="7901613" y="137518"/>
                  </a:lnTo>
                  <a:lnTo>
                    <a:pt x="7903380" y="137518"/>
                  </a:lnTo>
                  <a:lnTo>
                    <a:pt x="7904264" y="137518"/>
                  </a:lnTo>
                  <a:lnTo>
                    <a:pt x="7904895" y="132607"/>
                  </a:lnTo>
                  <a:lnTo>
                    <a:pt x="7905022" y="132607"/>
                  </a:lnTo>
                  <a:lnTo>
                    <a:pt x="7907294" y="127695"/>
                  </a:lnTo>
                  <a:lnTo>
                    <a:pt x="7907547" y="127695"/>
                  </a:lnTo>
                  <a:lnTo>
                    <a:pt x="7907673" y="127695"/>
                  </a:lnTo>
                  <a:lnTo>
                    <a:pt x="7908178" y="127695"/>
                  </a:lnTo>
                  <a:lnTo>
                    <a:pt x="7912218" y="127695"/>
                  </a:lnTo>
                  <a:lnTo>
                    <a:pt x="7917268" y="127695"/>
                  </a:lnTo>
                  <a:lnTo>
                    <a:pt x="7918531" y="127695"/>
                  </a:lnTo>
                  <a:lnTo>
                    <a:pt x="7923329" y="127695"/>
                  </a:lnTo>
                  <a:lnTo>
                    <a:pt x="7923834" y="127695"/>
                  </a:lnTo>
                  <a:lnTo>
                    <a:pt x="7924213" y="127695"/>
                  </a:lnTo>
                  <a:lnTo>
                    <a:pt x="7926864" y="122784"/>
                  </a:lnTo>
                  <a:lnTo>
                    <a:pt x="7926990" y="122784"/>
                  </a:lnTo>
                  <a:lnTo>
                    <a:pt x="7929389" y="122784"/>
                  </a:lnTo>
                  <a:lnTo>
                    <a:pt x="7929642" y="122784"/>
                  </a:lnTo>
                  <a:lnTo>
                    <a:pt x="7930525" y="122784"/>
                  </a:lnTo>
                  <a:lnTo>
                    <a:pt x="7932672" y="122784"/>
                  </a:lnTo>
                  <a:lnTo>
                    <a:pt x="7932798" y="122784"/>
                  </a:lnTo>
                  <a:lnTo>
                    <a:pt x="7934439" y="122784"/>
                  </a:lnTo>
                  <a:lnTo>
                    <a:pt x="7935828" y="117872"/>
                  </a:lnTo>
                  <a:lnTo>
                    <a:pt x="7937217" y="117872"/>
                  </a:lnTo>
                  <a:lnTo>
                    <a:pt x="7940500" y="117872"/>
                  </a:lnTo>
                  <a:lnTo>
                    <a:pt x="7941257" y="117872"/>
                  </a:lnTo>
                  <a:lnTo>
                    <a:pt x="7942015" y="117872"/>
                  </a:lnTo>
                  <a:lnTo>
                    <a:pt x="7943530" y="117872"/>
                  </a:lnTo>
                  <a:lnTo>
                    <a:pt x="7945929" y="117872"/>
                  </a:lnTo>
                  <a:lnTo>
                    <a:pt x="7946307" y="117872"/>
                  </a:lnTo>
                  <a:lnTo>
                    <a:pt x="7947317" y="117872"/>
                  </a:lnTo>
                  <a:lnTo>
                    <a:pt x="7947444" y="117872"/>
                  </a:lnTo>
                  <a:lnTo>
                    <a:pt x="7950221" y="117872"/>
                  </a:lnTo>
                  <a:lnTo>
                    <a:pt x="7950474" y="117872"/>
                  </a:lnTo>
                  <a:lnTo>
                    <a:pt x="7952620" y="117872"/>
                  </a:lnTo>
                  <a:lnTo>
                    <a:pt x="7953125" y="117872"/>
                  </a:lnTo>
                  <a:lnTo>
                    <a:pt x="7953504" y="117872"/>
                  </a:lnTo>
                  <a:lnTo>
                    <a:pt x="7954893" y="117872"/>
                  </a:lnTo>
                  <a:lnTo>
                    <a:pt x="7957165" y="117872"/>
                  </a:lnTo>
                  <a:lnTo>
                    <a:pt x="7961837" y="117872"/>
                  </a:lnTo>
                  <a:lnTo>
                    <a:pt x="7965498" y="112961"/>
                  </a:lnTo>
                  <a:lnTo>
                    <a:pt x="7965625" y="112961"/>
                  </a:lnTo>
                  <a:lnTo>
                    <a:pt x="7965751" y="112961"/>
                  </a:lnTo>
                  <a:lnTo>
                    <a:pt x="7969286" y="112961"/>
                  </a:lnTo>
                  <a:lnTo>
                    <a:pt x="7971054" y="112961"/>
                  </a:lnTo>
                  <a:lnTo>
                    <a:pt x="7974968" y="108050"/>
                  </a:lnTo>
                  <a:lnTo>
                    <a:pt x="7976104" y="108050"/>
                  </a:lnTo>
                  <a:lnTo>
                    <a:pt x="7979134" y="108050"/>
                  </a:lnTo>
                  <a:lnTo>
                    <a:pt x="7980902" y="108050"/>
                  </a:lnTo>
                  <a:lnTo>
                    <a:pt x="7983679" y="108050"/>
                  </a:lnTo>
                  <a:lnTo>
                    <a:pt x="7985321" y="103138"/>
                  </a:lnTo>
                  <a:lnTo>
                    <a:pt x="7986331" y="103138"/>
                  </a:lnTo>
                  <a:lnTo>
                    <a:pt x="7990118" y="103138"/>
                  </a:lnTo>
                  <a:lnTo>
                    <a:pt x="7990497" y="103138"/>
                  </a:lnTo>
                  <a:lnTo>
                    <a:pt x="7992896" y="103138"/>
                  </a:lnTo>
                  <a:lnTo>
                    <a:pt x="7993148" y="103138"/>
                  </a:lnTo>
                  <a:lnTo>
                    <a:pt x="7994790" y="103138"/>
                  </a:lnTo>
                  <a:lnTo>
                    <a:pt x="7995926" y="103138"/>
                  </a:lnTo>
                  <a:lnTo>
                    <a:pt x="7997694" y="103138"/>
                  </a:lnTo>
                  <a:lnTo>
                    <a:pt x="7997820" y="103138"/>
                  </a:lnTo>
                  <a:lnTo>
                    <a:pt x="7998072" y="103138"/>
                  </a:lnTo>
                  <a:lnTo>
                    <a:pt x="8003501" y="98227"/>
                  </a:lnTo>
                  <a:lnTo>
                    <a:pt x="8007794" y="93316"/>
                  </a:lnTo>
                  <a:lnTo>
                    <a:pt x="8008678" y="93316"/>
                  </a:lnTo>
                  <a:lnTo>
                    <a:pt x="8010319" y="93316"/>
                  </a:lnTo>
                  <a:lnTo>
                    <a:pt x="8010446" y="93316"/>
                  </a:lnTo>
                  <a:lnTo>
                    <a:pt x="8014486" y="93316"/>
                  </a:lnTo>
                  <a:lnTo>
                    <a:pt x="8014612" y="93316"/>
                  </a:lnTo>
                  <a:lnTo>
                    <a:pt x="8014864" y="93316"/>
                  </a:lnTo>
                  <a:lnTo>
                    <a:pt x="8015117" y="93316"/>
                  </a:lnTo>
                  <a:lnTo>
                    <a:pt x="8017895" y="93316"/>
                  </a:lnTo>
                  <a:lnTo>
                    <a:pt x="8018526" y="93316"/>
                  </a:lnTo>
                  <a:lnTo>
                    <a:pt x="8019410" y="93316"/>
                  </a:lnTo>
                  <a:lnTo>
                    <a:pt x="8020672" y="93316"/>
                  </a:lnTo>
                  <a:lnTo>
                    <a:pt x="8024334" y="88404"/>
                  </a:lnTo>
                  <a:lnTo>
                    <a:pt x="8027111" y="88404"/>
                  </a:lnTo>
                  <a:lnTo>
                    <a:pt x="8029131" y="88404"/>
                  </a:lnTo>
                  <a:lnTo>
                    <a:pt x="8031404" y="88404"/>
                  </a:lnTo>
                  <a:lnTo>
                    <a:pt x="8031530" y="88404"/>
                  </a:lnTo>
                  <a:lnTo>
                    <a:pt x="8031657" y="88404"/>
                  </a:lnTo>
                  <a:lnTo>
                    <a:pt x="8032540" y="88404"/>
                  </a:lnTo>
                  <a:lnTo>
                    <a:pt x="8033172" y="88404"/>
                  </a:lnTo>
                  <a:lnTo>
                    <a:pt x="8038727" y="88404"/>
                  </a:lnTo>
                  <a:lnTo>
                    <a:pt x="8039863" y="78581"/>
                  </a:lnTo>
                  <a:lnTo>
                    <a:pt x="8039989" y="78581"/>
                  </a:lnTo>
                  <a:lnTo>
                    <a:pt x="8041883" y="78581"/>
                  </a:lnTo>
                  <a:lnTo>
                    <a:pt x="8042010" y="78581"/>
                  </a:lnTo>
                  <a:lnTo>
                    <a:pt x="8042136" y="78581"/>
                  </a:lnTo>
                  <a:lnTo>
                    <a:pt x="8043651" y="78581"/>
                  </a:lnTo>
                  <a:lnTo>
                    <a:pt x="8048701" y="78581"/>
                  </a:lnTo>
                  <a:lnTo>
                    <a:pt x="8052741" y="78581"/>
                  </a:lnTo>
                  <a:lnTo>
                    <a:pt x="8052994" y="78581"/>
                  </a:lnTo>
                  <a:lnTo>
                    <a:pt x="8056655" y="73670"/>
                  </a:lnTo>
                  <a:lnTo>
                    <a:pt x="8057034" y="73670"/>
                  </a:lnTo>
                  <a:lnTo>
                    <a:pt x="8061074" y="73670"/>
                  </a:lnTo>
                  <a:lnTo>
                    <a:pt x="8062084" y="73670"/>
                  </a:lnTo>
                  <a:lnTo>
                    <a:pt x="8062716" y="73670"/>
                  </a:lnTo>
                  <a:lnTo>
                    <a:pt x="8062842" y="68759"/>
                  </a:lnTo>
                  <a:lnTo>
                    <a:pt x="8062968" y="68759"/>
                  </a:lnTo>
                  <a:lnTo>
                    <a:pt x="8065241" y="68759"/>
                  </a:lnTo>
                  <a:lnTo>
                    <a:pt x="8065367" y="68759"/>
                  </a:lnTo>
                  <a:lnTo>
                    <a:pt x="8067261" y="68759"/>
                  </a:lnTo>
                  <a:lnTo>
                    <a:pt x="8069155" y="68759"/>
                  </a:lnTo>
                  <a:lnTo>
                    <a:pt x="8071680" y="68759"/>
                  </a:lnTo>
                  <a:lnTo>
                    <a:pt x="8074079" y="63847"/>
                  </a:lnTo>
                  <a:lnTo>
                    <a:pt x="8075215" y="63847"/>
                  </a:lnTo>
                  <a:lnTo>
                    <a:pt x="8075720" y="63847"/>
                  </a:lnTo>
                  <a:lnTo>
                    <a:pt x="8079381" y="63847"/>
                  </a:lnTo>
                  <a:lnTo>
                    <a:pt x="8080644" y="63847"/>
                  </a:lnTo>
                  <a:lnTo>
                    <a:pt x="8082917" y="63847"/>
                  </a:lnTo>
                  <a:lnTo>
                    <a:pt x="8083800" y="63847"/>
                  </a:lnTo>
                  <a:lnTo>
                    <a:pt x="8084179" y="63847"/>
                  </a:lnTo>
                  <a:lnTo>
                    <a:pt x="8084305" y="63847"/>
                  </a:lnTo>
                  <a:lnTo>
                    <a:pt x="8084558" y="63847"/>
                  </a:lnTo>
                  <a:lnTo>
                    <a:pt x="8085694" y="63847"/>
                  </a:lnTo>
                  <a:lnTo>
                    <a:pt x="8091249" y="58936"/>
                  </a:lnTo>
                  <a:lnTo>
                    <a:pt x="8091376" y="58936"/>
                  </a:lnTo>
                  <a:lnTo>
                    <a:pt x="8094658" y="58936"/>
                  </a:lnTo>
                  <a:lnTo>
                    <a:pt x="8095163" y="58936"/>
                  </a:lnTo>
                  <a:lnTo>
                    <a:pt x="8096047" y="58936"/>
                  </a:lnTo>
                  <a:lnTo>
                    <a:pt x="8099835" y="58936"/>
                  </a:lnTo>
                  <a:lnTo>
                    <a:pt x="8099961" y="58936"/>
                  </a:lnTo>
                  <a:lnTo>
                    <a:pt x="8100214" y="58936"/>
                  </a:lnTo>
                  <a:lnTo>
                    <a:pt x="8102991" y="58936"/>
                  </a:lnTo>
                  <a:lnTo>
                    <a:pt x="8103749" y="58936"/>
                  </a:lnTo>
                  <a:lnTo>
                    <a:pt x="8103875" y="58936"/>
                  </a:lnTo>
                  <a:lnTo>
                    <a:pt x="8104254" y="58936"/>
                  </a:lnTo>
                  <a:lnTo>
                    <a:pt x="8106148" y="58936"/>
                  </a:lnTo>
                  <a:lnTo>
                    <a:pt x="8108294" y="58936"/>
                  </a:lnTo>
                  <a:lnTo>
                    <a:pt x="8111072" y="58936"/>
                  </a:lnTo>
                  <a:lnTo>
                    <a:pt x="8112208" y="58936"/>
                  </a:lnTo>
                  <a:lnTo>
                    <a:pt x="8114733" y="58936"/>
                  </a:lnTo>
                  <a:lnTo>
                    <a:pt x="8116122" y="58936"/>
                  </a:lnTo>
                  <a:lnTo>
                    <a:pt x="8118142" y="58936"/>
                  </a:lnTo>
                  <a:lnTo>
                    <a:pt x="8119531" y="58936"/>
                  </a:lnTo>
                  <a:lnTo>
                    <a:pt x="8120288" y="58936"/>
                  </a:lnTo>
                  <a:lnTo>
                    <a:pt x="8122561" y="58936"/>
                  </a:lnTo>
                  <a:lnTo>
                    <a:pt x="8122687" y="58936"/>
                  </a:lnTo>
                  <a:lnTo>
                    <a:pt x="8123066" y="58936"/>
                  </a:lnTo>
                  <a:lnTo>
                    <a:pt x="8124455" y="58936"/>
                  </a:lnTo>
                  <a:lnTo>
                    <a:pt x="8124581" y="58936"/>
                  </a:lnTo>
                  <a:lnTo>
                    <a:pt x="8126475" y="58936"/>
                  </a:lnTo>
                  <a:lnTo>
                    <a:pt x="8127359" y="58936"/>
                  </a:lnTo>
                  <a:lnTo>
                    <a:pt x="8130894" y="58936"/>
                  </a:lnTo>
                  <a:lnTo>
                    <a:pt x="8131273" y="58936"/>
                  </a:lnTo>
                  <a:lnTo>
                    <a:pt x="8134555" y="58936"/>
                  </a:lnTo>
                  <a:lnTo>
                    <a:pt x="8134934" y="58936"/>
                  </a:lnTo>
                  <a:lnTo>
                    <a:pt x="8138217" y="58936"/>
                  </a:lnTo>
                  <a:lnTo>
                    <a:pt x="8138343" y="58936"/>
                  </a:lnTo>
                  <a:lnTo>
                    <a:pt x="8138595" y="58936"/>
                  </a:lnTo>
                  <a:lnTo>
                    <a:pt x="8139479" y="58936"/>
                  </a:lnTo>
                  <a:lnTo>
                    <a:pt x="8141752" y="58936"/>
                  </a:lnTo>
                  <a:lnTo>
                    <a:pt x="8142004" y="58936"/>
                  </a:lnTo>
                  <a:lnTo>
                    <a:pt x="8144277" y="58936"/>
                  </a:lnTo>
                  <a:lnTo>
                    <a:pt x="8145287" y="58936"/>
                  </a:lnTo>
                  <a:lnTo>
                    <a:pt x="8148191" y="58936"/>
                  </a:lnTo>
                  <a:lnTo>
                    <a:pt x="8150590" y="58936"/>
                  </a:lnTo>
                  <a:lnTo>
                    <a:pt x="8152610" y="58936"/>
                  </a:lnTo>
                  <a:lnTo>
                    <a:pt x="8152736" y="58936"/>
                  </a:lnTo>
                  <a:lnTo>
                    <a:pt x="8152862" y="58936"/>
                  </a:lnTo>
                  <a:lnTo>
                    <a:pt x="8153620" y="58936"/>
                  </a:lnTo>
                  <a:lnTo>
                    <a:pt x="8153999" y="58936"/>
                  </a:lnTo>
                  <a:lnTo>
                    <a:pt x="8155514" y="58936"/>
                  </a:lnTo>
                  <a:lnTo>
                    <a:pt x="8157281" y="58936"/>
                  </a:lnTo>
                  <a:lnTo>
                    <a:pt x="8158291" y="58936"/>
                  </a:lnTo>
                  <a:lnTo>
                    <a:pt x="8162332" y="54025"/>
                  </a:lnTo>
                  <a:lnTo>
                    <a:pt x="8163215" y="54025"/>
                  </a:lnTo>
                  <a:lnTo>
                    <a:pt x="8166372" y="54025"/>
                  </a:lnTo>
                  <a:lnTo>
                    <a:pt x="8167256" y="49113"/>
                  </a:lnTo>
                  <a:lnTo>
                    <a:pt x="8168013" y="49113"/>
                  </a:lnTo>
                  <a:lnTo>
                    <a:pt x="8171296" y="49113"/>
                  </a:lnTo>
                  <a:lnTo>
                    <a:pt x="8171675" y="49113"/>
                  </a:lnTo>
                  <a:lnTo>
                    <a:pt x="8173695" y="49113"/>
                  </a:lnTo>
                  <a:lnTo>
                    <a:pt x="8174073" y="49113"/>
                  </a:lnTo>
                  <a:lnTo>
                    <a:pt x="8175462" y="49113"/>
                  </a:lnTo>
                  <a:lnTo>
                    <a:pt x="8176977" y="49113"/>
                  </a:lnTo>
                  <a:lnTo>
                    <a:pt x="8178240" y="49113"/>
                  </a:lnTo>
                  <a:lnTo>
                    <a:pt x="8180007" y="49113"/>
                  </a:lnTo>
                  <a:lnTo>
                    <a:pt x="8180134" y="49113"/>
                  </a:lnTo>
                  <a:lnTo>
                    <a:pt x="8181018" y="49113"/>
                  </a:lnTo>
                  <a:lnTo>
                    <a:pt x="8182406" y="49113"/>
                  </a:lnTo>
                  <a:lnTo>
                    <a:pt x="8183416" y="49113"/>
                  </a:lnTo>
                  <a:lnTo>
                    <a:pt x="8184553" y="49113"/>
                  </a:lnTo>
                  <a:lnTo>
                    <a:pt x="8184679" y="49113"/>
                  </a:lnTo>
                  <a:lnTo>
                    <a:pt x="8187078" y="44202"/>
                  </a:lnTo>
                  <a:lnTo>
                    <a:pt x="8187962" y="44202"/>
                  </a:lnTo>
                  <a:lnTo>
                    <a:pt x="8188214" y="44202"/>
                  </a:lnTo>
                  <a:lnTo>
                    <a:pt x="8188340" y="44202"/>
                  </a:lnTo>
                  <a:lnTo>
                    <a:pt x="8188972" y="44202"/>
                  </a:lnTo>
                  <a:lnTo>
                    <a:pt x="8189603" y="44202"/>
                  </a:lnTo>
                  <a:lnTo>
                    <a:pt x="8191876" y="44202"/>
                  </a:lnTo>
                  <a:lnTo>
                    <a:pt x="8195537" y="44202"/>
                  </a:lnTo>
                  <a:lnTo>
                    <a:pt x="8199072" y="44202"/>
                  </a:lnTo>
                  <a:lnTo>
                    <a:pt x="8199577" y="44202"/>
                  </a:lnTo>
                  <a:lnTo>
                    <a:pt x="8201597" y="44202"/>
                  </a:lnTo>
                  <a:lnTo>
                    <a:pt x="8202229" y="44202"/>
                  </a:lnTo>
                  <a:lnTo>
                    <a:pt x="8202355" y="44202"/>
                  </a:lnTo>
                  <a:lnTo>
                    <a:pt x="8203491" y="44202"/>
                  </a:lnTo>
                  <a:lnTo>
                    <a:pt x="8203996" y="44202"/>
                  </a:lnTo>
                  <a:lnTo>
                    <a:pt x="8204122" y="44202"/>
                  </a:lnTo>
                  <a:lnTo>
                    <a:pt x="8205511" y="44202"/>
                  </a:lnTo>
                  <a:lnTo>
                    <a:pt x="8207405" y="44202"/>
                  </a:lnTo>
                  <a:lnTo>
                    <a:pt x="8209173" y="44202"/>
                  </a:lnTo>
                  <a:lnTo>
                    <a:pt x="8209551" y="44202"/>
                  </a:lnTo>
                  <a:lnTo>
                    <a:pt x="8211572" y="44202"/>
                  </a:lnTo>
                  <a:lnTo>
                    <a:pt x="8212077" y="44202"/>
                  </a:lnTo>
                  <a:lnTo>
                    <a:pt x="8213465" y="44202"/>
                  </a:lnTo>
                  <a:lnTo>
                    <a:pt x="8214728" y="44202"/>
                  </a:lnTo>
                  <a:lnTo>
                    <a:pt x="8214854" y="44202"/>
                  </a:lnTo>
                  <a:lnTo>
                    <a:pt x="8214980" y="44202"/>
                  </a:lnTo>
                  <a:lnTo>
                    <a:pt x="8216369" y="44202"/>
                  </a:lnTo>
                  <a:lnTo>
                    <a:pt x="8217253" y="44202"/>
                  </a:lnTo>
                  <a:lnTo>
                    <a:pt x="8218011" y="44202"/>
                  </a:lnTo>
                  <a:lnTo>
                    <a:pt x="8218516" y="44202"/>
                  </a:lnTo>
                  <a:lnTo>
                    <a:pt x="8221672" y="39290"/>
                  </a:lnTo>
                  <a:lnTo>
                    <a:pt x="8222051" y="39290"/>
                  </a:lnTo>
                  <a:lnTo>
                    <a:pt x="8225460" y="39290"/>
                  </a:lnTo>
                  <a:lnTo>
                    <a:pt x="8225712" y="39290"/>
                  </a:lnTo>
                  <a:lnTo>
                    <a:pt x="8229374" y="34379"/>
                  </a:lnTo>
                  <a:lnTo>
                    <a:pt x="8229500" y="34379"/>
                  </a:lnTo>
                  <a:lnTo>
                    <a:pt x="8229752" y="34379"/>
                  </a:lnTo>
                  <a:lnTo>
                    <a:pt x="8232025" y="34379"/>
                  </a:lnTo>
                  <a:lnTo>
                    <a:pt x="8232151" y="34379"/>
                  </a:lnTo>
                  <a:lnTo>
                    <a:pt x="8232278" y="34379"/>
                  </a:lnTo>
                  <a:lnTo>
                    <a:pt x="8233666" y="34379"/>
                  </a:lnTo>
                  <a:lnTo>
                    <a:pt x="8235055" y="34379"/>
                  </a:lnTo>
                  <a:lnTo>
                    <a:pt x="8236823" y="34379"/>
                  </a:lnTo>
                  <a:lnTo>
                    <a:pt x="8238338" y="34379"/>
                  </a:lnTo>
                  <a:lnTo>
                    <a:pt x="8240737" y="29468"/>
                  </a:lnTo>
                  <a:lnTo>
                    <a:pt x="8243009" y="29468"/>
                  </a:lnTo>
                  <a:lnTo>
                    <a:pt x="8244146" y="29468"/>
                  </a:lnTo>
                  <a:lnTo>
                    <a:pt x="8244903" y="29468"/>
                  </a:lnTo>
                  <a:lnTo>
                    <a:pt x="8245282" y="29468"/>
                  </a:lnTo>
                  <a:lnTo>
                    <a:pt x="8246923" y="29468"/>
                  </a:lnTo>
                  <a:lnTo>
                    <a:pt x="8248312" y="29468"/>
                  </a:lnTo>
                  <a:lnTo>
                    <a:pt x="8248691" y="24556"/>
                  </a:lnTo>
                  <a:lnTo>
                    <a:pt x="8248943" y="24556"/>
                  </a:lnTo>
                  <a:lnTo>
                    <a:pt x="8249575" y="24556"/>
                  </a:lnTo>
                  <a:lnTo>
                    <a:pt x="8251342" y="24556"/>
                  </a:lnTo>
                  <a:lnTo>
                    <a:pt x="8254751" y="24556"/>
                  </a:lnTo>
                  <a:lnTo>
                    <a:pt x="8255004" y="24556"/>
                  </a:lnTo>
                  <a:lnTo>
                    <a:pt x="8257402" y="24556"/>
                  </a:lnTo>
                  <a:lnTo>
                    <a:pt x="8258160" y="24556"/>
                  </a:lnTo>
                  <a:lnTo>
                    <a:pt x="8260054" y="24556"/>
                  </a:lnTo>
                  <a:lnTo>
                    <a:pt x="8260180" y="24556"/>
                  </a:lnTo>
                  <a:lnTo>
                    <a:pt x="8260685" y="19645"/>
                  </a:lnTo>
                  <a:lnTo>
                    <a:pt x="8260811" y="19645"/>
                  </a:lnTo>
                  <a:lnTo>
                    <a:pt x="8262200" y="19645"/>
                  </a:lnTo>
                  <a:lnTo>
                    <a:pt x="8262705" y="19645"/>
                  </a:lnTo>
                  <a:lnTo>
                    <a:pt x="8265104" y="19645"/>
                  </a:lnTo>
                  <a:lnTo>
                    <a:pt x="8267503" y="19645"/>
                  </a:lnTo>
                  <a:lnTo>
                    <a:pt x="8268513" y="19645"/>
                  </a:lnTo>
                  <a:lnTo>
                    <a:pt x="8269776" y="19645"/>
                  </a:lnTo>
                  <a:lnTo>
                    <a:pt x="8271038" y="19645"/>
                  </a:lnTo>
                  <a:lnTo>
                    <a:pt x="8271922" y="19645"/>
                  </a:lnTo>
                  <a:lnTo>
                    <a:pt x="8274195" y="19645"/>
                  </a:lnTo>
                  <a:lnTo>
                    <a:pt x="8274573" y="19645"/>
                  </a:lnTo>
                  <a:lnTo>
                    <a:pt x="8275583" y="19645"/>
                  </a:lnTo>
                  <a:lnTo>
                    <a:pt x="8276972" y="19645"/>
                  </a:lnTo>
                  <a:lnTo>
                    <a:pt x="8277856" y="19645"/>
                  </a:lnTo>
                  <a:lnTo>
                    <a:pt x="8277982" y="19645"/>
                  </a:lnTo>
                  <a:lnTo>
                    <a:pt x="8282022" y="19645"/>
                  </a:lnTo>
                  <a:lnTo>
                    <a:pt x="8283538" y="19645"/>
                  </a:lnTo>
                  <a:lnTo>
                    <a:pt x="8287199" y="19645"/>
                  </a:lnTo>
                  <a:lnTo>
                    <a:pt x="8289598" y="19645"/>
                  </a:lnTo>
                  <a:lnTo>
                    <a:pt x="8289724" y="19645"/>
                  </a:lnTo>
                  <a:lnTo>
                    <a:pt x="8289977" y="19645"/>
                  </a:lnTo>
                  <a:lnTo>
                    <a:pt x="8292628" y="19645"/>
                  </a:lnTo>
                  <a:lnTo>
                    <a:pt x="8294143" y="19645"/>
                  </a:lnTo>
                  <a:lnTo>
                    <a:pt x="8295279" y="19645"/>
                  </a:lnTo>
                  <a:lnTo>
                    <a:pt x="8295911" y="19645"/>
                  </a:lnTo>
                  <a:lnTo>
                    <a:pt x="8298057" y="19645"/>
                  </a:lnTo>
                  <a:lnTo>
                    <a:pt x="8298688" y="19645"/>
                  </a:lnTo>
                  <a:lnTo>
                    <a:pt x="8299193" y="19645"/>
                  </a:lnTo>
                  <a:lnTo>
                    <a:pt x="8300077" y="19645"/>
                  </a:lnTo>
                  <a:lnTo>
                    <a:pt x="8301845" y="19645"/>
                  </a:lnTo>
                  <a:lnTo>
                    <a:pt x="8302855" y="19645"/>
                  </a:lnTo>
                  <a:lnTo>
                    <a:pt x="8304370" y="19645"/>
                  </a:lnTo>
                  <a:lnTo>
                    <a:pt x="8304496" y="19645"/>
                  </a:lnTo>
                  <a:lnTo>
                    <a:pt x="8304875" y="19645"/>
                  </a:lnTo>
                  <a:lnTo>
                    <a:pt x="8306895" y="19645"/>
                  </a:lnTo>
                  <a:lnTo>
                    <a:pt x="8307274" y="19645"/>
                  </a:lnTo>
                  <a:lnTo>
                    <a:pt x="8308157" y="19645"/>
                  </a:lnTo>
                  <a:lnTo>
                    <a:pt x="8310178" y="19645"/>
                  </a:lnTo>
                  <a:lnTo>
                    <a:pt x="8311945" y="19645"/>
                  </a:lnTo>
                  <a:lnTo>
                    <a:pt x="8312703" y="19645"/>
                  </a:lnTo>
                  <a:lnTo>
                    <a:pt x="8314723" y="19645"/>
                  </a:lnTo>
                  <a:lnTo>
                    <a:pt x="8314849" y="19645"/>
                  </a:lnTo>
                  <a:lnTo>
                    <a:pt x="8315607" y="19645"/>
                  </a:lnTo>
                  <a:lnTo>
                    <a:pt x="8316869" y="19645"/>
                  </a:lnTo>
                  <a:lnTo>
                    <a:pt x="8317122" y="19645"/>
                  </a:lnTo>
                  <a:lnTo>
                    <a:pt x="8318510" y="19645"/>
                  </a:lnTo>
                  <a:lnTo>
                    <a:pt x="8319394" y="19645"/>
                  </a:lnTo>
                  <a:lnTo>
                    <a:pt x="8319521" y="19645"/>
                  </a:lnTo>
                  <a:lnTo>
                    <a:pt x="8320909" y="19645"/>
                  </a:lnTo>
                  <a:lnTo>
                    <a:pt x="8321288" y="19645"/>
                  </a:lnTo>
                  <a:lnTo>
                    <a:pt x="8321541" y="19645"/>
                  </a:lnTo>
                  <a:lnTo>
                    <a:pt x="8323182" y="19645"/>
                  </a:lnTo>
                  <a:lnTo>
                    <a:pt x="8323561" y="19645"/>
                  </a:lnTo>
                  <a:lnTo>
                    <a:pt x="8323687" y="19645"/>
                  </a:lnTo>
                  <a:lnTo>
                    <a:pt x="8324697" y="19645"/>
                  </a:lnTo>
                  <a:lnTo>
                    <a:pt x="8325328" y="19645"/>
                  </a:lnTo>
                  <a:lnTo>
                    <a:pt x="8325455" y="19645"/>
                  </a:lnTo>
                  <a:lnTo>
                    <a:pt x="8325581" y="19645"/>
                  </a:lnTo>
                  <a:lnTo>
                    <a:pt x="8327980" y="19645"/>
                  </a:lnTo>
                  <a:lnTo>
                    <a:pt x="8331515" y="19645"/>
                  </a:lnTo>
                  <a:lnTo>
                    <a:pt x="8332777" y="19645"/>
                  </a:lnTo>
                  <a:lnTo>
                    <a:pt x="8332904" y="19645"/>
                  </a:lnTo>
                  <a:lnTo>
                    <a:pt x="8333030" y="19645"/>
                  </a:lnTo>
                  <a:lnTo>
                    <a:pt x="8333661" y="19645"/>
                  </a:lnTo>
                  <a:lnTo>
                    <a:pt x="8334671" y="19645"/>
                  </a:lnTo>
                  <a:lnTo>
                    <a:pt x="8335303" y="19645"/>
                  </a:lnTo>
                  <a:lnTo>
                    <a:pt x="8335429" y="19645"/>
                  </a:lnTo>
                  <a:lnTo>
                    <a:pt x="8337954" y="19645"/>
                  </a:lnTo>
                  <a:lnTo>
                    <a:pt x="8338838" y="19645"/>
                  </a:lnTo>
                  <a:lnTo>
                    <a:pt x="8339974" y="19645"/>
                  </a:lnTo>
                  <a:lnTo>
                    <a:pt x="8340732" y="19645"/>
                  </a:lnTo>
                  <a:lnTo>
                    <a:pt x="8340858" y="19645"/>
                  </a:lnTo>
                  <a:lnTo>
                    <a:pt x="8342499" y="9822"/>
                  </a:lnTo>
                  <a:lnTo>
                    <a:pt x="8342625" y="9822"/>
                  </a:lnTo>
                  <a:lnTo>
                    <a:pt x="8342752" y="9822"/>
                  </a:lnTo>
                  <a:lnTo>
                    <a:pt x="8343635" y="9822"/>
                  </a:lnTo>
                  <a:lnTo>
                    <a:pt x="8344519" y="9822"/>
                  </a:lnTo>
                  <a:lnTo>
                    <a:pt x="8344645" y="9822"/>
                  </a:lnTo>
                  <a:lnTo>
                    <a:pt x="8344772" y="9822"/>
                  </a:lnTo>
                  <a:lnTo>
                    <a:pt x="8346287" y="9822"/>
                  </a:lnTo>
                  <a:lnTo>
                    <a:pt x="8346539" y="9822"/>
                  </a:lnTo>
                  <a:lnTo>
                    <a:pt x="8347549" y="9822"/>
                  </a:lnTo>
                  <a:lnTo>
                    <a:pt x="8349317" y="9822"/>
                  </a:lnTo>
                  <a:lnTo>
                    <a:pt x="8349443" y="9822"/>
                  </a:lnTo>
                  <a:lnTo>
                    <a:pt x="8350832" y="9822"/>
                  </a:lnTo>
                  <a:lnTo>
                    <a:pt x="8351590" y="9822"/>
                  </a:lnTo>
                  <a:lnTo>
                    <a:pt x="8353610" y="9822"/>
                  </a:lnTo>
                  <a:lnTo>
                    <a:pt x="8355756" y="9822"/>
                  </a:lnTo>
                  <a:lnTo>
                    <a:pt x="8356514" y="9822"/>
                  </a:lnTo>
                  <a:lnTo>
                    <a:pt x="8357397" y="9822"/>
                  </a:lnTo>
                  <a:lnTo>
                    <a:pt x="8358155" y="9822"/>
                  </a:lnTo>
                  <a:lnTo>
                    <a:pt x="8358534" y="9822"/>
                  </a:lnTo>
                  <a:lnTo>
                    <a:pt x="8359796" y="9822"/>
                  </a:lnTo>
                  <a:lnTo>
                    <a:pt x="8360680" y="9822"/>
                  </a:lnTo>
                  <a:lnTo>
                    <a:pt x="8361690" y="9822"/>
                  </a:lnTo>
                  <a:lnTo>
                    <a:pt x="8361943" y="9822"/>
                  </a:lnTo>
                  <a:lnTo>
                    <a:pt x="8362321" y="9822"/>
                  </a:lnTo>
                  <a:lnTo>
                    <a:pt x="8362448" y="9822"/>
                  </a:lnTo>
                  <a:lnTo>
                    <a:pt x="8364341" y="9822"/>
                  </a:lnTo>
                  <a:lnTo>
                    <a:pt x="8364468" y="9822"/>
                  </a:lnTo>
                  <a:lnTo>
                    <a:pt x="8364594" y="9822"/>
                  </a:lnTo>
                  <a:lnTo>
                    <a:pt x="8365604" y="9822"/>
                  </a:lnTo>
                  <a:lnTo>
                    <a:pt x="8366614" y="9822"/>
                  </a:lnTo>
                  <a:lnTo>
                    <a:pt x="8367624" y="9822"/>
                  </a:lnTo>
                  <a:lnTo>
                    <a:pt x="8369265" y="9822"/>
                  </a:lnTo>
                  <a:lnTo>
                    <a:pt x="8369770" y="9822"/>
                  </a:lnTo>
                  <a:lnTo>
                    <a:pt x="8370528" y="9822"/>
                  </a:lnTo>
                  <a:lnTo>
                    <a:pt x="8370654" y="9822"/>
                  </a:lnTo>
                  <a:lnTo>
                    <a:pt x="8372169" y="9822"/>
                  </a:lnTo>
                  <a:lnTo>
                    <a:pt x="8372927" y="9822"/>
                  </a:lnTo>
                  <a:lnTo>
                    <a:pt x="8374063" y="9822"/>
                  </a:lnTo>
                  <a:lnTo>
                    <a:pt x="8376083" y="9822"/>
                  </a:lnTo>
                  <a:lnTo>
                    <a:pt x="8377346" y="9822"/>
                  </a:lnTo>
                  <a:lnTo>
                    <a:pt x="8377472" y="9822"/>
                  </a:lnTo>
                  <a:lnTo>
                    <a:pt x="8377598" y="9822"/>
                  </a:lnTo>
                  <a:lnTo>
                    <a:pt x="8377977" y="9822"/>
                  </a:lnTo>
                  <a:lnTo>
                    <a:pt x="8378230" y="9822"/>
                  </a:lnTo>
                  <a:lnTo>
                    <a:pt x="8379492" y="9822"/>
                  </a:lnTo>
                  <a:lnTo>
                    <a:pt x="8381260" y="9822"/>
                  </a:lnTo>
                  <a:lnTo>
                    <a:pt x="8381386" y="9822"/>
                  </a:lnTo>
                  <a:lnTo>
                    <a:pt x="8383027" y="9822"/>
                  </a:lnTo>
                  <a:lnTo>
                    <a:pt x="8383785" y="9822"/>
                  </a:lnTo>
                  <a:lnTo>
                    <a:pt x="8384416" y="9822"/>
                  </a:lnTo>
                  <a:lnTo>
                    <a:pt x="8384795" y="9822"/>
                  </a:lnTo>
                  <a:lnTo>
                    <a:pt x="8385426" y="9822"/>
                  </a:lnTo>
                  <a:lnTo>
                    <a:pt x="8386436" y="9822"/>
                  </a:lnTo>
                  <a:lnTo>
                    <a:pt x="8386563" y="9822"/>
                  </a:lnTo>
                  <a:lnTo>
                    <a:pt x="8387951" y="4911"/>
                  </a:lnTo>
                  <a:lnTo>
                    <a:pt x="8388961" y="4911"/>
                  </a:lnTo>
                  <a:lnTo>
                    <a:pt x="8389971" y="4911"/>
                  </a:lnTo>
                  <a:lnTo>
                    <a:pt x="8390224" y="4911"/>
                  </a:lnTo>
                  <a:lnTo>
                    <a:pt x="8390350" y="4911"/>
                  </a:lnTo>
                  <a:lnTo>
                    <a:pt x="8390855" y="4911"/>
                  </a:lnTo>
                  <a:lnTo>
                    <a:pt x="8391234" y="4911"/>
                  </a:lnTo>
                  <a:lnTo>
                    <a:pt x="8391613" y="4911"/>
                  </a:lnTo>
                  <a:lnTo>
                    <a:pt x="8391865" y="4911"/>
                  </a:lnTo>
                  <a:lnTo>
                    <a:pt x="8392875" y="4911"/>
                  </a:lnTo>
                  <a:lnTo>
                    <a:pt x="8393633" y="4911"/>
                  </a:lnTo>
                  <a:lnTo>
                    <a:pt x="8393759" y="4911"/>
                  </a:lnTo>
                  <a:lnTo>
                    <a:pt x="8394264" y="4911"/>
                  </a:lnTo>
                  <a:lnTo>
                    <a:pt x="8395400" y="4911"/>
                  </a:lnTo>
                  <a:lnTo>
                    <a:pt x="8396789" y="4911"/>
                  </a:lnTo>
                  <a:lnTo>
                    <a:pt x="8397926" y="4911"/>
                  </a:lnTo>
                  <a:lnTo>
                    <a:pt x="8398809" y="4911"/>
                  </a:lnTo>
                  <a:lnTo>
                    <a:pt x="8399693" y="4911"/>
                  </a:lnTo>
                  <a:lnTo>
                    <a:pt x="8400324" y="4911"/>
                  </a:lnTo>
                  <a:lnTo>
                    <a:pt x="8400703" y="4911"/>
                  </a:lnTo>
                  <a:lnTo>
                    <a:pt x="8401587" y="4911"/>
                  </a:lnTo>
                  <a:lnTo>
                    <a:pt x="8402850" y="4911"/>
                  </a:lnTo>
                  <a:lnTo>
                    <a:pt x="8403355" y="4911"/>
                  </a:lnTo>
                  <a:lnTo>
                    <a:pt x="8403481" y="4911"/>
                  </a:lnTo>
                  <a:lnTo>
                    <a:pt x="8404112" y="4911"/>
                  </a:lnTo>
                  <a:lnTo>
                    <a:pt x="8404365" y="4911"/>
                  </a:lnTo>
                  <a:lnTo>
                    <a:pt x="8405880" y="4911"/>
                  </a:lnTo>
                  <a:lnTo>
                    <a:pt x="8406511" y="4911"/>
                  </a:lnTo>
                  <a:lnTo>
                    <a:pt x="8407395" y="4911"/>
                  </a:lnTo>
                  <a:lnTo>
                    <a:pt x="8407774" y="4911"/>
                  </a:lnTo>
                  <a:lnTo>
                    <a:pt x="8408405" y="4911"/>
                  </a:lnTo>
                  <a:lnTo>
                    <a:pt x="8408657" y="4911"/>
                  </a:lnTo>
                  <a:lnTo>
                    <a:pt x="8409162" y="4911"/>
                  </a:lnTo>
                  <a:lnTo>
                    <a:pt x="8409667" y="4911"/>
                  </a:lnTo>
                  <a:lnTo>
                    <a:pt x="8410046" y="4911"/>
                  </a:lnTo>
                  <a:lnTo>
                    <a:pt x="8410804" y="4911"/>
                  </a:lnTo>
                  <a:lnTo>
                    <a:pt x="8411182" y="4911"/>
                  </a:lnTo>
                  <a:lnTo>
                    <a:pt x="8411940" y="4911"/>
                  </a:lnTo>
                  <a:lnTo>
                    <a:pt x="8412824" y="4911"/>
                  </a:lnTo>
                  <a:lnTo>
                    <a:pt x="8413960" y="4911"/>
                  </a:lnTo>
                  <a:lnTo>
                    <a:pt x="8415349" y="4911"/>
                  </a:lnTo>
                  <a:lnTo>
                    <a:pt x="8416485" y="4911"/>
                  </a:lnTo>
                  <a:lnTo>
                    <a:pt x="8416611" y="4911"/>
                  </a:lnTo>
                  <a:lnTo>
                    <a:pt x="8417622" y="4911"/>
                  </a:lnTo>
                  <a:lnTo>
                    <a:pt x="8418000" y="4911"/>
                  </a:lnTo>
                  <a:lnTo>
                    <a:pt x="8418505" y="4911"/>
                  </a:lnTo>
                  <a:lnTo>
                    <a:pt x="8419263" y="4911"/>
                  </a:lnTo>
                  <a:lnTo>
                    <a:pt x="8420020" y="4911"/>
                  </a:lnTo>
                  <a:lnTo>
                    <a:pt x="8420147" y="4911"/>
                  </a:lnTo>
                  <a:lnTo>
                    <a:pt x="8420904" y="4911"/>
                  </a:lnTo>
                  <a:lnTo>
                    <a:pt x="8421030" y="4911"/>
                  </a:lnTo>
                  <a:lnTo>
                    <a:pt x="8421914" y="4911"/>
                  </a:lnTo>
                  <a:lnTo>
                    <a:pt x="8422672" y="4911"/>
                  </a:lnTo>
                  <a:lnTo>
                    <a:pt x="8423429" y="4911"/>
                  </a:lnTo>
                  <a:lnTo>
                    <a:pt x="8423934" y="4911"/>
                  </a:lnTo>
                  <a:lnTo>
                    <a:pt x="8424187" y="4911"/>
                  </a:lnTo>
                  <a:lnTo>
                    <a:pt x="8424692" y="4911"/>
                  </a:lnTo>
                  <a:lnTo>
                    <a:pt x="8424818" y="4911"/>
                  </a:lnTo>
                  <a:lnTo>
                    <a:pt x="8425576" y="4911"/>
                  </a:lnTo>
                  <a:lnTo>
                    <a:pt x="8426081" y="4911"/>
                  </a:lnTo>
                  <a:lnTo>
                    <a:pt x="8426712" y="4911"/>
                  </a:lnTo>
                  <a:lnTo>
                    <a:pt x="8427722" y="4911"/>
                  </a:lnTo>
                  <a:lnTo>
                    <a:pt x="8428227" y="4911"/>
                  </a:lnTo>
                  <a:lnTo>
                    <a:pt x="8428985" y="4911"/>
                  </a:lnTo>
                  <a:lnTo>
                    <a:pt x="8429995" y="4911"/>
                  </a:lnTo>
                  <a:lnTo>
                    <a:pt x="8430247" y="4911"/>
                  </a:lnTo>
                  <a:lnTo>
                    <a:pt x="8430626" y="4911"/>
                  </a:lnTo>
                  <a:lnTo>
                    <a:pt x="8432267" y="4911"/>
                  </a:lnTo>
                  <a:lnTo>
                    <a:pt x="8432393" y="4911"/>
                  </a:lnTo>
                  <a:lnTo>
                    <a:pt x="8433151" y="4911"/>
                  </a:lnTo>
                  <a:lnTo>
                    <a:pt x="8434035" y="4911"/>
                  </a:lnTo>
                  <a:lnTo>
                    <a:pt x="8434666" y="4911"/>
                  </a:lnTo>
                  <a:lnTo>
                    <a:pt x="8435171" y="4911"/>
                  </a:lnTo>
                  <a:lnTo>
                    <a:pt x="8436055" y="4911"/>
                  </a:lnTo>
                  <a:lnTo>
                    <a:pt x="8436812" y="4911"/>
                  </a:lnTo>
                  <a:lnTo>
                    <a:pt x="8436939" y="4911"/>
                  </a:lnTo>
                  <a:lnTo>
                    <a:pt x="8437191" y="4911"/>
                  </a:lnTo>
                  <a:lnTo>
                    <a:pt x="8437949" y="4911"/>
                  </a:lnTo>
                  <a:lnTo>
                    <a:pt x="8438201" y="4911"/>
                  </a:lnTo>
                  <a:lnTo>
                    <a:pt x="8438833" y="4911"/>
                  </a:lnTo>
                  <a:lnTo>
                    <a:pt x="8439716" y="4911"/>
                  </a:lnTo>
                  <a:lnTo>
                    <a:pt x="8440348" y="4911"/>
                  </a:lnTo>
                  <a:lnTo>
                    <a:pt x="8442115" y="4911"/>
                  </a:lnTo>
                  <a:lnTo>
                    <a:pt x="8442241" y="4911"/>
                  </a:lnTo>
                  <a:lnTo>
                    <a:pt x="8443125" y="4911"/>
                  </a:lnTo>
                  <a:lnTo>
                    <a:pt x="8444388" y="4911"/>
                  </a:lnTo>
                  <a:lnTo>
                    <a:pt x="8445019" y="4911"/>
                  </a:lnTo>
                  <a:lnTo>
                    <a:pt x="8446408" y="4911"/>
                  </a:lnTo>
                  <a:lnTo>
                    <a:pt x="8446660" y="4911"/>
                  </a:lnTo>
                  <a:lnTo>
                    <a:pt x="8447797" y="4911"/>
                  </a:lnTo>
                  <a:lnTo>
                    <a:pt x="8447923" y="4911"/>
                  </a:lnTo>
                  <a:lnTo>
                    <a:pt x="8448428" y="4911"/>
                  </a:lnTo>
                  <a:lnTo>
                    <a:pt x="8449059" y="4911"/>
                  </a:lnTo>
                  <a:lnTo>
                    <a:pt x="8449438" y="4911"/>
                  </a:lnTo>
                  <a:lnTo>
                    <a:pt x="8450196" y="4911"/>
                  </a:lnTo>
                  <a:lnTo>
                    <a:pt x="8451206" y="4911"/>
                  </a:lnTo>
                  <a:lnTo>
                    <a:pt x="8451584" y="4911"/>
                  </a:lnTo>
                  <a:lnTo>
                    <a:pt x="8452216" y="4911"/>
                  </a:lnTo>
                  <a:lnTo>
                    <a:pt x="8452973" y="4911"/>
                  </a:lnTo>
                  <a:lnTo>
                    <a:pt x="8453099" y="4911"/>
                  </a:lnTo>
                  <a:lnTo>
                    <a:pt x="8453605" y="4911"/>
                  </a:lnTo>
                  <a:lnTo>
                    <a:pt x="8454236" y="4911"/>
                  </a:lnTo>
                  <a:lnTo>
                    <a:pt x="8454362" y="4911"/>
                  </a:lnTo>
                  <a:lnTo>
                    <a:pt x="8454741" y="4911"/>
                  </a:lnTo>
                  <a:lnTo>
                    <a:pt x="8455372" y="4911"/>
                  </a:lnTo>
                  <a:lnTo>
                    <a:pt x="8455751" y="4911"/>
                  </a:lnTo>
                  <a:lnTo>
                    <a:pt x="8456761" y="4911"/>
                  </a:lnTo>
                  <a:lnTo>
                    <a:pt x="8456887" y="4911"/>
                  </a:lnTo>
                  <a:lnTo>
                    <a:pt x="8457392" y="4911"/>
                  </a:lnTo>
                  <a:lnTo>
                    <a:pt x="8457645" y="4911"/>
                  </a:lnTo>
                  <a:lnTo>
                    <a:pt x="8458023" y="4911"/>
                  </a:lnTo>
                  <a:lnTo>
                    <a:pt x="8458150" y="4911"/>
                  </a:lnTo>
                  <a:lnTo>
                    <a:pt x="8458402" y="4911"/>
                  </a:lnTo>
                  <a:lnTo>
                    <a:pt x="8458907" y="4911"/>
                  </a:lnTo>
                  <a:lnTo>
                    <a:pt x="8459160" y="4911"/>
                  </a:lnTo>
                  <a:lnTo>
                    <a:pt x="8459286" y="4911"/>
                  </a:lnTo>
                  <a:lnTo>
                    <a:pt x="8459539" y="4911"/>
                  </a:lnTo>
                  <a:lnTo>
                    <a:pt x="8459665" y="4911"/>
                  </a:lnTo>
                  <a:lnTo>
                    <a:pt x="8459791" y="4911"/>
                  </a:lnTo>
                  <a:lnTo>
                    <a:pt x="8460422" y="4911"/>
                  </a:lnTo>
                  <a:lnTo>
                    <a:pt x="8461559" y="4911"/>
                  </a:lnTo>
                  <a:lnTo>
                    <a:pt x="8461685" y="4911"/>
                  </a:lnTo>
                  <a:lnTo>
                    <a:pt x="8461937" y="4911"/>
                  </a:lnTo>
                  <a:lnTo>
                    <a:pt x="8462190" y="4911"/>
                  </a:lnTo>
                  <a:lnTo>
                    <a:pt x="8462316" y="4911"/>
                  </a:lnTo>
                  <a:lnTo>
                    <a:pt x="8462947" y="4911"/>
                  </a:lnTo>
                  <a:lnTo>
                    <a:pt x="8463831" y="4911"/>
                  </a:lnTo>
                  <a:lnTo>
                    <a:pt x="8464841" y="4911"/>
                  </a:lnTo>
                  <a:lnTo>
                    <a:pt x="8464968" y="4911"/>
                  </a:lnTo>
                  <a:lnTo>
                    <a:pt x="8465220" y="4911"/>
                  </a:lnTo>
                  <a:lnTo>
                    <a:pt x="8465346" y="4911"/>
                  </a:lnTo>
                  <a:lnTo>
                    <a:pt x="8465851" y="4911"/>
                  </a:lnTo>
                  <a:lnTo>
                    <a:pt x="8466230" y="4911"/>
                  </a:lnTo>
                  <a:lnTo>
                    <a:pt x="8466988" y="4911"/>
                  </a:lnTo>
                  <a:lnTo>
                    <a:pt x="8467366" y="4911"/>
                  </a:lnTo>
                  <a:lnTo>
                    <a:pt x="8467493" y="4911"/>
                  </a:lnTo>
                  <a:lnTo>
                    <a:pt x="8467619" y="4911"/>
                  </a:lnTo>
                  <a:lnTo>
                    <a:pt x="8468250" y="4911"/>
                  </a:lnTo>
                  <a:lnTo>
                    <a:pt x="8469008" y="4911"/>
                  </a:lnTo>
                  <a:lnTo>
                    <a:pt x="8469134" y="4911"/>
                  </a:lnTo>
                  <a:lnTo>
                    <a:pt x="8469260" y="4911"/>
                  </a:lnTo>
                  <a:lnTo>
                    <a:pt x="8469765" y="4911"/>
                  </a:lnTo>
                  <a:lnTo>
                    <a:pt x="8469892" y="4911"/>
                  </a:lnTo>
                  <a:lnTo>
                    <a:pt x="8470144" y="4911"/>
                  </a:lnTo>
                  <a:lnTo>
                    <a:pt x="8471407" y="4911"/>
                  </a:lnTo>
                  <a:lnTo>
                    <a:pt x="8472543" y="4911"/>
                  </a:lnTo>
                  <a:lnTo>
                    <a:pt x="8472795" y="4911"/>
                  </a:lnTo>
                  <a:lnTo>
                    <a:pt x="8472922" y="4911"/>
                  </a:lnTo>
                  <a:lnTo>
                    <a:pt x="8473048" y="4911"/>
                  </a:lnTo>
                  <a:lnTo>
                    <a:pt x="8473174" y="4911"/>
                  </a:lnTo>
                  <a:lnTo>
                    <a:pt x="8473679" y="4911"/>
                  </a:lnTo>
                  <a:lnTo>
                    <a:pt x="8474563" y="4911"/>
                  </a:lnTo>
                  <a:lnTo>
                    <a:pt x="8474689" y="4911"/>
                  </a:lnTo>
                  <a:lnTo>
                    <a:pt x="8475068" y="4911"/>
                  </a:lnTo>
                  <a:lnTo>
                    <a:pt x="8475447" y="4911"/>
                  </a:lnTo>
                  <a:lnTo>
                    <a:pt x="8475826" y="4911"/>
                  </a:lnTo>
                  <a:lnTo>
                    <a:pt x="8476078" y="4911"/>
                  </a:lnTo>
                  <a:lnTo>
                    <a:pt x="8476204" y="4911"/>
                  </a:lnTo>
                  <a:lnTo>
                    <a:pt x="8476962" y="4911"/>
                  </a:lnTo>
                  <a:lnTo>
                    <a:pt x="8477088" y="4911"/>
                  </a:lnTo>
                  <a:lnTo>
                    <a:pt x="8477467" y="4911"/>
                  </a:lnTo>
                  <a:lnTo>
                    <a:pt x="8477593" y="4911"/>
                  </a:lnTo>
                  <a:lnTo>
                    <a:pt x="8477719" y="4911"/>
                  </a:lnTo>
                  <a:lnTo>
                    <a:pt x="8478224" y="4911"/>
                  </a:lnTo>
                  <a:lnTo>
                    <a:pt x="8478603" y="4911"/>
                  </a:lnTo>
                  <a:lnTo>
                    <a:pt x="8478982" y="4911"/>
                  </a:lnTo>
                  <a:lnTo>
                    <a:pt x="8479108" y="4911"/>
                  </a:lnTo>
                  <a:lnTo>
                    <a:pt x="8479487" y="4911"/>
                  </a:lnTo>
                  <a:lnTo>
                    <a:pt x="8479613" y="4911"/>
                  </a:lnTo>
                  <a:lnTo>
                    <a:pt x="8479740" y="4911"/>
                  </a:lnTo>
                  <a:lnTo>
                    <a:pt x="8480497" y="4911"/>
                  </a:lnTo>
                  <a:lnTo>
                    <a:pt x="8480623" y="4911"/>
                  </a:lnTo>
                  <a:lnTo>
                    <a:pt x="8480876" y="4911"/>
                  </a:lnTo>
                  <a:lnTo>
                    <a:pt x="8481507" y="4911"/>
                  </a:lnTo>
                  <a:lnTo>
                    <a:pt x="8481886" y="4911"/>
                  </a:lnTo>
                  <a:lnTo>
                    <a:pt x="8482391" y="4911"/>
                  </a:lnTo>
                  <a:lnTo>
                    <a:pt x="8482517" y="4911"/>
                  </a:lnTo>
                  <a:lnTo>
                    <a:pt x="8482643" y="4911"/>
                  </a:lnTo>
                  <a:lnTo>
                    <a:pt x="8482770" y="4911"/>
                  </a:lnTo>
                  <a:lnTo>
                    <a:pt x="8483148" y="4911"/>
                  </a:lnTo>
                  <a:lnTo>
                    <a:pt x="8483275" y="4911"/>
                  </a:lnTo>
                  <a:lnTo>
                    <a:pt x="8484032" y="4911"/>
                  </a:lnTo>
                  <a:lnTo>
                    <a:pt x="8484158" y="4911"/>
                  </a:lnTo>
                  <a:lnTo>
                    <a:pt x="8484664" y="4911"/>
                  </a:lnTo>
                  <a:lnTo>
                    <a:pt x="8484916" y="4911"/>
                  </a:lnTo>
                  <a:lnTo>
                    <a:pt x="8485169" y="4911"/>
                  </a:lnTo>
                  <a:lnTo>
                    <a:pt x="8485421" y="4911"/>
                  </a:lnTo>
                  <a:lnTo>
                    <a:pt x="8485547" y="4911"/>
                  </a:lnTo>
                  <a:lnTo>
                    <a:pt x="8485674" y="4911"/>
                  </a:lnTo>
                  <a:lnTo>
                    <a:pt x="8485926" y="4911"/>
                  </a:lnTo>
                  <a:lnTo>
                    <a:pt x="8486684" y="4911"/>
                  </a:lnTo>
                  <a:lnTo>
                    <a:pt x="8486810" y="4911"/>
                  </a:lnTo>
                  <a:lnTo>
                    <a:pt x="8486936" y="4911"/>
                  </a:lnTo>
                  <a:lnTo>
                    <a:pt x="8486936" y="0"/>
                  </a:lnTo>
                  <a:lnTo>
                    <a:pt x="8486936" y="0"/>
                  </a:lnTo>
                  <a:lnTo>
                    <a:pt x="8487062" y="0"/>
                  </a:lnTo>
                  <a:lnTo>
                    <a:pt x="8487189" y="0"/>
                  </a:lnTo>
                  <a:lnTo>
                    <a:pt x="8487567" y="0"/>
                  </a:lnTo>
                  <a:lnTo>
                    <a:pt x="8487946" y="0"/>
                  </a:lnTo>
                  <a:lnTo>
                    <a:pt x="8488072" y="0"/>
                  </a:lnTo>
                  <a:lnTo>
                    <a:pt x="8488325" y="0"/>
                  </a:lnTo>
                  <a:lnTo>
                    <a:pt x="8488577" y="0"/>
                  </a:lnTo>
                  <a:lnTo>
                    <a:pt x="8489209" y="0"/>
                  </a:lnTo>
                  <a:lnTo>
                    <a:pt x="8489335" y="0"/>
                  </a:lnTo>
                  <a:lnTo>
                    <a:pt x="8489714" y="0"/>
                  </a:lnTo>
                  <a:lnTo>
                    <a:pt x="8489840" y="0"/>
                  </a:lnTo>
                  <a:lnTo>
                    <a:pt x="8489966" y="0"/>
                  </a:lnTo>
                  <a:lnTo>
                    <a:pt x="8490093" y="0"/>
                  </a:lnTo>
                  <a:lnTo>
                    <a:pt x="8490345" y="0"/>
                  </a:lnTo>
                  <a:lnTo>
                    <a:pt x="8490471" y="0"/>
                  </a:lnTo>
                  <a:lnTo>
                    <a:pt x="8490598" y="0"/>
                  </a:lnTo>
                  <a:lnTo>
                    <a:pt x="8490724" y="0"/>
                  </a:lnTo>
                  <a:lnTo>
                    <a:pt x="8490976" y="0"/>
                  </a:lnTo>
                  <a:lnTo>
                    <a:pt x="8491103" y="0"/>
                  </a:lnTo>
                  <a:lnTo>
                    <a:pt x="8491355" y="0"/>
                  </a:lnTo>
                  <a:lnTo>
                    <a:pt x="8491608" y="0"/>
                  </a:lnTo>
                  <a:lnTo>
                    <a:pt x="8492365" y="0"/>
                  </a:lnTo>
                  <a:lnTo>
                    <a:pt x="8492491" y="0"/>
                  </a:lnTo>
                  <a:lnTo>
                    <a:pt x="8492870" y="0"/>
                  </a:lnTo>
                  <a:lnTo>
                    <a:pt x="8493249" y="0"/>
                  </a:lnTo>
                  <a:lnTo>
                    <a:pt x="8493375" y="0"/>
                  </a:lnTo>
                  <a:lnTo>
                    <a:pt x="8493501" y="0"/>
                  </a:lnTo>
                  <a:lnTo>
                    <a:pt x="8493628" y="0"/>
                  </a:lnTo>
                  <a:lnTo>
                    <a:pt x="8494133" y="0"/>
                  </a:lnTo>
                  <a:lnTo>
                    <a:pt x="8494511" y="0"/>
                  </a:lnTo>
                  <a:lnTo>
                    <a:pt x="8494638" y="0"/>
                  </a:lnTo>
                  <a:lnTo>
                    <a:pt x="8494764" y="0"/>
                  </a:lnTo>
                  <a:lnTo>
                    <a:pt x="8495017" y="0"/>
                  </a:lnTo>
                  <a:lnTo>
                    <a:pt x="8495648" y="0"/>
                  </a:lnTo>
                  <a:lnTo>
                    <a:pt x="8495774" y="0"/>
                  </a:lnTo>
                  <a:lnTo>
                    <a:pt x="8496027" y="0"/>
                  </a:lnTo>
                  <a:lnTo>
                    <a:pt x="8496153" y="0"/>
                  </a:lnTo>
                  <a:lnTo>
                    <a:pt x="8496405" y="0"/>
                  </a:lnTo>
                  <a:lnTo>
                    <a:pt x="8496532" y="0"/>
                  </a:lnTo>
                  <a:lnTo>
                    <a:pt x="8497037" y="0"/>
                  </a:lnTo>
                  <a:lnTo>
                    <a:pt x="8497163" y="0"/>
                  </a:lnTo>
                  <a:lnTo>
                    <a:pt x="8497289" y="0"/>
                  </a:lnTo>
                  <a:lnTo>
                    <a:pt x="8497415" y="0"/>
                  </a:lnTo>
                  <a:lnTo>
                    <a:pt x="8497794" y="0"/>
                  </a:lnTo>
                  <a:lnTo>
                    <a:pt x="8497920" y="0"/>
                  </a:lnTo>
                  <a:lnTo>
                    <a:pt x="8498047" y="0"/>
                  </a:lnTo>
                  <a:lnTo>
                    <a:pt x="8498173" y="0"/>
                  </a:lnTo>
                  <a:lnTo>
                    <a:pt x="8498299" y="0"/>
                  </a:lnTo>
                  <a:lnTo>
                    <a:pt x="8498425" y="0"/>
                  </a:lnTo>
                  <a:lnTo>
                    <a:pt x="8498552" y="0"/>
                  </a:lnTo>
                  <a:lnTo>
                    <a:pt x="8498804" y="0"/>
                  </a:lnTo>
                  <a:lnTo>
                    <a:pt x="8498930" y="0"/>
                  </a:lnTo>
                  <a:lnTo>
                    <a:pt x="8499057" y="0"/>
                  </a:lnTo>
                  <a:lnTo>
                    <a:pt x="8499183" y="0"/>
                  </a:lnTo>
                  <a:lnTo>
                    <a:pt x="8499309" y="0"/>
                  </a:lnTo>
                  <a:lnTo>
                    <a:pt x="8499435" y="0"/>
                  </a:lnTo>
                  <a:lnTo>
                    <a:pt x="8499688" y="0"/>
                  </a:lnTo>
                  <a:lnTo>
                    <a:pt x="8499814" y="0"/>
                  </a:lnTo>
                  <a:lnTo>
                    <a:pt x="8500067" y="0"/>
                  </a:lnTo>
                  <a:lnTo>
                    <a:pt x="8500193" y="0"/>
                  </a:lnTo>
                  <a:lnTo>
                    <a:pt x="8500319" y="0"/>
                  </a:lnTo>
                  <a:lnTo>
                    <a:pt x="8500446" y="0"/>
                  </a:lnTo>
                  <a:lnTo>
                    <a:pt x="8500698" y="0"/>
                  </a:lnTo>
                  <a:lnTo>
                    <a:pt x="8500824" y="0"/>
                  </a:lnTo>
                  <a:lnTo>
                    <a:pt x="8500951" y="0"/>
                  </a:lnTo>
                  <a:lnTo>
                    <a:pt x="8501077" y="0"/>
                  </a:lnTo>
                  <a:lnTo>
                    <a:pt x="8501203" y="0"/>
                  </a:lnTo>
                  <a:lnTo>
                    <a:pt x="8501329" y="0"/>
                  </a:lnTo>
                  <a:lnTo>
                    <a:pt x="8501456" y="0"/>
                  </a:lnTo>
                  <a:lnTo>
                    <a:pt x="8501582" y="0"/>
                  </a:lnTo>
                  <a:lnTo>
                    <a:pt x="8501708" y="0"/>
                  </a:lnTo>
                  <a:lnTo>
                    <a:pt x="8501834" y="0"/>
                  </a:lnTo>
                  <a:lnTo>
                    <a:pt x="8501961" y="0"/>
                  </a:lnTo>
                  <a:lnTo>
                    <a:pt x="8502087" y="0"/>
                  </a:lnTo>
                  <a:lnTo>
                    <a:pt x="8502213" y="0"/>
                  </a:lnTo>
                  <a:lnTo>
                    <a:pt x="8502339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252" y="6340585"/>
                  </a:lnTo>
                  <a:lnTo>
                    <a:pt x="378" y="6340585"/>
                  </a:lnTo>
                  <a:lnTo>
                    <a:pt x="505" y="6340585"/>
                  </a:lnTo>
                  <a:lnTo>
                    <a:pt x="631" y="6340585"/>
                  </a:lnTo>
                  <a:lnTo>
                    <a:pt x="757" y="6340585"/>
                  </a:lnTo>
                  <a:lnTo>
                    <a:pt x="883" y="6340585"/>
                  </a:lnTo>
                  <a:lnTo>
                    <a:pt x="1010" y="6340585"/>
                  </a:lnTo>
                  <a:lnTo>
                    <a:pt x="1136" y="6340585"/>
                  </a:lnTo>
                  <a:lnTo>
                    <a:pt x="1262" y="6340585"/>
                  </a:lnTo>
                  <a:lnTo>
                    <a:pt x="1388" y="6340585"/>
                  </a:lnTo>
                  <a:lnTo>
                    <a:pt x="1515" y="6340585"/>
                  </a:lnTo>
                  <a:lnTo>
                    <a:pt x="1515" y="6335673"/>
                  </a:lnTo>
                  <a:lnTo>
                    <a:pt x="1641" y="6335673"/>
                  </a:lnTo>
                  <a:lnTo>
                    <a:pt x="1767" y="6335673"/>
                  </a:lnTo>
                  <a:lnTo>
                    <a:pt x="1893" y="6335673"/>
                  </a:lnTo>
                  <a:lnTo>
                    <a:pt x="2020" y="6335673"/>
                  </a:lnTo>
                  <a:lnTo>
                    <a:pt x="2146" y="6335673"/>
                  </a:lnTo>
                  <a:lnTo>
                    <a:pt x="2272" y="6335673"/>
                  </a:lnTo>
                  <a:lnTo>
                    <a:pt x="2272" y="6330762"/>
                  </a:lnTo>
                  <a:lnTo>
                    <a:pt x="2398" y="6330762"/>
                  </a:lnTo>
                  <a:lnTo>
                    <a:pt x="2525" y="6330762"/>
                  </a:lnTo>
                  <a:lnTo>
                    <a:pt x="2651" y="6330762"/>
                  </a:lnTo>
                  <a:lnTo>
                    <a:pt x="2777" y="6330762"/>
                  </a:lnTo>
                  <a:lnTo>
                    <a:pt x="2903" y="6330762"/>
                  </a:lnTo>
                  <a:lnTo>
                    <a:pt x="3030" y="6330762"/>
                  </a:lnTo>
                  <a:lnTo>
                    <a:pt x="3156" y="6330762"/>
                  </a:lnTo>
                  <a:lnTo>
                    <a:pt x="3282" y="6330762"/>
                  </a:lnTo>
                  <a:lnTo>
                    <a:pt x="3408" y="6330762"/>
                  </a:lnTo>
                  <a:lnTo>
                    <a:pt x="3535" y="6330762"/>
                  </a:lnTo>
                  <a:lnTo>
                    <a:pt x="3661" y="6330762"/>
                  </a:lnTo>
                  <a:lnTo>
                    <a:pt x="3661" y="6325850"/>
                  </a:lnTo>
                  <a:lnTo>
                    <a:pt x="3787" y="6325850"/>
                  </a:lnTo>
                  <a:lnTo>
                    <a:pt x="3913" y="6325850"/>
                  </a:lnTo>
                  <a:lnTo>
                    <a:pt x="4040" y="6325850"/>
                  </a:lnTo>
                  <a:lnTo>
                    <a:pt x="4166" y="6325850"/>
                  </a:lnTo>
                  <a:lnTo>
                    <a:pt x="4292" y="6325850"/>
                  </a:lnTo>
                  <a:lnTo>
                    <a:pt x="4418" y="6325850"/>
                  </a:lnTo>
                  <a:lnTo>
                    <a:pt x="4545" y="6325850"/>
                  </a:lnTo>
                  <a:lnTo>
                    <a:pt x="4671" y="6325850"/>
                  </a:lnTo>
                  <a:lnTo>
                    <a:pt x="4797" y="6325850"/>
                  </a:lnTo>
                  <a:lnTo>
                    <a:pt x="4923" y="6325850"/>
                  </a:lnTo>
                  <a:lnTo>
                    <a:pt x="5050" y="6325850"/>
                  </a:lnTo>
                  <a:lnTo>
                    <a:pt x="5176" y="6325850"/>
                  </a:lnTo>
                  <a:lnTo>
                    <a:pt x="5302" y="6325850"/>
                  </a:lnTo>
                  <a:lnTo>
                    <a:pt x="5429" y="6325850"/>
                  </a:lnTo>
                  <a:lnTo>
                    <a:pt x="5555" y="6325850"/>
                  </a:lnTo>
                  <a:lnTo>
                    <a:pt x="5681" y="6325850"/>
                  </a:lnTo>
                  <a:lnTo>
                    <a:pt x="5807" y="6325850"/>
                  </a:lnTo>
                  <a:lnTo>
                    <a:pt x="5934" y="6325850"/>
                  </a:lnTo>
                  <a:lnTo>
                    <a:pt x="6060" y="6325850"/>
                  </a:lnTo>
                  <a:lnTo>
                    <a:pt x="6186" y="6325850"/>
                  </a:lnTo>
                  <a:lnTo>
                    <a:pt x="6312" y="6325850"/>
                  </a:lnTo>
                  <a:lnTo>
                    <a:pt x="6439" y="6325850"/>
                  </a:lnTo>
                  <a:lnTo>
                    <a:pt x="6565" y="6325850"/>
                  </a:lnTo>
                  <a:lnTo>
                    <a:pt x="6691" y="6325850"/>
                  </a:lnTo>
                  <a:lnTo>
                    <a:pt x="6817" y="6325850"/>
                  </a:lnTo>
                  <a:lnTo>
                    <a:pt x="6944" y="6325850"/>
                  </a:lnTo>
                  <a:lnTo>
                    <a:pt x="7070" y="6325850"/>
                  </a:lnTo>
                  <a:lnTo>
                    <a:pt x="7196" y="6325850"/>
                  </a:lnTo>
                  <a:lnTo>
                    <a:pt x="7322" y="6325850"/>
                  </a:lnTo>
                  <a:lnTo>
                    <a:pt x="7449" y="6325850"/>
                  </a:lnTo>
                  <a:lnTo>
                    <a:pt x="7575" y="6325850"/>
                  </a:lnTo>
                  <a:lnTo>
                    <a:pt x="7701" y="6325850"/>
                  </a:lnTo>
                  <a:lnTo>
                    <a:pt x="7827" y="6325850"/>
                  </a:lnTo>
                  <a:lnTo>
                    <a:pt x="7954" y="6325850"/>
                  </a:lnTo>
                  <a:lnTo>
                    <a:pt x="8080" y="6325850"/>
                  </a:lnTo>
                  <a:lnTo>
                    <a:pt x="8206" y="6325850"/>
                  </a:lnTo>
                  <a:lnTo>
                    <a:pt x="8332" y="6325850"/>
                  </a:lnTo>
                  <a:lnTo>
                    <a:pt x="8459" y="6325850"/>
                  </a:lnTo>
                  <a:lnTo>
                    <a:pt x="8585" y="6325850"/>
                  </a:lnTo>
                  <a:lnTo>
                    <a:pt x="8711" y="6325850"/>
                  </a:lnTo>
                  <a:lnTo>
                    <a:pt x="8837" y="6325850"/>
                  </a:lnTo>
                  <a:lnTo>
                    <a:pt x="8964" y="6325850"/>
                  </a:lnTo>
                  <a:lnTo>
                    <a:pt x="9090" y="6325850"/>
                  </a:lnTo>
                  <a:lnTo>
                    <a:pt x="9216" y="6325850"/>
                  </a:lnTo>
                  <a:lnTo>
                    <a:pt x="9342" y="6325850"/>
                  </a:lnTo>
                  <a:lnTo>
                    <a:pt x="9469" y="6325850"/>
                  </a:lnTo>
                  <a:lnTo>
                    <a:pt x="9595" y="6325850"/>
                  </a:lnTo>
                  <a:lnTo>
                    <a:pt x="9721" y="6325850"/>
                  </a:lnTo>
                  <a:lnTo>
                    <a:pt x="9847" y="6325850"/>
                  </a:lnTo>
                  <a:lnTo>
                    <a:pt x="9974" y="6325850"/>
                  </a:lnTo>
                  <a:lnTo>
                    <a:pt x="10100" y="6325850"/>
                  </a:lnTo>
                  <a:lnTo>
                    <a:pt x="10226" y="6325850"/>
                  </a:lnTo>
                  <a:lnTo>
                    <a:pt x="10353" y="6325850"/>
                  </a:lnTo>
                  <a:lnTo>
                    <a:pt x="10479" y="6325850"/>
                  </a:lnTo>
                  <a:lnTo>
                    <a:pt x="10605" y="6325850"/>
                  </a:lnTo>
                  <a:lnTo>
                    <a:pt x="10731" y="6325850"/>
                  </a:lnTo>
                  <a:lnTo>
                    <a:pt x="10858" y="6325850"/>
                  </a:lnTo>
                  <a:lnTo>
                    <a:pt x="10984" y="6325850"/>
                  </a:lnTo>
                  <a:lnTo>
                    <a:pt x="11110" y="6325850"/>
                  </a:lnTo>
                  <a:lnTo>
                    <a:pt x="11236" y="6325850"/>
                  </a:lnTo>
                  <a:lnTo>
                    <a:pt x="11363" y="6325850"/>
                  </a:lnTo>
                  <a:lnTo>
                    <a:pt x="11489" y="6325850"/>
                  </a:lnTo>
                  <a:lnTo>
                    <a:pt x="11615" y="6325850"/>
                  </a:lnTo>
                  <a:lnTo>
                    <a:pt x="11741" y="6325850"/>
                  </a:lnTo>
                  <a:lnTo>
                    <a:pt x="11868" y="6325850"/>
                  </a:lnTo>
                  <a:lnTo>
                    <a:pt x="11994" y="6325850"/>
                  </a:lnTo>
                  <a:lnTo>
                    <a:pt x="12120" y="6325850"/>
                  </a:lnTo>
                  <a:lnTo>
                    <a:pt x="12246" y="6325850"/>
                  </a:lnTo>
                  <a:lnTo>
                    <a:pt x="12373" y="6325850"/>
                  </a:lnTo>
                  <a:lnTo>
                    <a:pt x="12499" y="6325850"/>
                  </a:lnTo>
                  <a:lnTo>
                    <a:pt x="12625" y="6325850"/>
                  </a:lnTo>
                  <a:lnTo>
                    <a:pt x="12751" y="6325850"/>
                  </a:lnTo>
                  <a:lnTo>
                    <a:pt x="12878" y="6325850"/>
                  </a:lnTo>
                  <a:lnTo>
                    <a:pt x="13004" y="6325850"/>
                  </a:lnTo>
                  <a:lnTo>
                    <a:pt x="13130" y="6325850"/>
                  </a:lnTo>
                  <a:lnTo>
                    <a:pt x="13256" y="6325850"/>
                  </a:lnTo>
                  <a:lnTo>
                    <a:pt x="13383" y="6325850"/>
                  </a:lnTo>
                  <a:lnTo>
                    <a:pt x="13509" y="6325850"/>
                  </a:lnTo>
                  <a:lnTo>
                    <a:pt x="13635" y="6325850"/>
                  </a:lnTo>
                  <a:lnTo>
                    <a:pt x="13761" y="6325850"/>
                  </a:lnTo>
                  <a:lnTo>
                    <a:pt x="13888" y="6325850"/>
                  </a:lnTo>
                  <a:lnTo>
                    <a:pt x="14014" y="6325850"/>
                  </a:lnTo>
                  <a:lnTo>
                    <a:pt x="14140" y="6325850"/>
                  </a:lnTo>
                  <a:lnTo>
                    <a:pt x="14266" y="6325850"/>
                  </a:lnTo>
                  <a:lnTo>
                    <a:pt x="14393" y="6325850"/>
                  </a:lnTo>
                  <a:lnTo>
                    <a:pt x="14519" y="6325850"/>
                  </a:lnTo>
                  <a:lnTo>
                    <a:pt x="14645" y="6325850"/>
                  </a:lnTo>
                  <a:lnTo>
                    <a:pt x="14771" y="6325850"/>
                  </a:lnTo>
                  <a:lnTo>
                    <a:pt x="14898" y="6325850"/>
                  </a:lnTo>
                  <a:lnTo>
                    <a:pt x="15024" y="6325850"/>
                  </a:lnTo>
                  <a:lnTo>
                    <a:pt x="15150" y="6325850"/>
                  </a:lnTo>
                  <a:lnTo>
                    <a:pt x="15276" y="6325850"/>
                  </a:lnTo>
                  <a:lnTo>
                    <a:pt x="15276" y="6320939"/>
                  </a:lnTo>
                  <a:lnTo>
                    <a:pt x="15403" y="6320939"/>
                  </a:lnTo>
                  <a:lnTo>
                    <a:pt x="15529" y="6320939"/>
                  </a:lnTo>
                  <a:lnTo>
                    <a:pt x="15655" y="6320939"/>
                  </a:lnTo>
                  <a:lnTo>
                    <a:pt x="15782" y="6320939"/>
                  </a:lnTo>
                  <a:lnTo>
                    <a:pt x="15908" y="6320939"/>
                  </a:lnTo>
                  <a:lnTo>
                    <a:pt x="16034" y="6320939"/>
                  </a:lnTo>
                  <a:lnTo>
                    <a:pt x="16160" y="6320939"/>
                  </a:lnTo>
                  <a:lnTo>
                    <a:pt x="16287" y="6320939"/>
                  </a:lnTo>
                  <a:lnTo>
                    <a:pt x="16413" y="6320939"/>
                  </a:lnTo>
                  <a:lnTo>
                    <a:pt x="16539" y="6320939"/>
                  </a:lnTo>
                  <a:lnTo>
                    <a:pt x="16665" y="6320939"/>
                  </a:lnTo>
                  <a:lnTo>
                    <a:pt x="16792" y="6320939"/>
                  </a:lnTo>
                  <a:lnTo>
                    <a:pt x="16918" y="6320939"/>
                  </a:lnTo>
                  <a:lnTo>
                    <a:pt x="16918" y="6316028"/>
                  </a:lnTo>
                  <a:lnTo>
                    <a:pt x="17044" y="6316028"/>
                  </a:lnTo>
                  <a:lnTo>
                    <a:pt x="17170" y="6316028"/>
                  </a:lnTo>
                  <a:lnTo>
                    <a:pt x="17297" y="6316028"/>
                  </a:lnTo>
                  <a:lnTo>
                    <a:pt x="17423" y="6316028"/>
                  </a:lnTo>
                  <a:lnTo>
                    <a:pt x="17549" y="6316028"/>
                  </a:lnTo>
                  <a:lnTo>
                    <a:pt x="17675" y="6316028"/>
                  </a:lnTo>
                  <a:lnTo>
                    <a:pt x="17802" y="6316028"/>
                  </a:lnTo>
                  <a:lnTo>
                    <a:pt x="17802" y="6311116"/>
                  </a:lnTo>
                  <a:lnTo>
                    <a:pt x="17928" y="6311116"/>
                  </a:lnTo>
                  <a:lnTo>
                    <a:pt x="18054" y="6311116"/>
                  </a:lnTo>
                  <a:lnTo>
                    <a:pt x="18180" y="6311116"/>
                  </a:lnTo>
                  <a:lnTo>
                    <a:pt x="18307" y="6311116"/>
                  </a:lnTo>
                  <a:lnTo>
                    <a:pt x="18433" y="6311116"/>
                  </a:lnTo>
                  <a:lnTo>
                    <a:pt x="18559" y="6311116"/>
                  </a:lnTo>
                  <a:lnTo>
                    <a:pt x="18685" y="6311116"/>
                  </a:lnTo>
                  <a:lnTo>
                    <a:pt x="18812" y="6311116"/>
                  </a:lnTo>
                  <a:lnTo>
                    <a:pt x="18938" y="6311116"/>
                  </a:lnTo>
                  <a:lnTo>
                    <a:pt x="19064" y="6311116"/>
                  </a:lnTo>
                  <a:lnTo>
                    <a:pt x="19190" y="6311116"/>
                  </a:lnTo>
                  <a:lnTo>
                    <a:pt x="19317" y="6311116"/>
                  </a:lnTo>
                  <a:lnTo>
                    <a:pt x="19443" y="6311116"/>
                  </a:lnTo>
                  <a:lnTo>
                    <a:pt x="19569" y="6311116"/>
                  </a:lnTo>
                  <a:lnTo>
                    <a:pt x="19695" y="6311116"/>
                  </a:lnTo>
                  <a:lnTo>
                    <a:pt x="19822" y="6311116"/>
                  </a:lnTo>
                  <a:lnTo>
                    <a:pt x="19948" y="6311116"/>
                  </a:lnTo>
                  <a:lnTo>
                    <a:pt x="20074" y="6311116"/>
                  </a:lnTo>
                  <a:lnTo>
                    <a:pt x="20200" y="6311116"/>
                  </a:lnTo>
                  <a:lnTo>
                    <a:pt x="20327" y="6311116"/>
                  </a:lnTo>
                  <a:lnTo>
                    <a:pt x="20453" y="6311116"/>
                  </a:lnTo>
                  <a:lnTo>
                    <a:pt x="20579" y="6311116"/>
                  </a:lnTo>
                  <a:lnTo>
                    <a:pt x="20706" y="6311116"/>
                  </a:lnTo>
                  <a:lnTo>
                    <a:pt x="20832" y="6311116"/>
                  </a:lnTo>
                  <a:lnTo>
                    <a:pt x="20958" y="6311116"/>
                  </a:lnTo>
                  <a:lnTo>
                    <a:pt x="21084" y="6311116"/>
                  </a:lnTo>
                  <a:lnTo>
                    <a:pt x="21211" y="6311116"/>
                  </a:lnTo>
                  <a:lnTo>
                    <a:pt x="21337" y="6311116"/>
                  </a:lnTo>
                  <a:lnTo>
                    <a:pt x="21463" y="6311116"/>
                  </a:lnTo>
                  <a:lnTo>
                    <a:pt x="21589" y="6311116"/>
                  </a:lnTo>
                  <a:lnTo>
                    <a:pt x="21716" y="6311116"/>
                  </a:lnTo>
                  <a:lnTo>
                    <a:pt x="21842" y="6311116"/>
                  </a:lnTo>
                  <a:lnTo>
                    <a:pt x="21968" y="6311116"/>
                  </a:lnTo>
                  <a:lnTo>
                    <a:pt x="22094" y="6311116"/>
                  </a:lnTo>
                  <a:lnTo>
                    <a:pt x="22221" y="6311116"/>
                  </a:lnTo>
                  <a:lnTo>
                    <a:pt x="22347" y="6311116"/>
                  </a:lnTo>
                  <a:lnTo>
                    <a:pt x="22473" y="6311116"/>
                  </a:lnTo>
                  <a:lnTo>
                    <a:pt x="22599" y="6311116"/>
                  </a:lnTo>
                  <a:lnTo>
                    <a:pt x="22726" y="6311116"/>
                  </a:lnTo>
                  <a:lnTo>
                    <a:pt x="22852" y="6311116"/>
                  </a:lnTo>
                  <a:lnTo>
                    <a:pt x="22978" y="6311116"/>
                  </a:lnTo>
                  <a:lnTo>
                    <a:pt x="23104" y="6311116"/>
                  </a:lnTo>
                  <a:lnTo>
                    <a:pt x="23231" y="6311116"/>
                  </a:lnTo>
                  <a:lnTo>
                    <a:pt x="23357" y="6311116"/>
                  </a:lnTo>
                  <a:lnTo>
                    <a:pt x="23483" y="6311116"/>
                  </a:lnTo>
                  <a:lnTo>
                    <a:pt x="23609" y="6311116"/>
                  </a:lnTo>
                  <a:lnTo>
                    <a:pt x="23736" y="6311116"/>
                  </a:lnTo>
                  <a:lnTo>
                    <a:pt x="23862" y="6311116"/>
                  </a:lnTo>
                  <a:lnTo>
                    <a:pt x="23988" y="6311116"/>
                  </a:lnTo>
                  <a:lnTo>
                    <a:pt x="23988" y="6306205"/>
                  </a:lnTo>
                  <a:lnTo>
                    <a:pt x="24114" y="6306205"/>
                  </a:lnTo>
                  <a:lnTo>
                    <a:pt x="24241" y="6306205"/>
                  </a:lnTo>
                  <a:lnTo>
                    <a:pt x="24367" y="6306205"/>
                  </a:lnTo>
                  <a:lnTo>
                    <a:pt x="24493" y="6306205"/>
                  </a:lnTo>
                  <a:lnTo>
                    <a:pt x="24619" y="6306205"/>
                  </a:lnTo>
                  <a:lnTo>
                    <a:pt x="24746" y="6306205"/>
                  </a:lnTo>
                  <a:lnTo>
                    <a:pt x="24872" y="6306205"/>
                  </a:lnTo>
                  <a:lnTo>
                    <a:pt x="24998" y="6306205"/>
                  </a:lnTo>
                  <a:lnTo>
                    <a:pt x="25124" y="6306205"/>
                  </a:lnTo>
                  <a:lnTo>
                    <a:pt x="25251" y="6306205"/>
                  </a:lnTo>
                  <a:lnTo>
                    <a:pt x="25377" y="6306205"/>
                  </a:lnTo>
                  <a:lnTo>
                    <a:pt x="25503" y="6306205"/>
                  </a:lnTo>
                  <a:lnTo>
                    <a:pt x="25629" y="6306205"/>
                  </a:lnTo>
                  <a:lnTo>
                    <a:pt x="25756" y="6306205"/>
                  </a:lnTo>
                  <a:lnTo>
                    <a:pt x="25882" y="6306205"/>
                  </a:lnTo>
                  <a:lnTo>
                    <a:pt x="26008" y="6306205"/>
                  </a:lnTo>
                  <a:lnTo>
                    <a:pt x="26135" y="6306205"/>
                  </a:lnTo>
                  <a:lnTo>
                    <a:pt x="26261" y="6306205"/>
                  </a:lnTo>
                  <a:lnTo>
                    <a:pt x="26261" y="6301294"/>
                  </a:lnTo>
                  <a:lnTo>
                    <a:pt x="26387" y="6301294"/>
                  </a:lnTo>
                  <a:lnTo>
                    <a:pt x="26513" y="6301294"/>
                  </a:lnTo>
                  <a:lnTo>
                    <a:pt x="26640" y="6301294"/>
                  </a:lnTo>
                  <a:lnTo>
                    <a:pt x="26766" y="6301294"/>
                  </a:lnTo>
                  <a:lnTo>
                    <a:pt x="26766" y="6296382"/>
                  </a:lnTo>
                  <a:lnTo>
                    <a:pt x="26892" y="6296382"/>
                  </a:lnTo>
                  <a:lnTo>
                    <a:pt x="27018" y="6296382"/>
                  </a:lnTo>
                  <a:lnTo>
                    <a:pt x="27145" y="6296382"/>
                  </a:lnTo>
                  <a:lnTo>
                    <a:pt x="27271" y="6296382"/>
                  </a:lnTo>
                  <a:lnTo>
                    <a:pt x="27397" y="6296382"/>
                  </a:lnTo>
                  <a:lnTo>
                    <a:pt x="27523" y="6296382"/>
                  </a:lnTo>
                  <a:lnTo>
                    <a:pt x="27650" y="6296382"/>
                  </a:lnTo>
                  <a:lnTo>
                    <a:pt x="27776" y="6296382"/>
                  </a:lnTo>
                  <a:lnTo>
                    <a:pt x="27902" y="6296382"/>
                  </a:lnTo>
                  <a:lnTo>
                    <a:pt x="28028" y="6296382"/>
                  </a:lnTo>
                  <a:lnTo>
                    <a:pt x="28155" y="6296382"/>
                  </a:lnTo>
                  <a:lnTo>
                    <a:pt x="28281" y="6296382"/>
                  </a:lnTo>
                  <a:lnTo>
                    <a:pt x="28407" y="6296382"/>
                  </a:lnTo>
                  <a:lnTo>
                    <a:pt x="28533" y="6296382"/>
                  </a:lnTo>
                  <a:lnTo>
                    <a:pt x="28660" y="6296382"/>
                  </a:lnTo>
                  <a:lnTo>
                    <a:pt x="28786" y="6296382"/>
                  </a:lnTo>
                  <a:lnTo>
                    <a:pt x="28912" y="6296382"/>
                  </a:lnTo>
                  <a:lnTo>
                    <a:pt x="29038" y="6296382"/>
                  </a:lnTo>
                  <a:lnTo>
                    <a:pt x="29165" y="6296382"/>
                  </a:lnTo>
                  <a:lnTo>
                    <a:pt x="29291" y="6296382"/>
                  </a:lnTo>
                  <a:lnTo>
                    <a:pt x="29417" y="6296382"/>
                  </a:lnTo>
                  <a:lnTo>
                    <a:pt x="29543" y="6296382"/>
                  </a:lnTo>
                  <a:lnTo>
                    <a:pt x="29670" y="6296382"/>
                  </a:lnTo>
                  <a:lnTo>
                    <a:pt x="29796" y="6296382"/>
                  </a:lnTo>
                  <a:lnTo>
                    <a:pt x="29922" y="6296382"/>
                  </a:lnTo>
                  <a:lnTo>
                    <a:pt x="30048" y="6296382"/>
                  </a:lnTo>
                  <a:lnTo>
                    <a:pt x="30175" y="6296382"/>
                  </a:lnTo>
                  <a:lnTo>
                    <a:pt x="30301" y="6296382"/>
                  </a:lnTo>
                  <a:lnTo>
                    <a:pt x="30427" y="6296382"/>
                  </a:lnTo>
                  <a:lnTo>
                    <a:pt x="30553" y="6296382"/>
                  </a:lnTo>
                  <a:lnTo>
                    <a:pt x="30680" y="6296382"/>
                  </a:lnTo>
                  <a:lnTo>
                    <a:pt x="30806" y="6296382"/>
                  </a:lnTo>
                  <a:lnTo>
                    <a:pt x="30932" y="6296382"/>
                  </a:lnTo>
                  <a:lnTo>
                    <a:pt x="31059" y="6296382"/>
                  </a:lnTo>
                  <a:lnTo>
                    <a:pt x="31185" y="6296382"/>
                  </a:lnTo>
                  <a:lnTo>
                    <a:pt x="31311" y="6296382"/>
                  </a:lnTo>
                  <a:lnTo>
                    <a:pt x="31437" y="6296382"/>
                  </a:lnTo>
                  <a:lnTo>
                    <a:pt x="31564" y="6296382"/>
                  </a:lnTo>
                  <a:lnTo>
                    <a:pt x="31564" y="6291471"/>
                  </a:lnTo>
                  <a:lnTo>
                    <a:pt x="31690" y="6291471"/>
                  </a:lnTo>
                  <a:lnTo>
                    <a:pt x="31816" y="6291471"/>
                  </a:lnTo>
                  <a:lnTo>
                    <a:pt x="31942" y="6291471"/>
                  </a:lnTo>
                  <a:lnTo>
                    <a:pt x="32069" y="6291471"/>
                  </a:lnTo>
                  <a:lnTo>
                    <a:pt x="32195" y="6291471"/>
                  </a:lnTo>
                  <a:lnTo>
                    <a:pt x="32321" y="6291471"/>
                  </a:lnTo>
                  <a:lnTo>
                    <a:pt x="32447" y="6291471"/>
                  </a:lnTo>
                  <a:lnTo>
                    <a:pt x="32574" y="6291471"/>
                  </a:lnTo>
                  <a:lnTo>
                    <a:pt x="32700" y="6291471"/>
                  </a:lnTo>
                  <a:lnTo>
                    <a:pt x="32826" y="6291471"/>
                  </a:lnTo>
                  <a:lnTo>
                    <a:pt x="32826" y="6286559"/>
                  </a:lnTo>
                  <a:lnTo>
                    <a:pt x="32826" y="6281648"/>
                  </a:lnTo>
                  <a:lnTo>
                    <a:pt x="32952" y="6281648"/>
                  </a:lnTo>
                  <a:lnTo>
                    <a:pt x="33079" y="6281648"/>
                  </a:lnTo>
                  <a:lnTo>
                    <a:pt x="33205" y="6281648"/>
                  </a:lnTo>
                  <a:lnTo>
                    <a:pt x="33331" y="6281648"/>
                  </a:lnTo>
                  <a:lnTo>
                    <a:pt x="33457" y="6281648"/>
                  </a:lnTo>
                  <a:lnTo>
                    <a:pt x="33584" y="6281648"/>
                  </a:lnTo>
                  <a:lnTo>
                    <a:pt x="33710" y="6281648"/>
                  </a:lnTo>
                  <a:lnTo>
                    <a:pt x="33836" y="6281648"/>
                  </a:lnTo>
                  <a:lnTo>
                    <a:pt x="33962" y="6281648"/>
                  </a:lnTo>
                  <a:lnTo>
                    <a:pt x="34089" y="6281648"/>
                  </a:lnTo>
                  <a:lnTo>
                    <a:pt x="34215" y="6281648"/>
                  </a:lnTo>
                  <a:lnTo>
                    <a:pt x="34341" y="6281648"/>
                  </a:lnTo>
                  <a:lnTo>
                    <a:pt x="34467" y="6281648"/>
                  </a:lnTo>
                  <a:lnTo>
                    <a:pt x="34594" y="6281648"/>
                  </a:lnTo>
                  <a:lnTo>
                    <a:pt x="34720" y="6281648"/>
                  </a:lnTo>
                  <a:lnTo>
                    <a:pt x="34846" y="6281648"/>
                  </a:lnTo>
                  <a:lnTo>
                    <a:pt x="34972" y="6281648"/>
                  </a:lnTo>
                  <a:lnTo>
                    <a:pt x="35099" y="6281648"/>
                  </a:lnTo>
                  <a:lnTo>
                    <a:pt x="35225" y="6281648"/>
                  </a:lnTo>
                  <a:lnTo>
                    <a:pt x="35351" y="6281648"/>
                  </a:lnTo>
                  <a:lnTo>
                    <a:pt x="35477" y="6281648"/>
                  </a:lnTo>
                  <a:lnTo>
                    <a:pt x="35604" y="6281648"/>
                  </a:lnTo>
                  <a:lnTo>
                    <a:pt x="35730" y="6281648"/>
                  </a:lnTo>
                  <a:lnTo>
                    <a:pt x="35856" y="6281648"/>
                  </a:lnTo>
                  <a:lnTo>
                    <a:pt x="35982" y="6281648"/>
                  </a:lnTo>
                  <a:lnTo>
                    <a:pt x="36109" y="6281648"/>
                  </a:lnTo>
                  <a:lnTo>
                    <a:pt x="36235" y="6281648"/>
                  </a:lnTo>
                  <a:lnTo>
                    <a:pt x="36235" y="6276737"/>
                  </a:lnTo>
                  <a:lnTo>
                    <a:pt x="36361" y="6276737"/>
                  </a:lnTo>
                  <a:lnTo>
                    <a:pt x="36488" y="6276737"/>
                  </a:lnTo>
                  <a:lnTo>
                    <a:pt x="36614" y="6276737"/>
                  </a:lnTo>
                  <a:lnTo>
                    <a:pt x="36740" y="6276737"/>
                  </a:lnTo>
                  <a:lnTo>
                    <a:pt x="36866" y="6276737"/>
                  </a:lnTo>
                  <a:lnTo>
                    <a:pt x="36993" y="6276737"/>
                  </a:lnTo>
                  <a:lnTo>
                    <a:pt x="37119" y="6276737"/>
                  </a:lnTo>
                  <a:lnTo>
                    <a:pt x="37245" y="6276737"/>
                  </a:lnTo>
                  <a:lnTo>
                    <a:pt x="37371" y="6276737"/>
                  </a:lnTo>
                  <a:lnTo>
                    <a:pt x="37498" y="6276737"/>
                  </a:lnTo>
                  <a:lnTo>
                    <a:pt x="37624" y="6276737"/>
                  </a:lnTo>
                  <a:lnTo>
                    <a:pt x="37750" y="6276737"/>
                  </a:lnTo>
                  <a:lnTo>
                    <a:pt x="37876" y="6276737"/>
                  </a:lnTo>
                  <a:lnTo>
                    <a:pt x="38003" y="6276737"/>
                  </a:lnTo>
                  <a:lnTo>
                    <a:pt x="38129" y="6276737"/>
                  </a:lnTo>
                  <a:lnTo>
                    <a:pt x="38255" y="6276737"/>
                  </a:lnTo>
                  <a:lnTo>
                    <a:pt x="38381" y="6276737"/>
                  </a:lnTo>
                  <a:lnTo>
                    <a:pt x="38381" y="6271825"/>
                  </a:lnTo>
                  <a:lnTo>
                    <a:pt x="38508" y="6271825"/>
                  </a:lnTo>
                  <a:lnTo>
                    <a:pt x="38508" y="6266914"/>
                  </a:lnTo>
                  <a:lnTo>
                    <a:pt x="38634" y="6266914"/>
                  </a:lnTo>
                  <a:lnTo>
                    <a:pt x="38760" y="6266914"/>
                  </a:lnTo>
                  <a:lnTo>
                    <a:pt x="38886" y="6266914"/>
                  </a:lnTo>
                  <a:lnTo>
                    <a:pt x="39013" y="6266914"/>
                  </a:lnTo>
                  <a:lnTo>
                    <a:pt x="39139" y="6266914"/>
                  </a:lnTo>
                  <a:lnTo>
                    <a:pt x="39265" y="6266914"/>
                  </a:lnTo>
                  <a:lnTo>
                    <a:pt x="39391" y="6266914"/>
                  </a:lnTo>
                  <a:lnTo>
                    <a:pt x="39518" y="6266914"/>
                  </a:lnTo>
                  <a:lnTo>
                    <a:pt x="39644" y="6266914"/>
                  </a:lnTo>
                  <a:lnTo>
                    <a:pt x="39770" y="6266914"/>
                  </a:lnTo>
                  <a:lnTo>
                    <a:pt x="39896" y="6266914"/>
                  </a:lnTo>
                  <a:lnTo>
                    <a:pt x="40023" y="6266914"/>
                  </a:lnTo>
                  <a:lnTo>
                    <a:pt x="40149" y="6266914"/>
                  </a:lnTo>
                  <a:lnTo>
                    <a:pt x="40149" y="6262003"/>
                  </a:lnTo>
                  <a:lnTo>
                    <a:pt x="40275" y="6262003"/>
                  </a:lnTo>
                  <a:lnTo>
                    <a:pt x="40401" y="6262003"/>
                  </a:lnTo>
                  <a:lnTo>
                    <a:pt x="40528" y="6262003"/>
                  </a:lnTo>
                  <a:lnTo>
                    <a:pt x="40654" y="6262003"/>
                  </a:lnTo>
                  <a:lnTo>
                    <a:pt x="40780" y="6262003"/>
                  </a:lnTo>
                  <a:lnTo>
                    <a:pt x="40906" y="6262003"/>
                  </a:lnTo>
                  <a:lnTo>
                    <a:pt x="41033" y="6262003"/>
                  </a:lnTo>
                  <a:lnTo>
                    <a:pt x="41159" y="6262003"/>
                  </a:lnTo>
                  <a:lnTo>
                    <a:pt x="41285" y="6262003"/>
                  </a:lnTo>
                  <a:lnTo>
                    <a:pt x="41412" y="6262003"/>
                  </a:lnTo>
                  <a:lnTo>
                    <a:pt x="41538" y="6262003"/>
                  </a:lnTo>
                  <a:lnTo>
                    <a:pt x="41664" y="6262003"/>
                  </a:lnTo>
                  <a:lnTo>
                    <a:pt x="41790" y="6262003"/>
                  </a:lnTo>
                  <a:lnTo>
                    <a:pt x="41917" y="6262003"/>
                  </a:lnTo>
                  <a:lnTo>
                    <a:pt x="42043" y="6262003"/>
                  </a:lnTo>
                  <a:lnTo>
                    <a:pt x="42169" y="6262003"/>
                  </a:lnTo>
                  <a:lnTo>
                    <a:pt x="42295" y="6262003"/>
                  </a:lnTo>
                  <a:lnTo>
                    <a:pt x="42422" y="6262003"/>
                  </a:lnTo>
                  <a:lnTo>
                    <a:pt x="42548" y="6262003"/>
                  </a:lnTo>
                  <a:lnTo>
                    <a:pt x="42674" y="6262003"/>
                  </a:lnTo>
                  <a:lnTo>
                    <a:pt x="42800" y="6262003"/>
                  </a:lnTo>
                  <a:lnTo>
                    <a:pt x="42927" y="6262003"/>
                  </a:lnTo>
                  <a:lnTo>
                    <a:pt x="43053" y="6262003"/>
                  </a:lnTo>
                  <a:lnTo>
                    <a:pt x="43179" y="6262003"/>
                  </a:lnTo>
                  <a:lnTo>
                    <a:pt x="43305" y="6262003"/>
                  </a:lnTo>
                  <a:lnTo>
                    <a:pt x="43432" y="6262003"/>
                  </a:lnTo>
                  <a:lnTo>
                    <a:pt x="43558" y="6262003"/>
                  </a:lnTo>
                  <a:lnTo>
                    <a:pt x="43684" y="6262003"/>
                  </a:lnTo>
                  <a:lnTo>
                    <a:pt x="43810" y="6262003"/>
                  </a:lnTo>
                  <a:lnTo>
                    <a:pt x="43937" y="6262003"/>
                  </a:lnTo>
                  <a:lnTo>
                    <a:pt x="44063" y="6262003"/>
                  </a:lnTo>
                  <a:lnTo>
                    <a:pt x="44189" y="6262003"/>
                  </a:lnTo>
                  <a:lnTo>
                    <a:pt x="44315" y="6262003"/>
                  </a:lnTo>
                  <a:lnTo>
                    <a:pt x="44442" y="6262003"/>
                  </a:lnTo>
                  <a:lnTo>
                    <a:pt x="44568" y="6262003"/>
                  </a:lnTo>
                  <a:lnTo>
                    <a:pt x="44694" y="6262003"/>
                  </a:lnTo>
                  <a:lnTo>
                    <a:pt x="44820" y="6262003"/>
                  </a:lnTo>
                  <a:lnTo>
                    <a:pt x="44947" y="6262003"/>
                  </a:lnTo>
                  <a:lnTo>
                    <a:pt x="45073" y="6262003"/>
                  </a:lnTo>
                  <a:lnTo>
                    <a:pt x="45199" y="6262003"/>
                  </a:lnTo>
                  <a:lnTo>
                    <a:pt x="45325" y="6262003"/>
                  </a:lnTo>
                  <a:lnTo>
                    <a:pt x="45452" y="6262003"/>
                  </a:lnTo>
                  <a:lnTo>
                    <a:pt x="45578" y="6262003"/>
                  </a:lnTo>
                  <a:lnTo>
                    <a:pt x="45704" y="6262003"/>
                  </a:lnTo>
                  <a:lnTo>
                    <a:pt x="45830" y="6262003"/>
                  </a:lnTo>
                  <a:lnTo>
                    <a:pt x="45957" y="6262003"/>
                  </a:lnTo>
                  <a:lnTo>
                    <a:pt x="46083" y="6262003"/>
                  </a:lnTo>
                  <a:lnTo>
                    <a:pt x="46209" y="6262003"/>
                  </a:lnTo>
                  <a:lnTo>
                    <a:pt x="46335" y="6262003"/>
                  </a:lnTo>
                  <a:lnTo>
                    <a:pt x="46462" y="6262003"/>
                  </a:lnTo>
                  <a:lnTo>
                    <a:pt x="46462" y="6257091"/>
                  </a:lnTo>
                  <a:lnTo>
                    <a:pt x="46588" y="6257091"/>
                  </a:lnTo>
                  <a:lnTo>
                    <a:pt x="46714" y="6257091"/>
                  </a:lnTo>
                  <a:lnTo>
                    <a:pt x="46841" y="6257091"/>
                  </a:lnTo>
                  <a:lnTo>
                    <a:pt x="46967" y="6257091"/>
                  </a:lnTo>
                  <a:lnTo>
                    <a:pt x="47093" y="6257091"/>
                  </a:lnTo>
                  <a:lnTo>
                    <a:pt x="47219" y="6257091"/>
                  </a:lnTo>
                  <a:lnTo>
                    <a:pt x="47346" y="6257091"/>
                  </a:lnTo>
                  <a:lnTo>
                    <a:pt x="47472" y="6257091"/>
                  </a:lnTo>
                  <a:lnTo>
                    <a:pt x="47598" y="6257091"/>
                  </a:lnTo>
                  <a:lnTo>
                    <a:pt x="47724" y="6257091"/>
                  </a:lnTo>
                  <a:lnTo>
                    <a:pt x="47851" y="6257091"/>
                  </a:lnTo>
                  <a:lnTo>
                    <a:pt x="47977" y="6257091"/>
                  </a:lnTo>
                  <a:lnTo>
                    <a:pt x="48103" y="6257091"/>
                  </a:lnTo>
                  <a:lnTo>
                    <a:pt x="48229" y="6257091"/>
                  </a:lnTo>
                  <a:lnTo>
                    <a:pt x="48356" y="6257091"/>
                  </a:lnTo>
                  <a:lnTo>
                    <a:pt x="48482" y="6257091"/>
                  </a:lnTo>
                  <a:lnTo>
                    <a:pt x="48608" y="6257091"/>
                  </a:lnTo>
                  <a:lnTo>
                    <a:pt x="48734" y="6257091"/>
                  </a:lnTo>
                  <a:lnTo>
                    <a:pt x="48861" y="6257091"/>
                  </a:lnTo>
                  <a:lnTo>
                    <a:pt x="48987" y="6257091"/>
                  </a:lnTo>
                  <a:lnTo>
                    <a:pt x="49113" y="6257091"/>
                  </a:lnTo>
                  <a:lnTo>
                    <a:pt x="49239" y="6257091"/>
                  </a:lnTo>
                  <a:lnTo>
                    <a:pt x="49366" y="6257091"/>
                  </a:lnTo>
                  <a:lnTo>
                    <a:pt x="49492" y="6257091"/>
                  </a:lnTo>
                  <a:lnTo>
                    <a:pt x="49618" y="6257091"/>
                  </a:lnTo>
                  <a:lnTo>
                    <a:pt x="49744" y="6257091"/>
                  </a:lnTo>
                  <a:lnTo>
                    <a:pt x="49871" y="6257091"/>
                  </a:lnTo>
                  <a:lnTo>
                    <a:pt x="49997" y="6257091"/>
                  </a:lnTo>
                  <a:lnTo>
                    <a:pt x="49997" y="6252180"/>
                  </a:lnTo>
                  <a:lnTo>
                    <a:pt x="49997" y="6247268"/>
                  </a:lnTo>
                  <a:lnTo>
                    <a:pt x="50123" y="6247268"/>
                  </a:lnTo>
                  <a:lnTo>
                    <a:pt x="50249" y="6247268"/>
                  </a:lnTo>
                  <a:lnTo>
                    <a:pt x="50376" y="6247268"/>
                  </a:lnTo>
                  <a:lnTo>
                    <a:pt x="50502" y="6247268"/>
                  </a:lnTo>
                  <a:lnTo>
                    <a:pt x="50628" y="6247268"/>
                  </a:lnTo>
                  <a:lnTo>
                    <a:pt x="50754" y="6247268"/>
                  </a:lnTo>
                  <a:lnTo>
                    <a:pt x="50881" y="6247268"/>
                  </a:lnTo>
                  <a:lnTo>
                    <a:pt x="51007" y="6247268"/>
                  </a:lnTo>
                  <a:lnTo>
                    <a:pt x="51133" y="6247268"/>
                  </a:lnTo>
                  <a:lnTo>
                    <a:pt x="51259" y="6247268"/>
                  </a:lnTo>
                  <a:lnTo>
                    <a:pt x="51386" y="6247268"/>
                  </a:lnTo>
                  <a:lnTo>
                    <a:pt x="51512" y="6247268"/>
                  </a:lnTo>
                  <a:lnTo>
                    <a:pt x="51638" y="6247268"/>
                  </a:lnTo>
                  <a:lnTo>
                    <a:pt x="51765" y="6247268"/>
                  </a:lnTo>
                  <a:lnTo>
                    <a:pt x="51765" y="6242357"/>
                  </a:lnTo>
                  <a:lnTo>
                    <a:pt x="51891" y="6242357"/>
                  </a:lnTo>
                  <a:lnTo>
                    <a:pt x="52017" y="6242357"/>
                  </a:lnTo>
                  <a:lnTo>
                    <a:pt x="52143" y="6242357"/>
                  </a:lnTo>
                  <a:lnTo>
                    <a:pt x="52270" y="6242357"/>
                  </a:lnTo>
                  <a:lnTo>
                    <a:pt x="52396" y="6242357"/>
                  </a:lnTo>
                  <a:lnTo>
                    <a:pt x="52522" y="6242357"/>
                  </a:lnTo>
                  <a:lnTo>
                    <a:pt x="52648" y="6242357"/>
                  </a:lnTo>
                  <a:lnTo>
                    <a:pt x="52775" y="6242357"/>
                  </a:lnTo>
                  <a:lnTo>
                    <a:pt x="52901" y="6242357"/>
                  </a:lnTo>
                  <a:lnTo>
                    <a:pt x="53027" y="6242357"/>
                  </a:lnTo>
                  <a:lnTo>
                    <a:pt x="53153" y="6242357"/>
                  </a:lnTo>
                  <a:lnTo>
                    <a:pt x="53280" y="6242357"/>
                  </a:lnTo>
                  <a:lnTo>
                    <a:pt x="53406" y="6242357"/>
                  </a:lnTo>
                  <a:lnTo>
                    <a:pt x="53406" y="6237446"/>
                  </a:lnTo>
                  <a:lnTo>
                    <a:pt x="53532" y="6237446"/>
                  </a:lnTo>
                  <a:lnTo>
                    <a:pt x="53658" y="6237446"/>
                  </a:lnTo>
                  <a:lnTo>
                    <a:pt x="53785" y="6237446"/>
                  </a:lnTo>
                  <a:lnTo>
                    <a:pt x="53911" y="6237446"/>
                  </a:lnTo>
                  <a:lnTo>
                    <a:pt x="54037" y="6237446"/>
                  </a:lnTo>
                  <a:lnTo>
                    <a:pt x="54163" y="6237446"/>
                  </a:lnTo>
                  <a:lnTo>
                    <a:pt x="54290" y="6237446"/>
                  </a:lnTo>
                  <a:lnTo>
                    <a:pt x="54416" y="6237446"/>
                  </a:lnTo>
                  <a:lnTo>
                    <a:pt x="54542" y="6237446"/>
                  </a:lnTo>
                  <a:lnTo>
                    <a:pt x="54668" y="6237446"/>
                  </a:lnTo>
                  <a:lnTo>
                    <a:pt x="54795" y="6237446"/>
                  </a:lnTo>
                  <a:lnTo>
                    <a:pt x="54921" y="6237446"/>
                  </a:lnTo>
                  <a:lnTo>
                    <a:pt x="55047" y="6237446"/>
                  </a:lnTo>
                  <a:lnTo>
                    <a:pt x="55173" y="6237446"/>
                  </a:lnTo>
                  <a:lnTo>
                    <a:pt x="55300" y="6237446"/>
                  </a:lnTo>
                  <a:lnTo>
                    <a:pt x="55426" y="6237446"/>
                  </a:lnTo>
                  <a:lnTo>
                    <a:pt x="55552" y="6237446"/>
                  </a:lnTo>
                  <a:lnTo>
                    <a:pt x="55678" y="6237446"/>
                  </a:lnTo>
                  <a:lnTo>
                    <a:pt x="55805" y="6237446"/>
                  </a:lnTo>
                  <a:lnTo>
                    <a:pt x="55931" y="6237446"/>
                  </a:lnTo>
                  <a:lnTo>
                    <a:pt x="56057" y="6237446"/>
                  </a:lnTo>
                  <a:lnTo>
                    <a:pt x="56183" y="6237446"/>
                  </a:lnTo>
                  <a:lnTo>
                    <a:pt x="56310" y="6237446"/>
                  </a:lnTo>
                  <a:lnTo>
                    <a:pt x="56436" y="6237446"/>
                  </a:lnTo>
                  <a:lnTo>
                    <a:pt x="56562" y="6237446"/>
                  </a:lnTo>
                  <a:lnTo>
                    <a:pt x="56688" y="6237446"/>
                  </a:lnTo>
                  <a:lnTo>
                    <a:pt x="56688" y="6232534"/>
                  </a:lnTo>
                  <a:lnTo>
                    <a:pt x="56815" y="6232534"/>
                  </a:lnTo>
                  <a:lnTo>
                    <a:pt x="56941" y="6232534"/>
                  </a:lnTo>
                  <a:lnTo>
                    <a:pt x="57067" y="6232534"/>
                  </a:lnTo>
                  <a:lnTo>
                    <a:pt x="57194" y="6232534"/>
                  </a:lnTo>
                  <a:lnTo>
                    <a:pt x="57320" y="6232534"/>
                  </a:lnTo>
                  <a:lnTo>
                    <a:pt x="57446" y="6232534"/>
                  </a:lnTo>
                  <a:lnTo>
                    <a:pt x="57572" y="6232534"/>
                  </a:lnTo>
                  <a:lnTo>
                    <a:pt x="57699" y="6232534"/>
                  </a:lnTo>
                  <a:lnTo>
                    <a:pt x="57825" y="6232534"/>
                  </a:lnTo>
                  <a:lnTo>
                    <a:pt x="57951" y="6232534"/>
                  </a:lnTo>
                  <a:lnTo>
                    <a:pt x="58077" y="6232534"/>
                  </a:lnTo>
                  <a:lnTo>
                    <a:pt x="58204" y="6232534"/>
                  </a:lnTo>
                  <a:lnTo>
                    <a:pt x="58330" y="6232534"/>
                  </a:lnTo>
                  <a:lnTo>
                    <a:pt x="58456" y="6232534"/>
                  </a:lnTo>
                  <a:lnTo>
                    <a:pt x="58582" y="6232534"/>
                  </a:lnTo>
                  <a:lnTo>
                    <a:pt x="58709" y="6232534"/>
                  </a:lnTo>
                  <a:lnTo>
                    <a:pt x="58835" y="6232534"/>
                  </a:lnTo>
                  <a:lnTo>
                    <a:pt x="58961" y="6232534"/>
                  </a:lnTo>
                  <a:lnTo>
                    <a:pt x="59087" y="6232534"/>
                  </a:lnTo>
                  <a:lnTo>
                    <a:pt x="59214" y="6232534"/>
                  </a:lnTo>
                  <a:lnTo>
                    <a:pt x="59340" y="6232534"/>
                  </a:lnTo>
                  <a:lnTo>
                    <a:pt x="59466" y="6232534"/>
                  </a:lnTo>
                  <a:lnTo>
                    <a:pt x="59592" y="6232534"/>
                  </a:lnTo>
                  <a:lnTo>
                    <a:pt x="59719" y="6232534"/>
                  </a:lnTo>
                  <a:lnTo>
                    <a:pt x="59845" y="6232534"/>
                  </a:lnTo>
                  <a:lnTo>
                    <a:pt x="59971" y="6232534"/>
                  </a:lnTo>
                  <a:lnTo>
                    <a:pt x="60097" y="6232534"/>
                  </a:lnTo>
                  <a:lnTo>
                    <a:pt x="60097" y="6227623"/>
                  </a:lnTo>
                  <a:lnTo>
                    <a:pt x="60224" y="6227623"/>
                  </a:lnTo>
                  <a:lnTo>
                    <a:pt x="60350" y="6227623"/>
                  </a:lnTo>
                  <a:lnTo>
                    <a:pt x="60476" y="6227623"/>
                  </a:lnTo>
                  <a:lnTo>
                    <a:pt x="60602" y="6227623"/>
                  </a:lnTo>
                  <a:lnTo>
                    <a:pt x="60729" y="6227623"/>
                  </a:lnTo>
                  <a:lnTo>
                    <a:pt x="60729" y="6222712"/>
                  </a:lnTo>
                  <a:lnTo>
                    <a:pt x="60855" y="6222712"/>
                  </a:lnTo>
                  <a:lnTo>
                    <a:pt x="60981" y="6222712"/>
                  </a:lnTo>
                  <a:lnTo>
                    <a:pt x="61107" y="6222712"/>
                  </a:lnTo>
                  <a:lnTo>
                    <a:pt x="61234" y="6222712"/>
                  </a:lnTo>
                  <a:lnTo>
                    <a:pt x="61360" y="6222712"/>
                  </a:lnTo>
                  <a:lnTo>
                    <a:pt x="61486" y="6222712"/>
                  </a:lnTo>
                  <a:lnTo>
                    <a:pt x="61612" y="6222712"/>
                  </a:lnTo>
                  <a:lnTo>
                    <a:pt x="61739" y="6222712"/>
                  </a:lnTo>
                  <a:lnTo>
                    <a:pt x="61865" y="6222712"/>
                  </a:lnTo>
                  <a:lnTo>
                    <a:pt x="61991" y="6222712"/>
                  </a:lnTo>
                  <a:lnTo>
                    <a:pt x="62118" y="6222712"/>
                  </a:lnTo>
                  <a:lnTo>
                    <a:pt x="62244" y="6222712"/>
                  </a:lnTo>
                  <a:lnTo>
                    <a:pt x="62370" y="6222712"/>
                  </a:lnTo>
                  <a:lnTo>
                    <a:pt x="62496" y="6222712"/>
                  </a:lnTo>
                  <a:lnTo>
                    <a:pt x="62623" y="6222712"/>
                  </a:lnTo>
                  <a:lnTo>
                    <a:pt x="62749" y="6222712"/>
                  </a:lnTo>
                  <a:lnTo>
                    <a:pt x="62875" y="6222712"/>
                  </a:lnTo>
                  <a:lnTo>
                    <a:pt x="62875" y="6217800"/>
                  </a:lnTo>
                  <a:lnTo>
                    <a:pt x="63001" y="6217800"/>
                  </a:lnTo>
                  <a:lnTo>
                    <a:pt x="63001" y="6212889"/>
                  </a:lnTo>
                  <a:lnTo>
                    <a:pt x="63128" y="6212889"/>
                  </a:lnTo>
                  <a:lnTo>
                    <a:pt x="63128" y="6207977"/>
                  </a:lnTo>
                  <a:lnTo>
                    <a:pt x="63254" y="6207977"/>
                  </a:lnTo>
                  <a:lnTo>
                    <a:pt x="63380" y="6207977"/>
                  </a:lnTo>
                  <a:lnTo>
                    <a:pt x="63506" y="6207977"/>
                  </a:lnTo>
                  <a:lnTo>
                    <a:pt x="63633" y="6207977"/>
                  </a:lnTo>
                  <a:lnTo>
                    <a:pt x="63759" y="6207977"/>
                  </a:lnTo>
                  <a:lnTo>
                    <a:pt x="63885" y="6207977"/>
                  </a:lnTo>
                  <a:lnTo>
                    <a:pt x="64011" y="6207977"/>
                  </a:lnTo>
                  <a:lnTo>
                    <a:pt x="64138" y="6207977"/>
                  </a:lnTo>
                  <a:lnTo>
                    <a:pt x="64264" y="6207977"/>
                  </a:lnTo>
                  <a:lnTo>
                    <a:pt x="64390" y="6207977"/>
                  </a:lnTo>
                  <a:lnTo>
                    <a:pt x="64390" y="6203066"/>
                  </a:lnTo>
                  <a:lnTo>
                    <a:pt x="64516" y="6203066"/>
                  </a:lnTo>
                  <a:lnTo>
                    <a:pt x="64643" y="6203066"/>
                  </a:lnTo>
                  <a:lnTo>
                    <a:pt x="64769" y="6203066"/>
                  </a:lnTo>
                  <a:lnTo>
                    <a:pt x="64895" y="6203066"/>
                  </a:lnTo>
                  <a:lnTo>
                    <a:pt x="65021" y="6203066"/>
                  </a:lnTo>
                  <a:lnTo>
                    <a:pt x="65148" y="6203066"/>
                  </a:lnTo>
                  <a:lnTo>
                    <a:pt x="65274" y="6203066"/>
                  </a:lnTo>
                  <a:lnTo>
                    <a:pt x="65400" y="6203066"/>
                  </a:lnTo>
                  <a:lnTo>
                    <a:pt x="65526" y="6203066"/>
                  </a:lnTo>
                  <a:lnTo>
                    <a:pt x="65653" y="6203066"/>
                  </a:lnTo>
                  <a:lnTo>
                    <a:pt x="65779" y="6203066"/>
                  </a:lnTo>
                  <a:lnTo>
                    <a:pt x="65905" y="6203066"/>
                  </a:lnTo>
                  <a:lnTo>
                    <a:pt x="66031" y="6203066"/>
                  </a:lnTo>
                  <a:lnTo>
                    <a:pt x="66158" y="6203066"/>
                  </a:lnTo>
                  <a:lnTo>
                    <a:pt x="66284" y="6203066"/>
                  </a:lnTo>
                  <a:lnTo>
                    <a:pt x="66410" y="6203066"/>
                  </a:lnTo>
                  <a:lnTo>
                    <a:pt x="66536" y="6203066"/>
                  </a:lnTo>
                  <a:lnTo>
                    <a:pt x="66663" y="6203066"/>
                  </a:lnTo>
                  <a:lnTo>
                    <a:pt x="66789" y="6203066"/>
                  </a:lnTo>
                  <a:lnTo>
                    <a:pt x="66915" y="6203066"/>
                  </a:lnTo>
                  <a:lnTo>
                    <a:pt x="67042" y="6203066"/>
                  </a:lnTo>
                  <a:lnTo>
                    <a:pt x="67168" y="6203066"/>
                  </a:lnTo>
                  <a:lnTo>
                    <a:pt x="67294" y="6203066"/>
                  </a:lnTo>
                  <a:lnTo>
                    <a:pt x="67420" y="6203066"/>
                  </a:lnTo>
                  <a:lnTo>
                    <a:pt x="67547" y="6203066"/>
                  </a:lnTo>
                  <a:lnTo>
                    <a:pt x="67673" y="6203066"/>
                  </a:lnTo>
                  <a:lnTo>
                    <a:pt x="67799" y="6203066"/>
                  </a:lnTo>
                  <a:lnTo>
                    <a:pt x="67925" y="6203066"/>
                  </a:lnTo>
                  <a:lnTo>
                    <a:pt x="68052" y="6203066"/>
                  </a:lnTo>
                  <a:lnTo>
                    <a:pt x="68178" y="6203066"/>
                  </a:lnTo>
                  <a:lnTo>
                    <a:pt x="68304" y="6203066"/>
                  </a:lnTo>
                  <a:lnTo>
                    <a:pt x="68430" y="6203066"/>
                  </a:lnTo>
                  <a:lnTo>
                    <a:pt x="68557" y="6203066"/>
                  </a:lnTo>
                  <a:lnTo>
                    <a:pt x="68683" y="6203066"/>
                  </a:lnTo>
                  <a:lnTo>
                    <a:pt x="68809" y="6203066"/>
                  </a:lnTo>
                  <a:lnTo>
                    <a:pt x="68935" y="6203066"/>
                  </a:lnTo>
                  <a:lnTo>
                    <a:pt x="69062" y="6203066"/>
                  </a:lnTo>
                  <a:lnTo>
                    <a:pt x="69188" y="6203066"/>
                  </a:lnTo>
                  <a:lnTo>
                    <a:pt x="69314" y="6203066"/>
                  </a:lnTo>
                  <a:lnTo>
                    <a:pt x="69440" y="6203066"/>
                  </a:lnTo>
                  <a:lnTo>
                    <a:pt x="69567" y="6203066"/>
                  </a:lnTo>
                  <a:lnTo>
                    <a:pt x="69693" y="6203066"/>
                  </a:lnTo>
                  <a:lnTo>
                    <a:pt x="69819" y="6203066"/>
                  </a:lnTo>
                  <a:lnTo>
                    <a:pt x="69945" y="6203066"/>
                  </a:lnTo>
                  <a:lnTo>
                    <a:pt x="70072" y="6203066"/>
                  </a:lnTo>
                  <a:lnTo>
                    <a:pt x="70198" y="6203066"/>
                  </a:lnTo>
                  <a:lnTo>
                    <a:pt x="70324" y="6203066"/>
                  </a:lnTo>
                  <a:lnTo>
                    <a:pt x="70450" y="6203066"/>
                  </a:lnTo>
                  <a:lnTo>
                    <a:pt x="70577" y="6203066"/>
                  </a:lnTo>
                  <a:lnTo>
                    <a:pt x="70703" y="6203066"/>
                  </a:lnTo>
                  <a:lnTo>
                    <a:pt x="70829" y="6203066"/>
                  </a:lnTo>
                  <a:lnTo>
                    <a:pt x="70955" y="6203066"/>
                  </a:lnTo>
                  <a:lnTo>
                    <a:pt x="71082" y="6203066"/>
                  </a:lnTo>
                  <a:lnTo>
                    <a:pt x="71208" y="6203066"/>
                  </a:lnTo>
                  <a:lnTo>
                    <a:pt x="71334" y="6203066"/>
                  </a:lnTo>
                  <a:lnTo>
                    <a:pt x="71460" y="6203066"/>
                  </a:lnTo>
                  <a:lnTo>
                    <a:pt x="71587" y="6203066"/>
                  </a:lnTo>
                  <a:lnTo>
                    <a:pt x="71713" y="6203066"/>
                  </a:lnTo>
                  <a:lnTo>
                    <a:pt x="71839" y="6203066"/>
                  </a:lnTo>
                  <a:lnTo>
                    <a:pt x="71965" y="6203066"/>
                  </a:lnTo>
                  <a:lnTo>
                    <a:pt x="72092" y="6203066"/>
                  </a:lnTo>
                  <a:lnTo>
                    <a:pt x="72218" y="6203066"/>
                  </a:lnTo>
                  <a:lnTo>
                    <a:pt x="72344" y="6203066"/>
                  </a:lnTo>
                  <a:lnTo>
                    <a:pt x="72471" y="6203066"/>
                  </a:lnTo>
                  <a:lnTo>
                    <a:pt x="72597" y="6203066"/>
                  </a:lnTo>
                  <a:lnTo>
                    <a:pt x="72723" y="6203066"/>
                  </a:lnTo>
                  <a:lnTo>
                    <a:pt x="72849" y="6203066"/>
                  </a:lnTo>
                  <a:lnTo>
                    <a:pt x="72976" y="6203066"/>
                  </a:lnTo>
                  <a:lnTo>
                    <a:pt x="73102" y="6203066"/>
                  </a:lnTo>
                  <a:lnTo>
                    <a:pt x="73228" y="6203066"/>
                  </a:lnTo>
                  <a:lnTo>
                    <a:pt x="73354" y="6203066"/>
                  </a:lnTo>
                  <a:lnTo>
                    <a:pt x="73481" y="6203066"/>
                  </a:lnTo>
                  <a:lnTo>
                    <a:pt x="73607" y="6203066"/>
                  </a:lnTo>
                  <a:lnTo>
                    <a:pt x="73733" y="6203066"/>
                  </a:lnTo>
                  <a:lnTo>
                    <a:pt x="73859" y="6203066"/>
                  </a:lnTo>
                  <a:lnTo>
                    <a:pt x="73986" y="6203066"/>
                  </a:lnTo>
                  <a:lnTo>
                    <a:pt x="74112" y="6203066"/>
                  </a:lnTo>
                  <a:lnTo>
                    <a:pt x="74238" y="6203066"/>
                  </a:lnTo>
                  <a:lnTo>
                    <a:pt x="74364" y="6203066"/>
                  </a:lnTo>
                  <a:lnTo>
                    <a:pt x="74364" y="6198155"/>
                  </a:lnTo>
                  <a:lnTo>
                    <a:pt x="74491" y="6198155"/>
                  </a:lnTo>
                  <a:lnTo>
                    <a:pt x="74617" y="6198155"/>
                  </a:lnTo>
                  <a:lnTo>
                    <a:pt x="74743" y="6198155"/>
                  </a:lnTo>
                  <a:lnTo>
                    <a:pt x="74869" y="6198155"/>
                  </a:lnTo>
                  <a:lnTo>
                    <a:pt x="74996" y="6198155"/>
                  </a:lnTo>
                  <a:lnTo>
                    <a:pt x="75122" y="6198155"/>
                  </a:lnTo>
                  <a:lnTo>
                    <a:pt x="75248" y="6198155"/>
                  </a:lnTo>
                  <a:lnTo>
                    <a:pt x="75374" y="6198155"/>
                  </a:lnTo>
                  <a:lnTo>
                    <a:pt x="75501" y="6198155"/>
                  </a:lnTo>
                  <a:lnTo>
                    <a:pt x="75627" y="6198155"/>
                  </a:lnTo>
                  <a:lnTo>
                    <a:pt x="75627" y="6193243"/>
                  </a:lnTo>
                  <a:lnTo>
                    <a:pt x="75753" y="6193243"/>
                  </a:lnTo>
                  <a:lnTo>
                    <a:pt x="75879" y="6193243"/>
                  </a:lnTo>
                  <a:lnTo>
                    <a:pt x="76006" y="6193243"/>
                  </a:lnTo>
                  <a:lnTo>
                    <a:pt x="76132" y="6193243"/>
                  </a:lnTo>
                  <a:lnTo>
                    <a:pt x="76258" y="6193243"/>
                  </a:lnTo>
                  <a:lnTo>
                    <a:pt x="76384" y="6193243"/>
                  </a:lnTo>
                  <a:lnTo>
                    <a:pt x="76511" y="6193243"/>
                  </a:lnTo>
                  <a:lnTo>
                    <a:pt x="76637" y="6193243"/>
                  </a:lnTo>
                  <a:lnTo>
                    <a:pt x="76763" y="6193243"/>
                  </a:lnTo>
                  <a:lnTo>
                    <a:pt x="76889" y="6193243"/>
                  </a:lnTo>
                  <a:lnTo>
                    <a:pt x="77016" y="6193243"/>
                  </a:lnTo>
                  <a:lnTo>
                    <a:pt x="77142" y="6193243"/>
                  </a:lnTo>
                  <a:lnTo>
                    <a:pt x="77268" y="6193243"/>
                  </a:lnTo>
                  <a:lnTo>
                    <a:pt x="77395" y="6193243"/>
                  </a:lnTo>
                  <a:lnTo>
                    <a:pt x="77521" y="6193243"/>
                  </a:lnTo>
                  <a:lnTo>
                    <a:pt x="77647" y="6193243"/>
                  </a:lnTo>
                  <a:lnTo>
                    <a:pt x="77773" y="6193243"/>
                  </a:lnTo>
                  <a:lnTo>
                    <a:pt x="77900" y="6193243"/>
                  </a:lnTo>
                  <a:lnTo>
                    <a:pt x="78026" y="6193243"/>
                  </a:lnTo>
                  <a:lnTo>
                    <a:pt x="78152" y="6193243"/>
                  </a:lnTo>
                  <a:lnTo>
                    <a:pt x="78278" y="6193243"/>
                  </a:lnTo>
                  <a:lnTo>
                    <a:pt x="78405" y="6193243"/>
                  </a:lnTo>
                  <a:lnTo>
                    <a:pt x="78531" y="6193243"/>
                  </a:lnTo>
                  <a:lnTo>
                    <a:pt x="78657" y="6193243"/>
                  </a:lnTo>
                  <a:lnTo>
                    <a:pt x="78783" y="6193243"/>
                  </a:lnTo>
                  <a:lnTo>
                    <a:pt x="78910" y="6193243"/>
                  </a:lnTo>
                  <a:lnTo>
                    <a:pt x="79036" y="6193243"/>
                  </a:lnTo>
                  <a:lnTo>
                    <a:pt x="79162" y="6193243"/>
                  </a:lnTo>
                  <a:lnTo>
                    <a:pt x="79288" y="6193243"/>
                  </a:lnTo>
                  <a:lnTo>
                    <a:pt x="79415" y="6193243"/>
                  </a:lnTo>
                  <a:lnTo>
                    <a:pt x="79541" y="6193243"/>
                  </a:lnTo>
                  <a:lnTo>
                    <a:pt x="79667" y="6193243"/>
                  </a:lnTo>
                  <a:lnTo>
                    <a:pt x="79793" y="6193243"/>
                  </a:lnTo>
                  <a:lnTo>
                    <a:pt x="79920" y="6193243"/>
                  </a:lnTo>
                  <a:lnTo>
                    <a:pt x="80046" y="6193243"/>
                  </a:lnTo>
                  <a:lnTo>
                    <a:pt x="80172" y="6193243"/>
                  </a:lnTo>
                  <a:lnTo>
                    <a:pt x="80298" y="6193243"/>
                  </a:lnTo>
                  <a:lnTo>
                    <a:pt x="80425" y="6193243"/>
                  </a:lnTo>
                  <a:lnTo>
                    <a:pt x="80551" y="6193243"/>
                  </a:lnTo>
                  <a:lnTo>
                    <a:pt x="80677" y="6193243"/>
                  </a:lnTo>
                  <a:lnTo>
                    <a:pt x="80803" y="6193243"/>
                  </a:lnTo>
                  <a:lnTo>
                    <a:pt x="80930" y="6193243"/>
                  </a:lnTo>
                  <a:lnTo>
                    <a:pt x="81056" y="6193243"/>
                  </a:lnTo>
                  <a:lnTo>
                    <a:pt x="81182" y="6193243"/>
                  </a:lnTo>
                  <a:lnTo>
                    <a:pt x="81308" y="6193243"/>
                  </a:lnTo>
                  <a:lnTo>
                    <a:pt x="81435" y="6193243"/>
                  </a:lnTo>
                  <a:lnTo>
                    <a:pt x="81561" y="6193243"/>
                  </a:lnTo>
                  <a:lnTo>
                    <a:pt x="81687" y="6193243"/>
                  </a:lnTo>
                  <a:lnTo>
                    <a:pt x="81813" y="6193243"/>
                  </a:lnTo>
                  <a:lnTo>
                    <a:pt x="81940" y="6193243"/>
                  </a:lnTo>
                  <a:lnTo>
                    <a:pt x="82066" y="6193243"/>
                  </a:lnTo>
                  <a:lnTo>
                    <a:pt x="82192" y="6193243"/>
                  </a:lnTo>
                  <a:lnTo>
                    <a:pt x="82318" y="6193243"/>
                  </a:lnTo>
                  <a:lnTo>
                    <a:pt x="82445" y="6193243"/>
                  </a:lnTo>
                  <a:lnTo>
                    <a:pt x="82571" y="6193243"/>
                  </a:lnTo>
                  <a:lnTo>
                    <a:pt x="82697" y="6193243"/>
                  </a:lnTo>
                  <a:lnTo>
                    <a:pt x="82824" y="6193243"/>
                  </a:lnTo>
                  <a:lnTo>
                    <a:pt x="82950" y="6193243"/>
                  </a:lnTo>
                  <a:lnTo>
                    <a:pt x="83076" y="6193243"/>
                  </a:lnTo>
                  <a:lnTo>
                    <a:pt x="83202" y="6193243"/>
                  </a:lnTo>
                  <a:lnTo>
                    <a:pt x="83329" y="6193243"/>
                  </a:lnTo>
                  <a:lnTo>
                    <a:pt x="83455" y="6193243"/>
                  </a:lnTo>
                  <a:lnTo>
                    <a:pt x="83581" y="6193243"/>
                  </a:lnTo>
                  <a:lnTo>
                    <a:pt x="83707" y="6193243"/>
                  </a:lnTo>
                  <a:lnTo>
                    <a:pt x="83834" y="6193243"/>
                  </a:lnTo>
                  <a:lnTo>
                    <a:pt x="83960" y="6193243"/>
                  </a:lnTo>
                  <a:lnTo>
                    <a:pt x="83960" y="6188332"/>
                  </a:lnTo>
                  <a:lnTo>
                    <a:pt x="84086" y="6188332"/>
                  </a:lnTo>
                  <a:lnTo>
                    <a:pt x="84086" y="6183421"/>
                  </a:lnTo>
                  <a:lnTo>
                    <a:pt x="84212" y="6183421"/>
                  </a:lnTo>
                  <a:lnTo>
                    <a:pt x="84339" y="6183421"/>
                  </a:lnTo>
                  <a:lnTo>
                    <a:pt x="84465" y="6183421"/>
                  </a:lnTo>
                  <a:lnTo>
                    <a:pt x="84591" y="6183421"/>
                  </a:lnTo>
                  <a:lnTo>
                    <a:pt x="84717" y="6183421"/>
                  </a:lnTo>
                  <a:lnTo>
                    <a:pt x="84844" y="6183421"/>
                  </a:lnTo>
                  <a:lnTo>
                    <a:pt x="84970" y="6183421"/>
                  </a:lnTo>
                  <a:lnTo>
                    <a:pt x="85096" y="6183421"/>
                  </a:lnTo>
                  <a:lnTo>
                    <a:pt x="85222" y="6183421"/>
                  </a:lnTo>
                  <a:lnTo>
                    <a:pt x="85349" y="6183421"/>
                  </a:lnTo>
                  <a:lnTo>
                    <a:pt x="85475" y="6183421"/>
                  </a:lnTo>
                  <a:lnTo>
                    <a:pt x="85601" y="6183421"/>
                  </a:lnTo>
                  <a:lnTo>
                    <a:pt x="85727" y="6183421"/>
                  </a:lnTo>
                  <a:lnTo>
                    <a:pt x="85854" y="6183421"/>
                  </a:lnTo>
                  <a:lnTo>
                    <a:pt x="85980" y="6183421"/>
                  </a:lnTo>
                  <a:lnTo>
                    <a:pt x="86106" y="6183421"/>
                  </a:lnTo>
                  <a:lnTo>
                    <a:pt x="86232" y="6183421"/>
                  </a:lnTo>
                  <a:lnTo>
                    <a:pt x="86359" y="6183421"/>
                  </a:lnTo>
                  <a:lnTo>
                    <a:pt x="86485" y="6183421"/>
                  </a:lnTo>
                  <a:lnTo>
                    <a:pt x="86611" y="6183421"/>
                  </a:lnTo>
                  <a:lnTo>
                    <a:pt x="86737" y="6183421"/>
                  </a:lnTo>
                  <a:lnTo>
                    <a:pt x="86864" y="6183421"/>
                  </a:lnTo>
                  <a:lnTo>
                    <a:pt x="86990" y="6183421"/>
                  </a:lnTo>
                  <a:lnTo>
                    <a:pt x="87116" y="6183421"/>
                  </a:lnTo>
                  <a:lnTo>
                    <a:pt x="87242" y="6183421"/>
                  </a:lnTo>
                  <a:lnTo>
                    <a:pt x="87369" y="6183421"/>
                  </a:lnTo>
                  <a:lnTo>
                    <a:pt x="87495" y="6183421"/>
                  </a:lnTo>
                  <a:lnTo>
                    <a:pt x="87621" y="6183421"/>
                  </a:lnTo>
                  <a:lnTo>
                    <a:pt x="87748" y="6183421"/>
                  </a:lnTo>
                  <a:lnTo>
                    <a:pt x="87874" y="6183421"/>
                  </a:lnTo>
                  <a:lnTo>
                    <a:pt x="88000" y="6183421"/>
                  </a:lnTo>
                  <a:lnTo>
                    <a:pt x="88126" y="6183421"/>
                  </a:lnTo>
                  <a:lnTo>
                    <a:pt x="88253" y="6183421"/>
                  </a:lnTo>
                  <a:lnTo>
                    <a:pt x="88379" y="6183421"/>
                  </a:lnTo>
                  <a:lnTo>
                    <a:pt x="88505" y="6183421"/>
                  </a:lnTo>
                  <a:lnTo>
                    <a:pt x="88631" y="6183421"/>
                  </a:lnTo>
                  <a:lnTo>
                    <a:pt x="88758" y="6183421"/>
                  </a:lnTo>
                  <a:lnTo>
                    <a:pt x="88884" y="6183421"/>
                  </a:lnTo>
                  <a:lnTo>
                    <a:pt x="89010" y="6183421"/>
                  </a:lnTo>
                  <a:lnTo>
                    <a:pt x="89136" y="6183421"/>
                  </a:lnTo>
                  <a:lnTo>
                    <a:pt x="89263" y="6183421"/>
                  </a:lnTo>
                  <a:lnTo>
                    <a:pt x="89389" y="6183421"/>
                  </a:lnTo>
                  <a:lnTo>
                    <a:pt x="89515" y="6183421"/>
                  </a:lnTo>
                  <a:lnTo>
                    <a:pt x="89641" y="6183421"/>
                  </a:lnTo>
                  <a:lnTo>
                    <a:pt x="89768" y="6183421"/>
                  </a:lnTo>
                  <a:lnTo>
                    <a:pt x="89894" y="6183421"/>
                  </a:lnTo>
                  <a:lnTo>
                    <a:pt x="90020" y="6183421"/>
                  </a:lnTo>
                  <a:lnTo>
                    <a:pt x="90146" y="6183421"/>
                  </a:lnTo>
                  <a:lnTo>
                    <a:pt x="90273" y="6183421"/>
                  </a:lnTo>
                  <a:lnTo>
                    <a:pt x="90399" y="6183421"/>
                  </a:lnTo>
                  <a:lnTo>
                    <a:pt x="90525" y="6183421"/>
                  </a:lnTo>
                  <a:lnTo>
                    <a:pt x="90651" y="6183421"/>
                  </a:lnTo>
                  <a:lnTo>
                    <a:pt x="90778" y="6183421"/>
                  </a:lnTo>
                  <a:lnTo>
                    <a:pt x="90904" y="6183421"/>
                  </a:lnTo>
                  <a:lnTo>
                    <a:pt x="91030" y="6183421"/>
                  </a:lnTo>
                  <a:lnTo>
                    <a:pt x="91156" y="6183421"/>
                  </a:lnTo>
                  <a:lnTo>
                    <a:pt x="91283" y="6183421"/>
                  </a:lnTo>
                  <a:lnTo>
                    <a:pt x="91409" y="6183421"/>
                  </a:lnTo>
                  <a:lnTo>
                    <a:pt x="91535" y="6183421"/>
                  </a:lnTo>
                  <a:lnTo>
                    <a:pt x="91661" y="6183421"/>
                  </a:lnTo>
                  <a:lnTo>
                    <a:pt x="91788" y="6183421"/>
                  </a:lnTo>
                  <a:lnTo>
                    <a:pt x="91914" y="6183421"/>
                  </a:lnTo>
                  <a:lnTo>
                    <a:pt x="92040" y="6183421"/>
                  </a:lnTo>
                  <a:lnTo>
                    <a:pt x="92166" y="6183421"/>
                  </a:lnTo>
                  <a:lnTo>
                    <a:pt x="92293" y="6183421"/>
                  </a:lnTo>
                  <a:lnTo>
                    <a:pt x="92419" y="6183421"/>
                  </a:lnTo>
                  <a:lnTo>
                    <a:pt x="92545" y="6183421"/>
                  </a:lnTo>
                  <a:lnTo>
                    <a:pt x="92671" y="6183421"/>
                  </a:lnTo>
                  <a:lnTo>
                    <a:pt x="92798" y="6183421"/>
                  </a:lnTo>
                  <a:lnTo>
                    <a:pt x="92924" y="6183421"/>
                  </a:lnTo>
                  <a:lnTo>
                    <a:pt x="93050" y="6183421"/>
                  </a:lnTo>
                  <a:lnTo>
                    <a:pt x="93177" y="6183421"/>
                  </a:lnTo>
                  <a:lnTo>
                    <a:pt x="93303" y="6183421"/>
                  </a:lnTo>
                  <a:lnTo>
                    <a:pt x="93429" y="6183421"/>
                  </a:lnTo>
                  <a:lnTo>
                    <a:pt x="93555" y="6183421"/>
                  </a:lnTo>
                  <a:lnTo>
                    <a:pt x="93682" y="6183421"/>
                  </a:lnTo>
                  <a:lnTo>
                    <a:pt x="93808" y="6183421"/>
                  </a:lnTo>
                  <a:lnTo>
                    <a:pt x="93934" y="6183421"/>
                  </a:lnTo>
                  <a:lnTo>
                    <a:pt x="94060" y="6183421"/>
                  </a:lnTo>
                  <a:lnTo>
                    <a:pt x="94187" y="6183421"/>
                  </a:lnTo>
                  <a:lnTo>
                    <a:pt x="94313" y="6183421"/>
                  </a:lnTo>
                  <a:lnTo>
                    <a:pt x="94439" y="6183421"/>
                  </a:lnTo>
                  <a:lnTo>
                    <a:pt x="94565" y="6183421"/>
                  </a:lnTo>
                  <a:lnTo>
                    <a:pt x="94692" y="6183421"/>
                  </a:lnTo>
                  <a:lnTo>
                    <a:pt x="94818" y="6183421"/>
                  </a:lnTo>
                  <a:lnTo>
                    <a:pt x="94944" y="6183421"/>
                  </a:lnTo>
                  <a:lnTo>
                    <a:pt x="95070" y="6183421"/>
                  </a:lnTo>
                  <a:lnTo>
                    <a:pt x="95197" y="6183421"/>
                  </a:lnTo>
                  <a:lnTo>
                    <a:pt x="95323" y="6183421"/>
                  </a:lnTo>
                  <a:lnTo>
                    <a:pt x="95323" y="6178509"/>
                  </a:lnTo>
                  <a:lnTo>
                    <a:pt x="95449" y="6178509"/>
                  </a:lnTo>
                  <a:lnTo>
                    <a:pt x="95575" y="6178509"/>
                  </a:lnTo>
                  <a:lnTo>
                    <a:pt x="95702" y="6178509"/>
                  </a:lnTo>
                  <a:lnTo>
                    <a:pt x="95828" y="6178509"/>
                  </a:lnTo>
                  <a:lnTo>
                    <a:pt x="95954" y="6178509"/>
                  </a:lnTo>
                  <a:lnTo>
                    <a:pt x="96080" y="6178509"/>
                  </a:lnTo>
                  <a:lnTo>
                    <a:pt x="96207" y="6178509"/>
                  </a:lnTo>
                  <a:lnTo>
                    <a:pt x="96333" y="6178509"/>
                  </a:lnTo>
                  <a:lnTo>
                    <a:pt x="96459" y="6178509"/>
                  </a:lnTo>
                  <a:lnTo>
                    <a:pt x="96585" y="6178509"/>
                  </a:lnTo>
                  <a:lnTo>
                    <a:pt x="96712" y="6178509"/>
                  </a:lnTo>
                  <a:lnTo>
                    <a:pt x="96838" y="6178509"/>
                  </a:lnTo>
                  <a:lnTo>
                    <a:pt x="96964" y="6178509"/>
                  </a:lnTo>
                  <a:lnTo>
                    <a:pt x="97090" y="6178509"/>
                  </a:lnTo>
                  <a:lnTo>
                    <a:pt x="97217" y="6178509"/>
                  </a:lnTo>
                  <a:lnTo>
                    <a:pt x="97343" y="6178509"/>
                  </a:lnTo>
                  <a:lnTo>
                    <a:pt x="97469" y="6178509"/>
                  </a:lnTo>
                  <a:lnTo>
                    <a:pt x="97595" y="6178509"/>
                  </a:lnTo>
                  <a:lnTo>
                    <a:pt x="97722" y="6178509"/>
                  </a:lnTo>
                  <a:lnTo>
                    <a:pt x="97848" y="6178509"/>
                  </a:lnTo>
                  <a:lnTo>
                    <a:pt x="97974" y="6178509"/>
                  </a:lnTo>
                  <a:lnTo>
                    <a:pt x="98101" y="6178509"/>
                  </a:lnTo>
                  <a:lnTo>
                    <a:pt x="98227" y="6178509"/>
                  </a:lnTo>
                  <a:lnTo>
                    <a:pt x="98353" y="6178509"/>
                  </a:lnTo>
                  <a:lnTo>
                    <a:pt x="98479" y="6178509"/>
                  </a:lnTo>
                  <a:lnTo>
                    <a:pt x="98606" y="6178509"/>
                  </a:lnTo>
                  <a:lnTo>
                    <a:pt x="98732" y="6178509"/>
                  </a:lnTo>
                  <a:lnTo>
                    <a:pt x="98858" y="6178509"/>
                  </a:lnTo>
                  <a:lnTo>
                    <a:pt x="98984" y="6178509"/>
                  </a:lnTo>
                  <a:lnTo>
                    <a:pt x="99111" y="6178509"/>
                  </a:lnTo>
                  <a:lnTo>
                    <a:pt x="99237" y="6178509"/>
                  </a:lnTo>
                  <a:lnTo>
                    <a:pt x="99363" y="6178509"/>
                  </a:lnTo>
                  <a:lnTo>
                    <a:pt x="99489" y="6178509"/>
                  </a:lnTo>
                  <a:lnTo>
                    <a:pt x="99616" y="6178509"/>
                  </a:lnTo>
                  <a:lnTo>
                    <a:pt x="99742" y="6178509"/>
                  </a:lnTo>
                  <a:lnTo>
                    <a:pt x="99868" y="6178509"/>
                  </a:lnTo>
                  <a:lnTo>
                    <a:pt x="99868" y="6173598"/>
                  </a:lnTo>
                  <a:lnTo>
                    <a:pt x="99994" y="6173598"/>
                  </a:lnTo>
                  <a:lnTo>
                    <a:pt x="100121" y="6173598"/>
                  </a:lnTo>
                  <a:lnTo>
                    <a:pt x="100247" y="6173598"/>
                  </a:lnTo>
                  <a:lnTo>
                    <a:pt x="100373" y="6173598"/>
                  </a:lnTo>
                  <a:lnTo>
                    <a:pt x="100499" y="6173598"/>
                  </a:lnTo>
                  <a:lnTo>
                    <a:pt x="100626" y="6173598"/>
                  </a:lnTo>
                  <a:lnTo>
                    <a:pt x="100752" y="6173598"/>
                  </a:lnTo>
                  <a:lnTo>
                    <a:pt x="100878" y="6173598"/>
                  </a:lnTo>
                  <a:lnTo>
                    <a:pt x="101004" y="6173598"/>
                  </a:lnTo>
                  <a:lnTo>
                    <a:pt x="101131" y="6173598"/>
                  </a:lnTo>
                  <a:lnTo>
                    <a:pt x="101257" y="6173598"/>
                  </a:lnTo>
                  <a:lnTo>
                    <a:pt x="101383" y="6173598"/>
                  </a:lnTo>
                  <a:lnTo>
                    <a:pt x="101509" y="6173598"/>
                  </a:lnTo>
                  <a:lnTo>
                    <a:pt x="101636" y="6173598"/>
                  </a:lnTo>
                  <a:lnTo>
                    <a:pt x="101762" y="6173598"/>
                  </a:lnTo>
                  <a:lnTo>
                    <a:pt x="101888" y="6173598"/>
                  </a:lnTo>
                  <a:lnTo>
                    <a:pt x="102014" y="6173598"/>
                  </a:lnTo>
                  <a:lnTo>
                    <a:pt x="102141" y="6173598"/>
                  </a:lnTo>
                  <a:lnTo>
                    <a:pt x="102267" y="6173598"/>
                  </a:lnTo>
                  <a:lnTo>
                    <a:pt x="102393" y="6173598"/>
                  </a:lnTo>
                  <a:lnTo>
                    <a:pt x="102519" y="6173598"/>
                  </a:lnTo>
                  <a:lnTo>
                    <a:pt x="102646" y="6173598"/>
                  </a:lnTo>
                  <a:lnTo>
                    <a:pt x="102772" y="6173598"/>
                  </a:lnTo>
                  <a:lnTo>
                    <a:pt x="102898" y="6173598"/>
                  </a:lnTo>
                  <a:lnTo>
                    <a:pt x="103024" y="6173598"/>
                  </a:lnTo>
                  <a:lnTo>
                    <a:pt x="103151" y="6173598"/>
                  </a:lnTo>
                  <a:lnTo>
                    <a:pt x="103277" y="6173598"/>
                  </a:lnTo>
                  <a:lnTo>
                    <a:pt x="103403" y="6173598"/>
                  </a:lnTo>
                  <a:lnTo>
                    <a:pt x="103530" y="6173598"/>
                  </a:lnTo>
                  <a:lnTo>
                    <a:pt x="103656" y="6173598"/>
                  </a:lnTo>
                  <a:lnTo>
                    <a:pt x="103782" y="6173598"/>
                  </a:lnTo>
                  <a:lnTo>
                    <a:pt x="103908" y="6173598"/>
                  </a:lnTo>
                  <a:lnTo>
                    <a:pt x="104035" y="6173598"/>
                  </a:lnTo>
                  <a:lnTo>
                    <a:pt x="104161" y="6173598"/>
                  </a:lnTo>
                  <a:lnTo>
                    <a:pt x="104287" y="6173598"/>
                  </a:lnTo>
                  <a:lnTo>
                    <a:pt x="104413" y="6173598"/>
                  </a:lnTo>
                  <a:lnTo>
                    <a:pt x="104540" y="6173598"/>
                  </a:lnTo>
                  <a:lnTo>
                    <a:pt x="104666" y="6173598"/>
                  </a:lnTo>
                  <a:lnTo>
                    <a:pt x="104792" y="6173598"/>
                  </a:lnTo>
                  <a:lnTo>
                    <a:pt x="104918" y="6173598"/>
                  </a:lnTo>
                  <a:lnTo>
                    <a:pt x="105045" y="6173598"/>
                  </a:lnTo>
                  <a:lnTo>
                    <a:pt x="105171" y="6173598"/>
                  </a:lnTo>
                  <a:lnTo>
                    <a:pt x="105297" y="6173598"/>
                  </a:lnTo>
                  <a:lnTo>
                    <a:pt x="105423" y="6173598"/>
                  </a:lnTo>
                  <a:lnTo>
                    <a:pt x="105550" y="6173598"/>
                  </a:lnTo>
                  <a:lnTo>
                    <a:pt x="105676" y="6173598"/>
                  </a:lnTo>
                  <a:lnTo>
                    <a:pt x="105676" y="6168686"/>
                  </a:lnTo>
                  <a:lnTo>
                    <a:pt x="105802" y="6168686"/>
                  </a:lnTo>
                  <a:lnTo>
                    <a:pt x="105928" y="6168686"/>
                  </a:lnTo>
                  <a:lnTo>
                    <a:pt x="106055" y="6168686"/>
                  </a:lnTo>
                  <a:lnTo>
                    <a:pt x="106181" y="6168686"/>
                  </a:lnTo>
                  <a:lnTo>
                    <a:pt x="106307" y="6168686"/>
                  </a:lnTo>
                  <a:lnTo>
                    <a:pt x="106433" y="6168686"/>
                  </a:lnTo>
                  <a:lnTo>
                    <a:pt x="106560" y="6168686"/>
                  </a:lnTo>
                  <a:lnTo>
                    <a:pt x="106686" y="6168686"/>
                  </a:lnTo>
                  <a:lnTo>
                    <a:pt x="106812" y="6168686"/>
                  </a:lnTo>
                  <a:lnTo>
                    <a:pt x="106938" y="6168686"/>
                  </a:lnTo>
                  <a:lnTo>
                    <a:pt x="107065" y="6168686"/>
                  </a:lnTo>
                  <a:lnTo>
                    <a:pt x="107191" y="6168686"/>
                  </a:lnTo>
                  <a:lnTo>
                    <a:pt x="107317" y="6168686"/>
                  </a:lnTo>
                  <a:lnTo>
                    <a:pt x="107443" y="6168686"/>
                  </a:lnTo>
                  <a:lnTo>
                    <a:pt x="107570" y="6168686"/>
                  </a:lnTo>
                  <a:lnTo>
                    <a:pt x="107696" y="6168686"/>
                  </a:lnTo>
                  <a:lnTo>
                    <a:pt x="107822" y="6168686"/>
                  </a:lnTo>
                  <a:lnTo>
                    <a:pt x="107948" y="6168686"/>
                  </a:lnTo>
                  <a:lnTo>
                    <a:pt x="108075" y="6168686"/>
                  </a:lnTo>
                  <a:lnTo>
                    <a:pt x="108201" y="6168686"/>
                  </a:lnTo>
                  <a:lnTo>
                    <a:pt x="108327" y="6168686"/>
                  </a:lnTo>
                  <a:lnTo>
                    <a:pt x="108454" y="6168686"/>
                  </a:lnTo>
                  <a:lnTo>
                    <a:pt x="108580" y="6168686"/>
                  </a:lnTo>
                  <a:lnTo>
                    <a:pt x="108580" y="6163775"/>
                  </a:lnTo>
                  <a:lnTo>
                    <a:pt x="108706" y="6163775"/>
                  </a:lnTo>
                  <a:lnTo>
                    <a:pt x="108832" y="6163775"/>
                  </a:lnTo>
                  <a:lnTo>
                    <a:pt x="108959" y="6163775"/>
                  </a:lnTo>
                  <a:lnTo>
                    <a:pt x="109085" y="6163775"/>
                  </a:lnTo>
                  <a:lnTo>
                    <a:pt x="109211" y="6163775"/>
                  </a:lnTo>
                  <a:lnTo>
                    <a:pt x="109337" y="6163775"/>
                  </a:lnTo>
                  <a:lnTo>
                    <a:pt x="109464" y="6163775"/>
                  </a:lnTo>
                  <a:lnTo>
                    <a:pt x="109590" y="6163775"/>
                  </a:lnTo>
                  <a:lnTo>
                    <a:pt x="109716" y="6163775"/>
                  </a:lnTo>
                  <a:lnTo>
                    <a:pt x="109842" y="6163775"/>
                  </a:lnTo>
                  <a:lnTo>
                    <a:pt x="109969" y="6163775"/>
                  </a:lnTo>
                  <a:lnTo>
                    <a:pt x="110095" y="6163775"/>
                  </a:lnTo>
                  <a:lnTo>
                    <a:pt x="110221" y="6163775"/>
                  </a:lnTo>
                  <a:lnTo>
                    <a:pt x="110347" y="6163775"/>
                  </a:lnTo>
                  <a:lnTo>
                    <a:pt x="110474" y="6163775"/>
                  </a:lnTo>
                  <a:lnTo>
                    <a:pt x="110600" y="6163775"/>
                  </a:lnTo>
                  <a:lnTo>
                    <a:pt x="110726" y="6163775"/>
                  </a:lnTo>
                  <a:lnTo>
                    <a:pt x="110852" y="6163775"/>
                  </a:lnTo>
                  <a:lnTo>
                    <a:pt x="110979" y="6163775"/>
                  </a:lnTo>
                  <a:lnTo>
                    <a:pt x="111105" y="6163775"/>
                  </a:lnTo>
                  <a:lnTo>
                    <a:pt x="111231" y="6163775"/>
                  </a:lnTo>
                  <a:lnTo>
                    <a:pt x="111357" y="6163775"/>
                  </a:lnTo>
                  <a:lnTo>
                    <a:pt x="111484" y="6163775"/>
                  </a:lnTo>
                  <a:lnTo>
                    <a:pt x="111610" y="6163775"/>
                  </a:lnTo>
                  <a:lnTo>
                    <a:pt x="111736" y="6163775"/>
                  </a:lnTo>
                  <a:lnTo>
                    <a:pt x="111862" y="6163775"/>
                  </a:lnTo>
                  <a:lnTo>
                    <a:pt x="111989" y="6163775"/>
                  </a:lnTo>
                  <a:lnTo>
                    <a:pt x="112115" y="6163775"/>
                  </a:lnTo>
                  <a:lnTo>
                    <a:pt x="112241" y="6163775"/>
                  </a:lnTo>
                  <a:lnTo>
                    <a:pt x="112367" y="6163775"/>
                  </a:lnTo>
                  <a:lnTo>
                    <a:pt x="112494" y="6163775"/>
                  </a:lnTo>
                  <a:lnTo>
                    <a:pt x="112494" y="6158864"/>
                  </a:lnTo>
                  <a:lnTo>
                    <a:pt x="112620" y="6158864"/>
                  </a:lnTo>
                  <a:lnTo>
                    <a:pt x="112746" y="6158864"/>
                  </a:lnTo>
                  <a:lnTo>
                    <a:pt x="112872" y="6158864"/>
                  </a:lnTo>
                  <a:lnTo>
                    <a:pt x="112999" y="6158864"/>
                  </a:lnTo>
                  <a:lnTo>
                    <a:pt x="113125" y="6158864"/>
                  </a:lnTo>
                  <a:lnTo>
                    <a:pt x="113251" y="6158864"/>
                  </a:lnTo>
                  <a:lnTo>
                    <a:pt x="113377" y="6158864"/>
                  </a:lnTo>
                  <a:lnTo>
                    <a:pt x="113504" y="6158864"/>
                  </a:lnTo>
                  <a:lnTo>
                    <a:pt x="113630" y="6158864"/>
                  </a:lnTo>
                  <a:lnTo>
                    <a:pt x="113756" y="6158864"/>
                  </a:lnTo>
                  <a:lnTo>
                    <a:pt x="113883" y="6158864"/>
                  </a:lnTo>
                  <a:lnTo>
                    <a:pt x="114009" y="6158864"/>
                  </a:lnTo>
                  <a:lnTo>
                    <a:pt x="114135" y="6158864"/>
                  </a:lnTo>
                  <a:lnTo>
                    <a:pt x="114261" y="6158864"/>
                  </a:lnTo>
                  <a:lnTo>
                    <a:pt x="114388" y="6158864"/>
                  </a:lnTo>
                  <a:lnTo>
                    <a:pt x="114388" y="6153952"/>
                  </a:lnTo>
                  <a:lnTo>
                    <a:pt x="114514" y="6153952"/>
                  </a:lnTo>
                  <a:lnTo>
                    <a:pt x="114640" y="6153952"/>
                  </a:lnTo>
                  <a:lnTo>
                    <a:pt x="114766" y="6153952"/>
                  </a:lnTo>
                  <a:lnTo>
                    <a:pt x="114893" y="6153952"/>
                  </a:lnTo>
                  <a:lnTo>
                    <a:pt x="115019" y="6153952"/>
                  </a:lnTo>
                  <a:lnTo>
                    <a:pt x="115145" y="6153952"/>
                  </a:lnTo>
                  <a:lnTo>
                    <a:pt x="115271" y="6153952"/>
                  </a:lnTo>
                  <a:lnTo>
                    <a:pt x="115398" y="6153952"/>
                  </a:lnTo>
                  <a:lnTo>
                    <a:pt x="115524" y="6153952"/>
                  </a:lnTo>
                  <a:lnTo>
                    <a:pt x="115650" y="6153952"/>
                  </a:lnTo>
                  <a:lnTo>
                    <a:pt x="115776" y="6153952"/>
                  </a:lnTo>
                  <a:lnTo>
                    <a:pt x="115903" y="6153952"/>
                  </a:lnTo>
                  <a:lnTo>
                    <a:pt x="116029" y="6153952"/>
                  </a:lnTo>
                  <a:lnTo>
                    <a:pt x="116155" y="6153952"/>
                  </a:lnTo>
                  <a:lnTo>
                    <a:pt x="116281" y="6153952"/>
                  </a:lnTo>
                  <a:lnTo>
                    <a:pt x="116408" y="6153952"/>
                  </a:lnTo>
                  <a:lnTo>
                    <a:pt x="116534" y="6153952"/>
                  </a:lnTo>
                  <a:lnTo>
                    <a:pt x="116660" y="6153952"/>
                  </a:lnTo>
                  <a:lnTo>
                    <a:pt x="116786" y="6153952"/>
                  </a:lnTo>
                  <a:lnTo>
                    <a:pt x="116913" y="6153952"/>
                  </a:lnTo>
                  <a:lnTo>
                    <a:pt x="117039" y="6153952"/>
                  </a:lnTo>
                  <a:lnTo>
                    <a:pt x="117165" y="6153952"/>
                  </a:lnTo>
                  <a:lnTo>
                    <a:pt x="117291" y="6153952"/>
                  </a:lnTo>
                  <a:lnTo>
                    <a:pt x="117418" y="6153952"/>
                  </a:lnTo>
                  <a:lnTo>
                    <a:pt x="117544" y="6153952"/>
                  </a:lnTo>
                  <a:lnTo>
                    <a:pt x="117670" y="6153952"/>
                  </a:lnTo>
                  <a:lnTo>
                    <a:pt x="117796" y="6153952"/>
                  </a:lnTo>
                  <a:lnTo>
                    <a:pt x="117923" y="6153952"/>
                  </a:lnTo>
                  <a:lnTo>
                    <a:pt x="118049" y="6153952"/>
                  </a:lnTo>
                  <a:lnTo>
                    <a:pt x="118175" y="6153952"/>
                  </a:lnTo>
                  <a:lnTo>
                    <a:pt x="118301" y="6153952"/>
                  </a:lnTo>
                  <a:lnTo>
                    <a:pt x="118428" y="6153952"/>
                  </a:lnTo>
                  <a:lnTo>
                    <a:pt x="118554" y="6153952"/>
                  </a:lnTo>
                  <a:lnTo>
                    <a:pt x="118680" y="6153952"/>
                  </a:lnTo>
                  <a:lnTo>
                    <a:pt x="118807" y="6153952"/>
                  </a:lnTo>
                  <a:lnTo>
                    <a:pt x="118933" y="6153952"/>
                  </a:lnTo>
                  <a:lnTo>
                    <a:pt x="119059" y="6153952"/>
                  </a:lnTo>
                  <a:lnTo>
                    <a:pt x="119185" y="6153952"/>
                  </a:lnTo>
                  <a:lnTo>
                    <a:pt x="119312" y="6153952"/>
                  </a:lnTo>
                  <a:lnTo>
                    <a:pt x="119438" y="6153952"/>
                  </a:lnTo>
                  <a:lnTo>
                    <a:pt x="119564" y="6153952"/>
                  </a:lnTo>
                  <a:lnTo>
                    <a:pt x="119690" y="6153952"/>
                  </a:lnTo>
                  <a:lnTo>
                    <a:pt x="119817" y="6153952"/>
                  </a:lnTo>
                  <a:lnTo>
                    <a:pt x="119943" y="6153952"/>
                  </a:lnTo>
                  <a:lnTo>
                    <a:pt x="120069" y="6153952"/>
                  </a:lnTo>
                  <a:lnTo>
                    <a:pt x="120195" y="6153952"/>
                  </a:lnTo>
                  <a:lnTo>
                    <a:pt x="120322" y="6153952"/>
                  </a:lnTo>
                  <a:lnTo>
                    <a:pt x="120448" y="6153952"/>
                  </a:lnTo>
                  <a:lnTo>
                    <a:pt x="120574" y="6153952"/>
                  </a:lnTo>
                  <a:lnTo>
                    <a:pt x="120700" y="6153952"/>
                  </a:lnTo>
                  <a:lnTo>
                    <a:pt x="120827" y="6153952"/>
                  </a:lnTo>
                  <a:lnTo>
                    <a:pt x="120953" y="6153952"/>
                  </a:lnTo>
                  <a:lnTo>
                    <a:pt x="121079" y="6153952"/>
                  </a:lnTo>
                  <a:lnTo>
                    <a:pt x="121205" y="6153952"/>
                  </a:lnTo>
                  <a:lnTo>
                    <a:pt x="121332" y="6153952"/>
                  </a:lnTo>
                  <a:lnTo>
                    <a:pt x="121458" y="6153952"/>
                  </a:lnTo>
                  <a:lnTo>
                    <a:pt x="121584" y="6153952"/>
                  </a:lnTo>
                  <a:lnTo>
                    <a:pt x="121710" y="6153952"/>
                  </a:lnTo>
                  <a:lnTo>
                    <a:pt x="121837" y="6153952"/>
                  </a:lnTo>
                  <a:lnTo>
                    <a:pt x="121963" y="6153952"/>
                  </a:lnTo>
                  <a:lnTo>
                    <a:pt x="122089" y="6153952"/>
                  </a:lnTo>
                  <a:lnTo>
                    <a:pt x="122215" y="6153952"/>
                  </a:lnTo>
                  <a:lnTo>
                    <a:pt x="122342" y="6153952"/>
                  </a:lnTo>
                  <a:lnTo>
                    <a:pt x="122468" y="6153952"/>
                  </a:lnTo>
                  <a:lnTo>
                    <a:pt x="122594" y="6153952"/>
                  </a:lnTo>
                  <a:lnTo>
                    <a:pt x="122594" y="6149041"/>
                  </a:lnTo>
                  <a:lnTo>
                    <a:pt x="122720" y="6149041"/>
                  </a:lnTo>
                  <a:lnTo>
                    <a:pt x="122847" y="6149041"/>
                  </a:lnTo>
                  <a:lnTo>
                    <a:pt x="122973" y="6149041"/>
                  </a:lnTo>
                  <a:lnTo>
                    <a:pt x="123099" y="6149041"/>
                  </a:lnTo>
                  <a:lnTo>
                    <a:pt x="123225" y="6149041"/>
                  </a:lnTo>
                  <a:lnTo>
                    <a:pt x="123352" y="6149041"/>
                  </a:lnTo>
                  <a:lnTo>
                    <a:pt x="123478" y="6149041"/>
                  </a:lnTo>
                  <a:lnTo>
                    <a:pt x="123604" y="6149041"/>
                  </a:lnTo>
                  <a:lnTo>
                    <a:pt x="123731" y="6149041"/>
                  </a:lnTo>
                  <a:lnTo>
                    <a:pt x="123857" y="6149041"/>
                  </a:lnTo>
                  <a:lnTo>
                    <a:pt x="123983" y="6149041"/>
                  </a:lnTo>
                  <a:lnTo>
                    <a:pt x="124109" y="6149041"/>
                  </a:lnTo>
                  <a:lnTo>
                    <a:pt x="124236" y="6149041"/>
                  </a:lnTo>
                  <a:lnTo>
                    <a:pt x="124362" y="6149041"/>
                  </a:lnTo>
                  <a:lnTo>
                    <a:pt x="124488" y="6149041"/>
                  </a:lnTo>
                  <a:lnTo>
                    <a:pt x="124614" y="6149041"/>
                  </a:lnTo>
                  <a:lnTo>
                    <a:pt x="124741" y="6149041"/>
                  </a:lnTo>
                  <a:lnTo>
                    <a:pt x="124867" y="6149041"/>
                  </a:lnTo>
                  <a:lnTo>
                    <a:pt x="124993" y="6149041"/>
                  </a:lnTo>
                  <a:lnTo>
                    <a:pt x="125119" y="6149041"/>
                  </a:lnTo>
                  <a:lnTo>
                    <a:pt x="125246" y="6149041"/>
                  </a:lnTo>
                  <a:lnTo>
                    <a:pt x="125372" y="6149041"/>
                  </a:lnTo>
                  <a:lnTo>
                    <a:pt x="125498" y="6149041"/>
                  </a:lnTo>
                  <a:lnTo>
                    <a:pt x="125624" y="6149041"/>
                  </a:lnTo>
                  <a:lnTo>
                    <a:pt x="125751" y="6149041"/>
                  </a:lnTo>
                  <a:lnTo>
                    <a:pt x="125877" y="6149041"/>
                  </a:lnTo>
                  <a:lnTo>
                    <a:pt x="126003" y="6149041"/>
                  </a:lnTo>
                  <a:lnTo>
                    <a:pt x="126129" y="6149041"/>
                  </a:lnTo>
                  <a:lnTo>
                    <a:pt x="126256" y="6149041"/>
                  </a:lnTo>
                  <a:lnTo>
                    <a:pt x="126382" y="6149041"/>
                  </a:lnTo>
                  <a:lnTo>
                    <a:pt x="126508" y="6149041"/>
                  </a:lnTo>
                  <a:lnTo>
                    <a:pt x="126634" y="6149041"/>
                  </a:lnTo>
                  <a:lnTo>
                    <a:pt x="126761" y="6149041"/>
                  </a:lnTo>
                  <a:lnTo>
                    <a:pt x="126887" y="6149041"/>
                  </a:lnTo>
                  <a:lnTo>
                    <a:pt x="127013" y="6149041"/>
                  </a:lnTo>
                  <a:lnTo>
                    <a:pt x="127139" y="6149041"/>
                  </a:lnTo>
                  <a:lnTo>
                    <a:pt x="127266" y="6149041"/>
                  </a:lnTo>
                  <a:lnTo>
                    <a:pt x="127392" y="6149041"/>
                  </a:lnTo>
                  <a:lnTo>
                    <a:pt x="127518" y="6149041"/>
                  </a:lnTo>
                  <a:lnTo>
                    <a:pt x="127644" y="6149041"/>
                  </a:lnTo>
                  <a:lnTo>
                    <a:pt x="127771" y="6149041"/>
                  </a:lnTo>
                  <a:lnTo>
                    <a:pt x="127897" y="6149041"/>
                  </a:lnTo>
                  <a:lnTo>
                    <a:pt x="128023" y="6149041"/>
                  </a:lnTo>
                  <a:lnTo>
                    <a:pt x="128149" y="6149041"/>
                  </a:lnTo>
                  <a:lnTo>
                    <a:pt x="128276" y="6149041"/>
                  </a:lnTo>
                  <a:lnTo>
                    <a:pt x="128402" y="6149041"/>
                  </a:lnTo>
                  <a:lnTo>
                    <a:pt x="128528" y="6149041"/>
                  </a:lnTo>
                  <a:lnTo>
                    <a:pt x="128654" y="6149041"/>
                  </a:lnTo>
                  <a:lnTo>
                    <a:pt x="128781" y="6149041"/>
                  </a:lnTo>
                  <a:lnTo>
                    <a:pt x="128907" y="6149041"/>
                  </a:lnTo>
                  <a:lnTo>
                    <a:pt x="129033" y="6149041"/>
                  </a:lnTo>
                  <a:lnTo>
                    <a:pt x="129160" y="6149041"/>
                  </a:lnTo>
                  <a:lnTo>
                    <a:pt x="129286" y="6149041"/>
                  </a:lnTo>
                  <a:lnTo>
                    <a:pt x="129412" y="6149041"/>
                  </a:lnTo>
                  <a:lnTo>
                    <a:pt x="129538" y="6149041"/>
                  </a:lnTo>
                  <a:lnTo>
                    <a:pt x="129665" y="6149041"/>
                  </a:lnTo>
                  <a:lnTo>
                    <a:pt x="129791" y="6149041"/>
                  </a:lnTo>
                  <a:lnTo>
                    <a:pt x="129791" y="6144130"/>
                  </a:lnTo>
                  <a:lnTo>
                    <a:pt x="129917" y="6144130"/>
                  </a:lnTo>
                  <a:lnTo>
                    <a:pt x="129917" y="6139218"/>
                  </a:lnTo>
                  <a:lnTo>
                    <a:pt x="130043" y="6139218"/>
                  </a:lnTo>
                  <a:lnTo>
                    <a:pt x="130043" y="6134307"/>
                  </a:lnTo>
                  <a:lnTo>
                    <a:pt x="130170" y="6134307"/>
                  </a:lnTo>
                  <a:lnTo>
                    <a:pt x="130296" y="6134307"/>
                  </a:lnTo>
                  <a:lnTo>
                    <a:pt x="130422" y="6134307"/>
                  </a:lnTo>
                  <a:lnTo>
                    <a:pt x="130548" y="6134307"/>
                  </a:lnTo>
                  <a:lnTo>
                    <a:pt x="130675" y="6134307"/>
                  </a:lnTo>
                  <a:lnTo>
                    <a:pt x="130801" y="6134307"/>
                  </a:lnTo>
                  <a:lnTo>
                    <a:pt x="130927" y="6134307"/>
                  </a:lnTo>
                  <a:lnTo>
                    <a:pt x="131053" y="6134307"/>
                  </a:lnTo>
                  <a:lnTo>
                    <a:pt x="131180" y="6134307"/>
                  </a:lnTo>
                  <a:lnTo>
                    <a:pt x="131306" y="6134307"/>
                  </a:lnTo>
                  <a:lnTo>
                    <a:pt x="131432" y="6134307"/>
                  </a:lnTo>
                  <a:lnTo>
                    <a:pt x="131558" y="6134307"/>
                  </a:lnTo>
                  <a:lnTo>
                    <a:pt x="131685" y="6134307"/>
                  </a:lnTo>
                  <a:lnTo>
                    <a:pt x="131811" y="6134307"/>
                  </a:lnTo>
                  <a:lnTo>
                    <a:pt x="131937" y="6134307"/>
                  </a:lnTo>
                  <a:lnTo>
                    <a:pt x="132063" y="6134307"/>
                  </a:lnTo>
                  <a:lnTo>
                    <a:pt x="132190" y="6134307"/>
                  </a:lnTo>
                  <a:lnTo>
                    <a:pt x="132316" y="6134307"/>
                  </a:lnTo>
                  <a:lnTo>
                    <a:pt x="132442" y="6134307"/>
                  </a:lnTo>
                  <a:lnTo>
                    <a:pt x="132568" y="6134307"/>
                  </a:lnTo>
                  <a:lnTo>
                    <a:pt x="132695" y="6134307"/>
                  </a:lnTo>
                  <a:lnTo>
                    <a:pt x="132821" y="6134307"/>
                  </a:lnTo>
                  <a:lnTo>
                    <a:pt x="132947" y="6134307"/>
                  </a:lnTo>
                  <a:lnTo>
                    <a:pt x="133073" y="6134307"/>
                  </a:lnTo>
                  <a:lnTo>
                    <a:pt x="133200" y="6134307"/>
                  </a:lnTo>
                  <a:lnTo>
                    <a:pt x="133326" y="6134307"/>
                  </a:lnTo>
                  <a:lnTo>
                    <a:pt x="133452" y="6134307"/>
                  </a:lnTo>
                  <a:lnTo>
                    <a:pt x="133578" y="6134307"/>
                  </a:lnTo>
                  <a:lnTo>
                    <a:pt x="133705" y="6134307"/>
                  </a:lnTo>
                  <a:lnTo>
                    <a:pt x="133831" y="6134307"/>
                  </a:lnTo>
                  <a:lnTo>
                    <a:pt x="133957" y="6134307"/>
                  </a:lnTo>
                  <a:lnTo>
                    <a:pt x="134084" y="6134307"/>
                  </a:lnTo>
                  <a:lnTo>
                    <a:pt x="134210" y="6134307"/>
                  </a:lnTo>
                  <a:lnTo>
                    <a:pt x="134336" y="6134307"/>
                  </a:lnTo>
                  <a:lnTo>
                    <a:pt x="134462" y="6134307"/>
                  </a:lnTo>
                  <a:lnTo>
                    <a:pt x="134589" y="6134307"/>
                  </a:lnTo>
                  <a:lnTo>
                    <a:pt x="134589" y="6129395"/>
                  </a:lnTo>
                  <a:lnTo>
                    <a:pt x="134715" y="6129395"/>
                  </a:lnTo>
                  <a:lnTo>
                    <a:pt x="134841" y="6129395"/>
                  </a:lnTo>
                  <a:lnTo>
                    <a:pt x="134967" y="6129395"/>
                  </a:lnTo>
                  <a:lnTo>
                    <a:pt x="135094" y="6129395"/>
                  </a:lnTo>
                  <a:lnTo>
                    <a:pt x="135220" y="6129395"/>
                  </a:lnTo>
                  <a:lnTo>
                    <a:pt x="135346" y="6129395"/>
                  </a:lnTo>
                  <a:lnTo>
                    <a:pt x="135472" y="6129395"/>
                  </a:lnTo>
                  <a:lnTo>
                    <a:pt x="135599" y="6129395"/>
                  </a:lnTo>
                  <a:lnTo>
                    <a:pt x="135725" y="6129395"/>
                  </a:lnTo>
                  <a:lnTo>
                    <a:pt x="135851" y="6129395"/>
                  </a:lnTo>
                  <a:lnTo>
                    <a:pt x="135977" y="6129395"/>
                  </a:lnTo>
                  <a:lnTo>
                    <a:pt x="136104" y="6129395"/>
                  </a:lnTo>
                  <a:lnTo>
                    <a:pt x="136230" y="6129395"/>
                  </a:lnTo>
                  <a:lnTo>
                    <a:pt x="136356" y="6129395"/>
                  </a:lnTo>
                  <a:lnTo>
                    <a:pt x="136482" y="6129395"/>
                  </a:lnTo>
                  <a:lnTo>
                    <a:pt x="136609" y="6129395"/>
                  </a:lnTo>
                  <a:lnTo>
                    <a:pt x="136735" y="6129395"/>
                  </a:lnTo>
                  <a:lnTo>
                    <a:pt x="136861" y="6129395"/>
                  </a:lnTo>
                  <a:lnTo>
                    <a:pt x="136987" y="6129395"/>
                  </a:lnTo>
                  <a:lnTo>
                    <a:pt x="137114" y="6129395"/>
                  </a:lnTo>
                  <a:lnTo>
                    <a:pt x="137240" y="6129395"/>
                  </a:lnTo>
                  <a:lnTo>
                    <a:pt x="137366" y="6129395"/>
                  </a:lnTo>
                  <a:lnTo>
                    <a:pt x="137492" y="6129395"/>
                  </a:lnTo>
                  <a:lnTo>
                    <a:pt x="137619" y="6129395"/>
                  </a:lnTo>
                  <a:lnTo>
                    <a:pt x="137745" y="6129395"/>
                  </a:lnTo>
                  <a:lnTo>
                    <a:pt x="137871" y="6129395"/>
                  </a:lnTo>
                  <a:lnTo>
                    <a:pt x="137997" y="6129395"/>
                  </a:lnTo>
                  <a:lnTo>
                    <a:pt x="138124" y="6129395"/>
                  </a:lnTo>
                  <a:lnTo>
                    <a:pt x="138250" y="6129395"/>
                  </a:lnTo>
                  <a:lnTo>
                    <a:pt x="138376" y="6129395"/>
                  </a:lnTo>
                  <a:lnTo>
                    <a:pt x="138502" y="6129395"/>
                  </a:lnTo>
                  <a:lnTo>
                    <a:pt x="138629" y="6129395"/>
                  </a:lnTo>
                  <a:lnTo>
                    <a:pt x="138755" y="6129395"/>
                  </a:lnTo>
                  <a:lnTo>
                    <a:pt x="138755" y="6124484"/>
                  </a:lnTo>
                  <a:lnTo>
                    <a:pt x="138881" y="6124484"/>
                  </a:lnTo>
                  <a:lnTo>
                    <a:pt x="139007" y="6124484"/>
                  </a:lnTo>
                  <a:lnTo>
                    <a:pt x="139134" y="6124484"/>
                  </a:lnTo>
                  <a:lnTo>
                    <a:pt x="139260" y="6124484"/>
                  </a:lnTo>
                  <a:lnTo>
                    <a:pt x="139386" y="6124484"/>
                  </a:lnTo>
                  <a:lnTo>
                    <a:pt x="139513" y="6124484"/>
                  </a:lnTo>
                  <a:lnTo>
                    <a:pt x="139639" y="6124484"/>
                  </a:lnTo>
                  <a:lnTo>
                    <a:pt x="139765" y="6124484"/>
                  </a:lnTo>
                  <a:lnTo>
                    <a:pt x="139891" y="6124484"/>
                  </a:lnTo>
                  <a:lnTo>
                    <a:pt x="140018" y="6124484"/>
                  </a:lnTo>
                  <a:lnTo>
                    <a:pt x="140144" y="6124484"/>
                  </a:lnTo>
                  <a:lnTo>
                    <a:pt x="140270" y="6124484"/>
                  </a:lnTo>
                  <a:lnTo>
                    <a:pt x="140396" y="6124484"/>
                  </a:lnTo>
                  <a:lnTo>
                    <a:pt x="140523" y="6124484"/>
                  </a:lnTo>
                  <a:lnTo>
                    <a:pt x="140649" y="6124484"/>
                  </a:lnTo>
                  <a:lnTo>
                    <a:pt x="140649" y="6119573"/>
                  </a:lnTo>
                  <a:lnTo>
                    <a:pt x="140775" y="6119573"/>
                  </a:lnTo>
                  <a:lnTo>
                    <a:pt x="140901" y="6119573"/>
                  </a:lnTo>
                  <a:lnTo>
                    <a:pt x="141028" y="6119573"/>
                  </a:lnTo>
                  <a:lnTo>
                    <a:pt x="141154" y="6119573"/>
                  </a:lnTo>
                  <a:lnTo>
                    <a:pt x="141280" y="6119573"/>
                  </a:lnTo>
                  <a:lnTo>
                    <a:pt x="141406" y="6119573"/>
                  </a:lnTo>
                  <a:lnTo>
                    <a:pt x="141533" y="6119573"/>
                  </a:lnTo>
                  <a:lnTo>
                    <a:pt x="141659" y="6119573"/>
                  </a:lnTo>
                  <a:lnTo>
                    <a:pt x="141785" y="6119573"/>
                  </a:lnTo>
                  <a:lnTo>
                    <a:pt x="141911" y="6119573"/>
                  </a:lnTo>
                  <a:lnTo>
                    <a:pt x="142038" y="6119573"/>
                  </a:lnTo>
                  <a:lnTo>
                    <a:pt x="142164" y="6119573"/>
                  </a:lnTo>
                  <a:lnTo>
                    <a:pt x="142164" y="6114661"/>
                  </a:lnTo>
                  <a:lnTo>
                    <a:pt x="142290" y="6114661"/>
                  </a:lnTo>
                  <a:lnTo>
                    <a:pt x="142416" y="6114661"/>
                  </a:lnTo>
                  <a:lnTo>
                    <a:pt x="142543" y="6114661"/>
                  </a:lnTo>
                  <a:lnTo>
                    <a:pt x="142669" y="6114661"/>
                  </a:lnTo>
                  <a:lnTo>
                    <a:pt x="142795" y="6114661"/>
                  </a:lnTo>
                  <a:lnTo>
                    <a:pt x="142921" y="6114661"/>
                  </a:lnTo>
                  <a:lnTo>
                    <a:pt x="143048" y="6114661"/>
                  </a:lnTo>
                  <a:lnTo>
                    <a:pt x="143174" y="6114661"/>
                  </a:lnTo>
                  <a:lnTo>
                    <a:pt x="143300" y="6114661"/>
                  </a:lnTo>
                  <a:lnTo>
                    <a:pt x="143426" y="6114661"/>
                  </a:lnTo>
                  <a:lnTo>
                    <a:pt x="143553" y="6114661"/>
                  </a:lnTo>
                  <a:lnTo>
                    <a:pt x="143679" y="6114661"/>
                  </a:lnTo>
                  <a:lnTo>
                    <a:pt x="143805" y="6114661"/>
                  </a:lnTo>
                  <a:lnTo>
                    <a:pt x="143931" y="6114661"/>
                  </a:lnTo>
                  <a:lnTo>
                    <a:pt x="144058" y="6114661"/>
                  </a:lnTo>
                  <a:lnTo>
                    <a:pt x="144184" y="6114661"/>
                  </a:lnTo>
                  <a:lnTo>
                    <a:pt x="144310" y="6114661"/>
                  </a:lnTo>
                  <a:lnTo>
                    <a:pt x="144437" y="6114661"/>
                  </a:lnTo>
                  <a:lnTo>
                    <a:pt x="144563" y="6114661"/>
                  </a:lnTo>
                  <a:lnTo>
                    <a:pt x="144689" y="6114661"/>
                  </a:lnTo>
                  <a:lnTo>
                    <a:pt x="144815" y="6114661"/>
                  </a:lnTo>
                  <a:lnTo>
                    <a:pt x="144942" y="6114661"/>
                  </a:lnTo>
                  <a:lnTo>
                    <a:pt x="145068" y="6114661"/>
                  </a:lnTo>
                  <a:lnTo>
                    <a:pt x="145194" y="6114661"/>
                  </a:lnTo>
                  <a:lnTo>
                    <a:pt x="145320" y="6114661"/>
                  </a:lnTo>
                  <a:lnTo>
                    <a:pt x="145447" y="6114661"/>
                  </a:lnTo>
                  <a:lnTo>
                    <a:pt x="145447" y="6109750"/>
                  </a:lnTo>
                  <a:lnTo>
                    <a:pt x="145573" y="6109750"/>
                  </a:lnTo>
                  <a:lnTo>
                    <a:pt x="145573" y="6104839"/>
                  </a:lnTo>
                  <a:lnTo>
                    <a:pt x="145699" y="6104839"/>
                  </a:lnTo>
                  <a:lnTo>
                    <a:pt x="145825" y="6104839"/>
                  </a:lnTo>
                  <a:lnTo>
                    <a:pt x="145952" y="6104839"/>
                  </a:lnTo>
                  <a:lnTo>
                    <a:pt x="146078" y="6104839"/>
                  </a:lnTo>
                  <a:lnTo>
                    <a:pt x="146204" y="6104839"/>
                  </a:lnTo>
                  <a:lnTo>
                    <a:pt x="146330" y="6104839"/>
                  </a:lnTo>
                  <a:lnTo>
                    <a:pt x="146457" y="6104839"/>
                  </a:lnTo>
                  <a:lnTo>
                    <a:pt x="146583" y="6104839"/>
                  </a:lnTo>
                  <a:lnTo>
                    <a:pt x="146583" y="6099927"/>
                  </a:lnTo>
                  <a:lnTo>
                    <a:pt x="146709" y="6099927"/>
                  </a:lnTo>
                  <a:lnTo>
                    <a:pt x="146835" y="6099927"/>
                  </a:lnTo>
                  <a:lnTo>
                    <a:pt x="146962" y="6099927"/>
                  </a:lnTo>
                  <a:lnTo>
                    <a:pt x="147088" y="6099927"/>
                  </a:lnTo>
                  <a:lnTo>
                    <a:pt x="147214" y="6099927"/>
                  </a:lnTo>
                  <a:lnTo>
                    <a:pt x="147340" y="6099927"/>
                  </a:lnTo>
                  <a:lnTo>
                    <a:pt x="147467" y="6099927"/>
                  </a:lnTo>
                  <a:lnTo>
                    <a:pt x="147593" y="6099927"/>
                  </a:lnTo>
                  <a:lnTo>
                    <a:pt x="147719" y="6099927"/>
                  </a:lnTo>
                  <a:lnTo>
                    <a:pt x="147845" y="6099927"/>
                  </a:lnTo>
                  <a:lnTo>
                    <a:pt x="147972" y="6099927"/>
                  </a:lnTo>
                  <a:lnTo>
                    <a:pt x="148098" y="6099927"/>
                  </a:lnTo>
                  <a:lnTo>
                    <a:pt x="148224" y="6099927"/>
                  </a:lnTo>
                  <a:lnTo>
                    <a:pt x="148350" y="6099927"/>
                  </a:lnTo>
                  <a:lnTo>
                    <a:pt x="148477" y="6099927"/>
                  </a:lnTo>
                  <a:lnTo>
                    <a:pt x="148603" y="6099927"/>
                  </a:lnTo>
                  <a:lnTo>
                    <a:pt x="148729" y="6099927"/>
                  </a:lnTo>
                  <a:lnTo>
                    <a:pt x="148855" y="6099927"/>
                  </a:lnTo>
                  <a:lnTo>
                    <a:pt x="148982" y="6099927"/>
                  </a:lnTo>
                  <a:lnTo>
                    <a:pt x="149108" y="6099927"/>
                  </a:lnTo>
                  <a:lnTo>
                    <a:pt x="149234" y="6099927"/>
                  </a:lnTo>
                  <a:lnTo>
                    <a:pt x="149360" y="6099927"/>
                  </a:lnTo>
                  <a:lnTo>
                    <a:pt x="149487" y="6099927"/>
                  </a:lnTo>
                  <a:lnTo>
                    <a:pt x="149613" y="6099927"/>
                  </a:lnTo>
                  <a:lnTo>
                    <a:pt x="149739" y="6099927"/>
                  </a:lnTo>
                  <a:lnTo>
                    <a:pt x="149866" y="6099927"/>
                  </a:lnTo>
                  <a:lnTo>
                    <a:pt x="149992" y="6099927"/>
                  </a:lnTo>
                  <a:lnTo>
                    <a:pt x="150118" y="6099927"/>
                  </a:lnTo>
                  <a:lnTo>
                    <a:pt x="150244" y="6099927"/>
                  </a:lnTo>
                  <a:lnTo>
                    <a:pt x="150244" y="6095016"/>
                  </a:lnTo>
                  <a:lnTo>
                    <a:pt x="150371" y="6095016"/>
                  </a:lnTo>
                  <a:lnTo>
                    <a:pt x="150497" y="6095016"/>
                  </a:lnTo>
                  <a:lnTo>
                    <a:pt x="150623" y="6095016"/>
                  </a:lnTo>
                  <a:lnTo>
                    <a:pt x="150749" y="6095016"/>
                  </a:lnTo>
                  <a:lnTo>
                    <a:pt x="150749" y="6090104"/>
                  </a:lnTo>
                  <a:lnTo>
                    <a:pt x="150876" y="6090104"/>
                  </a:lnTo>
                  <a:lnTo>
                    <a:pt x="151002" y="6090104"/>
                  </a:lnTo>
                  <a:lnTo>
                    <a:pt x="151128" y="6090104"/>
                  </a:lnTo>
                  <a:lnTo>
                    <a:pt x="151254" y="6090104"/>
                  </a:lnTo>
                  <a:lnTo>
                    <a:pt x="151381" y="6090104"/>
                  </a:lnTo>
                  <a:lnTo>
                    <a:pt x="151507" y="6090104"/>
                  </a:lnTo>
                  <a:lnTo>
                    <a:pt x="151633" y="6090104"/>
                  </a:lnTo>
                  <a:lnTo>
                    <a:pt x="151759" y="6090104"/>
                  </a:lnTo>
                  <a:lnTo>
                    <a:pt x="151886" y="6090104"/>
                  </a:lnTo>
                  <a:lnTo>
                    <a:pt x="152012" y="6090104"/>
                  </a:lnTo>
                  <a:lnTo>
                    <a:pt x="152138" y="6090104"/>
                  </a:lnTo>
                  <a:lnTo>
                    <a:pt x="152264" y="6090104"/>
                  </a:lnTo>
                  <a:lnTo>
                    <a:pt x="152391" y="6090104"/>
                  </a:lnTo>
                  <a:lnTo>
                    <a:pt x="152391" y="6085193"/>
                  </a:lnTo>
                  <a:lnTo>
                    <a:pt x="152517" y="6085193"/>
                  </a:lnTo>
                  <a:lnTo>
                    <a:pt x="152643" y="6085193"/>
                  </a:lnTo>
                  <a:lnTo>
                    <a:pt x="152769" y="6085193"/>
                  </a:lnTo>
                  <a:lnTo>
                    <a:pt x="152896" y="6085193"/>
                  </a:lnTo>
                  <a:lnTo>
                    <a:pt x="153022" y="6085193"/>
                  </a:lnTo>
                  <a:lnTo>
                    <a:pt x="153148" y="6085193"/>
                  </a:lnTo>
                  <a:lnTo>
                    <a:pt x="153274" y="6085193"/>
                  </a:lnTo>
                  <a:lnTo>
                    <a:pt x="153401" y="6085193"/>
                  </a:lnTo>
                  <a:lnTo>
                    <a:pt x="153527" y="6085193"/>
                  </a:lnTo>
                  <a:lnTo>
                    <a:pt x="153653" y="6085193"/>
                  </a:lnTo>
                  <a:lnTo>
                    <a:pt x="153779" y="6085193"/>
                  </a:lnTo>
                  <a:lnTo>
                    <a:pt x="153906" y="6085193"/>
                  </a:lnTo>
                  <a:lnTo>
                    <a:pt x="154032" y="6085193"/>
                  </a:lnTo>
                  <a:lnTo>
                    <a:pt x="154158" y="6085193"/>
                  </a:lnTo>
                  <a:lnTo>
                    <a:pt x="154284" y="6085193"/>
                  </a:lnTo>
                  <a:lnTo>
                    <a:pt x="154411" y="6085193"/>
                  </a:lnTo>
                  <a:lnTo>
                    <a:pt x="154537" y="6085193"/>
                  </a:lnTo>
                  <a:lnTo>
                    <a:pt x="154663" y="6085193"/>
                  </a:lnTo>
                  <a:lnTo>
                    <a:pt x="154790" y="6085193"/>
                  </a:lnTo>
                  <a:lnTo>
                    <a:pt x="154916" y="6085193"/>
                  </a:lnTo>
                  <a:lnTo>
                    <a:pt x="155042" y="6085193"/>
                  </a:lnTo>
                  <a:lnTo>
                    <a:pt x="155168" y="6085193"/>
                  </a:lnTo>
                  <a:lnTo>
                    <a:pt x="155295" y="6085193"/>
                  </a:lnTo>
                  <a:lnTo>
                    <a:pt x="155421" y="6085193"/>
                  </a:lnTo>
                  <a:lnTo>
                    <a:pt x="155547" y="6085193"/>
                  </a:lnTo>
                  <a:lnTo>
                    <a:pt x="155673" y="6085193"/>
                  </a:lnTo>
                  <a:lnTo>
                    <a:pt x="155673" y="6080282"/>
                  </a:lnTo>
                  <a:lnTo>
                    <a:pt x="155800" y="6080282"/>
                  </a:lnTo>
                  <a:lnTo>
                    <a:pt x="155926" y="6080282"/>
                  </a:lnTo>
                  <a:lnTo>
                    <a:pt x="156052" y="6080282"/>
                  </a:lnTo>
                  <a:lnTo>
                    <a:pt x="156178" y="6080282"/>
                  </a:lnTo>
                  <a:lnTo>
                    <a:pt x="156305" y="6080282"/>
                  </a:lnTo>
                  <a:lnTo>
                    <a:pt x="156431" y="6080282"/>
                  </a:lnTo>
                  <a:lnTo>
                    <a:pt x="156557" y="6080282"/>
                  </a:lnTo>
                  <a:lnTo>
                    <a:pt x="156683" y="6080282"/>
                  </a:lnTo>
                  <a:lnTo>
                    <a:pt x="156810" y="6080282"/>
                  </a:lnTo>
                  <a:lnTo>
                    <a:pt x="156936" y="6080282"/>
                  </a:lnTo>
                  <a:lnTo>
                    <a:pt x="157062" y="6080282"/>
                  </a:lnTo>
                  <a:lnTo>
                    <a:pt x="157188" y="6080282"/>
                  </a:lnTo>
                  <a:lnTo>
                    <a:pt x="157315" y="6080282"/>
                  </a:lnTo>
                  <a:lnTo>
                    <a:pt x="157441" y="6080282"/>
                  </a:lnTo>
                  <a:lnTo>
                    <a:pt x="157567" y="6080282"/>
                  </a:lnTo>
                  <a:lnTo>
                    <a:pt x="157567" y="6075370"/>
                  </a:lnTo>
                  <a:lnTo>
                    <a:pt x="157693" y="6075370"/>
                  </a:lnTo>
                  <a:lnTo>
                    <a:pt x="157820" y="6075370"/>
                  </a:lnTo>
                  <a:lnTo>
                    <a:pt x="157946" y="6075370"/>
                  </a:lnTo>
                  <a:lnTo>
                    <a:pt x="158072" y="6075370"/>
                  </a:lnTo>
                  <a:lnTo>
                    <a:pt x="158198" y="6075370"/>
                  </a:lnTo>
                  <a:lnTo>
                    <a:pt x="158325" y="6075370"/>
                  </a:lnTo>
                  <a:lnTo>
                    <a:pt x="158451" y="6075370"/>
                  </a:lnTo>
                  <a:lnTo>
                    <a:pt x="158577" y="6075370"/>
                  </a:lnTo>
                  <a:lnTo>
                    <a:pt x="158703" y="6075370"/>
                  </a:lnTo>
                  <a:lnTo>
                    <a:pt x="158830" y="6075370"/>
                  </a:lnTo>
                  <a:lnTo>
                    <a:pt x="158956" y="6075370"/>
                  </a:lnTo>
                  <a:lnTo>
                    <a:pt x="159082" y="6075370"/>
                  </a:lnTo>
                  <a:lnTo>
                    <a:pt x="159208" y="6075370"/>
                  </a:lnTo>
                  <a:lnTo>
                    <a:pt x="159335" y="6075370"/>
                  </a:lnTo>
                  <a:lnTo>
                    <a:pt x="159461" y="6075370"/>
                  </a:lnTo>
                  <a:lnTo>
                    <a:pt x="159587" y="6075370"/>
                  </a:lnTo>
                  <a:lnTo>
                    <a:pt x="159713" y="6075370"/>
                  </a:lnTo>
                  <a:lnTo>
                    <a:pt x="159840" y="6075370"/>
                  </a:lnTo>
                  <a:lnTo>
                    <a:pt x="159966" y="6075370"/>
                  </a:lnTo>
                  <a:lnTo>
                    <a:pt x="160092" y="6075370"/>
                  </a:lnTo>
                  <a:lnTo>
                    <a:pt x="160219" y="6075370"/>
                  </a:lnTo>
                  <a:lnTo>
                    <a:pt x="160345" y="6075370"/>
                  </a:lnTo>
                  <a:lnTo>
                    <a:pt x="160471" y="6075370"/>
                  </a:lnTo>
                  <a:lnTo>
                    <a:pt x="160597" y="6075370"/>
                  </a:lnTo>
                  <a:lnTo>
                    <a:pt x="160724" y="6075370"/>
                  </a:lnTo>
                  <a:lnTo>
                    <a:pt x="160850" y="6075370"/>
                  </a:lnTo>
                  <a:lnTo>
                    <a:pt x="160976" y="6075370"/>
                  </a:lnTo>
                  <a:lnTo>
                    <a:pt x="161102" y="6075370"/>
                  </a:lnTo>
                  <a:lnTo>
                    <a:pt x="161229" y="6075370"/>
                  </a:lnTo>
                  <a:lnTo>
                    <a:pt x="161355" y="6075370"/>
                  </a:lnTo>
                  <a:lnTo>
                    <a:pt x="161355" y="6070459"/>
                  </a:lnTo>
                  <a:lnTo>
                    <a:pt x="161481" y="6070459"/>
                  </a:lnTo>
                  <a:lnTo>
                    <a:pt x="161607" y="6070459"/>
                  </a:lnTo>
                  <a:lnTo>
                    <a:pt x="161734" y="6070459"/>
                  </a:lnTo>
                  <a:lnTo>
                    <a:pt x="161860" y="6070459"/>
                  </a:lnTo>
                  <a:lnTo>
                    <a:pt x="161986" y="6070459"/>
                  </a:lnTo>
                  <a:lnTo>
                    <a:pt x="162112" y="6070459"/>
                  </a:lnTo>
                  <a:lnTo>
                    <a:pt x="162239" y="6070459"/>
                  </a:lnTo>
                  <a:lnTo>
                    <a:pt x="162365" y="6070459"/>
                  </a:lnTo>
                  <a:lnTo>
                    <a:pt x="162491" y="6070459"/>
                  </a:lnTo>
                  <a:lnTo>
                    <a:pt x="162617" y="6070459"/>
                  </a:lnTo>
                  <a:lnTo>
                    <a:pt x="162744" y="6070459"/>
                  </a:lnTo>
                  <a:lnTo>
                    <a:pt x="162870" y="6070459"/>
                  </a:lnTo>
                  <a:lnTo>
                    <a:pt x="162996" y="6070459"/>
                  </a:lnTo>
                  <a:lnTo>
                    <a:pt x="163122" y="6070459"/>
                  </a:lnTo>
                  <a:lnTo>
                    <a:pt x="163249" y="6070459"/>
                  </a:lnTo>
                  <a:lnTo>
                    <a:pt x="163375" y="6070459"/>
                  </a:lnTo>
                  <a:lnTo>
                    <a:pt x="163501" y="6070459"/>
                  </a:lnTo>
                  <a:lnTo>
                    <a:pt x="163627" y="6070459"/>
                  </a:lnTo>
                  <a:lnTo>
                    <a:pt x="163754" y="6070459"/>
                  </a:lnTo>
                  <a:lnTo>
                    <a:pt x="163880" y="6070459"/>
                  </a:lnTo>
                  <a:lnTo>
                    <a:pt x="164006" y="6070459"/>
                  </a:lnTo>
                  <a:lnTo>
                    <a:pt x="164132" y="6070459"/>
                  </a:lnTo>
                  <a:lnTo>
                    <a:pt x="164259" y="6070459"/>
                  </a:lnTo>
                  <a:lnTo>
                    <a:pt x="164385" y="6070459"/>
                  </a:lnTo>
                  <a:lnTo>
                    <a:pt x="164511" y="6070459"/>
                  </a:lnTo>
                  <a:lnTo>
                    <a:pt x="164637" y="6070459"/>
                  </a:lnTo>
                  <a:lnTo>
                    <a:pt x="164764" y="6070459"/>
                  </a:lnTo>
                  <a:lnTo>
                    <a:pt x="164890" y="6070459"/>
                  </a:lnTo>
                  <a:lnTo>
                    <a:pt x="165016" y="6070459"/>
                  </a:lnTo>
                  <a:lnTo>
                    <a:pt x="165143" y="6070459"/>
                  </a:lnTo>
                  <a:lnTo>
                    <a:pt x="165269" y="6070459"/>
                  </a:lnTo>
                  <a:lnTo>
                    <a:pt x="165395" y="6070459"/>
                  </a:lnTo>
                  <a:lnTo>
                    <a:pt x="165521" y="6070459"/>
                  </a:lnTo>
                  <a:lnTo>
                    <a:pt x="165648" y="6070459"/>
                  </a:lnTo>
                  <a:lnTo>
                    <a:pt x="165774" y="6070459"/>
                  </a:lnTo>
                  <a:lnTo>
                    <a:pt x="165900" y="6070459"/>
                  </a:lnTo>
                  <a:lnTo>
                    <a:pt x="166026" y="6070459"/>
                  </a:lnTo>
                  <a:lnTo>
                    <a:pt x="166153" y="6070459"/>
                  </a:lnTo>
                  <a:lnTo>
                    <a:pt x="166279" y="6070459"/>
                  </a:lnTo>
                  <a:lnTo>
                    <a:pt x="166405" y="6070459"/>
                  </a:lnTo>
                  <a:lnTo>
                    <a:pt x="166531" y="6070459"/>
                  </a:lnTo>
                  <a:lnTo>
                    <a:pt x="166658" y="6070459"/>
                  </a:lnTo>
                  <a:lnTo>
                    <a:pt x="166784" y="6070459"/>
                  </a:lnTo>
                  <a:lnTo>
                    <a:pt x="166910" y="6070459"/>
                  </a:lnTo>
                  <a:lnTo>
                    <a:pt x="167036" y="6070459"/>
                  </a:lnTo>
                  <a:lnTo>
                    <a:pt x="167163" y="6070459"/>
                  </a:lnTo>
                  <a:lnTo>
                    <a:pt x="167289" y="6070459"/>
                  </a:lnTo>
                  <a:lnTo>
                    <a:pt x="167415" y="6070459"/>
                  </a:lnTo>
                  <a:lnTo>
                    <a:pt x="167541" y="6070459"/>
                  </a:lnTo>
                  <a:lnTo>
                    <a:pt x="167668" y="6070459"/>
                  </a:lnTo>
                  <a:lnTo>
                    <a:pt x="167794" y="6070459"/>
                  </a:lnTo>
                  <a:lnTo>
                    <a:pt x="167920" y="6070459"/>
                  </a:lnTo>
                  <a:lnTo>
                    <a:pt x="168046" y="6070459"/>
                  </a:lnTo>
                  <a:lnTo>
                    <a:pt x="168173" y="6070459"/>
                  </a:lnTo>
                  <a:lnTo>
                    <a:pt x="168299" y="6070459"/>
                  </a:lnTo>
                  <a:lnTo>
                    <a:pt x="168425" y="6070459"/>
                  </a:lnTo>
                  <a:lnTo>
                    <a:pt x="168551" y="6070459"/>
                  </a:lnTo>
                  <a:lnTo>
                    <a:pt x="168678" y="6070459"/>
                  </a:lnTo>
                  <a:lnTo>
                    <a:pt x="168804" y="6070459"/>
                  </a:lnTo>
                  <a:lnTo>
                    <a:pt x="168930" y="6070459"/>
                  </a:lnTo>
                  <a:lnTo>
                    <a:pt x="169056" y="6070459"/>
                  </a:lnTo>
                  <a:lnTo>
                    <a:pt x="169183" y="6070459"/>
                  </a:lnTo>
                  <a:lnTo>
                    <a:pt x="169309" y="6070459"/>
                  </a:lnTo>
                  <a:lnTo>
                    <a:pt x="169435" y="6070459"/>
                  </a:lnTo>
                  <a:lnTo>
                    <a:pt x="169435" y="6065548"/>
                  </a:lnTo>
                  <a:lnTo>
                    <a:pt x="169561" y="6065548"/>
                  </a:lnTo>
                  <a:lnTo>
                    <a:pt x="169688" y="6065548"/>
                  </a:lnTo>
                  <a:lnTo>
                    <a:pt x="169814" y="6065548"/>
                  </a:lnTo>
                  <a:lnTo>
                    <a:pt x="169940" y="6065548"/>
                  </a:lnTo>
                  <a:lnTo>
                    <a:pt x="170066" y="6065548"/>
                  </a:lnTo>
                  <a:lnTo>
                    <a:pt x="170193" y="6065548"/>
                  </a:lnTo>
                  <a:lnTo>
                    <a:pt x="170319" y="6065548"/>
                  </a:lnTo>
                  <a:lnTo>
                    <a:pt x="170445" y="6065548"/>
                  </a:lnTo>
                  <a:lnTo>
                    <a:pt x="170572" y="6065548"/>
                  </a:lnTo>
                  <a:lnTo>
                    <a:pt x="170698" y="6065548"/>
                  </a:lnTo>
                  <a:lnTo>
                    <a:pt x="170824" y="6065548"/>
                  </a:lnTo>
                  <a:lnTo>
                    <a:pt x="170950" y="6065548"/>
                  </a:lnTo>
                  <a:lnTo>
                    <a:pt x="171077" y="6065548"/>
                  </a:lnTo>
                  <a:lnTo>
                    <a:pt x="171203" y="6065548"/>
                  </a:lnTo>
                  <a:lnTo>
                    <a:pt x="171329" y="6065548"/>
                  </a:lnTo>
                  <a:lnTo>
                    <a:pt x="171455" y="6065548"/>
                  </a:lnTo>
                  <a:lnTo>
                    <a:pt x="171455" y="6060636"/>
                  </a:lnTo>
                  <a:lnTo>
                    <a:pt x="171582" y="6060636"/>
                  </a:lnTo>
                  <a:lnTo>
                    <a:pt x="171708" y="6060636"/>
                  </a:lnTo>
                  <a:lnTo>
                    <a:pt x="171834" y="6060636"/>
                  </a:lnTo>
                  <a:lnTo>
                    <a:pt x="171960" y="6060636"/>
                  </a:lnTo>
                  <a:lnTo>
                    <a:pt x="172087" y="6060636"/>
                  </a:lnTo>
                  <a:lnTo>
                    <a:pt x="172087" y="6055725"/>
                  </a:lnTo>
                  <a:lnTo>
                    <a:pt x="172213" y="6055725"/>
                  </a:lnTo>
                  <a:lnTo>
                    <a:pt x="172339" y="6055725"/>
                  </a:lnTo>
                  <a:lnTo>
                    <a:pt x="172465" y="6055725"/>
                  </a:lnTo>
                  <a:lnTo>
                    <a:pt x="172592" y="6055725"/>
                  </a:lnTo>
                  <a:lnTo>
                    <a:pt x="172718" y="6055725"/>
                  </a:lnTo>
                  <a:lnTo>
                    <a:pt x="172844" y="6055725"/>
                  </a:lnTo>
                  <a:lnTo>
                    <a:pt x="172970" y="6055725"/>
                  </a:lnTo>
                  <a:lnTo>
                    <a:pt x="173097" y="6055725"/>
                  </a:lnTo>
                  <a:lnTo>
                    <a:pt x="173223" y="6055725"/>
                  </a:lnTo>
                  <a:lnTo>
                    <a:pt x="173349" y="6055725"/>
                  </a:lnTo>
                  <a:lnTo>
                    <a:pt x="173475" y="6055725"/>
                  </a:lnTo>
                  <a:lnTo>
                    <a:pt x="173602" y="6055725"/>
                  </a:lnTo>
                  <a:lnTo>
                    <a:pt x="173728" y="6055725"/>
                  </a:lnTo>
                  <a:lnTo>
                    <a:pt x="173854" y="6055725"/>
                  </a:lnTo>
                  <a:lnTo>
                    <a:pt x="173980" y="6055725"/>
                  </a:lnTo>
                  <a:lnTo>
                    <a:pt x="174107" y="6055725"/>
                  </a:lnTo>
                  <a:lnTo>
                    <a:pt x="174233" y="6055725"/>
                  </a:lnTo>
                  <a:lnTo>
                    <a:pt x="174359" y="6055725"/>
                  </a:lnTo>
                  <a:lnTo>
                    <a:pt x="174485" y="6055725"/>
                  </a:lnTo>
                  <a:lnTo>
                    <a:pt x="174612" y="6055725"/>
                  </a:lnTo>
                  <a:lnTo>
                    <a:pt x="174738" y="6055725"/>
                  </a:lnTo>
                  <a:lnTo>
                    <a:pt x="174864" y="6055725"/>
                  </a:lnTo>
                  <a:lnTo>
                    <a:pt x="174990" y="6055725"/>
                  </a:lnTo>
                  <a:lnTo>
                    <a:pt x="175117" y="6055725"/>
                  </a:lnTo>
                  <a:lnTo>
                    <a:pt x="175243" y="6055725"/>
                  </a:lnTo>
                  <a:lnTo>
                    <a:pt x="175369" y="6055725"/>
                  </a:lnTo>
                  <a:lnTo>
                    <a:pt x="175496" y="6055725"/>
                  </a:lnTo>
                  <a:lnTo>
                    <a:pt x="175622" y="6055725"/>
                  </a:lnTo>
                  <a:lnTo>
                    <a:pt x="175748" y="6055725"/>
                  </a:lnTo>
                  <a:lnTo>
                    <a:pt x="175874" y="6055725"/>
                  </a:lnTo>
                  <a:lnTo>
                    <a:pt x="176001" y="6055725"/>
                  </a:lnTo>
                  <a:lnTo>
                    <a:pt x="176001" y="6050813"/>
                  </a:lnTo>
                  <a:lnTo>
                    <a:pt x="176127" y="6050813"/>
                  </a:lnTo>
                  <a:lnTo>
                    <a:pt x="176253" y="6050813"/>
                  </a:lnTo>
                  <a:lnTo>
                    <a:pt x="176379" y="6050813"/>
                  </a:lnTo>
                  <a:lnTo>
                    <a:pt x="176506" y="6050813"/>
                  </a:lnTo>
                  <a:lnTo>
                    <a:pt x="176632" y="6050813"/>
                  </a:lnTo>
                  <a:lnTo>
                    <a:pt x="176758" y="6050813"/>
                  </a:lnTo>
                  <a:lnTo>
                    <a:pt x="176884" y="6050813"/>
                  </a:lnTo>
                  <a:lnTo>
                    <a:pt x="177011" y="6050813"/>
                  </a:lnTo>
                  <a:lnTo>
                    <a:pt x="177137" y="6050813"/>
                  </a:lnTo>
                  <a:lnTo>
                    <a:pt x="177263" y="6050813"/>
                  </a:lnTo>
                  <a:lnTo>
                    <a:pt x="177389" y="6050813"/>
                  </a:lnTo>
                  <a:lnTo>
                    <a:pt x="177516" y="6050813"/>
                  </a:lnTo>
                  <a:lnTo>
                    <a:pt x="177642" y="6050813"/>
                  </a:lnTo>
                  <a:lnTo>
                    <a:pt x="177768" y="6050813"/>
                  </a:lnTo>
                  <a:lnTo>
                    <a:pt x="177894" y="6050813"/>
                  </a:lnTo>
                  <a:lnTo>
                    <a:pt x="178021" y="6050813"/>
                  </a:lnTo>
                  <a:lnTo>
                    <a:pt x="178147" y="6050813"/>
                  </a:lnTo>
                  <a:lnTo>
                    <a:pt x="178273" y="6050813"/>
                  </a:lnTo>
                  <a:lnTo>
                    <a:pt x="178399" y="6050813"/>
                  </a:lnTo>
                  <a:lnTo>
                    <a:pt x="178526" y="6050813"/>
                  </a:lnTo>
                  <a:lnTo>
                    <a:pt x="178652" y="6050813"/>
                  </a:lnTo>
                  <a:lnTo>
                    <a:pt x="178778" y="6050813"/>
                  </a:lnTo>
                  <a:lnTo>
                    <a:pt x="178904" y="6050813"/>
                  </a:lnTo>
                  <a:lnTo>
                    <a:pt x="179031" y="6050813"/>
                  </a:lnTo>
                  <a:lnTo>
                    <a:pt x="179157" y="6050813"/>
                  </a:lnTo>
                  <a:lnTo>
                    <a:pt x="179283" y="6050813"/>
                  </a:lnTo>
                  <a:lnTo>
                    <a:pt x="179409" y="6050813"/>
                  </a:lnTo>
                  <a:lnTo>
                    <a:pt x="179536" y="6050813"/>
                  </a:lnTo>
                  <a:lnTo>
                    <a:pt x="179662" y="6050813"/>
                  </a:lnTo>
                  <a:lnTo>
                    <a:pt x="179788" y="6050813"/>
                  </a:lnTo>
                  <a:lnTo>
                    <a:pt x="179914" y="6050813"/>
                  </a:lnTo>
                  <a:lnTo>
                    <a:pt x="180041" y="6050813"/>
                  </a:lnTo>
                  <a:lnTo>
                    <a:pt x="180167" y="6050813"/>
                  </a:lnTo>
                  <a:lnTo>
                    <a:pt x="180293" y="6050813"/>
                  </a:lnTo>
                  <a:lnTo>
                    <a:pt x="180420" y="6050813"/>
                  </a:lnTo>
                  <a:lnTo>
                    <a:pt x="180546" y="6050813"/>
                  </a:lnTo>
                  <a:lnTo>
                    <a:pt x="180672" y="6050813"/>
                  </a:lnTo>
                  <a:lnTo>
                    <a:pt x="180798" y="6050813"/>
                  </a:lnTo>
                  <a:lnTo>
                    <a:pt x="180925" y="6050813"/>
                  </a:lnTo>
                  <a:lnTo>
                    <a:pt x="181051" y="6050813"/>
                  </a:lnTo>
                  <a:lnTo>
                    <a:pt x="181177" y="6050813"/>
                  </a:lnTo>
                  <a:lnTo>
                    <a:pt x="181303" y="6050813"/>
                  </a:lnTo>
                  <a:lnTo>
                    <a:pt x="181430" y="6050813"/>
                  </a:lnTo>
                  <a:lnTo>
                    <a:pt x="181556" y="6050813"/>
                  </a:lnTo>
                  <a:lnTo>
                    <a:pt x="181682" y="6050813"/>
                  </a:lnTo>
                  <a:lnTo>
                    <a:pt x="181808" y="6050813"/>
                  </a:lnTo>
                  <a:lnTo>
                    <a:pt x="181935" y="6050813"/>
                  </a:lnTo>
                  <a:lnTo>
                    <a:pt x="182061" y="6050813"/>
                  </a:lnTo>
                  <a:lnTo>
                    <a:pt x="182187" y="6050813"/>
                  </a:lnTo>
                  <a:lnTo>
                    <a:pt x="182313" y="6050813"/>
                  </a:lnTo>
                  <a:lnTo>
                    <a:pt x="182313" y="6045902"/>
                  </a:lnTo>
                  <a:lnTo>
                    <a:pt x="182440" y="6045902"/>
                  </a:lnTo>
                  <a:lnTo>
                    <a:pt x="182566" y="6045902"/>
                  </a:lnTo>
                  <a:lnTo>
                    <a:pt x="182692" y="6045902"/>
                  </a:lnTo>
                  <a:lnTo>
                    <a:pt x="182818" y="6045902"/>
                  </a:lnTo>
                  <a:lnTo>
                    <a:pt x="182818" y="6040991"/>
                  </a:lnTo>
                  <a:lnTo>
                    <a:pt x="182945" y="6040991"/>
                  </a:lnTo>
                  <a:lnTo>
                    <a:pt x="183071" y="6040991"/>
                  </a:lnTo>
                  <a:lnTo>
                    <a:pt x="183197" y="6040991"/>
                  </a:lnTo>
                  <a:lnTo>
                    <a:pt x="183323" y="6040991"/>
                  </a:lnTo>
                  <a:lnTo>
                    <a:pt x="183450" y="6040991"/>
                  </a:lnTo>
                  <a:lnTo>
                    <a:pt x="183576" y="6040991"/>
                  </a:lnTo>
                  <a:lnTo>
                    <a:pt x="183702" y="6040991"/>
                  </a:lnTo>
                  <a:lnTo>
                    <a:pt x="183828" y="6040991"/>
                  </a:lnTo>
                  <a:lnTo>
                    <a:pt x="183955" y="6040991"/>
                  </a:lnTo>
                  <a:lnTo>
                    <a:pt x="184081" y="6040991"/>
                  </a:lnTo>
                  <a:lnTo>
                    <a:pt x="184207" y="6040991"/>
                  </a:lnTo>
                  <a:lnTo>
                    <a:pt x="184333" y="6040991"/>
                  </a:lnTo>
                  <a:lnTo>
                    <a:pt x="184460" y="6040991"/>
                  </a:lnTo>
                  <a:lnTo>
                    <a:pt x="184586" y="6040991"/>
                  </a:lnTo>
                  <a:lnTo>
                    <a:pt x="184712" y="6040991"/>
                  </a:lnTo>
                  <a:lnTo>
                    <a:pt x="184838" y="6040991"/>
                  </a:lnTo>
                  <a:lnTo>
                    <a:pt x="184965" y="6040991"/>
                  </a:lnTo>
                  <a:lnTo>
                    <a:pt x="185091" y="6040991"/>
                  </a:lnTo>
                  <a:lnTo>
                    <a:pt x="185217" y="6040991"/>
                  </a:lnTo>
                  <a:lnTo>
                    <a:pt x="185217" y="6036079"/>
                  </a:lnTo>
                  <a:lnTo>
                    <a:pt x="185343" y="6036079"/>
                  </a:lnTo>
                  <a:lnTo>
                    <a:pt x="185470" y="6036079"/>
                  </a:lnTo>
                  <a:lnTo>
                    <a:pt x="185596" y="6036079"/>
                  </a:lnTo>
                  <a:lnTo>
                    <a:pt x="185722" y="6036079"/>
                  </a:lnTo>
                  <a:lnTo>
                    <a:pt x="185849" y="6036079"/>
                  </a:lnTo>
                  <a:lnTo>
                    <a:pt x="185975" y="6036079"/>
                  </a:lnTo>
                  <a:lnTo>
                    <a:pt x="186101" y="6036079"/>
                  </a:lnTo>
                  <a:lnTo>
                    <a:pt x="186227" y="6036079"/>
                  </a:lnTo>
                  <a:lnTo>
                    <a:pt x="186354" y="6036079"/>
                  </a:lnTo>
                  <a:lnTo>
                    <a:pt x="186480" y="6036079"/>
                  </a:lnTo>
                  <a:lnTo>
                    <a:pt x="186606" y="6036079"/>
                  </a:lnTo>
                  <a:lnTo>
                    <a:pt x="186732" y="6036079"/>
                  </a:lnTo>
                  <a:lnTo>
                    <a:pt x="186859" y="6036079"/>
                  </a:lnTo>
                  <a:lnTo>
                    <a:pt x="186985" y="6036079"/>
                  </a:lnTo>
                  <a:lnTo>
                    <a:pt x="187111" y="6036079"/>
                  </a:lnTo>
                  <a:lnTo>
                    <a:pt x="187237" y="6036079"/>
                  </a:lnTo>
                  <a:lnTo>
                    <a:pt x="187364" y="6036079"/>
                  </a:lnTo>
                  <a:lnTo>
                    <a:pt x="187490" y="6036079"/>
                  </a:lnTo>
                  <a:lnTo>
                    <a:pt x="187616" y="6036079"/>
                  </a:lnTo>
                  <a:lnTo>
                    <a:pt x="187742" y="6036079"/>
                  </a:lnTo>
                  <a:lnTo>
                    <a:pt x="187869" y="6036079"/>
                  </a:lnTo>
                  <a:lnTo>
                    <a:pt x="187995" y="6036079"/>
                  </a:lnTo>
                  <a:lnTo>
                    <a:pt x="188121" y="6036079"/>
                  </a:lnTo>
                  <a:lnTo>
                    <a:pt x="188247" y="6036079"/>
                  </a:lnTo>
                  <a:lnTo>
                    <a:pt x="188374" y="6036079"/>
                  </a:lnTo>
                  <a:lnTo>
                    <a:pt x="188500" y="6036079"/>
                  </a:lnTo>
                  <a:lnTo>
                    <a:pt x="188626" y="6036079"/>
                  </a:lnTo>
                  <a:lnTo>
                    <a:pt x="188752" y="6036079"/>
                  </a:lnTo>
                  <a:lnTo>
                    <a:pt x="188879" y="6036079"/>
                  </a:lnTo>
                  <a:lnTo>
                    <a:pt x="189005" y="6036079"/>
                  </a:lnTo>
                  <a:lnTo>
                    <a:pt x="189131" y="6036079"/>
                  </a:lnTo>
                  <a:lnTo>
                    <a:pt x="189257" y="6036079"/>
                  </a:lnTo>
                  <a:lnTo>
                    <a:pt x="189384" y="6036079"/>
                  </a:lnTo>
                  <a:lnTo>
                    <a:pt x="189384" y="6031168"/>
                  </a:lnTo>
                  <a:lnTo>
                    <a:pt x="189510" y="6031168"/>
                  </a:lnTo>
                  <a:lnTo>
                    <a:pt x="189636" y="6031168"/>
                  </a:lnTo>
                  <a:lnTo>
                    <a:pt x="189762" y="6031168"/>
                  </a:lnTo>
                  <a:lnTo>
                    <a:pt x="189762" y="6026257"/>
                  </a:lnTo>
                  <a:lnTo>
                    <a:pt x="189889" y="6026257"/>
                  </a:lnTo>
                  <a:lnTo>
                    <a:pt x="189889" y="6021345"/>
                  </a:lnTo>
                  <a:lnTo>
                    <a:pt x="190015" y="6021345"/>
                  </a:lnTo>
                  <a:lnTo>
                    <a:pt x="190141" y="6021345"/>
                  </a:lnTo>
                  <a:lnTo>
                    <a:pt x="190267" y="6021345"/>
                  </a:lnTo>
                  <a:lnTo>
                    <a:pt x="190394" y="6021345"/>
                  </a:lnTo>
                  <a:lnTo>
                    <a:pt x="190520" y="6021345"/>
                  </a:lnTo>
                  <a:lnTo>
                    <a:pt x="190646" y="6021345"/>
                  </a:lnTo>
                  <a:lnTo>
                    <a:pt x="190773" y="6021345"/>
                  </a:lnTo>
                  <a:lnTo>
                    <a:pt x="190899" y="6021345"/>
                  </a:lnTo>
                  <a:lnTo>
                    <a:pt x="191025" y="6021345"/>
                  </a:lnTo>
                  <a:lnTo>
                    <a:pt x="191151" y="6021345"/>
                  </a:lnTo>
                  <a:lnTo>
                    <a:pt x="191278" y="6021345"/>
                  </a:lnTo>
                  <a:lnTo>
                    <a:pt x="191404" y="6021345"/>
                  </a:lnTo>
                  <a:lnTo>
                    <a:pt x="191530" y="6021345"/>
                  </a:lnTo>
                  <a:lnTo>
                    <a:pt x="191656" y="6021345"/>
                  </a:lnTo>
                  <a:lnTo>
                    <a:pt x="191783" y="6021345"/>
                  </a:lnTo>
                  <a:lnTo>
                    <a:pt x="191909" y="6021345"/>
                  </a:lnTo>
                  <a:lnTo>
                    <a:pt x="192035" y="6021345"/>
                  </a:lnTo>
                  <a:lnTo>
                    <a:pt x="192161" y="6021345"/>
                  </a:lnTo>
                  <a:lnTo>
                    <a:pt x="192288" y="6021345"/>
                  </a:lnTo>
                  <a:lnTo>
                    <a:pt x="192414" y="6021345"/>
                  </a:lnTo>
                  <a:lnTo>
                    <a:pt x="192540" y="6021345"/>
                  </a:lnTo>
                  <a:lnTo>
                    <a:pt x="192666" y="6021345"/>
                  </a:lnTo>
                  <a:lnTo>
                    <a:pt x="192793" y="6021345"/>
                  </a:lnTo>
                  <a:lnTo>
                    <a:pt x="192919" y="6021345"/>
                  </a:lnTo>
                  <a:lnTo>
                    <a:pt x="193045" y="6021345"/>
                  </a:lnTo>
                  <a:lnTo>
                    <a:pt x="193171" y="6021345"/>
                  </a:lnTo>
                  <a:lnTo>
                    <a:pt x="193298" y="6021345"/>
                  </a:lnTo>
                  <a:lnTo>
                    <a:pt x="193424" y="6021345"/>
                  </a:lnTo>
                  <a:lnTo>
                    <a:pt x="193550" y="6021345"/>
                  </a:lnTo>
                  <a:lnTo>
                    <a:pt x="193676" y="6021345"/>
                  </a:lnTo>
                  <a:lnTo>
                    <a:pt x="193803" y="6021345"/>
                  </a:lnTo>
                  <a:lnTo>
                    <a:pt x="193929" y="6021345"/>
                  </a:lnTo>
                  <a:lnTo>
                    <a:pt x="194055" y="6021345"/>
                  </a:lnTo>
                  <a:lnTo>
                    <a:pt x="194181" y="6021345"/>
                  </a:lnTo>
                  <a:lnTo>
                    <a:pt x="194308" y="6021345"/>
                  </a:lnTo>
                  <a:lnTo>
                    <a:pt x="194434" y="6021345"/>
                  </a:lnTo>
                  <a:lnTo>
                    <a:pt x="194560" y="6021345"/>
                  </a:lnTo>
                  <a:lnTo>
                    <a:pt x="194686" y="6021345"/>
                  </a:lnTo>
                  <a:lnTo>
                    <a:pt x="194813" y="6021345"/>
                  </a:lnTo>
                  <a:lnTo>
                    <a:pt x="194939" y="6021345"/>
                  </a:lnTo>
                  <a:lnTo>
                    <a:pt x="195065" y="6021345"/>
                  </a:lnTo>
                  <a:lnTo>
                    <a:pt x="195191" y="6021345"/>
                  </a:lnTo>
                  <a:lnTo>
                    <a:pt x="195318" y="6021345"/>
                  </a:lnTo>
                  <a:lnTo>
                    <a:pt x="195444" y="6021345"/>
                  </a:lnTo>
                  <a:lnTo>
                    <a:pt x="195570" y="6021345"/>
                  </a:lnTo>
                  <a:lnTo>
                    <a:pt x="195696" y="6021345"/>
                  </a:lnTo>
                  <a:lnTo>
                    <a:pt x="195823" y="6021345"/>
                  </a:lnTo>
                  <a:lnTo>
                    <a:pt x="195949" y="6021345"/>
                  </a:lnTo>
                  <a:lnTo>
                    <a:pt x="196075" y="6021345"/>
                  </a:lnTo>
                  <a:lnTo>
                    <a:pt x="196202" y="6021345"/>
                  </a:lnTo>
                  <a:lnTo>
                    <a:pt x="196328" y="6021345"/>
                  </a:lnTo>
                  <a:lnTo>
                    <a:pt x="196454" y="6021345"/>
                  </a:lnTo>
                  <a:lnTo>
                    <a:pt x="196580" y="6021345"/>
                  </a:lnTo>
                  <a:lnTo>
                    <a:pt x="196707" y="6021345"/>
                  </a:lnTo>
                  <a:lnTo>
                    <a:pt x="196833" y="6021345"/>
                  </a:lnTo>
                  <a:lnTo>
                    <a:pt x="196959" y="6021345"/>
                  </a:lnTo>
                  <a:lnTo>
                    <a:pt x="197085" y="6021345"/>
                  </a:lnTo>
                  <a:lnTo>
                    <a:pt x="197212" y="6021345"/>
                  </a:lnTo>
                  <a:lnTo>
                    <a:pt x="197338" y="6021345"/>
                  </a:lnTo>
                  <a:lnTo>
                    <a:pt x="197464" y="6021345"/>
                  </a:lnTo>
                  <a:lnTo>
                    <a:pt x="197590" y="6021345"/>
                  </a:lnTo>
                  <a:lnTo>
                    <a:pt x="197717" y="6021345"/>
                  </a:lnTo>
                  <a:lnTo>
                    <a:pt x="197843" y="6021345"/>
                  </a:lnTo>
                  <a:lnTo>
                    <a:pt x="197969" y="6021345"/>
                  </a:lnTo>
                  <a:lnTo>
                    <a:pt x="198095" y="6021345"/>
                  </a:lnTo>
                  <a:lnTo>
                    <a:pt x="198222" y="6021345"/>
                  </a:lnTo>
                  <a:lnTo>
                    <a:pt x="198348" y="6021345"/>
                  </a:lnTo>
                  <a:lnTo>
                    <a:pt x="198474" y="6021345"/>
                  </a:lnTo>
                  <a:lnTo>
                    <a:pt x="198600" y="6021345"/>
                  </a:lnTo>
                  <a:lnTo>
                    <a:pt x="198727" y="6021345"/>
                  </a:lnTo>
                  <a:lnTo>
                    <a:pt x="198853" y="6021345"/>
                  </a:lnTo>
                  <a:lnTo>
                    <a:pt x="198979" y="6021345"/>
                  </a:lnTo>
                  <a:lnTo>
                    <a:pt x="199105" y="6021345"/>
                  </a:lnTo>
                  <a:lnTo>
                    <a:pt x="199232" y="6021345"/>
                  </a:lnTo>
                  <a:lnTo>
                    <a:pt x="199358" y="6021345"/>
                  </a:lnTo>
                  <a:lnTo>
                    <a:pt x="199484" y="6021345"/>
                  </a:lnTo>
                  <a:lnTo>
                    <a:pt x="199610" y="6021345"/>
                  </a:lnTo>
                  <a:lnTo>
                    <a:pt x="199737" y="6021345"/>
                  </a:lnTo>
                  <a:lnTo>
                    <a:pt x="199863" y="6021345"/>
                  </a:lnTo>
                  <a:lnTo>
                    <a:pt x="199989" y="6021345"/>
                  </a:lnTo>
                  <a:lnTo>
                    <a:pt x="200115" y="6021345"/>
                  </a:lnTo>
                  <a:lnTo>
                    <a:pt x="200242" y="6021345"/>
                  </a:lnTo>
                  <a:lnTo>
                    <a:pt x="200242" y="6016434"/>
                  </a:lnTo>
                  <a:lnTo>
                    <a:pt x="200368" y="6016434"/>
                  </a:lnTo>
                  <a:lnTo>
                    <a:pt x="200494" y="6016434"/>
                  </a:lnTo>
                  <a:lnTo>
                    <a:pt x="200620" y="6016434"/>
                  </a:lnTo>
                  <a:lnTo>
                    <a:pt x="200747" y="6016434"/>
                  </a:lnTo>
                  <a:lnTo>
                    <a:pt x="200873" y="6016434"/>
                  </a:lnTo>
                  <a:lnTo>
                    <a:pt x="200999" y="6016434"/>
                  </a:lnTo>
                  <a:lnTo>
                    <a:pt x="201126" y="6016434"/>
                  </a:lnTo>
                  <a:lnTo>
                    <a:pt x="201252" y="6016434"/>
                  </a:lnTo>
                  <a:lnTo>
                    <a:pt x="201378" y="6016434"/>
                  </a:lnTo>
                  <a:lnTo>
                    <a:pt x="201504" y="6016434"/>
                  </a:lnTo>
                  <a:lnTo>
                    <a:pt x="201631" y="6016434"/>
                  </a:lnTo>
                  <a:lnTo>
                    <a:pt x="201757" y="6016434"/>
                  </a:lnTo>
                  <a:lnTo>
                    <a:pt x="201883" y="6016434"/>
                  </a:lnTo>
                  <a:lnTo>
                    <a:pt x="202009" y="6016434"/>
                  </a:lnTo>
                  <a:lnTo>
                    <a:pt x="202136" y="6016434"/>
                  </a:lnTo>
                  <a:lnTo>
                    <a:pt x="202262" y="6016434"/>
                  </a:lnTo>
                  <a:lnTo>
                    <a:pt x="202388" y="6016434"/>
                  </a:lnTo>
                  <a:lnTo>
                    <a:pt x="202514" y="6016434"/>
                  </a:lnTo>
                  <a:lnTo>
                    <a:pt x="202641" y="6016434"/>
                  </a:lnTo>
                  <a:lnTo>
                    <a:pt x="202767" y="6016434"/>
                  </a:lnTo>
                  <a:lnTo>
                    <a:pt x="202893" y="6016434"/>
                  </a:lnTo>
                  <a:lnTo>
                    <a:pt x="203019" y="6016434"/>
                  </a:lnTo>
                  <a:lnTo>
                    <a:pt x="203146" y="6016434"/>
                  </a:lnTo>
                  <a:lnTo>
                    <a:pt x="203272" y="6016434"/>
                  </a:lnTo>
                  <a:lnTo>
                    <a:pt x="203398" y="6016434"/>
                  </a:lnTo>
                  <a:lnTo>
                    <a:pt x="203524" y="6016434"/>
                  </a:lnTo>
                  <a:lnTo>
                    <a:pt x="203651" y="6016434"/>
                  </a:lnTo>
                  <a:lnTo>
                    <a:pt x="203777" y="6016434"/>
                  </a:lnTo>
                  <a:lnTo>
                    <a:pt x="203903" y="6016434"/>
                  </a:lnTo>
                  <a:lnTo>
                    <a:pt x="204029" y="6016434"/>
                  </a:lnTo>
                  <a:lnTo>
                    <a:pt x="204156" y="6016434"/>
                  </a:lnTo>
                  <a:lnTo>
                    <a:pt x="204282" y="6016434"/>
                  </a:lnTo>
                  <a:lnTo>
                    <a:pt x="204408" y="6016434"/>
                  </a:lnTo>
                  <a:lnTo>
                    <a:pt x="204534" y="6016434"/>
                  </a:lnTo>
                  <a:lnTo>
                    <a:pt x="204661" y="6016434"/>
                  </a:lnTo>
                  <a:lnTo>
                    <a:pt x="204787" y="6016434"/>
                  </a:lnTo>
                  <a:lnTo>
                    <a:pt x="204913" y="6016434"/>
                  </a:lnTo>
                  <a:lnTo>
                    <a:pt x="205039" y="6016434"/>
                  </a:lnTo>
                  <a:lnTo>
                    <a:pt x="205166" y="6016434"/>
                  </a:lnTo>
                  <a:lnTo>
                    <a:pt x="205292" y="6016434"/>
                  </a:lnTo>
                  <a:lnTo>
                    <a:pt x="205418" y="6016434"/>
                  </a:lnTo>
                  <a:lnTo>
                    <a:pt x="205544" y="6016434"/>
                  </a:lnTo>
                  <a:lnTo>
                    <a:pt x="205671" y="6016434"/>
                  </a:lnTo>
                  <a:lnTo>
                    <a:pt x="205797" y="6016434"/>
                  </a:lnTo>
                  <a:lnTo>
                    <a:pt x="205923" y="6016434"/>
                  </a:lnTo>
                  <a:lnTo>
                    <a:pt x="205923" y="6011522"/>
                  </a:lnTo>
                  <a:lnTo>
                    <a:pt x="205923" y="6006611"/>
                  </a:lnTo>
                  <a:lnTo>
                    <a:pt x="206049" y="6006611"/>
                  </a:lnTo>
                  <a:lnTo>
                    <a:pt x="206176" y="6006611"/>
                  </a:lnTo>
                  <a:lnTo>
                    <a:pt x="206302" y="6006611"/>
                  </a:lnTo>
                  <a:lnTo>
                    <a:pt x="206428" y="6006611"/>
                  </a:lnTo>
                  <a:lnTo>
                    <a:pt x="206555" y="6006611"/>
                  </a:lnTo>
                  <a:lnTo>
                    <a:pt x="206681" y="6006611"/>
                  </a:lnTo>
                  <a:lnTo>
                    <a:pt x="206807" y="6006611"/>
                  </a:lnTo>
                  <a:lnTo>
                    <a:pt x="206933" y="6006611"/>
                  </a:lnTo>
                  <a:lnTo>
                    <a:pt x="207060" y="6006611"/>
                  </a:lnTo>
                  <a:lnTo>
                    <a:pt x="207186" y="6006611"/>
                  </a:lnTo>
                  <a:lnTo>
                    <a:pt x="207312" y="6006611"/>
                  </a:lnTo>
                  <a:lnTo>
                    <a:pt x="207438" y="6006611"/>
                  </a:lnTo>
                  <a:lnTo>
                    <a:pt x="207565" y="6006611"/>
                  </a:lnTo>
                  <a:lnTo>
                    <a:pt x="207691" y="6006611"/>
                  </a:lnTo>
                  <a:lnTo>
                    <a:pt x="207817" y="6006611"/>
                  </a:lnTo>
                  <a:lnTo>
                    <a:pt x="207943" y="6006611"/>
                  </a:lnTo>
                  <a:lnTo>
                    <a:pt x="208070" y="6006611"/>
                  </a:lnTo>
                  <a:lnTo>
                    <a:pt x="208196" y="6006611"/>
                  </a:lnTo>
                  <a:lnTo>
                    <a:pt x="208322" y="6006611"/>
                  </a:lnTo>
                  <a:lnTo>
                    <a:pt x="208448" y="6006611"/>
                  </a:lnTo>
                  <a:lnTo>
                    <a:pt x="208575" y="6006611"/>
                  </a:lnTo>
                  <a:lnTo>
                    <a:pt x="208701" y="6006611"/>
                  </a:lnTo>
                  <a:lnTo>
                    <a:pt x="208827" y="6006611"/>
                  </a:lnTo>
                  <a:lnTo>
                    <a:pt x="208953" y="6006611"/>
                  </a:lnTo>
                  <a:lnTo>
                    <a:pt x="209080" y="6006611"/>
                  </a:lnTo>
                  <a:lnTo>
                    <a:pt x="209206" y="6006611"/>
                  </a:lnTo>
                  <a:lnTo>
                    <a:pt x="209332" y="6006611"/>
                  </a:lnTo>
                  <a:lnTo>
                    <a:pt x="209458" y="6006611"/>
                  </a:lnTo>
                  <a:lnTo>
                    <a:pt x="209585" y="6006611"/>
                  </a:lnTo>
                  <a:lnTo>
                    <a:pt x="209585" y="6001700"/>
                  </a:lnTo>
                  <a:lnTo>
                    <a:pt x="209711" y="6001700"/>
                  </a:lnTo>
                  <a:lnTo>
                    <a:pt x="209837" y="6001700"/>
                  </a:lnTo>
                  <a:lnTo>
                    <a:pt x="209963" y="6001700"/>
                  </a:lnTo>
                  <a:lnTo>
                    <a:pt x="210090" y="6001700"/>
                  </a:lnTo>
                  <a:lnTo>
                    <a:pt x="210216" y="6001700"/>
                  </a:lnTo>
                  <a:lnTo>
                    <a:pt x="210342" y="6001700"/>
                  </a:lnTo>
                  <a:lnTo>
                    <a:pt x="210468" y="6001700"/>
                  </a:lnTo>
                  <a:lnTo>
                    <a:pt x="210595" y="6001700"/>
                  </a:lnTo>
                  <a:lnTo>
                    <a:pt x="210721" y="6001700"/>
                  </a:lnTo>
                  <a:lnTo>
                    <a:pt x="210847" y="6001700"/>
                  </a:lnTo>
                  <a:lnTo>
                    <a:pt x="210973" y="6001700"/>
                  </a:lnTo>
                  <a:lnTo>
                    <a:pt x="211100" y="6001700"/>
                  </a:lnTo>
                  <a:lnTo>
                    <a:pt x="211226" y="6001700"/>
                  </a:lnTo>
                  <a:lnTo>
                    <a:pt x="211352" y="6001700"/>
                  </a:lnTo>
                  <a:lnTo>
                    <a:pt x="211479" y="6001700"/>
                  </a:lnTo>
                  <a:lnTo>
                    <a:pt x="211605" y="6001700"/>
                  </a:lnTo>
                  <a:lnTo>
                    <a:pt x="211731" y="6001700"/>
                  </a:lnTo>
                  <a:lnTo>
                    <a:pt x="211857" y="6001700"/>
                  </a:lnTo>
                  <a:lnTo>
                    <a:pt x="211984" y="6001700"/>
                  </a:lnTo>
                  <a:lnTo>
                    <a:pt x="212110" y="6001700"/>
                  </a:lnTo>
                  <a:lnTo>
                    <a:pt x="212236" y="6001700"/>
                  </a:lnTo>
                  <a:lnTo>
                    <a:pt x="212362" y="6001700"/>
                  </a:lnTo>
                  <a:lnTo>
                    <a:pt x="212489" y="6001700"/>
                  </a:lnTo>
                  <a:lnTo>
                    <a:pt x="212615" y="6001700"/>
                  </a:lnTo>
                  <a:lnTo>
                    <a:pt x="212741" y="6001700"/>
                  </a:lnTo>
                  <a:lnTo>
                    <a:pt x="212867" y="6001700"/>
                  </a:lnTo>
                  <a:lnTo>
                    <a:pt x="212994" y="6001700"/>
                  </a:lnTo>
                  <a:lnTo>
                    <a:pt x="213120" y="6001700"/>
                  </a:lnTo>
                  <a:lnTo>
                    <a:pt x="213246" y="6001700"/>
                  </a:lnTo>
                  <a:lnTo>
                    <a:pt x="213372" y="6001700"/>
                  </a:lnTo>
                  <a:lnTo>
                    <a:pt x="213499" y="6001700"/>
                  </a:lnTo>
                  <a:lnTo>
                    <a:pt x="213625" y="6001700"/>
                  </a:lnTo>
                  <a:lnTo>
                    <a:pt x="213751" y="6001700"/>
                  </a:lnTo>
                  <a:lnTo>
                    <a:pt x="213877" y="6001700"/>
                  </a:lnTo>
                  <a:lnTo>
                    <a:pt x="214004" y="6001700"/>
                  </a:lnTo>
                  <a:lnTo>
                    <a:pt x="214130" y="6001700"/>
                  </a:lnTo>
                  <a:lnTo>
                    <a:pt x="214256" y="6001700"/>
                  </a:lnTo>
                  <a:lnTo>
                    <a:pt x="214382" y="6001700"/>
                  </a:lnTo>
                  <a:lnTo>
                    <a:pt x="214509" y="6001700"/>
                  </a:lnTo>
                  <a:lnTo>
                    <a:pt x="214635" y="6001700"/>
                  </a:lnTo>
                  <a:lnTo>
                    <a:pt x="214761" y="6001700"/>
                  </a:lnTo>
                  <a:lnTo>
                    <a:pt x="214887" y="6001700"/>
                  </a:lnTo>
                  <a:lnTo>
                    <a:pt x="215014" y="6001700"/>
                  </a:lnTo>
                  <a:lnTo>
                    <a:pt x="215140" y="6001700"/>
                  </a:lnTo>
                  <a:lnTo>
                    <a:pt x="215266" y="6001700"/>
                  </a:lnTo>
                  <a:lnTo>
                    <a:pt x="215392" y="6001700"/>
                  </a:lnTo>
                  <a:lnTo>
                    <a:pt x="215519" y="6001700"/>
                  </a:lnTo>
                  <a:lnTo>
                    <a:pt x="215645" y="6001700"/>
                  </a:lnTo>
                  <a:lnTo>
                    <a:pt x="215771" y="6001700"/>
                  </a:lnTo>
                  <a:lnTo>
                    <a:pt x="215897" y="6001700"/>
                  </a:lnTo>
                  <a:lnTo>
                    <a:pt x="216024" y="6001700"/>
                  </a:lnTo>
                  <a:lnTo>
                    <a:pt x="216150" y="6001700"/>
                  </a:lnTo>
                  <a:lnTo>
                    <a:pt x="216276" y="6001700"/>
                  </a:lnTo>
                  <a:lnTo>
                    <a:pt x="216402" y="6001700"/>
                  </a:lnTo>
                  <a:lnTo>
                    <a:pt x="216529" y="6001700"/>
                  </a:lnTo>
                  <a:lnTo>
                    <a:pt x="216655" y="6001700"/>
                  </a:lnTo>
                  <a:lnTo>
                    <a:pt x="216781" y="6001700"/>
                  </a:lnTo>
                  <a:lnTo>
                    <a:pt x="216908" y="6001700"/>
                  </a:lnTo>
                  <a:lnTo>
                    <a:pt x="217034" y="6001700"/>
                  </a:lnTo>
                  <a:lnTo>
                    <a:pt x="217160" y="6001700"/>
                  </a:lnTo>
                  <a:lnTo>
                    <a:pt x="217286" y="6001700"/>
                  </a:lnTo>
                  <a:lnTo>
                    <a:pt x="217413" y="6001700"/>
                  </a:lnTo>
                  <a:lnTo>
                    <a:pt x="217539" y="6001700"/>
                  </a:lnTo>
                  <a:lnTo>
                    <a:pt x="217665" y="6001700"/>
                  </a:lnTo>
                  <a:lnTo>
                    <a:pt x="217791" y="6001700"/>
                  </a:lnTo>
                  <a:lnTo>
                    <a:pt x="217918" y="6001700"/>
                  </a:lnTo>
                  <a:lnTo>
                    <a:pt x="218044" y="6001700"/>
                  </a:lnTo>
                  <a:lnTo>
                    <a:pt x="218170" y="6001700"/>
                  </a:lnTo>
                  <a:lnTo>
                    <a:pt x="218296" y="6001700"/>
                  </a:lnTo>
                  <a:lnTo>
                    <a:pt x="218423" y="6001700"/>
                  </a:lnTo>
                  <a:lnTo>
                    <a:pt x="218549" y="6001700"/>
                  </a:lnTo>
                  <a:lnTo>
                    <a:pt x="218675" y="6001700"/>
                  </a:lnTo>
                  <a:lnTo>
                    <a:pt x="218801" y="6001700"/>
                  </a:lnTo>
                  <a:lnTo>
                    <a:pt x="218928" y="6001700"/>
                  </a:lnTo>
                  <a:lnTo>
                    <a:pt x="219054" y="6001700"/>
                  </a:lnTo>
                  <a:lnTo>
                    <a:pt x="219180" y="6001700"/>
                  </a:lnTo>
                  <a:lnTo>
                    <a:pt x="219306" y="6001700"/>
                  </a:lnTo>
                  <a:lnTo>
                    <a:pt x="219433" y="6001700"/>
                  </a:lnTo>
                  <a:lnTo>
                    <a:pt x="219559" y="6001700"/>
                  </a:lnTo>
                  <a:lnTo>
                    <a:pt x="219685" y="6001700"/>
                  </a:lnTo>
                  <a:lnTo>
                    <a:pt x="219811" y="6001700"/>
                  </a:lnTo>
                  <a:lnTo>
                    <a:pt x="219938" y="6001700"/>
                  </a:lnTo>
                  <a:lnTo>
                    <a:pt x="220064" y="6001700"/>
                  </a:lnTo>
                  <a:lnTo>
                    <a:pt x="220190" y="6001700"/>
                  </a:lnTo>
                  <a:lnTo>
                    <a:pt x="220316" y="6001700"/>
                  </a:lnTo>
                  <a:lnTo>
                    <a:pt x="220443" y="6001700"/>
                  </a:lnTo>
                  <a:lnTo>
                    <a:pt x="220569" y="6001700"/>
                  </a:lnTo>
                  <a:lnTo>
                    <a:pt x="220695" y="6001700"/>
                  </a:lnTo>
                  <a:lnTo>
                    <a:pt x="220821" y="6001700"/>
                  </a:lnTo>
                  <a:lnTo>
                    <a:pt x="220948" y="6001700"/>
                  </a:lnTo>
                  <a:lnTo>
                    <a:pt x="221074" y="6001700"/>
                  </a:lnTo>
                  <a:lnTo>
                    <a:pt x="221200" y="6001700"/>
                  </a:lnTo>
                  <a:lnTo>
                    <a:pt x="221326" y="6001700"/>
                  </a:lnTo>
                  <a:lnTo>
                    <a:pt x="221453" y="6001700"/>
                  </a:lnTo>
                  <a:lnTo>
                    <a:pt x="221579" y="6001700"/>
                  </a:lnTo>
                  <a:lnTo>
                    <a:pt x="221705" y="6001700"/>
                  </a:lnTo>
                  <a:lnTo>
                    <a:pt x="221832" y="6001700"/>
                  </a:lnTo>
                  <a:lnTo>
                    <a:pt x="221958" y="6001700"/>
                  </a:lnTo>
                  <a:lnTo>
                    <a:pt x="222084" y="6001700"/>
                  </a:lnTo>
                  <a:lnTo>
                    <a:pt x="222084" y="5996788"/>
                  </a:lnTo>
                  <a:lnTo>
                    <a:pt x="222210" y="5996788"/>
                  </a:lnTo>
                  <a:lnTo>
                    <a:pt x="222210" y="5991877"/>
                  </a:lnTo>
                  <a:lnTo>
                    <a:pt x="222337" y="5991877"/>
                  </a:lnTo>
                  <a:lnTo>
                    <a:pt x="222463" y="5991877"/>
                  </a:lnTo>
                  <a:lnTo>
                    <a:pt x="222589" y="5991877"/>
                  </a:lnTo>
                  <a:lnTo>
                    <a:pt x="222715" y="5991877"/>
                  </a:lnTo>
                  <a:lnTo>
                    <a:pt x="222715" y="5986966"/>
                  </a:lnTo>
                  <a:lnTo>
                    <a:pt x="222842" y="5986966"/>
                  </a:lnTo>
                  <a:lnTo>
                    <a:pt x="222968" y="5986966"/>
                  </a:lnTo>
                  <a:lnTo>
                    <a:pt x="223094" y="5986966"/>
                  </a:lnTo>
                  <a:lnTo>
                    <a:pt x="223220" y="5986966"/>
                  </a:lnTo>
                  <a:lnTo>
                    <a:pt x="223347" y="5986966"/>
                  </a:lnTo>
                  <a:lnTo>
                    <a:pt x="223473" y="5986966"/>
                  </a:lnTo>
                  <a:lnTo>
                    <a:pt x="223599" y="5986966"/>
                  </a:lnTo>
                  <a:lnTo>
                    <a:pt x="223725" y="5986966"/>
                  </a:lnTo>
                  <a:lnTo>
                    <a:pt x="223852" y="5986966"/>
                  </a:lnTo>
                  <a:lnTo>
                    <a:pt x="223978" y="5986966"/>
                  </a:lnTo>
                  <a:lnTo>
                    <a:pt x="224104" y="5986966"/>
                  </a:lnTo>
                  <a:lnTo>
                    <a:pt x="224230" y="5986966"/>
                  </a:lnTo>
                  <a:lnTo>
                    <a:pt x="224357" y="5986966"/>
                  </a:lnTo>
                  <a:lnTo>
                    <a:pt x="224483" y="5986966"/>
                  </a:lnTo>
                  <a:lnTo>
                    <a:pt x="224609" y="5986966"/>
                  </a:lnTo>
                  <a:lnTo>
                    <a:pt x="224735" y="5986966"/>
                  </a:lnTo>
                  <a:lnTo>
                    <a:pt x="224862" y="5986966"/>
                  </a:lnTo>
                  <a:lnTo>
                    <a:pt x="224988" y="5986966"/>
                  </a:lnTo>
                  <a:lnTo>
                    <a:pt x="225114" y="5986966"/>
                  </a:lnTo>
                  <a:lnTo>
                    <a:pt x="225240" y="5986966"/>
                  </a:lnTo>
                  <a:lnTo>
                    <a:pt x="225367" y="5986966"/>
                  </a:lnTo>
                  <a:lnTo>
                    <a:pt x="225493" y="5986966"/>
                  </a:lnTo>
                  <a:lnTo>
                    <a:pt x="225619" y="5986966"/>
                  </a:lnTo>
                  <a:lnTo>
                    <a:pt x="225745" y="5986966"/>
                  </a:lnTo>
                  <a:lnTo>
                    <a:pt x="225872" y="5986966"/>
                  </a:lnTo>
                  <a:lnTo>
                    <a:pt x="225998" y="5986966"/>
                  </a:lnTo>
                  <a:lnTo>
                    <a:pt x="226124" y="5986966"/>
                  </a:lnTo>
                  <a:lnTo>
                    <a:pt x="226250" y="5986966"/>
                  </a:lnTo>
                  <a:lnTo>
                    <a:pt x="226377" y="5986966"/>
                  </a:lnTo>
                  <a:lnTo>
                    <a:pt x="226503" y="5986966"/>
                  </a:lnTo>
                  <a:lnTo>
                    <a:pt x="226629" y="5986966"/>
                  </a:lnTo>
                  <a:lnTo>
                    <a:pt x="226755" y="5986966"/>
                  </a:lnTo>
                  <a:lnTo>
                    <a:pt x="226882" y="5986966"/>
                  </a:lnTo>
                  <a:lnTo>
                    <a:pt x="227008" y="5986966"/>
                  </a:lnTo>
                  <a:lnTo>
                    <a:pt x="227134" y="5986966"/>
                  </a:lnTo>
                  <a:lnTo>
                    <a:pt x="227134" y="5982054"/>
                  </a:lnTo>
                  <a:lnTo>
                    <a:pt x="227261" y="5982054"/>
                  </a:lnTo>
                  <a:lnTo>
                    <a:pt x="227387" y="5982054"/>
                  </a:lnTo>
                  <a:lnTo>
                    <a:pt x="227513" y="5982054"/>
                  </a:lnTo>
                  <a:lnTo>
                    <a:pt x="227639" y="5982054"/>
                  </a:lnTo>
                  <a:lnTo>
                    <a:pt x="227766" y="5982054"/>
                  </a:lnTo>
                  <a:lnTo>
                    <a:pt x="227892" y="5982054"/>
                  </a:lnTo>
                  <a:lnTo>
                    <a:pt x="228018" y="5982054"/>
                  </a:lnTo>
                  <a:lnTo>
                    <a:pt x="228144" y="5982054"/>
                  </a:lnTo>
                  <a:lnTo>
                    <a:pt x="228144" y="5977143"/>
                  </a:lnTo>
                  <a:lnTo>
                    <a:pt x="228271" y="5977143"/>
                  </a:lnTo>
                  <a:lnTo>
                    <a:pt x="228397" y="5977143"/>
                  </a:lnTo>
                  <a:lnTo>
                    <a:pt x="228523" y="5977143"/>
                  </a:lnTo>
                  <a:lnTo>
                    <a:pt x="228649" y="5977143"/>
                  </a:lnTo>
                  <a:lnTo>
                    <a:pt x="228776" y="5977143"/>
                  </a:lnTo>
                  <a:lnTo>
                    <a:pt x="228902" y="5977143"/>
                  </a:lnTo>
                  <a:lnTo>
                    <a:pt x="229028" y="5977143"/>
                  </a:lnTo>
                  <a:lnTo>
                    <a:pt x="229154" y="5977143"/>
                  </a:lnTo>
                  <a:lnTo>
                    <a:pt x="229281" y="5977143"/>
                  </a:lnTo>
                  <a:lnTo>
                    <a:pt x="229407" y="5977143"/>
                  </a:lnTo>
                  <a:lnTo>
                    <a:pt x="229533" y="5977143"/>
                  </a:lnTo>
                  <a:lnTo>
                    <a:pt x="229659" y="5977143"/>
                  </a:lnTo>
                  <a:lnTo>
                    <a:pt x="229786" y="5977143"/>
                  </a:lnTo>
                  <a:lnTo>
                    <a:pt x="229912" y="5977143"/>
                  </a:lnTo>
                  <a:lnTo>
                    <a:pt x="230038" y="5977143"/>
                  </a:lnTo>
                  <a:lnTo>
                    <a:pt x="230164" y="5977143"/>
                  </a:lnTo>
                  <a:lnTo>
                    <a:pt x="230291" y="5977143"/>
                  </a:lnTo>
                  <a:lnTo>
                    <a:pt x="230417" y="5977143"/>
                  </a:lnTo>
                  <a:lnTo>
                    <a:pt x="230543" y="5977143"/>
                  </a:lnTo>
                  <a:lnTo>
                    <a:pt x="230669" y="5977143"/>
                  </a:lnTo>
                  <a:lnTo>
                    <a:pt x="230796" y="5977143"/>
                  </a:lnTo>
                  <a:lnTo>
                    <a:pt x="230922" y="5977143"/>
                  </a:lnTo>
                  <a:lnTo>
                    <a:pt x="231048" y="5977143"/>
                  </a:lnTo>
                  <a:lnTo>
                    <a:pt x="231174" y="5977143"/>
                  </a:lnTo>
                  <a:lnTo>
                    <a:pt x="231301" y="5977143"/>
                  </a:lnTo>
                  <a:lnTo>
                    <a:pt x="231427" y="5977143"/>
                  </a:lnTo>
                  <a:lnTo>
                    <a:pt x="231553" y="5977143"/>
                  </a:lnTo>
                  <a:lnTo>
                    <a:pt x="231553" y="5972231"/>
                  </a:lnTo>
                  <a:lnTo>
                    <a:pt x="231679" y="5972231"/>
                  </a:lnTo>
                  <a:lnTo>
                    <a:pt x="231806" y="5972231"/>
                  </a:lnTo>
                  <a:lnTo>
                    <a:pt x="231932" y="5972231"/>
                  </a:lnTo>
                  <a:lnTo>
                    <a:pt x="232058" y="5972231"/>
                  </a:lnTo>
                  <a:lnTo>
                    <a:pt x="232185" y="5972231"/>
                  </a:lnTo>
                  <a:lnTo>
                    <a:pt x="232311" y="5972231"/>
                  </a:lnTo>
                  <a:lnTo>
                    <a:pt x="232437" y="5972231"/>
                  </a:lnTo>
                  <a:lnTo>
                    <a:pt x="232563" y="5972231"/>
                  </a:lnTo>
                  <a:lnTo>
                    <a:pt x="232690" y="5972231"/>
                  </a:lnTo>
                  <a:lnTo>
                    <a:pt x="232816" y="5972231"/>
                  </a:lnTo>
                  <a:lnTo>
                    <a:pt x="232942" y="5972231"/>
                  </a:lnTo>
                  <a:lnTo>
                    <a:pt x="233068" y="5972231"/>
                  </a:lnTo>
                  <a:lnTo>
                    <a:pt x="233195" y="5972231"/>
                  </a:lnTo>
                  <a:lnTo>
                    <a:pt x="233321" y="5972231"/>
                  </a:lnTo>
                  <a:lnTo>
                    <a:pt x="233447" y="5972231"/>
                  </a:lnTo>
                  <a:lnTo>
                    <a:pt x="233573" y="5972231"/>
                  </a:lnTo>
                  <a:lnTo>
                    <a:pt x="233700" y="5972231"/>
                  </a:lnTo>
                  <a:lnTo>
                    <a:pt x="233826" y="5972231"/>
                  </a:lnTo>
                  <a:lnTo>
                    <a:pt x="233952" y="5972231"/>
                  </a:lnTo>
                  <a:lnTo>
                    <a:pt x="234078" y="5972231"/>
                  </a:lnTo>
                  <a:lnTo>
                    <a:pt x="234205" y="5972231"/>
                  </a:lnTo>
                  <a:lnTo>
                    <a:pt x="234331" y="5972231"/>
                  </a:lnTo>
                  <a:lnTo>
                    <a:pt x="234457" y="5972231"/>
                  </a:lnTo>
                  <a:lnTo>
                    <a:pt x="234583" y="5972231"/>
                  </a:lnTo>
                  <a:lnTo>
                    <a:pt x="234710" y="5972231"/>
                  </a:lnTo>
                  <a:lnTo>
                    <a:pt x="234836" y="5972231"/>
                  </a:lnTo>
                  <a:lnTo>
                    <a:pt x="234962" y="5972231"/>
                  </a:lnTo>
                  <a:lnTo>
                    <a:pt x="235088" y="5972231"/>
                  </a:lnTo>
                  <a:lnTo>
                    <a:pt x="235215" y="5972231"/>
                  </a:lnTo>
                  <a:lnTo>
                    <a:pt x="235341" y="5972231"/>
                  </a:lnTo>
                  <a:lnTo>
                    <a:pt x="235467" y="5972231"/>
                  </a:lnTo>
                  <a:lnTo>
                    <a:pt x="235593" y="5972231"/>
                  </a:lnTo>
                  <a:lnTo>
                    <a:pt x="235720" y="5972231"/>
                  </a:lnTo>
                  <a:lnTo>
                    <a:pt x="235846" y="5972231"/>
                  </a:lnTo>
                  <a:lnTo>
                    <a:pt x="235972" y="5972231"/>
                  </a:lnTo>
                  <a:lnTo>
                    <a:pt x="236098" y="5972231"/>
                  </a:lnTo>
                  <a:lnTo>
                    <a:pt x="236225" y="5972231"/>
                  </a:lnTo>
                  <a:lnTo>
                    <a:pt x="236351" y="5972231"/>
                  </a:lnTo>
                  <a:lnTo>
                    <a:pt x="236477" y="5972231"/>
                  </a:lnTo>
                  <a:lnTo>
                    <a:pt x="236477" y="5967320"/>
                  </a:lnTo>
                  <a:lnTo>
                    <a:pt x="236603" y="5967320"/>
                  </a:lnTo>
                  <a:lnTo>
                    <a:pt x="236730" y="5967320"/>
                  </a:lnTo>
                  <a:lnTo>
                    <a:pt x="236856" y="5967320"/>
                  </a:lnTo>
                  <a:lnTo>
                    <a:pt x="236982" y="5967320"/>
                  </a:lnTo>
                  <a:lnTo>
                    <a:pt x="237108" y="5967320"/>
                  </a:lnTo>
                  <a:lnTo>
                    <a:pt x="237235" y="5967320"/>
                  </a:lnTo>
                  <a:lnTo>
                    <a:pt x="237361" y="5967320"/>
                  </a:lnTo>
                  <a:lnTo>
                    <a:pt x="237487" y="5967320"/>
                  </a:lnTo>
                  <a:lnTo>
                    <a:pt x="237614" y="5967320"/>
                  </a:lnTo>
                  <a:lnTo>
                    <a:pt x="237740" y="5967320"/>
                  </a:lnTo>
                  <a:lnTo>
                    <a:pt x="237866" y="5967320"/>
                  </a:lnTo>
                  <a:lnTo>
                    <a:pt x="237992" y="5967320"/>
                  </a:lnTo>
                  <a:lnTo>
                    <a:pt x="238119" y="5967320"/>
                  </a:lnTo>
                  <a:lnTo>
                    <a:pt x="238245" y="5967320"/>
                  </a:lnTo>
                  <a:lnTo>
                    <a:pt x="238371" y="5967320"/>
                  </a:lnTo>
                  <a:lnTo>
                    <a:pt x="238497" y="5967320"/>
                  </a:lnTo>
                  <a:lnTo>
                    <a:pt x="238624" y="5967320"/>
                  </a:lnTo>
                  <a:lnTo>
                    <a:pt x="238750" y="5967320"/>
                  </a:lnTo>
                  <a:lnTo>
                    <a:pt x="238876" y="5967320"/>
                  </a:lnTo>
                  <a:lnTo>
                    <a:pt x="239002" y="5967320"/>
                  </a:lnTo>
                  <a:lnTo>
                    <a:pt x="239129" y="5967320"/>
                  </a:lnTo>
                  <a:lnTo>
                    <a:pt x="239255" y="5967320"/>
                  </a:lnTo>
                  <a:lnTo>
                    <a:pt x="239381" y="5967320"/>
                  </a:lnTo>
                  <a:lnTo>
                    <a:pt x="239507" y="5967320"/>
                  </a:lnTo>
                  <a:lnTo>
                    <a:pt x="239634" y="5967320"/>
                  </a:lnTo>
                  <a:lnTo>
                    <a:pt x="239760" y="5967320"/>
                  </a:lnTo>
                  <a:lnTo>
                    <a:pt x="239760" y="5962409"/>
                  </a:lnTo>
                  <a:lnTo>
                    <a:pt x="239886" y="5962409"/>
                  </a:lnTo>
                  <a:lnTo>
                    <a:pt x="240012" y="5962409"/>
                  </a:lnTo>
                  <a:lnTo>
                    <a:pt x="240139" y="5962409"/>
                  </a:lnTo>
                  <a:lnTo>
                    <a:pt x="240139" y="5957497"/>
                  </a:lnTo>
                  <a:lnTo>
                    <a:pt x="240265" y="5957497"/>
                  </a:lnTo>
                  <a:lnTo>
                    <a:pt x="240391" y="5957497"/>
                  </a:lnTo>
                  <a:lnTo>
                    <a:pt x="240517" y="5957497"/>
                  </a:lnTo>
                  <a:lnTo>
                    <a:pt x="240644" y="5957497"/>
                  </a:lnTo>
                  <a:lnTo>
                    <a:pt x="240770" y="5957497"/>
                  </a:lnTo>
                  <a:lnTo>
                    <a:pt x="240896" y="5957497"/>
                  </a:lnTo>
                  <a:lnTo>
                    <a:pt x="241022" y="5957497"/>
                  </a:lnTo>
                  <a:lnTo>
                    <a:pt x="241149" y="5957497"/>
                  </a:lnTo>
                  <a:lnTo>
                    <a:pt x="241275" y="5957497"/>
                  </a:lnTo>
                  <a:lnTo>
                    <a:pt x="241401" y="5957497"/>
                  </a:lnTo>
                  <a:lnTo>
                    <a:pt x="241527" y="5957497"/>
                  </a:lnTo>
                  <a:lnTo>
                    <a:pt x="241654" y="5957497"/>
                  </a:lnTo>
                  <a:lnTo>
                    <a:pt x="241780" y="5957497"/>
                  </a:lnTo>
                  <a:lnTo>
                    <a:pt x="241906" y="5957497"/>
                  </a:lnTo>
                  <a:lnTo>
                    <a:pt x="242032" y="5957497"/>
                  </a:lnTo>
                  <a:lnTo>
                    <a:pt x="242159" y="5957497"/>
                  </a:lnTo>
                  <a:lnTo>
                    <a:pt x="242285" y="5957497"/>
                  </a:lnTo>
                  <a:lnTo>
                    <a:pt x="242411" y="5957497"/>
                  </a:lnTo>
                  <a:lnTo>
                    <a:pt x="242538" y="5957497"/>
                  </a:lnTo>
                  <a:lnTo>
                    <a:pt x="242664" y="5957497"/>
                  </a:lnTo>
                  <a:lnTo>
                    <a:pt x="242664" y="5952586"/>
                  </a:lnTo>
                  <a:lnTo>
                    <a:pt x="242790" y="5952586"/>
                  </a:lnTo>
                  <a:lnTo>
                    <a:pt x="242916" y="5952586"/>
                  </a:lnTo>
                  <a:lnTo>
                    <a:pt x="243043" y="5952586"/>
                  </a:lnTo>
                  <a:lnTo>
                    <a:pt x="243169" y="5952586"/>
                  </a:lnTo>
                  <a:lnTo>
                    <a:pt x="243169" y="5947675"/>
                  </a:lnTo>
                  <a:lnTo>
                    <a:pt x="243295" y="5947675"/>
                  </a:lnTo>
                  <a:lnTo>
                    <a:pt x="243421" y="5947675"/>
                  </a:lnTo>
                  <a:lnTo>
                    <a:pt x="243548" y="5947675"/>
                  </a:lnTo>
                  <a:lnTo>
                    <a:pt x="243674" y="5947675"/>
                  </a:lnTo>
                  <a:lnTo>
                    <a:pt x="243800" y="5947675"/>
                  </a:lnTo>
                  <a:lnTo>
                    <a:pt x="243926" y="5947675"/>
                  </a:lnTo>
                  <a:lnTo>
                    <a:pt x="244053" y="5947675"/>
                  </a:lnTo>
                  <a:lnTo>
                    <a:pt x="244179" y="5947675"/>
                  </a:lnTo>
                  <a:lnTo>
                    <a:pt x="244305" y="5947675"/>
                  </a:lnTo>
                  <a:lnTo>
                    <a:pt x="244431" y="5947675"/>
                  </a:lnTo>
                  <a:lnTo>
                    <a:pt x="244558" y="5947675"/>
                  </a:lnTo>
                  <a:lnTo>
                    <a:pt x="244684" y="5947675"/>
                  </a:lnTo>
                  <a:lnTo>
                    <a:pt x="244810" y="5947675"/>
                  </a:lnTo>
                  <a:lnTo>
                    <a:pt x="244936" y="5947675"/>
                  </a:lnTo>
                  <a:lnTo>
                    <a:pt x="245063" y="5947675"/>
                  </a:lnTo>
                  <a:lnTo>
                    <a:pt x="245063" y="5942763"/>
                  </a:lnTo>
                  <a:lnTo>
                    <a:pt x="245189" y="5942763"/>
                  </a:lnTo>
                  <a:lnTo>
                    <a:pt x="245315" y="5942763"/>
                  </a:lnTo>
                  <a:lnTo>
                    <a:pt x="245441" y="5942763"/>
                  </a:lnTo>
                  <a:lnTo>
                    <a:pt x="245568" y="5942763"/>
                  </a:lnTo>
                  <a:lnTo>
                    <a:pt x="245694" y="5942763"/>
                  </a:lnTo>
                  <a:lnTo>
                    <a:pt x="245820" y="5942763"/>
                  </a:lnTo>
                  <a:lnTo>
                    <a:pt x="245946" y="5942763"/>
                  </a:lnTo>
                  <a:lnTo>
                    <a:pt x="246073" y="5942763"/>
                  </a:lnTo>
                  <a:lnTo>
                    <a:pt x="246199" y="5942763"/>
                  </a:lnTo>
                  <a:lnTo>
                    <a:pt x="246325" y="5942763"/>
                  </a:lnTo>
                  <a:lnTo>
                    <a:pt x="246451" y="5942763"/>
                  </a:lnTo>
                  <a:lnTo>
                    <a:pt x="246578" y="5942763"/>
                  </a:lnTo>
                  <a:lnTo>
                    <a:pt x="246704" y="5942763"/>
                  </a:lnTo>
                  <a:lnTo>
                    <a:pt x="246830" y="5942763"/>
                  </a:lnTo>
                  <a:lnTo>
                    <a:pt x="246956" y="5942763"/>
                  </a:lnTo>
                  <a:lnTo>
                    <a:pt x="247083" y="5942763"/>
                  </a:lnTo>
                  <a:lnTo>
                    <a:pt x="247209" y="5942763"/>
                  </a:lnTo>
                  <a:lnTo>
                    <a:pt x="247335" y="5942763"/>
                  </a:lnTo>
                  <a:lnTo>
                    <a:pt x="247462" y="5942763"/>
                  </a:lnTo>
                  <a:lnTo>
                    <a:pt x="247588" y="5942763"/>
                  </a:lnTo>
                  <a:lnTo>
                    <a:pt x="247714" y="5942763"/>
                  </a:lnTo>
                  <a:lnTo>
                    <a:pt x="247840" y="5942763"/>
                  </a:lnTo>
                  <a:lnTo>
                    <a:pt x="247967" y="5942763"/>
                  </a:lnTo>
                  <a:lnTo>
                    <a:pt x="248093" y="5942763"/>
                  </a:lnTo>
                  <a:lnTo>
                    <a:pt x="248219" y="5942763"/>
                  </a:lnTo>
                  <a:lnTo>
                    <a:pt x="248345" y="5942763"/>
                  </a:lnTo>
                  <a:lnTo>
                    <a:pt x="248472" y="5942763"/>
                  </a:lnTo>
                  <a:lnTo>
                    <a:pt x="248598" y="5942763"/>
                  </a:lnTo>
                  <a:lnTo>
                    <a:pt x="248724" y="5942763"/>
                  </a:lnTo>
                  <a:lnTo>
                    <a:pt x="248850" y="5942763"/>
                  </a:lnTo>
                  <a:lnTo>
                    <a:pt x="248977" y="5942763"/>
                  </a:lnTo>
                  <a:lnTo>
                    <a:pt x="249103" y="5942763"/>
                  </a:lnTo>
                  <a:lnTo>
                    <a:pt x="249229" y="5942763"/>
                  </a:lnTo>
                  <a:lnTo>
                    <a:pt x="249355" y="5942763"/>
                  </a:lnTo>
                  <a:lnTo>
                    <a:pt x="249482" y="5942763"/>
                  </a:lnTo>
                  <a:lnTo>
                    <a:pt x="249608" y="5942763"/>
                  </a:lnTo>
                  <a:lnTo>
                    <a:pt x="249734" y="5942763"/>
                  </a:lnTo>
                  <a:lnTo>
                    <a:pt x="249860" y="5942763"/>
                  </a:lnTo>
                  <a:lnTo>
                    <a:pt x="249987" y="5942763"/>
                  </a:lnTo>
                  <a:lnTo>
                    <a:pt x="250113" y="5942763"/>
                  </a:lnTo>
                  <a:lnTo>
                    <a:pt x="250239" y="5942763"/>
                  </a:lnTo>
                  <a:lnTo>
                    <a:pt x="250365" y="5942763"/>
                  </a:lnTo>
                  <a:lnTo>
                    <a:pt x="250492" y="5942763"/>
                  </a:lnTo>
                  <a:lnTo>
                    <a:pt x="250492" y="5937852"/>
                  </a:lnTo>
                  <a:lnTo>
                    <a:pt x="250618" y="5937852"/>
                  </a:lnTo>
                  <a:lnTo>
                    <a:pt x="250744" y="5937852"/>
                  </a:lnTo>
                  <a:lnTo>
                    <a:pt x="250870" y="5937852"/>
                  </a:lnTo>
                  <a:lnTo>
                    <a:pt x="250997" y="5937852"/>
                  </a:lnTo>
                  <a:lnTo>
                    <a:pt x="251123" y="5937852"/>
                  </a:lnTo>
                  <a:lnTo>
                    <a:pt x="251249" y="5937852"/>
                  </a:lnTo>
                  <a:lnTo>
                    <a:pt x="251375" y="5937852"/>
                  </a:lnTo>
                  <a:lnTo>
                    <a:pt x="251502" y="5937852"/>
                  </a:lnTo>
                  <a:lnTo>
                    <a:pt x="251628" y="5937852"/>
                  </a:lnTo>
                  <a:lnTo>
                    <a:pt x="251754" y="5937852"/>
                  </a:lnTo>
                  <a:lnTo>
                    <a:pt x="251880" y="5937852"/>
                  </a:lnTo>
                  <a:lnTo>
                    <a:pt x="252007" y="5937852"/>
                  </a:lnTo>
                  <a:lnTo>
                    <a:pt x="252133" y="5937852"/>
                  </a:lnTo>
                  <a:lnTo>
                    <a:pt x="252133" y="5932940"/>
                  </a:lnTo>
                  <a:lnTo>
                    <a:pt x="252259" y="5932940"/>
                  </a:lnTo>
                  <a:lnTo>
                    <a:pt x="252385" y="5932940"/>
                  </a:lnTo>
                  <a:lnTo>
                    <a:pt x="252512" y="5932940"/>
                  </a:lnTo>
                  <a:lnTo>
                    <a:pt x="252638" y="5932940"/>
                  </a:lnTo>
                  <a:lnTo>
                    <a:pt x="252764" y="5932940"/>
                  </a:lnTo>
                  <a:lnTo>
                    <a:pt x="252891" y="5932940"/>
                  </a:lnTo>
                  <a:lnTo>
                    <a:pt x="253017" y="5932940"/>
                  </a:lnTo>
                  <a:lnTo>
                    <a:pt x="253143" y="5932940"/>
                  </a:lnTo>
                  <a:lnTo>
                    <a:pt x="253269" y="5932940"/>
                  </a:lnTo>
                  <a:lnTo>
                    <a:pt x="253396" y="5932940"/>
                  </a:lnTo>
                  <a:lnTo>
                    <a:pt x="253522" y="5932940"/>
                  </a:lnTo>
                  <a:lnTo>
                    <a:pt x="253648" y="5932940"/>
                  </a:lnTo>
                  <a:lnTo>
                    <a:pt x="253774" y="5932940"/>
                  </a:lnTo>
                  <a:lnTo>
                    <a:pt x="253901" y="5932940"/>
                  </a:lnTo>
                  <a:lnTo>
                    <a:pt x="254027" y="5932940"/>
                  </a:lnTo>
                  <a:lnTo>
                    <a:pt x="254153" y="5932940"/>
                  </a:lnTo>
                  <a:lnTo>
                    <a:pt x="254279" y="5932940"/>
                  </a:lnTo>
                  <a:lnTo>
                    <a:pt x="254406" y="5932940"/>
                  </a:lnTo>
                  <a:lnTo>
                    <a:pt x="254532" y="5932940"/>
                  </a:lnTo>
                  <a:lnTo>
                    <a:pt x="254658" y="5932940"/>
                  </a:lnTo>
                  <a:lnTo>
                    <a:pt x="254784" y="5932940"/>
                  </a:lnTo>
                  <a:lnTo>
                    <a:pt x="254911" y="5932940"/>
                  </a:lnTo>
                  <a:lnTo>
                    <a:pt x="255037" y="5932940"/>
                  </a:lnTo>
                  <a:lnTo>
                    <a:pt x="255163" y="5932940"/>
                  </a:lnTo>
                  <a:lnTo>
                    <a:pt x="255289" y="5932940"/>
                  </a:lnTo>
                  <a:lnTo>
                    <a:pt x="255416" y="5932940"/>
                  </a:lnTo>
                  <a:lnTo>
                    <a:pt x="255542" y="5932940"/>
                  </a:lnTo>
                  <a:lnTo>
                    <a:pt x="255668" y="5932940"/>
                  </a:lnTo>
                  <a:lnTo>
                    <a:pt x="255794" y="5932940"/>
                  </a:lnTo>
                  <a:lnTo>
                    <a:pt x="255921" y="5932940"/>
                  </a:lnTo>
                  <a:lnTo>
                    <a:pt x="256047" y="5932940"/>
                  </a:lnTo>
                  <a:lnTo>
                    <a:pt x="256173" y="5932940"/>
                  </a:lnTo>
                  <a:lnTo>
                    <a:pt x="256299" y="5932940"/>
                  </a:lnTo>
                  <a:lnTo>
                    <a:pt x="256426" y="5932940"/>
                  </a:lnTo>
                  <a:lnTo>
                    <a:pt x="256552" y="5932940"/>
                  </a:lnTo>
                  <a:lnTo>
                    <a:pt x="256678" y="5932940"/>
                  </a:lnTo>
                  <a:lnTo>
                    <a:pt x="256804" y="5932940"/>
                  </a:lnTo>
                  <a:lnTo>
                    <a:pt x="256931" y="5932940"/>
                  </a:lnTo>
                  <a:lnTo>
                    <a:pt x="257057" y="5932940"/>
                  </a:lnTo>
                  <a:lnTo>
                    <a:pt x="257183" y="5932940"/>
                  </a:lnTo>
                  <a:lnTo>
                    <a:pt x="257309" y="5932940"/>
                  </a:lnTo>
                  <a:lnTo>
                    <a:pt x="257436" y="5932940"/>
                  </a:lnTo>
                  <a:lnTo>
                    <a:pt x="257562" y="5932940"/>
                  </a:lnTo>
                  <a:lnTo>
                    <a:pt x="257688" y="5932940"/>
                  </a:lnTo>
                  <a:lnTo>
                    <a:pt x="257815" y="5932940"/>
                  </a:lnTo>
                  <a:lnTo>
                    <a:pt x="257941" y="5932940"/>
                  </a:lnTo>
                  <a:lnTo>
                    <a:pt x="258067" y="5932940"/>
                  </a:lnTo>
                  <a:lnTo>
                    <a:pt x="258193" y="5932940"/>
                  </a:lnTo>
                  <a:lnTo>
                    <a:pt x="258320" y="5932940"/>
                  </a:lnTo>
                  <a:lnTo>
                    <a:pt x="258446" y="5932940"/>
                  </a:lnTo>
                  <a:lnTo>
                    <a:pt x="258572" y="5932940"/>
                  </a:lnTo>
                  <a:lnTo>
                    <a:pt x="258698" y="5932940"/>
                  </a:lnTo>
                  <a:lnTo>
                    <a:pt x="258825" y="5932940"/>
                  </a:lnTo>
                  <a:lnTo>
                    <a:pt x="258951" y="5932940"/>
                  </a:lnTo>
                  <a:lnTo>
                    <a:pt x="259077" y="5932940"/>
                  </a:lnTo>
                  <a:lnTo>
                    <a:pt x="259203" y="5932940"/>
                  </a:lnTo>
                  <a:lnTo>
                    <a:pt x="259330" y="5932940"/>
                  </a:lnTo>
                  <a:lnTo>
                    <a:pt x="259456" y="5932940"/>
                  </a:lnTo>
                  <a:lnTo>
                    <a:pt x="259582" y="5932940"/>
                  </a:lnTo>
                  <a:lnTo>
                    <a:pt x="259708" y="5932940"/>
                  </a:lnTo>
                  <a:lnTo>
                    <a:pt x="259835" y="5932940"/>
                  </a:lnTo>
                  <a:lnTo>
                    <a:pt x="259961" y="5932940"/>
                  </a:lnTo>
                  <a:lnTo>
                    <a:pt x="260087" y="5932940"/>
                  </a:lnTo>
                  <a:lnTo>
                    <a:pt x="260213" y="5932940"/>
                  </a:lnTo>
                  <a:lnTo>
                    <a:pt x="260340" y="5932940"/>
                  </a:lnTo>
                  <a:lnTo>
                    <a:pt x="260466" y="5932940"/>
                  </a:lnTo>
                  <a:lnTo>
                    <a:pt x="260592" y="5932940"/>
                  </a:lnTo>
                  <a:lnTo>
                    <a:pt x="260718" y="5932940"/>
                  </a:lnTo>
                  <a:lnTo>
                    <a:pt x="260845" y="5932940"/>
                  </a:lnTo>
                  <a:lnTo>
                    <a:pt x="260971" y="5932940"/>
                  </a:lnTo>
                  <a:lnTo>
                    <a:pt x="261097" y="5932940"/>
                  </a:lnTo>
                  <a:lnTo>
                    <a:pt x="261223" y="5932940"/>
                  </a:lnTo>
                  <a:lnTo>
                    <a:pt x="261223" y="5928029"/>
                  </a:lnTo>
                  <a:lnTo>
                    <a:pt x="261350" y="5928029"/>
                  </a:lnTo>
                  <a:lnTo>
                    <a:pt x="261350" y="5923118"/>
                  </a:lnTo>
                  <a:lnTo>
                    <a:pt x="261476" y="5923118"/>
                  </a:lnTo>
                  <a:lnTo>
                    <a:pt x="261602" y="5923118"/>
                  </a:lnTo>
                  <a:lnTo>
                    <a:pt x="261728" y="5923118"/>
                  </a:lnTo>
                  <a:lnTo>
                    <a:pt x="261855" y="5923118"/>
                  </a:lnTo>
                  <a:lnTo>
                    <a:pt x="261981" y="5923118"/>
                  </a:lnTo>
                  <a:lnTo>
                    <a:pt x="262107" y="5923118"/>
                  </a:lnTo>
                  <a:lnTo>
                    <a:pt x="262233" y="5923118"/>
                  </a:lnTo>
                  <a:lnTo>
                    <a:pt x="262360" y="5923118"/>
                  </a:lnTo>
                  <a:lnTo>
                    <a:pt x="262486" y="5923118"/>
                  </a:lnTo>
                  <a:lnTo>
                    <a:pt x="262612" y="5923118"/>
                  </a:lnTo>
                  <a:lnTo>
                    <a:pt x="262738" y="5923118"/>
                  </a:lnTo>
                  <a:lnTo>
                    <a:pt x="262865" y="5923118"/>
                  </a:lnTo>
                  <a:lnTo>
                    <a:pt x="262991" y="5923118"/>
                  </a:lnTo>
                  <a:lnTo>
                    <a:pt x="263117" y="5923118"/>
                  </a:lnTo>
                  <a:lnTo>
                    <a:pt x="263244" y="5923118"/>
                  </a:lnTo>
                  <a:lnTo>
                    <a:pt x="263370" y="5923118"/>
                  </a:lnTo>
                  <a:lnTo>
                    <a:pt x="263496" y="5923118"/>
                  </a:lnTo>
                  <a:lnTo>
                    <a:pt x="263622" y="5923118"/>
                  </a:lnTo>
                  <a:lnTo>
                    <a:pt x="263749" y="5923118"/>
                  </a:lnTo>
                  <a:lnTo>
                    <a:pt x="263875" y="5923118"/>
                  </a:lnTo>
                  <a:lnTo>
                    <a:pt x="264001" y="5923118"/>
                  </a:lnTo>
                  <a:lnTo>
                    <a:pt x="264127" y="5923118"/>
                  </a:lnTo>
                  <a:lnTo>
                    <a:pt x="264254" y="5923118"/>
                  </a:lnTo>
                  <a:lnTo>
                    <a:pt x="264380" y="5923118"/>
                  </a:lnTo>
                  <a:lnTo>
                    <a:pt x="264506" y="5923118"/>
                  </a:lnTo>
                  <a:lnTo>
                    <a:pt x="264632" y="5923118"/>
                  </a:lnTo>
                  <a:lnTo>
                    <a:pt x="264759" y="5923118"/>
                  </a:lnTo>
                  <a:lnTo>
                    <a:pt x="264885" y="5923118"/>
                  </a:lnTo>
                  <a:lnTo>
                    <a:pt x="265011" y="5923118"/>
                  </a:lnTo>
                  <a:lnTo>
                    <a:pt x="265137" y="5923118"/>
                  </a:lnTo>
                  <a:lnTo>
                    <a:pt x="265264" y="5923118"/>
                  </a:lnTo>
                  <a:lnTo>
                    <a:pt x="265390" y="5923118"/>
                  </a:lnTo>
                  <a:lnTo>
                    <a:pt x="265516" y="5923118"/>
                  </a:lnTo>
                  <a:lnTo>
                    <a:pt x="265642" y="5923118"/>
                  </a:lnTo>
                  <a:lnTo>
                    <a:pt x="265769" y="5923118"/>
                  </a:lnTo>
                  <a:lnTo>
                    <a:pt x="265895" y="5923118"/>
                  </a:lnTo>
                  <a:lnTo>
                    <a:pt x="266021" y="5923118"/>
                  </a:lnTo>
                  <a:lnTo>
                    <a:pt x="266147" y="5923118"/>
                  </a:lnTo>
                  <a:lnTo>
                    <a:pt x="266274" y="5923118"/>
                  </a:lnTo>
                  <a:lnTo>
                    <a:pt x="266400" y="5923118"/>
                  </a:lnTo>
                  <a:lnTo>
                    <a:pt x="266526" y="5923118"/>
                  </a:lnTo>
                  <a:lnTo>
                    <a:pt x="266526" y="5918206"/>
                  </a:lnTo>
                  <a:lnTo>
                    <a:pt x="266652" y="5918206"/>
                  </a:lnTo>
                  <a:lnTo>
                    <a:pt x="266779" y="5918206"/>
                  </a:lnTo>
                  <a:lnTo>
                    <a:pt x="266905" y="5918206"/>
                  </a:lnTo>
                  <a:lnTo>
                    <a:pt x="267031" y="5918206"/>
                  </a:lnTo>
                  <a:lnTo>
                    <a:pt x="267157" y="5918206"/>
                  </a:lnTo>
                  <a:lnTo>
                    <a:pt x="267284" y="5918206"/>
                  </a:lnTo>
                  <a:lnTo>
                    <a:pt x="267410" y="5918206"/>
                  </a:lnTo>
                  <a:lnTo>
                    <a:pt x="267536" y="5918206"/>
                  </a:lnTo>
                  <a:lnTo>
                    <a:pt x="267662" y="5918206"/>
                  </a:lnTo>
                  <a:lnTo>
                    <a:pt x="267789" y="5918206"/>
                  </a:lnTo>
                  <a:lnTo>
                    <a:pt x="267915" y="5918206"/>
                  </a:lnTo>
                  <a:lnTo>
                    <a:pt x="268041" y="5918206"/>
                  </a:lnTo>
                  <a:lnTo>
                    <a:pt x="268168" y="5918206"/>
                  </a:lnTo>
                  <a:lnTo>
                    <a:pt x="268294" y="5918206"/>
                  </a:lnTo>
                  <a:lnTo>
                    <a:pt x="268294" y="5913295"/>
                  </a:lnTo>
                  <a:lnTo>
                    <a:pt x="268420" y="5913295"/>
                  </a:lnTo>
                  <a:lnTo>
                    <a:pt x="268546" y="5913295"/>
                  </a:lnTo>
                  <a:lnTo>
                    <a:pt x="268673" y="5913295"/>
                  </a:lnTo>
                  <a:lnTo>
                    <a:pt x="268799" y="5913295"/>
                  </a:lnTo>
                  <a:lnTo>
                    <a:pt x="268925" y="5913295"/>
                  </a:lnTo>
                  <a:lnTo>
                    <a:pt x="269051" y="5913295"/>
                  </a:lnTo>
                  <a:lnTo>
                    <a:pt x="269051" y="5908384"/>
                  </a:lnTo>
                  <a:lnTo>
                    <a:pt x="269178" y="5908384"/>
                  </a:lnTo>
                  <a:lnTo>
                    <a:pt x="269304" y="5908384"/>
                  </a:lnTo>
                  <a:lnTo>
                    <a:pt x="269430" y="5908384"/>
                  </a:lnTo>
                  <a:lnTo>
                    <a:pt x="269556" y="5908384"/>
                  </a:lnTo>
                  <a:lnTo>
                    <a:pt x="269683" y="5908384"/>
                  </a:lnTo>
                  <a:lnTo>
                    <a:pt x="269809" y="5908384"/>
                  </a:lnTo>
                  <a:lnTo>
                    <a:pt x="269935" y="5908384"/>
                  </a:lnTo>
                  <a:lnTo>
                    <a:pt x="270061" y="5908384"/>
                  </a:lnTo>
                  <a:lnTo>
                    <a:pt x="270188" y="5908384"/>
                  </a:lnTo>
                  <a:lnTo>
                    <a:pt x="270314" y="5908384"/>
                  </a:lnTo>
                  <a:lnTo>
                    <a:pt x="270440" y="5908384"/>
                  </a:lnTo>
                  <a:lnTo>
                    <a:pt x="270566" y="5908384"/>
                  </a:lnTo>
                  <a:lnTo>
                    <a:pt x="270693" y="5908384"/>
                  </a:lnTo>
                  <a:lnTo>
                    <a:pt x="270819" y="5908384"/>
                  </a:lnTo>
                  <a:lnTo>
                    <a:pt x="270945" y="5908384"/>
                  </a:lnTo>
                  <a:lnTo>
                    <a:pt x="271071" y="5908384"/>
                  </a:lnTo>
                  <a:lnTo>
                    <a:pt x="271198" y="5908384"/>
                  </a:lnTo>
                  <a:lnTo>
                    <a:pt x="271324" y="5908384"/>
                  </a:lnTo>
                  <a:lnTo>
                    <a:pt x="271450" y="5908384"/>
                  </a:lnTo>
                  <a:lnTo>
                    <a:pt x="271576" y="5908384"/>
                  </a:lnTo>
                  <a:lnTo>
                    <a:pt x="271703" y="5908384"/>
                  </a:lnTo>
                  <a:lnTo>
                    <a:pt x="271829" y="5908384"/>
                  </a:lnTo>
                  <a:lnTo>
                    <a:pt x="271955" y="5908384"/>
                  </a:lnTo>
                  <a:lnTo>
                    <a:pt x="272081" y="5908384"/>
                  </a:lnTo>
                  <a:lnTo>
                    <a:pt x="272208" y="5908384"/>
                  </a:lnTo>
                  <a:lnTo>
                    <a:pt x="272334" y="5908384"/>
                  </a:lnTo>
                  <a:lnTo>
                    <a:pt x="272460" y="5908384"/>
                  </a:lnTo>
                  <a:lnTo>
                    <a:pt x="272586" y="5908384"/>
                  </a:lnTo>
                  <a:lnTo>
                    <a:pt x="272713" y="5908384"/>
                  </a:lnTo>
                  <a:lnTo>
                    <a:pt x="272839" y="5908384"/>
                  </a:lnTo>
                  <a:lnTo>
                    <a:pt x="272965" y="5908384"/>
                  </a:lnTo>
                  <a:lnTo>
                    <a:pt x="273091" y="5908384"/>
                  </a:lnTo>
                  <a:lnTo>
                    <a:pt x="273218" y="5908384"/>
                  </a:lnTo>
                  <a:lnTo>
                    <a:pt x="273344" y="5908384"/>
                  </a:lnTo>
                  <a:lnTo>
                    <a:pt x="273344" y="5903472"/>
                  </a:lnTo>
                  <a:lnTo>
                    <a:pt x="273470" y="5903472"/>
                  </a:lnTo>
                  <a:lnTo>
                    <a:pt x="273597" y="5903472"/>
                  </a:lnTo>
                  <a:lnTo>
                    <a:pt x="273723" y="5903472"/>
                  </a:lnTo>
                  <a:lnTo>
                    <a:pt x="273849" y="5903472"/>
                  </a:lnTo>
                  <a:lnTo>
                    <a:pt x="273975" y="5903472"/>
                  </a:lnTo>
                  <a:lnTo>
                    <a:pt x="274102" y="5903472"/>
                  </a:lnTo>
                  <a:lnTo>
                    <a:pt x="274228" y="5903472"/>
                  </a:lnTo>
                  <a:lnTo>
                    <a:pt x="274354" y="5903472"/>
                  </a:lnTo>
                  <a:lnTo>
                    <a:pt x="274480" y="5903472"/>
                  </a:lnTo>
                  <a:lnTo>
                    <a:pt x="274607" y="5903472"/>
                  </a:lnTo>
                  <a:lnTo>
                    <a:pt x="274733" y="5903472"/>
                  </a:lnTo>
                  <a:lnTo>
                    <a:pt x="274859" y="5903472"/>
                  </a:lnTo>
                  <a:lnTo>
                    <a:pt x="274985" y="5903472"/>
                  </a:lnTo>
                  <a:lnTo>
                    <a:pt x="275112" y="5903472"/>
                  </a:lnTo>
                  <a:lnTo>
                    <a:pt x="275238" y="5903472"/>
                  </a:lnTo>
                  <a:lnTo>
                    <a:pt x="275238" y="5898561"/>
                  </a:lnTo>
                  <a:lnTo>
                    <a:pt x="275364" y="5898561"/>
                  </a:lnTo>
                  <a:lnTo>
                    <a:pt x="275490" y="5898561"/>
                  </a:lnTo>
                  <a:lnTo>
                    <a:pt x="275617" y="5898561"/>
                  </a:lnTo>
                  <a:lnTo>
                    <a:pt x="275743" y="5898561"/>
                  </a:lnTo>
                  <a:lnTo>
                    <a:pt x="275869" y="5898561"/>
                  </a:lnTo>
                  <a:lnTo>
                    <a:pt x="275995" y="5898561"/>
                  </a:lnTo>
                  <a:lnTo>
                    <a:pt x="276122" y="5898561"/>
                  </a:lnTo>
                  <a:lnTo>
                    <a:pt x="276248" y="5898561"/>
                  </a:lnTo>
                  <a:lnTo>
                    <a:pt x="276374" y="5898561"/>
                  </a:lnTo>
                  <a:lnTo>
                    <a:pt x="276500" y="5898561"/>
                  </a:lnTo>
                  <a:lnTo>
                    <a:pt x="276627" y="5898561"/>
                  </a:lnTo>
                  <a:lnTo>
                    <a:pt x="276753" y="5898561"/>
                  </a:lnTo>
                  <a:lnTo>
                    <a:pt x="276879" y="5898561"/>
                  </a:lnTo>
                  <a:lnTo>
                    <a:pt x="277005" y="5898561"/>
                  </a:lnTo>
                  <a:lnTo>
                    <a:pt x="277132" y="5898561"/>
                  </a:lnTo>
                  <a:lnTo>
                    <a:pt x="277132" y="5893649"/>
                  </a:lnTo>
                  <a:lnTo>
                    <a:pt x="277258" y="5893649"/>
                  </a:lnTo>
                  <a:lnTo>
                    <a:pt x="277384" y="5893649"/>
                  </a:lnTo>
                  <a:lnTo>
                    <a:pt x="277510" y="5893649"/>
                  </a:lnTo>
                  <a:lnTo>
                    <a:pt x="277637" y="5893649"/>
                  </a:lnTo>
                  <a:lnTo>
                    <a:pt x="277763" y="5893649"/>
                  </a:lnTo>
                  <a:lnTo>
                    <a:pt x="277889" y="5893649"/>
                  </a:lnTo>
                  <a:lnTo>
                    <a:pt x="278015" y="5893649"/>
                  </a:lnTo>
                  <a:lnTo>
                    <a:pt x="278142" y="5893649"/>
                  </a:lnTo>
                  <a:lnTo>
                    <a:pt x="278268" y="5893649"/>
                  </a:lnTo>
                  <a:lnTo>
                    <a:pt x="278394" y="5893649"/>
                  </a:lnTo>
                  <a:lnTo>
                    <a:pt x="278521" y="5893649"/>
                  </a:lnTo>
                  <a:lnTo>
                    <a:pt x="278647" y="5893649"/>
                  </a:lnTo>
                  <a:lnTo>
                    <a:pt x="278773" y="5893649"/>
                  </a:lnTo>
                  <a:lnTo>
                    <a:pt x="278899" y="5893649"/>
                  </a:lnTo>
                  <a:lnTo>
                    <a:pt x="279026" y="5893649"/>
                  </a:lnTo>
                  <a:lnTo>
                    <a:pt x="279026" y="5888738"/>
                  </a:lnTo>
                  <a:lnTo>
                    <a:pt x="279152" y="5888738"/>
                  </a:lnTo>
                  <a:lnTo>
                    <a:pt x="279278" y="5888738"/>
                  </a:lnTo>
                  <a:lnTo>
                    <a:pt x="279404" y="5888738"/>
                  </a:lnTo>
                  <a:lnTo>
                    <a:pt x="279531" y="5888738"/>
                  </a:lnTo>
                  <a:lnTo>
                    <a:pt x="279657" y="5888738"/>
                  </a:lnTo>
                  <a:lnTo>
                    <a:pt x="279783" y="5888738"/>
                  </a:lnTo>
                  <a:lnTo>
                    <a:pt x="279909" y="5888738"/>
                  </a:lnTo>
                  <a:lnTo>
                    <a:pt x="280036" y="5888738"/>
                  </a:lnTo>
                  <a:lnTo>
                    <a:pt x="280162" y="5888738"/>
                  </a:lnTo>
                  <a:lnTo>
                    <a:pt x="280288" y="5888738"/>
                  </a:lnTo>
                  <a:lnTo>
                    <a:pt x="280414" y="5888738"/>
                  </a:lnTo>
                  <a:lnTo>
                    <a:pt x="280541" y="5888738"/>
                  </a:lnTo>
                  <a:lnTo>
                    <a:pt x="280667" y="5888738"/>
                  </a:lnTo>
                  <a:lnTo>
                    <a:pt x="280793" y="5888738"/>
                  </a:lnTo>
                  <a:lnTo>
                    <a:pt x="280919" y="5888738"/>
                  </a:lnTo>
                  <a:lnTo>
                    <a:pt x="281046" y="5888738"/>
                  </a:lnTo>
                  <a:lnTo>
                    <a:pt x="281172" y="5888738"/>
                  </a:lnTo>
                  <a:lnTo>
                    <a:pt x="281298" y="5888738"/>
                  </a:lnTo>
                  <a:lnTo>
                    <a:pt x="281424" y="5888738"/>
                  </a:lnTo>
                  <a:lnTo>
                    <a:pt x="281551" y="5888738"/>
                  </a:lnTo>
                  <a:lnTo>
                    <a:pt x="281677" y="5888738"/>
                  </a:lnTo>
                  <a:lnTo>
                    <a:pt x="281803" y="5888738"/>
                  </a:lnTo>
                  <a:lnTo>
                    <a:pt x="281929" y="5888738"/>
                  </a:lnTo>
                  <a:lnTo>
                    <a:pt x="281929" y="5883827"/>
                  </a:lnTo>
                  <a:lnTo>
                    <a:pt x="282056" y="5883827"/>
                  </a:lnTo>
                  <a:lnTo>
                    <a:pt x="282182" y="5883827"/>
                  </a:lnTo>
                  <a:lnTo>
                    <a:pt x="282308" y="5883827"/>
                  </a:lnTo>
                  <a:lnTo>
                    <a:pt x="282434" y="5883827"/>
                  </a:lnTo>
                  <a:lnTo>
                    <a:pt x="282561" y="5883827"/>
                  </a:lnTo>
                  <a:lnTo>
                    <a:pt x="282687" y="5883827"/>
                  </a:lnTo>
                  <a:lnTo>
                    <a:pt x="282813" y="5883827"/>
                  </a:lnTo>
                  <a:lnTo>
                    <a:pt x="282939" y="5883827"/>
                  </a:lnTo>
                  <a:lnTo>
                    <a:pt x="283066" y="5883827"/>
                  </a:lnTo>
                  <a:lnTo>
                    <a:pt x="283192" y="5883827"/>
                  </a:lnTo>
                  <a:lnTo>
                    <a:pt x="283192" y="5878915"/>
                  </a:lnTo>
                  <a:lnTo>
                    <a:pt x="283318" y="5878915"/>
                  </a:lnTo>
                  <a:lnTo>
                    <a:pt x="283444" y="5878915"/>
                  </a:lnTo>
                  <a:lnTo>
                    <a:pt x="283571" y="5878915"/>
                  </a:lnTo>
                  <a:lnTo>
                    <a:pt x="283697" y="5878915"/>
                  </a:lnTo>
                  <a:lnTo>
                    <a:pt x="283823" y="5878915"/>
                  </a:lnTo>
                  <a:lnTo>
                    <a:pt x="283950" y="5878915"/>
                  </a:lnTo>
                  <a:lnTo>
                    <a:pt x="284076" y="5878915"/>
                  </a:lnTo>
                  <a:lnTo>
                    <a:pt x="284202" y="5878915"/>
                  </a:lnTo>
                  <a:lnTo>
                    <a:pt x="284328" y="5878915"/>
                  </a:lnTo>
                  <a:lnTo>
                    <a:pt x="284455" y="5878915"/>
                  </a:lnTo>
                  <a:lnTo>
                    <a:pt x="284581" y="5878915"/>
                  </a:lnTo>
                  <a:lnTo>
                    <a:pt x="284707" y="5878915"/>
                  </a:lnTo>
                  <a:lnTo>
                    <a:pt x="284833" y="5878915"/>
                  </a:lnTo>
                  <a:lnTo>
                    <a:pt x="284960" y="5878915"/>
                  </a:lnTo>
                  <a:lnTo>
                    <a:pt x="285086" y="5878915"/>
                  </a:lnTo>
                  <a:lnTo>
                    <a:pt x="285212" y="5878915"/>
                  </a:lnTo>
                  <a:lnTo>
                    <a:pt x="285338" y="5878915"/>
                  </a:lnTo>
                  <a:lnTo>
                    <a:pt x="285465" y="5878915"/>
                  </a:lnTo>
                  <a:lnTo>
                    <a:pt x="285591" y="5878915"/>
                  </a:lnTo>
                  <a:lnTo>
                    <a:pt x="285717" y="5878915"/>
                  </a:lnTo>
                  <a:lnTo>
                    <a:pt x="285843" y="5878915"/>
                  </a:lnTo>
                  <a:lnTo>
                    <a:pt x="285970" y="5878915"/>
                  </a:lnTo>
                  <a:lnTo>
                    <a:pt x="286096" y="5878915"/>
                  </a:lnTo>
                  <a:lnTo>
                    <a:pt x="286222" y="5878915"/>
                  </a:lnTo>
                  <a:lnTo>
                    <a:pt x="286348" y="5878915"/>
                  </a:lnTo>
                  <a:lnTo>
                    <a:pt x="286475" y="5878915"/>
                  </a:lnTo>
                  <a:lnTo>
                    <a:pt x="286601" y="5878915"/>
                  </a:lnTo>
                  <a:lnTo>
                    <a:pt x="286727" y="5878915"/>
                  </a:lnTo>
                  <a:lnTo>
                    <a:pt x="286853" y="5878915"/>
                  </a:lnTo>
                  <a:lnTo>
                    <a:pt x="286980" y="5878915"/>
                  </a:lnTo>
                  <a:lnTo>
                    <a:pt x="287106" y="5878915"/>
                  </a:lnTo>
                  <a:lnTo>
                    <a:pt x="287232" y="5878915"/>
                  </a:lnTo>
                  <a:lnTo>
                    <a:pt x="287358" y="5878915"/>
                  </a:lnTo>
                  <a:lnTo>
                    <a:pt x="287358" y="5874004"/>
                  </a:lnTo>
                  <a:lnTo>
                    <a:pt x="287485" y="5874004"/>
                  </a:lnTo>
                  <a:lnTo>
                    <a:pt x="287611" y="5874004"/>
                  </a:lnTo>
                  <a:lnTo>
                    <a:pt x="287737" y="5874004"/>
                  </a:lnTo>
                  <a:lnTo>
                    <a:pt x="287863" y="5874004"/>
                  </a:lnTo>
                  <a:lnTo>
                    <a:pt x="287990" y="5874004"/>
                  </a:lnTo>
                  <a:lnTo>
                    <a:pt x="288116" y="5874004"/>
                  </a:lnTo>
                  <a:lnTo>
                    <a:pt x="288242" y="5874004"/>
                  </a:lnTo>
                  <a:lnTo>
                    <a:pt x="288368" y="5874004"/>
                  </a:lnTo>
                  <a:lnTo>
                    <a:pt x="288495" y="5874004"/>
                  </a:lnTo>
                  <a:lnTo>
                    <a:pt x="288621" y="5874004"/>
                  </a:lnTo>
                  <a:lnTo>
                    <a:pt x="288747" y="5874004"/>
                  </a:lnTo>
                  <a:lnTo>
                    <a:pt x="288874" y="5874004"/>
                  </a:lnTo>
                  <a:lnTo>
                    <a:pt x="289000" y="5874004"/>
                  </a:lnTo>
                  <a:lnTo>
                    <a:pt x="289126" y="5874004"/>
                  </a:lnTo>
                  <a:lnTo>
                    <a:pt x="289252" y="5874004"/>
                  </a:lnTo>
                  <a:lnTo>
                    <a:pt x="289379" y="5874004"/>
                  </a:lnTo>
                  <a:lnTo>
                    <a:pt x="289505" y="5874004"/>
                  </a:lnTo>
                  <a:lnTo>
                    <a:pt x="289631" y="5874004"/>
                  </a:lnTo>
                  <a:lnTo>
                    <a:pt x="289631" y="5869093"/>
                  </a:lnTo>
                  <a:lnTo>
                    <a:pt x="289757" y="5869093"/>
                  </a:lnTo>
                  <a:lnTo>
                    <a:pt x="289884" y="5869093"/>
                  </a:lnTo>
                  <a:lnTo>
                    <a:pt x="290010" y="5869093"/>
                  </a:lnTo>
                  <a:lnTo>
                    <a:pt x="290136" y="5869093"/>
                  </a:lnTo>
                  <a:lnTo>
                    <a:pt x="290262" y="5869093"/>
                  </a:lnTo>
                  <a:lnTo>
                    <a:pt x="290389" y="5869093"/>
                  </a:lnTo>
                  <a:lnTo>
                    <a:pt x="290515" y="5869093"/>
                  </a:lnTo>
                  <a:lnTo>
                    <a:pt x="290641" y="5869093"/>
                  </a:lnTo>
                  <a:lnTo>
                    <a:pt x="290767" y="5869093"/>
                  </a:lnTo>
                  <a:lnTo>
                    <a:pt x="290894" y="5869093"/>
                  </a:lnTo>
                  <a:lnTo>
                    <a:pt x="290894" y="5864181"/>
                  </a:lnTo>
                  <a:lnTo>
                    <a:pt x="291020" y="5864181"/>
                  </a:lnTo>
                  <a:lnTo>
                    <a:pt x="291146" y="5864181"/>
                  </a:lnTo>
                  <a:lnTo>
                    <a:pt x="291272" y="5864181"/>
                  </a:lnTo>
                  <a:lnTo>
                    <a:pt x="291399" y="5864181"/>
                  </a:lnTo>
                  <a:lnTo>
                    <a:pt x="291525" y="5864181"/>
                  </a:lnTo>
                  <a:lnTo>
                    <a:pt x="291651" y="5864181"/>
                  </a:lnTo>
                  <a:lnTo>
                    <a:pt x="291777" y="5864181"/>
                  </a:lnTo>
                  <a:lnTo>
                    <a:pt x="291904" y="5864181"/>
                  </a:lnTo>
                  <a:lnTo>
                    <a:pt x="292030" y="5864181"/>
                  </a:lnTo>
                  <a:lnTo>
                    <a:pt x="292156" y="5864181"/>
                  </a:lnTo>
                  <a:lnTo>
                    <a:pt x="292282" y="5864181"/>
                  </a:lnTo>
                  <a:lnTo>
                    <a:pt x="292409" y="5864181"/>
                  </a:lnTo>
                  <a:lnTo>
                    <a:pt x="292535" y="5864181"/>
                  </a:lnTo>
                  <a:lnTo>
                    <a:pt x="292661" y="5864181"/>
                  </a:lnTo>
                  <a:lnTo>
                    <a:pt x="292787" y="5864181"/>
                  </a:lnTo>
                  <a:lnTo>
                    <a:pt x="292914" y="5864181"/>
                  </a:lnTo>
                  <a:lnTo>
                    <a:pt x="293040" y="5864181"/>
                  </a:lnTo>
                  <a:lnTo>
                    <a:pt x="293166" y="5864181"/>
                  </a:lnTo>
                  <a:lnTo>
                    <a:pt x="293292" y="5864181"/>
                  </a:lnTo>
                  <a:lnTo>
                    <a:pt x="293419" y="5864181"/>
                  </a:lnTo>
                  <a:lnTo>
                    <a:pt x="293545" y="5864181"/>
                  </a:lnTo>
                  <a:lnTo>
                    <a:pt x="293671" y="5864181"/>
                  </a:lnTo>
                  <a:lnTo>
                    <a:pt x="293797" y="5864181"/>
                  </a:lnTo>
                  <a:lnTo>
                    <a:pt x="293924" y="5864181"/>
                  </a:lnTo>
                  <a:lnTo>
                    <a:pt x="294050" y="5864181"/>
                  </a:lnTo>
                  <a:lnTo>
                    <a:pt x="294176" y="5864181"/>
                  </a:lnTo>
                  <a:lnTo>
                    <a:pt x="294303" y="5864181"/>
                  </a:lnTo>
                  <a:lnTo>
                    <a:pt x="294429" y="5864181"/>
                  </a:lnTo>
                  <a:lnTo>
                    <a:pt x="294555" y="5864181"/>
                  </a:lnTo>
                  <a:lnTo>
                    <a:pt x="294681" y="5864181"/>
                  </a:lnTo>
                  <a:lnTo>
                    <a:pt x="294808" y="5864181"/>
                  </a:lnTo>
                  <a:lnTo>
                    <a:pt x="294934" y="5864181"/>
                  </a:lnTo>
                  <a:lnTo>
                    <a:pt x="295060" y="5864181"/>
                  </a:lnTo>
                  <a:lnTo>
                    <a:pt x="295186" y="5864181"/>
                  </a:lnTo>
                  <a:lnTo>
                    <a:pt x="295313" y="5864181"/>
                  </a:lnTo>
                  <a:lnTo>
                    <a:pt x="295439" y="5864181"/>
                  </a:lnTo>
                  <a:lnTo>
                    <a:pt x="295565" y="5864181"/>
                  </a:lnTo>
                  <a:lnTo>
                    <a:pt x="295691" y="5864181"/>
                  </a:lnTo>
                  <a:lnTo>
                    <a:pt x="295818" y="5864181"/>
                  </a:lnTo>
                  <a:lnTo>
                    <a:pt x="295944" y="5864181"/>
                  </a:lnTo>
                  <a:lnTo>
                    <a:pt x="296070" y="5864181"/>
                  </a:lnTo>
                  <a:lnTo>
                    <a:pt x="296070" y="5859270"/>
                  </a:lnTo>
                  <a:lnTo>
                    <a:pt x="296196" y="5859270"/>
                  </a:lnTo>
                  <a:lnTo>
                    <a:pt x="296323" y="5859270"/>
                  </a:lnTo>
                  <a:lnTo>
                    <a:pt x="296449" y="5859270"/>
                  </a:lnTo>
                  <a:lnTo>
                    <a:pt x="296575" y="5859270"/>
                  </a:lnTo>
                  <a:lnTo>
                    <a:pt x="296701" y="5859270"/>
                  </a:lnTo>
                  <a:lnTo>
                    <a:pt x="296828" y="5859270"/>
                  </a:lnTo>
                  <a:lnTo>
                    <a:pt x="296954" y="5859270"/>
                  </a:lnTo>
                  <a:lnTo>
                    <a:pt x="297080" y="5859270"/>
                  </a:lnTo>
                  <a:lnTo>
                    <a:pt x="297206" y="5859270"/>
                  </a:lnTo>
                  <a:lnTo>
                    <a:pt x="297333" y="5859270"/>
                  </a:lnTo>
                  <a:lnTo>
                    <a:pt x="297459" y="5859270"/>
                  </a:lnTo>
                  <a:lnTo>
                    <a:pt x="297585" y="5859270"/>
                  </a:lnTo>
                  <a:lnTo>
                    <a:pt x="297711" y="5859270"/>
                  </a:lnTo>
                  <a:lnTo>
                    <a:pt x="297838" y="5859270"/>
                  </a:lnTo>
                  <a:lnTo>
                    <a:pt x="297964" y="5859270"/>
                  </a:lnTo>
                  <a:lnTo>
                    <a:pt x="298090" y="5859270"/>
                  </a:lnTo>
                  <a:lnTo>
                    <a:pt x="298216" y="5859270"/>
                  </a:lnTo>
                  <a:lnTo>
                    <a:pt x="298343" y="5859270"/>
                  </a:lnTo>
                  <a:lnTo>
                    <a:pt x="298469" y="5859270"/>
                  </a:lnTo>
                  <a:lnTo>
                    <a:pt x="298595" y="5859270"/>
                  </a:lnTo>
                  <a:lnTo>
                    <a:pt x="298721" y="5859270"/>
                  </a:lnTo>
                  <a:lnTo>
                    <a:pt x="298848" y="5859270"/>
                  </a:lnTo>
                  <a:lnTo>
                    <a:pt x="298974" y="5859270"/>
                  </a:lnTo>
                  <a:lnTo>
                    <a:pt x="299100" y="5859270"/>
                  </a:lnTo>
                  <a:lnTo>
                    <a:pt x="299227" y="5859270"/>
                  </a:lnTo>
                  <a:lnTo>
                    <a:pt x="299353" y="5859270"/>
                  </a:lnTo>
                  <a:lnTo>
                    <a:pt x="299479" y="5859270"/>
                  </a:lnTo>
                  <a:lnTo>
                    <a:pt x="299605" y="5859270"/>
                  </a:lnTo>
                  <a:lnTo>
                    <a:pt x="299732" y="5859270"/>
                  </a:lnTo>
                  <a:lnTo>
                    <a:pt x="299858" y="5859270"/>
                  </a:lnTo>
                  <a:lnTo>
                    <a:pt x="299984" y="5859270"/>
                  </a:lnTo>
                  <a:lnTo>
                    <a:pt x="300110" y="5859270"/>
                  </a:lnTo>
                  <a:lnTo>
                    <a:pt x="300237" y="5859270"/>
                  </a:lnTo>
                  <a:lnTo>
                    <a:pt x="300363" y="5859270"/>
                  </a:lnTo>
                  <a:lnTo>
                    <a:pt x="300489" y="5859270"/>
                  </a:lnTo>
                  <a:lnTo>
                    <a:pt x="300615" y="5859270"/>
                  </a:lnTo>
                  <a:lnTo>
                    <a:pt x="300742" y="5859270"/>
                  </a:lnTo>
                  <a:lnTo>
                    <a:pt x="300868" y="5859270"/>
                  </a:lnTo>
                  <a:lnTo>
                    <a:pt x="300994" y="5859270"/>
                  </a:lnTo>
                  <a:lnTo>
                    <a:pt x="301120" y="5859270"/>
                  </a:lnTo>
                  <a:lnTo>
                    <a:pt x="301247" y="5859270"/>
                  </a:lnTo>
                  <a:lnTo>
                    <a:pt x="301373" y="5859270"/>
                  </a:lnTo>
                  <a:lnTo>
                    <a:pt x="301499" y="5859270"/>
                  </a:lnTo>
                  <a:lnTo>
                    <a:pt x="301625" y="5859270"/>
                  </a:lnTo>
                  <a:lnTo>
                    <a:pt x="301752" y="5859270"/>
                  </a:lnTo>
                  <a:lnTo>
                    <a:pt x="301878" y="5859270"/>
                  </a:lnTo>
                  <a:lnTo>
                    <a:pt x="302004" y="5859270"/>
                  </a:lnTo>
                  <a:lnTo>
                    <a:pt x="302130" y="5859270"/>
                  </a:lnTo>
                  <a:lnTo>
                    <a:pt x="302257" y="5859270"/>
                  </a:lnTo>
                  <a:lnTo>
                    <a:pt x="302383" y="5859270"/>
                  </a:lnTo>
                  <a:lnTo>
                    <a:pt x="302509" y="5859270"/>
                  </a:lnTo>
                  <a:lnTo>
                    <a:pt x="302635" y="5859270"/>
                  </a:lnTo>
                  <a:lnTo>
                    <a:pt x="302762" y="5859270"/>
                  </a:lnTo>
                  <a:lnTo>
                    <a:pt x="302888" y="5859270"/>
                  </a:lnTo>
                  <a:lnTo>
                    <a:pt x="303014" y="5859270"/>
                  </a:lnTo>
                  <a:lnTo>
                    <a:pt x="303140" y="5859270"/>
                  </a:lnTo>
                  <a:lnTo>
                    <a:pt x="303267" y="5859270"/>
                  </a:lnTo>
                  <a:lnTo>
                    <a:pt x="303393" y="5859270"/>
                  </a:lnTo>
                  <a:lnTo>
                    <a:pt x="303519" y="5859270"/>
                  </a:lnTo>
                  <a:lnTo>
                    <a:pt x="303645" y="5859270"/>
                  </a:lnTo>
                  <a:lnTo>
                    <a:pt x="303772" y="5859270"/>
                  </a:lnTo>
                  <a:lnTo>
                    <a:pt x="303898" y="5859270"/>
                  </a:lnTo>
                  <a:lnTo>
                    <a:pt x="304024" y="5859270"/>
                  </a:lnTo>
                  <a:lnTo>
                    <a:pt x="304151" y="5859270"/>
                  </a:lnTo>
                  <a:lnTo>
                    <a:pt x="304277" y="5859270"/>
                  </a:lnTo>
                  <a:lnTo>
                    <a:pt x="304403" y="5859270"/>
                  </a:lnTo>
                  <a:lnTo>
                    <a:pt x="304403" y="5854358"/>
                  </a:lnTo>
                  <a:lnTo>
                    <a:pt x="304403" y="5849447"/>
                  </a:lnTo>
                  <a:lnTo>
                    <a:pt x="304529" y="5849447"/>
                  </a:lnTo>
                  <a:lnTo>
                    <a:pt x="304656" y="5849447"/>
                  </a:lnTo>
                  <a:lnTo>
                    <a:pt x="304782" y="5849447"/>
                  </a:lnTo>
                  <a:lnTo>
                    <a:pt x="304908" y="5849447"/>
                  </a:lnTo>
                  <a:lnTo>
                    <a:pt x="305034" y="5849447"/>
                  </a:lnTo>
                  <a:lnTo>
                    <a:pt x="305161" y="5849447"/>
                  </a:lnTo>
                  <a:lnTo>
                    <a:pt x="305287" y="5849447"/>
                  </a:lnTo>
                  <a:lnTo>
                    <a:pt x="305413" y="5849447"/>
                  </a:lnTo>
                  <a:lnTo>
                    <a:pt x="305539" y="5849447"/>
                  </a:lnTo>
                  <a:lnTo>
                    <a:pt x="305666" y="5849447"/>
                  </a:lnTo>
                  <a:lnTo>
                    <a:pt x="305792" y="5849447"/>
                  </a:lnTo>
                  <a:lnTo>
                    <a:pt x="305918" y="5849447"/>
                  </a:lnTo>
                  <a:lnTo>
                    <a:pt x="306044" y="5849447"/>
                  </a:lnTo>
                  <a:lnTo>
                    <a:pt x="306171" y="5849447"/>
                  </a:lnTo>
                  <a:lnTo>
                    <a:pt x="306297" y="5849447"/>
                  </a:lnTo>
                  <a:lnTo>
                    <a:pt x="306297" y="5844536"/>
                  </a:lnTo>
                  <a:lnTo>
                    <a:pt x="306423" y="5844536"/>
                  </a:lnTo>
                  <a:lnTo>
                    <a:pt x="306549" y="5844536"/>
                  </a:lnTo>
                  <a:lnTo>
                    <a:pt x="306549" y="5839624"/>
                  </a:lnTo>
                  <a:lnTo>
                    <a:pt x="306549" y="5834713"/>
                  </a:lnTo>
                  <a:lnTo>
                    <a:pt x="306676" y="5834713"/>
                  </a:lnTo>
                  <a:lnTo>
                    <a:pt x="306802" y="5834713"/>
                  </a:lnTo>
                  <a:lnTo>
                    <a:pt x="306928" y="5834713"/>
                  </a:lnTo>
                  <a:lnTo>
                    <a:pt x="307054" y="5834713"/>
                  </a:lnTo>
                  <a:lnTo>
                    <a:pt x="307181" y="5834713"/>
                  </a:lnTo>
                  <a:lnTo>
                    <a:pt x="307307" y="5834713"/>
                  </a:lnTo>
                  <a:lnTo>
                    <a:pt x="307433" y="5834713"/>
                  </a:lnTo>
                  <a:lnTo>
                    <a:pt x="307559" y="5834713"/>
                  </a:lnTo>
                  <a:lnTo>
                    <a:pt x="307686" y="5834713"/>
                  </a:lnTo>
                  <a:lnTo>
                    <a:pt x="307812" y="5834713"/>
                  </a:lnTo>
                  <a:lnTo>
                    <a:pt x="307938" y="5834713"/>
                  </a:lnTo>
                  <a:lnTo>
                    <a:pt x="308064" y="5834713"/>
                  </a:lnTo>
                  <a:lnTo>
                    <a:pt x="308191" y="5834713"/>
                  </a:lnTo>
                  <a:lnTo>
                    <a:pt x="308191" y="5829802"/>
                  </a:lnTo>
                  <a:lnTo>
                    <a:pt x="308317" y="5829802"/>
                  </a:lnTo>
                  <a:lnTo>
                    <a:pt x="308443" y="5829802"/>
                  </a:lnTo>
                  <a:lnTo>
                    <a:pt x="308569" y="5829802"/>
                  </a:lnTo>
                  <a:lnTo>
                    <a:pt x="308569" y="5824890"/>
                  </a:lnTo>
                  <a:lnTo>
                    <a:pt x="308696" y="5824890"/>
                  </a:lnTo>
                  <a:lnTo>
                    <a:pt x="308822" y="5824890"/>
                  </a:lnTo>
                  <a:lnTo>
                    <a:pt x="308948" y="5824890"/>
                  </a:lnTo>
                  <a:lnTo>
                    <a:pt x="309074" y="5824890"/>
                  </a:lnTo>
                  <a:lnTo>
                    <a:pt x="309201" y="5824890"/>
                  </a:lnTo>
                  <a:lnTo>
                    <a:pt x="309201" y="5819979"/>
                  </a:lnTo>
                  <a:lnTo>
                    <a:pt x="309327" y="5819979"/>
                  </a:lnTo>
                  <a:lnTo>
                    <a:pt x="309453" y="5819979"/>
                  </a:lnTo>
                  <a:lnTo>
                    <a:pt x="309580" y="5819979"/>
                  </a:lnTo>
                  <a:lnTo>
                    <a:pt x="309706" y="5819979"/>
                  </a:lnTo>
                  <a:lnTo>
                    <a:pt x="309832" y="5819979"/>
                  </a:lnTo>
                  <a:lnTo>
                    <a:pt x="309958" y="5819979"/>
                  </a:lnTo>
                  <a:lnTo>
                    <a:pt x="310085" y="5819979"/>
                  </a:lnTo>
                  <a:lnTo>
                    <a:pt x="310211" y="5819979"/>
                  </a:lnTo>
                  <a:lnTo>
                    <a:pt x="310337" y="5819979"/>
                  </a:lnTo>
                  <a:lnTo>
                    <a:pt x="310463" y="5819979"/>
                  </a:lnTo>
                  <a:lnTo>
                    <a:pt x="310590" y="5819979"/>
                  </a:lnTo>
                  <a:lnTo>
                    <a:pt x="310716" y="5819979"/>
                  </a:lnTo>
                  <a:lnTo>
                    <a:pt x="310842" y="5819979"/>
                  </a:lnTo>
                  <a:lnTo>
                    <a:pt x="310968" y="5819979"/>
                  </a:lnTo>
                  <a:lnTo>
                    <a:pt x="311095" y="5819979"/>
                  </a:lnTo>
                  <a:lnTo>
                    <a:pt x="311221" y="5819979"/>
                  </a:lnTo>
                  <a:lnTo>
                    <a:pt x="311347" y="5819979"/>
                  </a:lnTo>
                  <a:lnTo>
                    <a:pt x="311473" y="5819979"/>
                  </a:lnTo>
                  <a:lnTo>
                    <a:pt x="311600" y="5819979"/>
                  </a:lnTo>
                  <a:lnTo>
                    <a:pt x="311726" y="5819979"/>
                  </a:lnTo>
                  <a:lnTo>
                    <a:pt x="311852" y="5819979"/>
                  </a:lnTo>
                  <a:lnTo>
                    <a:pt x="311978" y="5819979"/>
                  </a:lnTo>
                  <a:lnTo>
                    <a:pt x="312105" y="5819979"/>
                  </a:lnTo>
                  <a:lnTo>
                    <a:pt x="312231" y="5819979"/>
                  </a:lnTo>
                  <a:lnTo>
                    <a:pt x="312357" y="5819979"/>
                  </a:lnTo>
                  <a:lnTo>
                    <a:pt x="312483" y="5819979"/>
                  </a:lnTo>
                  <a:lnTo>
                    <a:pt x="312610" y="5819979"/>
                  </a:lnTo>
                  <a:lnTo>
                    <a:pt x="312736" y="5819979"/>
                  </a:lnTo>
                  <a:lnTo>
                    <a:pt x="312736" y="5815067"/>
                  </a:lnTo>
                  <a:lnTo>
                    <a:pt x="312862" y="5815067"/>
                  </a:lnTo>
                  <a:lnTo>
                    <a:pt x="312988" y="5815067"/>
                  </a:lnTo>
                  <a:lnTo>
                    <a:pt x="313115" y="5815067"/>
                  </a:lnTo>
                  <a:lnTo>
                    <a:pt x="313241" y="5815067"/>
                  </a:lnTo>
                  <a:lnTo>
                    <a:pt x="313367" y="5815067"/>
                  </a:lnTo>
                  <a:lnTo>
                    <a:pt x="313493" y="5815067"/>
                  </a:lnTo>
                  <a:lnTo>
                    <a:pt x="313620" y="5815067"/>
                  </a:lnTo>
                  <a:lnTo>
                    <a:pt x="313746" y="5815067"/>
                  </a:lnTo>
                  <a:lnTo>
                    <a:pt x="313872" y="5815067"/>
                  </a:lnTo>
                  <a:lnTo>
                    <a:pt x="313998" y="5815067"/>
                  </a:lnTo>
                  <a:lnTo>
                    <a:pt x="314125" y="5815067"/>
                  </a:lnTo>
                  <a:lnTo>
                    <a:pt x="314251" y="5815067"/>
                  </a:lnTo>
                  <a:lnTo>
                    <a:pt x="314377" y="5815067"/>
                  </a:lnTo>
                  <a:lnTo>
                    <a:pt x="314504" y="5815067"/>
                  </a:lnTo>
                  <a:lnTo>
                    <a:pt x="314630" y="5815067"/>
                  </a:lnTo>
                  <a:lnTo>
                    <a:pt x="314756" y="5815067"/>
                  </a:lnTo>
                  <a:lnTo>
                    <a:pt x="314882" y="5815067"/>
                  </a:lnTo>
                  <a:lnTo>
                    <a:pt x="315009" y="5815067"/>
                  </a:lnTo>
                  <a:lnTo>
                    <a:pt x="315135" y="5815067"/>
                  </a:lnTo>
                  <a:lnTo>
                    <a:pt x="315261" y="5815067"/>
                  </a:lnTo>
                  <a:lnTo>
                    <a:pt x="315387" y="5815067"/>
                  </a:lnTo>
                  <a:lnTo>
                    <a:pt x="315514" y="5815067"/>
                  </a:lnTo>
                  <a:lnTo>
                    <a:pt x="315640" y="5815067"/>
                  </a:lnTo>
                  <a:lnTo>
                    <a:pt x="315766" y="5815067"/>
                  </a:lnTo>
                  <a:lnTo>
                    <a:pt x="315892" y="5815067"/>
                  </a:lnTo>
                  <a:lnTo>
                    <a:pt x="316019" y="5815067"/>
                  </a:lnTo>
                  <a:lnTo>
                    <a:pt x="316145" y="5815067"/>
                  </a:lnTo>
                  <a:lnTo>
                    <a:pt x="316271" y="5815067"/>
                  </a:lnTo>
                  <a:lnTo>
                    <a:pt x="316271" y="5810156"/>
                  </a:lnTo>
                  <a:lnTo>
                    <a:pt x="316397" y="5810156"/>
                  </a:lnTo>
                  <a:lnTo>
                    <a:pt x="316524" y="5810156"/>
                  </a:lnTo>
                  <a:lnTo>
                    <a:pt x="316650" y="5810156"/>
                  </a:lnTo>
                  <a:lnTo>
                    <a:pt x="316776" y="5810156"/>
                  </a:lnTo>
                  <a:lnTo>
                    <a:pt x="316902" y="5810156"/>
                  </a:lnTo>
                  <a:lnTo>
                    <a:pt x="317029" y="5810156"/>
                  </a:lnTo>
                  <a:lnTo>
                    <a:pt x="317155" y="5810156"/>
                  </a:lnTo>
                  <a:lnTo>
                    <a:pt x="317281" y="5810156"/>
                  </a:lnTo>
                  <a:lnTo>
                    <a:pt x="317407" y="5810156"/>
                  </a:lnTo>
                  <a:lnTo>
                    <a:pt x="317534" y="5810156"/>
                  </a:lnTo>
                  <a:lnTo>
                    <a:pt x="317660" y="5810156"/>
                  </a:lnTo>
                  <a:lnTo>
                    <a:pt x="317786" y="5810156"/>
                  </a:lnTo>
                  <a:lnTo>
                    <a:pt x="317912" y="5810156"/>
                  </a:lnTo>
                  <a:lnTo>
                    <a:pt x="318039" y="5810156"/>
                  </a:lnTo>
                  <a:lnTo>
                    <a:pt x="318165" y="5810156"/>
                  </a:lnTo>
                  <a:lnTo>
                    <a:pt x="318291" y="5810156"/>
                  </a:lnTo>
                  <a:lnTo>
                    <a:pt x="318417" y="5810156"/>
                  </a:lnTo>
                  <a:lnTo>
                    <a:pt x="318544" y="5810156"/>
                  </a:lnTo>
                  <a:lnTo>
                    <a:pt x="318670" y="5810156"/>
                  </a:lnTo>
                  <a:lnTo>
                    <a:pt x="318796" y="5810156"/>
                  </a:lnTo>
                  <a:lnTo>
                    <a:pt x="318922" y="5810156"/>
                  </a:lnTo>
                  <a:lnTo>
                    <a:pt x="319049" y="5810156"/>
                  </a:lnTo>
                  <a:lnTo>
                    <a:pt x="319175" y="5810156"/>
                  </a:lnTo>
                  <a:lnTo>
                    <a:pt x="319301" y="5810156"/>
                  </a:lnTo>
                  <a:lnTo>
                    <a:pt x="319427" y="5810156"/>
                  </a:lnTo>
                  <a:lnTo>
                    <a:pt x="319554" y="5810156"/>
                  </a:lnTo>
                  <a:lnTo>
                    <a:pt x="319680" y="5810156"/>
                  </a:lnTo>
                  <a:lnTo>
                    <a:pt x="319806" y="5810156"/>
                  </a:lnTo>
                  <a:lnTo>
                    <a:pt x="319933" y="5810156"/>
                  </a:lnTo>
                  <a:lnTo>
                    <a:pt x="320059" y="5810156"/>
                  </a:lnTo>
                  <a:lnTo>
                    <a:pt x="320059" y="5805245"/>
                  </a:lnTo>
                  <a:lnTo>
                    <a:pt x="320185" y="5805245"/>
                  </a:lnTo>
                  <a:lnTo>
                    <a:pt x="320311" y="5805245"/>
                  </a:lnTo>
                  <a:lnTo>
                    <a:pt x="320438" y="5805245"/>
                  </a:lnTo>
                  <a:lnTo>
                    <a:pt x="320564" y="5805245"/>
                  </a:lnTo>
                  <a:lnTo>
                    <a:pt x="320690" y="5805245"/>
                  </a:lnTo>
                  <a:lnTo>
                    <a:pt x="320816" y="5805245"/>
                  </a:lnTo>
                  <a:lnTo>
                    <a:pt x="320943" y="5805245"/>
                  </a:lnTo>
                  <a:lnTo>
                    <a:pt x="321069" y="5805245"/>
                  </a:lnTo>
                  <a:lnTo>
                    <a:pt x="321195" y="5805245"/>
                  </a:lnTo>
                  <a:lnTo>
                    <a:pt x="321321" y="5805245"/>
                  </a:lnTo>
                  <a:lnTo>
                    <a:pt x="321448" y="5805245"/>
                  </a:lnTo>
                  <a:lnTo>
                    <a:pt x="321574" y="5805245"/>
                  </a:lnTo>
                  <a:lnTo>
                    <a:pt x="321700" y="5805245"/>
                  </a:lnTo>
                  <a:lnTo>
                    <a:pt x="321700" y="5800333"/>
                  </a:lnTo>
                  <a:lnTo>
                    <a:pt x="321826" y="5800333"/>
                  </a:lnTo>
                  <a:lnTo>
                    <a:pt x="321953" y="5800333"/>
                  </a:lnTo>
                  <a:lnTo>
                    <a:pt x="322079" y="5800333"/>
                  </a:lnTo>
                  <a:lnTo>
                    <a:pt x="322205" y="5800333"/>
                  </a:lnTo>
                  <a:lnTo>
                    <a:pt x="322331" y="5800333"/>
                  </a:lnTo>
                  <a:lnTo>
                    <a:pt x="322458" y="5800333"/>
                  </a:lnTo>
                  <a:lnTo>
                    <a:pt x="322584" y="5800333"/>
                  </a:lnTo>
                  <a:lnTo>
                    <a:pt x="322710" y="5800333"/>
                  </a:lnTo>
                  <a:lnTo>
                    <a:pt x="322836" y="5800333"/>
                  </a:lnTo>
                  <a:lnTo>
                    <a:pt x="322963" y="5800333"/>
                  </a:lnTo>
                  <a:lnTo>
                    <a:pt x="323089" y="5800333"/>
                  </a:lnTo>
                  <a:lnTo>
                    <a:pt x="323215" y="5800333"/>
                  </a:lnTo>
                  <a:lnTo>
                    <a:pt x="323341" y="5800333"/>
                  </a:lnTo>
                  <a:lnTo>
                    <a:pt x="323468" y="5800333"/>
                  </a:lnTo>
                  <a:lnTo>
                    <a:pt x="323594" y="5800333"/>
                  </a:lnTo>
                  <a:lnTo>
                    <a:pt x="323720" y="5800333"/>
                  </a:lnTo>
                  <a:lnTo>
                    <a:pt x="323846" y="5800333"/>
                  </a:lnTo>
                  <a:lnTo>
                    <a:pt x="323973" y="5800333"/>
                  </a:lnTo>
                  <a:lnTo>
                    <a:pt x="324099" y="5800333"/>
                  </a:lnTo>
                  <a:lnTo>
                    <a:pt x="324225" y="5800333"/>
                  </a:lnTo>
                  <a:lnTo>
                    <a:pt x="324351" y="5800333"/>
                  </a:lnTo>
                  <a:lnTo>
                    <a:pt x="324478" y="5800333"/>
                  </a:lnTo>
                  <a:lnTo>
                    <a:pt x="324604" y="5800333"/>
                  </a:lnTo>
                  <a:lnTo>
                    <a:pt x="324730" y="5800333"/>
                  </a:lnTo>
                  <a:lnTo>
                    <a:pt x="324857" y="5800333"/>
                  </a:lnTo>
                  <a:lnTo>
                    <a:pt x="324983" y="5800333"/>
                  </a:lnTo>
                  <a:lnTo>
                    <a:pt x="325109" y="5800333"/>
                  </a:lnTo>
                  <a:lnTo>
                    <a:pt x="325235" y="5800333"/>
                  </a:lnTo>
                  <a:lnTo>
                    <a:pt x="325362" y="5800333"/>
                  </a:lnTo>
                  <a:lnTo>
                    <a:pt x="325488" y="5800333"/>
                  </a:lnTo>
                  <a:lnTo>
                    <a:pt x="325614" y="5800333"/>
                  </a:lnTo>
                  <a:lnTo>
                    <a:pt x="325740" y="5800333"/>
                  </a:lnTo>
                  <a:lnTo>
                    <a:pt x="325867" y="5800333"/>
                  </a:lnTo>
                  <a:lnTo>
                    <a:pt x="325993" y="5800333"/>
                  </a:lnTo>
                  <a:lnTo>
                    <a:pt x="326119" y="5800333"/>
                  </a:lnTo>
                  <a:lnTo>
                    <a:pt x="326245" y="5800333"/>
                  </a:lnTo>
                  <a:lnTo>
                    <a:pt x="326372" y="5800333"/>
                  </a:lnTo>
                  <a:lnTo>
                    <a:pt x="326498" y="5800333"/>
                  </a:lnTo>
                  <a:lnTo>
                    <a:pt x="326624" y="5800333"/>
                  </a:lnTo>
                  <a:lnTo>
                    <a:pt x="326750" y="5800333"/>
                  </a:lnTo>
                  <a:lnTo>
                    <a:pt x="326877" y="5800333"/>
                  </a:lnTo>
                  <a:lnTo>
                    <a:pt x="327003" y="5800333"/>
                  </a:lnTo>
                  <a:lnTo>
                    <a:pt x="327129" y="5800333"/>
                  </a:lnTo>
                  <a:lnTo>
                    <a:pt x="327255" y="5800333"/>
                  </a:lnTo>
                  <a:lnTo>
                    <a:pt x="327382" y="5800333"/>
                  </a:lnTo>
                  <a:lnTo>
                    <a:pt x="327508" y="5800333"/>
                  </a:lnTo>
                  <a:lnTo>
                    <a:pt x="327634" y="5800333"/>
                  </a:lnTo>
                  <a:lnTo>
                    <a:pt x="327760" y="5800333"/>
                  </a:lnTo>
                  <a:lnTo>
                    <a:pt x="327887" y="5800333"/>
                  </a:lnTo>
                  <a:lnTo>
                    <a:pt x="328013" y="5800333"/>
                  </a:lnTo>
                  <a:lnTo>
                    <a:pt x="328139" y="5800333"/>
                  </a:lnTo>
                  <a:lnTo>
                    <a:pt x="328265" y="5800333"/>
                  </a:lnTo>
                  <a:lnTo>
                    <a:pt x="328392" y="5800333"/>
                  </a:lnTo>
                  <a:lnTo>
                    <a:pt x="328518" y="5800333"/>
                  </a:lnTo>
                  <a:lnTo>
                    <a:pt x="328644" y="5800333"/>
                  </a:lnTo>
                  <a:lnTo>
                    <a:pt x="328770" y="5800333"/>
                  </a:lnTo>
                  <a:lnTo>
                    <a:pt x="328897" y="5800333"/>
                  </a:lnTo>
                  <a:lnTo>
                    <a:pt x="329023" y="5800333"/>
                  </a:lnTo>
                  <a:lnTo>
                    <a:pt x="329149" y="5800333"/>
                  </a:lnTo>
                  <a:lnTo>
                    <a:pt x="329275" y="5800333"/>
                  </a:lnTo>
                  <a:lnTo>
                    <a:pt x="329402" y="5800333"/>
                  </a:lnTo>
                  <a:lnTo>
                    <a:pt x="329528" y="5800333"/>
                  </a:lnTo>
                  <a:lnTo>
                    <a:pt x="329654" y="5800333"/>
                  </a:lnTo>
                  <a:lnTo>
                    <a:pt x="329780" y="5800333"/>
                  </a:lnTo>
                  <a:lnTo>
                    <a:pt x="329907" y="5800333"/>
                  </a:lnTo>
                  <a:lnTo>
                    <a:pt x="330033" y="5800333"/>
                  </a:lnTo>
                  <a:lnTo>
                    <a:pt x="330159" y="5800333"/>
                  </a:lnTo>
                  <a:lnTo>
                    <a:pt x="330286" y="5800333"/>
                  </a:lnTo>
                  <a:lnTo>
                    <a:pt x="330412" y="5800333"/>
                  </a:lnTo>
                  <a:lnTo>
                    <a:pt x="330538" y="5800333"/>
                  </a:lnTo>
                  <a:lnTo>
                    <a:pt x="330664" y="5800333"/>
                  </a:lnTo>
                  <a:lnTo>
                    <a:pt x="330791" y="5800333"/>
                  </a:lnTo>
                  <a:lnTo>
                    <a:pt x="330917" y="5800333"/>
                  </a:lnTo>
                  <a:lnTo>
                    <a:pt x="331043" y="5800333"/>
                  </a:lnTo>
                  <a:lnTo>
                    <a:pt x="331169" y="5800333"/>
                  </a:lnTo>
                  <a:lnTo>
                    <a:pt x="331296" y="5800333"/>
                  </a:lnTo>
                  <a:lnTo>
                    <a:pt x="331296" y="5795422"/>
                  </a:lnTo>
                  <a:lnTo>
                    <a:pt x="331422" y="5795422"/>
                  </a:lnTo>
                  <a:lnTo>
                    <a:pt x="331548" y="5795422"/>
                  </a:lnTo>
                  <a:lnTo>
                    <a:pt x="331674" y="5795422"/>
                  </a:lnTo>
                  <a:lnTo>
                    <a:pt x="331801" y="5795422"/>
                  </a:lnTo>
                  <a:lnTo>
                    <a:pt x="331927" y="5795422"/>
                  </a:lnTo>
                  <a:lnTo>
                    <a:pt x="332053" y="5795422"/>
                  </a:lnTo>
                  <a:lnTo>
                    <a:pt x="332179" y="5795422"/>
                  </a:lnTo>
                  <a:lnTo>
                    <a:pt x="332306" y="5795422"/>
                  </a:lnTo>
                  <a:lnTo>
                    <a:pt x="332432" y="5795422"/>
                  </a:lnTo>
                  <a:lnTo>
                    <a:pt x="332558" y="5795422"/>
                  </a:lnTo>
                  <a:lnTo>
                    <a:pt x="332684" y="5795422"/>
                  </a:lnTo>
                  <a:lnTo>
                    <a:pt x="332811" y="5795422"/>
                  </a:lnTo>
                  <a:lnTo>
                    <a:pt x="332937" y="5795422"/>
                  </a:lnTo>
                  <a:lnTo>
                    <a:pt x="333063" y="5795422"/>
                  </a:lnTo>
                  <a:lnTo>
                    <a:pt x="333189" y="5795422"/>
                  </a:lnTo>
                  <a:lnTo>
                    <a:pt x="333316" y="5795422"/>
                  </a:lnTo>
                  <a:lnTo>
                    <a:pt x="333442" y="5795422"/>
                  </a:lnTo>
                  <a:lnTo>
                    <a:pt x="333568" y="5795422"/>
                  </a:lnTo>
                  <a:lnTo>
                    <a:pt x="333694" y="5795422"/>
                  </a:lnTo>
                  <a:lnTo>
                    <a:pt x="333821" y="5795422"/>
                  </a:lnTo>
                  <a:lnTo>
                    <a:pt x="333947" y="5795422"/>
                  </a:lnTo>
                  <a:lnTo>
                    <a:pt x="334073" y="5795422"/>
                  </a:lnTo>
                  <a:lnTo>
                    <a:pt x="334199" y="5795422"/>
                  </a:lnTo>
                  <a:lnTo>
                    <a:pt x="334199" y="5790511"/>
                  </a:lnTo>
                  <a:lnTo>
                    <a:pt x="334326" y="5790511"/>
                  </a:lnTo>
                  <a:lnTo>
                    <a:pt x="334452" y="5790511"/>
                  </a:lnTo>
                  <a:lnTo>
                    <a:pt x="334578" y="5790511"/>
                  </a:lnTo>
                  <a:lnTo>
                    <a:pt x="334704" y="5790511"/>
                  </a:lnTo>
                  <a:lnTo>
                    <a:pt x="334831" y="5790511"/>
                  </a:lnTo>
                  <a:lnTo>
                    <a:pt x="334957" y="5790511"/>
                  </a:lnTo>
                  <a:lnTo>
                    <a:pt x="335083" y="5790511"/>
                  </a:lnTo>
                  <a:lnTo>
                    <a:pt x="335210" y="5790511"/>
                  </a:lnTo>
                  <a:lnTo>
                    <a:pt x="335336" y="5790511"/>
                  </a:lnTo>
                  <a:lnTo>
                    <a:pt x="335462" y="5790511"/>
                  </a:lnTo>
                  <a:lnTo>
                    <a:pt x="335588" y="5790511"/>
                  </a:lnTo>
                  <a:lnTo>
                    <a:pt x="335715" y="5790511"/>
                  </a:lnTo>
                  <a:lnTo>
                    <a:pt x="335841" y="5790511"/>
                  </a:lnTo>
                  <a:lnTo>
                    <a:pt x="335967" y="5790511"/>
                  </a:lnTo>
                  <a:lnTo>
                    <a:pt x="336093" y="5790511"/>
                  </a:lnTo>
                  <a:lnTo>
                    <a:pt x="336220" y="5790511"/>
                  </a:lnTo>
                  <a:lnTo>
                    <a:pt x="336346" y="5790511"/>
                  </a:lnTo>
                  <a:lnTo>
                    <a:pt x="336472" y="5790511"/>
                  </a:lnTo>
                  <a:lnTo>
                    <a:pt x="336598" y="5790511"/>
                  </a:lnTo>
                  <a:lnTo>
                    <a:pt x="336725" y="5790511"/>
                  </a:lnTo>
                  <a:lnTo>
                    <a:pt x="336851" y="5790511"/>
                  </a:lnTo>
                  <a:lnTo>
                    <a:pt x="336977" y="5790511"/>
                  </a:lnTo>
                  <a:lnTo>
                    <a:pt x="337103" y="5790511"/>
                  </a:lnTo>
                  <a:lnTo>
                    <a:pt x="337230" y="5790511"/>
                  </a:lnTo>
                  <a:lnTo>
                    <a:pt x="337356" y="5790511"/>
                  </a:lnTo>
                  <a:lnTo>
                    <a:pt x="337482" y="5790511"/>
                  </a:lnTo>
                  <a:lnTo>
                    <a:pt x="337608" y="5790511"/>
                  </a:lnTo>
                  <a:lnTo>
                    <a:pt x="337735" y="5790511"/>
                  </a:lnTo>
                  <a:lnTo>
                    <a:pt x="337861" y="5790511"/>
                  </a:lnTo>
                  <a:lnTo>
                    <a:pt x="337987" y="5790511"/>
                  </a:lnTo>
                  <a:lnTo>
                    <a:pt x="338113" y="5790511"/>
                  </a:lnTo>
                  <a:lnTo>
                    <a:pt x="338240" y="5790511"/>
                  </a:lnTo>
                  <a:lnTo>
                    <a:pt x="338366" y="5790511"/>
                  </a:lnTo>
                  <a:lnTo>
                    <a:pt x="338492" y="5790511"/>
                  </a:lnTo>
                  <a:lnTo>
                    <a:pt x="338618" y="5790511"/>
                  </a:lnTo>
                  <a:lnTo>
                    <a:pt x="338745" y="5790511"/>
                  </a:lnTo>
                  <a:lnTo>
                    <a:pt x="338745" y="5785599"/>
                  </a:lnTo>
                  <a:lnTo>
                    <a:pt x="338871" y="5785599"/>
                  </a:lnTo>
                  <a:lnTo>
                    <a:pt x="338997" y="5785599"/>
                  </a:lnTo>
                  <a:lnTo>
                    <a:pt x="339123" y="5785599"/>
                  </a:lnTo>
                  <a:lnTo>
                    <a:pt x="339250" y="5785599"/>
                  </a:lnTo>
                  <a:lnTo>
                    <a:pt x="339376" y="5785599"/>
                  </a:lnTo>
                  <a:lnTo>
                    <a:pt x="339502" y="5785599"/>
                  </a:lnTo>
                  <a:lnTo>
                    <a:pt x="339628" y="5785599"/>
                  </a:lnTo>
                  <a:lnTo>
                    <a:pt x="339755" y="5785599"/>
                  </a:lnTo>
                  <a:lnTo>
                    <a:pt x="339881" y="5785599"/>
                  </a:lnTo>
                  <a:lnTo>
                    <a:pt x="340007" y="5785599"/>
                  </a:lnTo>
                  <a:lnTo>
                    <a:pt x="340133" y="5785599"/>
                  </a:lnTo>
                  <a:lnTo>
                    <a:pt x="340260" y="5785599"/>
                  </a:lnTo>
                  <a:lnTo>
                    <a:pt x="340386" y="5785599"/>
                  </a:lnTo>
                  <a:lnTo>
                    <a:pt x="340512" y="5785599"/>
                  </a:lnTo>
                  <a:lnTo>
                    <a:pt x="340639" y="5785599"/>
                  </a:lnTo>
                  <a:lnTo>
                    <a:pt x="340765" y="5785599"/>
                  </a:lnTo>
                  <a:lnTo>
                    <a:pt x="340891" y="5785599"/>
                  </a:lnTo>
                  <a:lnTo>
                    <a:pt x="341017" y="5785599"/>
                  </a:lnTo>
                  <a:lnTo>
                    <a:pt x="341144" y="5785599"/>
                  </a:lnTo>
                  <a:lnTo>
                    <a:pt x="341270" y="5785599"/>
                  </a:lnTo>
                  <a:lnTo>
                    <a:pt x="341396" y="5785599"/>
                  </a:lnTo>
                  <a:lnTo>
                    <a:pt x="341522" y="5785599"/>
                  </a:lnTo>
                  <a:lnTo>
                    <a:pt x="341649" y="5785599"/>
                  </a:lnTo>
                  <a:lnTo>
                    <a:pt x="341775" y="5785599"/>
                  </a:lnTo>
                  <a:lnTo>
                    <a:pt x="341901" y="5785599"/>
                  </a:lnTo>
                  <a:lnTo>
                    <a:pt x="342027" y="5785599"/>
                  </a:lnTo>
                  <a:lnTo>
                    <a:pt x="342154" y="5785599"/>
                  </a:lnTo>
                  <a:lnTo>
                    <a:pt x="342280" y="5785599"/>
                  </a:lnTo>
                  <a:lnTo>
                    <a:pt x="342406" y="5785599"/>
                  </a:lnTo>
                  <a:lnTo>
                    <a:pt x="342532" y="5785599"/>
                  </a:lnTo>
                  <a:lnTo>
                    <a:pt x="342659" y="5785599"/>
                  </a:lnTo>
                  <a:lnTo>
                    <a:pt x="342785" y="5785599"/>
                  </a:lnTo>
                  <a:lnTo>
                    <a:pt x="342911" y="5785599"/>
                  </a:lnTo>
                  <a:lnTo>
                    <a:pt x="343037" y="5785599"/>
                  </a:lnTo>
                  <a:lnTo>
                    <a:pt x="343164" y="5785599"/>
                  </a:lnTo>
                  <a:lnTo>
                    <a:pt x="343290" y="5785599"/>
                  </a:lnTo>
                  <a:lnTo>
                    <a:pt x="343416" y="5785599"/>
                  </a:lnTo>
                  <a:lnTo>
                    <a:pt x="343542" y="5785599"/>
                  </a:lnTo>
                  <a:lnTo>
                    <a:pt x="343669" y="5785599"/>
                  </a:lnTo>
                  <a:lnTo>
                    <a:pt x="343795" y="5785599"/>
                  </a:lnTo>
                  <a:lnTo>
                    <a:pt x="343921" y="5785599"/>
                  </a:lnTo>
                  <a:lnTo>
                    <a:pt x="344047" y="5785599"/>
                  </a:lnTo>
                  <a:lnTo>
                    <a:pt x="344174" y="5785599"/>
                  </a:lnTo>
                  <a:lnTo>
                    <a:pt x="344300" y="5785599"/>
                  </a:lnTo>
                  <a:lnTo>
                    <a:pt x="344426" y="5785599"/>
                  </a:lnTo>
                  <a:lnTo>
                    <a:pt x="344552" y="5785599"/>
                  </a:lnTo>
                  <a:lnTo>
                    <a:pt x="344679" y="5785599"/>
                  </a:lnTo>
                  <a:lnTo>
                    <a:pt x="344805" y="5785599"/>
                  </a:lnTo>
                  <a:lnTo>
                    <a:pt x="344931" y="5785599"/>
                  </a:lnTo>
                  <a:lnTo>
                    <a:pt x="345057" y="5785599"/>
                  </a:lnTo>
                  <a:lnTo>
                    <a:pt x="345184" y="5785599"/>
                  </a:lnTo>
                  <a:lnTo>
                    <a:pt x="345310" y="5785599"/>
                  </a:lnTo>
                  <a:lnTo>
                    <a:pt x="345436" y="5785599"/>
                  </a:lnTo>
                  <a:lnTo>
                    <a:pt x="345563" y="5785599"/>
                  </a:lnTo>
                  <a:lnTo>
                    <a:pt x="345689" y="5785599"/>
                  </a:lnTo>
                  <a:lnTo>
                    <a:pt x="345815" y="5785599"/>
                  </a:lnTo>
                  <a:lnTo>
                    <a:pt x="345941" y="5785599"/>
                  </a:lnTo>
                  <a:lnTo>
                    <a:pt x="346068" y="5785599"/>
                  </a:lnTo>
                  <a:lnTo>
                    <a:pt x="346194" y="5785599"/>
                  </a:lnTo>
                  <a:lnTo>
                    <a:pt x="346320" y="5785599"/>
                  </a:lnTo>
                  <a:lnTo>
                    <a:pt x="346446" y="5785599"/>
                  </a:lnTo>
                  <a:lnTo>
                    <a:pt x="346573" y="5785599"/>
                  </a:lnTo>
                  <a:lnTo>
                    <a:pt x="346699" y="5785599"/>
                  </a:lnTo>
                  <a:lnTo>
                    <a:pt x="346825" y="5785599"/>
                  </a:lnTo>
                  <a:lnTo>
                    <a:pt x="346951" y="5785599"/>
                  </a:lnTo>
                  <a:lnTo>
                    <a:pt x="347078" y="5785599"/>
                  </a:lnTo>
                  <a:lnTo>
                    <a:pt x="347204" y="5785599"/>
                  </a:lnTo>
                  <a:lnTo>
                    <a:pt x="347330" y="5785599"/>
                  </a:lnTo>
                  <a:lnTo>
                    <a:pt x="347456" y="5785599"/>
                  </a:lnTo>
                  <a:lnTo>
                    <a:pt x="347583" y="5785599"/>
                  </a:lnTo>
                  <a:lnTo>
                    <a:pt x="347709" y="5785599"/>
                  </a:lnTo>
                  <a:lnTo>
                    <a:pt x="347835" y="5785599"/>
                  </a:lnTo>
                  <a:lnTo>
                    <a:pt x="347961" y="5785599"/>
                  </a:lnTo>
                  <a:lnTo>
                    <a:pt x="348088" y="5785599"/>
                  </a:lnTo>
                  <a:lnTo>
                    <a:pt x="348214" y="5785599"/>
                  </a:lnTo>
                  <a:lnTo>
                    <a:pt x="348340" y="5785599"/>
                  </a:lnTo>
                  <a:lnTo>
                    <a:pt x="348466" y="5785599"/>
                  </a:lnTo>
                  <a:lnTo>
                    <a:pt x="348593" y="5785599"/>
                  </a:lnTo>
                  <a:lnTo>
                    <a:pt x="348719" y="5785599"/>
                  </a:lnTo>
                  <a:lnTo>
                    <a:pt x="348845" y="5785599"/>
                  </a:lnTo>
                  <a:lnTo>
                    <a:pt x="348971" y="5785599"/>
                  </a:lnTo>
                  <a:lnTo>
                    <a:pt x="348971" y="5780688"/>
                  </a:lnTo>
                  <a:lnTo>
                    <a:pt x="349098" y="5780688"/>
                  </a:lnTo>
                  <a:lnTo>
                    <a:pt x="349224" y="5780688"/>
                  </a:lnTo>
                  <a:lnTo>
                    <a:pt x="349350" y="5780688"/>
                  </a:lnTo>
                  <a:lnTo>
                    <a:pt x="349476" y="5780688"/>
                  </a:lnTo>
                  <a:lnTo>
                    <a:pt x="349603" y="5780688"/>
                  </a:lnTo>
                  <a:lnTo>
                    <a:pt x="349729" y="5780688"/>
                  </a:lnTo>
                  <a:lnTo>
                    <a:pt x="349855" y="5780688"/>
                  </a:lnTo>
                  <a:lnTo>
                    <a:pt x="349981" y="5780688"/>
                  </a:lnTo>
                  <a:lnTo>
                    <a:pt x="350108" y="5780688"/>
                  </a:lnTo>
                  <a:lnTo>
                    <a:pt x="350234" y="5780688"/>
                  </a:lnTo>
                  <a:lnTo>
                    <a:pt x="350360" y="5780688"/>
                  </a:lnTo>
                  <a:lnTo>
                    <a:pt x="350486" y="5780688"/>
                  </a:lnTo>
                  <a:lnTo>
                    <a:pt x="350613" y="5780688"/>
                  </a:lnTo>
                  <a:lnTo>
                    <a:pt x="350739" y="5780688"/>
                  </a:lnTo>
                  <a:lnTo>
                    <a:pt x="350865" y="5780688"/>
                  </a:lnTo>
                  <a:lnTo>
                    <a:pt x="350992" y="5780688"/>
                  </a:lnTo>
                  <a:lnTo>
                    <a:pt x="351118" y="5780688"/>
                  </a:lnTo>
                  <a:lnTo>
                    <a:pt x="351244" y="5780688"/>
                  </a:lnTo>
                  <a:lnTo>
                    <a:pt x="351370" y="5780688"/>
                  </a:lnTo>
                  <a:lnTo>
                    <a:pt x="351497" y="5780688"/>
                  </a:lnTo>
                  <a:lnTo>
                    <a:pt x="351623" y="5780688"/>
                  </a:lnTo>
                  <a:lnTo>
                    <a:pt x="351749" y="5780688"/>
                  </a:lnTo>
                  <a:lnTo>
                    <a:pt x="351875" y="5780688"/>
                  </a:lnTo>
                  <a:lnTo>
                    <a:pt x="352002" y="5780688"/>
                  </a:lnTo>
                  <a:lnTo>
                    <a:pt x="352128" y="5780688"/>
                  </a:lnTo>
                  <a:lnTo>
                    <a:pt x="352254" y="5780688"/>
                  </a:lnTo>
                  <a:lnTo>
                    <a:pt x="352254" y="5775776"/>
                  </a:lnTo>
                  <a:lnTo>
                    <a:pt x="352380" y="5775776"/>
                  </a:lnTo>
                  <a:lnTo>
                    <a:pt x="352507" y="5775776"/>
                  </a:lnTo>
                  <a:lnTo>
                    <a:pt x="352633" y="5775776"/>
                  </a:lnTo>
                  <a:lnTo>
                    <a:pt x="352759" y="5775776"/>
                  </a:lnTo>
                  <a:lnTo>
                    <a:pt x="352885" y="5775776"/>
                  </a:lnTo>
                  <a:lnTo>
                    <a:pt x="353012" y="5775776"/>
                  </a:lnTo>
                  <a:lnTo>
                    <a:pt x="353138" y="5775776"/>
                  </a:lnTo>
                  <a:lnTo>
                    <a:pt x="353264" y="5775776"/>
                  </a:lnTo>
                  <a:lnTo>
                    <a:pt x="353390" y="5775776"/>
                  </a:lnTo>
                  <a:lnTo>
                    <a:pt x="353517" y="5775776"/>
                  </a:lnTo>
                  <a:lnTo>
                    <a:pt x="353643" y="5775776"/>
                  </a:lnTo>
                  <a:lnTo>
                    <a:pt x="353769" y="5775776"/>
                  </a:lnTo>
                  <a:lnTo>
                    <a:pt x="353895" y="5775776"/>
                  </a:lnTo>
                  <a:lnTo>
                    <a:pt x="354022" y="5775776"/>
                  </a:lnTo>
                  <a:lnTo>
                    <a:pt x="354148" y="5775776"/>
                  </a:lnTo>
                  <a:lnTo>
                    <a:pt x="354274" y="5775776"/>
                  </a:lnTo>
                  <a:lnTo>
                    <a:pt x="354400" y="5775776"/>
                  </a:lnTo>
                  <a:lnTo>
                    <a:pt x="354527" y="5775776"/>
                  </a:lnTo>
                  <a:lnTo>
                    <a:pt x="354653" y="5775776"/>
                  </a:lnTo>
                  <a:lnTo>
                    <a:pt x="354779" y="5775776"/>
                  </a:lnTo>
                  <a:lnTo>
                    <a:pt x="354905" y="5775776"/>
                  </a:lnTo>
                  <a:lnTo>
                    <a:pt x="355032" y="5775776"/>
                  </a:lnTo>
                  <a:lnTo>
                    <a:pt x="355158" y="5775776"/>
                  </a:lnTo>
                  <a:lnTo>
                    <a:pt x="355284" y="5775776"/>
                  </a:lnTo>
                  <a:lnTo>
                    <a:pt x="355410" y="5775776"/>
                  </a:lnTo>
                  <a:lnTo>
                    <a:pt x="355537" y="5775776"/>
                  </a:lnTo>
                  <a:lnTo>
                    <a:pt x="355663" y="5775776"/>
                  </a:lnTo>
                  <a:lnTo>
                    <a:pt x="355789" y="5775776"/>
                  </a:lnTo>
                  <a:lnTo>
                    <a:pt x="355916" y="5775776"/>
                  </a:lnTo>
                  <a:lnTo>
                    <a:pt x="356042" y="5775776"/>
                  </a:lnTo>
                  <a:lnTo>
                    <a:pt x="356168" y="5775776"/>
                  </a:lnTo>
                  <a:lnTo>
                    <a:pt x="356294" y="5775776"/>
                  </a:lnTo>
                  <a:lnTo>
                    <a:pt x="356421" y="5775776"/>
                  </a:lnTo>
                  <a:lnTo>
                    <a:pt x="356547" y="5775776"/>
                  </a:lnTo>
                  <a:lnTo>
                    <a:pt x="356673" y="5775776"/>
                  </a:lnTo>
                  <a:lnTo>
                    <a:pt x="356799" y="5775776"/>
                  </a:lnTo>
                  <a:lnTo>
                    <a:pt x="356926" y="5775776"/>
                  </a:lnTo>
                  <a:lnTo>
                    <a:pt x="357052" y="5775776"/>
                  </a:lnTo>
                  <a:lnTo>
                    <a:pt x="357178" y="5775776"/>
                  </a:lnTo>
                  <a:lnTo>
                    <a:pt x="357304" y="5775776"/>
                  </a:lnTo>
                  <a:lnTo>
                    <a:pt x="357431" y="5775776"/>
                  </a:lnTo>
                  <a:lnTo>
                    <a:pt x="357557" y="5775776"/>
                  </a:lnTo>
                  <a:lnTo>
                    <a:pt x="357683" y="5775776"/>
                  </a:lnTo>
                  <a:lnTo>
                    <a:pt x="357809" y="5775776"/>
                  </a:lnTo>
                  <a:lnTo>
                    <a:pt x="357936" y="5775776"/>
                  </a:lnTo>
                  <a:lnTo>
                    <a:pt x="358062" y="5775776"/>
                  </a:lnTo>
                  <a:lnTo>
                    <a:pt x="358188" y="5775776"/>
                  </a:lnTo>
                  <a:lnTo>
                    <a:pt x="358314" y="5775776"/>
                  </a:lnTo>
                  <a:lnTo>
                    <a:pt x="358441" y="5775776"/>
                  </a:lnTo>
                  <a:lnTo>
                    <a:pt x="358567" y="5775776"/>
                  </a:lnTo>
                  <a:lnTo>
                    <a:pt x="358693" y="5775776"/>
                  </a:lnTo>
                  <a:lnTo>
                    <a:pt x="358819" y="5775776"/>
                  </a:lnTo>
                  <a:lnTo>
                    <a:pt x="358819" y="5770865"/>
                  </a:lnTo>
                  <a:lnTo>
                    <a:pt x="358946" y="5770865"/>
                  </a:lnTo>
                  <a:lnTo>
                    <a:pt x="359072" y="5770865"/>
                  </a:lnTo>
                  <a:lnTo>
                    <a:pt x="359198" y="5770865"/>
                  </a:lnTo>
                  <a:lnTo>
                    <a:pt x="359198" y="5765954"/>
                  </a:lnTo>
                  <a:lnTo>
                    <a:pt x="359324" y="5765954"/>
                  </a:lnTo>
                  <a:lnTo>
                    <a:pt x="359451" y="5765954"/>
                  </a:lnTo>
                  <a:lnTo>
                    <a:pt x="359577" y="5765954"/>
                  </a:lnTo>
                  <a:lnTo>
                    <a:pt x="359703" y="5765954"/>
                  </a:lnTo>
                  <a:lnTo>
                    <a:pt x="359703" y="5761042"/>
                  </a:lnTo>
                  <a:lnTo>
                    <a:pt x="359703" y="5756131"/>
                  </a:lnTo>
                  <a:lnTo>
                    <a:pt x="359829" y="5756131"/>
                  </a:lnTo>
                  <a:lnTo>
                    <a:pt x="359956" y="5756131"/>
                  </a:lnTo>
                  <a:lnTo>
                    <a:pt x="360082" y="5756131"/>
                  </a:lnTo>
                  <a:lnTo>
                    <a:pt x="360208" y="5756131"/>
                  </a:lnTo>
                  <a:lnTo>
                    <a:pt x="360334" y="5756131"/>
                  </a:lnTo>
                  <a:lnTo>
                    <a:pt x="360461" y="5756131"/>
                  </a:lnTo>
                  <a:lnTo>
                    <a:pt x="360587" y="5756131"/>
                  </a:lnTo>
                  <a:lnTo>
                    <a:pt x="360713" y="5756131"/>
                  </a:lnTo>
                  <a:lnTo>
                    <a:pt x="360840" y="5756131"/>
                  </a:lnTo>
                  <a:lnTo>
                    <a:pt x="360966" y="5756131"/>
                  </a:lnTo>
                  <a:lnTo>
                    <a:pt x="361092" y="5756131"/>
                  </a:lnTo>
                  <a:lnTo>
                    <a:pt x="361218" y="5756131"/>
                  </a:lnTo>
                  <a:lnTo>
                    <a:pt x="361345" y="5756131"/>
                  </a:lnTo>
                  <a:lnTo>
                    <a:pt x="361471" y="5756131"/>
                  </a:lnTo>
                  <a:lnTo>
                    <a:pt x="361597" y="5756131"/>
                  </a:lnTo>
                  <a:lnTo>
                    <a:pt x="361723" y="5756131"/>
                  </a:lnTo>
                  <a:lnTo>
                    <a:pt x="361723" y="5751220"/>
                  </a:lnTo>
                  <a:lnTo>
                    <a:pt x="361850" y="5751220"/>
                  </a:lnTo>
                  <a:lnTo>
                    <a:pt x="361976" y="5751220"/>
                  </a:lnTo>
                  <a:lnTo>
                    <a:pt x="362102" y="5751220"/>
                  </a:lnTo>
                  <a:lnTo>
                    <a:pt x="362228" y="5751220"/>
                  </a:lnTo>
                  <a:lnTo>
                    <a:pt x="362355" y="5751220"/>
                  </a:lnTo>
                  <a:lnTo>
                    <a:pt x="362481" y="5751220"/>
                  </a:lnTo>
                  <a:lnTo>
                    <a:pt x="362607" y="5751220"/>
                  </a:lnTo>
                  <a:lnTo>
                    <a:pt x="362733" y="5751220"/>
                  </a:lnTo>
                  <a:lnTo>
                    <a:pt x="362733" y="5746308"/>
                  </a:lnTo>
                  <a:lnTo>
                    <a:pt x="362860" y="5746308"/>
                  </a:lnTo>
                  <a:lnTo>
                    <a:pt x="362986" y="5746308"/>
                  </a:lnTo>
                  <a:lnTo>
                    <a:pt x="363112" y="5746308"/>
                  </a:lnTo>
                  <a:lnTo>
                    <a:pt x="363238" y="5746308"/>
                  </a:lnTo>
                  <a:lnTo>
                    <a:pt x="363365" y="5746308"/>
                  </a:lnTo>
                  <a:lnTo>
                    <a:pt x="363491" y="5746308"/>
                  </a:lnTo>
                  <a:lnTo>
                    <a:pt x="363617" y="5746308"/>
                  </a:lnTo>
                  <a:lnTo>
                    <a:pt x="363743" y="5746308"/>
                  </a:lnTo>
                  <a:lnTo>
                    <a:pt x="363870" y="5746308"/>
                  </a:lnTo>
                  <a:lnTo>
                    <a:pt x="363996" y="5746308"/>
                  </a:lnTo>
                  <a:lnTo>
                    <a:pt x="364122" y="5746308"/>
                  </a:lnTo>
                  <a:lnTo>
                    <a:pt x="364122" y="5741397"/>
                  </a:lnTo>
                  <a:lnTo>
                    <a:pt x="364248" y="5741397"/>
                  </a:lnTo>
                  <a:lnTo>
                    <a:pt x="364375" y="5741397"/>
                  </a:lnTo>
                  <a:lnTo>
                    <a:pt x="364501" y="5741397"/>
                  </a:lnTo>
                  <a:lnTo>
                    <a:pt x="364627" y="5741397"/>
                  </a:lnTo>
                  <a:lnTo>
                    <a:pt x="364753" y="5741397"/>
                  </a:lnTo>
                  <a:lnTo>
                    <a:pt x="364880" y="5741397"/>
                  </a:lnTo>
                  <a:lnTo>
                    <a:pt x="365006" y="5741397"/>
                  </a:lnTo>
                  <a:lnTo>
                    <a:pt x="365132" y="5741397"/>
                  </a:lnTo>
                  <a:lnTo>
                    <a:pt x="365258" y="5741397"/>
                  </a:lnTo>
                  <a:lnTo>
                    <a:pt x="365385" y="5741397"/>
                  </a:lnTo>
                  <a:lnTo>
                    <a:pt x="365511" y="5741397"/>
                  </a:lnTo>
                  <a:lnTo>
                    <a:pt x="365637" y="5741397"/>
                  </a:lnTo>
                  <a:lnTo>
                    <a:pt x="365763" y="5741397"/>
                  </a:lnTo>
                  <a:lnTo>
                    <a:pt x="365890" y="5741397"/>
                  </a:lnTo>
                  <a:lnTo>
                    <a:pt x="366016" y="5741397"/>
                  </a:lnTo>
                  <a:lnTo>
                    <a:pt x="366142" y="5741397"/>
                  </a:lnTo>
                  <a:lnTo>
                    <a:pt x="366269" y="5741397"/>
                  </a:lnTo>
                  <a:lnTo>
                    <a:pt x="366395" y="5741397"/>
                  </a:lnTo>
                  <a:lnTo>
                    <a:pt x="366521" y="5741397"/>
                  </a:lnTo>
                  <a:lnTo>
                    <a:pt x="366647" y="5741397"/>
                  </a:lnTo>
                  <a:lnTo>
                    <a:pt x="366774" y="5741397"/>
                  </a:lnTo>
                  <a:lnTo>
                    <a:pt x="366900" y="5741397"/>
                  </a:lnTo>
                  <a:lnTo>
                    <a:pt x="367026" y="5741397"/>
                  </a:lnTo>
                  <a:lnTo>
                    <a:pt x="367152" y="5741397"/>
                  </a:lnTo>
                  <a:lnTo>
                    <a:pt x="367279" y="5741397"/>
                  </a:lnTo>
                  <a:lnTo>
                    <a:pt x="367405" y="5741397"/>
                  </a:lnTo>
                  <a:lnTo>
                    <a:pt x="367531" y="5741397"/>
                  </a:lnTo>
                  <a:lnTo>
                    <a:pt x="367657" y="5741397"/>
                  </a:lnTo>
                  <a:lnTo>
                    <a:pt x="367784" y="5741397"/>
                  </a:lnTo>
                  <a:lnTo>
                    <a:pt x="367910" y="5741397"/>
                  </a:lnTo>
                  <a:lnTo>
                    <a:pt x="368036" y="5741397"/>
                  </a:lnTo>
                  <a:lnTo>
                    <a:pt x="368162" y="5741397"/>
                  </a:lnTo>
                  <a:lnTo>
                    <a:pt x="368289" y="5741397"/>
                  </a:lnTo>
                  <a:lnTo>
                    <a:pt x="368415" y="5741397"/>
                  </a:lnTo>
                  <a:lnTo>
                    <a:pt x="368541" y="5741397"/>
                  </a:lnTo>
                  <a:lnTo>
                    <a:pt x="368667" y="5741397"/>
                  </a:lnTo>
                  <a:lnTo>
                    <a:pt x="368794" y="5741397"/>
                  </a:lnTo>
                  <a:lnTo>
                    <a:pt x="368920" y="5741397"/>
                  </a:lnTo>
                  <a:lnTo>
                    <a:pt x="369046" y="5741397"/>
                  </a:lnTo>
                  <a:lnTo>
                    <a:pt x="369172" y="5741397"/>
                  </a:lnTo>
                  <a:lnTo>
                    <a:pt x="369299" y="5741397"/>
                  </a:lnTo>
                  <a:lnTo>
                    <a:pt x="369425" y="5741397"/>
                  </a:lnTo>
                  <a:lnTo>
                    <a:pt x="369551" y="5741397"/>
                  </a:lnTo>
                  <a:lnTo>
                    <a:pt x="369677" y="5741397"/>
                  </a:lnTo>
                  <a:lnTo>
                    <a:pt x="369804" y="5741397"/>
                  </a:lnTo>
                  <a:lnTo>
                    <a:pt x="369930" y="5741397"/>
                  </a:lnTo>
                  <a:lnTo>
                    <a:pt x="370056" y="5741397"/>
                  </a:lnTo>
                  <a:lnTo>
                    <a:pt x="370182" y="5741397"/>
                  </a:lnTo>
                  <a:lnTo>
                    <a:pt x="370309" y="5741397"/>
                  </a:lnTo>
                  <a:lnTo>
                    <a:pt x="370435" y="5741397"/>
                  </a:lnTo>
                  <a:lnTo>
                    <a:pt x="370561" y="5741397"/>
                  </a:lnTo>
                  <a:lnTo>
                    <a:pt x="370687" y="5741397"/>
                  </a:lnTo>
                  <a:lnTo>
                    <a:pt x="370814" y="5741397"/>
                  </a:lnTo>
                  <a:lnTo>
                    <a:pt x="370940" y="5741397"/>
                  </a:lnTo>
                  <a:lnTo>
                    <a:pt x="371066" y="5741397"/>
                  </a:lnTo>
                  <a:lnTo>
                    <a:pt x="371193" y="5741397"/>
                  </a:lnTo>
                  <a:lnTo>
                    <a:pt x="371319" y="5741397"/>
                  </a:lnTo>
                  <a:lnTo>
                    <a:pt x="371445" y="5741397"/>
                  </a:lnTo>
                  <a:lnTo>
                    <a:pt x="371571" y="5741397"/>
                  </a:lnTo>
                  <a:lnTo>
                    <a:pt x="371698" y="5741397"/>
                  </a:lnTo>
                  <a:lnTo>
                    <a:pt x="371824" y="5741397"/>
                  </a:lnTo>
                  <a:lnTo>
                    <a:pt x="371950" y="5741397"/>
                  </a:lnTo>
                  <a:lnTo>
                    <a:pt x="372076" y="5741397"/>
                  </a:lnTo>
                  <a:lnTo>
                    <a:pt x="372203" y="5741397"/>
                  </a:lnTo>
                  <a:lnTo>
                    <a:pt x="372329" y="5741397"/>
                  </a:lnTo>
                  <a:lnTo>
                    <a:pt x="372455" y="5741397"/>
                  </a:lnTo>
                  <a:lnTo>
                    <a:pt x="372581" y="5741397"/>
                  </a:lnTo>
                  <a:lnTo>
                    <a:pt x="372708" y="5741397"/>
                  </a:lnTo>
                  <a:lnTo>
                    <a:pt x="372834" y="5741397"/>
                  </a:lnTo>
                  <a:lnTo>
                    <a:pt x="372960" y="5741397"/>
                  </a:lnTo>
                  <a:lnTo>
                    <a:pt x="373086" y="5741397"/>
                  </a:lnTo>
                  <a:lnTo>
                    <a:pt x="373213" y="5741397"/>
                  </a:lnTo>
                  <a:lnTo>
                    <a:pt x="373339" y="5741397"/>
                  </a:lnTo>
                  <a:lnTo>
                    <a:pt x="373465" y="5741397"/>
                  </a:lnTo>
                  <a:lnTo>
                    <a:pt x="373591" y="5741397"/>
                  </a:lnTo>
                  <a:lnTo>
                    <a:pt x="373591" y="5736485"/>
                  </a:lnTo>
                  <a:lnTo>
                    <a:pt x="373718" y="5736485"/>
                  </a:lnTo>
                  <a:lnTo>
                    <a:pt x="373844" y="5736485"/>
                  </a:lnTo>
                  <a:lnTo>
                    <a:pt x="373970" y="5736485"/>
                  </a:lnTo>
                  <a:lnTo>
                    <a:pt x="374096" y="5736485"/>
                  </a:lnTo>
                  <a:lnTo>
                    <a:pt x="374223" y="5736485"/>
                  </a:lnTo>
                  <a:lnTo>
                    <a:pt x="374349" y="5736485"/>
                  </a:lnTo>
                  <a:lnTo>
                    <a:pt x="374475" y="5736485"/>
                  </a:lnTo>
                  <a:lnTo>
                    <a:pt x="374601" y="5736485"/>
                  </a:lnTo>
                  <a:lnTo>
                    <a:pt x="374728" y="5736485"/>
                  </a:lnTo>
                  <a:lnTo>
                    <a:pt x="374728" y="5731574"/>
                  </a:lnTo>
                  <a:lnTo>
                    <a:pt x="374728" y="5726663"/>
                  </a:lnTo>
                  <a:lnTo>
                    <a:pt x="374854" y="5726663"/>
                  </a:lnTo>
                  <a:lnTo>
                    <a:pt x="374980" y="5726663"/>
                  </a:lnTo>
                  <a:lnTo>
                    <a:pt x="375106" y="5726663"/>
                  </a:lnTo>
                  <a:lnTo>
                    <a:pt x="375233" y="5726663"/>
                  </a:lnTo>
                  <a:lnTo>
                    <a:pt x="375359" y="5726663"/>
                  </a:lnTo>
                  <a:lnTo>
                    <a:pt x="375485" y="5726663"/>
                  </a:lnTo>
                  <a:lnTo>
                    <a:pt x="375611" y="5726663"/>
                  </a:lnTo>
                  <a:lnTo>
                    <a:pt x="375738" y="5726663"/>
                  </a:lnTo>
                  <a:lnTo>
                    <a:pt x="375864" y="5726663"/>
                  </a:lnTo>
                  <a:lnTo>
                    <a:pt x="375990" y="5726663"/>
                  </a:lnTo>
                  <a:lnTo>
                    <a:pt x="376116" y="5726663"/>
                  </a:lnTo>
                  <a:lnTo>
                    <a:pt x="376243" y="5726663"/>
                  </a:lnTo>
                  <a:lnTo>
                    <a:pt x="376369" y="5726663"/>
                  </a:lnTo>
                  <a:lnTo>
                    <a:pt x="376495" y="5726663"/>
                  </a:lnTo>
                  <a:lnTo>
                    <a:pt x="376622" y="5726663"/>
                  </a:lnTo>
                  <a:lnTo>
                    <a:pt x="376748" y="5726663"/>
                  </a:lnTo>
                  <a:lnTo>
                    <a:pt x="376874" y="5726663"/>
                  </a:lnTo>
                  <a:lnTo>
                    <a:pt x="377000" y="5726663"/>
                  </a:lnTo>
                  <a:lnTo>
                    <a:pt x="377127" y="5726663"/>
                  </a:lnTo>
                  <a:lnTo>
                    <a:pt x="377253" y="5726663"/>
                  </a:lnTo>
                  <a:lnTo>
                    <a:pt x="377379" y="5726663"/>
                  </a:lnTo>
                  <a:lnTo>
                    <a:pt x="377505" y="5726663"/>
                  </a:lnTo>
                  <a:lnTo>
                    <a:pt x="377632" y="5726663"/>
                  </a:lnTo>
                  <a:lnTo>
                    <a:pt x="377758" y="5726663"/>
                  </a:lnTo>
                  <a:lnTo>
                    <a:pt x="377884" y="5726663"/>
                  </a:lnTo>
                  <a:lnTo>
                    <a:pt x="378010" y="5726663"/>
                  </a:lnTo>
                  <a:lnTo>
                    <a:pt x="378137" y="5726663"/>
                  </a:lnTo>
                  <a:lnTo>
                    <a:pt x="378263" y="5726663"/>
                  </a:lnTo>
                  <a:lnTo>
                    <a:pt x="378389" y="5726663"/>
                  </a:lnTo>
                  <a:lnTo>
                    <a:pt x="378515" y="5726663"/>
                  </a:lnTo>
                  <a:lnTo>
                    <a:pt x="378642" y="5726663"/>
                  </a:lnTo>
                  <a:lnTo>
                    <a:pt x="378768" y="5726663"/>
                  </a:lnTo>
                  <a:lnTo>
                    <a:pt x="378894" y="5726663"/>
                  </a:lnTo>
                  <a:lnTo>
                    <a:pt x="379020" y="5726663"/>
                  </a:lnTo>
                  <a:lnTo>
                    <a:pt x="379147" y="5726663"/>
                  </a:lnTo>
                  <a:lnTo>
                    <a:pt x="379273" y="5726663"/>
                  </a:lnTo>
                  <a:lnTo>
                    <a:pt x="379399" y="5726663"/>
                  </a:lnTo>
                  <a:lnTo>
                    <a:pt x="379525" y="5726663"/>
                  </a:lnTo>
                  <a:lnTo>
                    <a:pt x="379652" y="5726663"/>
                  </a:lnTo>
                  <a:lnTo>
                    <a:pt x="379778" y="5726663"/>
                  </a:lnTo>
                  <a:lnTo>
                    <a:pt x="379904" y="5726663"/>
                  </a:lnTo>
                  <a:lnTo>
                    <a:pt x="379904" y="5721751"/>
                  </a:lnTo>
                  <a:lnTo>
                    <a:pt x="380030" y="5721751"/>
                  </a:lnTo>
                  <a:lnTo>
                    <a:pt x="380157" y="5721751"/>
                  </a:lnTo>
                  <a:lnTo>
                    <a:pt x="380283" y="5721751"/>
                  </a:lnTo>
                  <a:lnTo>
                    <a:pt x="380409" y="5721751"/>
                  </a:lnTo>
                  <a:lnTo>
                    <a:pt x="380535" y="5721751"/>
                  </a:lnTo>
                  <a:lnTo>
                    <a:pt x="380662" y="5721751"/>
                  </a:lnTo>
                  <a:lnTo>
                    <a:pt x="380788" y="5721751"/>
                  </a:lnTo>
                  <a:lnTo>
                    <a:pt x="380914" y="5721751"/>
                  </a:lnTo>
                  <a:lnTo>
                    <a:pt x="381040" y="5721751"/>
                  </a:lnTo>
                  <a:lnTo>
                    <a:pt x="381167" y="5721751"/>
                  </a:lnTo>
                  <a:lnTo>
                    <a:pt x="381167" y="5716840"/>
                  </a:lnTo>
                  <a:lnTo>
                    <a:pt x="381293" y="5716840"/>
                  </a:lnTo>
                  <a:lnTo>
                    <a:pt x="381419" y="5716840"/>
                  </a:lnTo>
                  <a:lnTo>
                    <a:pt x="381546" y="5716840"/>
                  </a:lnTo>
                  <a:lnTo>
                    <a:pt x="381672" y="5716840"/>
                  </a:lnTo>
                  <a:lnTo>
                    <a:pt x="381798" y="5716840"/>
                  </a:lnTo>
                  <a:lnTo>
                    <a:pt x="381924" y="5716840"/>
                  </a:lnTo>
                  <a:lnTo>
                    <a:pt x="382051" y="5716840"/>
                  </a:lnTo>
                  <a:lnTo>
                    <a:pt x="382177" y="5716840"/>
                  </a:lnTo>
                  <a:lnTo>
                    <a:pt x="382303" y="5716840"/>
                  </a:lnTo>
                  <a:lnTo>
                    <a:pt x="382429" y="5716840"/>
                  </a:lnTo>
                  <a:lnTo>
                    <a:pt x="382556" y="5716840"/>
                  </a:lnTo>
                  <a:lnTo>
                    <a:pt x="382682" y="5716840"/>
                  </a:lnTo>
                  <a:lnTo>
                    <a:pt x="382808" y="5716840"/>
                  </a:lnTo>
                  <a:lnTo>
                    <a:pt x="382808" y="5711929"/>
                  </a:lnTo>
                  <a:lnTo>
                    <a:pt x="382934" y="5711929"/>
                  </a:lnTo>
                  <a:lnTo>
                    <a:pt x="383061" y="5711929"/>
                  </a:lnTo>
                  <a:lnTo>
                    <a:pt x="383187" y="5711929"/>
                  </a:lnTo>
                  <a:lnTo>
                    <a:pt x="383313" y="5711929"/>
                  </a:lnTo>
                  <a:lnTo>
                    <a:pt x="383439" y="5711929"/>
                  </a:lnTo>
                  <a:lnTo>
                    <a:pt x="383566" y="5711929"/>
                  </a:lnTo>
                  <a:lnTo>
                    <a:pt x="383692" y="5711929"/>
                  </a:lnTo>
                  <a:lnTo>
                    <a:pt x="383818" y="5711929"/>
                  </a:lnTo>
                  <a:lnTo>
                    <a:pt x="383944" y="5711929"/>
                  </a:lnTo>
                  <a:lnTo>
                    <a:pt x="384071" y="5711929"/>
                  </a:lnTo>
                  <a:lnTo>
                    <a:pt x="384197" y="5711929"/>
                  </a:lnTo>
                  <a:lnTo>
                    <a:pt x="384323" y="5711929"/>
                  </a:lnTo>
                  <a:lnTo>
                    <a:pt x="384449" y="5711929"/>
                  </a:lnTo>
                  <a:lnTo>
                    <a:pt x="384576" y="5711929"/>
                  </a:lnTo>
                  <a:lnTo>
                    <a:pt x="384702" y="5711929"/>
                  </a:lnTo>
                  <a:lnTo>
                    <a:pt x="384702" y="5707017"/>
                  </a:lnTo>
                  <a:lnTo>
                    <a:pt x="384828" y="5707017"/>
                  </a:lnTo>
                  <a:lnTo>
                    <a:pt x="384954" y="5707017"/>
                  </a:lnTo>
                  <a:lnTo>
                    <a:pt x="385081" y="5707017"/>
                  </a:lnTo>
                  <a:lnTo>
                    <a:pt x="385207" y="5707017"/>
                  </a:lnTo>
                  <a:lnTo>
                    <a:pt x="385333" y="5707017"/>
                  </a:lnTo>
                  <a:lnTo>
                    <a:pt x="385459" y="5707017"/>
                  </a:lnTo>
                  <a:lnTo>
                    <a:pt x="385586" y="5707017"/>
                  </a:lnTo>
                  <a:lnTo>
                    <a:pt x="385712" y="5707017"/>
                  </a:lnTo>
                  <a:lnTo>
                    <a:pt x="385838" y="5707017"/>
                  </a:lnTo>
                  <a:lnTo>
                    <a:pt x="385964" y="5707017"/>
                  </a:lnTo>
                  <a:lnTo>
                    <a:pt x="386091" y="5707017"/>
                  </a:lnTo>
                  <a:lnTo>
                    <a:pt x="386217" y="5707017"/>
                  </a:lnTo>
                  <a:lnTo>
                    <a:pt x="386343" y="5707017"/>
                  </a:lnTo>
                  <a:lnTo>
                    <a:pt x="386343" y="5702106"/>
                  </a:lnTo>
                  <a:lnTo>
                    <a:pt x="386469" y="5702106"/>
                  </a:lnTo>
                  <a:lnTo>
                    <a:pt x="386596" y="5702106"/>
                  </a:lnTo>
                  <a:lnTo>
                    <a:pt x="386722" y="5702106"/>
                  </a:lnTo>
                  <a:lnTo>
                    <a:pt x="386848" y="5702106"/>
                  </a:lnTo>
                  <a:lnTo>
                    <a:pt x="386975" y="5702106"/>
                  </a:lnTo>
                  <a:lnTo>
                    <a:pt x="387101" y="5702106"/>
                  </a:lnTo>
                  <a:lnTo>
                    <a:pt x="387227" y="5702106"/>
                  </a:lnTo>
                  <a:lnTo>
                    <a:pt x="387353" y="5702106"/>
                  </a:lnTo>
                  <a:lnTo>
                    <a:pt x="387480" y="5702106"/>
                  </a:lnTo>
                  <a:lnTo>
                    <a:pt x="387606" y="5702106"/>
                  </a:lnTo>
                  <a:lnTo>
                    <a:pt x="387732" y="5702106"/>
                  </a:lnTo>
                  <a:lnTo>
                    <a:pt x="387858" y="5702106"/>
                  </a:lnTo>
                  <a:lnTo>
                    <a:pt x="387985" y="5702106"/>
                  </a:lnTo>
                  <a:lnTo>
                    <a:pt x="388111" y="5702106"/>
                  </a:lnTo>
                  <a:lnTo>
                    <a:pt x="388237" y="5702106"/>
                  </a:lnTo>
                  <a:lnTo>
                    <a:pt x="388237" y="5697194"/>
                  </a:lnTo>
                  <a:lnTo>
                    <a:pt x="388363" y="5697194"/>
                  </a:lnTo>
                  <a:lnTo>
                    <a:pt x="388490" y="5697194"/>
                  </a:lnTo>
                  <a:lnTo>
                    <a:pt x="388616" y="5697194"/>
                  </a:lnTo>
                  <a:lnTo>
                    <a:pt x="388742" y="5697194"/>
                  </a:lnTo>
                  <a:lnTo>
                    <a:pt x="388868" y="5697194"/>
                  </a:lnTo>
                  <a:lnTo>
                    <a:pt x="388995" y="5697194"/>
                  </a:lnTo>
                  <a:lnTo>
                    <a:pt x="389121" y="5697194"/>
                  </a:lnTo>
                  <a:lnTo>
                    <a:pt x="389247" y="5697194"/>
                  </a:lnTo>
                  <a:lnTo>
                    <a:pt x="389373" y="5697194"/>
                  </a:lnTo>
                  <a:lnTo>
                    <a:pt x="389500" y="5697194"/>
                  </a:lnTo>
                  <a:lnTo>
                    <a:pt x="389626" y="5697194"/>
                  </a:lnTo>
                  <a:lnTo>
                    <a:pt x="389752" y="5697194"/>
                  </a:lnTo>
                  <a:lnTo>
                    <a:pt x="389878" y="5697194"/>
                  </a:lnTo>
                  <a:lnTo>
                    <a:pt x="390005" y="5697194"/>
                  </a:lnTo>
                  <a:lnTo>
                    <a:pt x="390131" y="5697194"/>
                  </a:lnTo>
                  <a:lnTo>
                    <a:pt x="390257" y="5697194"/>
                  </a:lnTo>
                  <a:lnTo>
                    <a:pt x="390383" y="5697194"/>
                  </a:lnTo>
                  <a:lnTo>
                    <a:pt x="390510" y="5697194"/>
                  </a:lnTo>
                  <a:lnTo>
                    <a:pt x="390636" y="5697194"/>
                  </a:lnTo>
                  <a:lnTo>
                    <a:pt x="390762" y="5697194"/>
                  </a:lnTo>
                  <a:lnTo>
                    <a:pt x="390888" y="5697194"/>
                  </a:lnTo>
                  <a:lnTo>
                    <a:pt x="391015" y="5697194"/>
                  </a:lnTo>
                  <a:lnTo>
                    <a:pt x="391141" y="5697194"/>
                  </a:lnTo>
                  <a:lnTo>
                    <a:pt x="391267" y="5697194"/>
                  </a:lnTo>
                  <a:lnTo>
                    <a:pt x="391393" y="5697194"/>
                  </a:lnTo>
                  <a:lnTo>
                    <a:pt x="391520" y="5697194"/>
                  </a:lnTo>
                  <a:lnTo>
                    <a:pt x="391646" y="5697194"/>
                  </a:lnTo>
                  <a:lnTo>
                    <a:pt x="391772" y="5697194"/>
                  </a:lnTo>
                  <a:lnTo>
                    <a:pt x="391899" y="5697194"/>
                  </a:lnTo>
                  <a:lnTo>
                    <a:pt x="392025" y="5697194"/>
                  </a:lnTo>
                  <a:lnTo>
                    <a:pt x="392151" y="5697194"/>
                  </a:lnTo>
                  <a:lnTo>
                    <a:pt x="392277" y="5697194"/>
                  </a:lnTo>
                  <a:lnTo>
                    <a:pt x="392404" y="5697194"/>
                  </a:lnTo>
                  <a:lnTo>
                    <a:pt x="392530" y="5697194"/>
                  </a:lnTo>
                  <a:lnTo>
                    <a:pt x="392656" y="5697194"/>
                  </a:lnTo>
                  <a:lnTo>
                    <a:pt x="392782" y="5697194"/>
                  </a:lnTo>
                  <a:lnTo>
                    <a:pt x="392909" y="5697194"/>
                  </a:lnTo>
                  <a:lnTo>
                    <a:pt x="393035" y="5697194"/>
                  </a:lnTo>
                  <a:lnTo>
                    <a:pt x="393161" y="5697194"/>
                  </a:lnTo>
                  <a:lnTo>
                    <a:pt x="393287" y="5697194"/>
                  </a:lnTo>
                  <a:lnTo>
                    <a:pt x="393414" y="5697194"/>
                  </a:lnTo>
                  <a:lnTo>
                    <a:pt x="393414" y="5692283"/>
                  </a:lnTo>
                  <a:lnTo>
                    <a:pt x="393540" y="5692283"/>
                  </a:lnTo>
                  <a:lnTo>
                    <a:pt x="393666" y="5692283"/>
                  </a:lnTo>
                  <a:lnTo>
                    <a:pt x="393792" y="5692283"/>
                  </a:lnTo>
                  <a:lnTo>
                    <a:pt x="393919" y="5692283"/>
                  </a:lnTo>
                  <a:lnTo>
                    <a:pt x="394045" y="5692283"/>
                  </a:lnTo>
                  <a:lnTo>
                    <a:pt x="394045" y="5687372"/>
                  </a:lnTo>
                  <a:lnTo>
                    <a:pt x="394171" y="5687372"/>
                  </a:lnTo>
                  <a:lnTo>
                    <a:pt x="394297" y="5687372"/>
                  </a:lnTo>
                  <a:lnTo>
                    <a:pt x="394424" y="5687372"/>
                  </a:lnTo>
                  <a:lnTo>
                    <a:pt x="394550" y="5687372"/>
                  </a:lnTo>
                  <a:lnTo>
                    <a:pt x="394676" y="5687372"/>
                  </a:lnTo>
                  <a:lnTo>
                    <a:pt x="394802" y="5687372"/>
                  </a:lnTo>
                  <a:lnTo>
                    <a:pt x="394929" y="5687372"/>
                  </a:lnTo>
                  <a:lnTo>
                    <a:pt x="395055" y="5687372"/>
                  </a:lnTo>
                  <a:lnTo>
                    <a:pt x="395181" y="5687372"/>
                  </a:lnTo>
                  <a:lnTo>
                    <a:pt x="395307" y="5687372"/>
                  </a:lnTo>
                  <a:lnTo>
                    <a:pt x="395434" y="5687372"/>
                  </a:lnTo>
                  <a:lnTo>
                    <a:pt x="395560" y="5687372"/>
                  </a:lnTo>
                  <a:lnTo>
                    <a:pt x="395686" y="5687372"/>
                  </a:lnTo>
                  <a:lnTo>
                    <a:pt x="395812" y="5687372"/>
                  </a:lnTo>
                  <a:lnTo>
                    <a:pt x="395939" y="5687372"/>
                  </a:lnTo>
                  <a:lnTo>
                    <a:pt x="396065" y="5687372"/>
                  </a:lnTo>
                  <a:lnTo>
                    <a:pt x="396191" y="5687372"/>
                  </a:lnTo>
                  <a:lnTo>
                    <a:pt x="396317" y="5687372"/>
                  </a:lnTo>
                  <a:lnTo>
                    <a:pt x="396317" y="5682460"/>
                  </a:lnTo>
                  <a:lnTo>
                    <a:pt x="396444" y="5682460"/>
                  </a:lnTo>
                  <a:lnTo>
                    <a:pt x="396570" y="5682460"/>
                  </a:lnTo>
                  <a:lnTo>
                    <a:pt x="396696" y="5682460"/>
                  </a:lnTo>
                  <a:lnTo>
                    <a:pt x="396822" y="5682460"/>
                  </a:lnTo>
                  <a:lnTo>
                    <a:pt x="396949" y="5682460"/>
                  </a:lnTo>
                  <a:lnTo>
                    <a:pt x="397075" y="5682460"/>
                  </a:lnTo>
                  <a:lnTo>
                    <a:pt x="397201" y="5682460"/>
                  </a:lnTo>
                  <a:lnTo>
                    <a:pt x="397328" y="5682460"/>
                  </a:lnTo>
                  <a:lnTo>
                    <a:pt x="397454" y="5682460"/>
                  </a:lnTo>
                  <a:lnTo>
                    <a:pt x="397580" y="5682460"/>
                  </a:lnTo>
                  <a:lnTo>
                    <a:pt x="397706" y="5682460"/>
                  </a:lnTo>
                  <a:lnTo>
                    <a:pt x="397833" y="5682460"/>
                  </a:lnTo>
                  <a:lnTo>
                    <a:pt x="397959" y="5682460"/>
                  </a:lnTo>
                  <a:lnTo>
                    <a:pt x="398085" y="5682460"/>
                  </a:lnTo>
                  <a:lnTo>
                    <a:pt x="398211" y="5682460"/>
                  </a:lnTo>
                  <a:lnTo>
                    <a:pt x="398338" y="5682460"/>
                  </a:lnTo>
                  <a:lnTo>
                    <a:pt x="398464" y="5682460"/>
                  </a:lnTo>
                  <a:lnTo>
                    <a:pt x="398590" y="5682460"/>
                  </a:lnTo>
                  <a:lnTo>
                    <a:pt x="398716" y="5682460"/>
                  </a:lnTo>
                  <a:lnTo>
                    <a:pt x="398843" y="5682460"/>
                  </a:lnTo>
                  <a:lnTo>
                    <a:pt x="398969" y="5682460"/>
                  </a:lnTo>
                  <a:lnTo>
                    <a:pt x="399095" y="5682460"/>
                  </a:lnTo>
                  <a:lnTo>
                    <a:pt x="399221" y="5682460"/>
                  </a:lnTo>
                  <a:lnTo>
                    <a:pt x="399348" y="5682460"/>
                  </a:lnTo>
                  <a:lnTo>
                    <a:pt x="399474" y="5682460"/>
                  </a:lnTo>
                  <a:lnTo>
                    <a:pt x="399600" y="5682460"/>
                  </a:lnTo>
                  <a:lnTo>
                    <a:pt x="399726" y="5682460"/>
                  </a:lnTo>
                  <a:lnTo>
                    <a:pt x="399853" y="5682460"/>
                  </a:lnTo>
                  <a:lnTo>
                    <a:pt x="399979" y="5682460"/>
                  </a:lnTo>
                  <a:lnTo>
                    <a:pt x="400105" y="5682460"/>
                  </a:lnTo>
                  <a:lnTo>
                    <a:pt x="400231" y="5682460"/>
                  </a:lnTo>
                  <a:lnTo>
                    <a:pt x="400358" y="5682460"/>
                  </a:lnTo>
                  <a:lnTo>
                    <a:pt x="400484" y="5682460"/>
                  </a:lnTo>
                  <a:lnTo>
                    <a:pt x="400610" y="5682460"/>
                  </a:lnTo>
                  <a:lnTo>
                    <a:pt x="400736" y="5682460"/>
                  </a:lnTo>
                  <a:lnTo>
                    <a:pt x="400863" y="5682460"/>
                  </a:lnTo>
                  <a:lnTo>
                    <a:pt x="400989" y="5682460"/>
                  </a:lnTo>
                  <a:lnTo>
                    <a:pt x="401115" y="5682460"/>
                  </a:lnTo>
                  <a:lnTo>
                    <a:pt x="401241" y="5682460"/>
                  </a:lnTo>
                  <a:lnTo>
                    <a:pt x="401241" y="5677549"/>
                  </a:lnTo>
                  <a:lnTo>
                    <a:pt x="401368" y="5677549"/>
                  </a:lnTo>
                  <a:lnTo>
                    <a:pt x="401494" y="5677549"/>
                  </a:lnTo>
                  <a:lnTo>
                    <a:pt x="401620" y="5677549"/>
                  </a:lnTo>
                  <a:lnTo>
                    <a:pt x="401746" y="5677549"/>
                  </a:lnTo>
                  <a:lnTo>
                    <a:pt x="401873" y="5677549"/>
                  </a:lnTo>
                  <a:lnTo>
                    <a:pt x="401999" y="5677549"/>
                  </a:lnTo>
                  <a:lnTo>
                    <a:pt x="402125" y="5677549"/>
                  </a:lnTo>
                  <a:lnTo>
                    <a:pt x="402252" y="5677549"/>
                  </a:lnTo>
                  <a:lnTo>
                    <a:pt x="402378" y="5677549"/>
                  </a:lnTo>
                  <a:lnTo>
                    <a:pt x="402504" y="5677549"/>
                  </a:lnTo>
                  <a:lnTo>
                    <a:pt x="402630" y="5677549"/>
                  </a:lnTo>
                  <a:lnTo>
                    <a:pt x="402757" y="5677549"/>
                  </a:lnTo>
                  <a:lnTo>
                    <a:pt x="402883" y="5677549"/>
                  </a:lnTo>
                  <a:lnTo>
                    <a:pt x="403009" y="5677549"/>
                  </a:lnTo>
                  <a:lnTo>
                    <a:pt x="403135" y="5677549"/>
                  </a:lnTo>
                  <a:lnTo>
                    <a:pt x="403262" y="5677549"/>
                  </a:lnTo>
                  <a:lnTo>
                    <a:pt x="403388" y="5677549"/>
                  </a:lnTo>
                  <a:lnTo>
                    <a:pt x="403514" y="5677549"/>
                  </a:lnTo>
                  <a:lnTo>
                    <a:pt x="403640" y="5677549"/>
                  </a:lnTo>
                  <a:lnTo>
                    <a:pt x="403767" y="5677549"/>
                  </a:lnTo>
                  <a:lnTo>
                    <a:pt x="403893" y="5677549"/>
                  </a:lnTo>
                  <a:lnTo>
                    <a:pt x="404019" y="5677549"/>
                  </a:lnTo>
                  <a:lnTo>
                    <a:pt x="404145" y="5677549"/>
                  </a:lnTo>
                  <a:lnTo>
                    <a:pt x="404272" y="5677549"/>
                  </a:lnTo>
                  <a:lnTo>
                    <a:pt x="404272" y="5672638"/>
                  </a:lnTo>
                  <a:lnTo>
                    <a:pt x="404398" y="5672638"/>
                  </a:lnTo>
                  <a:lnTo>
                    <a:pt x="404524" y="5672638"/>
                  </a:lnTo>
                  <a:lnTo>
                    <a:pt x="404650" y="5672638"/>
                  </a:lnTo>
                  <a:lnTo>
                    <a:pt x="404777" y="5672638"/>
                  </a:lnTo>
                  <a:lnTo>
                    <a:pt x="404903" y="5672638"/>
                  </a:lnTo>
                  <a:lnTo>
                    <a:pt x="405029" y="5672638"/>
                  </a:lnTo>
                  <a:lnTo>
                    <a:pt x="405155" y="5672638"/>
                  </a:lnTo>
                  <a:lnTo>
                    <a:pt x="405282" y="5672638"/>
                  </a:lnTo>
                  <a:lnTo>
                    <a:pt x="405408" y="5672638"/>
                  </a:lnTo>
                  <a:lnTo>
                    <a:pt x="405534" y="5672638"/>
                  </a:lnTo>
                  <a:lnTo>
                    <a:pt x="405660" y="5672638"/>
                  </a:lnTo>
                  <a:lnTo>
                    <a:pt x="405787" y="5672638"/>
                  </a:lnTo>
                  <a:lnTo>
                    <a:pt x="405787" y="5667726"/>
                  </a:lnTo>
                  <a:lnTo>
                    <a:pt x="405913" y="5667726"/>
                  </a:lnTo>
                  <a:lnTo>
                    <a:pt x="406039" y="5667726"/>
                  </a:lnTo>
                  <a:lnTo>
                    <a:pt x="406165" y="5667726"/>
                  </a:lnTo>
                  <a:lnTo>
                    <a:pt x="406292" y="5667726"/>
                  </a:lnTo>
                  <a:lnTo>
                    <a:pt x="406418" y="5667726"/>
                  </a:lnTo>
                  <a:lnTo>
                    <a:pt x="406418" y="5662815"/>
                  </a:lnTo>
                  <a:lnTo>
                    <a:pt x="406544" y="5662815"/>
                  </a:lnTo>
                  <a:lnTo>
                    <a:pt x="406670" y="5662815"/>
                  </a:lnTo>
                  <a:lnTo>
                    <a:pt x="406797" y="5662815"/>
                  </a:lnTo>
                  <a:lnTo>
                    <a:pt x="406923" y="5662815"/>
                  </a:lnTo>
                  <a:lnTo>
                    <a:pt x="407049" y="5662815"/>
                  </a:lnTo>
                  <a:lnTo>
                    <a:pt x="407175" y="5662815"/>
                  </a:lnTo>
                  <a:lnTo>
                    <a:pt x="407302" y="5662815"/>
                  </a:lnTo>
                  <a:lnTo>
                    <a:pt x="407428" y="5662815"/>
                  </a:lnTo>
                  <a:lnTo>
                    <a:pt x="407554" y="5662815"/>
                  </a:lnTo>
                  <a:lnTo>
                    <a:pt x="407681" y="5662815"/>
                  </a:lnTo>
                  <a:lnTo>
                    <a:pt x="407807" y="5662815"/>
                  </a:lnTo>
                  <a:lnTo>
                    <a:pt x="407933" y="5662815"/>
                  </a:lnTo>
                  <a:lnTo>
                    <a:pt x="408059" y="5662815"/>
                  </a:lnTo>
                  <a:lnTo>
                    <a:pt x="408186" y="5662815"/>
                  </a:lnTo>
                  <a:lnTo>
                    <a:pt x="408186" y="5657903"/>
                  </a:lnTo>
                  <a:lnTo>
                    <a:pt x="408312" y="5657903"/>
                  </a:lnTo>
                  <a:lnTo>
                    <a:pt x="408438" y="5657903"/>
                  </a:lnTo>
                  <a:lnTo>
                    <a:pt x="408564" y="5657903"/>
                  </a:lnTo>
                  <a:lnTo>
                    <a:pt x="408691" y="5657903"/>
                  </a:lnTo>
                  <a:lnTo>
                    <a:pt x="408817" y="5657903"/>
                  </a:lnTo>
                  <a:lnTo>
                    <a:pt x="408943" y="5657903"/>
                  </a:lnTo>
                  <a:lnTo>
                    <a:pt x="409069" y="5657903"/>
                  </a:lnTo>
                  <a:lnTo>
                    <a:pt x="409196" y="5657903"/>
                  </a:lnTo>
                  <a:lnTo>
                    <a:pt x="409322" y="5657903"/>
                  </a:lnTo>
                  <a:lnTo>
                    <a:pt x="409322" y="5652992"/>
                  </a:lnTo>
                  <a:lnTo>
                    <a:pt x="409448" y="5652992"/>
                  </a:lnTo>
                  <a:lnTo>
                    <a:pt x="409574" y="5652992"/>
                  </a:lnTo>
                  <a:lnTo>
                    <a:pt x="409701" y="5652992"/>
                  </a:lnTo>
                  <a:lnTo>
                    <a:pt x="409827" y="5652992"/>
                  </a:lnTo>
                  <a:lnTo>
                    <a:pt x="409953" y="5652992"/>
                  </a:lnTo>
                  <a:lnTo>
                    <a:pt x="410079" y="5652992"/>
                  </a:lnTo>
                  <a:lnTo>
                    <a:pt x="410206" y="5652992"/>
                  </a:lnTo>
                  <a:lnTo>
                    <a:pt x="410332" y="5652992"/>
                  </a:lnTo>
                  <a:lnTo>
                    <a:pt x="410458" y="5652992"/>
                  </a:lnTo>
                  <a:lnTo>
                    <a:pt x="410584" y="5652992"/>
                  </a:lnTo>
                  <a:lnTo>
                    <a:pt x="410711" y="5652992"/>
                  </a:lnTo>
                  <a:lnTo>
                    <a:pt x="410837" y="5652992"/>
                  </a:lnTo>
                  <a:lnTo>
                    <a:pt x="410963" y="5652992"/>
                  </a:lnTo>
                  <a:lnTo>
                    <a:pt x="411089" y="5652992"/>
                  </a:lnTo>
                  <a:lnTo>
                    <a:pt x="411216" y="5652992"/>
                  </a:lnTo>
                  <a:lnTo>
                    <a:pt x="411342" y="5652992"/>
                  </a:lnTo>
                  <a:lnTo>
                    <a:pt x="411468" y="5652992"/>
                  </a:lnTo>
                  <a:lnTo>
                    <a:pt x="411594" y="5652992"/>
                  </a:lnTo>
                  <a:lnTo>
                    <a:pt x="411594" y="5648081"/>
                  </a:lnTo>
                  <a:lnTo>
                    <a:pt x="411721" y="5648081"/>
                  </a:lnTo>
                  <a:lnTo>
                    <a:pt x="411847" y="5648081"/>
                  </a:lnTo>
                  <a:lnTo>
                    <a:pt x="411973" y="5648081"/>
                  </a:lnTo>
                  <a:lnTo>
                    <a:pt x="412099" y="5648081"/>
                  </a:lnTo>
                  <a:lnTo>
                    <a:pt x="412226" y="5648081"/>
                  </a:lnTo>
                  <a:lnTo>
                    <a:pt x="412352" y="5648081"/>
                  </a:lnTo>
                  <a:lnTo>
                    <a:pt x="412478" y="5648081"/>
                  </a:lnTo>
                  <a:lnTo>
                    <a:pt x="412605" y="5648081"/>
                  </a:lnTo>
                  <a:lnTo>
                    <a:pt x="412731" y="5648081"/>
                  </a:lnTo>
                  <a:lnTo>
                    <a:pt x="412857" y="5648081"/>
                  </a:lnTo>
                  <a:lnTo>
                    <a:pt x="412983" y="5648081"/>
                  </a:lnTo>
                  <a:lnTo>
                    <a:pt x="413110" y="5648081"/>
                  </a:lnTo>
                  <a:lnTo>
                    <a:pt x="413236" y="5648081"/>
                  </a:lnTo>
                  <a:lnTo>
                    <a:pt x="413362" y="5648081"/>
                  </a:lnTo>
                  <a:lnTo>
                    <a:pt x="413488" y="5648081"/>
                  </a:lnTo>
                  <a:lnTo>
                    <a:pt x="413615" y="5648081"/>
                  </a:lnTo>
                  <a:lnTo>
                    <a:pt x="413741" y="5648081"/>
                  </a:lnTo>
                  <a:lnTo>
                    <a:pt x="413741" y="5643169"/>
                  </a:lnTo>
                  <a:lnTo>
                    <a:pt x="413867" y="5643169"/>
                  </a:lnTo>
                  <a:lnTo>
                    <a:pt x="413993" y="5643169"/>
                  </a:lnTo>
                  <a:lnTo>
                    <a:pt x="414120" y="5643169"/>
                  </a:lnTo>
                  <a:lnTo>
                    <a:pt x="414246" y="5643169"/>
                  </a:lnTo>
                  <a:lnTo>
                    <a:pt x="414372" y="5643169"/>
                  </a:lnTo>
                  <a:lnTo>
                    <a:pt x="414498" y="5643169"/>
                  </a:lnTo>
                  <a:lnTo>
                    <a:pt x="414625" y="5643169"/>
                  </a:lnTo>
                  <a:lnTo>
                    <a:pt x="414751" y="5643169"/>
                  </a:lnTo>
                  <a:lnTo>
                    <a:pt x="414877" y="5643169"/>
                  </a:lnTo>
                  <a:lnTo>
                    <a:pt x="415003" y="5643169"/>
                  </a:lnTo>
                  <a:lnTo>
                    <a:pt x="415130" y="5643169"/>
                  </a:lnTo>
                  <a:lnTo>
                    <a:pt x="415256" y="5643169"/>
                  </a:lnTo>
                  <a:lnTo>
                    <a:pt x="415382" y="5643169"/>
                  </a:lnTo>
                  <a:lnTo>
                    <a:pt x="415508" y="5643169"/>
                  </a:lnTo>
                  <a:lnTo>
                    <a:pt x="415635" y="5643169"/>
                  </a:lnTo>
                  <a:lnTo>
                    <a:pt x="415761" y="5643169"/>
                  </a:lnTo>
                  <a:lnTo>
                    <a:pt x="415887" y="5643169"/>
                  </a:lnTo>
                  <a:lnTo>
                    <a:pt x="416013" y="5643169"/>
                  </a:lnTo>
                  <a:lnTo>
                    <a:pt x="416013" y="5638258"/>
                  </a:lnTo>
                  <a:lnTo>
                    <a:pt x="416140" y="5638258"/>
                  </a:lnTo>
                  <a:lnTo>
                    <a:pt x="416266" y="5638258"/>
                  </a:lnTo>
                  <a:lnTo>
                    <a:pt x="416392" y="5638258"/>
                  </a:lnTo>
                  <a:lnTo>
                    <a:pt x="416518" y="5638258"/>
                  </a:lnTo>
                  <a:lnTo>
                    <a:pt x="416645" y="5638258"/>
                  </a:lnTo>
                  <a:lnTo>
                    <a:pt x="416771" y="5638258"/>
                  </a:lnTo>
                  <a:lnTo>
                    <a:pt x="416897" y="5638258"/>
                  </a:lnTo>
                  <a:lnTo>
                    <a:pt x="417023" y="5638258"/>
                  </a:lnTo>
                  <a:lnTo>
                    <a:pt x="417150" y="5638258"/>
                  </a:lnTo>
                  <a:lnTo>
                    <a:pt x="417276" y="5638258"/>
                  </a:lnTo>
                  <a:lnTo>
                    <a:pt x="417402" y="5638258"/>
                  </a:lnTo>
                  <a:lnTo>
                    <a:pt x="417529" y="5638258"/>
                  </a:lnTo>
                  <a:lnTo>
                    <a:pt x="417655" y="5638258"/>
                  </a:lnTo>
                  <a:lnTo>
                    <a:pt x="417781" y="5638258"/>
                  </a:lnTo>
                  <a:lnTo>
                    <a:pt x="417907" y="5638258"/>
                  </a:lnTo>
                  <a:lnTo>
                    <a:pt x="418034" y="5638258"/>
                  </a:lnTo>
                  <a:lnTo>
                    <a:pt x="418160" y="5638258"/>
                  </a:lnTo>
                  <a:lnTo>
                    <a:pt x="418286" y="5638258"/>
                  </a:lnTo>
                  <a:lnTo>
                    <a:pt x="418412" y="5638258"/>
                  </a:lnTo>
                  <a:lnTo>
                    <a:pt x="418539" y="5638258"/>
                  </a:lnTo>
                  <a:lnTo>
                    <a:pt x="418665" y="5638258"/>
                  </a:lnTo>
                  <a:lnTo>
                    <a:pt x="418791" y="5638258"/>
                  </a:lnTo>
                  <a:lnTo>
                    <a:pt x="418917" y="5638258"/>
                  </a:lnTo>
                  <a:lnTo>
                    <a:pt x="419044" y="5638258"/>
                  </a:lnTo>
                  <a:lnTo>
                    <a:pt x="419170" y="5638258"/>
                  </a:lnTo>
                  <a:lnTo>
                    <a:pt x="419296" y="5638258"/>
                  </a:lnTo>
                  <a:lnTo>
                    <a:pt x="419422" y="5638258"/>
                  </a:lnTo>
                  <a:lnTo>
                    <a:pt x="419549" y="5638258"/>
                  </a:lnTo>
                  <a:lnTo>
                    <a:pt x="419675" y="5638258"/>
                  </a:lnTo>
                  <a:lnTo>
                    <a:pt x="419801" y="5638258"/>
                  </a:lnTo>
                  <a:lnTo>
                    <a:pt x="419927" y="5638258"/>
                  </a:lnTo>
                  <a:lnTo>
                    <a:pt x="420054" y="5638258"/>
                  </a:lnTo>
                  <a:lnTo>
                    <a:pt x="420180" y="5638258"/>
                  </a:lnTo>
                  <a:lnTo>
                    <a:pt x="420306" y="5638258"/>
                  </a:lnTo>
                  <a:lnTo>
                    <a:pt x="420432" y="5638258"/>
                  </a:lnTo>
                  <a:lnTo>
                    <a:pt x="420559" y="5638258"/>
                  </a:lnTo>
                  <a:lnTo>
                    <a:pt x="420685" y="5638258"/>
                  </a:lnTo>
                  <a:lnTo>
                    <a:pt x="420811" y="5638258"/>
                  </a:lnTo>
                  <a:lnTo>
                    <a:pt x="420937" y="5638258"/>
                  </a:lnTo>
                  <a:lnTo>
                    <a:pt x="421064" y="5638258"/>
                  </a:lnTo>
                  <a:lnTo>
                    <a:pt x="421190" y="5638258"/>
                  </a:lnTo>
                  <a:lnTo>
                    <a:pt x="421316" y="5638258"/>
                  </a:lnTo>
                  <a:lnTo>
                    <a:pt x="421442" y="5638258"/>
                  </a:lnTo>
                  <a:lnTo>
                    <a:pt x="421569" y="5638258"/>
                  </a:lnTo>
                  <a:lnTo>
                    <a:pt x="421569" y="5633347"/>
                  </a:lnTo>
                  <a:lnTo>
                    <a:pt x="421695" y="5633347"/>
                  </a:lnTo>
                  <a:lnTo>
                    <a:pt x="421821" y="5633347"/>
                  </a:lnTo>
                  <a:lnTo>
                    <a:pt x="421947" y="5633347"/>
                  </a:lnTo>
                  <a:lnTo>
                    <a:pt x="422074" y="5633347"/>
                  </a:lnTo>
                  <a:lnTo>
                    <a:pt x="422200" y="5633347"/>
                  </a:lnTo>
                  <a:lnTo>
                    <a:pt x="422326" y="5633347"/>
                  </a:lnTo>
                  <a:lnTo>
                    <a:pt x="422452" y="5633347"/>
                  </a:lnTo>
                  <a:lnTo>
                    <a:pt x="422579" y="5633347"/>
                  </a:lnTo>
                  <a:lnTo>
                    <a:pt x="422705" y="5633347"/>
                  </a:lnTo>
                  <a:lnTo>
                    <a:pt x="422831" y="5633347"/>
                  </a:lnTo>
                  <a:lnTo>
                    <a:pt x="422958" y="5633347"/>
                  </a:lnTo>
                  <a:lnTo>
                    <a:pt x="423084" y="5633347"/>
                  </a:lnTo>
                  <a:lnTo>
                    <a:pt x="423210" y="5633347"/>
                  </a:lnTo>
                  <a:lnTo>
                    <a:pt x="423336" y="5633347"/>
                  </a:lnTo>
                  <a:lnTo>
                    <a:pt x="423463" y="5633347"/>
                  </a:lnTo>
                  <a:lnTo>
                    <a:pt x="423589" y="5633347"/>
                  </a:lnTo>
                  <a:lnTo>
                    <a:pt x="423715" y="5633347"/>
                  </a:lnTo>
                  <a:lnTo>
                    <a:pt x="423841" y="5633347"/>
                  </a:lnTo>
                  <a:lnTo>
                    <a:pt x="423968" y="5633347"/>
                  </a:lnTo>
                  <a:lnTo>
                    <a:pt x="424094" y="5633347"/>
                  </a:lnTo>
                  <a:lnTo>
                    <a:pt x="424220" y="5633347"/>
                  </a:lnTo>
                  <a:lnTo>
                    <a:pt x="424346" y="5633347"/>
                  </a:lnTo>
                  <a:lnTo>
                    <a:pt x="424346" y="5628435"/>
                  </a:lnTo>
                  <a:lnTo>
                    <a:pt x="424473" y="5628435"/>
                  </a:lnTo>
                  <a:lnTo>
                    <a:pt x="424599" y="5628435"/>
                  </a:lnTo>
                  <a:lnTo>
                    <a:pt x="424725" y="5628435"/>
                  </a:lnTo>
                  <a:lnTo>
                    <a:pt x="424851" y="5628435"/>
                  </a:lnTo>
                  <a:lnTo>
                    <a:pt x="424978" y="5628435"/>
                  </a:lnTo>
                  <a:lnTo>
                    <a:pt x="425104" y="5628435"/>
                  </a:lnTo>
                  <a:lnTo>
                    <a:pt x="425230" y="5628435"/>
                  </a:lnTo>
                  <a:lnTo>
                    <a:pt x="425356" y="5628435"/>
                  </a:lnTo>
                  <a:lnTo>
                    <a:pt x="425483" y="5628435"/>
                  </a:lnTo>
                  <a:lnTo>
                    <a:pt x="425609" y="5628435"/>
                  </a:lnTo>
                  <a:lnTo>
                    <a:pt x="425735" y="5628435"/>
                  </a:lnTo>
                  <a:lnTo>
                    <a:pt x="425735" y="5623524"/>
                  </a:lnTo>
                  <a:lnTo>
                    <a:pt x="425861" y="5623524"/>
                  </a:lnTo>
                  <a:lnTo>
                    <a:pt x="425988" y="5623524"/>
                  </a:lnTo>
                  <a:lnTo>
                    <a:pt x="425988" y="5618612"/>
                  </a:lnTo>
                  <a:lnTo>
                    <a:pt x="426114" y="5618612"/>
                  </a:lnTo>
                  <a:lnTo>
                    <a:pt x="426240" y="5618612"/>
                  </a:lnTo>
                  <a:lnTo>
                    <a:pt x="426366" y="5618612"/>
                  </a:lnTo>
                  <a:lnTo>
                    <a:pt x="426493" y="5618612"/>
                  </a:lnTo>
                  <a:lnTo>
                    <a:pt x="426619" y="5618612"/>
                  </a:lnTo>
                  <a:lnTo>
                    <a:pt x="426745" y="5618612"/>
                  </a:lnTo>
                  <a:lnTo>
                    <a:pt x="426871" y="5618612"/>
                  </a:lnTo>
                  <a:lnTo>
                    <a:pt x="426998" y="5618612"/>
                  </a:lnTo>
                  <a:lnTo>
                    <a:pt x="427124" y="5618612"/>
                  </a:lnTo>
                  <a:lnTo>
                    <a:pt x="427250" y="5618612"/>
                  </a:lnTo>
                  <a:lnTo>
                    <a:pt x="427376" y="5618612"/>
                  </a:lnTo>
                  <a:lnTo>
                    <a:pt x="427503" y="5618612"/>
                  </a:lnTo>
                  <a:lnTo>
                    <a:pt x="427629" y="5618612"/>
                  </a:lnTo>
                  <a:lnTo>
                    <a:pt x="427755" y="5618612"/>
                  </a:lnTo>
                  <a:lnTo>
                    <a:pt x="427882" y="5618612"/>
                  </a:lnTo>
                  <a:lnTo>
                    <a:pt x="428008" y="5618612"/>
                  </a:lnTo>
                  <a:lnTo>
                    <a:pt x="428134" y="5618612"/>
                  </a:lnTo>
                  <a:lnTo>
                    <a:pt x="428260" y="5618612"/>
                  </a:lnTo>
                  <a:lnTo>
                    <a:pt x="428387" y="5618612"/>
                  </a:lnTo>
                  <a:lnTo>
                    <a:pt x="428513" y="5618612"/>
                  </a:lnTo>
                  <a:lnTo>
                    <a:pt x="428639" y="5618612"/>
                  </a:lnTo>
                  <a:lnTo>
                    <a:pt x="428765" y="5618612"/>
                  </a:lnTo>
                  <a:lnTo>
                    <a:pt x="428892" y="5618612"/>
                  </a:lnTo>
                  <a:lnTo>
                    <a:pt x="429018" y="5618612"/>
                  </a:lnTo>
                  <a:lnTo>
                    <a:pt x="429018" y="5613701"/>
                  </a:lnTo>
                  <a:lnTo>
                    <a:pt x="429144" y="5613701"/>
                  </a:lnTo>
                  <a:lnTo>
                    <a:pt x="429270" y="5613701"/>
                  </a:lnTo>
                  <a:lnTo>
                    <a:pt x="429397" y="5613701"/>
                  </a:lnTo>
                  <a:lnTo>
                    <a:pt x="429523" y="5613701"/>
                  </a:lnTo>
                  <a:lnTo>
                    <a:pt x="429523" y="5608790"/>
                  </a:lnTo>
                  <a:lnTo>
                    <a:pt x="429649" y="5608790"/>
                  </a:lnTo>
                  <a:lnTo>
                    <a:pt x="429775" y="5608790"/>
                  </a:lnTo>
                  <a:lnTo>
                    <a:pt x="429902" y="5608790"/>
                  </a:lnTo>
                  <a:lnTo>
                    <a:pt x="430028" y="5608790"/>
                  </a:lnTo>
                  <a:lnTo>
                    <a:pt x="430154" y="5608790"/>
                  </a:lnTo>
                  <a:lnTo>
                    <a:pt x="430280" y="5608790"/>
                  </a:lnTo>
                  <a:lnTo>
                    <a:pt x="430407" y="5608790"/>
                  </a:lnTo>
                  <a:lnTo>
                    <a:pt x="430533" y="5608790"/>
                  </a:lnTo>
                  <a:lnTo>
                    <a:pt x="430659" y="5608790"/>
                  </a:lnTo>
                  <a:lnTo>
                    <a:pt x="430785" y="5608790"/>
                  </a:lnTo>
                  <a:lnTo>
                    <a:pt x="430912" y="5608790"/>
                  </a:lnTo>
                  <a:lnTo>
                    <a:pt x="431038" y="5608790"/>
                  </a:lnTo>
                  <a:lnTo>
                    <a:pt x="431164" y="5608790"/>
                  </a:lnTo>
                  <a:lnTo>
                    <a:pt x="431290" y="5608790"/>
                  </a:lnTo>
                  <a:lnTo>
                    <a:pt x="431417" y="5608790"/>
                  </a:lnTo>
                  <a:lnTo>
                    <a:pt x="431543" y="5608790"/>
                  </a:lnTo>
                  <a:lnTo>
                    <a:pt x="431669" y="5608790"/>
                  </a:lnTo>
                  <a:lnTo>
                    <a:pt x="431795" y="5608790"/>
                  </a:lnTo>
                  <a:lnTo>
                    <a:pt x="431795" y="5603878"/>
                  </a:lnTo>
                  <a:lnTo>
                    <a:pt x="431922" y="5603878"/>
                  </a:lnTo>
                  <a:lnTo>
                    <a:pt x="432048" y="5603878"/>
                  </a:lnTo>
                  <a:lnTo>
                    <a:pt x="432174" y="5603878"/>
                  </a:lnTo>
                  <a:lnTo>
                    <a:pt x="432300" y="5603878"/>
                  </a:lnTo>
                  <a:lnTo>
                    <a:pt x="432427" y="5603878"/>
                  </a:lnTo>
                  <a:lnTo>
                    <a:pt x="432427" y="5598967"/>
                  </a:lnTo>
                  <a:lnTo>
                    <a:pt x="432553" y="5598967"/>
                  </a:lnTo>
                  <a:lnTo>
                    <a:pt x="432679" y="5598967"/>
                  </a:lnTo>
                  <a:lnTo>
                    <a:pt x="432805" y="5598967"/>
                  </a:lnTo>
                  <a:lnTo>
                    <a:pt x="432932" y="5598967"/>
                  </a:lnTo>
                  <a:lnTo>
                    <a:pt x="433058" y="5598967"/>
                  </a:lnTo>
                  <a:lnTo>
                    <a:pt x="433184" y="5598967"/>
                  </a:lnTo>
                  <a:lnTo>
                    <a:pt x="433311" y="5598967"/>
                  </a:lnTo>
                  <a:lnTo>
                    <a:pt x="433437" y="5598967"/>
                  </a:lnTo>
                  <a:lnTo>
                    <a:pt x="433563" y="5598967"/>
                  </a:lnTo>
                  <a:lnTo>
                    <a:pt x="433689" y="5598967"/>
                  </a:lnTo>
                  <a:lnTo>
                    <a:pt x="433816" y="5598967"/>
                  </a:lnTo>
                  <a:lnTo>
                    <a:pt x="433942" y="5598967"/>
                  </a:lnTo>
                  <a:lnTo>
                    <a:pt x="434068" y="5598967"/>
                  </a:lnTo>
                  <a:lnTo>
                    <a:pt x="434194" y="5598967"/>
                  </a:lnTo>
                  <a:lnTo>
                    <a:pt x="434321" y="5598967"/>
                  </a:lnTo>
                  <a:lnTo>
                    <a:pt x="434447" y="5598967"/>
                  </a:lnTo>
                  <a:lnTo>
                    <a:pt x="434573" y="5598967"/>
                  </a:lnTo>
                  <a:lnTo>
                    <a:pt x="434699" y="5598967"/>
                  </a:lnTo>
                  <a:lnTo>
                    <a:pt x="434826" y="5598967"/>
                  </a:lnTo>
                  <a:lnTo>
                    <a:pt x="434952" y="5598967"/>
                  </a:lnTo>
                  <a:lnTo>
                    <a:pt x="435078" y="5598967"/>
                  </a:lnTo>
                  <a:lnTo>
                    <a:pt x="435204" y="5598967"/>
                  </a:lnTo>
                  <a:lnTo>
                    <a:pt x="435331" y="5598967"/>
                  </a:lnTo>
                  <a:lnTo>
                    <a:pt x="435331" y="5594056"/>
                  </a:lnTo>
                  <a:lnTo>
                    <a:pt x="435457" y="5594056"/>
                  </a:lnTo>
                  <a:lnTo>
                    <a:pt x="435583" y="5594056"/>
                  </a:lnTo>
                  <a:lnTo>
                    <a:pt x="435709" y="5594056"/>
                  </a:lnTo>
                  <a:lnTo>
                    <a:pt x="435836" y="5594056"/>
                  </a:lnTo>
                  <a:lnTo>
                    <a:pt x="435962" y="5594056"/>
                  </a:lnTo>
                  <a:lnTo>
                    <a:pt x="436088" y="5594056"/>
                  </a:lnTo>
                  <a:lnTo>
                    <a:pt x="436214" y="5594056"/>
                  </a:lnTo>
                  <a:lnTo>
                    <a:pt x="436341" y="5594056"/>
                  </a:lnTo>
                  <a:lnTo>
                    <a:pt x="436467" y="5594056"/>
                  </a:lnTo>
                  <a:lnTo>
                    <a:pt x="436593" y="5594056"/>
                  </a:lnTo>
                  <a:lnTo>
                    <a:pt x="436719" y="5594056"/>
                  </a:lnTo>
                  <a:lnTo>
                    <a:pt x="436846" y="5594056"/>
                  </a:lnTo>
                  <a:lnTo>
                    <a:pt x="436972" y="5594056"/>
                  </a:lnTo>
                  <a:lnTo>
                    <a:pt x="437098" y="5594056"/>
                  </a:lnTo>
                  <a:lnTo>
                    <a:pt x="437224" y="5594056"/>
                  </a:lnTo>
                  <a:lnTo>
                    <a:pt x="437351" y="5594056"/>
                  </a:lnTo>
                  <a:lnTo>
                    <a:pt x="437477" y="5594056"/>
                  </a:lnTo>
                  <a:lnTo>
                    <a:pt x="437603" y="5594056"/>
                  </a:lnTo>
                  <a:lnTo>
                    <a:pt x="437729" y="5594056"/>
                  </a:lnTo>
                  <a:lnTo>
                    <a:pt x="437856" y="5594056"/>
                  </a:lnTo>
                  <a:lnTo>
                    <a:pt x="437982" y="5594056"/>
                  </a:lnTo>
                  <a:lnTo>
                    <a:pt x="438108" y="5594056"/>
                  </a:lnTo>
                  <a:lnTo>
                    <a:pt x="438235" y="5594056"/>
                  </a:lnTo>
                  <a:lnTo>
                    <a:pt x="438361" y="5594056"/>
                  </a:lnTo>
                  <a:lnTo>
                    <a:pt x="438487" y="5594056"/>
                  </a:lnTo>
                  <a:lnTo>
                    <a:pt x="438613" y="5594056"/>
                  </a:lnTo>
                  <a:lnTo>
                    <a:pt x="438740" y="5594056"/>
                  </a:lnTo>
                  <a:lnTo>
                    <a:pt x="438866" y="5594056"/>
                  </a:lnTo>
                  <a:lnTo>
                    <a:pt x="438992" y="5594056"/>
                  </a:lnTo>
                  <a:lnTo>
                    <a:pt x="439118" y="5594056"/>
                  </a:lnTo>
                  <a:lnTo>
                    <a:pt x="439245" y="5594056"/>
                  </a:lnTo>
                  <a:lnTo>
                    <a:pt x="439371" y="5594056"/>
                  </a:lnTo>
                  <a:lnTo>
                    <a:pt x="439497" y="5594056"/>
                  </a:lnTo>
                  <a:lnTo>
                    <a:pt x="439623" y="5594056"/>
                  </a:lnTo>
                  <a:lnTo>
                    <a:pt x="439750" y="5594056"/>
                  </a:lnTo>
                  <a:lnTo>
                    <a:pt x="439876" y="5594056"/>
                  </a:lnTo>
                  <a:lnTo>
                    <a:pt x="440002" y="5594056"/>
                  </a:lnTo>
                  <a:lnTo>
                    <a:pt x="440128" y="5594056"/>
                  </a:lnTo>
                  <a:lnTo>
                    <a:pt x="440255" y="5594056"/>
                  </a:lnTo>
                  <a:lnTo>
                    <a:pt x="440381" y="5594056"/>
                  </a:lnTo>
                  <a:lnTo>
                    <a:pt x="440507" y="5594056"/>
                  </a:lnTo>
                  <a:lnTo>
                    <a:pt x="440633" y="5594056"/>
                  </a:lnTo>
                  <a:lnTo>
                    <a:pt x="440760" y="5594056"/>
                  </a:lnTo>
                  <a:lnTo>
                    <a:pt x="440886" y="5594056"/>
                  </a:lnTo>
                  <a:lnTo>
                    <a:pt x="441012" y="5594056"/>
                  </a:lnTo>
                  <a:lnTo>
                    <a:pt x="441138" y="5594056"/>
                  </a:lnTo>
                  <a:lnTo>
                    <a:pt x="441265" y="5594056"/>
                  </a:lnTo>
                  <a:lnTo>
                    <a:pt x="441391" y="5594056"/>
                  </a:lnTo>
                  <a:lnTo>
                    <a:pt x="441517" y="5594056"/>
                  </a:lnTo>
                  <a:lnTo>
                    <a:pt x="441643" y="5594056"/>
                  </a:lnTo>
                  <a:lnTo>
                    <a:pt x="441770" y="5594056"/>
                  </a:lnTo>
                  <a:lnTo>
                    <a:pt x="441896" y="5594056"/>
                  </a:lnTo>
                  <a:lnTo>
                    <a:pt x="442022" y="5594056"/>
                  </a:lnTo>
                  <a:lnTo>
                    <a:pt x="442148" y="5594056"/>
                  </a:lnTo>
                  <a:lnTo>
                    <a:pt x="442275" y="5594056"/>
                  </a:lnTo>
                  <a:lnTo>
                    <a:pt x="442401" y="5594056"/>
                  </a:lnTo>
                  <a:lnTo>
                    <a:pt x="442527" y="5594056"/>
                  </a:lnTo>
                  <a:lnTo>
                    <a:pt x="442653" y="5594056"/>
                  </a:lnTo>
                  <a:lnTo>
                    <a:pt x="442780" y="5594056"/>
                  </a:lnTo>
                  <a:lnTo>
                    <a:pt x="442906" y="5594056"/>
                  </a:lnTo>
                  <a:lnTo>
                    <a:pt x="443032" y="5594056"/>
                  </a:lnTo>
                  <a:lnTo>
                    <a:pt x="443158" y="5594056"/>
                  </a:lnTo>
                  <a:lnTo>
                    <a:pt x="443285" y="5594056"/>
                  </a:lnTo>
                  <a:lnTo>
                    <a:pt x="443411" y="5594056"/>
                  </a:lnTo>
                  <a:lnTo>
                    <a:pt x="443537" y="5594056"/>
                  </a:lnTo>
                  <a:lnTo>
                    <a:pt x="443664" y="5594056"/>
                  </a:lnTo>
                  <a:lnTo>
                    <a:pt x="443790" y="5594056"/>
                  </a:lnTo>
                  <a:lnTo>
                    <a:pt x="443916" y="5594056"/>
                  </a:lnTo>
                  <a:lnTo>
                    <a:pt x="444042" y="5594056"/>
                  </a:lnTo>
                  <a:lnTo>
                    <a:pt x="444169" y="5594056"/>
                  </a:lnTo>
                  <a:lnTo>
                    <a:pt x="444295" y="5594056"/>
                  </a:lnTo>
                  <a:lnTo>
                    <a:pt x="444421" y="5594056"/>
                  </a:lnTo>
                  <a:lnTo>
                    <a:pt x="444547" y="5594056"/>
                  </a:lnTo>
                  <a:lnTo>
                    <a:pt x="444674" y="5594056"/>
                  </a:lnTo>
                  <a:lnTo>
                    <a:pt x="444800" y="5594056"/>
                  </a:lnTo>
                  <a:lnTo>
                    <a:pt x="444926" y="5594056"/>
                  </a:lnTo>
                  <a:lnTo>
                    <a:pt x="444926" y="5589144"/>
                  </a:lnTo>
                  <a:lnTo>
                    <a:pt x="445052" y="5589144"/>
                  </a:lnTo>
                  <a:lnTo>
                    <a:pt x="445179" y="5589144"/>
                  </a:lnTo>
                  <a:lnTo>
                    <a:pt x="445305" y="5589144"/>
                  </a:lnTo>
                  <a:lnTo>
                    <a:pt x="445431" y="5589144"/>
                  </a:lnTo>
                  <a:lnTo>
                    <a:pt x="445557" y="5589144"/>
                  </a:lnTo>
                  <a:lnTo>
                    <a:pt x="445684" y="5589144"/>
                  </a:lnTo>
                  <a:lnTo>
                    <a:pt x="445810" y="5589144"/>
                  </a:lnTo>
                  <a:lnTo>
                    <a:pt x="445936" y="5589144"/>
                  </a:lnTo>
                  <a:lnTo>
                    <a:pt x="446062" y="5589144"/>
                  </a:lnTo>
                  <a:lnTo>
                    <a:pt x="446189" y="5589144"/>
                  </a:lnTo>
                  <a:lnTo>
                    <a:pt x="446315" y="5589144"/>
                  </a:lnTo>
                  <a:lnTo>
                    <a:pt x="446441" y="5589144"/>
                  </a:lnTo>
                  <a:lnTo>
                    <a:pt x="446567" y="5589144"/>
                  </a:lnTo>
                  <a:lnTo>
                    <a:pt x="446694" y="5589144"/>
                  </a:lnTo>
                  <a:lnTo>
                    <a:pt x="446820" y="5589144"/>
                  </a:lnTo>
                  <a:lnTo>
                    <a:pt x="446946" y="5589144"/>
                  </a:lnTo>
                  <a:lnTo>
                    <a:pt x="447072" y="5589144"/>
                  </a:lnTo>
                  <a:lnTo>
                    <a:pt x="447072" y="5584233"/>
                  </a:lnTo>
                  <a:lnTo>
                    <a:pt x="447199" y="5584233"/>
                  </a:lnTo>
                  <a:lnTo>
                    <a:pt x="447325" y="5584233"/>
                  </a:lnTo>
                  <a:lnTo>
                    <a:pt x="447451" y="5584233"/>
                  </a:lnTo>
                  <a:lnTo>
                    <a:pt x="447577" y="5584233"/>
                  </a:lnTo>
                  <a:lnTo>
                    <a:pt x="447704" y="5584233"/>
                  </a:lnTo>
                  <a:lnTo>
                    <a:pt x="447830" y="5584233"/>
                  </a:lnTo>
                  <a:lnTo>
                    <a:pt x="447956" y="5584233"/>
                  </a:lnTo>
                  <a:lnTo>
                    <a:pt x="448082" y="5584233"/>
                  </a:lnTo>
                  <a:lnTo>
                    <a:pt x="448082" y="5579321"/>
                  </a:lnTo>
                  <a:lnTo>
                    <a:pt x="448209" y="5579321"/>
                  </a:lnTo>
                  <a:lnTo>
                    <a:pt x="448335" y="5579321"/>
                  </a:lnTo>
                  <a:lnTo>
                    <a:pt x="448461" y="5579321"/>
                  </a:lnTo>
                  <a:lnTo>
                    <a:pt x="448588" y="5579321"/>
                  </a:lnTo>
                  <a:lnTo>
                    <a:pt x="448714" y="5579321"/>
                  </a:lnTo>
                  <a:lnTo>
                    <a:pt x="448840" y="5579321"/>
                  </a:lnTo>
                  <a:lnTo>
                    <a:pt x="448966" y="5579321"/>
                  </a:lnTo>
                  <a:lnTo>
                    <a:pt x="449093" y="5579321"/>
                  </a:lnTo>
                  <a:lnTo>
                    <a:pt x="449219" y="5579321"/>
                  </a:lnTo>
                  <a:lnTo>
                    <a:pt x="449345" y="5579321"/>
                  </a:lnTo>
                  <a:lnTo>
                    <a:pt x="449471" y="5579321"/>
                  </a:lnTo>
                  <a:lnTo>
                    <a:pt x="449598" y="5579321"/>
                  </a:lnTo>
                  <a:lnTo>
                    <a:pt x="449724" y="5579321"/>
                  </a:lnTo>
                  <a:lnTo>
                    <a:pt x="449850" y="5579321"/>
                  </a:lnTo>
                  <a:lnTo>
                    <a:pt x="449976" y="5579321"/>
                  </a:lnTo>
                  <a:lnTo>
                    <a:pt x="450103" y="5579321"/>
                  </a:lnTo>
                  <a:lnTo>
                    <a:pt x="450229" y="5579321"/>
                  </a:lnTo>
                  <a:lnTo>
                    <a:pt x="450355" y="5579321"/>
                  </a:lnTo>
                  <a:lnTo>
                    <a:pt x="450481" y="5579321"/>
                  </a:lnTo>
                  <a:lnTo>
                    <a:pt x="450608" y="5579321"/>
                  </a:lnTo>
                  <a:lnTo>
                    <a:pt x="450734" y="5579321"/>
                  </a:lnTo>
                  <a:lnTo>
                    <a:pt x="450734" y="5574410"/>
                  </a:lnTo>
                  <a:lnTo>
                    <a:pt x="450860" y="5574410"/>
                  </a:lnTo>
                  <a:lnTo>
                    <a:pt x="450986" y="5574410"/>
                  </a:lnTo>
                  <a:lnTo>
                    <a:pt x="451113" y="5574410"/>
                  </a:lnTo>
                  <a:lnTo>
                    <a:pt x="451239" y="5574410"/>
                  </a:lnTo>
                  <a:lnTo>
                    <a:pt x="451365" y="5574410"/>
                  </a:lnTo>
                  <a:lnTo>
                    <a:pt x="451491" y="5574410"/>
                  </a:lnTo>
                  <a:lnTo>
                    <a:pt x="451618" y="5574410"/>
                  </a:lnTo>
                  <a:lnTo>
                    <a:pt x="451744" y="5574410"/>
                  </a:lnTo>
                  <a:lnTo>
                    <a:pt x="451870" y="5574410"/>
                  </a:lnTo>
                  <a:lnTo>
                    <a:pt x="451996" y="5574410"/>
                  </a:lnTo>
                  <a:lnTo>
                    <a:pt x="452123" y="5574410"/>
                  </a:lnTo>
                  <a:lnTo>
                    <a:pt x="452249" y="5574410"/>
                  </a:lnTo>
                  <a:lnTo>
                    <a:pt x="452375" y="5574410"/>
                  </a:lnTo>
                  <a:lnTo>
                    <a:pt x="452375" y="5569499"/>
                  </a:lnTo>
                  <a:lnTo>
                    <a:pt x="452501" y="5569499"/>
                  </a:lnTo>
                  <a:lnTo>
                    <a:pt x="452628" y="5569499"/>
                  </a:lnTo>
                  <a:lnTo>
                    <a:pt x="452754" y="5569499"/>
                  </a:lnTo>
                  <a:lnTo>
                    <a:pt x="452880" y="5569499"/>
                  </a:lnTo>
                  <a:lnTo>
                    <a:pt x="453006" y="5569499"/>
                  </a:lnTo>
                  <a:lnTo>
                    <a:pt x="453133" y="5569499"/>
                  </a:lnTo>
                  <a:lnTo>
                    <a:pt x="453259" y="5569499"/>
                  </a:lnTo>
                  <a:lnTo>
                    <a:pt x="453385" y="5569499"/>
                  </a:lnTo>
                  <a:lnTo>
                    <a:pt x="453511" y="5569499"/>
                  </a:lnTo>
                  <a:lnTo>
                    <a:pt x="453638" y="5569499"/>
                  </a:lnTo>
                  <a:lnTo>
                    <a:pt x="453764" y="5569499"/>
                  </a:lnTo>
                  <a:lnTo>
                    <a:pt x="453890" y="5569499"/>
                  </a:lnTo>
                  <a:lnTo>
                    <a:pt x="454017" y="5569499"/>
                  </a:lnTo>
                  <a:lnTo>
                    <a:pt x="454143" y="5569499"/>
                  </a:lnTo>
                  <a:lnTo>
                    <a:pt x="454269" y="5569499"/>
                  </a:lnTo>
                  <a:lnTo>
                    <a:pt x="454395" y="5569499"/>
                  </a:lnTo>
                  <a:lnTo>
                    <a:pt x="454522" y="5569499"/>
                  </a:lnTo>
                  <a:lnTo>
                    <a:pt x="454648" y="5569499"/>
                  </a:lnTo>
                  <a:lnTo>
                    <a:pt x="454774" y="5569499"/>
                  </a:lnTo>
                  <a:lnTo>
                    <a:pt x="454900" y="5569499"/>
                  </a:lnTo>
                  <a:lnTo>
                    <a:pt x="455027" y="5569499"/>
                  </a:lnTo>
                  <a:lnTo>
                    <a:pt x="455153" y="5569499"/>
                  </a:lnTo>
                  <a:lnTo>
                    <a:pt x="455279" y="5569499"/>
                  </a:lnTo>
                  <a:lnTo>
                    <a:pt x="455405" y="5569499"/>
                  </a:lnTo>
                  <a:lnTo>
                    <a:pt x="455532" y="5569499"/>
                  </a:lnTo>
                  <a:lnTo>
                    <a:pt x="455658" y="5569499"/>
                  </a:lnTo>
                  <a:lnTo>
                    <a:pt x="455784" y="5569499"/>
                  </a:lnTo>
                  <a:lnTo>
                    <a:pt x="455910" y="5569499"/>
                  </a:lnTo>
                  <a:lnTo>
                    <a:pt x="456037" y="5569499"/>
                  </a:lnTo>
                  <a:lnTo>
                    <a:pt x="456163" y="5569499"/>
                  </a:lnTo>
                  <a:lnTo>
                    <a:pt x="456289" y="5569499"/>
                  </a:lnTo>
                  <a:lnTo>
                    <a:pt x="456415" y="5569499"/>
                  </a:lnTo>
                  <a:lnTo>
                    <a:pt x="456542" y="5569499"/>
                  </a:lnTo>
                  <a:lnTo>
                    <a:pt x="456668" y="5569499"/>
                  </a:lnTo>
                  <a:lnTo>
                    <a:pt x="456794" y="5569499"/>
                  </a:lnTo>
                  <a:lnTo>
                    <a:pt x="456920" y="5569499"/>
                  </a:lnTo>
                  <a:lnTo>
                    <a:pt x="457047" y="5569499"/>
                  </a:lnTo>
                  <a:lnTo>
                    <a:pt x="457173" y="5569499"/>
                  </a:lnTo>
                  <a:lnTo>
                    <a:pt x="457299" y="5569499"/>
                  </a:lnTo>
                  <a:lnTo>
                    <a:pt x="457425" y="5569499"/>
                  </a:lnTo>
                  <a:lnTo>
                    <a:pt x="457552" y="5569499"/>
                  </a:lnTo>
                  <a:lnTo>
                    <a:pt x="457678" y="5569499"/>
                  </a:lnTo>
                  <a:lnTo>
                    <a:pt x="457678" y="5564587"/>
                  </a:lnTo>
                  <a:lnTo>
                    <a:pt x="457804" y="5564587"/>
                  </a:lnTo>
                  <a:lnTo>
                    <a:pt x="457930" y="5564587"/>
                  </a:lnTo>
                  <a:lnTo>
                    <a:pt x="457930" y="5559676"/>
                  </a:lnTo>
                  <a:lnTo>
                    <a:pt x="458057" y="5559676"/>
                  </a:lnTo>
                  <a:lnTo>
                    <a:pt x="458183" y="5559676"/>
                  </a:lnTo>
                  <a:lnTo>
                    <a:pt x="458309" y="5559676"/>
                  </a:lnTo>
                  <a:lnTo>
                    <a:pt x="458435" y="5559676"/>
                  </a:lnTo>
                  <a:lnTo>
                    <a:pt x="458562" y="5559676"/>
                  </a:lnTo>
                  <a:lnTo>
                    <a:pt x="458688" y="5559676"/>
                  </a:lnTo>
                  <a:lnTo>
                    <a:pt x="458814" y="5559676"/>
                  </a:lnTo>
                  <a:lnTo>
                    <a:pt x="458941" y="5559676"/>
                  </a:lnTo>
                  <a:lnTo>
                    <a:pt x="459067" y="5559676"/>
                  </a:lnTo>
                  <a:lnTo>
                    <a:pt x="459193" y="5559676"/>
                  </a:lnTo>
                  <a:lnTo>
                    <a:pt x="459319" y="5559676"/>
                  </a:lnTo>
                  <a:lnTo>
                    <a:pt x="459446" y="5559676"/>
                  </a:lnTo>
                  <a:lnTo>
                    <a:pt x="459572" y="5559676"/>
                  </a:lnTo>
                  <a:lnTo>
                    <a:pt x="459698" y="5559676"/>
                  </a:lnTo>
                  <a:lnTo>
                    <a:pt x="459824" y="5559676"/>
                  </a:lnTo>
                  <a:lnTo>
                    <a:pt x="459951" y="5559676"/>
                  </a:lnTo>
                  <a:lnTo>
                    <a:pt x="460077" y="5559676"/>
                  </a:lnTo>
                  <a:lnTo>
                    <a:pt x="460203" y="5559676"/>
                  </a:lnTo>
                  <a:lnTo>
                    <a:pt x="460329" y="5559676"/>
                  </a:lnTo>
                  <a:lnTo>
                    <a:pt x="460456" y="5559676"/>
                  </a:lnTo>
                  <a:lnTo>
                    <a:pt x="460582" y="5559676"/>
                  </a:lnTo>
                  <a:lnTo>
                    <a:pt x="460708" y="5559676"/>
                  </a:lnTo>
                  <a:lnTo>
                    <a:pt x="460834" y="5559676"/>
                  </a:lnTo>
                  <a:lnTo>
                    <a:pt x="460961" y="5559676"/>
                  </a:lnTo>
                  <a:lnTo>
                    <a:pt x="461087" y="5559676"/>
                  </a:lnTo>
                  <a:lnTo>
                    <a:pt x="461213" y="5559676"/>
                  </a:lnTo>
                  <a:lnTo>
                    <a:pt x="461339" y="5559676"/>
                  </a:lnTo>
                  <a:lnTo>
                    <a:pt x="461339" y="5554765"/>
                  </a:lnTo>
                  <a:lnTo>
                    <a:pt x="461466" y="5554765"/>
                  </a:lnTo>
                  <a:lnTo>
                    <a:pt x="461592" y="5554765"/>
                  </a:lnTo>
                  <a:lnTo>
                    <a:pt x="461718" y="5554765"/>
                  </a:lnTo>
                  <a:lnTo>
                    <a:pt x="461844" y="5554765"/>
                  </a:lnTo>
                  <a:lnTo>
                    <a:pt x="461971" y="5554765"/>
                  </a:lnTo>
                  <a:lnTo>
                    <a:pt x="462097" y="5554765"/>
                  </a:lnTo>
                  <a:lnTo>
                    <a:pt x="462223" y="5554765"/>
                  </a:lnTo>
                  <a:lnTo>
                    <a:pt x="462349" y="5554765"/>
                  </a:lnTo>
                  <a:lnTo>
                    <a:pt x="462476" y="5554765"/>
                  </a:lnTo>
                  <a:lnTo>
                    <a:pt x="462602" y="5554765"/>
                  </a:lnTo>
                  <a:lnTo>
                    <a:pt x="462728" y="5554765"/>
                  </a:lnTo>
                  <a:lnTo>
                    <a:pt x="462854" y="5554765"/>
                  </a:lnTo>
                  <a:lnTo>
                    <a:pt x="462981" y="5554765"/>
                  </a:lnTo>
                  <a:lnTo>
                    <a:pt x="463107" y="5554765"/>
                  </a:lnTo>
                  <a:lnTo>
                    <a:pt x="463233" y="5554765"/>
                  </a:lnTo>
                  <a:lnTo>
                    <a:pt x="463359" y="5554765"/>
                  </a:lnTo>
                  <a:lnTo>
                    <a:pt x="463486" y="5554765"/>
                  </a:lnTo>
                  <a:lnTo>
                    <a:pt x="463486" y="5549853"/>
                  </a:lnTo>
                  <a:lnTo>
                    <a:pt x="463612" y="5549853"/>
                  </a:lnTo>
                  <a:lnTo>
                    <a:pt x="463738" y="5549853"/>
                  </a:lnTo>
                  <a:lnTo>
                    <a:pt x="463864" y="5549853"/>
                  </a:lnTo>
                  <a:lnTo>
                    <a:pt x="463991" y="5549853"/>
                  </a:lnTo>
                  <a:lnTo>
                    <a:pt x="464117" y="5549853"/>
                  </a:lnTo>
                  <a:lnTo>
                    <a:pt x="464243" y="5549853"/>
                  </a:lnTo>
                  <a:lnTo>
                    <a:pt x="464370" y="5549853"/>
                  </a:lnTo>
                  <a:lnTo>
                    <a:pt x="464496" y="5549853"/>
                  </a:lnTo>
                  <a:lnTo>
                    <a:pt x="464622" y="5549853"/>
                  </a:lnTo>
                  <a:lnTo>
                    <a:pt x="464622" y="5544942"/>
                  </a:lnTo>
                  <a:lnTo>
                    <a:pt x="464748" y="5544942"/>
                  </a:lnTo>
                  <a:lnTo>
                    <a:pt x="464875" y="5544942"/>
                  </a:lnTo>
                  <a:lnTo>
                    <a:pt x="465001" y="5544942"/>
                  </a:lnTo>
                  <a:lnTo>
                    <a:pt x="465127" y="5544942"/>
                  </a:lnTo>
                  <a:lnTo>
                    <a:pt x="465253" y="5544942"/>
                  </a:lnTo>
                  <a:lnTo>
                    <a:pt x="465380" y="5544942"/>
                  </a:lnTo>
                  <a:lnTo>
                    <a:pt x="465506" y="5544942"/>
                  </a:lnTo>
                  <a:lnTo>
                    <a:pt x="465632" y="5544942"/>
                  </a:lnTo>
                  <a:lnTo>
                    <a:pt x="465758" y="5544942"/>
                  </a:lnTo>
                  <a:lnTo>
                    <a:pt x="465885" y="5544942"/>
                  </a:lnTo>
                  <a:lnTo>
                    <a:pt x="466011" y="5544942"/>
                  </a:lnTo>
                  <a:lnTo>
                    <a:pt x="466011" y="5540030"/>
                  </a:lnTo>
                  <a:lnTo>
                    <a:pt x="466137" y="5540030"/>
                  </a:lnTo>
                  <a:lnTo>
                    <a:pt x="466263" y="5540030"/>
                  </a:lnTo>
                  <a:lnTo>
                    <a:pt x="466390" y="5540030"/>
                  </a:lnTo>
                  <a:lnTo>
                    <a:pt x="466516" y="5540030"/>
                  </a:lnTo>
                  <a:lnTo>
                    <a:pt x="466642" y="5540030"/>
                  </a:lnTo>
                  <a:lnTo>
                    <a:pt x="466768" y="5540030"/>
                  </a:lnTo>
                  <a:lnTo>
                    <a:pt x="466895" y="5540030"/>
                  </a:lnTo>
                  <a:lnTo>
                    <a:pt x="467021" y="5540030"/>
                  </a:lnTo>
                  <a:lnTo>
                    <a:pt x="467147" y="5540030"/>
                  </a:lnTo>
                  <a:lnTo>
                    <a:pt x="467273" y="5540030"/>
                  </a:lnTo>
                  <a:lnTo>
                    <a:pt x="467400" y="5540030"/>
                  </a:lnTo>
                  <a:lnTo>
                    <a:pt x="467526" y="5540030"/>
                  </a:lnTo>
                  <a:lnTo>
                    <a:pt x="467652" y="5540030"/>
                  </a:lnTo>
                  <a:lnTo>
                    <a:pt x="467778" y="5540030"/>
                  </a:lnTo>
                  <a:lnTo>
                    <a:pt x="467905" y="5540030"/>
                  </a:lnTo>
                  <a:lnTo>
                    <a:pt x="468031" y="5540030"/>
                  </a:lnTo>
                  <a:lnTo>
                    <a:pt x="468157" y="5540030"/>
                  </a:lnTo>
                  <a:lnTo>
                    <a:pt x="468283" y="5540030"/>
                  </a:lnTo>
                  <a:lnTo>
                    <a:pt x="468410" y="5540030"/>
                  </a:lnTo>
                  <a:lnTo>
                    <a:pt x="468536" y="5540030"/>
                  </a:lnTo>
                  <a:lnTo>
                    <a:pt x="468662" y="5540030"/>
                  </a:lnTo>
                  <a:lnTo>
                    <a:pt x="468788" y="5540030"/>
                  </a:lnTo>
                  <a:lnTo>
                    <a:pt x="468915" y="5540030"/>
                  </a:lnTo>
                  <a:lnTo>
                    <a:pt x="469041" y="5540030"/>
                  </a:lnTo>
                  <a:lnTo>
                    <a:pt x="469167" y="5540030"/>
                  </a:lnTo>
                  <a:lnTo>
                    <a:pt x="469294" y="5540030"/>
                  </a:lnTo>
                  <a:lnTo>
                    <a:pt x="469420" y="5540030"/>
                  </a:lnTo>
                  <a:lnTo>
                    <a:pt x="469546" y="5540030"/>
                  </a:lnTo>
                  <a:lnTo>
                    <a:pt x="469672" y="5540030"/>
                  </a:lnTo>
                  <a:lnTo>
                    <a:pt x="469799" y="5540030"/>
                  </a:lnTo>
                  <a:lnTo>
                    <a:pt x="469925" y="5540030"/>
                  </a:lnTo>
                  <a:lnTo>
                    <a:pt x="470051" y="5540030"/>
                  </a:lnTo>
                  <a:lnTo>
                    <a:pt x="470177" y="5540030"/>
                  </a:lnTo>
                  <a:lnTo>
                    <a:pt x="470304" y="5540030"/>
                  </a:lnTo>
                  <a:lnTo>
                    <a:pt x="470430" y="5540030"/>
                  </a:lnTo>
                  <a:lnTo>
                    <a:pt x="470556" y="5540030"/>
                  </a:lnTo>
                  <a:lnTo>
                    <a:pt x="470682" y="5540030"/>
                  </a:lnTo>
                  <a:lnTo>
                    <a:pt x="470809" y="5540030"/>
                  </a:lnTo>
                  <a:lnTo>
                    <a:pt x="470935" y="5540030"/>
                  </a:lnTo>
                  <a:lnTo>
                    <a:pt x="471061" y="5540030"/>
                  </a:lnTo>
                  <a:lnTo>
                    <a:pt x="471187" y="5540030"/>
                  </a:lnTo>
                  <a:lnTo>
                    <a:pt x="471314" y="5540030"/>
                  </a:lnTo>
                  <a:lnTo>
                    <a:pt x="471440" y="5540030"/>
                  </a:lnTo>
                  <a:lnTo>
                    <a:pt x="471566" y="5540030"/>
                  </a:lnTo>
                  <a:lnTo>
                    <a:pt x="471692" y="5540030"/>
                  </a:lnTo>
                  <a:lnTo>
                    <a:pt x="471819" y="5540030"/>
                  </a:lnTo>
                  <a:lnTo>
                    <a:pt x="471819" y="5535119"/>
                  </a:lnTo>
                  <a:lnTo>
                    <a:pt x="471945" y="5535119"/>
                  </a:lnTo>
                  <a:lnTo>
                    <a:pt x="472071" y="5535119"/>
                  </a:lnTo>
                  <a:lnTo>
                    <a:pt x="472197" y="5535119"/>
                  </a:lnTo>
                  <a:lnTo>
                    <a:pt x="472324" y="5535119"/>
                  </a:lnTo>
                  <a:lnTo>
                    <a:pt x="472450" y="5535119"/>
                  </a:lnTo>
                  <a:lnTo>
                    <a:pt x="472576" y="5535119"/>
                  </a:lnTo>
                  <a:lnTo>
                    <a:pt x="472702" y="5535119"/>
                  </a:lnTo>
                  <a:lnTo>
                    <a:pt x="472829" y="5535119"/>
                  </a:lnTo>
                  <a:lnTo>
                    <a:pt x="472955" y="5535119"/>
                  </a:lnTo>
                  <a:lnTo>
                    <a:pt x="473081" y="5535119"/>
                  </a:lnTo>
                  <a:lnTo>
                    <a:pt x="473207" y="5535119"/>
                  </a:lnTo>
                  <a:lnTo>
                    <a:pt x="473334" y="5535119"/>
                  </a:lnTo>
                  <a:lnTo>
                    <a:pt x="473460" y="5535119"/>
                  </a:lnTo>
                  <a:lnTo>
                    <a:pt x="473586" y="5535119"/>
                  </a:lnTo>
                  <a:lnTo>
                    <a:pt x="473712" y="5535119"/>
                  </a:lnTo>
                  <a:lnTo>
                    <a:pt x="473712" y="5530208"/>
                  </a:lnTo>
                  <a:lnTo>
                    <a:pt x="473839" y="5530208"/>
                  </a:lnTo>
                  <a:lnTo>
                    <a:pt x="473965" y="5530208"/>
                  </a:lnTo>
                  <a:lnTo>
                    <a:pt x="474091" y="5530208"/>
                  </a:lnTo>
                  <a:lnTo>
                    <a:pt x="474217" y="5530208"/>
                  </a:lnTo>
                  <a:lnTo>
                    <a:pt x="474344" y="5530208"/>
                  </a:lnTo>
                  <a:lnTo>
                    <a:pt x="474470" y="5530208"/>
                  </a:lnTo>
                  <a:lnTo>
                    <a:pt x="474596" y="5530208"/>
                  </a:lnTo>
                  <a:lnTo>
                    <a:pt x="474723" y="5530208"/>
                  </a:lnTo>
                  <a:lnTo>
                    <a:pt x="474849" y="5530208"/>
                  </a:lnTo>
                  <a:lnTo>
                    <a:pt x="474975" y="5530208"/>
                  </a:lnTo>
                  <a:lnTo>
                    <a:pt x="475101" y="5530208"/>
                  </a:lnTo>
                  <a:lnTo>
                    <a:pt x="475228" y="5530208"/>
                  </a:lnTo>
                  <a:lnTo>
                    <a:pt x="475354" y="5530208"/>
                  </a:lnTo>
                  <a:lnTo>
                    <a:pt x="475480" y="5530208"/>
                  </a:lnTo>
                  <a:lnTo>
                    <a:pt x="475606" y="5530208"/>
                  </a:lnTo>
                  <a:lnTo>
                    <a:pt x="475733" y="5530208"/>
                  </a:lnTo>
                  <a:lnTo>
                    <a:pt x="475859" y="5530208"/>
                  </a:lnTo>
                  <a:lnTo>
                    <a:pt x="475985" y="5530208"/>
                  </a:lnTo>
                  <a:lnTo>
                    <a:pt x="476111" y="5530208"/>
                  </a:lnTo>
                  <a:lnTo>
                    <a:pt x="476238" y="5530208"/>
                  </a:lnTo>
                  <a:lnTo>
                    <a:pt x="476364" y="5530208"/>
                  </a:lnTo>
                  <a:lnTo>
                    <a:pt x="476490" y="5530208"/>
                  </a:lnTo>
                  <a:lnTo>
                    <a:pt x="476616" y="5530208"/>
                  </a:lnTo>
                  <a:lnTo>
                    <a:pt x="476743" y="5530208"/>
                  </a:lnTo>
                  <a:lnTo>
                    <a:pt x="476869" y="5530208"/>
                  </a:lnTo>
                  <a:lnTo>
                    <a:pt x="476995" y="5530208"/>
                  </a:lnTo>
                  <a:lnTo>
                    <a:pt x="477121" y="5530208"/>
                  </a:lnTo>
                  <a:lnTo>
                    <a:pt x="477248" y="5530208"/>
                  </a:lnTo>
                  <a:lnTo>
                    <a:pt x="477374" y="5530208"/>
                  </a:lnTo>
                  <a:lnTo>
                    <a:pt x="477500" y="5530208"/>
                  </a:lnTo>
                  <a:lnTo>
                    <a:pt x="477626" y="5530208"/>
                  </a:lnTo>
                  <a:lnTo>
                    <a:pt x="477753" y="5530208"/>
                  </a:lnTo>
                  <a:lnTo>
                    <a:pt x="477879" y="5530208"/>
                  </a:lnTo>
                  <a:lnTo>
                    <a:pt x="478005" y="5530208"/>
                  </a:lnTo>
                  <a:lnTo>
                    <a:pt x="478131" y="5530208"/>
                  </a:lnTo>
                  <a:lnTo>
                    <a:pt x="478258" y="5530208"/>
                  </a:lnTo>
                  <a:lnTo>
                    <a:pt x="478384" y="5530208"/>
                  </a:lnTo>
                  <a:lnTo>
                    <a:pt x="478510" y="5530208"/>
                  </a:lnTo>
                  <a:lnTo>
                    <a:pt x="478636" y="5530208"/>
                  </a:lnTo>
                  <a:lnTo>
                    <a:pt x="478763" y="5530208"/>
                  </a:lnTo>
                  <a:lnTo>
                    <a:pt x="478889" y="5530208"/>
                  </a:lnTo>
                  <a:lnTo>
                    <a:pt x="479015" y="5530208"/>
                  </a:lnTo>
                  <a:lnTo>
                    <a:pt x="479141" y="5530208"/>
                  </a:lnTo>
                  <a:lnTo>
                    <a:pt x="479268" y="5530208"/>
                  </a:lnTo>
                  <a:lnTo>
                    <a:pt x="479394" y="5530208"/>
                  </a:lnTo>
                  <a:lnTo>
                    <a:pt x="479520" y="5530208"/>
                  </a:lnTo>
                  <a:lnTo>
                    <a:pt x="479647" y="5530208"/>
                  </a:lnTo>
                  <a:lnTo>
                    <a:pt x="479773" y="5530208"/>
                  </a:lnTo>
                  <a:lnTo>
                    <a:pt x="479899" y="5530208"/>
                  </a:lnTo>
                  <a:lnTo>
                    <a:pt x="480025" y="5530208"/>
                  </a:lnTo>
                  <a:lnTo>
                    <a:pt x="480152" y="5530208"/>
                  </a:lnTo>
                  <a:lnTo>
                    <a:pt x="480278" y="5530208"/>
                  </a:lnTo>
                  <a:lnTo>
                    <a:pt x="480404" y="5530208"/>
                  </a:lnTo>
                  <a:lnTo>
                    <a:pt x="480530" y="5530208"/>
                  </a:lnTo>
                  <a:lnTo>
                    <a:pt x="480657" y="5530208"/>
                  </a:lnTo>
                  <a:lnTo>
                    <a:pt x="480783" y="5530208"/>
                  </a:lnTo>
                  <a:lnTo>
                    <a:pt x="480909" y="5530208"/>
                  </a:lnTo>
                  <a:lnTo>
                    <a:pt x="481035" y="5530208"/>
                  </a:lnTo>
                  <a:lnTo>
                    <a:pt x="481162" y="5530208"/>
                  </a:lnTo>
                  <a:lnTo>
                    <a:pt x="481288" y="5530208"/>
                  </a:lnTo>
                  <a:lnTo>
                    <a:pt x="481414" y="5530208"/>
                  </a:lnTo>
                  <a:lnTo>
                    <a:pt x="481540" y="5530208"/>
                  </a:lnTo>
                  <a:lnTo>
                    <a:pt x="481540" y="5525296"/>
                  </a:lnTo>
                  <a:lnTo>
                    <a:pt x="481667" y="5525296"/>
                  </a:lnTo>
                  <a:lnTo>
                    <a:pt x="481793" y="5525296"/>
                  </a:lnTo>
                  <a:lnTo>
                    <a:pt x="481919" y="5525296"/>
                  </a:lnTo>
                  <a:lnTo>
                    <a:pt x="482045" y="5525296"/>
                  </a:lnTo>
                  <a:lnTo>
                    <a:pt x="482172" y="5525296"/>
                  </a:lnTo>
                  <a:lnTo>
                    <a:pt x="482298" y="5525296"/>
                  </a:lnTo>
                  <a:lnTo>
                    <a:pt x="482424" y="5525296"/>
                  </a:lnTo>
                  <a:lnTo>
                    <a:pt x="482550" y="5525296"/>
                  </a:lnTo>
                  <a:lnTo>
                    <a:pt x="482677" y="5525296"/>
                  </a:lnTo>
                  <a:lnTo>
                    <a:pt x="482803" y="5525296"/>
                  </a:lnTo>
                  <a:lnTo>
                    <a:pt x="482929" y="5525296"/>
                  </a:lnTo>
                  <a:lnTo>
                    <a:pt x="483055" y="5525296"/>
                  </a:lnTo>
                  <a:lnTo>
                    <a:pt x="483182" y="5525296"/>
                  </a:lnTo>
                  <a:lnTo>
                    <a:pt x="483308" y="5525296"/>
                  </a:lnTo>
                  <a:lnTo>
                    <a:pt x="483434" y="5525296"/>
                  </a:lnTo>
                  <a:lnTo>
                    <a:pt x="483560" y="5525296"/>
                  </a:lnTo>
                  <a:lnTo>
                    <a:pt x="483687" y="5525296"/>
                  </a:lnTo>
                  <a:lnTo>
                    <a:pt x="483813" y="5525296"/>
                  </a:lnTo>
                  <a:lnTo>
                    <a:pt x="483939" y="5525296"/>
                  </a:lnTo>
                  <a:lnTo>
                    <a:pt x="484065" y="5525296"/>
                  </a:lnTo>
                  <a:lnTo>
                    <a:pt x="484192" y="5525296"/>
                  </a:lnTo>
                  <a:lnTo>
                    <a:pt x="484318" y="5525296"/>
                  </a:lnTo>
                  <a:lnTo>
                    <a:pt x="484318" y="5520385"/>
                  </a:lnTo>
                  <a:lnTo>
                    <a:pt x="484444" y="5520385"/>
                  </a:lnTo>
                  <a:lnTo>
                    <a:pt x="484571" y="5520385"/>
                  </a:lnTo>
                  <a:lnTo>
                    <a:pt x="484697" y="5520385"/>
                  </a:lnTo>
                  <a:lnTo>
                    <a:pt x="484823" y="5520385"/>
                  </a:lnTo>
                  <a:lnTo>
                    <a:pt x="484823" y="5515474"/>
                  </a:lnTo>
                  <a:lnTo>
                    <a:pt x="484949" y="5515474"/>
                  </a:lnTo>
                  <a:lnTo>
                    <a:pt x="485076" y="5515474"/>
                  </a:lnTo>
                  <a:lnTo>
                    <a:pt x="485202" y="5515474"/>
                  </a:lnTo>
                  <a:lnTo>
                    <a:pt x="485328" y="5515474"/>
                  </a:lnTo>
                  <a:lnTo>
                    <a:pt x="485454" y="5515474"/>
                  </a:lnTo>
                  <a:lnTo>
                    <a:pt x="485581" y="5515474"/>
                  </a:lnTo>
                  <a:lnTo>
                    <a:pt x="485707" y="5515474"/>
                  </a:lnTo>
                  <a:lnTo>
                    <a:pt x="485833" y="5515474"/>
                  </a:lnTo>
                  <a:lnTo>
                    <a:pt x="485959" y="5515474"/>
                  </a:lnTo>
                  <a:lnTo>
                    <a:pt x="486086" y="5515474"/>
                  </a:lnTo>
                  <a:lnTo>
                    <a:pt x="486212" y="5515474"/>
                  </a:lnTo>
                  <a:lnTo>
                    <a:pt x="486338" y="5515474"/>
                  </a:lnTo>
                  <a:lnTo>
                    <a:pt x="486464" y="5515474"/>
                  </a:lnTo>
                  <a:lnTo>
                    <a:pt x="486591" y="5515474"/>
                  </a:lnTo>
                  <a:lnTo>
                    <a:pt x="486717" y="5515474"/>
                  </a:lnTo>
                  <a:lnTo>
                    <a:pt x="486843" y="5515474"/>
                  </a:lnTo>
                  <a:lnTo>
                    <a:pt x="486969" y="5515474"/>
                  </a:lnTo>
                  <a:lnTo>
                    <a:pt x="487096" y="5515474"/>
                  </a:lnTo>
                  <a:lnTo>
                    <a:pt x="487222" y="5515474"/>
                  </a:lnTo>
                  <a:lnTo>
                    <a:pt x="487348" y="5515474"/>
                  </a:lnTo>
                  <a:lnTo>
                    <a:pt x="487474" y="5515474"/>
                  </a:lnTo>
                  <a:lnTo>
                    <a:pt x="487601" y="5515474"/>
                  </a:lnTo>
                  <a:lnTo>
                    <a:pt x="487727" y="5515474"/>
                  </a:lnTo>
                  <a:lnTo>
                    <a:pt x="487853" y="5515474"/>
                  </a:lnTo>
                  <a:lnTo>
                    <a:pt x="487979" y="5515474"/>
                  </a:lnTo>
                  <a:lnTo>
                    <a:pt x="488106" y="5515474"/>
                  </a:lnTo>
                  <a:lnTo>
                    <a:pt x="488232" y="5515474"/>
                  </a:lnTo>
                  <a:lnTo>
                    <a:pt x="488358" y="5515474"/>
                  </a:lnTo>
                  <a:lnTo>
                    <a:pt x="488484" y="5515474"/>
                  </a:lnTo>
                  <a:lnTo>
                    <a:pt x="488611" y="5515474"/>
                  </a:lnTo>
                  <a:lnTo>
                    <a:pt x="488737" y="5515474"/>
                  </a:lnTo>
                  <a:lnTo>
                    <a:pt x="488863" y="5515474"/>
                  </a:lnTo>
                  <a:lnTo>
                    <a:pt x="488989" y="5515474"/>
                  </a:lnTo>
                  <a:lnTo>
                    <a:pt x="489116" y="5515474"/>
                  </a:lnTo>
                  <a:lnTo>
                    <a:pt x="489242" y="5515474"/>
                  </a:lnTo>
                  <a:lnTo>
                    <a:pt x="489368" y="5515474"/>
                  </a:lnTo>
                  <a:lnTo>
                    <a:pt x="489494" y="5515474"/>
                  </a:lnTo>
                  <a:lnTo>
                    <a:pt x="489621" y="5515474"/>
                  </a:lnTo>
                  <a:lnTo>
                    <a:pt x="489747" y="5515474"/>
                  </a:lnTo>
                  <a:lnTo>
                    <a:pt x="489873" y="5515474"/>
                  </a:lnTo>
                  <a:lnTo>
                    <a:pt x="490000" y="5515474"/>
                  </a:lnTo>
                  <a:lnTo>
                    <a:pt x="490126" y="5515474"/>
                  </a:lnTo>
                  <a:lnTo>
                    <a:pt x="490252" y="5515474"/>
                  </a:lnTo>
                  <a:lnTo>
                    <a:pt x="490378" y="5515474"/>
                  </a:lnTo>
                  <a:lnTo>
                    <a:pt x="490505" y="5515474"/>
                  </a:lnTo>
                  <a:lnTo>
                    <a:pt x="490631" y="5515474"/>
                  </a:lnTo>
                  <a:lnTo>
                    <a:pt x="490757" y="5515474"/>
                  </a:lnTo>
                  <a:lnTo>
                    <a:pt x="490883" y="5515474"/>
                  </a:lnTo>
                  <a:lnTo>
                    <a:pt x="491010" y="5515474"/>
                  </a:lnTo>
                  <a:lnTo>
                    <a:pt x="491010" y="5510562"/>
                  </a:lnTo>
                  <a:lnTo>
                    <a:pt x="491136" y="5510562"/>
                  </a:lnTo>
                  <a:lnTo>
                    <a:pt x="491262" y="5510562"/>
                  </a:lnTo>
                  <a:lnTo>
                    <a:pt x="491388" y="5510562"/>
                  </a:lnTo>
                  <a:lnTo>
                    <a:pt x="491388" y="5505651"/>
                  </a:lnTo>
                  <a:lnTo>
                    <a:pt x="491515" y="5505651"/>
                  </a:lnTo>
                  <a:lnTo>
                    <a:pt x="491641" y="5505651"/>
                  </a:lnTo>
                  <a:lnTo>
                    <a:pt x="491767" y="5505651"/>
                  </a:lnTo>
                  <a:lnTo>
                    <a:pt x="491893" y="5505651"/>
                  </a:lnTo>
                  <a:lnTo>
                    <a:pt x="492020" y="5505651"/>
                  </a:lnTo>
                  <a:lnTo>
                    <a:pt x="492146" y="5505651"/>
                  </a:lnTo>
                  <a:lnTo>
                    <a:pt x="492272" y="5505651"/>
                  </a:lnTo>
                  <a:lnTo>
                    <a:pt x="492398" y="5505651"/>
                  </a:lnTo>
                  <a:lnTo>
                    <a:pt x="492525" y="5505651"/>
                  </a:lnTo>
                  <a:lnTo>
                    <a:pt x="492651" y="5505651"/>
                  </a:lnTo>
                  <a:lnTo>
                    <a:pt x="492777" y="5505651"/>
                  </a:lnTo>
                  <a:lnTo>
                    <a:pt x="492903" y="5505651"/>
                  </a:lnTo>
                  <a:lnTo>
                    <a:pt x="493030" y="5505651"/>
                  </a:lnTo>
                  <a:lnTo>
                    <a:pt x="493156" y="5505651"/>
                  </a:lnTo>
                  <a:lnTo>
                    <a:pt x="493282" y="5505651"/>
                  </a:lnTo>
                  <a:lnTo>
                    <a:pt x="493408" y="5505651"/>
                  </a:lnTo>
                  <a:lnTo>
                    <a:pt x="493535" y="5505651"/>
                  </a:lnTo>
                  <a:lnTo>
                    <a:pt x="493661" y="5505651"/>
                  </a:lnTo>
                  <a:lnTo>
                    <a:pt x="493787" y="5505651"/>
                  </a:lnTo>
                  <a:lnTo>
                    <a:pt x="493913" y="5505651"/>
                  </a:lnTo>
                  <a:lnTo>
                    <a:pt x="494040" y="5505651"/>
                  </a:lnTo>
                  <a:lnTo>
                    <a:pt x="494166" y="5505651"/>
                  </a:lnTo>
                  <a:lnTo>
                    <a:pt x="494292" y="5505651"/>
                  </a:lnTo>
                  <a:lnTo>
                    <a:pt x="494418" y="5505651"/>
                  </a:lnTo>
                  <a:lnTo>
                    <a:pt x="494545" y="5505651"/>
                  </a:lnTo>
                  <a:lnTo>
                    <a:pt x="494671" y="5505651"/>
                  </a:lnTo>
                  <a:lnTo>
                    <a:pt x="494797" y="5505651"/>
                  </a:lnTo>
                  <a:lnTo>
                    <a:pt x="494924" y="5505651"/>
                  </a:lnTo>
                  <a:lnTo>
                    <a:pt x="495050" y="5505651"/>
                  </a:lnTo>
                  <a:lnTo>
                    <a:pt x="495176" y="5505651"/>
                  </a:lnTo>
                  <a:lnTo>
                    <a:pt x="495302" y="5505651"/>
                  </a:lnTo>
                  <a:lnTo>
                    <a:pt x="495429" y="5505651"/>
                  </a:lnTo>
                  <a:lnTo>
                    <a:pt x="495555" y="5505651"/>
                  </a:lnTo>
                  <a:lnTo>
                    <a:pt x="495681" y="5505651"/>
                  </a:lnTo>
                  <a:lnTo>
                    <a:pt x="495807" y="5505651"/>
                  </a:lnTo>
                  <a:lnTo>
                    <a:pt x="495934" y="5505651"/>
                  </a:lnTo>
                  <a:lnTo>
                    <a:pt x="496060" y="5505651"/>
                  </a:lnTo>
                  <a:lnTo>
                    <a:pt x="496186" y="5505651"/>
                  </a:lnTo>
                  <a:lnTo>
                    <a:pt x="496312" y="5505651"/>
                  </a:lnTo>
                  <a:lnTo>
                    <a:pt x="496439" y="5505651"/>
                  </a:lnTo>
                  <a:lnTo>
                    <a:pt x="496565" y="5505651"/>
                  </a:lnTo>
                  <a:lnTo>
                    <a:pt x="496691" y="5505651"/>
                  </a:lnTo>
                  <a:lnTo>
                    <a:pt x="496817" y="5505651"/>
                  </a:lnTo>
                  <a:lnTo>
                    <a:pt x="496944" y="5505651"/>
                  </a:lnTo>
                  <a:lnTo>
                    <a:pt x="497070" y="5505651"/>
                  </a:lnTo>
                  <a:lnTo>
                    <a:pt x="497196" y="5505651"/>
                  </a:lnTo>
                  <a:lnTo>
                    <a:pt x="497322" y="5505651"/>
                  </a:lnTo>
                  <a:lnTo>
                    <a:pt x="497449" y="5505651"/>
                  </a:lnTo>
                  <a:lnTo>
                    <a:pt x="497575" y="5505651"/>
                  </a:lnTo>
                  <a:lnTo>
                    <a:pt x="497701" y="5505651"/>
                  </a:lnTo>
                  <a:lnTo>
                    <a:pt x="497827" y="5505651"/>
                  </a:lnTo>
                  <a:lnTo>
                    <a:pt x="497954" y="5505651"/>
                  </a:lnTo>
                  <a:lnTo>
                    <a:pt x="498080" y="5505651"/>
                  </a:lnTo>
                  <a:lnTo>
                    <a:pt x="498206" y="5505651"/>
                  </a:lnTo>
                  <a:lnTo>
                    <a:pt x="498332" y="5505651"/>
                  </a:lnTo>
                  <a:lnTo>
                    <a:pt x="498459" y="5505651"/>
                  </a:lnTo>
                  <a:lnTo>
                    <a:pt x="498585" y="5505651"/>
                  </a:lnTo>
                  <a:lnTo>
                    <a:pt x="498711" y="5505651"/>
                  </a:lnTo>
                  <a:lnTo>
                    <a:pt x="498837" y="5505651"/>
                  </a:lnTo>
                  <a:lnTo>
                    <a:pt x="498964" y="5505651"/>
                  </a:lnTo>
                  <a:lnTo>
                    <a:pt x="499090" y="5505651"/>
                  </a:lnTo>
                  <a:lnTo>
                    <a:pt x="499216" y="5505651"/>
                  </a:lnTo>
                  <a:lnTo>
                    <a:pt x="499342" y="5505651"/>
                  </a:lnTo>
                  <a:lnTo>
                    <a:pt x="499469" y="5505651"/>
                  </a:lnTo>
                  <a:lnTo>
                    <a:pt x="499595" y="5505651"/>
                  </a:lnTo>
                  <a:lnTo>
                    <a:pt x="499721" y="5505651"/>
                  </a:lnTo>
                  <a:lnTo>
                    <a:pt x="499847" y="5505651"/>
                  </a:lnTo>
                  <a:lnTo>
                    <a:pt x="499974" y="5505651"/>
                  </a:lnTo>
                  <a:lnTo>
                    <a:pt x="500100" y="5505651"/>
                  </a:lnTo>
                  <a:lnTo>
                    <a:pt x="500226" y="5505651"/>
                  </a:lnTo>
                  <a:lnTo>
                    <a:pt x="500353" y="5505651"/>
                  </a:lnTo>
                  <a:lnTo>
                    <a:pt x="500479" y="5505651"/>
                  </a:lnTo>
                  <a:lnTo>
                    <a:pt x="500605" y="5505651"/>
                  </a:lnTo>
                  <a:lnTo>
                    <a:pt x="500731" y="5505651"/>
                  </a:lnTo>
                  <a:lnTo>
                    <a:pt x="500858" y="5505651"/>
                  </a:lnTo>
                  <a:lnTo>
                    <a:pt x="500984" y="5505651"/>
                  </a:lnTo>
                  <a:lnTo>
                    <a:pt x="500984" y="5500739"/>
                  </a:lnTo>
                  <a:lnTo>
                    <a:pt x="501110" y="5500739"/>
                  </a:lnTo>
                  <a:lnTo>
                    <a:pt x="501236" y="5500739"/>
                  </a:lnTo>
                  <a:lnTo>
                    <a:pt x="501236" y="5495828"/>
                  </a:lnTo>
                  <a:lnTo>
                    <a:pt x="501363" y="5495828"/>
                  </a:lnTo>
                  <a:lnTo>
                    <a:pt x="501489" y="5495828"/>
                  </a:lnTo>
                  <a:lnTo>
                    <a:pt x="501615" y="5495828"/>
                  </a:lnTo>
                  <a:lnTo>
                    <a:pt x="501741" y="5495828"/>
                  </a:lnTo>
                  <a:lnTo>
                    <a:pt x="501868" y="5495828"/>
                  </a:lnTo>
                  <a:lnTo>
                    <a:pt x="501994" y="5495828"/>
                  </a:lnTo>
                  <a:lnTo>
                    <a:pt x="502120" y="5495828"/>
                  </a:lnTo>
                  <a:lnTo>
                    <a:pt x="502246" y="5495828"/>
                  </a:lnTo>
                  <a:lnTo>
                    <a:pt x="502373" y="5495828"/>
                  </a:lnTo>
                  <a:lnTo>
                    <a:pt x="502499" y="5495828"/>
                  </a:lnTo>
                  <a:lnTo>
                    <a:pt x="502625" y="5495828"/>
                  </a:lnTo>
                  <a:lnTo>
                    <a:pt x="502751" y="5495828"/>
                  </a:lnTo>
                  <a:lnTo>
                    <a:pt x="502878" y="5495828"/>
                  </a:lnTo>
                  <a:lnTo>
                    <a:pt x="503004" y="5495828"/>
                  </a:lnTo>
                  <a:lnTo>
                    <a:pt x="503130" y="5495828"/>
                  </a:lnTo>
                  <a:lnTo>
                    <a:pt x="503256" y="5495828"/>
                  </a:lnTo>
                  <a:lnTo>
                    <a:pt x="503383" y="5495828"/>
                  </a:lnTo>
                  <a:lnTo>
                    <a:pt x="503509" y="5495828"/>
                  </a:lnTo>
                  <a:lnTo>
                    <a:pt x="503635" y="5495828"/>
                  </a:lnTo>
                  <a:lnTo>
                    <a:pt x="503761" y="5495828"/>
                  </a:lnTo>
                  <a:lnTo>
                    <a:pt x="503888" y="5495828"/>
                  </a:lnTo>
                  <a:lnTo>
                    <a:pt x="504014" y="5495828"/>
                  </a:lnTo>
                  <a:lnTo>
                    <a:pt x="504140" y="5495828"/>
                  </a:lnTo>
                  <a:lnTo>
                    <a:pt x="504266" y="5495828"/>
                  </a:lnTo>
                  <a:lnTo>
                    <a:pt x="504393" y="5495828"/>
                  </a:lnTo>
                  <a:lnTo>
                    <a:pt x="504519" y="5495828"/>
                  </a:lnTo>
                  <a:lnTo>
                    <a:pt x="504645" y="5495828"/>
                  </a:lnTo>
                  <a:lnTo>
                    <a:pt x="504771" y="5495828"/>
                  </a:lnTo>
                  <a:lnTo>
                    <a:pt x="504898" y="5495828"/>
                  </a:lnTo>
                  <a:lnTo>
                    <a:pt x="505024" y="5495828"/>
                  </a:lnTo>
                  <a:lnTo>
                    <a:pt x="505150" y="5495828"/>
                  </a:lnTo>
                  <a:lnTo>
                    <a:pt x="505277" y="5495828"/>
                  </a:lnTo>
                  <a:lnTo>
                    <a:pt x="505403" y="5495828"/>
                  </a:lnTo>
                  <a:lnTo>
                    <a:pt x="505529" y="5495828"/>
                  </a:lnTo>
                  <a:lnTo>
                    <a:pt x="505655" y="5495828"/>
                  </a:lnTo>
                  <a:lnTo>
                    <a:pt x="505782" y="5495828"/>
                  </a:lnTo>
                  <a:lnTo>
                    <a:pt x="505908" y="5495828"/>
                  </a:lnTo>
                  <a:lnTo>
                    <a:pt x="506034" y="5495828"/>
                  </a:lnTo>
                  <a:lnTo>
                    <a:pt x="506160" y="5495828"/>
                  </a:lnTo>
                  <a:lnTo>
                    <a:pt x="506287" y="5495828"/>
                  </a:lnTo>
                  <a:lnTo>
                    <a:pt x="506413" y="5495828"/>
                  </a:lnTo>
                  <a:lnTo>
                    <a:pt x="506539" y="5495828"/>
                  </a:lnTo>
                  <a:lnTo>
                    <a:pt x="506665" y="5495828"/>
                  </a:lnTo>
                  <a:lnTo>
                    <a:pt x="506792" y="5495828"/>
                  </a:lnTo>
                  <a:lnTo>
                    <a:pt x="506918" y="5495828"/>
                  </a:lnTo>
                  <a:lnTo>
                    <a:pt x="507044" y="5495828"/>
                  </a:lnTo>
                  <a:lnTo>
                    <a:pt x="507170" y="5495828"/>
                  </a:lnTo>
                  <a:lnTo>
                    <a:pt x="507297" y="5495828"/>
                  </a:lnTo>
                  <a:lnTo>
                    <a:pt x="507423" y="5495828"/>
                  </a:lnTo>
                  <a:lnTo>
                    <a:pt x="507549" y="5495828"/>
                  </a:lnTo>
                  <a:lnTo>
                    <a:pt x="507675" y="5495828"/>
                  </a:lnTo>
                  <a:lnTo>
                    <a:pt x="507802" y="5495828"/>
                  </a:lnTo>
                  <a:lnTo>
                    <a:pt x="507928" y="5495828"/>
                  </a:lnTo>
                  <a:lnTo>
                    <a:pt x="508054" y="5495828"/>
                  </a:lnTo>
                  <a:lnTo>
                    <a:pt x="508180" y="5495828"/>
                  </a:lnTo>
                  <a:lnTo>
                    <a:pt x="508307" y="5495828"/>
                  </a:lnTo>
                  <a:lnTo>
                    <a:pt x="508433" y="5495828"/>
                  </a:lnTo>
                  <a:lnTo>
                    <a:pt x="508559" y="5495828"/>
                  </a:lnTo>
                  <a:lnTo>
                    <a:pt x="508685" y="5495828"/>
                  </a:lnTo>
                  <a:lnTo>
                    <a:pt x="508812" y="5495828"/>
                  </a:lnTo>
                  <a:lnTo>
                    <a:pt x="508938" y="5495828"/>
                  </a:lnTo>
                  <a:lnTo>
                    <a:pt x="509064" y="5495828"/>
                  </a:lnTo>
                  <a:lnTo>
                    <a:pt x="509190" y="5495828"/>
                  </a:lnTo>
                  <a:lnTo>
                    <a:pt x="509317" y="5495828"/>
                  </a:lnTo>
                  <a:lnTo>
                    <a:pt x="509443" y="5495828"/>
                  </a:lnTo>
                  <a:lnTo>
                    <a:pt x="509569" y="5495828"/>
                  </a:lnTo>
                  <a:lnTo>
                    <a:pt x="509695" y="5495828"/>
                  </a:lnTo>
                  <a:lnTo>
                    <a:pt x="509822" y="5495828"/>
                  </a:lnTo>
                  <a:lnTo>
                    <a:pt x="509948" y="5495828"/>
                  </a:lnTo>
                  <a:lnTo>
                    <a:pt x="510074" y="5495828"/>
                  </a:lnTo>
                  <a:lnTo>
                    <a:pt x="510200" y="5495828"/>
                  </a:lnTo>
                  <a:lnTo>
                    <a:pt x="510327" y="5495828"/>
                  </a:lnTo>
                  <a:lnTo>
                    <a:pt x="510453" y="5495828"/>
                  </a:lnTo>
                  <a:lnTo>
                    <a:pt x="510579" y="5495828"/>
                  </a:lnTo>
                  <a:lnTo>
                    <a:pt x="510706" y="5495828"/>
                  </a:lnTo>
                  <a:lnTo>
                    <a:pt x="510832" y="5495828"/>
                  </a:lnTo>
                  <a:lnTo>
                    <a:pt x="510958" y="5495828"/>
                  </a:lnTo>
                  <a:lnTo>
                    <a:pt x="511084" y="5495828"/>
                  </a:lnTo>
                  <a:lnTo>
                    <a:pt x="511211" y="5495828"/>
                  </a:lnTo>
                  <a:lnTo>
                    <a:pt x="511337" y="5495828"/>
                  </a:lnTo>
                  <a:lnTo>
                    <a:pt x="511463" y="5495828"/>
                  </a:lnTo>
                  <a:lnTo>
                    <a:pt x="511589" y="5495828"/>
                  </a:lnTo>
                  <a:lnTo>
                    <a:pt x="511716" y="5495828"/>
                  </a:lnTo>
                  <a:lnTo>
                    <a:pt x="511842" y="5495828"/>
                  </a:lnTo>
                  <a:lnTo>
                    <a:pt x="511968" y="5495828"/>
                  </a:lnTo>
                  <a:lnTo>
                    <a:pt x="512094" y="5495828"/>
                  </a:lnTo>
                  <a:lnTo>
                    <a:pt x="512221" y="5495828"/>
                  </a:lnTo>
                  <a:lnTo>
                    <a:pt x="512347" y="5495828"/>
                  </a:lnTo>
                  <a:lnTo>
                    <a:pt x="512473" y="5495828"/>
                  </a:lnTo>
                  <a:lnTo>
                    <a:pt x="512599" y="5495828"/>
                  </a:lnTo>
                  <a:lnTo>
                    <a:pt x="512726" y="5495828"/>
                  </a:lnTo>
                  <a:lnTo>
                    <a:pt x="512852" y="5495828"/>
                  </a:lnTo>
                  <a:lnTo>
                    <a:pt x="512978" y="5495828"/>
                  </a:lnTo>
                  <a:lnTo>
                    <a:pt x="513104" y="5495828"/>
                  </a:lnTo>
                  <a:lnTo>
                    <a:pt x="513231" y="5495828"/>
                  </a:lnTo>
                  <a:lnTo>
                    <a:pt x="513357" y="5495828"/>
                  </a:lnTo>
                  <a:lnTo>
                    <a:pt x="513483" y="5495828"/>
                  </a:lnTo>
                  <a:lnTo>
                    <a:pt x="513609" y="5495828"/>
                  </a:lnTo>
                  <a:lnTo>
                    <a:pt x="513736" y="5495828"/>
                  </a:lnTo>
                  <a:lnTo>
                    <a:pt x="513862" y="5495828"/>
                  </a:lnTo>
                  <a:lnTo>
                    <a:pt x="513988" y="5495828"/>
                  </a:lnTo>
                  <a:lnTo>
                    <a:pt x="514114" y="5495828"/>
                  </a:lnTo>
                  <a:lnTo>
                    <a:pt x="514241" y="5495828"/>
                  </a:lnTo>
                  <a:lnTo>
                    <a:pt x="514367" y="5495828"/>
                  </a:lnTo>
                  <a:lnTo>
                    <a:pt x="514493" y="5495828"/>
                  </a:lnTo>
                  <a:lnTo>
                    <a:pt x="514619" y="5495828"/>
                  </a:lnTo>
                  <a:lnTo>
                    <a:pt x="514746" y="5495828"/>
                  </a:lnTo>
                  <a:lnTo>
                    <a:pt x="514872" y="5495828"/>
                  </a:lnTo>
                  <a:lnTo>
                    <a:pt x="514998" y="5495828"/>
                  </a:lnTo>
                  <a:lnTo>
                    <a:pt x="515124" y="5495828"/>
                  </a:lnTo>
                  <a:lnTo>
                    <a:pt x="515251" y="5495828"/>
                  </a:lnTo>
                  <a:lnTo>
                    <a:pt x="515377" y="5495828"/>
                  </a:lnTo>
                  <a:lnTo>
                    <a:pt x="515503" y="5495828"/>
                  </a:lnTo>
                  <a:lnTo>
                    <a:pt x="515630" y="5495828"/>
                  </a:lnTo>
                  <a:lnTo>
                    <a:pt x="515756" y="5495828"/>
                  </a:lnTo>
                  <a:lnTo>
                    <a:pt x="515882" y="5495828"/>
                  </a:lnTo>
                  <a:lnTo>
                    <a:pt x="516008" y="5495828"/>
                  </a:lnTo>
                  <a:lnTo>
                    <a:pt x="516135" y="5495828"/>
                  </a:lnTo>
                  <a:lnTo>
                    <a:pt x="516261" y="5495828"/>
                  </a:lnTo>
                  <a:lnTo>
                    <a:pt x="516387" y="5495828"/>
                  </a:lnTo>
                  <a:lnTo>
                    <a:pt x="516513" y="5495828"/>
                  </a:lnTo>
                  <a:lnTo>
                    <a:pt x="516640" y="5495828"/>
                  </a:lnTo>
                  <a:lnTo>
                    <a:pt x="516766" y="5495828"/>
                  </a:lnTo>
                  <a:lnTo>
                    <a:pt x="516892" y="5495828"/>
                  </a:lnTo>
                  <a:lnTo>
                    <a:pt x="517018" y="5495828"/>
                  </a:lnTo>
                  <a:lnTo>
                    <a:pt x="517018" y="5490917"/>
                  </a:lnTo>
                  <a:lnTo>
                    <a:pt x="517145" y="5490917"/>
                  </a:lnTo>
                  <a:lnTo>
                    <a:pt x="517271" y="5490917"/>
                  </a:lnTo>
                  <a:lnTo>
                    <a:pt x="517397" y="5490917"/>
                  </a:lnTo>
                  <a:lnTo>
                    <a:pt x="517523" y="5490917"/>
                  </a:lnTo>
                  <a:lnTo>
                    <a:pt x="517650" y="5490917"/>
                  </a:lnTo>
                  <a:lnTo>
                    <a:pt x="517776" y="5490917"/>
                  </a:lnTo>
                  <a:lnTo>
                    <a:pt x="517902" y="5490917"/>
                  </a:lnTo>
                  <a:lnTo>
                    <a:pt x="518028" y="5490917"/>
                  </a:lnTo>
                  <a:lnTo>
                    <a:pt x="518155" y="5490917"/>
                  </a:lnTo>
                  <a:lnTo>
                    <a:pt x="518281" y="5490917"/>
                  </a:lnTo>
                  <a:lnTo>
                    <a:pt x="518407" y="5490917"/>
                  </a:lnTo>
                  <a:lnTo>
                    <a:pt x="518533" y="5490917"/>
                  </a:lnTo>
                  <a:lnTo>
                    <a:pt x="518660" y="5490917"/>
                  </a:lnTo>
                  <a:lnTo>
                    <a:pt x="518786" y="5490917"/>
                  </a:lnTo>
                  <a:lnTo>
                    <a:pt x="518912" y="5490917"/>
                  </a:lnTo>
                  <a:lnTo>
                    <a:pt x="519038" y="5490917"/>
                  </a:lnTo>
                  <a:lnTo>
                    <a:pt x="519165" y="5490917"/>
                  </a:lnTo>
                  <a:lnTo>
                    <a:pt x="519291" y="5490917"/>
                  </a:lnTo>
                  <a:lnTo>
                    <a:pt x="519417" y="5490917"/>
                  </a:lnTo>
                  <a:lnTo>
                    <a:pt x="519543" y="5490917"/>
                  </a:lnTo>
                  <a:lnTo>
                    <a:pt x="519670" y="5490917"/>
                  </a:lnTo>
                  <a:lnTo>
                    <a:pt x="519796" y="5490917"/>
                  </a:lnTo>
                  <a:lnTo>
                    <a:pt x="519922" y="5490917"/>
                  </a:lnTo>
                  <a:lnTo>
                    <a:pt x="520048" y="5490917"/>
                  </a:lnTo>
                  <a:lnTo>
                    <a:pt x="520175" y="5490917"/>
                  </a:lnTo>
                  <a:lnTo>
                    <a:pt x="520301" y="5490917"/>
                  </a:lnTo>
                  <a:lnTo>
                    <a:pt x="520427" y="5490917"/>
                  </a:lnTo>
                  <a:lnTo>
                    <a:pt x="520553" y="5490917"/>
                  </a:lnTo>
                  <a:lnTo>
                    <a:pt x="520680" y="5490917"/>
                  </a:lnTo>
                  <a:lnTo>
                    <a:pt x="520806" y="5490917"/>
                  </a:lnTo>
                  <a:lnTo>
                    <a:pt x="520932" y="5490917"/>
                  </a:lnTo>
                  <a:lnTo>
                    <a:pt x="521059" y="5490917"/>
                  </a:lnTo>
                  <a:lnTo>
                    <a:pt x="521185" y="5490917"/>
                  </a:lnTo>
                  <a:lnTo>
                    <a:pt x="521311" y="5490917"/>
                  </a:lnTo>
                  <a:lnTo>
                    <a:pt x="521437" y="5490917"/>
                  </a:lnTo>
                  <a:lnTo>
                    <a:pt x="521564" y="5490917"/>
                  </a:lnTo>
                  <a:lnTo>
                    <a:pt x="521690" y="5490917"/>
                  </a:lnTo>
                  <a:lnTo>
                    <a:pt x="521816" y="5490917"/>
                  </a:lnTo>
                  <a:lnTo>
                    <a:pt x="521942" y="5490917"/>
                  </a:lnTo>
                  <a:lnTo>
                    <a:pt x="521942" y="5486005"/>
                  </a:lnTo>
                  <a:lnTo>
                    <a:pt x="522069" y="5486005"/>
                  </a:lnTo>
                  <a:lnTo>
                    <a:pt x="522195" y="5486005"/>
                  </a:lnTo>
                  <a:lnTo>
                    <a:pt x="522321" y="5486005"/>
                  </a:lnTo>
                  <a:lnTo>
                    <a:pt x="522447" y="5486005"/>
                  </a:lnTo>
                  <a:lnTo>
                    <a:pt x="522574" y="5486005"/>
                  </a:lnTo>
                  <a:lnTo>
                    <a:pt x="522700" y="5486005"/>
                  </a:lnTo>
                  <a:lnTo>
                    <a:pt x="522826" y="5486005"/>
                  </a:lnTo>
                  <a:lnTo>
                    <a:pt x="522952" y="5486005"/>
                  </a:lnTo>
                  <a:lnTo>
                    <a:pt x="523079" y="5486005"/>
                  </a:lnTo>
                  <a:lnTo>
                    <a:pt x="523079" y="5481094"/>
                  </a:lnTo>
                  <a:lnTo>
                    <a:pt x="523205" y="5481094"/>
                  </a:lnTo>
                  <a:lnTo>
                    <a:pt x="523331" y="5481094"/>
                  </a:lnTo>
                  <a:lnTo>
                    <a:pt x="523457" y="5481094"/>
                  </a:lnTo>
                  <a:lnTo>
                    <a:pt x="523584" y="5481094"/>
                  </a:lnTo>
                  <a:lnTo>
                    <a:pt x="523710" y="5481094"/>
                  </a:lnTo>
                  <a:lnTo>
                    <a:pt x="523836" y="5481094"/>
                  </a:lnTo>
                  <a:lnTo>
                    <a:pt x="523962" y="5481094"/>
                  </a:lnTo>
                  <a:lnTo>
                    <a:pt x="524089" y="5481094"/>
                  </a:lnTo>
                  <a:lnTo>
                    <a:pt x="524215" y="5481094"/>
                  </a:lnTo>
                  <a:lnTo>
                    <a:pt x="524341" y="5481094"/>
                  </a:lnTo>
                  <a:lnTo>
                    <a:pt x="524467" y="5481094"/>
                  </a:lnTo>
                  <a:lnTo>
                    <a:pt x="524467" y="5476183"/>
                  </a:lnTo>
                  <a:lnTo>
                    <a:pt x="524594" y="5476183"/>
                  </a:lnTo>
                  <a:lnTo>
                    <a:pt x="524720" y="5476183"/>
                  </a:lnTo>
                  <a:lnTo>
                    <a:pt x="524846" y="5476183"/>
                  </a:lnTo>
                  <a:lnTo>
                    <a:pt x="524972" y="5476183"/>
                  </a:lnTo>
                  <a:lnTo>
                    <a:pt x="525099" y="5476183"/>
                  </a:lnTo>
                  <a:lnTo>
                    <a:pt x="525225" y="5476183"/>
                  </a:lnTo>
                  <a:lnTo>
                    <a:pt x="525351" y="5476183"/>
                  </a:lnTo>
                  <a:lnTo>
                    <a:pt x="525477" y="5476183"/>
                  </a:lnTo>
                  <a:lnTo>
                    <a:pt x="525604" y="5476183"/>
                  </a:lnTo>
                  <a:lnTo>
                    <a:pt x="525730" y="5476183"/>
                  </a:lnTo>
                  <a:lnTo>
                    <a:pt x="525856" y="5476183"/>
                  </a:lnTo>
                  <a:lnTo>
                    <a:pt x="525983" y="5476183"/>
                  </a:lnTo>
                  <a:lnTo>
                    <a:pt x="526109" y="5476183"/>
                  </a:lnTo>
                  <a:lnTo>
                    <a:pt x="526235" y="5476183"/>
                  </a:lnTo>
                  <a:lnTo>
                    <a:pt x="526361" y="5476183"/>
                  </a:lnTo>
                  <a:lnTo>
                    <a:pt x="526488" y="5476183"/>
                  </a:lnTo>
                  <a:lnTo>
                    <a:pt x="526614" y="5476183"/>
                  </a:lnTo>
                  <a:lnTo>
                    <a:pt x="526740" y="5476183"/>
                  </a:lnTo>
                  <a:lnTo>
                    <a:pt x="526866" y="5476183"/>
                  </a:lnTo>
                  <a:lnTo>
                    <a:pt x="526993" y="5476183"/>
                  </a:lnTo>
                  <a:lnTo>
                    <a:pt x="527119" y="5476183"/>
                  </a:lnTo>
                  <a:lnTo>
                    <a:pt x="527245" y="5476183"/>
                  </a:lnTo>
                  <a:lnTo>
                    <a:pt x="527371" y="5476183"/>
                  </a:lnTo>
                  <a:lnTo>
                    <a:pt x="527498" y="5476183"/>
                  </a:lnTo>
                  <a:lnTo>
                    <a:pt x="527624" y="5476183"/>
                  </a:lnTo>
                  <a:lnTo>
                    <a:pt x="527624" y="5471271"/>
                  </a:lnTo>
                  <a:lnTo>
                    <a:pt x="527750" y="5471271"/>
                  </a:lnTo>
                  <a:lnTo>
                    <a:pt x="527876" y="5471271"/>
                  </a:lnTo>
                  <a:lnTo>
                    <a:pt x="528003" y="5471271"/>
                  </a:lnTo>
                  <a:lnTo>
                    <a:pt x="528129" y="5471271"/>
                  </a:lnTo>
                  <a:lnTo>
                    <a:pt x="528255" y="5471271"/>
                  </a:lnTo>
                  <a:lnTo>
                    <a:pt x="528255" y="5466360"/>
                  </a:lnTo>
                  <a:lnTo>
                    <a:pt x="528381" y="5466360"/>
                  </a:lnTo>
                  <a:lnTo>
                    <a:pt x="528508" y="5466360"/>
                  </a:lnTo>
                  <a:lnTo>
                    <a:pt x="528634" y="5466360"/>
                  </a:lnTo>
                  <a:lnTo>
                    <a:pt x="528760" y="5466360"/>
                  </a:lnTo>
                  <a:lnTo>
                    <a:pt x="528886" y="5466360"/>
                  </a:lnTo>
                  <a:lnTo>
                    <a:pt x="529013" y="5466360"/>
                  </a:lnTo>
                  <a:lnTo>
                    <a:pt x="529139" y="5466360"/>
                  </a:lnTo>
                  <a:lnTo>
                    <a:pt x="529265" y="5466360"/>
                  </a:lnTo>
                  <a:lnTo>
                    <a:pt x="529391" y="5466360"/>
                  </a:lnTo>
                  <a:lnTo>
                    <a:pt x="529518" y="5466360"/>
                  </a:lnTo>
                  <a:lnTo>
                    <a:pt x="529644" y="5466360"/>
                  </a:lnTo>
                  <a:lnTo>
                    <a:pt x="529770" y="5466360"/>
                  </a:lnTo>
                  <a:lnTo>
                    <a:pt x="529896" y="5466360"/>
                  </a:lnTo>
                  <a:lnTo>
                    <a:pt x="530023" y="5466360"/>
                  </a:lnTo>
                  <a:lnTo>
                    <a:pt x="530023" y="5461448"/>
                  </a:lnTo>
                  <a:lnTo>
                    <a:pt x="530149" y="5461448"/>
                  </a:lnTo>
                  <a:lnTo>
                    <a:pt x="530275" y="5461448"/>
                  </a:lnTo>
                  <a:lnTo>
                    <a:pt x="530401" y="5461448"/>
                  </a:lnTo>
                  <a:lnTo>
                    <a:pt x="530528" y="5461448"/>
                  </a:lnTo>
                  <a:lnTo>
                    <a:pt x="530654" y="5461448"/>
                  </a:lnTo>
                  <a:lnTo>
                    <a:pt x="530780" y="5461448"/>
                  </a:lnTo>
                  <a:lnTo>
                    <a:pt x="530906" y="5461448"/>
                  </a:lnTo>
                  <a:lnTo>
                    <a:pt x="531033" y="5461448"/>
                  </a:lnTo>
                  <a:lnTo>
                    <a:pt x="531159" y="5461448"/>
                  </a:lnTo>
                  <a:lnTo>
                    <a:pt x="531285" y="5461448"/>
                  </a:lnTo>
                  <a:lnTo>
                    <a:pt x="531412" y="5461448"/>
                  </a:lnTo>
                  <a:lnTo>
                    <a:pt x="531538" y="5461448"/>
                  </a:lnTo>
                  <a:lnTo>
                    <a:pt x="531664" y="5461448"/>
                  </a:lnTo>
                  <a:lnTo>
                    <a:pt x="531790" y="5461448"/>
                  </a:lnTo>
                  <a:lnTo>
                    <a:pt x="531917" y="5461448"/>
                  </a:lnTo>
                  <a:lnTo>
                    <a:pt x="532043" y="5461448"/>
                  </a:lnTo>
                  <a:lnTo>
                    <a:pt x="532169" y="5461448"/>
                  </a:lnTo>
                  <a:lnTo>
                    <a:pt x="532295" y="5461448"/>
                  </a:lnTo>
                  <a:lnTo>
                    <a:pt x="532422" y="5461448"/>
                  </a:lnTo>
                  <a:lnTo>
                    <a:pt x="532548" y="5461448"/>
                  </a:lnTo>
                  <a:lnTo>
                    <a:pt x="532674" y="5461448"/>
                  </a:lnTo>
                  <a:lnTo>
                    <a:pt x="532800" y="5461448"/>
                  </a:lnTo>
                  <a:lnTo>
                    <a:pt x="532927" y="5461448"/>
                  </a:lnTo>
                  <a:lnTo>
                    <a:pt x="533053" y="5461448"/>
                  </a:lnTo>
                  <a:lnTo>
                    <a:pt x="533179" y="5461448"/>
                  </a:lnTo>
                  <a:lnTo>
                    <a:pt x="533305" y="5461448"/>
                  </a:lnTo>
                  <a:lnTo>
                    <a:pt x="533432" y="5461448"/>
                  </a:lnTo>
                  <a:lnTo>
                    <a:pt x="533558" y="5461448"/>
                  </a:lnTo>
                  <a:lnTo>
                    <a:pt x="533684" y="5461448"/>
                  </a:lnTo>
                  <a:lnTo>
                    <a:pt x="533810" y="5461448"/>
                  </a:lnTo>
                  <a:lnTo>
                    <a:pt x="533937" y="5461448"/>
                  </a:lnTo>
                  <a:lnTo>
                    <a:pt x="534063" y="5461448"/>
                  </a:lnTo>
                  <a:lnTo>
                    <a:pt x="534189" y="5461448"/>
                  </a:lnTo>
                  <a:lnTo>
                    <a:pt x="534315" y="5461448"/>
                  </a:lnTo>
                  <a:lnTo>
                    <a:pt x="534442" y="5461448"/>
                  </a:lnTo>
                  <a:lnTo>
                    <a:pt x="534568" y="5461448"/>
                  </a:lnTo>
                  <a:lnTo>
                    <a:pt x="534694" y="5461448"/>
                  </a:lnTo>
                  <a:lnTo>
                    <a:pt x="534820" y="5461448"/>
                  </a:lnTo>
                  <a:lnTo>
                    <a:pt x="534947" y="5461448"/>
                  </a:lnTo>
                  <a:lnTo>
                    <a:pt x="535073" y="5461448"/>
                  </a:lnTo>
                  <a:lnTo>
                    <a:pt x="535199" y="5461448"/>
                  </a:lnTo>
                  <a:lnTo>
                    <a:pt x="535199" y="5456537"/>
                  </a:lnTo>
                  <a:lnTo>
                    <a:pt x="535199" y="5451626"/>
                  </a:lnTo>
                  <a:lnTo>
                    <a:pt x="535325" y="5451626"/>
                  </a:lnTo>
                  <a:lnTo>
                    <a:pt x="535452" y="5451626"/>
                  </a:lnTo>
                  <a:lnTo>
                    <a:pt x="535578" y="5451626"/>
                  </a:lnTo>
                  <a:lnTo>
                    <a:pt x="535704" y="5451626"/>
                  </a:lnTo>
                  <a:lnTo>
                    <a:pt x="535830" y="5451626"/>
                  </a:lnTo>
                  <a:lnTo>
                    <a:pt x="535957" y="5451626"/>
                  </a:lnTo>
                  <a:lnTo>
                    <a:pt x="536083" y="5451626"/>
                  </a:lnTo>
                  <a:lnTo>
                    <a:pt x="536209" y="5451626"/>
                  </a:lnTo>
                  <a:lnTo>
                    <a:pt x="536336" y="5451626"/>
                  </a:lnTo>
                  <a:lnTo>
                    <a:pt x="536336" y="5446714"/>
                  </a:lnTo>
                  <a:lnTo>
                    <a:pt x="536462" y="5446714"/>
                  </a:lnTo>
                  <a:lnTo>
                    <a:pt x="536588" y="5446714"/>
                  </a:lnTo>
                  <a:lnTo>
                    <a:pt x="536714" y="5446714"/>
                  </a:lnTo>
                  <a:lnTo>
                    <a:pt x="536841" y="5446714"/>
                  </a:lnTo>
                  <a:lnTo>
                    <a:pt x="536967" y="5446714"/>
                  </a:lnTo>
                  <a:lnTo>
                    <a:pt x="537093" y="5446714"/>
                  </a:lnTo>
                  <a:lnTo>
                    <a:pt x="537219" y="5446714"/>
                  </a:lnTo>
                  <a:lnTo>
                    <a:pt x="537346" y="5446714"/>
                  </a:lnTo>
                  <a:lnTo>
                    <a:pt x="537472" y="5446714"/>
                  </a:lnTo>
                  <a:lnTo>
                    <a:pt x="537598" y="5446714"/>
                  </a:lnTo>
                  <a:lnTo>
                    <a:pt x="537724" y="5446714"/>
                  </a:lnTo>
                  <a:lnTo>
                    <a:pt x="537851" y="5446714"/>
                  </a:lnTo>
                  <a:lnTo>
                    <a:pt x="537977" y="5446714"/>
                  </a:lnTo>
                  <a:lnTo>
                    <a:pt x="538103" y="5446714"/>
                  </a:lnTo>
                  <a:lnTo>
                    <a:pt x="538229" y="5446714"/>
                  </a:lnTo>
                  <a:lnTo>
                    <a:pt x="538229" y="5441803"/>
                  </a:lnTo>
                  <a:lnTo>
                    <a:pt x="538356" y="5441803"/>
                  </a:lnTo>
                  <a:lnTo>
                    <a:pt x="538482" y="5441803"/>
                  </a:lnTo>
                  <a:lnTo>
                    <a:pt x="538608" y="5441803"/>
                  </a:lnTo>
                  <a:lnTo>
                    <a:pt x="538734" y="5441803"/>
                  </a:lnTo>
                  <a:lnTo>
                    <a:pt x="538861" y="5441803"/>
                  </a:lnTo>
                  <a:lnTo>
                    <a:pt x="538987" y="5441803"/>
                  </a:lnTo>
                  <a:lnTo>
                    <a:pt x="538987" y="5436892"/>
                  </a:lnTo>
                  <a:lnTo>
                    <a:pt x="539113" y="5436892"/>
                  </a:lnTo>
                  <a:lnTo>
                    <a:pt x="539239" y="5436892"/>
                  </a:lnTo>
                  <a:lnTo>
                    <a:pt x="539366" y="5436892"/>
                  </a:lnTo>
                  <a:lnTo>
                    <a:pt x="539492" y="5436892"/>
                  </a:lnTo>
                  <a:lnTo>
                    <a:pt x="539618" y="5436892"/>
                  </a:lnTo>
                  <a:lnTo>
                    <a:pt x="539744" y="5436892"/>
                  </a:lnTo>
                  <a:lnTo>
                    <a:pt x="539871" y="5436892"/>
                  </a:lnTo>
                  <a:lnTo>
                    <a:pt x="539997" y="5436892"/>
                  </a:lnTo>
                  <a:lnTo>
                    <a:pt x="540123" y="5436892"/>
                  </a:lnTo>
                  <a:lnTo>
                    <a:pt x="540249" y="5436892"/>
                  </a:lnTo>
                  <a:lnTo>
                    <a:pt x="540376" y="5436892"/>
                  </a:lnTo>
                  <a:lnTo>
                    <a:pt x="540502" y="5436892"/>
                  </a:lnTo>
                  <a:lnTo>
                    <a:pt x="540628" y="5436892"/>
                  </a:lnTo>
                  <a:lnTo>
                    <a:pt x="540754" y="5436892"/>
                  </a:lnTo>
                  <a:lnTo>
                    <a:pt x="540881" y="5436892"/>
                  </a:lnTo>
                  <a:lnTo>
                    <a:pt x="541007" y="5436892"/>
                  </a:lnTo>
                  <a:lnTo>
                    <a:pt x="541133" y="5436892"/>
                  </a:lnTo>
                  <a:lnTo>
                    <a:pt x="541260" y="5436892"/>
                  </a:lnTo>
                  <a:lnTo>
                    <a:pt x="541386" y="5436892"/>
                  </a:lnTo>
                  <a:lnTo>
                    <a:pt x="541512" y="5436892"/>
                  </a:lnTo>
                  <a:lnTo>
                    <a:pt x="541638" y="5436892"/>
                  </a:lnTo>
                  <a:lnTo>
                    <a:pt x="541765" y="5436892"/>
                  </a:lnTo>
                  <a:lnTo>
                    <a:pt x="541891" y="5436892"/>
                  </a:lnTo>
                  <a:lnTo>
                    <a:pt x="542017" y="5436892"/>
                  </a:lnTo>
                  <a:lnTo>
                    <a:pt x="542143" y="5436892"/>
                  </a:lnTo>
                  <a:lnTo>
                    <a:pt x="542270" y="5436892"/>
                  </a:lnTo>
                  <a:lnTo>
                    <a:pt x="542396" y="5436892"/>
                  </a:lnTo>
                  <a:lnTo>
                    <a:pt x="542522" y="5436892"/>
                  </a:lnTo>
                  <a:lnTo>
                    <a:pt x="542648" y="5436892"/>
                  </a:lnTo>
                  <a:lnTo>
                    <a:pt x="542775" y="5436892"/>
                  </a:lnTo>
                  <a:lnTo>
                    <a:pt x="542901" y="5436892"/>
                  </a:lnTo>
                  <a:lnTo>
                    <a:pt x="543027" y="5436892"/>
                  </a:lnTo>
                  <a:lnTo>
                    <a:pt x="543153" y="5436892"/>
                  </a:lnTo>
                  <a:lnTo>
                    <a:pt x="543280" y="5436892"/>
                  </a:lnTo>
                  <a:lnTo>
                    <a:pt x="543406" y="5436892"/>
                  </a:lnTo>
                  <a:lnTo>
                    <a:pt x="543532" y="5436892"/>
                  </a:lnTo>
                  <a:lnTo>
                    <a:pt x="543658" y="5436892"/>
                  </a:lnTo>
                  <a:lnTo>
                    <a:pt x="543785" y="5436892"/>
                  </a:lnTo>
                  <a:lnTo>
                    <a:pt x="543911" y="5436892"/>
                  </a:lnTo>
                  <a:lnTo>
                    <a:pt x="544037" y="5436892"/>
                  </a:lnTo>
                  <a:lnTo>
                    <a:pt x="544163" y="5436892"/>
                  </a:lnTo>
                  <a:lnTo>
                    <a:pt x="544290" y="5436892"/>
                  </a:lnTo>
                  <a:lnTo>
                    <a:pt x="544416" y="5436892"/>
                  </a:lnTo>
                  <a:lnTo>
                    <a:pt x="544542" y="5436892"/>
                  </a:lnTo>
                  <a:lnTo>
                    <a:pt x="544668" y="5436892"/>
                  </a:lnTo>
                  <a:lnTo>
                    <a:pt x="544795" y="5436892"/>
                  </a:lnTo>
                  <a:lnTo>
                    <a:pt x="544921" y="5436892"/>
                  </a:lnTo>
                  <a:lnTo>
                    <a:pt x="544921" y="5431980"/>
                  </a:lnTo>
                  <a:lnTo>
                    <a:pt x="545047" y="5431980"/>
                  </a:lnTo>
                  <a:lnTo>
                    <a:pt x="545173" y="5431980"/>
                  </a:lnTo>
                  <a:lnTo>
                    <a:pt x="545300" y="5431980"/>
                  </a:lnTo>
                  <a:lnTo>
                    <a:pt x="545426" y="5431980"/>
                  </a:lnTo>
                  <a:lnTo>
                    <a:pt x="545552" y="5431980"/>
                  </a:lnTo>
                  <a:lnTo>
                    <a:pt x="545678" y="5431980"/>
                  </a:lnTo>
                  <a:lnTo>
                    <a:pt x="545805" y="5431980"/>
                  </a:lnTo>
                  <a:lnTo>
                    <a:pt x="545931" y="5431980"/>
                  </a:lnTo>
                  <a:lnTo>
                    <a:pt x="546057" y="5431980"/>
                  </a:lnTo>
                  <a:lnTo>
                    <a:pt x="546183" y="5431980"/>
                  </a:lnTo>
                  <a:lnTo>
                    <a:pt x="546310" y="5431980"/>
                  </a:lnTo>
                  <a:lnTo>
                    <a:pt x="546436" y="5431980"/>
                  </a:lnTo>
                  <a:lnTo>
                    <a:pt x="546562" y="5431980"/>
                  </a:lnTo>
                  <a:lnTo>
                    <a:pt x="546689" y="5431980"/>
                  </a:lnTo>
                  <a:lnTo>
                    <a:pt x="546815" y="5431980"/>
                  </a:lnTo>
                  <a:lnTo>
                    <a:pt x="546941" y="5431980"/>
                  </a:lnTo>
                  <a:lnTo>
                    <a:pt x="547067" y="5431980"/>
                  </a:lnTo>
                  <a:lnTo>
                    <a:pt x="547067" y="5427069"/>
                  </a:lnTo>
                  <a:lnTo>
                    <a:pt x="547194" y="5427069"/>
                  </a:lnTo>
                  <a:lnTo>
                    <a:pt x="547320" y="5427069"/>
                  </a:lnTo>
                  <a:lnTo>
                    <a:pt x="547446" y="5427069"/>
                  </a:lnTo>
                  <a:lnTo>
                    <a:pt x="547572" y="5427069"/>
                  </a:lnTo>
                  <a:lnTo>
                    <a:pt x="547699" y="5427069"/>
                  </a:lnTo>
                  <a:lnTo>
                    <a:pt x="547825" y="5427069"/>
                  </a:lnTo>
                  <a:lnTo>
                    <a:pt x="547825" y="5422157"/>
                  </a:lnTo>
                  <a:lnTo>
                    <a:pt x="547951" y="5422157"/>
                  </a:lnTo>
                  <a:lnTo>
                    <a:pt x="548077" y="5422157"/>
                  </a:lnTo>
                  <a:lnTo>
                    <a:pt x="548204" y="5422157"/>
                  </a:lnTo>
                  <a:lnTo>
                    <a:pt x="548330" y="5422157"/>
                  </a:lnTo>
                  <a:lnTo>
                    <a:pt x="548456" y="5422157"/>
                  </a:lnTo>
                  <a:lnTo>
                    <a:pt x="548582" y="5422157"/>
                  </a:lnTo>
                  <a:lnTo>
                    <a:pt x="548582" y="5417246"/>
                  </a:lnTo>
                  <a:lnTo>
                    <a:pt x="548709" y="5417246"/>
                  </a:lnTo>
                  <a:lnTo>
                    <a:pt x="548835" y="5417246"/>
                  </a:lnTo>
                  <a:lnTo>
                    <a:pt x="548961" y="5417246"/>
                  </a:lnTo>
                  <a:lnTo>
                    <a:pt x="549087" y="5417246"/>
                  </a:lnTo>
                  <a:lnTo>
                    <a:pt x="549214" y="5417246"/>
                  </a:lnTo>
                  <a:lnTo>
                    <a:pt x="549340" y="5417246"/>
                  </a:lnTo>
                  <a:lnTo>
                    <a:pt x="549466" y="5417246"/>
                  </a:lnTo>
                  <a:lnTo>
                    <a:pt x="549592" y="5417246"/>
                  </a:lnTo>
                  <a:lnTo>
                    <a:pt x="549719" y="5417246"/>
                  </a:lnTo>
                  <a:lnTo>
                    <a:pt x="549845" y="5417246"/>
                  </a:lnTo>
                  <a:lnTo>
                    <a:pt x="549971" y="5417246"/>
                  </a:lnTo>
                  <a:lnTo>
                    <a:pt x="550097" y="5417246"/>
                  </a:lnTo>
                  <a:lnTo>
                    <a:pt x="550224" y="5417246"/>
                  </a:lnTo>
                  <a:lnTo>
                    <a:pt x="550350" y="5417246"/>
                  </a:lnTo>
                  <a:lnTo>
                    <a:pt x="550476" y="5417246"/>
                  </a:lnTo>
                  <a:lnTo>
                    <a:pt x="550602" y="5417246"/>
                  </a:lnTo>
                  <a:lnTo>
                    <a:pt x="550602" y="5412335"/>
                  </a:lnTo>
                  <a:lnTo>
                    <a:pt x="550729" y="5412335"/>
                  </a:lnTo>
                  <a:lnTo>
                    <a:pt x="550855" y="5412335"/>
                  </a:lnTo>
                  <a:lnTo>
                    <a:pt x="550981" y="5412335"/>
                  </a:lnTo>
                  <a:lnTo>
                    <a:pt x="551107" y="5412335"/>
                  </a:lnTo>
                  <a:lnTo>
                    <a:pt x="551234" y="5412335"/>
                  </a:lnTo>
                  <a:lnTo>
                    <a:pt x="551360" y="5412335"/>
                  </a:lnTo>
                  <a:lnTo>
                    <a:pt x="551486" y="5412335"/>
                  </a:lnTo>
                  <a:lnTo>
                    <a:pt x="551613" y="5412335"/>
                  </a:lnTo>
                  <a:lnTo>
                    <a:pt x="551739" y="5412335"/>
                  </a:lnTo>
                  <a:lnTo>
                    <a:pt x="551865" y="5412335"/>
                  </a:lnTo>
                  <a:lnTo>
                    <a:pt x="551991" y="5412335"/>
                  </a:lnTo>
                  <a:lnTo>
                    <a:pt x="552118" y="5412335"/>
                  </a:lnTo>
                  <a:lnTo>
                    <a:pt x="552244" y="5412335"/>
                  </a:lnTo>
                  <a:lnTo>
                    <a:pt x="552370" y="5412335"/>
                  </a:lnTo>
                  <a:lnTo>
                    <a:pt x="552496" y="5412335"/>
                  </a:lnTo>
                  <a:lnTo>
                    <a:pt x="552623" y="5412335"/>
                  </a:lnTo>
                  <a:lnTo>
                    <a:pt x="552749" y="5412335"/>
                  </a:lnTo>
                  <a:lnTo>
                    <a:pt x="552875" y="5412335"/>
                  </a:lnTo>
                  <a:lnTo>
                    <a:pt x="553001" y="5412335"/>
                  </a:lnTo>
                  <a:lnTo>
                    <a:pt x="553128" y="5412335"/>
                  </a:lnTo>
                  <a:lnTo>
                    <a:pt x="553254" y="5412335"/>
                  </a:lnTo>
                  <a:lnTo>
                    <a:pt x="553380" y="5412335"/>
                  </a:lnTo>
                  <a:lnTo>
                    <a:pt x="553506" y="5412335"/>
                  </a:lnTo>
                  <a:lnTo>
                    <a:pt x="553633" y="5412335"/>
                  </a:lnTo>
                  <a:lnTo>
                    <a:pt x="553759" y="5412335"/>
                  </a:lnTo>
                  <a:lnTo>
                    <a:pt x="553885" y="5412335"/>
                  </a:lnTo>
                  <a:lnTo>
                    <a:pt x="554011" y="5412335"/>
                  </a:lnTo>
                  <a:lnTo>
                    <a:pt x="554138" y="5412335"/>
                  </a:lnTo>
                  <a:lnTo>
                    <a:pt x="554264" y="5412335"/>
                  </a:lnTo>
                  <a:lnTo>
                    <a:pt x="554390" y="5412335"/>
                  </a:lnTo>
                  <a:lnTo>
                    <a:pt x="554516" y="5412335"/>
                  </a:lnTo>
                  <a:lnTo>
                    <a:pt x="554643" y="5412335"/>
                  </a:lnTo>
                  <a:lnTo>
                    <a:pt x="554769" y="5412335"/>
                  </a:lnTo>
                  <a:lnTo>
                    <a:pt x="554769" y="5407423"/>
                  </a:lnTo>
                  <a:lnTo>
                    <a:pt x="554895" y="5407423"/>
                  </a:lnTo>
                  <a:lnTo>
                    <a:pt x="555021" y="5407423"/>
                  </a:lnTo>
                  <a:lnTo>
                    <a:pt x="555148" y="5407423"/>
                  </a:lnTo>
                  <a:lnTo>
                    <a:pt x="555274" y="5407423"/>
                  </a:lnTo>
                  <a:lnTo>
                    <a:pt x="555400" y="5407423"/>
                  </a:lnTo>
                  <a:lnTo>
                    <a:pt x="555526" y="5407423"/>
                  </a:lnTo>
                  <a:lnTo>
                    <a:pt x="555653" y="5407423"/>
                  </a:lnTo>
                  <a:lnTo>
                    <a:pt x="555779" y="5407423"/>
                  </a:lnTo>
                  <a:lnTo>
                    <a:pt x="555905" y="5407423"/>
                  </a:lnTo>
                  <a:lnTo>
                    <a:pt x="556031" y="5407423"/>
                  </a:lnTo>
                  <a:lnTo>
                    <a:pt x="556158" y="5407423"/>
                  </a:lnTo>
                  <a:lnTo>
                    <a:pt x="556284" y="5407423"/>
                  </a:lnTo>
                  <a:lnTo>
                    <a:pt x="556410" y="5407423"/>
                  </a:lnTo>
                  <a:lnTo>
                    <a:pt x="556536" y="5407423"/>
                  </a:lnTo>
                  <a:lnTo>
                    <a:pt x="556663" y="5407423"/>
                  </a:lnTo>
                  <a:lnTo>
                    <a:pt x="556789" y="5407423"/>
                  </a:lnTo>
                  <a:lnTo>
                    <a:pt x="556915" y="5407423"/>
                  </a:lnTo>
                  <a:lnTo>
                    <a:pt x="557042" y="5407423"/>
                  </a:lnTo>
                  <a:lnTo>
                    <a:pt x="557168" y="5407423"/>
                  </a:lnTo>
                  <a:lnTo>
                    <a:pt x="557294" y="5407423"/>
                  </a:lnTo>
                  <a:lnTo>
                    <a:pt x="557420" y="5407423"/>
                  </a:lnTo>
                  <a:lnTo>
                    <a:pt x="557547" y="5407423"/>
                  </a:lnTo>
                  <a:lnTo>
                    <a:pt x="557673" y="5407423"/>
                  </a:lnTo>
                  <a:lnTo>
                    <a:pt x="557799" y="5407423"/>
                  </a:lnTo>
                  <a:lnTo>
                    <a:pt x="557925" y="5407423"/>
                  </a:lnTo>
                  <a:lnTo>
                    <a:pt x="558052" y="5407423"/>
                  </a:lnTo>
                  <a:lnTo>
                    <a:pt x="558178" y="5407423"/>
                  </a:lnTo>
                  <a:lnTo>
                    <a:pt x="558304" y="5407423"/>
                  </a:lnTo>
                  <a:lnTo>
                    <a:pt x="558430" y="5407423"/>
                  </a:lnTo>
                  <a:lnTo>
                    <a:pt x="558557" y="5407423"/>
                  </a:lnTo>
                  <a:lnTo>
                    <a:pt x="558683" y="5407423"/>
                  </a:lnTo>
                  <a:lnTo>
                    <a:pt x="558809" y="5407423"/>
                  </a:lnTo>
                  <a:lnTo>
                    <a:pt x="558809" y="5402512"/>
                  </a:lnTo>
                  <a:lnTo>
                    <a:pt x="558935" y="5402512"/>
                  </a:lnTo>
                  <a:lnTo>
                    <a:pt x="559062" y="5402512"/>
                  </a:lnTo>
                  <a:lnTo>
                    <a:pt x="559188" y="5402512"/>
                  </a:lnTo>
                  <a:lnTo>
                    <a:pt x="559314" y="5402512"/>
                  </a:lnTo>
                  <a:lnTo>
                    <a:pt x="559440" y="5402512"/>
                  </a:lnTo>
                  <a:lnTo>
                    <a:pt x="559567" y="5402512"/>
                  </a:lnTo>
                  <a:lnTo>
                    <a:pt x="559693" y="5402512"/>
                  </a:lnTo>
                  <a:lnTo>
                    <a:pt x="559819" y="5402512"/>
                  </a:lnTo>
                  <a:lnTo>
                    <a:pt x="559945" y="5402512"/>
                  </a:lnTo>
                  <a:lnTo>
                    <a:pt x="560072" y="5402512"/>
                  </a:lnTo>
                  <a:lnTo>
                    <a:pt x="560198" y="5402512"/>
                  </a:lnTo>
                  <a:lnTo>
                    <a:pt x="560324" y="5402512"/>
                  </a:lnTo>
                  <a:lnTo>
                    <a:pt x="560450" y="5402512"/>
                  </a:lnTo>
                  <a:lnTo>
                    <a:pt x="560577" y="5402512"/>
                  </a:lnTo>
                  <a:lnTo>
                    <a:pt x="560703" y="5402512"/>
                  </a:lnTo>
                  <a:lnTo>
                    <a:pt x="560829" y="5402512"/>
                  </a:lnTo>
                  <a:lnTo>
                    <a:pt x="560955" y="5402512"/>
                  </a:lnTo>
                  <a:lnTo>
                    <a:pt x="561082" y="5402512"/>
                  </a:lnTo>
                  <a:lnTo>
                    <a:pt x="561208" y="5402512"/>
                  </a:lnTo>
                  <a:lnTo>
                    <a:pt x="561334" y="5402512"/>
                  </a:lnTo>
                  <a:lnTo>
                    <a:pt x="561460" y="5402512"/>
                  </a:lnTo>
                  <a:lnTo>
                    <a:pt x="561587" y="5402512"/>
                  </a:lnTo>
                  <a:lnTo>
                    <a:pt x="561713" y="5402512"/>
                  </a:lnTo>
                  <a:lnTo>
                    <a:pt x="561839" y="5402512"/>
                  </a:lnTo>
                  <a:lnTo>
                    <a:pt x="561966" y="5402512"/>
                  </a:lnTo>
                  <a:lnTo>
                    <a:pt x="562092" y="5402512"/>
                  </a:lnTo>
                  <a:lnTo>
                    <a:pt x="562218" y="5402512"/>
                  </a:lnTo>
                  <a:lnTo>
                    <a:pt x="562344" y="5402512"/>
                  </a:lnTo>
                  <a:lnTo>
                    <a:pt x="562471" y="5402512"/>
                  </a:lnTo>
                  <a:lnTo>
                    <a:pt x="562471" y="5397601"/>
                  </a:lnTo>
                  <a:lnTo>
                    <a:pt x="562597" y="5397601"/>
                  </a:lnTo>
                  <a:lnTo>
                    <a:pt x="562723" y="5397601"/>
                  </a:lnTo>
                  <a:lnTo>
                    <a:pt x="562849" y="5397601"/>
                  </a:lnTo>
                  <a:lnTo>
                    <a:pt x="562976" y="5397601"/>
                  </a:lnTo>
                  <a:lnTo>
                    <a:pt x="563102" y="5397601"/>
                  </a:lnTo>
                  <a:lnTo>
                    <a:pt x="563228" y="5397601"/>
                  </a:lnTo>
                  <a:lnTo>
                    <a:pt x="563354" y="5397601"/>
                  </a:lnTo>
                  <a:lnTo>
                    <a:pt x="563481" y="5397601"/>
                  </a:lnTo>
                  <a:lnTo>
                    <a:pt x="563607" y="5397601"/>
                  </a:lnTo>
                  <a:lnTo>
                    <a:pt x="563733" y="5397601"/>
                  </a:lnTo>
                  <a:lnTo>
                    <a:pt x="563859" y="5397601"/>
                  </a:lnTo>
                  <a:lnTo>
                    <a:pt x="563986" y="5397601"/>
                  </a:lnTo>
                  <a:lnTo>
                    <a:pt x="564112" y="5397601"/>
                  </a:lnTo>
                  <a:lnTo>
                    <a:pt x="564238" y="5397601"/>
                  </a:lnTo>
                  <a:lnTo>
                    <a:pt x="564364" y="5397601"/>
                  </a:lnTo>
                  <a:lnTo>
                    <a:pt x="564491" y="5397601"/>
                  </a:lnTo>
                  <a:lnTo>
                    <a:pt x="564617" y="5397601"/>
                  </a:lnTo>
                  <a:lnTo>
                    <a:pt x="564743" y="5397601"/>
                  </a:lnTo>
                  <a:lnTo>
                    <a:pt x="564869" y="5397601"/>
                  </a:lnTo>
                  <a:lnTo>
                    <a:pt x="564869" y="5392689"/>
                  </a:lnTo>
                  <a:lnTo>
                    <a:pt x="564996" y="5392689"/>
                  </a:lnTo>
                  <a:lnTo>
                    <a:pt x="565122" y="5392689"/>
                  </a:lnTo>
                  <a:lnTo>
                    <a:pt x="565248" y="5392689"/>
                  </a:lnTo>
                  <a:lnTo>
                    <a:pt x="565374" y="5392689"/>
                  </a:lnTo>
                  <a:lnTo>
                    <a:pt x="565501" y="5392689"/>
                  </a:lnTo>
                  <a:lnTo>
                    <a:pt x="565627" y="5392689"/>
                  </a:lnTo>
                  <a:lnTo>
                    <a:pt x="565627" y="5387778"/>
                  </a:lnTo>
                  <a:lnTo>
                    <a:pt x="565753" y="5387778"/>
                  </a:lnTo>
                  <a:lnTo>
                    <a:pt x="565879" y="5387778"/>
                  </a:lnTo>
                  <a:lnTo>
                    <a:pt x="566006" y="5387778"/>
                  </a:lnTo>
                  <a:lnTo>
                    <a:pt x="566006" y="5382866"/>
                  </a:lnTo>
                  <a:lnTo>
                    <a:pt x="566132" y="5382866"/>
                  </a:lnTo>
                  <a:lnTo>
                    <a:pt x="566258" y="5382866"/>
                  </a:lnTo>
                  <a:lnTo>
                    <a:pt x="566384" y="5382866"/>
                  </a:lnTo>
                  <a:lnTo>
                    <a:pt x="566511" y="5382866"/>
                  </a:lnTo>
                  <a:lnTo>
                    <a:pt x="566637" y="5382866"/>
                  </a:lnTo>
                  <a:lnTo>
                    <a:pt x="566763" y="5382866"/>
                  </a:lnTo>
                  <a:lnTo>
                    <a:pt x="566889" y="5382866"/>
                  </a:lnTo>
                  <a:lnTo>
                    <a:pt x="567016" y="5382866"/>
                  </a:lnTo>
                  <a:lnTo>
                    <a:pt x="567142" y="5382866"/>
                  </a:lnTo>
                  <a:lnTo>
                    <a:pt x="567268" y="5382866"/>
                  </a:lnTo>
                  <a:lnTo>
                    <a:pt x="567395" y="5382866"/>
                  </a:lnTo>
                  <a:lnTo>
                    <a:pt x="567521" y="5382866"/>
                  </a:lnTo>
                  <a:lnTo>
                    <a:pt x="567647" y="5382866"/>
                  </a:lnTo>
                  <a:lnTo>
                    <a:pt x="567773" y="5382866"/>
                  </a:lnTo>
                  <a:lnTo>
                    <a:pt x="567900" y="5382866"/>
                  </a:lnTo>
                  <a:lnTo>
                    <a:pt x="568026" y="5382866"/>
                  </a:lnTo>
                  <a:lnTo>
                    <a:pt x="568152" y="5382866"/>
                  </a:lnTo>
                  <a:lnTo>
                    <a:pt x="568278" y="5382866"/>
                  </a:lnTo>
                  <a:lnTo>
                    <a:pt x="568405" y="5382866"/>
                  </a:lnTo>
                  <a:lnTo>
                    <a:pt x="568531" y="5382866"/>
                  </a:lnTo>
                  <a:lnTo>
                    <a:pt x="568657" y="5382866"/>
                  </a:lnTo>
                  <a:lnTo>
                    <a:pt x="568783" y="5382866"/>
                  </a:lnTo>
                  <a:lnTo>
                    <a:pt x="568910" y="5382866"/>
                  </a:lnTo>
                  <a:lnTo>
                    <a:pt x="569036" y="5382866"/>
                  </a:lnTo>
                  <a:lnTo>
                    <a:pt x="569162" y="5382866"/>
                  </a:lnTo>
                  <a:lnTo>
                    <a:pt x="569288" y="5382866"/>
                  </a:lnTo>
                  <a:lnTo>
                    <a:pt x="569415" y="5382866"/>
                  </a:lnTo>
                  <a:lnTo>
                    <a:pt x="569541" y="5382866"/>
                  </a:lnTo>
                  <a:lnTo>
                    <a:pt x="569667" y="5382866"/>
                  </a:lnTo>
                  <a:lnTo>
                    <a:pt x="569793" y="5382866"/>
                  </a:lnTo>
                  <a:lnTo>
                    <a:pt x="569920" y="5382866"/>
                  </a:lnTo>
                  <a:lnTo>
                    <a:pt x="570046" y="5382866"/>
                  </a:lnTo>
                  <a:lnTo>
                    <a:pt x="570172" y="5382866"/>
                  </a:lnTo>
                  <a:lnTo>
                    <a:pt x="570298" y="5382866"/>
                  </a:lnTo>
                  <a:lnTo>
                    <a:pt x="570425" y="5382866"/>
                  </a:lnTo>
                  <a:lnTo>
                    <a:pt x="570551" y="5382866"/>
                  </a:lnTo>
                  <a:lnTo>
                    <a:pt x="570677" y="5382866"/>
                  </a:lnTo>
                  <a:lnTo>
                    <a:pt x="570803" y="5382866"/>
                  </a:lnTo>
                  <a:lnTo>
                    <a:pt x="570930" y="5382866"/>
                  </a:lnTo>
                  <a:lnTo>
                    <a:pt x="571056" y="5382866"/>
                  </a:lnTo>
                  <a:lnTo>
                    <a:pt x="571182" y="5382866"/>
                  </a:lnTo>
                  <a:lnTo>
                    <a:pt x="571308" y="5382866"/>
                  </a:lnTo>
                  <a:lnTo>
                    <a:pt x="571435" y="5382866"/>
                  </a:lnTo>
                  <a:lnTo>
                    <a:pt x="571561" y="5382866"/>
                  </a:lnTo>
                  <a:lnTo>
                    <a:pt x="571687" y="5382866"/>
                  </a:lnTo>
                  <a:lnTo>
                    <a:pt x="571813" y="5382866"/>
                  </a:lnTo>
                  <a:lnTo>
                    <a:pt x="571940" y="5382866"/>
                  </a:lnTo>
                  <a:lnTo>
                    <a:pt x="572066" y="5382866"/>
                  </a:lnTo>
                  <a:lnTo>
                    <a:pt x="572192" y="5382866"/>
                  </a:lnTo>
                  <a:lnTo>
                    <a:pt x="572319" y="5382866"/>
                  </a:lnTo>
                  <a:lnTo>
                    <a:pt x="572445" y="5382866"/>
                  </a:lnTo>
                  <a:lnTo>
                    <a:pt x="572571" y="5382866"/>
                  </a:lnTo>
                  <a:lnTo>
                    <a:pt x="572697" y="5382866"/>
                  </a:lnTo>
                  <a:lnTo>
                    <a:pt x="572824" y="5382866"/>
                  </a:lnTo>
                  <a:lnTo>
                    <a:pt x="572950" y="5382866"/>
                  </a:lnTo>
                  <a:lnTo>
                    <a:pt x="573076" y="5382866"/>
                  </a:lnTo>
                  <a:lnTo>
                    <a:pt x="573202" y="5382866"/>
                  </a:lnTo>
                  <a:lnTo>
                    <a:pt x="573329" y="5382866"/>
                  </a:lnTo>
                  <a:lnTo>
                    <a:pt x="573455" y="5382866"/>
                  </a:lnTo>
                  <a:lnTo>
                    <a:pt x="573581" y="5382866"/>
                  </a:lnTo>
                  <a:lnTo>
                    <a:pt x="573707" y="5382866"/>
                  </a:lnTo>
                  <a:lnTo>
                    <a:pt x="573834" y="5382866"/>
                  </a:lnTo>
                  <a:lnTo>
                    <a:pt x="573960" y="5382866"/>
                  </a:lnTo>
                  <a:lnTo>
                    <a:pt x="574086" y="5382866"/>
                  </a:lnTo>
                  <a:lnTo>
                    <a:pt x="574212" y="5382866"/>
                  </a:lnTo>
                  <a:lnTo>
                    <a:pt x="574339" y="5382866"/>
                  </a:lnTo>
                  <a:lnTo>
                    <a:pt x="574465" y="5382866"/>
                  </a:lnTo>
                  <a:lnTo>
                    <a:pt x="574591" y="5382866"/>
                  </a:lnTo>
                  <a:lnTo>
                    <a:pt x="574717" y="5382866"/>
                  </a:lnTo>
                  <a:lnTo>
                    <a:pt x="574844" y="5382866"/>
                  </a:lnTo>
                  <a:lnTo>
                    <a:pt x="574970" y="5382866"/>
                  </a:lnTo>
                  <a:lnTo>
                    <a:pt x="575096" y="5382866"/>
                  </a:lnTo>
                  <a:lnTo>
                    <a:pt x="575222" y="5382866"/>
                  </a:lnTo>
                  <a:lnTo>
                    <a:pt x="575349" y="5382866"/>
                  </a:lnTo>
                  <a:lnTo>
                    <a:pt x="575475" y="5382866"/>
                  </a:lnTo>
                  <a:lnTo>
                    <a:pt x="575601" y="5382866"/>
                  </a:lnTo>
                  <a:lnTo>
                    <a:pt x="575727" y="5382866"/>
                  </a:lnTo>
                  <a:lnTo>
                    <a:pt x="575854" y="5382866"/>
                  </a:lnTo>
                  <a:lnTo>
                    <a:pt x="575980" y="5382866"/>
                  </a:lnTo>
                  <a:lnTo>
                    <a:pt x="576106" y="5382866"/>
                  </a:lnTo>
                  <a:lnTo>
                    <a:pt x="576232" y="5382866"/>
                  </a:lnTo>
                  <a:lnTo>
                    <a:pt x="576359" y="5382866"/>
                  </a:lnTo>
                  <a:lnTo>
                    <a:pt x="576485" y="5382866"/>
                  </a:lnTo>
                  <a:lnTo>
                    <a:pt x="576611" y="5382866"/>
                  </a:lnTo>
                  <a:lnTo>
                    <a:pt x="576611" y="5377955"/>
                  </a:lnTo>
                  <a:lnTo>
                    <a:pt x="576737" y="5377955"/>
                  </a:lnTo>
                  <a:lnTo>
                    <a:pt x="576864" y="5377955"/>
                  </a:lnTo>
                  <a:lnTo>
                    <a:pt x="576990" y="5377955"/>
                  </a:lnTo>
                  <a:lnTo>
                    <a:pt x="577116" y="5377955"/>
                  </a:lnTo>
                  <a:lnTo>
                    <a:pt x="577242" y="5377955"/>
                  </a:lnTo>
                  <a:lnTo>
                    <a:pt x="577369" y="5377955"/>
                  </a:lnTo>
                  <a:lnTo>
                    <a:pt x="577495" y="5377955"/>
                  </a:lnTo>
                  <a:lnTo>
                    <a:pt x="577621" y="5377955"/>
                  </a:lnTo>
                  <a:lnTo>
                    <a:pt x="577748" y="5377955"/>
                  </a:lnTo>
                  <a:lnTo>
                    <a:pt x="577874" y="5377955"/>
                  </a:lnTo>
                  <a:lnTo>
                    <a:pt x="578000" y="5377955"/>
                  </a:lnTo>
                  <a:lnTo>
                    <a:pt x="578126" y="5377955"/>
                  </a:lnTo>
                  <a:lnTo>
                    <a:pt x="578253" y="5377955"/>
                  </a:lnTo>
                  <a:lnTo>
                    <a:pt x="578379" y="5377955"/>
                  </a:lnTo>
                  <a:lnTo>
                    <a:pt x="578505" y="5377955"/>
                  </a:lnTo>
                  <a:lnTo>
                    <a:pt x="578631" y="5377955"/>
                  </a:lnTo>
                  <a:lnTo>
                    <a:pt x="578758" y="5377955"/>
                  </a:lnTo>
                  <a:lnTo>
                    <a:pt x="578884" y="5377955"/>
                  </a:lnTo>
                  <a:lnTo>
                    <a:pt x="579010" y="5377955"/>
                  </a:lnTo>
                  <a:lnTo>
                    <a:pt x="579136" y="5377955"/>
                  </a:lnTo>
                  <a:lnTo>
                    <a:pt x="579263" y="5377955"/>
                  </a:lnTo>
                  <a:lnTo>
                    <a:pt x="579389" y="5377955"/>
                  </a:lnTo>
                  <a:lnTo>
                    <a:pt x="579515" y="5377955"/>
                  </a:lnTo>
                  <a:lnTo>
                    <a:pt x="579641" y="5377955"/>
                  </a:lnTo>
                  <a:lnTo>
                    <a:pt x="579768" y="5377955"/>
                  </a:lnTo>
                  <a:lnTo>
                    <a:pt x="579894" y="5377955"/>
                  </a:lnTo>
                  <a:lnTo>
                    <a:pt x="580020" y="5377955"/>
                  </a:lnTo>
                  <a:lnTo>
                    <a:pt x="580146" y="5377955"/>
                  </a:lnTo>
                  <a:lnTo>
                    <a:pt x="580273" y="5377955"/>
                  </a:lnTo>
                  <a:lnTo>
                    <a:pt x="580399" y="5377955"/>
                  </a:lnTo>
                  <a:lnTo>
                    <a:pt x="580525" y="5377955"/>
                  </a:lnTo>
                  <a:lnTo>
                    <a:pt x="580651" y="5377955"/>
                  </a:lnTo>
                  <a:lnTo>
                    <a:pt x="580778" y="5377955"/>
                  </a:lnTo>
                  <a:lnTo>
                    <a:pt x="580904" y="5377955"/>
                  </a:lnTo>
                  <a:lnTo>
                    <a:pt x="581030" y="5377955"/>
                  </a:lnTo>
                  <a:lnTo>
                    <a:pt x="581156" y="5377955"/>
                  </a:lnTo>
                  <a:lnTo>
                    <a:pt x="581283" y="5377955"/>
                  </a:lnTo>
                  <a:lnTo>
                    <a:pt x="581409" y="5377955"/>
                  </a:lnTo>
                  <a:lnTo>
                    <a:pt x="581535" y="5377955"/>
                  </a:lnTo>
                  <a:lnTo>
                    <a:pt x="581661" y="5377955"/>
                  </a:lnTo>
                  <a:lnTo>
                    <a:pt x="581788" y="5377955"/>
                  </a:lnTo>
                  <a:lnTo>
                    <a:pt x="581914" y="5377955"/>
                  </a:lnTo>
                  <a:lnTo>
                    <a:pt x="582040" y="5377955"/>
                  </a:lnTo>
                  <a:lnTo>
                    <a:pt x="582166" y="5377955"/>
                  </a:lnTo>
                  <a:lnTo>
                    <a:pt x="582293" y="5377955"/>
                  </a:lnTo>
                  <a:lnTo>
                    <a:pt x="582419" y="5377955"/>
                  </a:lnTo>
                  <a:lnTo>
                    <a:pt x="582545" y="5377955"/>
                  </a:lnTo>
                  <a:lnTo>
                    <a:pt x="582545" y="5373044"/>
                  </a:lnTo>
                  <a:lnTo>
                    <a:pt x="582672" y="5373044"/>
                  </a:lnTo>
                  <a:lnTo>
                    <a:pt x="582798" y="5373044"/>
                  </a:lnTo>
                  <a:lnTo>
                    <a:pt x="582924" y="5373044"/>
                  </a:lnTo>
                  <a:lnTo>
                    <a:pt x="582924" y="5368132"/>
                  </a:lnTo>
                  <a:lnTo>
                    <a:pt x="583050" y="5368132"/>
                  </a:lnTo>
                  <a:lnTo>
                    <a:pt x="583177" y="5368132"/>
                  </a:lnTo>
                  <a:lnTo>
                    <a:pt x="583303" y="5368132"/>
                  </a:lnTo>
                  <a:lnTo>
                    <a:pt x="583429" y="5368132"/>
                  </a:lnTo>
                  <a:lnTo>
                    <a:pt x="583555" y="5368132"/>
                  </a:lnTo>
                  <a:lnTo>
                    <a:pt x="583682" y="5368132"/>
                  </a:lnTo>
                  <a:lnTo>
                    <a:pt x="583808" y="5368132"/>
                  </a:lnTo>
                  <a:lnTo>
                    <a:pt x="583934" y="5368132"/>
                  </a:lnTo>
                  <a:lnTo>
                    <a:pt x="584060" y="5368132"/>
                  </a:lnTo>
                  <a:lnTo>
                    <a:pt x="584187" y="5368132"/>
                  </a:lnTo>
                  <a:lnTo>
                    <a:pt x="584313" y="5368132"/>
                  </a:lnTo>
                  <a:lnTo>
                    <a:pt x="584439" y="5368132"/>
                  </a:lnTo>
                  <a:lnTo>
                    <a:pt x="584565" y="5368132"/>
                  </a:lnTo>
                  <a:lnTo>
                    <a:pt x="584692" y="5368132"/>
                  </a:lnTo>
                  <a:lnTo>
                    <a:pt x="584818" y="5368132"/>
                  </a:lnTo>
                  <a:lnTo>
                    <a:pt x="584944" y="5368132"/>
                  </a:lnTo>
                  <a:lnTo>
                    <a:pt x="585070" y="5368132"/>
                  </a:lnTo>
                  <a:lnTo>
                    <a:pt x="585197" y="5368132"/>
                  </a:lnTo>
                  <a:lnTo>
                    <a:pt x="585323" y="5368132"/>
                  </a:lnTo>
                  <a:lnTo>
                    <a:pt x="585449" y="5368132"/>
                  </a:lnTo>
                  <a:lnTo>
                    <a:pt x="585575" y="5368132"/>
                  </a:lnTo>
                  <a:lnTo>
                    <a:pt x="585702" y="5368132"/>
                  </a:lnTo>
                  <a:lnTo>
                    <a:pt x="585828" y="5368132"/>
                  </a:lnTo>
                  <a:lnTo>
                    <a:pt x="585954" y="5368132"/>
                  </a:lnTo>
                  <a:lnTo>
                    <a:pt x="586080" y="5368132"/>
                  </a:lnTo>
                  <a:lnTo>
                    <a:pt x="586207" y="5368132"/>
                  </a:lnTo>
                  <a:lnTo>
                    <a:pt x="586333" y="5368132"/>
                  </a:lnTo>
                  <a:lnTo>
                    <a:pt x="586459" y="5368132"/>
                  </a:lnTo>
                  <a:lnTo>
                    <a:pt x="586585" y="5368132"/>
                  </a:lnTo>
                  <a:lnTo>
                    <a:pt x="586712" y="5368132"/>
                  </a:lnTo>
                  <a:lnTo>
                    <a:pt x="586838" y="5368132"/>
                  </a:lnTo>
                  <a:lnTo>
                    <a:pt x="586964" y="5368132"/>
                  </a:lnTo>
                  <a:lnTo>
                    <a:pt x="587090" y="5368132"/>
                  </a:lnTo>
                  <a:lnTo>
                    <a:pt x="587217" y="5368132"/>
                  </a:lnTo>
                  <a:lnTo>
                    <a:pt x="587343" y="5368132"/>
                  </a:lnTo>
                  <a:lnTo>
                    <a:pt x="587469" y="5368132"/>
                  </a:lnTo>
                  <a:lnTo>
                    <a:pt x="587595" y="5368132"/>
                  </a:lnTo>
                  <a:lnTo>
                    <a:pt x="587722" y="5368132"/>
                  </a:lnTo>
                  <a:lnTo>
                    <a:pt x="587848" y="5368132"/>
                  </a:lnTo>
                  <a:lnTo>
                    <a:pt x="587974" y="5368132"/>
                  </a:lnTo>
                  <a:lnTo>
                    <a:pt x="588101" y="5368132"/>
                  </a:lnTo>
                  <a:lnTo>
                    <a:pt x="588227" y="5368132"/>
                  </a:lnTo>
                  <a:lnTo>
                    <a:pt x="588353" y="5368132"/>
                  </a:lnTo>
                  <a:lnTo>
                    <a:pt x="588479" y="5368132"/>
                  </a:lnTo>
                  <a:lnTo>
                    <a:pt x="588606" y="5368132"/>
                  </a:lnTo>
                  <a:lnTo>
                    <a:pt x="588732" y="5368132"/>
                  </a:lnTo>
                  <a:lnTo>
                    <a:pt x="588858" y="5368132"/>
                  </a:lnTo>
                  <a:lnTo>
                    <a:pt x="588984" y="5368132"/>
                  </a:lnTo>
                  <a:lnTo>
                    <a:pt x="589111" y="5368132"/>
                  </a:lnTo>
                  <a:lnTo>
                    <a:pt x="589237" y="5368132"/>
                  </a:lnTo>
                  <a:lnTo>
                    <a:pt x="589363" y="5368132"/>
                  </a:lnTo>
                  <a:lnTo>
                    <a:pt x="589489" y="5368132"/>
                  </a:lnTo>
                  <a:lnTo>
                    <a:pt x="589616" y="5368132"/>
                  </a:lnTo>
                  <a:lnTo>
                    <a:pt x="589742" y="5368132"/>
                  </a:lnTo>
                  <a:lnTo>
                    <a:pt x="589868" y="5368132"/>
                  </a:lnTo>
                  <a:lnTo>
                    <a:pt x="589994" y="5368132"/>
                  </a:lnTo>
                  <a:lnTo>
                    <a:pt x="590121" y="5368132"/>
                  </a:lnTo>
                  <a:lnTo>
                    <a:pt x="590247" y="5368132"/>
                  </a:lnTo>
                  <a:lnTo>
                    <a:pt x="590373" y="5368132"/>
                  </a:lnTo>
                  <a:lnTo>
                    <a:pt x="590499" y="5368132"/>
                  </a:lnTo>
                  <a:lnTo>
                    <a:pt x="590626" y="5368132"/>
                  </a:lnTo>
                  <a:lnTo>
                    <a:pt x="590752" y="5368132"/>
                  </a:lnTo>
                  <a:lnTo>
                    <a:pt x="590878" y="5368132"/>
                  </a:lnTo>
                  <a:lnTo>
                    <a:pt x="590878" y="5363221"/>
                  </a:lnTo>
                  <a:lnTo>
                    <a:pt x="591004" y="5363221"/>
                  </a:lnTo>
                  <a:lnTo>
                    <a:pt x="591131" y="5363221"/>
                  </a:lnTo>
                  <a:lnTo>
                    <a:pt x="591257" y="5363221"/>
                  </a:lnTo>
                  <a:lnTo>
                    <a:pt x="591257" y="5358310"/>
                  </a:lnTo>
                  <a:lnTo>
                    <a:pt x="591383" y="5358310"/>
                  </a:lnTo>
                  <a:lnTo>
                    <a:pt x="591509" y="5358310"/>
                  </a:lnTo>
                  <a:lnTo>
                    <a:pt x="591636" y="5358310"/>
                  </a:lnTo>
                  <a:lnTo>
                    <a:pt x="591762" y="5358310"/>
                  </a:lnTo>
                  <a:lnTo>
                    <a:pt x="591888" y="5358310"/>
                  </a:lnTo>
                  <a:lnTo>
                    <a:pt x="592014" y="5358310"/>
                  </a:lnTo>
                  <a:lnTo>
                    <a:pt x="592141" y="5358310"/>
                  </a:lnTo>
                  <a:lnTo>
                    <a:pt x="592267" y="5358310"/>
                  </a:lnTo>
                  <a:lnTo>
                    <a:pt x="592393" y="5358310"/>
                  </a:lnTo>
                  <a:lnTo>
                    <a:pt x="592519" y="5358310"/>
                  </a:lnTo>
                  <a:lnTo>
                    <a:pt x="592646" y="5358310"/>
                  </a:lnTo>
                  <a:lnTo>
                    <a:pt x="592772" y="5358310"/>
                  </a:lnTo>
                  <a:lnTo>
                    <a:pt x="592898" y="5358310"/>
                  </a:lnTo>
                  <a:lnTo>
                    <a:pt x="593025" y="5358310"/>
                  </a:lnTo>
                  <a:lnTo>
                    <a:pt x="593151" y="5358310"/>
                  </a:lnTo>
                  <a:lnTo>
                    <a:pt x="593277" y="5358310"/>
                  </a:lnTo>
                  <a:lnTo>
                    <a:pt x="593403" y="5358310"/>
                  </a:lnTo>
                  <a:lnTo>
                    <a:pt x="593530" y="5358310"/>
                  </a:lnTo>
                  <a:lnTo>
                    <a:pt x="593656" y="5358310"/>
                  </a:lnTo>
                  <a:lnTo>
                    <a:pt x="593782" y="5358310"/>
                  </a:lnTo>
                  <a:lnTo>
                    <a:pt x="593908" y="5358310"/>
                  </a:lnTo>
                  <a:lnTo>
                    <a:pt x="594035" y="5358310"/>
                  </a:lnTo>
                  <a:lnTo>
                    <a:pt x="594161" y="5358310"/>
                  </a:lnTo>
                  <a:lnTo>
                    <a:pt x="594287" y="5358310"/>
                  </a:lnTo>
                  <a:lnTo>
                    <a:pt x="594413" y="5358310"/>
                  </a:lnTo>
                  <a:lnTo>
                    <a:pt x="594540" y="5358310"/>
                  </a:lnTo>
                  <a:lnTo>
                    <a:pt x="594666" y="5358310"/>
                  </a:lnTo>
                  <a:lnTo>
                    <a:pt x="594792" y="5358310"/>
                  </a:lnTo>
                  <a:lnTo>
                    <a:pt x="594918" y="5358310"/>
                  </a:lnTo>
                  <a:lnTo>
                    <a:pt x="595045" y="5358310"/>
                  </a:lnTo>
                  <a:lnTo>
                    <a:pt x="595171" y="5358310"/>
                  </a:lnTo>
                  <a:lnTo>
                    <a:pt x="595297" y="5358310"/>
                  </a:lnTo>
                  <a:lnTo>
                    <a:pt x="595423" y="5358310"/>
                  </a:lnTo>
                  <a:lnTo>
                    <a:pt x="595550" y="5358310"/>
                  </a:lnTo>
                  <a:lnTo>
                    <a:pt x="595676" y="5358310"/>
                  </a:lnTo>
                  <a:lnTo>
                    <a:pt x="595802" y="5358310"/>
                  </a:lnTo>
                  <a:lnTo>
                    <a:pt x="595928" y="5358310"/>
                  </a:lnTo>
                  <a:lnTo>
                    <a:pt x="596055" y="5358310"/>
                  </a:lnTo>
                  <a:lnTo>
                    <a:pt x="596181" y="5358310"/>
                  </a:lnTo>
                  <a:lnTo>
                    <a:pt x="596307" y="5358310"/>
                  </a:lnTo>
                  <a:lnTo>
                    <a:pt x="596433" y="5358310"/>
                  </a:lnTo>
                  <a:lnTo>
                    <a:pt x="596560" y="5358310"/>
                  </a:lnTo>
                  <a:lnTo>
                    <a:pt x="596686" y="5358310"/>
                  </a:lnTo>
                  <a:lnTo>
                    <a:pt x="596812" y="5358310"/>
                  </a:lnTo>
                  <a:lnTo>
                    <a:pt x="596938" y="5358310"/>
                  </a:lnTo>
                  <a:lnTo>
                    <a:pt x="597065" y="5358310"/>
                  </a:lnTo>
                  <a:lnTo>
                    <a:pt x="597065" y="5353398"/>
                  </a:lnTo>
                  <a:lnTo>
                    <a:pt x="597191" y="5353398"/>
                  </a:lnTo>
                  <a:lnTo>
                    <a:pt x="597317" y="5353398"/>
                  </a:lnTo>
                  <a:lnTo>
                    <a:pt x="597443" y="5353398"/>
                  </a:lnTo>
                  <a:lnTo>
                    <a:pt x="597570" y="5353398"/>
                  </a:lnTo>
                  <a:lnTo>
                    <a:pt x="597696" y="5353398"/>
                  </a:lnTo>
                  <a:lnTo>
                    <a:pt x="597822" y="5353398"/>
                  </a:lnTo>
                  <a:lnTo>
                    <a:pt x="597949" y="5353398"/>
                  </a:lnTo>
                  <a:lnTo>
                    <a:pt x="598075" y="5353398"/>
                  </a:lnTo>
                  <a:lnTo>
                    <a:pt x="598201" y="5353398"/>
                  </a:lnTo>
                  <a:lnTo>
                    <a:pt x="598327" y="5353398"/>
                  </a:lnTo>
                  <a:lnTo>
                    <a:pt x="598454" y="5353398"/>
                  </a:lnTo>
                  <a:lnTo>
                    <a:pt x="598580" y="5353398"/>
                  </a:lnTo>
                  <a:lnTo>
                    <a:pt x="598706" y="5353398"/>
                  </a:lnTo>
                  <a:lnTo>
                    <a:pt x="598832" y="5353398"/>
                  </a:lnTo>
                  <a:lnTo>
                    <a:pt x="598959" y="5353398"/>
                  </a:lnTo>
                  <a:lnTo>
                    <a:pt x="599085" y="5353398"/>
                  </a:lnTo>
                  <a:lnTo>
                    <a:pt x="599085" y="5348487"/>
                  </a:lnTo>
                  <a:lnTo>
                    <a:pt x="599211" y="5348487"/>
                  </a:lnTo>
                  <a:lnTo>
                    <a:pt x="599337" y="5348487"/>
                  </a:lnTo>
                  <a:lnTo>
                    <a:pt x="599464" y="5348487"/>
                  </a:lnTo>
                  <a:lnTo>
                    <a:pt x="599590" y="5348487"/>
                  </a:lnTo>
                  <a:lnTo>
                    <a:pt x="599716" y="5348487"/>
                  </a:lnTo>
                  <a:lnTo>
                    <a:pt x="599842" y="5348487"/>
                  </a:lnTo>
                  <a:lnTo>
                    <a:pt x="599969" y="5348487"/>
                  </a:lnTo>
                  <a:lnTo>
                    <a:pt x="600095" y="5348487"/>
                  </a:lnTo>
                  <a:lnTo>
                    <a:pt x="600221" y="5348487"/>
                  </a:lnTo>
                  <a:lnTo>
                    <a:pt x="600221" y="5343575"/>
                  </a:lnTo>
                  <a:lnTo>
                    <a:pt x="600347" y="5343575"/>
                  </a:lnTo>
                  <a:lnTo>
                    <a:pt x="600474" y="5343575"/>
                  </a:lnTo>
                  <a:lnTo>
                    <a:pt x="600600" y="5343575"/>
                  </a:lnTo>
                  <a:lnTo>
                    <a:pt x="600726" y="5343575"/>
                  </a:lnTo>
                  <a:lnTo>
                    <a:pt x="600852" y="5343575"/>
                  </a:lnTo>
                  <a:lnTo>
                    <a:pt x="600979" y="5343575"/>
                  </a:lnTo>
                  <a:lnTo>
                    <a:pt x="601105" y="5343575"/>
                  </a:lnTo>
                  <a:lnTo>
                    <a:pt x="601231" y="5343575"/>
                  </a:lnTo>
                  <a:lnTo>
                    <a:pt x="601357" y="5343575"/>
                  </a:lnTo>
                  <a:lnTo>
                    <a:pt x="601484" y="5343575"/>
                  </a:lnTo>
                  <a:lnTo>
                    <a:pt x="601610" y="5343575"/>
                  </a:lnTo>
                  <a:lnTo>
                    <a:pt x="601736" y="5343575"/>
                  </a:lnTo>
                  <a:lnTo>
                    <a:pt x="601862" y="5343575"/>
                  </a:lnTo>
                  <a:lnTo>
                    <a:pt x="601989" y="5343575"/>
                  </a:lnTo>
                  <a:lnTo>
                    <a:pt x="602115" y="5343575"/>
                  </a:lnTo>
                  <a:lnTo>
                    <a:pt x="602241" y="5343575"/>
                  </a:lnTo>
                  <a:lnTo>
                    <a:pt x="602367" y="5343575"/>
                  </a:lnTo>
                  <a:lnTo>
                    <a:pt x="602494" y="5343575"/>
                  </a:lnTo>
                  <a:lnTo>
                    <a:pt x="602620" y="5343575"/>
                  </a:lnTo>
                  <a:lnTo>
                    <a:pt x="602746" y="5343575"/>
                  </a:lnTo>
                  <a:lnTo>
                    <a:pt x="602872" y="5343575"/>
                  </a:lnTo>
                  <a:lnTo>
                    <a:pt x="602999" y="5343575"/>
                  </a:lnTo>
                  <a:lnTo>
                    <a:pt x="603125" y="5343575"/>
                  </a:lnTo>
                  <a:lnTo>
                    <a:pt x="603251" y="5343575"/>
                  </a:lnTo>
                  <a:lnTo>
                    <a:pt x="603378" y="5343575"/>
                  </a:lnTo>
                  <a:lnTo>
                    <a:pt x="603504" y="5343575"/>
                  </a:lnTo>
                  <a:lnTo>
                    <a:pt x="603630" y="5343575"/>
                  </a:lnTo>
                  <a:lnTo>
                    <a:pt x="603756" y="5343575"/>
                  </a:lnTo>
                  <a:lnTo>
                    <a:pt x="603883" y="5343575"/>
                  </a:lnTo>
                  <a:lnTo>
                    <a:pt x="604009" y="5343575"/>
                  </a:lnTo>
                  <a:lnTo>
                    <a:pt x="604135" y="5343575"/>
                  </a:lnTo>
                  <a:lnTo>
                    <a:pt x="604261" y="5343575"/>
                  </a:lnTo>
                  <a:lnTo>
                    <a:pt x="604388" y="5343575"/>
                  </a:lnTo>
                  <a:lnTo>
                    <a:pt x="604514" y="5343575"/>
                  </a:lnTo>
                  <a:lnTo>
                    <a:pt x="604640" y="5343575"/>
                  </a:lnTo>
                  <a:lnTo>
                    <a:pt x="604766" y="5343575"/>
                  </a:lnTo>
                  <a:lnTo>
                    <a:pt x="604893" y="5343575"/>
                  </a:lnTo>
                  <a:lnTo>
                    <a:pt x="605019" y="5343575"/>
                  </a:lnTo>
                  <a:lnTo>
                    <a:pt x="605145" y="5343575"/>
                  </a:lnTo>
                  <a:lnTo>
                    <a:pt x="605271" y="5343575"/>
                  </a:lnTo>
                  <a:lnTo>
                    <a:pt x="605398" y="5343575"/>
                  </a:lnTo>
                  <a:lnTo>
                    <a:pt x="605524" y="5343575"/>
                  </a:lnTo>
                  <a:lnTo>
                    <a:pt x="605650" y="5343575"/>
                  </a:lnTo>
                  <a:lnTo>
                    <a:pt x="605776" y="5343575"/>
                  </a:lnTo>
                  <a:lnTo>
                    <a:pt x="605903" y="5343575"/>
                  </a:lnTo>
                  <a:lnTo>
                    <a:pt x="606029" y="5343575"/>
                  </a:lnTo>
                  <a:lnTo>
                    <a:pt x="606155" y="5343575"/>
                  </a:lnTo>
                  <a:lnTo>
                    <a:pt x="606281" y="5343575"/>
                  </a:lnTo>
                  <a:lnTo>
                    <a:pt x="606281" y="5338664"/>
                  </a:lnTo>
                  <a:lnTo>
                    <a:pt x="606408" y="5338664"/>
                  </a:lnTo>
                  <a:lnTo>
                    <a:pt x="606534" y="5338664"/>
                  </a:lnTo>
                  <a:lnTo>
                    <a:pt x="606660" y="5338664"/>
                  </a:lnTo>
                  <a:lnTo>
                    <a:pt x="606786" y="5338664"/>
                  </a:lnTo>
                  <a:lnTo>
                    <a:pt x="606913" y="5338664"/>
                  </a:lnTo>
                  <a:lnTo>
                    <a:pt x="607039" y="5338664"/>
                  </a:lnTo>
                  <a:lnTo>
                    <a:pt x="607165" y="5338664"/>
                  </a:lnTo>
                  <a:lnTo>
                    <a:pt x="607291" y="5338664"/>
                  </a:lnTo>
                  <a:lnTo>
                    <a:pt x="607291" y="5333753"/>
                  </a:lnTo>
                  <a:lnTo>
                    <a:pt x="607418" y="5333753"/>
                  </a:lnTo>
                  <a:lnTo>
                    <a:pt x="607544" y="5333753"/>
                  </a:lnTo>
                  <a:lnTo>
                    <a:pt x="607670" y="5333753"/>
                  </a:lnTo>
                  <a:lnTo>
                    <a:pt x="607796" y="5333753"/>
                  </a:lnTo>
                  <a:lnTo>
                    <a:pt x="607923" y="5333753"/>
                  </a:lnTo>
                  <a:lnTo>
                    <a:pt x="608049" y="5333753"/>
                  </a:lnTo>
                  <a:lnTo>
                    <a:pt x="608049" y="5328841"/>
                  </a:lnTo>
                  <a:lnTo>
                    <a:pt x="608175" y="5328841"/>
                  </a:lnTo>
                  <a:lnTo>
                    <a:pt x="608302" y="5328841"/>
                  </a:lnTo>
                  <a:lnTo>
                    <a:pt x="608428" y="5328841"/>
                  </a:lnTo>
                  <a:lnTo>
                    <a:pt x="608554" y="5328841"/>
                  </a:lnTo>
                  <a:lnTo>
                    <a:pt x="608680" y="5328841"/>
                  </a:lnTo>
                  <a:lnTo>
                    <a:pt x="608807" y="5328841"/>
                  </a:lnTo>
                  <a:lnTo>
                    <a:pt x="608933" y="5328841"/>
                  </a:lnTo>
                  <a:lnTo>
                    <a:pt x="609059" y="5328841"/>
                  </a:lnTo>
                  <a:lnTo>
                    <a:pt x="609185" y="5328841"/>
                  </a:lnTo>
                  <a:lnTo>
                    <a:pt x="609312" y="5328841"/>
                  </a:lnTo>
                  <a:lnTo>
                    <a:pt x="609438" y="5328841"/>
                  </a:lnTo>
                  <a:lnTo>
                    <a:pt x="609564" y="5328841"/>
                  </a:lnTo>
                  <a:lnTo>
                    <a:pt x="609690" y="5328841"/>
                  </a:lnTo>
                  <a:lnTo>
                    <a:pt x="609817" y="5328841"/>
                  </a:lnTo>
                  <a:lnTo>
                    <a:pt x="609943" y="5328841"/>
                  </a:lnTo>
                  <a:lnTo>
                    <a:pt x="610069" y="5328841"/>
                  </a:lnTo>
                  <a:lnTo>
                    <a:pt x="610195" y="5328841"/>
                  </a:lnTo>
                  <a:lnTo>
                    <a:pt x="610322" y="5328841"/>
                  </a:lnTo>
                  <a:lnTo>
                    <a:pt x="610448" y="5328841"/>
                  </a:lnTo>
                  <a:lnTo>
                    <a:pt x="610574" y="5328841"/>
                  </a:lnTo>
                  <a:lnTo>
                    <a:pt x="610700" y="5328841"/>
                  </a:lnTo>
                  <a:lnTo>
                    <a:pt x="610827" y="5328841"/>
                  </a:lnTo>
                  <a:lnTo>
                    <a:pt x="610953" y="5328841"/>
                  </a:lnTo>
                  <a:lnTo>
                    <a:pt x="611079" y="5328841"/>
                  </a:lnTo>
                  <a:lnTo>
                    <a:pt x="611205" y="5328841"/>
                  </a:lnTo>
                  <a:lnTo>
                    <a:pt x="611332" y="5328841"/>
                  </a:lnTo>
                  <a:lnTo>
                    <a:pt x="611458" y="5328841"/>
                  </a:lnTo>
                  <a:lnTo>
                    <a:pt x="611584" y="5328841"/>
                  </a:lnTo>
                  <a:lnTo>
                    <a:pt x="611710" y="5328841"/>
                  </a:lnTo>
                  <a:lnTo>
                    <a:pt x="611837" y="5328841"/>
                  </a:lnTo>
                  <a:lnTo>
                    <a:pt x="611963" y="5328841"/>
                  </a:lnTo>
                  <a:lnTo>
                    <a:pt x="612089" y="5328841"/>
                  </a:lnTo>
                  <a:lnTo>
                    <a:pt x="612089" y="5323930"/>
                  </a:lnTo>
                  <a:lnTo>
                    <a:pt x="612215" y="5323930"/>
                  </a:lnTo>
                  <a:lnTo>
                    <a:pt x="612342" y="5323930"/>
                  </a:lnTo>
                  <a:lnTo>
                    <a:pt x="612468" y="5323930"/>
                  </a:lnTo>
                  <a:lnTo>
                    <a:pt x="612594" y="5323930"/>
                  </a:lnTo>
                  <a:lnTo>
                    <a:pt x="612720" y="5323930"/>
                  </a:lnTo>
                  <a:lnTo>
                    <a:pt x="612847" y="5323930"/>
                  </a:lnTo>
                  <a:lnTo>
                    <a:pt x="612973" y="5323930"/>
                  </a:lnTo>
                  <a:lnTo>
                    <a:pt x="613099" y="5323930"/>
                  </a:lnTo>
                  <a:lnTo>
                    <a:pt x="613225" y="5323930"/>
                  </a:lnTo>
                  <a:lnTo>
                    <a:pt x="613352" y="5323930"/>
                  </a:lnTo>
                  <a:lnTo>
                    <a:pt x="613478" y="5323930"/>
                  </a:lnTo>
                  <a:lnTo>
                    <a:pt x="613604" y="5323930"/>
                  </a:lnTo>
                  <a:lnTo>
                    <a:pt x="613731" y="5323930"/>
                  </a:lnTo>
                  <a:lnTo>
                    <a:pt x="613857" y="5323930"/>
                  </a:lnTo>
                  <a:lnTo>
                    <a:pt x="613983" y="5323930"/>
                  </a:lnTo>
                  <a:lnTo>
                    <a:pt x="614109" y="5323930"/>
                  </a:lnTo>
                  <a:lnTo>
                    <a:pt x="614236" y="5323930"/>
                  </a:lnTo>
                  <a:lnTo>
                    <a:pt x="614362" y="5323930"/>
                  </a:lnTo>
                  <a:lnTo>
                    <a:pt x="614488" y="5323930"/>
                  </a:lnTo>
                  <a:lnTo>
                    <a:pt x="614614" y="5323930"/>
                  </a:lnTo>
                  <a:lnTo>
                    <a:pt x="614741" y="5323930"/>
                  </a:lnTo>
                  <a:lnTo>
                    <a:pt x="614867" y="5323930"/>
                  </a:lnTo>
                  <a:lnTo>
                    <a:pt x="614993" y="5323930"/>
                  </a:lnTo>
                  <a:lnTo>
                    <a:pt x="615119" y="5323930"/>
                  </a:lnTo>
                  <a:lnTo>
                    <a:pt x="615246" y="5323930"/>
                  </a:lnTo>
                  <a:lnTo>
                    <a:pt x="615372" y="5323930"/>
                  </a:lnTo>
                  <a:lnTo>
                    <a:pt x="615498" y="5323930"/>
                  </a:lnTo>
                  <a:lnTo>
                    <a:pt x="615624" y="5323930"/>
                  </a:lnTo>
                  <a:lnTo>
                    <a:pt x="615751" y="5323930"/>
                  </a:lnTo>
                  <a:lnTo>
                    <a:pt x="615877" y="5323930"/>
                  </a:lnTo>
                  <a:lnTo>
                    <a:pt x="616003" y="5323930"/>
                  </a:lnTo>
                  <a:lnTo>
                    <a:pt x="616129" y="5323930"/>
                  </a:lnTo>
                  <a:lnTo>
                    <a:pt x="616256" y="5323930"/>
                  </a:lnTo>
                  <a:lnTo>
                    <a:pt x="616256" y="5319019"/>
                  </a:lnTo>
                  <a:lnTo>
                    <a:pt x="616382" y="5319019"/>
                  </a:lnTo>
                  <a:lnTo>
                    <a:pt x="616508" y="5319019"/>
                  </a:lnTo>
                  <a:lnTo>
                    <a:pt x="616634" y="5319019"/>
                  </a:lnTo>
                  <a:lnTo>
                    <a:pt x="616761" y="5319019"/>
                  </a:lnTo>
                  <a:lnTo>
                    <a:pt x="616887" y="5319019"/>
                  </a:lnTo>
                  <a:lnTo>
                    <a:pt x="617013" y="5319019"/>
                  </a:lnTo>
                  <a:lnTo>
                    <a:pt x="617013" y="5314107"/>
                  </a:lnTo>
                  <a:lnTo>
                    <a:pt x="617139" y="5314107"/>
                  </a:lnTo>
                  <a:lnTo>
                    <a:pt x="617266" y="5314107"/>
                  </a:lnTo>
                  <a:lnTo>
                    <a:pt x="617392" y="5314107"/>
                  </a:lnTo>
                  <a:lnTo>
                    <a:pt x="617518" y="5314107"/>
                  </a:lnTo>
                  <a:lnTo>
                    <a:pt x="617644" y="5314107"/>
                  </a:lnTo>
                  <a:lnTo>
                    <a:pt x="617771" y="5314107"/>
                  </a:lnTo>
                  <a:lnTo>
                    <a:pt x="617897" y="5314107"/>
                  </a:lnTo>
                  <a:lnTo>
                    <a:pt x="618023" y="5314107"/>
                  </a:lnTo>
                  <a:lnTo>
                    <a:pt x="618149" y="5314107"/>
                  </a:lnTo>
                  <a:lnTo>
                    <a:pt x="618276" y="5314107"/>
                  </a:lnTo>
                  <a:lnTo>
                    <a:pt x="618402" y="5314107"/>
                  </a:lnTo>
                  <a:lnTo>
                    <a:pt x="618528" y="5314107"/>
                  </a:lnTo>
                  <a:lnTo>
                    <a:pt x="618655" y="5314107"/>
                  </a:lnTo>
                  <a:lnTo>
                    <a:pt x="618781" y="5314107"/>
                  </a:lnTo>
                  <a:lnTo>
                    <a:pt x="618907" y="5314107"/>
                  </a:lnTo>
                  <a:lnTo>
                    <a:pt x="619033" y="5314107"/>
                  </a:lnTo>
                  <a:lnTo>
                    <a:pt x="619160" y="5314107"/>
                  </a:lnTo>
                  <a:lnTo>
                    <a:pt x="619286" y="5314107"/>
                  </a:lnTo>
                  <a:lnTo>
                    <a:pt x="619412" y="5314107"/>
                  </a:lnTo>
                  <a:lnTo>
                    <a:pt x="619538" y="5314107"/>
                  </a:lnTo>
                  <a:lnTo>
                    <a:pt x="619665" y="5314107"/>
                  </a:lnTo>
                  <a:lnTo>
                    <a:pt x="619791" y="5314107"/>
                  </a:lnTo>
                  <a:lnTo>
                    <a:pt x="619917" y="5314107"/>
                  </a:lnTo>
                  <a:lnTo>
                    <a:pt x="620043" y="5314107"/>
                  </a:lnTo>
                  <a:lnTo>
                    <a:pt x="620170" y="5314107"/>
                  </a:lnTo>
                  <a:lnTo>
                    <a:pt x="620296" y="5314107"/>
                  </a:lnTo>
                  <a:lnTo>
                    <a:pt x="620422" y="5314107"/>
                  </a:lnTo>
                  <a:lnTo>
                    <a:pt x="620548" y="5314107"/>
                  </a:lnTo>
                  <a:lnTo>
                    <a:pt x="620675" y="5314107"/>
                  </a:lnTo>
                  <a:lnTo>
                    <a:pt x="620675" y="5309196"/>
                  </a:lnTo>
                  <a:lnTo>
                    <a:pt x="620801" y="5309196"/>
                  </a:lnTo>
                  <a:lnTo>
                    <a:pt x="620927" y="5309196"/>
                  </a:lnTo>
                  <a:lnTo>
                    <a:pt x="621053" y="5309196"/>
                  </a:lnTo>
                  <a:lnTo>
                    <a:pt x="621053" y="5304284"/>
                  </a:lnTo>
                  <a:lnTo>
                    <a:pt x="621180" y="5304284"/>
                  </a:lnTo>
                  <a:lnTo>
                    <a:pt x="621180" y="5299373"/>
                  </a:lnTo>
                  <a:lnTo>
                    <a:pt x="621306" y="5299373"/>
                  </a:lnTo>
                  <a:lnTo>
                    <a:pt x="621432" y="5299373"/>
                  </a:lnTo>
                  <a:lnTo>
                    <a:pt x="621558" y="5299373"/>
                  </a:lnTo>
                  <a:lnTo>
                    <a:pt x="621685" y="5299373"/>
                  </a:lnTo>
                  <a:lnTo>
                    <a:pt x="621811" y="5299373"/>
                  </a:lnTo>
                  <a:lnTo>
                    <a:pt x="621937" y="5299373"/>
                  </a:lnTo>
                  <a:lnTo>
                    <a:pt x="622063" y="5299373"/>
                  </a:lnTo>
                  <a:lnTo>
                    <a:pt x="622190" y="5299373"/>
                  </a:lnTo>
                  <a:lnTo>
                    <a:pt x="622316" y="5299373"/>
                  </a:lnTo>
                  <a:lnTo>
                    <a:pt x="622442" y="5299373"/>
                  </a:lnTo>
                  <a:lnTo>
                    <a:pt x="622568" y="5299373"/>
                  </a:lnTo>
                  <a:lnTo>
                    <a:pt x="622695" y="5299373"/>
                  </a:lnTo>
                  <a:lnTo>
                    <a:pt x="622821" y="5299373"/>
                  </a:lnTo>
                  <a:lnTo>
                    <a:pt x="622947" y="5299373"/>
                  </a:lnTo>
                  <a:lnTo>
                    <a:pt x="623073" y="5299373"/>
                  </a:lnTo>
                  <a:lnTo>
                    <a:pt x="623200" y="5299373"/>
                  </a:lnTo>
                  <a:lnTo>
                    <a:pt x="623326" y="5299373"/>
                  </a:lnTo>
                  <a:lnTo>
                    <a:pt x="623452" y="5299373"/>
                  </a:lnTo>
                  <a:lnTo>
                    <a:pt x="623578" y="5299373"/>
                  </a:lnTo>
                  <a:lnTo>
                    <a:pt x="623705" y="5299373"/>
                  </a:lnTo>
                  <a:lnTo>
                    <a:pt x="623831" y="5299373"/>
                  </a:lnTo>
                  <a:lnTo>
                    <a:pt x="623957" y="5299373"/>
                  </a:lnTo>
                  <a:lnTo>
                    <a:pt x="624084" y="5299373"/>
                  </a:lnTo>
                  <a:lnTo>
                    <a:pt x="624210" y="5299373"/>
                  </a:lnTo>
                  <a:lnTo>
                    <a:pt x="624336" y="5299373"/>
                  </a:lnTo>
                  <a:lnTo>
                    <a:pt x="624462" y="5299373"/>
                  </a:lnTo>
                  <a:lnTo>
                    <a:pt x="624589" y="5299373"/>
                  </a:lnTo>
                  <a:lnTo>
                    <a:pt x="624715" y="5299373"/>
                  </a:lnTo>
                  <a:lnTo>
                    <a:pt x="624841" y="5299373"/>
                  </a:lnTo>
                  <a:lnTo>
                    <a:pt x="624967" y="5299373"/>
                  </a:lnTo>
                  <a:lnTo>
                    <a:pt x="625094" y="5299373"/>
                  </a:lnTo>
                  <a:lnTo>
                    <a:pt x="625220" y="5299373"/>
                  </a:lnTo>
                  <a:lnTo>
                    <a:pt x="625346" y="5299373"/>
                  </a:lnTo>
                  <a:lnTo>
                    <a:pt x="625472" y="5299373"/>
                  </a:lnTo>
                  <a:lnTo>
                    <a:pt x="625599" y="5299373"/>
                  </a:lnTo>
                  <a:lnTo>
                    <a:pt x="625725" y="5299373"/>
                  </a:lnTo>
                  <a:lnTo>
                    <a:pt x="625851" y="5299373"/>
                  </a:lnTo>
                  <a:lnTo>
                    <a:pt x="625977" y="5299373"/>
                  </a:lnTo>
                  <a:lnTo>
                    <a:pt x="626104" y="5299373"/>
                  </a:lnTo>
                  <a:lnTo>
                    <a:pt x="626230" y="5299373"/>
                  </a:lnTo>
                  <a:lnTo>
                    <a:pt x="626356" y="5299373"/>
                  </a:lnTo>
                  <a:lnTo>
                    <a:pt x="626482" y="5299373"/>
                  </a:lnTo>
                  <a:lnTo>
                    <a:pt x="626609" y="5299373"/>
                  </a:lnTo>
                  <a:lnTo>
                    <a:pt x="626735" y="5299373"/>
                  </a:lnTo>
                  <a:lnTo>
                    <a:pt x="626861" y="5299373"/>
                  </a:lnTo>
                  <a:lnTo>
                    <a:pt x="626987" y="5299373"/>
                  </a:lnTo>
                  <a:lnTo>
                    <a:pt x="627114" y="5299373"/>
                  </a:lnTo>
                  <a:lnTo>
                    <a:pt x="627240" y="5299373"/>
                  </a:lnTo>
                  <a:lnTo>
                    <a:pt x="627366" y="5299373"/>
                  </a:lnTo>
                  <a:lnTo>
                    <a:pt x="627492" y="5299373"/>
                  </a:lnTo>
                  <a:lnTo>
                    <a:pt x="627619" y="5299373"/>
                  </a:lnTo>
                  <a:lnTo>
                    <a:pt x="627745" y="5299373"/>
                  </a:lnTo>
                  <a:lnTo>
                    <a:pt x="627871" y="5299373"/>
                  </a:lnTo>
                  <a:lnTo>
                    <a:pt x="627871" y="5294462"/>
                  </a:lnTo>
                  <a:lnTo>
                    <a:pt x="627871" y="5289550"/>
                  </a:lnTo>
                  <a:lnTo>
                    <a:pt x="627997" y="5289550"/>
                  </a:lnTo>
                  <a:lnTo>
                    <a:pt x="628124" y="5289550"/>
                  </a:lnTo>
                  <a:lnTo>
                    <a:pt x="628250" y="5289550"/>
                  </a:lnTo>
                  <a:lnTo>
                    <a:pt x="628376" y="5289550"/>
                  </a:lnTo>
                  <a:lnTo>
                    <a:pt x="628502" y="5289550"/>
                  </a:lnTo>
                  <a:lnTo>
                    <a:pt x="628629" y="5289550"/>
                  </a:lnTo>
                  <a:lnTo>
                    <a:pt x="628755" y="5289550"/>
                  </a:lnTo>
                  <a:lnTo>
                    <a:pt x="628881" y="5289550"/>
                  </a:lnTo>
                  <a:lnTo>
                    <a:pt x="629008" y="5289550"/>
                  </a:lnTo>
                  <a:lnTo>
                    <a:pt x="629134" y="5289550"/>
                  </a:lnTo>
                  <a:lnTo>
                    <a:pt x="629260" y="5289550"/>
                  </a:lnTo>
                  <a:lnTo>
                    <a:pt x="629386" y="5289550"/>
                  </a:lnTo>
                  <a:lnTo>
                    <a:pt x="629513" y="5289550"/>
                  </a:lnTo>
                  <a:lnTo>
                    <a:pt x="629639" y="5289550"/>
                  </a:lnTo>
                  <a:lnTo>
                    <a:pt x="629765" y="5289550"/>
                  </a:lnTo>
                  <a:lnTo>
                    <a:pt x="629891" y="5289550"/>
                  </a:lnTo>
                  <a:lnTo>
                    <a:pt x="630018" y="5289550"/>
                  </a:lnTo>
                  <a:lnTo>
                    <a:pt x="630144" y="5289550"/>
                  </a:lnTo>
                  <a:lnTo>
                    <a:pt x="630270" y="5289550"/>
                  </a:lnTo>
                  <a:lnTo>
                    <a:pt x="630270" y="5284639"/>
                  </a:lnTo>
                  <a:lnTo>
                    <a:pt x="630396" y="5284639"/>
                  </a:lnTo>
                  <a:lnTo>
                    <a:pt x="630523" y="5284639"/>
                  </a:lnTo>
                  <a:lnTo>
                    <a:pt x="630649" y="5284639"/>
                  </a:lnTo>
                  <a:lnTo>
                    <a:pt x="630775" y="5284639"/>
                  </a:lnTo>
                  <a:lnTo>
                    <a:pt x="630901" y="5284639"/>
                  </a:lnTo>
                  <a:lnTo>
                    <a:pt x="631028" y="5284639"/>
                  </a:lnTo>
                  <a:lnTo>
                    <a:pt x="631154" y="5284639"/>
                  </a:lnTo>
                  <a:lnTo>
                    <a:pt x="631280" y="5284639"/>
                  </a:lnTo>
                  <a:lnTo>
                    <a:pt x="631406" y="5284639"/>
                  </a:lnTo>
                  <a:lnTo>
                    <a:pt x="631406" y="5279728"/>
                  </a:lnTo>
                  <a:lnTo>
                    <a:pt x="631533" y="5279728"/>
                  </a:lnTo>
                  <a:lnTo>
                    <a:pt x="631659" y="5279728"/>
                  </a:lnTo>
                  <a:lnTo>
                    <a:pt x="631785" y="5279728"/>
                  </a:lnTo>
                  <a:lnTo>
                    <a:pt x="631911" y="5279728"/>
                  </a:lnTo>
                  <a:lnTo>
                    <a:pt x="632038" y="5279728"/>
                  </a:lnTo>
                  <a:lnTo>
                    <a:pt x="632164" y="5279728"/>
                  </a:lnTo>
                  <a:lnTo>
                    <a:pt x="632290" y="5279728"/>
                  </a:lnTo>
                  <a:lnTo>
                    <a:pt x="632416" y="5279728"/>
                  </a:lnTo>
                  <a:lnTo>
                    <a:pt x="632543" y="5279728"/>
                  </a:lnTo>
                  <a:lnTo>
                    <a:pt x="632669" y="5279728"/>
                  </a:lnTo>
                  <a:lnTo>
                    <a:pt x="632795" y="5279728"/>
                  </a:lnTo>
                  <a:lnTo>
                    <a:pt x="632795" y="5274816"/>
                  </a:lnTo>
                  <a:lnTo>
                    <a:pt x="632921" y="5274816"/>
                  </a:lnTo>
                  <a:lnTo>
                    <a:pt x="633048" y="5274816"/>
                  </a:lnTo>
                  <a:lnTo>
                    <a:pt x="633174" y="5274816"/>
                  </a:lnTo>
                  <a:lnTo>
                    <a:pt x="633300" y="5274816"/>
                  </a:lnTo>
                  <a:lnTo>
                    <a:pt x="633426" y="5274816"/>
                  </a:lnTo>
                  <a:lnTo>
                    <a:pt x="633553" y="5274816"/>
                  </a:lnTo>
                  <a:lnTo>
                    <a:pt x="633679" y="5274816"/>
                  </a:lnTo>
                  <a:lnTo>
                    <a:pt x="633805" y="5274816"/>
                  </a:lnTo>
                  <a:lnTo>
                    <a:pt x="633931" y="5274816"/>
                  </a:lnTo>
                  <a:lnTo>
                    <a:pt x="634058" y="5274816"/>
                  </a:lnTo>
                  <a:lnTo>
                    <a:pt x="634184" y="5274816"/>
                  </a:lnTo>
                  <a:lnTo>
                    <a:pt x="634310" y="5274816"/>
                  </a:lnTo>
                  <a:lnTo>
                    <a:pt x="634437" y="5274816"/>
                  </a:lnTo>
                  <a:lnTo>
                    <a:pt x="634563" y="5274816"/>
                  </a:lnTo>
                  <a:lnTo>
                    <a:pt x="634689" y="5274816"/>
                  </a:lnTo>
                  <a:lnTo>
                    <a:pt x="634815" y="5274816"/>
                  </a:lnTo>
                  <a:lnTo>
                    <a:pt x="634942" y="5274816"/>
                  </a:lnTo>
                  <a:lnTo>
                    <a:pt x="635068" y="5274816"/>
                  </a:lnTo>
                  <a:lnTo>
                    <a:pt x="635194" y="5274816"/>
                  </a:lnTo>
                  <a:lnTo>
                    <a:pt x="635320" y="5274816"/>
                  </a:lnTo>
                  <a:lnTo>
                    <a:pt x="635447" y="5274816"/>
                  </a:lnTo>
                  <a:lnTo>
                    <a:pt x="635573" y="5274816"/>
                  </a:lnTo>
                  <a:lnTo>
                    <a:pt x="635699" y="5274816"/>
                  </a:lnTo>
                  <a:lnTo>
                    <a:pt x="635699" y="5269905"/>
                  </a:lnTo>
                  <a:lnTo>
                    <a:pt x="635699" y="5264993"/>
                  </a:lnTo>
                  <a:lnTo>
                    <a:pt x="635825" y="5264993"/>
                  </a:lnTo>
                  <a:lnTo>
                    <a:pt x="635952" y="5264993"/>
                  </a:lnTo>
                  <a:lnTo>
                    <a:pt x="636078" y="5264993"/>
                  </a:lnTo>
                  <a:lnTo>
                    <a:pt x="636204" y="5264993"/>
                  </a:lnTo>
                  <a:lnTo>
                    <a:pt x="636330" y="5264993"/>
                  </a:lnTo>
                  <a:lnTo>
                    <a:pt x="636457" y="5264993"/>
                  </a:lnTo>
                  <a:lnTo>
                    <a:pt x="636583" y="5264993"/>
                  </a:lnTo>
                  <a:lnTo>
                    <a:pt x="636709" y="5264993"/>
                  </a:lnTo>
                  <a:lnTo>
                    <a:pt x="636835" y="5264993"/>
                  </a:lnTo>
                  <a:lnTo>
                    <a:pt x="636962" y="5264993"/>
                  </a:lnTo>
                  <a:lnTo>
                    <a:pt x="637088" y="5264993"/>
                  </a:lnTo>
                  <a:lnTo>
                    <a:pt x="637214" y="5264993"/>
                  </a:lnTo>
                  <a:lnTo>
                    <a:pt x="637340" y="5264993"/>
                  </a:lnTo>
                  <a:lnTo>
                    <a:pt x="637467" y="5264993"/>
                  </a:lnTo>
                  <a:lnTo>
                    <a:pt x="637593" y="5264993"/>
                  </a:lnTo>
                  <a:lnTo>
                    <a:pt x="637719" y="5264993"/>
                  </a:lnTo>
                  <a:lnTo>
                    <a:pt x="637845" y="5264993"/>
                  </a:lnTo>
                  <a:lnTo>
                    <a:pt x="637972" y="5264993"/>
                  </a:lnTo>
                  <a:lnTo>
                    <a:pt x="638098" y="5264993"/>
                  </a:lnTo>
                  <a:lnTo>
                    <a:pt x="638224" y="5264993"/>
                  </a:lnTo>
                  <a:lnTo>
                    <a:pt x="638350" y="5264993"/>
                  </a:lnTo>
                  <a:lnTo>
                    <a:pt x="638477" y="5264993"/>
                  </a:lnTo>
                  <a:lnTo>
                    <a:pt x="638603" y="5264993"/>
                  </a:lnTo>
                  <a:lnTo>
                    <a:pt x="638729" y="5264993"/>
                  </a:lnTo>
                  <a:lnTo>
                    <a:pt x="638855" y="5264993"/>
                  </a:lnTo>
                  <a:lnTo>
                    <a:pt x="638982" y="5264993"/>
                  </a:lnTo>
                  <a:lnTo>
                    <a:pt x="638982" y="5260082"/>
                  </a:lnTo>
                  <a:lnTo>
                    <a:pt x="639108" y="5260082"/>
                  </a:lnTo>
                  <a:lnTo>
                    <a:pt x="639234" y="5260082"/>
                  </a:lnTo>
                  <a:lnTo>
                    <a:pt x="639361" y="5260082"/>
                  </a:lnTo>
                  <a:lnTo>
                    <a:pt x="639487" y="5260082"/>
                  </a:lnTo>
                  <a:lnTo>
                    <a:pt x="639613" y="5260082"/>
                  </a:lnTo>
                  <a:lnTo>
                    <a:pt x="639739" y="5260082"/>
                  </a:lnTo>
                  <a:lnTo>
                    <a:pt x="639866" y="5260082"/>
                  </a:lnTo>
                  <a:lnTo>
                    <a:pt x="639992" y="5260082"/>
                  </a:lnTo>
                  <a:lnTo>
                    <a:pt x="640118" y="5260082"/>
                  </a:lnTo>
                  <a:lnTo>
                    <a:pt x="640244" y="5260082"/>
                  </a:lnTo>
                  <a:lnTo>
                    <a:pt x="640371" y="5260082"/>
                  </a:lnTo>
                  <a:lnTo>
                    <a:pt x="640497" y="5260082"/>
                  </a:lnTo>
                  <a:lnTo>
                    <a:pt x="640623" y="5260082"/>
                  </a:lnTo>
                  <a:lnTo>
                    <a:pt x="640749" y="5260082"/>
                  </a:lnTo>
                  <a:lnTo>
                    <a:pt x="640876" y="5260082"/>
                  </a:lnTo>
                  <a:lnTo>
                    <a:pt x="641002" y="5260082"/>
                  </a:lnTo>
                  <a:lnTo>
                    <a:pt x="641128" y="5260082"/>
                  </a:lnTo>
                  <a:lnTo>
                    <a:pt x="641254" y="5260082"/>
                  </a:lnTo>
                  <a:lnTo>
                    <a:pt x="641381" y="5260082"/>
                  </a:lnTo>
                  <a:lnTo>
                    <a:pt x="641507" y="5260082"/>
                  </a:lnTo>
                  <a:lnTo>
                    <a:pt x="641633" y="5260082"/>
                  </a:lnTo>
                  <a:lnTo>
                    <a:pt x="641759" y="5260082"/>
                  </a:lnTo>
                  <a:lnTo>
                    <a:pt x="641886" y="5260082"/>
                  </a:lnTo>
                  <a:lnTo>
                    <a:pt x="642012" y="5260082"/>
                  </a:lnTo>
                  <a:lnTo>
                    <a:pt x="642138" y="5260082"/>
                  </a:lnTo>
                  <a:lnTo>
                    <a:pt x="642264" y="5260082"/>
                  </a:lnTo>
                  <a:lnTo>
                    <a:pt x="642391" y="5260082"/>
                  </a:lnTo>
                  <a:lnTo>
                    <a:pt x="642517" y="5260082"/>
                  </a:lnTo>
                  <a:lnTo>
                    <a:pt x="642643" y="5260082"/>
                  </a:lnTo>
                  <a:lnTo>
                    <a:pt x="642769" y="5260082"/>
                  </a:lnTo>
                  <a:lnTo>
                    <a:pt x="642896" y="5260082"/>
                  </a:lnTo>
                  <a:lnTo>
                    <a:pt x="643022" y="5260082"/>
                  </a:lnTo>
                  <a:lnTo>
                    <a:pt x="643148" y="5260082"/>
                  </a:lnTo>
                  <a:lnTo>
                    <a:pt x="643274" y="5260082"/>
                  </a:lnTo>
                  <a:lnTo>
                    <a:pt x="643401" y="5260082"/>
                  </a:lnTo>
                  <a:lnTo>
                    <a:pt x="643527" y="5260082"/>
                  </a:lnTo>
                  <a:lnTo>
                    <a:pt x="643653" y="5260082"/>
                  </a:lnTo>
                  <a:lnTo>
                    <a:pt x="643779" y="5260082"/>
                  </a:lnTo>
                  <a:lnTo>
                    <a:pt x="643906" y="5260082"/>
                  </a:lnTo>
                  <a:lnTo>
                    <a:pt x="644032" y="5260082"/>
                  </a:lnTo>
                  <a:lnTo>
                    <a:pt x="644032" y="5255171"/>
                  </a:lnTo>
                  <a:lnTo>
                    <a:pt x="644032" y="5250259"/>
                  </a:lnTo>
                  <a:lnTo>
                    <a:pt x="644158" y="5250259"/>
                  </a:lnTo>
                  <a:lnTo>
                    <a:pt x="644284" y="5250259"/>
                  </a:lnTo>
                  <a:lnTo>
                    <a:pt x="644411" y="5250259"/>
                  </a:lnTo>
                  <a:lnTo>
                    <a:pt x="644537" y="5250259"/>
                  </a:lnTo>
                  <a:lnTo>
                    <a:pt x="644663" y="5250259"/>
                  </a:lnTo>
                  <a:lnTo>
                    <a:pt x="644790" y="5250259"/>
                  </a:lnTo>
                  <a:lnTo>
                    <a:pt x="644916" y="5250259"/>
                  </a:lnTo>
                  <a:lnTo>
                    <a:pt x="645042" y="5250259"/>
                  </a:lnTo>
                  <a:lnTo>
                    <a:pt x="645168" y="5250259"/>
                  </a:lnTo>
                  <a:lnTo>
                    <a:pt x="645295" y="5250259"/>
                  </a:lnTo>
                  <a:lnTo>
                    <a:pt x="645421" y="5250259"/>
                  </a:lnTo>
                  <a:lnTo>
                    <a:pt x="645547" y="5250259"/>
                  </a:lnTo>
                  <a:lnTo>
                    <a:pt x="645673" y="5250259"/>
                  </a:lnTo>
                  <a:lnTo>
                    <a:pt x="645800" y="5250259"/>
                  </a:lnTo>
                  <a:lnTo>
                    <a:pt x="645926" y="5250259"/>
                  </a:lnTo>
                  <a:lnTo>
                    <a:pt x="646052" y="5250259"/>
                  </a:lnTo>
                  <a:lnTo>
                    <a:pt x="646178" y="5250259"/>
                  </a:lnTo>
                  <a:lnTo>
                    <a:pt x="646305" y="5250259"/>
                  </a:lnTo>
                  <a:lnTo>
                    <a:pt x="646431" y="5250259"/>
                  </a:lnTo>
                  <a:lnTo>
                    <a:pt x="646557" y="5250259"/>
                  </a:lnTo>
                  <a:lnTo>
                    <a:pt x="646683" y="5250259"/>
                  </a:lnTo>
                  <a:lnTo>
                    <a:pt x="646810" y="5250259"/>
                  </a:lnTo>
                  <a:lnTo>
                    <a:pt x="646936" y="5250259"/>
                  </a:lnTo>
                  <a:lnTo>
                    <a:pt x="647062" y="5250259"/>
                  </a:lnTo>
                  <a:lnTo>
                    <a:pt x="647188" y="5250259"/>
                  </a:lnTo>
                  <a:lnTo>
                    <a:pt x="647315" y="5250259"/>
                  </a:lnTo>
                  <a:lnTo>
                    <a:pt x="647441" y="5250259"/>
                  </a:lnTo>
                  <a:lnTo>
                    <a:pt x="647567" y="5250259"/>
                  </a:lnTo>
                  <a:lnTo>
                    <a:pt x="647693" y="5250259"/>
                  </a:lnTo>
                  <a:lnTo>
                    <a:pt x="647820" y="5250259"/>
                  </a:lnTo>
                  <a:lnTo>
                    <a:pt x="647946" y="5250259"/>
                  </a:lnTo>
                  <a:lnTo>
                    <a:pt x="648072" y="5250259"/>
                  </a:lnTo>
                  <a:lnTo>
                    <a:pt x="648198" y="5250259"/>
                  </a:lnTo>
                  <a:lnTo>
                    <a:pt x="648325" y="5250259"/>
                  </a:lnTo>
                  <a:lnTo>
                    <a:pt x="648451" y="5250259"/>
                  </a:lnTo>
                  <a:lnTo>
                    <a:pt x="648577" y="5250259"/>
                  </a:lnTo>
                  <a:lnTo>
                    <a:pt x="648703" y="5250259"/>
                  </a:lnTo>
                  <a:lnTo>
                    <a:pt x="648830" y="5250259"/>
                  </a:lnTo>
                  <a:lnTo>
                    <a:pt x="648956" y="5250259"/>
                  </a:lnTo>
                  <a:lnTo>
                    <a:pt x="649082" y="5250259"/>
                  </a:lnTo>
                  <a:lnTo>
                    <a:pt x="649208" y="5250259"/>
                  </a:lnTo>
                  <a:lnTo>
                    <a:pt x="649335" y="5250259"/>
                  </a:lnTo>
                  <a:lnTo>
                    <a:pt x="649461" y="5250259"/>
                  </a:lnTo>
                  <a:lnTo>
                    <a:pt x="649587" y="5250259"/>
                  </a:lnTo>
                  <a:lnTo>
                    <a:pt x="649714" y="5250259"/>
                  </a:lnTo>
                  <a:lnTo>
                    <a:pt x="649840" y="5250259"/>
                  </a:lnTo>
                  <a:lnTo>
                    <a:pt x="649966" y="5250259"/>
                  </a:lnTo>
                  <a:lnTo>
                    <a:pt x="650092" y="5250259"/>
                  </a:lnTo>
                  <a:lnTo>
                    <a:pt x="650219" y="5250259"/>
                  </a:lnTo>
                  <a:lnTo>
                    <a:pt x="650345" y="5250259"/>
                  </a:lnTo>
                  <a:lnTo>
                    <a:pt x="650471" y="5250259"/>
                  </a:lnTo>
                  <a:lnTo>
                    <a:pt x="650597" y="5250259"/>
                  </a:lnTo>
                  <a:lnTo>
                    <a:pt x="650724" y="5250259"/>
                  </a:lnTo>
                  <a:lnTo>
                    <a:pt x="650850" y="5250259"/>
                  </a:lnTo>
                  <a:lnTo>
                    <a:pt x="650976" y="5250259"/>
                  </a:lnTo>
                  <a:lnTo>
                    <a:pt x="651102" y="5250259"/>
                  </a:lnTo>
                  <a:lnTo>
                    <a:pt x="651229" y="5250259"/>
                  </a:lnTo>
                  <a:lnTo>
                    <a:pt x="651355" y="5250259"/>
                  </a:lnTo>
                  <a:lnTo>
                    <a:pt x="651481" y="5250259"/>
                  </a:lnTo>
                  <a:lnTo>
                    <a:pt x="651607" y="5250259"/>
                  </a:lnTo>
                  <a:lnTo>
                    <a:pt x="651734" y="5250259"/>
                  </a:lnTo>
                  <a:lnTo>
                    <a:pt x="651860" y="5250259"/>
                  </a:lnTo>
                  <a:lnTo>
                    <a:pt x="651986" y="5250259"/>
                  </a:lnTo>
                  <a:lnTo>
                    <a:pt x="652112" y="5250259"/>
                  </a:lnTo>
                  <a:lnTo>
                    <a:pt x="652239" y="5250259"/>
                  </a:lnTo>
                  <a:lnTo>
                    <a:pt x="652365" y="5250259"/>
                  </a:lnTo>
                  <a:lnTo>
                    <a:pt x="652491" y="5250259"/>
                  </a:lnTo>
                  <a:lnTo>
                    <a:pt x="652617" y="5250259"/>
                  </a:lnTo>
                  <a:lnTo>
                    <a:pt x="652744" y="5250259"/>
                  </a:lnTo>
                  <a:lnTo>
                    <a:pt x="652870" y="5250259"/>
                  </a:lnTo>
                  <a:lnTo>
                    <a:pt x="652996" y="5250259"/>
                  </a:lnTo>
                  <a:lnTo>
                    <a:pt x="653122" y="5250259"/>
                  </a:lnTo>
                  <a:lnTo>
                    <a:pt x="653249" y="5250259"/>
                  </a:lnTo>
                  <a:lnTo>
                    <a:pt x="653375" y="5250259"/>
                  </a:lnTo>
                  <a:lnTo>
                    <a:pt x="653501" y="5250259"/>
                  </a:lnTo>
                  <a:lnTo>
                    <a:pt x="653627" y="5250259"/>
                  </a:lnTo>
                  <a:lnTo>
                    <a:pt x="653754" y="5250259"/>
                  </a:lnTo>
                  <a:lnTo>
                    <a:pt x="653880" y="5250259"/>
                  </a:lnTo>
                  <a:lnTo>
                    <a:pt x="654006" y="5250259"/>
                  </a:lnTo>
                  <a:lnTo>
                    <a:pt x="654132" y="5250259"/>
                  </a:lnTo>
                  <a:lnTo>
                    <a:pt x="654259" y="5250259"/>
                  </a:lnTo>
                  <a:lnTo>
                    <a:pt x="654385" y="5250259"/>
                  </a:lnTo>
                  <a:lnTo>
                    <a:pt x="654511" y="5250259"/>
                  </a:lnTo>
                  <a:lnTo>
                    <a:pt x="654638" y="5250259"/>
                  </a:lnTo>
                  <a:lnTo>
                    <a:pt x="654764" y="5250259"/>
                  </a:lnTo>
                  <a:lnTo>
                    <a:pt x="654890" y="5250259"/>
                  </a:lnTo>
                  <a:lnTo>
                    <a:pt x="655016" y="5250259"/>
                  </a:lnTo>
                  <a:lnTo>
                    <a:pt x="655143" y="5250259"/>
                  </a:lnTo>
                  <a:lnTo>
                    <a:pt x="655269" y="5250259"/>
                  </a:lnTo>
                  <a:lnTo>
                    <a:pt x="655395" y="5250259"/>
                  </a:lnTo>
                  <a:lnTo>
                    <a:pt x="655521" y="5250259"/>
                  </a:lnTo>
                  <a:lnTo>
                    <a:pt x="655648" y="5250259"/>
                  </a:lnTo>
                  <a:lnTo>
                    <a:pt x="655774" y="5250259"/>
                  </a:lnTo>
                  <a:lnTo>
                    <a:pt x="655900" y="5250259"/>
                  </a:lnTo>
                  <a:lnTo>
                    <a:pt x="656026" y="5250259"/>
                  </a:lnTo>
                  <a:lnTo>
                    <a:pt x="656153" y="5250259"/>
                  </a:lnTo>
                  <a:lnTo>
                    <a:pt x="656279" y="5250259"/>
                  </a:lnTo>
                  <a:lnTo>
                    <a:pt x="656405" y="5250259"/>
                  </a:lnTo>
                  <a:lnTo>
                    <a:pt x="656531" y="5250259"/>
                  </a:lnTo>
                  <a:lnTo>
                    <a:pt x="656658" y="5250259"/>
                  </a:lnTo>
                  <a:lnTo>
                    <a:pt x="656784" y="5250259"/>
                  </a:lnTo>
                  <a:lnTo>
                    <a:pt x="656910" y="5250259"/>
                  </a:lnTo>
                  <a:lnTo>
                    <a:pt x="657036" y="5250259"/>
                  </a:lnTo>
                  <a:lnTo>
                    <a:pt x="657163" y="5250259"/>
                  </a:lnTo>
                  <a:lnTo>
                    <a:pt x="657289" y="5250259"/>
                  </a:lnTo>
                  <a:lnTo>
                    <a:pt x="657415" y="5250259"/>
                  </a:lnTo>
                  <a:lnTo>
                    <a:pt x="657415" y="5245348"/>
                  </a:lnTo>
                  <a:lnTo>
                    <a:pt x="657541" y="5245348"/>
                  </a:lnTo>
                  <a:lnTo>
                    <a:pt x="657668" y="5245348"/>
                  </a:lnTo>
                  <a:lnTo>
                    <a:pt x="657794" y="5245348"/>
                  </a:lnTo>
                  <a:lnTo>
                    <a:pt x="657920" y="5245348"/>
                  </a:lnTo>
                  <a:lnTo>
                    <a:pt x="658046" y="5245348"/>
                  </a:lnTo>
                  <a:lnTo>
                    <a:pt x="658173" y="5245348"/>
                  </a:lnTo>
                  <a:lnTo>
                    <a:pt x="658299" y="5245348"/>
                  </a:lnTo>
                  <a:lnTo>
                    <a:pt x="658425" y="5245348"/>
                  </a:lnTo>
                  <a:lnTo>
                    <a:pt x="658551" y="5245348"/>
                  </a:lnTo>
                  <a:lnTo>
                    <a:pt x="658678" y="5245348"/>
                  </a:lnTo>
                  <a:lnTo>
                    <a:pt x="658804" y="5245348"/>
                  </a:lnTo>
                  <a:lnTo>
                    <a:pt x="658930" y="5245348"/>
                  </a:lnTo>
                  <a:lnTo>
                    <a:pt x="659056" y="5245348"/>
                  </a:lnTo>
                  <a:lnTo>
                    <a:pt x="659183" y="5245348"/>
                  </a:lnTo>
                  <a:lnTo>
                    <a:pt x="659309" y="5245348"/>
                  </a:lnTo>
                  <a:lnTo>
                    <a:pt x="659435" y="5245348"/>
                  </a:lnTo>
                  <a:lnTo>
                    <a:pt x="659561" y="5245348"/>
                  </a:lnTo>
                  <a:lnTo>
                    <a:pt x="659688" y="5245348"/>
                  </a:lnTo>
                  <a:lnTo>
                    <a:pt x="659814" y="5245348"/>
                  </a:lnTo>
                  <a:lnTo>
                    <a:pt x="659940" y="5245348"/>
                  </a:lnTo>
                  <a:lnTo>
                    <a:pt x="660067" y="5245348"/>
                  </a:lnTo>
                  <a:lnTo>
                    <a:pt x="660193" y="5245348"/>
                  </a:lnTo>
                  <a:lnTo>
                    <a:pt x="660319" y="5245348"/>
                  </a:lnTo>
                  <a:lnTo>
                    <a:pt x="660445" y="5245348"/>
                  </a:lnTo>
                  <a:lnTo>
                    <a:pt x="660572" y="5245348"/>
                  </a:lnTo>
                  <a:lnTo>
                    <a:pt x="660698" y="5245348"/>
                  </a:lnTo>
                  <a:lnTo>
                    <a:pt x="660824" y="5245348"/>
                  </a:lnTo>
                  <a:lnTo>
                    <a:pt x="660950" y="5245348"/>
                  </a:lnTo>
                  <a:lnTo>
                    <a:pt x="661077" y="5245348"/>
                  </a:lnTo>
                  <a:lnTo>
                    <a:pt x="661203" y="5245348"/>
                  </a:lnTo>
                  <a:lnTo>
                    <a:pt x="661329" y="5245348"/>
                  </a:lnTo>
                  <a:lnTo>
                    <a:pt x="661455" y="5245348"/>
                  </a:lnTo>
                  <a:lnTo>
                    <a:pt x="661582" y="5245348"/>
                  </a:lnTo>
                  <a:lnTo>
                    <a:pt x="661708" y="5245348"/>
                  </a:lnTo>
                  <a:lnTo>
                    <a:pt x="661834" y="5245348"/>
                  </a:lnTo>
                  <a:lnTo>
                    <a:pt x="661960" y="5245348"/>
                  </a:lnTo>
                  <a:lnTo>
                    <a:pt x="662087" y="5245348"/>
                  </a:lnTo>
                  <a:lnTo>
                    <a:pt x="662213" y="5245348"/>
                  </a:lnTo>
                  <a:lnTo>
                    <a:pt x="662213" y="5240437"/>
                  </a:lnTo>
                  <a:lnTo>
                    <a:pt x="662339" y="5240437"/>
                  </a:lnTo>
                  <a:lnTo>
                    <a:pt x="662465" y="5240437"/>
                  </a:lnTo>
                  <a:lnTo>
                    <a:pt x="662592" y="5240437"/>
                  </a:lnTo>
                  <a:lnTo>
                    <a:pt x="662718" y="5240437"/>
                  </a:lnTo>
                  <a:lnTo>
                    <a:pt x="662844" y="5240437"/>
                  </a:lnTo>
                  <a:lnTo>
                    <a:pt x="662970" y="5240437"/>
                  </a:lnTo>
                  <a:lnTo>
                    <a:pt x="663097" y="5240437"/>
                  </a:lnTo>
                  <a:lnTo>
                    <a:pt x="663223" y="5240437"/>
                  </a:lnTo>
                  <a:lnTo>
                    <a:pt x="663349" y="5240437"/>
                  </a:lnTo>
                  <a:lnTo>
                    <a:pt x="663475" y="5240437"/>
                  </a:lnTo>
                  <a:lnTo>
                    <a:pt x="663602" y="5240437"/>
                  </a:lnTo>
                  <a:lnTo>
                    <a:pt x="663728" y="5240437"/>
                  </a:lnTo>
                  <a:lnTo>
                    <a:pt x="663854" y="5240437"/>
                  </a:lnTo>
                  <a:lnTo>
                    <a:pt x="663980" y="5240437"/>
                  </a:lnTo>
                  <a:lnTo>
                    <a:pt x="664107" y="5240437"/>
                  </a:lnTo>
                  <a:lnTo>
                    <a:pt x="664233" y="5240437"/>
                  </a:lnTo>
                  <a:lnTo>
                    <a:pt x="664359" y="5240437"/>
                  </a:lnTo>
                  <a:lnTo>
                    <a:pt x="664485" y="5240437"/>
                  </a:lnTo>
                  <a:lnTo>
                    <a:pt x="664612" y="5240437"/>
                  </a:lnTo>
                  <a:lnTo>
                    <a:pt x="664738" y="5240437"/>
                  </a:lnTo>
                  <a:lnTo>
                    <a:pt x="664864" y="5240437"/>
                  </a:lnTo>
                  <a:lnTo>
                    <a:pt x="664991" y="5240437"/>
                  </a:lnTo>
                  <a:lnTo>
                    <a:pt x="665117" y="5240437"/>
                  </a:lnTo>
                  <a:lnTo>
                    <a:pt x="665117" y="5235525"/>
                  </a:lnTo>
                  <a:lnTo>
                    <a:pt x="665243" y="5235525"/>
                  </a:lnTo>
                  <a:lnTo>
                    <a:pt x="665369" y="5235525"/>
                  </a:lnTo>
                  <a:lnTo>
                    <a:pt x="665496" y="5235525"/>
                  </a:lnTo>
                  <a:lnTo>
                    <a:pt x="665622" y="5235525"/>
                  </a:lnTo>
                  <a:lnTo>
                    <a:pt x="665748" y="5235525"/>
                  </a:lnTo>
                  <a:lnTo>
                    <a:pt x="665874" y="5235525"/>
                  </a:lnTo>
                  <a:lnTo>
                    <a:pt x="666001" y="5235525"/>
                  </a:lnTo>
                  <a:lnTo>
                    <a:pt x="666127" y="5235525"/>
                  </a:lnTo>
                  <a:lnTo>
                    <a:pt x="666253" y="5235525"/>
                  </a:lnTo>
                  <a:lnTo>
                    <a:pt x="666379" y="5235525"/>
                  </a:lnTo>
                  <a:lnTo>
                    <a:pt x="666379" y="5230614"/>
                  </a:lnTo>
                  <a:lnTo>
                    <a:pt x="666506" y="5230614"/>
                  </a:lnTo>
                  <a:lnTo>
                    <a:pt x="666632" y="5230614"/>
                  </a:lnTo>
                  <a:lnTo>
                    <a:pt x="666758" y="5230614"/>
                  </a:lnTo>
                  <a:lnTo>
                    <a:pt x="666884" y="5230614"/>
                  </a:lnTo>
                  <a:lnTo>
                    <a:pt x="667011" y="5230614"/>
                  </a:lnTo>
                  <a:lnTo>
                    <a:pt x="667137" y="5230614"/>
                  </a:lnTo>
                  <a:lnTo>
                    <a:pt x="667263" y="5230614"/>
                  </a:lnTo>
                  <a:lnTo>
                    <a:pt x="667389" y="5230614"/>
                  </a:lnTo>
                  <a:lnTo>
                    <a:pt x="667516" y="5230614"/>
                  </a:lnTo>
                  <a:lnTo>
                    <a:pt x="667642" y="5230614"/>
                  </a:lnTo>
                  <a:lnTo>
                    <a:pt x="667768" y="5230614"/>
                  </a:lnTo>
                  <a:lnTo>
                    <a:pt x="667894" y="5230614"/>
                  </a:lnTo>
                  <a:lnTo>
                    <a:pt x="667894" y="5225702"/>
                  </a:lnTo>
                  <a:lnTo>
                    <a:pt x="668021" y="5225702"/>
                  </a:lnTo>
                  <a:lnTo>
                    <a:pt x="668147" y="5225702"/>
                  </a:lnTo>
                  <a:lnTo>
                    <a:pt x="668273" y="5225702"/>
                  </a:lnTo>
                  <a:lnTo>
                    <a:pt x="668399" y="5225702"/>
                  </a:lnTo>
                  <a:lnTo>
                    <a:pt x="668526" y="5225702"/>
                  </a:lnTo>
                  <a:lnTo>
                    <a:pt x="668652" y="5225702"/>
                  </a:lnTo>
                  <a:lnTo>
                    <a:pt x="668778" y="5225702"/>
                  </a:lnTo>
                  <a:lnTo>
                    <a:pt x="668904" y="5225702"/>
                  </a:lnTo>
                  <a:lnTo>
                    <a:pt x="669031" y="5225702"/>
                  </a:lnTo>
                  <a:lnTo>
                    <a:pt x="669157" y="5225702"/>
                  </a:lnTo>
                  <a:lnTo>
                    <a:pt x="669283" y="5225702"/>
                  </a:lnTo>
                  <a:lnTo>
                    <a:pt x="669409" y="5225702"/>
                  </a:lnTo>
                  <a:lnTo>
                    <a:pt x="669536" y="5225702"/>
                  </a:lnTo>
                  <a:lnTo>
                    <a:pt x="669662" y="5225702"/>
                  </a:lnTo>
                  <a:lnTo>
                    <a:pt x="669788" y="5225702"/>
                  </a:lnTo>
                  <a:lnTo>
                    <a:pt x="669914" y="5225702"/>
                  </a:lnTo>
                  <a:lnTo>
                    <a:pt x="670041" y="5225702"/>
                  </a:lnTo>
                  <a:lnTo>
                    <a:pt x="670167" y="5225702"/>
                  </a:lnTo>
                  <a:lnTo>
                    <a:pt x="670293" y="5225702"/>
                  </a:lnTo>
                  <a:lnTo>
                    <a:pt x="670420" y="5225702"/>
                  </a:lnTo>
                  <a:lnTo>
                    <a:pt x="670546" y="5225702"/>
                  </a:lnTo>
                  <a:lnTo>
                    <a:pt x="670672" y="5225702"/>
                  </a:lnTo>
                  <a:lnTo>
                    <a:pt x="670798" y="5225702"/>
                  </a:lnTo>
                  <a:lnTo>
                    <a:pt x="670925" y="5225702"/>
                  </a:lnTo>
                  <a:lnTo>
                    <a:pt x="671051" y="5225702"/>
                  </a:lnTo>
                  <a:lnTo>
                    <a:pt x="671177" y="5225702"/>
                  </a:lnTo>
                  <a:lnTo>
                    <a:pt x="671303" y="5225702"/>
                  </a:lnTo>
                  <a:lnTo>
                    <a:pt x="671430" y="5225702"/>
                  </a:lnTo>
                  <a:lnTo>
                    <a:pt x="671556" y="5225702"/>
                  </a:lnTo>
                  <a:lnTo>
                    <a:pt x="671682" y="5225702"/>
                  </a:lnTo>
                  <a:lnTo>
                    <a:pt x="671808" y="5225702"/>
                  </a:lnTo>
                  <a:lnTo>
                    <a:pt x="671935" y="5225702"/>
                  </a:lnTo>
                  <a:lnTo>
                    <a:pt x="672061" y="5225702"/>
                  </a:lnTo>
                  <a:lnTo>
                    <a:pt x="672187" y="5225702"/>
                  </a:lnTo>
                  <a:lnTo>
                    <a:pt x="672313" y="5225702"/>
                  </a:lnTo>
                  <a:lnTo>
                    <a:pt x="672440" y="5225702"/>
                  </a:lnTo>
                  <a:lnTo>
                    <a:pt x="672566" y="5225702"/>
                  </a:lnTo>
                  <a:lnTo>
                    <a:pt x="672692" y="5225702"/>
                  </a:lnTo>
                  <a:lnTo>
                    <a:pt x="672818" y="5225702"/>
                  </a:lnTo>
                  <a:lnTo>
                    <a:pt x="672945" y="5225702"/>
                  </a:lnTo>
                  <a:lnTo>
                    <a:pt x="672945" y="5220791"/>
                  </a:lnTo>
                  <a:lnTo>
                    <a:pt x="673071" y="5220791"/>
                  </a:lnTo>
                  <a:lnTo>
                    <a:pt x="673197" y="5220791"/>
                  </a:lnTo>
                  <a:lnTo>
                    <a:pt x="673323" y="5220791"/>
                  </a:lnTo>
                  <a:lnTo>
                    <a:pt x="673450" y="5220791"/>
                  </a:lnTo>
                  <a:lnTo>
                    <a:pt x="673576" y="5220791"/>
                  </a:lnTo>
                  <a:lnTo>
                    <a:pt x="673702" y="5220791"/>
                  </a:lnTo>
                  <a:lnTo>
                    <a:pt x="673828" y="5220791"/>
                  </a:lnTo>
                  <a:lnTo>
                    <a:pt x="673955" y="5220791"/>
                  </a:lnTo>
                  <a:lnTo>
                    <a:pt x="674081" y="5220791"/>
                  </a:lnTo>
                  <a:lnTo>
                    <a:pt x="674207" y="5220791"/>
                  </a:lnTo>
                  <a:lnTo>
                    <a:pt x="674333" y="5220791"/>
                  </a:lnTo>
                  <a:lnTo>
                    <a:pt x="674460" y="5220791"/>
                  </a:lnTo>
                  <a:lnTo>
                    <a:pt x="674586" y="5220791"/>
                  </a:lnTo>
                  <a:lnTo>
                    <a:pt x="674712" y="5220791"/>
                  </a:lnTo>
                  <a:lnTo>
                    <a:pt x="674838" y="5220791"/>
                  </a:lnTo>
                  <a:lnTo>
                    <a:pt x="674965" y="5220791"/>
                  </a:lnTo>
                  <a:lnTo>
                    <a:pt x="675091" y="5220791"/>
                  </a:lnTo>
                  <a:lnTo>
                    <a:pt x="675217" y="5220791"/>
                  </a:lnTo>
                  <a:lnTo>
                    <a:pt x="675344" y="5220791"/>
                  </a:lnTo>
                  <a:lnTo>
                    <a:pt x="675470" y="5220791"/>
                  </a:lnTo>
                  <a:lnTo>
                    <a:pt x="675596" y="5220791"/>
                  </a:lnTo>
                  <a:lnTo>
                    <a:pt x="675722" y="5220791"/>
                  </a:lnTo>
                  <a:lnTo>
                    <a:pt x="675849" y="5220791"/>
                  </a:lnTo>
                  <a:lnTo>
                    <a:pt x="675975" y="5220791"/>
                  </a:lnTo>
                  <a:lnTo>
                    <a:pt x="676101" y="5220791"/>
                  </a:lnTo>
                  <a:lnTo>
                    <a:pt x="676227" y="5220791"/>
                  </a:lnTo>
                  <a:lnTo>
                    <a:pt x="676354" y="5220791"/>
                  </a:lnTo>
                  <a:lnTo>
                    <a:pt x="676480" y="5220791"/>
                  </a:lnTo>
                  <a:lnTo>
                    <a:pt x="676606" y="5220791"/>
                  </a:lnTo>
                  <a:lnTo>
                    <a:pt x="676732" y="5220791"/>
                  </a:lnTo>
                  <a:lnTo>
                    <a:pt x="676859" y="5220791"/>
                  </a:lnTo>
                  <a:lnTo>
                    <a:pt x="676985" y="5220791"/>
                  </a:lnTo>
                  <a:lnTo>
                    <a:pt x="677111" y="5220791"/>
                  </a:lnTo>
                  <a:lnTo>
                    <a:pt x="677237" y="5220791"/>
                  </a:lnTo>
                  <a:lnTo>
                    <a:pt x="677364" y="5220791"/>
                  </a:lnTo>
                  <a:lnTo>
                    <a:pt x="677490" y="5220791"/>
                  </a:lnTo>
                  <a:lnTo>
                    <a:pt x="677616" y="5220791"/>
                  </a:lnTo>
                  <a:lnTo>
                    <a:pt x="677742" y="5220791"/>
                  </a:lnTo>
                  <a:lnTo>
                    <a:pt x="677869" y="5220791"/>
                  </a:lnTo>
                  <a:lnTo>
                    <a:pt x="677995" y="5220791"/>
                  </a:lnTo>
                  <a:lnTo>
                    <a:pt x="678121" y="5220791"/>
                  </a:lnTo>
                  <a:lnTo>
                    <a:pt x="678247" y="5220791"/>
                  </a:lnTo>
                  <a:lnTo>
                    <a:pt x="678374" y="5220791"/>
                  </a:lnTo>
                  <a:lnTo>
                    <a:pt x="678374" y="5215880"/>
                  </a:lnTo>
                  <a:lnTo>
                    <a:pt x="678500" y="5215880"/>
                  </a:lnTo>
                  <a:lnTo>
                    <a:pt x="678626" y="5215880"/>
                  </a:lnTo>
                  <a:lnTo>
                    <a:pt x="678752" y="5215880"/>
                  </a:lnTo>
                  <a:lnTo>
                    <a:pt x="678879" y="5215880"/>
                  </a:lnTo>
                  <a:lnTo>
                    <a:pt x="679005" y="5215880"/>
                  </a:lnTo>
                  <a:lnTo>
                    <a:pt x="679131" y="5215880"/>
                  </a:lnTo>
                  <a:lnTo>
                    <a:pt x="679257" y="5215880"/>
                  </a:lnTo>
                  <a:lnTo>
                    <a:pt x="679384" y="5215880"/>
                  </a:lnTo>
                  <a:lnTo>
                    <a:pt x="679510" y="5215880"/>
                  </a:lnTo>
                  <a:lnTo>
                    <a:pt x="679636" y="5215880"/>
                  </a:lnTo>
                  <a:lnTo>
                    <a:pt x="679762" y="5215880"/>
                  </a:lnTo>
                  <a:lnTo>
                    <a:pt x="679889" y="5215880"/>
                  </a:lnTo>
                  <a:lnTo>
                    <a:pt x="680015" y="5215880"/>
                  </a:lnTo>
                  <a:lnTo>
                    <a:pt x="680141" y="5215880"/>
                  </a:lnTo>
                  <a:lnTo>
                    <a:pt x="680267" y="5215880"/>
                  </a:lnTo>
                  <a:lnTo>
                    <a:pt x="680394" y="5215880"/>
                  </a:lnTo>
                  <a:lnTo>
                    <a:pt x="680520" y="5215880"/>
                  </a:lnTo>
                  <a:lnTo>
                    <a:pt x="680646" y="5215880"/>
                  </a:lnTo>
                  <a:lnTo>
                    <a:pt x="680773" y="5215880"/>
                  </a:lnTo>
                  <a:lnTo>
                    <a:pt x="680899" y="5215880"/>
                  </a:lnTo>
                  <a:lnTo>
                    <a:pt x="681025" y="5215880"/>
                  </a:lnTo>
                  <a:lnTo>
                    <a:pt x="681151" y="5215880"/>
                  </a:lnTo>
                  <a:lnTo>
                    <a:pt x="681278" y="5215880"/>
                  </a:lnTo>
                  <a:lnTo>
                    <a:pt x="681404" y="5215880"/>
                  </a:lnTo>
                  <a:lnTo>
                    <a:pt x="681530" y="5215880"/>
                  </a:lnTo>
                  <a:lnTo>
                    <a:pt x="681656" y="5215880"/>
                  </a:lnTo>
                  <a:lnTo>
                    <a:pt x="681783" y="5215880"/>
                  </a:lnTo>
                  <a:lnTo>
                    <a:pt x="681909" y="5215880"/>
                  </a:lnTo>
                  <a:lnTo>
                    <a:pt x="681909" y="5210968"/>
                  </a:lnTo>
                  <a:lnTo>
                    <a:pt x="682035" y="5210968"/>
                  </a:lnTo>
                  <a:lnTo>
                    <a:pt x="682161" y="5210968"/>
                  </a:lnTo>
                  <a:lnTo>
                    <a:pt x="682288" y="5210968"/>
                  </a:lnTo>
                  <a:lnTo>
                    <a:pt x="682414" y="5210968"/>
                  </a:lnTo>
                  <a:lnTo>
                    <a:pt x="682540" y="5210968"/>
                  </a:lnTo>
                  <a:lnTo>
                    <a:pt x="682666" y="5210968"/>
                  </a:lnTo>
                  <a:lnTo>
                    <a:pt x="682793" y="5210968"/>
                  </a:lnTo>
                  <a:lnTo>
                    <a:pt x="682919" y="5210968"/>
                  </a:lnTo>
                  <a:lnTo>
                    <a:pt x="683045" y="5210968"/>
                  </a:lnTo>
                  <a:lnTo>
                    <a:pt x="683171" y="5210968"/>
                  </a:lnTo>
                  <a:lnTo>
                    <a:pt x="683298" y="5210968"/>
                  </a:lnTo>
                  <a:lnTo>
                    <a:pt x="683424" y="5210968"/>
                  </a:lnTo>
                  <a:lnTo>
                    <a:pt x="683550" y="5210968"/>
                  </a:lnTo>
                  <a:lnTo>
                    <a:pt x="683676" y="5210968"/>
                  </a:lnTo>
                  <a:lnTo>
                    <a:pt x="683803" y="5210968"/>
                  </a:lnTo>
                  <a:lnTo>
                    <a:pt x="683929" y="5210968"/>
                  </a:lnTo>
                  <a:lnTo>
                    <a:pt x="684055" y="5210968"/>
                  </a:lnTo>
                  <a:lnTo>
                    <a:pt x="684181" y="5210968"/>
                  </a:lnTo>
                  <a:lnTo>
                    <a:pt x="684308" y="5210968"/>
                  </a:lnTo>
                  <a:lnTo>
                    <a:pt x="684434" y="5210968"/>
                  </a:lnTo>
                  <a:lnTo>
                    <a:pt x="684560" y="5210968"/>
                  </a:lnTo>
                  <a:lnTo>
                    <a:pt x="684686" y="5210968"/>
                  </a:lnTo>
                  <a:lnTo>
                    <a:pt x="684813" y="5210968"/>
                  </a:lnTo>
                  <a:lnTo>
                    <a:pt x="684939" y="5210968"/>
                  </a:lnTo>
                  <a:lnTo>
                    <a:pt x="685065" y="5210968"/>
                  </a:lnTo>
                  <a:lnTo>
                    <a:pt x="685191" y="5210968"/>
                  </a:lnTo>
                  <a:lnTo>
                    <a:pt x="685318" y="5210968"/>
                  </a:lnTo>
                  <a:lnTo>
                    <a:pt x="685444" y="5210968"/>
                  </a:lnTo>
                  <a:lnTo>
                    <a:pt x="685570" y="5210968"/>
                  </a:lnTo>
                  <a:lnTo>
                    <a:pt x="685697" y="5210968"/>
                  </a:lnTo>
                  <a:lnTo>
                    <a:pt x="685823" y="5210968"/>
                  </a:lnTo>
                  <a:lnTo>
                    <a:pt x="685949" y="5210968"/>
                  </a:lnTo>
                  <a:lnTo>
                    <a:pt x="686075" y="5210968"/>
                  </a:lnTo>
                  <a:lnTo>
                    <a:pt x="686202" y="5210968"/>
                  </a:lnTo>
                  <a:lnTo>
                    <a:pt x="686328" y="5210968"/>
                  </a:lnTo>
                  <a:lnTo>
                    <a:pt x="686454" y="5210968"/>
                  </a:lnTo>
                  <a:lnTo>
                    <a:pt x="686580" y="5210968"/>
                  </a:lnTo>
                  <a:lnTo>
                    <a:pt x="686580" y="5206057"/>
                  </a:lnTo>
                  <a:lnTo>
                    <a:pt x="686707" y="5206057"/>
                  </a:lnTo>
                  <a:lnTo>
                    <a:pt x="686833" y="5206057"/>
                  </a:lnTo>
                  <a:lnTo>
                    <a:pt x="686959" y="5206057"/>
                  </a:lnTo>
                  <a:lnTo>
                    <a:pt x="687085" y="5206057"/>
                  </a:lnTo>
                  <a:lnTo>
                    <a:pt x="687212" y="5206057"/>
                  </a:lnTo>
                  <a:lnTo>
                    <a:pt x="687338" y="5206057"/>
                  </a:lnTo>
                  <a:lnTo>
                    <a:pt x="687464" y="5206057"/>
                  </a:lnTo>
                  <a:lnTo>
                    <a:pt x="687590" y="5206057"/>
                  </a:lnTo>
                  <a:lnTo>
                    <a:pt x="687717" y="5206057"/>
                  </a:lnTo>
                  <a:lnTo>
                    <a:pt x="687843" y="5206057"/>
                  </a:lnTo>
                  <a:lnTo>
                    <a:pt x="687969" y="5206057"/>
                  </a:lnTo>
                  <a:lnTo>
                    <a:pt x="688095" y="5206057"/>
                  </a:lnTo>
                  <a:lnTo>
                    <a:pt x="688222" y="5206057"/>
                  </a:lnTo>
                  <a:lnTo>
                    <a:pt x="688348" y="5206057"/>
                  </a:lnTo>
                  <a:lnTo>
                    <a:pt x="688348" y="5201146"/>
                  </a:lnTo>
                  <a:lnTo>
                    <a:pt x="688474" y="5201146"/>
                  </a:lnTo>
                  <a:lnTo>
                    <a:pt x="688600" y="5201146"/>
                  </a:lnTo>
                  <a:lnTo>
                    <a:pt x="688600" y="5196234"/>
                  </a:lnTo>
                  <a:lnTo>
                    <a:pt x="688727" y="5196234"/>
                  </a:lnTo>
                  <a:lnTo>
                    <a:pt x="688853" y="5196234"/>
                  </a:lnTo>
                  <a:lnTo>
                    <a:pt x="688979" y="5196234"/>
                  </a:lnTo>
                  <a:lnTo>
                    <a:pt x="689105" y="5196234"/>
                  </a:lnTo>
                  <a:lnTo>
                    <a:pt x="689232" y="5196234"/>
                  </a:lnTo>
                  <a:lnTo>
                    <a:pt x="689358" y="5196234"/>
                  </a:lnTo>
                  <a:lnTo>
                    <a:pt x="689358" y="5191323"/>
                  </a:lnTo>
                  <a:lnTo>
                    <a:pt x="689484" y="5191323"/>
                  </a:lnTo>
                  <a:lnTo>
                    <a:pt x="689610" y="5191323"/>
                  </a:lnTo>
                  <a:lnTo>
                    <a:pt x="689737" y="5191323"/>
                  </a:lnTo>
                  <a:lnTo>
                    <a:pt x="689863" y="5191323"/>
                  </a:lnTo>
                  <a:lnTo>
                    <a:pt x="689989" y="5191323"/>
                  </a:lnTo>
                  <a:lnTo>
                    <a:pt x="690115" y="5191323"/>
                  </a:lnTo>
                  <a:lnTo>
                    <a:pt x="690242" y="5191323"/>
                  </a:lnTo>
                  <a:lnTo>
                    <a:pt x="690368" y="5191323"/>
                  </a:lnTo>
                  <a:lnTo>
                    <a:pt x="690494" y="5191323"/>
                  </a:lnTo>
                  <a:lnTo>
                    <a:pt x="690620" y="5191323"/>
                  </a:lnTo>
                  <a:lnTo>
                    <a:pt x="690747" y="5191323"/>
                  </a:lnTo>
                  <a:lnTo>
                    <a:pt x="690873" y="5191323"/>
                  </a:lnTo>
                  <a:lnTo>
                    <a:pt x="690999" y="5191323"/>
                  </a:lnTo>
                  <a:lnTo>
                    <a:pt x="691126" y="5191323"/>
                  </a:lnTo>
                  <a:lnTo>
                    <a:pt x="691252" y="5191323"/>
                  </a:lnTo>
                  <a:lnTo>
                    <a:pt x="691378" y="5191323"/>
                  </a:lnTo>
                  <a:lnTo>
                    <a:pt x="691504" y="5191323"/>
                  </a:lnTo>
                  <a:lnTo>
                    <a:pt x="691631" y="5191323"/>
                  </a:lnTo>
                  <a:lnTo>
                    <a:pt x="691757" y="5191323"/>
                  </a:lnTo>
                  <a:lnTo>
                    <a:pt x="691883" y="5191323"/>
                  </a:lnTo>
                  <a:lnTo>
                    <a:pt x="692009" y="5191323"/>
                  </a:lnTo>
                  <a:lnTo>
                    <a:pt x="692136" y="5191323"/>
                  </a:lnTo>
                  <a:lnTo>
                    <a:pt x="692262" y="5191323"/>
                  </a:lnTo>
                  <a:lnTo>
                    <a:pt x="692388" y="5191323"/>
                  </a:lnTo>
                  <a:lnTo>
                    <a:pt x="692514" y="5191323"/>
                  </a:lnTo>
                  <a:lnTo>
                    <a:pt x="692641" y="5191323"/>
                  </a:lnTo>
                  <a:lnTo>
                    <a:pt x="692767" y="5191323"/>
                  </a:lnTo>
                  <a:lnTo>
                    <a:pt x="692893" y="5191323"/>
                  </a:lnTo>
                  <a:lnTo>
                    <a:pt x="693019" y="5191323"/>
                  </a:lnTo>
                  <a:lnTo>
                    <a:pt x="693146" y="5191323"/>
                  </a:lnTo>
                  <a:lnTo>
                    <a:pt x="693272" y="5191323"/>
                  </a:lnTo>
                  <a:lnTo>
                    <a:pt x="693272" y="5186411"/>
                  </a:lnTo>
                  <a:lnTo>
                    <a:pt x="693398" y="5186411"/>
                  </a:lnTo>
                  <a:lnTo>
                    <a:pt x="693524" y="5186411"/>
                  </a:lnTo>
                  <a:lnTo>
                    <a:pt x="693651" y="5186411"/>
                  </a:lnTo>
                  <a:lnTo>
                    <a:pt x="693777" y="5186411"/>
                  </a:lnTo>
                  <a:lnTo>
                    <a:pt x="693903" y="5186411"/>
                  </a:lnTo>
                  <a:lnTo>
                    <a:pt x="694029" y="5186411"/>
                  </a:lnTo>
                  <a:lnTo>
                    <a:pt x="694156" y="5186411"/>
                  </a:lnTo>
                  <a:lnTo>
                    <a:pt x="694282" y="5186411"/>
                  </a:lnTo>
                  <a:lnTo>
                    <a:pt x="694408" y="5186411"/>
                  </a:lnTo>
                  <a:lnTo>
                    <a:pt x="694534" y="5186411"/>
                  </a:lnTo>
                  <a:lnTo>
                    <a:pt x="694661" y="5186411"/>
                  </a:lnTo>
                  <a:lnTo>
                    <a:pt x="694787" y="5186411"/>
                  </a:lnTo>
                  <a:lnTo>
                    <a:pt x="694913" y="5186411"/>
                  </a:lnTo>
                  <a:lnTo>
                    <a:pt x="695039" y="5186411"/>
                  </a:lnTo>
                  <a:lnTo>
                    <a:pt x="695166" y="5186411"/>
                  </a:lnTo>
                  <a:lnTo>
                    <a:pt x="695292" y="5186411"/>
                  </a:lnTo>
                  <a:lnTo>
                    <a:pt x="695418" y="5186411"/>
                  </a:lnTo>
                  <a:lnTo>
                    <a:pt x="695544" y="5186411"/>
                  </a:lnTo>
                  <a:lnTo>
                    <a:pt x="695671" y="5186411"/>
                  </a:lnTo>
                  <a:lnTo>
                    <a:pt x="695797" y="5186411"/>
                  </a:lnTo>
                  <a:lnTo>
                    <a:pt x="695923" y="5186411"/>
                  </a:lnTo>
                  <a:lnTo>
                    <a:pt x="696050" y="5186411"/>
                  </a:lnTo>
                  <a:lnTo>
                    <a:pt x="696176" y="5186411"/>
                  </a:lnTo>
                  <a:lnTo>
                    <a:pt x="696302" y="5186411"/>
                  </a:lnTo>
                  <a:lnTo>
                    <a:pt x="696428" y="5186411"/>
                  </a:lnTo>
                  <a:lnTo>
                    <a:pt x="696555" y="5186411"/>
                  </a:lnTo>
                  <a:lnTo>
                    <a:pt x="696681" y="5186411"/>
                  </a:lnTo>
                  <a:lnTo>
                    <a:pt x="696807" y="5186411"/>
                  </a:lnTo>
                  <a:lnTo>
                    <a:pt x="696933" y="5186411"/>
                  </a:lnTo>
                  <a:lnTo>
                    <a:pt x="697060" y="5186411"/>
                  </a:lnTo>
                  <a:lnTo>
                    <a:pt x="697186" y="5186411"/>
                  </a:lnTo>
                  <a:lnTo>
                    <a:pt x="697312" y="5186411"/>
                  </a:lnTo>
                  <a:lnTo>
                    <a:pt x="697438" y="5186411"/>
                  </a:lnTo>
                  <a:lnTo>
                    <a:pt x="697565" y="5186411"/>
                  </a:lnTo>
                  <a:lnTo>
                    <a:pt x="697691" y="5186411"/>
                  </a:lnTo>
                  <a:lnTo>
                    <a:pt x="697817" y="5186411"/>
                  </a:lnTo>
                  <a:lnTo>
                    <a:pt x="697943" y="5186411"/>
                  </a:lnTo>
                  <a:lnTo>
                    <a:pt x="698070" y="5186411"/>
                  </a:lnTo>
                  <a:lnTo>
                    <a:pt x="698196" y="5186411"/>
                  </a:lnTo>
                  <a:lnTo>
                    <a:pt x="698322" y="5186411"/>
                  </a:lnTo>
                  <a:lnTo>
                    <a:pt x="698448" y="5186411"/>
                  </a:lnTo>
                  <a:lnTo>
                    <a:pt x="698575" y="5186411"/>
                  </a:lnTo>
                  <a:lnTo>
                    <a:pt x="698701" y="5186411"/>
                  </a:lnTo>
                  <a:lnTo>
                    <a:pt x="698827" y="5186411"/>
                  </a:lnTo>
                  <a:lnTo>
                    <a:pt x="698953" y="5186411"/>
                  </a:lnTo>
                  <a:lnTo>
                    <a:pt x="699080" y="5186411"/>
                  </a:lnTo>
                  <a:lnTo>
                    <a:pt x="699206" y="5186411"/>
                  </a:lnTo>
                  <a:lnTo>
                    <a:pt x="699332" y="5186411"/>
                  </a:lnTo>
                  <a:lnTo>
                    <a:pt x="699458" y="5186411"/>
                  </a:lnTo>
                  <a:lnTo>
                    <a:pt x="699585" y="5186411"/>
                  </a:lnTo>
                  <a:lnTo>
                    <a:pt x="699711" y="5186411"/>
                  </a:lnTo>
                  <a:lnTo>
                    <a:pt x="699837" y="5186411"/>
                  </a:lnTo>
                  <a:lnTo>
                    <a:pt x="699963" y="5186411"/>
                  </a:lnTo>
                  <a:lnTo>
                    <a:pt x="700090" y="5186411"/>
                  </a:lnTo>
                  <a:lnTo>
                    <a:pt x="700216" y="5186411"/>
                  </a:lnTo>
                  <a:lnTo>
                    <a:pt x="700342" y="5186411"/>
                  </a:lnTo>
                  <a:lnTo>
                    <a:pt x="700468" y="5186411"/>
                  </a:lnTo>
                  <a:lnTo>
                    <a:pt x="700595" y="5186411"/>
                  </a:lnTo>
                  <a:lnTo>
                    <a:pt x="700721" y="5186411"/>
                  </a:lnTo>
                  <a:lnTo>
                    <a:pt x="700847" y="5186411"/>
                  </a:lnTo>
                  <a:lnTo>
                    <a:pt x="700973" y="5186411"/>
                  </a:lnTo>
                  <a:lnTo>
                    <a:pt x="701100" y="5186411"/>
                  </a:lnTo>
                  <a:lnTo>
                    <a:pt x="701226" y="5186411"/>
                  </a:lnTo>
                  <a:lnTo>
                    <a:pt x="701352" y="5186411"/>
                  </a:lnTo>
                  <a:lnTo>
                    <a:pt x="701352" y="5181500"/>
                  </a:lnTo>
                  <a:lnTo>
                    <a:pt x="701479" y="5181500"/>
                  </a:lnTo>
                  <a:lnTo>
                    <a:pt x="701605" y="5181500"/>
                  </a:lnTo>
                  <a:lnTo>
                    <a:pt x="701731" y="5181500"/>
                  </a:lnTo>
                  <a:lnTo>
                    <a:pt x="701857" y="5181500"/>
                  </a:lnTo>
                  <a:lnTo>
                    <a:pt x="701984" y="5181500"/>
                  </a:lnTo>
                  <a:lnTo>
                    <a:pt x="702110" y="5181500"/>
                  </a:lnTo>
                  <a:lnTo>
                    <a:pt x="702110" y="5176589"/>
                  </a:lnTo>
                  <a:lnTo>
                    <a:pt x="702236" y="5176589"/>
                  </a:lnTo>
                  <a:lnTo>
                    <a:pt x="702362" y="5176589"/>
                  </a:lnTo>
                  <a:lnTo>
                    <a:pt x="702489" y="5176589"/>
                  </a:lnTo>
                  <a:lnTo>
                    <a:pt x="702615" y="5176589"/>
                  </a:lnTo>
                  <a:lnTo>
                    <a:pt x="702741" y="5176589"/>
                  </a:lnTo>
                  <a:lnTo>
                    <a:pt x="702867" y="5176589"/>
                  </a:lnTo>
                  <a:lnTo>
                    <a:pt x="702994" y="5176589"/>
                  </a:lnTo>
                  <a:lnTo>
                    <a:pt x="703120" y="5176589"/>
                  </a:lnTo>
                  <a:lnTo>
                    <a:pt x="703246" y="5176589"/>
                  </a:lnTo>
                  <a:lnTo>
                    <a:pt x="703372" y="5176589"/>
                  </a:lnTo>
                  <a:lnTo>
                    <a:pt x="703499" y="5176589"/>
                  </a:lnTo>
                  <a:lnTo>
                    <a:pt x="703625" y="5176589"/>
                  </a:lnTo>
                  <a:lnTo>
                    <a:pt x="703751" y="5176589"/>
                  </a:lnTo>
                  <a:lnTo>
                    <a:pt x="703877" y="5176589"/>
                  </a:lnTo>
                  <a:lnTo>
                    <a:pt x="704004" y="5176589"/>
                  </a:lnTo>
                  <a:lnTo>
                    <a:pt x="704130" y="5176589"/>
                  </a:lnTo>
                  <a:lnTo>
                    <a:pt x="704256" y="5176589"/>
                  </a:lnTo>
                  <a:lnTo>
                    <a:pt x="704382" y="5176589"/>
                  </a:lnTo>
                  <a:lnTo>
                    <a:pt x="704509" y="5176589"/>
                  </a:lnTo>
                  <a:lnTo>
                    <a:pt x="704635" y="5176589"/>
                  </a:lnTo>
                  <a:lnTo>
                    <a:pt x="704761" y="5176589"/>
                  </a:lnTo>
                  <a:lnTo>
                    <a:pt x="704887" y="5176589"/>
                  </a:lnTo>
                  <a:lnTo>
                    <a:pt x="705014" y="5176589"/>
                  </a:lnTo>
                  <a:lnTo>
                    <a:pt x="705140" y="5176589"/>
                  </a:lnTo>
                  <a:lnTo>
                    <a:pt x="705266" y="5176589"/>
                  </a:lnTo>
                  <a:lnTo>
                    <a:pt x="705392" y="5176589"/>
                  </a:lnTo>
                  <a:lnTo>
                    <a:pt x="705519" y="5176589"/>
                  </a:lnTo>
                  <a:lnTo>
                    <a:pt x="705645" y="5176589"/>
                  </a:lnTo>
                  <a:lnTo>
                    <a:pt x="705771" y="5176589"/>
                  </a:lnTo>
                  <a:lnTo>
                    <a:pt x="705897" y="5176589"/>
                  </a:lnTo>
                  <a:lnTo>
                    <a:pt x="706024" y="5176589"/>
                  </a:lnTo>
                  <a:lnTo>
                    <a:pt x="706150" y="5176589"/>
                  </a:lnTo>
                  <a:lnTo>
                    <a:pt x="706276" y="5176589"/>
                  </a:lnTo>
                  <a:lnTo>
                    <a:pt x="706403" y="5176589"/>
                  </a:lnTo>
                  <a:lnTo>
                    <a:pt x="706529" y="5176589"/>
                  </a:lnTo>
                  <a:lnTo>
                    <a:pt x="706655" y="5176589"/>
                  </a:lnTo>
                  <a:lnTo>
                    <a:pt x="706781" y="5176589"/>
                  </a:lnTo>
                  <a:lnTo>
                    <a:pt x="706908" y="5176589"/>
                  </a:lnTo>
                  <a:lnTo>
                    <a:pt x="707034" y="5176589"/>
                  </a:lnTo>
                  <a:lnTo>
                    <a:pt x="707160" y="5176589"/>
                  </a:lnTo>
                  <a:lnTo>
                    <a:pt x="707286" y="5176589"/>
                  </a:lnTo>
                  <a:lnTo>
                    <a:pt x="707413" y="5176589"/>
                  </a:lnTo>
                  <a:lnTo>
                    <a:pt x="707539" y="5176589"/>
                  </a:lnTo>
                  <a:lnTo>
                    <a:pt x="707665" y="5176589"/>
                  </a:lnTo>
                  <a:lnTo>
                    <a:pt x="707791" y="5176589"/>
                  </a:lnTo>
                  <a:lnTo>
                    <a:pt x="707918" y="5176589"/>
                  </a:lnTo>
                  <a:lnTo>
                    <a:pt x="708044" y="5176589"/>
                  </a:lnTo>
                  <a:lnTo>
                    <a:pt x="708044" y="5171677"/>
                  </a:lnTo>
                  <a:lnTo>
                    <a:pt x="708170" y="5171677"/>
                  </a:lnTo>
                  <a:lnTo>
                    <a:pt x="708296" y="5171677"/>
                  </a:lnTo>
                  <a:lnTo>
                    <a:pt x="708423" y="5171677"/>
                  </a:lnTo>
                  <a:lnTo>
                    <a:pt x="708549" y="5171677"/>
                  </a:lnTo>
                  <a:lnTo>
                    <a:pt x="708675" y="5171677"/>
                  </a:lnTo>
                  <a:lnTo>
                    <a:pt x="708801" y="5171677"/>
                  </a:lnTo>
                  <a:lnTo>
                    <a:pt x="708928" y="5171677"/>
                  </a:lnTo>
                  <a:lnTo>
                    <a:pt x="709054" y="5171677"/>
                  </a:lnTo>
                  <a:lnTo>
                    <a:pt x="709180" y="5171677"/>
                  </a:lnTo>
                  <a:lnTo>
                    <a:pt x="709306" y="5171677"/>
                  </a:lnTo>
                  <a:lnTo>
                    <a:pt x="709433" y="5171677"/>
                  </a:lnTo>
                  <a:lnTo>
                    <a:pt x="709559" y="5171677"/>
                  </a:lnTo>
                  <a:lnTo>
                    <a:pt x="709685" y="5171677"/>
                  </a:lnTo>
                  <a:lnTo>
                    <a:pt x="709811" y="5171677"/>
                  </a:lnTo>
                  <a:lnTo>
                    <a:pt x="709938" y="5171677"/>
                  </a:lnTo>
                  <a:lnTo>
                    <a:pt x="710064" y="5171677"/>
                  </a:lnTo>
                  <a:lnTo>
                    <a:pt x="710190" y="5171677"/>
                  </a:lnTo>
                  <a:lnTo>
                    <a:pt x="710316" y="5171677"/>
                  </a:lnTo>
                  <a:lnTo>
                    <a:pt x="710443" y="5171677"/>
                  </a:lnTo>
                  <a:lnTo>
                    <a:pt x="710569" y="5171677"/>
                  </a:lnTo>
                  <a:lnTo>
                    <a:pt x="710569" y="5166766"/>
                  </a:lnTo>
                  <a:lnTo>
                    <a:pt x="710695" y="5166766"/>
                  </a:lnTo>
                  <a:lnTo>
                    <a:pt x="710821" y="5166766"/>
                  </a:lnTo>
                  <a:lnTo>
                    <a:pt x="710948" y="5166766"/>
                  </a:lnTo>
                  <a:lnTo>
                    <a:pt x="711074" y="5166766"/>
                  </a:lnTo>
                  <a:lnTo>
                    <a:pt x="711200" y="5166766"/>
                  </a:lnTo>
                  <a:lnTo>
                    <a:pt x="711326" y="5166766"/>
                  </a:lnTo>
                  <a:lnTo>
                    <a:pt x="711453" y="5166766"/>
                  </a:lnTo>
                  <a:lnTo>
                    <a:pt x="711579" y="5166766"/>
                  </a:lnTo>
                  <a:lnTo>
                    <a:pt x="711705" y="5166766"/>
                  </a:lnTo>
                  <a:lnTo>
                    <a:pt x="711832" y="5166766"/>
                  </a:lnTo>
                  <a:lnTo>
                    <a:pt x="711958" y="5166766"/>
                  </a:lnTo>
                  <a:lnTo>
                    <a:pt x="712084" y="5166766"/>
                  </a:lnTo>
                  <a:lnTo>
                    <a:pt x="712210" y="5166766"/>
                  </a:lnTo>
                  <a:lnTo>
                    <a:pt x="712337" y="5166766"/>
                  </a:lnTo>
                  <a:lnTo>
                    <a:pt x="712463" y="5166766"/>
                  </a:lnTo>
                  <a:lnTo>
                    <a:pt x="712589" y="5166766"/>
                  </a:lnTo>
                  <a:lnTo>
                    <a:pt x="712715" y="5166766"/>
                  </a:lnTo>
                  <a:lnTo>
                    <a:pt x="712715" y="5161855"/>
                  </a:lnTo>
                  <a:lnTo>
                    <a:pt x="712842" y="5161855"/>
                  </a:lnTo>
                  <a:lnTo>
                    <a:pt x="712968" y="5161855"/>
                  </a:lnTo>
                  <a:lnTo>
                    <a:pt x="713094" y="5161855"/>
                  </a:lnTo>
                  <a:lnTo>
                    <a:pt x="713220" y="5161855"/>
                  </a:lnTo>
                  <a:lnTo>
                    <a:pt x="713347" y="5161855"/>
                  </a:lnTo>
                  <a:lnTo>
                    <a:pt x="713473" y="5161855"/>
                  </a:lnTo>
                  <a:lnTo>
                    <a:pt x="713599" y="5161855"/>
                  </a:lnTo>
                  <a:lnTo>
                    <a:pt x="713725" y="5161855"/>
                  </a:lnTo>
                  <a:lnTo>
                    <a:pt x="713852" y="5161855"/>
                  </a:lnTo>
                  <a:lnTo>
                    <a:pt x="713978" y="5161855"/>
                  </a:lnTo>
                  <a:lnTo>
                    <a:pt x="714104" y="5161855"/>
                  </a:lnTo>
                  <a:lnTo>
                    <a:pt x="714230" y="5161855"/>
                  </a:lnTo>
                  <a:lnTo>
                    <a:pt x="714357" y="5161855"/>
                  </a:lnTo>
                  <a:lnTo>
                    <a:pt x="714483" y="5161855"/>
                  </a:lnTo>
                  <a:lnTo>
                    <a:pt x="714609" y="5161855"/>
                  </a:lnTo>
                  <a:lnTo>
                    <a:pt x="714735" y="5161855"/>
                  </a:lnTo>
                  <a:lnTo>
                    <a:pt x="714862" y="5161855"/>
                  </a:lnTo>
                  <a:lnTo>
                    <a:pt x="714862" y="5156943"/>
                  </a:lnTo>
                  <a:lnTo>
                    <a:pt x="714988" y="5156943"/>
                  </a:lnTo>
                  <a:lnTo>
                    <a:pt x="715114" y="5156943"/>
                  </a:lnTo>
                  <a:lnTo>
                    <a:pt x="715240" y="5156943"/>
                  </a:lnTo>
                  <a:lnTo>
                    <a:pt x="715367" y="5156943"/>
                  </a:lnTo>
                  <a:lnTo>
                    <a:pt x="715493" y="5156943"/>
                  </a:lnTo>
                  <a:lnTo>
                    <a:pt x="715619" y="5156943"/>
                  </a:lnTo>
                  <a:lnTo>
                    <a:pt x="715745" y="5156943"/>
                  </a:lnTo>
                  <a:lnTo>
                    <a:pt x="715872" y="5156943"/>
                  </a:lnTo>
                  <a:lnTo>
                    <a:pt x="715998" y="5156943"/>
                  </a:lnTo>
                  <a:lnTo>
                    <a:pt x="716124" y="5156943"/>
                  </a:lnTo>
                  <a:lnTo>
                    <a:pt x="716250" y="5156943"/>
                  </a:lnTo>
                  <a:lnTo>
                    <a:pt x="716377" y="5156943"/>
                  </a:lnTo>
                  <a:lnTo>
                    <a:pt x="716503" y="5156943"/>
                  </a:lnTo>
                  <a:lnTo>
                    <a:pt x="716629" y="5156943"/>
                  </a:lnTo>
                  <a:lnTo>
                    <a:pt x="716756" y="5156943"/>
                  </a:lnTo>
                  <a:lnTo>
                    <a:pt x="716882" y="5156943"/>
                  </a:lnTo>
                  <a:lnTo>
                    <a:pt x="717008" y="5156943"/>
                  </a:lnTo>
                  <a:lnTo>
                    <a:pt x="717134" y="5156943"/>
                  </a:lnTo>
                  <a:lnTo>
                    <a:pt x="717261" y="5156943"/>
                  </a:lnTo>
                  <a:lnTo>
                    <a:pt x="717387" y="5156943"/>
                  </a:lnTo>
                  <a:lnTo>
                    <a:pt x="717513" y="5156943"/>
                  </a:lnTo>
                  <a:lnTo>
                    <a:pt x="717639" y="5156943"/>
                  </a:lnTo>
                  <a:lnTo>
                    <a:pt x="717766" y="5156943"/>
                  </a:lnTo>
                  <a:lnTo>
                    <a:pt x="717892" y="5156943"/>
                  </a:lnTo>
                  <a:lnTo>
                    <a:pt x="718018" y="5156943"/>
                  </a:lnTo>
                  <a:lnTo>
                    <a:pt x="718144" y="5156943"/>
                  </a:lnTo>
                  <a:lnTo>
                    <a:pt x="718271" y="5156943"/>
                  </a:lnTo>
                  <a:lnTo>
                    <a:pt x="718397" y="5156943"/>
                  </a:lnTo>
                  <a:lnTo>
                    <a:pt x="718523" y="5156943"/>
                  </a:lnTo>
                  <a:lnTo>
                    <a:pt x="718649" y="5156943"/>
                  </a:lnTo>
                  <a:lnTo>
                    <a:pt x="718776" y="5156943"/>
                  </a:lnTo>
                  <a:lnTo>
                    <a:pt x="718902" y="5156943"/>
                  </a:lnTo>
                  <a:lnTo>
                    <a:pt x="719028" y="5156943"/>
                  </a:lnTo>
                  <a:lnTo>
                    <a:pt x="719154" y="5156943"/>
                  </a:lnTo>
                  <a:lnTo>
                    <a:pt x="719281" y="5156943"/>
                  </a:lnTo>
                  <a:lnTo>
                    <a:pt x="719407" y="5156943"/>
                  </a:lnTo>
                  <a:lnTo>
                    <a:pt x="719533" y="5156943"/>
                  </a:lnTo>
                  <a:lnTo>
                    <a:pt x="719659" y="5156943"/>
                  </a:lnTo>
                  <a:lnTo>
                    <a:pt x="719786" y="5156943"/>
                  </a:lnTo>
                  <a:lnTo>
                    <a:pt x="719912" y="5156943"/>
                  </a:lnTo>
                  <a:lnTo>
                    <a:pt x="720038" y="5156943"/>
                  </a:lnTo>
                  <a:lnTo>
                    <a:pt x="720164" y="5156943"/>
                  </a:lnTo>
                  <a:lnTo>
                    <a:pt x="720291" y="5156943"/>
                  </a:lnTo>
                  <a:lnTo>
                    <a:pt x="720417" y="5156943"/>
                  </a:lnTo>
                  <a:lnTo>
                    <a:pt x="720543" y="5156943"/>
                  </a:lnTo>
                  <a:lnTo>
                    <a:pt x="720669" y="5156943"/>
                  </a:lnTo>
                  <a:lnTo>
                    <a:pt x="720796" y="5156943"/>
                  </a:lnTo>
                  <a:lnTo>
                    <a:pt x="720922" y="5156943"/>
                  </a:lnTo>
                  <a:lnTo>
                    <a:pt x="721048" y="5156943"/>
                  </a:lnTo>
                  <a:lnTo>
                    <a:pt x="721174" y="5156943"/>
                  </a:lnTo>
                  <a:lnTo>
                    <a:pt x="721301" y="5156943"/>
                  </a:lnTo>
                  <a:lnTo>
                    <a:pt x="721427" y="5156943"/>
                  </a:lnTo>
                  <a:lnTo>
                    <a:pt x="721553" y="5156943"/>
                  </a:lnTo>
                  <a:lnTo>
                    <a:pt x="721680" y="5156943"/>
                  </a:lnTo>
                  <a:lnTo>
                    <a:pt x="721806" y="5156943"/>
                  </a:lnTo>
                  <a:lnTo>
                    <a:pt x="721932" y="5156943"/>
                  </a:lnTo>
                  <a:lnTo>
                    <a:pt x="722058" y="5156943"/>
                  </a:lnTo>
                  <a:lnTo>
                    <a:pt x="722185" y="5156943"/>
                  </a:lnTo>
                  <a:lnTo>
                    <a:pt x="722311" y="5156943"/>
                  </a:lnTo>
                  <a:lnTo>
                    <a:pt x="722437" y="5156943"/>
                  </a:lnTo>
                  <a:lnTo>
                    <a:pt x="722563" y="5156943"/>
                  </a:lnTo>
                  <a:lnTo>
                    <a:pt x="722690" y="5156943"/>
                  </a:lnTo>
                  <a:lnTo>
                    <a:pt x="722690" y="5152032"/>
                  </a:lnTo>
                  <a:lnTo>
                    <a:pt x="722816" y="5152032"/>
                  </a:lnTo>
                  <a:lnTo>
                    <a:pt x="722816" y="5147120"/>
                  </a:lnTo>
                  <a:lnTo>
                    <a:pt x="722942" y="5147120"/>
                  </a:lnTo>
                  <a:lnTo>
                    <a:pt x="723068" y="5147120"/>
                  </a:lnTo>
                  <a:lnTo>
                    <a:pt x="723195" y="5147120"/>
                  </a:lnTo>
                  <a:lnTo>
                    <a:pt x="723321" y="5147120"/>
                  </a:lnTo>
                  <a:lnTo>
                    <a:pt x="723447" y="5147120"/>
                  </a:lnTo>
                  <a:lnTo>
                    <a:pt x="723573" y="5147120"/>
                  </a:lnTo>
                  <a:lnTo>
                    <a:pt x="723700" y="5147120"/>
                  </a:lnTo>
                  <a:lnTo>
                    <a:pt x="723826" y="5147120"/>
                  </a:lnTo>
                  <a:lnTo>
                    <a:pt x="723952" y="5147120"/>
                  </a:lnTo>
                  <a:lnTo>
                    <a:pt x="724078" y="5147120"/>
                  </a:lnTo>
                  <a:lnTo>
                    <a:pt x="724205" y="5147120"/>
                  </a:lnTo>
                  <a:lnTo>
                    <a:pt x="724331" y="5147120"/>
                  </a:lnTo>
                  <a:lnTo>
                    <a:pt x="724457" y="5147120"/>
                  </a:lnTo>
                  <a:lnTo>
                    <a:pt x="724583" y="5147120"/>
                  </a:lnTo>
                  <a:lnTo>
                    <a:pt x="724710" y="5147120"/>
                  </a:lnTo>
                  <a:lnTo>
                    <a:pt x="724836" y="5147120"/>
                  </a:lnTo>
                  <a:lnTo>
                    <a:pt x="724962" y="5147120"/>
                  </a:lnTo>
                  <a:lnTo>
                    <a:pt x="725088" y="5147120"/>
                  </a:lnTo>
                  <a:lnTo>
                    <a:pt x="725215" y="5147120"/>
                  </a:lnTo>
                  <a:lnTo>
                    <a:pt x="725341" y="5147120"/>
                  </a:lnTo>
                  <a:lnTo>
                    <a:pt x="725467" y="5147120"/>
                  </a:lnTo>
                  <a:lnTo>
                    <a:pt x="725593" y="5147120"/>
                  </a:lnTo>
                  <a:lnTo>
                    <a:pt x="725720" y="5147120"/>
                  </a:lnTo>
                  <a:lnTo>
                    <a:pt x="725846" y="5147120"/>
                  </a:lnTo>
                  <a:lnTo>
                    <a:pt x="725972" y="5147120"/>
                  </a:lnTo>
                  <a:lnTo>
                    <a:pt x="726098" y="5147120"/>
                  </a:lnTo>
                  <a:lnTo>
                    <a:pt x="726225" y="5147120"/>
                  </a:lnTo>
                  <a:lnTo>
                    <a:pt x="726351" y="5147120"/>
                  </a:lnTo>
                  <a:lnTo>
                    <a:pt x="726477" y="5147120"/>
                  </a:lnTo>
                  <a:lnTo>
                    <a:pt x="726603" y="5147120"/>
                  </a:lnTo>
                  <a:lnTo>
                    <a:pt x="726730" y="5147120"/>
                  </a:lnTo>
                  <a:lnTo>
                    <a:pt x="726856" y="5147120"/>
                  </a:lnTo>
                  <a:lnTo>
                    <a:pt x="726982" y="5147120"/>
                  </a:lnTo>
                  <a:lnTo>
                    <a:pt x="727109" y="5147120"/>
                  </a:lnTo>
                  <a:lnTo>
                    <a:pt x="727235" y="5147120"/>
                  </a:lnTo>
                  <a:lnTo>
                    <a:pt x="727361" y="5147120"/>
                  </a:lnTo>
                  <a:lnTo>
                    <a:pt x="727487" y="5147120"/>
                  </a:lnTo>
                  <a:lnTo>
                    <a:pt x="727614" y="5147120"/>
                  </a:lnTo>
                  <a:lnTo>
                    <a:pt x="727740" y="5147120"/>
                  </a:lnTo>
                  <a:lnTo>
                    <a:pt x="727866" y="5147120"/>
                  </a:lnTo>
                  <a:lnTo>
                    <a:pt x="727992" y="5147120"/>
                  </a:lnTo>
                  <a:lnTo>
                    <a:pt x="728119" y="5147120"/>
                  </a:lnTo>
                  <a:lnTo>
                    <a:pt x="728245" y="5147120"/>
                  </a:lnTo>
                  <a:lnTo>
                    <a:pt x="728371" y="5147120"/>
                  </a:lnTo>
                  <a:lnTo>
                    <a:pt x="728497" y="5147120"/>
                  </a:lnTo>
                  <a:lnTo>
                    <a:pt x="728624" y="5147120"/>
                  </a:lnTo>
                  <a:lnTo>
                    <a:pt x="728624" y="5142209"/>
                  </a:lnTo>
                  <a:lnTo>
                    <a:pt x="728750" y="5142209"/>
                  </a:lnTo>
                  <a:lnTo>
                    <a:pt x="728876" y="5142209"/>
                  </a:lnTo>
                  <a:lnTo>
                    <a:pt x="729002" y="5142209"/>
                  </a:lnTo>
                  <a:lnTo>
                    <a:pt x="729129" y="5142209"/>
                  </a:lnTo>
                  <a:lnTo>
                    <a:pt x="729255" y="5142209"/>
                  </a:lnTo>
                  <a:lnTo>
                    <a:pt x="729255" y="5137298"/>
                  </a:lnTo>
                  <a:lnTo>
                    <a:pt x="729381" y="5137298"/>
                  </a:lnTo>
                  <a:lnTo>
                    <a:pt x="729507" y="5137298"/>
                  </a:lnTo>
                  <a:lnTo>
                    <a:pt x="729634" y="5137298"/>
                  </a:lnTo>
                  <a:lnTo>
                    <a:pt x="729760" y="5137298"/>
                  </a:lnTo>
                  <a:lnTo>
                    <a:pt x="729886" y="5137298"/>
                  </a:lnTo>
                  <a:lnTo>
                    <a:pt x="730012" y="5137298"/>
                  </a:lnTo>
                  <a:lnTo>
                    <a:pt x="730139" y="5137298"/>
                  </a:lnTo>
                  <a:lnTo>
                    <a:pt x="730265" y="5137298"/>
                  </a:lnTo>
                  <a:lnTo>
                    <a:pt x="730391" y="5137298"/>
                  </a:lnTo>
                  <a:lnTo>
                    <a:pt x="730517" y="5137298"/>
                  </a:lnTo>
                  <a:lnTo>
                    <a:pt x="730644" y="5137298"/>
                  </a:lnTo>
                  <a:lnTo>
                    <a:pt x="730770" y="5137298"/>
                  </a:lnTo>
                  <a:lnTo>
                    <a:pt x="730896" y="5137298"/>
                  </a:lnTo>
                  <a:lnTo>
                    <a:pt x="731022" y="5137298"/>
                  </a:lnTo>
                  <a:lnTo>
                    <a:pt x="731149" y="5137298"/>
                  </a:lnTo>
                  <a:lnTo>
                    <a:pt x="731275" y="5137298"/>
                  </a:lnTo>
                  <a:lnTo>
                    <a:pt x="731401" y="5137298"/>
                  </a:lnTo>
                  <a:lnTo>
                    <a:pt x="731527" y="5137298"/>
                  </a:lnTo>
                  <a:lnTo>
                    <a:pt x="731654" y="5137298"/>
                  </a:lnTo>
                  <a:lnTo>
                    <a:pt x="731780" y="5137298"/>
                  </a:lnTo>
                  <a:lnTo>
                    <a:pt x="731906" y="5137298"/>
                  </a:lnTo>
                  <a:lnTo>
                    <a:pt x="732033" y="5137298"/>
                  </a:lnTo>
                  <a:lnTo>
                    <a:pt x="732159" y="5137298"/>
                  </a:lnTo>
                  <a:lnTo>
                    <a:pt x="732285" y="5137298"/>
                  </a:lnTo>
                  <a:lnTo>
                    <a:pt x="732411" y="5137298"/>
                  </a:lnTo>
                  <a:lnTo>
                    <a:pt x="732538" y="5137298"/>
                  </a:lnTo>
                  <a:lnTo>
                    <a:pt x="732664" y="5137298"/>
                  </a:lnTo>
                  <a:lnTo>
                    <a:pt x="732790" y="5137298"/>
                  </a:lnTo>
                  <a:lnTo>
                    <a:pt x="732916" y="5137298"/>
                  </a:lnTo>
                  <a:lnTo>
                    <a:pt x="733043" y="5137298"/>
                  </a:lnTo>
                  <a:lnTo>
                    <a:pt x="733169" y="5137298"/>
                  </a:lnTo>
                  <a:lnTo>
                    <a:pt x="733295" y="5137298"/>
                  </a:lnTo>
                  <a:lnTo>
                    <a:pt x="733421" y="5137298"/>
                  </a:lnTo>
                  <a:lnTo>
                    <a:pt x="733548" y="5137298"/>
                  </a:lnTo>
                  <a:lnTo>
                    <a:pt x="733674" y="5137298"/>
                  </a:lnTo>
                  <a:lnTo>
                    <a:pt x="733800" y="5137298"/>
                  </a:lnTo>
                  <a:lnTo>
                    <a:pt x="733926" y="5137298"/>
                  </a:lnTo>
                  <a:lnTo>
                    <a:pt x="734053" y="5137298"/>
                  </a:lnTo>
                  <a:lnTo>
                    <a:pt x="734179" y="5137298"/>
                  </a:lnTo>
                  <a:lnTo>
                    <a:pt x="734305" y="5137298"/>
                  </a:lnTo>
                  <a:lnTo>
                    <a:pt x="734431" y="5137298"/>
                  </a:lnTo>
                  <a:lnTo>
                    <a:pt x="734558" y="5137298"/>
                  </a:lnTo>
                  <a:lnTo>
                    <a:pt x="734684" y="5137298"/>
                  </a:lnTo>
                  <a:lnTo>
                    <a:pt x="734810" y="5137298"/>
                  </a:lnTo>
                  <a:lnTo>
                    <a:pt x="734936" y="5137298"/>
                  </a:lnTo>
                  <a:lnTo>
                    <a:pt x="735063" y="5137298"/>
                  </a:lnTo>
                  <a:lnTo>
                    <a:pt x="735189" y="5137298"/>
                  </a:lnTo>
                  <a:lnTo>
                    <a:pt x="735315" y="5137298"/>
                  </a:lnTo>
                  <a:lnTo>
                    <a:pt x="735441" y="5137298"/>
                  </a:lnTo>
                  <a:lnTo>
                    <a:pt x="735568" y="5137298"/>
                  </a:lnTo>
                  <a:lnTo>
                    <a:pt x="735694" y="5137298"/>
                  </a:lnTo>
                  <a:lnTo>
                    <a:pt x="735820" y="5137298"/>
                  </a:lnTo>
                  <a:lnTo>
                    <a:pt x="735946" y="5137298"/>
                  </a:lnTo>
                  <a:lnTo>
                    <a:pt x="736073" y="5137298"/>
                  </a:lnTo>
                  <a:lnTo>
                    <a:pt x="736199" y="5137298"/>
                  </a:lnTo>
                  <a:lnTo>
                    <a:pt x="736325" y="5137298"/>
                  </a:lnTo>
                  <a:lnTo>
                    <a:pt x="736451" y="5137298"/>
                  </a:lnTo>
                  <a:lnTo>
                    <a:pt x="736578" y="5137298"/>
                  </a:lnTo>
                  <a:lnTo>
                    <a:pt x="736704" y="5137298"/>
                  </a:lnTo>
                  <a:lnTo>
                    <a:pt x="736830" y="5137298"/>
                  </a:lnTo>
                  <a:lnTo>
                    <a:pt x="736956" y="5137298"/>
                  </a:lnTo>
                  <a:lnTo>
                    <a:pt x="737083" y="5137298"/>
                  </a:lnTo>
                  <a:lnTo>
                    <a:pt x="737209" y="5137298"/>
                  </a:lnTo>
                  <a:lnTo>
                    <a:pt x="737335" y="5137298"/>
                  </a:lnTo>
                  <a:lnTo>
                    <a:pt x="737462" y="5137298"/>
                  </a:lnTo>
                  <a:lnTo>
                    <a:pt x="737588" y="5137298"/>
                  </a:lnTo>
                  <a:lnTo>
                    <a:pt x="737714" y="5137298"/>
                  </a:lnTo>
                  <a:lnTo>
                    <a:pt x="737840" y="5137298"/>
                  </a:lnTo>
                  <a:lnTo>
                    <a:pt x="737967" y="5137298"/>
                  </a:lnTo>
                  <a:lnTo>
                    <a:pt x="738093" y="5137298"/>
                  </a:lnTo>
                  <a:lnTo>
                    <a:pt x="738219" y="5137298"/>
                  </a:lnTo>
                  <a:lnTo>
                    <a:pt x="738345" y="5137298"/>
                  </a:lnTo>
                  <a:lnTo>
                    <a:pt x="738472" y="5137298"/>
                  </a:lnTo>
                  <a:lnTo>
                    <a:pt x="738598" y="5137298"/>
                  </a:lnTo>
                  <a:lnTo>
                    <a:pt x="738724" y="5137298"/>
                  </a:lnTo>
                  <a:lnTo>
                    <a:pt x="738850" y="5137298"/>
                  </a:lnTo>
                  <a:lnTo>
                    <a:pt x="738977" y="5137298"/>
                  </a:lnTo>
                  <a:lnTo>
                    <a:pt x="739103" y="5137298"/>
                  </a:lnTo>
                  <a:lnTo>
                    <a:pt x="739103" y="5132386"/>
                  </a:lnTo>
                  <a:lnTo>
                    <a:pt x="739229" y="5132386"/>
                  </a:lnTo>
                  <a:lnTo>
                    <a:pt x="739355" y="5132386"/>
                  </a:lnTo>
                  <a:lnTo>
                    <a:pt x="739482" y="5132386"/>
                  </a:lnTo>
                  <a:lnTo>
                    <a:pt x="739608" y="5132386"/>
                  </a:lnTo>
                  <a:lnTo>
                    <a:pt x="739734" y="5132386"/>
                  </a:lnTo>
                  <a:lnTo>
                    <a:pt x="739860" y="5132386"/>
                  </a:lnTo>
                  <a:lnTo>
                    <a:pt x="739987" y="5132386"/>
                  </a:lnTo>
                  <a:lnTo>
                    <a:pt x="740113" y="5132386"/>
                  </a:lnTo>
                  <a:lnTo>
                    <a:pt x="740239" y="5132386"/>
                  </a:lnTo>
                  <a:lnTo>
                    <a:pt x="740365" y="5132386"/>
                  </a:lnTo>
                  <a:lnTo>
                    <a:pt x="740492" y="5132386"/>
                  </a:lnTo>
                  <a:lnTo>
                    <a:pt x="740618" y="5132386"/>
                  </a:lnTo>
                  <a:lnTo>
                    <a:pt x="740744" y="5132386"/>
                  </a:lnTo>
                  <a:lnTo>
                    <a:pt x="740870" y="5132386"/>
                  </a:lnTo>
                  <a:lnTo>
                    <a:pt x="740997" y="5132386"/>
                  </a:lnTo>
                  <a:lnTo>
                    <a:pt x="741123" y="5132386"/>
                  </a:lnTo>
                  <a:lnTo>
                    <a:pt x="741249" y="5132386"/>
                  </a:lnTo>
                  <a:lnTo>
                    <a:pt x="741375" y="5132386"/>
                  </a:lnTo>
                  <a:lnTo>
                    <a:pt x="741375" y="5127475"/>
                  </a:lnTo>
                  <a:lnTo>
                    <a:pt x="741502" y="5127475"/>
                  </a:lnTo>
                  <a:lnTo>
                    <a:pt x="741628" y="5127475"/>
                  </a:lnTo>
                  <a:lnTo>
                    <a:pt x="741754" y="5127475"/>
                  </a:lnTo>
                  <a:lnTo>
                    <a:pt x="741880" y="5127475"/>
                  </a:lnTo>
                  <a:lnTo>
                    <a:pt x="742007" y="5127475"/>
                  </a:lnTo>
                  <a:lnTo>
                    <a:pt x="742133" y="5127475"/>
                  </a:lnTo>
                  <a:lnTo>
                    <a:pt x="742259" y="5127475"/>
                  </a:lnTo>
                  <a:lnTo>
                    <a:pt x="742386" y="5127475"/>
                  </a:lnTo>
                  <a:lnTo>
                    <a:pt x="742512" y="5127475"/>
                  </a:lnTo>
                  <a:lnTo>
                    <a:pt x="742638" y="5127475"/>
                  </a:lnTo>
                  <a:lnTo>
                    <a:pt x="742764" y="5127475"/>
                  </a:lnTo>
                  <a:lnTo>
                    <a:pt x="742891" y="5127475"/>
                  </a:lnTo>
                  <a:lnTo>
                    <a:pt x="743017" y="5127475"/>
                  </a:lnTo>
                  <a:lnTo>
                    <a:pt x="743143" y="5127475"/>
                  </a:lnTo>
                  <a:lnTo>
                    <a:pt x="743269" y="5127475"/>
                  </a:lnTo>
                  <a:lnTo>
                    <a:pt x="743396" y="5127475"/>
                  </a:lnTo>
                  <a:lnTo>
                    <a:pt x="743522" y="5127475"/>
                  </a:lnTo>
                  <a:lnTo>
                    <a:pt x="743522" y="5122564"/>
                  </a:lnTo>
                  <a:lnTo>
                    <a:pt x="743648" y="5122564"/>
                  </a:lnTo>
                  <a:lnTo>
                    <a:pt x="743774" y="5122564"/>
                  </a:lnTo>
                  <a:lnTo>
                    <a:pt x="743901" y="5122564"/>
                  </a:lnTo>
                  <a:lnTo>
                    <a:pt x="744027" y="5122564"/>
                  </a:lnTo>
                  <a:lnTo>
                    <a:pt x="744153" y="5122564"/>
                  </a:lnTo>
                  <a:lnTo>
                    <a:pt x="744279" y="5122564"/>
                  </a:lnTo>
                  <a:lnTo>
                    <a:pt x="744406" y="5122564"/>
                  </a:lnTo>
                  <a:lnTo>
                    <a:pt x="744532" y="5122564"/>
                  </a:lnTo>
                  <a:lnTo>
                    <a:pt x="744658" y="5122564"/>
                  </a:lnTo>
                  <a:lnTo>
                    <a:pt x="744784" y="5122564"/>
                  </a:lnTo>
                  <a:lnTo>
                    <a:pt x="744911" y="5122564"/>
                  </a:lnTo>
                  <a:lnTo>
                    <a:pt x="745037" y="5122564"/>
                  </a:lnTo>
                  <a:lnTo>
                    <a:pt x="745163" y="5122564"/>
                  </a:lnTo>
                  <a:lnTo>
                    <a:pt x="745289" y="5122564"/>
                  </a:lnTo>
                  <a:lnTo>
                    <a:pt x="745416" y="5122564"/>
                  </a:lnTo>
                  <a:lnTo>
                    <a:pt x="745542" y="5122564"/>
                  </a:lnTo>
                  <a:lnTo>
                    <a:pt x="745668" y="5122564"/>
                  </a:lnTo>
                  <a:lnTo>
                    <a:pt x="745794" y="5122564"/>
                  </a:lnTo>
                  <a:lnTo>
                    <a:pt x="745921" y="5122564"/>
                  </a:lnTo>
                  <a:lnTo>
                    <a:pt x="745921" y="5117652"/>
                  </a:lnTo>
                  <a:lnTo>
                    <a:pt x="745921" y="5112741"/>
                  </a:lnTo>
                  <a:lnTo>
                    <a:pt x="746047" y="5112741"/>
                  </a:lnTo>
                  <a:lnTo>
                    <a:pt x="746173" y="5112741"/>
                  </a:lnTo>
                  <a:lnTo>
                    <a:pt x="746299" y="5112741"/>
                  </a:lnTo>
                  <a:lnTo>
                    <a:pt x="746426" y="5112741"/>
                  </a:lnTo>
                  <a:lnTo>
                    <a:pt x="746552" y="5112741"/>
                  </a:lnTo>
                  <a:lnTo>
                    <a:pt x="746678" y="5112741"/>
                  </a:lnTo>
                  <a:lnTo>
                    <a:pt x="746804" y="5112741"/>
                  </a:lnTo>
                  <a:lnTo>
                    <a:pt x="746931" y="5112741"/>
                  </a:lnTo>
                  <a:lnTo>
                    <a:pt x="747057" y="5112741"/>
                  </a:lnTo>
                  <a:lnTo>
                    <a:pt x="747183" y="5112741"/>
                  </a:lnTo>
                  <a:lnTo>
                    <a:pt x="747309" y="5112741"/>
                  </a:lnTo>
                  <a:lnTo>
                    <a:pt x="747309" y="5107829"/>
                  </a:lnTo>
                  <a:lnTo>
                    <a:pt x="747436" y="5107829"/>
                  </a:lnTo>
                  <a:lnTo>
                    <a:pt x="747562" y="5107829"/>
                  </a:lnTo>
                  <a:lnTo>
                    <a:pt x="747688" y="5107829"/>
                  </a:lnTo>
                  <a:lnTo>
                    <a:pt x="747815" y="5107829"/>
                  </a:lnTo>
                  <a:lnTo>
                    <a:pt x="747941" y="5107829"/>
                  </a:lnTo>
                  <a:lnTo>
                    <a:pt x="748067" y="5107829"/>
                  </a:lnTo>
                  <a:lnTo>
                    <a:pt x="748193" y="5107829"/>
                  </a:lnTo>
                  <a:lnTo>
                    <a:pt x="748320" y="5107829"/>
                  </a:lnTo>
                  <a:lnTo>
                    <a:pt x="748446" y="5107829"/>
                  </a:lnTo>
                  <a:lnTo>
                    <a:pt x="748572" y="5107829"/>
                  </a:lnTo>
                  <a:lnTo>
                    <a:pt x="748698" y="5107829"/>
                  </a:lnTo>
                  <a:lnTo>
                    <a:pt x="748825" y="5107829"/>
                  </a:lnTo>
                  <a:lnTo>
                    <a:pt x="748951" y="5107829"/>
                  </a:lnTo>
                  <a:lnTo>
                    <a:pt x="749077" y="5107829"/>
                  </a:lnTo>
                  <a:lnTo>
                    <a:pt x="749203" y="5107829"/>
                  </a:lnTo>
                  <a:lnTo>
                    <a:pt x="749330" y="5107829"/>
                  </a:lnTo>
                  <a:lnTo>
                    <a:pt x="749456" y="5107829"/>
                  </a:lnTo>
                  <a:lnTo>
                    <a:pt x="749582" y="5107829"/>
                  </a:lnTo>
                  <a:lnTo>
                    <a:pt x="749708" y="5107829"/>
                  </a:lnTo>
                  <a:lnTo>
                    <a:pt x="749835" y="5107829"/>
                  </a:lnTo>
                  <a:lnTo>
                    <a:pt x="749961" y="5107829"/>
                  </a:lnTo>
                  <a:lnTo>
                    <a:pt x="750087" y="5107829"/>
                  </a:lnTo>
                  <a:lnTo>
                    <a:pt x="750213" y="5107829"/>
                  </a:lnTo>
                  <a:lnTo>
                    <a:pt x="750340" y="5107829"/>
                  </a:lnTo>
                  <a:lnTo>
                    <a:pt x="750466" y="5107829"/>
                  </a:lnTo>
                  <a:lnTo>
                    <a:pt x="750592" y="5107829"/>
                  </a:lnTo>
                  <a:lnTo>
                    <a:pt x="750718" y="5107829"/>
                  </a:lnTo>
                  <a:lnTo>
                    <a:pt x="750845" y="5107829"/>
                  </a:lnTo>
                  <a:lnTo>
                    <a:pt x="750971" y="5107829"/>
                  </a:lnTo>
                  <a:lnTo>
                    <a:pt x="751097" y="5107829"/>
                  </a:lnTo>
                  <a:lnTo>
                    <a:pt x="751223" y="5107829"/>
                  </a:lnTo>
                  <a:lnTo>
                    <a:pt x="751350" y="5107829"/>
                  </a:lnTo>
                  <a:lnTo>
                    <a:pt x="751476" y="5107829"/>
                  </a:lnTo>
                  <a:lnTo>
                    <a:pt x="751602" y="5107829"/>
                  </a:lnTo>
                  <a:lnTo>
                    <a:pt x="751728" y="5107829"/>
                  </a:lnTo>
                  <a:lnTo>
                    <a:pt x="751855" y="5107829"/>
                  </a:lnTo>
                  <a:lnTo>
                    <a:pt x="751981" y="5107829"/>
                  </a:lnTo>
                  <a:lnTo>
                    <a:pt x="752107" y="5107829"/>
                  </a:lnTo>
                  <a:lnTo>
                    <a:pt x="752233" y="5107829"/>
                  </a:lnTo>
                  <a:lnTo>
                    <a:pt x="752360" y="5107829"/>
                  </a:lnTo>
                  <a:lnTo>
                    <a:pt x="752486" y="5107829"/>
                  </a:lnTo>
                  <a:lnTo>
                    <a:pt x="752612" y="5107829"/>
                  </a:lnTo>
                  <a:lnTo>
                    <a:pt x="752739" y="5107829"/>
                  </a:lnTo>
                  <a:lnTo>
                    <a:pt x="752865" y="5107829"/>
                  </a:lnTo>
                  <a:lnTo>
                    <a:pt x="752991" y="5107829"/>
                  </a:lnTo>
                  <a:lnTo>
                    <a:pt x="753117" y="5107829"/>
                  </a:lnTo>
                  <a:lnTo>
                    <a:pt x="753244" y="5107829"/>
                  </a:lnTo>
                  <a:lnTo>
                    <a:pt x="753370" y="5107829"/>
                  </a:lnTo>
                  <a:lnTo>
                    <a:pt x="753496" y="5107829"/>
                  </a:lnTo>
                  <a:lnTo>
                    <a:pt x="753622" y="5107829"/>
                  </a:lnTo>
                  <a:lnTo>
                    <a:pt x="753749" y="5107829"/>
                  </a:lnTo>
                  <a:lnTo>
                    <a:pt x="753875" y="5107829"/>
                  </a:lnTo>
                  <a:lnTo>
                    <a:pt x="754001" y="5107829"/>
                  </a:lnTo>
                  <a:lnTo>
                    <a:pt x="754127" y="5107829"/>
                  </a:lnTo>
                  <a:lnTo>
                    <a:pt x="754254" y="5107829"/>
                  </a:lnTo>
                  <a:lnTo>
                    <a:pt x="754380" y="5107829"/>
                  </a:lnTo>
                  <a:lnTo>
                    <a:pt x="754506" y="5107829"/>
                  </a:lnTo>
                  <a:lnTo>
                    <a:pt x="754632" y="5107829"/>
                  </a:lnTo>
                  <a:lnTo>
                    <a:pt x="754759" y="5107829"/>
                  </a:lnTo>
                  <a:lnTo>
                    <a:pt x="754885" y="5107829"/>
                  </a:lnTo>
                  <a:lnTo>
                    <a:pt x="755011" y="5107829"/>
                  </a:lnTo>
                  <a:lnTo>
                    <a:pt x="755137" y="5107829"/>
                  </a:lnTo>
                  <a:lnTo>
                    <a:pt x="755264" y="5107829"/>
                  </a:lnTo>
                  <a:lnTo>
                    <a:pt x="755390" y="5107829"/>
                  </a:lnTo>
                  <a:lnTo>
                    <a:pt x="755516" y="5107829"/>
                  </a:lnTo>
                  <a:lnTo>
                    <a:pt x="755642" y="5107829"/>
                  </a:lnTo>
                  <a:lnTo>
                    <a:pt x="755769" y="5107829"/>
                  </a:lnTo>
                  <a:lnTo>
                    <a:pt x="755895" y="5107829"/>
                  </a:lnTo>
                  <a:lnTo>
                    <a:pt x="756021" y="5107829"/>
                  </a:lnTo>
                  <a:lnTo>
                    <a:pt x="756147" y="5107829"/>
                  </a:lnTo>
                  <a:lnTo>
                    <a:pt x="756274" y="5107829"/>
                  </a:lnTo>
                  <a:lnTo>
                    <a:pt x="756400" y="5107829"/>
                  </a:lnTo>
                  <a:lnTo>
                    <a:pt x="756526" y="5107829"/>
                  </a:lnTo>
                  <a:lnTo>
                    <a:pt x="756652" y="5107829"/>
                  </a:lnTo>
                  <a:lnTo>
                    <a:pt x="756779" y="5107829"/>
                  </a:lnTo>
                  <a:lnTo>
                    <a:pt x="756905" y="5107829"/>
                  </a:lnTo>
                  <a:lnTo>
                    <a:pt x="757031" y="5107829"/>
                  </a:lnTo>
                  <a:lnTo>
                    <a:pt x="757157" y="5107829"/>
                  </a:lnTo>
                  <a:lnTo>
                    <a:pt x="757284" y="5107829"/>
                  </a:lnTo>
                  <a:lnTo>
                    <a:pt x="757410" y="5107829"/>
                  </a:lnTo>
                  <a:lnTo>
                    <a:pt x="757536" y="5107829"/>
                  </a:lnTo>
                  <a:lnTo>
                    <a:pt x="757662" y="5107829"/>
                  </a:lnTo>
                  <a:lnTo>
                    <a:pt x="757789" y="5107829"/>
                  </a:lnTo>
                  <a:lnTo>
                    <a:pt x="757915" y="5107829"/>
                  </a:lnTo>
                  <a:lnTo>
                    <a:pt x="758041" y="5107829"/>
                  </a:lnTo>
                  <a:lnTo>
                    <a:pt x="758168" y="5107829"/>
                  </a:lnTo>
                  <a:lnTo>
                    <a:pt x="758294" y="5107829"/>
                  </a:lnTo>
                  <a:lnTo>
                    <a:pt x="758420" y="5107829"/>
                  </a:lnTo>
                  <a:lnTo>
                    <a:pt x="758546" y="5107829"/>
                  </a:lnTo>
                  <a:lnTo>
                    <a:pt x="758673" y="5107829"/>
                  </a:lnTo>
                  <a:lnTo>
                    <a:pt x="758799" y="5107829"/>
                  </a:lnTo>
                  <a:lnTo>
                    <a:pt x="758925" y="5107829"/>
                  </a:lnTo>
                  <a:lnTo>
                    <a:pt x="759051" y="5107829"/>
                  </a:lnTo>
                  <a:lnTo>
                    <a:pt x="759178" y="5107829"/>
                  </a:lnTo>
                  <a:lnTo>
                    <a:pt x="759304" y="5107829"/>
                  </a:lnTo>
                  <a:lnTo>
                    <a:pt x="759430" y="5107829"/>
                  </a:lnTo>
                  <a:lnTo>
                    <a:pt x="759556" y="5107829"/>
                  </a:lnTo>
                  <a:lnTo>
                    <a:pt x="759683" y="5107829"/>
                  </a:lnTo>
                  <a:lnTo>
                    <a:pt x="759809" y="5107829"/>
                  </a:lnTo>
                  <a:lnTo>
                    <a:pt x="759935" y="5107829"/>
                  </a:lnTo>
                  <a:lnTo>
                    <a:pt x="760061" y="5107829"/>
                  </a:lnTo>
                  <a:lnTo>
                    <a:pt x="760188" y="5107829"/>
                  </a:lnTo>
                  <a:lnTo>
                    <a:pt x="760314" y="5107829"/>
                  </a:lnTo>
                  <a:lnTo>
                    <a:pt x="760440" y="5107829"/>
                  </a:lnTo>
                  <a:lnTo>
                    <a:pt x="760566" y="5107829"/>
                  </a:lnTo>
                  <a:lnTo>
                    <a:pt x="760693" y="5107829"/>
                  </a:lnTo>
                  <a:lnTo>
                    <a:pt x="760819" y="5107829"/>
                  </a:lnTo>
                  <a:lnTo>
                    <a:pt x="760945" y="5107829"/>
                  </a:lnTo>
                  <a:lnTo>
                    <a:pt x="761071" y="5107829"/>
                  </a:lnTo>
                  <a:lnTo>
                    <a:pt x="761198" y="5107829"/>
                  </a:lnTo>
                  <a:lnTo>
                    <a:pt x="761324" y="5107829"/>
                  </a:lnTo>
                  <a:lnTo>
                    <a:pt x="761450" y="5107829"/>
                  </a:lnTo>
                  <a:lnTo>
                    <a:pt x="761576" y="5107829"/>
                  </a:lnTo>
                  <a:lnTo>
                    <a:pt x="761703" y="5107829"/>
                  </a:lnTo>
                  <a:lnTo>
                    <a:pt x="761829" y="5107829"/>
                  </a:lnTo>
                  <a:lnTo>
                    <a:pt x="761955" y="5107829"/>
                  </a:lnTo>
                  <a:lnTo>
                    <a:pt x="762081" y="5107829"/>
                  </a:lnTo>
                  <a:lnTo>
                    <a:pt x="762081" y="5102918"/>
                  </a:lnTo>
                  <a:lnTo>
                    <a:pt x="762208" y="5102918"/>
                  </a:lnTo>
                  <a:lnTo>
                    <a:pt x="762334" y="5102918"/>
                  </a:lnTo>
                  <a:lnTo>
                    <a:pt x="762460" y="5102918"/>
                  </a:lnTo>
                  <a:lnTo>
                    <a:pt x="762586" y="5102918"/>
                  </a:lnTo>
                  <a:lnTo>
                    <a:pt x="762713" y="5102918"/>
                  </a:lnTo>
                  <a:lnTo>
                    <a:pt x="762839" y="5102918"/>
                  </a:lnTo>
                  <a:lnTo>
                    <a:pt x="762965" y="5102918"/>
                  </a:lnTo>
                  <a:lnTo>
                    <a:pt x="763092" y="5102918"/>
                  </a:lnTo>
                  <a:lnTo>
                    <a:pt x="763218" y="5102918"/>
                  </a:lnTo>
                  <a:lnTo>
                    <a:pt x="763344" y="5102918"/>
                  </a:lnTo>
                  <a:lnTo>
                    <a:pt x="763470" y="5102918"/>
                  </a:lnTo>
                  <a:lnTo>
                    <a:pt x="763597" y="5102918"/>
                  </a:lnTo>
                  <a:lnTo>
                    <a:pt x="763723" y="5102918"/>
                  </a:lnTo>
                  <a:lnTo>
                    <a:pt x="763849" y="5102918"/>
                  </a:lnTo>
                  <a:lnTo>
                    <a:pt x="763975" y="5102918"/>
                  </a:lnTo>
                  <a:lnTo>
                    <a:pt x="764102" y="5102918"/>
                  </a:lnTo>
                  <a:lnTo>
                    <a:pt x="764228" y="5102918"/>
                  </a:lnTo>
                  <a:lnTo>
                    <a:pt x="764228" y="5098007"/>
                  </a:lnTo>
                  <a:lnTo>
                    <a:pt x="764354" y="5098007"/>
                  </a:lnTo>
                  <a:lnTo>
                    <a:pt x="764480" y="5098007"/>
                  </a:lnTo>
                  <a:lnTo>
                    <a:pt x="764607" y="5098007"/>
                  </a:lnTo>
                  <a:lnTo>
                    <a:pt x="764733" y="5098007"/>
                  </a:lnTo>
                  <a:lnTo>
                    <a:pt x="764859" y="5098007"/>
                  </a:lnTo>
                  <a:lnTo>
                    <a:pt x="764985" y="5098007"/>
                  </a:lnTo>
                  <a:lnTo>
                    <a:pt x="765112" y="5098007"/>
                  </a:lnTo>
                  <a:lnTo>
                    <a:pt x="765238" y="5098007"/>
                  </a:lnTo>
                  <a:lnTo>
                    <a:pt x="765364" y="5098007"/>
                  </a:lnTo>
                  <a:lnTo>
                    <a:pt x="765490" y="5098007"/>
                  </a:lnTo>
                  <a:lnTo>
                    <a:pt x="765617" y="5098007"/>
                  </a:lnTo>
                  <a:lnTo>
                    <a:pt x="765743" y="5098007"/>
                  </a:lnTo>
                  <a:lnTo>
                    <a:pt x="765869" y="5098007"/>
                  </a:lnTo>
                  <a:lnTo>
                    <a:pt x="765995" y="5098007"/>
                  </a:lnTo>
                  <a:lnTo>
                    <a:pt x="766122" y="5098007"/>
                  </a:lnTo>
                  <a:lnTo>
                    <a:pt x="766248" y="5098007"/>
                  </a:lnTo>
                  <a:lnTo>
                    <a:pt x="766374" y="5098007"/>
                  </a:lnTo>
                  <a:lnTo>
                    <a:pt x="766500" y="5098007"/>
                  </a:lnTo>
                  <a:lnTo>
                    <a:pt x="766627" y="5098007"/>
                  </a:lnTo>
                  <a:lnTo>
                    <a:pt x="766627" y="5093095"/>
                  </a:lnTo>
                  <a:lnTo>
                    <a:pt x="766753" y="5093095"/>
                  </a:lnTo>
                  <a:lnTo>
                    <a:pt x="766879" y="5093095"/>
                  </a:lnTo>
                  <a:lnTo>
                    <a:pt x="767005" y="5093095"/>
                  </a:lnTo>
                  <a:lnTo>
                    <a:pt x="767132" y="5093095"/>
                  </a:lnTo>
                  <a:lnTo>
                    <a:pt x="767258" y="5093095"/>
                  </a:lnTo>
                  <a:lnTo>
                    <a:pt x="767384" y="5093095"/>
                  </a:lnTo>
                  <a:lnTo>
                    <a:pt x="767510" y="5093095"/>
                  </a:lnTo>
                  <a:lnTo>
                    <a:pt x="767637" y="5093095"/>
                  </a:lnTo>
                  <a:lnTo>
                    <a:pt x="767763" y="5093095"/>
                  </a:lnTo>
                  <a:lnTo>
                    <a:pt x="767889" y="5093095"/>
                  </a:lnTo>
                  <a:lnTo>
                    <a:pt x="768015" y="5093095"/>
                  </a:lnTo>
                  <a:lnTo>
                    <a:pt x="768142" y="5093095"/>
                  </a:lnTo>
                  <a:lnTo>
                    <a:pt x="768268" y="5093095"/>
                  </a:lnTo>
                  <a:lnTo>
                    <a:pt x="768268" y="5088184"/>
                  </a:lnTo>
                  <a:lnTo>
                    <a:pt x="768394" y="5088184"/>
                  </a:lnTo>
                  <a:lnTo>
                    <a:pt x="768521" y="5088184"/>
                  </a:lnTo>
                  <a:lnTo>
                    <a:pt x="768647" y="5088184"/>
                  </a:lnTo>
                  <a:lnTo>
                    <a:pt x="768773" y="5088184"/>
                  </a:lnTo>
                  <a:lnTo>
                    <a:pt x="768899" y="5088184"/>
                  </a:lnTo>
                  <a:lnTo>
                    <a:pt x="769026" y="5088184"/>
                  </a:lnTo>
                  <a:lnTo>
                    <a:pt x="769152" y="5088184"/>
                  </a:lnTo>
                  <a:lnTo>
                    <a:pt x="769278" y="5088184"/>
                  </a:lnTo>
                  <a:lnTo>
                    <a:pt x="769404" y="5088184"/>
                  </a:lnTo>
                  <a:lnTo>
                    <a:pt x="769531" y="5088184"/>
                  </a:lnTo>
                  <a:lnTo>
                    <a:pt x="769657" y="5088184"/>
                  </a:lnTo>
                  <a:lnTo>
                    <a:pt x="769783" y="5088184"/>
                  </a:lnTo>
                  <a:lnTo>
                    <a:pt x="769909" y="5088184"/>
                  </a:lnTo>
                  <a:lnTo>
                    <a:pt x="770036" y="5088184"/>
                  </a:lnTo>
                  <a:lnTo>
                    <a:pt x="770162" y="5088184"/>
                  </a:lnTo>
                  <a:lnTo>
                    <a:pt x="770288" y="5088184"/>
                  </a:lnTo>
                  <a:lnTo>
                    <a:pt x="770414" y="5088184"/>
                  </a:lnTo>
                  <a:lnTo>
                    <a:pt x="770541" y="5088184"/>
                  </a:lnTo>
                  <a:lnTo>
                    <a:pt x="770667" y="5088184"/>
                  </a:lnTo>
                  <a:lnTo>
                    <a:pt x="770793" y="5088184"/>
                  </a:lnTo>
                  <a:lnTo>
                    <a:pt x="770919" y="5088184"/>
                  </a:lnTo>
                  <a:lnTo>
                    <a:pt x="771046" y="5088184"/>
                  </a:lnTo>
                  <a:lnTo>
                    <a:pt x="771172" y="5088184"/>
                  </a:lnTo>
                  <a:lnTo>
                    <a:pt x="771298" y="5088184"/>
                  </a:lnTo>
                  <a:lnTo>
                    <a:pt x="771424" y="5088184"/>
                  </a:lnTo>
                  <a:lnTo>
                    <a:pt x="771551" y="5088184"/>
                  </a:lnTo>
                  <a:lnTo>
                    <a:pt x="771677" y="5088184"/>
                  </a:lnTo>
                  <a:lnTo>
                    <a:pt x="771803" y="5088184"/>
                  </a:lnTo>
                  <a:lnTo>
                    <a:pt x="771803" y="5083273"/>
                  </a:lnTo>
                  <a:lnTo>
                    <a:pt x="771929" y="5083273"/>
                  </a:lnTo>
                  <a:lnTo>
                    <a:pt x="772056" y="5083273"/>
                  </a:lnTo>
                  <a:lnTo>
                    <a:pt x="772182" y="5083273"/>
                  </a:lnTo>
                  <a:lnTo>
                    <a:pt x="772308" y="5083273"/>
                  </a:lnTo>
                  <a:lnTo>
                    <a:pt x="772434" y="5083273"/>
                  </a:lnTo>
                  <a:lnTo>
                    <a:pt x="772561" y="5083273"/>
                  </a:lnTo>
                  <a:lnTo>
                    <a:pt x="772687" y="5083273"/>
                  </a:lnTo>
                  <a:lnTo>
                    <a:pt x="772813" y="5083273"/>
                  </a:lnTo>
                  <a:lnTo>
                    <a:pt x="772939" y="5083273"/>
                  </a:lnTo>
                  <a:lnTo>
                    <a:pt x="773066" y="5083273"/>
                  </a:lnTo>
                  <a:lnTo>
                    <a:pt x="773192" y="5083273"/>
                  </a:lnTo>
                  <a:lnTo>
                    <a:pt x="773318" y="5083273"/>
                  </a:lnTo>
                  <a:lnTo>
                    <a:pt x="773445" y="5083273"/>
                  </a:lnTo>
                  <a:lnTo>
                    <a:pt x="773571" y="5083273"/>
                  </a:lnTo>
                  <a:lnTo>
                    <a:pt x="773697" y="5083273"/>
                  </a:lnTo>
                  <a:lnTo>
                    <a:pt x="773823" y="5083273"/>
                  </a:lnTo>
                  <a:lnTo>
                    <a:pt x="773950" y="5083273"/>
                  </a:lnTo>
                  <a:lnTo>
                    <a:pt x="774076" y="5083273"/>
                  </a:lnTo>
                  <a:lnTo>
                    <a:pt x="774202" y="5083273"/>
                  </a:lnTo>
                  <a:lnTo>
                    <a:pt x="774328" y="5083273"/>
                  </a:lnTo>
                  <a:lnTo>
                    <a:pt x="774455" y="5083273"/>
                  </a:lnTo>
                  <a:lnTo>
                    <a:pt x="774581" y="5083273"/>
                  </a:lnTo>
                  <a:lnTo>
                    <a:pt x="774707" y="5083273"/>
                  </a:lnTo>
                  <a:lnTo>
                    <a:pt x="774833" y="5083273"/>
                  </a:lnTo>
                  <a:lnTo>
                    <a:pt x="774960" y="5083273"/>
                  </a:lnTo>
                  <a:lnTo>
                    <a:pt x="775086" y="5083273"/>
                  </a:lnTo>
                  <a:lnTo>
                    <a:pt x="775212" y="5083273"/>
                  </a:lnTo>
                  <a:lnTo>
                    <a:pt x="775338" y="5083273"/>
                  </a:lnTo>
                  <a:lnTo>
                    <a:pt x="775465" y="5083273"/>
                  </a:lnTo>
                  <a:lnTo>
                    <a:pt x="775591" y="5083273"/>
                  </a:lnTo>
                  <a:lnTo>
                    <a:pt x="775717" y="5083273"/>
                  </a:lnTo>
                  <a:lnTo>
                    <a:pt x="775843" y="5083273"/>
                  </a:lnTo>
                  <a:lnTo>
                    <a:pt x="775970" y="5083273"/>
                  </a:lnTo>
                  <a:lnTo>
                    <a:pt x="776096" y="5083273"/>
                  </a:lnTo>
                  <a:lnTo>
                    <a:pt x="776222" y="5083273"/>
                  </a:lnTo>
                  <a:lnTo>
                    <a:pt x="776348" y="5083273"/>
                  </a:lnTo>
                  <a:lnTo>
                    <a:pt x="776475" y="5083273"/>
                  </a:lnTo>
                  <a:lnTo>
                    <a:pt x="776601" y="5083273"/>
                  </a:lnTo>
                  <a:lnTo>
                    <a:pt x="776727" y="5083273"/>
                  </a:lnTo>
                  <a:lnTo>
                    <a:pt x="776853" y="5083273"/>
                  </a:lnTo>
                  <a:lnTo>
                    <a:pt x="776980" y="5083273"/>
                  </a:lnTo>
                  <a:lnTo>
                    <a:pt x="777106" y="5083273"/>
                  </a:lnTo>
                  <a:lnTo>
                    <a:pt x="777232" y="5083273"/>
                  </a:lnTo>
                  <a:lnTo>
                    <a:pt x="777358" y="5083273"/>
                  </a:lnTo>
                  <a:lnTo>
                    <a:pt x="777485" y="5083273"/>
                  </a:lnTo>
                  <a:lnTo>
                    <a:pt x="777611" y="5083273"/>
                  </a:lnTo>
                  <a:lnTo>
                    <a:pt x="777737" y="5083273"/>
                  </a:lnTo>
                  <a:lnTo>
                    <a:pt x="777863" y="5083273"/>
                  </a:lnTo>
                  <a:lnTo>
                    <a:pt x="777990" y="5083273"/>
                  </a:lnTo>
                  <a:lnTo>
                    <a:pt x="778116" y="5083273"/>
                  </a:lnTo>
                  <a:lnTo>
                    <a:pt x="778242" y="5083273"/>
                  </a:lnTo>
                  <a:lnTo>
                    <a:pt x="778369" y="5083273"/>
                  </a:lnTo>
                  <a:lnTo>
                    <a:pt x="778495" y="5083273"/>
                  </a:lnTo>
                  <a:lnTo>
                    <a:pt x="778621" y="5083273"/>
                  </a:lnTo>
                  <a:lnTo>
                    <a:pt x="778621" y="5078361"/>
                  </a:lnTo>
                  <a:lnTo>
                    <a:pt x="778747" y="5078361"/>
                  </a:lnTo>
                  <a:lnTo>
                    <a:pt x="778874" y="5078361"/>
                  </a:lnTo>
                  <a:lnTo>
                    <a:pt x="779000" y="5078361"/>
                  </a:lnTo>
                  <a:lnTo>
                    <a:pt x="779126" y="5078361"/>
                  </a:lnTo>
                  <a:lnTo>
                    <a:pt x="779252" y="5078361"/>
                  </a:lnTo>
                  <a:lnTo>
                    <a:pt x="779379" y="5078361"/>
                  </a:lnTo>
                  <a:lnTo>
                    <a:pt x="779505" y="5078361"/>
                  </a:lnTo>
                  <a:lnTo>
                    <a:pt x="779631" y="5078361"/>
                  </a:lnTo>
                  <a:lnTo>
                    <a:pt x="779757" y="5078361"/>
                  </a:lnTo>
                  <a:lnTo>
                    <a:pt x="779884" y="5078361"/>
                  </a:lnTo>
                  <a:lnTo>
                    <a:pt x="780010" y="5078361"/>
                  </a:lnTo>
                  <a:lnTo>
                    <a:pt x="780136" y="5078361"/>
                  </a:lnTo>
                  <a:lnTo>
                    <a:pt x="780262" y="5078361"/>
                  </a:lnTo>
                  <a:lnTo>
                    <a:pt x="780389" y="5078361"/>
                  </a:lnTo>
                  <a:lnTo>
                    <a:pt x="780515" y="5078361"/>
                  </a:lnTo>
                  <a:lnTo>
                    <a:pt x="780641" y="5078361"/>
                  </a:lnTo>
                  <a:lnTo>
                    <a:pt x="780767" y="5078361"/>
                  </a:lnTo>
                  <a:lnTo>
                    <a:pt x="780894" y="5078361"/>
                  </a:lnTo>
                  <a:lnTo>
                    <a:pt x="781020" y="5078361"/>
                  </a:lnTo>
                  <a:lnTo>
                    <a:pt x="781146" y="5078361"/>
                  </a:lnTo>
                  <a:lnTo>
                    <a:pt x="781272" y="5078361"/>
                  </a:lnTo>
                  <a:lnTo>
                    <a:pt x="781399" y="5078361"/>
                  </a:lnTo>
                  <a:lnTo>
                    <a:pt x="781525" y="5078361"/>
                  </a:lnTo>
                  <a:lnTo>
                    <a:pt x="781651" y="5078361"/>
                  </a:lnTo>
                  <a:lnTo>
                    <a:pt x="781777" y="5078361"/>
                  </a:lnTo>
                  <a:lnTo>
                    <a:pt x="781904" y="5078361"/>
                  </a:lnTo>
                  <a:lnTo>
                    <a:pt x="782030" y="5078361"/>
                  </a:lnTo>
                  <a:lnTo>
                    <a:pt x="782156" y="5078361"/>
                  </a:lnTo>
                  <a:lnTo>
                    <a:pt x="782282" y="5078361"/>
                  </a:lnTo>
                  <a:lnTo>
                    <a:pt x="782409" y="5078361"/>
                  </a:lnTo>
                  <a:lnTo>
                    <a:pt x="782535" y="5078361"/>
                  </a:lnTo>
                  <a:lnTo>
                    <a:pt x="782661" y="5078361"/>
                  </a:lnTo>
                  <a:lnTo>
                    <a:pt x="782787" y="5078361"/>
                  </a:lnTo>
                  <a:lnTo>
                    <a:pt x="782914" y="5078361"/>
                  </a:lnTo>
                  <a:lnTo>
                    <a:pt x="783040" y="5078361"/>
                  </a:lnTo>
                  <a:lnTo>
                    <a:pt x="783166" y="5078361"/>
                  </a:lnTo>
                  <a:lnTo>
                    <a:pt x="783292" y="5078361"/>
                  </a:lnTo>
                  <a:lnTo>
                    <a:pt x="783419" y="5078361"/>
                  </a:lnTo>
                  <a:lnTo>
                    <a:pt x="783545" y="5078361"/>
                  </a:lnTo>
                  <a:lnTo>
                    <a:pt x="783671" y="5078361"/>
                  </a:lnTo>
                  <a:lnTo>
                    <a:pt x="783798" y="5078361"/>
                  </a:lnTo>
                  <a:lnTo>
                    <a:pt x="783924" y="5078361"/>
                  </a:lnTo>
                  <a:lnTo>
                    <a:pt x="784050" y="5078361"/>
                  </a:lnTo>
                  <a:lnTo>
                    <a:pt x="784176" y="5078361"/>
                  </a:lnTo>
                  <a:lnTo>
                    <a:pt x="784303" y="5078361"/>
                  </a:lnTo>
                  <a:lnTo>
                    <a:pt x="784429" y="5078361"/>
                  </a:lnTo>
                  <a:lnTo>
                    <a:pt x="784555" y="5078361"/>
                  </a:lnTo>
                  <a:lnTo>
                    <a:pt x="784681" y="5078361"/>
                  </a:lnTo>
                  <a:lnTo>
                    <a:pt x="784808" y="5078361"/>
                  </a:lnTo>
                  <a:lnTo>
                    <a:pt x="784934" y="5078361"/>
                  </a:lnTo>
                  <a:lnTo>
                    <a:pt x="785060" y="5078361"/>
                  </a:lnTo>
                  <a:lnTo>
                    <a:pt x="785186" y="5078361"/>
                  </a:lnTo>
                  <a:lnTo>
                    <a:pt x="785313" y="5078361"/>
                  </a:lnTo>
                  <a:lnTo>
                    <a:pt x="785439" y="5078361"/>
                  </a:lnTo>
                  <a:lnTo>
                    <a:pt x="785565" y="5078361"/>
                  </a:lnTo>
                  <a:lnTo>
                    <a:pt x="785691" y="5078361"/>
                  </a:lnTo>
                  <a:lnTo>
                    <a:pt x="785818" y="5078361"/>
                  </a:lnTo>
                  <a:lnTo>
                    <a:pt x="785944" y="5078361"/>
                  </a:lnTo>
                  <a:lnTo>
                    <a:pt x="786070" y="5078361"/>
                  </a:lnTo>
                  <a:lnTo>
                    <a:pt x="786196" y="5078361"/>
                  </a:lnTo>
                  <a:lnTo>
                    <a:pt x="786323" y="5078361"/>
                  </a:lnTo>
                  <a:lnTo>
                    <a:pt x="786449" y="5078361"/>
                  </a:lnTo>
                  <a:lnTo>
                    <a:pt x="786575" y="5078361"/>
                  </a:lnTo>
                  <a:lnTo>
                    <a:pt x="786701" y="5078361"/>
                  </a:lnTo>
                  <a:lnTo>
                    <a:pt x="786828" y="5078361"/>
                  </a:lnTo>
                  <a:lnTo>
                    <a:pt x="786954" y="5078361"/>
                  </a:lnTo>
                  <a:lnTo>
                    <a:pt x="787080" y="5078361"/>
                  </a:lnTo>
                  <a:lnTo>
                    <a:pt x="787206" y="5078361"/>
                  </a:lnTo>
                  <a:lnTo>
                    <a:pt x="787333" y="5078361"/>
                  </a:lnTo>
                  <a:lnTo>
                    <a:pt x="787459" y="5078361"/>
                  </a:lnTo>
                  <a:lnTo>
                    <a:pt x="787585" y="5078361"/>
                  </a:lnTo>
                  <a:lnTo>
                    <a:pt x="787711" y="5078361"/>
                  </a:lnTo>
                  <a:lnTo>
                    <a:pt x="787838" y="5078361"/>
                  </a:lnTo>
                  <a:lnTo>
                    <a:pt x="787964" y="5078361"/>
                  </a:lnTo>
                  <a:lnTo>
                    <a:pt x="788090" y="5078361"/>
                  </a:lnTo>
                  <a:lnTo>
                    <a:pt x="788216" y="5078361"/>
                  </a:lnTo>
                  <a:lnTo>
                    <a:pt x="788343" y="5078361"/>
                  </a:lnTo>
                  <a:lnTo>
                    <a:pt x="788469" y="5078361"/>
                  </a:lnTo>
                  <a:lnTo>
                    <a:pt x="788595" y="5078361"/>
                  </a:lnTo>
                  <a:lnTo>
                    <a:pt x="788722" y="5078361"/>
                  </a:lnTo>
                  <a:lnTo>
                    <a:pt x="788848" y="5078361"/>
                  </a:lnTo>
                  <a:lnTo>
                    <a:pt x="788974" y="5078361"/>
                  </a:lnTo>
                  <a:lnTo>
                    <a:pt x="789100" y="5078361"/>
                  </a:lnTo>
                  <a:lnTo>
                    <a:pt x="789227" y="5078361"/>
                  </a:lnTo>
                  <a:lnTo>
                    <a:pt x="789353" y="5078361"/>
                  </a:lnTo>
                  <a:lnTo>
                    <a:pt x="789479" y="5078361"/>
                  </a:lnTo>
                  <a:lnTo>
                    <a:pt x="789605" y="5078361"/>
                  </a:lnTo>
                  <a:lnTo>
                    <a:pt x="789732" y="5078361"/>
                  </a:lnTo>
                  <a:lnTo>
                    <a:pt x="789858" y="5078361"/>
                  </a:lnTo>
                  <a:lnTo>
                    <a:pt x="789984" y="5078361"/>
                  </a:lnTo>
                  <a:lnTo>
                    <a:pt x="790110" y="5078361"/>
                  </a:lnTo>
                  <a:lnTo>
                    <a:pt x="790237" y="5078361"/>
                  </a:lnTo>
                  <a:lnTo>
                    <a:pt x="790363" y="5078361"/>
                  </a:lnTo>
                  <a:lnTo>
                    <a:pt x="790363" y="5073450"/>
                  </a:lnTo>
                  <a:lnTo>
                    <a:pt x="790489" y="5073450"/>
                  </a:lnTo>
                  <a:lnTo>
                    <a:pt x="790615" y="5073450"/>
                  </a:lnTo>
                  <a:lnTo>
                    <a:pt x="790742" y="5073450"/>
                  </a:lnTo>
                  <a:lnTo>
                    <a:pt x="790868" y="5073450"/>
                  </a:lnTo>
                  <a:lnTo>
                    <a:pt x="790994" y="5073450"/>
                  </a:lnTo>
                  <a:lnTo>
                    <a:pt x="790994" y="5068538"/>
                  </a:lnTo>
                  <a:lnTo>
                    <a:pt x="791120" y="5068538"/>
                  </a:lnTo>
                  <a:lnTo>
                    <a:pt x="791247" y="5068538"/>
                  </a:lnTo>
                  <a:lnTo>
                    <a:pt x="791373" y="5068538"/>
                  </a:lnTo>
                  <a:lnTo>
                    <a:pt x="791499" y="5068538"/>
                  </a:lnTo>
                  <a:lnTo>
                    <a:pt x="791625" y="5068538"/>
                  </a:lnTo>
                  <a:lnTo>
                    <a:pt x="791752" y="5068538"/>
                  </a:lnTo>
                  <a:lnTo>
                    <a:pt x="791878" y="5068538"/>
                  </a:lnTo>
                  <a:lnTo>
                    <a:pt x="792004" y="5068538"/>
                  </a:lnTo>
                  <a:lnTo>
                    <a:pt x="792130" y="5068538"/>
                  </a:lnTo>
                  <a:lnTo>
                    <a:pt x="792130" y="5063627"/>
                  </a:lnTo>
                  <a:lnTo>
                    <a:pt x="792257" y="5063627"/>
                  </a:lnTo>
                  <a:lnTo>
                    <a:pt x="792383" y="5063627"/>
                  </a:lnTo>
                  <a:lnTo>
                    <a:pt x="792509" y="5063627"/>
                  </a:lnTo>
                  <a:lnTo>
                    <a:pt x="792635" y="5063627"/>
                  </a:lnTo>
                  <a:lnTo>
                    <a:pt x="792635" y="5058716"/>
                  </a:lnTo>
                  <a:lnTo>
                    <a:pt x="792762" y="5058716"/>
                  </a:lnTo>
                  <a:lnTo>
                    <a:pt x="792888" y="5058716"/>
                  </a:lnTo>
                  <a:lnTo>
                    <a:pt x="793014" y="5058716"/>
                  </a:lnTo>
                  <a:lnTo>
                    <a:pt x="793140" y="5058716"/>
                  </a:lnTo>
                  <a:lnTo>
                    <a:pt x="793267" y="5058716"/>
                  </a:lnTo>
                  <a:lnTo>
                    <a:pt x="793393" y="5058716"/>
                  </a:lnTo>
                  <a:lnTo>
                    <a:pt x="793519" y="5058716"/>
                  </a:lnTo>
                  <a:lnTo>
                    <a:pt x="793645" y="5058716"/>
                  </a:lnTo>
                  <a:lnTo>
                    <a:pt x="793772" y="5058716"/>
                  </a:lnTo>
                  <a:lnTo>
                    <a:pt x="793898" y="5058716"/>
                  </a:lnTo>
                  <a:lnTo>
                    <a:pt x="794024" y="5058716"/>
                  </a:lnTo>
                  <a:lnTo>
                    <a:pt x="794151" y="5058716"/>
                  </a:lnTo>
                  <a:lnTo>
                    <a:pt x="794277" y="5058716"/>
                  </a:lnTo>
                  <a:lnTo>
                    <a:pt x="794403" y="5058716"/>
                  </a:lnTo>
                  <a:lnTo>
                    <a:pt x="794529" y="5058716"/>
                  </a:lnTo>
                  <a:lnTo>
                    <a:pt x="794656" y="5058716"/>
                  </a:lnTo>
                  <a:lnTo>
                    <a:pt x="794782" y="5058716"/>
                  </a:lnTo>
                  <a:lnTo>
                    <a:pt x="794908" y="5058716"/>
                  </a:lnTo>
                  <a:lnTo>
                    <a:pt x="795034" y="5058716"/>
                  </a:lnTo>
                  <a:lnTo>
                    <a:pt x="795161" y="5058716"/>
                  </a:lnTo>
                  <a:lnTo>
                    <a:pt x="795287" y="5058716"/>
                  </a:lnTo>
                  <a:lnTo>
                    <a:pt x="795413" y="5058716"/>
                  </a:lnTo>
                  <a:lnTo>
                    <a:pt x="795539" y="5058716"/>
                  </a:lnTo>
                  <a:lnTo>
                    <a:pt x="795666" y="5058716"/>
                  </a:lnTo>
                  <a:lnTo>
                    <a:pt x="795792" y="5058716"/>
                  </a:lnTo>
                  <a:lnTo>
                    <a:pt x="795918" y="5058716"/>
                  </a:lnTo>
                  <a:lnTo>
                    <a:pt x="796044" y="5058716"/>
                  </a:lnTo>
                  <a:lnTo>
                    <a:pt x="796171" y="5058716"/>
                  </a:lnTo>
                  <a:lnTo>
                    <a:pt x="796297" y="5058716"/>
                  </a:lnTo>
                  <a:lnTo>
                    <a:pt x="796423" y="5058716"/>
                  </a:lnTo>
                  <a:lnTo>
                    <a:pt x="796549" y="5058716"/>
                  </a:lnTo>
                  <a:lnTo>
                    <a:pt x="796676" y="5058716"/>
                  </a:lnTo>
                  <a:lnTo>
                    <a:pt x="796802" y="5058716"/>
                  </a:lnTo>
                  <a:lnTo>
                    <a:pt x="796928" y="5058716"/>
                  </a:lnTo>
                  <a:lnTo>
                    <a:pt x="797054" y="5058716"/>
                  </a:lnTo>
                  <a:lnTo>
                    <a:pt x="797181" y="5058716"/>
                  </a:lnTo>
                  <a:lnTo>
                    <a:pt x="797307" y="5058716"/>
                  </a:lnTo>
                  <a:lnTo>
                    <a:pt x="797433" y="5058716"/>
                  </a:lnTo>
                  <a:lnTo>
                    <a:pt x="797559" y="5058716"/>
                  </a:lnTo>
                  <a:lnTo>
                    <a:pt x="797686" y="5058716"/>
                  </a:lnTo>
                  <a:lnTo>
                    <a:pt x="797812" y="5058716"/>
                  </a:lnTo>
                  <a:lnTo>
                    <a:pt x="797812" y="5053804"/>
                  </a:lnTo>
                  <a:lnTo>
                    <a:pt x="797938" y="5053804"/>
                  </a:lnTo>
                  <a:lnTo>
                    <a:pt x="798064" y="5053804"/>
                  </a:lnTo>
                  <a:lnTo>
                    <a:pt x="798191" y="5053804"/>
                  </a:lnTo>
                  <a:lnTo>
                    <a:pt x="798317" y="5053804"/>
                  </a:lnTo>
                  <a:lnTo>
                    <a:pt x="798443" y="5053804"/>
                  </a:lnTo>
                  <a:lnTo>
                    <a:pt x="798569" y="5053804"/>
                  </a:lnTo>
                  <a:lnTo>
                    <a:pt x="798696" y="5053804"/>
                  </a:lnTo>
                  <a:lnTo>
                    <a:pt x="798822" y="5053804"/>
                  </a:lnTo>
                  <a:lnTo>
                    <a:pt x="798948" y="5053804"/>
                  </a:lnTo>
                  <a:lnTo>
                    <a:pt x="799075" y="5053804"/>
                  </a:lnTo>
                  <a:lnTo>
                    <a:pt x="799201" y="5053804"/>
                  </a:lnTo>
                  <a:lnTo>
                    <a:pt x="799327" y="5053804"/>
                  </a:lnTo>
                  <a:lnTo>
                    <a:pt x="799453" y="5053804"/>
                  </a:lnTo>
                  <a:lnTo>
                    <a:pt x="799580" y="5053804"/>
                  </a:lnTo>
                  <a:lnTo>
                    <a:pt x="799706" y="5053804"/>
                  </a:lnTo>
                  <a:lnTo>
                    <a:pt x="799832" y="5053804"/>
                  </a:lnTo>
                  <a:lnTo>
                    <a:pt x="799958" y="5053804"/>
                  </a:lnTo>
                  <a:lnTo>
                    <a:pt x="800085" y="5053804"/>
                  </a:lnTo>
                  <a:lnTo>
                    <a:pt x="800211" y="5053804"/>
                  </a:lnTo>
                  <a:lnTo>
                    <a:pt x="800337" y="5053804"/>
                  </a:lnTo>
                  <a:lnTo>
                    <a:pt x="800463" y="5053804"/>
                  </a:lnTo>
                  <a:lnTo>
                    <a:pt x="800590" y="5053804"/>
                  </a:lnTo>
                  <a:lnTo>
                    <a:pt x="800716" y="5053804"/>
                  </a:lnTo>
                  <a:lnTo>
                    <a:pt x="800842" y="5053804"/>
                  </a:lnTo>
                  <a:lnTo>
                    <a:pt x="800968" y="5053804"/>
                  </a:lnTo>
                  <a:lnTo>
                    <a:pt x="801095" y="5053804"/>
                  </a:lnTo>
                  <a:lnTo>
                    <a:pt x="801221" y="5053804"/>
                  </a:lnTo>
                  <a:lnTo>
                    <a:pt x="801347" y="5053804"/>
                  </a:lnTo>
                  <a:lnTo>
                    <a:pt x="801347" y="5048893"/>
                  </a:lnTo>
                  <a:lnTo>
                    <a:pt x="801473" y="5048893"/>
                  </a:lnTo>
                  <a:lnTo>
                    <a:pt x="801600" y="5048893"/>
                  </a:lnTo>
                  <a:lnTo>
                    <a:pt x="801726" y="5048893"/>
                  </a:lnTo>
                  <a:lnTo>
                    <a:pt x="801852" y="5048893"/>
                  </a:lnTo>
                  <a:lnTo>
                    <a:pt x="801978" y="5048893"/>
                  </a:lnTo>
                  <a:lnTo>
                    <a:pt x="802105" y="5048893"/>
                  </a:lnTo>
                  <a:lnTo>
                    <a:pt x="802231" y="5048893"/>
                  </a:lnTo>
                  <a:lnTo>
                    <a:pt x="802357" y="5048893"/>
                  </a:lnTo>
                  <a:lnTo>
                    <a:pt x="802483" y="5048893"/>
                  </a:lnTo>
                  <a:lnTo>
                    <a:pt x="802610" y="5048893"/>
                  </a:lnTo>
                  <a:lnTo>
                    <a:pt x="802736" y="5048893"/>
                  </a:lnTo>
                  <a:lnTo>
                    <a:pt x="802862" y="5048893"/>
                  </a:lnTo>
                  <a:lnTo>
                    <a:pt x="802988" y="5048893"/>
                  </a:lnTo>
                  <a:lnTo>
                    <a:pt x="803115" y="5048893"/>
                  </a:lnTo>
                  <a:lnTo>
                    <a:pt x="803241" y="5048893"/>
                  </a:lnTo>
                  <a:lnTo>
                    <a:pt x="803367" y="5048893"/>
                  </a:lnTo>
                  <a:lnTo>
                    <a:pt x="803493" y="5048893"/>
                  </a:lnTo>
                  <a:lnTo>
                    <a:pt x="803620" y="5048893"/>
                  </a:lnTo>
                  <a:lnTo>
                    <a:pt x="803746" y="5048893"/>
                  </a:lnTo>
                  <a:lnTo>
                    <a:pt x="803872" y="5048893"/>
                  </a:lnTo>
                  <a:lnTo>
                    <a:pt x="803998" y="5048893"/>
                  </a:lnTo>
                  <a:lnTo>
                    <a:pt x="804125" y="5048893"/>
                  </a:lnTo>
                  <a:lnTo>
                    <a:pt x="804251" y="5048893"/>
                  </a:lnTo>
                  <a:lnTo>
                    <a:pt x="804377" y="5048893"/>
                  </a:lnTo>
                  <a:lnTo>
                    <a:pt x="804504" y="5048893"/>
                  </a:lnTo>
                  <a:lnTo>
                    <a:pt x="804630" y="5048893"/>
                  </a:lnTo>
                  <a:lnTo>
                    <a:pt x="804756" y="5048893"/>
                  </a:lnTo>
                  <a:lnTo>
                    <a:pt x="804882" y="5048893"/>
                  </a:lnTo>
                  <a:lnTo>
                    <a:pt x="805009" y="5048893"/>
                  </a:lnTo>
                  <a:lnTo>
                    <a:pt x="805135" y="5048893"/>
                  </a:lnTo>
                  <a:lnTo>
                    <a:pt x="805261" y="5048893"/>
                  </a:lnTo>
                  <a:lnTo>
                    <a:pt x="805387" y="5048893"/>
                  </a:lnTo>
                  <a:lnTo>
                    <a:pt x="805514" y="5048893"/>
                  </a:lnTo>
                  <a:lnTo>
                    <a:pt x="805640" y="5048893"/>
                  </a:lnTo>
                  <a:lnTo>
                    <a:pt x="805766" y="5048893"/>
                  </a:lnTo>
                  <a:lnTo>
                    <a:pt x="805892" y="5048893"/>
                  </a:lnTo>
                  <a:lnTo>
                    <a:pt x="806019" y="5048893"/>
                  </a:lnTo>
                  <a:lnTo>
                    <a:pt x="806145" y="5048893"/>
                  </a:lnTo>
                  <a:lnTo>
                    <a:pt x="806271" y="5048893"/>
                  </a:lnTo>
                  <a:lnTo>
                    <a:pt x="806397" y="5048893"/>
                  </a:lnTo>
                  <a:lnTo>
                    <a:pt x="806524" y="5048893"/>
                  </a:lnTo>
                  <a:lnTo>
                    <a:pt x="806650" y="5048893"/>
                  </a:lnTo>
                  <a:lnTo>
                    <a:pt x="806776" y="5048893"/>
                  </a:lnTo>
                  <a:lnTo>
                    <a:pt x="806902" y="5048893"/>
                  </a:lnTo>
                  <a:lnTo>
                    <a:pt x="806902" y="5043982"/>
                  </a:lnTo>
                  <a:lnTo>
                    <a:pt x="807029" y="5043982"/>
                  </a:lnTo>
                  <a:lnTo>
                    <a:pt x="807155" y="5043982"/>
                  </a:lnTo>
                  <a:lnTo>
                    <a:pt x="807281" y="5043982"/>
                  </a:lnTo>
                  <a:lnTo>
                    <a:pt x="807407" y="5043982"/>
                  </a:lnTo>
                  <a:lnTo>
                    <a:pt x="807534" y="5043982"/>
                  </a:lnTo>
                  <a:lnTo>
                    <a:pt x="807660" y="5043982"/>
                  </a:lnTo>
                  <a:lnTo>
                    <a:pt x="807786" y="5043982"/>
                  </a:lnTo>
                  <a:lnTo>
                    <a:pt x="807912" y="5043982"/>
                  </a:lnTo>
                  <a:lnTo>
                    <a:pt x="808039" y="5043982"/>
                  </a:lnTo>
                  <a:lnTo>
                    <a:pt x="808165" y="5043982"/>
                  </a:lnTo>
                  <a:lnTo>
                    <a:pt x="808291" y="5043982"/>
                  </a:lnTo>
                  <a:lnTo>
                    <a:pt x="808417" y="5043982"/>
                  </a:lnTo>
                  <a:lnTo>
                    <a:pt x="808544" y="5043982"/>
                  </a:lnTo>
                  <a:lnTo>
                    <a:pt x="808670" y="5043982"/>
                  </a:lnTo>
                  <a:lnTo>
                    <a:pt x="808796" y="5043982"/>
                  </a:lnTo>
                  <a:lnTo>
                    <a:pt x="808922" y="5043982"/>
                  </a:lnTo>
                  <a:lnTo>
                    <a:pt x="809049" y="5043982"/>
                  </a:lnTo>
                  <a:lnTo>
                    <a:pt x="809175" y="5043982"/>
                  </a:lnTo>
                  <a:lnTo>
                    <a:pt x="809301" y="5043982"/>
                  </a:lnTo>
                  <a:lnTo>
                    <a:pt x="809428" y="5043982"/>
                  </a:lnTo>
                  <a:lnTo>
                    <a:pt x="809554" y="5043982"/>
                  </a:lnTo>
                  <a:lnTo>
                    <a:pt x="809680" y="5043982"/>
                  </a:lnTo>
                  <a:lnTo>
                    <a:pt x="809806" y="5043982"/>
                  </a:lnTo>
                  <a:lnTo>
                    <a:pt x="809806" y="5039070"/>
                  </a:lnTo>
                  <a:lnTo>
                    <a:pt x="809933" y="5039070"/>
                  </a:lnTo>
                  <a:lnTo>
                    <a:pt x="810059" y="5039070"/>
                  </a:lnTo>
                  <a:lnTo>
                    <a:pt x="810185" y="5039070"/>
                  </a:lnTo>
                  <a:lnTo>
                    <a:pt x="810311" y="5039070"/>
                  </a:lnTo>
                  <a:lnTo>
                    <a:pt x="810438" y="5039070"/>
                  </a:lnTo>
                  <a:lnTo>
                    <a:pt x="810564" y="5039070"/>
                  </a:lnTo>
                  <a:lnTo>
                    <a:pt x="810690" y="5039070"/>
                  </a:lnTo>
                  <a:lnTo>
                    <a:pt x="810816" y="5039070"/>
                  </a:lnTo>
                  <a:lnTo>
                    <a:pt x="810943" y="5039070"/>
                  </a:lnTo>
                  <a:lnTo>
                    <a:pt x="811069" y="5039070"/>
                  </a:lnTo>
                  <a:lnTo>
                    <a:pt x="811195" y="5039070"/>
                  </a:lnTo>
                  <a:lnTo>
                    <a:pt x="811195" y="5034159"/>
                  </a:lnTo>
                  <a:lnTo>
                    <a:pt x="811321" y="5034159"/>
                  </a:lnTo>
                  <a:lnTo>
                    <a:pt x="811448" y="5034159"/>
                  </a:lnTo>
                  <a:lnTo>
                    <a:pt x="811574" y="5034159"/>
                  </a:lnTo>
                  <a:lnTo>
                    <a:pt x="811700" y="5034159"/>
                  </a:lnTo>
                  <a:lnTo>
                    <a:pt x="811826" y="5034159"/>
                  </a:lnTo>
                  <a:lnTo>
                    <a:pt x="811953" y="5034159"/>
                  </a:lnTo>
                  <a:lnTo>
                    <a:pt x="812079" y="5034159"/>
                  </a:lnTo>
                  <a:lnTo>
                    <a:pt x="812205" y="5034159"/>
                  </a:lnTo>
                  <a:lnTo>
                    <a:pt x="812331" y="5034159"/>
                  </a:lnTo>
                  <a:lnTo>
                    <a:pt x="812458" y="5034159"/>
                  </a:lnTo>
                  <a:lnTo>
                    <a:pt x="812584" y="5034159"/>
                  </a:lnTo>
                  <a:lnTo>
                    <a:pt x="812710" y="5034159"/>
                  </a:lnTo>
                  <a:lnTo>
                    <a:pt x="812836" y="5034159"/>
                  </a:lnTo>
                  <a:lnTo>
                    <a:pt x="812963" y="5034159"/>
                  </a:lnTo>
                  <a:lnTo>
                    <a:pt x="813089" y="5034159"/>
                  </a:lnTo>
                  <a:lnTo>
                    <a:pt x="813215" y="5034159"/>
                  </a:lnTo>
                  <a:lnTo>
                    <a:pt x="813341" y="5034159"/>
                  </a:lnTo>
                  <a:lnTo>
                    <a:pt x="813468" y="5034159"/>
                  </a:lnTo>
                  <a:lnTo>
                    <a:pt x="813594" y="5034159"/>
                  </a:lnTo>
                  <a:lnTo>
                    <a:pt x="813720" y="5034159"/>
                  </a:lnTo>
                  <a:lnTo>
                    <a:pt x="813846" y="5034159"/>
                  </a:lnTo>
                  <a:lnTo>
                    <a:pt x="813973" y="5034159"/>
                  </a:lnTo>
                  <a:lnTo>
                    <a:pt x="814099" y="5034159"/>
                  </a:lnTo>
                  <a:lnTo>
                    <a:pt x="814099" y="5029247"/>
                  </a:lnTo>
                  <a:lnTo>
                    <a:pt x="814225" y="5029247"/>
                  </a:lnTo>
                  <a:lnTo>
                    <a:pt x="814351" y="5029247"/>
                  </a:lnTo>
                  <a:lnTo>
                    <a:pt x="814478" y="5029247"/>
                  </a:lnTo>
                  <a:lnTo>
                    <a:pt x="814604" y="5029247"/>
                  </a:lnTo>
                  <a:lnTo>
                    <a:pt x="814730" y="5029247"/>
                  </a:lnTo>
                  <a:lnTo>
                    <a:pt x="814857" y="5029247"/>
                  </a:lnTo>
                  <a:lnTo>
                    <a:pt x="814983" y="5029247"/>
                  </a:lnTo>
                  <a:lnTo>
                    <a:pt x="815109" y="5029247"/>
                  </a:lnTo>
                  <a:lnTo>
                    <a:pt x="815235" y="5029247"/>
                  </a:lnTo>
                  <a:lnTo>
                    <a:pt x="815362" y="5029247"/>
                  </a:lnTo>
                  <a:lnTo>
                    <a:pt x="815488" y="5029247"/>
                  </a:lnTo>
                  <a:lnTo>
                    <a:pt x="815614" y="5029247"/>
                  </a:lnTo>
                  <a:lnTo>
                    <a:pt x="815740" y="5029247"/>
                  </a:lnTo>
                  <a:lnTo>
                    <a:pt x="815867" y="5029247"/>
                  </a:lnTo>
                  <a:lnTo>
                    <a:pt x="815993" y="5029247"/>
                  </a:lnTo>
                  <a:lnTo>
                    <a:pt x="816119" y="5029247"/>
                  </a:lnTo>
                  <a:lnTo>
                    <a:pt x="816245" y="5029247"/>
                  </a:lnTo>
                  <a:lnTo>
                    <a:pt x="816372" y="5029247"/>
                  </a:lnTo>
                  <a:lnTo>
                    <a:pt x="816498" y="5029247"/>
                  </a:lnTo>
                  <a:lnTo>
                    <a:pt x="816624" y="5029247"/>
                  </a:lnTo>
                  <a:lnTo>
                    <a:pt x="816750" y="5029247"/>
                  </a:lnTo>
                  <a:lnTo>
                    <a:pt x="816877" y="5029247"/>
                  </a:lnTo>
                  <a:lnTo>
                    <a:pt x="817003" y="5029247"/>
                  </a:lnTo>
                  <a:lnTo>
                    <a:pt x="817129" y="5029247"/>
                  </a:lnTo>
                  <a:lnTo>
                    <a:pt x="817255" y="5029247"/>
                  </a:lnTo>
                  <a:lnTo>
                    <a:pt x="817382" y="5029247"/>
                  </a:lnTo>
                  <a:lnTo>
                    <a:pt x="817508" y="5029247"/>
                  </a:lnTo>
                  <a:lnTo>
                    <a:pt x="817634" y="5029247"/>
                  </a:lnTo>
                  <a:lnTo>
                    <a:pt x="817760" y="5029247"/>
                  </a:lnTo>
                  <a:lnTo>
                    <a:pt x="817887" y="5029247"/>
                  </a:lnTo>
                  <a:lnTo>
                    <a:pt x="818013" y="5029247"/>
                  </a:lnTo>
                  <a:lnTo>
                    <a:pt x="818139" y="5029247"/>
                  </a:lnTo>
                  <a:lnTo>
                    <a:pt x="818265" y="5029247"/>
                  </a:lnTo>
                  <a:lnTo>
                    <a:pt x="818265" y="5024336"/>
                  </a:lnTo>
                  <a:lnTo>
                    <a:pt x="818392" y="5024336"/>
                  </a:lnTo>
                  <a:lnTo>
                    <a:pt x="818518" y="5024336"/>
                  </a:lnTo>
                  <a:lnTo>
                    <a:pt x="818644" y="5024336"/>
                  </a:lnTo>
                  <a:lnTo>
                    <a:pt x="818770" y="5024336"/>
                  </a:lnTo>
                  <a:lnTo>
                    <a:pt x="818897" y="5024336"/>
                  </a:lnTo>
                  <a:lnTo>
                    <a:pt x="819023" y="5024336"/>
                  </a:lnTo>
                  <a:lnTo>
                    <a:pt x="819149" y="5024336"/>
                  </a:lnTo>
                  <a:lnTo>
                    <a:pt x="819275" y="5024336"/>
                  </a:lnTo>
                  <a:lnTo>
                    <a:pt x="819402" y="5024336"/>
                  </a:lnTo>
                  <a:lnTo>
                    <a:pt x="819528" y="5024336"/>
                  </a:lnTo>
                  <a:lnTo>
                    <a:pt x="819654" y="5024336"/>
                  </a:lnTo>
                  <a:lnTo>
                    <a:pt x="819781" y="5024336"/>
                  </a:lnTo>
                  <a:lnTo>
                    <a:pt x="819907" y="5024336"/>
                  </a:lnTo>
                  <a:lnTo>
                    <a:pt x="820033" y="5024336"/>
                  </a:lnTo>
                  <a:lnTo>
                    <a:pt x="820159" y="5024336"/>
                  </a:lnTo>
                  <a:lnTo>
                    <a:pt x="820286" y="5024336"/>
                  </a:lnTo>
                  <a:lnTo>
                    <a:pt x="820412" y="5024336"/>
                  </a:lnTo>
                  <a:lnTo>
                    <a:pt x="820538" y="5024336"/>
                  </a:lnTo>
                  <a:lnTo>
                    <a:pt x="820664" y="5024336"/>
                  </a:lnTo>
                  <a:lnTo>
                    <a:pt x="820791" y="5024336"/>
                  </a:lnTo>
                  <a:lnTo>
                    <a:pt x="820917" y="5024336"/>
                  </a:lnTo>
                  <a:lnTo>
                    <a:pt x="821043" y="5024336"/>
                  </a:lnTo>
                  <a:lnTo>
                    <a:pt x="821169" y="5024336"/>
                  </a:lnTo>
                  <a:lnTo>
                    <a:pt x="821296" y="5024336"/>
                  </a:lnTo>
                  <a:lnTo>
                    <a:pt x="821422" y="5024336"/>
                  </a:lnTo>
                  <a:lnTo>
                    <a:pt x="821548" y="5024336"/>
                  </a:lnTo>
                  <a:lnTo>
                    <a:pt x="821674" y="5024336"/>
                  </a:lnTo>
                  <a:lnTo>
                    <a:pt x="821801" y="5024336"/>
                  </a:lnTo>
                  <a:lnTo>
                    <a:pt x="821927" y="5024336"/>
                  </a:lnTo>
                  <a:lnTo>
                    <a:pt x="822053" y="5024336"/>
                  </a:lnTo>
                  <a:lnTo>
                    <a:pt x="822179" y="5024336"/>
                  </a:lnTo>
                  <a:lnTo>
                    <a:pt x="822306" y="5024336"/>
                  </a:lnTo>
                  <a:lnTo>
                    <a:pt x="822432" y="5024336"/>
                  </a:lnTo>
                  <a:lnTo>
                    <a:pt x="822558" y="5024336"/>
                  </a:lnTo>
                  <a:lnTo>
                    <a:pt x="822684" y="5024336"/>
                  </a:lnTo>
                  <a:lnTo>
                    <a:pt x="822811" y="5024336"/>
                  </a:lnTo>
                  <a:lnTo>
                    <a:pt x="822937" y="5024336"/>
                  </a:lnTo>
                  <a:lnTo>
                    <a:pt x="823063" y="5024336"/>
                  </a:lnTo>
                  <a:lnTo>
                    <a:pt x="823189" y="5024336"/>
                  </a:lnTo>
                  <a:lnTo>
                    <a:pt x="823316" y="5024336"/>
                  </a:lnTo>
                  <a:lnTo>
                    <a:pt x="823442" y="5024336"/>
                  </a:lnTo>
                  <a:lnTo>
                    <a:pt x="823568" y="5024336"/>
                  </a:lnTo>
                  <a:lnTo>
                    <a:pt x="823694" y="5024336"/>
                  </a:lnTo>
                  <a:lnTo>
                    <a:pt x="823821" y="5024336"/>
                  </a:lnTo>
                  <a:lnTo>
                    <a:pt x="823947" y="5024336"/>
                  </a:lnTo>
                  <a:lnTo>
                    <a:pt x="824073" y="5024336"/>
                  </a:lnTo>
                  <a:lnTo>
                    <a:pt x="824199" y="5024336"/>
                  </a:lnTo>
                  <a:lnTo>
                    <a:pt x="824326" y="5024336"/>
                  </a:lnTo>
                  <a:lnTo>
                    <a:pt x="824452" y="5024336"/>
                  </a:lnTo>
                  <a:lnTo>
                    <a:pt x="824578" y="5024336"/>
                  </a:lnTo>
                  <a:lnTo>
                    <a:pt x="824704" y="5024336"/>
                  </a:lnTo>
                  <a:lnTo>
                    <a:pt x="824831" y="5024336"/>
                  </a:lnTo>
                  <a:lnTo>
                    <a:pt x="824957" y="5024336"/>
                  </a:lnTo>
                  <a:lnTo>
                    <a:pt x="825083" y="5024336"/>
                  </a:lnTo>
                  <a:lnTo>
                    <a:pt x="825210" y="5024336"/>
                  </a:lnTo>
                  <a:lnTo>
                    <a:pt x="825336" y="5024336"/>
                  </a:lnTo>
                  <a:lnTo>
                    <a:pt x="825462" y="5024336"/>
                  </a:lnTo>
                  <a:lnTo>
                    <a:pt x="825462" y="5019425"/>
                  </a:lnTo>
                  <a:lnTo>
                    <a:pt x="825588" y="5019425"/>
                  </a:lnTo>
                  <a:lnTo>
                    <a:pt x="825715" y="5019425"/>
                  </a:lnTo>
                  <a:lnTo>
                    <a:pt x="825841" y="5019425"/>
                  </a:lnTo>
                  <a:lnTo>
                    <a:pt x="825967" y="5019425"/>
                  </a:lnTo>
                  <a:lnTo>
                    <a:pt x="826093" y="5019425"/>
                  </a:lnTo>
                  <a:lnTo>
                    <a:pt x="826220" y="5019425"/>
                  </a:lnTo>
                  <a:lnTo>
                    <a:pt x="826346" y="5019425"/>
                  </a:lnTo>
                  <a:lnTo>
                    <a:pt x="826472" y="5019425"/>
                  </a:lnTo>
                  <a:lnTo>
                    <a:pt x="826598" y="5019425"/>
                  </a:lnTo>
                  <a:lnTo>
                    <a:pt x="826725" y="5019425"/>
                  </a:lnTo>
                  <a:lnTo>
                    <a:pt x="826851" y="5019425"/>
                  </a:lnTo>
                  <a:lnTo>
                    <a:pt x="826977" y="5019425"/>
                  </a:lnTo>
                  <a:lnTo>
                    <a:pt x="827103" y="5019425"/>
                  </a:lnTo>
                  <a:lnTo>
                    <a:pt x="827230" y="5019425"/>
                  </a:lnTo>
                  <a:lnTo>
                    <a:pt x="827356" y="5019425"/>
                  </a:lnTo>
                  <a:lnTo>
                    <a:pt x="827482" y="5019425"/>
                  </a:lnTo>
                  <a:lnTo>
                    <a:pt x="827608" y="5019425"/>
                  </a:lnTo>
                  <a:lnTo>
                    <a:pt x="827608" y="5014513"/>
                  </a:lnTo>
                  <a:lnTo>
                    <a:pt x="827735" y="5014513"/>
                  </a:lnTo>
                  <a:lnTo>
                    <a:pt x="827861" y="5014513"/>
                  </a:lnTo>
                  <a:lnTo>
                    <a:pt x="827987" y="5014513"/>
                  </a:lnTo>
                  <a:lnTo>
                    <a:pt x="828113" y="5014513"/>
                  </a:lnTo>
                  <a:lnTo>
                    <a:pt x="828240" y="5014513"/>
                  </a:lnTo>
                  <a:lnTo>
                    <a:pt x="828366" y="5014513"/>
                  </a:lnTo>
                  <a:lnTo>
                    <a:pt x="828492" y="5014513"/>
                  </a:lnTo>
                  <a:lnTo>
                    <a:pt x="828618" y="5014513"/>
                  </a:lnTo>
                  <a:lnTo>
                    <a:pt x="828745" y="5014513"/>
                  </a:lnTo>
                  <a:lnTo>
                    <a:pt x="828871" y="5014513"/>
                  </a:lnTo>
                  <a:lnTo>
                    <a:pt x="828997" y="5014513"/>
                  </a:lnTo>
                  <a:lnTo>
                    <a:pt x="829123" y="5014513"/>
                  </a:lnTo>
                  <a:lnTo>
                    <a:pt x="829250" y="5014513"/>
                  </a:lnTo>
                  <a:lnTo>
                    <a:pt x="829376" y="5014513"/>
                  </a:lnTo>
                  <a:lnTo>
                    <a:pt x="829502" y="5014513"/>
                  </a:lnTo>
                  <a:lnTo>
                    <a:pt x="829628" y="5014513"/>
                  </a:lnTo>
                  <a:lnTo>
                    <a:pt x="829755" y="5014513"/>
                  </a:lnTo>
                  <a:lnTo>
                    <a:pt x="829881" y="5014513"/>
                  </a:lnTo>
                  <a:lnTo>
                    <a:pt x="830007" y="5014513"/>
                  </a:lnTo>
                  <a:lnTo>
                    <a:pt x="830134" y="5014513"/>
                  </a:lnTo>
                  <a:lnTo>
                    <a:pt x="830260" y="5014513"/>
                  </a:lnTo>
                  <a:lnTo>
                    <a:pt x="830386" y="5014513"/>
                  </a:lnTo>
                  <a:lnTo>
                    <a:pt x="830512" y="5014513"/>
                  </a:lnTo>
                  <a:lnTo>
                    <a:pt x="830639" y="5014513"/>
                  </a:lnTo>
                  <a:lnTo>
                    <a:pt x="830765" y="5014513"/>
                  </a:lnTo>
                  <a:lnTo>
                    <a:pt x="830765" y="5009602"/>
                  </a:lnTo>
                  <a:lnTo>
                    <a:pt x="830891" y="5009602"/>
                  </a:lnTo>
                  <a:lnTo>
                    <a:pt x="831017" y="5009602"/>
                  </a:lnTo>
                  <a:lnTo>
                    <a:pt x="831144" y="5009602"/>
                  </a:lnTo>
                  <a:lnTo>
                    <a:pt x="831270" y="5009602"/>
                  </a:lnTo>
                  <a:lnTo>
                    <a:pt x="831396" y="5009602"/>
                  </a:lnTo>
                  <a:lnTo>
                    <a:pt x="831522" y="5009602"/>
                  </a:lnTo>
                  <a:lnTo>
                    <a:pt x="831649" y="5009602"/>
                  </a:lnTo>
                  <a:lnTo>
                    <a:pt x="831775" y="5009602"/>
                  </a:lnTo>
                  <a:lnTo>
                    <a:pt x="831901" y="5009602"/>
                  </a:lnTo>
                  <a:lnTo>
                    <a:pt x="832027" y="5009602"/>
                  </a:lnTo>
                  <a:lnTo>
                    <a:pt x="832154" y="5009602"/>
                  </a:lnTo>
                  <a:lnTo>
                    <a:pt x="832280" y="5009602"/>
                  </a:lnTo>
                  <a:lnTo>
                    <a:pt x="832406" y="5009602"/>
                  </a:lnTo>
                  <a:lnTo>
                    <a:pt x="832532" y="5009602"/>
                  </a:lnTo>
                  <a:lnTo>
                    <a:pt x="832659" y="5009602"/>
                  </a:lnTo>
                  <a:lnTo>
                    <a:pt x="832785" y="5009602"/>
                  </a:lnTo>
                  <a:lnTo>
                    <a:pt x="832911" y="5009602"/>
                  </a:lnTo>
                  <a:lnTo>
                    <a:pt x="832911" y="5004691"/>
                  </a:lnTo>
                  <a:lnTo>
                    <a:pt x="833037" y="5004691"/>
                  </a:lnTo>
                  <a:lnTo>
                    <a:pt x="833164" y="5004691"/>
                  </a:lnTo>
                  <a:lnTo>
                    <a:pt x="833290" y="5004691"/>
                  </a:lnTo>
                  <a:lnTo>
                    <a:pt x="833416" y="5004691"/>
                  </a:lnTo>
                  <a:lnTo>
                    <a:pt x="833542" y="5004691"/>
                  </a:lnTo>
                  <a:lnTo>
                    <a:pt x="833669" y="5004691"/>
                  </a:lnTo>
                  <a:lnTo>
                    <a:pt x="833795" y="5004691"/>
                  </a:lnTo>
                  <a:lnTo>
                    <a:pt x="833921" y="5004691"/>
                  </a:lnTo>
                  <a:lnTo>
                    <a:pt x="833921" y="4999779"/>
                  </a:lnTo>
                  <a:lnTo>
                    <a:pt x="834047" y="4999779"/>
                  </a:lnTo>
                  <a:lnTo>
                    <a:pt x="834174" y="4999779"/>
                  </a:lnTo>
                  <a:lnTo>
                    <a:pt x="834300" y="4999779"/>
                  </a:lnTo>
                  <a:lnTo>
                    <a:pt x="834426" y="4999779"/>
                  </a:lnTo>
                  <a:lnTo>
                    <a:pt x="834552" y="4999779"/>
                  </a:lnTo>
                  <a:lnTo>
                    <a:pt x="834679" y="4999779"/>
                  </a:lnTo>
                  <a:lnTo>
                    <a:pt x="834805" y="4999779"/>
                  </a:lnTo>
                  <a:lnTo>
                    <a:pt x="834931" y="4999779"/>
                  </a:lnTo>
                  <a:lnTo>
                    <a:pt x="835058" y="4999779"/>
                  </a:lnTo>
                  <a:lnTo>
                    <a:pt x="835184" y="4999779"/>
                  </a:lnTo>
                  <a:lnTo>
                    <a:pt x="835310" y="4999779"/>
                  </a:lnTo>
                  <a:lnTo>
                    <a:pt x="835436" y="4999779"/>
                  </a:lnTo>
                  <a:lnTo>
                    <a:pt x="835563" y="4999779"/>
                  </a:lnTo>
                  <a:lnTo>
                    <a:pt x="835689" y="4999779"/>
                  </a:lnTo>
                  <a:lnTo>
                    <a:pt x="835815" y="4999779"/>
                  </a:lnTo>
                  <a:lnTo>
                    <a:pt x="835941" y="4999779"/>
                  </a:lnTo>
                  <a:lnTo>
                    <a:pt x="836068" y="4999779"/>
                  </a:lnTo>
                  <a:lnTo>
                    <a:pt x="836194" y="4999779"/>
                  </a:lnTo>
                  <a:lnTo>
                    <a:pt x="836320" y="4999779"/>
                  </a:lnTo>
                  <a:lnTo>
                    <a:pt x="836320" y="4994868"/>
                  </a:lnTo>
                  <a:lnTo>
                    <a:pt x="836446" y="4994868"/>
                  </a:lnTo>
                  <a:lnTo>
                    <a:pt x="836573" y="4994868"/>
                  </a:lnTo>
                  <a:lnTo>
                    <a:pt x="836699" y="4994868"/>
                  </a:lnTo>
                  <a:lnTo>
                    <a:pt x="836825" y="4994868"/>
                  </a:lnTo>
                  <a:lnTo>
                    <a:pt x="836951" y="4994868"/>
                  </a:lnTo>
                  <a:lnTo>
                    <a:pt x="837078" y="4994868"/>
                  </a:lnTo>
                  <a:lnTo>
                    <a:pt x="837204" y="4994868"/>
                  </a:lnTo>
                  <a:lnTo>
                    <a:pt x="837330" y="4994868"/>
                  </a:lnTo>
                  <a:lnTo>
                    <a:pt x="837456" y="4994868"/>
                  </a:lnTo>
                  <a:lnTo>
                    <a:pt x="837583" y="4994868"/>
                  </a:lnTo>
                  <a:lnTo>
                    <a:pt x="837709" y="4994868"/>
                  </a:lnTo>
                  <a:lnTo>
                    <a:pt x="837835" y="4994868"/>
                  </a:lnTo>
                  <a:lnTo>
                    <a:pt x="837961" y="4994868"/>
                  </a:lnTo>
                  <a:lnTo>
                    <a:pt x="838088" y="4994868"/>
                  </a:lnTo>
                  <a:lnTo>
                    <a:pt x="838214" y="4994868"/>
                  </a:lnTo>
                  <a:lnTo>
                    <a:pt x="838340" y="4994868"/>
                  </a:lnTo>
                  <a:lnTo>
                    <a:pt x="838466" y="4994868"/>
                  </a:lnTo>
                  <a:lnTo>
                    <a:pt x="838593" y="4994868"/>
                  </a:lnTo>
                  <a:lnTo>
                    <a:pt x="838719" y="4994868"/>
                  </a:lnTo>
                  <a:lnTo>
                    <a:pt x="838845" y="4994868"/>
                  </a:lnTo>
                  <a:lnTo>
                    <a:pt x="838971" y="4994868"/>
                  </a:lnTo>
                  <a:lnTo>
                    <a:pt x="838971" y="4989956"/>
                  </a:lnTo>
                  <a:lnTo>
                    <a:pt x="839098" y="4989956"/>
                  </a:lnTo>
                  <a:lnTo>
                    <a:pt x="839224" y="4989956"/>
                  </a:lnTo>
                  <a:lnTo>
                    <a:pt x="839224" y="4985045"/>
                  </a:lnTo>
                  <a:lnTo>
                    <a:pt x="839350" y="4985045"/>
                  </a:lnTo>
                  <a:lnTo>
                    <a:pt x="839476" y="4985045"/>
                  </a:lnTo>
                  <a:lnTo>
                    <a:pt x="839603" y="4985045"/>
                  </a:lnTo>
                  <a:lnTo>
                    <a:pt x="839729" y="4985045"/>
                  </a:lnTo>
                  <a:lnTo>
                    <a:pt x="839855" y="4985045"/>
                  </a:lnTo>
                  <a:lnTo>
                    <a:pt x="839981" y="4985045"/>
                  </a:lnTo>
                  <a:lnTo>
                    <a:pt x="840108" y="4985045"/>
                  </a:lnTo>
                  <a:lnTo>
                    <a:pt x="840234" y="4985045"/>
                  </a:lnTo>
                  <a:lnTo>
                    <a:pt x="840360" y="4985045"/>
                  </a:lnTo>
                  <a:lnTo>
                    <a:pt x="840487" y="4985045"/>
                  </a:lnTo>
                  <a:lnTo>
                    <a:pt x="840613" y="4985045"/>
                  </a:lnTo>
                  <a:lnTo>
                    <a:pt x="840739" y="4985045"/>
                  </a:lnTo>
                  <a:lnTo>
                    <a:pt x="840865" y="4985045"/>
                  </a:lnTo>
                  <a:lnTo>
                    <a:pt x="840865" y="4980134"/>
                  </a:lnTo>
                  <a:lnTo>
                    <a:pt x="840992" y="4980134"/>
                  </a:lnTo>
                  <a:lnTo>
                    <a:pt x="841118" y="4980134"/>
                  </a:lnTo>
                  <a:lnTo>
                    <a:pt x="841244" y="4980134"/>
                  </a:lnTo>
                  <a:lnTo>
                    <a:pt x="841370" y="4980134"/>
                  </a:lnTo>
                  <a:lnTo>
                    <a:pt x="841497" y="4980134"/>
                  </a:lnTo>
                  <a:lnTo>
                    <a:pt x="841623" y="4980134"/>
                  </a:lnTo>
                  <a:lnTo>
                    <a:pt x="841749" y="4980134"/>
                  </a:lnTo>
                  <a:lnTo>
                    <a:pt x="841875" y="4980134"/>
                  </a:lnTo>
                  <a:lnTo>
                    <a:pt x="842002" y="4980134"/>
                  </a:lnTo>
                  <a:lnTo>
                    <a:pt x="842128" y="4980134"/>
                  </a:lnTo>
                  <a:lnTo>
                    <a:pt x="842254" y="4980134"/>
                  </a:lnTo>
                  <a:lnTo>
                    <a:pt x="842380" y="4980134"/>
                  </a:lnTo>
                  <a:lnTo>
                    <a:pt x="842507" y="4980134"/>
                  </a:lnTo>
                  <a:lnTo>
                    <a:pt x="842633" y="4980134"/>
                  </a:lnTo>
                  <a:lnTo>
                    <a:pt x="842759" y="4980134"/>
                  </a:lnTo>
                  <a:lnTo>
                    <a:pt x="842885" y="4980134"/>
                  </a:lnTo>
                  <a:lnTo>
                    <a:pt x="843012" y="4980134"/>
                  </a:lnTo>
                  <a:lnTo>
                    <a:pt x="843138" y="4980134"/>
                  </a:lnTo>
                  <a:lnTo>
                    <a:pt x="843264" y="4980134"/>
                  </a:lnTo>
                  <a:lnTo>
                    <a:pt x="843390" y="4980134"/>
                  </a:lnTo>
                  <a:lnTo>
                    <a:pt x="843517" y="4980134"/>
                  </a:lnTo>
                  <a:lnTo>
                    <a:pt x="843643" y="4980134"/>
                  </a:lnTo>
                  <a:lnTo>
                    <a:pt x="843769" y="4980134"/>
                  </a:lnTo>
                  <a:lnTo>
                    <a:pt x="843895" y="4980134"/>
                  </a:lnTo>
                  <a:lnTo>
                    <a:pt x="844022" y="4980134"/>
                  </a:lnTo>
                  <a:lnTo>
                    <a:pt x="844148" y="4980134"/>
                  </a:lnTo>
                  <a:lnTo>
                    <a:pt x="844274" y="4980134"/>
                  </a:lnTo>
                  <a:lnTo>
                    <a:pt x="844400" y="4980134"/>
                  </a:lnTo>
                  <a:lnTo>
                    <a:pt x="844527" y="4980134"/>
                  </a:lnTo>
                  <a:lnTo>
                    <a:pt x="844653" y="4980134"/>
                  </a:lnTo>
                  <a:lnTo>
                    <a:pt x="844779" y="4980134"/>
                  </a:lnTo>
                  <a:lnTo>
                    <a:pt x="844905" y="4980134"/>
                  </a:lnTo>
                  <a:lnTo>
                    <a:pt x="845032" y="4980134"/>
                  </a:lnTo>
                  <a:lnTo>
                    <a:pt x="845158" y="4980134"/>
                  </a:lnTo>
                  <a:lnTo>
                    <a:pt x="845284" y="4980134"/>
                  </a:lnTo>
                  <a:lnTo>
                    <a:pt x="845411" y="4980134"/>
                  </a:lnTo>
                  <a:lnTo>
                    <a:pt x="845537" y="4980134"/>
                  </a:lnTo>
                  <a:lnTo>
                    <a:pt x="845537" y="4975222"/>
                  </a:lnTo>
                  <a:lnTo>
                    <a:pt x="845663" y="4975222"/>
                  </a:lnTo>
                  <a:lnTo>
                    <a:pt x="845789" y="4975222"/>
                  </a:lnTo>
                  <a:lnTo>
                    <a:pt x="845916" y="4975222"/>
                  </a:lnTo>
                  <a:lnTo>
                    <a:pt x="846042" y="4975222"/>
                  </a:lnTo>
                  <a:lnTo>
                    <a:pt x="846168" y="4975222"/>
                  </a:lnTo>
                  <a:lnTo>
                    <a:pt x="846294" y="4975222"/>
                  </a:lnTo>
                  <a:lnTo>
                    <a:pt x="846421" y="4975222"/>
                  </a:lnTo>
                  <a:lnTo>
                    <a:pt x="846547" y="4975222"/>
                  </a:lnTo>
                  <a:lnTo>
                    <a:pt x="846673" y="4975222"/>
                  </a:lnTo>
                  <a:lnTo>
                    <a:pt x="846799" y="4975222"/>
                  </a:lnTo>
                  <a:lnTo>
                    <a:pt x="846926" y="4975222"/>
                  </a:lnTo>
                  <a:lnTo>
                    <a:pt x="847052" y="4975222"/>
                  </a:lnTo>
                  <a:lnTo>
                    <a:pt x="847178" y="4975222"/>
                  </a:lnTo>
                  <a:lnTo>
                    <a:pt x="847304" y="4975222"/>
                  </a:lnTo>
                  <a:lnTo>
                    <a:pt x="847431" y="4975222"/>
                  </a:lnTo>
                  <a:lnTo>
                    <a:pt x="847557" y="4975222"/>
                  </a:lnTo>
                  <a:lnTo>
                    <a:pt x="847683" y="4975222"/>
                  </a:lnTo>
                  <a:lnTo>
                    <a:pt x="847809" y="4975222"/>
                  </a:lnTo>
                  <a:lnTo>
                    <a:pt x="847936" y="4975222"/>
                  </a:lnTo>
                  <a:lnTo>
                    <a:pt x="848062" y="4975222"/>
                  </a:lnTo>
                  <a:lnTo>
                    <a:pt x="848188" y="4975222"/>
                  </a:lnTo>
                  <a:lnTo>
                    <a:pt x="848314" y="4975222"/>
                  </a:lnTo>
                  <a:lnTo>
                    <a:pt x="848441" y="4975222"/>
                  </a:lnTo>
                  <a:lnTo>
                    <a:pt x="848441" y="4970311"/>
                  </a:lnTo>
                  <a:lnTo>
                    <a:pt x="848567" y="4970311"/>
                  </a:lnTo>
                  <a:lnTo>
                    <a:pt x="848693" y="4970311"/>
                  </a:lnTo>
                  <a:lnTo>
                    <a:pt x="848819" y="4970311"/>
                  </a:lnTo>
                  <a:lnTo>
                    <a:pt x="848946" y="4970311"/>
                  </a:lnTo>
                  <a:lnTo>
                    <a:pt x="849072" y="4970311"/>
                  </a:lnTo>
                  <a:lnTo>
                    <a:pt x="849198" y="4970311"/>
                  </a:lnTo>
                  <a:lnTo>
                    <a:pt x="849324" y="4970311"/>
                  </a:lnTo>
                  <a:lnTo>
                    <a:pt x="849451" y="4970311"/>
                  </a:lnTo>
                  <a:lnTo>
                    <a:pt x="849577" y="4970311"/>
                  </a:lnTo>
                  <a:lnTo>
                    <a:pt x="849703" y="4970311"/>
                  </a:lnTo>
                  <a:lnTo>
                    <a:pt x="849829" y="4970311"/>
                  </a:lnTo>
                  <a:lnTo>
                    <a:pt x="849956" y="4970311"/>
                  </a:lnTo>
                  <a:lnTo>
                    <a:pt x="850082" y="4970311"/>
                  </a:lnTo>
                  <a:lnTo>
                    <a:pt x="850082" y="4965400"/>
                  </a:lnTo>
                  <a:lnTo>
                    <a:pt x="850208" y="4965400"/>
                  </a:lnTo>
                  <a:lnTo>
                    <a:pt x="850334" y="4965400"/>
                  </a:lnTo>
                  <a:lnTo>
                    <a:pt x="850461" y="4965400"/>
                  </a:lnTo>
                  <a:lnTo>
                    <a:pt x="850587" y="4965400"/>
                  </a:lnTo>
                  <a:lnTo>
                    <a:pt x="850713" y="4965400"/>
                  </a:lnTo>
                  <a:lnTo>
                    <a:pt x="850840" y="4965400"/>
                  </a:lnTo>
                  <a:lnTo>
                    <a:pt x="850966" y="4965400"/>
                  </a:lnTo>
                  <a:lnTo>
                    <a:pt x="851092" y="4965400"/>
                  </a:lnTo>
                  <a:lnTo>
                    <a:pt x="851218" y="4965400"/>
                  </a:lnTo>
                  <a:lnTo>
                    <a:pt x="851345" y="4965400"/>
                  </a:lnTo>
                  <a:lnTo>
                    <a:pt x="851471" y="4965400"/>
                  </a:lnTo>
                  <a:lnTo>
                    <a:pt x="851597" y="4965400"/>
                  </a:lnTo>
                  <a:lnTo>
                    <a:pt x="851723" y="4965400"/>
                  </a:lnTo>
                  <a:lnTo>
                    <a:pt x="851850" y="4965400"/>
                  </a:lnTo>
                  <a:lnTo>
                    <a:pt x="851976" y="4965400"/>
                  </a:lnTo>
                  <a:lnTo>
                    <a:pt x="852102" y="4965400"/>
                  </a:lnTo>
                  <a:lnTo>
                    <a:pt x="852228" y="4965400"/>
                  </a:lnTo>
                  <a:lnTo>
                    <a:pt x="852355" y="4965400"/>
                  </a:lnTo>
                  <a:lnTo>
                    <a:pt x="852481" y="4965400"/>
                  </a:lnTo>
                  <a:lnTo>
                    <a:pt x="852607" y="4965400"/>
                  </a:lnTo>
                  <a:lnTo>
                    <a:pt x="852733" y="4965400"/>
                  </a:lnTo>
                  <a:lnTo>
                    <a:pt x="852860" y="4965400"/>
                  </a:lnTo>
                  <a:lnTo>
                    <a:pt x="852986" y="4965400"/>
                  </a:lnTo>
                  <a:lnTo>
                    <a:pt x="853112" y="4965400"/>
                  </a:lnTo>
                  <a:lnTo>
                    <a:pt x="853238" y="4965400"/>
                  </a:lnTo>
                  <a:lnTo>
                    <a:pt x="853365" y="4965400"/>
                  </a:lnTo>
                  <a:lnTo>
                    <a:pt x="853491" y="4965400"/>
                  </a:lnTo>
                  <a:lnTo>
                    <a:pt x="853617" y="4965400"/>
                  </a:lnTo>
                  <a:lnTo>
                    <a:pt x="853743" y="4965400"/>
                  </a:lnTo>
                  <a:lnTo>
                    <a:pt x="853870" y="4965400"/>
                  </a:lnTo>
                  <a:lnTo>
                    <a:pt x="853996" y="4965400"/>
                  </a:lnTo>
                  <a:lnTo>
                    <a:pt x="854122" y="4965400"/>
                  </a:lnTo>
                  <a:lnTo>
                    <a:pt x="854248" y="4965400"/>
                  </a:lnTo>
                  <a:lnTo>
                    <a:pt x="854375" y="4965400"/>
                  </a:lnTo>
                  <a:lnTo>
                    <a:pt x="854501" y="4965400"/>
                  </a:lnTo>
                  <a:lnTo>
                    <a:pt x="854627" y="4965400"/>
                  </a:lnTo>
                  <a:lnTo>
                    <a:pt x="854753" y="4965400"/>
                  </a:lnTo>
                  <a:lnTo>
                    <a:pt x="854753" y="4960488"/>
                  </a:lnTo>
                  <a:lnTo>
                    <a:pt x="854880" y="4960488"/>
                  </a:lnTo>
                  <a:lnTo>
                    <a:pt x="855006" y="4960488"/>
                  </a:lnTo>
                  <a:lnTo>
                    <a:pt x="855132" y="4960488"/>
                  </a:lnTo>
                  <a:lnTo>
                    <a:pt x="855258" y="4960488"/>
                  </a:lnTo>
                  <a:lnTo>
                    <a:pt x="855385" y="4960488"/>
                  </a:lnTo>
                  <a:lnTo>
                    <a:pt x="855511" y="4960488"/>
                  </a:lnTo>
                  <a:lnTo>
                    <a:pt x="855637" y="4960488"/>
                  </a:lnTo>
                  <a:lnTo>
                    <a:pt x="855764" y="4960488"/>
                  </a:lnTo>
                  <a:lnTo>
                    <a:pt x="855890" y="4960488"/>
                  </a:lnTo>
                  <a:lnTo>
                    <a:pt x="856016" y="4960488"/>
                  </a:lnTo>
                  <a:lnTo>
                    <a:pt x="856142" y="4960488"/>
                  </a:lnTo>
                  <a:lnTo>
                    <a:pt x="856269" y="4960488"/>
                  </a:lnTo>
                  <a:lnTo>
                    <a:pt x="856395" y="4960488"/>
                  </a:lnTo>
                  <a:lnTo>
                    <a:pt x="856521" y="4960488"/>
                  </a:lnTo>
                  <a:lnTo>
                    <a:pt x="856647" y="4960488"/>
                  </a:lnTo>
                  <a:lnTo>
                    <a:pt x="856774" y="4960488"/>
                  </a:lnTo>
                  <a:lnTo>
                    <a:pt x="856900" y="4960488"/>
                  </a:lnTo>
                  <a:lnTo>
                    <a:pt x="857026" y="4960488"/>
                  </a:lnTo>
                  <a:lnTo>
                    <a:pt x="857152" y="4960488"/>
                  </a:lnTo>
                  <a:lnTo>
                    <a:pt x="857279" y="4960488"/>
                  </a:lnTo>
                  <a:lnTo>
                    <a:pt x="857405" y="4960488"/>
                  </a:lnTo>
                  <a:lnTo>
                    <a:pt x="857531" y="4960488"/>
                  </a:lnTo>
                  <a:lnTo>
                    <a:pt x="857657" y="4960488"/>
                  </a:lnTo>
                  <a:lnTo>
                    <a:pt x="857784" y="4960488"/>
                  </a:lnTo>
                  <a:lnTo>
                    <a:pt x="857910" y="4960488"/>
                  </a:lnTo>
                  <a:lnTo>
                    <a:pt x="858036" y="4960488"/>
                  </a:lnTo>
                  <a:lnTo>
                    <a:pt x="858162" y="4960488"/>
                  </a:lnTo>
                  <a:lnTo>
                    <a:pt x="858289" y="4960488"/>
                  </a:lnTo>
                  <a:lnTo>
                    <a:pt x="858415" y="4960488"/>
                  </a:lnTo>
                  <a:lnTo>
                    <a:pt x="858541" y="4960488"/>
                  </a:lnTo>
                  <a:lnTo>
                    <a:pt x="858667" y="4960488"/>
                  </a:lnTo>
                  <a:lnTo>
                    <a:pt x="858794" y="4960488"/>
                  </a:lnTo>
                  <a:lnTo>
                    <a:pt x="858920" y="4960488"/>
                  </a:lnTo>
                  <a:lnTo>
                    <a:pt x="859046" y="4960488"/>
                  </a:lnTo>
                  <a:lnTo>
                    <a:pt x="859172" y="4960488"/>
                  </a:lnTo>
                  <a:lnTo>
                    <a:pt x="859299" y="4960488"/>
                  </a:lnTo>
                  <a:lnTo>
                    <a:pt x="859425" y="4960488"/>
                  </a:lnTo>
                  <a:lnTo>
                    <a:pt x="859551" y="4960488"/>
                  </a:lnTo>
                  <a:lnTo>
                    <a:pt x="859677" y="4960488"/>
                  </a:lnTo>
                  <a:lnTo>
                    <a:pt x="859804" y="4960488"/>
                  </a:lnTo>
                  <a:lnTo>
                    <a:pt x="859930" y="4960488"/>
                  </a:lnTo>
                  <a:lnTo>
                    <a:pt x="860056" y="4960488"/>
                  </a:lnTo>
                  <a:lnTo>
                    <a:pt x="860182" y="4960488"/>
                  </a:lnTo>
                  <a:lnTo>
                    <a:pt x="860309" y="4960488"/>
                  </a:lnTo>
                  <a:lnTo>
                    <a:pt x="860435" y="4960488"/>
                  </a:lnTo>
                  <a:lnTo>
                    <a:pt x="860561" y="4960488"/>
                  </a:lnTo>
                  <a:lnTo>
                    <a:pt x="860687" y="4960488"/>
                  </a:lnTo>
                  <a:lnTo>
                    <a:pt x="860814" y="4960488"/>
                  </a:lnTo>
                  <a:lnTo>
                    <a:pt x="860940" y="4960488"/>
                  </a:lnTo>
                  <a:lnTo>
                    <a:pt x="861066" y="4960488"/>
                  </a:lnTo>
                  <a:lnTo>
                    <a:pt x="861193" y="4960488"/>
                  </a:lnTo>
                  <a:lnTo>
                    <a:pt x="861319" y="4960488"/>
                  </a:lnTo>
                  <a:lnTo>
                    <a:pt x="861445" y="4960488"/>
                  </a:lnTo>
                  <a:lnTo>
                    <a:pt x="861571" y="4960488"/>
                  </a:lnTo>
                  <a:lnTo>
                    <a:pt x="861698" y="4960488"/>
                  </a:lnTo>
                  <a:lnTo>
                    <a:pt x="861824" y="4960488"/>
                  </a:lnTo>
                  <a:lnTo>
                    <a:pt x="861950" y="4960488"/>
                  </a:lnTo>
                  <a:lnTo>
                    <a:pt x="862076" y="4960488"/>
                  </a:lnTo>
                  <a:lnTo>
                    <a:pt x="862203" y="4960488"/>
                  </a:lnTo>
                  <a:lnTo>
                    <a:pt x="862329" y="4960488"/>
                  </a:lnTo>
                  <a:lnTo>
                    <a:pt x="862455" y="4960488"/>
                  </a:lnTo>
                  <a:lnTo>
                    <a:pt x="862581" y="4960488"/>
                  </a:lnTo>
                  <a:lnTo>
                    <a:pt x="862708" y="4960488"/>
                  </a:lnTo>
                  <a:lnTo>
                    <a:pt x="862834" y="4960488"/>
                  </a:lnTo>
                  <a:lnTo>
                    <a:pt x="862960" y="4960488"/>
                  </a:lnTo>
                  <a:lnTo>
                    <a:pt x="863086" y="4960488"/>
                  </a:lnTo>
                  <a:lnTo>
                    <a:pt x="863213" y="4960488"/>
                  </a:lnTo>
                  <a:lnTo>
                    <a:pt x="863339" y="4960488"/>
                  </a:lnTo>
                  <a:lnTo>
                    <a:pt x="863465" y="4960488"/>
                  </a:lnTo>
                  <a:lnTo>
                    <a:pt x="863591" y="4960488"/>
                  </a:lnTo>
                  <a:lnTo>
                    <a:pt x="863718" y="4960488"/>
                  </a:lnTo>
                  <a:lnTo>
                    <a:pt x="863844" y="4960488"/>
                  </a:lnTo>
                  <a:lnTo>
                    <a:pt x="863970" y="4960488"/>
                  </a:lnTo>
                  <a:lnTo>
                    <a:pt x="864096" y="4960488"/>
                  </a:lnTo>
                  <a:lnTo>
                    <a:pt x="864223" y="4960488"/>
                  </a:lnTo>
                  <a:lnTo>
                    <a:pt x="864349" y="4960488"/>
                  </a:lnTo>
                  <a:lnTo>
                    <a:pt x="864475" y="4960488"/>
                  </a:lnTo>
                  <a:lnTo>
                    <a:pt x="864601" y="4960488"/>
                  </a:lnTo>
                  <a:lnTo>
                    <a:pt x="864728" y="4960488"/>
                  </a:lnTo>
                  <a:lnTo>
                    <a:pt x="864854" y="4960488"/>
                  </a:lnTo>
                  <a:lnTo>
                    <a:pt x="864980" y="4960488"/>
                  </a:lnTo>
                  <a:lnTo>
                    <a:pt x="865106" y="4960488"/>
                  </a:lnTo>
                  <a:lnTo>
                    <a:pt x="865233" y="4960488"/>
                  </a:lnTo>
                  <a:lnTo>
                    <a:pt x="865359" y="4960488"/>
                  </a:lnTo>
                  <a:lnTo>
                    <a:pt x="865485" y="4960488"/>
                  </a:lnTo>
                  <a:lnTo>
                    <a:pt x="865611" y="4960488"/>
                  </a:lnTo>
                  <a:lnTo>
                    <a:pt x="865738" y="4960488"/>
                  </a:lnTo>
                  <a:lnTo>
                    <a:pt x="865864" y="4960488"/>
                  </a:lnTo>
                  <a:lnTo>
                    <a:pt x="865990" y="4960488"/>
                  </a:lnTo>
                  <a:lnTo>
                    <a:pt x="866117" y="4960488"/>
                  </a:lnTo>
                  <a:lnTo>
                    <a:pt x="866243" y="4960488"/>
                  </a:lnTo>
                  <a:lnTo>
                    <a:pt x="866369" y="4960488"/>
                  </a:lnTo>
                  <a:lnTo>
                    <a:pt x="866495" y="4960488"/>
                  </a:lnTo>
                  <a:lnTo>
                    <a:pt x="866622" y="4960488"/>
                  </a:lnTo>
                  <a:lnTo>
                    <a:pt x="866748" y="4960488"/>
                  </a:lnTo>
                  <a:lnTo>
                    <a:pt x="866874" y="4960488"/>
                  </a:lnTo>
                  <a:lnTo>
                    <a:pt x="867000" y="4960488"/>
                  </a:lnTo>
                  <a:lnTo>
                    <a:pt x="867127" y="4960488"/>
                  </a:lnTo>
                  <a:lnTo>
                    <a:pt x="867253" y="4960488"/>
                  </a:lnTo>
                  <a:lnTo>
                    <a:pt x="867379" y="4960488"/>
                  </a:lnTo>
                  <a:lnTo>
                    <a:pt x="867505" y="4960488"/>
                  </a:lnTo>
                  <a:lnTo>
                    <a:pt x="867632" y="4960488"/>
                  </a:lnTo>
                  <a:lnTo>
                    <a:pt x="867758" y="4960488"/>
                  </a:lnTo>
                  <a:lnTo>
                    <a:pt x="867884" y="4960488"/>
                  </a:lnTo>
                  <a:lnTo>
                    <a:pt x="868010" y="4960488"/>
                  </a:lnTo>
                  <a:lnTo>
                    <a:pt x="868137" y="4960488"/>
                  </a:lnTo>
                  <a:lnTo>
                    <a:pt x="868263" y="4960488"/>
                  </a:lnTo>
                  <a:lnTo>
                    <a:pt x="868389" y="4960488"/>
                  </a:lnTo>
                  <a:lnTo>
                    <a:pt x="868515" y="4960488"/>
                  </a:lnTo>
                  <a:lnTo>
                    <a:pt x="868642" y="4960488"/>
                  </a:lnTo>
                  <a:lnTo>
                    <a:pt x="868768" y="4960488"/>
                  </a:lnTo>
                  <a:lnTo>
                    <a:pt x="868894" y="4960488"/>
                  </a:lnTo>
                  <a:lnTo>
                    <a:pt x="869020" y="4960488"/>
                  </a:lnTo>
                  <a:lnTo>
                    <a:pt x="869147" y="4960488"/>
                  </a:lnTo>
                  <a:lnTo>
                    <a:pt x="869273" y="4960488"/>
                  </a:lnTo>
                  <a:lnTo>
                    <a:pt x="869273" y="4955577"/>
                  </a:lnTo>
                  <a:lnTo>
                    <a:pt x="869399" y="4955577"/>
                  </a:lnTo>
                  <a:lnTo>
                    <a:pt x="869525" y="4955577"/>
                  </a:lnTo>
                  <a:lnTo>
                    <a:pt x="869652" y="4955577"/>
                  </a:lnTo>
                  <a:lnTo>
                    <a:pt x="869778" y="4955577"/>
                  </a:lnTo>
                  <a:lnTo>
                    <a:pt x="869904" y="4955577"/>
                  </a:lnTo>
                  <a:lnTo>
                    <a:pt x="870030" y="4955577"/>
                  </a:lnTo>
                  <a:lnTo>
                    <a:pt x="870157" y="4955577"/>
                  </a:lnTo>
                  <a:lnTo>
                    <a:pt x="870283" y="4955577"/>
                  </a:lnTo>
                  <a:lnTo>
                    <a:pt x="870283" y="4950665"/>
                  </a:lnTo>
                  <a:lnTo>
                    <a:pt x="870409" y="4950665"/>
                  </a:lnTo>
                  <a:lnTo>
                    <a:pt x="870535" y="4950665"/>
                  </a:lnTo>
                  <a:lnTo>
                    <a:pt x="870662" y="4950665"/>
                  </a:lnTo>
                  <a:lnTo>
                    <a:pt x="870788" y="4950665"/>
                  </a:lnTo>
                  <a:lnTo>
                    <a:pt x="870914" y="4950665"/>
                  </a:lnTo>
                  <a:lnTo>
                    <a:pt x="871040" y="4950665"/>
                  </a:lnTo>
                  <a:lnTo>
                    <a:pt x="871167" y="4950665"/>
                  </a:lnTo>
                  <a:lnTo>
                    <a:pt x="871293" y="4950665"/>
                  </a:lnTo>
                  <a:lnTo>
                    <a:pt x="871419" y="4950665"/>
                  </a:lnTo>
                  <a:lnTo>
                    <a:pt x="871546" y="4950665"/>
                  </a:lnTo>
                  <a:lnTo>
                    <a:pt x="871672" y="4950665"/>
                  </a:lnTo>
                  <a:lnTo>
                    <a:pt x="871798" y="4950665"/>
                  </a:lnTo>
                  <a:lnTo>
                    <a:pt x="871924" y="4950665"/>
                  </a:lnTo>
                  <a:lnTo>
                    <a:pt x="872051" y="4950665"/>
                  </a:lnTo>
                  <a:lnTo>
                    <a:pt x="872177" y="4950665"/>
                  </a:lnTo>
                  <a:lnTo>
                    <a:pt x="872303" y="4950665"/>
                  </a:lnTo>
                  <a:lnTo>
                    <a:pt x="872429" y="4950665"/>
                  </a:lnTo>
                  <a:lnTo>
                    <a:pt x="872556" y="4950665"/>
                  </a:lnTo>
                  <a:lnTo>
                    <a:pt x="872682" y="4950665"/>
                  </a:lnTo>
                  <a:lnTo>
                    <a:pt x="872808" y="4950665"/>
                  </a:lnTo>
                  <a:lnTo>
                    <a:pt x="872934" y="4950665"/>
                  </a:lnTo>
                  <a:lnTo>
                    <a:pt x="873061" y="4950665"/>
                  </a:lnTo>
                  <a:lnTo>
                    <a:pt x="873187" y="4950665"/>
                  </a:lnTo>
                  <a:lnTo>
                    <a:pt x="873313" y="4950665"/>
                  </a:lnTo>
                  <a:lnTo>
                    <a:pt x="873439" y="4950665"/>
                  </a:lnTo>
                  <a:lnTo>
                    <a:pt x="873566" y="4950665"/>
                  </a:lnTo>
                  <a:lnTo>
                    <a:pt x="873692" y="4950665"/>
                  </a:lnTo>
                  <a:lnTo>
                    <a:pt x="873818" y="4950665"/>
                  </a:lnTo>
                  <a:lnTo>
                    <a:pt x="873944" y="4950665"/>
                  </a:lnTo>
                  <a:lnTo>
                    <a:pt x="874071" y="4950665"/>
                  </a:lnTo>
                  <a:lnTo>
                    <a:pt x="874197" y="4950665"/>
                  </a:lnTo>
                  <a:lnTo>
                    <a:pt x="874323" y="4950665"/>
                  </a:lnTo>
                  <a:lnTo>
                    <a:pt x="874449" y="4950665"/>
                  </a:lnTo>
                  <a:lnTo>
                    <a:pt x="874576" y="4950665"/>
                  </a:lnTo>
                  <a:lnTo>
                    <a:pt x="874702" y="4950665"/>
                  </a:lnTo>
                  <a:lnTo>
                    <a:pt x="874828" y="4950665"/>
                  </a:lnTo>
                  <a:lnTo>
                    <a:pt x="874954" y="4950665"/>
                  </a:lnTo>
                  <a:lnTo>
                    <a:pt x="875081" y="4950665"/>
                  </a:lnTo>
                  <a:lnTo>
                    <a:pt x="875207" y="4950665"/>
                  </a:lnTo>
                  <a:lnTo>
                    <a:pt x="875207" y="4945754"/>
                  </a:lnTo>
                  <a:lnTo>
                    <a:pt x="875333" y="4945754"/>
                  </a:lnTo>
                  <a:lnTo>
                    <a:pt x="875459" y="4945754"/>
                  </a:lnTo>
                  <a:lnTo>
                    <a:pt x="875586" y="4945754"/>
                  </a:lnTo>
                  <a:lnTo>
                    <a:pt x="875712" y="4945754"/>
                  </a:lnTo>
                  <a:lnTo>
                    <a:pt x="875838" y="4945754"/>
                  </a:lnTo>
                  <a:lnTo>
                    <a:pt x="875964" y="4945754"/>
                  </a:lnTo>
                  <a:lnTo>
                    <a:pt x="876091" y="4945754"/>
                  </a:lnTo>
                  <a:lnTo>
                    <a:pt x="876217" y="4945754"/>
                  </a:lnTo>
                  <a:lnTo>
                    <a:pt x="876343" y="4945754"/>
                  </a:lnTo>
                  <a:lnTo>
                    <a:pt x="876470" y="4945754"/>
                  </a:lnTo>
                  <a:lnTo>
                    <a:pt x="876470" y="4940843"/>
                  </a:lnTo>
                  <a:lnTo>
                    <a:pt x="876596" y="4940843"/>
                  </a:lnTo>
                  <a:lnTo>
                    <a:pt x="876722" y="4940843"/>
                  </a:lnTo>
                  <a:lnTo>
                    <a:pt x="876848" y="4940843"/>
                  </a:lnTo>
                  <a:lnTo>
                    <a:pt x="876975" y="4940843"/>
                  </a:lnTo>
                  <a:lnTo>
                    <a:pt x="877101" y="4940843"/>
                  </a:lnTo>
                  <a:lnTo>
                    <a:pt x="877227" y="4940843"/>
                  </a:lnTo>
                  <a:lnTo>
                    <a:pt x="877353" y="4940843"/>
                  </a:lnTo>
                  <a:lnTo>
                    <a:pt x="877480" y="4940843"/>
                  </a:lnTo>
                  <a:lnTo>
                    <a:pt x="877606" y="4940843"/>
                  </a:lnTo>
                  <a:lnTo>
                    <a:pt x="877732" y="4940843"/>
                  </a:lnTo>
                  <a:lnTo>
                    <a:pt x="877858" y="4940843"/>
                  </a:lnTo>
                  <a:lnTo>
                    <a:pt x="877985" y="4940843"/>
                  </a:lnTo>
                  <a:lnTo>
                    <a:pt x="878111" y="4940843"/>
                  </a:lnTo>
                  <a:lnTo>
                    <a:pt x="878237" y="4940843"/>
                  </a:lnTo>
                  <a:lnTo>
                    <a:pt x="878363" y="4940843"/>
                  </a:lnTo>
                  <a:lnTo>
                    <a:pt x="878490" y="4940843"/>
                  </a:lnTo>
                  <a:lnTo>
                    <a:pt x="878490" y="4935931"/>
                  </a:lnTo>
                  <a:lnTo>
                    <a:pt x="878616" y="4935931"/>
                  </a:lnTo>
                  <a:lnTo>
                    <a:pt x="878742" y="4935931"/>
                  </a:lnTo>
                  <a:lnTo>
                    <a:pt x="878868" y="4935931"/>
                  </a:lnTo>
                  <a:lnTo>
                    <a:pt x="878995" y="4935931"/>
                  </a:lnTo>
                  <a:lnTo>
                    <a:pt x="879121" y="4935931"/>
                  </a:lnTo>
                  <a:lnTo>
                    <a:pt x="879247" y="4935931"/>
                  </a:lnTo>
                  <a:lnTo>
                    <a:pt x="879373" y="4935931"/>
                  </a:lnTo>
                  <a:lnTo>
                    <a:pt x="879500" y="4935931"/>
                  </a:lnTo>
                  <a:lnTo>
                    <a:pt x="879626" y="4935931"/>
                  </a:lnTo>
                  <a:lnTo>
                    <a:pt x="879752" y="4935931"/>
                  </a:lnTo>
                  <a:lnTo>
                    <a:pt x="879878" y="4935931"/>
                  </a:lnTo>
                  <a:lnTo>
                    <a:pt x="880005" y="4935931"/>
                  </a:lnTo>
                  <a:lnTo>
                    <a:pt x="880131" y="4935931"/>
                  </a:lnTo>
                  <a:lnTo>
                    <a:pt x="880257" y="4935931"/>
                  </a:lnTo>
                  <a:lnTo>
                    <a:pt x="880383" y="4935931"/>
                  </a:lnTo>
                  <a:lnTo>
                    <a:pt x="880510" y="4935931"/>
                  </a:lnTo>
                  <a:lnTo>
                    <a:pt x="880636" y="4935931"/>
                  </a:lnTo>
                  <a:lnTo>
                    <a:pt x="880762" y="4935931"/>
                  </a:lnTo>
                  <a:lnTo>
                    <a:pt x="880888" y="4935931"/>
                  </a:lnTo>
                  <a:lnTo>
                    <a:pt x="881015" y="4935931"/>
                  </a:lnTo>
                  <a:lnTo>
                    <a:pt x="881141" y="4935931"/>
                  </a:lnTo>
                  <a:lnTo>
                    <a:pt x="881267" y="4935931"/>
                  </a:lnTo>
                  <a:lnTo>
                    <a:pt x="881393" y="4935931"/>
                  </a:lnTo>
                  <a:lnTo>
                    <a:pt x="881520" y="4935931"/>
                  </a:lnTo>
                  <a:lnTo>
                    <a:pt x="881646" y="4935931"/>
                  </a:lnTo>
                  <a:lnTo>
                    <a:pt x="881772" y="4935931"/>
                  </a:lnTo>
                  <a:lnTo>
                    <a:pt x="881899" y="4935931"/>
                  </a:lnTo>
                  <a:lnTo>
                    <a:pt x="882025" y="4935931"/>
                  </a:lnTo>
                  <a:lnTo>
                    <a:pt x="882151" y="4935931"/>
                  </a:lnTo>
                  <a:lnTo>
                    <a:pt x="882277" y="4935931"/>
                  </a:lnTo>
                  <a:lnTo>
                    <a:pt x="882404" y="4935931"/>
                  </a:lnTo>
                  <a:lnTo>
                    <a:pt x="882530" y="4935931"/>
                  </a:lnTo>
                  <a:lnTo>
                    <a:pt x="882656" y="4935931"/>
                  </a:lnTo>
                  <a:lnTo>
                    <a:pt x="882782" y="4935931"/>
                  </a:lnTo>
                  <a:lnTo>
                    <a:pt x="882909" y="4935931"/>
                  </a:lnTo>
                  <a:lnTo>
                    <a:pt x="883035" y="4935931"/>
                  </a:lnTo>
                  <a:lnTo>
                    <a:pt x="883161" y="4935931"/>
                  </a:lnTo>
                  <a:lnTo>
                    <a:pt x="883287" y="4935931"/>
                  </a:lnTo>
                  <a:lnTo>
                    <a:pt x="883414" y="4935931"/>
                  </a:lnTo>
                  <a:lnTo>
                    <a:pt x="883540" y="4935931"/>
                  </a:lnTo>
                  <a:lnTo>
                    <a:pt x="883666" y="4935931"/>
                  </a:lnTo>
                  <a:lnTo>
                    <a:pt x="883792" y="4935931"/>
                  </a:lnTo>
                  <a:lnTo>
                    <a:pt x="883919" y="4935931"/>
                  </a:lnTo>
                  <a:lnTo>
                    <a:pt x="884045" y="4935931"/>
                  </a:lnTo>
                  <a:lnTo>
                    <a:pt x="884045" y="4931020"/>
                  </a:lnTo>
                  <a:lnTo>
                    <a:pt x="884171" y="4931020"/>
                  </a:lnTo>
                  <a:lnTo>
                    <a:pt x="884297" y="4931020"/>
                  </a:lnTo>
                  <a:lnTo>
                    <a:pt x="884424" y="4931020"/>
                  </a:lnTo>
                  <a:lnTo>
                    <a:pt x="884550" y="4931020"/>
                  </a:lnTo>
                  <a:lnTo>
                    <a:pt x="884676" y="4931020"/>
                  </a:lnTo>
                  <a:lnTo>
                    <a:pt x="884802" y="4931020"/>
                  </a:lnTo>
                  <a:lnTo>
                    <a:pt x="884929" y="4931020"/>
                  </a:lnTo>
                  <a:lnTo>
                    <a:pt x="885055" y="4931020"/>
                  </a:lnTo>
                  <a:lnTo>
                    <a:pt x="885181" y="4931020"/>
                  </a:lnTo>
                  <a:lnTo>
                    <a:pt x="885307" y="4931020"/>
                  </a:lnTo>
                  <a:lnTo>
                    <a:pt x="885434" y="4931020"/>
                  </a:lnTo>
                  <a:lnTo>
                    <a:pt x="885560" y="4931020"/>
                  </a:lnTo>
                  <a:lnTo>
                    <a:pt x="885686" y="4931020"/>
                  </a:lnTo>
                  <a:lnTo>
                    <a:pt x="885812" y="4931020"/>
                  </a:lnTo>
                  <a:lnTo>
                    <a:pt x="885812" y="4926109"/>
                  </a:lnTo>
                  <a:lnTo>
                    <a:pt x="885812" y="4921197"/>
                  </a:lnTo>
                  <a:lnTo>
                    <a:pt x="885939" y="4921197"/>
                  </a:lnTo>
                  <a:lnTo>
                    <a:pt x="886065" y="4921197"/>
                  </a:lnTo>
                  <a:lnTo>
                    <a:pt x="886191" y="4921197"/>
                  </a:lnTo>
                  <a:lnTo>
                    <a:pt x="886317" y="4921197"/>
                  </a:lnTo>
                  <a:lnTo>
                    <a:pt x="886317" y="4916286"/>
                  </a:lnTo>
                  <a:lnTo>
                    <a:pt x="886444" y="4916286"/>
                  </a:lnTo>
                  <a:lnTo>
                    <a:pt x="886570" y="4916286"/>
                  </a:lnTo>
                  <a:lnTo>
                    <a:pt x="886696" y="4916286"/>
                  </a:lnTo>
                  <a:lnTo>
                    <a:pt x="886823" y="4916286"/>
                  </a:lnTo>
                  <a:lnTo>
                    <a:pt x="886949" y="4916286"/>
                  </a:lnTo>
                  <a:lnTo>
                    <a:pt x="887075" y="4916286"/>
                  </a:lnTo>
                  <a:lnTo>
                    <a:pt x="887201" y="4916286"/>
                  </a:lnTo>
                  <a:lnTo>
                    <a:pt x="887328" y="4916286"/>
                  </a:lnTo>
                  <a:lnTo>
                    <a:pt x="887454" y="4916286"/>
                  </a:lnTo>
                  <a:lnTo>
                    <a:pt x="887580" y="4916286"/>
                  </a:lnTo>
                  <a:lnTo>
                    <a:pt x="887706" y="4916286"/>
                  </a:lnTo>
                  <a:lnTo>
                    <a:pt x="887833" y="4916286"/>
                  </a:lnTo>
                  <a:lnTo>
                    <a:pt x="887959" y="4916286"/>
                  </a:lnTo>
                  <a:lnTo>
                    <a:pt x="888085" y="4916286"/>
                  </a:lnTo>
                  <a:lnTo>
                    <a:pt x="888211" y="4916286"/>
                  </a:lnTo>
                  <a:lnTo>
                    <a:pt x="888338" y="4916286"/>
                  </a:lnTo>
                  <a:lnTo>
                    <a:pt x="888464" y="4916286"/>
                  </a:lnTo>
                  <a:lnTo>
                    <a:pt x="888590" y="4916286"/>
                  </a:lnTo>
                  <a:lnTo>
                    <a:pt x="888716" y="4916286"/>
                  </a:lnTo>
                  <a:lnTo>
                    <a:pt x="888843" y="4916286"/>
                  </a:lnTo>
                  <a:lnTo>
                    <a:pt x="888969" y="4916286"/>
                  </a:lnTo>
                  <a:lnTo>
                    <a:pt x="889095" y="4916286"/>
                  </a:lnTo>
                  <a:lnTo>
                    <a:pt x="889221" y="4916286"/>
                  </a:lnTo>
                  <a:lnTo>
                    <a:pt x="889348" y="4916286"/>
                  </a:lnTo>
                  <a:lnTo>
                    <a:pt x="889474" y="4916286"/>
                  </a:lnTo>
                  <a:lnTo>
                    <a:pt x="889600" y="4916286"/>
                  </a:lnTo>
                  <a:lnTo>
                    <a:pt x="889726" y="4916286"/>
                  </a:lnTo>
                  <a:lnTo>
                    <a:pt x="889853" y="4916286"/>
                  </a:lnTo>
                  <a:lnTo>
                    <a:pt x="889979" y="4916286"/>
                  </a:lnTo>
                  <a:lnTo>
                    <a:pt x="890105" y="4916286"/>
                  </a:lnTo>
                  <a:lnTo>
                    <a:pt x="890231" y="4916286"/>
                  </a:lnTo>
                  <a:lnTo>
                    <a:pt x="890358" y="4916286"/>
                  </a:lnTo>
                  <a:lnTo>
                    <a:pt x="890484" y="4916286"/>
                  </a:lnTo>
                  <a:lnTo>
                    <a:pt x="890610" y="4916286"/>
                  </a:lnTo>
                  <a:lnTo>
                    <a:pt x="890736" y="4916286"/>
                  </a:lnTo>
                  <a:lnTo>
                    <a:pt x="890863" y="4916286"/>
                  </a:lnTo>
                  <a:lnTo>
                    <a:pt x="890989" y="4916286"/>
                  </a:lnTo>
                  <a:lnTo>
                    <a:pt x="891115" y="4916286"/>
                  </a:lnTo>
                  <a:lnTo>
                    <a:pt x="891241" y="4916286"/>
                  </a:lnTo>
                  <a:lnTo>
                    <a:pt x="891368" y="4916286"/>
                  </a:lnTo>
                  <a:lnTo>
                    <a:pt x="891494" y="4916286"/>
                  </a:lnTo>
                  <a:lnTo>
                    <a:pt x="891620" y="4916286"/>
                  </a:lnTo>
                  <a:lnTo>
                    <a:pt x="891747" y="4916286"/>
                  </a:lnTo>
                  <a:lnTo>
                    <a:pt x="891873" y="4916286"/>
                  </a:lnTo>
                  <a:lnTo>
                    <a:pt x="891999" y="4916286"/>
                  </a:lnTo>
                  <a:lnTo>
                    <a:pt x="892125" y="4916286"/>
                  </a:lnTo>
                  <a:lnTo>
                    <a:pt x="892252" y="4916286"/>
                  </a:lnTo>
                  <a:lnTo>
                    <a:pt x="892378" y="4916286"/>
                  </a:lnTo>
                  <a:lnTo>
                    <a:pt x="892504" y="4916286"/>
                  </a:lnTo>
                  <a:lnTo>
                    <a:pt x="892630" y="4916286"/>
                  </a:lnTo>
                  <a:lnTo>
                    <a:pt x="892757" y="4916286"/>
                  </a:lnTo>
                  <a:lnTo>
                    <a:pt x="892883" y="4916286"/>
                  </a:lnTo>
                  <a:lnTo>
                    <a:pt x="893009" y="4916286"/>
                  </a:lnTo>
                  <a:lnTo>
                    <a:pt x="893135" y="4916286"/>
                  </a:lnTo>
                  <a:lnTo>
                    <a:pt x="893262" y="4916286"/>
                  </a:lnTo>
                  <a:lnTo>
                    <a:pt x="893388" y="4916286"/>
                  </a:lnTo>
                  <a:lnTo>
                    <a:pt x="893514" y="4916286"/>
                  </a:lnTo>
                  <a:lnTo>
                    <a:pt x="893640" y="4916286"/>
                  </a:lnTo>
                  <a:lnTo>
                    <a:pt x="893767" y="4916286"/>
                  </a:lnTo>
                  <a:lnTo>
                    <a:pt x="893893" y="4916286"/>
                  </a:lnTo>
                  <a:lnTo>
                    <a:pt x="894019" y="4916286"/>
                  </a:lnTo>
                  <a:lnTo>
                    <a:pt x="894145" y="4916286"/>
                  </a:lnTo>
                  <a:lnTo>
                    <a:pt x="894272" y="4916286"/>
                  </a:lnTo>
                  <a:lnTo>
                    <a:pt x="894398" y="4916286"/>
                  </a:lnTo>
                  <a:lnTo>
                    <a:pt x="894524" y="4916286"/>
                  </a:lnTo>
                  <a:lnTo>
                    <a:pt x="894650" y="4916286"/>
                  </a:lnTo>
                  <a:lnTo>
                    <a:pt x="894777" y="4916286"/>
                  </a:lnTo>
                  <a:lnTo>
                    <a:pt x="894903" y="4916286"/>
                  </a:lnTo>
                  <a:lnTo>
                    <a:pt x="895029" y="4916286"/>
                  </a:lnTo>
                  <a:lnTo>
                    <a:pt x="895155" y="4916286"/>
                  </a:lnTo>
                  <a:lnTo>
                    <a:pt x="895282" y="4916286"/>
                  </a:lnTo>
                  <a:lnTo>
                    <a:pt x="895408" y="4916286"/>
                  </a:lnTo>
                  <a:lnTo>
                    <a:pt x="895534" y="4916286"/>
                  </a:lnTo>
                  <a:lnTo>
                    <a:pt x="895660" y="4916286"/>
                  </a:lnTo>
                  <a:lnTo>
                    <a:pt x="895787" y="4916286"/>
                  </a:lnTo>
                  <a:lnTo>
                    <a:pt x="895913" y="4916286"/>
                  </a:lnTo>
                  <a:lnTo>
                    <a:pt x="896039" y="4916286"/>
                  </a:lnTo>
                  <a:lnTo>
                    <a:pt x="896039" y="4911374"/>
                  </a:lnTo>
                  <a:lnTo>
                    <a:pt x="896165" y="4911374"/>
                  </a:lnTo>
                  <a:lnTo>
                    <a:pt x="896292" y="4911374"/>
                  </a:lnTo>
                  <a:lnTo>
                    <a:pt x="896418" y="4911374"/>
                  </a:lnTo>
                  <a:lnTo>
                    <a:pt x="896544" y="4911374"/>
                  </a:lnTo>
                  <a:lnTo>
                    <a:pt x="896670" y="4911374"/>
                  </a:lnTo>
                  <a:lnTo>
                    <a:pt x="896797" y="4911374"/>
                  </a:lnTo>
                  <a:lnTo>
                    <a:pt x="896923" y="4911374"/>
                  </a:lnTo>
                  <a:lnTo>
                    <a:pt x="897049" y="4911374"/>
                  </a:lnTo>
                  <a:lnTo>
                    <a:pt x="897176" y="4911374"/>
                  </a:lnTo>
                  <a:lnTo>
                    <a:pt x="897302" y="4911374"/>
                  </a:lnTo>
                  <a:lnTo>
                    <a:pt x="897428" y="4911374"/>
                  </a:lnTo>
                  <a:lnTo>
                    <a:pt x="897554" y="4911374"/>
                  </a:lnTo>
                  <a:lnTo>
                    <a:pt x="897681" y="4911374"/>
                  </a:lnTo>
                  <a:lnTo>
                    <a:pt x="897807" y="4911374"/>
                  </a:lnTo>
                  <a:lnTo>
                    <a:pt x="897933" y="4911374"/>
                  </a:lnTo>
                  <a:lnTo>
                    <a:pt x="898059" y="4911374"/>
                  </a:lnTo>
                  <a:lnTo>
                    <a:pt x="898186" y="4911374"/>
                  </a:lnTo>
                  <a:lnTo>
                    <a:pt x="898312" y="4911374"/>
                  </a:lnTo>
                  <a:lnTo>
                    <a:pt x="898438" y="4911374"/>
                  </a:lnTo>
                  <a:lnTo>
                    <a:pt x="898564" y="4911374"/>
                  </a:lnTo>
                  <a:lnTo>
                    <a:pt x="898691" y="4911374"/>
                  </a:lnTo>
                  <a:lnTo>
                    <a:pt x="898691" y="4906463"/>
                  </a:lnTo>
                  <a:lnTo>
                    <a:pt x="898817" y="4906463"/>
                  </a:lnTo>
                  <a:lnTo>
                    <a:pt x="898943" y="4906463"/>
                  </a:lnTo>
                  <a:lnTo>
                    <a:pt x="899069" y="4906463"/>
                  </a:lnTo>
                  <a:lnTo>
                    <a:pt x="899196" y="4906463"/>
                  </a:lnTo>
                  <a:lnTo>
                    <a:pt x="899322" y="4906463"/>
                  </a:lnTo>
                  <a:lnTo>
                    <a:pt x="899448" y="4906463"/>
                  </a:lnTo>
                  <a:lnTo>
                    <a:pt x="899448" y="4901552"/>
                  </a:lnTo>
                  <a:lnTo>
                    <a:pt x="899574" y="4901552"/>
                  </a:lnTo>
                  <a:lnTo>
                    <a:pt x="899701" y="4901552"/>
                  </a:lnTo>
                  <a:lnTo>
                    <a:pt x="899827" y="4901552"/>
                  </a:lnTo>
                  <a:lnTo>
                    <a:pt x="899953" y="4901552"/>
                  </a:lnTo>
                  <a:lnTo>
                    <a:pt x="900079" y="4901552"/>
                  </a:lnTo>
                  <a:lnTo>
                    <a:pt x="900206" y="4901552"/>
                  </a:lnTo>
                  <a:lnTo>
                    <a:pt x="900332" y="4901552"/>
                  </a:lnTo>
                  <a:lnTo>
                    <a:pt x="900458" y="4901552"/>
                  </a:lnTo>
                  <a:lnTo>
                    <a:pt x="900584" y="4901552"/>
                  </a:lnTo>
                  <a:lnTo>
                    <a:pt x="900711" y="4901552"/>
                  </a:lnTo>
                  <a:lnTo>
                    <a:pt x="900837" y="4901552"/>
                  </a:lnTo>
                  <a:lnTo>
                    <a:pt x="900963" y="4901552"/>
                  </a:lnTo>
                  <a:lnTo>
                    <a:pt x="901089" y="4901552"/>
                  </a:lnTo>
                  <a:lnTo>
                    <a:pt x="901216" y="4901552"/>
                  </a:lnTo>
                  <a:lnTo>
                    <a:pt x="901342" y="4901552"/>
                  </a:lnTo>
                  <a:lnTo>
                    <a:pt x="901468" y="4901552"/>
                  </a:lnTo>
                  <a:lnTo>
                    <a:pt x="901594" y="4901552"/>
                  </a:lnTo>
                  <a:lnTo>
                    <a:pt x="901721" y="4901552"/>
                  </a:lnTo>
                  <a:lnTo>
                    <a:pt x="901847" y="4901552"/>
                  </a:lnTo>
                  <a:lnTo>
                    <a:pt x="901973" y="4901552"/>
                  </a:lnTo>
                  <a:lnTo>
                    <a:pt x="902100" y="4901552"/>
                  </a:lnTo>
                  <a:lnTo>
                    <a:pt x="902226" y="4901552"/>
                  </a:lnTo>
                  <a:lnTo>
                    <a:pt x="902352" y="4901552"/>
                  </a:lnTo>
                  <a:lnTo>
                    <a:pt x="902478" y="4901552"/>
                  </a:lnTo>
                  <a:lnTo>
                    <a:pt x="902605" y="4901552"/>
                  </a:lnTo>
                  <a:lnTo>
                    <a:pt x="902731" y="4901552"/>
                  </a:lnTo>
                  <a:lnTo>
                    <a:pt x="902857" y="4901552"/>
                  </a:lnTo>
                  <a:lnTo>
                    <a:pt x="902983" y="4901552"/>
                  </a:lnTo>
                  <a:lnTo>
                    <a:pt x="903110" y="4901552"/>
                  </a:lnTo>
                  <a:lnTo>
                    <a:pt x="903236" y="4901552"/>
                  </a:lnTo>
                  <a:lnTo>
                    <a:pt x="903362" y="4901552"/>
                  </a:lnTo>
                  <a:lnTo>
                    <a:pt x="903488" y="4901552"/>
                  </a:lnTo>
                  <a:lnTo>
                    <a:pt x="903615" y="4901552"/>
                  </a:lnTo>
                  <a:lnTo>
                    <a:pt x="903741" y="4901552"/>
                  </a:lnTo>
                  <a:lnTo>
                    <a:pt x="903867" y="4901552"/>
                  </a:lnTo>
                  <a:lnTo>
                    <a:pt x="903993" y="4901552"/>
                  </a:lnTo>
                  <a:lnTo>
                    <a:pt x="904120" y="4901552"/>
                  </a:lnTo>
                  <a:lnTo>
                    <a:pt x="904120" y="4896640"/>
                  </a:lnTo>
                  <a:lnTo>
                    <a:pt x="904246" y="4896640"/>
                  </a:lnTo>
                  <a:lnTo>
                    <a:pt x="904372" y="4896640"/>
                  </a:lnTo>
                  <a:lnTo>
                    <a:pt x="904498" y="4896640"/>
                  </a:lnTo>
                  <a:lnTo>
                    <a:pt x="904625" y="4896640"/>
                  </a:lnTo>
                  <a:lnTo>
                    <a:pt x="904751" y="4896640"/>
                  </a:lnTo>
                  <a:lnTo>
                    <a:pt x="904877" y="4896640"/>
                  </a:lnTo>
                  <a:lnTo>
                    <a:pt x="905003" y="4896640"/>
                  </a:lnTo>
                  <a:lnTo>
                    <a:pt x="905130" y="4896640"/>
                  </a:lnTo>
                  <a:lnTo>
                    <a:pt x="905256" y="4896640"/>
                  </a:lnTo>
                  <a:lnTo>
                    <a:pt x="905382" y="4896640"/>
                  </a:lnTo>
                  <a:lnTo>
                    <a:pt x="905508" y="4896640"/>
                  </a:lnTo>
                  <a:lnTo>
                    <a:pt x="905635" y="4896640"/>
                  </a:lnTo>
                  <a:lnTo>
                    <a:pt x="905761" y="4896640"/>
                  </a:lnTo>
                  <a:lnTo>
                    <a:pt x="905887" y="4896640"/>
                  </a:lnTo>
                  <a:lnTo>
                    <a:pt x="906013" y="4896640"/>
                  </a:lnTo>
                  <a:lnTo>
                    <a:pt x="906140" y="4896640"/>
                  </a:lnTo>
                  <a:lnTo>
                    <a:pt x="906266" y="4896640"/>
                  </a:lnTo>
                  <a:lnTo>
                    <a:pt x="906392" y="4896640"/>
                  </a:lnTo>
                  <a:lnTo>
                    <a:pt x="906518" y="4896640"/>
                  </a:lnTo>
                  <a:lnTo>
                    <a:pt x="906645" y="4896640"/>
                  </a:lnTo>
                  <a:lnTo>
                    <a:pt x="906771" y="4896640"/>
                  </a:lnTo>
                  <a:lnTo>
                    <a:pt x="906897" y="4896640"/>
                  </a:lnTo>
                  <a:lnTo>
                    <a:pt x="907023" y="4896640"/>
                  </a:lnTo>
                  <a:lnTo>
                    <a:pt x="907150" y="4896640"/>
                  </a:lnTo>
                  <a:lnTo>
                    <a:pt x="907276" y="4896640"/>
                  </a:lnTo>
                  <a:lnTo>
                    <a:pt x="907402" y="4896640"/>
                  </a:lnTo>
                  <a:lnTo>
                    <a:pt x="907529" y="4896640"/>
                  </a:lnTo>
                  <a:lnTo>
                    <a:pt x="907655" y="4896640"/>
                  </a:lnTo>
                  <a:lnTo>
                    <a:pt x="907781" y="4896640"/>
                  </a:lnTo>
                  <a:lnTo>
                    <a:pt x="907907" y="4896640"/>
                  </a:lnTo>
                  <a:lnTo>
                    <a:pt x="908034" y="4896640"/>
                  </a:lnTo>
                  <a:lnTo>
                    <a:pt x="908160" y="4896640"/>
                  </a:lnTo>
                  <a:lnTo>
                    <a:pt x="908286" y="4896640"/>
                  </a:lnTo>
                  <a:lnTo>
                    <a:pt x="908412" y="4896640"/>
                  </a:lnTo>
                  <a:lnTo>
                    <a:pt x="908539" y="4896640"/>
                  </a:lnTo>
                  <a:lnTo>
                    <a:pt x="908665" y="4896640"/>
                  </a:lnTo>
                  <a:lnTo>
                    <a:pt x="908791" y="4896640"/>
                  </a:lnTo>
                  <a:lnTo>
                    <a:pt x="908917" y="4896640"/>
                  </a:lnTo>
                  <a:lnTo>
                    <a:pt x="909044" y="4896640"/>
                  </a:lnTo>
                  <a:lnTo>
                    <a:pt x="909170" y="4896640"/>
                  </a:lnTo>
                  <a:lnTo>
                    <a:pt x="909296" y="4896640"/>
                  </a:lnTo>
                  <a:lnTo>
                    <a:pt x="909422" y="4896640"/>
                  </a:lnTo>
                  <a:lnTo>
                    <a:pt x="909549" y="4896640"/>
                  </a:lnTo>
                  <a:lnTo>
                    <a:pt x="909675" y="4896640"/>
                  </a:lnTo>
                  <a:lnTo>
                    <a:pt x="909801" y="4896640"/>
                  </a:lnTo>
                  <a:lnTo>
                    <a:pt x="909927" y="4896640"/>
                  </a:lnTo>
                  <a:lnTo>
                    <a:pt x="910054" y="4896640"/>
                  </a:lnTo>
                  <a:lnTo>
                    <a:pt x="910180" y="4896640"/>
                  </a:lnTo>
                  <a:lnTo>
                    <a:pt x="910306" y="4896640"/>
                  </a:lnTo>
                  <a:lnTo>
                    <a:pt x="910432" y="4896640"/>
                  </a:lnTo>
                  <a:lnTo>
                    <a:pt x="910559" y="4896640"/>
                  </a:lnTo>
                  <a:lnTo>
                    <a:pt x="910685" y="4896640"/>
                  </a:lnTo>
                  <a:lnTo>
                    <a:pt x="910811" y="4896640"/>
                  </a:lnTo>
                  <a:lnTo>
                    <a:pt x="910937" y="4896640"/>
                  </a:lnTo>
                  <a:lnTo>
                    <a:pt x="911064" y="4896640"/>
                  </a:lnTo>
                  <a:lnTo>
                    <a:pt x="911190" y="4896640"/>
                  </a:lnTo>
                  <a:lnTo>
                    <a:pt x="911316" y="4896640"/>
                  </a:lnTo>
                  <a:lnTo>
                    <a:pt x="911442" y="4896640"/>
                  </a:lnTo>
                  <a:lnTo>
                    <a:pt x="911569" y="4896640"/>
                  </a:lnTo>
                  <a:lnTo>
                    <a:pt x="911695" y="4896640"/>
                  </a:lnTo>
                  <a:lnTo>
                    <a:pt x="911821" y="4896640"/>
                  </a:lnTo>
                  <a:lnTo>
                    <a:pt x="911947" y="4896640"/>
                  </a:lnTo>
                  <a:lnTo>
                    <a:pt x="912074" y="4896640"/>
                  </a:lnTo>
                  <a:lnTo>
                    <a:pt x="912200" y="4896640"/>
                  </a:lnTo>
                  <a:lnTo>
                    <a:pt x="912326" y="4896640"/>
                  </a:lnTo>
                  <a:lnTo>
                    <a:pt x="912453" y="4896640"/>
                  </a:lnTo>
                  <a:lnTo>
                    <a:pt x="912579" y="4896640"/>
                  </a:lnTo>
                  <a:lnTo>
                    <a:pt x="912579" y="4891729"/>
                  </a:lnTo>
                  <a:lnTo>
                    <a:pt x="912705" y="4891729"/>
                  </a:lnTo>
                  <a:lnTo>
                    <a:pt x="912831" y="4891729"/>
                  </a:lnTo>
                  <a:lnTo>
                    <a:pt x="912958" y="4891729"/>
                  </a:lnTo>
                  <a:lnTo>
                    <a:pt x="913084" y="4891729"/>
                  </a:lnTo>
                  <a:lnTo>
                    <a:pt x="913210" y="4891729"/>
                  </a:lnTo>
                  <a:lnTo>
                    <a:pt x="913336" y="4891729"/>
                  </a:lnTo>
                  <a:lnTo>
                    <a:pt x="913463" y="4891729"/>
                  </a:lnTo>
                  <a:lnTo>
                    <a:pt x="913589" y="4891729"/>
                  </a:lnTo>
                  <a:lnTo>
                    <a:pt x="913715" y="4891729"/>
                  </a:lnTo>
                  <a:lnTo>
                    <a:pt x="913841" y="4891729"/>
                  </a:lnTo>
                  <a:lnTo>
                    <a:pt x="913968" y="4891729"/>
                  </a:lnTo>
                  <a:lnTo>
                    <a:pt x="914094" y="4891729"/>
                  </a:lnTo>
                  <a:lnTo>
                    <a:pt x="914220" y="4891729"/>
                  </a:lnTo>
                  <a:lnTo>
                    <a:pt x="914346" y="4891729"/>
                  </a:lnTo>
                  <a:lnTo>
                    <a:pt x="914473" y="4891729"/>
                  </a:lnTo>
                  <a:lnTo>
                    <a:pt x="914599" y="4891729"/>
                  </a:lnTo>
                  <a:lnTo>
                    <a:pt x="914725" y="4891729"/>
                  </a:lnTo>
                  <a:lnTo>
                    <a:pt x="914851" y="4891729"/>
                  </a:lnTo>
                  <a:lnTo>
                    <a:pt x="914978" y="4891729"/>
                  </a:lnTo>
                  <a:lnTo>
                    <a:pt x="915104" y="4891729"/>
                  </a:lnTo>
                  <a:lnTo>
                    <a:pt x="915230" y="4891729"/>
                  </a:lnTo>
                  <a:lnTo>
                    <a:pt x="915356" y="4891729"/>
                  </a:lnTo>
                  <a:lnTo>
                    <a:pt x="915483" y="4891729"/>
                  </a:lnTo>
                  <a:lnTo>
                    <a:pt x="915609" y="4891729"/>
                  </a:lnTo>
                  <a:lnTo>
                    <a:pt x="915735" y="4891729"/>
                  </a:lnTo>
                  <a:lnTo>
                    <a:pt x="915861" y="4891729"/>
                  </a:lnTo>
                  <a:lnTo>
                    <a:pt x="915988" y="4891729"/>
                  </a:lnTo>
                  <a:lnTo>
                    <a:pt x="916114" y="4891729"/>
                  </a:lnTo>
                  <a:lnTo>
                    <a:pt x="916240" y="4891729"/>
                  </a:lnTo>
                  <a:lnTo>
                    <a:pt x="916366" y="4891729"/>
                  </a:lnTo>
                  <a:lnTo>
                    <a:pt x="916493" y="4891729"/>
                  </a:lnTo>
                  <a:lnTo>
                    <a:pt x="916619" y="4891729"/>
                  </a:lnTo>
                  <a:lnTo>
                    <a:pt x="916745" y="4891729"/>
                  </a:lnTo>
                  <a:lnTo>
                    <a:pt x="916871" y="4891729"/>
                  </a:lnTo>
                  <a:lnTo>
                    <a:pt x="916998" y="4891729"/>
                  </a:lnTo>
                  <a:lnTo>
                    <a:pt x="917124" y="4891729"/>
                  </a:lnTo>
                  <a:lnTo>
                    <a:pt x="917250" y="4891729"/>
                  </a:lnTo>
                  <a:lnTo>
                    <a:pt x="917376" y="4891729"/>
                  </a:lnTo>
                  <a:lnTo>
                    <a:pt x="917503" y="4891729"/>
                  </a:lnTo>
                  <a:lnTo>
                    <a:pt x="917503" y="4886818"/>
                  </a:lnTo>
                  <a:lnTo>
                    <a:pt x="917629" y="4886818"/>
                  </a:lnTo>
                  <a:lnTo>
                    <a:pt x="917755" y="4886818"/>
                  </a:lnTo>
                  <a:lnTo>
                    <a:pt x="917882" y="4886818"/>
                  </a:lnTo>
                  <a:lnTo>
                    <a:pt x="918008" y="4886818"/>
                  </a:lnTo>
                  <a:lnTo>
                    <a:pt x="918134" y="4886818"/>
                  </a:lnTo>
                  <a:lnTo>
                    <a:pt x="918260" y="4886818"/>
                  </a:lnTo>
                  <a:lnTo>
                    <a:pt x="918387" y="4886818"/>
                  </a:lnTo>
                  <a:lnTo>
                    <a:pt x="918513" y="4886818"/>
                  </a:lnTo>
                  <a:lnTo>
                    <a:pt x="918639" y="4886818"/>
                  </a:lnTo>
                  <a:lnTo>
                    <a:pt x="918765" y="4886818"/>
                  </a:lnTo>
                  <a:lnTo>
                    <a:pt x="918892" y="4886818"/>
                  </a:lnTo>
                  <a:lnTo>
                    <a:pt x="919018" y="4886818"/>
                  </a:lnTo>
                  <a:lnTo>
                    <a:pt x="919144" y="4886818"/>
                  </a:lnTo>
                  <a:lnTo>
                    <a:pt x="919270" y="4886818"/>
                  </a:lnTo>
                  <a:lnTo>
                    <a:pt x="919397" y="4886818"/>
                  </a:lnTo>
                  <a:lnTo>
                    <a:pt x="919523" y="4886818"/>
                  </a:lnTo>
                  <a:lnTo>
                    <a:pt x="919649" y="4886818"/>
                  </a:lnTo>
                  <a:lnTo>
                    <a:pt x="919775" y="4886818"/>
                  </a:lnTo>
                  <a:lnTo>
                    <a:pt x="919902" y="4886818"/>
                  </a:lnTo>
                  <a:lnTo>
                    <a:pt x="920028" y="4886818"/>
                  </a:lnTo>
                  <a:lnTo>
                    <a:pt x="920154" y="4886818"/>
                  </a:lnTo>
                  <a:lnTo>
                    <a:pt x="920280" y="4886818"/>
                  </a:lnTo>
                  <a:lnTo>
                    <a:pt x="920407" y="4886818"/>
                  </a:lnTo>
                  <a:lnTo>
                    <a:pt x="920407" y="4881906"/>
                  </a:lnTo>
                  <a:lnTo>
                    <a:pt x="920533" y="4881906"/>
                  </a:lnTo>
                  <a:lnTo>
                    <a:pt x="920659" y="4881906"/>
                  </a:lnTo>
                  <a:lnTo>
                    <a:pt x="920785" y="4881906"/>
                  </a:lnTo>
                  <a:lnTo>
                    <a:pt x="920912" y="4881906"/>
                  </a:lnTo>
                  <a:lnTo>
                    <a:pt x="921038" y="4881906"/>
                  </a:lnTo>
                  <a:lnTo>
                    <a:pt x="921164" y="4881906"/>
                  </a:lnTo>
                  <a:lnTo>
                    <a:pt x="921290" y="4881906"/>
                  </a:lnTo>
                  <a:lnTo>
                    <a:pt x="921417" y="4881906"/>
                  </a:lnTo>
                  <a:lnTo>
                    <a:pt x="921543" y="4881906"/>
                  </a:lnTo>
                  <a:lnTo>
                    <a:pt x="921669" y="4881906"/>
                  </a:lnTo>
                  <a:lnTo>
                    <a:pt x="921795" y="4881906"/>
                  </a:lnTo>
                  <a:lnTo>
                    <a:pt x="921795" y="4876995"/>
                  </a:lnTo>
                  <a:lnTo>
                    <a:pt x="921795" y="4872083"/>
                  </a:lnTo>
                  <a:lnTo>
                    <a:pt x="921922" y="4872083"/>
                  </a:lnTo>
                  <a:lnTo>
                    <a:pt x="922048" y="4872083"/>
                  </a:lnTo>
                  <a:lnTo>
                    <a:pt x="922174" y="4872083"/>
                  </a:lnTo>
                  <a:lnTo>
                    <a:pt x="922300" y="4872083"/>
                  </a:lnTo>
                  <a:lnTo>
                    <a:pt x="922427" y="4872083"/>
                  </a:lnTo>
                  <a:lnTo>
                    <a:pt x="922553" y="4872083"/>
                  </a:lnTo>
                  <a:lnTo>
                    <a:pt x="922679" y="4872083"/>
                  </a:lnTo>
                  <a:lnTo>
                    <a:pt x="922806" y="4872083"/>
                  </a:lnTo>
                  <a:lnTo>
                    <a:pt x="922932" y="4872083"/>
                  </a:lnTo>
                  <a:lnTo>
                    <a:pt x="923058" y="4872083"/>
                  </a:lnTo>
                  <a:lnTo>
                    <a:pt x="923184" y="4872083"/>
                  </a:lnTo>
                  <a:lnTo>
                    <a:pt x="923311" y="4872083"/>
                  </a:lnTo>
                  <a:lnTo>
                    <a:pt x="923437" y="4872083"/>
                  </a:lnTo>
                  <a:lnTo>
                    <a:pt x="923563" y="4872083"/>
                  </a:lnTo>
                  <a:lnTo>
                    <a:pt x="923689" y="4872083"/>
                  </a:lnTo>
                  <a:lnTo>
                    <a:pt x="923816" y="4872083"/>
                  </a:lnTo>
                  <a:lnTo>
                    <a:pt x="923942" y="4872083"/>
                  </a:lnTo>
                  <a:lnTo>
                    <a:pt x="924068" y="4872083"/>
                  </a:lnTo>
                  <a:lnTo>
                    <a:pt x="924194" y="4872083"/>
                  </a:lnTo>
                  <a:lnTo>
                    <a:pt x="924321" y="4872083"/>
                  </a:lnTo>
                  <a:lnTo>
                    <a:pt x="924447" y="4872083"/>
                  </a:lnTo>
                  <a:lnTo>
                    <a:pt x="924573" y="4872083"/>
                  </a:lnTo>
                  <a:lnTo>
                    <a:pt x="924699" y="4872083"/>
                  </a:lnTo>
                  <a:lnTo>
                    <a:pt x="924826" y="4872083"/>
                  </a:lnTo>
                  <a:lnTo>
                    <a:pt x="924826" y="4867172"/>
                  </a:lnTo>
                  <a:lnTo>
                    <a:pt x="924952" y="4867172"/>
                  </a:lnTo>
                  <a:lnTo>
                    <a:pt x="925078" y="4867172"/>
                  </a:lnTo>
                  <a:lnTo>
                    <a:pt x="925204" y="4867172"/>
                  </a:lnTo>
                  <a:lnTo>
                    <a:pt x="925331" y="4867172"/>
                  </a:lnTo>
                  <a:lnTo>
                    <a:pt x="925457" y="4867172"/>
                  </a:lnTo>
                  <a:lnTo>
                    <a:pt x="925583" y="4867172"/>
                  </a:lnTo>
                  <a:lnTo>
                    <a:pt x="925709" y="4867172"/>
                  </a:lnTo>
                  <a:lnTo>
                    <a:pt x="925836" y="4867172"/>
                  </a:lnTo>
                  <a:lnTo>
                    <a:pt x="925962" y="4867172"/>
                  </a:lnTo>
                  <a:lnTo>
                    <a:pt x="926088" y="4867172"/>
                  </a:lnTo>
                  <a:lnTo>
                    <a:pt x="926214" y="4867172"/>
                  </a:lnTo>
                  <a:lnTo>
                    <a:pt x="926341" y="4867172"/>
                  </a:lnTo>
                  <a:lnTo>
                    <a:pt x="926467" y="4867172"/>
                  </a:lnTo>
                  <a:lnTo>
                    <a:pt x="926593" y="4867172"/>
                  </a:lnTo>
                  <a:lnTo>
                    <a:pt x="926719" y="4867172"/>
                  </a:lnTo>
                  <a:lnTo>
                    <a:pt x="926846" y="4867172"/>
                  </a:lnTo>
                  <a:lnTo>
                    <a:pt x="926972" y="4867172"/>
                  </a:lnTo>
                  <a:lnTo>
                    <a:pt x="927098" y="4867172"/>
                  </a:lnTo>
                  <a:lnTo>
                    <a:pt x="927224" y="4867172"/>
                  </a:lnTo>
                  <a:lnTo>
                    <a:pt x="927351" y="4867172"/>
                  </a:lnTo>
                  <a:lnTo>
                    <a:pt x="927477" y="4867172"/>
                  </a:lnTo>
                  <a:lnTo>
                    <a:pt x="927603" y="4867172"/>
                  </a:lnTo>
                  <a:lnTo>
                    <a:pt x="927729" y="4867172"/>
                  </a:lnTo>
                  <a:lnTo>
                    <a:pt x="927856" y="4867172"/>
                  </a:lnTo>
                  <a:lnTo>
                    <a:pt x="927982" y="4867172"/>
                  </a:lnTo>
                  <a:lnTo>
                    <a:pt x="928108" y="4867172"/>
                  </a:lnTo>
                  <a:lnTo>
                    <a:pt x="928235" y="4867172"/>
                  </a:lnTo>
                  <a:lnTo>
                    <a:pt x="928361" y="4867172"/>
                  </a:lnTo>
                  <a:lnTo>
                    <a:pt x="928487" y="4867172"/>
                  </a:lnTo>
                  <a:lnTo>
                    <a:pt x="928487" y="4862261"/>
                  </a:lnTo>
                  <a:lnTo>
                    <a:pt x="928613" y="4862261"/>
                  </a:lnTo>
                  <a:lnTo>
                    <a:pt x="928740" y="4862261"/>
                  </a:lnTo>
                  <a:lnTo>
                    <a:pt x="928866" y="4862261"/>
                  </a:lnTo>
                  <a:lnTo>
                    <a:pt x="928992" y="4862261"/>
                  </a:lnTo>
                  <a:lnTo>
                    <a:pt x="929118" y="4862261"/>
                  </a:lnTo>
                  <a:lnTo>
                    <a:pt x="929245" y="4862261"/>
                  </a:lnTo>
                  <a:lnTo>
                    <a:pt x="929371" y="4862261"/>
                  </a:lnTo>
                  <a:lnTo>
                    <a:pt x="929497" y="4862261"/>
                  </a:lnTo>
                  <a:lnTo>
                    <a:pt x="929623" y="4862261"/>
                  </a:lnTo>
                  <a:lnTo>
                    <a:pt x="929750" y="4862261"/>
                  </a:lnTo>
                  <a:lnTo>
                    <a:pt x="929750" y="4857349"/>
                  </a:lnTo>
                  <a:lnTo>
                    <a:pt x="929876" y="4857349"/>
                  </a:lnTo>
                  <a:lnTo>
                    <a:pt x="930002" y="4857349"/>
                  </a:lnTo>
                  <a:lnTo>
                    <a:pt x="930128" y="4857349"/>
                  </a:lnTo>
                  <a:lnTo>
                    <a:pt x="930255" y="4857349"/>
                  </a:lnTo>
                  <a:lnTo>
                    <a:pt x="930381" y="4857349"/>
                  </a:lnTo>
                  <a:lnTo>
                    <a:pt x="930507" y="4857349"/>
                  </a:lnTo>
                  <a:lnTo>
                    <a:pt x="930633" y="4857349"/>
                  </a:lnTo>
                  <a:lnTo>
                    <a:pt x="930760" y="4857349"/>
                  </a:lnTo>
                  <a:lnTo>
                    <a:pt x="930886" y="4857349"/>
                  </a:lnTo>
                  <a:lnTo>
                    <a:pt x="930886" y="4852438"/>
                  </a:lnTo>
                  <a:lnTo>
                    <a:pt x="930886" y="4847527"/>
                  </a:lnTo>
                  <a:lnTo>
                    <a:pt x="931012" y="4847527"/>
                  </a:lnTo>
                  <a:lnTo>
                    <a:pt x="931138" y="4847527"/>
                  </a:lnTo>
                  <a:lnTo>
                    <a:pt x="931265" y="4847527"/>
                  </a:lnTo>
                  <a:lnTo>
                    <a:pt x="931391" y="4847527"/>
                  </a:lnTo>
                  <a:lnTo>
                    <a:pt x="931517" y="4847527"/>
                  </a:lnTo>
                  <a:lnTo>
                    <a:pt x="931643" y="4847527"/>
                  </a:lnTo>
                  <a:lnTo>
                    <a:pt x="931770" y="4847527"/>
                  </a:lnTo>
                  <a:lnTo>
                    <a:pt x="931896" y="4847527"/>
                  </a:lnTo>
                  <a:lnTo>
                    <a:pt x="932022" y="4847527"/>
                  </a:lnTo>
                  <a:lnTo>
                    <a:pt x="932148" y="4847527"/>
                  </a:lnTo>
                  <a:lnTo>
                    <a:pt x="932148" y="4842615"/>
                  </a:lnTo>
                  <a:lnTo>
                    <a:pt x="932275" y="4842615"/>
                  </a:lnTo>
                  <a:lnTo>
                    <a:pt x="932401" y="4842615"/>
                  </a:lnTo>
                  <a:lnTo>
                    <a:pt x="932527" y="4842615"/>
                  </a:lnTo>
                  <a:lnTo>
                    <a:pt x="932653" y="4842615"/>
                  </a:lnTo>
                  <a:lnTo>
                    <a:pt x="932780" y="4842615"/>
                  </a:lnTo>
                  <a:lnTo>
                    <a:pt x="932906" y="4842615"/>
                  </a:lnTo>
                  <a:lnTo>
                    <a:pt x="933032" y="4842615"/>
                  </a:lnTo>
                  <a:lnTo>
                    <a:pt x="933159" y="4842615"/>
                  </a:lnTo>
                  <a:lnTo>
                    <a:pt x="933285" y="4842615"/>
                  </a:lnTo>
                  <a:lnTo>
                    <a:pt x="933411" y="4842615"/>
                  </a:lnTo>
                  <a:lnTo>
                    <a:pt x="933537" y="4842615"/>
                  </a:lnTo>
                  <a:lnTo>
                    <a:pt x="933664" y="4842615"/>
                  </a:lnTo>
                  <a:lnTo>
                    <a:pt x="933790" y="4842615"/>
                  </a:lnTo>
                  <a:lnTo>
                    <a:pt x="933916" y="4842615"/>
                  </a:lnTo>
                  <a:lnTo>
                    <a:pt x="934042" y="4842615"/>
                  </a:lnTo>
                  <a:lnTo>
                    <a:pt x="934169" y="4842615"/>
                  </a:lnTo>
                  <a:lnTo>
                    <a:pt x="934295" y="4842615"/>
                  </a:lnTo>
                  <a:lnTo>
                    <a:pt x="934421" y="4842615"/>
                  </a:lnTo>
                  <a:lnTo>
                    <a:pt x="934547" y="4842615"/>
                  </a:lnTo>
                  <a:lnTo>
                    <a:pt x="934674" y="4842615"/>
                  </a:lnTo>
                  <a:lnTo>
                    <a:pt x="934674" y="4837704"/>
                  </a:lnTo>
                  <a:lnTo>
                    <a:pt x="934800" y="4837704"/>
                  </a:lnTo>
                  <a:lnTo>
                    <a:pt x="934926" y="4837704"/>
                  </a:lnTo>
                  <a:lnTo>
                    <a:pt x="935052" y="4837704"/>
                  </a:lnTo>
                  <a:lnTo>
                    <a:pt x="935179" y="4837704"/>
                  </a:lnTo>
                  <a:lnTo>
                    <a:pt x="935305" y="4837704"/>
                  </a:lnTo>
                  <a:lnTo>
                    <a:pt x="935431" y="4837704"/>
                  </a:lnTo>
                  <a:lnTo>
                    <a:pt x="935557" y="4837704"/>
                  </a:lnTo>
                  <a:lnTo>
                    <a:pt x="935557" y="4832792"/>
                  </a:lnTo>
                  <a:lnTo>
                    <a:pt x="935684" y="4832792"/>
                  </a:lnTo>
                  <a:lnTo>
                    <a:pt x="935810" y="4832792"/>
                  </a:lnTo>
                  <a:lnTo>
                    <a:pt x="935936" y="4832792"/>
                  </a:lnTo>
                  <a:lnTo>
                    <a:pt x="936062" y="4832792"/>
                  </a:lnTo>
                  <a:lnTo>
                    <a:pt x="936189" y="4832792"/>
                  </a:lnTo>
                  <a:lnTo>
                    <a:pt x="936315" y="4832792"/>
                  </a:lnTo>
                  <a:lnTo>
                    <a:pt x="936441" y="4832792"/>
                  </a:lnTo>
                  <a:lnTo>
                    <a:pt x="936567" y="4832792"/>
                  </a:lnTo>
                  <a:lnTo>
                    <a:pt x="936694" y="4832792"/>
                  </a:lnTo>
                  <a:lnTo>
                    <a:pt x="936820" y="4832792"/>
                  </a:lnTo>
                  <a:lnTo>
                    <a:pt x="936946" y="4832792"/>
                  </a:lnTo>
                  <a:lnTo>
                    <a:pt x="937072" y="4832792"/>
                  </a:lnTo>
                  <a:lnTo>
                    <a:pt x="937199" y="4832792"/>
                  </a:lnTo>
                  <a:lnTo>
                    <a:pt x="937325" y="4832792"/>
                  </a:lnTo>
                  <a:lnTo>
                    <a:pt x="937451" y="4832792"/>
                  </a:lnTo>
                  <a:lnTo>
                    <a:pt x="937577" y="4832792"/>
                  </a:lnTo>
                  <a:lnTo>
                    <a:pt x="937704" y="4832792"/>
                  </a:lnTo>
                  <a:lnTo>
                    <a:pt x="937830" y="4832792"/>
                  </a:lnTo>
                  <a:lnTo>
                    <a:pt x="937956" y="4832792"/>
                  </a:lnTo>
                  <a:lnTo>
                    <a:pt x="937956" y="4827881"/>
                  </a:lnTo>
                  <a:lnTo>
                    <a:pt x="938082" y="4827881"/>
                  </a:lnTo>
                  <a:lnTo>
                    <a:pt x="938209" y="4827881"/>
                  </a:lnTo>
                  <a:lnTo>
                    <a:pt x="938335" y="4827881"/>
                  </a:lnTo>
                  <a:lnTo>
                    <a:pt x="938461" y="4827881"/>
                  </a:lnTo>
                  <a:lnTo>
                    <a:pt x="938588" y="4827881"/>
                  </a:lnTo>
                  <a:lnTo>
                    <a:pt x="938714" y="4827881"/>
                  </a:lnTo>
                  <a:lnTo>
                    <a:pt x="938840" y="4827881"/>
                  </a:lnTo>
                  <a:lnTo>
                    <a:pt x="938966" y="4827881"/>
                  </a:lnTo>
                  <a:lnTo>
                    <a:pt x="939093" y="4827881"/>
                  </a:lnTo>
                  <a:lnTo>
                    <a:pt x="939219" y="4827881"/>
                  </a:lnTo>
                  <a:lnTo>
                    <a:pt x="939345" y="4827881"/>
                  </a:lnTo>
                  <a:lnTo>
                    <a:pt x="939471" y="4827881"/>
                  </a:lnTo>
                  <a:lnTo>
                    <a:pt x="939598" y="4827881"/>
                  </a:lnTo>
                  <a:lnTo>
                    <a:pt x="939724" y="4827881"/>
                  </a:lnTo>
                  <a:lnTo>
                    <a:pt x="939850" y="4827881"/>
                  </a:lnTo>
                  <a:lnTo>
                    <a:pt x="939976" y="4827881"/>
                  </a:lnTo>
                  <a:lnTo>
                    <a:pt x="940103" y="4827881"/>
                  </a:lnTo>
                  <a:lnTo>
                    <a:pt x="940229" y="4827881"/>
                  </a:lnTo>
                  <a:lnTo>
                    <a:pt x="940355" y="4827881"/>
                  </a:lnTo>
                  <a:lnTo>
                    <a:pt x="940481" y="4827881"/>
                  </a:lnTo>
                  <a:lnTo>
                    <a:pt x="940608" y="4827881"/>
                  </a:lnTo>
                  <a:lnTo>
                    <a:pt x="940734" y="4827881"/>
                  </a:lnTo>
                  <a:lnTo>
                    <a:pt x="940860" y="4827881"/>
                  </a:lnTo>
                  <a:lnTo>
                    <a:pt x="940986" y="4827881"/>
                  </a:lnTo>
                  <a:lnTo>
                    <a:pt x="941113" y="4827881"/>
                  </a:lnTo>
                  <a:lnTo>
                    <a:pt x="941239" y="4827881"/>
                  </a:lnTo>
                  <a:lnTo>
                    <a:pt x="941365" y="4827881"/>
                  </a:lnTo>
                  <a:lnTo>
                    <a:pt x="941491" y="4827881"/>
                  </a:lnTo>
                  <a:lnTo>
                    <a:pt x="941618" y="4827881"/>
                  </a:lnTo>
                  <a:lnTo>
                    <a:pt x="941744" y="4827881"/>
                  </a:lnTo>
                  <a:lnTo>
                    <a:pt x="941870" y="4827881"/>
                  </a:lnTo>
                  <a:lnTo>
                    <a:pt x="941996" y="4827881"/>
                  </a:lnTo>
                  <a:lnTo>
                    <a:pt x="942123" y="4827881"/>
                  </a:lnTo>
                  <a:lnTo>
                    <a:pt x="942249" y="4827881"/>
                  </a:lnTo>
                  <a:lnTo>
                    <a:pt x="942375" y="4827881"/>
                  </a:lnTo>
                  <a:lnTo>
                    <a:pt x="942501" y="4827881"/>
                  </a:lnTo>
                  <a:lnTo>
                    <a:pt x="942628" y="4827881"/>
                  </a:lnTo>
                  <a:lnTo>
                    <a:pt x="942628" y="4822970"/>
                  </a:lnTo>
                  <a:lnTo>
                    <a:pt x="942754" y="4822970"/>
                  </a:lnTo>
                  <a:lnTo>
                    <a:pt x="942880" y="4822970"/>
                  </a:lnTo>
                  <a:lnTo>
                    <a:pt x="943006" y="4822970"/>
                  </a:lnTo>
                  <a:lnTo>
                    <a:pt x="943133" y="4822970"/>
                  </a:lnTo>
                  <a:lnTo>
                    <a:pt x="943259" y="4822970"/>
                  </a:lnTo>
                  <a:lnTo>
                    <a:pt x="943385" y="4822970"/>
                  </a:lnTo>
                  <a:lnTo>
                    <a:pt x="943512" y="4822970"/>
                  </a:lnTo>
                  <a:lnTo>
                    <a:pt x="943638" y="4822970"/>
                  </a:lnTo>
                  <a:lnTo>
                    <a:pt x="943764" y="4822970"/>
                  </a:lnTo>
                  <a:lnTo>
                    <a:pt x="943890" y="4822970"/>
                  </a:lnTo>
                  <a:lnTo>
                    <a:pt x="944017" y="4822970"/>
                  </a:lnTo>
                  <a:lnTo>
                    <a:pt x="944143" y="4822970"/>
                  </a:lnTo>
                  <a:lnTo>
                    <a:pt x="944269" y="4822970"/>
                  </a:lnTo>
                  <a:lnTo>
                    <a:pt x="944395" y="4822970"/>
                  </a:lnTo>
                  <a:lnTo>
                    <a:pt x="944522" y="4822970"/>
                  </a:lnTo>
                  <a:lnTo>
                    <a:pt x="944648" y="4822970"/>
                  </a:lnTo>
                  <a:lnTo>
                    <a:pt x="944774" y="4822970"/>
                  </a:lnTo>
                  <a:lnTo>
                    <a:pt x="944900" y="4822970"/>
                  </a:lnTo>
                  <a:lnTo>
                    <a:pt x="945027" y="4822970"/>
                  </a:lnTo>
                  <a:lnTo>
                    <a:pt x="945153" y="4822970"/>
                  </a:lnTo>
                  <a:lnTo>
                    <a:pt x="945279" y="4822970"/>
                  </a:lnTo>
                  <a:lnTo>
                    <a:pt x="945405" y="4822970"/>
                  </a:lnTo>
                  <a:lnTo>
                    <a:pt x="945532" y="4822970"/>
                  </a:lnTo>
                  <a:lnTo>
                    <a:pt x="945658" y="4822970"/>
                  </a:lnTo>
                  <a:lnTo>
                    <a:pt x="945784" y="4822970"/>
                  </a:lnTo>
                  <a:lnTo>
                    <a:pt x="945910" y="4822970"/>
                  </a:lnTo>
                  <a:lnTo>
                    <a:pt x="946037" y="4822970"/>
                  </a:lnTo>
                  <a:lnTo>
                    <a:pt x="946163" y="4822970"/>
                  </a:lnTo>
                  <a:lnTo>
                    <a:pt x="946289" y="4822970"/>
                  </a:lnTo>
                  <a:lnTo>
                    <a:pt x="946415" y="4822970"/>
                  </a:lnTo>
                  <a:lnTo>
                    <a:pt x="946415" y="4818058"/>
                  </a:lnTo>
                  <a:lnTo>
                    <a:pt x="946542" y="4818058"/>
                  </a:lnTo>
                  <a:lnTo>
                    <a:pt x="946668" y="4818058"/>
                  </a:lnTo>
                  <a:lnTo>
                    <a:pt x="946794" y="4818058"/>
                  </a:lnTo>
                  <a:lnTo>
                    <a:pt x="946920" y="4818058"/>
                  </a:lnTo>
                  <a:lnTo>
                    <a:pt x="947047" y="4818058"/>
                  </a:lnTo>
                  <a:lnTo>
                    <a:pt x="947173" y="4818058"/>
                  </a:lnTo>
                  <a:lnTo>
                    <a:pt x="947299" y="4818058"/>
                  </a:lnTo>
                  <a:lnTo>
                    <a:pt x="947425" y="4818058"/>
                  </a:lnTo>
                  <a:lnTo>
                    <a:pt x="947552" y="4818058"/>
                  </a:lnTo>
                  <a:lnTo>
                    <a:pt x="947678" y="4818058"/>
                  </a:lnTo>
                  <a:lnTo>
                    <a:pt x="947804" y="4818058"/>
                  </a:lnTo>
                  <a:lnTo>
                    <a:pt x="947930" y="4818058"/>
                  </a:lnTo>
                  <a:lnTo>
                    <a:pt x="948057" y="4818058"/>
                  </a:lnTo>
                  <a:lnTo>
                    <a:pt x="948183" y="4818058"/>
                  </a:lnTo>
                  <a:lnTo>
                    <a:pt x="948309" y="4818058"/>
                  </a:lnTo>
                  <a:lnTo>
                    <a:pt x="948435" y="4818058"/>
                  </a:lnTo>
                  <a:lnTo>
                    <a:pt x="948562" y="4818058"/>
                  </a:lnTo>
                  <a:lnTo>
                    <a:pt x="948688" y="4818058"/>
                  </a:lnTo>
                  <a:lnTo>
                    <a:pt x="948814" y="4818058"/>
                  </a:lnTo>
                  <a:lnTo>
                    <a:pt x="948941" y="4818058"/>
                  </a:lnTo>
                  <a:lnTo>
                    <a:pt x="949067" y="4818058"/>
                  </a:lnTo>
                  <a:lnTo>
                    <a:pt x="949193" y="4818058"/>
                  </a:lnTo>
                  <a:lnTo>
                    <a:pt x="949319" y="4818058"/>
                  </a:lnTo>
                  <a:lnTo>
                    <a:pt x="949446" y="4818058"/>
                  </a:lnTo>
                  <a:lnTo>
                    <a:pt x="949572" y="4818058"/>
                  </a:lnTo>
                  <a:lnTo>
                    <a:pt x="949698" y="4818058"/>
                  </a:lnTo>
                  <a:lnTo>
                    <a:pt x="949824" y="4818058"/>
                  </a:lnTo>
                  <a:lnTo>
                    <a:pt x="949951" y="4818058"/>
                  </a:lnTo>
                  <a:lnTo>
                    <a:pt x="950077" y="4818058"/>
                  </a:lnTo>
                  <a:lnTo>
                    <a:pt x="950203" y="4818058"/>
                  </a:lnTo>
                  <a:lnTo>
                    <a:pt x="950329" y="4818058"/>
                  </a:lnTo>
                  <a:lnTo>
                    <a:pt x="950456" y="4818058"/>
                  </a:lnTo>
                  <a:lnTo>
                    <a:pt x="950582" y="4818058"/>
                  </a:lnTo>
                  <a:lnTo>
                    <a:pt x="950708" y="4818058"/>
                  </a:lnTo>
                  <a:lnTo>
                    <a:pt x="950834" y="4818058"/>
                  </a:lnTo>
                  <a:lnTo>
                    <a:pt x="950961" y="4818058"/>
                  </a:lnTo>
                  <a:lnTo>
                    <a:pt x="951087" y="4818058"/>
                  </a:lnTo>
                  <a:lnTo>
                    <a:pt x="951213" y="4818058"/>
                  </a:lnTo>
                  <a:lnTo>
                    <a:pt x="951339" y="4818058"/>
                  </a:lnTo>
                  <a:lnTo>
                    <a:pt x="951466" y="4818058"/>
                  </a:lnTo>
                  <a:lnTo>
                    <a:pt x="951592" y="4818058"/>
                  </a:lnTo>
                  <a:lnTo>
                    <a:pt x="951718" y="4818058"/>
                  </a:lnTo>
                  <a:lnTo>
                    <a:pt x="951844" y="4818058"/>
                  </a:lnTo>
                  <a:lnTo>
                    <a:pt x="951971" y="4818058"/>
                  </a:lnTo>
                  <a:lnTo>
                    <a:pt x="952097" y="4818058"/>
                  </a:lnTo>
                  <a:lnTo>
                    <a:pt x="952223" y="4818058"/>
                  </a:lnTo>
                  <a:lnTo>
                    <a:pt x="952349" y="4818058"/>
                  </a:lnTo>
                  <a:lnTo>
                    <a:pt x="952476" y="4818058"/>
                  </a:lnTo>
                  <a:lnTo>
                    <a:pt x="952602" y="4818058"/>
                  </a:lnTo>
                  <a:lnTo>
                    <a:pt x="952728" y="4818058"/>
                  </a:lnTo>
                  <a:lnTo>
                    <a:pt x="952854" y="4818058"/>
                  </a:lnTo>
                  <a:lnTo>
                    <a:pt x="952981" y="4818058"/>
                  </a:lnTo>
                  <a:lnTo>
                    <a:pt x="953107" y="4818058"/>
                  </a:lnTo>
                  <a:lnTo>
                    <a:pt x="953233" y="4818058"/>
                  </a:lnTo>
                  <a:lnTo>
                    <a:pt x="953359" y="4818058"/>
                  </a:lnTo>
                  <a:lnTo>
                    <a:pt x="953486" y="4818058"/>
                  </a:lnTo>
                  <a:lnTo>
                    <a:pt x="953612" y="4818058"/>
                  </a:lnTo>
                  <a:lnTo>
                    <a:pt x="953738" y="4818058"/>
                  </a:lnTo>
                  <a:lnTo>
                    <a:pt x="953865" y="4818058"/>
                  </a:lnTo>
                  <a:lnTo>
                    <a:pt x="953991" y="4818058"/>
                  </a:lnTo>
                  <a:lnTo>
                    <a:pt x="954117" y="4818058"/>
                  </a:lnTo>
                  <a:lnTo>
                    <a:pt x="954243" y="4818058"/>
                  </a:lnTo>
                  <a:lnTo>
                    <a:pt x="954370" y="4818058"/>
                  </a:lnTo>
                  <a:lnTo>
                    <a:pt x="954496" y="4818058"/>
                  </a:lnTo>
                  <a:lnTo>
                    <a:pt x="954622" y="4818058"/>
                  </a:lnTo>
                  <a:lnTo>
                    <a:pt x="954748" y="4818058"/>
                  </a:lnTo>
                  <a:lnTo>
                    <a:pt x="954875" y="4818058"/>
                  </a:lnTo>
                  <a:lnTo>
                    <a:pt x="955001" y="4818058"/>
                  </a:lnTo>
                  <a:lnTo>
                    <a:pt x="955127" y="4818058"/>
                  </a:lnTo>
                  <a:lnTo>
                    <a:pt x="955253" y="4818058"/>
                  </a:lnTo>
                  <a:lnTo>
                    <a:pt x="955380" y="4818058"/>
                  </a:lnTo>
                  <a:lnTo>
                    <a:pt x="955506" y="4818058"/>
                  </a:lnTo>
                  <a:lnTo>
                    <a:pt x="955632" y="4818058"/>
                  </a:lnTo>
                  <a:lnTo>
                    <a:pt x="955758" y="4818058"/>
                  </a:lnTo>
                  <a:lnTo>
                    <a:pt x="955885" y="4818058"/>
                  </a:lnTo>
                  <a:lnTo>
                    <a:pt x="956011" y="4818058"/>
                  </a:lnTo>
                  <a:lnTo>
                    <a:pt x="956137" y="4818058"/>
                  </a:lnTo>
                  <a:lnTo>
                    <a:pt x="956137" y="4813147"/>
                  </a:lnTo>
                  <a:lnTo>
                    <a:pt x="956263" y="4813147"/>
                  </a:lnTo>
                  <a:lnTo>
                    <a:pt x="956390" y="4813147"/>
                  </a:lnTo>
                  <a:lnTo>
                    <a:pt x="956516" y="4813147"/>
                  </a:lnTo>
                  <a:lnTo>
                    <a:pt x="956642" y="4813147"/>
                  </a:lnTo>
                  <a:lnTo>
                    <a:pt x="956768" y="4813147"/>
                  </a:lnTo>
                  <a:lnTo>
                    <a:pt x="956895" y="4813147"/>
                  </a:lnTo>
                  <a:lnTo>
                    <a:pt x="957021" y="4813147"/>
                  </a:lnTo>
                  <a:lnTo>
                    <a:pt x="957147" y="4813147"/>
                  </a:lnTo>
                  <a:lnTo>
                    <a:pt x="957273" y="4813147"/>
                  </a:lnTo>
                  <a:lnTo>
                    <a:pt x="957400" y="4813147"/>
                  </a:lnTo>
                  <a:lnTo>
                    <a:pt x="957526" y="4813147"/>
                  </a:lnTo>
                  <a:lnTo>
                    <a:pt x="957652" y="4813147"/>
                  </a:lnTo>
                  <a:lnTo>
                    <a:pt x="957778" y="4813147"/>
                  </a:lnTo>
                  <a:lnTo>
                    <a:pt x="957905" y="4813147"/>
                  </a:lnTo>
                  <a:lnTo>
                    <a:pt x="958031" y="4813147"/>
                  </a:lnTo>
                  <a:lnTo>
                    <a:pt x="958157" y="4813147"/>
                  </a:lnTo>
                  <a:lnTo>
                    <a:pt x="958157" y="4808236"/>
                  </a:lnTo>
                  <a:lnTo>
                    <a:pt x="958283" y="4808236"/>
                  </a:lnTo>
                  <a:lnTo>
                    <a:pt x="958410" y="4808236"/>
                  </a:lnTo>
                  <a:lnTo>
                    <a:pt x="958536" y="4808236"/>
                  </a:lnTo>
                  <a:lnTo>
                    <a:pt x="958662" y="4808236"/>
                  </a:lnTo>
                  <a:lnTo>
                    <a:pt x="958789" y="4808236"/>
                  </a:lnTo>
                  <a:lnTo>
                    <a:pt x="958915" y="4808236"/>
                  </a:lnTo>
                  <a:lnTo>
                    <a:pt x="959041" y="4808236"/>
                  </a:lnTo>
                  <a:lnTo>
                    <a:pt x="959167" y="4808236"/>
                  </a:lnTo>
                  <a:lnTo>
                    <a:pt x="959294" y="4808236"/>
                  </a:lnTo>
                  <a:lnTo>
                    <a:pt x="959420" y="4808236"/>
                  </a:lnTo>
                  <a:lnTo>
                    <a:pt x="959546" y="4808236"/>
                  </a:lnTo>
                  <a:lnTo>
                    <a:pt x="959672" y="4808236"/>
                  </a:lnTo>
                  <a:lnTo>
                    <a:pt x="959799" y="4808236"/>
                  </a:lnTo>
                  <a:lnTo>
                    <a:pt x="959925" y="4808236"/>
                  </a:lnTo>
                  <a:lnTo>
                    <a:pt x="960051" y="4808236"/>
                  </a:lnTo>
                  <a:lnTo>
                    <a:pt x="960177" y="4808236"/>
                  </a:lnTo>
                  <a:lnTo>
                    <a:pt x="960304" y="4808236"/>
                  </a:lnTo>
                  <a:lnTo>
                    <a:pt x="960430" y="4808236"/>
                  </a:lnTo>
                  <a:lnTo>
                    <a:pt x="960556" y="4808236"/>
                  </a:lnTo>
                  <a:lnTo>
                    <a:pt x="960682" y="4808236"/>
                  </a:lnTo>
                  <a:lnTo>
                    <a:pt x="960809" y="4808236"/>
                  </a:lnTo>
                  <a:lnTo>
                    <a:pt x="960935" y="4808236"/>
                  </a:lnTo>
                  <a:lnTo>
                    <a:pt x="961061" y="4808236"/>
                  </a:lnTo>
                  <a:lnTo>
                    <a:pt x="961187" y="4808236"/>
                  </a:lnTo>
                  <a:lnTo>
                    <a:pt x="961314" y="4808236"/>
                  </a:lnTo>
                  <a:lnTo>
                    <a:pt x="961440" y="4808236"/>
                  </a:lnTo>
                  <a:lnTo>
                    <a:pt x="961566" y="4808236"/>
                  </a:lnTo>
                  <a:lnTo>
                    <a:pt x="961692" y="4808236"/>
                  </a:lnTo>
                  <a:lnTo>
                    <a:pt x="961819" y="4808236"/>
                  </a:lnTo>
                  <a:lnTo>
                    <a:pt x="961945" y="4808236"/>
                  </a:lnTo>
                  <a:lnTo>
                    <a:pt x="962071" y="4808236"/>
                  </a:lnTo>
                  <a:lnTo>
                    <a:pt x="962197" y="4808236"/>
                  </a:lnTo>
                  <a:lnTo>
                    <a:pt x="962324" y="4808236"/>
                  </a:lnTo>
                  <a:lnTo>
                    <a:pt x="962450" y="4808236"/>
                  </a:lnTo>
                  <a:lnTo>
                    <a:pt x="962576" y="4808236"/>
                  </a:lnTo>
                  <a:lnTo>
                    <a:pt x="962702" y="4808236"/>
                  </a:lnTo>
                  <a:lnTo>
                    <a:pt x="962829" y="4808236"/>
                  </a:lnTo>
                  <a:lnTo>
                    <a:pt x="962829" y="4803324"/>
                  </a:lnTo>
                  <a:lnTo>
                    <a:pt x="962955" y="4803324"/>
                  </a:lnTo>
                  <a:lnTo>
                    <a:pt x="963081" y="4803324"/>
                  </a:lnTo>
                  <a:lnTo>
                    <a:pt x="963207" y="4803324"/>
                  </a:lnTo>
                  <a:lnTo>
                    <a:pt x="963334" y="4803324"/>
                  </a:lnTo>
                  <a:lnTo>
                    <a:pt x="963460" y="4803324"/>
                  </a:lnTo>
                  <a:lnTo>
                    <a:pt x="963586" y="4803324"/>
                  </a:lnTo>
                  <a:lnTo>
                    <a:pt x="963712" y="4803324"/>
                  </a:lnTo>
                  <a:lnTo>
                    <a:pt x="963839" y="4803324"/>
                  </a:lnTo>
                  <a:lnTo>
                    <a:pt x="963965" y="4803324"/>
                  </a:lnTo>
                  <a:lnTo>
                    <a:pt x="964091" y="4803324"/>
                  </a:lnTo>
                  <a:lnTo>
                    <a:pt x="964218" y="4803324"/>
                  </a:lnTo>
                  <a:lnTo>
                    <a:pt x="964344" y="4803324"/>
                  </a:lnTo>
                  <a:lnTo>
                    <a:pt x="964470" y="4803324"/>
                  </a:lnTo>
                  <a:lnTo>
                    <a:pt x="964596" y="4803324"/>
                  </a:lnTo>
                  <a:lnTo>
                    <a:pt x="964723" y="4803324"/>
                  </a:lnTo>
                  <a:lnTo>
                    <a:pt x="964849" y="4803324"/>
                  </a:lnTo>
                  <a:lnTo>
                    <a:pt x="964975" y="4803324"/>
                  </a:lnTo>
                  <a:lnTo>
                    <a:pt x="965101" y="4803324"/>
                  </a:lnTo>
                  <a:lnTo>
                    <a:pt x="965228" y="4803324"/>
                  </a:lnTo>
                  <a:lnTo>
                    <a:pt x="965354" y="4803324"/>
                  </a:lnTo>
                  <a:lnTo>
                    <a:pt x="965480" y="4803324"/>
                  </a:lnTo>
                  <a:lnTo>
                    <a:pt x="965606" y="4803324"/>
                  </a:lnTo>
                  <a:lnTo>
                    <a:pt x="965733" y="4803324"/>
                  </a:lnTo>
                  <a:lnTo>
                    <a:pt x="965859" y="4803324"/>
                  </a:lnTo>
                  <a:lnTo>
                    <a:pt x="965985" y="4803324"/>
                  </a:lnTo>
                  <a:lnTo>
                    <a:pt x="966111" y="4803324"/>
                  </a:lnTo>
                  <a:lnTo>
                    <a:pt x="966238" y="4803324"/>
                  </a:lnTo>
                  <a:lnTo>
                    <a:pt x="966238" y="4798413"/>
                  </a:lnTo>
                  <a:lnTo>
                    <a:pt x="966364" y="4798413"/>
                  </a:lnTo>
                  <a:lnTo>
                    <a:pt x="966490" y="4798413"/>
                  </a:lnTo>
                  <a:lnTo>
                    <a:pt x="966616" y="4798413"/>
                  </a:lnTo>
                  <a:lnTo>
                    <a:pt x="966743" y="4798413"/>
                  </a:lnTo>
                  <a:lnTo>
                    <a:pt x="966869" y="4798413"/>
                  </a:lnTo>
                  <a:lnTo>
                    <a:pt x="966995" y="4798413"/>
                  </a:lnTo>
                  <a:lnTo>
                    <a:pt x="967121" y="4798413"/>
                  </a:lnTo>
                  <a:lnTo>
                    <a:pt x="967248" y="4798413"/>
                  </a:lnTo>
                  <a:lnTo>
                    <a:pt x="967374" y="4798413"/>
                  </a:lnTo>
                  <a:lnTo>
                    <a:pt x="967500" y="4798413"/>
                  </a:lnTo>
                  <a:lnTo>
                    <a:pt x="967626" y="4798413"/>
                  </a:lnTo>
                  <a:lnTo>
                    <a:pt x="967753" y="4798413"/>
                  </a:lnTo>
                  <a:lnTo>
                    <a:pt x="967879" y="4798413"/>
                  </a:lnTo>
                  <a:lnTo>
                    <a:pt x="968005" y="4798413"/>
                  </a:lnTo>
                  <a:lnTo>
                    <a:pt x="968131" y="4798413"/>
                  </a:lnTo>
                  <a:lnTo>
                    <a:pt x="968258" y="4798413"/>
                  </a:lnTo>
                  <a:lnTo>
                    <a:pt x="968384" y="4798413"/>
                  </a:lnTo>
                  <a:lnTo>
                    <a:pt x="968384" y="4793501"/>
                  </a:lnTo>
                  <a:lnTo>
                    <a:pt x="968510" y="4793501"/>
                  </a:lnTo>
                  <a:lnTo>
                    <a:pt x="968636" y="4793501"/>
                  </a:lnTo>
                  <a:lnTo>
                    <a:pt x="968763" y="4793501"/>
                  </a:lnTo>
                  <a:lnTo>
                    <a:pt x="968889" y="4793501"/>
                  </a:lnTo>
                  <a:lnTo>
                    <a:pt x="969015" y="4793501"/>
                  </a:lnTo>
                  <a:lnTo>
                    <a:pt x="969142" y="4793501"/>
                  </a:lnTo>
                  <a:lnTo>
                    <a:pt x="969268" y="4793501"/>
                  </a:lnTo>
                  <a:lnTo>
                    <a:pt x="969394" y="4793501"/>
                  </a:lnTo>
                  <a:lnTo>
                    <a:pt x="969520" y="4793501"/>
                  </a:lnTo>
                  <a:lnTo>
                    <a:pt x="969647" y="4793501"/>
                  </a:lnTo>
                  <a:lnTo>
                    <a:pt x="969773" y="4793501"/>
                  </a:lnTo>
                  <a:lnTo>
                    <a:pt x="969899" y="4793501"/>
                  </a:lnTo>
                  <a:lnTo>
                    <a:pt x="970025" y="4793501"/>
                  </a:lnTo>
                  <a:lnTo>
                    <a:pt x="970152" y="4793501"/>
                  </a:lnTo>
                  <a:lnTo>
                    <a:pt x="970278" y="4793501"/>
                  </a:lnTo>
                  <a:lnTo>
                    <a:pt x="970404" y="4793501"/>
                  </a:lnTo>
                  <a:lnTo>
                    <a:pt x="970530" y="4793501"/>
                  </a:lnTo>
                  <a:lnTo>
                    <a:pt x="970657" y="4793501"/>
                  </a:lnTo>
                  <a:lnTo>
                    <a:pt x="970783" y="4793501"/>
                  </a:lnTo>
                  <a:lnTo>
                    <a:pt x="970909" y="4793501"/>
                  </a:lnTo>
                  <a:lnTo>
                    <a:pt x="971035" y="4793501"/>
                  </a:lnTo>
                  <a:lnTo>
                    <a:pt x="971162" y="4793501"/>
                  </a:lnTo>
                  <a:lnTo>
                    <a:pt x="971288" y="4793501"/>
                  </a:lnTo>
                  <a:lnTo>
                    <a:pt x="971414" y="4793501"/>
                  </a:lnTo>
                  <a:lnTo>
                    <a:pt x="971540" y="4793501"/>
                  </a:lnTo>
                  <a:lnTo>
                    <a:pt x="971667" y="4793501"/>
                  </a:lnTo>
                  <a:lnTo>
                    <a:pt x="971793" y="4793501"/>
                  </a:lnTo>
                  <a:lnTo>
                    <a:pt x="971919" y="4793501"/>
                  </a:lnTo>
                  <a:lnTo>
                    <a:pt x="972045" y="4793501"/>
                  </a:lnTo>
                  <a:lnTo>
                    <a:pt x="972172" y="4793501"/>
                  </a:lnTo>
                  <a:lnTo>
                    <a:pt x="972298" y="4793501"/>
                  </a:lnTo>
                  <a:lnTo>
                    <a:pt x="972424" y="4793501"/>
                  </a:lnTo>
                  <a:lnTo>
                    <a:pt x="972550" y="4793501"/>
                  </a:lnTo>
                  <a:lnTo>
                    <a:pt x="972677" y="4793501"/>
                  </a:lnTo>
                  <a:lnTo>
                    <a:pt x="972803" y="4793501"/>
                  </a:lnTo>
                  <a:lnTo>
                    <a:pt x="972929" y="4793501"/>
                  </a:lnTo>
                  <a:lnTo>
                    <a:pt x="973055" y="4793501"/>
                  </a:lnTo>
                  <a:lnTo>
                    <a:pt x="973182" y="4793501"/>
                  </a:lnTo>
                  <a:lnTo>
                    <a:pt x="973308" y="4793501"/>
                  </a:lnTo>
                  <a:lnTo>
                    <a:pt x="973434" y="4793501"/>
                  </a:lnTo>
                  <a:lnTo>
                    <a:pt x="973560" y="4793501"/>
                  </a:lnTo>
                  <a:lnTo>
                    <a:pt x="973687" y="4793501"/>
                  </a:lnTo>
                  <a:lnTo>
                    <a:pt x="973813" y="4793501"/>
                  </a:lnTo>
                  <a:lnTo>
                    <a:pt x="973939" y="4793501"/>
                  </a:lnTo>
                  <a:lnTo>
                    <a:pt x="974065" y="4793501"/>
                  </a:lnTo>
                  <a:lnTo>
                    <a:pt x="974192" y="4793501"/>
                  </a:lnTo>
                  <a:lnTo>
                    <a:pt x="974318" y="4793501"/>
                  </a:lnTo>
                  <a:lnTo>
                    <a:pt x="974444" y="4793501"/>
                  </a:lnTo>
                  <a:lnTo>
                    <a:pt x="974571" y="4793501"/>
                  </a:lnTo>
                  <a:lnTo>
                    <a:pt x="974697" y="4793501"/>
                  </a:lnTo>
                  <a:lnTo>
                    <a:pt x="974823" y="4793501"/>
                  </a:lnTo>
                  <a:lnTo>
                    <a:pt x="974949" y="4793501"/>
                  </a:lnTo>
                  <a:lnTo>
                    <a:pt x="975076" y="4793501"/>
                  </a:lnTo>
                  <a:lnTo>
                    <a:pt x="975202" y="4793501"/>
                  </a:lnTo>
                  <a:lnTo>
                    <a:pt x="975328" y="4793501"/>
                  </a:lnTo>
                  <a:lnTo>
                    <a:pt x="975454" y="4793501"/>
                  </a:lnTo>
                  <a:lnTo>
                    <a:pt x="975581" y="4793501"/>
                  </a:lnTo>
                  <a:lnTo>
                    <a:pt x="975707" y="4793501"/>
                  </a:lnTo>
                  <a:lnTo>
                    <a:pt x="975833" y="4793501"/>
                  </a:lnTo>
                  <a:lnTo>
                    <a:pt x="975959" y="4793501"/>
                  </a:lnTo>
                  <a:lnTo>
                    <a:pt x="976086" y="4793501"/>
                  </a:lnTo>
                  <a:lnTo>
                    <a:pt x="976212" y="4793501"/>
                  </a:lnTo>
                  <a:lnTo>
                    <a:pt x="976338" y="4793501"/>
                  </a:lnTo>
                  <a:lnTo>
                    <a:pt x="976464" y="4793501"/>
                  </a:lnTo>
                  <a:lnTo>
                    <a:pt x="976591" y="4793501"/>
                  </a:lnTo>
                  <a:lnTo>
                    <a:pt x="976717" y="4793501"/>
                  </a:lnTo>
                  <a:lnTo>
                    <a:pt x="976717" y="4788590"/>
                  </a:lnTo>
                  <a:lnTo>
                    <a:pt x="976843" y="4788590"/>
                  </a:lnTo>
                  <a:lnTo>
                    <a:pt x="976969" y="4788590"/>
                  </a:lnTo>
                  <a:lnTo>
                    <a:pt x="977096" y="4788590"/>
                  </a:lnTo>
                  <a:lnTo>
                    <a:pt x="977222" y="4788590"/>
                  </a:lnTo>
                  <a:lnTo>
                    <a:pt x="977348" y="4788590"/>
                  </a:lnTo>
                  <a:lnTo>
                    <a:pt x="977474" y="4788590"/>
                  </a:lnTo>
                  <a:lnTo>
                    <a:pt x="977601" y="4788590"/>
                  </a:lnTo>
                  <a:lnTo>
                    <a:pt x="977727" y="4788590"/>
                  </a:lnTo>
                  <a:lnTo>
                    <a:pt x="977853" y="4788590"/>
                  </a:lnTo>
                  <a:lnTo>
                    <a:pt x="977979" y="4788590"/>
                  </a:lnTo>
                  <a:lnTo>
                    <a:pt x="978106" y="4788590"/>
                  </a:lnTo>
                  <a:lnTo>
                    <a:pt x="978232" y="4788590"/>
                  </a:lnTo>
                  <a:lnTo>
                    <a:pt x="978358" y="4788590"/>
                  </a:lnTo>
                  <a:lnTo>
                    <a:pt x="978484" y="4788590"/>
                  </a:lnTo>
                  <a:lnTo>
                    <a:pt x="978611" y="4788590"/>
                  </a:lnTo>
                  <a:lnTo>
                    <a:pt x="978737" y="4788590"/>
                  </a:lnTo>
                  <a:lnTo>
                    <a:pt x="978863" y="4788590"/>
                  </a:lnTo>
                  <a:lnTo>
                    <a:pt x="978989" y="4788590"/>
                  </a:lnTo>
                  <a:lnTo>
                    <a:pt x="979116" y="4788590"/>
                  </a:lnTo>
                  <a:lnTo>
                    <a:pt x="979242" y="4788590"/>
                  </a:lnTo>
                  <a:lnTo>
                    <a:pt x="979368" y="4788590"/>
                  </a:lnTo>
                  <a:lnTo>
                    <a:pt x="979495" y="4788590"/>
                  </a:lnTo>
                  <a:lnTo>
                    <a:pt x="979621" y="4788590"/>
                  </a:lnTo>
                  <a:lnTo>
                    <a:pt x="979747" y="4788590"/>
                  </a:lnTo>
                  <a:lnTo>
                    <a:pt x="979873" y="4788590"/>
                  </a:lnTo>
                  <a:lnTo>
                    <a:pt x="980000" y="4788590"/>
                  </a:lnTo>
                  <a:lnTo>
                    <a:pt x="980126" y="4788590"/>
                  </a:lnTo>
                  <a:lnTo>
                    <a:pt x="980252" y="4788590"/>
                  </a:lnTo>
                  <a:lnTo>
                    <a:pt x="980378" y="4788590"/>
                  </a:lnTo>
                  <a:lnTo>
                    <a:pt x="980505" y="4788590"/>
                  </a:lnTo>
                  <a:lnTo>
                    <a:pt x="980631" y="4788590"/>
                  </a:lnTo>
                  <a:lnTo>
                    <a:pt x="980757" y="4788590"/>
                  </a:lnTo>
                  <a:lnTo>
                    <a:pt x="980883" y="4788590"/>
                  </a:lnTo>
                  <a:lnTo>
                    <a:pt x="981010" y="4788590"/>
                  </a:lnTo>
                  <a:lnTo>
                    <a:pt x="981136" y="4788590"/>
                  </a:lnTo>
                  <a:lnTo>
                    <a:pt x="981262" y="4788590"/>
                  </a:lnTo>
                  <a:lnTo>
                    <a:pt x="981388" y="4788590"/>
                  </a:lnTo>
                  <a:lnTo>
                    <a:pt x="981515" y="4788590"/>
                  </a:lnTo>
                  <a:lnTo>
                    <a:pt x="981515" y="4783679"/>
                  </a:lnTo>
                  <a:lnTo>
                    <a:pt x="981641" y="4783679"/>
                  </a:lnTo>
                  <a:lnTo>
                    <a:pt x="981767" y="4783679"/>
                  </a:lnTo>
                  <a:lnTo>
                    <a:pt x="981893" y="4783679"/>
                  </a:lnTo>
                  <a:lnTo>
                    <a:pt x="982020" y="4783679"/>
                  </a:lnTo>
                  <a:lnTo>
                    <a:pt x="982146" y="4783679"/>
                  </a:lnTo>
                  <a:lnTo>
                    <a:pt x="982272" y="4783679"/>
                  </a:lnTo>
                  <a:lnTo>
                    <a:pt x="982398" y="4783679"/>
                  </a:lnTo>
                  <a:lnTo>
                    <a:pt x="982525" y="4783679"/>
                  </a:lnTo>
                  <a:lnTo>
                    <a:pt x="982651" y="4783679"/>
                  </a:lnTo>
                  <a:lnTo>
                    <a:pt x="982777" y="4783679"/>
                  </a:lnTo>
                  <a:lnTo>
                    <a:pt x="982903" y="4783679"/>
                  </a:lnTo>
                  <a:lnTo>
                    <a:pt x="983030" y="4783679"/>
                  </a:lnTo>
                  <a:lnTo>
                    <a:pt x="983156" y="4783679"/>
                  </a:lnTo>
                  <a:lnTo>
                    <a:pt x="983282" y="4783679"/>
                  </a:lnTo>
                  <a:lnTo>
                    <a:pt x="983408" y="4783679"/>
                  </a:lnTo>
                  <a:lnTo>
                    <a:pt x="983535" y="4783679"/>
                  </a:lnTo>
                  <a:lnTo>
                    <a:pt x="983661" y="4783679"/>
                  </a:lnTo>
                  <a:lnTo>
                    <a:pt x="983787" y="4783679"/>
                  </a:lnTo>
                  <a:lnTo>
                    <a:pt x="983913" y="4783679"/>
                  </a:lnTo>
                  <a:lnTo>
                    <a:pt x="984040" y="4783679"/>
                  </a:lnTo>
                  <a:lnTo>
                    <a:pt x="984166" y="4783679"/>
                  </a:lnTo>
                  <a:lnTo>
                    <a:pt x="984292" y="4783679"/>
                  </a:lnTo>
                  <a:lnTo>
                    <a:pt x="984418" y="4783679"/>
                  </a:lnTo>
                  <a:lnTo>
                    <a:pt x="984545" y="4783679"/>
                  </a:lnTo>
                  <a:lnTo>
                    <a:pt x="984671" y="4783679"/>
                  </a:lnTo>
                  <a:lnTo>
                    <a:pt x="984797" y="4783679"/>
                  </a:lnTo>
                  <a:lnTo>
                    <a:pt x="984924" y="4783679"/>
                  </a:lnTo>
                  <a:lnTo>
                    <a:pt x="985050" y="4783679"/>
                  </a:lnTo>
                  <a:lnTo>
                    <a:pt x="985176" y="4783679"/>
                  </a:lnTo>
                  <a:lnTo>
                    <a:pt x="985302" y="4783679"/>
                  </a:lnTo>
                  <a:lnTo>
                    <a:pt x="985429" y="4783679"/>
                  </a:lnTo>
                  <a:lnTo>
                    <a:pt x="985555" y="4783679"/>
                  </a:lnTo>
                  <a:lnTo>
                    <a:pt x="985681" y="4783679"/>
                  </a:lnTo>
                  <a:lnTo>
                    <a:pt x="985807" y="4783679"/>
                  </a:lnTo>
                  <a:lnTo>
                    <a:pt x="985934" y="4783679"/>
                  </a:lnTo>
                  <a:lnTo>
                    <a:pt x="986060" y="4783679"/>
                  </a:lnTo>
                  <a:lnTo>
                    <a:pt x="986186" y="4783679"/>
                  </a:lnTo>
                  <a:lnTo>
                    <a:pt x="986312" y="4783679"/>
                  </a:lnTo>
                  <a:lnTo>
                    <a:pt x="986439" y="4783679"/>
                  </a:lnTo>
                  <a:lnTo>
                    <a:pt x="986565" y="4783679"/>
                  </a:lnTo>
                  <a:lnTo>
                    <a:pt x="986691" y="4783679"/>
                  </a:lnTo>
                  <a:lnTo>
                    <a:pt x="986817" y="4783679"/>
                  </a:lnTo>
                  <a:lnTo>
                    <a:pt x="986944" y="4783679"/>
                  </a:lnTo>
                  <a:lnTo>
                    <a:pt x="987070" y="4783679"/>
                  </a:lnTo>
                  <a:lnTo>
                    <a:pt x="987196" y="4783679"/>
                  </a:lnTo>
                  <a:lnTo>
                    <a:pt x="987322" y="4783679"/>
                  </a:lnTo>
                  <a:lnTo>
                    <a:pt x="987449" y="4783679"/>
                  </a:lnTo>
                  <a:lnTo>
                    <a:pt x="987575" y="4783679"/>
                  </a:lnTo>
                  <a:lnTo>
                    <a:pt x="987701" y="4783679"/>
                  </a:lnTo>
                  <a:lnTo>
                    <a:pt x="987827" y="4783679"/>
                  </a:lnTo>
                  <a:lnTo>
                    <a:pt x="987954" y="4783679"/>
                  </a:lnTo>
                  <a:lnTo>
                    <a:pt x="987954" y="4778767"/>
                  </a:lnTo>
                  <a:lnTo>
                    <a:pt x="988080" y="4778767"/>
                  </a:lnTo>
                  <a:lnTo>
                    <a:pt x="988206" y="4778767"/>
                  </a:lnTo>
                  <a:lnTo>
                    <a:pt x="988332" y="4778767"/>
                  </a:lnTo>
                  <a:lnTo>
                    <a:pt x="988332" y="4773856"/>
                  </a:lnTo>
                  <a:lnTo>
                    <a:pt x="988459" y="4773856"/>
                  </a:lnTo>
                  <a:lnTo>
                    <a:pt x="988585" y="4773856"/>
                  </a:lnTo>
                  <a:lnTo>
                    <a:pt x="988711" y="4773856"/>
                  </a:lnTo>
                  <a:lnTo>
                    <a:pt x="988837" y="4773856"/>
                  </a:lnTo>
                  <a:lnTo>
                    <a:pt x="988964" y="4773856"/>
                  </a:lnTo>
                  <a:lnTo>
                    <a:pt x="989090" y="4773856"/>
                  </a:lnTo>
                  <a:lnTo>
                    <a:pt x="989216" y="4773856"/>
                  </a:lnTo>
                  <a:lnTo>
                    <a:pt x="989342" y="4773856"/>
                  </a:lnTo>
                  <a:lnTo>
                    <a:pt x="989469" y="4773856"/>
                  </a:lnTo>
                  <a:lnTo>
                    <a:pt x="989595" y="4773856"/>
                  </a:lnTo>
                  <a:lnTo>
                    <a:pt x="989721" y="4773856"/>
                  </a:lnTo>
                  <a:lnTo>
                    <a:pt x="989848" y="4773856"/>
                  </a:lnTo>
                  <a:lnTo>
                    <a:pt x="989974" y="4773856"/>
                  </a:lnTo>
                  <a:lnTo>
                    <a:pt x="990100" y="4773856"/>
                  </a:lnTo>
                  <a:lnTo>
                    <a:pt x="990226" y="4773856"/>
                  </a:lnTo>
                  <a:lnTo>
                    <a:pt x="990353" y="4773856"/>
                  </a:lnTo>
                  <a:lnTo>
                    <a:pt x="990479" y="4773856"/>
                  </a:lnTo>
                  <a:lnTo>
                    <a:pt x="990605" y="4773856"/>
                  </a:lnTo>
                  <a:lnTo>
                    <a:pt x="990731" y="4773856"/>
                  </a:lnTo>
                  <a:lnTo>
                    <a:pt x="990858" y="4773856"/>
                  </a:lnTo>
                  <a:lnTo>
                    <a:pt x="990984" y="4773856"/>
                  </a:lnTo>
                  <a:lnTo>
                    <a:pt x="991110" y="4773856"/>
                  </a:lnTo>
                  <a:lnTo>
                    <a:pt x="991236" y="4773856"/>
                  </a:lnTo>
                  <a:lnTo>
                    <a:pt x="991363" y="4773856"/>
                  </a:lnTo>
                  <a:lnTo>
                    <a:pt x="991489" y="4773856"/>
                  </a:lnTo>
                  <a:lnTo>
                    <a:pt x="991615" y="4773856"/>
                  </a:lnTo>
                  <a:lnTo>
                    <a:pt x="991741" y="4773856"/>
                  </a:lnTo>
                  <a:lnTo>
                    <a:pt x="991868" y="4773856"/>
                  </a:lnTo>
                  <a:lnTo>
                    <a:pt x="991994" y="4773856"/>
                  </a:lnTo>
                  <a:lnTo>
                    <a:pt x="992120" y="4773856"/>
                  </a:lnTo>
                  <a:lnTo>
                    <a:pt x="992246" y="4773856"/>
                  </a:lnTo>
                  <a:lnTo>
                    <a:pt x="992373" y="4773856"/>
                  </a:lnTo>
                  <a:lnTo>
                    <a:pt x="992499" y="4773856"/>
                  </a:lnTo>
                  <a:lnTo>
                    <a:pt x="992625" y="4773856"/>
                  </a:lnTo>
                  <a:lnTo>
                    <a:pt x="992751" y="4773856"/>
                  </a:lnTo>
                  <a:lnTo>
                    <a:pt x="992878" y="4773856"/>
                  </a:lnTo>
                  <a:lnTo>
                    <a:pt x="993004" y="4773856"/>
                  </a:lnTo>
                  <a:lnTo>
                    <a:pt x="993130" y="4773856"/>
                  </a:lnTo>
                  <a:lnTo>
                    <a:pt x="993256" y="4773856"/>
                  </a:lnTo>
                  <a:lnTo>
                    <a:pt x="993383" y="4773856"/>
                  </a:lnTo>
                  <a:lnTo>
                    <a:pt x="993509" y="4773856"/>
                  </a:lnTo>
                  <a:lnTo>
                    <a:pt x="993635" y="4773856"/>
                  </a:lnTo>
                  <a:lnTo>
                    <a:pt x="993761" y="4773856"/>
                  </a:lnTo>
                  <a:lnTo>
                    <a:pt x="993888" y="4773856"/>
                  </a:lnTo>
                  <a:lnTo>
                    <a:pt x="994014" y="4773856"/>
                  </a:lnTo>
                  <a:lnTo>
                    <a:pt x="994140" y="4773856"/>
                  </a:lnTo>
                  <a:lnTo>
                    <a:pt x="994266" y="4773856"/>
                  </a:lnTo>
                  <a:lnTo>
                    <a:pt x="994393" y="4773856"/>
                  </a:lnTo>
                  <a:lnTo>
                    <a:pt x="994519" y="4773856"/>
                  </a:lnTo>
                  <a:lnTo>
                    <a:pt x="994645" y="4773856"/>
                  </a:lnTo>
                  <a:lnTo>
                    <a:pt x="994771" y="4773856"/>
                  </a:lnTo>
                  <a:lnTo>
                    <a:pt x="994898" y="4773856"/>
                  </a:lnTo>
                  <a:lnTo>
                    <a:pt x="995024" y="4773856"/>
                  </a:lnTo>
                  <a:lnTo>
                    <a:pt x="995150" y="4773856"/>
                  </a:lnTo>
                  <a:lnTo>
                    <a:pt x="995277" y="4773856"/>
                  </a:lnTo>
                  <a:lnTo>
                    <a:pt x="995403" y="4773856"/>
                  </a:lnTo>
                  <a:lnTo>
                    <a:pt x="995529" y="4773856"/>
                  </a:lnTo>
                  <a:lnTo>
                    <a:pt x="995655" y="4773856"/>
                  </a:lnTo>
                  <a:lnTo>
                    <a:pt x="995782" y="4773856"/>
                  </a:lnTo>
                  <a:lnTo>
                    <a:pt x="995908" y="4773856"/>
                  </a:lnTo>
                  <a:lnTo>
                    <a:pt x="996034" y="4773856"/>
                  </a:lnTo>
                  <a:lnTo>
                    <a:pt x="996160" y="4773856"/>
                  </a:lnTo>
                  <a:lnTo>
                    <a:pt x="996287" y="4773856"/>
                  </a:lnTo>
                  <a:lnTo>
                    <a:pt x="996413" y="4773856"/>
                  </a:lnTo>
                  <a:lnTo>
                    <a:pt x="996539" y="4773856"/>
                  </a:lnTo>
                  <a:lnTo>
                    <a:pt x="996665" y="4773856"/>
                  </a:lnTo>
                  <a:lnTo>
                    <a:pt x="996792" y="4773856"/>
                  </a:lnTo>
                  <a:lnTo>
                    <a:pt x="996918" y="4773856"/>
                  </a:lnTo>
                  <a:lnTo>
                    <a:pt x="997044" y="4773856"/>
                  </a:lnTo>
                  <a:lnTo>
                    <a:pt x="997170" y="4773856"/>
                  </a:lnTo>
                  <a:lnTo>
                    <a:pt x="997297" y="4773856"/>
                  </a:lnTo>
                  <a:lnTo>
                    <a:pt x="997423" y="4773856"/>
                  </a:lnTo>
                  <a:lnTo>
                    <a:pt x="997423" y="4768945"/>
                  </a:lnTo>
                  <a:lnTo>
                    <a:pt x="997549" y="4768945"/>
                  </a:lnTo>
                  <a:lnTo>
                    <a:pt x="997675" y="4768945"/>
                  </a:lnTo>
                  <a:lnTo>
                    <a:pt x="997802" y="4768945"/>
                  </a:lnTo>
                  <a:lnTo>
                    <a:pt x="997928" y="4768945"/>
                  </a:lnTo>
                  <a:lnTo>
                    <a:pt x="998054" y="4768945"/>
                  </a:lnTo>
                  <a:lnTo>
                    <a:pt x="998180" y="4768945"/>
                  </a:lnTo>
                  <a:lnTo>
                    <a:pt x="998307" y="4768945"/>
                  </a:lnTo>
                  <a:lnTo>
                    <a:pt x="998433" y="4768945"/>
                  </a:lnTo>
                  <a:lnTo>
                    <a:pt x="998559" y="4768945"/>
                  </a:lnTo>
                  <a:lnTo>
                    <a:pt x="998685" y="4768945"/>
                  </a:lnTo>
                  <a:lnTo>
                    <a:pt x="998812" y="4768945"/>
                  </a:lnTo>
                  <a:lnTo>
                    <a:pt x="998938" y="4768945"/>
                  </a:lnTo>
                  <a:lnTo>
                    <a:pt x="999064" y="4768945"/>
                  </a:lnTo>
                  <a:lnTo>
                    <a:pt x="999190" y="4768945"/>
                  </a:lnTo>
                  <a:lnTo>
                    <a:pt x="999317" y="4768945"/>
                  </a:lnTo>
                  <a:lnTo>
                    <a:pt x="999443" y="4768945"/>
                  </a:lnTo>
                  <a:lnTo>
                    <a:pt x="999569" y="4768945"/>
                  </a:lnTo>
                  <a:lnTo>
                    <a:pt x="999695" y="4768945"/>
                  </a:lnTo>
                  <a:lnTo>
                    <a:pt x="999822" y="4768945"/>
                  </a:lnTo>
                  <a:lnTo>
                    <a:pt x="999948" y="4768945"/>
                  </a:lnTo>
                  <a:lnTo>
                    <a:pt x="1000074" y="4768945"/>
                  </a:lnTo>
                  <a:lnTo>
                    <a:pt x="1000201" y="4768945"/>
                  </a:lnTo>
                  <a:lnTo>
                    <a:pt x="1000327" y="4768945"/>
                  </a:lnTo>
                  <a:lnTo>
                    <a:pt x="1000453" y="4768945"/>
                  </a:lnTo>
                  <a:lnTo>
                    <a:pt x="1000579" y="4768945"/>
                  </a:lnTo>
                  <a:lnTo>
                    <a:pt x="1000706" y="4768945"/>
                  </a:lnTo>
                  <a:lnTo>
                    <a:pt x="1000832" y="4768945"/>
                  </a:lnTo>
                  <a:lnTo>
                    <a:pt x="1000958" y="4768945"/>
                  </a:lnTo>
                  <a:lnTo>
                    <a:pt x="1001084" y="4768945"/>
                  </a:lnTo>
                  <a:lnTo>
                    <a:pt x="1001211" y="4768945"/>
                  </a:lnTo>
                  <a:lnTo>
                    <a:pt x="1001337" y="4768945"/>
                  </a:lnTo>
                  <a:lnTo>
                    <a:pt x="1001463" y="4768945"/>
                  </a:lnTo>
                  <a:lnTo>
                    <a:pt x="1001589" y="4768945"/>
                  </a:lnTo>
                  <a:lnTo>
                    <a:pt x="1001589" y="4764033"/>
                  </a:lnTo>
                  <a:lnTo>
                    <a:pt x="1001716" y="4764033"/>
                  </a:lnTo>
                  <a:lnTo>
                    <a:pt x="1001842" y="4764033"/>
                  </a:lnTo>
                  <a:lnTo>
                    <a:pt x="1001968" y="4764033"/>
                  </a:lnTo>
                  <a:lnTo>
                    <a:pt x="1002094" y="4764033"/>
                  </a:lnTo>
                  <a:lnTo>
                    <a:pt x="1002221" y="4764033"/>
                  </a:lnTo>
                  <a:lnTo>
                    <a:pt x="1002347" y="4764033"/>
                  </a:lnTo>
                  <a:lnTo>
                    <a:pt x="1002473" y="4764033"/>
                  </a:lnTo>
                  <a:lnTo>
                    <a:pt x="1002599" y="4764033"/>
                  </a:lnTo>
                  <a:lnTo>
                    <a:pt x="1002726" y="4764033"/>
                  </a:lnTo>
                  <a:lnTo>
                    <a:pt x="1002852" y="4764033"/>
                  </a:lnTo>
                  <a:lnTo>
                    <a:pt x="1002978" y="4764033"/>
                  </a:lnTo>
                  <a:lnTo>
                    <a:pt x="1003104" y="4764033"/>
                  </a:lnTo>
                  <a:lnTo>
                    <a:pt x="1003231" y="4764033"/>
                  </a:lnTo>
                  <a:lnTo>
                    <a:pt x="1003357" y="4764033"/>
                  </a:lnTo>
                  <a:lnTo>
                    <a:pt x="1003357" y="4759122"/>
                  </a:lnTo>
                  <a:lnTo>
                    <a:pt x="1003483" y="4759122"/>
                  </a:lnTo>
                  <a:lnTo>
                    <a:pt x="1003609" y="4759122"/>
                  </a:lnTo>
                  <a:lnTo>
                    <a:pt x="1003736" y="4759122"/>
                  </a:lnTo>
                  <a:lnTo>
                    <a:pt x="1003862" y="4759122"/>
                  </a:lnTo>
                  <a:lnTo>
                    <a:pt x="1003988" y="4759122"/>
                  </a:lnTo>
                  <a:lnTo>
                    <a:pt x="1004114" y="4759122"/>
                  </a:lnTo>
                  <a:lnTo>
                    <a:pt x="1004241" y="4759122"/>
                  </a:lnTo>
                  <a:lnTo>
                    <a:pt x="1004367" y="4759122"/>
                  </a:lnTo>
                  <a:lnTo>
                    <a:pt x="1004493" y="4759122"/>
                  </a:lnTo>
                  <a:lnTo>
                    <a:pt x="1004619" y="4759122"/>
                  </a:lnTo>
                  <a:lnTo>
                    <a:pt x="1004746" y="4759122"/>
                  </a:lnTo>
                  <a:lnTo>
                    <a:pt x="1004872" y="4759122"/>
                  </a:lnTo>
                  <a:lnTo>
                    <a:pt x="1004998" y="4759122"/>
                  </a:lnTo>
                  <a:lnTo>
                    <a:pt x="1005124" y="4759122"/>
                  </a:lnTo>
                  <a:lnTo>
                    <a:pt x="1005251" y="4759122"/>
                  </a:lnTo>
                  <a:lnTo>
                    <a:pt x="1005377" y="4759122"/>
                  </a:lnTo>
                  <a:lnTo>
                    <a:pt x="1005503" y="4759122"/>
                  </a:lnTo>
                  <a:lnTo>
                    <a:pt x="1005630" y="4759122"/>
                  </a:lnTo>
                  <a:lnTo>
                    <a:pt x="1005756" y="4759122"/>
                  </a:lnTo>
                  <a:lnTo>
                    <a:pt x="1005882" y="4759122"/>
                  </a:lnTo>
                  <a:lnTo>
                    <a:pt x="1006008" y="4759122"/>
                  </a:lnTo>
                  <a:lnTo>
                    <a:pt x="1006135" y="4759122"/>
                  </a:lnTo>
                  <a:lnTo>
                    <a:pt x="1006261" y="4759122"/>
                  </a:lnTo>
                  <a:lnTo>
                    <a:pt x="1006387" y="4759122"/>
                  </a:lnTo>
                  <a:lnTo>
                    <a:pt x="1006513" y="4759122"/>
                  </a:lnTo>
                  <a:lnTo>
                    <a:pt x="1006640" y="4759122"/>
                  </a:lnTo>
                  <a:lnTo>
                    <a:pt x="1006766" y="4759122"/>
                  </a:lnTo>
                  <a:lnTo>
                    <a:pt x="1006892" y="4759122"/>
                  </a:lnTo>
                  <a:lnTo>
                    <a:pt x="1007018" y="4759122"/>
                  </a:lnTo>
                  <a:lnTo>
                    <a:pt x="1007145" y="4759122"/>
                  </a:lnTo>
                  <a:lnTo>
                    <a:pt x="1007271" y="4759122"/>
                  </a:lnTo>
                  <a:lnTo>
                    <a:pt x="1007397" y="4759122"/>
                  </a:lnTo>
                  <a:lnTo>
                    <a:pt x="1007523" y="4759122"/>
                  </a:lnTo>
                  <a:lnTo>
                    <a:pt x="1007650" y="4759122"/>
                  </a:lnTo>
                  <a:lnTo>
                    <a:pt x="1007776" y="4759122"/>
                  </a:lnTo>
                  <a:lnTo>
                    <a:pt x="1007902" y="4759122"/>
                  </a:lnTo>
                  <a:lnTo>
                    <a:pt x="1008028" y="4759122"/>
                  </a:lnTo>
                  <a:lnTo>
                    <a:pt x="1008155" y="4759122"/>
                  </a:lnTo>
                  <a:lnTo>
                    <a:pt x="1008281" y="4759122"/>
                  </a:lnTo>
                  <a:lnTo>
                    <a:pt x="1008407" y="4759122"/>
                  </a:lnTo>
                  <a:lnTo>
                    <a:pt x="1008533" y="4759122"/>
                  </a:lnTo>
                  <a:lnTo>
                    <a:pt x="1008660" y="4759122"/>
                  </a:lnTo>
                  <a:lnTo>
                    <a:pt x="1008786" y="4759122"/>
                  </a:lnTo>
                  <a:lnTo>
                    <a:pt x="1008912" y="4759122"/>
                  </a:lnTo>
                  <a:lnTo>
                    <a:pt x="1009038" y="4759122"/>
                  </a:lnTo>
                  <a:lnTo>
                    <a:pt x="1009165" y="4759122"/>
                  </a:lnTo>
                  <a:lnTo>
                    <a:pt x="1009291" y="4759122"/>
                  </a:lnTo>
                  <a:lnTo>
                    <a:pt x="1009417" y="4759122"/>
                  </a:lnTo>
                  <a:lnTo>
                    <a:pt x="1009543" y="4759122"/>
                  </a:lnTo>
                  <a:lnTo>
                    <a:pt x="1009670" y="4759122"/>
                  </a:lnTo>
                  <a:lnTo>
                    <a:pt x="1009796" y="4759122"/>
                  </a:lnTo>
                  <a:lnTo>
                    <a:pt x="1009922" y="4759122"/>
                  </a:lnTo>
                  <a:lnTo>
                    <a:pt x="1010048" y="4759122"/>
                  </a:lnTo>
                  <a:lnTo>
                    <a:pt x="1010175" y="4759122"/>
                  </a:lnTo>
                  <a:lnTo>
                    <a:pt x="1010301" y="4759122"/>
                  </a:lnTo>
                  <a:lnTo>
                    <a:pt x="1010427" y="4759122"/>
                  </a:lnTo>
                  <a:lnTo>
                    <a:pt x="1010554" y="4759122"/>
                  </a:lnTo>
                  <a:lnTo>
                    <a:pt x="1010680" y="4759122"/>
                  </a:lnTo>
                  <a:lnTo>
                    <a:pt x="1010806" y="4759122"/>
                  </a:lnTo>
                  <a:lnTo>
                    <a:pt x="1010932" y="4759122"/>
                  </a:lnTo>
                  <a:lnTo>
                    <a:pt x="1011059" y="4759122"/>
                  </a:lnTo>
                  <a:lnTo>
                    <a:pt x="1011185" y="4759122"/>
                  </a:lnTo>
                  <a:lnTo>
                    <a:pt x="1011311" y="4759122"/>
                  </a:lnTo>
                  <a:lnTo>
                    <a:pt x="1011437" y="4759122"/>
                  </a:lnTo>
                  <a:lnTo>
                    <a:pt x="1011564" y="4759122"/>
                  </a:lnTo>
                  <a:lnTo>
                    <a:pt x="1011690" y="4759122"/>
                  </a:lnTo>
                  <a:lnTo>
                    <a:pt x="1011816" y="4759122"/>
                  </a:lnTo>
                  <a:lnTo>
                    <a:pt x="1011942" y="4759122"/>
                  </a:lnTo>
                  <a:lnTo>
                    <a:pt x="1012069" y="4759122"/>
                  </a:lnTo>
                  <a:lnTo>
                    <a:pt x="1012195" y="4759122"/>
                  </a:lnTo>
                  <a:lnTo>
                    <a:pt x="1012195" y="4754210"/>
                  </a:lnTo>
                  <a:lnTo>
                    <a:pt x="1012321" y="4754210"/>
                  </a:lnTo>
                  <a:lnTo>
                    <a:pt x="1012447" y="4754210"/>
                  </a:lnTo>
                  <a:lnTo>
                    <a:pt x="1012574" y="4754210"/>
                  </a:lnTo>
                  <a:lnTo>
                    <a:pt x="1012700" y="4754210"/>
                  </a:lnTo>
                  <a:lnTo>
                    <a:pt x="1012826" y="4754210"/>
                  </a:lnTo>
                  <a:lnTo>
                    <a:pt x="1012952" y="4754210"/>
                  </a:lnTo>
                  <a:lnTo>
                    <a:pt x="1013079" y="4754210"/>
                  </a:lnTo>
                  <a:lnTo>
                    <a:pt x="1013205" y="4754210"/>
                  </a:lnTo>
                  <a:lnTo>
                    <a:pt x="1013331" y="4754210"/>
                  </a:lnTo>
                  <a:lnTo>
                    <a:pt x="1013457" y="4754210"/>
                  </a:lnTo>
                  <a:lnTo>
                    <a:pt x="1013584" y="4754210"/>
                  </a:lnTo>
                  <a:lnTo>
                    <a:pt x="1013710" y="4754210"/>
                  </a:lnTo>
                  <a:lnTo>
                    <a:pt x="1013836" y="4754210"/>
                  </a:lnTo>
                  <a:lnTo>
                    <a:pt x="1013962" y="4754210"/>
                  </a:lnTo>
                  <a:lnTo>
                    <a:pt x="1014089" y="4754210"/>
                  </a:lnTo>
                  <a:lnTo>
                    <a:pt x="1014215" y="4754210"/>
                  </a:lnTo>
                  <a:lnTo>
                    <a:pt x="1014341" y="4754210"/>
                  </a:lnTo>
                  <a:lnTo>
                    <a:pt x="1014467" y="4754210"/>
                  </a:lnTo>
                  <a:lnTo>
                    <a:pt x="1014594" y="4754210"/>
                  </a:lnTo>
                  <a:lnTo>
                    <a:pt x="1014720" y="4754210"/>
                  </a:lnTo>
                  <a:lnTo>
                    <a:pt x="1014846" y="4754210"/>
                  </a:lnTo>
                  <a:lnTo>
                    <a:pt x="1014972" y="4754210"/>
                  </a:lnTo>
                  <a:lnTo>
                    <a:pt x="1015099" y="4754210"/>
                  </a:lnTo>
                  <a:lnTo>
                    <a:pt x="1015225" y="4754210"/>
                  </a:lnTo>
                  <a:lnTo>
                    <a:pt x="1015351" y="4754210"/>
                  </a:lnTo>
                  <a:lnTo>
                    <a:pt x="1015478" y="4754210"/>
                  </a:lnTo>
                  <a:lnTo>
                    <a:pt x="1015604" y="4754210"/>
                  </a:lnTo>
                  <a:lnTo>
                    <a:pt x="1015730" y="4754210"/>
                  </a:lnTo>
                  <a:lnTo>
                    <a:pt x="1015856" y="4754210"/>
                  </a:lnTo>
                  <a:lnTo>
                    <a:pt x="1015983" y="4754210"/>
                  </a:lnTo>
                  <a:lnTo>
                    <a:pt x="1016109" y="4754210"/>
                  </a:lnTo>
                  <a:lnTo>
                    <a:pt x="1016235" y="4754210"/>
                  </a:lnTo>
                  <a:lnTo>
                    <a:pt x="1016361" y="4754210"/>
                  </a:lnTo>
                  <a:lnTo>
                    <a:pt x="1016361" y="4749299"/>
                  </a:lnTo>
                  <a:lnTo>
                    <a:pt x="1016488" y="4749299"/>
                  </a:lnTo>
                  <a:lnTo>
                    <a:pt x="1016614" y="4749299"/>
                  </a:lnTo>
                  <a:lnTo>
                    <a:pt x="1016740" y="4749299"/>
                  </a:lnTo>
                  <a:lnTo>
                    <a:pt x="1016866" y="4749299"/>
                  </a:lnTo>
                  <a:lnTo>
                    <a:pt x="1016993" y="4749299"/>
                  </a:lnTo>
                  <a:lnTo>
                    <a:pt x="1017119" y="4749299"/>
                  </a:lnTo>
                  <a:lnTo>
                    <a:pt x="1017245" y="4749299"/>
                  </a:lnTo>
                  <a:lnTo>
                    <a:pt x="1017371" y="4749299"/>
                  </a:lnTo>
                  <a:lnTo>
                    <a:pt x="1017498" y="4749299"/>
                  </a:lnTo>
                  <a:lnTo>
                    <a:pt x="1017624" y="4749299"/>
                  </a:lnTo>
                  <a:lnTo>
                    <a:pt x="1017750" y="4749299"/>
                  </a:lnTo>
                  <a:lnTo>
                    <a:pt x="1017750" y="4744388"/>
                  </a:lnTo>
                  <a:lnTo>
                    <a:pt x="1017876" y="4744388"/>
                  </a:lnTo>
                  <a:lnTo>
                    <a:pt x="1017876" y="4739476"/>
                  </a:lnTo>
                  <a:lnTo>
                    <a:pt x="1018003" y="4739476"/>
                  </a:lnTo>
                  <a:lnTo>
                    <a:pt x="1018129" y="4739476"/>
                  </a:lnTo>
                  <a:lnTo>
                    <a:pt x="1018255" y="4739476"/>
                  </a:lnTo>
                  <a:lnTo>
                    <a:pt x="1018381" y="4739476"/>
                  </a:lnTo>
                  <a:lnTo>
                    <a:pt x="1018508" y="4739476"/>
                  </a:lnTo>
                  <a:lnTo>
                    <a:pt x="1018634" y="4739476"/>
                  </a:lnTo>
                  <a:lnTo>
                    <a:pt x="1018760" y="4739476"/>
                  </a:lnTo>
                  <a:lnTo>
                    <a:pt x="1018886" y="4739476"/>
                  </a:lnTo>
                  <a:lnTo>
                    <a:pt x="1019013" y="4739476"/>
                  </a:lnTo>
                  <a:lnTo>
                    <a:pt x="1019139" y="4739476"/>
                  </a:lnTo>
                  <a:lnTo>
                    <a:pt x="1019265" y="4739476"/>
                  </a:lnTo>
                  <a:lnTo>
                    <a:pt x="1019391" y="4739476"/>
                  </a:lnTo>
                  <a:lnTo>
                    <a:pt x="1019518" y="4739476"/>
                  </a:lnTo>
                  <a:lnTo>
                    <a:pt x="1019644" y="4739476"/>
                  </a:lnTo>
                  <a:lnTo>
                    <a:pt x="1019770" y="4739476"/>
                  </a:lnTo>
                  <a:lnTo>
                    <a:pt x="1019896" y="4739476"/>
                  </a:lnTo>
                  <a:lnTo>
                    <a:pt x="1020023" y="4739476"/>
                  </a:lnTo>
                  <a:lnTo>
                    <a:pt x="1020149" y="4739476"/>
                  </a:lnTo>
                  <a:lnTo>
                    <a:pt x="1020275" y="4739476"/>
                  </a:lnTo>
                  <a:lnTo>
                    <a:pt x="1020401" y="4739476"/>
                  </a:lnTo>
                  <a:lnTo>
                    <a:pt x="1020528" y="4739476"/>
                  </a:lnTo>
                  <a:lnTo>
                    <a:pt x="1020654" y="4739476"/>
                  </a:lnTo>
                  <a:lnTo>
                    <a:pt x="1020780" y="4739476"/>
                  </a:lnTo>
                  <a:lnTo>
                    <a:pt x="1020907" y="4739476"/>
                  </a:lnTo>
                  <a:lnTo>
                    <a:pt x="1021033" y="4739476"/>
                  </a:lnTo>
                  <a:lnTo>
                    <a:pt x="1021159" y="4739476"/>
                  </a:lnTo>
                  <a:lnTo>
                    <a:pt x="1021285" y="4739476"/>
                  </a:lnTo>
                  <a:lnTo>
                    <a:pt x="1021412" y="4739476"/>
                  </a:lnTo>
                  <a:lnTo>
                    <a:pt x="1021538" y="4739476"/>
                  </a:lnTo>
                  <a:lnTo>
                    <a:pt x="1021664" y="4739476"/>
                  </a:lnTo>
                  <a:lnTo>
                    <a:pt x="1021790" y="4739476"/>
                  </a:lnTo>
                  <a:lnTo>
                    <a:pt x="1021917" y="4739476"/>
                  </a:lnTo>
                  <a:lnTo>
                    <a:pt x="1022043" y="4739476"/>
                  </a:lnTo>
                  <a:lnTo>
                    <a:pt x="1022169" y="4739476"/>
                  </a:lnTo>
                  <a:lnTo>
                    <a:pt x="1022295" y="4739476"/>
                  </a:lnTo>
                  <a:lnTo>
                    <a:pt x="1022422" y="4739476"/>
                  </a:lnTo>
                  <a:lnTo>
                    <a:pt x="1022548" y="4739476"/>
                  </a:lnTo>
                  <a:lnTo>
                    <a:pt x="1022674" y="4739476"/>
                  </a:lnTo>
                  <a:lnTo>
                    <a:pt x="1022800" y="4739476"/>
                  </a:lnTo>
                  <a:lnTo>
                    <a:pt x="1022927" y="4739476"/>
                  </a:lnTo>
                  <a:lnTo>
                    <a:pt x="1023053" y="4739476"/>
                  </a:lnTo>
                  <a:lnTo>
                    <a:pt x="1023179" y="4739476"/>
                  </a:lnTo>
                  <a:lnTo>
                    <a:pt x="1023305" y="4739476"/>
                  </a:lnTo>
                  <a:lnTo>
                    <a:pt x="1023432" y="4739476"/>
                  </a:lnTo>
                  <a:lnTo>
                    <a:pt x="1023558" y="4739476"/>
                  </a:lnTo>
                  <a:lnTo>
                    <a:pt x="1023684" y="4739476"/>
                  </a:lnTo>
                  <a:lnTo>
                    <a:pt x="1023810" y="4739476"/>
                  </a:lnTo>
                  <a:lnTo>
                    <a:pt x="1023937" y="4739476"/>
                  </a:lnTo>
                  <a:lnTo>
                    <a:pt x="1024063" y="4739476"/>
                  </a:lnTo>
                  <a:lnTo>
                    <a:pt x="1024189" y="4739476"/>
                  </a:lnTo>
                  <a:lnTo>
                    <a:pt x="1024315" y="4739476"/>
                  </a:lnTo>
                  <a:lnTo>
                    <a:pt x="1024442" y="4739476"/>
                  </a:lnTo>
                  <a:lnTo>
                    <a:pt x="1024568" y="4739476"/>
                  </a:lnTo>
                  <a:lnTo>
                    <a:pt x="1024694" y="4739476"/>
                  </a:lnTo>
                  <a:lnTo>
                    <a:pt x="1024820" y="4739476"/>
                  </a:lnTo>
                  <a:lnTo>
                    <a:pt x="1024947" y="4739476"/>
                  </a:lnTo>
                  <a:lnTo>
                    <a:pt x="1025073" y="4739476"/>
                  </a:lnTo>
                  <a:lnTo>
                    <a:pt x="1025199" y="4739476"/>
                  </a:lnTo>
                  <a:lnTo>
                    <a:pt x="1025325" y="4739476"/>
                  </a:lnTo>
                  <a:lnTo>
                    <a:pt x="1025452" y="4739476"/>
                  </a:lnTo>
                  <a:lnTo>
                    <a:pt x="1025578" y="4739476"/>
                  </a:lnTo>
                  <a:lnTo>
                    <a:pt x="1025578" y="4734565"/>
                  </a:lnTo>
                  <a:lnTo>
                    <a:pt x="1025704" y="4734565"/>
                  </a:lnTo>
                  <a:lnTo>
                    <a:pt x="1025831" y="4734565"/>
                  </a:lnTo>
                  <a:lnTo>
                    <a:pt x="1025957" y="4734565"/>
                  </a:lnTo>
                  <a:lnTo>
                    <a:pt x="1026083" y="4734565"/>
                  </a:lnTo>
                  <a:lnTo>
                    <a:pt x="1026209" y="4734565"/>
                  </a:lnTo>
                  <a:lnTo>
                    <a:pt x="1026336" y="4734565"/>
                  </a:lnTo>
                  <a:lnTo>
                    <a:pt x="1026462" y="4734565"/>
                  </a:lnTo>
                  <a:lnTo>
                    <a:pt x="1026588" y="4734565"/>
                  </a:lnTo>
                  <a:lnTo>
                    <a:pt x="1026714" y="4734565"/>
                  </a:lnTo>
                  <a:lnTo>
                    <a:pt x="1026841" y="4734565"/>
                  </a:lnTo>
                  <a:lnTo>
                    <a:pt x="1026967" y="4734565"/>
                  </a:lnTo>
                  <a:lnTo>
                    <a:pt x="1027093" y="4734565"/>
                  </a:lnTo>
                  <a:lnTo>
                    <a:pt x="1027219" y="4734565"/>
                  </a:lnTo>
                  <a:lnTo>
                    <a:pt x="1027346" y="4734565"/>
                  </a:lnTo>
                  <a:lnTo>
                    <a:pt x="1027472" y="4734565"/>
                  </a:lnTo>
                  <a:lnTo>
                    <a:pt x="1027598" y="4734565"/>
                  </a:lnTo>
                  <a:lnTo>
                    <a:pt x="1027724" y="4734565"/>
                  </a:lnTo>
                  <a:lnTo>
                    <a:pt x="1027851" y="4734565"/>
                  </a:lnTo>
                  <a:lnTo>
                    <a:pt x="1027977" y="4734565"/>
                  </a:lnTo>
                  <a:lnTo>
                    <a:pt x="1028103" y="4734565"/>
                  </a:lnTo>
                  <a:lnTo>
                    <a:pt x="1028229" y="4734565"/>
                  </a:lnTo>
                  <a:lnTo>
                    <a:pt x="1028229" y="4729654"/>
                  </a:lnTo>
                  <a:lnTo>
                    <a:pt x="1028356" y="4729654"/>
                  </a:lnTo>
                  <a:lnTo>
                    <a:pt x="1028482" y="4729654"/>
                  </a:lnTo>
                  <a:lnTo>
                    <a:pt x="1028608" y="4729654"/>
                  </a:lnTo>
                  <a:lnTo>
                    <a:pt x="1028734" y="4729654"/>
                  </a:lnTo>
                  <a:lnTo>
                    <a:pt x="1028861" y="4729654"/>
                  </a:lnTo>
                  <a:lnTo>
                    <a:pt x="1028987" y="4729654"/>
                  </a:lnTo>
                  <a:lnTo>
                    <a:pt x="1029113" y="4729654"/>
                  </a:lnTo>
                  <a:lnTo>
                    <a:pt x="1029239" y="4729654"/>
                  </a:lnTo>
                  <a:lnTo>
                    <a:pt x="1029366" y="4729654"/>
                  </a:lnTo>
                  <a:lnTo>
                    <a:pt x="1029492" y="4729654"/>
                  </a:lnTo>
                  <a:lnTo>
                    <a:pt x="1029618" y="4729654"/>
                  </a:lnTo>
                  <a:lnTo>
                    <a:pt x="1029744" y="4729654"/>
                  </a:lnTo>
                  <a:lnTo>
                    <a:pt x="1029871" y="4729654"/>
                  </a:lnTo>
                  <a:lnTo>
                    <a:pt x="1029997" y="4729654"/>
                  </a:lnTo>
                  <a:lnTo>
                    <a:pt x="1030123" y="4729654"/>
                  </a:lnTo>
                  <a:lnTo>
                    <a:pt x="1030249" y="4729654"/>
                  </a:lnTo>
                  <a:lnTo>
                    <a:pt x="1030376" y="4729654"/>
                  </a:lnTo>
                  <a:lnTo>
                    <a:pt x="1030502" y="4729654"/>
                  </a:lnTo>
                  <a:lnTo>
                    <a:pt x="1030628" y="4729654"/>
                  </a:lnTo>
                  <a:lnTo>
                    <a:pt x="1030754" y="4729654"/>
                  </a:lnTo>
                  <a:lnTo>
                    <a:pt x="1030881" y="4729654"/>
                  </a:lnTo>
                  <a:lnTo>
                    <a:pt x="1031007" y="4729654"/>
                  </a:lnTo>
                  <a:lnTo>
                    <a:pt x="1031133" y="4729654"/>
                  </a:lnTo>
                  <a:lnTo>
                    <a:pt x="1031260" y="4729654"/>
                  </a:lnTo>
                  <a:lnTo>
                    <a:pt x="1031386" y="4729654"/>
                  </a:lnTo>
                  <a:lnTo>
                    <a:pt x="1031512" y="4729654"/>
                  </a:lnTo>
                  <a:lnTo>
                    <a:pt x="1031638" y="4729654"/>
                  </a:lnTo>
                  <a:lnTo>
                    <a:pt x="1031638" y="4724742"/>
                  </a:lnTo>
                  <a:lnTo>
                    <a:pt x="1031765" y="4724742"/>
                  </a:lnTo>
                  <a:lnTo>
                    <a:pt x="1031891" y="4724742"/>
                  </a:lnTo>
                  <a:lnTo>
                    <a:pt x="1032017" y="4724742"/>
                  </a:lnTo>
                  <a:lnTo>
                    <a:pt x="1032143" y="4724742"/>
                  </a:lnTo>
                  <a:lnTo>
                    <a:pt x="1032270" y="4724742"/>
                  </a:lnTo>
                  <a:lnTo>
                    <a:pt x="1032396" y="4724742"/>
                  </a:lnTo>
                  <a:lnTo>
                    <a:pt x="1032522" y="4724742"/>
                  </a:lnTo>
                  <a:lnTo>
                    <a:pt x="1032648" y="4724742"/>
                  </a:lnTo>
                  <a:lnTo>
                    <a:pt x="1032775" y="4724742"/>
                  </a:lnTo>
                  <a:lnTo>
                    <a:pt x="1032901" y="4724742"/>
                  </a:lnTo>
                  <a:lnTo>
                    <a:pt x="1033027" y="4724742"/>
                  </a:lnTo>
                  <a:lnTo>
                    <a:pt x="1033153" y="4724742"/>
                  </a:lnTo>
                  <a:lnTo>
                    <a:pt x="1033280" y="4724742"/>
                  </a:lnTo>
                  <a:lnTo>
                    <a:pt x="1033406" y="4724742"/>
                  </a:lnTo>
                  <a:lnTo>
                    <a:pt x="1033532" y="4724742"/>
                  </a:lnTo>
                  <a:lnTo>
                    <a:pt x="1033658" y="4724742"/>
                  </a:lnTo>
                  <a:lnTo>
                    <a:pt x="1033785" y="4724742"/>
                  </a:lnTo>
                  <a:lnTo>
                    <a:pt x="1033911" y="4724742"/>
                  </a:lnTo>
                  <a:lnTo>
                    <a:pt x="1034037" y="4724742"/>
                  </a:lnTo>
                  <a:lnTo>
                    <a:pt x="1034163" y="4724742"/>
                  </a:lnTo>
                  <a:lnTo>
                    <a:pt x="1034290" y="4724742"/>
                  </a:lnTo>
                  <a:lnTo>
                    <a:pt x="1034416" y="4724742"/>
                  </a:lnTo>
                  <a:lnTo>
                    <a:pt x="1034542" y="4724742"/>
                  </a:lnTo>
                  <a:lnTo>
                    <a:pt x="1034668" y="4724742"/>
                  </a:lnTo>
                  <a:lnTo>
                    <a:pt x="1034795" y="4724742"/>
                  </a:lnTo>
                  <a:lnTo>
                    <a:pt x="1034921" y="4724742"/>
                  </a:lnTo>
                  <a:lnTo>
                    <a:pt x="1035047" y="4724742"/>
                  </a:lnTo>
                  <a:lnTo>
                    <a:pt x="1035173" y="4724742"/>
                  </a:lnTo>
                  <a:lnTo>
                    <a:pt x="1035300" y="4724742"/>
                  </a:lnTo>
                  <a:lnTo>
                    <a:pt x="1035426" y="4724742"/>
                  </a:lnTo>
                  <a:lnTo>
                    <a:pt x="1035552" y="4724742"/>
                  </a:lnTo>
                  <a:lnTo>
                    <a:pt x="1035678" y="4724742"/>
                  </a:lnTo>
                  <a:lnTo>
                    <a:pt x="1035805" y="4724742"/>
                  </a:lnTo>
                  <a:lnTo>
                    <a:pt x="1035931" y="4724742"/>
                  </a:lnTo>
                  <a:lnTo>
                    <a:pt x="1036057" y="4724742"/>
                  </a:lnTo>
                  <a:lnTo>
                    <a:pt x="1036184" y="4724742"/>
                  </a:lnTo>
                  <a:lnTo>
                    <a:pt x="1036184" y="4719831"/>
                  </a:lnTo>
                  <a:lnTo>
                    <a:pt x="1036310" y="4719831"/>
                  </a:lnTo>
                  <a:lnTo>
                    <a:pt x="1036436" y="4719831"/>
                  </a:lnTo>
                  <a:lnTo>
                    <a:pt x="1036562" y="4719831"/>
                  </a:lnTo>
                  <a:lnTo>
                    <a:pt x="1036562" y="4714919"/>
                  </a:lnTo>
                  <a:lnTo>
                    <a:pt x="1036689" y="4714919"/>
                  </a:lnTo>
                  <a:lnTo>
                    <a:pt x="1036815" y="4714919"/>
                  </a:lnTo>
                  <a:lnTo>
                    <a:pt x="1036941" y="4714919"/>
                  </a:lnTo>
                  <a:lnTo>
                    <a:pt x="1037067" y="4714919"/>
                  </a:lnTo>
                  <a:lnTo>
                    <a:pt x="1037194" y="4714919"/>
                  </a:lnTo>
                  <a:lnTo>
                    <a:pt x="1037320" y="4714919"/>
                  </a:lnTo>
                  <a:lnTo>
                    <a:pt x="1037446" y="4714919"/>
                  </a:lnTo>
                  <a:lnTo>
                    <a:pt x="1037572" y="4714919"/>
                  </a:lnTo>
                  <a:lnTo>
                    <a:pt x="1037699" y="4714919"/>
                  </a:lnTo>
                  <a:lnTo>
                    <a:pt x="1037825" y="4714919"/>
                  </a:lnTo>
                  <a:lnTo>
                    <a:pt x="1037951" y="4714919"/>
                  </a:lnTo>
                  <a:lnTo>
                    <a:pt x="1038077" y="4714919"/>
                  </a:lnTo>
                  <a:lnTo>
                    <a:pt x="1038204" y="4714919"/>
                  </a:lnTo>
                  <a:lnTo>
                    <a:pt x="1038330" y="4714919"/>
                  </a:lnTo>
                  <a:lnTo>
                    <a:pt x="1038456" y="4714919"/>
                  </a:lnTo>
                  <a:lnTo>
                    <a:pt x="1038582" y="4714919"/>
                  </a:lnTo>
                  <a:lnTo>
                    <a:pt x="1038709" y="4714919"/>
                  </a:lnTo>
                  <a:lnTo>
                    <a:pt x="1038835" y="4714919"/>
                  </a:lnTo>
                  <a:lnTo>
                    <a:pt x="1038961" y="4714919"/>
                  </a:lnTo>
                  <a:lnTo>
                    <a:pt x="1039087" y="4714919"/>
                  </a:lnTo>
                  <a:lnTo>
                    <a:pt x="1039214" y="4714919"/>
                  </a:lnTo>
                  <a:lnTo>
                    <a:pt x="1039340" y="4714919"/>
                  </a:lnTo>
                  <a:lnTo>
                    <a:pt x="1039466" y="4714919"/>
                  </a:lnTo>
                  <a:lnTo>
                    <a:pt x="1039592" y="4714919"/>
                  </a:lnTo>
                  <a:lnTo>
                    <a:pt x="1039719" y="4714919"/>
                  </a:lnTo>
                  <a:lnTo>
                    <a:pt x="1039845" y="4714919"/>
                  </a:lnTo>
                  <a:lnTo>
                    <a:pt x="1039971" y="4714919"/>
                  </a:lnTo>
                  <a:lnTo>
                    <a:pt x="1040097" y="4714919"/>
                  </a:lnTo>
                  <a:lnTo>
                    <a:pt x="1040224" y="4714919"/>
                  </a:lnTo>
                  <a:lnTo>
                    <a:pt x="1040350" y="4714919"/>
                  </a:lnTo>
                  <a:lnTo>
                    <a:pt x="1040476" y="4714919"/>
                  </a:lnTo>
                  <a:lnTo>
                    <a:pt x="1040602" y="4714919"/>
                  </a:lnTo>
                  <a:lnTo>
                    <a:pt x="1040729" y="4714919"/>
                  </a:lnTo>
                  <a:lnTo>
                    <a:pt x="1040855" y="4714919"/>
                  </a:lnTo>
                  <a:lnTo>
                    <a:pt x="1040981" y="4714919"/>
                  </a:lnTo>
                  <a:lnTo>
                    <a:pt x="1041107" y="4714919"/>
                  </a:lnTo>
                  <a:lnTo>
                    <a:pt x="1041234" y="4714919"/>
                  </a:lnTo>
                  <a:lnTo>
                    <a:pt x="1041360" y="4714919"/>
                  </a:lnTo>
                  <a:lnTo>
                    <a:pt x="1041486" y="4714919"/>
                  </a:lnTo>
                  <a:lnTo>
                    <a:pt x="1041486" y="4710008"/>
                  </a:lnTo>
                  <a:lnTo>
                    <a:pt x="1041613" y="4710008"/>
                  </a:lnTo>
                  <a:lnTo>
                    <a:pt x="1041739" y="4710008"/>
                  </a:lnTo>
                  <a:lnTo>
                    <a:pt x="1041865" y="4710008"/>
                  </a:lnTo>
                  <a:lnTo>
                    <a:pt x="1041991" y="4710008"/>
                  </a:lnTo>
                  <a:lnTo>
                    <a:pt x="1042118" y="4710008"/>
                  </a:lnTo>
                  <a:lnTo>
                    <a:pt x="1042244" y="4710008"/>
                  </a:lnTo>
                  <a:lnTo>
                    <a:pt x="1042370" y="4710008"/>
                  </a:lnTo>
                  <a:lnTo>
                    <a:pt x="1042496" y="4710008"/>
                  </a:lnTo>
                  <a:lnTo>
                    <a:pt x="1042623" y="4710008"/>
                  </a:lnTo>
                  <a:lnTo>
                    <a:pt x="1042749" y="4710008"/>
                  </a:lnTo>
                  <a:lnTo>
                    <a:pt x="1042875" y="4710008"/>
                  </a:lnTo>
                  <a:lnTo>
                    <a:pt x="1043001" y="4710008"/>
                  </a:lnTo>
                  <a:lnTo>
                    <a:pt x="1043128" y="4710008"/>
                  </a:lnTo>
                  <a:lnTo>
                    <a:pt x="1043254" y="4710008"/>
                  </a:lnTo>
                  <a:lnTo>
                    <a:pt x="1043380" y="4710008"/>
                  </a:lnTo>
                  <a:lnTo>
                    <a:pt x="1043506" y="4710008"/>
                  </a:lnTo>
                  <a:lnTo>
                    <a:pt x="1043633" y="4710008"/>
                  </a:lnTo>
                  <a:lnTo>
                    <a:pt x="1043759" y="4710008"/>
                  </a:lnTo>
                  <a:lnTo>
                    <a:pt x="1043759" y="4705097"/>
                  </a:lnTo>
                  <a:lnTo>
                    <a:pt x="1043885" y="4705097"/>
                  </a:lnTo>
                  <a:lnTo>
                    <a:pt x="1044011" y="4705097"/>
                  </a:lnTo>
                  <a:lnTo>
                    <a:pt x="1044138" y="4705097"/>
                  </a:lnTo>
                  <a:lnTo>
                    <a:pt x="1044264" y="4705097"/>
                  </a:lnTo>
                  <a:lnTo>
                    <a:pt x="1044390" y="4705097"/>
                  </a:lnTo>
                  <a:lnTo>
                    <a:pt x="1044516" y="4705097"/>
                  </a:lnTo>
                  <a:lnTo>
                    <a:pt x="1044643" y="4705097"/>
                  </a:lnTo>
                  <a:lnTo>
                    <a:pt x="1044769" y="4705097"/>
                  </a:lnTo>
                  <a:lnTo>
                    <a:pt x="1044895" y="4705097"/>
                  </a:lnTo>
                  <a:lnTo>
                    <a:pt x="1045021" y="4705097"/>
                  </a:lnTo>
                  <a:lnTo>
                    <a:pt x="1045148" y="4705097"/>
                  </a:lnTo>
                  <a:lnTo>
                    <a:pt x="1045274" y="4705097"/>
                  </a:lnTo>
                  <a:lnTo>
                    <a:pt x="1045400" y="4705097"/>
                  </a:lnTo>
                  <a:lnTo>
                    <a:pt x="1045526" y="4705097"/>
                  </a:lnTo>
                  <a:lnTo>
                    <a:pt x="1045653" y="4705097"/>
                  </a:lnTo>
                  <a:lnTo>
                    <a:pt x="1045779" y="4705097"/>
                  </a:lnTo>
                  <a:lnTo>
                    <a:pt x="1045905" y="4705097"/>
                  </a:lnTo>
                  <a:lnTo>
                    <a:pt x="1046031" y="4705097"/>
                  </a:lnTo>
                  <a:lnTo>
                    <a:pt x="1046158" y="4705097"/>
                  </a:lnTo>
                  <a:lnTo>
                    <a:pt x="1046284" y="4705097"/>
                  </a:lnTo>
                  <a:lnTo>
                    <a:pt x="1046410" y="4705097"/>
                  </a:lnTo>
                  <a:lnTo>
                    <a:pt x="1046537" y="4705097"/>
                  </a:lnTo>
                  <a:lnTo>
                    <a:pt x="1046663" y="4705097"/>
                  </a:lnTo>
                  <a:lnTo>
                    <a:pt x="1046789" y="4705097"/>
                  </a:lnTo>
                  <a:lnTo>
                    <a:pt x="1046915" y="4705097"/>
                  </a:lnTo>
                  <a:lnTo>
                    <a:pt x="1047042" y="4705097"/>
                  </a:lnTo>
                  <a:lnTo>
                    <a:pt x="1047168" y="4705097"/>
                  </a:lnTo>
                  <a:lnTo>
                    <a:pt x="1047294" y="4705097"/>
                  </a:lnTo>
                  <a:lnTo>
                    <a:pt x="1047420" y="4705097"/>
                  </a:lnTo>
                  <a:lnTo>
                    <a:pt x="1047547" y="4705097"/>
                  </a:lnTo>
                  <a:lnTo>
                    <a:pt x="1047673" y="4705097"/>
                  </a:lnTo>
                  <a:lnTo>
                    <a:pt x="1047799" y="4705097"/>
                  </a:lnTo>
                  <a:lnTo>
                    <a:pt x="1047925" y="4705097"/>
                  </a:lnTo>
                  <a:lnTo>
                    <a:pt x="1048052" y="4705097"/>
                  </a:lnTo>
                  <a:lnTo>
                    <a:pt x="1048178" y="4705097"/>
                  </a:lnTo>
                  <a:lnTo>
                    <a:pt x="1048304" y="4705097"/>
                  </a:lnTo>
                  <a:lnTo>
                    <a:pt x="1048430" y="4705097"/>
                  </a:lnTo>
                  <a:lnTo>
                    <a:pt x="1048557" y="4705097"/>
                  </a:lnTo>
                  <a:lnTo>
                    <a:pt x="1048683" y="4705097"/>
                  </a:lnTo>
                  <a:lnTo>
                    <a:pt x="1048809" y="4705097"/>
                  </a:lnTo>
                  <a:lnTo>
                    <a:pt x="1048809" y="4700185"/>
                  </a:lnTo>
                  <a:lnTo>
                    <a:pt x="1048935" y="4700185"/>
                  </a:lnTo>
                  <a:lnTo>
                    <a:pt x="1049062" y="4700185"/>
                  </a:lnTo>
                  <a:lnTo>
                    <a:pt x="1049188" y="4700185"/>
                  </a:lnTo>
                  <a:lnTo>
                    <a:pt x="1049314" y="4700185"/>
                  </a:lnTo>
                  <a:lnTo>
                    <a:pt x="1049440" y="4700185"/>
                  </a:lnTo>
                  <a:lnTo>
                    <a:pt x="1049567" y="4700185"/>
                  </a:lnTo>
                  <a:lnTo>
                    <a:pt x="1049693" y="4700185"/>
                  </a:lnTo>
                  <a:lnTo>
                    <a:pt x="1049693" y="4695274"/>
                  </a:lnTo>
                  <a:lnTo>
                    <a:pt x="1049819" y="4695274"/>
                  </a:lnTo>
                  <a:lnTo>
                    <a:pt x="1049945" y="4695274"/>
                  </a:lnTo>
                  <a:lnTo>
                    <a:pt x="1050072" y="4695274"/>
                  </a:lnTo>
                  <a:lnTo>
                    <a:pt x="1050198" y="4695274"/>
                  </a:lnTo>
                  <a:lnTo>
                    <a:pt x="1050324" y="4695274"/>
                  </a:lnTo>
                  <a:lnTo>
                    <a:pt x="1050450" y="4695274"/>
                  </a:lnTo>
                  <a:lnTo>
                    <a:pt x="1050577" y="4695274"/>
                  </a:lnTo>
                  <a:lnTo>
                    <a:pt x="1050703" y="4695274"/>
                  </a:lnTo>
                  <a:lnTo>
                    <a:pt x="1050829" y="4695274"/>
                  </a:lnTo>
                  <a:lnTo>
                    <a:pt x="1050955" y="4695274"/>
                  </a:lnTo>
                  <a:lnTo>
                    <a:pt x="1051082" y="4695274"/>
                  </a:lnTo>
                  <a:lnTo>
                    <a:pt x="1051208" y="4695274"/>
                  </a:lnTo>
                  <a:lnTo>
                    <a:pt x="1051334" y="4695274"/>
                  </a:lnTo>
                  <a:lnTo>
                    <a:pt x="1051460" y="4695274"/>
                  </a:lnTo>
                  <a:lnTo>
                    <a:pt x="1051587" y="4695274"/>
                  </a:lnTo>
                  <a:lnTo>
                    <a:pt x="1051713" y="4695274"/>
                  </a:lnTo>
                  <a:lnTo>
                    <a:pt x="1051839" y="4695274"/>
                  </a:lnTo>
                  <a:lnTo>
                    <a:pt x="1051966" y="4695274"/>
                  </a:lnTo>
                  <a:lnTo>
                    <a:pt x="1052092" y="4695274"/>
                  </a:lnTo>
                  <a:lnTo>
                    <a:pt x="1052218" y="4695274"/>
                  </a:lnTo>
                  <a:lnTo>
                    <a:pt x="1052344" y="4695274"/>
                  </a:lnTo>
                  <a:lnTo>
                    <a:pt x="1052471" y="4695274"/>
                  </a:lnTo>
                  <a:lnTo>
                    <a:pt x="1052597" y="4695274"/>
                  </a:lnTo>
                  <a:lnTo>
                    <a:pt x="1052723" y="4695274"/>
                  </a:lnTo>
                  <a:lnTo>
                    <a:pt x="1052849" y="4695274"/>
                  </a:lnTo>
                  <a:lnTo>
                    <a:pt x="1052976" y="4695274"/>
                  </a:lnTo>
                  <a:lnTo>
                    <a:pt x="1053102" y="4695274"/>
                  </a:lnTo>
                  <a:lnTo>
                    <a:pt x="1053228" y="4695274"/>
                  </a:lnTo>
                  <a:lnTo>
                    <a:pt x="1053354" y="4695274"/>
                  </a:lnTo>
                  <a:lnTo>
                    <a:pt x="1053481" y="4695274"/>
                  </a:lnTo>
                  <a:lnTo>
                    <a:pt x="1053607" y="4695274"/>
                  </a:lnTo>
                  <a:lnTo>
                    <a:pt x="1053733" y="4695274"/>
                  </a:lnTo>
                  <a:lnTo>
                    <a:pt x="1053859" y="4695274"/>
                  </a:lnTo>
                  <a:lnTo>
                    <a:pt x="1053986" y="4695274"/>
                  </a:lnTo>
                  <a:lnTo>
                    <a:pt x="1054112" y="4695274"/>
                  </a:lnTo>
                  <a:lnTo>
                    <a:pt x="1054238" y="4695274"/>
                  </a:lnTo>
                  <a:lnTo>
                    <a:pt x="1054364" y="4695274"/>
                  </a:lnTo>
                  <a:lnTo>
                    <a:pt x="1054491" y="4695274"/>
                  </a:lnTo>
                  <a:lnTo>
                    <a:pt x="1054617" y="4695274"/>
                  </a:lnTo>
                  <a:lnTo>
                    <a:pt x="1054743" y="4695274"/>
                  </a:lnTo>
                  <a:lnTo>
                    <a:pt x="1054869" y="4695274"/>
                  </a:lnTo>
                  <a:lnTo>
                    <a:pt x="1054996" y="4695274"/>
                  </a:lnTo>
                  <a:lnTo>
                    <a:pt x="1055122" y="4695274"/>
                  </a:lnTo>
                  <a:lnTo>
                    <a:pt x="1055248" y="4695274"/>
                  </a:lnTo>
                  <a:lnTo>
                    <a:pt x="1055374" y="4695274"/>
                  </a:lnTo>
                  <a:lnTo>
                    <a:pt x="1055501" y="4695274"/>
                  </a:lnTo>
                  <a:lnTo>
                    <a:pt x="1055627" y="4695274"/>
                  </a:lnTo>
                  <a:lnTo>
                    <a:pt x="1055753" y="4695274"/>
                  </a:lnTo>
                  <a:lnTo>
                    <a:pt x="1055879" y="4695274"/>
                  </a:lnTo>
                  <a:lnTo>
                    <a:pt x="1056006" y="4695274"/>
                  </a:lnTo>
                  <a:lnTo>
                    <a:pt x="1056132" y="4695274"/>
                  </a:lnTo>
                  <a:lnTo>
                    <a:pt x="1056258" y="4695274"/>
                  </a:lnTo>
                  <a:lnTo>
                    <a:pt x="1056384" y="4695274"/>
                  </a:lnTo>
                  <a:lnTo>
                    <a:pt x="1056511" y="4695274"/>
                  </a:lnTo>
                  <a:lnTo>
                    <a:pt x="1056637" y="4695274"/>
                  </a:lnTo>
                  <a:lnTo>
                    <a:pt x="1056763" y="4695274"/>
                  </a:lnTo>
                  <a:lnTo>
                    <a:pt x="1056890" y="4695274"/>
                  </a:lnTo>
                  <a:lnTo>
                    <a:pt x="1057016" y="4695274"/>
                  </a:lnTo>
                  <a:lnTo>
                    <a:pt x="1057142" y="4695274"/>
                  </a:lnTo>
                  <a:lnTo>
                    <a:pt x="1057268" y="4695274"/>
                  </a:lnTo>
                  <a:lnTo>
                    <a:pt x="1057395" y="4695274"/>
                  </a:lnTo>
                  <a:lnTo>
                    <a:pt x="1057395" y="4690363"/>
                  </a:lnTo>
                  <a:lnTo>
                    <a:pt x="1057521" y="4690363"/>
                  </a:lnTo>
                  <a:lnTo>
                    <a:pt x="1057647" y="4690363"/>
                  </a:lnTo>
                  <a:lnTo>
                    <a:pt x="1057773" y="4690363"/>
                  </a:lnTo>
                  <a:lnTo>
                    <a:pt x="1057900" y="4690363"/>
                  </a:lnTo>
                  <a:lnTo>
                    <a:pt x="1058026" y="4690363"/>
                  </a:lnTo>
                  <a:lnTo>
                    <a:pt x="1058152" y="4690363"/>
                  </a:lnTo>
                  <a:lnTo>
                    <a:pt x="1058278" y="4690363"/>
                  </a:lnTo>
                  <a:lnTo>
                    <a:pt x="1058405" y="4690363"/>
                  </a:lnTo>
                  <a:lnTo>
                    <a:pt x="1058531" y="4690363"/>
                  </a:lnTo>
                  <a:lnTo>
                    <a:pt x="1058657" y="4690363"/>
                  </a:lnTo>
                  <a:lnTo>
                    <a:pt x="1058783" y="4690363"/>
                  </a:lnTo>
                  <a:lnTo>
                    <a:pt x="1058910" y="4690363"/>
                  </a:lnTo>
                  <a:lnTo>
                    <a:pt x="1059036" y="4690363"/>
                  </a:lnTo>
                  <a:lnTo>
                    <a:pt x="1059162" y="4690363"/>
                  </a:lnTo>
                  <a:lnTo>
                    <a:pt x="1059288" y="4690363"/>
                  </a:lnTo>
                  <a:lnTo>
                    <a:pt x="1059415" y="4690363"/>
                  </a:lnTo>
                  <a:lnTo>
                    <a:pt x="1059541" y="4690363"/>
                  </a:lnTo>
                  <a:lnTo>
                    <a:pt x="1059667" y="4690363"/>
                  </a:lnTo>
                  <a:lnTo>
                    <a:pt x="1059793" y="4690363"/>
                  </a:lnTo>
                  <a:lnTo>
                    <a:pt x="1059920" y="4690363"/>
                  </a:lnTo>
                  <a:lnTo>
                    <a:pt x="1060046" y="4690363"/>
                  </a:lnTo>
                  <a:lnTo>
                    <a:pt x="1060172" y="4690363"/>
                  </a:lnTo>
                  <a:lnTo>
                    <a:pt x="1060298" y="4690363"/>
                  </a:lnTo>
                  <a:lnTo>
                    <a:pt x="1060425" y="4690363"/>
                  </a:lnTo>
                  <a:lnTo>
                    <a:pt x="1060551" y="4690363"/>
                  </a:lnTo>
                  <a:lnTo>
                    <a:pt x="1060677" y="4690363"/>
                  </a:lnTo>
                  <a:lnTo>
                    <a:pt x="1060803" y="4690363"/>
                  </a:lnTo>
                  <a:lnTo>
                    <a:pt x="1060930" y="4690363"/>
                  </a:lnTo>
                  <a:lnTo>
                    <a:pt x="1061056" y="4690363"/>
                  </a:lnTo>
                  <a:lnTo>
                    <a:pt x="1061182" y="4690363"/>
                  </a:lnTo>
                  <a:lnTo>
                    <a:pt x="1061308" y="4690363"/>
                  </a:lnTo>
                  <a:lnTo>
                    <a:pt x="1061435" y="4690363"/>
                  </a:lnTo>
                  <a:lnTo>
                    <a:pt x="1061561" y="4690363"/>
                  </a:lnTo>
                  <a:lnTo>
                    <a:pt x="1061687" y="4690363"/>
                  </a:lnTo>
                  <a:lnTo>
                    <a:pt x="1061813" y="4690363"/>
                  </a:lnTo>
                  <a:lnTo>
                    <a:pt x="1061940" y="4690363"/>
                  </a:lnTo>
                  <a:lnTo>
                    <a:pt x="1062066" y="4690363"/>
                  </a:lnTo>
                  <a:lnTo>
                    <a:pt x="1062192" y="4690363"/>
                  </a:lnTo>
                  <a:lnTo>
                    <a:pt x="1062319" y="4690363"/>
                  </a:lnTo>
                  <a:lnTo>
                    <a:pt x="1062445" y="4690363"/>
                  </a:lnTo>
                  <a:lnTo>
                    <a:pt x="1062571" y="4690363"/>
                  </a:lnTo>
                  <a:lnTo>
                    <a:pt x="1062697" y="4690363"/>
                  </a:lnTo>
                  <a:lnTo>
                    <a:pt x="1062824" y="4690363"/>
                  </a:lnTo>
                  <a:lnTo>
                    <a:pt x="1062950" y="4690363"/>
                  </a:lnTo>
                  <a:lnTo>
                    <a:pt x="1063076" y="4690363"/>
                  </a:lnTo>
                  <a:lnTo>
                    <a:pt x="1063202" y="4690363"/>
                  </a:lnTo>
                  <a:lnTo>
                    <a:pt x="1063329" y="4690363"/>
                  </a:lnTo>
                  <a:lnTo>
                    <a:pt x="1063455" y="4690363"/>
                  </a:lnTo>
                  <a:lnTo>
                    <a:pt x="1063581" y="4690363"/>
                  </a:lnTo>
                  <a:lnTo>
                    <a:pt x="1063707" y="4690363"/>
                  </a:lnTo>
                  <a:lnTo>
                    <a:pt x="1063834" y="4690363"/>
                  </a:lnTo>
                  <a:lnTo>
                    <a:pt x="1063960" y="4690363"/>
                  </a:lnTo>
                  <a:lnTo>
                    <a:pt x="1064086" y="4690363"/>
                  </a:lnTo>
                  <a:lnTo>
                    <a:pt x="1064212" y="4690363"/>
                  </a:lnTo>
                  <a:lnTo>
                    <a:pt x="1064339" y="4690363"/>
                  </a:lnTo>
                  <a:lnTo>
                    <a:pt x="1064465" y="4690363"/>
                  </a:lnTo>
                  <a:lnTo>
                    <a:pt x="1064591" y="4690363"/>
                  </a:lnTo>
                  <a:lnTo>
                    <a:pt x="1064717" y="4690363"/>
                  </a:lnTo>
                  <a:lnTo>
                    <a:pt x="1064844" y="4690363"/>
                  </a:lnTo>
                  <a:lnTo>
                    <a:pt x="1064970" y="4690363"/>
                  </a:lnTo>
                  <a:lnTo>
                    <a:pt x="1065096" y="4690363"/>
                  </a:lnTo>
                  <a:lnTo>
                    <a:pt x="1065222" y="4690363"/>
                  </a:lnTo>
                  <a:lnTo>
                    <a:pt x="1065349" y="4690363"/>
                  </a:lnTo>
                  <a:lnTo>
                    <a:pt x="1065349" y="4685451"/>
                  </a:lnTo>
                  <a:lnTo>
                    <a:pt x="1065475" y="4685451"/>
                  </a:lnTo>
                  <a:lnTo>
                    <a:pt x="1065601" y="4685451"/>
                  </a:lnTo>
                  <a:lnTo>
                    <a:pt x="1065727" y="4685451"/>
                  </a:lnTo>
                  <a:lnTo>
                    <a:pt x="1065854" y="4685451"/>
                  </a:lnTo>
                  <a:lnTo>
                    <a:pt x="1065980" y="4685451"/>
                  </a:lnTo>
                  <a:lnTo>
                    <a:pt x="1066106" y="4685451"/>
                  </a:lnTo>
                  <a:lnTo>
                    <a:pt x="1066232" y="4685451"/>
                  </a:lnTo>
                  <a:lnTo>
                    <a:pt x="1066359" y="4685451"/>
                  </a:lnTo>
                  <a:lnTo>
                    <a:pt x="1066485" y="4685451"/>
                  </a:lnTo>
                  <a:lnTo>
                    <a:pt x="1066611" y="4685451"/>
                  </a:lnTo>
                  <a:lnTo>
                    <a:pt x="1066737" y="4685451"/>
                  </a:lnTo>
                  <a:lnTo>
                    <a:pt x="1066864" y="4685451"/>
                  </a:lnTo>
                  <a:lnTo>
                    <a:pt x="1066864" y="4680540"/>
                  </a:lnTo>
                  <a:lnTo>
                    <a:pt x="1066990" y="4680540"/>
                  </a:lnTo>
                  <a:lnTo>
                    <a:pt x="1067116" y="4680540"/>
                  </a:lnTo>
                  <a:lnTo>
                    <a:pt x="1067243" y="4680540"/>
                  </a:lnTo>
                  <a:lnTo>
                    <a:pt x="1067369" y="4680540"/>
                  </a:lnTo>
                  <a:lnTo>
                    <a:pt x="1067495" y="4680540"/>
                  </a:lnTo>
                  <a:lnTo>
                    <a:pt x="1067621" y="4680540"/>
                  </a:lnTo>
                  <a:lnTo>
                    <a:pt x="1067748" y="4680540"/>
                  </a:lnTo>
                  <a:lnTo>
                    <a:pt x="1067874" y="4680540"/>
                  </a:lnTo>
                  <a:lnTo>
                    <a:pt x="1068000" y="4680540"/>
                  </a:lnTo>
                  <a:lnTo>
                    <a:pt x="1068126" y="4680540"/>
                  </a:lnTo>
                  <a:lnTo>
                    <a:pt x="1068253" y="4680540"/>
                  </a:lnTo>
                  <a:lnTo>
                    <a:pt x="1068379" y="4680540"/>
                  </a:lnTo>
                  <a:lnTo>
                    <a:pt x="1068505" y="4680540"/>
                  </a:lnTo>
                  <a:lnTo>
                    <a:pt x="1068631" y="4680540"/>
                  </a:lnTo>
                  <a:lnTo>
                    <a:pt x="1068758" y="4680540"/>
                  </a:lnTo>
                  <a:lnTo>
                    <a:pt x="1068884" y="4680540"/>
                  </a:lnTo>
                  <a:lnTo>
                    <a:pt x="1069010" y="4680540"/>
                  </a:lnTo>
                  <a:lnTo>
                    <a:pt x="1069136" y="4680540"/>
                  </a:lnTo>
                  <a:lnTo>
                    <a:pt x="1069263" y="4680540"/>
                  </a:lnTo>
                  <a:lnTo>
                    <a:pt x="1069389" y="4680540"/>
                  </a:lnTo>
                  <a:lnTo>
                    <a:pt x="1069515" y="4680540"/>
                  </a:lnTo>
                  <a:lnTo>
                    <a:pt x="1069641" y="4680540"/>
                  </a:lnTo>
                  <a:lnTo>
                    <a:pt x="1069768" y="4680540"/>
                  </a:lnTo>
                  <a:lnTo>
                    <a:pt x="1069894" y="4680540"/>
                  </a:lnTo>
                  <a:lnTo>
                    <a:pt x="1070020" y="4680540"/>
                  </a:lnTo>
                  <a:lnTo>
                    <a:pt x="1070146" y="4680540"/>
                  </a:lnTo>
                  <a:lnTo>
                    <a:pt x="1070273" y="4680540"/>
                  </a:lnTo>
                  <a:lnTo>
                    <a:pt x="1070399" y="4680540"/>
                  </a:lnTo>
                  <a:lnTo>
                    <a:pt x="1070525" y="4680540"/>
                  </a:lnTo>
                  <a:lnTo>
                    <a:pt x="1070651" y="4680540"/>
                  </a:lnTo>
                  <a:lnTo>
                    <a:pt x="1070778" y="4680540"/>
                  </a:lnTo>
                  <a:lnTo>
                    <a:pt x="1070904" y="4680540"/>
                  </a:lnTo>
                  <a:lnTo>
                    <a:pt x="1071030" y="4680540"/>
                  </a:lnTo>
                  <a:lnTo>
                    <a:pt x="1071156" y="4680540"/>
                  </a:lnTo>
                  <a:lnTo>
                    <a:pt x="1071283" y="4680540"/>
                  </a:lnTo>
                  <a:lnTo>
                    <a:pt x="1071409" y="4680540"/>
                  </a:lnTo>
                  <a:lnTo>
                    <a:pt x="1071535" y="4680540"/>
                  </a:lnTo>
                  <a:lnTo>
                    <a:pt x="1071661" y="4680540"/>
                  </a:lnTo>
                  <a:lnTo>
                    <a:pt x="1071788" y="4680540"/>
                  </a:lnTo>
                  <a:lnTo>
                    <a:pt x="1071914" y="4680540"/>
                  </a:lnTo>
                  <a:lnTo>
                    <a:pt x="1072040" y="4680540"/>
                  </a:lnTo>
                  <a:lnTo>
                    <a:pt x="1072167" y="4680540"/>
                  </a:lnTo>
                  <a:lnTo>
                    <a:pt x="1072293" y="4680540"/>
                  </a:lnTo>
                  <a:lnTo>
                    <a:pt x="1072419" y="4680540"/>
                  </a:lnTo>
                  <a:lnTo>
                    <a:pt x="1072545" y="4680540"/>
                  </a:lnTo>
                  <a:lnTo>
                    <a:pt x="1072672" y="4680540"/>
                  </a:lnTo>
                  <a:lnTo>
                    <a:pt x="1072798" y="4680540"/>
                  </a:lnTo>
                  <a:lnTo>
                    <a:pt x="1072924" y="4680540"/>
                  </a:lnTo>
                  <a:lnTo>
                    <a:pt x="1073050" y="4680540"/>
                  </a:lnTo>
                  <a:lnTo>
                    <a:pt x="1073177" y="4680540"/>
                  </a:lnTo>
                  <a:lnTo>
                    <a:pt x="1073303" y="4680540"/>
                  </a:lnTo>
                  <a:lnTo>
                    <a:pt x="1073429" y="4680540"/>
                  </a:lnTo>
                  <a:lnTo>
                    <a:pt x="1073555" y="4680540"/>
                  </a:lnTo>
                  <a:lnTo>
                    <a:pt x="1073682" y="4680540"/>
                  </a:lnTo>
                  <a:lnTo>
                    <a:pt x="1073808" y="4680540"/>
                  </a:lnTo>
                  <a:lnTo>
                    <a:pt x="1073934" y="4680540"/>
                  </a:lnTo>
                  <a:lnTo>
                    <a:pt x="1074060" y="4680540"/>
                  </a:lnTo>
                  <a:lnTo>
                    <a:pt x="1074060" y="4675628"/>
                  </a:lnTo>
                  <a:lnTo>
                    <a:pt x="1074187" y="4675628"/>
                  </a:lnTo>
                  <a:lnTo>
                    <a:pt x="1074313" y="4675628"/>
                  </a:lnTo>
                  <a:lnTo>
                    <a:pt x="1074439" y="4675628"/>
                  </a:lnTo>
                  <a:lnTo>
                    <a:pt x="1074565" y="4675628"/>
                  </a:lnTo>
                  <a:lnTo>
                    <a:pt x="1074692" y="4675628"/>
                  </a:lnTo>
                  <a:lnTo>
                    <a:pt x="1074818" y="4675628"/>
                  </a:lnTo>
                  <a:lnTo>
                    <a:pt x="1074944" y="4675628"/>
                  </a:lnTo>
                  <a:lnTo>
                    <a:pt x="1074944" y="4670717"/>
                  </a:lnTo>
                  <a:lnTo>
                    <a:pt x="1075070" y="4670717"/>
                  </a:lnTo>
                  <a:lnTo>
                    <a:pt x="1075197" y="4670717"/>
                  </a:lnTo>
                  <a:lnTo>
                    <a:pt x="1075323" y="4670717"/>
                  </a:lnTo>
                  <a:lnTo>
                    <a:pt x="1075449" y="4670717"/>
                  </a:lnTo>
                  <a:lnTo>
                    <a:pt x="1075575" y="4670717"/>
                  </a:lnTo>
                  <a:lnTo>
                    <a:pt x="1075702" y="4670717"/>
                  </a:lnTo>
                  <a:lnTo>
                    <a:pt x="1075828" y="4670717"/>
                  </a:lnTo>
                  <a:lnTo>
                    <a:pt x="1075954" y="4670717"/>
                  </a:lnTo>
                  <a:lnTo>
                    <a:pt x="1076080" y="4670717"/>
                  </a:lnTo>
                  <a:lnTo>
                    <a:pt x="1076207" y="4670717"/>
                  </a:lnTo>
                  <a:lnTo>
                    <a:pt x="1076333" y="4670717"/>
                  </a:lnTo>
                  <a:lnTo>
                    <a:pt x="1076459" y="4670717"/>
                  </a:lnTo>
                  <a:lnTo>
                    <a:pt x="1076585" y="4670717"/>
                  </a:lnTo>
                  <a:lnTo>
                    <a:pt x="1076712" y="4670717"/>
                  </a:lnTo>
                  <a:lnTo>
                    <a:pt x="1076838" y="4670717"/>
                  </a:lnTo>
                  <a:lnTo>
                    <a:pt x="1076964" y="4670717"/>
                  </a:lnTo>
                  <a:lnTo>
                    <a:pt x="1077090" y="4670717"/>
                  </a:lnTo>
                  <a:lnTo>
                    <a:pt x="1077217" y="4670717"/>
                  </a:lnTo>
                  <a:lnTo>
                    <a:pt x="1077343" y="4670717"/>
                  </a:lnTo>
                  <a:lnTo>
                    <a:pt x="1077469" y="4670717"/>
                  </a:lnTo>
                  <a:lnTo>
                    <a:pt x="1077596" y="4670717"/>
                  </a:lnTo>
                  <a:lnTo>
                    <a:pt x="1077722" y="4670717"/>
                  </a:lnTo>
                  <a:lnTo>
                    <a:pt x="1077848" y="4670717"/>
                  </a:lnTo>
                  <a:lnTo>
                    <a:pt x="1077974" y="4670717"/>
                  </a:lnTo>
                  <a:lnTo>
                    <a:pt x="1078101" y="4670717"/>
                  </a:lnTo>
                  <a:lnTo>
                    <a:pt x="1078227" y="4670717"/>
                  </a:lnTo>
                  <a:lnTo>
                    <a:pt x="1078227" y="4665806"/>
                  </a:lnTo>
                  <a:lnTo>
                    <a:pt x="1078353" y="4665806"/>
                  </a:lnTo>
                  <a:lnTo>
                    <a:pt x="1078479" y="4665806"/>
                  </a:lnTo>
                  <a:lnTo>
                    <a:pt x="1078606" y="4665806"/>
                  </a:lnTo>
                  <a:lnTo>
                    <a:pt x="1078732" y="4665806"/>
                  </a:lnTo>
                  <a:lnTo>
                    <a:pt x="1078858" y="4665806"/>
                  </a:lnTo>
                  <a:lnTo>
                    <a:pt x="1078984" y="4665806"/>
                  </a:lnTo>
                  <a:lnTo>
                    <a:pt x="1079111" y="4665806"/>
                  </a:lnTo>
                  <a:lnTo>
                    <a:pt x="1079237" y="4665806"/>
                  </a:lnTo>
                  <a:lnTo>
                    <a:pt x="1079363" y="4665806"/>
                  </a:lnTo>
                  <a:lnTo>
                    <a:pt x="1079489" y="4665806"/>
                  </a:lnTo>
                  <a:lnTo>
                    <a:pt x="1079616" y="4665806"/>
                  </a:lnTo>
                  <a:lnTo>
                    <a:pt x="1079742" y="4665806"/>
                  </a:lnTo>
                  <a:lnTo>
                    <a:pt x="1079868" y="4665806"/>
                  </a:lnTo>
                  <a:lnTo>
                    <a:pt x="1079994" y="4665806"/>
                  </a:lnTo>
                  <a:lnTo>
                    <a:pt x="1080121" y="4665806"/>
                  </a:lnTo>
                  <a:lnTo>
                    <a:pt x="1080247" y="4665806"/>
                  </a:lnTo>
                  <a:lnTo>
                    <a:pt x="1080373" y="4665806"/>
                  </a:lnTo>
                  <a:lnTo>
                    <a:pt x="1080499" y="4665806"/>
                  </a:lnTo>
                  <a:lnTo>
                    <a:pt x="1080626" y="4665806"/>
                  </a:lnTo>
                  <a:lnTo>
                    <a:pt x="1080752" y="4665806"/>
                  </a:lnTo>
                  <a:lnTo>
                    <a:pt x="1080878" y="4665806"/>
                  </a:lnTo>
                  <a:lnTo>
                    <a:pt x="1081004" y="4665806"/>
                  </a:lnTo>
                  <a:lnTo>
                    <a:pt x="1081131" y="4665806"/>
                  </a:lnTo>
                  <a:lnTo>
                    <a:pt x="1081257" y="4665806"/>
                  </a:lnTo>
                  <a:lnTo>
                    <a:pt x="1081383" y="4665806"/>
                  </a:lnTo>
                  <a:lnTo>
                    <a:pt x="1081509" y="4665806"/>
                  </a:lnTo>
                  <a:lnTo>
                    <a:pt x="1081636" y="4665806"/>
                  </a:lnTo>
                  <a:lnTo>
                    <a:pt x="1081762" y="4665806"/>
                  </a:lnTo>
                  <a:lnTo>
                    <a:pt x="1081888" y="4665806"/>
                  </a:lnTo>
                  <a:lnTo>
                    <a:pt x="1082014" y="4665806"/>
                  </a:lnTo>
                  <a:lnTo>
                    <a:pt x="1082141" y="4665806"/>
                  </a:lnTo>
                  <a:lnTo>
                    <a:pt x="1082267" y="4665806"/>
                  </a:lnTo>
                  <a:lnTo>
                    <a:pt x="1082393" y="4665806"/>
                  </a:lnTo>
                  <a:lnTo>
                    <a:pt x="1082393" y="4660894"/>
                  </a:lnTo>
                  <a:lnTo>
                    <a:pt x="1082520" y="4660894"/>
                  </a:lnTo>
                  <a:lnTo>
                    <a:pt x="1082646" y="4660894"/>
                  </a:lnTo>
                  <a:lnTo>
                    <a:pt x="1082772" y="4660894"/>
                  </a:lnTo>
                  <a:lnTo>
                    <a:pt x="1082898" y="4660894"/>
                  </a:lnTo>
                  <a:lnTo>
                    <a:pt x="1083025" y="4660894"/>
                  </a:lnTo>
                  <a:lnTo>
                    <a:pt x="1083151" y="4660894"/>
                  </a:lnTo>
                  <a:lnTo>
                    <a:pt x="1083277" y="4660894"/>
                  </a:lnTo>
                  <a:lnTo>
                    <a:pt x="1083403" y="4660894"/>
                  </a:lnTo>
                  <a:lnTo>
                    <a:pt x="1083530" y="4660894"/>
                  </a:lnTo>
                  <a:lnTo>
                    <a:pt x="1083656" y="4660894"/>
                  </a:lnTo>
                  <a:lnTo>
                    <a:pt x="1083782" y="4660894"/>
                  </a:lnTo>
                  <a:lnTo>
                    <a:pt x="1083908" y="4660894"/>
                  </a:lnTo>
                  <a:lnTo>
                    <a:pt x="1084035" y="4660894"/>
                  </a:lnTo>
                  <a:lnTo>
                    <a:pt x="1084161" y="4660894"/>
                  </a:lnTo>
                  <a:lnTo>
                    <a:pt x="1084287" y="4660894"/>
                  </a:lnTo>
                  <a:lnTo>
                    <a:pt x="1084413" y="4660894"/>
                  </a:lnTo>
                  <a:lnTo>
                    <a:pt x="1084540" y="4660894"/>
                  </a:lnTo>
                  <a:lnTo>
                    <a:pt x="1084666" y="4660894"/>
                  </a:lnTo>
                  <a:lnTo>
                    <a:pt x="1084792" y="4660894"/>
                  </a:lnTo>
                  <a:lnTo>
                    <a:pt x="1084918" y="4660894"/>
                  </a:lnTo>
                  <a:lnTo>
                    <a:pt x="1085045" y="4660894"/>
                  </a:lnTo>
                  <a:lnTo>
                    <a:pt x="1085171" y="4660894"/>
                  </a:lnTo>
                  <a:lnTo>
                    <a:pt x="1085297" y="4660894"/>
                  </a:lnTo>
                  <a:lnTo>
                    <a:pt x="1085423" y="4660894"/>
                  </a:lnTo>
                  <a:lnTo>
                    <a:pt x="1085550" y="4660894"/>
                  </a:lnTo>
                  <a:lnTo>
                    <a:pt x="1085676" y="4660894"/>
                  </a:lnTo>
                  <a:lnTo>
                    <a:pt x="1085802" y="4660894"/>
                  </a:lnTo>
                  <a:lnTo>
                    <a:pt x="1085928" y="4660894"/>
                  </a:lnTo>
                  <a:lnTo>
                    <a:pt x="1086055" y="4660894"/>
                  </a:lnTo>
                  <a:lnTo>
                    <a:pt x="1086181" y="4660894"/>
                  </a:lnTo>
                  <a:lnTo>
                    <a:pt x="1086307" y="4660894"/>
                  </a:lnTo>
                  <a:lnTo>
                    <a:pt x="1086433" y="4660894"/>
                  </a:lnTo>
                  <a:lnTo>
                    <a:pt x="1086560" y="4660894"/>
                  </a:lnTo>
                  <a:lnTo>
                    <a:pt x="1086686" y="4660894"/>
                  </a:lnTo>
                  <a:lnTo>
                    <a:pt x="1086812" y="4660894"/>
                  </a:lnTo>
                  <a:lnTo>
                    <a:pt x="1086938" y="4660894"/>
                  </a:lnTo>
                  <a:lnTo>
                    <a:pt x="1087065" y="4660894"/>
                  </a:lnTo>
                  <a:lnTo>
                    <a:pt x="1087191" y="4660894"/>
                  </a:lnTo>
                  <a:lnTo>
                    <a:pt x="1087317" y="4660894"/>
                  </a:lnTo>
                  <a:lnTo>
                    <a:pt x="1087443" y="4660894"/>
                  </a:lnTo>
                  <a:lnTo>
                    <a:pt x="1087443" y="4655983"/>
                  </a:lnTo>
                  <a:lnTo>
                    <a:pt x="1087570" y="4655983"/>
                  </a:lnTo>
                  <a:lnTo>
                    <a:pt x="1087696" y="4655983"/>
                  </a:lnTo>
                  <a:lnTo>
                    <a:pt x="1087822" y="4655983"/>
                  </a:lnTo>
                  <a:lnTo>
                    <a:pt x="1087949" y="4655983"/>
                  </a:lnTo>
                  <a:lnTo>
                    <a:pt x="1088075" y="4655983"/>
                  </a:lnTo>
                  <a:lnTo>
                    <a:pt x="1088201" y="4655983"/>
                  </a:lnTo>
                  <a:lnTo>
                    <a:pt x="1088327" y="4655983"/>
                  </a:lnTo>
                  <a:lnTo>
                    <a:pt x="1088454" y="4655983"/>
                  </a:lnTo>
                  <a:lnTo>
                    <a:pt x="1088580" y="4655983"/>
                  </a:lnTo>
                  <a:lnTo>
                    <a:pt x="1088706" y="4655983"/>
                  </a:lnTo>
                  <a:lnTo>
                    <a:pt x="1088832" y="4655983"/>
                  </a:lnTo>
                  <a:lnTo>
                    <a:pt x="1088959" y="4655983"/>
                  </a:lnTo>
                  <a:lnTo>
                    <a:pt x="1089085" y="4655983"/>
                  </a:lnTo>
                  <a:lnTo>
                    <a:pt x="1089211" y="4655983"/>
                  </a:lnTo>
                  <a:lnTo>
                    <a:pt x="1089337" y="4655983"/>
                  </a:lnTo>
                  <a:lnTo>
                    <a:pt x="1089464" y="4655983"/>
                  </a:lnTo>
                  <a:lnTo>
                    <a:pt x="1089590" y="4655983"/>
                  </a:lnTo>
                  <a:lnTo>
                    <a:pt x="1089716" y="4655983"/>
                  </a:lnTo>
                  <a:lnTo>
                    <a:pt x="1089842" y="4655983"/>
                  </a:lnTo>
                  <a:lnTo>
                    <a:pt x="1089969" y="4655983"/>
                  </a:lnTo>
                  <a:lnTo>
                    <a:pt x="1090095" y="4655983"/>
                  </a:lnTo>
                  <a:lnTo>
                    <a:pt x="1090221" y="4655983"/>
                  </a:lnTo>
                  <a:lnTo>
                    <a:pt x="1090347" y="4655983"/>
                  </a:lnTo>
                  <a:lnTo>
                    <a:pt x="1090474" y="4655983"/>
                  </a:lnTo>
                  <a:lnTo>
                    <a:pt x="1090600" y="4655983"/>
                  </a:lnTo>
                  <a:lnTo>
                    <a:pt x="1090726" y="4655983"/>
                  </a:lnTo>
                  <a:lnTo>
                    <a:pt x="1090852" y="4655983"/>
                  </a:lnTo>
                  <a:lnTo>
                    <a:pt x="1090979" y="4655983"/>
                  </a:lnTo>
                  <a:lnTo>
                    <a:pt x="1091105" y="4655983"/>
                  </a:lnTo>
                  <a:lnTo>
                    <a:pt x="1091231" y="4655983"/>
                  </a:lnTo>
                  <a:lnTo>
                    <a:pt x="1091357" y="4655983"/>
                  </a:lnTo>
                  <a:lnTo>
                    <a:pt x="1091484" y="4655983"/>
                  </a:lnTo>
                  <a:lnTo>
                    <a:pt x="1091610" y="4655983"/>
                  </a:lnTo>
                  <a:lnTo>
                    <a:pt x="1091736" y="4655983"/>
                  </a:lnTo>
                  <a:lnTo>
                    <a:pt x="1091862" y="4655983"/>
                  </a:lnTo>
                  <a:lnTo>
                    <a:pt x="1091989" y="4655983"/>
                  </a:lnTo>
                  <a:lnTo>
                    <a:pt x="1092115" y="4655983"/>
                  </a:lnTo>
                  <a:lnTo>
                    <a:pt x="1092241" y="4655983"/>
                  </a:lnTo>
                  <a:lnTo>
                    <a:pt x="1092367" y="4655983"/>
                  </a:lnTo>
                  <a:lnTo>
                    <a:pt x="1092494" y="4655983"/>
                  </a:lnTo>
                  <a:lnTo>
                    <a:pt x="1092620" y="4655983"/>
                  </a:lnTo>
                  <a:lnTo>
                    <a:pt x="1092746" y="4655983"/>
                  </a:lnTo>
                  <a:lnTo>
                    <a:pt x="1092873" y="4655983"/>
                  </a:lnTo>
                  <a:lnTo>
                    <a:pt x="1092999" y="4655983"/>
                  </a:lnTo>
                  <a:lnTo>
                    <a:pt x="1093125" y="4655983"/>
                  </a:lnTo>
                  <a:lnTo>
                    <a:pt x="1093125" y="4651072"/>
                  </a:lnTo>
                  <a:lnTo>
                    <a:pt x="1093251" y="4651072"/>
                  </a:lnTo>
                  <a:lnTo>
                    <a:pt x="1093378" y="4651072"/>
                  </a:lnTo>
                  <a:lnTo>
                    <a:pt x="1093504" y="4651072"/>
                  </a:lnTo>
                  <a:lnTo>
                    <a:pt x="1093630" y="4651072"/>
                  </a:lnTo>
                  <a:lnTo>
                    <a:pt x="1093756" y="4651072"/>
                  </a:lnTo>
                  <a:lnTo>
                    <a:pt x="1093883" y="4651072"/>
                  </a:lnTo>
                  <a:lnTo>
                    <a:pt x="1094009" y="4651072"/>
                  </a:lnTo>
                  <a:lnTo>
                    <a:pt x="1094135" y="4651072"/>
                  </a:lnTo>
                  <a:lnTo>
                    <a:pt x="1094261" y="4651072"/>
                  </a:lnTo>
                  <a:lnTo>
                    <a:pt x="1094388" y="4651072"/>
                  </a:lnTo>
                  <a:lnTo>
                    <a:pt x="1094514" y="4651072"/>
                  </a:lnTo>
                  <a:lnTo>
                    <a:pt x="1094640" y="4651072"/>
                  </a:lnTo>
                  <a:lnTo>
                    <a:pt x="1094766" y="4651072"/>
                  </a:lnTo>
                  <a:lnTo>
                    <a:pt x="1094893" y="4651072"/>
                  </a:lnTo>
                  <a:lnTo>
                    <a:pt x="1095019" y="4651072"/>
                  </a:lnTo>
                  <a:lnTo>
                    <a:pt x="1095145" y="4651072"/>
                  </a:lnTo>
                  <a:lnTo>
                    <a:pt x="1095271" y="4651072"/>
                  </a:lnTo>
                  <a:lnTo>
                    <a:pt x="1095398" y="4651072"/>
                  </a:lnTo>
                  <a:lnTo>
                    <a:pt x="1095524" y="4651072"/>
                  </a:lnTo>
                  <a:lnTo>
                    <a:pt x="1095650" y="4651072"/>
                  </a:lnTo>
                  <a:lnTo>
                    <a:pt x="1095776" y="4651072"/>
                  </a:lnTo>
                  <a:lnTo>
                    <a:pt x="1095903" y="4651072"/>
                  </a:lnTo>
                  <a:lnTo>
                    <a:pt x="1096029" y="4651072"/>
                  </a:lnTo>
                  <a:lnTo>
                    <a:pt x="1096155" y="4651072"/>
                  </a:lnTo>
                  <a:lnTo>
                    <a:pt x="1096281" y="4651072"/>
                  </a:lnTo>
                  <a:lnTo>
                    <a:pt x="1096408" y="4651072"/>
                  </a:lnTo>
                  <a:lnTo>
                    <a:pt x="1096534" y="4651072"/>
                  </a:lnTo>
                  <a:lnTo>
                    <a:pt x="1096534" y="4646160"/>
                  </a:lnTo>
                  <a:lnTo>
                    <a:pt x="1096660" y="4646160"/>
                  </a:lnTo>
                  <a:lnTo>
                    <a:pt x="1096786" y="4646160"/>
                  </a:lnTo>
                  <a:lnTo>
                    <a:pt x="1096913" y="4646160"/>
                  </a:lnTo>
                  <a:lnTo>
                    <a:pt x="1097039" y="4646160"/>
                  </a:lnTo>
                  <a:lnTo>
                    <a:pt x="1097165" y="4646160"/>
                  </a:lnTo>
                  <a:lnTo>
                    <a:pt x="1097291" y="4646160"/>
                  </a:lnTo>
                  <a:lnTo>
                    <a:pt x="1097291" y="4641249"/>
                  </a:lnTo>
                  <a:lnTo>
                    <a:pt x="1097418" y="4641249"/>
                  </a:lnTo>
                  <a:lnTo>
                    <a:pt x="1097544" y="4641249"/>
                  </a:lnTo>
                  <a:lnTo>
                    <a:pt x="1097670" y="4641249"/>
                  </a:lnTo>
                  <a:lnTo>
                    <a:pt x="1097796" y="4641249"/>
                  </a:lnTo>
                  <a:lnTo>
                    <a:pt x="1097923" y="4641249"/>
                  </a:lnTo>
                  <a:lnTo>
                    <a:pt x="1098049" y="4641249"/>
                  </a:lnTo>
                  <a:lnTo>
                    <a:pt x="1098175" y="4641249"/>
                  </a:lnTo>
                  <a:lnTo>
                    <a:pt x="1098175" y="4636337"/>
                  </a:lnTo>
                  <a:lnTo>
                    <a:pt x="1098302" y="4636337"/>
                  </a:lnTo>
                  <a:lnTo>
                    <a:pt x="1098428" y="4636337"/>
                  </a:lnTo>
                  <a:lnTo>
                    <a:pt x="1098554" y="4636337"/>
                  </a:lnTo>
                  <a:lnTo>
                    <a:pt x="1098680" y="4636337"/>
                  </a:lnTo>
                  <a:lnTo>
                    <a:pt x="1098807" y="4636337"/>
                  </a:lnTo>
                  <a:lnTo>
                    <a:pt x="1098933" y="4636337"/>
                  </a:lnTo>
                  <a:lnTo>
                    <a:pt x="1099059" y="4636337"/>
                  </a:lnTo>
                  <a:lnTo>
                    <a:pt x="1099185" y="4636337"/>
                  </a:lnTo>
                  <a:lnTo>
                    <a:pt x="1099312" y="4636337"/>
                  </a:lnTo>
                  <a:lnTo>
                    <a:pt x="1099438" y="4636337"/>
                  </a:lnTo>
                  <a:lnTo>
                    <a:pt x="1099564" y="4636337"/>
                  </a:lnTo>
                  <a:lnTo>
                    <a:pt x="1099690" y="4636337"/>
                  </a:lnTo>
                  <a:lnTo>
                    <a:pt x="1099817" y="4636337"/>
                  </a:lnTo>
                  <a:lnTo>
                    <a:pt x="1099943" y="4636337"/>
                  </a:lnTo>
                  <a:lnTo>
                    <a:pt x="1100069" y="4636337"/>
                  </a:lnTo>
                  <a:lnTo>
                    <a:pt x="1100195" y="4636337"/>
                  </a:lnTo>
                  <a:lnTo>
                    <a:pt x="1100322" y="4636337"/>
                  </a:lnTo>
                  <a:lnTo>
                    <a:pt x="1100448" y="4636337"/>
                  </a:lnTo>
                  <a:lnTo>
                    <a:pt x="1100574" y="4636337"/>
                  </a:lnTo>
                  <a:lnTo>
                    <a:pt x="1100700" y="4636337"/>
                  </a:lnTo>
                  <a:lnTo>
                    <a:pt x="1100827" y="4636337"/>
                  </a:lnTo>
                  <a:lnTo>
                    <a:pt x="1100953" y="4636337"/>
                  </a:lnTo>
                  <a:lnTo>
                    <a:pt x="1101079" y="4636337"/>
                  </a:lnTo>
                  <a:lnTo>
                    <a:pt x="1101205" y="4636337"/>
                  </a:lnTo>
                  <a:lnTo>
                    <a:pt x="1101332" y="4636337"/>
                  </a:lnTo>
                  <a:lnTo>
                    <a:pt x="1101458" y="4636337"/>
                  </a:lnTo>
                  <a:lnTo>
                    <a:pt x="1101584" y="4636337"/>
                  </a:lnTo>
                  <a:lnTo>
                    <a:pt x="1101710" y="4636337"/>
                  </a:lnTo>
                  <a:lnTo>
                    <a:pt x="1101837" y="4636337"/>
                  </a:lnTo>
                  <a:lnTo>
                    <a:pt x="1101963" y="4636337"/>
                  </a:lnTo>
                  <a:lnTo>
                    <a:pt x="1102089" y="4636337"/>
                  </a:lnTo>
                  <a:lnTo>
                    <a:pt x="1102215" y="4636337"/>
                  </a:lnTo>
                  <a:lnTo>
                    <a:pt x="1102342" y="4636337"/>
                  </a:lnTo>
                  <a:lnTo>
                    <a:pt x="1102468" y="4636337"/>
                  </a:lnTo>
                  <a:lnTo>
                    <a:pt x="1102594" y="4636337"/>
                  </a:lnTo>
                  <a:lnTo>
                    <a:pt x="1102720" y="4636337"/>
                  </a:lnTo>
                  <a:lnTo>
                    <a:pt x="1102847" y="4636337"/>
                  </a:lnTo>
                  <a:lnTo>
                    <a:pt x="1102973" y="4636337"/>
                  </a:lnTo>
                  <a:lnTo>
                    <a:pt x="1103099" y="4636337"/>
                  </a:lnTo>
                  <a:lnTo>
                    <a:pt x="1103226" y="4636337"/>
                  </a:lnTo>
                  <a:lnTo>
                    <a:pt x="1103352" y="4636337"/>
                  </a:lnTo>
                  <a:lnTo>
                    <a:pt x="1103478" y="4636337"/>
                  </a:lnTo>
                  <a:lnTo>
                    <a:pt x="1103604" y="4636337"/>
                  </a:lnTo>
                  <a:lnTo>
                    <a:pt x="1103731" y="4636337"/>
                  </a:lnTo>
                  <a:lnTo>
                    <a:pt x="1103857" y="4636337"/>
                  </a:lnTo>
                  <a:lnTo>
                    <a:pt x="1103983" y="4636337"/>
                  </a:lnTo>
                  <a:lnTo>
                    <a:pt x="1104109" y="4636337"/>
                  </a:lnTo>
                  <a:lnTo>
                    <a:pt x="1104109" y="4631426"/>
                  </a:lnTo>
                  <a:lnTo>
                    <a:pt x="1104236" y="4631426"/>
                  </a:lnTo>
                  <a:lnTo>
                    <a:pt x="1104362" y="4631426"/>
                  </a:lnTo>
                  <a:lnTo>
                    <a:pt x="1104488" y="4631426"/>
                  </a:lnTo>
                  <a:lnTo>
                    <a:pt x="1104614" y="4631426"/>
                  </a:lnTo>
                  <a:lnTo>
                    <a:pt x="1104741" y="4631426"/>
                  </a:lnTo>
                  <a:lnTo>
                    <a:pt x="1104867" y="4631426"/>
                  </a:lnTo>
                  <a:lnTo>
                    <a:pt x="1104993" y="4631426"/>
                  </a:lnTo>
                  <a:lnTo>
                    <a:pt x="1105119" y="4631426"/>
                  </a:lnTo>
                  <a:lnTo>
                    <a:pt x="1105246" y="4631426"/>
                  </a:lnTo>
                  <a:lnTo>
                    <a:pt x="1105372" y="4631426"/>
                  </a:lnTo>
                  <a:lnTo>
                    <a:pt x="1105498" y="4631426"/>
                  </a:lnTo>
                  <a:lnTo>
                    <a:pt x="1105624" y="4631426"/>
                  </a:lnTo>
                  <a:lnTo>
                    <a:pt x="1105751" y="4631426"/>
                  </a:lnTo>
                  <a:lnTo>
                    <a:pt x="1105877" y="4631426"/>
                  </a:lnTo>
                  <a:lnTo>
                    <a:pt x="1106003" y="4631426"/>
                  </a:lnTo>
                  <a:lnTo>
                    <a:pt x="1106129" y="4631426"/>
                  </a:lnTo>
                  <a:lnTo>
                    <a:pt x="1106256" y="4631426"/>
                  </a:lnTo>
                  <a:lnTo>
                    <a:pt x="1106382" y="4631426"/>
                  </a:lnTo>
                  <a:lnTo>
                    <a:pt x="1106508" y="4631426"/>
                  </a:lnTo>
                  <a:lnTo>
                    <a:pt x="1106634" y="4631426"/>
                  </a:lnTo>
                  <a:lnTo>
                    <a:pt x="1106761" y="4631426"/>
                  </a:lnTo>
                  <a:lnTo>
                    <a:pt x="1106887" y="4631426"/>
                  </a:lnTo>
                  <a:lnTo>
                    <a:pt x="1107013" y="4631426"/>
                  </a:lnTo>
                  <a:lnTo>
                    <a:pt x="1107139" y="4631426"/>
                  </a:lnTo>
                  <a:lnTo>
                    <a:pt x="1107266" y="4631426"/>
                  </a:lnTo>
                  <a:lnTo>
                    <a:pt x="1107392" y="4631426"/>
                  </a:lnTo>
                  <a:lnTo>
                    <a:pt x="1107518" y="4631426"/>
                  </a:lnTo>
                  <a:lnTo>
                    <a:pt x="1107644" y="4631426"/>
                  </a:lnTo>
                  <a:lnTo>
                    <a:pt x="1107771" y="4631426"/>
                  </a:lnTo>
                  <a:lnTo>
                    <a:pt x="1107897" y="4631426"/>
                  </a:lnTo>
                  <a:lnTo>
                    <a:pt x="1108023" y="4631426"/>
                  </a:lnTo>
                  <a:lnTo>
                    <a:pt x="1108149" y="4631426"/>
                  </a:lnTo>
                  <a:lnTo>
                    <a:pt x="1108276" y="4631426"/>
                  </a:lnTo>
                  <a:lnTo>
                    <a:pt x="1108402" y="4631426"/>
                  </a:lnTo>
                  <a:lnTo>
                    <a:pt x="1108528" y="4631426"/>
                  </a:lnTo>
                  <a:lnTo>
                    <a:pt x="1108655" y="4631426"/>
                  </a:lnTo>
                  <a:lnTo>
                    <a:pt x="1108781" y="4631426"/>
                  </a:lnTo>
                  <a:lnTo>
                    <a:pt x="1108907" y="4631426"/>
                  </a:lnTo>
                  <a:lnTo>
                    <a:pt x="1109033" y="4631426"/>
                  </a:lnTo>
                  <a:lnTo>
                    <a:pt x="1109160" y="4631426"/>
                  </a:lnTo>
                  <a:lnTo>
                    <a:pt x="1109286" y="4631426"/>
                  </a:lnTo>
                  <a:lnTo>
                    <a:pt x="1109412" y="4631426"/>
                  </a:lnTo>
                  <a:lnTo>
                    <a:pt x="1109538" y="4631426"/>
                  </a:lnTo>
                  <a:lnTo>
                    <a:pt x="1109665" y="4631426"/>
                  </a:lnTo>
                  <a:lnTo>
                    <a:pt x="1109791" y="4631426"/>
                  </a:lnTo>
                  <a:lnTo>
                    <a:pt x="1109917" y="4631426"/>
                  </a:lnTo>
                  <a:lnTo>
                    <a:pt x="1110043" y="4631426"/>
                  </a:lnTo>
                  <a:lnTo>
                    <a:pt x="1110170" y="4631426"/>
                  </a:lnTo>
                  <a:lnTo>
                    <a:pt x="1110296" y="4631426"/>
                  </a:lnTo>
                  <a:lnTo>
                    <a:pt x="1110422" y="4631426"/>
                  </a:lnTo>
                  <a:lnTo>
                    <a:pt x="1110548" y="4631426"/>
                  </a:lnTo>
                  <a:lnTo>
                    <a:pt x="1110675" y="4631426"/>
                  </a:lnTo>
                  <a:lnTo>
                    <a:pt x="1110801" y="4631426"/>
                  </a:lnTo>
                  <a:lnTo>
                    <a:pt x="1110927" y="4631426"/>
                  </a:lnTo>
                  <a:lnTo>
                    <a:pt x="1111053" y="4631426"/>
                  </a:lnTo>
                  <a:lnTo>
                    <a:pt x="1111180" y="4631426"/>
                  </a:lnTo>
                  <a:lnTo>
                    <a:pt x="1111306" y="4631426"/>
                  </a:lnTo>
                  <a:lnTo>
                    <a:pt x="1111432" y="4631426"/>
                  </a:lnTo>
                  <a:lnTo>
                    <a:pt x="1111558" y="4631426"/>
                  </a:lnTo>
                  <a:lnTo>
                    <a:pt x="1111685" y="4631426"/>
                  </a:lnTo>
                  <a:lnTo>
                    <a:pt x="1111811" y="4631426"/>
                  </a:lnTo>
                  <a:lnTo>
                    <a:pt x="1111937" y="4631426"/>
                  </a:lnTo>
                  <a:lnTo>
                    <a:pt x="1112063" y="4631426"/>
                  </a:lnTo>
                  <a:lnTo>
                    <a:pt x="1112190" y="4631426"/>
                  </a:lnTo>
                  <a:lnTo>
                    <a:pt x="1112316" y="4631426"/>
                  </a:lnTo>
                  <a:lnTo>
                    <a:pt x="1112442" y="4631426"/>
                  </a:lnTo>
                  <a:lnTo>
                    <a:pt x="1112568" y="4631426"/>
                  </a:lnTo>
                  <a:lnTo>
                    <a:pt x="1112695" y="4631426"/>
                  </a:lnTo>
                  <a:lnTo>
                    <a:pt x="1112821" y="4631426"/>
                  </a:lnTo>
                  <a:lnTo>
                    <a:pt x="1112947" y="4631426"/>
                  </a:lnTo>
                  <a:lnTo>
                    <a:pt x="1113073" y="4631426"/>
                  </a:lnTo>
                  <a:lnTo>
                    <a:pt x="1113200" y="4631426"/>
                  </a:lnTo>
                  <a:lnTo>
                    <a:pt x="1113326" y="4631426"/>
                  </a:lnTo>
                  <a:lnTo>
                    <a:pt x="1113452" y="4631426"/>
                  </a:lnTo>
                  <a:lnTo>
                    <a:pt x="1113579" y="4631426"/>
                  </a:lnTo>
                  <a:lnTo>
                    <a:pt x="1113705" y="4631426"/>
                  </a:lnTo>
                  <a:lnTo>
                    <a:pt x="1113831" y="4631426"/>
                  </a:lnTo>
                  <a:lnTo>
                    <a:pt x="1113957" y="4631426"/>
                  </a:lnTo>
                  <a:lnTo>
                    <a:pt x="1114084" y="4631426"/>
                  </a:lnTo>
                  <a:lnTo>
                    <a:pt x="1114084" y="4626515"/>
                  </a:lnTo>
                  <a:lnTo>
                    <a:pt x="1114210" y="4626515"/>
                  </a:lnTo>
                  <a:lnTo>
                    <a:pt x="1114336" y="4626515"/>
                  </a:lnTo>
                  <a:lnTo>
                    <a:pt x="1114462" y="4626515"/>
                  </a:lnTo>
                  <a:lnTo>
                    <a:pt x="1114589" y="4626515"/>
                  </a:lnTo>
                  <a:lnTo>
                    <a:pt x="1114715" y="4626515"/>
                  </a:lnTo>
                  <a:lnTo>
                    <a:pt x="1114841" y="4626515"/>
                  </a:lnTo>
                  <a:lnTo>
                    <a:pt x="1114967" y="4626515"/>
                  </a:lnTo>
                  <a:lnTo>
                    <a:pt x="1115094" y="4626515"/>
                  </a:lnTo>
                  <a:lnTo>
                    <a:pt x="1115220" y="4626515"/>
                  </a:lnTo>
                  <a:lnTo>
                    <a:pt x="1115346" y="4626515"/>
                  </a:lnTo>
                  <a:lnTo>
                    <a:pt x="1115472" y="4626515"/>
                  </a:lnTo>
                  <a:lnTo>
                    <a:pt x="1115599" y="4626515"/>
                  </a:lnTo>
                  <a:lnTo>
                    <a:pt x="1115599" y="4621603"/>
                  </a:lnTo>
                  <a:lnTo>
                    <a:pt x="1115725" y="4621603"/>
                  </a:lnTo>
                  <a:lnTo>
                    <a:pt x="1115851" y="4621603"/>
                  </a:lnTo>
                  <a:lnTo>
                    <a:pt x="1115977" y="4621603"/>
                  </a:lnTo>
                  <a:lnTo>
                    <a:pt x="1116104" y="4621603"/>
                  </a:lnTo>
                  <a:lnTo>
                    <a:pt x="1116230" y="4621603"/>
                  </a:lnTo>
                  <a:lnTo>
                    <a:pt x="1116356" y="4621603"/>
                  </a:lnTo>
                  <a:lnTo>
                    <a:pt x="1116482" y="4621603"/>
                  </a:lnTo>
                  <a:lnTo>
                    <a:pt x="1116609" y="4621603"/>
                  </a:lnTo>
                  <a:lnTo>
                    <a:pt x="1116735" y="4621603"/>
                  </a:lnTo>
                  <a:lnTo>
                    <a:pt x="1116861" y="4621603"/>
                  </a:lnTo>
                  <a:lnTo>
                    <a:pt x="1116987" y="4621603"/>
                  </a:lnTo>
                  <a:lnTo>
                    <a:pt x="1117114" y="4621603"/>
                  </a:lnTo>
                  <a:lnTo>
                    <a:pt x="1117240" y="4621603"/>
                  </a:lnTo>
                  <a:lnTo>
                    <a:pt x="1117366" y="4621603"/>
                  </a:lnTo>
                  <a:lnTo>
                    <a:pt x="1117492" y="4621603"/>
                  </a:lnTo>
                  <a:lnTo>
                    <a:pt x="1117619" y="4621603"/>
                  </a:lnTo>
                  <a:lnTo>
                    <a:pt x="1117745" y="4621603"/>
                  </a:lnTo>
                  <a:lnTo>
                    <a:pt x="1117871" y="4621603"/>
                  </a:lnTo>
                  <a:lnTo>
                    <a:pt x="1117997" y="4621603"/>
                  </a:lnTo>
                  <a:lnTo>
                    <a:pt x="1118124" y="4621603"/>
                  </a:lnTo>
                  <a:lnTo>
                    <a:pt x="1118250" y="4621603"/>
                  </a:lnTo>
                  <a:lnTo>
                    <a:pt x="1118376" y="4621603"/>
                  </a:lnTo>
                  <a:lnTo>
                    <a:pt x="1118502" y="4621603"/>
                  </a:lnTo>
                  <a:lnTo>
                    <a:pt x="1118629" y="4621603"/>
                  </a:lnTo>
                  <a:lnTo>
                    <a:pt x="1118755" y="4621603"/>
                  </a:lnTo>
                  <a:lnTo>
                    <a:pt x="1118881" y="4621603"/>
                  </a:lnTo>
                  <a:lnTo>
                    <a:pt x="1119008" y="4621603"/>
                  </a:lnTo>
                  <a:lnTo>
                    <a:pt x="1119134" y="4621603"/>
                  </a:lnTo>
                  <a:lnTo>
                    <a:pt x="1119260" y="4621603"/>
                  </a:lnTo>
                  <a:lnTo>
                    <a:pt x="1119260" y="4616692"/>
                  </a:lnTo>
                  <a:lnTo>
                    <a:pt x="1119386" y="4616692"/>
                  </a:lnTo>
                  <a:lnTo>
                    <a:pt x="1119513" y="4616692"/>
                  </a:lnTo>
                  <a:lnTo>
                    <a:pt x="1119639" y="4616692"/>
                  </a:lnTo>
                  <a:lnTo>
                    <a:pt x="1119765" y="4616692"/>
                  </a:lnTo>
                  <a:lnTo>
                    <a:pt x="1119891" y="4616692"/>
                  </a:lnTo>
                  <a:lnTo>
                    <a:pt x="1120018" y="4616692"/>
                  </a:lnTo>
                  <a:lnTo>
                    <a:pt x="1120144" y="4616692"/>
                  </a:lnTo>
                  <a:lnTo>
                    <a:pt x="1120270" y="4616692"/>
                  </a:lnTo>
                  <a:lnTo>
                    <a:pt x="1120396" y="4616692"/>
                  </a:lnTo>
                  <a:lnTo>
                    <a:pt x="1120523" y="4616692"/>
                  </a:lnTo>
                  <a:lnTo>
                    <a:pt x="1120649" y="4616692"/>
                  </a:lnTo>
                  <a:lnTo>
                    <a:pt x="1120775" y="4616692"/>
                  </a:lnTo>
                  <a:lnTo>
                    <a:pt x="1120901" y="4616692"/>
                  </a:lnTo>
                  <a:lnTo>
                    <a:pt x="1121028" y="4616692"/>
                  </a:lnTo>
                  <a:lnTo>
                    <a:pt x="1121154" y="4616692"/>
                  </a:lnTo>
                  <a:lnTo>
                    <a:pt x="1121280" y="4616692"/>
                  </a:lnTo>
                  <a:lnTo>
                    <a:pt x="1121406" y="4616692"/>
                  </a:lnTo>
                  <a:lnTo>
                    <a:pt x="1121533" y="4616692"/>
                  </a:lnTo>
                  <a:lnTo>
                    <a:pt x="1121659" y="4616692"/>
                  </a:lnTo>
                  <a:lnTo>
                    <a:pt x="1121785" y="4616692"/>
                  </a:lnTo>
                  <a:lnTo>
                    <a:pt x="1121911" y="4616692"/>
                  </a:lnTo>
                  <a:lnTo>
                    <a:pt x="1122038" y="4616692"/>
                  </a:lnTo>
                  <a:lnTo>
                    <a:pt x="1122164" y="4616692"/>
                  </a:lnTo>
                  <a:lnTo>
                    <a:pt x="1122290" y="4616692"/>
                  </a:lnTo>
                  <a:lnTo>
                    <a:pt x="1122416" y="4616692"/>
                  </a:lnTo>
                  <a:lnTo>
                    <a:pt x="1122543" y="4616692"/>
                  </a:lnTo>
                  <a:lnTo>
                    <a:pt x="1122669" y="4616692"/>
                  </a:lnTo>
                  <a:lnTo>
                    <a:pt x="1122795" y="4616692"/>
                  </a:lnTo>
                  <a:lnTo>
                    <a:pt x="1122921" y="4616692"/>
                  </a:lnTo>
                  <a:lnTo>
                    <a:pt x="1123048" y="4616692"/>
                  </a:lnTo>
                  <a:lnTo>
                    <a:pt x="1123174" y="4616692"/>
                  </a:lnTo>
                  <a:lnTo>
                    <a:pt x="1123300" y="4616692"/>
                  </a:lnTo>
                  <a:lnTo>
                    <a:pt x="1123426" y="4616692"/>
                  </a:lnTo>
                  <a:lnTo>
                    <a:pt x="1123553" y="4616692"/>
                  </a:lnTo>
                  <a:lnTo>
                    <a:pt x="1123679" y="4616692"/>
                  </a:lnTo>
                  <a:lnTo>
                    <a:pt x="1123805" y="4616692"/>
                  </a:lnTo>
                  <a:lnTo>
                    <a:pt x="1123932" y="4616692"/>
                  </a:lnTo>
                  <a:lnTo>
                    <a:pt x="1124058" y="4616692"/>
                  </a:lnTo>
                  <a:lnTo>
                    <a:pt x="1124184" y="4616692"/>
                  </a:lnTo>
                  <a:lnTo>
                    <a:pt x="1124310" y="4616692"/>
                  </a:lnTo>
                  <a:lnTo>
                    <a:pt x="1124437" y="4616692"/>
                  </a:lnTo>
                  <a:lnTo>
                    <a:pt x="1124563" y="4616692"/>
                  </a:lnTo>
                  <a:lnTo>
                    <a:pt x="1124689" y="4616692"/>
                  </a:lnTo>
                  <a:lnTo>
                    <a:pt x="1124815" y="4616692"/>
                  </a:lnTo>
                  <a:lnTo>
                    <a:pt x="1124942" y="4616692"/>
                  </a:lnTo>
                  <a:lnTo>
                    <a:pt x="1125068" y="4616692"/>
                  </a:lnTo>
                  <a:lnTo>
                    <a:pt x="1125194" y="4616692"/>
                  </a:lnTo>
                  <a:lnTo>
                    <a:pt x="1125320" y="4616692"/>
                  </a:lnTo>
                  <a:lnTo>
                    <a:pt x="1125447" y="4616692"/>
                  </a:lnTo>
                  <a:lnTo>
                    <a:pt x="1125573" y="4616692"/>
                  </a:lnTo>
                  <a:lnTo>
                    <a:pt x="1125699" y="4616692"/>
                  </a:lnTo>
                  <a:lnTo>
                    <a:pt x="1125825" y="4616692"/>
                  </a:lnTo>
                  <a:lnTo>
                    <a:pt x="1125952" y="4616692"/>
                  </a:lnTo>
                  <a:lnTo>
                    <a:pt x="1126078" y="4616692"/>
                  </a:lnTo>
                  <a:lnTo>
                    <a:pt x="1126204" y="4616692"/>
                  </a:lnTo>
                  <a:lnTo>
                    <a:pt x="1126330" y="4616692"/>
                  </a:lnTo>
                  <a:lnTo>
                    <a:pt x="1126457" y="4616692"/>
                  </a:lnTo>
                  <a:lnTo>
                    <a:pt x="1126583" y="4616692"/>
                  </a:lnTo>
                  <a:lnTo>
                    <a:pt x="1126709" y="4616692"/>
                  </a:lnTo>
                  <a:lnTo>
                    <a:pt x="1126835" y="4616692"/>
                  </a:lnTo>
                  <a:lnTo>
                    <a:pt x="1126962" y="4616692"/>
                  </a:lnTo>
                  <a:lnTo>
                    <a:pt x="1127088" y="4616692"/>
                  </a:lnTo>
                  <a:lnTo>
                    <a:pt x="1127214" y="4616692"/>
                  </a:lnTo>
                  <a:lnTo>
                    <a:pt x="1127340" y="4616692"/>
                  </a:lnTo>
                  <a:lnTo>
                    <a:pt x="1127467" y="4616692"/>
                  </a:lnTo>
                  <a:lnTo>
                    <a:pt x="1127593" y="4616692"/>
                  </a:lnTo>
                  <a:lnTo>
                    <a:pt x="1127719" y="4616692"/>
                  </a:lnTo>
                  <a:lnTo>
                    <a:pt x="1127845" y="4616692"/>
                  </a:lnTo>
                  <a:lnTo>
                    <a:pt x="1127972" y="4616692"/>
                  </a:lnTo>
                  <a:lnTo>
                    <a:pt x="1128098" y="4616692"/>
                  </a:lnTo>
                  <a:lnTo>
                    <a:pt x="1128224" y="4616692"/>
                  </a:lnTo>
                  <a:lnTo>
                    <a:pt x="1128350" y="4616692"/>
                  </a:lnTo>
                  <a:lnTo>
                    <a:pt x="1128477" y="4616692"/>
                  </a:lnTo>
                  <a:lnTo>
                    <a:pt x="1128603" y="4616692"/>
                  </a:lnTo>
                  <a:lnTo>
                    <a:pt x="1128729" y="4616692"/>
                  </a:lnTo>
                  <a:lnTo>
                    <a:pt x="1128856" y="4616692"/>
                  </a:lnTo>
                  <a:lnTo>
                    <a:pt x="1128982" y="4616692"/>
                  </a:lnTo>
                  <a:lnTo>
                    <a:pt x="1129108" y="4616692"/>
                  </a:lnTo>
                  <a:lnTo>
                    <a:pt x="1129234" y="4616692"/>
                  </a:lnTo>
                  <a:lnTo>
                    <a:pt x="1129361" y="4616692"/>
                  </a:lnTo>
                  <a:lnTo>
                    <a:pt x="1129487" y="4616692"/>
                  </a:lnTo>
                  <a:lnTo>
                    <a:pt x="1129613" y="4616692"/>
                  </a:lnTo>
                  <a:lnTo>
                    <a:pt x="1129613" y="4611781"/>
                  </a:lnTo>
                  <a:lnTo>
                    <a:pt x="1129739" y="4611781"/>
                  </a:lnTo>
                  <a:lnTo>
                    <a:pt x="1129866" y="4611781"/>
                  </a:lnTo>
                  <a:lnTo>
                    <a:pt x="1129992" y="4611781"/>
                  </a:lnTo>
                  <a:lnTo>
                    <a:pt x="1130118" y="4611781"/>
                  </a:lnTo>
                  <a:lnTo>
                    <a:pt x="1130244" y="4611781"/>
                  </a:lnTo>
                  <a:lnTo>
                    <a:pt x="1130371" y="4611781"/>
                  </a:lnTo>
                  <a:lnTo>
                    <a:pt x="1130497" y="4611781"/>
                  </a:lnTo>
                  <a:lnTo>
                    <a:pt x="1130623" y="4611781"/>
                  </a:lnTo>
                  <a:lnTo>
                    <a:pt x="1130749" y="4611781"/>
                  </a:lnTo>
                  <a:lnTo>
                    <a:pt x="1130876" y="4611781"/>
                  </a:lnTo>
                  <a:lnTo>
                    <a:pt x="1131002" y="4611781"/>
                  </a:lnTo>
                  <a:lnTo>
                    <a:pt x="1131128" y="4611781"/>
                  </a:lnTo>
                  <a:lnTo>
                    <a:pt x="1131254" y="4611781"/>
                  </a:lnTo>
                  <a:lnTo>
                    <a:pt x="1131381" y="4611781"/>
                  </a:lnTo>
                  <a:lnTo>
                    <a:pt x="1131507" y="4611781"/>
                  </a:lnTo>
                  <a:lnTo>
                    <a:pt x="1131633" y="4611781"/>
                  </a:lnTo>
                  <a:lnTo>
                    <a:pt x="1131759" y="4611781"/>
                  </a:lnTo>
                  <a:lnTo>
                    <a:pt x="1131886" y="4611781"/>
                  </a:lnTo>
                  <a:lnTo>
                    <a:pt x="1132012" y="4611781"/>
                  </a:lnTo>
                  <a:lnTo>
                    <a:pt x="1132138" y="4611781"/>
                  </a:lnTo>
                  <a:lnTo>
                    <a:pt x="1132264" y="4611781"/>
                  </a:lnTo>
                  <a:lnTo>
                    <a:pt x="1132391" y="4611781"/>
                  </a:lnTo>
                  <a:lnTo>
                    <a:pt x="1132517" y="4611781"/>
                  </a:lnTo>
                  <a:lnTo>
                    <a:pt x="1132643" y="4611781"/>
                  </a:lnTo>
                  <a:lnTo>
                    <a:pt x="1132769" y="4611781"/>
                  </a:lnTo>
                  <a:lnTo>
                    <a:pt x="1132896" y="4611781"/>
                  </a:lnTo>
                  <a:lnTo>
                    <a:pt x="1133022" y="4611781"/>
                  </a:lnTo>
                  <a:lnTo>
                    <a:pt x="1133148" y="4611781"/>
                  </a:lnTo>
                  <a:lnTo>
                    <a:pt x="1133274" y="4611781"/>
                  </a:lnTo>
                  <a:lnTo>
                    <a:pt x="1133401" y="4611781"/>
                  </a:lnTo>
                  <a:lnTo>
                    <a:pt x="1133527" y="4611781"/>
                  </a:lnTo>
                  <a:lnTo>
                    <a:pt x="1133653" y="4611781"/>
                  </a:lnTo>
                  <a:lnTo>
                    <a:pt x="1133779" y="4611781"/>
                  </a:lnTo>
                  <a:lnTo>
                    <a:pt x="1133906" y="4611781"/>
                  </a:lnTo>
                  <a:lnTo>
                    <a:pt x="1134032" y="4611781"/>
                  </a:lnTo>
                  <a:lnTo>
                    <a:pt x="1134158" y="4611781"/>
                  </a:lnTo>
                  <a:lnTo>
                    <a:pt x="1134285" y="4611781"/>
                  </a:lnTo>
                  <a:lnTo>
                    <a:pt x="1134411" y="4611781"/>
                  </a:lnTo>
                  <a:lnTo>
                    <a:pt x="1134537" y="4611781"/>
                  </a:lnTo>
                  <a:lnTo>
                    <a:pt x="1134663" y="4611781"/>
                  </a:lnTo>
                  <a:lnTo>
                    <a:pt x="1134790" y="4611781"/>
                  </a:lnTo>
                  <a:lnTo>
                    <a:pt x="1134916" y="4611781"/>
                  </a:lnTo>
                  <a:lnTo>
                    <a:pt x="1135042" y="4611781"/>
                  </a:lnTo>
                  <a:lnTo>
                    <a:pt x="1135042" y="4606869"/>
                  </a:lnTo>
                  <a:lnTo>
                    <a:pt x="1135168" y="4606869"/>
                  </a:lnTo>
                  <a:lnTo>
                    <a:pt x="1135295" y="4606869"/>
                  </a:lnTo>
                  <a:lnTo>
                    <a:pt x="1135421" y="4606869"/>
                  </a:lnTo>
                  <a:lnTo>
                    <a:pt x="1135547" y="4606869"/>
                  </a:lnTo>
                  <a:lnTo>
                    <a:pt x="1135673" y="4606869"/>
                  </a:lnTo>
                  <a:lnTo>
                    <a:pt x="1135800" y="4606869"/>
                  </a:lnTo>
                  <a:lnTo>
                    <a:pt x="1135926" y="4606869"/>
                  </a:lnTo>
                  <a:lnTo>
                    <a:pt x="1136052" y="4606869"/>
                  </a:lnTo>
                  <a:lnTo>
                    <a:pt x="1136178" y="4606869"/>
                  </a:lnTo>
                  <a:lnTo>
                    <a:pt x="1136305" y="4606869"/>
                  </a:lnTo>
                  <a:lnTo>
                    <a:pt x="1136431" y="4606869"/>
                  </a:lnTo>
                  <a:lnTo>
                    <a:pt x="1136557" y="4606869"/>
                  </a:lnTo>
                  <a:lnTo>
                    <a:pt x="1136683" y="4606869"/>
                  </a:lnTo>
                  <a:lnTo>
                    <a:pt x="1136810" y="4606869"/>
                  </a:lnTo>
                  <a:lnTo>
                    <a:pt x="1136936" y="4606869"/>
                  </a:lnTo>
                  <a:lnTo>
                    <a:pt x="1137062" y="4606869"/>
                  </a:lnTo>
                  <a:lnTo>
                    <a:pt x="1137188" y="4606869"/>
                  </a:lnTo>
                  <a:lnTo>
                    <a:pt x="1137315" y="4606869"/>
                  </a:lnTo>
                  <a:lnTo>
                    <a:pt x="1137441" y="4606869"/>
                  </a:lnTo>
                  <a:lnTo>
                    <a:pt x="1137567" y="4606869"/>
                  </a:lnTo>
                  <a:lnTo>
                    <a:pt x="1137693" y="4606869"/>
                  </a:lnTo>
                  <a:lnTo>
                    <a:pt x="1137820" y="4606869"/>
                  </a:lnTo>
                  <a:lnTo>
                    <a:pt x="1137946" y="4606869"/>
                  </a:lnTo>
                  <a:lnTo>
                    <a:pt x="1138072" y="4606869"/>
                  </a:lnTo>
                  <a:lnTo>
                    <a:pt x="1138198" y="4606869"/>
                  </a:lnTo>
                  <a:lnTo>
                    <a:pt x="1138325" y="4606869"/>
                  </a:lnTo>
                  <a:lnTo>
                    <a:pt x="1138451" y="4606869"/>
                  </a:lnTo>
                  <a:lnTo>
                    <a:pt x="1138577" y="4606869"/>
                  </a:lnTo>
                  <a:lnTo>
                    <a:pt x="1138703" y="4606869"/>
                  </a:lnTo>
                  <a:lnTo>
                    <a:pt x="1138830" y="4606869"/>
                  </a:lnTo>
                  <a:lnTo>
                    <a:pt x="1138956" y="4606869"/>
                  </a:lnTo>
                  <a:lnTo>
                    <a:pt x="1139082" y="4606869"/>
                  </a:lnTo>
                  <a:lnTo>
                    <a:pt x="1139209" y="4606869"/>
                  </a:lnTo>
                  <a:lnTo>
                    <a:pt x="1139335" y="4606869"/>
                  </a:lnTo>
                  <a:lnTo>
                    <a:pt x="1139461" y="4606869"/>
                  </a:lnTo>
                  <a:lnTo>
                    <a:pt x="1139587" y="4606869"/>
                  </a:lnTo>
                  <a:lnTo>
                    <a:pt x="1139714" y="4606869"/>
                  </a:lnTo>
                  <a:lnTo>
                    <a:pt x="1139840" y="4606869"/>
                  </a:lnTo>
                  <a:lnTo>
                    <a:pt x="1139966" y="4606869"/>
                  </a:lnTo>
                  <a:lnTo>
                    <a:pt x="1140092" y="4606869"/>
                  </a:lnTo>
                  <a:lnTo>
                    <a:pt x="1140219" y="4606869"/>
                  </a:lnTo>
                  <a:lnTo>
                    <a:pt x="1140345" y="4606869"/>
                  </a:lnTo>
                  <a:lnTo>
                    <a:pt x="1140471" y="4606869"/>
                  </a:lnTo>
                  <a:lnTo>
                    <a:pt x="1140597" y="4606869"/>
                  </a:lnTo>
                  <a:lnTo>
                    <a:pt x="1140724" y="4606869"/>
                  </a:lnTo>
                  <a:lnTo>
                    <a:pt x="1140850" y="4606869"/>
                  </a:lnTo>
                  <a:lnTo>
                    <a:pt x="1140850" y="4601958"/>
                  </a:lnTo>
                  <a:lnTo>
                    <a:pt x="1140976" y="4601958"/>
                  </a:lnTo>
                  <a:lnTo>
                    <a:pt x="1141102" y="4601958"/>
                  </a:lnTo>
                  <a:lnTo>
                    <a:pt x="1141229" y="4601958"/>
                  </a:lnTo>
                  <a:lnTo>
                    <a:pt x="1141355" y="4601958"/>
                  </a:lnTo>
                  <a:lnTo>
                    <a:pt x="1141481" y="4601958"/>
                  </a:lnTo>
                  <a:lnTo>
                    <a:pt x="1141607" y="4601958"/>
                  </a:lnTo>
                  <a:lnTo>
                    <a:pt x="1141734" y="4601958"/>
                  </a:lnTo>
                  <a:lnTo>
                    <a:pt x="1141860" y="4601958"/>
                  </a:lnTo>
                  <a:lnTo>
                    <a:pt x="1141986" y="4601958"/>
                  </a:lnTo>
                  <a:lnTo>
                    <a:pt x="1142112" y="4601958"/>
                  </a:lnTo>
                  <a:lnTo>
                    <a:pt x="1142239" y="4601958"/>
                  </a:lnTo>
                  <a:lnTo>
                    <a:pt x="1142365" y="4601958"/>
                  </a:lnTo>
                  <a:lnTo>
                    <a:pt x="1142491" y="4601958"/>
                  </a:lnTo>
                  <a:lnTo>
                    <a:pt x="1142617" y="4601958"/>
                  </a:lnTo>
                  <a:lnTo>
                    <a:pt x="1142744" y="4601958"/>
                  </a:lnTo>
                  <a:lnTo>
                    <a:pt x="1142870" y="4601958"/>
                  </a:lnTo>
                  <a:lnTo>
                    <a:pt x="1142996" y="4601958"/>
                  </a:lnTo>
                  <a:lnTo>
                    <a:pt x="1143122" y="4601958"/>
                  </a:lnTo>
                  <a:lnTo>
                    <a:pt x="1143249" y="4601958"/>
                  </a:lnTo>
                  <a:lnTo>
                    <a:pt x="1143375" y="4601958"/>
                  </a:lnTo>
                  <a:lnTo>
                    <a:pt x="1143501" y="4601958"/>
                  </a:lnTo>
                  <a:lnTo>
                    <a:pt x="1143627" y="4601958"/>
                  </a:lnTo>
                  <a:lnTo>
                    <a:pt x="1143754" y="4601958"/>
                  </a:lnTo>
                  <a:lnTo>
                    <a:pt x="1143880" y="4601958"/>
                  </a:lnTo>
                  <a:lnTo>
                    <a:pt x="1144006" y="4601958"/>
                  </a:lnTo>
                  <a:lnTo>
                    <a:pt x="1144132" y="4601958"/>
                  </a:lnTo>
                  <a:lnTo>
                    <a:pt x="1144259" y="4601958"/>
                  </a:lnTo>
                  <a:lnTo>
                    <a:pt x="1144385" y="4601958"/>
                  </a:lnTo>
                  <a:lnTo>
                    <a:pt x="1144511" y="4601958"/>
                  </a:lnTo>
                  <a:lnTo>
                    <a:pt x="1144638" y="4601958"/>
                  </a:lnTo>
                  <a:lnTo>
                    <a:pt x="1144764" y="4601958"/>
                  </a:lnTo>
                  <a:lnTo>
                    <a:pt x="1144890" y="4601958"/>
                  </a:lnTo>
                  <a:lnTo>
                    <a:pt x="1145016" y="4601958"/>
                  </a:lnTo>
                  <a:lnTo>
                    <a:pt x="1145143" y="4601958"/>
                  </a:lnTo>
                  <a:lnTo>
                    <a:pt x="1145269" y="4601958"/>
                  </a:lnTo>
                  <a:lnTo>
                    <a:pt x="1145395" y="4601958"/>
                  </a:lnTo>
                  <a:lnTo>
                    <a:pt x="1145521" y="4601958"/>
                  </a:lnTo>
                  <a:lnTo>
                    <a:pt x="1145648" y="4601958"/>
                  </a:lnTo>
                  <a:lnTo>
                    <a:pt x="1145774" y="4601958"/>
                  </a:lnTo>
                  <a:lnTo>
                    <a:pt x="1145900" y="4601958"/>
                  </a:lnTo>
                  <a:lnTo>
                    <a:pt x="1146026" y="4601958"/>
                  </a:lnTo>
                  <a:lnTo>
                    <a:pt x="1146153" y="4601958"/>
                  </a:lnTo>
                  <a:lnTo>
                    <a:pt x="1146279" y="4601958"/>
                  </a:lnTo>
                  <a:lnTo>
                    <a:pt x="1146405" y="4601958"/>
                  </a:lnTo>
                  <a:lnTo>
                    <a:pt x="1146531" y="4601958"/>
                  </a:lnTo>
                  <a:lnTo>
                    <a:pt x="1146658" y="4601958"/>
                  </a:lnTo>
                  <a:lnTo>
                    <a:pt x="1146784" y="4601958"/>
                  </a:lnTo>
                  <a:lnTo>
                    <a:pt x="1146910" y="4601958"/>
                  </a:lnTo>
                  <a:lnTo>
                    <a:pt x="1147036" y="4601958"/>
                  </a:lnTo>
                  <a:lnTo>
                    <a:pt x="1147163" y="4601958"/>
                  </a:lnTo>
                  <a:lnTo>
                    <a:pt x="1147289" y="4601958"/>
                  </a:lnTo>
                  <a:lnTo>
                    <a:pt x="1147415" y="4601958"/>
                  </a:lnTo>
                  <a:lnTo>
                    <a:pt x="1147541" y="4601958"/>
                  </a:lnTo>
                  <a:lnTo>
                    <a:pt x="1147668" y="4601958"/>
                  </a:lnTo>
                  <a:lnTo>
                    <a:pt x="1147794" y="4601958"/>
                  </a:lnTo>
                  <a:lnTo>
                    <a:pt x="1147794" y="4597046"/>
                  </a:lnTo>
                  <a:lnTo>
                    <a:pt x="1147920" y="4597046"/>
                  </a:lnTo>
                  <a:lnTo>
                    <a:pt x="1148046" y="4597046"/>
                  </a:lnTo>
                  <a:lnTo>
                    <a:pt x="1148173" y="4597046"/>
                  </a:lnTo>
                  <a:lnTo>
                    <a:pt x="1148173" y="4592135"/>
                  </a:lnTo>
                  <a:lnTo>
                    <a:pt x="1148299" y="4592135"/>
                  </a:lnTo>
                  <a:lnTo>
                    <a:pt x="1148425" y="4592135"/>
                  </a:lnTo>
                  <a:lnTo>
                    <a:pt x="1148551" y="4592135"/>
                  </a:lnTo>
                  <a:lnTo>
                    <a:pt x="1148678" y="4592135"/>
                  </a:lnTo>
                  <a:lnTo>
                    <a:pt x="1148804" y="4592135"/>
                  </a:lnTo>
                  <a:lnTo>
                    <a:pt x="1148804" y="4587224"/>
                  </a:lnTo>
                  <a:lnTo>
                    <a:pt x="1148930" y="4587224"/>
                  </a:lnTo>
                  <a:lnTo>
                    <a:pt x="1149056" y="4587224"/>
                  </a:lnTo>
                  <a:lnTo>
                    <a:pt x="1149183" y="4587224"/>
                  </a:lnTo>
                  <a:lnTo>
                    <a:pt x="1149309" y="4587224"/>
                  </a:lnTo>
                  <a:lnTo>
                    <a:pt x="1149309" y="4582312"/>
                  </a:lnTo>
                  <a:lnTo>
                    <a:pt x="1149435" y="4582312"/>
                  </a:lnTo>
                  <a:lnTo>
                    <a:pt x="1149562" y="4582312"/>
                  </a:lnTo>
                  <a:lnTo>
                    <a:pt x="1149688" y="4582312"/>
                  </a:lnTo>
                  <a:lnTo>
                    <a:pt x="1149814" y="4582312"/>
                  </a:lnTo>
                  <a:lnTo>
                    <a:pt x="1149940" y="4582312"/>
                  </a:lnTo>
                  <a:lnTo>
                    <a:pt x="1150067" y="4582312"/>
                  </a:lnTo>
                  <a:lnTo>
                    <a:pt x="1150193" y="4582312"/>
                  </a:lnTo>
                  <a:lnTo>
                    <a:pt x="1150319" y="4582312"/>
                  </a:lnTo>
                  <a:lnTo>
                    <a:pt x="1150445" y="4582312"/>
                  </a:lnTo>
                  <a:lnTo>
                    <a:pt x="1150572" y="4582312"/>
                  </a:lnTo>
                  <a:lnTo>
                    <a:pt x="1150698" y="4582312"/>
                  </a:lnTo>
                  <a:lnTo>
                    <a:pt x="1150824" y="4582312"/>
                  </a:lnTo>
                  <a:lnTo>
                    <a:pt x="1150950" y="4582312"/>
                  </a:lnTo>
                  <a:lnTo>
                    <a:pt x="1151077" y="4582312"/>
                  </a:lnTo>
                  <a:lnTo>
                    <a:pt x="1151203" y="4582312"/>
                  </a:lnTo>
                  <a:lnTo>
                    <a:pt x="1151329" y="4582312"/>
                  </a:lnTo>
                  <a:lnTo>
                    <a:pt x="1151455" y="4582312"/>
                  </a:lnTo>
                  <a:lnTo>
                    <a:pt x="1151582" y="4582312"/>
                  </a:lnTo>
                  <a:lnTo>
                    <a:pt x="1151708" y="4582312"/>
                  </a:lnTo>
                  <a:lnTo>
                    <a:pt x="1151834" y="4582312"/>
                  </a:lnTo>
                  <a:lnTo>
                    <a:pt x="1151960" y="4582312"/>
                  </a:lnTo>
                  <a:lnTo>
                    <a:pt x="1152087" y="4582312"/>
                  </a:lnTo>
                  <a:lnTo>
                    <a:pt x="1152213" y="4582312"/>
                  </a:lnTo>
                  <a:lnTo>
                    <a:pt x="1152339" y="4582312"/>
                  </a:lnTo>
                  <a:lnTo>
                    <a:pt x="1152465" y="4582312"/>
                  </a:lnTo>
                  <a:lnTo>
                    <a:pt x="1152592" y="4582312"/>
                  </a:lnTo>
                  <a:lnTo>
                    <a:pt x="1152718" y="4582312"/>
                  </a:lnTo>
                  <a:lnTo>
                    <a:pt x="1152844" y="4582312"/>
                  </a:lnTo>
                  <a:lnTo>
                    <a:pt x="1152844" y="4577401"/>
                  </a:lnTo>
                  <a:lnTo>
                    <a:pt x="1152970" y="4577401"/>
                  </a:lnTo>
                  <a:lnTo>
                    <a:pt x="1153097" y="4577401"/>
                  </a:lnTo>
                  <a:lnTo>
                    <a:pt x="1153223" y="4577401"/>
                  </a:lnTo>
                  <a:lnTo>
                    <a:pt x="1153349" y="4577401"/>
                  </a:lnTo>
                  <a:lnTo>
                    <a:pt x="1153475" y="4577401"/>
                  </a:lnTo>
                  <a:lnTo>
                    <a:pt x="1153602" y="4577401"/>
                  </a:lnTo>
                  <a:lnTo>
                    <a:pt x="1153728" y="4577401"/>
                  </a:lnTo>
                  <a:lnTo>
                    <a:pt x="1153854" y="4577401"/>
                  </a:lnTo>
                  <a:lnTo>
                    <a:pt x="1153980" y="4577401"/>
                  </a:lnTo>
                  <a:lnTo>
                    <a:pt x="1154107" y="4577401"/>
                  </a:lnTo>
                  <a:lnTo>
                    <a:pt x="1154233" y="4577401"/>
                  </a:lnTo>
                  <a:lnTo>
                    <a:pt x="1154359" y="4577401"/>
                  </a:lnTo>
                  <a:lnTo>
                    <a:pt x="1154485" y="4577401"/>
                  </a:lnTo>
                  <a:lnTo>
                    <a:pt x="1154612" y="4577401"/>
                  </a:lnTo>
                  <a:lnTo>
                    <a:pt x="1154738" y="4577401"/>
                  </a:lnTo>
                  <a:lnTo>
                    <a:pt x="1154864" y="4577401"/>
                  </a:lnTo>
                  <a:lnTo>
                    <a:pt x="1154991" y="4577401"/>
                  </a:lnTo>
                  <a:lnTo>
                    <a:pt x="1155117" y="4577401"/>
                  </a:lnTo>
                  <a:lnTo>
                    <a:pt x="1155243" y="4577401"/>
                  </a:lnTo>
                  <a:lnTo>
                    <a:pt x="1155369" y="4577401"/>
                  </a:lnTo>
                  <a:lnTo>
                    <a:pt x="1155496" y="4577401"/>
                  </a:lnTo>
                  <a:lnTo>
                    <a:pt x="1155622" y="4577401"/>
                  </a:lnTo>
                  <a:lnTo>
                    <a:pt x="1155748" y="4577401"/>
                  </a:lnTo>
                  <a:lnTo>
                    <a:pt x="1155874" y="4577401"/>
                  </a:lnTo>
                  <a:lnTo>
                    <a:pt x="1156001" y="4577401"/>
                  </a:lnTo>
                  <a:lnTo>
                    <a:pt x="1156127" y="4577401"/>
                  </a:lnTo>
                  <a:lnTo>
                    <a:pt x="1156253" y="4577401"/>
                  </a:lnTo>
                  <a:lnTo>
                    <a:pt x="1156379" y="4577401"/>
                  </a:lnTo>
                  <a:lnTo>
                    <a:pt x="1156506" y="4577401"/>
                  </a:lnTo>
                  <a:lnTo>
                    <a:pt x="1156632" y="4577401"/>
                  </a:lnTo>
                  <a:lnTo>
                    <a:pt x="1156758" y="4577401"/>
                  </a:lnTo>
                  <a:lnTo>
                    <a:pt x="1156884" y="4577401"/>
                  </a:lnTo>
                  <a:lnTo>
                    <a:pt x="1157011" y="4577401"/>
                  </a:lnTo>
                  <a:lnTo>
                    <a:pt x="1157137" y="4577401"/>
                  </a:lnTo>
                  <a:lnTo>
                    <a:pt x="1157263" y="4577401"/>
                  </a:lnTo>
                  <a:lnTo>
                    <a:pt x="1157389" y="4577401"/>
                  </a:lnTo>
                  <a:lnTo>
                    <a:pt x="1157516" y="4577401"/>
                  </a:lnTo>
                  <a:lnTo>
                    <a:pt x="1157642" y="4577401"/>
                  </a:lnTo>
                  <a:lnTo>
                    <a:pt x="1157642" y="4572490"/>
                  </a:lnTo>
                  <a:lnTo>
                    <a:pt x="1157768" y="4572490"/>
                  </a:lnTo>
                  <a:lnTo>
                    <a:pt x="1157894" y="4572490"/>
                  </a:lnTo>
                  <a:lnTo>
                    <a:pt x="1158021" y="4572490"/>
                  </a:lnTo>
                  <a:lnTo>
                    <a:pt x="1158147" y="4572490"/>
                  </a:lnTo>
                  <a:lnTo>
                    <a:pt x="1158273" y="4572490"/>
                  </a:lnTo>
                  <a:lnTo>
                    <a:pt x="1158399" y="4572490"/>
                  </a:lnTo>
                  <a:lnTo>
                    <a:pt x="1158526" y="4572490"/>
                  </a:lnTo>
                  <a:lnTo>
                    <a:pt x="1158652" y="4572490"/>
                  </a:lnTo>
                  <a:lnTo>
                    <a:pt x="1158778" y="4572490"/>
                  </a:lnTo>
                  <a:lnTo>
                    <a:pt x="1158904" y="4572490"/>
                  </a:lnTo>
                  <a:lnTo>
                    <a:pt x="1159031" y="4572490"/>
                  </a:lnTo>
                  <a:lnTo>
                    <a:pt x="1159157" y="4572490"/>
                  </a:lnTo>
                  <a:lnTo>
                    <a:pt x="1159283" y="4572490"/>
                  </a:lnTo>
                  <a:lnTo>
                    <a:pt x="1159409" y="4572490"/>
                  </a:lnTo>
                  <a:lnTo>
                    <a:pt x="1159536" y="4572490"/>
                  </a:lnTo>
                  <a:lnTo>
                    <a:pt x="1159662" y="4572490"/>
                  </a:lnTo>
                  <a:lnTo>
                    <a:pt x="1159788" y="4572490"/>
                  </a:lnTo>
                  <a:lnTo>
                    <a:pt x="1159915" y="4572490"/>
                  </a:lnTo>
                  <a:lnTo>
                    <a:pt x="1160041" y="4572490"/>
                  </a:lnTo>
                  <a:lnTo>
                    <a:pt x="1160167" y="4572490"/>
                  </a:lnTo>
                  <a:lnTo>
                    <a:pt x="1160293" y="4572490"/>
                  </a:lnTo>
                  <a:lnTo>
                    <a:pt x="1160420" y="4572490"/>
                  </a:lnTo>
                  <a:lnTo>
                    <a:pt x="1160546" y="4572490"/>
                  </a:lnTo>
                  <a:lnTo>
                    <a:pt x="1160672" y="4572490"/>
                  </a:lnTo>
                  <a:lnTo>
                    <a:pt x="1160798" y="4572490"/>
                  </a:lnTo>
                  <a:lnTo>
                    <a:pt x="1160925" y="4572490"/>
                  </a:lnTo>
                  <a:lnTo>
                    <a:pt x="1161051" y="4572490"/>
                  </a:lnTo>
                  <a:lnTo>
                    <a:pt x="1161177" y="4572490"/>
                  </a:lnTo>
                  <a:lnTo>
                    <a:pt x="1161303" y="4572490"/>
                  </a:lnTo>
                  <a:lnTo>
                    <a:pt x="1161430" y="4572490"/>
                  </a:lnTo>
                  <a:lnTo>
                    <a:pt x="1161556" y="4572490"/>
                  </a:lnTo>
                  <a:lnTo>
                    <a:pt x="1161682" y="4572490"/>
                  </a:lnTo>
                  <a:lnTo>
                    <a:pt x="1161808" y="4572490"/>
                  </a:lnTo>
                  <a:lnTo>
                    <a:pt x="1161935" y="4572490"/>
                  </a:lnTo>
                  <a:lnTo>
                    <a:pt x="1162061" y="4572490"/>
                  </a:lnTo>
                  <a:lnTo>
                    <a:pt x="1162187" y="4572490"/>
                  </a:lnTo>
                  <a:lnTo>
                    <a:pt x="1162313" y="4572490"/>
                  </a:lnTo>
                  <a:lnTo>
                    <a:pt x="1162440" y="4572490"/>
                  </a:lnTo>
                  <a:lnTo>
                    <a:pt x="1162566" y="4572490"/>
                  </a:lnTo>
                  <a:lnTo>
                    <a:pt x="1162692" y="4572490"/>
                  </a:lnTo>
                  <a:lnTo>
                    <a:pt x="1162818" y="4572490"/>
                  </a:lnTo>
                  <a:lnTo>
                    <a:pt x="1162945" y="4572490"/>
                  </a:lnTo>
                  <a:lnTo>
                    <a:pt x="1163071" y="4572490"/>
                  </a:lnTo>
                  <a:lnTo>
                    <a:pt x="1163197" y="4572490"/>
                  </a:lnTo>
                  <a:lnTo>
                    <a:pt x="1163323" y="4572490"/>
                  </a:lnTo>
                  <a:lnTo>
                    <a:pt x="1163450" y="4572490"/>
                  </a:lnTo>
                  <a:lnTo>
                    <a:pt x="1163576" y="4572490"/>
                  </a:lnTo>
                  <a:lnTo>
                    <a:pt x="1163702" y="4572490"/>
                  </a:lnTo>
                  <a:lnTo>
                    <a:pt x="1163828" y="4572490"/>
                  </a:lnTo>
                  <a:lnTo>
                    <a:pt x="1163955" y="4572490"/>
                  </a:lnTo>
                  <a:lnTo>
                    <a:pt x="1164081" y="4572490"/>
                  </a:lnTo>
                  <a:lnTo>
                    <a:pt x="1164207" y="4572490"/>
                  </a:lnTo>
                  <a:lnTo>
                    <a:pt x="1164333" y="4572490"/>
                  </a:lnTo>
                  <a:lnTo>
                    <a:pt x="1164460" y="4572490"/>
                  </a:lnTo>
                  <a:lnTo>
                    <a:pt x="1164586" y="4572490"/>
                  </a:lnTo>
                  <a:lnTo>
                    <a:pt x="1164712" y="4572490"/>
                  </a:lnTo>
                  <a:lnTo>
                    <a:pt x="1164838" y="4572490"/>
                  </a:lnTo>
                  <a:lnTo>
                    <a:pt x="1164965" y="4572490"/>
                  </a:lnTo>
                  <a:lnTo>
                    <a:pt x="1165091" y="4572490"/>
                  </a:lnTo>
                  <a:lnTo>
                    <a:pt x="1165217" y="4572490"/>
                  </a:lnTo>
                  <a:lnTo>
                    <a:pt x="1165344" y="4572490"/>
                  </a:lnTo>
                  <a:lnTo>
                    <a:pt x="1165470" y="4572490"/>
                  </a:lnTo>
                  <a:lnTo>
                    <a:pt x="1165596" y="4572490"/>
                  </a:lnTo>
                  <a:lnTo>
                    <a:pt x="1165722" y="4572490"/>
                  </a:lnTo>
                  <a:lnTo>
                    <a:pt x="1165849" y="4572490"/>
                  </a:lnTo>
                  <a:lnTo>
                    <a:pt x="1165975" y="4572490"/>
                  </a:lnTo>
                  <a:lnTo>
                    <a:pt x="1166101" y="4572490"/>
                  </a:lnTo>
                  <a:lnTo>
                    <a:pt x="1166227" y="4572490"/>
                  </a:lnTo>
                  <a:lnTo>
                    <a:pt x="1166354" y="4572490"/>
                  </a:lnTo>
                  <a:lnTo>
                    <a:pt x="1166480" y="4572490"/>
                  </a:lnTo>
                  <a:lnTo>
                    <a:pt x="1166606" y="4572490"/>
                  </a:lnTo>
                  <a:lnTo>
                    <a:pt x="1166732" y="4572490"/>
                  </a:lnTo>
                  <a:lnTo>
                    <a:pt x="1166859" y="4572490"/>
                  </a:lnTo>
                  <a:lnTo>
                    <a:pt x="1166985" y="4572490"/>
                  </a:lnTo>
                  <a:lnTo>
                    <a:pt x="1167111" y="4572490"/>
                  </a:lnTo>
                  <a:lnTo>
                    <a:pt x="1167237" y="4572490"/>
                  </a:lnTo>
                  <a:lnTo>
                    <a:pt x="1167364" y="4572490"/>
                  </a:lnTo>
                  <a:lnTo>
                    <a:pt x="1167364" y="4567578"/>
                  </a:lnTo>
                  <a:lnTo>
                    <a:pt x="1167490" y="4567578"/>
                  </a:lnTo>
                  <a:lnTo>
                    <a:pt x="1167616" y="4567578"/>
                  </a:lnTo>
                  <a:lnTo>
                    <a:pt x="1167742" y="4567578"/>
                  </a:lnTo>
                  <a:lnTo>
                    <a:pt x="1167869" y="4567578"/>
                  </a:lnTo>
                  <a:lnTo>
                    <a:pt x="1167995" y="4567578"/>
                  </a:lnTo>
                  <a:lnTo>
                    <a:pt x="1168121" y="4567578"/>
                  </a:lnTo>
                  <a:lnTo>
                    <a:pt x="1168247" y="4567578"/>
                  </a:lnTo>
                  <a:lnTo>
                    <a:pt x="1168374" y="4567578"/>
                  </a:lnTo>
                  <a:lnTo>
                    <a:pt x="1168500" y="4567578"/>
                  </a:lnTo>
                  <a:lnTo>
                    <a:pt x="1168626" y="4567578"/>
                  </a:lnTo>
                  <a:lnTo>
                    <a:pt x="1168752" y="4567578"/>
                  </a:lnTo>
                  <a:lnTo>
                    <a:pt x="1168879" y="4567578"/>
                  </a:lnTo>
                  <a:lnTo>
                    <a:pt x="1169005" y="4567578"/>
                  </a:lnTo>
                  <a:lnTo>
                    <a:pt x="1169131" y="4567578"/>
                  </a:lnTo>
                  <a:lnTo>
                    <a:pt x="1169257" y="4567578"/>
                  </a:lnTo>
                  <a:lnTo>
                    <a:pt x="1169384" y="4567578"/>
                  </a:lnTo>
                  <a:lnTo>
                    <a:pt x="1169510" y="4567578"/>
                  </a:lnTo>
                  <a:lnTo>
                    <a:pt x="1169636" y="4567578"/>
                  </a:lnTo>
                  <a:lnTo>
                    <a:pt x="1169762" y="4567578"/>
                  </a:lnTo>
                  <a:lnTo>
                    <a:pt x="1169889" y="4567578"/>
                  </a:lnTo>
                  <a:lnTo>
                    <a:pt x="1170015" y="4567578"/>
                  </a:lnTo>
                  <a:lnTo>
                    <a:pt x="1170141" y="4567578"/>
                  </a:lnTo>
                  <a:lnTo>
                    <a:pt x="1170268" y="4567578"/>
                  </a:lnTo>
                  <a:lnTo>
                    <a:pt x="1170394" y="4567578"/>
                  </a:lnTo>
                  <a:lnTo>
                    <a:pt x="1170520" y="4567578"/>
                  </a:lnTo>
                  <a:lnTo>
                    <a:pt x="1170646" y="4567578"/>
                  </a:lnTo>
                  <a:lnTo>
                    <a:pt x="1170773" y="4567578"/>
                  </a:lnTo>
                  <a:lnTo>
                    <a:pt x="1170899" y="4567578"/>
                  </a:lnTo>
                  <a:lnTo>
                    <a:pt x="1171025" y="4567578"/>
                  </a:lnTo>
                  <a:lnTo>
                    <a:pt x="1171151" y="4567578"/>
                  </a:lnTo>
                  <a:lnTo>
                    <a:pt x="1171278" y="4567578"/>
                  </a:lnTo>
                  <a:lnTo>
                    <a:pt x="1171404" y="4567578"/>
                  </a:lnTo>
                  <a:lnTo>
                    <a:pt x="1171530" y="4567578"/>
                  </a:lnTo>
                  <a:lnTo>
                    <a:pt x="1171656" y="4567578"/>
                  </a:lnTo>
                  <a:lnTo>
                    <a:pt x="1171783" y="4567578"/>
                  </a:lnTo>
                  <a:lnTo>
                    <a:pt x="1171909" y="4567578"/>
                  </a:lnTo>
                  <a:lnTo>
                    <a:pt x="1172035" y="4567578"/>
                  </a:lnTo>
                  <a:lnTo>
                    <a:pt x="1172161" y="4567578"/>
                  </a:lnTo>
                  <a:lnTo>
                    <a:pt x="1172288" y="4567578"/>
                  </a:lnTo>
                  <a:lnTo>
                    <a:pt x="1172414" y="4567578"/>
                  </a:lnTo>
                  <a:lnTo>
                    <a:pt x="1172540" y="4567578"/>
                  </a:lnTo>
                  <a:lnTo>
                    <a:pt x="1172666" y="4567578"/>
                  </a:lnTo>
                  <a:lnTo>
                    <a:pt x="1172793" y="4567578"/>
                  </a:lnTo>
                  <a:lnTo>
                    <a:pt x="1172919" y="4567578"/>
                  </a:lnTo>
                  <a:lnTo>
                    <a:pt x="1173045" y="4567578"/>
                  </a:lnTo>
                  <a:lnTo>
                    <a:pt x="1173171" y="4567578"/>
                  </a:lnTo>
                  <a:lnTo>
                    <a:pt x="1173298" y="4567578"/>
                  </a:lnTo>
                  <a:lnTo>
                    <a:pt x="1173424" y="4567578"/>
                  </a:lnTo>
                  <a:lnTo>
                    <a:pt x="1173550" y="4567578"/>
                  </a:lnTo>
                  <a:lnTo>
                    <a:pt x="1173676" y="4567578"/>
                  </a:lnTo>
                  <a:lnTo>
                    <a:pt x="1173803" y="4567578"/>
                  </a:lnTo>
                  <a:lnTo>
                    <a:pt x="1173929" y="4567578"/>
                  </a:lnTo>
                  <a:lnTo>
                    <a:pt x="1174055" y="4567578"/>
                  </a:lnTo>
                  <a:lnTo>
                    <a:pt x="1174181" y="4567578"/>
                  </a:lnTo>
                  <a:lnTo>
                    <a:pt x="1174308" y="4567578"/>
                  </a:lnTo>
                  <a:lnTo>
                    <a:pt x="1174434" y="4567578"/>
                  </a:lnTo>
                  <a:lnTo>
                    <a:pt x="1174560" y="4567578"/>
                  </a:lnTo>
                  <a:lnTo>
                    <a:pt x="1174686" y="4567578"/>
                  </a:lnTo>
                  <a:lnTo>
                    <a:pt x="1174686" y="4562667"/>
                  </a:lnTo>
                  <a:lnTo>
                    <a:pt x="1174813" y="4562667"/>
                  </a:lnTo>
                  <a:lnTo>
                    <a:pt x="1174939" y="4562667"/>
                  </a:lnTo>
                  <a:lnTo>
                    <a:pt x="1174939" y="4557755"/>
                  </a:lnTo>
                  <a:lnTo>
                    <a:pt x="1175065" y="4557755"/>
                  </a:lnTo>
                  <a:lnTo>
                    <a:pt x="1175191" y="4557755"/>
                  </a:lnTo>
                  <a:lnTo>
                    <a:pt x="1175318" y="4557755"/>
                  </a:lnTo>
                  <a:lnTo>
                    <a:pt x="1175318" y="4552844"/>
                  </a:lnTo>
                  <a:lnTo>
                    <a:pt x="1175444" y="4552844"/>
                  </a:lnTo>
                  <a:lnTo>
                    <a:pt x="1175570" y="4552844"/>
                  </a:lnTo>
                  <a:lnTo>
                    <a:pt x="1175697" y="4552844"/>
                  </a:lnTo>
                  <a:lnTo>
                    <a:pt x="1175823" y="4552844"/>
                  </a:lnTo>
                  <a:lnTo>
                    <a:pt x="1175823" y="4547933"/>
                  </a:lnTo>
                  <a:lnTo>
                    <a:pt x="1175949" y="4547933"/>
                  </a:lnTo>
                  <a:lnTo>
                    <a:pt x="1176075" y="4547933"/>
                  </a:lnTo>
                  <a:lnTo>
                    <a:pt x="1176202" y="4547933"/>
                  </a:lnTo>
                  <a:lnTo>
                    <a:pt x="1176202" y="4543021"/>
                  </a:lnTo>
                  <a:lnTo>
                    <a:pt x="1176328" y="4543021"/>
                  </a:lnTo>
                  <a:lnTo>
                    <a:pt x="1176454" y="4543021"/>
                  </a:lnTo>
                  <a:lnTo>
                    <a:pt x="1176580" y="4543021"/>
                  </a:lnTo>
                  <a:lnTo>
                    <a:pt x="1176707" y="4543021"/>
                  </a:lnTo>
                  <a:lnTo>
                    <a:pt x="1176833" y="4543021"/>
                  </a:lnTo>
                  <a:lnTo>
                    <a:pt x="1176959" y="4543021"/>
                  </a:lnTo>
                  <a:lnTo>
                    <a:pt x="1177085" y="4543021"/>
                  </a:lnTo>
                  <a:lnTo>
                    <a:pt x="1177212" y="4543021"/>
                  </a:lnTo>
                  <a:lnTo>
                    <a:pt x="1177338" y="4543021"/>
                  </a:lnTo>
                  <a:lnTo>
                    <a:pt x="1177464" y="4543021"/>
                  </a:lnTo>
                  <a:lnTo>
                    <a:pt x="1177590" y="4543021"/>
                  </a:lnTo>
                  <a:lnTo>
                    <a:pt x="1177717" y="4543021"/>
                  </a:lnTo>
                  <a:lnTo>
                    <a:pt x="1177843" y="4543021"/>
                  </a:lnTo>
                  <a:lnTo>
                    <a:pt x="1177969" y="4543021"/>
                  </a:lnTo>
                  <a:lnTo>
                    <a:pt x="1178095" y="4543021"/>
                  </a:lnTo>
                  <a:lnTo>
                    <a:pt x="1178222" y="4543021"/>
                  </a:lnTo>
                  <a:lnTo>
                    <a:pt x="1178348" y="4543021"/>
                  </a:lnTo>
                  <a:lnTo>
                    <a:pt x="1178474" y="4543021"/>
                  </a:lnTo>
                  <a:lnTo>
                    <a:pt x="1178600" y="4543021"/>
                  </a:lnTo>
                  <a:lnTo>
                    <a:pt x="1178727" y="4543021"/>
                  </a:lnTo>
                  <a:lnTo>
                    <a:pt x="1178853" y="4543021"/>
                  </a:lnTo>
                  <a:lnTo>
                    <a:pt x="1178979" y="4543021"/>
                  </a:lnTo>
                  <a:lnTo>
                    <a:pt x="1178979" y="4538110"/>
                  </a:lnTo>
                  <a:lnTo>
                    <a:pt x="1179105" y="4538110"/>
                  </a:lnTo>
                  <a:lnTo>
                    <a:pt x="1179232" y="4538110"/>
                  </a:lnTo>
                  <a:lnTo>
                    <a:pt x="1179358" y="4538110"/>
                  </a:lnTo>
                  <a:lnTo>
                    <a:pt x="1179484" y="4538110"/>
                  </a:lnTo>
                  <a:lnTo>
                    <a:pt x="1179610" y="4538110"/>
                  </a:lnTo>
                  <a:lnTo>
                    <a:pt x="1179737" y="4538110"/>
                  </a:lnTo>
                  <a:lnTo>
                    <a:pt x="1179863" y="4538110"/>
                  </a:lnTo>
                  <a:lnTo>
                    <a:pt x="1179989" y="4538110"/>
                  </a:lnTo>
                  <a:lnTo>
                    <a:pt x="1180115" y="4538110"/>
                  </a:lnTo>
                  <a:lnTo>
                    <a:pt x="1180242" y="4538110"/>
                  </a:lnTo>
                  <a:lnTo>
                    <a:pt x="1180368" y="4538110"/>
                  </a:lnTo>
                  <a:lnTo>
                    <a:pt x="1180494" y="4538110"/>
                  </a:lnTo>
                  <a:lnTo>
                    <a:pt x="1180494" y="4533199"/>
                  </a:lnTo>
                  <a:lnTo>
                    <a:pt x="1180621" y="4533199"/>
                  </a:lnTo>
                  <a:lnTo>
                    <a:pt x="1180747" y="4533199"/>
                  </a:lnTo>
                  <a:lnTo>
                    <a:pt x="1180873" y="4533199"/>
                  </a:lnTo>
                  <a:lnTo>
                    <a:pt x="1180999" y="4533199"/>
                  </a:lnTo>
                  <a:lnTo>
                    <a:pt x="1181126" y="4533199"/>
                  </a:lnTo>
                  <a:lnTo>
                    <a:pt x="1181252" y="4533199"/>
                  </a:lnTo>
                  <a:lnTo>
                    <a:pt x="1181378" y="4533199"/>
                  </a:lnTo>
                  <a:lnTo>
                    <a:pt x="1181504" y="4533199"/>
                  </a:lnTo>
                  <a:lnTo>
                    <a:pt x="1181631" y="4533199"/>
                  </a:lnTo>
                  <a:lnTo>
                    <a:pt x="1181757" y="4533199"/>
                  </a:lnTo>
                  <a:lnTo>
                    <a:pt x="1181883" y="4533199"/>
                  </a:lnTo>
                  <a:lnTo>
                    <a:pt x="1182009" y="4533199"/>
                  </a:lnTo>
                  <a:lnTo>
                    <a:pt x="1182136" y="4533199"/>
                  </a:lnTo>
                  <a:lnTo>
                    <a:pt x="1182262" y="4533199"/>
                  </a:lnTo>
                  <a:lnTo>
                    <a:pt x="1182388" y="4533199"/>
                  </a:lnTo>
                  <a:lnTo>
                    <a:pt x="1182514" y="4533199"/>
                  </a:lnTo>
                  <a:lnTo>
                    <a:pt x="1182641" y="4533199"/>
                  </a:lnTo>
                  <a:lnTo>
                    <a:pt x="1182767" y="4533199"/>
                  </a:lnTo>
                  <a:lnTo>
                    <a:pt x="1182893" y="4533199"/>
                  </a:lnTo>
                  <a:lnTo>
                    <a:pt x="1183019" y="4533199"/>
                  </a:lnTo>
                  <a:lnTo>
                    <a:pt x="1183146" y="4533199"/>
                  </a:lnTo>
                  <a:lnTo>
                    <a:pt x="1183272" y="4533199"/>
                  </a:lnTo>
                  <a:lnTo>
                    <a:pt x="1183398" y="4533199"/>
                  </a:lnTo>
                  <a:lnTo>
                    <a:pt x="1183524" y="4533199"/>
                  </a:lnTo>
                  <a:lnTo>
                    <a:pt x="1183651" y="4533199"/>
                  </a:lnTo>
                  <a:lnTo>
                    <a:pt x="1183777" y="4533199"/>
                  </a:lnTo>
                  <a:lnTo>
                    <a:pt x="1183903" y="4533199"/>
                  </a:lnTo>
                  <a:lnTo>
                    <a:pt x="1184029" y="4533199"/>
                  </a:lnTo>
                  <a:lnTo>
                    <a:pt x="1184156" y="4533199"/>
                  </a:lnTo>
                  <a:lnTo>
                    <a:pt x="1184282" y="4533199"/>
                  </a:lnTo>
                  <a:lnTo>
                    <a:pt x="1184408" y="4533199"/>
                  </a:lnTo>
                  <a:lnTo>
                    <a:pt x="1184534" y="4533199"/>
                  </a:lnTo>
                  <a:lnTo>
                    <a:pt x="1184661" y="4533199"/>
                  </a:lnTo>
                  <a:lnTo>
                    <a:pt x="1184787" y="4533199"/>
                  </a:lnTo>
                  <a:lnTo>
                    <a:pt x="1184913" y="4533199"/>
                  </a:lnTo>
                  <a:lnTo>
                    <a:pt x="1185039" y="4533199"/>
                  </a:lnTo>
                  <a:lnTo>
                    <a:pt x="1185166" y="4533199"/>
                  </a:lnTo>
                  <a:lnTo>
                    <a:pt x="1185292" y="4533199"/>
                  </a:lnTo>
                  <a:lnTo>
                    <a:pt x="1185418" y="4533199"/>
                  </a:lnTo>
                  <a:lnTo>
                    <a:pt x="1185544" y="4533199"/>
                  </a:lnTo>
                  <a:lnTo>
                    <a:pt x="1185671" y="4533199"/>
                  </a:lnTo>
                  <a:lnTo>
                    <a:pt x="1185797" y="4533199"/>
                  </a:lnTo>
                  <a:lnTo>
                    <a:pt x="1185923" y="4533199"/>
                  </a:lnTo>
                  <a:lnTo>
                    <a:pt x="1186050" y="4533199"/>
                  </a:lnTo>
                  <a:lnTo>
                    <a:pt x="1186176" y="4533199"/>
                  </a:lnTo>
                  <a:lnTo>
                    <a:pt x="1186302" y="4533199"/>
                  </a:lnTo>
                  <a:lnTo>
                    <a:pt x="1186428" y="4533199"/>
                  </a:lnTo>
                  <a:lnTo>
                    <a:pt x="1186555" y="4533199"/>
                  </a:lnTo>
                  <a:lnTo>
                    <a:pt x="1186681" y="4533199"/>
                  </a:lnTo>
                  <a:lnTo>
                    <a:pt x="1186807" y="4533199"/>
                  </a:lnTo>
                  <a:lnTo>
                    <a:pt x="1186933" y="4533199"/>
                  </a:lnTo>
                  <a:lnTo>
                    <a:pt x="1187060" y="4533199"/>
                  </a:lnTo>
                  <a:lnTo>
                    <a:pt x="1187186" y="4533199"/>
                  </a:lnTo>
                  <a:lnTo>
                    <a:pt x="1187312" y="4533199"/>
                  </a:lnTo>
                  <a:lnTo>
                    <a:pt x="1187438" y="4533199"/>
                  </a:lnTo>
                  <a:lnTo>
                    <a:pt x="1187565" y="4533199"/>
                  </a:lnTo>
                  <a:lnTo>
                    <a:pt x="1187691" y="4533199"/>
                  </a:lnTo>
                  <a:lnTo>
                    <a:pt x="1187817" y="4533199"/>
                  </a:lnTo>
                  <a:lnTo>
                    <a:pt x="1187943" y="4533199"/>
                  </a:lnTo>
                  <a:lnTo>
                    <a:pt x="1188070" y="4533199"/>
                  </a:lnTo>
                  <a:lnTo>
                    <a:pt x="1188196" y="4533199"/>
                  </a:lnTo>
                  <a:lnTo>
                    <a:pt x="1188322" y="4533199"/>
                  </a:lnTo>
                  <a:lnTo>
                    <a:pt x="1188448" y="4533199"/>
                  </a:lnTo>
                  <a:lnTo>
                    <a:pt x="1188575" y="4533199"/>
                  </a:lnTo>
                  <a:lnTo>
                    <a:pt x="1188701" y="4533199"/>
                  </a:lnTo>
                  <a:lnTo>
                    <a:pt x="1188827" y="4533199"/>
                  </a:lnTo>
                  <a:lnTo>
                    <a:pt x="1188953" y="4533199"/>
                  </a:lnTo>
                  <a:lnTo>
                    <a:pt x="1189080" y="4533199"/>
                  </a:lnTo>
                  <a:lnTo>
                    <a:pt x="1189206" y="4533199"/>
                  </a:lnTo>
                  <a:lnTo>
                    <a:pt x="1189332" y="4533199"/>
                  </a:lnTo>
                  <a:lnTo>
                    <a:pt x="1189458" y="4533199"/>
                  </a:lnTo>
                  <a:lnTo>
                    <a:pt x="1189585" y="4533199"/>
                  </a:lnTo>
                  <a:lnTo>
                    <a:pt x="1189711" y="4533199"/>
                  </a:lnTo>
                  <a:lnTo>
                    <a:pt x="1189837" y="4533199"/>
                  </a:lnTo>
                  <a:lnTo>
                    <a:pt x="1189963" y="4533199"/>
                  </a:lnTo>
                  <a:lnTo>
                    <a:pt x="1190090" y="4533199"/>
                  </a:lnTo>
                  <a:lnTo>
                    <a:pt x="1190216" y="4533199"/>
                  </a:lnTo>
                  <a:lnTo>
                    <a:pt x="1190342" y="4533199"/>
                  </a:lnTo>
                  <a:lnTo>
                    <a:pt x="1190468" y="4533199"/>
                  </a:lnTo>
                  <a:lnTo>
                    <a:pt x="1190595" y="4533199"/>
                  </a:lnTo>
                  <a:lnTo>
                    <a:pt x="1190721" y="4533199"/>
                  </a:lnTo>
                  <a:lnTo>
                    <a:pt x="1190847" y="4533199"/>
                  </a:lnTo>
                  <a:lnTo>
                    <a:pt x="1190974" y="4533199"/>
                  </a:lnTo>
                  <a:lnTo>
                    <a:pt x="1191100" y="4533199"/>
                  </a:lnTo>
                  <a:lnTo>
                    <a:pt x="1191226" y="4533199"/>
                  </a:lnTo>
                  <a:lnTo>
                    <a:pt x="1191352" y="4533199"/>
                  </a:lnTo>
                  <a:lnTo>
                    <a:pt x="1191479" y="4533199"/>
                  </a:lnTo>
                  <a:lnTo>
                    <a:pt x="1191605" y="4533199"/>
                  </a:lnTo>
                  <a:lnTo>
                    <a:pt x="1191731" y="4533199"/>
                  </a:lnTo>
                  <a:lnTo>
                    <a:pt x="1191857" y="4533199"/>
                  </a:lnTo>
                  <a:lnTo>
                    <a:pt x="1191984" y="4533199"/>
                  </a:lnTo>
                  <a:lnTo>
                    <a:pt x="1192110" y="4533199"/>
                  </a:lnTo>
                  <a:lnTo>
                    <a:pt x="1192236" y="4533199"/>
                  </a:lnTo>
                  <a:lnTo>
                    <a:pt x="1192362" y="4533199"/>
                  </a:lnTo>
                  <a:lnTo>
                    <a:pt x="1192489" y="4533199"/>
                  </a:lnTo>
                  <a:lnTo>
                    <a:pt x="1192615" y="4533199"/>
                  </a:lnTo>
                  <a:lnTo>
                    <a:pt x="1192741" y="4533199"/>
                  </a:lnTo>
                  <a:lnTo>
                    <a:pt x="1192867" y="4533199"/>
                  </a:lnTo>
                  <a:lnTo>
                    <a:pt x="1192994" y="4533199"/>
                  </a:lnTo>
                  <a:lnTo>
                    <a:pt x="1193120" y="4533199"/>
                  </a:lnTo>
                  <a:lnTo>
                    <a:pt x="1193246" y="4533199"/>
                  </a:lnTo>
                  <a:lnTo>
                    <a:pt x="1193372" y="4533199"/>
                  </a:lnTo>
                  <a:lnTo>
                    <a:pt x="1193499" y="4533199"/>
                  </a:lnTo>
                  <a:lnTo>
                    <a:pt x="1193625" y="4533199"/>
                  </a:lnTo>
                  <a:lnTo>
                    <a:pt x="1193751" y="4533199"/>
                  </a:lnTo>
                  <a:lnTo>
                    <a:pt x="1193877" y="4533199"/>
                  </a:lnTo>
                  <a:lnTo>
                    <a:pt x="1194004" y="4533199"/>
                  </a:lnTo>
                  <a:lnTo>
                    <a:pt x="1194130" y="4533199"/>
                  </a:lnTo>
                  <a:lnTo>
                    <a:pt x="1194256" y="4533199"/>
                  </a:lnTo>
                  <a:lnTo>
                    <a:pt x="1194382" y="4533199"/>
                  </a:lnTo>
                  <a:lnTo>
                    <a:pt x="1194509" y="4533199"/>
                  </a:lnTo>
                  <a:lnTo>
                    <a:pt x="1194635" y="4533199"/>
                  </a:lnTo>
                  <a:lnTo>
                    <a:pt x="1194761" y="4533199"/>
                  </a:lnTo>
                  <a:lnTo>
                    <a:pt x="1194761" y="4528287"/>
                  </a:lnTo>
                  <a:lnTo>
                    <a:pt x="1194887" y="4528287"/>
                  </a:lnTo>
                  <a:lnTo>
                    <a:pt x="1195014" y="4528287"/>
                  </a:lnTo>
                  <a:lnTo>
                    <a:pt x="1195140" y="4528287"/>
                  </a:lnTo>
                  <a:lnTo>
                    <a:pt x="1195266" y="4528287"/>
                  </a:lnTo>
                  <a:lnTo>
                    <a:pt x="1195392" y="4528287"/>
                  </a:lnTo>
                  <a:lnTo>
                    <a:pt x="1195519" y="4528287"/>
                  </a:lnTo>
                  <a:lnTo>
                    <a:pt x="1195645" y="4528287"/>
                  </a:lnTo>
                  <a:lnTo>
                    <a:pt x="1195771" y="4528287"/>
                  </a:lnTo>
                  <a:lnTo>
                    <a:pt x="1195898" y="4528287"/>
                  </a:lnTo>
                  <a:lnTo>
                    <a:pt x="1196024" y="4528287"/>
                  </a:lnTo>
                  <a:lnTo>
                    <a:pt x="1196150" y="4528287"/>
                  </a:lnTo>
                  <a:lnTo>
                    <a:pt x="1196276" y="4528287"/>
                  </a:lnTo>
                  <a:lnTo>
                    <a:pt x="1196403" y="4528287"/>
                  </a:lnTo>
                  <a:lnTo>
                    <a:pt x="1196529" y="4528287"/>
                  </a:lnTo>
                  <a:lnTo>
                    <a:pt x="1196655" y="4528287"/>
                  </a:lnTo>
                  <a:lnTo>
                    <a:pt x="1196781" y="4528287"/>
                  </a:lnTo>
                  <a:lnTo>
                    <a:pt x="1196908" y="4528287"/>
                  </a:lnTo>
                  <a:lnTo>
                    <a:pt x="1197034" y="4528287"/>
                  </a:lnTo>
                  <a:lnTo>
                    <a:pt x="1197160" y="4528287"/>
                  </a:lnTo>
                  <a:lnTo>
                    <a:pt x="1197286" y="4528287"/>
                  </a:lnTo>
                  <a:lnTo>
                    <a:pt x="1197413" y="4528287"/>
                  </a:lnTo>
                  <a:lnTo>
                    <a:pt x="1197539" y="4528287"/>
                  </a:lnTo>
                  <a:lnTo>
                    <a:pt x="1197665" y="4528287"/>
                  </a:lnTo>
                  <a:lnTo>
                    <a:pt x="1197791" y="4528287"/>
                  </a:lnTo>
                  <a:lnTo>
                    <a:pt x="1197918" y="4528287"/>
                  </a:lnTo>
                  <a:lnTo>
                    <a:pt x="1197918" y="4523376"/>
                  </a:lnTo>
                  <a:lnTo>
                    <a:pt x="1198044" y="4523376"/>
                  </a:lnTo>
                  <a:lnTo>
                    <a:pt x="1198170" y="4523376"/>
                  </a:lnTo>
                  <a:lnTo>
                    <a:pt x="1198296" y="4523376"/>
                  </a:lnTo>
                  <a:lnTo>
                    <a:pt x="1198423" y="4523376"/>
                  </a:lnTo>
                  <a:lnTo>
                    <a:pt x="1198549" y="4523376"/>
                  </a:lnTo>
                  <a:lnTo>
                    <a:pt x="1198675" y="4523376"/>
                  </a:lnTo>
                  <a:lnTo>
                    <a:pt x="1198801" y="4523376"/>
                  </a:lnTo>
                  <a:lnTo>
                    <a:pt x="1198928" y="4523376"/>
                  </a:lnTo>
                  <a:lnTo>
                    <a:pt x="1199054" y="4523376"/>
                  </a:lnTo>
                  <a:lnTo>
                    <a:pt x="1199180" y="4523376"/>
                  </a:lnTo>
                  <a:lnTo>
                    <a:pt x="1199306" y="4523376"/>
                  </a:lnTo>
                  <a:lnTo>
                    <a:pt x="1199433" y="4523376"/>
                  </a:lnTo>
                  <a:lnTo>
                    <a:pt x="1199559" y="4523376"/>
                  </a:lnTo>
                  <a:lnTo>
                    <a:pt x="1199685" y="4523376"/>
                  </a:lnTo>
                  <a:lnTo>
                    <a:pt x="1199811" y="4523376"/>
                  </a:lnTo>
                  <a:lnTo>
                    <a:pt x="1199938" y="4523376"/>
                  </a:lnTo>
                  <a:lnTo>
                    <a:pt x="1200064" y="4523376"/>
                  </a:lnTo>
                  <a:lnTo>
                    <a:pt x="1200190" y="4523376"/>
                  </a:lnTo>
                  <a:lnTo>
                    <a:pt x="1200316" y="4523376"/>
                  </a:lnTo>
                  <a:lnTo>
                    <a:pt x="1200443" y="4523376"/>
                  </a:lnTo>
                  <a:lnTo>
                    <a:pt x="1200569" y="4523376"/>
                  </a:lnTo>
                  <a:lnTo>
                    <a:pt x="1200695" y="4523376"/>
                  </a:lnTo>
                  <a:lnTo>
                    <a:pt x="1200821" y="4523376"/>
                  </a:lnTo>
                  <a:lnTo>
                    <a:pt x="1200948" y="4523376"/>
                  </a:lnTo>
                  <a:lnTo>
                    <a:pt x="1201074" y="4523376"/>
                  </a:lnTo>
                  <a:lnTo>
                    <a:pt x="1201200" y="4523376"/>
                  </a:lnTo>
                  <a:lnTo>
                    <a:pt x="1201327" y="4523376"/>
                  </a:lnTo>
                  <a:lnTo>
                    <a:pt x="1201453" y="4523376"/>
                  </a:lnTo>
                  <a:lnTo>
                    <a:pt x="1201579" y="4523376"/>
                  </a:lnTo>
                  <a:lnTo>
                    <a:pt x="1201705" y="4523376"/>
                  </a:lnTo>
                  <a:lnTo>
                    <a:pt x="1201832" y="4523376"/>
                  </a:lnTo>
                  <a:lnTo>
                    <a:pt x="1201958" y="4523376"/>
                  </a:lnTo>
                  <a:lnTo>
                    <a:pt x="1202084" y="4523376"/>
                  </a:lnTo>
                  <a:lnTo>
                    <a:pt x="1202084" y="4518464"/>
                  </a:lnTo>
                  <a:lnTo>
                    <a:pt x="1202210" y="4518464"/>
                  </a:lnTo>
                  <a:lnTo>
                    <a:pt x="1202337" y="4518464"/>
                  </a:lnTo>
                  <a:lnTo>
                    <a:pt x="1202463" y="4518464"/>
                  </a:lnTo>
                  <a:lnTo>
                    <a:pt x="1202589" y="4518464"/>
                  </a:lnTo>
                  <a:lnTo>
                    <a:pt x="1202715" y="4518464"/>
                  </a:lnTo>
                  <a:lnTo>
                    <a:pt x="1202715" y="4513553"/>
                  </a:lnTo>
                  <a:lnTo>
                    <a:pt x="1202842" y="4513553"/>
                  </a:lnTo>
                  <a:lnTo>
                    <a:pt x="1202968" y="4513553"/>
                  </a:lnTo>
                  <a:lnTo>
                    <a:pt x="1203094" y="4513553"/>
                  </a:lnTo>
                  <a:lnTo>
                    <a:pt x="1203220" y="4513553"/>
                  </a:lnTo>
                  <a:lnTo>
                    <a:pt x="1203347" y="4513553"/>
                  </a:lnTo>
                  <a:lnTo>
                    <a:pt x="1203473" y="4513553"/>
                  </a:lnTo>
                  <a:lnTo>
                    <a:pt x="1203599" y="4513553"/>
                  </a:lnTo>
                  <a:lnTo>
                    <a:pt x="1203725" y="4513553"/>
                  </a:lnTo>
                  <a:lnTo>
                    <a:pt x="1203852" y="4513553"/>
                  </a:lnTo>
                  <a:lnTo>
                    <a:pt x="1203852" y="4508642"/>
                  </a:lnTo>
                  <a:lnTo>
                    <a:pt x="1203978" y="4508642"/>
                  </a:lnTo>
                  <a:lnTo>
                    <a:pt x="1204104" y="4508642"/>
                  </a:lnTo>
                  <a:lnTo>
                    <a:pt x="1204230" y="4508642"/>
                  </a:lnTo>
                  <a:lnTo>
                    <a:pt x="1204357" y="4508642"/>
                  </a:lnTo>
                  <a:lnTo>
                    <a:pt x="1204483" y="4508642"/>
                  </a:lnTo>
                  <a:lnTo>
                    <a:pt x="1204609" y="4508642"/>
                  </a:lnTo>
                  <a:lnTo>
                    <a:pt x="1204735" y="4508642"/>
                  </a:lnTo>
                  <a:lnTo>
                    <a:pt x="1204862" y="4508642"/>
                  </a:lnTo>
                  <a:lnTo>
                    <a:pt x="1204988" y="4508642"/>
                  </a:lnTo>
                  <a:lnTo>
                    <a:pt x="1205114" y="4508642"/>
                  </a:lnTo>
                  <a:lnTo>
                    <a:pt x="1205240" y="4508642"/>
                  </a:lnTo>
                  <a:lnTo>
                    <a:pt x="1205367" y="4508642"/>
                  </a:lnTo>
                  <a:lnTo>
                    <a:pt x="1205493" y="4508642"/>
                  </a:lnTo>
                  <a:lnTo>
                    <a:pt x="1205619" y="4508642"/>
                  </a:lnTo>
                  <a:lnTo>
                    <a:pt x="1205619" y="4503730"/>
                  </a:lnTo>
                  <a:lnTo>
                    <a:pt x="1205745" y="4503730"/>
                  </a:lnTo>
                  <a:lnTo>
                    <a:pt x="1205872" y="4503730"/>
                  </a:lnTo>
                  <a:lnTo>
                    <a:pt x="1205998" y="4503730"/>
                  </a:lnTo>
                  <a:lnTo>
                    <a:pt x="1206124" y="4503730"/>
                  </a:lnTo>
                  <a:lnTo>
                    <a:pt x="1206251" y="4503730"/>
                  </a:lnTo>
                  <a:lnTo>
                    <a:pt x="1206377" y="4503730"/>
                  </a:lnTo>
                  <a:lnTo>
                    <a:pt x="1206503" y="4503730"/>
                  </a:lnTo>
                  <a:lnTo>
                    <a:pt x="1206629" y="4503730"/>
                  </a:lnTo>
                  <a:lnTo>
                    <a:pt x="1206756" y="4503730"/>
                  </a:lnTo>
                  <a:lnTo>
                    <a:pt x="1206882" y="4503730"/>
                  </a:lnTo>
                  <a:lnTo>
                    <a:pt x="1207008" y="4503730"/>
                  </a:lnTo>
                  <a:lnTo>
                    <a:pt x="1207134" y="4503730"/>
                  </a:lnTo>
                  <a:lnTo>
                    <a:pt x="1207261" y="4503730"/>
                  </a:lnTo>
                  <a:lnTo>
                    <a:pt x="1207387" y="4503730"/>
                  </a:lnTo>
                  <a:lnTo>
                    <a:pt x="1207513" y="4503730"/>
                  </a:lnTo>
                  <a:lnTo>
                    <a:pt x="1207513" y="4498819"/>
                  </a:lnTo>
                  <a:lnTo>
                    <a:pt x="1207639" y="4498819"/>
                  </a:lnTo>
                  <a:lnTo>
                    <a:pt x="1207766" y="4498819"/>
                  </a:lnTo>
                  <a:lnTo>
                    <a:pt x="1207892" y="4498819"/>
                  </a:lnTo>
                  <a:lnTo>
                    <a:pt x="1208018" y="4498819"/>
                  </a:lnTo>
                  <a:lnTo>
                    <a:pt x="1208144" y="4498819"/>
                  </a:lnTo>
                  <a:lnTo>
                    <a:pt x="1208271" y="4498819"/>
                  </a:lnTo>
                  <a:lnTo>
                    <a:pt x="1208397" y="4498819"/>
                  </a:lnTo>
                  <a:lnTo>
                    <a:pt x="1208523" y="4498819"/>
                  </a:lnTo>
                  <a:lnTo>
                    <a:pt x="1208649" y="4498819"/>
                  </a:lnTo>
                  <a:lnTo>
                    <a:pt x="1208776" y="4498819"/>
                  </a:lnTo>
                  <a:lnTo>
                    <a:pt x="1208902" y="4498819"/>
                  </a:lnTo>
                  <a:lnTo>
                    <a:pt x="1209028" y="4498819"/>
                  </a:lnTo>
                  <a:lnTo>
                    <a:pt x="1209154" y="4498819"/>
                  </a:lnTo>
                  <a:lnTo>
                    <a:pt x="1209281" y="4498819"/>
                  </a:lnTo>
                  <a:lnTo>
                    <a:pt x="1209407" y="4498819"/>
                  </a:lnTo>
                  <a:lnTo>
                    <a:pt x="1209407" y="4493908"/>
                  </a:lnTo>
                  <a:lnTo>
                    <a:pt x="1209533" y="4493908"/>
                  </a:lnTo>
                  <a:lnTo>
                    <a:pt x="1209659" y="4493908"/>
                  </a:lnTo>
                  <a:lnTo>
                    <a:pt x="1209786" y="4493908"/>
                  </a:lnTo>
                  <a:lnTo>
                    <a:pt x="1209912" y="4493908"/>
                  </a:lnTo>
                  <a:lnTo>
                    <a:pt x="1210038" y="4493908"/>
                  </a:lnTo>
                  <a:lnTo>
                    <a:pt x="1210164" y="4493908"/>
                  </a:lnTo>
                  <a:lnTo>
                    <a:pt x="1210164" y="4488996"/>
                  </a:lnTo>
                  <a:lnTo>
                    <a:pt x="1210291" y="4488996"/>
                  </a:lnTo>
                  <a:lnTo>
                    <a:pt x="1210417" y="4488996"/>
                  </a:lnTo>
                  <a:lnTo>
                    <a:pt x="1210543" y="4488996"/>
                  </a:lnTo>
                  <a:lnTo>
                    <a:pt x="1210669" y="4488996"/>
                  </a:lnTo>
                  <a:lnTo>
                    <a:pt x="1210796" y="4488996"/>
                  </a:lnTo>
                  <a:lnTo>
                    <a:pt x="1210922" y="4488996"/>
                  </a:lnTo>
                  <a:lnTo>
                    <a:pt x="1211048" y="4488996"/>
                  </a:lnTo>
                  <a:lnTo>
                    <a:pt x="1211174" y="4488996"/>
                  </a:lnTo>
                  <a:lnTo>
                    <a:pt x="1211301" y="4488996"/>
                  </a:lnTo>
                  <a:lnTo>
                    <a:pt x="1211427" y="4488996"/>
                  </a:lnTo>
                  <a:lnTo>
                    <a:pt x="1211553" y="4488996"/>
                  </a:lnTo>
                  <a:lnTo>
                    <a:pt x="1211680" y="4488996"/>
                  </a:lnTo>
                  <a:lnTo>
                    <a:pt x="1211806" y="4488996"/>
                  </a:lnTo>
                  <a:lnTo>
                    <a:pt x="1211932" y="4488996"/>
                  </a:lnTo>
                  <a:lnTo>
                    <a:pt x="1212058" y="4488996"/>
                  </a:lnTo>
                  <a:lnTo>
                    <a:pt x="1212185" y="4488996"/>
                  </a:lnTo>
                  <a:lnTo>
                    <a:pt x="1212311" y="4488996"/>
                  </a:lnTo>
                  <a:lnTo>
                    <a:pt x="1212437" y="4488996"/>
                  </a:lnTo>
                  <a:lnTo>
                    <a:pt x="1212563" y="4488996"/>
                  </a:lnTo>
                  <a:lnTo>
                    <a:pt x="1212690" y="4488996"/>
                  </a:lnTo>
                  <a:lnTo>
                    <a:pt x="1212816" y="4488996"/>
                  </a:lnTo>
                  <a:lnTo>
                    <a:pt x="1212942" y="4488996"/>
                  </a:lnTo>
                  <a:lnTo>
                    <a:pt x="1213068" y="4488996"/>
                  </a:lnTo>
                  <a:lnTo>
                    <a:pt x="1213195" y="4488996"/>
                  </a:lnTo>
                  <a:lnTo>
                    <a:pt x="1213321" y="4488996"/>
                  </a:lnTo>
                  <a:lnTo>
                    <a:pt x="1213447" y="4488996"/>
                  </a:lnTo>
                  <a:lnTo>
                    <a:pt x="1213573" y="4488996"/>
                  </a:lnTo>
                  <a:lnTo>
                    <a:pt x="1213700" y="4488996"/>
                  </a:lnTo>
                  <a:lnTo>
                    <a:pt x="1213700" y="4484085"/>
                  </a:lnTo>
                  <a:lnTo>
                    <a:pt x="1213826" y="4484085"/>
                  </a:lnTo>
                  <a:lnTo>
                    <a:pt x="1213952" y="4484085"/>
                  </a:lnTo>
                  <a:lnTo>
                    <a:pt x="1214078" y="4484085"/>
                  </a:lnTo>
                  <a:lnTo>
                    <a:pt x="1214205" y="4484085"/>
                  </a:lnTo>
                  <a:lnTo>
                    <a:pt x="1214331" y="4484085"/>
                  </a:lnTo>
                  <a:lnTo>
                    <a:pt x="1214457" y="4484085"/>
                  </a:lnTo>
                  <a:lnTo>
                    <a:pt x="1214583" y="4484085"/>
                  </a:lnTo>
                  <a:lnTo>
                    <a:pt x="1214710" y="4484085"/>
                  </a:lnTo>
                  <a:lnTo>
                    <a:pt x="1214836" y="4484085"/>
                  </a:lnTo>
                  <a:lnTo>
                    <a:pt x="1214962" y="4484085"/>
                  </a:lnTo>
                  <a:lnTo>
                    <a:pt x="1215088" y="4484085"/>
                  </a:lnTo>
                  <a:lnTo>
                    <a:pt x="1215215" y="4484085"/>
                  </a:lnTo>
                  <a:lnTo>
                    <a:pt x="1215341" y="4484085"/>
                  </a:lnTo>
                  <a:lnTo>
                    <a:pt x="1215467" y="4484085"/>
                  </a:lnTo>
                  <a:lnTo>
                    <a:pt x="1215593" y="4484085"/>
                  </a:lnTo>
                  <a:lnTo>
                    <a:pt x="1215720" y="4484085"/>
                  </a:lnTo>
                  <a:lnTo>
                    <a:pt x="1215846" y="4484085"/>
                  </a:lnTo>
                  <a:lnTo>
                    <a:pt x="1215972" y="4484085"/>
                  </a:lnTo>
                  <a:lnTo>
                    <a:pt x="1216098" y="4484085"/>
                  </a:lnTo>
                  <a:lnTo>
                    <a:pt x="1216225" y="4484085"/>
                  </a:lnTo>
                  <a:lnTo>
                    <a:pt x="1216351" y="4484085"/>
                  </a:lnTo>
                  <a:lnTo>
                    <a:pt x="1216477" y="4484085"/>
                  </a:lnTo>
                  <a:lnTo>
                    <a:pt x="1216604" y="4484085"/>
                  </a:lnTo>
                  <a:lnTo>
                    <a:pt x="1216730" y="4484085"/>
                  </a:lnTo>
                  <a:lnTo>
                    <a:pt x="1216856" y="4484085"/>
                  </a:lnTo>
                  <a:lnTo>
                    <a:pt x="1216982" y="4484085"/>
                  </a:lnTo>
                  <a:lnTo>
                    <a:pt x="1217109" y="4484085"/>
                  </a:lnTo>
                  <a:lnTo>
                    <a:pt x="1217235" y="4484085"/>
                  </a:lnTo>
                  <a:lnTo>
                    <a:pt x="1217361" y="4484085"/>
                  </a:lnTo>
                  <a:lnTo>
                    <a:pt x="1217487" y="4484085"/>
                  </a:lnTo>
                  <a:lnTo>
                    <a:pt x="1217614" y="4484085"/>
                  </a:lnTo>
                  <a:lnTo>
                    <a:pt x="1217740" y="4484085"/>
                  </a:lnTo>
                  <a:lnTo>
                    <a:pt x="1217866" y="4484085"/>
                  </a:lnTo>
                  <a:lnTo>
                    <a:pt x="1217992" y="4484085"/>
                  </a:lnTo>
                  <a:lnTo>
                    <a:pt x="1218119" y="4484085"/>
                  </a:lnTo>
                  <a:lnTo>
                    <a:pt x="1218245" y="4484085"/>
                  </a:lnTo>
                  <a:lnTo>
                    <a:pt x="1218371" y="4484085"/>
                  </a:lnTo>
                  <a:lnTo>
                    <a:pt x="1218497" y="4484085"/>
                  </a:lnTo>
                  <a:lnTo>
                    <a:pt x="1218624" y="4484085"/>
                  </a:lnTo>
                  <a:lnTo>
                    <a:pt x="1218750" y="4484085"/>
                  </a:lnTo>
                  <a:lnTo>
                    <a:pt x="1218876" y="4484085"/>
                  </a:lnTo>
                  <a:lnTo>
                    <a:pt x="1219002" y="4484085"/>
                  </a:lnTo>
                  <a:lnTo>
                    <a:pt x="1219129" y="4484085"/>
                  </a:lnTo>
                  <a:lnTo>
                    <a:pt x="1219255" y="4484085"/>
                  </a:lnTo>
                  <a:lnTo>
                    <a:pt x="1219381" y="4484085"/>
                  </a:lnTo>
                  <a:lnTo>
                    <a:pt x="1219507" y="4484085"/>
                  </a:lnTo>
                  <a:lnTo>
                    <a:pt x="1219634" y="4484085"/>
                  </a:lnTo>
                  <a:lnTo>
                    <a:pt x="1219760" y="4484085"/>
                  </a:lnTo>
                  <a:lnTo>
                    <a:pt x="1219886" y="4484085"/>
                  </a:lnTo>
                  <a:lnTo>
                    <a:pt x="1220012" y="4484085"/>
                  </a:lnTo>
                  <a:lnTo>
                    <a:pt x="1220139" y="4484085"/>
                  </a:lnTo>
                  <a:lnTo>
                    <a:pt x="1220265" y="4484085"/>
                  </a:lnTo>
                  <a:lnTo>
                    <a:pt x="1220391" y="4484085"/>
                  </a:lnTo>
                  <a:lnTo>
                    <a:pt x="1220517" y="4484085"/>
                  </a:lnTo>
                  <a:lnTo>
                    <a:pt x="1220644" y="4484085"/>
                  </a:lnTo>
                  <a:lnTo>
                    <a:pt x="1220770" y="4484085"/>
                  </a:lnTo>
                  <a:lnTo>
                    <a:pt x="1220896" y="4484085"/>
                  </a:lnTo>
                  <a:lnTo>
                    <a:pt x="1221022" y="4484085"/>
                  </a:lnTo>
                  <a:lnTo>
                    <a:pt x="1221149" y="4484085"/>
                  </a:lnTo>
                  <a:lnTo>
                    <a:pt x="1221275" y="4484085"/>
                  </a:lnTo>
                  <a:lnTo>
                    <a:pt x="1221401" y="4484085"/>
                  </a:lnTo>
                  <a:lnTo>
                    <a:pt x="1221401" y="4479173"/>
                  </a:lnTo>
                  <a:lnTo>
                    <a:pt x="1221527" y="4479173"/>
                  </a:lnTo>
                  <a:lnTo>
                    <a:pt x="1221654" y="4479173"/>
                  </a:lnTo>
                  <a:lnTo>
                    <a:pt x="1221780" y="4479173"/>
                  </a:lnTo>
                  <a:lnTo>
                    <a:pt x="1221906" y="4479173"/>
                  </a:lnTo>
                  <a:lnTo>
                    <a:pt x="1222033" y="4479173"/>
                  </a:lnTo>
                  <a:lnTo>
                    <a:pt x="1222159" y="4479173"/>
                  </a:lnTo>
                  <a:lnTo>
                    <a:pt x="1222285" y="4479173"/>
                  </a:lnTo>
                  <a:lnTo>
                    <a:pt x="1222411" y="4479173"/>
                  </a:lnTo>
                  <a:lnTo>
                    <a:pt x="1222538" y="4479173"/>
                  </a:lnTo>
                  <a:lnTo>
                    <a:pt x="1222538" y="4474262"/>
                  </a:lnTo>
                  <a:lnTo>
                    <a:pt x="1222664" y="4474262"/>
                  </a:lnTo>
                  <a:lnTo>
                    <a:pt x="1222790" y="4474262"/>
                  </a:lnTo>
                  <a:lnTo>
                    <a:pt x="1222916" y="4474262"/>
                  </a:lnTo>
                  <a:lnTo>
                    <a:pt x="1223043" y="4474262"/>
                  </a:lnTo>
                  <a:lnTo>
                    <a:pt x="1223169" y="4474262"/>
                  </a:lnTo>
                  <a:lnTo>
                    <a:pt x="1223295" y="4474262"/>
                  </a:lnTo>
                  <a:lnTo>
                    <a:pt x="1223421" y="4474262"/>
                  </a:lnTo>
                  <a:lnTo>
                    <a:pt x="1223548" y="4474262"/>
                  </a:lnTo>
                  <a:lnTo>
                    <a:pt x="1223674" y="4474262"/>
                  </a:lnTo>
                  <a:lnTo>
                    <a:pt x="1223800" y="4474262"/>
                  </a:lnTo>
                  <a:lnTo>
                    <a:pt x="1223926" y="4474262"/>
                  </a:lnTo>
                  <a:lnTo>
                    <a:pt x="1224053" y="4474262"/>
                  </a:lnTo>
                  <a:lnTo>
                    <a:pt x="1224179" y="4474262"/>
                  </a:lnTo>
                  <a:lnTo>
                    <a:pt x="1224305" y="4474262"/>
                  </a:lnTo>
                  <a:lnTo>
                    <a:pt x="1224431" y="4474262"/>
                  </a:lnTo>
                  <a:lnTo>
                    <a:pt x="1224558" y="4474262"/>
                  </a:lnTo>
                  <a:lnTo>
                    <a:pt x="1224684" y="4474262"/>
                  </a:lnTo>
                  <a:lnTo>
                    <a:pt x="1224810" y="4474262"/>
                  </a:lnTo>
                  <a:lnTo>
                    <a:pt x="1224936" y="4474262"/>
                  </a:lnTo>
                  <a:lnTo>
                    <a:pt x="1225063" y="4474262"/>
                  </a:lnTo>
                  <a:lnTo>
                    <a:pt x="1225189" y="4474262"/>
                  </a:lnTo>
                  <a:lnTo>
                    <a:pt x="1225315" y="4474262"/>
                  </a:lnTo>
                  <a:lnTo>
                    <a:pt x="1225441" y="4474262"/>
                  </a:lnTo>
                  <a:lnTo>
                    <a:pt x="1225568" y="4474262"/>
                  </a:lnTo>
                  <a:lnTo>
                    <a:pt x="1225694" y="4474262"/>
                  </a:lnTo>
                  <a:lnTo>
                    <a:pt x="1225820" y="4474262"/>
                  </a:lnTo>
                  <a:lnTo>
                    <a:pt x="1225946" y="4474262"/>
                  </a:lnTo>
                  <a:lnTo>
                    <a:pt x="1226073" y="4474262"/>
                  </a:lnTo>
                  <a:lnTo>
                    <a:pt x="1226073" y="4469351"/>
                  </a:lnTo>
                  <a:lnTo>
                    <a:pt x="1226199" y="4469351"/>
                  </a:lnTo>
                  <a:lnTo>
                    <a:pt x="1226325" y="4469351"/>
                  </a:lnTo>
                  <a:lnTo>
                    <a:pt x="1226451" y="4469351"/>
                  </a:lnTo>
                  <a:lnTo>
                    <a:pt x="1226578" y="4469351"/>
                  </a:lnTo>
                  <a:lnTo>
                    <a:pt x="1226704" y="4469351"/>
                  </a:lnTo>
                  <a:lnTo>
                    <a:pt x="1226830" y="4469351"/>
                  </a:lnTo>
                  <a:lnTo>
                    <a:pt x="1226957" y="4469351"/>
                  </a:lnTo>
                  <a:lnTo>
                    <a:pt x="1227083" y="4469351"/>
                  </a:lnTo>
                  <a:lnTo>
                    <a:pt x="1227209" y="4469351"/>
                  </a:lnTo>
                  <a:lnTo>
                    <a:pt x="1227335" y="4469351"/>
                  </a:lnTo>
                  <a:lnTo>
                    <a:pt x="1227462" y="4469351"/>
                  </a:lnTo>
                  <a:lnTo>
                    <a:pt x="1227588" y="4469351"/>
                  </a:lnTo>
                  <a:lnTo>
                    <a:pt x="1227714" y="4469351"/>
                  </a:lnTo>
                  <a:lnTo>
                    <a:pt x="1227840" y="4469351"/>
                  </a:lnTo>
                  <a:lnTo>
                    <a:pt x="1227967" y="4469351"/>
                  </a:lnTo>
                  <a:lnTo>
                    <a:pt x="1228093" y="4469351"/>
                  </a:lnTo>
                  <a:lnTo>
                    <a:pt x="1228219" y="4469351"/>
                  </a:lnTo>
                  <a:lnTo>
                    <a:pt x="1228345" y="4469351"/>
                  </a:lnTo>
                  <a:lnTo>
                    <a:pt x="1228472" y="4469351"/>
                  </a:lnTo>
                  <a:lnTo>
                    <a:pt x="1228598" y="4469351"/>
                  </a:lnTo>
                  <a:lnTo>
                    <a:pt x="1228724" y="4469351"/>
                  </a:lnTo>
                  <a:lnTo>
                    <a:pt x="1228850" y="4469351"/>
                  </a:lnTo>
                  <a:lnTo>
                    <a:pt x="1228977" y="4469351"/>
                  </a:lnTo>
                  <a:lnTo>
                    <a:pt x="1229103" y="4469351"/>
                  </a:lnTo>
                  <a:lnTo>
                    <a:pt x="1229229" y="4469351"/>
                  </a:lnTo>
                  <a:lnTo>
                    <a:pt x="1229355" y="4469351"/>
                  </a:lnTo>
                  <a:lnTo>
                    <a:pt x="1229482" y="4469351"/>
                  </a:lnTo>
                  <a:lnTo>
                    <a:pt x="1229608" y="4469351"/>
                  </a:lnTo>
                  <a:lnTo>
                    <a:pt x="1229734" y="4469351"/>
                  </a:lnTo>
                  <a:lnTo>
                    <a:pt x="1229860" y="4469351"/>
                  </a:lnTo>
                  <a:lnTo>
                    <a:pt x="1229987" y="4469351"/>
                  </a:lnTo>
                  <a:lnTo>
                    <a:pt x="1230113" y="4469351"/>
                  </a:lnTo>
                  <a:lnTo>
                    <a:pt x="1230239" y="4469351"/>
                  </a:lnTo>
                  <a:lnTo>
                    <a:pt x="1230365" y="4469351"/>
                  </a:lnTo>
                  <a:lnTo>
                    <a:pt x="1230492" y="4469351"/>
                  </a:lnTo>
                  <a:lnTo>
                    <a:pt x="1230618" y="4469351"/>
                  </a:lnTo>
                  <a:lnTo>
                    <a:pt x="1230744" y="4469351"/>
                  </a:lnTo>
                  <a:lnTo>
                    <a:pt x="1230870" y="4469351"/>
                  </a:lnTo>
                  <a:lnTo>
                    <a:pt x="1230997" y="4469351"/>
                  </a:lnTo>
                  <a:lnTo>
                    <a:pt x="1231123" y="4469351"/>
                  </a:lnTo>
                  <a:lnTo>
                    <a:pt x="1231249" y="4469351"/>
                  </a:lnTo>
                  <a:lnTo>
                    <a:pt x="1231375" y="4469351"/>
                  </a:lnTo>
                  <a:lnTo>
                    <a:pt x="1231502" y="4469351"/>
                  </a:lnTo>
                  <a:lnTo>
                    <a:pt x="1231628" y="4469351"/>
                  </a:lnTo>
                  <a:lnTo>
                    <a:pt x="1231754" y="4469351"/>
                  </a:lnTo>
                  <a:lnTo>
                    <a:pt x="1231880" y="4469351"/>
                  </a:lnTo>
                  <a:lnTo>
                    <a:pt x="1232007" y="4469351"/>
                  </a:lnTo>
                  <a:lnTo>
                    <a:pt x="1232133" y="4469351"/>
                  </a:lnTo>
                  <a:lnTo>
                    <a:pt x="1232259" y="4469351"/>
                  </a:lnTo>
                  <a:lnTo>
                    <a:pt x="1232386" y="4469351"/>
                  </a:lnTo>
                  <a:lnTo>
                    <a:pt x="1232512" y="4469351"/>
                  </a:lnTo>
                  <a:lnTo>
                    <a:pt x="1232638" y="4469351"/>
                  </a:lnTo>
                  <a:lnTo>
                    <a:pt x="1232764" y="4469351"/>
                  </a:lnTo>
                  <a:lnTo>
                    <a:pt x="1232891" y="4469351"/>
                  </a:lnTo>
                  <a:lnTo>
                    <a:pt x="1233017" y="4469351"/>
                  </a:lnTo>
                  <a:lnTo>
                    <a:pt x="1233143" y="4469351"/>
                  </a:lnTo>
                  <a:lnTo>
                    <a:pt x="1233269" y="4469351"/>
                  </a:lnTo>
                  <a:lnTo>
                    <a:pt x="1233396" y="4469351"/>
                  </a:lnTo>
                  <a:lnTo>
                    <a:pt x="1233522" y="4469351"/>
                  </a:lnTo>
                  <a:lnTo>
                    <a:pt x="1233648" y="4469351"/>
                  </a:lnTo>
                  <a:lnTo>
                    <a:pt x="1233774" y="4469351"/>
                  </a:lnTo>
                  <a:lnTo>
                    <a:pt x="1233901" y="4469351"/>
                  </a:lnTo>
                  <a:lnTo>
                    <a:pt x="1234027" y="4469351"/>
                  </a:lnTo>
                  <a:lnTo>
                    <a:pt x="1234153" y="4469351"/>
                  </a:lnTo>
                  <a:lnTo>
                    <a:pt x="1234279" y="4469351"/>
                  </a:lnTo>
                  <a:lnTo>
                    <a:pt x="1234406" y="4469351"/>
                  </a:lnTo>
                  <a:lnTo>
                    <a:pt x="1234532" y="4469351"/>
                  </a:lnTo>
                  <a:lnTo>
                    <a:pt x="1234658" y="4469351"/>
                  </a:lnTo>
                  <a:lnTo>
                    <a:pt x="1234784" y="4469351"/>
                  </a:lnTo>
                  <a:lnTo>
                    <a:pt x="1234911" y="4469351"/>
                  </a:lnTo>
                  <a:lnTo>
                    <a:pt x="1235037" y="4469351"/>
                  </a:lnTo>
                  <a:lnTo>
                    <a:pt x="1235163" y="4469351"/>
                  </a:lnTo>
                  <a:lnTo>
                    <a:pt x="1235163" y="4464439"/>
                  </a:lnTo>
                  <a:lnTo>
                    <a:pt x="1235289" y="4464439"/>
                  </a:lnTo>
                  <a:lnTo>
                    <a:pt x="1235416" y="4464439"/>
                  </a:lnTo>
                  <a:lnTo>
                    <a:pt x="1235542" y="4464439"/>
                  </a:lnTo>
                  <a:lnTo>
                    <a:pt x="1235668" y="4464439"/>
                  </a:lnTo>
                  <a:lnTo>
                    <a:pt x="1235794" y="4464439"/>
                  </a:lnTo>
                  <a:lnTo>
                    <a:pt x="1235921" y="4464439"/>
                  </a:lnTo>
                  <a:lnTo>
                    <a:pt x="1236047" y="4464439"/>
                  </a:lnTo>
                  <a:lnTo>
                    <a:pt x="1236173" y="4464439"/>
                  </a:lnTo>
                  <a:lnTo>
                    <a:pt x="1236299" y="4464439"/>
                  </a:lnTo>
                  <a:lnTo>
                    <a:pt x="1236426" y="4464439"/>
                  </a:lnTo>
                  <a:lnTo>
                    <a:pt x="1236552" y="4464439"/>
                  </a:lnTo>
                  <a:lnTo>
                    <a:pt x="1236678" y="4464439"/>
                  </a:lnTo>
                  <a:lnTo>
                    <a:pt x="1236804" y="4464439"/>
                  </a:lnTo>
                  <a:lnTo>
                    <a:pt x="1236931" y="4464439"/>
                  </a:lnTo>
                  <a:lnTo>
                    <a:pt x="1237057" y="4464439"/>
                  </a:lnTo>
                  <a:lnTo>
                    <a:pt x="1237183" y="4464439"/>
                  </a:lnTo>
                  <a:lnTo>
                    <a:pt x="1237310" y="4464439"/>
                  </a:lnTo>
                  <a:lnTo>
                    <a:pt x="1237310" y="4459528"/>
                  </a:lnTo>
                  <a:lnTo>
                    <a:pt x="1237436" y="4459528"/>
                  </a:lnTo>
                  <a:lnTo>
                    <a:pt x="1237562" y="4459528"/>
                  </a:lnTo>
                  <a:lnTo>
                    <a:pt x="1237688" y="4459528"/>
                  </a:lnTo>
                  <a:lnTo>
                    <a:pt x="1237815" y="4459528"/>
                  </a:lnTo>
                  <a:lnTo>
                    <a:pt x="1237941" y="4459528"/>
                  </a:lnTo>
                  <a:lnTo>
                    <a:pt x="1238067" y="4459528"/>
                  </a:lnTo>
                  <a:lnTo>
                    <a:pt x="1238193" y="4459528"/>
                  </a:lnTo>
                  <a:lnTo>
                    <a:pt x="1238320" y="4459528"/>
                  </a:lnTo>
                  <a:lnTo>
                    <a:pt x="1238446" y="4459528"/>
                  </a:lnTo>
                  <a:lnTo>
                    <a:pt x="1238572" y="4459528"/>
                  </a:lnTo>
                  <a:lnTo>
                    <a:pt x="1238698" y="4459528"/>
                  </a:lnTo>
                  <a:lnTo>
                    <a:pt x="1238825" y="4459528"/>
                  </a:lnTo>
                  <a:lnTo>
                    <a:pt x="1238951" y="4459528"/>
                  </a:lnTo>
                  <a:lnTo>
                    <a:pt x="1239077" y="4459528"/>
                  </a:lnTo>
                  <a:lnTo>
                    <a:pt x="1239077" y="4454617"/>
                  </a:lnTo>
                  <a:lnTo>
                    <a:pt x="1239203" y="4454617"/>
                  </a:lnTo>
                  <a:lnTo>
                    <a:pt x="1239330" y="4454617"/>
                  </a:lnTo>
                  <a:lnTo>
                    <a:pt x="1239456" y="4454617"/>
                  </a:lnTo>
                  <a:lnTo>
                    <a:pt x="1239582" y="4454617"/>
                  </a:lnTo>
                  <a:lnTo>
                    <a:pt x="1239708" y="4454617"/>
                  </a:lnTo>
                  <a:lnTo>
                    <a:pt x="1239835" y="4454617"/>
                  </a:lnTo>
                  <a:lnTo>
                    <a:pt x="1239835" y="4449705"/>
                  </a:lnTo>
                  <a:lnTo>
                    <a:pt x="1239961" y="4449705"/>
                  </a:lnTo>
                  <a:lnTo>
                    <a:pt x="1240087" y="4449705"/>
                  </a:lnTo>
                  <a:lnTo>
                    <a:pt x="1240213" y="4449705"/>
                  </a:lnTo>
                  <a:lnTo>
                    <a:pt x="1240340" y="4449705"/>
                  </a:lnTo>
                  <a:lnTo>
                    <a:pt x="1240466" y="4449705"/>
                  </a:lnTo>
                  <a:lnTo>
                    <a:pt x="1240592" y="4449705"/>
                  </a:lnTo>
                  <a:lnTo>
                    <a:pt x="1240718" y="4449705"/>
                  </a:lnTo>
                  <a:lnTo>
                    <a:pt x="1240845" y="4449705"/>
                  </a:lnTo>
                  <a:lnTo>
                    <a:pt x="1240971" y="4449705"/>
                  </a:lnTo>
                  <a:lnTo>
                    <a:pt x="1241097" y="4449705"/>
                  </a:lnTo>
                  <a:lnTo>
                    <a:pt x="1241223" y="4449705"/>
                  </a:lnTo>
                  <a:lnTo>
                    <a:pt x="1241350" y="4449705"/>
                  </a:lnTo>
                  <a:lnTo>
                    <a:pt x="1241476" y="4449705"/>
                  </a:lnTo>
                  <a:lnTo>
                    <a:pt x="1241602" y="4449705"/>
                  </a:lnTo>
                  <a:lnTo>
                    <a:pt x="1241728" y="4449705"/>
                  </a:lnTo>
                  <a:lnTo>
                    <a:pt x="1241855" y="4449705"/>
                  </a:lnTo>
                  <a:lnTo>
                    <a:pt x="1241981" y="4449705"/>
                  </a:lnTo>
                  <a:lnTo>
                    <a:pt x="1242107" y="4449705"/>
                  </a:lnTo>
                  <a:lnTo>
                    <a:pt x="1242233" y="4449705"/>
                  </a:lnTo>
                  <a:lnTo>
                    <a:pt x="1242360" y="4449705"/>
                  </a:lnTo>
                  <a:lnTo>
                    <a:pt x="1242486" y="4449705"/>
                  </a:lnTo>
                  <a:lnTo>
                    <a:pt x="1242612" y="4449705"/>
                  </a:lnTo>
                  <a:lnTo>
                    <a:pt x="1242739" y="4449705"/>
                  </a:lnTo>
                  <a:lnTo>
                    <a:pt x="1242865" y="4449705"/>
                  </a:lnTo>
                  <a:lnTo>
                    <a:pt x="1242991" y="4449705"/>
                  </a:lnTo>
                  <a:lnTo>
                    <a:pt x="1243117" y="4449705"/>
                  </a:lnTo>
                  <a:lnTo>
                    <a:pt x="1243244" y="4449705"/>
                  </a:lnTo>
                  <a:lnTo>
                    <a:pt x="1243370" y="4449705"/>
                  </a:lnTo>
                  <a:lnTo>
                    <a:pt x="1243496" y="4449705"/>
                  </a:lnTo>
                  <a:lnTo>
                    <a:pt x="1243622" y="4449705"/>
                  </a:lnTo>
                  <a:lnTo>
                    <a:pt x="1243749" y="4449705"/>
                  </a:lnTo>
                  <a:lnTo>
                    <a:pt x="1243875" y="4449705"/>
                  </a:lnTo>
                  <a:lnTo>
                    <a:pt x="1244001" y="4449705"/>
                  </a:lnTo>
                  <a:lnTo>
                    <a:pt x="1244127" y="4449705"/>
                  </a:lnTo>
                  <a:lnTo>
                    <a:pt x="1244254" y="4449705"/>
                  </a:lnTo>
                  <a:lnTo>
                    <a:pt x="1244380" y="4449705"/>
                  </a:lnTo>
                  <a:lnTo>
                    <a:pt x="1244506" y="4449705"/>
                  </a:lnTo>
                  <a:lnTo>
                    <a:pt x="1244632" y="4449705"/>
                  </a:lnTo>
                  <a:lnTo>
                    <a:pt x="1244759" y="4449705"/>
                  </a:lnTo>
                  <a:lnTo>
                    <a:pt x="1244885" y="4449705"/>
                  </a:lnTo>
                  <a:lnTo>
                    <a:pt x="1245011" y="4449705"/>
                  </a:lnTo>
                  <a:lnTo>
                    <a:pt x="1245137" y="4449705"/>
                  </a:lnTo>
                  <a:lnTo>
                    <a:pt x="1245264" y="4449705"/>
                  </a:lnTo>
                  <a:lnTo>
                    <a:pt x="1245390" y="4449705"/>
                  </a:lnTo>
                  <a:lnTo>
                    <a:pt x="1245516" y="4449705"/>
                  </a:lnTo>
                  <a:lnTo>
                    <a:pt x="1245642" y="4449705"/>
                  </a:lnTo>
                  <a:lnTo>
                    <a:pt x="1245769" y="4449705"/>
                  </a:lnTo>
                  <a:lnTo>
                    <a:pt x="1245895" y="4449705"/>
                  </a:lnTo>
                  <a:lnTo>
                    <a:pt x="1246021" y="4449705"/>
                  </a:lnTo>
                  <a:lnTo>
                    <a:pt x="1246147" y="4449705"/>
                  </a:lnTo>
                  <a:lnTo>
                    <a:pt x="1246274" y="4449705"/>
                  </a:lnTo>
                  <a:lnTo>
                    <a:pt x="1246400" y="4449705"/>
                  </a:lnTo>
                  <a:lnTo>
                    <a:pt x="1246526" y="4449705"/>
                  </a:lnTo>
                  <a:lnTo>
                    <a:pt x="1246652" y="4449705"/>
                  </a:lnTo>
                  <a:lnTo>
                    <a:pt x="1246779" y="4449705"/>
                  </a:lnTo>
                  <a:lnTo>
                    <a:pt x="1246779" y="4444794"/>
                  </a:lnTo>
                  <a:lnTo>
                    <a:pt x="1246905" y="4444794"/>
                  </a:lnTo>
                  <a:lnTo>
                    <a:pt x="1247031" y="4444794"/>
                  </a:lnTo>
                  <a:lnTo>
                    <a:pt x="1247157" y="4444794"/>
                  </a:lnTo>
                  <a:lnTo>
                    <a:pt x="1247284" y="4444794"/>
                  </a:lnTo>
                  <a:lnTo>
                    <a:pt x="1247410" y="4444794"/>
                  </a:lnTo>
                  <a:lnTo>
                    <a:pt x="1247410" y="4439882"/>
                  </a:lnTo>
                  <a:lnTo>
                    <a:pt x="1247536" y="4439882"/>
                  </a:lnTo>
                  <a:lnTo>
                    <a:pt x="1247663" y="4439882"/>
                  </a:lnTo>
                  <a:lnTo>
                    <a:pt x="1247789" y="4439882"/>
                  </a:lnTo>
                  <a:lnTo>
                    <a:pt x="1247915" y="4439882"/>
                  </a:lnTo>
                  <a:lnTo>
                    <a:pt x="1248041" y="4439882"/>
                  </a:lnTo>
                  <a:lnTo>
                    <a:pt x="1248168" y="4439882"/>
                  </a:lnTo>
                  <a:lnTo>
                    <a:pt x="1248294" y="4439882"/>
                  </a:lnTo>
                  <a:lnTo>
                    <a:pt x="1248420" y="4439882"/>
                  </a:lnTo>
                  <a:lnTo>
                    <a:pt x="1248546" y="4439882"/>
                  </a:lnTo>
                  <a:lnTo>
                    <a:pt x="1248673" y="4439882"/>
                  </a:lnTo>
                  <a:lnTo>
                    <a:pt x="1248799" y="4439882"/>
                  </a:lnTo>
                  <a:lnTo>
                    <a:pt x="1248925" y="4439882"/>
                  </a:lnTo>
                  <a:lnTo>
                    <a:pt x="1249051" y="4439882"/>
                  </a:lnTo>
                  <a:lnTo>
                    <a:pt x="1249178" y="4439882"/>
                  </a:lnTo>
                  <a:lnTo>
                    <a:pt x="1249304" y="4439882"/>
                  </a:lnTo>
                  <a:lnTo>
                    <a:pt x="1249430" y="4439882"/>
                  </a:lnTo>
                  <a:lnTo>
                    <a:pt x="1249556" y="4439882"/>
                  </a:lnTo>
                  <a:lnTo>
                    <a:pt x="1249683" y="4439882"/>
                  </a:lnTo>
                  <a:lnTo>
                    <a:pt x="1249809" y="4439882"/>
                  </a:lnTo>
                  <a:lnTo>
                    <a:pt x="1249935" y="4439882"/>
                  </a:lnTo>
                  <a:lnTo>
                    <a:pt x="1250061" y="4439882"/>
                  </a:lnTo>
                  <a:lnTo>
                    <a:pt x="1250188" y="4439882"/>
                  </a:lnTo>
                  <a:lnTo>
                    <a:pt x="1250314" y="4439882"/>
                  </a:lnTo>
                  <a:lnTo>
                    <a:pt x="1250440" y="4439882"/>
                  </a:lnTo>
                  <a:lnTo>
                    <a:pt x="1250566" y="4439882"/>
                  </a:lnTo>
                  <a:lnTo>
                    <a:pt x="1250693" y="4439882"/>
                  </a:lnTo>
                  <a:lnTo>
                    <a:pt x="1250693" y="4434971"/>
                  </a:lnTo>
                  <a:lnTo>
                    <a:pt x="1250819" y="4434971"/>
                  </a:lnTo>
                  <a:lnTo>
                    <a:pt x="1250945" y="4434971"/>
                  </a:lnTo>
                  <a:lnTo>
                    <a:pt x="1251071" y="4434971"/>
                  </a:lnTo>
                  <a:lnTo>
                    <a:pt x="1251198" y="4434971"/>
                  </a:lnTo>
                  <a:lnTo>
                    <a:pt x="1251324" y="4434971"/>
                  </a:lnTo>
                  <a:lnTo>
                    <a:pt x="1251450" y="4434971"/>
                  </a:lnTo>
                  <a:lnTo>
                    <a:pt x="1251576" y="4434971"/>
                  </a:lnTo>
                  <a:lnTo>
                    <a:pt x="1251703" y="4434971"/>
                  </a:lnTo>
                  <a:lnTo>
                    <a:pt x="1251703" y="4430060"/>
                  </a:lnTo>
                  <a:lnTo>
                    <a:pt x="1251829" y="4430060"/>
                  </a:lnTo>
                  <a:lnTo>
                    <a:pt x="1251955" y="4430060"/>
                  </a:lnTo>
                  <a:lnTo>
                    <a:pt x="1252081" y="4430060"/>
                  </a:lnTo>
                  <a:lnTo>
                    <a:pt x="1252208" y="4430060"/>
                  </a:lnTo>
                  <a:lnTo>
                    <a:pt x="1252334" y="4430060"/>
                  </a:lnTo>
                  <a:lnTo>
                    <a:pt x="1252460" y="4430060"/>
                  </a:lnTo>
                  <a:lnTo>
                    <a:pt x="1252587" y="4430060"/>
                  </a:lnTo>
                  <a:lnTo>
                    <a:pt x="1252713" y="4430060"/>
                  </a:lnTo>
                  <a:lnTo>
                    <a:pt x="1252839" y="4430060"/>
                  </a:lnTo>
                  <a:lnTo>
                    <a:pt x="1252965" y="4430060"/>
                  </a:lnTo>
                  <a:lnTo>
                    <a:pt x="1253092" y="4430060"/>
                  </a:lnTo>
                  <a:lnTo>
                    <a:pt x="1253218" y="4430060"/>
                  </a:lnTo>
                  <a:lnTo>
                    <a:pt x="1253344" y="4430060"/>
                  </a:lnTo>
                  <a:lnTo>
                    <a:pt x="1253470" y="4430060"/>
                  </a:lnTo>
                  <a:lnTo>
                    <a:pt x="1253470" y="4425148"/>
                  </a:lnTo>
                  <a:lnTo>
                    <a:pt x="1253597" y="4425148"/>
                  </a:lnTo>
                  <a:lnTo>
                    <a:pt x="1253723" y="4425148"/>
                  </a:lnTo>
                  <a:lnTo>
                    <a:pt x="1253849" y="4425148"/>
                  </a:lnTo>
                  <a:lnTo>
                    <a:pt x="1253975" y="4425148"/>
                  </a:lnTo>
                  <a:lnTo>
                    <a:pt x="1253975" y="4420237"/>
                  </a:lnTo>
                  <a:lnTo>
                    <a:pt x="1254102" y="4420237"/>
                  </a:lnTo>
                  <a:lnTo>
                    <a:pt x="1254102" y="4415326"/>
                  </a:lnTo>
                  <a:lnTo>
                    <a:pt x="1254228" y="4415326"/>
                  </a:lnTo>
                  <a:lnTo>
                    <a:pt x="1254354" y="4415326"/>
                  </a:lnTo>
                  <a:lnTo>
                    <a:pt x="1254480" y="4415326"/>
                  </a:lnTo>
                  <a:lnTo>
                    <a:pt x="1254607" y="4415326"/>
                  </a:lnTo>
                  <a:lnTo>
                    <a:pt x="1254733" y="4415326"/>
                  </a:lnTo>
                  <a:lnTo>
                    <a:pt x="1254859" y="4415326"/>
                  </a:lnTo>
                  <a:lnTo>
                    <a:pt x="1254985" y="4415326"/>
                  </a:lnTo>
                  <a:lnTo>
                    <a:pt x="1255112" y="4415326"/>
                  </a:lnTo>
                  <a:lnTo>
                    <a:pt x="1255238" y="4415326"/>
                  </a:lnTo>
                  <a:lnTo>
                    <a:pt x="1255364" y="4415326"/>
                  </a:lnTo>
                  <a:lnTo>
                    <a:pt x="1255490" y="4415326"/>
                  </a:lnTo>
                  <a:lnTo>
                    <a:pt x="1255617" y="4415326"/>
                  </a:lnTo>
                  <a:lnTo>
                    <a:pt x="1255743" y="4415326"/>
                  </a:lnTo>
                  <a:lnTo>
                    <a:pt x="1255869" y="4415326"/>
                  </a:lnTo>
                  <a:lnTo>
                    <a:pt x="1255995" y="4415326"/>
                  </a:lnTo>
                  <a:lnTo>
                    <a:pt x="1256122" y="4415326"/>
                  </a:lnTo>
                  <a:lnTo>
                    <a:pt x="1256248" y="4415326"/>
                  </a:lnTo>
                  <a:lnTo>
                    <a:pt x="1256374" y="4415326"/>
                  </a:lnTo>
                  <a:lnTo>
                    <a:pt x="1256500" y="4415326"/>
                  </a:lnTo>
                  <a:lnTo>
                    <a:pt x="1256627" y="4415326"/>
                  </a:lnTo>
                  <a:lnTo>
                    <a:pt x="1256753" y="4415326"/>
                  </a:lnTo>
                  <a:lnTo>
                    <a:pt x="1256879" y="4415326"/>
                  </a:lnTo>
                  <a:lnTo>
                    <a:pt x="1257005" y="4415326"/>
                  </a:lnTo>
                  <a:lnTo>
                    <a:pt x="1257132" y="4415326"/>
                  </a:lnTo>
                  <a:lnTo>
                    <a:pt x="1257258" y="4415326"/>
                  </a:lnTo>
                  <a:lnTo>
                    <a:pt x="1257384" y="4415326"/>
                  </a:lnTo>
                  <a:lnTo>
                    <a:pt x="1257510" y="4415326"/>
                  </a:lnTo>
                  <a:lnTo>
                    <a:pt x="1257637" y="4415326"/>
                  </a:lnTo>
                  <a:lnTo>
                    <a:pt x="1257637" y="4410414"/>
                  </a:lnTo>
                  <a:lnTo>
                    <a:pt x="1257763" y="4410414"/>
                  </a:lnTo>
                  <a:lnTo>
                    <a:pt x="1257889" y="4410414"/>
                  </a:lnTo>
                  <a:lnTo>
                    <a:pt x="1258016" y="4410414"/>
                  </a:lnTo>
                  <a:lnTo>
                    <a:pt x="1258142" y="4410414"/>
                  </a:lnTo>
                  <a:lnTo>
                    <a:pt x="1258268" y="4410414"/>
                  </a:lnTo>
                  <a:lnTo>
                    <a:pt x="1258394" y="4410414"/>
                  </a:lnTo>
                  <a:lnTo>
                    <a:pt x="1258521" y="4410414"/>
                  </a:lnTo>
                  <a:lnTo>
                    <a:pt x="1258521" y="4405503"/>
                  </a:lnTo>
                  <a:lnTo>
                    <a:pt x="1258647" y="4405503"/>
                  </a:lnTo>
                  <a:lnTo>
                    <a:pt x="1258773" y="4405503"/>
                  </a:lnTo>
                  <a:lnTo>
                    <a:pt x="1258899" y="4405503"/>
                  </a:lnTo>
                  <a:lnTo>
                    <a:pt x="1259026" y="4405503"/>
                  </a:lnTo>
                  <a:lnTo>
                    <a:pt x="1259152" y="4405503"/>
                  </a:lnTo>
                  <a:lnTo>
                    <a:pt x="1259278" y="4405503"/>
                  </a:lnTo>
                  <a:lnTo>
                    <a:pt x="1259404" y="4405503"/>
                  </a:lnTo>
                  <a:lnTo>
                    <a:pt x="1259531" y="4405503"/>
                  </a:lnTo>
                  <a:lnTo>
                    <a:pt x="1259657" y="4405503"/>
                  </a:lnTo>
                  <a:lnTo>
                    <a:pt x="1259783" y="4405503"/>
                  </a:lnTo>
                  <a:lnTo>
                    <a:pt x="1259909" y="4405503"/>
                  </a:lnTo>
                  <a:lnTo>
                    <a:pt x="1260036" y="4405503"/>
                  </a:lnTo>
                  <a:lnTo>
                    <a:pt x="1260036" y="4400591"/>
                  </a:lnTo>
                  <a:lnTo>
                    <a:pt x="1260162" y="4400591"/>
                  </a:lnTo>
                  <a:lnTo>
                    <a:pt x="1260288" y="4400591"/>
                  </a:lnTo>
                  <a:lnTo>
                    <a:pt x="1260414" y="4400591"/>
                  </a:lnTo>
                  <a:lnTo>
                    <a:pt x="1260541" y="4400591"/>
                  </a:lnTo>
                  <a:lnTo>
                    <a:pt x="1260667" y="4400591"/>
                  </a:lnTo>
                  <a:lnTo>
                    <a:pt x="1260793" y="4400591"/>
                  </a:lnTo>
                  <a:lnTo>
                    <a:pt x="1260919" y="4400591"/>
                  </a:lnTo>
                  <a:lnTo>
                    <a:pt x="1261046" y="4400591"/>
                  </a:lnTo>
                  <a:lnTo>
                    <a:pt x="1261172" y="4400591"/>
                  </a:lnTo>
                  <a:lnTo>
                    <a:pt x="1261298" y="4400591"/>
                  </a:lnTo>
                  <a:lnTo>
                    <a:pt x="1261424" y="4400591"/>
                  </a:lnTo>
                  <a:lnTo>
                    <a:pt x="1261551" y="4400591"/>
                  </a:lnTo>
                  <a:lnTo>
                    <a:pt x="1261677" y="4400591"/>
                  </a:lnTo>
                  <a:lnTo>
                    <a:pt x="1261803" y="4400591"/>
                  </a:lnTo>
                  <a:lnTo>
                    <a:pt x="1261929" y="4400591"/>
                  </a:lnTo>
                  <a:lnTo>
                    <a:pt x="1262056" y="4400591"/>
                  </a:lnTo>
                  <a:lnTo>
                    <a:pt x="1262182" y="4400591"/>
                  </a:lnTo>
                  <a:lnTo>
                    <a:pt x="1262308" y="4400591"/>
                  </a:lnTo>
                  <a:lnTo>
                    <a:pt x="1262434" y="4400591"/>
                  </a:lnTo>
                  <a:lnTo>
                    <a:pt x="1262561" y="4400591"/>
                  </a:lnTo>
                  <a:lnTo>
                    <a:pt x="1262687" y="4400591"/>
                  </a:lnTo>
                  <a:lnTo>
                    <a:pt x="1262813" y="4400591"/>
                  </a:lnTo>
                  <a:lnTo>
                    <a:pt x="1262940" y="4400591"/>
                  </a:lnTo>
                  <a:lnTo>
                    <a:pt x="1263066" y="4400591"/>
                  </a:lnTo>
                  <a:lnTo>
                    <a:pt x="1263192" y="4400591"/>
                  </a:lnTo>
                  <a:lnTo>
                    <a:pt x="1263318" y="4400591"/>
                  </a:lnTo>
                  <a:lnTo>
                    <a:pt x="1263445" y="4400591"/>
                  </a:lnTo>
                  <a:lnTo>
                    <a:pt x="1263571" y="4400591"/>
                  </a:lnTo>
                  <a:lnTo>
                    <a:pt x="1263697" y="4400591"/>
                  </a:lnTo>
                  <a:lnTo>
                    <a:pt x="1263823" y="4400591"/>
                  </a:lnTo>
                  <a:lnTo>
                    <a:pt x="1263950" y="4400591"/>
                  </a:lnTo>
                  <a:lnTo>
                    <a:pt x="1264076" y="4400591"/>
                  </a:lnTo>
                  <a:lnTo>
                    <a:pt x="1264202" y="4400591"/>
                  </a:lnTo>
                  <a:lnTo>
                    <a:pt x="1264328" y="4400591"/>
                  </a:lnTo>
                  <a:lnTo>
                    <a:pt x="1264455" y="4400591"/>
                  </a:lnTo>
                  <a:lnTo>
                    <a:pt x="1264581" y="4400591"/>
                  </a:lnTo>
                  <a:lnTo>
                    <a:pt x="1264707" y="4400591"/>
                  </a:lnTo>
                  <a:lnTo>
                    <a:pt x="1264833" y="4400591"/>
                  </a:lnTo>
                  <a:lnTo>
                    <a:pt x="1264960" y="4400591"/>
                  </a:lnTo>
                  <a:lnTo>
                    <a:pt x="1265086" y="4400591"/>
                  </a:lnTo>
                  <a:lnTo>
                    <a:pt x="1265212" y="4400591"/>
                  </a:lnTo>
                  <a:lnTo>
                    <a:pt x="1265338" y="4400591"/>
                  </a:lnTo>
                  <a:lnTo>
                    <a:pt x="1265338" y="4395680"/>
                  </a:lnTo>
                  <a:lnTo>
                    <a:pt x="1265465" y="4395680"/>
                  </a:lnTo>
                  <a:lnTo>
                    <a:pt x="1265591" y="4395680"/>
                  </a:lnTo>
                  <a:lnTo>
                    <a:pt x="1265717" y="4395680"/>
                  </a:lnTo>
                  <a:lnTo>
                    <a:pt x="1265843" y="4395680"/>
                  </a:lnTo>
                  <a:lnTo>
                    <a:pt x="1265970" y="4395680"/>
                  </a:lnTo>
                  <a:lnTo>
                    <a:pt x="1266096" y="4395680"/>
                  </a:lnTo>
                  <a:lnTo>
                    <a:pt x="1266096" y="4390769"/>
                  </a:lnTo>
                  <a:lnTo>
                    <a:pt x="1266096" y="4385857"/>
                  </a:lnTo>
                  <a:lnTo>
                    <a:pt x="1266222" y="4385857"/>
                  </a:lnTo>
                  <a:lnTo>
                    <a:pt x="1266348" y="4385857"/>
                  </a:lnTo>
                  <a:lnTo>
                    <a:pt x="1266475" y="4385857"/>
                  </a:lnTo>
                  <a:lnTo>
                    <a:pt x="1266601" y="4385857"/>
                  </a:lnTo>
                  <a:lnTo>
                    <a:pt x="1266727" y="4385857"/>
                  </a:lnTo>
                  <a:lnTo>
                    <a:pt x="1266853" y="4385857"/>
                  </a:lnTo>
                  <a:lnTo>
                    <a:pt x="1266980" y="4385857"/>
                  </a:lnTo>
                  <a:lnTo>
                    <a:pt x="1267106" y="4385857"/>
                  </a:lnTo>
                  <a:lnTo>
                    <a:pt x="1267232" y="4385857"/>
                  </a:lnTo>
                  <a:lnTo>
                    <a:pt x="1267358" y="4385857"/>
                  </a:lnTo>
                  <a:lnTo>
                    <a:pt x="1267485" y="4385857"/>
                  </a:lnTo>
                  <a:lnTo>
                    <a:pt x="1267611" y="4385857"/>
                  </a:lnTo>
                  <a:lnTo>
                    <a:pt x="1267737" y="4385857"/>
                  </a:lnTo>
                  <a:lnTo>
                    <a:pt x="1267863" y="4385857"/>
                  </a:lnTo>
                  <a:lnTo>
                    <a:pt x="1267863" y="4380946"/>
                  </a:lnTo>
                  <a:lnTo>
                    <a:pt x="1267990" y="4380946"/>
                  </a:lnTo>
                  <a:lnTo>
                    <a:pt x="1268116" y="4380946"/>
                  </a:lnTo>
                  <a:lnTo>
                    <a:pt x="1268242" y="4380946"/>
                  </a:lnTo>
                  <a:lnTo>
                    <a:pt x="1268369" y="4380946"/>
                  </a:lnTo>
                  <a:lnTo>
                    <a:pt x="1268495" y="4380946"/>
                  </a:lnTo>
                  <a:lnTo>
                    <a:pt x="1268621" y="4380946"/>
                  </a:lnTo>
                  <a:lnTo>
                    <a:pt x="1268747" y="4380946"/>
                  </a:lnTo>
                  <a:lnTo>
                    <a:pt x="1268874" y="4380946"/>
                  </a:lnTo>
                  <a:lnTo>
                    <a:pt x="1269000" y="4380946"/>
                  </a:lnTo>
                  <a:lnTo>
                    <a:pt x="1269126" y="4380946"/>
                  </a:lnTo>
                  <a:lnTo>
                    <a:pt x="1269252" y="4380946"/>
                  </a:lnTo>
                  <a:lnTo>
                    <a:pt x="1269379" y="4380946"/>
                  </a:lnTo>
                  <a:lnTo>
                    <a:pt x="1269505" y="4380946"/>
                  </a:lnTo>
                  <a:lnTo>
                    <a:pt x="1269631" y="4380946"/>
                  </a:lnTo>
                  <a:lnTo>
                    <a:pt x="1269757" y="4380946"/>
                  </a:lnTo>
                  <a:lnTo>
                    <a:pt x="1269884" y="4380946"/>
                  </a:lnTo>
                  <a:lnTo>
                    <a:pt x="1270010" y="4380946"/>
                  </a:lnTo>
                  <a:lnTo>
                    <a:pt x="1270136" y="4380946"/>
                  </a:lnTo>
                  <a:lnTo>
                    <a:pt x="1270262" y="4380946"/>
                  </a:lnTo>
                  <a:lnTo>
                    <a:pt x="1270389" y="4380946"/>
                  </a:lnTo>
                  <a:lnTo>
                    <a:pt x="1270515" y="4380946"/>
                  </a:lnTo>
                  <a:lnTo>
                    <a:pt x="1270641" y="4380946"/>
                  </a:lnTo>
                  <a:lnTo>
                    <a:pt x="1270767" y="4380946"/>
                  </a:lnTo>
                  <a:lnTo>
                    <a:pt x="1270894" y="4380946"/>
                  </a:lnTo>
                  <a:lnTo>
                    <a:pt x="1271020" y="4380946"/>
                  </a:lnTo>
                  <a:lnTo>
                    <a:pt x="1271146" y="4380946"/>
                  </a:lnTo>
                  <a:lnTo>
                    <a:pt x="1271272" y="4380946"/>
                  </a:lnTo>
                  <a:lnTo>
                    <a:pt x="1271399" y="4380946"/>
                  </a:lnTo>
                  <a:lnTo>
                    <a:pt x="1271525" y="4380946"/>
                  </a:lnTo>
                  <a:lnTo>
                    <a:pt x="1271651" y="4380946"/>
                  </a:lnTo>
                  <a:lnTo>
                    <a:pt x="1271777" y="4380946"/>
                  </a:lnTo>
                  <a:lnTo>
                    <a:pt x="1271904" y="4380946"/>
                  </a:lnTo>
                  <a:lnTo>
                    <a:pt x="1272030" y="4380946"/>
                  </a:lnTo>
                  <a:lnTo>
                    <a:pt x="1272156" y="4380946"/>
                  </a:lnTo>
                  <a:lnTo>
                    <a:pt x="1272156" y="4376035"/>
                  </a:lnTo>
                  <a:lnTo>
                    <a:pt x="1272282" y="4376035"/>
                  </a:lnTo>
                  <a:lnTo>
                    <a:pt x="1272409" y="4376035"/>
                  </a:lnTo>
                  <a:lnTo>
                    <a:pt x="1272535" y="4376035"/>
                  </a:lnTo>
                  <a:lnTo>
                    <a:pt x="1272535" y="4371123"/>
                  </a:lnTo>
                  <a:lnTo>
                    <a:pt x="1272661" y="4371123"/>
                  </a:lnTo>
                  <a:lnTo>
                    <a:pt x="1272787" y="4371123"/>
                  </a:lnTo>
                  <a:lnTo>
                    <a:pt x="1272914" y="4371123"/>
                  </a:lnTo>
                  <a:lnTo>
                    <a:pt x="1273040" y="4371123"/>
                  </a:lnTo>
                  <a:lnTo>
                    <a:pt x="1273166" y="4371123"/>
                  </a:lnTo>
                  <a:lnTo>
                    <a:pt x="1273293" y="4371123"/>
                  </a:lnTo>
                  <a:lnTo>
                    <a:pt x="1273419" y="4371123"/>
                  </a:lnTo>
                  <a:lnTo>
                    <a:pt x="1273545" y="4371123"/>
                  </a:lnTo>
                  <a:lnTo>
                    <a:pt x="1273671" y="4371123"/>
                  </a:lnTo>
                  <a:lnTo>
                    <a:pt x="1273798" y="4371123"/>
                  </a:lnTo>
                  <a:lnTo>
                    <a:pt x="1273924" y="4371123"/>
                  </a:lnTo>
                  <a:lnTo>
                    <a:pt x="1274050" y="4371123"/>
                  </a:lnTo>
                  <a:lnTo>
                    <a:pt x="1274176" y="4371123"/>
                  </a:lnTo>
                  <a:lnTo>
                    <a:pt x="1274303" y="4371123"/>
                  </a:lnTo>
                  <a:lnTo>
                    <a:pt x="1274429" y="4371123"/>
                  </a:lnTo>
                  <a:lnTo>
                    <a:pt x="1274555" y="4371123"/>
                  </a:lnTo>
                  <a:lnTo>
                    <a:pt x="1274681" y="4371123"/>
                  </a:lnTo>
                  <a:lnTo>
                    <a:pt x="1274808" y="4371123"/>
                  </a:lnTo>
                  <a:lnTo>
                    <a:pt x="1274934" y="4371123"/>
                  </a:lnTo>
                  <a:lnTo>
                    <a:pt x="1275060" y="4371123"/>
                  </a:lnTo>
                  <a:lnTo>
                    <a:pt x="1275186" y="4371123"/>
                  </a:lnTo>
                  <a:lnTo>
                    <a:pt x="1275313" y="4371123"/>
                  </a:lnTo>
                  <a:lnTo>
                    <a:pt x="1275439" y="4371123"/>
                  </a:lnTo>
                  <a:lnTo>
                    <a:pt x="1275565" y="4371123"/>
                  </a:lnTo>
                  <a:lnTo>
                    <a:pt x="1275691" y="4371123"/>
                  </a:lnTo>
                  <a:lnTo>
                    <a:pt x="1275818" y="4371123"/>
                  </a:lnTo>
                  <a:lnTo>
                    <a:pt x="1275944" y="4371123"/>
                  </a:lnTo>
                  <a:lnTo>
                    <a:pt x="1276070" y="4371123"/>
                  </a:lnTo>
                  <a:lnTo>
                    <a:pt x="1276196" y="4371123"/>
                  </a:lnTo>
                  <a:lnTo>
                    <a:pt x="1276323" y="4371123"/>
                  </a:lnTo>
                  <a:lnTo>
                    <a:pt x="1276449" y="4371123"/>
                  </a:lnTo>
                  <a:lnTo>
                    <a:pt x="1276575" y="4371123"/>
                  </a:lnTo>
                  <a:lnTo>
                    <a:pt x="1276701" y="4371123"/>
                  </a:lnTo>
                  <a:lnTo>
                    <a:pt x="1276828" y="4371123"/>
                  </a:lnTo>
                  <a:lnTo>
                    <a:pt x="1276954" y="4371123"/>
                  </a:lnTo>
                  <a:lnTo>
                    <a:pt x="1277080" y="4371123"/>
                  </a:lnTo>
                  <a:lnTo>
                    <a:pt x="1277206" y="4371123"/>
                  </a:lnTo>
                  <a:lnTo>
                    <a:pt x="1277333" y="4371123"/>
                  </a:lnTo>
                  <a:lnTo>
                    <a:pt x="1277459" y="4371123"/>
                  </a:lnTo>
                  <a:lnTo>
                    <a:pt x="1277585" y="4371123"/>
                  </a:lnTo>
                  <a:lnTo>
                    <a:pt x="1277711" y="4371123"/>
                  </a:lnTo>
                  <a:lnTo>
                    <a:pt x="1277838" y="4371123"/>
                  </a:lnTo>
                  <a:lnTo>
                    <a:pt x="1277964" y="4371123"/>
                  </a:lnTo>
                  <a:lnTo>
                    <a:pt x="1278090" y="4371123"/>
                  </a:lnTo>
                  <a:lnTo>
                    <a:pt x="1278216" y="4371123"/>
                  </a:lnTo>
                  <a:lnTo>
                    <a:pt x="1278343" y="4371123"/>
                  </a:lnTo>
                  <a:lnTo>
                    <a:pt x="1278469" y="4371123"/>
                  </a:lnTo>
                  <a:lnTo>
                    <a:pt x="1278595" y="4371123"/>
                  </a:lnTo>
                  <a:lnTo>
                    <a:pt x="1278722" y="4371123"/>
                  </a:lnTo>
                  <a:lnTo>
                    <a:pt x="1278848" y="4371123"/>
                  </a:lnTo>
                  <a:lnTo>
                    <a:pt x="1278974" y="4371123"/>
                  </a:lnTo>
                  <a:lnTo>
                    <a:pt x="1279100" y="4371123"/>
                  </a:lnTo>
                  <a:lnTo>
                    <a:pt x="1279227" y="4371123"/>
                  </a:lnTo>
                  <a:lnTo>
                    <a:pt x="1279353" y="4371123"/>
                  </a:lnTo>
                  <a:lnTo>
                    <a:pt x="1279479" y="4371123"/>
                  </a:lnTo>
                  <a:lnTo>
                    <a:pt x="1279605" y="4371123"/>
                  </a:lnTo>
                  <a:lnTo>
                    <a:pt x="1279732" y="4371123"/>
                  </a:lnTo>
                  <a:lnTo>
                    <a:pt x="1279858" y="4371123"/>
                  </a:lnTo>
                  <a:lnTo>
                    <a:pt x="1279984" y="4371123"/>
                  </a:lnTo>
                  <a:lnTo>
                    <a:pt x="1280110" y="4371123"/>
                  </a:lnTo>
                  <a:lnTo>
                    <a:pt x="1280237" y="4371123"/>
                  </a:lnTo>
                  <a:lnTo>
                    <a:pt x="1280363" y="4371123"/>
                  </a:lnTo>
                  <a:lnTo>
                    <a:pt x="1280363" y="4366212"/>
                  </a:lnTo>
                  <a:lnTo>
                    <a:pt x="1280489" y="4366212"/>
                  </a:lnTo>
                  <a:lnTo>
                    <a:pt x="1280615" y="4366212"/>
                  </a:lnTo>
                  <a:lnTo>
                    <a:pt x="1280742" y="4366212"/>
                  </a:lnTo>
                  <a:lnTo>
                    <a:pt x="1280868" y="4366212"/>
                  </a:lnTo>
                  <a:lnTo>
                    <a:pt x="1280994" y="4366212"/>
                  </a:lnTo>
                  <a:lnTo>
                    <a:pt x="1281120" y="4366212"/>
                  </a:lnTo>
                  <a:lnTo>
                    <a:pt x="1281247" y="4366212"/>
                  </a:lnTo>
                  <a:lnTo>
                    <a:pt x="1281373" y="4366212"/>
                  </a:lnTo>
                  <a:lnTo>
                    <a:pt x="1281499" y="4366212"/>
                  </a:lnTo>
                  <a:lnTo>
                    <a:pt x="1281625" y="4366212"/>
                  </a:lnTo>
                  <a:lnTo>
                    <a:pt x="1281752" y="4366212"/>
                  </a:lnTo>
                  <a:lnTo>
                    <a:pt x="1281878" y="4366212"/>
                  </a:lnTo>
                  <a:lnTo>
                    <a:pt x="1282004" y="4366212"/>
                  </a:lnTo>
                  <a:lnTo>
                    <a:pt x="1282130" y="4366212"/>
                  </a:lnTo>
                  <a:lnTo>
                    <a:pt x="1282257" y="4366212"/>
                  </a:lnTo>
                  <a:lnTo>
                    <a:pt x="1282383" y="4366212"/>
                  </a:lnTo>
                  <a:lnTo>
                    <a:pt x="1282509" y="4366212"/>
                  </a:lnTo>
                  <a:lnTo>
                    <a:pt x="1282635" y="4366212"/>
                  </a:lnTo>
                  <a:lnTo>
                    <a:pt x="1282762" y="4366212"/>
                  </a:lnTo>
                  <a:lnTo>
                    <a:pt x="1282888" y="4366212"/>
                  </a:lnTo>
                  <a:lnTo>
                    <a:pt x="1283014" y="4366212"/>
                  </a:lnTo>
                  <a:lnTo>
                    <a:pt x="1283140" y="4366212"/>
                  </a:lnTo>
                  <a:lnTo>
                    <a:pt x="1283267" y="4366212"/>
                  </a:lnTo>
                  <a:lnTo>
                    <a:pt x="1283393" y="4366212"/>
                  </a:lnTo>
                  <a:lnTo>
                    <a:pt x="1283519" y="4366212"/>
                  </a:lnTo>
                  <a:lnTo>
                    <a:pt x="1283646" y="4366212"/>
                  </a:lnTo>
                  <a:lnTo>
                    <a:pt x="1283772" y="4366212"/>
                  </a:lnTo>
                  <a:lnTo>
                    <a:pt x="1283898" y="4366212"/>
                  </a:lnTo>
                  <a:lnTo>
                    <a:pt x="1284024" y="4366212"/>
                  </a:lnTo>
                  <a:lnTo>
                    <a:pt x="1284151" y="4366212"/>
                  </a:lnTo>
                  <a:lnTo>
                    <a:pt x="1284277" y="4366212"/>
                  </a:lnTo>
                  <a:lnTo>
                    <a:pt x="1284403" y="4366212"/>
                  </a:lnTo>
                  <a:lnTo>
                    <a:pt x="1284529" y="4366212"/>
                  </a:lnTo>
                  <a:lnTo>
                    <a:pt x="1284656" y="4366212"/>
                  </a:lnTo>
                  <a:lnTo>
                    <a:pt x="1284782" y="4366212"/>
                  </a:lnTo>
                  <a:lnTo>
                    <a:pt x="1284908" y="4366212"/>
                  </a:lnTo>
                  <a:lnTo>
                    <a:pt x="1285034" y="4366212"/>
                  </a:lnTo>
                  <a:lnTo>
                    <a:pt x="1285161" y="4366212"/>
                  </a:lnTo>
                  <a:lnTo>
                    <a:pt x="1285287" y="4366212"/>
                  </a:lnTo>
                  <a:lnTo>
                    <a:pt x="1285413" y="4366212"/>
                  </a:lnTo>
                  <a:lnTo>
                    <a:pt x="1285539" y="4366212"/>
                  </a:lnTo>
                  <a:lnTo>
                    <a:pt x="1285666" y="4366212"/>
                  </a:lnTo>
                  <a:lnTo>
                    <a:pt x="1285792" y="4366212"/>
                  </a:lnTo>
                  <a:lnTo>
                    <a:pt x="1285918" y="4366212"/>
                  </a:lnTo>
                  <a:lnTo>
                    <a:pt x="1286044" y="4366212"/>
                  </a:lnTo>
                  <a:lnTo>
                    <a:pt x="1286171" y="4366212"/>
                  </a:lnTo>
                  <a:lnTo>
                    <a:pt x="1286297" y="4366212"/>
                  </a:lnTo>
                  <a:lnTo>
                    <a:pt x="1286423" y="4366212"/>
                  </a:lnTo>
                  <a:lnTo>
                    <a:pt x="1286549" y="4366212"/>
                  </a:lnTo>
                  <a:lnTo>
                    <a:pt x="1286676" y="4366212"/>
                  </a:lnTo>
                  <a:lnTo>
                    <a:pt x="1286802" y="4366212"/>
                  </a:lnTo>
                  <a:lnTo>
                    <a:pt x="1286928" y="4366212"/>
                  </a:lnTo>
                  <a:lnTo>
                    <a:pt x="1287054" y="4366212"/>
                  </a:lnTo>
                  <a:lnTo>
                    <a:pt x="1287181" y="4366212"/>
                  </a:lnTo>
                  <a:lnTo>
                    <a:pt x="1287307" y="4366212"/>
                  </a:lnTo>
                  <a:lnTo>
                    <a:pt x="1287433" y="4366212"/>
                  </a:lnTo>
                  <a:lnTo>
                    <a:pt x="1287559" y="4366212"/>
                  </a:lnTo>
                  <a:lnTo>
                    <a:pt x="1287686" y="4366212"/>
                  </a:lnTo>
                  <a:lnTo>
                    <a:pt x="1287812" y="4366212"/>
                  </a:lnTo>
                  <a:lnTo>
                    <a:pt x="1287938" y="4366212"/>
                  </a:lnTo>
                  <a:lnTo>
                    <a:pt x="1288064" y="4366212"/>
                  </a:lnTo>
                  <a:lnTo>
                    <a:pt x="1288191" y="4366212"/>
                  </a:lnTo>
                  <a:lnTo>
                    <a:pt x="1288317" y="4366212"/>
                  </a:lnTo>
                  <a:lnTo>
                    <a:pt x="1288443" y="4366212"/>
                  </a:lnTo>
                  <a:lnTo>
                    <a:pt x="1288443" y="4361300"/>
                  </a:lnTo>
                  <a:lnTo>
                    <a:pt x="1288569" y="4361300"/>
                  </a:lnTo>
                  <a:lnTo>
                    <a:pt x="1288696" y="4361300"/>
                  </a:lnTo>
                  <a:lnTo>
                    <a:pt x="1288822" y="4361300"/>
                  </a:lnTo>
                  <a:lnTo>
                    <a:pt x="1288948" y="4361300"/>
                  </a:lnTo>
                  <a:lnTo>
                    <a:pt x="1289075" y="4361300"/>
                  </a:lnTo>
                  <a:lnTo>
                    <a:pt x="1289201" y="4361300"/>
                  </a:lnTo>
                  <a:lnTo>
                    <a:pt x="1289327" y="4361300"/>
                  </a:lnTo>
                  <a:lnTo>
                    <a:pt x="1289453" y="4361300"/>
                  </a:lnTo>
                  <a:lnTo>
                    <a:pt x="1289580" y="4361300"/>
                  </a:lnTo>
                  <a:lnTo>
                    <a:pt x="1289706" y="4361300"/>
                  </a:lnTo>
                  <a:lnTo>
                    <a:pt x="1289832" y="4361300"/>
                  </a:lnTo>
                  <a:lnTo>
                    <a:pt x="1289958" y="4361300"/>
                  </a:lnTo>
                  <a:lnTo>
                    <a:pt x="1290085" y="4361300"/>
                  </a:lnTo>
                  <a:lnTo>
                    <a:pt x="1290211" y="4361300"/>
                  </a:lnTo>
                  <a:lnTo>
                    <a:pt x="1290337" y="4361300"/>
                  </a:lnTo>
                  <a:lnTo>
                    <a:pt x="1290463" y="4361300"/>
                  </a:lnTo>
                  <a:lnTo>
                    <a:pt x="1290590" y="4361300"/>
                  </a:lnTo>
                  <a:lnTo>
                    <a:pt x="1290716" y="4361300"/>
                  </a:lnTo>
                  <a:lnTo>
                    <a:pt x="1290842" y="4361300"/>
                  </a:lnTo>
                  <a:lnTo>
                    <a:pt x="1290968" y="4361300"/>
                  </a:lnTo>
                  <a:lnTo>
                    <a:pt x="1291095" y="4361300"/>
                  </a:lnTo>
                  <a:lnTo>
                    <a:pt x="1291221" y="4361300"/>
                  </a:lnTo>
                  <a:lnTo>
                    <a:pt x="1291347" y="4361300"/>
                  </a:lnTo>
                  <a:lnTo>
                    <a:pt x="1291473" y="4361300"/>
                  </a:lnTo>
                  <a:lnTo>
                    <a:pt x="1291600" y="4361300"/>
                  </a:lnTo>
                  <a:lnTo>
                    <a:pt x="1291726" y="4361300"/>
                  </a:lnTo>
                  <a:lnTo>
                    <a:pt x="1291852" y="4361300"/>
                  </a:lnTo>
                  <a:lnTo>
                    <a:pt x="1291978" y="4361300"/>
                  </a:lnTo>
                  <a:lnTo>
                    <a:pt x="1292105" y="4361300"/>
                  </a:lnTo>
                  <a:lnTo>
                    <a:pt x="1292231" y="4361300"/>
                  </a:lnTo>
                  <a:lnTo>
                    <a:pt x="1292357" y="4361300"/>
                  </a:lnTo>
                  <a:lnTo>
                    <a:pt x="1292483" y="4361300"/>
                  </a:lnTo>
                  <a:lnTo>
                    <a:pt x="1292610" y="4361300"/>
                  </a:lnTo>
                  <a:lnTo>
                    <a:pt x="1292736" y="4361300"/>
                  </a:lnTo>
                  <a:lnTo>
                    <a:pt x="1292862" y="4361300"/>
                  </a:lnTo>
                  <a:lnTo>
                    <a:pt x="1292862" y="4356389"/>
                  </a:lnTo>
                  <a:lnTo>
                    <a:pt x="1292988" y="4356389"/>
                  </a:lnTo>
                  <a:lnTo>
                    <a:pt x="1293115" y="4356389"/>
                  </a:lnTo>
                  <a:lnTo>
                    <a:pt x="1293241" y="4356389"/>
                  </a:lnTo>
                  <a:lnTo>
                    <a:pt x="1293367" y="4356389"/>
                  </a:lnTo>
                  <a:lnTo>
                    <a:pt x="1293493" y="4356389"/>
                  </a:lnTo>
                  <a:lnTo>
                    <a:pt x="1293620" y="4356389"/>
                  </a:lnTo>
                  <a:lnTo>
                    <a:pt x="1293746" y="4356389"/>
                  </a:lnTo>
                  <a:lnTo>
                    <a:pt x="1293872" y="4356389"/>
                  </a:lnTo>
                  <a:lnTo>
                    <a:pt x="1293999" y="4356389"/>
                  </a:lnTo>
                  <a:lnTo>
                    <a:pt x="1294125" y="4356389"/>
                  </a:lnTo>
                  <a:lnTo>
                    <a:pt x="1294251" y="4356389"/>
                  </a:lnTo>
                  <a:lnTo>
                    <a:pt x="1294251" y="4351478"/>
                  </a:lnTo>
                  <a:lnTo>
                    <a:pt x="1294377" y="4351478"/>
                  </a:lnTo>
                  <a:lnTo>
                    <a:pt x="1294504" y="4351478"/>
                  </a:lnTo>
                  <a:lnTo>
                    <a:pt x="1294630" y="4351478"/>
                  </a:lnTo>
                  <a:lnTo>
                    <a:pt x="1294756" y="4351478"/>
                  </a:lnTo>
                  <a:lnTo>
                    <a:pt x="1294882" y="4351478"/>
                  </a:lnTo>
                  <a:lnTo>
                    <a:pt x="1295009" y="4351478"/>
                  </a:lnTo>
                  <a:lnTo>
                    <a:pt x="1295135" y="4351478"/>
                  </a:lnTo>
                  <a:lnTo>
                    <a:pt x="1295261" y="4351478"/>
                  </a:lnTo>
                  <a:lnTo>
                    <a:pt x="1295387" y="4351478"/>
                  </a:lnTo>
                  <a:lnTo>
                    <a:pt x="1295514" y="4351478"/>
                  </a:lnTo>
                  <a:lnTo>
                    <a:pt x="1295514" y="4346566"/>
                  </a:lnTo>
                  <a:lnTo>
                    <a:pt x="1295640" y="4346566"/>
                  </a:lnTo>
                  <a:lnTo>
                    <a:pt x="1295766" y="4346566"/>
                  </a:lnTo>
                  <a:lnTo>
                    <a:pt x="1295892" y="4346566"/>
                  </a:lnTo>
                  <a:lnTo>
                    <a:pt x="1296019" y="4346566"/>
                  </a:lnTo>
                  <a:lnTo>
                    <a:pt x="1296019" y="4341655"/>
                  </a:lnTo>
                  <a:lnTo>
                    <a:pt x="1296145" y="4341655"/>
                  </a:lnTo>
                  <a:lnTo>
                    <a:pt x="1296271" y="4341655"/>
                  </a:lnTo>
                  <a:lnTo>
                    <a:pt x="1296397" y="4341655"/>
                  </a:lnTo>
                  <a:lnTo>
                    <a:pt x="1296524" y="4341655"/>
                  </a:lnTo>
                  <a:lnTo>
                    <a:pt x="1296650" y="4341655"/>
                  </a:lnTo>
                  <a:lnTo>
                    <a:pt x="1296776" y="4341655"/>
                  </a:lnTo>
                  <a:lnTo>
                    <a:pt x="1296902" y="4341655"/>
                  </a:lnTo>
                  <a:lnTo>
                    <a:pt x="1297029" y="4341655"/>
                  </a:lnTo>
                  <a:lnTo>
                    <a:pt x="1297155" y="4341655"/>
                  </a:lnTo>
                  <a:lnTo>
                    <a:pt x="1297155" y="4336744"/>
                  </a:lnTo>
                  <a:lnTo>
                    <a:pt x="1297281" y="4336744"/>
                  </a:lnTo>
                  <a:lnTo>
                    <a:pt x="1297407" y="4336744"/>
                  </a:lnTo>
                  <a:lnTo>
                    <a:pt x="1297534" y="4336744"/>
                  </a:lnTo>
                  <a:lnTo>
                    <a:pt x="1297660" y="4336744"/>
                  </a:lnTo>
                  <a:lnTo>
                    <a:pt x="1297786" y="4336744"/>
                  </a:lnTo>
                  <a:lnTo>
                    <a:pt x="1297912" y="4336744"/>
                  </a:lnTo>
                  <a:lnTo>
                    <a:pt x="1298039" y="4336744"/>
                  </a:lnTo>
                  <a:lnTo>
                    <a:pt x="1298165" y="4336744"/>
                  </a:lnTo>
                  <a:lnTo>
                    <a:pt x="1298291" y="4336744"/>
                  </a:lnTo>
                  <a:lnTo>
                    <a:pt x="1298417" y="4336744"/>
                  </a:lnTo>
                  <a:lnTo>
                    <a:pt x="1298544" y="4336744"/>
                  </a:lnTo>
                  <a:lnTo>
                    <a:pt x="1298670" y="4336744"/>
                  </a:lnTo>
                  <a:lnTo>
                    <a:pt x="1298796" y="4336744"/>
                  </a:lnTo>
                  <a:lnTo>
                    <a:pt x="1298922" y="4336744"/>
                  </a:lnTo>
                  <a:lnTo>
                    <a:pt x="1299049" y="4336744"/>
                  </a:lnTo>
                  <a:lnTo>
                    <a:pt x="1299175" y="4336744"/>
                  </a:lnTo>
                  <a:lnTo>
                    <a:pt x="1299301" y="4336744"/>
                  </a:lnTo>
                  <a:lnTo>
                    <a:pt x="1299428" y="4336744"/>
                  </a:lnTo>
                  <a:lnTo>
                    <a:pt x="1299554" y="4336744"/>
                  </a:lnTo>
                  <a:lnTo>
                    <a:pt x="1299680" y="4336744"/>
                  </a:lnTo>
                  <a:lnTo>
                    <a:pt x="1299806" y="4336744"/>
                  </a:lnTo>
                  <a:lnTo>
                    <a:pt x="1299933" y="4336744"/>
                  </a:lnTo>
                  <a:lnTo>
                    <a:pt x="1300059" y="4336744"/>
                  </a:lnTo>
                  <a:lnTo>
                    <a:pt x="1300185" y="4336744"/>
                  </a:lnTo>
                  <a:lnTo>
                    <a:pt x="1300185" y="4331832"/>
                  </a:lnTo>
                  <a:lnTo>
                    <a:pt x="1300311" y="4331832"/>
                  </a:lnTo>
                  <a:lnTo>
                    <a:pt x="1300438" y="4331832"/>
                  </a:lnTo>
                  <a:lnTo>
                    <a:pt x="1300564" y="4331832"/>
                  </a:lnTo>
                  <a:lnTo>
                    <a:pt x="1300690" y="4331832"/>
                  </a:lnTo>
                  <a:lnTo>
                    <a:pt x="1300816" y="4331832"/>
                  </a:lnTo>
                  <a:lnTo>
                    <a:pt x="1300943" y="4331832"/>
                  </a:lnTo>
                  <a:lnTo>
                    <a:pt x="1301069" y="4331832"/>
                  </a:lnTo>
                  <a:lnTo>
                    <a:pt x="1301195" y="4331832"/>
                  </a:lnTo>
                  <a:lnTo>
                    <a:pt x="1301321" y="4331832"/>
                  </a:lnTo>
                  <a:lnTo>
                    <a:pt x="1301448" y="4331832"/>
                  </a:lnTo>
                  <a:lnTo>
                    <a:pt x="1301574" y="4331832"/>
                  </a:lnTo>
                  <a:lnTo>
                    <a:pt x="1301700" y="4331832"/>
                  </a:lnTo>
                  <a:lnTo>
                    <a:pt x="1301826" y="4331832"/>
                  </a:lnTo>
                  <a:lnTo>
                    <a:pt x="1301953" y="4331832"/>
                  </a:lnTo>
                  <a:lnTo>
                    <a:pt x="1302079" y="4331832"/>
                  </a:lnTo>
                  <a:lnTo>
                    <a:pt x="1302205" y="4331832"/>
                  </a:lnTo>
                  <a:lnTo>
                    <a:pt x="1302205" y="4326921"/>
                  </a:lnTo>
                  <a:lnTo>
                    <a:pt x="1302331" y="4326921"/>
                  </a:lnTo>
                  <a:lnTo>
                    <a:pt x="1302458" y="4326921"/>
                  </a:lnTo>
                  <a:lnTo>
                    <a:pt x="1302584" y="4326921"/>
                  </a:lnTo>
                  <a:lnTo>
                    <a:pt x="1302710" y="4326921"/>
                  </a:lnTo>
                  <a:lnTo>
                    <a:pt x="1302836" y="4326921"/>
                  </a:lnTo>
                  <a:lnTo>
                    <a:pt x="1302963" y="4326921"/>
                  </a:lnTo>
                  <a:lnTo>
                    <a:pt x="1303089" y="4326921"/>
                  </a:lnTo>
                  <a:lnTo>
                    <a:pt x="1303215" y="4326921"/>
                  </a:lnTo>
                  <a:lnTo>
                    <a:pt x="1303341" y="4326921"/>
                  </a:lnTo>
                  <a:lnTo>
                    <a:pt x="1303468" y="4326921"/>
                  </a:lnTo>
                  <a:lnTo>
                    <a:pt x="1303594" y="4326921"/>
                  </a:lnTo>
                  <a:lnTo>
                    <a:pt x="1303720" y="4326921"/>
                  </a:lnTo>
                  <a:lnTo>
                    <a:pt x="1303846" y="4326921"/>
                  </a:lnTo>
                  <a:lnTo>
                    <a:pt x="1303973" y="4326921"/>
                  </a:lnTo>
                  <a:lnTo>
                    <a:pt x="1304099" y="4326921"/>
                  </a:lnTo>
                  <a:lnTo>
                    <a:pt x="1304225" y="4326921"/>
                  </a:lnTo>
                  <a:lnTo>
                    <a:pt x="1304352" y="4326921"/>
                  </a:lnTo>
                  <a:lnTo>
                    <a:pt x="1304478" y="4326921"/>
                  </a:lnTo>
                  <a:lnTo>
                    <a:pt x="1304604" y="4326921"/>
                  </a:lnTo>
                  <a:lnTo>
                    <a:pt x="1304730" y="4326921"/>
                  </a:lnTo>
                  <a:lnTo>
                    <a:pt x="1304857" y="4326921"/>
                  </a:lnTo>
                  <a:lnTo>
                    <a:pt x="1304983" y="4326921"/>
                  </a:lnTo>
                  <a:lnTo>
                    <a:pt x="1305109" y="4326921"/>
                  </a:lnTo>
                  <a:lnTo>
                    <a:pt x="1305235" y="4326921"/>
                  </a:lnTo>
                  <a:lnTo>
                    <a:pt x="1305362" y="4326921"/>
                  </a:lnTo>
                  <a:lnTo>
                    <a:pt x="1305488" y="4326921"/>
                  </a:lnTo>
                  <a:lnTo>
                    <a:pt x="1305614" y="4326921"/>
                  </a:lnTo>
                  <a:lnTo>
                    <a:pt x="1305740" y="4326921"/>
                  </a:lnTo>
                  <a:lnTo>
                    <a:pt x="1305867" y="4326921"/>
                  </a:lnTo>
                  <a:lnTo>
                    <a:pt x="1305993" y="4326921"/>
                  </a:lnTo>
                  <a:lnTo>
                    <a:pt x="1306119" y="4326921"/>
                  </a:lnTo>
                  <a:lnTo>
                    <a:pt x="1306245" y="4326921"/>
                  </a:lnTo>
                  <a:lnTo>
                    <a:pt x="1306372" y="4326921"/>
                  </a:lnTo>
                  <a:lnTo>
                    <a:pt x="1306498" y="4326921"/>
                  </a:lnTo>
                  <a:lnTo>
                    <a:pt x="1306624" y="4326921"/>
                  </a:lnTo>
                  <a:lnTo>
                    <a:pt x="1306750" y="4326921"/>
                  </a:lnTo>
                  <a:lnTo>
                    <a:pt x="1306877" y="4326921"/>
                  </a:lnTo>
                  <a:lnTo>
                    <a:pt x="1307003" y="4326921"/>
                  </a:lnTo>
                  <a:lnTo>
                    <a:pt x="1307129" y="4326921"/>
                  </a:lnTo>
                  <a:lnTo>
                    <a:pt x="1307255" y="4326921"/>
                  </a:lnTo>
                  <a:lnTo>
                    <a:pt x="1307382" y="4326921"/>
                  </a:lnTo>
                  <a:lnTo>
                    <a:pt x="1307508" y="4326921"/>
                  </a:lnTo>
                  <a:lnTo>
                    <a:pt x="1307634" y="4326921"/>
                  </a:lnTo>
                  <a:lnTo>
                    <a:pt x="1307760" y="4326921"/>
                  </a:lnTo>
                  <a:lnTo>
                    <a:pt x="1307887" y="4326921"/>
                  </a:lnTo>
                  <a:lnTo>
                    <a:pt x="1308013" y="4326921"/>
                  </a:lnTo>
                  <a:lnTo>
                    <a:pt x="1308139" y="4326921"/>
                  </a:lnTo>
                  <a:lnTo>
                    <a:pt x="1308139" y="4322009"/>
                  </a:lnTo>
                  <a:lnTo>
                    <a:pt x="1308265" y="4322009"/>
                  </a:lnTo>
                  <a:lnTo>
                    <a:pt x="1308392" y="4322009"/>
                  </a:lnTo>
                  <a:lnTo>
                    <a:pt x="1308518" y="4322009"/>
                  </a:lnTo>
                  <a:lnTo>
                    <a:pt x="1308644" y="4322009"/>
                  </a:lnTo>
                  <a:lnTo>
                    <a:pt x="1308770" y="4322009"/>
                  </a:lnTo>
                  <a:lnTo>
                    <a:pt x="1308897" y="4322009"/>
                  </a:lnTo>
                  <a:lnTo>
                    <a:pt x="1309023" y="4322009"/>
                  </a:lnTo>
                  <a:lnTo>
                    <a:pt x="1309149" y="4322009"/>
                  </a:lnTo>
                  <a:lnTo>
                    <a:pt x="1309276" y="4322009"/>
                  </a:lnTo>
                  <a:lnTo>
                    <a:pt x="1309402" y="4322009"/>
                  </a:lnTo>
                  <a:lnTo>
                    <a:pt x="1309528" y="4322009"/>
                  </a:lnTo>
                  <a:lnTo>
                    <a:pt x="1309654" y="4322009"/>
                  </a:lnTo>
                  <a:lnTo>
                    <a:pt x="1309781" y="4322009"/>
                  </a:lnTo>
                  <a:lnTo>
                    <a:pt x="1309907" y="4322009"/>
                  </a:lnTo>
                  <a:lnTo>
                    <a:pt x="1309907" y="4317098"/>
                  </a:lnTo>
                  <a:lnTo>
                    <a:pt x="1310033" y="4317098"/>
                  </a:lnTo>
                  <a:lnTo>
                    <a:pt x="1310159" y="4317098"/>
                  </a:lnTo>
                  <a:lnTo>
                    <a:pt x="1310286" y="4317098"/>
                  </a:lnTo>
                  <a:lnTo>
                    <a:pt x="1310412" y="4317098"/>
                  </a:lnTo>
                  <a:lnTo>
                    <a:pt x="1310538" y="4317098"/>
                  </a:lnTo>
                  <a:lnTo>
                    <a:pt x="1310664" y="4317098"/>
                  </a:lnTo>
                  <a:lnTo>
                    <a:pt x="1310791" y="4317098"/>
                  </a:lnTo>
                  <a:lnTo>
                    <a:pt x="1310917" y="4317098"/>
                  </a:lnTo>
                  <a:lnTo>
                    <a:pt x="1311043" y="4317098"/>
                  </a:lnTo>
                  <a:lnTo>
                    <a:pt x="1311169" y="4317098"/>
                  </a:lnTo>
                  <a:lnTo>
                    <a:pt x="1311296" y="4317098"/>
                  </a:lnTo>
                  <a:lnTo>
                    <a:pt x="1311422" y="4317098"/>
                  </a:lnTo>
                  <a:lnTo>
                    <a:pt x="1311548" y="4317098"/>
                  </a:lnTo>
                  <a:lnTo>
                    <a:pt x="1311674" y="4317098"/>
                  </a:lnTo>
                  <a:lnTo>
                    <a:pt x="1311801" y="4317098"/>
                  </a:lnTo>
                  <a:lnTo>
                    <a:pt x="1311927" y="4317098"/>
                  </a:lnTo>
                  <a:lnTo>
                    <a:pt x="1312053" y="4317098"/>
                  </a:lnTo>
                  <a:lnTo>
                    <a:pt x="1312179" y="4317098"/>
                  </a:lnTo>
                  <a:lnTo>
                    <a:pt x="1312306" y="4317098"/>
                  </a:lnTo>
                  <a:lnTo>
                    <a:pt x="1312432" y="4317098"/>
                  </a:lnTo>
                  <a:lnTo>
                    <a:pt x="1312558" y="4317098"/>
                  </a:lnTo>
                  <a:lnTo>
                    <a:pt x="1312684" y="4317098"/>
                  </a:lnTo>
                  <a:lnTo>
                    <a:pt x="1312811" y="4317098"/>
                  </a:lnTo>
                  <a:lnTo>
                    <a:pt x="1312937" y="4317098"/>
                  </a:lnTo>
                  <a:lnTo>
                    <a:pt x="1313063" y="4317098"/>
                  </a:lnTo>
                  <a:lnTo>
                    <a:pt x="1313189" y="4317098"/>
                  </a:lnTo>
                  <a:lnTo>
                    <a:pt x="1313316" y="4317098"/>
                  </a:lnTo>
                  <a:lnTo>
                    <a:pt x="1313442" y="4317098"/>
                  </a:lnTo>
                  <a:lnTo>
                    <a:pt x="1313568" y="4317098"/>
                  </a:lnTo>
                  <a:lnTo>
                    <a:pt x="1313694" y="4317098"/>
                  </a:lnTo>
                  <a:lnTo>
                    <a:pt x="1313821" y="4317098"/>
                  </a:lnTo>
                  <a:lnTo>
                    <a:pt x="1313947" y="4317098"/>
                  </a:lnTo>
                  <a:lnTo>
                    <a:pt x="1314073" y="4317098"/>
                  </a:lnTo>
                  <a:lnTo>
                    <a:pt x="1314199" y="4317098"/>
                  </a:lnTo>
                  <a:lnTo>
                    <a:pt x="1314326" y="4317098"/>
                  </a:lnTo>
                  <a:lnTo>
                    <a:pt x="1314452" y="4317098"/>
                  </a:lnTo>
                  <a:lnTo>
                    <a:pt x="1314578" y="4317098"/>
                  </a:lnTo>
                  <a:lnTo>
                    <a:pt x="1314705" y="4317098"/>
                  </a:lnTo>
                  <a:lnTo>
                    <a:pt x="1314831" y="4317098"/>
                  </a:lnTo>
                  <a:lnTo>
                    <a:pt x="1314957" y="4317098"/>
                  </a:lnTo>
                  <a:lnTo>
                    <a:pt x="1315083" y="4317098"/>
                  </a:lnTo>
                  <a:lnTo>
                    <a:pt x="1315210" y="4317098"/>
                  </a:lnTo>
                  <a:lnTo>
                    <a:pt x="1315336" y="4317098"/>
                  </a:lnTo>
                  <a:lnTo>
                    <a:pt x="1315462" y="4317098"/>
                  </a:lnTo>
                  <a:lnTo>
                    <a:pt x="1315588" y="4317098"/>
                  </a:lnTo>
                  <a:lnTo>
                    <a:pt x="1315715" y="4317098"/>
                  </a:lnTo>
                  <a:lnTo>
                    <a:pt x="1315841" y="4317098"/>
                  </a:lnTo>
                  <a:lnTo>
                    <a:pt x="1315967" y="4317098"/>
                  </a:lnTo>
                  <a:lnTo>
                    <a:pt x="1316093" y="4317098"/>
                  </a:lnTo>
                  <a:lnTo>
                    <a:pt x="1316220" y="4317098"/>
                  </a:lnTo>
                  <a:lnTo>
                    <a:pt x="1316346" y="4317098"/>
                  </a:lnTo>
                  <a:lnTo>
                    <a:pt x="1316472" y="4317098"/>
                  </a:lnTo>
                  <a:lnTo>
                    <a:pt x="1316598" y="4317098"/>
                  </a:lnTo>
                  <a:lnTo>
                    <a:pt x="1316725" y="4317098"/>
                  </a:lnTo>
                  <a:lnTo>
                    <a:pt x="1316851" y="4317098"/>
                  </a:lnTo>
                  <a:lnTo>
                    <a:pt x="1316977" y="4317098"/>
                  </a:lnTo>
                  <a:lnTo>
                    <a:pt x="1317103" y="4317098"/>
                  </a:lnTo>
                  <a:lnTo>
                    <a:pt x="1317230" y="4317098"/>
                  </a:lnTo>
                  <a:lnTo>
                    <a:pt x="1317356" y="4317098"/>
                  </a:lnTo>
                  <a:lnTo>
                    <a:pt x="1317482" y="4317098"/>
                  </a:lnTo>
                  <a:lnTo>
                    <a:pt x="1317608" y="4317098"/>
                  </a:lnTo>
                  <a:lnTo>
                    <a:pt x="1317735" y="4317098"/>
                  </a:lnTo>
                  <a:lnTo>
                    <a:pt x="1317861" y="4317098"/>
                  </a:lnTo>
                  <a:lnTo>
                    <a:pt x="1317987" y="4317098"/>
                  </a:lnTo>
                  <a:lnTo>
                    <a:pt x="1318113" y="4317098"/>
                  </a:lnTo>
                  <a:lnTo>
                    <a:pt x="1318240" y="4317098"/>
                  </a:lnTo>
                  <a:lnTo>
                    <a:pt x="1318366" y="4317098"/>
                  </a:lnTo>
                  <a:lnTo>
                    <a:pt x="1318492" y="4317098"/>
                  </a:lnTo>
                  <a:lnTo>
                    <a:pt x="1318618" y="4317098"/>
                  </a:lnTo>
                  <a:lnTo>
                    <a:pt x="1318745" y="4317098"/>
                  </a:lnTo>
                  <a:lnTo>
                    <a:pt x="1318871" y="4317098"/>
                  </a:lnTo>
                  <a:lnTo>
                    <a:pt x="1318997" y="4317098"/>
                  </a:lnTo>
                  <a:lnTo>
                    <a:pt x="1319123" y="4317098"/>
                  </a:lnTo>
                  <a:lnTo>
                    <a:pt x="1319250" y="4317098"/>
                  </a:lnTo>
                  <a:lnTo>
                    <a:pt x="1319376" y="4317098"/>
                  </a:lnTo>
                  <a:lnTo>
                    <a:pt x="1319502" y="4317098"/>
                  </a:lnTo>
                  <a:lnTo>
                    <a:pt x="1319629" y="4317098"/>
                  </a:lnTo>
                  <a:lnTo>
                    <a:pt x="1319755" y="4317098"/>
                  </a:lnTo>
                  <a:lnTo>
                    <a:pt x="1319881" y="4317098"/>
                  </a:lnTo>
                  <a:lnTo>
                    <a:pt x="1320007" y="4317098"/>
                  </a:lnTo>
                  <a:lnTo>
                    <a:pt x="1320134" y="4317098"/>
                  </a:lnTo>
                  <a:lnTo>
                    <a:pt x="1320260" y="4317098"/>
                  </a:lnTo>
                  <a:lnTo>
                    <a:pt x="1320386" y="4317098"/>
                  </a:lnTo>
                  <a:lnTo>
                    <a:pt x="1320512" y="4317098"/>
                  </a:lnTo>
                  <a:lnTo>
                    <a:pt x="1320639" y="4317098"/>
                  </a:lnTo>
                  <a:lnTo>
                    <a:pt x="1320765" y="4317098"/>
                  </a:lnTo>
                  <a:lnTo>
                    <a:pt x="1320891" y="4317098"/>
                  </a:lnTo>
                  <a:lnTo>
                    <a:pt x="1321017" y="4317098"/>
                  </a:lnTo>
                  <a:lnTo>
                    <a:pt x="1321144" y="4317098"/>
                  </a:lnTo>
                  <a:lnTo>
                    <a:pt x="1321270" y="4317098"/>
                  </a:lnTo>
                  <a:lnTo>
                    <a:pt x="1321396" y="4317098"/>
                  </a:lnTo>
                  <a:lnTo>
                    <a:pt x="1321522" y="4317098"/>
                  </a:lnTo>
                  <a:lnTo>
                    <a:pt x="1321649" y="4317098"/>
                  </a:lnTo>
                  <a:lnTo>
                    <a:pt x="1321775" y="4317098"/>
                  </a:lnTo>
                  <a:lnTo>
                    <a:pt x="1321901" y="4317098"/>
                  </a:lnTo>
                  <a:lnTo>
                    <a:pt x="1322027" y="4317098"/>
                  </a:lnTo>
                  <a:lnTo>
                    <a:pt x="1322154" y="4317098"/>
                  </a:lnTo>
                  <a:lnTo>
                    <a:pt x="1322280" y="4317098"/>
                  </a:lnTo>
                  <a:lnTo>
                    <a:pt x="1322406" y="4317098"/>
                  </a:lnTo>
                  <a:lnTo>
                    <a:pt x="1322532" y="4317098"/>
                  </a:lnTo>
                  <a:lnTo>
                    <a:pt x="1322659" y="4317098"/>
                  </a:lnTo>
                  <a:lnTo>
                    <a:pt x="1322785" y="4317098"/>
                  </a:lnTo>
                  <a:lnTo>
                    <a:pt x="1322911" y="4317098"/>
                  </a:lnTo>
                  <a:lnTo>
                    <a:pt x="1323037" y="4317098"/>
                  </a:lnTo>
                  <a:lnTo>
                    <a:pt x="1323164" y="4317098"/>
                  </a:lnTo>
                  <a:lnTo>
                    <a:pt x="1323290" y="4317098"/>
                  </a:lnTo>
                  <a:lnTo>
                    <a:pt x="1323416" y="4317098"/>
                  </a:lnTo>
                  <a:lnTo>
                    <a:pt x="1323542" y="4317098"/>
                  </a:lnTo>
                  <a:lnTo>
                    <a:pt x="1323669" y="4317098"/>
                  </a:lnTo>
                  <a:lnTo>
                    <a:pt x="1323795" y="4317098"/>
                  </a:lnTo>
                  <a:lnTo>
                    <a:pt x="1323921" y="4317098"/>
                  </a:lnTo>
                  <a:lnTo>
                    <a:pt x="1324047" y="4317098"/>
                  </a:lnTo>
                  <a:lnTo>
                    <a:pt x="1324174" y="4317098"/>
                  </a:lnTo>
                  <a:lnTo>
                    <a:pt x="1324300" y="4317098"/>
                  </a:lnTo>
                  <a:lnTo>
                    <a:pt x="1324426" y="4317098"/>
                  </a:lnTo>
                  <a:lnTo>
                    <a:pt x="1324552" y="4317098"/>
                  </a:lnTo>
                  <a:lnTo>
                    <a:pt x="1324679" y="4317098"/>
                  </a:lnTo>
                  <a:lnTo>
                    <a:pt x="1324805" y="4317098"/>
                  </a:lnTo>
                  <a:lnTo>
                    <a:pt x="1324931" y="4317098"/>
                  </a:lnTo>
                  <a:lnTo>
                    <a:pt x="1325058" y="4317098"/>
                  </a:lnTo>
                  <a:lnTo>
                    <a:pt x="1325058" y="4312187"/>
                  </a:lnTo>
                  <a:lnTo>
                    <a:pt x="1325184" y="4312187"/>
                  </a:lnTo>
                  <a:lnTo>
                    <a:pt x="1325310" y="4312187"/>
                  </a:lnTo>
                  <a:lnTo>
                    <a:pt x="1325436" y="4312187"/>
                  </a:lnTo>
                  <a:lnTo>
                    <a:pt x="1325563" y="4312187"/>
                  </a:lnTo>
                  <a:lnTo>
                    <a:pt x="1325689" y="4312187"/>
                  </a:lnTo>
                  <a:lnTo>
                    <a:pt x="1325815" y="4312187"/>
                  </a:lnTo>
                  <a:lnTo>
                    <a:pt x="1325941" y="4312187"/>
                  </a:lnTo>
                  <a:lnTo>
                    <a:pt x="1326068" y="4312187"/>
                  </a:lnTo>
                  <a:lnTo>
                    <a:pt x="1326194" y="4312187"/>
                  </a:lnTo>
                  <a:lnTo>
                    <a:pt x="1326320" y="4312187"/>
                  </a:lnTo>
                  <a:lnTo>
                    <a:pt x="1326446" y="4312187"/>
                  </a:lnTo>
                  <a:lnTo>
                    <a:pt x="1326573" y="4312187"/>
                  </a:lnTo>
                  <a:lnTo>
                    <a:pt x="1326699" y="4312187"/>
                  </a:lnTo>
                  <a:lnTo>
                    <a:pt x="1326825" y="4312187"/>
                  </a:lnTo>
                  <a:lnTo>
                    <a:pt x="1326951" y="4312187"/>
                  </a:lnTo>
                  <a:lnTo>
                    <a:pt x="1327078" y="4312187"/>
                  </a:lnTo>
                  <a:lnTo>
                    <a:pt x="1327204" y="4312187"/>
                  </a:lnTo>
                  <a:lnTo>
                    <a:pt x="1327330" y="4312187"/>
                  </a:lnTo>
                  <a:lnTo>
                    <a:pt x="1327456" y="4312187"/>
                  </a:lnTo>
                  <a:lnTo>
                    <a:pt x="1327583" y="4312187"/>
                  </a:lnTo>
                  <a:lnTo>
                    <a:pt x="1327709" y="4312187"/>
                  </a:lnTo>
                  <a:lnTo>
                    <a:pt x="1327835" y="4312187"/>
                  </a:lnTo>
                  <a:lnTo>
                    <a:pt x="1327835" y="4307275"/>
                  </a:lnTo>
                  <a:lnTo>
                    <a:pt x="1327961" y="4307275"/>
                  </a:lnTo>
                  <a:lnTo>
                    <a:pt x="1328088" y="4307275"/>
                  </a:lnTo>
                  <a:lnTo>
                    <a:pt x="1328214" y="4307275"/>
                  </a:lnTo>
                  <a:lnTo>
                    <a:pt x="1328340" y="4307275"/>
                  </a:lnTo>
                  <a:lnTo>
                    <a:pt x="1328466" y="4307275"/>
                  </a:lnTo>
                  <a:lnTo>
                    <a:pt x="1328593" y="4307275"/>
                  </a:lnTo>
                  <a:lnTo>
                    <a:pt x="1328719" y="4307275"/>
                  </a:lnTo>
                  <a:lnTo>
                    <a:pt x="1328719" y="4302364"/>
                  </a:lnTo>
                  <a:lnTo>
                    <a:pt x="1328845" y="4302364"/>
                  </a:lnTo>
                  <a:lnTo>
                    <a:pt x="1328971" y="4302364"/>
                  </a:lnTo>
                  <a:lnTo>
                    <a:pt x="1329098" y="4302364"/>
                  </a:lnTo>
                  <a:lnTo>
                    <a:pt x="1329224" y="4302364"/>
                  </a:lnTo>
                  <a:lnTo>
                    <a:pt x="1329350" y="4302364"/>
                  </a:lnTo>
                  <a:lnTo>
                    <a:pt x="1329476" y="4302364"/>
                  </a:lnTo>
                  <a:lnTo>
                    <a:pt x="1329603" y="4302364"/>
                  </a:lnTo>
                  <a:lnTo>
                    <a:pt x="1329729" y="4302364"/>
                  </a:lnTo>
                  <a:lnTo>
                    <a:pt x="1329855" y="4302364"/>
                  </a:lnTo>
                  <a:lnTo>
                    <a:pt x="1329982" y="4302364"/>
                  </a:lnTo>
                  <a:lnTo>
                    <a:pt x="1330108" y="4302364"/>
                  </a:lnTo>
                  <a:lnTo>
                    <a:pt x="1330234" y="4302364"/>
                  </a:lnTo>
                  <a:lnTo>
                    <a:pt x="1330360" y="4302364"/>
                  </a:lnTo>
                  <a:lnTo>
                    <a:pt x="1330487" y="4302364"/>
                  </a:lnTo>
                  <a:lnTo>
                    <a:pt x="1330613" y="4302364"/>
                  </a:lnTo>
                  <a:lnTo>
                    <a:pt x="1330739" y="4302364"/>
                  </a:lnTo>
                  <a:lnTo>
                    <a:pt x="1330865" y="4302364"/>
                  </a:lnTo>
                  <a:lnTo>
                    <a:pt x="1330992" y="4302364"/>
                  </a:lnTo>
                  <a:lnTo>
                    <a:pt x="1331118" y="4302364"/>
                  </a:lnTo>
                  <a:lnTo>
                    <a:pt x="1331244" y="4302364"/>
                  </a:lnTo>
                  <a:lnTo>
                    <a:pt x="1331370" y="4302364"/>
                  </a:lnTo>
                  <a:lnTo>
                    <a:pt x="1331497" y="4302364"/>
                  </a:lnTo>
                  <a:lnTo>
                    <a:pt x="1331623" y="4302364"/>
                  </a:lnTo>
                  <a:lnTo>
                    <a:pt x="1331749" y="4302364"/>
                  </a:lnTo>
                  <a:lnTo>
                    <a:pt x="1331875" y="4302364"/>
                  </a:lnTo>
                  <a:lnTo>
                    <a:pt x="1332002" y="4302364"/>
                  </a:lnTo>
                  <a:lnTo>
                    <a:pt x="1332128" y="4302364"/>
                  </a:lnTo>
                  <a:lnTo>
                    <a:pt x="1332254" y="4302364"/>
                  </a:lnTo>
                  <a:lnTo>
                    <a:pt x="1332380" y="4302364"/>
                  </a:lnTo>
                  <a:lnTo>
                    <a:pt x="1332507" y="4302364"/>
                  </a:lnTo>
                  <a:lnTo>
                    <a:pt x="1332633" y="4302364"/>
                  </a:lnTo>
                  <a:lnTo>
                    <a:pt x="1332759" y="4302364"/>
                  </a:lnTo>
                  <a:lnTo>
                    <a:pt x="1332885" y="4302364"/>
                  </a:lnTo>
                  <a:lnTo>
                    <a:pt x="1333012" y="4302364"/>
                  </a:lnTo>
                  <a:lnTo>
                    <a:pt x="1333138" y="4302364"/>
                  </a:lnTo>
                  <a:lnTo>
                    <a:pt x="1333264" y="4302364"/>
                  </a:lnTo>
                  <a:lnTo>
                    <a:pt x="1333390" y="4302364"/>
                  </a:lnTo>
                  <a:lnTo>
                    <a:pt x="1333517" y="4302364"/>
                  </a:lnTo>
                  <a:lnTo>
                    <a:pt x="1333643" y="4302364"/>
                  </a:lnTo>
                  <a:lnTo>
                    <a:pt x="1333769" y="4302364"/>
                  </a:lnTo>
                  <a:lnTo>
                    <a:pt x="1333895" y="4302364"/>
                  </a:lnTo>
                  <a:lnTo>
                    <a:pt x="1334022" y="4302364"/>
                  </a:lnTo>
                  <a:lnTo>
                    <a:pt x="1334148" y="4302364"/>
                  </a:lnTo>
                  <a:lnTo>
                    <a:pt x="1334274" y="4302364"/>
                  </a:lnTo>
                  <a:lnTo>
                    <a:pt x="1334400" y="4302364"/>
                  </a:lnTo>
                  <a:lnTo>
                    <a:pt x="1334400" y="4297453"/>
                  </a:lnTo>
                  <a:lnTo>
                    <a:pt x="1334527" y="4297453"/>
                  </a:lnTo>
                  <a:lnTo>
                    <a:pt x="1334653" y="4297453"/>
                  </a:lnTo>
                  <a:lnTo>
                    <a:pt x="1334779" y="4297453"/>
                  </a:lnTo>
                  <a:lnTo>
                    <a:pt x="1334905" y="4297453"/>
                  </a:lnTo>
                  <a:lnTo>
                    <a:pt x="1335032" y="4297453"/>
                  </a:lnTo>
                  <a:lnTo>
                    <a:pt x="1335158" y="4297453"/>
                  </a:lnTo>
                  <a:lnTo>
                    <a:pt x="1335284" y="4297453"/>
                  </a:lnTo>
                  <a:lnTo>
                    <a:pt x="1335411" y="4297453"/>
                  </a:lnTo>
                  <a:lnTo>
                    <a:pt x="1335537" y="4297453"/>
                  </a:lnTo>
                  <a:lnTo>
                    <a:pt x="1335663" y="4297453"/>
                  </a:lnTo>
                  <a:lnTo>
                    <a:pt x="1335789" y="4297453"/>
                  </a:lnTo>
                  <a:lnTo>
                    <a:pt x="1335916" y="4297453"/>
                  </a:lnTo>
                  <a:lnTo>
                    <a:pt x="1336042" y="4297453"/>
                  </a:lnTo>
                  <a:lnTo>
                    <a:pt x="1336168" y="4297453"/>
                  </a:lnTo>
                  <a:lnTo>
                    <a:pt x="1336294" y="4297453"/>
                  </a:lnTo>
                  <a:lnTo>
                    <a:pt x="1336421" y="4297453"/>
                  </a:lnTo>
                  <a:lnTo>
                    <a:pt x="1336547" y="4297453"/>
                  </a:lnTo>
                  <a:lnTo>
                    <a:pt x="1336673" y="4297453"/>
                  </a:lnTo>
                  <a:lnTo>
                    <a:pt x="1336799" y="4297453"/>
                  </a:lnTo>
                  <a:lnTo>
                    <a:pt x="1336926" y="4297453"/>
                  </a:lnTo>
                  <a:lnTo>
                    <a:pt x="1337052" y="4297453"/>
                  </a:lnTo>
                  <a:lnTo>
                    <a:pt x="1337178" y="4297453"/>
                  </a:lnTo>
                  <a:lnTo>
                    <a:pt x="1337304" y="4297453"/>
                  </a:lnTo>
                  <a:lnTo>
                    <a:pt x="1337431" y="4297453"/>
                  </a:lnTo>
                  <a:lnTo>
                    <a:pt x="1337557" y="4297453"/>
                  </a:lnTo>
                  <a:lnTo>
                    <a:pt x="1337683" y="4297453"/>
                  </a:lnTo>
                  <a:lnTo>
                    <a:pt x="1337809" y="4297453"/>
                  </a:lnTo>
                  <a:lnTo>
                    <a:pt x="1337936" y="4297453"/>
                  </a:lnTo>
                  <a:lnTo>
                    <a:pt x="1338062" y="4297453"/>
                  </a:lnTo>
                  <a:lnTo>
                    <a:pt x="1338188" y="4297453"/>
                  </a:lnTo>
                  <a:lnTo>
                    <a:pt x="1338314" y="4297453"/>
                  </a:lnTo>
                  <a:lnTo>
                    <a:pt x="1338441" y="4297453"/>
                  </a:lnTo>
                  <a:lnTo>
                    <a:pt x="1338567" y="4297453"/>
                  </a:lnTo>
                  <a:lnTo>
                    <a:pt x="1338693" y="4297453"/>
                  </a:lnTo>
                  <a:lnTo>
                    <a:pt x="1338819" y="4297453"/>
                  </a:lnTo>
                  <a:lnTo>
                    <a:pt x="1338946" y="4297453"/>
                  </a:lnTo>
                  <a:lnTo>
                    <a:pt x="1339072" y="4297453"/>
                  </a:lnTo>
                  <a:lnTo>
                    <a:pt x="1339198" y="4297453"/>
                  </a:lnTo>
                  <a:lnTo>
                    <a:pt x="1339324" y="4297453"/>
                  </a:lnTo>
                  <a:lnTo>
                    <a:pt x="1339451" y="4297453"/>
                  </a:lnTo>
                  <a:lnTo>
                    <a:pt x="1339577" y="4297453"/>
                  </a:lnTo>
                  <a:lnTo>
                    <a:pt x="1339703" y="4297453"/>
                  </a:lnTo>
                  <a:lnTo>
                    <a:pt x="1339829" y="4297453"/>
                  </a:lnTo>
                  <a:lnTo>
                    <a:pt x="1339956" y="4297453"/>
                  </a:lnTo>
                  <a:lnTo>
                    <a:pt x="1340082" y="4297453"/>
                  </a:lnTo>
                  <a:lnTo>
                    <a:pt x="1340208" y="4297453"/>
                  </a:lnTo>
                  <a:lnTo>
                    <a:pt x="1340335" y="4297453"/>
                  </a:lnTo>
                  <a:lnTo>
                    <a:pt x="1340461" y="4297453"/>
                  </a:lnTo>
                  <a:lnTo>
                    <a:pt x="1340587" y="4297453"/>
                  </a:lnTo>
                  <a:lnTo>
                    <a:pt x="1340713" y="4297453"/>
                  </a:lnTo>
                  <a:lnTo>
                    <a:pt x="1340840" y="4297453"/>
                  </a:lnTo>
                  <a:lnTo>
                    <a:pt x="1340966" y="4297453"/>
                  </a:lnTo>
                  <a:lnTo>
                    <a:pt x="1341092" y="4297453"/>
                  </a:lnTo>
                  <a:lnTo>
                    <a:pt x="1341218" y="4297453"/>
                  </a:lnTo>
                  <a:lnTo>
                    <a:pt x="1341345" y="4297453"/>
                  </a:lnTo>
                  <a:lnTo>
                    <a:pt x="1341471" y="4297453"/>
                  </a:lnTo>
                  <a:lnTo>
                    <a:pt x="1341597" y="4297453"/>
                  </a:lnTo>
                  <a:lnTo>
                    <a:pt x="1341723" y="4297453"/>
                  </a:lnTo>
                  <a:lnTo>
                    <a:pt x="1341850" y="4297453"/>
                  </a:lnTo>
                  <a:lnTo>
                    <a:pt x="1341976" y="4297453"/>
                  </a:lnTo>
                  <a:lnTo>
                    <a:pt x="1342102" y="4297453"/>
                  </a:lnTo>
                  <a:lnTo>
                    <a:pt x="1342228" y="4297453"/>
                  </a:lnTo>
                  <a:lnTo>
                    <a:pt x="1342355" y="4297453"/>
                  </a:lnTo>
                  <a:lnTo>
                    <a:pt x="1342481" y="4297453"/>
                  </a:lnTo>
                  <a:lnTo>
                    <a:pt x="1342607" y="4297453"/>
                  </a:lnTo>
                  <a:lnTo>
                    <a:pt x="1342733" y="4297453"/>
                  </a:lnTo>
                  <a:lnTo>
                    <a:pt x="1342860" y="4297453"/>
                  </a:lnTo>
                  <a:lnTo>
                    <a:pt x="1342986" y="4297453"/>
                  </a:lnTo>
                  <a:lnTo>
                    <a:pt x="1343112" y="4297453"/>
                  </a:lnTo>
                  <a:lnTo>
                    <a:pt x="1343238" y="4297453"/>
                  </a:lnTo>
                  <a:lnTo>
                    <a:pt x="1343365" y="4297453"/>
                  </a:lnTo>
                  <a:lnTo>
                    <a:pt x="1343491" y="4297453"/>
                  </a:lnTo>
                  <a:lnTo>
                    <a:pt x="1343617" y="4297453"/>
                  </a:lnTo>
                  <a:lnTo>
                    <a:pt x="1343743" y="4297453"/>
                  </a:lnTo>
                  <a:lnTo>
                    <a:pt x="1343870" y="4297453"/>
                  </a:lnTo>
                  <a:lnTo>
                    <a:pt x="1343996" y="4297453"/>
                  </a:lnTo>
                  <a:lnTo>
                    <a:pt x="1344122" y="4297453"/>
                  </a:lnTo>
                  <a:lnTo>
                    <a:pt x="1344248" y="4297453"/>
                  </a:lnTo>
                  <a:lnTo>
                    <a:pt x="1344375" y="4297453"/>
                  </a:lnTo>
                  <a:lnTo>
                    <a:pt x="1344501" y="4297453"/>
                  </a:lnTo>
                  <a:lnTo>
                    <a:pt x="1344627" y="4297453"/>
                  </a:lnTo>
                  <a:lnTo>
                    <a:pt x="1344753" y="4297453"/>
                  </a:lnTo>
                  <a:lnTo>
                    <a:pt x="1344880" y="4297453"/>
                  </a:lnTo>
                  <a:lnTo>
                    <a:pt x="1345006" y="4297453"/>
                  </a:lnTo>
                  <a:lnTo>
                    <a:pt x="1345132" y="4297453"/>
                  </a:lnTo>
                  <a:lnTo>
                    <a:pt x="1345258" y="4297453"/>
                  </a:lnTo>
                  <a:lnTo>
                    <a:pt x="1345385" y="4297453"/>
                  </a:lnTo>
                  <a:lnTo>
                    <a:pt x="1345511" y="4297453"/>
                  </a:lnTo>
                  <a:lnTo>
                    <a:pt x="1345637" y="4297453"/>
                  </a:lnTo>
                  <a:lnTo>
                    <a:pt x="1345764" y="4297453"/>
                  </a:lnTo>
                  <a:lnTo>
                    <a:pt x="1345890" y="4297453"/>
                  </a:lnTo>
                  <a:lnTo>
                    <a:pt x="1346016" y="4297453"/>
                  </a:lnTo>
                  <a:lnTo>
                    <a:pt x="1346142" y="4297453"/>
                  </a:lnTo>
                  <a:lnTo>
                    <a:pt x="1346269" y="4297453"/>
                  </a:lnTo>
                  <a:lnTo>
                    <a:pt x="1346395" y="4297453"/>
                  </a:lnTo>
                  <a:lnTo>
                    <a:pt x="1346521" y="4297453"/>
                  </a:lnTo>
                  <a:lnTo>
                    <a:pt x="1346521" y="4292541"/>
                  </a:lnTo>
                  <a:lnTo>
                    <a:pt x="1346647" y="4292541"/>
                  </a:lnTo>
                  <a:lnTo>
                    <a:pt x="1346774" y="4292541"/>
                  </a:lnTo>
                  <a:lnTo>
                    <a:pt x="1346900" y="4292541"/>
                  </a:lnTo>
                  <a:lnTo>
                    <a:pt x="1346900" y="4287630"/>
                  </a:lnTo>
                  <a:lnTo>
                    <a:pt x="1347026" y="4287630"/>
                  </a:lnTo>
                  <a:lnTo>
                    <a:pt x="1347026" y="4282718"/>
                  </a:lnTo>
                  <a:lnTo>
                    <a:pt x="1347152" y="4282718"/>
                  </a:lnTo>
                  <a:lnTo>
                    <a:pt x="1347279" y="4282718"/>
                  </a:lnTo>
                  <a:lnTo>
                    <a:pt x="1347405" y="4282718"/>
                  </a:lnTo>
                  <a:lnTo>
                    <a:pt x="1347531" y="4282718"/>
                  </a:lnTo>
                  <a:lnTo>
                    <a:pt x="1347657" y="4282718"/>
                  </a:lnTo>
                  <a:lnTo>
                    <a:pt x="1347784" y="4282718"/>
                  </a:lnTo>
                  <a:lnTo>
                    <a:pt x="1347910" y="4282718"/>
                  </a:lnTo>
                  <a:lnTo>
                    <a:pt x="1348036" y="4282718"/>
                  </a:lnTo>
                  <a:lnTo>
                    <a:pt x="1348162" y="4282718"/>
                  </a:lnTo>
                  <a:lnTo>
                    <a:pt x="1348289" y="4282718"/>
                  </a:lnTo>
                  <a:lnTo>
                    <a:pt x="1348415" y="4282718"/>
                  </a:lnTo>
                  <a:lnTo>
                    <a:pt x="1348541" y="4282718"/>
                  </a:lnTo>
                  <a:lnTo>
                    <a:pt x="1348667" y="4282718"/>
                  </a:lnTo>
                  <a:lnTo>
                    <a:pt x="1348794" y="4282718"/>
                  </a:lnTo>
                  <a:lnTo>
                    <a:pt x="1348920" y="4282718"/>
                  </a:lnTo>
                  <a:lnTo>
                    <a:pt x="1349046" y="4282718"/>
                  </a:lnTo>
                  <a:lnTo>
                    <a:pt x="1349172" y="4282718"/>
                  </a:lnTo>
                  <a:lnTo>
                    <a:pt x="1349172" y="4277807"/>
                  </a:lnTo>
                  <a:lnTo>
                    <a:pt x="1349299" y="4277807"/>
                  </a:lnTo>
                  <a:lnTo>
                    <a:pt x="1349425" y="4277807"/>
                  </a:lnTo>
                  <a:lnTo>
                    <a:pt x="1349551" y="4277807"/>
                  </a:lnTo>
                  <a:lnTo>
                    <a:pt x="1349677" y="4277807"/>
                  </a:lnTo>
                  <a:lnTo>
                    <a:pt x="1349804" y="4277807"/>
                  </a:lnTo>
                  <a:lnTo>
                    <a:pt x="1349930" y="4277807"/>
                  </a:lnTo>
                  <a:lnTo>
                    <a:pt x="1350056" y="4277807"/>
                  </a:lnTo>
                  <a:lnTo>
                    <a:pt x="1350182" y="4277807"/>
                  </a:lnTo>
                  <a:lnTo>
                    <a:pt x="1350309" y="4277807"/>
                  </a:lnTo>
                  <a:lnTo>
                    <a:pt x="1350435" y="4277807"/>
                  </a:lnTo>
                  <a:lnTo>
                    <a:pt x="1350561" y="4277807"/>
                  </a:lnTo>
                  <a:lnTo>
                    <a:pt x="1350688" y="4277807"/>
                  </a:lnTo>
                  <a:lnTo>
                    <a:pt x="1350814" y="4277807"/>
                  </a:lnTo>
                  <a:lnTo>
                    <a:pt x="1350940" y="4277807"/>
                  </a:lnTo>
                  <a:lnTo>
                    <a:pt x="1351066" y="4277807"/>
                  </a:lnTo>
                  <a:lnTo>
                    <a:pt x="1351193" y="4277807"/>
                  </a:lnTo>
                  <a:lnTo>
                    <a:pt x="1351319" y="4277807"/>
                  </a:lnTo>
                  <a:lnTo>
                    <a:pt x="1351445" y="4277807"/>
                  </a:lnTo>
                  <a:lnTo>
                    <a:pt x="1351571" y="4277807"/>
                  </a:lnTo>
                  <a:lnTo>
                    <a:pt x="1351698" y="4277807"/>
                  </a:lnTo>
                  <a:lnTo>
                    <a:pt x="1351824" y="4277807"/>
                  </a:lnTo>
                  <a:lnTo>
                    <a:pt x="1351950" y="4277807"/>
                  </a:lnTo>
                  <a:lnTo>
                    <a:pt x="1352076" y="4277807"/>
                  </a:lnTo>
                  <a:lnTo>
                    <a:pt x="1352203" y="4277807"/>
                  </a:lnTo>
                  <a:lnTo>
                    <a:pt x="1352329" y="4277807"/>
                  </a:lnTo>
                  <a:lnTo>
                    <a:pt x="1352455" y="4277807"/>
                  </a:lnTo>
                  <a:lnTo>
                    <a:pt x="1352581" y="4277807"/>
                  </a:lnTo>
                  <a:lnTo>
                    <a:pt x="1352708" y="4277807"/>
                  </a:lnTo>
                  <a:lnTo>
                    <a:pt x="1352708" y="4272896"/>
                  </a:lnTo>
                  <a:lnTo>
                    <a:pt x="1352834" y="4272896"/>
                  </a:lnTo>
                  <a:lnTo>
                    <a:pt x="1352960" y="4272896"/>
                  </a:lnTo>
                  <a:lnTo>
                    <a:pt x="1353086" y="4272896"/>
                  </a:lnTo>
                  <a:lnTo>
                    <a:pt x="1353213" y="4272896"/>
                  </a:lnTo>
                  <a:lnTo>
                    <a:pt x="1353339" y="4272896"/>
                  </a:lnTo>
                  <a:lnTo>
                    <a:pt x="1353465" y="4272896"/>
                  </a:lnTo>
                  <a:lnTo>
                    <a:pt x="1353591" y="4272896"/>
                  </a:lnTo>
                  <a:lnTo>
                    <a:pt x="1353718" y="4272896"/>
                  </a:lnTo>
                  <a:lnTo>
                    <a:pt x="1353844" y="4272896"/>
                  </a:lnTo>
                  <a:lnTo>
                    <a:pt x="1353970" y="4272896"/>
                  </a:lnTo>
                  <a:lnTo>
                    <a:pt x="1354096" y="4272896"/>
                  </a:lnTo>
                  <a:lnTo>
                    <a:pt x="1354223" y="4272896"/>
                  </a:lnTo>
                  <a:lnTo>
                    <a:pt x="1354349" y="4272896"/>
                  </a:lnTo>
                  <a:lnTo>
                    <a:pt x="1354475" y="4272896"/>
                  </a:lnTo>
                  <a:lnTo>
                    <a:pt x="1354601" y="4272896"/>
                  </a:lnTo>
                  <a:lnTo>
                    <a:pt x="1354728" y="4272896"/>
                  </a:lnTo>
                  <a:lnTo>
                    <a:pt x="1354854" y="4272896"/>
                  </a:lnTo>
                  <a:lnTo>
                    <a:pt x="1354980" y="4272896"/>
                  </a:lnTo>
                  <a:lnTo>
                    <a:pt x="1355106" y="4272896"/>
                  </a:lnTo>
                  <a:lnTo>
                    <a:pt x="1355233" y="4272896"/>
                  </a:lnTo>
                  <a:lnTo>
                    <a:pt x="1355359" y="4272896"/>
                  </a:lnTo>
                  <a:lnTo>
                    <a:pt x="1355485" y="4272896"/>
                  </a:lnTo>
                  <a:lnTo>
                    <a:pt x="1355611" y="4272896"/>
                  </a:lnTo>
                  <a:lnTo>
                    <a:pt x="1355738" y="4272896"/>
                  </a:lnTo>
                  <a:lnTo>
                    <a:pt x="1355864" y="4272896"/>
                  </a:lnTo>
                  <a:lnTo>
                    <a:pt x="1355990" y="4272896"/>
                  </a:lnTo>
                  <a:lnTo>
                    <a:pt x="1356117" y="4272896"/>
                  </a:lnTo>
                  <a:lnTo>
                    <a:pt x="1356243" y="4272896"/>
                  </a:lnTo>
                  <a:lnTo>
                    <a:pt x="1356369" y="4272896"/>
                  </a:lnTo>
                  <a:lnTo>
                    <a:pt x="1356495" y="4272896"/>
                  </a:lnTo>
                  <a:lnTo>
                    <a:pt x="1356622" y="4272896"/>
                  </a:lnTo>
                  <a:lnTo>
                    <a:pt x="1356748" y="4272896"/>
                  </a:lnTo>
                  <a:lnTo>
                    <a:pt x="1356874" y="4272896"/>
                  </a:lnTo>
                  <a:lnTo>
                    <a:pt x="1357000" y="4272896"/>
                  </a:lnTo>
                  <a:lnTo>
                    <a:pt x="1357127" y="4272896"/>
                  </a:lnTo>
                  <a:lnTo>
                    <a:pt x="1357253" y="4272896"/>
                  </a:lnTo>
                  <a:lnTo>
                    <a:pt x="1357379" y="4272896"/>
                  </a:lnTo>
                  <a:lnTo>
                    <a:pt x="1357505" y="4272896"/>
                  </a:lnTo>
                  <a:lnTo>
                    <a:pt x="1357632" y="4272896"/>
                  </a:lnTo>
                  <a:lnTo>
                    <a:pt x="1357758" y="4272896"/>
                  </a:lnTo>
                  <a:lnTo>
                    <a:pt x="1357884" y="4272896"/>
                  </a:lnTo>
                  <a:lnTo>
                    <a:pt x="1358010" y="4272896"/>
                  </a:lnTo>
                  <a:lnTo>
                    <a:pt x="1358137" y="4272896"/>
                  </a:lnTo>
                  <a:lnTo>
                    <a:pt x="1358263" y="4272896"/>
                  </a:lnTo>
                  <a:lnTo>
                    <a:pt x="1358389" y="4272896"/>
                  </a:lnTo>
                  <a:lnTo>
                    <a:pt x="1358389" y="4267984"/>
                  </a:lnTo>
                  <a:lnTo>
                    <a:pt x="1358515" y="4267984"/>
                  </a:lnTo>
                  <a:lnTo>
                    <a:pt x="1358515" y="4263073"/>
                  </a:lnTo>
                  <a:lnTo>
                    <a:pt x="1358642" y="4263073"/>
                  </a:lnTo>
                  <a:lnTo>
                    <a:pt x="1358768" y="4263073"/>
                  </a:lnTo>
                  <a:lnTo>
                    <a:pt x="1358894" y="4263073"/>
                  </a:lnTo>
                  <a:lnTo>
                    <a:pt x="1359020" y="4263073"/>
                  </a:lnTo>
                  <a:lnTo>
                    <a:pt x="1359147" y="4263073"/>
                  </a:lnTo>
                  <a:lnTo>
                    <a:pt x="1359273" y="4263073"/>
                  </a:lnTo>
                  <a:lnTo>
                    <a:pt x="1359399" y="4263073"/>
                  </a:lnTo>
                  <a:lnTo>
                    <a:pt x="1359525" y="4263073"/>
                  </a:lnTo>
                  <a:lnTo>
                    <a:pt x="1359652" y="4263073"/>
                  </a:lnTo>
                  <a:lnTo>
                    <a:pt x="1359778" y="4263073"/>
                  </a:lnTo>
                  <a:lnTo>
                    <a:pt x="1359904" y="4263073"/>
                  </a:lnTo>
                  <a:lnTo>
                    <a:pt x="1360030" y="4263073"/>
                  </a:lnTo>
                  <a:lnTo>
                    <a:pt x="1360157" y="4263073"/>
                  </a:lnTo>
                  <a:lnTo>
                    <a:pt x="1360283" y="4263073"/>
                  </a:lnTo>
                  <a:lnTo>
                    <a:pt x="1360409" y="4263073"/>
                  </a:lnTo>
                  <a:lnTo>
                    <a:pt x="1360535" y="4263073"/>
                  </a:lnTo>
                  <a:lnTo>
                    <a:pt x="1360662" y="4263073"/>
                  </a:lnTo>
                  <a:lnTo>
                    <a:pt x="1360788" y="4263073"/>
                  </a:lnTo>
                  <a:lnTo>
                    <a:pt x="1360914" y="4263073"/>
                  </a:lnTo>
                  <a:lnTo>
                    <a:pt x="1361041" y="4263073"/>
                  </a:lnTo>
                  <a:lnTo>
                    <a:pt x="1361167" y="4263073"/>
                  </a:lnTo>
                  <a:lnTo>
                    <a:pt x="1361293" y="4263073"/>
                  </a:lnTo>
                  <a:lnTo>
                    <a:pt x="1361419" y="4263073"/>
                  </a:lnTo>
                  <a:lnTo>
                    <a:pt x="1361546" y="4263073"/>
                  </a:lnTo>
                  <a:lnTo>
                    <a:pt x="1361672" y="4263073"/>
                  </a:lnTo>
                  <a:lnTo>
                    <a:pt x="1361798" y="4263073"/>
                  </a:lnTo>
                  <a:lnTo>
                    <a:pt x="1361924" y="4263073"/>
                  </a:lnTo>
                  <a:lnTo>
                    <a:pt x="1362051" y="4263073"/>
                  </a:lnTo>
                  <a:lnTo>
                    <a:pt x="1362177" y="4263073"/>
                  </a:lnTo>
                  <a:lnTo>
                    <a:pt x="1362303" y="4263073"/>
                  </a:lnTo>
                  <a:lnTo>
                    <a:pt x="1362429" y="4263073"/>
                  </a:lnTo>
                  <a:lnTo>
                    <a:pt x="1362556" y="4263073"/>
                  </a:lnTo>
                  <a:lnTo>
                    <a:pt x="1362682" y="4263073"/>
                  </a:lnTo>
                  <a:lnTo>
                    <a:pt x="1362808" y="4263073"/>
                  </a:lnTo>
                  <a:lnTo>
                    <a:pt x="1362934" y="4263073"/>
                  </a:lnTo>
                  <a:lnTo>
                    <a:pt x="1363061" y="4263073"/>
                  </a:lnTo>
                  <a:lnTo>
                    <a:pt x="1363187" y="4263073"/>
                  </a:lnTo>
                  <a:lnTo>
                    <a:pt x="1363313" y="4263073"/>
                  </a:lnTo>
                  <a:lnTo>
                    <a:pt x="1363313" y="4258162"/>
                  </a:lnTo>
                  <a:lnTo>
                    <a:pt x="1363439" y="4258162"/>
                  </a:lnTo>
                  <a:lnTo>
                    <a:pt x="1363566" y="4258162"/>
                  </a:lnTo>
                  <a:lnTo>
                    <a:pt x="1363692" y="4258162"/>
                  </a:lnTo>
                  <a:lnTo>
                    <a:pt x="1363818" y="4258162"/>
                  </a:lnTo>
                  <a:lnTo>
                    <a:pt x="1363944" y="4258162"/>
                  </a:lnTo>
                  <a:lnTo>
                    <a:pt x="1364071" y="4258162"/>
                  </a:lnTo>
                  <a:lnTo>
                    <a:pt x="1364197" y="4258162"/>
                  </a:lnTo>
                  <a:lnTo>
                    <a:pt x="1364323" y="4258162"/>
                  </a:lnTo>
                  <a:lnTo>
                    <a:pt x="1364449" y="4258162"/>
                  </a:lnTo>
                  <a:lnTo>
                    <a:pt x="1364576" y="4258162"/>
                  </a:lnTo>
                  <a:lnTo>
                    <a:pt x="1364702" y="4258162"/>
                  </a:lnTo>
                  <a:lnTo>
                    <a:pt x="1364828" y="4258162"/>
                  </a:lnTo>
                  <a:lnTo>
                    <a:pt x="1364954" y="4258162"/>
                  </a:lnTo>
                  <a:lnTo>
                    <a:pt x="1365081" y="4258162"/>
                  </a:lnTo>
                  <a:lnTo>
                    <a:pt x="1365207" y="4258162"/>
                  </a:lnTo>
                  <a:lnTo>
                    <a:pt x="1365333" y="4258162"/>
                  </a:lnTo>
                  <a:lnTo>
                    <a:pt x="1365459" y="4258162"/>
                  </a:lnTo>
                  <a:lnTo>
                    <a:pt x="1365586" y="4258162"/>
                  </a:lnTo>
                  <a:lnTo>
                    <a:pt x="1365712" y="4258162"/>
                  </a:lnTo>
                  <a:lnTo>
                    <a:pt x="1365838" y="4258162"/>
                  </a:lnTo>
                  <a:lnTo>
                    <a:pt x="1365965" y="4258162"/>
                  </a:lnTo>
                  <a:lnTo>
                    <a:pt x="1366091" y="4258162"/>
                  </a:lnTo>
                  <a:lnTo>
                    <a:pt x="1366217" y="4258162"/>
                  </a:lnTo>
                  <a:lnTo>
                    <a:pt x="1366343" y="4258162"/>
                  </a:lnTo>
                  <a:lnTo>
                    <a:pt x="1366470" y="4258162"/>
                  </a:lnTo>
                  <a:lnTo>
                    <a:pt x="1366596" y="4258162"/>
                  </a:lnTo>
                  <a:lnTo>
                    <a:pt x="1366722" y="4258162"/>
                  </a:lnTo>
                  <a:lnTo>
                    <a:pt x="1366848" y="4258162"/>
                  </a:lnTo>
                  <a:lnTo>
                    <a:pt x="1366975" y="4258162"/>
                  </a:lnTo>
                  <a:lnTo>
                    <a:pt x="1367101" y="4258162"/>
                  </a:lnTo>
                  <a:lnTo>
                    <a:pt x="1367227" y="4258162"/>
                  </a:lnTo>
                  <a:lnTo>
                    <a:pt x="1367353" y="4258162"/>
                  </a:lnTo>
                  <a:lnTo>
                    <a:pt x="1367480" y="4258162"/>
                  </a:lnTo>
                  <a:lnTo>
                    <a:pt x="1367606" y="4258162"/>
                  </a:lnTo>
                  <a:lnTo>
                    <a:pt x="1367732" y="4258162"/>
                  </a:lnTo>
                  <a:lnTo>
                    <a:pt x="1367858" y="4258162"/>
                  </a:lnTo>
                  <a:lnTo>
                    <a:pt x="1367985" y="4258162"/>
                  </a:lnTo>
                  <a:lnTo>
                    <a:pt x="1368111" y="4258162"/>
                  </a:lnTo>
                  <a:lnTo>
                    <a:pt x="1368237" y="4258162"/>
                  </a:lnTo>
                  <a:lnTo>
                    <a:pt x="1368363" y="4258162"/>
                  </a:lnTo>
                  <a:lnTo>
                    <a:pt x="1368490" y="4258162"/>
                  </a:lnTo>
                  <a:lnTo>
                    <a:pt x="1368616" y="4258162"/>
                  </a:lnTo>
                  <a:lnTo>
                    <a:pt x="1368742" y="4258162"/>
                  </a:lnTo>
                  <a:lnTo>
                    <a:pt x="1368868" y="4258162"/>
                  </a:lnTo>
                  <a:lnTo>
                    <a:pt x="1368995" y="4258162"/>
                  </a:lnTo>
                  <a:lnTo>
                    <a:pt x="1369121" y="4258162"/>
                  </a:lnTo>
                  <a:lnTo>
                    <a:pt x="1369247" y="4258162"/>
                  </a:lnTo>
                  <a:lnTo>
                    <a:pt x="1369373" y="4258162"/>
                  </a:lnTo>
                  <a:lnTo>
                    <a:pt x="1369500" y="4258162"/>
                  </a:lnTo>
                  <a:lnTo>
                    <a:pt x="1369626" y="4258162"/>
                  </a:lnTo>
                  <a:lnTo>
                    <a:pt x="1369752" y="4258162"/>
                  </a:lnTo>
                  <a:lnTo>
                    <a:pt x="1369878" y="4258162"/>
                  </a:lnTo>
                  <a:lnTo>
                    <a:pt x="1370005" y="4258162"/>
                  </a:lnTo>
                  <a:lnTo>
                    <a:pt x="1370005" y="4253250"/>
                  </a:lnTo>
                  <a:lnTo>
                    <a:pt x="1370131" y="4253250"/>
                  </a:lnTo>
                  <a:lnTo>
                    <a:pt x="1370257" y="4253250"/>
                  </a:lnTo>
                  <a:lnTo>
                    <a:pt x="1370383" y="4253250"/>
                  </a:lnTo>
                  <a:lnTo>
                    <a:pt x="1370510" y="4253250"/>
                  </a:lnTo>
                  <a:lnTo>
                    <a:pt x="1370636" y="4253250"/>
                  </a:lnTo>
                  <a:lnTo>
                    <a:pt x="1370762" y="4253250"/>
                  </a:lnTo>
                  <a:lnTo>
                    <a:pt x="1370888" y="4253250"/>
                  </a:lnTo>
                  <a:lnTo>
                    <a:pt x="1371015" y="4253250"/>
                  </a:lnTo>
                  <a:lnTo>
                    <a:pt x="1371141" y="4253250"/>
                  </a:lnTo>
                  <a:lnTo>
                    <a:pt x="1371267" y="4253250"/>
                  </a:lnTo>
                  <a:lnTo>
                    <a:pt x="1371394" y="4253250"/>
                  </a:lnTo>
                  <a:lnTo>
                    <a:pt x="1371520" y="4253250"/>
                  </a:lnTo>
                  <a:lnTo>
                    <a:pt x="1371646" y="4253250"/>
                  </a:lnTo>
                  <a:lnTo>
                    <a:pt x="1371772" y="4253250"/>
                  </a:lnTo>
                  <a:lnTo>
                    <a:pt x="1371899" y="4253250"/>
                  </a:lnTo>
                  <a:lnTo>
                    <a:pt x="1372025" y="4253250"/>
                  </a:lnTo>
                  <a:lnTo>
                    <a:pt x="1372025" y="4248339"/>
                  </a:lnTo>
                  <a:lnTo>
                    <a:pt x="1372151" y="4248339"/>
                  </a:lnTo>
                  <a:lnTo>
                    <a:pt x="1372277" y="4248339"/>
                  </a:lnTo>
                  <a:lnTo>
                    <a:pt x="1372404" y="4248339"/>
                  </a:lnTo>
                  <a:lnTo>
                    <a:pt x="1372530" y="4248339"/>
                  </a:lnTo>
                  <a:lnTo>
                    <a:pt x="1372656" y="4248339"/>
                  </a:lnTo>
                  <a:lnTo>
                    <a:pt x="1372782" y="4248339"/>
                  </a:lnTo>
                  <a:lnTo>
                    <a:pt x="1372909" y="4248339"/>
                  </a:lnTo>
                  <a:lnTo>
                    <a:pt x="1373035" y="4248339"/>
                  </a:lnTo>
                  <a:lnTo>
                    <a:pt x="1373161" y="4248339"/>
                  </a:lnTo>
                  <a:lnTo>
                    <a:pt x="1373287" y="4248339"/>
                  </a:lnTo>
                  <a:lnTo>
                    <a:pt x="1373414" y="4248339"/>
                  </a:lnTo>
                  <a:lnTo>
                    <a:pt x="1373540" y="4248339"/>
                  </a:lnTo>
                  <a:lnTo>
                    <a:pt x="1373666" y="4248339"/>
                  </a:lnTo>
                  <a:lnTo>
                    <a:pt x="1373792" y="4248339"/>
                  </a:lnTo>
                  <a:lnTo>
                    <a:pt x="1373919" y="4248339"/>
                  </a:lnTo>
                  <a:lnTo>
                    <a:pt x="1374045" y="4248339"/>
                  </a:lnTo>
                  <a:lnTo>
                    <a:pt x="1374045" y="4243427"/>
                  </a:lnTo>
                  <a:lnTo>
                    <a:pt x="1374171" y="4243427"/>
                  </a:lnTo>
                  <a:lnTo>
                    <a:pt x="1374297" y="4243427"/>
                  </a:lnTo>
                  <a:lnTo>
                    <a:pt x="1374424" y="4243427"/>
                  </a:lnTo>
                  <a:lnTo>
                    <a:pt x="1374550" y="4243427"/>
                  </a:lnTo>
                  <a:lnTo>
                    <a:pt x="1374550" y="4238516"/>
                  </a:lnTo>
                  <a:lnTo>
                    <a:pt x="1374676" y="4238516"/>
                  </a:lnTo>
                  <a:lnTo>
                    <a:pt x="1374802" y="4238516"/>
                  </a:lnTo>
                  <a:lnTo>
                    <a:pt x="1374929" y="4238516"/>
                  </a:lnTo>
                  <a:lnTo>
                    <a:pt x="1375055" y="4238516"/>
                  </a:lnTo>
                  <a:lnTo>
                    <a:pt x="1375181" y="4238516"/>
                  </a:lnTo>
                  <a:lnTo>
                    <a:pt x="1375307" y="4238516"/>
                  </a:lnTo>
                  <a:lnTo>
                    <a:pt x="1375434" y="4238516"/>
                  </a:lnTo>
                  <a:lnTo>
                    <a:pt x="1375560" y="4238516"/>
                  </a:lnTo>
                  <a:lnTo>
                    <a:pt x="1375686" y="4238516"/>
                  </a:lnTo>
                  <a:lnTo>
                    <a:pt x="1375812" y="4238516"/>
                  </a:lnTo>
                  <a:lnTo>
                    <a:pt x="1375939" y="4238516"/>
                  </a:lnTo>
                  <a:lnTo>
                    <a:pt x="1376065" y="4238516"/>
                  </a:lnTo>
                  <a:lnTo>
                    <a:pt x="1376065" y="4233605"/>
                  </a:lnTo>
                  <a:lnTo>
                    <a:pt x="1376191" y="4233605"/>
                  </a:lnTo>
                  <a:lnTo>
                    <a:pt x="1376318" y="4233605"/>
                  </a:lnTo>
                  <a:lnTo>
                    <a:pt x="1376444" y="4233605"/>
                  </a:lnTo>
                  <a:lnTo>
                    <a:pt x="1376570" y="4233605"/>
                  </a:lnTo>
                  <a:lnTo>
                    <a:pt x="1376696" y="4233605"/>
                  </a:lnTo>
                  <a:lnTo>
                    <a:pt x="1376823" y="4233605"/>
                  </a:lnTo>
                  <a:lnTo>
                    <a:pt x="1376823" y="4228693"/>
                  </a:lnTo>
                  <a:lnTo>
                    <a:pt x="1376949" y="4228693"/>
                  </a:lnTo>
                  <a:lnTo>
                    <a:pt x="1377075" y="4228693"/>
                  </a:lnTo>
                  <a:lnTo>
                    <a:pt x="1377201" y="4228693"/>
                  </a:lnTo>
                  <a:lnTo>
                    <a:pt x="1377328" y="4228693"/>
                  </a:lnTo>
                  <a:lnTo>
                    <a:pt x="1377454" y="4228693"/>
                  </a:lnTo>
                  <a:lnTo>
                    <a:pt x="1377580" y="4228693"/>
                  </a:lnTo>
                  <a:lnTo>
                    <a:pt x="1377706" y="4228693"/>
                  </a:lnTo>
                  <a:lnTo>
                    <a:pt x="1377833" y="4228693"/>
                  </a:lnTo>
                  <a:lnTo>
                    <a:pt x="1377959" y="4228693"/>
                  </a:lnTo>
                  <a:lnTo>
                    <a:pt x="1378085" y="4228693"/>
                  </a:lnTo>
                  <a:lnTo>
                    <a:pt x="1378211" y="4228693"/>
                  </a:lnTo>
                  <a:lnTo>
                    <a:pt x="1378338" y="4228693"/>
                  </a:lnTo>
                  <a:lnTo>
                    <a:pt x="1378464" y="4228693"/>
                  </a:lnTo>
                  <a:lnTo>
                    <a:pt x="1378590" y="4228693"/>
                  </a:lnTo>
                  <a:lnTo>
                    <a:pt x="1378716" y="4228693"/>
                  </a:lnTo>
                  <a:lnTo>
                    <a:pt x="1378843" y="4228693"/>
                  </a:lnTo>
                  <a:lnTo>
                    <a:pt x="1378969" y="4228693"/>
                  </a:lnTo>
                  <a:lnTo>
                    <a:pt x="1379095" y="4228693"/>
                  </a:lnTo>
                  <a:lnTo>
                    <a:pt x="1379221" y="4228693"/>
                  </a:lnTo>
                  <a:lnTo>
                    <a:pt x="1379348" y="4228693"/>
                  </a:lnTo>
                  <a:lnTo>
                    <a:pt x="1379474" y="4228693"/>
                  </a:lnTo>
                  <a:lnTo>
                    <a:pt x="1379600" y="4228693"/>
                  </a:lnTo>
                  <a:lnTo>
                    <a:pt x="1379600" y="4223782"/>
                  </a:lnTo>
                  <a:lnTo>
                    <a:pt x="1379726" y="4223782"/>
                  </a:lnTo>
                  <a:lnTo>
                    <a:pt x="1379853" y="4223782"/>
                  </a:lnTo>
                  <a:lnTo>
                    <a:pt x="1379979" y="4223782"/>
                  </a:lnTo>
                  <a:lnTo>
                    <a:pt x="1380105" y="4223782"/>
                  </a:lnTo>
                  <a:lnTo>
                    <a:pt x="1380231" y="4223782"/>
                  </a:lnTo>
                  <a:lnTo>
                    <a:pt x="1380358" y="4223782"/>
                  </a:lnTo>
                  <a:lnTo>
                    <a:pt x="1380484" y="4223782"/>
                  </a:lnTo>
                  <a:lnTo>
                    <a:pt x="1380610" y="4223782"/>
                  </a:lnTo>
                  <a:lnTo>
                    <a:pt x="1380736" y="4223782"/>
                  </a:lnTo>
                  <a:lnTo>
                    <a:pt x="1380863" y="4223782"/>
                  </a:lnTo>
                  <a:lnTo>
                    <a:pt x="1380989" y="4223782"/>
                  </a:lnTo>
                  <a:lnTo>
                    <a:pt x="1381115" y="4223782"/>
                  </a:lnTo>
                  <a:lnTo>
                    <a:pt x="1381241" y="4223782"/>
                  </a:lnTo>
                  <a:lnTo>
                    <a:pt x="1381368" y="4223782"/>
                  </a:lnTo>
                  <a:lnTo>
                    <a:pt x="1381494" y="4223782"/>
                  </a:lnTo>
                  <a:lnTo>
                    <a:pt x="1381620" y="4223782"/>
                  </a:lnTo>
                  <a:lnTo>
                    <a:pt x="1381747" y="4223782"/>
                  </a:lnTo>
                  <a:lnTo>
                    <a:pt x="1381873" y="4223782"/>
                  </a:lnTo>
                  <a:lnTo>
                    <a:pt x="1381999" y="4223782"/>
                  </a:lnTo>
                  <a:lnTo>
                    <a:pt x="1382125" y="4223782"/>
                  </a:lnTo>
                  <a:lnTo>
                    <a:pt x="1382252" y="4223782"/>
                  </a:lnTo>
                  <a:lnTo>
                    <a:pt x="1382378" y="4223782"/>
                  </a:lnTo>
                  <a:lnTo>
                    <a:pt x="1382504" y="4223782"/>
                  </a:lnTo>
                  <a:lnTo>
                    <a:pt x="1382630" y="4223782"/>
                  </a:lnTo>
                  <a:lnTo>
                    <a:pt x="1382757" y="4223782"/>
                  </a:lnTo>
                  <a:lnTo>
                    <a:pt x="1382883" y="4223782"/>
                  </a:lnTo>
                  <a:lnTo>
                    <a:pt x="1383009" y="4223782"/>
                  </a:lnTo>
                  <a:lnTo>
                    <a:pt x="1383135" y="4223782"/>
                  </a:lnTo>
                  <a:lnTo>
                    <a:pt x="1383262" y="4223782"/>
                  </a:lnTo>
                  <a:lnTo>
                    <a:pt x="1383262" y="4218871"/>
                  </a:lnTo>
                  <a:lnTo>
                    <a:pt x="1383388" y="4218871"/>
                  </a:lnTo>
                  <a:lnTo>
                    <a:pt x="1383514" y="4218871"/>
                  </a:lnTo>
                  <a:lnTo>
                    <a:pt x="1383640" y="4218871"/>
                  </a:lnTo>
                  <a:lnTo>
                    <a:pt x="1383767" y="4218871"/>
                  </a:lnTo>
                  <a:lnTo>
                    <a:pt x="1383893" y="4218871"/>
                  </a:lnTo>
                  <a:lnTo>
                    <a:pt x="1384019" y="4218871"/>
                  </a:lnTo>
                  <a:lnTo>
                    <a:pt x="1384145" y="4218871"/>
                  </a:lnTo>
                  <a:lnTo>
                    <a:pt x="1384272" y="4218871"/>
                  </a:lnTo>
                  <a:lnTo>
                    <a:pt x="1384398" y="4218871"/>
                  </a:lnTo>
                  <a:lnTo>
                    <a:pt x="1384524" y="4218871"/>
                  </a:lnTo>
                  <a:lnTo>
                    <a:pt x="1384650" y="4218871"/>
                  </a:lnTo>
                  <a:lnTo>
                    <a:pt x="1384777" y="4218871"/>
                  </a:lnTo>
                  <a:lnTo>
                    <a:pt x="1384903" y="4218871"/>
                  </a:lnTo>
                  <a:lnTo>
                    <a:pt x="1385029" y="4218871"/>
                  </a:lnTo>
                  <a:lnTo>
                    <a:pt x="1385155" y="4218871"/>
                  </a:lnTo>
                  <a:lnTo>
                    <a:pt x="1385282" y="4218871"/>
                  </a:lnTo>
                  <a:lnTo>
                    <a:pt x="1385408" y="4218871"/>
                  </a:lnTo>
                  <a:lnTo>
                    <a:pt x="1385534" y="4218871"/>
                  </a:lnTo>
                  <a:lnTo>
                    <a:pt x="1385660" y="4218871"/>
                  </a:lnTo>
                  <a:lnTo>
                    <a:pt x="1385787" y="4218871"/>
                  </a:lnTo>
                  <a:lnTo>
                    <a:pt x="1385913" y="4218871"/>
                  </a:lnTo>
                  <a:lnTo>
                    <a:pt x="1386039" y="4218871"/>
                  </a:lnTo>
                  <a:lnTo>
                    <a:pt x="1386165" y="4218871"/>
                  </a:lnTo>
                  <a:lnTo>
                    <a:pt x="1386292" y="4218871"/>
                  </a:lnTo>
                  <a:lnTo>
                    <a:pt x="1386418" y="4218871"/>
                  </a:lnTo>
                  <a:lnTo>
                    <a:pt x="1386544" y="4218871"/>
                  </a:lnTo>
                  <a:lnTo>
                    <a:pt x="1386671" y="4218871"/>
                  </a:lnTo>
                  <a:lnTo>
                    <a:pt x="1386797" y="4218871"/>
                  </a:lnTo>
                  <a:lnTo>
                    <a:pt x="1386923" y="4218871"/>
                  </a:lnTo>
                  <a:lnTo>
                    <a:pt x="1387049" y="4218871"/>
                  </a:lnTo>
                  <a:lnTo>
                    <a:pt x="1387176" y="4218871"/>
                  </a:lnTo>
                  <a:lnTo>
                    <a:pt x="1387302" y="4218871"/>
                  </a:lnTo>
                  <a:lnTo>
                    <a:pt x="1387428" y="4218871"/>
                  </a:lnTo>
                  <a:lnTo>
                    <a:pt x="1387554" y="4218871"/>
                  </a:lnTo>
                  <a:lnTo>
                    <a:pt x="1387681" y="4218871"/>
                  </a:lnTo>
                  <a:lnTo>
                    <a:pt x="1387807" y="4218871"/>
                  </a:lnTo>
                  <a:lnTo>
                    <a:pt x="1387933" y="4218871"/>
                  </a:lnTo>
                  <a:lnTo>
                    <a:pt x="1388059" y="4218871"/>
                  </a:lnTo>
                  <a:lnTo>
                    <a:pt x="1388186" y="4218871"/>
                  </a:lnTo>
                  <a:lnTo>
                    <a:pt x="1388312" y="4218871"/>
                  </a:lnTo>
                  <a:lnTo>
                    <a:pt x="1388438" y="4218871"/>
                  </a:lnTo>
                  <a:lnTo>
                    <a:pt x="1388564" y="4218871"/>
                  </a:lnTo>
                  <a:lnTo>
                    <a:pt x="1388691" y="4218871"/>
                  </a:lnTo>
                  <a:lnTo>
                    <a:pt x="1388691" y="4213959"/>
                  </a:lnTo>
                  <a:lnTo>
                    <a:pt x="1388817" y="4213959"/>
                  </a:lnTo>
                  <a:lnTo>
                    <a:pt x="1388943" y="4213959"/>
                  </a:lnTo>
                  <a:lnTo>
                    <a:pt x="1389069" y="4213959"/>
                  </a:lnTo>
                  <a:lnTo>
                    <a:pt x="1389196" y="4213959"/>
                  </a:lnTo>
                  <a:lnTo>
                    <a:pt x="1389322" y="4213959"/>
                  </a:lnTo>
                  <a:lnTo>
                    <a:pt x="1389448" y="4213959"/>
                  </a:lnTo>
                  <a:lnTo>
                    <a:pt x="1389574" y="4213959"/>
                  </a:lnTo>
                  <a:lnTo>
                    <a:pt x="1389701" y="4213959"/>
                  </a:lnTo>
                  <a:lnTo>
                    <a:pt x="1389827" y="4213959"/>
                  </a:lnTo>
                  <a:lnTo>
                    <a:pt x="1389953" y="4213959"/>
                  </a:lnTo>
                  <a:lnTo>
                    <a:pt x="1390079" y="4213959"/>
                  </a:lnTo>
                  <a:lnTo>
                    <a:pt x="1390206" y="4213959"/>
                  </a:lnTo>
                  <a:lnTo>
                    <a:pt x="1390332" y="4213959"/>
                  </a:lnTo>
                  <a:lnTo>
                    <a:pt x="1390458" y="4213959"/>
                  </a:lnTo>
                  <a:lnTo>
                    <a:pt x="1390584" y="4213959"/>
                  </a:lnTo>
                  <a:lnTo>
                    <a:pt x="1390711" y="4213959"/>
                  </a:lnTo>
                  <a:lnTo>
                    <a:pt x="1390711" y="4209048"/>
                  </a:lnTo>
                  <a:lnTo>
                    <a:pt x="1390711" y="4204136"/>
                  </a:lnTo>
                  <a:lnTo>
                    <a:pt x="1390711" y="4199225"/>
                  </a:lnTo>
                  <a:lnTo>
                    <a:pt x="1390837" y="4199225"/>
                  </a:lnTo>
                  <a:lnTo>
                    <a:pt x="1390963" y="4199225"/>
                  </a:lnTo>
                  <a:lnTo>
                    <a:pt x="1391089" y="4199225"/>
                  </a:lnTo>
                  <a:lnTo>
                    <a:pt x="1391216" y="4199225"/>
                  </a:lnTo>
                  <a:lnTo>
                    <a:pt x="1391342" y="4199225"/>
                  </a:lnTo>
                  <a:lnTo>
                    <a:pt x="1391468" y="4199225"/>
                  </a:lnTo>
                  <a:lnTo>
                    <a:pt x="1391594" y="4199225"/>
                  </a:lnTo>
                  <a:lnTo>
                    <a:pt x="1391721" y="4199225"/>
                  </a:lnTo>
                  <a:lnTo>
                    <a:pt x="1391847" y="4199225"/>
                  </a:lnTo>
                  <a:lnTo>
                    <a:pt x="1391973" y="4199225"/>
                  </a:lnTo>
                  <a:lnTo>
                    <a:pt x="1392100" y="4199225"/>
                  </a:lnTo>
                  <a:lnTo>
                    <a:pt x="1392226" y="4199225"/>
                  </a:lnTo>
                  <a:lnTo>
                    <a:pt x="1392352" y="4199225"/>
                  </a:lnTo>
                  <a:lnTo>
                    <a:pt x="1392478" y="4199225"/>
                  </a:lnTo>
                  <a:lnTo>
                    <a:pt x="1392605" y="4199225"/>
                  </a:lnTo>
                  <a:lnTo>
                    <a:pt x="1392731" y="4199225"/>
                  </a:lnTo>
                  <a:lnTo>
                    <a:pt x="1392857" y="4199225"/>
                  </a:lnTo>
                  <a:lnTo>
                    <a:pt x="1392983" y="4199225"/>
                  </a:lnTo>
                  <a:lnTo>
                    <a:pt x="1393110" y="4199225"/>
                  </a:lnTo>
                  <a:lnTo>
                    <a:pt x="1393236" y="4199225"/>
                  </a:lnTo>
                  <a:lnTo>
                    <a:pt x="1393362" y="4199225"/>
                  </a:lnTo>
                  <a:lnTo>
                    <a:pt x="1393488" y="4199225"/>
                  </a:lnTo>
                  <a:lnTo>
                    <a:pt x="1393615" y="4199225"/>
                  </a:lnTo>
                  <a:lnTo>
                    <a:pt x="1393741" y="4199225"/>
                  </a:lnTo>
                  <a:lnTo>
                    <a:pt x="1393867" y="4199225"/>
                  </a:lnTo>
                  <a:lnTo>
                    <a:pt x="1393993" y="4199225"/>
                  </a:lnTo>
                  <a:lnTo>
                    <a:pt x="1394120" y="4199225"/>
                  </a:lnTo>
                  <a:lnTo>
                    <a:pt x="1394246" y="4199225"/>
                  </a:lnTo>
                  <a:lnTo>
                    <a:pt x="1394372" y="4199225"/>
                  </a:lnTo>
                  <a:lnTo>
                    <a:pt x="1394498" y="4199225"/>
                  </a:lnTo>
                  <a:lnTo>
                    <a:pt x="1394625" y="4199225"/>
                  </a:lnTo>
                  <a:lnTo>
                    <a:pt x="1394751" y="4199225"/>
                  </a:lnTo>
                  <a:lnTo>
                    <a:pt x="1394877" y="4199225"/>
                  </a:lnTo>
                  <a:lnTo>
                    <a:pt x="1395003" y="4199225"/>
                  </a:lnTo>
                  <a:lnTo>
                    <a:pt x="1395130" y="4199225"/>
                  </a:lnTo>
                  <a:lnTo>
                    <a:pt x="1395256" y="4199225"/>
                  </a:lnTo>
                  <a:lnTo>
                    <a:pt x="1395382" y="4199225"/>
                  </a:lnTo>
                  <a:lnTo>
                    <a:pt x="1395508" y="4199225"/>
                  </a:lnTo>
                  <a:lnTo>
                    <a:pt x="1395635" y="4199225"/>
                  </a:lnTo>
                  <a:lnTo>
                    <a:pt x="1395761" y="4199225"/>
                  </a:lnTo>
                  <a:lnTo>
                    <a:pt x="1395887" y="4199225"/>
                  </a:lnTo>
                  <a:lnTo>
                    <a:pt x="1396013" y="4199225"/>
                  </a:lnTo>
                  <a:lnTo>
                    <a:pt x="1396140" y="4199225"/>
                  </a:lnTo>
                  <a:lnTo>
                    <a:pt x="1396266" y="4199225"/>
                  </a:lnTo>
                  <a:lnTo>
                    <a:pt x="1396392" y="4199225"/>
                  </a:lnTo>
                  <a:lnTo>
                    <a:pt x="1396518" y="4199225"/>
                  </a:lnTo>
                  <a:lnTo>
                    <a:pt x="1396645" y="4199225"/>
                  </a:lnTo>
                  <a:lnTo>
                    <a:pt x="1396771" y="4199225"/>
                  </a:lnTo>
                  <a:lnTo>
                    <a:pt x="1396771" y="4194314"/>
                  </a:lnTo>
                  <a:lnTo>
                    <a:pt x="1396897" y="4194314"/>
                  </a:lnTo>
                  <a:lnTo>
                    <a:pt x="1397024" y="4194314"/>
                  </a:lnTo>
                  <a:lnTo>
                    <a:pt x="1397150" y="4194314"/>
                  </a:lnTo>
                  <a:lnTo>
                    <a:pt x="1397276" y="4194314"/>
                  </a:lnTo>
                  <a:lnTo>
                    <a:pt x="1397402" y="4194314"/>
                  </a:lnTo>
                  <a:lnTo>
                    <a:pt x="1397529" y="4194314"/>
                  </a:lnTo>
                  <a:lnTo>
                    <a:pt x="1397655" y="4194314"/>
                  </a:lnTo>
                  <a:lnTo>
                    <a:pt x="1397781" y="4194314"/>
                  </a:lnTo>
                  <a:lnTo>
                    <a:pt x="1397907" y="4194314"/>
                  </a:lnTo>
                  <a:lnTo>
                    <a:pt x="1398034" y="4194314"/>
                  </a:lnTo>
                  <a:lnTo>
                    <a:pt x="1398160" y="4194314"/>
                  </a:lnTo>
                  <a:lnTo>
                    <a:pt x="1398286" y="4194314"/>
                  </a:lnTo>
                  <a:lnTo>
                    <a:pt x="1398412" y="4194314"/>
                  </a:lnTo>
                  <a:lnTo>
                    <a:pt x="1398539" y="4194314"/>
                  </a:lnTo>
                  <a:lnTo>
                    <a:pt x="1398665" y="4194314"/>
                  </a:lnTo>
                  <a:lnTo>
                    <a:pt x="1398791" y="4194314"/>
                  </a:lnTo>
                  <a:lnTo>
                    <a:pt x="1398917" y="4194314"/>
                  </a:lnTo>
                  <a:lnTo>
                    <a:pt x="1399044" y="4194314"/>
                  </a:lnTo>
                  <a:lnTo>
                    <a:pt x="1399170" y="4194314"/>
                  </a:lnTo>
                  <a:lnTo>
                    <a:pt x="1399296" y="4194314"/>
                  </a:lnTo>
                  <a:lnTo>
                    <a:pt x="1399422" y="4194314"/>
                  </a:lnTo>
                  <a:lnTo>
                    <a:pt x="1399549" y="4194314"/>
                  </a:lnTo>
                  <a:lnTo>
                    <a:pt x="1399675" y="4194314"/>
                  </a:lnTo>
                  <a:lnTo>
                    <a:pt x="1399801" y="4194314"/>
                  </a:lnTo>
                  <a:lnTo>
                    <a:pt x="1399927" y="4194314"/>
                  </a:lnTo>
                  <a:lnTo>
                    <a:pt x="1400054" y="4194314"/>
                  </a:lnTo>
                  <a:lnTo>
                    <a:pt x="1400180" y="4194314"/>
                  </a:lnTo>
                  <a:lnTo>
                    <a:pt x="1400306" y="4194314"/>
                  </a:lnTo>
                  <a:lnTo>
                    <a:pt x="1400432" y="4194314"/>
                  </a:lnTo>
                  <a:lnTo>
                    <a:pt x="1400559" y="4194314"/>
                  </a:lnTo>
                  <a:lnTo>
                    <a:pt x="1400685" y="4194314"/>
                  </a:lnTo>
                  <a:lnTo>
                    <a:pt x="1400811" y="4194314"/>
                  </a:lnTo>
                  <a:lnTo>
                    <a:pt x="1400937" y="4194314"/>
                  </a:lnTo>
                  <a:lnTo>
                    <a:pt x="1401064" y="4194314"/>
                  </a:lnTo>
                  <a:lnTo>
                    <a:pt x="1401190" y="4194314"/>
                  </a:lnTo>
                  <a:lnTo>
                    <a:pt x="1401316" y="4194314"/>
                  </a:lnTo>
                  <a:lnTo>
                    <a:pt x="1401442" y="4194314"/>
                  </a:lnTo>
                  <a:lnTo>
                    <a:pt x="1401569" y="4194314"/>
                  </a:lnTo>
                  <a:lnTo>
                    <a:pt x="1401695" y="4194314"/>
                  </a:lnTo>
                  <a:lnTo>
                    <a:pt x="1401821" y="4194314"/>
                  </a:lnTo>
                  <a:lnTo>
                    <a:pt x="1401947" y="4194314"/>
                  </a:lnTo>
                  <a:lnTo>
                    <a:pt x="1402074" y="4194314"/>
                  </a:lnTo>
                  <a:lnTo>
                    <a:pt x="1402200" y="4194314"/>
                  </a:lnTo>
                  <a:lnTo>
                    <a:pt x="1402326" y="4194314"/>
                  </a:lnTo>
                  <a:lnTo>
                    <a:pt x="1402453" y="4194314"/>
                  </a:lnTo>
                  <a:lnTo>
                    <a:pt x="1402579" y="4194314"/>
                  </a:lnTo>
                  <a:lnTo>
                    <a:pt x="1402705" y="4194314"/>
                  </a:lnTo>
                  <a:lnTo>
                    <a:pt x="1402831" y="4194314"/>
                  </a:lnTo>
                  <a:lnTo>
                    <a:pt x="1402958" y="4194314"/>
                  </a:lnTo>
                  <a:lnTo>
                    <a:pt x="1403084" y="4194314"/>
                  </a:lnTo>
                  <a:lnTo>
                    <a:pt x="1403210" y="4194314"/>
                  </a:lnTo>
                  <a:lnTo>
                    <a:pt x="1403336" y="4194314"/>
                  </a:lnTo>
                  <a:lnTo>
                    <a:pt x="1403463" y="4194314"/>
                  </a:lnTo>
                  <a:lnTo>
                    <a:pt x="1403589" y="4194314"/>
                  </a:lnTo>
                  <a:lnTo>
                    <a:pt x="1403715" y="4194314"/>
                  </a:lnTo>
                  <a:lnTo>
                    <a:pt x="1403841" y="4194314"/>
                  </a:lnTo>
                  <a:lnTo>
                    <a:pt x="1403968" y="4194314"/>
                  </a:lnTo>
                  <a:lnTo>
                    <a:pt x="1404094" y="4194314"/>
                  </a:lnTo>
                  <a:lnTo>
                    <a:pt x="1404220" y="4194314"/>
                  </a:lnTo>
                  <a:lnTo>
                    <a:pt x="1404346" y="4194314"/>
                  </a:lnTo>
                  <a:lnTo>
                    <a:pt x="1404473" y="4194314"/>
                  </a:lnTo>
                  <a:lnTo>
                    <a:pt x="1404599" y="4194314"/>
                  </a:lnTo>
                  <a:lnTo>
                    <a:pt x="1404725" y="4194314"/>
                  </a:lnTo>
                  <a:lnTo>
                    <a:pt x="1404851" y="4194314"/>
                  </a:lnTo>
                  <a:lnTo>
                    <a:pt x="1404978" y="4194314"/>
                  </a:lnTo>
                  <a:lnTo>
                    <a:pt x="1405104" y="4194314"/>
                  </a:lnTo>
                  <a:lnTo>
                    <a:pt x="1405230" y="4194314"/>
                  </a:lnTo>
                  <a:lnTo>
                    <a:pt x="1405356" y="4194314"/>
                  </a:lnTo>
                  <a:lnTo>
                    <a:pt x="1405483" y="4194314"/>
                  </a:lnTo>
                  <a:lnTo>
                    <a:pt x="1405609" y="4194314"/>
                  </a:lnTo>
                  <a:lnTo>
                    <a:pt x="1405735" y="4194314"/>
                  </a:lnTo>
                  <a:lnTo>
                    <a:pt x="1405861" y="4194314"/>
                  </a:lnTo>
                  <a:lnTo>
                    <a:pt x="1405988" y="4194314"/>
                  </a:lnTo>
                  <a:lnTo>
                    <a:pt x="1406114" y="4194314"/>
                  </a:lnTo>
                  <a:lnTo>
                    <a:pt x="1406240" y="4194314"/>
                  </a:lnTo>
                  <a:lnTo>
                    <a:pt x="1406366" y="4194314"/>
                  </a:lnTo>
                  <a:lnTo>
                    <a:pt x="1406366" y="4189402"/>
                  </a:lnTo>
                  <a:lnTo>
                    <a:pt x="1406493" y="4189402"/>
                  </a:lnTo>
                  <a:lnTo>
                    <a:pt x="1406619" y="4189402"/>
                  </a:lnTo>
                  <a:lnTo>
                    <a:pt x="1406745" y="4189402"/>
                  </a:lnTo>
                  <a:lnTo>
                    <a:pt x="1406871" y="4189402"/>
                  </a:lnTo>
                  <a:lnTo>
                    <a:pt x="1406998" y="4189402"/>
                  </a:lnTo>
                  <a:lnTo>
                    <a:pt x="1407124" y="4189402"/>
                  </a:lnTo>
                  <a:lnTo>
                    <a:pt x="1407250" y="4189402"/>
                  </a:lnTo>
                  <a:lnTo>
                    <a:pt x="1407377" y="4189402"/>
                  </a:lnTo>
                  <a:lnTo>
                    <a:pt x="1407503" y="4189402"/>
                  </a:lnTo>
                  <a:lnTo>
                    <a:pt x="1407503" y="4184491"/>
                  </a:lnTo>
                  <a:lnTo>
                    <a:pt x="1407629" y="4184491"/>
                  </a:lnTo>
                  <a:lnTo>
                    <a:pt x="1407755" y="4184491"/>
                  </a:lnTo>
                  <a:lnTo>
                    <a:pt x="1407882" y="4184491"/>
                  </a:lnTo>
                  <a:lnTo>
                    <a:pt x="1408008" y="4184491"/>
                  </a:lnTo>
                  <a:lnTo>
                    <a:pt x="1408134" y="4184491"/>
                  </a:lnTo>
                  <a:lnTo>
                    <a:pt x="1408260" y="4184491"/>
                  </a:lnTo>
                  <a:lnTo>
                    <a:pt x="1408387" y="4184491"/>
                  </a:lnTo>
                  <a:lnTo>
                    <a:pt x="1408513" y="4184491"/>
                  </a:lnTo>
                  <a:lnTo>
                    <a:pt x="1408513" y="4179580"/>
                  </a:lnTo>
                  <a:lnTo>
                    <a:pt x="1408639" y="4179580"/>
                  </a:lnTo>
                  <a:lnTo>
                    <a:pt x="1408639" y="4174668"/>
                  </a:lnTo>
                  <a:lnTo>
                    <a:pt x="1408765" y="4174668"/>
                  </a:lnTo>
                  <a:lnTo>
                    <a:pt x="1408892" y="4174668"/>
                  </a:lnTo>
                  <a:lnTo>
                    <a:pt x="1409018" y="4174668"/>
                  </a:lnTo>
                  <a:lnTo>
                    <a:pt x="1409018" y="4169757"/>
                  </a:lnTo>
                  <a:lnTo>
                    <a:pt x="1409144" y="4169757"/>
                  </a:lnTo>
                  <a:lnTo>
                    <a:pt x="1409270" y="4169757"/>
                  </a:lnTo>
                  <a:lnTo>
                    <a:pt x="1409397" y="4169757"/>
                  </a:lnTo>
                  <a:lnTo>
                    <a:pt x="1409523" y="4169757"/>
                  </a:lnTo>
                  <a:lnTo>
                    <a:pt x="1409649" y="4169757"/>
                  </a:lnTo>
                  <a:lnTo>
                    <a:pt x="1409775" y="4169757"/>
                  </a:lnTo>
                  <a:lnTo>
                    <a:pt x="1409902" y="4169757"/>
                  </a:lnTo>
                  <a:lnTo>
                    <a:pt x="1410028" y="4169757"/>
                  </a:lnTo>
                  <a:lnTo>
                    <a:pt x="1410154" y="4169757"/>
                  </a:lnTo>
                  <a:lnTo>
                    <a:pt x="1410280" y="4169757"/>
                  </a:lnTo>
                  <a:lnTo>
                    <a:pt x="1410407" y="4169757"/>
                  </a:lnTo>
                  <a:lnTo>
                    <a:pt x="1410533" y="4169757"/>
                  </a:lnTo>
                  <a:lnTo>
                    <a:pt x="1410659" y="4169757"/>
                  </a:lnTo>
                  <a:lnTo>
                    <a:pt x="1410785" y="4169757"/>
                  </a:lnTo>
                  <a:lnTo>
                    <a:pt x="1410912" y="4169757"/>
                  </a:lnTo>
                  <a:lnTo>
                    <a:pt x="1410912" y="4164845"/>
                  </a:lnTo>
                  <a:lnTo>
                    <a:pt x="1411038" y="4164845"/>
                  </a:lnTo>
                  <a:lnTo>
                    <a:pt x="1411164" y="4164845"/>
                  </a:lnTo>
                  <a:lnTo>
                    <a:pt x="1411290" y="4164845"/>
                  </a:lnTo>
                  <a:lnTo>
                    <a:pt x="1411417" y="4164845"/>
                  </a:lnTo>
                  <a:lnTo>
                    <a:pt x="1411543" y="4164845"/>
                  </a:lnTo>
                  <a:lnTo>
                    <a:pt x="1411669" y="4164845"/>
                  </a:lnTo>
                  <a:lnTo>
                    <a:pt x="1411795" y="4164845"/>
                  </a:lnTo>
                  <a:lnTo>
                    <a:pt x="1411922" y="4164845"/>
                  </a:lnTo>
                  <a:lnTo>
                    <a:pt x="1412048" y="4164845"/>
                  </a:lnTo>
                  <a:lnTo>
                    <a:pt x="1412174" y="4164845"/>
                  </a:lnTo>
                  <a:lnTo>
                    <a:pt x="1412300" y="4164845"/>
                  </a:lnTo>
                  <a:lnTo>
                    <a:pt x="1412427" y="4164845"/>
                  </a:lnTo>
                  <a:lnTo>
                    <a:pt x="1412553" y="4164845"/>
                  </a:lnTo>
                  <a:lnTo>
                    <a:pt x="1412679" y="4164845"/>
                  </a:lnTo>
                  <a:lnTo>
                    <a:pt x="1412806" y="4164845"/>
                  </a:lnTo>
                  <a:lnTo>
                    <a:pt x="1412932" y="4164845"/>
                  </a:lnTo>
                  <a:lnTo>
                    <a:pt x="1413058" y="4164845"/>
                  </a:lnTo>
                  <a:lnTo>
                    <a:pt x="1413184" y="4164845"/>
                  </a:lnTo>
                  <a:lnTo>
                    <a:pt x="1413311" y="4164845"/>
                  </a:lnTo>
                  <a:lnTo>
                    <a:pt x="1413437" y="4164845"/>
                  </a:lnTo>
                  <a:lnTo>
                    <a:pt x="1413563" y="4164845"/>
                  </a:lnTo>
                  <a:lnTo>
                    <a:pt x="1413689" y="4164845"/>
                  </a:lnTo>
                  <a:lnTo>
                    <a:pt x="1413816" y="4164845"/>
                  </a:lnTo>
                  <a:lnTo>
                    <a:pt x="1413942" y="4164845"/>
                  </a:lnTo>
                  <a:lnTo>
                    <a:pt x="1414068" y="4164845"/>
                  </a:lnTo>
                  <a:lnTo>
                    <a:pt x="1414194" y="4164845"/>
                  </a:lnTo>
                  <a:lnTo>
                    <a:pt x="1414321" y="4164845"/>
                  </a:lnTo>
                  <a:lnTo>
                    <a:pt x="1414447" y="4164845"/>
                  </a:lnTo>
                  <a:lnTo>
                    <a:pt x="1414573" y="4164845"/>
                  </a:lnTo>
                  <a:lnTo>
                    <a:pt x="1414699" y="4164845"/>
                  </a:lnTo>
                  <a:lnTo>
                    <a:pt x="1414699" y="4159934"/>
                  </a:lnTo>
                  <a:lnTo>
                    <a:pt x="1414826" y="4159934"/>
                  </a:lnTo>
                  <a:lnTo>
                    <a:pt x="1414952" y="4159934"/>
                  </a:lnTo>
                  <a:lnTo>
                    <a:pt x="1415078" y="4159934"/>
                  </a:lnTo>
                  <a:lnTo>
                    <a:pt x="1415204" y="4159934"/>
                  </a:lnTo>
                  <a:lnTo>
                    <a:pt x="1415331" y="4159934"/>
                  </a:lnTo>
                  <a:lnTo>
                    <a:pt x="1415457" y="4159934"/>
                  </a:lnTo>
                  <a:lnTo>
                    <a:pt x="1415583" y="4159934"/>
                  </a:lnTo>
                  <a:lnTo>
                    <a:pt x="1415709" y="4159934"/>
                  </a:lnTo>
                  <a:lnTo>
                    <a:pt x="1415836" y="4159934"/>
                  </a:lnTo>
                  <a:lnTo>
                    <a:pt x="1415962" y="4159934"/>
                  </a:lnTo>
                  <a:lnTo>
                    <a:pt x="1416088" y="4159934"/>
                  </a:lnTo>
                  <a:lnTo>
                    <a:pt x="1416088" y="4155023"/>
                  </a:lnTo>
                  <a:lnTo>
                    <a:pt x="1416214" y="4155023"/>
                  </a:lnTo>
                  <a:lnTo>
                    <a:pt x="1416214" y="4150111"/>
                  </a:lnTo>
                  <a:lnTo>
                    <a:pt x="1416341" y="4150111"/>
                  </a:lnTo>
                  <a:lnTo>
                    <a:pt x="1416467" y="4150111"/>
                  </a:lnTo>
                  <a:lnTo>
                    <a:pt x="1416593" y="4150111"/>
                  </a:lnTo>
                  <a:lnTo>
                    <a:pt x="1416719" y="4150111"/>
                  </a:lnTo>
                  <a:lnTo>
                    <a:pt x="1416846" y="4150111"/>
                  </a:lnTo>
                  <a:lnTo>
                    <a:pt x="1416972" y="4150111"/>
                  </a:lnTo>
                  <a:lnTo>
                    <a:pt x="1417098" y="4150111"/>
                  </a:lnTo>
                  <a:lnTo>
                    <a:pt x="1417224" y="4150111"/>
                  </a:lnTo>
                  <a:lnTo>
                    <a:pt x="1417351" y="4150111"/>
                  </a:lnTo>
                  <a:lnTo>
                    <a:pt x="1417477" y="4150111"/>
                  </a:lnTo>
                  <a:lnTo>
                    <a:pt x="1417603" y="4150111"/>
                  </a:lnTo>
                  <a:lnTo>
                    <a:pt x="1417730" y="4150111"/>
                  </a:lnTo>
                  <a:lnTo>
                    <a:pt x="1417856" y="4150111"/>
                  </a:lnTo>
                  <a:lnTo>
                    <a:pt x="1417982" y="4150111"/>
                  </a:lnTo>
                  <a:lnTo>
                    <a:pt x="1418108" y="4150111"/>
                  </a:lnTo>
                  <a:lnTo>
                    <a:pt x="1418235" y="4150111"/>
                  </a:lnTo>
                  <a:lnTo>
                    <a:pt x="1418361" y="4150111"/>
                  </a:lnTo>
                  <a:lnTo>
                    <a:pt x="1418487" y="4150111"/>
                  </a:lnTo>
                  <a:lnTo>
                    <a:pt x="1418613" y="4150111"/>
                  </a:lnTo>
                  <a:lnTo>
                    <a:pt x="1418740" y="4150111"/>
                  </a:lnTo>
                  <a:lnTo>
                    <a:pt x="1418866" y="4150111"/>
                  </a:lnTo>
                  <a:lnTo>
                    <a:pt x="1418992" y="4150111"/>
                  </a:lnTo>
                  <a:lnTo>
                    <a:pt x="1418992" y="4145200"/>
                  </a:lnTo>
                  <a:lnTo>
                    <a:pt x="1419118" y="4145200"/>
                  </a:lnTo>
                  <a:lnTo>
                    <a:pt x="1419245" y="4145200"/>
                  </a:lnTo>
                  <a:lnTo>
                    <a:pt x="1419371" y="4145200"/>
                  </a:lnTo>
                  <a:lnTo>
                    <a:pt x="1419497" y="4145200"/>
                  </a:lnTo>
                  <a:lnTo>
                    <a:pt x="1419623" y="4145200"/>
                  </a:lnTo>
                  <a:lnTo>
                    <a:pt x="1419750" y="4145200"/>
                  </a:lnTo>
                  <a:lnTo>
                    <a:pt x="1419876" y="4145200"/>
                  </a:lnTo>
                  <a:lnTo>
                    <a:pt x="1420002" y="4145200"/>
                  </a:lnTo>
                  <a:lnTo>
                    <a:pt x="1420128" y="4145200"/>
                  </a:lnTo>
                  <a:lnTo>
                    <a:pt x="1420255" y="4145200"/>
                  </a:lnTo>
                  <a:lnTo>
                    <a:pt x="1420381" y="4145200"/>
                  </a:lnTo>
                  <a:lnTo>
                    <a:pt x="1420507" y="4145200"/>
                  </a:lnTo>
                  <a:lnTo>
                    <a:pt x="1420633" y="4145200"/>
                  </a:lnTo>
                  <a:lnTo>
                    <a:pt x="1420760" y="4145200"/>
                  </a:lnTo>
                  <a:lnTo>
                    <a:pt x="1420886" y="4145200"/>
                  </a:lnTo>
                  <a:lnTo>
                    <a:pt x="1421012" y="4145200"/>
                  </a:lnTo>
                  <a:lnTo>
                    <a:pt x="1421138" y="4145200"/>
                  </a:lnTo>
                  <a:lnTo>
                    <a:pt x="1421265" y="4145200"/>
                  </a:lnTo>
                  <a:lnTo>
                    <a:pt x="1421391" y="4145200"/>
                  </a:lnTo>
                  <a:lnTo>
                    <a:pt x="1421517" y="4145200"/>
                  </a:lnTo>
                  <a:lnTo>
                    <a:pt x="1421643" y="4145200"/>
                  </a:lnTo>
                  <a:lnTo>
                    <a:pt x="1421770" y="4145200"/>
                  </a:lnTo>
                  <a:lnTo>
                    <a:pt x="1421896" y="4145200"/>
                  </a:lnTo>
                  <a:lnTo>
                    <a:pt x="1422022" y="4145200"/>
                  </a:lnTo>
                  <a:lnTo>
                    <a:pt x="1422148" y="4145200"/>
                  </a:lnTo>
                  <a:lnTo>
                    <a:pt x="1422275" y="4145200"/>
                  </a:lnTo>
                  <a:lnTo>
                    <a:pt x="1422401" y="4145200"/>
                  </a:lnTo>
                  <a:lnTo>
                    <a:pt x="1422527" y="4145200"/>
                  </a:lnTo>
                  <a:lnTo>
                    <a:pt x="1422653" y="4145200"/>
                  </a:lnTo>
                  <a:lnTo>
                    <a:pt x="1422780" y="4145200"/>
                  </a:lnTo>
                  <a:lnTo>
                    <a:pt x="1422906" y="4145200"/>
                  </a:lnTo>
                  <a:lnTo>
                    <a:pt x="1423032" y="4145200"/>
                  </a:lnTo>
                  <a:lnTo>
                    <a:pt x="1423159" y="4145200"/>
                  </a:lnTo>
                  <a:lnTo>
                    <a:pt x="1423285" y="4145200"/>
                  </a:lnTo>
                  <a:lnTo>
                    <a:pt x="1423411" y="4145200"/>
                  </a:lnTo>
                  <a:lnTo>
                    <a:pt x="1423537" y="4145200"/>
                  </a:lnTo>
                  <a:lnTo>
                    <a:pt x="1423664" y="4145200"/>
                  </a:lnTo>
                  <a:lnTo>
                    <a:pt x="1423790" y="4145200"/>
                  </a:lnTo>
                  <a:lnTo>
                    <a:pt x="1423916" y="4145200"/>
                  </a:lnTo>
                  <a:lnTo>
                    <a:pt x="1423916" y="4140289"/>
                  </a:lnTo>
                  <a:lnTo>
                    <a:pt x="1424042" y="4140289"/>
                  </a:lnTo>
                  <a:lnTo>
                    <a:pt x="1424169" y="4140289"/>
                  </a:lnTo>
                  <a:lnTo>
                    <a:pt x="1424295" y="4140289"/>
                  </a:lnTo>
                  <a:lnTo>
                    <a:pt x="1424421" y="4140289"/>
                  </a:lnTo>
                  <a:lnTo>
                    <a:pt x="1424547" y="4140289"/>
                  </a:lnTo>
                  <a:lnTo>
                    <a:pt x="1424674" y="4140289"/>
                  </a:lnTo>
                  <a:lnTo>
                    <a:pt x="1424800" y="4140289"/>
                  </a:lnTo>
                  <a:lnTo>
                    <a:pt x="1424926" y="4140289"/>
                  </a:lnTo>
                  <a:lnTo>
                    <a:pt x="1425052" y="4140289"/>
                  </a:lnTo>
                  <a:lnTo>
                    <a:pt x="1425179" y="4140289"/>
                  </a:lnTo>
                  <a:lnTo>
                    <a:pt x="1425305" y="4140289"/>
                  </a:lnTo>
                  <a:lnTo>
                    <a:pt x="1425431" y="4140289"/>
                  </a:lnTo>
                  <a:lnTo>
                    <a:pt x="1425557" y="4140289"/>
                  </a:lnTo>
                  <a:lnTo>
                    <a:pt x="1425684" y="4140289"/>
                  </a:lnTo>
                  <a:lnTo>
                    <a:pt x="1425810" y="4140289"/>
                  </a:lnTo>
                  <a:lnTo>
                    <a:pt x="1425936" y="4140289"/>
                  </a:lnTo>
                  <a:lnTo>
                    <a:pt x="1426062" y="4140289"/>
                  </a:lnTo>
                  <a:lnTo>
                    <a:pt x="1426189" y="4140289"/>
                  </a:lnTo>
                  <a:lnTo>
                    <a:pt x="1426315" y="4140289"/>
                  </a:lnTo>
                  <a:lnTo>
                    <a:pt x="1426441" y="4140289"/>
                  </a:lnTo>
                  <a:lnTo>
                    <a:pt x="1426567" y="4140289"/>
                  </a:lnTo>
                  <a:lnTo>
                    <a:pt x="1426694" y="4140289"/>
                  </a:lnTo>
                  <a:lnTo>
                    <a:pt x="1426820" y="4140289"/>
                  </a:lnTo>
                  <a:lnTo>
                    <a:pt x="1426946" y="4140289"/>
                  </a:lnTo>
                  <a:lnTo>
                    <a:pt x="1427072" y="4140289"/>
                  </a:lnTo>
                  <a:lnTo>
                    <a:pt x="1427199" y="4140289"/>
                  </a:lnTo>
                  <a:lnTo>
                    <a:pt x="1427325" y="4140289"/>
                  </a:lnTo>
                  <a:lnTo>
                    <a:pt x="1427451" y="4140289"/>
                  </a:lnTo>
                  <a:lnTo>
                    <a:pt x="1427577" y="4140289"/>
                  </a:lnTo>
                  <a:lnTo>
                    <a:pt x="1427704" y="4140289"/>
                  </a:lnTo>
                  <a:lnTo>
                    <a:pt x="1427830" y="4140289"/>
                  </a:lnTo>
                  <a:lnTo>
                    <a:pt x="1427956" y="4140289"/>
                  </a:lnTo>
                  <a:lnTo>
                    <a:pt x="1428083" y="4140289"/>
                  </a:lnTo>
                  <a:lnTo>
                    <a:pt x="1428209" y="4140289"/>
                  </a:lnTo>
                  <a:lnTo>
                    <a:pt x="1428335" y="4140289"/>
                  </a:lnTo>
                  <a:lnTo>
                    <a:pt x="1428461" y="4140289"/>
                  </a:lnTo>
                  <a:lnTo>
                    <a:pt x="1428588" y="4140289"/>
                  </a:lnTo>
                  <a:lnTo>
                    <a:pt x="1428714" y="4140289"/>
                  </a:lnTo>
                  <a:lnTo>
                    <a:pt x="1428840" y="4140289"/>
                  </a:lnTo>
                  <a:lnTo>
                    <a:pt x="1428966" y="4140289"/>
                  </a:lnTo>
                  <a:lnTo>
                    <a:pt x="1429093" y="4140289"/>
                  </a:lnTo>
                  <a:lnTo>
                    <a:pt x="1429219" y="4140289"/>
                  </a:lnTo>
                  <a:lnTo>
                    <a:pt x="1429345" y="4140289"/>
                  </a:lnTo>
                  <a:lnTo>
                    <a:pt x="1429345" y="4135377"/>
                  </a:lnTo>
                  <a:lnTo>
                    <a:pt x="1429471" y="4135377"/>
                  </a:lnTo>
                  <a:lnTo>
                    <a:pt x="1429598" y="4135377"/>
                  </a:lnTo>
                  <a:lnTo>
                    <a:pt x="1429724" y="4135377"/>
                  </a:lnTo>
                  <a:lnTo>
                    <a:pt x="1429850" y="4135377"/>
                  </a:lnTo>
                  <a:lnTo>
                    <a:pt x="1429976" y="4135377"/>
                  </a:lnTo>
                  <a:lnTo>
                    <a:pt x="1430103" y="4135377"/>
                  </a:lnTo>
                  <a:lnTo>
                    <a:pt x="1430229" y="4135377"/>
                  </a:lnTo>
                  <a:lnTo>
                    <a:pt x="1430355" y="4135377"/>
                  </a:lnTo>
                  <a:lnTo>
                    <a:pt x="1430481" y="4135377"/>
                  </a:lnTo>
                  <a:lnTo>
                    <a:pt x="1430608" y="4135377"/>
                  </a:lnTo>
                  <a:lnTo>
                    <a:pt x="1430734" y="4135377"/>
                  </a:lnTo>
                  <a:lnTo>
                    <a:pt x="1430860" y="4135377"/>
                  </a:lnTo>
                  <a:lnTo>
                    <a:pt x="1430986" y="4135377"/>
                  </a:lnTo>
                  <a:lnTo>
                    <a:pt x="1431113" y="4135377"/>
                  </a:lnTo>
                  <a:lnTo>
                    <a:pt x="1431239" y="4135377"/>
                  </a:lnTo>
                  <a:lnTo>
                    <a:pt x="1431365" y="4135377"/>
                  </a:lnTo>
                  <a:lnTo>
                    <a:pt x="1431491" y="4135377"/>
                  </a:lnTo>
                  <a:lnTo>
                    <a:pt x="1431618" y="4135377"/>
                  </a:lnTo>
                  <a:lnTo>
                    <a:pt x="1431744" y="4135377"/>
                  </a:lnTo>
                  <a:lnTo>
                    <a:pt x="1431870" y="4135377"/>
                  </a:lnTo>
                  <a:lnTo>
                    <a:pt x="1431996" y="4135377"/>
                  </a:lnTo>
                  <a:lnTo>
                    <a:pt x="1432123" y="4135377"/>
                  </a:lnTo>
                  <a:lnTo>
                    <a:pt x="1432249" y="4135377"/>
                  </a:lnTo>
                  <a:lnTo>
                    <a:pt x="1432375" y="4135377"/>
                  </a:lnTo>
                  <a:lnTo>
                    <a:pt x="1432375" y="4130466"/>
                  </a:lnTo>
                  <a:lnTo>
                    <a:pt x="1432501" y="4130466"/>
                  </a:lnTo>
                  <a:lnTo>
                    <a:pt x="1432628" y="4130466"/>
                  </a:lnTo>
                  <a:lnTo>
                    <a:pt x="1432754" y="4130466"/>
                  </a:lnTo>
                  <a:lnTo>
                    <a:pt x="1432880" y="4130466"/>
                  </a:lnTo>
                  <a:lnTo>
                    <a:pt x="1433007" y="4130466"/>
                  </a:lnTo>
                  <a:lnTo>
                    <a:pt x="1433133" y="4130466"/>
                  </a:lnTo>
                  <a:lnTo>
                    <a:pt x="1433259" y="4130466"/>
                  </a:lnTo>
                  <a:lnTo>
                    <a:pt x="1433385" y="4130466"/>
                  </a:lnTo>
                  <a:lnTo>
                    <a:pt x="1433512" y="4130466"/>
                  </a:lnTo>
                  <a:lnTo>
                    <a:pt x="1433638" y="4130466"/>
                  </a:lnTo>
                  <a:lnTo>
                    <a:pt x="1433764" y="4130466"/>
                  </a:lnTo>
                  <a:lnTo>
                    <a:pt x="1433890" y="4130466"/>
                  </a:lnTo>
                  <a:lnTo>
                    <a:pt x="1434017" y="4130466"/>
                  </a:lnTo>
                  <a:lnTo>
                    <a:pt x="1434143" y="4130466"/>
                  </a:lnTo>
                  <a:lnTo>
                    <a:pt x="1434269" y="4130466"/>
                  </a:lnTo>
                  <a:lnTo>
                    <a:pt x="1434395" y="4130466"/>
                  </a:lnTo>
                  <a:lnTo>
                    <a:pt x="1434522" y="4130466"/>
                  </a:lnTo>
                  <a:lnTo>
                    <a:pt x="1434648" y="4130466"/>
                  </a:lnTo>
                  <a:lnTo>
                    <a:pt x="1434774" y="4130466"/>
                  </a:lnTo>
                  <a:lnTo>
                    <a:pt x="1434900" y="4130466"/>
                  </a:lnTo>
                  <a:lnTo>
                    <a:pt x="1435027" y="4130466"/>
                  </a:lnTo>
                  <a:lnTo>
                    <a:pt x="1435153" y="4130466"/>
                  </a:lnTo>
                  <a:lnTo>
                    <a:pt x="1435279" y="4130466"/>
                  </a:lnTo>
                  <a:lnTo>
                    <a:pt x="1435405" y="4130466"/>
                  </a:lnTo>
                  <a:lnTo>
                    <a:pt x="1435532" y="4130466"/>
                  </a:lnTo>
                  <a:lnTo>
                    <a:pt x="1435658" y="4130466"/>
                  </a:lnTo>
                  <a:lnTo>
                    <a:pt x="1435784" y="4130466"/>
                  </a:lnTo>
                  <a:lnTo>
                    <a:pt x="1435910" y="4130466"/>
                  </a:lnTo>
                  <a:lnTo>
                    <a:pt x="1436037" y="4130466"/>
                  </a:lnTo>
                  <a:lnTo>
                    <a:pt x="1436163" y="4130466"/>
                  </a:lnTo>
                  <a:lnTo>
                    <a:pt x="1436289" y="4130466"/>
                  </a:lnTo>
                  <a:lnTo>
                    <a:pt x="1436415" y="4130466"/>
                  </a:lnTo>
                  <a:lnTo>
                    <a:pt x="1436542" y="4130466"/>
                  </a:lnTo>
                  <a:lnTo>
                    <a:pt x="1436668" y="4130466"/>
                  </a:lnTo>
                  <a:lnTo>
                    <a:pt x="1436794" y="4130466"/>
                  </a:lnTo>
                  <a:lnTo>
                    <a:pt x="1436920" y="4130466"/>
                  </a:lnTo>
                  <a:lnTo>
                    <a:pt x="1437047" y="4130466"/>
                  </a:lnTo>
                  <a:lnTo>
                    <a:pt x="1437173" y="4130466"/>
                  </a:lnTo>
                  <a:lnTo>
                    <a:pt x="1437299" y="4130466"/>
                  </a:lnTo>
                  <a:lnTo>
                    <a:pt x="1437425" y="4130466"/>
                  </a:lnTo>
                  <a:lnTo>
                    <a:pt x="1437552" y="4130466"/>
                  </a:lnTo>
                  <a:lnTo>
                    <a:pt x="1437678" y="4130466"/>
                  </a:lnTo>
                  <a:lnTo>
                    <a:pt x="1437804" y="4130466"/>
                  </a:lnTo>
                  <a:lnTo>
                    <a:pt x="1437930" y="4130466"/>
                  </a:lnTo>
                  <a:lnTo>
                    <a:pt x="1438057" y="4130466"/>
                  </a:lnTo>
                  <a:lnTo>
                    <a:pt x="1438183" y="4130466"/>
                  </a:lnTo>
                  <a:lnTo>
                    <a:pt x="1438309" y="4130466"/>
                  </a:lnTo>
                  <a:lnTo>
                    <a:pt x="1438436" y="4130466"/>
                  </a:lnTo>
                  <a:lnTo>
                    <a:pt x="1438562" y="4130466"/>
                  </a:lnTo>
                  <a:lnTo>
                    <a:pt x="1438688" y="4130466"/>
                  </a:lnTo>
                  <a:lnTo>
                    <a:pt x="1438688" y="4125554"/>
                  </a:lnTo>
                  <a:lnTo>
                    <a:pt x="1438814" y="4125554"/>
                  </a:lnTo>
                  <a:lnTo>
                    <a:pt x="1438941" y="4125554"/>
                  </a:lnTo>
                  <a:lnTo>
                    <a:pt x="1439067" y="4125554"/>
                  </a:lnTo>
                  <a:lnTo>
                    <a:pt x="1439193" y="4125554"/>
                  </a:lnTo>
                  <a:lnTo>
                    <a:pt x="1439319" y="4125554"/>
                  </a:lnTo>
                  <a:lnTo>
                    <a:pt x="1439446" y="4125554"/>
                  </a:lnTo>
                  <a:lnTo>
                    <a:pt x="1439446" y="4120643"/>
                  </a:lnTo>
                  <a:lnTo>
                    <a:pt x="1439572" y="4120643"/>
                  </a:lnTo>
                  <a:lnTo>
                    <a:pt x="1439698" y="4120643"/>
                  </a:lnTo>
                  <a:lnTo>
                    <a:pt x="1439824" y="4120643"/>
                  </a:lnTo>
                  <a:lnTo>
                    <a:pt x="1439951" y="4120643"/>
                  </a:lnTo>
                  <a:lnTo>
                    <a:pt x="1440077" y="4120643"/>
                  </a:lnTo>
                  <a:lnTo>
                    <a:pt x="1440203" y="4120643"/>
                  </a:lnTo>
                  <a:lnTo>
                    <a:pt x="1440329" y="4120643"/>
                  </a:lnTo>
                  <a:lnTo>
                    <a:pt x="1440456" y="4120643"/>
                  </a:lnTo>
                  <a:lnTo>
                    <a:pt x="1440582" y="4120643"/>
                  </a:lnTo>
                  <a:lnTo>
                    <a:pt x="1440708" y="4120643"/>
                  </a:lnTo>
                  <a:lnTo>
                    <a:pt x="1440834" y="4120643"/>
                  </a:lnTo>
                  <a:lnTo>
                    <a:pt x="1440961" y="4120643"/>
                  </a:lnTo>
                  <a:lnTo>
                    <a:pt x="1440961" y="4115732"/>
                  </a:lnTo>
                  <a:lnTo>
                    <a:pt x="1441087" y="4115732"/>
                  </a:lnTo>
                  <a:lnTo>
                    <a:pt x="1441213" y="4115732"/>
                  </a:lnTo>
                  <a:lnTo>
                    <a:pt x="1441339" y="4115732"/>
                  </a:lnTo>
                  <a:lnTo>
                    <a:pt x="1441466" y="4115732"/>
                  </a:lnTo>
                  <a:lnTo>
                    <a:pt x="1441592" y="4115732"/>
                  </a:lnTo>
                  <a:lnTo>
                    <a:pt x="1441718" y="4115732"/>
                  </a:lnTo>
                  <a:lnTo>
                    <a:pt x="1441844" y="4115732"/>
                  </a:lnTo>
                  <a:lnTo>
                    <a:pt x="1441971" y="4115732"/>
                  </a:lnTo>
                  <a:lnTo>
                    <a:pt x="1442097" y="4115732"/>
                  </a:lnTo>
                  <a:lnTo>
                    <a:pt x="1442223" y="4115732"/>
                  </a:lnTo>
                  <a:lnTo>
                    <a:pt x="1442349" y="4115732"/>
                  </a:lnTo>
                  <a:lnTo>
                    <a:pt x="1442476" y="4115732"/>
                  </a:lnTo>
                  <a:lnTo>
                    <a:pt x="1442602" y="4115732"/>
                  </a:lnTo>
                  <a:lnTo>
                    <a:pt x="1442728" y="4115732"/>
                  </a:lnTo>
                  <a:lnTo>
                    <a:pt x="1442854" y="4115732"/>
                  </a:lnTo>
                  <a:lnTo>
                    <a:pt x="1442981" y="4115732"/>
                  </a:lnTo>
                  <a:lnTo>
                    <a:pt x="1443107" y="4115732"/>
                  </a:lnTo>
                  <a:lnTo>
                    <a:pt x="1443233" y="4115732"/>
                  </a:lnTo>
                  <a:lnTo>
                    <a:pt x="1443360" y="4115732"/>
                  </a:lnTo>
                  <a:lnTo>
                    <a:pt x="1443486" y="4115732"/>
                  </a:lnTo>
                  <a:lnTo>
                    <a:pt x="1443612" y="4115732"/>
                  </a:lnTo>
                  <a:lnTo>
                    <a:pt x="1443738" y="4115732"/>
                  </a:lnTo>
                  <a:lnTo>
                    <a:pt x="1443865" y="4115732"/>
                  </a:lnTo>
                  <a:lnTo>
                    <a:pt x="1443991" y="4115732"/>
                  </a:lnTo>
                  <a:lnTo>
                    <a:pt x="1444117" y="4115732"/>
                  </a:lnTo>
                  <a:lnTo>
                    <a:pt x="1444243" y="4115732"/>
                  </a:lnTo>
                  <a:lnTo>
                    <a:pt x="1444370" y="4115732"/>
                  </a:lnTo>
                  <a:lnTo>
                    <a:pt x="1444496" y="4115732"/>
                  </a:lnTo>
                  <a:lnTo>
                    <a:pt x="1444622" y="4115732"/>
                  </a:lnTo>
                  <a:lnTo>
                    <a:pt x="1444748" y="4115732"/>
                  </a:lnTo>
                  <a:lnTo>
                    <a:pt x="1444875" y="4115732"/>
                  </a:lnTo>
                  <a:lnTo>
                    <a:pt x="1445001" y="4115732"/>
                  </a:lnTo>
                  <a:lnTo>
                    <a:pt x="1445127" y="4115732"/>
                  </a:lnTo>
                  <a:lnTo>
                    <a:pt x="1445253" y="4115732"/>
                  </a:lnTo>
                  <a:lnTo>
                    <a:pt x="1445380" y="4115732"/>
                  </a:lnTo>
                  <a:lnTo>
                    <a:pt x="1445506" y="4115732"/>
                  </a:lnTo>
                  <a:lnTo>
                    <a:pt x="1445632" y="4115732"/>
                  </a:lnTo>
                  <a:lnTo>
                    <a:pt x="1445758" y="4115732"/>
                  </a:lnTo>
                  <a:lnTo>
                    <a:pt x="1445885" y="4115732"/>
                  </a:lnTo>
                  <a:lnTo>
                    <a:pt x="1446011" y="4115732"/>
                  </a:lnTo>
                  <a:lnTo>
                    <a:pt x="1446137" y="4115732"/>
                  </a:lnTo>
                  <a:lnTo>
                    <a:pt x="1446263" y="4115732"/>
                  </a:lnTo>
                  <a:lnTo>
                    <a:pt x="1446390" y="4115732"/>
                  </a:lnTo>
                  <a:lnTo>
                    <a:pt x="1446516" y="4115732"/>
                  </a:lnTo>
                  <a:lnTo>
                    <a:pt x="1446642" y="4115732"/>
                  </a:lnTo>
                  <a:lnTo>
                    <a:pt x="1446768" y="4115732"/>
                  </a:lnTo>
                  <a:lnTo>
                    <a:pt x="1446895" y="4115732"/>
                  </a:lnTo>
                  <a:lnTo>
                    <a:pt x="1447021" y="4115732"/>
                  </a:lnTo>
                  <a:lnTo>
                    <a:pt x="1447147" y="4115732"/>
                  </a:lnTo>
                  <a:lnTo>
                    <a:pt x="1447273" y="4115732"/>
                  </a:lnTo>
                  <a:lnTo>
                    <a:pt x="1447400" y="4115732"/>
                  </a:lnTo>
                  <a:lnTo>
                    <a:pt x="1447526" y="4115732"/>
                  </a:lnTo>
                  <a:lnTo>
                    <a:pt x="1447652" y="4115732"/>
                  </a:lnTo>
                  <a:lnTo>
                    <a:pt x="1447778" y="4115732"/>
                  </a:lnTo>
                  <a:lnTo>
                    <a:pt x="1447778" y="4110820"/>
                  </a:lnTo>
                  <a:lnTo>
                    <a:pt x="1447905" y="4110820"/>
                  </a:lnTo>
                  <a:lnTo>
                    <a:pt x="1448031" y="4110820"/>
                  </a:lnTo>
                  <a:lnTo>
                    <a:pt x="1448157" y="4110820"/>
                  </a:lnTo>
                  <a:lnTo>
                    <a:pt x="1448283" y="4110820"/>
                  </a:lnTo>
                  <a:lnTo>
                    <a:pt x="1448410" y="4110820"/>
                  </a:lnTo>
                  <a:lnTo>
                    <a:pt x="1448536" y="4110820"/>
                  </a:lnTo>
                  <a:lnTo>
                    <a:pt x="1448662" y="4110820"/>
                  </a:lnTo>
                  <a:lnTo>
                    <a:pt x="1448789" y="4110820"/>
                  </a:lnTo>
                  <a:lnTo>
                    <a:pt x="1448915" y="4110820"/>
                  </a:lnTo>
                  <a:lnTo>
                    <a:pt x="1449041" y="4110820"/>
                  </a:lnTo>
                  <a:lnTo>
                    <a:pt x="1449167" y="4110820"/>
                  </a:lnTo>
                  <a:lnTo>
                    <a:pt x="1449294" y="4110820"/>
                  </a:lnTo>
                  <a:lnTo>
                    <a:pt x="1449420" y="4110820"/>
                  </a:lnTo>
                  <a:lnTo>
                    <a:pt x="1449546" y="4110820"/>
                  </a:lnTo>
                  <a:lnTo>
                    <a:pt x="1449672" y="4110820"/>
                  </a:lnTo>
                  <a:lnTo>
                    <a:pt x="1449799" y="4110820"/>
                  </a:lnTo>
                  <a:lnTo>
                    <a:pt x="1449925" y="4110820"/>
                  </a:lnTo>
                  <a:lnTo>
                    <a:pt x="1450051" y="4110820"/>
                  </a:lnTo>
                  <a:lnTo>
                    <a:pt x="1450177" y="4110820"/>
                  </a:lnTo>
                  <a:lnTo>
                    <a:pt x="1450304" y="4110820"/>
                  </a:lnTo>
                  <a:lnTo>
                    <a:pt x="1450430" y="4110820"/>
                  </a:lnTo>
                  <a:lnTo>
                    <a:pt x="1450556" y="4110820"/>
                  </a:lnTo>
                  <a:lnTo>
                    <a:pt x="1450556" y="4105909"/>
                  </a:lnTo>
                  <a:lnTo>
                    <a:pt x="1450682" y="4105909"/>
                  </a:lnTo>
                  <a:lnTo>
                    <a:pt x="1450809" y="4105909"/>
                  </a:lnTo>
                  <a:lnTo>
                    <a:pt x="1450935" y="4105909"/>
                  </a:lnTo>
                  <a:lnTo>
                    <a:pt x="1451061" y="4105909"/>
                  </a:lnTo>
                  <a:lnTo>
                    <a:pt x="1451187" y="4105909"/>
                  </a:lnTo>
                  <a:lnTo>
                    <a:pt x="1451314" y="4105909"/>
                  </a:lnTo>
                  <a:lnTo>
                    <a:pt x="1451440" y="4105909"/>
                  </a:lnTo>
                  <a:lnTo>
                    <a:pt x="1451566" y="4105909"/>
                  </a:lnTo>
                  <a:lnTo>
                    <a:pt x="1451692" y="4105909"/>
                  </a:lnTo>
                  <a:lnTo>
                    <a:pt x="1451819" y="4105909"/>
                  </a:lnTo>
                  <a:lnTo>
                    <a:pt x="1451945" y="4105909"/>
                  </a:lnTo>
                  <a:lnTo>
                    <a:pt x="1452071" y="4105909"/>
                  </a:lnTo>
                  <a:lnTo>
                    <a:pt x="1452197" y="4105909"/>
                  </a:lnTo>
                  <a:lnTo>
                    <a:pt x="1452324" y="4105909"/>
                  </a:lnTo>
                  <a:lnTo>
                    <a:pt x="1452450" y="4105909"/>
                  </a:lnTo>
                  <a:lnTo>
                    <a:pt x="1452576" y="4105909"/>
                  </a:lnTo>
                  <a:lnTo>
                    <a:pt x="1452702" y="4105909"/>
                  </a:lnTo>
                  <a:lnTo>
                    <a:pt x="1452829" y="4105909"/>
                  </a:lnTo>
                  <a:lnTo>
                    <a:pt x="1452955" y="4105909"/>
                  </a:lnTo>
                  <a:lnTo>
                    <a:pt x="1452955" y="4100998"/>
                  </a:lnTo>
                  <a:lnTo>
                    <a:pt x="1453081" y="4100998"/>
                  </a:lnTo>
                  <a:lnTo>
                    <a:pt x="1453207" y="4100998"/>
                  </a:lnTo>
                  <a:lnTo>
                    <a:pt x="1453334" y="4100998"/>
                  </a:lnTo>
                  <a:lnTo>
                    <a:pt x="1453460" y="4100998"/>
                  </a:lnTo>
                  <a:lnTo>
                    <a:pt x="1453586" y="4100998"/>
                  </a:lnTo>
                  <a:lnTo>
                    <a:pt x="1453713" y="4100998"/>
                  </a:lnTo>
                  <a:lnTo>
                    <a:pt x="1453839" y="4100998"/>
                  </a:lnTo>
                  <a:lnTo>
                    <a:pt x="1453965" y="4100998"/>
                  </a:lnTo>
                  <a:lnTo>
                    <a:pt x="1454091" y="4100998"/>
                  </a:lnTo>
                  <a:lnTo>
                    <a:pt x="1454218" y="4100998"/>
                  </a:lnTo>
                  <a:lnTo>
                    <a:pt x="1454344" y="4100998"/>
                  </a:lnTo>
                  <a:lnTo>
                    <a:pt x="1454470" y="4100998"/>
                  </a:lnTo>
                  <a:lnTo>
                    <a:pt x="1454596" y="4100998"/>
                  </a:lnTo>
                  <a:lnTo>
                    <a:pt x="1454723" y="4100998"/>
                  </a:lnTo>
                  <a:lnTo>
                    <a:pt x="1454849" y="4100998"/>
                  </a:lnTo>
                  <a:lnTo>
                    <a:pt x="1454975" y="4100998"/>
                  </a:lnTo>
                  <a:lnTo>
                    <a:pt x="1455101" y="4100998"/>
                  </a:lnTo>
                  <a:lnTo>
                    <a:pt x="1455101" y="4096086"/>
                  </a:lnTo>
                  <a:lnTo>
                    <a:pt x="1455228" y="4096086"/>
                  </a:lnTo>
                  <a:lnTo>
                    <a:pt x="1455354" y="4096086"/>
                  </a:lnTo>
                  <a:lnTo>
                    <a:pt x="1455480" y="4096086"/>
                  </a:lnTo>
                  <a:lnTo>
                    <a:pt x="1455606" y="4096086"/>
                  </a:lnTo>
                  <a:lnTo>
                    <a:pt x="1455606" y="4091175"/>
                  </a:lnTo>
                  <a:lnTo>
                    <a:pt x="1455733" y="4091175"/>
                  </a:lnTo>
                  <a:lnTo>
                    <a:pt x="1455859" y="4091175"/>
                  </a:lnTo>
                  <a:lnTo>
                    <a:pt x="1455985" y="4091175"/>
                  </a:lnTo>
                  <a:lnTo>
                    <a:pt x="1456111" y="4091175"/>
                  </a:lnTo>
                  <a:lnTo>
                    <a:pt x="1456238" y="4091175"/>
                  </a:lnTo>
                  <a:lnTo>
                    <a:pt x="1456364" y="4091175"/>
                  </a:lnTo>
                  <a:lnTo>
                    <a:pt x="1456490" y="4091175"/>
                  </a:lnTo>
                  <a:lnTo>
                    <a:pt x="1456616" y="4091175"/>
                  </a:lnTo>
                  <a:lnTo>
                    <a:pt x="1456743" y="4091175"/>
                  </a:lnTo>
                  <a:lnTo>
                    <a:pt x="1456869" y="4091175"/>
                  </a:lnTo>
                  <a:lnTo>
                    <a:pt x="1456995" y="4091175"/>
                  </a:lnTo>
                  <a:lnTo>
                    <a:pt x="1457121" y="4091175"/>
                  </a:lnTo>
                  <a:lnTo>
                    <a:pt x="1457248" y="4091175"/>
                  </a:lnTo>
                  <a:lnTo>
                    <a:pt x="1457374" y="4091175"/>
                  </a:lnTo>
                  <a:lnTo>
                    <a:pt x="1457500" y="4091175"/>
                  </a:lnTo>
                  <a:lnTo>
                    <a:pt x="1457626" y="4091175"/>
                  </a:lnTo>
                  <a:lnTo>
                    <a:pt x="1457753" y="4091175"/>
                  </a:lnTo>
                  <a:lnTo>
                    <a:pt x="1457879" y="4091175"/>
                  </a:lnTo>
                  <a:lnTo>
                    <a:pt x="1458005" y="4091175"/>
                  </a:lnTo>
                  <a:lnTo>
                    <a:pt x="1458131" y="4091175"/>
                  </a:lnTo>
                  <a:lnTo>
                    <a:pt x="1458258" y="4091175"/>
                  </a:lnTo>
                  <a:lnTo>
                    <a:pt x="1458384" y="4091175"/>
                  </a:lnTo>
                  <a:lnTo>
                    <a:pt x="1458384" y="4086263"/>
                  </a:lnTo>
                  <a:lnTo>
                    <a:pt x="1458510" y="4086263"/>
                  </a:lnTo>
                  <a:lnTo>
                    <a:pt x="1458636" y="4086263"/>
                  </a:lnTo>
                  <a:lnTo>
                    <a:pt x="1458763" y="4086263"/>
                  </a:lnTo>
                  <a:lnTo>
                    <a:pt x="1458889" y="4086263"/>
                  </a:lnTo>
                  <a:lnTo>
                    <a:pt x="1459015" y="4086263"/>
                  </a:lnTo>
                  <a:lnTo>
                    <a:pt x="1459142" y="4086263"/>
                  </a:lnTo>
                  <a:lnTo>
                    <a:pt x="1459268" y="4086263"/>
                  </a:lnTo>
                  <a:lnTo>
                    <a:pt x="1459394" y="4086263"/>
                  </a:lnTo>
                  <a:lnTo>
                    <a:pt x="1459520" y="4086263"/>
                  </a:lnTo>
                  <a:lnTo>
                    <a:pt x="1459647" y="4086263"/>
                  </a:lnTo>
                  <a:lnTo>
                    <a:pt x="1459773" y="4086263"/>
                  </a:lnTo>
                  <a:lnTo>
                    <a:pt x="1459899" y="4086263"/>
                  </a:lnTo>
                  <a:lnTo>
                    <a:pt x="1460025" y="4086263"/>
                  </a:lnTo>
                  <a:lnTo>
                    <a:pt x="1460152" y="4086263"/>
                  </a:lnTo>
                  <a:lnTo>
                    <a:pt x="1460278" y="4086263"/>
                  </a:lnTo>
                  <a:lnTo>
                    <a:pt x="1460404" y="4086263"/>
                  </a:lnTo>
                  <a:lnTo>
                    <a:pt x="1460530" y="4086263"/>
                  </a:lnTo>
                  <a:lnTo>
                    <a:pt x="1460657" y="4086263"/>
                  </a:lnTo>
                  <a:lnTo>
                    <a:pt x="1460783" y="4086263"/>
                  </a:lnTo>
                  <a:lnTo>
                    <a:pt x="1460909" y="4086263"/>
                  </a:lnTo>
                  <a:lnTo>
                    <a:pt x="1461035" y="4086263"/>
                  </a:lnTo>
                  <a:lnTo>
                    <a:pt x="1461162" y="4086263"/>
                  </a:lnTo>
                  <a:lnTo>
                    <a:pt x="1461288" y="4086263"/>
                  </a:lnTo>
                  <a:lnTo>
                    <a:pt x="1461414" y="4086263"/>
                  </a:lnTo>
                  <a:lnTo>
                    <a:pt x="1461540" y="4086263"/>
                  </a:lnTo>
                  <a:lnTo>
                    <a:pt x="1461667" y="4086263"/>
                  </a:lnTo>
                  <a:lnTo>
                    <a:pt x="1461793" y="4086263"/>
                  </a:lnTo>
                  <a:lnTo>
                    <a:pt x="1461793" y="4081352"/>
                  </a:lnTo>
                  <a:lnTo>
                    <a:pt x="1461919" y="4081352"/>
                  </a:lnTo>
                  <a:lnTo>
                    <a:pt x="1462045" y="4081352"/>
                  </a:lnTo>
                  <a:lnTo>
                    <a:pt x="1462172" y="4081352"/>
                  </a:lnTo>
                  <a:lnTo>
                    <a:pt x="1462298" y="4081352"/>
                  </a:lnTo>
                  <a:lnTo>
                    <a:pt x="1462424" y="4081352"/>
                  </a:lnTo>
                  <a:lnTo>
                    <a:pt x="1462424" y="4076441"/>
                  </a:lnTo>
                  <a:lnTo>
                    <a:pt x="1462550" y="4076441"/>
                  </a:lnTo>
                  <a:lnTo>
                    <a:pt x="1462677" y="4076441"/>
                  </a:lnTo>
                  <a:lnTo>
                    <a:pt x="1462803" y="4076441"/>
                  </a:lnTo>
                  <a:lnTo>
                    <a:pt x="1462929" y="4076441"/>
                  </a:lnTo>
                  <a:lnTo>
                    <a:pt x="1463055" y="4076441"/>
                  </a:lnTo>
                  <a:lnTo>
                    <a:pt x="1463182" y="4076441"/>
                  </a:lnTo>
                  <a:lnTo>
                    <a:pt x="1463308" y="4076441"/>
                  </a:lnTo>
                  <a:lnTo>
                    <a:pt x="1463434" y="4076441"/>
                  </a:lnTo>
                  <a:lnTo>
                    <a:pt x="1463560" y="4076441"/>
                  </a:lnTo>
                  <a:lnTo>
                    <a:pt x="1463687" y="4076441"/>
                  </a:lnTo>
                  <a:lnTo>
                    <a:pt x="1463813" y="4076441"/>
                  </a:lnTo>
                  <a:lnTo>
                    <a:pt x="1463939" y="4076441"/>
                  </a:lnTo>
                  <a:lnTo>
                    <a:pt x="1464066" y="4076441"/>
                  </a:lnTo>
                  <a:lnTo>
                    <a:pt x="1464192" y="4076441"/>
                  </a:lnTo>
                  <a:lnTo>
                    <a:pt x="1464318" y="4076441"/>
                  </a:lnTo>
                  <a:lnTo>
                    <a:pt x="1464444" y="4076441"/>
                  </a:lnTo>
                  <a:lnTo>
                    <a:pt x="1464571" y="4076441"/>
                  </a:lnTo>
                  <a:lnTo>
                    <a:pt x="1464697" y="4076441"/>
                  </a:lnTo>
                  <a:lnTo>
                    <a:pt x="1464823" y="4076441"/>
                  </a:lnTo>
                  <a:lnTo>
                    <a:pt x="1464949" y="4076441"/>
                  </a:lnTo>
                  <a:lnTo>
                    <a:pt x="1464949" y="4071529"/>
                  </a:lnTo>
                  <a:lnTo>
                    <a:pt x="1465076" y="4071529"/>
                  </a:lnTo>
                  <a:lnTo>
                    <a:pt x="1465202" y="4071529"/>
                  </a:lnTo>
                  <a:lnTo>
                    <a:pt x="1465328" y="4071529"/>
                  </a:lnTo>
                  <a:lnTo>
                    <a:pt x="1465454" y="4071529"/>
                  </a:lnTo>
                  <a:lnTo>
                    <a:pt x="1465581" y="4071529"/>
                  </a:lnTo>
                  <a:lnTo>
                    <a:pt x="1465707" y="4071529"/>
                  </a:lnTo>
                  <a:lnTo>
                    <a:pt x="1465833" y="4071529"/>
                  </a:lnTo>
                  <a:lnTo>
                    <a:pt x="1465959" y="4071529"/>
                  </a:lnTo>
                  <a:lnTo>
                    <a:pt x="1466086" y="4071529"/>
                  </a:lnTo>
                  <a:lnTo>
                    <a:pt x="1466212" y="4071529"/>
                  </a:lnTo>
                  <a:lnTo>
                    <a:pt x="1466338" y="4071529"/>
                  </a:lnTo>
                  <a:lnTo>
                    <a:pt x="1466464" y="4071529"/>
                  </a:lnTo>
                  <a:lnTo>
                    <a:pt x="1466591" y="4071529"/>
                  </a:lnTo>
                  <a:lnTo>
                    <a:pt x="1466717" y="4071529"/>
                  </a:lnTo>
                  <a:lnTo>
                    <a:pt x="1466843" y="4071529"/>
                  </a:lnTo>
                  <a:lnTo>
                    <a:pt x="1466969" y="4071529"/>
                  </a:lnTo>
                  <a:lnTo>
                    <a:pt x="1467096" y="4071529"/>
                  </a:lnTo>
                  <a:lnTo>
                    <a:pt x="1467222" y="4071529"/>
                  </a:lnTo>
                  <a:lnTo>
                    <a:pt x="1467348" y="4071529"/>
                  </a:lnTo>
                  <a:lnTo>
                    <a:pt x="1467474" y="4071529"/>
                  </a:lnTo>
                  <a:lnTo>
                    <a:pt x="1467601" y="4071529"/>
                  </a:lnTo>
                  <a:lnTo>
                    <a:pt x="1467727" y="4071529"/>
                  </a:lnTo>
                  <a:lnTo>
                    <a:pt x="1467853" y="4071529"/>
                  </a:lnTo>
                  <a:lnTo>
                    <a:pt x="1467979" y="4071529"/>
                  </a:lnTo>
                  <a:lnTo>
                    <a:pt x="1468106" y="4071529"/>
                  </a:lnTo>
                  <a:lnTo>
                    <a:pt x="1468232" y="4071529"/>
                  </a:lnTo>
                  <a:lnTo>
                    <a:pt x="1468358" y="4071529"/>
                  </a:lnTo>
                  <a:lnTo>
                    <a:pt x="1468484" y="4071529"/>
                  </a:lnTo>
                  <a:lnTo>
                    <a:pt x="1468611" y="4071529"/>
                  </a:lnTo>
                  <a:lnTo>
                    <a:pt x="1468737" y="4071529"/>
                  </a:lnTo>
                  <a:lnTo>
                    <a:pt x="1468863" y="4071529"/>
                  </a:lnTo>
                  <a:lnTo>
                    <a:pt x="1468989" y="4071529"/>
                  </a:lnTo>
                  <a:lnTo>
                    <a:pt x="1469116" y="4071529"/>
                  </a:lnTo>
                  <a:lnTo>
                    <a:pt x="1469242" y="4071529"/>
                  </a:lnTo>
                  <a:lnTo>
                    <a:pt x="1469368" y="4071529"/>
                  </a:lnTo>
                  <a:lnTo>
                    <a:pt x="1469495" y="4071529"/>
                  </a:lnTo>
                  <a:lnTo>
                    <a:pt x="1469621" y="4071529"/>
                  </a:lnTo>
                  <a:lnTo>
                    <a:pt x="1469747" y="4071529"/>
                  </a:lnTo>
                  <a:lnTo>
                    <a:pt x="1469873" y="4071529"/>
                  </a:lnTo>
                  <a:lnTo>
                    <a:pt x="1470000" y="4071529"/>
                  </a:lnTo>
                  <a:lnTo>
                    <a:pt x="1470000" y="4066618"/>
                  </a:lnTo>
                  <a:lnTo>
                    <a:pt x="1470126" y="4066618"/>
                  </a:lnTo>
                  <a:lnTo>
                    <a:pt x="1470252" y="4066618"/>
                  </a:lnTo>
                  <a:lnTo>
                    <a:pt x="1470378" y="4066618"/>
                  </a:lnTo>
                  <a:lnTo>
                    <a:pt x="1470505" y="4066618"/>
                  </a:lnTo>
                  <a:lnTo>
                    <a:pt x="1470631" y="4066618"/>
                  </a:lnTo>
                  <a:lnTo>
                    <a:pt x="1470757" y="4066618"/>
                  </a:lnTo>
                  <a:lnTo>
                    <a:pt x="1470883" y="4066618"/>
                  </a:lnTo>
                  <a:lnTo>
                    <a:pt x="1471010" y="4066618"/>
                  </a:lnTo>
                  <a:lnTo>
                    <a:pt x="1471010" y="4061707"/>
                  </a:lnTo>
                  <a:lnTo>
                    <a:pt x="1471136" y="4061707"/>
                  </a:lnTo>
                  <a:lnTo>
                    <a:pt x="1471262" y="4061707"/>
                  </a:lnTo>
                  <a:lnTo>
                    <a:pt x="1471388" y="4061707"/>
                  </a:lnTo>
                  <a:lnTo>
                    <a:pt x="1471515" y="4061707"/>
                  </a:lnTo>
                  <a:lnTo>
                    <a:pt x="1471641" y="4061707"/>
                  </a:lnTo>
                  <a:lnTo>
                    <a:pt x="1471767" y="4061707"/>
                  </a:lnTo>
                  <a:lnTo>
                    <a:pt x="1471893" y="4061707"/>
                  </a:lnTo>
                  <a:lnTo>
                    <a:pt x="1472020" y="4061707"/>
                  </a:lnTo>
                  <a:lnTo>
                    <a:pt x="1472146" y="4061707"/>
                  </a:lnTo>
                  <a:lnTo>
                    <a:pt x="1472272" y="4061707"/>
                  </a:lnTo>
                  <a:lnTo>
                    <a:pt x="1472398" y="4061707"/>
                  </a:lnTo>
                  <a:lnTo>
                    <a:pt x="1472525" y="4061707"/>
                  </a:lnTo>
                  <a:lnTo>
                    <a:pt x="1472651" y="4061707"/>
                  </a:lnTo>
                  <a:lnTo>
                    <a:pt x="1472777" y="4061707"/>
                  </a:lnTo>
                  <a:lnTo>
                    <a:pt x="1472903" y="4061707"/>
                  </a:lnTo>
                  <a:lnTo>
                    <a:pt x="1473030" y="4061707"/>
                  </a:lnTo>
                  <a:lnTo>
                    <a:pt x="1473156" y="4061707"/>
                  </a:lnTo>
                  <a:lnTo>
                    <a:pt x="1473282" y="4061707"/>
                  </a:lnTo>
                  <a:lnTo>
                    <a:pt x="1473408" y="4061707"/>
                  </a:lnTo>
                  <a:lnTo>
                    <a:pt x="1473535" y="4061707"/>
                  </a:lnTo>
                  <a:lnTo>
                    <a:pt x="1473661" y="4061707"/>
                  </a:lnTo>
                  <a:lnTo>
                    <a:pt x="1473787" y="4061707"/>
                  </a:lnTo>
                  <a:lnTo>
                    <a:pt x="1473913" y="4061707"/>
                  </a:lnTo>
                  <a:lnTo>
                    <a:pt x="1474040" y="4061707"/>
                  </a:lnTo>
                  <a:lnTo>
                    <a:pt x="1474166" y="4061707"/>
                  </a:lnTo>
                  <a:lnTo>
                    <a:pt x="1474292" y="4061707"/>
                  </a:lnTo>
                  <a:lnTo>
                    <a:pt x="1474419" y="4061707"/>
                  </a:lnTo>
                  <a:lnTo>
                    <a:pt x="1474545" y="4061707"/>
                  </a:lnTo>
                  <a:lnTo>
                    <a:pt x="1474671" y="4061707"/>
                  </a:lnTo>
                  <a:lnTo>
                    <a:pt x="1474797" y="4061707"/>
                  </a:lnTo>
                  <a:lnTo>
                    <a:pt x="1474924" y="4061707"/>
                  </a:lnTo>
                  <a:lnTo>
                    <a:pt x="1475050" y="4061707"/>
                  </a:lnTo>
                  <a:lnTo>
                    <a:pt x="1475176" y="4061707"/>
                  </a:lnTo>
                  <a:lnTo>
                    <a:pt x="1475302" y="4061707"/>
                  </a:lnTo>
                  <a:lnTo>
                    <a:pt x="1475429" y="4061707"/>
                  </a:lnTo>
                  <a:lnTo>
                    <a:pt x="1475555" y="4061707"/>
                  </a:lnTo>
                  <a:lnTo>
                    <a:pt x="1475681" y="4061707"/>
                  </a:lnTo>
                  <a:lnTo>
                    <a:pt x="1475807" y="4061707"/>
                  </a:lnTo>
                  <a:lnTo>
                    <a:pt x="1475934" y="4061707"/>
                  </a:lnTo>
                  <a:lnTo>
                    <a:pt x="1476060" y="4061707"/>
                  </a:lnTo>
                  <a:lnTo>
                    <a:pt x="1476186" y="4061707"/>
                  </a:lnTo>
                  <a:lnTo>
                    <a:pt x="1476312" y="4061707"/>
                  </a:lnTo>
                  <a:lnTo>
                    <a:pt x="1476439" y="4061707"/>
                  </a:lnTo>
                  <a:lnTo>
                    <a:pt x="1476565" y="4061707"/>
                  </a:lnTo>
                  <a:lnTo>
                    <a:pt x="1476691" y="4061707"/>
                  </a:lnTo>
                  <a:lnTo>
                    <a:pt x="1476817" y="4061707"/>
                  </a:lnTo>
                  <a:lnTo>
                    <a:pt x="1476944" y="4061707"/>
                  </a:lnTo>
                  <a:lnTo>
                    <a:pt x="1477070" y="4061707"/>
                  </a:lnTo>
                  <a:lnTo>
                    <a:pt x="1477196" y="4061707"/>
                  </a:lnTo>
                  <a:lnTo>
                    <a:pt x="1477322" y="4061707"/>
                  </a:lnTo>
                  <a:lnTo>
                    <a:pt x="1477449" y="4061707"/>
                  </a:lnTo>
                  <a:lnTo>
                    <a:pt x="1477575" y="4061707"/>
                  </a:lnTo>
                  <a:lnTo>
                    <a:pt x="1477701" y="4061707"/>
                  </a:lnTo>
                  <a:lnTo>
                    <a:pt x="1477827" y="4061707"/>
                  </a:lnTo>
                  <a:lnTo>
                    <a:pt x="1477954" y="4061707"/>
                  </a:lnTo>
                  <a:lnTo>
                    <a:pt x="1478080" y="4061707"/>
                  </a:lnTo>
                  <a:lnTo>
                    <a:pt x="1478206" y="4061707"/>
                  </a:lnTo>
                  <a:lnTo>
                    <a:pt x="1478332" y="4061707"/>
                  </a:lnTo>
                  <a:lnTo>
                    <a:pt x="1478459" y="4061707"/>
                  </a:lnTo>
                  <a:lnTo>
                    <a:pt x="1478585" y="4061707"/>
                  </a:lnTo>
                  <a:lnTo>
                    <a:pt x="1478711" y="4061707"/>
                  </a:lnTo>
                  <a:lnTo>
                    <a:pt x="1478837" y="4061707"/>
                  </a:lnTo>
                  <a:lnTo>
                    <a:pt x="1478964" y="4061707"/>
                  </a:lnTo>
                  <a:lnTo>
                    <a:pt x="1479090" y="4061707"/>
                  </a:lnTo>
                  <a:lnTo>
                    <a:pt x="1479216" y="4061707"/>
                  </a:lnTo>
                  <a:lnTo>
                    <a:pt x="1479342" y="4061707"/>
                  </a:lnTo>
                  <a:lnTo>
                    <a:pt x="1479469" y="4061707"/>
                  </a:lnTo>
                  <a:lnTo>
                    <a:pt x="1479595" y="4061707"/>
                  </a:lnTo>
                  <a:lnTo>
                    <a:pt x="1479721" y="4061707"/>
                  </a:lnTo>
                  <a:lnTo>
                    <a:pt x="1479848" y="4061707"/>
                  </a:lnTo>
                  <a:lnTo>
                    <a:pt x="1479974" y="4061707"/>
                  </a:lnTo>
                  <a:lnTo>
                    <a:pt x="1480100" y="4061707"/>
                  </a:lnTo>
                  <a:lnTo>
                    <a:pt x="1480226" y="4061707"/>
                  </a:lnTo>
                  <a:lnTo>
                    <a:pt x="1480226" y="4056795"/>
                  </a:lnTo>
                  <a:lnTo>
                    <a:pt x="1480353" y="4056795"/>
                  </a:lnTo>
                  <a:lnTo>
                    <a:pt x="1480479" y="4056795"/>
                  </a:lnTo>
                  <a:lnTo>
                    <a:pt x="1480605" y="4056795"/>
                  </a:lnTo>
                  <a:lnTo>
                    <a:pt x="1480731" y="4056795"/>
                  </a:lnTo>
                  <a:lnTo>
                    <a:pt x="1480858" y="4056795"/>
                  </a:lnTo>
                  <a:lnTo>
                    <a:pt x="1480984" y="4056795"/>
                  </a:lnTo>
                  <a:lnTo>
                    <a:pt x="1481110" y="4056795"/>
                  </a:lnTo>
                  <a:lnTo>
                    <a:pt x="1481236" y="4056795"/>
                  </a:lnTo>
                  <a:lnTo>
                    <a:pt x="1481363" y="4056795"/>
                  </a:lnTo>
                  <a:lnTo>
                    <a:pt x="1481489" y="4056795"/>
                  </a:lnTo>
                  <a:lnTo>
                    <a:pt x="1481615" y="4056795"/>
                  </a:lnTo>
                  <a:lnTo>
                    <a:pt x="1481741" y="4056795"/>
                  </a:lnTo>
                  <a:lnTo>
                    <a:pt x="1481868" y="4056795"/>
                  </a:lnTo>
                  <a:lnTo>
                    <a:pt x="1481994" y="4056795"/>
                  </a:lnTo>
                  <a:lnTo>
                    <a:pt x="1482120" y="4056795"/>
                  </a:lnTo>
                  <a:lnTo>
                    <a:pt x="1482246" y="4056795"/>
                  </a:lnTo>
                  <a:lnTo>
                    <a:pt x="1482373" y="4056795"/>
                  </a:lnTo>
                  <a:lnTo>
                    <a:pt x="1482499" y="4056795"/>
                  </a:lnTo>
                  <a:lnTo>
                    <a:pt x="1482625" y="4056795"/>
                  </a:lnTo>
                  <a:lnTo>
                    <a:pt x="1482751" y="4056795"/>
                  </a:lnTo>
                  <a:lnTo>
                    <a:pt x="1482878" y="4056795"/>
                  </a:lnTo>
                  <a:lnTo>
                    <a:pt x="1483004" y="4056795"/>
                  </a:lnTo>
                  <a:lnTo>
                    <a:pt x="1483004" y="4051884"/>
                  </a:lnTo>
                  <a:lnTo>
                    <a:pt x="1483130" y="4051884"/>
                  </a:lnTo>
                  <a:lnTo>
                    <a:pt x="1483256" y="4051884"/>
                  </a:lnTo>
                  <a:lnTo>
                    <a:pt x="1483383" y="4051884"/>
                  </a:lnTo>
                  <a:lnTo>
                    <a:pt x="1483509" y="4051884"/>
                  </a:lnTo>
                  <a:lnTo>
                    <a:pt x="1483635" y="4051884"/>
                  </a:lnTo>
                  <a:lnTo>
                    <a:pt x="1483761" y="4051884"/>
                  </a:lnTo>
                  <a:lnTo>
                    <a:pt x="1483888" y="4051884"/>
                  </a:lnTo>
                  <a:lnTo>
                    <a:pt x="1483888" y="4046972"/>
                  </a:lnTo>
                  <a:lnTo>
                    <a:pt x="1484014" y="4046972"/>
                  </a:lnTo>
                  <a:lnTo>
                    <a:pt x="1484140" y="4046972"/>
                  </a:lnTo>
                  <a:lnTo>
                    <a:pt x="1484266" y="4046972"/>
                  </a:lnTo>
                  <a:lnTo>
                    <a:pt x="1484393" y="4046972"/>
                  </a:lnTo>
                  <a:lnTo>
                    <a:pt x="1484519" y="4046972"/>
                  </a:lnTo>
                  <a:lnTo>
                    <a:pt x="1484645" y="4046972"/>
                  </a:lnTo>
                  <a:lnTo>
                    <a:pt x="1484772" y="4046972"/>
                  </a:lnTo>
                  <a:lnTo>
                    <a:pt x="1484898" y="4046972"/>
                  </a:lnTo>
                  <a:lnTo>
                    <a:pt x="1485024" y="4046972"/>
                  </a:lnTo>
                  <a:lnTo>
                    <a:pt x="1485150" y="4046972"/>
                  </a:lnTo>
                  <a:lnTo>
                    <a:pt x="1485277" y="4046972"/>
                  </a:lnTo>
                  <a:lnTo>
                    <a:pt x="1485403" y="4046972"/>
                  </a:lnTo>
                  <a:lnTo>
                    <a:pt x="1485529" y="4046972"/>
                  </a:lnTo>
                  <a:lnTo>
                    <a:pt x="1485655" y="4046972"/>
                  </a:lnTo>
                  <a:lnTo>
                    <a:pt x="1485782" y="4046972"/>
                  </a:lnTo>
                  <a:lnTo>
                    <a:pt x="1485908" y="4046972"/>
                  </a:lnTo>
                  <a:lnTo>
                    <a:pt x="1486034" y="4046972"/>
                  </a:lnTo>
                  <a:lnTo>
                    <a:pt x="1486160" y="4046972"/>
                  </a:lnTo>
                  <a:lnTo>
                    <a:pt x="1486287" y="4046972"/>
                  </a:lnTo>
                  <a:lnTo>
                    <a:pt x="1486413" y="4046972"/>
                  </a:lnTo>
                  <a:lnTo>
                    <a:pt x="1486539" y="4046972"/>
                  </a:lnTo>
                  <a:lnTo>
                    <a:pt x="1486665" y="4046972"/>
                  </a:lnTo>
                  <a:lnTo>
                    <a:pt x="1486792" y="4046972"/>
                  </a:lnTo>
                  <a:lnTo>
                    <a:pt x="1486918" y="4046972"/>
                  </a:lnTo>
                  <a:lnTo>
                    <a:pt x="1487044" y="4046972"/>
                  </a:lnTo>
                  <a:lnTo>
                    <a:pt x="1487170" y="4046972"/>
                  </a:lnTo>
                  <a:lnTo>
                    <a:pt x="1487297" y="4046972"/>
                  </a:lnTo>
                  <a:lnTo>
                    <a:pt x="1487423" y="4046972"/>
                  </a:lnTo>
                  <a:lnTo>
                    <a:pt x="1487549" y="4046972"/>
                  </a:lnTo>
                  <a:lnTo>
                    <a:pt x="1487675" y="4046972"/>
                  </a:lnTo>
                  <a:lnTo>
                    <a:pt x="1487802" y="4046972"/>
                  </a:lnTo>
                  <a:lnTo>
                    <a:pt x="1487928" y="4046972"/>
                  </a:lnTo>
                  <a:lnTo>
                    <a:pt x="1488054" y="4046972"/>
                  </a:lnTo>
                  <a:lnTo>
                    <a:pt x="1488180" y="4046972"/>
                  </a:lnTo>
                  <a:lnTo>
                    <a:pt x="1488307" y="4046972"/>
                  </a:lnTo>
                  <a:lnTo>
                    <a:pt x="1488433" y="4046972"/>
                  </a:lnTo>
                  <a:lnTo>
                    <a:pt x="1488559" y="4046972"/>
                  </a:lnTo>
                  <a:lnTo>
                    <a:pt x="1488685" y="4046972"/>
                  </a:lnTo>
                  <a:lnTo>
                    <a:pt x="1488812" y="4046972"/>
                  </a:lnTo>
                  <a:lnTo>
                    <a:pt x="1488938" y="4046972"/>
                  </a:lnTo>
                  <a:lnTo>
                    <a:pt x="1489064" y="4046972"/>
                  </a:lnTo>
                  <a:lnTo>
                    <a:pt x="1489190" y="4046972"/>
                  </a:lnTo>
                  <a:lnTo>
                    <a:pt x="1489317" y="4046972"/>
                  </a:lnTo>
                  <a:lnTo>
                    <a:pt x="1489443" y="4046972"/>
                  </a:lnTo>
                  <a:lnTo>
                    <a:pt x="1489569" y="4046972"/>
                  </a:lnTo>
                  <a:lnTo>
                    <a:pt x="1489696" y="4046972"/>
                  </a:lnTo>
                  <a:lnTo>
                    <a:pt x="1489822" y="4046972"/>
                  </a:lnTo>
                  <a:lnTo>
                    <a:pt x="1489948" y="4046972"/>
                  </a:lnTo>
                  <a:lnTo>
                    <a:pt x="1490074" y="4046972"/>
                  </a:lnTo>
                  <a:lnTo>
                    <a:pt x="1490201" y="4046972"/>
                  </a:lnTo>
                  <a:lnTo>
                    <a:pt x="1490327" y="4046972"/>
                  </a:lnTo>
                  <a:lnTo>
                    <a:pt x="1490453" y="4046972"/>
                  </a:lnTo>
                  <a:lnTo>
                    <a:pt x="1490579" y="4046972"/>
                  </a:lnTo>
                  <a:lnTo>
                    <a:pt x="1490706" y="4046972"/>
                  </a:lnTo>
                  <a:lnTo>
                    <a:pt x="1490832" y="4046972"/>
                  </a:lnTo>
                  <a:lnTo>
                    <a:pt x="1490958" y="4046972"/>
                  </a:lnTo>
                  <a:lnTo>
                    <a:pt x="1491084" y="4046972"/>
                  </a:lnTo>
                  <a:lnTo>
                    <a:pt x="1491211" y="4046972"/>
                  </a:lnTo>
                  <a:lnTo>
                    <a:pt x="1491337" y="4046972"/>
                  </a:lnTo>
                  <a:lnTo>
                    <a:pt x="1491337" y="4042061"/>
                  </a:lnTo>
                  <a:lnTo>
                    <a:pt x="1491463" y="4042061"/>
                  </a:lnTo>
                  <a:lnTo>
                    <a:pt x="1491463" y="4037150"/>
                  </a:lnTo>
                  <a:lnTo>
                    <a:pt x="1491589" y="4037150"/>
                  </a:lnTo>
                  <a:lnTo>
                    <a:pt x="1491716" y="4037150"/>
                  </a:lnTo>
                  <a:lnTo>
                    <a:pt x="1491842" y="4037150"/>
                  </a:lnTo>
                  <a:lnTo>
                    <a:pt x="1491968" y="4037150"/>
                  </a:lnTo>
                  <a:lnTo>
                    <a:pt x="1492094" y="4037150"/>
                  </a:lnTo>
                  <a:lnTo>
                    <a:pt x="1492221" y="4037150"/>
                  </a:lnTo>
                  <a:lnTo>
                    <a:pt x="1492347" y="4037150"/>
                  </a:lnTo>
                  <a:lnTo>
                    <a:pt x="1492473" y="4037150"/>
                  </a:lnTo>
                  <a:lnTo>
                    <a:pt x="1492599" y="4037150"/>
                  </a:lnTo>
                  <a:lnTo>
                    <a:pt x="1492726" y="4037150"/>
                  </a:lnTo>
                  <a:lnTo>
                    <a:pt x="1492852" y="4037150"/>
                  </a:lnTo>
                  <a:lnTo>
                    <a:pt x="1492978" y="4037150"/>
                  </a:lnTo>
                  <a:lnTo>
                    <a:pt x="1493104" y="4037150"/>
                  </a:lnTo>
                  <a:lnTo>
                    <a:pt x="1493231" y="4037150"/>
                  </a:lnTo>
                  <a:lnTo>
                    <a:pt x="1493357" y="4037150"/>
                  </a:lnTo>
                  <a:lnTo>
                    <a:pt x="1493483" y="4037150"/>
                  </a:lnTo>
                  <a:lnTo>
                    <a:pt x="1493609" y="4037150"/>
                  </a:lnTo>
                  <a:lnTo>
                    <a:pt x="1493736" y="4037150"/>
                  </a:lnTo>
                  <a:lnTo>
                    <a:pt x="1493862" y="4037150"/>
                  </a:lnTo>
                  <a:lnTo>
                    <a:pt x="1493988" y="4037150"/>
                  </a:lnTo>
                  <a:lnTo>
                    <a:pt x="1494114" y="4037150"/>
                  </a:lnTo>
                  <a:lnTo>
                    <a:pt x="1494241" y="4037150"/>
                  </a:lnTo>
                  <a:lnTo>
                    <a:pt x="1494367" y="4037150"/>
                  </a:lnTo>
                  <a:lnTo>
                    <a:pt x="1494493" y="4037150"/>
                  </a:lnTo>
                  <a:lnTo>
                    <a:pt x="1494619" y="4037150"/>
                  </a:lnTo>
                  <a:lnTo>
                    <a:pt x="1494746" y="4037150"/>
                  </a:lnTo>
                  <a:lnTo>
                    <a:pt x="1494872" y="4037150"/>
                  </a:lnTo>
                  <a:lnTo>
                    <a:pt x="1494998" y="4037150"/>
                  </a:lnTo>
                  <a:lnTo>
                    <a:pt x="1495125" y="4037150"/>
                  </a:lnTo>
                  <a:lnTo>
                    <a:pt x="1495251" y="4037150"/>
                  </a:lnTo>
                  <a:lnTo>
                    <a:pt x="1495377" y="4037150"/>
                  </a:lnTo>
                  <a:lnTo>
                    <a:pt x="1495503" y="4037150"/>
                  </a:lnTo>
                  <a:lnTo>
                    <a:pt x="1495630" y="4037150"/>
                  </a:lnTo>
                  <a:lnTo>
                    <a:pt x="1495756" y="4037150"/>
                  </a:lnTo>
                  <a:lnTo>
                    <a:pt x="1495882" y="4037150"/>
                  </a:lnTo>
                  <a:lnTo>
                    <a:pt x="1496008" y="4037150"/>
                  </a:lnTo>
                  <a:lnTo>
                    <a:pt x="1496135" y="4037150"/>
                  </a:lnTo>
                  <a:lnTo>
                    <a:pt x="1496261" y="4037150"/>
                  </a:lnTo>
                  <a:lnTo>
                    <a:pt x="1496387" y="4037150"/>
                  </a:lnTo>
                  <a:lnTo>
                    <a:pt x="1496513" y="4037150"/>
                  </a:lnTo>
                  <a:lnTo>
                    <a:pt x="1496640" y="4037150"/>
                  </a:lnTo>
                  <a:lnTo>
                    <a:pt x="1496766" y="4037150"/>
                  </a:lnTo>
                  <a:lnTo>
                    <a:pt x="1496892" y="4037150"/>
                  </a:lnTo>
                  <a:lnTo>
                    <a:pt x="1497018" y="4037150"/>
                  </a:lnTo>
                  <a:lnTo>
                    <a:pt x="1497145" y="4037150"/>
                  </a:lnTo>
                  <a:lnTo>
                    <a:pt x="1497271" y="4037150"/>
                  </a:lnTo>
                  <a:lnTo>
                    <a:pt x="1497397" y="4037150"/>
                  </a:lnTo>
                  <a:lnTo>
                    <a:pt x="1497523" y="4037150"/>
                  </a:lnTo>
                  <a:lnTo>
                    <a:pt x="1497650" y="4037150"/>
                  </a:lnTo>
                  <a:lnTo>
                    <a:pt x="1497776" y="4037150"/>
                  </a:lnTo>
                  <a:lnTo>
                    <a:pt x="1497902" y="4037150"/>
                  </a:lnTo>
                  <a:lnTo>
                    <a:pt x="1498028" y="4037150"/>
                  </a:lnTo>
                  <a:lnTo>
                    <a:pt x="1498155" y="4037150"/>
                  </a:lnTo>
                  <a:lnTo>
                    <a:pt x="1498281" y="4037150"/>
                  </a:lnTo>
                  <a:lnTo>
                    <a:pt x="1498407" y="4037150"/>
                  </a:lnTo>
                  <a:lnTo>
                    <a:pt x="1498533" y="4037150"/>
                  </a:lnTo>
                  <a:lnTo>
                    <a:pt x="1498660" y="4037150"/>
                  </a:lnTo>
                  <a:lnTo>
                    <a:pt x="1498786" y="4037150"/>
                  </a:lnTo>
                  <a:lnTo>
                    <a:pt x="1498912" y="4037150"/>
                  </a:lnTo>
                  <a:lnTo>
                    <a:pt x="1499038" y="4037150"/>
                  </a:lnTo>
                  <a:lnTo>
                    <a:pt x="1499165" y="4037150"/>
                  </a:lnTo>
                  <a:lnTo>
                    <a:pt x="1499291" y="4037150"/>
                  </a:lnTo>
                  <a:lnTo>
                    <a:pt x="1499417" y="4037150"/>
                  </a:lnTo>
                  <a:lnTo>
                    <a:pt x="1499543" y="4037150"/>
                  </a:lnTo>
                  <a:lnTo>
                    <a:pt x="1499670" y="4037150"/>
                  </a:lnTo>
                  <a:lnTo>
                    <a:pt x="1499796" y="4037150"/>
                  </a:lnTo>
                  <a:lnTo>
                    <a:pt x="1499922" y="4037150"/>
                  </a:lnTo>
                  <a:lnTo>
                    <a:pt x="1500049" y="4037150"/>
                  </a:lnTo>
                  <a:lnTo>
                    <a:pt x="1500175" y="4037150"/>
                  </a:lnTo>
                  <a:lnTo>
                    <a:pt x="1500301" y="4037150"/>
                  </a:lnTo>
                  <a:lnTo>
                    <a:pt x="1500427" y="4037150"/>
                  </a:lnTo>
                  <a:lnTo>
                    <a:pt x="1500554" y="4037150"/>
                  </a:lnTo>
                  <a:lnTo>
                    <a:pt x="1500680" y="4037150"/>
                  </a:lnTo>
                  <a:lnTo>
                    <a:pt x="1500806" y="4037150"/>
                  </a:lnTo>
                  <a:lnTo>
                    <a:pt x="1500932" y="4037150"/>
                  </a:lnTo>
                  <a:lnTo>
                    <a:pt x="1501059" y="4037150"/>
                  </a:lnTo>
                  <a:lnTo>
                    <a:pt x="1501185" y="4037150"/>
                  </a:lnTo>
                  <a:lnTo>
                    <a:pt x="1501311" y="4037150"/>
                  </a:lnTo>
                  <a:lnTo>
                    <a:pt x="1501437" y="4037150"/>
                  </a:lnTo>
                  <a:lnTo>
                    <a:pt x="1501564" y="4037150"/>
                  </a:lnTo>
                  <a:lnTo>
                    <a:pt x="1501690" y="4037150"/>
                  </a:lnTo>
                  <a:lnTo>
                    <a:pt x="1501816" y="4037150"/>
                  </a:lnTo>
                  <a:lnTo>
                    <a:pt x="1501942" y="4037150"/>
                  </a:lnTo>
                  <a:lnTo>
                    <a:pt x="1502069" y="4037150"/>
                  </a:lnTo>
                  <a:lnTo>
                    <a:pt x="1502195" y="4037150"/>
                  </a:lnTo>
                  <a:lnTo>
                    <a:pt x="1502321" y="4037150"/>
                  </a:lnTo>
                  <a:lnTo>
                    <a:pt x="1502447" y="4037150"/>
                  </a:lnTo>
                  <a:lnTo>
                    <a:pt x="1502574" y="4037150"/>
                  </a:lnTo>
                  <a:lnTo>
                    <a:pt x="1502700" y="4037150"/>
                  </a:lnTo>
                  <a:lnTo>
                    <a:pt x="1502826" y="4037150"/>
                  </a:lnTo>
                  <a:lnTo>
                    <a:pt x="1502952" y="4037150"/>
                  </a:lnTo>
                  <a:lnTo>
                    <a:pt x="1503079" y="4037150"/>
                  </a:lnTo>
                  <a:lnTo>
                    <a:pt x="1503205" y="4037150"/>
                  </a:lnTo>
                  <a:lnTo>
                    <a:pt x="1503331" y="4037150"/>
                  </a:lnTo>
                  <a:lnTo>
                    <a:pt x="1503457" y="4037150"/>
                  </a:lnTo>
                  <a:lnTo>
                    <a:pt x="1503584" y="4037150"/>
                  </a:lnTo>
                  <a:lnTo>
                    <a:pt x="1503710" y="4037150"/>
                  </a:lnTo>
                  <a:lnTo>
                    <a:pt x="1503710" y="4032238"/>
                  </a:lnTo>
                  <a:lnTo>
                    <a:pt x="1503836" y="4032238"/>
                  </a:lnTo>
                  <a:lnTo>
                    <a:pt x="1503962" y="4032238"/>
                  </a:lnTo>
                  <a:lnTo>
                    <a:pt x="1504089" y="4032238"/>
                  </a:lnTo>
                  <a:lnTo>
                    <a:pt x="1504215" y="4032238"/>
                  </a:lnTo>
                  <a:lnTo>
                    <a:pt x="1504341" y="4032238"/>
                  </a:lnTo>
                  <a:lnTo>
                    <a:pt x="1504467" y="4032238"/>
                  </a:lnTo>
                  <a:lnTo>
                    <a:pt x="1504594" y="4032238"/>
                  </a:lnTo>
                  <a:lnTo>
                    <a:pt x="1504720" y="4032238"/>
                  </a:lnTo>
                  <a:lnTo>
                    <a:pt x="1504846" y="4032238"/>
                  </a:lnTo>
                  <a:lnTo>
                    <a:pt x="1504972" y="4032238"/>
                  </a:lnTo>
                  <a:lnTo>
                    <a:pt x="1505099" y="4032238"/>
                  </a:lnTo>
                  <a:lnTo>
                    <a:pt x="1505225" y="4032238"/>
                  </a:lnTo>
                  <a:lnTo>
                    <a:pt x="1505351" y="4032238"/>
                  </a:lnTo>
                  <a:lnTo>
                    <a:pt x="1505478" y="4032238"/>
                  </a:lnTo>
                  <a:lnTo>
                    <a:pt x="1505604" y="4032238"/>
                  </a:lnTo>
                  <a:lnTo>
                    <a:pt x="1505604" y="4027327"/>
                  </a:lnTo>
                  <a:lnTo>
                    <a:pt x="1505730" y="4027327"/>
                  </a:lnTo>
                  <a:lnTo>
                    <a:pt x="1505856" y="4027327"/>
                  </a:lnTo>
                  <a:lnTo>
                    <a:pt x="1505983" y="4027327"/>
                  </a:lnTo>
                  <a:lnTo>
                    <a:pt x="1506109" y="4027327"/>
                  </a:lnTo>
                  <a:lnTo>
                    <a:pt x="1506235" y="4027327"/>
                  </a:lnTo>
                  <a:lnTo>
                    <a:pt x="1506361" y="4027327"/>
                  </a:lnTo>
                  <a:lnTo>
                    <a:pt x="1506488" y="4027327"/>
                  </a:lnTo>
                  <a:lnTo>
                    <a:pt x="1506614" y="4027327"/>
                  </a:lnTo>
                  <a:lnTo>
                    <a:pt x="1506740" y="4027327"/>
                  </a:lnTo>
                  <a:lnTo>
                    <a:pt x="1506866" y="4027327"/>
                  </a:lnTo>
                  <a:lnTo>
                    <a:pt x="1506993" y="4027327"/>
                  </a:lnTo>
                  <a:lnTo>
                    <a:pt x="1507119" y="4027327"/>
                  </a:lnTo>
                  <a:lnTo>
                    <a:pt x="1507245" y="4027327"/>
                  </a:lnTo>
                  <a:lnTo>
                    <a:pt x="1507371" y="4027327"/>
                  </a:lnTo>
                  <a:lnTo>
                    <a:pt x="1507498" y="4027327"/>
                  </a:lnTo>
                  <a:lnTo>
                    <a:pt x="1507624" y="4027327"/>
                  </a:lnTo>
                  <a:lnTo>
                    <a:pt x="1507750" y="4027327"/>
                  </a:lnTo>
                  <a:lnTo>
                    <a:pt x="1507876" y="4027327"/>
                  </a:lnTo>
                  <a:lnTo>
                    <a:pt x="1508003" y="4027327"/>
                  </a:lnTo>
                  <a:lnTo>
                    <a:pt x="1508129" y="4027327"/>
                  </a:lnTo>
                  <a:lnTo>
                    <a:pt x="1508255" y="4027327"/>
                  </a:lnTo>
                  <a:lnTo>
                    <a:pt x="1508381" y="4027327"/>
                  </a:lnTo>
                  <a:lnTo>
                    <a:pt x="1508508" y="4027327"/>
                  </a:lnTo>
                  <a:lnTo>
                    <a:pt x="1508634" y="4027327"/>
                  </a:lnTo>
                  <a:lnTo>
                    <a:pt x="1508760" y="4027327"/>
                  </a:lnTo>
                  <a:lnTo>
                    <a:pt x="1508760" y="4022416"/>
                  </a:lnTo>
                  <a:lnTo>
                    <a:pt x="1508886" y="4022416"/>
                  </a:lnTo>
                  <a:lnTo>
                    <a:pt x="1509013" y="4022416"/>
                  </a:lnTo>
                  <a:lnTo>
                    <a:pt x="1509139" y="4022416"/>
                  </a:lnTo>
                  <a:lnTo>
                    <a:pt x="1509265" y="4022416"/>
                  </a:lnTo>
                  <a:lnTo>
                    <a:pt x="1509391" y="4022416"/>
                  </a:lnTo>
                  <a:lnTo>
                    <a:pt x="1509518" y="4022416"/>
                  </a:lnTo>
                  <a:lnTo>
                    <a:pt x="1509644" y="4022416"/>
                  </a:lnTo>
                  <a:lnTo>
                    <a:pt x="1509770" y="4022416"/>
                  </a:lnTo>
                  <a:lnTo>
                    <a:pt x="1509896" y="4022416"/>
                  </a:lnTo>
                  <a:lnTo>
                    <a:pt x="1510023" y="4022416"/>
                  </a:lnTo>
                  <a:lnTo>
                    <a:pt x="1510023" y="4017504"/>
                  </a:lnTo>
                  <a:lnTo>
                    <a:pt x="1510149" y="4017504"/>
                  </a:lnTo>
                  <a:lnTo>
                    <a:pt x="1510275" y="4017504"/>
                  </a:lnTo>
                  <a:lnTo>
                    <a:pt x="1510402" y="4017504"/>
                  </a:lnTo>
                  <a:lnTo>
                    <a:pt x="1510528" y="4017504"/>
                  </a:lnTo>
                  <a:lnTo>
                    <a:pt x="1510654" y="4017504"/>
                  </a:lnTo>
                  <a:lnTo>
                    <a:pt x="1510780" y="4017504"/>
                  </a:lnTo>
                  <a:lnTo>
                    <a:pt x="1510907" y="4017504"/>
                  </a:lnTo>
                  <a:lnTo>
                    <a:pt x="1511033" y="4017504"/>
                  </a:lnTo>
                  <a:lnTo>
                    <a:pt x="1511159" y="4017504"/>
                  </a:lnTo>
                  <a:lnTo>
                    <a:pt x="1511285" y="4017504"/>
                  </a:lnTo>
                  <a:lnTo>
                    <a:pt x="1511412" y="4017504"/>
                  </a:lnTo>
                  <a:lnTo>
                    <a:pt x="1511538" y="4017504"/>
                  </a:lnTo>
                  <a:lnTo>
                    <a:pt x="1511664" y="4017504"/>
                  </a:lnTo>
                  <a:lnTo>
                    <a:pt x="1511790" y="4017504"/>
                  </a:lnTo>
                  <a:lnTo>
                    <a:pt x="1511917" y="4017504"/>
                  </a:lnTo>
                  <a:lnTo>
                    <a:pt x="1512043" y="4017504"/>
                  </a:lnTo>
                  <a:lnTo>
                    <a:pt x="1512169" y="4017504"/>
                  </a:lnTo>
                  <a:lnTo>
                    <a:pt x="1512295" y="4017504"/>
                  </a:lnTo>
                  <a:lnTo>
                    <a:pt x="1512422" y="4017504"/>
                  </a:lnTo>
                  <a:lnTo>
                    <a:pt x="1512548" y="4017504"/>
                  </a:lnTo>
                  <a:lnTo>
                    <a:pt x="1512674" y="4017504"/>
                  </a:lnTo>
                  <a:lnTo>
                    <a:pt x="1512800" y="4017504"/>
                  </a:lnTo>
                  <a:lnTo>
                    <a:pt x="1512927" y="4017504"/>
                  </a:lnTo>
                  <a:lnTo>
                    <a:pt x="1513053" y="4017504"/>
                  </a:lnTo>
                  <a:lnTo>
                    <a:pt x="1513179" y="4017504"/>
                  </a:lnTo>
                  <a:lnTo>
                    <a:pt x="1513305" y="4017504"/>
                  </a:lnTo>
                  <a:lnTo>
                    <a:pt x="1513432" y="4017504"/>
                  </a:lnTo>
                  <a:lnTo>
                    <a:pt x="1513558" y="4017504"/>
                  </a:lnTo>
                  <a:lnTo>
                    <a:pt x="1513684" y="4017504"/>
                  </a:lnTo>
                  <a:lnTo>
                    <a:pt x="1513810" y="4017504"/>
                  </a:lnTo>
                  <a:lnTo>
                    <a:pt x="1513937" y="4017504"/>
                  </a:lnTo>
                  <a:lnTo>
                    <a:pt x="1514063" y="4017504"/>
                  </a:lnTo>
                  <a:lnTo>
                    <a:pt x="1514063" y="4012593"/>
                  </a:lnTo>
                  <a:lnTo>
                    <a:pt x="1514189" y="4012593"/>
                  </a:lnTo>
                  <a:lnTo>
                    <a:pt x="1514315" y="4012593"/>
                  </a:lnTo>
                  <a:lnTo>
                    <a:pt x="1514442" y="4012593"/>
                  </a:lnTo>
                  <a:lnTo>
                    <a:pt x="1514568" y="4012593"/>
                  </a:lnTo>
                  <a:lnTo>
                    <a:pt x="1514694" y="4012593"/>
                  </a:lnTo>
                  <a:lnTo>
                    <a:pt x="1514694" y="4007681"/>
                  </a:lnTo>
                  <a:lnTo>
                    <a:pt x="1514820" y="4007681"/>
                  </a:lnTo>
                  <a:lnTo>
                    <a:pt x="1514947" y="4007681"/>
                  </a:lnTo>
                  <a:lnTo>
                    <a:pt x="1515073" y="4007681"/>
                  </a:lnTo>
                  <a:lnTo>
                    <a:pt x="1515199" y="4007681"/>
                  </a:lnTo>
                  <a:lnTo>
                    <a:pt x="1515325" y="4007681"/>
                  </a:lnTo>
                  <a:lnTo>
                    <a:pt x="1515452" y="4007681"/>
                  </a:lnTo>
                  <a:lnTo>
                    <a:pt x="1515578" y="4007681"/>
                  </a:lnTo>
                  <a:lnTo>
                    <a:pt x="1515704" y="4007681"/>
                  </a:lnTo>
                  <a:lnTo>
                    <a:pt x="1515831" y="4007681"/>
                  </a:lnTo>
                  <a:lnTo>
                    <a:pt x="1515957" y="4007681"/>
                  </a:lnTo>
                  <a:lnTo>
                    <a:pt x="1516083" y="4007681"/>
                  </a:lnTo>
                  <a:lnTo>
                    <a:pt x="1516209" y="4007681"/>
                  </a:lnTo>
                  <a:lnTo>
                    <a:pt x="1516336" y="4007681"/>
                  </a:lnTo>
                  <a:lnTo>
                    <a:pt x="1516462" y="4007681"/>
                  </a:lnTo>
                  <a:lnTo>
                    <a:pt x="1516588" y="4007681"/>
                  </a:lnTo>
                  <a:lnTo>
                    <a:pt x="1516714" y="4007681"/>
                  </a:lnTo>
                  <a:lnTo>
                    <a:pt x="1516841" y="4007681"/>
                  </a:lnTo>
                  <a:lnTo>
                    <a:pt x="1516967" y="4007681"/>
                  </a:lnTo>
                  <a:lnTo>
                    <a:pt x="1517093" y="4007681"/>
                  </a:lnTo>
                  <a:lnTo>
                    <a:pt x="1517093" y="4002770"/>
                  </a:lnTo>
                  <a:lnTo>
                    <a:pt x="1517219" y="4002770"/>
                  </a:lnTo>
                  <a:lnTo>
                    <a:pt x="1517346" y="4002770"/>
                  </a:lnTo>
                  <a:lnTo>
                    <a:pt x="1517472" y="4002770"/>
                  </a:lnTo>
                  <a:lnTo>
                    <a:pt x="1517598" y="4002770"/>
                  </a:lnTo>
                  <a:lnTo>
                    <a:pt x="1517724" y="4002770"/>
                  </a:lnTo>
                  <a:lnTo>
                    <a:pt x="1517851" y="4002770"/>
                  </a:lnTo>
                  <a:lnTo>
                    <a:pt x="1517977" y="4002770"/>
                  </a:lnTo>
                  <a:lnTo>
                    <a:pt x="1518103" y="4002770"/>
                  </a:lnTo>
                  <a:lnTo>
                    <a:pt x="1518229" y="4002770"/>
                  </a:lnTo>
                  <a:lnTo>
                    <a:pt x="1518356" y="4002770"/>
                  </a:lnTo>
                  <a:lnTo>
                    <a:pt x="1518482" y="4002770"/>
                  </a:lnTo>
                  <a:lnTo>
                    <a:pt x="1518608" y="4002770"/>
                  </a:lnTo>
                  <a:lnTo>
                    <a:pt x="1518734" y="4002770"/>
                  </a:lnTo>
                  <a:lnTo>
                    <a:pt x="1518861" y="4002770"/>
                  </a:lnTo>
                  <a:lnTo>
                    <a:pt x="1518987" y="4002770"/>
                  </a:lnTo>
                  <a:lnTo>
                    <a:pt x="1519113" y="4002770"/>
                  </a:lnTo>
                  <a:lnTo>
                    <a:pt x="1519239" y="4002770"/>
                  </a:lnTo>
                  <a:lnTo>
                    <a:pt x="1519366" y="4002770"/>
                  </a:lnTo>
                  <a:lnTo>
                    <a:pt x="1519492" y="4002770"/>
                  </a:lnTo>
                  <a:lnTo>
                    <a:pt x="1519618" y="4002770"/>
                  </a:lnTo>
                  <a:lnTo>
                    <a:pt x="1519744" y="4002770"/>
                  </a:lnTo>
                  <a:lnTo>
                    <a:pt x="1519871" y="4002770"/>
                  </a:lnTo>
                  <a:lnTo>
                    <a:pt x="1519997" y="4002770"/>
                  </a:lnTo>
                  <a:lnTo>
                    <a:pt x="1520123" y="4002770"/>
                  </a:lnTo>
                  <a:lnTo>
                    <a:pt x="1520249" y="4002770"/>
                  </a:lnTo>
                  <a:lnTo>
                    <a:pt x="1520376" y="4002770"/>
                  </a:lnTo>
                  <a:lnTo>
                    <a:pt x="1520502" y="4002770"/>
                  </a:lnTo>
                  <a:lnTo>
                    <a:pt x="1520628" y="4002770"/>
                  </a:lnTo>
                  <a:lnTo>
                    <a:pt x="1520755" y="4002770"/>
                  </a:lnTo>
                  <a:lnTo>
                    <a:pt x="1520881" y="4002770"/>
                  </a:lnTo>
                  <a:lnTo>
                    <a:pt x="1521007" y="4002770"/>
                  </a:lnTo>
                  <a:lnTo>
                    <a:pt x="1521133" y="4002770"/>
                  </a:lnTo>
                  <a:lnTo>
                    <a:pt x="1521260" y="4002770"/>
                  </a:lnTo>
                  <a:lnTo>
                    <a:pt x="1521386" y="4002770"/>
                  </a:lnTo>
                  <a:lnTo>
                    <a:pt x="1521512" y="4002770"/>
                  </a:lnTo>
                  <a:lnTo>
                    <a:pt x="1521638" y="4002770"/>
                  </a:lnTo>
                  <a:lnTo>
                    <a:pt x="1521765" y="4002770"/>
                  </a:lnTo>
                  <a:lnTo>
                    <a:pt x="1521891" y="4002770"/>
                  </a:lnTo>
                  <a:lnTo>
                    <a:pt x="1522017" y="4002770"/>
                  </a:lnTo>
                  <a:lnTo>
                    <a:pt x="1522143" y="4002770"/>
                  </a:lnTo>
                  <a:lnTo>
                    <a:pt x="1522270" y="4002770"/>
                  </a:lnTo>
                  <a:lnTo>
                    <a:pt x="1522396" y="4002770"/>
                  </a:lnTo>
                  <a:lnTo>
                    <a:pt x="1522522" y="4002770"/>
                  </a:lnTo>
                  <a:lnTo>
                    <a:pt x="1522648" y="4002770"/>
                  </a:lnTo>
                  <a:lnTo>
                    <a:pt x="1522775" y="4002770"/>
                  </a:lnTo>
                  <a:lnTo>
                    <a:pt x="1522901" y="4002770"/>
                  </a:lnTo>
                  <a:lnTo>
                    <a:pt x="1523027" y="4002770"/>
                  </a:lnTo>
                  <a:lnTo>
                    <a:pt x="1523153" y="4002770"/>
                  </a:lnTo>
                  <a:lnTo>
                    <a:pt x="1523280" y="4002770"/>
                  </a:lnTo>
                  <a:lnTo>
                    <a:pt x="1523406" y="4002770"/>
                  </a:lnTo>
                  <a:lnTo>
                    <a:pt x="1523532" y="4002770"/>
                  </a:lnTo>
                  <a:lnTo>
                    <a:pt x="1523658" y="4002770"/>
                  </a:lnTo>
                  <a:lnTo>
                    <a:pt x="1523785" y="4002770"/>
                  </a:lnTo>
                  <a:lnTo>
                    <a:pt x="1523911" y="4002770"/>
                  </a:lnTo>
                  <a:lnTo>
                    <a:pt x="1524037" y="4002770"/>
                  </a:lnTo>
                  <a:lnTo>
                    <a:pt x="1524163" y="4002770"/>
                  </a:lnTo>
                  <a:lnTo>
                    <a:pt x="1524163" y="3997859"/>
                  </a:lnTo>
                  <a:lnTo>
                    <a:pt x="1524290" y="3997859"/>
                  </a:lnTo>
                  <a:lnTo>
                    <a:pt x="1524416" y="3997859"/>
                  </a:lnTo>
                  <a:lnTo>
                    <a:pt x="1524542" y="3997859"/>
                  </a:lnTo>
                  <a:lnTo>
                    <a:pt x="1524668" y="3997859"/>
                  </a:lnTo>
                  <a:lnTo>
                    <a:pt x="1524795" y="3997859"/>
                  </a:lnTo>
                  <a:lnTo>
                    <a:pt x="1524921" y="3997859"/>
                  </a:lnTo>
                  <a:lnTo>
                    <a:pt x="1525047" y="3997859"/>
                  </a:lnTo>
                  <a:lnTo>
                    <a:pt x="1525173" y="3997859"/>
                  </a:lnTo>
                  <a:lnTo>
                    <a:pt x="1525300" y="3997859"/>
                  </a:lnTo>
                  <a:lnTo>
                    <a:pt x="1525426" y="3997859"/>
                  </a:lnTo>
                  <a:lnTo>
                    <a:pt x="1525552" y="3997859"/>
                  </a:lnTo>
                  <a:lnTo>
                    <a:pt x="1525678" y="3997859"/>
                  </a:lnTo>
                  <a:lnTo>
                    <a:pt x="1525805" y="3997859"/>
                  </a:lnTo>
                  <a:lnTo>
                    <a:pt x="1525931" y="3997859"/>
                  </a:lnTo>
                  <a:lnTo>
                    <a:pt x="1526057" y="3997859"/>
                  </a:lnTo>
                  <a:lnTo>
                    <a:pt x="1526184" y="3997859"/>
                  </a:lnTo>
                  <a:lnTo>
                    <a:pt x="1526310" y="3997859"/>
                  </a:lnTo>
                  <a:lnTo>
                    <a:pt x="1526436" y="3997859"/>
                  </a:lnTo>
                  <a:lnTo>
                    <a:pt x="1526562" y="3997859"/>
                  </a:lnTo>
                  <a:lnTo>
                    <a:pt x="1526689" y="3997859"/>
                  </a:lnTo>
                  <a:lnTo>
                    <a:pt x="1526815" y="3997859"/>
                  </a:lnTo>
                  <a:lnTo>
                    <a:pt x="1526941" y="3997859"/>
                  </a:lnTo>
                  <a:lnTo>
                    <a:pt x="1527067" y="3997859"/>
                  </a:lnTo>
                  <a:lnTo>
                    <a:pt x="1527194" y="3997859"/>
                  </a:lnTo>
                  <a:lnTo>
                    <a:pt x="1527320" y="3997859"/>
                  </a:lnTo>
                  <a:lnTo>
                    <a:pt x="1527446" y="3997859"/>
                  </a:lnTo>
                  <a:lnTo>
                    <a:pt x="1527572" y="3997859"/>
                  </a:lnTo>
                  <a:lnTo>
                    <a:pt x="1527699" y="3997859"/>
                  </a:lnTo>
                  <a:lnTo>
                    <a:pt x="1527825" y="3997859"/>
                  </a:lnTo>
                  <a:lnTo>
                    <a:pt x="1527951" y="3997859"/>
                  </a:lnTo>
                  <a:lnTo>
                    <a:pt x="1528077" y="3997859"/>
                  </a:lnTo>
                  <a:lnTo>
                    <a:pt x="1528204" y="3997859"/>
                  </a:lnTo>
                  <a:lnTo>
                    <a:pt x="1528330" y="3997859"/>
                  </a:lnTo>
                  <a:lnTo>
                    <a:pt x="1528456" y="3997859"/>
                  </a:lnTo>
                  <a:lnTo>
                    <a:pt x="1528582" y="3997859"/>
                  </a:lnTo>
                  <a:lnTo>
                    <a:pt x="1528582" y="3992947"/>
                  </a:lnTo>
                  <a:lnTo>
                    <a:pt x="1528709" y="3992947"/>
                  </a:lnTo>
                  <a:lnTo>
                    <a:pt x="1528835" y="3992947"/>
                  </a:lnTo>
                  <a:lnTo>
                    <a:pt x="1528961" y="3992947"/>
                  </a:lnTo>
                  <a:lnTo>
                    <a:pt x="1529087" y="3992947"/>
                  </a:lnTo>
                  <a:lnTo>
                    <a:pt x="1529214" y="3992947"/>
                  </a:lnTo>
                  <a:lnTo>
                    <a:pt x="1529340" y="3992947"/>
                  </a:lnTo>
                  <a:lnTo>
                    <a:pt x="1529466" y="3992947"/>
                  </a:lnTo>
                  <a:lnTo>
                    <a:pt x="1529592" y="3992947"/>
                  </a:lnTo>
                  <a:lnTo>
                    <a:pt x="1529719" y="3992947"/>
                  </a:lnTo>
                  <a:lnTo>
                    <a:pt x="1529845" y="3992947"/>
                  </a:lnTo>
                  <a:lnTo>
                    <a:pt x="1529971" y="3992947"/>
                  </a:lnTo>
                  <a:lnTo>
                    <a:pt x="1530097" y="3992947"/>
                  </a:lnTo>
                  <a:lnTo>
                    <a:pt x="1530224" y="3992947"/>
                  </a:lnTo>
                  <a:lnTo>
                    <a:pt x="1530350" y="3992947"/>
                  </a:lnTo>
                  <a:lnTo>
                    <a:pt x="1530476" y="3992947"/>
                  </a:lnTo>
                  <a:lnTo>
                    <a:pt x="1530602" y="3992947"/>
                  </a:lnTo>
                  <a:lnTo>
                    <a:pt x="1530729" y="3992947"/>
                  </a:lnTo>
                  <a:lnTo>
                    <a:pt x="1530855" y="3992947"/>
                  </a:lnTo>
                  <a:lnTo>
                    <a:pt x="1530981" y="3992947"/>
                  </a:lnTo>
                  <a:lnTo>
                    <a:pt x="1531108" y="3992947"/>
                  </a:lnTo>
                  <a:lnTo>
                    <a:pt x="1531234" y="3992947"/>
                  </a:lnTo>
                  <a:lnTo>
                    <a:pt x="1531360" y="3992947"/>
                  </a:lnTo>
                  <a:lnTo>
                    <a:pt x="1531486" y="3992947"/>
                  </a:lnTo>
                  <a:lnTo>
                    <a:pt x="1531613" y="3992947"/>
                  </a:lnTo>
                  <a:lnTo>
                    <a:pt x="1531739" y="3992947"/>
                  </a:lnTo>
                  <a:lnTo>
                    <a:pt x="1531865" y="3992947"/>
                  </a:lnTo>
                  <a:lnTo>
                    <a:pt x="1531991" y="3992947"/>
                  </a:lnTo>
                  <a:lnTo>
                    <a:pt x="1532118" y="3992947"/>
                  </a:lnTo>
                  <a:lnTo>
                    <a:pt x="1532244" y="3992947"/>
                  </a:lnTo>
                  <a:lnTo>
                    <a:pt x="1532370" y="3992947"/>
                  </a:lnTo>
                  <a:lnTo>
                    <a:pt x="1532496" y="3992947"/>
                  </a:lnTo>
                  <a:lnTo>
                    <a:pt x="1532623" y="3992947"/>
                  </a:lnTo>
                  <a:lnTo>
                    <a:pt x="1532749" y="3992947"/>
                  </a:lnTo>
                  <a:lnTo>
                    <a:pt x="1532875" y="3992947"/>
                  </a:lnTo>
                  <a:lnTo>
                    <a:pt x="1533001" y="3992947"/>
                  </a:lnTo>
                  <a:lnTo>
                    <a:pt x="1533128" y="3992947"/>
                  </a:lnTo>
                  <a:lnTo>
                    <a:pt x="1533254" y="3992947"/>
                  </a:lnTo>
                  <a:lnTo>
                    <a:pt x="1533380" y="3992947"/>
                  </a:lnTo>
                  <a:lnTo>
                    <a:pt x="1533506" y="3992947"/>
                  </a:lnTo>
                  <a:lnTo>
                    <a:pt x="1533633" y="3992947"/>
                  </a:lnTo>
                  <a:lnTo>
                    <a:pt x="1533759" y="3992947"/>
                  </a:lnTo>
                  <a:lnTo>
                    <a:pt x="1533885" y="3992947"/>
                  </a:lnTo>
                  <a:lnTo>
                    <a:pt x="1534011" y="3992947"/>
                  </a:lnTo>
                  <a:lnTo>
                    <a:pt x="1534011" y="3988036"/>
                  </a:lnTo>
                  <a:lnTo>
                    <a:pt x="1534138" y="3988036"/>
                  </a:lnTo>
                  <a:lnTo>
                    <a:pt x="1534264" y="3988036"/>
                  </a:lnTo>
                  <a:lnTo>
                    <a:pt x="1534390" y="3988036"/>
                  </a:lnTo>
                  <a:lnTo>
                    <a:pt x="1534516" y="3988036"/>
                  </a:lnTo>
                  <a:lnTo>
                    <a:pt x="1534643" y="3988036"/>
                  </a:lnTo>
                  <a:lnTo>
                    <a:pt x="1534769" y="3988036"/>
                  </a:lnTo>
                  <a:lnTo>
                    <a:pt x="1534895" y="3988036"/>
                  </a:lnTo>
                  <a:lnTo>
                    <a:pt x="1535021" y="3988036"/>
                  </a:lnTo>
                  <a:lnTo>
                    <a:pt x="1535148" y="3988036"/>
                  </a:lnTo>
                  <a:lnTo>
                    <a:pt x="1535274" y="3988036"/>
                  </a:lnTo>
                  <a:lnTo>
                    <a:pt x="1535400" y="3988036"/>
                  </a:lnTo>
                  <a:lnTo>
                    <a:pt x="1535526" y="3988036"/>
                  </a:lnTo>
                  <a:lnTo>
                    <a:pt x="1535653" y="3988036"/>
                  </a:lnTo>
                  <a:lnTo>
                    <a:pt x="1535779" y="3988036"/>
                  </a:lnTo>
                  <a:lnTo>
                    <a:pt x="1535905" y="3988036"/>
                  </a:lnTo>
                  <a:lnTo>
                    <a:pt x="1535905" y="3983125"/>
                  </a:lnTo>
                  <a:lnTo>
                    <a:pt x="1536031" y="3983125"/>
                  </a:lnTo>
                  <a:lnTo>
                    <a:pt x="1536158" y="3983125"/>
                  </a:lnTo>
                  <a:lnTo>
                    <a:pt x="1536284" y="3983125"/>
                  </a:lnTo>
                  <a:lnTo>
                    <a:pt x="1536410" y="3983125"/>
                  </a:lnTo>
                  <a:lnTo>
                    <a:pt x="1536537" y="3983125"/>
                  </a:lnTo>
                  <a:lnTo>
                    <a:pt x="1536663" y="3983125"/>
                  </a:lnTo>
                  <a:lnTo>
                    <a:pt x="1536789" y="3983125"/>
                  </a:lnTo>
                  <a:lnTo>
                    <a:pt x="1536915" y="3983125"/>
                  </a:lnTo>
                  <a:lnTo>
                    <a:pt x="1537042" y="3983125"/>
                  </a:lnTo>
                  <a:lnTo>
                    <a:pt x="1537168" y="3983125"/>
                  </a:lnTo>
                  <a:lnTo>
                    <a:pt x="1537294" y="3983125"/>
                  </a:lnTo>
                  <a:lnTo>
                    <a:pt x="1537420" y="3983125"/>
                  </a:lnTo>
                  <a:lnTo>
                    <a:pt x="1537547" y="3983125"/>
                  </a:lnTo>
                  <a:lnTo>
                    <a:pt x="1537547" y="3978213"/>
                  </a:lnTo>
                  <a:lnTo>
                    <a:pt x="1537673" y="3978213"/>
                  </a:lnTo>
                  <a:lnTo>
                    <a:pt x="1537799" y="3978213"/>
                  </a:lnTo>
                  <a:lnTo>
                    <a:pt x="1537925" y="3978213"/>
                  </a:lnTo>
                  <a:lnTo>
                    <a:pt x="1538052" y="3978213"/>
                  </a:lnTo>
                  <a:lnTo>
                    <a:pt x="1538178" y="3978213"/>
                  </a:lnTo>
                  <a:lnTo>
                    <a:pt x="1538304" y="3978213"/>
                  </a:lnTo>
                  <a:lnTo>
                    <a:pt x="1538430" y="3978213"/>
                  </a:lnTo>
                  <a:lnTo>
                    <a:pt x="1538557" y="3978213"/>
                  </a:lnTo>
                  <a:lnTo>
                    <a:pt x="1538683" y="3978213"/>
                  </a:lnTo>
                  <a:lnTo>
                    <a:pt x="1538809" y="3978213"/>
                  </a:lnTo>
                  <a:lnTo>
                    <a:pt x="1538935" y="3978213"/>
                  </a:lnTo>
                  <a:lnTo>
                    <a:pt x="1539062" y="3978213"/>
                  </a:lnTo>
                  <a:lnTo>
                    <a:pt x="1539188" y="3978213"/>
                  </a:lnTo>
                  <a:lnTo>
                    <a:pt x="1539314" y="3978213"/>
                  </a:lnTo>
                  <a:lnTo>
                    <a:pt x="1539440" y="3978213"/>
                  </a:lnTo>
                  <a:lnTo>
                    <a:pt x="1539567" y="3978213"/>
                  </a:lnTo>
                  <a:lnTo>
                    <a:pt x="1539693" y="3978213"/>
                  </a:lnTo>
                  <a:lnTo>
                    <a:pt x="1539819" y="3978213"/>
                  </a:lnTo>
                  <a:lnTo>
                    <a:pt x="1539945" y="3978213"/>
                  </a:lnTo>
                  <a:lnTo>
                    <a:pt x="1540072" y="3978213"/>
                  </a:lnTo>
                  <a:lnTo>
                    <a:pt x="1540198" y="3978213"/>
                  </a:lnTo>
                  <a:lnTo>
                    <a:pt x="1540324" y="3978213"/>
                  </a:lnTo>
                  <a:lnTo>
                    <a:pt x="1540450" y="3978213"/>
                  </a:lnTo>
                  <a:lnTo>
                    <a:pt x="1540577" y="3978213"/>
                  </a:lnTo>
                  <a:lnTo>
                    <a:pt x="1540703" y="3978213"/>
                  </a:lnTo>
                  <a:lnTo>
                    <a:pt x="1540829" y="3978213"/>
                  </a:lnTo>
                  <a:lnTo>
                    <a:pt x="1540955" y="3978213"/>
                  </a:lnTo>
                  <a:lnTo>
                    <a:pt x="1541082" y="3978213"/>
                  </a:lnTo>
                  <a:lnTo>
                    <a:pt x="1541208" y="3978213"/>
                  </a:lnTo>
                  <a:lnTo>
                    <a:pt x="1541334" y="3978213"/>
                  </a:lnTo>
                  <a:lnTo>
                    <a:pt x="1541461" y="3978213"/>
                  </a:lnTo>
                  <a:lnTo>
                    <a:pt x="1541587" y="3978213"/>
                  </a:lnTo>
                  <a:lnTo>
                    <a:pt x="1541713" y="3978213"/>
                  </a:lnTo>
                  <a:lnTo>
                    <a:pt x="1541839" y="3978213"/>
                  </a:lnTo>
                  <a:lnTo>
                    <a:pt x="1541966" y="3978213"/>
                  </a:lnTo>
                  <a:lnTo>
                    <a:pt x="1542092" y="3978213"/>
                  </a:lnTo>
                  <a:lnTo>
                    <a:pt x="1542218" y="3978213"/>
                  </a:lnTo>
                  <a:lnTo>
                    <a:pt x="1542344" y="3978213"/>
                  </a:lnTo>
                  <a:lnTo>
                    <a:pt x="1542471" y="3978213"/>
                  </a:lnTo>
                  <a:lnTo>
                    <a:pt x="1542597" y="3978213"/>
                  </a:lnTo>
                  <a:lnTo>
                    <a:pt x="1542723" y="3978213"/>
                  </a:lnTo>
                  <a:lnTo>
                    <a:pt x="1542849" y="3978213"/>
                  </a:lnTo>
                  <a:lnTo>
                    <a:pt x="1542976" y="3978213"/>
                  </a:lnTo>
                  <a:lnTo>
                    <a:pt x="1543102" y="3978213"/>
                  </a:lnTo>
                  <a:lnTo>
                    <a:pt x="1543228" y="3978213"/>
                  </a:lnTo>
                  <a:lnTo>
                    <a:pt x="1543354" y="3978213"/>
                  </a:lnTo>
                  <a:lnTo>
                    <a:pt x="1543481" y="3978213"/>
                  </a:lnTo>
                  <a:lnTo>
                    <a:pt x="1543607" y="3978213"/>
                  </a:lnTo>
                  <a:lnTo>
                    <a:pt x="1543733" y="3978213"/>
                  </a:lnTo>
                  <a:lnTo>
                    <a:pt x="1543859" y="3978213"/>
                  </a:lnTo>
                  <a:lnTo>
                    <a:pt x="1543986" y="3978213"/>
                  </a:lnTo>
                  <a:lnTo>
                    <a:pt x="1543986" y="3973302"/>
                  </a:lnTo>
                  <a:lnTo>
                    <a:pt x="1544112" y="3973302"/>
                  </a:lnTo>
                  <a:lnTo>
                    <a:pt x="1544238" y="3973302"/>
                  </a:lnTo>
                  <a:lnTo>
                    <a:pt x="1544364" y="3973302"/>
                  </a:lnTo>
                  <a:lnTo>
                    <a:pt x="1544491" y="3973302"/>
                  </a:lnTo>
                  <a:lnTo>
                    <a:pt x="1544617" y="3973302"/>
                  </a:lnTo>
                  <a:lnTo>
                    <a:pt x="1544743" y="3973302"/>
                  </a:lnTo>
                  <a:lnTo>
                    <a:pt x="1544869" y="3973302"/>
                  </a:lnTo>
                  <a:lnTo>
                    <a:pt x="1544996" y="3973302"/>
                  </a:lnTo>
                  <a:lnTo>
                    <a:pt x="1545122" y="3973302"/>
                  </a:lnTo>
                  <a:lnTo>
                    <a:pt x="1545248" y="3973302"/>
                  </a:lnTo>
                  <a:lnTo>
                    <a:pt x="1545374" y="3973302"/>
                  </a:lnTo>
                  <a:lnTo>
                    <a:pt x="1545501" y="3973302"/>
                  </a:lnTo>
                  <a:lnTo>
                    <a:pt x="1545627" y="3973302"/>
                  </a:lnTo>
                  <a:lnTo>
                    <a:pt x="1545753" y="3973302"/>
                  </a:lnTo>
                  <a:lnTo>
                    <a:pt x="1545879" y="3973302"/>
                  </a:lnTo>
                  <a:lnTo>
                    <a:pt x="1546006" y="3973302"/>
                  </a:lnTo>
                  <a:lnTo>
                    <a:pt x="1546132" y="3973302"/>
                  </a:lnTo>
                  <a:lnTo>
                    <a:pt x="1546258" y="3973302"/>
                  </a:lnTo>
                  <a:lnTo>
                    <a:pt x="1546385" y="3973302"/>
                  </a:lnTo>
                  <a:lnTo>
                    <a:pt x="1546511" y="3973302"/>
                  </a:lnTo>
                  <a:lnTo>
                    <a:pt x="1546637" y="3973302"/>
                  </a:lnTo>
                  <a:lnTo>
                    <a:pt x="1546763" y="3973302"/>
                  </a:lnTo>
                  <a:lnTo>
                    <a:pt x="1546890" y="3973302"/>
                  </a:lnTo>
                  <a:lnTo>
                    <a:pt x="1547016" y="3973302"/>
                  </a:lnTo>
                  <a:lnTo>
                    <a:pt x="1547142" y="3973302"/>
                  </a:lnTo>
                  <a:lnTo>
                    <a:pt x="1547268" y="3973302"/>
                  </a:lnTo>
                  <a:lnTo>
                    <a:pt x="1547395" y="3973302"/>
                  </a:lnTo>
                  <a:lnTo>
                    <a:pt x="1547521" y="3973302"/>
                  </a:lnTo>
                  <a:lnTo>
                    <a:pt x="1547647" y="3973302"/>
                  </a:lnTo>
                  <a:lnTo>
                    <a:pt x="1547773" y="3973302"/>
                  </a:lnTo>
                  <a:lnTo>
                    <a:pt x="1547773" y="3968390"/>
                  </a:lnTo>
                  <a:lnTo>
                    <a:pt x="1547900" y="3968390"/>
                  </a:lnTo>
                  <a:lnTo>
                    <a:pt x="1548026" y="3968390"/>
                  </a:lnTo>
                  <a:lnTo>
                    <a:pt x="1548152" y="3968390"/>
                  </a:lnTo>
                  <a:lnTo>
                    <a:pt x="1548278" y="3968390"/>
                  </a:lnTo>
                  <a:lnTo>
                    <a:pt x="1548405" y="3968390"/>
                  </a:lnTo>
                  <a:lnTo>
                    <a:pt x="1548531" y="3968390"/>
                  </a:lnTo>
                  <a:lnTo>
                    <a:pt x="1548657" y="3968390"/>
                  </a:lnTo>
                  <a:lnTo>
                    <a:pt x="1548783" y="3968390"/>
                  </a:lnTo>
                  <a:lnTo>
                    <a:pt x="1548910" y="3968390"/>
                  </a:lnTo>
                  <a:lnTo>
                    <a:pt x="1549036" y="3968390"/>
                  </a:lnTo>
                  <a:lnTo>
                    <a:pt x="1549162" y="3968390"/>
                  </a:lnTo>
                  <a:lnTo>
                    <a:pt x="1549288" y="3968390"/>
                  </a:lnTo>
                  <a:lnTo>
                    <a:pt x="1549415" y="3968390"/>
                  </a:lnTo>
                  <a:lnTo>
                    <a:pt x="1549541" y="3968390"/>
                  </a:lnTo>
                  <a:lnTo>
                    <a:pt x="1549667" y="3968390"/>
                  </a:lnTo>
                  <a:lnTo>
                    <a:pt x="1549793" y="3968390"/>
                  </a:lnTo>
                  <a:lnTo>
                    <a:pt x="1549920" y="3968390"/>
                  </a:lnTo>
                  <a:lnTo>
                    <a:pt x="1550046" y="3968390"/>
                  </a:lnTo>
                  <a:lnTo>
                    <a:pt x="1550172" y="3968390"/>
                  </a:lnTo>
                  <a:lnTo>
                    <a:pt x="1550298" y="3968390"/>
                  </a:lnTo>
                  <a:lnTo>
                    <a:pt x="1550425" y="3968390"/>
                  </a:lnTo>
                  <a:lnTo>
                    <a:pt x="1550551" y="3968390"/>
                  </a:lnTo>
                  <a:lnTo>
                    <a:pt x="1550677" y="3968390"/>
                  </a:lnTo>
                  <a:lnTo>
                    <a:pt x="1550803" y="3968390"/>
                  </a:lnTo>
                  <a:lnTo>
                    <a:pt x="1550803" y="3963479"/>
                  </a:lnTo>
                  <a:lnTo>
                    <a:pt x="1550930" y="3963479"/>
                  </a:lnTo>
                  <a:lnTo>
                    <a:pt x="1551056" y="3963479"/>
                  </a:lnTo>
                  <a:lnTo>
                    <a:pt x="1551182" y="3963479"/>
                  </a:lnTo>
                  <a:lnTo>
                    <a:pt x="1551308" y="3963479"/>
                  </a:lnTo>
                  <a:lnTo>
                    <a:pt x="1551435" y="3963479"/>
                  </a:lnTo>
                  <a:lnTo>
                    <a:pt x="1551561" y="3963479"/>
                  </a:lnTo>
                  <a:lnTo>
                    <a:pt x="1551687" y="3963479"/>
                  </a:lnTo>
                  <a:lnTo>
                    <a:pt x="1551814" y="3963479"/>
                  </a:lnTo>
                  <a:lnTo>
                    <a:pt x="1551940" y="3963479"/>
                  </a:lnTo>
                  <a:lnTo>
                    <a:pt x="1552066" y="3963479"/>
                  </a:lnTo>
                  <a:lnTo>
                    <a:pt x="1552192" y="3963479"/>
                  </a:lnTo>
                  <a:lnTo>
                    <a:pt x="1552319" y="3963479"/>
                  </a:lnTo>
                  <a:lnTo>
                    <a:pt x="1552445" y="3963479"/>
                  </a:lnTo>
                  <a:lnTo>
                    <a:pt x="1552571" y="3963479"/>
                  </a:lnTo>
                  <a:lnTo>
                    <a:pt x="1552571" y="3958568"/>
                  </a:lnTo>
                  <a:lnTo>
                    <a:pt x="1552697" y="3958568"/>
                  </a:lnTo>
                  <a:lnTo>
                    <a:pt x="1552824" y="3958568"/>
                  </a:lnTo>
                  <a:lnTo>
                    <a:pt x="1552950" y="3958568"/>
                  </a:lnTo>
                  <a:lnTo>
                    <a:pt x="1553076" y="3958568"/>
                  </a:lnTo>
                  <a:lnTo>
                    <a:pt x="1553202" y="3958568"/>
                  </a:lnTo>
                  <a:lnTo>
                    <a:pt x="1553329" y="3958568"/>
                  </a:lnTo>
                  <a:lnTo>
                    <a:pt x="1553329" y="3953656"/>
                  </a:lnTo>
                  <a:lnTo>
                    <a:pt x="1553455" y="3953656"/>
                  </a:lnTo>
                  <a:lnTo>
                    <a:pt x="1553581" y="3953656"/>
                  </a:lnTo>
                  <a:lnTo>
                    <a:pt x="1553707" y="3953656"/>
                  </a:lnTo>
                  <a:lnTo>
                    <a:pt x="1553834" y="3953656"/>
                  </a:lnTo>
                  <a:lnTo>
                    <a:pt x="1553960" y="3953656"/>
                  </a:lnTo>
                  <a:lnTo>
                    <a:pt x="1554086" y="3953656"/>
                  </a:lnTo>
                  <a:lnTo>
                    <a:pt x="1554212" y="3953656"/>
                  </a:lnTo>
                  <a:lnTo>
                    <a:pt x="1554339" y="3953656"/>
                  </a:lnTo>
                  <a:lnTo>
                    <a:pt x="1554465" y="3953656"/>
                  </a:lnTo>
                  <a:lnTo>
                    <a:pt x="1554591" y="3953656"/>
                  </a:lnTo>
                  <a:lnTo>
                    <a:pt x="1554717" y="3953656"/>
                  </a:lnTo>
                  <a:lnTo>
                    <a:pt x="1554844" y="3953656"/>
                  </a:lnTo>
                  <a:lnTo>
                    <a:pt x="1554970" y="3953656"/>
                  </a:lnTo>
                  <a:lnTo>
                    <a:pt x="1555096" y="3953656"/>
                  </a:lnTo>
                  <a:lnTo>
                    <a:pt x="1555222" y="3953656"/>
                  </a:lnTo>
                  <a:lnTo>
                    <a:pt x="1555349" y="3953656"/>
                  </a:lnTo>
                  <a:lnTo>
                    <a:pt x="1555475" y="3953656"/>
                  </a:lnTo>
                  <a:lnTo>
                    <a:pt x="1555601" y="3953656"/>
                  </a:lnTo>
                  <a:lnTo>
                    <a:pt x="1555727" y="3953656"/>
                  </a:lnTo>
                  <a:lnTo>
                    <a:pt x="1555854" y="3953656"/>
                  </a:lnTo>
                  <a:lnTo>
                    <a:pt x="1555980" y="3953656"/>
                  </a:lnTo>
                  <a:lnTo>
                    <a:pt x="1556106" y="3953656"/>
                  </a:lnTo>
                  <a:lnTo>
                    <a:pt x="1556232" y="3953656"/>
                  </a:lnTo>
                  <a:lnTo>
                    <a:pt x="1556359" y="3953656"/>
                  </a:lnTo>
                  <a:lnTo>
                    <a:pt x="1556485" y="3953656"/>
                  </a:lnTo>
                  <a:lnTo>
                    <a:pt x="1556611" y="3953656"/>
                  </a:lnTo>
                  <a:lnTo>
                    <a:pt x="1556738" y="3953656"/>
                  </a:lnTo>
                  <a:lnTo>
                    <a:pt x="1556864" y="3953656"/>
                  </a:lnTo>
                  <a:lnTo>
                    <a:pt x="1556990" y="3953656"/>
                  </a:lnTo>
                  <a:lnTo>
                    <a:pt x="1557116" y="3953656"/>
                  </a:lnTo>
                  <a:lnTo>
                    <a:pt x="1557243" y="3953656"/>
                  </a:lnTo>
                  <a:lnTo>
                    <a:pt x="1557369" y="3953656"/>
                  </a:lnTo>
                  <a:lnTo>
                    <a:pt x="1557495" y="3953656"/>
                  </a:lnTo>
                  <a:lnTo>
                    <a:pt x="1557621" y="3953656"/>
                  </a:lnTo>
                  <a:lnTo>
                    <a:pt x="1557748" y="3953656"/>
                  </a:lnTo>
                  <a:lnTo>
                    <a:pt x="1557874" y="3953656"/>
                  </a:lnTo>
                  <a:lnTo>
                    <a:pt x="1558000" y="3953656"/>
                  </a:lnTo>
                  <a:lnTo>
                    <a:pt x="1558126" y="3953656"/>
                  </a:lnTo>
                  <a:lnTo>
                    <a:pt x="1558253" y="3953656"/>
                  </a:lnTo>
                  <a:lnTo>
                    <a:pt x="1558379" y="3953656"/>
                  </a:lnTo>
                  <a:lnTo>
                    <a:pt x="1558505" y="3953656"/>
                  </a:lnTo>
                  <a:lnTo>
                    <a:pt x="1558631" y="3953656"/>
                  </a:lnTo>
                  <a:lnTo>
                    <a:pt x="1558758" y="3953656"/>
                  </a:lnTo>
                  <a:lnTo>
                    <a:pt x="1558884" y="3953656"/>
                  </a:lnTo>
                  <a:lnTo>
                    <a:pt x="1559010" y="3953656"/>
                  </a:lnTo>
                  <a:lnTo>
                    <a:pt x="1559136" y="3953656"/>
                  </a:lnTo>
                  <a:lnTo>
                    <a:pt x="1559263" y="3953656"/>
                  </a:lnTo>
                  <a:lnTo>
                    <a:pt x="1559389" y="3953656"/>
                  </a:lnTo>
                  <a:lnTo>
                    <a:pt x="1559515" y="3953656"/>
                  </a:lnTo>
                  <a:lnTo>
                    <a:pt x="1559641" y="3953656"/>
                  </a:lnTo>
                  <a:lnTo>
                    <a:pt x="1559768" y="3953656"/>
                  </a:lnTo>
                  <a:lnTo>
                    <a:pt x="1559894" y="3953656"/>
                  </a:lnTo>
                  <a:lnTo>
                    <a:pt x="1560020" y="3953656"/>
                  </a:lnTo>
                  <a:lnTo>
                    <a:pt x="1560146" y="3953656"/>
                  </a:lnTo>
                  <a:lnTo>
                    <a:pt x="1560273" y="3953656"/>
                  </a:lnTo>
                  <a:lnTo>
                    <a:pt x="1560399" y="3953656"/>
                  </a:lnTo>
                  <a:lnTo>
                    <a:pt x="1560525" y="3953656"/>
                  </a:lnTo>
                  <a:lnTo>
                    <a:pt x="1560651" y="3953656"/>
                  </a:lnTo>
                  <a:lnTo>
                    <a:pt x="1560778" y="3953656"/>
                  </a:lnTo>
                  <a:lnTo>
                    <a:pt x="1560904" y="3953656"/>
                  </a:lnTo>
                  <a:lnTo>
                    <a:pt x="1561030" y="3953656"/>
                  </a:lnTo>
                  <a:lnTo>
                    <a:pt x="1561156" y="3953656"/>
                  </a:lnTo>
                  <a:lnTo>
                    <a:pt x="1561283" y="3953656"/>
                  </a:lnTo>
                  <a:lnTo>
                    <a:pt x="1561409" y="3953656"/>
                  </a:lnTo>
                  <a:lnTo>
                    <a:pt x="1561535" y="3953656"/>
                  </a:lnTo>
                  <a:lnTo>
                    <a:pt x="1561661" y="3953656"/>
                  </a:lnTo>
                  <a:lnTo>
                    <a:pt x="1561788" y="3953656"/>
                  </a:lnTo>
                  <a:lnTo>
                    <a:pt x="1561914" y="3953656"/>
                  </a:lnTo>
                  <a:lnTo>
                    <a:pt x="1562040" y="3953656"/>
                  </a:lnTo>
                  <a:lnTo>
                    <a:pt x="1562167" y="3953656"/>
                  </a:lnTo>
                  <a:lnTo>
                    <a:pt x="1562293" y="3953656"/>
                  </a:lnTo>
                  <a:lnTo>
                    <a:pt x="1562419" y="3953656"/>
                  </a:lnTo>
                  <a:lnTo>
                    <a:pt x="1562545" y="3953656"/>
                  </a:lnTo>
                  <a:lnTo>
                    <a:pt x="1562672" y="3953656"/>
                  </a:lnTo>
                  <a:lnTo>
                    <a:pt x="1562798" y="3953656"/>
                  </a:lnTo>
                  <a:lnTo>
                    <a:pt x="1562798" y="3948745"/>
                  </a:lnTo>
                  <a:lnTo>
                    <a:pt x="1562924" y="3948745"/>
                  </a:lnTo>
                  <a:lnTo>
                    <a:pt x="1563050" y="3948745"/>
                  </a:lnTo>
                  <a:lnTo>
                    <a:pt x="1563177" y="3948745"/>
                  </a:lnTo>
                  <a:lnTo>
                    <a:pt x="1563303" y="3948745"/>
                  </a:lnTo>
                  <a:lnTo>
                    <a:pt x="1563429" y="3948745"/>
                  </a:lnTo>
                  <a:lnTo>
                    <a:pt x="1563429" y="3943834"/>
                  </a:lnTo>
                  <a:lnTo>
                    <a:pt x="1563555" y="3943834"/>
                  </a:lnTo>
                  <a:lnTo>
                    <a:pt x="1563682" y="3943834"/>
                  </a:lnTo>
                  <a:lnTo>
                    <a:pt x="1563808" y="3943834"/>
                  </a:lnTo>
                  <a:lnTo>
                    <a:pt x="1563934" y="3943834"/>
                  </a:lnTo>
                  <a:lnTo>
                    <a:pt x="1564060" y="3943834"/>
                  </a:lnTo>
                  <a:lnTo>
                    <a:pt x="1564187" y="3943834"/>
                  </a:lnTo>
                  <a:lnTo>
                    <a:pt x="1564313" y="3943834"/>
                  </a:lnTo>
                  <a:lnTo>
                    <a:pt x="1564439" y="3943834"/>
                  </a:lnTo>
                  <a:lnTo>
                    <a:pt x="1564565" y="3943834"/>
                  </a:lnTo>
                  <a:lnTo>
                    <a:pt x="1564692" y="3943834"/>
                  </a:lnTo>
                  <a:lnTo>
                    <a:pt x="1564818" y="3943834"/>
                  </a:lnTo>
                  <a:lnTo>
                    <a:pt x="1564944" y="3943834"/>
                  </a:lnTo>
                  <a:lnTo>
                    <a:pt x="1564944" y="3938922"/>
                  </a:lnTo>
                  <a:lnTo>
                    <a:pt x="1565070" y="3938922"/>
                  </a:lnTo>
                  <a:lnTo>
                    <a:pt x="1565197" y="3938922"/>
                  </a:lnTo>
                  <a:lnTo>
                    <a:pt x="1565323" y="3938922"/>
                  </a:lnTo>
                  <a:lnTo>
                    <a:pt x="1565449" y="3938922"/>
                  </a:lnTo>
                  <a:lnTo>
                    <a:pt x="1565575" y="3938922"/>
                  </a:lnTo>
                  <a:lnTo>
                    <a:pt x="1565702" y="3938922"/>
                  </a:lnTo>
                  <a:lnTo>
                    <a:pt x="1565828" y="3938922"/>
                  </a:lnTo>
                  <a:lnTo>
                    <a:pt x="1565954" y="3938922"/>
                  </a:lnTo>
                  <a:lnTo>
                    <a:pt x="1566080" y="3938922"/>
                  </a:lnTo>
                  <a:lnTo>
                    <a:pt x="1566207" y="3938922"/>
                  </a:lnTo>
                  <a:lnTo>
                    <a:pt x="1566333" y="3938922"/>
                  </a:lnTo>
                  <a:lnTo>
                    <a:pt x="1566459" y="3938922"/>
                  </a:lnTo>
                  <a:lnTo>
                    <a:pt x="1566585" y="3938922"/>
                  </a:lnTo>
                  <a:lnTo>
                    <a:pt x="1566712" y="3938922"/>
                  </a:lnTo>
                  <a:lnTo>
                    <a:pt x="1566838" y="3938922"/>
                  </a:lnTo>
                  <a:lnTo>
                    <a:pt x="1566964" y="3938922"/>
                  </a:lnTo>
                  <a:lnTo>
                    <a:pt x="1567091" y="3938922"/>
                  </a:lnTo>
                  <a:lnTo>
                    <a:pt x="1567217" y="3938922"/>
                  </a:lnTo>
                  <a:lnTo>
                    <a:pt x="1567343" y="3938922"/>
                  </a:lnTo>
                  <a:lnTo>
                    <a:pt x="1567469" y="3938922"/>
                  </a:lnTo>
                  <a:lnTo>
                    <a:pt x="1567596" y="3938922"/>
                  </a:lnTo>
                  <a:lnTo>
                    <a:pt x="1567722" y="3938922"/>
                  </a:lnTo>
                  <a:lnTo>
                    <a:pt x="1567848" y="3938922"/>
                  </a:lnTo>
                  <a:lnTo>
                    <a:pt x="1567974" y="3938922"/>
                  </a:lnTo>
                  <a:lnTo>
                    <a:pt x="1567974" y="3934011"/>
                  </a:lnTo>
                  <a:lnTo>
                    <a:pt x="1568101" y="3934011"/>
                  </a:lnTo>
                  <a:lnTo>
                    <a:pt x="1568227" y="3934011"/>
                  </a:lnTo>
                  <a:lnTo>
                    <a:pt x="1568353" y="3934011"/>
                  </a:lnTo>
                  <a:lnTo>
                    <a:pt x="1568479" y="3934011"/>
                  </a:lnTo>
                  <a:lnTo>
                    <a:pt x="1568606" y="3934011"/>
                  </a:lnTo>
                  <a:lnTo>
                    <a:pt x="1568732" y="3934011"/>
                  </a:lnTo>
                  <a:lnTo>
                    <a:pt x="1568858" y="3934011"/>
                  </a:lnTo>
                  <a:lnTo>
                    <a:pt x="1568984" y="3934011"/>
                  </a:lnTo>
                  <a:lnTo>
                    <a:pt x="1569111" y="3934011"/>
                  </a:lnTo>
                  <a:lnTo>
                    <a:pt x="1569237" y="3934011"/>
                  </a:lnTo>
                  <a:lnTo>
                    <a:pt x="1569363" y="3934011"/>
                  </a:lnTo>
                  <a:lnTo>
                    <a:pt x="1569489" y="3934011"/>
                  </a:lnTo>
                  <a:lnTo>
                    <a:pt x="1569616" y="3934011"/>
                  </a:lnTo>
                  <a:lnTo>
                    <a:pt x="1569742" y="3934011"/>
                  </a:lnTo>
                  <a:lnTo>
                    <a:pt x="1569868" y="3934011"/>
                  </a:lnTo>
                  <a:lnTo>
                    <a:pt x="1569994" y="3934011"/>
                  </a:lnTo>
                  <a:lnTo>
                    <a:pt x="1570121" y="3934011"/>
                  </a:lnTo>
                  <a:lnTo>
                    <a:pt x="1570247" y="3934011"/>
                  </a:lnTo>
                  <a:lnTo>
                    <a:pt x="1570373" y="3934011"/>
                  </a:lnTo>
                  <a:lnTo>
                    <a:pt x="1570499" y="3934011"/>
                  </a:lnTo>
                  <a:lnTo>
                    <a:pt x="1570626" y="3934011"/>
                  </a:lnTo>
                  <a:lnTo>
                    <a:pt x="1570752" y="3934011"/>
                  </a:lnTo>
                  <a:lnTo>
                    <a:pt x="1570878" y="3934011"/>
                  </a:lnTo>
                  <a:lnTo>
                    <a:pt x="1571004" y="3934011"/>
                  </a:lnTo>
                  <a:lnTo>
                    <a:pt x="1571131" y="3934011"/>
                  </a:lnTo>
                  <a:lnTo>
                    <a:pt x="1571257" y="3934011"/>
                  </a:lnTo>
                  <a:lnTo>
                    <a:pt x="1571383" y="3934011"/>
                  </a:lnTo>
                  <a:lnTo>
                    <a:pt x="1571509" y="3934011"/>
                  </a:lnTo>
                  <a:lnTo>
                    <a:pt x="1571509" y="3929099"/>
                  </a:lnTo>
                  <a:lnTo>
                    <a:pt x="1571636" y="3929099"/>
                  </a:lnTo>
                  <a:lnTo>
                    <a:pt x="1571762" y="3929099"/>
                  </a:lnTo>
                  <a:lnTo>
                    <a:pt x="1571888" y="3929099"/>
                  </a:lnTo>
                  <a:lnTo>
                    <a:pt x="1572014" y="3929099"/>
                  </a:lnTo>
                  <a:lnTo>
                    <a:pt x="1572141" y="3929099"/>
                  </a:lnTo>
                  <a:lnTo>
                    <a:pt x="1572267" y="3929099"/>
                  </a:lnTo>
                  <a:lnTo>
                    <a:pt x="1572393" y="3929099"/>
                  </a:lnTo>
                  <a:lnTo>
                    <a:pt x="1572520" y="3929099"/>
                  </a:lnTo>
                  <a:lnTo>
                    <a:pt x="1572646" y="3929099"/>
                  </a:lnTo>
                  <a:lnTo>
                    <a:pt x="1572772" y="3929099"/>
                  </a:lnTo>
                  <a:lnTo>
                    <a:pt x="1572898" y="3929099"/>
                  </a:lnTo>
                  <a:lnTo>
                    <a:pt x="1573025" y="3929099"/>
                  </a:lnTo>
                  <a:lnTo>
                    <a:pt x="1573151" y="3929099"/>
                  </a:lnTo>
                  <a:lnTo>
                    <a:pt x="1573277" y="3929099"/>
                  </a:lnTo>
                  <a:lnTo>
                    <a:pt x="1573403" y="3929099"/>
                  </a:lnTo>
                  <a:lnTo>
                    <a:pt x="1573530" y="3929099"/>
                  </a:lnTo>
                  <a:lnTo>
                    <a:pt x="1573656" y="3929099"/>
                  </a:lnTo>
                  <a:lnTo>
                    <a:pt x="1573782" y="3929099"/>
                  </a:lnTo>
                  <a:lnTo>
                    <a:pt x="1573908" y="3929099"/>
                  </a:lnTo>
                  <a:lnTo>
                    <a:pt x="1574035" y="3929099"/>
                  </a:lnTo>
                  <a:lnTo>
                    <a:pt x="1574161" y="3929099"/>
                  </a:lnTo>
                  <a:lnTo>
                    <a:pt x="1574161" y="3924188"/>
                  </a:lnTo>
                  <a:lnTo>
                    <a:pt x="1574287" y="3924188"/>
                  </a:lnTo>
                  <a:lnTo>
                    <a:pt x="1574413" y="3924188"/>
                  </a:lnTo>
                  <a:lnTo>
                    <a:pt x="1574540" y="3924188"/>
                  </a:lnTo>
                  <a:lnTo>
                    <a:pt x="1574540" y="3919277"/>
                  </a:lnTo>
                  <a:lnTo>
                    <a:pt x="1574666" y="3919277"/>
                  </a:lnTo>
                  <a:lnTo>
                    <a:pt x="1574792" y="3919277"/>
                  </a:lnTo>
                  <a:lnTo>
                    <a:pt x="1574918" y="3919277"/>
                  </a:lnTo>
                  <a:lnTo>
                    <a:pt x="1575045" y="3919277"/>
                  </a:lnTo>
                  <a:lnTo>
                    <a:pt x="1575171" y="3919277"/>
                  </a:lnTo>
                  <a:lnTo>
                    <a:pt x="1575297" y="3919277"/>
                  </a:lnTo>
                  <a:lnTo>
                    <a:pt x="1575297" y="3914365"/>
                  </a:lnTo>
                  <a:lnTo>
                    <a:pt x="1575423" y="3914365"/>
                  </a:lnTo>
                  <a:lnTo>
                    <a:pt x="1575550" y="3914365"/>
                  </a:lnTo>
                  <a:lnTo>
                    <a:pt x="1575676" y="3914365"/>
                  </a:lnTo>
                  <a:lnTo>
                    <a:pt x="1575802" y="3914365"/>
                  </a:lnTo>
                  <a:lnTo>
                    <a:pt x="1575928" y="3914365"/>
                  </a:lnTo>
                  <a:lnTo>
                    <a:pt x="1576055" y="3914365"/>
                  </a:lnTo>
                  <a:lnTo>
                    <a:pt x="1576181" y="3914365"/>
                  </a:lnTo>
                  <a:lnTo>
                    <a:pt x="1576307" y="3914365"/>
                  </a:lnTo>
                  <a:lnTo>
                    <a:pt x="1576433" y="3914365"/>
                  </a:lnTo>
                  <a:lnTo>
                    <a:pt x="1576560" y="3914365"/>
                  </a:lnTo>
                  <a:lnTo>
                    <a:pt x="1576686" y="3914365"/>
                  </a:lnTo>
                  <a:lnTo>
                    <a:pt x="1576812" y="3914365"/>
                  </a:lnTo>
                  <a:lnTo>
                    <a:pt x="1576938" y="3914365"/>
                  </a:lnTo>
                  <a:lnTo>
                    <a:pt x="1577065" y="3914365"/>
                  </a:lnTo>
                  <a:lnTo>
                    <a:pt x="1577191" y="3914365"/>
                  </a:lnTo>
                  <a:lnTo>
                    <a:pt x="1577317" y="3914365"/>
                  </a:lnTo>
                  <a:lnTo>
                    <a:pt x="1577444" y="3914365"/>
                  </a:lnTo>
                  <a:lnTo>
                    <a:pt x="1577570" y="3914365"/>
                  </a:lnTo>
                  <a:lnTo>
                    <a:pt x="1577696" y="3914365"/>
                  </a:lnTo>
                  <a:lnTo>
                    <a:pt x="1577822" y="3914365"/>
                  </a:lnTo>
                  <a:lnTo>
                    <a:pt x="1577949" y="3914365"/>
                  </a:lnTo>
                  <a:lnTo>
                    <a:pt x="1578075" y="3914365"/>
                  </a:lnTo>
                  <a:lnTo>
                    <a:pt x="1578201" y="3914365"/>
                  </a:lnTo>
                  <a:lnTo>
                    <a:pt x="1578327" y="3914365"/>
                  </a:lnTo>
                  <a:lnTo>
                    <a:pt x="1578454" y="3914365"/>
                  </a:lnTo>
                  <a:lnTo>
                    <a:pt x="1578580" y="3914365"/>
                  </a:lnTo>
                  <a:lnTo>
                    <a:pt x="1578706" y="3914365"/>
                  </a:lnTo>
                  <a:lnTo>
                    <a:pt x="1578832" y="3914365"/>
                  </a:lnTo>
                  <a:lnTo>
                    <a:pt x="1578959" y="3914365"/>
                  </a:lnTo>
                  <a:lnTo>
                    <a:pt x="1579085" y="3914365"/>
                  </a:lnTo>
                  <a:lnTo>
                    <a:pt x="1579211" y="3914365"/>
                  </a:lnTo>
                  <a:lnTo>
                    <a:pt x="1579211" y="3909454"/>
                  </a:lnTo>
                  <a:lnTo>
                    <a:pt x="1579337" y="3909454"/>
                  </a:lnTo>
                  <a:lnTo>
                    <a:pt x="1579464" y="3909454"/>
                  </a:lnTo>
                  <a:lnTo>
                    <a:pt x="1579590" y="3909454"/>
                  </a:lnTo>
                  <a:lnTo>
                    <a:pt x="1579716" y="3909454"/>
                  </a:lnTo>
                  <a:lnTo>
                    <a:pt x="1579842" y="3909454"/>
                  </a:lnTo>
                  <a:lnTo>
                    <a:pt x="1579969" y="3909454"/>
                  </a:lnTo>
                  <a:lnTo>
                    <a:pt x="1580095" y="3909454"/>
                  </a:lnTo>
                  <a:lnTo>
                    <a:pt x="1580221" y="3909454"/>
                  </a:lnTo>
                  <a:lnTo>
                    <a:pt x="1580347" y="3909454"/>
                  </a:lnTo>
                  <a:lnTo>
                    <a:pt x="1580474" y="3909454"/>
                  </a:lnTo>
                  <a:lnTo>
                    <a:pt x="1580600" y="3909454"/>
                  </a:lnTo>
                  <a:lnTo>
                    <a:pt x="1580726" y="3909454"/>
                  </a:lnTo>
                  <a:lnTo>
                    <a:pt x="1580852" y="3909454"/>
                  </a:lnTo>
                  <a:lnTo>
                    <a:pt x="1580979" y="3909454"/>
                  </a:lnTo>
                  <a:lnTo>
                    <a:pt x="1581105" y="3909454"/>
                  </a:lnTo>
                  <a:lnTo>
                    <a:pt x="1581231" y="3909454"/>
                  </a:lnTo>
                  <a:lnTo>
                    <a:pt x="1581357" y="3909454"/>
                  </a:lnTo>
                  <a:lnTo>
                    <a:pt x="1581484" y="3909454"/>
                  </a:lnTo>
                  <a:lnTo>
                    <a:pt x="1581610" y="3909454"/>
                  </a:lnTo>
                  <a:lnTo>
                    <a:pt x="1581736" y="3909454"/>
                  </a:lnTo>
                  <a:lnTo>
                    <a:pt x="1581862" y="3909454"/>
                  </a:lnTo>
                  <a:lnTo>
                    <a:pt x="1581989" y="3909454"/>
                  </a:lnTo>
                  <a:lnTo>
                    <a:pt x="1582115" y="3909454"/>
                  </a:lnTo>
                  <a:lnTo>
                    <a:pt x="1582241" y="3909454"/>
                  </a:lnTo>
                  <a:lnTo>
                    <a:pt x="1582367" y="3909454"/>
                  </a:lnTo>
                  <a:lnTo>
                    <a:pt x="1582494" y="3909454"/>
                  </a:lnTo>
                  <a:lnTo>
                    <a:pt x="1582620" y="3909454"/>
                  </a:lnTo>
                  <a:lnTo>
                    <a:pt x="1582746" y="3909454"/>
                  </a:lnTo>
                  <a:lnTo>
                    <a:pt x="1582873" y="3909454"/>
                  </a:lnTo>
                  <a:lnTo>
                    <a:pt x="1582999" y="3909454"/>
                  </a:lnTo>
                  <a:lnTo>
                    <a:pt x="1583125" y="3909454"/>
                  </a:lnTo>
                  <a:lnTo>
                    <a:pt x="1583251" y="3909454"/>
                  </a:lnTo>
                  <a:lnTo>
                    <a:pt x="1583378" y="3909454"/>
                  </a:lnTo>
                  <a:lnTo>
                    <a:pt x="1583504" y="3909454"/>
                  </a:lnTo>
                  <a:lnTo>
                    <a:pt x="1583630" y="3909454"/>
                  </a:lnTo>
                  <a:lnTo>
                    <a:pt x="1583756" y="3909454"/>
                  </a:lnTo>
                  <a:lnTo>
                    <a:pt x="1583883" y="3909454"/>
                  </a:lnTo>
                  <a:lnTo>
                    <a:pt x="1584009" y="3909454"/>
                  </a:lnTo>
                  <a:lnTo>
                    <a:pt x="1584135" y="3909454"/>
                  </a:lnTo>
                  <a:lnTo>
                    <a:pt x="1584261" y="3909454"/>
                  </a:lnTo>
                  <a:lnTo>
                    <a:pt x="1584388" y="3909454"/>
                  </a:lnTo>
                  <a:lnTo>
                    <a:pt x="1584514" y="3909454"/>
                  </a:lnTo>
                  <a:lnTo>
                    <a:pt x="1584640" y="3909454"/>
                  </a:lnTo>
                  <a:lnTo>
                    <a:pt x="1584766" y="3909454"/>
                  </a:lnTo>
                  <a:lnTo>
                    <a:pt x="1584893" y="3909454"/>
                  </a:lnTo>
                  <a:lnTo>
                    <a:pt x="1585019" y="3909454"/>
                  </a:lnTo>
                  <a:lnTo>
                    <a:pt x="1585145" y="3909454"/>
                  </a:lnTo>
                  <a:lnTo>
                    <a:pt x="1585271" y="3909454"/>
                  </a:lnTo>
                  <a:lnTo>
                    <a:pt x="1585398" y="3909454"/>
                  </a:lnTo>
                  <a:lnTo>
                    <a:pt x="1585524" y="3909454"/>
                  </a:lnTo>
                  <a:lnTo>
                    <a:pt x="1585650" y="3909454"/>
                  </a:lnTo>
                  <a:lnTo>
                    <a:pt x="1585776" y="3909454"/>
                  </a:lnTo>
                  <a:lnTo>
                    <a:pt x="1585903" y="3909454"/>
                  </a:lnTo>
                  <a:lnTo>
                    <a:pt x="1586029" y="3909454"/>
                  </a:lnTo>
                  <a:lnTo>
                    <a:pt x="1586155" y="3909454"/>
                  </a:lnTo>
                  <a:lnTo>
                    <a:pt x="1586281" y="3909454"/>
                  </a:lnTo>
                  <a:lnTo>
                    <a:pt x="1586408" y="3909454"/>
                  </a:lnTo>
                  <a:lnTo>
                    <a:pt x="1586534" y="3909454"/>
                  </a:lnTo>
                  <a:lnTo>
                    <a:pt x="1586660" y="3909454"/>
                  </a:lnTo>
                  <a:lnTo>
                    <a:pt x="1586786" y="3909454"/>
                  </a:lnTo>
                  <a:lnTo>
                    <a:pt x="1586913" y="3909454"/>
                  </a:lnTo>
                  <a:lnTo>
                    <a:pt x="1587039" y="3909454"/>
                  </a:lnTo>
                  <a:lnTo>
                    <a:pt x="1587165" y="3909454"/>
                  </a:lnTo>
                  <a:lnTo>
                    <a:pt x="1587291" y="3909454"/>
                  </a:lnTo>
                  <a:lnTo>
                    <a:pt x="1587418" y="3909454"/>
                  </a:lnTo>
                  <a:lnTo>
                    <a:pt x="1587544" y="3909454"/>
                  </a:lnTo>
                  <a:lnTo>
                    <a:pt x="1587670" y="3909454"/>
                  </a:lnTo>
                  <a:lnTo>
                    <a:pt x="1587797" y="3909454"/>
                  </a:lnTo>
                  <a:lnTo>
                    <a:pt x="1587923" y="3909454"/>
                  </a:lnTo>
                  <a:lnTo>
                    <a:pt x="1588049" y="3909454"/>
                  </a:lnTo>
                  <a:lnTo>
                    <a:pt x="1588175" y="3909454"/>
                  </a:lnTo>
                  <a:lnTo>
                    <a:pt x="1588302" y="3909454"/>
                  </a:lnTo>
                  <a:lnTo>
                    <a:pt x="1588428" y="3909454"/>
                  </a:lnTo>
                  <a:lnTo>
                    <a:pt x="1588554" y="3909454"/>
                  </a:lnTo>
                  <a:lnTo>
                    <a:pt x="1588680" y="3909454"/>
                  </a:lnTo>
                  <a:lnTo>
                    <a:pt x="1588807" y="3909454"/>
                  </a:lnTo>
                  <a:lnTo>
                    <a:pt x="1588933" y="3909454"/>
                  </a:lnTo>
                  <a:lnTo>
                    <a:pt x="1589059" y="3909454"/>
                  </a:lnTo>
                  <a:lnTo>
                    <a:pt x="1589185" y="3909454"/>
                  </a:lnTo>
                  <a:lnTo>
                    <a:pt x="1589312" y="3909454"/>
                  </a:lnTo>
                  <a:lnTo>
                    <a:pt x="1589438" y="3909454"/>
                  </a:lnTo>
                  <a:lnTo>
                    <a:pt x="1589564" y="3909454"/>
                  </a:lnTo>
                  <a:lnTo>
                    <a:pt x="1589690" y="3909454"/>
                  </a:lnTo>
                  <a:lnTo>
                    <a:pt x="1589817" y="3909454"/>
                  </a:lnTo>
                  <a:lnTo>
                    <a:pt x="1589943" y="3909454"/>
                  </a:lnTo>
                  <a:lnTo>
                    <a:pt x="1589943" y="3904543"/>
                  </a:lnTo>
                  <a:lnTo>
                    <a:pt x="1590069" y="3904543"/>
                  </a:lnTo>
                  <a:lnTo>
                    <a:pt x="1590195" y="3904543"/>
                  </a:lnTo>
                  <a:lnTo>
                    <a:pt x="1590322" y="3904543"/>
                  </a:lnTo>
                  <a:lnTo>
                    <a:pt x="1590448" y="3904543"/>
                  </a:lnTo>
                  <a:lnTo>
                    <a:pt x="1590574" y="3904543"/>
                  </a:lnTo>
                  <a:lnTo>
                    <a:pt x="1590700" y="3904543"/>
                  </a:lnTo>
                  <a:lnTo>
                    <a:pt x="1590827" y="3904543"/>
                  </a:lnTo>
                  <a:lnTo>
                    <a:pt x="1590953" y="3904543"/>
                  </a:lnTo>
                  <a:lnTo>
                    <a:pt x="1591079" y="3904543"/>
                  </a:lnTo>
                  <a:lnTo>
                    <a:pt x="1591205" y="3904543"/>
                  </a:lnTo>
                  <a:lnTo>
                    <a:pt x="1591332" y="3904543"/>
                  </a:lnTo>
                  <a:lnTo>
                    <a:pt x="1591458" y="3904543"/>
                  </a:lnTo>
                  <a:lnTo>
                    <a:pt x="1591584" y="3904543"/>
                  </a:lnTo>
                  <a:lnTo>
                    <a:pt x="1591710" y="3904543"/>
                  </a:lnTo>
                  <a:lnTo>
                    <a:pt x="1591837" y="3904543"/>
                  </a:lnTo>
                  <a:lnTo>
                    <a:pt x="1591837" y="3899631"/>
                  </a:lnTo>
                  <a:lnTo>
                    <a:pt x="1591963" y="3899631"/>
                  </a:lnTo>
                  <a:lnTo>
                    <a:pt x="1592089" y="3899631"/>
                  </a:lnTo>
                  <a:lnTo>
                    <a:pt x="1592215" y="3899631"/>
                  </a:lnTo>
                  <a:lnTo>
                    <a:pt x="1592342" y="3899631"/>
                  </a:lnTo>
                  <a:lnTo>
                    <a:pt x="1592468" y="3899631"/>
                  </a:lnTo>
                  <a:lnTo>
                    <a:pt x="1592594" y="3899631"/>
                  </a:lnTo>
                  <a:lnTo>
                    <a:pt x="1592720" y="3899631"/>
                  </a:lnTo>
                  <a:lnTo>
                    <a:pt x="1592847" y="3899631"/>
                  </a:lnTo>
                  <a:lnTo>
                    <a:pt x="1592973" y="3899631"/>
                  </a:lnTo>
                  <a:lnTo>
                    <a:pt x="1593099" y="3899631"/>
                  </a:lnTo>
                  <a:lnTo>
                    <a:pt x="1593226" y="3899631"/>
                  </a:lnTo>
                  <a:lnTo>
                    <a:pt x="1593352" y="3899631"/>
                  </a:lnTo>
                  <a:lnTo>
                    <a:pt x="1593478" y="3899631"/>
                  </a:lnTo>
                  <a:lnTo>
                    <a:pt x="1593604" y="3899631"/>
                  </a:lnTo>
                  <a:lnTo>
                    <a:pt x="1593731" y="3899631"/>
                  </a:lnTo>
                  <a:lnTo>
                    <a:pt x="1593857" y="3899631"/>
                  </a:lnTo>
                  <a:lnTo>
                    <a:pt x="1593857" y="3894720"/>
                  </a:lnTo>
                  <a:lnTo>
                    <a:pt x="1593983" y="3894720"/>
                  </a:lnTo>
                  <a:lnTo>
                    <a:pt x="1594109" y="3894720"/>
                  </a:lnTo>
                  <a:lnTo>
                    <a:pt x="1594236" y="3894720"/>
                  </a:lnTo>
                  <a:lnTo>
                    <a:pt x="1594362" y="3894720"/>
                  </a:lnTo>
                  <a:lnTo>
                    <a:pt x="1594488" y="3894720"/>
                  </a:lnTo>
                  <a:lnTo>
                    <a:pt x="1594614" y="3894720"/>
                  </a:lnTo>
                  <a:lnTo>
                    <a:pt x="1594741" y="3894720"/>
                  </a:lnTo>
                  <a:lnTo>
                    <a:pt x="1594867" y="3894720"/>
                  </a:lnTo>
                  <a:lnTo>
                    <a:pt x="1594993" y="3894720"/>
                  </a:lnTo>
                  <a:lnTo>
                    <a:pt x="1595119" y="3894720"/>
                  </a:lnTo>
                  <a:lnTo>
                    <a:pt x="1595246" y="3894720"/>
                  </a:lnTo>
                  <a:lnTo>
                    <a:pt x="1595372" y="3894720"/>
                  </a:lnTo>
                  <a:lnTo>
                    <a:pt x="1595498" y="3894720"/>
                  </a:lnTo>
                  <a:lnTo>
                    <a:pt x="1595624" y="3894720"/>
                  </a:lnTo>
                  <a:lnTo>
                    <a:pt x="1595751" y="3894720"/>
                  </a:lnTo>
                  <a:lnTo>
                    <a:pt x="1595877" y="3894720"/>
                  </a:lnTo>
                  <a:lnTo>
                    <a:pt x="1596003" y="3894720"/>
                  </a:lnTo>
                  <a:lnTo>
                    <a:pt x="1596129" y="3894720"/>
                  </a:lnTo>
                  <a:lnTo>
                    <a:pt x="1596256" y="3894720"/>
                  </a:lnTo>
                  <a:lnTo>
                    <a:pt x="1596382" y="3894720"/>
                  </a:lnTo>
                  <a:lnTo>
                    <a:pt x="1596508" y="3894720"/>
                  </a:lnTo>
                  <a:lnTo>
                    <a:pt x="1596508" y="3889808"/>
                  </a:lnTo>
                  <a:lnTo>
                    <a:pt x="1596508" y="3884897"/>
                  </a:lnTo>
                  <a:lnTo>
                    <a:pt x="1596634" y="3884897"/>
                  </a:lnTo>
                  <a:lnTo>
                    <a:pt x="1596761" y="3884897"/>
                  </a:lnTo>
                  <a:lnTo>
                    <a:pt x="1596887" y="3884897"/>
                  </a:lnTo>
                  <a:lnTo>
                    <a:pt x="1597013" y="3884897"/>
                  </a:lnTo>
                  <a:lnTo>
                    <a:pt x="1597139" y="3884897"/>
                  </a:lnTo>
                  <a:lnTo>
                    <a:pt x="1597266" y="3884897"/>
                  </a:lnTo>
                  <a:lnTo>
                    <a:pt x="1597392" y="3884897"/>
                  </a:lnTo>
                  <a:lnTo>
                    <a:pt x="1597518" y="3884897"/>
                  </a:lnTo>
                  <a:lnTo>
                    <a:pt x="1597644" y="3884897"/>
                  </a:lnTo>
                  <a:lnTo>
                    <a:pt x="1597771" y="3884897"/>
                  </a:lnTo>
                  <a:lnTo>
                    <a:pt x="1597897" y="3884897"/>
                  </a:lnTo>
                  <a:lnTo>
                    <a:pt x="1598023" y="3884897"/>
                  </a:lnTo>
                  <a:lnTo>
                    <a:pt x="1598150" y="3884897"/>
                  </a:lnTo>
                  <a:lnTo>
                    <a:pt x="1598276" y="3884897"/>
                  </a:lnTo>
                  <a:lnTo>
                    <a:pt x="1598402" y="3884897"/>
                  </a:lnTo>
                  <a:lnTo>
                    <a:pt x="1598528" y="3884897"/>
                  </a:lnTo>
                  <a:lnTo>
                    <a:pt x="1598655" y="3884897"/>
                  </a:lnTo>
                  <a:lnTo>
                    <a:pt x="1598781" y="3884897"/>
                  </a:lnTo>
                  <a:lnTo>
                    <a:pt x="1598907" y="3884897"/>
                  </a:lnTo>
                  <a:lnTo>
                    <a:pt x="1599033" y="3884897"/>
                  </a:lnTo>
                  <a:lnTo>
                    <a:pt x="1599160" y="3884897"/>
                  </a:lnTo>
                  <a:lnTo>
                    <a:pt x="1599286" y="3884897"/>
                  </a:lnTo>
                  <a:lnTo>
                    <a:pt x="1599286" y="3879986"/>
                  </a:lnTo>
                  <a:lnTo>
                    <a:pt x="1599412" y="3879986"/>
                  </a:lnTo>
                  <a:lnTo>
                    <a:pt x="1599538" y="3879986"/>
                  </a:lnTo>
                  <a:lnTo>
                    <a:pt x="1599665" y="3879986"/>
                  </a:lnTo>
                  <a:lnTo>
                    <a:pt x="1599791" y="3879986"/>
                  </a:lnTo>
                  <a:lnTo>
                    <a:pt x="1599917" y="3879986"/>
                  </a:lnTo>
                  <a:lnTo>
                    <a:pt x="1600043" y="3879986"/>
                  </a:lnTo>
                  <a:lnTo>
                    <a:pt x="1600170" y="3879986"/>
                  </a:lnTo>
                  <a:lnTo>
                    <a:pt x="1600296" y="3879986"/>
                  </a:lnTo>
                  <a:lnTo>
                    <a:pt x="1600422" y="3879986"/>
                  </a:lnTo>
                  <a:lnTo>
                    <a:pt x="1600548" y="3879986"/>
                  </a:lnTo>
                  <a:lnTo>
                    <a:pt x="1600675" y="3879986"/>
                  </a:lnTo>
                  <a:lnTo>
                    <a:pt x="1600801" y="3879986"/>
                  </a:lnTo>
                  <a:lnTo>
                    <a:pt x="1600927" y="3879986"/>
                  </a:lnTo>
                  <a:lnTo>
                    <a:pt x="1601053" y="3879986"/>
                  </a:lnTo>
                  <a:lnTo>
                    <a:pt x="1601180" y="3879986"/>
                  </a:lnTo>
                  <a:lnTo>
                    <a:pt x="1601306" y="3879986"/>
                  </a:lnTo>
                  <a:lnTo>
                    <a:pt x="1601432" y="3879986"/>
                  </a:lnTo>
                  <a:lnTo>
                    <a:pt x="1601558" y="3879986"/>
                  </a:lnTo>
                  <a:lnTo>
                    <a:pt x="1601685" y="3879986"/>
                  </a:lnTo>
                  <a:lnTo>
                    <a:pt x="1601811" y="3879986"/>
                  </a:lnTo>
                  <a:lnTo>
                    <a:pt x="1601937" y="3879986"/>
                  </a:lnTo>
                  <a:lnTo>
                    <a:pt x="1602063" y="3879986"/>
                  </a:lnTo>
                  <a:lnTo>
                    <a:pt x="1602190" y="3879986"/>
                  </a:lnTo>
                  <a:lnTo>
                    <a:pt x="1602316" y="3879986"/>
                  </a:lnTo>
                  <a:lnTo>
                    <a:pt x="1602442" y="3879986"/>
                  </a:lnTo>
                  <a:lnTo>
                    <a:pt x="1602568" y="3879986"/>
                  </a:lnTo>
                  <a:lnTo>
                    <a:pt x="1602695" y="3879986"/>
                  </a:lnTo>
                  <a:lnTo>
                    <a:pt x="1602821" y="3879986"/>
                  </a:lnTo>
                  <a:lnTo>
                    <a:pt x="1602947" y="3879986"/>
                  </a:lnTo>
                  <a:lnTo>
                    <a:pt x="1603073" y="3879986"/>
                  </a:lnTo>
                  <a:lnTo>
                    <a:pt x="1603200" y="3879986"/>
                  </a:lnTo>
                  <a:lnTo>
                    <a:pt x="1603326" y="3879986"/>
                  </a:lnTo>
                  <a:lnTo>
                    <a:pt x="1603452" y="3879986"/>
                  </a:lnTo>
                  <a:lnTo>
                    <a:pt x="1603579" y="3879986"/>
                  </a:lnTo>
                  <a:lnTo>
                    <a:pt x="1603705" y="3879986"/>
                  </a:lnTo>
                  <a:lnTo>
                    <a:pt x="1603831" y="3879986"/>
                  </a:lnTo>
                  <a:lnTo>
                    <a:pt x="1603957" y="3879986"/>
                  </a:lnTo>
                  <a:lnTo>
                    <a:pt x="1604084" y="3879986"/>
                  </a:lnTo>
                  <a:lnTo>
                    <a:pt x="1604210" y="3879986"/>
                  </a:lnTo>
                  <a:lnTo>
                    <a:pt x="1604336" y="3879986"/>
                  </a:lnTo>
                  <a:lnTo>
                    <a:pt x="1604462" y="3879986"/>
                  </a:lnTo>
                  <a:lnTo>
                    <a:pt x="1604462" y="3875074"/>
                  </a:lnTo>
                  <a:lnTo>
                    <a:pt x="1604589" y="3875074"/>
                  </a:lnTo>
                  <a:lnTo>
                    <a:pt x="1604715" y="3875074"/>
                  </a:lnTo>
                  <a:lnTo>
                    <a:pt x="1604841" y="3875074"/>
                  </a:lnTo>
                  <a:lnTo>
                    <a:pt x="1604967" y="3875074"/>
                  </a:lnTo>
                  <a:lnTo>
                    <a:pt x="1604967" y="3870163"/>
                  </a:lnTo>
                  <a:lnTo>
                    <a:pt x="1605094" y="3870163"/>
                  </a:lnTo>
                  <a:lnTo>
                    <a:pt x="1605220" y="3870163"/>
                  </a:lnTo>
                  <a:lnTo>
                    <a:pt x="1605220" y="3865252"/>
                  </a:lnTo>
                  <a:lnTo>
                    <a:pt x="1605346" y="3865252"/>
                  </a:lnTo>
                  <a:lnTo>
                    <a:pt x="1605472" y="3865252"/>
                  </a:lnTo>
                  <a:lnTo>
                    <a:pt x="1605599" y="3865252"/>
                  </a:lnTo>
                  <a:lnTo>
                    <a:pt x="1605725" y="3865252"/>
                  </a:lnTo>
                  <a:lnTo>
                    <a:pt x="1605851" y="3865252"/>
                  </a:lnTo>
                  <a:lnTo>
                    <a:pt x="1605977" y="3865252"/>
                  </a:lnTo>
                  <a:lnTo>
                    <a:pt x="1606104" y="3865252"/>
                  </a:lnTo>
                  <a:lnTo>
                    <a:pt x="1606230" y="3865252"/>
                  </a:lnTo>
                  <a:lnTo>
                    <a:pt x="1606356" y="3865252"/>
                  </a:lnTo>
                  <a:lnTo>
                    <a:pt x="1606482" y="3865252"/>
                  </a:lnTo>
                  <a:lnTo>
                    <a:pt x="1606609" y="3865252"/>
                  </a:lnTo>
                  <a:lnTo>
                    <a:pt x="1606735" y="3865252"/>
                  </a:lnTo>
                  <a:lnTo>
                    <a:pt x="1606861" y="3865252"/>
                  </a:lnTo>
                  <a:lnTo>
                    <a:pt x="1606987" y="3865252"/>
                  </a:lnTo>
                  <a:lnTo>
                    <a:pt x="1607114" y="3865252"/>
                  </a:lnTo>
                  <a:lnTo>
                    <a:pt x="1607240" y="3865252"/>
                  </a:lnTo>
                  <a:lnTo>
                    <a:pt x="1607366" y="3865252"/>
                  </a:lnTo>
                  <a:lnTo>
                    <a:pt x="1607492" y="3865252"/>
                  </a:lnTo>
                  <a:lnTo>
                    <a:pt x="1607619" y="3865252"/>
                  </a:lnTo>
                  <a:lnTo>
                    <a:pt x="1607745" y="3865252"/>
                  </a:lnTo>
                  <a:lnTo>
                    <a:pt x="1607871" y="3865252"/>
                  </a:lnTo>
                  <a:lnTo>
                    <a:pt x="1607997" y="3865252"/>
                  </a:lnTo>
                  <a:lnTo>
                    <a:pt x="1608124" y="3865252"/>
                  </a:lnTo>
                  <a:lnTo>
                    <a:pt x="1608250" y="3865252"/>
                  </a:lnTo>
                  <a:lnTo>
                    <a:pt x="1608376" y="3865252"/>
                  </a:lnTo>
                  <a:lnTo>
                    <a:pt x="1608503" y="3865252"/>
                  </a:lnTo>
                  <a:lnTo>
                    <a:pt x="1608629" y="3865252"/>
                  </a:lnTo>
                  <a:lnTo>
                    <a:pt x="1608755" y="3865252"/>
                  </a:lnTo>
                  <a:lnTo>
                    <a:pt x="1608881" y="3865252"/>
                  </a:lnTo>
                  <a:lnTo>
                    <a:pt x="1609008" y="3865252"/>
                  </a:lnTo>
                  <a:lnTo>
                    <a:pt x="1609134" y="3865252"/>
                  </a:lnTo>
                  <a:lnTo>
                    <a:pt x="1609260" y="3865252"/>
                  </a:lnTo>
                  <a:lnTo>
                    <a:pt x="1609386" y="3865252"/>
                  </a:lnTo>
                  <a:lnTo>
                    <a:pt x="1609513" y="3865252"/>
                  </a:lnTo>
                  <a:lnTo>
                    <a:pt x="1609639" y="3865252"/>
                  </a:lnTo>
                  <a:lnTo>
                    <a:pt x="1609765" y="3865252"/>
                  </a:lnTo>
                  <a:lnTo>
                    <a:pt x="1609891" y="3865252"/>
                  </a:lnTo>
                  <a:lnTo>
                    <a:pt x="1610018" y="3865252"/>
                  </a:lnTo>
                  <a:lnTo>
                    <a:pt x="1610144" y="3865252"/>
                  </a:lnTo>
                  <a:lnTo>
                    <a:pt x="1610270" y="3865252"/>
                  </a:lnTo>
                  <a:lnTo>
                    <a:pt x="1610396" y="3865252"/>
                  </a:lnTo>
                  <a:lnTo>
                    <a:pt x="1610523" y="3865252"/>
                  </a:lnTo>
                  <a:lnTo>
                    <a:pt x="1610649" y="3865252"/>
                  </a:lnTo>
                  <a:lnTo>
                    <a:pt x="1610775" y="3865252"/>
                  </a:lnTo>
                  <a:lnTo>
                    <a:pt x="1610901" y="3865252"/>
                  </a:lnTo>
                  <a:lnTo>
                    <a:pt x="1611028" y="3865252"/>
                  </a:lnTo>
                  <a:lnTo>
                    <a:pt x="1611154" y="3865252"/>
                  </a:lnTo>
                  <a:lnTo>
                    <a:pt x="1611280" y="3865252"/>
                  </a:lnTo>
                  <a:lnTo>
                    <a:pt x="1611406" y="3865252"/>
                  </a:lnTo>
                  <a:lnTo>
                    <a:pt x="1611533" y="3865252"/>
                  </a:lnTo>
                  <a:lnTo>
                    <a:pt x="1611659" y="3865252"/>
                  </a:lnTo>
                  <a:lnTo>
                    <a:pt x="1611785" y="3865252"/>
                  </a:lnTo>
                  <a:lnTo>
                    <a:pt x="1611911" y="3865252"/>
                  </a:lnTo>
                  <a:lnTo>
                    <a:pt x="1612038" y="3865252"/>
                  </a:lnTo>
                  <a:lnTo>
                    <a:pt x="1612164" y="3865252"/>
                  </a:lnTo>
                  <a:lnTo>
                    <a:pt x="1612290" y="3865252"/>
                  </a:lnTo>
                  <a:lnTo>
                    <a:pt x="1612416" y="3865252"/>
                  </a:lnTo>
                  <a:lnTo>
                    <a:pt x="1612543" y="3865252"/>
                  </a:lnTo>
                  <a:lnTo>
                    <a:pt x="1612669" y="3865252"/>
                  </a:lnTo>
                  <a:lnTo>
                    <a:pt x="1612795" y="3865252"/>
                  </a:lnTo>
                  <a:lnTo>
                    <a:pt x="1612921" y="3865252"/>
                  </a:lnTo>
                  <a:lnTo>
                    <a:pt x="1613048" y="3865252"/>
                  </a:lnTo>
                  <a:lnTo>
                    <a:pt x="1613174" y="3865252"/>
                  </a:lnTo>
                  <a:lnTo>
                    <a:pt x="1613300" y="3865252"/>
                  </a:lnTo>
                  <a:lnTo>
                    <a:pt x="1613427" y="3865252"/>
                  </a:lnTo>
                  <a:lnTo>
                    <a:pt x="1613553" y="3865252"/>
                  </a:lnTo>
                  <a:lnTo>
                    <a:pt x="1613679" y="3865252"/>
                  </a:lnTo>
                  <a:lnTo>
                    <a:pt x="1613805" y="3865252"/>
                  </a:lnTo>
                  <a:lnTo>
                    <a:pt x="1613805" y="3860340"/>
                  </a:lnTo>
                  <a:lnTo>
                    <a:pt x="1613932" y="3860340"/>
                  </a:lnTo>
                  <a:lnTo>
                    <a:pt x="1614058" y="3860340"/>
                  </a:lnTo>
                  <a:lnTo>
                    <a:pt x="1614184" y="3860340"/>
                  </a:lnTo>
                  <a:lnTo>
                    <a:pt x="1614310" y="3860340"/>
                  </a:lnTo>
                  <a:lnTo>
                    <a:pt x="1614437" y="3860340"/>
                  </a:lnTo>
                  <a:lnTo>
                    <a:pt x="1614563" y="3860340"/>
                  </a:lnTo>
                  <a:lnTo>
                    <a:pt x="1614689" y="3860340"/>
                  </a:lnTo>
                  <a:lnTo>
                    <a:pt x="1614815" y="3860340"/>
                  </a:lnTo>
                  <a:lnTo>
                    <a:pt x="1614942" y="3860340"/>
                  </a:lnTo>
                  <a:lnTo>
                    <a:pt x="1615068" y="3860340"/>
                  </a:lnTo>
                  <a:lnTo>
                    <a:pt x="1615194" y="3860340"/>
                  </a:lnTo>
                  <a:lnTo>
                    <a:pt x="1615320" y="3860340"/>
                  </a:lnTo>
                  <a:lnTo>
                    <a:pt x="1615447" y="3860340"/>
                  </a:lnTo>
                  <a:lnTo>
                    <a:pt x="1615573" y="3860340"/>
                  </a:lnTo>
                  <a:lnTo>
                    <a:pt x="1615699" y="3860340"/>
                  </a:lnTo>
                  <a:lnTo>
                    <a:pt x="1615825" y="3860340"/>
                  </a:lnTo>
                  <a:lnTo>
                    <a:pt x="1615952" y="3860340"/>
                  </a:lnTo>
                  <a:lnTo>
                    <a:pt x="1616078" y="3860340"/>
                  </a:lnTo>
                  <a:lnTo>
                    <a:pt x="1616204" y="3860340"/>
                  </a:lnTo>
                  <a:lnTo>
                    <a:pt x="1616330" y="3860340"/>
                  </a:lnTo>
                  <a:lnTo>
                    <a:pt x="1616457" y="3860340"/>
                  </a:lnTo>
                  <a:lnTo>
                    <a:pt x="1616583" y="3860340"/>
                  </a:lnTo>
                  <a:lnTo>
                    <a:pt x="1616709" y="3860340"/>
                  </a:lnTo>
                  <a:lnTo>
                    <a:pt x="1616835" y="3860340"/>
                  </a:lnTo>
                  <a:lnTo>
                    <a:pt x="1616962" y="3860340"/>
                  </a:lnTo>
                  <a:lnTo>
                    <a:pt x="1617088" y="3860340"/>
                  </a:lnTo>
                  <a:lnTo>
                    <a:pt x="1617214" y="3860340"/>
                  </a:lnTo>
                  <a:lnTo>
                    <a:pt x="1617340" y="3860340"/>
                  </a:lnTo>
                  <a:lnTo>
                    <a:pt x="1617467" y="3860340"/>
                  </a:lnTo>
                  <a:lnTo>
                    <a:pt x="1617593" y="3860340"/>
                  </a:lnTo>
                  <a:lnTo>
                    <a:pt x="1617719" y="3860340"/>
                  </a:lnTo>
                  <a:lnTo>
                    <a:pt x="1617845" y="3860340"/>
                  </a:lnTo>
                  <a:lnTo>
                    <a:pt x="1617972" y="3860340"/>
                  </a:lnTo>
                  <a:lnTo>
                    <a:pt x="1618098" y="3860340"/>
                  </a:lnTo>
                  <a:lnTo>
                    <a:pt x="1618224" y="3860340"/>
                  </a:lnTo>
                  <a:lnTo>
                    <a:pt x="1618350" y="3860340"/>
                  </a:lnTo>
                  <a:lnTo>
                    <a:pt x="1618477" y="3860340"/>
                  </a:lnTo>
                  <a:lnTo>
                    <a:pt x="1618603" y="3860340"/>
                  </a:lnTo>
                  <a:lnTo>
                    <a:pt x="1618729" y="3860340"/>
                  </a:lnTo>
                  <a:lnTo>
                    <a:pt x="1618856" y="3860340"/>
                  </a:lnTo>
                  <a:lnTo>
                    <a:pt x="1618982" y="3860340"/>
                  </a:lnTo>
                  <a:lnTo>
                    <a:pt x="1619108" y="3860340"/>
                  </a:lnTo>
                  <a:lnTo>
                    <a:pt x="1619234" y="3860340"/>
                  </a:lnTo>
                  <a:lnTo>
                    <a:pt x="1619361" y="3860340"/>
                  </a:lnTo>
                  <a:lnTo>
                    <a:pt x="1619487" y="3860340"/>
                  </a:lnTo>
                  <a:lnTo>
                    <a:pt x="1619613" y="3860340"/>
                  </a:lnTo>
                  <a:lnTo>
                    <a:pt x="1619739" y="3860340"/>
                  </a:lnTo>
                  <a:lnTo>
                    <a:pt x="1619866" y="3860340"/>
                  </a:lnTo>
                  <a:lnTo>
                    <a:pt x="1619992" y="3860340"/>
                  </a:lnTo>
                  <a:lnTo>
                    <a:pt x="1620118" y="3860340"/>
                  </a:lnTo>
                  <a:lnTo>
                    <a:pt x="1620244" y="3860340"/>
                  </a:lnTo>
                  <a:lnTo>
                    <a:pt x="1620371" y="3860340"/>
                  </a:lnTo>
                  <a:lnTo>
                    <a:pt x="1620497" y="3860340"/>
                  </a:lnTo>
                  <a:lnTo>
                    <a:pt x="1620623" y="3860340"/>
                  </a:lnTo>
                  <a:lnTo>
                    <a:pt x="1620749" y="3860340"/>
                  </a:lnTo>
                  <a:lnTo>
                    <a:pt x="1620876" y="3860340"/>
                  </a:lnTo>
                  <a:lnTo>
                    <a:pt x="1621002" y="3860340"/>
                  </a:lnTo>
                  <a:lnTo>
                    <a:pt x="1621128" y="3860340"/>
                  </a:lnTo>
                  <a:lnTo>
                    <a:pt x="1621254" y="3860340"/>
                  </a:lnTo>
                  <a:lnTo>
                    <a:pt x="1621381" y="3860340"/>
                  </a:lnTo>
                  <a:lnTo>
                    <a:pt x="1621507" y="3860340"/>
                  </a:lnTo>
                  <a:lnTo>
                    <a:pt x="1621633" y="3860340"/>
                  </a:lnTo>
                  <a:lnTo>
                    <a:pt x="1621759" y="3860340"/>
                  </a:lnTo>
                  <a:lnTo>
                    <a:pt x="1621886" y="3860340"/>
                  </a:lnTo>
                  <a:lnTo>
                    <a:pt x="1622012" y="3860340"/>
                  </a:lnTo>
                  <a:lnTo>
                    <a:pt x="1622138" y="3860340"/>
                  </a:lnTo>
                  <a:lnTo>
                    <a:pt x="1622264" y="3860340"/>
                  </a:lnTo>
                  <a:lnTo>
                    <a:pt x="1622391" y="3860340"/>
                  </a:lnTo>
                  <a:lnTo>
                    <a:pt x="1622517" y="3860340"/>
                  </a:lnTo>
                  <a:lnTo>
                    <a:pt x="1622643" y="3860340"/>
                  </a:lnTo>
                  <a:lnTo>
                    <a:pt x="1622769" y="3860340"/>
                  </a:lnTo>
                  <a:lnTo>
                    <a:pt x="1622896" y="3860340"/>
                  </a:lnTo>
                  <a:lnTo>
                    <a:pt x="1623022" y="3860340"/>
                  </a:lnTo>
                  <a:lnTo>
                    <a:pt x="1623148" y="3860340"/>
                  </a:lnTo>
                  <a:lnTo>
                    <a:pt x="1623274" y="3860340"/>
                  </a:lnTo>
                  <a:lnTo>
                    <a:pt x="1623401" y="3860340"/>
                  </a:lnTo>
                  <a:lnTo>
                    <a:pt x="1623527" y="3860340"/>
                  </a:lnTo>
                  <a:lnTo>
                    <a:pt x="1623653" y="3860340"/>
                  </a:lnTo>
                  <a:lnTo>
                    <a:pt x="1623780" y="3860340"/>
                  </a:lnTo>
                  <a:lnTo>
                    <a:pt x="1623906" y="3860340"/>
                  </a:lnTo>
                  <a:lnTo>
                    <a:pt x="1624032" y="3860340"/>
                  </a:lnTo>
                  <a:lnTo>
                    <a:pt x="1624158" y="3860340"/>
                  </a:lnTo>
                  <a:lnTo>
                    <a:pt x="1624285" y="3860340"/>
                  </a:lnTo>
                  <a:lnTo>
                    <a:pt x="1624411" y="3860340"/>
                  </a:lnTo>
                  <a:lnTo>
                    <a:pt x="1624537" y="3860340"/>
                  </a:lnTo>
                  <a:lnTo>
                    <a:pt x="1624663" y="3860340"/>
                  </a:lnTo>
                  <a:lnTo>
                    <a:pt x="1624790" y="3860340"/>
                  </a:lnTo>
                  <a:lnTo>
                    <a:pt x="1624916" y="3860340"/>
                  </a:lnTo>
                  <a:lnTo>
                    <a:pt x="1624916" y="3855429"/>
                  </a:lnTo>
                  <a:lnTo>
                    <a:pt x="1625042" y="3855429"/>
                  </a:lnTo>
                  <a:lnTo>
                    <a:pt x="1625042" y="3850517"/>
                  </a:lnTo>
                  <a:lnTo>
                    <a:pt x="1625168" y="3850517"/>
                  </a:lnTo>
                  <a:lnTo>
                    <a:pt x="1625295" y="3850517"/>
                  </a:lnTo>
                  <a:lnTo>
                    <a:pt x="1625421" y="3850517"/>
                  </a:lnTo>
                  <a:lnTo>
                    <a:pt x="1625547" y="3850517"/>
                  </a:lnTo>
                  <a:lnTo>
                    <a:pt x="1625673" y="3850517"/>
                  </a:lnTo>
                  <a:lnTo>
                    <a:pt x="1625800" y="3850517"/>
                  </a:lnTo>
                  <a:lnTo>
                    <a:pt x="1625926" y="3850517"/>
                  </a:lnTo>
                  <a:lnTo>
                    <a:pt x="1626052" y="3850517"/>
                  </a:lnTo>
                  <a:lnTo>
                    <a:pt x="1626178" y="3850517"/>
                  </a:lnTo>
                  <a:lnTo>
                    <a:pt x="1626305" y="3850517"/>
                  </a:lnTo>
                  <a:lnTo>
                    <a:pt x="1626431" y="3850517"/>
                  </a:lnTo>
                  <a:lnTo>
                    <a:pt x="1626557" y="3850517"/>
                  </a:lnTo>
                  <a:lnTo>
                    <a:pt x="1626683" y="3850517"/>
                  </a:lnTo>
                  <a:lnTo>
                    <a:pt x="1626810" y="3850517"/>
                  </a:lnTo>
                  <a:lnTo>
                    <a:pt x="1626936" y="3850517"/>
                  </a:lnTo>
                  <a:lnTo>
                    <a:pt x="1627062" y="3850517"/>
                  </a:lnTo>
                  <a:lnTo>
                    <a:pt x="1627062" y="3845606"/>
                  </a:lnTo>
                  <a:lnTo>
                    <a:pt x="1627188" y="3845606"/>
                  </a:lnTo>
                  <a:lnTo>
                    <a:pt x="1627188" y="3840695"/>
                  </a:lnTo>
                  <a:lnTo>
                    <a:pt x="1627315" y="3840695"/>
                  </a:lnTo>
                  <a:lnTo>
                    <a:pt x="1627441" y="3840695"/>
                  </a:lnTo>
                  <a:lnTo>
                    <a:pt x="1627567" y="3840695"/>
                  </a:lnTo>
                  <a:lnTo>
                    <a:pt x="1627693" y="3840695"/>
                  </a:lnTo>
                  <a:lnTo>
                    <a:pt x="1627820" y="3840695"/>
                  </a:lnTo>
                  <a:lnTo>
                    <a:pt x="1627946" y="3840695"/>
                  </a:lnTo>
                  <a:lnTo>
                    <a:pt x="1628072" y="3840695"/>
                  </a:lnTo>
                  <a:lnTo>
                    <a:pt x="1628198" y="3840695"/>
                  </a:lnTo>
                  <a:lnTo>
                    <a:pt x="1628325" y="3840695"/>
                  </a:lnTo>
                  <a:lnTo>
                    <a:pt x="1628451" y="3840695"/>
                  </a:lnTo>
                  <a:lnTo>
                    <a:pt x="1628577" y="3840695"/>
                  </a:lnTo>
                  <a:lnTo>
                    <a:pt x="1628703" y="3840695"/>
                  </a:lnTo>
                  <a:lnTo>
                    <a:pt x="1628830" y="3840695"/>
                  </a:lnTo>
                  <a:lnTo>
                    <a:pt x="1628956" y="3840695"/>
                  </a:lnTo>
                  <a:lnTo>
                    <a:pt x="1629082" y="3840695"/>
                  </a:lnTo>
                  <a:lnTo>
                    <a:pt x="1629209" y="3840695"/>
                  </a:lnTo>
                  <a:lnTo>
                    <a:pt x="1629335" y="3840695"/>
                  </a:lnTo>
                  <a:lnTo>
                    <a:pt x="1629461" y="3840695"/>
                  </a:lnTo>
                  <a:lnTo>
                    <a:pt x="1629587" y="3840695"/>
                  </a:lnTo>
                  <a:lnTo>
                    <a:pt x="1629714" y="3840695"/>
                  </a:lnTo>
                  <a:lnTo>
                    <a:pt x="1629840" y="3840695"/>
                  </a:lnTo>
                  <a:lnTo>
                    <a:pt x="1629966" y="3840695"/>
                  </a:lnTo>
                  <a:lnTo>
                    <a:pt x="1630092" y="3840695"/>
                  </a:lnTo>
                  <a:lnTo>
                    <a:pt x="1630219" y="3840695"/>
                  </a:lnTo>
                  <a:lnTo>
                    <a:pt x="1630345" y="3840695"/>
                  </a:lnTo>
                  <a:lnTo>
                    <a:pt x="1630345" y="3835783"/>
                  </a:lnTo>
                  <a:lnTo>
                    <a:pt x="1630471" y="3835783"/>
                  </a:lnTo>
                  <a:lnTo>
                    <a:pt x="1630597" y="3835783"/>
                  </a:lnTo>
                  <a:lnTo>
                    <a:pt x="1630724" y="3835783"/>
                  </a:lnTo>
                  <a:lnTo>
                    <a:pt x="1630850" y="3835783"/>
                  </a:lnTo>
                  <a:lnTo>
                    <a:pt x="1630976" y="3835783"/>
                  </a:lnTo>
                  <a:lnTo>
                    <a:pt x="1631102" y="3835783"/>
                  </a:lnTo>
                  <a:lnTo>
                    <a:pt x="1631229" y="3835783"/>
                  </a:lnTo>
                  <a:lnTo>
                    <a:pt x="1631355" y="3835783"/>
                  </a:lnTo>
                  <a:lnTo>
                    <a:pt x="1631481" y="3835783"/>
                  </a:lnTo>
                  <a:lnTo>
                    <a:pt x="1631607" y="3835783"/>
                  </a:lnTo>
                  <a:lnTo>
                    <a:pt x="1631734" y="3835783"/>
                  </a:lnTo>
                  <a:lnTo>
                    <a:pt x="1631860" y="3835783"/>
                  </a:lnTo>
                  <a:lnTo>
                    <a:pt x="1631986" y="3835783"/>
                  </a:lnTo>
                  <a:lnTo>
                    <a:pt x="1632112" y="3835783"/>
                  </a:lnTo>
                  <a:lnTo>
                    <a:pt x="1632239" y="3835783"/>
                  </a:lnTo>
                  <a:lnTo>
                    <a:pt x="1632365" y="3835783"/>
                  </a:lnTo>
                  <a:lnTo>
                    <a:pt x="1632491" y="3835783"/>
                  </a:lnTo>
                  <a:lnTo>
                    <a:pt x="1632617" y="3835783"/>
                  </a:lnTo>
                  <a:lnTo>
                    <a:pt x="1632744" y="3835783"/>
                  </a:lnTo>
                  <a:lnTo>
                    <a:pt x="1632870" y="3835783"/>
                  </a:lnTo>
                  <a:lnTo>
                    <a:pt x="1632996" y="3835783"/>
                  </a:lnTo>
                  <a:lnTo>
                    <a:pt x="1633122" y="3835783"/>
                  </a:lnTo>
                  <a:lnTo>
                    <a:pt x="1633249" y="3835783"/>
                  </a:lnTo>
                  <a:lnTo>
                    <a:pt x="1633375" y="3835783"/>
                  </a:lnTo>
                  <a:lnTo>
                    <a:pt x="1633501" y="3835783"/>
                  </a:lnTo>
                  <a:lnTo>
                    <a:pt x="1633627" y="3835783"/>
                  </a:lnTo>
                  <a:lnTo>
                    <a:pt x="1633754" y="3835783"/>
                  </a:lnTo>
                  <a:lnTo>
                    <a:pt x="1633880" y="3835783"/>
                  </a:lnTo>
                  <a:lnTo>
                    <a:pt x="1634006" y="3835783"/>
                  </a:lnTo>
                  <a:lnTo>
                    <a:pt x="1634133" y="3835783"/>
                  </a:lnTo>
                  <a:lnTo>
                    <a:pt x="1634259" y="3835783"/>
                  </a:lnTo>
                  <a:lnTo>
                    <a:pt x="1634385" y="3835783"/>
                  </a:lnTo>
                  <a:lnTo>
                    <a:pt x="1634511" y="3835783"/>
                  </a:lnTo>
                  <a:lnTo>
                    <a:pt x="1634638" y="3835783"/>
                  </a:lnTo>
                  <a:lnTo>
                    <a:pt x="1634764" y="3835783"/>
                  </a:lnTo>
                  <a:lnTo>
                    <a:pt x="1634890" y="3835783"/>
                  </a:lnTo>
                  <a:lnTo>
                    <a:pt x="1635016" y="3835783"/>
                  </a:lnTo>
                  <a:lnTo>
                    <a:pt x="1635143" y="3835783"/>
                  </a:lnTo>
                  <a:lnTo>
                    <a:pt x="1635269" y="3835783"/>
                  </a:lnTo>
                  <a:lnTo>
                    <a:pt x="1635395" y="3835783"/>
                  </a:lnTo>
                  <a:lnTo>
                    <a:pt x="1635521" y="3835783"/>
                  </a:lnTo>
                  <a:lnTo>
                    <a:pt x="1635648" y="3835783"/>
                  </a:lnTo>
                  <a:lnTo>
                    <a:pt x="1635774" y="3835783"/>
                  </a:lnTo>
                  <a:lnTo>
                    <a:pt x="1635900" y="3835783"/>
                  </a:lnTo>
                  <a:lnTo>
                    <a:pt x="1636026" y="3835783"/>
                  </a:lnTo>
                  <a:lnTo>
                    <a:pt x="1636153" y="3835783"/>
                  </a:lnTo>
                  <a:lnTo>
                    <a:pt x="1636279" y="3835783"/>
                  </a:lnTo>
                  <a:lnTo>
                    <a:pt x="1636405" y="3835783"/>
                  </a:lnTo>
                  <a:lnTo>
                    <a:pt x="1636531" y="3835783"/>
                  </a:lnTo>
                  <a:lnTo>
                    <a:pt x="1636658" y="3835783"/>
                  </a:lnTo>
                  <a:lnTo>
                    <a:pt x="1636784" y="3835783"/>
                  </a:lnTo>
                  <a:lnTo>
                    <a:pt x="1636910" y="3835783"/>
                  </a:lnTo>
                  <a:lnTo>
                    <a:pt x="1637036" y="3835783"/>
                  </a:lnTo>
                  <a:lnTo>
                    <a:pt x="1637163" y="3835783"/>
                  </a:lnTo>
                  <a:lnTo>
                    <a:pt x="1637289" y="3835783"/>
                  </a:lnTo>
                  <a:lnTo>
                    <a:pt x="1637415" y="3835783"/>
                  </a:lnTo>
                  <a:lnTo>
                    <a:pt x="1637541" y="3835783"/>
                  </a:lnTo>
                  <a:lnTo>
                    <a:pt x="1637668" y="3835783"/>
                  </a:lnTo>
                  <a:lnTo>
                    <a:pt x="1637794" y="3835783"/>
                  </a:lnTo>
                  <a:lnTo>
                    <a:pt x="1637920" y="3835783"/>
                  </a:lnTo>
                  <a:lnTo>
                    <a:pt x="1638046" y="3835783"/>
                  </a:lnTo>
                  <a:lnTo>
                    <a:pt x="1638173" y="3835783"/>
                  </a:lnTo>
                  <a:lnTo>
                    <a:pt x="1638299" y="3835783"/>
                  </a:lnTo>
                  <a:lnTo>
                    <a:pt x="1638425" y="3835783"/>
                  </a:lnTo>
                  <a:lnTo>
                    <a:pt x="1638551" y="3835783"/>
                  </a:lnTo>
                  <a:lnTo>
                    <a:pt x="1638678" y="3835783"/>
                  </a:lnTo>
                  <a:lnTo>
                    <a:pt x="1638804" y="3835783"/>
                  </a:lnTo>
                  <a:lnTo>
                    <a:pt x="1638930" y="3835783"/>
                  </a:lnTo>
                  <a:lnTo>
                    <a:pt x="1639056" y="3835783"/>
                  </a:lnTo>
                  <a:lnTo>
                    <a:pt x="1639183" y="3835783"/>
                  </a:lnTo>
                  <a:lnTo>
                    <a:pt x="1639309" y="3835783"/>
                  </a:lnTo>
                  <a:lnTo>
                    <a:pt x="1639435" y="3835783"/>
                  </a:lnTo>
                  <a:lnTo>
                    <a:pt x="1639562" y="3835783"/>
                  </a:lnTo>
                  <a:lnTo>
                    <a:pt x="1639688" y="3835783"/>
                  </a:lnTo>
                  <a:lnTo>
                    <a:pt x="1639814" y="3835783"/>
                  </a:lnTo>
                  <a:lnTo>
                    <a:pt x="1639940" y="3835783"/>
                  </a:lnTo>
                  <a:lnTo>
                    <a:pt x="1640067" y="3835783"/>
                  </a:lnTo>
                  <a:lnTo>
                    <a:pt x="1640193" y="3835783"/>
                  </a:lnTo>
                  <a:lnTo>
                    <a:pt x="1640319" y="3835783"/>
                  </a:lnTo>
                  <a:lnTo>
                    <a:pt x="1640445" y="3835783"/>
                  </a:lnTo>
                  <a:lnTo>
                    <a:pt x="1640572" y="3835783"/>
                  </a:lnTo>
                  <a:lnTo>
                    <a:pt x="1640698" y="3835783"/>
                  </a:lnTo>
                  <a:lnTo>
                    <a:pt x="1640824" y="3835783"/>
                  </a:lnTo>
                  <a:lnTo>
                    <a:pt x="1640950" y="3835783"/>
                  </a:lnTo>
                  <a:lnTo>
                    <a:pt x="1641077" y="3835783"/>
                  </a:lnTo>
                  <a:lnTo>
                    <a:pt x="1641203" y="3835783"/>
                  </a:lnTo>
                  <a:lnTo>
                    <a:pt x="1641329" y="3835783"/>
                  </a:lnTo>
                  <a:lnTo>
                    <a:pt x="1641455" y="3835783"/>
                  </a:lnTo>
                  <a:lnTo>
                    <a:pt x="1641582" y="3835783"/>
                  </a:lnTo>
                  <a:lnTo>
                    <a:pt x="1641708" y="3835783"/>
                  </a:lnTo>
                  <a:lnTo>
                    <a:pt x="1641834" y="3835783"/>
                  </a:lnTo>
                  <a:lnTo>
                    <a:pt x="1641960" y="3835783"/>
                  </a:lnTo>
                  <a:lnTo>
                    <a:pt x="1642087" y="3835783"/>
                  </a:lnTo>
                  <a:lnTo>
                    <a:pt x="1642213" y="3835783"/>
                  </a:lnTo>
                  <a:lnTo>
                    <a:pt x="1642339" y="3835783"/>
                  </a:lnTo>
                  <a:lnTo>
                    <a:pt x="1642465" y="3835783"/>
                  </a:lnTo>
                  <a:lnTo>
                    <a:pt x="1642592" y="3835783"/>
                  </a:lnTo>
                  <a:lnTo>
                    <a:pt x="1642718" y="3835783"/>
                  </a:lnTo>
                  <a:lnTo>
                    <a:pt x="1642844" y="3835783"/>
                  </a:lnTo>
                  <a:lnTo>
                    <a:pt x="1642970" y="3835783"/>
                  </a:lnTo>
                  <a:lnTo>
                    <a:pt x="1643097" y="3835783"/>
                  </a:lnTo>
                  <a:lnTo>
                    <a:pt x="1643223" y="3835783"/>
                  </a:lnTo>
                  <a:lnTo>
                    <a:pt x="1643349" y="3835783"/>
                  </a:lnTo>
                  <a:lnTo>
                    <a:pt x="1643475" y="3835783"/>
                  </a:lnTo>
                  <a:lnTo>
                    <a:pt x="1643602" y="3835783"/>
                  </a:lnTo>
                  <a:lnTo>
                    <a:pt x="1643728" y="3835783"/>
                  </a:lnTo>
                  <a:lnTo>
                    <a:pt x="1643854" y="3835783"/>
                  </a:lnTo>
                  <a:lnTo>
                    <a:pt x="1643980" y="3835783"/>
                  </a:lnTo>
                  <a:lnTo>
                    <a:pt x="1644107" y="3835783"/>
                  </a:lnTo>
                  <a:lnTo>
                    <a:pt x="1644233" y="3835783"/>
                  </a:lnTo>
                  <a:lnTo>
                    <a:pt x="1644359" y="3835783"/>
                  </a:lnTo>
                  <a:lnTo>
                    <a:pt x="1644486" y="3835783"/>
                  </a:lnTo>
                  <a:lnTo>
                    <a:pt x="1644612" y="3835783"/>
                  </a:lnTo>
                  <a:lnTo>
                    <a:pt x="1644738" y="3835783"/>
                  </a:lnTo>
                  <a:lnTo>
                    <a:pt x="1644864" y="3835783"/>
                  </a:lnTo>
                  <a:lnTo>
                    <a:pt x="1644991" y="3835783"/>
                  </a:lnTo>
                  <a:lnTo>
                    <a:pt x="1645117" y="3835783"/>
                  </a:lnTo>
                  <a:lnTo>
                    <a:pt x="1645243" y="3835783"/>
                  </a:lnTo>
                  <a:lnTo>
                    <a:pt x="1645369" y="3835783"/>
                  </a:lnTo>
                  <a:lnTo>
                    <a:pt x="1645496" y="3835783"/>
                  </a:lnTo>
                  <a:lnTo>
                    <a:pt x="1645622" y="3835783"/>
                  </a:lnTo>
                  <a:lnTo>
                    <a:pt x="1645748" y="3835783"/>
                  </a:lnTo>
                  <a:lnTo>
                    <a:pt x="1645874" y="3835783"/>
                  </a:lnTo>
                  <a:lnTo>
                    <a:pt x="1646001" y="3835783"/>
                  </a:lnTo>
                  <a:lnTo>
                    <a:pt x="1646127" y="3835783"/>
                  </a:lnTo>
                  <a:lnTo>
                    <a:pt x="1646253" y="3835783"/>
                  </a:lnTo>
                  <a:lnTo>
                    <a:pt x="1646379" y="3835783"/>
                  </a:lnTo>
                  <a:lnTo>
                    <a:pt x="1646506" y="3835783"/>
                  </a:lnTo>
                  <a:lnTo>
                    <a:pt x="1646632" y="3835783"/>
                  </a:lnTo>
                  <a:lnTo>
                    <a:pt x="1646758" y="3835783"/>
                  </a:lnTo>
                  <a:lnTo>
                    <a:pt x="1646884" y="3835783"/>
                  </a:lnTo>
                  <a:lnTo>
                    <a:pt x="1647011" y="3835783"/>
                  </a:lnTo>
                  <a:lnTo>
                    <a:pt x="1647011" y="3830872"/>
                  </a:lnTo>
                  <a:lnTo>
                    <a:pt x="1647137" y="3830872"/>
                  </a:lnTo>
                  <a:lnTo>
                    <a:pt x="1647263" y="3830872"/>
                  </a:lnTo>
                  <a:lnTo>
                    <a:pt x="1647389" y="3830872"/>
                  </a:lnTo>
                  <a:lnTo>
                    <a:pt x="1647516" y="3830872"/>
                  </a:lnTo>
                  <a:lnTo>
                    <a:pt x="1647642" y="3830872"/>
                  </a:lnTo>
                  <a:lnTo>
                    <a:pt x="1647642" y="3825961"/>
                  </a:lnTo>
                  <a:lnTo>
                    <a:pt x="1647768" y="3825961"/>
                  </a:lnTo>
                  <a:lnTo>
                    <a:pt x="1647894" y="3825961"/>
                  </a:lnTo>
                  <a:lnTo>
                    <a:pt x="1648021" y="3825961"/>
                  </a:lnTo>
                  <a:lnTo>
                    <a:pt x="1648147" y="3825961"/>
                  </a:lnTo>
                  <a:lnTo>
                    <a:pt x="1648273" y="3825961"/>
                  </a:lnTo>
                  <a:lnTo>
                    <a:pt x="1648399" y="3825961"/>
                  </a:lnTo>
                  <a:lnTo>
                    <a:pt x="1648526" y="3825961"/>
                  </a:lnTo>
                  <a:lnTo>
                    <a:pt x="1648652" y="3825961"/>
                  </a:lnTo>
                  <a:lnTo>
                    <a:pt x="1648778" y="3825961"/>
                  </a:lnTo>
                  <a:lnTo>
                    <a:pt x="1648904" y="3825961"/>
                  </a:lnTo>
                  <a:lnTo>
                    <a:pt x="1649031" y="3825961"/>
                  </a:lnTo>
                  <a:lnTo>
                    <a:pt x="1649157" y="3825961"/>
                  </a:lnTo>
                  <a:lnTo>
                    <a:pt x="1649283" y="3825961"/>
                  </a:lnTo>
                  <a:lnTo>
                    <a:pt x="1649409" y="3825961"/>
                  </a:lnTo>
                  <a:lnTo>
                    <a:pt x="1649536" y="3825961"/>
                  </a:lnTo>
                  <a:lnTo>
                    <a:pt x="1649662" y="3825961"/>
                  </a:lnTo>
                  <a:lnTo>
                    <a:pt x="1649788" y="3825961"/>
                  </a:lnTo>
                  <a:lnTo>
                    <a:pt x="1649915" y="3825961"/>
                  </a:lnTo>
                  <a:lnTo>
                    <a:pt x="1650041" y="3825961"/>
                  </a:lnTo>
                  <a:lnTo>
                    <a:pt x="1650167" y="3825961"/>
                  </a:lnTo>
                  <a:lnTo>
                    <a:pt x="1650293" y="3825961"/>
                  </a:lnTo>
                  <a:lnTo>
                    <a:pt x="1650420" y="3825961"/>
                  </a:lnTo>
                  <a:lnTo>
                    <a:pt x="1650546" y="3825961"/>
                  </a:lnTo>
                  <a:lnTo>
                    <a:pt x="1650672" y="3825961"/>
                  </a:lnTo>
                  <a:lnTo>
                    <a:pt x="1650798" y="3825961"/>
                  </a:lnTo>
                  <a:lnTo>
                    <a:pt x="1650925" y="3825961"/>
                  </a:lnTo>
                  <a:lnTo>
                    <a:pt x="1651051" y="3825961"/>
                  </a:lnTo>
                  <a:lnTo>
                    <a:pt x="1651177" y="3825961"/>
                  </a:lnTo>
                  <a:lnTo>
                    <a:pt x="1651303" y="3825961"/>
                  </a:lnTo>
                  <a:lnTo>
                    <a:pt x="1651430" y="3825961"/>
                  </a:lnTo>
                  <a:lnTo>
                    <a:pt x="1651556" y="3825961"/>
                  </a:lnTo>
                  <a:lnTo>
                    <a:pt x="1651682" y="3825961"/>
                  </a:lnTo>
                  <a:lnTo>
                    <a:pt x="1651808" y="3825961"/>
                  </a:lnTo>
                  <a:lnTo>
                    <a:pt x="1651935" y="3825961"/>
                  </a:lnTo>
                  <a:lnTo>
                    <a:pt x="1652061" y="3825961"/>
                  </a:lnTo>
                  <a:lnTo>
                    <a:pt x="1652187" y="3825961"/>
                  </a:lnTo>
                  <a:lnTo>
                    <a:pt x="1652313" y="3825961"/>
                  </a:lnTo>
                  <a:lnTo>
                    <a:pt x="1652440" y="3825961"/>
                  </a:lnTo>
                  <a:lnTo>
                    <a:pt x="1652566" y="3825961"/>
                  </a:lnTo>
                  <a:lnTo>
                    <a:pt x="1652692" y="3825961"/>
                  </a:lnTo>
                  <a:lnTo>
                    <a:pt x="1652818" y="3825961"/>
                  </a:lnTo>
                  <a:lnTo>
                    <a:pt x="1652945" y="3825961"/>
                  </a:lnTo>
                  <a:lnTo>
                    <a:pt x="1653071" y="3825961"/>
                  </a:lnTo>
                  <a:lnTo>
                    <a:pt x="1653197" y="3825961"/>
                  </a:lnTo>
                  <a:lnTo>
                    <a:pt x="1653323" y="3825961"/>
                  </a:lnTo>
                  <a:lnTo>
                    <a:pt x="1653450" y="3825961"/>
                  </a:lnTo>
                  <a:lnTo>
                    <a:pt x="1653576" y="3825961"/>
                  </a:lnTo>
                  <a:lnTo>
                    <a:pt x="1653702" y="3825961"/>
                  </a:lnTo>
                  <a:lnTo>
                    <a:pt x="1653828" y="3825961"/>
                  </a:lnTo>
                  <a:lnTo>
                    <a:pt x="1653955" y="3825961"/>
                  </a:lnTo>
                  <a:lnTo>
                    <a:pt x="1654081" y="3825961"/>
                  </a:lnTo>
                  <a:lnTo>
                    <a:pt x="1654207" y="3825961"/>
                  </a:lnTo>
                  <a:lnTo>
                    <a:pt x="1654333" y="3825961"/>
                  </a:lnTo>
                  <a:lnTo>
                    <a:pt x="1654460" y="3825961"/>
                  </a:lnTo>
                  <a:lnTo>
                    <a:pt x="1654586" y="3825961"/>
                  </a:lnTo>
                  <a:lnTo>
                    <a:pt x="1654712" y="3825961"/>
                  </a:lnTo>
                  <a:lnTo>
                    <a:pt x="1654839" y="3825961"/>
                  </a:lnTo>
                  <a:lnTo>
                    <a:pt x="1654965" y="3825961"/>
                  </a:lnTo>
                  <a:lnTo>
                    <a:pt x="1655091" y="3825961"/>
                  </a:lnTo>
                  <a:lnTo>
                    <a:pt x="1655217" y="3825961"/>
                  </a:lnTo>
                  <a:lnTo>
                    <a:pt x="1655344" y="3825961"/>
                  </a:lnTo>
                  <a:lnTo>
                    <a:pt x="1655470" y="3825961"/>
                  </a:lnTo>
                  <a:lnTo>
                    <a:pt x="1655596" y="3825961"/>
                  </a:lnTo>
                  <a:lnTo>
                    <a:pt x="1655722" y="3825961"/>
                  </a:lnTo>
                  <a:lnTo>
                    <a:pt x="1655849" y="3825961"/>
                  </a:lnTo>
                  <a:lnTo>
                    <a:pt x="1655975" y="3825961"/>
                  </a:lnTo>
                  <a:lnTo>
                    <a:pt x="1656101" y="3825961"/>
                  </a:lnTo>
                  <a:lnTo>
                    <a:pt x="1656227" y="3825961"/>
                  </a:lnTo>
                  <a:lnTo>
                    <a:pt x="1656354" y="3825961"/>
                  </a:lnTo>
                  <a:lnTo>
                    <a:pt x="1656480" y="3825961"/>
                  </a:lnTo>
                  <a:lnTo>
                    <a:pt x="1656606" y="3825961"/>
                  </a:lnTo>
                  <a:lnTo>
                    <a:pt x="1656732" y="3825961"/>
                  </a:lnTo>
                  <a:lnTo>
                    <a:pt x="1656859" y="3825961"/>
                  </a:lnTo>
                  <a:lnTo>
                    <a:pt x="1656985" y="3825961"/>
                  </a:lnTo>
                  <a:lnTo>
                    <a:pt x="1657111" y="3825961"/>
                  </a:lnTo>
                  <a:lnTo>
                    <a:pt x="1657237" y="3825961"/>
                  </a:lnTo>
                  <a:lnTo>
                    <a:pt x="1657364" y="3825961"/>
                  </a:lnTo>
                  <a:lnTo>
                    <a:pt x="1657490" y="3825961"/>
                  </a:lnTo>
                  <a:lnTo>
                    <a:pt x="1657616" y="3825961"/>
                  </a:lnTo>
                  <a:lnTo>
                    <a:pt x="1657742" y="3825961"/>
                  </a:lnTo>
                  <a:lnTo>
                    <a:pt x="1657869" y="3825961"/>
                  </a:lnTo>
                  <a:lnTo>
                    <a:pt x="1657995" y="3825961"/>
                  </a:lnTo>
                  <a:lnTo>
                    <a:pt x="1658121" y="3825961"/>
                  </a:lnTo>
                  <a:lnTo>
                    <a:pt x="1658247" y="3825961"/>
                  </a:lnTo>
                  <a:lnTo>
                    <a:pt x="1658374" y="3825961"/>
                  </a:lnTo>
                  <a:lnTo>
                    <a:pt x="1658500" y="3825961"/>
                  </a:lnTo>
                  <a:lnTo>
                    <a:pt x="1658626" y="3825961"/>
                  </a:lnTo>
                  <a:lnTo>
                    <a:pt x="1658752" y="3825961"/>
                  </a:lnTo>
                  <a:lnTo>
                    <a:pt x="1658879" y="3825961"/>
                  </a:lnTo>
                  <a:lnTo>
                    <a:pt x="1659005" y="3825961"/>
                  </a:lnTo>
                  <a:lnTo>
                    <a:pt x="1659131" y="3825961"/>
                  </a:lnTo>
                  <a:lnTo>
                    <a:pt x="1659257" y="3825961"/>
                  </a:lnTo>
                  <a:lnTo>
                    <a:pt x="1659384" y="3825961"/>
                  </a:lnTo>
                  <a:lnTo>
                    <a:pt x="1659384" y="3821049"/>
                  </a:lnTo>
                  <a:lnTo>
                    <a:pt x="1659384" y="3816138"/>
                  </a:lnTo>
                  <a:lnTo>
                    <a:pt x="1659510" y="3816138"/>
                  </a:lnTo>
                  <a:lnTo>
                    <a:pt x="1659636" y="3816138"/>
                  </a:lnTo>
                  <a:lnTo>
                    <a:pt x="1659762" y="3816138"/>
                  </a:lnTo>
                  <a:lnTo>
                    <a:pt x="1659889" y="3816138"/>
                  </a:lnTo>
                  <a:lnTo>
                    <a:pt x="1660015" y="3816138"/>
                  </a:lnTo>
                  <a:lnTo>
                    <a:pt x="1660141" y="3816138"/>
                  </a:lnTo>
                  <a:lnTo>
                    <a:pt x="1660268" y="3816138"/>
                  </a:lnTo>
                  <a:lnTo>
                    <a:pt x="1660394" y="3816138"/>
                  </a:lnTo>
                  <a:lnTo>
                    <a:pt x="1660520" y="3816138"/>
                  </a:lnTo>
                  <a:lnTo>
                    <a:pt x="1660646" y="3816138"/>
                  </a:lnTo>
                  <a:lnTo>
                    <a:pt x="1660773" y="3816138"/>
                  </a:lnTo>
                  <a:lnTo>
                    <a:pt x="1660899" y="3816138"/>
                  </a:lnTo>
                  <a:lnTo>
                    <a:pt x="1661025" y="3816138"/>
                  </a:lnTo>
                  <a:lnTo>
                    <a:pt x="1661151" y="3816138"/>
                  </a:lnTo>
                  <a:lnTo>
                    <a:pt x="1661278" y="3816138"/>
                  </a:lnTo>
                  <a:lnTo>
                    <a:pt x="1661404" y="3816138"/>
                  </a:lnTo>
                  <a:lnTo>
                    <a:pt x="1661530" y="3816138"/>
                  </a:lnTo>
                  <a:lnTo>
                    <a:pt x="1661656" y="3816138"/>
                  </a:lnTo>
                  <a:lnTo>
                    <a:pt x="1661783" y="3816138"/>
                  </a:lnTo>
                  <a:lnTo>
                    <a:pt x="1661909" y="3816138"/>
                  </a:lnTo>
                  <a:lnTo>
                    <a:pt x="1662035" y="3816138"/>
                  </a:lnTo>
                  <a:lnTo>
                    <a:pt x="1662161" y="3816138"/>
                  </a:lnTo>
                  <a:lnTo>
                    <a:pt x="1662288" y="3816138"/>
                  </a:lnTo>
                  <a:lnTo>
                    <a:pt x="1662414" y="3816138"/>
                  </a:lnTo>
                  <a:lnTo>
                    <a:pt x="1662540" y="3816138"/>
                  </a:lnTo>
                  <a:lnTo>
                    <a:pt x="1662666" y="3816138"/>
                  </a:lnTo>
                  <a:lnTo>
                    <a:pt x="1662793" y="3816138"/>
                  </a:lnTo>
                  <a:lnTo>
                    <a:pt x="1662919" y="3816138"/>
                  </a:lnTo>
                  <a:lnTo>
                    <a:pt x="1663045" y="3816138"/>
                  </a:lnTo>
                  <a:lnTo>
                    <a:pt x="1663171" y="3816138"/>
                  </a:lnTo>
                  <a:lnTo>
                    <a:pt x="1663298" y="3816138"/>
                  </a:lnTo>
                  <a:lnTo>
                    <a:pt x="1663424" y="3816138"/>
                  </a:lnTo>
                  <a:lnTo>
                    <a:pt x="1663550" y="3816138"/>
                  </a:lnTo>
                  <a:lnTo>
                    <a:pt x="1663676" y="3816138"/>
                  </a:lnTo>
                  <a:lnTo>
                    <a:pt x="1663803" y="3816138"/>
                  </a:lnTo>
                  <a:lnTo>
                    <a:pt x="1663929" y="3816138"/>
                  </a:lnTo>
                  <a:lnTo>
                    <a:pt x="1664055" y="3816138"/>
                  </a:lnTo>
                  <a:lnTo>
                    <a:pt x="1664181" y="3816138"/>
                  </a:lnTo>
                  <a:lnTo>
                    <a:pt x="1664308" y="3816138"/>
                  </a:lnTo>
                  <a:lnTo>
                    <a:pt x="1664434" y="3816138"/>
                  </a:lnTo>
                  <a:lnTo>
                    <a:pt x="1664560" y="3816138"/>
                  </a:lnTo>
                  <a:lnTo>
                    <a:pt x="1664686" y="3816138"/>
                  </a:lnTo>
                  <a:lnTo>
                    <a:pt x="1664813" y="3816138"/>
                  </a:lnTo>
                  <a:lnTo>
                    <a:pt x="1664939" y="3816138"/>
                  </a:lnTo>
                  <a:lnTo>
                    <a:pt x="1665065" y="3816138"/>
                  </a:lnTo>
                  <a:lnTo>
                    <a:pt x="1665192" y="3816138"/>
                  </a:lnTo>
                  <a:lnTo>
                    <a:pt x="1665192" y="3811226"/>
                  </a:lnTo>
                  <a:lnTo>
                    <a:pt x="1665192" y="3806315"/>
                  </a:lnTo>
                  <a:lnTo>
                    <a:pt x="1665318" y="3806315"/>
                  </a:lnTo>
                  <a:lnTo>
                    <a:pt x="1665444" y="3806315"/>
                  </a:lnTo>
                  <a:lnTo>
                    <a:pt x="1665570" y="3806315"/>
                  </a:lnTo>
                  <a:lnTo>
                    <a:pt x="1665697" y="3806315"/>
                  </a:lnTo>
                  <a:lnTo>
                    <a:pt x="1665823" y="3806315"/>
                  </a:lnTo>
                  <a:lnTo>
                    <a:pt x="1665949" y="3806315"/>
                  </a:lnTo>
                  <a:lnTo>
                    <a:pt x="1666075" y="3806315"/>
                  </a:lnTo>
                  <a:lnTo>
                    <a:pt x="1666202" y="3806315"/>
                  </a:lnTo>
                  <a:lnTo>
                    <a:pt x="1666328" y="3806315"/>
                  </a:lnTo>
                  <a:lnTo>
                    <a:pt x="1666454" y="3806315"/>
                  </a:lnTo>
                  <a:lnTo>
                    <a:pt x="1666580" y="3806315"/>
                  </a:lnTo>
                  <a:lnTo>
                    <a:pt x="1666707" y="3806315"/>
                  </a:lnTo>
                  <a:lnTo>
                    <a:pt x="1666833" y="3806315"/>
                  </a:lnTo>
                  <a:lnTo>
                    <a:pt x="1666959" y="3806315"/>
                  </a:lnTo>
                  <a:lnTo>
                    <a:pt x="1667085" y="3806315"/>
                  </a:lnTo>
                  <a:lnTo>
                    <a:pt x="1667212" y="3806315"/>
                  </a:lnTo>
                  <a:lnTo>
                    <a:pt x="1667338" y="3806315"/>
                  </a:lnTo>
                  <a:lnTo>
                    <a:pt x="1667464" y="3806315"/>
                  </a:lnTo>
                  <a:lnTo>
                    <a:pt x="1667590" y="3806315"/>
                  </a:lnTo>
                  <a:lnTo>
                    <a:pt x="1667717" y="3806315"/>
                  </a:lnTo>
                  <a:lnTo>
                    <a:pt x="1667843" y="3806315"/>
                  </a:lnTo>
                  <a:lnTo>
                    <a:pt x="1667969" y="3806315"/>
                  </a:lnTo>
                  <a:lnTo>
                    <a:pt x="1668095" y="3806315"/>
                  </a:lnTo>
                  <a:lnTo>
                    <a:pt x="1668222" y="3806315"/>
                  </a:lnTo>
                  <a:lnTo>
                    <a:pt x="1668348" y="3806315"/>
                  </a:lnTo>
                  <a:lnTo>
                    <a:pt x="1668474" y="3806315"/>
                  </a:lnTo>
                  <a:lnTo>
                    <a:pt x="1668600" y="3806315"/>
                  </a:lnTo>
                  <a:lnTo>
                    <a:pt x="1668727" y="3806315"/>
                  </a:lnTo>
                  <a:lnTo>
                    <a:pt x="1668853" y="3806315"/>
                  </a:lnTo>
                  <a:lnTo>
                    <a:pt x="1668979" y="3806315"/>
                  </a:lnTo>
                  <a:lnTo>
                    <a:pt x="1669105" y="3806315"/>
                  </a:lnTo>
                  <a:lnTo>
                    <a:pt x="1669232" y="3806315"/>
                  </a:lnTo>
                  <a:lnTo>
                    <a:pt x="1669358" y="3806315"/>
                  </a:lnTo>
                  <a:lnTo>
                    <a:pt x="1669484" y="3806315"/>
                  </a:lnTo>
                  <a:lnTo>
                    <a:pt x="1669610" y="3806315"/>
                  </a:lnTo>
                  <a:lnTo>
                    <a:pt x="1669737" y="3806315"/>
                  </a:lnTo>
                  <a:lnTo>
                    <a:pt x="1669863" y="3806315"/>
                  </a:lnTo>
                  <a:lnTo>
                    <a:pt x="1669989" y="3806315"/>
                  </a:lnTo>
                  <a:lnTo>
                    <a:pt x="1670116" y="3806315"/>
                  </a:lnTo>
                  <a:lnTo>
                    <a:pt x="1670242" y="3806315"/>
                  </a:lnTo>
                  <a:lnTo>
                    <a:pt x="1670242" y="3801404"/>
                  </a:lnTo>
                  <a:lnTo>
                    <a:pt x="1670368" y="3801404"/>
                  </a:lnTo>
                  <a:lnTo>
                    <a:pt x="1670494" y="3801404"/>
                  </a:lnTo>
                  <a:lnTo>
                    <a:pt x="1670621" y="3801404"/>
                  </a:lnTo>
                  <a:lnTo>
                    <a:pt x="1670747" y="3801404"/>
                  </a:lnTo>
                  <a:lnTo>
                    <a:pt x="1670873" y="3801404"/>
                  </a:lnTo>
                  <a:lnTo>
                    <a:pt x="1670999" y="3801404"/>
                  </a:lnTo>
                  <a:lnTo>
                    <a:pt x="1671126" y="3801404"/>
                  </a:lnTo>
                  <a:lnTo>
                    <a:pt x="1671252" y="3801404"/>
                  </a:lnTo>
                  <a:lnTo>
                    <a:pt x="1671378" y="3801404"/>
                  </a:lnTo>
                  <a:lnTo>
                    <a:pt x="1671504" y="3801404"/>
                  </a:lnTo>
                  <a:lnTo>
                    <a:pt x="1671631" y="3801404"/>
                  </a:lnTo>
                  <a:lnTo>
                    <a:pt x="1671757" y="3801404"/>
                  </a:lnTo>
                  <a:lnTo>
                    <a:pt x="1671883" y="3801404"/>
                  </a:lnTo>
                  <a:lnTo>
                    <a:pt x="1672009" y="3801404"/>
                  </a:lnTo>
                  <a:lnTo>
                    <a:pt x="1672136" y="3801404"/>
                  </a:lnTo>
                  <a:lnTo>
                    <a:pt x="1672262" y="3801404"/>
                  </a:lnTo>
                  <a:lnTo>
                    <a:pt x="1672388" y="3801404"/>
                  </a:lnTo>
                  <a:lnTo>
                    <a:pt x="1672514" y="3801404"/>
                  </a:lnTo>
                  <a:lnTo>
                    <a:pt x="1672641" y="3801404"/>
                  </a:lnTo>
                  <a:lnTo>
                    <a:pt x="1672767" y="3801404"/>
                  </a:lnTo>
                  <a:lnTo>
                    <a:pt x="1672893" y="3801404"/>
                  </a:lnTo>
                  <a:lnTo>
                    <a:pt x="1673019" y="3801404"/>
                  </a:lnTo>
                  <a:lnTo>
                    <a:pt x="1673146" y="3801404"/>
                  </a:lnTo>
                  <a:lnTo>
                    <a:pt x="1673272" y="3801404"/>
                  </a:lnTo>
                  <a:lnTo>
                    <a:pt x="1673398" y="3801404"/>
                  </a:lnTo>
                  <a:lnTo>
                    <a:pt x="1673524" y="3801404"/>
                  </a:lnTo>
                  <a:lnTo>
                    <a:pt x="1673651" y="3801404"/>
                  </a:lnTo>
                  <a:lnTo>
                    <a:pt x="1673777" y="3801404"/>
                  </a:lnTo>
                  <a:lnTo>
                    <a:pt x="1673903" y="3801404"/>
                  </a:lnTo>
                  <a:lnTo>
                    <a:pt x="1674029" y="3801404"/>
                  </a:lnTo>
                  <a:lnTo>
                    <a:pt x="1674156" y="3801404"/>
                  </a:lnTo>
                  <a:lnTo>
                    <a:pt x="1674282" y="3801404"/>
                  </a:lnTo>
                  <a:lnTo>
                    <a:pt x="1674408" y="3801404"/>
                  </a:lnTo>
                  <a:lnTo>
                    <a:pt x="1674534" y="3801404"/>
                  </a:lnTo>
                  <a:lnTo>
                    <a:pt x="1674661" y="3801404"/>
                  </a:lnTo>
                  <a:lnTo>
                    <a:pt x="1674787" y="3801404"/>
                  </a:lnTo>
                  <a:lnTo>
                    <a:pt x="1674913" y="3801404"/>
                  </a:lnTo>
                  <a:lnTo>
                    <a:pt x="1675039" y="3801404"/>
                  </a:lnTo>
                  <a:lnTo>
                    <a:pt x="1675166" y="3801404"/>
                  </a:lnTo>
                  <a:lnTo>
                    <a:pt x="1675292" y="3801404"/>
                  </a:lnTo>
                  <a:lnTo>
                    <a:pt x="1675418" y="3801404"/>
                  </a:lnTo>
                  <a:lnTo>
                    <a:pt x="1675545" y="3801404"/>
                  </a:lnTo>
                  <a:lnTo>
                    <a:pt x="1675671" y="3801404"/>
                  </a:lnTo>
                  <a:lnTo>
                    <a:pt x="1675797" y="3801404"/>
                  </a:lnTo>
                  <a:lnTo>
                    <a:pt x="1675923" y="3801404"/>
                  </a:lnTo>
                  <a:lnTo>
                    <a:pt x="1676050" y="3801404"/>
                  </a:lnTo>
                  <a:lnTo>
                    <a:pt x="1676176" y="3801404"/>
                  </a:lnTo>
                  <a:lnTo>
                    <a:pt x="1676302" y="3801404"/>
                  </a:lnTo>
                  <a:lnTo>
                    <a:pt x="1676428" y="3801404"/>
                  </a:lnTo>
                  <a:lnTo>
                    <a:pt x="1676555" y="3801404"/>
                  </a:lnTo>
                  <a:lnTo>
                    <a:pt x="1676681" y="3801404"/>
                  </a:lnTo>
                  <a:lnTo>
                    <a:pt x="1676807" y="3801404"/>
                  </a:lnTo>
                  <a:lnTo>
                    <a:pt x="1676933" y="3801404"/>
                  </a:lnTo>
                  <a:lnTo>
                    <a:pt x="1677060" y="3801404"/>
                  </a:lnTo>
                  <a:lnTo>
                    <a:pt x="1677186" y="3801404"/>
                  </a:lnTo>
                  <a:lnTo>
                    <a:pt x="1677312" y="3801404"/>
                  </a:lnTo>
                  <a:lnTo>
                    <a:pt x="1677438" y="3801404"/>
                  </a:lnTo>
                  <a:lnTo>
                    <a:pt x="1677565" y="3801404"/>
                  </a:lnTo>
                  <a:lnTo>
                    <a:pt x="1677691" y="3801404"/>
                  </a:lnTo>
                  <a:lnTo>
                    <a:pt x="1677817" y="3801404"/>
                  </a:lnTo>
                  <a:lnTo>
                    <a:pt x="1677943" y="3801404"/>
                  </a:lnTo>
                  <a:lnTo>
                    <a:pt x="1678070" y="3801404"/>
                  </a:lnTo>
                  <a:lnTo>
                    <a:pt x="1678196" y="3801404"/>
                  </a:lnTo>
                  <a:lnTo>
                    <a:pt x="1678322" y="3801404"/>
                  </a:lnTo>
                  <a:lnTo>
                    <a:pt x="1678448" y="3801404"/>
                  </a:lnTo>
                  <a:lnTo>
                    <a:pt x="1678575" y="3801404"/>
                  </a:lnTo>
                  <a:lnTo>
                    <a:pt x="1678701" y="3801404"/>
                  </a:lnTo>
                  <a:lnTo>
                    <a:pt x="1678827" y="3801404"/>
                  </a:lnTo>
                  <a:lnTo>
                    <a:pt x="1678953" y="3801404"/>
                  </a:lnTo>
                  <a:lnTo>
                    <a:pt x="1679080" y="3801404"/>
                  </a:lnTo>
                  <a:lnTo>
                    <a:pt x="1679206" y="3801404"/>
                  </a:lnTo>
                  <a:lnTo>
                    <a:pt x="1679332" y="3801404"/>
                  </a:lnTo>
                  <a:lnTo>
                    <a:pt x="1679458" y="3801404"/>
                  </a:lnTo>
                  <a:lnTo>
                    <a:pt x="1679585" y="3801404"/>
                  </a:lnTo>
                  <a:lnTo>
                    <a:pt x="1679711" y="3801404"/>
                  </a:lnTo>
                  <a:lnTo>
                    <a:pt x="1679837" y="3801404"/>
                  </a:lnTo>
                  <a:lnTo>
                    <a:pt x="1679963" y="3801404"/>
                  </a:lnTo>
                  <a:lnTo>
                    <a:pt x="1680090" y="3801404"/>
                  </a:lnTo>
                  <a:lnTo>
                    <a:pt x="1680216" y="3801404"/>
                  </a:lnTo>
                  <a:lnTo>
                    <a:pt x="1680342" y="3801404"/>
                  </a:lnTo>
                  <a:lnTo>
                    <a:pt x="1680469" y="3801404"/>
                  </a:lnTo>
                  <a:lnTo>
                    <a:pt x="1680595" y="3801404"/>
                  </a:lnTo>
                  <a:lnTo>
                    <a:pt x="1680721" y="3801404"/>
                  </a:lnTo>
                  <a:lnTo>
                    <a:pt x="1680847" y="3801404"/>
                  </a:lnTo>
                  <a:lnTo>
                    <a:pt x="1680974" y="3801404"/>
                  </a:lnTo>
                  <a:lnTo>
                    <a:pt x="1681100" y="3801404"/>
                  </a:lnTo>
                  <a:lnTo>
                    <a:pt x="1681226" y="3801404"/>
                  </a:lnTo>
                  <a:lnTo>
                    <a:pt x="1681352" y="3801404"/>
                  </a:lnTo>
                  <a:lnTo>
                    <a:pt x="1681479" y="3801404"/>
                  </a:lnTo>
                  <a:lnTo>
                    <a:pt x="1681605" y="3801404"/>
                  </a:lnTo>
                  <a:lnTo>
                    <a:pt x="1681731" y="3801404"/>
                  </a:lnTo>
                  <a:lnTo>
                    <a:pt x="1681857" y="3801404"/>
                  </a:lnTo>
                  <a:lnTo>
                    <a:pt x="1681984" y="3801404"/>
                  </a:lnTo>
                  <a:lnTo>
                    <a:pt x="1682110" y="3801404"/>
                  </a:lnTo>
                  <a:lnTo>
                    <a:pt x="1682110" y="3796492"/>
                  </a:lnTo>
                  <a:lnTo>
                    <a:pt x="1682236" y="3796492"/>
                  </a:lnTo>
                  <a:lnTo>
                    <a:pt x="1682362" y="3796492"/>
                  </a:lnTo>
                  <a:lnTo>
                    <a:pt x="1682489" y="3796492"/>
                  </a:lnTo>
                  <a:lnTo>
                    <a:pt x="1682615" y="3796492"/>
                  </a:lnTo>
                  <a:lnTo>
                    <a:pt x="1682741" y="3796492"/>
                  </a:lnTo>
                  <a:lnTo>
                    <a:pt x="1682867" y="3796492"/>
                  </a:lnTo>
                  <a:lnTo>
                    <a:pt x="1682994" y="3796492"/>
                  </a:lnTo>
                  <a:lnTo>
                    <a:pt x="1683120" y="3796492"/>
                  </a:lnTo>
                  <a:lnTo>
                    <a:pt x="1683246" y="3796492"/>
                  </a:lnTo>
                  <a:lnTo>
                    <a:pt x="1683372" y="3796492"/>
                  </a:lnTo>
                  <a:lnTo>
                    <a:pt x="1683499" y="3796492"/>
                  </a:lnTo>
                  <a:lnTo>
                    <a:pt x="1683625" y="3796492"/>
                  </a:lnTo>
                  <a:lnTo>
                    <a:pt x="1683751" y="3796492"/>
                  </a:lnTo>
                  <a:lnTo>
                    <a:pt x="1683877" y="3796492"/>
                  </a:lnTo>
                  <a:lnTo>
                    <a:pt x="1684004" y="3796492"/>
                  </a:lnTo>
                  <a:lnTo>
                    <a:pt x="1684004" y="3791581"/>
                  </a:lnTo>
                  <a:lnTo>
                    <a:pt x="1684130" y="3791581"/>
                  </a:lnTo>
                  <a:lnTo>
                    <a:pt x="1684256" y="3791581"/>
                  </a:lnTo>
                  <a:lnTo>
                    <a:pt x="1684382" y="3791581"/>
                  </a:lnTo>
                  <a:lnTo>
                    <a:pt x="1684509" y="3791581"/>
                  </a:lnTo>
                  <a:lnTo>
                    <a:pt x="1684635" y="3791581"/>
                  </a:lnTo>
                  <a:lnTo>
                    <a:pt x="1684761" y="3791581"/>
                  </a:lnTo>
                  <a:lnTo>
                    <a:pt x="1684887" y="3791581"/>
                  </a:lnTo>
                  <a:lnTo>
                    <a:pt x="1685014" y="3791581"/>
                  </a:lnTo>
                  <a:lnTo>
                    <a:pt x="1685140" y="3791581"/>
                  </a:lnTo>
                  <a:lnTo>
                    <a:pt x="1685266" y="3791581"/>
                  </a:lnTo>
                  <a:lnTo>
                    <a:pt x="1685392" y="3791581"/>
                  </a:lnTo>
                  <a:lnTo>
                    <a:pt x="1685519" y="3791581"/>
                  </a:lnTo>
                  <a:lnTo>
                    <a:pt x="1685645" y="3791581"/>
                  </a:lnTo>
                  <a:lnTo>
                    <a:pt x="1685771" y="3791581"/>
                  </a:lnTo>
                  <a:lnTo>
                    <a:pt x="1685898" y="3791581"/>
                  </a:lnTo>
                  <a:lnTo>
                    <a:pt x="1686024" y="3791581"/>
                  </a:lnTo>
                  <a:lnTo>
                    <a:pt x="1686150" y="3791581"/>
                  </a:lnTo>
                  <a:lnTo>
                    <a:pt x="1686276" y="3791581"/>
                  </a:lnTo>
                  <a:lnTo>
                    <a:pt x="1686403" y="3791581"/>
                  </a:lnTo>
                  <a:lnTo>
                    <a:pt x="1686529" y="3791581"/>
                  </a:lnTo>
                  <a:lnTo>
                    <a:pt x="1686655" y="3791581"/>
                  </a:lnTo>
                  <a:lnTo>
                    <a:pt x="1686781" y="3791581"/>
                  </a:lnTo>
                  <a:lnTo>
                    <a:pt x="1686908" y="3791581"/>
                  </a:lnTo>
                  <a:lnTo>
                    <a:pt x="1687034" y="3791581"/>
                  </a:lnTo>
                  <a:lnTo>
                    <a:pt x="1687160" y="3791581"/>
                  </a:lnTo>
                  <a:lnTo>
                    <a:pt x="1687286" y="3791581"/>
                  </a:lnTo>
                  <a:lnTo>
                    <a:pt x="1687413" y="3791581"/>
                  </a:lnTo>
                  <a:lnTo>
                    <a:pt x="1687539" y="3791581"/>
                  </a:lnTo>
                  <a:lnTo>
                    <a:pt x="1687665" y="3791581"/>
                  </a:lnTo>
                  <a:lnTo>
                    <a:pt x="1687791" y="3791581"/>
                  </a:lnTo>
                  <a:lnTo>
                    <a:pt x="1687918" y="3791581"/>
                  </a:lnTo>
                  <a:lnTo>
                    <a:pt x="1688044" y="3791581"/>
                  </a:lnTo>
                  <a:lnTo>
                    <a:pt x="1688170" y="3791581"/>
                  </a:lnTo>
                  <a:lnTo>
                    <a:pt x="1688296" y="3791581"/>
                  </a:lnTo>
                  <a:lnTo>
                    <a:pt x="1688423" y="3791581"/>
                  </a:lnTo>
                  <a:lnTo>
                    <a:pt x="1688549" y="3791581"/>
                  </a:lnTo>
                  <a:lnTo>
                    <a:pt x="1688675" y="3791581"/>
                  </a:lnTo>
                  <a:lnTo>
                    <a:pt x="1688801" y="3791581"/>
                  </a:lnTo>
                  <a:lnTo>
                    <a:pt x="1688928" y="3791581"/>
                  </a:lnTo>
                  <a:lnTo>
                    <a:pt x="1688928" y="3786670"/>
                  </a:lnTo>
                  <a:lnTo>
                    <a:pt x="1689054" y="3786670"/>
                  </a:lnTo>
                  <a:lnTo>
                    <a:pt x="1689180" y="3786670"/>
                  </a:lnTo>
                  <a:lnTo>
                    <a:pt x="1689306" y="3786670"/>
                  </a:lnTo>
                  <a:lnTo>
                    <a:pt x="1689433" y="3786670"/>
                  </a:lnTo>
                  <a:lnTo>
                    <a:pt x="1689559" y="3786670"/>
                  </a:lnTo>
                  <a:lnTo>
                    <a:pt x="1689685" y="3786670"/>
                  </a:lnTo>
                  <a:lnTo>
                    <a:pt x="1689811" y="3786670"/>
                  </a:lnTo>
                  <a:lnTo>
                    <a:pt x="1689938" y="3786670"/>
                  </a:lnTo>
                  <a:lnTo>
                    <a:pt x="1690064" y="3786670"/>
                  </a:lnTo>
                  <a:lnTo>
                    <a:pt x="1690190" y="3786670"/>
                  </a:lnTo>
                  <a:lnTo>
                    <a:pt x="1690316" y="3786670"/>
                  </a:lnTo>
                  <a:lnTo>
                    <a:pt x="1690443" y="3786670"/>
                  </a:lnTo>
                  <a:lnTo>
                    <a:pt x="1690569" y="3786670"/>
                  </a:lnTo>
                  <a:lnTo>
                    <a:pt x="1690695" y="3786670"/>
                  </a:lnTo>
                  <a:lnTo>
                    <a:pt x="1690822" y="3786670"/>
                  </a:lnTo>
                  <a:lnTo>
                    <a:pt x="1690948" y="3786670"/>
                  </a:lnTo>
                  <a:lnTo>
                    <a:pt x="1691074" y="3786670"/>
                  </a:lnTo>
                  <a:lnTo>
                    <a:pt x="1691074" y="3781758"/>
                  </a:lnTo>
                  <a:lnTo>
                    <a:pt x="1691200" y="3781758"/>
                  </a:lnTo>
                  <a:lnTo>
                    <a:pt x="1691327" y="3781758"/>
                  </a:lnTo>
                  <a:lnTo>
                    <a:pt x="1691453" y="3781758"/>
                  </a:lnTo>
                  <a:lnTo>
                    <a:pt x="1691579" y="3781758"/>
                  </a:lnTo>
                  <a:lnTo>
                    <a:pt x="1691705" y="3781758"/>
                  </a:lnTo>
                  <a:lnTo>
                    <a:pt x="1691832" y="3781758"/>
                  </a:lnTo>
                  <a:lnTo>
                    <a:pt x="1691958" y="3781758"/>
                  </a:lnTo>
                  <a:lnTo>
                    <a:pt x="1692084" y="3781758"/>
                  </a:lnTo>
                  <a:lnTo>
                    <a:pt x="1692210" y="3781758"/>
                  </a:lnTo>
                  <a:lnTo>
                    <a:pt x="1692337" y="3781758"/>
                  </a:lnTo>
                  <a:lnTo>
                    <a:pt x="1692463" y="3781758"/>
                  </a:lnTo>
                  <a:lnTo>
                    <a:pt x="1692589" y="3781758"/>
                  </a:lnTo>
                  <a:lnTo>
                    <a:pt x="1692715" y="3781758"/>
                  </a:lnTo>
                  <a:lnTo>
                    <a:pt x="1692842" y="3781758"/>
                  </a:lnTo>
                  <a:lnTo>
                    <a:pt x="1692968" y="3781758"/>
                  </a:lnTo>
                  <a:lnTo>
                    <a:pt x="1693094" y="3781758"/>
                  </a:lnTo>
                  <a:lnTo>
                    <a:pt x="1693220" y="3781758"/>
                  </a:lnTo>
                  <a:lnTo>
                    <a:pt x="1693347" y="3781758"/>
                  </a:lnTo>
                  <a:lnTo>
                    <a:pt x="1693473" y="3781758"/>
                  </a:lnTo>
                  <a:lnTo>
                    <a:pt x="1693599" y="3781758"/>
                  </a:lnTo>
                  <a:lnTo>
                    <a:pt x="1693725" y="3781758"/>
                  </a:lnTo>
                  <a:lnTo>
                    <a:pt x="1693852" y="3781758"/>
                  </a:lnTo>
                  <a:lnTo>
                    <a:pt x="1693978" y="3781758"/>
                  </a:lnTo>
                  <a:lnTo>
                    <a:pt x="1693978" y="3776847"/>
                  </a:lnTo>
                  <a:lnTo>
                    <a:pt x="1694104" y="3776847"/>
                  </a:lnTo>
                  <a:lnTo>
                    <a:pt x="1694230" y="3776847"/>
                  </a:lnTo>
                  <a:lnTo>
                    <a:pt x="1694357" y="3776847"/>
                  </a:lnTo>
                  <a:lnTo>
                    <a:pt x="1694483" y="3776847"/>
                  </a:lnTo>
                  <a:lnTo>
                    <a:pt x="1694609" y="3776847"/>
                  </a:lnTo>
                  <a:lnTo>
                    <a:pt x="1694735" y="3776847"/>
                  </a:lnTo>
                  <a:lnTo>
                    <a:pt x="1694862" y="3776847"/>
                  </a:lnTo>
                  <a:lnTo>
                    <a:pt x="1694988" y="3776847"/>
                  </a:lnTo>
                  <a:lnTo>
                    <a:pt x="1695114" y="3776847"/>
                  </a:lnTo>
                  <a:lnTo>
                    <a:pt x="1695240" y="3776847"/>
                  </a:lnTo>
                  <a:lnTo>
                    <a:pt x="1695367" y="3776847"/>
                  </a:lnTo>
                  <a:lnTo>
                    <a:pt x="1695493" y="3776847"/>
                  </a:lnTo>
                  <a:lnTo>
                    <a:pt x="1695619" y="3776847"/>
                  </a:lnTo>
                  <a:lnTo>
                    <a:pt x="1695745" y="3776847"/>
                  </a:lnTo>
                  <a:lnTo>
                    <a:pt x="1695872" y="3776847"/>
                  </a:lnTo>
                  <a:lnTo>
                    <a:pt x="1695998" y="3776847"/>
                  </a:lnTo>
                  <a:lnTo>
                    <a:pt x="1696124" y="3776847"/>
                  </a:lnTo>
                  <a:lnTo>
                    <a:pt x="1696251" y="3776847"/>
                  </a:lnTo>
                  <a:lnTo>
                    <a:pt x="1696377" y="3776847"/>
                  </a:lnTo>
                  <a:lnTo>
                    <a:pt x="1696503" y="3776847"/>
                  </a:lnTo>
                  <a:lnTo>
                    <a:pt x="1696629" y="3776847"/>
                  </a:lnTo>
                  <a:lnTo>
                    <a:pt x="1696756" y="3776847"/>
                  </a:lnTo>
                  <a:lnTo>
                    <a:pt x="1696882" y="3776847"/>
                  </a:lnTo>
                  <a:lnTo>
                    <a:pt x="1697008" y="3776847"/>
                  </a:lnTo>
                  <a:lnTo>
                    <a:pt x="1697134" y="3776847"/>
                  </a:lnTo>
                  <a:lnTo>
                    <a:pt x="1697261" y="3776847"/>
                  </a:lnTo>
                  <a:lnTo>
                    <a:pt x="1697387" y="3776847"/>
                  </a:lnTo>
                  <a:lnTo>
                    <a:pt x="1697513" y="3776847"/>
                  </a:lnTo>
                  <a:lnTo>
                    <a:pt x="1697639" y="3776847"/>
                  </a:lnTo>
                  <a:lnTo>
                    <a:pt x="1697766" y="3776847"/>
                  </a:lnTo>
                  <a:lnTo>
                    <a:pt x="1697766" y="3771935"/>
                  </a:lnTo>
                  <a:lnTo>
                    <a:pt x="1697892" y="3771935"/>
                  </a:lnTo>
                  <a:lnTo>
                    <a:pt x="1698018" y="3771935"/>
                  </a:lnTo>
                  <a:lnTo>
                    <a:pt x="1698144" y="3771935"/>
                  </a:lnTo>
                  <a:lnTo>
                    <a:pt x="1698271" y="3771935"/>
                  </a:lnTo>
                  <a:lnTo>
                    <a:pt x="1698397" y="3771935"/>
                  </a:lnTo>
                  <a:lnTo>
                    <a:pt x="1698523" y="3771935"/>
                  </a:lnTo>
                  <a:lnTo>
                    <a:pt x="1698649" y="3771935"/>
                  </a:lnTo>
                  <a:lnTo>
                    <a:pt x="1698776" y="3771935"/>
                  </a:lnTo>
                  <a:lnTo>
                    <a:pt x="1698902" y="3771935"/>
                  </a:lnTo>
                  <a:lnTo>
                    <a:pt x="1699028" y="3771935"/>
                  </a:lnTo>
                  <a:lnTo>
                    <a:pt x="1699154" y="3771935"/>
                  </a:lnTo>
                  <a:lnTo>
                    <a:pt x="1699281" y="3771935"/>
                  </a:lnTo>
                  <a:lnTo>
                    <a:pt x="1699407" y="3771935"/>
                  </a:lnTo>
                  <a:lnTo>
                    <a:pt x="1699533" y="3771935"/>
                  </a:lnTo>
                  <a:lnTo>
                    <a:pt x="1699659" y="3771935"/>
                  </a:lnTo>
                  <a:lnTo>
                    <a:pt x="1699786" y="3771935"/>
                  </a:lnTo>
                  <a:lnTo>
                    <a:pt x="1699912" y="3771935"/>
                  </a:lnTo>
                  <a:lnTo>
                    <a:pt x="1700038" y="3771935"/>
                  </a:lnTo>
                  <a:lnTo>
                    <a:pt x="1700164" y="3771935"/>
                  </a:lnTo>
                  <a:lnTo>
                    <a:pt x="1700291" y="3771935"/>
                  </a:lnTo>
                  <a:lnTo>
                    <a:pt x="1700417" y="3771935"/>
                  </a:lnTo>
                  <a:lnTo>
                    <a:pt x="1700543" y="3771935"/>
                  </a:lnTo>
                  <a:lnTo>
                    <a:pt x="1700669" y="3771935"/>
                  </a:lnTo>
                  <a:lnTo>
                    <a:pt x="1700669" y="3767024"/>
                  </a:lnTo>
                  <a:lnTo>
                    <a:pt x="1700796" y="3767024"/>
                  </a:lnTo>
                  <a:lnTo>
                    <a:pt x="1700922" y="3767024"/>
                  </a:lnTo>
                  <a:lnTo>
                    <a:pt x="1701048" y="3767024"/>
                  </a:lnTo>
                  <a:lnTo>
                    <a:pt x="1701175" y="3767024"/>
                  </a:lnTo>
                  <a:lnTo>
                    <a:pt x="1701301" y="3767024"/>
                  </a:lnTo>
                  <a:lnTo>
                    <a:pt x="1701427" y="3767024"/>
                  </a:lnTo>
                  <a:lnTo>
                    <a:pt x="1701553" y="3767024"/>
                  </a:lnTo>
                  <a:lnTo>
                    <a:pt x="1701680" y="3767024"/>
                  </a:lnTo>
                  <a:lnTo>
                    <a:pt x="1701806" y="3767024"/>
                  </a:lnTo>
                  <a:lnTo>
                    <a:pt x="1701932" y="3767024"/>
                  </a:lnTo>
                  <a:lnTo>
                    <a:pt x="1702058" y="3767024"/>
                  </a:lnTo>
                  <a:lnTo>
                    <a:pt x="1702185" y="3767024"/>
                  </a:lnTo>
                  <a:lnTo>
                    <a:pt x="1702311" y="3767024"/>
                  </a:lnTo>
                  <a:lnTo>
                    <a:pt x="1702437" y="3767024"/>
                  </a:lnTo>
                  <a:lnTo>
                    <a:pt x="1702563" y="3767024"/>
                  </a:lnTo>
                  <a:lnTo>
                    <a:pt x="1702690" y="3767024"/>
                  </a:lnTo>
                  <a:lnTo>
                    <a:pt x="1702816" y="3767024"/>
                  </a:lnTo>
                  <a:lnTo>
                    <a:pt x="1702942" y="3767024"/>
                  </a:lnTo>
                  <a:lnTo>
                    <a:pt x="1703068" y="3767024"/>
                  </a:lnTo>
                  <a:lnTo>
                    <a:pt x="1703195" y="3767024"/>
                  </a:lnTo>
                  <a:lnTo>
                    <a:pt x="1703321" y="3767024"/>
                  </a:lnTo>
                  <a:lnTo>
                    <a:pt x="1703447" y="3767024"/>
                  </a:lnTo>
                  <a:lnTo>
                    <a:pt x="1703573" y="3767024"/>
                  </a:lnTo>
                  <a:lnTo>
                    <a:pt x="1703700" y="3767024"/>
                  </a:lnTo>
                  <a:lnTo>
                    <a:pt x="1703826" y="3767024"/>
                  </a:lnTo>
                  <a:lnTo>
                    <a:pt x="1703952" y="3767024"/>
                  </a:lnTo>
                  <a:lnTo>
                    <a:pt x="1704078" y="3767024"/>
                  </a:lnTo>
                  <a:lnTo>
                    <a:pt x="1704205" y="3767024"/>
                  </a:lnTo>
                  <a:lnTo>
                    <a:pt x="1704331" y="3767024"/>
                  </a:lnTo>
                  <a:lnTo>
                    <a:pt x="1704457" y="3767024"/>
                  </a:lnTo>
                  <a:lnTo>
                    <a:pt x="1704583" y="3767024"/>
                  </a:lnTo>
                  <a:lnTo>
                    <a:pt x="1704710" y="3767024"/>
                  </a:lnTo>
                  <a:lnTo>
                    <a:pt x="1704836" y="3767024"/>
                  </a:lnTo>
                  <a:lnTo>
                    <a:pt x="1704962" y="3767024"/>
                  </a:lnTo>
                  <a:lnTo>
                    <a:pt x="1705088" y="3767024"/>
                  </a:lnTo>
                  <a:lnTo>
                    <a:pt x="1705215" y="3767024"/>
                  </a:lnTo>
                  <a:lnTo>
                    <a:pt x="1705341" y="3767024"/>
                  </a:lnTo>
                  <a:lnTo>
                    <a:pt x="1705467" y="3767024"/>
                  </a:lnTo>
                  <a:lnTo>
                    <a:pt x="1705593" y="3767024"/>
                  </a:lnTo>
                  <a:lnTo>
                    <a:pt x="1705720" y="3767024"/>
                  </a:lnTo>
                  <a:lnTo>
                    <a:pt x="1705846" y="3767024"/>
                  </a:lnTo>
                  <a:lnTo>
                    <a:pt x="1705972" y="3767024"/>
                  </a:lnTo>
                  <a:lnTo>
                    <a:pt x="1706098" y="3767024"/>
                  </a:lnTo>
                  <a:lnTo>
                    <a:pt x="1706225" y="3767024"/>
                  </a:lnTo>
                  <a:lnTo>
                    <a:pt x="1706351" y="3767024"/>
                  </a:lnTo>
                  <a:lnTo>
                    <a:pt x="1706477" y="3767024"/>
                  </a:lnTo>
                  <a:lnTo>
                    <a:pt x="1706604" y="3767024"/>
                  </a:lnTo>
                  <a:lnTo>
                    <a:pt x="1706730" y="3767024"/>
                  </a:lnTo>
                  <a:lnTo>
                    <a:pt x="1706856" y="3767024"/>
                  </a:lnTo>
                  <a:lnTo>
                    <a:pt x="1706982" y="3767024"/>
                  </a:lnTo>
                  <a:lnTo>
                    <a:pt x="1707109" y="3767024"/>
                  </a:lnTo>
                  <a:lnTo>
                    <a:pt x="1707235" y="3767024"/>
                  </a:lnTo>
                  <a:lnTo>
                    <a:pt x="1707361" y="3767024"/>
                  </a:lnTo>
                  <a:lnTo>
                    <a:pt x="1707487" y="3767024"/>
                  </a:lnTo>
                  <a:lnTo>
                    <a:pt x="1707614" y="3767024"/>
                  </a:lnTo>
                  <a:lnTo>
                    <a:pt x="1707740" y="3767024"/>
                  </a:lnTo>
                  <a:lnTo>
                    <a:pt x="1707866" y="3767024"/>
                  </a:lnTo>
                  <a:lnTo>
                    <a:pt x="1707992" y="3767024"/>
                  </a:lnTo>
                  <a:lnTo>
                    <a:pt x="1708119" y="3767024"/>
                  </a:lnTo>
                  <a:lnTo>
                    <a:pt x="1708245" y="3767024"/>
                  </a:lnTo>
                  <a:lnTo>
                    <a:pt x="1708371" y="3767024"/>
                  </a:lnTo>
                  <a:lnTo>
                    <a:pt x="1708497" y="3767024"/>
                  </a:lnTo>
                  <a:lnTo>
                    <a:pt x="1708624" y="3767024"/>
                  </a:lnTo>
                  <a:lnTo>
                    <a:pt x="1708750" y="3767024"/>
                  </a:lnTo>
                  <a:lnTo>
                    <a:pt x="1708876" y="3767024"/>
                  </a:lnTo>
                  <a:lnTo>
                    <a:pt x="1709002" y="3767024"/>
                  </a:lnTo>
                  <a:lnTo>
                    <a:pt x="1709129" y="3767024"/>
                  </a:lnTo>
                  <a:lnTo>
                    <a:pt x="1709255" y="3767024"/>
                  </a:lnTo>
                  <a:lnTo>
                    <a:pt x="1709381" y="3767024"/>
                  </a:lnTo>
                  <a:lnTo>
                    <a:pt x="1709507" y="3767024"/>
                  </a:lnTo>
                  <a:lnTo>
                    <a:pt x="1709634" y="3767024"/>
                  </a:lnTo>
                  <a:lnTo>
                    <a:pt x="1709760" y="3767024"/>
                  </a:lnTo>
                  <a:lnTo>
                    <a:pt x="1709886" y="3767024"/>
                  </a:lnTo>
                  <a:lnTo>
                    <a:pt x="1710012" y="3767024"/>
                  </a:lnTo>
                  <a:lnTo>
                    <a:pt x="1710139" y="3767024"/>
                  </a:lnTo>
                  <a:lnTo>
                    <a:pt x="1710265" y="3767024"/>
                  </a:lnTo>
                  <a:lnTo>
                    <a:pt x="1710391" y="3767024"/>
                  </a:lnTo>
                  <a:lnTo>
                    <a:pt x="1710517" y="3767024"/>
                  </a:lnTo>
                  <a:lnTo>
                    <a:pt x="1710644" y="3767024"/>
                  </a:lnTo>
                  <a:lnTo>
                    <a:pt x="1710770" y="3767024"/>
                  </a:lnTo>
                  <a:lnTo>
                    <a:pt x="1710896" y="3767024"/>
                  </a:lnTo>
                  <a:lnTo>
                    <a:pt x="1711022" y="3767024"/>
                  </a:lnTo>
                  <a:lnTo>
                    <a:pt x="1711149" y="3767024"/>
                  </a:lnTo>
                  <a:lnTo>
                    <a:pt x="1711275" y="3767024"/>
                  </a:lnTo>
                  <a:lnTo>
                    <a:pt x="1711401" y="3767024"/>
                  </a:lnTo>
                  <a:lnTo>
                    <a:pt x="1711528" y="3767024"/>
                  </a:lnTo>
                  <a:lnTo>
                    <a:pt x="1711654" y="3767024"/>
                  </a:lnTo>
                  <a:lnTo>
                    <a:pt x="1711780" y="3767024"/>
                  </a:lnTo>
                  <a:lnTo>
                    <a:pt x="1711906" y="3767024"/>
                  </a:lnTo>
                  <a:lnTo>
                    <a:pt x="1712033" y="3767024"/>
                  </a:lnTo>
                  <a:lnTo>
                    <a:pt x="1712159" y="3767024"/>
                  </a:lnTo>
                  <a:lnTo>
                    <a:pt x="1712285" y="3767024"/>
                  </a:lnTo>
                  <a:lnTo>
                    <a:pt x="1712411" y="3767024"/>
                  </a:lnTo>
                  <a:lnTo>
                    <a:pt x="1712538" y="3767024"/>
                  </a:lnTo>
                  <a:lnTo>
                    <a:pt x="1712664" y="3767024"/>
                  </a:lnTo>
                  <a:lnTo>
                    <a:pt x="1712790" y="3767024"/>
                  </a:lnTo>
                  <a:lnTo>
                    <a:pt x="1712916" y="3767024"/>
                  </a:lnTo>
                  <a:lnTo>
                    <a:pt x="1713043" y="3767024"/>
                  </a:lnTo>
                  <a:lnTo>
                    <a:pt x="1713169" y="3767024"/>
                  </a:lnTo>
                  <a:lnTo>
                    <a:pt x="1713295" y="3767024"/>
                  </a:lnTo>
                  <a:lnTo>
                    <a:pt x="1713421" y="3767024"/>
                  </a:lnTo>
                  <a:lnTo>
                    <a:pt x="1713548" y="3767024"/>
                  </a:lnTo>
                  <a:lnTo>
                    <a:pt x="1713674" y="3767024"/>
                  </a:lnTo>
                  <a:lnTo>
                    <a:pt x="1713800" y="3767024"/>
                  </a:lnTo>
                  <a:lnTo>
                    <a:pt x="1713800" y="3762113"/>
                  </a:lnTo>
                  <a:lnTo>
                    <a:pt x="1713926" y="3762113"/>
                  </a:lnTo>
                  <a:lnTo>
                    <a:pt x="1714053" y="3762113"/>
                  </a:lnTo>
                  <a:lnTo>
                    <a:pt x="1714179" y="3762113"/>
                  </a:lnTo>
                  <a:lnTo>
                    <a:pt x="1714305" y="3762113"/>
                  </a:lnTo>
                  <a:lnTo>
                    <a:pt x="1714431" y="3762113"/>
                  </a:lnTo>
                  <a:lnTo>
                    <a:pt x="1714558" y="3762113"/>
                  </a:lnTo>
                  <a:lnTo>
                    <a:pt x="1714684" y="3762113"/>
                  </a:lnTo>
                  <a:lnTo>
                    <a:pt x="1714810" y="3762113"/>
                  </a:lnTo>
                  <a:lnTo>
                    <a:pt x="1714936" y="3762113"/>
                  </a:lnTo>
                  <a:lnTo>
                    <a:pt x="1715063" y="3762113"/>
                  </a:lnTo>
                  <a:lnTo>
                    <a:pt x="1715189" y="3762113"/>
                  </a:lnTo>
                  <a:lnTo>
                    <a:pt x="1715315" y="3762113"/>
                  </a:lnTo>
                  <a:lnTo>
                    <a:pt x="1715441" y="3762113"/>
                  </a:lnTo>
                  <a:lnTo>
                    <a:pt x="1715568" y="3762113"/>
                  </a:lnTo>
                  <a:lnTo>
                    <a:pt x="1715694" y="3762113"/>
                  </a:lnTo>
                  <a:lnTo>
                    <a:pt x="1715820" y="3762113"/>
                  </a:lnTo>
                  <a:lnTo>
                    <a:pt x="1715946" y="3762113"/>
                  </a:lnTo>
                  <a:lnTo>
                    <a:pt x="1716073" y="3762113"/>
                  </a:lnTo>
                  <a:lnTo>
                    <a:pt x="1716199" y="3762113"/>
                  </a:lnTo>
                  <a:lnTo>
                    <a:pt x="1716325" y="3762113"/>
                  </a:lnTo>
                  <a:lnTo>
                    <a:pt x="1716451" y="3762113"/>
                  </a:lnTo>
                  <a:lnTo>
                    <a:pt x="1716578" y="3762113"/>
                  </a:lnTo>
                  <a:lnTo>
                    <a:pt x="1716704" y="3762113"/>
                  </a:lnTo>
                  <a:lnTo>
                    <a:pt x="1716830" y="3762113"/>
                  </a:lnTo>
                  <a:lnTo>
                    <a:pt x="1716957" y="3762113"/>
                  </a:lnTo>
                  <a:lnTo>
                    <a:pt x="1717083" y="3762113"/>
                  </a:lnTo>
                  <a:lnTo>
                    <a:pt x="1717209" y="3762113"/>
                  </a:lnTo>
                  <a:lnTo>
                    <a:pt x="1717335" y="3762113"/>
                  </a:lnTo>
                  <a:lnTo>
                    <a:pt x="1717335" y="3757201"/>
                  </a:lnTo>
                  <a:lnTo>
                    <a:pt x="1717462" y="3757201"/>
                  </a:lnTo>
                  <a:lnTo>
                    <a:pt x="1717588" y="3757201"/>
                  </a:lnTo>
                  <a:lnTo>
                    <a:pt x="1717714" y="3757201"/>
                  </a:lnTo>
                  <a:lnTo>
                    <a:pt x="1717840" y="3757201"/>
                  </a:lnTo>
                  <a:lnTo>
                    <a:pt x="1717967" y="3757201"/>
                  </a:lnTo>
                  <a:lnTo>
                    <a:pt x="1718093" y="3757201"/>
                  </a:lnTo>
                  <a:lnTo>
                    <a:pt x="1718219" y="3757201"/>
                  </a:lnTo>
                  <a:lnTo>
                    <a:pt x="1718345" y="3757201"/>
                  </a:lnTo>
                  <a:lnTo>
                    <a:pt x="1718472" y="3757201"/>
                  </a:lnTo>
                  <a:lnTo>
                    <a:pt x="1718598" y="3757201"/>
                  </a:lnTo>
                  <a:lnTo>
                    <a:pt x="1718724" y="3757201"/>
                  </a:lnTo>
                  <a:lnTo>
                    <a:pt x="1718850" y="3757201"/>
                  </a:lnTo>
                  <a:lnTo>
                    <a:pt x="1718977" y="3757201"/>
                  </a:lnTo>
                  <a:lnTo>
                    <a:pt x="1719103" y="3757201"/>
                  </a:lnTo>
                  <a:lnTo>
                    <a:pt x="1719229" y="3757201"/>
                  </a:lnTo>
                  <a:lnTo>
                    <a:pt x="1719355" y="3757201"/>
                  </a:lnTo>
                  <a:lnTo>
                    <a:pt x="1719482" y="3757201"/>
                  </a:lnTo>
                  <a:lnTo>
                    <a:pt x="1719482" y="3752290"/>
                  </a:lnTo>
                  <a:lnTo>
                    <a:pt x="1719608" y="3752290"/>
                  </a:lnTo>
                  <a:lnTo>
                    <a:pt x="1719734" y="3752290"/>
                  </a:lnTo>
                  <a:lnTo>
                    <a:pt x="1719860" y="3752290"/>
                  </a:lnTo>
                  <a:lnTo>
                    <a:pt x="1719987" y="3752290"/>
                  </a:lnTo>
                  <a:lnTo>
                    <a:pt x="1720113" y="3752290"/>
                  </a:lnTo>
                  <a:lnTo>
                    <a:pt x="1720239" y="3752290"/>
                  </a:lnTo>
                  <a:lnTo>
                    <a:pt x="1720365" y="3752290"/>
                  </a:lnTo>
                  <a:lnTo>
                    <a:pt x="1720492" y="3752290"/>
                  </a:lnTo>
                  <a:lnTo>
                    <a:pt x="1720618" y="3752290"/>
                  </a:lnTo>
                  <a:lnTo>
                    <a:pt x="1720744" y="3752290"/>
                  </a:lnTo>
                  <a:lnTo>
                    <a:pt x="1720870" y="3752290"/>
                  </a:lnTo>
                  <a:lnTo>
                    <a:pt x="1720997" y="3752290"/>
                  </a:lnTo>
                  <a:lnTo>
                    <a:pt x="1721123" y="3752290"/>
                  </a:lnTo>
                  <a:lnTo>
                    <a:pt x="1721249" y="3752290"/>
                  </a:lnTo>
                  <a:lnTo>
                    <a:pt x="1721375" y="3752290"/>
                  </a:lnTo>
                  <a:lnTo>
                    <a:pt x="1721502" y="3752290"/>
                  </a:lnTo>
                  <a:lnTo>
                    <a:pt x="1721628" y="3752290"/>
                  </a:lnTo>
                  <a:lnTo>
                    <a:pt x="1721754" y="3752290"/>
                  </a:lnTo>
                  <a:lnTo>
                    <a:pt x="1721881" y="3752290"/>
                  </a:lnTo>
                  <a:lnTo>
                    <a:pt x="1722007" y="3752290"/>
                  </a:lnTo>
                  <a:lnTo>
                    <a:pt x="1722133" y="3752290"/>
                  </a:lnTo>
                  <a:lnTo>
                    <a:pt x="1722259" y="3752290"/>
                  </a:lnTo>
                  <a:lnTo>
                    <a:pt x="1722386" y="3752290"/>
                  </a:lnTo>
                  <a:lnTo>
                    <a:pt x="1722512" y="3752290"/>
                  </a:lnTo>
                  <a:lnTo>
                    <a:pt x="1722638" y="3752290"/>
                  </a:lnTo>
                  <a:lnTo>
                    <a:pt x="1722764" y="3752290"/>
                  </a:lnTo>
                  <a:lnTo>
                    <a:pt x="1722891" y="3752290"/>
                  </a:lnTo>
                  <a:lnTo>
                    <a:pt x="1723017" y="3752290"/>
                  </a:lnTo>
                  <a:lnTo>
                    <a:pt x="1723143" y="3752290"/>
                  </a:lnTo>
                  <a:lnTo>
                    <a:pt x="1723269" y="3752290"/>
                  </a:lnTo>
                  <a:lnTo>
                    <a:pt x="1723396" y="3752290"/>
                  </a:lnTo>
                  <a:lnTo>
                    <a:pt x="1723522" y="3752290"/>
                  </a:lnTo>
                  <a:lnTo>
                    <a:pt x="1723648" y="3752290"/>
                  </a:lnTo>
                  <a:lnTo>
                    <a:pt x="1723774" y="3752290"/>
                  </a:lnTo>
                  <a:lnTo>
                    <a:pt x="1723901" y="3752290"/>
                  </a:lnTo>
                  <a:lnTo>
                    <a:pt x="1724027" y="3752290"/>
                  </a:lnTo>
                  <a:lnTo>
                    <a:pt x="1724153" y="3752290"/>
                  </a:lnTo>
                  <a:lnTo>
                    <a:pt x="1724279" y="3752290"/>
                  </a:lnTo>
                  <a:lnTo>
                    <a:pt x="1724406" y="3752290"/>
                  </a:lnTo>
                  <a:lnTo>
                    <a:pt x="1724532" y="3752290"/>
                  </a:lnTo>
                  <a:lnTo>
                    <a:pt x="1724658" y="3752290"/>
                  </a:lnTo>
                  <a:lnTo>
                    <a:pt x="1724784" y="3752290"/>
                  </a:lnTo>
                  <a:lnTo>
                    <a:pt x="1724911" y="3752290"/>
                  </a:lnTo>
                  <a:lnTo>
                    <a:pt x="1725037" y="3752290"/>
                  </a:lnTo>
                  <a:lnTo>
                    <a:pt x="1725163" y="3752290"/>
                  </a:lnTo>
                  <a:lnTo>
                    <a:pt x="1725289" y="3752290"/>
                  </a:lnTo>
                  <a:lnTo>
                    <a:pt x="1725416" y="3752290"/>
                  </a:lnTo>
                  <a:lnTo>
                    <a:pt x="1725542" y="3752290"/>
                  </a:lnTo>
                  <a:lnTo>
                    <a:pt x="1725668" y="3752290"/>
                  </a:lnTo>
                  <a:lnTo>
                    <a:pt x="1725794" y="3752290"/>
                  </a:lnTo>
                  <a:lnTo>
                    <a:pt x="1725921" y="3752290"/>
                  </a:lnTo>
                  <a:lnTo>
                    <a:pt x="1726047" y="3752290"/>
                  </a:lnTo>
                  <a:lnTo>
                    <a:pt x="1726173" y="3752290"/>
                  </a:lnTo>
                  <a:lnTo>
                    <a:pt x="1726299" y="3752290"/>
                  </a:lnTo>
                  <a:lnTo>
                    <a:pt x="1726426" y="3752290"/>
                  </a:lnTo>
                  <a:lnTo>
                    <a:pt x="1726552" y="3752290"/>
                  </a:lnTo>
                  <a:lnTo>
                    <a:pt x="1726678" y="3752290"/>
                  </a:lnTo>
                  <a:lnTo>
                    <a:pt x="1726805" y="3752290"/>
                  </a:lnTo>
                  <a:lnTo>
                    <a:pt x="1726931" y="3752290"/>
                  </a:lnTo>
                  <a:lnTo>
                    <a:pt x="1727057" y="3752290"/>
                  </a:lnTo>
                  <a:lnTo>
                    <a:pt x="1727183" y="3752290"/>
                  </a:lnTo>
                  <a:lnTo>
                    <a:pt x="1727310" y="3752290"/>
                  </a:lnTo>
                  <a:lnTo>
                    <a:pt x="1727436" y="3752290"/>
                  </a:lnTo>
                  <a:lnTo>
                    <a:pt x="1727562" y="3752290"/>
                  </a:lnTo>
                  <a:lnTo>
                    <a:pt x="1727688" y="3752290"/>
                  </a:lnTo>
                  <a:lnTo>
                    <a:pt x="1727815" y="3752290"/>
                  </a:lnTo>
                  <a:lnTo>
                    <a:pt x="1727941" y="3752290"/>
                  </a:lnTo>
                  <a:lnTo>
                    <a:pt x="1728067" y="3752290"/>
                  </a:lnTo>
                  <a:lnTo>
                    <a:pt x="1728193" y="3752290"/>
                  </a:lnTo>
                  <a:lnTo>
                    <a:pt x="1728320" y="3752290"/>
                  </a:lnTo>
                  <a:lnTo>
                    <a:pt x="1728446" y="3752290"/>
                  </a:lnTo>
                  <a:lnTo>
                    <a:pt x="1728572" y="3752290"/>
                  </a:lnTo>
                  <a:lnTo>
                    <a:pt x="1728698" y="3752290"/>
                  </a:lnTo>
                  <a:lnTo>
                    <a:pt x="1728825" y="3752290"/>
                  </a:lnTo>
                  <a:lnTo>
                    <a:pt x="1728951" y="3752290"/>
                  </a:lnTo>
                  <a:lnTo>
                    <a:pt x="1729077" y="3752290"/>
                  </a:lnTo>
                  <a:lnTo>
                    <a:pt x="1729203" y="3752290"/>
                  </a:lnTo>
                  <a:lnTo>
                    <a:pt x="1729330" y="3752290"/>
                  </a:lnTo>
                  <a:lnTo>
                    <a:pt x="1729456" y="3752290"/>
                  </a:lnTo>
                  <a:lnTo>
                    <a:pt x="1729582" y="3752290"/>
                  </a:lnTo>
                  <a:lnTo>
                    <a:pt x="1729708" y="3752290"/>
                  </a:lnTo>
                  <a:lnTo>
                    <a:pt x="1729835" y="3752290"/>
                  </a:lnTo>
                  <a:lnTo>
                    <a:pt x="1729961" y="3752290"/>
                  </a:lnTo>
                  <a:lnTo>
                    <a:pt x="1730087" y="3752290"/>
                  </a:lnTo>
                  <a:lnTo>
                    <a:pt x="1730213" y="3752290"/>
                  </a:lnTo>
                  <a:lnTo>
                    <a:pt x="1730340" y="3752290"/>
                  </a:lnTo>
                  <a:lnTo>
                    <a:pt x="1730466" y="3752290"/>
                  </a:lnTo>
                  <a:lnTo>
                    <a:pt x="1730592" y="3752290"/>
                  </a:lnTo>
                  <a:lnTo>
                    <a:pt x="1730718" y="3752290"/>
                  </a:lnTo>
                  <a:lnTo>
                    <a:pt x="1730845" y="3752290"/>
                  </a:lnTo>
                  <a:lnTo>
                    <a:pt x="1730971" y="3752290"/>
                  </a:lnTo>
                  <a:lnTo>
                    <a:pt x="1731097" y="3752290"/>
                  </a:lnTo>
                  <a:lnTo>
                    <a:pt x="1731223" y="3752290"/>
                  </a:lnTo>
                  <a:lnTo>
                    <a:pt x="1731350" y="3752290"/>
                  </a:lnTo>
                  <a:lnTo>
                    <a:pt x="1731476" y="3752290"/>
                  </a:lnTo>
                  <a:lnTo>
                    <a:pt x="1731602" y="3752290"/>
                  </a:lnTo>
                  <a:lnTo>
                    <a:pt x="1731728" y="3752290"/>
                  </a:lnTo>
                  <a:lnTo>
                    <a:pt x="1731855" y="3752290"/>
                  </a:lnTo>
                  <a:lnTo>
                    <a:pt x="1731981" y="3752290"/>
                  </a:lnTo>
                  <a:lnTo>
                    <a:pt x="1732107" y="3752290"/>
                  </a:lnTo>
                  <a:lnTo>
                    <a:pt x="1732234" y="3752290"/>
                  </a:lnTo>
                  <a:lnTo>
                    <a:pt x="1732360" y="3752290"/>
                  </a:lnTo>
                  <a:lnTo>
                    <a:pt x="1732486" y="3752290"/>
                  </a:lnTo>
                  <a:lnTo>
                    <a:pt x="1732612" y="3752290"/>
                  </a:lnTo>
                  <a:lnTo>
                    <a:pt x="1732739" y="3752290"/>
                  </a:lnTo>
                  <a:lnTo>
                    <a:pt x="1732865" y="3752290"/>
                  </a:lnTo>
                  <a:lnTo>
                    <a:pt x="1732991" y="3752290"/>
                  </a:lnTo>
                  <a:lnTo>
                    <a:pt x="1733117" y="3752290"/>
                  </a:lnTo>
                  <a:lnTo>
                    <a:pt x="1733244" y="3752290"/>
                  </a:lnTo>
                  <a:lnTo>
                    <a:pt x="1733370" y="3752290"/>
                  </a:lnTo>
                  <a:lnTo>
                    <a:pt x="1733496" y="3752290"/>
                  </a:lnTo>
                  <a:lnTo>
                    <a:pt x="1733622" y="3752290"/>
                  </a:lnTo>
                  <a:lnTo>
                    <a:pt x="1733749" y="3752290"/>
                  </a:lnTo>
                  <a:lnTo>
                    <a:pt x="1733875" y="3752290"/>
                  </a:lnTo>
                  <a:lnTo>
                    <a:pt x="1734001" y="3752290"/>
                  </a:lnTo>
                  <a:lnTo>
                    <a:pt x="1734127" y="3752290"/>
                  </a:lnTo>
                  <a:lnTo>
                    <a:pt x="1734254" y="3752290"/>
                  </a:lnTo>
                  <a:lnTo>
                    <a:pt x="1734380" y="3752290"/>
                  </a:lnTo>
                  <a:lnTo>
                    <a:pt x="1734506" y="3752290"/>
                  </a:lnTo>
                  <a:lnTo>
                    <a:pt x="1734632" y="3752290"/>
                  </a:lnTo>
                  <a:lnTo>
                    <a:pt x="1734759" y="3752290"/>
                  </a:lnTo>
                  <a:lnTo>
                    <a:pt x="1734885" y="3752290"/>
                  </a:lnTo>
                  <a:lnTo>
                    <a:pt x="1735011" y="3752290"/>
                  </a:lnTo>
                  <a:lnTo>
                    <a:pt x="1735137" y="3752290"/>
                  </a:lnTo>
                  <a:lnTo>
                    <a:pt x="1735264" y="3752290"/>
                  </a:lnTo>
                  <a:lnTo>
                    <a:pt x="1735390" y="3752290"/>
                  </a:lnTo>
                  <a:lnTo>
                    <a:pt x="1735516" y="3752290"/>
                  </a:lnTo>
                  <a:lnTo>
                    <a:pt x="1735642" y="3752290"/>
                  </a:lnTo>
                  <a:lnTo>
                    <a:pt x="1735769" y="3752290"/>
                  </a:lnTo>
                  <a:lnTo>
                    <a:pt x="1735769" y="3747379"/>
                  </a:lnTo>
                  <a:lnTo>
                    <a:pt x="1735895" y="3747379"/>
                  </a:lnTo>
                  <a:lnTo>
                    <a:pt x="1736021" y="3747379"/>
                  </a:lnTo>
                  <a:lnTo>
                    <a:pt x="1736147" y="3747379"/>
                  </a:lnTo>
                  <a:lnTo>
                    <a:pt x="1736274" y="3747379"/>
                  </a:lnTo>
                  <a:lnTo>
                    <a:pt x="1736400" y="3747379"/>
                  </a:lnTo>
                  <a:lnTo>
                    <a:pt x="1736526" y="3747379"/>
                  </a:lnTo>
                  <a:lnTo>
                    <a:pt x="1736652" y="3747379"/>
                  </a:lnTo>
                  <a:lnTo>
                    <a:pt x="1736779" y="3747379"/>
                  </a:lnTo>
                  <a:lnTo>
                    <a:pt x="1736905" y="3747379"/>
                  </a:lnTo>
                  <a:lnTo>
                    <a:pt x="1737031" y="3747379"/>
                  </a:lnTo>
                  <a:lnTo>
                    <a:pt x="1737031" y="3742467"/>
                  </a:lnTo>
                  <a:lnTo>
                    <a:pt x="1737158" y="3742467"/>
                  </a:lnTo>
                  <a:lnTo>
                    <a:pt x="1737284" y="3742467"/>
                  </a:lnTo>
                  <a:lnTo>
                    <a:pt x="1737410" y="3742467"/>
                  </a:lnTo>
                  <a:lnTo>
                    <a:pt x="1737536" y="3742467"/>
                  </a:lnTo>
                  <a:lnTo>
                    <a:pt x="1737663" y="3742467"/>
                  </a:lnTo>
                  <a:lnTo>
                    <a:pt x="1737789" y="3742467"/>
                  </a:lnTo>
                  <a:lnTo>
                    <a:pt x="1737915" y="3742467"/>
                  </a:lnTo>
                  <a:lnTo>
                    <a:pt x="1738041" y="3742467"/>
                  </a:lnTo>
                  <a:lnTo>
                    <a:pt x="1738168" y="3742467"/>
                  </a:lnTo>
                  <a:lnTo>
                    <a:pt x="1738294" y="3742467"/>
                  </a:lnTo>
                  <a:lnTo>
                    <a:pt x="1738420" y="3742467"/>
                  </a:lnTo>
                  <a:lnTo>
                    <a:pt x="1738546" y="3742467"/>
                  </a:lnTo>
                  <a:lnTo>
                    <a:pt x="1738673" y="3742467"/>
                  </a:lnTo>
                  <a:lnTo>
                    <a:pt x="1738799" y="3742467"/>
                  </a:lnTo>
                  <a:lnTo>
                    <a:pt x="1738925" y="3742467"/>
                  </a:lnTo>
                  <a:lnTo>
                    <a:pt x="1739051" y="3742467"/>
                  </a:lnTo>
                  <a:lnTo>
                    <a:pt x="1739178" y="3742467"/>
                  </a:lnTo>
                  <a:lnTo>
                    <a:pt x="1739304" y="3742467"/>
                  </a:lnTo>
                  <a:lnTo>
                    <a:pt x="1739430" y="3742467"/>
                  </a:lnTo>
                  <a:lnTo>
                    <a:pt x="1739556" y="3742467"/>
                  </a:lnTo>
                  <a:lnTo>
                    <a:pt x="1739683" y="3742467"/>
                  </a:lnTo>
                  <a:lnTo>
                    <a:pt x="1739809" y="3742467"/>
                  </a:lnTo>
                  <a:lnTo>
                    <a:pt x="1739935" y="3742467"/>
                  </a:lnTo>
                  <a:lnTo>
                    <a:pt x="1740061" y="3742467"/>
                  </a:lnTo>
                  <a:lnTo>
                    <a:pt x="1740188" y="3742467"/>
                  </a:lnTo>
                  <a:lnTo>
                    <a:pt x="1740314" y="3742467"/>
                  </a:lnTo>
                  <a:lnTo>
                    <a:pt x="1740440" y="3742467"/>
                  </a:lnTo>
                  <a:lnTo>
                    <a:pt x="1740566" y="3742467"/>
                  </a:lnTo>
                  <a:lnTo>
                    <a:pt x="1740566" y="3737556"/>
                  </a:lnTo>
                  <a:lnTo>
                    <a:pt x="1740693" y="3737556"/>
                  </a:lnTo>
                  <a:lnTo>
                    <a:pt x="1740819" y="3737556"/>
                  </a:lnTo>
                  <a:lnTo>
                    <a:pt x="1740945" y="3737556"/>
                  </a:lnTo>
                  <a:lnTo>
                    <a:pt x="1741071" y="3737556"/>
                  </a:lnTo>
                  <a:lnTo>
                    <a:pt x="1741198" y="3737556"/>
                  </a:lnTo>
                  <a:lnTo>
                    <a:pt x="1741324" y="3737556"/>
                  </a:lnTo>
                  <a:lnTo>
                    <a:pt x="1741450" y="3737556"/>
                  </a:lnTo>
                  <a:lnTo>
                    <a:pt x="1741576" y="3737556"/>
                  </a:lnTo>
                  <a:lnTo>
                    <a:pt x="1741703" y="3737556"/>
                  </a:lnTo>
                  <a:lnTo>
                    <a:pt x="1741829" y="3737556"/>
                  </a:lnTo>
                  <a:lnTo>
                    <a:pt x="1741955" y="3737556"/>
                  </a:lnTo>
                  <a:lnTo>
                    <a:pt x="1742081" y="3737556"/>
                  </a:lnTo>
                  <a:lnTo>
                    <a:pt x="1742208" y="3737556"/>
                  </a:lnTo>
                  <a:lnTo>
                    <a:pt x="1742334" y="3737556"/>
                  </a:lnTo>
                  <a:lnTo>
                    <a:pt x="1742460" y="3737556"/>
                  </a:lnTo>
                  <a:lnTo>
                    <a:pt x="1742587" y="3737556"/>
                  </a:lnTo>
                  <a:lnTo>
                    <a:pt x="1742713" y="3737556"/>
                  </a:lnTo>
                  <a:lnTo>
                    <a:pt x="1742839" y="3737556"/>
                  </a:lnTo>
                  <a:lnTo>
                    <a:pt x="1742965" y="3737556"/>
                  </a:lnTo>
                  <a:lnTo>
                    <a:pt x="1743092" y="3737556"/>
                  </a:lnTo>
                  <a:lnTo>
                    <a:pt x="1743218" y="3737556"/>
                  </a:lnTo>
                  <a:lnTo>
                    <a:pt x="1743344" y="3737556"/>
                  </a:lnTo>
                  <a:lnTo>
                    <a:pt x="1743470" y="3737556"/>
                  </a:lnTo>
                  <a:lnTo>
                    <a:pt x="1743470" y="3732644"/>
                  </a:lnTo>
                  <a:lnTo>
                    <a:pt x="1743597" y="3732644"/>
                  </a:lnTo>
                  <a:lnTo>
                    <a:pt x="1743723" y="3732644"/>
                  </a:lnTo>
                  <a:lnTo>
                    <a:pt x="1743849" y="3732644"/>
                  </a:lnTo>
                  <a:lnTo>
                    <a:pt x="1743975" y="3732644"/>
                  </a:lnTo>
                  <a:lnTo>
                    <a:pt x="1744102" y="3732644"/>
                  </a:lnTo>
                  <a:lnTo>
                    <a:pt x="1744102" y="3727733"/>
                  </a:lnTo>
                  <a:lnTo>
                    <a:pt x="1744228" y="3727733"/>
                  </a:lnTo>
                  <a:lnTo>
                    <a:pt x="1744354" y="3727733"/>
                  </a:lnTo>
                  <a:lnTo>
                    <a:pt x="1744480" y="3727733"/>
                  </a:lnTo>
                  <a:lnTo>
                    <a:pt x="1744607" y="3727733"/>
                  </a:lnTo>
                  <a:lnTo>
                    <a:pt x="1744733" y="3727733"/>
                  </a:lnTo>
                  <a:lnTo>
                    <a:pt x="1744859" y="3727733"/>
                  </a:lnTo>
                  <a:lnTo>
                    <a:pt x="1744985" y="3727733"/>
                  </a:lnTo>
                  <a:lnTo>
                    <a:pt x="1745112" y="3727733"/>
                  </a:lnTo>
                  <a:lnTo>
                    <a:pt x="1745238" y="3727733"/>
                  </a:lnTo>
                  <a:lnTo>
                    <a:pt x="1745238" y="3722822"/>
                  </a:lnTo>
                  <a:lnTo>
                    <a:pt x="1745364" y="3722822"/>
                  </a:lnTo>
                  <a:lnTo>
                    <a:pt x="1745490" y="3722822"/>
                  </a:lnTo>
                  <a:lnTo>
                    <a:pt x="1745617" y="3722822"/>
                  </a:lnTo>
                  <a:lnTo>
                    <a:pt x="1745743" y="3722822"/>
                  </a:lnTo>
                  <a:lnTo>
                    <a:pt x="1745869" y="3722822"/>
                  </a:lnTo>
                  <a:lnTo>
                    <a:pt x="1745995" y="3722822"/>
                  </a:lnTo>
                  <a:lnTo>
                    <a:pt x="1746122" y="3722822"/>
                  </a:lnTo>
                  <a:lnTo>
                    <a:pt x="1746248" y="3722822"/>
                  </a:lnTo>
                  <a:lnTo>
                    <a:pt x="1746374" y="3722822"/>
                  </a:lnTo>
                  <a:lnTo>
                    <a:pt x="1746500" y="3722822"/>
                  </a:lnTo>
                  <a:lnTo>
                    <a:pt x="1746627" y="3722822"/>
                  </a:lnTo>
                  <a:lnTo>
                    <a:pt x="1746753" y="3722822"/>
                  </a:lnTo>
                  <a:lnTo>
                    <a:pt x="1746879" y="3722822"/>
                  </a:lnTo>
                  <a:lnTo>
                    <a:pt x="1747005" y="3722822"/>
                  </a:lnTo>
                  <a:lnTo>
                    <a:pt x="1747132" y="3722822"/>
                  </a:lnTo>
                  <a:lnTo>
                    <a:pt x="1747258" y="3722822"/>
                  </a:lnTo>
                  <a:lnTo>
                    <a:pt x="1747384" y="3722822"/>
                  </a:lnTo>
                  <a:lnTo>
                    <a:pt x="1747511" y="3722822"/>
                  </a:lnTo>
                  <a:lnTo>
                    <a:pt x="1747637" y="3722822"/>
                  </a:lnTo>
                  <a:lnTo>
                    <a:pt x="1747763" y="3722822"/>
                  </a:lnTo>
                  <a:lnTo>
                    <a:pt x="1747889" y="3722822"/>
                  </a:lnTo>
                  <a:lnTo>
                    <a:pt x="1748016" y="3722822"/>
                  </a:lnTo>
                  <a:lnTo>
                    <a:pt x="1748142" y="3722822"/>
                  </a:lnTo>
                  <a:lnTo>
                    <a:pt x="1748268" y="3722822"/>
                  </a:lnTo>
                  <a:lnTo>
                    <a:pt x="1748394" y="3722822"/>
                  </a:lnTo>
                  <a:lnTo>
                    <a:pt x="1748521" y="3722822"/>
                  </a:lnTo>
                  <a:lnTo>
                    <a:pt x="1748647" y="3722822"/>
                  </a:lnTo>
                  <a:lnTo>
                    <a:pt x="1748773" y="3722822"/>
                  </a:lnTo>
                  <a:lnTo>
                    <a:pt x="1748899" y="3722822"/>
                  </a:lnTo>
                  <a:lnTo>
                    <a:pt x="1749026" y="3722822"/>
                  </a:lnTo>
                  <a:lnTo>
                    <a:pt x="1749152" y="3722822"/>
                  </a:lnTo>
                  <a:lnTo>
                    <a:pt x="1749278" y="3722822"/>
                  </a:lnTo>
                  <a:lnTo>
                    <a:pt x="1749404" y="3722822"/>
                  </a:lnTo>
                  <a:lnTo>
                    <a:pt x="1749531" y="3722822"/>
                  </a:lnTo>
                  <a:lnTo>
                    <a:pt x="1749657" y="3722822"/>
                  </a:lnTo>
                  <a:lnTo>
                    <a:pt x="1749783" y="3722822"/>
                  </a:lnTo>
                  <a:lnTo>
                    <a:pt x="1749909" y="3722822"/>
                  </a:lnTo>
                  <a:lnTo>
                    <a:pt x="1750036" y="3722822"/>
                  </a:lnTo>
                  <a:lnTo>
                    <a:pt x="1750162" y="3722822"/>
                  </a:lnTo>
                  <a:lnTo>
                    <a:pt x="1750288" y="3722822"/>
                  </a:lnTo>
                  <a:lnTo>
                    <a:pt x="1750414" y="3722822"/>
                  </a:lnTo>
                  <a:lnTo>
                    <a:pt x="1750541" y="3722822"/>
                  </a:lnTo>
                  <a:lnTo>
                    <a:pt x="1750667" y="3722822"/>
                  </a:lnTo>
                  <a:lnTo>
                    <a:pt x="1750793" y="3722822"/>
                  </a:lnTo>
                  <a:lnTo>
                    <a:pt x="1750919" y="3722822"/>
                  </a:lnTo>
                  <a:lnTo>
                    <a:pt x="1751046" y="3722822"/>
                  </a:lnTo>
                  <a:lnTo>
                    <a:pt x="1751172" y="3722822"/>
                  </a:lnTo>
                  <a:lnTo>
                    <a:pt x="1751298" y="3722822"/>
                  </a:lnTo>
                  <a:lnTo>
                    <a:pt x="1751298" y="3717910"/>
                  </a:lnTo>
                  <a:lnTo>
                    <a:pt x="1751424" y="3717910"/>
                  </a:lnTo>
                  <a:lnTo>
                    <a:pt x="1751551" y="3717910"/>
                  </a:lnTo>
                  <a:lnTo>
                    <a:pt x="1751677" y="3717910"/>
                  </a:lnTo>
                  <a:lnTo>
                    <a:pt x="1751803" y="3717910"/>
                  </a:lnTo>
                  <a:lnTo>
                    <a:pt x="1751929" y="3717910"/>
                  </a:lnTo>
                  <a:lnTo>
                    <a:pt x="1752056" y="3717910"/>
                  </a:lnTo>
                  <a:lnTo>
                    <a:pt x="1752182" y="3717910"/>
                  </a:lnTo>
                  <a:lnTo>
                    <a:pt x="1752182" y="3712999"/>
                  </a:lnTo>
                  <a:lnTo>
                    <a:pt x="1752308" y="3712999"/>
                  </a:lnTo>
                  <a:lnTo>
                    <a:pt x="1752434" y="3712999"/>
                  </a:lnTo>
                  <a:lnTo>
                    <a:pt x="1752561" y="3712999"/>
                  </a:lnTo>
                  <a:lnTo>
                    <a:pt x="1752687" y="3712999"/>
                  </a:lnTo>
                  <a:lnTo>
                    <a:pt x="1752813" y="3712999"/>
                  </a:lnTo>
                  <a:lnTo>
                    <a:pt x="1752940" y="3712999"/>
                  </a:lnTo>
                  <a:lnTo>
                    <a:pt x="1753066" y="3712999"/>
                  </a:lnTo>
                  <a:lnTo>
                    <a:pt x="1753192" y="3712999"/>
                  </a:lnTo>
                  <a:lnTo>
                    <a:pt x="1753318" y="3712999"/>
                  </a:lnTo>
                  <a:lnTo>
                    <a:pt x="1753445" y="3712999"/>
                  </a:lnTo>
                  <a:lnTo>
                    <a:pt x="1753571" y="3712999"/>
                  </a:lnTo>
                  <a:lnTo>
                    <a:pt x="1753697" y="3712999"/>
                  </a:lnTo>
                  <a:lnTo>
                    <a:pt x="1753823" y="3712999"/>
                  </a:lnTo>
                  <a:lnTo>
                    <a:pt x="1753950" y="3712999"/>
                  </a:lnTo>
                  <a:lnTo>
                    <a:pt x="1754076" y="3712999"/>
                  </a:lnTo>
                  <a:lnTo>
                    <a:pt x="1754202" y="3712999"/>
                  </a:lnTo>
                  <a:lnTo>
                    <a:pt x="1754328" y="3712999"/>
                  </a:lnTo>
                  <a:lnTo>
                    <a:pt x="1754455" y="3712999"/>
                  </a:lnTo>
                  <a:lnTo>
                    <a:pt x="1754581" y="3712999"/>
                  </a:lnTo>
                  <a:lnTo>
                    <a:pt x="1754707" y="3712999"/>
                  </a:lnTo>
                  <a:lnTo>
                    <a:pt x="1754833" y="3712999"/>
                  </a:lnTo>
                  <a:lnTo>
                    <a:pt x="1754960" y="3712999"/>
                  </a:lnTo>
                  <a:lnTo>
                    <a:pt x="1755086" y="3712999"/>
                  </a:lnTo>
                  <a:lnTo>
                    <a:pt x="1755212" y="3712999"/>
                  </a:lnTo>
                  <a:lnTo>
                    <a:pt x="1755338" y="3712999"/>
                  </a:lnTo>
                  <a:lnTo>
                    <a:pt x="1755465" y="3712999"/>
                  </a:lnTo>
                  <a:lnTo>
                    <a:pt x="1755591" y="3712999"/>
                  </a:lnTo>
                  <a:lnTo>
                    <a:pt x="1755717" y="3712999"/>
                  </a:lnTo>
                  <a:lnTo>
                    <a:pt x="1755843" y="3712999"/>
                  </a:lnTo>
                  <a:lnTo>
                    <a:pt x="1755970" y="3712999"/>
                  </a:lnTo>
                  <a:lnTo>
                    <a:pt x="1756096" y="3712999"/>
                  </a:lnTo>
                  <a:lnTo>
                    <a:pt x="1756222" y="3712999"/>
                  </a:lnTo>
                  <a:lnTo>
                    <a:pt x="1756348" y="3712999"/>
                  </a:lnTo>
                  <a:lnTo>
                    <a:pt x="1756475" y="3712999"/>
                  </a:lnTo>
                  <a:lnTo>
                    <a:pt x="1756601" y="3712999"/>
                  </a:lnTo>
                  <a:lnTo>
                    <a:pt x="1756727" y="3712999"/>
                  </a:lnTo>
                  <a:lnTo>
                    <a:pt x="1756853" y="3712999"/>
                  </a:lnTo>
                  <a:lnTo>
                    <a:pt x="1756980" y="3712999"/>
                  </a:lnTo>
                  <a:lnTo>
                    <a:pt x="1757106" y="3712999"/>
                  </a:lnTo>
                  <a:lnTo>
                    <a:pt x="1757232" y="3712999"/>
                  </a:lnTo>
                  <a:lnTo>
                    <a:pt x="1757358" y="3712999"/>
                  </a:lnTo>
                  <a:lnTo>
                    <a:pt x="1757485" y="3712999"/>
                  </a:lnTo>
                  <a:lnTo>
                    <a:pt x="1757611" y="3712999"/>
                  </a:lnTo>
                  <a:lnTo>
                    <a:pt x="1757737" y="3712999"/>
                  </a:lnTo>
                  <a:lnTo>
                    <a:pt x="1757864" y="3712999"/>
                  </a:lnTo>
                  <a:lnTo>
                    <a:pt x="1757990" y="3712999"/>
                  </a:lnTo>
                  <a:lnTo>
                    <a:pt x="1758116" y="3712999"/>
                  </a:lnTo>
                  <a:lnTo>
                    <a:pt x="1758242" y="3712999"/>
                  </a:lnTo>
                  <a:lnTo>
                    <a:pt x="1758369" y="3712999"/>
                  </a:lnTo>
                  <a:lnTo>
                    <a:pt x="1758495" y="3712999"/>
                  </a:lnTo>
                  <a:lnTo>
                    <a:pt x="1758621" y="3712999"/>
                  </a:lnTo>
                  <a:lnTo>
                    <a:pt x="1758621" y="3708088"/>
                  </a:lnTo>
                  <a:lnTo>
                    <a:pt x="1758747" y="3708088"/>
                  </a:lnTo>
                  <a:lnTo>
                    <a:pt x="1758874" y="3708088"/>
                  </a:lnTo>
                  <a:lnTo>
                    <a:pt x="1759000" y="3708088"/>
                  </a:lnTo>
                  <a:lnTo>
                    <a:pt x="1759126" y="3708088"/>
                  </a:lnTo>
                  <a:lnTo>
                    <a:pt x="1759252" y="3708088"/>
                  </a:lnTo>
                  <a:lnTo>
                    <a:pt x="1759379" y="3708088"/>
                  </a:lnTo>
                  <a:lnTo>
                    <a:pt x="1759505" y="3708088"/>
                  </a:lnTo>
                  <a:lnTo>
                    <a:pt x="1759631" y="3708088"/>
                  </a:lnTo>
                  <a:lnTo>
                    <a:pt x="1759757" y="3708088"/>
                  </a:lnTo>
                  <a:lnTo>
                    <a:pt x="1759884" y="3708088"/>
                  </a:lnTo>
                  <a:lnTo>
                    <a:pt x="1760010" y="3708088"/>
                  </a:lnTo>
                  <a:lnTo>
                    <a:pt x="1760136" y="3708088"/>
                  </a:lnTo>
                  <a:lnTo>
                    <a:pt x="1760262" y="3708088"/>
                  </a:lnTo>
                  <a:lnTo>
                    <a:pt x="1760262" y="3703176"/>
                  </a:lnTo>
                  <a:lnTo>
                    <a:pt x="1760389" y="3703176"/>
                  </a:lnTo>
                  <a:lnTo>
                    <a:pt x="1760515" y="3703176"/>
                  </a:lnTo>
                  <a:lnTo>
                    <a:pt x="1760641" y="3703176"/>
                  </a:lnTo>
                  <a:lnTo>
                    <a:pt x="1760767" y="3703176"/>
                  </a:lnTo>
                  <a:lnTo>
                    <a:pt x="1760767" y="3698265"/>
                  </a:lnTo>
                  <a:lnTo>
                    <a:pt x="1760894" y="3698265"/>
                  </a:lnTo>
                  <a:lnTo>
                    <a:pt x="1761020" y="3698265"/>
                  </a:lnTo>
                  <a:lnTo>
                    <a:pt x="1761146" y="3698265"/>
                  </a:lnTo>
                  <a:lnTo>
                    <a:pt x="1761272" y="3698265"/>
                  </a:lnTo>
                  <a:lnTo>
                    <a:pt x="1761399" y="3698265"/>
                  </a:lnTo>
                  <a:lnTo>
                    <a:pt x="1761399" y="3693353"/>
                  </a:lnTo>
                  <a:lnTo>
                    <a:pt x="1761525" y="3693353"/>
                  </a:lnTo>
                  <a:lnTo>
                    <a:pt x="1761651" y="3693353"/>
                  </a:lnTo>
                  <a:lnTo>
                    <a:pt x="1761777" y="3693353"/>
                  </a:lnTo>
                  <a:lnTo>
                    <a:pt x="1761904" y="3693353"/>
                  </a:lnTo>
                  <a:lnTo>
                    <a:pt x="1762030" y="3693353"/>
                  </a:lnTo>
                  <a:lnTo>
                    <a:pt x="1762156" y="3693353"/>
                  </a:lnTo>
                  <a:lnTo>
                    <a:pt x="1762282" y="3693353"/>
                  </a:lnTo>
                  <a:lnTo>
                    <a:pt x="1762409" y="3693353"/>
                  </a:lnTo>
                  <a:lnTo>
                    <a:pt x="1762535" y="3693353"/>
                  </a:lnTo>
                  <a:lnTo>
                    <a:pt x="1762661" y="3693353"/>
                  </a:lnTo>
                  <a:lnTo>
                    <a:pt x="1762787" y="3693353"/>
                  </a:lnTo>
                  <a:lnTo>
                    <a:pt x="1762914" y="3693353"/>
                  </a:lnTo>
                  <a:lnTo>
                    <a:pt x="1763040" y="3693353"/>
                  </a:lnTo>
                  <a:lnTo>
                    <a:pt x="1763166" y="3693353"/>
                  </a:lnTo>
                  <a:lnTo>
                    <a:pt x="1763293" y="3693353"/>
                  </a:lnTo>
                  <a:lnTo>
                    <a:pt x="1763419" y="3693353"/>
                  </a:lnTo>
                  <a:lnTo>
                    <a:pt x="1763545" y="3693353"/>
                  </a:lnTo>
                  <a:lnTo>
                    <a:pt x="1763671" y="3693353"/>
                  </a:lnTo>
                  <a:lnTo>
                    <a:pt x="1763798" y="3693353"/>
                  </a:lnTo>
                  <a:lnTo>
                    <a:pt x="1763924" y="3693353"/>
                  </a:lnTo>
                  <a:lnTo>
                    <a:pt x="1764050" y="3693353"/>
                  </a:lnTo>
                  <a:lnTo>
                    <a:pt x="1764176" y="3693353"/>
                  </a:lnTo>
                  <a:lnTo>
                    <a:pt x="1764303" y="3693353"/>
                  </a:lnTo>
                  <a:lnTo>
                    <a:pt x="1764429" y="3693353"/>
                  </a:lnTo>
                  <a:lnTo>
                    <a:pt x="1764555" y="3693353"/>
                  </a:lnTo>
                  <a:lnTo>
                    <a:pt x="1764681" y="3693353"/>
                  </a:lnTo>
                  <a:lnTo>
                    <a:pt x="1764808" y="3693353"/>
                  </a:lnTo>
                  <a:lnTo>
                    <a:pt x="1764934" y="3693353"/>
                  </a:lnTo>
                  <a:lnTo>
                    <a:pt x="1765060" y="3693353"/>
                  </a:lnTo>
                  <a:lnTo>
                    <a:pt x="1765186" y="3693353"/>
                  </a:lnTo>
                  <a:lnTo>
                    <a:pt x="1765313" y="3693353"/>
                  </a:lnTo>
                  <a:lnTo>
                    <a:pt x="1765439" y="3693353"/>
                  </a:lnTo>
                  <a:lnTo>
                    <a:pt x="1765565" y="3693353"/>
                  </a:lnTo>
                  <a:lnTo>
                    <a:pt x="1765691" y="3693353"/>
                  </a:lnTo>
                  <a:lnTo>
                    <a:pt x="1765818" y="3693353"/>
                  </a:lnTo>
                  <a:lnTo>
                    <a:pt x="1765944" y="3693353"/>
                  </a:lnTo>
                  <a:lnTo>
                    <a:pt x="1766070" y="3693353"/>
                  </a:lnTo>
                  <a:lnTo>
                    <a:pt x="1766196" y="3693353"/>
                  </a:lnTo>
                  <a:lnTo>
                    <a:pt x="1766323" y="3693353"/>
                  </a:lnTo>
                  <a:lnTo>
                    <a:pt x="1766449" y="3693353"/>
                  </a:lnTo>
                  <a:lnTo>
                    <a:pt x="1766575" y="3693353"/>
                  </a:lnTo>
                  <a:lnTo>
                    <a:pt x="1766701" y="3693353"/>
                  </a:lnTo>
                  <a:lnTo>
                    <a:pt x="1766828" y="3693353"/>
                  </a:lnTo>
                  <a:lnTo>
                    <a:pt x="1766954" y="3693353"/>
                  </a:lnTo>
                  <a:lnTo>
                    <a:pt x="1767080" y="3693353"/>
                  </a:lnTo>
                  <a:lnTo>
                    <a:pt x="1767206" y="3693353"/>
                  </a:lnTo>
                  <a:lnTo>
                    <a:pt x="1767333" y="3693353"/>
                  </a:lnTo>
                  <a:lnTo>
                    <a:pt x="1767459" y="3693353"/>
                  </a:lnTo>
                  <a:lnTo>
                    <a:pt x="1767585" y="3693353"/>
                  </a:lnTo>
                  <a:lnTo>
                    <a:pt x="1767711" y="3693353"/>
                  </a:lnTo>
                  <a:lnTo>
                    <a:pt x="1767838" y="3693353"/>
                  </a:lnTo>
                  <a:lnTo>
                    <a:pt x="1767964" y="3693353"/>
                  </a:lnTo>
                  <a:lnTo>
                    <a:pt x="1768090" y="3693353"/>
                  </a:lnTo>
                  <a:lnTo>
                    <a:pt x="1768217" y="3693353"/>
                  </a:lnTo>
                  <a:lnTo>
                    <a:pt x="1768343" y="3693353"/>
                  </a:lnTo>
                  <a:lnTo>
                    <a:pt x="1768469" y="3693353"/>
                  </a:lnTo>
                  <a:lnTo>
                    <a:pt x="1768595" y="3693353"/>
                  </a:lnTo>
                  <a:lnTo>
                    <a:pt x="1768722" y="3693353"/>
                  </a:lnTo>
                  <a:lnTo>
                    <a:pt x="1768848" y="3693353"/>
                  </a:lnTo>
                  <a:lnTo>
                    <a:pt x="1768974" y="3693353"/>
                  </a:lnTo>
                  <a:lnTo>
                    <a:pt x="1769100" y="3693353"/>
                  </a:lnTo>
                  <a:lnTo>
                    <a:pt x="1769227" y="3693353"/>
                  </a:lnTo>
                  <a:lnTo>
                    <a:pt x="1769353" y="3693353"/>
                  </a:lnTo>
                  <a:lnTo>
                    <a:pt x="1769479" y="3693353"/>
                  </a:lnTo>
                  <a:lnTo>
                    <a:pt x="1769605" y="3693353"/>
                  </a:lnTo>
                  <a:lnTo>
                    <a:pt x="1769732" y="3693353"/>
                  </a:lnTo>
                  <a:lnTo>
                    <a:pt x="1769858" y="3693353"/>
                  </a:lnTo>
                  <a:lnTo>
                    <a:pt x="1769984" y="3693353"/>
                  </a:lnTo>
                  <a:lnTo>
                    <a:pt x="1770110" y="3693353"/>
                  </a:lnTo>
                  <a:lnTo>
                    <a:pt x="1770237" y="3693353"/>
                  </a:lnTo>
                  <a:lnTo>
                    <a:pt x="1770363" y="3693353"/>
                  </a:lnTo>
                  <a:lnTo>
                    <a:pt x="1770489" y="3693353"/>
                  </a:lnTo>
                  <a:lnTo>
                    <a:pt x="1770615" y="3693353"/>
                  </a:lnTo>
                  <a:lnTo>
                    <a:pt x="1770742" y="3693353"/>
                  </a:lnTo>
                  <a:lnTo>
                    <a:pt x="1770868" y="3693353"/>
                  </a:lnTo>
                  <a:lnTo>
                    <a:pt x="1770994" y="3693353"/>
                  </a:lnTo>
                  <a:lnTo>
                    <a:pt x="1771120" y="3693353"/>
                  </a:lnTo>
                  <a:lnTo>
                    <a:pt x="1771247" y="3693353"/>
                  </a:lnTo>
                  <a:lnTo>
                    <a:pt x="1771373" y="3693353"/>
                  </a:lnTo>
                  <a:lnTo>
                    <a:pt x="1771499" y="3693353"/>
                  </a:lnTo>
                  <a:lnTo>
                    <a:pt x="1771625" y="3693353"/>
                  </a:lnTo>
                  <a:lnTo>
                    <a:pt x="1771752" y="3693353"/>
                  </a:lnTo>
                  <a:lnTo>
                    <a:pt x="1771878" y="3693353"/>
                  </a:lnTo>
                  <a:lnTo>
                    <a:pt x="1772004" y="3693353"/>
                  </a:lnTo>
                  <a:lnTo>
                    <a:pt x="1772130" y="3693353"/>
                  </a:lnTo>
                  <a:lnTo>
                    <a:pt x="1772257" y="3693353"/>
                  </a:lnTo>
                  <a:lnTo>
                    <a:pt x="1772383" y="3693353"/>
                  </a:lnTo>
                  <a:lnTo>
                    <a:pt x="1772509" y="3693353"/>
                  </a:lnTo>
                  <a:lnTo>
                    <a:pt x="1772635" y="3693353"/>
                  </a:lnTo>
                  <a:lnTo>
                    <a:pt x="1772762" y="3693353"/>
                  </a:lnTo>
                  <a:lnTo>
                    <a:pt x="1772888" y="3693353"/>
                  </a:lnTo>
                  <a:lnTo>
                    <a:pt x="1773014" y="3693353"/>
                  </a:lnTo>
                  <a:lnTo>
                    <a:pt x="1773140" y="3693353"/>
                  </a:lnTo>
                  <a:lnTo>
                    <a:pt x="1773267" y="3693353"/>
                  </a:lnTo>
                  <a:lnTo>
                    <a:pt x="1773393" y="3693353"/>
                  </a:lnTo>
                  <a:lnTo>
                    <a:pt x="1773393" y="3688442"/>
                  </a:lnTo>
                  <a:lnTo>
                    <a:pt x="1773519" y="3688442"/>
                  </a:lnTo>
                  <a:lnTo>
                    <a:pt x="1773646" y="3688442"/>
                  </a:lnTo>
                  <a:lnTo>
                    <a:pt x="1773772" y="3688442"/>
                  </a:lnTo>
                  <a:lnTo>
                    <a:pt x="1773898" y="3688442"/>
                  </a:lnTo>
                  <a:lnTo>
                    <a:pt x="1774024" y="3688442"/>
                  </a:lnTo>
                  <a:lnTo>
                    <a:pt x="1774151" y="3688442"/>
                  </a:lnTo>
                  <a:lnTo>
                    <a:pt x="1774277" y="3688442"/>
                  </a:lnTo>
                  <a:lnTo>
                    <a:pt x="1774403" y="3688442"/>
                  </a:lnTo>
                  <a:lnTo>
                    <a:pt x="1774529" y="3688442"/>
                  </a:lnTo>
                  <a:lnTo>
                    <a:pt x="1774656" y="3688442"/>
                  </a:lnTo>
                  <a:lnTo>
                    <a:pt x="1774782" y="3688442"/>
                  </a:lnTo>
                  <a:lnTo>
                    <a:pt x="1774908" y="3688442"/>
                  </a:lnTo>
                  <a:lnTo>
                    <a:pt x="1775034" y="3688442"/>
                  </a:lnTo>
                  <a:lnTo>
                    <a:pt x="1775161" y="3688442"/>
                  </a:lnTo>
                  <a:lnTo>
                    <a:pt x="1775287" y="3688442"/>
                  </a:lnTo>
                  <a:lnTo>
                    <a:pt x="1775413" y="3688442"/>
                  </a:lnTo>
                  <a:lnTo>
                    <a:pt x="1775539" y="3688442"/>
                  </a:lnTo>
                  <a:lnTo>
                    <a:pt x="1775666" y="3688442"/>
                  </a:lnTo>
                  <a:lnTo>
                    <a:pt x="1775792" y="3688442"/>
                  </a:lnTo>
                  <a:lnTo>
                    <a:pt x="1775918" y="3688442"/>
                  </a:lnTo>
                  <a:lnTo>
                    <a:pt x="1776044" y="3688442"/>
                  </a:lnTo>
                  <a:lnTo>
                    <a:pt x="1776171" y="3688442"/>
                  </a:lnTo>
                  <a:lnTo>
                    <a:pt x="1776297" y="3688442"/>
                  </a:lnTo>
                  <a:lnTo>
                    <a:pt x="1776423" y="3688442"/>
                  </a:lnTo>
                  <a:lnTo>
                    <a:pt x="1776549" y="3688442"/>
                  </a:lnTo>
                  <a:lnTo>
                    <a:pt x="1776676" y="3688442"/>
                  </a:lnTo>
                  <a:lnTo>
                    <a:pt x="1776802" y="3688442"/>
                  </a:lnTo>
                  <a:lnTo>
                    <a:pt x="1776928" y="3688442"/>
                  </a:lnTo>
                  <a:lnTo>
                    <a:pt x="1777054" y="3688442"/>
                  </a:lnTo>
                  <a:lnTo>
                    <a:pt x="1777181" y="3688442"/>
                  </a:lnTo>
                  <a:lnTo>
                    <a:pt x="1777307" y="3688442"/>
                  </a:lnTo>
                  <a:lnTo>
                    <a:pt x="1777433" y="3688442"/>
                  </a:lnTo>
                  <a:lnTo>
                    <a:pt x="1777559" y="3688442"/>
                  </a:lnTo>
                  <a:lnTo>
                    <a:pt x="1777686" y="3688442"/>
                  </a:lnTo>
                  <a:lnTo>
                    <a:pt x="1777812" y="3688442"/>
                  </a:lnTo>
                  <a:lnTo>
                    <a:pt x="1777938" y="3688442"/>
                  </a:lnTo>
                  <a:lnTo>
                    <a:pt x="1777938" y="3683531"/>
                  </a:lnTo>
                  <a:lnTo>
                    <a:pt x="1778064" y="3683531"/>
                  </a:lnTo>
                  <a:lnTo>
                    <a:pt x="1778191" y="3683531"/>
                  </a:lnTo>
                  <a:lnTo>
                    <a:pt x="1778317" y="3683531"/>
                  </a:lnTo>
                  <a:lnTo>
                    <a:pt x="1778443" y="3683531"/>
                  </a:lnTo>
                  <a:lnTo>
                    <a:pt x="1778570" y="3683531"/>
                  </a:lnTo>
                  <a:lnTo>
                    <a:pt x="1778696" y="3683531"/>
                  </a:lnTo>
                  <a:lnTo>
                    <a:pt x="1778822" y="3683531"/>
                  </a:lnTo>
                  <a:lnTo>
                    <a:pt x="1778948" y="3683531"/>
                  </a:lnTo>
                  <a:lnTo>
                    <a:pt x="1779075" y="3683531"/>
                  </a:lnTo>
                  <a:lnTo>
                    <a:pt x="1779201" y="3683531"/>
                  </a:lnTo>
                  <a:lnTo>
                    <a:pt x="1779327" y="3683531"/>
                  </a:lnTo>
                  <a:lnTo>
                    <a:pt x="1779453" y="3683531"/>
                  </a:lnTo>
                  <a:lnTo>
                    <a:pt x="1779580" y="3683531"/>
                  </a:lnTo>
                  <a:lnTo>
                    <a:pt x="1779580" y="3678619"/>
                  </a:lnTo>
                  <a:lnTo>
                    <a:pt x="1779706" y="3678619"/>
                  </a:lnTo>
                  <a:lnTo>
                    <a:pt x="1779832" y="3678619"/>
                  </a:lnTo>
                  <a:lnTo>
                    <a:pt x="1779958" y="3678619"/>
                  </a:lnTo>
                  <a:lnTo>
                    <a:pt x="1780085" y="3678619"/>
                  </a:lnTo>
                  <a:lnTo>
                    <a:pt x="1780211" y="3678619"/>
                  </a:lnTo>
                  <a:lnTo>
                    <a:pt x="1780337" y="3678619"/>
                  </a:lnTo>
                  <a:lnTo>
                    <a:pt x="1780463" y="3678619"/>
                  </a:lnTo>
                  <a:lnTo>
                    <a:pt x="1780590" y="3678619"/>
                  </a:lnTo>
                  <a:lnTo>
                    <a:pt x="1780716" y="3678619"/>
                  </a:lnTo>
                  <a:lnTo>
                    <a:pt x="1780842" y="3678619"/>
                  </a:lnTo>
                  <a:lnTo>
                    <a:pt x="1780968" y="3678619"/>
                  </a:lnTo>
                  <a:lnTo>
                    <a:pt x="1781095" y="3678619"/>
                  </a:lnTo>
                  <a:lnTo>
                    <a:pt x="1781221" y="3678619"/>
                  </a:lnTo>
                  <a:lnTo>
                    <a:pt x="1781347" y="3678619"/>
                  </a:lnTo>
                  <a:lnTo>
                    <a:pt x="1781473" y="3678619"/>
                  </a:lnTo>
                  <a:lnTo>
                    <a:pt x="1781600" y="3678619"/>
                  </a:lnTo>
                  <a:lnTo>
                    <a:pt x="1781726" y="3678619"/>
                  </a:lnTo>
                  <a:lnTo>
                    <a:pt x="1781852" y="3678619"/>
                  </a:lnTo>
                  <a:lnTo>
                    <a:pt x="1781978" y="3678619"/>
                  </a:lnTo>
                  <a:lnTo>
                    <a:pt x="1782105" y="3678619"/>
                  </a:lnTo>
                  <a:lnTo>
                    <a:pt x="1782231" y="3678619"/>
                  </a:lnTo>
                  <a:lnTo>
                    <a:pt x="1782357" y="3678619"/>
                  </a:lnTo>
                  <a:lnTo>
                    <a:pt x="1782483" y="3678619"/>
                  </a:lnTo>
                  <a:lnTo>
                    <a:pt x="1782610" y="3678619"/>
                  </a:lnTo>
                  <a:lnTo>
                    <a:pt x="1782736" y="3678619"/>
                  </a:lnTo>
                  <a:lnTo>
                    <a:pt x="1782862" y="3678619"/>
                  </a:lnTo>
                  <a:lnTo>
                    <a:pt x="1782988" y="3678619"/>
                  </a:lnTo>
                  <a:lnTo>
                    <a:pt x="1783115" y="3678619"/>
                  </a:lnTo>
                  <a:lnTo>
                    <a:pt x="1783241" y="3678619"/>
                  </a:lnTo>
                  <a:lnTo>
                    <a:pt x="1783367" y="3678619"/>
                  </a:lnTo>
                  <a:lnTo>
                    <a:pt x="1783494" y="3678619"/>
                  </a:lnTo>
                  <a:lnTo>
                    <a:pt x="1783620" y="3678619"/>
                  </a:lnTo>
                  <a:lnTo>
                    <a:pt x="1783746" y="3678619"/>
                  </a:lnTo>
                  <a:lnTo>
                    <a:pt x="1783872" y="3678619"/>
                  </a:lnTo>
                  <a:lnTo>
                    <a:pt x="1783872" y="3673708"/>
                  </a:lnTo>
                  <a:lnTo>
                    <a:pt x="1783999" y="3673708"/>
                  </a:lnTo>
                  <a:lnTo>
                    <a:pt x="1784125" y="3673708"/>
                  </a:lnTo>
                  <a:lnTo>
                    <a:pt x="1784251" y="3673708"/>
                  </a:lnTo>
                  <a:lnTo>
                    <a:pt x="1784377" y="3673708"/>
                  </a:lnTo>
                  <a:lnTo>
                    <a:pt x="1784504" y="3673708"/>
                  </a:lnTo>
                  <a:lnTo>
                    <a:pt x="1784630" y="3673708"/>
                  </a:lnTo>
                  <a:lnTo>
                    <a:pt x="1784756" y="3673708"/>
                  </a:lnTo>
                  <a:lnTo>
                    <a:pt x="1784882" y="3673708"/>
                  </a:lnTo>
                  <a:lnTo>
                    <a:pt x="1785009" y="3673708"/>
                  </a:lnTo>
                  <a:lnTo>
                    <a:pt x="1785135" y="3673708"/>
                  </a:lnTo>
                  <a:lnTo>
                    <a:pt x="1785261" y="3673708"/>
                  </a:lnTo>
                  <a:lnTo>
                    <a:pt x="1785387" y="3673708"/>
                  </a:lnTo>
                  <a:lnTo>
                    <a:pt x="1785514" y="3673708"/>
                  </a:lnTo>
                  <a:lnTo>
                    <a:pt x="1785640" y="3673708"/>
                  </a:lnTo>
                  <a:lnTo>
                    <a:pt x="1785640" y="3668797"/>
                  </a:lnTo>
                  <a:lnTo>
                    <a:pt x="1785766" y="3668797"/>
                  </a:lnTo>
                  <a:lnTo>
                    <a:pt x="1785892" y="3668797"/>
                  </a:lnTo>
                  <a:lnTo>
                    <a:pt x="1786019" y="3668797"/>
                  </a:lnTo>
                  <a:lnTo>
                    <a:pt x="1786145" y="3668797"/>
                  </a:lnTo>
                  <a:lnTo>
                    <a:pt x="1786145" y="3663885"/>
                  </a:lnTo>
                  <a:lnTo>
                    <a:pt x="1786271" y="3663885"/>
                  </a:lnTo>
                  <a:lnTo>
                    <a:pt x="1786397" y="3663885"/>
                  </a:lnTo>
                  <a:lnTo>
                    <a:pt x="1786524" y="3663885"/>
                  </a:lnTo>
                  <a:lnTo>
                    <a:pt x="1786650" y="3663885"/>
                  </a:lnTo>
                  <a:lnTo>
                    <a:pt x="1786650" y="3658974"/>
                  </a:lnTo>
                  <a:lnTo>
                    <a:pt x="1786776" y="3658974"/>
                  </a:lnTo>
                  <a:lnTo>
                    <a:pt x="1786902" y="3658974"/>
                  </a:lnTo>
                  <a:lnTo>
                    <a:pt x="1787029" y="3658974"/>
                  </a:lnTo>
                  <a:lnTo>
                    <a:pt x="1787155" y="3658974"/>
                  </a:lnTo>
                  <a:lnTo>
                    <a:pt x="1787281" y="3658974"/>
                  </a:lnTo>
                  <a:lnTo>
                    <a:pt x="1787407" y="3658974"/>
                  </a:lnTo>
                  <a:lnTo>
                    <a:pt x="1787534" y="3658974"/>
                  </a:lnTo>
                  <a:lnTo>
                    <a:pt x="1787660" y="3658974"/>
                  </a:lnTo>
                  <a:lnTo>
                    <a:pt x="1787786" y="3658974"/>
                  </a:lnTo>
                  <a:lnTo>
                    <a:pt x="1787912" y="3658974"/>
                  </a:lnTo>
                  <a:lnTo>
                    <a:pt x="1788039" y="3658974"/>
                  </a:lnTo>
                  <a:lnTo>
                    <a:pt x="1788165" y="3658974"/>
                  </a:lnTo>
                  <a:lnTo>
                    <a:pt x="1788291" y="3658974"/>
                  </a:lnTo>
                  <a:lnTo>
                    <a:pt x="1788417" y="3658974"/>
                  </a:lnTo>
                  <a:lnTo>
                    <a:pt x="1788544" y="3658974"/>
                  </a:lnTo>
                  <a:lnTo>
                    <a:pt x="1788670" y="3658974"/>
                  </a:lnTo>
                  <a:lnTo>
                    <a:pt x="1788796" y="3658974"/>
                  </a:lnTo>
                  <a:lnTo>
                    <a:pt x="1788923" y="3658974"/>
                  </a:lnTo>
                  <a:lnTo>
                    <a:pt x="1789049" y="3658974"/>
                  </a:lnTo>
                  <a:lnTo>
                    <a:pt x="1789175" y="3658974"/>
                  </a:lnTo>
                  <a:lnTo>
                    <a:pt x="1789301" y="3658974"/>
                  </a:lnTo>
                  <a:lnTo>
                    <a:pt x="1789428" y="3658974"/>
                  </a:lnTo>
                  <a:lnTo>
                    <a:pt x="1789554" y="3658974"/>
                  </a:lnTo>
                  <a:lnTo>
                    <a:pt x="1789680" y="3658974"/>
                  </a:lnTo>
                  <a:lnTo>
                    <a:pt x="1789806" y="3658974"/>
                  </a:lnTo>
                  <a:lnTo>
                    <a:pt x="1789933" y="3658974"/>
                  </a:lnTo>
                  <a:lnTo>
                    <a:pt x="1790059" y="3658974"/>
                  </a:lnTo>
                  <a:lnTo>
                    <a:pt x="1790185" y="3658974"/>
                  </a:lnTo>
                  <a:lnTo>
                    <a:pt x="1790311" y="3658974"/>
                  </a:lnTo>
                  <a:lnTo>
                    <a:pt x="1790438" y="3658974"/>
                  </a:lnTo>
                  <a:lnTo>
                    <a:pt x="1790564" y="3658974"/>
                  </a:lnTo>
                  <a:lnTo>
                    <a:pt x="1790690" y="3658974"/>
                  </a:lnTo>
                  <a:lnTo>
                    <a:pt x="1790816" y="3658974"/>
                  </a:lnTo>
                  <a:lnTo>
                    <a:pt x="1790943" y="3658974"/>
                  </a:lnTo>
                  <a:lnTo>
                    <a:pt x="1791069" y="3658974"/>
                  </a:lnTo>
                  <a:lnTo>
                    <a:pt x="1791195" y="3658974"/>
                  </a:lnTo>
                  <a:lnTo>
                    <a:pt x="1791321" y="3658974"/>
                  </a:lnTo>
                  <a:lnTo>
                    <a:pt x="1791448" y="3658974"/>
                  </a:lnTo>
                  <a:lnTo>
                    <a:pt x="1791574" y="3658974"/>
                  </a:lnTo>
                  <a:lnTo>
                    <a:pt x="1791700" y="3658974"/>
                  </a:lnTo>
                  <a:lnTo>
                    <a:pt x="1791826" y="3658974"/>
                  </a:lnTo>
                  <a:lnTo>
                    <a:pt x="1791953" y="3658974"/>
                  </a:lnTo>
                  <a:lnTo>
                    <a:pt x="1792079" y="3658974"/>
                  </a:lnTo>
                  <a:lnTo>
                    <a:pt x="1792205" y="3658974"/>
                  </a:lnTo>
                  <a:lnTo>
                    <a:pt x="1792331" y="3658974"/>
                  </a:lnTo>
                  <a:lnTo>
                    <a:pt x="1792458" y="3658974"/>
                  </a:lnTo>
                  <a:lnTo>
                    <a:pt x="1792584" y="3658974"/>
                  </a:lnTo>
                  <a:lnTo>
                    <a:pt x="1792710" y="3658974"/>
                  </a:lnTo>
                  <a:lnTo>
                    <a:pt x="1792836" y="3658974"/>
                  </a:lnTo>
                  <a:lnTo>
                    <a:pt x="1792963" y="3658974"/>
                  </a:lnTo>
                  <a:lnTo>
                    <a:pt x="1792963" y="3654062"/>
                  </a:lnTo>
                  <a:lnTo>
                    <a:pt x="1793089" y="3654062"/>
                  </a:lnTo>
                  <a:lnTo>
                    <a:pt x="1793089" y="3649151"/>
                  </a:lnTo>
                  <a:lnTo>
                    <a:pt x="1793215" y="3649151"/>
                  </a:lnTo>
                  <a:lnTo>
                    <a:pt x="1793341" y="3649151"/>
                  </a:lnTo>
                  <a:lnTo>
                    <a:pt x="1793468" y="3649151"/>
                  </a:lnTo>
                  <a:lnTo>
                    <a:pt x="1793594" y="3649151"/>
                  </a:lnTo>
                  <a:lnTo>
                    <a:pt x="1793720" y="3649151"/>
                  </a:lnTo>
                  <a:lnTo>
                    <a:pt x="1793847" y="3649151"/>
                  </a:lnTo>
                  <a:lnTo>
                    <a:pt x="1793973" y="3649151"/>
                  </a:lnTo>
                  <a:lnTo>
                    <a:pt x="1794099" y="3649151"/>
                  </a:lnTo>
                  <a:lnTo>
                    <a:pt x="1794225" y="3649151"/>
                  </a:lnTo>
                  <a:lnTo>
                    <a:pt x="1794352" y="3649151"/>
                  </a:lnTo>
                  <a:lnTo>
                    <a:pt x="1794478" y="3649151"/>
                  </a:lnTo>
                  <a:lnTo>
                    <a:pt x="1794604" y="3649151"/>
                  </a:lnTo>
                  <a:lnTo>
                    <a:pt x="1794730" y="3649151"/>
                  </a:lnTo>
                  <a:lnTo>
                    <a:pt x="1794857" y="3649151"/>
                  </a:lnTo>
                  <a:lnTo>
                    <a:pt x="1794983" y="3649151"/>
                  </a:lnTo>
                  <a:lnTo>
                    <a:pt x="1795109" y="3649151"/>
                  </a:lnTo>
                  <a:lnTo>
                    <a:pt x="1795235" y="3649151"/>
                  </a:lnTo>
                  <a:lnTo>
                    <a:pt x="1795362" y="3649151"/>
                  </a:lnTo>
                  <a:lnTo>
                    <a:pt x="1795488" y="3649151"/>
                  </a:lnTo>
                  <a:lnTo>
                    <a:pt x="1795488" y="3644240"/>
                  </a:lnTo>
                  <a:lnTo>
                    <a:pt x="1795614" y="3644240"/>
                  </a:lnTo>
                  <a:lnTo>
                    <a:pt x="1795740" y="3644240"/>
                  </a:lnTo>
                  <a:lnTo>
                    <a:pt x="1795867" y="3644240"/>
                  </a:lnTo>
                  <a:lnTo>
                    <a:pt x="1795993" y="3644240"/>
                  </a:lnTo>
                  <a:lnTo>
                    <a:pt x="1796119" y="3644240"/>
                  </a:lnTo>
                  <a:lnTo>
                    <a:pt x="1796245" y="3644240"/>
                  </a:lnTo>
                  <a:lnTo>
                    <a:pt x="1796372" y="3644240"/>
                  </a:lnTo>
                  <a:lnTo>
                    <a:pt x="1796498" y="3644240"/>
                  </a:lnTo>
                  <a:lnTo>
                    <a:pt x="1796624" y="3644240"/>
                  </a:lnTo>
                  <a:lnTo>
                    <a:pt x="1796750" y="3644240"/>
                  </a:lnTo>
                  <a:lnTo>
                    <a:pt x="1796877" y="3644240"/>
                  </a:lnTo>
                  <a:lnTo>
                    <a:pt x="1797003" y="3644240"/>
                  </a:lnTo>
                  <a:lnTo>
                    <a:pt x="1797129" y="3644240"/>
                  </a:lnTo>
                  <a:lnTo>
                    <a:pt x="1797255" y="3644240"/>
                  </a:lnTo>
                  <a:lnTo>
                    <a:pt x="1797382" y="3644240"/>
                  </a:lnTo>
                  <a:lnTo>
                    <a:pt x="1797508" y="3644240"/>
                  </a:lnTo>
                  <a:lnTo>
                    <a:pt x="1797634" y="3644240"/>
                  </a:lnTo>
                  <a:lnTo>
                    <a:pt x="1797760" y="3644240"/>
                  </a:lnTo>
                  <a:lnTo>
                    <a:pt x="1797887" y="3644240"/>
                  </a:lnTo>
                  <a:lnTo>
                    <a:pt x="1798013" y="3644240"/>
                  </a:lnTo>
                  <a:lnTo>
                    <a:pt x="1798139" y="3644240"/>
                  </a:lnTo>
                  <a:lnTo>
                    <a:pt x="1798265" y="3644240"/>
                  </a:lnTo>
                  <a:lnTo>
                    <a:pt x="1798392" y="3644240"/>
                  </a:lnTo>
                  <a:lnTo>
                    <a:pt x="1798518" y="3644240"/>
                  </a:lnTo>
                  <a:lnTo>
                    <a:pt x="1798644" y="3644240"/>
                  </a:lnTo>
                  <a:lnTo>
                    <a:pt x="1798644" y="3639328"/>
                  </a:lnTo>
                  <a:lnTo>
                    <a:pt x="1798770" y="3639328"/>
                  </a:lnTo>
                  <a:lnTo>
                    <a:pt x="1798897" y="3639328"/>
                  </a:lnTo>
                  <a:lnTo>
                    <a:pt x="1799023" y="3639328"/>
                  </a:lnTo>
                  <a:lnTo>
                    <a:pt x="1799149" y="3639328"/>
                  </a:lnTo>
                  <a:lnTo>
                    <a:pt x="1799276" y="3639328"/>
                  </a:lnTo>
                  <a:lnTo>
                    <a:pt x="1799402" y="3639328"/>
                  </a:lnTo>
                  <a:lnTo>
                    <a:pt x="1799528" y="3639328"/>
                  </a:lnTo>
                  <a:lnTo>
                    <a:pt x="1799654" y="3639328"/>
                  </a:lnTo>
                  <a:lnTo>
                    <a:pt x="1799781" y="3639328"/>
                  </a:lnTo>
                  <a:lnTo>
                    <a:pt x="1799907" y="3639328"/>
                  </a:lnTo>
                  <a:lnTo>
                    <a:pt x="1799907" y="3634417"/>
                  </a:lnTo>
                  <a:lnTo>
                    <a:pt x="1800033" y="3634417"/>
                  </a:lnTo>
                  <a:lnTo>
                    <a:pt x="1800159" y="3634417"/>
                  </a:lnTo>
                  <a:lnTo>
                    <a:pt x="1800286" y="3634417"/>
                  </a:lnTo>
                  <a:lnTo>
                    <a:pt x="1800412" y="3634417"/>
                  </a:lnTo>
                  <a:lnTo>
                    <a:pt x="1800538" y="3634417"/>
                  </a:lnTo>
                  <a:lnTo>
                    <a:pt x="1800664" y="3634417"/>
                  </a:lnTo>
                  <a:lnTo>
                    <a:pt x="1800791" y="3634417"/>
                  </a:lnTo>
                  <a:lnTo>
                    <a:pt x="1800917" y="3634417"/>
                  </a:lnTo>
                  <a:lnTo>
                    <a:pt x="1801043" y="3634417"/>
                  </a:lnTo>
                  <a:lnTo>
                    <a:pt x="1801169" y="3634417"/>
                  </a:lnTo>
                  <a:lnTo>
                    <a:pt x="1801296" y="3634417"/>
                  </a:lnTo>
                  <a:lnTo>
                    <a:pt x="1801422" y="3634417"/>
                  </a:lnTo>
                  <a:lnTo>
                    <a:pt x="1801548" y="3634417"/>
                  </a:lnTo>
                  <a:lnTo>
                    <a:pt x="1801674" y="3634417"/>
                  </a:lnTo>
                  <a:lnTo>
                    <a:pt x="1801801" y="3634417"/>
                  </a:lnTo>
                  <a:lnTo>
                    <a:pt x="1801927" y="3634417"/>
                  </a:lnTo>
                  <a:lnTo>
                    <a:pt x="1802053" y="3634417"/>
                  </a:lnTo>
                  <a:lnTo>
                    <a:pt x="1802179" y="3634417"/>
                  </a:lnTo>
                  <a:lnTo>
                    <a:pt x="1802306" y="3634417"/>
                  </a:lnTo>
                  <a:lnTo>
                    <a:pt x="1802432" y="3634417"/>
                  </a:lnTo>
                  <a:lnTo>
                    <a:pt x="1802558" y="3634417"/>
                  </a:lnTo>
                  <a:lnTo>
                    <a:pt x="1802684" y="3634417"/>
                  </a:lnTo>
                  <a:lnTo>
                    <a:pt x="1802811" y="3634417"/>
                  </a:lnTo>
                  <a:lnTo>
                    <a:pt x="1802937" y="3634417"/>
                  </a:lnTo>
                  <a:lnTo>
                    <a:pt x="1803063" y="3634417"/>
                  </a:lnTo>
                  <a:lnTo>
                    <a:pt x="1803189" y="3634417"/>
                  </a:lnTo>
                  <a:lnTo>
                    <a:pt x="1803316" y="3634417"/>
                  </a:lnTo>
                  <a:lnTo>
                    <a:pt x="1803442" y="3634417"/>
                  </a:lnTo>
                  <a:lnTo>
                    <a:pt x="1803568" y="3634417"/>
                  </a:lnTo>
                  <a:lnTo>
                    <a:pt x="1803694" y="3634417"/>
                  </a:lnTo>
                  <a:lnTo>
                    <a:pt x="1803821" y="3634417"/>
                  </a:lnTo>
                  <a:lnTo>
                    <a:pt x="1803947" y="3634417"/>
                  </a:lnTo>
                  <a:lnTo>
                    <a:pt x="1804073" y="3634417"/>
                  </a:lnTo>
                  <a:lnTo>
                    <a:pt x="1804200" y="3634417"/>
                  </a:lnTo>
                  <a:lnTo>
                    <a:pt x="1804326" y="3634417"/>
                  </a:lnTo>
                  <a:lnTo>
                    <a:pt x="1804452" y="3634417"/>
                  </a:lnTo>
                  <a:lnTo>
                    <a:pt x="1804578" y="3634417"/>
                  </a:lnTo>
                  <a:lnTo>
                    <a:pt x="1804705" y="3634417"/>
                  </a:lnTo>
                  <a:lnTo>
                    <a:pt x="1804831" y="3634417"/>
                  </a:lnTo>
                  <a:lnTo>
                    <a:pt x="1804957" y="3634417"/>
                  </a:lnTo>
                  <a:lnTo>
                    <a:pt x="1804957" y="3629506"/>
                  </a:lnTo>
                  <a:lnTo>
                    <a:pt x="1805083" y="3629506"/>
                  </a:lnTo>
                  <a:lnTo>
                    <a:pt x="1805210" y="3629506"/>
                  </a:lnTo>
                  <a:lnTo>
                    <a:pt x="1805336" y="3629506"/>
                  </a:lnTo>
                  <a:lnTo>
                    <a:pt x="1805462" y="3629506"/>
                  </a:lnTo>
                  <a:lnTo>
                    <a:pt x="1805588" y="3629506"/>
                  </a:lnTo>
                  <a:lnTo>
                    <a:pt x="1805715" y="3629506"/>
                  </a:lnTo>
                  <a:lnTo>
                    <a:pt x="1805841" y="3629506"/>
                  </a:lnTo>
                  <a:lnTo>
                    <a:pt x="1805967" y="3629506"/>
                  </a:lnTo>
                  <a:lnTo>
                    <a:pt x="1806093" y="3629506"/>
                  </a:lnTo>
                  <a:lnTo>
                    <a:pt x="1806220" y="3629506"/>
                  </a:lnTo>
                  <a:lnTo>
                    <a:pt x="1806346" y="3629506"/>
                  </a:lnTo>
                  <a:lnTo>
                    <a:pt x="1806472" y="3629506"/>
                  </a:lnTo>
                  <a:lnTo>
                    <a:pt x="1806598" y="3629506"/>
                  </a:lnTo>
                  <a:lnTo>
                    <a:pt x="1806725" y="3629506"/>
                  </a:lnTo>
                  <a:lnTo>
                    <a:pt x="1806851" y="3629506"/>
                  </a:lnTo>
                  <a:lnTo>
                    <a:pt x="1806977" y="3629506"/>
                  </a:lnTo>
                  <a:lnTo>
                    <a:pt x="1807103" y="3629506"/>
                  </a:lnTo>
                  <a:lnTo>
                    <a:pt x="1807230" y="3629506"/>
                  </a:lnTo>
                  <a:lnTo>
                    <a:pt x="1807356" y="3629506"/>
                  </a:lnTo>
                  <a:lnTo>
                    <a:pt x="1807482" y="3629506"/>
                  </a:lnTo>
                  <a:lnTo>
                    <a:pt x="1807608" y="3629506"/>
                  </a:lnTo>
                  <a:lnTo>
                    <a:pt x="1807735" y="3629506"/>
                  </a:lnTo>
                  <a:lnTo>
                    <a:pt x="1807861" y="3629506"/>
                  </a:lnTo>
                  <a:lnTo>
                    <a:pt x="1807987" y="3629506"/>
                  </a:lnTo>
                  <a:lnTo>
                    <a:pt x="1808113" y="3629506"/>
                  </a:lnTo>
                  <a:lnTo>
                    <a:pt x="1808240" y="3629506"/>
                  </a:lnTo>
                  <a:lnTo>
                    <a:pt x="1808366" y="3629506"/>
                  </a:lnTo>
                  <a:lnTo>
                    <a:pt x="1808492" y="3629506"/>
                  </a:lnTo>
                  <a:lnTo>
                    <a:pt x="1808618" y="3629506"/>
                  </a:lnTo>
                  <a:lnTo>
                    <a:pt x="1808618" y="3624594"/>
                  </a:lnTo>
                  <a:lnTo>
                    <a:pt x="1808745" y="3624594"/>
                  </a:lnTo>
                  <a:lnTo>
                    <a:pt x="1808871" y="3624594"/>
                  </a:lnTo>
                  <a:lnTo>
                    <a:pt x="1808997" y="3624594"/>
                  </a:lnTo>
                  <a:lnTo>
                    <a:pt x="1809123" y="3624594"/>
                  </a:lnTo>
                  <a:lnTo>
                    <a:pt x="1809250" y="3624594"/>
                  </a:lnTo>
                  <a:lnTo>
                    <a:pt x="1809376" y="3624594"/>
                  </a:lnTo>
                  <a:lnTo>
                    <a:pt x="1809502" y="3624594"/>
                  </a:lnTo>
                  <a:lnTo>
                    <a:pt x="1809629" y="3624594"/>
                  </a:lnTo>
                  <a:lnTo>
                    <a:pt x="1809755" y="3624594"/>
                  </a:lnTo>
                  <a:lnTo>
                    <a:pt x="1809881" y="3624594"/>
                  </a:lnTo>
                  <a:lnTo>
                    <a:pt x="1810007" y="3624594"/>
                  </a:lnTo>
                  <a:lnTo>
                    <a:pt x="1810134" y="3624594"/>
                  </a:lnTo>
                  <a:lnTo>
                    <a:pt x="1810260" y="3624594"/>
                  </a:lnTo>
                  <a:lnTo>
                    <a:pt x="1810386" y="3624594"/>
                  </a:lnTo>
                  <a:lnTo>
                    <a:pt x="1810512" y="3624594"/>
                  </a:lnTo>
                  <a:lnTo>
                    <a:pt x="1810639" y="3624594"/>
                  </a:lnTo>
                  <a:lnTo>
                    <a:pt x="1810639" y="3619683"/>
                  </a:lnTo>
                  <a:lnTo>
                    <a:pt x="1810765" y="3619683"/>
                  </a:lnTo>
                  <a:lnTo>
                    <a:pt x="1810891" y="3619683"/>
                  </a:lnTo>
                  <a:lnTo>
                    <a:pt x="1811017" y="3619683"/>
                  </a:lnTo>
                  <a:lnTo>
                    <a:pt x="1811144" y="3619683"/>
                  </a:lnTo>
                  <a:lnTo>
                    <a:pt x="1811270" y="3619683"/>
                  </a:lnTo>
                  <a:lnTo>
                    <a:pt x="1811396" y="3619683"/>
                  </a:lnTo>
                  <a:lnTo>
                    <a:pt x="1811522" y="3619683"/>
                  </a:lnTo>
                  <a:lnTo>
                    <a:pt x="1811649" y="3619683"/>
                  </a:lnTo>
                  <a:lnTo>
                    <a:pt x="1811775" y="3619683"/>
                  </a:lnTo>
                  <a:lnTo>
                    <a:pt x="1811901" y="3619683"/>
                  </a:lnTo>
                  <a:lnTo>
                    <a:pt x="1812027" y="3619683"/>
                  </a:lnTo>
                  <a:lnTo>
                    <a:pt x="1812154" y="3619683"/>
                  </a:lnTo>
                  <a:lnTo>
                    <a:pt x="1812280" y="3619683"/>
                  </a:lnTo>
                  <a:lnTo>
                    <a:pt x="1812406" y="3619683"/>
                  </a:lnTo>
                  <a:lnTo>
                    <a:pt x="1812532" y="3619683"/>
                  </a:lnTo>
                  <a:lnTo>
                    <a:pt x="1812659" y="3619683"/>
                  </a:lnTo>
                  <a:lnTo>
                    <a:pt x="1812785" y="3619683"/>
                  </a:lnTo>
                  <a:lnTo>
                    <a:pt x="1812911" y="3619683"/>
                  </a:lnTo>
                  <a:lnTo>
                    <a:pt x="1813037" y="3619683"/>
                  </a:lnTo>
                  <a:lnTo>
                    <a:pt x="1813164" y="3619683"/>
                  </a:lnTo>
                  <a:lnTo>
                    <a:pt x="1813290" y="3619683"/>
                  </a:lnTo>
                  <a:lnTo>
                    <a:pt x="1813416" y="3619683"/>
                  </a:lnTo>
                  <a:lnTo>
                    <a:pt x="1813542" y="3619683"/>
                  </a:lnTo>
                  <a:lnTo>
                    <a:pt x="1813542" y="3614771"/>
                  </a:lnTo>
                  <a:lnTo>
                    <a:pt x="1813669" y="3614771"/>
                  </a:lnTo>
                  <a:lnTo>
                    <a:pt x="1813795" y="3614771"/>
                  </a:lnTo>
                  <a:lnTo>
                    <a:pt x="1813921" y="3614771"/>
                  </a:lnTo>
                  <a:lnTo>
                    <a:pt x="1814047" y="3614771"/>
                  </a:lnTo>
                  <a:lnTo>
                    <a:pt x="1814174" y="3614771"/>
                  </a:lnTo>
                  <a:lnTo>
                    <a:pt x="1814300" y="3614771"/>
                  </a:lnTo>
                  <a:lnTo>
                    <a:pt x="1814426" y="3614771"/>
                  </a:lnTo>
                  <a:lnTo>
                    <a:pt x="1814553" y="3614771"/>
                  </a:lnTo>
                  <a:lnTo>
                    <a:pt x="1814679" y="3614771"/>
                  </a:lnTo>
                  <a:lnTo>
                    <a:pt x="1814805" y="3614771"/>
                  </a:lnTo>
                  <a:lnTo>
                    <a:pt x="1814931" y="3614771"/>
                  </a:lnTo>
                  <a:lnTo>
                    <a:pt x="1815058" y="3614771"/>
                  </a:lnTo>
                  <a:lnTo>
                    <a:pt x="1815184" y="3614771"/>
                  </a:lnTo>
                  <a:lnTo>
                    <a:pt x="1815310" y="3614771"/>
                  </a:lnTo>
                  <a:lnTo>
                    <a:pt x="1815436" y="3614771"/>
                  </a:lnTo>
                  <a:lnTo>
                    <a:pt x="1815563" y="3614771"/>
                  </a:lnTo>
                  <a:lnTo>
                    <a:pt x="1815689" y="3614771"/>
                  </a:lnTo>
                  <a:lnTo>
                    <a:pt x="1815815" y="3614771"/>
                  </a:lnTo>
                  <a:lnTo>
                    <a:pt x="1815941" y="3614771"/>
                  </a:lnTo>
                  <a:lnTo>
                    <a:pt x="1816068" y="3614771"/>
                  </a:lnTo>
                  <a:lnTo>
                    <a:pt x="1816194" y="3614771"/>
                  </a:lnTo>
                  <a:lnTo>
                    <a:pt x="1816320" y="3614771"/>
                  </a:lnTo>
                  <a:lnTo>
                    <a:pt x="1816446" y="3614771"/>
                  </a:lnTo>
                  <a:lnTo>
                    <a:pt x="1816573" y="3614771"/>
                  </a:lnTo>
                  <a:lnTo>
                    <a:pt x="1816699" y="3614771"/>
                  </a:lnTo>
                  <a:lnTo>
                    <a:pt x="1816825" y="3614771"/>
                  </a:lnTo>
                  <a:lnTo>
                    <a:pt x="1816951" y="3614771"/>
                  </a:lnTo>
                  <a:lnTo>
                    <a:pt x="1816951" y="3609860"/>
                  </a:lnTo>
                  <a:lnTo>
                    <a:pt x="1817078" y="3609860"/>
                  </a:lnTo>
                  <a:lnTo>
                    <a:pt x="1817204" y="3609860"/>
                  </a:lnTo>
                  <a:lnTo>
                    <a:pt x="1817330" y="3609860"/>
                  </a:lnTo>
                  <a:lnTo>
                    <a:pt x="1817456" y="3609860"/>
                  </a:lnTo>
                  <a:lnTo>
                    <a:pt x="1817583" y="3609860"/>
                  </a:lnTo>
                  <a:lnTo>
                    <a:pt x="1817709" y="3609860"/>
                  </a:lnTo>
                  <a:lnTo>
                    <a:pt x="1817835" y="3609860"/>
                  </a:lnTo>
                  <a:lnTo>
                    <a:pt x="1817961" y="3609860"/>
                  </a:lnTo>
                  <a:lnTo>
                    <a:pt x="1818088" y="3609860"/>
                  </a:lnTo>
                  <a:lnTo>
                    <a:pt x="1818214" y="3609860"/>
                  </a:lnTo>
                  <a:lnTo>
                    <a:pt x="1818340" y="3609860"/>
                  </a:lnTo>
                  <a:lnTo>
                    <a:pt x="1818466" y="3609860"/>
                  </a:lnTo>
                  <a:lnTo>
                    <a:pt x="1818593" y="3609860"/>
                  </a:lnTo>
                  <a:lnTo>
                    <a:pt x="1818719" y="3609860"/>
                  </a:lnTo>
                  <a:lnTo>
                    <a:pt x="1818845" y="3609860"/>
                  </a:lnTo>
                  <a:lnTo>
                    <a:pt x="1818971" y="3609860"/>
                  </a:lnTo>
                  <a:lnTo>
                    <a:pt x="1819098" y="3609860"/>
                  </a:lnTo>
                  <a:lnTo>
                    <a:pt x="1819224" y="3609860"/>
                  </a:lnTo>
                  <a:lnTo>
                    <a:pt x="1819350" y="3609860"/>
                  </a:lnTo>
                  <a:lnTo>
                    <a:pt x="1819476" y="3609860"/>
                  </a:lnTo>
                  <a:lnTo>
                    <a:pt x="1819603" y="3609860"/>
                  </a:lnTo>
                  <a:lnTo>
                    <a:pt x="1819729" y="3609860"/>
                  </a:lnTo>
                  <a:lnTo>
                    <a:pt x="1819855" y="3609860"/>
                  </a:lnTo>
                  <a:lnTo>
                    <a:pt x="1819982" y="3609860"/>
                  </a:lnTo>
                  <a:lnTo>
                    <a:pt x="1820108" y="3609860"/>
                  </a:lnTo>
                  <a:lnTo>
                    <a:pt x="1820234" y="3609860"/>
                  </a:lnTo>
                  <a:lnTo>
                    <a:pt x="1820360" y="3609860"/>
                  </a:lnTo>
                  <a:lnTo>
                    <a:pt x="1820487" y="3609860"/>
                  </a:lnTo>
                  <a:lnTo>
                    <a:pt x="1820613" y="3609860"/>
                  </a:lnTo>
                  <a:lnTo>
                    <a:pt x="1820739" y="3609860"/>
                  </a:lnTo>
                  <a:lnTo>
                    <a:pt x="1820865" y="3609860"/>
                  </a:lnTo>
                  <a:lnTo>
                    <a:pt x="1820992" y="3609860"/>
                  </a:lnTo>
                  <a:lnTo>
                    <a:pt x="1821118" y="3609860"/>
                  </a:lnTo>
                  <a:lnTo>
                    <a:pt x="1821244" y="3609860"/>
                  </a:lnTo>
                  <a:lnTo>
                    <a:pt x="1821370" y="3609860"/>
                  </a:lnTo>
                  <a:lnTo>
                    <a:pt x="1821497" y="3609860"/>
                  </a:lnTo>
                  <a:lnTo>
                    <a:pt x="1821623" y="3609860"/>
                  </a:lnTo>
                  <a:lnTo>
                    <a:pt x="1821749" y="3609860"/>
                  </a:lnTo>
                  <a:lnTo>
                    <a:pt x="1821875" y="3609860"/>
                  </a:lnTo>
                  <a:lnTo>
                    <a:pt x="1822002" y="3609860"/>
                  </a:lnTo>
                  <a:lnTo>
                    <a:pt x="1822128" y="3609860"/>
                  </a:lnTo>
                  <a:lnTo>
                    <a:pt x="1822254" y="3609860"/>
                  </a:lnTo>
                  <a:lnTo>
                    <a:pt x="1822380" y="3609860"/>
                  </a:lnTo>
                  <a:lnTo>
                    <a:pt x="1822507" y="3609860"/>
                  </a:lnTo>
                  <a:lnTo>
                    <a:pt x="1822633" y="3609860"/>
                  </a:lnTo>
                  <a:lnTo>
                    <a:pt x="1822759" y="3609860"/>
                  </a:lnTo>
                  <a:lnTo>
                    <a:pt x="1822885" y="3609860"/>
                  </a:lnTo>
                  <a:lnTo>
                    <a:pt x="1823012" y="3609860"/>
                  </a:lnTo>
                  <a:lnTo>
                    <a:pt x="1823138" y="3609860"/>
                  </a:lnTo>
                  <a:lnTo>
                    <a:pt x="1823264" y="3609860"/>
                  </a:lnTo>
                  <a:lnTo>
                    <a:pt x="1823390" y="3609860"/>
                  </a:lnTo>
                  <a:lnTo>
                    <a:pt x="1823517" y="3609860"/>
                  </a:lnTo>
                  <a:lnTo>
                    <a:pt x="1823643" y="3609860"/>
                  </a:lnTo>
                  <a:lnTo>
                    <a:pt x="1823769" y="3609860"/>
                  </a:lnTo>
                  <a:lnTo>
                    <a:pt x="1823895" y="3609860"/>
                  </a:lnTo>
                  <a:lnTo>
                    <a:pt x="1824022" y="3609860"/>
                  </a:lnTo>
                  <a:lnTo>
                    <a:pt x="1824148" y="3609860"/>
                  </a:lnTo>
                  <a:lnTo>
                    <a:pt x="1824274" y="3609860"/>
                  </a:lnTo>
                  <a:lnTo>
                    <a:pt x="1824274" y="3604949"/>
                  </a:lnTo>
                  <a:lnTo>
                    <a:pt x="1824400" y="3604949"/>
                  </a:lnTo>
                  <a:lnTo>
                    <a:pt x="1824527" y="3604949"/>
                  </a:lnTo>
                  <a:lnTo>
                    <a:pt x="1824653" y="3604949"/>
                  </a:lnTo>
                  <a:lnTo>
                    <a:pt x="1824779" y="3604949"/>
                  </a:lnTo>
                  <a:lnTo>
                    <a:pt x="1824906" y="3604949"/>
                  </a:lnTo>
                  <a:lnTo>
                    <a:pt x="1825032" y="3604949"/>
                  </a:lnTo>
                  <a:lnTo>
                    <a:pt x="1825158" y="3604949"/>
                  </a:lnTo>
                  <a:lnTo>
                    <a:pt x="1825284" y="3604949"/>
                  </a:lnTo>
                  <a:lnTo>
                    <a:pt x="1825411" y="3604949"/>
                  </a:lnTo>
                  <a:lnTo>
                    <a:pt x="1825537" y="3604949"/>
                  </a:lnTo>
                  <a:lnTo>
                    <a:pt x="1825663" y="3604949"/>
                  </a:lnTo>
                  <a:lnTo>
                    <a:pt x="1825789" y="3604949"/>
                  </a:lnTo>
                  <a:lnTo>
                    <a:pt x="1825916" y="3604949"/>
                  </a:lnTo>
                  <a:lnTo>
                    <a:pt x="1826042" y="3604949"/>
                  </a:lnTo>
                  <a:lnTo>
                    <a:pt x="1826168" y="3604949"/>
                  </a:lnTo>
                  <a:lnTo>
                    <a:pt x="1826294" y="3604949"/>
                  </a:lnTo>
                  <a:lnTo>
                    <a:pt x="1826421" y="3604949"/>
                  </a:lnTo>
                  <a:lnTo>
                    <a:pt x="1826547" y="3604949"/>
                  </a:lnTo>
                  <a:lnTo>
                    <a:pt x="1826673" y="3604949"/>
                  </a:lnTo>
                  <a:lnTo>
                    <a:pt x="1826799" y="3604949"/>
                  </a:lnTo>
                  <a:lnTo>
                    <a:pt x="1826926" y="3604949"/>
                  </a:lnTo>
                  <a:lnTo>
                    <a:pt x="1827052" y="3604949"/>
                  </a:lnTo>
                  <a:lnTo>
                    <a:pt x="1827178" y="3604949"/>
                  </a:lnTo>
                  <a:lnTo>
                    <a:pt x="1827304" y="3604949"/>
                  </a:lnTo>
                  <a:lnTo>
                    <a:pt x="1827431" y="3604949"/>
                  </a:lnTo>
                  <a:lnTo>
                    <a:pt x="1827557" y="3604949"/>
                  </a:lnTo>
                  <a:lnTo>
                    <a:pt x="1827683" y="3604949"/>
                  </a:lnTo>
                  <a:lnTo>
                    <a:pt x="1827809" y="3604949"/>
                  </a:lnTo>
                  <a:lnTo>
                    <a:pt x="1827936" y="3604949"/>
                  </a:lnTo>
                  <a:lnTo>
                    <a:pt x="1828062" y="3604949"/>
                  </a:lnTo>
                  <a:lnTo>
                    <a:pt x="1828188" y="3604949"/>
                  </a:lnTo>
                  <a:lnTo>
                    <a:pt x="1828314" y="3604949"/>
                  </a:lnTo>
                  <a:lnTo>
                    <a:pt x="1828441" y="3604949"/>
                  </a:lnTo>
                  <a:lnTo>
                    <a:pt x="1828567" y="3604949"/>
                  </a:lnTo>
                  <a:lnTo>
                    <a:pt x="1828693" y="3604949"/>
                  </a:lnTo>
                  <a:lnTo>
                    <a:pt x="1828819" y="3604949"/>
                  </a:lnTo>
                  <a:lnTo>
                    <a:pt x="1828946" y="3604949"/>
                  </a:lnTo>
                  <a:lnTo>
                    <a:pt x="1829072" y="3604949"/>
                  </a:lnTo>
                  <a:lnTo>
                    <a:pt x="1829198" y="3604949"/>
                  </a:lnTo>
                  <a:lnTo>
                    <a:pt x="1829324" y="3604949"/>
                  </a:lnTo>
                  <a:lnTo>
                    <a:pt x="1829451" y="3604949"/>
                  </a:lnTo>
                  <a:lnTo>
                    <a:pt x="1829577" y="3604949"/>
                  </a:lnTo>
                  <a:lnTo>
                    <a:pt x="1829703" y="3604949"/>
                  </a:lnTo>
                  <a:lnTo>
                    <a:pt x="1829829" y="3604949"/>
                  </a:lnTo>
                  <a:lnTo>
                    <a:pt x="1829829" y="3600037"/>
                  </a:lnTo>
                  <a:lnTo>
                    <a:pt x="1829956" y="3600037"/>
                  </a:lnTo>
                  <a:lnTo>
                    <a:pt x="1830082" y="3600037"/>
                  </a:lnTo>
                  <a:lnTo>
                    <a:pt x="1830208" y="3600037"/>
                  </a:lnTo>
                  <a:lnTo>
                    <a:pt x="1830335" y="3600037"/>
                  </a:lnTo>
                  <a:lnTo>
                    <a:pt x="1830461" y="3600037"/>
                  </a:lnTo>
                  <a:lnTo>
                    <a:pt x="1830587" y="3600037"/>
                  </a:lnTo>
                  <a:lnTo>
                    <a:pt x="1830587" y="3595126"/>
                  </a:lnTo>
                  <a:lnTo>
                    <a:pt x="1830713" y="3595126"/>
                  </a:lnTo>
                  <a:lnTo>
                    <a:pt x="1830840" y="3595126"/>
                  </a:lnTo>
                  <a:lnTo>
                    <a:pt x="1830966" y="3595126"/>
                  </a:lnTo>
                  <a:lnTo>
                    <a:pt x="1831092" y="3595126"/>
                  </a:lnTo>
                  <a:lnTo>
                    <a:pt x="1831218" y="3595126"/>
                  </a:lnTo>
                  <a:lnTo>
                    <a:pt x="1831345" y="3595126"/>
                  </a:lnTo>
                  <a:lnTo>
                    <a:pt x="1831471" y="3595126"/>
                  </a:lnTo>
                  <a:lnTo>
                    <a:pt x="1831597" y="3595126"/>
                  </a:lnTo>
                  <a:lnTo>
                    <a:pt x="1831723" y="3595126"/>
                  </a:lnTo>
                  <a:lnTo>
                    <a:pt x="1831850" y="3595126"/>
                  </a:lnTo>
                  <a:lnTo>
                    <a:pt x="1831850" y="3590215"/>
                  </a:lnTo>
                  <a:lnTo>
                    <a:pt x="1831976" y="3590215"/>
                  </a:lnTo>
                  <a:lnTo>
                    <a:pt x="1832102" y="3590215"/>
                  </a:lnTo>
                  <a:lnTo>
                    <a:pt x="1832228" y="3590215"/>
                  </a:lnTo>
                  <a:lnTo>
                    <a:pt x="1832355" y="3590215"/>
                  </a:lnTo>
                  <a:lnTo>
                    <a:pt x="1832481" y="3590215"/>
                  </a:lnTo>
                  <a:lnTo>
                    <a:pt x="1832607" y="3590215"/>
                  </a:lnTo>
                  <a:lnTo>
                    <a:pt x="1832733" y="3590215"/>
                  </a:lnTo>
                  <a:lnTo>
                    <a:pt x="1832860" y="3590215"/>
                  </a:lnTo>
                  <a:lnTo>
                    <a:pt x="1832986" y="3590215"/>
                  </a:lnTo>
                  <a:lnTo>
                    <a:pt x="1833112" y="3590215"/>
                  </a:lnTo>
                  <a:lnTo>
                    <a:pt x="1833238" y="3590215"/>
                  </a:lnTo>
                  <a:lnTo>
                    <a:pt x="1833365" y="3590215"/>
                  </a:lnTo>
                  <a:lnTo>
                    <a:pt x="1833491" y="3590215"/>
                  </a:lnTo>
                  <a:lnTo>
                    <a:pt x="1833617" y="3590215"/>
                  </a:lnTo>
                  <a:lnTo>
                    <a:pt x="1833743" y="3590215"/>
                  </a:lnTo>
                  <a:lnTo>
                    <a:pt x="1833870" y="3590215"/>
                  </a:lnTo>
                  <a:lnTo>
                    <a:pt x="1833996" y="3590215"/>
                  </a:lnTo>
                  <a:lnTo>
                    <a:pt x="1834122" y="3590215"/>
                  </a:lnTo>
                  <a:lnTo>
                    <a:pt x="1834248" y="3590215"/>
                  </a:lnTo>
                  <a:lnTo>
                    <a:pt x="1834375" y="3590215"/>
                  </a:lnTo>
                  <a:lnTo>
                    <a:pt x="1834501" y="3590215"/>
                  </a:lnTo>
                  <a:lnTo>
                    <a:pt x="1834627" y="3590215"/>
                  </a:lnTo>
                  <a:lnTo>
                    <a:pt x="1834753" y="3590215"/>
                  </a:lnTo>
                  <a:lnTo>
                    <a:pt x="1834880" y="3590215"/>
                  </a:lnTo>
                  <a:lnTo>
                    <a:pt x="1835006" y="3590215"/>
                  </a:lnTo>
                  <a:lnTo>
                    <a:pt x="1835132" y="3590215"/>
                  </a:lnTo>
                  <a:lnTo>
                    <a:pt x="1835259" y="3590215"/>
                  </a:lnTo>
                  <a:lnTo>
                    <a:pt x="1835385" y="3590215"/>
                  </a:lnTo>
                  <a:lnTo>
                    <a:pt x="1835511" y="3590215"/>
                  </a:lnTo>
                  <a:lnTo>
                    <a:pt x="1835637" y="3590215"/>
                  </a:lnTo>
                  <a:lnTo>
                    <a:pt x="1835764" y="3590215"/>
                  </a:lnTo>
                  <a:lnTo>
                    <a:pt x="1835890" y="3590215"/>
                  </a:lnTo>
                  <a:lnTo>
                    <a:pt x="1836016" y="3590215"/>
                  </a:lnTo>
                  <a:lnTo>
                    <a:pt x="1836142" y="3590215"/>
                  </a:lnTo>
                  <a:lnTo>
                    <a:pt x="1836269" y="3590215"/>
                  </a:lnTo>
                  <a:lnTo>
                    <a:pt x="1836395" y="3590215"/>
                  </a:lnTo>
                  <a:lnTo>
                    <a:pt x="1836521" y="3590215"/>
                  </a:lnTo>
                  <a:lnTo>
                    <a:pt x="1836647" y="3590215"/>
                  </a:lnTo>
                  <a:lnTo>
                    <a:pt x="1836774" y="3590215"/>
                  </a:lnTo>
                  <a:lnTo>
                    <a:pt x="1836900" y="3590215"/>
                  </a:lnTo>
                  <a:lnTo>
                    <a:pt x="1837026" y="3590215"/>
                  </a:lnTo>
                  <a:lnTo>
                    <a:pt x="1837152" y="3590215"/>
                  </a:lnTo>
                  <a:lnTo>
                    <a:pt x="1837279" y="3590215"/>
                  </a:lnTo>
                  <a:lnTo>
                    <a:pt x="1837405" y="3590215"/>
                  </a:lnTo>
                  <a:lnTo>
                    <a:pt x="1837531" y="3590215"/>
                  </a:lnTo>
                  <a:lnTo>
                    <a:pt x="1837657" y="3590215"/>
                  </a:lnTo>
                  <a:lnTo>
                    <a:pt x="1837784" y="3590215"/>
                  </a:lnTo>
                  <a:lnTo>
                    <a:pt x="1837910" y="3590215"/>
                  </a:lnTo>
                  <a:lnTo>
                    <a:pt x="1838036" y="3590215"/>
                  </a:lnTo>
                  <a:lnTo>
                    <a:pt x="1838162" y="3590215"/>
                  </a:lnTo>
                  <a:lnTo>
                    <a:pt x="1838289" y="3590215"/>
                  </a:lnTo>
                  <a:lnTo>
                    <a:pt x="1838415" y="3590215"/>
                  </a:lnTo>
                  <a:lnTo>
                    <a:pt x="1838541" y="3590215"/>
                  </a:lnTo>
                  <a:lnTo>
                    <a:pt x="1838667" y="3590215"/>
                  </a:lnTo>
                  <a:lnTo>
                    <a:pt x="1838794" y="3590215"/>
                  </a:lnTo>
                  <a:lnTo>
                    <a:pt x="1838920" y="3590215"/>
                  </a:lnTo>
                  <a:lnTo>
                    <a:pt x="1839046" y="3590215"/>
                  </a:lnTo>
                  <a:lnTo>
                    <a:pt x="1839172" y="3590215"/>
                  </a:lnTo>
                  <a:lnTo>
                    <a:pt x="1839299" y="3590215"/>
                  </a:lnTo>
                  <a:lnTo>
                    <a:pt x="1839425" y="3590215"/>
                  </a:lnTo>
                  <a:lnTo>
                    <a:pt x="1839551" y="3590215"/>
                  </a:lnTo>
                  <a:lnTo>
                    <a:pt x="1839677" y="3590215"/>
                  </a:lnTo>
                  <a:lnTo>
                    <a:pt x="1839804" y="3590215"/>
                  </a:lnTo>
                  <a:lnTo>
                    <a:pt x="1839804" y="3585303"/>
                  </a:lnTo>
                  <a:lnTo>
                    <a:pt x="1839930" y="3585303"/>
                  </a:lnTo>
                  <a:lnTo>
                    <a:pt x="1840056" y="3585303"/>
                  </a:lnTo>
                  <a:lnTo>
                    <a:pt x="1840182" y="3585303"/>
                  </a:lnTo>
                  <a:lnTo>
                    <a:pt x="1840309" y="3585303"/>
                  </a:lnTo>
                  <a:lnTo>
                    <a:pt x="1840435" y="3585303"/>
                  </a:lnTo>
                  <a:lnTo>
                    <a:pt x="1840561" y="3585303"/>
                  </a:lnTo>
                  <a:lnTo>
                    <a:pt x="1840688" y="3585303"/>
                  </a:lnTo>
                  <a:lnTo>
                    <a:pt x="1840814" y="3585303"/>
                  </a:lnTo>
                  <a:lnTo>
                    <a:pt x="1840940" y="3585303"/>
                  </a:lnTo>
                  <a:lnTo>
                    <a:pt x="1841066" y="3585303"/>
                  </a:lnTo>
                  <a:lnTo>
                    <a:pt x="1841193" y="3585303"/>
                  </a:lnTo>
                  <a:lnTo>
                    <a:pt x="1841319" y="3585303"/>
                  </a:lnTo>
                  <a:lnTo>
                    <a:pt x="1841445" y="3585303"/>
                  </a:lnTo>
                  <a:lnTo>
                    <a:pt x="1841571" y="3585303"/>
                  </a:lnTo>
                  <a:lnTo>
                    <a:pt x="1841698" y="3585303"/>
                  </a:lnTo>
                  <a:lnTo>
                    <a:pt x="1841824" y="3585303"/>
                  </a:lnTo>
                  <a:lnTo>
                    <a:pt x="1841950" y="3585303"/>
                  </a:lnTo>
                  <a:lnTo>
                    <a:pt x="1842076" y="3585303"/>
                  </a:lnTo>
                  <a:lnTo>
                    <a:pt x="1842203" y="3585303"/>
                  </a:lnTo>
                  <a:lnTo>
                    <a:pt x="1842329" y="3585303"/>
                  </a:lnTo>
                  <a:lnTo>
                    <a:pt x="1842455" y="3585303"/>
                  </a:lnTo>
                  <a:lnTo>
                    <a:pt x="1842581" y="3585303"/>
                  </a:lnTo>
                  <a:lnTo>
                    <a:pt x="1842708" y="3585303"/>
                  </a:lnTo>
                  <a:lnTo>
                    <a:pt x="1842834" y="3585303"/>
                  </a:lnTo>
                  <a:lnTo>
                    <a:pt x="1842960" y="3585303"/>
                  </a:lnTo>
                  <a:lnTo>
                    <a:pt x="1843086" y="3585303"/>
                  </a:lnTo>
                  <a:lnTo>
                    <a:pt x="1843213" y="3585303"/>
                  </a:lnTo>
                  <a:lnTo>
                    <a:pt x="1843339" y="3585303"/>
                  </a:lnTo>
                  <a:lnTo>
                    <a:pt x="1843465" y="3585303"/>
                  </a:lnTo>
                  <a:lnTo>
                    <a:pt x="1843591" y="3585303"/>
                  </a:lnTo>
                  <a:lnTo>
                    <a:pt x="1843718" y="3585303"/>
                  </a:lnTo>
                  <a:lnTo>
                    <a:pt x="1843844" y="3585303"/>
                  </a:lnTo>
                  <a:lnTo>
                    <a:pt x="1843970" y="3585303"/>
                  </a:lnTo>
                  <a:lnTo>
                    <a:pt x="1844096" y="3585303"/>
                  </a:lnTo>
                  <a:lnTo>
                    <a:pt x="1844223" y="3585303"/>
                  </a:lnTo>
                  <a:lnTo>
                    <a:pt x="1844349" y="3585303"/>
                  </a:lnTo>
                  <a:lnTo>
                    <a:pt x="1844475" y="3585303"/>
                  </a:lnTo>
                  <a:lnTo>
                    <a:pt x="1844601" y="3585303"/>
                  </a:lnTo>
                  <a:lnTo>
                    <a:pt x="1844601" y="3580392"/>
                  </a:lnTo>
                  <a:lnTo>
                    <a:pt x="1844728" y="3580392"/>
                  </a:lnTo>
                  <a:lnTo>
                    <a:pt x="1844854" y="3580392"/>
                  </a:lnTo>
                  <a:lnTo>
                    <a:pt x="1844980" y="3580392"/>
                  </a:lnTo>
                  <a:lnTo>
                    <a:pt x="1845106" y="3580392"/>
                  </a:lnTo>
                  <a:lnTo>
                    <a:pt x="1845233" y="3580392"/>
                  </a:lnTo>
                  <a:lnTo>
                    <a:pt x="1845359" y="3580392"/>
                  </a:lnTo>
                  <a:lnTo>
                    <a:pt x="1845485" y="3580392"/>
                  </a:lnTo>
                  <a:lnTo>
                    <a:pt x="1845612" y="3580392"/>
                  </a:lnTo>
                  <a:lnTo>
                    <a:pt x="1845738" y="3580392"/>
                  </a:lnTo>
                  <a:lnTo>
                    <a:pt x="1845864" y="3580392"/>
                  </a:lnTo>
                  <a:lnTo>
                    <a:pt x="1845990" y="3580392"/>
                  </a:lnTo>
                  <a:lnTo>
                    <a:pt x="1846117" y="3580392"/>
                  </a:lnTo>
                  <a:lnTo>
                    <a:pt x="1846243" y="3580392"/>
                  </a:lnTo>
                  <a:lnTo>
                    <a:pt x="1846369" y="3580392"/>
                  </a:lnTo>
                  <a:lnTo>
                    <a:pt x="1846495" y="3580392"/>
                  </a:lnTo>
                  <a:lnTo>
                    <a:pt x="1846622" y="3580392"/>
                  </a:lnTo>
                  <a:lnTo>
                    <a:pt x="1846748" y="3580392"/>
                  </a:lnTo>
                  <a:lnTo>
                    <a:pt x="1846874" y="3580392"/>
                  </a:lnTo>
                  <a:lnTo>
                    <a:pt x="1847000" y="3580392"/>
                  </a:lnTo>
                  <a:lnTo>
                    <a:pt x="1847127" y="3580392"/>
                  </a:lnTo>
                  <a:lnTo>
                    <a:pt x="1847253" y="3580392"/>
                  </a:lnTo>
                  <a:lnTo>
                    <a:pt x="1847379" y="3580392"/>
                  </a:lnTo>
                  <a:lnTo>
                    <a:pt x="1847505" y="3580392"/>
                  </a:lnTo>
                  <a:lnTo>
                    <a:pt x="1847632" y="3580392"/>
                  </a:lnTo>
                  <a:lnTo>
                    <a:pt x="1847758" y="3580392"/>
                  </a:lnTo>
                  <a:lnTo>
                    <a:pt x="1847884" y="3580392"/>
                  </a:lnTo>
                  <a:lnTo>
                    <a:pt x="1848010" y="3580392"/>
                  </a:lnTo>
                  <a:lnTo>
                    <a:pt x="1848137" y="3580392"/>
                  </a:lnTo>
                  <a:lnTo>
                    <a:pt x="1848263" y="3580392"/>
                  </a:lnTo>
                  <a:lnTo>
                    <a:pt x="1848389" y="3580392"/>
                  </a:lnTo>
                  <a:lnTo>
                    <a:pt x="1848515" y="3580392"/>
                  </a:lnTo>
                  <a:lnTo>
                    <a:pt x="1848642" y="3580392"/>
                  </a:lnTo>
                  <a:lnTo>
                    <a:pt x="1848768" y="3580392"/>
                  </a:lnTo>
                  <a:lnTo>
                    <a:pt x="1848894" y="3580392"/>
                  </a:lnTo>
                  <a:lnTo>
                    <a:pt x="1849020" y="3580392"/>
                  </a:lnTo>
                  <a:lnTo>
                    <a:pt x="1849147" y="3580392"/>
                  </a:lnTo>
                  <a:lnTo>
                    <a:pt x="1849273" y="3580392"/>
                  </a:lnTo>
                  <a:lnTo>
                    <a:pt x="1849399" y="3580392"/>
                  </a:lnTo>
                  <a:lnTo>
                    <a:pt x="1849525" y="3580392"/>
                  </a:lnTo>
                  <a:lnTo>
                    <a:pt x="1849652" y="3580392"/>
                  </a:lnTo>
                  <a:lnTo>
                    <a:pt x="1849778" y="3580392"/>
                  </a:lnTo>
                  <a:lnTo>
                    <a:pt x="1849904" y="3580392"/>
                  </a:lnTo>
                  <a:lnTo>
                    <a:pt x="1850030" y="3580392"/>
                  </a:lnTo>
                  <a:lnTo>
                    <a:pt x="1850157" y="3580392"/>
                  </a:lnTo>
                  <a:lnTo>
                    <a:pt x="1850283" y="3580392"/>
                  </a:lnTo>
                  <a:lnTo>
                    <a:pt x="1850409" y="3580392"/>
                  </a:lnTo>
                  <a:lnTo>
                    <a:pt x="1850536" y="3580392"/>
                  </a:lnTo>
                  <a:lnTo>
                    <a:pt x="1850662" y="3580392"/>
                  </a:lnTo>
                  <a:lnTo>
                    <a:pt x="1850788" y="3580392"/>
                  </a:lnTo>
                  <a:lnTo>
                    <a:pt x="1850914" y="3580392"/>
                  </a:lnTo>
                  <a:lnTo>
                    <a:pt x="1851041" y="3580392"/>
                  </a:lnTo>
                  <a:lnTo>
                    <a:pt x="1851167" y="3580392"/>
                  </a:lnTo>
                  <a:lnTo>
                    <a:pt x="1851293" y="3580392"/>
                  </a:lnTo>
                  <a:lnTo>
                    <a:pt x="1851419" y="3580392"/>
                  </a:lnTo>
                  <a:lnTo>
                    <a:pt x="1851546" y="3580392"/>
                  </a:lnTo>
                  <a:lnTo>
                    <a:pt x="1851672" y="3580392"/>
                  </a:lnTo>
                  <a:lnTo>
                    <a:pt x="1851798" y="3580392"/>
                  </a:lnTo>
                  <a:lnTo>
                    <a:pt x="1851924" y="3580392"/>
                  </a:lnTo>
                  <a:lnTo>
                    <a:pt x="1852051" y="3580392"/>
                  </a:lnTo>
                  <a:lnTo>
                    <a:pt x="1852177" y="3580392"/>
                  </a:lnTo>
                  <a:lnTo>
                    <a:pt x="1852303" y="3580392"/>
                  </a:lnTo>
                  <a:lnTo>
                    <a:pt x="1852429" y="3580392"/>
                  </a:lnTo>
                  <a:lnTo>
                    <a:pt x="1852556" y="3580392"/>
                  </a:lnTo>
                  <a:lnTo>
                    <a:pt x="1852682" y="3580392"/>
                  </a:lnTo>
                  <a:lnTo>
                    <a:pt x="1852808" y="3580392"/>
                  </a:lnTo>
                  <a:lnTo>
                    <a:pt x="1852934" y="3580392"/>
                  </a:lnTo>
                  <a:lnTo>
                    <a:pt x="1853061" y="3580392"/>
                  </a:lnTo>
                  <a:lnTo>
                    <a:pt x="1853187" y="3580392"/>
                  </a:lnTo>
                  <a:lnTo>
                    <a:pt x="1853313" y="3580392"/>
                  </a:lnTo>
                  <a:lnTo>
                    <a:pt x="1853439" y="3580392"/>
                  </a:lnTo>
                  <a:lnTo>
                    <a:pt x="1853566" y="3580392"/>
                  </a:lnTo>
                  <a:lnTo>
                    <a:pt x="1853692" y="3580392"/>
                  </a:lnTo>
                  <a:lnTo>
                    <a:pt x="1853818" y="3580392"/>
                  </a:lnTo>
                  <a:lnTo>
                    <a:pt x="1853944" y="3580392"/>
                  </a:lnTo>
                  <a:lnTo>
                    <a:pt x="1854071" y="3580392"/>
                  </a:lnTo>
                  <a:lnTo>
                    <a:pt x="1854197" y="3580392"/>
                  </a:lnTo>
                  <a:lnTo>
                    <a:pt x="1854323" y="3580392"/>
                  </a:lnTo>
                  <a:lnTo>
                    <a:pt x="1854449" y="3580392"/>
                  </a:lnTo>
                  <a:lnTo>
                    <a:pt x="1854576" y="3580392"/>
                  </a:lnTo>
                  <a:lnTo>
                    <a:pt x="1854702" y="3580392"/>
                  </a:lnTo>
                  <a:lnTo>
                    <a:pt x="1854828" y="3580392"/>
                  </a:lnTo>
                  <a:lnTo>
                    <a:pt x="1854954" y="3580392"/>
                  </a:lnTo>
                  <a:lnTo>
                    <a:pt x="1855081" y="3580392"/>
                  </a:lnTo>
                  <a:lnTo>
                    <a:pt x="1855207" y="3580392"/>
                  </a:lnTo>
                  <a:lnTo>
                    <a:pt x="1855333" y="3580392"/>
                  </a:lnTo>
                  <a:lnTo>
                    <a:pt x="1855459" y="3580392"/>
                  </a:lnTo>
                  <a:lnTo>
                    <a:pt x="1855586" y="3580392"/>
                  </a:lnTo>
                  <a:lnTo>
                    <a:pt x="1855712" y="3580392"/>
                  </a:lnTo>
                  <a:lnTo>
                    <a:pt x="1855838" y="3580392"/>
                  </a:lnTo>
                  <a:lnTo>
                    <a:pt x="1855965" y="3580392"/>
                  </a:lnTo>
                  <a:lnTo>
                    <a:pt x="1856091" y="3580392"/>
                  </a:lnTo>
                  <a:lnTo>
                    <a:pt x="1856217" y="3580392"/>
                  </a:lnTo>
                  <a:lnTo>
                    <a:pt x="1856343" y="3580392"/>
                  </a:lnTo>
                  <a:lnTo>
                    <a:pt x="1856470" y="3580392"/>
                  </a:lnTo>
                  <a:lnTo>
                    <a:pt x="1856596" y="3580392"/>
                  </a:lnTo>
                  <a:lnTo>
                    <a:pt x="1856722" y="3580392"/>
                  </a:lnTo>
                  <a:lnTo>
                    <a:pt x="1856848" y="3580392"/>
                  </a:lnTo>
                  <a:lnTo>
                    <a:pt x="1856975" y="3580392"/>
                  </a:lnTo>
                  <a:lnTo>
                    <a:pt x="1857101" y="3580392"/>
                  </a:lnTo>
                  <a:lnTo>
                    <a:pt x="1857227" y="3580392"/>
                  </a:lnTo>
                  <a:lnTo>
                    <a:pt x="1857353" y="3580392"/>
                  </a:lnTo>
                  <a:lnTo>
                    <a:pt x="1857480" y="3580392"/>
                  </a:lnTo>
                  <a:lnTo>
                    <a:pt x="1857606" y="3580392"/>
                  </a:lnTo>
                  <a:lnTo>
                    <a:pt x="1857732" y="3580392"/>
                  </a:lnTo>
                  <a:lnTo>
                    <a:pt x="1857858" y="3580392"/>
                  </a:lnTo>
                  <a:lnTo>
                    <a:pt x="1857985" y="3580392"/>
                  </a:lnTo>
                  <a:lnTo>
                    <a:pt x="1858111" y="3580392"/>
                  </a:lnTo>
                  <a:lnTo>
                    <a:pt x="1858237" y="3580392"/>
                  </a:lnTo>
                  <a:lnTo>
                    <a:pt x="1858363" y="3580392"/>
                  </a:lnTo>
                  <a:lnTo>
                    <a:pt x="1858490" y="3580392"/>
                  </a:lnTo>
                  <a:lnTo>
                    <a:pt x="1858616" y="3580392"/>
                  </a:lnTo>
                  <a:lnTo>
                    <a:pt x="1858742" y="3580392"/>
                  </a:lnTo>
                  <a:lnTo>
                    <a:pt x="1858868" y="3580392"/>
                  </a:lnTo>
                  <a:lnTo>
                    <a:pt x="1858995" y="3580392"/>
                  </a:lnTo>
                  <a:lnTo>
                    <a:pt x="1859121" y="3580392"/>
                  </a:lnTo>
                  <a:lnTo>
                    <a:pt x="1859247" y="3580392"/>
                  </a:lnTo>
                  <a:lnTo>
                    <a:pt x="1859373" y="3580392"/>
                  </a:lnTo>
                  <a:lnTo>
                    <a:pt x="1859500" y="3580392"/>
                  </a:lnTo>
                  <a:lnTo>
                    <a:pt x="1859626" y="3580392"/>
                  </a:lnTo>
                  <a:lnTo>
                    <a:pt x="1859752" y="3580392"/>
                  </a:lnTo>
                  <a:lnTo>
                    <a:pt x="1859878" y="3580392"/>
                  </a:lnTo>
                  <a:lnTo>
                    <a:pt x="1860005" y="3580392"/>
                  </a:lnTo>
                  <a:lnTo>
                    <a:pt x="1860131" y="3580392"/>
                  </a:lnTo>
                  <a:lnTo>
                    <a:pt x="1860257" y="3580392"/>
                  </a:lnTo>
                  <a:lnTo>
                    <a:pt x="1860383" y="3580392"/>
                  </a:lnTo>
                  <a:lnTo>
                    <a:pt x="1860383" y="3575480"/>
                  </a:lnTo>
                  <a:lnTo>
                    <a:pt x="1860510" y="3575480"/>
                  </a:lnTo>
                  <a:lnTo>
                    <a:pt x="1860636" y="3575480"/>
                  </a:lnTo>
                  <a:lnTo>
                    <a:pt x="1860762" y="3575480"/>
                  </a:lnTo>
                  <a:lnTo>
                    <a:pt x="1860889" y="3575480"/>
                  </a:lnTo>
                  <a:lnTo>
                    <a:pt x="1861015" y="3575480"/>
                  </a:lnTo>
                  <a:lnTo>
                    <a:pt x="1861141" y="3575480"/>
                  </a:lnTo>
                  <a:lnTo>
                    <a:pt x="1861267" y="3575480"/>
                  </a:lnTo>
                  <a:lnTo>
                    <a:pt x="1861394" y="3575480"/>
                  </a:lnTo>
                  <a:lnTo>
                    <a:pt x="1861520" y="3575480"/>
                  </a:lnTo>
                  <a:lnTo>
                    <a:pt x="1861646" y="3575480"/>
                  </a:lnTo>
                  <a:lnTo>
                    <a:pt x="1861772" y="3575480"/>
                  </a:lnTo>
                  <a:lnTo>
                    <a:pt x="1861899" y="3575480"/>
                  </a:lnTo>
                  <a:lnTo>
                    <a:pt x="1862025" y="3575480"/>
                  </a:lnTo>
                  <a:lnTo>
                    <a:pt x="1862151" y="3575480"/>
                  </a:lnTo>
                  <a:lnTo>
                    <a:pt x="1862277" y="3575480"/>
                  </a:lnTo>
                  <a:lnTo>
                    <a:pt x="1862277" y="3570569"/>
                  </a:lnTo>
                  <a:lnTo>
                    <a:pt x="1862404" y="3570569"/>
                  </a:lnTo>
                  <a:lnTo>
                    <a:pt x="1862530" y="3570569"/>
                  </a:lnTo>
                  <a:lnTo>
                    <a:pt x="1862656" y="3570569"/>
                  </a:lnTo>
                  <a:lnTo>
                    <a:pt x="1862782" y="3570569"/>
                  </a:lnTo>
                  <a:lnTo>
                    <a:pt x="1862909" y="3570569"/>
                  </a:lnTo>
                  <a:lnTo>
                    <a:pt x="1863035" y="3570569"/>
                  </a:lnTo>
                  <a:lnTo>
                    <a:pt x="1863161" y="3570569"/>
                  </a:lnTo>
                  <a:lnTo>
                    <a:pt x="1863287" y="3570569"/>
                  </a:lnTo>
                  <a:lnTo>
                    <a:pt x="1863414" y="3570569"/>
                  </a:lnTo>
                  <a:lnTo>
                    <a:pt x="1863540" y="3570569"/>
                  </a:lnTo>
                  <a:lnTo>
                    <a:pt x="1863666" y="3570569"/>
                  </a:lnTo>
                  <a:lnTo>
                    <a:pt x="1863792" y="3570569"/>
                  </a:lnTo>
                  <a:lnTo>
                    <a:pt x="1863919" y="3570569"/>
                  </a:lnTo>
                  <a:lnTo>
                    <a:pt x="1864045" y="3570569"/>
                  </a:lnTo>
                  <a:lnTo>
                    <a:pt x="1864171" y="3570569"/>
                  </a:lnTo>
                  <a:lnTo>
                    <a:pt x="1864297" y="3570569"/>
                  </a:lnTo>
                  <a:lnTo>
                    <a:pt x="1864424" y="3570569"/>
                  </a:lnTo>
                  <a:lnTo>
                    <a:pt x="1864550" y="3570569"/>
                  </a:lnTo>
                  <a:lnTo>
                    <a:pt x="1864676" y="3570569"/>
                  </a:lnTo>
                  <a:lnTo>
                    <a:pt x="1864802" y="3570569"/>
                  </a:lnTo>
                  <a:lnTo>
                    <a:pt x="1864929" y="3570569"/>
                  </a:lnTo>
                  <a:lnTo>
                    <a:pt x="1865055" y="3570569"/>
                  </a:lnTo>
                  <a:lnTo>
                    <a:pt x="1865181" y="3570569"/>
                  </a:lnTo>
                  <a:lnTo>
                    <a:pt x="1865307" y="3570569"/>
                  </a:lnTo>
                  <a:lnTo>
                    <a:pt x="1865434" y="3570569"/>
                  </a:lnTo>
                  <a:lnTo>
                    <a:pt x="1865560" y="3570569"/>
                  </a:lnTo>
                  <a:lnTo>
                    <a:pt x="1865686" y="3570569"/>
                  </a:lnTo>
                  <a:lnTo>
                    <a:pt x="1865812" y="3570569"/>
                  </a:lnTo>
                  <a:lnTo>
                    <a:pt x="1865939" y="3570569"/>
                  </a:lnTo>
                  <a:lnTo>
                    <a:pt x="1866065" y="3570569"/>
                  </a:lnTo>
                  <a:lnTo>
                    <a:pt x="1866065" y="3565658"/>
                  </a:lnTo>
                  <a:lnTo>
                    <a:pt x="1866191" y="3565658"/>
                  </a:lnTo>
                  <a:lnTo>
                    <a:pt x="1866318" y="3565658"/>
                  </a:lnTo>
                  <a:lnTo>
                    <a:pt x="1866444" y="3565658"/>
                  </a:lnTo>
                  <a:lnTo>
                    <a:pt x="1866570" y="3565658"/>
                  </a:lnTo>
                  <a:lnTo>
                    <a:pt x="1866696" y="3565658"/>
                  </a:lnTo>
                  <a:lnTo>
                    <a:pt x="1866823" y="3565658"/>
                  </a:lnTo>
                  <a:lnTo>
                    <a:pt x="1866949" y="3565658"/>
                  </a:lnTo>
                  <a:lnTo>
                    <a:pt x="1867075" y="3565658"/>
                  </a:lnTo>
                  <a:lnTo>
                    <a:pt x="1867201" y="3565658"/>
                  </a:lnTo>
                  <a:lnTo>
                    <a:pt x="1867328" y="3565658"/>
                  </a:lnTo>
                  <a:lnTo>
                    <a:pt x="1867454" y="3565658"/>
                  </a:lnTo>
                  <a:lnTo>
                    <a:pt x="1867580" y="3565658"/>
                  </a:lnTo>
                  <a:lnTo>
                    <a:pt x="1867706" y="3565658"/>
                  </a:lnTo>
                  <a:lnTo>
                    <a:pt x="1867833" y="3565658"/>
                  </a:lnTo>
                  <a:lnTo>
                    <a:pt x="1867959" y="3565658"/>
                  </a:lnTo>
                  <a:lnTo>
                    <a:pt x="1868085" y="3565658"/>
                  </a:lnTo>
                  <a:lnTo>
                    <a:pt x="1868211" y="3565658"/>
                  </a:lnTo>
                  <a:lnTo>
                    <a:pt x="1868338" y="3565658"/>
                  </a:lnTo>
                  <a:lnTo>
                    <a:pt x="1868464" y="3565658"/>
                  </a:lnTo>
                  <a:lnTo>
                    <a:pt x="1868590" y="3565658"/>
                  </a:lnTo>
                  <a:lnTo>
                    <a:pt x="1868716" y="3565658"/>
                  </a:lnTo>
                  <a:lnTo>
                    <a:pt x="1868843" y="3565658"/>
                  </a:lnTo>
                  <a:lnTo>
                    <a:pt x="1868969" y="3565658"/>
                  </a:lnTo>
                  <a:lnTo>
                    <a:pt x="1869095" y="3565658"/>
                  </a:lnTo>
                  <a:lnTo>
                    <a:pt x="1869221" y="3565658"/>
                  </a:lnTo>
                  <a:lnTo>
                    <a:pt x="1869348" y="3565658"/>
                  </a:lnTo>
                  <a:lnTo>
                    <a:pt x="1869474" y="3565658"/>
                  </a:lnTo>
                  <a:lnTo>
                    <a:pt x="1869600" y="3565658"/>
                  </a:lnTo>
                  <a:lnTo>
                    <a:pt x="1869726" y="3565658"/>
                  </a:lnTo>
                  <a:lnTo>
                    <a:pt x="1869853" y="3565658"/>
                  </a:lnTo>
                  <a:lnTo>
                    <a:pt x="1869979" y="3565658"/>
                  </a:lnTo>
                  <a:lnTo>
                    <a:pt x="1870105" y="3565658"/>
                  </a:lnTo>
                  <a:lnTo>
                    <a:pt x="1870231" y="3565658"/>
                  </a:lnTo>
                  <a:lnTo>
                    <a:pt x="1870358" y="3565658"/>
                  </a:lnTo>
                  <a:lnTo>
                    <a:pt x="1870484" y="3565658"/>
                  </a:lnTo>
                  <a:lnTo>
                    <a:pt x="1870610" y="3565658"/>
                  </a:lnTo>
                  <a:lnTo>
                    <a:pt x="1870736" y="3565658"/>
                  </a:lnTo>
                  <a:lnTo>
                    <a:pt x="1870736" y="3560746"/>
                  </a:lnTo>
                  <a:lnTo>
                    <a:pt x="1870863" y="3560746"/>
                  </a:lnTo>
                  <a:lnTo>
                    <a:pt x="1870989" y="3560746"/>
                  </a:lnTo>
                  <a:lnTo>
                    <a:pt x="1871115" y="3560746"/>
                  </a:lnTo>
                  <a:lnTo>
                    <a:pt x="1871242" y="3560746"/>
                  </a:lnTo>
                  <a:lnTo>
                    <a:pt x="1871368" y="3560746"/>
                  </a:lnTo>
                  <a:lnTo>
                    <a:pt x="1871494" y="3560746"/>
                  </a:lnTo>
                  <a:lnTo>
                    <a:pt x="1871620" y="3560746"/>
                  </a:lnTo>
                  <a:lnTo>
                    <a:pt x="1871747" y="3560746"/>
                  </a:lnTo>
                  <a:lnTo>
                    <a:pt x="1871873" y="3560746"/>
                  </a:lnTo>
                  <a:lnTo>
                    <a:pt x="1871999" y="3560746"/>
                  </a:lnTo>
                  <a:lnTo>
                    <a:pt x="1872125" y="3560746"/>
                  </a:lnTo>
                  <a:lnTo>
                    <a:pt x="1872252" y="3560746"/>
                  </a:lnTo>
                  <a:lnTo>
                    <a:pt x="1872378" y="3560746"/>
                  </a:lnTo>
                  <a:lnTo>
                    <a:pt x="1872504" y="3560746"/>
                  </a:lnTo>
                  <a:lnTo>
                    <a:pt x="1872630" y="3560746"/>
                  </a:lnTo>
                  <a:lnTo>
                    <a:pt x="1872757" y="3560746"/>
                  </a:lnTo>
                  <a:lnTo>
                    <a:pt x="1872883" y="3560746"/>
                  </a:lnTo>
                  <a:lnTo>
                    <a:pt x="1873009" y="3560746"/>
                  </a:lnTo>
                  <a:lnTo>
                    <a:pt x="1873135" y="3560746"/>
                  </a:lnTo>
                  <a:lnTo>
                    <a:pt x="1873262" y="3560746"/>
                  </a:lnTo>
                  <a:lnTo>
                    <a:pt x="1873388" y="3560746"/>
                  </a:lnTo>
                  <a:lnTo>
                    <a:pt x="1873514" y="3560746"/>
                  </a:lnTo>
                  <a:lnTo>
                    <a:pt x="1873640" y="3560746"/>
                  </a:lnTo>
                  <a:lnTo>
                    <a:pt x="1873767" y="3560746"/>
                  </a:lnTo>
                  <a:lnTo>
                    <a:pt x="1873893" y="3560746"/>
                  </a:lnTo>
                  <a:lnTo>
                    <a:pt x="1874019" y="3560746"/>
                  </a:lnTo>
                  <a:lnTo>
                    <a:pt x="1874145" y="3560746"/>
                  </a:lnTo>
                  <a:lnTo>
                    <a:pt x="1874272" y="3560746"/>
                  </a:lnTo>
                  <a:lnTo>
                    <a:pt x="1874398" y="3560746"/>
                  </a:lnTo>
                  <a:lnTo>
                    <a:pt x="1874524" y="3560746"/>
                  </a:lnTo>
                  <a:lnTo>
                    <a:pt x="1874650" y="3560746"/>
                  </a:lnTo>
                  <a:lnTo>
                    <a:pt x="1874777" y="3560746"/>
                  </a:lnTo>
                  <a:lnTo>
                    <a:pt x="1874777" y="3555835"/>
                  </a:lnTo>
                  <a:lnTo>
                    <a:pt x="1874903" y="3555835"/>
                  </a:lnTo>
                  <a:lnTo>
                    <a:pt x="1875029" y="3555835"/>
                  </a:lnTo>
                  <a:lnTo>
                    <a:pt x="1875155" y="3555835"/>
                  </a:lnTo>
                  <a:lnTo>
                    <a:pt x="1875282" y="3555835"/>
                  </a:lnTo>
                  <a:lnTo>
                    <a:pt x="1875408" y="3555835"/>
                  </a:lnTo>
                  <a:lnTo>
                    <a:pt x="1875534" y="3555835"/>
                  </a:lnTo>
                  <a:lnTo>
                    <a:pt x="1875660" y="3555835"/>
                  </a:lnTo>
                  <a:lnTo>
                    <a:pt x="1875787" y="3555835"/>
                  </a:lnTo>
                  <a:lnTo>
                    <a:pt x="1875913" y="3555835"/>
                  </a:lnTo>
                  <a:lnTo>
                    <a:pt x="1876039" y="3555835"/>
                  </a:lnTo>
                  <a:lnTo>
                    <a:pt x="1876165" y="3555835"/>
                  </a:lnTo>
                  <a:lnTo>
                    <a:pt x="1876292" y="3555835"/>
                  </a:lnTo>
                  <a:lnTo>
                    <a:pt x="1876418" y="3555835"/>
                  </a:lnTo>
                  <a:lnTo>
                    <a:pt x="1876544" y="3555835"/>
                  </a:lnTo>
                  <a:lnTo>
                    <a:pt x="1876671" y="3555835"/>
                  </a:lnTo>
                  <a:lnTo>
                    <a:pt x="1876797" y="3555835"/>
                  </a:lnTo>
                  <a:lnTo>
                    <a:pt x="1876923" y="3555835"/>
                  </a:lnTo>
                  <a:lnTo>
                    <a:pt x="1877049" y="3555835"/>
                  </a:lnTo>
                  <a:lnTo>
                    <a:pt x="1877176" y="3555835"/>
                  </a:lnTo>
                  <a:lnTo>
                    <a:pt x="1877302" y="3555835"/>
                  </a:lnTo>
                  <a:lnTo>
                    <a:pt x="1877428" y="3555835"/>
                  </a:lnTo>
                  <a:lnTo>
                    <a:pt x="1877554" y="3555835"/>
                  </a:lnTo>
                  <a:lnTo>
                    <a:pt x="1877681" y="3555835"/>
                  </a:lnTo>
                  <a:lnTo>
                    <a:pt x="1877807" y="3555835"/>
                  </a:lnTo>
                  <a:lnTo>
                    <a:pt x="1877933" y="3555835"/>
                  </a:lnTo>
                  <a:lnTo>
                    <a:pt x="1878059" y="3555835"/>
                  </a:lnTo>
                  <a:lnTo>
                    <a:pt x="1878186" y="3555835"/>
                  </a:lnTo>
                  <a:lnTo>
                    <a:pt x="1878312" y="3555835"/>
                  </a:lnTo>
                  <a:lnTo>
                    <a:pt x="1878438" y="3555835"/>
                  </a:lnTo>
                  <a:lnTo>
                    <a:pt x="1878564" y="3555835"/>
                  </a:lnTo>
                  <a:lnTo>
                    <a:pt x="1878691" y="3555835"/>
                  </a:lnTo>
                  <a:lnTo>
                    <a:pt x="1878817" y="3555835"/>
                  </a:lnTo>
                  <a:lnTo>
                    <a:pt x="1878943" y="3555835"/>
                  </a:lnTo>
                  <a:lnTo>
                    <a:pt x="1879069" y="3555835"/>
                  </a:lnTo>
                  <a:lnTo>
                    <a:pt x="1879196" y="3555835"/>
                  </a:lnTo>
                  <a:lnTo>
                    <a:pt x="1879322" y="3555835"/>
                  </a:lnTo>
                  <a:lnTo>
                    <a:pt x="1879448" y="3555835"/>
                  </a:lnTo>
                  <a:lnTo>
                    <a:pt x="1879574" y="3555835"/>
                  </a:lnTo>
                  <a:lnTo>
                    <a:pt x="1879701" y="3555835"/>
                  </a:lnTo>
                  <a:lnTo>
                    <a:pt x="1879827" y="3555835"/>
                  </a:lnTo>
                  <a:lnTo>
                    <a:pt x="1879953" y="3555835"/>
                  </a:lnTo>
                  <a:lnTo>
                    <a:pt x="1880079" y="3555835"/>
                  </a:lnTo>
                  <a:lnTo>
                    <a:pt x="1880206" y="3555835"/>
                  </a:lnTo>
                  <a:lnTo>
                    <a:pt x="1880332" y="3555835"/>
                  </a:lnTo>
                  <a:lnTo>
                    <a:pt x="1880458" y="3555835"/>
                  </a:lnTo>
                  <a:lnTo>
                    <a:pt x="1880584" y="3555835"/>
                  </a:lnTo>
                  <a:lnTo>
                    <a:pt x="1880711" y="3555835"/>
                  </a:lnTo>
                  <a:lnTo>
                    <a:pt x="1880837" y="3555835"/>
                  </a:lnTo>
                  <a:lnTo>
                    <a:pt x="1880963" y="3555835"/>
                  </a:lnTo>
                  <a:lnTo>
                    <a:pt x="1881089" y="3555835"/>
                  </a:lnTo>
                  <a:lnTo>
                    <a:pt x="1881216" y="3555835"/>
                  </a:lnTo>
                  <a:lnTo>
                    <a:pt x="1881342" y="3555835"/>
                  </a:lnTo>
                  <a:lnTo>
                    <a:pt x="1881468" y="3555835"/>
                  </a:lnTo>
                  <a:lnTo>
                    <a:pt x="1881595" y="3555835"/>
                  </a:lnTo>
                  <a:lnTo>
                    <a:pt x="1881721" y="3555835"/>
                  </a:lnTo>
                  <a:lnTo>
                    <a:pt x="1881847" y="3555835"/>
                  </a:lnTo>
                  <a:lnTo>
                    <a:pt x="1881973" y="3555835"/>
                  </a:lnTo>
                  <a:lnTo>
                    <a:pt x="1882100" y="3555835"/>
                  </a:lnTo>
                  <a:lnTo>
                    <a:pt x="1882226" y="3555835"/>
                  </a:lnTo>
                  <a:lnTo>
                    <a:pt x="1882226" y="3550924"/>
                  </a:lnTo>
                  <a:lnTo>
                    <a:pt x="1882352" y="3550924"/>
                  </a:lnTo>
                  <a:lnTo>
                    <a:pt x="1882478" y="3550924"/>
                  </a:lnTo>
                  <a:lnTo>
                    <a:pt x="1882605" y="3550924"/>
                  </a:lnTo>
                  <a:lnTo>
                    <a:pt x="1882731" y="3550924"/>
                  </a:lnTo>
                  <a:lnTo>
                    <a:pt x="1882857" y="3550924"/>
                  </a:lnTo>
                  <a:lnTo>
                    <a:pt x="1882983" y="3550924"/>
                  </a:lnTo>
                  <a:lnTo>
                    <a:pt x="1883110" y="3550924"/>
                  </a:lnTo>
                  <a:lnTo>
                    <a:pt x="1883236" y="3550924"/>
                  </a:lnTo>
                  <a:lnTo>
                    <a:pt x="1883362" y="3550924"/>
                  </a:lnTo>
                  <a:lnTo>
                    <a:pt x="1883488" y="3550924"/>
                  </a:lnTo>
                  <a:lnTo>
                    <a:pt x="1883615" y="3550924"/>
                  </a:lnTo>
                  <a:lnTo>
                    <a:pt x="1883741" y="3550924"/>
                  </a:lnTo>
                  <a:lnTo>
                    <a:pt x="1883867" y="3550924"/>
                  </a:lnTo>
                  <a:lnTo>
                    <a:pt x="1883993" y="3550924"/>
                  </a:lnTo>
                  <a:lnTo>
                    <a:pt x="1884120" y="3550924"/>
                  </a:lnTo>
                  <a:lnTo>
                    <a:pt x="1884120" y="3546012"/>
                  </a:lnTo>
                  <a:lnTo>
                    <a:pt x="1884246" y="3546012"/>
                  </a:lnTo>
                  <a:lnTo>
                    <a:pt x="1884372" y="3546012"/>
                  </a:lnTo>
                  <a:lnTo>
                    <a:pt x="1884498" y="3546012"/>
                  </a:lnTo>
                  <a:lnTo>
                    <a:pt x="1884625" y="3546012"/>
                  </a:lnTo>
                  <a:lnTo>
                    <a:pt x="1884751" y="3546012"/>
                  </a:lnTo>
                  <a:lnTo>
                    <a:pt x="1884877" y="3546012"/>
                  </a:lnTo>
                  <a:lnTo>
                    <a:pt x="1885003" y="3546012"/>
                  </a:lnTo>
                  <a:lnTo>
                    <a:pt x="1885130" y="3546012"/>
                  </a:lnTo>
                  <a:lnTo>
                    <a:pt x="1885256" y="3546012"/>
                  </a:lnTo>
                  <a:lnTo>
                    <a:pt x="1885382" y="3546012"/>
                  </a:lnTo>
                  <a:lnTo>
                    <a:pt x="1885508" y="3546012"/>
                  </a:lnTo>
                  <a:lnTo>
                    <a:pt x="1885635" y="3546012"/>
                  </a:lnTo>
                  <a:lnTo>
                    <a:pt x="1885761" y="3546012"/>
                  </a:lnTo>
                  <a:lnTo>
                    <a:pt x="1885887" y="3546012"/>
                  </a:lnTo>
                  <a:lnTo>
                    <a:pt x="1886013" y="3546012"/>
                  </a:lnTo>
                  <a:lnTo>
                    <a:pt x="1886140" y="3546012"/>
                  </a:lnTo>
                  <a:lnTo>
                    <a:pt x="1886266" y="3546012"/>
                  </a:lnTo>
                  <a:lnTo>
                    <a:pt x="1886392" y="3546012"/>
                  </a:lnTo>
                  <a:lnTo>
                    <a:pt x="1886518" y="3546012"/>
                  </a:lnTo>
                  <a:lnTo>
                    <a:pt x="1886645" y="3546012"/>
                  </a:lnTo>
                  <a:lnTo>
                    <a:pt x="1886771" y="3546012"/>
                  </a:lnTo>
                  <a:lnTo>
                    <a:pt x="1886897" y="3546012"/>
                  </a:lnTo>
                  <a:lnTo>
                    <a:pt x="1887024" y="3546012"/>
                  </a:lnTo>
                  <a:lnTo>
                    <a:pt x="1887150" y="3546012"/>
                  </a:lnTo>
                  <a:lnTo>
                    <a:pt x="1887276" y="3546012"/>
                  </a:lnTo>
                  <a:lnTo>
                    <a:pt x="1887402" y="3546012"/>
                  </a:lnTo>
                  <a:lnTo>
                    <a:pt x="1887529" y="3546012"/>
                  </a:lnTo>
                  <a:lnTo>
                    <a:pt x="1887655" y="3546012"/>
                  </a:lnTo>
                  <a:lnTo>
                    <a:pt x="1887781" y="3546012"/>
                  </a:lnTo>
                  <a:lnTo>
                    <a:pt x="1887907" y="3546012"/>
                  </a:lnTo>
                  <a:lnTo>
                    <a:pt x="1887907" y="3541101"/>
                  </a:lnTo>
                  <a:lnTo>
                    <a:pt x="1888034" y="3541101"/>
                  </a:lnTo>
                  <a:lnTo>
                    <a:pt x="1888160" y="3541101"/>
                  </a:lnTo>
                  <a:lnTo>
                    <a:pt x="1888286" y="3541101"/>
                  </a:lnTo>
                  <a:lnTo>
                    <a:pt x="1888412" y="3541101"/>
                  </a:lnTo>
                  <a:lnTo>
                    <a:pt x="1888539" y="3541101"/>
                  </a:lnTo>
                  <a:lnTo>
                    <a:pt x="1888665" y="3541101"/>
                  </a:lnTo>
                  <a:lnTo>
                    <a:pt x="1888791" y="3541101"/>
                  </a:lnTo>
                  <a:lnTo>
                    <a:pt x="1888917" y="3541101"/>
                  </a:lnTo>
                  <a:lnTo>
                    <a:pt x="1888917" y="3536189"/>
                  </a:lnTo>
                  <a:lnTo>
                    <a:pt x="1889044" y="3536189"/>
                  </a:lnTo>
                  <a:lnTo>
                    <a:pt x="1889170" y="3536189"/>
                  </a:lnTo>
                  <a:lnTo>
                    <a:pt x="1889296" y="3536189"/>
                  </a:lnTo>
                  <a:lnTo>
                    <a:pt x="1889422" y="3536189"/>
                  </a:lnTo>
                  <a:lnTo>
                    <a:pt x="1889549" y="3536189"/>
                  </a:lnTo>
                  <a:lnTo>
                    <a:pt x="1889675" y="3536189"/>
                  </a:lnTo>
                  <a:lnTo>
                    <a:pt x="1889801" y="3536189"/>
                  </a:lnTo>
                  <a:lnTo>
                    <a:pt x="1889927" y="3536189"/>
                  </a:lnTo>
                  <a:lnTo>
                    <a:pt x="1890054" y="3536189"/>
                  </a:lnTo>
                  <a:lnTo>
                    <a:pt x="1890180" y="3536189"/>
                  </a:lnTo>
                  <a:lnTo>
                    <a:pt x="1890306" y="3536189"/>
                  </a:lnTo>
                  <a:lnTo>
                    <a:pt x="1890432" y="3536189"/>
                  </a:lnTo>
                  <a:lnTo>
                    <a:pt x="1890559" y="3536189"/>
                  </a:lnTo>
                  <a:lnTo>
                    <a:pt x="1890559" y="3531278"/>
                  </a:lnTo>
                  <a:lnTo>
                    <a:pt x="1890685" y="3531278"/>
                  </a:lnTo>
                  <a:lnTo>
                    <a:pt x="1890811" y="3531278"/>
                  </a:lnTo>
                  <a:lnTo>
                    <a:pt x="1890937" y="3531278"/>
                  </a:lnTo>
                  <a:lnTo>
                    <a:pt x="1891064" y="3531278"/>
                  </a:lnTo>
                  <a:lnTo>
                    <a:pt x="1891190" y="3531278"/>
                  </a:lnTo>
                  <a:lnTo>
                    <a:pt x="1891316" y="3531278"/>
                  </a:lnTo>
                  <a:lnTo>
                    <a:pt x="1891442" y="3531278"/>
                  </a:lnTo>
                  <a:lnTo>
                    <a:pt x="1891569" y="3531278"/>
                  </a:lnTo>
                  <a:lnTo>
                    <a:pt x="1891695" y="3531278"/>
                  </a:lnTo>
                  <a:lnTo>
                    <a:pt x="1891821" y="3531278"/>
                  </a:lnTo>
                  <a:lnTo>
                    <a:pt x="1891948" y="3531278"/>
                  </a:lnTo>
                  <a:lnTo>
                    <a:pt x="1892074" y="3531278"/>
                  </a:lnTo>
                  <a:lnTo>
                    <a:pt x="1892200" y="3531278"/>
                  </a:lnTo>
                  <a:lnTo>
                    <a:pt x="1892326" y="3531278"/>
                  </a:lnTo>
                  <a:lnTo>
                    <a:pt x="1892453" y="3531278"/>
                  </a:lnTo>
                  <a:lnTo>
                    <a:pt x="1892579" y="3531278"/>
                  </a:lnTo>
                  <a:lnTo>
                    <a:pt x="1892705" y="3531278"/>
                  </a:lnTo>
                  <a:lnTo>
                    <a:pt x="1892831" y="3531278"/>
                  </a:lnTo>
                  <a:lnTo>
                    <a:pt x="1892958" y="3531278"/>
                  </a:lnTo>
                  <a:lnTo>
                    <a:pt x="1893084" y="3531278"/>
                  </a:lnTo>
                  <a:lnTo>
                    <a:pt x="1893210" y="3531278"/>
                  </a:lnTo>
                  <a:lnTo>
                    <a:pt x="1893336" y="3531278"/>
                  </a:lnTo>
                  <a:lnTo>
                    <a:pt x="1893463" y="3531278"/>
                  </a:lnTo>
                  <a:lnTo>
                    <a:pt x="1893589" y="3531278"/>
                  </a:lnTo>
                  <a:lnTo>
                    <a:pt x="1893715" y="3531278"/>
                  </a:lnTo>
                  <a:lnTo>
                    <a:pt x="1893841" y="3531278"/>
                  </a:lnTo>
                  <a:lnTo>
                    <a:pt x="1893968" y="3531278"/>
                  </a:lnTo>
                  <a:lnTo>
                    <a:pt x="1894094" y="3531278"/>
                  </a:lnTo>
                  <a:lnTo>
                    <a:pt x="1894220" y="3531278"/>
                  </a:lnTo>
                  <a:lnTo>
                    <a:pt x="1894346" y="3531278"/>
                  </a:lnTo>
                  <a:lnTo>
                    <a:pt x="1894473" y="3531278"/>
                  </a:lnTo>
                  <a:lnTo>
                    <a:pt x="1894599" y="3531278"/>
                  </a:lnTo>
                  <a:lnTo>
                    <a:pt x="1894725" y="3531278"/>
                  </a:lnTo>
                  <a:lnTo>
                    <a:pt x="1894851" y="3531278"/>
                  </a:lnTo>
                  <a:lnTo>
                    <a:pt x="1894978" y="3531278"/>
                  </a:lnTo>
                  <a:lnTo>
                    <a:pt x="1895104" y="3531278"/>
                  </a:lnTo>
                  <a:lnTo>
                    <a:pt x="1895230" y="3531278"/>
                  </a:lnTo>
                  <a:lnTo>
                    <a:pt x="1895356" y="3531278"/>
                  </a:lnTo>
                  <a:lnTo>
                    <a:pt x="1895483" y="3531278"/>
                  </a:lnTo>
                  <a:lnTo>
                    <a:pt x="1895609" y="3531278"/>
                  </a:lnTo>
                  <a:lnTo>
                    <a:pt x="1895735" y="3531278"/>
                  </a:lnTo>
                  <a:lnTo>
                    <a:pt x="1895861" y="3531278"/>
                  </a:lnTo>
                  <a:lnTo>
                    <a:pt x="1895988" y="3531278"/>
                  </a:lnTo>
                  <a:lnTo>
                    <a:pt x="1896114" y="3531278"/>
                  </a:lnTo>
                  <a:lnTo>
                    <a:pt x="1896240" y="3531278"/>
                  </a:lnTo>
                  <a:lnTo>
                    <a:pt x="1896366" y="3531278"/>
                  </a:lnTo>
                  <a:lnTo>
                    <a:pt x="1896493" y="3531278"/>
                  </a:lnTo>
                  <a:lnTo>
                    <a:pt x="1896619" y="3531278"/>
                  </a:lnTo>
                  <a:lnTo>
                    <a:pt x="1896745" y="3531278"/>
                  </a:lnTo>
                  <a:lnTo>
                    <a:pt x="1896871" y="3531278"/>
                  </a:lnTo>
                  <a:lnTo>
                    <a:pt x="1896998" y="3531278"/>
                  </a:lnTo>
                  <a:lnTo>
                    <a:pt x="1897124" y="3531278"/>
                  </a:lnTo>
                  <a:lnTo>
                    <a:pt x="1897250" y="3531278"/>
                  </a:lnTo>
                  <a:lnTo>
                    <a:pt x="1897377" y="3531278"/>
                  </a:lnTo>
                  <a:lnTo>
                    <a:pt x="1897503" y="3531278"/>
                  </a:lnTo>
                  <a:lnTo>
                    <a:pt x="1897629" y="3531278"/>
                  </a:lnTo>
                  <a:lnTo>
                    <a:pt x="1897755" y="3531278"/>
                  </a:lnTo>
                  <a:lnTo>
                    <a:pt x="1897882" y="3531278"/>
                  </a:lnTo>
                  <a:lnTo>
                    <a:pt x="1898008" y="3531278"/>
                  </a:lnTo>
                  <a:lnTo>
                    <a:pt x="1898134" y="3531278"/>
                  </a:lnTo>
                  <a:lnTo>
                    <a:pt x="1898260" y="3531278"/>
                  </a:lnTo>
                  <a:lnTo>
                    <a:pt x="1898387" y="3531278"/>
                  </a:lnTo>
                  <a:lnTo>
                    <a:pt x="1898513" y="3531278"/>
                  </a:lnTo>
                  <a:lnTo>
                    <a:pt x="1898639" y="3531278"/>
                  </a:lnTo>
                  <a:lnTo>
                    <a:pt x="1898765" y="3531278"/>
                  </a:lnTo>
                  <a:lnTo>
                    <a:pt x="1898892" y="3531278"/>
                  </a:lnTo>
                  <a:lnTo>
                    <a:pt x="1899018" y="3531278"/>
                  </a:lnTo>
                  <a:lnTo>
                    <a:pt x="1899144" y="3531278"/>
                  </a:lnTo>
                  <a:lnTo>
                    <a:pt x="1899270" y="3531278"/>
                  </a:lnTo>
                  <a:lnTo>
                    <a:pt x="1899397" y="3531278"/>
                  </a:lnTo>
                  <a:lnTo>
                    <a:pt x="1899523" y="3531278"/>
                  </a:lnTo>
                  <a:lnTo>
                    <a:pt x="1899649" y="3531278"/>
                  </a:lnTo>
                  <a:lnTo>
                    <a:pt x="1899775" y="3531278"/>
                  </a:lnTo>
                  <a:lnTo>
                    <a:pt x="1899902" y="3531278"/>
                  </a:lnTo>
                  <a:lnTo>
                    <a:pt x="1899902" y="3526367"/>
                  </a:lnTo>
                  <a:lnTo>
                    <a:pt x="1900028" y="3526367"/>
                  </a:lnTo>
                  <a:lnTo>
                    <a:pt x="1900154" y="3526367"/>
                  </a:lnTo>
                  <a:lnTo>
                    <a:pt x="1900280" y="3526367"/>
                  </a:lnTo>
                  <a:lnTo>
                    <a:pt x="1900407" y="3526367"/>
                  </a:lnTo>
                  <a:lnTo>
                    <a:pt x="1900533" y="3526367"/>
                  </a:lnTo>
                  <a:lnTo>
                    <a:pt x="1900659" y="3526367"/>
                  </a:lnTo>
                  <a:lnTo>
                    <a:pt x="1900785" y="3526367"/>
                  </a:lnTo>
                  <a:lnTo>
                    <a:pt x="1900912" y="3526367"/>
                  </a:lnTo>
                  <a:lnTo>
                    <a:pt x="1901038" y="3526367"/>
                  </a:lnTo>
                  <a:lnTo>
                    <a:pt x="1901164" y="3526367"/>
                  </a:lnTo>
                  <a:lnTo>
                    <a:pt x="1901290" y="3526367"/>
                  </a:lnTo>
                  <a:lnTo>
                    <a:pt x="1901417" y="3526367"/>
                  </a:lnTo>
                  <a:lnTo>
                    <a:pt x="1901543" y="3526367"/>
                  </a:lnTo>
                  <a:lnTo>
                    <a:pt x="1901669" y="3526367"/>
                  </a:lnTo>
                  <a:lnTo>
                    <a:pt x="1901795" y="3526367"/>
                  </a:lnTo>
                  <a:lnTo>
                    <a:pt x="1901922" y="3526367"/>
                  </a:lnTo>
                  <a:lnTo>
                    <a:pt x="1902048" y="3526367"/>
                  </a:lnTo>
                  <a:lnTo>
                    <a:pt x="1902174" y="3526367"/>
                  </a:lnTo>
                  <a:lnTo>
                    <a:pt x="1902301" y="3526367"/>
                  </a:lnTo>
                  <a:lnTo>
                    <a:pt x="1902427" y="3526367"/>
                  </a:lnTo>
                  <a:lnTo>
                    <a:pt x="1902553" y="3526367"/>
                  </a:lnTo>
                  <a:lnTo>
                    <a:pt x="1902679" y="3526367"/>
                  </a:lnTo>
                  <a:lnTo>
                    <a:pt x="1902806" y="3526367"/>
                  </a:lnTo>
                  <a:lnTo>
                    <a:pt x="1902932" y="3526367"/>
                  </a:lnTo>
                  <a:lnTo>
                    <a:pt x="1903058" y="3526367"/>
                  </a:lnTo>
                  <a:lnTo>
                    <a:pt x="1903184" y="3526367"/>
                  </a:lnTo>
                  <a:lnTo>
                    <a:pt x="1903311" y="3526367"/>
                  </a:lnTo>
                  <a:lnTo>
                    <a:pt x="1903437" y="3526367"/>
                  </a:lnTo>
                  <a:lnTo>
                    <a:pt x="1903563" y="3526367"/>
                  </a:lnTo>
                  <a:lnTo>
                    <a:pt x="1903689" y="3526367"/>
                  </a:lnTo>
                  <a:lnTo>
                    <a:pt x="1903816" y="3526367"/>
                  </a:lnTo>
                  <a:lnTo>
                    <a:pt x="1903942" y="3526367"/>
                  </a:lnTo>
                  <a:lnTo>
                    <a:pt x="1904068" y="3526367"/>
                  </a:lnTo>
                  <a:lnTo>
                    <a:pt x="1904194" y="3526367"/>
                  </a:lnTo>
                  <a:lnTo>
                    <a:pt x="1904321" y="3526367"/>
                  </a:lnTo>
                  <a:lnTo>
                    <a:pt x="1904447" y="3526367"/>
                  </a:lnTo>
                  <a:lnTo>
                    <a:pt x="1904573" y="3526367"/>
                  </a:lnTo>
                  <a:lnTo>
                    <a:pt x="1904699" y="3526367"/>
                  </a:lnTo>
                  <a:lnTo>
                    <a:pt x="1904826" y="3526367"/>
                  </a:lnTo>
                  <a:lnTo>
                    <a:pt x="1904952" y="3526367"/>
                  </a:lnTo>
                  <a:lnTo>
                    <a:pt x="1905078" y="3526367"/>
                  </a:lnTo>
                  <a:lnTo>
                    <a:pt x="1905078" y="3521455"/>
                  </a:lnTo>
                  <a:lnTo>
                    <a:pt x="1905204" y="3521455"/>
                  </a:lnTo>
                  <a:lnTo>
                    <a:pt x="1905331" y="3521455"/>
                  </a:lnTo>
                  <a:lnTo>
                    <a:pt x="1905457" y="3521455"/>
                  </a:lnTo>
                  <a:lnTo>
                    <a:pt x="1905583" y="3521455"/>
                  </a:lnTo>
                  <a:lnTo>
                    <a:pt x="1905709" y="3521455"/>
                  </a:lnTo>
                  <a:lnTo>
                    <a:pt x="1905836" y="3521455"/>
                  </a:lnTo>
                  <a:lnTo>
                    <a:pt x="1905962" y="3521455"/>
                  </a:lnTo>
                  <a:lnTo>
                    <a:pt x="1906088" y="3521455"/>
                  </a:lnTo>
                  <a:lnTo>
                    <a:pt x="1906214" y="3521455"/>
                  </a:lnTo>
                  <a:lnTo>
                    <a:pt x="1906341" y="3521455"/>
                  </a:lnTo>
                  <a:lnTo>
                    <a:pt x="1906467" y="3521455"/>
                  </a:lnTo>
                  <a:lnTo>
                    <a:pt x="1906593" y="3521455"/>
                  </a:lnTo>
                  <a:lnTo>
                    <a:pt x="1906719" y="3521455"/>
                  </a:lnTo>
                  <a:lnTo>
                    <a:pt x="1906846" y="3521455"/>
                  </a:lnTo>
                  <a:lnTo>
                    <a:pt x="1906972" y="3521455"/>
                  </a:lnTo>
                  <a:lnTo>
                    <a:pt x="1907098" y="3521455"/>
                  </a:lnTo>
                  <a:lnTo>
                    <a:pt x="1907225" y="3521455"/>
                  </a:lnTo>
                  <a:lnTo>
                    <a:pt x="1907351" y="3521455"/>
                  </a:lnTo>
                  <a:lnTo>
                    <a:pt x="1907351" y="3516544"/>
                  </a:lnTo>
                  <a:lnTo>
                    <a:pt x="1907477" y="3516544"/>
                  </a:lnTo>
                  <a:lnTo>
                    <a:pt x="1907603" y="3516544"/>
                  </a:lnTo>
                  <a:lnTo>
                    <a:pt x="1907730" y="3516544"/>
                  </a:lnTo>
                  <a:lnTo>
                    <a:pt x="1907856" y="3516544"/>
                  </a:lnTo>
                  <a:lnTo>
                    <a:pt x="1907982" y="3516544"/>
                  </a:lnTo>
                  <a:lnTo>
                    <a:pt x="1908108" y="3516544"/>
                  </a:lnTo>
                  <a:lnTo>
                    <a:pt x="1908235" y="3516544"/>
                  </a:lnTo>
                  <a:lnTo>
                    <a:pt x="1908361" y="3516544"/>
                  </a:lnTo>
                  <a:lnTo>
                    <a:pt x="1908487" y="3516544"/>
                  </a:lnTo>
                  <a:lnTo>
                    <a:pt x="1908613" y="3516544"/>
                  </a:lnTo>
                  <a:lnTo>
                    <a:pt x="1908740" y="3516544"/>
                  </a:lnTo>
                  <a:lnTo>
                    <a:pt x="1908866" y="3516544"/>
                  </a:lnTo>
                  <a:lnTo>
                    <a:pt x="1908992" y="3516544"/>
                  </a:lnTo>
                  <a:lnTo>
                    <a:pt x="1909118" y="3516544"/>
                  </a:lnTo>
                  <a:lnTo>
                    <a:pt x="1909118" y="3511633"/>
                  </a:lnTo>
                  <a:lnTo>
                    <a:pt x="1909245" y="3511633"/>
                  </a:lnTo>
                  <a:lnTo>
                    <a:pt x="1909371" y="3511633"/>
                  </a:lnTo>
                  <a:lnTo>
                    <a:pt x="1909497" y="3511633"/>
                  </a:lnTo>
                  <a:lnTo>
                    <a:pt x="1909623" y="3511633"/>
                  </a:lnTo>
                  <a:lnTo>
                    <a:pt x="1909750" y="3511633"/>
                  </a:lnTo>
                  <a:lnTo>
                    <a:pt x="1909876" y="3511633"/>
                  </a:lnTo>
                  <a:lnTo>
                    <a:pt x="1910002" y="3511633"/>
                  </a:lnTo>
                  <a:lnTo>
                    <a:pt x="1910128" y="3511633"/>
                  </a:lnTo>
                  <a:lnTo>
                    <a:pt x="1910255" y="3511633"/>
                  </a:lnTo>
                  <a:lnTo>
                    <a:pt x="1910381" y="3511633"/>
                  </a:lnTo>
                  <a:lnTo>
                    <a:pt x="1910507" y="3511633"/>
                  </a:lnTo>
                  <a:lnTo>
                    <a:pt x="1910633" y="3511633"/>
                  </a:lnTo>
                  <a:lnTo>
                    <a:pt x="1910760" y="3511633"/>
                  </a:lnTo>
                  <a:lnTo>
                    <a:pt x="1910886" y="3511633"/>
                  </a:lnTo>
                  <a:lnTo>
                    <a:pt x="1911012" y="3511633"/>
                  </a:lnTo>
                  <a:lnTo>
                    <a:pt x="1911138" y="3511633"/>
                  </a:lnTo>
                  <a:lnTo>
                    <a:pt x="1911265" y="3511633"/>
                  </a:lnTo>
                  <a:lnTo>
                    <a:pt x="1911391" y="3511633"/>
                  </a:lnTo>
                  <a:lnTo>
                    <a:pt x="1911517" y="3511633"/>
                  </a:lnTo>
                  <a:lnTo>
                    <a:pt x="1911643" y="3511633"/>
                  </a:lnTo>
                  <a:lnTo>
                    <a:pt x="1911770" y="3511633"/>
                  </a:lnTo>
                  <a:lnTo>
                    <a:pt x="1911896" y="3511633"/>
                  </a:lnTo>
                  <a:lnTo>
                    <a:pt x="1912022" y="3511633"/>
                  </a:lnTo>
                  <a:lnTo>
                    <a:pt x="1912148" y="3511633"/>
                  </a:lnTo>
                  <a:lnTo>
                    <a:pt x="1912275" y="3511633"/>
                  </a:lnTo>
                  <a:lnTo>
                    <a:pt x="1912401" y="3511633"/>
                  </a:lnTo>
                  <a:lnTo>
                    <a:pt x="1912527" y="3511633"/>
                  </a:lnTo>
                  <a:lnTo>
                    <a:pt x="1912654" y="3511633"/>
                  </a:lnTo>
                  <a:lnTo>
                    <a:pt x="1912780" y="3511633"/>
                  </a:lnTo>
                  <a:lnTo>
                    <a:pt x="1912906" y="3511633"/>
                  </a:lnTo>
                  <a:lnTo>
                    <a:pt x="1913032" y="3511633"/>
                  </a:lnTo>
                  <a:lnTo>
                    <a:pt x="1913159" y="3511633"/>
                  </a:lnTo>
                  <a:lnTo>
                    <a:pt x="1913285" y="3511633"/>
                  </a:lnTo>
                  <a:lnTo>
                    <a:pt x="1913411" y="3511633"/>
                  </a:lnTo>
                  <a:lnTo>
                    <a:pt x="1913537" y="3511633"/>
                  </a:lnTo>
                  <a:lnTo>
                    <a:pt x="1913664" y="3511633"/>
                  </a:lnTo>
                  <a:lnTo>
                    <a:pt x="1913790" y="3511633"/>
                  </a:lnTo>
                  <a:lnTo>
                    <a:pt x="1913916" y="3511633"/>
                  </a:lnTo>
                  <a:lnTo>
                    <a:pt x="1914042" y="3511633"/>
                  </a:lnTo>
                  <a:lnTo>
                    <a:pt x="1914169" y="3511633"/>
                  </a:lnTo>
                  <a:lnTo>
                    <a:pt x="1914295" y="3511633"/>
                  </a:lnTo>
                  <a:lnTo>
                    <a:pt x="1914421" y="3511633"/>
                  </a:lnTo>
                  <a:lnTo>
                    <a:pt x="1914547" y="3511633"/>
                  </a:lnTo>
                  <a:lnTo>
                    <a:pt x="1914674" y="3511633"/>
                  </a:lnTo>
                  <a:lnTo>
                    <a:pt x="1914800" y="3511633"/>
                  </a:lnTo>
                  <a:lnTo>
                    <a:pt x="1914926" y="3511633"/>
                  </a:lnTo>
                  <a:lnTo>
                    <a:pt x="1915052" y="3511633"/>
                  </a:lnTo>
                  <a:lnTo>
                    <a:pt x="1915179" y="3511633"/>
                  </a:lnTo>
                  <a:lnTo>
                    <a:pt x="1915305" y="3511633"/>
                  </a:lnTo>
                  <a:lnTo>
                    <a:pt x="1915431" y="3511633"/>
                  </a:lnTo>
                  <a:lnTo>
                    <a:pt x="1915557" y="3511633"/>
                  </a:lnTo>
                  <a:lnTo>
                    <a:pt x="1915684" y="3511633"/>
                  </a:lnTo>
                  <a:lnTo>
                    <a:pt x="1915810" y="3511633"/>
                  </a:lnTo>
                  <a:lnTo>
                    <a:pt x="1915936" y="3511633"/>
                  </a:lnTo>
                  <a:lnTo>
                    <a:pt x="1916062" y="3511633"/>
                  </a:lnTo>
                  <a:lnTo>
                    <a:pt x="1916189" y="3511633"/>
                  </a:lnTo>
                  <a:lnTo>
                    <a:pt x="1916315" y="3511633"/>
                  </a:lnTo>
                  <a:lnTo>
                    <a:pt x="1916441" y="3511633"/>
                  </a:lnTo>
                  <a:lnTo>
                    <a:pt x="1916567" y="3511633"/>
                  </a:lnTo>
                  <a:lnTo>
                    <a:pt x="1916694" y="3511633"/>
                  </a:lnTo>
                  <a:lnTo>
                    <a:pt x="1916820" y="3511633"/>
                  </a:lnTo>
                  <a:lnTo>
                    <a:pt x="1916946" y="3511633"/>
                  </a:lnTo>
                  <a:lnTo>
                    <a:pt x="1917072" y="3511633"/>
                  </a:lnTo>
                  <a:lnTo>
                    <a:pt x="1917199" y="3511633"/>
                  </a:lnTo>
                  <a:lnTo>
                    <a:pt x="1917325" y="3511633"/>
                  </a:lnTo>
                  <a:lnTo>
                    <a:pt x="1917451" y="3511633"/>
                  </a:lnTo>
                  <a:lnTo>
                    <a:pt x="1917578" y="3511633"/>
                  </a:lnTo>
                  <a:lnTo>
                    <a:pt x="1917704" y="3511633"/>
                  </a:lnTo>
                  <a:lnTo>
                    <a:pt x="1917830" y="3511633"/>
                  </a:lnTo>
                  <a:lnTo>
                    <a:pt x="1917956" y="3511633"/>
                  </a:lnTo>
                  <a:lnTo>
                    <a:pt x="1918083" y="3511633"/>
                  </a:lnTo>
                  <a:lnTo>
                    <a:pt x="1918209" y="3511633"/>
                  </a:lnTo>
                  <a:lnTo>
                    <a:pt x="1918335" y="3511633"/>
                  </a:lnTo>
                  <a:lnTo>
                    <a:pt x="1918461" y="3511633"/>
                  </a:lnTo>
                  <a:lnTo>
                    <a:pt x="1918461" y="3506721"/>
                  </a:lnTo>
                  <a:lnTo>
                    <a:pt x="1918588" y="3506721"/>
                  </a:lnTo>
                  <a:lnTo>
                    <a:pt x="1918714" y="3506721"/>
                  </a:lnTo>
                  <a:lnTo>
                    <a:pt x="1918840" y="3506721"/>
                  </a:lnTo>
                  <a:lnTo>
                    <a:pt x="1918966" y="3506721"/>
                  </a:lnTo>
                  <a:lnTo>
                    <a:pt x="1919093" y="3506721"/>
                  </a:lnTo>
                  <a:lnTo>
                    <a:pt x="1919219" y="3506721"/>
                  </a:lnTo>
                  <a:lnTo>
                    <a:pt x="1919345" y="3506721"/>
                  </a:lnTo>
                  <a:lnTo>
                    <a:pt x="1919471" y="3506721"/>
                  </a:lnTo>
                  <a:lnTo>
                    <a:pt x="1919598" y="3506721"/>
                  </a:lnTo>
                  <a:lnTo>
                    <a:pt x="1919598" y="3501810"/>
                  </a:lnTo>
                  <a:lnTo>
                    <a:pt x="1919724" y="3501810"/>
                  </a:lnTo>
                  <a:lnTo>
                    <a:pt x="1919850" y="3501810"/>
                  </a:lnTo>
                  <a:lnTo>
                    <a:pt x="1919976" y="3501810"/>
                  </a:lnTo>
                  <a:lnTo>
                    <a:pt x="1920103" y="3501810"/>
                  </a:lnTo>
                  <a:lnTo>
                    <a:pt x="1920229" y="3501810"/>
                  </a:lnTo>
                  <a:lnTo>
                    <a:pt x="1920355" y="3501810"/>
                  </a:lnTo>
                  <a:lnTo>
                    <a:pt x="1920481" y="3501810"/>
                  </a:lnTo>
                  <a:lnTo>
                    <a:pt x="1920608" y="3501810"/>
                  </a:lnTo>
                  <a:lnTo>
                    <a:pt x="1920734" y="3501810"/>
                  </a:lnTo>
                  <a:lnTo>
                    <a:pt x="1920860" y="3501810"/>
                  </a:lnTo>
                  <a:lnTo>
                    <a:pt x="1920986" y="3501810"/>
                  </a:lnTo>
                  <a:lnTo>
                    <a:pt x="1921113" y="3501810"/>
                  </a:lnTo>
                  <a:lnTo>
                    <a:pt x="1921239" y="3501810"/>
                  </a:lnTo>
                  <a:lnTo>
                    <a:pt x="1921365" y="3501810"/>
                  </a:lnTo>
                  <a:lnTo>
                    <a:pt x="1921491" y="3501810"/>
                  </a:lnTo>
                  <a:lnTo>
                    <a:pt x="1921618" y="3501810"/>
                  </a:lnTo>
                  <a:lnTo>
                    <a:pt x="1921744" y="3501810"/>
                  </a:lnTo>
                  <a:lnTo>
                    <a:pt x="1921744" y="3496898"/>
                  </a:lnTo>
                  <a:lnTo>
                    <a:pt x="1921870" y="3496898"/>
                  </a:lnTo>
                  <a:lnTo>
                    <a:pt x="1921996" y="3496898"/>
                  </a:lnTo>
                  <a:lnTo>
                    <a:pt x="1922123" y="3496898"/>
                  </a:lnTo>
                  <a:lnTo>
                    <a:pt x="1922249" y="3496898"/>
                  </a:lnTo>
                  <a:lnTo>
                    <a:pt x="1922375" y="3496898"/>
                  </a:lnTo>
                  <a:lnTo>
                    <a:pt x="1922501" y="3496898"/>
                  </a:lnTo>
                  <a:lnTo>
                    <a:pt x="1922628" y="3496898"/>
                  </a:lnTo>
                  <a:lnTo>
                    <a:pt x="1922754" y="3496898"/>
                  </a:lnTo>
                  <a:lnTo>
                    <a:pt x="1922880" y="3496898"/>
                  </a:lnTo>
                  <a:lnTo>
                    <a:pt x="1923007" y="3496898"/>
                  </a:lnTo>
                  <a:lnTo>
                    <a:pt x="1923133" y="3496898"/>
                  </a:lnTo>
                  <a:lnTo>
                    <a:pt x="1923259" y="3496898"/>
                  </a:lnTo>
                  <a:lnTo>
                    <a:pt x="1923385" y="3496898"/>
                  </a:lnTo>
                  <a:lnTo>
                    <a:pt x="1923512" y="3496898"/>
                  </a:lnTo>
                  <a:lnTo>
                    <a:pt x="1923638" y="3496898"/>
                  </a:lnTo>
                  <a:lnTo>
                    <a:pt x="1923764" y="3496898"/>
                  </a:lnTo>
                  <a:lnTo>
                    <a:pt x="1923890" y="3496898"/>
                  </a:lnTo>
                  <a:lnTo>
                    <a:pt x="1924017" y="3496898"/>
                  </a:lnTo>
                  <a:lnTo>
                    <a:pt x="1924143" y="3496898"/>
                  </a:lnTo>
                  <a:lnTo>
                    <a:pt x="1924269" y="3496898"/>
                  </a:lnTo>
                  <a:lnTo>
                    <a:pt x="1924395" y="3496898"/>
                  </a:lnTo>
                  <a:lnTo>
                    <a:pt x="1924522" y="3496898"/>
                  </a:lnTo>
                  <a:lnTo>
                    <a:pt x="1924648" y="3496898"/>
                  </a:lnTo>
                  <a:lnTo>
                    <a:pt x="1924774" y="3496898"/>
                  </a:lnTo>
                  <a:lnTo>
                    <a:pt x="1924900" y="3496898"/>
                  </a:lnTo>
                  <a:lnTo>
                    <a:pt x="1925027" y="3496898"/>
                  </a:lnTo>
                  <a:lnTo>
                    <a:pt x="1925153" y="3496898"/>
                  </a:lnTo>
                  <a:lnTo>
                    <a:pt x="1925279" y="3496898"/>
                  </a:lnTo>
                  <a:lnTo>
                    <a:pt x="1925405" y="3496898"/>
                  </a:lnTo>
                  <a:lnTo>
                    <a:pt x="1925532" y="3496898"/>
                  </a:lnTo>
                  <a:lnTo>
                    <a:pt x="1925658" y="3496898"/>
                  </a:lnTo>
                  <a:lnTo>
                    <a:pt x="1925784" y="3496898"/>
                  </a:lnTo>
                  <a:lnTo>
                    <a:pt x="1925910" y="3496898"/>
                  </a:lnTo>
                  <a:lnTo>
                    <a:pt x="1926037" y="3496898"/>
                  </a:lnTo>
                  <a:lnTo>
                    <a:pt x="1926163" y="3496898"/>
                  </a:lnTo>
                  <a:lnTo>
                    <a:pt x="1926289" y="3496898"/>
                  </a:lnTo>
                  <a:lnTo>
                    <a:pt x="1926415" y="3496898"/>
                  </a:lnTo>
                  <a:lnTo>
                    <a:pt x="1926542" y="3496898"/>
                  </a:lnTo>
                  <a:lnTo>
                    <a:pt x="1926668" y="3496898"/>
                  </a:lnTo>
                  <a:lnTo>
                    <a:pt x="1926794" y="3496898"/>
                  </a:lnTo>
                  <a:lnTo>
                    <a:pt x="1926920" y="3496898"/>
                  </a:lnTo>
                  <a:lnTo>
                    <a:pt x="1927047" y="3496898"/>
                  </a:lnTo>
                  <a:lnTo>
                    <a:pt x="1927173" y="3496898"/>
                  </a:lnTo>
                  <a:lnTo>
                    <a:pt x="1927299" y="3496898"/>
                  </a:lnTo>
                  <a:lnTo>
                    <a:pt x="1927425" y="3496898"/>
                  </a:lnTo>
                  <a:lnTo>
                    <a:pt x="1927552" y="3496898"/>
                  </a:lnTo>
                  <a:lnTo>
                    <a:pt x="1927678" y="3496898"/>
                  </a:lnTo>
                  <a:lnTo>
                    <a:pt x="1927804" y="3496898"/>
                  </a:lnTo>
                  <a:lnTo>
                    <a:pt x="1927931" y="3496898"/>
                  </a:lnTo>
                  <a:lnTo>
                    <a:pt x="1927931" y="3491987"/>
                  </a:lnTo>
                  <a:lnTo>
                    <a:pt x="1928057" y="3491987"/>
                  </a:lnTo>
                  <a:lnTo>
                    <a:pt x="1928183" y="3491987"/>
                  </a:lnTo>
                  <a:lnTo>
                    <a:pt x="1928309" y="3491987"/>
                  </a:lnTo>
                  <a:lnTo>
                    <a:pt x="1928436" y="3491987"/>
                  </a:lnTo>
                  <a:lnTo>
                    <a:pt x="1928562" y="3491987"/>
                  </a:lnTo>
                  <a:lnTo>
                    <a:pt x="1928688" y="3491987"/>
                  </a:lnTo>
                  <a:lnTo>
                    <a:pt x="1928814" y="3491987"/>
                  </a:lnTo>
                  <a:lnTo>
                    <a:pt x="1928941" y="3491987"/>
                  </a:lnTo>
                  <a:lnTo>
                    <a:pt x="1929067" y="3491987"/>
                  </a:lnTo>
                  <a:lnTo>
                    <a:pt x="1929193" y="3491987"/>
                  </a:lnTo>
                  <a:lnTo>
                    <a:pt x="1929319" y="3491987"/>
                  </a:lnTo>
                  <a:lnTo>
                    <a:pt x="1929446" y="3491987"/>
                  </a:lnTo>
                  <a:lnTo>
                    <a:pt x="1929572" y="3491987"/>
                  </a:lnTo>
                  <a:lnTo>
                    <a:pt x="1929698" y="3491987"/>
                  </a:lnTo>
                  <a:lnTo>
                    <a:pt x="1929824" y="3491987"/>
                  </a:lnTo>
                  <a:lnTo>
                    <a:pt x="1929951" y="3491987"/>
                  </a:lnTo>
                  <a:lnTo>
                    <a:pt x="1930077" y="3491987"/>
                  </a:lnTo>
                  <a:lnTo>
                    <a:pt x="1930203" y="3491987"/>
                  </a:lnTo>
                  <a:lnTo>
                    <a:pt x="1930329" y="3491987"/>
                  </a:lnTo>
                  <a:lnTo>
                    <a:pt x="1930456" y="3491987"/>
                  </a:lnTo>
                  <a:lnTo>
                    <a:pt x="1930582" y="3491987"/>
                  </a:lnTo>
                  <a:lnTo>
                    <a:pt x="1930708" y="3491987"/>
                  </a:lnTo>
                  <a:lnTo>
                    <a:pt x="1930834" y="3491987"/>
                  </a:lnTo>
                  <a:lnTo>
                    <a:pt x="1930961" y="3491987"/>
                  </a:lnTo>
                  <a:lnTo>
                    <a:pt x="1931087" y="3491987"/>
                  </a:lnTo>
                  <a:lnTo>
                    <a:pt x="1931213" y="3491987"/>
                  </a:lnTo>
                  <a:lnTo>
                    <a:pt x="1931339" y="3491987"/>
                  </a:lnTo>
                  <a:lnTo>
                    <a:pt x="1931466" y="3491987"/>
                  </a:lnTo>
                  <a:lnTo>
                    <a:pt x="1931592" y="3491987"/>
                  </a:lnTo>
                  <a:lnTo>
                    <a:pt x="1931718" y="3491987"/>
                  </a:lnTo>
                  <a:lnTo>
                    <a:pt x="1931844" y="3491987"/>
                  </a:lnTo>
                  <a:lnTo>
                    <a:pt x="1931971" y="3491987"/>
                  </a:lnTo>
                  <a:lnTo>
                    <a:pt x="1932097" y="3491987"/>
                  </a:lnTo>
                  <a:lnTo>
                    <a:pt x="1932223" y="3491987"/>
                  </a:lnTo>
                  <a:lnTo>
                    <a:pt x="1932349" y="3491987"/>
                  </a:lnTo>
                  <a:lnTo>
                    <a:pt x="1932476" y="3491987"/>
                  </a:lnTo>
                  <a:lnTo>
                    <a:pt x="1932602" y="3491987"/>
                  </a:lnTo>
                  <a:lnTo>
                    <a:pt x="1932728" y="3491987"/>
                  </a:lnTo>
                  <a:lnTo>
                    <a:pt x="1932854" y="3491987"/>
                  </a:lnTo>
                  <a:lnTo>
                    <a:pt x="1932981" y="3491987"/>
                  </a:lnTo>
                  <a:lnTo>
                    <a:pt x="1933107" y="3491987"/>
                  </a:lnTo>
                  <a:lnTo>
                    <a:pt x="1933233" y="3491987"/>
                  </a:lnTo>
                  <a:lnTo>
                    <a:pt x="1933360" y="3491987"/>
                  </a:lnTo>
                  <a:lnTo>
                    <a:pt x="1933486" y="3491987"/>
                  </a:lnTo>
                  <a:lnTo>
                    <a:pt x="1933612" y="3491987"/>
                  </a:lnTo>
                  <a:lnTo>
                    <a:pt x="1933738" y="3491987"/>
                  </a:lnTo>
                  <a:lnTo>
                    <a:pt x="1933865" y="3491987"/>
                  </a:lnTo>
                  <a:lnTo>
                    <a:pt x="1933991" y="3491987"/>
                  </a:lnTo>
                  <a:lnTo>
                    <a:pt x="1934117" y="3491987"/>
                  </a:lnTo>
                  <a:lnTo>
                    <a:pt x="1934243" y="3491987"/>
                  </a:lnTo>
                  <a:lnTo>
                    <a:pt x="1934370" y="3491987"/>
                  </a:lnTo>
                  <a:lnTo>
                    <a:pt x="1934496" y="3491987"/>
                  </a:lnTo>
                  <a:lnTo>
                    <a:pt x="1934622" y="3491987"/>
                  </a:lnTo>
                  <a:lnTo>
                    <a:pt x="1934748" y="3491987"/>
                  </a:lnTo>
                  <a:lnTo>
                    <a:pt x="1934875" y="3491987"/>
                  </a:lnTo>
                  <a:lnTo>
                    <a:pt x="1935001" y="3491987"/>
                  </a:lnTo>
                  <a:lnTo>
                    <a:pt x="1935001" y="3487076"/>
                  </a:lnTo>
                  <a:lnTo>
                    <a:pt x="1935127" y="3487076"/>
                  </a:lnTo>
                  <a:lnTo>
                    <a:pt x="1935253" y="3487076"/>
                  </a:lnTo>
                  <a:lnTo>
                    <a:pt x="1935380" y="3487076"/>
                  </a:lnTo>
                  <a:lnTo>
                    <a:pt x="1935506" y="3487076"/>
                  </a:lnTo>
                  <a:lnTo>
                    <a:pt x="1935632" y="3487076"/>
                  </a:lnTo>
                  <a:lnTo>
                    <a:pt x="1935758" y="3487076"/>
                  </a:lnTo>
                  <a:lnTo>
                    <a:pt x="1935885" y="3487076"/>
                  </a:lnTo>
                  <a:lnTo>
                    <a:pt x="1936011" y="3487076"/>
                  </a:lnTo>
                  <a:lnTo>
                    <a:pt x="1936137" y="3487076"/>
                  </a:lnTo>
                  <a:lnTo>
                    <a:pt x="1936263" y="3487076"/>
                  </a:lnTo>
                  <a:lnTo>
                    <a:pt x="1936390" y="3487076"/>
                  </a:lnTo>
                  <a:lnTo>
                    <a:pt x="1936516" y="3487076"/>
                  </a:lnTo>
                  <a:lnTo>
                    <a:pt x="1936642" y="3487076"/>
                  </a:lnTo>
                  <a:lnTo>
                    <a:pt x="1936768" y="3487076"/>
                  </a:lnTo>
                  <a:lnTo>
                    <a:pt x="1936895" y="3487076"/>
                  </a:lnTo>
                  <a:lnTo>
                    <a:pt x="1937021" y="3487076"/>
                  </a:lnTo>
                  <a:lnTo>
                    <a:pt x="1937147" y="3487076"/>
                  </a:lnTo>
                  <a:lnTo>
                    <a:pt x="1937273" y="3487076"/>
                  </a:lnTo>
                  <a:lnTo>
                    <a:pt x="1937400" y="3487076"/>
                  </a:lnTo>
                  <a:lnTo>
                    <a:pt x="1937526" y="3487076"/>
                  </a:lnTo>
                  <a:lnTo>
                    <a:pt x="1937652" y="3487076"/>
                  </a:lnTo>
                  <a:lnTo>
                    <a:pt x="1937778" y="3487076"/>
                  </a:lnTo>
                  <a:lnTo>
                    <a:pt x="1937905" y="3487076"/>
                  </a:lnTo>
                  <a:lnTo>
                    <a:pt x="1938031" y="3487076"/>
                  </a:lnTo>
                  <a:lnTo>
                    <a:pt x="1938031" y="3482164"/>
                  </a:lnTo>
                  <a:lnTo>
                    <a:pt x="1938157" y="3482164"/>
                  </a:lnTo>
                  <a:lnTo>
                    <a:pt x="1938284" y="3482164"/>
                  </a:lnTo>
                  <a:lnTo>
                    <a:pt x="1938410" y="3482164"/>
                  </a:lnTo>
                  <a:lnTo>
                    <a:pt x="1938536" y="3482164"/>
                  </a:lnTo>
                  <a:lnTo>
                    <a:pt x="1938662" y="3482164"/>
                  </a:lnTo>
                  <a:lnTo>
                    <a:pt x="1938789" y="3482164"/>
                  </a:lnTo>
                  <a:lnTo>
                    <a:pt x="1938915" y="3482164"/>
                  </a:lnTo>
                  <a:lnTo>
                    <a:pt x="1939041" y="3482164"/>
                  </a:lnTo>
                  <a:lnTo>
                    <a:pt x="1939167" y="3482164"/>
                  </a:lnTo>
                  <a:lnTo>
                    <a:pt x="1939294" y="3482164"/>
                  </a:lnTo>
                  <a:lnTo>
                    <a:pt x="1939420" y="3482164"/>
                  </a:lnTo>
                  <a:lnTo>
                    <a:pt x="1939546" y="3482164"/>
                  </a:lnTo>
                  <a:lnTo>
                    <a:pt x="1939672" y="3482164"/>
                  </a:lnTo>
                  <a:lnTo>
                    <a:pt x="1939799" y="3482164"/>
                  </a:lnTo>
                  <a:lnTo>
                    <a:pt x="1939925" y="3482164"/>
                  </a:lnTo>
                  <a:lnTo>
                    <a:pt x="1940051" y="3482164"/>
                  </a:lnTo>
                  <a:lnTo>
                    <a:pt x="1940177" y="3482164"/>
                  </a:lnTo>
                  <a:lnTo>
                    <a:pt x="1940304" y="3482164"/>
                  </a:lnTo>
                  <a:lnTo>
                    <a:pt x="1940430" y="3482164"/>
                  </a:lnTo>
                  <a:lnTo>
                    <a:pt x="1940556" y="3482164"/>
                  </a:lnTo>
                  <a:lnTo>
                    <a:pt x="1940682" y="3482164"/>
                  </a:lnTo>
                  <a:lnTo>
                    <a:pt x="1940809" y="3482164"/>
                  </a:lnTo>
                  <a:lnTo>
                    <a:pt x="1940935" y="3482164"/>
                  </a:lnTo>
                  <a:lnTo>
                    <a:pt x="1941061" y="3482164"/>
                  </a:lnTo>
                  <a:lnTo>
                    <a:pt x="1941187" y="3482164"/>
                  </a:lnTo>
                  <a:lnTo>
                    <a:pt x="1941314" y="3482164"/>
                  </a:lnTo>
                  <a:lnTo>
                    <a:pt x="1941440" y="3482164"/>
                  </a:lnTo>
                  <a:lnTo>
                    <a:pt x="1941566" y="3482164"/>
                  </a:lnTo>
                  <a:lnTo>
                    <a:pt x="1941692" y="3482164"/>
                  </a:lnTo>
                  <a:lnTo>
                    <a:pt x="1941819" y="3482164"/>
                  </a:lnTo>
                  <a:lnTo>
                    <a:pt x="1941945" y="3482164"/>
                  </a:lnTo>
                  <a:lnTo>
                    <a:pt x="1942071" y="3482164"/>
                  </a:lnTo>
                  <a:lnTo>
                    <a:pt x="1942197" y="3482164"/>
                  </a:lnTo>
                  <a:lnTo>
                    <a:pt x="1942324" y="3482164"/>
                  </a:lnTo>
                  <a:lnTo>
                    <a:pt x="1942450" y="3482164"/>
                  </a:lnTo>
                  <a:lnTo>
                    <a:pt x="1942576" y="3482164"/>
                  </a:lnTo>
                  <a:lnTo>
                    <a:pt x="1942702" y="3482164"/>
                  </a:lnTo>
                  <a:lnTo>
                    <a:pt x="1942829" y="3482164"/>
                  </a:lnTo>
                  <a:lnTo>
                    <a:pt x="1942955" y="3482164"/>
                  </a:lnTo>
                  <a:lnTo>
                    <a:pt x="1943081" y="3482164"/>
                  </a:lnTo>
                  <a:lnTo>
                    <a:pt x="1943207" y="3482164"/>
                  </a:lnTo>
                  <a:lnTo>
                    <a:pt x="1943334" y="3482164"/>
                  </a:lnTo>
                  <a:lnTo>
                    <a:pt x="1943460" y="3482164"/>
                  </a:lnTo>
                  <a:lnTo>
                    <a:pt x="1943586" y="3482164"/>
                  </a:lnTo>
                  <a:lnTo>
                    <a:pt x="1943713" y="3482164"/>
                  </a:lnTo>
                  <a:lnTo>
                    <a:pt x="1943839" y="3482164"/>
                  </a:lnTo>
                  <a:lnTo>
                    <a:pt x="1943965" y="3482164"/>
                  </a:lnTo>
                  <a:lnTo>
                    <a:pt x="1944091" y="3482164"/>
                  </a:lnTo>
                  <a:lnTo>
                    <a:pt x="1944218" y="3482164"/>
                  </a:lnTo>
                  <a:lnTo>
                    <a:pt x="1944344" y="3482164"/>
                  </a:lnTo>
                  <a:lnTo>
                    <a:pt x="1944470" y="3482164"/>
                  </a:lnTo>
                  <a:lnTo>
                    <a:pt x="1944596" y="3482164"/>
                  </a:lnTo>
                  <a:lnTo>
                    <a:pt x="1944723" y="3482164"/>
                  </a:lnTo>
                  <a:lnTo>
                    <a:pt x="1944849" y="3482164"/>
                  </a:lnTo>
                  <a:lnTo>
                    <a:pt x="1944975" y="3482164"/>
                  </a:lnTo>
                  <a:lnTo>
                    <a:pt x="1945101" y="3482164"/>
                  </a:lnTo>
                  <a:lnTo>
                    <a:pt x="1945228" y="3482164"/>
                  </a:lnTo>
                  <a:lnTo>
                    <a:pt x="1945354" y="3482164"/>
                  </a:lnTo>
                  <a:lnTo>
                    <a:pt x="1945354" y="3477253"/>
                  </a:lnTo>
                  <a:lnTo>
                    <a:pt x="1945480" y="3477253"/>
                  </a:lnTo>
                  <a:lnTo>
                    <a:pt x="1945606" y="3477253"/>
                  </a:lnTo>
                  <a:lnTo>
                    <a:pt x="1945733" y="3477253"/>
                  </a:lnTo>
                  <a:lnTo>
                    <a:pt x="1945859" y="3477253"/>
                  </a:lnTo>
                  <a:lnTo>
                    <a:pt x="1945985" y="3477253"/>
                  </a:lnTo>
                  <a:lnTo>
                    <a:pt x="1946111" y="3477253"/>
                  </a:lnTo>
                  <a:lnTo>
                    <a:pt x="1946238" y="3477253"/>
                  </a:lnTo>
                  <a:lnTo>
                    <a:pt x="1946364" y="3477253"/>
                  </a:lnTo>
                  <a:lnTo>
                    <a:pt x="1946490" y="3477253"/>
                  </a:lnTo>
                  <a:lnTo>
                    <a:pt x="1946616" y="3477253"/>
                  </a:lnTo>
                  <a:lnTo>
                    <a:pt x="1946743" y="3477253"/>
                  </a:lnTo>
                  <a:lnTo>
                    <a:pt x="1946869" y="3477253"/>
                  </a:lnTo>
                  <a:lnTo>
                    <a:pt x="1946995" y="3477253"/>
                  </a:lnTo>
                  <a:lnTo>
                    <a:pt x="1947121" y="3477253"/>
                  </a:lnTo>
                  <a:lnTo>
                    <a:pt x="1947248" y="3477253"/>
                  </a:lnTo>
                  <a:lnTo>
                    <a:pt x="1947374" y="3477253"/>
                  </a:lnTo>
                  <a:lnTo>
                    <a:pt x="1947500" y="3477253"/>
                  </a:lnTo>
                  <a:lnTo>
                    <a:pt x="1947626" y="3477253"/>
                  </a:lnTo>
                  <a:lnTo>
                    <a:pt x="1947753" y="3477253"/>
                  </a:lnTo>
                  <a:lnTo>
                    <a:pt x="1947879" y="3477253"/>
                  </a:lnTo>
                  <a:lnTo>
                    <a:pt x="1948005" y="3477253"/>
                  </a:lnTo>
                  <a:lnTo>
                    <a:pt x="1948131" y="3477253"/>
                  </a:lnTo>
                  <a:lnTo>
                    <a:pt x="1948258" y="3477253"/>
                  </a:lnTo>
                  <a:lnTo>
                    <a:pt x="1948384" y="3477253"/>
                  </a:lnTo>
                  <a:lnTo>
                    <a:pt x="1948510" y="3477253"/>
                  </a:lnTo>
                  <a:lnTo>
                    <a:pt x="1948637" y="3477253"/>
                  </a:lnTo>
                  <a:lnTo>
                    <a:pt x="1948763" y="3477253"/>
                  </a:lnTo>
                  <a:lnTo>
                    <a:pt x="1948889" y="3477253"/>
                  </a:lnTo>
                  <a:lnTo>
                    <a:pt x="1949015" y="3477253"/>
                  </a:lnTo>
                  <a:lnTo>
                    <a:pt x="1949142" y="3477253"/>
                  </a:lnTo>
                  <a:lnTo>
                    <a:pt x="1949268" y="3477253"/>
                  </a:lnTo>
                  <a:lnTo>
                    <a:pt x="1949394" y="3477253"/>
                  </a:lnTo>
                  <a:lnTo>
                    <a:pt x="1949520" y="3477253"/>
                  </a:lnTo>
                  <a:lnTo>
                    <a:pt x="1949647" y="3477253"/>
                  </a:lnTo>
                  <a:lnTo>
                    <a:pt x="1949773" y="3477253"/>
                  </a:lnTo>
                  <a:lnTo>
                    <a:pt x="1949899" y="3477253"/>
                  </a:lnTo>
                  <a:lnTo>
                    <a:pt x="1950025" y="3477253"/>
                  </a:lnTo>
                  <a:lnTo>
                    <a:pt x="1950152" y="3477253"/>
                  </a:lnTo>
                  <a:lnTo>
                    <a:pt x="1950278" y="3477253"/>
                  </a:lnTo>
                  <a:lnTo>
                    <a:pt x="1950404" y="3477253"/>
                  </a:lnTo>
                  <a:lnTo>
                    <a:pt x="1950530" y="3477253"/>
                  </a:lnTo>
                  <a:lnTo>
                    <a:pt x="1950657" y="3477253"/>
                  </a:lnTo>
                  <a:lnTo>
                    <a:pt x="1950783" y="3477253"/>
                  </a:lnTo>
                  <a:lnTo>
                    <a:pt x="1950909" y="3477253"/>
                  </a:lnTo>
                  <a:lnTo>
                    <a:pt x="1951035" y="3477253"/>
                  </a:lnTo>
                  <a:lnTo>
                    <a:pt x="1951162" y="3477253"/>
                  </a:lnTo>
                  <a:lnTo>
                    <a:pt x="1951288" y="3477253"/>
                  </a:lnTo>
                  <a:lnTo>
                    <a:pt x="1951414" y="3477253"/>
                  </a:lnTo>
                  <a:lnTo>
                    <a:pt x="1951540" y="3477253"/>
                  </a:lnTo>
                  <a:lnTo>
                    <a:pt x="1951667" y="3477253"/>
                  </a:lnTo>
                  <a:lnTo>
                    <a:pt x="1951793" y="3477253"/>
                  </a:lnTo>
                  <a:lnTo>
                    <a:pt x="1951919" y="3477253"/>
                  </a:lnTo>
                  <a:lnTo>
                    <a:pt x="1952045" y="3477253"/>
                  </a:lnTo>
                  <a:lnTo>
                    <a:pt x="1952172" y="3477253"/>
                  </a:lnTo>
                  <a:lnTo>
                    <a:pt x="1952298" y="3477253"/>
                  </a:lnTo>
                  <a:lnTo>
                    <a:pt x="1952424" y="3477253"/>
                  </a:lnTo>
                  <a:lnTo>
                    <a:pt x="1952550" y="3477253"/>
                  </a:lnTo>
                  <a:lnTo>
                    <a:pt x="1952677" y="3477253"/>
                  </a:lnTo>
                  <a:lnTo>
                    <a:pt x="1952803" y="3477253"/>
                  </a:lnTo>
                  <a:lnTo>
                    <a:pt x="1952929" y="3477253"/>
                  </a:lnTo>
                  <a:lnTo>
                    <a:pt x="1953055" y="3477253"/>
                  </a:lnTo>
                  <a:lnTo>
                    <a:pt x="1953182" y="3477253"/>
                  </a:lnTo>
                  <a:lnTo>
                    <a:pt x="1953308" y="3477253"/>
                  </a:lnTo>
                  <a:lnTo>
                    <a:pt x="1953434" y="3477253"/>
                  </a:lnTo>
                  <a:lnTo>
                    <a:pt x="1953560" y="3477253"/>
                  </a:lnTo>
                  <a:lnTo>
                    <a:pt x="1953687" y="3477253"/>
                  </a:lnTo>
                  <a:lnTo>
                    <a:pt x="1953813" y="3477253"/>
                  </a:lnTo>
                  <a:lnTo>
                    <a:pt x="1953939" y="3477253"/>
                  </a:lnTo>
                  <a:lnTo>
                    <a:pt x="1954066" y="3477253"/>
                  </a:lnTo>
                  <a:lnTo>
                    <a:pt x="1954192" y="3477253"/>
                  </a:lnTo>
                  <a:lnTo>
                    <a:pt x="1954318" y="3477253"/>
                  </a:lnTo>
                  <a:lnTo>
                    <a:pt x="1954444" y="3477253"/>
                  </a:lnTo>
                  <a:lnTo>
                    <a:pt x="1954571" y="3477253"/>
                  </a:lnTo>
                  <a:lnTo>
                    <a:pt x="1954697" y="3477253"/>
                  </a:lnTo>
                  <a:lnTo>
                    <a:pt x="1954823" y="3477253"/>
                  </a:lnTo>
                  <a:lnTo>
                    <a:pt x="1954949" y="3477253"/>
                  </a:lnTo>
                  <a:lnTo>
                    <a:pt x="1955076" y="3477253"/>
                  </a:lnTo>
                  <a:lnTo>
                    <a:pt x="1955202" y="3477253"/>
                  </a:lnTo>
                  <a:lnTo>
                    <a:pt x="1955328" y="3477253"/>
                  </a:lnTo>
                  <a:lnTo>
                    <a:pt x="1955454" y="3477253"/>
                  </a:lnTo>
                  <a:lnTo>
                    <a:pt x="1955581" y="3477253"/>
                  </a:lnTo>
                  <a:lnTo>
                    <a:pt x="1955707" y="3477253"/>
                  </a:lnTo>
                  <a:lnTo>
                    <a:pt x="1955833" y="3477253"/>
                  </a:lnTo>
                  <a:lnTo>
                    <a:pt x="1955959" y="3477253"/>
                  </a:lnTo>
                  <a:lnTo>
                    <a:pt x="1956086" y="3477253"/>
                  </a:lnTo>
                  <a:lnTo>
                    <a:pt x="1956212" y="3477253"/>
                  </a:lnTo>
                  <a:lnTo>
                    <a:pt x="1956338" y="3477253"/>
                  </a:lnTo>
                  <a:lnTo>
                    <a:pt x="1956464" y="3477253"/>
                  </a:lnTo>
                  <a:lnTo>
                    <a:pt x="1956591" y="3477253"/>
                  </a:lnTo>
                  <a:lnTo>
                    <a:pt x="1956717" y="3477253"/>
                  </a:lnTo>
                  <a:lnTo>
                    <a:pt x="1956843" y="3477253"/>
                  </a:lnTo>
                  <a:lnTo>
                    <a:pt x="1956969" y="3477253"/>
                  </a:lnTo>
                  <a:lnTo>
                    <a:pt x="1957096" y="3477253"/>
                  </a:lnTo>
                  <a:lnTo>
                    <a:pt x="1957222" y="3477253"/>
                  </a:lnTo>
                  <a:lnTo>
                    <a:pt x="1957348" y="3477253"/>
                  </a:lnTo>
                  <a:lnTo>
                    <a:pt x="1957474" y="3477253"/>
                  </a:lnTo>
                  <a:lnTo>
                    <a:pt x="1957601" y="3477253"/>
                  </a:lnTo>
                  <a:lnTo>
                    <a:pt x="1957727" y="3477253"/>
                  </a:lnTo>
                  <a:lnTo>
                    <a:pt x="1957853" y="3477253"/>
                  </a:lnTo>
                  <a:lnTo>
                    <a:pt x="1957979" y="3477253"/>
                  </a:lnTo>
                  <a:lnTo>
                    <a:pt x="1958106" y="3477253"/>
                  </a:lnTo>
                  <a:lnTo>
                    <a:pt x="1958232" y="3477253"/>
                  </a:lnTo>
                  <a:lnTo>
                    <a:pt x="1958358" y="3477253"/>
                  </a:lnTo>
                  <a:lnTo>
                    <a:pt x="1958484" y="3477253"/>
                  </a:lnTo>
                  <a:lnTo>
                    <a:pt x="1958611" y="3477253"/>
                  </a:lnTo>
                  <a:lnTo>
                    <a:pt x="1958737" y="3477253"/>
                  </a:lnTo>
                  <a:lnTo>
                    <a:pt x="1958863" y="3477253"/>
                  </a:lnTo>
                  <a:lnTo>
                    <a:pt x="1958990" y="3477253"/>
                  </a:lnTo>
                  <a:lnTo>
                    <a:pt x="1959116" y="3477253"/>
                  </a:lnTo>
                  <a:lnTo>
                    <a:pt x="1959242" y="3477253"/>
                  </a:lnTo>
                  <a:lnTo>
                    <a:pt x="1959368" y="3477253"/>
                  </a:lnTo>
                  <a:lnTo>
                    <a:pt x="1959495" y="3477253"/>
                  </a:lnTo>
                  <a:lnTo>
                    <a:pt x="1959621" y="3477253"/>
                  </a:lnTo>
                  <a:lnTo>
                    <a:pt x="1959747" y="3477253"/>
                  </a:lnTo>
                  <a:lnTo>
                    <a:pt x="1959873" y="3477253"/>
                  </a:lnTo>
                  <a:lnTo>
                    <a:pt x="1960000" y="3477253"/>
                  </a:lnTo>
                  <a:lnTo>
                    <a:pt x="1960000" y="3472342"/>
                  </a:lnTo>
                  <a:lnTo>
                    <a:pt x="1960126" y="3472342"/>
                  </a:lnTo>
                  <a:lnTo>
                    <a:pt x="1960252" y="3472342"/>
                  </a:lnTo>
                  <a:lnTo>
                    <a:pt x="1960378" y="3472342"/>
                  </a:lnTo>
                  <a:lnTo>
                    <a:pt x="1960505" y="3472342"/>
                  </a:lnTo>
                  <a:lnTo>
                    <a:pt x="1960631" y="3472342"/>
                  </a:lnTo>
                  <a:lnTo>
                    <a:pt x="1960757" y="3472342"/>
                  </a:lnTo>
                  <a:lnTo>
                    <a:pt x="1960883" y="3472342"/>
                  </a:lnTo>
                  <a:lnTo>
                    <a:pt x="1961010" y="3472342"/>
                  </a:lnTo>
                  <a:lnTo>
                    <a:pt x="1961136" y="3472342"/>
                  </a:lnTo>
                  <a:lnTo>
                    <a:pt x="1961262" y="3472342"/>
                  </a:lnTo>
                  <a:lnTo>
                    <a:pt x="1961388" y="3472342"/>
                  </a:lnTo>
                  <a:lnTo>
                    <a:pt x="1961515" y="3472342"/>
                  </a:lnTo>
                  <a:lnTo>
                    <a:pt x="1961515" y="3467430"/>
                  </a:lnTo>
                  <a:lnTo>
                    <a:pt x="1961641" y="3467430"/>
                  </a:lnTo>
                  <a:lnTo>
                    <a:pt x="1961767" y="3467430"/>
                  </a:lnTo>
                  <a:lnTo>
                    <a:pt x="1961893" y="3467430"/>
                  </a:lnTo>
                  <a:lnTo>
                    <a:pt x="1962020" y="3467430"/>
                  </a:lnTo>
                  <a:lnTo>
                    <a:pt x="1962146" y="3467430"/>
                  </a:lnTo>
                  <a:lnTo>
                    <a:pt x="1962272" y="3467430"/>
                  </a:lnTo>
                  <a:lnTo>
                    <a:pt x="1962398" y="3467430"/>
                  </a:lnTo>
                  <a:lnTo>
                    <a:pt x="1962525" y="3467430"/>
                  </a:lnTo>
                  <a:lnTo>
                    <a:pt x="1962651" y="3467430"/>
                  </a:lnTo>
                  <a:lnTo>
                    <a:pt x="1962777" y="3467430"/>
                  </a:lnTo>
                  <a:lnTo>
                    <a:pt x="1962903" y="3467430"/>
                  </a:lnTo>
                  <a:lnTo>
                    <a:pt x="1963030" y="3467430"/>
                  </a:lnTo>
                  <a:lnTo>
                    <a:pt x="1963156" y="3467430"/>
                  </a:lnTo>
                  <a:lnTo>
                    <a:pt x="1963282" y="3467430"/>
                  </a:lnTo>
                  <a:lnTo>
                    <a:pt x="1963408" y="3467430"/>
                  </a:lnTo>
                  <a:lnTo>
                    <a:pt x="1963535" y="3467430"/>
                  </a:lnTo>
                  <a:lnTo>
                    <a:pt x="1963661" y="3467430"/>
                  </a:lnTo>
                  <a:lnTo>
                    <a:pt x="1963787" y="3467430"/>
                  </a:lnTo>
                  <a:lnTo>
                    <a:pt x="1963914" y="3467430"/>
                  </a:lnTo>
                  <a:lnTo>
                    <a:pt x="1964040" y="3467430"/>
                  </a:lnTo>
                  <a:lnTo>
                    <a:pt x="1964166" y="3467430"/>
                  </a:lnTo>
                  <a:lnTo>
                    <a:pt x="1964292" y="3467430"/>
                  </a:lnTo>
                  <a:lnTo>
                    <a:pt x="1964419" y="3467430"/>
                  </a:lnTo>
                  <a:lnTo>
                    <a:pt x="1964545" y="3467430"/>
                  </a:lnTo>
                  <a:lnTo>
                    <a:pt x="1964671" y="3467430"/>
                  </a:lnTo>
                  <a:lnTo>
                    <a:pt x="1964797" y="3467430"/>
                  </a:lnTo>
                  <a:lnTo>
                    <a:pt x="1964924" y="3467430"/>
                  </a:lnTo>
                  <a:lnTo>
                    <a:pt x="1965050" y="3467430"/>
                  </a:lnTo>
                  <a:lnTo>
                    <a:pt x="1965176" y="3467430"/>
                  </a:lnTo>
                  <a:lnTo>
                    <a:pt x="1965302" y="3467430"/>
                  </a:lnTo>
                  <a:lnTo>
                    <a:pt x="1965429" y="3467430"/>
                  </a:lnTo>
                  <a:lnTo>
                    <a:pt x="1965555" y="3467430"/>
                  </a:lnTo>
                  <a:lnTo>
                    <a:pt x="1965681" y="3467430"/>
                  </a:lnTo>
                  <a:lnTo>
                    <a:pt x="1965807" y="3467430"/>
                  </a:lnTo>
                  <a:lnTo>
                    <a:pt x="1965934" y="3467430"/>
                  </a:lnTo>
                  <a:lnTo>
                    <a:pt x="1966060" y="3467430"/>
                  </a:lnTo>
                  <a:lnTo>
                    <a:pt x="1966186" y="3467430"/>
                  </a:lnTo>
                  <a:lnTo>
                    <a:pt x="1966312" y="3467430"/>
                  </a:lnTo>
                  <a:lnTo>
                    <a:pt x="1966439" y="3467430"/>
                  </a:lnTo>
                  <a:lnTo>
                    <a:pt x="1966565" y="3467430"/>
                  </a:lnTo>
                  <a:lnTo>
                    <a:pt x="1966565" y="3462519"/>
                  </a:lnTo>
                  <a:lnTo>
                    <a:pt x="1966691" y="3462519"/>
                  </a:lnTo>
                  <a:lnTo>
                    <a:pt x="1966817" y="3462519"/>
                  </a:lnTo>
                  <a:lnTo>
                    <a:pt x="1966944" y="3462519"/>
                  </a:lnTo>
                  <a:lnTo>
                    <a:pt x="1967070" y="3462519"/>
                  </a:lnTo>
                  <a:lnTo>
                    <a:pt x="1967196" y="3462519"/>
                  </a:lnTo>
                  <a:lnTo>
                    <a:pt x="1967322" y="3462519"/>
                  </a:lnTo>
                  <a:lnTo>
                    <a:pt x="1967449" y="3462519"/>
                  </a:lnTo>
                  <a:lnTo>
                    <a:pt x="1967575" y="3462519"/>
                  </a:lnTo>
                  <a:lnTo>
                    <a:pt x="1967701" y="3462519"/>
                  </a:lnTo>
                  <a:lnTo>
                    <a:pt x="1967827" y="3462519"/>
                  </a:lnTo>
                  <a:lnTo>
                    <a:pt x="1967954" y="3462519"/>
                  </a:lnTo>
                  <a:lnTo>
                    <a:pt x="1968080" y="3462519"/>
                  </a:lnTo>
                  <a:lnTo>
                    <a:pt x="1968206" y="3462519"/>
                  </a:lnTo>
                  <a:lnTo>
                    <a:pt x="1968332" y="3462519"/>
                  </a:lnTo>
                  <a:lnTo>
                    <a:pt x="1968459" y="3462519"/>
                  </a:lnTo>
                  <a:lnTo>
                    <a:pt x="1968585" y="3462519"/>
                  </a:lnTo>
                  <a:lnTo>
                    <a:pt x="1968711" y="3462519"/>
                  </a:lnTo>
                  <a:lnTo>
                    <a:pt x="1968837" y="3462519"/>
                  </a:lnTo>
                  <a:lnTo>
                    <a:pt x="1968964" y="3462519"/>
                  </a:lnTo>
                  <a:lnTo>
                    <a:pt x="1969090" y="3462519"/>
                  </a:lnTo>
                  <a:lnTo>
                    <a:pt x="1969216" y="3462519"/>
                  </a:lnTo>
                  <a:lnTo>
                    <a:pt x="1969343" y="3462519"/>
                  </a:lnTo>
                  <a:lnTo>
                    <a:pt x="1969469" y="3462519"/>
                  </a:lnTo>
                  <a:lnTo>
                    <a:pt x="1969595" y="3462519"/>
                  </a:lnTo>
                  <a:lnTo>
                    <a:pt x="1969721" y="3462519"/>
                  </a:lnTo>
                  <a:lnTo>
                    <a:pt x="1969848" y="3462519"/>
                  </a:lnTo>
                  <a:lnTo>
                    <a:pt x="1969974" y="3462519"/>
                  </a:lnTo>
                  <a:lnTo>
                    <a:pt x="1970100" y="3462519"/>
                  </a:lnTo>
                  <a:lnTo>
                    <a:pt x="1970226" y="3462519"/>
                  </a:lnTo>
                  <a:lnTo>
                    <a:pt x="1970353" y="3462519"/>
                  </a:lnTo>
                  <a:lnTo>
                    <a:pt x="1970479" y="3462519"/>
                  </a:lnTo>
                  <a:lnTo>
                    <a:pt x="1970605" y="3462519"/>
                  </a:lnTo>
                  <a:lnTo>
                    <a:pt x="1970731" y="3462519"/>
                  </a:lnTo>
                  <a:lnTo>
                    <a:pt x="1970858" y="3462519"/>
                  </a:lnTo>
                  <a:lnTo>
                    <a:pt x="1970984" y="3462519"/>
                  </a:lnTo>
                  <a:lnTo>
                    <a:pt x="1971110" y="3462519"/>
                  </a:lnTo>
                  <a:lnTo>
                    <a:pt x="1971236" y="3462519"/>
                  </a:lnTo>
                  <a:lnTo>
                    <a:pt x="1971363" y="3462519"/>
                  </a:lnTo>
                  <a:lnTo>
                    <a:pt x="1971489" y="3462519"/>
                  </a:lnTo>
                  <a:lnTo>
                    <a:pt x="1971615" y="3462519"/>
                  </a:lnTo>
                  <a:lnTo>
                    <a:pt x="1971741" y="3462519"/>
                  </a:lnTo>
                  <a:lnTo>
                    <a:pt x="1971868" y="3462519"/>
                  </a:lnTo>
                  <a:lnTo>
                    <a:pt x="1971994" y="3462519"/>
                  </a:lnTo>
                  <a:lnTo>
                    <a:pt x="1972120" y="3462519"/>
                  </a:lnTo>
                  <a:lnTo>
                    <a:pt x="1972246" y="3462519"/>
                  </a:lnTo>
                  <a:lnTo>
                    <a:pt x="1972373" y="3462519"/>
                  </a:lnTo>
                  <a:lnTo>
                    <a:pt x="1972499" y="3462519"/>
                  </a:lnTo>
                  <a:lnTo>
                    <a:pt x="1972625" y="3462519"/>
                  </a:lnTo>
                  <a:lnTo>
                    <a:pt x="1972751" y="3462519"/>
                  </a:lnTo>
                  <a:lnTo>
                    <a:pt x="1972878" y="3462519"/>
                  </a:lnTo>
                  <a:lnTo>
                    <a:pt x="1973004" y="3462519"/>
                  </a:lnTo>
                  <a:lnTo>
                    <a:pt x="1973130" y="3462519"/>
                  </a:lnTo>
                  <a:lnTo>
                    <a:pt x="1973130" y="3457607"/>
                  </a:lnTo>
                  <a:lnTo>
                    <a:pt x="1973256" y="3457607"/>
                  </a:lnTo>
                  <a:lnTo>
                    <a:pt x="1973383" y="3457607"/>
                  </a:lnTo>
                  <a:lnTo>
                    <a:pt x="1973383" y="3452696"/>
                  </a:lnTo>
                  <a:lnTo>
                    <a:pt x="1973509" y="3452696"/>
                  </a:lnTo>
                  <a:lnTo>
                    <a:pt x="1973635" y="3452696"/>
                  </a:lnTo>
                  <a:lnTo>
                    <a:pt x="1973761" y="3452696"/>
                  </a:lnTo>
                  <a:lnTo>
                    <a:pt x="1973888" y="3452696"/>
                  </a:lnTo>
                  <a:lnTo>
                    <a:pt x="1974014" y="3452696"/>
                  </a:lnTo>
                  <a:lnTo>
                    <a:pt x="1974140" y="3452696"/>
                  </a:lnTo>
                  <a:lnTo>
                    <a:pt x="1974267" y="3452696"/>
                  </a:lnTo>
                  <a:lnTo>
                    <a:pt x="1974267" y="3447785"/>
                  </a:lnTo>
                  <a:lnTo>
                    <a:pt x="1974393" y="3447785"/>
                  </a:lnTo>
                  <a:lnTo>
                    <a:pt x="1974519" y="3447785"/>
                  </a:lnTo>
                  <a:lnTo>
                    <a:pt x="1974645" y="3447785"/>
                  </a:lnTo>
                  <a:lnTo>
                    <a:pt x="1974772" y="3447785"/>
                  </a:lnTo>
                  <a:lnTo>
                    <a:pt x="1974898" y="3447785"/>
                  </a:lnTo>
                  <a:lnTo>
                    <a:pt x="1975024" y="3447785"/>
                  </a:lnTo>
                  <a:lnTo>
                    <a:pt x="1975150" y="3447785"/>
                  </a:lnTo>
                  <a:lnTo>
                    <a:pt x="1975277" y="3447785"/>
                  </a:lnTo>
                  <a:lnTo>
                    <a:pt x="1975403" y="3447785"/>
                  </a:lnTo>
                  <a:lnTo>
                    <a:pt x="1975529" y="3447785"/>
                  </a:lnTo>
                  <a:lnTo>
                    <a:pt x="1975655" y="3447785"/>
                  </a:lnTo>
                  <a:lnTo>
                    <a:pt x="1975782" y="3447785"/>
                  </a:lnTo>
                  <a:lnTo>
                    <a:pt x="1975908" y="3447785"/>
                  </a:lnTo>
                  <a:lnTo>
                    <a:pt x="1976034" y="3447785"/>
                  </a:lnTo>
                  <a:lnTo>
                    <a:pt x="1976160" y="3447785"/>
                  </a:lnTo>
                  <a:lnTo>
                    <a:pt x="1976287" y="3447785"/>
                  </a:lnTo>
                  <a:lnTo>
                    <a:pt x="1976287" y="3442873"/>
                  </a:lnTo>
                  <a:lnTo>
                    <a:pt x="1976413" y="3442873"/>
                  </a:lnTo>
                  <a:lnTo>
                    <a:pt x="1976539" y="3442873"/>
                  </a:lnTo>
                  <a:lnTo>
                    <a:pt x="1976665" y="3442873"/>
                  </a:lnTo>
                  <a:lnTo>
                    <a:pt x="1976792" y="3442873"/>
                  </a:lnTo>
                  <a:lnTo>
                    <a:pt x="1976792" y="3437962"/>
                  </a:lnTo>
                  <a:lnTo>
                    <a:pt x="1976918" y="3437962"/>
                  </a:lnTo>
                  <a:lnTo>
                    <a:pt x="1977044" y="3437962"/>
                  </a:lnTo>
                  <a:lnTo>
                    <a:pt x="1977044" y="3433051"/>
                  </a:lnTo>
                  <a:lnTo>
                    <a:pt x="1977170" y="3433051"/>
                  </a:lnTo>
                  <a:lnTo>
                    <a:pt x="1977297" y="3433051"/>
                  </a:lnTo>
                  <a:lnTo>
                    <a:pt x="1977423" y="3433051"/>
                  </a:lnTo>
                  <a:lnTo>
                    <a:pt x="1977549" y="3433051"/>
                  </a:lnTo>
                  <a:lnTo>
                    <a:pt x="1977675" y="3433051"/>
                  </a:lnTo>
                  <a:lnTo>
                    <a:pt x="1977802" y="3433051"/>
                  </a:lnTo>
                  <a:lnTo>
                    <a:pt x="1977928" y="3433051"/>
                  </a:lnTo>
                  <a:lnTo>
                    <a:pt x="1978054" y="3433051"/>
                  </a:lnTo>
                  <a:lnTo>
                    <a:pt x="1978180" y="3433051"/>
                  </a:lnTo>
                  <a:lnTo>
                    <a:pt x="1978307" y="3433051"/>
                  </a:lnTo>
                  <a:lnTo>
                    <a:pt x="1978433" y="3433051"/>
                  </a:lnTo>
                  <a:lnTo>
                    <a:pt x="1978559" y="3433051"/>
                  </a:lnTo>
                  <a:lnTo>
                    <a:pt x="1978685" y="3433051"/>
                  </a:lnTo>
                  <a:lnTo>
                    <a:pt x="1978812" y="3433051"/>
                  </a:lnTo>
                  <a:lnTo>
                    <a:pt x="1978938" y="3433051"/>
                  </a:lnTo>
                  <a:lnTo>
                    <a:pt x="1979064" y="3433051"/>
                  </a:lnTo>
                  <a:lnTo>
                    <a:pt x="1979190" y="3433051"/>
                  </a:lnTo>
                  <a:lnTo>
                    <a:pt x="1979317" y="3433051"/>
                  </a:lnTo>
                  <a:lnTo>
                    <a:pt x="1979443" y="3433051"/>
                  </a:lnTo>
                  <a:lnTo>
                    <a:pt x="1979569" y="3433051"/>
                  </a:lnTo>
                  <a:lnTo>
                    <a:pt x="1979696" y="3433051"/>
                  </a:lnTo>
                  <a:lnTo>
                    <a:pt x="1979822" y="3433051"/>
                  </a:lnTo>
                  <a:lnTo>
                    <a:pt x="1979948" y="3433051"/>
                  </a:lnTo>
                  <a:lnTo>
                    <a:pt x="1980074" y="3433051"/>
                  </a:lnTo>
                  <a:lnTo>
                    <a:pt x="1980201" y="3433051"/>
                  </a:lnTo>
                  <a:lnTo>
                    <a:pt x="1980327" y="3433051"/>
                  </a:lnTo>
                  <a:lnTo>
                    <a:pt x="1980453" y="3433051"/>
                  </a:lnTo>
                  <a:lnTo>
                    <a:pt x="1980579" y="3433051"/>
                  </a:lnTo>
                  <a:lnTo>
                    <a:pt x="1980706" y="3433051"/>
                  </a:lnTo>
                  <a:lnTo>
                    <a:pt x="1980832" y="3433051"/>
                  </a:lnTo>
                  <a:lnTo>
                    <a:pt x="1980958" y="3433051"/>
                  </a:lnTo>
                  <a:lnTo>
                    <a:pt x="1981084" y="3433051"/>
                  </a:lnTo>
                  <a:lnTo>
                    <a:pt x="1981084" y="3428139"/>
                  </a:lnTo>
                  <a:lnTo>
                    <a:pt x="1981211" y="3428139"/>
                  </a:lnTo>
                  <a:lnTo>
                    <a:pt x="1981337" y="3428139"/>
                  </a:lnTo>
                  <a:lnTo>
                    <a:pt x="1981463" y="3428139"/>
                  </a:lnTo>
                  <a:lnTo>
                    <a:pt x="1981589" y="3428139"/>
                  </a:lnTo>
                  <a:lnTo>
                    <a:pt x="1981716" y="3428139"/>
                  </a:lnTo>
                  <a:lnTo>
                    <a:pt x="1981842" y="3428139"/>
                  </a:lnTo>
                  <a:lnTo>
                    <a:pt x="1981968" y="3428139"/>
                  </a:lnTo>
                  <a:lnTo>
                    <a:pt x="1982094" y="3428139"/>
                  </a:lnTo>
                  <a:lnTo>
                    <a:pt x="1982221" y="3428139"/>
                  </a:lnTo>
                  <a:lnTo>
                    <a:pt x="1982347" y="3428139"/>
                  </a:lnTo>
                  <a:lnTo>
                    <a:pt x="1982473" y="3428139"/>
                  </a:lnTo>
                  <a:lnTo>
                    <a:pt x="1982599" y="3428139"/>
                  </a:lnTo>
                  <a:lnTo>
                    <a:pt x="1982726" y="3428139"/>
                  </a:lnTo>
                  <a:lnTo>
                    <a:pt x="1982852" y="3428139"/>
                  </a:lnTo>
                  <a:lnTo>
                    <a:pt x="1982978" y="3428139"/>
                  </a:lnTo>
                  <a:lnTo>
                    <a:pt x="1983104" y="3428139"/>
                  </a:lnTo>
                  <a:lnTo>
                    <a:pt x="1983231" y="3428139"/>
                  </a:lnTo>
                  <a:lnTo>
                    <a:pt x="1983357" y="3428139"/>
                  </a:lnTo>
                  <a:lnTo>
                    <a:pt x="1983483" y="3428139"/>
                  </a:lnTo>
                  <a:lnTo>
                    <a:pt x="1983609" y="3428139"/>
                  </a:lnTo>
                  <a:lnTo>
                    <a:pt x="1983736" y="3428139"/>
                  </a:lnTo>
                  <a:lnTo>
                    <a:pt x="1983862" y="3428139"/>
                  </a:lnTo>
                  <a:lnTo>
                    <a:pt x="1983988" y="3428139"/>
                  </a:lnTo>
                  <a:lnTo>
                    <a:pt x="1984114" y="3428139"/>
                  </a:lnTo>
                  <a:lnTo>
                    <a:pt x="1984241" y="3428139"/>
                  </a:lnTo>
                  <a:lnTo>
                    <a:pt x="1984367" y="3428139"/>
                  </a:lnTo>
                  <a:lnTo>
                    <a:pt x="1984367" y="3423228"/>
                  </a:lnTo>
                  <a:lnTo>
                    <a:pt x="1984493" y="3423228"/>
                  </a:lnTo>
                  <a:lnTo>
                    <a:pt x="1984620" y="3423228"/>
                  </a:lnTo>
                  <a:lnTo>
                    <a:pt x="1984746" y="3423228"/>
                  </a:lnTo>
                  <a:lnTo>
                    <a:pt x="1984872" y="3423228"/>
                  </a:lnTo>
                  <a:lnTo>
                    <a:pt x="1984998" y="3423228"/>
                  </a:lnTo>
                  <a:lnTo>
                    <a:pt x="1985125" y="3423228"/>
                  </a:lnTo>
                  <a:lnTo>
                    <a:pt x="1985251" y="3423228"/>
                  </a:lnTo>
                  <a:lnTo>
                    <a:pt x="1985377" y="3423228"/>
                  </a:lnTo>
                  <a:lnTo>
                    <a:pt x="1985503" y="3423228"/>
                  </a:lnTo>
                  <a:lnTo>
                    <a:pt x="1985630" y="3423228"/>
                  </a:lnTo>
                  <a:lnTo>
                    <a:pt x="1985756" y="3423228"/>
                  </a:lnTo>
                  <a:lnTo>
                    <a:pt x="1985882" y="3423228"/>
                  </a:lnTo>
                  <a:lnTo>
                    <a:pt x="1985882" y="3418316"/>
                  </a:lnTo>
                  <a:lnTo>
                    <a:pt x="1986008" y="3418316"/>
                  </a:lnTo>
                  <a:lnTo>
                    <a:pt x="1986135" y="3418316"/>
                  </a:lnTo>
                  <a:lnTo>
                    <a:pt x="1986261" y="3418316"/>
                  </a:lnTo>
                  <a:lnTo>
                    <a:pt x="1986387" y="3418316"/>
                  </a:lnTo>
                  <a:lnTo>
                    <a:pt x="1986513" y="3418316"/>
                  </a:lnTo>
                  <a:lnTo>
                    <a:pt x="1986640" y="3418316"/>
                  </a:lnTo>
                  <a:lnTo>
                    <a:pt x="1986766" y="3418316"/>
                  </a:lnTo>
                  <a:lnTo>
                    <a:pt x="1986892" y="3418316"/>
                  </a:lnTo>
                  <a:lnTo>
                    <a:pt x="1987018" y="3418316"/>
                  </a:lnTo>
                  <a:lnTo>
                    <a:pt x="1987145" y="3418316"/>
                  </a:lnTo>
                  <a:lnTo>
                    <a:pt x="1987271" y="3418316"/>
                  </a:lnTo>
                  <a:lnTo>
                    <a:pt x="1987397" y="3418316"/>
                  </a:lnTo>
                  <a:lnTo>
                    <a:pt x="1987523" y="3418316"/>
                  </a:lnTo>
                  <a:lnTo>
                    <a:pt x="1987650" y="3418316"/>
                  </a:lnTo>
                  <a:lnTo>
                    <a:pt x="1987776" y="3418316"/>
                  </a:lnTo>
                  <a:lnTo>
                    <a:pt x="1987902" y="3418316"/>
                  </a:lnTo>
                  <a:lnTo>
                    <a:pt x="1987902" y="3413405"/>
                  </a:lnTo>
                  <a:lnTo>
                    <a:pt x="1988028" y="3413405"/>
                  </a:lnTo>
                  <a:lnTo>
                    <a:pt x="1988155" y="3413405"/>
                  </a:lnTo>
                  <a:lnTo>
                    <a:pt x="1988281" y="3413405"/>
                  </a:lnTo>
                  <a:lnTo>
                    <a:pt x="1988407" y="3413405"/>
                  </a:lnTo>
                  <a:lnTo>
                    <a:pt x="1988533" y="3413405"/>
                  </a:lnTo>
                  <a:lnTo>
                    <a:pt x="1988660" y="3413405"/>
                  </a:lnTo>
                  <a:lnTo>
                    <a:pt x="1988786" y="3413405"/>
                  </a:lnTo>
                  <a:lnTo>
                    <a:pt x="1988912" y="3413405"/>
                  </a:lnTo>
                  <a:lnTo>
                    <a:pt x="1989038" y="3413405"/>
                  </a:lnTo>
                  <a:lnTo>
                    <a:pt x="1989165" y="3413405"/>
                  </a:lnTo>
                  <a:lnTo>
                    <a:pt x="1989291" y="3413405"/>
                  </a:lnTo>
                  <a:lnTo>
                    <a:pt x="1989417" y="3413405"/>
                  </a:lnTo>
                  <a:lnTo>
                    <a:pt x="1989543" y="3413405"/>
                  </a:lnTo>
                  <a:lnTo>
                    <a:pt x="1989670" y="3413405"/>
                  </a:lnTo>
                  <a:lnTo>
                    <a:pt x="1989796" y="3413405"/>
                  </a:lnTo>
                  <a:lnTo>
                    <a:pt x="1989922" y="3413405"/>
                  </a:lnTo>
                  <a:lnTo>
                    <a:pt x="1990049" y="3413405"/>
                  </a:lnTo>
                  <a:lnTo>
                    <a:pt x="1990175" y="3413405"/>
                  </a:lnTo>
                  <a:lnTo>
                    <a:pt x="1990301" y="3413405"/>
                  </a:lnTo>
                  <a:lnTo>
                    <a:pt x="1990427" y="3413405"/>
                  </a:lnTo>
                  <a:lnTo>
                    <a:pt x="1990554" y="3413405"/>
                  </a:lnTo>
                  <a:lnTo>
                    <a:pt x="1990680" y="3413405"/>
                  </a:lnTo>
                  <a:lnTo>
                    <a:pt x="1990806" y="3413405"/>
                  </a:lnTo>
                  <a:lnTo>
                    <a:pt x="1990932" y="3413405"/>
                  </a:lnTo>
                  <a:lnTo>
                    <a:pt x="1991059" y="3413405"/>
                  </a:lnTo>
                  <a:lnTo>
                    <a:pt x="1991185" y="3413405"/>
                  </a:lnTo>
                  <a:lnTo>
                    <a:pt x="1991311" y="3413405"/>
                  </a:lnTo>
                  <a:lnTo>
                    <a:pt x="1991437" y="3413405"/>
                  </a:lnTo>
                  <a:lnTo>
                    <a:pt x="1991564" y="3413405"/>
                  </a:lnTo>
                  <a:lnTo>
                    <a:pt x="1991690" y="3413405"/>
                  </a:lnTo>
                  <a:lnTo>
                    <a:pt x="1991816" y="3413405"/>
                  </a:lnTo>
                  <a:lnTo>
                    <a:pt x="1991942" y="3413405"/>
                  </a:lnTo>
                  <a:lnTo>
                    <a:pt x="1992069" y="3413405"/>
                  </a:lnTo>
                  <a:lnTo>
                    <a:pt x="1992195" y="3413405"/>
                  </a:lnTo>
                  <a:lnTo>
                    <a:pt x="1992321" y="3413405"/>
                  </a:lnTo>
                  <a:lnTo>
                    <a:pt x="1992447" y="3413405"/>
                  </a:lnTo>
                  <a:lnTo>
                    <a:pt x="1992574" y="3413405"/>
                  </a:lnTo>
                  <a:lnTo>
                    <a:pt x="1992700" y="3413405"/>
                  </a:lnTo>
                  <a:lnTo>
                    <a:pt x="1992826" y="3413405"/>
                  </a:lnTo>
                  <a:lnTo>
                    <a:pt x="1992952" y="3413405"/>
                  </a:lnTo>
                  <a:lnTo>
                    <a:pt x="1993079" y="3413405"/>
                  </a:lnTo>
                  <a:lnTo>
                    <a:pt x="1993205" y="3413405"/>
                  </a:lnTo>
                  <a:lnTo>
                    <a:pt x="1993331" y="3413405"/>
                  </a:lnTo>
                  <a:lnTo>
                    <a:pt x="1993457" y="3413405"/>
                  </a:lnTo>
                  <a:lnTo>
                    <a:pt x="1993584" y="3413405"/>
                  </a:lnTo>
                  <a:lnTo>
                    <a:pt x="1993710" y="3413405"/>
                  </a:lnTo>
                  <a:lnTo>
                    <a:pt x="1993836" y="3413405"/>
                  </a:lnTo>
                  <a:lnTo>
                    <a:pt x="1993962" y="3413405"/>
                  </a:lnTo>
                  <a:lnTo>
                    <a:pt x="1994089" y="3413405"/>
                  </a:lnTo>
                  <a:lnTo>
                    <a:pt x="1994215" y="3413405"/>
                  </a:lnTo>
                  <a:lnTo>
                    <a:pt x="1994341" y="3413405"/>
                  </a:lnTo>
                  <a:lnTo>
                    <a:pt x="1994467" y="3413405"/>
                  </a:lnTo>
                  <a:lnTo>
                    <a:pt x="1994594" y="3413405"/>
                  </a:lnTo>
                  <a:lnTo>
                    <a:pt x="1994720" y="3413405"/>
                  </a:lnTo>
                  <a:lnTo>
                    <a:pt x="1994846" y="3413405"/>
                  </a:lnTo>
                  <a:lnTo>
                    <a:pt x="1994973" y="3413405"/>
                  </a:lnTo>
                  <a:lnTo>
                    <a:pt x="1995099" y="3413405"/>
                  </a:lnTo>
                  <a:lnTo>
                    <a:pt x="1995225" y="3413405"/>
                  </a:lnTo>
                  <a:lnTo>
                    <a:pt x="1995351" y="3413405"/>
                  </a:lnTo>
                  <a:lnTo>
                    <a:pt x="1995478" y="3413405"/>
                  </a:lnTo>
                  <a:lnTo>
                    <a:pt x="1995604" y="3413405"/>
                  </a:lnTo>
                  <a:lnTo>
                    <a:pt x="1995604" y="3408494"/>
                  </a:lnTo>
                  <a:lnTo>
                    <a:pt x="1995730" y="3408494"/>
                  </a:lnTo>
                  <a:lnTo>
                    <a:pt x="1995856" y="3408494"/>
                  </a:lnTo>
                  <a:lnTo>
                    <a:pt x="1995856" y="3403582"/>
                  </a:lnTo>
                  <a:lnTo>
                    <a:pt x="1995983" y="3403582"/>
                  </a:lnTo>
                  <a:lnTo>
                    <a:pt x="1996109" y="3403582"/>
                  </a:lnTo>
                  <a:lnTo>
                    <a:pt x="1996235" y="3403582"/>
                  </a:lnTo>
                  <a:lnTo>
                    <a:pt x="1996361" y="3403582"/>
                  </a:lnTo>
                  <a:lnTo>
                    <a:pt x="1996488" y="3403582"/>
                  </a:lnTo>
                  <a:lnTo>
                    <a:pt x="1996614" y="3403582"/>
                  </a:lnTo>
                  <a:lnTo>
                    <a:pt x="1996740" y="3403582"/>
                  </a:lnTo>
                  <a:lnTo>
                    <a:pt x="1996866" y="3403582"/>
                  </a:lnTo>
                  <a:lnTo>
                    <a:pt x="1996993" y="3403582"/>
                  </a:lnTo>
                  <a:lnTo>
                    <a:pt x="1997119" y="3403582"/>
                  </a:lnTo>
                  <a:lnTo>
                    <a:pt x="1997245" y="3403582"/>
                  </a:lnTo>
                  <a:lnTo>
                    <a:pt x="1997371" y="3403582"/>
                  </a:lnTo>
                  <a:lnTo>
                    <a:pt x="1997498" y="3403582"/>
                  </a:lnTo>
                  <a:lnTo>
                    <a:pt x="1997624" y="3403582"/>
                  </a:lnTo>
                  <a:lnTo>
                    <a:pt x="1997750" y="3403582"/>
                  </a:lnTo>
                  <a:lnTo>
                    <a:pt x="1997876" y="3403582"/>
                  </a:lnTo>
                  <a:lnTo>
                    <a:pt x="1998003" y="3403582"/>
                  </a:lnTo>
                  <a:lnTo>
                    <a:pt x="1998129" y="3403582"/>
                  </a:lnTo>
                  <a:lnTo>
                    <a:pt x="1998255" y="3403582"/>
                  </a:lnTo>
                  <a:lnTo>
                    <a:pt x="1998381" y="3403582"/>
                  </a:lnTo>
                  <a:lnTo>
                    <a:pt x="1998508" y="3403582"/>
                  </a:lnTo>
                  <a:lnTo>
                    <a:pt x="1998634" y="3403582"/>
                  </a:lnTo>
                  <a:lnTo>
                    <a:pt x="1998760" y="3403582"/>
                  </a:lnTo>
                  <a:lnTo>
                    <a:pt x="1998886" y="3403582"/>
                  </a:lnTo>
                  <a:lnTo>
                    <a:pt x="1999013" y="3403582"/>
                  </a:lnTo>
                  <a:lnTo>
                    <a:pt x="1999139" y="3403582"/>
                  </a:lnTo>
                  <a:lnTo>
                    <a:pt x="1999265" y="3403582"/>
                  </a:lnTo>
                  <a:lnTo>
                    <a:pt x="1999391" y="3403582"/>
                  </a:lnTo>
                  <a:lnTo>
                    <a:pt x="1999518" y="3403582"/>
                  </a:lnTo>
                  <a:lnTo>
                    <a:pt x="1999644" y="3403582"/>
                  </a:lnTo>
                  <a:lnTo>
                    <a:pt x="1999770" y="3403582"/>
                  </a:lnTo>
                  <a:lnTo>
                    <a:pt x="1999896" y="3403582"/>
                  </a:lnTo>
                  <a:lnTo>
                    <a:pt x="2000023" y="3403582"/>
                  </a:lnTo>
                  <a:lnTo>
                    <a:pt x="2000149" y="3403582"/>
                  </a:lnTo>
                  <a:lnTo>
                    <a:pt x="2000275" y="3403582"/>
                  </a:lnTo>
                  <a:lnTo>
                    <a:pt x="2000402" y="3403582"/>
                  </a:lnTo>
                  <a:lnTo>
                    <a:pt x="2000528" y="3403582"/>
                  </a:lnTo>
                  <a:lnTo>
                    <a:pt x="2000654" y="3403582"/>
                  </a:lnTo>
                  <a:lnTo>
                    <a:pt x="2000780" y="3403582"/>
                  </a:lnTo>
                  <a:lnTo>
                    <a:pt x="2000907" y="3403582"/>
                  </a:lnTo>
                  <a:lnTo>
                    <a:pt x="2001033" y="3403582"/>
                  </a:lnTo>
                  <a:lnTo>
                    <a:pt x="2001159" y="3403582"/>
                  </a:lnTo>
                  <a:lnTo>
                    <a:pt x="2001285" y="3403582"/>
                  </a:lnTo>
                  <a:lnTo>
                    <a:pt x="2001412" y="3403582"/>
                  </a:lnTo>
                  <a:lnTo>
                    <a:pt x="2001538" y="3403582"/>
                  </a:lnTo>
                  <a:lnTo>
                    <a:pt x="2001538" y="3398671"/>
                  </a:lnTo>
                  <a:lnTo>
                    <a:pt x="2001664" y="3398671"/>
                  </a:lnTo>
                  <a:lnTo>
                    <a:pt x="2001790" y="3398671"/>
                  </a:lnTo>
                  <a:lnTo>
                    <a:pt x="2001917" y="3398671"/>
                  </a:lnTo>
                  <a:lnTo>
                    <a:pt x="2002043" y="3398671"/>
                  </a:lnTo>
                  <a:lnTo>
                    <a:pt x="2002169" y="3398671"/>
                  </a:lnTo>
                  <a:lnTo>
                    <a:pt x="2002295" y="3398671"/>
                  </a:lnTo>
                  <a:lnTo>
                    <a:pt x="2002422" y="3398671"/>
                  </a:lnTo>
                  <a:lnTo>
                    <a:pt x="2002548" y="3398671"/>
                  </a:lnTo>
                  <a:lnTo>
                    <a:pt x="2002674" y="3398671"/>
                  </a:lnTo>
                  <a:lnTo>
                    <a:pt x="2002800" y="3398671"/>
                  </a:lnTo>
                  <a:lnTo>
                    <a:pt x="2002927" y="3398671"/>
                  </a:lnTo>
                  <a:lnTo>
                    <a:pt x="2003053" y="3398671"/>
                  </a:lnTo>
                  <a:lnTo>
                    <a:pt x="2003179" y="3398671"/>
                  </a:lnTo>
                  <a:lnTo>
                    <a:pt x="2003305" y="3398671"/>
                  </a:lnTo>
                  <a:lnTo>
                    <a:pt x="2003432" y="3398671"/>
                  </a:lnTo>
                  <a:lnTo>
                    <a:pt x="2003558" y="3398671"/>
                  </a:lnTo>
                  <a:lnTo>
                    <a:pt x="2003684" y="3398671"/>
                  </a:lnTo>
                  <a:lnTo>
                    <a:pt x="2003684" y="3393760"/>
                  </a:lnTo>
                  <a:lnTo>
                    <a:pt x="2003810" y="3393760"/>
                  </a:lnTo>
                  <a:lnTo>
                    <a:pt x="2003937" y="3393760"/>
                  </a:lnTo>
                  <a:lnTo>
                    <a:pt x="2004063" y="3393760"/>
                  </a:lnTo>
                  <a:lnTo>
                    <a:pt x="2004189" y="3393760"/>
                  </a:lnTo>
                  <a:lnTo>
                    <a:pt x="2004315" y="3393760"/>
                  </a:lnTo>
                  <a:lnTo>
                    <a:pt x="2004442" y="3393760"/>
                  </a:lnTo>
                  <a:lnTo>
                    <a:pt x="2004568" y="3393760"/>
                  </a:lnTo>
                  <a:lnTo>
                    <a:pt x="2004694" y="3393760"/>
                  </a:lnTo>
                  <a:lnTo>
                    <a:pt x="2004820" y="3393760"/>
                  </a:lnTo>
                  <a:lnTo>
                    <a:pt x="2004947" y="3393760"/>
                  </a:lnTo>
                  <a:lnTo>
                    <a:pt x="2005073" y="3393760"/>
                  </a:lnTo>
                  <a:lnTo>
                    <a:pt x="2005199" y="3393760"/>
                  </a:lnTo>
                  <a:lnTo>
                    <a:pt x="2005326" y="3393760"/>
                  </a:lnTo>
                  <a:lnTo>
                    <a:pt x="2005452" y="3393760"/>
                  </a:lnTo>
                  <a:lnTo>
                    <a:pt x="2005578" y="3393760"/>
                  </a:lnTo>
                  <a:lnTo>
                    <a:pt x="2005704" y="3393760"/>
                  </a:lnTo>
                  <a:lnTo>
                    <a:pt x="2005831" y="3393760"/>
                  </a:lnTo>
                  <a:lnTo>
                    <a:pt x="2005957" y="3393760"/>
                  </a:lnTo>
                  <a:lnTo>
                    <a:pt x="2006083" y="3393760"/>
                  </a:lnTo>
                  <a:lnTo>
                    <a:pt x="2006209" y="3393760"/>
                  </a:lnTo>
                  <a:lnTo>
                    <a:pt x="2006336" y="3393760"/>
                  </a:lnTo>
                  <a:lnTo>
                    <a:pt x="2006462" y="3393760"/>
                  </a:lnTo>
                  <a:lnTo>
                    <a:pt x="2006588" y="3393760"/>
                  </a:lnTo>
                  <a:lnTo>
                    <a:pt x="2006714" y="3393760"/>
                  </a:lnTo>
                  <a:lnTo>
                    <a:pt x="2006841" y="3393760"/>
                  </a:lnTo>
                  <a:lnTo>
                    <a:pt x="2006967" y="3393760"/>
                  </a:lnTo>
                  <a:lnTo>
                    <a:pt x="2007093" y="3393760"/>
                  </a:lnTo>
                  <a:lnTo>
                    <a:pt x="2007219" y="3393760"/>
                  </a:lnTo>
                  <a:lnTo>
                    <a:pt x="2007346" y="3393760"/>
                  </a:lnTo>
                  <a:lnTo>
                    <a:pt x="2007472" y="3393760"/>
                  </a:lnTo>
                  <a:lnTo>
                    <a:pt x="2007598" y="3393760"/>
                  </a:lnTo>
                  <a:lnTo>
                    <a:pt x="2007724" y="3393760"/>
                  </a:lnTo>
                  <a:lnTo>
                    <a:pt x="2007851" y="3393760"/>
                  </a:lnTo>
                  <a:lnTo>
                    <a:pt x="2007977" y="3393760"/>
                  </a:lnTo>
                  <a:lnTo>
                    <a:pt x="2008103" y="3393760"/>
                  </a:lnTo>
                  <a:lnTo>
                    <a:pt x="2008229" y="3393760"/>
                  </a:lnTo>
                  <a:lnTo>
                    <a:pt x="2008356" y="3393760"/>
                  </a:lnTo>
                  <a:lnTo>
                    <a:pt x="2008482" y="3393760"/>
                  </a:lnTo>
                  <a:lnTo>
                    <a:pt x="2008608" y="3393760"/>
                  </a:lnTo>
                  <a:lnTo>
                    <a:pt x="2008734" y="3393760"/>
                  </a:lnTo>
                  <a:lnTo>
                    <a:pt x="2008861" y="3393760"/>
                  </a:lnTo>
                  <a:lnTo>
                    <a:pt x="2008987" y="3393760"/>
                  </a:lnTo>
                  <a:lnTo>
                    <a:pt x="2009113" y="3393760"/>
                  </a:lnTo>
                  <a:lnTo>
                    <a:pt x="2009239" y="3393760"/>
                  </a:lnTo>
                  <a:lnTo>
                    <a:pt x="2009366" y="3393760"/>
                  </a:lnTo>
                  <a:lnTo>
                    <a:pt x="2009492" y="3393760"/>
                  </a:lnTo>
                  <a:lnTo>
                    <a:pt x="2009618" y="3393760"/>
                  </a:lnTo>
                  <a:lnTo>
                    <a:pt x="2009744" y="3393760"/>
                  </a:lnTo>
                  <a:lnTo>
                    <a:pt x="2009871" y="3393760"/>
                  </a:lnTo>
                  <a:lnTo>
                    <a:pt x="2009997" y="3393760"/>
                  </a:lnTo>
                  <a:lnTo>
                    <a:pt x="2010123" y="3393760"/>
                  </a:lnTo>
                  <a:lnTo>
                    <a:pt x="2010249" y="3393760"/>
                  </a:lnTo>
                  <a:lnTo>
                    <a:pt x="2010376" y="3393760"/>
                  </a:lnTo>
                  <a:lnTo>
                    <a:pt x="2010502" y="3393760"/>
                  </a:lnTo>
                  <a:lnTo>
                    <a:pt x="2010628" y="3393760"/>
                  </a:lnTo>
                  <a:lnTo>
                    <a:pt x="2010755" y="3393760"/>
                  </a:lnTo>
                  <a:lnTo>
                    <a:pt x="2010881" y="3393760"/>
                  </a:lnTo>
                  <a:lnTo>
                    <a:pt x="2011007" y="3393760"/>
                  </a:lnTo>
                  <a:lnTo>
                    <a:pt x="2011133" y="3393760"/>
                  </a:lnTo>
                  <a:lnTo>
                    <a:pt x="2011260" y="3393760"/>
                  </a:lnTo>
                  <a:lnTo>
                    <a:pt x="2011386" y="3393760"/>
                  </a:lnTo>
                  <a:lnTo>
                    <a:pt x="2011512" y="3393760"/>
                  </a:lnTo>
                  <a:lnTo>
                    <a:pt x="2011638" y="3393760"/>
                  </a:lnTo>
                  <a:lnTo>
                    <a:pt x="2011765" y="3393760"/>
                  </a:lnTo>
                  <a:lnTo>
                    <a:pt x="2011891" y="3393760"/>
                  </a:lnTo>
                  <a:lnTo>
                    <a:pt x="2012017" y="3393760"/>
                  </a:lnTo>
                  <a:lnTo>
                    <a:pt x="2012143" y="3393760"/>
                  </a:lnTo>
                  <a:lnTo>
                    <a:pt x="2012270" y="3393760"/>
                  </a:lnTo>
                  <a:lnTo>
                    <a:pt x="2012396" y="3393760"/>
                  </a:lnTo>
                  <a:lnTo>
                    <a:pt x="2012522" y="3393760"/>
                  </a:lnTo>
                  <a:lnTo>
                    <a:pt x="2012648" y="3393760"/>
                  </a:lnTo>
                  <a:lnTo>
                    <a:pt x="2012775" y="3393760"/>
                  </a:lnTo>
                  <a:lnTo>
                    <a:pt x="2012901" y="3393760"/>
                  </a:lnTo>
                  <a:lnTo>
                    <a:pt x="2013027" y="3393760"/>
                  </a:lnTo>
                  <a:lnTo>
                    <a:pt x="2013153" y="3393760"/>
                  </a:lnTo>
                  <a:lnTo>
                    <a:pt x="2013280" y="3393760"/>
                  </a:lnTo>
                  <a:lnTo>
                    <a:pt x="2013406" y="3393760"/>
                  </a:lnTo>
                  <a:lnTo>
                    <a:pt x="2013532" y="3393760"/>
                  </a:lnTo>
                  <a:lnTo>
                    <a:pt x="2013658" y="3393760"/>
                  </a:lnTo>
                  <a:lnTo>
                    <a:pt x="2013785" y="3393760"/>
                  </a:lnTo>
                  <a:lnTo>
                    <a:pt x="2013911" y="3393760"/>
                  </a:lnTo>
                  <a:lnTo>
                    <a:pt x="2014037" y="3393760"/>
                  </a:lnTo>
                  <a:lnTo>
                    <a:pt x="2014163" y="3393760"/>
                  </a:lnTo>
                  <a:lnTo>
                    <a:pt x="2014290" y="3393760"/>
                  </a:lnTo>
                  <a:lnTo>
                    <a:pt x="2014416" y="3393760"/>
                  </a:lnTo>
                  <a:lnTo>
                    <a:pt x="2014542" y="3393760"/>
                  </a:lnTo>
                  <a:lnTo>
                    <a:pt x="2014668" y="3393760"/>
                  </a:lnTo>
                  <a:lnTo>
                    <a:pt x="2014795" y="3393760"/>
                  </a:lnTo>
                  <a:lnTo>
                    <a:pt x="2014921" y="3393760"/>
                  </a:lnTo>
                  <a:lnTo>
                    <a:pt x="2015047" y="3393760"/>
                  </a:lnTo>
                  <a:lnTo>
                    <a:pt x="2015173" y="3393760"/>
                  </a:lnTo>
                  <a:lnTo>
                    <a:pt x="2015300" y="3393760"/>
                  </a:lnTo>
                  <a:lnTo>
                    <a:pt x="2015426" y="3393760"/>
                  </a:lnTo>
                  <a:lnTo>
                    <a:pt x="2015552" y="3393760"/>
                  </a:lnTo>
                  <a:lnTo>
                    <a:pt x="2015679" y="3393760"/>
                  </a:lnTo>
                  <a:lnTo>
                    <a:pt x="2015805" y="3393760"/>
                  </a:lnTo>
                  <a:lnTo>
                    <a:pt x="2015931" y="3393760"/>
                  </a:lnTo>
                  <a:lnTo>
                    <a:pt x="2016057" y="3393760"/>
                  </a:lnTo>
                  <a:lnTo>
                    <a:pt x="2016184" y="3393760"/>
                  </a:lnTo>
                  <a:lnTo>
                    <a:pt x="2016310" y="3393760"/>
                  </a:lnTo>
                  <a:lnTo>
                    <a:pt x="2016436" y="3393760"/>
                  </a:lnTo>
                  <a:lnTo>
                    <a:pt x="2016562" y="3393760"/>
                  </a:lnTo>
                  <a:lnTo>
                    <a:pt x="2016689" y="3393760"/>
                  </a:lnTo>
                  <a:lnTo>
                    <a:pt x="2016815" y="3393760"/>
                  </a:lnTo>
                  <a:lnTo>
                    <a:pt x="2016941" y="3393760"/>
                  </a:lnTo>
                  <a:lnTo>
                    <a:pt x="2017067" y="3393760"/>
                  </a:lnTo>
                  <a:lnTo>
                    <a:pt x="2017194" y="3393760"/>
                  </a:lnTo>
                  <a:lnTo>
                    <a:pt x="2017320" y="3393760"/>
                  </a:lnTo>
                  <a:lnTo>
                    <a:pt x="2017446" y="3393760"/>
                  </a:lnTo>
                  <a:lnTo>
                    <a:pt x="2017572" y="3393760"/>
                  </a:lnTo>
                  <a:lnTo>
                    <a:pt x="2017699" y="3393760"/>
                  </a:lnTo>
                  <a:lnTo>
                    <a:pt x="2017825" y="3393760"/>
                  </a:lnTo>
                  <a:lnTo>
                    <a:pt x="2017951" y="3393760"/>
                  </a:lnTo>
                  <a:lnTo>
                    <a:pt x="2018077" y="3393760"/>
                  </a:lnTo>
                  <a:lnTo>
                    <a:pt x="2018204" y="3393760"/>
                  </a:lnTo>
                  <a:lnTo>
                    <a:pt x="2018330" y="3393760"/>
                  </a:lnTo>
                  <a:lnTo>
                    <a:pt x="2018456" y="3393760"/>
                  </a:lnTo>
                  <a:lnTo>
                    <a:pt x="2018582" y="3393760"/>
                  </a:lnTo>
                  <a:lnTo>
                    <a:pt x="2018709" y="3393760"/>
                  </a:lnTo>
                  <a:lnTo>
                    <a:pt x="2018835" y="3393760"/>
                  </a:lnTo>
                  <a:lnTo>
                    <a:pt x="2018961" y="3393760"/>
                  </a:lnTo>
                  <a:lnTo>
                    <a:pt x="2019087" y="3393760"/>
                  </a:lnTo>
                  <a:lnTo>
                    <a:pt x="2019214" y="3393760"/>
                  </a:lnTo>
                  <a:lnTo>
                    <a:pt x="2019340" y="3393760"/>
                  </a:lnTo>
                  <a:lnTo>
                    <a:pt x="2019466" y="3393760"/>
                  </a:lnTo>
                  <a:lnTo>
                    <a:pt x="2019466" y="3388848"/>
                  </a:lnTo>
                  <a:lnTo>
                    <a:pt x="2019592" y="3388848"/>
                  </a:lnTo>
                  <a:lnTo>
                    <a:pt x="2019719" y="3388848"/>
                  </a:lnTo>
                  <a:lnTo>
                    <a:pt x="2019845" y="3388848"/>
                  </a:lnTo>
                  <a:lnTo>
                    <a:pt x="2019971" y="3388848"/>
                  </a:lnTo>
                  <a:lnTo>
                    <a:pt x="2020097" y="3388848"/>
                  </a:lnTo>
                  <a:lnTo>
                    <a:pt x="2020224" y="3388848"/>
                  </a:lnTo>
                  <a:lnTo>
                    <a:pt x="2020350" y="3388848"/>
                  </a:lnTo>
                  <a:lnTo>
                    <a:pt x="2020476" y="3388848"/>
                  </a:lnTo>
                  <a:lnTo>
                    <a:pt x="2020603" y="3388848"/>
                  </a:lnTo>
                  <a:lnTo>
                    <a:pt x="2020729" y="3388848"/>
                  </a:lnTo>
                  <a:lnTo>
                    <a:pt x="2020855" y="3388848"/>
                  </a:lnTo>
                  <a:lnTo>
                    <a:pt x="2020981" y="3388848"/>
                  </a:lnTo>
                  <a:lnTo>
                    <a:pt x="2021108" y="3388848"/>
                  </a:lnTo>
                  <a:lnTo>
                    <a:pt x="2021234" y="3388848"/>
                  </a:lnTo>
                  <a:lnTo>
                    <a:pt x="2021360" y="3388848"/>
                  </a:lnTo>
                  <a:lnTo>
                    <a:pt x="2021486" y="3388848"/>
                  </a:lnTo>
                  <a:lnTo>
                    <a:pt x="2021613" y="3388848"/>
                  </a:lnTo>
                  <a:lnTo>
                    <a:pt x="2021739" y="3388848"/>
                  </a:lnTo>
                  <a:lnTo>
                    <a:pt x="2021865" y="3388848"/>
                  </a:lnTo>
                  <a:lnTo>
                    <a:pt x="2021991" y="3388848"/>
                  </a:lnTo>
                  <a:lnTo>
                    <a:pt x="2022118" y="3388848"/>
                  </a:lnTo>
                  <a:lnTo>
                    <a:pt x="2022244" y="3388848"/>
                  </a:lnTo>
                  <a:lnTo>
                    <a:pt x="2022370" y="3388848"/>
                  </a:lnTo>
                  <a:lnTo>
                    <a:pt x="2022496" y="3388848"/>
                  </a:lnTo>
                  <a:lnTo>
                    <a:pt x="2022496" y="3383937"/>
                  </a:lnTo>
                  <a:lnTo>
                    <a:pt x="2022623" y="3383937"/>
                  </a:lnTo>
                  <a:lnTo>
                    <a:pt x="2022749" y="3383937"/>
                  </a:lnTo>
                  <a:lnTo>
                    <a:pt x="2022875" y="3383937"/>
                  </a:lnTo>
                  <a:lnTo>
                    <a:pt x="2023001" y="3383937"/>
                  </a:lnTo>
                  <a:lnTo>
                    <a:pt x="2023128" y="3383937"/>
                  </a:lnTo>
                  <a:lnTo>
                    <a:pt x="2023254" y="3383937"/>
                  </a:lnTo>
                  <a:lnTo>
                    <a:pt x="2023380" y="3383937"/>
                  </a:lnTo>
                  <a:lnTo>
                    <a:pt x="2023506" y="3383937"/>
                  </a:lnTo>
                  <a:lnTo>
                    <a:pt x="2023633" y="3383937"/>
                  </a:lnTo>
                  <a:lnTo>
                    <a:pt x="2023759" y="3383937"/>
                  </a:lnTo>
                  <a:lnTo>
                    <a:pt x="2023885" y="3383937"/>
                  </a:lnTo>
                  <a:lnTo>
                    <a:pt x="2024011" y="3383937"/>
                  </a:lnTo>
                  <a:lnTo>
                    <a:pt x="2024138" y="3383937"/>
                  </a:lnTo>
                  <a:lnTo>
                    <a:pt x="2024264" y="3383937"/>
                  </a:lnTo>
                  <a:lnTo>
                    <a:pt x="2024390" y="3383937"/>
                  </a:lnTo>
                  <a:lnTo>
                    <a:pt x="2024516" y="3383937"/>
                  </a:lnTo>
                  <a:lnTo>
                    <a:pt x="2024516" y="3379025"/>
                  </a:lnTo>
                  <a:lnTo>
                    <a:pt x="2024643" y="3379025"/>
                  </a:lnTo>
                  <a:lnTo>
                    <a:pt x="2024769" y="3379025"/>
                  </a:lnTo>
                  <a:lnTo>
                    <a:pt x="2024895" y="3379025"/>
                  </a:lnTo>
                  <a:lnTo>
                    <a:pt x="2025021" y="3379025"/>
                  </a:lnTo>
                  <a:lnTo>
                    <a:pt x="2025148" y="3379025"/>
                  </a:lnTo>
                  <a:lnTo>
                    <a:pt x="2025274" y="3379025"/>
                  </a:lnTo>
                  <a:lnTo>
                    <a:pt x="2025400" y="3379025"/>
                  </a:lnTo>
                  <a:lnTo>
                    <a:pt x="2025526" y="3379025"/>
                  </a:lnTo>
                  <a:lnTo>
                    <a:pt x="2025653" y="3379025"/>
                  </a:lnTo>
                  <a:lnTo>
                    <a:pt x="2025779" y="3379025"/>
                  </a:lnTo>
                  <a:lnTo>
                    <a:pt x="2025905" y="3379025"/>
                  </a:lnTo>
                  <a:lnTo>
                    <a:pt x="2026032" y="3379025"/>
                  </a:lnTo>
                  <a:lnTo>
                    <a:pt x="2026158" y="3379025"/>
                  </a:lnTo>
                  <a:lnTo>
                    <a:pt x="2026284" y="3379025"/>
                  </a:lnTo>
                  <a:lnTo>
                    <a:pt x="2026410" y="3379025"/>
                  </a:lnTo>
                  <a:lnTo>
                    <a:pt x="2026537" y="3379025"/>
                  </a:lnTo>
                  <a:lnTo>
                    <a:pt x="2026663" y="3379025"/>
                  </a:lnTo>
                  <a:lnTo>
                    <a:pt x="2026789" y="3379025"/>
                  </a:lnTo>
                  <a:lnTo>
                    <a:pt x="2026915" y="3379025"/>
                  </a:lnTo>
                  <a:lnTo>
                    <a:pt x="2027042" y="3379025"/>
                  </a:lnTo>
                  <a:lnTo>
                    <a:pt x="2027042" y="3374114"/>
                  </a:lnTo>
                  <a:lnTo>
                    <a:pt x="2027168" y="3374114"/>
                  </a:lnTo>
                  <a:lnTo>
                    <a:pt x="2027294" y="3374114"/>
                  </a:lnTo>
                  <a:lnTo>
                    <a:pt x="2027420" y="3374114"/>
                  </a:lnTo>
                  <a:lnTo>
                    <a:pt x="2027547" y="3374114"/>
                  </a:lnTo>
                  <a:lnTo>
                    <a:pt x="2027673" y="3374114"/>
                  </a:lnTo>
                  <a:lnTo>
                    <a:pt x="2027799" y="3374114"/>
                  </a:lnTo>
                  <a:lnTo>
                    <a:pt x="2027925" y="3374114"/>
                  </a:lnTo>
                  <a:lnTo>
                    <a:pt x="2028052" y="3374114"/>
                  </a:lnTo>
                  <a:lnTo>
                    <a:pt x="2028178" y="3374114"/>
                  </a:lnTo>
                  <a:lnTo>
                    <a:pt x="2028304" y="3374114"/>
                  </a:lnTo>
                  <a:lnTo>
                    <a:pt x="2028430" y="3374114"/>
                  </a:lnTo>
                  <a:lnTo>
                    <a:pt x="2028557" y="3374114"/>
                  </a:lnTo>
                  <a:lnTo>
                    <a:pt x="2028683" y="3374114"/>
                  </a:lnTo>
                  <a:lnTo>
                    <a:pt x="2028809" y="3374114"/>
                  </a:lnTo>
                  <a:lnTo>
                    <a:pt x="2028935" y="3374114"/>
                  </a:lnTo>
                  <a:lnTo>
                    <a:pt x="2029062" y="3374114"/>
                  </a:lnTo>
                  <a:lnTo>
                    <a:pt x="2029188" y="3374114"/>
                  </a:lnTo>
                  <a:lnTo>
                    <a:pt x="2029314" y="3374114"/>
                  </a:lnTo>
                  <a:lnTo>
                    <a:pt x="2029440" y="3374114"/>
                  </a:lnTo>
                  <a:lnTo>
                    <a:pt x="2029567" y="3374114"/>
                  </a:lnTo>
                  <a:lnTo>
                    <a:pt x="2029693" y="3374114"/>
                  </a:lnTo>
                  <a:lnTo>
                    <a:pt x="2029819" y="3374114"/>
                  </a:lnTo>
                  <a:lnTo>
                    <a:pt x="2029945" y="3374114"/>
                  </a:lnTo>
                  <a:lnTo>
                    <a:pt x="2030072" y="3374114"/>
                  </a:lnTo>
                  <a:lnTo>
                    <a:pt x="2030198" y="3374114"/>
                  </a:lnTo>
                  <a:lnTo>
                    <a:pt x="2030324" y="3374114"/>
                  </a:lnTo>
                  <a:lnTo>
                    <a:pt x="2030450" y="3374114"/>
                  </a:lnTo>
                  <a:lnTo>
                    <a:pt x="2030577" y="3374114"/>
                  </a:lnTo>
                  <a:lnTo>
                    <a:pt x="2030703" y="3374114"/>
                  </a:lnTo>
                  <a:lnTo>
                    <a:pt x="2030829" y="3374114"/>
                  </a:lnTo>
                  <a:lnTo>
                    <a:pt x="2030956" y="3374114"/>
                  </a:lnTo>
                  <a:lnTo>
                    <a:pt x="2031082" y="3374114"/>
                  </a:lnTo>
                  <a:lnTo>
                    <a:pt x="2031208" y="3374114"/>
                  </a:lnTo>
                  <a:lnTo>
                    <a:pt x="2031334" y="3374114"/>
                  </a:lnTo>
                  <a:lnTo>
                    <a:pt x="2031461" y="3374114"/>
                  </a:lnTo>
                  <a:lnTo>
                    <a:pt x="2031587" y="3374114"/>
                  </a:lnTo>
                  <a:lnTo>
                    <a:pt x="2031713" y="3374114"/>
                  </a:lnTo>
                  <a:lnTo>
                    <a:pt x="2031839" y="3374114"/>
                  </a:lnTo>
                  <a:lnTo>
                    <a:pt x="2031966" y="3374114"/>
                  </a:lnTo>
                  <a:lnTo>
                    <a:pt x="2032092" y="3374114"/>
                  </a:lnTo>
                  <a:lnTo>
                    <a:pt x="2032218" y="3374114"/>
                  </a:lnTo>
                  <a:lnTo>
                    <a:pt x="2032344" y="3374114"/>
                  </a:lnTo>
                  <a:lnTo>
                    <a:pt x="2032471" y="3374114"/>
                  </a:lnTo>
                  <a:lnTo>
                    <a:pt x="2032597" y="3374114"/>
                  </a:lnTo>
                  <a:lnTo>
                    <a:pt x="2032723" y="3374114"/>
                  </a:lnTo>
                  <a:lnTo>
                    <a:pt x="2032849" y="3374114"/>
                  </a:lnTo>
                  <a:lnTo>
                    <a:pt x="2032976" y="3374114"/>
                  </a:lnTo>
                  <a:lnTo>
                    <a:pt x="2033102" y="3374114"/>
                  </a:lnTo>
                  <a:lnTo>
                    <a:pt x="2033228" y="3374114"/>
                  </a:lnTo>
                  <a:lnTo>
                    <a:pt x="2033354" y="3374114"/>
                  </a:lnTo>
                  <a:lnTo>
                    <a:pt x="2033481" y="3374114"/>
                  </a:lnTo>
                  <a:lnTo>
                    <a:pt x="2033607" y="3374114"/>
                  </a:lnTo>
                  <a:lnTo>
                    <a:pt x="2033733" y="3374114"/>
                  </a:lnTo>
                  <a:lnTo>
                    <a:pt x="2033859" y="3374114"/>
                  </a:lnTo>
                  <a:lnTo>
                    <a:pt x="2033986" y="3374114"/>
                  </a:lnTo>
                  <a:lnTo>
                    <a:pt x="2034112" y="3374114"/>
                  </a:lnTo>
                  <a:lnTo>
                    <a:pt x="2034238" y="3374114"/>
                  </a:lnTo>
                  <a:lnTo>
                    <a:pt x="2034364" y="3374114"/>
                  </a:lnTo>
                  <a:lnTo>
                    <a:pt x="2034491" y="3374114"/>
                  </a:lnTo>
                  <a:lnTo>
                    <a:pt x="2034617" y="3374114"/>
                  </a:lnTo>
                  <a:lnTo>
                    <a:pt x="2034743" y="3374114"/>
                  </a:lnTo>
                  <a:lnTo>
                    <a:pt x="2034869" y="3374114"/>
                  </a:lnTo>
                  <a:lnTo>
                    <a:pt x="2034996" y="3374114"/>
                  </a:lnTo>
                  <a:lnTo>
                    <a:pt x="2035122" y="3374114"/>
                  </a:lnTo>
                  <a:lnTo>
                    <a:pt x="2035248" y="3374114"/>
                  </a:lnTo>
                  <a:lnTo>
                    <a:pt x="2035374" y="3374114"/>
                  </a:lnTo>
                  <a:lnTo>
                    <a:pt x="2035501" y="3374114"/>
                  </a:lnTo>
                  <a:lnTo>
                    <a:pt x="2035627" y="3374114"/>
                  </a:lnTo>
                  <a:lnTo>
                    <a:pt x="2035753" y="3374114"/>
                  </a:lnTo>
                  <a:lnTo>
                    <a:pt x="2035879" y="3374114"/>
                  </a:lnTo>
                  <a:lnTo>
                    <a:pt x="2036006" y="3374114"/>
                  </a:lnTo>
                  <a:lnTo>
                    <a:pt x="2036132" y="3374114"/>
                  </a:lnTo>
                  <a:lnTo>
                    <a:pt x="2036258" y="3374114"/>
                  </a:lnTo>
                  <a:lnTo>
                    <a:pt x="2036385" y="3374114"/>
                  </a:lnTo>
                  <a:lnTo>
                    <a:pt x="2036511" y="3374114"/>
                  </a:lnTo>
                  <a:lnTo>
                    <a:pt x="2036637" y="3374114"/>
                  </a:lnTo>
                  <a:lnTo>
                    <a:pt x="2036763" y="3374114"/>
                  </a:lnTo>
                  <a:lnTo>
                    <a:pt x="2036890" y="3374114"/>
                  </a:lnTo>
                  <a:lnTo>
                    <a:pt x="2037016" y="3374114"/>
                  </a:lnTo>
                  <a:lnTo>
                    <a:pt x="2037142" y="3374114"/>
                  </a:lnTo>
                  <a:lnTo>
                    <a:pt x="2037268" y="3374114"/>
                  </a:lnTo>
                  <a:lnTo>
                    <a:pt x="2037395" y="3374114"/>
                  </a:lnTo>
                  <a:lnTo>
                    <a:pt x="2037521" y="3374114"/>
                  </a:lnTo>
                  <a:lnTo>
                    <a:pt x="2037647" y="3374114"/>
                  </a:lnTo>
                  <a:lnTo>
                    <a:pt x="2037773" y="3374114"/>
                  </a:lnTo>
                  <a:lnTo>
                    <a:pt x="2037900" y="3374114"/>
                  </a:lnTo>
                  <a:lnTo>
                    <a:pt x="2038026" y="3374114"/>
                  </a:lnTo>
                  <a:lnTo>
                    <a:pt x="2038152" y="3374114"/>
                  </a:lnTo>
                  <a:lnTo>
                    <a:pt x="2038278" y="3374114"/>
                  </a:lnTo>
                  <a:lnTo>
                    <a:pt x="2038405" y="3374114"/>
                  </a:lnTo>
                  <a:lnTo>
                    <a:pt x="2038531" y="3374114"/>
                  </a:lnTo>
                  <a:lnTo>
                    <a:pt x="2038657" y="3374114"/>
                  </a:lnTo>
                  <a:lnTo>
                    <a:pt x="2038783" y="3374114"/>
                  </a:lnTo>
                  <a:lnTo>
                    <a:pt x="2038910" y="3374114"/>
                  </a:lnTo>
                  <a:lnTo>
                    <a:pt x="2039036" y="3374114"/>
                  </a:lnTo>
                  <a:lnTo>
                    <a:pt x="2039162" y="3374114"/>
                  </a:lnTo>
                  <a:lnTo>
                    <a:pt x="2039288" y="3374114"/>
                  </a:lnTo>
                  <a:lnTo>
                    <a:pt x="2039415" y="3374114"/>
                  </a:lnTo>
                  <a:lnTo>
                    <a:pt x="2039541" y="3374114"/>
                  </a:lnTo>
                  <a:lnTo>
                    <a:pt x="2039667" y="3374114"/>
                  </a:lnTo>
                  <a:lnTo>
                    <a:pt x="2039793" y="3374114"/>
                  </a:lnTo>
                  <a:lnTo>
                    <a:pt x="2039793" y="3369203"/>
                  </a:lnTo>
                  <a:lnTo>
                    <a:pt x="2039920" y="3369203"/>
                  </a:lnTo>
                  <a:lnTo>
                    <a:pt x="2040046" y="3369203"/>
                  </a:lnTo>
                  <a:lnTo>
                    <a:pt x="2040172" y="3369203"/>
                  </a:lnTo>
                  <a:lnTo>
                    <a:pt x="2040298" y="3369203"/>
                  </a:lnTo>
                  <a:lnTo>
                    <a:pt x="2040425" y="3369203"/>
                  </a:lnTo>
                  <a:lnTo>
                    <a:pt x="2040551" y="3369203"/>
                  </a:lnTo>
                  <a:lnTo>
                    <a:pt x="2040677" y="3369203"/>
                  </a:lnTo>
                  <a:lnTo>
                    <a:pt x="2040803" y="3369203"/>
                  </a:lnTo>
                  <a:lnTo>
                    <a:pt x="2040930" y="3369203"/>
                  </a:lnTo>
                  <a:lnTo>
                    <a:pt x="2041056" y="3369203"/>
                  </a:lnTo>
                  <a:lnTo>
                    <a:pt x="2041182" y="3369203"/>
                  </a:lnTo>
                  <a:lnTo>
                    <a:pt x="2041309" y="3369203"/>
                  </a:lnTo>
                  <a:lnTo>
                    <a:pt x="2041435" y="3369203"/>
                  </a:lnTo>
                  <a:lnTo>
                    <a:pt x="2041561" y="3369203"/>
                  </a:lnTo>
                  <a:lnTo>
                    <a:pt x="2041561" y="3364291"/>
                  </a:lnTo>
                  <a:lnTo>
                    <a:pt x="2041687" y="3364291"/>
                  </a:lnTo>
                  <a:lnTo>
                    <a:pt x="2041814" y="3364291"/>
                  </a:lnTo>
                  <a:lnTo>
                    <a:pt x="2041940" y="3364291"/>
                  </a:lnTo>
                  <a:lnTo>
                    <a:pt x="2042066" y="3364291"/>
                  </a:lnTo>
                  <a:lnTo>
                    <a:pt x="2042192" y="3364291"/>
                  </a:lnTo>
                  <a:lnTo>
                    <a:pt x="2042319" y="3364291"/>
                  </a:lnTo>
                  <a:lnTo>
                    <a:pt x="2042445" y="3364291"/>
                  </a:lnTo>
                  <a:lnTo>
                    <a:pt x="2042571" y="3364291"/>
                  </a:lnTo>
                  <a:lnTo>
                    <a:pt x="2042697" y="3364291"/>
                  </a:lnTo>
                  <a:lnTo>
                    <a:pt x="2042824" y="3364291"/>
                  </a:lnTo>
                  <a:lnTo>
                    <a:pt x="2042950" y="3364291"/>
                  </a:lnTo>
                  <a:lnTo>
                    <a:pt x="2043076" y="3364291"/>
                  </a:lnTo>
                  <a:lnTo>
                    <a:pt x="2043202" y="3364291"/>
                  </a:lnTo>
                  <a:lnTo>
                    <a:pt x="2043329" y="3364291"/>
                  </a:lnTo>
                  <a:lnTo>
                    <a:pt x="2043455" y="3364291"/>
                  </a:lnTo>
                  <a:lnTo>
                    <a:pt x="2043581" y="3364291"/>
                  </a:lnTo>
                  <a:lnTo>
                    <a:pt x="2043707" y="3364291"/>
                  </a:lnTo>
                  <a:lnTo>
                    <a:pt x="2043834" y="3364291"/>
                  </a:lnTo>
                  <a:lnTo>
                    <a:pt x="2043960" y="3364291"/>
                  </a:lnTo>
                  <a:lnTo>
                    <a:pt x="2044086" y="3364291"/>
                  </a:lnTo>
                  <a:lnTo>
                    <a:pt x="2044212" y="3364291"/>
                  </a:lnTo>
                  <a:lnTo>
                    <a:pt x="2044339" y="3364291"/>
                  </a:lnTo>
                  <a:lnTo>
                    <a:pt x="2044465" y="3364291"/>
                  </a:lnTo>
                  <a:lnTo>
                    <a:pt x="2044591" y="3364291"/>
                  </a:lnTo>
                  <a:lnTo>
                    <a:pt x="2044717" y="3364291"/>
                  </a:lnTo>
                  <a:lnTo>
                    <a:pt x="2044844" y="3364291"/>
                  </a:lnTo>
                  <a:lnTo>
                    <a:pt x="2044970" y="3364291"/>
                  </a:lnTo>
                  <a:lnTo>
                    <a:pt x="2045096" y="3364291"/>
                  </a:lnTo>
                  <a:lnTo>
                    <a:pt x="2045222" y="3364291"/>
                  </a:lnTo>
                  <a:lnTo>
                    <a:pt x="2045349" y="3364291"/>
                  </a:lnTo>
                  <a:lnTo>
                    <a:pt x="2045475" y="3364291"/>
                  </a:lnTo>
                  <a:lnTo>
                    <a:pt x="2045601" y="3364291"/>
                  </a:lnTo>
                  <a:lnTo>
                    <a:pt x="2045727" y="3364291"/>
                  </a:lnTo>
                  <a:lnTo>
                    <a:pt x="2045854" y="3364291"/>
                  </a:lnTo>
                  <a:lnTo>
                    <a:pt x="2045980" y="3364291"/>
                  </a:lnTo>
                  <a:lnTo>
                    <a:pt x="2046106" y="3364291"/>
                  </a:lnTo>
                  <a:lnTo>
                    <a:pt x="2046232" y="3364291"/>
                  </a:lnTo>
                  <a:lnTo>
                    <a:pt x="2046359" y="3364291"/>
                  </a:lnTo>
                  <a:lnTo>
                    <a:pt x="2046485" y="3364291"/>
                  </a:lnTo>
                  <a:lnTo>
                    <a:pt x="2046611" y="3364291"/>
                  </a:lnTo>
                  <a:lnTo>
                    <a:pt x="2046738" y="3364291"/>
                  </a:lnTo>
                  <a:lnTo>
                    <a:pt x="2046864" y="3364291"/>
                  </a:lnTo>
                  <a:lnTo>
                    <a:pt x="2046990" y="3364291"/>
                  </a:lnTo>
                  <a:lnTo>
                    <a:pt x="2047116" y="3364291"/>
                  </a:lnTo>
                  <a:lnTo>
                    <a:pt x="2047243" y="3364291"/>
                  </a:lnTo>
                  <a:lnTo>
                    <a:pt x="2047369" y="3364291"/>
                  </a:lnTo>
                  <a:lnTo>
                    <a:pt x="2047495" y="3364291"/>
                  </a:lnTo>
                  <a:lnTo>
                    <a:pt x="2047621" y="3364291"/>
                  </a:lnTo>
                  <a:lnTo>
                    <a:pt x="2047748" y="3364291"/>
                  </a:lnTo>
                  <a:lnTo>
                    <a:pt x="2047874" y="3364291"/>
                  </a:lnTo>
                  <a:lnTo>
                    <a:pt x="2048000" y="3364291"/>
                  </a:lnTo>
                  <a:lnTo>
                    <a:pt x="2048126" y="3364291"/>
                  </a:lnTo>
                  <a:lnTo>
                    <a:pt x="2048126" y="3359380"/>
                  </a:lnTo>
                  <a:lnTo>
                    <a:pt x="2048253" y="3359380"/>
                  </a:lnTo>
                  <a:lnTo>
                    <a:pt x="2048379" y="3359380"/>
                  </a:lnTo>
                  <a:lnTo>
                    <a:pt x="2048505" y="3359380"/>
                  </a:lnTo>
                  <a:lnTo>
                    <a:pt x="2048631" y="3359380"/>
                  </a:lnTo>
                  <a:lnTo>
                    <a:pt x="2048758" y="3359380"/>
                  </a:lnTo>
                  <a:lnTo>
                    <a:pt x="2048884" y="3359380"/>
                  </a:lnTo>
                  <a:lnTo>
                    <a:pt x="2049010" y="3359380"/>
                  </a:lnTo>
                  <a:lnTo>
                    <a:pt x="2049136" y="3359380"/>
                  </a:lnTo>
                  <a:lnTo>
                    <a:pt x="2049263" y="3359380"/>
                  </a:lnTo>
                  <a:lnTo>
                    <a:pt x="2049389" y="3359380"/>
                  </a:lnTo>
                  <a:lnTo>
                    <a:pt x="2049515" y="3359380"/>
                  </a:lnTo>
                  <a:lnTo>
                    <a:pt x="2049641" y="3359380"/>
                  </a:lnTo>
                  <a:lnTo>
                    <a:pt x="2049768" y="3359380"/>
                  </a:lnTo>
                  <a:lnTo>
                    <a:pt x="2049894" y="3359380"/>
                  </a:lnTo>
                  <a:lnTo>
                    <a:pt x="2050020" y="3359380"/>
                  </a:lnTo>
                  <a:lnTo>
                    <a:pt x="2050146" y="3359380"/>
                  </a:lnTo>
                  <a:lnTo>
                    <a:pt x="2050273" y="3359380"/>
                  </a:lnTo>
                  <a:lnTo>
                    <a:pt x="2050399" y="3359380"/>
                  </a:lnTo>
                  <a:lnTo>
                    <a:pt x="2050525" y="3359380"/>
                  </a:lnTo>
                  <a:lnTo>
                    <a:pt x="2050651" y="3359380"/>
                  </a:lnTo>
                  <a:lnTo>
                    <a:pt x="2050778" y="3359380"/>
                  </a:lnTo>
                  <a:lnTo>
                    <a:pt x="2050904" y="3359380"/>
                  </a:lnTo>
                  <a:lnTo>
                    <a:pt x="2051030" y="3359380"/>
                  </a:lnTo>
                  <a:lnTo>
                    <a:pt x="2051156" y="3359380"/>
                  </a:lnTo>
                  <a:lnTo>
                    <a:pt x="2051283" y="3359380"/>
                  </a:lnTo>
                  <a:lnTo>
                    <a:pt x="2051409" y="3359380"/>
                  </a:lnTo>
                  <a:lnTo>
                    <a:pt x="2051535" y="3359380"/>
                  </a:lnTo>
                  <a:lnTo>
                    <a:pt x="2051662" y="3359380"/>
                  </a:lnTo>
                  <a:lnTo>
                    <a:pt x="2051788" y="3359380"/>
                  </a:lnTo>
                  <a:lnTo>
                    <a:pt x="2051914" y="3359380"/>
                  </a:lnTo>
                  <a:lnTo>
                    <a:pt x="2052040" y="3359380"/>
                  </a:lnTo>
                  <a:lnTo>
                    <a:pt x="2052167" y="3359380"/>
                  </a:lnTo>
                  <a:lnTo>
                    <a:pt x="2052293" y="3359380"/>
                  </a:lnTo>
                  <a:lnTo>
                    <a:pt x="2052419" y="3359380"/>
                  </a:lnTo>
                  <a:lnTo>
                    <a:pt x="2052545" y="3359380"/>
                  </a:lnTo>
                  <a:lnTo>
                    <a:pt x="2052672" y="3359380"/>
                  </a:lnTo>
                  <a:lnTo>
                    <a:pt x="2052798" y="3359380"/>
                  </a:lnTo>
                  <a:lnTo>
                    <a:pt x="2052924" y="3359380"/>
                  </a:lnTo>
                  <a:lnTo>
                    <a:pt x="2053050" y="3359380"/>
                  </a:lnTo>
                  <a:lnTo>
                    <a:pt x="2053177" y="3359380"/>
                  </a:lnTo>
                  <a:lnTo>
                    <a:pt x="2053303" y="3359380"/>
                  </a:lnTo>
                  <a:lnTo>
                    <a:pt x="2053429" y="3359380"/>
                  </a:lnTo>
                  <a:lnTo>
                    <a:pt x="2053555" y="3359380"/>
                  </a:lnTo>
                  <a:lnTo>
                    <a:pt x="2053682" y="3359380"/>
                  </a:lnTo>
                  <a:lnTo>
                    <a:pt x="2053808" y="3359380"/>
                  </a:lnTo>
                  <a:lnTo>
                    <a:pt x="2053934" y="3359380"/>
                  </a:lnTo>
                  <a:lnTo>
                    <a:pt x="2054060" y="3359380"/>
                  </a:lnTo>
                  <a:lnTo>
                    <a:pt x="2054187" y="3359380"/>
                  </a:lnTo>
                  <a:lnTo>
                    <a:pt x="2054313" y="3359380"/>
                  </a:lnTo>
                  <a:lnTo>
                    <a:pt x="2054439" y="3359380"/>
                  </a:lnTo>
                  <a:lnTo>
                    <a:pt x="2054565" y="3359380"/>
                  </a:lnTo>
                  <a:lnTo>
                    <a:pt x="2054692" y="3359380"/>
                  </a:lnTo>
                  <a:lnTo>
                    <a:pt x="2054818" y="3359380"/>
                  </a:lnTo>
                  <a:lnTo>
                    <a:pt x="2054944" y="3359380"/>
                  </a:lnTo>
                  <a:lnTo>
                    <a:pt x="2055070" y="3359380"/>
                  </a:lnTo>
                  <a:lnTo>
                    <a:pt x="2055197" y="3359380"/>
                  </a:lnTo>
                  <a:lnTo>
                    <a:pt x="2055323" y="3359380"/>
                  </a:lnTo>
                  <a:lnTo>
                    <a:pt x="2055449" y="3359380"/>
                  </a:lnTo>
                  <a:lnTo>
                    <a:pt x="2055575" y="3359380"/>
                  </a:lnTo>
                  <a:lnTo>
                    <a:pt x="2055702" y="3359380"/>
                  </a:lnTo>
                  <a:lnTo>
                    <a:pt x="2055828" y="3359380"/>
                  </a:lnTo>
                  <a:lnTo>
                    <a:pt x="2055954" y="3359380"/>
                  </a:lnTo>
                  <a:lnTo>
                    <a:pt x="2056080" y="3359380"/>
                  </a:lnTo>
                  <a:lnTo>
                    <a:pt x="2056207" y="3359380"/>
                  </a:lnTo>
                  <a:lnTo>
                    <a:pt x="2056333" y="3359380"/>
                  </a:lnTo>
                  <a:lnTo>
                    <a:pt x="2056459" y="3359380"/>
                  </a:lnTo>
                  <a:lnTo>
                    <a:pt x="2056585" y="3359380"/>
                  </a:lnTo>
                  <a:lnTo>
                    <a:pt x="2056712" y="3359380"/>
                  </a:lnTo>
                  <a:lnTo>
                    <a:pt x="2056838" y="3359380"/>
                  </a:lnTo>
                  <a:lnTo>
                    <a:pt x="2056964" y="3359380"/>
                  </a:lnTo>
                  <a:lnTo>
                    <a:pt x="2057091" y="3359380"/>
                  </a:lnTo>
                  <a:lnTo>
                    <a:pt x="2057217" y="3359380"/>
                  </a:lnTo>
                  <a:lnTo>
                    <a:pt x="2057343" y="3359380"/>
                  </a:lnTo>
                  <a:lnTo>
                    <a:pt x="2057469" y="3359380"/>
                  </a:lnTo>
                  <a:lnTo>
                    <a:pt x="2057596" y="3359380"/>
                  </a:lnTo>
                  <a:lnTo>
                    <a:pt x="2057722" y="3359380"/>
                  </a:lnTo>
                  <a:lnTo>
                    <a:pt x="2057848" y="3359380"/>
                  </a:lnTo>
                  <a:lnTo>
                    <a:pt x="2057974" y="3359380"/>
                  </a:lnTo>
                  <a:lnTo>
                    <a:pt x="2058101" y="3359380"/>
                  </a:lnTo>
                  <a:lnTo>
                    <a:pt x="2058227" y="3359380"/>
                  </a:lnTo>
                  <a:lnTo>
                    <a:pt x="2058353" y="3359380"/>
                  </a:lnTo>
                  <a:lnTo>
                    <a:pt x="2058479" y="3359380"/>
                  </a:lnTo>
                  <a:lnTo>
                    <a:pt x="2058606" y="3359380"/>
                  </a:lnTo>
                  <a:lnTo>
                    <a:pt x="2058732" y="3359380"/>
                  </a:lnTo>
                  <a:lnTo>
                    <a:pt x="2058858" y="3359380"/>
                  </a:lnTo>
                  <a:lnTo>
                    <a:pt x="2058984" y="3359380"/>
                  </a:lnTo>
                  <a:lnTo>
                    <a:pt x="2059111" y="3359380"/>
                  </a:lnTo>
                  <a:lnTo>
                    <a:pt x="2059237" y="3359380"/>
                  </a:lnTo>
                  <a:lnTo>
                    <a:pt x="2059363" y="3359380"/>
                  </a:lnTo>
                  <a:lnTo>
                    <a:pt x="2059489" y="3359380"/>
                  </a:lnTo>
                  <a:lnTo>
                    <a:pt x="2059616" y="3359380"/>
                  </a:lnTo>
                  <a:lnTo>
                    <a:pt x="2059742" y="3359380"/>
                  </a:lnTo>
                  <a:lnTo>
                    <a:pt x="2059868" y="3359380"/>
                  </a:lnTo>
                  <a:lnTo>
                    <a:pt x="2059994" y="3359380"/>
                  </a:lnTo>
                  <a:lnTo>
                    <a:pt x="2060121" y="3359380"/>
                  </a:lnTo>
                  <a:lnTo>
                    <a:pt x="2060247" y="3359380"/>
                  </a:lnTo>
                  <a:lnTo>
                    <a:pt x="2060373" y="3359380"/>
                  </a:lnTo>
                  <a:lnTo>
                    <a:pt x="2060499" y="3359380"/>
                  </a:lnTo>
                  <a:lnTo>
                    <a:pt x="2060626" y="3359380"/>
                  </a:lnTo>
                  <a:lnTo>
                    <a:pt x="2060752" y="3359380"/>
                  </a:lnTo>
                  <a:lnTo>
                    <a:pt x="2060878" y="3359380"/>
                  </a:lnTo>
                  <a:lnTo>
                    <a:pt x="2061004" y="3359380"/>
                  </a:lnTo>
                  <a:lnTo>
                    <a:pt x="2061131" y="3359380"/>
                  </a:lnTo>
                  <a:lnTo>
                    <a:pt x="2061257" y="3359380"/>
                  </a:lnTo>
                  <a:lnTo>
                    <a:pt x="2061383" y="3359380"/>
                  </a:lnTo>
                  <a:lnTo>
                    <a:pt x="2061509" y="3359380"/>
                  </a:lnTo>
                  <a:lnTo>
                    <a:pt x="2061636" y="3359380"/>
                  </a:lnTo>
                  <a:lnTo>
                    <a:pt x="2061762" y="3359380"/>
                  </a:lnTo>
                  <a:lnTo>
                    <a:pt x="2061888" y="3359380"/>
                  </a:lnTo>
                  <a:lnTo>
                    <a:pt x="2062015" y="3359380"/>
                  </a:lnTo>
                  <a:lnTo>
                    <a:pt x="2062141" y="3359380"/>
                  </a:lnTo>
                  <a:lnTo>
                    <a:pt x="2062267" y="3359380"/>
                  </a:lnTo>
                  <a:lnTo>
                    <a:pt x="2062393" y="3359380"/>
                  </a:lnTo>
                  <a:lnTo>
                    <a:pt x="2062520" y="3359380"/>
                  </a:lnTo>
                  <a:lnTo>
                    <a:pt x="2062646" y="3359380"/>
                  </a:lnTo>
                  <a:lnTo>
                    <a:pt x="2062772" y="3359380"/>
                  </a:lnTo>
                  <a:lnTo>
                    <a:pt x="2062898" y="3359380"/>
                  </a:lnTo>
                  <a:lnTo>
                    <a:pt x="2063025" y="3359380"/>
                  </a:lnTo>
                  <a:lnTo>
                    <a:pt x="2063151" y="3359380"/>
                  </a:lnTo>
                  <a:lnTo>
                    <a:pt x="2063277" y="3359380"/>
                  </a:lnTo>
                  <a:lnTo>
                    <a:pt x="2063403" y="3359380"/>
                  </a:lnTo>
                  <a:lnTo>
                    <a:pt x="2063530" y="3359380"/>
                  </a:lnTo>
                  <a:lnTo>
                    <a:pt x="2063656" y="3359380"/>
                  </a:lnTo>
                  <a:lnTo>
                    <a:pt x="2063782" y="3359380"/>
                  </a:lnTo>
                  <a:lnTo>
                    <a:pt x="2063908" y="3359380"/>
                  </a:lnTo>
                  <a:lnTo>
                    <a:pt x="2064035" y="3359380"/>
                  </a:lnTo>
                  <a:lnTo>
                    <a:pt x="2064161" y="3359380"/>
                  </a:lnTo>
                  <a:lnTo>
                    <a:pt x="2064287" y="3359380"/>
                  </a:lnTo>
                  <a:lnTo>
                    <a:pt x="2064413" y="3359380"/>
                  </a:lnTo>
                  <a:lnTo>
                    <a:pt x="2064540" y="3359380"/>
                  </a:lnTo>
                  <a:lnTo>
                    <a:pt x="2064666" y="3359380"/>
                  </a:lnTo>
                  <a:lnTo>
                    <a:pt x="2064792" y="3359380"/>
                  </a:lnTo>
                  <a:lnTo>
                    <a:pt x="2064918" y="3359380"/>
                  </a:lnTo>
                  <a:lnTo>
                    <a:pt x="2065045" y="3359380"/>
                  </a:lnTo>
                  <a:lnTo>
                    <a:pt x="2065171" y="3359380"/>
                  </a:lnTo>
                  <a:lnTo>
                    <a:pt x="2065297" y="3359380"/>
                  </a:lnTo>
                  <a:lnTo>
                    <a:pt x="2065423" y="3359380"/>
                  </a:lnTo>
                  <a:lnTo>
                    <a:pt x="2065550" y="3359380"/>
                  </a:lnTo>
                  <a:lnTo>
                    <a:pt x="2065676" y="3359380"/>
                  </a:lnTo>
                  <a:lnTo>
                    <a:pt x="2065802" y="3359380"/>
                  </a:lnTo>
                  <a:lnTo>
                    <a:pt x="2065928" y="3359380"/>
                  </a:lnTo>
                  <a:lnTo>
                    <a:pt x="2066055" y="3359380"/>
                  </a:lnTo>
                  <a:lnTo>
                    <a:pt x="2066181" y="3359380"/>
                  </a:lnTo>
                  <a:lnTo>
                    <a:pt x="2066307" y="3359380"/>
                  </a:lnTo>
                  <a:lnTo>
                    <a:pt x="2066433" y="3359380"/>
                  </a:lnTo>
                  <a:lnTo>
                    <a:pt x="2066560" y="3359380"/>
                  </a:lnTo>
                  <a:lnTo>
                    <a:pt x="2066686" y="3359380"/>
                  </a:lnTo>
                  <a:lnTo>
                    <a:pt x="2066812" y="3359380"/>
                  </a:lnTo>
                  <a:lnTo>
                    <a:pt x="2066938" y="3359380"/>
                  </a:lnTo>
                  <a:lnTo>
                    <a:pt x="2067065" y="3359380"/>
                  </a:lnTo>
                  <a:lnTo>
                    <a:pt x="2067191" y="3359380"/>
                  </a:lnTo>
                  <a:lnTo>
                    <a:pt x="2067317" y="3359380"/>
                  </a:lnTo>
                  <a:lnTo>
                    <a:pt x="2067444" y="3359380"/>
                  </a:lnTo>
                  <a:lnTo>
                    <a:pt x="2067570" y="3359380"/>
                  </a:lnTo>
                  <a:lnTo>
                    <a:pt x="2067696" y="3359380"/>
                  </a:lnTo>
                  <a:lnTo>
                    <a:pt x="2067822" y="3359380"/>
                  </a:lnTo>
                  <a:lnTo>
                    <a:pt x="2067949" y="3359380"/>
                  </a:lnTo>
                  <a:lnTo>
                    <a:pt x="2068075" y="3359380"/>
                  </a:lnTo>
                  <a:lnTo>
                    <a:pt x="2068201" y="3359380"/>
                  </a:lnTo>
                  <a:lnTo>
                    <a:pt x="2068327" y="3359380"/>
                  </a:lnTo>
                  <a:lnTo>
                    <a:pt x="2068454" y="3359380"/>
                  </a:lnTo>
                  <a:lnTo>
                    <a:pt x="2068580" y="3359380"/>
                  </a:lnTo>
                  <a:lnTo>
                    <a:pt x="2068706" y="3359380"/>
                  </a:lnTo>
                  <a:lnTo>
                    <a:pt x="2068832" y="3359380"/>
                  </a:lnTo>
                  <a:lnTo>
                    <a:pt x="2068959" y="3359380"/>
                  </a:lnTo>
                  <a:lnTo>
                    <a:pt x="2069085" y="3359380"/>
                  </a:lnTo>
                  <a:lnTo>
                    <a:pt x="2069211" y="3359380"/>
                  </a:lnTo>
                  <a:lnTo>
                    <a:pt x="2069337" y="3359380"/>
                  </a:lnTo>
                  <a:lnTo>
                    <a:pt x="2069464" y="3359380"/>
                  </a:lnTo>
                  <a:lnTo>
                    <a:pt x="2069464" y="3354469"/>
                  </a:lnTo>
                  <a:lnTo>
                    <a:pt x="2069590" y="3354469"/>
                  </a:lnTo>
                  <a:lnTo>
                    <a:pt x="2069716" y="3354469"/>
                  </a:lnTo>
                  <a:lnTo>
                    <a:pt x="2069716" y="3349557"/>
                  </a:lnTo>
                  <a:lnTo>
                    <a:pt x="2069842" y="3349557"/>
                  </a:lnTo>
                  <a:lnTo>
                    <a:pt x="2069969" y="3349557"/>
                  </a:lnTo>
                  <a:lnTo>
                    <a:pt x="2070095" y="3349557"/>
                  </a:lnTo>
                  <a:lnTo>
                    <a:pt x="2070221" y="3349557"/>
                  </a:lnTo>
                  <a:lnTo>
                    <a:pt x="2070347" y="3349557"/>
                  </a:lnTo>
                  <a:lnTo>
                    <a:pt x="2070474" y="3349557"/>
                  </a:lnTo>
                  <a:lnTo>
                    <a:pt x="2070600" y="3349557"/>
                  </a:lnTo>
                  <a:lnTo>
                    <a:pt x="2070726" y="3349557"/>
                  </a:lnTo>
                  <a:lnTo>
                    <a:pt x="2070852" y="3349557"/>
                  </a:lnTo>
                  <a:lnTo>
                    <a:pt x="2070979" y="3349557"/>
                  </a:lnTo>
                  <a:lnTo>
                    <a:pt x="2071105" y="3349557"/>
                  </a:lnTo>
                  <a:lnTo>
                    <a:pt x="2071231" y="3349557"/>
                  </a:lnTo>
                  <a:lnTo>
                    <a:pt x="2071357" y="3349557"/>
                  </a:lnTo>
                  <a:lnTo>
                    <a:pt x="2071484" y="3349557"/>
                  </a:lnTo>
                  <a:lnTo>
                    <a:pt x="2071610" y="3349557"/>
                  </a:lnTo>
                  <a:lnTo>
                    <a:pt x="2071736" y="3349557"/>
                  </a:lnTo>
                  <a:lnTo>
                    <a:pt x="2071862" y="3349557"/>
                  </a:lnTo>
                  <a:lnTo>
                    <a:pt x="2071989" y="3349557"/>
                  </a:lnTo>
                  <a:lnTo>
                    <a:pt x="2072115" y="3349557"/>
                  </a:lnTo>
                  <a:lnTo>
                    <a:pt x="2072241" y="3349557"/>
                  </a:lnTo>
                  <a:lnTo>
                    <a:pt x="2072368" y="3349557"/>
                  </a:lnTo>
                  <a:lnTo>
                    <a:pt x="2072494" y="3349557"/>
                  </a:lnTo>
                  <a:lnTo>
                    <a:pt x="2072620" y="3349557"/>
                  </a:lnTo>
                  <a:lnTo>
                    <a:pt x="2072746" y="3349557"/>
                  </a:lnTo>
                  <a:lnTo>
                    <a:pt x="2072873" y="3349557"/>
                  </a:lnTo>
                  <a:lnTo>
                    <a:pt x="2072999" y="3349557"/>
                  </a:lnTo>
                  <a:lnTo>
                    <a:pt x="2073125" y="3349557"/>
                  </a:lnTo>
                  <a:lnTo>
                    <a:pt x="2073251" y="3349557"/>
                  </a:lnTo>
                  <a:lnTo>
                    <a:pt x="2073378" y="3349557"/>
                  </a:lnTo>
                  <a:lnTo>
                    <a:pt x="2073504" y="3349557"/>
                  </a:lnTo>
                  <a:lnTo>
                    <a:pt x="2073630" y="3349557"/>
                  </a:lnTo>
                  <a:lnTo>
                    <a:pt x="2073756" y="3349557"/>
                  </a:lnTo>
                  <a:lnTo>
                    <a:pt x="2073883" y="3349557"/>
                  </a:lnTo>
                  <a:lnTo>
                    <a:pt x="2074009" y="3349557"/>
                  </a:lnTo>
                  <a:lnTo>
                    <a:pt x="2074135" y="3349557"/>
                  </a:lnTo>
                  <a:lnTo>
                    <a:pt x="2074261" y="3349557"/>
                  </a:lnTo>
                  <a:lnTo>
                    <a:pt x="2074388" y="3349557"/>
                  </a:lnTo>
                  <a:lnTo>
                    <a:pt x="2074514" y="3349557"/>
                  </a:lnTo>
                  <a:lnTo>
                    <a:pt x="2074640" y="3349557"/>
                  </a:lnTo>
                  <a:lnTo>
                    <a:pt x="2074766" y="3349557"/>
                  </a:lnTo>
                  <a:lnTo>
                    <a:pt x="2074893" y="3349557"/>
                  </a:lnTo>
                  <a:lnTo>
                    <a:pt x="2075019" y="3349557"/>
                  </a:lnTo>
                  <a:lnTo>
                    <a:pt x="2075145" y="3349557"/>
                  </a:lnTo>
                  <a:lnTo>
                    <a:pt x="2075271" y="3349557"/>
                  </a:lnTo>
                  <a:lnTo>
                    <a:pt x="2075398" y="3349557"/>
                  </a:lnTo>
                  <a:lnTo>
                    <a:pt x="2075524" y="3349557"/>
                  </a:lnTo>
                  <a:lnTo>
                    <a:pt x="2075650" y="3349557"/>
                  </a:lnTo>
                  <a:lnTo>
                    <a:pt x="2075776" y="3349557"/>
                  </a:lnTo>
                  <a:lnTo>
                    <a:pt x="2075903" y="3349557"/>
                  </a:lnTo>
                  <a:lnTo>
                    <a:pt x="2076029" y="3349557"/>
                  </a:lnTo>
                  <a:lnTo>
                    <a:pt x="2076155" y="3349557"/>
                  </a:lnTo>
                  <a:lnTo>
                    <a:pt x="2076281" y="3349557"/>
                  </a:lnTo>
                  <a:lnTo>
                    <a:pt x="2076408" y="3349557"/>
                  </a:lnTo>
                  <a:lnTo>
                    <a:pt x="2076534" y="3349557"/>
                  </a:lnTo>
                  <a:lnTo>
                    <a:pt x="2076660" y="3349557"/>
                  </a:lnTo>
                  <a:lnTo>
                    <a:pt x="2076786" y="3349557"/>
                  </a:lnTo>
                  <a:lnTo>
                    <a:pt x="2076913" y="3349557"/>
                  </a:lnTo>
                  <a:lnTo>
                    <a:pt x="2077039" y="3349557"/>
                  </a:lnTo>
                  <a:lnTo>
                    <a:pt x="2077165" y="3349557"/>
                  </a:lnTo>
                  <a:lnTo>
                    <a:pt x="2077165" y="3344646"/>
                  </a:lnTo>
                  <a:lnTo>
                    <a:pt x="2077291" y="3344646"/>
                  </a:lnTo>
                  <a:lnTo>
                    <a:pt x="2077418" y="3344646"/>
                  </a:lnTo>
                  <a:lnTo>
                    <a:pt x="2077544" y="3344646"/>
                  </a:lnTo>
                  <a:lnTo>
                    <a:pt x="2077670" y="3344646"/>
                  </a:lnTo>
                  <a:lnTo>
                    <a:pt x="2077797" y="3344646"/>
                  </a:lnTo>
                  <a:lnTo>
                    <a:pt x="2077923" y="3344646"/>
                  </a:lnTo>
                  <a:lnTo>
                    <a:pt x="2078049" y="3344646"/>
                  </a:lnTo>
                  <a:lnTo>
                    <a:pt x="2078175" y="3344646"/>
                  </a:lnTo>
                  <a:lnTo>
                    <a:pt x="2078302" y="3344646"/>
                  </a:lnTo>
                  <a:lnTo>
                    <a:pt x="2078428" y="3344646"/>
                  </a:lnTo>
                  <a:lnTo>
                    <a:pt x="2078554" y="3344646"/>
                  </a:lnTo>
                  <a:lnTo>
                    <a:pt x="2078680" y="3344646"/>
                  </a:lnTo>
                  <a:lnTo>
                    <a:pt x="2078807" y="3344646"/>
                  </a:lnTo>
                  <a:lnTo>
                    <a:pt x="2078933" y="3344646"/>
                  </a:lnTo>
                  <a:lnTo>
                    <a:pt x="2079059" y="3344646"/>
                  </a:lnTo>
                  <a:lnTo>
                    <a:pt x="2079185" y="3344646"/>
                  </a:lnTo>
                  <a:lnTo>
                    <a:pt x="2079312" y="3344646"/>
                  </a:lnTo>
                  <a:lnTo>
                    <a:pt x="2079438" y="3344646"/>
                  </a:lnTo>
                  <a:lnTo>
                    <a:pt x="2079564" y="3344646"/>
                  </a:lnTo>
                  <a:lnTo>
                    <a:pt x="2079690" y="3344646"/>
                  </a:lnTo>
                  <a:lnTo>
                    <a:pt x="2079817" y="3344646"/>
                  </a:lnTo>
                  <a:lnTo>
                    <a:pt x="2079943" y="3344646"/>
                  </a:lnTo>
                  <a:lnTo>
                    <a:pt x="2080069" y="3344646"/>
                  </a:lnTo>
                  <a:lnTo>
                    <a:pt x="2080195" y="3344646"/>
                  </a:lnTo>
                  <a:lnTo>
                    <a:pt x="2080322" y="3344646"/>
                  </a:lnTo>
                  <a:lnTo>
                    <a:pt x="2080448" y="3344646"/>
                  </a:lnTo>
                  <a:lnTo>
                    <a:pt x="2080574" y="3344646"/>
                  </a:lnTo>
                  <a:lnTo>
                    <a:pt x="2080574" y="3339734"/>
                  </a:lnTo>
                  <a:lnTo>
                    <a:pt x="2080700" y="3339734"/>
                  </a:lnTo>
                  <a:lnTo>
                    <a:pt x="2080827" y="3339734"/>
                  </a:lnTo>
                  <a:lnTo>
                    <a:pt x="2080953" y="3339734"/>
                  </a:lnTo>
                  <a:lnTo>
                    <a:pt x="2081079" y="3339734"/>
                  </a:lnTo>
                  <a:lnTo>
                    <a:pt x="2081205" y="3339734"/>
                  </a:lnTo>
                  <a:lnTo>
                    <a:pt x="2081332" y="3339734"/>
                  </a:lnTo>
                  <a:lnTo>
                    <a:pt x="2081458" y="3339734"/>
                  </a:lnTo>
                  <a:lnTo>
                    <a:pt x="2081584" y="3339734"/>
                  </a:lnTo>
                  <a:lnTo>
                    <a:pt x="2081710" y="3339734"/>
                  </a:lnTo>
                  <a:lnTo>
                    <a:pt x="2081837" y="3339734"/>
                  </a:lnTo>
                  <a:lnTo>
                    <a:pt x="2081963" y="3339734"/>
                  </a:lnTo>
                  <a:lnTo>
                    <a:pt x="2082089" y="3339734"/>
                  </a:lnTo>
                  <a:lnTo>
                    <a:pt x="2082215" y="3339734"/>
                  </a:lnTo>
                  <a:lnTo>
                    <a:pt x="2082342" y="3339734"/>
                  </a:lnTo>
                  <a:lnTo>
                    <a:pt x="2082468" y="3339734"/>
                  </a:lnTo>
                  <a:lnTo>
                    <a:pt x="2082594" y="3339734"/>
                  </a:lnTo>
                  <a:lnTo>
                    <a:pt x="2082721" y="3339734"/>
                  </a:lnTo>
                  <a:lnTo>
                    <a:pt x="2082847" y="3339734"/>
                  </a:lnTo>
                  <a:lnTo>
                    <a:pt x="2082973" y="3339734"/>
                  </a:lnTo>
                  <a:lnTo>
                    <a:pt x="2083099" y="3339734"/>
                  </a:lnTo>
                  <a:lnTo>
                    <a:pt x="2083226" y="3339734"/>
                  </a:lnTo>
                  <a:lnTo>
                    <a:pt x="2083352" y="3339734"/>
                  </a:lnTo>
                  <a:lnTo>
                    <a:pt x="2083478" y="3339734"/>
                  </a:lnTo>
                  <a:lnTo>
                    <a:pt x="2083604" y="3339734"/>
                  </a:lnTo>
                  <a:lnTo>
                    <a:pt x="2083731" y="3339734"/>
                  </a:lnTo>
                  <a:lnTo>
                    <a:pt x="2083857" y="3339734"/>
                  </a:lnTo>
                  <a:lnTo>
                    <a:pt x="2083983" y="3339734"/>
                  </a:lnTo>
                  <a:lnTo>
                    <a:pt x="2084109" y="3339734"/>
                  </a:lnTo>
                  <a:lnTo>
                    <a:pt x="2084236" y="3339734"/>
                  </a:lnTo>
                  <a:lnTo>
                    <a:pt x="2084362" y="3339734"/>
                  </a:lnTo>
                  <a:lnTo>
                    <a:pt x="2084488" y="3339734"/>
                  </a:lnTo>
                  <a:lnTo>
                    <a:pt x="2084614" y="3339734"/>
                  </a:lnTo>
                  <a:lnTo>
                    <a:pt x="2084741" y="3339734"/>
                  </a:lnTo>
                  <a:lnTo>
                    <a:pt x="2084867" y="3339734"/>
                  </a:lnTo>
                  <a:lnTo>
                    <a:pt x="2084993" y="3339734"/>
                  </a:lnTo>
                  <a:lnTo>
                    <a:pt x="2085119" y="3339734"/>
                  </a:lnTo>
                  <a:lnTo>
                    <a:pt x="2085246" y="3339734"/>
                  </a:lnTo>
                  <a:lnTo>
                    <a:pt x="2085372" y="3339734"/>
                  </a:lnTo>
                  <a:lnTo>
                    <a:pt x="2085498" y="3339734"/>
                  </a:lnTo>
                  <a:lnTo>
                    <a:pt x="2085624" y="3339734"/>
                  </a:lnTo>
                  <a:lnTo>
                    <a:pt x="2085751" y="3339734"/>
                  </a:lnTo>
                  <a:lnTo>
                    <a:pt x="2085877" y="3339734"/>
                  </a:lnTo>
                  <a:lnTo>
                    <a:pt x="2086003" y="3339734"/>
                  </a:lnTo>
                  <a:lnTo>
                    <a:pt x="2086129" y="3339734"/>
                  </a:lnTo>
                  <a:lnTo>
                    <a:pt x="2086256" y="3339734"/>
                  </a:lnTo>
                  <a:lnTo>
                    <a:pt x="2086382" y="3339734"/>
                  </a:lnTo>
                  <a:lnTo>
                    <a:pt x="2086508" y="3339734"/>
                  </a:lnTo>
                  <a:lnTo>
                    <a:pt x="2086634" y="3339734"/>
                  </a:lnTo>
                  <a:lnTo>
                    <a:pt x="2086761" y="3339734"/>
                  </a:lnTo>
                  <a:lnTo>
                    <a:pt x="2086887" y="3339734"/>
                  </a:lnTo>
                  <a:lnTo>
                    <a:pt x="2087013" y="3339734"/>
                  </a:lnTo>
                  <a:lnTo>
                    <a:pt x="2087139" y="3339734"/>
                  </a:lnTo>
                  <a:lnTo>
                    <a:pt x="2087266" y="3339734"/>
                  </a:lnTo>
                  <a:lnTo>
                    <a:pt x="2087392" y="3339734"/>
                  </a:lnTo>
                  <a:lnTo>
                    <a:pt x="2087518" y="3339734"/>
                  </a:lnTo>
                  <a:lnTo>
                    <a:pt x="2087645" y="3339734"/>
                  </a:lnTo>
                  <a:lnTo>
                    <a:pt x="2087771" y="3339734"/>
                  </a:lnTo>
                  <a:lnTo>
                    <a:pt x="2087897" y="3339734"/>
                  </a:lnTo>
                  <a:lnTo>
                    <a:pt x="2088023" y="3339734"/>
                  </a:lnTo>
                  <a:lnTo>
                    <a:pt x="2088150" y="3339734"/>
                  </a:lnTo>
                  <a:lnTo>
                    <a:pt x="2088276" y="3339734"/>
                  </a:lnTo>
                  <a:lnTo>
                    <a:pt x="2088402" y="3339734"/>
                  </a:lnTo>
                  <a:lnTo>
                    <a:pt x="2088528" y="3339734"/>
                  </a:lnTo>
                  <a:lnTo>
                    <a:pt x="2088655" y="3339734"/>
                  </a:lnTo>
                  <a:lnTo>
                    <a:pt x="2088781" y="3339734"/>
                  </a:lnTo>
                  <a:lnTo>
                    <a:pt x="2088781" y="3334823"/>
                  </a:lnTo>
                  <a:lnTo>
                    <a:pt x="2088907" y="3334823"/>
                  </a:lnTo>
                  <a:lnTo>
                    <a:pt x="2089033" y="3334823"/>
                  </a:lnTo>
                  <a:lnTo>
                    <a:pt x="2089160" y="3334823"/>
                  </a:lnTo>
                  <a:lnTo>
                    <a:pt x="2089286" y="3334823"/>
                  </a:lnTo>
                  <a:lnTo>
                    <a:pt x="2089412" y="3334823"/>
                  </a:lnTo>
                  <a:lnTo>
                    <a:pt x="2089538" y="3334823"/>
                  </a:lnTo>
                  <a:lnTo>
                    <a:pt x="2089665" y="3334823"/>
                  </a:lnTo>
                  <a:lnTo>
                    <a:pt x="2089791" y="3334823"/>
                  </a:lnTo>
                  <a:lnTo>
                    <a:pt x="2089917" y="3334823"/>
                  </a:lnTo>
                  <a:lnTo>
                    <a:pt x="2090043" y="3334823"/>
                  </a:lnTo>
                  <a:lnTo>
                    <a:pt x="2090170" y="3334823"/>
                  </a:lnTo>
                  <a:lnTo>
                    <a:pt x="2090296" y="3334823"/>
                  </a:lnTo>
                  <a:lnTo>
                    <a:pt x="2090422" y="3334823"/>
                  </a:lnTo>
                  <a:lnTo>
                    <a:pt x="2090548" y="3334823"/>
                  </a:lnTo>
                  <a:lnTo>
                    <a:pt x="2090675" y="3334823"/>
                  </a:lnTo>
                  <a:lnTo>
                    <a:pt x="2090801" y="3334823"/>
                  </a:lnTo>
                  <a:lnTo>
                    <a:pt x="2090927" y="3334823"/>
                  </a:lnTo>
                  <a:lnTo>
                    <a:pt x="2091053" y="3334823"/>
                  </a:lnTo>
                  <a:lnTo>
                    <a:pt x="2091180" y="3334823"/>
                  </a:lnTo>
                  <a:lnTo>
                    <a:pt x="2091180" y="3329912"/>
                  </a:lnTo>
                  <a:lnTo>
                    <a:pt x="2091306" y="3329912"/>
                  </a:lnTo>
                  <a:lnTo>
                    <a:pt x="2091306" y="3325000"/>
                  </a:lnTo>
                  <a:lnTo>
                    <a:pt x="2091432" y="3325000"/>
                  </a:lnTo>
                  <a:lnTo>
                    <a:pt x="2091558" y="3325000"/>
                  </a:lnTo>
                  <a:lnTo>
                    <a:pt x="2091685" y="3325000"/>
                  </a:lnTo>
                  <a:lnTo>
                    <a:pt x="2091811" y="3325000"/>
                  </a:lnTo>
                  <a:lnTo>
                    <a:pt x="2091937" y="3325000"/>
                  </a:lnTo>
                  <a:lnTo>
                    <a:pt x="2092063" y="3325000"/>
                  </a:lnTo>
                  <a:lnTo>
                    <a:pt x="2092190" y="3325000"/>
                  </a:lnTo>
                  <a:lnTo>
                    <a:pt x="2092316" y="3325000"/>
                  </a:lnTo>
                  <a:lnTo>
                    <a:pt x="2092442" y="3325000"/>
                  </a:lnTo>
                  <a:lnTo>
                    <a:pt x="2092568" y="3325000"/>
                  </a:lnTo>
                  <a:lnTo>
                    <a:pt x="2092695" y="3325000"/>
                  </a:lnTo>
                  <a:lnTo>
                    <a:pt x="2092821" y="3325000"/>
                  </a:lnTo>
                  <a:lnTo>
                    <a:pt x="2092947" y="3325000"/>
                  </a:lnTo>
                  <a:lnTo>
                    <a:pt x="2093074" y="3325000"/>
                  </a:lnTo>
                  <a:lnTo>
                    <a:pt x="2093200" y="3325000"/>
                  </a:lnTo>
                  <a:lnTo>
                    <a:pt x="2093326" y="3325000"/>
                  </a:lnTo>
                  <a:lnTo>
                    <a:pt x="2093452" y="3325000"/>
                  </a:lnTo>
                  <a:lnTo>
                    <a:pt x="2093579" y="3325000"/>
                  </a:lnTo>
                  <a:lnTo>
                    <a:pt x="2093705" y="3325000"/>
                  </a:lnTo>
                  <a:lnTo>
                    <a:pt x="2093831" y="3325000"/>
                  </a:lnTo>
                  <a:lnTo>
                    <a:pt x="2093957" y="3325000"/>
                  </a:lnTo>
                  <a:lnTo>
                    <a:pt x="2094084" y="3325000"/>
                  </a:lnTo>
                  <a:lnTo>
                    <a:pt x="2094084" y="3320089"/>
                  </a:lnTo>
                  <a:lnTo>
                    <a:pt x="2094210" y="3320089"/>
                  </a:lnTo>
                  <a:lnTo>
                    <a:pt x="2094336" y="3320089"/>
                  </a:lnTo>
                  <a:lnTo>
                    <a:pt x="2094462" y="3320089"/>
                  </a:lnTo>
                  <a:lnTo>
                    <a:pt x="2094589" y="3320089"/>
                  </a:lnTo>
                  <a:lnTo>
                    <a:pt x="2094715" y="3320089"/>
                  </a:lnTo>
                  <a:lnTo>
                    <a:pt x="2094841" y="3320089"/>
                  </a:lnTo>
                  <a:lnTo>
                    <a:pt x="2094967" y="3320089"/>
                  </a:lnTo>
                  <a:lnTo>
                    <a:pt x="2095094" y="3320089"/>
                  </a:lnTo>
                  <a:lnTo>
                    <a:pt x="2095220" y="3320089"/>
                  </a:lnTo>
                  <a:lnTo>
                    <a:pt x="2095346" y="3320089"/>
                  </a:lnTo>
                  <a:lnTo>
                    <a:pt x="2095472" y="3320089"/>
                  </a:lnTo>
                  <a:lnTo>
                    <a:pt x="2095599" y="3320089"/>
                  </a:lnTo>
                  <a:lnTo>
                    <a:pt x="2095725" y="3320089"/>
                  </a:lnTo>
                  <a:lnTo>
                    <a:pt x="2095725" y="3315178"/>
                  </a:lnTo>
                  <a:lnTo>
                    <a:pt x="2095851" y="3315178"/>
                  </a:lnTo>
                  <a:lnTo>
                    <a:pt x="2095977" y="3315178"/>
                  </a:lnTo>
                  <a:lnTo>
                    <a:pt x="2096104" y="3315178"/>
                  </a:lnTo>
                  <a:lnTo>
                    <a:pt x="2096230" y="3315178"/>
                  </a:lnTo>
                  <a:lnTo>
                    <a:pt x="2096356" y="3315178"/>
                  </a:lnTo>
                  <a:lnTo>
                    <a:pt x="2096482" y="3315178"/>
                  </a:lnTo>
                  <a:lnTo>
                    <a:pt x="2096609" y="3315178"/>
                  </a:lnTo>
                  <a:lnTo>
                    <a:pt x="2096735" y="3315178"/>
                  </a:lnTo>
                  <a:lnTo>
                    <a:pt x="2096861" y="3315178"/>
                  </a:lnTo>
                  <a:lnTo>
                    <a:pt x="2096987" y="3315178"/>
                  </a:lnTo>
                  <a:lnTo>
                    <a:pt x="2097114" y="3315178"/>
                  </a:lnTo>
                  <a:lnTo>
                    <a:pt x="2097240" y="3315178"/>
                  </a:lnTo>
                  <a:lnTo>
                    <a:pt x="2097366" y="3315178"/>
                  </a:lnTo>
                  <a:lnTo>
                    <a:pt x="2097492" y="3315178"/>
                  </a:lnTo>
                  <a:lnTo>
                    <a:pt x="2097619" y="3315178"/>
                  </a:lnTo>
                  <a:lnTo>
                    <a:pt x="2097745" y="3315178"/>
                  </a:lnTo>
                  <a:lnTo>
                    <a:pt x="2097871" y="3315178"/>
                  </a:lnTo>
                  <a:lnTo>
                    <a:pt x="2097998" y="3315178"/>
                  </a:lnTo>
                  <a:lnTo>
                    <a:pt x="2098124" y="3315178"/>
                  </a:lnTo>
                  <a:lnTo>
                    <a:pt x="2098250" y="3315178"/>
                  </a:lnTo>
                  <a:lnTo>
                    <a:pt x="2098376" y="3315178"/>
                  </a:lnTo>
                  <a:lnTo>
                    <a:pt x="2098503" y="3315178"/>
                  </a:lnTo>
                  <a:lnTo>
                    <a:pt x="2098629" y="3315178"/>
                  </a:lnTo>
                  <a:lnTo>
                    <a:pt x="2098755" y="3315178"/>
                  </a:lnTo>
                  <a:lnTo>
                    <a:pt x="2098881" y="3315178"/>
                  </a:lnTo>
                  <a:lnTo>
                    <a:pt x="2099008" y="3315178"/>
                  </a:lnTo>
                  <a:lnTo>
                    <a:pt x="2099134" y="3315178"/>
                  </a:lnTo>
                  <a:lnTo>
                    <a:pt x="2099260" y="3315178"/>
                  </a:lnTo>
                  <a:lnTo>
                    <a:pt x="2099386" y="3315178"/>
                  </a:lnTo>
                  <a:lnTo>
                    <a:pt x="2099513" y="3315178"/>
                  </a:lnTo>
                  <a:lnTo>
                    <a:pt x="2099639" y="3315178"/>
                  </a:lnTo>
                  <a:lnTo>
                    <a:pt x="2099765" y="3315178"/>
                  </a:lnTo>
                  <a:lnTo>
                    <a:pt x="2099891" y="3315178"/>
                  </a:lnTo>
                  <a:lnTo>
                    <a:pt x="2100018" y="3315178"/>
                  </a:lnTo>
                  <a:lnTo>
                    <a:pt x="2100144" y="3315178"/>
                  </a:lnTo>
                  <a:lnTo>
                    <a:pt x="2100270" y="3315178"/>
                  </a:lnTo>
                  <a:lnTo>
                    <a:pt x="2100396" y="3315178"/>
                  </a:lnTo>
                  <a:lnTo>
                    <a:pt x="2100523" y="3315178"/>
                  </a:lnTo>
                  <a:lnTo>
                    <a:pt x="2100649" y="3315178"/>
                  </a:lnTo>
                  <a:lnTo>
                    <a:pt x="2100775" y="3315178"/>
                  </a:lnTo>
                  <a:lnTo>
                    <a:pt x="2100901" y="3315178"/>
                  </a:lnTo>
                  <a:lnTo>
                    <a:pt x="2101028" y="3315178"/>
                  </a:lnTo>
                  <a:lnTo>
                    <a:pt x="2101154" y="3315178"/>
                  </a:lnTo>
                  <a:lnTo>
                    <a:pt x="2101280" y="3315178"/>
                  </a:lnTo>
                  <a:lnTo>
                    <a:pt x="2101406" y="3315178"/>
                  </a:lnTo>
                  <a:lnTo>
                    <a:pt x="2101533" y="3315178"/>
                  </a:lnTo>
                  <a:lnTo>
                    <a:pt x="2101659" y="3315178"/>
                  </a:lnTo>
                  <a:lnTo>
                    <a:pt x="2101785" y="3315178"/>
                  </a:lnTo>
                  <a:lnTo>
                    <a:pt x="2101911" y="3315178"/>
                  </a:lnTo>
                  <a:lnTo>
                    <a:pt x="2102038" y="3315178"/>
                  </a:lnTo>
                  <a:lnTo>
                    <a:pt x="2102164" y="3315178"/>
                  </a:lnTo>
                  <a:lnTo>
                    <a:pt x="2102290" y="3315178"/>
                  </a:lnTo>
                  <a:lnTo>
                    <a:pt x="2102416" y="3315178"/>
                  </a:lnTo>
                  <a:lnTo>
                    <a:pt x="2102543" y="3315178"/>
                  </a:lnTo>
                  <a:lnTo>
                    <a:pt x="2102669" y="3315178"/>
                  </a:lnTo>
                  <a:lnTo>
                    <a:pt x="2102795" y="3315178"/>
                  </a:lnTo>
                  <a:lnTo>
                    <a:pt x="2102921" y="3315178"/>
                  </a:lnTo>
                  <a:lnTo>
                    <a:pt x="2102921" y="3310266"/>
                  </a:lnTo>
                  <a:lnTo>
                    <a:pt x="2103048" y="3310266"/>
                  </a:lnTo>
                  <a:lnTo>
                    <a:pt x="2103174" y="3310266"/>
                  </a:lnTo>
                  <a:lnTo>
                    <a:pt x="2103300" y="3310266"/>
                  </a:lnTo>
                  <a:lnTo>
                    <a:pt x="2103300" y="3305355"/>
                  </a:lnTo>
                  <a:lnTo>
                    <a:pt x="2103427" y="3305355"/>
                  </a:lnTo>
                  <a:lnTo>
                    <a:pt x="2103553" y="3305355"/>
                  </a:lnTo>
                  <a:lnTo>
                    <a:pt x="2103679" y="3305355"/>
                  </a:lnTo>
                  <a:lnTo>
                    <a:pt x="2103805" y="3305355"/>
                  </a:lnTo>
                  <a:lnTo>
                    <a:pt x="2103932" y="3305355"/>
                  </a:lnTo>
                  <a:lnTo>
                    <a:pt x="2104058" y="3305355"/>
                  </a:lnTo>
                  <a:lnTo>
                    <a:pt x="2104184" y="3305355"/>
                  </a:lnTo>
                  <a:lnTo>
                    <a:pt x="2104310" y="3305355"/>
                  </a:lnTo>
                  <a:lnTo>
                    <a:pt x="2104437" y="3305355"/>
                  </a:lnTo>
                  <a:lnTo>
                    <a:pt x="2104437" y="3300443"/>
                  </a:lnTo>
                  <a:lnTo>
                    <a:pt x="2104563" y="3300443"/>
                  </a:lnTo>
                  <a:lnTo>
                    <a:pt x="2104689" y="3300443"/>
                  </a:lnTo>
                  <a:lnTo>
                    <a:pt x="2104815" y="3300443"/>
                  </a:lnTo>
                  <a:lnTo>
                    <a:pt x="2104942" y="3300443"/>
                  </a:lnTo>
                  <a:lnTo>
                    <a:pt x="2105068" y="3300443"/>
                  </a:lnTo>
                  <a:lnTo>
                    <a:pt x="2105194" y="3300443"/>
                  </a:lnTo>
                  <a:lnTo>
                    <a:pt x="2105320" y="3300443"/>
                  </a:lnTo>
                  <a:lnTo>
                    <a:pt x="2105447" y="3300443"/>
                  </a:lnTo>
                  <a:lnTo>
                    <a:pt x="2105573" y="3300443"/>
                  </a:lnTo>
                  <a:lnTo>
                    <a:pt x="2105699" y="3300443"/>
                  </a:lnTo>
                  <a:lnTo>
                    <a:pt x="2105825" y="3300443"/>
                  </a:lnTo>
                  <a:lnTo>
                    <a:pt x="2105952" y="3300443"/>
                  </a:lnTo>
                  <a:lnTo>
                    <a:pt x="2106078" y="3300443"/>
                  </a:lnTo>
                  <a:lnTo>
                    <a:pt x="2106204" y="3300443"/>
                  </a:lnTo>
                  <a:lnTo>
                    <a:pt x="2106330" y="3300443"/>
                  </a:lnTo>
                  <a:lnTo>
                    <a:pt x="2106457" y="3300443"/>
                  </a:lnTo>
                  <a:lnTo>
                    <a:pt x="2106583" y="3300443"/>
                  </a:lnTo>
                  <a:lnTo>
                    <a:pt x="2106709" y="3300443"/>
                  </a:lnTo>
                  <a:lnTo>
                    <a:pt x="2106835" y="3300443"/>
                  </a:lnTo>
                  <a:lnTo>
                    <a:pt x="2106962" y="3300443"/>
                  </a:lnTo>
                  <a:lnTo>
                    <a:pt x="2107088" y="3300443"/>
                  </a:lnTo>
                  <a:lnTo>
                    <a:pt x="2107214" y="3300443"/>
                  </a:lnTo>
                  <a:lnTo>
                    <a:pt x="2107340" y="3300443"/>
                  </a:lnTo>
                  <a:lnTo>
                    <a:pt x="2107467" y="3300443"/>
                  </a:lnTo>
                  <a:lnTo>
                    <a:pt x="2107593" y="3300443"/>
                  </a:lnTo>
                  <a:lnTo>
                    <a:pt x="2107719" y="3300443"/>
                  </a:lnTo>
                  <a:lnTo>
                    <a:pt x="2107845" y="3300443"/>
                  </a:lnTo>
                  <a:lnTo>
                    <a:pt x="2107972" y="3300443"/>
                  </a:lnTo>
                  <a:lnTo>
                    <a:pt x="2108098" y="3300443"/>
                  </a:lnTo>
                  <a:lnTo>
                    <a:pt x="2108224" y="3300443"/>
                  </a:lnTo>
                  <a:lnTo>
                    <a:pt x="2108351" y="3300443"/>
                  </a:lnTo>
                  <a:lnTo>
                    <a:pt x="2108477" y="3300443"/>
                  </a:lnTo>
                  <a:lnTo>
                    <a:pt x="2108603" y="3300443"/>
                  </a:lnTo>
                  <a:lnTo>
                    <a:pt x="2108729" y="3300443"/>
                  </a:lnTo>
                  <a:lnTo>
                    <a:pt x="2108856" y="3300443"/>
                  </a:lnTo>
                  <a:lnTo>
                    <a:pt x="2108982" y="3300443"/>
                  </a:lnTo>
                  <a:lnTo>
                    <a:pt x="2109108" y="3300443"/>
                  </a:lnTo>
                  <a:lnTo>
                    <a:pt x="2109234" y="3300443"/>
                  </a:lnTo>
                  <a:lnTo>
                    <a:pt x="2109361" y="3300443"/>
                  </a:lnTo>
                  <a:lnTo>
                    <a:pt x="2109487" y="3300443"/>
                  </a:lnTo>
                  <a:lnTo>
                    <a:pt x="2109613" y="3300443"/>
                  </a:lnTo>
                  <a:lnTo>
                    <a:pt x="2109739" y="3300443"/>
                  </a:lnTo>
                  <a:lnTo>
                    <a:pt x="2109866" y="3300443"/>
                  </a:lnTo>
                  <a:lnTo>
                    <a:pt x="2109992" y="3300443"/>
                  </a:lnTo>
                  <a:lnTo>
                    <a:pt x="2110118" y="3300443"/>
                  </a:lnTo>
                  <a:lnTo>
                    <a:pt x="2110244" y="3300443"/>
                  </a:lnTo>
                  <a:lnTo>
                    <a:pt x="2110371" y="3300443"/>
                  </a:lnTo>
                  <a:lnTo>
                    <a:pt x="2110497" y="3300443"/>
                  </a:lnTo>
                  <a:lnTo>
                    <a:pt x="2110623" y="3300443"/>
                  </a:lnTo>
                  <a:lnTo>
                    <a:pt x="2110749" y="3300443"/>
                  </a:lnTo>
                  <a:lnTo>
                    <a:pt x="2110876" y="3300443"/>
                  </a:lnTo>
                  <a:lnTo>
                    <a:pt x="2111002" y="3300443"/>
                  </a:lnTo>
                  <a:lnTo>
                    <a:pt x="2111128" y="3300443"/>
                  </a:lnTo>
                  <a:lnTo>
                    <a:pt x="2111254" y="3300443"/>
                  </a:lnTo>
                  <a:lnTo>
                    <a:pt x="2111381" y="3300443"/>
                  </a:lnTo>
                  <a:lnTo>
                    <a:pt x="2111507" y="3300443"/>
                  </a:lnTo>
                  <a:lnTo>
                    <a:pt x="2111633" y="3300443"/>
                  </a:lnTo>
                  <a:lnTo>
                    <a:pt x="2111759" y="3300443"/>
                  </a:lnTo>
                  <a:lnTo>
                    <a:pt x="2111886" y="3300443"/>
                  </a:lnTo>
                  <a:lnTo>
                    <a:pt x="2112012" y="3300443"/>
                  </a:lnTo>
                  <a:lnTo>
                    <a:pt x="2112138" y="3300443"/>
                  </a:lnTo>
                  <a:lnTo>
                    <a:pt x="2112264" y="3300443"/>
                  </a:lnTo>
                  <a:lnTo>
                    <a:pt x="2112391" y="3300443"/>
                  </a:lnTo>
                  <a:lnTo>
                    <a:pt x="2112517" y="3300443"/>
                  </a:lnTo>
                  <a:lnTo>
                    <a:pt x="2112643" y="3300443"/>
                  </a:lnTo>
                  <a:lnTo>
                    <a:pt x="2112769" y="3300443"/>
                  </a:lnTo>
                  <a:lnTo>
                    <a:pt x="2112896" y="3300443"/>
                  </a:lnTo>
                  <a:lnTo>
                    <a:pt x="2113022" y="3300443"/>
                  </a:lnTo>
                  <a:lnTo>
                    <a:pt x="2113148" y="3300443"/>
                  </a:lnTo>
                  <a:lnTo>
                    <a:pt x="2113274" y="3300443"/>
                  </a:lnTo>
                  <a:lnTo>
                    <a:pt x="2113401" y="3300443"/>
                  </a:lnTo>
                  <a:lnTo>
                    <a:pt x="2113527" y="3300443"/>
                  </a:lnTo>
                  <a:lnTo>
                    <a:pt x="2113653" y="3300443"/>
                  </a:lnTo>
                  <a:lnTo>
                    <a:pt x="2113780" y="3300443"/>
                  </a:lnTo>
                  <a:lnTo>
                    <a:pt x="2113906" y="3300443"/>
                  </a:lnTo>
                  <a:lnTo>
                    <a:pt x="2114032" y="3300443"/>
                  </a:lnTo>
                  <a:lnTo>
                    <a:pt x="2114158" y="3300443"/>
                  </a:lnTo>
                  <a:lnTo>
                    <a:pt x="2114285" y="3300443"/>
                  </a:lnTo>
                  <a:lnTo>
                    <a:pt x="2114411" y="3300443"/>
                  </a:lnTo>
                  <a:lnTo>
                    <a:pt x="2114537" y="3300443"/>
                  </a:lnTo>
                  <a:lnTo>
                    <a:pt x="2114663" y="3300443"/>
                  </a:lnTo>
                  <a:lnTo>
                    <a:pt x="2114790" y="3300443"/>
                  </a:lnTo>
                  <a:lnTo>
                    <a:pt x="2114916" y="3300443"/>
                  </a:lnTo>
                  <a:lnTo>
                    <a:pt x="2115042" y="3300443"/>
                  </a:lnTo>
                  <a:lnTo>
                    <a:pt x="2115168" y="3300443"/>
                  </a:lnTo>
                  <a:lnTo>
                    <a:pt x="2115295" y="3300443"/>
                  </a:lnTo>
                  <a:lnTo>
                    <a:pt x="2115421" y="3300443"/>
                  </a:lnTo>
                  <a:lnTo>
                    <a:pt x="2115547" y="3300443"/>
                  </a:lnTo>
                  <a:lnTo>
                    <a:pt x="2115673" y="3300443"/>
                  </a:lnTo>
                  <a:lnTo>
                    <a:pt x="2115800" y="3300443"/>
                  </a:lnTo>
                  <a:lnTo>
                    <a:pt x="2115926" y="3300443"/>
                  </a:lnTo>
                  <a:lnTo>
                    <a:pt x="2116052" y="3300443"/>
                  </a:lnTo>
                  <a:lnTo>
                    <a:pt x="2116178" y="3300443"/>
                  </a:lnTo>
                  <a:lnTo>
                    <a:pt x="2116305" y="3300443"/>
                  </a:lnTo>
                  <a:lnTo>
                    <a:pt x="2116431" y="3300443"/>
                  </a:lnTo>
                  <a:lnTo>
                    <a:pt x="2116557" y="3300443"/>
                  </a:lnTo>
                  <a:lnTo>
                    <a:pt x="2116683" y="3300443"/>
                  </a:lnTo>
                  <a:lnTo>
                    <a:pt x="2116810" y="3300443"/>
                  </a:lnTo>
                  <a:lnTo>
                    <a:pt x="2116936" y="3300443"/>
                  </a:lnTo>
                  <a:lnTo>
                    <a:pt x="2117062" y="3300443"/>
                  </a:lnTo>
                  <a:lnTo>
                    <a:pt x="2117188" y="3300443"/>
                  </a:lnTo>
                  <a:lnTo>
                    <a:pt x="2117315" y="3300443"/>
                  </a:lnTo>
                  <a:lnTo>
                    <a:pt x="2117441" y="3300443"/>
                  </a:lnTo>
                  <a:lnTo>
                    <a:pt x="2117567" y="3300443"/>
                  </a:lnTo>
                  <a:lnTo>
                    <a:pt x="2117693" y="3300443"/>
                  </a:lnTo>
                  <a:lnTo>
                    <a:pt x="2117820" y="3300443"/>
                  </a:lnTo>
                  <a:lnTo>
                    <a:pt x="2117946" y="3300443"/>
                  </a:lnTo>
                  <a:lnTo>
                    <a:pt x="2118072" y="3300443"/>
                  </a:lnTo>
                  <a:lnTo>
                    <a:pt x="2118198" y="3300443"/>
                  </a:lnTo>
                  <a:lnTo>
                    <a:pt x="2118325" y="3300443"/>
                  </a:lnTo>
                  <a:lnTo>
                    <a:pt x="2118451" y="3300443"/>
                  </a:lnTo>
                  <a:lnTo>
                    <a:pt x="2118577" y="3300443"/>
                  </a:lnTo>
                  <a:lnTo>
                    <a:pt x="2118704" y="3300443"/>
                  </a:lnTo>
                  <a:lnTo>
                    <a:pt x="2118830" y="3300443"/>
                  </a:lnTo>
                  <a:lnTo>
                    <a:pt x="2118956" y="3300443"/>
                  </a:lnTo>
                  <a:lnTo>
                    <a:pt x="2119082" y="3300443"/>
                  </a:lnTo>
                  <a:lnTo>
                    <a:pt x="2119209" y="3300443"/>
                  </a:lnTo>
                  <a:lnTo>
                    <a:pt x="2119335" y="3300443"/>
                  </a:lnTo>
                  <a:lnTo>
                    <a:pt x="2119461" y="3300443"/>
                  </a:lnTo>
                  <a:lnTo>
                    <a:pt x="2119587" y="3300443"/>
                  </a:lnTo>
                  <a:lnTo>
                    <a:pt x="2119714" y="3300443"/>
                  </a:lnTo>
                  <a:lnTo>
                    <a:pt x="2119840" y="3300443"/>
                  </a:lnTo>
                  <a:lnTo>
                    <a:pt x="2119966" y="3300443"/>
                  </a:lnTo>
                  <a:lnTo>
                    <a:pt x="2120092" y="3300443"/>
                  </a:lnTo>
                  <a:lnTo>
                    <a:pt x="2120219" y="3300443"/>
                  </a:lnTo>
                  <a:lnTo>
                    <a:pt x="2120345" y="3300443"/>
                  </a:lnTo>
                  <a:lnTo>
                    <a:pt x="2120471" y="3300443"/>
                  </a:lnTo>
                  <a:lnTo>
                    <a:pt x="2120597" y="3300443"/>
                  </a:lnTo>
                  <a:lnTo>
                    <a:pt x="2120724" y="3300443"/>
                  </a:lnTo>
                  <a:lnTo>
                    <a:pt x="2120850" y="3300443"/>
                  </a:lnTo>
                  <a:lnTo>
                    <a:pt x="2120976" y="3300443"/>
                  </a:lnTo>
                  <a:lnTo>
                    <a:pt x="2121102" y="3300443"/>
                  </a:lnTo>
                  <a:lnTo>
                    <a:pt x="2121229" y="3300443"/>
                  </a:lnTo>
                  <a:lnTo>
                    <a:pt x="2121355" y="3300443"/>
                  </a:lnTo>
                  <a:lnTo>
                    <a:pt x="2121481" y="3300443"/>
                  </a:lnTo>
                  <a:lnTo>
                    <a:pt x="2121607" y="3300443"/>
                  </a:lnTo>
                  <a:lnTo>
                    <a:pt x="2121734" y="3300443"/>
                  </a:lnTo>
                  <a:lnTo>
                    <a:pt x="2121860" y="3300443"/>
                  </a:lnTo>
                  <a:lnTo>
                    <a:pt x="2121986" y="3300443"/>
                  </a:lnTo>
                  <a:lnTo>
                    <a:pt x="2122112" y="3300443"/>
                  </a:lnTo>
                  <a:lnTo>
                    <a:pt x="2122239" y="3300443"/>
                  </a:lnTo>
                  <a:lnTo>
                    <a:pt x="2122365" y="3300443"/>
                  </a:lnTo>
                  <a:lnTo>
                    <a:pt x="2122491" y="3300443"/>
                  </a:lnTo>
                  <a:lnTo>
                    <a:pt x="2122617" y="3300443"/>
                  </a:lnTo>
                  <a:lnTo>
                    <a:pt x="2122744" y="3300443"/>
                  </a:lnTo>
                  <a:lnTo>
                    <a:pt x="2122744" y="3295532"/>
                  </a:lnTo>
                  <a:lnTo>
                    <a:pt x="2122870" y="3295532"/>
                  </a:lnTo>
                  <a:lnTo>
                    <a:pt x="2122996" y="3295532"/>
                  </a:lnTo>
                  <a:lnTo>
                    <a:pt x="2123122" y="3295532"/>
                  </a:lnTo>
                  <a:lnTo>
                    <a:pt x="2123249" y="3295532"/>
                  </a:lnTo>
                  <a:lnTo>
                    <a:pt x="2123375" y="3295532"/>
                  </a:lnTo>
                  <a:lnTo>
                    <a:pt x="2123501" y="3295532"/>
                  </a:lnTo>
                  <a:lnTo>
                    <a:pt x="2123627" y="3295532"/>
                  </a:lnTo>
                  <a:lnTo>
                    <a:pt x="2123754" y="3295532"/>
                  </a:lnTo>
                  <a:lnTo>
                    <a:pt x="2123880" y="3295532"/>
                  </a:lnTo>
                  <a:lnTo>
                    <a:pt x="2124006" y="3295532"/>
                  </a:lnTo>
                  <a:lnTo>
                    <a:pt x="2124133" y="3295532"/>
                  </a:lnTo>
                  <a:lnTo>
                    <a:pt x="2124259" y="3295532"/>
                  </a:lnTo>
                  <a:lnTo>
                    <a:pt x="2124385" y="3295532"/>
                  </a:lnTo>
                  <a:lnTo>
                    <a:pt x="2124511" y="3295532"/>
                  </a:lnTo>
                  <a:lnTo>
                    <a:pt x="2124638" y="3295532"/>
                  </a:lnTo>
                  <a:lnTo>
                    <a:pt x="2124764" y="3295532"/>
                  </a:lnTo>
                  <a:lnTo>
                    <a:pt x="2124890" y="3295532"/>
                  </a:lnTo>
                  <a:lnTo>
                    <a:pt x="2125016" y="3295532"/>
                  </a:lnTo>
                  <a:lnTo>
                    <a:pt x="2125016" y="3290621"/>
                  </a:lnTo>
                  <a:lnTo>
                    <a:pt x="2125143" y="3290621"/>
                  </a:lnTo>
                  <a:lnTo>
                    <a:pt x="2125269" y="3290621"/>
                  </a:lnTo>
                  <a:lnTo>
                    <a:pt x="2125395" y="3290621"/>
                  </a:lnTo>
                  <a:lnTo>
                    <a:pt x="2125521" y="3290621"/>
                  </a:lnTo>
                  <a:lnTo>
                    <a:pt x="2125648" y="3290621"/>
                  </a:lnTo>
                  <a:lnTo>
                    <a:pt x="2125774" y="3290621"/>
                  </a:lnTo>
                  <a:lnTo>
                    <a:pt x="2125900" y="3290621"/>
                  </a:lnTo>
                  <a:lnTo>
                    <a:pt x="2126026" y="3290621"/>
                  </a:lnTo>
                  <a:lnTo>
                    <a:pt x="2126153" y="3290621"/>
                  </a:lnTo>
                  <a:lnTo>
                    <a:pt x="2126279" y="3290621"/>
                  </a:lnTo>
                  <a:lnTo>
                    <a:pt x="2126405" y="3290621"/>
                  </a:lnTo>
                  <a:lnTo>
                    <a:pt x="2126531" y="3290621"/>
                  </a:lnTo>
                  <a:lnTo>
                    <a:pt x="2126658" y="3290621"/>
                  </a:lnTo>
                  <a:lnTo>
                    <a:pt x="2126784" y="3290621"/>
                  </a:lnTo>
                  <a:lnTo>
                    <a:pt x="2126910" y="3290621"/>
                  </a:lnTo>
                  <a:lnTo>
                    <a:pt x="2127036" y="3290621"/>
                  </a:lnTo>
                  <a:lnTo>
                    <a:pt x="2127163" y="3290621"/>
                  </a:lnTo>
                  <a:lnTo>
                    <a:pt x="2127289" y="3290621"/>
                  </a:lnTo>
                  <a:lnTo>
                    <a:pt x="2127415" y="3290621"/>
                  </a:lnTo>
                  <a:lnTo>
                    <a:pt x="2127541" y="3290621"/>
                  </a:lnTo>
                  <a:lnTo>
                    <a:pt x="2127668" y="3290621"/>
                  </a:lnTo>
                  <a:lnTo>
                    <a:pt x="2127794" y="3290621"/>
                  </a:lnTo>
                  <a:lnTo>
                    <a:pt x="2127920" y="3290621"/>
                  </a:lnTo>
                  <a:lnTo>
                    <a:pt x="2128046" y="3290621"/>
                  </a:lnTo>
                  <a:lnTo>
                    <a:pt x="2128173" y="3290621"/>
                  </a:lnTo>
                  <a:lnTo>
                    <a:pt x="2128299" y="3290621"/>
                  </a:lnTo>
                  <a:lnTo>
                    <a:pt x="2128425" y="3290621"/>
                  </a:lnTo>
                  <a:lnTo>
                    <a:pt x="2128551" y="3290621"/>
                  </a:lnTo>
                  <a:lnTo>
                    <a:pt x="2128678" y="3290621"/>
                  </a:lnTo>
                  <a:lnTo>
                    <a:pt x="2128804" y="3290621"/>
                  </a:lnTo>
                  <a:lnTo>
                    <a:pt x="2128930" y="3290621"/>
                  </a:lnTo>
                  <a:lnTo>
                    <a:pt x="2129057" y="3290621"/>
                  </a:lnTo>
                  <a:lnTo>
                    <a:pt x="2129183" y="3290621"/>
                  </a:lnTo>
                  <a:lnTo>
                    <a:pt x="2129309" y="3290621"/>
                  </a:lnTo>
                  <a:lnTo>
                    <a:pt x="2129435" y="3290621"/>
                  </a:lnTo>
                  <a:lnTo>
                    <a:pt x="2129562" y="3290621"/>
                  </a:lnTo>
                  <a:lnTo>
                    <a:pt x="2129688" y="3290621"/>
                  </a:lnTo>
                  <a:lnTo>
                    <a:pt x="2129814" y="3290621"/>
                  </a:lnTo>
                  <a:lnTo>
                    <a:pt x="2129940" y="3290621"/>
                  </a:lnTo>
                  <a:lnTo>
                    <a:pt x="2130067" y="3290621"/>
                  </a:lnTo>
                  <a:lnTo>
                    <a:pt x="2130193" y="3290621"/>
                  </a:lnTo>
                  <a:lnTo>
                    <a:pt x="2130319" y="3290621"/>
                  </a:lnTo>
                  <a:lnTo>
                    <a:pt x="2130445" y="3290621"/>
                  </a:lnTo>
                  <a:lnTo>
                    <a:pt x="2130572" y="3290621"/>
                  </a:lnTo>
                  <a:lnTo>
                    <a:pt x="2130698" y="3290621"/>
                  </a:lnTo>
                  <a:lnTo>
                    <a:pt x="2130824" y="3290621"/>
                  </a:lnTo>
                  <a:lnTo>
                    <a:pt x="2130950" y="3290621"/>
                  </a:lnTo>
                  <a:lnTo>
                    <a:pt x="2131077" y="3290621"/>
                  </a:lnTo>
                  <a:lnTo>
                    <a:pt x="2131203" y="3290621"/>
                  </a:lnTo>
                  <a:lnTo>
                    <a:pt x="2131329" y="3290621"/>
                  </a:lnTo>
                  <a:lnTo>
                    <a:pt x="2131455" y="3290621"/>
                  </a:lnTo>
                  <a:lnTo>
                    <a:pt x="2131582" y="3290621"/>
                  </a:lnTo>
                  <a:lnTo>
                    <a:pt x="2131708" y="3290621"/>
                  </a:lnTo>
                  <a:lnTo>
                    <a:pt x="2131834" y="3290621"/>
                  </a:lnTo>
                  <a:lnTo>
                    <a:pt x="2131960" y="3290621"/>
                  </a:lnTo>
                  <a:lnTo>
                    <a:pt x="2132087" y="3290621"/>
                  </a:lnTo>
                  <a:lnTo>
                    <a:pt x="2132213" y="3290621"/>
                  </a:lnTo>
                  <a:lnTo>
                    <a:pt x="2132213" y="3285709"/>
                  </a:lnTo>
                  <a:lnTo>
                    <a:pt x="2132339" y="3285709"/>
                  </a:lnTo>
                  <a:lnTo>
                    <a:pt x="2132465" y="3285709"/>
                  </a:lnTo>
                  <a:lnTo>
                    <a:pt x="2132592" y="3285709"/>
                  </a:lnTo>
                  <a:lnTo>
                    <a:pt x="2132718" y="3285709"/>
                  </a:lnTo>
                  <a:lnTo>
                    <a:pt x="2132844" y="3285709"/>
                  </a:lnTo>
                  <a:lnTo>
                    <a:pt x="2132970" y="3285709"/>
                  </a:lnTo>
                  <a:lnTo>
                    <a:pt x="2133097" y="3285709"/>
                  </a:lnTo>
                  <a:lnTo>
                    <a:pt x="2133223" y="3285709"/>
                  </a:lnTo>
                  <a:lnTo>
                    <a:pt x="2133349" y="3285709"/>
                  </a:lnTo>
                  <a:lnTo>
                    <a:pt x="2133475" y="3285709"/>
                  </a:lnTo>
                  <a:lnTo>
                    <a:pt x="2133602" y="3285709"/>
                  </a:lnTo>
                  <a:lnTo>
                    <a:pt x="2133602" y="3280798"/>
                  </a:lnTo>
                  <a:lnTo>
                    <a:pt x="2133728" y="3280798"/>
                  </a:lnTo>
                  <a:lnTo>
                    <a:pt x="2133854" y="3280798"/>
                  </a:lnTo>
                  <a:lnTo>
                    <a:pt x="2133980" y="3280798"/>
                  </a:lnTo>
                  <a:lnTo>
                    <a:pt x="2134107" y="3280798"/>
                  </a:lnTo>
                  <a:lnTo>
                    <a:pt x="2134233" y="3280798"/>
                  </a:lnTo>
                  <a:lnTo>
                    <a:pt x="2134359" y="3280798"/>
                  </a:lnTo>
                  <a:lnTo>
                    <a:pt x="2134486" y="3280798"/>
                  </a:lnTo>
                  <a:lnTo>
                    <a:pt x="2134612" y="3280798"/>
                  </a:lnTo>
                  <a:lnTo>
                    <a:pt x="2134738" y="3280798"/>
                  </a:lnTo>
                  <a:lnTo>
                    <a:pt x="2134864" y="3280798"/>
                  </a:lnTo>
                  <a:lnTo>
                    <a:pt x="2134991" y="3280798"/>
                  </a:lnTo>
                  <a:lnTo>
                    <a:pt x="2135117" y="3280798"/>
                  </a:lnTo>
                  <a:lnTo>
                    <a:pt x="2135243" y="3280798"/>
                  </a:lnTo>
                  <a:lnTo>
                    <a:pt x="2135369" y="3280798"/>
                  </a:lnTo>
                  <a:lnTo>
                    <a:pt x="2135496" y="3280798"/>
                  </a:lnTo>
                  <a:lnTo>
                    <a:pt x="2135622" y="3280798"/>
                  </a:lnTo>
                  <a:lnTo>
                    <a:pt x="2135748" y="3280798"/>
                  </a:lnTo>
                  <a:lnTo>
                    <a:pt x="2135874" y="3280798"/>
                  </a:lnTo>
                  <a:lnTo>
                    <a:pt x="2136001" y="3280798"/>
                  </a:lnTo>
                  <a:lnTo>
                    <a:pt x="2136127" y="3280798"/>
                  </a:lnTo>
                  <a:lnTo>
                    <a:pt x="2136253" y="3280798"/>
                  </a:lnTo>
                  <a:lnTo>
                    <a:pt x="2136379" y="3280798"/>
                  </a:lnTo>
                  <a:lnTo>
                    <a:pt x="2136506" y="3280798"/>
                  </a:lnTo>
                  <a:lnTo>
                    <a:pt x="2136632" y="3280798"/>
                  </a:lnTo>
                  <a:lnTo>
                    <a:pt x="2136758" y="3280798"/>
                  </a:lnTo>
                  <a:lnTo>
                    <a:pt x="2136884" y="3280798"/>
                  </a:lnTo>
                  <a:lnTo>
                    <a:pt x="2137011" y="3280798"/>
                  </a:lnTo>
                  <a:lnTo>
                    <a:pt x="2137137" y="3280798"/>
                  </a:lnTo>
                  <a:lnTo>
                    <a:pt x="2137263" y="3280798"/>
                  </a:lnTo>
                  <a:lnTo>
                    <a:pt x="2137389" y="3280798"/>
                  </a:lnTo>
                  <a:lnTo>
                    <a:pt x="2137516" y="3280798"/>
                  </a:lnTo>
                  <a:lnTo>
                    <a:pt x="2137642" y="3280798"/>
                  </a:lnTo>
                  <a:lnTo>
                    <a:pt x="2137768" y="3280798"/>
                  </a:lnTo>
                  <a:lnTo>
                    <a:pt x="2137894" y="3280798"/>
                  </a:lnTo>
                  <a:lnTo>
                    <a:pt x="2138021" y="3280798"/>
                  </a:lnTo>
                  <a:lnTo>
                    <a:pt x="2138147" y="3280798"/>
                  </a:lnTo>
                  <a:lnTo>
                    <a:pt x="2138273" y="3280798"/>
                  </a:lnTo>
                  <a:lnTo>
                    <a:pt x="2138399" y="3280798"/>
                  </a:lnTo>
                  <a:lnTo>
                    <a:pt x="2138526" y="3280798"/>
                  </a:lnTo>
                  <a:lnTo>
                    <a:pt x="2138652" y="3280798"/>
                  </a:lnTo>
                  <a:lnTo>
                    <a:pt x="2138778" y="3280798"/>
                  </a:lnTo>
                  <a:lnTo>
                    <a:pt x="2138904" y="3280798"/>
                  </a:lnTo>
                  <a:lnTo>
                    <a:pt x="2138904" y="3275887"/>
                  </a:lnTo>
                  <a:lnTo>
                    <a:pt x="2139031" y="3275887"/>
                  </a:lnTo>
                  <a:lnTo>
                    <a:pt x="2139157" y="3275887"/>
                  </a:lnTo>
                  <a:lnTo>
                    <a:pt x="2139283" y="3275887"/>
                  </a:lnTo>
                  <a:lnTo>
                    <a:pt x="2139410" y="3275887"/>
                  </a:lnTo>
                  <a:lnTo>
                    <a:pt x="2139410" y="3270975"/>
                  </a:lnTo>
                  <a:lnTo>
                    <a:pt x="2139536" y="3270975"/>
                  </a:lnTo>
                  <a:lnTo>
                    <a:pt x="2139662" y="3270975"/>
                  </a:lnTo>
                  <a:lnTo>
                    <a:pt x="2139788" y="3270975"/>
                  </a:lnTo>
                  <a:lnTo>
                    <a:pt x="2139915" y="3270975"/>
                  </a:lnTo>
                  <a:lnTo>
                    <a:pt x="2140041" y="3270975"/>
                  </a:lnTo>
                  <a:lnTo>
                    <a:pt x="2140167" y="3270975"/>
                  </a:lnTo>
                  <a:lnTo>
                    <a:pt x="2140293" y="3270975"/>
                  </a:lnTo>
                  <a:lnTo>
                    <a:pt x="2140420" y="3270975"/>
                  </a:lnTo>
                  <a:lnTo>
                    <a:pt x="2140546" y="3270975"/>
                  </a:lnTo>
                  <a:lnTo>
                    <a:pt x="2140672" y="3270975"/>
                  </a:lnTo>
                  <a:lnTo>
                    <a:pt x="2140798" y="3270975"/>
                  </a:lnTo>
                  <a:lnTo>
                    <a:pt x="2140925" y="3270975"/>
                  </a:lnTo>
                  <a:lnTo>
                    <a:pt x="2141051" y="3270975"/>
                  </a:lnTo>
                  <a:lnTo>
                    <a:pt x="2141177" y="3270975"/>
                  </a:lnTo>
                  <a:lnTo>
                    <a:pt x="2141303" y="3270975"/>
                  </a:lnTo>
                  <a:lnTo>
                    <a:pt x="2141430" y="3270975"/>
                  </a:lnTo>
                  <a:lnTo>
                    <a:pt x="2141556" y="3270975"/>
                  </a:lnTo>
                  <a:lnTo>
                    <a:pt x="2141682" y="3270975"/>
                  </a:lnTo>
                  <a:lnTo>
                    <a:pt x="2141808" y="3270975"/>
                  </a:lnTo>
                  <a:lnTo>
                    <a:pt x="2141808" y="3266064"/>
                  </a:lnTo>
                  <a:lnTo>
                    <a:pt x="2141935" y="3266064"/>
                  </a:lnTo>
                  <a:lnTo>
                    <a:pt x="2142061" y="3266064"/>
                  </a:lnTo>
                  <a:lnTo>
                    <a:pt x="2142187" y="3266064"/>
                  </a:lnTo>
                  <a:lnTo>
                    <a:pt x="2142313" y="3266064"/>
                  </a:lnTo>
                  <a:lnTo>
                    <a:pt x="2142440" y="3266064"/>
                  </a:lnTo>
                  <a:lnTo>
                    <a:pt x="2142566" y="3266064"/>
                  </a:lnTo>
                  <a:lnTo>
                    <a:pt x="2142692" y="3266064"/>
                  </a:lnTo>
                  <a:lnTo>
                    <a:pt x="2142818" y="3266064"/>
                  </a:lnTo>
                  <a:lnTo>
                    <a:pt x="2142945" y="3266064"/>
                  </a:lnTo>
                  <a:lnTo>
                    <a:pt x="2143071" y="3266064"/>
                  </a:lnTo>
                  <a:lnTo>
                    <a:pt x="2143197" y="3266064"/>
                  </a:lnTo>
                  <a:lnTo>
                    <a:pt x="2143197" y="3261152"/>
                  </a:lnTo>
                  <a:lnTo>
                    <a:pt x="2143323" y="3261152"/>
                  </a:lnTo>
                  <a:lnTo>
                    <a:pt x="2143450" y="3261152"/>
                  </a:lnTo>
                  <a:lnTo>
                    <a:pt x="2143576" y="3261152"/>
                  </a:lnTo>
                  <a:lnTo>
                    <a:pt x="2143702" y="3261152"/>
                  </a:lnTo>
                  <a:lnTo>
                    <a:pt x="2143828" y="3261152"/>
                  </a:lnTo>
                  <a:lnTo>
                    <a:pt x="2143955" y="3261152"/>
                  </a:lnTo>
                  <a:lnTo>
                    <a:pt x="2144081" y="3261152"/>
                  </a:lnTo>
                  <a:lnTo>
                    <a:pt x="2144207" y="3261152"/>
                  </a:lnTo>
                  <a:lnTo>
                    <a:pt x="2144334" y="3261152"/>
                  </a:lnTo>
                  <a:lnTo>
                    <a:pt x="2144460" y="3261152"/>
                  </a:lnTo>
                  <a:lnTo>
                    <a:pt x="2144586" y="3261152"/>
                  </a:lnTo>
                  <a:lnTo>
                    <a:pt x="2144712" y="3261152"/>
                  </a:lnTo>
                  <a:lnTo>
                    <a:pt x="2144839" y="3261152"/>
                  </a:lnTo>
                  <a:lnTo>
                    <a:pt x="2144965" y="3261152"/>
                  </a:lnTo>
                  <a:lnTo>
                    <a:pt x="2145091" y="3261152"/>
                  </a:lnTo>
                  <a:lnTo>
                    <a:pt x="2145217" y="3261152"/>
                  </a:lnTo>
                  <a:lnTo>
                    <a:pt x="2145344" y="3261152"/>
                  </a:lnTo>
                  <a:lnTo>
                    <a:pt x="2145470" y="3261152"/>
                  </a:lnTo>
                  <a:lnTo>
                    <a:pt x="2145596" y="3261152"/>
                  </a:lnTo>
                  <a:lnTo>
                    <a:pt x="2145722" y="3261152"/>
                  </a:lnTo>
                  <a:lnTo>
                    <a:pt x="2145849" y="3261152"/>
                  </a:lnTo>
                  <a:lnTo>
                    <a:pt x="2145975" y="3261152"/>
                  </a:lnTo>
                  <a:lnTo>
                    <a:pt x="2146101" y="3261152"/>
                  </a:lnTo>
                  <a:lnTo>
                    <a:pt x="2146227" y="3261152"/>
                  </a:lnTo>
                  <a:lnTo>
                    <a:pt x="2146354" y="3261152"/>
                  </a:lnTo>
                  <a:lnTo>
                    <a:pt x="2146480" y="3261152"/>
                  </a:lnTo>
                  <a:lnTo>
                    <a:pt x="2146606" y="3261152"/>
                  </a:lnTo>
                  <a:lnTo>
                    <a:pt x="2146732" y="3261152"/>
                  </a:lnTo>
                  <a:lnTo>
                    <a:pt x="2146859" y="3261152"/>
                  </a:lnTo>
                  <a:lnTo>
                    <a:pt x="2146985" y="3261152"/>
                  </a:lnTo>
                  <a:lnTo>
                    <a:pt x="2147111" y="3261152"/>
                  </a:lnTo>
                  <a:lnTo>
                    <a:pt x="2147237" y="3261152"/>
                  </a:lnTo>
                  <a:lnTo>
                    <a:pt x="2147364" y="3261152"/>
                  </a:lnTo>
                  <a:lnTo>
                    <a:pt x="2147490" y="3261152"/>
                  </a:lnTo>
                  <a:lnTo>
                    <a:pt x="2147616" y="3261152"/>
                  </a:lnTo>
                  <a:lnTo>
                    <a:pt x="2147742" y="3261152"/>
                  </a:lnTo>
                  <a:lnTo>
                    <a:pt x="2147869" y="3261152"/>
                  </a:lnTo>
                  <a:lnTo>
                    <a:pt x="2147995" y="3261152"/>
                  </a:lnTo>
                  <a:lnTo>
                    <a:pt x="2148121" y="3261152"/>
                  </a:lnTo>
                  <a:lnTo>
                    <a:pt x="2148247" y="3261152"/>
                  </a:lnTo>
                  <a:lnTo>
                    <a:pt x="2148374" y="3261152"/>
                  </a:lnTo>
                  <a:lnTo>
                    <a:pt x="2148500" y="3261152"/>
                  </a:lnTo>
                  <a:lnTo>
                    <a:pt x="2148626" y="3261152"/>
                  </a:lnTo>
                  <a:lnTo>
                    <a:pt x="2148752" y="3261152"/>
                  </a:lnTo>
                  <a:lnTo>
                    <a:pt x="2148879" y="3261152"/>
                  </a:lnTo>
                  <a:lnTo>
                    <a:pt x="2149005" y="3261152"/>
                  </a:lnTo>
                  <a:lnTo>
                    <a:pt x="2149131" y="3261152"/>
                  </a:lnTo>
                  <a:lnTo>
                    <a:pt x="2149257" y="3261152"/>
                  </a:lnTo>
                  <a:lnTo>
                    <a:pt x="2149384" y="3261152"/>
                  </a:lnTo>
                  <a:lnTo>
                    <a:pt x="2149510" y="3261152"/>
                  </a:lnTo>
                  <a:lnTo>
                    <a:pt x="2149636" y="3261152"/>
                  </a:lnTo>
                  <a:lnTo>
                    <a:pt x="2149763" y="3261152"/>
                  </a:lnTo>
                  <a:lnTo>
                    <a:pt x="2149889" y="3261152"/>
                  </a:lnTo>
                  <a:lnTo>
                    <a:pt x="2150015" y="3261152"/>
                  </a:lnTo>
                  <a:lnTo>
                    <a:pt x="2150141" y="3261152"/>
                  </a:lnTo>
                  <a:lnTo>
                    <a:pt x="2150268" y="3261152"/>
                  </a:lnTo>
                  <a:lnTo>
                    <a:pt x="2150394" y="3261152"/>
                  </a:lnTo>
                  <a:lnTo>
                    <a:pt x="2150520" y="3261152"/>
                  </a:lnTo>
                  <a:lnTo>
                    <a:pt x="2150646" y="3261152"/>
                  </a:lnTo>
                  <a:lnTo>
                    <a:pt x="2150773" y="3261152"/>
                  </a:lnTo>
                  <a:lnTo>
                    <a:pt x="2150899" y="3261152"/>
                  </a:lnTo>
                  <a:lnTo>
                    <a:pt x="2151025" y="3261152"/>
                  </a:lnTo>
                  <a:lnTo>
                    <a:pt x="2151151" y="3261152"/>
                  </a:lnTo>
                  <a:lnTo>
                    <a:pt x="2151278" y="3261152"/>
                  </a:lnTo>
                  <a:lnTo>
                    <a:pt x="2151404" y="3261152"/>
                  </a:lnTo>
                  <a:lnTo>
                    <a:pt x="2151530" y="3261152"/>
                  </a:lnTo>
                  <a:lnTo>
                    <a:pt x="2151656" y="3261152"/>
                  </a:lnTo>
                  <a:lnTo>
                    <a:pt x="2151783" y="3261152"/>
                  </a:lnTo>
                  <a:lnTo>
                    <a:pt x="2151909" y="3261152"/>
                  </a:lnTo>
                  <a:lnTo>
                    <a:pt x="2152035" y="3261152"/>
                  </a:lnTo>
                  <a:lnTo>
                    <a:pt x="2152161" y="3261152"/>
                  </a:lnTo>
                  <a:lnTo>
                    <a:pt x="2152288" y="3261152"/>
                  </a:lnTo>
                  <a:lnTo>
                    <a:pt x="2152414" y="3261152"/>
                  </a:lnTo>
                  <a:lnTo>
                    <a:pt x="2152540" y="3261152"/>
                  </a:lnTo>
                  <a:lnTo>
                    <a:pt x="2152666" y="3261152"/>
                  </a:lnTo>
                  <a:lnTo>
                    <a:pt x="2152793" y="3261152"/>
                  </a:lnTo>
                  <a:lnTo>
                    <a:pt x="2152919" y="3261152"/>
                  </a:lnTo>
                  <a:lnTo>
                    <a:pt x="2153045" y="3261152"/>
                  </a:lnTo>
                  <a:lnTo>
                    <a:pt x="2153171" y="3261152"/>
                  </a:lnTo>
                  <a:lnTo>
                    <a:pt x="2153298" y="3261152"/>
                  </a:lnTo>
                  <a:lnTo>
                    <a:pt x="2153424" y="3261152"/>
                  </a:lnTo>
                  <a:lnTo>
                    <a:pt x="2153550" y="3261152"/>
                  </a:lnTo>
                  <a:lnTo>
                    <a:pt x="2153676" y="3261152"/>
                  </a:lnTo>
                  <a:lnTo>
                    <a:pt x="2153803" y="3261152"/>
                  </a:lnTo>
                  <a:lnTo>
                    <a:pt x="2153929" y="3261152"/>
                  </a:lnTo>
                  <a:lnTo>
                    <a:pt x="2154055" y="3261152"/>
                  </a:lnTo>
                  <a:lnTo>
                    <a:pt x="2154181" y="3261152"/>
                  </a:lnTo>
                  <a:lnTo>
                    <a:pt x="2154308" y="3261152"/>
                  </a:lnTo>
                  <a:lnTo>
                    <a:pt x="2154434" y="3261152"/>
                  </a:lnTo>
                  <a:lnTo>
                    <a:pt x="2154560" y="3261152"/>
                  </a:lnTo>
                  <a:lnTo>
                    <a:pt x="2154687" y="3261152"/>
                  </a:lnTo>
                  <a:lnTo>
                    <a:pt x="2154813" y="3261152"/>
                  </a:lnTo>
                  <a:lnTo>
                    <a:pt x="2154939" y="3261152"/>
                  </a:lnTo>
                  <a:lnTo>
                    <a:pt x="2155065" y="3261152"/>
                  </a:lnTo>
                  <a:lnTo>
                    <a:pt x="2155192" y="3261152"/>
                  </a:lnTo>
                  <a:lnTo>
                    <a:pt x="2155318" y="3261152"/>
                  </a:lnTo>
                  <a:lnTo>
                    <a:pt x="2155444" y="3261152"/>
                  </a:lnTo>
                  <a:lnTo>
                    <a:pt x="2155570" y="3261152"/>
                  </a:lnTo>
                  <a:lnTo>
                    <a:pt x="2155697" y="3261152"/>
                  </a:lnTo>
                  <a:lnTo>
                    <a:pt x="2155823" y="3261152"/>
                  </a:lnTo>
                  <a:lnTo>
                    <a:pt x="2155949" y="3261152"/>
                  </a:lnTo>
                  <a:lnTo>
                    <a:pt x="2156075" y="3261152"/>
                  </a:lnTo>
                  <a:lnTo>
                    <a:pt x="2156202" y="3261152"/>
                  </a:lnTo>
                  <a:lnTo>
                    <a:pt x="2156328" y="3261152"/>
                  </a:lnTo>
                  <a:lnTo>
                    <a:pt x="2156454" y="3261152"/>
                  </a:lnTo>
                  <a:lnTo>
                    <a:pt x="2156580" y="3261152"/>
                  </a:lnTo>
                  <a:lnTo>
                    <a:pt x="2156707" y="3261152"/>
                  </a:lnTo>
                  <a:lnTo>
                    <a:pt x="2156833" y="3261152"/>
                  </a:lnTo>
                  <a:lnTo>
                    <a:pt x="2156959" y="3261152"/>
                  </a:lnTo>
                  <a:lnTo>
                    <a:pt x="2157085" y="3261152"/>
                  </a:lnTo>
                  <a:lnTo>
                    <a:pt x="2157212" y="3261152"/>
                  </a:lnTo>
                  <a:lnTo>
                    <a:pt x="2157338" y="3261152"/>
                  </a:lnTo>
                  <a:lnTo>
                    <a:pt x="2157464" y="3261152"/>
                  </a:lnTo>
                  <a:lnTo>
                    <a:pt x="2157590" y="3261152"/>
                  </a:lnTo>
                  <a:lnTo>
                    <a:pt x="2157717" y="3261152"/>
                  </a:lnTo>
                  <a:lnTo>
                    <a:pt x="2157843" y="3261152"/>
                  </a:lnTo>
                  <a:lnTo>
                    <a:pt x="2157969" y="3261152"/>
                  </a:lnTo>
                  <a:lnTo>
                    <a:pt x="2158095" y="3261152"/>
                  </a:lnTo>
                  <a:lnTo>
                    <a:pt x="2158222" y="3261152"/>
                  </a:lnTo>
                  <a:lnTo>
                    <a:pt x="2158348" y="3261152"/>
                  </a:lnTo>
                  <a:lnTo>
                    <a:pt x="2158474" y="3261152"/>
                  </a:lnTo>
                  <a:lnTo>
                    <a:pt x="2158600" y="3261152"/>
                  </a:lnTo>
                  <a:lnTo>
                    <a:pt x="2158727" y="3261152"/>
                  </a:lnTo>
                  <a:lnTo>
                    <a:pt x="2158853" y="3261152"/>
                  </a:lnTo>
                  <a:lnTo>
                    <a:pt x="2158979" y="3261152"/>
                  </a:lnTo>
                  <a:lnTo>
                    <a:pt x="2159105" y="3261152"/>
                  </a:lnTo>
                  <a:lnTo>
                    <a:pt x="2159232" y="3261152"/>
                  </a:lnTo>
                  <a:lnTo>
                    <a:pt x="2159358" y="3261152"/>
                  </a:lnTo>
                  <a:lnTo>
                    <a:pt x="2159484" y="3261152"/>
                  </a:lnTo>
                  <a:lnTo>
                    <a:pt x="2159610" y="3261152"/>
                  </a:lnTo>
                  <a:lnTo>
                    <a:pt x="2159737" y="3261152"/>
                  </a:lnTo>
                  <a:lnTo>
                    <a:pt x="2159863" y="3261152"/>
                  </a:lnTo>
                  <a:lnTo>
                    <a:pt x="2159989" y="3261152"/>
                  </a:lnTo>
                  <a:lnTo>
                    <a:pt x="2160116" y="3261152"/>
                  </a:lnTo>
                  <a:lnTo>
                    <a:pt x="2160242" y="3261152"/>
                  </a:lnTo>
                  <a:lnTo>
                    <a:pt x="2160368" y="3261152"/>
                  </a:lnTo>
                  <a:lnTo>
                    <a:pt x="2160494" y="3261152"/>
                  </a:lnTo>
                  <a:lnTo>
                    <a:pt x="2160621" y="3261152"/>
                  </a:lnTo>
                  <a:lnTo>
                    <a:pt x="2160747" y="3261152"/>
                  </a:lnTo>
                  <a:lnTo>
                    <a:pt x="2160873" y="3261152"/>
                  </a:lnTo>
                  <a:lnTo>
                    <a:pt x="2160999" y="3261152"/>
                  </a:lnTo>
                  <a:lnTo>
                    <a:pt x="2161126" y="3261152"/>
                  </a:lnTo>
                  <a:lnTo>
                    <a:pt x="2161252" y="3261152"/>
                  </a:lnTo>
                  <a:lnTo>
                    <a:pt x="2161378" y="3261152"/>
                  </a:lnTo>
                  <a:lnTo>
                    <a:pt x="2161504" y="3261152"/>
                  </a:lnTo>
                  <a:lnTo>
                    <a:pt x="2161631" y="3261152"/>
                  </a:lnTo>
                  <a:lnTo>
                    <a:pt x="2161757" y="3261152"/>
                  </a:lnTo>
                  <a:lnTo>
                    <a:pt x="2161883" y="3261152"/>
                  </a:lnTo>
                  <a:lnTo>
                    <a:pt x="2162009" y="3261152"/>
                  </a:lnTo>
                  <a:lnTo>
                    <a:pt x="2162136" y="3261152"/>
                  </a:lnTo>
                  <a:lnTo>
                    <a:pt x="2162262" y="3261152"/>
                  </a:lnTo>
                  <a:lnTo>
                    <a:pt x="2162388" y="3261152"/>
                  </a:lnTo>
                  <a:lnTo>
                    <a:pt x="2162514" y="3261152"/>
                  </a:lnTo>
                  <a:lnTo>
                    <a:pt x="2162641" y="3261152"/>
                  </a:lnTo>
                  <a:lnTo>
                    <a:pt x="2162767" y="3261152"/>
                  </a:lnTo>
                  <a:lnTo>
                    <a:pt x="2162893" y="3261152"/>
                  </a:lnTo>
                  <a:lnTo>
                    <a:pt x="2163019" y="3261152"/>
                  </a:lnTo>
                  <a:lnTo>
                    <a:pt x="2163146" y="3261152"/>
                  </a:lnTo>
                  <a:lnTo>
                    <a:pt x="2163272" y="3261152"/>
                  </a:lnTo>
                  <a:lnTo>
                    <a:pt x="2163398" y="3261152"/>
                  </a:lnTo>
                  <a:lnTo>
                    <a:pt x="2163524" y="3261152"/>
                  </a:lnTo>
                  <a:lnTo>
                    <a:pt x="2163651" y="3261152"/>
                  </a:lnTo>
                  <a:lnTo>
                    <a:pt x="2163777" y="3261152"/>
                  </a:lnTo>
                  <a:lnTo>
                    <a:pt x="2163903" y="3261152"/>
                  </a:lnTo>
                  <a:lnTo>
                    <a:pt x="2164029" y="3261152"/>
                  </a:lnTo>
                  <a:lnTo>
                    <a:pt x="2164156" y="3261152"/>
                  </a:lnTo>
                  <a:lnTo>
                    <a:pt x="2164282" y="3261152"/>
                  </a:lnTo>
                  <a:lnTo>
                    <a:pt x="2164408" y="3261152"/>
                  </a:lnTo>
                  <a:lnTo>
                    <a:pt x="2164534" y="3261152"/>
                  </a:lnTo>
                  <a:lnTo>
                    <a:pt x="2164661" y="3261152"/>
                  </a:lnTo>
                  <a:lnTo>
                    <a:pt x="2164787" y="3261152"/>
                  </a:lnTo>
                  <a:lnTo>
                    <a:pt x="2164913" y="3261152"/>
                  </a:lnTo>
                  <a:lnTo>
                    <a:pt x="2165040" y="3261152"/>
                  </a:lnTo>
                  <a:lnTo>
                    <a:pt x="2165166" y="3261152"/>
                  </a:lnTo>
                  <a:lnTo>
                    <a:pt x="2165292" y="3261152"/>
                  </a:lnTo>
                  <a:lnTo>
                    <a:pt x="2165292" y="3256241"/>
                  </a:lnTo>
                  <a:lnTo>
                    <a:pt x="2165418" y="3256241"/>
                  </a:lnTo>
                  <a:lnTo>
                    <a:pt x="2165545" y="3256241"/>
                  </a:lnTo>
                  <a:lnTo>
                    <a:pt x="2165671" y="3256241"/>
                  </a:lnTo>
                  <a:lnTo>
                    <a:pt x="2165797" y="3256241"/>
                  </a:lnTo>
                  <a:lnTo>
                    <a:pt x="2165923" y="3256241"/>
                  </a:lnTo>
                  <a:lnTo>
                    <a:pt x="2166050" y="3256241"/>
                  </a:lnTo>
                  <a:lnTo>
                    <a:pt x="2166176" y="3256241"/>
                  </a:lnTo>
                  <a:lnTo>
                    <a:pt x="2166302" y="3256241"/>
                  </a:lnTo>
                  <a:lnTo>
                    <a:pt x="2166428" y="3256241"/>
                  </a:lnTo>
                  <a:lnTo>
                    <a:pt x="2166555" y="3256241"/>
                  </a:lnTo>
                  <a:lnTo>
                    <a:pt x="2166681" y="3256241"/>
                  </a:lnTo>
                  <a:lnTo>
                    <a:pt x="2166807" y="3256241"/>
                  </a:lnTo>
                  <a:lnTo>
                    <a:pt x="2166933" y="3256241"/>
                  </a:lnTo>
                  <a:lnTo>
                    <a:pt x="2167060" y="3256241"/>
                  </a:lnTo>
                  <a:lnTo>
                    <a:pt x="2167186" y="3256241"/>
                  </a:lnTo>
                  <a:lnTo>
                    <a:pt x="2167312" y="3256241"/>
                  </a:lnTo>
                  <a:lnTo>
                    <a:pt x="2167438" y="3256241"/>
                  </a:lnTo>
                  <a:lnTo>
                    <a:pt x="2167565" y="3256241"/>
                  </a:lnTo>
                  <a:lnTo>
                    <a:pt x="2167691" y="3256241"/>
                  </a:lnTo>
                  <a:lnTo>
                    <a:pt x="2167817" y="3256241"/>
                  </a:lnTo>
                  <a:lnTo>
                    <a:pt x="2167943" y="3256241"/>
                  </a:lnTo>
                  <a:lnTo>
                    <a:pt x="2168070" y="3256241"/>
                  </a:lnTo>
                  <a:lnTo>
                    <a:pt x="2168196" y="3256241"/>
                  </a:lnTo>
                  <a:lnTo>
                    <a:pt x="2168322" y="3256241"/>
                  </a:lnTo>
                  <a:lnTo>
                    <a:pt x="2168448" y="3256241"/>
                  </a:lnTo>
                  <a:lnTo>
                    <a:pt x="2168575" y="3256241"/>
                  </a:lnTo>
                  <a:lnTo>
                    <a:pt x="2168701" y="3256241"/>
                  </a:lnTo>
                  <a:lnTo>
                    <a:pt x="2168827" y="3256241"/>
                  </a:lnTo>
                  <a:lnTo>
                    <a:pt x="2168953" y="3256241"/>
                  </a:lnTo>
                  <a:lnTo>
                    <a:pt x="2169080" y="3256241"/>
                  </a:lnTo>
                  <a:lnTo>
                    <a:pt x="2169206" y="3256241"/>
                  </a:lnTo>
                  <a:lnTo>
                    <a:pt x="2169332" y="3256241"/>
                  </a:lnTo>
                  <a:lnTo>
                    <a:pt x="2169458" y="3256241"/>
                  </a:lnTo>
                  <a:lnTo>
                    <a:pt x="2169585" y="3256241"/>
                  </a:lnTo>
                  <a:lnTo>
                    <a:pt x="2169711" y="3256241"/>
                  </a:lnTo>
                  <a:lnTo>
                    <a:pt x="2169837" y="3256241"/>
                  </a:lnTo>
                  <a:lnTo>
                    <a:pt x="2169963" y="3256241"/>
                  </a:lnTo>
                  <a:lnTo>
                    <a:pt x="2170090" y="3256241"/>
                  </a:lnTo>
                  <a:lnTo>
                    <a:pt x="2170216" y="3256241"/>
                  </a:lnTo>
                  <a:lnTo>
                    <a:pt x="2170342" y="3256241"/>
                  </a:lnTo>
                  <a:lnTo>
                    <a:pt x="2170469" y="3256241"/>
                  </a:lnTo>
                  <a:lnTo>
                    <a:pt x="2170595" y="3256241"/>
                  </a:lnTo>
                  <a:lnTo>
                    <a:pt x="2170721" y="3256241"/>
                  </a:lnTo>
                  <a:lnTo>
                    <a:pt x="2170847" y="3256241"/>
                  </a:lnTo>
                  <a:lnTo>
                    <a:pt x="2170974" y="3256241"/>
                  </a:lnTo>
                  <a:lnTo>
                    <a:pt x="2171100" y="3256241"/>
                  </a:lnTo>
                  <a:lnTo>
                    <a:pt x="2171226" y="3256241"/>
                  </a:lnTo>
                  <a:lnTo>
                    <a:pt x="2171352" y="3256241"/>
                  </a:lnTo>
                  <a:lnTo>
                    <a:pt x="2171479" y="3256241"/>
                  </a:lnTo>
                  <a:lnTo>
                    <a:pt x="2171605" y="3256241"/>
                  </a:lnTo>
                  <a:lnTo>
                    <a:pt x="2171731" y="3256241"/>
                  </a:lnTo>
                  <a:lnTo>
                    <a:pt x="2171857" y="3256241"/>
                  </a:lnTo>
                  <a:lnTo>
                    <a:pt x="2171984" y="3256241"/>
                  </a:lnTo>
                  <a:lnTo>
                    <a:pt x="2172110" y="3256241"/>
                  </a:lnTo>
                  <a:lnTo>
                    <a:pt x="2172236" y="3256241"/>
                  </a:lnTo>
                  <a:lnTo>
                    <a:pt x="2172362" y="3256241"/>
                  </a:lnTo>
                  <a:lnTo>
                    <a:pt x="2172489" y="3256241"/>
                  </a:lnTo>
                  <a:lnTo>
                    <a:pt x="2172615" y="3256241"/>
                  </a:lnTo>
                  <a:lnTo>
                    <a:pt x="2172741" y="3256241"/>
                  </a:lnTo>
                  <a:lnTo>
                    <a:pt x="2172867" y="3256241"/>
                  </a:lnTo>
                  <a:lnTo>
                    <a:pt x="2172994" y="3256241"/>
                  </a:lnTo>
                  <a:lnTo>
                    <a:pt x="2173120" y="3256241"/>
                  </a:lnTo>
                  <a:lnTo>
                    <a:pt x="2173246" y="3256241"/>
                  </a:lnTo>
                  <a:lnTo>
                    <a:pt x="2173372" y="3256241"/>
                  </a:lnTo>
                  <a:lnTo>
                    <a:pt x="2173499" y="3256241"/>
                  </a:lnTo>
                  <a:lnTo>
                    <a:pt x="2173625" y="3256241"/>
                  </a:lnTo>
                  <a:lnTo>
                    <a:pt x="2173751" y="3256241"/>
                  </a:lnTo>
                  <a:lnTo>
                    <a:pt x="2173877" y="3256241"/>
                  </a:lnTo>
                  <a:lnTo>
                    <a:pt x="2174004" y="3256241"/>
                  </a:lnTo>
                  <a:lnTo>
                    <a:pt x="2174130" y="3256241"/>
                  </a:lnTo>
                  <a:lnTo>
                    <a:pt x="2174256" y="3256241"/>
                  </a:lnTo>
                  <a:lnTo>
                    <a:pt x="2174382" y="3256241"/>
                  </a:lnTo>
                  <a:lnTo>
                    <a:pt x="2174509" y="3256241"/>
                  </a:lnTo>
                  <a:lnTo>
                    <a:pt x="2174635" y="3256241"/>
                  </a:lnTo>
                  <a:lnTo>
                    <a:pt x="2174761" y="3256241"/>
                  </a:lnTo>
                  <a:lnTo>
                    <a:pt x="2174887" y="3256241"/>
                  </a:lnTo>
                  <a:lnTo>
                    <a:pt x="2175014" y="3256241"/>
                  </a:lnTo>
                  <a:lnTo>
                    <a:pt x="2175140" y="3256241"/>
                  </a:lnTo>
                  <a:lnTo>
                    <a:pt x="2175266" y="3256241"/>
                  </a:lnTo>
                  <a:lnTo>
                    <a:pt x="2175393" y="3256241"/>
                  </a:lnTo>
                  <a:lnTo>
                    <a:pt x="2175519" y="3256241"/>
                  </a:lnTo>
                  <a:lnTo>
                    <a:pt x="2175645" y="3256241"/>
                  </a:lnTo>
                  <a:lnTo>
                    <a:pt x="2175771" y="3256241"/>
                  </a:lnTo>
                  <a:lnTo>
                    <a:pt x="2175898" y="3256241"/>
                  </a:lnTo>
                  <a:lnTo>
                    <a:pt x="2176024" y="3256241"/>
                  </a:lnTo>
                  <a:lnTo>
                    <a:pt x="2176150" y="3256241"/>
                  </a:lnTo>
                  <a:lnTo>
                    <a:pt x="2176276" y="3256241"/>
                  </a:lnTo>
                  <a:lnTo>
                    <a:pt x="2176403" y="3256241"/>
                  </a:lnTo>
                  <a:lnTo>
                    <a:pt x="2176529" y="3256241"/>
                  </a:lnTo>
                  <a:lnTo>
                    <a:pt x="2176655" y="3256241"/>
                  </a:lnTo>
                  <a:lnTo>
                    <a:pt x="2176655" y="3251330"/>
                  </a:lnTo>
                  <a:lnTo>
                    <a:pt x="2176781" y="3251330"/>
                  </a:lnTo>
                  <a:lnTo>
                    <a:pt x="2176908" y="3251330"/>
                  </a:lnTo>
                  <a:lnTo>
                    <a:pt x="2177034" y="3251330"/>
                  </a:lnTo>
                  <a:lnTo>
                    <a:pt x="2177160" y="3251330"/>
                  </a:lnTo>
                  <a:lnTo>
                    <a:pt x="2177286" y="3251330"/>
                  </a:lnTo>
                  <a:lnTo>
                    <a:pt x="2177413" y="3251330"/>
                  </a:lnTo>
                  <a:lnTo>
                    <a:pt x="2177539" y="3251330"/>
                  </a:lnTo>
                  <a:lnTo>
                    <a:pt x="2177665" y="3251330"/>
                  </a:lnTo>
                  <a:lnTo>
                    <a:pt x="2177791" y="3251330"/>
                  </a:lnTo>
                  <a:lnTo>
                    <a:pt x="2177918" y="3251330"/>
                  </a:lnTo>
                  <a:lnTo>
                    <a:pt x="2178044" y="3251330"/>
                  </a:lnTo>
                  <a:lnTo>
                    <a:pt x="2178170" y="3251330"/>
                  </a:lnTo>
                  <a:lnTo>
                    <a:pt x="2178296" y="3251330"/>
                  </a:lnTo>
                  <a:lnTo>
                    <a:pt x="2178296" y="3246418"/>
                  </a:lnTo>
                  <a:lnTo>
                    <a:pt x="2178423" y="3246418"/>
                  </a:lnTo>
                  <a:lnTo>
                    <a:pt x="2178549" y="3246418"/>
                  </a:lnTo>
                  <a:lnTo>
                    <a:pt x="2178675" y="3246418"/>
                  </a:lnTo>
                  <a:lnTo>
                    <a:pt x="2178801" y="3246418"/>
                  </a:lnTo>
                  <a:lnTo>
                    <a:pt x="2178928" y="3246418"/>
                  </a:lnTo>
                  <a:lnTo>
                    <a:pt x="2179054" y="3246418"/>
                  </a:lnTo>
                  <a:lnTo>
                    <a:pt x="2179180" y="3246418"/>
                  </a:lnTo>
                  <a:lnTo>
                    <a:pt x="2179306" y="3246418"/>
                  </a:lnTo>
                  <a:lnTo>
                    <a:pt x="2179433" y="3246418"/>
                  </a:lnTo>
                  <a:lnTo>
                    <a:pt x="2179559" y="3246418"/>
                  </a:lnTo>
                  <a:lnTo>
                    <a:pt x="2179685" y="3246418"/>
                  </a:lnTo>
                  <a:lnTo>
                    <a:pt x="2179811" y="3246418"/>
                  </a:lnTo>
                  <a:lnTo>
                    <a:pt x="2179938" y="3246418"/>
                  </a:lnTo>
                  <a:lnTo>
                    <a:pt x="2180064" y="3246418"/>
                  </a:lnTo>
                  <a:lnTo>
                    <a:pt x="2180190" y="3246418"/>
                  </a:lnTo>
                  <a:lnTo>
                    <a:pt x="2180316" y="3246418"/>
                  </a:lnTo>
                  <a:lnTo>
                    <a:pt x="2180443" y="3246418"/>
                  </a:lnTo>
                  <a:lnTo>
                    <a:pt x="2180569" y="3246418"/>
                  </a:lnTo>
                  <a:lnTo>
                    <a:pt x="2180695" y="3246418"/>
                  </a:lnTo>
                  <a:lnTo>
                    <a:pt x="2180822" y="3246418"/>
                  </a:lnTo>
                  <a:lnTo>
                    <a:pt x="2180948" y="3246418"/>
                  </a:lnTo>
                  <a:lnTo>
                    <a:pt x="2181074" y="3246418"/>
                  </a:lnTo>
                  <a:lnTo>
                    <a:pt x="2181200" y="3246418"/>
                  </a:lnTo>
                  <a:lnTo>
                    <a:pt x="2181327" y="3246418"/>
                  </a:lnTo>
                  <a:lnTo>
                    <a:pt x="2181453" y="3246418"/>
                  </a:lnTo>
                  <a:lnTo>
                    <a:pt x="2181579" y="3246418"/>
                  </a:lnTo>
                  <a:lnTo>
                    <a:pt x="2181705" y="3246418"/>
                  </a:lnTo>
                  <a:lnTo>
                    <a:pt x="2181832" y="3246418"/>
                  </a:lnTo>
                  <a:lnTo>
                    <a:pt x="2181958" y="3246418"/>
                  </a:lnTo>
                  <a:lnTo>
                    <a:pt x="2181958" y="3241507"/>
                  </a:lnTo>
                  <a:lnTo>
                    <a:pt x="2182084" y="3241507"/>
                  </a:lnTo>
                  <a:lnTo>
                    <a:pt x="2182210" y="3241507"/>
                  </a:lnTo>
                  <a:lnTo>
                    <a:pt x="2182337" y="3241507"/>
                  </a:lnTo>
                  <a:lnTo>
                    <a:pt x="2182463" y="3241507"/>
                  </a:lnTo>
                  <a:lnTo>
                    <a:pt x="2182589" y="3241507"/>
                  </a:lnTo>
                  <a:lnTo>
                    <a:pt x="2182715" y="3241507"/>
                  </a:lnTo>
                  <a:lnTo>
                    <a:pt x="2182842" y="3241507"/>
                  </a:lnTo>
                  <a:lnTo>
                    <a:pt x="2182968" y="3241507"/>
                  </a:lnTo>
                  <a:lnTo>
                    <a:pt x="2183094" y="3241507"/>
                  </a:lnTo>
                  <a:lnTo>
                    <a:pt x="2183220" y="3241507"/>
                  </a:lnTo>
                  <a:lnTo>
                    <a:pt x="2183347" y="3241507"/>
                  </a:lnTo>
                  <a:lnTo>
                    <a:pt x="2183473" y="3241507"/>
                  </a:lnTo>
                  <a:lnTo>
                    <a:pt x="2183599" y="3241507"/>
                  </a:lnTo>
                  <a:lnTo>
                    <a:pt x="2183725" y="3241507"/>
                  </a:lnTo>
                  <a:lnTo>
                    <a:pt x="2183852" y="3241507"/>
                  </a:lnTo>
                  <a:lnTo>
                    <a:pt x="2183978" y="3241507"/>
                  </a:lnTo>
                  <a:lnTo>
                    <a:pt x="2184104" y="3241507"/>
                  </a:lnTo>
                  <a:lnTo>
                    <a:pt x="2184230" y="3241507"/>
                  </a:lnTo>
                  <a:lnTo>
                    <a:pt x="2184357" y="3241507"/>
                  </a:lnTo>
                  <a:lnTo>
                    <a:pt x="2184483" y="3241507"/>
                  </a:lnTo>
                  <a:lnTo>
                    <a:pt x="2184609" y="3241507"/>
                  </a:lnTo>
                  <a:lnTo>
                    <a:pt x="2184735" y="3241507"/>
                  </a:lnTo>
                  <a:lnTo>
                    <a:pt x="2184862" y="3241507"/>
                  </a:lnTo>
                  <a:lnTo>
                    <a:pt x="2184988" y="3241507"/>
                  </a:lnTo>
                  <a:lnTo>
                    <a:pt x="2185114" y="3241507"/>
                  </a:lnTo>
                  <a:lnTo>
                    <a:pt x="2185240" y="3241507"/>
                  </a:lnTo>
                  <a:lnTo>
                    <a:pt x="2185367" y="3241507"/>
                  </a:lnTo>
                  <a:lnTo>
                    <a:pt x="2185493" y="3241507"/>
                  </a:lnTo>
                  <a:lnTo>
                    <a:pt x="2185619" y="3241507"/>
                  </a:lnTo>
                  <a:lnTo>
                    <a:pt x="2185746" y="3241507"/>
                  </a:lnTo>
                  <a:lnTo>
                    <a:pt x="2185872" y="3241507"/>
                  </a:lnTo>
                  <a:lnTo>
                    <a:pt x="2185998" y="3241507"/>
                  </a:lnTo>
                  <a:lnTo>
                    <a:pt x="2186124" y="3241507"/>
                  </a:lnTo>
                  <a:lnTo>
                    <a:pt x="2186251" y="3241507"/>
                  </a:lnTo>
                  <a:lnTo>
                    <a:pt x="2186377" y="3241507"/>
                  </a:lnTo>
                  <a:lnTo>
                    <a:pt x="2186503" y="3241507"/>
                  </a:lnTo>
                  <a:lnTo>
                    <a:pt x="2186629" y="3241507"/>
                  </a:lnTo>
                  <a:lnTo>
                    <a:pt x="2186756" y="3241507"/>
                  </a:lnTo>
                  <a:lnTo>
                    <a:pt x="2186882" y="3241507"/>
                  </a:lnTo>
                  <a:lnTo>
                    <a:pt x="2187008" y="3241507"/>
                  </a:lnTo>
                  <a:lnTo>
                    <a:pt x="2187134" y="3241507"/>
                  </a:lnTo>
                  <a:lnTo>
                    <a:pt x="2187261" y="3241507"/>
                  </a:lnTo>
                  <a:lnTo>
                    <a:pt x="2187387" y="3241507"/>
                  </a:lnTo>
                  <a:lnTo>
                    <a:pt x="2187513" y="3241507"/>
                  </a:lnTo>
                  <a:lnTo>
                    <a:pt x="2187639" y="3241507"/>
                  </a:lnTo>
                  <a:lnTo>
                    <a:pt x="2187766" y="3241507"/>
                  </a:lnTo>
                  <a:lnTo>
                    <a:pt x="2187892" y="3241507"/>
                  </a:lnTo>
                  <a:lnTo>
                    <a:pt x="2188018" y="3241507"/>
                  </a:lnTo>
                  <a:lnTo>
                    <a:pt x="2188144" y="3241507"/>
                  </a:lnTo>
                  <a:lnTo>
                    <a:pt x="2188271" y="3241507"/>
                  </a:lnTo>
                  <a:lnTo>
                    <a:pt x="2188397" y="3241507"/>
                  </a:lnTo>
                  <a:lnTo>
                    <a:pt x="2188523" y="3241507"/>
                  </a:lnTo>
                  <a:lnTo>
                    <a:pt x="2188649" y="3241507"/>
                  </a:lnTo>
                  <a:lnTo>
                    <a:pt x="2188776" y="3241507"/>
                  </a:lnTo>
                  <a:lnTo>
                    <a:pt x="2188902" y="3241507"/>
                  </a:lnTo>
                  <a:lnTo>
                    <a:pt x="2189028" y="3241507"/>
                  </a:lnTo>
                  <a:lnTo>
                    <a:pt x="2189154" y="3241507"/>
                  </a:lnTo>
                  <a:lnTo>
                    <a:pt x="2189281" y="3241507"/>
                  </a:lnTo>
                  <a:lnTo>
                    <a:pt x="2189407" y="3241507"/>
                  </a:lnTo>
                  <a:lnTo>
                    <a:pt x="2189533" y="3241507"/>
                  </a:lnTo>
                  <a:lnTo>
                    <a:pt x="2189659" y="3241507"/>
                  </a:lnTo>
                  <a:lnTo>
                    <a:pt x="2189786" y="3241507"/>
                  </a:lnTo>
                  <a:lnTo>
                    <a:pt x="2189912" y="3241507"/>
                  </a:lnTo>
                  <a:lnTo>
                    <a:pt x="2190038" y="3241507"/>
                  </a:lnTo>
                  <a:lnTo>
                    <a:pt x="2190164" y="3241507"/>
                  </a:lnTo>
                  <a:lnTo>
                    <a:pt x="2190291" y="3241507"/>
                  </a:lnTo>
                  <a:lnTo>
                    <a:pt x="2190417" y="3241507"/>
                  </a:lnTo>
                  <a:lnTo>
                    <a:pt x="2190543" y="3241507"/>
                  </a:lnTo>
                  <a:lnTo>
                    <a:pt x="2190669" y="3241507"/>
                  </a:lnTo>
                  <a:lnTo>
                    <a:pt x="2190796" y="3241507"/>
                  </a:lnTo>
                  <a:lnTo>
                    <a:pt x="2190922" y="3241507"/>
                  </a:lnTo>
                  <a:lnTo>
                    <a:pt x="2191048" y="3241507"/>
                  </a:lnTo>
                  <a:lnTo>
                    <a:pt x="2191175" y="3241507"/>
                  </a:lnTo>
                  <a:lnTo>
                    <a:pt x="2191301" y="3241507"/>
                  </a:lnTo>
                  <a:lnTo>
                    <a:pt x="2191427" y="3241507"/>
                  </a:lnTo>
                  <a:lnTo>
                    <a:pt x="2191553" y="3241507"/>
                  </a:lnTo>
                  <a:lnTo>
                    <a:pt x="2191680" y="3241507"/>
                  </a:lnTo>
                  <a:lnTo>
                    <a:pt x="2191806" y="3241507"/>
                  </a:lnTo>
                  <a:lnTo>
                    <a:pt x="2191932" y="3241507"/>
                  </a:lnTo>
                  <a:lnTo>
                    <a:pt x="2192058" y="3241507"/>
                  </a:lnTo>
                  <a:lnTo>
                    <a:pt x="2192185" y="3241507"/>
                  </a:lnTo>
                  <a:lnTo>
                    <a:pt x="2192311" y="3241507"/>
                  </a:lnTo>
                  <a:lnTo>
                    <a:pt x="2192437" y="3241507"/>
                  </a:lnTo>
                  <a:lnTo>
                    <a:pt x="2192563" y="3241507"/>
                  </a:lnTo>
                  <a:lnTo>
                    <a:pt x="2192690" y="3241507"/>
                  </a:lnTo>
                  <a:lnTo>
                    <a:pt x="2192816" y="3241507"/>
                  </a:lnTo>
                  <a:lnTo>
                    <a:pt x="2192942" y="3241507"/>
                  </a:lnTo>
                  <a:lnTo>
                    <a:pt x="2193068" y="3241507"/>
                  </a:lnTo>
                  <a:lnTo>
                    <a:pt x="2193195" y="3241507"/>
                  </a:lnTo>
                  <a:lnTo>
                    <a:pt x="2193321" y="3241507"/>
                  </a:lnTo>
                  <a:lnTo>
                    <a:pt x="2193447" y="3241507"/>
                  </a:lnTo>
                  <a:lnTo>
                    <a:pt x="2193573" y="3241507"/>
                  </a:lnTo>
                  <a:lnTo>
                    <a:pt x="2193700" y="3241507"/>
                  </a:lnTo>
                  <a:lnTo>
                    <a:pt x="2193826" y="3241507"/>
                  </a:lnTo>
                  <a:lnTo>
                    <a:pt x="2193952" y="3241507"/>
                  </a:lnTo>
                  <a:lnTo>
                    <a:pt x="2194078" y="3241507"/>
                  </a:lnTo>
                  <a:lnTo>
                    <a:pt x="2194205" y="3241507"/>
                  </a:lnTo>
                  <a:lnTo>
                    <a:pt x="2194331" y="3241507"/>
                  </a:lnTo>
                  <a:lnTo>
                    <a:pt x="2194457" y="3241507"/>
                  </a:lnTo>
                  <a:lnTo>
                    <a:pt x="2194583" y="3241507"/>
                  </a:lnTo>
                  <a:lnTo>
                    <a:pt x="2194710" y="3241507"/>
                  </a:lnTo>
                  <a:lnTo>
                    <a:pt x="2194836" y="3241507"/>
                  </a:lnTo>
                  <a:lnTo>
                    <a:pt x="2194962" y="3241507"/>
                  </a:lnTo>
                  <a:lnTo>
                    <a:pt x="2195088" y="3241507"/>
                  </a:lnTo>
                  <a:lnTo>
                    <a:pt x="2195088" y="3236596"/>
                  </a:lnTo>
                  <a:lnTo>
                    <a:pt x="2195088" y="3231684"/>
                  </a:lnTo>
                  <a:lnTo>
                    <a:pt x="2195215" y="3231684"/>
                  </a:lnTo>
                  <a:lnTo>
                    <a:pt x="2195341" y="3231684"/>
                  </a:lnTo>
                  <a:lnTo>
                    <a:pt x="2195467" y="3231684"/>
                  </a:lnTo>
                  <a:lnTo>
                    <a:pt x="2195593" y="3231684"/>
                  </a:lnTo>
                  <a:lnTo>
                    <a:pt x="2195720" y="3231684"/>
                  </a:lnTo>
                  <a:lnTo>
                    <a:pt x="2195846" y="3231684"/>
                  </a:lnTo>
                  <a:lnTo>
                    <a:pt x="2195972" y="3231684"/>
                  </a:lnTo>
                  <a:lnTo>
                    <a:pt x="2196099" y="3231684"/>
                  </a:lnTo>
                  <a:lnTo>
                    <a:pt x="2196225" y="3231684"/>
                  </a:lnTo>
                  <a:lnTo>
                    <a:pt x="2196351" y="3231684"/>
                  </a:lnTo>
                  <a:lnTo>
                    <a:pt x="2196477" y="3231684"/>
                  </a:lnTo>
                  <a:lnTo>
                    <a:pt x="2196604" y="3231684"/>
                  </a:lnTo>
                  <a:lnTo>
                    <a:pt x="2196730" y="3231684"/>
                  </a:lnTo>
                  <a:lnTo>
                    <a:pt x="2196856" y="3231684"/>
                  </a:lnTo>
                  <a:lnTo>
                    <a:pt x="2196982" y="3231684"/>
                  </a:lnTo>
                  <a:lnTo>
                    <a:pt x="2197109" y="3231684"/>
                  </a:lnTo>
                  <a:lnTo>
                    <a:pt x="2197235" y="3231684"/>
                  </a:lnTo>
                  <a:lnTo>
                    <a:pt x="2197361" y="3231684"/>
                  </a:lnTo>
                  <a:lnTo>
                    <a:pt x="2197487" y="3231684"/>
                  </a:lnTo>
                  <a:lnTo>
                    <a:pt x="2197614" y="3231684"/>
                  </a:lnTo>
                  <a:lnTo>
                    <a:pt x="2197740" y="3231684"/>
                  </a:lnTo>
                  <a:lnTo>
                    <a:pt x="2197866" y="3231684"/>
                  </a:lnTo>
                  <a:lnTo>
                    <a:pt x="2197992" y="3231684"/>
                  </a:lnTo>
                  <a:lnTo>
                    <a:pt x="2198119" y="3231684"/>
                  </a:lnTo>
                  <a:lnTo>
                    <a:pt x="2198245" y="3231684"/>
                  </a:lnTo>
                  <a:lnTo>
                    <a:pt x="2198371" y="3231684"/>
                  </a:lnTo>
                  <a:lnTo>
                    <a:pt x="2198497" y="3231684"/>
                  </a:lnTo>
                  <a:lnTo>
                    <a:pt x="2198624" y="3231684"/>
                  </a:lnTo>
                  <a:lnTo>
                    <a:pt x="2198750" y="3231684"/>
                  </a:lnTo>
                  <a:lnTo>
                    <a:pt x="2198876" y="3231684"/>
                  </a:lnTo>
                  <a:lnTo>
                    <a:pt x="2199002" y="3231684"/>
                  </a:lnTo>
                  <a:lnTo>
                    <a:pt x="2199129" y="3231684"/>
                  </a:lnTo>
                  <a:lnTo>
                    <a:pt x="2199255" y="3231684"/>
                  </a:lnTo>
                  <a:lnTo>
                    <a:pt x="2199381" y="3231684"/>
                  </a:lnTo>
                  <a:lnTo>
                    <a:pt x="2199507" y="3231684"/>
                  </a:lnTo>
                  <a:lnTo>
                    <a:pt x="2199507" y="3226773"/>
                  </a:lnTo>
                  <a:lnTo>
                    <a:pt x="2199634" y="3226773"/>
                  </a:lnTo>
                  <a:lnTo>
                    <a:pt x="2199760" y="3226773"/>
                  </a:lnTo>
                  <a:lnTo>
                    <a:pt x="2199886" y="3226773"/>
                  </a:lnTo>
                  <a:lnTo>
                    <a:pt x="2200012" y="3226773"/>
                  </a:lnTo>
                  <a:lnTo>
                    <a:pt x="2200139" y="3226773"/>
                  </a:lnTo>
                  <a:lnTo>
                    <a:pt x="2200139" y="3221861"/>
                  </a:lnTo>
                  <a:lnTo>
                    <a:pt x="2200265" y="3221861"/>
                  </a:lnTo>
                  <a:lnTo>
                    <a:pt x="2200391" y="3221861"/>
                  </a:lnTo>
                  <a:lnTo>
                    <a:pt x="2200517" y="3221861"/>
                  </a:lnTo>
                  <a:lnTo>
                    <a:pt x="2200644" y="3221861"/>
                  </a:lnTo>
                  <a:lnTo>
                    <a:pt x="2200770" y="3221861"/>
                  </a:lnTo>
                  <a:lnTo>
                    <a:pt x="2200896" y="3221861"/>
                  </a:lnTo>
                  <a:lnTo>
                    <a:pt x="2201023" y="3221861"/>
                  </a:lnTo>
                  <a:lnTo>
                    <a:pt x="2201149" y="3221861"/>
                  </a:lnTo>
                  <a:lnTo>
                    <a:pt x="2201275" y="3221861"/>
                  </a:lnTo>
                  <a:lnTo>
                    <a:pt x="2201401" y="3221861"/>
                  </a:lnTo>
                  <a:lnTo>
                    <a:pt x="2201528" y="3221861"/>
                  </a:lnTo>
                  <a:lnTo>
                    <a:pt x="2201654" y="3221861"/>
                  </a:lnTo>
                  <a:lnTo>
                    <a:pt x="2201780" y="3221861"/>
                  </a:lnTo>
                  <a:lnTo>
                    <a:pt x="2201906" y="3221861"/>
                  </a:lnTo>
                  <a:lnTo>
                    <a:pt x="2202033" y="3221861"/>
                  </a:lnTo>
                  <a:lnTo>
                    <a:pt x="2202159" y="3221861"/>
                  </a:lnTo>
                  <a:lnTo>
                    <a:pt x="2202285" y="3221861"/>
                  </a:lnTo>
                  <a:lnTo>
                    <a:pt x="2202411" y="3221861"/>
                  </a:lnTo>
                  <a:lnTo>
                    <a:pt x="2202538" y="3221861"/>
                  </a:lnTo>
                  <a:lnTo>
                    <a:pt x="2202538" y="3216950"/>
                  </a:lnTo>
                  <a:lnTo>
                    <a:pt x="2202664" y="3216950"/>
                  </a:lnTo>
                  <a:lnTo>
                    <a:pt x="2202790" y="3216950"/>
                  </a:lnTo>
                  <a:lnTo>
                    <a:pt x="2202916" y="3216950"/>
                  </a:lnTo>
                  <a:lnTo>
                    <a:pt x="2203043" y="3216950"/>
                  </a:lnTo>
                  <a:lnTo>
                    <a:pt x="2203169" y="3216950"/>
                  </a:lnTo>
                  <a:lnTo>
                    <a:pt x="2203295" y="3216950"/>
                  </a:lnTo>
                  <a:lnTo>
                    <a:pt x="2203295" y="3212039"/>
                  </a:lnTo>
                  <a:lnTo>
                    <a:pt x="2203421" y="3212039"/>
                  </a:lnTo>
                  <a:lnTo>
                    <a:pt x="2203548" y="3212039"/>
                  </a:lnTo>
                  <a:lnTo>
                    <a:pt x="2203674" y="3212039"/>
                  </a:lnTo>
                  <a:lnTo>
                    <a:pt x="2203800" y="3212039"/>
                  </a:lnTo>
                  <a:lnTo>
                    <a:pt x="2203926" y="3212039"/>
                  </a:lnTo>
                  <a:lnTo>
                    <a:pt x="2204053" y="3212039"/>
                  </a:lnTo>
                  <a:lnTo>
                    <a:pt x="2204179" y="3212039"/>
                  </a:lnTo>
                  <a:lnTo>
                    <a:pt x="2204305" y="3212039"/>
                  </a:lnTo>
                  <a:lnTo>
                    <a:pt x="2204431" y="3212039"/>
                  </a:lnTo>
                  <a:lnTo>
                    <a:pt x="2204558" y="3212039"/>
                  </a:lnTo>
                  <a:lnTo>
                    <a:pt x="2204684" y="3212039"/>
                  </a:lnTo>
                  <a:lnTo>
                    <a:pt x="2204810" y="3212039"/>
                  </a:lnTo>
                  <a:lnTo>
                    <a:pt x="2204810" y="3207127"/>
                  </a:lnTo>
                  <a:lnTo>
                    <a:pt x="2204936" y="3207127"/>
                  </a:lnTo>
                  <a:lnTo>
                    <a:pt x="2205063" y="3207127"/>
                  </a:lnTo>
                  <a:lnTo>
                    <a:pt x="2205189" y="3207127"/>
                  </a:lnTo>
                  <a:lnTo>
                    <a:pt x="2205315" y="3207127"/>
                  </a:lnTo>
                  <a:lnTo>
                    <a:pt x="2205441" y="3207127"/>
                  </a:lnTo>
                  <a:lnTo>
                    <a:pt x="2205568" y="3207127"/>
                  </a:lnTo>
                  <a:lnTo>
                    <a:pt x="2205694" y="3207127"/>
                  </a:lnTo>
                  <a:lnTo>
                    <a:pt x="2205820" y="3207127"/>
                  </a:lnTo>
                  <a:lnTo>
                    <a:pt x="2205946" y="3207127"/>
                  </a:lnTo>
                  <a:lnTo>
                    <a:pt x="2206073" y="3207127"/>
                  </a:lnTo>
                  <a:lnTo>
                    <a:pt x="2206199" y="3207127"/>
                  </a:lnTo>
                  <a:lnTo>
                    <a:pt x="2206325" y="3207127"/>
                  </a:lnTo>
                  <a:lnTo>
                    <a:pt x="2206452" y="3207127"/>
                  </a:lnTo>
                  <a:lnTo>
                    <a:pt x="2206578" y="3207127"/>
                  </a:lnTo>
                  <a:lnTo>
                    <a:pt x="2206704" y="3207127"/>
                  </a:lnTo>
                  <a:lnTo>
                    <a:pt x="2206830" y="3207127"/>
                  </a:lnTo>
                  <a:lnTo>
                    <a:pt x="2206957" y="3207127"/>
                  </a:lnTo>
                  <a:lnTo>
                    <a:pt x="2207083" y="3207127"/>
                  </a:lnTo>
                  <a:lnTo>
                    <a:pt x="2207209" y="3207127"/>
                  </a:lnTo>
                  <a:lnTo>
                    <a:pt x="2207209" y="3202216"/>
                  </a:lnTo>
                  <a:lnTo>
                    <a:pt x="2207335" y="3202216"/>
                  </a:lnTo>
                  <a:lnTo>
                    <a:pt x="2207462" y="3202216"/>
                  </a:lnTo>
                  <a:lnTo>
                    <a:pt x="2207588" y="3202216"/>
                  </a:lnTo>
                  <a:lnTo>
                    <a:pt x="2207714" y="3202216"/>
                  </a:lnTo>
                  <a:lnTo>
                    <a:pt x="2207840" y="3202216"/>
                  </a:lnTo>
                  <a:lnTo>
                    <a:pt x="2207967" y="3202216"/>
                  </a:lnTo>
                  <a:lnTo>
                    <a:pt x="2208093" y="3202216"/>
                  </a:lnTo>
                  <a:lnTo>
                    <a:pt x="2208219" y="3202216"/>
                  </a:lnTo>
                  <a:lnTo>
                    <a:pt x="2208345" y="3202216"/>
                  </a:lnTo>
                  <a:lnTo>
                    <a:pt x="2208345" y="3197305"/>
                  </a:lnTo>
                  <a:lnTo>
                    <a:pt x="2208472" y="3197305"/>
                  </a:lnTo>
                  <a:lnTo>
                    <a:pt x="2208472" y="3192393"/>
                  </a:lnTo>
                  <a:lnTo>
                    <a:pt x="2208472" y="3187482"/>
                  </a:lnTo>
                  <a:lnTo>
                    <a:pt x="2208598" y="3187482"/>
                  </a:lnTo>
                  <a:lnTo>
                    <a:pt x="2208724" y="3187482"/>
                  </a:lnTo>
                  <a:lnTo>
                    <a:pt x="2208850" y="3187482"/>
                  </a:lnTo>
                  <a:lnTo>
                    <a:pt x="2208977" y="3187482"/>
                  </a:lnTo>
                  <a:lnTo>
                    <a:pt x="2209103" y="3187482"/>
                  </a:lnTo>
                  <a:lnTo>
                    <a:pt x="2209229" y="3187482"/>
                  </a:lnTo>
                  <a:lnTo>
                    <a:pt x="2209355" y="3187482"/>
                  </a:lnTo>
                  <a:lnTo>
                    <a:pt x="2209482" y="3187482"/>
                  </a:lnTo>
                  <a:lnTo>
                    <a:pt x="2209608" y="3187482"/>
                  </a:lnTo>
                  <a:lnTo>
                    <a:pt x="2209734" y="3187482"/>
                  </a:lnTo>
                  <a:lnTo>
                    <a:pt x="2209860" y="3187482"/>
                  </a:lnTo>
                  <a:lnTo>
                    <a:pt x="2209987" y="3187482"/>
                  </a:lnTo>
                  <a:lnTo>
                    <a:pt x="2210113" y="3187482"/>
                  </a:lnTo>
                  <a:lnTo>
                    <a:pt x="2210239" y="3187482"/>
                  </a:lnTo>
                  <a:lnTo>
                    <a:pt x="2210365" y="3187482"/>
                  </a:lnTo>
                  <a:lnTo>
                    <a:pt x="2210492" y="3187482"/>
                  </a:lnTo>
                  <a:lnTo>
                    <a:pt x="2210618" y="3187482"/>
                  </a:lnTo>
                  <a:lnTo>
                    <a:pt x="2210744" y="3187482"/>
                  </a:lnTo>
                  <a:lnTo>
                    <a:pt x="2210870" y="3187482"/>
                  </a:lnTo>
                  <a:lnTo>
                    <a:pt x="2210997" y="3187482"/>
                  </a:lnTo>
                  <a:lnTo>
                    <a:pt x="2211123" y="3187482"/>
                  </a:lnTo>
                  <a:lnTo>
                    <a:pt x="2211249" y="3187482"/>
                  </a:lnTo>
                  <a:lnTo>
                    <a:pt x="2211376" y="3187482"/>
                  </a:lnTo>
                  <a:lnTo>
                    <a:pt x="2211502" y="3187482"/>
                  </a:lnTo>
                  <a:lnTo>
                    <a:pt x="2211628" y="3187482"/>
                  </a:lnTo>
                  <a:lnTo>
                    <a:pt x="2211754" y="3187482"/>
                  </a:lnTo>
                  <a:lnTo>
                    <a:pt x="2211881" y="3187482"/>
                  </a:lnTo>
                  <a:lnTo>
                    <a:pt x="2212007" y="3187482"/>
                  </a:lnTo>
                  <a:lnTo>
                    <a:pt x="2212133" y="3187482"/>
                  </a:lnTo>
                  <a:lnTo>
                    <a:pt x="2212259" y="3187482"/>
                  </a:lnTo>
                  <a:lnTo>
                    <a:pt x="2212386" y="3187482"/>
                  </a:lnTo>
                  <a:lnTo>
                    <a:pt x="2212512" y="3187482"/>
                  </a:lnTo>
                  <a:lnTo>
                    <a:pt x="2212638" y="3187482"/>
                  </a:lnTo>
                  <a:lnTo>
                    <a:pt x="2212764" y="3187482"/>
                  </a:lnTo>
                  <a:lnTo>
                    <a:pt x="2212891" y="3187482"/>
                  </a:lnTo>
                  <a:lnTo>
                    <a:pt x="2213017" y="3187482"/>
                  </a:lnTo>
                  <a:lnTo>
                    <a:pt x="2213143" y="3187482"/>
                  </a:lnTo>
                  <a:lnTo>
                    <a:pt x="2213269" y="3187482"/>
                  </a:lnTo>
                  <a:lnTo>
                    <a:pt x="2213396" y="3187482"/>
                  </a:lnTo>
                  <a:lnTo>
                    <a:pt x="2213396" y="3182570"/>
                  </a:lnTo>
                  <a:lnTo>
                    <a:pt x="2213522" y="3182570"/>
                  </a:lnTo>
                  <a:lnTo>
                    <a:pt x="2213648" y="3182570"/>
                  </a:lnTo>
                  <a:lnTo>
                    <a:pt x="2213774" y="3182570"/>
                  </a:lnTo>
                  <a:lnTo>
                    <a:pt x="2213901" y="3182570"/>
                  </a:lnTo>
                  <a:lnTo>
                    <a:pt x="2214027" y="3182570"/>
                  </a:lnTo>
                  <a:lnTo>
                    <a:pt x="2214153" y="3182570"/>
                  </a:lnTo>
                  <a:lnTo>
                    <a:pt x="2214279" y="3182570"/>
                  </a:lnTo>
                  <a:lnTo>
                    <a:pt x="2214406" y="3182570"/>
                  </a:lnTo>
                  <a:lnTo>
                    <a:pt x="2214532" y="3182570"/>
                  </a:lnTo>
                  <a:lnTo>
                    <a:pt x="2214658" y="3182570"/>
                  </a:lnTo>
                  <a:lnTo>
                    <a:pt x="2214784" y="3182570"/>
                  </a:lnTo>
                  <a:lnTo>
                    <a:pt x="2214911" y="3182570"/>
                  </a:lnTo>
                  <a:lnTo>
                    <a:pt x="2215037" y="3182570"/>
                  </a:lnTo>
                  <a:lnTo>
                    <a:pt x="2215163" y="3182570"/>
                  </a:lnTo>
                  <a:lnTo>
                    <a:pt x="2215289" y="3182570"/>
                  </a:lnTo>
                  <a:lnTo>
                    <a:pt x="2215416" y="3182570"/>
                  </a:lnTo>
                  <a:lnTo>
                    <a:pt x="2215542" y="3182570"/>
                  </a:lnTo>
                  <a:lnTo>
                    <a:pt x="2215668" y="3182570"/>
                  </a:lnTo>
                  <a:lnTo>
                    <a:pt x="2215794" y="3182570"/>
                  </a:lnTo>
                  <a:lnTo>
                    <a:pt x="2215921" y="3182570"/>
                  </a:lnTo>
                  <a:lnTo>
                    <a:pt x="2216047" y="3182570"/>
                  </a:lnTo>
                  <a:lnTo>
                    <a:pt x="2216173" y="3182570"/>
                  </a:lnTo>
                  <a:lnTo>
                    <a:pt x="2216299" y="3182570"/>
                  </a:lnTo>
                  <a:lnTo>
                    <a:pt x="2216426" y="3182570"/>
                  </a:lnTo>
                  <a:lnTo>
                    <a:pt x="2216552" y="3182570"/>
                  </a:lnTo>
                  <a:lnTo>
                    <a:pt x="2216678" y="3182570"/>
                  </a:lnTo>
                  <a:lnTo>
                    <a:pt x="2216805" y="3182570"/>
                  </a:lnTo>
                  <a:lnTo>
                    <a:pt x="2216931" y="3182570"/>
                  </a:lnTo>
                  <a:lnTo>
                    <a:pt x="2217057" y="3182570"/>
                  </a:lnTo>
                  <a:lnTo>
                    <a:pt x="2217183" y="3182570"/>
                  </a:lnTo>
                  <a:lnTo>
                    <a:pt x="2217310" y="3182570"/>
                  </a:lnTo>
                  <a:lnTo>
                    <a:pt x="2217436" y="3182570"/>
                  </a:lnTo>
                  <a:lnTo>
                    <a:pt x="2217562" y="3182570"/>
                  </a:lnTo>
                  <a:lnTo>
                    <a:pt x="2217688" y="3182570"/>
                  </a:lnTo>
                  <a:lnTo>
                    <a:pt x="2217815" y="3182570"/>
                  </a:lnTo>
                  <a:lnTo>
                    <a:pt x="2217941" y="3182570"/>
                  </a:lnTo>
                  <a:lnTo>
                    <a:pt x="2218067" y="3182570"/>
                  </a:lnTo>
                  <a:lnTo>
                    <a:pt x="2218193" y="3182570"/>
                  </a:lnTo>
                  <a:lnTo>
                    <a:pt x="2218320" y="3182570"/>
                  </a:lnTo>
                  <a:lnTo>
                    <a:pt x="2218446" y="3182570"/>
                  </a:lnTo>
                  <a:lnTo>
                    <a:pt x="2218572" y="3182570"/>
                  </a:lnTo>
                  <a:lnTo>
                    <a:pt x="2218698" y="3182570"/>
                  </a:lnTo>
                  <a:lnTo>
                    <a:pt x="2218825" y="3182570"/>
                  </a:lnTo>
                  <a:lnTo>
                    <a:pt x="2218951" y="3182570"/>
                  </a:lnTo>
                  <a:lnTo>
                    <a:pt x="2219077" y="3182570"/>
                  </a:lnTo>
                  <a:lnTo>
                    <a:pt x="2219203" y="3182570"/>
                  </a:lnTo>
                  <a:lnTo>
                    <a:pt x="2219330" y="3182570"/>
                  </a:lnTo>
                  <a:lnTo>
                    <a:pt x="2219456" y="3182570"/>
                  </a:lnTo>
                  <a:lnTo>
                    <a:pt x="2219582" y="3182570"/>
                  </a:lnTo>
                  <a:lnTo>
                    <a:pt x="2219708" y="3182570"/>
                  </a:lnTo>
                  <a:lnTo>
                    <a:pt x="2219835" y="3182570"/>
                  </a:lnTo>
                  <a:lnTo>
                    <a:pt x="2219961" y="3182570"/>
                  </a:lnTo>
                  <a:lnTo>
                    <a:pt x="2220087" y="3182570"/>
                  </a:lnTo>
                  <a:lnTo>
                    <a:pt x="2220213" y="3182570"/>
                  </a:lnTo>
                  <a:lnTo>
                    <a:pt x="2220340" y="3182570"/>
                  </a:lnTo>
                  <a:lnTo>
                    <a:pt x="2220466" y="3182570"/>
                  </a:lnTo>
                  <a:lnTo>
                    <a:pt x="2220592" y="3182570"/>
                  </a:lnTo>
                  <a:lnTo>
                    <a:pt x="2220718" y="3182570"/>
                  </a:lnTo>
                  <a:lnTo>
                    <a:pt x="2220845" y="3182570"/>
                  </a:lnTo>
                  <a:lnTo>
                    <a:pt x="2220971" y="3182570"/>
                  </a:lnTo>
                  <a:lnTo>
                    <a:pt x="2221097" y="3182570"/>
                  </a:lnTo>
                  <a:lnTo>
                    <a:pt x="2221223" y="3182570"/>
                  </a:lnTo>
                  <a:lnTo>
                    <a:pt x="2221350" y="3182570"/>
                  </a:lnTo>
                  <a:lnTo>
                    <a:pt x="2221476" y="3182570"/>
                  </a:lnTo>
                  <a:lnTo>
                    <a:pt x="2221602" y="3182570"/>
                  </a:lnTo>
                  <a:lnTo>
                    <a:pt x="2221729" y="3182570"/>
                  </a:lnTo>
                  <a:lnTo>
                    <a:pt x="2221855" y="3182570"/>
                  </a:lnTo>
                  <a:lnTo>
                    <a:pt x="2221981" y="3182570"/>
                  </a:lnTo>
                  <a:lnTo>
                    <a:pt x="2222107" y="3182570"/>
                  </a:lnTo>
                  <a:lnTo>
                    <a:pt x="2222234" y="3182570"/>
                  </a:lnTo>
                  <a:lnTo>
                    <a:pt x="2222360" y="3182570"/>
                  </a:lnTo>
                  <a:lnTo>
                    <a:pt x="2222486" y="3182570"/>
                  </a:lnTo>
                  <a:lnTo>
                    <a:pt x="2222612" y="3182570"/>
                  </a:lnTo>
                  <a:lnTo>
                    <a:pt x="2222739" y="3182570"/>
                  </a:lnTo>
                  <a:lnTo>
                    <a:pt x="2222865" y="3182570"/>
                  </a:lnTo>
                  <a:lnTo>
                    <a:pt x="2222991" y="3182570"/>
                  </a:lnTo>
                  <a:lnTo>
                    <a:pt x="2223117" y="3182570"/>
                  </a:lnTo>
                  <a:lnTo>
                    <a:pt x="2223244" y="3182570"/>
                  </a:lnTo>
                  <a:lnTo>
                    <a:pt x="2223370" y="3182570"/>
                  </a:lnTo>
                  <a:lnTo>
                    <a:pt x="2223496" y="3182570"/>
                  </a:lnTo>
                  <a:lnTo>
                    <a:pt x="2223622" y="3182570"/>
                  </a:lnTo>
                  <a:lnTo>
                    <a:pt x="2223749" y="3182570"/>
                  </a:lnTo>
                  <a:lnTo>
                    <a:pt x="2223875" y="3182570"/>
                  </a:lnTo>
                  <a:lnTo>
                    <a:pt x="2224001" y="3182570"/>
                  </a:lnTo>
                  <a:lnTo>
                    <a:pt x="2224127" y="3182570"/>
                  </a:lnTo>
                  <a:lnTo>
                    <a:pt x="2224127" y="3177659"/>
                  </a:lnTo>
                  <a:lnTo>
                    <a:pt x="2224254" y="3177659"/>
                  </a:lnTo>
                  <a:lnTo>
                    <a:pt x="2224380" y="3177659"/>
                  </a:lnTo>
                  <a:lnTo>
                    <a:pt x="2224506" y="3177659"/>
                  </a:lnTo>
                  <a:lnTo>
                    <a:pt x="2224632" y="3177659"/>
                  </a:lnTo>
                  <a:lnTo>
                    <a:pt x="2224759" y="3177659"/>
                  </a:lnTo>
                  <a:lnTo>
                    <a:pt x="2224885" y="3177659"/>
                  </a:lnTo>
                  <a:lnTo>
                    <a:pt x="2225011" y="3177659"/>
                  </a:lnTo>
                  <a:lnTo>
                    <a:pt x="2225137" y="3177659"/>
                  </a:lnTo>
                  <a:lnTo>
                    <a:pt x="2225137" y="3172748"/>
                  </a:lnTo>
                  <a:lnTo>
                    <a:pt x="2225264" y="3172748"/>
                  </a:lnTo>
                  <a:lnTo>
                    <a:pt x="2225390" y="3172748"/>
                  </a:lnTo>
                  <a:lnTo>
                    <a:pt x="2225516" y="3172748"/>
                  </a:lnTo>
                  <a:lnTo>
                    <a:pt x="2225516" y="3167836"/>
                  </a:lnTo>
                  <a:lnTo>
                    <a:pt x="2225642" y="3167836"/>
                  </a:lnTo>
                  <a:lnTo>
                    <a:pt x="2225769" y="3167836"/>
                  </a:lnTo>
                  <a:lnTo>
                    <a:pt x="2225895" y="3167836"/>
                  </a:lnTo>
                  <a:lnTo>
                    <a:pt x="2226021" y="3167836"/>
                  </a:lnTo>
                  <a:lnTo>
                    <a:pt x="2226147" y="3167836"/>
                  </a:lnTo>
                  <a:lnTo>
                    <a:pt x="2226274" y="3167836"/>
                  </a:lnTo>
                  <a:lnTo>
                    <a:pt x="2226400" y="3167836"/>
                  </a:lnTo>
                  <a:lnTo>
                    <a:pt x="2226526" y="3167836"/>
                  </a:lnTo>
                  <a:lnTo>
                    <a:pt x="2226652" y="3167836"/>
                  </a:lnTo>
                  <a:lnTo>
                    <a:pt x="2226779" y="3167836"/>
                  </a:lnTo>
                  <a:lnTo>
                    <a:pt x="2226905" y="3167836"/>
                  </a:lnTo>
                  <a:lnTo>
                    <a:pt x="2227031" y="3167836"/>
                  </a:lnTo>
                  <a:lnTo>
                    <a:pt x="2227158" y="3167836"/>
                  </a:lnTo>
                  <a:lnTo>
                    <a:pt x="2227284" y="3167836"/>
                  </a:lnTo>
                  <a:lnTo>
                    <a:pt x="2227410" y="3167836"/>
                  </a:lnTo>
                  <a:lnTo>
                    <a:pt x="2227536" y="3167836"/>
                  </a:lnTo>
                  <a:lnTo>
                    <a:pt x="2227663" y="3167836"/>
                  </a:lnTo>
                  <a:lnTo>
                    <a:pt x="2227789" y="3167836"/>
                  </a:lnTo>
                  <a:lnTo>
                    <a:pt x="2227915" y="3167836"/>
                  </a:lnTo>
                  <a:lnTo>
                    <a:pt x="2228041" y="3167836"/>
                  </a:lnTo>
                  <a:lnTo>
                    <a:pt x="2228168" y="3167836"/>
                  </a:lnTo>
                  <a:lnTo>
                    <a:pt x="2228294" y="3167836"/>
                  </a:lnTo>
                  <a:lnTo>
                    <a:pt x="2228420" y="3167836"/>
                  </a:lnTo>
                  <a:lnTo>
                    <a:pt x="2228546" y="3167836"/>
                  </a:lnTo>
                  <a:lnTo>
                    <a:pt x="2228673" y="3167836"/>
                  </a:lnTo>
                  <a:lnTo>
                    <a:pt x="2228799" y="3167836"/>
                  </a:lnTo>
                  <a:lnTo>
                    <a:pt x="2228925" y="3167836"/>
                  </a:lnTo>
                  <a:lnTo>
                    <a:pt x="2229051" y="3167836"/>
                  </a:lnTo>
                  <a:lnTo>
                    <a:pt x="2229178" y="3167836"/>
                  </a:lnTo>
                  <a:lnTo>
                    <a:pt x="2229304" y="3167836"/>
                  </a:lnTo>
                  <a:lnTo>
                    <a:pt x="2229430" y="3167836"/>
                  </a:lnTo>
                  <a:lnTo>
                    <a:pt x="2229556" y="3167836"/>
                  </a:lnTo>
                  <a:lnTo>
                    <a:pt x="2229683" y="3167836"/>
                  </a:lnTo>
                  <a:lnTo>
                    <a:pt x="2229809" y="3167836"/>
                  </a:lnTo>
                  <a:lnTo>
                    <a:pt x="2229935" y="3167836"/>
                  </a:lnTo>
                  <a:lnTo>
                    <a:pt x="2230061" y="3167836"/>
                  </a:lnTo>
                  <a:lnTo>
                    <a:pt x="2230188" y="3167836"/>
                  </a:lnTo>
                  <a:lnTo>
                    <a:pt x="2230314" y="3167836"/>
                  </a:lnTo>
                  <a:lnTo>
                    <a:pt x="2230440" y="3167836"/>
                  </a:lnTo>
                  <a:lnTo>
                    <a:pt x="2230440" y="3162925"/>
                  </a:lnTo>
                  <a:lnTo>
                    <a:pt x="2230566" y="3162925"/>
                  </a:lnTo>
                  <a:lnTo>
                    <a:pt x="2230693" y="3162925"/>
                  </a:lnTo>
                  <a:lnTo>
                    <a:pt x="2230819" y="3162925"/>
                  </a:lnTo>
                  <a:lnTo>
                    <a:pt x="2230945" y="3162925"/>
                  </a:lnTo>
                  <a:lnTo>
                    <a:pt x="2231071" y="3162925"/>
                  </a:lnTo>
                  <a:lnTo>
                    <a:pt x="2231198" y="3162925"/>
                  </a:lnTo>
                  <a:lnTo>
                    <a:pt x="2231324" y="3162925"/>
                  </a:lnTo>
                  <a:lnTo>
                    <a:pt x="2231450" y="3162925"/>
                  </a:lnTo>
                  <a:lnTo>
                    <a:pt x="2231576" y="3162925"/>
                  </a:lnTo>
                  <a:lnTo>
                    <a:pt x="2231703" y="3162925"/>
                  </a:lnTo>
                  <a:lnTo>
                    <a:pt x="2231829" y="3162925"/>
                  </a:lnTo>
                  <a:lnTo>
                    <a:pt x="2231955" y="3162925"/>
                  </a:lnTo>
                  <a:lnTo>
                    <a:pt x="2232082" y="3162925"/>
                  </a:lnTo>
                  <a:lnTo>
                    <a:pt x="2232208" y="3162925"/>
                  </a:lnTo>
                  <a:lnTo>
                    <a:pt x="2232334" y="3162925"/>
                  </a:lnTo>
                  <a:lnTo>
                    <a:pt x="2232460" y="3162925"/>
                  </a:lnTo>
                  <a:lnTo>
                    <a:pt x="2232587" y="3162925"/>
                  </a:lnTo>
                  <a:lnTo>
                    <a:pt x="2232713" y="3162925"/>
                  </a:lnTo>
                  <a:lnTo>
                    <a:pt x="2232839" y="3162925"/>
                  </a:lnTo>
                  <a:lnTo>
                    <a:pt x="2232965" y="3162925"/>
                  </a:lnTo>
                  <a:lnTo>
                    <a:pt x="2233092" y="3162925"/>
                  </a:lnTo>
                  <a:lnTo>
                    <a:pt x="2233218" y="3162925"/>
                  </a:lnTo>
                  <a:lnTo>
                    <a:pt x="2233344" y="3162925"/>
                  </a:lnTo>
                  <a:lnTo>
                    <a:pt x="2233470" y="3162925"/>
                  </a:lnTo>
                  <a:lnTo>
                    <a:pt x="2233597" y="3162925"/>
                  </a:lnTo>
                  <a:lnTo>
                    <a:pt x="2233723" y="3162925"/>
                  </a:lnTo>
                  <a:lnTo>
                    <a:pt x="2233849" y="3162925"/>
                  </a:lnTo>
                  <a:lnTo>
                    <a:pt x="2233975" y="3162925"/>
                  </a:lnTo>
                  <a:lnTo>
                    <a:pt x="2234102" y="3162925"/>
                  </a:lnTo>
                  <a:lnTo>
                    <a:pt x="2234228" y="3162925"/>
                  </a:lnTo>
                  <a:lnTo>
                    <a:pt x="2234354" y="3162925"/>
                  </a:lnTo>
                  <a:lnTo>
                    <a:pt x="2234480" y="3162925"/>
                  </a:lnTo>
                  <a:lnTo>
                    <a:pt x="2234607" y="3162925"/>
                  </a:lnTo>
                  <a:lnTo>
                    <a:pt x="2234733" y="3162925"/>
                  </a:lnTo>
                  <a:lnTo>
                    <a:pt x="2234859" y="3162925"/>
                  </a:lnTo>
                  <a:lnTo>
                    <a:pt x="2234985" y="3162925"/>
                  </a:lnTo>
                  <a:lnTo>
                    <a:pt x="2235112" y="3162925"/>
                  </a:lnTo>
                  <a:lnTo>
                    <a:pt x="2235238" y="3162925"/>
                  </a:lnTo>
                  <a:lnTo>
                    <a:pt x="2235364" y="3162925"/>
                  </a:lnTo>
                  <a:lnTo>
                    <a:pt x="2235490" y="3162925"/>
                  </a:lnTo>
                  <a:lnTo>
                    <a:pt x="2235617" y="3162925"/>
                  </a:lnTo>
                  <a:lnTo>
                    <a:pt x="2235743" y="3162925"/>
                  </a:lnTo>
                  <a:lnTo>
                    <a:pt x="2235869" y="3162925"/>
                  </a:lnTo>
                  <a:lnTo>
                    <a:pt x="2235995" y="3162925"/>
                  </a:lnTo>
                  <a:lnTo>
                    <a:pt x="2236122" y="3162925"/>
                  </a:lnTo>
                  <a:lnTo>
                    <a:pt x="2236248" y="3162925"/>
                  </a:lnTo>
                  <a:lnTo>
                    <a:pt x="2236248" y="3158014"/>
                  </a:lnTo>
                  <a:lnTo>
                    <a:pt x="2236374" y="3158014"/>
                  </a:lnTo>
                  <a:lnTo>
                    <a:pt x="2236500" y="3158014"/>
                  </a:lnTo>
                  <a:lnTo>
                    <a:pt x="2236627" y="3158014"/>
                  </a:lnTo>
                  <a:lnTo>
                    <a:pt x="2236753" y="3158014"/>
                  </a:lnTo>
                  <a:lnTo>
                    <a:pt x="2236879" y="3158014"/>
                  </a:lnTo>
                  <a:lnTo>
                    <a:pt x="2237005" y="3158014"/>
                  </a:lnTo>
                  <a:lnTo>
                    <a:pt x="2237132" y="3158014"/>
                  </a:lnTo>
                  <a:lnTo>
                    <a:pt x="2237132" y="3153102"/>
                  </a:lnTo>
                  <a:lnTo>
                    <a:pt x="2237258" y="3153102"/>
                  </a:lnTo>
                  <a:lnTo>
                    <a:pt x="2237384" y="3153102"/>
                  </a:lnTo>
                  <a:lnTo>
                    <a:pt x="2237511" y="3153102"/>
                  </a:lnTo>
                  <a:lnTo>
                    <a:pt x="2237637" y="3153102"/>
                  </a:lnTo>
                  <a:lnTo>
                    <a:pt x="2237763" y="3153102"/>
                  </a:lnTo>
                  <a:lnTo>
                    <a:pt x="2237889" y="3153102"/>
                  </a:lnTo>
                  <a:lnTo>
                    <a:pt x="2238016" y="3153102"/>
                  </a:lnTo>
                  <a:lnTo>
                    <a:pt x="2238142" y="3153102"/>
                  </a:lnTo>
                  <a:lnTo>
                    <a:pt x="2238268" y="3153102"/>
                  </a:lnTo>
                  <a:lnTo>
                    <a:pt x="2238394" y="3153102"/>
                  </a:lnTo>
                  <a:lnTo>
                    <a:pt x="2238521" y="3153102"/>
                  </a:lnTo>
                  <a:lnTo>
                    <a:pt x="2238647" y="3153102"/>
                  </a:lnTo>
                  <a:lnTo>
                    <a:pt x="2238773" y="3153102"/>
                  </a:lnTo>
                  <a:lnTo>
                    <a:pt x="2238899" y="3153102"/>
                  </a:lnTo>
                  <a:lnTo>
                    <a:pt x="2238899" y="3148191"/>
                  </a:lnTo>
                  <a:lnTo>
                    <a:pt x="2239026" y="3148191"/>
                  </a:lnTo>
                  <a:lnTo>
                    <a:pt x="2239152" y="3148191"/>
                  </a:lnTo>
                  <a:lnTo>
                    <a:pt x="2239278" y="3148191"/>
                  </a:lnTo>
                  <a:lnTo>
                    <a:pt x="2239404" y="3148191"/>
                  </a:lnTo>
                  <a:lnTo>
                    <a:pt x="2239531" y="3148191"/>
                  </a:lnTo>
                  <a:lnTo>
                    <a:pt x="2239657" y="3148191"/>
                  </a:lnTo>
                  <a:lnTo>
                    <a:pt x="2239657" y="3143279"/>
                  </a:lnTo>
                  <a:lnTo>
                    <a:pt x="2239783" y="3143279"/>
                  </a:lnTo>
                  <a:lnTo>
                    <a:pt x="2239909" y="3143279"/>
                  </a:lnTo>
                  <a:lnTo>
                    <a:pt x="2240036" y="3143279"/>
                  </a:lnTo>
                  <a:lnTo>
                    <a:pt x="2240162" y="3143279"/>
                  </a:lnTo>
                  <a:lnTo>
                    <a:pt x="2240288" y="3143279"/>
                  </a:lnTo>
                  <a:lnTo>
                    <a:pt x="2240414" y="3143279"/>
                  </a:lnTo>
                  <a:lnTo>
                    <a:pt x="2240541" y="3143279"/>
                  </a:lnTo>
                  <a:lnTo>
                    <a:pt x="2240667" y="3143279"/>
                  </a:lnTo>
                  <a:lnTo>
                    <a:pt x="2240793" y="3143279"/>
                  </a:lnTo>
                  <a:lnTo>
                    <a:pt x="2240919" y="3143279"/>
                  </a:lnTo>
                  <a:lnTo>
                    <a:pt x="2241046" y="3143279"/>
                  </a:lnTo>
                  <a:lnTo>
                    <a:pt x="2241172" y="3143279"/>
                  </a:lnTo>
                  <a:lnTo>
                    <a:pt x="2241298" y="3143279"/>
                  </a:lnTo>
                  <a:lnTo>
                    <a:pt x="2241424" y="3143279"/>
                  </a:lnTo>
                  <a:lnTo>
                    <a:pt x="2241551" y="3143279"/>
                  </a:lnTo>
                  <a:lnTo>
                    <a:pt x="2241677" y="3143279"/>
                  </a:lnTo>
                  <a:lnTo>
                    <a:pt x="2241677" y="3138368"/>
                  </a:lnTo>
                  <a:lnTo>
                    <a:pt x="2241803" y="3138368"/>
                  </a:lnTo>
                  <a:lnTo>
                    <a:pt x="2241929" y="3138368"/>
                  </a:lnTo>
                  <a:lnTo>
                    <a:pt x="2242056" y="3138368"/>
                  </a:lnTo>
                  <a:lnTo>
                    <a:pt x="2242182" y="3138368"/>
                  </a:lnTo>
                  <a:lnTo>
                    <a:pt x="2242308" y="3138368"/>
                  </a:lnTo>
                  <a:lnTo>
                    <a:pt x="2242435" y="3138368"/>
                  </a:lnTo>
                  <a:lnTo>
                    <a:pt x="2242561" y="3138368"/>
                  </a:lnTo>
                  <a:lnTo>
                    <a:pt x="2242687" y="3138368"/>
                  </a:lnTo>
                  <a:lnTo>
                    <a:pt x="2242813" y="3138368"/>
                  </a:lnTo>
                  <a:lnTo>
                    <a:pt x="2242940" y="3138368"/>
                  </a:lnTo>
                  <a:lnTo>
                    <a:pt x="2243066" y="3138368"/>
                  </a:lnTo>
                  <a:lnTo>
                    <a:pt x="2243192" y="3138368"/>
                  </a:lnTo>
                  <a:lnTo>
                    <a:pt x="2243318" y="3138368"/>
                  </a:lnTo>
                  <a:lnTo>
                    <a:pt x="2243445" y="3138368"/>
                  </a:lnTo>
                  <a:lnTo>
                    <a:pt x="2243571" y="3138368"/>
                  </a:lnTo>
                  <a:lnTo>
                    <a:pt x="2243697" y="3138368"/>
                  </a:lnTo>
                  <a:lnTo>
                    <a:pt x="2243823" y="3138368"/>
                  </a:lnTo>
                  <a:lnTo>
                    <a:pt x="2243950" y="3138368"/>
                  </a:lnTo>
                  <a:lnTo>
                    <a:pt x="2244076" y="3138368"/>
                  </a:lnTo>
                  <a:lnTo>
                    <a:pt x="2244202" y="3138368"/>
                  </a:lnTo>
                  <a:lnTo>
                    <a:pt x="2244328" y="3138368"/>
                  </a:lnTo>
                  <a:lnTo>
                    <a:pt x="2244455" y="3138368"/>
                  </a:lnTo>
                  <a:lnTo>
                    <a:pt x="2244581" y="3138368"/>
                  </a:lnTo>
                  <a:lnTo>
                    <a:pt x="2244707" y="3138368"/>
                  </a:lnTo>
                  <a:lnTo>
                    <a:pt x="2244833" y="3138368"/>
                  </a:lnTo>
                  <a:lnTo>
                    <a:pt x="2244960" y="3138368"/>
                  </a:lnTo>
                  <a:lnTo>
                    <a:pt x="2245086" y="3138368"/>
                  </a:lnTo>
                  <a:lnTo>
                    <a:pt x="2245212" y="3138368"/>
                  </a:lnTo>
                  <a:lnTo>
                    <a:pt x="2245338" y="3138368"/>
                  </a:lnTo>
                  <a:lnTo>
                    <a:pt x="2245465" y="3138368"/>
                  </a:lnTo>
                  <a:lnTo>
                    <a:pt x="2245591" y="3138368"/>
                  </a:lnTo>
                  <a:lnTo>
                    <a:pt x="2245717" y="3138368"/>
                  </a:lnTo>
                  <a:lnTo>
                    <a:pt x="2245843" y="3138368"/>
                  </a:lnTo>
                  <a:lnTo>
                    <a:pt x="2245970" y="3138368"/>
                  </a:lnTo>
                  <a:lnTo>
                    <a:pt x="2246096" y="3138368"/>
                  </a:lnTo>
                  <a:lnTo>
                    <a:pt x="2246222" y="3138368"/>
                  </a:lnTo>
                  <a:lnTo>
                    <a:pt x="2246348" y="3138368"/>
                  </a:lnTo>
                  <a:lnTo>
                    <a:pt x="2246475" y="3138368"/>
                  </a:lnTo>
                  <a:lnTo>
                    <a:pt x="2246601" y="3138368"/>
                  </a:lnTo>
                  <a:lnTo>
                    <a:pt x="2246727" y="3138368"/>
                  </a:lnTo>
                  <a:lnTo>
                    <a:pt x="2246853" y="3138368"/>
                  </a:lnTo>
                  <a:lnTo>
                    <a:pt x="2246980" y="3138368"/>
                  </a:lnTo>
                  <a:lnTo>
                    <a:pt x="2247106" y="3138368"/>
                  </a:lnTo>
                  <a:lnTo>
                    <a:pt x="2247232" y="3138368"/>
                  </a:lnTo>
                  <a:lnTo>
                    <a:pt x="2247358" y="3138368"/>
                  </a:lnTo>
                  <a:lnTo>
                    <a:pt x="2247485" y="3138368"/>
                  </a:lnTo>
                  <a:lnTo>
                    <a:pt x="2247611" y="3138368"/>
                  </a:lnTo>
                  <a:lnTo>
                    <a:pt x="2247737" y="3138368"/>
                  </a:lnTo>
                  <a:lnTo>
                    <a:pt x="2247864" y="3138368"/>
                  </a:lnTo>
                  <a:lnTo>
                    <a:pt x="2247990" y="3138368"/>
                  </a:lnTo>
                  <a:lnTo>
                    <a:pt x="2248116" y="3138368"/>
                  </a:lnTo>
                  <a:lnTo>
                    <a:pt x="2248242" y="3138368"/>
                  </a:lnTo>
                  <a:lnTo>
                    <a:pt x="2248369" y="3138368"/>
                  </a:lnTo>
                  <a:lnTo>
                    <a:pt x="2248495" y="3138368"/>
                  </a:lnTo>
                  <a:lnTo>
                    <a:pt x="2248495" y="3133457"/>
                  </a:lnTo>
                  <a:lnTo>
                    <a:pt x="2248621" y="3133457"/>
                  </a:lnTo>
                  <a:lnTo>
                    <a:pt x="2248747" y="3133457"/>
                  </a:lnTo>
                  <a:lnTo>
                    <a:pt x="2248874" y="3133457"/>
                  </a:lnTo>
                  <a:lnTo>
                    <a:pt x="2249000" y="3133457"/>
                  </a:lnTo>
                  <a:lnTo>
                    <a:pt x="2249126" y="3133457"/>
                  </a:lnTo>
                  <a:lnTo>
                    <a:pt x="2249252" y="3133457"/>
                  </a:lnTo>
                  <a:lnTo>
                    <a:pt x="2249379" y="3133457"/>
                  </a:lnTo>
                  <a:lnTo>
                    <a:pt x="2249505" y="3133457"/>
                  </a:lnTo>
                  <a:lnTo>
                    <a:pt x="2249631" y="3133457"/>
                  </a:lnTo>
                  <a:lnTo>
                    <a:pt x="2249757" y="3133457"/>
                  </a:lnTo>
                  <a:lnTo>
                    <a:pt x="2249884" y="3133457"/>
                  </a:lnTo>
                  <a:lnTo>
                    <a:pt x="2250010" y="3133457"/>
                  </a:lnTo>
                  <a:lnTo>
                    <a:pt x="2250136" y="3133457"/>
                  </a:lnTo>
                  <a:lnTo>
                    <a:pt x="2250262" y="3133457"/>
                  </a:lnTo>
                  <a:lnTo>
                    <a:pt x="2250389" y="3133457"/>
                  </a:lnTo>
                  <a:lnTo>
                    <a:pt x="2250515" y="3133457"/>
                  </a:lnTo>
                  <a:lnTo>
                    <a:pt x="2250641" y="3133457"/>
                  </a:lnTo>
                  <a:lnTo>
                    <a:pt x="2250767" y="3133457"/>
                  </a:lnTo>
                  <a:lnTo>
                    <a:pt x="2250894" y="3133457"/>
                  </a:lnTo>
                  <a:lnTo>
                    <a:pt x="2251020" y="3133457"/>
                  </a:lnTo>
                  <a:lnTo>
                    <a:pt x="2251146" y="3133457"/>
                  </a:lnTo>
                  <a:lnTo>
                    <a:pt x="2251272" y="3133457"/>
                  </a:lnTo>
                  <a:lnTo>
                    <a:pt x="2251399" y="3133457"/>
                  </a:lnTo>
                  <a:lnTo>
                    <a:pt x="2251525" y="3133457"/>
                  </a:lnTo>
                  <a:lnTo>
                    <a:pt x="2251651" y="3133457"/>
                  </a:lnTo>
                  <a:lnTo>
                    <a:pt x="2251777" y="3133457"/>
                  </a:lnTo>
                  <a:lnTo>
                    <a:pt x="2251904" y="3133457"/>
                  </a:lnTo>
                  <a:lnTo>
                    <a:pt x="2252030" y="3133457"/>
                  </a:lnTo>
                  <a:lnTo>
                    <a:pt x="2252156" y="3133457"/>
                  </a:lnTo>
                  <a:lnTo>
                    <a:pt x="2252282" y="3133457"/>
                  </a:lnTo>
                  <a:lnTo>
                    <a:pt x="2252409" y="3133457"/>
                  </a:lnTo>
                  <a:lnTo>
                    <a:pt x="2252535" y="3133457"/>
                  </a:lnTo>
                  <a:lnTo>
                    <a:pt x="2252661" y="3133457"/>
                  </a:lnTo>
                  <a:lnTo>
                    <a:pt x="2252788" y="3133457"/>
                  </a:lnTo>
                  <a:lnTo>
                    <a:pt x="2252914" y="3133457"/>
                  </a:lnTo>
                  <a:lnTo>
                    <a:pt x="2253040" y="3133457"/>
                  </a:lnTo>
                  <a:lnTo>
                    <a:pt x="2253166" y="3133457"/>
                  </a:lnTo>
                  <a:lnTo>
                    <a:pt x="2253293" y="3133457"/>
                  </a:lnTo>
                  <a:lnTo>
                    <a:pt x="2253419" y="3133457"/>
                  </a:lnTo>
                  <a:lnTo>
                    <a:pt x="2253545" y="3133457"/>
                  </a:lnTo>
                  <a:lnTo>
                    <a:pt x="2253671" y="3133457"/>
                  </a:lnTo>
                  <a:lnTo>
                    <a:pt x="2253798" y="3133457"/>
                  </a:lnTo>
                  <a:lnTo>
                    <a:pt x="2253924" y="3133457"/>
                  </a:lnTo>
                  <a:lnTo>
                    <a:pt x="2254050" y="3133457"/>
                  </a:lnTo>
                  <a:lnTo>
                    <a:pt x="2254176" y="3133457"/>
                  </a:lnTo>
                  <a:lnTo>
                    <a:pt x="2254303" y="3133457"/>
                  </a:lnTo>
                  <a:lnTo>
                    <a:pt x="2254429" y="3133457"/>
                  </a:lnTo>
                  <a:lnTo>
                    <a:pt x="2254429" y="3128545"/>
                  </a:lnTo>
                  <a:lnTo>
                    <a:pt x="2254555" y="3128545"/>
                  </a:lnTo>
                  <a:lnTo>
                    <a:pt x="2254681" y="3128545"/>
                  </a:lnTo>
                  <a:lnTo>
                    <a:pt x="2254808" y="3128545"/>
                  </a:lnTo>
                  <a:lnTo>
                    <a:pt x="2254934" y="3128545"/>
                  </a:lnTo>
                  <a:lnTo>
                    <a:pt x="2255060" y="3128545"/>
                  </a:lnTo>
                  <a:lnTo>
                    <a:pt x="2255186" y="3128545"/>
                  </a:lnTo>
                  <a:lnTo>
                    <a:pt x="2255313" y="3128545"/>
                  </a:lnTo>
                  <a:lnTo>
                    <a:pt x="2255439" y="3128545"/>
                  </a:lnTo>
                  <a:lnTo>
                    <a:pt x="2255565" y="3128545"/>
                  </a:lnTo>
                  <a:lnTo>
                    <a:pt x="2255691" y="3128545"/>
                  </a:lnTo>
                  <a:lnTo>
                    <a:pt x="2255818" y="3128545"/>
                  </a:lnTo>
                  <a:lnTo>
                    <a:pt x="2255944" y="3128545"/>
                  </a:lnTo>
                  <a:lnTo>
                    <a:pt x="2256070" y="3128545"/>
                  </a:lnTo>
                  <a:lnTo>
                    <a:pt x="2256196" y="3128545"/>
                  </a:lnTo>
                  <a:lnTo>
                    <a:pt x="2256323" y="3128545"/>
                  </a:lnTo>
                  <a:lnTo>
                    <a:pt x="2256449" y="3128545"/>
                  </a:lnTo>
                  <a:lnTo>
                    <a:pt x="2256575" y="3128545"/>
                  </a:lnTo>
                  <a:lnTo>
                    <a:pt x="2256701" y="3128545"/>
                  </a:lnTo>
                  <a:lnTo>
                    <a:pt x="2256828" y="3128545"/>
                  </a:lnTo>
                  <a:lnTo>
                    <a:pt x="2256954" y="3128545"/>
                  </a:lnTo>
                  <a:lnTo>
                    <a:pt x="2257080" y="3128545"/>
                  </a:lnTo>
                  <a:lnTo>
                    <a:pt x="2257206" y="3128545"/>
                  </a:lnTo>
                  <a:lnTo>
                    <a:pt x="2257333" y="3128545"/>
                  </a:lnTo>
                  <a:lnTo>
                    <a:pt x="2257459" y="3128545"/>
                  </a:lnTo>
                  <a:lnTo>
                    <a:pt x="2257585" y="3128545"/>
                  </a:lnTo>
                  <a:lnTo>
                    <a:pt x="2257712" y="3128545"/>
                  </a:lnTo>
                  <a:lnTo>
                    <a:pt x="2257838" y="3128545"/>
                  </a:lnTo>
                  <a:lnTo>
                    <a:pt x="2257964" y="3128545"/>
                  </a:lnTo>
                  <a:lnTo>
                    <a:pt x="2258090" y="3128545"/>
                  </a:lnTo>
                  <a:lnTo>
                    <a:pt x="2258217" y="3128545"/>
                  </a:lnTo>
                  <a:lnTo>
                    <a:pt x="2258343" y="3128545"/>
                  </a:lnTo>
                  <a:lnTo>
                    <a:pt x="2258469" y="3128545"/>
                  </a:lnTo>
                  <a:lnTo>
                    <a:pt x="2258595" y="3128545"/>
                  </a:lnTo>
                  <a:lnTo>
                    <a:pt x="2258722" y="3128545"/>
                  </a:lnTo>
                  <a:lnTo>
                    <a:pt x="2258848" y="3128545"/>
                  </a:lnTo>
                  <a:lnTo>
                    <a:pt x="2258974" y="3128545"/>
                  </a:lnTo>
                  <a:lnTo>
                    <a:pt x="2259100" y="3128545"/>
                  </a:lnTo>
                  <a:lnTo>
                    <a:pt x="2259227" y="3128545"/>
                  </a:lnTo>
                  <a:lnTo>
                    <a:pt x="2259353" y="3128545"/>
                  </a:lnTo>
                  <a:lnTo>
                    <a:pt x="2259479" y="3128545"/>
                  </a:lnTo>
                  <a:lnTo>
                    <a:pt x="2259605" y="3128545"/>
                  </a:lnTo>
                  <a:lnTo>
                    <a:pt x="2259732" y="3128545"/>
                  </a:lnTo>
                  <a:lnTo>
                    <a:pt x="2259858" y="3128545"/>
                  </a:lnTo>
                  <a:lnTo>
                    <a:pt x="2259984" y="3128545"/>
                  </a:lnTo>
                  <a:lnTo>
                    <a:pt x="2260110" y="3128545"/>
                  </a:lnTo>
                  <a:lnTo>
                    <a:pt x="2260237" y="3128545"/>
                  </a:lnTo>
                  <a:lnTo>
                    <a:pt x="2260363" y="3128545"/>
                  </a:lnTo>
                  <a:lnTo>
                    <a:pt x="2260363" y="3123634"/>
                  </a:lnTo>
                  <a:lnTo>
                    <a:pt x="2260489" y="3123634"/>
                  </a:lnTo>
                  <a:lnTo>
                    <a:pt x="2260615" y="3123634"/>
                  </a:lnTo>
                  <a:lnTo>
                    <a:pt x="2260615" y="3118723"/>
                  </a:lnTo>
                  <a:lnTo>
                    <a:pt x="2260742" y="3118723"/>
                  </a:lnTo>
                  <a:lnTo>
                    <a:pt x="2260868" y="3118723"/>
                  </a:lnTo>
                  <a:lnTo>
                    <a:pt x="2260994" y="3118723"/>
                  </a:lnTo>
                  <a:lnTo>
                    <a:pt x="2261120" y="3118723"/>
                  </a:lnTo>
                  <a:lnTo>
                    <a:pt x="2261247" y="3118723"/>
                  </a:lnTo>
                  <a:lnTo>
                    <a:pt x="2261373" y="3118723"/>
                  </a:lnTo>
                  <a:lnTo>
                    <a:pt x="2261499" y="3118723"/>
                  </a:lnTo>
                  <a:lnTo>
                    <a:pt x="2261625" y="3118723"/>
                  </a:lnTo>
                  <a:lnTo>
                    <a:pt x="2261752" y="3118723"/>
                  </a:lnTo>
                  <a:lnTo>
                    <a:pt x="2261878" y="3118723"/>
                  </a:lnTo>
                  <a:lnTo>
                    <a:pt x="2262004" y="3118723"/>
                  </a:lnTo>
                  <a:lnTo>
                    <a:pt x="2262130" y="3118723"/>
                  </a:lnTo>
                  <a:lnTo>
                    <a:pt x="2262257" y="3118723"/>
                  </a:lnTo>
                  <a:lnTo>
                    <a:pt x="2262383" y="3118723"/>
                  </a:lnTo>
                  <a:lnTo>
                    <a:pt x="2262509" y="3118723"/>
                  </a:lnTo>
                  <a:lnTo>
                    <a:pt x="2262635" y="3118723"/>
                  </a:lnTo>
                  <a:lnTo>
                    <a:pt x="2262762" y="3118723"/>
                  </a:lnTo>
                  <a:lnTo>
                    <a:pt x="2262888" y="3118723"/>
                  </a:lnTo>
                  <a:lnTo>
                    <a:pt x="2263014" y="3118723"/>
                  </a:lnTo>
                  <a:lnTo>
                    <a:pt x="2263141" y="3118723"/>
                  </a:lnTo>
                  <a:lnTo>
                    <a:pt x="2263267" y="3118723"/>
                  </a:lnTo>
                  <a:lnTo>
                    <a:pt x="2263393" y="3118723"/>
                  </a:lnTo>
                  <a:lnTo>
                    <a:pt x="2263519" y="3118723"/>
                  </a:lnTo>
                  <a:lnTo>
                    <a:pt x="2263646" y="3118723"/>
                  </a:lnTo>
                  <a:lnTo>
                    <a:pt x="2263772" y="3118723"/>
                  </a:lnTo>
                  <a:lnTo>
                    <a:pt x="2263898" y="3118723"/>
                  </a:lnTo>
                  <a:lnTo>
                    <a:pt x="2264024" y="3118723"/>
                  </a:lnTo>
                  <a:lnTo>
                    <a:pt x="2264151" y="3118723"/>
                  </a:lnTo>
                  <a:lnTo>
                    <a:pt x="2264277" y="3118723"/>
                  </a:lnTo>
                  <a:lnTo>
                    <a:pt x="2264403" y="3118723"/>
                  </a:lnTo>
                  <a:lnTo>
                    <a:pt x="2264529" y="3118723"/>
                  </a:lnTo>
                  <a:lnTo>
                    <a:pt x="2264656" y="3118723"/>
                  </a:lnTo>
                  <a:lnTo>
                    <a:pt x="2264782" y="3118723"/>
                  </a:lnTo>
                  <a:lnTo>
                    <a:pt x="2264908" y="3118723"/>
                  </a:lnTo>
                  <a:lnTo>
                    <a:pt x="2265034" y="3118723"/>
                  </a:lnTo>
                  <a:lnTo>
                    <a:pt x="2265161" y="3118723"/>
                  </a:lnTo>
                  <a:lnTo>
                    <a:pt x="2265287" y="3118723"/>
                  </a:lnTo>
                  <a:lnTo>
                    <a:pt x="2265413" y="3118723"/>
                  </a:lnTo>
                  <a:lnTo>
                    <a:pt x="2265539" y="3118723"/>
                  </a:lnTo>
                  <a:lnTo>
                    <a:pt x="2265666" y="3118723"/>
                  </a:lnTo>
                  <a:lnTo>
                    <a:pt x="2265792" y="3118723"/>
                  </a:lnTo>
                  <a:lnTo>
                    <a:pt x="2265918" y="3118723"/>
                  </a:lnTo>
                  <a:lnTo>
                    <a:pt x="2266044" y="3118723"/>
                  </a:lnTo>
                  <a:lnTo>
                    <a:pt x="2266171" y="3118723"/>
                  </a:lnTo>
                  <a:lnTo>
                    <a:pt x="2266297" y="3118723"/>
                  </a:lnTo>
                  <a:lnTo>
                    <a:pt x="2266423" y="3118723"/>
                  </a:lnTo>
                  <a:lnTo>
                    <a:pt x="2266549" y="3118723"/>
                  </a:lnTo>
                  <a:lnTo>
                    <a:pt x="2266676" y="3118723"/>
                  </a:lnTo>
                  <a:lnTo>
                    <a:pt x="2266802" y="3118723"/>
                  </a:lnTo>
                  <a:lnTo>
                    <a:pt x="2266928" y="3118723"/>
                  </a:lnTo>
                  <a:lnTo>
                    <a:pt x="2267054" y="3118723"/>
                  </a:lnTo>
                  <a:lnTo>
                    <a:pt x="2267181" y="3118723"/>
                  </a:lnTo>
                  <a:lnTo>
                    <a:pt x="2267307" y="3118723"/>
                  </a:lnTo>
                  <a:lnTo>
                    <a:pt x="2267433" y="3118723"/>
                  </a:lnTo>
                  <a:lnTo>
                    <a:pt x="2267559" y="3118723"/>
                  </a:lnTo>
                  <a:lnTo>
                    <a:pt x="2267686" y="3118723"/>
                  </a:lnTo>
                  <a:lnTo>
                    <a:pt x="2267812" y="3118723"/>
                  </a:lnTo>
                  <a:lnTo>
                    <a:pt x="2267938" y="3118723"/>
                  </a:lnTo>
                  <a:lnTo>
                    <a:pt x="2268065" y="3118723"/>
                  </a:lnTo>
                  <a:lnTo>
                    <a:pt x="2268191" y="3118723"/>
                  </a:lnTo>
                  <a:lnTo>
                    <a:pt x="2268317" y="3118723"/>
                  </a:lnTo>
                  <a:lnTo>
                    <a:pt x="2268443" y="3118723"/>
                  </a:lnTo>
                  <a:lnTo>
                    <a:pt x="2268570" y="3118723"/>
                  </a:lnTo>
                  <a:lnTo>
                    <a:pt x="2268696" y="3118723"/>
                  </a:lnTo>
                  <a:lnTo>
                    <a:pt x="2268822" y="3118723"/>
                  </a:lnTo>
                  <a:lnTo>
                    <a:pt x="2268948" y="3118723"/>
                  </a:lnTo>
                  <a:lnTo>
                    <a:pt x="2269075" y="3118723"/>
                  </a:lnTo>
                  <a:lnTo>
                    <a:pt x="2269201" y="3118723"/>
                  </a:lnTo>
                  <a:lnTo>
                    <a:pt x="2269327" y="3118723"/>
                  </a:lnTo>
                  <a:lnTo>
                    <a:pt x="2269453" y="3118723"/>
                  </a:lnTo>
                  <a:lnTo>
                    <a:pt x="2269580" y="3118723"/>
                  </a:lnTo>
                  <a:lnTo>
                    <a:pt x="2269706" y="3118723"/>
                  </a:lnTo>
                  <a:lnTo>
                    <a:pt x="2269832" y="3118723"/>
                  </a:lnTo>
                  <a:lnTo>
                    <a:pt x="2269958" y="3118723"/>
                  </a:lnTo>
                  <a:lnTo>
                    <a:pt x="2269958" y="3113811"/>
                  </a:lnTo>
                  <a:lnTo>
                    <a:pt x="2270085" y="3113811"/>
                  </a:lnTo>
                  <a:lnTo>
                    <a:pt x="2270211" y="3113811"/>
                  </a:lnTo>
                  <a:lnTo>
                    <a:pt x="2270337" y="3113811"/>
                  </a:lnTo>
                  <a:lnTo>
                    <a:pt x="2270463" y="3113811"/>
                  </a:lnTo>
                  <a:lnTo>
                    <a:pt x="2270590" y="3113811"/>
                  </a:lnTo>
                  <a:lnTo>
                    <a:pt x="2270716" y="3113811"/>
                  </a:lnTo>
                  <a:lnTo>
                    <a:pt x="2270842" y="3113811"/>
                  </a:lnTo>
                  <a:lnTo>
                    <a:pt x="2270968" y="3113811"/>
                  </a:lnTo>
                  <a:lnTo>
                    <a:pt x="2271095" y="3113811"/>
                  </a:lnTo>
                  <a:lnTo>
                    <a:pt x="2271221" y="3113811"/>
                  </a:lnTo>
                  <a:lnTo>
                    <a:pt x="2271347" y="3113811"/>
                  </a:lnTo>
                  <a:lnTo>
                    <a:pt x="2271473" y="3113811"/>
                  </a:lnTo>
                  <a:lnTo>
                    <a:pt x="2271600" y="3113811"/>
                  </a:lnTo>
                  <a:lnTo>
                    <a:pt x="2271726" y="3113811"/>
                  </a:lnTo>
                  <a:lnTo>
                    <a:pt x="2271852" y="3113811"/>
                  </a:lnTo>
                  <a:lnTo>
                    <a:pt x="2271978" y="3113811"/>
                  </a:lnTo>
                  <a:lnTo>
                    <a:pt x="2272105" y="3113811"/>
                  </a:lnTo>
                  <a:lnTo>
                    <a:pt x="2272231" y="3113811"/>
                  </a:lnTo>
                  <a:lnTo>
                    <a:pt x="2272357" y="3113811"/>
                  </a:lnTo>
                  <a:lnTo>
                    <a:pt x="2272483" y="3113811"/>
                  </a:lnTo>
                  <a:lnTo>
                    <a:pt x="2272610" y="3113811"/>
                  </a:lnTo>
                  <a:lnTo>
                    <a:pt x="2272736" y="3113811"/>
                  </a:lnTo>
                  <a:lnTo>
                    <a:pt x="2272862" y="3113811"/>
                  </a:lnTo>
                  <a:lnTo>
                    <a:pt x="2272988" y="3113811"/>
                  </a:lnTo>
                  <a:lnTo>
                    <a:pt x="2273115" y="3113811"/>
                  </a:lnTo>
                  <a:lnTo>
                    <a:pt x="2273115" y="3108900"/>
                  </a:lnTo>
                  <a:lnTo>
                    <a:pt x="2273241" y="3108900"/>
                  </a:lnTo>
                  <a:lnTo>
                    <a:pt x="2273367" y="3108900"/>
                  </a:lnTo>
                  <a:lnTo>
                    <a:pt x="2273494" y="3108900"/>
                  </a:lnTo>
                  <a:lnTo>
                    <a:pt x="2273620" y="3108900"/>
                  </a:lnTo>
                  <a:lnTo>
                    <a:pt x="2273746" y="3108900"/>
                  </a:lnTo>
                  <a:lnTo>
                    <a:pt x="2273872" y="3108900"/>
                  </a:lnTo>
                  <a:lnTo>
                    <a:pt x="2273999" y="3108900"/>
                  </a:lnTo>
                  <a:lnTo>
                    <a:pt x="2273999" y="3103988"/>
                  </a:lnTo>
                  <a:lnTo>
                    <a:pt x="2274125" y="3103988"/>
                  </a:lnTo>
                  <a:lnTo>
                    <a:pt x="2274251" y="3103988"/>
                  </a:lnTo>
                  <a:lnTo>
                    <a:pt x="2274377" y="3103988"/>
                  </a:lnTo>
                  <a:lnTo>
                    <a:pt x="2274504" y="3103988"/>
                  </a:lnTo>
                  <a:lnTo>
                    <a:pt x="2274630" y="3103988"/>
                  </a:lnTo>
                  <a:lnTo>
                    <a:pt x="2274756" y="3103988"/>
                  </a:lnTo>
                  <a:lnTo>
                    <a:pt x="2274882" y="3103988"/>
                  </a:lnTo>
                  <a:lnTo>
                    <a:pt x="2275009" y="3103988"/>
                  </a:lnTo>
                  <a:lnTo>
                    <a:pt x="2275135" y="3103988"/>
                  </a:lnTo>
                  <a:lnTo>
                    <a:pt x="2275261" y="3103988"/>
                  </a:lnTo>
                  <a:lnTo>
                    <a:pt x="2275387" y="3103988"/>
                  </a:lnTo>
                  <a:lnTo>
                    <a:pt x="2275514" y="3103988"/>
                  </a:lnTo>
                  <a:lnTo>
                    <a:pt x="2275640" y="3103988"/>
                  </a:lnTo>
                  <a:lnTo>
                    <a:pt x="2275766" y="3103988"/>
                  </a:lnTo>
                  <a:lnTo>
                    <a:pt x="2275892" y="3103988"/>
                  </a:lnTo>
                  <a:lnTo>
                    <a:pt x="2276019" y="3103988"/>
                  </a:lnTo>
                  <a:lnTo>
                    <a:pt x="2276145" y="3103988"/>
                  </a:lnTo>
                  <a:lnTo>
                    <a:pt x="2276271" y="3103988"/>
                  </a:lnTo>
                  <a:lnTo>
                    <a:pt x="2276397" y="3103988"/>
                  </a:lnTo>
                  <a:lnTo>
                    <a:pt x="2276524" y="3103988"/>
                  </a:lnTo>
                  <a:lnTo>
                    <a:pt x="2276650" y="3103988"/>
                  </a:lnTo>
                  <a:lnTo>
                    <a:pt x="2276776" y="3103988"/>
                  </a:lnTo>
                  <a:lnTo>
                    <a:pt x="2276902" y="3103988"/>
                  </a:lnTo>
                  <a:lnTo>
                    <a:pt x="2277029" y="3103988"/>
                  </a:lnTo>
                  <a:lnTo>
                    <a:pt x="2277155" y="3103988"/>
                  </a:lnTo>
                  <a:lnTo>
                    <a:pt x="2277281" y="3103988"/>
                  </a:lnTo>
                  <a:lnTo>
                    <a:pt x="2277407" y="3103988"/>
                  </a:lnTo>
                  <a:lnTo>
                    <a:pt x="2277534" y="3103988"/>
                  </a:lnTo>
                  <a:lnTo>
                    <a:pt x="2277660" y="3103988"/>
                  </a:lnTo>
                  <a:lnTo>
                    <a:pt x="2277786" y="3103988"/>
                  </a:lnTo>
                  <a:lnTo>
                    <a:pt x="2277912" y="3103988"/>
                  </a:lnTo>
                  <a:lnTo>
                    <a:pt x="2278039" y="3103988"/>
                  </a:lnTo>
                  <a:lnTo>
                    <a:pt x="2278165" y="3103988"/>
                  </a:lnTo>
                  <a:lnTo>
                    <a:pt x="2278165" y="3099077"/>
                  </a:lnTo>
                  <a:lnTo>
                    <a:pt x="2278291" y="3099077"/>
                  </a:lnTo>
                  <a:lnTo>
                    <a:pt x="2278418" y="3099077"/>
                  </a:lnTo>
                  <a:lnTo>
                    <a:pt x="2278544" y="3099077"/>
                  </a:lnTo>
                  <a:lnTo>
                    <a:pt x="2278670" y="3099077"/>
                  </a:lnTo>
                  <a:lnTo>
                    <a:pt x="2278796" y="3099077"/>
                  </a:lnTo>
                  <a:lnTo>
                    <a:pt x="2278923" y="3099077"/>
                  </a:lnTo>
                  <a:lnTo>
                    <a:pt x="2279049" y="3099077"/>
                  </a:lnTo>
                  <a:lnTo>
                    <a:pt x="2279175" y="3099077"/>
                  </a:lnTo>
                  <a:lnTo>
                    <a:pt x="2279301" y="3099077"/>
                  </a:lnTo>
                  <a:lnTo>
                    <a:pt x="2279428" y="3099077"/>
                  </a:lnTo>
                  <a:lnTo>
                    <a:pt x="2279554" y="3099077"/>
                  </a:lnTo>
                  <a:lnTo>
                    <a:pt x="2279680" y="3099077"/>
                  </a:lnTo>
                  <a:lnTo>
                    <a:pt x="2279806" y="3099077"/>
                  </a:lnTo>
                  <a:lnTo>
                    <a:pt x="2279933" y="3099077"/>
                  </a:lnTo>
                  <a:lnTo>
                    <a:pt x="2280059" y="3099077"/>
                  </a:lnTo>
                  <a:lnTo>
                    <a:pt x="2280185" y="3099077"/>
                  </a:lnTo>
                  <a:lnTo>
                    <a:pt x="2280311" y="3099077"/>
                  </a:lnTo>
                  <a:lnTo>
                    <a:pt x="2280438" y="3099077"/>
                  </a:lnTo>
                  <a:lnTo>
                    <a:pt x="2280564" y="3099077"/>
                  </a:lnTo>
                  <a:lnTo>
                    <a:pt x="2280690" y="3099077"/>
                  </a:lnTo>
                  <a:lnTo>
                    <a:pt x="2280690" y="3094166"/>
                  </a:lnTo>
                  <a:lnTo>
                    <a:pt x="2280816" y="3094166"/>
                  </a:lnTo>
                  <a:lnTo>
                    <a:pt x="2280943" y="3094166"/>
                  </a:lnTo>
                  <a:lnTo>
                    <a:pt x="2281069" y="3094166"/>
                  </a:lnTo>
                  <a:lnTo>
                    <a:pt x="2281195" y="3094166"/>
                  </a:lnTo>
                  <a:lnTo>
                    <a:pt x="2281321" y="3094166"/>
                  </a:lnTo>
                  <a:lnTo>
                    <a:pt x="2281448" y="3094166"/>
                  </a:lnTo>
                  <a:lnTo>
                    <a:pt x="2281574" y="3094166"/>
                  </a:lnTo>
                  <a:lnTo>
                    <a:pt x="2281700" y="3094166"/>
                  </a:lnTo>
                  <a:lnTo>
                    <a:pt x="2281826" y="3094166"/>
                  </a:lnTo>
                  <a:lnTo>
                    <a:pt x="2281953" y="3094166"/>
                  </a:lnTo>
                  <a:lnTo>
                    <a:pt x="2282079" y="3094166"/>
                  </a:lnTo>
                  <a:lnTo>
                    <a:pt x="2282205" y="3094166"/>
                  </a:lnTo>
                  <a:lnTo>
                    <a:pt x="2282331" y="3094166"/>
                  </a:lnTo>
                  <a:lnTo>
                    <a:pt x="2282458" y="3094166"/>
                  </a:lnTo>
                  <a:lnTo>
                    <a:pt x="2282584" y="3094166"/>
                  </a:lnTo>
                  <a:lnTo>
                    <a:pt x="2282710" y="3094166"/>
                  </a:lnTo>
                  <a:lnTo>
                    <a:pt x="2282836" y="3094166"/>
                  </a:lnTo>
                  <a:lnTo>
                    <a:pt x="2282963" y="3094166"/>
                  </a:lnTo>
                  <a:lnTo>
                    <a:pt x="2283089" y="3094166"/>
                  </a:lnTo>
                  <a:lnTo>
                    <a:pt x="2283215" y="3094166"/>
                  </a:lnTo>
                  <a:lnTo>
                    <a:pt x="2283341" y="3094166"/>
                  </a:lnTo>
                  <a:lnTo>
                    <a:pt x="2283468" y="3094166"/>
                  </a:lnTo>
                  <a:lnTo>
                    <a:pt x="2283594" y="3094166"/>
                  </a:lnTo>
                  <a:lnTo>
                    <a:pt x="2283720" y="3094166"/>
                  </a:lnTo>
                  <a:lnTo>
                    <a:pt x="2283847" y="3094166"/>
                  </a:lnTo>
                  <a:lnTo>
                    <a:pt x="2283973" y="3094166"/>
                  </a:lnTo>
                  <a:lnTo>
                    <a:pt x="2284099" y="3094166"/>
                  </a:lnTo>
                  <a:lnTo>
                    <a:pt x="2284225" y="3094166"/>
                  </a:lnTo>
                  <a:lnTo>
                    <a:pt x="2284225" y="3089254"/>
                  </a:lnTo>
                  <a:lnTo>
                    <a:pt x="2284352" y="3089254"/>
                  </a:lnTo>
                  <a:lnTo>
                    <a:pt x="2284478" y="3089254"/>
                  </a:lnTo>
                  <a:lnTo>
                    <a:pt x="2284478" y="3084343"/>
                  </a:lnTo>
                  <a:lnTo>
                    <a:pt x="2284604" y="3084343"/>
                  </a:lnTo>
                  <a:lnTo>
                    <a:pt x="2284730" y="3084343"/>
                  </a:lnTo>
                  <a:lnTo>
                    <a:pt x="2284857" y="3084343"/>
                  </a:lnTo>
                  <a:lnTo>
                    <a:pt x="2284983" y="3084343"/>
                  </a:lnTo>
                  <a:lnTo>
                    <a:pt x="2285109" y="3084343"/>
                  </a:lnTo>
                  <a:lnTo>
                    <a:pt x="2285109" y="3079432"/>
                  </a:lnTo>
                  <a:lnTo>
                    <a:pt x="2285235" y="3079432"/>
                  </a:lnTo>
                  <a:lnTo>
                    <a:pt x="2285362" y="3079432"/>
                  </a:lnTo>
                  <a:lnTo>
                    <a:pt x="2285488" y="3079432"/>
                  </a:lnTo>
                  <a:lnTo>
                    <a:pt x="2285614" y="3079432"/>
                  </a:lnTo>
                  <a:lnTo>
                    <a:pt x="2285740" y="3079432"/>
                  </a:lnTo>
                  <a:lnTo>
                    <a:pt x="2285867" y="3079432"/>
                  </a:lnTo>
                  <a:lnTo>
                    <a:pt x="2285993" y="3079432"/>
                  </a:lnTo>
                  <a:lnTo>
                    <a:pt x="2286119" y="3079432"/>
                  </a:lnTo>
                  <a:lnTo>
                    <a:pt x="2286245" y="3079432"/>
                  </a:lnTo>
                  <a:lnTo>
                    <a:pt x="2286372" y="3079432"/>
                  </a:lnTo>
                  <a:lnTo>
                    <a:pt x="2286372" y="3074520"/>
                  </a:lnTo>
                  <a:lnTo>
                    <a:pt x="2286498" y="3074520"/>
                  </a:lnTo>
                  <a:lnTo>
                    <a:pt x="2286624" y="3074520"/>
                  </a:lnTo>
                  <a:lnTo>
                    <a:pt x="2286750" y="3074520"/>
                  </a:lnTo>
                  <a:lnTo>
                    <a:pt x="2286877" y="3074520"/>
                  </a:lnTo>
                  <a:lnTo>
                    <a:pt x="2287003" y="3074520"/>
                  </a:lnTo>
                  <a:lnTo>
                    <a:pt x="2287129" y="3074520"/>
                  </a:lnTo>
                  <a:lnTo>
                    <a:pt x="2287255" y="3074520"/>
                  </a:lnTo>
                  <a:lnTo>
                    <a:pt x="2287382" y="3074520"/>
                  </a:lnTo>
                  <a:lnTo>
                    <a:pt x="2287508" y="3074520"/>
                  </a:lnTo>
                  <a:lnTo>
                    <a:pt x="2287634" y="3074520"/>
                  </a:lnTo>
                  <a:lnTo>
                    <a:pt x="2287760" y="3074520"/>
                  </a:lnTo>
                  <a:lnTo>
                    <a:pt x="2287887" y="3074520"/>
                  </a:lnTo>
                  <a:lnTo>
                    <a:pt x="2288013" y="3074520"/>
                  </a:lnTo>
                  <a:lnTo>
                    <a:pt x="2288139" y="3074520"/>
                  </a:lnTo>
                  <a:lnTo>
                    <a:pt x="2288265" y="3074520"/>
                  </a:lnTo>
                  <a:lnTo>
                    <a:pt x="2288392" y="3074520"/>
                  </a:lnTo>
                  <a:lnTo>
                    <a:pt x="2288518" y="3074520"/>
                  </a:lnTo>
                  <a:lnTo>
                    <a:pt x="2288644" y="3074520"/>
                  </a:lnTo>
                  <a:lnTo>
                    <a:pt x="2288771" y="3074520"/>
                  </a:lnTo>
                  <a:lnTo>
                    <a:pt x="2288897" y="3074520"/>
                  </a:lnTo>
                  <a:lnTo>
                    <a:pt x="2289023" y="3074520"/>
                  </a:lnTo>
                  <a:lnTo>
                    <a:pt x="2289149" y="3074520"/>
                  </a:lnTo>
                  <a:lnTo>
                    <a:pt x="2289276" y="3074520"/>
                  </a:lnTo>
                  <a:lnTo>
                    <a:pt x="2289402" y="3074520"/>
                  </a:lnTo>
                  <a:lnTo>
                    <a:pt x="2289528" y="3074520"/>
                  </a:lnTo>
                  <a:lnTo>
                    <a:pt x="2289654" y="3074520"/>
                  </a:lnTo>
                  <a:lnTo>
                    <a:pt x="2289781" y="3074520"/>
                  </a:lnTo>
                  <a:lnTo>
                    <a:pt x="2289907" y="3074520"/>
                  </a:lnTo>
                  <a:lnTo>
                    <a:pt x="2290033" y="3074520"/>
                  </a:lnTo>
                  <a:lnTo>
                    <a:pt x="2290159" y="3074520"/>
                  </a:lnTo>
                  <a:lnTo>
                    <a:pt x="2290286" y="3074520"/>
                  </a:lnTo>
                  <a:lnTo>
                    <a:pt x="2290412" y="3074520"/>
                  </a:lnTo>
                  <a:lnTo>
                    <a:pt x="2290538" y="3074520"/>
                  </a:lnTo>
                  <a:lnTo>
                    <a:pt x="2290664" y="3074520"/>
                  </a:lnTo>
                  <a:lnTo>
                    <a:pt x="2290791" y="3074520"/>
                  </a:lnTo>
                  <a:lnTo>
                    <a:pt x="2290917" y="3074520"/>
                  </a:lnTo>
                  <a:lnTo>
                    <a:pt x="2291043" y="3074520"/>
                  </a:lnTo>
                  <a:lnTo>
                    <a:pt x="2291169" y="3074520"/>
                  </a:lnTo>
                  <a:lnTo>
                    <a:pt x="2291296" y="3074520"/>
                  </a:lnTo>
                  <a:lnTo>
                    <a:pt x="2291296" y="3069609"/>
                  </a:lnTo>
                  <a:lnTo>
                    <a:pt x="2291422" y="3069609"/>
                  </a:lnTo>
                  <a:lnTo>
                    <a:pt x="2291548" y="3069609"/>
                  </a:lnTo>
                  <a:lnTo>
                    <a:pt x="2291674" y="3069609"/>
                  </a:lnTo>
                  <a:lnTo>
                    <a:pt x="2291801" y="3069609"/>
                  </a:lnTo>
                  <a:lnTo>
                    <a:pt x="2291927" y="3069609"/>
                  </a:lnTo>
                  <a:lnTo>
                    <a:pt x="2292053" y="3069609"/>
                  </a:lnTo>
                  <a:lnTo>
                    <a:pt x="2292179" y="3069609"/>
                  </a:lnTo>
                  <a:lnTo>
                    <a:pt x="2292306" y="3069609"/>
                  </a:lnTo>
                  <a:lnTo>
                    <a:pt x="2292432" y="3069609"/>
                  </a:lnTo>
                  <a:lnTo>
                    <a:pt x="2292558" y="3069609"/>
                  </a:lnTo>
                  <a:lnTo>
                    <a:pt x="2292684" y="3069609"/>
                  </a:lnTo>
                  <a:lnTo>
                    <a:pt x="2292811" y="3069609"/>
                  </a:lnTo>
                  <a:lnTo>
                    <a:pt x="2292937" y="3069609"/>
                  </a:lnTo>
                  <a:lnTo>
                    <a:pt x="2293063" y="3069609"/>
                  </a:lnTo>
                  <a:lnTo>
                    <a:pt x="2293189" y="3069609"/>
                  </a:lnTo>
                  <a:lnTo>
                    <a:pt x="2293316" y="3069609"/>
                  </a:lnTo>
                  <a:lnTo>
                    <a:pt x="2293442" y="3069609"/>
                  </a:lnTo>
                  <a:lnTo>
                    <a:pt x="2293568" y="3069609"/>
                  </a:lnTo>
                  <a:lnTo>
                    <a:pt x="2293694" y="3069609"/>
                  </a:lnTo>
                  <a:lnTo>
                    <a:pt x="2293821" y="3069609"/>
                  </a:lnTo>
                  <a:lnTo>
                    <a:pt x="2293947" y="3069609"/>
                  </a:lnTo>
                  <a:lnTo>
                    <a:pt x="2294073" y="3069609"/>
                  </a:lnTo>
                  <a:lnTo>
                    <a:pt x="2294200" y="3069609"/>
                  </a:lnTo>
                  <a:lnTo>
                    <a:pt x="2294326" y="3069609"/>
                  </a:lnTo>
                  <a:lnTo>
                    <a:pt x="2294452" y="3069609"/>
                  </a:lnTo>
                  <a:lnTo>
                    <a:pt x="2294578" y="3069609"/>
                  </a:lnTo>
                  <a:lnTo>
                    <a:pt x="2294705" y="3069609"/>
                  </a:lnTo>
                  <a:lnTo>
                    <a:pt x="2294831" y="3069609"/>
                  </a:lnTo>
                  <a:lnTo>
                    <a:pt x="2294957" y="3069609"/>
                  </a:lnTo>
                  <a:lnTo>
                    <a:pt x="2295083" y="3069609"/>
                  </a:lnTo>
                  <a:lnTo>
                    <a:pt x="2295210" y="3069609"/>
                  </a:lnTo>
                  <a:lnTo>
                    <a:pt x="2295336" y="3069609"/>
                  </a:lnTo>
                  <a:lnTo>
                    <a:pt x="2295462" y="3069609"/>
                  </a:lnTo>
                  <a:lnTo>
                    <a:pt x="2295588" y="3069609"/>
                  </a:lnTo>
                  <a:lnTo>
                    <a:pt x="2295715" y="3069609"/>
                  </a:lnTo>
                  <a:lnTo>
                    <a:pt x="2295841" y="3069609"/>
                  </a:lnTo>
                  <a:lnTo>
                    <a:pt x="2295967" y="3069609"/>
                  </a:lnTo>
                  <a:lnTo>
                    <a:pt x="2296093" y="3069609"/>
                  </a:lnTo>
                  <a:lnTo>
                    <a:pt x="2296220" y="3069609"/>
                  </a:lnTo>
                  <a:lnTo>
                    <a:pt x="2296346" y="3069609"/>
                  </a:lnTo>
                  <a:lnTo>
                    <a:pt x="2296472" y="3069609"/>
                  </a:lnTo>
                  <a:lnTo>
                    <a:pt x="2296598" y="3069609"/>
                  </a:lnTo>
                  <a:lnTo>
                    <a:pt x="2296725" y="3069609"/>
                  </a:lnTo>
                  <a:lnTo>
                    <a:pt x="2296851" y="3069609"/>
                  </a:lnTo>
                  <a:lnTo>
                    <a:pt x="2296977" y="3069609"/>
                  </a:lnTo>
                  <a:lnTo>
                    <a:pt x="2297103" y="3069609"/>
                  </a:lnTo>
                  <a:lnTo>
                    <a:pt x="2297230" y="3069609"/>
                  </a:lnTo>
                  <a:lnTo>
                    <a:pt x="2297356" y="3069609"/>
                  </a:lnTo>
                  <a:lnTo>
                    <a:pt x="2297482" y="3069609"/>
                  </a:lnTo>
                  <a:lnTo>
                    <a:pt x="2297608" y="3069609"/>
                  </a:lnTo>
                  <a:lnTo>
                    <a:pt x="2297735" y="3069609"/>
                  </a:lnTo>
                  <a:lnTo>
                    <a:pt x="2297861" y="3069609"/>
                  </a:lnTo>
                  <a:lnTo>
                    <a:pt x="2297987" y="3069609"/>
                  </a:lnTo>
                  <a:lnTo>
                    <a:pt x="2298113" y="3069609"/>
                  </a:lnTo>
                  <a:lnTo>
                    <a:pt x="2298240" y="3069609"/>
                  </a:lnTo>
                  <a:lnTo>
                    <a:pt x="2298366" y="3069609"/>
                  </a:lnTo>
                  <a:lnTo>
                    <a:pt x="2298492" y="3069609"/>
                  </a:lnTo>
                  <a:lnTo>
                    <a:pt x="2298618" y="3069609"/>
                  </a:lnTo>
                  <a:lnTo>
                    <a:pt x="2298745" y="3069609"/>
                  </a:lnTo>
                  <a:lnTo>
                    <a:pt x="2298871" y="3069609"/>
                  </a:lnTo>
                  <a:lnTo>
                    <a:pt x="2298997" y="3069609"/>
                  </a:lnTo>
                  <a:lnTo>
                    <a:pt x="2299124" y="3069609"/>
                  </a:lnTo>
                  <a:lnTo>
                    <a:pt x="2299250" y="3069609"/>
                  </a:lnTo>
                  <a:lnTo>
                    <a:pt x="2299376" y="3069609"/>
                  </a:lnTo>
                  <a:lnTo>
                    <a:pt x="2299502" y="3069609"/>
                  </a:lnTo>
                  <a:lnTo>
                    <a:pt x="2299629" y="3069609"/>
                  </a:lnTo>
                  <a:lnTo>
                    <a:pt x="2299755" y="3069609"/>
                  </a:lnTo>
                  <a:lnTo>
                    <a:pt x="2299881" y="3069609"/>
                  </a:lnTo>
                  <a:lnTo>
                    <a:pt x="2300007" y="3069609"/>
                  </a:lnTo>
                  <a:lnTo>
                    <a:pt x="2300134" y="3069609"/>
                  </a:lnTo>
                  <a:lnTo>
                    <a:pt x="2300260" y="3069609"/>
                  </a:lnTo>
                  <a:lnTo>
                    <a:pt x="2300386" y="3069609"/>
                  </a:lnTo>
                  <a:lnTo>
                    <a:pt x="2300512" y="3069609"/>
                  </a:lnTo>
                  <a:lnTo>
                    <a:pt x="2300512" y="3064697"/>
                  </a:lnTo>
                  <a:lnTo>
                    <a:pt x="2300639" y="3064697"/>
                  </a:lnTo>
                  <a:lnTo>
                    <a:pt x="2300765" y="3064697"/>
                  </a:lnTo>
                  <a:lnTo>
                    <a:pt x="2300891" y="3064697"/>
                  </a:lnTo>
                  <a:lnTo>
                    <a:pt x="2301017" y="3064697"/>
                  </a:lnTo>
                  <a:lnTo>
                    <a:pt x="2301144" y="3064697"/>
                  </a:lnTo>
                  <a:lnTo>
                    <a:pt x="2301270" y="3064697"/>
                  </a:lnTo>
                  <a:lnTo>
                    <a:pt x="2301396" y="3064697"/>
                  </a:lnTo>
                  <a:lnTo>
                    <a:pt x="2301522" y="3064697"/>
                  </a:lnTo>
                  <a:lnTo>
                    <a:pt x="2301649" y="3064697"/>
                  </a:lnTo>
                  <a:lnTo>
                    <a:pt x="2301775" y="3064697"/>
                  </a:lnTo>
                  <a:lnTo>
                    <a:pt x="2301901" y="3064697"/>
                  </a:lnTo>
                  <a:lnTo>
                    <a:pt x="2302027" y="3064697"/>
                  </a:lnTo>
                  <a:lnTo>
                    <a:pt x="2302154" y="3064697"/>
                  </a:lnTo>
                  <a:lnTo>
                    <a:pt x="2302280" y="3064697"/>
                  </a:lnTo>
                  <a:lnTo>
                    <a:pt x="2302406" y="3064697"/>
                  </a:lnTo>
                  <a:lnTo>
                    <a:pt x="2302532" y="3064697"/>
                  </a:lnTo>
                  <a:lnTo>
                    <a:pt x="2302659" y="3064697"/>
                  </a:lnTo>
                  <a:lnTo>
                    <a:pt x="2302785" y="3064697"/>
                  </a:lnTo>
                  <a:lnTo>
                    <a:pt x="2302911" y="3064697"/>
                  </a:lnTo>
                  <a:lnTo>
                    <a:pt x="2303037" y="3064697"/>
                  </a:lnTo>
                  <a:lnTo>
                    <a:pt x="2303164" y="3064697"/>
                  </a:lnTo>
                  <a:lnTo>
                    <a:pt x="2303164" y="3059786"/>
                  </a:lnTo>
                  <a:lnTo>
                    <a:pt x="2303290" y="3059786"/>
                  </a:lnTo>
                  <a:lnTo>
                    <a:pt x="2303416" y="3059786"/>
                  </a:lnTo>
                  <a:lnTo>
                    <a:pt x="2303542" y="3059786"/>
                  </a:lnTo>
                  <a:lnTo>
                    <a:pt x="2303669" y="3059786"/>
                  </a:lnTo>
                  <a:lnTo>
                    <a:pt x="2303795" y="3059786"/>
                  </a:lnTo>
                  <a:lnTo>
                    <a:pt x="2303921" y="3059786"/>
                  </a:lnTo>
                  <a:lnTo>
                    <a:pt x="2304047" y="3059786"/>
                  </a:lnTo>
                  <a:lnTo>
                    <a:pt x="2304174" y="3059786"/>
                  </a:lnTo>
                  <a:lnTo>
                    <a:pt x="2304300" y="3059786"/>
                  </a:lnTo>
                  <a:lnTo>
                    <a:pt x="2304426" y="3059786"/>
                  </a:lnTo>
                  <a:lnTo>
                    <a:pt x="2304553" y="3059786"/>
                  </a:lnTo>
                  <a:lnTo>
                    <a:pt x="2304679" y="3059786"/>
                  </a:lnTo>
                  <a:lnTo>
                    <a:pt x="2304805" y="3059786"/>
                  </a:lnTo>
                  <a:lnTo>
                    <a:pt x="2304931" y="3059786"/>
                  </a:lnTo>
                  <a:lnTo>
                    <a:pt x="2305058" y="3059786"/>
                  </a:lnTo>
                  <a:lnTo>
                    <a:pt x="2305184" y="3059786"/>
                  </a:lnTo>
                  <a:lnTo>
                    <a:pt x="2305310" y="3059786"/>
                  </a:lnTo>
                  <a:lnTo>
                    <a:pt x="2305310" y="3054875"/>
                  </a:lnTo>
                  <a:lnTo>
                    <a:pt x="2305436" y="3054875"/>
                  </a:lnTo>
                  <a:lnTo>
                    <a:pt x="2305563" y="3054875"/>
                  </a:lnTo>
                  <a:lnTo>
                    <a:pt x="2305689" y="3054875"/>
                  </a:lnTo>
                  <a:lnTo>
                    <a:pt x="2305815" y="3054875"/>
                  </a:lnTo>
                  <a:lnTo>
                    <a:pt x="2305941" y="3054875"/>
                  </a:lnTo>
                  <a:lnTo>
                    <a:pt x="2306068" y="3054875"/>
                  </a:lnTo>
                  <a:lnTo>
                    <a:pt x="2306194" y="3054875"/>
                  </a:lnTo>
                  <a:lnTo>
                    <a:pt x="2306320" y="3054875"/>
                  </a:lnTo>
                  <a:lnTo>
                    <a:pt x="2306446" y="3054875"/>
                  </a:lnTo>
                  <a:lnTo>
                    <a:pt x="2306573" y="3054875"/>
                  </a:lnTo>
                  <a:lnTo>
                    <a:pt x="2306699" y="3054875"/>
                  </a:lnTo>
                  <a:lnTo>
                    <a:pt x="2306825" y="3054875"/>
                  </a:lnTo>
                  <a:lnTo>
                    <a:pt x="2306951" y="3054875"/>
                  </a:lnTo>
                  <a:lnTo>
                    <a:pt x="2307078" y="3054875"/>
                  </a:lnTo>
                  <a:lnTo>
                    <a:pt x="2307204" y="3054875"/>
                  </a:lnTo>
                  <a:lnTo>
                    <a:pt x="2307330" y="3054875"/>
                  </a:lnTo>
                  <a:lnTo>
                    <a:pt x="2307456" y="3054875"/>
                  </a:lnTo>
                  <a:lnTo>
                    <a:pt x="2307583" y="3054875"/>
                  </a:lnTo>
                  <a:lnTo>
                    <a:pt x="2307709" y="3054875"/>
                  </a:lnTo>
                  <a:lnTo>
                    <a:pt x="2307835" y="3054875"/>
                  </a:lnTo>
                  <a:lnTo>
                    <a:pt x="2307961" y="3054875"/>
                  </a:lnTo>
                  <a:lnTo>
                    <a:pt x="2308088" y="3054875"/>
                  </a:lnTo>
                  <a:lnTo>
                    <a:pt x="2308214" y="3054875"/>
                  </a:lnTo>
                  <a:lnTo>
                    <a:pt x="2308340" y="3054875"/>
                  </a:lnTo>
                  <a:lnTo>
                    <a:pt x="2308466" y="3054875"/>
                  </a:lnTo>
                  <a:lnTo>
                    <a:pt x="2308593" y="3054875"/>
                  </a:lnTo>
                  <a:lnTo>
                    <a:pt x="2308719" y="3054875"/>
                  </a:lnTo>
                  <a:lnTo>
                    <a:pt x="2308845" y="3054875"/>
                  </a:lnTo>
                  <a:lnTo>
                    <a:pt x="2308971" y="3054875"/>
                  </a:lnTo>
                  <a:lnTo>
                    <a:pt x="2308971" y="3049963"/>
                  </a:lnTo>
                  <a:lnTo>
                    <a:pt x="2309098" y="3049963"/>
                  </a:lnTo>
                  <a:lnTo>
                    <a:pt x="2309224" y="3049963"/>
                  </a:lnTo>
                  <a:lnTo>
                    <a:pt x="2309350" y="3049963"/>
                  </a:lnTo>
                  <a:lnTo>
                    <a:pt x="2309477" y="3049963"/>
                  </a:lnTo>
                  <a:lnTo>
                    <a:pt x="2309603" y="3049963"/>
                  </a:lnTo>
                  <a:lnTo>
                    <a:pt x="2309729" y="3049963"/>
                  </a:lnTo>
                  <a:lnTo>
                    <a:pt x="2309855" y="3049963"/>
                  </a:lnTo>
                  <a:lnTo>
                    <a:pt x="2309982" y="3049963"/>
                  </a:lnTo>
                  <a:lnTo>
                    <a:pt x="2310108" y="3049963"/>
                  </a:lnTo>
                  <a:lnTo>
                    <a:pt x="2310234" y="3049963"/>
                  </a:lnTo>
                  <a:lnTo>
                    <a:pt x="2310360" y="3049963"/>
                  </a:lnTo>
                  <a:lnTo>
                    <a:pt x="2310487" y="3049963"/>
                  </a:lnTo>
                  <a:lnTo>
                    <a:pt x="2310613" y="3049963"/>
                  </a:lnTo>
                  <a:lnTo>
                    <a:pt x="2310739" y="3049963"/>
                  </a:lnTo>
                  <a:lnTo>
                    <a:pt x="2310865" y="3049963"/>
                  </a:lnTo>
                  <a:lnTo>
                    <a:pt x="2310992" y="3049963"/>
                  </a:lnTo>
                  <a:lnTo>
                    <a:pt x="2311118" y="3049963"/>
                  </a:lnTo>
                  <a:lnTo>
                    <a:pt x="2311244" y="3049963"/>
                  </a:lnTo>
                  <a:lnTo>
                    <a:pt x="2311370" y="3049963"/>
                  </a:lnTo>
                  <a:lnTo>
                    <a:pt x="2311497" y="3049963"/>
                  </a:lnTo>
                  <a:lnTo>
                    <a:pt x="2311623" y="3049963"/>
                  </a:lnTo>
                  <a:lnTo>
                    <a:pt x="2311749" y="3049963"/>
                  </a:lnTo>
                  <a:lnTo>
                    <a:pt x="2311875" y="3049963"/>
                  </a:lnTo>
                  <a:lnTo>
                    <a:pt x="2312002" y="3049963"/>
                  </a:lnTo>
                  <a:lnTo>
                    <a:pt x="2312128" y="3049963"/>
                  </a:lnTo>
                  <a:lnTo>
                    <a:pt x="2312254" y="3049963"/>
                  </a:lnTo>
                  <a:lnTo>
                    <a:pt x="2312380" y="3049963"/>
                  </a:lnTo>
                  <a:lnTo>
                    <a:pt x="2312507" y="3049963"/>
                  </a:lnTo>
                  <a:lnTo>
                    <a:pt x="2312633" y="3049963"/>
                  </a:lnTo>
                  <a:lnTo>
                    <a:pt x="2312759" y="3049963"/>
                  </a:lnTo>
                  <a:lnTo>
                    <a:pt x="2312885" y="3049963"/>
                  </a:lnTo>
                  <a:lnTo>
                    <a:pt x="2313012" y="3049963"/>
                  </a:lnTo>
                  <a:lnTo>
                    <a:pt x="2313138" y="3049963"/>
                  </a:lnTo>
                  <a:lnTo>
                    <a:pt x="2313264" y="3049963"/>
                  </a:lnTo>
                  <a:lnTo>
                    <a:pt x="2313390" y="3049963"/>
                  </a:lnTo>
                  <a:lnTo>
                    <a:pt x="2313517" y="3049963"/>
                  </a:lnTo>
                  <a:lnTo>
                    <a:pt x="2313643" y="3049963"/>
                  </a:lnTo>
                  <a:lnTo>
                    <a:pt x="2313769" y="3049963"/>
                  </a:lnTo>
                  <a:lnTo>
                    <a:pt x="2313769" y="3045052"/>
                  </a:lnTo>
                  <a:lnTo>
                    <a:pt x="2313895" y="3045052"/>
                  </a:lnTo>
                  <a:lnTo>
                    <a:pt x="2314022" y="3045052"/>
                  </a:lnTo>
                  <a:lnTo>
                    <a:pt x="2314148" y="3045052"/>
                  </a:lnTo>
                  <a:lnTo>
                    <a:pt x="2314274" y="3045052"/>
                  </a:lnTo>
                  <a:lnTo>
                    <a:pt x="2314400" y="3045052"/>
                  </a:lnTo>
                  <a:lnTo>
                    <a:pt x="2314527" y="3045052"/>
                  </a:lnTo>
                  <a:lnTo>
                    <a:pt x="2314653" y="3045052"/>
                  </a:lnTo>
                  <a:lnTo>
                    <a:pt x="2314779" y="3045052"/>
                  </a:lnTo>
                  <a:lnTo>
                    <a:pt x="2314906" y="3045052"/>
                  </a:lnTo>
                  <a:lnTo>
                    <a:pt x="2315032" y="3045052"/>
                  </a:lnTo>
                  <a:lnTo>
                    <a:pt x="2315158" y="3045052"/>
                  </a:lnTo>
                  <a:lnTo>
                    <a:pt x="2315284" y="3045052"/>
                  </a:lnTo>
                  <a:lnTo>
                    <a:pt x="2315411" y="3045052"/>
                  </a:lnTo>
                  <a:lnTo>
                    <a:pt x="2315537" y="3045052"/>
                  </a:lnTo>
                  <a:lnTo>
                    <a:pt x="2315663" y="3045052"/>
                  </a:lnTo>
                  <a:lnTo>
                    <a:pt x="2315789" y="3045052"/>
                  </a:lnTo>
                  <a:lnTo>
                    <a:pt x="2315916" y="3045052"/>
                  </a:lnTo>
                  <a:lnTo>
                    <a:pt x="2316042" y="3045052"/>
                  </a:lnTo>
                  <a:lnTo>
                    <a:pt x="2316168" y="3045052"/>
                  </a:lnTo>
                  <a:lnTo>
                    <a:pt x="2316294" y="3045052"/>
                  </a:lnTo>
                  <a:lnTo>
                    <a:pt x="2316421" y="3045052"/>
                  </a:lnTo>
                  <a:lnTo>
                    <a:pt x="2316547" y="3045052"/>
                  </a:lnTo>
                  <a:lnTo>
                    <a:pt x="2316673" y="3045052"/>
                  </a:lnTo>
                  <a:lnTo>
                    <a:pt x="2316799" y="3045052"/>
                  </a:lnTo>
                  <a:lnTo>
                    <a:pt x="2316926" y="3045052"/>
                  </a:lnTo>
                  <a:lnTo>
                    <a:pt x="2317052" y="3045052"/>
                  </a:lnTo>
                  <a:lnTo>
                    <a:pt x="2317178" y="3045052"/>
                  </a:lnTo>
                  <a:lnTo>
                    <a:pt x="2317304" y="3045052"/>
                  </a:lnTo>
                  <a:lnTo>
                    <a:pt x="2317431" y="3045052"/>
                  </a:lnTo>
                  <a:lnTo>
                    <a:pt x="2317557" y="3045052"/>
                  </a:lnTo>
                  <a:lnTo>
                    <a:pt x="2317683" y="3045052"/>
                  </a:lnTo>
                  <a:lnTo>
                    <a:pt x="2317809" y="3045052"/>
                  </a:lnTo>
                  <a:lnTo>
                    <a:pt x="2317936" y="3045052"/>
                  </a:lnTo>
                  <a:lnTo>
                    <a:pt x="2318062" y="3045052"/>
                  </a:lnTo>
                  <a:lnTo>
                    <a:pt x="2318188" y="3045052"/>
                  </a:lnTo>
                  <a:lnTo>
                    <a:pt x="2318314" y="3045052"/>
                  </a:lnTo>
                  <a:lnTo>
                    <a:pt x="2318441" y="3045052"/>
                  </a:lnTo>
                  <a:lnTo>
                    <a:pt x="2318567" y="3045052"/>
                  </a:lnTo>
                  <a:lnTo>
                    <a:pt x="2318693" y="3045052"/>
                  </a:lnTo>
                  <a:lnTo>
                    <a:pt x="2318819" y="3045052"/>
                  </a:lnTo>
                  <a:lnTo>
                    <a:pt x="2318946" y="3045052"/>
                  </a:lnTo>
                  <a:lnTo>
                    <a:pt x="2319072" y="3045052"/>
                  </a:lnTo>
                  <a:lnTo>
                    <a:pt x="2319198" y="3045052"/>
                  </a:lnTo>
                  <a:lnTo>
                    <a:pt x="2319324" y="3045052"/>
                  </a:lnTo>
                  <a:lnTo>
                    <a:pt x="2319451" y="3045052"/>
                  </a:lnTo>
                  <a:lnTo>
                    <a:pt x="2319577" y="3045052"/>
                  </a:lnTo>
                  <a:lnTo>
                    <a:pt x="2319703" y="3045052"/>
                  </a:lnTo>
                  <a:lnTo>
                    <a:pt x="2319830" y="3045052"/>
                  </a:lnTo>
                  <a:lnTo>
                    <a:pt x="2319956" y="3045052"/>
                  </a:lnTo>
                  <a:lnTo>
                    <a:pt x="2320082" y="3045052"/>
                  </a:lnTo>
                  <a:lnTo>
                    <a:pt x="2320208" y="3045052"/>
                  </a:lnTo>
                  <a:lnTo>
                    <a:pt x="2320335" y="3045052"/>
                  </a:lnTo>
                  <a:lnTo>
                    <a:pt x="2320461" y="3045052"/>
                  </a:lnTo>
                  <a:lnTo>
                    <a:pt x="2320587" y="3045052"/>
                  </a:lnTo>
                  <a:lnTo>
                    <a:pt x="2320713" y="3045052"/>
                  </a:lnTo>
                  <a:lnTo>
                    <a:pt x="2320840" y="3045052"/>
                  </a:lnTo>
                  <a:lnTo>
                    <a:pt x="2320966" y="3045052"/>
                  </a:lnTo>
                  <a:lnTo>
                    <a:pt x="2321092" y="3045052"/>
                  </a:lnTo>
                  <a:lnTo>
                    <a:pt x="2321218" y="3045052"/>
                  </a:lnTo>
                  <a:lnTo>
                    <a:pt x="2321218" y="3040141"/>
                  </a:lnTo>
                  <a:lnTo>
                    <a:pt x="2321345" y="3040141"/>
                  </a:lnTo>
                  <a:lnTo>
                    <a:pt x="2321471" y="3040141"/>
                  </a:lnTo>
                  <a:lnTo>
                    <a:pt x="2321597" y="3040141"/>
                  </a:lnTo>
                  <a:lnTo>
                    <a:pt x="2321723" y="3040141"/>
                  </a:lnTo>
                  <a:lnTo>
                    <a:pt x="2321850" y="3040141"/>
                  </a:lnTo>
                  <a:lnTo>
                    <a:pt x="2321976" y="3040141"/>
                  </a:lnTo>
                  <a:lnTo>
                    <a:pt x="2322102" y="3040141"/>
                  </a:lnTo>
                  <a:lnTo>
                    <a:pt x="2322228" y="3040141"/>
                  </a:lnTo>
                  <a:lnTo>
                    <a:pt x="2322228" y="3035229"/>
                  </a:lnTo>
                  <a:lnTo>
                    <a:pt x="2322355" y="3035229"/>
                  </a:lnTo>
                  <a:lnTo>
                    <a:pt x="2322481" y="3035229"/>
                  </a:lnTo>
                  <a:lnTo>
                    <a:pt x="2322607" y="3035229"/>
                  </a:lnTo>
                  <a:lnTo>
                    <a:pt x="2322733" y="3035229"/>
                  </a:lnTo>
                  <a:lnTo>
                    <a:pt x="2322860" y="3035229"/>
                  </a:lnTo>
                  <a:lnTo>
                    <a:pt x="2322860" y="3030318"/>
                  </a:lnTo>
                  <a:lnTo>
                    <a:pt x="2322986" y="3030318"/>
                  </a:lnTo>
                  <a:lnTo>
                    <a:pt x="2323112" y="3030318"/>
                  </a:lnTo>
                  <a:lnTo>
                    <a:pt x="2323238" y="3030318"/>
                  </a:lnTo>
                  <a:lnTo>
                    <a:pt x="2323365" y="3030318"/>
                  </a:lnTo>
                  <a:lnTo>
                    <a:pt x="2323491" y="3030318"/>
                  </a:lnTo>
                  <a:lnTo>
                    <a:pt x="2323617" y="3030318"/>
                  </a:lnTo>
                  <a:lnTo>
                    <a:pt x="2323743" y="3030318"/>
                  </a:lnTo>
                  <a:lnTo>
                    <a:pt x="2323870" y="3030318"/>
                  </a:lnTo>
                  <a:lnTo>
                    <a:pt x="2323996" y="3030318"/>
                  </a:lnTo>
                  <a:lnTo>
                    <a:pt x="2324122" y="3030318"/>
                  </a:lnTo>
                  <a:lnTo>
                    <a:pt x="2324248" y="3030318"/>
                  </a:lnTo>
                  <a:lnTo>
                    <a:pt x="2324375" y="3030318"/>
                  </a:lnTo>
                  <a:lnTo>
                    <a:pt x="2324501" y="3030318"/>
                  </a:lnTo>
                  <a:lnTo>
                    <a:pt x="2324627" y="3030318"/>
                  </a:lnTo>
                  <a:lnTo>
                    <a:pt x="2324754" y="3030318"/>
                  </a:lnTo>
                  <a:lnTo>
                    <a:pt x="2324880" y="3030318"/>
                  </a:lnTo>
                  <a:lnTo>
                    <a:pt x="2325006" y="3030318"/>
                  </a:lnTo>
                  <a:lnTo>
                    <a:pt x="2325132" y="3030318"/>
                  </a:lnTo>
                  <a:lnTo>
                    <a:pt x="2325259" y="3030318"/>
                  </a:lnTo>
                  <a:lnTo>
                    <a:pt x="2325385" y="3030318"/>
                  </a:lnTo>
                  <a:lnTo>
                    <a:pt x="2325511" y="3030318"/>
                  </a:lnTo>
                  <a:lnTo>
                    <a:pt x="2325637" y="3030318"/>
                  </a:lnTo>
                  <a:lnTo>
                    <a:pt x="2325764" y="3030318"/>
                  </a:lnTo>
                  <a:lnTo>
                    <a:pt x="2325764" y="3025406"/>
                  </a:lnTo>
                  <a:lnTo>
                    <a:pt x="2325890" y="3025406"/>
                  </a:lnTo>
                  <a:lnTo>
                    <a:pt x="2326016" y="3025406"/>
                  </a:lnTo>
                  <a:lnTo>
                    <a:pt x="2326142" y="3025406"/>
                  </a:lnTo>
                  <a:lnTo>
                    <a:pt x="2326269" y="3025406"/>
                  </a:lnTo>
                  <a:lnTo>
                    <a:pt x="2326395" y="3025406"/>
                  </a:lnTo>
                  <a:lnTo>
                    <a:pt x="2326521" y="3025406"/>
                  </a:lnTo>
                  <a:lnTo>
                    <a:pt x="2326647" y="3025406"/>
                  </a:lnTo>
                  <a:lnTo>
                    <a:pt x="2326774" y="3025406"/>
                  </a:lnTo>
                  <a:lnTo>
                    <a:pt x="2326900" y="3025406"/>
                  </a:lnTo>
                  <a:lnTo>
                    <a:pt x="2327026" y="3025406"/>
                  </a:lnTo>
                  <a:lnTo>
                    <a:pt x="2327152" y="3025406"/>
                  </a:lnTo>
                  <a:lnTo>
                    <a:pt x="2327279" y="3025406"/>
                  </a:lnTo>
                  <a:lnTo>
                    <a:pt x="2327405" y="3025406"/>
                  </a:lnTo>
                  <a:lnTo>
                    <a:pt x="2327531" y="3025406"/>
                  </a:lnTo>
                  <a:lnTo>
                    <a:pt x="2327657" y="3025406"/>
                  </a:lnTo>
                  <a:lnTo>
                    <a:pt x="2327784" y="3025406"/>
                  </a:lnTo>
                  <a:lnTo>
                    <a:pt x="2327910" y="3025406"/>
                  </a:lnTo>
                  <a:lnTo>
                    <a:pt x="2328036" y="3025406"/>
                  </a:lnTo>
                  <a:lnTo>
                    <a:pt x="2328162" y="3025406"/>
                  </a:lnTo>
                  <a:lnTo>
                    <a:pt x="2328289" y="3025406"/>
                  </a:lnTo>
                  <a:lnTo>
                    <a:pt x="2328415" y="3025406"/>
                  </a:lnTo>
                  <a:lnTo>
                    <a:pt x="2328541" y="3025406"/>
                  </a:lnTo>
                  <a:lnTo>
                    <a:pt x="2328667" y="3025406"/>
                  </a:lnTo>
                  <a:lnTo>
                    <a:pt x="2328794" y="3025406"/>
                  </a:lnTo>
                  <a:lnTo>
                    <a:pt x="2328920" y="3025406"/>
                  </a:lnTo>
                  <a:lnTo>
                    <a:pt x="2329046" y="3025406"/>
                  </a:lnTo>
                  <a:lnTo>
                    <a:pt x="2329172" y="3025406"/>
                  </a:lnTo>
                  <a:lnTo>
                    <a:pt x="2329299" y="3025406"/>
                  </a:lnTo>
                  <a:lnTo>
                    <a:pt x="2329425" y="3025406"/>
                  </a:lnTo>
                  <a:lnTo>
                    <a:pt x="2329551" y="3025406"/>
                  </a:lnTo>
                  <a:lnTo>
                    <a:pt x="2329677" y="3025406"/>
                  </a:lnTo>
                  <a:lnTo>
                    <a:pt x="2329804" y="3025406"/>
                  </a:lnTo>
                  <a:lnTo>
                    <a:pt x="2329930" y="3025406"/>
                  </a:lnTo>
                  <a:lnTo>
                    <a:pt x="2330056" y="3025406"/>
                  </a:lnTo>
                  <a:lnTo>
                    <a:pt x="2330056" y="3020495"/>
                  </a:lnTo>
                  <a:lnTo>
                    <a:pt x="2330183" y="3020495"/>
                  </a:lnTo>
                  <a:lnTo>
                    <a:pt x="2330309" y="3020495"/>
                  </a:lnTo>
                  <a:lnTo>
                    <a:pt x="2330435" y="3020495"/>
                  </a:lnTo>
                  <a:lnTo>
                    <a:pt x="2330561" y="3020495"/>
                  </a:lnTo>
                  <a:lnTo>
                    <a:pt x="2330688" y="3020495"/>
                  </a:lnTo>
                  <a:lnTo>
                    <a:pt x="2330688" y="3015584"/>
                  </a:lnTo>
                  <a:lnTo>
                    <a:pt x="2330814" y="3015584"/>
                  </a:lnTo>
                  <a:lnTo>
                    <a:pt x="2330940" y="3015584"/>
                  </a:lnTo>
                  <a:lnTo>
                    <a:pt x="2331066" y="3015584"/>
                  </a:lnTo>
                  <a:lnTo>
                    <a:pt x="2331193" y="3015584"/>
                  </a:lnTo>
                  <a:lnTo>
                    <a:pt x="2331319" y="3015584"/>
                  </a:lnTo>
                  <a:lnTo>
                    <a:pt x="2331319" y="3010672"/>
                  </a:lnTo>
                  <a:lnTo>
                    <a:pt x="2331445" y="3010672"/>
                  </a:lnTo>
                  <a:lnTo>
                    <a:pt x="2331571" y="3010672"/>
                  </a:lnTo>
                  <a:lnTo>
                    <a:pt x="2331698" y="3010672"/>
                  </a:lnTo>
                  <a:lnTo>
                    <a:pt x="2331824" y="3010672"/>
                  </a:lnTo>
                  <a:lnTo>
                    <a:pt x="2331950" y="3010672"/>
                  </a:lnTo>
                  <a:lnTo>
                    <a:pt x="2332076" y="3010672"/>
                  </a:lnTo>
                  <a:lnTo>
                    <a:pt x="2332203" y="3010672"/>
                  </a:lnTo>
                  <a:lnTo>
                    <a:pt x="2332329" y="3010672"/>
                  </a:lnTo>
                  <a:lnTo>
                    <a:pt x="2332455" y="3010672"/>
                  </a:lnTo>
                  <a:lnTo>
                    <a:pt x="2332581" y="3010672"/>
                  </a:lnTo>
                  <a:lnTo>
                    <a:pt x="2332708" y="3010672"/>
                  </a:lnTo>
                  <a:lnTo>
                    <a:pt x="2332834" y="3010672"/>
                  </a:lnTo>
                  <a:lnTo>
                    <a:pt x="2332960" y="3010672"/>
                  </a:lnTo>
                  <a:lnTo>
                    <a:pt x="2333086" y="3010672"/>
                  </a:lnTo>
                  <a:lnTo>
                    <a:pt x="2333213" y="3010672"/>
                  </a:lnTo>
                  <a:lnTo>
                    <a:pt x="2333339" y="3010672"/>
                  </a:lnTo>
                  <a:lnTo>
                    <a:pt x="2333465" y="3010672"/>
                  </a:lnTo>
                  <a:lnTo>
                    <a:pt x="2333591" y="3010672"/>
                  </a:lnTo>
                  <a:lnTo>
                    <a:pt x="2333718" y="3010672"/>
                  </a:lnTo>
                  <a:lnTo>
                    <a:pt x="2333844" y="3010672"/>
                  </a:lnTo>
                  <a:lnTo>
                    <a:pt x="2333970" y="3010672"/>
                  </a:lnTo>
                  <a:lnTo>
                    <a:pt x="2334096" y="3010672"/>
                  </a:lnTo>
                  <a:lnTo>
                    <a:pt x="2334223" y="3010672"/>
                  </a:lnTo>
                  <a:lnTo>
                    <a:pt x="2334349" y="3010672"/>
                  </a:lnTo>
                  <a:lnTo>
                    <a:pt x="2334475" y="3010672"/>
                  </a:lnTo>
                  <a:lnTo>
                    <a:pt x="2334601" y="3010672"/>
                  </a:lnTo>
                  <a:lnTo>
                    <a:pt x="2334728" y="3010672"/>
                  </a:lnTo>
                  <a:lnTo>
                    <a:pt x="2334854" y="3010672"/>
                  </a:lnTo>
                  <a:lnTo>
                    <a:pt x="2334980" y="3010672"/>
                  </a:lnTo>
                  <a:lnTo>
                    <a:pt x="2335107" y="3010672"/>
                  </a:lnTo>
                  <a:lnTo>
                    <a:pt x="2335233" y="3010672"/>
                  </a:lnTo>
                  <a:lnTo>
                    <a:pt x="2335359" y="3010672"/>
                  </a:lnTo>
                  <a:lnTo>
                    <a:pt x="2335485" y="3010672"/>
                  </a:lnTo>
                  <a:lnTo>
                    <a:pt x="2335612" y="3010672"/>
                  </a:lnTo>
                  <a:lnTo>
                    <a:pt x="2335738" y="3010672"/>
                  </a:lnTo>
                  <a:lnTo>
                    <a:pt x="2335864" y="3010672"/>
                  </a:lnTo>
                  <a:lnTo>
                    <a:pt x="2335990" y="3010672"/>
                  </a:lnTo>
                  <a:lnTo>
                    <a:pt x="2336117" y="3010672"/>
                  </a:lnTo>
                  <a:lnTo>
                    <a:pt x="2336243" y="3010672"/>
                  </a:lnTo>
                  <a:lnTo>
                    <a:pt x="2336369" y="3010672"/>
                  </a:lnTo>
                  <a:lnTo>
                    <a:pt x="2336495" y="3010672"/>
                  </a:lnTo>
                  <a:lnTo>
                    <a:pt x="2336622" y="3010672"/>
                  </a:lnTo>
                  <a:lnTo>
                    <a:pt x="2336748" y="3010672"/>
                  </a:lnTo>
                  <a:lnTo>
                    <a:pt x="2336874" y="3010672"/>
                  </a:lnTo>
                  <a:lnTo>
                    <a:pt x="2337000" y="3010672"/>
                  </a:lnTo>
                  <a:lnTo>
                    <a:pt x="2337127" y="3010672"/>
                  </a:lnTo>
                  <a:lnTo>
                    <a:pt x="2337253" y="3010672"/>
                  </a:lnTo>
                  <a:lnTo>
                    <a:pt x="2337379" y="3010672"/>
                  </a:lnTo>
                  <a:lnTo>
                    <a:pt x="2337505" y="3010672"/>
                  </a:lnTo>
                  <a:lnTo>
                    <a:pt x="2337632" y="3010672"/>
                  </a:lnTo>
                  <a:lnTo>
                    <a:pt x="2337758" y="3010672"/>
                  </a:lnTo>
                  <a:lnTo>
                    <a:pt x="2337884" y="3010672"/>
                  </a:lnTo>
                  <a:lnTo>
                    <a:pt x="2338010" y="3010672"/>
                  </a:lnTo>
                  <a:lnTo>
                    <a:pt x="2338137" y="3010672"/>
                  </a:lnTo>
                  <a:lnTo>
                    <a:pt x="2338263" y="3010672"/>
                  </a:lnTo>
                  <a:lnTo>
                    <a:pt x="2338389" y="3010672"/>
                  </a:lnTo>
                  <a:lnTo>
                    <a:pt x="2338515" y="3010672"/>
                  </a:lnTo>
                  <a:lnTo>
                    <a:pt x="2338642" y="3010672"/>
                  </a:lnTo>
                  <a:lnTo>
                    <a:pt x="2338768" y="3010672"/>
                  </a:lnTo>
                  <a:lnTo>
                    <a:pt x="2338894" y="3010672"/>
                  </a:lnTo>
                  <a:lnTo>
                    <a:pt x="2339020" y="3010672"/>
                  </a:lnTo>
                  <a:lnTo>
                    <a:pt x="2339147" y="3010672"/>
                  </a:lnTo>
                  <a:lnTo>
                    <a:pt x="2339273" y="3010672"/>
                  </a:lnTo>
                  <a:lnTo>
                    <a:pt x="2339399" y="3010672"/>
                  </a:lnTo>
                  <a:lnTo>
                    <a:pt x="2339525" y="3010672"/>
                  </a:lnTo>
                  <a:lnTo>
                    <a:pt x="2339652" y="3010672"/>
                  </a:lnTo>
                  <a:lnTo>
                    <a:pt x="2339778" y="3010672"/>
                  </a:lnTo>
                  <a:lnTo>
                    <a:pt x="2339904" y="3010672"/>
                  </a:lnTo>
                  <a:lnTo>
                    <a:pt x="2340030" y="3010672"/>
                  </a:lnTo>
                  <a:lnTo>
                    <a:pt x="2340157" y="3010672"/>
                  </a:lnTo>
                  <a:lnTo>
                    <a:pt x="2340283" y="3010672"/>
                  </a:lnTo>
                  <a:lnTo>
                    <a:pt x="2340409" y="3010672"/>
                  </a:lnTo>
                  <a:lnTo>
                    <a:pt x="2340536" y="3010672"/>
                  </a:lnTo>
                  <a:lnTo>
                    <a:pt x="2340662" y="3010672"/>
                  </a:lnTo>
                  <a:lnTo>
                    <a:pt x="2340788" y="3010672"/>
                  </a:lnTo>
                  <a:lnTo>
                    <a:pt x="2340914" y="3010672"/>
                  </a:lnTo>
                  <a:lnTo>
                    <a:pt x="2341041" y="3010672"/>
                  </a:lnTo>
                  <a:lnTo>
                    <a:pt x="2341167" y="3010672"/>
                  </a:lnTo>
                  <a:lnTo>
                    <a:pt x="2341293" y="3010672"/>
                  </a:lnTo>
                  <a:lnTo>
                    <a:pt x="2341419" y="3010672"/>
                  </a:lnTo>
                  <a:lnTo>
                    <a:pt x="2341546" y="3010672"/>
                  </a:lnTo>
                  <a:lnTo>
                    <a:pt x="2341672" y="3010672"/>
                  </a:lnTo>
                  <a:lnTo>
                    <a:pt x="2341798" y="3010672"/>
                  </a:lnTo>
                  <a:lnTo>
                    <a:pt x="2341924" y="3010672"/>
                  </a:lnTo>
                  <a:lnTo>
                    <a:pt x="2341924" y="3005761"/>
                  </a:lnTo>
                  <a:lnTo>
                    <a:pt x="2342051" y="3005761"/>
                  </a:lnTo>
                  <a:lnTo>
                    <a:pt x="2342177" y="3005761"/>
                  </a:lnTo>
                  <a:lnTo>
                    <a:pt x="2342303" y="3005761"/>
                  </a:lnTo>
                  <a:lnTo>
                    <a:pt x="2342303" y="3000850"/>
                  </a:lnTo>
                  <a:lnTo>
                    <a:pt x="2342429" y="3000850"/>
                  </a:lnTo>
                  <a:lnTo>
                    <a:pt x="2342556" y="3000850"/>
                  </a:lnTo>
                  <a:lnTo>
                    <a:pt x="2342682" y="3000850"/>
                  </a:lnTo>
                  <a:lnTo>
                    <a:pt x="2342808" y="3000850"/>
                  </a:lnTo>
                  <a:lnTo>
                    <a:pt x="2342934" y="3000850"/>
                  </a:lnTo>
                  <a:lnTo>
                    <a:pt x="2343061" y="3000850"/>
                  </a:lnTo>
                  <a:lnTo>
                    <a:pt x="2343187" y="3000850"/>
                  </a:lnTo>
                  <a:lnTo>
                    <a:pt x="2343313" y="3000850"/>
                  </a:lnTo>
                  <a:lnTo>
                    <a:pt x="2343439" y="3000850"/>
                  </a:lnTo>
                  <a:lnTo>
                    <a:pt x="2343566" y="3000850"/>
                  </a:lnTo>
                  <a:lnTo>
                    <a:pt x="2343692" y="3000850"/>
                  </a:lnTo>
                  <a:lnTo>
                    <a:pt x="2343818" y="3000850"/>
                  </a:lnTo>
                  <a:lnTo>
                    <a:pt x="2343944" y="3000850"/>
                  </a:lnTo>
                  <a:lnTo>
                    <a:pt x="2344071" y="3000850"/>
                  </a:lnTo>
                  <a:lnTo>
                    <a:pt x="2344197" y="3000850"/>
                  </a:lnTo>
                  <a:lnTo>
                    <a:pt x="2344323" y="3000850"/>
                  </a:lnTo>
                  <a:lnTo>
                    <a:pt x="2344449" y="3000850"/>
                  </a:lnTo>
                  <a:lnTo>
                    <a:pt x="2344576" y="3000850"/>
                  </a:lnTo>
                  <a:lnTo>
                    <a:pt x="2344702" y="3000850"/>
                  </a:lnTo>
                  <a:lnTo>
                    <a:pt x="2344828" y="3000850"/>
                  </a:lnTo>
                  <a:lnTo>
                    <a:pt x="2344828" y="2995938"/>
                  </a:lnTo>
                  <a:lnTo>
                    <a:pt x="2344954" y="2995938"/>
                  </a:lnTo>
                  <a:lnTo>
                    <a:pt x="2345081" y="2995938"/>
                  </a:lnTo>
                  <a:lnTo>
                    <a:pt x="2345207" y="2995938"/>
                  </a:lnTo>
                  <a:lnTo>
                    <a:pt x="2345333" y="2995938"/>
                  </a:lnTo>
                  <a:lnTo>
                    <a:pt x="2345460" y="2995938"/>
                  </a:lnTo>
                  <a:lnTo>
                    <a:pt x="2345586" y="2995938"/>
                  </a:lnTo>
                  <a:lnTo>
                    <a:pt x="2345712" y="2995938"/>
                  </a:lnTo>
                  <a:lnTo>
                    <a:pt x="2345838" y="2995938"/>
                  </a:lnTo>
                  <a:lnTo>
                    <a:pt x="2345965" y="2995938"/>
                  </a:lnTo>
                  <a:lnTo>
                    <a:pt x="2346091" y="2995938"/>
                  </a:lnTo>
                  <a:lnTo>
                    <a:pt x="2346217" y="2995938"/>
                  </a:lnTo>
                  <a:lnTo>
                    <a:pt x="2346343" y="2995938"/>
                  </a:lnTo>
                  <a:lnTo>
                    <a:pt x="2346470" y="2995938"/>
                  </a:lnTo>
                  <a:lnTo>
                    <a:pt x="2346596" y="2995938"/>
                  </a:lnTo>
                  <a:lnTo>
                    <a:pt x="2346722" y="2995938"/>
                  </a:lnTo>
                  <a:lnTo>
                    <a:pt x="2346848" y="2995938"/>
                  </a:lnTo>
                  <a:lnTo>
                    <a:pt x="2346848" y="2991027"/>
                  </a:lnTo>
                  <a:lnTo>
                    <a:pt x="2346975" y="2991027"/>
                  </a:lnTo>
                  <a:lnTo>
                    <a:pt x="2347101" y="2991027"/>
                  </a:lnTo>
                  <a:lnTo>
                    <a:pt x="2347227" y="2991027"/>
                  </a:lnTo>
                  <a:lnTo>
                    <a:pt x="2347353" y="2991027"/>
                  </a:lnTo>
                  <a:lnTo>
                    <a:pt x="2347480" y="2991027"/>
                  </a:lnTo>
                  <a:lnTo>
                    <a:pt x="2347606" y="2991027"/>
                  </a:lnTo>
                  <a:lnTo>
                    <a:pt x="2347732" y="2991027"/>
                  </a:lnTo>
                  <a:lnTo>
                    <a:pt x="2347858" y="2991027"/>
                  </a:lnTo>
                  <a:lnTo>
                    <a:pt x="2347985" y="2991027"/>
                  </a:lnTo>
                  <a:lnTo>
                    <a:pt x="2348111" y="2991027"/>
                  </a:lnTo>
                  <a:lnTo>
                    <a:pt x="2348237" y="2991027"/>
                  </a:lnTo>
                  <a:lnTo>
                    <a:pt x="2348363" y="2991027"/>
                  </a:lnTo>
                  <a:lnTo>
                    <a:pt x="2348490" y="2991027"/>
                  </a:lnTo>
                  <a:lnTo>
                    <a:pt x="2348616" y="2991027"/>
                  </a:lnTo>
                  <a:lnTo>
                    <a:pt x="2348742" y="2991027"/>
                  </a:lnTo>
                  <a:lnTo>
                    <a:pt x="2348868" y="2991027"/>
                  </a:lnTo>
                  <a:lnTo>
                    <a:pt x="2348995" y="2991027"/>
                  </a:lnTo>
                  <a:lnTo>
                    <a:pt x="2349121" y="2991027"/>
                  </a:lnTo>
                  <a:lnTo>
                    <a:pt x="2349247" y="2991027"/>
                  </a:lnTo>
                  <a:lnTo>
                    <a:pt x="2349373" y="2991027"/>
                  </a:lnTo>
                  <a:lnTo>
                    <a:pt x="2349500" y="2991027"/>
                  </a:lnTo>
                  <a:lnTo>
                    <a:pt x="2349626" y="2991027"/>
                  </a:lnTo>
                  <a:lnTo>
                    <a:pt x="2349752" y="2991027"/>
                  </a:lnTo>
                  <a:lnTo>
                    <a:pt x="2349878" y="2991027"/>
                  </a:lnTo>
                  <a:lnTo>
                    <a:pt x="2350005" y="2991027"/>
                  </a:lnTo>
                  <a:lnTo>
                    <a:pt x="2350131" y="2991027"/>
                  </a:lnTo>
                  <a:lnTo>
                    <a:pt x="2350257" y="2991027"/>
                  </a:lnTo>
                  <a:lnTo>
                    <a:pt x="2350383" y="2991027"/>
                  </a:lnTo>
                  <a:lnTo>
                    <a:pt x="2350510" y="2991027"/>
                  </a:lnTo>
                  <a:lnTo>
                    <a:pt x="2350636" y="2991027"/>
                  </a:lnTo>
                  <a:lnTo>
                    <a:pt x="2350762" y="2991027"/>
                  </a:lnTo>
                  <a:lnTo>
                    <a:pt x="2350889" y="2991027"/>
                  </a:lnTo>
                  <a:lnTo>
                    <a:pt x="2351015" y="2991027"/>
                  </a:lnTo>
                  <a:lnTo>
                    <a:pt x="2351141" y="2991027"/>
                  </a:lnTo>
                  <a:lnTo>
                    <a:pt x="2351267" y="2991027"/>
                  </a:lnTo>
                  <a:lnTo>
                    <a:pt x="2351394" y="2991027"/>
                  </a:lnTo>
                  <a:lnTo>
                    <a:pt x="2351520" y="2991027"/>
                  </a:lnTo>
                  <a:lnTo>
                    <a:pt x="2351646" y="2991027"/>
                  </a:lnTo>
                  <a:lnTo>
                    <a:pt x="2351772" y="2991027"/>
                  </a:lnTo>
                  <a:lnTo>
                    <a:pt x="2351899" y="2991027"/>
                  </a:lnTo>
                  <a:lnTo>
                    <a:pt x="2352025" y="2991027"/>
                  </a:lnTo>
                  <a:lnTo>
                    <a:pt x="2352151" y="2991027"/>
                  </a:lnTo>
                  <a:lnTo>
                    <a:pt x="2352277" y="2991027"/>
                  </a:lnTo>
                  <a:lnTo>
                    <a:pt x="2352404" y="2991027"/>
                  </a:lnTo>
                  <a:lnTo>
                    <a:pt x="2352530" y="2991027"/>
                  </a:lnTo>
                  <a:lnTo>
                    <a:pt x="2352656" y="2991027"/>
                  </a:lnTo>
                  <a:lnTo>
                    <a:pt x="2352782" y="2991027"/>
                  </a:lnTo>
                  <a:lnTo>
                    <a:pt x="2352909" y="2991027"/>
                  </a:lnTo>
                  <a:lnTo>
                    <a:pt x="2353035" y="2991027"/>
                  </a:lnTo>
                  <a:lnTo>
                    <a:pt x="2353161" y="2991027"/>
                  </a:lnTo>
                  <a:lnTo>
                    <a:pt x="2353287" y="2991027"/>
                  </a:lnTo>
                  <a:lnTo>
                    <a:pt x="2353414" y="2991027"/>
                  </a:lnTo>
                  <a:lnTo>
                    <a:pt x="2353540" y="2991027"/>
                  </a:lnTo>
                  <a:lnTo>
                    <a:pt x="2353666" y="2991027"/>
                  </a:lnTo>
                  <a:lnTo>
                    <a:pt x="2353792" y="2991027"/>
                  </a:lnTo>
                  <a:lnTo>
                    <a:pt x="2353919" y="2991027"/>
                  </a:lnTo>
                  <a:lnTo>
                    <a:pt x="2354045" y="2991027"/>
                  </a:lnTo>
                  <a:lnTo>
                    <a:pt x="2354171" y="2991027"/>
                  </a:lnTo>
                  <a:lnTo>
                    <a:pt x="2354297" y="2991027"/>
                  </a:lnTo>
                  <a:lnTo>
                    <a:pt x="2354424" y="2991027"/>
                  </a:lnTo>
                  <a:lnTo>
                    <a:pt x="2354550" y="2991027"/>
                  </a:lnTo>
                  <a:lnTo>
                    <a:pt x="2354676" y="2991027"/>
                  </a:lnTo>
                  <a:lnTo>
                    <a:pt x="2354802" y="2991027"/>
                  </a:lnTo>
                  <a:lnTo>
                    <a:pt x="2354929" y="2991027"/>
                  </a:lnTo>
                  <a:lnTo>
                    <a:pt x="2355055" y="2991027"/>
                  </a:lnTo>
                  <a:lnTo>
                    <a:pt x="2355181" y="2991027"/>
                  </a:lnTo>
                  <a:lnTo>
                    <a:pt x="2355307" y="2991027"/>
                  </a:lnTo>
                  <a:lnTo>
                    <a:pt x="2355434" y="2991027"/>
                  </a:lnTo>
                  <a:lnTo>
                    <a:pt x="2355560" y="2991027"/>
                  </a:lnTo>
                  <a:lnTo>
                    <a:pt x="2355686" y="2991027"/>
                  </a:lnTo>
                  <a:lnTo>
                    <a:pt x="2355813" y="2991027"/>
                  </a:lnTo>
                  <a:lnTo>
                    <a:pt x="2355813" y="2986115"/>
                  </a:lnTo>
                  <a:lnTo>
                    <a:pt x="2355939" y="2986115"/>
                  </a:lnTo>
                  <a:lnTo>
                    <a:pt x="2356065" y="2986115"/>
                  </a:lnTo>
                  <a:lnTo>
                    <a:pt x="2356191" y="2986115"/>
                  </a:lnTo>
                  <a:lnTo>
                    <a:pt x="2356318" y="2986115"/>
                  </a:lnTo>
                  <a:lnTo>
                    <a:pt x="2356444" y="2986115"/>
                  </a:lnTo>
                  <a:lnTo>
                    <a:pt x="2356570" y="2986115"/>
                  </a:lnTo>
                  <a:lnTo>
                    <a:pt x="2356696" y="2986115"/>
                  </a:lnTo>
                  <a:lnTo>
                    <a:pt x="2356823" y="2986115"/>
                  </a:lnTo>
                  <a:lnTo>
                    <a:pt x="2356949" y="2986115"/>
                  </a:lnTo>
                  <a:lnTo>
                    <a:pt x="2357075" y="2986115"/>
                  </a:lnTo>
                  <a:lnTo>
                    <a:pt x="2357201" y="2986115"/>
                  </a:lnTo>
                  <a:lnTo>
                    <a:pt x="2357328" y="2986115"/>
                  </a:lnTo>
                  <a:lnTo>
                    <a:pt x="2357454" y="2986115"/>
                  </a:lnTo>
                  <a:lnTo>
                    <a:pt x="2357580" y="2986115"/>
                  </a:lnTo>
                  <a:lnTo>
                    <a:pt x="2357706" y="2986115"/>
                  </a:lnTo>
                  <a:lnTo>
                    <a:pt x="2357833" y="2986115"/>
                  </a:lnTo>
                  <a:lnTo>
                    <a:pt x="2357959" y="2986115"/>
                  </a:lnTo>
                  <a:lnTo>
                    <a:pt x="2358085" y="2986115"/>
                  </a:lnTo>
                  <a:lnTo>
                    <a:pt x="2358211" y="2986115"/>
                  </a:lnTo>
                  <a:lnTo>
                    <a:pt x="2358338" y="2986115"/>
                  </a:lnTo>
                  <a:lnTo>
                    <a:pt x="2358464" y="2986115"/>
                  </a:lnTo>
                  <a:lnTo>
                    <a:pt x="2358590" y="2986115"/>
                  </a:lnTo>
                  <a:lnTo>
                    <a:pt x="2358716" y="2986115"/>
                  </a:lnTo>
                  <a:lnTo>
                    <a:pt x="2358843" y="2986115"/>
                  </a:lnTo>
                  <a:lnTo>
                    <a:pt x="2358969" y="2986115"/>
                  </a:lnTo>
                  <a:lnTo>
                    <a:pt x="2359095" y="2986115"/>
                  </a:lnTo>
                  <a:lnTo>
                    <a:pt x="2359221" y="2986115"/>
                  </a:lnTo>
                  <a:lnTo>
                    <a:pt x="2359348" y="2986115"/>
                  </a:lnTo>
                  <a:lnTo>
                    <a:pt x="2359474" y="2986115"/>
                  </a:lnTo>
                  <a:lnTo>
                    <a:pt x="2359600" y="2986115"/>
                  </a:lnTo>
                  <a:lnTo>
                    <a:pt x="2359726" y="2986115"/>
                  </a:lnTo>
                  <a:lnTo>
                    <a:pt x="2359853" y="2986115"/>
                  </a:lnTo>
                  <a:lnTo>
                    <a:pt x="2359979" y="2986115"/>
                  </a:lnTo>
                  <a:lnTo>
                    <a:pt x="2359979" y="2981204"/>
                  </a:lnTo>
                  <a:lnTo>
                    <a:pt x="2360105" y="2981204"/>
                  </a:lnTo>
                  <a:lnTo>
                    <a:pt x="2360231" y="2981204"/>
                  </a:lnTo>
                  <a:lnTo>
                    <a:pt x="2360358" y="2981204"/>
                  </a:lnTo>
                  <a:lnTo>
                    <a:pt x="2360484" y="2981204"/>
                  </a:lnTo>
                  <a:lnTo>
                    <a:pt x="2360610" y="2981204"/>
                  </a:lnTo>
                  <a:lnTo>
                    <a:pt x="2360736" y="2981204"/>
                  </a:lnTo>
                  <a:lnTo>
                    <a:pt x="2360863" y="2981204"/>
                  </a:lnTo>
                  <a:lnTo>
                    <a:pt x="2360989" y="2981204"/>
                  </a:lnTo>
                  <a:lnTo>
                    <a:pt x="2361115" y="2981204"/>
                  </a:lnTo>
                  <a:lnTo>
                    <a:pt x="2361242" y="2981204"/>
                  </a:lnTo>
                  <a:lnTo>
                    <a:pt x="2361368" y="2981204"/>
                  </a:lnTo>
                  <a:lnTo>
                    <a:pt x="2361494" y="2981204"/>
                  </a:lnTo>
                  <a:lnTo>
                    <a:pt x="2361620" y="2981204"/>
                  </a:lnTo>
                  <a:lnTo>
                    <a:pt x="2361747" y="2981204"/>
                  </a:lnTo>
                  <a:lnTo>
                    <a:pt x="2361873" y="2981204"/>
                  </a:lnTo>
                  <a:lnTo>
                    <a:pt x="2361999" y="2981204"/>
                  </a:lnTo>
                  <a:lnTo>
                    <a:pt x="2362125" y="2981204"/>
                  </a:lnTo>
                  <a:lnTo>
                    <a:pt x="2362252" y="2981204"/>
                  </a:lnTo>
                  <a:lnTo>
                    <a:pt x="2362378" y="2981204"/>
                  </a:lnTo>
                  <a:lnTo>
                    <a:pt x="2362504" y="2981204"/>
                  </a:lnTo>
                  <a:lnTo>
                    <a:pt x="2362630" y="2981204"/>
                  </a:lnTo>
                  <a:lnTo>
                    <a:pt x="2362757" y="2981204"/>
                  </a:lnTo>
                  <a:lnTo>
                    <a:pt x="2362883" y="2981204"/>
                  </a:lnTo>
                  <a:lnTo>
                    <a:pt x="2363009" y="2981204"/>
                  </a:lnTo>
                  <a:lnTo>
                    <a:pt x="2363135" y="2981204"/>
                  </a:lnTo>
                  <a:lnTo>
                    <a:pt x="2363262" y="2981204"/>
                  </a:lnTo>
                  <a:lnTo>
                    <a:pt x="2363388" y="2981204"/>
                  </a:lnTo>
                  <a:lnTo>
                    <a:pt x="2363514" y="2981204"/>
                  </a:lnTo>
                  <a:lnTo>
                    <a:pt x="2363640" y="2981204"/>
                  </a:lnTo>
                  <a:lnTo>
                    <a:pt x="2363767" y="2981204"/>
                  </a:lnTo>
                  <a:lnTo>
                    <a:pt x="2363893" y="2981204"/>
                  </a:lnTo>
                  <a:lnTo>
                    <a:pt x="2364019" y="2981204"/>
                  </a:lnTo>
                  <a:lnTo>
                    <a:pt x="2364145" y="2981204"/>
                  </a:lnTo>
                  <a:lnTo>
                    <a:pt x="2364272" y="2981204"/>
                  </a:lnTo>
                  <a:lnTo>
                    <a:pt x="2364398" y="2981204"/>
                  </a:lnTo>
                  <a:lnTo>
                    <a:pt x="2364524" y="2981204"/>
                  </a:lnTo>
                  <a:lnTo>
                    <a:pt x="2364650" y="2981204"/>
                  </a:lnTo>
                  <a:lnTo>
                    <a:pt x="2364777" y="2981204"/>
                  </a:lnTo>
                  <a:lnTo>
                    <a:pt x="2364903" y="2981204"/>
                  </a:lnTo>
                  <a:lnTo>
                    <a:pt x="2365029" y="2981204"/>
                  </a:lnTo>
                  <a:lnTo>
                    <a:pt x="2365155" y="2981204"/>
                  </a:lnTo>
                  <a:lnTo>
                    <a:pt x="2365282" y="2981204"/>
                  </a:lnTo>
                  <a:lnTo>
                    <a:pt x="2365408" y="2981204"/>
                  </a:lnTo>
                  <a:lnTo>
                    <a:pt x="2365534" y="2981204"/>
                  </a:lnTo>
                  <a:lnTo>
                    <a:pt x="2365660" y="2981204"/>
                  </a:lnTo>
                  <a:lnTo>
                    <a:pt x="2365787" y="2981204"/>
                  </a:lnTo>
                  <a:lnTo>
                    <a:pt x="2365913" y="2981204"/>
                  </a:lnTo>
                  <a:lnTo>
                    <a:pt x="2366039" y="2981204"/>
                  </a:lnTo>
                  <a:lnTo>
                    <a:pt x="2366166" y="2981204"/>
                  </a:lnTo>
                  <a:lnTo>
                    <a:pt x="2366292" y="2981204"/>
                  </a:lnTo>
                  <a:lnTo>
                    <a:pt x="2366418" y="2981204"/>
                  </a:lnTo>
                  <a:lnTo>
                    <a:pt x="2366544" y="2981204"/>
                  </a:lnTo>
                  <a:lnTo>
                    <a:pt x="2366671" y="2981204"/>
                  </a:lnTo>
                  <a:lnTo>
                    <a:pt x="2366797" y="2981204"/>
                  </a:lnTo>
                  <a:lnTo>
                    <a:pt x="2366923" y="2981204"/>
                  </a:lnTo>
                  <a:lnTo>
                    <a:pt x="2367049" y="2981204"/>
                  </a:lnTo>
                  <a:lnTo>
                    <a:pt x="2367176" y="2981204"/>
                  </a:lnTo>
                  <a:lnTo>
                    <a:pt x="2367302" y="2981204"/>
                  </a:lnTo>
                  <a:lnTo>
                    <a:pt x="2367428" y="2981204"/>
                  </a:lnTo>
                  <a:lnTo>
                    <a:pt x="2367554" y="2981204"/>
                  </a:lnTo>
                  <a:lnTo>
                    <a:pt x="2367681" y="2981204"/>
                  </a:lnTo>
                  <a:lnTo>
                    <a:pt x="2367807" y="2981204"/>
                  </a:lnTo>
                  <a:lnTo>
                    <a:pt x="2367933" y="2981204"/>
                  </a:lnTo>
                  <a:lnTo>
                    <a:pt x="2368059" y="2981204"/>
                  </a:lnTo>
                  <a:lnTo>
                    <a:pt x="2368186" y="2981204"/>
                  </a:lnTo>
                  <a:lnTo>
                    <a:pt x="2368312" y="2981204"/>
                  </a:lnTo>
                  <a:lnTo>
                    <a:pt x="2368438" y="2981204"/>
                  </a:lnTo>
                  <a:lnTo>
                    <a:pt x="2368564" y="2981204"/>
                  </a:lnTo>
                  <a:lnTo>
                    <a:pt x="2368691" y="2981204"/>
                  </a:lnTo>
                  <a:lnTo>
                    <a:pt x="2368817" y="2981204"/>
                  </a:lnTo>
                  <a:lnTo>
                    <a:pt x="2368943" y="2981204"/>
                  </a:lnTo>
                  <a:lnTo>
                    <a:pt x="2369069" y="2981204"/>
                  </a:lnTo>
                  <a:lnTo>
                    <a:pt x="2369196" y="2981204"/>
                  </a:lnTo>
                  <a:lnTo>
                    <a:pt x="2369322" y="2981204"/>
                  </a:lnTo>
                  <a:lnTo>
                    <a:pt x="2369448" y="2981204"/>
                  </a:lnTo>
                  <a:lnTo>
                    <a:pt x="2369574" y="2981204"/>
                  </a:lnTo>
                  <a:lnTo>
                    <a:pt x="2369701" y="2981204"/>
                  </a:lnTo>
                  <a:lnTo>
                    <a:pt x="2369827" y="2981204"/>
                  </a:lnTo>
                  <a:lnTo>
                    <a:pt x="2369953" y="2981204"/>
                  </a:lnTo>
                  <a:lnTo>
                    <a:pt x="2370079" y="2981204"/>
                  </a:lnTo>
                  <a:lnTo>
                    <a:pt x="2370206" y="2981204"/>
                  </a:lnTo>
                  <a:lnTo>
                    <a:pt x="2370332" y="2981204"/>
                  </a:lnTo>
                  <a:lnTo>
                    <a:pt x="2370458" y="2981204"/>
                  </a:lnTo>
                  <a:lnTo>
                    <a:pt x="2370584" y="2981204"/>
                  </a:lnTo>
                  <a:lnTo>
                    <a:pt x="2370711" y="2981204"/>
                  </a:lnTo>
                  <a:lnTo>
                    <a:pt x="2370837" y="2981204"/>
                  </a:lnTo>
                  <a:lnTo>
                    <a:pt x="2370963" y="2981204"/>
                  </a:lnTo>
                  <a:lnTo>
                    <a:pt x="2371089" y="2981204"/>
                  </a:lnTo>
                  <a:lnTo>
                    <a:pt x="2371216" y="2981204"/>
                  </a:lnTo>
                  <a:lnTo>
                    <a:pt x="2371342" y="2981204"/>
                  </a:lnTo>
                  <a:lnTo>
                    <a:pt x="2371468" y="2981204"/>
                  </a:lnTo>
                  <a:lnTo>
                    <a:pt x="2371595" y="2981204"/>
                  </a:lnTo>
                  <a:lnTo>
                    <a:pt x="2371721" y="2981204"/>
                  </a:lnTo>
                  <a:lnTo>
                    <a:pt x="2371847" y="2981204"/>
                  </a:lnTo>
                  <a:lnTo>
                    <a:pt x="2371973" y="2981204"/>
                  </a:lnTo>
                  <a:lnTo>
                    <a:pt x="2372100" y="2981204"/>
                  </a:lnTo>
                  <a:lnTo>
                    <a:pt x="2372226" y="2981204"/>
                  </a:lnTo>
                  <a:lnTo>
                    <a:pt x="2372352" y="2981204"/>
                  </a:lnTo>
                  <a:lnTo>
                    <a:pt x="2372478" y="2981204"/>
                  </a:lnTo>
                  <a:lnTo>
                    <a:pt x="2372605" y="2981204"/>
                  </a:lnTo>
                  <a:lnTo>
                    <a:pt x="2372731" y="2981204"/>
                  </a:lnTo>
                  <a:lnTo>
                    <a:pt x="2372857" y="2981204"/>
                  </a:lnTo>
                  <a:lnTo>
                    <a:pt x="2372983" y="2981204"/>
                  </a:lnTo>
                  <a:lnTo>
                    <a:pt x="2373110" y="2981204"/>
                  </a:lnTo>
                  <a:lnTo>
                    <a:pt x="2373236" y="2981204"/>
                  </a:lnTo>
                  <a:lnTo>
                    <a:pt x="2373362" y="2981204"/>
                  </a:lnTo>
                  <a:lnTo>
                    <a:pt x="2373488" y="2981204"/>
                  </a:lnTo>
                  <a:lnTo>
                    <a:pt x="2373615" y="2981204"/>
                  </a:lnTo>
                  <a:lnTo>
                    <a:pt x="2373741" y="2981204"/>
                  </a:lnTo>
                  <a:lnTo>
                    <a:pt x="2373867" y="2981204"/>
                  </a:lnTo>
                  <a:lnTo>
                    <a:pt x="2373993" y="2981204"/>
                  </a:lnTo>
                  <a:lnTo>
                    <a:pt x="2374120" y="2981204"/>
                  </a:lnTo>
                  <a:lnTo>
                    <a:pt x="2374246" y="2981204"/>
                  </a:lnTo>
                  <a:lnTo>
                    <a:pt x="2374372" y="2981204"/>
                  </a:lnTo>
                  <a:lnTo>
                    <a:pt x="2374498" y="2981204"/>
                  </a:lnTo>
                  <a:lnTo>
                    <a:pt x="2374625" y="2981204"/>
                  </a:lnTo>
                  <a:lnTo>
                    <a:pt x="2374751" y="2981204"/>
                  </a:lnTo>
                  <a:lnTo>
                    <a:pt x="2374877" y="2981204"/>
                  </a:lnTo>
                  <a:lnTo>
                    <a:pt x="2375003" y="2981204"/>
                  </a:lnTo>
                  <a:lnTo>
                    <a:pt x="2375130" y="2981204"/>
                  </a:lnTo>
                  <a:lnTo>
                    <a:pt x="2375256" y="2981204"/>
                  </a:lnTo>
                  <a:lnTo>
                    <a:pt x="2375382" y="2981204"/>
                  </a:lnTo>
                  <a:lnTo>
                    <a:pt x="2375508" y="2981204"/>
                  </a:lnTo>
                  <a:lnTo>
                    <a:pt x="2375635" y="2981204"/>
                  </a:lnTo>
                  <a:lnTo>
                    <a:pt x="2375761" y="2981204"/>
                  </a:lnTo>
                  <a:lnTo>
                    <a:pt x="2375887" y="2981204"/>
                  </a:lnTo>
                  <a:lnTo>
                    <a:pt x="2376013" y="2981204"/>
                  </a:lnTo>
                  <a:lnTo>
                    <a:pt x="2376140" y="2981204"/>
                  </a:lnTo>
                  <a:lnTo>
                    <a:pt x="2376266" y="2981204"/>
                  </a:lnTo>
                  <a:lnTo>
                    <a:pt x="2376392" y="2981204"/>
                  </a:lnTo>
                  <a:lnTo>
                    <a:pt x="2376519" y="2981204"/>
                  </a:lnTo>
                  <a:lnTo>
                    <a:pt x="2376645" y="2981204"/>
                  </a:lnTo>
                  <a:lnTo>
                    <a:pt x="2376771" y="2981204"/>
                  </a:lnTo>
                  <a:lnTo>
                    <a:pt x="2376897" y="2981204"/>
                  </a:lnTo>
                  <a:lnTo>
                    <a:pt x="2377024" y="2981204"/>
                  </a:lnTo>
                  <a:lnTo>
                    <a:pt x="2377150" y="2981204"/>
                  </a:lnTo>
                  <a:lnTo>
                    <a:pt x="2377276" y="2981204"/>
                  </a:lnTo>
                  <a:lnTo>
                    <a:pt x="2377402" y="2981204"/>
                  </a:lnTo>
                  <a:lnTo>
                    <a:pt x="2377529" y="2981204"/>
                  </a:lnTo>
                  <a:lnTo>
                    <a:pt x="2377655" y="2981204"/>
                  </a:lnTo>
                  <a:lnTo>
                    <a:pt x="2377781" y="2981204"/>
                  </a:lnTo>
                  <a:lnTo>
                    <a:pt x="2377907" y="2981204"/>
                  </a:lnTo>
                  <a:lnTo>
                    <a:pt x="2378034" y="2981204"/>
                  </a:lnTo>
                  <a:lnTo>
                    <a:pt x="2378160" y="2981204"/>
                  </a:lnTo>
                  <a:lnTo>
                    <a:pt x="2378286" y="2981204"/>
                  </a:lnTo>
                  <a:lnTo>
                    <a:pt x="2378412" y="2981204"/>
                  </a:lnTo>
                  <a:lnTo>
                    <a:pt x="2378539" y="2981204"/>
                  </a:lnTo>
                  <a:lnTo>
                    <a:pt x="2378665" y="2981204"/>
                  </a:lnTo>
                  <a:lnTo>
                    <a:pt x="2378791" y="2981204"/>
                  </a:lnTo>
                  <a:lnTo>
                    <a:pt x="2378917" y="2981204"/>
                  </a:lnTo>
                  <a:lnTo>
                    <a:pt x="2379044" y="2981204"/>
                  </a:lnTo>
                  <a:lnTo>
                    <a:pt x="2379170" y="2981204"/>
                  </a:lnTo>
                  <a:lnTo>
                    <a:pt x="2379296" y="2981204"/>
                  </a:lnTo>
                  <a:lnTo>
                    <a:pt x="2379422" y="2981204"/>
                  </a:lnTo>
                  <a:lnTo>
                    <a:pt x="2379549" y="2981204"/>
                  </a:lnTo>
                  <a:lnTo>
                    <a:pt x="2379675" y="2981204"/>
                  </a:lnTo>
                  <a:lnTo>
                    <a:pt x="2379801" y="2981204"/>
                  </a:lnTo>
                  <a:lnTo>
                    <a:pt x="2379927" y="2981204"/>
                  </a:lnTo>
                  <a:lnTo>
                    <a:pt x="2380054" y="2981204"/>
                  </a:lnTo>
                  <a:lnTo>
                    <a:pt x="2380180" y="2981204"/>
                  </a:lnTo>
                  <a:lnTo>
                    <a:pt x="2380306" y="2981204"/>
                  </a:lnTo>
                  <a:lnTo>
                    <a:pt x="2380432" y="2981204"/>
                  </a:lnTo>
                  <a:lnTo>
                    <a:pt x="2380559" y="2981204"/>
                  </a:lnTo>
                  <a:lnTo>
                    <a:pt x="2380685" y="2981204"/>
                  </a:lnTo>
                  <a:lnTo>
                    <a:pt x="2380811" y="2981204"/>
                  </a:lnTo>
                  <a:lnTo>
                    <a:pt x="2380937" y="2981204"/>
                  </a:lnTo>
                  <a:lnTo>
                    <a:pt x="2381064" y="2981204"/>
                  </a:lnTo>
                  <a:lnTo>
                    <a:pt x="2381190" y="2981204"/>
                  </a:lnTo>
                  <a:lnTo>
                    <a:pt x="2381316" y="2981204"/>
                  </a:lnTo>
                  <a:lnTo>
                    <a:pt x="2381443" y="2981204"/>
                  </a:lnTo>
                  <a:lnTo>
                    <a:pt x="2381569" y="2981204"/>
                  </a:lnTo>
                  <a:lnTo>
                    <a:pt x="2381695" y="2981204"/>
                  </a:lnTo>
                  <a:lnTo>
                    <a:pt x="2381821" y="2981204"/>
                  </a:lnTo>
                  <a:lnTo>
                    <a:pt x="2381948" y="2981204"/>
                  </a:lnTo>
                  <a:lnTo>
                    <a:pt x="2382074" y="2981204"/>
                  </a:lnTo>
                  <a:lnTo>
                    <a:pt x="2382200" y="2981204"/>
                  </a:lnTo>
                  <a:lnTo>
                    <a:pt x="2382326" y="2981204"/>
                  </a:lnTo>
                  <a:lnTo>
                    <a:pt x="2382453" y="2981204"/>
                  </a:lnTo>
                  <a:lnTo>
                    <a:pt x="2382579" y="2981204"/>
                  </a:lnTo>
                  <a:lnTo>
                    <a:pt x="2382705" y="2981204"/>
                  </a:lnTo>
                  <a:lnTo>
                    <a:pt x="2382831" y="2981204"/>
                  </a:lnTo>
                  <a:lnTo>
                    <a:pt x="2382958" y="2981204"/>
                  </a:lnTo>
                  <a:lnTo>
                    <a:pt x="2383084" y="2981204"/>
                  </a:lnTo>
                  <a:lnTo>
                    <a:pt x="2383210" y="2981204"/>
                  </a:lnTo>
                  <a:lnTo>
                    <a:pt x="2383336" y="2981204"/>
                  </a:lnTo>
                  <a:lnTo>
                    <a:pt x="2383463" y="2981204"/>
                  </a:lnTo>
                  <a:lnTo>
                    <a:pt x="2383589" y="2981204"/>
                  </a:lnTo>
                  <a:lnTo>
                    <a:pt x="2383715" y="2981204"/>
                  </a:lnTo>
                  <a:lnTo>
                    <a:pt x="2383841" y="2981204"/>
                  </a:lnTo>
                  <a:lnTo>
                    <a:pt x="2383968" y="2981204"/>
                  </a:lnTo>
                  <a:lnTo>
                    <a:pt x="2384094" y="2981204"/>
                  </a:lnTo>
                  <a:lnTo>
                    <a:pt x="2384220" y="2981204"/>
                  </a:lnTo>
                  <a:lnTo>
                    <a:pt x="2384346" y="2981204"/>
                  </a:lnTo>
                  <a:lnTo>
                    <a:pt x="2384473" y="2981204"/>
                  </a:lnTo>
                  <a:lnTo>
                    <a:pt x="2384599" y="2981204"/>
                  </a:lnTo>
                  <a:lnTo>
                    <a:pt x="2384725" y="2981204"/>
                  </a:lnTo>
                  <a:lnTo>
                    <a:pt x="2384851" y="2981204"/>
                  </a:lnTo>
                  <a:lnTo>
                    <a:pt x="2384978" y="2981204"/>
                  </a:lnTo>
                  <a:lnTo>
                    <a:pt x="2385104" y="2981204"/>
                  </a:lnTo>
                  <a:lnTo>
                    <a:pt x="2385230" y="2981204"/>
                  </a:lnTo>
                  <a:lnTo>
                    <a:pt x="2385356" y="2981204"/>
                  </a:lnTo>
                  <a:lnTo>
                    <a:pt x="2385483" y="2981204"/>
                  </a:lnTo>
                  <a:lnTo>
                    <a:pt x="2385609" y="2981204"/>
                  </a:lnTo>
                  <a:lnTo>
                    <a:pt x="2385735" y="2981204"/>
                  </a:lnTo>
                  <a:lnTo>
                    <a:pt x="2385861" y="2981204"/>
                  </a:lnTo>
                  <a:lnTo>
                    <a:pt x="2385988" y="2981204"/>
                  </a:lnTo>
                  <a:lnTo>
                    <a:pt x="2386114" y="2981204"/>
                  </a:lnTo>
                  <a:lnTo>
                    <a:pt x="2386240" y="2981204"/>
                  </a:lnTo>
                  <a:lnTo>
                    <a:pt x="2386366" y="2981204"/>
                  </a:lnTo>
                  <a:lnTo>
                    <a:pt x="2386493" y="2981204"/>
                  </a:lnTo>
                  <a:lnTo>
                    <a:pt x="2386619" y="2981204"/>
                  </a:lnTo>
                  <a:lnTo>
                    <a:pt x="2386745" y="2981204"/>
                  </a:lnTo>
                  <a:lnTo>
                    <a:pt x="2386872" y="2981204"/>
                  </a:lnTo>
                  <a:lnTo>
                    <a:pt x="2386998" y="2981204"/>
                  </a:lnTo>
                  <a:lnTo>
                    <a:pt x="2387124" y="2981204"/>
                  </a:lnTo>
                  <a:lnTo>
                    <a:pt x="2387250" y="2981204"/>
                  </a:lnTo>
                  <a:lnTo>
                    <a:pt x="2387377" y="2981204"/>
                  </a:lnTo>
                  <a:lnTo>
                    <a:pt x="2387503" y="2981204"/>
                  </a:lnTo>
                  <a:lnTo>
                    <a:pt x="2387629" y="2981204"/>
                  </a:lnTo>
                  <a:lnTo>
                    <a:pt x="2387755" y="2981204"/>
                  </a:lnTo>
                  <a:lnTo>
                    <a:pt x="2387882" y="2981204"/>
                  </a:lnTo>
                  <a:lnTo>
                    <a:pt x="2388008" y="2981204"/>
                  </a:lnTo>
                  <a:lnTo>
                    <a:pt x="2388134" y="2981204"/>
                  </a:lnTo>
                  <a:lnTo>
                    <a:pt x="2388260" y="2981204"/>
                  </a:lnTo>
                  <a:lnTo>
                    <a:pt x="2388387" y="2981204"/>
                  </a:lnTo>
                  <a:lnTo>
                    <a:pt x="2388513" y="2981204"/>
                  </a:lnTo>
                  <a:lnTo>
                    <a:pt x="2388639" y="2981204"/>
                  </a:lnTo>
                  <a:lnTo>
                    <a:pt x="2388765" y="2981204"/>
                  </a:lnTo>
                  <a:lnTo>
                    <a:pt x="2388892" y="2981204"/>
                  </a:lnTo>
                  <a:lnTo>
                    <a:pt x="2389018" y="2981204"/>
                  </a:lnTo>
                  <a:lnTo>
                    <a:pt x="2389144" y="2981204"/>
                  </a:lnTo>
                  <a:lnTo>
                    <a:pt x="2389270" y="2981204"/>
                  </a:lnTo>
                  <a:lnTo>
                    <a:pt x="2389397" y="2981204"/>
                  </a:lnTo>
                  <a:lnTo>
                    <a:pt x="2389523" y="2981204"/>
                  </a:lnTo>
                  <a:lnTo>
                    <a:pt x="2389649" y="2981204"/>
                  </a:lnTo>
                  <a:lnTo>
                    <a:pt x="2389775" y="2981204"/>
                  </a:lnTo>
                  <a:lnTo>
                    <a:pt x="2389902" y="2981204"/>
                  </a:lnTo>
                  <a:lnTo>
                    <a:pt x="2390028" y="2981204"/>
                  </a:lnTo>
                  <a:lnTo>
                    <a:pt x="2390154" y="2981204"/>
                  </a:lnTo>
                  <a:lnTo>
                    <a:pt x="2390280" y="2981204"/>
                  </a:lnTo>
                  <a:lnTo>
                    <a:pt x="2390407" y="2981204"/>
                  </a:lnTo>
                  <a:lnTo>
                    <a:pt x="2390533" y="2981204"/>
                  </a:lnTo>
                  <a:lnTo>
                    <a:pt x="2390659" y="2981204"/>
                  </a:lnTo>
                  <a:lnTo>
                    <a:pt x="2390785" y="2981204"/>
                  </a:lnTo>
                  <a:lnTo>
                    <a:pt x="2390912" y="2981204"/>
                  </a:lnTo>
                  <a:lnTo>
                    <a:pt x="2391038" y="2981204"/>
                  </a:lnTo>
                  <a:lnTo>
                    <a:pt x="2391164" y="2981204"/>
                  </a:lnTo>
                  <a:lnTo>
                    <a:pt x="2391290" y="2981204"/>
                  </a:lnTo>
                  <a:lnTo>
                    <a:pt x="2391417" y="2981204"/>
                  </a:lnTo>
                  <a:lnTo>
                    <a:pt x="2391543" y="2981204"/>
                  </a:lnTo>
                  <a:lnTo>
                    <a:pt x="2391669" y="2981204"/>
                  </a:lnTo>
                  <a:lnTo>
                    <a:pt x="2391796" y="2981204"/>
                  </a:lnTo>
                  <a:lnTo>
                    <a:pt x="2391922" y="2981204"/>
                  </a:lnTo>
                  <a:lnTo>
                    <a:pt x="2392048" y="2981204"/>
                  </a:lnTo>
                  <a:lnTo>
                    <a:pt x="2392174" y="2981204"/>
                  </a:lnTo>
                  <a:lnTo>
                    <a:pt x="2392301" y="2981204"/>
                  </a:lnTo>
                  <a:lnTo>
                    <a:pt x="2392301" y="2976293"/>
                  </a:lnTo>
                  <a:lnTo>
                    <a:pt x="2392427" y="2976293"/>
                  </a:lnTo>
                  <a:lnTo>
                    <a:pt x="2392553" y="2976293"/>
                  </a:lnTo>
                  <a:lnTo>
                    <a:pt x="2392679" y="2976293"/>
                  </a:lnTo>
                  <a:lnTo>
                    <a:pt x="2392806" y="2976293"/>
                  </a:lnTo>
                  <a:lnTo>
                    <a:pt x="2392932" y="2976293"/>
                  </a:lnTo>
                  <a:lnTo>
                    <a:pt x="2393058" y="2976293"/>
                  </a:lnTo>
                  <a:lnTo>
                    <a:pt x="2393184" y="2976293"/>
                  </a:lnTo>
                  <a:lnTo>
                    <a:pt x="2393311" y="2976293"/>
                  </a:lnTo>
                  <a:lnTo>
                    <a:pt x="2393437" y="2976293"/>
                  </a:lnTo>
                  <a:lnTo>
                    <a:pt x="2393563" y="2976293"/>
                  </a:lnTo>
                  <a:lnTo>
                    <a:pt x="2393689" y="2976293"/>
                  </a:lnTo>
                  <a:lnTo>
                    <a:pt x="2393816" y="2976293"/>
                  </a:lnTo>
                  <a:lnTo>
                    <a:pt x="2393942" y="2976293"/>
                  </a:lnTo>
                  <a:lnTo>
                    <a:pt x="2394068" y="2976293"/>
                  </a:lnTo>
                  <a:lnTo>
                    <a:pt x="2394194" y="2976293"/>
                  </a:lnTo>
                  <a:lnTo>
                    <a:pt x="2394321" y="2976293"/>
                  </a:lnTo>
                  <a:lnTo>
                    <a:pt x="2394447" y="2976293"/>
                  </a:lnTo>
                  <a:lnTo>
                    <a:pt x="2394573" y="2976293"/>
                  </a:lnTo>
                  <a:lnTo>
                    <a:pt x="2394699" y="2976293"/>
                  </a:lnTo>
                  <a:lnTo>
                    <a:pt x="2394826" y="2976293"/>
                  </a:lnTo>
                  <a:lnTo>
                    <a:pt x="2394952" y="2976293"/>
                  </a:lnTo>
                  <a:lnTo>
                    <a:pt x="2395078" y="2976293"/>
                  </a:lnTo>
                  <a:lnTo>
                    <a:pt x="2395204" y="2976293"/>
                  </a:lnTo>
                  <a:lnTo>
                    <a:pt x="2395331" y="2976293"/>
                  </a:lnTo>
                  <a:lnTo>
                    <a:pt x="2395457" y="2976293"/>
                  </a:lnTo>
                  <a:lnTo>
                    <a:pt x="2395583" y="2976293"/>
                  </a:lnTo>
                  <a:lnTo>
                    <a:pt x="2395709" y="2976293"/>
                  </a:lnTo>
                  <a:lnTo>
                    <a:pt x="2395836" y="2976293"/>
                  </a:lnTo>
                  <a:lnTo>
                    <a:pt x="2395962" y="2976293"/>
                  </a:lnTo>
                  <a:lnTo>
                    <a:pt x="2396088" y="2976293"/>
                  </a:lnTo>
                  <a:lnTo>
                    <a:pt x="2396214" y="2976293"/>
                  </a:lnTo>
                  <a:lnTo>
                    <a:pt x="2396341" y="2976293"/>
                  </a:lnTo>
                  <a:lnTo>
                    <a:pt x="2396467" y="2976293"/>
                  </a:lnTo>
                  <a:lnTo>
                    <a:pt x="2396593" y="2976293"/>
                  </a:lnTo>
                  <a:lnTo>
                    <a:pt x="2396719" y="2976293"/>
                  </a:lnTo>
                  <a:lnTo>
                    <a:pt x="2396846" y="2976293"/>
                  </a:lnTo>
                  <a:lnTo>
                    <a:pt x="2396972" y="2976293"/>
                  </a:lnTo>
                  <a:lnTo>
                    <a:pt x="2397098" y="2976293"/>
                  </a:lnTo>
                  <a:lnTo>
                    <a:pt x="2397225" y="2976293"/>
                  </a:lnTo>
                  <a:lnTo>
                    <a:pt x="2397351" y="2976293"/>
                  </a:lnTo>
                  <a:lnTo>
                    <a:pt x="2397477" y="2976293"/>
                  </a:lnTo>
                  <a:lnTo>
                    <a:pt x="2397603" y="2976293"/>
                  </a:lnTo>
                  <a:lnTo>
                    <a:pt x="2397730" y="2976293"/>
                  </a:lnTo>
                  <a:lnTo>
                    <a:pt x="2397856" y="2976293"/>
                  </a:lnTo>
                  <a:lnTo>
                    <a:pt x="2397982" y="2976293"/>
                  </a:lnTo>
                  <a:lnTo>
                    <a:pt x="2398108" y="2976293"/>
                  </a:lnTo>
                  <a:lnTo>
                    <a:pt x="2398235" y="2976293"/>
                  </a:lnTo>
                  <a:lnTo>
                    <a:pt x="2398361" y="2976293"/>
                  </a:lnTo>
                  <a:lnTo>
                    <a:pt x="2398487" y="2976293"/>
                  </a:lnTo>
                  <a:lnTo>
                    <a:pt x="2398613" y="2976293"/>
                  </a:lnTo>
                  <a:lnTo>
                    <a:pt x="2398740" y="2976293"/>
                  </a:lnTo>
                  <a:lnTo>
                    <a:pt x="2398866" y="2976293"/>
                  </a:lnTo>
                  <a:lnTo>
                    <a:pt x="2398992" y="2976293"/>
                  </a:lnTo>
                  <a:lnTo>
                    <a:pt x="2399118" y="2976293"/>
                  </a:lnTo>
                  <a:lnTo>
                    <a:pt x="2399245" y="2976293"/>
                  </a:lnTo>
                  <a:lnTo>
                    <a:pt x="2399371" y="2976293"/>
                  </a:lnTo>
                  <a:lnTo>
                    <a:pt x="2399497" y="2976293"/>
                  </a:lnTo>
                  <a:lnTo>
                    <a:pt x="2399623" y="2976293"/>
                  </a:lnTo>
                  <a:lnTo>
                    <a:pt x="2399750" y="2976293"/>
                  </a:lnTo>
                  <a:lnTo>
                    <a:pt x="2399876" y="2976293"/>
                  </a:lnTo>
                  <a:lnTo>
                    <a:pt x="2400002" y="2976293"/>
                  </a:lnTo>
                  <a:lnTo>
                    <a:pt x="2400128" y="2976293"/>
                  </a:lnTo>
                  <a:lnTo>
                    <a:pt x="2400255" y="2976293"/>
                  </a:lnTo>
                  <a:lnTo>
                    <a:pt x="2400381" y="2976293"/>
                  </a:lnTo>
                  <a:lnTo>
                    <a:pt x="2400507" y="2976293"/>
                  </a:lnTo>
                  <a:lnTo>
                    <a:pt x="2400633" y="2976293"/>
                  </a:lnTo>
                  <a:lnTo>
                    <a:pt x="2400760" y="2976293"/>
                  </a:lnTo>
                  <a:lnTo>
                    <a:pt x="2400886" y="2976293"/>
                  </a:lnTo>
                  <a:lnTo>
                    <a:pt x="2401012" y="2976293"/>
                  </a:lnTo>
                  <a:lnTo>
                    <a:pt x="2401138" y="2976293"/>
                  </a:lnTo>
                  <a:lnTo>
                    <a:pt x="2401265" y="2976293"/>
                  </a:lnTo>
                  <a:lnTo>
                    <a:pt x="2401391" y="2976293"/>
                  </a:lnTo>
                  <a:lnTo>
                    <a:pt x="2401517" y="2976293"/>
                  </a:lnTo>
                  <a:lnTo>
                    <a:pt x="2401643" y="2976293"/>
                  </a:lnTo>
                  <a:lnTo>
                    <a:pt x="2401770" y="2976293"/>
                  </a:lnTo>
                  <a:lnTo>
                    <a:pt x="2401770" y="2971381"/>
                  </a:lnTo>
                  <a:lnTo>
                    <a:pt x="2401896" y="2971381"/>
                  </a:lnTo>
                  <a:lnTo>
                    <a:pt x="2402022" y="2971381"/>
                  </a:lnTo>
                  <a:lnTo>
                    <a:pt x="2402149" y="2971381"/>
                  </a:lnTo>
                  <a:lnTo>
                    <a:pt x="2402275" y="2971381"/>
                  </a:lnTo>
                  <a:lnTo>
                    <a:pt x="2402401" y="2971381"/>
                  </a:lnTo>
                  <a:lnTo>
                    <a:pt x="2402527" y="2971381"/>
                  </a:lnTo>
                  <a:lnTo>
                    <a:pt x="2402654" y="2971381"/>
                  </a:lnTo>
                  <a:lnTo>
                    <a:pt x="2402780" y="2971381"/>
                  </a:lnTo>
                  <a:lnTo>
                    <a:pt x="2402906" y="2971381"/>
                  </a:lnTo>
                  <a:lnTo>
                    <a:pt x="2403032" y="2971381"/>
                  </a:lnTo>
                  <a:lnTo>
                    <a:pt x="2403159" y="2971381"/>
                  </a:lnTo>
                  <a:lnTo>
                    <a:pt x="2403285" y="2971381"/>
                  </a:lnTo>
                  <a:lnTo>
                    <a:pt x="2403411" y="2971381"/>
                  </a:lnTo>
                  <a:lnTo>
                    <a:pt x="2403537" y="2971381"/>
                  </a:lnTo>
                  <a:lnTo>
                    <a:pt x="2403664" y="2971381"/>
                  </a:lnTo>
                  <a:lnTo>
                    <a:pt x="2403790" y="2971381"/>
                  </a:lnTo>
                  <a:lnTo>
                    <a:pt x="2403916" y="2971381"/>
                  </a:lnTo>
                  <a:lnTo>
                    <a:pt x="2404042" y="2971381"/>
                  </a:lnTo>
                  <a:lnTo>
                    <a:pt x="2404169" y="2971381"/>
                  </a:lnTo>
                  <a:lnTo>
                    <a:pt x="2404295" y="2971381"/>
                  </a:lnTo>
                  <a:lnTo>
                    <a:pt x="2404295" y="2966470"/>
                  </a:lnTo>
                  <a:lnTo>
                    <a:pt x="2404421" y="2966470"/>
                  </a:lnTo>
                  <a:lnTo>
                    <a:pt x="2404547" y="2966470"/>
                  </a:lnTo>
                  <a:lnTo>
                    <a:pt x="2404674" y="2966470"/>
                  </a:lnTo>
                  <a:lnTo>
                    <a:pt x="2404800" y="2966470"/>
                  </a:lnTo>
                  <a:lnTo>
                    <a:pt x="2404926" y="2966470"/>
                  </a:lnTo>
                  <a:lnTo>
                    <a:pt x="2405052" y="2966470"/>
                  </a:lnTo>
                  <a:lnTo>
                    <a:pt x="2405179" y="2966470"/>
                  </a:lnTo>
                  <a:lnTo>
                    <a:pt x="2405305" y="2966470"/>
                  </a:lnTo>
                  <a:lnTo>
                    <a:pt x="2405431" y="2966470"/>
                  </a:lnTo>
                  <a:lnTo>
                    <a:pt x="2405557" y="2966470"/>
                  </a:lnTo>
                  <a:lnTo>
                    <a:pt x="2405684" y="2966470"/>
                  </a:lnTo>
                  <a:lnTo>
                    <a:pt x="2405810" y="2966470"/>
                  </a:lnTo>
                  <a:lnTo>
                    <a:pt x="2405936" y="2966470"/>
                  </a:lnTo>
                  <a:lnTo>
                    <a:pt x="2406062" y="2966470"/>
                  </a:lnTo>
                  <a:lnTo>
                    <a:pt x="2406189" y="2966470"/>
                  </a:lnTo>
                  <a:lnTo>
                    <a:pt x="2406315" y="2966470"/>
                  </a:lnTo>
                  <a:lnTo>
                    <a:pt x="2406441" y="2966470"/>
                  </a:lnTo>
                  <a:lnTo>
                    <a:pt x="2406567" y="2966470"/>
                  </a:lnTo>
                  <a:lnTo>
                    <a:pt x="2406694" y="2966470"/>
                  </a:lnTo>
                  <a:lnTo>
                    <a:pt x="2406820" y="2966470"/>
                  </a:lnTo>
                  <a:lnTo>
                    <a:pt x="2406946" y="2966470"/>
                  </a:lnTo>
                  <a:lnTo>
                    <a:pt x="2407072" y="2966470"/>
                  </a:lnTo>
                  <a:lnTo>
                    <a:pt x="2407199" y="2966470"/>
                  </a:lnTo>
                  <a:lnTo>
                    <a:pt x="2407325" y="2966470"/>
                  </a:lnTo>
                  <a:lnTo>
                    <a:pt x="2407451" y="2966470"/>
                  </a:lnTo>
                  <a:lnTo>
                    <a:pt x="2407578" y="2966470"/>
                  </a:lnTo>
                  <a:lnTo>
                    <a:pt x="2407704" y="2966470"/>
                  </a:lnTo>
                  <a:lnTo>
                    <a:pt x="2407830" y="2966470"/>
                  </a:lnTo>
                  <a:lnTo>
                    <a:pt x="2407956" y="2966470"/>
                  </a:lnTo>
                  <a:lnTo>
                    <a:pt x="2408083" y="2966470"/>
                  </a:lnTo>
                  <a:lnTo>
                    <a:pt x="2408209" y="2966470"/>
                  </a:lnTo>
                  <a:lnTo>
                    <a:pt x="2408335" y="2966470"/>
                  </a:lnTo>
                  <a:lnTo>
                    <a:pt x="2408461" y="2966470"/>
                  </a:lnTo>
                  <a:lnTo>
                    <a:pt x="2408588" y="2966470"/>
                  </a:lnTo>
                  <a:lnTo>
                    <a:pt x="2408714" y="2966470"/>
                  </a:lnTo>
                  <a:lnTo>
                    <a:pt x="2408840" y="2966470"/>
                  </a:lnTo>
                  <a:lnTo>
                    <a:pt x="2408966" y="2966470"/>
                  </a:lnTo>
                  <a:lnTo>
                    <a:pt x="2409093" y="2966470"/>
                  </a:lnTo>
                  <a:lnTo>
                    <a:pt x="2409219" y="2966470"/>
                  </a:lnTo>
                  <a:lnTo>
                    <a:pt x="2409345" y="2966470"/>
                  </a:lnTo>
                  <a:lnTo>
                    <a:pt x="2409471" y="2966470"/>
                  </a:lnTo>
                  <a:lnTo>
                    <a:pt x="2409598" y="2966470"/>
                  </a:lnTo>
                  <a:lnTo>
                    <a:pt x="2409724" y="2966470"/>
                  </a:lnTo>
                  <a:lnTo>
                    <a:pt x="2409850" y="2966470"/>
                  </a:lnTo>
                  <a:lnTo>
                    <a:pt x="2409976" y="2966470"/>
                  </a:lnTo>
                  <a:lnTo>
                    <a:pt x="2410103" y="2966470"/>
                  </a:lnTo>
                  <a:lnTo>
                    <a:pt x="2410229" y="2966470"/>
                  </a:lnTo>
                  <a:lnTo>
                    <a:pt x="2410355" y="2966470"/>
                  </a:lnTo>
                  <a:lnTo>
                    <a:pt x="2410481" y="2966470"/>
                  </a:lnTo>
                  <a:lnTo>
                    <a:pt x="2410608" y="2966470"/>
                  </a:lnTo>
                  <a:lnTo>
                    <a:pt x="2410734" y="2966470"/>
                  </a:lnTo>
                  <a:lnTo>
                    <a:pt x="2410860" y="2966470"/>
                  </a:lnTo>
                  <a:lnTo>
                    <a:pt x="2410986" y="2966470"/>
                  </a:lnTo>
                  <a:lnTo>
                    <a:pt x="2411113" y="2966470"/>
                  </a:lnTo>
                  <a:lnTo>
                    <a:pt x="2411239" y="2966470"/>
                  </a:lnTo>
                  <a:lnTo>
                    <a:pt x="2411365" y="2966470"/>
                  </a:lnTo>
                  <a:lnTo>
                    <a:pt x="2411491" y="2966470"/>
                  </a:lnTo>
                  <a:lnTo>
                    <a:pt x="2411618" y="2966470"/>
                  </a:lnTo>
                  <a:lnTo>
                    <a:pt x="2411744" y="2966470"/>
                  </a:lnTo>
                  <a:lnTo>
                    <a:pt x="2411870" y="2966470"/>
                  </a:lnTo>
                  <a:lnTo>
                    <a:pt x="2411996" y="2966470"/>
                  </a:lnTo>
                  <a:lnTo>
                    <a:pt x="2412123" y="2966470"/>
                  </a:lnTo>
                  <a:lnTo>
                    <a:pt x="2412249" y="2966470"/>
                  </a:lnTo>
                  <a:lnTo>
                    <a:pt x="2412375" y="2966470"/>
                  </a:lnTo>
                  <a:lnTo>
                    <a:pt x="2412502" y="2966470"/>
                  </a:lnTo>
                  <a:lnTo>
                    <a:pt x="2412628" y="2966470"/>
                  </a:lnTo>
                  <a:lnTo>
                    <a:pt x="2412754" y="2966470"/>
                  </a:lnTo>
                  <a:lnTo>
                    <a:pt x="2412880" y="2966470"/>
                  </a:lnTo>
                  <a:lnTo>
                    <a:pt x="2413007" y="2966470"/>
                  </a:lnTo>
                  <a:lnTo>
                    <a:pt x="2413133" y="2966470"/>
                  </a:lnTo>
                  <a:lnTo>
                    <a:pt x="2413259" y="2966470"/>
                  </a:lnTo>
                  <a:lnTo>
                    <a:pt x="2413385" y="2966470"/>
                  </a:lnTo>
                  <a:lnTo>
                    <a:pt x="2413385" y="2961559"/>
                  </a:lnTo>
                  <a:lnTo>
                    <a:pt x="2413512" y="2961559"/>
                  </a:lnTo>
                  <a:lnTo>
                    <a:pt x="2413638" y="2961559"/>
                  </a:lnTo>
                  <a:lnTo>
                    <a:pt x="2413764" y="2961559"/>
                  </a:lnTo>
                  <a:lnTo>
                    <a:pt x="2413890" y="2961559"/>
                  </a:lnTo>
                  <a:lnTo>
                    <a:pt x="2414017" y="2961559"/>
                  </a:lnTo>
                  <a:lnTo>
                    <a:pt x="2414143" y="2961559"/>
                  </a:lnTo>
                  <a:lnTo>
                    <a:pt x="2414269" y="2961559"/>
                  </a:lnTo>
                  <a:lnTo>
                    <a:pt x="2414395" y="2961559"/>
                  </a:lnTo>
                  <a:lnTo>
                    <a:pt x="2414522" y="2961559"/>
                  </a:lnTo>
                  <a:lnTo>
                    <a:pt x="2414648" y="2961559"/>
                  </a:lnTo>
                  <a:lnTo>
                    <a:pt x="2414774" y="2961559"/>
                  </a:lnTo>
                  <a:lnTo>
                    <a:pt x="2414900" y="2961559"/>
                  </a:lnTo>
                  <a:lnTo>
                    <a:pt x="2414900" y="2956647"/>
                  </a:lnTo>
                  <a:lnTo>
                    <a:pt x="2415027" y="2956647"/>
                  </a:lnTo>
                  <a:lnTo>
                    <a:pt x="2415153" y="2956647"/>
                  </a:lnTo>
                  <a:lnTo>
                    <a:pt x="2415279" y="2956647"/>
                  </a:lnTo>
                  <a:lnTo>
                    <a:pt x="2415405" y="2956647"/>
                  </a:lnTo>
                  <a:lnTo>
                    <a:pt x="2415532" y="2956647"/>
                  </a:lnTo>
                  <a:lnTo>
                    <a:pt x="2415658" y="2956647"/>
                  </a:lnTo>
                  <a:lnTo>
                    <a:pt x="2415784" y="2956647"/>
                  </a:lnTo>
                  <a:lnTo>
                    <a:pt x="2415910" y="2956647"/>
                  </a:lnTo>
                  <a:lnTo>
                    <a:pt x="2416037" y="2956647"/>
                  </a:lnTo>
                  <a:lnTo>
                    <a:pt x="2416037" y="2951736"/>
                  </a:lnTo>
                  <a:lnTo>
                    <a:pt x="2416163" y="2951736"/>
                  </a:lnTo>
                  <a:lnTo>
                    <a:pt x="2416289" y="2951736"/>
                  </a:lnTo>
                  <a:lnTo>
                    <a:pt x="2416415" y="2951736"/>
                  </a:lnTo>
                  <a:lnTo>
                    <a:pt x="2416542" y="2951736"/>
                  </a:lnTo>
                  <a:lnTo>
                    <a:pt x="2416668" y="2951736"/>
                  </a:lnTo>
                  <a:lnTo>
                    <a:pt x="2416794" y="2951736"/>
                  </a:lnTo>
                  <a:lnTo>
                    <a:pt x="2416920" y="2951736"/>
                  </a:lnTo>
                  <a:lnTo>
                    <a:pt x="2417047" y="2951736"/>
                  </a:lnTo>
                  <a:lnTo>
                    <a:pt x="2417173" y="2951736"/>
                  </a:lnTo>
                  <a:lnTo>
                    <a:pt x="2417299" y="2951736"/>
                  </a:lnTo>
                  <a:lnTo>
                    <a:pt x="2417425" y="2951736"/>
                  </a:lnTo>
                  <a:lnTo>
                    <a:pt x="2417552" y="2951736"/>
                  </a:lnTo>
                  <a:lnTo>
                    <a:pt x="2417678" y="2951736"/>
                  </a:lnTo>
                  <a:lnTo>
                    <a:pt x="2417804" y="2951736"/>
                  </a:lnTo>
                  <a:lnTo>
                    <a:pt x="2417931" y="2951736"/>
                  </a:lnTo>
                  <a:lnTo>
                    <a:pt x="2418057" y="2951736"/>
                  </a:lnTo>
                  <a:lnTo>
                    <a:pt x="2418183" y="2951736"/>
                  </a:lnTo>
                  <a:lnTo>
                    <a:pt x="2418309" y="2951736"/>
                  </a:lnTo>
                  <a:lnTo>
                    <a:pt x="2418436" y="2951736"/>
                  </a:lnTo>
                  <a:lnTo>
                    <a:pt x="2418562" y="2951736"/>
                  </a:lnTo>
                  <a:lnTo>
                    <a:pt x="2418688" y="2951736"/>
                  </a:lnTo>
                  <a:lnTo>
                    <a:pt x="2418814" y="2951736"/>
                  </a:lnTo>
                  <a:lnTo>
                    <a:pt x="2418941" y="2951736"/>
                  </a:lnTo>
                  <a:lnTo>
                    <a:pt x="2419067" y="2951736"/>
                  </a:lnTo>
                  <a:lnTo>
                    <a:pt x="2419193" y="2951736"/>
                  </a:lnTo>
                  <a:lnTo>
                    <a:pt x="2419319" y="2951736"/>
                  </a:lnTo>
                  <a:lnTo>
                    <a:pt x="2419446" y="2951736"/>
                  </a:lnTo>
                  <a:lnTo>
                    <a:pt x="2419572" y="2951736"/>
                  </a:lnTo>
                  <a:lnTo>
                    <a:pt x="2419698" y="2951736"/>
                  </a:lnTo>
                  <a:lnTo>
                    <a:pt x="2419824" y="2951736"/>
                  </a:lnTo>
                  <a:lnTo>
                    <a:pt x="2419824" y="2946824"/>
                  </a:lnTo>
                  <a:lnTo>
                    <a:pt x="2419951" y="2946824"/>
                  </a:lnTo>
                  <a:lnTo>
                    <a:pt x="2419951" y="2941913"/>
                  </a:lnTo>
                  <a:lnTo>
                    <a:pt x="2420077" y="2941913"/>
                  </a:lnTo>
                  <a:lnTo>
                    <a:pt x="2420203" y="2941913"/>
                  </a:lnTo>
                  <a:lnTo>
                    <a:pt x="2420329" y="2941913"/>
                  </a:lnTo>
                  <a:lnTo>
                    <a:pt x="2420456" y="2941913"/>
                  </a:lnTo>
                  <a:lnTo>
                    <a:pt x="2420582" y="2941913"/>
                  </a:lnTo>
                  <a:lnTo>
                    <a:pt x="2420708" y="2941913"/>
                  </a:lnTo>
                  <a:lnTo>
                    <a:pt x="2420834" y="2941913"/>
                  </a:lnTo>
                  <a:lnTo>
                    <a:pt x="2420961" y="2941913"/>
                  </a:lnTo>
                  <a:lnTo>
                    <a:pt x="2421087" y="2941913"/>
                  </a:lnTo>
                  <a:lnTo>
                    <a:pt x="2421213" y="2941913"/>
                  </a:lnTo>
                  <a:lnTo>
                    <a:pt x="2421339" y="2941913"/>
                  </a:lnTo>
                  <a:lnTo>
                    <a:pt x="2421466" y="2941913"/>
                  </a:lnTo>
                  <a:lnTo>
                    <a:pt x="2421592" y="2941913"/>
                  </a:lnTo>
                  <a:lnTo>
                    <a:pt x="2421718" y="2941913"/>
                  </a:lnTo>
                  <a:lnTo>
                    <a:pt x="2421844" y="2941913"/>
                  </a:lnTo>
                  <a:lnTo>
                    <a:pt x="2421971" y="2941913"/>
                  </a:lnTo>
                  <a:lnTo>
                    <a:pt x="2422097" y="2941913"/>
                  </a:lnTo>
                  <a:lnTo>
                    <a:pt x="2422223" y="2941913"/>
                  </a:lnTo>
                  <a:lnTo>
                    <a:pt x="2422349" y="2941913"/>
                  </a:lnTo>
                  <a:lnTo>
                    <a:pt x="2422476" y="2941913"/>
                  </a:lnTo>
                  <a:lnTo>
                    <a:pt x="2422602" y="2941913"/>
                  </a:lnTo>
                  <a:lnTo>
                    <a:pt x="2422728" y="2941913"/>
                  </a:lnTo>
                  <a:lnTo>
                    <a:pt x="2422855" y="2941913"/>
                  </a:lnTo>
                  <a:lnTo>
                    <a:pt x="2422981" y="2941913"/>
                  </a:lnTo>
                  <a:lnTo>
                    <a:pt x="2423107" y="2941913"/>
                  </a:lnTo>
                  <a:lnTo>
                    <a:pt x="2423233" y="2941913"/>
                  </a:lnTo>
                  <a:lnTo>
                    <a:pt x="2423360" y="2941913"/>
                  </a:lnTo>
                  <a:lnTo>
                    <a:pt x="2423486" y="2941913"/>
                  </a:lnTo>
                  <a:lnTo>
                    <a:pt x="2423612" y="2941913"/>
                  </a:lnTo>
                  <a:lnTo>
                    <a:pt x="2423738" y="2941913"/>
                  </a:lnTo>
                  <a:lnTo>
                    <a:pt x="2423865" y="2941913"/>
                  </a:lnTo>
                  <a:lnTo>
                    <a:pt x="2423991" y="2941913"/>
                  </a:lnTo>
                  <a:lnTo>
                    <a:pt x="2424117" y="2941913"/>
                  </a:lnTo>
                  <a:lnTo>
                    <a:pt x="2424243" y="2941913"/>
                  </a:lnTo>
                  <a:lnTo>
                    <a:pt x="2424370" y="2941913"/>
                  </a:lnTo>
                  <a:lnTo>
                    <a:pt x="2424496" y="2941913"/>
                  </a:lnTo>
                  <a:lnTo>
                    <a:pt x="2424622" y="2941913"/>
                  </a:lnTo>
                  <a:lnTo>
                    <a:pt x="2424748" y="2941913"/>
                  </a:lnTo>
                  <a:lnTo>
                    <a:pt x="2424875" y="2941913"/>
                  </a:lnTo>
                  <a:lnTo>
                    <a:pt x="2425001" y="2941913"/>
                  </a:lnTo>
                  <a:lnTo>
                    <a:pt x="2425127" y="2941913"/>
                  </a:lnTo>
                  <a:lnTo>
                    <a:pt x="2425253" y="2941913"/>
                  </a:lnTo>
                  <a:lnTo>
                    <a:pt x="2425380" y="2941913"/>
                  </a:lnTo>
                  <a:lnTo>
                    <a:pt x="2425506" y="2941913"/>
                  </a:lnTo>
                  <a:lnTo>
                    <a:pt x="2425632" y="2941913"/>
                  </a:lnTo>
                  <a:lnTo>
                    <a:pt x="2425758" y="2941913"/>
                  </a:lnTo>
                  <a:lnTo>
                    <a:pt x="2425885" y="2941913"/>
                  </a:lnTo>
                  <a:lnTo>
                    <a:pt x="2426011" y="2941913"/>
                  </a:lnTo>
                  <a:lnTo>
                    <a:pt x="2426137" y="2941913"/>
                  </a:lnTo>
                  <a:lnTo>
                    <a:pt x="2426263" y="2941913"/>
                  </a:lnTo>
                  <a:lnTo>
                    <a:pt x="2426390" y="2941913"/>
                  </a:lnTo>
                  <a:lnTo>
                    <a:pt x="2426516" y="2941913"/>
                  </a:lnTo>
                  <a:lnTo>
                    <a:pt x="2426642" y="2941913"/>
                  </a:lnTo>
                  <a:lnTo>
                    <a:pt x="2426768" y="2941913"/>
                  </a:lnTo>
                  <a:lnTo>
                    <a:pt x="2426895" y="2941913"/>
                  </a:lnTo>
                  <a:lnTo>
                    <a:pt x="2427021" y="2941913"/>
                  </a:lnTo>
                  <a:lnTo>
                    <a:pt x="2427147" y="2941913"/>
                  </a:lnTo>
                  <a:lnTo>
                    <a:pt x="2427273" y="2941913"/>
                  </a:lnTo>
                  <a:lnTo>
                    <a:pt x="2427400" y="2941913"/>
                  </a:lnTo>
                  <a:lnTo>
                    <a:pt x="2427526" y="2941913"/>
                  </a:lnTo>
                  <a:lnTo>
                    <a:pt x="2427652" y="2941913"/>
                  </a:lnTo>
                  <a:lnTo>
                    <a:pt x="2427778" y="2941913"/>
                  </a:lnTo>
                  <a:lnTo>
                    <a:pt x="2427905" y="2941913"/>
                  </a:lnTo>
                  <a:lnTo>
                    <a:pt x="2428031" y="2941913"/>
                  </a:lnTo>
                  <a:lnTo>
                    <a:pt x="2428157" y="2941913"/>
                  </a:lnTo>
                  <a:lnTo>
                    <a:pt x="2428284" y="2941913"/>
                  </a:lnTo>
                  <a:lnTo>
                    <a:pt x="2428410" y="2941913"/>
                  </a:lnTo>
                  <a:lnTo>
                    <a:pt x="2428536" y="2941913"/>
                  </a:lnTo>
                  <a:lnTo>
                    <a:pt x="2428662" y="2941913"/>
                  </a:lnTo>
                  <a:lnTo>
                    <a:pt x="2428789" y="2941913"/>
                  </a:lnTo>
                  <a:lnTo>
                    <a:pt x="2428915" y="2941913"/>
                  </a:lnTo>
                  <a:lnTo>
                    <a:pt x="2429041" y="2941913"/>
                  </a:lnTo>
                  <a:lnTo>
                    <a:pt x="2429167" y="2941913"/>
                  </a:lnTo>
                  <a:lnTo>
                    <a:pt x="2429294" y="2941913"/>
                  </a:lnTo>
                  <a:lnTo>
                    <a:pt x="2429420" y="2941913"/>
                  </a:lnTo>
                  <a:lnTo>
                    <a:pt x="2429546" y="2941913"/>
                  </a:lnTo>
                  <a:lnTo>
                    <a:pt x="2429672" y="2941913"/>
                  </a:lnTo>
                  <a:lnTo>
                    <a:pt x="2429799" y="2941913"/>
                  </a:lnTo>
                  <a:lnTo>
                    <a:pt x="2429925" y="2941913"/>
                  </a:lnTo>
                  <a:lnTo>
                    <a:pt x="2430051" y="2941913"/>
                  </a:lnTo>
                  <a:lnTo>
                    <a:pt x="2430177" y="2941913"/>
                  </a:lnTo>
                  <a:lnTo>
                    <a:pt x="2430304" y="2941913"/>
                  </a:lnTo>
                  <a:lnTo>
                    <a:pt x="2430430" y="2941913"/>
                  </a:lnTo>
                  <a:lnTo>
                    <a:pt x="2430556" y="2941913"/>
                  </a:lnTo>
                  <a:lnTo>
                    <a:pt x="2430682" y="2941913"/>
                  </a:lnTo>
                  <a:lnTo>
                    <a:pt x="2430809" y="2941913"/>
                  </a:lnTo>
                  <a:lnTo>
                    <a:pt x="2430935" y="2941913"/>
                  </a:lnTo>
                  <a:lnTo>
                    <a:pt x="2431061" y="2941913"/>
                  </a:lnTo>
                  <a:lnTo>
                    <a:pt x="2431061" y="2937002"/>
                  </a:lnTo>
                  <a:lnTo>
                    <a:pt x="2431187" y="2937002"/>
                  </a:lnTo>
                  <a:lnTo>
                    <a:pt x="2431314" y="2937002"/>
                  </a:lnTo>
                  <a:lnTo>
                    <a:pt x="2431440" y="2937002"/>
                  </a:lnTo>
                  <a:lnTo>
                    <a:pt x="2431566" y="2937002"/>
                  </a:lnTo>
                  <a:lnTo>
                    <a:pt x="2431692" y="2937002"/>
                  </a:lnTo>
                  <a:lnTo>
                    <a:pt x="2431692" y="2932090"/>
                  </a:lnTo>
                  <a:lnTo>
                    <a:pt x="2431819" y="2932090"/>
                  </a:lnTo>
                  <a:lnTo>
                    <a:pt x="2431945" y="2932090"/>
                  </a:lnTo>
                  <a:lnTo>
                    <a:pt x="2432071" y="2932090"/>
                  </a:lnTo>
                  <a:lnTo>
                    <a:pt x="2432197" y="2932090"/>
                  </a:lnTo>
                  <a:lnTo>
                    <a:pt x="2432324" y="2932090"/>
                  </a:lnTo>
                  <a:lnTo>
                    <a:pt x="2432450" y="2932090"/>
                  </a:lnTo>
                  <a:lnTo>
                    <a:pt x="2432576" y="2932090"/>
                  </a:lnTo>
                  <a:lnTo>
                    <a:pt x="2432702" y="2932090"/>
                  </a:lnTo>
                  <a:lnTo>
                    <a:pt x="2432829" y="2932090"/>
                  </a:lnTo>
                  <a:lnTo>
                    <a:pt x="2432955" y="2932090"/>
                  </a:lnTo>
                  <a:lnTo>
                    <a:pt x="2433081" y="2932090"/>
                  </a:lnTo>
                  <a:lnTo>
                    <a:pt x="2433208" y="2932090"/>
                  </a:lnTo>
                  <a:lnTo>
                    <a:pt x="2433334" y="2932090"/>
                  </a:lnTo>
                  <a:lnTo>
                    <a:pt x="2433460" y="2932090"/>
                  </a:lnTo>
                  <a:lnTo>
                    <a:pt x="2433586" y="2932090"/>
                  </a:lnTo>
                  <a:lnTo>
                    <a:pt x="2433713" y="2932090"/>
                  </a:lnTo>
                  <a:lnTo>
                    <a:pt x="2433839" y="2932090"/>
                  </a:lnTo>
                  <a:lnTo>
                    <a:pt x="2433965" y="2932090"/>
                  </a:lnTo>
                  <a:lnTo>
                    <a:pt x="2434091" y="2932090"/>
                  </a:lnTo>
                  <a:lnTo>
                    <a:pt x="2434218" y="2932090"/>
                  </a:lnTo>
                  <a:lnTo>
                    <a:pt x="2434344" y="2932090"/>
                  </a:lnTo>
                  <a:lnTo>
                    <a:pt x="2434470" y="2932090"/>
                  </a:lnTo>
                  <a:lnTo>
                    <a:pt x="2434596" y="2932090"/>
                  </a:lnTo>
                  <a:lnTo>
                    <a:pt x="2434723" y="2932090"/>
                  </a:lnTo>
                  <a:lnTo>
                    <a:pt x="2434849" y="2932090"/>
                  </a:lnTo>
                  <a:lnTo>
                    <a:pt x="2434975" y="2932090"/>
                  </a:lnTo>
                  <a:lnTo>
                    <a:pt x="2435101" y="2932090"/>
                  </a:lnTo>
                  <a:lnTo>
                    <a:pt x="2435228" y="2932090"/>
                  </a:lnTo>
                  <a:lnTo>
                    <a:pt x="2435354" y="2932090"/>
                  </a:lnTo>
                  <a:lnTo>
                    <a:pt x="2435480" y="2932090"/>
                  </a:lnTo>
                  <a:lnTo>
                    <a:pt x="2435606" y="2932090"/>
                  </a:lnTo>
                  <a:lnTo>
                    <a:pt x="2435733" y="2932090"/>
                  </a:lnTo>
                  <a:lnTo>
                    <a:pt x="2435859" y="2932090"/>
                  </a:lnTo>
                  <a:lnTo>
                    <a:pt x="2435985" y="2932090"/>
                  </a:lnTo>
                  <a:lnTo>
                    <a:pt x="2436111" y="2932090"/>
                  </a:lnTo>
                  <a:lnTo>
                    <a:pt x="2436238" y="2932090"/>
                  </a:lnTo>
                  <a:lnTo>
                    <a:pt x="2436364" y="2932090"/>
                  </a:lnTo>
                  <a:lnTo>
                    <a:pt x="2436490" y="2932090"/>
                  </a:lnTo>
                  <a:lnTo>
                    <a:pt x="2436616" y="2932090"/>
                  </a:lnTo>
                  <a:lnTo>
                    <a:pt x="2436743" y="2932090"/>
                  </a:lnTo>
                  <a:lnTo>
                    <a:pt x="2436869" y="2932090"/>
                  </a:lnTo>
                  <a:lnTo>
                    <a:pt x="2436995" y="2932090"/>
                  </a:lnTo>
                  <a:lnTo>
                    <a:pt x="2437121" y="2932090"/>
                  </a:lnTo>
                  <a:lnTo>
                    <a:pt x="2437248" y="2932090"/>
                  </a:lnTo>
                  <a:lnTo>
                    <a:pt x="2437374" y="2932090"/>
                  </a:lnTo>
                  <a:lnTo>
                    <a:pt x="2437500" y="2932090"/>
                  </a:lnTo>
                  <a:lnTo>
                    <a:pt x="2437626" y="2932090"/>
                  </a:lnTo>
                  <a:lnTo>
                    <a:pt x="2437753" y="2932090"/>
                  </a:lnTo>
                  <a:lnTo>
                    <a:pt x="2437879" y="2932090"/>
                  </a:lnTo>
                  <a:lnTo>
                    <a:pt x="2438005" y="2932090"/>
                  </a:lnTo>
                  <a:lnTo>
                    <a:pt x="2438132" y="2932090"/>
                  </a:lnTo>
                  <a:lnTo>
                    <a:pt x="2438258" y="2932090"/>
                  </a:lnTo>
                  <a:lnTo>
                    <a:pt x="2438384" y="2932090"/>
                  </a:lnTo>
                  <a:lnTo>
                    <a:pt x="2438510" y="2932090"/>
                  </a:lnTo>
                  <a:lnTo>
                    <a:pt x="2438637" y="2932090"/>
                  </a:lnTo>
                  <a:lnTo>
                    <a:pt x="2438763" y="2932090"/>
                  </a:lnTo>
                  <a:lnTo>
                    <a:pt x="2438889" y="2932090"/>
                  </a:lnTo>
                  <a:lnTo>
                    <a:pt x="2439015" y="2932090"/>
                  </a:lnTo>
                  <a:lnTo>
                    <a:pt x="2439142" y="2932090"/>
                  </a:lnTo>
                  <a:lnTo>
                    <a:pt x="2439268" y="2932090"/>
                  </a:lnTo>
                  <a:lnTo>
                    <a:pt x="2439394" y="2932090"/>
                  </a:lnTo>
                  <a:lnTo>
                    <a:pt x="2439520" y="2932090"/>
                  </a:lnTo>
                  <a:lnTo>
                    <a:pt x="2439647" y="2932090"/>
                  </a:lnTo>
                  <a:lnTo>
                    <a:pt x="2439773" y="2932090"/>
                  </a:lnTo>
                  <a:lnTo>
                    <a:pt x="2439899" y="2932090"/>
                  </a:lnTo>
                  <a:lnTo>
                    <a:pt x="2440025" y="2932090"/>
                  </a:lnTo>
                  <a:lnTo>
                    <a:pt x="2440152" y="2932090"/>
                  </a:lnTo>
                  <a:lnTo>
                    <a:pt x="2440278" y="2932090"/>
                  </a:lnTo>
                  <a:lnTo>
                    <a:pt x="2440404" y="2932090"/>
                  </a:lnTo>
                  <a:lnTo>
                    <a:pt x="2440530" y="2932090"/>
                  </a:lnTo>
                  <a:lnTo>
                    <a:pt x="2440657" y="2932090"/>
                  </a:lnTo>
                  <a:lnTo>
                    <a:pt x="2440783" y="2932090"/>
                  </a:lnTo>
                  <a:lnTo>
                    <a:pt x="2440909" y="2932090"/>
                  </a:lnTo>
                  <a:lnTo>
                    <a:pt x="2441035" y="2932090"/>
                  </a:lnTo>
                  <a:lnTo>
                    <a:pt x="2441162" y="2932090"/>
                  </a:lnTo>
                  <a:lnTo>
                    <a:pt x="2441288" y="2932090"/>
                  </a:lnTo>
                  <a:lnTo>
                    <a:pt x="2441414" y="2932090"/>
                  </a:lnTo>
                  <a:lnTo>
                    <a:pt x="2441540" y="2932090"/>
                  </a:lnTo>
                  <a:lnTo>
                    <a:pt x="2441667" y="2932090"/>
                  </a:lnTo>
                  <a:lnTo>
                    <a:pt x="2441667" y="2927179"/>
                  </a:lnTo>
                  <a:lnTo>
                    <a:pt x="2441667" y="2922268"/>
                  </a:lnTo>
                  <a:lnTo>
                    <a:pt x="2441793" y="2922268"/>
                  </a:lnTo>
                  <a:lnTo>
                    <a:pt x="2441919" y="2922268"/>
                  </a:lnTo>
                  <a:lnTo>
                    <a:pt x="2442045" y="2922268"/>
                  </a:lnTo>
                  <a:lnTo>
                    <a:pt x="2442172" y="2922268"/>
                  </a:lnTo>
                  <a:lnTo>
                    <a:pt x="2442298" y="2922268"/>
                  </a:lnTo>
                  <a:lnTo>
                    <a:pt x="2442424" y="2922268"/>
                  </a:lnTo>
                  <a:lnTo>
                    <a:pt x="2442550" y="2922268"/>
                  </a:lnTo>
                  <a:lnTo>
                    <a:pt x="2442677" y="2922268"/>
                  </a:lnTo>
                  <a:lnTo>
                    <a:pt x="2442803" y="2922268"/>
                  </a:lnTo>
                  <a:lnTo>
                    <a:pt x="2442929" y="2922268"/>
                  </a:lnTo>
                  <a:lnTo>
                    <a:pt x="2443055" y="2922268"/>
                  </a:lnTo>
                  <a:lnTo>
                    <a:pt x="2443182" y="2922268"/>
                  </a:lnTo>
                  <a:lnTo>
                    <a:pt x="2443308" y="2922268"/>
                  </a:lnTo>
                  <a:lnTo>
                    <a:pt x="2443434" y="2922268"/>
                  </a:lnTo>
                  <a:lnTo>
                    <a:pt x="2443561" y="2922268"/>
                  </a:lnTo>
                  <a:lnTo>
                    <a:pt x="2443687" y="2922268"/>
                  </a:lnTo>
                  <a:lnTo>
                    <a:pt x="2443813" y="2922268"/>
                  </a:lnTo>
                  <a:lnTo>
                    <a:pt x="2443939" y="2922268"/>
                  </a:lnTo>
                  <a:lnTo>
                    <a:pt x="2444066" y="2922268"/>
                  </a:lnTo>
                  <a:lnTo>
                    <a:pt x="2444192" y="2922268"/>
                  </a:lnTo>
                  <a:lnTo>
                    <a:pt x="2444318" y="2922268"/>
                  </a:lnTo>
                  <a:lnTo>
                    <a:pt x="2444444" y="2922268"/>
                  </a:lnTo>
                  <a:lnTo>
                    <a:pt x="2444571" y="2922268"/>
                  </a:lnTo>
                  <a:lnTo>
                    <a:pt x="2444697" y="2922268"/>
                  </a:lnTo>
                  <a:lnTo>
                    <a:pt x="2444823" y="2922268"/>
                  </a:lnTo>
                  <a:lnTo>
                    <a:pt x="2444949" y="2922268"/>
                  </a:lnTo>
                  <a:lnTo>
                    <a:pt x="2445076" y="2922268"/>
                  </a:lnTo>
                  <a:lnTo>
                    <a:pt x="2445202" y="2922268"/>
                  </a:lnTo>
                  <a:lnTo>
                    <a:pt x="2445328" y="2922268"/>
                  </a:lnTo>
                  <a:lnTo>
                    <a:pt x="2445454" y="2922268"/>
                  </a:lnTo>
                  <a:lnTo>
                    <a:pt x="2445581" y="2922268"/>
                  </a:lnTo>
                  <a:lnTo>
                    <a:pt x="2445707" y="2922268"/>
                  </a:lnTo>
                  <a:lnTo>
                    <a:pt x="2445833" y="2922268"/>
                  </a:lnTo>
                  <a:lnTo>
                    <a:pt x="2445959" y="2922268"/>
                  </a:lnTo>
                  <a:lnTo>
                    <a:pt x="2446086" y="2922268"/>
                  </a:lnTo>
                  <a:lnTo>
                    <a:pt x="2446212" y="2922268"/>
                  </a:lnTo>
                  <a:lnTo>
                    <a:pt x="2446338" y="2922268"/>
                  </a:lnTo>
                  <a:lnTo>
                    <a:pt x="2446464" y="2922268"/>
                  </a:lnTo>
                  <a:lnTo>
                    <a:pt x="2446591" y="2922268"/>
                  </a:lnTo>
                  <a:lnTo>
                    <a:pt x="2446717" y="2922268"/>
                  </a:lnTo>
                  <a:lnTo>
                    <a:pt x="2446843" y="2922268"/>
                  </a:lnTo>
                  <a:lnTo>
                    <a:pt x="2446969" y="2922268"/>
                  </a:lnTo>
                  <a:lnTo>
                    <a:pt x="2447096" y="2922268"/>
                  </a:lnTo>
                  <a:lnTo>
                    <a:pt x="2447222" y="2922268"/>
                  </a:lnTo>
                  <a:lnTo>
                    <a:pt x="2447222" y="2917356"/>
                  </a:lnTo>
                  <a:lnTo>
                    <a:pt x="2447348" y="2917356"/>
                  </a:lnTo>
                  <a:lnTo>
                    <a:pt x="2447474" y="2917356"/>
                  </a:lnTo>
                  <a:lnTo>
                    <a:pt x="2447601" y="2917356"/>
                  </a:lnTo>
                  <a:lnTo>
                    <a:pt x="2447727" y="2917356"/>
                  </a:lnTo>
                  <a:lnTo>
                    <a:pt x="2447853" y="2917356"/>
                  </a:lnTo>
                  <a:lnTo>
                    <a:pt x="2447979" y="2917356"/>
                  </a:lnTo>
                  <a:lnTo>
                    <a:pt x="2448106" y="2917356"/>
                  </a:lnTo>
                  <a:lnTo>
                    <a:pt x="2448106" y="2912445"/>
                  </a:lnTo>
                  <a:lnTo>
                    <a:pt x="2448232" y="2912445"/>
                  </a:lnTo>
                  <a:lnTo>
                    <a:pt x="2448358" y="2912445"/>
                  </a:lnTo>
                  <a:lnTo>
                    <a:pt x="2448485" y="2912445"/>
                  </a:lnTo>
                  <a:lnTo>
                    <a:pt x="2448611" y="2912445"/>
                  </a:lnTo>
                  <a:lnTo>
                    <a:pt x="2448737" y="2912445"/>
                  </a:lnTo>
                  <a:lnTo>
                    <a:pt x="2448863" y="2912445"/>
                  </a:lnTo>
                  <a:lnTo>
                    <a:pt x="2448990" y="2912445"/>
                  </a:lnTo>
                  <a:lnTo>
                    <a:pt x="2449116" y="2912445"/>
                  </a:lnTo>
                  <a:lnTo>
                    <a:pt x="2449116" y="2907533"/>
                  </a:lnTo>
                  <a:lnTo>
                    <a:pt x="2449242" y="2907533"/>
                  </a:lnTo>
                  <a:lnTo>
                    <a:pt x="2449368" y="2907533"/>
                  </a:lnTo>
                  <a:lnTo>
                    <a:pt x="2449495" y="2907533"/>
                  </a:lnTo>
                  <a:lnTo>
                    <a:pt x="2449621" y="2907533"/>
                  </a:lnTo>
                  <a:lnTo>
                    <a:pt x="2449747" y="2907533"/>
                  </a:lnTo>
                  <a:lnTo>
                    <a:pt x="2449873" y="2907533"/>
                  </a:lnTo>
                  <a:lnTo>
                    <a:pt x="2450000" y="2907533"/>
                  </a:lnTo>
                  <a:lnTo>
                    <a:pt x="2450126" y="2907533"/>
                  </a:lnTo>
                  <a:lnTo>
                    <a:pt x="2450252" y="2907533"/>
                  </a:lnTo>
                  <a:lnTo>
                    <a:pt x="2450378" y="2907533"/>
                  </a:lnTo>
                  <a:lnTo>
                    <a:pt x="2450505" y="2907533"/>
                  </a:lnTo>
                  <a:lnTo>
                    <a:pt x="2450631" y="2907533"/>
                  </a:lnTo>
                  <a:lnTo>
                    <a:pt x="2450757" y="2907533"/>
                  </a:lnTo>
                  <a:lnTo>
                    <a:pt x="2450883" y="2907533"/>
                  </a:lnTo>
                  <a:lnTo>
                    <a:pt x="2451010" y="2907533"/>
                  </a:lnTo>
                  <a:lnTo>
                    <a:pt x="2451136" y="2907533"/>
                  </a:lnTo>
                  <a:lnTo>
                    <a:pt x="2451262" y="2907533"/>
                  </a:lnTo>
                  <a:lnTo>
                    <a:pt x="2451388" y="2907533"/>
                  </a:lnTo>
                  <a:lnTo>
                    <a:pt x="2451515" y="2907533"/>
                  </a:lnTo>
                  <a:lnTo>
                    <a:pt x="2451641" y="2907533"/>
                  </a:lnTo>
                  <a:lnTo>
                    <a:pt x="2451767" y="2907533"/>
                  </a:lnTo>
                  <a:lnTo>
                    <a:pt x="2451893" y="2907533"/>
                  </a:lnTo>
                  <a:lnTo>
                    <a:pt x="2452020" y="2907533"/>
                  </a:lnTo>
                  <a:lnTo>
                    <a:pt x="2452146" y="2907533"/>
                  </a:lnTo>
                  <a:lnTo>
                    <a:pt x="2452272" y="2907533"/>
                  </a:lnTo>
                  <a:lnTo>
                    <a:pt x="2452398" y="2907533"/>
                  </a:lnTo>
                  <a:lnTo>
                    <a:pt x="2452525" y="2907533"/>
                  </a:lnTo>
                  <a:lnTo>
                    <a:pt x="2452651" y="2907533"/>
                  </a:lnTo>
                  <a:lnTo>
                    <a:pt x="2452777" y="2907533"/>
                  </a:lnTo>
                  <a:lnTo>
                    <a:pt x="2452903" y="2907533"/>
                  </a:lnTo>
                  <a:lnTo>
                    <a:pt x="2453030" y="2907533"/>
                  </a:lnTo>
                  <a:lnTo>
                    <a:pt x="2453156" y="2907533"/>
                  </a:lnTo>
                  <a:lnTo>
                    <a:pt x="2453282" y="2907533"/>
                  </a:lnTo>
                  <a:lnTo>
                    <a:pt x="2453408" y="2907533"/>
                  </a:lnTo>
                  <a:lnTo>
                    <a:pt x="2453535" y="2907533"/>
                  </a:lnTo>
                  <a:lnTo>
                    <a:pt x="2453661" y="2907533"/>
                  </a:lnTo>
                  <a:lnTo>
                    <a:pt x="2453787" y="2907533"/>
                  </a:lnTo>
                  <a:lnTo>
                    <a:pt x="2453914" y="2907533"/>
                  </a:lnTo>
                  <a:lnTo>
                    <a:pt x="2454040" y="2907533"/>
                  </a:lnTo>
                  <a:lnTo>
                    <a:pt x="2454166" y="2907533"/>
                  </a:lnTo>
                  <a:lnTo>
                    <a:pt x="2454292" y="2907533"/>
                  </a:lnTo>
                  <a:lnTo>
                    <a:pt x="2454419" y="2907533"/>
                  </a:lnTo>
                  <a:lnTo>
                    <a:pt x="2454545" y="2907533"/>
                  </a:lnTo>
                  <a:lnTo>
                    <a:pt x="2454671" y="2907533"/>
                  </a:lnTo>
                  <a:lnTo>
                    <a:pt x="2454797" y="2907533"/>
                  </a:lnTo>
                  <a:lnTo>
                    <a:pt x="2454924" y="2907533"/>
                  </a:lnTo>
                  <a:lnTo>
                    <a:pt x="2455050" y="2907533"/>
                  </a:lnTo>
                  <a:lnTo>
                    <a:pt x="2455176" y="2907533"/>
                  </a:lnTo>
                  <a:lnTo>
                    <a:pt x="2455302" y="2907533"/>
                  </a:lnTo>
                  <a:lnTo>
                    <a:pt x="2455429" y="2907533"/>
                  </a:lnTo>
                  <a:lnTo>
                    <a:pt x="2455555" y="2907533"/>
                  </a:lnTo>
                  <a:lnTo>
                    <a:pt x="2455681" y="2907533"/>
                  </a:lnTo>
                  <a:lnTo>
                    <a:pt x="2455807" y="2907533"/>
                  </a:lnTo>
                  <a:lnTo>
                    <a:pt x="2455934" y="2907533"/>
                  </a:lnTo>
                  <a:lnTo>
                    <a:pt x="2456060" y="2907533"/>
                  </a:lnTo>
                  <a:lnTo>
                    <a:pt x="2456186" y="2907533"/>
                  </a:lnTo>
                  <a:lnTo>
                    <a:pt x="2456312" y="2907533"/>
                  </a:lnTo>
                  <a:lnTo>
                    <a:pt x="2456439" y="2907533"/>
                  </a:lnTo>
                  <a:lnTo>
                    <a:pt x="2456439" y="2902622"/>
                  </a:lnTo>
                  <a:lnTo>
                    <a:pt x="2456565" y="2902622"/>
                  </a:lnTo>
                  <a:lnTo>
                    <a:pt x="2456691" y="2902622"/>
                  </a:lnTo>
                  <a:lnTo>
                    <a:pt x="2456817" y="2902622"/>
                  </a:lnTo>
                  <a:lnTo>
                    <a:pt x="2456944" y="2902622"/>
                  </a:lnTo>
                  <a:lnTo>
                    <a:pt x="2457070" y="2902622"/>
                  </a:lnTo>
                  <a:lnTo>
                    <a:pt x="2457196" y="2902622"/>
                  </a:lnTo>
                  <a:lnTo>
                    <a:pt x="2457322" y="2902622"/>
                  </a:lnTo>
                  <a:lnTo>
                    <a:pt x="2457449" y="2902622"/>
                  </a:lnTo>
                  <a:lnTo>
                    <a:pt x="2457575" y="2902622"/>
                  </a:lnTo>
                  <a:lnTo>
                    <a:pt x="2457701" y="2902622"/>
                  </a:lnTo>
                  <a:lnTo>
                    <a:pt x="2457827" y="2902622"/>
                  </a:lnTo>
                  <a:lnTo>
                    <a:pt x="2457954" y="2902622"/>
                  </a:lnTo>
                  <a:lnTo>
                    <a:pt x="2458080" y="2902622"/>
                  </a:lnTo>
                  <a:lnTo>
                    <a:pt x="2458206" y="2902622"/>
                  </a:lnTo>
                  <a:lnTo>
                    <a:pt x="2458332" y="2902622"/>
                  </a:lnTo>
                  <a:lnTo>
                    <a:pt x="2458459" y="2902622"/>
                  </a:lnTo>
                  <a:lnTo>
                    <a:pt x="2458585" y="2902622"/>
                  </a:lnTo>
                  <a:lnTo>
                    <a:pt x="2458711" y="2902622"/>
                  </a:lnTo>
                  <a:lnTo>
                    <a:pt x="2458838" y="2902622"/>
                  </a:lnTo>
                  <a:lnTo>
                    <a:pt x="2458964" y="2902622"/>
                  </a:lnTo>
                  <a:lnTo>
                    <a:pt x="2459090" y="2902622"/>
                  </a:lnTo>
                  <a:lnTo>
                    <a:pt x="2459216" y="2902622"/>
                  </a:lnTo>
                  <a:lnTo>
                    <a:pt x="2459343" y="2902622"/>
                  </a:lnTo>
                  <a:lnTo>
                    <a:pt x="2459469" y="2902622"/>
                  </a:lnTo>
                  <a:lnTo>
                    <a:pt x="2459595" y="2902622"/>
                  </a:lnTo>
                  <a:lnTo>
                    <a:pt x="2459721" y="2902622"/>
                  </a:lnTo>
                  <a:lnTo>
                    <a:pt x="2459848" y="2902622"/>
                  </a:lnTo>
                  <a:lnTo>
                    <a:pt x="2459974" y="2902622"/>
                  </a:lnTo>
                  <a:lnTo>
                    <a:pt x="2460100" y="2902622"/>
                  </a:lnTo>
                  <a:lnTo>
                    <a:pt x="2460226" y="2902622"/>
                  </a:lnTo>
                  <a:lnTo>
                    <a:pt x="2460353" y="2902622"/>
                  </a:lnTo>
                  <a:lnTo>
                    <a:pt x="2460479" y="2902622"/>
                  </a:lnTo>
                  <a:lnTo>
                    <a:pt x="2460605" y="2902622"/>
                  </a:lnTo>
                  <a:lnTo>
                    <a:pt x="2460731" y="2902622"/>
                  </a:lnTo>
                  <a:lnTo>
                    <a:pt x="2460858" y="2902622"/>
                  </a:lnTo>
                  <a:lnTo>
                    <a:pt x="2460984" y="2902622"/>
                  </a:lnTo>
                  <a:lnTo>
                    <a:pt x="2461110" y="2902622"/>
                  </a:lnTo>
                  <a:lnTo>
                    <a:pt x="2461236" y="2902622"/>
                  </a:lnTo>
                  <a:lnTo>
                    <a:pt x="2461363" y="2902622"/>
                  </a:lnTo>
                  <a:lnTo>
                    <a:pt x="2461489" y="2902622"/>
                  </a:lnTo>
                  <a:lnTo>
                    <a:pt x="2461615" y="2902622"/>
                  </a:lnTo>
                  <a:lnTo>
                    <a:pt x="2461741" y="2902622"/>
                  </a:lnTo>
                  <a:lnTo>
                    <a:pt x="2461868" y="2902622"/>
                  </a:lnTo>
                  <a:lnTo>
                    <a:pt x="2461994" y="2902622"/>
                  </a:lnTo>
                  <a:lnTo>
                    <a:pt x="2462120" y="2902622"/>
                  </a:lnTo>
                  <a:lnTo>
                    <a:pt x="2462246" y="2902622"/>
                  </a:lnTo>
                  <a:lnTo>
                    <a:pt x="2462373" y="2902622"/>
                  </a:lnTo>
                  <a:lnTo>
                    <a:pt x="2462499" y="2902622"/>
                  </a:lnTo>
                  <a:lnTo>
                    <a:pt x="2462625" y="2902622"/>
                  </a:lnTo>
                  <a:lnTo>
                    <a:pt x="2462751" y="2902622"/>
                  </a:lnTo>
                  <a:lnTo>
                    <a:pt x="2462878" y="2902622"/>
                  </a:lnTo>
                  <a:lnTo>
                    <a:pt x="2463004" y="2902622"/>
                  </a:lnTo>
                  <a:lnTo>
                    <a:pt x="2463130" y="2902622"/>
                  </a:lnTo>
                  <a:lnTo>
                    <a:pt x="2463256" y="2902622"/>
                  </a:lnTo>
                  <a:lnTo>
                    <a:pt x="2463383" y="2902622"/>
                  </a:lnTo>
                  <a:lnTo>
                    <a:pt x="2463509" y="2902622"/>
                  </a:lnTo>
                  <a:lnTo>
                    <a:pt x="2463635" y="2902622"/>
                  </a:lnTo>
                  <a:lnTo>
                    <a:pt x="2463761" y="2902622"/>
                  </a:lnTo>
                  <a:lnTo>
                    <a:pt x="2463888" y="2902622"/>
                  </a:lnTo>
                  <a:lnTo>
                    <a:pt x="2463888" y="2897711"/>
                  </a:lnTo>
                  <a:lnTo>
                    <a:pt x="2464014" y="2897711"/>
                  </a:lnTo>
                  <a:lnTo>
                    <a:pt x="2464140" y="2897711"/>
                  </a:lnTo>
                  <a:lnTo>
                    <a:pt x="2464267" y="2897711"/>
                  </a:lnTo>
                  <a:lnTo>
                    <a:pt x="2464393" y="2897711"/>
                  </a:lnTo>
                  <a:lnTo>
                    <a:pt x="2464519" y="2897711"/>
                  </a:lnTo>
                  <a:lnTo>
                    <a:pt x="2464645" y="2897711"/>
                  </a:lnTo>
                  <a:lnTo>
                    <a:pt x="2464772" y="2897711"/>
                  </a:lnTo>
                  <a:lnTo>
                    <a:pt x="2464898" y="2897711"/>
                  </a:lnTo>
                  <a:lnTo>
                    <a:pt x="2465024" y="2897711"/>
                  </a:lnTo>
                  <a:lnTo>
                    <a:pt x="2465150" y="2897711"/>
                  </a:lnTo>
                  <a:lnTo>
                    <a:pt x="2465277" y="2897711"/>
                  </a:lnTo>
                  <a:lnTo>
                    <a:pt x="2465403" y="2897711"/>
                  </a:lnTo>
                  <a:lnTo>
                    <a:pt x="2465529" y="2897711"/>
                  </a:lnTo>
                  <a:lnTo>
                    <a:pt x="2465655" y="2897711"/>
                  </a:lnTo>
                  <a:lnTo>
                    <a:pt x="2465782" y="2897711"/>
                  </a:lnTo>
                  <a:lnTo>
                    <a:pt x="2465908" y="2897711"/>
                  </a:lnTo>
                  <a:lnTo>
                    <a:pt x="2466034" y="2897711"/>
                  </a:lnTo>
                  <a:lnTo>
                    <a:pt x="2466160" y="2897711"/>
                  </a:lnTo>
                  <a:lnTo>
                    <a:pt x="2466287" y="2897711"/>
                  </a:lnTo>
                  <a:lnTo>
                    <a:pt x="2466413" y="2897711"/>
                  </a:lnTo>
                  <a:lnTo>
                    <a:pt x="2466539" y="2897711"/>
                  </a:lnTo>
                  <a:lnTo>
                    <a:pt x="2466665" y="2897711"/>
                  </a:lnTo>
                  <a:lnTo>
                    <a:pt x="2466792" y="2897711"/>
                  </a:lnTo>
                  <a:lnTo>
                    <a:pt x="2466918" y="2897711"/>
                  </a:lnTo>
                  <a:lnTo>
                    <a:pt x="2467044" y="2897711"/>
                  </a:lnTo>
                  <a:lnTo>
                    <a:pt x="2467170" y="2897711"/>
                  </a:lnTo>
                  <a:lnTo>
                    <a:pt x="2467297" y="2897711"/>
                  </a:lnTo>
                  <a:lnTo>
                    <a:pt x="2467423" y="2897711"/>
                  </a:lnTo>
                  <a:lnTo>
                    <a:pt x="2467549" y="2897711"/>
                  </a:lnTo>
                  <a:lnTo>
                    <a:pt x="2467675" y="2897711"/>
                  </a:lnTo>
                  <a:lnTo>
                    <a:pt x="2467802" y="2897711"/>
                  </a:lnTo>
                  <a:lnTo>
                    <a:pt x="2467928" y="2897711"/>
                  </a:lnTo>
                  <a:lnTo>
                    <a:pt x="2468054" y="2897711"/>
                  </a:lnTo>
                  <a:lnTo>
                    <a:pt x="2468180" y="2897711"/>
                  </a:lnTo>
                  <a:lnTo>
                    <a:pt x="2468307" y="2897711"/>
                  </a:lnTo>
                  <a:lnTo>
                    <a:pt x="2468433" y="2897711"/>
                  </a:lnTo>
                  <a:lnTo>
                    <a:pt x="2468559" y="2897711"/>
                  </a:lnTo>
                  <a:lnTo>
                    <a:pt x="2468685" y="2897711"/>
                  </a:lnTo>
                  <a:lnTo>
                    <a:pt x="2468812" y="2897711"/>
                  </a:lnTo>
                  <a:lnTo>
                    <a:pt x="2468938" y="2897711"/>
                  </a:lnTo>
                  <a:lnTo>
                    <a:pt x="2469064" y="2897711"/>
                  </a:lnTo>
                  <a:lnTo>
                    <a:pt x="2469191" y="2897711"/>
                  </a:lnTo>
                  <a:lnTo>
                    <a:pt x="2469317" y="2897711"/>
                  </a:lnTo>
                  <a:lnTo>
                    <a:pt x="2469443" y="2897711"/>
                  </a:lnTo>
                  <a:lnTo>
                    <a:pt x="2469569" y="2897711"/>
                  </a:lnTo>
                  <a:lnTo>
                    <a:pt x="2469696" y="2897711"/>
                  </a:lnTo>
                  <a:lnTo>
                    <a:pt x="2469822" y="2897711"/>
                  </a:lnTo>
                  <a:lnTo>
                    <a:pt x="2469948" y="2897711"/>
                  </a:lnTo>
                  <a:lnTo>
                    <a:pt x="2470074" y="2897711"/>
                  </a:lnTo>
                  <a:lnTo>
                    <a:pt x="2470201" y="2897711"/>
                  </a:lnTo>
                  <a:lnTo>
                    <a:pt x="2470327" y="2897711"/>
                  </a:lnTo>
                  <a:lnTo>
                    <a:pt x="2470453" y="2897711"/>
                  </a:lnTo>
                  <a:lnTo>
                    <a:pt x="2470579" y="2897711"/>
                  </a:lnTo>
                  <a:lnTo>
                    <a:pt x="2470579" y="2892799"/>
                  </a:lnTo>
                  <a:lnTo>
                    <a:pt x="2470706" y="2892799"/>
                  </a:lnTo>
                  <a:lnTo>
                    <a:pt x="2470832" y="2892799"/>
                  </a:lnTo>
                  <a:lnTo>
                    <a:pt x="2470958" y="2892799"/>
                  </a:lnTo>
                  <a:lnTo>
                    <a:pt x="2471084" y="2892799"/>
                  </a:lnTo>
                  <a:lnTo>
                    <a:pt x="2471211" y="2892799"/>
                  </a:lnTo>
                  <a:lnTo>
                    <a:pt x="2471337" y="2892799"/>
                  </a:lnTo>
                  <a:lnTo>
                    <a:pt x="2471463" y="2892799"/>
                  </a:lnTo>
                  <a:lnTo>
                    <a:pt x="2471589" y="2892799"/>
                  </a:lnTo>
                  <a:lnTo>
                    <a:pt x="2471716" y="2892799"/>
                  </a:lnTo>
                  <a:lnTo>
                    <a:pt x="2471842" y="2892799"/>
                  </a:lnTo>
                  <a:lnTo>
                    <a:pt x="2471968" y="2892799"/>
                  </a:lnTo>
                  <a:lnTo>
                    <a:pt x="2472094" y="2892799"/>
                  </a:lnTo>
                  <a:lnTo>
                    <a:pt x="2472221" y="2892799"/>
                  </a:lnTo>
                  <a:lnTo>
                    <a:pt x="2472347" y="2892799"/>
                  </a:lnTo>
                  <a:lnTo>
                    <a:pt x="2472473" y="2892799"/>
                  </a:lnTo>
                  <a:lnTo>
                    <a:pt x="2472599" y="2892799"/>
                  </a:lnTo>
                  <a:lnTo>
                    <a:pt x="2472726" y="2892799"/>
                  </a:lnTo>
                  <a:lnTo>
                    <a:pt x="2472852" y="2892799"/>
                  </a:lnTo>
                  <a:lnTo>
                    <a:pt x="2472978" y="2892799"/>
                  </a:lnTo>
                  <a:lnTo>
                    <a:pt x="2473104" y="2892799"/>
                  </a:lnTo>
                  <a:lnTo>
                    <a:pt x="2473231" y="2892799"/>
                  </a:lnTo>
                  <a:lnTo>
                    <a:pt x="2473357" y="2892799"/>
                  </a:lnTo>
                  <a:lnTo>
                    <a:pt x="2473483" y="2892799"/>
                  </a:lnTo>
                  <a:lnTo>
                    <a:pt x="2473609" y="2892799"/>
                  </a:lnTo>
                  <a:lnTo>
                    <a:pt x="2473736" y="2892799"/>
                  </a:lnTo>
                  <a:lnTo>
                    <a:pt x="2473862" y="2892799"/>
                  </a:lnTo>
                  <a:lnTo>
                    <a:pt x="2473988" y="2892799"/>
                  </a:lnTo>
                  <a:lnTo>
                    <a:pt x="2474114" y="2892799"/>
                  </a:lnTo>
                  <a:lnTo>
                    <a:pt x="2474241" y="2892799"/>
                  </a:lnTo>
                  <a:lnTo>
                    <a:pt x="2474367" y="2892799"/>
                  </a:lnTo>
                  <a:lnTo>
                    <a:pt x="2474493" y="2892799"/>
                  </a:lnTo>
                  <a:lnTo>
                    <a:pt x="2474620" y="2892799"/>
                  </a:lnTo>
                  <a:lnTo>
                    <a:pt x="2474746" y="2892799"/>
                  </a:lnTo>
                  <a:lnTo>
                    <a:pt x="2474872" y="2892799"/>
                  </a:lnTo>
                  <a:lnTo>
                    <a:pt x="2474998" y="2892799"/>
                  </a:lnTo>
                  <a:lnTo>
                    <a:pt x="2475125" y="2892799"/>
                  </a:lnTo>
                  <a:lnTo>
                    <a:pt x="2475251" y="2892799"/>
                  </a:lnTo>
                  <a:lnTo>
                    <a:pt x="2475377" y="2892799"/>
                  </a:lnTo>
                  <a:lnTo>
                    <a:pt x="2475503" y="2892799"/>
                  </a:lnTo>
                  <a:lnTo>
                    <a:pt x="2475630" y="2892799"/>
                  </a:lnTo>
                  <a:lnTo>
                    <a:pt x="2475756" y="2892799"/>
                  </a:lnTo>
                  <a:lnTo>
                    <a:pt x="2475882" y="2892799"/>
                  </a:lnTo>
                  <a:lnTo>
                    <a:pt x="2476008" y="2892799"/>
                  </a:lnTo>
                  <a:lnTo>
                    <a:pt x="2476135" y="2892799"/>
                  </a:lnTo>
                  <a:lnTo>
                    <a:pt x="2476261" y="2892799"/>
                  </a:lnTo>
                  <a:lnTo>
                    <a:pt x="2476387" y="2892799"/>
                  </a:lnTo>
                  <a:lnTo>
                    <a:pt x="2476513" y="2892799"/>
                  </a:lnTo>
                  <a:lnTo>
                    <a:pt x="2476640" y="2892799"/>
                  </a:lnTo>
                  <a:lnTo>
                    <a:pt x="2476766" y="2892799"/>
                  </a:lnTo>
                  <a:lnTo>
                    <a:pt x="2476892" y="2892799"/>
                  </a:lnTo>
                  <a:lnTo>
                    <a:pt x="2477018" y="2892799"/>
                  </a:lnTo>
                  <a:lnTo>
                    <a:pt x="2477145" y="2892799"/>
                  </a:lnTo>
                  <a:lnTo>
                    <a:pt x="2477271" y="2892799"/>
                  </a:lnTo>
                  <a:lnTo>
                    <a:pt x="2477397" y="2892799"/>
                  </a:lnTo>
                  <a:lnTo>
                    <a:pt x="2477523" y="2892799"/>
                  </a:lnTo>
                  <a:lnTo>
                    <a:pt x="2477650" y="2892799"/>
                  </a:lnTo>
                  <a:lnTo>
                    <a:pt x="2477776" y="2892799"/>
                  </a:lnTo>
                  <a:lnTo>
                    <a:pt x="2477902" y="2892799"/>
                  </a:lnTo>
                  <a:lnTo>
                    <a:pt x="2478028" y="2892799"/>
                  </a:lnTo>
                  <a:lnTo>
                    <a:pt x="2478028" y="2887888"/>
                  </a:lnTo>
                  <a:lnTo>
                    <a:pt x="2478155" y="2887888"/>
                  </a:lnTo>
                  <a:lnTo>
                    <a:pt x="2478281" y="2887888"/>
                  </a:lnTo>
                  <a:lnTo>
                    <a:pt x="2478407" y="2887888"/>
                  </a:lnTo>
                  <a:lnTo>
                    <a:pt x="2478533" y="2887888"/>
                  </a:lnTo>
                  <a:lnTo>
                    <a:pt x="2478660" y="2887888"/>
                  </a:lnTo>
                  <a:lnTo>
                    <a:pt x="2478786" y="2887888"/>
                  </a:lnTo>
                  <a:lnTo>
                    <a:pt x="2478912" y="2887888"/>
                  </a:lnTo>
                  <a:lnTo>
                    <a:pt x="2479038" y="2887888"/>
                  </a:lnTo>
                  <a:lnTo>
                    <a:pt x="2479165" y="2887888"/>
                  </a:lnTo>
                  <a:lnTo>
                    <a:pt x="2479291" y="2887888"/>
                  </a:lnTo>
                  <a:lnTo>
                    <a:pt x="2479417" y="2887888"/>
                  </a:lnTo>
                  <a:lnTo>
                    <a:pt x="2479544" y="2887888"/>
                  </a:lnTo>
                  <a:lnTo>
                    <a:pt x="2479670" y="2887888"/>
                  </a:lnTo>
                  <a:lnTo>
                    <a:pt x="2479796" y="2887888"/>
                  </a:lnTo>
                  <a:lnTo>
                    <a:pt x="2479922" y="2887888"/>
                  </a:lnTo>
                  <a:lnTo>
                    <a:pt x="2480049" y="2887888"/>
                  </a:lnTo>
                  <a:lnTo>
                    <a:pt x="2480175" y="2887888"/>
                  </a:lnTo>
                  <a:lnTo>
                    <a:pt x="2480301" y="2887888"/>
                  </a:lnTo>
                  <a:lnTo>
                    <a:pt x="2480427" y="2887888"/>
                  </a:lnTo>
                  <a:lnTo>
                    <a:pt x="2480554" y="2887888"/>
                  </a:lnTo>
                  <a:lnTo>
                    <a:pt x="2480680" y="2887888"/>
                  </a:lnTo>
                  <a:lnTo>
                    <a:pt x="2480806" y="2887888"/>
                  </a:lnTo>
                  <a:lnTo>
                    <a:pt x="2480932" y="2887888"/>
                  </a:lnTo>
                  <a:lnTo>
                    <a:pt x="2481059" y="2887888"/>
                  </a:lnTo>
                  <a:lnTo>
                    <a:pt x="2481185" y="2887888"/>
                  </a:lnTo>
                  <a:lnTo>
                    <a:pt x="2481311" y="2887888"/>
                  </a:lnTo>
                  <a:lnTo>
                    <a:pt x="2481437" y="2887888"/>
                  </a:lnTo>
                  <a:lnTo>
                    <a:pt x="2481564" y="2887888"/>
                  </a:lnTo>
                  <a:lnTo>
                    <a:pt x="2481690" y="2887888"/>
                  </a:lnTo>
                  <a:lnTo>
                    <a:pt x="2481816" y="2887888"/>
                  </a:lnTo>
                  <a:lnTo>
                    <a:pt x="2481942" y="2887888"/>
                  </a:lnTo>
                  <a:lnTo>
                    <a:pt x="2482069" y="2887888"/>
                  </a:lnTo>
                  <a:lnTo>
                    <a:pt x="2482195" y="2887888"/>
                  </a:lnTo>
                  <a:lnTo>
                    <a:pt x="2482321" y="2887888"/>
                  </a:lnTo>
                  <a:lnTo>
                    <a:pt x="2482447" y="2887888"/>
                  </a:lnTo>
                  <a:lnTo>
                    <a:pt x="2482574" y="2887888"/>
                  </a:lnTo>
                  <a:lnTo>
                    <a:pt x="2482700" y="2887888"/>
                  </a:lnTo>
                  <a:lnTo>
                    <a:pt x="2482826" y="2887888"/>
                  </a:lnTo>
                  <a:lnTo>
                    <a:pt x="2482952" y="2887888"/>
                  </a:lnTo>
                  <a:lnTo>
                    <a:pt x="2483079" y="2887888"/>
                  </a:lnTo>
                  <a:lnTo>
                    <a:pt x="2483205" y="2887888"/>
                  </a:lnTo>
                  <a:lnTo>
                    <a:pt x="2483331" y="2887888"/>
                  </a:lnTo>
                  <a:lnTo>
                    <a:pt x="2483457" y="2887888"/>
                  </a:lnTo>
                  <a:lnTo>
                    <a:pt x="2483584" y="2887888"/>
                  </a:lnTo>
                  <a:lnTo>
                    <a:pt x="2483710" y="2887888"/>
                  </a:lnTo>
                  <a:lnTo>
                    <a:pt x="2483836" y="2887888"/>
                  </a:lnTo>
                  <a:lnTo>
                    <a:pt x="2483962" y="2887888"/>
                  </a:lnTo>
                  <a:lnTo>
                    <a:pt x="2484089" y="2887888"/>
                  </a:lnTo>
                  <a:lnTo>
                    <a:pt x="2484215" y="2887888"/>
                  </a:lnTo>
                  <a:lnTo>
                    <a:pt x="2484341" y="2887888"/>
                  </a:lnTo>
                  <a:lnTo>
                    <a:pt x="2484467" y="2887888"/>
                  </a:lnTo>
                  <a:lnTo>
                    <a:pt x="2484594" y="2887888"/>
                  </a:lnTo>
                  <a:lnTo>
                    <a:pt x="2484720" y="2887888"/>
                  </a:lnTo>
                  <a:lnTo>
                    <a:pt x="2484846" y="2887888"/>
                  </a:lnTo>
                  <a:lnTo>
                    <a:pt x="2484973" y="2887888"/>
                  </a:lnTo>
                  <a:lnTo>
                    <a:pt x="2485099" y="2887888"/>
                  </a:lnTo>
                  <a:lnTo>
                    <a:pt x="2485225" y="2887888"/>
                  </a:lnTo>
                  <a:lnTo>
                    <a:pt x="2485351" y="2887888"/>
                  </a:lnTo>
                  <a:lnTo>
                    <a:pt x="2485478" y="2887888"/>
                  </a:lnTo>
                  <a:lnTo>
                    <a:pt x="2485604" y="2887888"/>
                  </a:lnTo>
                  <a:lnTo>
                    <a:pt x="2485730" y="2887888"/>
                  </a:lnTo>
                  <a:lnTo>
                    <a:pt x="2485856" y="2887888"/>
                  </a:lnTo>
                  <a:lnTo>
                    <a:pt x="2485983" y="2887888"/>
                  </a:lnTo>
                  <a:lnTo>
                    <a:pt x="2486109" y="2887888"/>
                  </a:lnTo>
                  <a:lnTo>
                    <a:pt x="2486235" y="2887888"/>
                  </a:lnTo>
                  <a:lnTo>
                    <a:pt x="2486361" y="2887888"/>
                  </a:lnTo>
                  <a:lnTo>
                    <a:pt x="2486488" y="2887888"/>
                  </a:lnTo>
                  <a:lnTo>
                    <a:pt x="2486614" y="2887888"/>
                  </a:lnTo>
                  <a:lnTo>
                    <a:pt x="2486740" y="2887888"/>
                  </a:lnTo>
                  <a:lnTo>
                    <a:pt x="2486866" y="2887888"/>
                  </a:lnTo>
                  <a:lnTo>
                    <a:pt x="2486993" y="2887888"/>
                  </a:lnTo>
                  <a:lnTo>
                    <a:pt x="2487119" y="2887888"/>
                  </a:lnTo>
                  <a:lnTo>
                    <a:pt x="2487245" y="2887888"/>
                  </a:lnTo>
                  <a:lnTo>
                    <a:pt x="2487245" y="2882977"/>
                  </a:lnTo>
                  <a:lnTo>
                    <a:pt x="2487371" y="2882977"/>
                  </a:lnTo>
                  <a:lnTo>
                    <a:pt x="2487498" y="2882977"/>
                  </a:lnTo>
                  <a:lnTo>
                    <a:pt x="2487624" y="2882977"/>
                  </a:lnTo>
                  <a:lnTo>
                    <a:pt x="2487750" y="2882977"/>
                  </a:lnTo>
                  <a:lnTo>
                    <a:pt x="2487876" y="2882977"/>
                  </a:lnTo>
                  <a:lnTo>
                    <a:pt x="2488003" y="2882977"/>
                  </a:lnTo>
                  <a:lnTo>
                    <a:pt x="2488129" y="2882977"/>
                  </a:lnTo>
                  <a:lnTo>
                    <a:pt x="2488255" y="2882977"/>
                  </a:lnTo>
                  <a:lnTo>
                    <a:pt x="2488381" y="2882977"/>
                  </a:lnTo>
                  <a:lnTo>
                    <a:pt x="2488508" y="2882977"/>
                  </a:lnTo>
                  <a:lnTo>
                    <a:pt x="2488634" y="2882977"/>
                  </a:lnTo>
                  <a:lnTo>
                    <a:pt x="2488760" y="2882977"/>
                  </a:lnTo>
                  <a:lnTo>
                    <a:pt x="2488886" y="2882977"/>
                  </a:lnTo>
                  <a:lnTo>
                    <a:pt x="2489013" y="2882977"/>
                  </a:lnTo>
                  <a:lnTo>
                    <a:pt x="2489139" y="2882977"/>
                  </a:lnTo>
                  <a:lnTo>
                    <a:pt x="2489265" y="2882977"/>
                  </a:lnTo>
                  <a:lnTo>
                    <a:pt x="2489391" y="2882977"/>
                  </a:lnTo>
                  <a:lnTo>
                    <a:pt x="2489518" y="2882977"/>
                  </a:lnTo>
                  <a:lnTo>
                    <a:pt x="2489644" y="2882977"/>
                  </a:lnTo>
                  <a:lnTo>
                    <a:pt x="2489770" y="2882977"/>
                  </a:lnTo>
                  <a:lnTo>
                    <a:pt x="2489897" y="2882977"/>
                  </a:lnTo>
                  <a:lnTo>
                    <a:pt x="2490023" y="2882977"/>
                  </a:lnTo>
                  <a:lnTo>
                    <a:pt x="2490149" y="2882977"/>
                  </a:lnTo>
                  <a:lnTo>
                    <a:pt x="2490275" y="2882977"/>
                  </a:lnTo>
                  <a:lnTo>
                    <a:pt x="2490402" y="2882977"/>
                  </a:lnTo>
                  <a:lnTo>
                    <a:pt x="2490528" y="2882977"/>
                  </a:lnTo>
                  <a:lnTo>
                    <a:pt x="2490654" y="2882977"/>
                  </a:lnTo>
                  <a:lnTo>
                    <a:pt x="2490780" y="2882977"/>
                  </a:lnTo>
                  <a:lnTo>
                    <a:pt x="2490907" y="2882977"/>
                  </a:lnTo>
                  <a:lnTo>
                    <a:pt x="2491033" y="2882977"/>
                  </a:lnTo>
                  <a:lnTo>
                    <a:pt x="2491159" y="2882977"/>
                  </a:lnTo>
                  <a:lnTo>
                    <a:pt x="2491285" y="2882977"/>
                  </a:lnTo>
                  <a:lnTo>
                    <a:pt x="2491412" y="2882977"/>
                  </a:lnTo>
                  <a:lnTo>
                    <a:pt x="2491538" y="2882977"/>
                  </a:lnTo>
                  <a:lnTo>
                    <a:pt x="2491664" y="2882977"/>
                  </a:lnTo>
                  <a:lnTo>
                    <a:pt x="2491790" y="2882977"/>
                  </a:lnTo>
                  <a:lnTo>
                    <a:pt x="2491917" y="2882977"/>
                  </a:lnTo>
                  <a:lnTo>
                    <a:pt x="2492043" y="2882977"/>
                  </a:lnTo>
                  <a:lnTo>
                    <a:pt x="2492169" y="2882977"/>
                  </a:lnTo>
                  <a:lnTo>
                    <a:pt x="2492295" y="2882977"/>
                  </a:lnTo>
                  <a:lnTo>
                    <a:pt x="2492422" y="2882977"/>
                  </a:lnTo>
                  <a:lnTo>
                    <a:pt x="2492548" y="2882977"/>
                  </a:lnTo>
                  <a:lnTo>
                    <a:pt x="2492674" y="2882977"/>
                  </a:lnTo>
                  <a:lnTo>
                    <a:pt x="2492800" y="2882977"/>
                  </a:lnTo>
                  <a:lnTo>
                    <a:pt x="2492927" y="2882977"/>
                  </a:lnTo>
                  <a:lnTo>
                    <a:pt x="2493053" y="2882977"/>
                  </a:lnTo>
                  <a:lnTo>
                    <a:pt x="2493179" y="2882977"/>
                  </a:lnTo>
                  <a:lnTo>
                    <a:pt x="2493305" y="2882977"/>
                  </a:lnTo>
                  <a:lnTo>
                    <a:pt x="2493432" y="2882977"/>
                  </a:lnTo>
                  <a:lnTo>
                    <a:pt x="2493558" y="2882977"/>
                  </a:lnTo>
                  <a:lnTo>
                    <a:pt x="2493684" y="2882977"/>
                  </a:lnTo>
                  <a:lnTo>
                    <a:pt x="2493810" y="2882977"/>
                  </a:lnTo>
                  <a:lnTo>
                    <a:pt x="2493937" y="2882977"/>
                  </a:lnTo>
                  <a:lnTo>
                    <a:pt x="2494063" y="2882977"/>
                  </a:lnTo>
                  <a:lnTo>
                    <a:pt x="2494189" y="2882977"/>
                  </a:lnTo>
                  <a:lnTo>
                    <a:pt x="2494315" y="2882977"/>
                  </a:lnTo>
                  <a:lnTo>
                    <a:pt x="2494442" y="2882977"/>
                  </a:lnTo>
                  <a:lnTo>
                    <a:pt x="2494568" y="2882977"/>
                  </a:lnTo>
                  <a:lnTo>
                    <a:pt x="2494694" y="2882977"/>
                  </a:lnTo>
                  <a:lnTo>
                    <a:pt x="2494821" y="2882977"/>
                  </a:lnTo>
                  <a:lnTo>
                    <a:pt x="2494947" y="2882977"/>
                  </a:lnTo>
                  <a:lnTo>
                    <a:pt x="2495073" y="2882977"/>
                  </a:lnTo>
                  <a:lnTo>
                    <a:pt x="2495199" y="2882977"/>
                  </a:lnTo>
                  <a:lnTo>
                    <a:pt x="2495326" y="2882977"/>
                  </a:lnTo>
                  <a:lnTo>
                    <a:pt x="2495452" y="2882977"/>
                  </a:lnTo>
                  <a:lnTo>
                    <a:pt x="2495578" y="2882977"/>
                  </a:lnTo>
                  <a:lnTo>
                    <a:pt x="2495704" y="2882977"/>
                  </a:lnTo>
                  <a:lnTo>
                    <a:pt x="2495831" y="2882977"/>
                  </a:lnTo>
                  <a:lnTo>
                    <a:pt x="2495957" y="2882977"/>
                  </a:lnTo>
                  <a:lnTo>
                    <a:pt x="2496083" y="2882977"/>
                  </a:lnTo>
                  <a:lnTo>
                    <a:pt x="2496209" y="2882977"/>
                  </a:lnTo>
                  <a:lnTo>
                    <a:pt x="2496336" y="2882977"/>
                  </a:lnTo>
                  <a:lnTo>
                    <a:pt x="2496462" y="2882977"/>
                  </a:lnTo>
                  <a:lnTo>
                    <a:pt x="2496588" y="2882977"/>
                  </a:lnTo>
                  <a:lnTo>
                    <a:pt x="2496714" y="2882977"/>
                  </a:lnTo>
                  <a:lnTo>
                    <a:pt x="2496841" y="2882977"/>
                  </a:lnTo>
                  <a:lnTo>
                    <a:pt x="2496967" y="2882977"/>
                  </a:lnTo>
                  <a:lnTo>
                    <a:pt x="2497093" y="2882977"/>
                  </a:lnTo>
                  <a:lnTo>
                    <a:pt x="2497219" y="2882977"/>
                  </a:lnTo>
                  <a:lnTo>
                    <a:pt x="2497346" y="2882977"/>
                  </a:lnTo>
                  <a:lnTo>
                    <a:pt x="2497472" y="2882977"/>
                  </a:lnTo>
                  <a:lnTo>
                    <a:pt x="2497598" y="2882977"/>
                  </a:lnTo>
                  <a:lnTo>
                    <a:pt x="2497724" y="2882977"/>
                  </a:lnTo>
                  <a:lnTo>
                    <a:pt x="2497851" y="2882977"/>
                  </a:lnTo>
                  <a:lnTo>
                    <a:pt x="2497851" y="2878065"/>
                  </a:lnTo>
                  <a:lnTo>
                    <a:pt x="2497977" y="2878065"/>
                  </a:lnTo>
                  <a:lnTo>
                    <a:pt x="2498103" y="2878065"/>
                  </a:lnTo>
                  <a:lnTo>
                    <a:pt x="2498229" y="2878065"/>
                  </a:lnTo>
                  <a:lnTo>
                    <a:pt x="2498356" y="2878065"/>
                  </a:lnTo>
                  <a:lnTo>
                    <a:pt x="2498482" y="2878065"/>
                  </a:lnTo>
                  <a:lnTo>
                    <a:pt x="2498608" y="2878065"/>
                  </a:lnTo>
                  <a:lnTo>
                    <a:pt x="2498734" y="2878065"/>
                  </a:lnTo>
                  <a:lnTo>
                    <a:pt x="2498861" y="2878065"/>
                  </a:lnTo>
                  <a:lnTo>
                    <a:pt x="2498987" y="2878065"/>
                  </a:lnTo>
                  <a:lnTo>
                    <a:pt x="2499113" y="2878065"/>
                  </a:lnTo>
                  <a:lnTo>
                    <a:pt x="2499239" y="2878065"/>
                  </a:lnTo>
                  <a:lnTo>
                    <a:pt x="2499366" y="2878065"/>
                  </a:lnTo>
                  <a:lnTo>
                    <a:pt x="2499492" y="2878065"/>
                  </a:lnTo>
                  <a:lnTo>
                    <a:pt x="2499618" y="2878065"/>
                  </a:lnTo>
                  <a:lnTo>
                    <a:pt x="2499744" y="2878065"/>
                  </a:lnTo>
                  <a:lnTo>
                    <a:pt x="2499871" y="2878065"/>
                  </a:lnTo>
                  <a:lnTo>
                    <a:pt x="2499997" y="2878065"/>
                  </a:lnTo>
                  <a:lnTo>
                    <a:pt x="2500123" y="2878065"/>
                  </a:lnTo>
                  <a:lnTo>
                    <a:pt x="2500250" y="2878065"/>
                  </a:lnTo>
                  <a:lnTo>
                    <a:pt x="2500376" y="2878065"/>
                  </a:lnTo>
                  <a:lnTo>
                    <a:pt x="2500502" y="2878065"/>
                  </a:lnTo>
                  <a:lnTo>
                    <a:pt x="2500628" y="2878065"/>
                  </a:lnTo>
                  <a:lnTo>
                    <a:pt x="2500755" y="2878065"/>
                  </a:lnTo>
                  <a:lnTo>
                    <a:pt x="2500881" y="2878065"/>
                  </a:lnTo>
                  <a:lnTo>
                    <a:pt x="2501007" y="2878065"/>
                  </a:lnTo>
                  <a:lnTo>
                    <a:pt x="2501133" y="2878065"/>
                  </a:lnTo>
                  <a:lnTo>
                    <a:pt x="2501260" y="2878065"/>
                  </a:lnTo>
                  <a:lnTo>
                    <a:pt x="2501386" y="2878065"/>
                  </a:lnTo>
                  <a:lnTo>
                    <a:pt x="2501512" y="2878065"/>
                  </a:lnTo>
                  <a:lnTo>
                    <a:pt x="2501638" y="2878065"/>
                  </a:lnTo>
                  <a:lnTo>
                    <a:pt x="2501765" y="2878065"/>
                  </a:lnTo>
                  <a:lnTo>
                    <a:pt x="2501891" y="2878065"/>
                  </a:lnTo>
                  <a:lnTo>
                    <a:pt x="2502017" y="2878065"/>
                  </a:lnTo>
                  <a:lnTo>
                    <a:pt x="2502143" y="2878065"/>
                  </a:lnTo>
                  <a:lnTo>
                    <a:pt x="2502270" y="2878065"/>
                  </a:lnTo>
                  <a:lnTo>
                    <a:pt x="2502396" y="2878065"/>
                  </a:lnTo>
                  <a:lnTo>
                    <a:pt x="2502522" y="2878065"/>
                  </a:lnTo>
                  <a:lnTo>
                    <a:pt x="2502648" y="2878065"/>
                  </a:lnTo>
                  <a:lnTo>
                    <a:pt x="2502775" y="2878065"/>
                  </a:lnTo>
                  <a:lnTo>
                    <a:pt x="2502901" y="2878065"/>
                  </a:lnTo>
                  <a:lnTo>
                    <a:pt x="2503027" y="2878065"/>
                  </a:lnTo>
                  <a:lnTo>
                    <a:pt x="2503153" y="2878065"/>
                  </a:lnTo>
                  <a:lnTo>
                    <a:pt x="2503280" y="2878065"/>
                  </a:lnTo>
                  <a:lnTo>
                    <a:pt x="2503406" y="2878065"/>
                  </a:lnTo>
                  <a:lnTo>
                    <a:pt x="2503532" y="2878065"/>
                  </a:lnTo>
                  <a:lnTo>
                    <a:pt x="2503658" y="2878065"/>
                  </a:lnTo>
                  <a:lnTo>
                    <a:pt x="2503785" y="2878065"/>
                  </a:lnTo>
                  <a:lnTo>
                    <a:pt x="2503911" y="2878065"/>
                  </a:lnTo>
                  <a:lnTo>
                    <a:pt x="2504037" y="2878065"/>
                  </a:lnTo>
                  <a:lnTo>
                    <a:pt x="2504163" y="2878065"/>
                  </a:lnTo>
                  <a:lnTo>
                    <a:pt x="2504290" y="2878065"/>
                  </a:lnTo>
                  <a:lnTo>
                    <a:pt x="2504416" y="2878065"/>
                  </a:lnTo>
                  <a:lnTo>
                    <a:pt x="2504542" y="2878065"/>
                  </a:lnTo>
                  <a:lnTo>
                    <a:pt x="2504668" y="2878065"/>
                  </a:lnTo>
                  <a:lnTo>
                    <a:pt x="2504795" y="2878065"/>
                  </a:lnTo>
                  <a:lnTo>
                    <a:pt x="2504921" y="2878065"/>
                  </a:lnTo>
                  <a:lnTo>
                    <a:pt x="2505047" y="2878065"/>
                  </a:lnTo>
                  <a:lnTo>
                    <a:pt x="2505174" y="2878065"/>
                  </a:lnTo>
                  <a:lnTo>
                    <a:pt x="2505300" y="2878065"/>
                  </a:lnTo>
                  <a:lnTo>
                    <a:pt x="2505426" y="2878065"/>
                  </a:lnTo>
                  <a:lnTo>
                    <a:pt x="2505552" y="2878065"/>
                  </a:lnTo>
                  <a:lnTo>
                    <a:pt x="2505679" y="2878065"/>
                  </a:lnTo>
                  <a:lnTo>
                    <a:pt x="2505805" y="2878065"/>
                  </a:lnTo>
                  <a:lnTo>
                    <a:pt x="2505931" y="2878065"/>
                  </a:lnTo>
                  <a:lnTo>
                    <a:pt x="2506057" y="2878065"/>
                  </a:lnTo>
                  <a:lnTo>
                    <a:pt x="2506184" y="2878065"/>
                  </a:lnTo>
                  <a:lnTo>
                    <a:pt x="2506310" y="2878065"/>
                  </a:lnTo>
                  <a:lnTo>
                    <a:pt x="2506436" y="2878065"/>
                  </a:lnTo>
                  <a:lnTo>
                    <a:pt x="2506562" y="2878065"/>
                  </a:lnTo>
                  <a:lnTo>
                    <a:pt x="2506689" y="2878065"/>
                  </a:lnTo>
                  <a:lnTo>
                    <a:pt x="2506815" y="2878065"/>
                  </a:lnTo>
                  <a:lnTo>
                    <a:pt x="2506941" y="2878065"/>
                  </a:lnTo>
                  <a:lnTo>
                    <a:pt x="2507067" y="2878065"/>
                  </a:lnTo>
                  <a:lnTo>
                    <a:pt x="2507194" y="2878065"/>
                  </a:lnTo>
                  <a:lnTo>
                    <a:pt x="2507320" y="2878065"/>
                  </a:lnTo>
                  <a:lnTo>
                    <a:pt x="2507446" y="2878065"/>
                  </a:lnTo>
                  <a:lnTo>
                    <a:pt x="2507572" y="2878065"/>
                  </a:lnTo>
                  <a:lnTo>
                    <a:pt x="2507699" y="2878065"/>
                  </a:lnTo>
                  <a:lnTo>
                    <a:pt x="2507825" y="2878065"/>
                  </a:lnTo>
                  <a:lnTo>
                    <a:pt x="2507951" y="2878065"/>
                  </a:lnTo>
                  <a:lnTo>
                    <a:pt x="2508077" y="2878065"/>
                  </a:lnTo>
                  <a:lnTo>
                    <a:pt x="2508204" y="2878065"/>
                  </a:lnTo>
                  <a:lnTo>
                    <a:pt x="2508330" y="2878065"/>
                  </a:lnTo>
                  <a:lnTo>
                    <a:pt x="2508456" y="2878065"/>
                  </a:lnTo>
                  <a:lnTo>
                    <a:pt x="2508582" y="2878065"/>
                  </a:lnTo>
                  <a:lnTo>
                    <a:pt x="2508709" y="2878065"/>
                  </a:lnTo>
                  <a:lnTo>
                    <a:pt x="2508835" y="2878065"/>
                  </a:lnTo>
                  <a:lnTo>
                    <a:pt x="2508961" y="2878065"/>
                  </a:lnTo>
                  <a:lnTo>
                    <a:pt x="2509087" y="2878065"/>
                  </a:lnTo>
                  <a:lnTo>
                    <a:pt x="2509214" y="2878065"/>
                  </a:lnTo>
                  <a:lnTo>
                    <a:pt x="2509340" y="2878065"/>
                  </a:lnTo>
                  <a:lnTo>
                    <a:pt x="2509466" y="2878065"/>
                  </a:lnTo>
                  <a:lnTo>
                    <a:pt x="2509592" y="2878065"/>
                  </a:lnTo>
                  <a:lnTo>
                    <a:pt x="2509719" y="2878065"/>
                  </a:lnTo>
                  <a:lnTo>
                    <a:pt x="2509845" y="2878065"/>
                  </a:lnTo>
                  <a:lnTo>
                    <a:pt x="2509971" y="2878065"/>
                  </a:lnTo>
                  <a:lnTo>
                    <a:pt x="2510097" y="2878065"/>
                  </a:lnTo>
                  <a:lnTo>
                    <a:pt x="2510224" y="2878065"/>
                  </a:lnTo>
                  <a:lnTo>
                    <a:pt x="2510350" y="2878065"/>
                  </a:lnTo>
                  <a:lnTo>
                    <a:pt x="2510476" y="2878065"/>
                  </a:lnTo>
                  <a:lnTo>
                    <a:pt x="2510603" y="2878065"/>
                  </a:lnTo>
                  <a:lnTo>
                    <a:pt x="2510729" y="2878065"/>
                  </a:lnTo>
                  <a:lnTo>
                    <a:pt x="2510855" y="2878065"/>
                  </a:lnTo>
                  <a:lnTo>
                    <a:pt x="2510981" y="2878065"/>
                  </a:lnTo>
                  <a:lnTo>
                    <a:pt x="2511108" y="2878065"/>
                  </a:lnTo>
                  <a:lnTo>
                    <a:pt x="2511234" y="2878065"/>
                  </a:lnTo>
                  <a:lnTo>
                    <a:pt x="2511360" y="2878065"/>
                  </a:lnTo>
                  <a:lnTo>
                    <a:pt x="2511486" y="2878065"/>
                  </a:lnTo>
                  <a:lnTo>
                    <a:pt x="2511613" y="2878065"/>
                  </a:lnTo>
                  <a:lnTo>
                    <a:pt x="2511739" y="2878065"/>
                  </a:lnTo>
                  <a:lnTo>
                    <a:pt x="2511865" y="2878065"/>
                  </a:lnTo>
                  <a:lnTo>
                    <a:pt x="2511991" y="2878065"/>
                  </a:lnTo>
                  <a:lnTo>
                    <a:pt x="2512118" y="2878065"/>
                  </a:lnTo>
                  <a:lnTo>
                    <a:pt x="2512244" y="2878065"/>
                  </a:lnTo>
                  <a:lnTo>
                    <a:pt x="2512370" y="2878065"/>
                  </a:lnTo>
                  <a:lnTo>
                    <a:pt x="2512496" y="2878065"/>
                  </a:lnTo>
                  <a:lnTo>
                    <a:pt x="2512623" y="2878065"/>
                  </a:lnTo>
                  <a:lnTo>
                    <a:pt x="2512749" y="2878065"/>
                  </a:lnTo>
                  <a:lnTo>
                    <a:pt x="2512875" y="2878065"/>
                  </a:lnTo>
                  <a:lnTo>
                    <a:pt x="2513001" y="2878065"/>
                  </a:lnTo>
                  <a:lnTo>
                    <a:pt x="2513128" y="2878065"/>
                  </a:lnTo>
                  <a:lnTo>
                    <a:pt x="2513254" y="2878065"/>
                  </a:lnTo>
                  <a:lnTo>
                    <a:pt x="2513380" y="2878065"/>
                  </a:lnTo>
                  <a:lnTo>
                    <a:pt x="2513506" y="2878065"/>
                  </a:lnTo>
                  <a:lnTo>
                    <a:pt x="2513633" y="2878065"/>
                  </a:lnTo>
                  <a:lnTo>
                    <a:pt x="2513759" y="2878065"/>
                  </a:lnTo>
                  <a:lnTo>
                    <a:pt x="2513885" y="2878065"/>
                  </a:lnTo>
                  <a:lnTo>
                    <a:pt x="2514011" y="2878065"/>
                  </a:lnTo>
                  <a:lnTo>
                    <a:pt x="2514138" y="2878065"/>
                  </a:lnTo>
                  <a:lnTo>
                    <a:pt x="2514264" y="2878065"/>
                  </a:lnTo>
                  <a:lnTo>
                    <a:pt x="2514390" y="2878065"/>
                  </a:lnTo>
                  <a:lnTo>
                    <a:pt x="2514516" y="2878065"/>
                  </a:lnTo>
                  <a:lnTo>
                    <a:pt x="2514643" y="2878065"/>
                  </a:lnTo>
                  <a:lnTo>
                    <a:pt x="2514769" y="2878065"/>
                  </a:lnTo>
                  <a:lnTo>
                    <a:pt x="2514895" y="2878065"/>
                  </a:lnTo>
                  <a:lnTo>
                    <a:pt x="2515021" y="2878065"/>
                  </a:lnTo>
                  <a:lnTo>
                    <a:pt x="2515148" y="2878065"/>
                  </a:lnTo>
                  <a:lnTo>
                    <a:pt x="2515274" y="2878065"/>
                  </a:lnTo>
                  <a:lnTo>
                    <a:pt x="2515400" y="2878065"/>
                  </a:lnTo>
                  <a:lnTo>
                    <a:pt x="2515527" y="2878065"/>
                  </a:lnTo>
                  <a:lnTo>
                    <a:pt x="2515653" y="2878065"/>
                  </a:lnTo>
                  <a:lnTo>
                    <a:pt x="2515779" y="2878065"/>
                  </a:lnTo>
                  <a:lnTo>
                    <a:pt x="2515905" y="2878065"/>
                  </a:lnTo>
                  <a:lnTo>
                    <a:pt x="2516032" y="2878065"/>
                  </a:lnTo>
                  <a:lnTo>
                    <a:pt x="2516158" y="2878065"/>
                  </a:lnTo>
                  <a:lnTo>
                    <a:pt x="2516284" y="2878065"/>
                  </a:lnTo>
                  <a:lnTo>
                    <a:pt x="2516410" y="2878065"/>
                  </a:lnTo>
                  <a:lnTo>
                    <a:pt x="2516537" y="2878065"/>
                  </a:lnTo>
                  <a:lnTo>
                    <a:pt x="2516663" y="2878065"/>
                  </a:lnTo>
                  <a:lnTo>
                    <a:pt x="2516789" y="2878065"/>
                  </a:lnTo>
                  <a:lnTo>
                    <a:pt x="2516915" y="2878065"/>
                  </a:lnTo>
                  <a:lnTo>
                    <a:pt x="2517042" y="2878065"/>
                  </a:lnTo>
                  <a:lnTo>
                    <a:pt x="2517168" y="2878065"/>
                  </a:lnTo>
                  <a:lnTo>
                    <a:pt x="2517294" y="2878065"/>
                  </a:lnTo>
                  <a:lnTo>
                    <a:pt x="2517420" y="2878065"/>
                  </a:lnTo>
                  <a:lnTo>
                    <a:pt x="2517547" y="2878065"/>
                  </a:lnTo>
                  <a:lnTo>
                    <a:pt x="2517673" y="2878065"/>
                  </a:lnTo>
                  <a:lnTo>
                    <a:pt x="2517799" y="2878065"/>
                  </a:lnTo>
                  <a:lnTo>
                    <a:pt x="2517925" y="2878065"/>
                  </a:lnTo>
                  <a:lnTo>
                    <a:pt x="2518052" y="2878065"/>
                  </a:lnTo>
                  <a:lnTo>
                    <a:pt x="2518178" y="2878065"/>
                  </a:lnTo>
                  <a:lnTo>
                    <a:pt x="2518178" y="2873154"/>
                  </a:lnTo>
                  <a:lnTo>
                    <a:pt x="2518304" y="2873154"/>
                  </a:lnTo>
                  <a:lnTo>
                    <a:pt x="2518430" y="2873154"/>
                  </a:lnTo>
                  <a:lnTo>
                    <a:pt x="2518557" y="2873154"/>
                  </a:lnTo>
                  <a:lnTo>
                    <a:pt x="2518683" y="2873154"/>
                  </a:lnTo>
                  <a:lnTo>
                    <a:pt x="2518809" y="2873154"/>
                  </a:lnTo>
                  <a:lnTo>
                    <a:pt x="2518935" y="2873154"/>
                  </a:lnTo>
                  <a:lnTo>
                    <a:pt x="2519062" y="2873154"/>
                  </a:lnTo>
                  <a:lnTo>
                    <a:pt x="2519188" y="2873154"/>
                  </a:lnTo>
                  <a:lnTo>
                    <a:pt x="2519314" y="2873154"/>
                  </a:lnTo>
                  <a:lnTo>
                    <a:pt x="2519440" y="2873154"/>
                  </a:lnTo>
                  <a:lnTo>
                    <a:pt x="2519567" y="2873154"/>
                  </a:lnTo>
                  <a:lnTo>
                    <a:pt x="2519567" y="2868242"/>
                  </a:lnTo>
                  <a:lnTo>
                    <a:pt x="2519693" y="2868242"/>
                  </a:lnTo>
                  <a:lnTo>
                    <a:pt x="2519819" y="2868242"/>
                  </a:lnTo>
                  <a:lnTo>
                    <a:pt x="2519945" y="2868242"/>
                  </a:lnTo>
                  <a:lnTo>
                    <a:pt x="2520072" y="2868242"/>
                  </a:lnTo>
                  <a:lnTo>
                    <a:pt x="2520198" y="2868242"/>
                  </a:lnTo>
                  <a:lnTo>
                    <a:pt x="2520324" y="2868242"/>
                  </a:lnTo>
                  <a:lnTo>
                    <a:pt x="2520450" y="2868242"/>
                  </a:lnTo>
                  <a:lnTo>
                    <a:pt x="2520577" y="2868242"/>
                  </a:lnTo>
                  <a:lnTo>
                    <a:pt x="2520703" y="2868242"/>
                  </a:lnTo>
                  <a:lnTo>
                    <a:pt x="2520829" y="2868242"/>
                  </a:lnTo>
                  <a:lnTo>
                    <a:pt x="2520956" y="2868242"/>
                  </a:lnTo>
                  <a:lnTo>
                    <a:pt x="2521082" y="2868242"/>
                  </a:lnTo>
                  <a:lnTo>
                    <a:pt x="2521208" y="2868242"/>
                  </a:lnTo>
                  <a:lnTo>
                    <a:pt x="2521334" y="2868242"/>
                  </a:lnTo>
                  <a:lnTo>
                    <a:pt x="2521461" y="2868242"/>
                  </a:lnTo>
                  <a:lnTo>
                    <a:pt x="2521587" y="2868242"/>
                  </a:lnTo>
                  <a:lnTo>
                    <a:pt x="2521713" y="2868242"/>
                  </a:lnTo>
                  <a:lnTo>
                    <a:pt x="2521839" y="2868242"/>
                  </a:lnTo>
                  <a:lnTo>
                    <a:pt x="2521966" y="2868242"/>
                  </a:lnTo>
                  <a:lnTo>
                    <a:pt x="2522092" y="2868242"/>
                  </a:lnTo>
                  <a:lnTo>
                    <a:pt x="2522218" y="2868242"/>
                  </a:lnTo>
                  <a:lnTo>
                    <a:pt x="2522344" y="2868242"/>
                  </a:lnTo>
                  <a:lnTo>
                    <a:pt x="2522344" y="2863331"/>
                  </a:lnTo>
                  <a:lnTo>
                    <a:pt x="2522471" y="2863331"/>
                  </a:lnTo>
                  <a:lnTo>
                    <a:pt x="2522597" y="2863331"/>
                  </a:lnTo>
                  <a:lnTo>
                    <a:pt x="2522723" y="2863331"/>
                  </a:lnTo>
                  <a:lnTo>
                    <a:pt x="2522849" y="2863331"/>
                  </a:lnTo>
                  <a:lnTo>
                    <a:pt x="2522976" y="2863331"/>
                  </a:lnTo>
                  <a:lnTo>
                    <a:pt x="2523102" y="2863331"/>
                  </a:lnTo>
                  <a:lnTo>
                    <a:pt x="2523228" y="2863331"/>
                  </a:lnTo>
                  <a:lnTo>
                    <a:pt x="2523354" y="2863331"/>
                  </a:lnTo>
                  <a:lnTo>
                    <a:pt x="2523481" y="2863331"/>
                  </a:lnTo>
                  <a:lnTo>
                    <a:pt x="2523607" y="2863331"/>
                  </a:lnTo>
                  <a:lnTo>
                    <a:pt x="2523733" y="2863331"/>
                  </a:lnTo>
                  <a:lnTo>
                    <a:pt x="2523859" y="2863331"/>
                  </a:lnTo>
                  <a:lnTo>
                    <a:pt x="2523986" y="2863331"/>
                  </a:lnTo>
                  <a:lnTo>
                    <a:pt x="2524112" y="2863331"/>
                  </a:lnTo>
                  <a:lnTo>
                    <a:pt x="2524238" y="2863331"/>
                  </a:lnTo>
                  <a:lnTo>
                    <a:pt x="2524364" y="2863331"/>
                  </a:lnTo>
                  <a:lnTo>
                    <a:pt x="2524491" y="2863331"/>
                  </a:lnTo>
                  <a:lnTo>
                    <a:pt x="2524617" y="2863331"/>
                  </a:lnTo>
                  <a:lnTo>
                    <a:pt x="2524743" y="2863331"/>
                  </a:lnTo>
                  <a:lnTo>
                    <a:pt x="2524869" y="2863331"/>
                  </a:lnTo>
                  <a:lnTo>
                    <a:pt x="2524869" y="2858420"/>
                  </a:lnTo>
                  <a:lnTo>
                    <a:pt x="2524996" y="2858420"/>
                  </a:lnTo>
                  <a:lnTo>
                    <a:pt x="2525122" y="2858420"/>
                  </a:lnTo>
                  <a:lnTo>
                    <a:pt x="2525248" y="2858420"/>
                  </a:lnTo>
                  <a:lnTo>
                    <a:pt x="2525374" y="2858420"/>
                  </a:lnTo>
                  <a:lnTo>
                    <a:pt x="2525501" y="2858420"/>
                  </a:lnTo>
                  <a:lnTo>
                    <a:pt x="2525627" y="2858420"/>
                  </a:lnTo>
                  <a:lnTo>
                    <a:pt x="2525753" y="2858420"/>
                  </a:lnTo>
                  <a:lnTo>
                    <a:pt x="2525880" y="2858420"/>
                  </a:lnTo>
                  <a:lnTo>
                    <a:pt x="2526006" y="2858420"/>
                  </a:lnTo>
                  <a:lnTo>
                    <a:pt x="2526132" y="2858420"/>
                  </a:lnTo>
                  <a:lnTo>
                    <a:pt x="2526258" y="2858420"/>
                  </a:lnTo>
                  <a:lnTo>
                    <a:pt x="2526385" y="2858420"/>
                  </a:lnTo>
                  <a:lnTo>
                    <a:pt x="2526511" y="2858420"/>
                  </a:lnTo>
                  <a:lnTo>
                    <a:pt x="2526637" y="2858420"/>
                  </a:lnTo>
                  <a:lnTo>
                    <a:pt x="2526763" y="2858420"/>
                  </a:lnTo>
                  <a:lnTo>
                    <a:pt x="2526890" y="2858420"/>
                  </a:lnTo>
                  <a:lnTo>
                    <a:pt x="2527016" y="2858420"/>
                  </a:lnTo>
                  <a:lnTo>
                    <a:pt x="2527142" y="2858420"/>
                  </a:lnTo>
                  <a:lnTo>
                    <a:pt x="2527268" y="2858420"/>
                  </a:lnTo>
                  <a:lnTo>
                    <a:pt x="2527395" y="2858420"/>
                  </a:lnTo>
                  <a:lnTo>
                    <a:pt x="2527521" y="2858420"/>
                  </a:lnTo>
                  <a:lnTo>
                    <a:pt x="2527647" y="2858420"/>
                  </a:lnTo>
                  <a:lnTo>
                    <a:pt x="2527773" y="2858420"/>
                  </a:lnTo>
                  <a:lnTo>
                    <a:pt x="2527900" y="2858420"/>
                  </a:lnTo>
                  <a:lnTo>
                    <a:pt x="2528026" y="2858420"/>
                  </a:lnTo>
                  <a:lnTo>
                    <a:pt x="2528152" y="2858420"/>
                  </a:lnTo>
                  <a:lnTo>
                    <a:pt x="2528278" y="2858420"/>
                  </a:lnTo>
                  <a:lnTo>
                    <a:pt x="2528405" y="2858420"/>
                  </a:lnTo>
                  <a:lnTo>
                    <a:pt x="2528531" y="2858420"/>
                  </a:lnTo>
                  <a:lnTo>
                    <a:pt x="2528657" y="2858420"/>
                  </a:lnTo>
                  <a:lnTo>
                    <a:pt x="2528783" y="2858420"/>
                  </a:lnTo>
                  <a:lnTo>
                    <a:pt x="2528910" y="2858420"/>
                  </a:lnTo>
                  <a:lnTo>
                    <a:pt x="2529036" y="2858420"/>
                  </a:lnTo>
                  <a:lnTo>
                    <a:pt x="2529162" y="2858420"/>
                  </a:lnTo>
                  <a:lnTo>
                    <a:pt x="2529288" y="2858420"/>
                  </a:lnTo>
                  <a:lnTo>
                    <a:pt x="2529415" y="2858420"/>
                  </a:lnTo>
                  <a:lnTo>
                    <a:pt x="2529541" y="2858420"/>
                  </a:lnTo>
                  <a:lnTo>
                    <a:pt x="2529667" y="2858420"/>
                  </a:lnTo>
                  <a:lnTo>
                    <a:pt x="2529793" y="2858420"/>
                  </a:lnTo>
                  <a:lnTo>
                    <a:pt x="2529920" y="2858420"/>
                  </a:lnTo>
                  <a:lnTo>
                    <a:pt x="2530046" y="2858420"/>
                  </a:lnTo>
                  <a:lnTo>
                    <a:pt x="2530172" y="2858420"/>
                  </a:lnTo>
                  <a:lnTo>
                    <a:pt x="2530298" y="2858420"/>
                  </a:lnTo>
                  <a:lnTo>
                    <a:pt x="2530425" y="2858420"/>
                  </a:lnTo>
                  <a:lnTo>
                    <a:pt x="2530551" y="2858420"/>
                  </a:lnTo>
                  <a:lnTo>
                    <a:pt x="2530677" y="2858420"/>
                  </a:lnTo>
                  <a:lnTo>
                    <a:pt x="2530803" y="2858420"/>
                  </a:lnTo>
                  <a:lnTo>
                    <a:pt x="2530930" y="2858420"/>
                  </a:lnTo>
                  <a:lnTo>
                    <a:pt x="2531056" y="2858420"/>
                  </a:lnTo>
                  <a:lnTo>
                    <a:pt x="2531182" y="2858420"/>
                  </a:lnTo>
                  <a:lnTo>
                    <a:pt x="2531309" y="2858420"/>
                  </a:lnTo>
                  <a:lnTo>
                    <a:pt x="2531435" y="2858420"/>
                  </a:lnTo>
                  <a:lnTo>
                    <a:pt x="2531561" y="2858420"/>
                  </a:lnTo>
                  <a:lnTo>
                    <a:pt x="2531687" y="2858420"/>
                  </a:lnTo>
                  <a:lnTo>
                    <a:pt x="2531814" y="2858420"/>
                  </a:lnTo>
                  <a:lnTo>
                    <a:pt x="2531940" y="2858420"/>
                  </a:lnTo>
                  <a:lnTo>
                    <a:pt x="2532066" y="2858420"/>
                  </a:lnTo>
                  <a:lnTo>
                    <a:pt x="2532192" y="2858420"/>
                  </a:lnTo>
                  <a:lnTo>
                    <a:pt x="2532319" y="2858420"/>
                  </a:lnTo>
                  <a:lnTo>
                    <a:pt x="2532445" y="2858420"/>
                  </a:lnTo>
                  <a:lnTo>
                    <a:pt x="2532571" y="2858420"/>
                  </a:lnTo>
                  <a:lnTo>
                    <a:pt x="2532697" y="2858420"/>
                  </a:lnTo>
                  <a:lnTo>
                    <a:pt x="2532824" y="2858420"/>
                  </a:lnTo>
                  <a:lnTo>
                    <a:pt x="2532950" y="2858420"/>
                  </a:lnTo>
                  <a:lnTo>
                    <a:pt x="2533076" y="2858420"/>
                  </a:lnTo>
                  <a:lnTo>
                    <a:pt x="2533202" y="2858420"/>
                  </a:lnTo>
                  <a:lnTo>
                    <a:pt x="2533329" y="2858420"/>
                  </a:lnTo>
                  <a:lnTo>
                    <a:pt x="2533455" y="2858420"/>
                  </a:lnTo>
                  <a:lnTo>
                    <a:pt x="2533581" y="2858420"/>
                  </a:lnTo>
                  <a:lnTo>
                    <a:pt x="2533707" y="2858420"/>
                  </a:lnTo>
                  <a:lnTo>
                    <a:pt x="2533834" y="2858420"/>
                  </a:lnTo>
                  <a:lnTo>
                    <a:pt x="2533960" y="2858420"/>
                  </a:lnTo>
                  <a:lnTo>
                    <a:pt x="2534086" y="2858420"/>
                  </a:lnTo>
                  <a:lnTo>
                    <a:pt x="2534212" y="2858420"/>
                  </a:lnTo>
                  <a:lnTo>
                    <a:pt x="2534339" y="2858420"/>
                  </a:lnTo>
                  <a:lnTo>
                    <a:pt x="2534465" y="2858420"/>
                  </a:lnTo>
                  <a:lnTo>
                    <a:pt x="2534591" y="2858420"/>
                  </a:lnTo>
                  <a:lnTo>
                    <a:pt x="2534717" y="2858420"/>
                  </a:lnTo>
                  <a:lnTo>
                    <a:pt x="2534844" y="2858420"/>
                  </a:lnTo>
                  <a:lnTo>
                    <a:pt x="2534970" y="2858420"/>
                  </a:lnTo>
                  <a:lnTo>
                    <a:pt x="2535096" y="2858420"/>
                  </a:lnTo>
                  <a:lnTo>
                    <a:pt x="2535222" y="2858420"/>
                  </a:lnTo>
                  <a:lnTo>
                    <a:pt x="2535349" y="2858420"/>
                  </a:lnTo>
                  <a:lnTo>
                    <a:pt x="2535475" y="2858420"/>
                  </a:lnTo>
                  <a:lnTo>
                    <a:pt x="2535601" y="2858420"/>
                  </a:lnTo>
                  <a:lnTo>
                    <a:pt x="2535727" y="2858420"/>
                  </a:lnTo>
                  <a:lnTo>
                    <a:pt x="2535854" y="2858420"/>
                  </a:lnTo>
                  <a:lnTo>
                    <a:pt x="2535980" y="2858420"/>
                  </a:lnTo>
                  <a:lnTo>
                    <a:pt x="2536106" y="2858420"/>
                  </a:lnTo>
                  <a:lnTo>
                    <a:pt x="2536233" y="2858420"/>
                  </a:lnTo>
                  <a:lnTo>
                    <a:pt x="2536359" y="2858420"/>
                  </a:lnTo>
                  <a:lnTo>
                    <a:pt x="2536485" y="2858420"/>
                  </a:lnTo>
                  <a:lnTo>
                    <a:pt x="2536611" y="2858420"/>
                  </a:lnTo>
                  <a:lnTo>
                    <a:pt x="2536738" y="2858420"/>
                  </a:lnTo>
                  <a:lnTo>
                    <a:pt x="2536864" y="2858420"/>
                  </a:lnTo>
                  <a:lnTo>
                    <a:pt x="2536990" y="2858420"/>
                  </a:lnTo>
                  <a:lnTo>
                    <a:pt x="2537116" y="2858420"/>
                  </a:lnTo>
                  <a:lnTo>
                    <a:pt x="2537243" y="2858420"/>
                  </a:lnTo>
                  <a:lnTo>
                    <a:pt x="2537369" y="2858420"/>
                  </a:lnTo>
                  <a:lnTo>
                    <a:pt x="2537495" y="2858420"/>
                  </a:lnTo>
                  <a:lnTo>
                    <a:pt x="2537621" y="2858420"/>
                  </a:lnTo>
                  <a:lnTo>
                    <a:pt x="2537748" y="2858420"/>
                  </a:lnTo>
                  <a:lnTo>
                    <a:pt x="2537874" y="2858420"/>
                  </a:lnTo>
                  <a:lnTo>
                    <a:pt x="2538000" y="2858420"/>
                  </a:lnTo>
                  <a:lnTo>
                    <a:pt x="2538126" y="2858420"/>
                  </a:lnTo>
                  <a:lnTo>
                    <a:pt x="2538253" y="2858420"/>
                  </a:lnTo>
                  <a:lnTo>
                    <a:pt x="2538379" y="2858420"/>
                  </a:lnTo>
                  <a:lnTo>
                    <a:pt x="2538505" y="2858420"/>
                  </a:lnTo>
                  <a:lnTo>
                    <a:pt x="2538631" y="2858420"/>
                  </a:lnTo>
                  <a:lnTo>
                    <a:pt x="2538758" y="2858420"/>
                  </a:lnTo>
                  <a:lnTo>
                    <a:pt x="2538884" y="2858420"/>
                  </a:lnTo>
                  <a:lnTo>
                    <a:pt x="2539010" y="2858420"/>
                  </a:lnTo>
                  <a:lnTo>
                    <a:pt x="2539136" y="2858420"/>
                  </a:lnTo>
                  <a:lnTo>
                    <a:pt x="2539263" y="2858420"/>
                  </a:lnTo>
                  <a:lnTo>
                    <a:pt x="2539389" y="2858420"/>
                  </a:lnTo>
                  <a:lnTo>
                    <a:pt x="2539515" y="2858420"/>
                  </a:lnTo>
                  <a:lnTo>
                    <a:pt x="2539641" y="2858420"/>
                  </a:lnTo>
                  <a:lnTo>
                    <a:pt x="2539768" y="2858420"/>
                  </a:lnTo>
                  <a:lnTo>
                    <a:pt x="2539894" y="2858420"/>
                  </a:lnTo>
                  <a:lnTo>
                    <a:pt x="2540020" y="2858420"/>
                  </a:lnTo>
                  <a:lnTo>
                    <a:pt x="2540146" y="2858420"/>
                  </a:lnTo>
                  <a:lnTo>
                    <a:pt x="2540273" y="2858420"/>
                  </a:lnTo>
                  <a:lnTo>
                    <a:pt x="2540399" y="2858420"/>
                  </a:lnTo>
                  <a:lnTo>
                    <a:pt x="2540399" y="2853508"/>
                  </a:lnTo>
                  <a:lnTo>
                    <a:pt x="2540525" y="2853508"/>
                  </a:lnTo>
                  <a:lnTo>
                    <a:pt x="2540651" y="2853508"/>
                  </a:lnTo>
                  <a:lnTo>
                    <a:pt x="2540778" y="2853508"/>
                  </a:lnTo>
                  <a:lnTo>
                    <a:pt x="2540904" y="2853508"/>
                  </a:lnTo>
                  <a:lnTo>
                    <a:pt x="2541030" y="2853508"/>
                  </a:lnTo>
                  <a:lnTo>
                    <a:pt x="2541156" y="2853508"/>
                  </a:lnTo>
                  <a:lnTo>
                    <a:pt x="2541283" y="2853508"/>
                  </a:lnTo>
                  <a:lnTo>
                    <a:pt x="2541409" y="2853508"/>
                  </a:lnTo>
                  <a:lnTo>
                    <a:pt x="2541535" y="2853508"/>
                  </a:lnTo>
                  <a:lnTo>
                    <a:pt x="2541662" y="2853508"/>
                  </a:lnTo>
                  <a:lnTo>
                    <a:pt x="2541788" y="2853508"/>
                  </a:lnTo>
                  <a:lnTo>
                    <a:pt x="2541914" y="2853508"/>
                  </a:lnTo>
                  <a:lnTo>
                    <a:pt x="2542040" y="2853508"/>
                  </a:lnTo>
                  <a:lnTo>
                    <a:pt x="2542167" y="2853508"/>
                  </a:lnTo>
                  <a:lnTo>
                    <a:pt x="2542293" y="2853508"/>
                  </a:lnTo>
                  <a:lnTo>
                    <a:pt x="2542419" y="2853508"/>
                  </a:lnTo>
                  <a:lnTo>
                    <a:pt x="2542545" y="2853508"/>
                  </a:lnTo>
                  <a:lnTo>
                    <a:pt x="2542672" y="2853508"/>
                  </a:lnTo>
                  <a:lnTo>
                    <a:pt x="2542798" y="2853508"/>
                  </a:lnTo>
                  <a:lnTo>
                    <a:pt x="2542924" y="2853508"/>
                  </a:lnTo>
                  <a:lnTo>
                    <a:pt x="2543050" y="2853508"/>
                  </a:lnTo>
                  <a:lnTo>
                    <a:pt x="2543177" y="2853508"/>
                  </a:lnTo>
                  <a:lnTo>
                    <a:pt x="2543303" y="2853508"/>
                  </a:lnTo>
                  <a:lnTo>
                    <a:pt x="2543303" y="2848597"/>
                  </a:lnTo>
                  <a:lnTo>
                    <a:pt x="2543429" y="2848597"/>
                  </a:lnTo>
                  <a:lnTo>
                    <a:pt x="2543555" y="2848597"/>
                  </a:lnTo>
                  <a:lnTo>
                    <a:pt x="2543682" y="2848597"/>
                  </a:lnTo>
                  <a:lnTo>
                    <a:pt x="2543808" y="2848597"/>
                  </a:lnTo>
                  <a:lnTo>
                    <a:pt x="2543934" y="2848597"/>
                  </a:lnTo>
                  <a:lnTo>
                    <a:pt x="2544060" y="2848597"/>
                  </a:lnTo>
                  <a:lnTo>
                    <a:pt x="2544187" y="2848597"/>
                  </a:lnTo>
                  <a:lnTo>
                    <a:pt x="2544313" y="2848597"/>
                  </a:lnTo>
                  <a:lnTo>
                    <a:pt x="2544439" y="2848597"/>
                  </a:lnTo>
                  <a:lnTo>
                    <a:pt x="2544565" y="2848597"/>
                  </a:lnTo>
                  <a:lnTo>
                    <a:pt x="2544692" y="2848597"/>
                  </a:lnTo>
                  <a:lnTo>
                    <a:pt x="2544818" y="2848597"/>
                  </a:lnTo>
                  <a:lnTo>
                    <a:pt x="2544944" y="2848597"/>
                  </a:lnTo>
                  <a:lnTo>
                    <a:pt x="2545070" y="2848597"/>
                  </a:lnTo>
                  <a:lnTo>
                    <a:pt x="2545197" y="2848597"/>
                  </a:lnTo>
                  <a:lnTo>
                    <a:pt x="2545323" y="2848597"/>
                  </a:lnTo>
                  <a:lnTo>
                    <a:pt x="2545449" y="2848597"/>
                  </a:lnTo>
                  <a:lnTo>
                    <a:pt x="2545575" y="2848597"/>
                  </a:lnTo>
                  <a:lnTo>
                    <a:pt x="2545702" y="2848597"/>
                  </a:lnTo>
                  <a:lnTo>
                    <a:pt x="2545828" y="2848597"/>
                  </a:lnTo>
                  <a:lnTo>
                    <a:pt x="2545954" y="2848597"/>
                  </a:lnTo>
                  <a:lnTo>
                    <a:pt x="2546080" y="2848597"/>
                  </a:lnTo>
                  <a:lnTo>
                    <a:pt x="2546207" y="2848597"/>
                  </a:lnTo>
                  <a:lnTo>
                    <a:pt x="2546333" y="2848597"/>
                  </a:lnTo>
                  <a:lnTo>
                    <a:pt x="2546459" y="2848597"/>
                  </a:lnTo>
                  <a:lnTo>
                    <a:pt x="2546586" y="2848597"/>
                  </a:lnTo>
                  <a:lnTo>
                    <a:pt x="2546712" y="2848597"/>
                  </a:lnTo>
                  <a:lnTo>
                    <a:pt x="2546838" y="2848597"/>
                  </a:lnTo>
                  <a:lnTo>
                    <a:pt x="2546964" y="2848597"/>
                  </a:lnTo>
                  <a:lnTo>
                    <a:pt x="2547091" y="2848597"/>
                  </a:lnTo>
                  <a:lnTo>
                    <a:pt x="2547217" y="2848597"/>
                  </a:lnTo>
                  <a:lnTo>
                    <a:pt x="2547343" y="2848597"/>
                  </a:lnTo>
                  <a:lnTo>
                    <a:pt x="2547469" y="2848597"/>
                  </a:lnTo>
                  <a:lnTo>
                    <a:pt x="2547596" y="2848597"/>
                  </a:lnTo>
                  <a:lnTo>
                    <a:pt x="2547722" y="2848597"/>
                  </a:lnTo>
                  <a:lnTo>
                    <a:pt x="2547848" y="2848597"/>
                  </a:lnTo>
                  <a:lnTo>
                    <a:pt x="2547974" y="2848597"/>
                  </a:lnTo>
                  <a:lnTo>
                    <a:pt x="2548101" y="2848597"/>
                  </a:lnTo>
                  <a:lnTo>
                    <a:pt x="2548227" y="2848597"/>
                  </a:lnTo>
                  <a:lnTo>
                    <a:pt x="2548353" y="2848597"/>
                  </a:lnTo>
                  <a:lnTo>
                    <a:pt x="2548479" y="2848597"/>
                  </a:lnTo>
                  <a:lnTo>
                    <a:pt x="2548606" y="2848597"/>
                  </a:lnTo>
                  <a:lnTo>
                    <a:pt x="2548732" y="2848597"/>
                  </a:lnTo>
                  <a:lnTo>
                    <a:pt x="2548858" y="2848597"/>
                  </a:lnTo>
                  <a:lnTo>
                    <a:pt x="2548984" y="2848597"/>
                  </a:lnTo>
                  <a:lnTo>
                    <a:pt x="2549111" y="2848597"/>
                  </a:lnTo>
                  <a:lnTo>
                    <a:pt x="2549237" y="2848597"/>
                  </a:lnTo>
                  <a:lnTo>
                    <a:pt x="2549363" y="2848597"/>
                  </a:lnTo>
                  <a:lnTo>
                    <a:pt x="2549489" y="2848597"/>
                  </a:lnTo>
                  <a:lnTo>
                    <a:pt x="2549616" y="2848597"/>
                  </a:lnTo>
                  <a:lnTo>
                    <a:pt x="2549742" y="2848597"/>
                  </a:lnTo>
                  <a:lnTo>
                    <a:pt x="2549868" y="2848597"/>
                  </a:lnTo>
                  <a:lnTo>
                    <a:pt x="2549994" y="2848597"/>
                  </a:lnTo>
                  <a:lnTo>
                    <a:pt x="2550121" y="2848597"/>
                  </a:lnTo>
                  <a:lnTo>
                    <a:pt x="2550247" y="2848597"/>
                  </a:lnTo>
                  <a:lnTo>
                    <a:pt x="2550373" y="2848597"/>
                  </a:lnTo>
                  <a:lnTo>
                    <a:pt x="2550499" y="2848597"/>
                  </a:lnTo>
                  <a:lnTo>
                    <a:pt x="2550626" y="2848597"/>
                  </a:lnTo>
                  <a:lnTo>
                    <a:pt x="2550752" y="2848597"/>
                  </a:lnTo>
                  <a:lnTo>
                    <a:pt x="2550878" y="2848597"/>
                  </a:lnTo>
                  <a:lnTo>
                    <a:pt x="2551004" y="2848597"/>
                  </a:lnTo>
                  <a:lnTo>
                    <a:pt x="2551131" y="2848597"/>
                  </a:lnTo>
                  <a:lnTo>
                    <a:pt x="2551257" y="2848597"/>
                  </a:lnTo>
                  <a:lnTo>
                    <a:pt x="2551383" y="2848597"/>
                  </a:lnTo>
                  <a:lnTo>
                    <a:pt x="2551509" y="2848597"/>
                  </a:lnTo>
                  <a:lnTo>
                    <a:pt x="2551636" y="2848597"/>
                  </a:lnTo>
                  <a:lnTo>
                    <a:pt x="2551762" y="2848597"/>
                  </a:lnTo>
                  <a:lnTo>
                    <a:pt x="2551888" y="2848597"/>
                  </a:lnTo>
                  <a:lnTo>
                    <a:pt x="2552015" y="2848597"/>
                  </a:lnTo>
                  <a:lnTo>
                    <a:pt x="2552141" y="2848597"/>
                  </a:lnTo>
                  <a:lnTo>
                    <a:pt x="2552267" y="2848597"/>
                  </a:lnTo>
                  <a:lnTo>
                    <a:pt x="2552393" y="2848597"/>
                  </a:lnTo>
                  <a:lnTo>
                    <a:pt x="2552520" y="2848597"/>
                  </a:lnTo>
                  <a:lnTo>
                    <a:pt x="2552646" y="2848597"/>
                  </a:lnTo>
                  <a:lnTo>
                    <a:pt x="2552772" y="2848597"/>
                  </a:lnTo>
                  <a:lnTo>
                    <a:pt x="2552898" y="2848597"/>
                  </a:lnTo>
                  <a:lnTo>
                    <a:pt x="2553025" y="2848597"/>
                  </a:lnTo>
                  <a:lnTo>
                    <a:pt x="2553151" y="2848597"/>
                  </a:lnTo>
                  <a:lnTo>
                    <a:pt x="2553277" y="2848597"/>
                  </a:lnTo>
                  <a:lnTo>
                    <a:pt x="2553403" y="2848597"/>
                  </a:lnTo>
                  <a:lnTo>
                    <a:pt x="2553530" y="2848597"/>
                  </a:lnTo>
                  <a:lnTo>
                    <a:pt x="2553656" y="2848597"/>
                  </a:lnTo>
                  <a:lnTo>
                    <a:pt x="2553782" y="2848597"/>
                  </a:lnTo>
                  <a:lnTo>
                    <a:pt x="2553908" y="2848597"/>
                  </a:lnTo>
                  <a:lnTo>
                    <a:pt x="2554035" y="2848597"/>
                  </a:lnTo>
                  <a:lnTo>
                    <a:pt x="2554161" y="2848597"/>
                  </a:lnTo>
                  <a:lnTo>
                    <a:pt x="2554287" y="2848597"/>
                  </a:lnTo>
                  <a:lnTo>
                    <a:pt x="2554413" y="2848597"/>
                  </a:lnTo>
                  <a:lnTo>
                    <a:pt x="2554540" y="2848597"/>
                  </a:lnTo>
                  <a:lnTo>
                    <a:pt x="2554666" y="2848597"/>
                  </a:lnTo>
                  <a:lnTo>
                    <a:pt x="2554792" y="2848597"/>
                  </a:lnTo>
                  <a:lnTo>
                    <a:pt x="2554918" y="2848597"/>
                  </a:lnTo>
                  <a:lnTo>
                    <a:pt x="2555045" y="2848597"/>
                  </a:lnTo>
                  <a:lnTo>
                    <a:pt x="2555171" y="2848597"/>
                  </a:lnTo>
                  <a:lnTo>
                    <a:pt x="2555297" y="2848597"/>
                  </a:lnTo>
                  <a:lnTo>
                    <a:pt x="2555423" y="2848597"/>
                  </a:lnTo>
                  <a:lnTo>
                    <a:pt x="2555550" y="2848597"/>
                  </a:lnTo>
                  <a:lnTo>
                    <a:pt x="2555676" y="2848597"/>
                  </a:lnTo>
                  <a:lnTo>
                    <a:pt x="2555802" y="2848597"/>
                  </a:lnTo>
                  <a:lnTo>
                    <a:pt x="2555928" y="2848597"/>
                  </a:lnTo>
                  <a:lnTo>
                    <a:pt x="2556055" y="2848597"/>
                  </a:lnTo>
                  <a:lnTo>
                    <a:pt x="2556181" y="2848597"/>
                  </a:lnTo>
                  <a:lnTo>
                    <a:pt x="2556307" y="2848597"/>
                  </a:lnTo>
                  <a:lnTo>
                    <a:pt x="2556433" y="2848597"/>
                  </a:lnTo>
                  <a:lnTo>
                    <a:pt x="2556560" y="2848597"/>
                  </a:lnTo>
                  <a:lnTo>
                    <a:pt x="2556686" y="2848597"/>
                  </a:lnTo>
                  <a:lnTo>
                    <a:pt x="2556812" y="2848597"/>
                  </a:lnTo>
                  <a:lnTo>
                    <a:pt x="2556939" y="2848597"/>
                  </a:lnTo>
                  <a:lnTo>
                    <a:pt x="2557065" y="2848597"/>
                  </a:lnTo>
                  <a:lnTo>
                    <a:pt x="2557191" y="2848597"/>
                  </a:lnTo>
                  <a:lnTo>
                    <a:pt x="2557317" y="2848597"/>
                  </a:lnTo>
                  <a:lnTo>
                    <a:pt x="2557444" y="2848597"/>
                  </a:lnTo>
                  <a:lnTo>
                    <a:pt x="2557444" y="2843686"/>
                  </a:lnTo>
                  <a:lnTo>
                    <a:pt x="2557570" y="2843686"/>
                  </a:lnTo>
                  <a:lnTo>
                    <a:pt x="2557696" y="2843686"/>
                  </a:lnTo>
                  <a:lnTo>
                    <a:pt x="2557822" y="2843686"/>
                  </a:lnTo>
                  <a:lnTo>
                    <a:pt x="2557949" y="2843686"/>
                  </a:lnTo>
                  <a:lnTo>
                    <a:pt x="2558075" y="2843686"/>
                  </a:lnTo>
                  <a:lnTo>
                    <a:pt x="2558201" y="2843686"/>
                  </a:lnTo>
                  <a:lnTo>
                    <a:pt x="2558327" y="2843686"/>
                  </a:lnTo>
                  <a:lnTo>
                    <a:pt x="2558454" y="2843686"/>
                  </a:lnTo>
                  <a:lnTo>
                    <a:pt x="2558580" y="2843686"/>
                  </a:lnTo>
                  <a:lnTo>
                    <a:pt x="2558706" y="2843686"/>
                  </a:lnTo>
                  <a:lnTo>
                    <a:pt x="2558832" y="2843686"/>
                  </a:lnTo>
                  <a:lnTo>
                    <a:pt x="2558959" y="2843686"/>
                  </a:lnTo>
                  <a:lnTo>
                    <a:pt x="2559085" y="2843686"/>
                  </a:lnTo>
                  <a:lnTo>
                    <a:pt x="2559211" y="2843686"/>
                  </a:lnTo>
                  <a:lnTo>
                    <a:pt x="2559337" y="2843686"/>
                  </a:lnTo>
                  <a:lnTo>
                    <a:pt x="2559464" y="2843686"/>
                  </a:lnTo>
                  <a:lnTo>
                    <a:pt x="2559590" y="2843686"/>
                  </a:lnTo>
                  <a:lnTo>
                    <a:pt x="2559716" y="2843686"/>
                  </a:lnTo>
                  <a:lnTo>
                    <a:pt x="2559842" y="2843686"/>
                  </a:lnTo>
                  <a:lnTo>
                    <a:pt x="2559969" y="2843686"/>
                  </a:lnTo>
                  <a:lnTo>
                    <a:pt x="2560095" y="2843686"/>
                  </a:lnTo>
                  <a:lnTo>
                    <a:pt x="2560221" y="2843686"/>
                  </a:lnTo>
                  <a:lnTo>
                    <a:pt x="2560347" y="2843686"/>
                  </a:lnTo>
                  <a:lnTo>
                    <a:pt x="2560474" y="2843686"/>
                  </a:lnTo>
                  <a:lnTo>
                    <a:pt x="2560600" y="2843686"/>
                  </a:lnTo>
                  <a:lnTo>
                    <a:pt x="2560726" y="2843686"/>
                  </a:lnTo>
                  <a:lnTo>
                    <a:pt x="2560852" y="2843686"/>
                  </a:lnTo>
                  <a:lnTo>
                    <a:pt x="2560979" y="2843686"/>
                  </a:lnTo>
                  <a:lnTo>
                    <a:pt x="2561105" y="2843686"/>
                  </a:lnTo>
                  <a:lnTo>
                    <a:pt x="2561231" y="2843686"/>
                  </a:lnTo>
                  <a:lnTo>
                    <a:pt x="2561357" y="2843686"/>
                  </a:lnTo>
                  <a:lnTo>
                    <a:pt x="2561484" y="2843686"/>
                  </a:lnTo>
                  <a:lnTo>
                    <a:pt x="2561610" y="2843686"/>
                  </a:lnTo>
                  <a:lnTo>
                    <a:pt x="2561736" y="2843686"/>
                  </a:lnTo>
                  <a:lnTo>
                    <a:pt x="2561863" y="2843686"/>
                  </a:lnTo>
                  <a:lnTo>
                    <a:pt x="2561989" y="2843686"/>
                  </a:lnTo>
                  <a:lnTo>
                    <a:pt x="2562115" y="2843686"/>
                  </a:lnTo>
                  <a:lnTo>
                    <a:pt x="2562241" y="2843686"/>
                  </a:lnTo>
                  <a:lnTo>
                    <a:pt x="2562368" y="2843686"/>
                  </a:lnTo>
                  <a:lnTo>
                    <a:pt x="2562494" y="2843686"/>
                  </a:lnTo>
                  <a:lnTo>
                    <a:pt x="2562620" y="2843686"/>
                  </a:lnTo>
                  <a:lnTo>
                    <a:pt x="2562746" y="2843686"/>
                  </a:lnTo>
                  <a:lnTo>
                    <a:pt x="2562873" y="2843686"/>
                  </a:lnTo>
                  <a:lnTo>
                    <a:pt x="2562999" y="2843686"/>
                  </a:lnTo>
                  <a:lnTo>
                    <a:pt x="2563125" y="2843686"/>
                  </a:lnTo>
                  <a:lnTo>
                    <a:pt x="2563251" y="2843686"/>
                  </a:lnTo>
                  <a:lnTo>
                    <a:pt x="2563378" y="2843686"/>
                  </a:lnTo>
                  <a:lnTo>
                    <a:pt x="2563504" y="2843686"/>
                  </a:lnTo>
                  <a:lnTo>
                    <a:pt x="2563630" y="2843686"/>
                  </a:lnTo>
                  <a:lnTo>
                    <a:pt x="2563756" y="2843686"/>
                  </a:lnTo>
                  <a:lnTo>
                    <a:pt x="2563883" y="2843686"/>
                  </a:lnTo>
                  <a:lnTo>
                    <a:pt x="2564009" y="2843686"/>
                  </a:lnTo>
                  <a:lnTo>
                    <a:pt x="2564135" y="2843686"/>
                  </a:lnTo>
                  <a:lnTo>
                    <a:pt x="2564261" y="2843686"/>
                  </a:lnTo>
                  <a:lnTo>
                    <a:pt x="2564388" y="2843686"/>
                  </a:lnTo>
                  <a:lnTo>
                    <a:pt x="2564514" y="2843686"/>
                  </a:lnTo>
                  <a:lnTo>
                    <a:pt x="2564640" y="2843686"/>
                  </a:lnTo>
                  <a:lnTo>
                    <a:pt x="2564766" y="2843686"/>
                  </a:lnTo>
                  <a:lnTo>
                    <a:pt x="2564893" y="2843686"/>
                  </a:lnTo>
                  <a:lnTo>
                    <a:pt x="2565019" y="2843686"/>
                  </a:lnTo>
                  <a:lnTo>
                    <a:pt x="2565145" y="2843686"/>
                  </a:lnTo>
                  <a:lnTo>
                    <a:pt x="2565271" y="2843686"/>
                  </a:lnTo>
                  <a:lnTo>
                    <a:pt x="2565398" y="2843686"/>
                  </a:lnTo>
                  <a:lnTo>
                    <a:pt x="2565524" y="2843686"/>
                  </a:lnTo>
                  <a:lnTo>
                    <a:pt x="2565650" y="2843686"/>
                  </a:lnTo>
                  <a:lnTo>
                    <a:pt x="2565776" y="2843686"/>
                  </a:lnTo>
                  <a:lnTo>
                    <a:pt x="2565903" y="2843686"/>
                  </a:lnTo>
                  <a:lnTo>
                    <a:pt x="2566029" y="2843686"/>
                  </a:lnTo>
                  <a:lnTo>
                    <a:pt x="2566155" y="2843686"/>
                  </a:lnTo>
                  <a:lnTo>
                    <a:pt x="2566281" y="2843686"/>
                  </a:lnTo>
                  <a:lnTo>
                    <a:pt x="2566408" y="2843686"/>
                  </a:lnTo>
                  <a:lnTo>
                    <a:pt x="2566534" y="2843686"/>
                  </a:lnTo>
                  <a:lnTo>
                    <a:pt x="2566660" y="2843686"/>
                  </a:lnTo>
                  <a:lnTo>
                    <a:pt x="2566786" y="2843686"/>
                  </a:lnTo>
                  <a:lnTo>
                    <a:pt x="2566913" y="2843686"/>
                  </a:lnTo>
                  <a:lnTo>
                    <a:pt x="2567039" y="2843686"/>
                  </a:lnTo>
                  <a:lnTo>
                    <a:pt x="2567165" y="2843686"/>
                  </a:lnTo>
                  <a:lnTo>
                    <a:pt x="2567292" y="2843686"/>
                  </a:lnTo>
                  <a:lnTo>
                    <a:pt x="2567418" y="2843686"/>
                  </a:lnTo>
                  <a:lnTo>
                    <a:pt x="2567544" y="2843686"/>
                  </a:lnTo>
                  <a:lnTo>
                    <a:pt x="2567670" y="2843686"/>
                  </a:lnTo>
                  <a:lnTo>
                    <a:pt x="2567797" y="2843686"/>
                  </a:lnTo>
                  <a:lnTo>
                    <a:pt x="2567923" y="2843686"/>
                  </a:lnTo>
                  <a:lnTo>
                    <a:pt x="2568049" y="2843686"/>
                  </a:lnTo>
                  <a:lnTo>
                    <a:pt x="2568175" y="2843686"/>
                  </a:lnTo>
                  <a:lnTo>
                    <a:pt x="2568302" y="2843686"/>
                  </a:lnTo>
                  <a:lnTo>
                    <a:pt x="2568428" y="2843686"/>
                  </a:lnTo>
                  <a:lnTo>
                    <a:pt x="2568554" y="2843686"/>
                  </a:lnTo>
                  <a:lnTo>
                    <a:pt x="2568680" y="2843686"/>
                  </a:lnTo>
                  <a:lnTo>
                    <a:pt x="2568807" y="2843686"/>
                  </a:lnTo>
                  <a:lnTo>
                    <a:pt x="2568933" y="2843686"/>
                  </a:lnTo>
                  <a:lnTo>
                    <a:pt x="2569059" y="2843686"/>
                  </a:lnTo>
                  <a:lnTo>
                    <a:pt x="2569185" y="2843686"/>
                  </a:lnTo>
                  <a:lnTo>
                    <a:pt x="2569312" y="2843686"/>
                  </a:lnTo>
                  <a:lnTo>
                    <a:pt x="2569438" y="2843686"/>
                  </a:lnTo>
                  <a:lnTo>
                    <a:pt x="2569564" y="2843686"/>
                  </a:lnTo>
                  <a:lnTo>
                    <a:pt x="2569690" y="2843686"/>
                  </a:lnTo>
                  <a:lnTo>
                    <a:pt x="2569817" y="2843686"/>
                  </a:lnTo>
                  <a:lnTo>
                    <a:pt x="2569943" y="2843686"/>
                  </a:lnTo>
                  <a:lnTo>
                    <a:pt x="2570069" y="2843686"/>
                  </a:lnTo>
                  <a:lnTo>
                    <a:pt x="2570195" y="2843686"/>
                  </a:lnTo>
                  <a:lnTo>
                    <a:pt x="2570322" y="2843686"/>
                  </a:lnTo>
                  <a:lnTo>
                    <a:pt x="2570448" y="2843686"/>
                  </a:lnTo>
                  <a:lnTo>
                    <a:pt x="2570574" y="2843686"/>
                  </a:lnTo>
                  <a:lnTo>
                    <a:pt x="2570700" y="2843686"/>
                  </a:lnTo>
                  <a:lnTo>
                    <a:pt x="2570827" y="2843686"/>
                  </a:lnTo>
                  <a:lnTo>
                    <a:pt x="2570953" y="2843686"/>
                  </a:lnTo>
                  <a:lnTo>
                    <a:pt x="2571079" y="2843686"/>
                  </a:lnTo>
                  <a:lnTo>
                    <a:pt x="2571205" y="2843686"/>
                  </a:lnTo>
                  <a:lnTo>
                    <a:pt x="2571332" y="2843686"/>
                  </a:lnTo>
                  <a:lnTo>
                    <a:pt x="2571458" y="2843686"/>
                  </a:lnTo>
                  <a:lnTo>
                    <a:pt x="2571584" y="2843686"/>
                  </a:lnTo>
                  <a:lnTo>
                    <a:pt x="2571710" y="2843686"/>
                  </a:lnTo>
                  <a:lnTo>
                    <a:pt x="2571837" y="2843686"/>
                  </a:lnTo>
                  <a:lnTo>
                    <a:pt x="2571963" y="2843686"/>
                  </a:lnTo>
                  <a:lnTo>
                    <a:pt x="2572089" y="2843686"/>
                  </a:lnTo>
                  <a:lnTo>
                    <a:pt x="2572216" y="2843686"/>
                  </a:lnTo>
                  <a:lnTo>
                    <a:pt x="2572342" y="2843686"/>
                  </a:lnTo>
                  <a:lnTo>
                    <a:pt x="2572468" y="2843686"/>
                  </a:lnTo>
                  <a:lnTo>
                    <a:pt x="2572594" y="2843686"/>
                  </a:lnTo>
                  <a:lnTo>
                    <a:pt x="2572721" y="2843686"/>
                  </a:lnTo>
                  <a:lnTo>
                    <a:pt x="2572847" y="2843686"/>
                  </a:lnTo>
                  <a:lnTo>
                    <a:pt x="2572973" y="2843686"/>
                  </a:lnTo>
                  <a:lnTo>
                    <a:pt x="2573099" y="2843686"/>
                  </a:lnTo>
                  <a:lnTo>
                    <a:pt x="2573226" y="2843686"/>
                  </a:lnTo>
                  <a:lnTo>
                    <a:pt x="2573352" y="2843686"/>
                  </a:lnTo>
                  <a:lnTo>
                    <a:pt x="2573478" y="2843686"/>
                  </a:lnTo>
                  <a:lnTo>
                    <a:pt x="2573604" y="2843686"/>
                  </a:lnTo>
                  <a:lnTo>
                    <a:pt x="2573731" y="2843686"/>
                  </a:lnTo>
                  <a:lnTo>
                    <a:pt x="2573857" y="2843686"/>
                  </a:lnTo>
                  <a:lnTo>
                    <a:pt x="2573983" y="2843686"/>
                  </a:lnTo>
                  <a:lnTo>
                    <a:pt x="2574109" y="2843686"/>
                  </a:lnTo>
                  <a:lnTo>
                    <a:pt x="2574236" y="2843686"/>
                  </a:lnTo>
                  <a:lnTo>
                    <a:pt x="2574362" y="2843686"/>
                  </a:lnTo>
                  <a:lnTo>
                    <a:pt x="2574488" y="2843686"/>
                  </a:lnTo>
                  <a:lnTo>
                    <a:pt x="2574614" y="2843686"/>
                  </a:lnTo>
                  <a:lnTo>
                    <a:pt x="2574741" y="2843686"/>
                  </a:lnTo>
                  <a:lnTo>
                    <a:pt x="2574867" y="2843686"/>
                  </a:lnTo>
                  <a:lnTo>
                    <a:pt x="2574993" y="2843686"/>
                  </a:lnTo>
                  <a:lnTo>
                    <a:pt x="2575119" y="2843686"/>
                  </a:lnTo>
                  <a:lnTo>
                    <a:pt x="2575246" y="2843686"/>
                  </a:lnTo>
                  <a:lnTo>
                    <a:pt x="2575372" y="2843686"/>
                  </a:lnTo>
                  <a:lnTo>
                    <a:pt x="2575498" y="2843686"/>
                  </a:lnTo>
                  <a:lnTo>
                    <a:pt x="2575624" y="2843686"/>
                  </a:lnTo>
                  <a:lnTo>
                    <a:pt x="2575751" y="2843686"/>
                  </a:lnTo>
                  <a:lnTo>
                    <a:pt x="2575877" y="2843686"/>
                  </a:lnTo>
                  <a:lnTo>
                    <a:pt x="2576003" y="2843686"/>
                  </a:lnTo>
                  <a:lnTo>
                    <a:pt x="2576129" y="2843686"/>
                  </a:lnTo>
                  <a:lnTo>
                    <a:pt x="2576256" y="2843686"/>
                  </a:lnTo>
                  <a:lnTo>
                    <a:pt x="2576382" y="2843686"/>
                  </a:lnTo>
                  <a:lnTo>
                    <a:pt x="2576382" y="2838774"/>
                  </a:lnTo>
                  <a:lnTo>
                    <a:pt x="2576508" y="2838774"/>
                  </a:lnTo>
                  <a:lnTo>
                    <a:pt x="2576634" y="2838774"/>
                  </a:lnTo>
                  <a:lnTo>
                    <a:pt x="2576761" y="2838774"/>
                  </a:lnTo>
                  <a:lnTo>
                    <a:pt x="2576887" y="2838774"/>
                  </a:lnTo>
                  <a:lnTo>
                    <a:pt x="2577013" y="2838774"/>
                  </a:lnTo>
                  <a:lnTo>
                    <a:pt x="2577139" y="2838774"/>
                  </a:lnTo>
                  <a:lnTo>
                    <a:pt x="2577266" y="2838774"/>
                  </a:lnTo>
                  <a:lnTo>
                    <a:pt x="2577392" y="2838774"/>
                  </a:lnTo>
                  <a:lnTo>
                    <a:pt x="2577518" y="2838774"/>
                  </a:lnTo>
                  <a:lnTo>
                    <a:pt x="2577645" y="2838774"/>
                  </a:lnTo>
                  <a:lnTo>
                    <a:pt x="2577771" y="2838774"/>
                  </a:lnTo>
                  <a:lnTo>
                    <a:pt x="2577897" y="2838774"/>
                  </a:lnTo>
                  <a:lnTo>
                    <a:pt x="2578023" y="2838774"/>
                  </a:lnTo>
                  <a:lnTo>
                    <a:pt x="2578023" y="2833863"/>
                  </a:lnTo>
                  <a:lnTo>
                    <a:pt x="2578150" y="2833863"/>
                  </a:lnTo>
                  <a:lnTo>
                    <a:pt x="2578276" y="2833863"/>
                  </a:lnTo>
                  <a:lnTo>
                    <a:pt x="2578402" y="2833863"/>
                  </a:lnTo>
                  <a:lnTo>
                    <a:pt x="2578528" y="2833863"/>
                  </a:lnTo>
                  <a:lnTo>
                    <a:pt x="2578655" y="2833863"/>
                  </a:lnTo>
                  <a:lnTo>
                    <a:pt x="2578781" y="2833863"/>
                  </a:lnTo>
                  <a:lnTo>
                    <a:pt x="2578907" y="2833863"/>
                  </a:lnTo>
                  <a:lnTo>
                    <a:pt x="2579033" y="2833863"/>
                  </a:lnTo>
                  <a:lnTo>
                    <a:pt x="2579160" y="2833863"/>
                  </a:lnTo>
                  <a:lnTo>
                    <a:pt x="2579286" y="2833863"/>
                  </a:lnTo>
                  <a:lnTo>
                    <a:pt x="2579412" y="2833863"/>
                  </a:lnTo>
                  <a:lnTo>
                    <a:pt x="2579538" y="2833863"/>
                  </a:lnTo>
                  <a:lnTo>
                    <a:pt x="2579665" y="2833863"/>
                  </a:lnTo>
                  <a:lnTo>
                    <a:pt x="2579791" y="2833863"/>
                  </a:lnTo>
                  <a:lnTo>
                    <a:pt x="2579917" y="2833863"/>
                  </a:lnTo>
                  <a:lnTo>
                    <a:pt x="2580043" y="2833863"/>
                  </a:lnTo>
                  <a:lnTo>
                    <a:pt x="2580170" y="2833863"/>
                  </a:lnTo>
                  <a:lnTo>
                    <a:pt x="2580296" y="2833863"/>
                  </a:lnTo>
                  <a:lnTo>
                    <a:pt x="2580422" y="2833863"/>
                  </a:lnTo>
                  <a:lnTo>
                    <a:pt x="2580548" y="2833863"/>
                  </a:lnTo>
                  <a:lnTo>
                    <a:pt x="2580675" y="2833863"/>
                  </a:lnTo>
                  <a:lnTo>
                    <a:pt x="2580801" y="2833863"/>
                  </a:lnTo>
                  <a:lnTo>
                    <a:pt x="2580927" y="2833863"/>
                  </a:lnTo>
                  <a:lnTo>
                    <a:pt x="2581053" y="2833863"/>
                  </a:lnTo>
                  <a:lnTo>
                    <a:pt x="2581180" y="2833863"/>
                  </a:lnTo>
                  <a:lnTo>
                    <a:pt x="2581306" y="2833863"/>
                  </a:lnTo>
                  <a:lnTo>
                    <a:pt x="2581432" y="2833863"/>
                  </a:lnTo>
                  <a:lnTo>
                    <a:pt x="2581558" y="2833863"/>
                  </a:lnTo>
                  <a:lnTo>
                    <a:pt x="2581685" y="2833863"/>
                  </a:lnTo>
                  <a:lnTo>
                    <a:pt x="2581685" y="2828951"/>
                  </a:lnTo>
                  <a:lnTo>
                    <a:pt x="2581811" y="2828951"/>
                  </a:lnTo>
                  <a:lnTo>
                    <a:pt x="2581937" y="2828951"/>
                  </a:lnTo>
                  <a:lnTo>
                    <a:pt x="2582063" y="2828951"/>
                  </a:lnTo>
                  <a:lnTo>
                    <a:pt x="2582190" y="2828951"/>
                  </a:lnTo>
                  <a:lnTo>
                    <a:pt x="2582316" y="2828951"/>
                  </a:lnTo>
                  <a:lnTo>
                    <a:pt x="2582442" y="2828951"/>
                  </a:lnTo>
                  <a:lnTo>
                    <a:pt x="2582569" y="2828951"/>
                  </a:lnTo>
                  <a:lnTo>
                    <a:pt x="2582569" y="2824040"/>
                  </a:lnTo>
                  <a:lnTo>
                    <a:pt x="2582695" y="2824040"/>
                  </a:lnTo>
                  <a:lnTo>
                    <a:pt x="2582821" y="2824040"/>
                  </a:lnTo>
                  <a:lnTo>
                    <a:pt x="2582947" y="2824040"/>
                  </a:lnTo>
                  <a:lnTo>
                    <a:pt x="2583074" y="2824040"/>
                  </a:lnTo>
                  <a:lnTo>
                    <a:pt x="2583200" y="2824040"/>
                  </a:lnTo>
                  <a:lnTo>
                    <a:pt x="2583326" y="2824040"/>
                  </a:lnTo>
                  <a:lnTo>
                    <a:pt x="2583452" y="2824040"/>
                  </a:lnTo>
                  <a:lnTo>
                    <a:pt x="2583579" y="2824040"/>
                  </a:lnTo>
                  <a:lnTo>
                    <a:pt x="2583705" y="2824040"/>
                  </a:lnTo>
                  <a:lnTo>
                    <a:pt x="2583831" y="2824040"/>
                  </a:lnTo>
                  <a:lnTo>
                    <a:pt x="2583957" y="2824040"/>
                  </a:lnTo>
                  <a:lnTo>
                    <a:pt x="2584084" y="2824040"/>
                  </a:lnTo>
                  <a:lnTo>
                    <a:pt x="2584210" y="2824040"/>
                  </a:lnTo>
                  <a:lnTo>
                    <a:pt x="2584336" y="2824040"/>
                  </a:lnTo>
                  <a:lnTo>
                    <a:pt x="2584462" y="2824040"/>
                  </a:lnTo>
                  <a:lnTo>
                    <a:pt x="2584589" y="2824040"/>
                  </a:lnTo>
                  <a:lnTo>
                    <a:pt x="2584715" y="2824040"/>
                  </a:lnTo>
                  <a:lnTo>
                    <a:pt x="2584841" y="2824040"/>
                  </a:lnTo>
                  <a:lnTo>
                    <a:pt x="2584967" y="2824040"/>
                  </a:lnTo>
                  <a:lnTo>
                    <a:pt x="2585094" y="2824040"/>
                  </a:lnTo>
                  <a:lnTo>
                    <a:pt x="2585220" y="2824040"/>
                  </a:lnTo>
                  <a:lnTo>
                    <a:pt x="2585346" y="2824040"/>
                  </a:lnTo>
                  <a:lnTo>
                    <a:pt x="2585472" y="2824040"/>
                  </a:lnTo>
                  <a:lnTo>
                    <a:pt x="2585599" y="2824040"/>
                  </a:lnTo>
                  <a:lnTo>
                    <a:pt x="2585725" y="2824040"/>
                  </a:lnTo>
                  <a:lnTo>
                    <a:pt x="2585851" y="2824040"/>
                  </a:lnTo>
                  <a:lnTo>
                    <a:pt x="2585977" y="2824040"/>
                  </a:lnTo>
                  <a:lnTo>
                    <a:pt x="2586104" y="2824040"/>
                  </a:lnTo>
                  <a:lnTo>
                    <a:pt x="2586230" y="2824040"/>
                  </a:lnTo>
                  <a:lnTo>
                    <a:pt x="2586356" y="2824040"/>
                  </a:lnTo>
                  <a:lnTo>
                    <a:pt x="2586482" y="2824040"/>
                  </a:lnTo>
                  <a:lnTo>
                    <a:pt x="2586609" y="2824040"/>
                  </a:lnTo>
                  <a:lnTo>
                    <a:pt x="2586735" y="2824040"/>
                  </a:lnTo>
                  <a:lnTo>
                    <a:pt x="2586861" y="2824040"/>
                  </a:lnTo>
                  <a:lnTo>
                    <a:pt x="2586987" y="2824040"/>
                  </a:lnTo>
                  <a:lnTo>
                    <a:pt x="2587114" y="2824040"/>
                  </a:lnTo>
                  <a:lnTo>
                    <a:pt x="2587240" y="2824040"/>
                  </a:lnTo>
                  <a:lnTo>
                    <a:pt x="2587366" y="2824040"/>
                  </a:lnTo>
                  <a:lnTo>
                    <a:pt x="2587492" y="2824040"/>
                  </a:lnTo>
                  <a:lnTo>
                    <a:pt x="2587619" y="2824040"/>
                  </a:lnTo>
                  <a:lnTo>
                    <a:pt x="2587745" y="2824040"/>
                  </a:lnTo>
                  <a:lnTo>
                    <a:pt x="2587871" y="2824040"/>
                  </a:lnTo>
                  <a:lnTo>
                    <a:pt x="2587998" y="2824040"/>
                  </a:lnTo>
                  <a:lnTo>
                    <a:pt x="2588124" y="2824040"/>
                  </a:lnTo>
                  <a:lnTo>
                    <a:pt x="2588250" y="2824040"/>
                  </a:lnTo>
                  <a:lnTo>
                    <a:pt x="2588376" y="2824040"/>
                  </a:lnTo>
                  <a:lnTo>
                    <a:pt x="2588503" y="2824040"/>
                  </a:lnTo>
                  <a:lnTo>
                    <a:pt x="2588629" y="2824040"/>
                  </a:lnTo>
                  <a:lnTo>
                    <a:pt x="2588755" y="2824040"/>
                  </a:lnTo>
                  <a:lnTo>
                    <a:pt x="2588881" y="2824040"/>
                  </a:lnTo>
                  <a:lnTo>
                    <a:pt x="2589008" y="2824040"/>
                  </a:lnTo>
                  <a:lnTo>
                    <a:pt x="2589134" y="2824040"/>
                  </a:lnTo>
                  <a:lnTo>
                    <a:pt x="2589260" y="2824040"/>
                  </a:lnTo>
                  <a:lnTo>
                    <a:pt x="2589386" y="2824040"/>
                  </a:lnTo>
                  <a:lnTo>
                    <a:pt x="2589513" y="2824040"/>
                  </a:lnTo>
                  <a:lnTo>
                    <a:pt x="2589639" y="2824040"/>
                  </a:lnTo>
                  <a:lnTo>
                    <a:pt x="2589765" y="2824040"/>
                  </a:lnTo>
                  <a:lnTo>
                    <a:pt x="2589891" y="2824040"/>
                  </a:lnTo>
                  <a:lnTo>
                    <a:pt x="2590018" y="2824040"/>
                  </a:lnTo>
                  <a:lnTo>
                    <a:pt x="2590144" y="2824040"/>
                  </a:lnTo>
                  <a:lnTo>
                    <a:pt x="2590270" y="2824040"/>
                  </a:lnTo>
                  <a:lnTo>
                    <a:pt x="2590396" y="2824040"/>
                  </a:lnTo>
                  <a:lnTo>
                    <a:pt x="2590523" y="2824040"/>
                  </a:lnTo>
                  <a:lnTo>
                    <a:pt x="2590649" y="2824040"/>
                  </a:lnTo>
                  <a:lnTo>
                    <a:pt x="2590775" y="2824040"/>
                  </a:lnTo>
                  <a:lnTo>
                    <a:pt x="2590901" y="2824040"/>
                  </a:lnTo>
                  <a:lnTo>
                    <a:pt x="2590901" y="2819129"/>
                  </a:lnTo>
                  <a:lnTo>
                    <a:pt x="2591028" y="2819129"/>
                  </a:lnTo>
                  <a:lnTo>
                    <a:pt x="2591154" y="2819129"/>
                  </a:lnTo>
                  <a:lnTo>
                    <a:pt x="2591280" y="2819129"/>
                  </a:lnTo>
                  <a:lnTo>
                    <a:pt x="2591406" y="2819129"/>
                  </a:lnTo>
                  <a:lnTo>
                    <a:pt x="2591533" y="2819129"/>
                  </a:lnTo>
                  <a:lnTo>
                    <a:pt x="2591659" y="2819129"/>
                  </a:lnTo>
                  <a:lnTo>
                    <a:pt x="2591785" y="2819129"/>
                  </a:lnTo>
                  <a:lnTo>
                    <a:pt x="2591911" y="2819129"/>
                  </a:lnTo>
                  <a:lnTo>
                    <a:pt x="2592038" y="2819129"/>
                  </a:lnTo>
                  <a:lnTo>
                    <a:pt x="2592164" y="2819129"/>
                  </a:lnTo>
                  <a:lnTo>
                    <a:pt x="2592290" y="2819129"/>
                  </a:lnTo>
                  <a:lnTo>
                    <a:pt x="2592416" y="2819129"/>
                  </a:lnTo>
                  <a:lnTo>
                    <a:pt x="2592543" y="2819129"/>
                  </a:lnTo>
                  <a:lnTo>
                    <a:pt x="2592669" y="2819129"/>
                  </a:lnTo>
                  <a:lnTo>
                    <a:pt x="2592795" y="2819129"/>
                  </a:lnTo>
                  <a:lnTo>
                    <a:pt x="2592922" y="2819129"/>
                  </a:lnTo>
                  <a:lnTo>
                    <a:pt x="2593048" y="2819129"/>
                  </a:lnTo>
                  <a:lnTo>
                    <a:pt x="2593174" y="2819129"/>
                  </a:lnTo>
                  <a:lnTo>
                    <a:pt x="2593300" y="2819129"/>
                  </a:lnTo>
                  <a:lnTo>
                    <a:pt x="2593427" y="2819129"/>
                  </a:lnTo>
                  <a:lnTo>
                    <a:pt x="2593553" y="2819129"/>
                  </a:lnTo>
                  <a:lnTo>
                    <a:pt x="2593679" y="2819129"/>
                  </a:lnTo>
                  <a:lnTo>
                    <a:pt x="2593805" y="2819129"/>
                  </a:lnTo>
                  <a:lnTo>
                    <a:pt x="2593932" y="2819129"/>
                  </a:lnTo>
                  <a:lnTo>
                    <a:pt x="2594058" y="2819129"/>
                  </a:lnTo>
                  <a:lnTo>
                    <a:pt x="2594184" y="2819129"/>
                  </a:lnTo>
                  <a:lnTo>
                    <a:pt x="2594310" y="2819129"/>
                  </a:lnTo>
                  <a:lnTo>
                    <a:pt x="2594437" y="2819129"/>
                  </a:lnTo>
                  <a:lnTo>
                    <a:pt x="2594563" y="2819129"/>
                  </a:lnTo>
                  <a:lnTo>
                    <a:pt x="2594689" y="2819129"/>
                  </a:lnTo>
                  <a:lnTo>
                    <a:pt x="2594815" y="2819129"/>
                  </a:lnTo>
                  <a:lnTo>
                    <a:pt x="2594942" y="2819129"/>
                  </a:lnTo>
                  <a:lnTo>
                    <a:pt x="2595068" y="2819129"/>
                  </a:lnTo>
                  <a:lnTo>
                    <a:pt x="2595194" y="2819129"/>
                  </a:lnTo>
                  <a:lnTo>
                    <a:pt x="2595320" y="2819129"/>
                  </a:lnTo>
                  <a:lnTo>
                    <a:pt x="2595447" y="2819129"/>
                  </a:lnTo>
                  <a:lnTo>
                    <a:pt x="2595573" y="2819129"/>
                  </a:lnTo>
                  <a:lnTo>
                    <a:pt x="2595699" y="2819129"/>
                  </a:lnTo>
                  <a:lnTo>
                    <a:pt x="2595825" y="2819129"/>
                  </a:lnTo>
                  <a:lnTo>
                    <a:pt x="2595952" y="2819129"/>
                  </a:lnTo>
                  <a:lnTo>
                    <a:pt x="2595952" y="2814217"/>
                  </a:lnTo>
                  <a:lnTo>
                    <a:pt x="2596078" y="2814217"/>
                  </a:lnTo>
                  <a:lnTo>
                    <a:pt x="2596204" y="2814217"/>
                  </a:lnTo>
                  <a:lnTo>
                    <a:pt x="2596330" y="2814217"/>
                  </a:lnTo>
                  <a:lnTo>
                    <a:pt x="2596457" y="2814217"/>
                  </a:lnTo>
                  <a:lnTo>
                    <a:pt x="2596583" y="2814217"/>
                  </a:lnTo>
                  <a:lnTo>
                    <a:pt x="2596709" y="2814217"/>
                  </a:lnTo>
                  <a:lnTo>
                    <a:pt x="2596835" y="2814217"/>
                  </a:lnTo>
                  <a:lnTo>
                    <a:pt x="2596962" y="2814217"/>
                  </a:lnTo>
                  <a:lnTo>
                    <a:pt x="2597088" y="2814217"/>
                  </a:lnTo>
                  <a:lnTo>
                    <a:pt x="2597214" y="2814217"/>
                  </a:lnTo>
                  <a:lnTo>
                    <a:pt x="2597340" y="2814217"/>
                  </a:lnTo>
                  <a:lnTo>
                    <a:pt x="2597340" y="2809306"/>
                  </a:lnTo>
                  <a:lnTo>
                    <a:pt x="2597467" y="2809306"/>
                  </a:lnTo>
                  <a:lnTo>
                    <a:pt x="2597593" y="2809306"/>
                  </a:lnTo>
                  <a:lnTo>
                    <a:pt x="2597719" y="2809306"/>
                  </a:lnTo>
                  <a:lnTo>
                    <a:pt x="2597845" y="2809306"/>
                  </a:lnTo>
                  <a:lnTo>
                    <a:pt x="2597972" y="2809306"/>
                  </a:lnTo>
                  <a:lnTo>
                    <a:pt x="2598098" y="2809306"/>
                  </a:lnTo>
                  <a:lnTo>
                    <a:pt x="2598224" y="2809306"/>
                  </a:lnTo>
                  <a:lnTo>
                    <a:pt x="2598351" y="2809306"/>
                  </a:lnTo>
                  <a:lnTo>
                    <a:pt x="2598477" y="2809306"/>
                  </a:lnTo>
                  <a:lnTo>
                    <a:pt x="2598603" y="2809306"/>
                  </a:lnTo>
                  <a:lnTo>
                    <a:pt x="2598729" y="2809306"/>
                  </a:lnTo>
                  <a:lnTo>
                    <a:pt x="2598856" y="2809306"/>
                  </a:lnTo>
                  <a:lnTo>
                    <a:pt x="2598982" y="2809306"/>
                  </a:lnTo>
                  <a:lnTo>
                    <a:pt x="2599108" y="2809306"/>
                  </a:lnTo>
                  <a:lnTo>
                    <a:pt x="2599108" y="2804395"/>
                  </a:lnTo>
                  <a:lnTo>
                    <a:pt x="2599234" y="2804395"/>
                  </a:lnTo>
                  <a:lnTo>
                    <a:pt x="2599361" y="2804395"/>
                  </a:lnTo>
                  <a:lnTo>
                    <a:pt x="2599487" y="2804395"/>
                  </a:lnTo>
                  <a:lnTo>
                    <a:pt x="2599613" y="2804395"/>
                  </a:lnTo>
                  <a:lnTo>
                    <a:pt x="2599739" y="2804395"/>
                  </a:lnTo>
                  <a:lnTo>
                    <a:pt x="2599866" y="2804395"/>
                  </a:lnTo>
                  <a:lnTo>
                    <a:pt x="2599992" y="2804395"/>
                  </a:lnTo>
                  <a:lnTo>
                    <a:pt x="2600118" y="2804395"/>
                  </a:lnTo>
                  <a:lnTo>
                    <a:pt x="2600244" y="2804395"/>
                  </a:lnTo>
                  <a:lnTo>
                    <a:pt x="2600371" y="2804395"/>
                  </a:lnTo>
                  <a:lnTo>
                    <a:pt x="2600497" y="2804395"/>
                  </a:lnTo>
                  <a:lnTo>
                    <a:pt x="2600623" y="2804395"/>
                  </a:lnTo>
                  <a:lnTo>
                    <a:pt x="2600749" y="2804395"/>
                  </a:lnTo>
                  <a:lnTo>
                    <a:pt x="2600876" y="2804395"/>
                  </a:lnTo>
                  <a:lnTo>
                    <a:pt x="2601002" y="2804395"/>
                  </a:lnTo>
                  <a:lnTo>
                    <a:pt x="2601128" y="2804395"/>
                  </a:lnTo>
                  <a:lnTo>
                    <a:pt x="2601254" y="2804395"/>
                  </a:lnTo>
                  <a:lnTo>
                    <a:pt x="2601381" y="2804395"/>
                  </a:lnTo>
                  <a:lnTo>
                    <a:pt x="2601507" y="2804395"/>
                  </a:lnTo>
                  <a:lnTo>
                    <a:pt x="2601633" y="2804395"/>
                  </a:lnTo>
                  <a:lnTo>
                    <a:pt x="2601759" y="2804395"/>
                  </a:lnTo>
                  <a:lnTo>
                    <a:pt x="2601886" y="2804395"/>
                  </a:lnTo>
                  <a:lnTo>
                    <a:pt x="2602012" y="2804395"/>
                  </a:lnTo>
                  <a:lnTo>
                    <a:pt x="2602138" y="2804395"/>
                  </a:lnTo>
                  <a:lnTo>
                    <a:pt x="2602264" y="2804395"/>
                  </a:lnTo>
                  <a:lnTo>
                    <a:pt x="2602391" y="2804395"/>
                  </a:lnTo>
                  <a:lnTo>
                    <a:pt x="2602517" y="2804395"/>
                  </a:lnTo>
                  <a:lnTo>
                    <a:pt x="2602643" y="2804395"/>
                  </a:lnTo>
                  <a:lnTo>
                    <a:pt x="2602769" y="2804395"/>
                  </a:lnTo>
                  <a:lnTo>
                    <a:pt x="2602896" y="2804395"/>
                  </a:lnTo>
                  <a:lnTo>
                    <a:pt x="2603022" y="2804395"/>
                  </a:lnTo>
                  <a:lnTo>
                    <a:pt x="2603148" y="2804395"/>
                  </a:lnTo>
                  <a:lnTo>
                    <a:pt x="2603275" y="2804395"/>
                  </a:lnTo>
                  <a:lnTo>
                    <a:pt x="2603401" y="2804395"/>
                  </a:lnTo>
                  <a:lnTo>
                    <a:pt x="2603527" y="2804395"/>
                  </a:lnTo>
                  <a:lnTo>
                    <a:pt x="2603653" y="2804395"/>
                  </a:lnTo>
                  <a:lnTo>
                    <a:pt x="2603780" y="2804395"/>
                  </a:lnTo>
                  <a:lnTo>
                    <a:pt x="2603780" y="2799483"/>
                  </a:lnTo>
                  <a:lnTo>
                    <a:pt x="2603906" y="2799483"/>
                  </a:lnTo>
                  <a:lnTo>
                    <a:pt x="2604032" y="2799483"/>
                  </a:lnTo>
                  <a:lnTo>
                    <a:pt x="2604158" y="2799483"/>
                  </a:lnTo>
                  <a:lnTo>
                    <a:pt x="2604285" y="2799483"/>
                  </a:lnTo>
                  <a:lnTo>
                    <a:pt x="2604411" y="2799483"/>
                  </a:lnTo>
                  <a:lnTo>
                    <a:pt x="2604537" y="2799483"/>
                  </a:lnTo>
                  <a:lnTo>
                    <a:pt x="2604663" y="2799483"/>
                  </a:lnTo>
                  <a:lnTo>
                    <a:pt x="2604790" y="2799483"/>
                  </a:lnTo>
                  <a:lnTo>
                    <a:pt x="2604916" y="2799483"/>
                  </a:lnTo>
                  <a:lnTo>
                    <a:pt x="2605042" y="2799483"/>
                  </a:lnTo>
                  <a:lnTo>
                    <a:pt x="2605168" y="2799483"/>
                  </a:lnTo>
                  <a:lnTo>
                    <a:pt x="2605295" y="2799483"/>
                  </a:lnTo>
                  <a:lnTo>
                    <a:pt x="2605421" y="2799483"/>
                  </a:lnTo>
                  <a:lnTo>
                    <a:pt x="2605547" y="2799483"/>
                  </a:lnTo>
                  <a:lnTo>
                    <a:pt x="2605673" y="2799483"/>
                  </a:lnTo>
                  <a:lnTo>
                    <a:pt x="2605800" y="2799483"/>
                  </a:lnTo>
                  <a:lnTo>
                    <a:pt x="2605926" y="2799483"/>
                  </a:lnTo>
                  <a:lnTo>
                    <a:pt x="2606052" y="2799483"/>
                  </a:lnTo>
                  <a:lnTo>
                    <a:pt x="2606178" y="2799483"/>
                  </a:lnTo>
                  <a:lnTo>
                    <a:pt x="2606305" y="2799483"/>
                  </a:lnTo>
                  <a:lnTo>
                    <a:pt x="2606431" y="2799483"/>
                  </a:lnTo>
                  <a:lnTo>
                    <a:pt x="2606557" y="2799483"/>
                  </a:lnTo>
                  <a:lnTo>
                    <a:pt x="2606683" y="2799483"/>
                  </a:lnTo>
                  <a:lnTo>
                    <a:pt x="2606810" y="2799483"/>
                  </a:lnTo>
                  <a:lnTo>
                    <a:pt x="2606936" y="2799483"/>
                  </a:lnTo>
                  <a:lnTo>
                    <a:pt x="2607062" y="2799483"/>
                  </a:lnTo>
                  <a:lnTo>
                    <a:pt x="2607188" y="2799483"/>
                  </a:lnTo>
                  <a:lnTo>
                    <a:pt x="2607315" y="2799483"/>
                  </a:lnTo>
                  <a:lnTo>
                    <a:pt x="2607441" y="2799483"/>
                  </a:lnTo>
                  <a:lnTo>
                    <a:pt x="2607567" y="2799483"/>
                  </a:lnTo>
                  <a:lnTo>
                    <a:pt x="2607693" y="2799483"/>
                  </a:lnTo>
                  <a:lnTo>
                    <a:pt x="2607820" y="2799483"/>
                  </a:lnTo>
                  <a:lnTo>
                    <a:pt x="2607946" y="2799483"/>
                  </a:lnTo>
                  <a:lnTo>
                    <a:pt x="2608072" y="2799483"/>
                  </a:lnTo>
                  <a:lnTo>
                    <a:pt x="2608198" y="2799483"/>
                  </a:lnTo>
                  <a:lnTo>
                    <a:pt x="2608325" y="2799483"/>
                  </a:lnTo>
                  <a:lnTo>
                    <a:pt x="2608451" y="2799483"/>
                  </a:lnTo>
                  <a:lnTo>
                    <a:pt x="2608577" y="2799483"/>
                  </a:lnTo>
                  <a:lnTo>
                    <a:pt x="2608704" y="2799483"/>
                  </a:lnTo>
                  <a:lnTo>
                    <a:pt x="2608830" y="2799483"/>
                  </a:lnTo>
                  <a:lnTo>
                    <a:pt x="2608956" y="2799483"/>
                  </a:lnTo>
                  <a:lnTo>
                    <a:pt x="2609082" y="2799483"/>
                  </a:lnTo>
                  <a:lnTo>
                    <a:pt x="2609209" y="2799483"/>
                  </a:lnTo>
                  <a:lnTo>
                    <a:pt x="2609335" y="2799483"/>
                  </a:lnTo>
                  <a:lnTo>
                    <a:pt x="2609461" y="2799483"/>
                  </a:lnTo>
                  <a:lnTo>
                    <a:pt x="2609587" y="2799483"/>
                  </a:lnTo>
                  <a:lnTo>
                    <a:pt x="2609714" y="2799483"/>
                  </a:lnTo>
                  <a:lnTo>
                    <a:pt x="2609840" y="2799483"/>
                  </a:lnTo>
                  <a:lnTo>
                    <a:pt x="2609966" y="2799483"/>
                  </a:lnTo>
                  <a:lnTo>
                    <a:pt x="2610092" y="2799483"/>
                  </a:lnTo>
                  <a:lnTo>
                    <a:pt x="2610219" y="2799483"/>
                  </a:lnTo>
                  <a:lnTo>
                    <a:pt x="2610345" y="2799483"/>
                  </a:lnTo>
                  <a:lnTo>
                    <a:pt x="2610471" y="2799483"/>
                  </a:lnTo>
                  <a:lnTo>
                    <a:pt x="2610597" y="2799483"/>
                  </a:lnTo>
                  <a:lnTo>
                    <a:pt x="2610724" y="2799483"/>
                  </a:lnTo>
                  <a:lnTo>
                    <a:pt x="2610850" y="2799483"/>
                  </a:lnTo>
                  <a:lnTo>
                    <a:pt x="2610976" y="2799483"/>
                  </a:lnTo>
                  <a:lnTo>
                    <a:pt x="2611102" y="2799483"/>
                  </a:lnTo>
                  <a:lnTo>
                    <a:pt x="2611229" y="2799483"/>
                  </a:lnTo>
                  <a:lnTo>
                    <a:pt x="2611355" y="2799483"/>
                  </a:lnTo>
                  <a:lnTo>
                    <a:pt x="2611481" y="2799483"/>
                  </a:lnTo>
                  <a:lnTo>
                    <a:pt x="2611607" y="2799483"/>
                  </a:lnTo>
                  <a:lnTo>
                    <a:pt x="2611734" y="2799483"/>
                  </a:lnTo>
                  <a:lnTo>
                    <a:pt x="2611860" y="2799483"/>
                  </a:lnTo>
                  <a:lnTo>
                    <a:pt x="2611986" y="2799483"/>
                  </a:lnTo>
                  <a:lnTo>
                    <a:pt x="2612112" y="2799483"/>
                  </a:lnTo>
                  <a:lnTo>
                    <a:pt x="2612239" y="2799483"/>
                  </a:lnTo>
                  <a:lnTo>
                    <a:pt x="2612365" y="2799483"/>
                  </a:lnTo>
                  <a:lnTo>
                    <a:pt x="2612491" y="2799483"/>
                  </a:lnTo>
                  <a:lnTo>
                    <a:pt x="2612617" y="2799483"/>
                  </a:lnTo>
                  <a:lnTo>
                    <a:pt x="2612744" y="2799483"/>
                  </a:lnTo>
                  <a:lnTo>
                    <a:pt x="2612870" y="2799483"/>
                  </a:lnTo>
                  <a:lnTo>
                    <a:pt x="2612996" y="2799483"/>
                  </a:lnTo>
                  <a:lnTo>
                    <a:pt x="2613122" y="2799483"/>
                  </a:lnTo>
                  <a:lnTo>
                    <a:pt x="2613249" y="2799483"/>
                  </a:lnTo>
                  <a:lnTo>
                    <a:pt x="2613375" y="2799483"/>
                  </a:lnTo>
                  <a:lnTo>
                    <a:pt x="2613501" y="2799483"/>
                  </a:lnTo>
                  <a:lnTo>
                    <a:pt x="2613628" y="2799483"/>
                  </a:lnTo>
                  <a:lnTo>
                    <a:pt x="2613754" y="2799483"/>
                  </a:lnTo>
                  <a:lnTo>
                    <a:pt x="2613880" y="2799483"/>
                  </a:lnTo>
                  <a:lnTo>
                    <a:pt x="2614006" y="2799483"/>
                  </a:lnTo>
                  <a:lnTo>
                    <a:pt x="2614133" y="2799483"/>
                  </a:lnTo>
                  <a:lnTo>
                    <a:pt x="2614259" y="2799483"/>
                  </a:lnTo>
                  <a:lnTo>
                    <a:pt x="2614385" y="2799483"/>
                  </a:lnTo>
                  <a:lnTo>
                    <a:pt x="2614511" y="2799483"/>
                  </a:lnTo>
                  <a:lnTo>
                    <a:pt x="2614638" y="2799483"/>
                  </a:lnTo>
                  <a:lnTo>
                    <a:pt x="2614764" y="2799483"/>
                  </a:lnTo>
                  <a:lnTo>
                    <a:pt x="2614890" y="2799483"/>
                  </a:lnTo>
                  <a:lnTo>
                    <a:pt x="2615016" y="2799483"/>
                  </a:lnTo>
                  <a:lnTo>
                    <a:pt x="2615143" y="2799483"/>
                  </a:lnTo>
                  <a:lnTo>
                    <a:pt x="2615269" y="2799483"/>
                  </a:lnTo>
                  <a:lnTo>
                    <a:pt x="2615395" y="2799483"/>
                  </a:lnTo>
                  <a:lnTo>
                    <a:pt x="2615521" y="2799483"/>
                  </a:lnTo>
                  <a:lnTo>
                    <a:pt x="2615648" y="2799483"/>
                  </a:lnTo>
                  <a:lnTo>
                    <a:pt x="2615774" y="2799483"/>
                  </a:lnTo>
                  <a:lnTo>
                    <a:pt x="2615900" y="2799483"/>
                  </a:lnTo>
                  <a:lnTo>
                    <a:pt x="2616026" y="2799483"/>
                  </a:lnTo>
                  <a:lnTo>
                    <a:pt x="2616153" y="2799483"/>
                  </a:lnTo>
                  <a:lnTo>
                    <a:pt x="2616279" y="2799483"/>
                  </a:lnTo>
                  <a:lnTo>
                    <a:pt x="2616405" y="2799483"/>
                  </a:lnTo>
                  <a:lnTo>
                    <a:pt x="2616531" y="2799483"/>
                  </a:lnTo>
                  <a:lnTo>
                    <a:pt x="2616658" y="2799483"/>
                  </a:lnTo>
                  <a:lnTo>
                    <a:pt x="2616784" y="2799483"/>
                  </a:lnTo>
                  <a:lnTo>
                    <a:pt x="2616910" y="2799483"/>
                  </a:lnTo>
                  <a:lnTo>
                    <a:pt x="2617036" y="2799483"/>
                  </a:lnTo>
                  <a:lnTo>
                    <a:pt x="2617163" y="2799483"/>
                  </a:lnTo>
                  <a:lnTo>
                    <a:pt x="2617289" y="2799483"/>
                  </a:lnTo>
                  <a:lnTo>
                    <a:pt x="2617415" y="2799483"/>
                  </a:lnTo>
                  <a:lnTo>
                    <a:pt x="2617541" y="2799483"/>
                  </a:lnTo>
                  <a:lnTo>
                    <a:pt x="2617668" y="2799483"/>
                  </a:lnTo>
                  <a:lnTo>
                    <a:pt x="2617794" y="2799483"/>
                  </a:lnTo>
                  <a:lnTo>
                    <a:pt x="2617920" y="2799483"/>
                  </a:lnTo>
                  <a:lnTo>
                    <a:pt x="2618046" y="2799483"/>
                  </a:lnTo>
                  <a:lnTo>
                    <a:pt x="2618173" y="2799483"/>
                  </a:lnTo>
                  <a:lnTo>
                    <a:pt x="2618299" y="2799483"/>
                  </a:lnTo>
                  <a:lnTo>
                    <a:pt x="2618425" y="2799483"/>
                  </a:lnTo>
                  <a:lnTo>
                    <a:pt x="2618552" y="2799483"/>
                  </a:lnTo>
                  <a:lnTo>
                    <a:pt x="2618678" y="2799483"/>
                  </a:lnTo>
                  <a:lnTo>
                    <a:pt x="2618804" y="2799483"/>
                  </a:lnTo>
                  <a:lnTo>
                    <a:pt x="2618930" y="2799483"/>
                  </a:lnTo>
                  <a:lnTo>
                    <a:pt x="2619057" y="2799483"/>
                  </a:lnTo>
                  <a:lnTo>
                    <a:pt x="2619183" y="2799483"/>
                  </a:lnTo>
                  <a:lnTo>
                    <a:pt x="2619309" y="2799483"/>
                  </a:lnTo>
                  <a:lnTo>
                    <a:pt x="2619435" y="2799483"/>
                  </a:lnTo>
                  <a:lnTo>
                    <a:pt x="2619562" y="2799483"/>
                  </a:lnTo>
                  <a:lnTo>
                    <a:pt x="2619688" y="2799483"/>
                  </a:lnTo>
                  <a:lnTo>
                    <a:pt x="2619814" y="2799483"/>
                  </a:lnTo>
                  <a:lnTo>
                    <a:pt x="2619940" y="2799483"/>
                  </a:lnTo>
                  <a:lnTo>
                    <a:pt x="2620067" y="2799483"/>
                  </a:lnTo>
                  <a:lnTo>
                    <a:pt x="2620193" y="2799483"/>
                  </a:lnTo>
                  <a:lnTo>
                    <a:pt x="2620193" y="2794572"/>
                  </a:lnTo>
                  <a:lnTo>
                    <a:pt x="2620319" y="2794572"/>
                  </a:lnTo>
                  <a:lnTo>
                    <a:pt x="2620445" y="2794572"/>
                  </a:lnTo>
                  <a:lnTo>
                    <a:pt x="2620572" y="2794572"/>
                  </a:lnTo>
                  <a:lnTo>
                    <a:pt x="2620698" y="2794572"/>
                  </a:lnTo>
                  <a:lnTo>
                    <a:pt x="2620824" y="2794572"/>
                  </a:lnTo>
                  <a:lnTo>
                    <a:pt x="2620950" y="2794572"/>
                  </a:lnTo>
                  <a:lnTo>
                    <a:pt x="2621077" y="2794572"/>
                  </a:lnTo>
                  <a:lnTo>
                    <a:pt x="2621203" y="2794572"/>
                  </a:lnTo>
                  <a:lnTo>
                    <a:pt x="2621329" y="2794572"/>
                  </a:lnTo>
                  <a:lnTo>
                    <a:pt x="2621455" y="2794572"/>
                  </a:lnTo>
                  <a:lnTo>
                    <a:pt x="2621582" y="2794572"/>
                  </a:lnTo>
                  <a:lnTo>
                    <a:pt x="2621708" y="2794572"/>
                  </a:lnTo>
                  <a:lnTo>
                    <a:pt x="2621834" y="2794572"/>
                  </a:lnTo>
                  <a:lnTo>
                    <a:pt x="2621960" y="2794572"/>
                  </a:lnTo>
                  <a:lnTo>
                    <a:pt x="2622087" y="2794572"/>
                  </a:lnTo>
                  <a:lnTo>
                    <a:pt x="2622213" y="2794572"/>
                  </a:lnTo>
                  <a:lnTo>
                    <a:pt x="2622339" y="2794572"/>
                  </a:lnTo>
                  <a:lnTo>
                    <a:pt x="2622465" y="2794572"/>
                  </a:lnTo>
                  <a:lnTo>
                    <a:pt x="2622592" y="2794572"/>
                  </a:lnTo>
                  <a:lnTo>
                    <a:pt x="2622718" y="2794572"/>
                  </a:lnTo>
                  <a:lnTo>
                    <a:pt x="2622844" y="2794572"/>
                  </a:lnTo>
                  <a:lnTo>
                    <a:pt x="2622970" y="2794572"/>
                  </a:lnTo>
                  <a:lnTo>
                    <a:pt x="2623097" y="2794572"/>
                  </a:lnTo>
                  <a:lnTo>
                    <a:pt x="2623223" y="2794572"/>
                  </a:lnTo>
                  <a:lnTo>
                    <a:pt x="2623349" y="2794572"/>
                  </a:lnTo>
                  <a:lnTo>
                    <a:pt x="2623475" y="2794572"/>
                  </a:lnTo>
                  <a:lnTo>
                    <a:pt x="2623602" y="2794572"/>
                  </a:lnTo>
                  <a:lnTo>
                    <a:pt x="2623728" y="2794572"/>
                  </a:lnTo>
                  <a:lnTo>
                    <a:pt x="2623854" y="2794572"/>
                  </a:lnTo>
                  <a:lnTo>
                    <a:pt x="2623854" y="2789660"/>
                  </a:lnTo>
                  <a:lnTo>
                    <a:pt x="2623981" y="2789660"/>
                  </a:lnTo>
                  <a:lnTo>
                    <a:pt x="2624107" y="2789660"/>
                  </a:lnTo>
                  <a:lnTo>
                    <a:pt x="2624233" y="2789660"/>
                  </a:lnTo>
                  <a:lnTo>
                    <a:pt x="2624359" y="2789660"/>
                  </a:lnTo>
                  <a:lnTo>
                    <a:pt x="2624486" y="2789660"/>
                  </a:lnTo>
                  <a:lnTo>
                    <a:pt x="2624612" y="2789660"/>
                  </a:lnTo>
                  <a:lnTo>
                    <a:pt x="2624738" y="2789660"/>
                  </a:lnTo>
                  <a:lnTo>
                    <a:pt x="2624864" y="2789660"/>
                  </a:lnTo>
                  <a:lnTo>
                    <a:pt x="2624991" y="2789660"/>
                  </a:lnTo>
                  <a:lnTo>
                    <a:pt x="2625117" y="2789660"/>
                  </a:lnTo>
                  <a:lnTo>
                    <a:pt x="2625243" y="2789660"/>
                  </a:lnTo>
                  <a:lnTo>
                    <a:pt x="2625369" y="2789660"/>
                  </a:lnTo>
                  <a:lnTo>
                    <a:pt x="2625496" y="2789660"/>
                  </a:lnTo>
                  <a:lnTo>
                    <a:pt x="2625622" y="2789660"/>
                  </a:lnTo>
                  <a:lnTo>
                    <a:pt x="2625748" y="2789660"/>
                  </a:lnTo>
                  <a:lnTo>
                    <a:pt x="2625874" y="2789660"/>
                  </a:lnTo>
                  <a:lnTo>
                    <a:pt x="2626001" y="2789660"/>
                  </a:lnTo>
                  <a:lnTo>
                    <a:pt x="2626127" y="2789660"/>
                  </a:lnTo>
                  <a:lnTo>
                    <a:pt x="2626253" y="2789660"/>
                  </a:lnTo>
                  <a:lnTo>
                    <a:pt x="2626379" y="2789660"/>
                  </a:lnTo>
                  <a:lnTo>
                    <a:pt x="2626506" y="2789660"/>
                  </a:lnTo>
                  <a:lnTo>
                    <a:pt x="2626632" y="2789660"/>
                  </a:lnTo>
                  <a:lnTo>
                    <a:pt x="2626758" y="2789660"/>
                  </a:lnTo>
                  <a:lnTo>
                    <a:pt x="2626884" y="2789660"/>
                  </a:lnTo>
                  <a:lnTo>
                    <a:pt x="2627011" y="2789660"/>
                  </a:lnTo>
                  <a:lnTo>
                    <a:pt x="2627137" y="2789660"/>
                  </a:lnTo>
                  <a:lnTo>
                    <a:pt x="2627263" y="2789660"/>
                  </a:lnTo>
                  <a:lnTo>
                    <a:pt x="2627389" y="2789660"/>
                  </a:lnTo>
                  <a:lnTo>
                    <a:pt x="2627516" y="2789660"/>
                  </a:lnTo>
                  <a:lnTo>
                    <a:pt x="2627642" y="2789660"/>
                  </a:lnTo>
                  <a:lnTo>
                    <a:pt x="2627768" y="2789660"/>
                  </a:lnTo>
                  <a:lnTo>
                    <a:pt x="2627894" y="2789660"/>
                  </a:lnTo>
                  <a:lnTo>
                    <a:pt x="2628021" y="2789660"/>
                  </a:lnTo>
                  <a:lnTo>
                    <a:pt x="2628147" y="2789660"/>
                  </a:lnTo>
                  <a:lnTo>
                    <a:pt x="2628273" y="2789660"/>
                  </a:lnTo>
                  <a:lnTo>
                    <a:pt x="2628399" y="2789660"/>
                  </a:lnTo>
                  <a:lnTo>
                    <a:pt x="2628526" y="2789660"/>
                  </a:lnTo>
                  <a:lnTo>
                    <a:pt x="2628652" y="2789660"/>
                  </a:lnTo>
                  <a:lnTo>
                    <a:pt x="2628778" y="2789660"/>
                  </a:lnTo>
                  <a:lnTo>
                    <a:pt x="2628778" y="2784749"/>
                  </a:lnTo>
                  <a:lnTo>
                    <a:pt x="2628905" y="2784749"/>
                  </a:lnTo>
                  <a:lnTo>
                    <a:pt x="2629031" y="2784749"/>
                  </a:lnTo>
                  <a:lnTo>
                    <a:pt x="2629157" y="2784749"/>
                  </a:lnTo>
                  <a:lnTo>
                    <a:pt x="2629283" y="2784749"/>
                  </a:lnTo>
                  <a:lnTo>
                    <a:pt x="2629410" y="2784749"/>
                  </a:lnTo>
                  <a:lnTo>
                    <a:pt x="2629536" y="2784749"/>
                  </a:lnTo>
                  <a:lnTo>
                    <a:pt x="2629662" y="2784749"/>
                  </a:lnTo>
                  <a:lnTo>
                    <a:pt x="2629788" y="2784749"/>
                  </a:lnTo>
                  <a:lnTo>
                    <a:pt x="2629915" y="2784749"/>
                  </a:lnTo>
                  <a:lnTo>
                    <a:pt x="2630041" y="2784749"/>
                  </a:lnTo>
                  <a:lnTo>
                    <a:pt x="2630167" y="2784749"/>
                  </a:lnTo>
                  <a:lnTo>
                    <a:pt x="2630293" y="2784749"/>
                  </a:lnTo>
                  <a:lnTo>
                    <a:pt x="2630420" y="2784749"/>
                  </a:lnTo>
                  <a:lnTo>
                    <a:pt x="2630546" y="2784749"/>
                  </a:lnTo>
                  <a:lnTo>
                    <a:pt x="2630672" y="2784749"/>
                  </a:lnTo>
                  <a:lnTo>
                    <a:pt x="2630798" y="2784749"/>
                  </a:lnTo>
                  <a:lnTo>
                    <a:pt x="2630925" y="2784749"/>
                  </a:lnTo>
                  <a:lnTo>
                    <a:pt x="2631051" y="2784749"/>
                  </a:lnTo>
                  <a:lnTo>
                    <a:pt x="2631177" y="2784749"/>
                  </a:lnTo>
                  <a:lnTo>
                    <a:pt x="2631303" y="2784749"/>
                  </a:lnTo>
                  <a:lnTo>
                    <a:pt x="2631430" y="2784749"/>
                  </a:lnTo>
                  <a:lnTo>
                    <a:pt x="2631556" y="2784749"/>
                  </a:lnTo>
                  <a:lnTo>
                    <a:pt x="2631682" y="2784749"/>
                  </a:lnTo>
                  <a:lnTo>
                    <a:pt x="2631808" y="2784749"/>
                  </a:lnTo>
                  <a:lnTo>
                    <a:pt x="2631935" y="2784749"/>
                  </a:lnTo>
                  <a:lnTo>
                    <a:pt x="2632061" y="2784749"/>
                  </a:lnTo>
                  <a:lnTo>
                    <a:pt x="2632187" y="2784749"/>
                  </a:lnTo>
                  <a:lnTo>
                    <a:pt x="2632313" y="2784749"/>
                  </a:lnTo>
                  <a:lnTo>
                    <a:pt x="2632440" y="2784749"/>
                  </a:lnTo>
                  <a:lnTo>
                    <a:pt x="2632566" y="2784749"/>
                  </a:lnTo>
                  <a:lnTo>
                    <a:pt x="2632692" y="2784749"/>
                  </a:lnTo>
                  <a:lnTo>
                    <a:pt x="2632818" y="2784749"/>
                  </a:lnTo>
                  <a:lnTo>
                    <a:pt x="2632945" y="2784749"/>
                  </a:lnTo>
                  <a:lnTo>
                    <a:pt x="2633071" y="2784749"/>
                  </a:lnTo>
                  <a:lnTo>
                    <a:pt x="2633197" y="2784749"/>
                  </a:lnTo>
                  <a:lnTo>
                    <a:pt x="2633323" y="2784749"/>
                  </a:lnTo>
                  <a:lnTo>
                    <a:pt x="2633450" y="2784749"/>
                  </a:lnTo>
                  <a:lnTo>
                    <a:pt x="2633576" y="2784749"/>
                  </a:lnTo>
                  <a:lnTo>
                    <a:pt x="2633702" y="2784749"/>
                  </a:lnTo>
                  <a:lnTo>
                    <a:pt x="2633828" y="2784749"/>
                  </a:lnTo>
                  <a:lnTo>
                    <a:pt x="2633955" y="2784749"/>
                  </a:lnTo>
                  <a:lnTo>
                    <a:pt x="2634081" y="2784749"/>
                  </a:lnTo>
                  <a:lnTo>
                    <a:pt x="2634207" y="2784749"/>
                  </a:lnTo>
                  <a:lnTo>
                    <a:pt x="2634334" y="2784749"/>
                  </a:lnTo>
                  <a:lnTo>
                    <a:pt x="2634460" y="2784749"/>
                  </a:lnTo>
                  <a:lnTo>
                    <a:pt x="2634586" y="2784749"/>
                  </a:lnTo>
                  <a:lnTo>
                    <a:pt x="2634712" y="2784749"/>
                  </a:lnTo>
                  <a:lnTo>
                    <a:pt x="2634839" y="2784749"/>
                  </a:lnTo>
                  <a:lnTo>
                    <a:pt x="2634965" y="2784749"/>
                  </a:lnTo>
                  <a:lnTo>
                    <a:pt x="2635091" y="2784749"/>
                  </a:lnTo>
                  <a:lnTo>
                    <a:pt x="2635217" y="2784749"/>
                  </a:lnTo>
                  <a:lnTo>
                    <a:pt x="2635344" y="2784749"/>
                  </a:lnTo>
                  <a:lnTo>
                    <a:pt x="2635470" y="2784749"/>
                  </a:lnTo>
                  <a:lnTo>
                    <a:pt x="2635596" y="2784749"/>
                  </a:lnTo>
                  <a:lnTo>
                    <a:pt x="2635596" y="2779838"/>
                  </a:lnTo>
                  <a:lnTo>
                    <a:pt x="2635722" y="2779838"/>
                  </a:lnTo>
                  <a:lnTo>
                    <a:pt x="2635849" y="2779838"/>
                  </a:lnTo>
                  <a:lnTo>
                    <a:pt x="2635975" y="2779838"/>
                  </a:lnTo>
                  <a:lnTo>
                    <a:pt x="2636101" y="2779838"/>
                  </a:lnTo>
                  <a:lnTo>
                    <a:pt x="2636227" y="2779838"/>
                  </a:lnTo>
                  <a:lnTo>
                    <a:pt x="2636354" y="2779838"/>
                  </a:lnTo>
                  <a:lnTo>
                    <a:pt x="2636480" y="2779838"/>
                  </a:lnTo>
                  <a:lnTo>
                    <a:pt x="2636606" y="2779838"/>
                  </a:lnTo>
                  <a:lnTo>
                    <a:pt x="2636732" y="2779838"/>
                  </a:lnTo>
                  <a:lnTo>
                    <a:pt x="2636859" y="2779838"/>
                  </a:lnTo>
                  <a:lnTo>
                    <a:pt x="2636985" y="2779838"/>
                  </a:lnTo>
                  <a:lnTo>
                    <a:pt x="2637111" y="2779838"/>
                  </a:lnTo>
                  <a:lnTo>
                    <a:pt x="2637237" y="2779838"/>
                  </a:lnTo>
                  <a:lnTo>
                    <a:pt x="2637364" y="2779838"/>
                  </a:lnTo>
                  <a:lnTo>
                    <a:pt x="2637490" y="2779838"/>
                  </a:lnTo>
                  <a:lnTo>
                    <a:pt x="2637616" y="2779838"/>
                  </a:lnTo>
                  <a:lnTo>
                    <a:pt x="2637742" y="2779838"/>
                  </a:lnTo>
                  <a:lnTo>
                    <a:pt x="2637869" y="2779838"/>
                  </a:lnTo>
                  <a:lnTo>
                    <a:pt x="2637995" y="2779838"/>
                  </a:lnTo>
                  <a:lnTo>
                    <a:pt x="2638121" y="2779838"/>
                  </a:lnTo>
                  <a:lnTo>
                    <a:pt x="2638247" y="2779838"/>
                  </a:lnTo>
                  <a:lnTo>
                    <a:pt x="2638374" y="2779838"/>
                  </a:lnTo>
                  <a:lnTo>
                    <a:pt x="2638500" y="2779838"/>
                  </a:lnTo>
                  <a:lnTo>
                    <a:pt x="2638500" y="2774926"/>
                  </a:lnTo>
                  <a:lnTo>
                    <a:pt x="2638626" y="2774926"/>
                  </a:lnTo>
                  <a:lnTo>
                    <a:pt x="2638752" y="2774926"/>
                  </a:lnTo>
                  <a:lnTo>
                    <a:pt x="2638879" y="2774926"/>
                  </a:lnTo>
                  <a:lnTo>
                    <a:pt x="2639005" y="2774926"/>
                  </a:lnTo>
                  <a:lnTo>
                    <a:pt x="2639131" y="2774926"/>
                  </a:lnTo>
                  <a:lnTo>
                    <a:pt x="2639258" y="2774926"/>
                  </a:lnTo>
                  <a:lnTo>
                    <a:pt x="2639384" y="2774926"/>
                  </a:lnTo>
                  <a:lnTo>
                    <a:pt x="2639510" y="2774926"/>
                  </a:lnTo>
                  <a:lnTo>
                    <a:pt x="2639636" y="2774926"/>
                  </a:lnTo>
                  <a:lnTo>
                    <a:pt x="2639763" y="2774926"/>
                  </a:lnTo>
                  <a:lnTo>
                    <a:pt x="2639889" y="2774926"/>
                  </a:lnTo>
                  <a:lnTo>
                    <a:pt x="2640015" y="2774926"/>
                  </a:lnTo>
                  <a:lnTo>
                    <a:pt x="2640141" y="2774926"/>
                  </a:lnTo>
                  <a:lnTo>
                    <a:pt x="2640268" y="2774926"/>
                  </a:lnTo>
                  <a:lnTo>
                    <a:pt x="2640394" y="2774926"/>
                  </a:lnTo>
                  <a:lnTo>
                    <a:pt x="2640520" y="2774926"/>
                  </a:lnTo>
                  <a:lnTo>
                    <a:pt x="2640646" y="2774926"/>
                  </a:lnTo>
                  <a:lnTo>
                    <a:pt x="2640773" y="2774926"/>
                  </a:lnTo>
                  <a:lnTo>
                    <a:pt x="2640899" y="2774926"/>
                  </a:lnTo>
                  <a:lnTo>
                    <a:pt x="2641025" y="2774926"/>
                  </a:lnTo>
                  <a:lnTo>
                    <a:pt x="2641151" y="2774926"/>
                  </a:lnTo>
                  <a:lnTo>
                    <a:pt x="2641278" y="2774926"/>
                  </a:lnTo>
                  <a:lnTo>
                    <a:pt x="2641278" y="2770015"/>
                  </a:lnTo>
                  <a:lnTo>
                    <a:pt x="2641404" y="2770015"/>
                  </a:lnTo>
                  <a:lnTo>
                    <a:pt x="2641530" y="2770015"/>
                  </a:lnTo>
                  <a:lnTo>
                    <a:pt x="2641656" y="2770015"/>
                  </a:lnTo>
                  <a:lnTo>
                    <a:pt x="2641783" y="2770015"/>
                  </a:lnTo>
                  <a:lnTo>
                    <a:pt x="2641909" y="2770015"/>
                  </a:lnTo>
                  <a:lnTo>
                    <a:pt x="2642035" y="2770015"/>
                  </a:lnTo>
                  <a:lnTo>
                    <a:pt x="2642161" y="2770015"/>
                  </a:lnTo>
                  <a:lnTo>
                    <a:pt x="2642288" y="2770015"/>
                  </a:lnTo>
                  <a:lnTo>
                    <a:pt x="2642414" y="2770015"/>
                  </a:lnTo>
                  <a:lnTo>
                    <a:pt x="2642540" y="2770015"/>
                  </a:lnTo>
                  <a:lnTo>
                    <a:pt x="2642666" y="2770015"/>
                  </a:lnTo>
                  <a:lnTo>
                    <a:pt x="2642793" y="2770015"/>
                  </a:lnTo>
                  <a:lnTo>
                    <a:pt x="2642919" y="2770015"/>
                  </a:lnTo>
                  <a:lnTo>
                    <a:pt x="2643045" y="2770015"/>
                  </a:lnTo>
                  <a:lnTo>
                    <a:pt x="2643171" y="2770015"/>
                  </a:lnTo>
                  <a:lnTo>
                    <a:pt x="2643171" y="2765104"/>
                  </a:lnTo>
                  <a:lnTo>
                    <a:pt x="2643298" y="2765104"/>
                  </a:lnTo>
                  <a:lnTo>
                    <a:pt x="2643424" y="2765104"/>
                  </a:lnTo>
                  <a:lnTo>
                    <a:pt x="2643550" y="2765104"/>
                  </a:lnTo>
                  <a:lnTo>
                    <a:pt x="2643676" y="2765104"/>
                  </a:lnTo>
                  <a:lnTo>
                    <a:pt x="2643803" y="2765104"/>
                  </a:lnTo>
                  <a:lnTo>
                    <a:pt x="2643929" y="2765104"/>
                  </a:lnTo>
                  <a:lnTo>
                    <a:pt x="2644055" y="2765104"/>
                  </a:lnTo>
                  <a:lnTo>
                    <a:pt x="2644181" y="2765104"/>
                  </a:lnTo>
                  <a:lnTo>
                    <a:pt x="2644181" y="2760192"/>
                  </a:lnTo>
                  <a:lnTo>
                    <a:pt x="2644308" y="2760192"/>
                  </a:lnTo>
                  <a:lnTo>
                    <a:pt x="2644434" y="2760192"/>
                  </a:lnTo>
                  <a:lnTo>
                    <a:pt x="2644560" y="2760192"/>
                  </a:lnTo>
                  <a:lnTo>
                    <a:pt x="2644687" y="2760192"/>
                  </a:lnTo>
                  <a:lnTo>
                    <a:pt x="2644813" y="2760192"/>
                  </a:lnTo>
                  <a:lnTo>
                    <a:pt x="2644939" y="2760192"/>
                  </a:lnTo>
                  <a:lnTo>
                    <a:pt x="2645065" y="2760192"/>
                  </a:lnTo>
                  <a:lnTo>
                    <a:pt x="2645192" y="2760192"/>
                  </a:lnTo>
                  <a:lnTo>
                    <a:pt x="2645318" y="2760192"/>
                  </a:lnTo>
                  <a:lnTo>
                    <a:pt x="2645444" y="2760192"/>
                  </a:lnTo>
                  <a:lnTo>
                    <a:pt x="2645570" y="2760192"/>
                  </a:lnTo>
                  <a:lnTo>
                    <a:pt x="2645697" y="2760192"/>
                  </a:lnTo>
                  <a:lnTo>
                    <a:pt x="2645697" y="2755281"/>
                  </a:lnTo>
                  <a:lnTo>
                    <a:pt x="2645823" y="2755281"/>
                  </a:lnTo>
                  <a:lnTo>
                    <a:pt x="2645949" y="2755281"/>
                  </a:lnTo>
                  <a:lnTo>
                    <a:pt x="2646075" y="2755281"/>
                  </a:lnTo>
                  <a:lnTo>
                    <a:pt x="2646202" y="2755281"/>
                  </a:lnTo>
                  <a:lnTo>
                    <a:pt x="2646328" y="2755281"/>
                  </a:lnTo>
                  <a:lnTo>
                    <a:pt x="2646454" y="2755281"/>
                  </a:lnTo>
                  <a:lnTo>
                    <a:pt x="2646580" y="2755281"/>
                  </a:lnTo>
                  <a:lnTo>
                    <a:pt x="2646707" y="2755281"/>
                  </a:lnTo>
                  <a:lnTo>
                    <a:pt x="2646833" y="2755281"/>
                  </a:lnTo>
                  <a:lnTo>
                    <a:pt x="2646959" y="2755281"/>
                  </a:lnTo>
                  <a:lnTo>
                    <a:pt x="2647085" y="2755281"/>
                  </a:lnTo>
                  <a:lnTo>
                    <a:pt x="2647212" y="2755281"/>
                  </a:lnTo>
                  <a:lnTo>
                    <a:pt x="2647338" y="2755281"/>
                  </a:lnTo>
                  <a:lnTo>
                    <a:pt x="2647464" y="2755281"/>
                  </a:lnTo>
                  <a:lnTo>
                    <a:pt x="2647590" y="2755281"/>
                  </a:lnTo>
                  <a:lnTo>
                    <a:pt x="2647717" y="2755281"/>
                  </a:lnTo>
                  <a:lnTo>
                    <a:pt x="2647843" y="2755281"/>
                  </a:lnTo>
                  <a:lnTo>
                    <a:pt x="2647969" y="2755281"/>
                  </a:lnTo>
                  <a:lnTo>
                    <a:pt x="2648095" y="2755281"/>
                  </a:lnTo>
                  <a:lnTo>
                    <a:pt x="2648222" y="2755281"/>
                  </a:lnTo>
                  <a:lnTo>
                    <a:pt x="2648348" y="2755281"/>
                  </a:lnTo>
                  <a:lnTo>
                    <a:pt x="2648474" y="2755281"/>
                  </a:lnTo>
                  <a:lnTo>
                    <a:pt x="2648600" y="2755281"/>
                  </a:lnTo>
                  <a:lnTo>
                    <a:pt x="2648727" y="2755281"/>
                  </a:lnTo>
                  <a:lnTo>
                    <a:pt x="2648853" y="2755281"/>
                  </a:lnTo>
                  <a:lnTo>
                    <a:pt x="2648979" y="2755281"/>
                  </a:lnTo>
                  <a:lnTo>
                    <a:pt x="2649105" y="2755281"/>
                  </a:lnTo>
                  <a:lnTo>
                    <a:pt x="2649232" y="2755281"/>
                  </a:lnTo>
                  <a:lnTo>
                    <a:pt x="2649358" y="2755281"/>
                  </a:lnTo>
                  <a:lnTo>
                    <a:pt x="2649484" y="2755281"/>
                  </a:lnTo>
                  <a:lnTo>
                    <a:pt x="2649611" y="2755281"/>
                  </a:lnTo>
                  <a:lnTo>
                    <a:pt x="2649737" y="2755281"/>
                  </a:lnTo>
                  <a:lnTo>
                    <a:pt x="2649863" y="2755281"/>
                  </a:lnTo>
                  <a:lnTo>
                    <a:pt x="2649989" y="2755281"/>
                  </a:lnTo>
                  <a:lnTo>
                    <a:pt x="2649989" y="2750369"/>
                  </a:lnTo>
                  <a:lnTo>
                    <a:pt x="2650116" y="2750369"/>
                  </a:lnTo>
                  <a:lnTo>
                    <a:pt x="2650242" y="2750369"/>
                  </a:lnTo>
                  <a:lnTo>
                    <a:pt x="2650368" y="2750369"/>
                  </a:lnTo>
                  <a:lnTo>
                    <a:pt x="2650494" y="2750369"/>
                  </a:lnTo>
                  <a:lnTo>
                    <a:pt x="2650621" y="2750369"/>
                  </a:lnTo>
                  <a:lnTo>
                    <a:pt x="2650747" y="2750369"/>
                  </a:lnTo>
                  <a:lnTo>
                    <a:pt x="2650873" y="2750369"/>
                  </a:lnTo>
                  <a:lnTo>
                    <a:pt x="2650999" y="2750369"/>
                  </a:lnTo>
                  <a:lnTo>
                    <a:pt x="2651126" y="2750369"/>
                  </a:lnTo>
                  <a:lnTo>
                    <a:pt x="2651252" y="2750369"/>
                  </a:lnTo>
                  <a:lnTo>
                    <a:pt x="2651378" y="2750369"/>
                  </a:lnTo>
                  <a:lnTo>
                    <a:pt x="2651504" y="2750369"/>
                  </a:lnTo>
                  <a:lnTo>
                    <a:pt x="2651631" y="2750369"/>
                  </a:lnTo>
                  <a:lnTo>
                    <a:pt x="2651757" y="2750369"/>
                  </a:lnTo>
                  <a:lnTo>
                    <a:pt x="2651883" y="2750369"/>
                  </a:lnTo>
                  <a:lnTo>
                    <a:pt x="2652009" y="2750369"/>
                  </a:lnTo>
                  <a:lnTo>
                    <a:pt x="2652136" y="2750369"/>
                  </a:lnTo>
                  <a:lnTo>
                    <a:pt x="2652262" y="2750369"/>
                  </a:lnTo>
                  <a:lnTo>
                    <a:pt x="2652388" y="2750369"/>
                  </a:lnTo>
                  <a:lnTo>
                    <a:pt x="2652514" y="2750369"/>
                  </a:lnTo>
                  <a:lnTo>
                    <a:pt x="2652641" y="2750369"/>
                  </a:lnTo>
                  <a:lnTo>
                    <a:pt x="2652767" y="2750369"/>
                  </a:lnTo>
                  <a:lnTo>
                    <a:pt x="2652893" y="2750369"/>
                  </a:lnTo>
                  <a:lnTo>
                    <a:pt x="2653019" y="2750369"/>
                  </a:lnTo>
                  <a:lnTo>
                    <a:pt x="2653146" y="2750369"/>
                  </a:lnTo>
                  <a:lnTo>
                    <a:pt x="2653272" y="2750369"/>
                  </a:lnTo>
                  <a:lnTo>
                    <a:pt x="2653398" y="2750369"/>
                  </a:lnTo>
                  <a:lnTo>
                    <a:pt x="2653524" y="2750369"/>
                  </a:lnTo>
                  <a:lnTo>
                    <a:pt x="2653651" y="2750369"/>
                  </a:lnTo>
                  <a:lnTo>
                    <a:pt x="2653777" y="2750369"/>
                  </a:lnTo>
                  <a:lnTo>
                    <a:pt x="2653903" y="2750369"/>
                  </a:lnTo>
                  <a:lnTo>
                    <a:pt x="2654029" y="2750369"/>
                  </a:lnTo>
                  <a:lnTo>
                    <a:pt x="2654156" y="2750369"/>
                  </a:lnTo>
                  <a:lnTo>
                    <a:pt x="2654282" y="2750369"/>
                  </a:lnTo>
                  <a:lnTo>
                    <a:pt x="2654408" y="2750369"/>
                  </a:lnTo>
                  <a:lnTo>
                    <a:pt x="2654534" y="2750369"/>
                  </a:lnTo>
                  <a:lnTo>
                    <a:pt x="2654661" y="2750369"/>
                  </a:lnTo>
                  <a:lnTo>
                    <a:pt x="2654787" y="2750369"/>
                  </a:lnTo>
                  <a:lnTo>
                    <a:pt x="2654913" y="2750369"/>
                  </a:lnTo>
                  <a:lnTo>
                    <a:pt x="2655040" y="2750369"/>
                  </a:lnTo>
                  <a:lnTo>
                    <a:pt x="2655166" y="2750369"/>
                  </a:lnTo>
                  <a:lnTo>
                    <a:pt x="2655292" y="2750369"/>
                  </a:lnTo>
                  <a:lnTo>
                    <a:pt x="2655418" y="2750369"/>
                  </a:lnTo>
                  <a:lnTo>
                    <a:pt x="2655545" y="2750369"/>
                  </a:lnTo>
                  <a:lnTo>
                    <a:pt x="2655671" y="2750369"/>
                  </a:lnTo>
                  <a:lnTo>
                    <a:pt x="2655797" y="2750369"/>
                  </a:lnTo>
                  <a:lnTo>
                    <a:pt x="2655923" y="2750369"/>
                  </a:lnTo>
                  <a:lnTo>
                    <a:pt x="2656050" y="2750369"/>
                  </a:lnTo>
                  <a:lnTo>
                    <a:pt x="2656176" y="2750369"/>
                  </a:lnTo>
                  <a:lnTo>
                    <a:pt x="2656302" y="2750369"/>
                  </a:lnTo>
                  <a:lnTo>
                    <a:pt x="2656428" y="2750369"/>
                  </a:lnTo>
                  <a:lnTo>
                    <a:pt x="2656555" y="2750369"/>
                  </a:lnTo>
                  <a:lnTo>
                    <a:pt x="2656681" y="2750369"/>
                  </a:lnTo>
                  <a:lnTo>
                    <a:pt x="2656807" y="2750369"/>
                  </a:lnTo>
                  <a:lnTo>
                    <a:pt x="2656933" y="2750369"/>
                  </a:lnTo>
                  <a:lnTo>
                    <a:pt x="2656933" y="2745458"/>
                  </a:lnTo>
                  <a:lnTo>
                    <a:pt x="2657060" y="2745458"/>
                  </a:lnTo>
                  <a:lnTo>
                    <a:pt x="2657186" y="2745458"/>
                  </a:lnTo>
                  <a:lnTo>
                    <a:pt x="2657312" y="2745458"/>
                  </a:lnTo>
                  <a:lnTo>
                    <a:pt x="2657438" y="2745458"/>
                  </a:lnTo>
                  <a:lnTo>
                    <a:pt x="2657565" y="2745458"/>
                  </a:lnTo>
                  <a:lnTo>
                    <a:pt x="2657691" y="2745458"/>
                  </a:lnTo>
                  <a:lnTo>
                    <a:pt x="2657817" y="2745458"/>
                  </a:lnTo>
                  <a:lnTo>
                    <a:pt x="2657943" y="2745458"/>
                  </a:lnTo>
                  <a:lnTo>
                    <a:pt x="2658070" y="2745458"/>
                  </a:lnTo>
                  <a:lnTo>
                    <a:pt x="2658196" y="2745458"/>
                  </a:lnTo>
                  <a:lnTo>
                    <a:pt x="2658322" y="2745458"/>
                  </a:lnTo>
                  <a:lnTo>
                    <a:pt x="2658448" y="2745458"/>
                  </a:lnTo>
                  <a:lnTo>
                    <a:pt x="2658575" y="2745458"/>
                  </a:lnTo>
                  <a:lnTo>
                    <a:pt x="2658701" y="2745458"/>
                  </a:lnTo>
                  <a:lnTo>
                    <a:pt x="2658827" y="2745458"/>
                  </a:lnTo>
                  <a:lnTo>
                    <a:pt x="2658953" y="2745458"/>
                  </a:lnTo>
                  <a:lnTo>
                    <a:pt x="2659080" y="2745458"/>
                  </a:lnTo>
                  <a:lnTo>
                    <a:pt x="2659206" y="2745458"/>
                  </a:lnTo>
                  <a:lnTo>
                    <a:pt x="2659332" y="2745458"/>
                  </a:lnTo>
                  <a:lnTo>
                    <a:pt x="2659458" y="2745458"/>
                  </a:lnTo>
                  <a:lnTo>
                    <a:pt x="2659585" y="2745458"/>
                  </a:lnTo>
                  <a:lnTo>
                    <a:pt x="2659711" y="2745458"/>
                  </a:lnTo>
                  <a:lnTo>
                    <a:pt x="2659837" y="2745458"/>
                  </a:lnTo>
                  <a:lnTo>
                    <a:pt x="2659964" y="2745458"/>
                  </a:lnTo>
                  <a:lnTo>
                    <a:pt x="2660090" y="2745458"/>
                  </a:lnTo>
                  <a:lnTo>
                    <a:pt x="2660216" y="2745458"/>
                  </a:lnTo>
                  <a:lnTo>
                    <a:pt x="2660342" y="2745458"/>
                  </a:lnTo>
                  <a:lnTo>
                    <a:pt x="2660469" y="2745458"/>
                  </a:lnTo>
                  <a:lnTo>
                    <a:pt x="2660595" y="2745458"/>
                  </a:lnTo>
                  <a:lnTo>
                    <a:pt x="2660721" y="2745458"/>
                  </a:lnTo>
                  <a:lnTo>
                    <a:pt x="2660847" y="2745458"/>
                  </a:lnTo>
                  <a:lnTo>
                    <a:pt x="2660974" y="2745458"/>
                  </a:lnTo>
                  <a:lnTo>
                    <a:pt x="2661100" y="2745458"/>
                  </a:lnTo>
                  <a:lnTo>
                    <a:pt x="2661226" y="2745458"/>
                  </a:lnTo>
                  <a:lnTo>
                    <a:pt x="2661352" y="2745458"/>
                  </a:lnTo>
                  <a:lnTo>
                    <a:pt x="2661479" y="2745458"/>
                  </a:lnTo>
                  <a:lnTo>
                    <a:pt x="2661605" y="2745458"/>
                  </a:lnTo>
                  <a:lnTo>
                    <a:pt x="2661731" y="2745458"/>
                  </a:lnTo>
                  <a:lnTo>
                    <a:pt x="2661857" y="2745458"/>
                  </a:lnTo>
                  <a:lnTo>
                    <a:pt x="2661984" y="2745458"/>
                  </a:lnTo>
                  <a:lnTo>
                    <a:pt x="2662110" y="2745458"/>
                  </a:lnTo>
                  <a:lnTo>
                    <a:pt x="2662236" y="2745458"/>
                  </a:lnTo>
                  <a:lnTo>
                    <a:pt x="2662362" y="2745458"/>
                  </a:lnTo>
                  <a:lnTo>
                    <a:pt x="2662489" y="2745458"/>
                  </a:lnTo>
                  <a:lnTo>
                    <a:pt x="2662615" y="2745458"/>
                  </a:lnTo>
                  <a:lnTo>
                    <a:pt x="2662741" y="2745458"/>
                  </a:lnTo>
                  <a:lnTo>
                    <a:pt x="2662867" y="2745458"/>
                  </a:lnTo>
                  <a:lnTo>
                    <a:pt x="2662994" y="2745458"/>
                  </a:lnTo>
                  <a:lnTo>
                    <a:pt x="2663120" y="2745458"/>
                  </a:lnTo>
                  <a:lnTo>
                    <a:pt x="2663246" y="2745458"/>
                  </a:lnTo>
                  <a:lnTo>
                    <a:pt x="2663246" y="2740547"/>
                  </a:lnTo>
                  <a:lnTo>
                    <a:pt x="2663372" y="2740547"/>
                  </a:lnTo>
                  <a:lnTo>
                    <a:pt x="2663499" y="2740547"/>
                  </a:lnTo>
                  <a:lnTo>
                    <a:pt x="2663625" y="2740547"/>
                  </a:lnTo>
                  <a:lnTo>
                    <a:pt x="2663751" y="2740547"/>
                  </a:lnTo>
                  <a:lnTo>
                    <a:pt x="2663877" y="2740547"/>
                  </a:lnTo>
                  <a:lnTo>
                    <a:pt x="2664004" y="2740547"/>
                  </a:lnTo>
                  <a:lnTo>
                    <a:pt x="2664130" y="2740547"/>
                  </a:lnTo>
                  <a:lnTo>
                    <a:pt x="2664130" y="2735635"/>
                  </a:lnTo>
                  <a:lnTo>
                    <a:pt x="2664256" y="2735635"/>
                  </a:lnTo>
                  <a:lnTo>
                    <a:pt x="2664382" y="2735635"/>
                  </a:lnTo>
                  <a:lnTo>
                    <a:pt x="2664509" y="2735635"/>
                  </a:lnTo>
                  <a:lnTo>
                    <a:pt x="2664635" y="2735635"/>
                  </a:lnTo>
                  <a:lnTo>
                    <a:pt x="2664761" y="2735635"/>
                  </a:lnTo>
                  <a:lnTo>
                    <a:pt x="2664887" y="2735635"/>
                  </a:lnTo>
                  <a:lnTo>
                    <a:pt x="2665014" y="2735635"/>
                  </a:lnTo>
                  <a:lnTo>
                    <a:pt x="2665140" y="2735635"/>
                  </a:lnTo>
                  <a:lnTo>
                    <a:pt x="2665266" y="2735635"/>
                  </a:lnTo>
                  <a:lnTo>
                    <a:pt x="2665393" y="2735635"/>
                  </a:lnTo>
                  <a:lnTo>
                    <a:pt x="2665519" y="2735635"/>
                  </a:lnTo>
                  <a:lnTo>
                    <a:pt x="2665645" y="2735635"/>
                  </a:lnTo>
                  <a:lnTo>
                    <a:pt x="2665771" y="2735635"/>
                  </a:lnTo>
                  <a:lnTo>
                    <a:pt x="2665898" y="2735635"/>
                  </a:lnTo>
                  <a:lnTo>
                    <a:pt x="2666024" y="2735635"/>
                  </a:lnTo>
                  <a:lnTo>
                    <a:pt x="2666150" y="2735635"/>
                  </a:lnTo>
                  <a:lnTo>
                    <a:pt x="2666276" y="2735635"/>
                  </a:lnTo>
                  <a:lnTo>
                    <a:pt x="2666403" y="2735635"/>
                  </a:lnTo>
                  <a:lnTo>
                    <a:pt x="2666529" y="2735635"/>
                  </a:lnTo>
                  <a:lnTo>
                    <a:pt x="2666655" y="2735635"/>
                  </a:lnTo>
                  <a:lnTo>
                    <a:pt x="2666781" y="2735635"/>
                  </a:lnTo>
                  <a:lnTo>
                    <a:pt x="2666908" y="2735635"/>
                  </a:lnTo>
                  <a:lnTo>
                    <a:pt x="2667034" y="2735635"/>
                  </a:lnTo>
                  <a:lnTo>
                    <a:pt x="2667160" y="2735635"/>
                  </a:lnTo>
                  <a:lnTo>
                    <a:pt x="2667286" y="2735635"/>
                  </a:lnTo>
                  <a:lnTo>
                    <a:pt x="2667413" y="2735635"/>
                  </a:lnTo>
                  <a:lnTo>
                    <a:pt x="2667539" y="2735635"/>
                  </a:lnTo>
                  <a:lnTo>
                    <a:pt x="2667665" y="2735635"/>
                  </a:lnTo>
                  <a:lnTo>
                    <a:pt x="2667791" y="2735635"/>
                  </a:lnTo>
                  <a:lnTo>
                    <a:pt x="2667918" y="2735635"/>
                  </a:lnTo>
                  <a:lnTo>
                    <a:pt x="2668044" y="2735635"/>
                  </a:lnTo>
                  <a:lnTo>
                    <a:pt x="2668170" y="2735635"/>
                  </a:lnTo>
                  <a:lnTo>
                    <a:pt x="2668296" y="2735635"/>
                  </a:lnTo>
                  <a:lnTo>
                    <a:pt x="2668423" y="2735635"/>
                  </a:lnTo>
                  <a:lnTo>
                    <a:pt x="2668549" y="2735635"/>
                  </a:lnTo>
                  <a:lnTo>
                    <a:pt x="2668675" y="2735635"/>
                  </a:lnTo>
                  <a:lnTo>
                    <a:pt x="2668801" y="2735635"/>
                  </a:lnTo>
                  <a:lnTo>
                    <a:pt x="2668928" y="2735635"/>
                  </a:lnTo>
                  <a:lnTo>
                    <a:pt x="2669054" y="2735635"/>
                  </a:lnTo>
                  <a:lnTo>
                    <a:pt x="2669180" y="2735635"/>
                  </a:lnTo>
                  <a:lnTo>
                    <a:pt x="2669306" y="2735635"/>
                  </a:lnTo>
                  <a:lnTo>
                    <a:pt x="2669433" y="2735635"/>
                  </a:lnTo>
                  <a:lnTo>
                    <a:pt x="2669559" y="2735635"/>
                  </a:lnTo>
                  <a:lnTo>
                    <a:pt x="2669685" y="2735635"/>
                  </a:lnTo>
                  <a:lnTo>
                    <a:pt x="2669811" y="2735635"/>
                  </a:lnTo>
                  <a:lnTo>
                    <a:pt x="2669938" y="2735635"/>
                  </a:lnTo>
                  <a:lnTo>
                    <a:pt x="2670064" y="2735635"/>
                  </a:lnTo>
                  <a:lnTo>
                    <a:pt x="2670190" y="2735635"/>
                  </a:lnTo>
                  <a:lnTo>
                    <a:pt x="2670317" y="2735635"/>
                  </a:lnTo>
                  <a:lnTo>
                    <a:pt x="2670443" y="2735635"/>
                  </a:lnTo>
                  <a:lnTo>
                    <a:pt x="2670569" y="2735635"/>
                  </a:lnTo>
                  <a:lnTo>
                    <a:pt x="2670695" y="2735635"/>
                  </a:lnTo>
                  <a:lnTo>
                    <a:pt x="2670822" y="2735635"/>
                  </a:lnTo>
                  <a:lnTo>
                    <a:pt x="2670948" y="2735635"/>
                  </a:lnTo>
                  <a:lnTo>
                    <a:pt x="2671074" y="2735635"/>
                  </a:lnTo>
                  <a:lnTo>
                    <a:pt x="2671200" y="2735635"/>
                  </a:lnTo>
                  <a:lnTo>
                    <a:pt x="2671327" y="2735635"/>
                  </a:lnTo>
                  <a:lnTo>
                    <a:pt x="2671453" y="2735635"/>
                  </a:lnTo>
                  <a:lnTo>
                    <a:pt x="2671579" y="2735635"/>
                  </a:lnTo>
                  <a:lnTo>
                    <a:pt x="2671705" y="2735635"/>
                  </a:lnTo>
                  <a:lnTo>
                    <a:pt x="2671832" y="2735635"/>
                  </a:lnTo>
                  <a:lnTo>
                    <a:pt x="2671958" y="2735635"/>
                  </a:lnTo>
                  <a:lnTo>
                    <a:pt x="2672084" y="2735635"/>
                  </a:lnTo>
                  <a:lnTo>
                    <a:pt x="2672210" y="2735635"/>
                  </a:lnTo>
                  <a:lnTo>
                    <a:pt x="2672337" y="2735635"/>
                  </a:lnTo>
                  <a:lnTo>
                    <a:pt x="2672463" y="2735635"/>
                  </a:lnTo>
                  <a:lnTo>
                    <a:pt x="2672589" y="2735635"/>
                  </a:lnTo>
                  <a:lnTo>
                    <a:pt x="2672715" y="2735635"/>
                  </a:lnTo>
                  <a:lnTo>
                    <a:pt x="2672842" y="2735635"/>
                  </a:lnTo>
                  <a:lnTo>
                    <a:pt x="2672968" y="2735635"/>
                  </a:lnTo>
                  <a:lnTo>
                    <a:pt x="2673094" y="2735635"/>
                  </a:lnTo>
                  <a:lnTo>
                    <a:pt x="2673220" y="2735635"/>
                  </a:lnTo>
                  <a:lnTo>
                    <a:pt x="2673347" y="2735635"/>
                  </a:lnTo>
                  <a:lnTo>
                    <a:pt x="2673473" y="2735635"/>
                  </a:lnTo>
                  <a:lnTo>
                    <a:pt x="2673599" y="2735635"/>
                  </a:lnTo>
                  <a:lnTo>
                    <a:pt x="2673725" y="2735635"/>
                  </a:lnTo>
                  <a:lnTo>
                    <a:pt x="2673852" y="2735635"/>
                  </a:lnTo>
                  <a:lnTo>
                    <a:pt x="2673978" y="2735635"/>
                  </a:lnTo>
                  <a:lnTo>
                    <a:pt x="2674104" y="2735635"/>
                  </a:lnTo>
                  <a:lnTo>
                    <a:pt x="2674230" y="2735635"/>
                  </a:lnTo>
                  <a:lnTo>
                    <a:pt x="2674357" y="2735635"/>
                  </a:lnTo>
                  <a:lnTo>
                    <a:pt x="2674483" y="2735635"/>
                  </a:lnTo>
                  <a:lnTo>
                    <a:pt x="2674609" y="2735635"/>
                  </a:lnTo>
                  <a:lnTo>
                    <a:pt x="2674735" y="2735635"/>
                  </a:lnTo>
                  <a:lnTo>
                    <a:pt x="2674862" y="2735635"/>
                  </a:lnTo>
                  <a:lnTo>
                    <a:pt x="2674988" y="2735635"/>
                  </a:lnTo>
                  <a:lnTo>
                    <a:pt x="2675114" y="2735635"/>
                  </a:lnTo>
                  <a:lnTo>
                    <a:pt x="2675241" y="2735635"/>
                  </a:lnTo>
                  <a:lnTo>
                    <a:pt x="2675367" y="2735635"/>
                  </a:lnTo>
                  <a:lnTo>
                    <a:pt x="2675493" y="2735635"/>
                  </a:lnTo>
                  <a:lnTo>
                    <a:pt x="2675619" y="2735635"/>
                  </a:lnTo>
                  <a:lnTo>
                    <a:pt x="2675746" y="2735635"/>
                  </a:lnTo>
                  <a:lnTo>
                    <a:pt x="2675872" y="2735635"/>
                  </a:lnTo>
                  <a:lnTo>
                    <a:pt x="2675998" y="2735635"/>
                  </a:lnTo>
                  <a:lnTo>
                    <a:pt x="2676124" y="2735635"/>
                  </a:lnTo>
                  <a:lnTo>
                    <a:pt x="2676251" y="2735635"/>
                  </a:lnTo>
                  <a:lnTo>
                    <a:pt x="2676377" y="2735635"/>
                  </a:lnTo>
                  <a:lnTo>
                    <a:pt x="2676503" y="2735635"/>
                  </a:lnTo>
                  <a:lnTo>
                    <a:pt x="2676629" y="2735635"/>
                  </a:lnTo>
                  <a:lnTo>
                    <a:pt x="2676756" y="2735635"/>
                  </a:lnTo>
                  <a:lnTo>
                    <a:pt x="2676882" y="2735635"/>
                  </a:lnTo>
                  <a:lnTo>
                    <a:pt x="2677008" y="2735635"/>
                  </a:lnTo>
                  <a:lnTo>
                    <a:pt x="2677134" y="2735635"/>
                  </a:lnTo>
                  <a:lnTo>
                    <a:pt x="2677261" y="2735635"/>
                  </a:lnTo>
                  <a:lnTo>
                    <a:pt x="2677387" y="2735635"/>
                  </a:lnTo>
                  <a:lnTo>
                    <a:pt x="2677513" y="2735635"/>
                  </a:lnTo>
                  <a:lnTo>
                    <a:pt x="2677639" y="2735635"/>
                  </a:lnTo>
                  <a:lnTo>
                    <a:pt x="2677766" y="2735635"/>
                  </a:lnTo>
                  <a:lnTo>
                    <a:pt x="2677892" y="2735635"/>
                  </a:lnTo>
                  <a:lnTo>
                    <a:pt x="2678018" y="2735635"/>
                  </a:lnTo>
                  <a:lnTo>
                    <a:pt x="2678144" y="2735635"/>
                  </a:lnTo>
                  <a:lnTo>
                    <a:pt x="2678271" y="2735635"/>
                  </a:lnTo>
                  <a:lnTo>
                    <a:pt x="2678397" y="2735635"/>
                  </a:lnTo>
                  <a:lnTo>
                    <a:pt x="2678523" y="2735635"/>
                  </a:lnTo>
                  <a:lnTo>
                    <a:pt x="2678649" y="2735635"/>
                  </a:lnTo>
                  <a:lnTo>
                    <a:pt x="2678776" y="2735635"/>
                  </a:lnTo>
                  <a:lnTo>
                    <a:pt x="2678902" y="2735635"/>
                  </a:lnTo>
                  <a:lnTo>
                    <a:pt x="2679028" y="2735635"/>
                  </a:lnTo>
                  <a:lnTo>
                    <a:pt x="2679154" y="2735635"/>
                  </a:lnTo>
                  <a:lnTo>
                    <a:pt x="2679281" y="2735635"/>
                  </a:lnTo>
                  <a:lnTo>
                    <a:pt x="2679407" y="2735635"/>
                  </a:lnTo>
                  <a:lnTo>
                    <a:pt x="2679533" y="2735635"/>
                  </a:lnTo>
                  <a:lnTo>
                    <a:pt x="2679659" y="2735635"/>
                  </a:lnTo>
                  <a:lnTo>
                    <a:pt x="2679786" y="2735635"/>
                  </a:lnTo>
                  <a:lnTo>
                    <a:pt x="2679912" y="2735635"/>
                  </a:lnTo>
                  <a:lnTo>
                    <a:pt x="2680038" y="2735635"/>
                  </a:lnTo>
                  <a:lnTo>
                    <a:pt x="2680164" y="2735635"/>
                  </a:lnTo>
                  <a:lnTo>
                    <a:pt x="2680291" y="2735635"/>
                  </a:lnTo>
                  <a:lnTo>
                    <a:pt x="2680417" y="2735635"/>
                  </a:lnTo>
                  <a:lnTo>
                    <a:pt x="2680543" y="2735635"/>
                  </a:lnTo>
                  <a:lnTo>
                    <a:pt x="2680670" y="2735635"/>
                  </a:lnTo>
                  <a:lnTo>
                    <a:pt x="2680796" y="2735635"/>
                  </a:lnTo>
                  <a:lnTo>
                    <a:pt x="2680922" y="2735635"/>
                  </a:lnTo>
                  <a:lnTo>
                    <a:pt x="2681048" y="2735635"/>
                  </a:lnTo>
                  <a:lnTo>
                    <a:pt x="2681175" y="2735635"/>
                  </a:lnTo>
                  <a:lnTo>
                    <a:pt x="2681301" y="2735635"/>
                  </a:lnTo>
                  <a:lnTo>
                    <a:pt x="2681427" y="2735635"/>
                  </a:lnTo>
                  <a:lnTo>
                    <a:pt x="2681553" y="2735635"/>
                  </a:lnTo>
                  <a:lnTo>
                    <a:pt x="2681680" y="2735635"/>
                  </a:lnTo>
                  <a:lnTo>
                    <a:pt x="2681680" y="2730724"/>
                  </a:lnTo>
                  <a:lnTo>
                    <a:pt x="2681806" y="2730724"/>
                  </a:lnTo>
                  <a:lnTo>
                    <a:pt x="2681932" y="2730724"/>
                  </a:lnTo>
                  <a:lnTo>
                    <a:pt x="2682058" y="2730724"/>
                  </a:lnTo>
                  <a:lnTo>
                    <a:pt x="2682185" y="2730724"/>
                  </a:lnTo>
                  <a:lnTo>
                    <a:pt x="2682311" y="2730724"/>
                  </a:lnTo>
                  <a:lnTo>
                    <a:pt x="2682437" y="2730724"/>
                  </a:lnTo>
                  <a:lnTo>
                    <a:pt x="2682563" y="2730724"/>
                  </a:lnTo>
                  <a:lnTo>
                    <a:pt x="2682690" y="2730724"/>
                  </a:lnTo>
                  <a:lnTo>
                    <a:pt x="2682816" y="2730724"/>
                  </a:lnTo>
                  <a:lnTo>
                    <a:pt x="2682942" y="2730724"/>
                  </a:lnTo>
                  <a:lnTo>
                    <a:pt x="2683068" y="2730724"/>
                  </a:lnTo>
                  <a:lnTo>
                    <a:pt x="2683195" y="2730724"/>
                  </a:lnTo>
                  <a:lnTo>
                    <a:pt x="2683321" y="2730724"/>
                  </a:lnTo>
                  <a:lnTo>
                    <a:pt x="2683447" y="2730724"/>
                  </a:lnTo>
                  <a:lnTo>
                    <a:pt x="2683573" y="2730724"/>
                  </a:lnTo>
                  <a:lnTo>
                    <a:pt x="2683700" y="2730724"/>
                  </a:lnTo>
                  <a:lnTo>
                    <a:pt x="2683826" y="2730724"/>
                  </a:lnTo>
                  <a:lnTo>
                    <a:pt x="2683952" y="2730724"/>
                  </a:lnTo>
                  <a:lnTo>
                    <a:pt x="2684078" y="2730724"/>
                  </a:lnTo>
                  <a:lnTo>
                    <a:pt x="2684205" y="2730724"/>
                  </a:lnTo>
                  <a:lnTo>
                    <a:pt x="2684331" y="2730724"/>
                  </a:lnTo>
                  <a:lnTo>
                    <a:pt x="2684457" y="2730724"/>
                  </a:lnTo>
                  <a:lnTo>
                    <a:pt x="2684583" y="2730724"/>
                  </a:lnTo>
                  <a:lnTo>
                    <a:pt x="2684710" y="2730724"/>
                  </a:lnTo>
                  <a:lnTo>
                    <a:pt x="2684836" y="2730724"/>
                  </a:lnTo>
                  <a:lnTo>
                    <a:pt x="2684962" y="2730724"/>
                  </a:lnTo>
                  <a:lnTo>
                    <a:pt x="2685088" y="2730724"/>
                  </a:lnTo>
                  <a:lnTo>
                    <a:pt x="2685215" y="2730724"/>
                  </a:lnTo>
                  <a:lnTo>
                    <a:pt x="2685341" y="2730724"/>
                  </a:lnTo>
                  <a:lnTo>
                    <a:pt x="2685467" y="2730724"/>
                  </a:lnTo>
                  <a:lnTo>
                    <a:pt x="2685594" y="2730724"/>
                  </a:lnTo>
                  <a:lnTo>
                    <a:pt x="2685720" y="2730724"/>
                  </a:lnTo>
                  <a:lnTo>
                    <a:pt x="2685846" y="2730724"/>
                  </a:lnTo>
                  <a:lnTo>
                    <a:pt x="2685972" y="2730724"/>
                  </a:lnTo>
                  <a:lnTo>
                    <a:pt x="2686099" y="2730724"/>
                  </a:lnTo>
                  <a:lnTo>
                    <a:pt x="2686225" y="2730724"/>
                  </a:lnTo>
                  <a:lnTo>
                    <a:pt x="2686351" y="2730724"/>
                  </a:lnTo>
                  <a:lnTo>
                    <a:pt x="2686477" y="2730724"/>
                  </a:lnTo>
                  <a:lnTo>
                    <a:pt x="2686604" y="2730724"/>
                  </a:lnTo>
                  <a:lnTo>
                    <a:pt x="2686730" y="2730724"/>
                  </a:lnTo>
                  <a:lnTo>
                    <a:pt x="2686856" y="2730724"/>
                  </a:lnTo>
                  <a:lnTo>
                    <a:pt x="2686982" y="2730724"/>
                  </a:lnTo>
                  <a:lnTo>
                    <a:pt x="2687109" y="2730724"/>
                  </a:lnTo>
                  <a:lnTo>
                    <a:pt x="2687235" y="2730724"/>
                  </a:lnTo>
                  <a:lnTo>
                    <a:pt x="2687361" y="2730724"/>
                  </a:lnTo>
                  <a:lnTo>
                    <a:pt x="2687487" y="2730724"/>
                  </a:lnTo>
                  <a:lnTo>
                    <a:pt x="2687614" y="2730724"/>
                  </a:lnTo>
                  <a:lnTo>
                    <a:pt x="2687740" y="2730724"/>
                  </a:lnTo>
                  <a:lnTo>
                    <a:pt x="2687866" y="2730724"/>
                  </a:lnTo>
                  <a:lnTo>
                    <a:pt x="2687992" y="2730724"/>
                  </a:lnTo>
                  <a:lnTo>
                    <a:pt x="2688119" y="2730724"/>
                  </a:lnTo>
                  <a:lnTo>
                    <a:pt x="2688245" y="2730724"/>
                  </a:lnTo>
                  <a:lnTo>
                    <a:pt x="2688371" y="2730724"/>
                  </a:lnTo>
                  <a:lnTo>
                    <a:pt x="2688497" y="2730724"/>
                  </a:lnTo>
                  <a:lnTo>
                    <a:pt x="2688624" y="2730724"/>
                  </a:lnTo>
                  <a:lnTo>
                    <a:pt x="2688750" y="2730724"/>
                  </a:lnTo>
                  <a:lnTo>
                    <a:pt x="2688750" y="2725813"/>
                  </a:lnTo>
                  <a:lnTo>
                    <a:pt x="2688876" y="2725813"/>
                  </a:lnTo>
                  <a:lnTo>
                    <a:pt x="2689002" y="2725813"/>
                  </a:lnTo>
                  <a:lnTo>
                    <a:pt x="2689129" y="2725813"/>
                  </a:lnTo>
                  <a:lnTo>
                    <a:pt x="2689255" y="2725813"/>
                  </a:lnTo>
                  <a:lnTo>
                    <a:pt x="2689381" y="2725813"/>
                  </a:lnTo>
                  <a:lnTo>
                    <a:pt x="2689507" y="2725813"/>
                  </a:lnTo>
                  <a:lnTo>
                    <a:pt x="2689634" y="2725813"/>
                  </a:lnTo>
                  <a:lnTo>
                    <a:pt x="2689760" y="2725813"/>
                  </a:lnTo>
                  <a:lnTo>
                    <a:pt x="2689886" y="2725813"/>
                  </a:lnTo>
                  <a:lnTo>
                    <a:pt x="2690012" y="2725813"/>
                  </a:lnTo>
                  <a:lnTo>
                    <a:pt x="2690139" y="2725813"/>
                  </a:lnTo>
                  <a:lnTo>
                    <a:pt x="2690265" y="2725813"/>
                  </a:lnTo>
                  <a:lnTo>
                    <a:pt x="2690391" y="2725813"/>
                  </a:lnTo>
                  <a:lnTo>
                    <a:pt x="2690517" y="2725813"/>
                  </a:lnTo>
                  <a:lnTo>
                    <a:pt x="2690644" y="2725813"/>
                  </a:lnTo>
                  <a:lnTo>
                    <a:pt x="2690770" y="2725813"/>
                  </a:lnTo>
                  <a:lnTo>
                    <a:pt x="2690896" y="2725813"/>
                  </a:lnTo>
                  <a:lnTo>
                    <a:pt x="2691023" y="2725813"/>
                  </a:lnTo>
                  <a:lnTo>
                    <a:pt x="2691149" y="2725813"/>
                  </a:lnTo>
                  <a:lnTo>
                    <a:pt x="2691275" y="2725813"/>
                  </a:lnTo>
                  <a:lnTo>
                    <a:pt x="2691401" y="2725813"/>
                  </a:lnTo>
                  <a:lnTo>
                    <a:pt x="2691528" y="2725813"/>
                  </a:lnTo>
                  <a:lnTo>
                    <a:pt x="2691654" y="2725813"/>
                  </a:lnTo>
                  <a:lnTo>
                    <a:pt x="2691780" y="2725813"/>
                  </a:lnTo>
                  <a:lnTo>
                    <a:pt x="2691906" y="2725813"/>
                  </a:lnTo>
                  <a:lnTo>
                    <a:pt x="2692033" y="2725813"/>
                  </a:lnTo>
                  <a:lnTo>
                    <a:pt x="2692159" y="2725813"/>
                  </a:lnTo>
                  <a:lnTo>
                    <a:pt x="2692285" y="2725813"/>
                  </a:lnTo>
                  <a:lnTo>
                    <a:pt x="2692411" y="2725813"/>
                  </a:lnTo>
                  <a:lnTo>
                    <a:pt x="2692538" y="2725813"/>
                  </a:lnTo>
                  <a:lnTo>
                    <a:pt x="2692664" y="2725813"/>
                  </a:lnTo>
                  <a:lnTo>
                    <a:pt x="2692790" y="2725813"/>
                  </a:lnTo>
                  <a:lnTo>
                    <a:pt x="2692916" y="2725813"/>
                  </a:lnTo>
                  <a:lnTo>
                    <a:pt x="2693043" y="2725813"/>
                  </a:lnTo>
                  <a:lnTo>
                    <a:pt x="2693169" y="2725813"/>
                  </a:lnTo>
                  <a:lnTo>
                    <a:pt x="2693295" y="2725813"/>
                  </a:lnTo>
                  <a:lnTo>
                    <a:pt x="2693421" y="2725813"/>
                  </a:lnTo>
                  <a:lnTo>
                    <a:pt x="2693548" y="2725813"/>
                  </a:lnTo>
                  <a:lnTo>
                    <a:pt x="2693674" y="2725813"/>
                  </a:lnTo>
                  <a:lnTo>
                    <a:pt x="2693800" y="2725813"/>
                  </a:lnTo>
                  <a:lnTo>
                    <a:pt x="2693926" y="2725813"/>
                  </a:lnTo>
                  <a:lnTo>
                    <a:pt x="2694053" y="2725813"/>
                  </a:lnTo>
                  <a:lnTo>
                    <a:pt x="2694179" y="2725813"/>
                  </a:lnTo>
                  <a:lnTo>
                    <a:pt x="2694305" y="2725813"/>
                  </a:lnTo>
                  <a:lnTo>
                    <a:pt x="2694431" y="2725813"/>
                  </a:lnTo>
                  <a:lnTo>
                    <a:pt x="2694558" y="2725813"/>
                  </a:lnTo>
                  <a:lnTo>
                    <a:pt x="2694684" y="2725813"/>
                  </a:lnTo>
                  <a:lnTo>
                    <a:pt x="2694810" y="2725813"/>
                  </a:lnTo>
                  <a:lnTo>
                    <a:pt x="2694936" y="2725813"/>
                  </a:lnTo>
                  <a:lnTo>
                    <a:pt x="2695063" y="2725813"/>
                  </a:lnTo>
                  <a:lnTo>
                    <a:pt x="2695189" y="2725813"/>
                  </a:lnTo>
                  <a:lnTo>
                    <a:pt x="2695315" y="2725813"/>
                  </a:lnTo>
                  <a:lnTo>
                    <a:pt x="2695441" y="2725813"/>
                  </a:lnTo>
                  <a:lnTo>
                    <a:pt x="2695568" y="2725813"/>
                  </a:lnTo>
                  <a:lnTo>
                    <a:pt x="2695694" y="2725813"/>
                  </a:lnTo>
                  <a:lnTo>
                    <a:pt x="2695820" y="2725813"/>
                  </a:lnTo>
                  <a:lnTo>
                    <a:pt x="2695947" y="2725813"/>
                  </a:lnTo>
                  <a:lnTo>
                    <a:pt x="2696073" y="2725813"/>
                  </a:lnTo>
                  <a:lnTo>
                    <a:pt x="2696199" y="2725813"/>
                  </a:lnTo>
                  <a:lnTo>
                    <a:pt x="2696325" y="2725813"/>
                  </a:lnTo>
                  <a:lnTo>
                    <a:pt x="2696452" y="2725813"/>
                  </a:lnTo>
                  <a:lnTo>
                    <a:pt x="2696578" y="2725813"/>
                  </a:lnTo>
                  <a:lnTo>
                    <a:pt x="2696704" y="2725813"/>
                  </a:lnTo>
                  <a:lnTo>
                    <a:pt x="2696830" y="2725813"/>
                  </a:lnTo>
                  <a:lnTo>
                    <a:pt x="2696957" y="2725813"/>
                  </a:lnTo>
                  <a:lnTo>
                    <a:pt x="2697083" y="2725813"/>
                  </a:lnTo>
                  <a:lnTo>
                    <a:pt x="2697209" y="2725813"/>
                  </a:lnTo>
                  <a:lnTo>
                    <a:pt x="2697335" y="2725813"/>
                  </a:lnTo>
                  <a:lnTo>
                    <a:pt x="2697462" y="2725813"/>
                  </a:lnTo>
                  <a:lnTo>
                    <a:pt x="2697588" y="2725813"/>
                  </a:lnTo>
                  <a:lnTo>
                    <a:pt x="2697714" y="2725813"/>
                  </a:lnTo>
                  <a:lnTo>
                    <a:pt x="2697840" y="2725813"/>
                  </a:lnTo>
                  <a:lnTo>
                    <a:pt x="2697967" y="2725813"/>
                  </a:lnTo>
                  <a:lnTo>
                    <a:pt x="2698093" y="2725813"/>
                  </a:lnTo>
                  <a:lnTo>
                    <a:pt x="2698219" y="2725813"/>
                  </a:lnTo>
                  <a:lnTo>
                    <a:pt x="2698345" y="2725813"/>
                  </a:lnTo>
                  <a:lnTo>
                    <a:pt x="2698472" y="2725813"/>
                  </a:lnTo>
                  <a:lnTo>
                    <a:pt x="2698598" y="2725813"/>
                  </a:lnTo>
                  <a:lnTo>
                    <a:pt x="2698724" y="2725813"/>
                  </a:lnTo>
                  <a:lnTo>
                    <a:pt x="2698850" y="2725813"/>
                  </a:lnTo>
                  <a:lnTo>
                    <a:pt x="2698977" y="2725813"/>
                  </a:lnTo>
                  <a:lnTo>
                    <a:pt x="2699103" y="2725813"/>
                  </a:lnTo>
                  <a:lnTo>
                    <a:pt x="2699229" y="2725813"/>
                  </a:lnTo>
                  <a:lnTo>
                    <a:pt x="2699355" y="2725813"/>
                  </a:lnTo>
                  <a:lnTo>
                    <a:pt x="2699482" y="2725813"/>
                  </a:lnTo>
                  <a:lnTo>
                    <a:pt x="2699608" y="2725813"/>
                  </a:lnTo>
                  <a:lnTo>
                    <a:pt x="2699734" y="2725813"/>
                  </a:lnTo>
                  <a:lnTo>
                    <a:pt x="2699860" y="2725813"/>
                  </a:lnTo>
                  <a:lnTo>
                    <a:pt x="2699987" y="2725813"/>
                  </a:lnTo>
                  <a:lnTo>
                    <a:pt x="2700113" y="2725813"/>
                  </a:lnTo>
                  <a:lnTo>
                    <a:pt x="2700239" y="2725813"/>
                  </a:lnTo>
                  <a:lnTo>
                    <a:pt x="2700365" y="2725813"/>
                  </a:lnTo>
                  <a:lnTo>
                    <a:pt x="2700492" y="2725813"/>
                  </a:lnTo>
                  <a:lnTo>
                    <a:pt x="2700618" y="2725813"/>
                  </a:lnTo>
                  <a:lnTo>
                    <a:pt x="2700744" y="2725813"/>
                  </a:lnTo>
                  <a:lnTo>
                    <a:pt x="2700870" y="2725813"/>
                  </a:lnTo>
                  <a:lnTo>
                    <a:pt x="2700997" y="2725813"/>
                  </a:lnTo>
                  <a:lnTo>
                    <a:pt x="2701123" y="2725813"/>
                  </a:lnTo>
                  <a:lnTo>
                    <a:pt x="2701249" y="2725813"/>
                  </a:lnTo>
                  <a:lnTo>
                    <a:pt x="2701376" y="2725813"/>
                  </a:lnTo>
                  <a:lnTo>
                    <a:pt x="2701502" y="2725813"/>
                  </a:lnTo>
                  <a:lnTo>
                    <a:pt x="2701628" y="2725813"/>
                  </a:lnTo>
                  <a:lnTo>
                    <a:pt x="2701754" y="2725813"/>
                  </a:lnTo>
                  <a:lnTo>
                    <a:pt x="2701881" y="2725813"/>
                  </a:lnTo>
                  <a:lnTo>
                    <a:pt x="2702007" y="2725813"/>
                  </a:lnTo>
                  <a:lnTo>
                    <a:pt x="2702133" y="2725813"/>
                  </a:lnTo>
                  <a:lnTo>
                    <a:pt x="2702259" y="2725813"/>
                  </a:lnTo>
                  <a:lnTo>
                    <a:pt x="2702386" y="2725813"/>
                  </a:lnTo>
                  <a:lnTo>
                    <a:pt x="2702512" y="2725813"/>
                  </a:lnTo>
                  <a:lnTo>
                    <a:pt x="2702638" y="2725813"/>
                  </a:lnTo>
                  <a:lnTo>
                    <a:pt x="2702764" y="2725813"/>
                  </a:lnTo>
                  <a:lnTo>
                    <a:pt x="2702891" y="2725813"/>
                  </a:lnTo>
                  <a:lnTo>
                    <a:pt x="2703017" y="2725813"/>
                  </a:lnTo>
                  <a:lnTo>
                    <a:pt x="2703143" y="2725813"/>
                  </a:lnTo>
                  <a:lnTo>
                    <a:pt x="2703269" y="2725813"/>
                  </a:lnTo>
                  <a:lnTo>
                    <a:pt x="2703396" y="2725813"/>
                  </a:lnTo>
                  <a:lnTo>
                    <a:pt x="2703522" y="2725813"/>
                  </a:lnTo>
                  <a:lnTo>
                    <a:pt x="2703648" y="2725813"/>
                  </a:lnTo>
                  <a:lnTo>
                    <a:pt x="2703774" y="2725813"/>
                  </a:lnTo>
                  <a:lnTo>
                    <a:pt x="2703901" y="2725813"/>
                  </a:lnTo>
                  <a:lnTo>
                    <a:pt x="2704027" y="2725813"/>
                  </a:lnTo>
                  <a:lnTo>
                    <a:pt x="2704153" y="2725813"/>
                  </a:lnTo>
                  <a:lnTo>
                    <a:pt x="2704279" y="2725813"/>
                  </a:lnTo>
                  <a:lnTo>
                    <a:pt x="2704406" y="2725813"/>
                  </a:lnTo>
                  <a:lnTo>
                    <a:pt x="2704532" y="2725813"/>
                  </a:lnTo>
                  <a:lnTo>
                    <a:pt x="2704658" y="2725813"/>
                  </a:lnTo>
                  <a:lnTo>
                    <a:pt x="2704784" y="2725813"/>
                  </a:lnTo>
                  <a:lnTo>
                    <a:pt x="2704911" y="2725813"/>
                  </a:lnTo>
                  <a:lnTo>
                    <a:pt x="2705037" y="2725813"/>
                  </a:lnTo>
                  <a:lnTo>
                    <a:pt x="2705163" y="2725813"/>
                  </a:lnTo>
                  <a:lnTo>
                    <a:pt x="2705289" y="2725813"/>
                  </a:lnTo>
                  <a:lnTo>
                    <a:pt x="2705416" y="2725813"/>
                  </a:lnTo>
                  <a:lnTo>
                    <a:pt x="2705542" y="2725813"/>
                  </a:lnTo>
                  <a:lnTo>
                    <a:pt x="2705668" y="2725813"/>
                  </a:lnTo>
                  <a:lnTo>
                    <a:pt x="2705668" y="2720901"/>
                  </a:lnTo>
                  <a:lnTo>
                    <a:pt x="2705794" y="2720901"/>
                  </a:lnTo>
                  <a:lnTo>
                    <a:pt x="2705921" y="2720901"/>
                  </a:lnTo>
                  <a:lnTo>
                    <a:pt x="2706047" y="2720901"/>
                  </a:lnTo>
                  <a:lnTo>
                    <a:pt x="2706173" y="2720901"/>
                  </a:lnTo>
                  <a:lnTo>
                    <a:pt x="2706300" y="2720901"/>
                  </a:lnTo>
                  <a:lnTo>
                    <a:pt x="2706426" y="2720901"/>
                  </a:lnTo>
                  <a:lnTo>
                    <a:pt x="2706552" y="2720901"/>
                  </a:lnTo>
                  <a:lnTo>
                    <a:pt x="2706678" y="2720901"/>
                  </a:lnTo>
                  <a:lnTo>
                    <a:pt x="2706805" y="2720901"/>
                  </a:lnTo>
                  <a:lnTo>
                    <a:pt x="2706931" y="2720901"/>
                  </a:lnTo>
                  <a:lnTo>
                    <a:pt x="2707057" y="2720901"/>
                  </a:lnTo>
                  <a:lnTo>
                    <a:pt x="2707183" y="2720901"/>
                  </a:lnTo>
                  <a:lnTo>
                    <a:pt x="2707310" y="2720901"/>
                  </a:lnTo>
                  <a:lnTo>
                    <a:pt x="2707436" y="2720901"/>
                  </a:lnTo>
                  <a:lnTo>
                    <a:pt x="2707562" y="2720901"/>
                  </a:lnTo>
                  <a:lnTo>
                    <a:pt x="2707688" y="2720901"/>
                  </a:lnTo>
                  <a:lnTo>
                    <a:pt x="2707815" y="2720901"/>
                  </a:lnTo>
                  <a:lnTo>
                    <a:pt x="2707941" y="2720901"/>
                  </a:lnTo>
                  <a:lnTo>
                    <a:pt x="2708067" y="2720901"/>
                  </a:lnTo>
                  <a:lnTo>
                    <a:pt x="2708193" y="2720901"/>
                  </a:lnTo>
                  <a:lnTo>
                    <a:pt x="2708320" y="2720901"/>
                  </a:lnTo>
                  <a:lnTo>
                    <a:pt x="2708446" y="2720901"/>
                  </a:lnTo>
                  <a:lnTo>
                    <a:pt x="2708572" y="2720901"/>
                  </a:lnTo>
                  <a:lnTo>
                    <a:pt x="2708698" y="2720901"/>
                  </a:lnTo>
                  <a:lnTo>
                    <a:pt x="2708825" y="2720901"/>
                  </a:lnTo>
                  <a:lnTo>
                    <a:pt x="2708951" y="2720901"/>
                  </a:lnTo>
                  <a:lnTo>
                    <a:pt x="2709077" y="2720901"/>
                  </a:lnTo>
                  <a:lnTo>
                    <a:pt x="2709203" y="2720901"/>
                  </a:lnTo>
                  <a:lnTo>
                    <a:pt x="2709330" y="2720901"/>
                  </a:lnTo>
                  <a:lnTo>
                    <a:pt x="2709456" y="2720901"/>
                  </a:lnTo>
                  <a:lnTo>
                    <a:pt x="2709582" y="2720901"/>
                  </a:lnTo>
                  <a:lnTo>
                    <a:pt x="2709708" y="2720901"/>
                  </a:lnTo>
                  <a:lnTo>
                    <a:pt x="2709835" y="2720901"/>
                  </a:lnTo>
                  <a:lnTo>
                    <a:pt x="2709961" y="2720901"/>
                  </a:lnTo>
                  <a:lnTo>
                    <a:pt x="2710087" y="2720901"/>
                  </a:lnTo>
                  <a:lnTo>
                    <a:pt x="2710213" y="2720901"/>
                  </a:lnTo>
                  <a:lnTo>
                    <a:pt x="2710340" y="2720901"/>
                  </a:lnTo>
                  <a:lnTo>
                    <a:pt x="2710466" y="2720901"/>
                  </a:lnTo>
                  <a:lnTo>
                    <a:pt x="2710592" y="2720901"/>
                  </a:lnTo>
                  <a:lnTo>
                    <a:pt x="2710718" y="2720901"/>
                  </a:lnTo>
                  <a:lnTo>
                    <a:pt x="2710845" y="2720901"/>
                  </a:lnTo>
                  <a:lnTo>
                    <a:pt x="2710971" y="2720901"/>
                  </a:lnTo>
                  <a:lnTo>
                    <a:pt x="2711097" y="2720901"/>
                  </a:lnTo>
                  <a:lnTo>
                    <a:pt x="2711223" y="2720901"/>
                  </a:lnTo>
                  <a:lnTo>
                    <a:pt x="2711350" y="2720901"/>
                  </a:lnTo>
                  <a:lnTo>
                    <a:pt x="2711476" y="2720901"/>
                  </a:lnTo>
                  <a:lnTo>
                    <a:pt x="2711602" y="2720901"/>
                  </a:lnTo>
                  <a:lnTo>
                    <a:pt x="2711729" y="2720901"/>
                  </a:lnTo>
                  <a:lnTo>
                    <a:pt x="2711855" y="2720901"/>
                  </a:lnTo>
                  <a:lnTo>
                    <a:pt x="2711981" y="2720901"/>
                  </a:lnTo>
                  <a:lnTo>
                    <a:pt x="2712107" y="2720901"/>
                  </a:lnTo>
                  <a:lnTo>
                    <a:pt x="2712234" y="2720901"/>
                  </a:lnTo>
                  <a:lnTo>
                    <a:pt x="2712360" y="2720901"/>
                  </a:lnTo>
                  <a:lnTo>
                    <a:pt x="2712486" y="2720901"/>
                  </a:lnTo>
                  <a:lnTo>
                    <a:pt x="2712612" y="2720901"/>
                  </a:lnTo>
                  <a:lnTo>
                    <a:pt x="2712739" y="2720901"/>
                  </a:lnTo>
                  <a:lnTo>
                    <a:pt x="2712865" y="2720901"/>
                  </a:lnTo>
                  <a:lnTo>
                    <a:pt x="2712991" y="2720901"/>
                  </a:lnTo>
                  <a:lnTo>
                    <a:pt x="2713117" y="2720901"/>
                  </a:lnTo>
                  <a:lnTo>
                    <a:pt x="2713244" y="2720901"/>
                  </a:lnTo>
                  <a:lnTo>
                    <a:pt x="2713370" y="2720901"/>
                  </a:lnTo>
                  <a:lnTo>
                    <a:pt x="2713496" y="2720901"/>
                  </a:lnTo>
                  <a:lnTo>
                    <a:pt x="2713622" y="2720901"/>
                  </a:lnTo>
                  <a:lnTo>
                    <a:pt x="2713749" y="2720901"/>
                  </a:lnTo>
                  <a:lnTo>
                    <a:pt x="2713875" y="2720901"/>
                  </a:lnTo>
                  <a:lnTo>
                    <a:pt x="2714001" y="2720901"/>
                  </a:lnTo>
                  <a:lnTo>
                    <a:pt x="2714127" y="2720901"/>
                  </a:lnTo>
                  <a:lnTo>
                    <a:pt x="2714254" y="2720901"/>
                  </a:lnTo>
                  <a:lnTo>
                    <a:pt x="2714380" y="2720901"/>
                  </a:lnTo>
                  <a:lnTo>
                    <a:pt x="2714506" y="2720901"/>
                  </a:lnTo>
                  <a:lnTo>
                    <a:pt x="2714632" y="2720901"/>
                  </a:lnTo>
                  <a:lnTo>
                    <a:pt x="2714759" y="2720901"/>
                  </a:lnTo>
                  <a:lnTo>
                    <a:pt x="2714885" y="2720901"/>
                  </a:lnTo>
                  <a:lnTo>
                    <a:pt x="2715011" y="2720901"/>
                  </a:lnTo>
                  <a:lnTo>
                    <a:pt x="2715137" y="2720901"/>
                  </a:lnTo>
                  <a:lnTo>
                    <a:pt x="2715264" y="2720901"/>
                  </a:lnTo>
                  <a:lnTo>
                    <a:pt x="2715390" y="2720901"/>
                  </a:lnTo>
                  <a:lnTo>
                    <a:pt x="2715516" y="2720901"/>
                  </a:lnTo>
                  <a:lnTo>
                    <a:pt x="2715642" y="2720901"/>
                  </a:lnTo>
                  <a:lnTo>
                    <a:pt x="2715769" y="2720901"/>
                  </a:lnTo>
                  <a:lnTo>
                    <a:pt x="2715895" y="2720901"/>
                  </a:lnTo>
                  <a:lnTo>
                    <a:pt x="2716021" y="2720901"/>
                  </a:lnTo>
                  <a:lnTo>
                    <a:pt x="2716147" y="2720901"/>
                  </a:lnTo>
                  <a:lnTo>
                    <a:pt x="2716274" y="2720901"/>
                  </a:lnTo>
                  <a:lnTo>
                    <a:pt x="2716400" y="2720901"/>
                  </a:lnTo>
                  <a:lnTo>
                    <a:pt x="2716526" y="2720901"/>
                  </a:lnTo>
                  <a:lnTo>
                    <a:pt x="2716653" y="2720901"/>
                  </a:lnTo>
                  <a:lnTo>
                    <a:pt x="2716779" y="2720901"/>
                  </a:lnTo>
                  <a:lnTo>
                    <a:pt x="2716905" y="2720901"/>
                  </a:lnTo>
                  <a:lnTo>
                    <a:pt x="2717031" y="2720901"/>
                  </a:lnTo>
                  <a:lnTo>
                    <a:pt x="2717158" y="2720901"/>
                  </a:lnTo>
                  <a:lnTo>
                    <a:pt x="2717284" y="2720901"/>
                  </a:lnTo>
                  <a:lnTo>
                    <a:pt x="2717410" y="2720901"/>
                  </a:lnTo>
                  <a:lnTo>
                    <a:pt x="2717536" y="2720901"/>
                  </a:lnTo>
                  <a:lnTo>
                    <a:pt x="2717663" y="2720901"/>
                  </a:lnTo>
                  <a:lnTo>
                    <a:pt x="2717789" y="2720901"/>
                  </a:lnTo>
                  <a:lnTo>
                    <a:pt x="2717915" y="2720901"/>
                  </a:lnTo>
                  <a:lnTo>
                    <a:pt x="2718041" y="2720901"/>
                  </a:lnTo>
                  <a:lnTo>
                    <a:pt x="2718168" y="2720901"/>
                  </a:lnTo>
                  <a:lnTo>
                    <a:pt x="2718294" y="2720901"/>
                  </a:lnTo>
                  <a:lnTo>
                    <a:pt x="2718420" y="2720901"/>
                  </a:lnTo>
                  <a:lnTo>
                    <a:pt x="2718546" y="2720901"/>
                  </a:lnTo>
                  <a:lnTo>
                    <a:pt x="2718673" y="2720901"/>
                  </a:lnTo>
                  <a:lnTo>
                    <a:pt x="2718799" y="2720901"/>
                  </a:lnTo>
                  <a:lnTo>
                    <a:pt x="2718925" y="2720901"/>
                  </a:lnTo>
                  <a:lnTo>
                    <a:pt x="2719051" y="2720901"/>
                  </a:lnTo>
                  <a:lnTo>
                    <a:pt x="2719178" y="2720901"/>
                  </a:lnTo>
                  <a:lnTo>
                    <a:pt x="2719304" y="2720901"/>
                  </a:lnTo>
                  <a:lnTo>
                    <a:pt x="2719304" y="2715990"/>
                  </a:lnTo>
                  <a:lnTo>
                    <a:pt x="2719430" y="2715990"/>
                  </a:lnTo>
                  <a:lnTo>
                    <a:pt x="2719556" y="2715990"/>
                  </a:lnTo>
                  <a:lnTo>
                    <a:pt x="2719683" y="2715990"/>
                  </a:lnTo>
                  <a:lnTo>
                    <a:pt x="2719809" y="2715990"/>
                  </a:lnTo>
                  <a:lnTo>
                    <a:pt x="2719935" y="2715990"/>
                  </a:lnTo>
                  <a:lnTo>
                    <a:pt x="2720061" y="2715990"/>
                  </a:lnTo>
                  <a:lnTo>
                    <a:pt x="2720188" y="2715990"/>
                  </a:lnTo>
                  <a:lnTo>
                    <a:pt x="2720314" y="2715990"/>
                  </a:lnTo>
                  <a:lnTo>
                    <a:pt x="2720440" y="2715990"/>
                  </a:lnTo>
                  <a:lnTo>
                    <a:pt x="2720566" y="2715990"/>
                  </a:lnTo>
                  <a:lnTo>
                    <a:pt x="2720693" y="2715990"/>
                  </a:lnTo>
                  <a:lnTo>
                    <a:pt x="2720819" y="2715990"/>
                  </a:lnTo>
                  <a:lnTo>
                    <a:pt x="2720945" y="2715990"/>
                  </a:lnTo>
                  <a:lnTo>
                    <a:pt x="2721071" y="2715990"/>
                  </a:lnTo>
                  <a:lnTo>
                    <a:pt x="2721198" y="2715990"/>
                  </a:lnTo>
                  <a:lnTo>
                    <a:pt x="2721324" y="2715990"/>
                  </a:lnTo>
                  <a:lnTo>
                    <a:pt x="2721450" y="2715990"/>
                  </a:lnTo>
                  <a:lnTo>
                    <a:pt x="2721576" y="2715990"/>
                  </a:lnTo>
                  <a:lnTo>
                    <a:pt x="2721703" y="2715990"/>
                  </a:lnTo>
                  <a:lnTo>
                    <a:pt x="2721829" y="2715990"/>
                  </a:lnTo>
                  <a:lnTo>
                    <a:pt x="2721955" y="2715990"/>
                  </a:lnTo>
                  <a:lnTo>
                    <a:pt x="2722082" y="2715990"/>
                  </a:lnTo>
                  <a:lnTo>
                    <a:pt x="2722208" y="2715990"/>
                  </a:lnTo>
                  <a:lnTo>
                    <a:pt x="2722334" y="2715990"/>
                  </a:lnTo>
                  <a:lnTo>
                    <a:pt x="2722460" y="2715990"/>
                  </a:lnTo>
                  <a:lnTo>
                    <a:pt x="2722587" y="2715990"/>
                  </a:lnTo>
                  <a:lnTo>
                    <a:pt x="2722713" y="2715990"/>
                  </a:lnTo>
                  <a:lnTo>
                    <a:pt x="2722839" y="2715990"/>
                  </a:lnTo>
                  <a:lnTo>
                    <a:pt x="2722965" y="2715990"/>
                  </a:lnTo>
                  <a:lnTo>
                    <a:pt x="2723092" y="2715990"/>
                  </a:lnTo>
                  <a:lnTo>
                    <a:pt x="2723218" y="2715990"/>
                  </a:lnTo>
                  <a:lnTo>
                    <a:pt x="2723344" y="2715990"/>
                  </a:lnTo>
                  <a:lnTo>
                    <a:pt x="2723470" y="2715990"/>
                  </a:lnTo>
                  <a:lnTo>
                    <a:pt x="2723597" y="2715990"/>
                  </a:lnTo>
                  <a:lnTo>
                    <a:pt x="2723723" y="2715990"/>
                  </a:lnTo>
                  <a:lnTo>
                    <a:pt x="2723849" y="2715990"/>
                  </a:lnTo>
                  <a:lnTo>
                    <a:pt x="2723975" y="2715990"/>
                  </a:lnTo>
                  <a:lnTo>
                    <a:pt x="2724102" y="2715990"/>
                  </a:lnTo>
                  <a:lnTo>
                    <a:pt x="2724228" y="2715990"/>
                  </a:lnTo>
                  <a:lnTo>
                    <a:pt x="2724354" y="2715990"/>
                  </a:lnTo>
                  <a:lnTo>
                    <a:pt x="2724480" y="2715990"/>
                  </a:lnTo>
                  <a:lnTo>
                    <a:pt x="2724607" y="2715990"/>
                  </a:lnTo>
                  <a:lnTo>
                    <a:pt x="2724733" y="2715990"/>
                  </a:lnTo>
                  <a:lnTo>
                    <a:pt x="2724859" y="2715990"/>
                  </a:lnTo>
                  <a:lnTo>
                    <a:pt x="2724985" y="2715990"/>
                  </a:lnTo>
                  <a:lnTo>
                    <a:pt x="2725112" y="2715990"/>
                  </a:lnTo>
                  <a:lnTo>
                    <a:pt x="2725238" y="2715990"/>
                  </a:lnTo>
                  <a:lnTo>
                    <a:pt x="2725364" y="2715990"/>
                  </a:lnTo>
                  <a:lnTo>
                    <a:pt x="2725490" y="2715990"/>
                  </a:lnTo>
                  <a:lnTo>
                    <a:pt x="2725617" y="2715990"/>
                  </a:lnTo>
                  <a:lnTo>
                    <a:pt x="2725743" y="2715990"/>
                  </a:lnTo>
                  <a:lnTo>
                    <a:pt x="2725869" y="2715990"/>
                  </a:lnTo>
                  <a:lnTo>
                    <a:pt x="2725995" y="2715990"/>
                  </a:lnTo>
                  <a:lnTo>
                    <a:pt x="2726122" y="2715990"/>
                  </a:lnTo>
                  <a:lnTo>
                    <a:pt x="2726248" y="2715990"/>
                  </a:lnTo>
                  <a:lnTo>
                    <a:pt x="2726374" y="2715990"/>
                  </a:lnTo>
                  <a:lnTo>
                    <a:pt x="2726500" y="2715990"/>
                  </a:lnTo>
                  <a:lnTo>
                    <a:pt x="2726627" y="2715990"/>
                  </a:lnTo>
                  <a:lnTo>
                    <a:pt x="2726753" y="2715990"/>
                  </a:lnTo>
                  <a:lnTo>
                    <a:pt x="2726879" y="2715990"/>
                  </a:lnTo>
                  <a:lnTo>
                    <a:pt x="2727006" y="2715990"/>
                  </a:lnTo>
                  <a:lnTo>
                    <a:pt x="2727132" y="2715990"/>
                  </a:lnTo>
                  <a:lnTo>
                    <a:pt x="2727258" y="2715990"/>
                  </a:lnTo>
                  <a:lnTo>
                    <a:pt x="2727384" y="2715990"/>
                  </a:lnTo>
                  <a:lnTo>
                    <a:pt x="2727511" y="2715990"/>
                  </a:lnTo>
                  <a:lnTo>
                    <a:pt x="2727637" y="2715990"/>
                  </a:lnTo>
                  <a:lnTo>
                    <a:pt x="2727763" y="2715990"/>
                  </a:lnTo>
                  <a:lnTo>
                    <a:pt x="2727889" y="2715990"/>
                  </a:lnTo>
                  <a:lnTo>
                    <a:pt x="2728016" y="2715990"/>
                  </a:lnTo>
                  <a:lnTo>
                    <a:pt x="2728142" y="2715990"/>
                  </a:lnTo>
                  <a:lnTo>
                    <a:pt x="2728268" y="2715990"/>
                  </a:lnTo>
                  <a:lnTo>
                    <a:pt x="2728394" y="2715990"/>
                  </a:lnTo>
                  <a:lnTo>
                    <a:pt x="2728521" y="2715990"/>
                  </a:lnTo>
                  <a:lnTo>
                    <a:pt x="2728647" y="2715990"/>
                  </a:lnTo>
                  <a:lnTo>
                    <a:pt x="2728773" y="2715990"/>
                  </a:lnTo>
                  <a:lnTo>
                    <a:pt x="2728899" y="2715990"/>
                  </a:lnTo>
                  <a:lnTo>
                    <a:pt x="2729026" y="2715990"/>
                  </a:lnTo>
                  <a:lnTo>
                    <a:pt x="2729152" y="2715990"/>
                  </a:lnTo>
                  <a:lnTo>
                    <a:pt x="2729278" y="2715990"/>
                  </a:lnTo>
                  <a:lnTo>
                    <a:pt x="2729404" y="2715990"/>
                  </a:lnTo>
                  <a:lnTo>
                    <a:pt x="2729531" y="2715990"/>
                  </a:lnTo>
                  <a:lnTo>
                    <a:pt x="2729657" y="2715990"/>
                  </a:lnTo>
                  <a:lnTo>
                    <a:pt x="2729783" y="2715990"/>
                  </a:lnTo>
                  <a:lnTo>
                    <a:pt x="2729909" y="2715990"/>
                  </a:lnTo>
                  <a:lnTo>
                    <a:pt x="2730036" y="2715990"/>
                  </a:lnTo>
                  <a:lnTo>
                    <a:pt x="2730162" y="2715990"/>
                  </a:lnTo>
                  <a:lnTo>
                    <a:pt x="2730288" y="2715990"/>
                  </a:lnTo>
                  <a:lnTo>
                    <a:pt x="2730414" y="2715990"/>
                  </a:lnTo>
                  <a:lnTo>
                    <a:pt x="2730541" y="2715990"/>
                  </a:lnTo>
                  <a:lnTo>
                    <a:pt x="2730667" y="2715990"/>
                  </a:lnTo>
                  <a:lnTo>
                    <a:pt x="2730793" y="2715990"/>
                  </a:lnTo>
                  <a:lnTo>
                    <a:pt x="2730919" y="2715990"/>
                  </a:lnTo>
                  <a:lnTo>
                    <a:pt x="2731046" y="2715990"/>
                  </a:lnTo>
                  <a:lnTo>
                    <a:pt x="2731172" y="2715990"/>
                  </a:lnTo>
                  <a:lnTo>
                    <a:pt x="2731298" y="2715990"/>
                  </a:lnTo>
                  <a:lnTo>
                    <a:pt x="2731424" y="2715990"/>
                  </a:lnTo>
                  <a:lnTo>
                    <a:pt x="2731551" y="2715990"/>
                  </a:lnTo>
                  <a:lnTo>
                    <a:pt x="2731677" y="2715990"/>
                  </a:lnTo>
                  <a:lnTo>
                    <a:pt x="2731803" y="2715990"/>
                  </a:lnTo>
                  <a:lnTo>
                    <a:pt x="2731930" y="2715990"/>
                  </a:lnTo>
                  <a:lnTo>
                    <a:pt x="2732056" y="2715990"/>
                  </a:lnTo>
                  <a:lnTo>
                    <a:pt x="2732182" y="2715990"/>
                  </a:lnTo>
                  <a:lnTo>
                    <a:pt x="2732308" y="2715990"/>
                  </a:lnTo>
                  <a:lnTo>
                    <a:pt x="2732435" y="2715990"/>
                  </a:lnTo>
                  <a:lnTo>
                    <a:pt x="2732561" y="2715990"/>
                  </a:lnTo>
                  <a:lnTo>
                    <a:pt x="2732687" y="2715990"/>
                  </a:lnTo>
                  <a:lnTo>
                    <a:pt x="2732813" y="2715990"/>
                  </a:lnTo>
                  <a:lnTo>
                    <a:pt x="2732940" y="2715990"/>
                  </a:lnTo>
                  <a:lnTo>
                    <a:pt x="2733066" y="2715990"/>
                  </a:lnTo>
                  <a:lnTo>
                    <a:pt x="2733192" y="2715990"/>
                  </a:lnTo>
                  <a:lnTo>
                    <a:pt x="2733318" y="2715990"/>
                  </a:lnTo>
                  <a:lnTo>
                    <a:pt x="2733445" y="2715990"/>
                  </a:lnTo>
                  <a:lnTo>
                    <a:pt x="2733571" y="2715990"/>
                  </a:lnTo>
                  <a:lnTo>
                    <a:pt x="2733697" y="2715990"/>
                  </a:lnTo>
                  <a:lnTo>
                    <a:pt x="2733823" y="2715990"/>
                  </a:lnTo>
                  <a:lnTo>
                    <a:pt x="2733950" y="2715990"/>
                  </a:lnTo>
                  <a:lnTo>
                    <a:pt x="2734076" y="2715990"/>
                  </a:lnTo>
                  <a:lnTo>
                    <a:pt x="2734202" y="2715990"/>
                  </a:lnTo>
                  <a:lnTo>
                    <a:pt x="2734328" y="2715990"/>
                  </a:lnTo>
                  <a:lnTo>
                    <a:pt x="2734455" y="2715990"/>
                  </a:lnTo>
                  <a:lnTo>
                    <a:pt x="2734581" y="2715990"/>
                  </a:lnTo>
                  <a:lnTo>
                    <a:pt x="2734707" y="2715990"/>
                  </a:lnTo>
                  <a:lnTo>
                    <a:pt x="2734833" y="2715990"/>
                  </a:lnTo>
                  <a:lnTo>
                    <a:pt x="2734960" y="2715990"/>
                  </a:lnTo>
                  <a:lnTo>
                    <a:pt x="2735086" y="2715990"/>
                  </a:lnTo>
                  <a:lnTo>
                    <a:pt x="2735212" y="2715990"/>
                  </a:lnTo>
                  <a:lnTo>
                    <a:pt x="2735338" y="2715990"/>
                  </a:lnTo>
                  <a:lnTo>
                    <a:pt x="2735465" y="2715990"/>
                  </a:lnTo>
                  <a:lnTo>
                    <a:pt x="2735591" y="2715990"/>
                  </a:lnTo>
                  <a:lnTo>
                    <a:pt x="2735717" y="2715990"/>
                  </a:lnTo>
                  <a:lnTo>
                    <a:pt x="2735843" y="2715990"/>
                  </a:lnTo>
                  <a:lnTo>
                    <a:pt x="2735970" y="2715990"/>
                  </a:lnTo>
                  <a:lnTo>
                    <a:pt x="2736096" y="2715990"/>
                  </a:lnTo>
                  <a:lnTo>
                    <a:pt x="2736222" y="2715990"/>
                  </a:lnTo>
                  <a:lnTo>
                    <a:pt x="2736348" y="2715990"/>
                  </a:lnTo>
                  <a:lnTo>
                    <a:pt x="2736475" y="2715990"/>
                  </a:lnTo>
                  <a:lnTo>
                    <a:pt x="2736601" y="2715990"/>
                  </a:lnTo>
                  <a:lnTo>
                    <a:pt x="2736727" y="2715990"/>
                  </a:lnTo>
                  <a:lnTo>
                    <a:pt x="2736853" y="2715990"/>
                  </a:lnTo>
                  <a:lnTo>
                    <a:pt x="2736980" y="2715990"/>
                  </a:lnTo>
                  <a:lnTo>
                    <a:pt x="2737106" y="2715990"/>
                  </a:lnTo>
                  <a:lnTo>
                    <a:pt x="2737232" y="2715990"/>
                  </a:lnTo>
                  <a:lnTo>
                    <a:pt x="2737359" y="2715990"/>
                  </a:lnTo>
                  <a:lnTo>
                    <a:pt x="2737485" y="2715990"/>
                  </a:lnTo>
                  <a:lnTo>
                    <a:pt x="2737611" y="2715990"/>
                  </a:lnTo>
                  <a:lnTo>
                    <a:pt x="2737737" y="2715990"/>
                  </a:lnTo>
                  <a:lnTo>
                    <a:pt x="2737864" y="2715990"/>
                  </a:lnTo>
                  <a:lnTo>
                    <a:pt x="2737990" y="2715990"/>
                  </a:lnTo>
                  <a:lnTo>
                    <a:pt x="2738116" y="2715990"/>
                  </a:lnTo>
                  <a:lnTo>
                    <a:pt x="2738242" y="2715990"/>
                  </a:lnTo>
                  <a:lnTo>
                    <a:pt x="2738369" y="2715990"/>
                  </a:lnTo>
                  <a:lnTo>
                    <a:pt x="2738369" y="2711078"/>
                  </a:lnTo>
                  <a:lnTo>
                    <a:pt x="2738495" y="2711078"/>
                  </a:lnTo>
                  <a:lnTo>
                    <a:pt x="2738621" y="2711078"/>
                  </a:lnTo>
                  <a:lnTo>
                    <a:pt x="2738747" y="2711078"/>
                  </a:lnTo>
                  <a:lnTo>
                    <a:pt x="2738874" y="2711078"/>
                  </a:lnTo>
                  <a:lnTo>
                    <a:pt x="2739000" y="2711078"/>
                  </a:lnTo>
                  <a:lnTo>
                    <a:pt x="2739000" y="2706167"/>
                  </a:lnTo>
                  <a:lnTo>
                    <a:pt x="2739126" y="2706167"/>
                  </a:lnTo>
                  <a:lnTo>
                    <a:pt x="2739252" y="2706167"/>
                  </a:lnTo>
                  <a:lnTo>
                    <a:pt x="2739379" y="2706167"/>
                  </a:lnTo>
                  <a:lnTo>
                    <a:pt x="2739505" y="2706167"/>
                  </a:lnTo>
                  <a:lnTo>
                    <a:pt x="2739631" y="2706167"/>
                  </a:lnTo>
                  <a:lnTo>
                    <a:pt x="2739757" y="2706167"/>
                  </a:lnTo>
                  <a:lnTo>
                    <a:pt x="2739884" y="2706167"/>
                  </a:lnTo>
                  <a:lnTo>
                    <a:pt x="2740010" y="2706167"/>
                  </a:lnTo>
                  <a:lnTo>
                    <a:pt x="2740136" y="2706167"/>
                  </a:lnTo>
                  <a:lnTo>
                    <a:pt x="2740262" y="2706167"/>
                  </a:lnTo>
                  <a:lnTo>
                    <a:pt x="2740389" y="2706167"/>
                  </a:lnTo>
                  <a:lnTo>
                    <a:pt x="2740515" y="2706167"/>
                  </a:lnTo>
                  <a:lnTo>
                    <a:pt x="2740641" y="2706167"/>
                  </a:lnTo>
                  <a:lnTo>
                    <a:pt x="2740767" y="2706167"/>
                  </a:lnTo>
                  <a:lnTo>
                    <a:pt x="2740894" y="2706167"/>
                  </a:lnTo>
                  <a:lnTo>
                    <a:pt x="2741020" y="2706167"/>
                  </a:lnTo>
                  <a:lnTo>
                    <a:pt x="2741146" y="2706167"/>
                  </a:lnTo>
                  <a:lnTo>
                    <a:pt x="2741272" y="2706167"/>
                  </a:lnTo>
                  <a:lnTo>
                    <a:pt x="2741399" y="2706167"/>
                  </a:lnTo>
                  <a:lnTo>
                    <a:pt x="2741525" y="2706167"/>
                  </a:lnTo>
                  <a:lnTo>
                    <a:pt x="2741651" y="2706167"/>
                  </a:lnTo>
                  <a:lnTo>
                    <a:pt x="2741777" y="2706167"/>
                  </a:lnTo>
                  <a:lnTo>
                    <a:pt x="2741904" y="2706167"/>
                  </a:lnTo>
                  <a:lnTo>
                    <a:pt x="2742030" y="2706167"/>
                  </a:lnTo>
                  <a:lnTo>
                    <a:pt x="2742156" y="2706167"/>
                  </a:lnTo>
                  <a:lnTo>
                    <a:pt x="2742283" y="2706167"/>
                  </a:lnTo>
                  <a:lnTo>
                    <a:pt x="2742409" y="2706167"/>
                  </a:lnTo>
                  <a:lnTo>
                    <a:pt x="2742535" y="2706167"/>
                  </a:lnTo>
                  <a:lnTo>
                    <a:pt x="2742661" y="2706167"/>
                  </a:lnTo>
                  <a:lnTo>
                    <a:pt x="2742788" y="2706167"/>
                  </a:lnTo>
                  <a:lnTo>
                    <a:pt x="2742914" y="2706167"/>
                  </a:lnTo>
                  <a:lnTo>
                    <a:pt x="2743040" y="2706167"/>
                  </a:lnTo>
                  <a:lnTo>
                    <a:pt x="2743166" y="2706167"/>
                  </a:lnTo>
                  <a:lnTo>
                    <a:pt x="2743293" y="2706167"/>
                  </a:lnTo>
                  <a:lnTo>
                    <a:pt x="2743419" y="2706167"/>
                  </a:lnTo>
                  <a:lnTo>
                    <a:pt x="2743545" y="2706167"/>
                  </a:lnTo>
                  <a:lnTo>
                    <a:pt x="2743671" y="2706167"/>
                  </a:lnTo>
                  <a:lnTo>
                    <a:pt x="2743798" y="2706167"/>
                  </a:lnTo>
                  <a:lnTo>
                    <a:pt x="2743924" y="2706167"/>
                  </a:lnTo>
                  <a:lnTo>
                    <a:pt x="2744050" y="2706167"/>
                  </a:lnTo>
                  <a:lnTo>
                    <a:pt x="2744176" y="2706167"/>
                  </a:lnTo>
                  <a:lnTo>
                    <a:pt x="2744303" y="2706167"/>
                  </a:lnTo>
                  <a:lnTo>
                    <a:pt x="2744429" y="2706167"/>
                  </a:lnTo>
                  <a:lnTo>
                    <a:pt x="2744555" y="2706167"/>
                  </a:lnTo>
                  <a:lnTo>
                    <a:pt x="2744555" y="2701256"/>
                  </a:lnTo>
                  <a:lnTo>
                    <a:pt x="2744681" y="2701256"/>
                  </a:lnTo>
                  <a:lnTo>
                    <a:pt x="2744808" y="2701256"/>
                  </a:lnTo>
                  <a:lnTo>
                    <a:pt x="2744934" y="2701256"/>
                  </a:lnTo>
                  <a:lnTo>
                    <a:pt x="2745060" y="2701256"/>
                  </a:lnTo>
                  <a:lnTo>
                    <a:pt x="2745186" y="2701256"/>
                  </a:lnTo>
                  <a:lnTo>
                    <a:pt x="2745313" y="2701256"/>
                  </a:lnTo>
                  <a:lnTo>
                    <a:pt x="2745439" y="2701256"/>
                  </a:lnTo>
                  <a:lnTo>
                    <a:pt x="2745565" y="2701256"/>
                  </a:lnTo>
                  <a:lnTo>
                    <a:pt x="2745691" y="2701256"/>
                  </a:lnTo>
                  <a:lnTo>
                    <a:pt x="2745818" y="2701256"/>
                  </a:lnTo>
                  <a:lnTo>
                    <a:pt x="2745944" y="2701256"/>
                  </a:lnTo>
                  <a:lnTo>
                    <a:pt x="2746070" y="2701256"/>
                  </a:lnTo>
                  <a:lnTo>
                    <a:pt x="2746196" y="2701256"/>
                  </a:lnTo>
                  <a:lnTo>
                    <a:pt x="2746323" y="2701256"/>
                  </a:lnTo>
                  <a:lnTo>
                    <a:pt x="2746449" y="2701256"/>
                  </a:lnTo>
                  <a:lnTo>
                    <a:pt x="2746575" y="2701256"/>
                  </a:lnTo>
                  <a:lnTo>
                    <a:pt x="2746701" y="2701256"/>
                  </a:lnTo>
                  <a:lnTo>
                    <a:pt x="2746828" y="2701256"/>
                  </a:lnTo>
                  <a:lnTo>
                    <a:pt x="2746954" y="2701256"/>
                  </a:lnTo>
                  <a:lnTo>
                    <a:pt x="2747080" y="2701256"/>
                  </a:lnTo>
                  <a:lnTo>
                    <a:pt x="2747206" y="2701256"/>
                  </a:lnTo>
                  <a:lnTo>
                    <a:pt x="2747333" y="2701256"/>
                  </a:lnTo>
                  <a:lnTo>
                    <a:pt x="2747459" y="2701256"/>
                  </a:lnTo>
                  <a:lnTo>
                    <a:pt x="2747585" y="2701256"/>
                  </a:lnTo>
                  <a:lnTo>
                    <a:pt x="2747712" y="2701256"/>
                  </a:lnTo>
                  <a:lnTo>
                    <a:pt x="2747838" y="2701256"/>
                  </a:lnTo>
                  <a:lnTo>
                    <a:pt x="2747964" y="2701256"/>
                  </a:lnTo>
                  <a:lnTo>
                    <a:pt x="2748090" y="2701256"/>
                  </a:lnTo>
                  <a:lnTo>
                    <a:pt x="2748217" y="2701256"/>
                  </a:lnTo>
                  <a:lnTo>
                    <a:pt x="2748343" y="2701256"/>
                  </a:lnTo>
                  <a:lnTo>
                    <a:pt x="2748469" y="2701256"/>
                  </a:lnTo>
                  <a:lnTo>
                    <a:pt x="2748595" y="2701256"/>
                  </a:lnTo>
                  <a:lnTo>
                    <a:pt x="2748722" y="2701256"/>
                  </a:lnTo>
                  <a:lnTo>
                    <a:pt x="2748848" y="2701256"/>
                  </a:lnTo>
                  <a:lnTo>
                    <a:pt x="2748848" y="2696344"/>
                  </a:lnTo>
                  <a:lnTo>
                    <a:pt x="2748974" y="2696344"/>
                  </a:lnTo>
                  <a:lnTo>
                    <a:pt x="2749100" y="2696344"/>
                  </a:lnTo>
                  <a:lnTo>
                    <a:pt x="2749227" y="2696344"/>
                  </a:lnTo>
                  <a:lnTo>
                    <a:pt x="2749353" y="2696344"/>
                  </a:lnTo>
                  <a:lnTo>
                    <a:pt x="2749479" y="2696344"/>
                  </a:lnTo>
                  <a:lnTo>
                    <a:pt x="2749605" y="2696344"/>
                  </a:lnTo>
                  <a:lnTo>
                    <a:pt x="2749732" y="2696344"/>
                  </a:lnTo>
                  <a:lnTo>
                    <a:pt x="2749858" y="2696344"/>
                  </a:lnTo>
                  <a:lnTo>
                    <a:pt x="2749984" y="2696344"/>
                  </a:lnTo>
                  <a:lnTo>
                    <a:pt x="2750110" y="2696344"/>
                  </a:lnTo>
                  <a:lnTo>
                    <a:pt x="2750237" y="2696344"/>
                  </a:lnTo>
                  <a:lnTo>
                    <a:pt x="2750363" y="2696344"/>
                  </a:lnTo>
                  <a:lnTo>
                    <a:pt x="2750489" y="2696344"/>
                  </a:lnTo>
                  <a:lnTo>
                    <a:pt x="2750489" y="2691433"/>
                  </a:lnTo>
                  <a:lnTo>
                    <a:pt x="2750615" y="2691433"/>
                  </a:lnTo>
                  <a:lnTo>
                    <a:pt x="2750742" y="2691433"/>
                  </a:lnTo>
                  <a:lnTo>
                    <a:pt x="2750868" y="2691433"/>
                  </a:lnTo>
                  <a:lnTo>
                    <a:pt x="2750994" y="2691433"/>
                  </a:lnTo>
                  <a:lnTo>
                    <a:pt x="2751120" y="2691433"/>
                  </a:lnTo>
                  <a:lnTo>
                    <a:pt x="2751247" y="2691433"/>
                  </a:lnTo>
                  <a:lnTo>
                    <a:pt x="2751373" y="2691433"/>
                  </a:lnTo>
                  <a:lnTo>
                    <a:pt x="2751499" y="2691433"/>
                  </a:lnTo>
                  <a:lnTo>
                    <a:pt x="2751499" y="2686522"/>
                  </a:lnTo>
                  <a:lnTo>
                    <a:pt x="2751625" y="2686522"/>
                  </a:lnTo>
                  <a:lnTo>
                    <a:pt x="2751752" y="2686522"/>
                  </a:lnTo>
                  <a:lnTo>
                    <a:pt x="2751878" y="2686522"/>
                  </a:lnTo>
                  <a:lnTo>
                    <a:pt x="2752004" y="2686522"/>
                  </a:lnTo>
                  <a:lnTo>
                    <a:pt x="2752130" y="2686522"/>
                  </a:lnTo>
                  <a:lnTo>
                    <a:pt x="2752257" y="2686522"/>
                  </a:lnTo>
                  <a:lnTo>
                    <a:pt x="2752383" y="2686522"/>
                  </a:lnTo>
                  <a:lnTo>
                    <a:pt x="2752509" y="2686522"/>
                  </a:lnTo>
                  <a:lnTo>
                    <a:pt x="2752636" y="2686522"/>
                  </a:lnTo>
                  <a:lnTo>
                    <a:pt x="2752762" y="2686522"/>
                  </a:lnTo>
                  <a:lnTo>
                    <a:pt x="2752888" y="2686522"/>
                  </a:lnTo>
                  <a:lnTo>
                    <a:pt x="2753014" y="2686522"/>
                  </a:lnTo>
                  <a:lnTo>
                    <a:pt x="2753141" y="2686522"/>
                  </a:lnTo>
                  <a:lnTo>
                    <a:pt x="2753267" y="2686522"/>
                  </a:lnTo>
                  <a:lnTo>
                    <a:pt x="2753393" y="2686522"/>
                  </a:lnTo>
                  <a:lnTo>
                    <a:pt x="2753519" y="2686522"/>
                  </a:lnTo>
                  <a:lnTo>
                    <a:pt x="2753646" y="2686522"/>
                  </a:lnTo>
                  <a:lnTo>
                    <a:pt x="2753772" y="2686522"/>
                  </a:lnTo>
                  <a:lnTo>
                    <a:pt x="2753898" y="2686522"/>
                  </a:lnTo>
                  <a:lnTo>
                    <a:pt x="2754024" y="2686522"/>
                  </a:lnTo>
                  <a:lnTo>
                    <a:pt x="2754151" y="2686522"/>
                  </a:lnTo>
                  <a:lnTo>
                    <a:pt x="2754277" y="2686522"/>
                  </a:lnTo>
                  <a:lnTo>
                    <a:pt x="2754403" y="2686522"/>
                  </a:lnTo>
                  <a:lnTo>
                    <a:pt x="2754529" y="2686522"/>
                  </a:lnTo>
                  <a:lnTo>
                    <a:pt x="2754656" y="2686522"/>
                  </a:lnTo>
                  <a:lnTo>
                    <a:pt x="2754782" y="2686522"/>
                  </a:lnTo>
                  <a:lnTo>
                    <a:pt x="2754908" y="2686522"/>
                  </a:lnTo>
                  <a:lnTo>
                    <a:pt x="2755034" y="2686522"/>
                  </a:lnTo>
                  <a:lnTo>
                    <a:pt x="2755161" y="2686522"/>
                  </a:lnTo>
                  <a:lnTo>
                    <a:pt x="2755287" y="2686522"/>
                  </a:lnTo>
                  <a:lnTo>
                    <a:pt x="2755413" y="2686522"/>
                  </a:lnTo>
                  <a:lnTo>
                    <a:pt x="2755539" y="2686522"/>
                  </a:lnTo>
                  <a:lnTo>
                    <a:pt x="2755666" y="2686522"/>
                  </a:lnTo>
                  <a:lnTo>
                    <a:pt x="2755792" y="2686522"/>
                  </a:lnTo>
                  <a:lnTo>
                    <a:pt x="2755918" y="2686522"/>
                  </a:lnTo>
                  <a:lnTo>
                    <a:pt x="2756044" y="2686522"/>
                  </a:lnTo>
                  <a:lnTo>
                    <a:pt x="2756171" y="2686522"/>
                  </a:lnTo>
                  <a:lnTo>
                    <a:pt x="2756297" y="2686522"/>
                  </a:lnTo>
                  <a:lnTo>
                    <a:pt x="2756423" y="2686522"/>
                  </a:lnTo>
                  <a:lnTo>
                    <a:pt x="2756549" y="2686522"/>
                  </a:lnTo>
                  <a:lnTo>
                    <a:pt x="2756676" y="2686522"/>
                  </a:lnTo>
                  <a:lnTo>
                    <a:pt x="2756802" y="2686522"/>
                  </a:lnTo>
                  <a:lnTo>
                    <a:pt x="2756928" y="2686522"/>
                  </a:lnTo>
                  <a:lnTo>
                    <a:pt x="2757054" y="2686522"/>
                  </a:lnTo>
                  <a:lnTo>
                    <a:pt x="2757054" y="2681610"/>
                  </a:lnTo>
                  <a:lnTo>
                    <a:pt x="2757181" y="2681610"/>
                  </a:lnTo>
                  <a:lnTo>
                    <a:pt x="2757307" y="2681610"/>
                  </a:lnTo>
                  <a:lnTo>
                    <a:pt x="2757433" y="2681610"/>
                  </a:lnTo>
                  <a:lnTo>
                    <a:pt x="2757559" y="2681610"/>
                  </a:lnTo>
                  <a:lnTo>
                    <a:pt x="2757686" y="2681610"/>
                  </a:lnTo>
                  <a:lnTo>
                    <a:pt x="2757812" y="2681610"/>
                  </a:lnTo>
                  <a:lnTo>
                    <a:pt x="2757938" y="2681610"/>
                  </a:lnTo>
                  <a:lnTo>
                    <a:pt x="2757938" y="2676699"/>
                  </a:lnTo>
                  <a:lnTo>
                    <a:pt x="2758065" y="2676699"/>
                  </a:lnTo>
                  <a:lnTo>
                    <a:pt x="2758191" y="2676699"/>
                  </a:lnTo>
                  <a:lnTo>
                    <a:pt x="2758317" y="2676699"/>
                  </a:lnTo>
                  <a:lnTo>
                    <a:pt x="2758443" y="2676699"/>
                  </a:lnTo>
                  <a:lnTo>
                    <a:pt x="2758570" y="2676699"/>
                  </a:lnTo>
                  <a:lnTo>
                    <a:pt x="2758696" y="2676699"/>
                  </a:lnTo>
                  <a:lnTo>
                    <a:pt x="2758822" y="2676699"/>
                  </a:lnTo>
                  <a:lnTo>
                    <a:pt x="2758948" y="2676699"/>
                  </a:lnTo>
                  <a:lnTo>
                    <a:pt x="2759075" y="2676699"/>
                  </a:lnTo>
                  <a:lnTo>
                    <a:pt x="2759201" y="2676699"/>
                  </a:lnTo>
                  <a:lnTo>
                    <a:pt x="2759201" y="2671787"/>
                  </a:lnTo>
                  <a:lnTo>
                    <a:pt x="2759327" y="2671787"/>
                  </a:lnTo>
                  <a:lnTo>
                    <a:pt x="2759453" y="2671787"/>
                  </a:lnTo>
                  <a:lnTo>
                    <a:pt x="2759580" y="2671787"/>
                  </a:lnTo>
                  <a:lnTo>
                    <a:pt x="2759706" y="2671787"/>
                  </a:lnTo>
                  <a:lnTo>
                    <a:pt x="2759832" y="2671787"/>
                  </a:lnTo>
                  <a:lnTo>
                    <a:pt x="2759832" y="2666876"/>
                  </a:lnTo>
                  <a:lnTo>
                    <a:pt x="2759958" y="2666876"/>
                  </a:lnTo>
                  <a:lnTo>
                    <a:pt x="2760085" y="2666876"/>
                  </a:lnTo>
                  <a:lnTo>
                    <a:pt x="2760211" y="2666876"/>
                  </a:lnTo>
                  <a:lnTo>
                    <a:pt x="2760337" y="2666876"/>
                  </a:lnTo>
                  <a:lnTo>
                    <a:pt x="2760463" y="2666876"/>
                  </a:lnTo>
                  <a:lnTo>
                    <a:pt x="2760590" y="2666876"/>
                  </a:lnTo>
                  <a:lnTo>
                    <a:pt x="2760716" y="2666876"/>
                  </a:lnTo>
                  <a:lnTo>
                    <a:pt x="2760842" y="2666876"/>
                  </a:lnTo>
                  <a:lnTo>
                    <a:pt x="2760968" y="2666876"/>
                  </a:lnTo>
                  <a:lnTo>
                    <a:pt x="2761095" y="2666876"/>
                  </a:lnTo>
                  <a:lnTo>
                    <a:pt x="2761221" y="2666876"/>
                  </a:lnTo>
                  <a:lnTo>
                    <a:pt x="2761347" y="2666876"/>
                  </a:lnTo>
                  <a:lnTo>
                    <a:pt x="2761473" y="2666876"/>
                  </a:lnTo>
                  <a:lnTo>
                    <a:pt x="2761600" y="2666876"/>
                  </a:lnTo>
                  <a:lnTo>
                    <a:pt x="2761726" y="2666876"/>
                  </a:lnTo>
                  <a:lnTo>
                    <a:pt x="2761852" y="2666876"/>
                  </a:lnTo>
                  <a:lnTo>
                    <a:pt x="2761978" y="2666876"/>
                  </a:lnTo>
                  <a:lnTo>
                    <a:pt x="2762105" y="2666876"/>
                  </a:lnTo>
                  <a:lnTo>
                    <a:pt x="2762231" y="2666876"/>
                  </a:lnTo>
                  <a:lnTo>
                    <a:pt x="2762357" y="2666876"/>
                  </a:lnTo>
                  <a:lnTo>
                    <a:pt x="2762483" y="2666876"/>
                  </a:lnTo>
                  <a:lnTo>
                    <a:pt x="2762610" y="2666876"/>
                  </a:lnTo>
                  <a:lnTo>
                    <a:pt x="2762736" y="2666876"/>
                  </a:lnTo>
                  <a:lnTo>
                    <a:pt x="2762862" y="2666876"/>
                  </a:lnTo>
                  <a:lnTo>
                    <a:pt x="2762989" y="2666876"/>
                  </a:lnTo>
                  <a:lnTo>
                    <a:pt x="2763115" y="2666876"/>
                  </a:lnTo>
                  <a:lnTo>
                    <a:pt x="2763241" y="2666876"/>
                  </a:lnTo>
                  <a:lnTo>
                    <a:pt x="2763367" y="2666876"/>
                  </a:lnTo>
                  <a:lnTo>
                    <a:pt x="2763494" y="2666876"/>
                  </a:lnTo>
                  <a:lnTo>
                    <a:pt x="2763620" y="2666876"/>
                  </a:lnTo>
                  <a:lnTo>
                    <a:pt x="2763746" y="2666876"/>
                  </a:lnTo>
                  <a:lnTo>
                    <a:pt x="2763872" y="2666876"/>
                  </a:lnTo>
                  <a:lnTo>
                    <a:pt x="2763999" y="2666876"/>
                  </a:lnTo>
                  <a:lnTo>
                    <a:pt x="2764125" y="2666876"/>
                  </a:lnTo>
                  <a:lnTo>
                    <a:pt x="2764251" y="2666876"/>
                  </a:lnTo>
                  <a:lnTo>
                    <a:pt x="2764377" y="2666876"/>
                  </a:lnTo>
                  <a:lnTo>
                    <a:pt x="2764504" y="2666876"/>
                  </a:lnTo>
                  <a:lnTo>
                    <a:pt x="2764630" y="2666876"/>
                  </a:lnTo>
                  <a:lnTo>
                    <a:pt x="2764756" y="2666876"/>
                  </a:lnTo>
                  <a:lnTo>
                    <a:pt x="2764882" y="2666876"/>
                  </a:lnTo>
                  <a:lnTo>
                    <a:pt x="2765009" y="2666876"/>
                  </a:lnTo>
                  <a:lnTo>
                    <a:pt x="2765135" y="2666876"/>
                  </a:lnTo>
                  <a:lnTo>
                    <a:pt x="2765261" y="2666876"/>
                  </a:lnTo>
                  <a:lnTo>
                    <a:pt x="2765387" y="2666876"/>
                  </a:lnTo>
                  <a:lnTo>
                    <a:pt x="2765514" y="2666876"/>
                  </a:lnTo>
                  <a:lnTo>
                    <a:pt x="2765640" y="2666876"/>
                  </a:lnTo>
                  <a:lnTo>
                    <a:pt x="2765766" y="2666876"/>
                  </a:lnTo>
                  <a:lnTo>
                    <a:pt x="2765892" y="2666876"/>
                  </a:lnTo>
                  <a:lnTo>
                    <a:pt x="2765892" y="2661965"/>
                  </a:lnTo>
                  <a:lnTo>
                    <a:pt x="2766019" y="2661965"/>
                  </a:lnTo>
                  <a:lnTo>
                    <a:pt x="2766145" y="2661965"/>
                  </a:lnTo>
                  <a:lnTo>
                    <a:pt x="2766271" y="2661965"/>
                  </a:lnTo>
                  <a:lnTo>
                    <a:pt x="2766397" y="2661965"/>
                  </a:lnTo>
                  <a:lnTo>
                    <a:pt x="2766524" y="2661965"/>
                  </a:lnTo>
                  <a:lnTo>
                    <a:pt x="2766650" y="2661965"/>
                  </a:lnTo>
                  <a:lnTo>
                    <a:pt x="2766776" y="2661965"/>
                  </a:lnTo>
                  <a:lnTo>
                    <a:pt x="2766902" y="2661965"/>
                  </a:lnTo>
                  <a:lnTo>
                    <a:pt x="2767029" y="2661965"/>
                  </a:lnTo>
                  <a:lnTo>
                    <a:pt x="2767029" y="2657053"/>
                  </a:lnTo>
                  <a:lnTo>
                    <a:pt x="2767155" y="2657053"/>
                  </a:lnTo>
                  <a:lnTo>
                    <a:pt x="2767281" y="2657053"/>
                  </a:lnTo>
                  <a:lnTo>
                    <a:pt x="2767407" y="2657053"/>
                  </a:lnTo>
                  <a:lnTo>
                    <a:pt x="2767534" y="2657053"/>
                  </a:lnTo>
                  <a:lnTo>
                    <a:pt x="2767660" y="2657053"/>
                  </a:lnTo>
                  <a:lnTo>
                    <a:pt x="2767786" y="2657053"/>
                  </a:lnTo>
                  <a:lnTo>
                    <a:pt x="2767912" y="2657053"/>
                  </a:lnTo>
                  <a:lnTo>
                    <a:pt x="2768039" y="2657053"/>
                  </a:lnTo>
                  <a:lnTo>
                    <a:pt x="2768165" y="2657053"/>
                  </a:lnTo>
                  <a:lnTo>
                    <a:pt x="2768291" y="2657053"/>
                  </a:lnTo>
                  <a:lnTo>
                    <a:pt x="2768418" y="2657053"/>
                  </a:lnTo>
                  <a:lnTo>
                    <a:pt x="2768544" y="2657053"/>
                  </a:lnTo>
                  <a:lnTo>
                    <a:pt x="2768670" y="2657053"/>
                  </a:lnTo>
                  <a:lnTo>
                    <a:pt x="2768796" y="2657053"/>
                  </a:lnTo>
                  <a:lnTo>
                    <a:pt x="2768923" y="2657053"/>
                  </a:lnTo>
                  <a:lnTo>
                    <a:pt x="2768923" y="2652142"/>
                  </a:lnTo>
                  <a:lnTo>
                    <a:pt x="2769049" y="2652142"/>
                  </a:lnTo>
                  <a:lnTo>
                    <a:pt x="2769175" y="2652142"/>
                  </a:lnTo>
                  <a:lnTo>
                    <a:pt x="2769301" y="2652142"/>
                  </a:lnTo>
                  <a:lnTo>
                    <a:pt x="2769428" y="2652142"/>
                  </a:lnTo>
                  <a:lnTo>
                    <a:pt x="2769554" y="2652142"/>
                  </a:lnTo>
                  <a:lnTo>
                    <a:pt x="2769680" y="2652142"/>
                  </a:lnTo>
                  <a:lnTo>
                    <a:pt x="2769806" y="2652142"/>
                  </a:lnTo>
                  <a:lnTo>
                    <a:pt x="2769933" y="2652142"/>
                  </a:lnTo>
                  <a:lnTo>
                    <a:pt x="2770059" y="2652142"/>
                  </a:lnTo>
                  <a:lnTo>
                    <a:pt x="2770185" y="2652142"/>
                  </a:lnTo>
                  <a:lnTo>
                    <a:pt x="2770311" y="2652142"/>
                  </a:lnTo>
                  <a:lnTo>
                    <a:pt x="2770438" y="2652142"/>
                  </a:lnTo>
                  <a:lnTo>
                    <a:pt x="2770564" y="2652142"/>
                  </a:lnTo>
                  <a:lnTo>
                    <a:pt x="2770690" y="2652142"/>
                  </a:lnTo>
                  <a:lnTo>
                    <a:pt x="2770816" y="2652142"/>
                  </a:lnTo>
                  <a:lnTo>
                    <a:pt x="2770943" y="2652142"/>
                  </a:lnTo>
                  <a:lnTo>
                    <a:pt x="2771069" y="2652142"/>
                  </a:lnTo>
                  <a:lnTo>
                    <a:pt x="2771195" y="2652142"/>
                  </a:lnTo>
                  <a:lnTo>
                    <a:pt x="2771321" y="2652142"/>
                  </a:lnTo>
                  <a:lnTo>
                    <a:pt x="2771448" y="2652142"/>
                  </a:lnTo>
                  <a:lnTo>
                    <a:pt x="2771574" y="2652142"/>
                  </a:lnTo>
                  <a:lnTo>
                    <a:pt x="2771700" y="2652142"/>
                  </a:lnTo>
                  <a:lnTo>
                    <a:pt x="2771826" y="2652142"/>
                  </a:lnTo>
                  <a:lnTo>
                    <a:pt x="2771826" y="2647231"/>
                  </a:lnTo>
                  <a:lnTo>
                    <a:pt x="2771953" y="2647231"/>
                  </a:lnTo>
                  <a:lnTo>
                    <a:pt x="2772079" y="2647231"/>
                  </a:lnTo>
                  <a:lnTo>
                    <a:pt x="2772205" y="2647231"/>
                  </a:lnTo>
                  <a:lnTo>
                    <a:pt x="2772331" y="2647231"/>
                  </a:lnTo>
                  <a:lnTo>
                    <a:pt x="2772458" y="2647231"/>
                  </a:lnTo>
                  <a:lnTo>
                    <a:pt x="2772584" y="2647231"/>
                  </a:lnTo>
                  <a:lnTo>
                    <a:pt x="2772710" y="2647231"/>
                  </a:lnTo>
                  <a:lnTo>
                    <a:pt x="2772836" y="2647231"/>
                  </a:lnTo>
                  <a:lnTo>
                    <a:pt x="2772836" y="2642319"/>
                  </a:lnTo>
                  <a:lnTo>
                    <a:pt x="2772963" y="2642319"/>
                  </a:lnTo>
                  <a:lnTo>
                    <a:pt x="2773089" y="2642319"/>
                  </a:lnTo>
                  <a:lnTo>
                    <a:pt x="2773215" y="2642319"/>
                  </a:lnTo>
                  <a:lnTo>
                    <a:pt x="2773342" y="2642319"/>
                  </a:lnTo>
                  <a:lnTo>
                    <a:pt x="2773468" y="2642319"/>
                  </a:lnTo>
                  <a:lnTo>
                    <a:pt x="2773594" y="2642319"/>
                  </a:lnTo>
                  <a:lnTo>
                    <a:pt x="2773720" y="2642319"/>
                  </a:lnTo>
                  <a:lnTo>
                    <a:pt x="2773847" y="2642319"/>
                  </a:lnTo>
                  <a:lnTo>
                    <a:pt x="2773973" y="2642319"/>
                  </a:lnTo>
                  <a:lnTo>
                    <a:pt x="2774099" y="2642319"/>
                  </a:lnTo>
                  <a:lnTo>
                    <a:pt x="2774225" y="2642319"/>
                  </a:lnTo>
                  <a:lnTo>
                    <a:pt x="2774352" y="2642319"/>
                  </a:lnTo>
                  <a:lnTo>
                    <a:pt x="2774478" y="2642319"/>
                  </a:lnTo>
                  <a:lnTo>
                    <a:pt x="2774604" y="2642319"/>
                  </a:lnTo>
                  <a:lnTo>
                    <a:pt x="2774730" y="2642319"/>
                  </a:lnTo>
                  <a:lnTo>
                    <a:pt x="2774857" y="2642319"/>
                  </a:lnTo>
                  <a:lnTo>
                    <a:pt x="2774983" y="2642319"/>
                  </a:lnTo>
                  <a:lnTo>
                    <a:pt x="2775109" y="2642319"/>
                  </a:lnTo>
                  <a:lnTo>
                    <a:pt x="2775235" y="2642319"/>
                  </a:lnTo>
                  <a:lnTo>
                    <a:pt x="2775362" y="2642319"/>
                  </a:lnTo>
                  <a:lnTo>
                    <a:pt x="2775488" y="2642319"/>
                  </a:lnTo>
                  <a:lnTo>
                    <a:pt x="2775614" y="2642319"/>
                  </a:lnTo>
                  <a:lnTo>
                    <a:pt x="2775740" y="2642319"/>
                  </a:lnTo>
                  <a:lnTo>
                    <a:pt x="2775867" y="2642319"/>
                  </a:lnTo>
                  <a:lnTo>
                    <a:pt x="2775993" y="2642319"/>
                  </a:lnTo>
                  <a:lnTo>
                    <a:pt x="2776119" y="2642319"/>
                  </a:lnTo>
                  <a:lnTo>
                    <a:pt x="2776245" y="2642319"/>
                  </a:lnTo>
                  <a:lnTo>
                    <a:pt x="2776372" y="2642319"/>
                  </a:lnTo>
                  <a:lnTo>
                    <a:pt x="2776498" y="2642319"/>
                  </a:lnTo>
                  <a:lnTo>
                    <a:pt x="2776624" y="2642319"/>
                  </a:lnTo>
                  <a:lnTo>
                    <a:pt x="2776750" y="2642319"/>
                  </a:lnTo>
                  <a:lnTo>
                    <a:pt x="2776877" y="2642319"/>
                  </a:lnTo>
                  <a:lnTo>
                    <a:pt x="2777003" y="2642319"/>
                  </a:lnTo>
                  <a:lnTo>
                    <a:pt x="2777129" y="2642319"/>
                  </a:lnTo>
                  <a:lnTo>
                    <a:pt x="2777255" y="2642319"/>
                  </a:lnTo>
                  <a:lnTo>
                    <a:pt x="2777382" y="2642319"/>
                  </a:lnTo>
                  <a:lnTo>
                    <a:pt x="2777508" y="2642319"/>
                  </a:lnTo>
                  <a:lnTo>
                    <a:pt x="2777634" y="2642319"/>
                  </a:lnTo>
                  <a:lnTo>
                    <a:pt x="2777760" y="2642319"/>
                  </a:lnTo>
                  <a:lnTo>
                    <a:pt x="2777887" y="2642319"/>
                  </a:lnTo>
                  <a:lnTo>
                    <a:pt x="2778013" y="2642319"/>
                  </a:lnTo>
                  <a:lnTo>
                    <a:pt x="2778139" y="2642319"/>
                  </a:lnTo>
                  <a:lnTo>
                    <a:pt x="2778265" y="2642319"/>
                  </a:lnTo>
                  <a:lnTo>
                    <a:pt x="2778392" y="2642319"/>
                  </a:lnTo>
                  <a:lnTo>
                    <a:pt x="2778518" y="2642319"/>
                  </a:lnTo>
                  <a:lnTo>
                    <a:pt x="2778644" y="2642319"/>
                  </a:lnTo>
                  <a:lnTo>
                    <a:pt x="2778771" y="2642319"/>
                  </a:lnTo>
                  <a:lnTo>
                    <a:pt x="2778897" y="2642319"/>
                  </a:lnTo>
                  <a:lnTo>
                    <a:pt x="2779023" y="2642319"/>
                  </a:lnTo>
                  <a:lnTo>
                    <a:pt x="2779149" y="2642319"/>
                  </a:lnTo>
                  <a:lnTo>
                    <a:pt x="2779276" y="2642319"/>
                  </a:lnTo>
                  <a:lnTo>
                    <a:pt x="2779402" y="2642319"/>
                  </a:lnTo>
                  <a:lnTo>
                    <a:pt x="2779528" y="2642319"/>
                  </a:lnTo>
                  <a:lnTo>
                    <a:pt x="2779654" y="2642319"/>
                  </a:lnTo>
                  <a:lnTo>
                    <a:pt x="2779781" y="2642319"/>
                  </a:lnTo>
                  <a:lnTo>
                    <a:pt x="2779907" y="2642319"/>
                  </a:lnTo>
                  <a:lnTo>
                    <a:pt x="2780033" y="2642319"/>
                  </a:lnTo>
                  <a:lnTo>
                    <a:pt x="2780159" y="2642319"/>
                  </a:lnTo>
                  <a:lnTo>
                    <a:pt x="2780286" y="2642319"/>
                  </a:lnTo>
                  <a:lnTo>
                    <a:pt x="2780412" y="2642319"/>
                  </a:lnTo>
                  <a:lnTo>
                    <a:pt x="2780538" y="2642319"/>
                  </a:lnTo>
                  <a:lnTo>
                    <a:pt x="2780664" y="2642319"/>
                  </a:lnTo>
                  <a:lnTo>
                    <a:pt x="2780791" y="2642319"/>
                  </a:lnTo>
                  <a:lnTo>
                    <a:pt x="2780917" y="2642319"/>
                  </a:lnTo>
                  <a:lnTo>
                    <a:pt x="2781043" y="2642319"/>
                  </a:lnTo>
                  <a:lnTo>
                    <a:pt x="2781169" y="2642319"/>
                  </a:lnTo>
                  <a:lnTo>
                    <a:pt x="2781296" y="2642319"/>
                  </a:lnTo>
                  <a:lnTo>
                    <a:pt x="2781422" y="2642319"/>
                  </a:lnTo>
                  <a:lnTo>
                    <a:pt x="2781548" y="2642319"/>
                  </a:lnTo>
                  <a:lnTo>
                    <a:pt x="2781674" y="2642319"/>
                  </a:lnTo>
                  <a:lnTo>
                    <a:pt x="2781801" y="2642319"/>
                  </a:lnTo>
                  <a:lnTo>
                    <a:pt x="2781927" y="2642319"/>
                  </a:lnTo>
                  <a:lnTo>
                    <a:pt x="2782053" y="2642319"/>
                  </a:lnTo>
                  <a:lnTo>
                    <a:pt x="2782179" y="2642319"/>
                  </a:lnTo>
                  <a:lnTo>
                    <a:pt x="2782306" y="2642319"/>
                  </a:lnTo>
                  <a:lnTo>
                    <a:pt x="2782432" y="2642319"/>
                  </a:lnTo>
                  <a:lnTo>
                    <a:pt x="2782558" y="2642319"/>
                  </a:lnTo>
                  <a:lnTo>
                    <a:pt x="2782684" y="2642319"/>
                  </a:lnTo>
                  <a:lnTo>
                    <a:pt x="2782811" y="2642319"/>
                  </a:lnTo>
                  <a:lnTo>
                    <a:pt x="2782937" y="2642319"/>
                  </a:lnTo>
                  <a:lnTo>
                    <a:pt x="2783063" y="2642319"/>
                  </a:lnTo>
                  <a:lnTo>
                    <a:pt x="2783189" y="2642319"/>
                  </a:lnTo>
                  <a:lnTo>
                    <a:pt x="2783316" y="2642319"/>
                  </a:lnTo>
                  <a:lnTo>
                    <a:pt x="2783442" y="2642319"/>
                  </a:lnTo>
                  <a:lnTo>
                    <a:pt x="2783568" y="2642319"/>
                  </a:lnTo>
                  <a:lnTo>
                    <a:pt x="2783695" y="2642319"/>
                  </a:lnTo>
                  <a:lnTo>
                    <a:pt x="2783821" y="2642319"/>
                  </a:lnTo>
                  <a:lnTo>
                    <a:pt x="2783947" y="2642319"/>
                  </a:lnTo>
                  <a:lnTo>
                    <a:pt x="2784073" y="2642319"/>
                  </a:lnTo>
                  <a:lnTo>
                    <a:pt x="2784200" y="2642319"/>
                  </a:lnTo>
                  <a:lnTo>
                    <a:pt x="2784326" y="2642319"/>
                  </a:lnTo>
                  <a:lnTo>
                    <a:pt x="2784452" y="2642319"/>
                  </a:lnTo>
                  <a:lnTo>
                    <a:pt x="2784578" y="2642319"/>
                  </a:lnTo>
                  <a:lnTo>
                    <a:pt x="2784705" y="2642319"/>
                  </a:lnTo>
                  <a:lnTo>
                    <a:pt x="2784831" y="2642319"/>
                  </a:lnTo>
                  <a:lnTo>
                    <a:pt x="2784957" y="2642319"/>
                  </a:lnTo>
                  <a:lnTo>
                    <a:pt x="2785083" y="2642319"/>
                  </a:lnTo>
                  <a:lnTo>
                    <a:pt x="2785210" y="2642319"/>
                  </a:lnTo>
                  <a:lnTo>
                    <a:pt x="2785336" y="2642319"/>
                  </a:lnTo>
                  <a:lnTo>
                    <a:pt x="2785462" y="2642319"/>
                  </a:lnTo>
                  <a:lnTo>
                    <a:pt x="2785588" y="2642319"/>
                  </a:lnTo>
                  <a:lnTo>
                    <a:pt x="2785715" y="2642319"/>
                  </a:lnTo>
                  <a:lnTo>
                    <a:pt x="2785715" y="2637408"/>
                  </a:lnTo>
                  <a:lnTo>
                    <a:pt x="2785841" y="2637408"/>
                  </a:lnTo>
                  <a:lnTo>
                    <a:pt x="2785967" y="2637408"/>
                  </a:lnTo>
                  <a:lnTo>
                    <a:pt x="2786093" y="2637408"/>
                  </a:lnTo>
                  <a:lnTo>
                    <a:pt x="2786220" y="2637408"/>
                  </a:lnTo>
                  <a:lnTo>
                    <a:pt x="2786346" y="2637408"/>
                  </a:lnTo>
                  <a:lnTo>
                    <a:pt x="2786472" y="2637408"/>
                  </a:lnTo>
                  <a:lnTo>
                    <a:pt x="2786598" y="2637408"/>
                  </a:lnTo>
                  <a:lnTo>
                    <a:pt x="2786725" y="2637408"/>
                  </a:lnTo>
                  <a:lnTo>
                    <a:pt x="2786851" y="2637408"/>
                  </a:lnTo>
                  <a:lnTo>
                    <a:pt x="2786977" y="2637408"/>
                  </a:lnTo>
                  <a:lnTo>
                    <a:pt x="2787103" y="2637408"/>
                  </a:lnTo>
                  <a:lnTo>
                    <a:pt x="2787103" y="2632496"/>
                  </a:lnTo>
                  <a:lnTo>
                    <a:pt x="2787230" y="2632496"/>
                  </a:lnTo>
                  <a:lnTo>
                    <a:pt x="2787356" y="2632496"/>
                  </a:lnTo>
                  <a:lnTo>
                    <a:pt x="2787482" y="2632496"/>
                  </a:lnTo>
                  <a:lnTo>
                    <a:pt x="2787608" y="2632496"/>
                  </a:lnTo>
                  <a:lnTo>
                    <a:pt x="2787735" y="2632496"/>
                  </a:lnTo>
                  <a:lnTo>
                    <a:pt x="2787861" y="2632496"/>
                  </a:lnTo>
                  <a:lnTo>
                    <a:pt x="2787987" y="2632496"/>
                  </a:lnTo>
                  <a:lnTo>
                    <a:pt x="2788113" y="2632496"/>
                  </a:lnTo>
                  <a:lnTo>
                    <a:pt x="2788240" y="2632496"/>
                  </a:lnTo>
                  <a:lnTo>
                    <a:pt x="2788366" y="2632496"/>
                  </a:lnTo>
                  <a:lnTo>
                    <a:pt x="2788492" y="2632496"/>
                  </a:lnTo>
                  <a:lnTo>
                    <a:pt x="2788618" y="2632496"/>
                  </a:lnTo>
                  <a:lnTo>
                    <a:pt x="2788745" y="2632496"/>
                  </a:lnTo>
                  <a:lnTo>
                    <a:pt x="2788871" y="2632496"/>
                  </a:lnTo>
                  <a:lnTo>
                    <a:pt x="2788997" y="2632496"/>
                  </a:lnTo>
                  <a:lnTo>
                    <a:pt x="2789124" y="2632496"/>
                  </a:lnTo>
                  <a:lnTo>
                    <a:pt x="2789250" y="2632496"/>
                  </a:lnTo>
                  <a:lnTo>
                    <a:pt x="2789376" y="2632496"/>
                  </a:lnTo>
                  <a:lnTo>
                    <a:pt x="2789502" y="2632496"/>
                  </a:lnTo>
                  <a:lnTo>
                    <a:pt x="2789629" y="2632496"/>
                  </a:lnTo>
                  <a:lnTo>
                    <a:pt x="2789755" y="2632496"/>
                  </a:lnTo>
                  <a:lnTo>
                    <a:pt x="2789881" y="2632496"/>
                  </a:lnTo>
                  <a:lnTo>
                    <a:pt x="2790007" y="2632496"/>
                  </a:lnTo>
                  <a:lnTo>
                    <a:pt x="2790134" y="2632496"/>
                  </a:lnTo>
                  <a:lnTo>
                    <a:pt x="2790260" y="2632496"/>
                  </a:lnTo>
                  <a:lnTo>
                    <a:pt x="2790386" y="2632496"/>
                  </a:lnTo>
                  <a:lnTo>
                    <a:pt x="2790512" y="2632496"/>
                  </a:lnTo>
                  <a:lnTo>
                    <a:pt x="2790639" y="2632496"/>
                  </a:lnTo>
                  <a:lnTo>
                    <a:pt x="2790765" y="2632496"/>
                  </a:lnTo>
                  <a:lnTo>
                    <a:pt x="2790891" y="2632496"/>
                  </a:lnTo>
                  <a:lnTo>
                    <a:pt x="2791017" y="2632496"/>
                  </a:lnTo>
                  <a:lnTo>
                    <a:pt x="2791144" y="2632496"/>
                  </a:lnTo>
                  <a:lnTo>
                    <a:pt x="2791270" y="2632496"/>
                  </a:lnTo>
                  <a:lnTo>
                    <a:pt x="2791396" y="2632496"/>
                  </a:lnTo>
                  <a:lnTo>
                    <a:pt x="2791522" y="2632496"/>
                  </a:lnTo>
                  <a:lnTo>
                    <a:pt x="2791649" y="2632496"/>
                  </a:lnTo>
                  <a:lnTo>
                    <a:pt x="2791775" y="2632496"/>
                  </a:lnTo>
                  <a:lnTo>
                    <a:pt x="2791901" y="2632496"/>
                  </a:lnTo>
                  <a:lnTo>
                    <a:pt x="2792027" y="2632496"/>
                  </a:lnTo>
                  <a:lnTo>
                    <a:pt x="2792154" y="2632496"/>
                  </a:lnTo>
                  <a:lnTo>
                    <a:pt x="2792280" y="2632496"/>
                  </a:lnTo>
                  <a:lnTo>
                    <a:pt x="2792406" y="2632496"/>
                  </a:lnTo>
                  <a:lnTo>
                    <a:pt x="2792532" y="2632496"/>
                  </a:lnTo>
                  <a:lnTo>
                    <a:pt x="2792659" y="2632496"/>
                  </a:lnTo>
                  <a:lnTo>
                    <a:pt x="2792785" y="2632496"/>
                  </a:lnTo>
                  <a:lnTo>
                    <a:pt x="2792911" y="2632496"/>
                  </a:lnTo>
                  <a:lnTo>
                    <a:pt x="2793037" y="2632496"/>
                  </a:lnTo>
                  <a:lnTo>
                    <a:pt x="2793164" y="2632496"/>
                  </a:lnTo>
                  <a:lnTo>
                    <a:pt x="2793290" y="2632496"/>
                  </a:lnTo>
                  <a:lnTo>
                    <a:pt x="2793416" y="2632496"/>
                  </a:lnTo>
                  <a:lnTo>
                    <a:pt x="2793542" y="2632496"/>
                  </a:lnTo>
                  <a:lnTo>
                    <a:pt x="2793669" y="2632496"/>
                  </a:lnTo>
                  <a:lnTo>
                    <a:pt x="2793795" y="2632496"/>
                  </a:lnTo>
                  <a:lnTo>
                    <a:pt x="2793921" y="2632496"/>
                  </a:lnTo>
                  <a:lnTo>
                    <a:pt x="2794048" y="2632496"/>
                  </a:lnTo>
                  <a:lnTo>
                    <a:pt x="2794174" y="2632496"/>
                  </a:lnTo>
                  <a:lnTo>
                    <a:pt x="2794300" y="2632496"/>
                  </a:lnTo>
                  <a:lnTo>
                    <a:pt x="2794426" y="2632496"/>
                  </a:lnTo>
                  <a:lnTo>
                    <a:pt x="2794553" y="2632496"/>
                  </a:lnTo>
                  <a:lnTo>
                    <a:pt x="2794553" y="2627585"/>
                  </a:lnTo>
                  <a:lnTo>
                    <a:pt x="2794679" y="2627585"/>
                  </a:lnTo>
                  <a:lnTo>
                    <a:pt x="2794805" y="2627585"/>
                  </a:lnTo>
                  <a:lnTo>
                    <a:pt x="2794931" y="2627585"/>
                  </a:lnTo>
                  <a:lnTo>
                    <a:pt x="2795058" y="2627585"/>
                  </a:lnTo>
                  <a:lnTo>
                    <a:pt x="2795184" y="2627585"/>
                  </a:lnTo>
                  <a:lnTo>
                    <a:pt x="2795310" y="2627585"/>
                  </a:lnTo>
                  <a:lnTo>
                    <a:pt x="2795436" y="2627585"/>
                  </a:lnTo>
                  <a:lnTo>
                    <a:pt x="2795563" y="2627585"/>
                  </a:lnTo>
                  <a:lnTo>
                    <a:pt x="2795689" y="2627585"/>
                  </a:lnTo>
                  <a:lnTo>
                    <a:pt x="2795815" y="2627585"/>
                  </a:lnTo>
                  <a:lnTo>
                    <a:pt x="2795941" y="2627585"/>
                  </a:lnTo>
                  <a:lnTo>
                    <a:pt x="2796068" y="2627585"/>
                  </a:lnTo>
                  <a:lnTo>
                    <a:pt x="2796194" y="2627585"/>
                  </a:lnTo>
                  <a:lnTo>
                    <a:pt x="2796320" y="2627585"/>
                  </a:lnTo>
                  <a:lnTo>
                    <a:pt x="2796446" y="2627585"/>
                  </a:lnTo>
                  <a:lnTo>
                    <a:pt x="2796573" y="2627585"/>
                  </a:lnTo>
                  <a:lnTo>
                    <a:pt x="2796699" y="2627585"/>
                  </a:lnTo>
                  <a:lnTo>
                    <a:pt x="2796825" y="2627585"/>
                  </a:lnTo>
                  <a:lnTo>
                    <a:pt x="2796951" y="2627585"/>
                  </a:lnTo>
                  <a:lnTo>
                    <a:pt x="2797078" y="2627585"/>
                  </a:lnTo>
                  <a:lnTo>
                    <a:pt x="2797204" y="2627585"/>
                  </a:lnTo>
                  <a:lnTo>
                    <a:pt x="2797330" y="2627585"/>
                  </a:lnTo>
                  <a:lnTo>
                    <a:pt x="2797456" y="2627585"/>
                  </a:lnTo>
                  <a:lnTo>
                    <a:pt x="2797583" y="2627585"/>
                  </a:lnTo>
                  <a:lnTo>
                    <a:pt x="2797709" y="2627585"/>
                  </a:lnTo>
                  <a:lnTo>
                    <a:pt x="2797835" y="2627585"/>
                  </a:lnTo>
                  <a:lnTo>
                    <a:pt x="2797961" y="2627585"/>
                  </a:lnTo>
                  <a:lnTo>
                    <a:pt x="2798088" y="2627585"/>
                  </a:lnTo>
                  <a:lnTo>
                    <a:pt x="2798214" y="2627585"/>
                  </a:lnTo>
                  <a:lnTo>
                    <a:pt x="2798340" y="2627585"/>
                  </a:lnTo>
                  <a:lnTo>
                    <a:pt x="2798466" y="2627585"/>
                  </a:lnTo>
                  <a:lnTo>
                    <a:pt x="2798593" y="2627585"/>
                  </a:lnTo>
                  <a:lnTo>
                    <a:pt x="2798719" y="2627585"/>
                  </a:lnTo>
                  <a:lnTo>
                    <a:pt x="2798845" y="2627585"/>
                  </a:lnTo>
                  <a:lnTo>
                    <a:pt x="2798972" y="2627585"/>
                  </a:lnTo>
                  <a:lnTo>
                    <a:pt x="2799098" y="2627585"/>
                  </a:lnTo>
                  <a:lnTo>
                    <a:pt x="2799224" y="2627585"/>
                  </a:lnTo>
                  <a:lnTo>
                    <a:pt x="2799350" y="2627585"/>
                  </a:lnTo>
                  <a:lnTo>
                    <a:pt x="2799477" y="2627585"/>
                  </a:lnTo>
                  <a:lnTo>
                    <a:pt x="2799603" y="2627585"/>
                  </a:lnTo>
                  <a:lnTo>
                    <a:pt x="2799729" y="2627585"/>
                  </a:lnTo>
                  <a:lnTo>
                    <a:pt x="2799729" y="2622674"/>
                  </a:lnTo>
                  <a:lnTo>
                    <a:pt x="2799855" y="2622674"/>
                  </a:lnTo>
                  <a:lnTo>
                    <a:pt x="2799982" y="2622674"/>
                  </a:lnTo>
                  <a:lnTo>
                    <a:pt x="2800108" y="2622674"/>
                  </a:lnTo>
                  <a:lnTo>
                    <a:pt x="2800234" y="2622674"/>
                  </a:lnTo>
                  <a:lnTo>
                    <a:pt x="2800360" y="2622674"/>
                  </a:lnTo>
                  <a:lnTo>
                    <a:pt x="2800487" y="2622674"/>
                  </a:lnTo>
                  <a:lnTo>
                    <a:pt x="2800613" y="2622674"/>
                  </a:lnTo>
                  <a:lnTo>
                    <a:pt x="2800739" y="2622674"/>
                  </a:lnTo>
                  <a:lnTo>
                    <a:pt x="2800865" y="2622674"/>
                  </a:lnTo>
                  <a:lnTo>
                    <a:pt x="2800992" y="2622674"/>
                  </a:lnTo>
                  <a:lnTo>
                    <a:pt x="2801118" y="2622674"/>
                  </a:lnTo>
                  <a:lnTo>
                    <a:pt x="2801244" y="2622674"/>
                  </a:lnTo>
                  <a:lnTo>
                    <a:pt x="2801370" y="2622674"/>
                  </a:lnTo>
                  <a:lnTo>
                    <a:pt x="2801497" y="2622674"/>
                  </a:lnTo>
                  <a:lnTo>
                    <a:pt x="2801623" y="2622674"/>
                  </a:lnTo>
                  <a:lnTo>
                    <a:pt x="2801749" y="2622674"/>
                  </a:lnTo>
                  <a:lnTo>
                    <a:pt x="2801875" y="2622674"/>
                  </a:lnTo>
                  <a:lnTo>
                    <a:pt x="2802002" y="2622674"/>
                  </a:lnTo>
                  <a:lnTo>
                    <a:pt x="2802128" y="2622674"/>
                  </a:lnTo>
                  <a:lnTo>
                    <a:pt x="2802254" y="2622674"/>
                  </a:lnTo>
                  <a:lnTo>
                    <a:pt x="2802380" y="2622674"/>
                  </a:lnTo>
                  <a:lnTo>
                    <a:pt x="2802507" y="2622674"/>
                  </a:lnTo>
                  <a:lnTo>
                    <a:pt x="2802633" y="2622674"/>
                  </a:lnTo>
                  <a:lnTo>
                    <a:pt x="2802759" y="2622674"/>
                  </a:lnTo>
                  <a:lnTo>
                    <a:pt x="2802885" y="2622674"/>
                  </a:lnTo>
                  <a:lnTo>
                    <a:pt x="2803012" y="2622674"/>
                  </a:lnTo>
                  <a:lnTo>
                    <a:pt x="2803138" y="2622674"/>
                  </a:lnTo>
                  <a:lnTo>
                    <a:pt x="2803264" y="2622674"/>
                  </a:lnTo>
                  <a:lnTo>
                    <a:pt x="2803390" y="2622674"/>
                  </a:lnTo>
                  <a:lnTo>
                    <a:pt x="2803517" y="2622674"/>
                  </a:lnTo>
                  <a:lnTo>
                    <a:pt x="2803643" y="2622674"/>
                  </a:lnTo>
                  <a:lnTo>
                    <a:pt x="2803769" y="2622674"/>
                  </a:lnTo>
                  <a:lnTo>
                    <a:pt x="2803895" y="2622674"/>
                  </a:lnTo>
                  <a:lnTo>
                    <a:pt x="2804022" y="2622674"/>
                  </a:lnTo>
                  <a:lnTo>
                    <a:pt x="2804148" y="2622674"/>
                  </a:lnTo>
                  <a:lnTo>
                    <a:pt x="2804274" y="2622674"/>
                  </a:lnTo>
                  <a:lnTo>
                    <a:pt x="2804401" y="2622674"/>
                  </a:lnTo>
                  <a:lnTo>
                    <a:pt x="2804527" y="2622674"/>
                  </a:lnTo>
                  <a:lnTo>
                    <a:pt x="2804653" y="2622674"/>
                  </a:lnTo>
                  <a:lnTo>
                    <a:pt x="2804779" y="2622674"/>
                  </a:lnTo>
                  <a:lnTo>
                    <a:pt x="2804906" y="2622674"/>
                  </a:lnTo>
                  <a:lnTo>
                    <a:pt x="2805032" y="2622674"/>
                  </a:lnTo>
                  <a:lnTo>
                    <a:pt x="2805158" y="2622674"/>
                  </a:lnTo>
                  <a:lnTo>
                    <a:pt x="2805284" y="2622674"/>
                  </a:lnTo>
                  <a:lnTo>
                    <a:pt x="2805411" y="2622674"/>
                  </a:lnTo>
                  <a:lnTo>
                    <a:pt x="2805537" y="2622674"/>
                  </a:lnTo>
                  <a:lnTo>
                    <a:pt x="2805663" y="2622674"/>
                  </a:lnTo>
                  <a:lnTo>
                    <a:pt x="2805789" y="2622674"/>
                  </a:lnTo>
                  <a:lnTo>
                    <a:pt x="2805916" y="2622674"/>
                  </a:lnTo>
                  <a:lnTo>
                    <a:pt x="2806042" y="2622674"/>
                  </a:lnTo>
                  <a:lnTo>
                    <a:pt x="2806168" y="2622674"/>
                  </a:lnTo>
                  <a:lnTo>
                    <a:pt x="2806294" y="2622674"/>
                  </a:lnTo>
                  <a:lnTo>
                    <a:pt x="2806421" y="2622674"/>
                  </a:lnTo>
                  <a:lnTo>
                    <a:pt x="2806547" y="2622674"/>
                  </a:lnTo>
                  <a:lnTo>
                    <a:pt x="2806673" y="2622674"/>
                  </a:lnTo>
                  <a:lnTo>
                    <a:pt x="2806799" y="2622674"/>
                  </a:lnTo>
                  <a:lnTo>
                    <a:pt x="2806926" y="2622674"/>
                  </a:lnTo>
                  <a:lnTo>
                    <a:pt x="2807052" y="2622674"/>
                  </a:lnTo>
                  <a:lnTo>
                    <a:pt x="2807178" y="2622674"/>
                  </a:lnTo>
                  <a:lnTo>
                    <a:pt x="2807304" y="2622674"/>
                  </a:lnTo>
                  <a:lnTo>
                    <a:pt x="2807431" y="2622674"/>
                  </a:lnTo>
                  <a:lnTo>
                    <a:pt x="2807557" y="2622674"/>
                  </a:lnTo>
                  <a:lnTo>
                    <a:pt x="2807683" y="2622674"/>
                  </a:lnTo>
                  <a:lnTo>
                    <a:pt x="2807809" y="2622674"/>
                  </a:lnTo>
                  <a:lnTo>
                    <a:pt x="2807936" y="2622674"/>
                  </a:lnTo>
                  <a:lnTo>
                    <a:pt x="2808062" y="2622674"/>
                  </a:lnTo>
                  <a:lnTo>
                    <a:pt x="2808188" y="2622674"/>
                  </a:lnTo>
                  <a:lnTo>
                    <a:pt x="2808314" y="2622674"/>
                  </a:lnTo>
                  <a:lnTo>
                    <a:pt x="2808441" y="2622674"/>
                  </a:lnTo>
                  <a:lnTo>
                    <a:pt x="2808567" y="2622674"/>
                  </a:lnTo>
                  <a:lnTo>
                    <a:pt x="2808693" y="2622674"/>
                  </a:lnTo>
                  <a:lnTo>
                    <a:pt x="2808819" y="2622674"/>
                  </a:lnTo>
                  <a:lnTo>
                    <a:pt x="2808946" y="2622674"/>
                  </a:lnTo>
                  <a:lnTo>
                    <a:pt x="2809072" y="2622674"/>
                  </a:lnTo>
                  <a:lnTo>
                    <a:pt x="2809198" y="2622674"/>
                  </a:lnTo>
                  <a:lnTo>
                    <a:pt x="2809325" y="2622674"/>
                  </a:lnTo>
                  <a:lnTo>
                    <a:pt x="2809451" y="2622674"/>
                  </a:lnTo>
                  <a:lnTo>
                    <a:pt x="2809577" y="2622674"/>
                  </a:lnTo>
                  <a:lnTo>
                    <a:pt x="2809703" y="2622674"/>
                  </a:lnTo>
                  <a:lnTo>
                    <a:pt x="2809830" y="2622674"/>
                  </a:lnTo>
                  <a:lnTo>
                    <a:pt x="2809956" y="2622674"/>
                  </a:lnTo>
                  <a:lnTo>
                    <a:pt x="2810082" y="2622674"/>
                  </a:lnTo>
                  <a:lnTo>
                    <a:pt x="2810208" y="2622674"/>
                  </a:lnTo>
                  <a:lnTo>
                    <a:pt x="2810335" y="2622674"/>
                  </a:lnTo>
                  <a:lnTo>
                    <a:pt x="2810461" y="2622674"/>
                  </a:lnTo>
                  <a:lnTo>
                    <a:pt x="2810587" y="2622674"/>
                  </a:lnTo>
                  <a:lnTo>
                    <a:pt x="2810713" y="2622674"/>
                  </a:lnTo>
                  <a:lnTo>
                    <a:pt x="2810840" y="2622674"/>
                  </a:lnTo>
                  <a:lnTo>
                    <a:pt x="2810966" y="2622674"/>
                  </a:lnTo>
                  <a:lnTo>
                    <a:pt x="2811092" y="2622674"/>
                  </a:lnTo>
                  <a:lnTo>
                    <a:pt x="2811218" y="2622674"/>
                  </a:lnTo>
                  <a:lnTo>
                    <a:pt x="2811345" y="2622674"/>
                  </a:lnTo>
                  <a:lnTo>
                    <a:pt x="2811471" y="2622674"/>
                  </a:lnTo>
                  <a:lnTo>
                    <a:pt x="2811597" y="2622674"/>
                  </a:lnTo>
                  <a:lnTo>
                    <a:pt x="2811723" y="2622674"/>
                  </a:lnTo>
                  <a:lnTo>
                    <a:pt x="2811850" y="2622674"/>
                  </a:lnTo>
                  <a:lnTo>
                    <a:pt x="2811976" y="2622674"/>
                  </a:lnTo>
                  <a:lnTo>
                    <a:pt x="2812102" y="2622674"/>
                  </a:lnTo>
                  <a:lnTo>
                    <a:pt x="2812228" y="2622674"/>
                  </a:lnTo>
                  <a:lnTo>
                    <a:pt x="2812355" y="2622674"/>
                  </a:lnTo>
                  <a:lnTo>
                    <a:pt x="2812481" y="2622674"/>
                  </a:lnTo>
                  <a:lnTo>
                    <a:pt x="2812607" y="2622674"/>
                  </a:lnTo>
                  <a:lnTo>
                    <a:pt x="2812733" y="2622674"/>
                  </a:lnTo>
                  <a:lnTo>
                    <a:pt x="2812860" y="2622674"/>
                  </a:lnTo>
                  <a:lnTo>
                    <a:pt x="2812986" y="2622674"/>
                  </a:lnTo>
                  <a:lnTo>
                    <a:pt x="2813112" y="2622674"/>
                  </a:lnTo>
                  <a:lnTo>
                    <a:pt x="2813238" y="2622674"/>
                  </a:lnTo>
                  <a:lnTo>
                    <a:pt x="2813365" y="2622674"/>
                  </a:lnTo>
                  <a:lnTo>
                    <a:pt x="2813491" y="2622674"/>
                  </a:lnTo>
                  <a:lnTo>
                    <a:pt x="2813617" y="2622674"/>
                  </a:lnTo>
                  <a:lnTo>
                    <a:pt x="2813743" y="2622674"/>
                  </a:lnTo>
                  <a:lnTo>
                    <a:pt x="2813870" y="2622674"/>
                  </a:lnTo>
                  <a:lnTo>
                    <a:pt x="2813996" y="2622674"/>
                  </a:lnTo>
                  <a:lnTo>
                    <a:pt x="2814122" y="2622674"/>
                  </a:lnTo>
                  <a:lnTo>
                    <a:pt x="2814248" y="2622674"/>
                  </a:lnTo>
                  <a:lnTo>
                    <a:pt x="2814375" y="2622674"/>
                  </a:lnTo>
                  <a:lnTo>
                    <a:pt x="2814501" y="2622674"/>
                  </a:lnTo>
                  <a:lnTo>
                    <a:pt x="2814627" y="2622674"/>
                  </a:lnTo>
                  <a:lnTo>
                    <a:pt x="2814754" y="2622674"/>
                  </a:lnTo>
                  <a:lnTo>
                    <a:pt x="2814880" y="2622674"/>
                  </a:lnTo>
                  <a:lnTo>
                    <a:pt x="2815006" y="2622674"/>
                  </a:lnTo>
                  <a:lnTo>
                    <a:pt x="2815132" y="2622674"/>
                  </a:lnTo>
                  <a:lnTo>
                    <a:pt x="2815259" y="2622674"/>
                  </a:lnTo>
                  <a:lnTo>
                    <a:pt x="2815385" y="2622674"/>
                  </a:lnTo>
                  <a:lnTo>
                    <a:pt x="2815511" y="2622674"/>
                  </a:lnTo>
                  <a:lnTo>
                    <a:pt x="2815637" y="2622674"/>
                  </a:lnTo>
                  <a:lnTo>
                    <a:pt x="2815764" y="2622674"/>
                  </a:lnTo>
                  <a:lnTo>
                    <a:pt x="2815890" y="2622674"/>
                  </a:lnTo>
                  <a:lnTo>
                    <a:pt x="2816016" y="2622674"/>
                  </a:lnTo>
                  <a:lnTo>
                    <a:pt x="2816016" y="2617762"/>
                  </a:lnTo>
                  <a:lnTo>
                    <a:pt x="2816142" y="2617762"/>
                  </a:lnTo>
                  <a:lnTo>
                    <a:pt x="2816269" y="2617762"/>
                  </a:lnTo>
                  <a:lnTo>
                    <a:pt x="2816395" y="2617762"/>
                  </a:lnTo>
                  <a:lnTo>
                    <a:pt x="2816521" y="2617762"/>
                  </a:lnTo>
                  <a:lnTo>
                    <a:pt x="2816647" y="2617762"/>
                  </a:lnTo>
                  <a:lnTo>
                    <a:pt x="2816774" y="2617762"/>
                  </a:lnTo>
                  <a:lnTo>
                    <a:pt x="2816900" y="2617762"/>
                  </a:lnTo>
                  <a:lnTo>
                    <a:pt x="2817026" y="2617762"/>
                  </a:lnTo>
                  <a:lnTo>
                    <a:pt x="2817152" y="2617762"/>
                  </a:lnTo>
                  <a:lnTo>
                    <a:pt x="2817279" y="2617762"/>
                  </a:lnTo>
                  <a:lnTo>
                    <a:pt x="2817405" y="2617762"/>
                  </a:lnTo>
                  <a:lnTo>
                    <a:pt x="2817531" y="2617762"/>
                  </a:lnTo>
                  <a:lnTo>
                    <a:pt x="2817657" y="2617762"/>
                  </a:lnTo>
                  <a:lnTo>
                    <a:pt x="2817784" y="2617762"/>
                  </a:lnTo>
                  <a:lnTo>
                    <a:pt x="2817910" y="2617762"/>
                  </a:lnTo>
                  <a:lnTo>
                    <a:pt x="2818036" y="2617762"/>
                  </a:lnTo>
                  <a:lnTo>
                    <a:pt x="2818162" y="2617762"/>
                  </a:lnTo>
                  <a:lnTo>
                    <a:pt x="2818289" y="2617762"/>
                  </a:lnTo>
                  <a:lnTo>
                    <a:pt x="2818415" y="2617762"/>
                  </a:lnTo>
                  <a:lnTo>
                    <a:pt x="2818541" y="2617762"/>
                  </a:lnTo>
                  <a:lnTo>
                    <a:pt x="2818667" y="2617762"/>
                  </a:lnTo>
                  <a:lnTo>
                    <a:pt x="2818794" y="2617762"/>
                  </a:lnTo>
                  <a:lnTo>
                    <a:pt x="2818920" y="2617762"/>
                  </a:lnTo>
                  <a:lnTo>
                    <a:pt x="2819046" y="2617762"/>
                  </a:lnTo>
                  <a:lnTo>
                    <a:pt x="2819172" y="2617762"/>
                  </a:lnTo>
                  <a:lnTo>
                    <a:pt x="2819299" y="2617762"/>
                  </a:lnTo>
                  <a:lnTo>
                    <a:pt x="2819425" y="2617762"/>
                  </a:lnTo>
                  <a:lnTo>
                    <a:pt x="2819551" y="2617762"/>
                  </a:lnTo>
                  <a:lnTo>
                    <a:pt x="2819678" y="2617762"/>
                  </a:lnTo>
                  <a:lnTo>
                    <a:pt x="2819804" y="2617762"/>
                  </a:lnTo>
                  <a:lnTo>
                    <a:pt x="2819930" y="2617762"/>
                  </a:lnTo>
                  <a:lnTo>
                    <a:pt x="2820056" y="2617762"/>
                  </a:lnTo>
                  <a:lnTo>
                    <a:pt x="2820183" y="2617762"/>
                  </a:lnTo>
                  <a:lnTo>
                    <a:pt x="2820309" y="2617762"/>
                  </a:lnTo>
                  <a:lnTo>
                    <a:pt x="2820435" y="2617762"/>
                  </a:lnTo>
                  <a:lnTo>
                    <a:pt x="2820561" y="2617762"/>
                  </a:lnTo>
                  <a:lnTo>
                    <a:pt x="2820688" y="2617762"/>
                  </a:lnTo>
                  <a:lnTo>
                    <a:pt x="2820814" y="2617762"/>
                  </a:lnTo>
                  <a:lnTo>
                    <a:pt x="2820940" y="2617762"/>
                  </a:lnTo>
                  <a:lnTo>
                    <a:pt x="2821066" y="2617762"/>
                  </a:lnTo>
                  <a:lnTo>
                    <a:pt x="2821193" y="2617762"/>
                  </a:lnTo>
                  <a:lnTo>
                    <a:pt x="2821319" y="2617762"/>
                  </a:lnTo>
                  <a:lnTo>
                    <a:pt x="2821445" y="2617762"/>
                  </a:lnTo>
                  <a:lnTo>
                    <a:pt x="2821571" y="2617762"/>
                  </a:lnTo>
                  <a:lnTo>
                    <a:pt x="2821698" y="2617762"/>
                  </a:lnTo>
                  <a:lnTo>
                    <a:pt x="2821824" y="2617762"/>
                  </a:lnTo>
                  <a:lnTo>
                    <a:pt x="2821950" y="2617762"/>
                  </a:lnTo>
                  <a:lnTo>
                    <a:pt x="2822076" y="2617762"/>
                  </a:lnTo>
                  <a:lnTo>
                    <a:pt x="2822203" y="2617762"/>
                  </a:lnTo>
                  <a:lnTo>
                    <a:pt x="2822329" y="2617762"/>
                  </a:lnTo>
                  <a:lnTo>
                    <a:pt x="2822455" y="2617762"/>
                  </a:lnTo>
                  <a:lnTo>
                    <a:pt x="2822581" y="2617762"/>
                  </a:lnTo>
                  <a:lnTo>
                    <a:pt x="2822708" y="2617762"/>
                  </a:lnTo>
                  <a:lnTo>
                    <a:pt x="2822834" y="2617762"/>
                  </a:lnTo>
                  <a:lnTo>
                    <a:pt x="2822960" y="2617762"/>
                  </a:lnTo>
                  <a:lnTo>
                    <a:pt x="2823086" y="2617762"/>
                  </a:lnTo>
                  <a:lnTo>
                    <a:pt x="2823213" y="2617762"/>
                  </a:lnTo>
                  <a:lnTo>
                    <a:pt x="2823339" y="2617762"/>
                  </a:lnTo>
                  <a:lnTo>
                    <a:pt x="2823465" y="2617762"/>
                  </a:lnTo>
                  <a:lnTo>
                    <a:pt x="2823591" y="2617762"/>
                  </a:lnTo>
                  <a:lnTo>
                    <a:pt x="2823718" y="2617762"/>
                  </a:lnTo>
                  <a:lnTo>
                    <a:pt x="2823844" y="2617762"/>
                  </a:lnTo>
                  <a:lnTo>
                    <a:pt x="2823970" y="2617762"/>
                  </a:lnTo>
                  <a:lnTo>
                    <a:pt x="2824096" y="2617762"/>
                  </a:lnTo>
                  <a:lnTo>
                    <a:pt x="2824223" y="2617762"/>
                  </a:lnTo>
                  <a:lnTo>
                    <a:pt x="2824349" y="2617762"/>
                  </a:lnTo>
                  <a:lnTo>
                    <a:pt x="2824475" y="2617762"/>
                  </a:lnTo>
                  <a:lnTo>
                    <a:pt x="2824601" y="2617762"/>
                  </a:lnTo>
                  <a:lnTo>
                    <a:pt x="2824728" y="2617762"/>
                  </a:lnTo>
                  <a:lnTo>
                    <a:pt x="2824854" y="2617762"/>
                  </a:lnTo>
                  <a:lnTo>
                    <a:pt x="2824980" y="2617762"/>
                  </a:lnTo>
                  <a:lnTo>
                    <a:pt x="2825107" y="2617762"/>
                  </a:lnTo>
                  <a:lnTo>
                    <a:pt x="2825233" y="2617762"/>
                  </a:lnTo>
                  <a:lnTo>
                    <a:pt x="2825359" y="2617762"/>
                  </a:lnTo>
                  <a:lnTo>
                    <a:pt x="2825485" y="2617762"/>
                  </a:lnTo>
                  <a:lnTo>
                    <a:pt x="2825612" y="2617762"/>
                  </a:lnTo>
                  <a:lnTo>
                    <a:pt x="2825612" y="2612851"/>
                  </a:lnTo>
                  <a:lnTo>
                    <a:pt x="2825738" y="2612851"/>
                  </a:lnTo>
                  <a:lnTo>
                    <a:pt x="2825864" y="2612851"/>
                  </a:lnTo>
                  <a:lnTo>
                    <a:pt x="2825990" y="2612851"/>
                  </a:lnTo>
                  <a:lnTo>
                    <a:pt x="2826117" y="2612851"/>
                  </a:lnTo>
                  <a:lnTo>
                    <a:pt x="2826243" y="2612851"/>
                  </a:lnTo>
                  <a:lnTo>
                    <a:pt x="2826369" y="2612851"/>
                  </a:lnTo>
                  <a:lnTo>
                    <a:pt x="2826495" y="2612851"/>
                  </a:lnTo>
                  <a:lnTo>
                    <a:pt x="2826622" y="2612851"/>
                  </a:lnTo>
                  <a:lnTo>
                    <a:pt x="2826748" y="2612851"/>
                  </a:lnTo>
                  <a:lnTo>
                    <a:pt x="2826874" y="2612851"/>
                  </a:lnTo>
                  <a:lnTo>
                    <a:pt x="2827000" y="2612851"/>
                  </a:lnTo>
                  <a:lnTo>
                    <a:pt x="2827127" y="2612851"/>
                  </a:lnTo>
                  <a:lnTo>
                    <a:pt x="2827253" y="2612851"/>
                  </a:lnTo>
                  <a:lnTo>
                    <a:pt x="2827379" y="2612851"/>
                  </a:lnTo>
                  <a:lnTo>
                    <a:pt x="2827505" y="2612851"/>
                  </a:lnTo>
                  <a:lnTo>
                    <a:pt x="2827632" y="2612851"/>
                  </a:lnTo>
                  <a:lnTo>
                    <a:pt x="2827758" y="2612851"/>
                  </a:lnTo>
                  <a:lnTo>
                    <a:pt x="2827884" y="2612851"/>
                  </a:lnTo>
                  <a:lnTo>
                    <a:pt x="2828010" y="2612851"/>
                  </a:lnTo>
                  <a:lnTo>
                    <a:pt x="2828137" y="2612851"/>
                  </a:lnTo>
                  <a:lnTo>
                    <a:pt x="2828263" y="2612851"/>
                  </a:lnTo>
                  <a:lnTo>
                    <a:pt x="2828389" y="2612851"/>
                  </a:lnTo>
                  <a:lnTo>
                    <a:pt x="2828515" y="2612851"/>
                  </a:lnTo>
                  <a:lnTo>
                    <a:pt x="2828642" y="2612851"/>
                  </a:lnTo>
                  <a:lnTo>
                    <a:pt x="2828768" y="2612851"/>
                  </a:lnTo>
                  <a:lnTo>
                    <a:pt x="2828894" y="2612851"/>
                  </a:lnTo>
                  <a:lnTo>
                    <a:pt x="2829020" y="2612851"/>
                  </a:lnTo>
                  <a:lnTo>
                    <a:pt x="2829147" y="2612851"/>
                  </a:lnTo>
                  <a:lnTo>
                    <a:pt x="2829273" y="2612851"/>
                  </a:lnTo>
                  <a:lnTo>
                    <a:pt x="2829399" y="2612851"/>
                  </a:lnTo>
                  <a:lnTo>
                    <a:pt x="2829525" y="2612851"/>
                  </a:lnTo>
                  <a:lnTo>
                    <a:pt x="2829652" y="2612851"/>
                  </a:lnTo>
                  <a:lnTo>
                    <a:pt x="2829778" y="2612851"/>
                  </a:lnTo>
                  <a:lnTo>
                    <a:pt x="2829904" y="2612851"/>
                  </a:lnTo>
                  <a:lnTo>
                    <a:pt x="2830031" y="2612851"/>
                  </a:lnTo>
                  <a:lnTo>
                    <a:pt x="2830157" y="2612851"/>
                  </a:lnTo>
                  <a:lnTo>
                    <a:pt x="2830283" y="2612851"/>
                  </a:lnTo>
                  <a:lnTo>
                    <a:pt x="2830409" y="2612851"/>
                  </a:lnTo>
                  <a:lnTo>
                    <a:pt x="2830536" y="2612851"/>
                  </a:lnTo>
                  <a:lnTo>
                    <a:pt x="2830662" y="2612851"/>
                  </a:lnTo>
                  <a:lnTo>
                    <a:pt x="2830788" y="2612851"/>
                  </a:lnTo>
                  <a:lnTo>
                    <a:pt x="2830914" y="2612851"/>
                  </a:lnTo>
                  <a:lnTo>
                    <a:pt x="2831041" y="2612851"/>
                  </a:lnTo>
                  <a:lnTo>
                    <a:pt x="2831167" y="2612851"/>
                  </a:lnTo>
                  <a:lnTo>
                    <a:pt x="2831293" y="2612851"/>
                  </a:lnTo>
                  <a:lnTo>
                    <a:pt x="2831419" y="2612851"/>
                  </a:lnTo>
                  <a:lnTo>
                    <a:pt x="2831546" y="2612851"/>
                  </a:lnTo>
                  <a:lnTo>
                    <a:pt x="2831672" y="2612851"/>
                  </a:lnTo>
                  <a:lnTo>
                    <a:pt x="2831798" y="2612851"/>
                  </a:lnTo>
                  <a:lnTo>
                    <a:pt x="2831924" y="2612851"/>
                  </a:lnTo>
                  <a:lnTo>
                    <a:pt x="2832051" y="2612851"/>
                  </a:lnTo>
                  <a:lnTo>
                    <a:pt x="2832177" y="2612851"/>
                  </a:lnTo>
                  <a:lnTo>
                    <a:pt x="2832303" y="2612851"/>
                  </a:lnTo>
                  <a:lnTo>
                    <a:pt x="2832429" y="2612851"/>
                  </a:lnTo>
                  <a:lnTo>
                    <a:pt x="2832556" y="2612851"/>
                  </a:lnTo>
                  <a:lnTo>
                    <a:pt x="2832682" y="2612851"/>
                  </a:lnTo>
                  <a:lnTo>
                    <a:pt x="2832808" y="2612851"/>
                  </a:lnTo>
                  <a:lnTo>
                    <a:pt x="2832934" y="2612851"/>
                  </a:lnTo>
                  <a:lnTo>
                    <a:pt x="2833061" y="2612851"/>
                  </a:lnTo>
                  <a:lnTo>
                    <a:pt x="2833187" y="2612851"/>
                  </a:lnTo>
                  <a:lnTo>
                    <a:pt x="2833313" y="2612851"/>
                  </a:lnTo>
                  <a:lnTo>
                    <a:pt x="2833439" y="2612851"/>
                  </a:lnTo>
                  <a:lnTo>
                    <a:pt x="2833566" y="2612851"/>
                  </a:lnTo>
                  <a:lnTo>
                    <a:pt x="2833692" y="2612851"/>
                  </a:lnTo>
                  <a:lnTo>
                    <a:pt x="2833818" y="2612851"/>
                  </a:lnTo>
                  <a:lnTo>
                    <a:pt x="2833944" y="2612851"/>
                  </a:lnTo>
                  <a:lnTo>
                    <a:pt x="2834071" y="2612851"/>
                  </a:lnTo>
                  <a:lnTo>
                    <a:pt x="2834197" y="2612851"/>
                  </a:lnTo>
                  <a:lnTo>
                    <a:pt x="2834323" y="2612851"/>
                  </a:lnTo>
                  <a:lnTo>
                    <a:pt x="2834449" y="2612851"/>
                  </a:lnTo>
                  <a:lnTo>
                    <a:pt x="2834576" y="2612851"/>
                  </a:lnTo>
                  <a:lnTo>
                    <a:pt x="2834702" y="2612851"/>
                  </a:lnTo>
                  <a:lnTo>
                    <a:pt x="2834828" y="2612851"/>
                  </a:lnTo>
                  <a:lnTo>
                    <a:pt x="2834954" y="2612851"/>
                  </a:lnTo>
                  <a:lnTo>
                    <a:pt x="2835081" y="2612851"/>
                  </a:lnTo>
                  <a:lnTo>
                    <a:pt x="2835207" y="2612851"/>
                  </a:lnTo>
                  <a:lnTo>
                    <a:pt x="2835207" y="2607940"/>
                  </a:lnTo>
                  <a:lnTo>
                    <a:pt x="2835333" y="2607940"/>
                  </a:lnTo>
                  <a:lnTo>
                    <a:pt x="2835460" y="2607940"/>
                  </a:lnTo>
                  <a:lnTo>
                    <a:pt x="2835586" y="2607940"/>
                  </a:lnTo>
                  <a:lnTo>
                    <a:pt x="2835712" y="2607940"/>
                  </a:lnTo>
                  <a:lnTo>
                    <a:pt x="2835838" y="2607940"/>
                  </a:lnTo>
                  <a:lnTo>
                    <a:pt x="2835965" y="2607940"/>
                  </a:lnTo>
                  <a:lnTo>
                    <a:pt x="2836091" y="2607940"/>
                  </a:lnTo>
                  <a:lnTo>
                    <a:pt x="2836217" y="2607940"/>
                  </a:lnTo>
                  <a:lnTo>
                    <a:pt x="2836343" y="2607940"/>
                  </a:lnTo>
                  <a:lnTo>
                    <a:pt x="2836470" y="2607940"/>
                  </a:lnTo>
                  <a:lnTo>
                    <a:pt x="2836596" y="2607940"/>
                  </a:lnTo>
                  <a:lnTo>
                    <a:pt x="2836722" y="2607940"/>
                  </a:lnTo>
                  <a:lnTo>
                    <a:pt x="2836848" y="2607940"/>
                  </a:lnTo>
                  <a:lnTo>
                    <a:pt x="2836975" y="2607940"/>
                  </a:lnTo>
                  <a:lnTo>
                    <a:pt x="2837101" y="2607940"/>
                  </a:lnTo>
                  <a:lnTo>
                    <a:pt x="2837227" y="2607940"/>
                  </a:lnTo>
                  <a:lnTo>
                    <a:pt x="2837353" y="2607940"/>
                  </a:lnTo>
                  <a:lnTo>
                    <a:pt x="2837480" y="2607940"/>
                  </a:lnTo>
                  <a:lnTo>
                    <a:pt x="2837606" y="2607940"/>
                  </a:lnTo>
                  <a:lnTo>
                    <a:pt x="2837732" y="2607940"/>
                  </a:lnTo>
                  <a:lnTo>
                    <a:pt x="2837858" y="2607940"/>
                  </a:lnTo>
                  <a:lnTo>
                    <a:pt x="2837985" y="2607940"/>
                  </a:lnTo>
                  <a:lnTo>
                    <a:pt x="2838111" y="2607940"/>
                  </a:lnTo>
                  <a:lnTo>
                    <a:pt x="2838237" y="2607940"/>
                  </a:lnTo>
                  <a:lnTo>
                    <a:pt x="2838363" y="2607940"/>
                  </a:lnTo>
                  <a:lnTo>
                    <a:pt x="2838490" y="2607940"/>
                  </a:lnTo>
                  <a:lnTo>
                    <a:pt x="2838616" y="2607940"/>
                  </a:lnTo>
                  <a:lnTo>
                    <a:pt x="2838742" y="2607940"/>
                  </a:lnTo>
                  <a:lnTo>
                    <a:pt x="2838868" y="2607940"/>
                  </a:lnTo>
                  <a:lnTo>
                    <a:pt x="2838995" y="2607940"/>
                  </a:lnTo>
                  <a:lnTo>
                    <a:pt x="2839121" y="2607940"/>
                  </a:lnTo>
                  <a:lnTo>
                    <a:pt x="2839247" y="2607940"/>
                  </a:lnTo>
                  <a:lnTo>
                    <a:pt x="2839373" y="2607940"/>
                  </a:lnTo>
                  <a:lnTo>
                    <a:pt x="2839500" y="2607940"/>
                  </a:lnTo>
                  <a:lnTo>
                    <a:pt x="2839626" y="2607940"/>
                  </a:lnTo>
                  <a:lnTo>
                    <a:pt x="2839752" y="2607940"/>
                  </a:lnTo>
                  <a:lnTo>
                    <a:pt x="2839878" y="2607940"/>
                  </a:lnTo>
                  <a:lnTo>
                    <a:pt x="2840005" y="2607940"/>
                  </a:lnTo>
                  <a:lnTo>
                    <a:pt x="2840131" y="2607940"/>
                  </a:lnTo>
                  <a:lnTo>
                    <a:pt x="2840257" y="2607940"/>
                  </a:lnTo>
                  <a:lnTo>
                    <a:pt x="2840384" y="2607940"/>
                  </a:lnTo>
                  <a:lnTo>
                    <a:pt x="2840510" y="2607940"/>
                  </a:lnTo>
                  <a:lnTo>
                    <a:pt x="2840636" y="2607940"/>
                  </a:lnTo>
                  <a:lnTo>
                    <a:pt x="2840762" y="2607940"/>
                  </a:lnTo>
                  <a:lnTo>
                    <a:pt x="2840889" y="2607940"/>
                  </a:lnTo>
                  <a:lnTo>
                    <a:pt x="2841015" y="2607940"/>
                  </a:lnTo>
                  <a:lnTo>
                    <a:pt x="2841141" y="2607940"/>
                  </a:lnTo>
                  <a:lnTo>
                    <a:pt x="2841267" y="2607940"/>
                  </a:lnTo>
                  <a:lnTo>
                    <a:pt x="2841394" y="2607940"/>
                  </a:lnTo>
                  <a:lnTo>
                    <a:pt x="2841520" y="2607940"/>
                  </a:lnTo>
                  <a:lnTo>
                    <a:pt x="2841646" y="2607940"/>
                  </a:lnTo>
                  <a:lnTo>
                    <a:pt x="2841646" y="2603028"/>
                  </a:lnTo>
                  <a:lnTo>
                    <a:pt x="2841772" y="2603028"/>
                  </a:lnTo>
                  <a:lnTo>
                    <a:pt x="2841899" y="2603028"/>
                  </a:lnTo>
                  <a:lnTo>
                    <a:pt x="2842025" y="2603028"/>
                  </a:lnTo>
                  <a:lnTo>
                    <a:pt x="2842151" y="2603028"/>
                  </a:lnTo>
                  <a:lnTo>
                    <a:pt x="2842277" y="2603028"/>
                  </a:lnTo>
                  <a:lnTo>
                    <a:pt x="2842404" y="2603028"/>
                  </a:lnTo>
                  <a:lnTo>
                    <a:pt x="2842530" y="2603028"/>
                  </a:lnTo>
                  <a:lnTo>
                    <a:pt x="2842656" y="2603028"/>
                  </a:lnTo>
                  <a:lnTo>
                    <a:pt x="2842782" y="2603028"/>
                  </a:lnTo>
                  <a:lnTo>
                    <a:pt x="2842909" y="2603028"/>
                  </a:lnTo>
                  <a:lnTo>
                    <a:pt x="2842909" y="2598117"/>
                  </a:lnTo>
                  <a:lnTo>
                    <a:pt x="2843035" y="2598117"/>
                  </a:lnTo>
                  <a:lnTo>
                    <a:pt x="2843161" y="2598117"/>
                  </a:lnTo>
                  <a:lnTo>
                    <a:pt x="2843287" y="2598117"/>
                  </a:lnTo>
                  <a:lnTo>
                    <a:pt x="2843414" y="2598117"/>
                  </a:lnTo>
                  <a:lnTo>
                    <a:pt x="2843540" y="2598117"/>
                  </a:lnTo>
                  <a:lnTo>
                    <a:pt x="2843666" y="2598117"/>
                  </a:lnTo>
                  <a:lnTo>
                    <a:pt x="2843792" y="2598117"/>
                  </a:lnTo>
                  <a:lnTo>
                    <a:pt x="2843919" y="2598117"/>
                  </a:lnTo>
                  <a:lnTo>
                    <a:pt x="2844045" y="2598117"/>
                  </a:lnTo>
                  <a:lnTo>
                    <a:pt x="2844171" y="2598117"/>
                  </a:lnTo>
                  <a:lnTo>
                    <a:pt x="2844297" y="2598117"/>
                  </a:lnTo>
                  <a:lnTo>
                    <a:pt x="2844424" y="2598117"/>
                  </a:lnTo>
                  <a:lnTo>
                    <a:pt x="2844550" y="2598117"/>
                  </a:lnTo>
                  <a:lnTo>
                    <a:pt x="2844676" y="2598117"/>
                  </a:lnTo>
                  <a:lnTo>
                    <a:pt x="2844802" y="2598117"/>
                  </a:lnTo>
                  <a:lnTo>
                    <a:pt x="2844929" y="2598117"/>
                  </a:lnTo>
                  <a:lnTo>
                    <a:pt x="2845055" y="2598117"/>
                  </a:lnTo>
                  <a:lnTo>
                    <a:pt x="2845181" y="2598117"/>
                  </a:lnTo>
                  <a:lnTo>
                    <a:pt x="2845307" y="2598117"/>
                  </a:lnTo>
                  <a:lnTo>
                    <a:pt x="2845434" y="2598117"/>
                  </a:lnTo>
                  <a:lnTo>
                    <a:pt x="2845560" y="2598117"/>
                  </a:lnTo>
                  <a:lnTo>
                    <a:pt x="2845686" y="2598117"/>
                  </a:lnTo>
                  <a:lnTo>
                    <a:pt x="2845813" y="2598117"/>
                  </a:lnTo>
                  <a:lnTo>
                    <a:pt x="2845939" y="2598117"/>
                  </a:lnTo>
                  <a:lnTo>
                    <a:pt x="2846065" y="2598117"/>
                  </a:lnTo>
                  <a:lnTo>
                    <a:pt x="2846191" y="2598117"/>
                  </a:lnTo>
                  <a:lnTo>
                    <a:pt x="2846318" y="2598117"/>
                  </a:lnTo>
                  <a:lnTo>
                    <a:pt x="2846444" y="2598117"/>
                  </a:lnTo>
                  <a:lnTo>
                    <a:pt x="2846570" y="2598117"/>
                  </a:lnTo>
                  <a:lnTo>
                    <a:pt x="2846696" y="2598117"/>
                  </a:lnTo>
                  <a:lnTo>
                    <a:pt x="2846823" y="2598117"/>
                  </a:lnTo>
                  <a:lnTo>
                    <a:pt x="2846949" y="2598117"/>
                  </a:lnTo>
                  <a:lnTo>
                    <a:pt x="2847075" y="2598117"/>
                  </a:lnTo>
                  <a:lnTo>
                    <a:pt x="2847201" y="2598117"/>
                  </a:lnTo>
                  <a:lnTo>
                    <a:pt x="2847328" y="2598117"/>
                  </a:lnTo>
                  <a:lnTo>
                    <a:pt x="2847454" y="2598117"/>
                  </a:lnTo>
                  <a:lnTo>
                    <a:pt x="2847580" y="2598117"/>
                  </a:lnTo>
                  <a:lnTo>
                    <a:pt x="2847706" y="2598117"/>
                  </a:lnTo>
                  <a:lnTo>
                    <a:pt x="2847833" y="2598117"/>
                  </a:lnTo>
                  <a:lnTo>
                    <a:pt x="2847959" y="2598117"/>
                  </a:lnTo>
                  <a:lnTo>
                    <a:pt x="2848085" y="2598117"/>
                  </a:lnTo>
                  <a:lnTo>
                    <a:pt x="2848211" y="2598117"/>
                  </a:lnTo>
                  <a:lnTo>
                    <a:pt x="2848338" y="2598117"/>
                  </a:lnTo>
                  <a:lnTo>
                    <a:pt x="2848464" y="2598117"/>
                  </a:lnTo>
                  <a:lnTo>
                    <a:pt x="2848590" y="2598117"/>
                  </a:lnTo>
                  <a:lnTo>
                    <a:pt x="2848716" y="2598117"/>
                  </a:lnTo>
                  <a:lnTo>
                    <a:pt x="2848843" y="2598117"/>
                  </a:lnTo>
                  <a:lnTo>
                    <a:pt x="2848969" y="2598117"/>
                  </a:lnTo>
                  <a:lnTo>
                    <a:pt x="2849095" y="2598117"/>
                  </a:lnTo>
                  <a:lnTo>
                    <a:pt x="2849221" y="2598117"/>
                  </a:lnTo>
                  <a:lnTo>
                    <a:pt x="2849348" y="2598117"/>
                  </a:lnTo>
                  <a:lnTo>
                    <a:pt x="2849474" y="2598117"/>
                  </a:lnTo>
                  <a:lnTo>
                    <a:pt x="2849600" y="2598117"/>
                  </a:lnTo>
                  <a:lnTo>
                    <a:pt x="2849726" y="2598117"/>
                  </a:lnTo>
                  <a:lnTo>
                    <a:pt x="2849853" y="2598117"/>
                  </a:lnTo>
                  <a:lnTo>
                    <a:pt x="2849979" y="2598117"/>
                  </a:lnTo>
                  <a:lnTo>
                    <a:pt x="2850105" y="2598117"/>
                  </a:lnTo>
                  <a:lnTo>
                    <a:pt x="2850231" y="2598117"/>
                  </a:lnTo>
                  <a:lnTo>
                    <a:pt x="2850358" y="2598117"/>
                  </a:lnTo>
                  <a:lnTo>
                    <a:pt x="2850484" y="2598117"/>
                  </a:lnTo>
                  <a:lnTo>
                    <a:pt x="2850610" y="2598117"/>
                  </a:lnTo>
                  <a:lnTo>
                    <a:pt x="2850610" y="2593205"/>
                  </a:lnTo>
                  <a:lnTo>
                    <a:pt x="2850737" y="2593205"/>
                  </a:lnTo>
                  <a:lnTo>
                    <a:pt x="2850863" y="2593205"/>
                  </a:lnTo>
                  <a:lnTo>
                    <a:pt x="2850989" y="2593205"/>
                  </a:lnTo>
                  <a:lnTo>
                    <a:pt x="2851115" y="2593205"/>
                  </a:lnTo>
                  <a:lnTo>
                    <a:pt x="2851242" y="2593205"/>
                  </a:lnTo>
                  <a:lnTo>
                    <a:pt x="2851368" y="2593205"/>
                  </a:lnTo>
                  <a:lnTo>
                    <a:pt x="2851494" y="2593205"/>
                  </a:lnTo>
                  <a:lnTo>
                    <a:pt x="2851620" y="2593205"/>
                  </a:lnTo>
                  <a:lnTo>
                    <a:pt x="2851747" y="2593205"/>
                  </a:lnTo>
                  <a:lnTo>
                    <a:pt x="2851873" y="2593205"/>
                  </a:lnTo>
                  <a:lnTo>
                    <a:pt x="2851999" y="2593205"/>
                  </a:lnTo>
                  <a:lnTo>
                    <a:pt x="2852125" y="2593205"/>
                  </a:lnTo>
                  <a:lnTo>
                    <a:pt x="2852252" y="2593205"/>
                  </a:lnTo>
                  <a:lnTo>
                    <a:pt x="2852378" y="2593205"/>
                  </a:lnTo>
                  <a:lnTo>
                    <a:pt x="2852504" y="2593205"/>
                  </a:lnTo>
                  <a:lnTo>
                    <a:pt x="2852630" y="2593205"/>
                  </a:lnTo>
                  <a:lnTo>
                    <a:pt x="2852757" y="2593205"/>
                  </a:lnTo>
                  <a:lnTo>
                    <a:pt x="2852883" y="2593205"/>
                  </a:lnTo>
                  <a:lnTo>
                    <a:pt x="2853009" y="2593205"/>
                  </a:lnTo>
                  <a:lnTo>
                    <a:pt x="2853135" y="2593205"/>
                  </a:lnTo>
                  <a:lnTo>
                    <a:pt x="2853262" y="2593205"/>
                  </a:lnTo>
                  <a:lnTo>
                    <a:pt x="2853388" y="2593205"/>
                  </a:lnTo>
                  <a:lnTo>
                    <a:pt x="2853514" y="2593205"/>
                  </a:lnTo>
                  <a:lnTo>
                    <a:pt x="2853640" y="2593205"/>
                  </a:lnTo>
                  <a:lnTo>
                    <a:pt x="2853767" y="2593205"/>
                  </a:lnTo>
                  <a:lnTo>
                    <a:pt x="2853893" y="2593205"/>
                  </a:lnTo>
                  <a:lnTo>
                    <a:pt x="2854019" y="2593205"/>
                  </a:lnTo>
                  <a:lnTo>
                    <a:pt x="2854145" y="2593205"/>
                  </a:lnTo>
                  <a:lnTo>
                    <a:pt x="2854272" y="2593205"/>
                  </a:lnTo>
                  <a:lnTo>
                    <a:pt x="2854398" y="2593205"/>
                  </a:lnTo>
                  <a:lnTo>
                    <a:pt x="2854524" y="2593205"/>
                  </a:lnTo>
                  <a:lnTo>
                    <a:pt x="2854650" y="2593205"/>
                  </a:lnTo>
                  <a:lnTo>
                    <a:pt x="2854777" y="2593205"/>
                  </a:lnTo>
                  <a:lnTo>
                    <a:pt x="2854903" y="2593205"/>
                  </a:lnTo>
                  <a:lnTo>
                    <a:pt x="2855029" y="2593205"/>
                  </a:lnTo>
                  <a:lnTo>
                    <a:pt x="2855155" y="2593205"/>
                  </a:lnTo>
                  <a:lnTo>
                    <a:pt x="2855282" y="2593205"/>
                  </a:lnTo>
                  <a:lnTo>
                    <a:pt x="2855408" y="2593205"/>
                  </a:lnTo>
                  <a:lnTo>
                    <a:pt x="2855534" y="2593205"/>
                  </a:lnTo>
                  <a:lnTo>
                    <a:pt x="2855661" y="2593205"/>
                  </a:lnTo>
                  <a:lnTo>
                    <a:pt x="2855787" y="2593205"/>
                  </a:lnTo>
                  <a:lnTo>
                    <a:pt x="2855913" y="2593205"/>
                  </a:lnTo>
                  <a:lnTo>
                    <a:pt x="2856039" y="2593205"/>
                  </a:lnTo>
                  <a:lnTo>
                    <a:pt x="2856166" y="2593205"/>
                  </a:lnTo>
                  <a:lnTo>
                    <a:pt x="2856292" y="2593205"/>
                  </a:lnTo>
                  <a:lnTo>
                    <a:pt x="2856418" y="2593205"/>
                  </a:lnTo>
                  <a:lnTo>
                    <a:pt x="2856544" y="2593205"/>
                  </a:lnTo>
                  <a:lnTo>
                    <a:pt x="2856671" y="2593205"/>
                  </a:lnTo>
                  <a:lnTo>
                    <a:pt x="2856797" y="2593205"/>
                  </a:lnTo>
                  <a:lnTo>
                    <a:pt x="2856923" y="2593205"/>
                  </a:lnTo>
                  <a:lnTo>
                    <a:pt x="2857049" y="2593205"/>
                  </a:lnTo>
                  <a:lnTo>
                    <a:pt x="2857176" y="2593205"/>
                  </a:lnTo>
                  <a:lnTo>
                    <a:pt x="2857302" y="2593205"/>
                  </a:lnTo>
                  <a:lnTo>
                    <a:pt x="2857428" y="2593205"/>
                  </a:lnTo>
                  <a:lnTo>
                    <a:pt x="2857554" y="2593205"/>
                  </a:lnTo>
                  <a:lnTo>
                    <a:pt x="2857681" y="2593205"/>
                  </a:lnTo>
                  <a:lnTo>
                    <a:pt x="2857807" y="2593205"/>
                  </a:lnTo>
                  <a:lnTo>
                    <a:pt x="2857933" y="2593205"/>
                  </a:lnTo>
                  <a:lnTo>
                    <a:pt x="2858059" y="2593205"/>
                  </a:lnTo>
                  <a:lnTo>
                    <a:pt x="2858186" y="2593205"/>
                  </a:lnTo>
                  <a:lnTo>
                    <a:pt x="2858312" y="2593205"/>
                  </a:lnTo>
                  <a:lnTo>
                    <a:pt x="2858438" y="2593205"/>
                  </a:lnTo>
                  <a:lnTo>
                    <a:pt x="2858564" y="2593205"/>
                  </a:lnTo>
                  <a:lnTo>
                    <a:pt x="2858691" y="2593205"/>
                  </a:lnTo>
                  <a:lnTo>
                    <a:pt x="2858817" y="2593205"/>
                  </a:lnTo>
                  <a:lnTo>
                    <a:pt x="2858943" y="2593205"/>
                  </a:lnTo>
                  <a:lnTo>
                    <a:pt x="2858943" y="2588294"/>
                  </a:lnTo>
                  <a:lnTo>
                    <a:pt x="2859069" y="2588294"/>
                  </a:lnTo>
                  <a:lnTo>
                    <a:pt x="2859196" y="2588294"/>
                  </a:lnTo>
                  <a:lnTo>
                    <a:pt x="2859322" y="2588294"/>
                  </a:lnTo>
                  <a:lnTo>
                    <a:pt x="2859448" y="2588294"/>
                  </a:lnTo>
                  <a:lnTo>
                    <a:pt x="2859574" y="2588294"/>
                  </a:lnTo>
                  <a:lnTo>
                    <a:pt x="2859701" y="2588294"/>
                  </a:lnTo>
                  <a:lnTo>
                    <a:pt x="2859827" y="2588294"/>
                  </a:lnTo>
                  <a:lnTo>
                    <a:pt x="2859953" y="2588294"/>
                  </a:lnTo>
                  <a:lnTo>
                    <a:pt x="2860079" y="2588294"/>
                  </a:lnTo>
                  <a:lnTo>
                    <a:pt x="2860206" y="2588294"/>
                  </a:lnTo>
                  <a:lnTo>
                    <a:pt x="2860332" y="2588294"/>
                  </a:lnTo>
                  <a:lnTo>
                    <a:pt x="2860458" y="2588294"/>
                  </a:lnTo>
                  <a:lnTo>
                    <a:pt x="2860584" y="2588294"/>
                  </a:lnTo>
                  <a:lnTo>
                    <a:pt x="2860711" y="2588294"/>
                  </a:lnTo>
                  <a:lnTo>
                    <a:pt x="2860837" y="2588294"/>
                  </a:lnTo>
                  <a:lnTo>
                    <a:pt x="2860963" y="2588294"/>
                  </a:lnTo>
                  <a:lnTo>
                    <a:pt x="2861090" y="2588294"/>
                  </a:lnTo>
                  <a:lnTo>
                    <a:pt x="2861216" y="2588294"/>
                  </a:lnTo>
                  <a:lnTo>
                    <a:pt x="2861342" y="2588294"/>
                  </a:lnTo>
                  <a:lnTo>
                    <a:pt x="2861468" y="2588294"/>
                  </a:lnTo>
                  <a:lnTo>
                    <a:pt x="2861595" y="2588294"/>
                  </a:lnTo>
                  <a:lnTo>
                    <a:pt x="2861721" y="2588294"/>
                  </a:lnTo>
                  <a:lnTo>
                    <a:pt x="2861847" y="2588294"/>
                  </a:lnTo>
                  <a:lnTo>
                    <a:pt x="2861973" y="2588294"/>
                  </a:lnTo>
                  <a:lnTo>
                    <a:pt x="2862100" y="2588294"/>
                  </a:lnTo>
                  <a:lnTo>
                    <a:pt x="2862226" y="2588294"/>
                  </a:lnTo>
                  <a:lnTo>
                    <a:pt x="2862352" y="2588294"/>
                  </a:lnTo>
                  <a:lnTo>
                    <a:pt x="2862478" y="2588294"/>
                  </a:lnTo>
                  <a:lnTo>
                    <a:pt x="2862605" y="2588294"/>
                  </a:lnTo>
                  <a:lnTo>
                    <a:pt x="2862731" y="2588294"/>
                  </a:lnTo>
                  <a:lnTo>
                    <a:pt x="2862857" y="2588294"/>
                  </a:lnTo>
                  <a:lnTo>
                    <a:pt x="2862983" y="2588294"/>
                  </a:lnTo>
                  <a:lnTo>
                    <a:pt x="2863110" y="2588294"/>
                  </a:lnTo>
                  <a:lnTo>
                    <a:pt x="2863236" y="2588294"/>
                  </a:lnTo>
                  <a:lnTo>
                    <a:pt x="2863362" y="2588294"/>
                  </a:lnTo>
                  <a:lnTo>
                    <a:pt x="2863488" y="2588294"/>
                  </a:lnTo>
                  <a:lnTo>
                    <a:pt x="2863615" y="2588294"/>
                  </a:lnTo>
                  <a:lnTo>
                    <a:pt x="2863741" y="2588294"/>
                  </a:lnTo>
                  <a:lnTo>
                    <a:pt x="2863867" y="2588294"/>
                  </a:lnTo>
                  <a:lnTo>
                    <a:pt x="2863993" y="2588294"/>
                  </a:lnTo>
                  <a:lnTo>
                    <a:pt x="2864120" y="2588294"/>
                  </a:lnTo>
                  <a:lnTo>
                    <a:pt x="2864246" y="2588294"/>
                  </a:lnTo>
                  <a:lnTo>
                    <a:pt x="2864372" y="2588294"/>
                  </a:lnTo>
                  <a:lnTo>
                    <a:pt x="2864498" y="2588294"/>
                  </a:lnTo>
                  <a:lnTo>
                    <a:pt x="2864625" y="2588294"/>
                  </a:lnTo>
                  <a:lnTo>
                    <a:pt x="2864751" y="2588294"/>
                  </a:lnTo>
                  <a:lnTo>
                    <a:pt x="2864877" y="2588294"/>
                  </a:lnTo>
                  <a:lnTo>
                    <a:pt x="2865003" y="2588294"/>
                  </a:lnTo>
                  <a:lnTo>
                    <a:pt x="2865130" y="2588294"/>
                  </a:lnTo>
                  <a:lnTo>
                    <a:pt x="2865256" y="2588294"/>
                  </a:lnTo>
                  <a:lnTo>
                    <a:pt x="2865382" y="2588294"/>
                  </a:lnTo>
                  <a:lnTo>
                    <a:pt x="2865508" y="2588294"/>
                  </a:lnTo>
                  <a:lnTo>
                    <a:pt x="2865635" y="2588294"/>
                  </a:lnTo>
                  <a:lnTo>
                    <a:pt x="2865761" y="2588294"/>
                  </a:lnTo>
                  <a:lnTo>
                    <a:pt x="2865887" y="2588294"/>
                  </a:lnTo>
                  <a:lnTo>
                    <a:pt x="2866014" y="2588294"/>
                  </a:lnTo>
                  <a:lnTo>
                    <a:pt x="2866140" y="2588294"/>
                  </a:lnTo>
                  <a:lnTo>
                    <a:pt x="2866266" y="2588294"/>
                  </a:lnTo>
                  <a:lnTo>
                    <a:pt x="2866392" y="2588294"/>
                  </a:lnTo>
                  <a:lnTo>
                    <a:pt x="2866519" y="2588294"/>
                  </a:lnTo>
                  <a:lnTo>
                    <a:pt x="2866645" y="2588294"/>
                  </a:lnTo>
                  <a:lnTo>
                    <a:pt x="2866771" y="2588294"/>
                  </a:lnTo>
                  <a:lnTo>
                    <a:pt x="2866771" y="2583383"/>
                  </a:lnTo>
                  <a:lnTo>
                    <a:pt x="2866897" y="2583383"/>
                  </a:lnTo>
                  <a:lnTo>
                    <a:pt x="2867024" y="2583383"/>
                  </a:lnTo>
                  <a:lnTo>
                    <a:pt x="2867150" y="2583383"/>
                  </a:lnTo>
                  <a:lnTo>
                    <a:pt x="2867276" y="2583383"/>
                  </a:lnTo>
                  <a:lnTo>
                    <a:pt x="2867402" y="2583383"/>
                  </a:lnTo>
                  <a:lnTo>
                    <a:pt x="2867529" y="2583383"/>
                  </a:lnTo>
                  <a:lnTo>
                    <a:pt x="2867655" y="2583383"/>
                  </a:lnTo>
                  <a:lnTo>
                    <a:pt x="2867655" y="2578471"/>
                  </a:lnTo>
                  <a:lnTo>
                    <a:pt x="2867781" y="2578471"/>
                  </a:lnTo>
                  <a:lnTo>
                    <a:pt x="2867907" y="2578471"/>
                  </a:lnTo>
                  <a:lnTo>
                    <a:pt x="2867907" y="2573560"/>
                  </a:lnTo>
                  <a:lnTo>
                    <a:pt x="2868034" y="2573560"/>
                  </a:lnTo>
                  <a:lnTo>
                    <a:pt x="2868160" y="2573560"/>
                  </a:lnTo>
                  <a:lnTo>
                    <a:pt x="2868286" y="2573560"/>
                  </a:lnTo>
                  <a:lnTo>
                    <a:pt x="2868412" y="2573560"/>
                  </a:lnTo>
                  <a:lnTo>
                    <a:pt x="2868539" y="2573560"/>
                  </a:lnTo>
                  <a:lnTo>
                    <a:pt x="2868665" y="2573560"/>
                  </a:lnTo>
                  <a:lnTo>
                    <a:pt x="2868791" y="2573560"/>
                  </a:lnTo>
                  <a:lnTo>
                    <a:pt x="2868917" y="2573560"/>
                  </a:lnTo>
                  <a:lnTo>
                    <a:pt x="2869044" y="2573560"/>
                  </a:lnTo>
                  <a:lnTo>
                    <a:pt x="2869044" y="2568649"/>
                  </a:lnTo>
                  <a:lnTo>
                    <a:pt x="2869170" y="2568649"/>
                  </a:lnTo>
                  <a:lnTo>
                    <a:pt x="2869296" y="2568649"/>
                  </a:lnTo>
                  <a:lnTo>
                    <a:pt x="2869422" y="2568649"/>
                  </a:lnTo>
                  <a:lnTo>
                    <a:pt x="2869549" y="2568649"/>
                  </a:lnTo>
                  <a:lnTo>
                    <a:pt x="2869675" y="2568649"/>
                  </a:lnTo>
                  <a:lnTo>
                    <a:pt x="2869801" y="2568649"/>
                  </a:lnTo>
                  <a:lnTo>
                    <a:pt x="2869927" y="2568649"/>
                  </a:lnTo>
                  <a:lnTo>
                    <a:pt x="2870054" y="2568649"/>
                  </a:lnTo>
                  <a:lnTo>
                    <a:pt x="2870180" y="2568649"/>
                  </a:lnTo>
                  <a:lnTo>
                    <a:pt x="2870306" y="2568649"/>
                  </a:lnTo>
                  <a:lnTo>
                    <a:pt x="2870432" y="2568649"/>
                  </a:lnTo>
                  <a:lnTo>
                    <a:pt x="2870559" y="2568649"/>
                  </a:lnTo>
                  <a:lnTo>
                    <a:pt x="2870685" y="2568649"/>
                  </a:lnTo>
                  <a:lnTo>
                    <a:pt x="2870811" y="2568649"/>
                  </a:lnTo>
                  <a:lnTo>
                    <a:pt x="2870937" y="2568649"/>
                  </a:lnTo>
                  <a:lnTo>
                    <a:pt x="2871064" y="2568649"/>
                  </a:lnTo>
                  <a:lnTo>
                    <a:pt x="2871190" y="2568649"/>
                  </a:lnTo>
                  <a:lnTo>
                    <a:pt x="2871316" y="2568649"/>
                  </a:lnTo>
                  <a:lnTo>
                    <a:pt x="2871443" y="2568649"/>
                  </a:lnTo>
                  <a:lnTo>
                    <a:pt x="2871569" y="2568649"/>
                  </a:lnTo>
                  <a:lnTo>
                    <a:pt x="2871695" y="2568649"/>
                  </a:lnTo>
                  <a:lnTo>
                    <a:pt x="2871821" y="2568649"/>
                  </a:lnTo>
                  <a:lnTo>
                    <a:pt x="2871948" y="2568649"/>
                  </a:lnTo>
                  <a:lnTo>
                    <a:pt x="2872074" y="2568649"/>
                  </a:lnTo>
                  <a:lnTo>
                    <a:pt x="2872200" y="2568649"/>
                  </a:lnTo>
                  <a:lnTo>
                    <a:pt x="2872326" y="2568649"/>
                  </a:lnTo>
                  <a:lnTo>
                    <a:pt x="2872453" y="2568649"/>
                  </a:lnTo>
                  <a:lnTo>
                    <a:pt x="2872579" y="2568649"/>
                  </a:lnTo>
                  <a:lnTo>
                    <a:pt x="2872705" y="2568649"/>
                  </a:lnTo>
                  <a:lnTo>
                    <a:pt x="2872831" y="2568649"/>
                  </a:lnTo>
                  <a:lnTo>
                    <a:pt x="2872958" y="2568649"/>
                  </a:lnTo>
                  <a:lnTo>
                    <a:pt x="2873084" y="2568649"/>
                  </a:lnTo>
                  <a:lnTo>
                    <a:pt x="2873210" y="2568649"/>
                  </a:lnTo>
                  <a:lnTo>
                    <a:pt x="2873336" y="2568649"/>
                  </a:lnTo>
                  <a:lnTo>
                    <a:pt x="2873463" y="2568649"/>
                  </a:lnTo>
                  <a:lnTo>
                    <a:pt x="2873589" y="2568649"/>
                  </a:lnTo>
                  <a:lnTo>
                    <a:pt x="2873715" y="2568649"/>
                  </a:lnTo>
                  <a:lnTo>
                    <a:pt x="2873841" y="2568649"/>
                  </a:lnTo>
                  <a:lnTo>
                    <a:pt x="2873968" y="2568649"/>
                  </a:lnTo>
                  <a:lnTo>
                    <a:pt x="2874094" y="2568649"/>
                  </a:lnTo>
                  <a:lnTo>
                    <a:pt x="2874220" y="2568649"/>
                  </a:lnTo>
                  <a:lnTo>
                    <a:pt x="2874346" y="2568649"/>
                  </a:lnTo>
                  <a:lnTo>
                    <a:pt x="2874473" y="2568649"/>
                  </a:lnTo>
                  <a:lnTo>
                    <a:pt x="2874599" y="2568649"/>
                  </a:lnTo>
                  <a:lnTo>
                    <a:pt x="2874725" y="2568649"/>
                  </a:lnTo>
                  <a:lnTo>
                    <a:pt x="2874851" y="2568649"/>
                  </a:lnTo>
                  <a:lnTo>
                    <a:pt x="2874978" y="2568649"/>
                  </a:lnTo>
                  <a:lnTo>
                    <a:pt x="2875104" y="2568649"/>
                  </a:lnTo>
                  <a:lnTo>
                    <a:pt x="2875230" y="2568649"/>
                  </a:lnTo>
                  <a:lnTo>
                    <a:pt x="2875356" y="2568649"/>
                  </a:lnTo>
                  <a:lnTo>
                    <a:pt x="2875483" y="2568649"/>
                  </a:lnTo>
                  <a:lnTo>
                    <a:pt x="2875609" y="2568649"/>
                  </a:lnTo>
                  <a:lnTo>
                    <a:pt x="2875735" y="2568649"/>
                  </a:lnTo>
                  <a:lnTo>
                    <a:pt x="2875861" y="2568649"/>
                  </a:lnTo>
                  <a:lnTo>
                    <a:pt x="2875988" y="2568649"/>
                  </a:lnTo>
                  <a:lnTo>
                    <a:pt x="2876114" y="2568649"/>
                  </a:lnTo>
                  <a:lnTo>
                    <a:pt x="2876240" y="2568649"/>
                  </a:lnTo>
                  <a:lnTo>
                    <a:pt x="2876367" y="2568649"/>
                  </a:lnTo>
                  <a:lnTo>
                    <a:pt x="2876493" y="2568649"/>
                  </a:lnTo>
                  <a:lnTo>
                    <a:pt x="2876619" y="2568649"/>
                  </a:lnTo>
                  <a:lnTo>
                    <a:pt x="2876745" y="2568649"/>
                  </a:lnTo>
                  <a:lnTo>
                    <a:pt x="2876872" y="2568649"/>
                  </a:lnTo>
                  <a:lnTo>
                    <a:pt x="2876998" y="2568649"/>
                  </a:lnTo>
                  <a:lnTo>
                    <a:pt x="2877124" y="2568649"/>
                  </a:lnTo>
                  <a:lnTo>
                    <a:pt x="2877250" y="2568649"/>
                  </a:lnTo>
                  <a:lnTo>
                    <a:pt x="2877377" y="2568649"/>
                  </a:lnTo>
                  <a:lnTo>
                    <a:pt x="2877503" y="2568649"/>
                  </a:lnTo>
                  <a:lnTo>
                    <a:pt x="2877629" y="2568649"/>
                  </a:lnTo>
                  <a:lnTo>
                    <a:pt x="2877755" y="2568649"/>
                  </a:lnTo>
                  <a:lnTo>
                    <a:pt x="2877882" y="2568649"/>
                  </a:lnTo>
                  <a:lnTo>
                    <a:pt x="2878008" y="2568649"/>
                  </a:lnTo>
                  <a:lnTo>
                    <a:pt x="2878134" y="2568649"/>
                  </a:lnTo>
                  <a:lnTo>
                    <a:pt x="2878260" y="2568649"/>
                  </a:lnTo>
                  <a:lnTo>
                    <a:pt x="2878387" y="2568649"/>
                  </a:lnTo>
                  <a:lnTo>
                    <a:pt x="2878513" y="2568649"/>
                  </a:lnTo>
                  <a:lnTo>
                    <a:pt x="2878639" y="2568649"/>
                  </a:lnTo>
                  <a:lnTo>
                    <a:pt x="2878765" y="2568649"/>
                  </a:lnTo>
                  <a:lnTo>
                    <a:pt x="2878892" y="2568649"/>
                  </a:lnTo>
                  <a:lnTo>
                    <a:pt x="2879018" y="2568649"/>
                  </a:lnTo>
                  <a:lnTo>
                    <a:pt x="2879144" y="2568649"/>
                  </a:lnTo>
                  <a:lnTo>
                    <a:pt x="2879270" y="2568649"/>
                  </a:lnTo>
                  <a:lnTo>
                    <a:pt x="2879397" y="2568649"/>
                  </a:lnTo>
                  <a:lnTo>
                    <a:pt x="2879523" y="2568649"/>
                  </a:lnTo>
                  <a:lnTo>
                    <a:pt x="2879649" y="2568649"/>
                  </a:lnTo>
                  <a:lnTo>
                    <a:pt x="2879775" y="2568649"/>
                  </a:lnTo>
                  <a:lnTo>
                    <a:pt x="2879902" y="2568649"/>
                  </a:lnTo>
                  <a:lnTo>
                    <a:pt x="2880028" y="2568649"/>
                  </a:lnTo>
                  <a:lnTo>
                    <a:pt x="2880154" y="2568649"/>
                  </a:lnTo>
                  <a:lnTo>
                    <a:pt x="2880280" y="2568649"/>
                  </a:lnTo>
                  <a:lnTo>
                    <a:pt x="2880407" y="2568649"/>
                  </a:lnTo>
                  <a:lnTo>
                    <a:pt x="2880533" y="2568649"/>
                  </a:lnTo>
                  <a:lnTo>
                    <a:pt x="2880659" y="2568649"/>
                  </a:lnTo>
                  <a:lnTo>
                    <a:pt x="2880785" y="2568649"/>
                  </a:lnTo>
                  <a:lnTo>
                    <a:pt x="2880912" y="2568649"/>
                  </a:lnTo>
                  <a:lnTo>
                    <a:pt x="2881038" y="2568649"/>
                  </a:lnTo>
                  <a:lnTo>
                    <a:pt x="2881164" y="2568649"/>
                  </a:lnTo>
                  <a:lnTo>
                    <a:pt x="2881290" y="2568649"/>
                  </a:lnTo>
                  <a:lnTo>
                    <a:pt x="2881417" y="2568649"/>
                  </a:lnTo>
                  <a:lnTo>
                    <a:pt x="2881543" y="2568649"/>
                  </a:lnTo>
                  <a:lnTo>
                    <a:pt x="2881669" y="2568649"/>
                  </a:lnTo>
                  <a:lnTo>
                    <a:pt x="2881796" y="2568649"/>
                  </a:lnTo>
                  <a:lnTo>
                    <a:pt x="2881922" y="2568649"/>
                  </a:lnTo>
                  <a:lnTo>
                    <a:pt x="2882048" y="2568649"/>
                  </a:lnTo>
                  <a:lnTo>
                    <a:pt x="2882048" y="2563737"/>
                  </a:lnTo>
                  <a:lnTo>
                    <a:pt x="2882174" y="2563737"/>
                  </a:lnTo>
                  <a:lnTo>
                    <a:pt x="2882301" y="2563737"/>
                  </a:lnTo>
                  <a:lnTo>
                    <a:pt x="2882427" y="2563737"/>
                  </a:lnTo>
                  <a:lnTo>
                    <a:pt x="2882553" y="2563737"/>
                  </a:lnTo>
                  <a:lnTo>
                    <a:pt x="2882679" y="2563737"/>
                  </a:lnTo>
                  <a:lnTo>
                    <a:pt x="2882806" y="2563737"/>
                  </a:lnTo>
                  <a:lnTo>
                    <a:pt x="2882932" y="2563737"/>
                  </a:lnTo>
                  <a:lnTo>
                    <a:pt x="2883058" y="2563737"/>
                  </a:lnTo>
                  <a:lnTo>
                    <a:pt x="2883184" y="2563737"/>
                  </a:lnTo>
                  <a:lnTo>
                    <a:pt x="2883311" y="2563737"/>
                  </a:lnTo>
                  <a:lnTo>
                    <a:pt x="2883437" y="2563737"/>
                  </a:lnTo>
                  <a:lnTo>
                    <a:pt x="2883563" y="2563737"/>
                  </a:lnTo>
                  <a:lnTo>
                    <a:pt x="2883689" y="2563737"/>
                  </a:lnTo>
                  <a:lnTo>
                    <a:pt x="2883816" y="2563737"/>
                  </a:lnTo>
                  <a:lnTo>
                    <a:pt x="2883942" y="2563737"/>
                  </a:lnTo>
                  <a:lnTo>
                    <a:pt x="2884068" y="2563737"/>
                  </a:lnTo>
                  <a:lnTo>
                    <a:pt x="2884194" y="2563737"/>
                  </a:lnTo>
                  <a:lnTo>
                    <a:pt x="2884321" y="2563737"/>
                  </a:lnTo>
                  <a:lnTo>
                    <a:pt x="2884447" y="2563737"/>
                  </a:lnTo>
                  <a:lnTo>
                    <a:pt x="2884573" y="2563737"/>
                  </a:lnTo>
                  <a:lnTo>
                    <a:pt x="2884699" y="2563737"/>
                  </a:lnTo>
                  <a:lnTo>
                    <a:pt x="2884826" y="2563737"/>
                  </a:lnTo>
                  <a:lnTo>
                    <a:pt x="2884952" y="2563737"/>
                  </a:lnTo>
                  <a:lnTo>
                    <a:pt x="2885078" y="2563737"/>
                  </a:lnTo>
                  <a:lnTo>
                    <a:pt x="2885204" y="2563737"/>
                  </a:lnTo>
                  <a:lnTo>
                    <a:pt x="2885331" y="2563737"/>
                  </a:lnTo>
                  <a:lnTo>
                    <a:pt x="2885457" y="2563737"/>
                  </a:lnTo>
                  <a:lnTo>
                    <a:pt x="2885583" y="2563737"/>
                  </a:lnTo>
                  <a:lnTo>
                    <a:pt x="2885709" y="2563737"/>
                  </a:lnTo>
                  <a:lnTo>
                    <a:pt x="2885836" y="2563737"/>
                  </a:lnTo>
                  <a:lnTo>
                    <a:pt x="2885962" y="2563737"/>
                  </a:lnTo>
                  <a:lnTo>
                    <a:pt x="2886088" y="2563737"/>
                  </a:lnTo>
                  <a:lnTo>
                    <a:pt x="2886214" y="2563737"/>
                  </a:lnTo>
                  <a:lnTo>
                    <a:pt x="2886341" y="2563737"/>
                  </a:lnTo>
                  <a:lnTo>
                    <a:pt x="2886467" y="2563737"/>
                  </a:lnTo>
                  <a:lnTo>
                    <a:pt x="2886593" y="2563737"/>
                  </a:lnTo>
                  <a:lnTo>
                    <a:pt x="2886720" y="2563737"/>
                  </a:lnTo>
                  <a:lnTo>
                    <a:pt x="2886846" y="2563737"/>
                  </a:lnTo>
                  <a:lnTo>
                    <a:pt x="2886972" y="2563737"/>
                  </a:lnTo>
                  <a:lnTo>
                    <a:pt x="2887098" y="2563737"/>
                  </a:lnTo>
                  <a:lnTo>
                    <a:pt x="2887225" y="2563737"/>
                  </a:lnTo>
                  <a:lnTo>
                    <a:pt x="2887351" y="2563737"/>
                  </a:lnTo>
                  <a:lnTo>
                    <a:pt x="2887477" y="2563737"/>
                  </a:lnTo>
                  <a:lnTo>
                    <a:pt x="2887603" y="2563737"/>
                  </a:lnTo>
                  <a:lnTo>
                    <a:pt x="2887730" y="2563737"/>
                  </a:lnTo>
                  <a:lnTo>
                    <a:pt x="2887856" y="2563737"/>
                  </a:lnTo>
                  <a:lnTo>
                    <a:pt x="2887982" y="2563737"/>
                  </a:lnTo>
                  <a:lnTo>
                    <a:pt x="2888108" y="2563737"/>
                  </a:lnTo>
                  <a:lnTo>
                    <a:pt x="2888235" y="2563737"/>
                  </a:lnTo>
                  <a:lnTo>
                    <a:pt x="2888361" y="2563737"/>
                  </a:lnTo>
                  <a:lnTo>
                    <a:pt x="2888361" y="2558826"/>
                  </a:lnTo>
                  <a:lnTo>
                    <a:pt x="2888487" y="2558826"/>
                  </a:lnTo>
                  <a:lnTo>
                    <a:pt x="2888613" y="2558826"/>
                  </a:lnTo>
                  <a:lnTo>
                    <a:pt x="2888740" y="2558826"/>
                  </a:lnTo>
                  <a:lnTo>
                    <a:pt x="2888866" y="2558826"/>
                  </a:lnTo>
                  <a:lnTo>
                    <a:pt x="2888992" y="2558826"/>
                  </a:lnTo>
                  <a:lnTo>
                    <a:pt x="2889118" y="2558826"/>
                  </a:lnTo>
                  <a:lnTo>
                    <a:pt x="2889245" y="2558826"/>
                  </a:lnTo>
                  <a:lnTo>
                    <a:pt x="2889371" y="2558826"/>
                  </a:lnTo>
                  <a:lnTo>
                    <a:pt x="2889497" y="2558826"/>
                  </a:lnTo>
                  <a:lnTo>
                    <a:pt x="2889623" y="2558826"/>
                  </a:lnTo>
                  <a:lnTo>
                    <a:pt x="2889750" y="2558826"/>
                  </a:lnTo>
                  <a:lnTo>
                    <a:pt x="2889876" y="2558826"/>
                  </a:lnTo>
                  <a:lnTo>
                    <a:pt x="2890002" y="2558826"/>
                  </a:lnTo>
                  <a:lnTo>
                    <a:pt x="2890128" y="2558826"/>
                  </a:lnTo>
                  <a:lnTo>
                    <a:pt x="2890255" y="2558826"/>
                  </a:lnTo>
                  <a:lnTo>
                    <a:pt x="2890381" y="2558826"/>
                  </a:lnTo>
                  <a:lnTo>
                    <a:pt x="2890507" y="2558826"/>
                  </a:lnTo>
                  <a:lnTo>
                    <a:pt x="2890633" y="2558826"/>
                  </a:lnTo>
                  <a:lnTo>
                    <a:pt x="2890760" y="2558826"/>
                  </a:lnTo>
                  <a:lnTo>
                    <a:pt x="2890886" y="2558826"/>
                  </a:lnTo>
                  <a:lnTo>
                    <a:pt x="2891012" y="2558826"/>
                  </a:lnTo>
                  <a:lnTo>
                    <a:pt x="2891138" y="2558826"/>
                  </a:lnTo>
                  <a:lnTo>
                    <a:pt x="2891265" y="2558826"/>
                  </a:lnTo>
                  <a:lnTo>
                    <a:pt x="2891391" y="2558826"/>
                  </a:lnTo>
                  <a:lnTo>
                    <a:pt x="2891517" y="2558826"/>
                  </a:lnTo>
                  <a:lnTo>
                    <a:pt x="2891643" y="2558826"/>
                  </a:lnTo>
                  <a:lnTo>
                    <a:pt x="2891770" y="2558826"/>
                  </a:lnTo>
                  <a:lnTo>
                    <a:pt x="2891896" y="2558826"/>
                  </a:lnTo>
                  <a:lnTo>
                    <a:pt x="2892022" y="2558826"/>
                  </a:lnTo>
                  <a:lnTo>
                    <a:pt x="2892149" y="2558826"/>
                  </a:lnTo>
                  <a:lnTo>
                    <a:pt x="2892275" y="2558826"/>
                  </a:lnTo>
                  <a:lnTo>
                    <a:pt x="2892401" y="2558826"/>
                  </a:lnTo>
                  <a:lnTo>
                    <a:pt x="2892527" y="2558826"/>
                  </a:lnTo>
                  <a:lnTo>
                    <a:pt x="2892654" y="2558826"/>
                  </a:lnTo>
                  <a:lnTo>
                    <a:pt x="2892780" y="2558826"/>
                  </a:lnTo>
                  <a:lnTo>
                    <a:pt x="2892906" y="2558826"/>
                  </a:lnTo>
                  <a:lnTo>
                    <a:pt x="2893032" y="2558826"/>
                  </a:lnTo>
                  <a:lnTo>
                    <a:pt x="2893159" y="2558826"/>
                  </a:lnTo>
                  <a:lnTo>
                    <a:pt x="2893285" y="2558826"/>
                  </a:lnTo>
                  <a:lnTo>
                    <a:pt x="2893411" y="2558826"/>
                  </a:lnTo>
                  <a:lnTo>
                    <a:pt x="2893537" y="2558826"/>
                  </a:lnTo>
                  <a:lnTo>
                    <a:pt x="2893664" y="2558826"/>
                  </a:lnTo>
                  <a:lnTo>
                    <a:pt x="2893790" y="2558826"/>
                  </a:lnTo>
                  <a:lnTo>
                    <a:pt x="2893916" y="2558826"/>
                  </a:lnTo>
                  <a:lnTo>
                    <a:pt x="2894042" y="2558826"/>
                  </a:lnTo>
                  <a:lnTo>
                    <a:pt x="2894042" y="2553914"/>
                  </a:lnTo>
                  <a:lnTo>
                    <a:pt x="2894169" y="2553914"/>
                  </a:lnTo>
                  <a:lnTo>
                    <a:pt x="2894295" y="2553914"/>
                  </a:lnTo>
                  <a:lnTo>
                    <a:pt x="2894421" y="2553914"/>
                  </a:lnTo>
                  <a:lnTo>
                    <a:pt x="2894547" y="2553914"/>
                  </a:lnTo>
                  <a:lnTo>
                    <a:pt x="2894674" y="2553914"/>
                  </a:lnTo>
                  <a:lnTo>
                    <a:pt x="2894800" y="2553914"/>
                  </a:lnTo>
                  <a:lnTo>
                    <a:pt x="2894926" y="2553914"/>
                  </a:lnTo>
                  <a:lnTo>
                    <a:pt x="2894926" y="2549003"/>
                  </a:lnTo>
                  <a:lnTo>
                    <a:pt x="2895052" y="2549003"/>
                  </a:lnTo>
                  <a:lnTo>
                    <a:pt x="2895179" y="2549003"/>
                  </a:lnTo>
                  <a:lnTo>
                    <a:pt x="2895305" y="2549003"/>
                  </a:lnTo>
                  <a:lnTo>
                    <a:pt x="2895431" y="2549003"/>
                  </a:lnTo>
                  <a:lnTo>
                    <a:pt x="2895557" y="2549003"/>
                  </a:lnTo>
                  <a:lnTo>
                    <a:pt x="2895684" y="2549003"/>
                  </a:lnTo>
                  <a:lnTo>
                    <a:pt x="2895810" y="2549003"/>
                  </a:lnTo>
                  <a:lnTo>
                    <a:pt x="2895936" y="2549003"/>
                  </a:lnTo>
                  <a:lnTo>
                    <a:pt x="2896062" y="2549003"/>
                  </a:lnTo>
                  <a:lnTo>
                    <a:pt x="2896189" y="2549003"/>
                  </a:lnTo>
                  <a:lnTo>
                    <a:pt x="2896315" y="2549003"/>
                  </a:lnTo>
                  <a:lnTo>
                    <a:pt x="2896441" y="2549003"/>
                  </a:lnTo>
                  <a:lnTo>
                    <a:pt x="2896567" y="2549003"/>
                  </a:lnTo>
                  <a:lnTo>
                    <a:pt x="2896694" y="2549003"/>
                  </a:lnTo>
                  <a:lnTo>
                    <a:pt x="2896820" y="2549003"/>
                  </a:lnTo>
                  <a:lnTo>
                    <a:pt x="2896946" y="2549003"/>
                  </a:lnTo>
                  <a:lnTo>
                    <a:pt x="2897073" y="2549003"/>
                  </a:lnTo>
                  <a:lnTo>
                    <a:pt x="2897199" y="2549003"/>
                  </a:lnTo>
                  <a:lnTo>
                    <a:pt x="2897325" y="2549003"/>
                  </a:lnTo>
                  <a:lnTo>
                    <a:pt x="2897451" y="2549003"/>
                  </a:lnTo>
                  <a:lnTo>
                    <a:pt x="2897578" y="2549003"/>
                  </a:lnTo>
                  <a:lnTo>
                    <a:pt x="2897704" y="2549003"/>
                  </a:lnTo>
                  <a:lnTo>
                    <a:pt x="2897830" y="2549003"/>
                  </a:lnTo>
                  <a:lnTo>
                    <a:pt x="2897956" y="2549003"/>
                  </a:lnTo>
                  <a:lnTo>
                    <a:pt x="2898083" y="2549003"/>
                  </a:lnTo>
                  <a:lnTo>
                    <a:pt x="2898209" y="2549003"/>
                  </a:lnTo>
                  <a:lnTo>
                    <a:pt x="2898335" y="2549003"/>
                  </a:lnTo>
                  <a:lnTo>
                    <a:pt x="2898461" y="2549003"/>
                  </a:lnTo>
                  <a:lnTo>
                    <a:pt x="2898588" y="2549003"/>
                  </a:lnTo>
                  <a:lnTo>
                    <a:pt x="2898714" y="2549003"/>
                  </a:lnTo>
                  <a:lnTo>
                    <a:pt x="2898840" y="2549003"/>
                  </a:lnTo>
                  <a:lnTo>
                    <a:pt x="2898966" y="2549003"/>
                  </a:lnTo>
                  <a:lnTo>
                    <a:pt x="2899093" y="2549003"/>
                  </a:lnTo>
                  <a:lnTo>
                    <a:pt x="2899219" y="2549003"/>
                  </a:lnTo>
                  <a:lnTo>
                    <a:pt x="2899345" y="2549003"/>
                  </a:lnTo>
                  <a:lnTo>
                    <a:pt x="2899471" y="2549003"/>
                  </a:lnTo>
                  <a:lnTo>
                    <a:pt x="2899598" y="2549003"/>
                  </a:lnTo>
                  <a:lnTo>
                    <a:pt x="2899724" y="2549003"/>
                  </a:lnTo>
                  <a:lnTo>
                    <a:pt x="2899850" y="2549003"/>
                  </a:lnTo>
                  <a:lnTo>
                    <a:pt x="2899976" y="2549003"/>
                  </a:lnTo>
                  <a:lnTo>
                    <a:pt x="2900103" y="2549003"/>
                  </a:lnTo>
                  <a:lnTo>
                    <a:pt x="2900229" y="2549003"/>
                  </a:lnTo>
                  <a:lnTo>
                    <a:pt x="2900355" y="2549003"/>
                  </a:lnTo>
                  <a:lnTo>
                    <a:pt x="2900481" y="2549003"/>
                  </a:lnTo>
                  <a:lnTo>
                    <a:pt x="2900608" y="2549003"/>
                  </a:lnTo>
                  <a:lnTo>
                    <a:pt x="2900734" y="2549003"/>
                  </a:lnTo>
                  <a:lnTo>
                    <a:pt x="2900860" y="2549003"/>
                  </a:lnTo>
                  <a:lnTo>
                    <a:pt x="2900986" y="2549003"/>
                  </a:lnTo>
                  <a:lnTo>
                    <a:pt x="2901113" y="2549003"/>
                  </a:lnTo>
                  <a:lnTo>
                    <a:pt x="2901239" y="2549003"/>
                  </a:lnTo>
                  <a:lnTo>
                    <a:pt x="2901365" y="2549003"/>
                  </a:lnTo>
                  <a:lnTo>
                    <a:pt x="2901491" y="2549003"/>
                  </a:lnTo>
                  <a:lnTo>
                    <a:pt x="2901618" y="2549003"/>
                  </a:lnTo>
                  <a:lnTo>
                    <a:pt x="2901744" y="2549003"/>
                  </a:lnTo>
                  <a:lnTo>
                    <a:pt x="2901870" y="2549003"/>
                  </a:lnTo>
                  <a:lnTo>
                    <a:pt x="2901996" y="2549003"/>
                  </a:lnTo>
                  <a:lnTo>
                    <a:pt x="2902123" y="2549003"/>
                  </a:lnTo>
                  <a:lnTo>
                    <a:pt x="2902249" y="2549003"/>
                  </a:lnTo>
                  <a:lnTo>
                    <a:pt x="2902375" y="2549003"/>
                  </a:lnTo>
                  <a:lnTo>
                    <a:pt x="2902502" y="2549003"/>
                  </a:lnTo>
                  <a:lnTo>
                    <a:pt x="2902628" y="2549003"/>
                  </a:lnTo>
                  <a:lnTo>
                    <a:pt x="2902754" y="2549003"/>
                  </a:lnTo>
                  <a:lnTo>
                    <a:pt x="2902880" y="2549003"/>
                  </a:lnTo>
                  <a:lnTo>
                    <a:pt x="2903007" y="2549003"/>
                  </a:lnTo>
                  <a:lnTo>
                    <a:pt x="2903133" y="2549003"/>
                  </a:lnTo>
                  <a:lnTo>
                    <a:pt x="2903259" y="2549003"/>
                  </a:lnTo>
                  <a:lnTo>
                    <a:pt x="2903385" y="2549003"/>
                  </a:lnTo>
                  <a:lnTo>
                    <a:pt x="2903512" y="2549003"/>
                  </a:lnTo>
                  <a:lnTo>
                    <a:pt x="2903638" y="2549003"/>
                  </a:lnTo>
                  <a:lnTo>
                    <a:pt x="2903764" y="2549003"/>
                  </a:lnTo>
                  <a:lnTo>
                    <a:pt x="2903890" y="2549003"/>
                  </a:lnTo>
                  <a:lnTo>
                    <a:pt x="2904017" y="2549003"/>
                  </a:lnTo>
                  <a:lnTo>
                    <a:pt x="2904143" y="2549003"/>
                  </a:lnTo>
                  <a:lnTo>
                    <a:pt x="2904269" y="2549003"/>
                  </a:lnTo>
                  <a:lnTo>
                    <a:pt x="2904395" y="2549003"/>
                  </a:lnTo>
                  <a:lnTo>
                    <a:pt x="2904522" y="2549003"/>
                  </a:lnTo>
                  <a:lnTo>
                    <a:pt x="2904648" y="2549003"/>
                  </a:lnTo>
                  <a:lnTo>
                    <a:pt x="2904774" y="2549003"/>
                  </a:lnTo>
                  <a:lnTo>
                    <a:pt x="2904900" y="2549003"/>
                  </a:lnTo>
                  <a:lnTo>
                    <a:pt x="2905027" y="2549003"/>
                  </a:lnTo>
                  <a:lnTo>
                    <a:pt x="2905153" y="2549003"/>
                  </a:lnTo>
                  <a:lnTo>
                    <a:pt x="2905279" y="2549003"/>
                  </a:lnTo>
                  <a:lnTo>
                    <a:pt x="2905405" y="2549003"/>
                  </a:lnTo>
                  <a:lnTo>
                    <a:pt x="2905532" y="2549003"/>
                  </a:lnTo>
                  <a:lnTo>
                    <a:pt x="2905658" y="2549003"/>
                  </a:lnTo>
                  <a:lnTo>
                    <a:pt x="2905784" y="2549003"/>
                  </a:lnTo>
                  <a:lnTo>
                    <a:pt x="2905910" y="2549003"/>
                  </a:lnTo>
                  <a:lnTo>
                    <a:pt x="2906037" y="2549003"/>
                  </a:lnTo>
                  <a:lnTo>
                    <a:pt x="2906163" y="2549003"/>
                  </a:lnTo>
                  <a:lnTo>
                    <a:pt x="2906289" y="2549003"/>
                  </a:lnTo>
                  <a:lnTo>
                    <a:pt x="2906415" y="2549003"/>
                  </a:lnTo>
                  <a:lnTo>
                    <a:pt x="2906542" y="2549003"/>
                  </a:lnTo>
                  <a:lnTo>
                    <a:pt x="2906668" y="2549003"/>
                  </a:lnTo>
                  <a:lnTo>
                    <a:pt x="2906794" y="2549003"/>
                  </a:lnTo>
                  <a:lnTo>
                    <a:pt x="2906920" y="2549003"/>
                  </a:lnTo>
                  <a:lnTo>
                    <a:pt x="2907047" y="2549003"/>
                  </a:lnTo>
                  <a:lnTo>
                    <a:pt x="2907173" y="2549003"/>
                  </a:lnTo>
                  <a:lnTo>
                    <a:pt x="2907299" y="2549003"/>
                  </a:lnTo>
                  <a:lnTo>
                    <a:pt x="2907426" y="2549003"/>
                  </a:lnTo>
                  <a:lnTo>
                    <a:pt x="2907552" y="2549003"/>
                  </a:lnTo>
                  <a:lnTo>
                    <a:pt x="2907678" y="2549003"/>
                  </a:lnTo>
                  <a:lnTo>
                    <a:pt x="2907804" y="2549003"/>
                  </a:lnTo>
                  <a:lnTo>
                    <a:pt x="2907931" y="2549003"/>
                  </a:lnTo>
                  <a:lnTo>
                    <a:pt x="2908057" y="2549003"/>
                  </a:lnTo>
                  <a:lnTo>
                    <a:pt x="2908183" y="2549003"/>
                  </a:lnTo>
                  <a:lnTo>
                    <a:pt x="2908309" y="2549003"/>
                  </a:lnTo>
                  <a:lnTo>
                    <a:pt x="2908436" y="2549003"/>
                  </a:lnTo>
                  <a:lnTo>
                    <a:pt x="2908562" y="2549003"/>
                  </a:lnTo>
                  <a:lnTo>
                    <a:pt x="2908688" y="2549003"/>
                  </a:lnTo>
                  <a:lnTo>
                    <a:pt x="2908814" y="2549003"/>
                  </a:lnTo>
                  <a:lnTo>
                    <a:pt x="2908941" y="2549003"/>
                  </a:lnTo>
                  <a:lnTo>
                    <a:pt x="2909067" y="2549003"/>
                  </a:lnTo>
                  <a:lnTo>
                    <a:pt x="2909193" y="2549003"/>
                  </a:lnTo>
                  <a:lnTo>
                    <a:pt x="2909319" y="2549003"/>
                  </a:lnTo>
                  <a:lnTo>
                    <a:pt x="2909446" y="2549003"/>
                  </a:lnTo>
                  <a:lnTo>
                    <a:pt x="2909572" y="2549003"/>
                  </a:lnTo>
                  <a:lnTo>
                    <a:pt x="2909698" y="2549003"/>
                  </a:lnTo>
                  <a:lnTo>
                    <a:pt x="2909824" y="2549003"/>
                  </a:lnTo>
                  <a:lnTo>
                    <a:pt x="2909824" y="2544092"/>
                  </a:lnTo>
                  <a:lnTo>
                    <a:pt x="2909951" y="2544092"/>
                  </a:lnTo>
                  <a:lnTo>
                    <a:pt x="2910077" y="2544092"/>
                  </a:lnTo>
                  <a:lnTo>
                    <a:pt x="2910203" y="2544092"/>
                  </a:lnTo>
                  <a:lnTo>
                    <a:pt x="2910329" y="2544092"/>
                  </a:lnTo>
                  <a:lnTo>
                    <a:pt x="2910456" y="2544092"/>
                  </a:lnTo>
                  <a:lnTo>
                    <a:pt x="2910582" y="2544092"/>
                  </a:lnTo>
                  <a:lnTo>
                    <a:pt x="2910708" y="2544092"/>
                  </a:lnTo>
                  <a:lnTo>
                    <a:pt x="2910834" y="2544092"/>
                  </a:lnTo>
                  <a:lnTo>
                    <a:pt x="2910961" y="2544092"/>
                  </a:lnTo>
                  <a:lnTo>
                    <a:pt x="2911087" y="2544092"/>
                  </a:lnTo>
                  <a:lnTo>
                    <a:pt x="2911213" y="2544092"/>
                  </a:lnTo>
                  <a:lnTo>
                    <a:pt x="2911339" y="2544092"/>
                  </a:lnTo>
                  <a:lnTo>
                    <a:pt x="2911466" y="2544092"/>
                  </a:lnTo>
                  <a:lnTo>
                    <a:pt x="2911592" y="2544092"/>
                  </a:lnTo>
                  <a:lnTo>
                    <a:pt x="2911718" y="2544092"/>
                  </a:lnTo>
                  <a:lnTo>
                    <a:pt x="2911844" y="2544092"/>
                  </a:lnTo>
                  <a:lnTo>
                    <a:pt x="2911971" y="2544092"/>
                  </a:lnTo>
                  <a:lnTo>
                    <a:pt x="2912097" y="2544092"/>
                  </a:lnTo>
                  <a:lnTo>
                    <a:pt x="2912223" y="2544092"/>
                  </a:lnTo>
                  <a:lnTo>
                    <a:pt x="2912350" y="2544092"/>
                  </a:lnTo>
                  <a:lnTo>
                    <a:pt x="2912476" y="2544092"/>
                  </a:lnTo>
                  <a:lnTo>
                    <a:pt x="2912602" y="2544092"/>
                  </a:lnTo>
                  <a:lnTo>
                    <a:pt x="2912728" y="2544092"/>
                  </a:lnTo>
                  <a:lnTo>
                    <a:pt x="2912855" y="2544092"/>
                  </a:lnTo>
                  <a:lnTo>
                    <a:pt x="2912981" y="2544092"/>
                  </a:lnTo>
                  <a:lnTo>
                    <a:pt x="2913107" y="2544092"/>
                  </a:lnTo>
                  <a:lnTo>
                    <a:pt x="2913233" y="2544092"/>
                  </a:lnTo>
                  <a:lnTo>
                    <a:pt x="2913360" y="2544092"/>
                  </a:lnTo>
                  <a:lnTo>
                    <a:pt x="2913360" y="2539180"/>
                  </a:lnTo>
                  <a:lnTo>
                    <a:pt x="2913486" y="2539180"/>
                  </a:lnTo>
                  <a:lnTo>
                    <a:pt x="2913612" y="2539180"/>
                  </a:lnTo>
                  <a:lnTo>
                    <a:pt x="2913738" y="2539180"/>
                  </a:lnTo>
                  <a:lnTo>
                    <a:pt x="2913865" y="2539180"/>
                  </a:lnTo>
                  <a:lnTo>
                    <a:pt x="2913991" y="2539180"/>
                  </a:lnTo>
                  <a:lnTo>
                    <a:pt x="2914117" y="2539180"/>
                  </a:lnTo>
                  <a:lnTo>
                    <a:pt x="2914243" y="2539180"/>
                  </a:lnTo>
                  <a:lnTo>
                    <a:pt x="2914370" y="2539180"/>
                  </a:lnTo>
                  <a:lnTo>
                    <a:pt x="2914496" y="2539180"/>
                  </a:lnTo>
                  <a:lnTo>
                    <a:pt x="2914622" y="2539180"/>
                  </a:lnTo>
                  <a:lnTo>
                    <a:pt x="2914748" y="2539180"/>
                  </a:lnTo>
                  <a:lnTo>
                    <a:pt x="2914875" y="2539180"/>
                  </a:lnTo>
                  <a:lnTo>
                    <a:pt x="2915001" y="2539180"/>
                  </a:lnTo>
                  <a:lnTo>
                    <a:pt x="2915127" y="2539180"/>
                  </a:lnTo>
                  <a:lnTo>
                    <a:pt x="2915253" y="2539180"/>
                  </a:lnTo>
                  <a:lnTo>
                    <a:pt x="2915380" y="2539180"/>
                  </a:lnTo>
                  <a:lnTo>
                    <a:pt x="2915506" y="2539180"/>
                  </a:lnTo>
                  <a:lnTo>
                    <a:pt x="2915632" y="2539180"/>
                  </a:lnTo>
                  <a:lnTo>
                    <a:pt x="2915758" y="2539180"/>
                  </a:lnTo>
                  <a:lnTo>
                    <a:pt x="2915885" y="2539180"/>
                  </a:lnTo>
                  <a:lnTo>
                    <a:pt x="2916011" y="2539180"/>
                  </a:lnTo>
                  <a:lnTo>
                    <a:pt x="2916137" y="2539180"/>
                  </a:lnTo>
                  <a:lnTo>
                    <a:pt x="2916263" y="2539180"/>
                  </a:lnTo>
                  <a:lnTo>
                    <a:pt x="2916390" y="2539180"/>
                  </a:lnTo>
                  <a:lnTo>
                    <a:pt x="2916516" y="2539180"/>
                  </a:lnTo>
                  <a:lnTo>
                    <a:pt x="2916642" y="2539180"/>
                  </a:lnTo>
                  <a:lnTo>
                    <a:pt x="2916768" y="2539180"/>
                  </a:lnTo>
                  <a:lnTo>
                    <a:pt x="2916895" y="2539180"/>
                  </a:lnTo>
                  <a:lnTo>
                    <a:pt x="2917021" y="2539180"/>
                  </a:lnTo>
                  <a:lnTo>
                    <a:pt x="2917147" y="2539180"/>
                  </a:lnTo>
                  <a:lnTo>
                    <a:pt x="2917273" y="2539180"/>
                  </a:lnTo>
                  <a:lnTo>
                    <a:pt x="2917400" y="2539180"/>
                  </a:lnTo>
                  <a:lnTo>
                    <a:pt x="2917526" y="2539180"/>
                  </a:lnTo>
                  <a:lnTo>
                    <a:pt x="2917652" y="2539180"/>
                  </a:lnTo>
                  <a:lnTo>
                    <a:pt x="2917779" y="2539180"/>
                  </a:lnTo>
                  <a:lnTo>
                    <a:pt x="2917905" y="2539180"/>
                  </a:lnTo>
                  <a:lnTo>
                    <a:pt x="2918031" y="2539180"/>
                  </a:lnTo>
                  <a:lnTo>
                    <a:pt x="2918157" y="2539180"/>
                  </a:lnTo>
                  <a:lnTo>
                    <a:pt x="2918284" y="2539180"/>
                  </a:lnTo>
                  <a:lnTo>
                    <a:pt x="2918410" y="2539180"/>
                  </a:lnTo>
                  <a:lnTo>
                    <a:pt x="2918536" y="2539180"/>
                  </a:lnTo>
                  <a:lnTo>
                    <a:pt x="2918662" y="2539180"/>
                  </a:lnTo>
                  <a:lnTo>
                    <a:pt x="2918789" y="2539180"/>
                  </a:lnTo>
                  <a:lnTo>
                    <a:pt x="2918915" y="2539180"/>
                  </a:lnTo>
                  <a:lnTo>
                    <a:pt x="2919041" y="2539180"/>
                  </a:lnTo>
                  <a:lnTo>
                    <a:pt x="2919167" y="2539180"/>
                  </a:lnTo>
                  <a:lnTo>
                    <a:pt x="2919294" y="2539180"/>
                  </a:lnTo>
                  <a:lnTo>
                    <a:pt x="2919420" y="2539180"/>
                  </a:lnTo>
                  <a:lnTo>
                    <a:pt x="2919546" y="2539180"/>
                  </a:lnTo>
                  <a:lnTo>
                    <a:pt x="2919672" y="2539180"/>
                  </a:lnTo>
                  <a:lnTo>
                    <a:pt x="2919799" y="2539180"/>
                  </a:lnTo>
                  <a:lnTo>
                    <a:pt x="2919925" y="2539180"/>
                  </a:lnTo>
                  <a:lnTo>
                    <a:pt x="2920051" y="2539180"/>
                  </a:lnTo>
                  <a:lnTo>
                    <a:pt x="2920177" y="2539180"/>
                  </a:lnTo>
                  <a:lnTo>
                    <a:pt x="2920304" y="2539180"/>
                  </a:lnTo>
                  <a:lnTo>
                    <a:pt x="2920430" y="2539180"/>
                  </a:lnTo>
                  <a:lnTo>
                    <a:pt x="2920556" y="2539180"/>
                  </a:lnTo>
                  <a:lnTo>
                    <a:pt x="2920682" y="2539180"/>
                  </a:lnTo>
                  <a:lnTo>
                    <a:pt x="2920809" y="2539180"/>
                  </a:lnTo>
                  <a:lnTo>
                    <a:pt x="2920935" y="2539180"/>
                  </a:lnTo>
                  <a:lnTo>
                    <a:pt x="2921061" y="2539180"/>
                  </a:lnTo>
                  <a:lnTo>
                    <a:pt x="2921187" y="2539180"/>
                  </a:lnTo>
                  <a:lnTo>
                    <a:pt x="2921314" y="2539180"/>
                  </a:lnTo>
                  <a:lnTo>
                    <a:pt x="2921440" y="2539180"/>
                  </a:lnTo>
                  <a:lnTo>
                    <a:pt x="2921566" y="2539180"/>
                  </a:lnTo>
                  <a:lnTo>
                    <a:pt x="2921692" y="2539180"/>
                  </a:lnTo>
                  <a:lnTo>
                    <a:pt x="2921819" y="2539180"/>
                  </a:lnTo>
                  <a:lnTo>
                    <a:pt x="2921945" y="2539180"/>
                  </a:lnTo>
                  <a:lnTo>
                    <a:pt x="2922071" y="2539180"/>
                  </a:lnTo>
                  <a:lnTo>
                    <a:pt x="2922197" y="2539180"/>
                  </a:lnTo>
                  <a:lnTo>
                    <a:pt x="2922324" y="2539180"/>
                  </a:lnTo>
                  <a:lnTo>
                    <a:pt x="2922450" y="2539180"/>
                  </a:lnTo>
                  <a:lnTo>
                    <a:pt x="2922576" y="2539180"/>
                  </a:lnTo>
                  <a:lnTo>
                    <a:pt x="2922703" y="2539180"/>
                  </a:lnTo>
                  <a:lnTo>
                    <a:pt x="2922829" y="2539180"/>
                  </a:lnTo>
                  <a:lnTo>
                    <a:pt x="2922955" y="2539180"/>
                  </a:lnTo>
                  <a:lnTo>
                    <a:pt x="2923081" y="2539180"/>
                  </a:lnTo>
                  <a:lnTo>
                    <a:pt x="2923208" y="2539180"/>
                  </a:lnTo>
                  <a:lnTo>
                    <a:pt x="2923334" y="2539180"/>
                  </a:lnTo>
                  <a:lnTo>
                    <a:pt x="2923460" y="2539180"/>
                  </a:lnTo>
                  <a:lnTo>
                    <a:pt x="2923586" y="2539180"/>
                  </a:lnTo>
                  <a:lnTo>
                    <a:pt x="2923713" y="2539180"/>
                  </a:lnTo>
                  <a:lnTo>
                    <a:pt x="2923839" y="2539180"/>
                  </a:lnTo>
                  <a:lnTo>
                    <a:pt x="2923965" y="2539180"/>
                  </a:lnTo>
                  <a:lnTo>
                    <a:pt x="2924091" y="2539180"/>
                  </a:lnTo>
                  <a:lnTo>
                    <a:pt x="2924218" y="2539180"/>
                  </a:lnTo>
                  <a:lnTo>
                    <a:pt x="2924344" y="2539180"/>
                  </a:lnTo>
                  <a:lnTo>
                    <a:pt x="2924470" y="2539180"/>
                  </a:lnTo>
                  <a:lnTo>
                    <a:pt x="2924596" y="2539180"/>
                  </a:lnTo>
                  <a:lnTo>
                    <a:pt x="2924723" y="2539180"/>
                  </a:lnTo>
                  <a:lnTo>
                    <a:pt x="2924849" y="2539180"/>
                  </a:lnTo>
                  <a:lnTo>
                    <a:pt x="2924975" y="2539180"/>
                  </a:lnTo>
                  <a:lnTo>
                    <a:pt x="2925101" y="2539180"/>
                  </a:lnTo>
                  <a:lnTo>
                    <a:pt x="2925228" y="2539180"/>
                  </a:lnTo>
                  <a:lnTo>
                    <a:pt x="2925354" y="2539180"/>
                  </a:lnTo>
                  <a:lnTo>
                    <a:pt x="2925480" y="2539180"/>
                  </a:lnTo>
                  <a:lnTo>
                    <a:pt x="2925606" y="2539180"/>
                  </a:lnTo>
                  <a:lnTo>
                    <a:pt x="2925733" y="2539180"/>
                  </a:lnTo>
                  <a:lnTo>
                    <a:pt x="2925859" y="2539180"/>
                  </a:lnTo>
                  <a:lnTo>
                    <a:pt x="2925985" y="2539180"/>
                  </a:lnTo>
                  <a:lnTo>
                    <a:pt x="2926111" y="2539180"/>
                  </a:lnTo>
                  <a:lnTo>
                    <a:pt x="2926238" y="2539180"/>
                  </a:lnTo>
                  <a:lnTo>
                    <a:pt x="2926364" y="2539180"/>
                  </a:lnTo>
                  <a:lnTo>
                    <a:pt x="2926490" y="2539180"/>
                  </a:lnTo>
                  <a:lnTo>
                    <a:pt x="2926616" y="2539180"/>
                  </a:lnTo>
                  <a:lnTo>
                    <a:pt x="2926743" y="2539180"/>
                  </a:lnTo>
                  <a:lnTo>
                    <a:pt x="2926869" y="2539180"/>
                  </a:lnTo>
                  <a:lnTo>
                    <a:pt x="2926995" y="2539180"/>
                  </a:lnTo>
                  <a:lnTo>
                    <a:pt x="2927121" y="2539180"/>
                  </a:lnTo>
                  <a:lnTo>
                    <a:pt x="2927248" y="2539180"/>
                  </a:lnTo>
                  <a:lnTo>
                    <a:pt x="2927374" y="2539180"/>
                  </a:lnTo>
                  <a:lnTo>
                    <a:pt x="2927500" y="2539180"/>
                  </a:lnTo>
                  <a:lnTo>
                    <a:pt x="2927626" y="2539180"/>
                  </a:lnTo>
                  <a:lnTo>
                    <a:pt x="2927753" y="2539180"/>
                  </a:lnTo>
                  <a:lnTo>
                    <a:pt x="2927879" y="2539180"/>
                  </a:lnTo>
                  <a:lnTo>
                    <a:pt x="2928005" y="2539180"/>
                  </a:lnTo>
                  <a:lnTo>
                    <a:pt x="2928132" y="2539180"/>
                  </a:lnTo>
                  <a:lnTo>
                    <a:pt x="2928258" y="2539180"/>
                  </a:lnTo>
                  <a:lnTo>
                    <a:pt x="2928384" y="2539180"/>
                  </a:lnTo>
                  <a:lnTo>
                    <a:pt x="2928510" y="2539180"/>
                  </a:lnTo>
                  <a:lnTo>
                    <a:pt x="2928637" y="2539180"/>
                  </a:lnTo>
                  <a:lnTo>
                    <a:pt x="2928763" y="2539180"/>
                  </a:lnTo>
                  <a:lnTo>
                    <a:pt x="2928889" y="2539180"/>
                  </a:lnTo>
                  <a:lnTo>
                    <a:pt x="2929015" y="2539180"/>
                  </a:lnTo>
                  <a:lnTo>
                    <a:pt x="2929142" y="2539180"/>
                  </a:lnTo>
                  <a:lnTo>
                    <a:pt x="2929268" y="2539180"/>
                  </a:lnTo>
                  <a:lnTo>
                    <a:pt x="2929394" y="2539180"/>
                  </a:lnTo>
                  <a:lnTo>
                    <a:pt x="2929520" y="2539180"/>
                  </a:lnTo>
                  <a:lnTo>
                    <a:pt x="2929647" y="2539180"/>
                  </a:lnTo>
                  <a:lnTo>
                    <a:pt x="2929773" y="2539180"/>
                  </a:lnTo>
                  <a:lnTo>
                    <a:pt x="2929899" y="2539180"/>
                  </a:lnTo>
                  <a:lnTo>
                    <a:pt x="2930025" y="2539180"/>
                  </a:lnTo>
                  <a:lnTo>
                    <a:pt x="2930152" y="2539180"/>
                  </a:lnTo>
                  <a:lnTo>
                    <a:pt x="2930278" y="2539180"/>
                  </a:lnTo>
                  <a:lnTo>
                    <a:pt x="2930404" y="2539180"/>
                  </a:lnTo>
                  <a:lnTo>
                    <a:pt x="2930530" y="2539180"/>
                  </a:lnTo>
                  <a:lnTo>
                    <a:pt x="2930657" y="2539180"/>
                  </a:lnTo>
                  <a:lnTo>
                    <a:pt x="2930783" y="2539180"/>
                  </a:lnTo>
                  <a:lnTo>
                    <a:pt x="2930909" y="2539180"/>
                  </a:lnTo>
                  <a:lnTo>
                    <a:pt x="2931035" y="2539180"/>
                  </a:lnTo>
                  <a:lnTo>
                    <a:pt x="2931162" y="2539180"/>
                  </a:lnTo>
                  <a:lnTo>
                    <a:pt x="2931288" y="2539180"/>
                  </a:lnTo>
                  <a:lnTo>
                    <a:pt x="2931414" y="2539180"/>
                  </a:lnTo>
                  <a:lnTo>
                    <a:pt x="2931540" y="2539180"/>
                  </a:lnTo>
                  <a:lnTo>
                    <a:pt x="2931667" y="2539180"/>
                  </a:lnTo>
                  <a:lnTo>
                    <a:pt x="2931793" y="2539180"/>
                  </a:lnTo>
                  <a:lnTo>
                    <a:pt x="2931919" y="2539180"/>
                  </a:lnTo>
                  <a:lnTo>
                    <a:pt x="2932045" y="2539180"/>
                  </a:lnTo>
                  <a:lnTo>
                    <a:pt x="2932172" y="2539180"/>
                  </a:lnTo>
                  <a:lnTo>
                    <a:pt x="2932172" y="2534269"/>
                  </a:lnTo>
                  <a:lnTo>
                    <a:pt x="2932298" y="2534269"/>
                  </a:lnTo>
                  <a:lnTo>
                    <a:pt x="2932424" y="2534269"/>
                  </a:lnTo>
                  <a:lnTo>
                    <a:pt x="2932550" y="2534269"/>
                  </a:lnTo>
                  <a:lnTo>
                    <a:pt x="2932550" y="2529358"/>
                  </a:lnTo>
                  <a:lnTo>
                    <a:pt x="2932677" y="2529358"/>
                  </a:lnTo>
                  <a:lnTo>
                    <a:pt x="2932803" y="2529358"/>
                  </a:lnTo>
                  <a:lnTo>
                    <a:pt x="2932929" y="2529358"/>
                  </a:lnTo>
                  <a:lnTo>
                    <a:pt x="2933056" y="2529358"/>
                  </a:lnTo>
                  <a:lnTo>
                    <a:pt x="2933182" y="2529358"/>
                  </a:lnTo>
                  <a:lnTo>
                    <a:pt x="2933308" y="2529358"/>
                  </a:lnTo>
                  <a:lnTo>
                    <a:pt x="2933434" y="2529358"/>
                  </a:lnTo>
                  <a:lnTo>
                    <a:pt x="2933561" y="2529358"/>
                  </a:lnTo>
                  <a:lnTo>
                    <a:pt x="2933687" y="2529358"/>
                  </a:lnTo>
                  <a:lnTo>
                    <a:pt x="2933813" y="2529358"/>
                  </a:lnTo>
                  <a:lnTo>
                    <a:pt x="2933939" y="2529358"/>
                  </a:lnTo>
                  <a:lnTo>
                    <a:pt x="2934066" y="2529358"/>
                  </a:lnTo>
                  <a:lnTo>
                    <a:pt x="2934192" y="2529358"/>
                  </a:lnTo>
                  <a:lnTo>
                    <a:pt x="2934318" y="2529358"/>
                  </a:lnTo>
                  <a:lnTo>
                    <a:pt x="2934444" y="2529358"/>
                  </a:lnTo>
                  <a:lnTo>
                    <a:pt x="2934571" y="2529358"/>
                  </a:lnTo>
                  <a:lnTo>
                    <a:pt x="2934697" y="2529358"/>
                  </a:lnTo>
                  <a:lnTo>
                    <a:pt x="2934823" y="2529358"/>
                  </a:lnTo>
                  <a:lnTo>
                    <a:pt x="2934949" y="2529358"/>
                  </a:lnTo>
                  <a:lnTo>
                    <a:pt x="2935076" y="2529358"/>
                  </a:lnTo>
                  <a:lnTo>
                    <a:pt x="2935202" y="2529358"/>
                  </a:lnTo>
                  <a:lnTo>
                    <a:pt x="2935328" y="2529358"/>
                  </a:lnTo>
                  <a:lnTo>
                    <a:pt x="2935454" y="2529358"/>
                  </a:lnTo>
                  <a:lnTo>
                    <a:pt x="2935581" y="2529358"/>
                  </a:lnTo>
                  <a:lnTo>
                    <a:pt x="2935707" y="2529358"/>
                  </a:lnTo>
                  <a:lnTo>
                    <a:pt x="2935833" y="2529358"/>
                  </a:lnTo>
                  <a:lnTo>
                    <a:pt x="2935959" y="2529358"/>
                  </a:lnTo>
                  <a:lnTo>
                    <a:pt x="2936086" y="2529358"/>
                  </a:lnTo>
                  <a:lnTo>
                    <a:pt x="2936212" y="2529358"/>
                  </a:lnTo>
                  <a:lnTo>
                    <a:pt x="2936338" y="2529358"/>
                  </a:lnTo>
                  <a:lnTo>
                    <a:pt x="2936464" y="2529358"/>
                  </a:lnTo>
                  <a:lnTo>
                    <a:pt x="2936591" y="2529358"/>
                  </a:lnTo>
                  <a:lnTo>
                    <a:pt x="2936717" y="2529358"/>
                  </a:lnTo>
                  <a:lnTo>
                    <a:pt x="2936843" y="2529358"/>
                  </a:lnTo>
                  <a:lnTo>
                    <a:pt x="2936969" y="2529358"/>
                  </a:lnTo>
                  <a:lnTo>
                    <a:pt x="2937096" y="2529358"/>
                  </a:lnTo>
                  <a:lnTo>
                    <a:pt x="2937222" y="2529358"/>
                  </a:lnTo>
                  <a:lnTo>
                    <a:pt x="2937348" y="2529358"/>
                  </a:lnTo>
                  <a:lnTo>
                    <a:pt x="2937474" y="2529358"/>
                  </a:lnTo>
                  <a:lnTo>
                    <a:pt x="2937601" y="2529358"/>
                  </a:lnTo>
                  <a:lnTo>
                    <a:pt x="2937601" y="2524446"/>
                  </a:lnTo>
                  <a:lnTo>
                    <a:pt x="2937727" y="2524446"/>
                  </a:lnTo>
                  <a:lnTo>
                    <a:pt x="2937853" y="2524446"/>
                  </a:lnTo>
                  <a:lnTo>
                    <a:pt x="2937979" y="2524446"/>
                  </a:lnTo>
                  <a:lnTo>
                    <a:pt x="2937979" y="2519535"/>
                  </a:lnTo>
                  <a:lnTo>
                    <a:pt x="2938106" y="2519535"/>
                  </a:lnTo>
                  <a:lnTo>
                    <a:pt x="2938232" y="2519535"/>
                  </a:lnTo>
                  <a:lnTo>
                    <a:pt x="2938358" y="2519535"/>
                  </a:lnTo>
                  <a:lnTo>
                    <a:pt x="2938485" y="2519535"/>
                  </a:lnTo>
                  <a:lnTo>
                    <a:pt x="2938611" y="2519535"/>
                  </a:lnTo>
                  <a:lnTo>
                    <a:pt x="2938737" y="2519535"/>
                  </a:lnTo>
                  <a:lnTo>
                    <a:pt x="2938863" y="2519535"/>
                  </a:lnTo>
                  <a:lnTo>
                    <a:pt x="2938990" y="2519535"/>
                  </a:lnTo>
                  <a:lnTo>
                    <a:pt x="2939116" y="2519535"/>
                  </a:lnTo>
                  <a:lnTo>
                    <a:pt x="2939242" y="2519535"/>
                  </a:lnTo>
                  <a:lnTo>
                    <a:pt x="2939368" y="2519535"/>
                  </a:lnTo>
                  <a:lnTo>
                    <a:pt x="2939495" y="2519535"/>
                  </a:lnTo>
                  <a:lnTo>
                    <a:pt x="2939621" y="2519535"/>
                  </a:lnTo>
                  <a:lnTo>
                    <a:pt x="2939747" y="2519535"/>
                  </a:lnTo>
                  <a:lnTo>
                    <a:pt x="2939873" y="2519535"/>
                  </a:lnTo>
                  <a:lnTo>
                    <a:pt x="2940000" y="2519535"/>
                  </a:lnTo>
                  <a:lnTo>
                    <a:pt x="2940126" y="2519535"/>
                  </a:lnTo>
                  <a:lnTo>
                    <a:pt x="2940252" y="2519535"/>
                  </a:lnTo>
                  <a:lnTo>
                    <a:pt x="2940378" y="2519535"/>
                  </a:lnTo>
                  <a:lnTo>
                    <a:pt x="2940505" y="2519535"/>
                  </a:lnTo>
                  <a:lnTo>
                    <a:pt x="2940631" y="2519535"/>
                  </a:lnTo>
                  <a:lnTo>
                    <a:pt x="2940757" y="2519535"/>
                  </a:lnTo>
                  <a:lnTo>
                    <a:pt x="2940883" y="2519535"/>
                  </a:lnTo>
                  <a:lnTo>
                    <a:pt x="2941010" y="2519535"/>
                  </a:lnTo>
                  <a:lnTo>
                    <a:pt x="2941136" y="2519535"/>
                  </a:lnTo>
                  <a:lnTo>
                    <a:pt x="2941262" y="2519535"/>
                  </a:lnTo>
                  <a:lnTo>
                    <a:pt x="2941388" y="2519535"/>
                  </a:lnTo>
                  <a:lnTo>
                    <a:pt x="2941515" y="2519535"/>
                  </a:lnTo>
                  <a:lnTo>
                    <a:pt x="2941641" y="2519535"/>
                  </a:lnTo>
                  <a:lnTo>
                    <a:pt x="2941767" y="2519535"/>
                  </a:lnTo>
                  <a:lnTo>
                    <a:pt x="2941893" y="2519535"/>
                  </a:lnTo>
                  <a:lnTo>
                    <a:pt x="2942020" y="2519535"/>
                  </a:lnTo>
                  <a:lnTo>
                    <a:pt x="2942146" y="2519535"/>
                  </a:lnTo>
                  <a:lnTo>
                    <a:pt x="2942272" y="2519535"/>
                  </a:lnTo>
                  <a:lnTo>
                    <a:pt x="2942398" y="2519535"/>
                  </a:lnTo>
                  <a:lnTo>
                    <a:pt x="2942525" y="2519535"/>
                  </a:lnTo>
                  <a:lnTo>
                    <a:pt x="2942651" y="2519535"/>
                  </a:lnTo>
                  <a:lnTo>
                    <a:pt x="2942777" y="2519535"/>
                  </a:lnTo>
                  <a:lnTo>
                    <a:pt x="2942903" y="2519535"/>
                  </a:lnTo>
                  <a:lnTo>
                    <a:pt x="2943030" y="2519535"/>
                  </a:lnTo>
                  <a:lnTo>
                    <a:pt x="2943156" y="2519535"/>
                  </a:lnTo>
                  <a:lnTo>
                    <a:pt x="2943282" y="2519535"/>
                  </a:lnTo>
                  <a:lnTo>
                    <a:pt x="2943409" y="2519535"/>
                  </a:lnTo>
                  <a:lnTo>
                    <a:pt x="2943535" y="2519535"/>
                  </a:lnTo>
                  <a:lnTo>
                    <a:pt x="2943661" y="2519535"/>
                  </a:lnTo>
                  <a:lnTo>
                    <a:pt x="2943787" y="2519535"/>
                  </a:lnTo>
                  <a:lnTo>
                    <a:pt x="2943914" y="2519535"/>
                  </a:lnTo>
                  <a:lnTo>
                    <a:pt x="2944040" y="2519535"/>
                  </a:lnTo>
                  <a:lnTo>
                    <a:pt x="2944166" y="2519535"/>
                  </a:lnTo>
                  <a:lnTo>
                    <a:pt x="2944292" y="2519535"/>
                  </a:lnTo>
                  <a:lnTo>
                    <a:pt x="2944419" y="2519535"/>
                  </a:lnTo>
                  <a:lnTo>
                    <a:pt x="2944545" y="2519535"/>
                  </a:lnTo>
                  <a:lnTo>
                    <a:pt x="2944671" y="2519535"/>
                  </a:lnTo>
                  <a:lnTo>
                    <a:pt x="2944797" y="2519535"/>
                  </a:lnTo>
                  <a:lnTo>
                    <a:pt x="2944924" y="2519535"/>
                  </a:lnTo>
                  <a:lnTo>
                    <a:pt x="2945050" y="2519535"/>
                  </a:lnTo>
                  <a:lnTo>
                    <a:pt x="2945176" y="2519535"/>
                  </a:lnTo>
                  <a:lnTo>
                    <a:pt x="2945302" y="2519535"/>
                  </a:lnTo>
                  <a:lnTo>
                    <a:pt x="2945429" y="2519535"/>
                  </a:lnTo>
                  <a:lnTo>
                    <a:pt x="2945555" y="2519535"/>
                  </a:lnTo>
                  <a:lnTo>
                    <a:pt x="2945681" y="2519535"/>
                  </a:lnTo>
                  <a:lnTo>
                    <a:pt x="2945681" y="2514623"/>
                  </a:lnTo>
                  <a:lnTo>
                    <a:pt x="2945807" y="2514623"/>
                  </a:lnTo>
                  <a:lnTo>
                    <a:pt x="2945934" y="2514623"/>
                  </a:lnTo>
                  <a:lnTo>
                    <a:pt x="2946060" y="2514623"/>
                  </a:lnTo>
                  <a:lnTo>
                    <a:pt x="2946186" y="2514623"/>
                  </a:lnTo>
                  <a:lnTo>
                    <a:pt x="2946312" y="2514623"/>
                  </a:lnTo>
                  <a:lnTo>
                    <a:pt x="2946439" y="2514623"/>
                  </a:lnTo>
                  <a:lnTo>
                    <a:pt x="2946565" y="2514623"/>
                  </a:lnTo>
                  <a:lnTo>
                    <a:pt x="2946691" y="2514623"/>
                  </a:lnTo>
                  <a:lnTo>
                    <a:pt x="2946817" y="2514623"/>
                  </a:lnTo>
                  <a:lnTo>
                    <a:pt x="2946944" y="2514623"/>
                  </a:lnTo>
                  <a:lnTo>
                    <a:pt x="2947070" y="2514623"/>
                  </a:lnTo>
                  <a:lnTo>
                    <a:pt x="2947196" y="2514623"/>
                  </a:lnTo>
                  <a:lnTo>
                    <a:pt x="2947322" y="2514623"/>
                  </a:lnTo>
                  <a:lnTo>
                    <a:pt x="2947449" y="2514623"/>
                  </a:lnTo>
                  <a:lnTo>
                    <a:pt x="2947575" y="2514623"/>
                  </a:lnTo>
                  <a:lnTo>
                    <a:pt x="2947701" y="2514623"/>
                  </a:lnTo>
                  <a:lnTo>
                    <a:pt x="2947827" y="2514623"/>
                  </a:lnTo>
                  <a:lnTo>
                    <a:pt x="2947954" y="2514623"/>
                  </a:lnTo>
                  <a:lnTo>
                    <a:pt x="2948080" y="2514623"/>
                  </a:lnTo>
                  <a:lnTo>
                    <a:pt x="2948206" y="2514623"/>
                  </a:lnTo>
                  <a:lnTo>
                    <a:pt x="2948332" y="2514623"/>
                  </a:lnTo>
                  <a:lnTo>
                    <a:pt x="2948459" y="2514623"/>
                  </a:lnTo>
                  <a:lnTo>
                    <a:pt x="2948585" y="2514623"/>
                  </a:lnTo>
                  <a:lnTo>
                    <a:pt x="2948711" y="2514623"/>
                  </a:lnTo>
                  <a:lnTo>
                    <a:pt x="2948838" y="2514623"/>
                  </a:lnTo>
                  <a:lnTo>
                    <a:pt x="2948964" y="2514623"/>
                  </a:lnTo>
                  <a:lnTo>
                    <a:pt x="2949090" y="2514623"/>
                  </a:lnTo>
                  <a:lnTo>
                    <a:pt x="2949216" y="2514623"/>
                  </a:lnTo>
                  <a:lnTo>
                    <a:pt x="2949343" y="2514623"/>
                  </a:lnTo>
                  <a:lnTo>
                    <a:pt x="2949469" y="2514623"/>
                  </a:lnTo>
                  <a:lnTo>
                    <a:pt x="2949595" y="2514623"/>
                  </a:lnTo>
                  <a:lnTo>
                    <a:pt x="2949721" y="2514623"/>
                  </a:lnTo>
                  <a:lnTo>
                    <a:pt x="2949848" y="2514623"/>
                  </a:lnTo>
                  <a:lnTo>
                    <a:pt x="2949974" y="2514623"/>
                  </a:lnTo>
                  <a:lnTo>
                    <a:pt x="2950100" y="2514623"/>
                  </a:lnTo>
                  <a:lnTo>
                    <a:pt x="2950226" y="2514623"/>
                  </a:lnTo>
                  <a:lnTo>
                    <a:pt x="2950353" y="2514623"/>
                  </a:lnTo>
                  <a:lnTo>
                    <a:pt x="2950353" y="2509712"/>
                  </a:lnTo>
                  <a:lnTo>
                    <a:pt x="2950479" y="2509712"/>
                  </a:lnTo>
                  <a:lnTo>
                    <a:pt x="2950605" y="2509712"/>
                  </a:lnTo>
                  <a:lnTo>
                    <a:pt x="2950731" y="2509712"/>
                  </a:lnTo>
                  <a:lnTo>
                    <a:pt x="2950858" y="2509712"/>
                  </a:lnTo>
                  <a:lnTo>
                    <a:pt x="2950984" y="2509712"/>
                  </a:lnTo>
                  <a:lnTo>
                    <a:pt x="2951110" y="2509712"/>
                  </a:lnTo>
                  <a:lnTo>
                    <a:pt x="2951236" y="2509712"/>
                  </a:lnTo>
                  <a:lnTo>
                    <a:pt x="2951363" y="2509712"/>
                  </a:lnTo>
                  <a:lnTo>
                    <a:pt x="2951489" y="2509712"/>
                  </a:lnTo>
                  <a:lnTo>
                    <a:pt x="2951615" y="2509712"/>
                  </a:lnTo>
                  <a:lnTo>
                    <a:pt x="2951741" y="2509712"/>
                  </a:lnTo>
                  <a:lnTo>
                    <a:pt x="2951868" y="2509712"/>
                  </a:lnTo>
                  <a:lnTo>
                    <a:pt x="2951994" y="2509712"/>
                  </a:lnTo>
                  <a:lnTo>
                    <a:pt x="2952120" y="2509712"/>
                  </a:lnTo>
                  <a:lnTo>
                    <a:pt x="2952246" y="2509712"/>
                  </a:lnTo>
                  <a:lnTo>
                    <a:pt x="2952373" y="2509712"/>
                  </a:lnTo>
                  <a:lnTo>
                    <a:pt x="2952499" y="2509712"/>
                  </a:lnTo>
                  <a:lnTo>
                    <a:pt x="2952625" y="2509712"/>
                  </a:lnTo>
                  <a:lnTo>
                    <a:pt x="2952751" y="2509712"/>
                  </a:lnTo>
                  <a:lnTo>
                    <a:pt x="2952878" y="2509712"/>
                  </a:lnTo>
                  <a:lnTo>
                    <a:pt x="2953004" y="2509712"/>
                  </a:lnTo>
                  <a:lnTo>
                    <a:pt x="2953130" y="2509712"/>
                  </a:lnTo>
                  <a:lnTo>
                    <a:pt x="2953256" y="2509712"/>
                  </a:lnTo>
                  <a:lnTo>
                    <a:pt x="2953383" y="2509712"/>
                  </a:lnTo>
                  <a:lnTo>
                    <a:pt x="2953509" y="2509712"/>
                  </a:lnTo>
                  <a:lnTo>
                    <a:pt x="2953635" y="2509712"/>
                  </a:lnTo>
                  <a:lnTo>
                    <a:pt x="2953762" y="2509712"/>
                  </a:lnTo>
                  <a:lnTo>
                    <a:pt x="2953888" y="2509712"/>
                  </a:lnTo>
                  <a:lnTo>
                    <a:pt x="2954014" y="2509712"/>
                  </a:lnTo>
                  <a:lnTo>
                    <a:pt x="2954140" y="2509712"/>
                  </a:lnTo>
                  <a:lnTo>
                    <a:pt x="2954267" y="2509712"/>
                  </a:lnTo>
                  <a:lnTo>
                    <a:pt x="2954393" y="2509712"/>
                  </a:lnTo>
                  <a:lnTo>
                    <a:pt x="2954519" y="2509712"/>
                  </a:lnTo>
                  <a:lnTo>
                    <a:pt x="2954645" y="2509712"/>
                  </a:lnTo>
                  <a:lnTo>
                    <a:pt x="2954772" y="2509712"/>
                  </a:lnTo>
                  <a:lnTo>
                    <a:pt x="2954898" y="2509712"/>
                  </a:lnTo>
                  <a:lnTo>
                    <a:pt x="2955024" y="2509712"/>
                  </a:lnTo>
                  <a:lnTo>
                    <a:pt x="2955150" y="2509712"/>
                  </a:lnTo>
                  <a:lnTo>
                    <a:pt x="2955277" y="2509712"/>
                  </a:lnTo>
                  <a:lnTo>
                    <a:pt x="2955403" y="2509712"/>
                  </a:lnTo>
                  <a:lnTo>
                    <a:pt x="2955529" y="2509712"/>
                  </a:lnTo>
                  <a:lnTo>
                    <a:pt x="2955655" y="2509712"/>
                  </a:lnTo>
                  <a:lnTo>
                    <a:pt x="2955782" y="2509712"/>
                  </a:lnTo>
                  <a:lnTo>
                    <a:pt x="2955908" y="2509712"/>
                  </a:lnTo>
                  <a:lnTo>
                    <a:pt x="2956034" y="2509712"/>
                  </a:lnTo>
                  <a:lnTo>
                    <a:pt x="2956160" y="2509712"/>
                  </a:lnTo>
                  <a:lnTo>
                    <a:pt x="2956287" y="2509712"/>
                  </a:lnTo>
                  <a:lnTo>
                    <a:pt x="2956413" y="2509712"/>
                  </a:lnTo>
                  <a:lnTo>
                    <a:pt x="2956539" y="2509712"/>
                  </a:lnTo>
                  <a:lnTo>
                    <a:pt x="2956665" y="2509712"/>
                  </a:lnTo>
                  <a:lnTo>
                    <a:pt x="2956792" y="2509712"/>
                  </a:lnTo>
                  <a:lnTo>
                    <a:pt x="2956918" y="2509712"/>
                  </a:lnTo>
                  <a:lnTo>
                    <a:pt x="2957044" y="2509712"/>
                  </a:lnTo>
                  <a:lnTo>
                    <a:pt x="2957170" y="2509712"/>
                  </a:lnTo>
                  <a:lnTo>
                    <a:pt x="2957297" y="2509712"/>
                  </a:lnTo>
                  <a:lnTo>
                    <a:pt x="2957423" y="2509712"/>
                  </a:lnTo>
                  <a:lnTo>
                    <a:pt x="2957549" y="2509712"/>
                  </a:lnTo>
                  <a:lnTo>
                    <a:pt x="2957675" y="2509712"/>
                  </a:lnTo>
                  <a:lnTo>
                    <a:pt x="2957802" y="2509712"/>
                  </a:lnTo>
                  <a:lnTo>
                    <a:pt x="2957928" y="2509712"/>
                  </a:lnTo>
                  <a:lnTo>
                    <a:pt x="2958054" y="2509712"/>
                  </a:lnTo>
                  <a:lnTo>
                    <a:pt x="2958180" y="2509712"/>
                  </a:lnTo>
                  <a:lnTo>
                    <a:pt x="2958307" y="2509712"/>
                  </a:lnTo>
                  <a:lnTo>
                    <a:pt x="2958433" y="2509712"/>
                  </a:lnTo>
                  <a:lnTo>
                    <a:pt x="2958559" y="2509712"/>
                  </a:lnTo>
                  <a:lnTo>
                    <a:pt x="2958685" y="2509712"/>
                  </a:lnTo>
                  <a:lnTo>
                    <a:pt x="2958812" y="2509712"/>
                  </a:lnTo>
                  <a:lnTo>
                    <a:pt x="2958938" y="2509712"/>
                  </a:lnTo>
                  <a:lnTo>
                    <a:pt x="2959064" y="2509712"/>
                  </a:lnTo>
                  <a:lnTo>
                    <a:pt x="2959191" y="2509712"/>
                  </a:lnTo>
                  <a:lnTo>
                    <a:pt x="2959317" y="2509712"/>
                  </a:lnTo>
                  <a:lnTo>
                    <a:pt x="2959443" y="2509712"/>
                  </a:lnTo>
                  <a:lnTo>
                    <a:pt x="2959569" y="2509712"/>
                  </a:lnTo>
                  <a:lnTo>
                    <a:pt x="2959696" y="2509712"/>
                  </a:lnTo>
                  <a:lnTo>
                    <a:pt x="2959696" y="2504801"/>
                  </a:lnTo>
                  <a:lnTo>
                    <a:pt x="2959822" y="2504801"/>
                  </a:lnTo>
                  <a:lnTo>
                    <a:pt x="2959948" y="2504801"/>
                  </a:lnTo>
                  <a:lnTo>
                    <a:pt x="2960074" y="2504801"/>
                  </a:lnTo>
                  <a:lnTo>
                    <a:pt x="2960201" y="2504801"/>
                  </a:lnTo>
                  <a:lnTo>
                    <a:pt x="2960327" y="2504801"/>
                  </a:lnTo>
                  <a:lnTo>
                    <a:pt x="2960453" y="2504801"/>
                  </a:lnTo>
                  <a:lnTo>
                    <a:pt x="2960579" y="2504801"/>
                  </a:lnTo>
                  <a:lnTo>
                    <a:pt x="2960706" y="2504801"/>
                  </a:lnTo>
                  <a:lnTo>
                    <a:pt x="2960832" y="2504801"/>
                  </a:lnTo>
                  <a:lnTo>
                    <a:pt x="2960958" y="2504801"/>
                  </a:lnTo>
                  <a:lnTo>
                    <a:pt x="2961084" y="2504801"/>
                  </a:lnTo>
                  <a:lnTo>
                    <a:pt x="2961211" y="2504801"/>
                  </a:lnTo>
                  <a:lnTo>
                    <a:pt x="2961337" y="2504801"/>
                  </a:lnTo>
                  <a:lnTo>
                    <a:pt x="2961463" y="2504801"/>
                  </a:lnTo>
                  <a:lnTo>
                    <a:pt x="2961589" y="2504801"/>
                  </a:lnTo>
                  <a:lnTo>
                    <a:pt x="2961716" y="2504801"/>
                  </a:lnTo>
                  <a:lnTo>
                    <a:pt x="2961842" y="2504801"/>
                  </a:lnTo>
                  <a:lnTo>
                    <a:pt x="2961968" y="2504801"/>
                  </a:lnTo>
                  <a:lnTo>
                    <a:pt x="2962094" y="2504801"/>
                  </a:lnTo>
                  <a:lnTo>
                    <a:pt x="2962221" y="2504801"/>
                  </a:lnTo>
                  <a:lnTo>
                    <a:pt x="2962347" y="2504801"/>
                  </a:lnTo>
                  <a:lnTo>
                    <a:pt x="2962473" y="2504801"/>
                  </a:lnTo>
                  <a:lnTo>
                    <a:pt x="2962599" y="2504801"/>
                  </a:lnTo>
                  <a:lnTo>
                    <a:pt x="2962726" y="2504801"/>
                  </a:lnTo>
                  <a:lnTo>
                    <a:pt x="2962852" y="2504801"/>
                  </a:lnTo>
                  <a:lnTo>
                    <a:pt x="2962978" y="2504801"/>
                  </a:lnTo>
                  <a:lnTo>
                    <a:pt x="2963104" y="2504801"/>
                  </a:lnTo>
                  <a:lnTo>
                    <a:pt x="2963231" y="2504801"/>
                  </a:lnTo>
                  <a:lnTo>
                    <a:pt x="2963357" y="2504801"/>
                  </a:lnTo>
                  <a:lnTo>
                    <a:pt x="2963483" y="2504801"/>
                  </a:lnTo>
                  <a:lnTo>
                    <a:pt x="2963609" y="2504801"/>
                  </a:lnTo>
                  <a:lnTo>
                    <a:pt x="2963736" y="2504801"/>
                  </a:lnTo>
                  <a:lnTo>
                    <a:pt x="2963862" y="2504801"/>
                  </a:lnTo>
                  <a:lnTo>
                    <a:pt x="2963988" y="2504801"/>
                  </a:lnTo>
                  <a:lnTo>
                    <a:pt x="2964115" y="2504801"/>
                  </a:lnTo>
                  <a:lnTo>
                    <a:pt x="2964241" y="2504801"/>
                  </a:lnTo>
                  <a:lnTo>
                    <a:pt x="2964367" y="2504801"/>
                  </a:lnTo>
                  <a:lnTo>
                    <a:pt x="2964493" y="2504801"/>
                  </a:lnTo>
                  <a:lnTo>
                    <a:pt x="2964620" y="2504801"/>
                  </a:lnTo>
                  <a:lnTo>
                    <a:pt x="2964746" y="2504801"/>
                  </a:lnTo>
                  <a:lnTo>
                    <a:pt x="2964872" y="2504801"/>
                  </a:lnTo>
                  <a:lnTo>
                    <a:pt x="2964998" y="2504801"/>
                  </a:lnTo>
                  <a:lnTo>
                    <a:pt x="2965125" y="2504801"/>
                  </a:lnTo>
                  <a:lnTo>
                    <a:pt x="2965251" y="2504801"/>
                  </a:lnTo>
                  <a:lnTo>
                    <a:pt x="2965377" y="2504801"/>
                  </a:lnTo>
                  <a:lnTo>
                    <a:pt x="2965503" y="2504801"/>
                  </a:lnTo>
                  <a:lnTo>
                    <a:pt x="2965630" y="2504801"/>
                  </a:lnTo>
                  <a:lnTo>
                    <a:pt x="2965756" y="2504801"/>
                  </a:lnTo>
                  <a:lnTo>
                    <a:pt x="2965882" y="2504801"/>
                  </a:lnTo>
                  <a:lnTo>
                    <a:pt x="2966008" y="2504801"/>
                  </a:lnTo>
                  <a:lnTo>
                    <a:pt x="2966135" y="2504801"/>
                  </a:lnTo>
                  <a:lnTo>
                    <a:pt x="2966261" y="2504801"/>
                  </a:lnTo>
                  <a:lnTo>
                    <a:pt x="2966387" y="2504801"/>
                  </a:lnTo>
                  <a:lnTo>
                    <a:pt x="2966513" y="2504801"/>
                  </a:lnTo>
                  <a:lnTo>
                    <a:pt x="2966640" y="2504801"/>
                  </a:lnTo>
                  <a:lnTo>
                    <a:pt x="2966766" y="2504801"/>
                  </a:lnTo>
                  <a:lnTo>
                    <a:pt x="2966892" y="2504801"/>
                  </a:lnTo>
                  <a:lnTo>
                    <a:pt x="2967018" y="2504801"/>
                  </a:lnTo>
                  <a:lnTo>
                    <a:pt x="2967145" y="2504801"/>
                  </a:lnTo>
                  <a:lnTo>
                    <a:pt x="2967271" y="2504801"/>
                  </a:lnTo>
                  <a:lnTo>
                    <a:pt x="2967397" y="2504801"/>
                  </a:lnTo>
                  <a:lnTo>
                    <a:pt x="2967523" y="2504801"/>
                  </a:lnTo>
                  <a:lnTo>
                    <a:pt x="2967650" y="2504801"/>
                  </a:lnTo>
                  <a:lnTo>
                    <a:pt x="2967776" y="2504801"/>
                  </a:lnTo>
                  <a:lnTo>
                    <a:pt x="2967902" y="2504801"/>
                  </a:lnTo>
                  <a:lnTo>
                    <a:pt x="2968028" y="2504801"/>
                  </a:lnTo>
                  <a:lnTo>
                    <a:pt x="2968155" y="2504801"/>
                  </a:lnTo>
                  <a:lnTo>
                    <a:pt x="2968281" y="2504801"/>
                  </a:lnTo>
                  <a:lnTo>
                    <a:pt x="2968407" y="2504801"/>
                  </a:lnTo>
                  <a:lnTo>
                    <a:pt x="2968533" y="2504801"/>
                  </a:lnTo>
                  <a:lnTo>
                    <a:pt x="2968660" y="2504801"/>
                  </a:lnTo>
                  <a:lnTo>
                    <a:pt x="2968786" y="2504801"/>
                  </a:lnTo>
                  <a:lnTo>
                    <a:pt x="2968912" y="2504801"/>
                  </a:lnTo>
                  <a:lnTo>
                    <a:pt x="2969038" y="2504801"/>
                  </a:lnTo>
                  <a:lnTo>
                    <a:pt x="2969165" y="2504801"/>
                  </a:lnTo>
                  <a:lnTo>
                    <a:pt x="2969291" y="2504801"/>
                  </a:lnTo>
                  <a:lnTo>
                    <a:pt x="2969417" y="2504801"/>
                  </a:lnTo>
                  <a:lnTo>
                    <a:pt x="2969544" y="2504801"/>
                  </a:lnTo>
                  <a:lnTo>
                    <a:pt x="2969670" y="2504801"/>
                  </a:lnTo>
                  <a:lnTo>
                    <a:pt x="2969796" y="2504801"/>
                  </a:lnTo>
                  <a:lnTo>
                    <a:pt x="2969922" y="2504801"/>
                  </a:lnTo>
                  <a:lnTo>
                    <a:pt x="2970049" y="2504801"/>
                  </a:lnTo>
                  <a:lnTo>
                    <a:pt x="2970175" y="2504801"/>
                  </a:lnTo>
                  <a:lnTo>
                    <a:pt x="2970301" y="2504801"/>
                  </a:lnTo>
                  <a:lnTo>
                    <a:pt x="2970427" y="2504801"/>
                  </a:lnTo>
                  <a:lnTo>
                    <a:pt x="2970554" y="2504801"/>
                  </a:lnTo>
                  <a:lnTo>
                    <a:pt x="2970680" y="2504801"/>
                  </a:lnTo>
                  <a:lnTo>
                    <a:pt x="2970806" y="2504801"/>
                  </a:lnTo>
                  <a:lnTo>
                    <a:pt x="2970932" y="2504801"/>
                  </a:lnTo>
                  <a:lnTo>
                    <a:pt x="2971059" y="2504801"/>
                  </a:lnTo>
                  <a:lnTo>
                    <a:pt x="2971185" y="2504801"/>
                  </a:lnTo>
                  <a:lnTo>
                    <a:pt x="2971311" y="2504801"/>
                  </a:lnTo>
                  <a:lnTo>
                    <a:pt x="2971437" y="2504801"/>
                  </a:lnTo>
                  <a:lnTo>
                    <a:pt x="2971564" y="2504801"/>
                  </a:lnTo>
                  <a:lnTo>
                    <a:pt x="2971690" y="2504801"/>
                  </a:lnTo>
                  <a:lnTo>
                    <a:pt x="2971816" y="2504801"/>
                  </a:lnTo>
                  <a:lnTo>
                    <a:pt x="2971942" y="2504801"/>
                  </a:lnTo>
                  <a:lnTo>
                    <a:pt x="2972069" y="2504801"/>
                  </a:lnTo>
                  <a:lnTo>
                    <a:pt x="2972195" y="2504801"/>
                  </a:lnTo>
                  <a:lnTo>
                    <a:pt x="2972321" y="2504801"/>
                  </a:lnTo>
                  <a:lnTo>
                    <a:pt x="2972447" y="2504801"/>
                  </a:lnTo>
                  <a:lnTo>
                    <a:pt x="2972574" y="2504801"/>
                  </a:lnTo>
                  <a:lnTo>
                    <a:pt x="2972700" y="2504801"/>
                  </a:lnTo>
                  <a:lnTo>
                    <a:pt x="2972826" y="2504801"/>
                  </a:lnTo>
                  <a:lnTo>
                    <a:pt x="2972952" y="2504801"/>
                  </a:lnTo>
                  <a:lnTo>
                    <a:pt x="2973079" y="2504801"/>
                  </a:lnTo>
                  <a:lnTo>
                    <a:pt x="2973205" y="2504801"/>
                  </a:lnTo>
                  <a:lnTo>
                    <a:pt x="2973331" y="2504801"/>
                  </a:lnTo>
                  <a:lnTo>
                    <a:pt x="2973457" y="2504801"/>
                  </a:lnTo>
                  <a:lnTo>
                    <a:pt x="2973584" y="2504801"/>
                  </a:lnTo>
                  <a:lnTo>
                    <a:pt x="2973710" y="2504801"/>
                  </a:lnTo>
                  <a:lnTo>
                    <a:pt x="2973836" y="2504801"/>
                  </a:lnTo>
                  <a:lnTo>
                    <a:pt x="2973962" y="2504801"/>
                  </a:lnTo>
                  <a:lnTo>
                    <a:pt x="2974089" y="2504801"/>
                  </a:lnTo>
                  <a:lnTo>
                    <a:pt x="2974215" y="2504801"/>
                  </a:lnTo>
                  <a:lnTo>
                    <a:pt x="2974341" y="2504801"/>
                  </a:lnTo>
                  <a:lnTo>
                    <a:pt x="2974468" y="2504801"/>
                  </a:lnTo>
                  <a:lnTo>
                    <a:pt x="2974594" y="2504801"/>
                  </a:lnTo>
                  <a:lnTo>
                    <a:pt x="2974720" y="2504801"/>
                  </a:lnTo>
                  <a:lnTo>
                    <a:pt x="2974846" y="2504801"/>
                  </a:lnTo>
                  <a:lnTo>
                    <a:pt x="2974973" y="2504801"/>
                  </a:lnTo>
                  <a:lnTo>
                    <a:pt x="2975099" y="2504801"/>
                  </a:lnTo>
                  <a:lnTo>
                    <a:pt x="2975225" y="2504801"/>
                  </a:lnTo>
                  <a:lnTo>
                    <a:pt x="2975351" y="2504801"/>
                  </a:lnTo>
                  <a:lnTo>
                    <a:pt x="2975478" y="2504801"/>
                  </a:lnTo>
                  <a:lnTo>
                    <a:pt x="2975604" y="2504801"/>
                  </a:lnTo>
                  <a:lnTo>
                    <a:pt x="2975730" y="2504801"/>
                  </a:lnTo>
                  <a:lnTo>
                    <a:pt x="2975856" y="2504801"/>
                  </a:lnTo>
                  <a:lnTo>
                    <a:pt x="2975983" y="2504801"/>
                  </a:lnTo>
                  <a:lnTo>
                    <a:pt x="2976109" y="2504801"/>
                  </a:lnTo>
                  <a:lnTo>
                    <a:pt x="2976235" y="2504801"/>
                  </a:lnTo>
                  <a:lnTo>
                    <a:pt x="2976361" y="2504801"/>
                  </a:lnTo>
                  <a:lnTo>
                    <a:pt x="2976488" y="2504801"/>
                  </a:lnTo>
                  <a:lnTo>
                    <a:pt x="2976614" y="2504801"/>
                  </a:lnTo>
                  <a:lnTo>
                    <a:pt x="2976740" y="2504801"/>
                  </a:lnTo>
                  <a:lnTo>
                    <a:pt x="2976866" y="2504801"/>
                  </a:lnTo>
                  <a:lnTo>
                    <a:pt x="2976993" y="2504801"/>
                  </a:lnTo>
                  <a:lnTo>
                    <a:pt x="2977119" y="2504801"/>
                  </a:lnTo>
                  <a:lnTo>
                    <a:pt x="2977245" y="2504801"/>
                  </a:lnTo>
                  <a:lnTo>
                    <a:pt x="2977371" y="2504801"/>
                  </a:lnTo>
                  <a:lnTo>
                    <a:pt x="2977498" y="2504801"/>
                  </a:lnTo>
                  <a:lnTo>
                    <a:pt x="2977624" y="2504801"/>
                  </a:lnTo>
                  <a:lnTo>
                    <a:pt x="2977750" y="2504801"/>
                  </a:lnTo>
                  <a:lnTo>
                    <a:pt x="2977876" y="2504801"/>
                  </a:lnTo>
                  <a:lnTo>
                    <a:pt x="2978003" y="2504801"/>
                  </a:lnTo>
                  <a:lnTo>
                    <a:pt x="2978129" y="2504801"/>
                  </a:lnTo>
                  <a:lnTo>
                    <a:pt x="2978255" y="2504801"/>
                  </a:lnTo>
                  <a:lnTo>
                    <a:pt x="2978381" y="2504801"/>
                  </a:lnTo>
                  <a:lnTo>
                    <a:pt x="2978508" y="2504801"/>
                  </a:lnTo>
                  <a:lnTo>
                    <a:pt x="2978634" y="2504801"/>
                  </a:lnTo>
                  <a:lnTo>
                    <a:pt x="2978760" y="2504801"/>
                  </a:lnTo>
                  <a:lnTo>
                    <a:pt x="2978886" y="2504801"/>
                  </a:lnTo>
                  <a:lnTo>
                    <a:pt x="2979013" y="2504801"/>
                  </a:lnTo>
                  <a:lnTo>
                    <a:pt x="2979139" y="2504801"/>
                  </a:lnTo>
                  <a:lnTo>
                    <a:pt x="2979265" y="2504801"/>
                  </a:lnTo>
                  <a:lnTo>
                    <a:pt x="2979392" y="2504801"/>
                  </a:lnTo>
                  <a:lnTo>
                    <a:pt x="2979518" y="2504801"/>
                  </a:lnTo>
                  <a:lnTo>
                    <a:pt x="2979644" y="2504801"/>
                  </a:lnTo>
                  <a:lnTo>
                    <a:pt x="2979770" y="2504801"/>
                  </a:lnTo>
                  <a:lnTo>
                    <a:pt x="2979897" y="2504801"/>
                  </a:lnTo>
                  <a:lnTo>
                    <a:pt x="2980023" y="2504801"/>
                  </a:lnTo>
                  <a:lnTo>
                    <a:pt x="2980149" y="2504801"/>
                  </a:lnTo>
                  <a:lnTo>
                    <a:pt x="2980275" y="2504801"/>
                  </a:lnTo>
                  <a:lnTo>
                    <a:pt x="2980402" y="2504801"/>
                  </a:lnTo>
                  <a:lnTo>
                    <a:pt x="2980528" y="2504801"/>
                  </a:lnTo>
                  <a:lnTo>
                    <a:pt x="2980654" y="2504801"/>
                  </a:lnTo>
                  <a:lnTo>
                    <a:pt x="2980780" y="2504801"/>
                  </a:lnTo>
                  <a:lnTo>
                    <a:pt x="2980907" y="2504801"/>
                  </a:lnTo>
                  <a:lnTo>
                    <a:pt x="2980907" y="2499889"/>
                  </a:lnTo>
                  <a:lnTo>
                    <a:pt x="2981033" y="2499889"/>
                  </a:lnTo>
                  <a:lnTo>
                    <a:pt x="2981159" y="2499889"/>
                  </a:lnTo>
                  <a:lnTo>
                    <a:pt x="2981285" y="2499889"/>
                  </a:lnTo>
                  <a:lnTo>
                    <a:pt x="2981412" y="2499889"/>
                  </a:lnTo>
                  <a:lnTo>
                    <a:pt x="2981538" y="2499889"/>
                  </a:lnTo>
                  <a:lnTo>
                    <a:pt x="2981664" y="2499889"/>
                  </a:lnTo>
                  <a:lnTo>
                    <a:pt x="2981790" y="2499889"/>
                  </a:lnTo>
                  <a:lnTo>
                    <a:pt x="2981917" y="2499889"/>
                  </a:lnTo>
                  <a:lnTo>
                    <a:pt x="2982043" y="2499889"/>
                  </a:lnTo>
                  <a:lnTo>
                    <a:pt x="2982169" y="2499889"/>
                  </a:lnTo>
                  <a:lnTo>
                    <a:pt x="2982295" y="2499889"/>
                  </a:lnTo>
                  <a:lnTo>
                    <a:pt x="2982422" y="2499889"/>
                  </a:lnTo>
                  <a:lnTo>
                    <a:pt x="2982548" y="2499889"/>
                  </a:lnTo>
                  <a:lnTo>
                    <a:pt x="2982674" y="2499889"/>
                  </a:lnTo>
                  <a:lnTo>
                    <a:pt x="2982800" y="2499889"/>
                  </a:lnTo>
                  <a:lnTo>
                    <a:pt x="2982927" y="2499889"/>
                  </a:lnTo>
                  <a:lnTo>
                    <a:pt x="2983053" y="2499889"/>
                  </a:lnTo>
                  <a:lnTo>
                    <a:pt x="2983179" y="2499889"/>
                  </a:lnTo>
                  <a:lnTo>
                    <a:pt x="2983179" y="2494978"/>
                  </a:lnTo>
                  <a:lnTo>
                    <a:pt x="2983305" y="2494978"/>
                  </a:lnTo>
                  <a:lnTo>
                    <a:pt x="2983432" y="2494978"/>
                  </a:lnTo>
                  <a:lnTo>
                    <a:pt x="2983558" y="2494978"/>
                  </a:lnTo>
                  <a:lnTo>
                    <a:pt x="2983684" y="2494978"/>
                  </a:lnTo>
                  <a:lnTo>
                    <a:pt x="2983810" y="2494978"/>
                  </a:lnTo>
                  <a:lnTo>
                    <a:pt x="2983937" y="2494978"/>
                  </a:lnTo>
                  <a:lnTo>
                    <a:pt x="2984063" y="2494978"/>
                  </a:lnTo>
                  <a:lnTo>
                    <a:pt x="2984189" y="2494978"/>
                  </a:lnTo>
                  <a:lnTo>
                    <a:pt x="2984315" y="2494978"/>
                  </a:lnTo>
                  <a:lnTo>
                    <a:pt x="2984442" y="2494978"/>
                  </a:lnTo>
                  <a:lnTo>
                    <a:pt x="2984568" y="2494978"/>
                  </a:lnTo>
                  <a:lnTo>
                    <a:pt x="2984694" y="2494978"/>
                  </a:lnTo>
                  <a:lnTo>
                    <a:pt x="2984821" y="2494978"/>
                  </a:lnTo>
                  <a:lnTo>
                    <a:pt x="2984947" y="2494978"/>
                  </a:lnTo>
                  <a:lnTo>
                    <a:pt x="2985073" y="2494978"/>
                  </a:lnTo>
                  <a:lnTo>
                    <a:pt x="2985199" y="2494978"/>
                  </a:lnTo>
                  <a:lnTo>
                    <a:pt x="2985326" y="2494978"/>
                  </a:lnTo>
                  <a:lnTo>
                    <a:pt x="2985452" y="2494978"/>
                  </a:lnTo>
                  <a:lnTo>
                    <a:pt x="2985578" y="2494978"/>
                  </a:lnTo>
                  <a:lnTo>
                    <a:pt x="2985704" y="2494978"/>
                  </a:lnTo>
                  <a:lnTo>
                    <a:pt x="2985831" y="2494978"/>
                  </a:lnTo>
                  <a:lnTo>
                    <a:pt x="2985957" y="2494978"/>
                  </a:lnTo>
                  <a:lnTo>
                    <a:pt x="2986083" y="2494978"/>
                  </a:lnTo>
                  <a:lnTo>
                    <a:pt x="2986209" y="2494978"/>
                  </a:lnTo>
                  <a:lnTo>
                    <a:pt x="2986336" y="2494978"/>
                  </a:lnTo>
                  <a:lnTo>
                    <a:pt x="2986462" y="2494978"/>
                  </a:lnTo>
                  <a:lnTo>
                    <a:pt x="2986588" y="2494978"/>
                  </a:lnTo>
                  <a:lnTo>
                    <a:pt x="2986714" y="2494978"/>
                  </a:lnTo>
                  <a:lnTo>
                    <a:pt x="2986841" y="2494978"/>
                  </a:lnTo>
                  <a:lnTo>
                    <a:pt x="2986967" y="2494978"/>
                  </a:lnTo>
                  <a:lnTo>
                    <a:pt x="2987093" y="2494978"/>
                  </a:lnTo>
                  <a:lnTo>
                    <a:pt x="2987219" y="2494978"/>
                  </a:lnTo>
                  <a:lnTo>
                    <a:pt x="2987346" y="2494978"/>
                  </a:lnTo>
                  <a:lnTo>
                    <a:pt x="2987472" y="2494978"/>
                  </a:lnTo>
                  <a:lnTo>
                    <a:pt x="2987598" y="2494978"/>
                  </a:lnTo>
                  <a:lnTo>
                    <a:pt x="2987724" y="2494978"/>
                  </a:lnTo>
                  <a:lnTo>
                    <a:pt x="2987851" y="2494978"/>
                  </a:lnTo>
                  <a:lnTo>
                    <a:pt x="2987977" y="2494978"/>
                  </a:lnTo>
                  <a:lnTo>
                    <a:pt x="2988103" y="2494978"/>
                  </a:lnTo>
                  <a:lnTo>
                    <a:pt x="2988229" y="2494978"/>
                  </a:lnTo>
                  <a:lnTo>
                    <a:pt x="2988356" y="2494978"/>
                  </a:lnTo>
                  <a:lnTo>
                    <a:pt x="2988482" y="2494978"/>
                  </a:lnTo>
                  <a:lnTo>
                    <a:pt x="2988608" y="2494978"/>
                  </a:lnTo>
                  <a:lnTo>
                    <a:pt x="2988734" y="2494978"/>
                  </a:lnTo>
                  <a:lnTo>
                    <a:pt x="2988861" y="2494978"/>
                  </a:lnTo>
                  <a:lnTo>
                    <a:pt x="2988987" y="2494978"/>
                  </a:lnTo>
                  <a:lnTo>
                    <a:pt x="2989113" y="2494978"/>
                  </a:lnTo>
                  <a:lnTo>
                    <a:pt x="2989239" y="2494978"/>
                  </a:lnTo>
                  <a:lnTo>
                    <a:pt x="2989366" y="2494978"/>
                  </a:lnTo>
                  <a:lnTo>
                    <a:pt x="2989492" y="2494978"/>
                  </a:lnTo>
                  <a:lnTo>
                    <a:pt x="2989618" y="2494978"/>
                  </a:lnTo>
                  <a:lnTo>
                    <a:pt x="2989745" y="2494978"/>
                  </a:lnTo>
                  <a:lnTo>
                    <a:pt x="2989871" y="2494978"/>
                  </a:lnTo>
                  <a:lnTo>
                    <a:pt x="2989997" y="2494978"/>
                  </a:lnTo>
                  <a:lnTo>
                    <a:pt x="2990123" y="2494978"/>
                  </a:lnTo>
                  <a:lnTo>
                    <a:pt x="2990250" y="2494978"/>
                  </a:lnTo>
                  <a:lnTo>
                    <a:pt x="2990376" y="2494978"/>
                  </a:lnTo>
                  <a:lnTo>
                    <a:pt x="2990502" y="2494978"/>
                  </a:lnTo>
                  <a:lnTo>
                    <a:pt x="2990628" y="2494978"/>
                  </a:lnTo>
                  <a:lnTo>
                    <a:pt x="2990755" y="2494978"/>
                  </a:lnTo>
                  <a:lnTo>
                    <a:pt x="2990881" y="2494978"/>
                  </a:lnTo>
                  <a:lnTo>
                    <a:pt x="2991007" y="2494978"/>
                  </a:lnTo>
                  <a:lnTo>
                    <a:pt x="2991133" y="2494978"/>
                  </a:lnTo>
                  <a:lnTo>
                    <a:pt x="2991260" y="2494978"/>
                  </a:lnTo>
                  <a:lnTo>
                    <a:pt x="2991386" y="2494978"/>
                  </a:lnTo>
                  <a:lnTo>
                    <a:pt x="2991512" y="2494978"/>
                  </a:lnTo>
                  <a:lnTo>
                    <a:pt x="2991638" y="2494978"/>
                  </a:lnTo>
                  <a:lnTo>
                    <a:pt x="2991765" y="2494978"/>
                  </a:lnTo>
                  <a:lnTo>
                    <a:pt x="2991891" y="2494978"/>
                  </a:lnTo>
                  <a:lnTo>
                    <a:pt x="2992017" y="2494978"/>
                  </a:lnTo>
                  <a:lnTo>
                    <a:pt x="2992143" y="2494978"/>
                  </a:lnTo>
                  <a:lnTo>
                    <a:pt x="2992270" y="2494978"/>
                  </a:lnTo>
                  <a:lnTo>
                    <a:pt x="2992396" y="2494978"/>
                  </a:lnTo>
                  <a:lnTo>
                    <a:pt x="2992522" y="2494978"/>
                  </a:lnTo>
                  <a:lnTo>
                    <a:pt x="2992648" y="2494978"/>
                  </a:lnTo>
                  <a:lnTo>
                    <a:pt x="2992775" y="2494978"/>
                  </a:lnTo>
                  <a:lnTo>
                    <a:pt x="2992901" y="2494978"/>
                  </a:lnTo>
                  <a:lnTo>
                    <a:pt x="2993027" y="2494978"/>
                  </a:lnTo>
                  <a:lnTo>
                    <a:pt x="2993153" y="2494978"/>
                  </a:lnTo>
                  <a:lnTo>
                    <a:pt x="2993280" y="2494978"/>
                  </a:lnTo>
                  <a:lnTo>
                    <a:pt x="2993406" y="2494978"/>
                  </a:lnTo>
                  <a:lnTo>
                    <a:pt x="2993532" y="2494978"/>
                  </a:lnTo>
                  <a:lnTo>
                    <a:pt x="2993658" y="2494978"/>
                  </a:lnTo>
                  <a:lnTo>
                    <a:pt x="2993785" y="2494978"/>
                  </a:lnTo>
                  <a:lnTo>
                    <a:pt x="2993911" y="2494978"/>
                  </a:lnTo>
                  <a:lnTo>
                    <a:pt x="2994037" y="2494978"/>
                  </a:lnTo>
                  <a:lnTo>
                    <a:pt x="2994163" y="2494978"/>
                  </a:lnTo>
                  <a:lnTo>
                    <a:pt x="2994290" y="2494978"/>
                  </a:lnTo>
                  <a:lnTo>
                    <a:pt x="2994416" y="2494978"/>
                  </a:lnTo>
                  <a:lnTo>
                    <a:pt x="2994542" y="2494978"/>
                  </a:lnTo>
                  <a:lnTo>
                    <a:pt x="2994668" y="2494978"/>
                  </a:lnTo>
                  <a:lnTo>
                    <a:pt x="2994795" y="2494978"/>
                  </a:lnTo>
                  <a:lnTo>
                    <a:pt x="2994795" y="2490067"/>
                  </a:lnTo>
                  <a:lnTo>
                    <a:pt x="2994921" y="2490067"/>
                  </a:lnTo>
                  <a:lnTo>
                    <a:pt x="2995047" y="2490067"/>
                  </a:lnTo>
                  <a:lnTo>
                    <a:pt x="2995174" y="2490067"/>
                  </a:lnTo>
                  <a:lnTo>
                    <a:pt x="2995300" y="2490067"/>
                  </a:lnTo>
                  <a:lnTo>
                    <a:pt x="2995426" y="2490067"/>
                  </a:lnTo>
                  <a:lnTo>
                    <a:pt x="2995552" y="2490067"/>
                  </a:lnTo>
                  <a:lnTo>
                    <a:pt x="2995679" y="2490067"/>
                  </a:lnTo>
                  <a:lnTo>
                    <a:pt x="2995805" y="2490067"/>
                  </a:lnTo>
                  <a:lnTo>
                    <a:pt x="2995931" y="2490067"/>
                  </a:lnTo>
                  <a:lnTo>
                    <a:pt x="2996057" y="2490067"/>
                  </a:lnTo>
                  <a:lnTo>
                    <a:pt x="2996184" y="2490067"/>
                  </a:lnTo>
                  <a:lnTo>
                    <a:pt x="2996310" y="2490067"/>
                  </a:lnTo>
                  <a:lnTo>
                    <a:pt x="2996436" y="2490067"/>
                  </a:lnTo>
                  <a:lnTo>
                    <a:pt x="2996562" y="2490067"/>
                  </a:lnTo>
                  <a:lnTo>
                    <a:pt x="2996689" y="2490067"/>
                  </a:lnTo>
                  <a:lnTo>
                    <a:pt x="2996815" y="2490067"/>
                  </a:lnTo>
                  <a:lnTo>
                    <a:pt x="2996941" y="2490067"/>
                  </a:lnTo>
                  <a:lnTo>
                    <a:pt x="2997067" y="2490067"/>
                  </a:lnTo>
                  <a:lnTo>
                    <a:pt x="2997194" y="2490067"/>
                  </a:lnTo>
                  <a:lnTo>
                    <a:pt x="2997320" y="2490067"/>
                  </a:lnTo>
                  <a:lnTo>
                    <a:pt x="2997446" y="2490067"/>
                  </a:lnTo>
                  <a:lnTo>
                    <a:pt x="2997572" y="2490067"/>
                  </a:lnTo>
                  <a:lnTo>
                    <a:pt x="2997699" y="2490067"/>
                  </a:lnTo>
                  <a:lnTo>
                    <a:pt x="2997825" y="2490067"/>
                  </a:lnTo>
                  <a:lnTo>
                    <a:pt x="2997951" y="2490067"/>
                  </a:lnTo>
                  <a:lnTo>
                    <a:pt x="2998077" y="2490067"/>
                  </a:lnTo>
                  <a:lnTo>
                    <a:pt x="2998204" y="2490067"/>
                  </a:lnTo>
                  <a:lnTo>
                    <a:pt x="2998330" y="2490067"/>
                  </a:lnTo>
                  <a:lnTo>
                    <a:pt x="2998456" y="2490067"/>
                  </a:lnTo>
                  <a:lnTo>
                    <a:pt x="2998582" y="2490067"/>
                  </a:lnTo>
                  <a:lnTo>
                    <a:pt x="2998709" y="2490067"/>
                  </a:lnTo>
                  <a:lnTo>
                    <a:pt x="2998835" y="2490067"/>
                  </a:lnTo>
                  <a:lnTo>
                    <a:pt x="2998835" y="2485155"/>
                  </a:lnTo>
                  <a:lnTo>
                    <a:pt x="2998961" y="2485155"/>
                  </a:lnTo>
                  <a:lnTo>
                    <a:pt x="2999087" y="2485155"/>
                  </a:lnTo>
                  <a:lnTo>
                    <a:pt x="2999214" y="2485155"/>
                  </a:lnTo>
                  <a:lnTo>
                    <a:pt x="2999340" y="2485155"/>
                  </a:lnTo>
                  <a:lnTo>
                    <a:pt x="2999466" y="2485155"/>
                  </a:lnTo>
                  <a:lnTo>
                    <a:pt x="2999592" y="2485155"/>
                  </a:lnTo>
                  <a:lnTo>
                    <a:pt x="2999719" y="2485155"/>
                  </a:lnTo>
                  <a:lnTo>
                    <a:pt x="2999845" y="2485155"/>
                  </a:lnTo>
                  <a:lnTo>
                    <a:pt x="2999971" y="2485155"/>
                  </a:lnTo>
                  <a:lnTo>
                    <a:pt x="3000098" y="2485155"/>
                  </a:lnTo>
                  <a:lnTo>
                    <a:pt x="3000224" y="2485155"/>
                  </a:lnTo>
                  <a:lnTo>
                    <a:pt x="3000350" y="2485155"/>
                  </a:lnTo>
                  <a:lnTo>
                    <a:pt x="3000476" y="2485155"/>
                  </a:lnTo>
                  <a:lnTo>
                    <a:pt x="3000603" y="2485155"/>
                  </a:lnTo>
                  <a:lnTo>
                    <a:pt x="3000729" y="2485155"/>
                  </a:lnTo>
                  <a:lnTo>
                    <a:pt x="3000855" y="2485155"/>
                  </a:lnTo>
                  <a:lnTo>
                    <a:pt x="3000981" y="2485155"/>
                  </a:lnTo>
                  <a:lnTo>
                    <a:pt x="3000981" y="2480244"/>
                  </a:lnTo>
                  <a:lnTo>
                    <a:pt x="3001108" y="2480244"/>
                  </a:lnTo>
                  <a:lnTo>
                    <a:pt x="3001234" y="2480244"/>
                  </a:lnTo>
                  <a:lnTo>
                    <a:pt x="3001360" y="2480244"/>
                  </a:lnTo>
                  <a:lnTo>
                    <a:pt x="3001486" y="2480244"/>
                  </a:lnTo>
                  <a:lnTo>
                    <a:pt x="3001613" y="2480244"/>
                  </a:lnTo>
                  <a:lnTo>
                    <a:pt x="3001739" y="2480244"/>
                  </a:lnTo>
                  <a:lnTo>
                    <a:pt x="3001865" y="2480244"/>
                  </a:lnTo>
                  <a:lnTo>
                    <a:pt x="3001991" y="2480244"/>
                  </a:lnTo>
                  <a:lnTo>
                    <a:pt x="3002118" y="2480244"/>
                  </a:lnTo>
                  <a:lnTo>
                    <a:pt x="3002244" y="2480244"/>
                  </a:lnTo>
                  <a:lnTo>
                    <a:pt x="3002370" y="2480244"/>
                  </a:lnTo>
                  <a:lnTo>
                    <a:pt x="3002496" y="2480244"/>
                  </a:lnTo>
                  <a:lnTo>
                    <a:pt x="3002623" y="2480244"/>
                  </a:lnTo>
                  <a:lnTo>
                    <a:pt x="3002749" y="2480244"/>
                  </a:lnTo>
                  <a:lnTo>
                    <a:pt x="3002875" y="2480244"/>
                  </a:lnTo>
                  <a:lnTo>
                    <a:pt x="3003001" y="2480244"/>
                  </a:lnTo>
                  <a:lnTo>
                    <a:pt x="3003128" y="2480244"/>
                  </a:lnTo>
                  <a:lnTo>
                    <a:pt x="3003254" y="2480244"/>
                  </a:lnTo>
                  <a:lnTo>
                    <a:pt x="3003380" y="2480244"/>
                  </a:lnTo>
                  <a:lnTo>
                    <a:pt x="3003506" y="2480244"/>
                  </a:lnTo>
                  <a:lnTo>
                    <a:pt x="3003633" y="2480244"/>
                  </a:lnTo>
                  <a:lnTo>
                    <a:pt x="3003759" y="2480244"/>
                  </a:lnTo>
                  <a:lnTo>
                    <a:pt x="3003885" y="2480244"/>
                  </a:lnTo>
                  <a:lnTo>
                    <a:pt x="3004011" y="2480244"/>
                  </a:lnTo>
                  <a:lnTo>
                    <a:pt x="3004138" y="2480244"/>
                  </a:lnTo>
                  <a:lnTo>
                    <a:pt x="3004264" y="2480244"/>
                  </a:lnTo>
                  <a:lnTo>
                    <a:pt x="3004390" y="2480244"/>
                  </a:lnTo>
                  <a:lnTo>
                    <a:pt x="3004516" y="2480244"/>
                  </a:lnTo>
                  <a:lnTo>
                    <a:pt x="3004643" y="2480244"/>
                  </a:lnTo>
                  <a:lnTo>
                    <a:pt x="3004769" y="2480244"/>
                  </a:lnTo>
                  <a:lnTo>
                    <a:pt x="3004895" y="2480244"/>
                  </a:lnTo>
                  <a:lnTo>
                    <a:pt x="3005021" y="2480244"/>
                  </a:lnTo>
                  <a:lnTo>
                    <a:pt x="3005148" y="2480244"/>
                  </a:lnTo>
                  <a:lnTo>
                    <a:pt x="3005274" y="2480244"/>
                  </a:lnTo>
                  <a:lnTo>
                    <a:pt x="3005400" y="2480244"/>
                  </a:lnTo>
                  <a:lnTo>
                    <a:pt x="3005527" y="2480244"/>
                  </a:lnTo>
                  <a:lnTo>
                    <a:pt x="3005653" y="2480244"/>
                  </a:lnTo>
                  <a:lnTo>
                    <a:pt x="3005779" y="2480244"/>
                  </a:lnTo>
                  <a:lnTo>
                    <a:pt x="3005905" y="2480244"/>
                  </a:lnTo>
                  <a:lnTo>
                    <a:pt x="3006032" y="2480244"/>
                  </a:lnTo>
                  <a:lnTo>
                    <a:pt x="3006158" y="2480244"/>
                  </a:lnTo>
                  <a:lnTo>
                    <a:pt x="3006284" y="2480244"/>
                  </a:lnTo>
                  <a:lnTo>
                    <a:pt x="3006410" y="2480244"/>
                  </a:lnTo>
                  <a:lnTo>
                    <a:pt x="3006537" y="2480244"/>
                  </a:lnTo>
                  <a:lnTo>
                    <a:pt x="3006663" y="2480244"/>
                  </a:lnTo>
                  <a:lnTo>
                    <a:pt x="3006663" y="2475332"/>
                  </a:lnTo>
                  <a:lnTo>
                    <a:pt x="3006789" y="2475332"/>
                  </a:lnTo>
                  <a:lnTo>
                    <a:pt x="3006915" y="2475332"/>
                  </a:lnTo>
                  <a:lnTo>
                    <a:pt x="3006915" y="2470421"/>
                  </a:lnTo>
                  <a:lnTo>
                    <a:pt x="3007042" y="2470421"/>
                  </a:lnTo>
                  <a:lnTo>
                    <a:pt x="3007168" y="2470421"/>
                  </a:lnTo>
                  <a:lnTo>
                    <a:pt x="3007294" y="2470421"/>
                  </a:lnTo>
                  <a:lnTo>
                    <a:pt x="3007420" y="2470421"/>
                  </a:lnTo>
                  <a:lnTo>
                    <a:pt x="3007547" y="2470421"/>
                  </a:lnTo>
                  <a:lnTo>
                    <a:pt x="3007673" y="2470421"/>
                  </a:lnTo>
                  <a:lnTo>
                    <a:pt x="3007799" y="2470421"/>
                  </a:lnTo>
                  <a:lnTo>
                    <a:pt x="3007925" y="2470421"/>
                  </a:lnTo>
                  <a:lnTo>
                    <a:pt x="3008052" y="2470421"/>
                  </a:lnTo>
                  <a:lnTo>
                    <a:pt x="3008178" y="2470421"/>
                  </a:lnTo>
                  <a:lnTo>
                    <a:pt x="3008304" y="2470421"/>
                  </a:lnTo>
                  <a:lnTo>
                    <a:pt x="3008430" y="2470421"/>
                  </a:lnTo>
                  <a:lnTo>
                    <a:pt x="3008557" y="2470421"/>
                  </a:lnTo>
                  <a:lnTo>
                    <a:pt x="3008683" y="2470421"/>
                  </a:lnTo>
                  <a:lnTo>
                    <a:pt x="3008809" y="2470421"/>
                  </a:lnTo>
                  <a:lnTo>
                    <a:pt x="3008935" y="2470421"/>
                  </a:lnTo>
                  <a:lnTo>
                    <a:pt x="3009062" y="2470421"/>
                  </a:lnTo>
                  <a:lnTo>
                    <a:pt x="3009188" y="2470421"/>
                  </a:lnTo>
                  <a:lnTo>
                    <a:pt x="3009314" y="2470421"/>
                  </a:lnTo>
                  <a:lnTo>
                    <a:pt x="3009440" y="2470421"/>
                  </a:lnTo>
                  <a:lnTo>
                    <a:pt x="3009567" y="2470421"/>
                  </a:lnTo>
                  <a:lnTo>
                    <a:pt x="3009693" y="2470421"/>
                  </a:lnTo>
                  <a:lnTo>
                    <a:pt x="3009819" y="2470421"/>
                  </a:lnTo>
                  <a:lnTo>
                    <a:pt x="3009945" y="2470421"/>
                  </a:lnTo>
                  <a:lnTo>
                    <a:pt x="3010072" y="2470421"/>
                  </a:lnTo>
                  <a:lnTo>
                    <a:pt x="3010198" y="2470421"/>
                  </a:lnTo>
                  <a:lnTo>
                    <a:pt x="3010324" y="2470421"/>
                  </a:lnTo>
                  <a:lnTo>
                    <a:pt x="3010451" y="2470421"/>
                  </a:lnTo>
                  <a:lnTo>
                    <a:pt x="3010577" y="2470421"/>
                  </a:lnTo>
                  <a:lnTo>
                    <a:pt x="3010703" y="2470421"/>
                  </a:lnTo>
                  <a:lnTo>
                    <a:pt x="3010829" y="2470421"/>
                  </a:lnTo>
                  <a:lnTo>
                    <a:pt x="3010956" y="2470421"/>
                  </a:lnTo>
                  <a:lnTo>
                    <a:pt x="3011082" y="2470421"/>
                  </a:lnTo>
                  <a:lnTo>
                    <a:pt x="3011208" y="2470421"/>
                  </a:lnTo>
                  <a:lnTo>
                    <a:pt x="3011334" y="2470421"/>
                  </a:lnTo>
                  <a:lnTo>
                    <a:pt x="3011461" y="2470421"/>
                  </a:lnTo>
                  <a:lnTo>
                    <a:pt x="3011587" y="2470421"/>
                  </a:lnTo>
                  <a:lnTo>
                    <a:pt x="3011713" y="2470421"/>
                  </a:lnTo>
                  <a:lnTo>
                    <a:pt x="3011839" y="2470421"/>
                  </a:lnTo>
                  <a:lnTo>
                    <a:pt x="3011966" y="2470421"/>
                  </a:lnTo>
                  <a:lnTo>
                    <a:pt x="3012092" y="2470421"/>
                  </a:lnTo>
                  <a:lnTo>
                    <a:pt x="3012218" y="2470421"/>
                  </a:lnTo>
                  <a:lnTo>
                    <a:pt x="3012344" y="2470421"/>
                  </a:lnTo>
                  <a:lnTo>
                    <a:pt x="3012471" y="2470421"/>
                  </a:lnTo>
                  <a:lnTo>
                    <a:pt x="3012597" y="2470421"/>
                  </a:lnTo>
                  <a:lnTo>
                    <a:pt x="3012723" y="2470421"/>
                  </a:lnTo>
                  <a:lnTo>
                    <a:pt x="3012849" y="2470421"/>
                  </a:lnTo>
                  <a:lnTo>
                    <a:pt x="3012976" y="2470421"/>
                  </a:lnTo>
                  <a:lnTo>
                    <a:pt x="3013102" y="2470421"/>
                  </a:lnTo>
                  <a:lnTo>
                    <a:pt x="3013228" y="2470421"/>
                  </a:lnTo>
                  <a:lnTo>
                    <a:pt x="3013354" y="2470421"/>
                  </a:lnTo>
                  <a:lnTo>
                    <a:pt x="3013481" y="2470421"/>
                  </a:lnTo>
                  <a:lnTo>
                    <a:pt x="3013607" y="2470421"/>
                  </a:lnTo>
                  <a:lnTo>
                    <a:pt x="3013733" y="2470421"/>
                  </a:lnTo>
                  <a:lnTo>
                    <a:pt x="3013859" y="2470421"/>
                  </a:lnTo>
                  <a:lnTo>
                    <a:pt x="3013986" y="2470421"/>
                  </a:lnTo>
                  <a:lnTo>
                    <a:pt x="3014112" y="2470421"/>
                  </a:lnTo>
                  <a:lnTo>
                    <a:pt x="3014238" y="2470421"/>
                  </a:lnTo>
                  <a:lnTo>
                    <a:pt x="3014364" y="2470421"/>
                  </a:lnTo>
                  <a:lnTo>
                    <a:pt x="3014491" y="2470421"/>
                  </a:lnTo>
                  <a:lnTo>
                    <a:pt x="3014617" y="2470421"/>
                  </a:lnTo>
                  <a:lnTo>
                    <a:pt x="3014743" y="2470421"/>
                  </a:lnTo>
                  <a:lnTo>
                    <a:pt x="3014869" y="2470421"/>
                  </a:lnTo>
                  <a:lnTo>
                    <a:pt x="3014996" y="2470421"/>
                  </a:lnTo>
                  <a:lnTo>
                    <a:pt x="3015122" y="2470421"/>
                  </a:lnTo>
                  <a:lnTo>
                    <a:pt x="3015248" y="2470421"/>
                  </a:lnTo>
                  <a:lnTo>
                    <a:pt x="3015374" y="2470421"/>
                  </a:lnTo>
                  <a:lnTo>
                    <a:pt x="3015501" y="2470421"/>
                  </a:lnTo>
                  <a:lnTo>
                    <a:pt x="3015627" y="2470421"/>
                  </a:lnTo>
                  <a:lnTo>
                    <a:pt x="3015753" y="2470421"/>
                  </a:lnTo>
                  <a:lnTo>
                    <a:pt x="3015880" y="2470421"/>
                  </a:lnTo>
                  <a:lnTo>
                    <a:pt x="3016006" y="2470421"/>
                  </a:lnTo>
                  <a:lnTo>
                    <a:pt x="3016132" y="2470421"/>
                  </a:lnTo>
                  <a:lnTo>
                    <a:pt x="3016258" y="2470421"/>
                  </a:lnTo>
                  <a:lnTo>
                    <a:pt x="3016385" y="2470421"/>
                  </a:lnTo>
                  <a:lnTo>
                    <a:pt x="3016511" y="2470421"/>
                  </a:lnTo>
                  <a:lnTo>
                    <a:pt x="3016637" y="2470421"/>
                  </a:lnTo>
                  <a:lnTo>
                    <a:pt x="3016763" y="2470421"/>
                  </a:lnTo>
                  <a:lnTo>
                    <a:pt x="3016890" y="2470421"/>
                  </a:lnTo>
                  <a:lnTo>
                    <a:pt x="3017016" y="2470421"/>
                  </a:lnTo>
                  <a:lnTo>
                    <a:pt x="3017142" y="2470421"/>
                  </a:lnTo>
                  <a:lnTo>
                    <a:pt x="3017268" y="2470421"/>
                  </a:lnTo>
                  <a:lnTo>
                    <a:pt x="3017395" y="2470421"/>
                  </a:lnTo>
                  <a:lnTo>
                    <a:pt x="3017521" y="2470421"/>
                  </a:lnTo>
                  <a:lnTo>
                    <a:pt x="3017647" y="2470421"/>
                  </a:lnTo>
                  <a:lnTo>
                    <a:pt x="3017773" y="2470421"/>
                  </a:lnTo>
                  <a:lnTo>
                    <a:pt x="3017900" y="2470421"/>
                  </a:lnTo>
                  <a:lnTo>
                    <a:pt x="3018026" y="2470421"/>
                  </a:lnTo>
                  <a:lnTo>
                    <a:pt x="3018152" y="2470421"/>
                  </a:lnTo>
                  <a:lnTo>
                    <a:pt x="3018278" y="2470421"/>
                  </a:lnTo>
                  <a:lnTo>
                    <a:pt x="3018405" y="2470421"/>
                  </a:lnTo>
                  <a:lnTo>
                    <a:pt x="3018531" y="2470421"/>
                  </a:lnTo>
                  <a:lnTo>
                    <a:pt x="3018657" y="2470421"/>
                  </a:lnTo>
                  <a:lnTo>
                    <a:pt x="3018783" y="2470421"/>
                  </a:lnTo>
                  <a:lnTo>
                    <a:pt x="3018910" y="2470421"/>
                  </a:lnTo>
                  <a:lnTo>
                    <a:pt x="3019036" y="2470421"/>
                  </a:lnTo>
                  <a:lnTo>
                    <a:pt x="3019162" y="2470421"/>
                  </a:lnTo>
                  <a:lnTo>
                    <a:pt x="3019288" y="2470421"/>
                  </a:lnTo>
                  <a:lnTo>
                    <a:pt x="3019415" y="2470421"/>
                  </a:lnTo>
                  <a:lnTo>
                    <a:pt x="3019541" y="2470421"/>
                  </a:lnTo>
                  <a:lnTo>
                    <a:pt x="3019667" y="2470421"/>
                  </a:lnTo>
                  <a:lnTo>
                    <a:pt x="3019793" y="2470421"/>
                  </a:lnTo>
                  <a:lnTo>
                    <a:pt x="3019920" y="2470421"/>
                  </a:lnTo>
                  <a:lnTo>
                    <a:pt x="3020046" y="2470421"/>
                  </a:lnTo>
                  <a:lnTo>
                    <a:pt x="3020172" y="2470421"/>
                  </a:lnTo>
                  <a:lnTo>
                    <a:pt x="3020298" y="2470421"/>
                  </a:lnTo>
                  <a:lnTo>
                    <a:pt x="3020425" y="2470421"/>
                  </a:lnTo>
                  <a:lnTo>
                    <a:pt x="3020551" y="2470421"/>
                  </a:lnTo>
                  <a:lnTo>
                    <a:pt x="3020677" y="2470421"/>
                  </a:lnTo>
                  <a:lnTo>
                    <a:pt x="3020804" y="2470421"/>
                  </a:lnTo>
                  <a:lnTo>
                    <a:pt x="3020930" y="2470421"/>
                  </a:lnTo>
                  <a:lnTo>
                    <a:pt x="3021056" y="2470421"/>
                  </a:lnTo>
                  <a:lnTo>
                    <a:pt x="3021182" y="2470421"/>
                  </a:lnTo>
                  <a:lnTo>
                    <a:pt x="3021309" y="2470421"/>
                  </a:lnTo>
                  <a:lnTo>
                    <a:pt x="3021435" y="2470421"/>
                  </a:lnTo>
                  <a:lnTo>
                    <a:pt x="3021561" y="2470421"/>
                  </a:lnTo>
                  <a:lnTo>
                    <a:pt x="3021687" y="2470421"/>
                  </a:lnTo>
                  <a:lnTo>
                    <a:pt x="3021814" y="2470421"/>
                  </a:lnTo>
                  <a:lnTo>
                    <a:pt x="3021940" y="2470421"/>
                  </a:lnTo>
                  <a:lnTo>
                    <a:pt x="3022066" y="2470421"/>
                  </a:lnTo>
                  <a:lnTo>
                    <a:pt x="3022192" y="2470421"/>
                  </a:lnTo>
                  <a:lnTo>
                    <a:pt x="3022319" y="2470421"/>
                  </a:lnTo>
                  <a:lnTo>
                    <a:pt x="3022445" y="2470421"/>
                  </a:lnTo>
                  <a:lnTo>
                    <a:pt x="3022571" y="2470421"/>
                  </a:lnTo>
                  <a:lnTo>
                    <a:pt x="3022697" y="2470421"/>
                  </a:lnTo>
                  <a:lnTo>
                    <a:pt x="3022824" y="2470421"/>
                  </a:lnTo>
                  <a:lnTo>
                    <a:pt x="3022950" y="2470421"/>
                  </a:lnTo>
                  <a:lnTo>
                    <a:pt x="3023076" y="2470421"/>
                  </a:lnTo>
                  <a:lnTo>
                    <a:pt x="3023202" y="2470421"/>
                  </a:lnTo>
                  <a:lnTo>
                    <a:pt x="3023329" y="2470421"/>
                  </a:lnTo>
                  <a:lnTo>
                    <a:pt x="3023455" y="2470421"/>
                  </a:lnTo>
                  <a:lnTo>
                    <a:pt x="3023581" y="2470421"/>
                  </a:lnTo>
                  <a:lnTo>
                    <a:pt x="3023707" y="2470421"/>
                  </a:lnTo>
                  <a:lnTo>
                    <a:pt x="3023834" y="2470421"/>
                  </a:lnTo>
                  <a:lnTo>
                    <a:pt x="3023960" y="2470421"/>
                  </a:lnTo>
                  <a:lnTo>
                    <a:pt x="3024086" y="2470421"/>
                  </a:lnTo>
                  <a:lnTo>
                    <a:pt x="3024212" y="2470421"/>
                  </a:lnTo>
                  <a:lnTo>
                    <a:pt x="3024339" y="2470421"/>
                  </a:lnTo>
                  <a:lnTo>
                    <a:pt x="3024465" y="2470421"/>
                  </a:lnTo>
                  <a:lnTo>
                    <a:pt x="3024591" y="2470421"/>
                  </a:lnTo>
                  <a:lnTo>
                    <a:pt x="3024717" y="2470421"/>
                  </a:lnTo>
                  <a:lnTo>
                    <a:pt x="3024844" y="2470421"/>
                  </a:lnTo>
                  <a:lnTo>
                    <a:pt x="3024970" y="2470421"/>
                  </a:lnTo>
                  <a:lnTo>
                    <a:pt x="3025096" y="2470421"/>
                  </a:lnTo>
                  <a:lnTo>
                    <a:pt x="3025222" y="2470421"/>
                  </a:lnTo>
                  <a:lnTo>
                    <a:pt x="3025349" y="2470421"/>
                  </a:lnTo>
                  <a:lnTo>
                    <a:pt x="3025475" y="2470421"/>
                  </a:lnTo>
                  <a:lnTo>
                    <a:pt x="3025601" y="2470421"/>
                  </a:lnTo>
                  <a:lnTo>
                    <a:pt x="3025727" y="2470421"/>
                  </a:lnTo>
                  <a:lnTo>
                    <a:pt x="3025854" y="2470421"/>
                  </a:lnTo>
                  <a:lnTo>
                    <a:pt x="3025980" y="2470421"/>
                  </a:lnTo>
                  <a:lnTo>
                    <a:pt x="3026106" y="2470421"/>
                  </a:lnTo>
                  <a:lnTo>
                    <a:pt x="3026233" y="2470421"/>
                  </a:lnTo>
                  <a:lnTo>
                    <a:pt x="3026359" y="2470421"/>
                  </a:lnTo>
                  <a:lnTo>
                    <a:pt x="3026485" y="2470421"/>
                  </a:lnTo>
                  <a:lnTo>
                    <a:pt x="3026611" y="2470421"/>
                  </a:lnTo>
                  <a:lnTo>
                    <a:pt x="3026738" y="2470421"/>
                  </a:lnTo>
                  <a:lnTo>
                    <a:pt x="3026864" y="2470421"/>
                  </a:lnTo>
                  <a:lnTo>
                    <a:pt x="3026990" y="2470421"/>
                  </a:lnTo>
                  <a:lnTo>
                    <a:pt x="3027116" y="2470421"/>
                  </a:lnTo>
                  <a:lnTo>
                    <a:pt x="3027243" y="2470421"/>
                  </a:lnTo>
                  <a:lnTo>
                    <a:pt x="3027369" y="2470421"/>
                  </a:lnTo>
                  <a:lnTo>
                    <a:pt x="3027495" y="2470421"/>
                  </a:lnTo>
                  <a:lnTo>
                    <a:pt x="3027495" y="2465510"/>
                  </a:lnTo>
                  <a:lnTo>
                    <a:pt x="3027621" y="2465510"/>
                  </a:lnTo>
                  <a:lnTo>
                    <a:pt x="3027748" y="2465510"/>
                  </a:lnTo>
                  <a:lnTo>
                    <a:pt x="3027874" y="2465510"/>
                  </a:lnTo>
                  <a:lnTo>
                    <a:pt x="3028000" y="2465510"/>
                  </a:lnTo>
                  <a:lnTo>
                    <a:pt x="3028126" y="2465510"/>
                  </a:lnTo>
                  <a:lnTo>
                    <a:pt x="3028253" y="2465510"/>
                  </a:lnTo>
                  <a:lnTo>
                    <a:pt x="3028379" y="2465510"/>
                  </a:lnTo>
                  <a:lnTo>
                    <a:pt x="3028505" y="2465510"/>
                  </a:lnTo>
                  <a:lnTo>
                    <a:pt x="3028631" y="2465510"/>
                  </a:lnTo>
                  <a:lnTo>
                    <a:pt x="3028758" y="2465510"/>
                  </a:lnTo>
                  <a:lnTo>
                    <a:pt x="3028884" y="2465510"/>
                  </a:lnTo>
                  <a:lnTo>
                    <a:pt x="3029010" y="2465510"/>
                  </a:lnTo>
                  <a:lnTo>
                    <a:pt x="3029010" y="2460598"/>
                  </a:lnTo>
                  <a:lnTo>
                    <a:pt x="3029136" y="2460598"/>
                  </a:lnTo>
                  <a:lnTo>
                    <a:pt x="3029263" y="2460598"/>
                  </a:lnTo>
                  <a:lnTo>
                    <a:pt x="3029389" y="2460598"/>
                  </a:lnTo>
                  <a:lnTo>
                    <a:pt x="3029515" y="2460598"/>
                  </a:lnTo>
                  <a:lnTo>
                    <a:pt x="3029641" y="2460598"/>
                  </a:lnTo>
                  <a:lnTo>
                    <a:pt x="3029768" y="2460598"/>
                  </a:lnTo>
                  <a:lnTo>
                    <a:pt x="3029894" y="2460598"/>
                  </a:lnTo>
                  <a:lnTo>
                    <a:pt x="3030020" y="2460598"/>
                  </a:lnTo>
                  <a:lnTo>
                    <a:pt x="3030146" y="2460598"/>
                  </a:lnTo>
                  <a:lnTo>
                    <a:pt x="3030273" y="2460598"/>
                  </a:lnTo>
                  <a:lnTo>
                    <a:pt x="3030399" y="2460598"/>
                  </a:lnTo>
                  <a:lnTo>
                    <a:pt x="3030525" y="2460598"/>
                  </a:lnTo>
                  <a:lnTo>
                    <a:pt x="3030651" y="2460598"/>
                  </a:lnTo>
                  <a:lnTo>
                    <a:pt x="3030778" y="2460598"/>
                  </a:lnTo>
                  <a:lnTo>
                    <a:pt x="3030904" y="2460598"/>
                  </a:lnTo>
                  <a:lnTo>
                    <a:pt x="3031030" y="2460598"/>
                  </a:lnTo>
                  <a:lnTo>
                    <a:pt x="3031030" y="2455687"/>
                  </a:lnTo>
                  <a:lnTo>
                    <a:pt x="3031157" y="2455687"/>
                  </a:lnTo>
                  <a:lnTo>
                    <a:pt x="3031283" y="2455687"/>
                  </a:lnTo>
                  <a:lnTo>
                    <a:pt x="3031409" y="2455687"/>
                  </a:lnTo>
                  <a:lnTo>
                    <a:pt x="3031535" y="2455687"/>
                  </a:lnTo>
                  <a:lnTo>
                    <a:pt x="3031662" y="2455687"/>
                  </a:lnTo>
                  <a:lnTo>
                    <a:pt x="3031788" y="2455687"/>
                  </a:lnTo>
                  <a:lnTo>
                    <a:pt x="3031914" y="2455687"/>
                  </a:lnTo>
                  <a:lnTo>
                    <a:pt x="3032040" y="2455687"/>
                  </a:lnTo>
                  <a:lnTo>
                    <a:pt x="3032167" y="2455687"/>
                  </a:lnTo>
                  <a:lnTo>
                    <a:pt x="3032293" y="2455687"/>
                  </a:lnTo>
                  <a:lnTo>
                    <a:pt x="3032419" y="2455687"/>
                  </a:lnTo>
                  <a:lnTo>
                    <a:pt x="3032545" y="2455687"/>
                  </a:lnTo>
                  <a:lnTo>
                    <a:pt x="3032672" y="2455687"/>
                  </a:lnTo>
                  <a:lnTo>
                    <a:pt x="3032798" y="2455687"/>
                  </a:lnTo>
                  <a:lnTo>
                    <a:pt x="3032924" y="2455687"/>
                  </a:lnTo>
                  <a:lnTo>
                    <a:pt x="3033050" y="2455687"/>
                  </a:lnTo>
                  <a:lnTo>
                    <a:pt x="3033177" y="2455687"/>
                  </a:lnTo>
                  <a:lnTo>
                    <a:pt x="3033303" y="2455687"/>
                  </a:lnTo>
                  <a:lnTo>
                    <a:pt x="3033303" y="2450776"/>
                  </a:lnTo>
                  <a:lnTo>
                    <a:pt x="3033429" y="2450776"/>
                  </a:lnTo>
                  <a:lnTo>
                    <a:pt x="3033555" y="2450776"/>
                  </a:lnTo>
                  <a:lnTo>
                    <a:pt x="3033682" y="2450776"/>
                  </a:lnTo>
                  <a:lnTo>
                    <a:pt x="3033808" y="2450776"/>
                  </a:lnTo>
                  <a:lnTo>
                    <a:pt x="3033934" y="2450776"/>
                  </a:lnTo>
                  <a:lnTo>
                    <a:pt x="3034060" y="2450776"/>
                  </a:lnTo>
                  <a:lnTo>
                    <a:pt x="3034187" y="2450776"/>
                  </a:lnTo>
                  <a:lnTo>
                    <a:pt x="3034313" y="2450776"/>
                  </a:lnTo>
                  <a:lnTo>
                    <a:pt x="3034439" y="2450776"/>
                  </a:lnTo>
                  <a:lnTo>
                    <a:pt x="3034565" y="2450776"/>
                  </a:lnTo>
                  <a:lnTo>
                    <a:pt x="3034692" y="2450776"/>
                  </a:lnTo>
                  <a:lnTo>
                    <a:pt x="3034818" y="2450776"/>
                  </a:lnTo>
                  <a:lnTo>
                    <a:pt x="3034944" y="2450776"/>
                  </a:lnTo>
                  <a:lnTo>
                    <a:pt x="3035070" y="2450776"/>
                  </a:lnTo>
                  <a:lnTo>
                    <a:pt x="3035197" y="2450776"/>
                  </a:lnTo>
                  <a:lnTo>
                    <a:pt x="3035323" y="2450776"/>
                  </a:lnTo>
                  <a:lnTo>
                    <a:pt x="3035323" y="2445864"/>
                  </a:lnTo>
                  <a:lnTo>
                    <a:pt x="3035449" y="2445864"/>
                  </a:lnTo>
                  <a:lnTo>
                    <a:pt x="3035575" y="2445864"/>
                  </a:lnTo>
                  <a:lnTo>
                    <a:pt x="3035702" y="2445864"/>
                  </a:lnTo>
                  <a:lnTo>
                    <a:pt x="3035828" y="2445864"/>
                  </a:lnTo>
                  <a:lnTo>
                    <a:pt x="3035954" y="2445864"/>
                  </a:lnTo>
                  <a:lnTo>
                    <a:pt x="3036081" y="2445864"/>
                  </a:lnTo>
                  <a:lnTo>
                    <a:pt x="3036207" y="2445864"/>
                  </a:lnTo>
                  <a:lnTo>
                    <a:pt x="3036333" y="2445864"/>
                  </a:lnTo>
                  <a:lnTo>
                    <a:pt x="3036459" y="2445864"/>
                  </a:lnTo>
                  <a:lnTo>
                    <a:pt x="3036586" y="2445864"/>
                  </a:lnTo>
                  <a:lnTo>
                    <a:pt x="3036712" y="2445864"/>
                  </a:lnTo>
                  <a:lnTo>
                    <a:pt x="3036838" y="2445864"/>
                  </a:lnTo>
                  <a:lnTo>
                    <a:pt x="3036964" y="2445864"/>
                  </a:lnTo>
                  <a:lnTo>
                    <a:pt x="3037091" y="2445864"/>
                  </a:lnTo>
                  <a:lnTo>
                    <a:pt x="3037217" y="2445864"/>
                  </a:lnTo>
                  <a:lnTo>
                    <a:pt x="3037343" y="2445864"/>
                  </a:lnTo>
                  <a:lnTo>
                    <a:pt x="3037469" y="2445864"/>
                  </a:lnTo>
                  <a:lnTo>
                    <a:pt x="3037596" y="2445864"/>
                  </a:lnTo>
                  <a:lnTo>
                    <a:pt x="3037722" y="2445864"/>
                  </a:lnTo>
                  <a:lnTo>
                    <a:pt x="3037848" y="2445864"/>
                  </a:lnTo>
                  <a:lnTo>
                    <a:pt x="3037974" y="2445864"/>
                  </a:lnTo>
                  <a:lnTo>
                    <a:pt x="3038101" y="2445864"/>
                  </a:lnTo>
                  <a:lnTo>
                    <a:pt x="3038227" y="2445864"/>
                  </a:lnTo>
                  <a:lnTo>
                    <a:pt x="3038353" y="2445864"/>
                  </a:lnTo>
                  <a:lnTo>
                    <a:pt x="3038479" y="2445864"/>
                  </a:lnTo>
                  <a:lnTo>
                    <a:pt x="3038606" y="2445864"/>
                  </a:lnTo>
                  <a:lnTo>
                    <a:pt x="3038732" y="2445864"/>
                  </a:lnTo>
                  <a:lnTo>
                    <a:pt x="3038858" y="2445864"/>
                  </a:lnTo>
                  <a:lnTo>
                    <a:pt x="3038984" y="2445864"/>
                  </a:lnTo>
                  <a:lnTo>
                    <a:pt x="3039111" y="2445864"/>
                  </a:lnTo>
                  <a:lnTo>
                    <a:pt x="3039237" y="2445864"/>
                  </a:lnTo>
                  <a:lnTo>
                    <a:pt x="3039363" y="2445864"/>
                  </a:lnTo>
                  <a:lnTo>
                    <a:pt x="3039489" y="2445864"/>
                  </a:lnTo>
                  <a:lnTo>
                    <a:pt x="3039616" y="2445864"/>
                  </a:lnTo>
                  <a:lnTo>
                    <a:pt x="3039742" y="2445864"/>
                  </a:lnTo>
                  <a:lnTo>
                    <a:pt x="3039868" y="2445864"/>
                  </a:lnTo>
                  <a:lnTo>
                    <a:pt x="3039994" y="2445864"/>
                  </a:lnTo>
                  <a:lnTo>
                    <a:pt x="3040121" y="2445864"/>
                  </a:lnTo>
                  <a:lnTo>
                    <a:pt x="3040247" y="2445864"/>
                  </a:lnTo>
                  <a:lnTo>
                    <a:pt x="3040373" y="2445864"/>
                  </a:lnTo>
                  <a:lnTo>
                    <a:pt x="3040499" y="2445864"/>
                  </a:lnTo>
                  <a:lnTo>
                    <a:pt x="3040626" y="2445864"/>
                  </a:lnTo>
                  <a:lnTo>
                    <a:pt x="3040752" y="2445864"/>
                  </a:lnTo>
                  <a:lnTo>
                    <a:pt x="3040878" y="2445864"/>
                  </a:lnTo>
                  <a:lnTo>
                    <a:pt x="3041004" y="2445864"/>
                  </a:lnTo>
                  <a:lnTo>
                    <a:pt x="3041131" y="2445864"/>
                  </a:lnTo>
                  <a:lnTo>
                    <a:pt x="3041257" y="2445864"/>
                  </a:lnTo>
                  <a:lnTo>
                    <a:pt x="3041383" y="2445864"/>
                  </a:lnTo>
                  <a:lnTo>
                    <a:pt x="3041510" y="2445864"/>
                  </a:lnTo>
                  <a:lnTo>
                    <a:pt x="3041510" y="2440953"/>
                  </a:lnTo>
                  <a:lnTo>
                    <a:pt x="3041636" y="2440953"/>
                  </a:lnTo>
                  <a:lnTo>
                    <a:pt x="3041762" y="2440953"/>
                  </a:lnTo>
                  <a:lnTo>
                    <a:pt x="3041888" y="2440953"/>
                  </a:lnTo>
                  <a:lnTo>
                    <a:pt x="3042015" y="2440953"/>
                  </a:lnTo>
                  <a:lnTo>
                    <a:pt x="3042141" y="2440953"/>
                  </a:lnTo>
                  <a:lnTo>
                    <a:pt x="3042267" y="2440953"/>
                  </a:lnTo>
                  <a:lnTo>
                    <a:pt x="3042393" y="2440953"/>
                  </a:lnTo>
                  <a:lnTo>
                    <a:pt x="3042393" y="2436041"/>
                  </a:lnTo>
                  <a:lnTo>
                    <a:pt x="3042520" y="2436041"/>
                  </a:lnTo>
                  <a:lnTo>
                    <a:pt x="3042646" y="2436041"/>
                  </a:lnTo>
                  <a:lnTo>
                    <a:pt x="3042772" y="2436041"/>
                  </a:lnTo>
                  <a:lnTo>
                    <a:pt x="3042898" y="2436041"/>
                  </a:lnTo>
                  <a:lnTo>
                    <a:pt x="3043025" y="2436041"/>
                  </a:lnTo>
                  <a:lnTo>
                    <a:pt x="3043151" y="2436041"/>
                  </a:lnTo>
                  <a:lnTo>
                    <a:pt x="3043277" y="2436041"/>
                  </a:lnTo>
                  <a:lnTo>
                    <a:pt x="3043403" y="2436041"/>
                  </a:lnTo>
                  <a:lnTo>
                    <a:pt x="3043530" y="2436041"/>
                  </a:lnTo>
                  <a:lnTo>
                    <a:pt x="3043656" y="2436041"/>
                  </a:lnTo>
                  <a:lnTo>
                    <a:pt x="3043782" y="2436041"/>
                  </a:lnTo>
                  <a:lnTo>
                    <a:pt x="3043908" y="2436041"/>
                  </a:lnTo>
                  <a:lnTo>
                    <a:pt x="3044035" y="2436041"/>
                  </a:lnTo>
                  <a:lnTo>
                    <a:pt x="3044161" y="2436041"/>
                  </a:lnTo>
                  <a:lnTo>
                    <a:pt x="3044287" y="2436041"/>
                  </a:lnTo>
                  <a:lnTo>
                    <a:pt x="3044413" y="2436041"/>
                  </a:lnTo>
                  <a:lnTo>
                    <a:pt x="3044540" y="2436041"/>
                  </a:lnTo>
                  <a:lnTo>
                    <a:pt x="3044666" y="2436041"/>
                  </a:lnTo>
                  <a:lnTo>
                    <a:pt x="3044792" y="2436041"/>
                  </a:lnTo>
                  <a:lnTo>
                    <a:pt x="3044918" y="2436041"/>
                  </a:lnTo>
                  <a:lnTo>
                    <a:pt x="3045045" y="2436041"/>
                  </a:lnTo>
                  <a:lnTo>
                    <a:pt x="3045171" y="2436041"/>
                  </a:lnTo>
                  <a:lnTo>
                    <a:pt x="3045297" y="2436041"/>
                  </a:lnTo>
                  <a:lnTo>
                    <a:pt x="3045423" y="2436041"/>
                  </a:lnTo>
                  <a:lnTo>
                    <a:pt x="3045550" y="2436041"/>
                  </a:lnTo>
                  <a:lnTo>
                    <a:pt x="3045676" y="2436041"/>
                  </a:lnTo>
                  <a:lnTo>
                    <a:pt x="3045802" y="2436041"/>
                  </a:lnTo>
                  <a:lnTo>
                    <a:pt x="3045928" y="2436041"/>
                  </a:lnTo>
                  <a:lnTo>
                    <a:pt x="3046055" y="2436041"/>
                  </a:lnTo>
                  <a:lnTo>
                    <a:pt x="3046181" y="2436041"/>
                  </a:lnTo>
                  <a:lnTo>
                    <a:pt x="3046307" y="2436041"/>
                  </a:lnTo>
                  <a:lnTo>
                    <a:pt x="3046434" y="2436041"/>
                  </a:lnTo>
                  <a:lnTo>
                    <a:pt x="3046560" y="2436041"/>
                  </a:lnTo>
                  <a:lnTo>
                    <a:pt x="3046686" y="2436041"/>
                  </a:lnTo>
                  <a:lnTo>
                    <a:pt x="3046812" y="2436041"/>
                  </a:lnTo>
                  <a:lnTo>
                    <a:pt x="3046939" y="2436041"/>
                  </a:lnTo>
                  <a:lnTo>
                    <a:pt x="3047065" y="2436041"/>
                  </a:lnTo>
                  <a:lnTo>
                    <a:pt x="3047191" y="2436041"/>
                  </a:lnTo>
                  <a:lnTo>
                    <a:pt x="3047317" y="2436041"/>
                  </a:lnTo>
                  <a:lnTo>
                    <a:pt x="3047444" y="2436041"/>
                  </a:lnTo>
                  <a:lnTo>
                    <a:pt x="3047570" y="2436041"/>
                  </a:lnTo>
                  <a:lnTo>
                    <a:pt x="3047696" y="2436041"/>
                  </a:lnTo>
                  <a:lnTo>
                    <a:pt x="3047822" y="2436041"/>
                  </a:lnTo>
                  <a:lnTo>
                    <a:pt x="3047822" y="2431130"/>
                  </a:lnTo>
                  <a:lnTo>
                    <a:pt x="3047949" y="2431130"/>
                  </a:lnTo>
                  <a:lnTo>
                    <a:pt x="3048075" y="2431130"/>
                  </a:lnTo>
                  <a:lnTo>
                    <a:pt x="3048201" y="2431130"/>
                  </a:lnTo>
                  <a:lnTo>
                    <a:pt x="3048327" y="2431130"/>
                  </a:lnTo>
                  <a:lnTo>
                    <a:pt x="3048454" y="2431130"/>
                  </a:lnTo>
                  <a:lnTo>
                    <a:pt x="3048580" y="2431130"/>
                  </a:lnTo>
                  <a:lnTo>
                    <a:pt x="3048706" y="2431130"/>
                  </a:lnTo>
                  <a:lnTo>
                    <a:pt x="3048832" y="2431130"/>
                  </a:lnTo>
                  <a:lnTo>
                    <a:pt x="3048959" y="2431130"/>
                  </a:lnTo>
                  <a:lnTo>
                    <a:pt x="3049085" y="2431130"/>
                  </a:lnTo>
                  <a:lnTo>
                    <a:pt x="3049211" y="2431130"/>
                  </a:lnTo>
                  <a:lnTo>
                    <a:pt x="3049337" y="2431130"/>
                  </a:lnTo>
                  <a:lnTo>
                    <a:pt x="3049464" y="2431130"/>
                  </a:lnTo>
                  <a:lnTo>
                    <a:pt x="3049590" y="2431130"/>
                  </a:lnTo>
                  <a:lnTo>
                    <a:pt x="3049716" y="2431130"/>
                  </a:lnTo>
                  <a:lnTo>
                    <a:pt x="3049842" y="2431130"/>
                  </a:lnTo>
                  <a:lnTo>
                    <a:pt x="3049969" y="2431130"/>
                  </a:lnTo>
                  <a:lnTo>
                    <a:pt x="3050095" y="2431130"/>
                  </a:lnTo>
                  <a:lnTo>
                    <a:pt x="3050221" y="2431130"/>
                  </a:lnTo>
                  <a:lnTo>
                    <a:pt x="3050347" y="2431130"/>
                  </a:lnTo>
                  <a:lnTo>
                    <a:pt x="3050474" y="2431130"/>
                  </a:lnTo>
                  <a:lnTo>
                    <a:pt x="3050600" y="2431130"/>
                  </a:lnTo>
                  <a:lnTo>
                    <a:pt x="3050726" y="2431130"/>
                  </a:lnTo>
                  <a:lnTo>
                    <a:pt x="3050852" y="2431130"/>
                  </a:lnTo>
                  <a:lnTo>
                    <a:pt x="3050979" y="2431130"/>
                  </a:lnTo>
                  <a:lnTo>
                    <a:pt x="3051105" y="2431130"/>
                  </a:lnTo>
                  <a:lnTo>
                    <a:pt x="3051231" y="2431130"/>
                  </a:lnTo>
                  <a:lnTo>
                    <a:pt x="3051357" y="2431130"/>
                  </a:lnTo>
                  <a:lnTo>
                    <a:pt x="3051484" y="2431130"/>
                  </a:lnTo>
                  <a:lnTo>
                    <a:pt x="3051610" y="2431130"/>
                  </a:lnTo>
                  <a:lnTo>
                    <a:pt x="3051736" y="2431130"/>
                  </a:lnTo>
                  <a:lnTo>
                    <a:pt x="3051863" y="2431130"/>
                  </a:lnTo>
                  <a:lnTo>
                    <a:pt x="3051989" y="2431130"/>
                  </a:lnTo>
                  <a:lnTo>
                    <a:pt x="3052115" y="2431130"/>
                  </a:lnTo>
                  <a:lnTo>
                    <a:pt x="3052241" y="2431130"/>
                  </a:lnTo>
                  <a:lnTo>
                    <a:pt x="3052368" y="2431130"/>
                  </a:lnTo>
                  <a:lnTo>
                    <a:pt x="3052494" y="2431130"/>
                  </a:lnTo>
                  <a:lnTo>
                    <a:pt x="3052620" y="2431130"/>
                  </a:lnTo>
                  <a:lnTo>
                    <a:pt x="3052746" y="2431130"/>
                  </a:lnTo>
                  <a:lnTo>
                    <a:pt x="3052873" y="2431130"/>
                  </a:lnTo>
                  <a:lnTo>
                    <a:pt x="3052999" y="2431130"/>
                  </a:lnTo>
                  <a:lnTo>
                    <a:pt x="3053125" y="2431130"/>
                  </a:lnTo>
                  <a:lnTo>
                    <a:pt x="3053251" y="2431130"/>
                  </a:lnTo>
                  <a:lnTo>
                    <a:pt x="3053378" y="2431130"/>
                  </a:lnTo>
                  <a:lnTo>
                    <a:pt x="3053504" y="2431130"/>
                  </a:lnTo>
                  <a:lnTo>
                    <a:pt x="3053630" y="2431130"/>
                  </a:lnTo>
                  <a:lnTo>
                    <a:pt x="3053756" y="2431130"/>
                  </a:lnTo>
                  <a:lnTo>
                    <a:pt x="3053883" y="2431130"/>
                  </a:lnTo>
                  <a:lnTo>
                    <a:pt x="3054009" y="2431130"/>
                  </a:lnTo>
                  <a:lnTo>
                    <a:pt x="3054135" y="2431130"/>
                  </a:lnTo>
                  <a:lnTo>
                    <a:pt x="3054261" y="2431130"/>
                  </a:lnTo>
                  <a:lnTo>
                    <a:pt x="3054388" y="2431130"/>
                  </a:lnTo>
                  <a:lnTo>
                    <a:pt x="3054514" y="2431130"/>
                  </a:lnTo>
                  <a:lnTo>
                    <a:pt x="3054640" y="2431130"/>
                  </a:lnTo>
                  <a:lnTo>
                    <a:pt x="3054766" y="2431130"/>
                  </a:lnTo>
                  <a:lnTo>
                    <a:pt x="3054893" y="2431130"/>
                  </a:lnTo>
                  <a:lnTo>
                    <a:pt x="3055019" y="2431130"/>
                  </a:lnTo>
                  <a:lnTo>
                    <a:pt x="3055145" y="2431130"/>
                  </a:lnTo>
                  <a:lnTo>
                    <a:pt x="3055271" y="2431130"/>
                  </a:lnTo>
                  <a:lnTo>
                    <a:pt x="3055398" y="2431130"/>
                  </a:lnTo>
                  <a:lnTo>
                    <a:pt x="3055524" y="2431130"/>
                  </a:lnTo>
                  <a:lnTo>
                    <a:pt x="3055650" y="2431130"/>
                  </a:lnTo>
                  <a:lnTo>
                    <a:pt x="3055776" y="2431130"/>
                  </a:lnTo>
                  <a:lnTo>
                    <a:pt x="3055903" y="2431130"/>
                  </a:lnTo>
                  <a:lnTo>
                    <a:pt x="3056029" y="2431130"/>
                  </a:lnTo>
                  <a:lnTo>
                    <a:pt x="3056155" y="2431130"/>
                  </a:lnTo>
                  <a:lnTo>
                    <a:pt x="3056281" y="2431130"/>
                  </a:lnTo>
                  <a:lnTo>
                    <a:pt x="3056408" y="2431130"/>
                  </a:lnTo>
                  <a:lnTo>
                    <a:pt x="3056534" y="2431130"/>
                  </a:lnTo>
                  <a:lnTo>
                    <a:pt x="3056660" y="2431130"/>
                  </a:lnTo>
                  <a:lnTo>
                    <a:pt x="3056787" y="2431130"/>
                  </a:lnTo>
                  <a:lnTo>
                    <a:pt x="3056913" y="2431130"/>
                  </a:lnTo>
                  <a:lnTo>
                    <a:pt x="3057039" y="2431130"/>
                  </a:lnTo>
                  <a:lnTo>
                    <a:pt x="3057165" y="2431130"/>
                  </a:lnTo>
                  <a:lnTo>
                    <a:pt x="3057292" y="2431130"/>
                  </a:lnTo>
                  <a:lnTo>
                    <a:pt x="3057418" y="2431130"/>
                  </a:lnTo>
                  <a:lnTo>
                    <a:pt x="3057544" y="2431130"/>
                  </a:lnTo>
                  <a:lnTo>
                    <a:pt x="3057670" y="2431130"/>
                  </a:lnTo>
                  <a:lnTo>
                    <a:pt x="3057797" y="2431130"/>
                  </a:lnTo>
                  <a:lnTo>
                    <a:pt x="3057923" y="2431130"/>
                  </a:lnTo>
                  <a:lnTo>
                    <a:pt x="3058049" y="2431130"/>
                  </a:lnTo>
                  <a:lnTo>
                    <a:pt x="3058175" y="2431130"/>
                  </a:lnTo>
                  <a:lnTo>
                    <a:pt x="3058302" y="2431130"/>
                  </a:lnTo>
                  <a:lnTo>
                    <a:pt x="3058428" y="2431130"/>
                  </a:lnTo>
                  <a:lnTo>
                    <a:pt x="3058554" y="2431130"/>
                  </a:lnTo>
                  <a:lnTo>
                    <a:pt x="3058680" y="2431130"/>
                  </a:lnTo>
                  <a:lnTo>
                    <a:pt x="3058807" y="2431130"/>
                  </a:lnTo>
                  <a:lnTo>
                    <a:pt x="3058933" y="2431130"/>
                  </a:lnTo>
                  <a:lnTo>
                    <a:pt x="3059059" y="2431130"/>
                  </a:lnTo>
                  <a:lnTo>
                    <a:pt x="3059185" y="2431130"/>
                  </a:lnTo>
                  <a:lnTo>
                    <a:pt x="3059312" y="2431130"/>
                  </a:lnTo>
                  <a:lnTo>
                    <a:pt x="3059438" y="2431130"/>
                  </a:lnTo>
                  <a:lnTo>
                    <a:pt x="3059564" y="2431130"/>
                  </a:lnTo>
                  <a:lnTo>
                    <a:pt x="3059690" y="2431130"/>
                  </a:lnTo>
                  <a:lnTo>
                    <a:pt x="3059817" y="2431130"/>
                  </a:lnTo>
                  <a:lnTo>
                    <a:pt x="3059943" y="2431130"/>
                  </a:lnTo>
                  <a:lnTo>
                    <a:pt x="3060069" y="2431130"/>
                  </a:lnTo>
                  <a:lnTo>
                    <a:pt x="3060195" y="2431130"/>
                  </a:lnTo>
                  <a:lnTo>
                    <a:pt x="3060322" y="2431130"/>
                  </a:lnTo>
                  <a:lnTo>
                    <a:pt x="3060448" y="2431130"/>
                  </a:lnTo>
                  <a:lnTo>
                    <a:pt x="3060574" y="2431130"/>
                  </a:lnTo>
                  <a:lnTo>
                    <a:pt x="3060700" y="2431130"/>
                  </a:lnTo>
                  <a:lnTo>
                    <a:pt x="3060827" y="2431130"/>
                  </a:lnTo>
                  <a:lnTo>
                    <a:pt x="3060953" y="2431130"/>
                  </a:lnTo>
                  <a:lnTo>
                    <a:pt x="3061079" y="2431130"/>
                  </a:lnTo>
                  <a:lnTo>
                    <a:pt x="3061205" y="2431130"/>
                  </a:lnTo>
                  <a:lnTo>
                    <a:pt x="3061332" y="2431130"/>
                  </a:lnTo>
                  <a:lnTo>
                    <a:pt x="3061458" y="2431130"/>
                  </a:lnTo>
                  <a:lnTo>
                    <a:pt x="3061584" y="2431130"/>
                  </a:lnTo>
                  <a:lnTo>
                    <a:pt x="3061710" y="2431130"/>
                  </a:lnTo>
                  <a:lnTo>
                    <a:pt x="3061837" y="2431130"/>
                  </a:lnTo>
                  <a:lnTo>
                    <a:pt x="3061963" y="2431130"/>
                  </a:lnTo>
                  <a:lnTo>
                    <a:pt x="3062089" y="2431130"/>
                  </a:lnTo>
                  <a:lnTo>
                    <a:pt x="3062216" y="2431130"/>
                  </a:lnTo>
                  <a:lnTo>
                    <a:pt x="3062342" y="2431130"/>
                  </a:lnTo>
                  <a:lnTo>
                    <a:pt x="3062468" y="2431130"/>
                  </a:lnTo>
                  <a:lnTo>
                    <a:pt x="3062594" y="2431130"/>
                  </a:lnTo>
                  <a:lnTo>
                    <a:pt x="3062721" y="2431130"/>
                  </a:lnTo>
                  <a:lnTo>
                    <a:pt x="3062847" y="2431130"/>
                  </a:lnTo>
                  <a:lnTo>
                    <a:pt x="3062973" y="2431130"/>
                  </a:lnTo>
                  <a:lnTo>
                    <a:pt x="3063099" y="2431130"/>
                  </a:lnTo>
                  <a:lnTo>
                    <a:pt x="3063226" y="2431130"/>
                  </a:lnTo>
                  <a:lnTo>
                    <a:pt x="3063352" y="2431130"/>
                  </a:lnTo>
                  <a:lnTo>
                    <a:pt x="3063478" y="2431130"/>
                  </a:lnTo>
                  <a:lnTo>
                    <a:pt x="3063604" y="2431130"/>
                  </a:lnTo>
                  <a:lnTo>
                    <a:pt x="3063731" y="2431130"/>
                  </a:lnTo>
                  <a:lnTo>
                    <a:pt x="3063857" y="2431130"/>
                  </a:lnTo>
                  <a:lnTo>
                    <a:pt x="3063983" y="2431130"/>
                  </a:lnTo>
                  <a:lnTo>
                    <a:pt x="3064109" y="2431130"/>
                  </a:lnTo>
                  <a:lnTo>
                    <a:pt x="3064236" y="2431130"/>
                  </a:lnTo>
                  <a:lnTo>
                    <a:pt x="3064362" y="2431130"/>
                  </a:lnTo>
                  <a:lnTo>
                    <a:pt x="3064488" y="2431130"/>
                  </a:lnTo>
                  <a:lnTo>
                    <a:pt x="3064614" y="2431130"/>
                  </a:lnTo>
                  <a:lnTo>
                    <a:pt x="3064741" y="2431130"/>
                  </a:lnTo>
                  <a:lnTo>
                    <a:pt x="3064867" y="2431130"/>
                  </a:lnTo>
                  <a:lnTo>
                    <a:pt x="3064993" y="2431130"/>
                  </a:lnTo>
                  <a:lnTo>
                    <a:pt x="3065119" y="2431130"/>
                  </a:lnTo>
                  <a:lnTo>
                    <a:pt x="3065246" y="2431130"/>
                  </a:lnTo>
                  <a:lnTo>
                    <a:pt x="3065372" y="2431130"/>
                  </a:lnTo>
                  <a:lnTo>
                    <a:pt x="3065498" y="2431130"/>
                  </a:lnTo>
                  <a:lnTo>
                    <a:pt x="3065624" y="2431130"/>
                  </a:lnTo>
                  <a:lnTo>
                    <a:pt x="3065751" y="2431130"/>
                  </a:lnTo>
                  <a:lnTo>
                    <a:pt x="3065877" y="2431130"/>
                  </a:lnTo>
                  <a:lnTo>
                    <a:pt x="3066003" y="2431130"/>
                  </a:lnTo>
                  <a:lnTo>
                    <a:pt x="3066129" y="2431130"/>
                  </a:lnTo>
                  <a:lnTo>
                    <a:pt x="3066256" y="2431130"/>
                  </a:lnTo>
                  <a:lnTo>
                    <a:pt x="3066382" y="2431130"/>
                  </a:lnTo>
                  <a:lnTo>
                    <a:pt x="3066508" y="2431130"/>
                  </a:lnTo>
                  <a:lnTo>
                    <a:pt x="3066634" y="2431130"/>
                  </a:lnTo>
                  <a:lnTo>
                    <a:pt x="3066761" y="2431130"/>
                  </a:lnTo>
                  <a:lnTo>
                    <a:pt x="3066887" y="2431130"/>
                  </a:lnTo>
                  <a:lnTo>
                    <a:pt x="3067013" y="2431130"/>
                  </a:lnTo>
                  <a:lnTo>
                    <a:pt x="3067140" y="2431130"/>
                  </a:lnTo>
                  <a:lnTo>
                    <a:pt x="3067266" y="2431130"/>
                  </a:lnTo>
                  <a:lnTo>
                    <a:pt x="3067392" y="2431130"/>
                  </a:lnTo>
                  <a:lnTo>
                    <a:pt x="3067518" y="2431130"/>
                  </a:lnTo>
                  <a:lnTo>
                    <a:pt x="3067645" y="2431130"/>
                  </a:lnTo>
                  <a:lnTo>
                    <a:pt x="3067771" y="2431130"/>
                  </a:lnTo>
                  <a:lnTo>
                    <a:pt x="3067897" y="2431130"/>
                  </a:lnTo>
                  <a:lnTo>
                    <a:pt x="3068023" y="2431130"/>
                  </a:lnTo>
                  <a:lnTo>
                    <a:pt x="3068150" y="2431130"/>
                  </a:lnTo>
                  <a:lnTo>
                    <a:pt x="3068276" y="2431130"/>
                  </a:lnTo>
                  <a:lnTo>
                    <a:pt x="3068402" y="2431130"/>
                  </a:lnTo>
                  <a:lnTo>
                    <a:pt x="3068528" y="2431130"/>
                  </a:lnTo>
                  <a:lnTo>
                    <a:pt x="3068655" y="2431130"/>
                  </a:lnTo>
                  <a:lnTo>
                    <a:pt x="3068781" y="2431130"/>
                  </a:lnTo>
                  <a:lnTo>
                    <a:pt x="3068907" y="2431130"/>
                  </a:lnTo>
                  <a:lnTo>
                    <a:pt x="3069033" y="2431130"/>
                  </a:lnTo>
                  <a:lnTo>
                    <a:pt x="3069160" y="2431130"/>
                  </a:lnTo>
                  <a:lnTo>
                    <a:pt x="3069286" y="2431130"/>
                  </a:lnTo>
                  <a:lnTo>
                    <a:pt x="3069412" y="2431130"/>
                  </a:lnTo>
                  <a:lnTo>
                    <a:pt x="3069538" y="2431130"/>
                  </a:lnTo>
                  <a:lnTo>
                    <a:pt x="3069665" y="2431130"/>
                  </a:lnTo>
                  <a:lnTo>
                    <a:pt x="3069791" y="2431130"/>
                  </a:lnTo>
                  <a:lnTo>
                    <a:pt x="3069917" y="2431130"/>
                  </a:lnTo>
                  <a:lnTo>
                    <a:pt x="3070043" y="2431130"/>
                  </a:lnTo>
                  <a:lnTo>
                    <a:pt x="3070170" y="2431130"/>
                  </a:lnTo>
                  <a:lnTo>
                    <a:pt x="3070296" y="2431130"/>
                  </a:lnTo>
                  <a:lnTo>
                    <a:pt x="3070422" y="2431130"/>
                  </a:lnTo>
                  <a:lnTo>
                    <a:pt x="3070548" y="2431130"/>
                  </a:lnTo>
                  <a:lnTo>
                    <a:pt x="3070675" y="2431130"/>
                  </a:lnTo>
                  <a:lnTo>
                    <a:pt x="3070801" y="2431130"/>
                  </a:lnTo>
                  <a:lnTo>
                    <a:pt x="3070927" y="2431130"/>
                  </a:lnTo>
                  <a:lnTo>
                    <a:pt x="3071053" y="2431130"/>
                  </a:lnTo>
                  <a:lnTo>
                    <a:pt x="3071180" y="2431130"/>
                  </a:lnTo>
                  <a:lnTo>
                    <a:pt x="3071306" y="2431130"/>
                  </a:lnTo>
                  <a:lnTo>
                    <a:pt x="3071432" y="2431130"/>
                  </a:lnTo>
                  <a:lnTo>
                    <a:pt x="3071558" y="2431130"/>
                  </a:lnTo>
                  <a:lnTo>
                    <a:pt x="3071685" y="2431130"/>
                  </a:lnTo>
                  <a:lnTo>
                    <a:pt x="3071811" y="2431130"/>
                  </a:lnTo>
                  <a:lnTo>
                    <a:pt x="3071937" y="2431130"/>
                  </a:lnTo>
                  <a:lnTo>
                    <a:pt x="3072063" y="2431130"/>
                  </a:lnTo>
                  <a:lnTo>
                    <a:pt x="3072190" y="2431130"/>
                  </a:lnTo>
                  <a:lnTo>
                    <a:pt x="3072316" y="2431130"/>
                  </a:lnTo>
                  <a:lnTo>
                    <a:pt x="3072442" y="2431130"/>
                  </a:lnTo>
                  <a:lnTo>
                    <a:pt x="3072569" y="2431130"/>
                  </a:lnTo>
                  <a:lnTo>
                    <a:pt x="3072695" y="2431130"/>
                  </a:lnTo>
                  <a:lnTo>
                    <a:pt x="3072821" y="2431130"/>
                  </a:lnTo>
                  <a:lnTo>
                    <a:pt x="3072947" y="2431130"/>
                  </a:lnTo>
                  <a:lnTo>
                    <a:pt x="3073074" y="2431130"/>
                  </a:lnTo>
                  <a:lnTo>
                    <a:pt x="3073200" y="2431130"/>
                  </a:lnTo>
                  <a:lnTo>
                    <a:pt x="3073326" y="2431130"/>
                  </a:lnTo>
                  <a:lnTo>
                    <a:pt x="3073452" y="2431130"/>
                  </a:lnTo>
                  <a:lnTo>
                    <a:pt x="3073579" y="2431130"/>
                  </a:lnTo>
                  <a:lnTo>
                    <a:pt x="3073705" y="2431130"/>
                  </a:lnTo>
                  <a:lnTo>
                    <a:pt x="3073831" y="2431130"/>
                  </a:lnTo>
                  <a:lnTo>
                    <a:pt x="3073957" y="2431130"/>
                  </a:lnTo>
                  <a:lnTo>
                    <a:pt x="3074084" y="2431130"/>
                  </a:lnTo>
                  <a:lnTo>
                    <a:pt x="3074210" y="2431130"/>
                  </a:lnTo>
                  <a:lnTo>
                    <a:pt x="3074336" y="2431130"/>
                  </a:lnTo>
                  <a:lnTo>
                    <a:pt x="3074462" y="2431130"/>
                  </a:lnTo>
                  <a:lnTo>
                    <a:pt x="3074589" y="2431130"/>
                  </a:lnTo>
                  <a:lnTo>
                    <a:pt x="3074715" y="2431130"/>
                  </a:lnTo>
                  <a:lnTo>
                    <a:pt x="3074841" y="2431130"/>
                  </a:lnTo>
                  <a:lnTo>
                    <a:pt x="3074967" y="2431130"/>
                  </a:lnTo>
                  <a:lnTo>
                    <a:pt x="3075094" y="2431130"/>
                  </a:lnTo>
                  <a:lnTo>
                    <a:pt x="3075220" y="2431130"/>
                  </a:lnTo>
                  <a:lnTo>
                    <a:pt x="3075346" y="2431130"/>
                  </a:lnTo>
                  <a:lnTo>
                    <a:pt x="3075472" y="2431130"/>
                  </a:lnTo>
                  <a:lnTo>
                    <a:pt x="3075599" y="2431130"/>
                  </a:lnTo>
                  <a:lnTo>
                    <a:pt x="3075725" y="2431130"/>
                  </a:lnTo>
                  <a:lnTo>
                    <a:pt x="3075851" y="2431130"/>
                  </a:lnTo>
                  <a:lnTo>
                    <a:pt x="3075977" y="2431130"/>
                  </a:lnTo>
                  <a:lnTo>
                    <a:pt x="3076104" y="2431130"/>
                  </a:lnTo>
                  <a:lnTo>
                    <a:pt x="3076230" y="2431130"/>
                  </a:lnTo>
                  <a:lnTo>
                    <a:pt x="3076356" y="2431130"/>
                  </a:lnTo>
                  <a:lnTo>
                    <a:pt x="3076482" y="2431130"/>
                  </a:lnTo>
                  <a:lnTo>
                    <a:pt x="3076609" y="2431130"/>
                  </a:lnTo>
                  <a:lnTo>
                    <a:pt x="3076735" y="2431130"/>
                  </a:lnTo>
                  <a:lnTo>
                    <a:pt x="3076861" y="2431130"/>
                  </a:lnTo>
                  <a:lnTo>
                    <a:pt x="3076987" y="2431130"/>
                  </a:lnTo>
                  <a:lnTo>
                    <a:pt x="3077114" y="2431130"/>
                  </a:lnTo>
                  <a:lnTo>
                    <a:pt x="3077240" y="2431130"/>
                  </a:lnTo>
                  <a:lnTo>
                    <a:pt x="3077366" y="2431130"/>
                  </a:lnTo>
                  <a:lnTo>
                    <a:pt x="3077493" y="2431130"/>
                  </a:lnTo>
                  <a:lnTo>
                    <a:pt x="3077619" y="2431130"/>
                  </a:lnTo>
                  <a:lnTo>
                    <a:pt x="3077745" y="2431130"/>
                  </a:lnTo>
                  <a:lnTo>
                    <a:pt x="3077871" y="2431130"/>
                  </a:lnTo>
                  <a:lnTo>
                    <a:pt x="3077998" y="2431130"/>
                  </a:lnTo>
                  <a:lnTo>
                    <a:pt x="3078124" y="2431130"/>
                  </a:lnTo>
                  <a:lnTo>
                    <a:pt x="3078250" y="2431130"/>
                  </a:lnTo>
                  <a:lnTo>
                    <a:pt x="3078376" y="2431130"/>
                  </a:lnTo>
                  <a:lnTo>
                    <a:pt x="3078503" y="2431130"/>
                  </a:lnTo>
                  <a:lnTo>
                    <a:pt x="3078629" y="2431130"/>
                  </a:lnTo>
                  <a:lnTo>
                    <a:pt x="3078755" y="2431130"/>
                  </a:lnTo>
                  <a:lnTo>
                    <a:pt x="3078881" y="2431130"/>
                  </a:lnTo>
                  <a:lnTo>
                    <a:pt x="3079008" y="2431130"/>
                  </a:lnTo>
                  <a:lnTo>
                    <a:pt x="3079134" y="2431130"/>
                  </a:lnTo>
                  <a:lnTo>
                    <a:pt x="3079260" y="2431130"/>
                  </a:lnTo>
                  <a:lnTo>
                    <a:pt x="3079386" y="2431130"/>
                  </a:lnTo>
                  <a:lnTo>
                    <a:pt x="3079513" y="2431130"/>
                  </a:lnTo>
                  <a:lnTo>
                    <a:pt x="3079639" y="2431130"/>
                  </a:lnTo>
                  <a:lnTo>
                    <a:pt x="3079765" y="2431130"/>
                  </a:lnTo>
                  <a:lnTo>
                    <a:pt x="3079891" y="2431130"/>
                  </a:lnTo>
                  <a:lnTo>
                    <a:pt x="3080018" y="2431130"/>
                  </a:lnTo>
                  <a:lnTo>
                    <a:pt x="3080144" y="2431130"/>
                  </a:lnTo>
                  <a:lnTo>
                    <a:pt x="3080270" y="2431130"/>
                  </a:lnTo>
                  <a:lnTo>
                    <a:pt x="3080396" y="2431130"/>
                  </a:lnTo>
                  <a:lnTo>
                    <a:pt x="3080523" y="2431130"/>
                  </a:lnTo>
                  <a:lnTo>
                    <a:pt x="3080649" y="2431130"/>
                  </a:lnTo>
                  <a:lnTo>
                    <a:pt x="3080775" y="2431130"/>
                  </a:lnTo>
                  <a:lnTo>
                    <a:pt x="3080901" y="2431130"/>
                  </a:lnTo>
                  <a:lnTo>
                    <a:pt x="3081028" y="2431130"/>
                  </a:lnTo>
                  <a:lnTo>
                    <a:pt x="3081154" y="2431130"/>
                  </a:lnTo>
                  <a:lnTo>
                    <a:pt x="3081154" y="2426219"/>
                  </a:lnTo>
                  <a:lnTo>
                    <a:pt x="3081280" y="2426219"/>
                  </a:lnTo>
                  <a:lnTo>
                    <a:pt x="3081406" y="2426219"/>
                  </a:lnTo>
                  <a:lnTo>
                    <a:pt x="3081533" y="2426219"/>
                  </a:lnTo>
                  <a:lnTo>
                    <a:pt x="3081659" y="2426219"/>
                  </a:lnTo>
                  <a:lnTo>
                    <a:pt x="3081785" y="2426219"/>
                  </a:lnTo>
                  <a:lnTo>
                    <a:pt x="3081911" y="2426219"/>
                  </a:lnTo>
                  <a:lnTo>
                    <a:pt x="3082038" y="2426219"/>
                  </a:lnTo>
                  <a:lnTo>
                    <a:pt x="3082164" y="2426219"/>
                  </a:lnTo>
                  <a:lnTo>
                    <a:pt x="3082290" y="2426219"/>
                  </a:lnTo>
                  <a:lnTo>
                    <a:pt x="3082416" y="2426219"/>
                  </a:lnTo>
                  <a:lnTo>
                    <a:pt x="3082543" y="2426219"/>
                  </a:lnTo>
                  <a:lnTo>
                    <a:pt x="3082669" y="2426219"/>
                  </a:lnTo>
                  <a:lnTo>
                    <a:pt x="3082795" y="2426219"/>
                  </a:lnTo>
                  <a:lnTo>
                    <a:pt x="3082922" y="2426219"/>
                  </a:lnTo>
                  <a:lnTo>
                    <a:pt x="3083048" y="2426219"/>
                  </a:lnTo>
                  <a:lnTo>
                    <a:pt x="3083174" y="2426219"/>
                  </a:lnTo>
                  <a:lnTo>
                    <a:pt x="3083300" y="2426219"/>
                  </a:lnTo>
                  <a:lnTo>
                    <a:pt x="3083427" y="2426219"/>
                  </a:lnTo>
                  <a:lnTo>
                    <a:pt x="3083553" y="2426219"/>
                  </a:lnTo>
                  <a:lnTo>
                    <a:pt x="3083679" y="2426219"/>
                  </a:lnTo>
                  <a:lnTo>
                    <a:pt x="3083805" y="2426219"/>
                  </a:lnTo>
                  <a:lnTo>
                    <a:pt x="3083932" y="2426219"/>
                  </a:lnTo>
                  <a:lnTo>
                    <a:pt x="3084058" y="2426219"/>
                  </a:lnTo>
                  <a:lnTo>
                    <a:pt x="3084184" y="2426219"/>
                  </a:lnTo>
                  <a:lnTo>
                    <a:pt x="3084310" y="2426219"/>
                  </a:lnTo>
                  <a:lnTo>
                    <a:pt x="3084437" y="2426219"/>
                  </a:lnTo>
                  <a:lnTo>
                    <a:pt x="3084563" y="2426219"/>
                  </a:lnTo>
                  <a:lnTo>
                    <a:pt x="3084689" y="2426219"/>
                  </a:lnTo>
                  <a:lnTo>
                    <a:pt x="3084815" y="2426219"/>
                  </a:lnTo>
                  <a:lnTo>
                    <a:pt x="3084942" y="2426219"/>
                  </a:lnTo>
                  <a:lnTo>
                    <a:pt x="3085068" y="2426219"/>
                  </a:lnTo>
                  <a:lnTo>
                    <a:pt x="3085194" y="2426219"/>
                  </a:lnTo>
                  <a:lnTo>
                    <a:pt x="3085320" y="2426219"/>
                  </a:lnTo>
                  <a:lnTo>
                    <a:pt x="3085447" y="2426219"/>
                  </a:lnTo>
                  <a:lnTo>
                    <a:pt x="3085573" y="2426219"/>
                  </a:lnTo>
                  <a:lnTo>
                    <a:pt x="3085699" y="2426219"/>
                  </a:lnTo>
                  <a:lnTo>
                    <a:pt x="3085825" y="2426219"/>
                  </a:lnTo>
                  <a:lnTo>
                    <a:pt x="3085952" y="2426219"/>
                  </a:lnTo>
                  <a:lnTo>
                    <a:pt x="3086078" y="2426219"/>
                  </a:lnTo>
                  <a:lnTo>
                    <a:pt x="3086204" y="2426219"/>
                  </a:lnTo>
                  <a:lnTo>
                    <a:pt x="3086330" y="2426219"/>
                  </a:lnTo>
                  <a:lnTo>
                    <a:pt x="3086457" y="2426219"/>
                  </a:lnTo>
                  <a:lnTo>
                    <a:pt x="3086583" y="2426219"/>
                  </a:lnTo>
                  <a:lnTo>
                    <a:pt x="3086709" y="2426219"/>
                  </a:lnTo>
                  <a:lnTo>
                    <a:pt x="3086835" y="2426219"/>
                  </a:lnTo>
                  <a:lnTo>
                    <a:pt x="3086962" y="2426219"/>
                  </a:lnTo>
                  <a:lnTo>
                    <a:pt x="3087088" y="2426219"/>
                  </a:lnTo>
                  <a:lnTo>
                    <a:pt x="3087214" y="2426219"/>
                  </a:lnTo>
                  <a:lnTo>
                    <a:pt x="3087340" y="2426219"/>
                  </a:lnTo>
                  <a:lnTo>
                    <a:pt x="3087467" y="2426219"/>
                  </a:lnTo>
                  <a:lnTo>
                    <a:pt x="3087593" y="2426219"/>
                  </a:lnTo>
                  <a:lnTo>
                    <a:pt x="3087719" y="2426219"/>
                  </a:lnTo>
                  <a:lnTo>
                    <a:pt x="3087846" y="2426219"/>
                  </a:lnTo>
                  <a:lnTo>
                    <a:pt x="3087972" y="2426219"/>
                  </a:lnTo>
                  <a:lnTo>
                    <a:pt x="3088098" y="2426219"/>
                  </a:lnTo>
                  <a:lnTo>
                    <a:pt x="3088224" y="2426219"/>
                  </a:lnTo>
                  <a:lnTo>
                    <a:pt x="3088351" y="2426219"/>
                  </a:lnTo>
                  <a:lnTo>
                    <a:pt x="3088477" y="2426219"/>
                  </a:lnTo>
                  <a:lnTo>
                    <a:pt x="3088603" y="2426219"/>
                  </a:lnTo>
                  <a:lnTo>
                    <a:pt x="3088729" y="2426219"/>
                  </a:lnTo>
                  <a:lnTo>
                    <a:pt x="3088856" y="2426219"/>
                  </a:lnTo>
                  <a:lnTo>
                    <a:pt x="3088982" y="2426219"/>
                  </a:lnTo>
                  <a:lnTo>
                    <a:pt x="3089108" y="2426219"/>
                  </a:lnTo>
                  <a:lnTo>
                    <a:pt x="3089234" y="2426219"/>
                  </a:lnTo>
                  <a:lnTo>
                    <a:pt x="3089361" y="2426219"/>
                  </a:lnTo>
                  <a:lnTo>
                    <a:pt x="3089487" y="2426219"/>
                  </a:lnTo>
                  <a:lnTo>
                    <a:pt x="3089613" y="2426219"/>
                  </a:lnTo>
                  <a:lnTo>
                    <a:pt x="3089739" y="2426219"/>
                  </a:lnTo>
                  <a:lnTo>
                    <a:pt x="3089866" y="2426219"/>
                  </a:lnTo>
                  <a:lnTo>
                    <a:pt x="3089992" y="2426219"/>
                  </a:lnTo>
                  <a:lnTo>
                    <a:pt x="3090118" y="2426219"/>
                  </a:lnTo>
                  <a:lnTo>
                    <a:pt x="3090244" y="2426219"/>
                  </a:lnTo>
                  <a:lnTo>
                    <a:pt x="3090371" y="2426219"/>
                  </a:lnTo>
                  <a:lnTo>
                    <a:pt x="3090497" y="2426219"/>
                  </a:lnTo>
                  <a:lnTo>
                    <a:pt x="3090623" y="2426219"/>
                  </a:lnTo>
                  <a:lnTo>
                    <a:pt x="3090749" y="2426219"/>
                  </a:lnTo>
                  <a:lnTo>
                    <a:pt x="3090876" y="2426219"/>
                  </a:lnTo>
                  <a:lnTo>
                    <a:pt x="3091002" y="2426219"/>
                  </a:lnTo>
                  <a:lnTo>
                    <a:pt x="3091128" y="2426219"/>
                  </a:lnTo>
                  <a:lnTo>
                    <a:pt x="3091254" y="2426219"/>
                  </a:lnTo>
                  <a:lnTo>
                    <a:pt x="3091381" y="2426219"/>
                  </a:lnTo>
                  <a:lnTo>
                    <a:pt x="3091507" y="2426219"/>
                  </a:lnTo>
                  <a:lnTo>
                    <a:pt x="3091633" y="2426219"/>
                  </a:lnTo>
                  <a:lnTo>
                    <a:pt x="3091759" y="2426219"/>
                  </a:lnTo>
                  <a:lnTo>
                    <a:pt x="3091886" y="2426219"/>
                  </a:lnTo>
                  <a:lnTo>
                    <a:pt x="3092012" y="2426219"/>
                  </a:lnTo>
                  <a:lnTo>
                    <a:pt x="3092138" y="2426219"/>
                  </a:lnTo>
                  <a:lnTo>
                    <a:pt x="3092264" y="2426219"/>
                  </a:lnTo>
                  <a:lnTo>
                    <a:pt x="3092264" y="2421307"/>
                  </a:lnTo>
                  <a:lnTo>
                    <a:pt x="3092391" y="2421307"/>
                  </a:lnTo>
                  <a:lnTo>
                    <a:pt x="3092517" y="2421307"/>
                  </a:lnTo>
                  <a:lnTo>
                    <a:pt x="3092643" y="2421307"/>
                  </a:lnTo>
                  <a:lnTo>
                    <a:pt x="3092770" y="2421307"/>
                  </a:lnTo>
                  <a:lnTo>
                    <a:pt x="3092896" y="2421307"/>
                  </a:lnTo>
                  <a:lnTo>
                    <a:pt x="3093022" y="2421307"/>
                  </a:lnTo>
                  <a:lnTo>
                    <a:pt x="3093148" y="2421307"/>
                  </a:lnTo>
                  <a:lnTo>
                    <a:pt x="3093275" y="2421307"/>
                  </a:lnTo>
                  <a:lnTo>
                    <a:pt x="3093401" y="2421307"/>
                  </a:lnTo>
                  <a:lnTo>
                    <a:pt x="3093527" y="2421307"/>
                  </a:lnTo>
                  <a:lnTo>
                    <a:pt x="3093653" y="2421307"/>
                  </a:lnTo>
                  <a:lnTo>
                    <a:pt x="3093780" y="2421307"/>
                  </a:lnTo>
                  <a:lnTo>
                    <a:pt x="3093906" y="2421307"/>
                  </a:lnTo>
                  <a:lnTo>
                    <a:pt x="3094032" y="2421307"/>
                  </a:lnTo>
                  <a:lnTo>
                    <a:pt x="3094158" y="2421307"/>
                  </a:lnTo>
                  <a:lnTo>
                    <a:pt x="3094285" y="2421307"/>
                  </a:lnTo>
                  <a:lnTo>
                    <a:pt x="3094411" y="2421307"/>
                  </a:lnTo>
                  <a:lnTo>
                    <a:pt x="3094537" y="2421307"/>
                  </a:lnTo>
                  <a:lnTo>
                    <a:pt x="3094663" y="2421307"/>
                  </a:lnTo>
                  <a:lnTo>
                    <a:pt x="3094790" y="2421307"/>
                  </a:lnTo>
                  <a:lnTo>
                    <a:pt x="3094916" y="2421307"/>
                  </a:lnTo>
                  <a:lnTo>
                    <a:pt x="3095042" y="2421307"/>
                  </a:lnTo>
                  <a:lnTo>
                    <a:pt x="3095168" y="2421307"/>
                  </a:lnTo>
                  <a:lnTo>
                    <a:pt x="3095295" y="2421307"/>
                  </a:lnTo>
                  <a:lnTo>
                    <a:pt x="3095421" y="2421307"/>
                  </a:lnTo>
                  <a:lnTo>
                    <a:pt x="3095547" y="2421307"/>
                  </a:lnTo>
                  <a:lnTo>
                    <a:pt x="3095673" y="2421307"/>
                  </a:lnTo>
                  <a:lnTo>
                    <a:pt x="3095800" y="2421307"/>
                  </a:lnTo>
                  <a:lnTo>
                    <a:pt x="3095926" y="2421307"/>
                  </a:lnTo>
                  <a:lnTo>
                    <a:pt x="3096052" y="2421307"/>
                  </a:lnTo>
                  <a:lnTo>
                    <a:pt x="3096178" y="2421307"/>
                  </a:lnTo>
                  <a:lnTo>
                    <a:pt x="3096305" y="2421307"/>
                  </a:lnTo>
                  <a:lnTo>
                    <a:pt x="3096431" y="2421307"/>
                  </a:lnTo>
                  <a:lnTo>
                    <a:pt x="3096557" y="2421307"/>
                  </a:lnTo>
                  <a:lnTo>
                    <a:pt x="3096683" y="2421307"/>
                  </a:lnTo>
                  <a:lnTo>
                    <a:pt x="3096810" y="2421307"/>
                  </a:lnTo>
                  <a:lnTo>
                    <a:pt x="3096936" y="2421307"/>
                  </a:lnTo>
                  <a:lnTo>
                    <a:pt x="3097062" y="2421307"/>
                  </a:lnTo>
                  <a:lnTo>
                    <a:pt x="3097188" y="2421307"/>
                  </a:lnTo>
                  <a:lnTo>
                    <a:pt x="3097315" y="2421307"/>
                  </a:lnTo>
                  <a:lnTo>
                    <a:pt x="3097441" y="2421307"/>
                  </a:lnTo>
                  <a:lnTo>
                    <a:pt x="3097567" y="2421307"/>
                  </a:lnTo>
                  <a:lnTo>
                    <a:pt x="3097693" y="2421307"/>
                  </a:lnTo>
                  <a:lnTo>
                    <a:pt x="3097820" y="2421307"/>
                  </a:lnTo>
                  <a:lnTo>
                    <a:pt x="3097946" y="2421307"/>
                  </a:lnTo>
                  <a:lnTo>
                    <a:pt x="3098072" y="2421307"/>
                  </a:lnTo>
                  <a:lnTo>
                    <a:pt x="3098199" y="2421307"/>
                  </a:lnTo>
                  <a:lnTo>
                    <a:pt x="3098325" y="2421307"/>
                  </a:lnTo>
                  <a:lnTo>
                    <a:pt x="3098451" y="2421307"/>
                  </a:lnTo>
                  <a:lnTo>
                    <a:pt x="3098577" y="2421307"/>
                  </a:lnTo>
                  <a:lnTo>
                    <a:pt x="3098704" y="2421307"/>
                  </a:lnTo>
                  <a:lnTo>
                    <a:pt x="3098830" y="2421307"/>
                  </a:lnTo>
                  <a:lnTo>
                    <a:pt x="3098956" y="2421307"/>
                  </a:lnTo>
                  <a:lnTo>
                    <a:pt x="3099082" y="2421307"/>
                  </a:lnTo>
                  <a:lnTo>
                    <a:pt x="3099209" y="2421307"/>
                  </a:lnTo>
                  <a:lnTo>
                    <a:pt x="3099335" y="2421307"/>
                  </a:lnTo>
                  <a:lnTo>
                    <a:pt x="3099461" y="2421307"/>
                  </a:lnTo>
                  <a:lnTo>
                    <a:pt x="3099587" y="2421307"/>
                  </a:lnTo>
                  <a:lnTo>
                    <a:pt x="3099714" y="2421307"/>
                  </a:lnTo>
                  <a:lnTo>
                    <a:pt x="3099840" y="2421307"/>
                  </a:lnTo>
                  <a:lnTo>
                    <a:pt x="3099966" y="2421307"/>
                  </a:lnTo>
                  <a:lnTo>
                    <a:pt x="3100092" y="2421307"/>
                  </a:lnTo>
                  <a:lnTo>
                    <a:pt x="3100219" y="2421307"/>
                  </a:lnTo>
                  <a:lnTo>
                    <a:pt x="3100345" y="2421307"/>
                  </a:lnTo>
                  <a:lnTo>
                    <a:pt x="3100471" y="2421307"/>
                  </a:lnTo>
                  <a:lnTo>
                    <a:pt x="3100597" y="2421307"/>
                  </a:lnTo>
                  <a:lnTo>
                    <a:pt x="3100724" y="2421307"/>
                  </a:lnTo>
                  <a:lnTo>
                    <a:pt x="3100850" y="2421307"/>
                  </a:lnTo>
                  <a:lnTo>
                    <a:pt x="3100976" y="2421307"/>
                  </a:lnTo>
                  <a:lnTo>
                    <a:pt x="3101102" y="2421307"/>
                  </a:lnTo>
                  <a:lnTo>
                    <a:pt x="3101229" y="2421307"/>
                  </a:lnTo>
                  <a:lnTo>
                    <a:pt x="3101355" y="2421307"/>
                  </a:lnTo>
                  <a:lnTo>
                    <a:pt x="3101481" y="2421307"/>
                  </a:lnTo>
                  <a:lnTo>
                    <a:pt x="3101607" y="2421307"/>
                  </a:lnTo>
                  <a:lnTo>
                    <a:pt x="3101734" y="2421307"/>
                  </a:lnTo>
                  <a:lnTo>
                    <a:pt x="3101860" y="2421307"/>
                  </a:lnTo>
                  <a:lnTo>
                    <a:pt x="3101986" y="2421307"/>
                  </a:lnTo>
                  <a:lnTo>
                    <a:pt x="3102112" y="2421307"/>
                  </a:lnTo>
                  <a:lnTo>
                    <a:pt x="3102239" y="2421307"/>
                  </a:lnTo>
                  <a:lnTo>
                    <a:pt x="3102365" y="2421307"/>
                  </a:lnTo>
                  <a:lnTo>
                    <a:pt x="3102491" y="2421307"/>
                  </a:lnTo>
                  <a:lnTo>
                    <a:pt x="3102617" y="2421307"/>
                  </a:lnTo>
                  <a:lnTo>
                    <a:pt x="3102744" y="2421307"/>
                  </a:lnTo>
                  <a:lnTo>
                    <a:pt x="3102870" y="2421307"/>
                  </a:lnTo>
                  <a:lnTo>
                    <a:pt x="3102996" y="2421307"/>
                  </a:lnTo>
                  <a:lnTo>
                    <a:pt x="3103123" y="2421307"/>
                  </a:lnTo>
                  <a:lnTo>
                    <a:pt x="3103249" y="2421307"/>
                  </a:lnTo>
                  <a:lnTo>
                    <a:pt x="3103375" y="2421307"/>
                  </a:lnTo>
                  <a:lnTo>
                    <a:pt x="3103501" y="2421307"/>
                  </a:lnTo>
                  <a:lnTo>
                    <a:pt x="3103628" y="2421307"/>
                  </a:lnTo>
                  <a:lnTo>
                    <a:pt x="3103754" y="2421307"/>
                  </a:lnTo>
                  <a:lnTo>
                    <a:pt x="3103880" y="2421307"/>
                  </a:lnTo>
                  <a:lnTo>
                    <a:pt x="3104006" y="2421307"/>
                  </a:lnTo>
                  <a:lnTo>
                    <a:pt x="3104133" y="2421307"/>
                  </a:lnTo>
                  <a:lnTo>
                    <a:pt x="3104259" y="2421307"/>
                  </a:lnTo>
                  <a:lnTo>
                    <a:pt x="3104385" y="2421307"/>
                  </a:lnTo>
                  <a:lnTo>
                    <a:pt x="3104511" y="2421307"/>
                  </a:lnTo>
                  <a:lnTo>
                    <a:pt x="3104638" y="2421307"/>
                  </a:lnTo>
                  <a:lnTo>
                    <a:pt x="3104764" y="2421307"/>
                  </a:lnTo>
                  <a:lnTo>
                    <a:pt x="3104890" y="2421307"/>
                  </a:lnTo>
                  <a:lnTo>
                    <a:pt x="3105016" y="2421307"/>
                  </a:lnTo>
                  <a:lnTo>
                    <a:pt x="3105143" y="2421307"/>
                  </a:lnTo>
                  <a:lnTo>
                    <a:pt x="3105269" y="2421307"/>
                  </a:lnTo>
                  <a:lnTo>
                    <a:pt x="3105395" y="2421307"/>
                  </a:lnTo>
                  <a:lnTo>
                    <a:pt x="3105521" y="2421307"/>
                  </a:lnTo>
                  <a:lnTo>
                    <a:pt x="3105648" y="2421307"/>
                  </a:lnTo>
                  <a:lnTo>
                    <a:pt x="3105774" y="2421307"/>
                  </a:lnTo>
                  <a:lnTo>
                    <a:pt x="3105900" y="2421307"/>
                  </a:lnTo>
                  <a:lnTo>
                    <a:pt x="3106026" y="2421307"/>
                  </a:lnTo>
                  <a:lnTo>
                    <a:pt x="3106153" y="2421307"/>
                  </a:lnTo>
                  <a:lnTo>
                    <a:pt x="3106279" y="2421307"/>
                  </a:lnTo>
                  <a:lnTo>
                    <a:pt x="3106405" y="2421307"/>
                  </a:lnTo>
                  <a:lnTo>
                    <a:pt x="3106531" y="2421307"/>
                  </a:lnTo>
                  <a:lnTo>
                    <a:pt x="3106658" y="2421307"/>
                  </a:lnTo>
                  <a:lnTo>
                    <a:pt x="3106784" y="2421307"/>
                  </a:lnTo>
                  <a:lnTo>
                    <a:pt x="3106910" y="2421307"/>
                  </a:lnTo>
                  <a:lnTo>
                    <a:pt x="3107036" y="2421307"/>
                  </a:lnTo>
                  <a:lnTo>
                    <a:pt x="3107163" y="2421307"/>
                  </a:lnTo>
                  <a:lnTo>
                    <a:pt x="3107289" y="2421307"/>
                  </a:lnTo>
                  <a:lnTo>
                    <a:pt x="3107415" y="2421307"/>
                  </a:lnTo>
                  <a:lnTo>
                    <a:pt x="3107541" y="2421307"/>
                  </a:lnTo>
                  <a:lnTo>
                    <a:pt x="3107668" y="2421307"/>
                  </a:lnTo>
                  <a:lnTo>
                    <a:pt x="3107794" y="2421307"/>
                  </a:lnTo>
                  <a:lnTo>
                    <a:pt x="3107920" y="2421307"/>
                  </a:lnTo>
                  <a:lnTo>
                    <a:pt x="3108046" y="2421307"/>
                  </a:lnTo>
                  <a:lnTo>
                    <a:pt x="3108173" y="2421307"/>
                  </a:lnTo>
                  <a:lnTo>
                    <a:pt x="3108299" y="2421307"/>
                  </a:lnTo>
                  <a:lnTo>
                    <a:pt x="3108425" y="2421307"/>
                  </a:lnTo>
                  <a:lnTo>
                    <a:pt x="3108552" y="2421307"/>
                  </a:lnTo>
                  <a:lnTo>
                    <a:pt x="3108678" y="2421307"/>
                  </a:lnTo>
                  <a:lnTo>
                    <a:pt x="3108804" y="2421307"/>
                  </a:lnTo>
                  <a:lnTo>
                    <a:pt x="3108930" y="2421307"/>
                  </a:lnTo>
                  <a:lnTo>
                    <a:pt x="3109057" y="2421307"/>
                  </a:lnTo>
                  <a:lnTo>
                    <a:pt x="3109183" y="2421307"/>
                  </a:lnTo>
                  <a:lnTo>
                    <a:pt x="3109309" y="2421307"/>
                  </a:lnTo>
                  <a:lnTo>
                    <a:pt x="3109435" y="2421307"/>
                  </a:lnTo>
                  <a:lnTo>
                    <a:pt x="3109562" y="2421307"/>
                  </a:lnTo>
                  <a:lnTo>
                    <a:pt x="3109688" y="2421307"/>
                  </a:lnTo>
                  <a:lnTo>
                    <a:pt x="3109814" y="2421307"/>
                  </a:lnTo>
                  <a:lnTo>
                    <a:pt x="3109940" y="2421307"/>
                  </a:lnTo>
                  <a:lnTo>
                    <a:pt x="3110067" y="2421307"/>
                  </a:lnTo>
                  <a:lnTo>
                    <a:pt x="3110193" y="2421307"/>
                  </a:lnTo>
                  <a:lnTo>
                    <a:pt x="3110319" y="2421307"/>
                  </a:lnTo>
                  <a:lnTo>
                    <a:pt x="3110445" y="2421307"/>
                  </a:lnTo>
                  <a:lnTo>
                    <a:pt x="3110572" y="2421307"/>
                  </a:lnTo>
                  <a:lnTo>
                    <a:pt x="3110698" y="2421307"/>
                  </a:lnTo>
                  <a:lnTo>
                    <a:pt x="3110824" y="2421307"/>
                  </a:lnTo>
                  <a:lnTo>
                    <a:pt x="3110950" y="2421307"/>
                  </a:lnTo>
                  <a:lnTo>
                    <a:pt x="3111077" y="2421307"/>
                  </a:lnTo>
                  <a:lnTo>
                    <a:pt x="3111203" y="2421307"/>
                  </a:lnTo>
                  <a:lnTo>
                    <a:pt x="3111329" y="2421307"/>
                  </a:lnTo>
                  <a:lnTo>
                    <a:pt x="3111455" y="2421307"/>
                  </a:lnTo>
                  <a:lnTo>
                    <a:pt x="3111582" y="2421307"/>
                  </a:lnTo>
                  <a:lnTo>
                    <a:pt x="3111708" y="2421307"/>
                  </a:lnTo>
                  <a:lnTo>
                    <a:pt x="3111834" y="2421307"/>
                  </a:lnTo>
                  <a:lnTo>
                    <a:pt x="3111960" y="2421307"/>
                  </a:lnTo>
                  <a:lnTo>
                    <a:pt x="3112087" y="2421307"/>
                  </a:lnTo>
                  <a:lnTo>
                    <a:pt x="3112213" y="2421307"/>
                  </a:lnTo>
                  <a:lnTo>
                    <a:pt x="3112339" y="2421307"/>
                  </a:lnTo>
                  <a:lnTo>
                    <a:pt x="3112465" y="2421307"/>
                  </a:lnTo>
                  <a:lnTo>
                    <a:pt x="3112592" y="2421307"/>
                  </a:lnTo>
                  <a:lnTo>
                    <a:pt x="3112718" y="2421307"/>
                  </a:lnTo>
                  <a:lnTo>
                    <a:pt x="3112844" y="2421307"/>
                  </a:lnTo>
                  <a:lnTo>
                    <a:pt x="3112970" y="2421307"/>
                  </a:lnTo>
                  <a:lnTo>
                    <a:pt x="3113097" y="2421307"/>
                  </a:lnTo>
                  <a:lnTo>
                    <a:pt x="3113223" y="2421307"/>
                  </a:lnTo>
                  <a:lnTo>
                    <a:pt x="3113349" y="2421307"/>
                  </a:lnTo>
                  <a:lnTo>
                    <a:pt x="3113476" y="2421307"/>
                  </a:lnTo>
                  <a:lnTo>
                    <a:pt x="3113602" y="2421307"/>
                  </a:lnTo>
                  <a:lnTo>
                    <a:pt x="3113728" y="2421307"/>
                  </a:lnTo>
                  <a:lnTo>
                    <a:pt x="3113854" y="2421307"/>
                  </a:lnTo>
                  <a:lnTo>
                    <a:pt x="3113981" y="2421307"/>
                  </a:lnTo>
                  <a:lnTo>
                    <a:pt x="3114107" y="2421307"/>
                  </a:lnTo>
                  <a:lnTo>
                    <a:pt x="3114233" y="2421307"/>
                  </a:lnTo>
                  <a:lnTo>
                    <a:pt x="3114359" y="2421307"/>
                  </a:lnTo>
                  <a:lnTo>
                    <a:pt x="3114486" y="2421307"/>
                  </a:lnTo>
                  <a:lnTo>
                    <a:pt x="3114612" y="2421307"/>
                  </a:lnTo>
                  <a:lnTo>
                    <a:pt x="3114738" y="2421307"/>
                  </a:lnTo>
                  <a:lnTo>
                    <a:pt x="3114864" y="2421307"/>
                  </a:lnTo>
                  <a:lnTo>
                    <a:pt x="3114991" y="2421307"/>
                  </a:lnTo>
                  <a:lnTo>
                    <a:pt x="3115117" y="2421307"/>
                  </a:lnTo>
                  <a:lnTo>
                    <a:pt x="3115243" y="2421307"/>
                  </a:lnTo>
                  <a:lnTo>
                    <a:pt x="3115369" y="2421307"/>
                  </a:lnTo>
                  <a:lnTo>
                    <a:pt x="3115496" y="2421307"/>
                  </a:lnTo>
                  <a:lnTo>
                    <a:pt x="3115496" y="2416396"/>
                  </a:lnTo>
                  <a:lnTo>
                    <a:pt x="3115622" y="2416396"/>
                  </a:lnTo>
                  <a:lnTo>
                    <a:pt x="3115748" y="2416396"/>
                  </a:lnTo>
                  <a:lnTo>
                    <a:pt x="3115874" y="2416396"/>
                  </a:lnTo>
                  <a:lnTo>
                    <a:pt x="3116001" y="2416396"/>
                  </a:lnTo>
                  <a:lnTo>
                    <a:pt x="3116127" y="2416396"/>
                  </a:lnTo>
                  <a:lnTo>
                    <a:pt x="3116253" y="2416396"/>
                  </a:lnTo>
                  <a:lnTo>
                    <a:pt x="3116379" y="2416396"/>
                  </a:lnTo>
                  <a:lnTo>
                    <a:pt x="3116506" y="2416396"/>
                  </a:lnTo>
                  <a:lnTo>
                    <a:pt x="3116632" y="2416396"/>
                  </a:lnTo>
                  <a:lnTo>
                    <a:pt x="3116758" y="2416396"/>
                  </a:lnTo>
                  <a:lnTo>
                    <a:pt x="3116884" y="2416396"/>
                  </a:lnTo>
                  <a:lnTo>
                    <a:pt x="3117011" y="2416396"/>
                  </a:lnTo>
                  <a:lnTo>
                    <a:pt x="3117137" y="2416396"/>
                  </a:lnTo>
                  <a:lnTo>
                    <a:pt x="3117263" y="2416396"/>
                  </a:lnTo>
                  <a:lnTo>
                    <a:pt x="3117389" y="2416396"/>
                  </a:lnTo>
                  <a:lnTo>
                    <a:pt x="3117516" y="2416396"/>
                  </a:lnTo>
                  <a:lnTo>
                    <a:pt x="3117642" y="2416396"/>
                  </a:lnTo>
                  <a:lnTo>
                    <a:pt x="3117768" y="2416396"/>
                  </a:lnTo>
                  <a:lnTo>
                    <a:pt x="3117894" y="2416396"/>
                  </a:lnTo>
                  <a:lnTo>
                    <a:pt x="3118021" y="2416396"/>
                  </a:lnTo>
                  <a:lnTo>
                    <a:pt x="3118147" y="2416396"/>
                  </a:lnTo>
                  <a:lnTo>
                    <a:pt x="3118273" y="2416396"/>
                  </a:lnTo>
                  <a:lnTo>
                    <a:pt x="3118399" y="2416396"/>
                  </a:lnTo>
                  <a:lnTo>
                    <a:pt x="3118526" y="2416396"/>
                  </a:lnTo>
                  <a:lnTo>
                    <a:pt x="3118526" y="2411485"/>
                  </a:lnTo>
                  <a:lnTo>
                    <a:pt x="3118652" y="2411485"/>
                  </a:lnTo>
                  <a:lnTo>
                    <a:pt x="3118778" y="2411485"/>
                  </a:lnTo>
                  <a:lnTo>
                    <a:pt x="3118905" y="2411485"/>
                  </a:lnTo>
                  <a:lnTo>
                    <a:pt x="3119031" y="2411485"/>
                  </a:lnTo>
                  <a:lnTo>
                    <a:pt x="3119157" y="2411485"/>
                  </a:lnTo>
                  <a:lnTo>
                    <a:pt x="3119283" y="2411485"/>
                  </a:lnTo>
                  <a:lnTo>
                    <a:pt x="3119410" y="2411485"/>
                  </a:lnTo>
                  <a:lnTo>
                    <a:pt x="3119536" y="2411485"/>
                  </a:lnTo>
                  <a:lnTo>
                    <a:pt x="3119662" y="2411485"/>
                  </a:lnTo>
                  <a:lnTo>
                    <a:pt x="3119788" y="2411485"/>
                  </a:lnTo>
                  <a:lnTo>
                    <a:pt x="3119915" y="2411485"/>
                  </a:lnTo>
                  <a:lnTo>
                    <a:pt x="3120041" y="2411485"/>
                  </a:lnTo>
                  <a:lnTo>
                    <a:pt x="3120167" y="2411485"/>
                  </a:lnTo>
                  <a:lnTo>
                    <a:pt x="3120293" y="2411485"/>
                  </a:lnTo>
                  <a:lnTo>
                    <a:pt x="3120420" y="2411485"/>
                  </a:lnTo>
                  <a:lnTo>
                    <a:pt x="3120546" y="2411485"/>
                  </a:lnTo>
                  <a:lnTo>
                    <a:pt x="3120672" y="2411485"/>
                  </a:lnTo>
                  <a:lnTo>
                    <a:pt x="3120798" y="2411485"/>
                  </a:lnTo>
                  <a:lnTo>
                    <a:pt x="3120925" y="2411485"/>
                  </a:lnTo>
                  <a:lnTo>
                    <a:pt x="3121051" y="2411485"/>
                  </a:lnTo>
                  <a:lnTo>
                    <a:pt x="3121177" y="2411485"/>
                  </a:lnTo>
                  <a:lnTo>
                    <a:pt x="3121303" y="2411485"/>
                  </a:lnTo>
                  <a:lnTo>
                    <a:pt x="3121430" y="2411485"/>
                  </a:lnTo>
                  <a:lnTo>
                    <a:pt x="3121556" y="2411485"/>
                  </a:lnTo>
                  <a:lnTo>
                    <a:pt x="3121682" y="2411485"/>
                  </a:lnTo>
                  <a:lnTo>
                    <a:pt x="3121808" y="2411485"/>
                  </a:lnTo>
                  <a:lnTo>
                    <a:pt x="3121935" y="2411485"/>
                  </a:lnTo>
                  <a:lnTo>
                    <a:pt x="3122061" y="2411485"/>
                  </a:lnTo>
                  <a:lnTo>
                    <a:pt x="3122187" y="2411485"/>
                  </a:lnTo>
                  <a:lnTo>
                    <a:pt x="3122313" y="2411485"/>
                  </a:lnTo>
                  <a:lnTo>
                    <a:pt x="3122440" y="2411485"/>
                  </a:lnTo>
                  <a:lnTo>
                    <a:pt x="3122566" y="2411485"/>
                  </a:lnTo>
                  <a:lnTo>
                    <a:pt x="3122692" y="2411485"/>
                  </a:lnTo>
                  <a:lnTo>
                    <a:pt x="3122818" y="2411485"/>
                  </a:lnTo>
                  <a:lnTo>
                    <a:pt x="3122945" y="2411485"/>
                  </a:lnTo>
                  <a:lnTo>
                    <a:pt x="3123071" y="2411485"/>
                  </a:lnTo>
                  <a:lnTo>
                    <a:pt x="3123197" y="2411485"/>
                  </a:lnTo>
                  <a:lnTo>
                    <a:pt x="3123323" y="2411485"/>
                  </a:lnTo>
                  <a:lnTo>
                    <a:pt x="3123450" y="2411485"/>
                  </a:lnTo>
                  <a:lnTo>
                    <a:pt x="3123576" y="2411485"/>
                  </a:lnTo>
                  <a:lnTo>
                    <a:pt x="3123576" y="2406573"/>
                  </a:lnTo>
                  <a:lnTo>
                    <a:pt x="3123702" y="2406573"/>
                  </a:lnTo>
                  <a:lnTo>
                    <a:pt x="3123829" y="2406573"/>
                  </a:lnTo>
                  <a:lnTo>
                    <a:pt x="3123955" y="2406573"/>
                  </a:lnTo>
                  <a:lnTo>
                    <a:pt x="3124081" y="2406573"/>
                  </a:lnTo>
                  <a:lnTo>
                    <a:pt x="3124207" y="2406573"/>
                  </a:lnTo>
                  <a:lnTo>
                    <a:pt x="3124334" y="2406573"/>
                  </a:lnTo>
                  <a:lnTo>
                    <a:pt x="3124460" y="2406573"/>
                  </a:lnTo>
                  <a:lnTo>
                    <a:pt x="3124460" y="2401662"/>
                  </a:lnTo>
                  <a:lnTo>
                    <a:pt x="3124586" y="2401662"/>
                  </a:lnTo>
                  <a:lnTo>
                    <a:pt x="3124712" y="2401662"/>
                  </a:lnTo>
                  <a:lnTo>
                    <a:pt x="3124839" y="2401662"/>
                  </a:lnTo>
                  <a:lnTo>
                    <a:pt x="3124965" y="2401662"/>
                  </a:lnTo>
                  <a:lnTo>
                    <a:pt x="3125091" y="2401662"/>
                  </a:lnTo>
                  <a:lnTo>
                    <a:pt x="3125217" y="2401662"/>
                  </a:lnTo>
                  <a:lnTo>
                    <a:pt x="3125344" y="2401662"/>
                  </a:lnTo>
                  <a:lnTo>
                    <a:pt x="3125470" y="2401662"/>
                  </a:lnTo>
                  <a:lnTo>
                    <a:pt x="3125596" y="2401662"/>
                  </a:lnTo>
                  <a:lnTo>
                    <a:pt x="3125722" y="2401662"/>
                  </a:lnTo>
                  <a:lnTo>
                    <a:pt x="3125849" y="2401662"/>
                  </a:lnTo>
                  <a:lnTo>
                    <a:pt x="3125975" y="2401662"/>
                  </a:lnTo>
                  <a:lnTo>
                    <a:pt x="3126101" y="2401662"/>
                  </a:lnTo>
                  <a:lnTo>
                    <a:pt x="3126227" y="2401662"/>
                  </a:lnTo>
                  <a:lnTo>
                    <a:pt x="3126354" y="2401662"/>
                  </a:lnTo>
                  <a:lnTo>
                    <a:pt x="3126480" y="2401662"/>
                  </a:lnTo>
                  <a:lnTo>
                    <a:pt x="3126606" y="2401662"/>
                  </a:lnTo>
                  <a:lnTo>
                    <a:pt x="3126732" y="2401662"/>
                  </a:lnTo>
                  <a:lnTo>
                    <a:pt x="3126859" y="2401662"/>
                  </a:lnTo>
                  <a:lnTo>
                    <a:pt x="3126985" y="2401662"/>
                  </a:lnTo>
                  <a:lnTo>
                    <a:pt x="3127111" y="2401662"/>
                  </a:lnTo>
                  <a:lnTo>
                    <a:pt x="3127237" y="2401662"/>
                  </a:lnTo>
                  <a:lnTo>
                    <a:pt x="3127364" y="2401662"/>
                  </a:lnTo>
                  <a:lnTo>
                    <a:pt x="3127490" y="2401662"/>
                  </a:lnTo>
                  <a:lnTo>
                    <a:pt x="3127616" y="2401662"/>
                  </a:lnTo>
                  <a:lnTo>
                    <a:pt x="3127742" y="2401662"/>
                  </a:lnTo>
                  <a:lnTo>
                    <a:pt x="3127869" y="2401662"/>
                  </a:lnTo>
                  <a:lnTo>
                    <a:pt x="3127995" y="2401662"/>
                  </a:lnTo>
                  <a:lnTo>
                    <a:pt x="3128121" y="2401662"/>
                  </a:lnTo>
                  <a:lnTo>
                    <a:pt x="3128247" y="2401662"/>
                  </a:lnTo>
                  <a:lnTo>
                    <a:pt x="3128374" y="2401662"/>
                  </a:lnTo>
                  <a:lnTo>
                    <a:pt x="3128500" y="2401662"/>
                  </a:lnTo>
                  <a:lnTo>
                    <a:pt x="3128626" y="2401662"/>
                  </a:lnTo>
                  <a:lnTo>
                    <a:pt x="3128752" y="2401662"/>
                  </a:lnTo>
                  <a:lnTo>
                    <a:pt x="3128879" y="2401662"/>
                  </a:lnTo>
                  <a:lnTo>
                    <a:pt x="3129005" y="2401662"/>
                  </a:lnTo>
                  <a:lnTo>
                    <a:pt x="3129131" y="2401662"/>
                  </a:lnTo>
                  <a:lnTo>
                    <a:pt x="3129258" y="2401662"/>
                  </a:lnTo>
                  <a:lnTo>
                    <a:pt x="3129384" y="2401662"/>
                  </a:lnTo>
                  <a:lnTo>
                    <a:pt x="3129510" y="2401662"/>
                  </a:lnTo>
                  <a:lnTo>
                    <a:pt x="3129636" y="2401662"/>
                  </a:lnTo>
                  <a:lnTo>
                    <a:pt x="3129636" y="2396750"/>
                  </a:lnTo>
                  <a:lnTo>
                    <a:pt x="3129763" y="2396750"/>
                  </a:lnTo>
                  <a:lnTo>
                    <a:pt x="3129889" y="2396750"/>
                  </a:lnTo>
                  <a:lnTo>
                    <a:pt x="3130015" y="2396750"/>
                  </a:lnTo>
                  <a:lnTo>
                    <a:pt x="3130141" y="2396750"/>
                  </a:lnTo>
                  <a:lnTo>
                    <a:pt x="3130268" y="2396750"/>
                  </a:lnTo>
                  <a:lnTo>
                    <a:pt x="3130394" y="2396750"/>
                  </a:lnTo>
                  <a:lnTo>
                    <a:pt x="3130520" y="2396750"/>
                  </a:lnTo>
                  <a:lnTo>
                    <a:pt x="3130646" y="2396750"/>
                  </a:lnTo>
                  <a:lnTo>
                    <a:pt x="3130773" y="2396750"/>
                  </a:lnTo>
                  <a:lnTo>
                    <a:pt x="3130899" y="2396750"/>
                  </a:lnTo>
                  <a:lnTo>
                    <a:pt x="3131025" y="2396750"/>
                  </a:lnTo>
                  <a:lnTo>
                    <a:pt x="3131151" y="2396750"/>
                  </a:lnTo>
                  <a:lnTo>
                    <a:pt x="3131278" y="2396750"/>
                  </a:lnTo>
                  <a:lnTo>
                    <a:pt x="3131404" y="2396750"/>
                  </a:lnTo>
                  <a:lnTo>
                    <a:pt x="3131530" y="2396750"/>
                  </a:lnTo>
                  <a:lnTo>
                    <a:pt x="3131656" y="2396750"/>
                  </a:lnTo>
                  <a:lnTo>
                    <a:pt x="3131783" y="2396750"/>
                  </a:lnTo>
                  <a:lnTo>
                    <a:pt x="3131909" y="2396750"/>
                  </a:lnTo>
                  <a:lnTo>
                    <a:pt x="3132035" y="2396750"/>
                  </a:lnTo>
                  <a:lnTo>
                    <a:pt x="3132161" y="2396750"/>
                  </a:lnTo>
                  <a:lnTo>
                    <a:pt x="3132288" y="2396750"/>
                  </a:lnTo>
                  <a:lnTo>
                    <a:pt x="3132414" y="2396750"/>
                  </a:lnTo>
                  <a:lnTo>
                    <a:pt x="3132540" y="2396750"/>
                  </a:lnTo>
                  <a:lnTo>
                    <a:pt x="3132666" y="2396750"/>
                  </a:lnTo>
                  <a:lnTo>
                    <a:pt x="3132666" y="2391839"/>
                  </a:lnTo>
                  <a:lnTo>
                    <a:pt x="3132666" y="2386928"/>
                  </a:lnTo>
                  <a:lnTo>
                    <a:pt x="3132793" y="2386928"/>
                  </a:lnTo>
                  <a:lnTo>
                    <a:pt x="3132919" y="2386928"/>
                  </a:lnTo>
                  <a:lnTo>
                    <a:pt x="3133045" y="2386928"/>
                  </a:lnTo>
                  <a:lnTo>
                    <a:pt x="3133171" y="2386928"/>
                  </a:lnTo>
                  <a:lnTo>
                    <a:pt x="3133298" y="2386928"/>
                  </a:lnTo>
                  <a:lnTo>
                    <a:pt x="3133298" y="2382016"/>
                  </a:lnTo>
                  <a:lnTo>
                    <a:pt x="3133424" y="2382016"/>
                  </a:lnTo>
                  <a:lnTo>
                    <a:pt x="3133550" y="2382016"/>
                  </a:lnTo>
                  <a:lnTo>
                    <a:pt x="3133676" y="2382016"/>
                  </a:lnTo>
                  <a:lnTo>
                    <a:pt x="3133803" y="2382016"/>
                  </a:lnTo>
                  <a:lnTo>
                    <a:pt x="3133929" y="2382016"/>
                  </a:lnTo>
                  <a:lnTo>
                    <a:pt x="3134055" y="2382016"/>
                  </a:lnTo>
                  <a:lnTo>
                    <a:pt x="3134182" y="2382016"/>
                  </a:lnTo>
                  <a:lnTo>
                    <a:pt x="3134308" y="2382016"/>
                  </a:lnTo>
                  <a:lnTo>
                    <a:pt x="3134434" y="2382016"/>
                  </a:lnTo>
                  <a:lnTo>
                    <a:pt x="3134560" y="2382016"/>
                  </a:lnTo>
                  <a:lnTo>
                    <a:pt x="3134687" y="2382016"/>
                  </a:lnTo>
                  <a:lnTo>
                    <a:pt x="3134813" y="2382016"/>
                  </a:lnTo>
                  <a:lnTo>
                    <a:pt x="3134939" y="2382016"/>
                  </a:lnTo>
                  <a:lnTo>
                    <a:pt x="3135065" y="2382016"/>
                  </a:lnTo>
                  <a:lnTo>
                    <a:pt x="3135192" y="2382016"/>
                  </a:lnTo>
                  <a:lnTo>
                    <a:pt x="3135318" y="2382016"/>
                  </a:lnTo>
                  <a:lnTo>
                    <a:pt x="3135444" y="2382016"/>
                  </a:lnTo>
                  <a:lnTo>
                    <a:pt x="3135570" y="2382016"/>
                  </a:lnTo>
                  <a:lnTo>
                    <a:pt x="3135697" y="2382016"/>
                  </a:lnTo>
                  <a:lnTo>
                    <a:pt x="3135823" y="2382016"/>
                  </a:lnTo>
                  <a:lnTo>
                    <a:pt x="3135949" y="2382016"/>
                  </a:lnTo>
                  <a:lnTo>
                    <a:pt x="3136075" y="2382016"/>
                  </a:lnTo>
                  <a:lnTo>
                    <a:pt x="3136202" y="2382016"/>
                  </a:lnTo>
                  <a:lnTo>
                    <a:pt x="3136328" y="2382016"/>
                  </a:lnTo>
                  <a:lnTo>
                    <a:pt x="3136454" y="2382016"/>
                  </a:lnTo>
                  <a:lnTo>
                    <a:pt x="3136580" y="2382016"/>
                  </a:lnTo>
                  <a:lnTo>
                    <a:pt x="3136707" y="2382016"/>
                  </a:lnTo>
                  <a:lnTo>
                    <a:pt x="3136833" y="2382016"/>
                  </a:lnTo>
                  <a:lnTo>
                    <a:pt x="3136959" y="2382016"/>
                  </a:lnTo>
                  <a:lnTo>
                    <a:pt x="3137085" y="2382016"/>
                  </a:lnTo>
                  <a:lnTo>
                    <a:pt x="3137212" y="2382016"/>
                  </a:lnTo>
                  <a:lnTo>
                    <a:pt x="3137338" y="2382016"/>
                  </a:lnTo>
                  <a:lnTo>
                    <a:pt x="3137464" y="2382016"/>
                  </a:lnTo>
                  <a:lnTo>
                    <a:pt x="3137590" y="2382016"/>
                  </a:lnTo>
                  <a:lnTo>
                    <a:pt x="3137717" y="2382016"/>
                  </a:lnTo>
                  <a:lnTo>
                    <a:pt x="3137843" y="2382016"/>
                  </a:lnTo>
                  <a:lnTo>
                    <a:pt x="3137969" y="2382016"/>
                  </a:lnTo>
                  <a:lnTo>
                    <a:pt x="3138095" y="2382016"/>
                  </a:lnTo>
                  <a:lnTo>
                    <a:pt x="3138222" y="2382016"/>
                  </a:lnTo>
                  <a:lnTo>
                    <a:pt x="3138348" y="2382016"/>
                  </a:lnTo>
                  <a:lnTo>
                    <a:pt x="3138474" y="2382016"/>
                  </a:lnTo>
                  <a:lnTo>
                    <a:pt x="3138600" y="2382016"/>
                  </a:lnTo>
                  <a:lnTo>
                    <a:pt x="3138727" y="2382016"/>
                  </a:lnTo>
                  <a:lnTo>
                    <a:pt x="3138853" y="2382016"/>
                  </a:lnTo>
                  <a:lnTo>
                    <a:pt x="3138979" y="2382016"/>
                  </a:lnTo>
                  <a:lnTo>
                    <a:pt x="3139105" y="2382016"/>
                  </a:lnTo>
                  <a:lnTo>
                    <a:pt x="3139232" y="2382016"/>
                  </a:lnTo>
                  <a:lnTo>
                    <a:pt x="3139358" y="2382016"/>
                  </a:lnTo>
                  <a:lnTo>
                    <a:pt x="3139484" y="2382016"/>
                  </a:lnTo>
                  <a:lnTo>
                    <a:pt x="3139611" y="2382016"/>
                  </a:lnTo>
                  <a:lnTo>
                    <a:pt x="3139737" y="2382016"/>
                  </a:lnTo>
                  <a:lnTo>
                    <a:pt x="3139863" y="2382016"/>
                  </a:lnTo>
                  <a:lnTo>
                    <a:pt x="3139989" y="2382016"/>
                  </a:lnTo>
                  <a:lnTo>
                    <a:pt x="3140116" y="2382016"/>
                  </a:lnTo>
                  <a:lnTo>
                    <a:pt x="3140242" y="2382016"/>
                  </a:lnTo>
                  <a:lnTo>
                    <a:pt x="3140368" y="2382016"/>
                  </a:lnTo>
                  <a:lnTo>
                    <a:pt x="3140494" y="2382016"/>
                  </a:lnTo>
                  <a:lnTo>
                    <a:pt x="3140621" y="2382016"/>
                  </a:lnTo>
                  <a:lnTo>
                    <a:pt x="3140747" y="2382016"/>
                  </a:lnTo>
                  <a:lnTo>
                    <a:pt x="3140873" y="2382016"/>
                  </a:lnTo>
                  <a:lnTo>
                    <a:pt x="3140999" y="2382016"/>
                  </a:lnTo>
                  <a:lnTo>
                    <a:pt x="3141126" y="2382016"/>
                  </a:lnTo>
                  <a:lnTo>
                    <a:pt x="3141252" y="2382016"/>
                  </a:lnTo>
                  <a:lnTo>
                    <a:pt x="3141378" y="2382016"/>
                  </a:lnTo>
                  <a:lnTo>
                    <a:pt x="3141504" y="2382016"/>
                  </a:lnTo>
                  <a:lnTo>
                    <a:pt x="3141631" y="2382016"/>
                  </a:lnTo>
                  <a:lnTo>
                    <a:pt x="3141757" y="2382016"/>
                  </a:lnTo>
                  <a:lnTo>
                    <a:pt x="3141883" y="2382016"/>
                  </a:lnTo>
                  <a:lnTo>
                    <a:pt x="3142009" y="2382016"/>
                  </a:lnTo>
                  <a:lnTo>
                    <a:pt x="3142136" y="2382016"/>
                  </a:lnTo>
                  <a:lnTo>
                    <a:pt x="3142262" y="2382016"/>
                  </a:lnTo>
                  <a:lnTo>
                    <a:pt x="3142388" y="2382016"/>
                  </a:lnTo>
                  <a:lnTo>
                    <a:pt x="3142514" y="2382016"/>
                  </a:lnTo>
                  <a:lnTo>
                    <a:pt x="3142514" y="2377105"/>
                  </a:lnTo>
                  <a:lnTo>
                    <a:pt x="3142514" y="2372194"/>
                  </a:lnTo>
                  <a:lnTo>
                    <a:pt x="3142641" y="2372194"/>
                  </a:lnTo>
                  <a:lnTo>
                    <a:pt x="3142767" y="2372194"/>
                  </a:lnTo>
                  <a:lnTo>
                    <a:pt x="3142893" y="2372194"/>
                  </a:lnTo>
                  <a:lnTo>
                    <a:pt x="3143019" y="2372194"/>
                  </a:lnTo>
                  <a:lnTo>
                    <a:pt x="3143146" y="2372194"/>
                  </a:lnTo>
                  <a:lnTo>
                    <a:pt x="3143272" y="2372194"/>
                  </a:lnTo>
                  <a:lnTo>
                    <a:pt x="3143398" y="2372194"/>
                  </a:lnTo>
                  <a:lnTo>
                    <a:pt x="3143524" y="2372194"/>
                  </a:lnTo>
                  <a:lnTo>
                    <a:pt x="3143651" y="2372194"/>
                  </a:lnTo>
                  <a:lnTo>
                    <a:pt x="3143777" y="2372194"/>
                  </a:lnTo>
                  <a:lnTo>
                    <a:pt x="3143903" y="2372194"/>
                  </a:lnTo>
                  <a:lnTo>
                    <a:pt x="3144029" y="2372194"/>
                  </a:lnTo>
                  <a:lnTo>
                    <a:pt x="3144156" y="2372194"/>
                  </a:lnTo>
                  <a:lnTo>
                    <a:pt x="3144282" y="2372194"/>
                  </a:lnTo>
                  <a:lnTo>
                    <a:pt x="3144408" y="2372194"/>
                  </a:lnTo>
                  <a:lnTo>
                    <a:pt x="3144535" y="2372194"/>
                  </a:lnTo>
                  <a:lnTo>
                    <a:pt x="3144661" y="2372194"/>
                  </a:lnTo>
                  <a:lnTo>
                    <a:pt x="3144787" y="2372194"/>
                  </a:lnTo>
                  <a:lnTo>
                    <a:pt x="3144913" y="2372194"/>
                  </a:lnTo>
                  <a:lnTo>
                    <a:pt x="3145040" y="2372194"/>
                  </a:lnTo>
                  <a:lnTo>
                    <a:pt x="3145166" y="2372194"/>
                  </a:lnTo>
                  <a:lnTo>
                    <a:pt x="3145292" y="2372194"/>
                  </a:lnTo>
                  <a:lnTo>
                    <a:pt x="3145418" y="2372194"/>
                  </a:lnTo>
                  <a:lnTo>
                    <a:pt x="3145545" y="2372194"/>
                  </a:lnTo>
                  <a:lnTo>
                    <a:pt x="3145671" y="2372194"/>
                  </a:lnTo>
                  <a:lnTo>
                    <a:pt x="3145797" y="2372194"/>
                  </a:lnTo>
                  <a:lnTo>
                    <a:pt x="3145923" y="2372194"/>
                  </a:lnTo>
                  <a:lnTo>
                    <a:pt x="3146050" y="2372194"/>
                  </a:lnTo>
                  <a:lnTo>
                    <a:pt x="3146176" y="2372194"/>
                  </a:lnTo>
                  <a:lnTo>
                    <a:pt x="3146302" y="2372194"/>
                  </a:lnTo>
                  <a:lnTo>
                    <a:pt x="3146428" y="2372194"/>
                  </a:lnTo>
                  <a:lnTo>
                    <a:pt x="3146555" y="2372194"/>
                  </a:lnTo>
                  <a:lnTo>
                    <a:pt x="3146681" y="2372194"/>
                  </a:lnTo>
                  <a:lnTo>
                    <a:pt x="3146807" y="2372194"/>
                  </a:lnTo>
                  <a:lnTo>
                    <a:pt x="3146933" y="2372194"/>
                  </a:lnTo>
                  <a:lnTo>
                    <a:pt x="3147060" y="2372194"/>
                  </a:lnTo>
                  <a:lnTo>
                    <a:pt x="3147186" y="2372194"/>
                  </a:lnTo>
                  <a:lnTo>
                    <a:pt x="3147312" y="2372194"/>
                  </a:lnTo>
                  <a:lnTo>
                    <a:pt x="3147438" y="2372194"/>
                  </a:lnTo>
                  <a:lnTo>
                    <a:pt x="3147565" y="2372194"/>
                  </a:lnTo>
                  <a:lnTo>
                    <a:pt x="3147691" y="2372194"/>
                  </a:lnTo>
                  <a:lnTo>
                    <a:pt x="3147817" y="2372194"/>
                  </a:lnTo>
                  <a:lnTo>
                    <a:pt x="3147943" y="2372194"/>
                  </a:lnTo>
                  <a:lnTo>
                    <a:pt x="3148070" y="2372194"/>
                  </a:lnTo>
                  <a:lnTo>
                    <a:pt x="3148196" y="2372194"/>
                  </a:lnTo>
                  <a:lnTo>
                    <a:pt x="3148322" y="2372194"/>
                  </a:lnTo>
                  <a:lnTo>
                    <a:pt x="3148448" y="2372194"/>
                  </a:lnTo>
                  <a:lnTo>
                    <a:pt x="3148575" y="2372194"/>
                  </a:lnTo>
                  <a:lnTo>
                    <a:pt x="3148701" y="2372194"/>
                  </a:lnTo>
                  <a:lnTo>
                    <a:pt x="3148827" y="2372194"/>
                  </a:lnTo>
                  <a:lnTo>
                    <a:pt x="3148953" y="2372194"/>
                  </a:lnTo>
                  <a:lnTo>
                    <a:pt x="3149080" y="2372194"/>
                  </a:lnTo>
                  <a:lnTo>
                    <a:pt x="3149206" y="2372194"/>
                  </a:lnTo>
                  <a:lnTo>
                    <a:pt x="3149332" y="2372194"/>
                  </a:lnTo>
                  <a:lnTo>
                    <a:pt x="3149459" y="2372194"/>
                  </a:lnTo>
                  <a:lnTo>
                    <a:pt x="3149585" y="2372194"/>
                  </a:lnTo>
                  <a:lnTo>
                    <a:pt x="3149711" y="2372194"/>
                  </a:lnTo>
                  <a:lnTo>
                    <a:pt x="3149837" y="2372194"/>
                  </a:lnTo>
                  <a:lnTo>
                    <a:pt x="3149964" y="2372194"/>
                  </a:lnTo>
                  <a:lnTo>
                    <a:pt x="3150090" y="2372194"/>
                  </a:lnTo>
                  <a:lnTo>
                    <a:pt x="3150216" y="2372194"/>
                  </a:lnTo>
                  <a:lnTo>
                    <a:pt x="3150342" y="2372194"/>
                  </a:lnTo>
                  <a:lnTo>
                    <a:pt x="3150469" y="2372194"/>
                  </a:lnTo>
                  <a:lnTo>
                    <a:pt x="3150595" y="2372194"/>
                  </a:lnTo>
                  <a:lnTo>
                    <a:pt x="3150721" y="2372194"/>
                  </a:lnTo>
                  <a:lnTo>
                    <a:pt x="3150847" y="2372194"/>
                  </a:lnTo>
                  <a:lnTo>
                    <a:pt x="3150974" y="2372194"/>
                  </a:lnTo>
                  <a:lnTo>
                    <a:pt x="3151100" y="2372194"/>
                  </a:lnTo>
                  <a:lnTo>
                    <a:pt x="3151226" y="2372194"/>
                  </a:lnTo>
                  <a:lnTo>
                    <a:pt x="3151352" y="2372194"/>
                  </a:lnTo>
                  <a:lnTo>
                    <a:pt x="3151479" y="2372194"/>
                  </a:lnTo>
                  <a:lnTo>
                    <a:pt x="3151605" y="2372194"/>
                  </a:lnTo>
                  <a:lnTo>
                    <a:pt x="3151731" y="2372194"/>
                  </a:lnTo>
                  <a:lnTo>
                    <a:pt x="3151857" y="2372194"/>
                  </a:lnTo>
                  <a:lnTo>
                    <a:pt x="3151984" y="2372194"/>
                  </a:lnTo>
                  <a:lnTo>
                    <a:pt x="3152110" y="2372194"/>
                  </a:lnTo>
                  <a:lnTo>
                    <a:pt x="3152236" y="2372194"/>
                  </a:lnTo>
                  <a:lnTo>
                    <a:pt x="3152362" y="2372194"/>
                  </a:lnTo>
                  <a:lnTo>
                    <a:pt x="3152489" y="2372194"/>
                  </a:lnTo>
                  <a:lnTo>
                    <a:pt x="3152615" y="2372194"/>
                  </a:lnTo>
                  <a:lnTo>
                    <a:pt x="3152741" y="2372194"/>
                  </a:lnTo>
                  <a:lnTo>
                    <a:pt x="3152867" y="2372194"/>
                  </a:lnTo>
                  <a:lnTo>
                    <a:pt x="3152994" y="2372194"/>
                  </a:lnTo>
                  <a:lnTo>
                    <a:pt x="3153120" y="2372194"/>
                  </a:lnTo>
                  <a:lnTo>
                    <a:pt x="3153246" y="2372194"/>
                  </a:lnTo>
                  <a:lnTo>
                    <a:pt x="3153372" y="2372194"/>
                  </a:lnTo>
                  <a:lnTo>
                    <a:pt x="3153499" y="2372194"/>
                  </a:lnTo>
                  <a:lnTo>
                    <a:pt x="3153625" y="2372194"/>
                  </a:lnTo>
                  <a:lnTo>
                    <a:pt x="3153751" y="2372194"/>
                  </a:lnTo>
                  <a:lnTo>
                    <a:pt x="3153877" y="2372194"/>
                  </a:lnTo>
                  <a:lnTo>
                    <a:pt x="3154004" y="2372194"/>
                  </a:lnTo>
                  <a:lnTo>
                    <a:pt x="3154130" y="2372194"/>
                  </a:lnTo>
                  <a:lnTo>
                    <a:pt x="3154256" y="2372194"/>
                  </a:lnTo>
                  <a:lnTo>
                    <a:pt x="3154382" y="2372194"/>
                  </a:lnTo>
                  <a:lnTo>
                    <a:pt x="3154509" y="2372194"/>
                  </a:lnTo>
                  <a:lnTo>
                    <a:pt x="3154635" y="2372194"/>
                  </a:lnTo>
                  <a:lnTo>
                    <a:pt x="3154761" y="2372194"/>
                  </a:lnTo>
                  <a:lnTo>
                    <a:pt x="3154888" y="2372194"/>
                  </a:lnTo>
                  <a:lnTo>
                    <a:pt x="3155014" y="2372194"/>
                  </a:lnTo>
                  <a:lnTo>
                    <a:pt x="3155140" y="2372194"/>
                  </a:lnTo>
                  <a:lnTo>
                    <a:pt x="3155266" y="2372194"/>
                  </a:lnTo>
                  <a:lnTo>
                    <a:pt x="3155393" y="2372194"/>
                  </a:lnTo>
                  <a:lnTo>
                    <a:pt x="3155519" y="2372194"/>
                  </a:lnTo>
                  <a:lnTo>
                    <a:pt x="3155645" y="2372194"/>
                  </a:lnTo>
                  <a:lnTo>
                    <a:pt x="3155645" y="2367282"/>
                  </a:lnTo>
                  <a:lnTo>
                    <a:pt x="3155771" y="2367282"/>
                  </a:lnTo>
                  <a:lnTo>
                    <a:pt x="3155898" y="2367282"/>
                  </a:lnTo>
                  <a:lnTo>
                    <a:pt x="3156024" y="2367282"/>
                  </a:lnTo>
                  <a:lnTo>
                    <a:pt x="3156150" y="2367282"/>
                  </a:lnTo>
                  <a:lnTo>
                    <a:pt x="3156276" y="2367282"/>
                  </a:lnTo>
                  <a:lnTo>
                    <a:pt x="3156403" y="2367282"/>
                  </a:lnTo>
                  <a:lnTo>
                    <a:pt x="3156529" y="2367282"/>
                  </a:lnTo>
                  <a:lnTo>
                    <a:pt x="3156655" y="2367282"/>
                  </a:lnTo>
                  <a:lnTo>
                    <a:pt x="3156781" y="2367282"/>
                  </a:lnTo>
                  <a:lnTo>
                    <a:pt x="3156908" y="2367282"/>
                  </a:lnTo>
                  <a:lnTo>
                    <a:pt x="3157034" y="2367282"/>
                  </a:lnTo>
                  <a:lnTo>
                    <a:pt x="3157160" y="2367282"/>
                  </a:lnTo>
                  <a:lnTo>
                    <a:pt x="3157286" y="2367282"/>
                  </a:lnTo>
                  <a:lnTo>
                    <a:pt x="3157413" y="2367282"/>
                  </a:lnTo>
                  <a:lnTo>
                    <a:pt x="3157539" y="2367282"/>
                  </a:lnTo>
                  <a:lnTo>
                    <a:pt x="3157665" y="2367282"/>
                  </a:lnTo>
                  <a:lnTo>
                    <a:pt x="3157791" y="2367282"/>
                  </a:lnTo>
                  <a:lnTo>
                    <a:pt x="3157918" y="2367282"/>
                  </a:lnTo>
                  <a:lnTo>
                    <a:pt x="3158044" y="2367282"/>
                  </a:lnTo>
                  <a:lnTo>
                    <a:pt x="3158170" y="2367282"/>
                  </a:lnTo>
                  <a:lnTo>
                    <a:pt x="3158296" y="2367282"/>
                  </a:lnTo>
                  <a:lnTo>
                    <a:pt x="3158423" y="2367282"/>
                  </a:lnTo>
                  <a:lnTo>
                    <a:pt x="3158549" y="2367282"/>
                  </a:lnTo>
                  <a:lnTo>
                    <a:pt x="3158549" y="2362371"/>
                  </a:lnTo>
                  <a:lnTo>
                    <a:pt x="3158675" y="2362371"/>
                  </a:lnTo>
                  <a:lnTo>
                    <a:pt x="3158801" y="2362371"/>
                  </a:lnTo>
                  <a:lnTo>
                    <a:pt x="3158928" y="2362371"/>
                  </a:lnTo>
                  <a:lnTo>
                    <a:pt x="3159054" y="2362371"/>
                  </a:lnTo>
                  <a:lnTo>
                    <a:pt x="3159180" y="2362371"/>
                  </a:lnTo>
                  <a:lnTo>
                    <a:pt x="3159306" y="2362371"/>
                  </a:lnTo>
                  <a:lnTo>
                    <a:pt x="3159433" y="2362371"/>
                  </a:lnTo>
                  <a:lnTo>
                    <a:pt x="3159559" y="2362371"/>
                  </a:lnTo>
                  <a:lnTo>
                    <a:pt x="3159685" y="2362371"/>
                  </a:lnTo>
                  <a:lnTo>
                    <a:pt x="3159812" y="2362371"/>
                  </a:lnTo>
                  <a:lnTo>
                    <a:pt x="3159938" y="2362371"/>
                  </a:lnTo>
                  <a:lnTo>
                    <a:pt x="3160064" y="2362371"/>
                  </a:lnTo>
                  <a:lnTo>
                    <a:pt x="3160190" y="2362371"/>
                  </a:lnTo>
                  <a:lnTo>
                    <a:pt x="3160317" y="2362371"/>
                  </a:lnTo>
                  <a:lnTo>
                    <a:pt x="3160443" y="2362371"/>
                  </a:lnTo>
                  <a:lnTo>
                    <a:pt x="3160443" y="2357459"/>
                  </a:lnTo>
                  <a:lnTo>
                    <a:pt x="3160569" y="2357459"/>
                  </a:lnTo>
                  <a:lnTo>
                    <a:pt x="3160695" y="2357459"/>
                  </a:lnTo>
                  <a:lnTo>
                    <a:pt x="3160822" y="2357459"/>
                  </a:lnTo>
                  <a:lnTo>
                    <a:pt x="3160948" y="2357459"/>
                  </a:lnTo>
                  <a:lnTo>
                    <a:pt x="3161074" y="2357459"/>
                  </a:lnTo>
                  <a:lnTo>
                    <a:pt x="3161074" y="2352548"/>
                  </a:lnTo>
                  <a:lnTo>
                    <a:pt x="3161200" y="2352548"/>
                  </a:lnTo>
                  <a:lnTo>
                    <a:pt x="3161327" y="2352548"/>
                  </a:lnTo>
                  <a:lnTo>
                    <a:pt x="3161453" y="2352548"/>
                  </a:lnTo>
                  <a:lnTo>
                    <a:pt x="3161579" y="2352548"/>
                  </a:lnTo>
                  <a:lnTo>
                    <a:pt x="3161705" y="2352548"/>
                  </a:lnTo>
                  <a:lnTo>
                    <a:pt x="3161832" y="2352548"/>
                  </a:lnTo>
                  <a:lnTo>
                    <a:pt x="3161958" y="2352548"/>
                  </a:lnTo>
                  <a:lnTo>
                    <a:pt x="3162084" y="2352548"/>
                  </a:lnTo>
                  <a:lnTo>
                    <a:pt x="3162210" y="2352548"/>
                  </a:lnTo>
                  <a:lnTo>
                    <a:pt x="3162337" y="2352548"/>
                  </a:lnTo>
                  <a:lnTo>
                    <a:pt x="3162463" y="2352548"/>
                  </a:lnTo>
                  <a:lnTo>
                    <a:pt x="3162589" y="2352548"/>
                  </a:lnTo>
                  <a:lnTo>
                    <a:pt x="3162715" y="2352548"/>
                  </a:lnTo>
                  <a:lnTo>
                    <a:pt x="3162842" y="2352548"/>
                  </a:lnTo>
                  <a:lnTo>
                    <a:pt x="3162842" y="2347637"/>
                  </a:lnTo>
                  <a:lnTo>
                    <a:pt x="3162968" y="2347637"/>
                  </a:lnTo>
                  <a:lnTo>
                    <a:pt x="3163094" y="2347637"/>
                  </a:lnTo>
                  <a:lnTo>
                    <a:pt x="3163220" y="2347637"/>
                  </a:lnTo>
                  <a:lnTo>
                    <a:pt x="3163347" y="2347637"/>
                  </a:lnTo>
                  <a:lnTo>
                    <a:pt x="3163473" y="2347637"/>
                  </a:lnTo>
                  <a:lnTo>
                    <a:pt x="3163599" y="2347637"/>
                  </a:lnTo>
                  <a:lnTo>
                    <a:pt x="3163599" y="2342725"/>
                  </a:lnTo>
                  <a:lnTo>
                    <a:pt x="3163725" y="2342725"/>
                  </a:lnTo>
                  <a:lnTo>
                    <a:pt x="3163852" y="2342725"/>
                  </a:lnTo>
                  <a:lnTo>
                    <a:pt x="3163978" y="2342725"/>
                  </a:lnTo>
                  <a:lnTo>
                    <a:pt x="3164104" y="2342725"/>
                  </a:lnTo>
                  <a:lnTo>
                    <a:pt x="3164230" y="2342725"/>
                  </a:lnTo>
                  <a:lnTo>
                    <a:pt x="3164357" y="2342725"/>
                  </a:lnTo>
                  <a:lnTo>
                    <a:pt x="3164483" y="2342725"/>
                  </a:lnTo>
                  <a:lnTo>
                    <a:pt x="3164609" y="2342725"/>
                  </a:lnTo>
                  <a:lnTo>
                    <a:pt x="3164735" y="2342725"/>
                  </a:lnTo>
                  <a:lnTo>
                    <a:pt x="3164862" y="2342725"/>
                  </a:lnTo>
                  <a:lnTo>
                    <a:pt x="3164988" y="2342725"/>
                  </a:lnTo>
                  <a:lnTo>
                    <a:pt x="3165114" y="2342725"/>
                  </a:lnTo>
                  <a:lnTo>
                    <a:pt x="3165241" y="2342725"/>
                  </a:lnTo>
                  <a:lnTo>
                    <a:pt x="3165367" y="2342725"/>
                  </a:lnTo>
                  <a:lnTo>
                    <a:pt x="3165493" y="2342725"/>
                  </a:lnTo>
                  <a:lnTo>
                    <a:pt x="3165619" y="2342725"/>
                  </a:lnTo>
                  <a:lnTo>
                    <a:pt x="3165746" y="2342725"/>
                  </a:lnTo>
                  <a:lnTo>
                    <a:pt x="3165872" y="2342725"/>
                  </a:lnTo>
                  <a:lnTo>
                    <a:pt x="3165998" y="2342725"/>
                  </a:lnTo>
                  <a:lnTo>
                    <a:pt x="3166124" y="2342725"/>
                  </a:lnTo>
                  <a:lnTo>
                    <a:pt x="3166251" y="2342725"/>
                  </a:lnTo>
                  <a:lnTo>
                    <a:pt x="3166377" y="2342725"/>
                  </a:lnTo>
                  <a:lnTo>
                    <a:pt x="3166503" y="2342725"/>
                  </a:lnTo>
                  <a:lnTo>
                    <a:pt x="3166629" y="2342725"/>
                  </a:lnTo>
                  <a:lnTo>
                    <a:pt x="3166756" y="2342725"/>
                  </a:lnTo>
                  <a:lnTo>
                    <a:pt x="3166882" y="2342725"/>
                  </a:lnTo>
                  <a:lnTo>
                    <a:pt x="3167008" y="2342725"/>
                  </a:lnTo>
                  <a:lnTo>
                    <a:pt x="3167134" y="2342725"/>
                  </a:lnTo>
                  <a:lnTo>
                    <a:pt x="3167261" y="2342725"/>
                  </a:lnTo>
                  <a:lnTo>
                    <a:pt x="3167387" y="2342725"/>
                  </a:lnTo>
                  <a:lnTo>
                    <a:pt x="3167513" y="2342725"/>
                  </a:lnTo>
                  <a:lnTo>
                    <a:pt x="3167639" y="2342725"/>
                  </a:lnTo>
                  <a:lnTo>
                    <a:pt x="3167766" y="2342725"/>
                  </a:lnTo>
                  <a:lnTo>
                    <a:pt x="3167892" y="2342725"/>
                  </a:lnTo>
                  <a:lnTo>
                    <a:pt x="3168018" y="2342725"/>
                  </a:lnTo>
                  <a:lnTo>
                    <a:pt x="3168144" y="2342725"/>
                  </a:lnTo>
                  <a:lnTo>
                    <a:pt x="3168271" y="2342725"/>
                  </a:lnTo>
                  <a:lnTo>
                    <a:pt x="3168397" y="2342725"/>
                  </a:lnTo>
                  <a:lnTo>
                    <a:pt x="3168523" y="2342725"/>
                  </a:lnTo>
                  <a:lnTo>
                    <a:pt x="3168649" y="2342725"/>
                  </a:lnTo>
                  <a:lnTo>
                    <a:pt x="3168776" y="2342725"/>
                  </a:lnTo>
                  <a:lnTo>
                    <a:pt x="3168902" y="2342725"/>
                  </a:lnTo>
                  <a:lnTo>
                    <a:pt x="3169028" y="2342725"/>
                  </a:lnTo>
                  <a:lnTo>
                    <a:pt x="3169154" y="2342725"/>
                  </a:lnTo>
                  <a:lnTo>
                    <a:pt x="3169281" y="2342725"/>
                  </a:lnTo>
                  <a:lnTo>
                    <a:pt x="3169407" y="2342725"/>
                  </a:lnTo>
                  <a:lnTo>
                    <a:pt x="3169533" y="2342725"/>
                  </a:lnTo>
                  <a:lnTo>
                    <a:pt x="3169659" y="2342725"/>
                  </a:lnTo>
                  <a:lnTo>
                    <a:pt x="3169786" y="2342725"/>
                  </a:lnTo>
                  <a:lnTo>
                    <a:pt x="3169912" y="2342725"/>
                  </a:lnTo>
                  <a:lnTo>
                    <a:pt x="3170038" y="2342725"/>
                  </a:lnTo>
                  <a:lnTo>
                    <a:pt x="3170165" y="2342725"/>
                  </a:lnTo>
                  <a:lnTo>
                    <a:pt x="3170291" y="2342725"/>
                  </a:lnTo>
                  <a:lnTo>
                    <a:pt x="3170417" y="2342725"/>
                  </a:lnTo>
                  <a:lnTo>
                    <a:pt x="3170543" y="2342725"/>
                  </a:lnTo>
                  <a:lnTo>
                    <a:pt x="3170670" y="2342725"/>
                  </a:lnTo>
                  <a:lnTo>
                    <a:pt x="3170796" y="2342725"/>
                  </a:lnTo>
                  <a:lnTo>
                    <a:pt x="3170922" y="2342725"/>
                  </a:lnTo>
                  <a:lnTo>
                    <a:pt x="3171048" y="2342725"/>
                  </a:lnTo>
                  <a:lnTo>
                    <a:pt x="3171175" y="2342725"/>
                  </a:lnTo>
                  <a:lnTo>
                    <a:pt x="3171301" y="2342725"/>
                  </a:lnTo>
                  <a:lnTo>
                    <a:pt x="3171427" y="2342725"/>
                  </a:lnTo>
                  <a:lnTo>
                    <a:pt x="3171553" y="2342725"/>
                  </a:lnTo>
                  <a:lnTo>
                    <a:pt x="3171680" y="2342725"/>
                  </a:lnTo>
                  <a:lnTo>
                    <a:pt x="3171806" y="2342725"/>
                  </a:lnTo>
                  <a:lnTo>
                    <a:pt x="3171932" y="2342725"/>
                  </a:lnTo>
                  <a:lnTo>
                    <a:pt x="3172058" y="2342725"/>
                  </a:lnTo>
                  <a:lnTo>
                    <a:pt x="3172185" y="2342725"/>
                  </a:lnTo>
                  <a:lnTo>
                    <a:pt x="3172311" y="2342725"/>
                  </a:lnTo>
                  <a:lnTo>
                    <a:pt x="3172437" y="2342725"/>
                  </a:lnTo>
                  <a:lnTo>
                    <a:pt x="3172563" y="2342725"/>
                  </a:lnTo>
                  <a:lnTo>
                    <a:pt x="3172563" y="2337814"/>
                  </a:lnTo>
                  <a:lnTo>
                    <a:pt x="3172690" y="2337814"/>
                  </a:lnTo>
                  <a:lnTo>
                    <a:pt x="3172816" y="2337814"/>
                  </a:lnTo>
                  <a:lnTo>
                    <a:pt x="3172942" y="2337814"/>
                  </a:lnTo>
                  <a:lnTo>
                    <a:pt x="3173068" y="2337814"/>
                  </a:lnTo>
                  <a:lnTo>
                    <a:pt x="3173195" y="2337814"/>
                  </a:lnTo>
                  <a:lnTo>
                    <a:pt x="3173321" y="2337814"/>
                  </a:lnTo>
                  <a:lnTo>
                    <a:pt x="3173447" y="2337814"/>
                  </a:lnTo>
                  <a:lnTo>
                    <a:pt x="3173573" y="2337814"/>
                  </a:lnTo>
                  <a:lnTo>
                    <a:pt x="3173700" y="2337814"/>
                  </a:lnTo>
                  <a:lnTo>
                    <a:pt x="3173826" y="2337814"/>
                  </a:lnTo>
                  <a:lnTo>
                    <a:pt x="3173952" y="2337814"/>
                  </a:lnTo>
                  <a:lnTo>
                    <a:pt x="3174078" y="2337814"/>
                  </a:lnTo>
                  <a:lnTo>
                    <a:pt x="3174205" y="2337814"/>
                  </a:lnTo>
                  <a:lnTo>
                    <a:pt x="3174331" y="2337814"/>
                  </a:lnTo>
                  <a:lnTo>
                    <a:pt x="3174457" y="2337814"/>
                  </a:lnTo>
                  <a:lnTo>
                    <a:pt x="3174583" y="2337814"/>
                  </a:lnTo>
                  <a:lnTo>
                    <a:pt x="3174710" y="2337814"/>
                  </a:lnTo>
                  <a:lnTo>
                    <a:pt x="3174836" y="2337814"/>
                  </a:lnTo>
                  <a:lnTo>
                    <a:pt x="3174962" y="2337814"/>
                  </a:lnTo>
                  <a:lnTo>
                    <a:pt x="3175088" y="2337814"/>
                  </a:lnTo>
                  <a:lnTo>
                    <a:pt x="3175215" y="2337814"/>
                  </a:lnTo>
                  <a:lnTo>
                    <a:pt x="3175341" y="2337814"/>
                  </a:lnTo>
                  <a:lnTo>
                    <a:pt x="3175467" y="2337814"/>
                  </a:lnTo>
                  <a:lnTo>
                    <a:pt x="3175594" y="2337814"/>
                  </a:lnTo>
                  <a:lnTo>
                    <a:pt x="3175720" y="2337814"/>
                  </a:lnTo>
                  <a:lnTo>
                    <a:pt x="3175846" y="2337814"/>
                  </a:lnTo>
                  <a:lnTo>
                    <a:pt x="3175972" y="2337814"/>
                  </a:lnTo>
                  <a:lnTo>
                    <a:pt x="3176099" y="2337814"/>
                  </a:lnTo>
                  <a:lnTo>
                    <a:pt x="3176225" y="2337814"/>
                  </a:lnTo>
                  <a:lnTo>
                    <a:pt x="3176351" y="2337814"/>
                  </a:lnTo>
                  <a:lnTo>
                    <a:pt x="3176477" y="2337814"/>
                  </a:lnTo>
                  <a:lnTo>
                    <a:pt x="3176604" y="2337814"/>
                  </a:lnTo>
                  <a:lnTo>
                    <a:pt x="3176730" y="2337814"/>
                  </a:lnTo>
                  <a:lnTo>
                    <a:pt x="3176856" y="2337814"/>
                  </a:lnTo>
                  <a:lnTo>
                    <a:pt x="3176982" y="2337814"/>
                  </a:lnTo>
                  <a:lnTo>
                    <a:pt x="3177109" y="2337814"/>
                  </a:lnTo>
                  <a:lnTo>
                    <a:pt x="3177235" y="2337814"/>
                  </a:lnTo>
                  <a:lnTo>
                    <a:pt x="3177361" y="2337814"/>
                  </a:lnTo>
                  <a:lnTo>
                    <a:pt x="3177487" y="2337814"/>
                  </a:lnTo>
                  <a:lnTo>
                    <a:pt x="3177614" y="2337814"/>
                  </a:lnTo>
                  <a:lnTo>
                    <a:pt x="3177740" y="2337814"/>
                  </a:lnTo>
                  <a:lnTo>
                    <a:pt x="3177866" y="2337814"/>
                  </a:lnTo>
                  <a:lnTo>
                    <a:pt x="3177992" y="2337814"/>
                  </a:lnTo>
                  <a:lnTo>
                    <a:pt x="3178119" y="2337814"/>
                  </a:lnTo>
                  <a:lnTo>
                    <a:pt x="3178245" y="2337814"/>
                  </a:lnTo>
                  <a:lnTo>
                    <a:pt x="3178371" y="2337814"/>
                  </a:lnTo>
                  <a:lnTo>
                    <a:pt x="3178497" y="2337814"/>
                  </a:lnTo>
                  <a:lnTo>
                    <a:pt x="3178624" y="2337814"/>
                  </a:lnTo>
                  <a:lnTo>
                    <a:pt x="3178750" y="2337814"/>
                  </a:lnTo>
                  <a:lnTo>
                    <a:pt x="3178876" y="2337814"/>
                  </a:lnTo>
                  <a:lnTo>
                    <a:pt x="3179002" y="2337814"/>
                  </a:lnTo>
                  <a:lnTo>
                    <a:pt x="3179129" y="2337814"/>
                  </a:lnTo>
                  <a:lnTo>
                    <a:pt x="3179255" y="2337814"/>
                  </a:lnTo>
                  <a:lnTo>
                    <a:pt x="3179381" y="2337814"/>
                  </a:lnTo>
                  <a:lnTo>
                    <a:pt x="3179507" y="2337814"/>
                  </a:lnTo>
                  <a:lnTo>
                    <a:pt x="3179634" y="2337814"/>
                  </a:lnTo>
                  <a:lnTo>
                    <a:pt x="3179760" y="2337814"/>
                  </a:lnTo>
                  <a:lnTo>
                    <a:pt x="3179886" y="2337814"/>
                  </a:lnTo>
                  <a:lnTo>
                    <a:pt x="3180012" y="2337814"/>
                  </a:lnTo>
                  <a:lnTo>
                    <a:pt x="3180139" y="2337814"/>
                  </a:lnTo>
                  <a:lnTo>
                    <a:pt x="3180265" y="2337814"/>
                  </a:lnTo>
                  <a:lnTo>
                    <a:pt x="3180391" y="2337814"/>
                  </a:lnTo>
                  <a:lnTo>
                    <a:pt x="3180518" y="2337814"/>
                  </a:lnTo>
                  <a:lnTo>
                    <a:pt x="3180644" y="2337814"/>
                  </a:lnTo>
                  <a:lnTo>
                    <a:pt x="3180770" y="2337814"/>
                  </a:lnTo>
                  <a:lnTo>
                    <a:pt x="3180896" y="2337814"/>
                  </a:lnTo>
                  <a:lnTo>
                    <a:pt x="3181023" y="2337814"/>
                  </a:lnTo>
                  <a:lnTo>
                    <a:pt x="3181149" y="2337814"/>
                  </a:lnTo>
                  <a:lnTo>
                    <a:pt x="3181275" y="2337814"/>
                  </a:lnTo>
                  <a:lnTo>
                    <a:pt x="3181401" y="2337814"/>
                  </a:lnTo>
                  <a:lnTo>
                    <a:pt x="3181528" y="2337814"/>
                  </a:lnTo>
                  <a:lnTo>
                    <a:pt x="3181654" y="2337814"/>
                  </a:lnTo>
                  <a:lnTo>
                    <a:pt x="3181780" y="2337814"/>
                  </a:lnTo>
                  <a:lnTo>
                    <a:pt x="3181906" y="2337814"/>
                  </a:lnTo>
                  <a:lnTo>
                    <a:pt x="3182033" y="2337814"/>
                  </a:lnTo>
                  <a:lnTo>
                    <a:pt x="3182159" y="2337814"/>
                  </a:lnTo>
                  <a:lnTo>
                    <a:pt x="3182285" y="2337814"/>
                  </a:lnTo>
                  <a:lnTo>
                    <a:pt x="3182411" y="2337814"/>
                  </a:lnTo>
                  <a:lnTo>
                    <a:pt x="3182538" y="2337814"/>
                  </a:lnTo>
                  <a:lnTo>
                    <a:pt x="3182664" y="2337814"/>
                  </a:lnTo>
                  <a:lnTo>
                    <a:pt x="3182790" y="2337814"/>
                  </a:lnTo>
                  <a:lnTo>
                    <a:pt x="3182916" y="2337814"/>
                  </a:lnTo>
                  <a:lnTo>
                    <a:pt x="3183043" y="2337814"/>
                  </a:lnTo>
                  <a:lnTo>
                    <a:pt x="3183169" y="2337814"/>
                  </a:lnTo>
                  <a:lnTo>
                    <a:pt x="3183295" y="2337814"/>
                  </a:lnTo>
                  <a:lnTo>
                    <a:pt x="3183421" y="2337814"/>
                  </a:lnTo>
                  <a:lnTo>
                    <a:pt x="3183548" y="2337814"/>
                  </a:lnTo>
                  <a:lnTo>
                    <a:pt x="3183674" y="2337814"/>
                  </a:lnTo>
                  <a:lnTo>
                    <a:pt x="3183800" y="2337814"/>
                  </a:lnTo>
                  <a:lnTo>
                    <a:pt x="3183926" y="2337814"/>
                  </a:lnTo>
                  <a:lnTo>
                    <a:pt x="3184053" y="2337814"/>
                  </a:lnTo>
                  <a:lnTo>
                    <a:pt x="3184179" y="2337814"/>
                  </a:lnTo>
                  <a:lnTo>
                    <a:pt x="3184305" y="2337814"/>
                  </a:lnTo>
                  <a:lnTo>
                    <a:pt x="3184431" y="2337814"/>
                  </a:lnTo>
                  <a:lnTo>
                    <a:pt x="3184558" y="2337814"/>
                  </a:lnTo>
                  <a:lnTo>
                    <a:pt x="3184684" y="2337814"/>
                  </a:lnTo>
                  <a:lnTo>
                    <a:pt x="3184810" y="2337814"/>
                  </a:lnTo>
                  <a:lnTo>
                    <a:pt x="3184936" y="2337814"/>
                  </a:lnTo>
                  <a:lnTo>
                    <a:pt x="3185063" y="2337814"/>
                  </a:lnTo>
                  <a:lnTo>
                    <a:pt x="3185189" y="2337814"/>
                  </a:lnTo>
                  <a:lnTo>
                    <a:pt x="3185315" y="2337814"/>
                  </a:lnTo>
                  <a:lnTo>
                    <a:pt x="3185441" y="2337814"/>
                  </a:lnTo>
                  <a:lnTo>
                    <a:pt x="3185568" y="2337814"/>
                  </a:lnTo>
                  <a:lnTo>
                    <a:pt x="3185694" y="2337814"/>
                  </a:lnTo>
                  <a:lnTo>
                    <a:pt x="3185694" y="2332903"/>
                  </a:lnTo>
                  <a:lnTo>
                    <a:pt x="3185820" y="2332903"/>
                  </a:lnTo>
                  <a:lnTo>
                    <a:pt x="3185947" y="2332903"/>
                  </a:lnTo>
                  <a:lnTo>
                    <a:pt x="3186073" y="2332903"/>
                  </a:lnTo>
                  <a:lnTo>
                    <a:pt x="3186199" y="2332903"/>
                  </a:lnTo>
                  <a:lnTo>
                    <a:pt x="3186325" y="2332903"/>
                  </a:lnTo>
                  <a:lnTo>
                    <a:pt x="3186452" y="2332903"/>
                  </a:lnTo>
                  <a:lnTo>
                    <a:pt x="3186578" y="2332903"/>
                  </a:lnTo>
                  <a:lnTo>
                    <a:pt x="3186704" y="2332903"/>
                  </a:lnTo>
                  <a:lnTo>
                    <a:pt x="3186830" y="2332903"/>
                  </a:lnTo>
                  <a:lnTo>
                    <a:pt x="3186957" y="2332903"/>
                  </a:lnTo>
                  <a:lnTo>
                    <a:pt x="3187083" y="2332903"/>
                  </a:lnTo>
                  <a:lnTo>
                    <a:pt x="3187209" y="2332903"/>
                  </a:lnTo>
                  <a:lnTo>
                    <a:pt x="3187335" y="2332903"/>
                  </a:lnTo>
                  <a:lnTo>
                    <a:pt x="3187462" y="2332903"/>
                  </a:lnTo>
                  <a:lnTo>
                    <a:pt x="3187588" y="2332903"/>
                  </a:lnTo>
                  <a:lnTo>
                    <a:pt x="3187714" y="2332903"/>
                  </a:lnTo>
                  <a:lnTo>
                    <a:pt x="3187840" y="2332903"/>
                  </a:lnTo>
                  <a:lnTo>
                    <a:pt x="3187967" y="2332903"/>
                  </a:lnTo>
                  <a:lnTo>
                    <a:pt x="3188093" y="2332903"/>
                  </a:lnTo>
                  <a:lnTo>
                    <a:pt x="3188219" y="2332903"/>
                  </a:lnTo>
                  <a:lnTo>
                    <a:pt x="3188345" y="2332903"/>
                  </a:lnTo>
                  <a:lnTo>
                    <a:pt x="3188472" y="2332903"/>
                  </a:lnTo>
                  <a:lnTo>
                    <a:pt x="3188598" y="2332903"/>
                  </a:lnTo>
                  <a:lnTo>
                    <a:pt x="3188724" y="2332903"/>
                  </a:lnTo>
                  <a:lnTo>
                    <a:pt x="3188850" y="2332903"/>
                  </a:lnTo>
                  <a:lnTo>
                    <a:pt x="3188977" y="2332903"/>
                  </a:lnTo>
                  <a:lnTo>
                    <a:pt x="3189103" y="2332903"/>
                  </a:lnTo>
                  <a:lnTo>
                    <a:pt x="3189229" y="2332903"/>
                  </a:lnTo>
                  <a:lnTo>
                    <a:pt x="3189355" y="2332903"/>
                  </a:lnTo>
                  <a:lnTo>
                    <a:pt x="3189355" y="2327991"/>
                  </a:lnTo>
                  <a:lnTo>
                    <a:pt x="3189482" y="2327991"/>
                  </a:lnTo>
                  <a:lnTo>
                    <a:pt x="3189608" y="2327991"/>
                  </a:lnTo>
                  <a:lnTo>
                    <a:pt x="3189734" y="2327991"/>
                  </a:lnTo>
                  <a:lnTo>
                    <a:pt x="3189860" y="2327991"/>
                  </a:lnTo>
                  <a:lnTo>
                    <a:pt x="3189987" y="2327991"/>
                  </a:lnTo>
                  <a:lnTo>
                    <a:pt x="3190113" y="2327991"/>
                  </a:lnTo>
                  <a:lnTo>
                    <a:pt x="3190239" y="2327991"/>
                  </a:lnTo>
                  <a:lnTo>
                    <a:pt x="3190365" y="2327991"/>
                  </a:lnTo>
                  <a:lnTo>
                    <a:pt x="3190492" y="2327991"/>
                  </a:lnTo>
                  <a:lnTo>
                    <a:pt x="3190618" y="2327991"/>
                  </a:lnTo>
                  <a:lnTo>
                    <a:pt x="3190744" y="2327991"/>
                  </a:lnTo>
                  <a:lnTo>
                    <a:pt x="3190871" y="2327991"/>
                  </a:lnTo>
                  <a:lnTo>
                    <a:pt x="3190997" y="2327991"/>
                  </a:lnTo>
                  <a:lnTo>
                    <a:pt x="3191123" y="2327991"/>
                  </a:lnTo>
                  <a:lnTo>
                    <a:pt x="3191249" y="2327991"/>
                  </a:lnTo>
                  <a:lnTo>
                    <a:pt x="3191376" y="2327991"/>
                  </a:lnTo>
                  <a:lnTo>
                    <a:pt x="3191502" y="2327991"/>
                  </a:lnTo>
                  <a:lnTo>
                    <a:pt x="3191628" y="2327991"/>
                  </a:lnTo>
                  <a:lnTo>
                    <a:pt x="3191754" y="2327991"/>
                  </a:lnTo>
                  <a:lnTo>
                    <a:pt x="3191881" y="2327991"/>
                  </a:lnTo>
                  <a:lnTo>
                    <a:pt x="3192007" y="2327991"/>
                  </a:lnTo>
                  <a:lnTo>
                    <a:pt x="3192133" y="2327991"/>
                  </a:lnTo>
                  <a:lnTo>
                    <a:pt x="3192259" y="2327991"/>
                  </a:lnTo>
                  <a:lnTo>
                    <a:pt x="3192386" y="2327991"/>
                  </a:lnTo>
                  <a:lnTo>
                    <a:pt x="3192512" y="2327991"/>
                  </a:lnTo>
                  <a:lnTo>
                    <a:pt x="3192638" y="2327991"/>
                  </a:lnTo>
                  <a:lnTo>
                    <a:pt x="3192764" y="2327991"/>
                  </a:lnTo>
                  <a:lnTo>
                    <a:pt x="3192891" y="2327991"/>
                  </a:lnTo>
                  <a:lnTo>
                    <a:pt x="3193017" y="2327991"/>
                  </a:lnTo>
                  <a:lnTo>
                    <a:pt x="3193143" y="2327991"/>
                  </a:lnTo>
                  <a:lnTo>
                    <a:pt x="3193269" y="2327991"/>
                  </a:lnTo>
                  <a:lnTo>
                    <a:pt x="3193396" y="2327991"/>
                  </a:lnTo>
                  <a:lnTo>
                    <a:pt x="3193522" y="2327991"/>
                  </a:lnTo>
                  <a:lnTo>
                    <a:pt x="3193648" y="2327991"/>
                  </a:lnTo>
                  <a:lnTo>
                    <a:pt x="3193774" y="2327991"/>
                  </a:lnTo>
                  <a:lnTo>
                    <a:pt x="3193901" y="2327991"/>
                  </a:lnTo>
                  <a:lnTo>
                    <a:pt x="3194027" y="2327991"/>
                  </a:lnTo>
                  <a:lnTo>
                    <a:pt x="3194153" y="2327991"/>
                  </a:lnTo>
                  <a:lnTo>
                    <a:pt x="3194279" y="2327991"/>
                  </a:lnTo>
                  <a:lnTo>
                    <a:pt x="3194406" y="2327991"/>
                  </a:lnTo>
                  <a:lnTo>
                    <a:pt x="3194532" y="2327991"/>
                  </a:lnTo>
                  <a:lnTo>
                    <a:pt x="3194658" y="2327991"/>
                  </a:lnTo>
                  <a:lnTo>
                    <a:pt x="3194784" y="2327991"/>
                  </a:lnTo>
                  <a:lnTo>
                    <a:pt x="3194911" y="2327991"/>
                  </a:lnTo>
                  <a:lnTo>
                    <a:pt x="3195037" y="2327991"/>
                  </a:lnTo>
                  <a:lnTo>
                    <a:pt x="3195163" y="2327991"/>
                  </a:lnTo>
                  <a:lnTo>
                    <a:pt x="3195289" y="2327991"/>
                  </a:lnTo>
                  <a:lnTo>
                    <a:pt x="3195416" y="2327991"/>
                  </a:lnTo>
                  <a:lnTo>
                    <a:pt x="3195542" y="2327991"/>
                  </a:lnTo>
                  <a:lnTo>
                    <a:pt x="3195668" y="2327991"/>
                  </a:lnTo>
                  <a:lnTo>
                    <a:pt x="3195794" y="2327991"/>
                  </a:lnTo>
                  <a:lnTo>
                    <a:pt x="3195921" y="2327991"/>
                  </a:lnTo>
                  <a:lnTo>
                    <a:pt x="3196047" y="2327991"/>
                  </a:lnTo>
                  <a:lnTo>
                    <a:pt x="3196173" y="2327991"/>
                  </a:lnTo>
                  <a:lnTo>
                    <a:pt x="3196300" y="2327991"/>
                  </a:lnTo>
                  <a:lnTo>
                    <a:pt x="3196426" y="2327991"/>
                  </a:lnTo>
                  <a:lnTo>
                    <a:pt x="3196552" y="2327991"/>
                  </a:lnTo>
                  <a:lnTo>
                    <a:pt x="3196678" y="2327991"/>
                  </a:lnTo>
                  <a:lnTo>
                    <a:pt x="3196805" y="2327991"/>
                  </a:lnTo>
                  <a:lnTo>
                    <a:pt x="3196931" y="2327991"/>
                  </a:lnTo>
                  <a:lnTo>
                    <a:pt x="3197057" y="2327991"/>
                  </a:lnTo>
                  <a:lnTo>
                    <a:pt x="3197183" y="2327991"/>
                  </a:lnTo>
                  <a:lnTo>
                    <a:pt x="3197310" y="2327991"/>
                  </a:lnTo>
                  <a:lnTo>
                    <a:pt x="3197436" y="2327991"/>
                  </a:lnTo>
                  <a:lnTo>
                    <a:pt x="3197562" y="2327991"/>
                  </a:lnTo>
                  <a:lnTo>
                    <a:pt x="3197688" y="2327991"/>
                  </a:lnTo>
                  <a:lnTo>
                    <a:pt x="3197815" y="2327991"/>
                  </a:lnTo>
                  <a:lnTo>
                    <a:pt x="3197941" y="2327991"/>
                  </a:lnTo>
                  <a:lnTo>
                    <a:pt x="3198067" y="2327991"/>
                  </a:lnTo>
                  <a:lnTo>
                    <a:pt x="3198193" y="2327991"/>
                  </a:lnTo>
                  <a:lnTo>
                    <a:pt x="3198320" y="2327991"/>
                  </a:lnTo>
                  <a:lnTo>
                    <a:pt x="3198446" y="2327991"/>
                  </a:lnTo>
                  <a:lnTo>
                    <a:pt x="3198572" y="2327991"/>
                  </a:lnTo>
                  <a:lnTo>
                    <a:pt x="3198698" y="2327991"/>
                  </a:lnTo>
                  <a:lnTo>
                    <a:pt x="3198825" y="2327991"/>
                  </a:lnTo>
                  <a:lnTo>
                    <a:pt x="3198951" y="2327991"/>
                  </a:lnTo>
                  <a:lnTo>
                    <a:pt x="3199077" y="2327991"/>
                  </a:lnTo>
                  <a:lnTo>
                    <a:pt x="3199203" y="2327991"/>
                  </a:lnTo>
                  <a:lnTo>
                    <a:pt x="3199330" y="2327991"/>
                  </a:lnTo>
                  <a:lnTo>
                    <a:pt x="3199456" y="2327991"/>
                  </a:lnTo>
                  <a:lnTo>
                    <a:pt x="3199582" y="2327991"/>
                  </a:lnTo>
                  <a:lnTo>
                    <a:pt x="3199708" y="2327991"/>
                  </a:lnTo>
                  <a:lnTo>
                    <a:pt x="3199835" y="2327991"/>
                  </a:lnTo>
                  <a:lnTo>
                    <a:pt x="3199961" y="2327991"/>
                  </a:lnTo>
                  <a:lnTo>
                    <a:pt x="3200087" y="2327991"/>
                  </a:lnTo>
                  <a:lnTo>
                    <a:pt x="3200213" y="2327991"/>
                  </a:lnTo>
                  <a:lnTo>
                    <a:pt x="3200340" y="2327991"/>
                  </a:lnTo>
                  <a:lnTo>
                    <a:pt x="3200466" y="2327991"/>
                  </a:lnTo>
                  <a:lnTo>
                    <a:pt x="3200592" y="2327991"/>
                  </a:lnTo>
                  <a:lnTo>
                    <a:pt x="3200718" y="2327991"/>
                  </a:lnTo>
                  <a:lnTo>
                    <a:pt x="3200845" y="2327991"/>
                  </a:lnTo>
                  <a:lnTo>
                    <a:pt x="3200971" y="2327991"/>
                  </a:lnTo>
                  <a:lnTo>
                    <a:pt x="3201097" y="2327991"/>
                  </a:lnTo>
                  <a:lnTo>
                    <a:pt x="3201224" y="2327991"/>
                  </a:lnTo>
                  <a:lnTo>
                    <a:pt x="3201350" y="2327991"/>
                  </a:lnTo>
                  <a:lnTo>
                    <a:pt x="3201476" y="2327991"/>
                  </a:lnTo>
                  <a:lnTo>
                    <a:pt x="3201602" y="2327991"/>
                  </a:lnTo>
                  <a:lnTo>
                    <a:pt x="3201729" y="2327991"/>
                  </a:lnTo>
                  <a:lnTo>
                    <a:pt x="3201855" y="2327991"/>
                  </a:lnTo>
                  <a:lnTo>
                    <a:pt x="3201981" y="2327991"/>
                  </a:lnTo>
                  <a:lnTo>
                    <a:pt x="3202107" y="2327991"/>
                  </a:lnTo>
                  <a:lnTo>
                    <a:pt x="3202234" y="2327991"/>
                  </a:lnTo>
                  <a:lnTo>
                    <a:pt x="3202360" y="2327991"/>
                  </a:lnTo>
                  <a:lnTo>
                    <a:pt x="3202486" y="2327991"/>
                  </a:lnTo>
                  <a:lnTo>
                    <a:pt x="3202612" y="2327991"/>
                  </a:lnTo>
                  <a:lnTo>
                    <a:pt x="3202739" y="2327991"/>
                  </a:lnTo>
                  <a:lnTo>
                    <a:pt x="3202865" y="2327991"/>
                  </a:lnTo>
                  <a:lnTo>
                    <a:pt x="3202991" y="2327991"/>
                  </a:lnTo>
                  <a:lnTo>
                    <a:pt x="3203117" y="2327991"/>
                  </a:lnTo>
                  <a:lnTo>
                    <a:pt x="3203244" y="2327991"/>
                  </a:lnTo>
                  <a:lnTo>
                    <a:pt x="3203370" y="2327991"/>
                  </a:lnTo>
                  <a:lnTo>
                    <a:pt x="3203496" y="2327991"/>
                  </a:lnTo>
                  <a:lnTo>
                    <a:pt x="3203622" y="2327991"/>
                  </a:lnTo>
                  <a:lnTo>
                    <a:pt x="3203749" y="2327991"/>
                  </a:lnTo>
                  <a:lnTo>
                    <a:pt x="3203875" y="2327991"/>
                  </a:lnTo>
                  <a:lnTo>
                    <a:pt x="3204001" y="2327991"/>
                  </a:lnTo>
                  <a:lnTo>
                    <a:pt x="3204127" y="2327991"/>
                  </a:lnTo>
                  <a:lnTo>
                    <a:pt x="3204254" y="2327991"/>
                  </a:lnTo>
                  <a:lnTo>
                    <a:pt x="3204380" y="2327991"/>
                  </a:lnTo>
                  <a:lnTo>
                    <a:pt x="3204506" y="2327991"/>
                  </a:lnTo>
                  <a:lnTo>
                    <a:pt x="3204632" y="2327991"/>
                  </a:lnTo>
                  <a:lnTo>
                    <a:pt x="3204759" y="2327991"/>
                  </a:lnTo>
                  <a:lnTo>
                    <a:pt x="3204885" y="2327991"/>
                  </a:lnTo>
                  <a:lnTo>
                    <a:pt x="3205011" y="2327991"/>
                  </a:lnTo>
                  <a:lnTo>
                    <a:pt x="3205137" y="2327991"/>
                  </a:lnTo>
                  <a:lnTo>
                    <a:pt x="3205264" y="2327991"/>
                  </a:lnTo>
                  <a:lnTo>
                    <a:pt x="3205390" y="2327991"/>
                  </a:lnTo>
                  <a:lnTo>
                    <a:pt x="3205516" y="2327991"/>
                  </a:lnTo>
                  <a:lnTo>
                    <a:pt x="3205642" y="2327991"/>
                  </a:lnTo>
                  <a:lnTo>
                    <a:pt x="3205769" y="2327991"/>
                  </a:lnTo>
                  <a:lnTo>
                    <a:pt x="3205895" y="2327991"/>
                  </a:lnTo>
                  <a:lnTo>
                    <a:pt x="3206021" y="2327991"/>
                  </a:lnTo>
                  <a:lnTo>
                    <a:pt x="3206147" y="2327991"/>
                  </a:lnTo>
                  <a:lnTo>
                    <a:pt x="3206274" y="2327991"/>
                  </a:lnTo>
                  <a:lnTo>
                    <a:pt x="3206400" y="2327991"/>
                  </a:lnTo>
                  <a:lnTo>
                    <a:pt x="3206526" y="2327991"/>
                  </a:lnTo>
                  <a:lnTo>
                    <a:pt x="3206653" y="2327991"/>
                  </a:lnTo>
                  <a:lnTo>
                    <a:pt x="3206779" y="2327991"/>
                  </a:lnTo>
                  <a:lnTo>
                    <a:pt x="3206905" y="2327991"/>
                  </a:lnTo>
                  <a:lnTo>
                    <a:pt x="3207031" y="2327991"/>
                  </a:lnTo>
                  <a:lnTo>
                    <a:pt x="3207158" y="2327991"/>
                  </a:lnTo>
                  <a:lnTo>
                    <a:pt x="3207284" y="2327991"/>
                  </a:lnTo>
                  <a:lnTo>
                    <a:pt x="3207410" y="2327991"/>
                  </a:lnTo>
                  <a:lnTo>
                    <a:pt x="3207536" y="2327991"/>
                  </a:lnTo>
                  <a:lnTo>
                    <a:pt x="3207663" y="2327991"/>
                  </a:lnTo>
                  <a:lnTo>
                    <a:pt x="3207789" y="2327991"/>
                  </a:lnTo>
                  <a:lnTo>
                    <a:pt x="3207915" y="2327991"/>
                  </a:lnTo>
                  <a:lnTo>
                    <a:pt x="3207915" y="2323080"/>
                  </a:lnTo>
                  <a:lnTo>
                    <a:pt x="3208041" y="2323080"/>
                  </a:lnTo>
                  <a:lnTo>
                    <a:pt x="3208168" y="2323080"/>
                  </a:lnTo>
                  <a:lnTo>
                    <a:pt x="3208294" y="2323080"/>
                  </a:lnTo>
                  <a:lnTo>
                    <a:pt x="3208420" y="2323080"/>
                  </a:lnTo>
                  <a:lnTo>
                    <a:pt x="3208546" y="2323080"/>
                  </a:lnTo>
                  <a:lnTo>
                    <a:pt x="3208673" y="2323080"/>
                  </a:lnTo>
                  <a:lnTo>
                    <a:pt x="3208799" y="2323080"/>
                  </a:lnTo>
                  <a:lnTo>
                    <a:pt x="3208925" y="2323080"/>
                  </a:lnTo>
                  <a:lnTo>
                    <a:pt x="3208925" y="2318168"/>
                  </a:lnTo>
                  <a:lnTo>
                    <a:pt x="3209051" y="2318168"/>
                  </a:lnTo>
                  <a:lnTo>
                    <a:pt x="3209178" y="2318168"/>
                  </a:lnTo>
                  <a:lnTo>
                    <a:pt x="3209304" y="2318168"/>
                  </a:lnTo>
                  <a:lnTo>
                    <a:pt x="3209430" y="2318168"/>
                  </a:lnTo>
                  <a:lnTo>
                    <a:pt x="3209556" y="2318168"/>
                  </a:lnTo>
                  <a:lnTo>
                    <a:pt x="3209683" y="2318168"/>
                  </a:lnTo>
                  <a:lnTo>
                    <a:pt x="3209809" y="2318168"/>
                  </a:lnTo>
                  <a:lnTo>
                    <a:pt x="3209935" y="2318168"/>
                  </a:lnTo>
                  <a:lnTo>
                    <a:pt x="3210061" y="2318168"/>
                  </a:lnTo>
                  <a:lnTo>
                    <a:pt x="3210188" y="2318168"/>
                  </a:lnTo>
                  <a:lnTo>
                    <a:pt x="3210314" y="2318168"/>
                  </a:lnTo>
                  <a:lnTo>
                    <a:pt x="3210440" y="2318168"/>
                  </a:lnTo>
                  <a:lnTo>
                    <a:pt x="3210566" y="2318168"/>
                  </a:lnTo>
                  <a:lnTo>
                    <a:pt x="3210693" y="2318168"/>
                  </a:lnTo>
                  <a:lnTo>
                    <a:pt x="3210819" y="2318168"/>
                  </a:lnTo>
                  <a:lnTo>
                    <a:pt x="3210945" y="2318168"/>
                  </a:lnTo>
                  <a:lnTo>
                    <a:pt x="3211071" y="2318168"/>
                  </a:lnTo>
                  <a:lnTo>
                    <a:pt x="3211198" y="2318168"/>
                  </a:lnTo>
                  <a:lnTo>
                    <a:pt x="3211324" y="2318168"/>
                  </a:lnTo>
                  <a:lnTo>
                    <a:pt x="3211450" y="2318168"/>
                  </a:lnTo>
                  <a:lnTo>
                    <a:pt x="3211577" y="2318168"/>
                  </a:lnTo>
                  <a:lnTo>
                    <a:pt x="3211703" y="2318168"/>
                  </a:lnTo>
                  <a:lnTo>
                    <a:pt x="3211829" y="2318168"/>
                  </a:lnTo>
                  <a:lnTo>
                    <a:pt x="3211955" y="2318168"/>
                  </a:lnTo>
                  <a:lnTo>
                    <a:pt x="3212082" y="2318168"/>
                  </a:lnTo>
                  <a:lnTo>
                    <a:pt x="3212208" y="2318168"/>
                  </a:lnTo>
                  <a:lnTo>
                    <a:pt x="3212334" y="2318168"/>
                  </a:lnTo>
                  <a:lnTo>
                    <a:pt x="3212460" y="2318168"/>
                  </a:lnTo>
                  <a:lnTo>
                    <a:pt x="3212587" y="2318168"/>
                  </a:lnTo>
                  <a:lnTo>
                    <a:pt x="3212713" y="2318168"/>
                  </a:lnTo>
                  <a:lnTo>
                    <a:pt x="3212839" y="2318168"/>
                  </a:lnTo>
                  <a:lnTo>
                    <a:pt x="3212965" y="2318168"/>
                  </a:lnTo>
                  <a:lnTo>
                    <a:pt x="3213092" y="2318168"/>
                  </a:lnTo>
                  <a:lnTo>
                    <a:pt x="3213218" y="2318168"/>
                  </a:lnTo>
                  <a:lnTo>
                    <a:pt x="3213344" y="2318168"/>
                  </a:lnTo>
                  <a:lnTo>
                    <a:pt x="3213470" y="2318168"/>
                  </a:lnTo>
                  <a:lnTo>
                    <a:pt x="3213597" y="2318168"/>
                  </a:lnTo>
                  <a:lnTo>
                    <a:pt x="3213723" y="2318168"/>
                  </a:lnTo>
                  <a:lnTo>
                    <a:pt x="3213849" y="2318168"/>
                  </a:lnTo>
                  <a:lnTo>
                    <a:pt x="3213975" y="2318168"/>
                  </a:lnTo>
                  <a:lnTo>
                    <a:pt x="3214102" y="2318168"/>
                  </a:lnTo>
                  <a:lnTo>
                    <a:pt x="3214228" y="2318168"/>
                  </a:lnTo>
                  <a:lnTo>
                    <a:pt x="3214354" y="2318168"/>
                  </a:lnTo>
                  <a:lnTo>
                    <a:pt x="3214480" y="2318168"/>
                  </a:lnTo>
                  <a:lnTo>
                    <a:pt x="3214607" y="2318168"/>
                  </a:lnTo>
                  <a:lnTo>
                    <a:pt x="3214733" y="2318168"/>
                  </a:lnTo>
                  <a:lnTo>
                    <a:pt x="3214859" y="2318168"/>
                  </a:lnTo>
                  <a:lnTo>
                    <a:pt x="3214985" y="2318168"/>
                  </a:lnTo>
                  <a:lnTo>
                    <a:pt x="3215112" y="2318168"/>
                  </a:lnTo>
                  <a:lnTo>
                    <a:pt x="3215238" y="2318168"/>
                  </a:lnTo>
                  <a:lnTo>
                    <a:pt x="3215364" y="2318168"/>
                  </a:lnTo>
                  <a:lnTo>
                    <a:pt x="3215490" y="2318168"/>
                  </a:lnTo>
                  <a:lnTo>
                    <a:pt x="3215617" y="2318168"/>
                  </a:lnTo>
                  <a:lnTo>
                    <a:pt x="3215743" y="2318168"/>
                  </a:lnTo>
                  <a:lnTo>
                    <a:pt x="3215869" y="2318168"/>
                  </a:lnTo>
                  <a:lnTo>
                    <a:pt x="3215995" y="2318168"/>
                  </a:lnTo>
                  <a:lnTo>
                    <a:pt x="3216122" y="2318168"/>
                  </a:lnTo>
                  <a:lnTo>
                    <a:pt x="3216248" y="2318168"/>
                  </a:lnTo>
                  <a:lnTo>
                    <a:pt x="3216374" y="2318168"/>
                  </a:lnTo>
                  <a:lnTo>
                    <a:pt x="3216374" y="2313257"/>
                  </a:lnTo>
                  <a:lnTo>
                    <a:pt x="3216501" y="2313257"/>
                  </a:lnTo>
                  <a:lnTo>
                    <a:pt x="3216627" y="2313257"/>
                  </a:lnTo>
                  <a:lnTo>
                    <a:pt x="3216627" y="2308346"/>
                  </a:lnTo>
                  <a:lnTo>
                    <a:pt x="3216753" y="2308346"/>
                  </a:lnTo>
                  <a:lnTo>
                    <a:pt x="3216879" y="2308346"/>
                  </a:lnTo>
                  <a:lnTo>
                    <a:pt x="3217006" y="2308346"/>
                  </a:lnTo>
                  <a:lnTo>
                    <a:pt x="3217132" y="2308346"/>
                  </a:lnTo>
                  <a:lnTo>
                    <a:pt x="3217258" y="2308346"/>
                  </a:lnTo>
                  <a:lnTo>
                    <a:pt x="3217384" y="2308346"/>
                  </a:lnTo>
                  <a:lnTo>
                    <a:pt x="3217511" y="2308346"/>
                  </a:lnTo>
                  <a:lnTo>
                    <a:pt x="3217637" y="2308346"/>
                  </a:lnTo>
                  <a:lnTo>
                    <a:pt x="3217763" y="2308346"/>
                  </a:lnTo>
                  <a:lnTo>
                    <a:pt x="3217889" y="2308346"/>
                  </a:lnTo>
                  <a:lnTo>
                    <a:pt x="3218016" y="2308346"/>
                  </a:lnTo>
                  <a:lnTo>
                    <a:pt x="3218142" y="2308346"/>
                  </a:lnTo>
                  <a:lnTo>
                    <a:pt x="3218142" y="2303434"/>
                  </a:lnTo>
                  <a:lnTo>
                    <a:pt x="3218268" y="2303434"/>
                  </a:lnTo>
                  <a:lnTo>
                    <a:pt x="3218394" y="2303434"/>
                  </a:lnTo>
                  <a:lnTo>
                    <a:pt x="3218521" y="2303434"/>
                  </a:lnTo>
                  <a:lnTo>
                    <a:pt x="3218647" y="2303434"/>
                  </a:lnTo>
                  <a:lnTo>
                    <a:pt x="3218773" y="2303434"/>
                  </a:lnTo>
                  <a:lnTo>
                    <a:pt x="3218899" y="2303434"/>
                  </a:lnTo>
                  <a:lnTo>
                    <a:pt x="3219026" y="2303434"/>
                  </a:lnTo>
                  <a:lnTo>
                    <a:pt x="3219152" y="2303434"/>
                  </a:lnTo>
                  <a:lnTo>
                    <a:pt x="3219278" y="2303434"/>
                  </a:lnTo>
                  <a:lnTo>
                    <a:pt x="3219404" y="2303434"/>
                  </a:lnTo>
                  <a:lnTo>
                    <a:pt x="3219531" y="2303434"/>
                  </a:lnTo>
                  <a:lnTo>
                    <a:pt x="3219657" y="2303434"/>
                  </a:lnTo>
                  <a:lnTo>
                    <a:pt x="3219783" y="2303434"/>
                  </a:lnTo>
                  <a:lnTo>
                    <a:pt x="3219909" y="2303434"/>
                  </a:lnTo>
                  <a:lnTo>
                    <a:pt x="3220036" y="2303434"/>
                  </a:lnTo>
                  <a:lnTo>
                    <a:pt x="3220162" y="2303434"/>
                  </a:lnTo>
                  <a:lnTo>
                    <a:pt x="3220288" y="2303434"/>
                  </a:lnTo>
                  <a:lnTo>
                    <a:pt x="3220414" y="2303434"/>
                  </a:lnTo>
                  <a:lnTo>
                    <a:pt x="3220541" y="2303434"/>
                  </a:lnTo>
                  <a:lnTo>
                    <a:pt x="3220667" y="2303434"/>
                  </a:lnTo>
                  <a:lnTo>
                    <a:pt x="3220793" y="2303434"/>
                  </a:lnTo>
                  <a:lnTo>
                    <a:pt x="3220919" y="2303434"/>
                  </a:lnTo>
                  <a:lnTo>
                    <a:pt x="3221046" y="2303434"/>
                  </a:lnTo>
                  <a:lnTo>
                    <a:pt x="3221172" y="2303434"/>
                  </a:lnTo>
                  <a:lnTo>
                    <a:pt x="3221298" y="2303434"/>
                  </a:lnTo>
                  <a:lnTo>
                    <a:pt x="3221424" y="2303434"/>
                  </a:lnTo>
                  <a:lnTo>
                    <a:pt x="3221551" y="2303434"/>
                  </a:lnTo>
                  <a:lnTo>
                    <a:pt x="3221677" y="2303434"/>
                  </a:lnTo>
                  <a:lnTo>
                    <a:pt x="3221803" y="2303434"/>
                  </a:lnTo>
                  <a:lnTo>
                    <a:pt x="3221930" y="2303434"/>
                  </a:lnTo>
                  <a:lnTo>
                    <a:pt x="3222056" y="2303434"/>
                  </a:lnTo>
                  <a:lnTo>
                    <a:pt x="3222182" y="2303434"/>
                  </a:lnTo>
                  <a:lnTo>
                    <a:pt x="3222308" y="2303434"/>
                  </a:lnTo>
                  <a:lnTo>
                    <a:pt x="3222435" y="2303434"/>
                  </a:lnTo>
                  <a:lnTo>
                    <a:pt x="3222561" y="2303434"/>
                  </a:lnTo>
                  <a:lnTo>
                    <a:pt x="3222687" y="2303434"/>
                  </a:lnTo>
                  <a:lnTo>
                    <a:pt x="3222813" y="2303434"/>
                  </a:lnTo>
                  <a:lnTo>
                    <a:pt x="3222940" y="2303434"/>
                  </a:lnTo>
                  <a:lnTo>
                    <a:pt x="3223066" y="2303434"/>
                  </a:lnTo>
                  <a:lnTo>
                    <a:pt x="3223192" y="2303434"/>
                  </a:lnTo>
                  <a:lnTo>
                    <a:pt x="3223318" y="2303434"/>
                  </a:lnTo>
                  <a:lnTo>
                    <a:pt x="3223445" y="2303434"/>
                  </a:lnTo>
                  <a:lnTo>
                    <a:pt x="3223571" y="2303434"/>
                  </a:lnTo>
                  <a:lnTo>
                    <a:pt x="3223697" y="2303434"/>
                  </a:lnTo>
                  <a:lnTo>
                    <a:pt x="3223823" y="2303434"/>
                  </a:lnTo>
                  <a:lnTo>
                    <a:pt x="3223950" y="2303434"/>
                  </a:lnTo>
                  <a:lnTo>
                    <a:pt x="3224076" y="2303434"/>
                  </a:lnTo>
                  <a:lnTo>
                    <a:pt x="3224202" y="2303434"/>
                  </a:lnTo>
                  <a:lnTo>
                    <a:pt x="3224328" y="2303434"/>
                  </a:lnTo>
                  <a:lnTo>
                    <a:pt x="3224455" y="2303434"/>
                  </a:lnTo>
                  <a:lnTo>
                    <a:pt x="3224581" y="2303434"/>
                  </a:lnTo>
                  <a:lnTo>
                    <a:pt x="3224707" y="2303434"/>
                  </a:lnTo>
                  <a:lnTo>
                    <a:pt x="3224833" y="2303434"/>
                  </a:lnTo>
                  <a:lnTo>
                    <a:pt x="3224960" y="2303434"/>
                  </a:lnTo>
                  <a:lnTo>
                    <a:pt x="3225086" y="2303434"/>
                  </a:lnTo>
                  <a:lnTo>
                    <a:pt x="3225212" y="2303434"/>
                  </a:lnTo>
                  <a:lnTo>
                    <a:pt x="3225338" y="2303434"/>
                  </a:lnTo>
                  <a:lnTo>
                    <a:pt x="3225465" y="2303434"/>
                  </a:lnTo>
                  <a:lnTo>
                    <a:pt x="3225591" y="2303434"/>
                  </a:lnTo>
                  <a:lnTo>
                    <a:pt x="3225717" y="2303434"/>
                  </a:lnTo>
                  <a:lnTo>
                    <a:pt x="3225843" y="2303434"/>
                  </a:lnTo>
                  <a:lnTo>
                    <a:pt x="3225970" y="2303434"/>
                  </a:lnTo>
                  <a:lnTo>
                    <a:pt x="3226096" y="2303434"/>
                  </a:lnTo>
                  <a:lnTo>
                    <a:pt x="3226222" y="2303434"/>
                  </a:lnTo>
                  <a:lnTo>
                    <a:pt x="3226348" y="2303434"/>
                  </a:lnTo>
                  <a:lnTo>
                    <a:pt x="3226475" y="2303434"/>
                  </a:lnTo>
                  <a:lnTo>
                    <a:pt x="3226601" y="2303434"/>
                  </a:lnTo>
                  <a:lnTo>
                    <a:pt x="3226727" y="2303434"/>
                  </a:lnTo>
                  <a:lnTo>
                    <a:pt x="3226854" y="2303434"/>
                  </a:lnTo>
                  <a:lnTo>
                    <a:pt x="3226980" y="2303434"/>
                  </a:lnTo>
                  <a:lnTo>
                    <a:pt x="3227106" y="2303434"/>
                  </a:lnTo>
                  <a:lnTo>
                    <a:pt x="3227232" y="2303434"/>
                  </a:lnTo>
                  <a:lnTo>
                    <a:pt x="3227359" y="2303434"/>
                  </a:lnTo>
                  <a:lnTo>
                    <a:pt x="3227485" y="2303434"/>
                  </a:lnTo>
                  <a:lnTo>
                    <a:pt x="3227611" y="2303434"/>
                  </a:lnTo>
                  <a:lnTo>
                    <a:pt x="3227737" y="2303434"/>
                  </a:lnTo>
                  <a:lnTo>
                    <a:pt x="3227864" y="2303434"/>
                  </a:lnTo>
                  <a:lnTo>
                    <a:pt x="3227990" y="2303434"/>
                  </a:lnTo>
                  <a:lnTo>
                    <a:pt x="3228116" y="2303434"/>
                  </a:lnTo>
                  <a:lnTo>
                    <a:pt x="3228242" y="2303434"/>
                  </a:lnTo>
                  <a:lnTo>
                    <a:pt x="3228369" y="2303434"/>
                  </a:lnTo>
                  <a:lnTo>
                    <a:pt x="3228495" y="2303434"/>
                  </a:lnTo>
                  <a:lnTo>
                    <a:pt x="3228621" y="2303434"/>
                  </a:lnTo>
                  <a:lnTo>
                    <a:pt x="3228747" y="2303434"/>
                  </a:lnTo>
                  <a:lnTo>
                    <a:pt x="3228874" y="2303434"/>
                  </a:lnTo>
                  <a:lnTo>
                    <a:pt x="3229000" y="2303434"/>
                  </a:lnTo>
                  <a:lnTo>
                    <a:pt x="3229126" y="2303434"/>
                  </a:lnTo>
                  <a:lnTo>
                    <a:pt x="3229252" y="2303434"/>
                  </a:lnTo>
                  <a:lnTo>
                    <a:pt x="3229379" y="2303434"/>
                  </a:lnTo>
                  <a:lnTo>
                    <a:pt x="3229505" y="2303434"/>
                  </a:lnTo>
                  <a:lnTo>
                    <a:pt x="3229631" y="2303434"/>
                  </a:lnTo>
                  <a:lnTo>
                    <a:pt x="3229757" y="2303434"/>
                  </a:lnTo>
                  <a:lnTo>
                    <a:pt x="3229884" y="2303434"/>
                  </a:lnTo>
                  <a:lnTo>
                    <a:pt x="3230010" y="2303434"/>
                  </a:lnTo>
                  <a:lnTo>
                    <a:pt x="3230136" y="2303434"/>
                  </a:lnTo>
                  <a:lnTo>
                    <a:pt x="3230262" y="2303434"/>
                  </a:lnTo>
                  <a:lnTo>
                    <a:pt x="3230389" y="2303434"/>
                  </a:lnTo>
                  <a:lnTo>
                    <a:pt x="3230515" y="2303434"/>
                  </a:lnTo>
                  <a:lnTo>
                    <a:pt x="3230641" y="2303434"/>
                  </a:lnTo>
                  <a:lnTo>
                    <a:pt x="3230767" y="2303434"/>
                  </a:lnTo>
                  <a:lnTo>
                    <a:pt x="3230894" y="2303434"/>
                  </a:lnTo>
                  <a:lnTo>
                    <a:pt x="3231020" y="2303434"/>
                  </a:lnTo>
                  <a:lnTo>
                    <a:pt x="3231146" y="2303434"/>
                  </a:lnTo>
                  <a:lnTo>
                    <a:pt x="3231272" y="2303434"/>
                  </a:lnTo>
                  <a:lnTo>
                    <a:pt x="3231399" y="2303434"/>
                  </a:lnTo>
                  <a:lnTo>
                    <a:pt x="3231525" y="2303434"/>
                  </a:lnTo>
                  <a:lnTo>
                    <a:pt x="3231651" y="2303434"/>
                  </a:lnTo>
                  <a:lnTo>
                    <a:pt x="3231777" y="2303434"/>
                  </a:lnTo>
                  <a:lnTo>
                    <a:pt x="3231904" y="2303434"/>
                  </a:lnTo>
                  <a:lnTo>
                    <a:pt x="3232030" y="2303434"/>
                  </a:lnTo>
                  <a:lnTo>
                    <a:pt x="3232156" y="2303434"/>
                  </a:lnTo>
                  <a:lnTo>
                    <a:pt x="3232283" y="2303434"/>
                  </a:lnTo>
                  <a:lnTo>
                    <a:pt x="3232409" y="2303434"/>
                  </a:lnTo>
                  <a:lnTo>
                    <a:pt x="3232535" y="2303434"/>
                  </a:lnTo>
                  <a:lnTo>
                    <a:pt x="3232661" y="2303434"/>
                  </a:lnTo>
                  <a:lnTo>
                    <a:pt x="3232788" y="2303434"/>
                  </a:lnTo>
                  <a:lnTo>
                    <a:pt x="3232914" y="2303434"/>
                  </a:lnTo>
                  <a:lnTo>
                    <a:pt x="3233040" y="2303434"/>
                  </a:lnTo>
                  <a:lnTo>
                    <a:pt x="3233166" y="2303434"/>
                  </a:lnTo>
                  <a:lnTo>
                    <a:pt x="3233293" y="2303434"/>
                  </a:lnTo>
                  <a:lnTo>
                    <a:pt x="3233419" y="2303434"/>
                  </a:lnTo>
                  <a:lnTo>
                    <a:pt x="3233545" y="2303434"/>
                  </a:lnTo>
                  <a:lnTo>
                    <a:pt x="3233671" y="2303434"/>
                  </a:lnTo>
                  <a:lnTo>
                    <a:pt x="3233798" y="2303434"/>
                  </a:lnTo>
                  <a:lnTo>
                    <a:pt x="3233924" y="2303434"/>
                  </a:lnTo>
                  <a:lnTo>
                    <a:pt x="3234050" y="2303434"/>
                  </a:lnTo>
                  <a:lnTo>
                    <a:pt x="3234176" y="2303434"/>
                  </a:lnTo>
                  <a:lnTo>
                    <a:pt x="3234303" y="2303434"/>
                  </a:lnTo>
                  <a:lnTo>
                    <a:pt x="3234429" y="2303434"/>
                  </a:lnTo>
                  <a:lnTo>
                    <a:pt x="3234555" y="2303434"/>
                  </a:lnTo>
                  <a:lnTo>
                    <a:pt x="3234681" y="2303434"/>
                  </a:lnTo>
                  <a:lnTo>
                    <a:pt x="3234808" y="2303434"/>
                  </a:lnTo>
                  <a:lnTo>
                    <a:pt x="3234934" y="2303434"/>
                  </a:lnTo>
                  <a:lnTo>
                    <a:pt x="3235060" y="2303434"/>
                  </a:lnTo>
                  <a:lnTo>
                    <a:pt x="3235186" y="2303434"/>
                  </a:lnTo>
                  <a:lnTo>
                    <a:pt x="3235313" y="2303434"/>
                  </a:lnTo>
                  <a:lnTo>
                    <a:pt x="3235439" y="2303434"/>
                  </a:lnTo>
                  <a:lnTo>
                    <a:pt x="3235565" y="2303434"/>
                  </a:lnTo>
                  <a:lnTo>
                    <a:pt x="3235691" y="2303434"/>
                  </a:lnTo>
                  <a:lnTo>
                    <a:pt x="3235818" y="2303434"/>
                  </a:lnTo>
                  <a:lnTo>
                    <a:pt x="3235944" y="2303434"/>
                  </a:lnTo>
                  <a:lnTo>
                    <a:pt x="3236070" y="2303434"/>
                  </a:lnTo>
                  <a:lnTo>
                    <a:pt x="3236196" y="2303434"/>
                  </a:lnTo>
                  <a:lnTo>
                    <a:pt x="3236323" y="2303434"/>
                  </a:lnTo>
                  <a:lnTo>
                    <a:pt x="3236449" y="2303434"/>
                  </a:lnTo>
                  <a:lnTo>
                    <a:pt x="3236575" y="2303434"/>
                  </a:lnTo>
                  <a:lnTo>
                    <a:pt x="3236701" y="2303434"/>
                  </a:lnTo>
                  <a:lnTo>
                    <a:pt x="3236828" y="2303434"/>
                  </a:lnTo>
                  <a:lnTo>
                    <a:pt x="3236954" y="2303434"/>
                  </a:lnTo>
                  <a:lnTo>
                    <a:pt x="3237080" y="2303434"/>
                  </a:lnTo>
                  <a:lnTo>
                    <a:pt x="3237207" y="2303434"/>
                  </a:lnTo>
                  <a:lnTo>
                    <a:pt x="3237333" y="2303434"/>
                  </a:lnTo>
                  <a:lnTo>
                    <a:pt x="3237459" y="2303434"/>
                  </a:lnTo>
                  <a:lnTo>
                    <a:pt x="3237585" y="2303434"/>
                  </a:lnTo>
                  <a:lnTo>
                    <a:pt x="3237712" y="2303434"/>
                  </a:lnTo>
                  <a:lnTo>
                    <a:pt x="3237838" y="2303434"/>
                  </a:lnTo>
                  <a:lnTo>
                    <a:pt x="3237964" y="2303434"/>
                  </a:lnTo>
                  <a:lnTo>
                    <a:pt x="3237964" y="2298523"/>
                  </a:lnTo>
                  <a:lnTo>
                    <a:pt x="3238090" y="2298523"/>
                  </a:lnTo>
                  <a:lnTo>
                    <a:pt x="3238217" y="2298523"/>
                  </a:lnTo>
                  <a:lnTo>
                    <a:pt x="3238343" y="2298523"/>
                  </a:lnTo>
                  <a:lnTo>
                    <a:pt x="3238469" y="2298523"/>
                  </a:lnTo>
                  <a:lnTo>
                    <a:pt x="3238595" y="2298523"/>
                  </a:lnTo>
                  <a:lnTo>
                    <a:pt x="3238722" y="2298523"/>
                  </a:lnTo>
                  <a:lnTo>
                    <a:pt x="3238848" y="2298523"/>
                  </a:lnTo>
                  <a:lnTo>
                    <a:pt x="3238974" y="2298523"/>
                  </a:lnTo>
                  <a:lnTo>
                    <a:pt x="3239100" y="2298523"/>
                  </a:lnTo>
                  <a:lnTo>
                    <a:pt x="3239227" y="2298523"/>
                  </a:lnTo>
                  <a:lnTo>
                    <a:pt x="3239353" y="2298523"/>
                  </a:lnTo>
                  <a:lnTo>
                    <a:pt x="3239479" y="2298523"/>
                  </a:lnTo>
                  <a:lnTo>
                    <a:pt x="3239605" y="2298523"/>
                  </a:lnTo>
                  <a:lnTo>
                    <a:pt x="3239732" y="2298523"/>
                  </a:lnTo>
                  <a:lnTo>
                    <a:pt x="3239858" y="2298523"/>
                  </a:lnTo>
                  <a:lnTo>
                    <a:pt x="3239984" y="2298523"/>
                  </a:lnTo>
                  <a:lnTo>
                    <a:pt x="3240110" y="2298523"/>
                  </a:lnTo>
                  <a:lnTo>
                    <a:pt x="3240237" y="2298523"/>
                  </a:lnTo>
                  <a:lnTo>
                    <a:pt x="3240363" y="2298523"/>
                  </a:lnTo>
                  <a:lnTo>
                    <a:pt x="3240489" y="2298523"/>
                  </a:lnTo>
                  <a:lnTo>
                    <a:pt x="3240615" y="2298523"/>
                  </a:lnTo>
                  <a:lnTo>
                    <a:pt x="3240742" y="2298523"/>
                  </a:lnTo>
                  <a:lnTo>
                    <a:pt x="3240868" y="2298523"/>
                  </a:lnTo>
                  <a:lnTo>
                    <a:pt x="3240994" y="2298523"/>
                  </a:lnTo>
                  <a:lnTo>
                    <a:pt x="3241120" y="2298523"/>
                  </a:lnTo>
                  <a:lnTo>
                    <a:pt x="3241247" y="2298523"/>
                  </a:lnTo>
                  <a:lnTo>
                    <a:pt x="3241373" y="2298523"/>
                  </a:lnTo>
                  <a:lnTo>
                    <a:pt x="3241499" y="2298523"/>
                  </a:lnTo>
                  <a:lnTo>
                    <a:pt x="3241625" y="2298523"/>
                  </a:lnTo>
                  <a:lnTo>
                    <a:pt x="3241752" y="2298523"/>
                  </a:lnTo>
                  <a:lnTo>
                    <a:pt x="3241878" y="2298523"/>
                  </a:lnTo>
                  <a:lnTo>
                    <a:pt x="3242004" y="2298523"/>
                  </a:lnTo>
                  <a:lnTo>
                    <a:pt x="3242130" y="2298523"/>
                  </a:lnTo>
                  <a:lnTo>
                    <a:pt x="3242257" y="2298523"/>
                  </a:lnTo>
                  <a:lnTo>
                    <a:pt x="3242383" y="2298523"/>
                  </a:lnTo>
                  <a:lnTo>
                    <a:pt x="3242509" y="2298523"/>
                  </a:lnTo>
                  <a:lnTo>
                    <a:pt x="3242636" y="2298523"/>
                  </a:lnTo>
                  <a:lnTo>
                    <a:pt x="3242762" y="2298523"/>
                  </a:lnTo>
                  <a:lnTo>
                    <a:pt x="3242888" y="2298523"/>
                  </a:lnTo>
                  <a:lnTo>
                    <a:pt x="3243014" y="2298523"/>
                  </a:lnTo>
                  <a:lnTo>
                    <a:pt x="3243141" y="2298523"/>
                  </a:lnTo>
                  <a:lnTo>
                    <a:pt x="3243267" y="2298523"/>
                  </a:lnTo>
                  <a:lnTo>
                    <a:pt x="3243393" y="2298523"/>
                  </a:lnTo>
                  <a:lnTo>
                    <a:pt x="3243519" y="2298523"/>
                  </a:lnTo>
                  <a:lnTo>
                    <a:pt x="3243646" y="2298523"/>
                  </a:lnTo>
                  <a:lnTo>
                    <a:pt x="3243772" y="2298523"/>
                  </a:lnTo>
                  <a:lnTo>
                    <a:pt x="3243898" y="2298523"/>
                  </a:lnTo>
                  <a:lnTo>
                    <a:pt x="3244024" y="2298523"/>
                  </a:lnTo>
                  <a:lnTo>
                    <a:pt x="3244151" y="2298523"/>
                  </a:lnTo>
                  <a:lnTo>
                    <a:pt x="3244277" y="2298523"/>
                  </a:lnTo>
                  <a:lnTo>
                    <a:pt x="3244403" y="2298523"/>
                  </a:lnTo>
                  <a:lnTo>
                    <a:pt x="3244529" y="2298523"/>
                  </a:lnTo>
                  <a:lnTo>
                    <a:pt x="3244656" y="2298523"/>
                  </a:lnTo>
                  <a:lnTo>
                    <a:pt x="3244782" y="2298523"/>
                  </a:lnTo>
                  <a:lnTo>
                    <a:pt x="3244908" y="2298523"/>
                  </a:lnTo>
                  <a:lnTo>
                    <a:pt x="3245034" y="2298523"/>
                  </a:lnTo>
                  <a:lnTo>
                    <a:pt x="3245161" y="2298523"/>
                  </a:lnTo>
                  <a:lnTo>
                    <a:pt x="3245287" y="2298523"/>
                  </a:lnTo>
                  <a:lnTo>
                    <a:pt x="3245413" y="2298523"/>
                  </a:lnTo>
                  <a:lnTo>
                    <a:pt x="3245539" y="2298523"/>
                  </a:lnTo>
                  <a:lnTo>
                    <a:pt x="3245666" y="2298523"/>
                  </a:lnTo>
                  <a:lnTo>
                    <a:pt x="3245792" y="2298523"/>
                  </a:lnTo>
                  <a:lnTo>
                    <a:pt x="3245918" y="2298523"/>
                  </a:lnTo>
                  <a:lnTo>
                    <a:pt x="3246044" y="2298523"/>
                  </a:lnTo>
                  <a:lnTo>
                    <a:pt x="3246171" y="2298523"/>
                  </a:lnTo>
                  <a:lnTo>
                    <a:pt x="3246297" y="2298523"/>
                  </a:lnTo>
                  <a:lnTo>
                    <a:pt x="3246423" y="2298523"/>
                  </a:lnTo>
                  <a:lnTo>
                    <a:pt x="3246549" y="2298523"/>
                  </a:lnTo>
                  <a:lnTo>
                    <a:pt x="3246676" y="2298523"/>
                  </a:lnTo>
                  <a:lnTo>
                    <a:pt x="3246802" y="2298523"/>
                  </a:lnTo>
                  <a:lnTo>
                    <a:pt x="3246928" y="2298523"/>
                  </a:lnTo>
                  <a:lnTo>
                    <a:pt x="3247054" y="2298523"/>
                  </a:lnTo>
                  <a:lnTo>
                    <a:pt x="3247181" y="2298523"/>
                  </a:lnTo>
                  <a:lnTo>
                    <a:pt x="3247307" y="2298523"/>
                  </a:lnTo>
                  <a:lnTo>
                    <a:pt x="3247433" y="2298523"/>
                  </a:lnTo>
                  <a:lnTo>
                    <a:pt x="3247560" y="2298523"/>
                  </a:lnTo>
                  <a:lnTo>
                    <a:pt x="3247686" y="2298523"/>
                  </a:lnTo>
                  <a:lnTo>
                    <a:pt x="3247812" y="2298523"/>
                  </a:lnTo>
                  <a:lnTo>
                    <a:pt x="3247938" y="2298523"/>
                  </a:lnTo>
                  <a:lnTo>
                    <a:pt x="3248065" y="2298523"/>
                  </a:lnTo>
                  <a:lnTo>
                    <a:pt x="3248191" y="2298523"/>
                  </a:lnTo>
                  <a:lnTo>
                    <a:pt x="3248317" y="2298523"/>
                  </a:lnTo>
                  <a:lnTo>
                    <a:pt x="3248443" y="2298523"/>
                  </a:lnTo>
                  <a:lnTo>
                    <a:pt x="3248570" y="2298523"/>
                  </a:lnTo>
                  <a:lnTo>
                    <a:pt x="3248696" y="2298523"/>
                  </a:lnTo>
                  <a:lnTo>
                    <a:pt x="3248822" y="2298523"/>
                  </a:lnTo>
                  <a:lnTo>
                    <a:pt x="3248948" y="2298523"/>
                  </a:lnTo>
                  <a:lnTo>
                    <a:pt x="3249075" y="2298523"/>
                  </a:lnTo>
                  <a:lnTo>
                    <a:pt x="3249201" y="2298523"/>
                  </a:lnTo>
                  <a:lnTo>
                    <a:pt x="3249327" y="2298523"/>
                  </a:lnTo>
                  <a:lnTo>
                    <a:pt x="3249327" y="2293612"/>
                  </a:lnTo>
                  <a:lnTo>
                    <a:pt x="3249453" y="2293612"/>
                  </a:lnTo>
                  <a:lnTo>
                    <a:pt x="3249580" y="2293612"/>
                  </a:lnTo>
                  <a:lnTo>
                    <a:pt x="3249706" y="2293612"/>
                  </a:lnTo>
                  <a:lnTo>
                    <a:pt x="3249832" y="2293612"/>
                  </a:lnTo>
                  <a:lnTo>
                    <a:pt x="3249958" y="2293612"/>
                  </a:lnTo>
                  <a:lnTo>
                    <a:pt x="3250085" y="2293612"/>
                  </a:lnTo>
                  <a:lnTo>
                    <a:pt x="3250211" y="2293612"/>
                  </a:lnTo>
                  <a:lnTo>
                    <a:pt x="3250337" y="2293612"/>
                  </a:lnTo>
                  <a:lnTo>
                    <a:pt x="3250463" y="2293612"/>
                  </a:lnTo>
                  <a:lnTo>
                    <a:pt x="3250590" y="2293612"/>
                  </a:lnTo>
                  <a:lnTo>
                    <a:pt x="3250716" y="2293612"/>
                  </a:lnTo>
                  <a:lnTo>
                    <a:pt x="3250842" y="2293612"/>
                  </a:lnTo>
                  <a:lnTo>
                    <a:pt x="3250968" y="2293612"/>
                  </a:lnTo>
                  <a:lnTo>
                    <a:pt x="3251095" y="2293612"/>
                  </a:lnTo>
                  <a:lnTo>
                    <a:pt x="3251221" y="2293612"/>
                  </a:lnTo>
                  <a:lnTo>
                    <a:pt x="3251347" y="2293612"/>
                  </a:lnTo>
                  <a:lnTo>
                    <a:pt x="3251347" y="2288700"/>
                  </a:lnTo>
                  <a:lnTo>
                    <a:pt x="3251473" y="2288700"/>
                  </a:lnTo>
                  <a:lnTo>
                    <a:pt x="3251600" y="2288700"/>
                  </a:lnTo>
                  <a:lnTo>
                    <a:pt x="3251726" y="2288700"/>
                  </a:lnTo>
                  <a:lnTo>
                    <a:pt x="3251852" y="2288700"/>
                  </a:lnTo>
                  <a:lnTo>
                    <a:pt x="3251978" y="2288700"/>
                  </a:lnTo>
                  <a:lnTo>
                    <a:pt x="3252105" y="2288700"/>
                  </a:lnTo>
                  <a:lnTo>
                    <a:pt x="3252231" y="2288700"/>
                  </a:lnTo>
                  <a:lnTo>
                    <a:pt x="3252357" y="2288700"/>
                  </a:lnTo>
                  <a:lnTo>
                    <a:pt x="3252483" y="2288700"/>
                  </a:lnTo>
                  <a:lnTo>
                    <a:pt x="3252610" y="2288700"/>
                  </a:lnTo>
                  <a:lnTo>
                    <a:pt x="3252736" y="2288700"/>
                  </a:lnTo>
                  <a:lnTo>
                    <a:pt x="3252862" y="2288700"/>
                  </a:lnTo>
                  <a:lnTo>
                    <a:pt x="3252989" y="2288700"/>
                  </a:lnTo>
                  <a:lnTo>
                    <a:pt x="3253115" y="2288700"/>
                  </a:lnTo>
                  <a:lnTo>
                    <a:pt x="3253241" y="2288700"/>
                  </a:lnTo>
                  <a:lnTo>
                    <a:pt x="3253367" y="2288700"/>
                  </a:lnTo>
                  <a:lnTo>
                    <a:pt x="3253494" y="2288700"/>
                  </a:lnTo>
                  <a:lnTo>
                    <a:pt x="3253620" y="2288700"/>
                  </a:lnTo>
                  <a:lnTo>
                    <a:pt x="3253746" y="2288700"/>
                  </a:lnTo>
                  <a:lnTo>
                    <a:pt x="3253872" y="2288700"/>
                  </a:lnTo>
                  <a:lnTo>
                    <a:pt x="3253999" y="2288700"/>
                  </a:lnTo>
                  <a:lnTo>
                    <a:pt x="3254125" y="2288700"/>
                  </a:lnTo>
                  <a:lnTo>
                    <a:pt x="3254251" y="2288700"/>
                  </a:lnTo>
                  <a:lnTo>
                    <a:pt x="3254377" y="2288700"/>
                  </a:lnTo>
                  <a:lnTo>
                    <a:pt x="3254504" y="2288700"/>
                  </a:lnTo>
                  <a:lnTo>
                    <a:pt x="3254630" y="2288700"/>
                  </a:lnTo>
                  <a:lnTo>
                    <a:pt x="3254756" y="2288700"/>
                  </a:lnTo>
                  <a:lnTo>
                    <a:pt x="3254882" y="2288700"/>
                  </a:lnTo>
                  <a:lnTo>
                    <a:pt x="3255009" y="2288700"/>
                  </a:lnTo>
                  <a:lnTo>
                    <a:pt x="3255135" y="2288700"/>
                  </a:lnTo>
                  <a:lnTo>
                    <a:pt x="3255135" y="2283789"/>
                  </a:lnTo>
                  <a:lnTo>
                    <a:pt x="3255261" y="2283789"/>
                  </a:lnTo>
                  <a:lnTo>
                    <a:pt x="3255387" y="2283789"/>
                  </a:lnTo>
                  <a:lnTo>
                    <a:pt x="3255514" y="2283789"/>
                  </a:lnTo>
                  <a:lnTo>
                    <a:pt x="3255640" y="2283789"/>
                  </a:lnTo>
                  <a:lnTo>
                    <a:pt x="3255766" y="2283789"/>
                  </a:lnTo>
                  <a:lnTo>
                    <a:pt x="3255892" y="2283789"/>
                  </a:lnTo>
                  <a:lnTo>
                    <a:pt x="3256019" y="2283789"/>
                  </a:lnTo>
                  <a:lnTo>
                    <a:pt x="3256145" y="2283789"/>
                  </a:lnTo>
                  <a:lnTo>
                    <a:pt x="3256271" y="2283789"/>
                  </a:lnTo>
                  <a:lnTo>
                    <a:pt x="3256397" y="2283789"/>
                  </a:lnTo>
                  <a:lnTo>
                    <a:pt x="3256524" y="2283789"/>
                  </a:lnTo>
                  <a:lnTo>
                    <a:pt x="3256650" y="2283789"/>
                  </a:lnTo>
                  <a:lnTo>
                    <a:pt x="3256776" y="2283789"/>
                  </a:lnTo>
                  <a:lnTo>
                    <a:pt x="3256902" y="2283789"/>
                  </a:lnTo>
                  <a:lnTo>
                    <a:pt x="3257029" y="2283789"/>
                  </a:lnTo>
                  <a:lnTo>
                    <a:pt x="3257155" y="2283789"/>
                  </a:lnTo>
                  <a:lnTo>
                    <a:pt x="3257281" y="2283789"/>
                  </a:lnTo>
                  <a:lnTo>
                    <a:pt x="3257407" y="2283789"/>
                  </a:lnTo>
                  <a:lnTo>
                    <a:pt x="3257534" y="2283789"/>
                  </a:lnTo>
                  <a:lnTo>
                    <a:pt x="3257660" y="2283789"/>
                  </a:lnTo>
                  <a:lnTo>
                    <a:pt x="3257786" y="2283789"/>
                  </a:lnTo>
                  <a:lnTo>
                    <a:pt x="3257913" y="2283789"/>
                  </a:lnTo>
                  <a:lnTo>
                    <a:pt x="3258039" y="2283789"/>
                  </a:lnTo>
                  <a:lnTo>
                    <a:pt x="3258165" y="2283789"/>
                  </a:lnTo>
                  <a:lnTo>
                    <a:pt x="3258291" y="2283789"/>
                  </a:lnTo>
                  <a:lnTo>
                    <a:pt x="3258418" y="2283789"/>
                  </a:lnTo>
                  <a:lnTo>
                    <a:pt x="3258544" y="2283789"/>
                  </a:lnTo>
                  <a:lnTo>
                    <a:pt x="3258670" y="2283789"/>
                  </a:lnTo>
                  <a:lnTo>
                    <a:pt x="3258796" y="2283789"/>
                  </a:lnTo>
                  <a:lnTo>
                    <a:pt x="3258923" y="2283789"/>
                  </a:lnTo>
                  <a:lnTo>
                    <a:pt x="3259049" y="2283789"/>
                  </a:lnTo>
                  <a:lnTo>
                    <a:pt x="3259175" y="2283789"/>
                  </a:lnTo>
                  <a:lnTo>
                    <a:pt x="3259301" y="2283789"/>
                  </a:lnTo>
                  <a:lnTo>
                    <a:pt x="3259428" y="2283789"/>
                  </a:lnTo>
                  <a:lnTo>
                    <a:pt x="3259554" y="2283789"/>
                  </a:lnTo>
                  <a:lnTo>
                    <a:pt x="3259680" y="2283789"/>
                  </a:lnTo>
                  <a:lnTo>
                    <a:pt x="3259806" y="2283789"/>
                  </a:lnTo>
                  <a:lnTo>
                    <a:pt x="3259933" y="2283789"/>
                  </a:lnTo>
                  <a:lnTo>
                    <a:pt x="3260059" y="2283789"/>
                  </a:lnTo>
                  <a:lnTo>
                    <a:pt x="3260185" y="2283789"/>
                  </a:lnTo>
                  <a:lnTo>
                    <a:pt x="3260311" y="2283789"/>
                  </a:lnTo>
                  <a:lnTo>
                    <a:pt x="3260438" y="2283789"/>
                  </a:lnTo>
                  <a:lnTo>
                    <a:pt x="3260564" y="2283789"/>
                  </a:lnTo>
                  <a:lnTo>
                    <a:pt x="3260690" y="2283789"/>
                  </a:lnTo>
                  <a:lnTo>
                    <a:pt x="3260816" y="2283789"/>
                  </a:lnTo>
                  <a:lnTo>
                    <a:pt x="3260943" y="2283789"/>
                  </a:lnTo>
                  <a:lnTo>
                    <a:pt x="3261069" y="2283789"/>
                  </a:lnTo>
                  <a:lnTo>
                    <a:pt x="3261195" y="2283789"/>
                  </a:lnTo>
                  <a:lnTo>
                    <a:pt x="3261321" y="2283789"/>
                  </a:lnTo>
                  <a:lnTo>
                    <a:pt x="3261448" y="2283789"/>
                  </a:lnTo>
                  <a:lnTo>
                    <a:pt x="3261574" y="2283789"/>
                  </a:lnTo>
                  <a:lnTo>
                    <a:pt x="3261700" y="2283789"/>
                  </a:lnTo>
                  <a:lnTo>
                    <a:pt x="3261826" y="2283789"/>
                  </a:lnTo>
                  <a:lnTo>
                    <a:pt x="3261953" y="2283789"/>
                  </a:lnTo>
                  <a:lnTo>
                    <a:pt x="3262079" y="2283789"/>
                  </a:lnTo>
                  <a:lnTo>
                    <a:pt x="3262205" y="2283789"/>
                  </a:lnTo>
                  <a:lnTo>
                    <a:pt x="3262331" y="2283789"/>
                  </a:lnTo>
                  <a:lnTo>
                    <a:pt x="3262458" y="2283789"/>
                  </a:lnTo>
                  <a:lnTo>
                    <a:pt x="3262584" y="2283789"/>
                  </a:lnTo>
                  <a:lnTo>
                    <a:pt x="3262710" y="2283789"/>
                  </a:lnTo>
                  <a:lnTo>
                    <a:pt x="3262836" y="2283789"/>
                  </a:lnTo>
                  <a:lnTo>
                    <a:pt x="3262963" y="2283789"/>
                  </a:lnTo>
                  <a:lnTo>
                    <a:pt x="3263089" y="2283789"/>
                  </a:lnTo>
                  <a:lnTo>
                    <a:pt x="3263215" y="2283789"/>
                  </a:lnTo>
                  <a:lnTo>
                    <a:pt x="3263342" y="2283789"/>
                  </a:lnTo>
                  <a:lnTo>
                    <a:pt x="3263468" y="2283789"/>
                  </a:lnTo>
                  <a:lnTo>
                    <a:pt x="3263594" y="2283789"/>
                  </a:lnTo>
                  <a:lnTo>
                    <a:pt x="3263720" y="2283789"/>
                  </a:lnTo>
                  <a:lnTo>
                    <a:pt x="3263847" y="2283789"/>
                  </a:lnTo>
                  <a:lnTo>
                    <a:pt x="3263973" y="2283789"/>
                  </a:lnTo>
                  <a:lnTo>
                    <a:pt x="3264099" y="2283789"/>
                  </a:lnTo>
                  <a:lnTo>
                    <a:pt x="3264225" y="2283789"/>
                  </a:lnTo>
                  <a:lnTo>
                    <a:pt x="3264352" y="2283789"/>
                  </a:lnTo>
                  <a:lnTo>
                    <a:pt x="3264478" y="2283789"/>
                  </a:lnTo>
                  <a:lnTo>
                    <a:pt x="3264604" y="2283789"/>
                  </a:lnTo>
                  <a:lnTo>
                    <a:pt x="3264730" y="2283789"/>
                  </a:lnTo>
                  <a:lnTo>
                    <a:pt x="3264857" y="2283789"/>
                  </a:lnTo>
                  <a:lnTo>
                    <a:pt x="3264983" y="2283789"/>
                  </a:lnTo>
                  <a:lnTo>
                    <a:pt x="3265109" y="2283789"/>
                  </a:lnTo>
                  <a:lnTo>
                    <a:pt x="3265235" y="2283789"/>
                  </a:lnTo>
                  <a:lnTo>
                    <a:pt x="3265362" y="2283789"/>
                  </a:lnTo>
                  <a:lnTo>
                    <a:pt x="3265488" y="2283789"/>
                  </a:lnTo>
                  <a:lnTo>
                    <a:pt x="3265614" y="2283789"/>
                  </a:lnTo>
                  <a:lnTo>
                    <a:pt x="3265740" y="2283789"/>
                  </a:lnTo>
                  <a:lnTo>
                    <a:pt x="3265867" y="2283789"/>
                  </a:lnTo>
                  <a:lnTo>
                    <a:pt x="3265993" y="2283789"/>
                  </a:lnTo>
                  <a:lnTo>
                    <a:pt x="3266119" y="2283789"/>
                  </a:lnTo>
                  <a:lnTo>
                    <a:pt x="3266245" y="2283789"/>
                  </a:lnTo>
                  <a:lnTo>
                    <a:pt x="3266372" y="2283789"/>
                  </a:lnTo>
                  <a:lnTo>
                    <a:pt x="3266498" y="2283789"/>
                  </a:lnTo>
                  <a:lnTo>
                    <a:pt x="3266624" y="2283789"/>
                  </a:lnTo>
                  <a:lnTo>
                    <a:pt x="3266750" y="2283789"/>
                  </a:lnTo>
                  <a:lnTo>
                    <a:pt x="3266877" y="2283789"/>
                  </a:lnTo>
                  <a:lnTo>
                    <a:pt x="3267003" y="2283789"/>
                  </a:lnTo>
                  <a:lnTo>
                    <a:pt x="3267129" y="2283789"/>
                  </a:lnTo>
                  <a:lnTo>
                    <a:pt x="3267255" y="2283789"/>
                  </a:lnTo>
                  <a:lnTo>
                    <a:pt x="3267382" y="2283789"/>
                  </a:lnTo>
                  <a:lnTo>
                    <a:pt x="3267508" y="2283789"/>
                  </a:lnTo>
                  <a:lnTo>
                    <a:pt x="3267634" y="2283789"/>
                  </a:lnTo>
                  <a:lnTo>
                    <a:pt x="3267760" y="2283789"/>
                  </a:lnTo>
                  <a:lnTo>
                    <a:pt x="3267887" y="2283789"/>
                  </a:lnTo>
                  <a:lnTo>
                    <a:pt x="3268013" y="2283789"/>
                  </a:lnTo>
                  <a:lnTo>
                    <a:pt x="3268139" y="2283789"/>
                  </a:lnTo>
                  <a:lnTo>
                    <a:pt x="3268266" y="2283789"/>
                  </a:lnTo>
                  <a:lnTo>
                    <a:pt x="3268392" y="2283789"/>
                  </a:lnTo>
                  <a:lnTo>
                    <a:pt x="3268518" y="2283789"/>
                  </a:lnTo>
                  <a:lnTo>
                    <a:pt x="3268644" y="2283789"/>
                  </a:lnTo>
                  <a:lnTo>
                    <a:pt x="3268771" y="2283789"/>
                  </a:lnTo>
                  <a:lnTo>
                    <a:pt x="3268897" y="2283789"/>
                  </a:lnTo>
                  <a:lnTo>
                    <a:pt x="3269023" y="2283789"/>
                  </a:lnTo>
                  <a:lnTo>
                    <a:pt x="3269149" y="2283789"/>
                  </a:lnTo>
                  <a:lnTo>
                    <a:pt x="3269276" y="2283789"/>
                  </a:lnTo>
                  <a:lnTo>
                    <a:pt x="3269402" y="2283789"/>
                  </a:lnTo>
                  <a:lnTo>
                    <a:pt x="3269528" y="2283789"/>
                  </a:lnTo>
                  <a:lnTo>
                    <a:pt x="3269654" y="2283789"/>
                  </a:lnTo>
                  <a:lnTo>
                    <a:pt x="3269781" y="2283789"/>
                  </a:lnTo>
                  <a:lnTo>
                    <a:pt x="3269907" y="2283789"/>
                  </a:lnTo>
                  <a:lnTo>
                    <a:pt x="3270033" y="2283789"/>
                  </a:lnTo>
                  <a:lnTo>
                    <a:pt x="3270159" y="2283789"/>
                  </a:lnTo>
                  <a:lnTo>
                    <a:pt x="3270286" y="2283789"/>
                  </a:lnTo>
                  <a:lnTo>
                    <a:pt x="3270412" y="2283789"/>
                  </a:lnTo>
                  <a:lnTo>
                    <a:pt x="3270538" y="2283789"/>
                  </a:lnTo>
                  <a:lnTo>
                    <a:pt x="3270664" y="2283789"/>
                  </a:lnTo>
                  <a:lnTo>
                    <a:pt x="3270791" y="2283789"/>
                  </a:lnTo>
                  <a:lnTo>
                    <a:pt x="3270917" y="2283789"/>
                  </a:lnTo>
                  <a:lnTo>
                    <a:pt x="3271043" y="2283789"/>
                  </a:lnTo>
                  <a:lnTo>
                    <a:pt x="3271169" y="2283789"/>
                  </a:lnTo>
                  <a:lnTo>
                    <a:pt x="3271296" y="2283789"/>
                  </a:lnTo>
                  <a:lnTo>
                    <a:pt x="3271422" y="2283789"/>
                  </a:lnTo>
                  <a:lnTo>
                    <a:pt x="3271548" y="2283789"/>
                  </a:lnTo>
                  <a:lnTo>
                    <a:pt x="3271674" y="2283789"/>
                  </a:lnTo>
                  <a:lnTo>
                    <a:pt x="3271801" y="2283789"/>
                  </a:lnTo>
                  <a:lnTo>
                    <a:pt x="3271927" y="2283789"/>
                  </a:lnTo>
                  <a:lnTo>
                    <a:pt x="3272053" y="2283789"/>
                  </a:lnTo>
                  <a:lnTo>
                    <a:pt x="3272179" y="2283789"/>
                  </a:lnTo>
                  <a:lnTo>
                    <a:pt x="3272306" y="2283789"/>
                  </a:lnTo>
                  <a:lnTo>
                    <a:pt x="3272432" y="2283789"/>
                  </a:lnTo>
                  <a:lnTo>
                    <a:pt x="3272558" y="2283789"/>
                  </a:lnTo>
                  <a:lnTo>
                    <a:pt x="3272684" y="2283789"/>
                  </a:lnTo>
                  <a:lnTo>
                    <a:pt x="3272811" y="2283789"/>
                  </a:lnTo>
                  <a:lnTo>
                    <a:pt x="3272937" y="2283789"/>
                  </a:lnTo>
                  <a:lnTo>
                    <a:pt x="3273063" y="2283789"/>
                  </a:lnTo>
                  <a:lnTo>
                    <a:pt x="3273190" y="2283789"/>
                  </a:lnTo>
                  <a:lnTo>
                    <a:pt x="3273316" y="2283789"/>
                  </a:lnTo>
                  <a:lnTo>
                    <a:pt x="3273442" y="2283789"/>
                  </a:lnTo>
                  <a:lnTo>
                    <a:pt x="3273568" y="2283789"/>
                  </a:lnTo>
                  <a:lnTo>
                    <a:pt x="3273695" y="2283789"/>
                  </a:lnTo>
                  <a:lnTo>
                    <a:pt x="3273821" y="2283789"/>
                  </a:lnTo>
                  <a:lnTo>
                    <a:pt x="3273947" y="2283789"/>
                  </a:lnTo>
                  <a:lnTo>
                    <a:pt x="3274073" y="2283789"/>
                  </a:lnTo>
                  <a:lnTo>
                    <a:pt x="3274200" y="2283789"/>
                  </a:lnTo>
                  <a:lnTo>
                    <a:pt x="3274326" y="2283789"/>
                  </a:lnTo>
                  <a:lnTo>
                    <a:pt x="3274452" y="2283789"/>
                  </a:lnTo>
                  <a:lnTo>
                    <a:pt x="3274578" y="2283789"/>
                  </a:lnTo>
                  <a:lnTo>
                    <a:pt x="3274705" y="2283789"/>
                  </a:lnTo>
                  <a:lnTo>
                    <a:pt x="3274831" y="2283789"/>
                  </a:lnTo>
                  <a:lnTo>
                    <a:pt x="3274957" y="2283789"/>
                  </a:lnTo>
                  <a:lnTo>
                    <a:pt x="3275083" y="2283789"/>
                  </a:lnTo>
                  <a:lnTo>
                    <a:pt x="3275210" y="2283789"/>
                  </a:lnTo>
                  <a:lnTo>
                    <a:pt x="3275336" y="2283789"/>
                  </a:lnTo>
                  <a:lnTo>
                    <a:pt x="3275462" y="2283789"/>
                  </a:lnTo>
                  <a:lnTo>
                    <a:pt x="3275588" y="2283789"/>
                  </a:lnTo>
                  <a:lnTo>
                    <a:pt x="3275715" y="2283789"/>
                  </a:lnTo>
                  <a:lnTo>
                    <a:pt x="3275841" y="2283789"/>
                  </a:lnTo>
                  <a:lnTo>
                    <a:pt x="3275967" y="2283789"/>
                  </a:lnTo>
                  <a:lnTo>
                    <a:pt x="3276093" y="2283789"/>
                  </a:lnTo>
                  <a:lnTo>
                    <a:pt x="3276220" y="2283789"/>
                  </a:lnTo>
                  <a:lnTo>
                    <a:pt x="3276346" y="2283789"/>
                  </a:lnTo>
                  <a:lnTo>
                    <a:pt x="3276472" y="2283789"/>
                  </a:lnTo>
                  <a:lnTo>
                    <a:pt x="3276598" y="2283789"/>
                  </a:lnTo>
                  <a:lnTo>
                    <a:pt x="3276725" y="2283789"/>
                  </a:lnTo>
                  <a:lnTo>
                    <a:pt x="3276851" y="2283789"/>
                  </a:lnTo>
                  <a:lnTo>
                    <a:pt x="3276977" y="2283789"/>
                  </a:lnTo>
                  <a:lnTo>
                    <a:pt x="3277103" y="2283789"/>
                  </a:lnTo>
                  <a:lnTo>
                    <a:pt x="3277230" y="2283789"/>
                  </a:lnTo>
                  <a:lnTo>
                    <a:pt x="3277356" y="2283789"/>
                  </a:lnTo>
                  <a:lnTo>
                    <a:pt x="3277482" y="2283789"/>
                  </a:lnTo>
                  <a:lnTo>
                    <a:pt x="3277608" y="2283789"/>
                  </a:lnTo>
                  <a:lnTo>
                    <a:pt x="3277735" y="2283789"/>
                  </a:lnTo>
                  <a:lnTo>
                    <a:pt x="3277861" y="2283789"/>
                  </a:lnTo>
                  <a:lnTo>
                    <a:pt x="3277987" y="2283789"/>
                  </a:lnTo>
                  <a:lnTo>
                    <a:pt x="3278113" y="2283789"/>
                  </a:lnTo>
                  <a:lnTo>
                    <a:pt x="3278240" y="2283789"/>
                  </a:lnTo>
                  <a:lnTo>
                    <a:pt x="3278366" y="2283789"/>
                  </a:lnTo>
                  <a:lnTo>
                    <a:pt x="3278492" y="2283789"/>
                  </a:lnTo>
                  <a:lnTo>
                    <a:pt x="3278619" y="2283789"/>
                  </a:lnTo>
                  <a:lnTo>
                    <a:pt x="3278745" y="2283789"/>
                  </a:lnTo>
                  <a:lnTo>
                    <a:pt x="3278871" y="2283789"/>
                  </a:lnTo>
                  <a:lnTo>
                    <a:pt x="3278997" y="2283789"/>
                  </a:lnTo>
                  <a:lnTo>
                    <a:pt x="3279124" y="2283789"/>
                  </a:lnTo>
                  <a:lnTo>
                    <a:pt x="3279250" y="2283789"/>
                  </a:lnTo>
                  <a:lnTo>
                    <a:pt x="3279376" y="2283789"/>
                  </a:lnTo>
                  <a:lnTo>
                    <a:pt x="3279502" y="2283789"/>
                  </a:lnTo>
                  <a:lnTo>
                    <a:pt x="3279629" y="2283789"/>
                  </a:lnTo>
                  <a:lnTo>
                    <a:pt x="3279755" y="2283789"/>
                  </a:lnTo>
                  <a:lnTo>
                    <a:pt x="3279881" y="2283789"/>
                  </a:lnTo>
                  <a:lnTo>
                    <a:pt x="3280007" y="2283789"/>
                  </a:lnTo>
                  <a:lnTo>
                    <a:pt x="3280134" y="2283789"/>
                  </a:lnTo>
                  <a:lnTo>
                    <a:pt x="3280134" y="2278877"/>
                  </a:lnTo>
                  <a:lnTo>
                    <a:pt x="3280260" y="2278877"/>
                  </a:lnTo>
                  <a:lnTo>
                    <a:pt x="3280386" y="2278877"/>
                  </a:lnTo>
                  <a:lnTo>
                    <a:pt x="3280512" y="2278877"/>
                  </a:lnTo>
                  <a:lnTo>
                    <a:pt x="3280639" y="2278877"/>
                  </a:lnTo>
                  <a:lnTo>
                    <a:pt x="3280765" y="2278877"/>
                  </a:lnTo>
                  <a:lnTo>
                    <a:pt x="3280891" y="2278877"/>
                  </a:lnTo>
                  <a:lnTo>
                    <a:pt x="3281017" y="2278877"/>
                  </a:lnTo>
                  <a:lnTo>
                    <a:pt x="3281144" y="2278877"/>
                  </a:lnTo>
                  <a:lnTo>
                    <a:pt x="3281270" y="2278877"/>
                  </a:lnTo>
                  <a:lnTo>
                    <a:pt x="3281396" y="2278877"/>
                  </a:lnTo>
                  <a:lnTo>
                    <a:pt x="3281522" y="2278877"/>
                  </a:lnTo>
                  <a:lnTo>
                    <a:pt x="3281649" y="2278877"/>
                  </a:lnTo>
                  <a:lnTo>
                    <a:pt x="3281775" y="2278877"/>
                  </a:lnTo>
                  <a:lnTo>
                    <a:pt x="3281775" y="2273966"/>
                  </a:lnTo>
                  <a:lnTo>
                    <a:pt x="3281901" y="2273966"/>
                  </a:lnTo>
                  <a:lnTo>
                    <a:pt x="3282027" y="2273966"/>
                  </a:lnTo>
                  <a:lnTo>
                    <a:pt x="3282154" y="2273966"/>
                  </a:lnTo>
                  <a:lnTo>
                    <a:pt x="3282280" y="2273966"/>
                  </a:lnTo>
                  <a:lnTo>
                    <a:pt x="3282406" y="2273966"/>
                  </a:lnTo>
                  <a:lnTo>
                    <a:pt x="3282532" y="2273966"/>
                  </a:lnTo>
                  <a:lnTo>
                    <a:pt x="3282659" y="2273966"/>
                  </a:lnTo>
                  <a:lnTo>
                    <a:pt x="3282785" y="2273966"/>
                  </a:lnTo>
                  <a:lnTo>
                    <a:pt x="3282911" y="2273966"/>
                  </a:lnTo>
                  <a:lnTo>
                    <a:pt x="3283037" y="2273966"/>
                  </a:lnTo>
                  <a:lnTo>
                    <a:pt x="3283164" y="2273966"/>
                  </a:lnTo>
                  <a:lnTo>
                    <a:pt x="3283290" y="2273966"/>
                  </a:lnTo>
                  <a:lnTo>
                    <a:pt x="3283416" y="2273966"/>
                  </a:lnTo>
                  <a:lnTo>
                    <a:pt x="3283543" y="2273966"/>
                  </a:lnTo>
                  <a:lnTo>
                    <a:pt x="3283669" y="2273966"/>
                  </a:lnTo>
                  <a:lnTo>
                    <a:pt x="3283795" y="2273966"/>
                  </a:lnTo>
                  <a:lnTo>
                    <a:pt x="3283921" y="2273966"/>
                  </a:lnTo>
                  <a:lnTo>
                    <a:pt x="3284048" y="2273966"/>
                  </a:lnTo>
                  <a:lnTo>
                    <a:pt x="3284174" y="2273966"/>
                  </a:lnTo>
                  <a:lnTo>
                    <a:pt x="3284300" y="2273966"/>
                  </a:lnTo>
                  <a:lnTo>
                    <a:pt x="3284426" y="2273966"/>
                  </a:lnTo>
                  <a:lnTo>
                    <a:pt x="3284553" y="2273966"/>
                  </a:lnTo>
                  <a:lnTo>
                    <a:pt x="3284679" y="2273966"/>
                  </a:lnTo>
                  <a:lnTo>
                    <a:pt x="3284805" y="2273966"/>
                  </a:lnTo>
                  <a:lnTo>
                    <a:pt x="3284931" y="2273966"/>
                  </a:lnTo>
                  <a:lnTo>
                    <a:pt x="3285058" y="2273966"/>
                  </a:lnTo>
                  <a:lnTo>
                    <a:pt x="3285184" y="2273966"/>
                  </a:lnTo>
                  <a:lnTo>
                    <a:pt x="3285310" y="2273966"/>
                  </a:lnTo>
                  <a:lnTo>
                    <a:pt x="3285436" y="2273966"/>
                  </a:lnTo>
                  <a:lnTo>
                    <a:pt x="3285563" y="2273966"/>
                  </a:lnTo>
                  <a:lnTo>
                    <a:pt x="3285689" y="2273966"/>
                  </a:lnTo>
                  <a:lnTo>
                    <a:pt x="3285815" y="2273966"/>
                  </a:lnTo>
                  <a:lnTo>
                    <a:pt x="3285941" y="2273966"/>
                  </a:lnTo>
                  <a:lnTo>
                    <a:pt x="3286068" y="2273966"/>
                  </a:lnTo>
                  <a:lnTo>
                    <a:pt x="3286194" y="2273966"/>
                  </a:lnTo>
                  <a:lnTo>
                    <a:pt x="3286320" y="2273966"/>
                  </a:lnTo>
                  <a:lnTo>
                    <a:pt x="3286320" y="2269055"/>
                  </a:lnTo>
                  <a:lnTo>
                    <a:pt x="3286446" y="2269055"/>
                  </a:lnTo>
                  <a:lnTo>
                    <a:pt x="3286573" y="2269055"/>
                  </a:lnTo>
                  <a:lnTo>
                    <a:pt x="3286699" y="2269055"/>
                  </a:lnTo>
                  <a:lnTo>
                    <a:pt x="3286825" y="2269055"/>
                  </a:lnTo>
                  <a:lnTo>
                    <a:pt x="3286825" y="2264143"/>
                  </a:lnTo>
                  <a:lnTo>
                    <a:pt x="3286951" y="2264143"/>
                  </a:lnTo>
                  <a:lnTo>
                    <a:pt x="3287078" y="2264143"/>
                  </a:lnTo>
                  <a:lnTo>
                    <a:pt x="3287204" y="2264143"/>
                  </a:lnTo>
                  <a:lnTo>
                    <a:pt x="3287330" y="2264143"/>
                  </a:lnTo>
                  <a:lnTo>
                    <a:pt x="3287456" y="2264143"/>
                  </a:lnTo>
                  <a:lnTo>
                    <a:pt x="3287583" y="2264143"/>
                  </a:lnTo>
                  <a:lnTo>
                    <a:pt x="3287709" y="2264143"/>
                  </a:lnTo>
                  <a:lnTo>
                    <a:pt x="3287835" y="2264143"/>
                  </a:lnTo>
                  <a:lnTo>
                    <a:pt x="3287961" y="2264143"/>
                  </a:lnTo>
                  <a:lnTo>
                    <a:pt x="3288088" y="2264143"/>
                  </a:lnTo>
                  <a:lnTo>
                    <a:pt x="3288214" y="2264143"/>
                  </a:lnTo>
                  <a:lnTo>
                    <a:pt x="3288340" y="2264143"/>
                  </a:lnTo>
                  <a:lnTo>
                    <a:pt x="3288466" y="2264143"/>
                  </a:lnTo>
                  <a:lnTo>
                    <a:pt x="3288593" y="2264143"/>
                  </a:lnTo>
                  <a:lnTo>
                    <a:pt x="3288719" y="2264143"/>
                  </a:lnTo>
                  <a:lnTo>
                    <a:pt x="3288845" y="2264143"/>
                  </a:lnTo>
                  <a:lnTo>
                    <a:pt x="3288972" y="2264143"/>
                  </a:lnTo>
                  <a:lnTo>
                    <a:pt x="3289098" y="2264143"/>
                  </a:lnTo>
                  <a:lnTo>
                    <a:pt x="3289224" y="2264143"/>
                  </a:lnTo>
                  <a:lnTo>
                    <a:pt x="3289350" y="2264143"/>
                  </a:lnTo>
                  <a:lnTo>
                    <a:pt x="3289477" y="2264143"/>
                  </a:lnTo>
                  <a:lnTo>
                    <a:pt x="3289603" y="2264143"/>
                  </a:lnTo>
                  <a:lnTo>
                    <a:pt x="3289729" y="2264143"/>
                  </a:lnTo>
                  <a:lnTo>
                    <a:pt x="3289855" y="2264143"/>
                  </a:lnTo>
                  <a:lnTo>
                    <a:pt x="3289982" y="2264143"/>
                  </a:lnTo>
                  <a:lnTo>
                    <a:pt x="3290108" y="2264143"/>
                  </a:lnTo>
                  <a:lnTo>
                    <a:pt x="3290234" y="2264143"/>
                  </a:lnTo>
                  <a:lnTo>
                    <a:pt x="3290360" y="2264143"/>
                  </a:lnTo>
                  <a:lnTo>
                    <a:pt x="3290487" y="2264143"/>
                  </a:lnTo>
                  <a:lnTo>
                    <a:pt x="3290613" y="2264143"/>
                  </a:lnTo>
                  <a:lnTo>
                    <a:pt x="3290739" y="2264143"/>
                  </a:lnTo>
                  <a:lnTo>
                    <a:pt x="3290865" y="2264143"/>
                  </a:lnTo>
                  <a:lnTo>
                    <a:pt x="3290992" y="2264143"/>
                  </a:lnTo>
                  <a:lnTo>
                    <a:pt x="3291118" y="2264143"/>
                  </a:lnTo>
                  <a:lnTo>
                    <a:pt x="3291244" y="2264143"/>
                  </a:lnTo>
                  <a:lnTo>
                    <a:pt x="3291370" y="2264143"/>
                  </a:lnTo>
                  <a:lnTo>
                    <a:pt x="3291497" y="2264143"/>
                  </a:lnTo>
                  <a:lnTo>
                    <a:pt x="3291623" y="2264143"/>
                  </a:lnTo>
                  <a:lnTo>
                    <a:pt x="3291749" y="2264143"/>
                  </a:lnTo>
                  <a:lnTo>
                    <a:pt x="3291875" y="2264143"/>
                  </a:lnTo>
                  <a:lnTo>
                    <a:pt x="3292002" y="2264143"/>
                  </a:lnTo>
                  <a:lnTo>
                    <a:pt x="3292128" y="2264143"/>
                  </a:lnTo>
                  <a:lnTo>
                    <a:pt x="3292254" y="2264143"/>
                  </a:lnTo>
                  <a:lnTo>
                    <a:pt x="3292380" y="2264143"/>
                  </a:lnTo>
                  <a:lnTo>
                    <a:pt x="3292507" y="2264143"/>
                  </a:lnTo>
                  <a:lnTo>
                    <a:pt x="3292633" y="2264143"/>
                  </a:lnTo>
                  <a:lnTo>
                    <a:pt x="3292759" y="2264143"/>
                  </a:lnTo>
                  <a:lnTo>
                    <a:pt x="3292885" y="2264143"/>
                  </a:lnTo>
                  <a:lnTo>
                    <a:pt x="3293012" y="2264143"/>
                  </a:lnTo>
                  <a:lnTo>
                    <a:pt x="3293138" y="2264143"/>
                  </a:lnTo>
                  <a:lnTo>
                    <a:pt x="3293138" y="2259232"/>
                  </a:lnTo>
                  <a:lnTo>
                    <a:pt x="3293264" y="2259232"/>
                  </a:lnTo>
                  <a:lnTo>
                    <a:pt x="3293390" y="2259232"/>
                  </a:lnTo>
                  <a:lnTo>
                    <a:pt x="3293517" y="2259232"/>
                  </a:lnTo>
                  <a:lnTo>
                    <a:pt x="3293643" y="2259232"/>
                  </a:lnTo>
                  <a:lnTo>
                    <a:pt x="3293769" y="2259232"/>
                  </a:lnTo>
                  <a:lnTo>
                    <a:pt x="3293896" y="2259232"/>
                  </a:lnTo>
                  <a:lnTo>
                    <a:pt x="3294022" y="2259232"/>
                  </a:lnTo>
                  <a:lnTo>
                    <a:pt x="3294148" y="2259232"/>
                  </a:lnTo>
                  <a:lnTo>
                    <a:pt x="3294274" y="2259232"/>
                  </a:lnTo>
                  <a:lnTo>
                    <a:pt x="3294401" y="2259232"/>
                  </a:lnTo>
                  <a:lnTo>
                    <a:pt x="3294527" y="2259232"/>
                  </a:lnTo>
                  <a:lnTo>
                    <a:pt x="3294653" y="2259232"/>
                  </a:lnTo>
                  <a:lnTo>
                    <a:pt x="3294779" y="2259232"/>
                  </a:lnTo>
                  <a:lnTo>
                    <a:pt x="3294906" y="2259232"/>
                  </a:lnTo>
                  <a:lnTo>
                    <a:pt x="3295032" y="2259232"/>
                  </a:lnTo>
                  <a:lnTo>
                    <a:pt x="3295158" y="2259232"/>
                  </a:lnTo>
                  <a:lnTo>
                    <a:pt x="3295284" y="2259232"/>
                  </a:lnTo>
                  <a:lnTo>
                    <a:pt x="3295411" y="2259232"/>
                  </a:lnTo>
                  <a:lnTo>
                    <a:pt x="3295537" y="2259232"/>
                  </a:lnTo>
                  <a:lnTo>
                    <a:pt x="3295663" y="2259232"/>
                  </a:lnTo>
                  <a:lnTo>
                    <a:pt x="3295789" y="2259232"/>
                  </a:lnTo>
                  <a:lnTo>
                    <a:pt x="3295916" y="2259232"/>
                  </a:lnTo>
                  <a:lnTo>
                    <a:pt x="3296042" y="2259232"/>
                  </a:lnTo>
                  <a:lnTo>
                    <a:pt x="3296168" y="2259232"/>
                  </a:lnTo>
                  <a:lnTo>
                    <a:pt x="3296294" y="2259232"/>
                  </a:lnTo>
                  <a:lnTo>
                    <a:pt x="3296421" y="2259232"/>
                  </a:lnTo>
                  <a:lnTo>
                    <a:pt x="3296547" y="2259232"/>
                  </a:lnTo>
                  <a:lnTo>
                    <a:pt x="3296673" y="2259232"/>
                  </a:lnTo>
                  <a:lnTo>
                    <a:pt x="3296799" y="2259232"/>
                  </a:lnTo>
                  <a:lnTo>
                    <a:pt x="3296926" y="2259232"/>
                  </a:lnTo>
                  <a:lnTo>
                    <a:pt x="3297052" y="2259232"/>
                  </a:lnTo>
                  <a:lnTo>
                    <a:pt x="3297178" y="2259232"/>
                  </a:lnTo>
                  <a:lnTo>
                    <a:pt x="3297304" y="2259232"/>
                  </a:lnTo>
                  <a:lnTo>
                    <a:pt x="3297431" y="2259232"/>
                  </a:lnTo>
                  <a:lnTo>
                    <a:pt x="3297557" y="2259232"/>
                  </a:lnTo>
                  <a:lnTo>
                    <a:pt x="3297683" y="2259232"/>
                  </a:lnTo>
                  <a:lnTo>
                    <a:pt x="3297809" y="2259232"/>
                  </a:lnTo>
                  <a:lnTo>
                    <a:pt x="3297936" y="2259232"/>
                  </a:lnTo>
                  <a:lnTo>
                    <a:pt x="3298062" y="2259232"/>
                  </a:lnTo>
                  <a:lnTo>
                    <a:pt x="3298188" y="2259232"/>
                  </a:lnTo>
                  <a:lnTo>
                    <a:pt x="3298314" y="2259232"/>
                  </a:lnTo>
                  <a:lnTo>
                    <a:pt x="3298441" y="2259232"/>
                  </a:lnTo>
                  <a:lnTo>
                    <a:pt x="3298567" y="2259232"/>
                  </a:lnTo>
                  <a:lnTo>
                    <a:pt x="3298567" y="2254321"/>
                  </a:lnTo>
                  <a:lnTo>
                    <a:pt x="3298693" y="2254321"/>
                  </a:lnTo>
                  <a:lnTo>
                    <a:pt x="3298819" y="2254321"/>
                  </a:lnTo>
                  <a:lnTo>
                    <a:pt x="3298946" y="2254321"/>
                  </a:lnTo>
                  <a:lnTo>
                    <a:pt x="3299072" y="2254321"/>
                  </a:lnTo>
                  <a:lnTo>
                    <a:pt x="3299198" y="2254321"/>
                  </a:lnTo>
                  <a:lnTo>
                    <a:pt x="3299325" y="2254321"/>
                  </a:lnTo>
                  <a:lnTo>
                    <a:pt x="3299451" y="2254321"/>
                  </a:lnTo>
                  <a:lnTo>
                    <a:pt x="3299577" y="2254321"/>
                  </a:lnTo>
                  <a:lnTo>
                    <a:pt x="3299703" y="2254321"/>
                  </a:lnTo>
                  <a:lnTo>
                    <a:pt x="3299830" y="2254321"/>
                  </a:lnTo>
                  <a:lnTo>
                    <a:pt x="3299956" y="2254321"/>
                  </a:lnTo>
                  <a:lnTo>
                    <a:pt x="3299956" y="2249409"/>
                  </a:lnTo>
                  <a:lnTo>
                    <a:pt x="3300082" y="2249409"/>
                  </a:lnTo>
                  <a:lnTo>
                    <a:pt x="3300208" y="2249409"/>
                  </a:lnTo>
                  <a:lnTo>
                    <a:pt x="3300335" y="2249409"/>
                  </a:lnTo>
                  <a:lnTo>
                    <a:pt x="3300461" y="2249409"/>
                  </a:lnTo>
                  <a:lnTo>
                    <a:pt x="3300587" y="2249409"/>
                  </a:lnTo>
                  <a:lnTo>
                    <a:pt x="3300713" y="2249409"/>
                  </a:lnTo>
                  <a:lnTo>
                    <a:pt x="3300840" y="2249409"/>
                  </a:lnTo>
                  <a:lnTo>
                    <a:pt x="3300966" y="2249409"/>
                  </a:lnTo>
                  <a:lnTo>
                    <a:pt x="3301092" y="2249409"/>
                  </a:lnTo>
                  <a:lnTo>
                    <a:pt x="3301218" y="2249409"/>
                  </a:lnTo>
                  <a:lnTo>
                    <a:pt x="3301218" y="2244498"/>
                  </a:lnTo>
                  <a:lnTo>
                    <a:pt x="3301345" y="2244498"/>
                  </a:lnTo>
                  <a:lnTo>
                    <a:pt x="3301471" y="2244498"/>
                  </a:lnTo>
                  <a:lnTo>
                    <a:pt x="3301597" y="2244498"/>
                  </a:lnTo>
                  <a:lnTo>
                    <a:pt x="3301723" y="2244498"/>
                  </a:lnTo>
                  <a:lnTo>
                    <a:pt x="3301850" y="2244498"/>
                  </a:lnTo>
                  <a:lnTo>
                    <a:pt x="3301976" y="2244498"/>
                  </a:lnTo>
                  <a:lnTo>
                    <a:pt x="3302102" y="2244498"/>
                  </a:lnTo>
                  <a:lnTo>
                    <a:pt x="3302228" y="2244498"/>
                  </a:lnTo>
                  <a:lnTo>
                    <a:pt x="3302355" y="2244498"/>
                  </a:lnTo>
                  <a:lnTo>
                    <a:pt x="3302481" y="2244498"/>
                  </a:lnTo>
                  <a:lnTo>
                    <a:pt x="3302607" y="2244498"/>
                  </a:lnTo>
                  <a:lnTo>
                    <a:pt x="3302733" y="2244498"/>
                  </a:lnTo>
                  <a:lnTo>
                    <a:pt x="3302860" y="2244498"/>
                  </a:lnTo>
                  <a:lnTo>
                    <a:pt x="3302986" y="2244498"/>
                  </a:lnTo>
                  <a:lnTo>
                    <a:pt x="3303112" y="2244498"/>
                  </a:lnTo>
                  <a:lnTo>
                    <a:pt x="3303238" y="2244498"/>
                  </a:lnTo>
                  <a:lnTo>
                    <a:pt x="3303365" y="2244498"/>
                  </a:lnTo>
                  <a:lnTo>
                    <a:pt x="3303365" y="2239586"/>
                  </a:lnTo>
                  <a:lnTo>
                    <a:pt x="3303491" y="2239586"/>
                  </a:lnTo>
                  <a:lnTo>
                    <a:pt x="3303617" y="2239586"/>
                  </a:lnTo>
                  <a:lnTo>
                    <a:pt x="3303743" y="2239586"/>
                  </a:lnTo>
                  <a:lnTo>
                    <a:pt x="3303870" y="2239586"/>
                  </a:lnTo>
                  <a:lnTo>
                    <a:pt x="3303996" y="2239586"/>
                  </a:lnTo>
                  <a:lnTo>
                    <a:pt x="3304122" y="2239586"/>
                  </a:lnTo>
                  <a:lnTo>
                    <a:pt x="3304249" y="2239586"/>
                  </a:lnTo>
                  <a:lnTo>
                    <a:pt x="3304375" y="2239586"/>
                  </a:lnTo>
                  <a:lnTo>
                    <a:pt x="3304501" y="2239586"/>
                  </a:lnTo>
                  <a:lnTo>
                    <a:pt x="3304627" y="2239586"/>
                  </a:lnTo>
                  <a:lnTo>
                    <a:pt x="3304754" y="2239586"/>
                  </a:lnTo>
                  <a:lnTo>
                    <a:pt x="3304880" y="2239586"/>
                  </a:lnTo>
                  <a:lnTo>
                    <a:pt x="3305006" y="2239586"/>
                  </a:lnTo>
                  <a:lnTo>
                    <a:pt x="3305132" y="2239586"/>
                  </a:lnTo>
                  <a:lnTo>
                    <a:pt x="3305259" y="2239586"/>
                  </a:lnTo>
                  <a:lnTo>
                    <a:pt x="3305385" y="2239586"/>
                  </a:lnTo>
                  <a:lnTo>
                    <a:pt x="3305511" y="2239586"/>
                  </a:lnTo>
                  <a:lnTo>
                    <a:pt x="3305637" y="2239586"/>
                  </a:lnTo>
                  <a:lnTo>
                    <a:pt x="3305764" y="2239586"/>
                  </a:lnTo>
                  <a:lnTo>
                    <a:pt x="3305890" y="2239586"/>
                  </a:lnTo>
                  <a:lnTo>
                    <a:pt x="3306016" y="2239586"/>
                  </a:lnTo>
                  <a:lnTo>
                    <a:pt x="3306142" y="2239586"/>
                  </a:lnTo>
                  <a:lnTo>
                    <a:pt x="3306269" y="2239586"/>
                  </a:lnTo>
                  <a:lnTo>
                    <a:pt x="3306395" y="2239586"/>
                  </a:lnTo>
                  <a:lnTo>
                    <a:pt x="3306521" y="2239586"/>
                  </a:lnTo>
                  <a:lnTo>
                    <a:pt x="3306647" y="2239586"/>
                  </a:lnTo>
                  <a:lnTo>
                    <a:pt x="3306774" y="2239586"/>
                  </a:lnTo>
                  <a:lnTo>
                    <a:pt x="3306900" y="2239586"/>
                  </a:lnTo>
                  <a:lnTo>
                    <a:pt x="3307026" y="2239586"/>
                  </a:lnTo>
                  <a:lnTo>
                    <a:pt x="3307152" y="2239586"/>
                  </a:lnTo>
                  <a:lnTo>
                    <a:pt x="3307279" y="2239586"/>
                  </a:lnTo>
                  <a:lnTo>
                    <a:pt x="3307405" y="2239586"/>
                  </a:lnTo>
                  <a:lnTo>
                    <a:pt x="3307531" y="2239586"/>
                  </a:lnTo>
                  <a:lnTo>
                    <a:pt x="3307531" y="2234675"/>
                  </a:lnTo>
                  <a:lnTo>
                    <a:pt x="3307657" y="2234675"/>
                  </a:lnTo>
                  <a:lnTo>
                    <a:pt x="3307784" y="2234675"/>
                  </a:lnTo>
                  <a:lnTo>
                    <a:pt x="3307910" y="2234675"/>
                  </a:lnTo>
                  <a:lnTo>
                    <a:pt x="3308036" y="2234675"/>
                  </a:lnTo>
                  <a:lnTo>
                    <a:pt x="3308162" y="2234675"/>
                  </a:lnTo>
                  <a:lnTo>
                    <a:pt x="3308289" y="2234675"/>
                  </a:lnTo>
                  <a:lnTo>
                    <a:pt x="3308415" y="2234675"/>
                  </a:lnTo>
                  <a:lnTo>
                    <a:pt x="3308541" y="2234675"/>
                  </a:lnTo>
                  <a:lnTo>
                    <a:pt x="3308667" y="2234675"/>
                  </a:lnTo>
                  <a:lnTo>
                    <a:pt x="3308794" y="2234675"/>
                  </a:lnTo>
                  <a:lnTo>
                    <a:pt x="3308920" y="2234675"/>
                  </a:lnTo>
                  <a:lnTo>
                    <a:pt x="3309046" y="2234675"/>
                  </a:lnTo>
                  <a:lnTo>
                    <a:pt x="3309172" y="2234675"/>
                  </a:lnTo>
                  <a:lnTo>
                    <a:pt x="3309299" y="2234675"/>
                  </a:lnTo>
                  <a:lnTo>
                    <a:pt x="3309425" y="2234675"/>
                  </a:lnTo>
                  <a:lnTo>
                    <a:pt x="3309551" y="2234675"/>
                  </a:lnTo>
                  <a:lnTo>
                    <a:pt x="3309678" y="2234675"/>
                  </a:lnTo>
                  <a:lnTo>
                    <a:pt x="3309804" y="2234675"/>
                  </a:lnTo>
                  <a:lnTo>
                    <a:pt x="3309930" y="2234675"/>
                  </a:lnTo>
                  <a:lnTo>
                    <a:pt x="3310056" y="2234675"/>
                  </a:lnTo>
                  <a:lnTo>
                    <a:pt x="3310183" y="2234675"/>
                  </a:lnTo>
                  <a:lnTo>
                    <a:pt x="3310309" y="2234675"/>
                  </a:lnTo>
                  <a:lnTo>
                    <a:pt x="3310435" y="2234675"/>
                  </a:lnTo>
                  <a:lnTo>
                    <a:pt x="3310561" y="2234675"/>
                  </a:lnTo>
                  <a:lnTo>
                    <a:pt x="3310688" y="2234675"/>
                  </a:lnTo>
                  <a:lnTo>
                    <a:pt x="3310814" y="2234675"/>
                  </a:lnTo>
                  <a:lnTo>
                    <a:pt x="3310940" y="2234675"/>
                  </a:lnTo>
                  <a:lnTo>
                    <a:pt x="3311066" y="2234675"/>
                  </a:lnTo>
                  <a:lnTo>
                    <a:pt x="3311193" y="2234675"/>
                  </a:lnTo>
                  <a:lnTo>
                    <a:pt x="3311319" y="2234675"/>
                  </a:lnTo>
                  <a:lnTo>
                    <a:pt x="3311445" y="2234675"/>
                  </a:lnTo>
                  <a:lnTo>
                    <a:pt x="3311571" y="2234675"/>
                  </a:lnTo>
                  <a:lnTo>
                    <a:pt x="3311698" y="2234675"/>
                  </a:lnTo>
                  <a:lnTo>
                    <a:pt x="3311824" y="2234675"/>
                  </a:lnTo>
                  <a:lnTo>
                    <a:pt x="3311950" y="2234675"/>
                  </a:lnTo>
                  <a:lnTo>
                    <a:pt x="3312076" y="2234675"/>
                  </a:lnTo>
                  <a:lnTo>
                    <a:pt x="3312203" y="2234675"/>
                  </a:lnTo>
                  <a:lnTo>
                    <a:pt x="3312329" y="2234675"/>
                  </a:lnTo>
                  <a:lnTo>
                    <a:pt x="3312455" y="2234675"/>
                  </a:lnTo>
                  <a:lnTo>
                    <a:pt x="3312581" y="2234675"/>
                  </a:lnTo>
                  <a:lnTo>
                    <a:pt x="3312708" y="2234675"/>
                  </a:lnTo>
                  <a:lnTo>
                    <a:pt x="3312834" y="2234675"/>
                  </a:lnTo>
                  <a:lnTo>
                    <a:pt x="3312960" y="2234675"/>
                  </a:lnTo>
                  <a:lnTo>
                    <a:pt x="3313086" y="2234675"/>
                  </a:lnTo>
                  <a:lnTo>
                    <a:pt x="3313213" y="2234675"/>
                  </a:lnTo>
                  <a:lnTo>
                    <a:pt x="3313339" y="2234675"/>
                  </a:lnTo>
                  <a:lnTo>
                    <a:pt x="3313465" y="2234675"/>
                  </a:lnTo>
                  <a:lnTo>
                    <a:pt x="3313591" y="2234675"/>
                  </a:lnTo>
                  <a:lnTo>
                    <a:pt x="3313718" y="2234675"/>
                  </a:lnTo>
                  <a:lnTo>
                    <a:pt x="3313844" y="2234675"/>
                  </a:lnTo>
                  <a:lnTo>
                    <a:pt x="3313970" y="2234675"/>
                  </a:lnTo>
                  <a:lnTo>
                    <a:pt x="3314096" y="2234675"/>
                  </a:lnTo>
                  <a:lnTo>
                    <a:pt x="3314223" y="2234675"/>
                  </a:lnTo>
                  <a:lnTo>
                    <a:pt x="3314349" y="2234675"/>
                  </a:lnTo>
                  <a:lnTo>
                    <a:pt x="3314475" y="2234675"/>
                  </a:lnTo>
                  <a:lnTo>
                    <a:pt x="3314602" y="2234675"/>
                  </a:lnTo>
                  <a:lnTo>
                    <a:pt x="3314728" y="2234675"/>
                  </a:lnTo>
                  <a:lnTo>
                    <a:pt x="3314854" y="2234675"/>
                  </a:lnTo>
                  <a:lnTo>
                    <a:pt x="3314980" y="2234675"/>
                  </a:lnTo>
                  <a:lnTo>
                    <a:pt x="3315107" y="2234675"/>
                  </a:lnTo>
                  <a:lnTo>
                    <a:pt x="3315233" y="2234675"/>
                  </a:lnTo>
                  <a:lnTo>
                    <a:pt x="3315359" y="2234675"/>
                  </a:lnTo>
                  <a:lnTo>
                    <a:pt x="3315485" y="2234675"/>
                  </a:lnTo>
                  <a:lnTo>
                    <a:pt x="3315612" y="2234675"/>
                  </a:lnTo>
                  <a:lnTo>
                    <a:pt x="3315738" y="2234675"/>
                  </a:lnTo>
                  <a:lnTo>
                    <a:pt x="3315864" y="2234675"/>
                  </a:lnTo>
                  <a:lnTo>
                    <a:pt x="3315990" y="2234675"/>
                  </a:lnTo>
                  <a:lnTo>
                    <a:pt x="3316117" y="2234675"/>
                  </a:lnTo>
                  <a:lnTo>
                    <a:pt x="3316243" y="2234675"/>
                  </a:lnTo>
                  <a:lnTo>
                    <a:pt x="3316369" y="2234675"/>
                  </a:lnTo>
                  <a:lnTo>
                    <a:pt x="3316495" y="2234675"/>
                  </a:lnTo>
                  <a:lnTo>
                    <a:pt x="3316622" y="2234675"/>
                  </a:lnTo>
                  <a:lnTo>
                    <a:pt x="3316748" y="2234675"/>
                  </a:lnTo>
                  <a:lnTo>
                    <a:pt x="3316874" y="2234675"/>
                  </a:lnTo>
                  <a:lnTo>
                    <a:pt x="3317000" y="2234675"/>
                  </a:lnTo>
                  <a:lnTo>
                    <a:pt x="3317127" y="2234675"/>
                  </a:lnTo>
                  <a:lnTo>
                    <a:pt x="3317253" y="2234675"/>
                  </a:lnTo>
                  <a:lnTo>
                    <a:pt x="3317379" y="2234675"/>
                  </a:lnTo>
                  <a:lnTo>
                    <a:pt x="3317505" y="2234675"/>
                  </a:lnTo>
                  <a:lnTo>
                    <a:pt x="3317632" y="2234675"/>
                  </a:lnTo>
                  <a:lnTo>
                    <a:pt x="3317758" y="2234675"/>
                  </a:lnTo>
                  <a:lnTo>
                    <a:pt x="3317884" y="2234675"/>
                  </a:lnTo>
                  <a:lnTo>
                    <a:pt x="3318010" y="2234675"/>
                  </a:lnTo>
                  <a:lnTo>
                    <a:pt x="3318137" y="2234675"/>
                  </a:lnTo>
                  <a:lnTo>
                    <a:pt x="3318263" y="2234675"/>
                  </a:lnTo>
                  <a:lnTo>
                    <a:pt x="3318389" y="2234675"/>
                  </a:lnTo>
                  <a:lnTo>
                    <a:pt x="3318515" y="2234675"/>
                  </a:lnTo>
                  <a:lnTo>
                    <a:pt x="3318642" y="2234675"/>
                  </a:lnTo>
                  <a:lnTo>
                    <a:pt x="3318768" y="2234675"/>
                  </a:lnTo>
                  <a:lnTo>
                    <a:pt x="3318894" y="2234675"/>
                  </a:lnTo>
                  <a:lnTo>
                    <a:pt x="3319020" y="2234675"/>
                  </a:lnTo>
                  <a:lnTo>
                    <a:pt x="3319147" y="2234675"/>
                  </a:lnTo>
                  <a:lnTo>
                    <a:pt x="3319273" y="2234675"/>
                  </a:lnTo>
                  <a:lnTo>
                    <a:pt x="3319273" y="2229764"/>
                  </a:lnTo>
                  <a:lnTo>
                    <a:pt x="3319399" y="2229764"/>
                  </a:lnTo>
                  <a:lnTo>
                    <a:pt x="3319525" y="2229764"/>
                  </a:lnTo>
                  <a:lnTo>
                    <a:pt x="3319652" y="2229764"/>
                  </a:lnTo>
                  <a:lnTo>
                    <a:pt x="3319778" y="2229764"/>
                  </a:lnTo>
                  <a:lnTo>
                    <a:pt x="3319904" y="2229764"/>
                  </a:lnTo>
                  <a:lnTo>
                    <a:pt x="3320031" y="2229764"/>
                  </a:lnTo>
                  <a:lnTo>
                    <a:pt x="3320157" y="2229764"/>
                  </a:lnTo>
                  <a:lnTo>
                    <a:pt x="3320283" y="2229764"/>
                  </a:lnTo>
                  <a:lnTo>
                    <a:pt x="3320409" y="2229764"/>
                  </a:lnTo>
                  <a:lnTo>
                    <a:pt x="3320536" y="2229764"/>
                  </a:lnTo>
                  <a:lnTo>
                    <a:pt x="3320662" y="2229764"/>
                  </a:lnTo>
                  <a:lnTo>
                    <a:pt x="3320788" y="2229764"/>
                  </a:lnTo>
                  <a:lnTo>
                    <a:pt x="3320914" y="2229764"/>
                  </a:lnTo>
                  <a:lnTo>
                    <a:pt x="3321041" y="2229764"/>
                  </a:lnTo>
                  <a:lnTo>
                    <a:pt x="3321167" y="2229764"/>
                  </a:lnTo>
                  <a:lnTo>
                    <a:pt x="3321293" y="2229764"/>
                  </a:lnTo>
                  <a:lnTo>
                    <a:pt x="3321419" y="2229764"/>
                  </a:lnTo>
                  <a:lnTo>
                    <a:pt x="3321546" y="2229764"/>
                  </a:lnTo>
                  <a:lnTo>
                    <a:pt x="3321672" y="2229764"/>
                  </a:lnTo>
                  <a:lnTo>
                    <a:pt x="3321798" y="2229764"/>
                  </a:lnTo>
                  <a:lnTo>
                    <a:pt x="3321924" y="2229764"/>
                  </a:lnTo>
                  <a:lnTo>
                    <a:pt x="3322051" y="2229764"/>
                  </a:lnTo>
                  <a:lnTo>
                    <a:pt x="3322177" y="2229764"/>
                  </a:lnTo>
                  <a:lnTo>
                    <a:pt x="3322303" y="2229764"/>
                  </a:lnTo>
                  <a:lnTo>
                    <a:pt x="3322429" y="2229764"/>
                  </a:lnTo>
                  <a:lnTo>
                    <a:pt x="3322556" y="2229764"/>
                  </a:lnTo>
                  <a:lnTo>
                    <a:pt x="3322682" y="2229764"/>
                  </a:lnTo>
                  <a:lnTo>
                    <a:pt x="3322808" y="2229764"/>
                  </a:lnTo>
                  <a:lnTo>
                    <a:pt x="3322934" y="2229764"/>
                  </a:lnTo>
                  <a:lnTo>
                    <a:pt x="3323061" y="2229764"/>
                  </a:lnTo>
                  <a:lnTo>
                    <a:pt x="3323187" y="2229764"/>
                  </a:lnTo>
                  <a:lnTo>
                    <a:pt x="3323313" y="2229764"/>
                  </a:lnTo>
                  <a:lnTo>
                    <a:pt x="3323439" y="2229764"/>
                  </a:lnTo>
                  <a:lnTo>
                    <a:pt x="3323566" y="2229764"/>
                  </a:lnTo>
                  <a:lnTo>
                    <a:pt x="3323692" y="2229764"/>
                  </a:lnTo>
                  <a:lnTo>
                    <a:pt x="3323818" y="2229764"/>
                  </a:lnTo>
                  <a:lnTo>
                    <a:pt x="3323944" y="2229764"/>
                  </a:lnTo>
                  <a:lnTo>
                    <a:pt x="3324071" y="2229764"/>
                  </a:lnTo>
                  <a:lnTo>
                    <a:pt x="3324197" y="2229764"/>
                  </a:lnTo>
                  <a:lnTo>
                    <a:pt x="3324323" y="2229764"/>
                  </a:lnTo>
                  <a:lnTo>
                    <a:pt x="3324449" y="2229764"/>
                  </a:lnTo>
                  <a:lnTo>
                    <a:pt x="3324576" y="2229764"/>
                  </a:lnTo>
                  <a:lnTo>
                    <a:pt x="3324702" y="2229764"/>
                  </a:lnTo>
                  <a:lnTo>
                    <a:pt x="3324828" y="2229764"/>
                  </a:lnTo>
                  <a:lnTo>
                    <a:pt x="3324955" y="2229764"/>
                  </a:lnTo>
                  <a:lnTo>
                    <a:pt x="3325081" y="2229764"/>
                  </a:lnTo>
                  <a:lnTo>
                    <a:pt x="3325207" y="2229764"/>
                  </a:lnTo>
                  <a:lnTo>
                    <a:pt x="3325333" y="2229764"/>
                  </a:lnTo>
                  <a:lnTo>
                    <a:pt x="3325460" y="2229764"/>
                  </a:lnTo>
                  <a:lnTo>
                    <a:pt x="3325586" y="2229764"/>
                  </a:lnTo>
                  <a:lnTo>
                    <a:pt x="3325712" y="2229764"/>
                  </a:lnTo>
                  <a:lnTo>
                    <a:pt x="3325838" y="2229764"/>
                  </a:lnTo>
                  <a:lnTo>
                    <a:pt x="3325965" y="2229764"/>
                  </a:lnTo>
                  <a:lnTo>
                    <a:pt x="3326091" y="2229764"/>
                  </a:lnTo>
                  <a:lnTo>
                    <a:pt x="3326217" y="2229764"/>
                  </a:lnTo>
                  <a:lnTo>
                    <a:pt x="3326343" y="2229764"/>
                  </a:lnTo>
                  <a:lnTo>
                    <a:pt x="3326470" y="2229764"/>
                  </a:lnTo>
                  <a:lnTo>
                    <a:pt x="3326596" y="2229764"/>
                  </a:lnTo>
                  <a:lnTo>
                    <a:pt x="3326722" y="2229764"/>
                  </a:lnTo>
                  <a:lnTo>
                    <a:pt x="3326848" y="2229764"/>
                  </a:lnTo>
                  <a:lnTo>
                    <a:pt x="3326975" y="2229764"/>
                  </a:lnTo>
                  <a:lnTo>
                    <a:pt x="3327101" y="2229764"/>
                  </a:lnTo>
                  <a:lnTo>
                    <a:pt x="3327227" y="2229764"/>
                  </a:lnTo>
                  <a:lnTo>
                    <a:pt x="3327353" y="2229764"/>
                  </a:lnTo>
                  <a:lnTo>
                    <a:pt x="3327480" y="2229764"/>
                  </a:lnTo>
                  <a:lnTo>
                    <a:pt x="3327606" y="2229764"/>
                  </a:lnTo>
                  <a:lnTo>
                    <a:pt x="3327732" y="2229764"/>
                  </a:lnTo>
                  <a:lnTo>
                    <a:pt x="3327858" y="2229764"/>
                  </a:lnTo>
                  <a:lnTo>
                    <a:pt x="3327985" y="2229764"/>
                  </a:lnTo>
                  <a:lnTo>
                    <a:pt x="3328111" y="2229764"/>
                  </a:lnTo>
                  <a:lnTo>
                    <a:pt x="3328237" y="2229764"/>
                  </a:lnTo>
                  <a:lnTo>
                    <a:pt x="3328363" y="2229764"/>
                  </a:lnTo>
                  <a:lnTo>
                    <a:pt x="3328490" y="2229764"/>
                  </a:lnTo>
                  <a:lnTo>
                    <a:pt x="3328616" y="2229764"/>
                  </a:lnTo>
                  <a:lnTo>
                    <a:pt x="3328742" y="2229764"/>
                  </a:lnTo>
                  <a:lnTo>
                    <a:pt x="3328868" y="2229764"/>
                  </a:lnTo>
                  <a:lnTo>
                    <a:pt x="3328995" y="2229764"/>
                  </a:lnTo>
                  <a:lnTo>
                    <a:pt x="3329121" y="2229764"/>
                  </a:lnTo>
                  <a:lnTo>
                    <a:pt x="3329247" y="2229764"/>
                  </a:lnTo>
                  <a:lnTo>
                    <a:pt x="3329373" y="2229764"/>
                  </a:lnTo>
                  <a:lnTo>
                    <a:pt x="3329500" y="2229764"/>
                  </a:lnTo>
                  <a:lnTo>
                    <a:pt x="3329626" y="2229764"/>
                  </a:lnTo>
                  <a:lnTo>
                    <a:pt x="3329752" y="2229764"/>
                  </a:lnTo>
                  <a:lnTo>
                    <a:pt x="3329879" y="2229764"/>
                  </a:lnTo>
                  <a:lnTo>
                    <a:pt x="3330005" y="2229764"/>
                  </a:lnTo>
                  <a:lnTo>
                    <a:pt x="3330131" y="2229764"/>
                  </a:lnTo>
                  <a:lnTo>
                    <a:pt x="3330257" y="2229764"/>
                  </a:lnTo>
                  <a:lnTo>
                    <a:pt x="3330384" y="2229764"/>
                  </a:lnTo>
                  <a:lnTo>
                    <a:pt x="3330510" y="2229764"/>
                  </a:lnTo>
                  <a:lnTo>
                    <a:pt x="3330636" y="2229764"/>
                  </a:lnTo>
                  <a:lnTo>
                    <a:pt x="3330762" y="2229764"/>
                  </a:lnTo>
                  <a:lnTo>
                    <a:pt x="3330889" y="2229764"/>
                  </a:lnTo>
                  <a:lnTo>
                    <a:pt x="3331015" y="2229764"/>
                  </a:lnTo>
                  <a:lnTo>
                    <a:pt x="3331141" y="2229764"/>
                  </a:lnTo>
                  <a:lnTo>
                    <a:pt x="3331267" y="2229764"/>
                  </a:lnTo>
                  <a:lnTo>
                    <a:pt x="3331394" y="2229764"/>
                  </a:lnTo>
                  <a:lnTo>
                    <a:pt x="3331520" y="2229764"/>
                  </a:lnTo>
                  <a:lnTo>
                    <a:pt x="3331646" y="2229764"/>
                  </a:lnTo>
                  <a:lnTo>
                    <a:pt x="3331772" y="2229764"/>
                  </a:lnTo>
                  <a:lnTo>
                    <a:pt x="3331899" y="2229764"/>
                  </a:lnTo>
                  <a:lnTo>
                    <a:pt x="3332025" y="2229764"/>
                  </a:lnTo>
                  <a:lnTo>
                    <a:pt x="3332151" y="2229764"/>
                  </a:lnTo>
                  <a:lnTo>
                    <a:pt x="3332277" y="2229764"/>
                  </a:lnTo>
                  <a:lnTo>
                    <a:pt x="3332404" y="2229764"/>
                  </a:lnTo>
                  <a:lnTo>
                    <a:pt x="3332530" y="2229764"/>
                  </a:lnTo>
                  <a:lnTo>
                    <a:pt x="3332656" y="2229764"/>
                  </a:lnTo>
                  <a:lnTo>
                    <a:pt x="3332782" y="2229764"/>
                  </a:lnTo>
                  <a:lnTo>
                    <a:pt x="3332909" y="2229764"/>
                  </a:lnTo>
                  <a:lnTo>
                    <a:pt x="3333035" y="2229764"/>
                  </a:lnTo>
                  <a:lnTo>
                    <a:pt x="3333161" y="2229764"/>
                  </a:lnTo>
                  <a:lnTo>
                    <a:pt x="3333287" y="2229764"/>
                  </a:lnTo>
                  <a:lnTo>
                    <a:pt x="3333414" y="2229764"/>
                  </a:lnTo>
                  <a:lnTo>
                    <a:pt x="3333540" y="2229764"/>
                  </a:lnTo>
                  <a:lnTo>
                    <a:pt x="3333666" y="2229764"/>
                  </a:lnTo>
                  <a:lnTo>
                    <a:pt x="3333792" y="2229764"/>
                  </a:lnTo>
                  <a:lnTo>
                    <a:pt x="3333919" y="2229764"/>
                  </a:lnTo>
                  <a:lnTo>
                    <a:pt x="3334045" y="2229764"/>
                  </a:lnTo>
                  <a:lnTo>
                    <a:pt x="3334171" y="2229764"/>
                  </a:lnTo>
                  <a:lnTo>
                    <a:pt x="3334297" y="2229764"/>
                  </a:lnTo>
                  <a:lnTo>
                    <a:pt x="3334424" y="2229764"/>
                  </a:lnTo>
                  <a:lnTo>
                    <a:pt x="3334550" y="2229764"/>
                  </a:lnTo>
                  <a:lnTo>
                    <a:pt x="3334676" y="2229764"/>
                  </a:lnTo>
                  <a:lnTo>
                    <a:pt x="3334802" y="2229764"/>
                  </a:lnTo>
                  <a:lnTo>
                    <a:pt x="3334929" y="2229764"/>
                  </a:lnTo>
                  <a:lnTo>
                    <a:pt x="3335055" y="2229764"/>
                  </a:lnTo>
                  <a:lnTo>
                    <a:pt x="3335181" y="2229764"/>
                  </a:lnTo>
                  <a:lnTo>
                    <a:pt x="3335308" y="2229764"/>
                  </a:lnTo>
                  <a:lnTo>
                    <a:pt x="3335434" y="2229764"/>
                  </a:lnTo>
                  <a:lnTo>
                    <a:pt x="3335560" y="2229764"/>
                  </a:lnTo>
                  <a:lnTo>
                    <a:pt x="3335686" y="2229764"/>
                  </a:lnTo>
                  <a:lnTo>
                    <a:pt x="3335813" y="2229764"/>
                  </a:lnTo>
                  <a:lnTo>
                    <a:pt x="3335939" y="2229764"/>
                  </a:lnTo>
                  <a:lnTo>
                    <a:pt x="3336065" y="2229764"/>
                  </a:lnTo>
                  <a:lnTo>
                    <a:pt x="3336191" y="2229764"/>
                  </a:lnTo>
                  <a:lnTo>
                    <a:pt x="3336318" y="2229764"/>
                  </a:lnTo>
                  <a:lnTo>
                    <a:pt x="3336444" y="2229764"/>
                  </a:lnTo>
                  <a:lnTo>
                    <a:pt x="3336570" y="2229764"/>
                  </a:lnTo>
                  <a:lnTo>
                    <a:pt x="3336696" y="2229764"/>
                  </a:lnTo>
                  <a:lnTo>
                    <a:pt x="3336823" y="2229764"/>
                  </a:lnTo>
                  <a:lnTo>
                    <a:pt x="3336949" y="2229764"/>
                  </a:lnTo>
                  <a:lnTo>
                    <a:pt x="3337075" y="2229764"/>
                  </a:lnTo>
                  <a:lnTo>
                    <a:pt x="3337201" y="2229764"/>
                  </a:lnTo>
                  <a:lnTo>
                    <a:pt x="3337328" y="2229764"/>
                  </a:lnTo>
                  <a:lnTo>
                    <a:pt x="3337454" y="2229764"/>
                  </a:lnTo>
                  <a:lnTo>
                    <a:pt x="3337580" y="2229764"/>
                  </a:lnTo>
                  <a:lnTo>
                    <a:pt x="3337706" y="2229764"/>
                  </a:lnTo>
                  <a:lnTo>
                    <a:pt x="3337833" y="2229764"/>
                  </a:lnTo>
                  <a:lnTo>
                    <a:pt x="3337959" y="2229764"/>
                  </a:lnTo>
                  <a:lnTo>
                    <a:pt x="3338085" y="2229764"/>
                  </a:lnTo>
                  <a:lnTo>
                    <a:pt x="3338211" y="2229764"/>
                  </a:lnTo>
                  <a:lnTo>
                    <a:pt x="3338338" y="2229764"/>
                  </a:lnTo>
                  <a:lnTo>
                    <a:pt x="3338464" y="2229764"/>
                  </a:lnTo>
                  <a:lnTo>
                    <a:pt x="3338590" y="2229764"/>
                  </a:lnTo>
                  <a:lnTo>
                    <a:pt x="3338716" y="2229764"/>
                  </a:lnTo>
                  <a:lnTo>
                    <a:pt x="3338843" y="2229764"/>
                  </a:lnTo>
                  <a:lnTo>
                    <a:pt x="3338969" y="2229764"/>
                  </a:lnTo>
                  <a:lnTo>
                    <a:pt x="3339095" y="2229764"/>
                  </a:lnTo>
                  <a:lnTo>
                    <a:pt x="3339221" y="2229764"/>
                  </a:lnTo>
                  <a:lnTo>
                    <a:pt x="3339348" y="2229764"/>
                  </a:lnTo>
                  <a:lnTo>
                    <a:pt x="3339474" y="2229764"/>
                  </a:lnTo>
                  <a:lnTo>
                    <a:pt x="3339600" y="2229764"/>
                  </a:lnTo>
                  <a:lnTo>
                    <a:pt x="3339726" y="2229764"/>
                  </a:lnTo>
                  <a:lnTo>
                    <a:pt x="3339853" y="2229764"/>
                  </a:lnTo>
                  <a:lnTo>
                    <a:pt x="3339979" y="2229764"/>
                  </a:lnTo>
                  <a:lnTo>
                    <a:pt x="3340105" y="2229764"/>
                  </a:lnTo>
                  <a:lnTo>
                    <a:pt x="3340232" y="2229764"/>
                  </a:lnTo>
                  <a:lnTo>
                    <a:pt x="3340358" y="2229764"/>
                  </a:lnTo>
                  <a:lnTo>
                    <a:pt x="3340484" y="2229764"/>
                  </a:lnTo>
                  <a:lnTo>
                    <a:pt x="3340610" y="2229764"/>
                  </a:lnTo>
                  <a:lnTo>
                    <a:pt x="3340610" y="2224852"/>
                  </a:lnTo>
                  <a:lnTo>
                    <a:pt x="3340610" y="2219941"/>
                  </a:lnTo>
                  <a:lnTo>
                    <a:pt x="3340737" y="2219941"/>
                  </a:lnTo>
                  <a:lnTo>
                    <a:pt x="3340863" y="2219941"/>
                  </a:lnTo>
                  <a:lnTo>
                    <a:pt x="3340989" y="2219941"/>
                  </a:lnTo>
                  <a:lnTo>
                    <a:pt x="3341115" y="2219941"/>
                  </a:lnTo>
                  <a:lnTo>
                    <a:pt x="3341242" y="2219941"/>
                  </a:lnTo>
                  <a:lnTo>
                    <a:pt x="3341368" y="2219941"/>
                  </a:lnTo>
                  <a:lnTo>
                    <a:pt x="3341494" y="2219941"/>
                  </a:lnTo>
                  <a:lnTo>
                    <a:pt x="3341620" y="2219941"/>
                  </a:lnTo>
                  <a:lnTo>
                    <a:pt x="3341747" y="2219941"/>
                  </a:lnTo>
                  <a:lnTo>
                    <a:pt x="3341873" y="2219941"/>
                  </a:lnTo>
                  <a:lnTo>
                    <a:pt x="3341999" y="2219941"/>
                  </a:lnTo>
                  <a:lnTo>
                    <a:pt x="3342125" y="2219941"/>
                  </a:lnTo>
                  <a:lnTo>
                    <a:pt x="3342252" y="2219941"/>
                  </a:lnTo>
                  <a:lnTo>
                    <a:pt x="3342378" y="2219941"/>
                  </a:lnTo>
                  <a:lnTo>
                    <a:pt x="3342504" y="2219941"/>
                  </a:lnTo>
                  <a:lnTo>
                    <a:pt x="3342630" y="2219941"/>
                  </a:lnTo>
                  <a:lnTo>
                    <a:pt x="3342757" y="2219941"/>
                  </a:lnTo>
                  <a:lnTo>
                    <a:pt x="3342883" y="2219941"/>
                  </a:lnTo>
                  <a:lnTo>
                    <a:pt x="3343009" y="2219941"/>
                  </a:lnTo>
                  <a:lnTo>
                    <a:pt x="3343135" y="2219941"/>
                  </a:lnTo>
                  <a:lnTo>
                    <a:pt x="3343262" y="2219941"/>
                  </a:lnTo>
                  <a:lnTo>
                    <a:pt x="3343388" y="2219941"/>
                  </a:lnTo>
                  <a:lnTo>
                    <a:pt x="3343514" y="2219941"/>
                  </a:lnTo>
                  <a:lnTo>
                    <a:pt x="3343640" y="2219941"/>
                  </a:lnTo>
                  <a:lnTo>
                    <a:pt x="3343767" y="2219941"/>
                  </a:lnTo>
                  <a:lnTo>
                    <a:pt x="3343767" y="2215030"/>
                  </a:lnTo>
                  <a:lnTo>
                    <a:pt x="3343893" y="2215030"/>
                  </a:lnTo>
                  <a:lnTo>
                    <a:pt x="3343893" y="2210118"/>
                  </a:lnTo>
                  <a:lnTo>
                    <a:pt x="3344019" y="2210118"/>
                  </a:lnTo>
                  <a:lnTo>
                    <a:pt x="3344145" y="2210118"/>
                  </a:lnTo>
                  <a:lnTo>
                    <a:pt x="3344272" y="2210118"/>
                  </a:lnTo>
                  <a:lnTo>
                    <a:pt x="3344398" y="2210118"/>
                  </a:lnTo>
                  <a:lnTo>
                    <a:pt x="3344524" y="2210118"/>
                  </a:lnTo>
                  <a:lnTo>
                    <a:pt x="3344650" y="2210118"/>
                  </a:lnTo>
                  <a:lnTo>
                    <a:pt x="3344777" y="2210118"/>
                  </a:lnTo>
                  <a:lnTo>
                    <a:pt x="3344903" y="2210118"/>
                  </a:lnTo>
                  <a:lnTo>
                    <a:pt x="3345029" y="2210118"/>
                  </a:lnTo>
                  <a:lnTo>
                    <a:pt x="3345155" y="2210118"/>
                  </a:lnTo>
                  <a:lnTo>
                    <a:pt x="3345282" y="2210118"/>
                  </a:lnTo>
                  <a:lnTo>
                    <a:pt x="3345408" y="2210118"/>
                  </a:lnTo>
                  <a:lnTo>
                    <a:pt x="3345534" y="2210118"/>
                  </a:lnTo>
                  <a:lnTo>
                    <a:pt x="3345661" y="2210118"/>
                  </a:lnTo>
                  <a:lnTo>
                    <a:pt x="3345787" y="2210118"/>
                  </a:lnTo>
                  <a:lnTo>
                    <a:pt x="3345913" y="2210118"/>
                  </a:lnTo>
                  <a:lnTo>
                    <a:pt x="3346039" y="2210118"/>
                  </a:lnTo>
                  <a:lnTo>
                    <a:pt x="3346166" y="2210118"/>
                  </a:lnTo>
                  <a:lnTo>
                    <a:pt x="3346292" y="2210118"/>
                  </a:lnTo>
                  <a:lnTo>
                    <a:pt x="3346418" y="2210118"/>
                  </a:lnTo>
                  <a:lnTo>
                    <a:pt x="3346544" y="2210118"/>
                  </a:lnTo>
                  <a:lnTo>
                    <a:pt x="3346671" y="2210118"/>
                  </a:lnTo>
                  <a:lnTo>
                    <a:pt x="3346797" y="2210118"/>
                  </a:lnTo>
                  <a:lnTo>
                    <a:pt x="3346923" y="2210118"/>
                  </a:lnTo>
                  <a:lnTo>
                    <a:pt x="3347049" y="2210118"/>
                  </a:lnTo>
                  <a:lnTo>
                    <a:pt x="3347176" y="2210118"/>
                  </a:lnTo>
                  <a:lnTo>
                    <a:pt x="3347302" y="2210118"/>
                  </a:lnTo>
                  <a:lnTo>
                    <a:pt x="3347428" y="2210118"/>
                  </a:lnTo>
                  <a:lnTo>
                    <a:pt x="3347554" y="2210118"/>
                  </a:lnTo>
                  <a:lnTo>
                    <a:pt x="3347681" y="2210118"/>
                  </a:lnTo>
                  <a:lnTo>
                    <a:pt x="3347807" y="2210118"/>
                  </a:lnTo>
                  <a:lnTo>
                    <a:pt x="3347933" y="2210118"/>
                  </a:lnTo>
                  <a:lnTo>
                    <a:pt x="3348059" y="2210118"/>
                  </a:lnTo>
                  <a:lnTo>
                    <a:pt x="3348186" y="2210118"/>
                  </a:lnTo>
                  <a:lnTo>
                    <a:pt x="3348312" y="2210118"/>
                  </a:lnTo>
                  <a:lnTo>
                    <a:pt x="3348438" y="2210118"/>
                  </a:lnTo>
                  <a:lnTo>
                    <a:pt x="3348564" y="2210118"/>
                  </a:lnTo>
                  <a:lnTo>
                    <a:pt x="3348691" y="2210118"/>
                  </a:lnTo>
                  <a:lnTo>
                    <a:pt x="3348817" y="2210118"/>
                  </a:lnTo>
                  <a:lnTo>
                    <a:pt x="3348817" y="2205207"/>
                  </a:lnTo>
                  <a:lnTo>
                    <a:pt x="3348943" y="2205207"/>
                  </a:lnTo>
                  <a:lnTo>
                    <a:pt x="3349069" y="2205207"/>
                  </a:lnTo>
                  <a:lnTo>
                    <a:pt x="3349196" y="2205207"/>
                  </a:lnTo>
                  <a:lnTo>
                    <a:pt x="3349322" y="2205207"/>
                  </a:lnTo>
                  <a:lnTo>
                    <a:pt x="3349448" y="2205207"/>
                  </a:lnTo>
                  <a:lnTo>
                    <a:pt x="3349574" y="2205207"/>
                  </a:lnTo>
                  <a:lnTo>
                    <a:pt x="3349701" y="2205207"/>
                  </a:lnTo>
                  <a:lnTo>
                    <a:pt x="3349827" y="2205207"/>
                  </a:lnTo>
                  <a:lnTo>
                    <a:pt x="3349953" y="2205207"/>
                  </a:lnTo>
                  <a:lnTo>
                    <a:pt x="3350079" y="2205207"/>
                  </a:lnTo>
                  <a:lnTo>
                    <a:pt x="3350206" y="2205207"/>
                  </a:lnTo>
                  <a:lnTo>
                    <a:pt x="3350332" y="2205207"/>
                  </a:lnTo>
                  <a:lnTo>
                    <a:pt x="3350458" y="2205207"/>
                  </a:lnTo>
                  <a:lnTo>
                    <a:pt x="3350585" y="2205207"/>
                  </a:lnTo>
                  <a:lnTo>
                    <a:pt x="3350711" y="2205207"/>
                  </a:lnTo>
                  <a:lnTo>
                    <a:pt x="3350837" y="2205207"/>
                  </a:lnTo>
                  <a:lnTo>
                    <a:pt x="3350963" y="2205207"/>
                  </a:lnTo>
                  <a:lnTo>
                    <a:pt x="3351090" y="2205207"/>
                  </a:lnTo>
                  <a:lnTo>
                    <a:pt x="3351216" y="2205207"/>
                  </a:lnTo>
                  <a:lnTo>
                    <a:pt x="3351342" y="2205207"/>
                  </a:lnTo>
                  <a:lnTo>
                    <a:pt x="3351468" y="2205207"/>
                  </a:lnTo>
                  <a:lnTo>
                    <a:pt x="3351595" y="2205207"/>
                  </a:lnTo>
                  <a:lnTo>
                    <a:pt x="3351721" y="2205207"/>
                  </a:lnTo>
                  <a:lnTo>
                    <a:pt x="3351847" y="2205207"/>
                  </a:lnTo>
                  <a:lnTo>
                    <a:pt x="3351973" y="2205207"/>
                  </a:lnTo>
                  <a:lnTo>
                    <a:pt x="3352100" y="2205207"/>
                  </a:lnTo>
                  <a:lnTo>
                    <a:pt x="3352226" y="2205207"/>
                  </a:lnTo>
                  <a:lnTo>
                    <a:pt x="3352352" y="2205207"/>
                  </a:lnTo>
                  <a:lnTo>
                    <a:pt x="3352478" y="2205207"/>
                  </a:lnTo>
                  <a:lnTo>
                    <a:pt x="3352605" y="2205207"/>
                  </a:lnTo>
                  <a:lnTo>
                    <a:pt x="3352731" y="2205207"/>
                  </a:lnTo>
                  <a:lnTo>
                    <a:pt x="3352857" y="2205207"/>
                  </a:lnTo>
                  <a:lnTo>
                    <a:pt x="3352983" y="2205207"/>
                  </a:lnTo>
                  <a:lnTo>
                    <a:pt x="3353110" y="2205207"/>
                  </a:lnTo>
                  <a:lnTo>
                    <a:pt x="3353236" y="2205207"/>
                  </a:lnTo>
                  <a:lnTo>
                    <a:pt x="3353362" y="2205207"/>
                  </a:lnTo>
                  <a:lnTo>
                    <a:pt x="3353488" y="2205207"/>
                  </a:lnTo>
                  <a:lnTo>
                    <a:pt x="3353615" y="2205207"/>
                  </a:lnTo>
                  <a:lnTo>
                    <a:pt x="3353741" y="2205207"/>
                  </a:lnTo>
                  <a:lnTo>
                    <a:pt x="3353867" y="2205207"/>
                  </a:lnTo>
                  <a:lnTo>
                    <a:pt x="3353993" y="2205207"/>
                  </a:lnTo>
                  <a:lnTo>
                    <a:pt x="3354120" y="2205207"/>
                  </a:lnTo>
                  <a:lnTo>
                    <a:pt x="3354246" y="2205207"/>
                  </a:lnTo>
                  <a:lnTo>
                    <a:pt x="3354372" y="2205207"/>
                  </a:lnTo>
                  <a:lnTo>
                    <a:pt x="3354498" y="2205207"/>
                  </a:lnTo>
                  <a:lnTo>
                    <a:pt x="3354625" y="2205207"/>
                  </a:lnTo>
                  <a:lnTo>
                    <a:pt x="3354751" y="2205207"/>
                  </a:lnTo>
                  <a:lnTo>
                    <a:pt x="3354877" y="2205207"/>
                  </a:lnTo>
                  <a:lnTo>
                    <a:pt x="3355003" y="2205207"/>
                  </a:lnTo>
                  <a:lnTo>
                    <a:pt x="3355130" y="2205207"/>
                  </a:lnTo>
                  <a:lnTo>
                    <a:pt x="3355256" y="2205207"/>
                  </a:lnTo>
                  <a:lnTo>
                    <a:pt x="3355382" y="2205207"/>
                  </a:lnTo>
                  <a:lnTo>
                    <a:pt x="3355508" y="2205207"/>
                  </a:lnTo>
                  <a:lnTo>
                    <a:pt x="3355635" y="2205207"/>
                  </a:lnTo>
                  <a:lnTo>
                    <a:pt x="3355761" y="2205207"/>
                  </a:lnTo>
                  <a:lnTo>
                    <a:pt x="3355887" y="2205207"/>
                  </a:lnTo>
                  <a:lnTo>
                    <a:pt x="3356014" y="2205207"/>
                  </a:lnTo>
                  <a:lnTo>
                    <a:pt x="3356140" y="2205207"/>
                  </a:lnTo>
                  <a:lnTo>
                    <a:pt x="3356266" y="2205207"/>
                  </a:lnTo>
                  <a:lnTo>
                    <a:pt x="3356392" y="2205207"/>
                  </a:lnTo>
                  <a:lnTo>
                    <a:pt x="3356519" y="2205207"/>
                  </a:lnTo>
                  <a:lnTo>
                    <a:pt x="3356645" y="2205207"/>
                  </a:lnTo>
                  <a:lnTo>
                    <a:pt x="3356771" y="2205207"/>
                  </a:lnTo>
                  <a:lnTo>
                    <a:pt x="3356897" y="2205207"/>
                  </a:lnTo>
                  <a:lnTo>
                    <a:pt x="3357024" y="2205207"/>
                  </a:lnTo>
                  <a:lnTo>
                    <a:pt x="3357150" y="2205207"/>
                  </a:lnTo>
                  <a:lnTo>
                    <a:pt x="3357276" y="2205207"/>
                  </a:lnTo>
                  <a:lnTo>
                    <a:pt x="3357276" y="2200295"/>
                  </a:lnTo>
                  <a:lnTo>
                    <a:pt x="3357402" y="2200295"/>
                  </a:lnTo>
                  <a:lnTo>
                    <a:pt x="3357529" y="2200295"/>
                  </a:lnTo>
                  <a:lnTo>
                    <a:pt x="3357655" y="2200295"/>
                  </a:lnTo>
                  <a:lnTo>
                    <a:pt x="3357781" y="2200295"/>
                  </a:lnTo>
                  <a:lnTo>
                    <a:pt x="3357907" y="2200295"/>
                  </a:lnTo>
                  <a:lnTo>
                    <a:pt x="3358034" y="2200295"/>
                  </a:lnTo>
                  <a:lnTo>
                    <a:pt x="3358160" y="2200295"/>
                  </a:lnTo>
                  <a:lnTo>
                    <a:pt x="3358286" y="2200295"/>
                  </a:lnTo>
                  <a:lnTo>
                    <a:pt x="3358412" y="2200295"/>
                  </a:lnTo>
                  <a:lnTo>
                    <a:pt x="3358539" y="2200295"/>
                  </a:lnTo>
                  <a:lnTo>
                    <a:pt x="3358665" y="2200295"/>
                  </a:lnTo>
                  <a:lnTo>
                    <a:pt x="3358791" y="2200295"/>
                  </a:lnTo>
                  <a:lnTo>
                    <a:pt x="3358917" y="2200295"/>
                  </a:lnTo>
                  <a:lnTo>
                    <a:pt x="3359044" y="2200295"/>
                  </a:lnTo>
                  <a:lnTo>
                    <a:pt x="3359170" y="2200295"/>
                  </a:lnTo>
                  <a:lnTo>
                    <a:pt x="3359296" y="2200295"/>
                  </a:lnTo>
                  <a:lnTo>
                    <a:pt x="3359422" y="2200295"/>
                  </a:lnTo>
                  <a:lnTo>
                    <a:pt x="3359549" y="2200295"/>
                  </a:lnTo>
                  <a:lnTo>
                    <a:pt x="3359675" y="2200295"/>
                  </a:lnTo>
                  <a:lnTo>
                    <a:pt x="3359801" y="2200295"/>
                  </a:lnTo>
                  <a:lnTo>
                    <a:pt x="3359927" y="2200295"/>
                  </a:lnTo>
                  <a:lnTo>
                    <a:pt x="3360054" y="2200295"/>
                  </a:lnTo>
                  <a:lnTo>
                    <a:pt x="3360180" y="2200295"/>
                  </a:lnTo>
                  <a:lnTo>
                    <a:pt x="3360306" y="2200295"/>
                  </a:lnTo>
                  <a:lnTo>
                    <a:pt x="3360432" y="2200295"/>
                  </a:lnTo>
                  <a:lnTo>
                    <a:pt x="3360559" y="2200295"/>
                  </a:lnTo>
                  <a:lnTo>
                    <a:pt x="3360685" y="2200295"/>
                  </a:lnTo>
                  <a:lnTo>
                    <a:pt x="3360811" y="2200295"/>
                  </a:lnTo>
                  <a:lnTo>
                    <a:pt x="3360938" y="2200295"/>
                  </a:lnTo>
                  <a:lnTo>
                    <a:pt x="3361064" y="2200295"/>
                  </a:lnTo>
                  <a:lnTo>
                    <a:pt x="3361190" y="2200295"/>
                  </a:lnTo>
                  <a:lnTo>
                    <a:pt x="3361316" y="2200295"/>
                  </a:lnTo>
                  <a:lnTo>
                    <a:pt x="3361443" y="2200295"/>
                  </a:lnTo>
                  <a:lnTo>
                    <a:pt x="3361569" y="2200295"/>
                  </a:lnTo>
                  <a:lnTo>
                    <a:pt x="3361695" y="2200295"/>
                  </a:lnTo>
                  <a:lnTo>
                    <a:pt x="3361821" y="2200295"/>
                  </a:lnTo>
                  <a:lnTo>
                    <a:pt x="3361948" y="2200295"/>
                  </a:lnTo>
                  <a:lnTo>
                    <a:pt x="3362074" y="2200295"/>
                  </a:lnTo>
                  <a:lnTo>
                    <a:pt x="3362200" y="2200295"/>
                  </a:lnTo>
                  <a:lnTo>
                    <a:pt x="3362326" y="2200295"/>
                  </a:lnTo>
                  <a:lnTo>
                    <a:pt x="3362326" y="2195384"/>
                  </a:lnTo>
                  <a:lnTo>
                    <a:pt x="3362453" y="2195384"/>
                  </a:lnTo>
                  <a:lnTo>
                    <a:pt x="3362579" y="2195384"/>
                  </a:lnTo>
                  <a:lnTo>
                    <a:pt x="3362705" y="2195384"/>
                  </a:lnTo>
                  <a:lnTo>
                    <a:pt x="3362705" y="2190473"/>
                  </a:lnTo>
                  <a:lnTo>
                    <a:pt x="3362831" y="2190473"/>
                  </a:lnTo>
                  <a:lnTo>
                    <a:pt x="3362958" y="2190473"/>
                  </a:lnTo>
                  <a:lnTo>
                    <a:pt x="3363084" y="2190473"/>
                  </a:lnTo>
                  <a:lnTo>
                    <a:pt x="3363084" y="2185561"/>
                  </a:lnTo>
                  <a:lnTo>
                    <a:pt x="3363210" y="2185561"/>
                  </a:lnTo>
                  <a:lnTo>
                    <a:pt x="3363336" y="2185561"/>
                  </a:lnTo>
                  <a:lnTo>
                    <a:pt x="3363463" y="2185561"/>
                  </a:lnTo>
                  <a:lnTo>
                    <a:pt x="3363589" y="2185561"/>
                  </a:lnTo>
                  <a:lnTo>
                    <a:pt x="3363715" y="2185561"/>
                  </a:lnTo>
                  <a:lnTo>
                    <a:pt x="3363841" y="2185561"/>
                  </a:lnTo>
                  <a:lnTo>
                    <a:pt x="3363968" y="2185561"/>
                  </a:lnTo>
                  <a:lnTo>
                    <a:pt x="3364094" y="2185561"/>
                  </a:lnTo>
                  <a:lnTo>
                    <a:pt x="3364220" y="2185561"/>
                  </a:lnTo>
                  <a:lnTo>
                    <a:pt x="3364346" y="2185561"/>
                  </a:lnTo>
                  <a:lnTo>
                    <a:pt x="3364473" y="2185561"/>
                  </a:lnTo>
                  <a:lnTo>
                    <a:pt x="3364599" y="2185561"/>
                  </a:lnTo>
                  <a:lnTo>
                    <a:pt x="3364725" y="2185561"/>
                  </a:lnTo>
                  <a:lnTo>
                    <a:pt x="3364851" y="2185561"/>
                  </a:lnTo>
                  <a:lnTo>
                    <a:pt x="3364978" y="2185561"/>
                  </a:lnTo>
                  <a:lnTo>
                    <a:pt x="3365104" y="2185561"/>
                  </a:lnTo>
                  <a:lnTo>
                    <a:pt x="3365230" y="2185561"/>
                  </a:lnTo>
                  <a:lnTo>
                    <a:pt x="3365356" y="2185561"/>
                  </a:lnTo>
                  <a:lnTo>
                    <a:pt x="3365483" y="2185561"/>
                  </a:lnTo>
                  <a:lnTo>
                    <a:pt x="3365609" y="2185561"/>
                  </a:lnTo>
                  <a:lnTo>
                    <a:pt x="3365735" y="2185561"/>
                  </a:lnTo>
                  <a:lnTo>
                    <a:pt x="3365861" y="2185561"/>
                  </a:lnTo>
                  <a:lnTo>
                    <a:pt x="3365988" y="2185561"/>
                  </a:lnTo>
                  <a:lnTo>
                    <a:pt x="3366114" y="2185561"/>
                  </a:lnTo>
                  <a:lnTo>
                    <a:pt x="3366240" y="2185561"/>
                  </a:lnTo>
                  <a:lnTo>
                    <a:pt x="3366367" y="2185561"/>
                  </a:lnTo>
                  <a:lnTo>
                    <a:pt x="3366493" y="2185561"/>
                  </a:lnTo>
                  <a:lnTo>
                    <a:pt x="3366619" y="2185561"/>
                  </a:lnTo>
                  <a:lnTo>
                    <a:pt x="3366745" y="2185561"/>
                  </a:lnTo>
                  <a:lnTo>
                    <a:pt x="3366872" y="2185561"/>
                  </a:lnTo>
                  <a:lnTo>
                    <a:pt x="3366872" y="2180650"/>
                  </a:lnTo>
                  <a:lnTo>
                    <a:pt x="3366998" y="2180650"/>
                  </a:lnTo>
                  <a:lnTo>
                    <a:pt x="3367124" y="2180650"/>
                  </a:lnTo>
                  <a:lnTo>
                    <a:pt x="3367250" y="2180650"/>
                  </a:lnTo>
                  <a:lnTo>
                    <a:pt x="3367377" y="2180650"/>
                  </a:lnTo>
                  <a:lnTo>
                    <a:pt x="3367503" y="2180650"/>
                  </a:lnTo>
                  <a:lnTo>
                    <a:pt x="3367629" y="2180650"/>
                  </a:lnTo>
                  <a:lnTo>
                    <a:pt x="3367755" y="2180650"/>
                  </a:lnTo>
                  <a:lnTo>
                    <a:pt x="3367882" y="2180650"/>
                  </a:lnTo>
                  <a:lnTo>
                    <a:pt x="3368008" y="2180650"/>
                  </a:lnTo>
                  <a:lnTo>
                    <a:pt x="3368134" y="2180650"/>
                  </a:lnTo>
                  <a:lnTo>
                    <a:pt x="3368260" y="2180650"/>
                  </a:lnTo>
                  <a:lnTo>
                    <a:pt x="3368387" y="2180650"/>
                  </a:lnTo>
                  <a:lnTo>
                    <a:pt x="3368513" y="2180650"/>
                  </a:lnTo>
                  <a:lnTo>
                    <a:pt x="3368639" y="2180650"/>
                  </a:lnTo>
                  <a:lnTo>
                    <a:pt x="3368765" y="2180650"/>
                  </a:lnTo>
                  <a:lnTo>
                    <a:pt x="3368892" y="2180650"/>
                  </a:lnTo>
                  <a:lnTo>
                    <a:pt x="3369018" y="2180650"/>
                  </a:lnTo>
                  <a:lnTo>
                    <a:pt x="3369144" y="2180650"/>
                  </a:lnTo>
                  <a:lnTo>
                    <a:pt x="3369270" y="2180650"/>
                  </a:lnTo>
                  <a:lnTo>
                    <a:pt x="3369397" y="2180650"/>
                  </a:lnTo>
                  <a:lnTo>
                    <a:pt x="3369523" y="2180650"/>
                  </a:lnTo>
                  <a:lnTo>
                    <a:pt x="3369649" y="2180650"/>
                  </a:lnTo>
                  <a:lnTo>
                    <a:pt x="3369775" y="2180650"/>
                  </a:lnTo>
                  <a:lnTo>
                    <a:pt x="3369902" y="2180650"/>
                  </a:lnTo>
                  <a:lnTo>
                    <a:pt x="3370028" y="2180650"/>
                  </a:lnTo>
                  <a:lnTo>
                    <a:pt x="3370028" y="2175739"/>
                  </a:lnTo>
                  <a:lnTo>
                    <a:pt x="3370154" y="2175739"/>
                  </a:lnTo>
                  <a:lnTo>
                    <a:pt x="3370280" y="2175739"/>
                  </a:lnTo>
                  <a:lnTo>
                    <a:pt x="3370407" y="2175739"/>
                  </a:lnTo>
                  <a:lnTo>
                    <a:pt x="3370533" y="2175739"/>
                  </a:lnTo>
                  <a:lnTo>
                    <a:pt x="3370659" y="2175739"/>
                  </a:lnTo>
                  <a:lnTo>
                    <a:pt x="3370785" y="2175739"/>
                  </a:lnTo>
                  <a:lnTo>
                    <a:pt x="3370912" y="2175739"/>
                  </a:lnTo>
                  <a:lnTo>
                    <a:pt x="3371038" y="2175739"/>
                  </a:lnTo>
                  <a:lnTo>
                    <a:pt x="3371164" y="2175739"/>
                  </a:lnTo>
                  <a:lnTo>
                    <a:pt x="3371291" y="2175739"/>
                  </a:lnTo>
                  <a:lnTo>
                    <a:pt x="3371417" y="2175739"/>
                  </a:lnTo>
                  <a:lnTo>
                    <a:pt x="3371543" y="2175739"/>
                  </a:lnTo>
                  <a:lnTo>
                    <a:pt x="3371669" y="2175739"/>
                  </a:lnTo>
                  <a:lnTo>
                    <a:pt x="3371796" y="2175739"/>
                  </a:lnTo>
                  <a:lnTo>
                    <a:pt x="3371922" y="2175739"/>
                  </a:lnTo>
                  <a:lnTo>
                    <a:pt x="3372048" y="2175739"/>
                  </a:lnTo>
                  <a:lnTo>
                    <a:pt x="3372174" y="2175739"/>
                  </a:lnTo>
                  <a:lnTo>
                    <a:pt x="3372301" y="2175739"/>
                  </a:lnTo>
                  <a:lnTo>
                    <a:pt x="3372427" y="2175739"/>
                  </a:lnTo>
                  <a:lnTo>
                    <a:pt x="3372553" y="2175739"/>
                  </a:lnTo>
                  <a:lnTo>
                    <a:pt x="3372679" y="2175739"/>
                  </a:lnTo>
                  <a:lnTo>
                    <a:pt x="3372806" y="2175739"/>
                  </a:lnTo>
                  <a:lnTo>
                    <a:pt x="3372932" y="2175739"/>
                  </a:lnTo>
                  <a:lnTo>
                    <a:pt x="3373058" y="2175739"/>
                  </a:lnTo>
                  <a:lnTo>
                    <a:pt x="3373184" y="2175739"/>
                  </a:lnTo>
                  <a:lnTo>
                    <a:pt x="3373311" y="2175739"/>
                  </a:lnTo>
                  <a:lnTo>
                    <a:pt x="3373437" y="2175739"/>
                  </a:lnTo>
                  <a:lnTo>
                    <a:pt x="3373563" y="2175739"/>
                  </a:lnTo>
                  <a:lnTo>
                    <a:pt x="3373689" y="2175739"/>
                  </a:lnTo>
                  <a:lnTo>
                    <a:pt x="3373816" y="2175739"/>
                  </a:lnTo>
                  <a:lnTo>
                    <a:pt x="3373942" y="2175739"/>
                  </a:lnTo>
                  <a:lnTo>
                    <a:pt x="3373942" y="2170827"/>
                  </a:lnTo>
                  <a:lnTo>
                    <a:pt x="3373942" y="2165916"/>
                  </a:lnTo>
                  <a:lnTo>
                    <a:pt x="3374068" y="2165916"/>
                  </a:lnTo>
                  <a:lnTo>
                    <a:pt x="3374194" y="2165916"/>
                  </a:lnTo>
                  <a:lnTo>
                    <a:pt x="3374321" y="2165916"/>
                  </a:lnTo>
                  <a:lnTo>
                    <a:pt x="3374447" y="2165916"/>
                  </a:lnTo>
                  <a:lnTo>
                    <a:pt x="3374573" y="2165916"/>
                  </a:lnTo>
                  <a:lnTo>
                    <a:pt x="3374699" y="2165916"/>
                  </a:lnTo>
                  <a:lnTo>
                    <a:pt x="3374826" y="2165916"/>
                  </a:lnTo>
                  <a:lnTo>
                    <a:pt x="3374952" y="2165916"/>
                  </a:lnTo>
                  <a:lnTo>
                    <a:pt x="3375078" y="2165916"/>
                  </a:lnTo>
                  <a:lnTo>
                    <a:pt x="3375204" y="2165916"/>
                  </a:lnTo>
                  <a:lnTo>
                    <a:pt x="3375331" y="2165916"/>
                  </a:lnTo>
                  <a:lnTo>
                    <a:pt x="3375457" y="2165916"/>
                  </a:lnTo>
                  <a:lnTo>
                    <a:pt x="3375583" y="2165916"/>
                  </a:lnTo>
                  <a:lnTo>
                    <a:pt x="3375709" y="2165916"/>
                  </a:lnTo>
                  <a:lnTo>
                    <a:pt x="3375836" y="2165916"/>
                  </a:lnTo>
                  <a:lnTo>
                    <a:pt x="3375962" y="2165916"/>
                  </a:lnTo>
                  <a:lnTo>
                    <a:pt x="3376088" y="2165916"/>
                  </a:lnTo>
                  <a:lnTo>
                    <a:pt x="3376214" y="2165916"/>
                  </a:lnTo>
                  <a:lnTo>
                    <a:pt x="3376341" y="2165916"/>
                  </a:lnTo>
                  <a:lnTo>
                    <a:pt x="3376467" y="2165916"/>
                  </a:lnTo>
                  <a:lnTo>
                    <a:pt x="3376593" y="2165916"/>
                  </a:lnTo>
                  <a:lnTo>
                    <a:pt x="3376720" y="2165916"/>
                  </a:lnTo>
                  <a:lnTo>
                    <a:pt x="3376846" y="2165916"/>
                  </a:lnTo>
                  <a:lnTo>
                    <a:pt x="3376972" y="2165916"/>
                  </a:lnTo>
                  <a:lnTo>
                    <a:pt x="3377098" y="2165916"/>
                  </a:lnTo>
                  <a:lnTo>
                    <a:pt x="3377225" y="2165916"/>
                  </a:lnTo>
                  <a:lnTo>
                    <a:pt x="3377351" y="2165916"/>
                  </a:lnTo>
                  <a:lnTo>
                    <a:pt x="3377477" y="2165916"/>
                  </a:lnTo>
                  <a:lnTo>
                    <a:pt x="3377603" y="2165916"/>
                  </a:lnTo>
                  <a:lnTo>
                    <a:pt x="3377730" y="2165916"/>
                  </a:lnTo>
                  <a:lnTo>
                    <a:pt x="3377856" y="2165916"/>
                  </a:lnTo>
                  <a:lnTo>
                    <a:pt x="3377982" y="2165916"/>
                  </a:lnTo>
                  <a:lnTo>
                    <a:pt x="3378108" y="2165916"/>
                  </a:lnTo>
                  <a:lnTo>
                    <a:pt x="3378235" y="2165916"/>
                  </a:lnTo>
                  <a:lnTo>
                    <a:pt x="3378361" y="2165916"/>
                  </a:lnTo>
                  <a:lnTo>
                    <a:pt x="3378487" y="2165916"/>
                  </a:lnTo>
                  <a:lnTo>
                    <a:pt x="3378613" y="2165916"/>
                  </a:lnTo>
                  <a:lnTo>
                    <a:pt x="3378740" y="2165916"/>
                  </a:lnTo>
                  <a:lnTo>
                    <a:pt x="3378866" y="2165916"/>
                  </a:lnTo>
                  <a:lnTo>
                    <a:pt x="3378992" y="2165916"/>
                  </a:lnTo>
                  <a:lnTo>
                    <a:pt x="3379118" y="2165916"/>
                  </a:lnTo>
                  <a:lnTo>
                    <a:pt x="3379245" y="2165916"/>
                  </a:lnTo>
                  <a:lnTo>
                    <a:pt x="3379371" y="2165916"/>
                  </a:lnTo>
                  <a:lnTo>
                    <a:pt x="3379497" y="2165916"/>
                  </a:lnTo>
                  <a:lnTo>
                    <a:pt x="3379623" y="2165916"/>
                  </a:lnTo>
                  <a:lnTo>
                    <a:pt x="3379750" y="2165916"/>
                  </a:lnTo>
                  <a:lnTo>
                    <a:pt x="3379876" y="2165916"/>
                  </a:lnTo>
                  <a:lnTo>
                    <a:pt x="3380002" y="2165916"/>
                  </a:lnTo>
                  <a:lnTo>
                    <a:pt x="3380128" y="2165916"/>
                  </a:lnTo>
                  <a:lnTo>
                    <a:pt x="3380255" y="2165916"/>
                  </a:lnTo>
                  <a:lnTo>
                    <a:pt x="3380381" y="2165916"/>
                  </a:lnTo>
                  <a:lnTo>
                    <a:pt x="3380507" y="2165916"/>
                  </a:lnTo>
                  <a:lnTo>
                    <a:pt x="3380633" y="2165916"/>
                  </a:lnTo>
                  <a:lnTo>
                    <a:pt x="3380760" y="2165916"/>
                  </a:lnTo>
                  <a:lnTo>
                    <a:pt x="3380886" y="2165916"/>
                  </a:lnTo>
                  <a:lnTo>
                    <a:pt x="3381012" y="2165916"/>
                  </a:lnTo>
                  <a:lnTo>
                    <a:pt x="3381138" y="2165916"/>
                  </a:lnTo>
                  <a:lnTo>
                    <a:pt x="3381265" y="2165916"/>
                  </a:lnTo>
                  <a:lnTo>
                    <a:pt x="3381391" y="2165916"/>
                  </a:lnTo>
                  <a:lnTo>
                    <a:pt x="3381517" y="2165916"/>
                  </a:lnTo>
                  <a:lnTo>
                    <a:pt x="3381644" y="2165916"/>
                  </a:lnTo>
                  <a:lnTo>
                    <a:pt x="3381770" y="2165916"/>
                  </a:lnTo>
                  <a:lnTo>
                    <a:pt x="3381896" y="2165916"/>
                  </a:lnTo>
                  <a:lnTo>
                    <a:pt x="3382022" y="2165916"/>
                  </a:lnTo>
                  <a:lnTo>
                    <a:pt x="3382149" y="2165916"/>
                  </a:lnTo>
                  <a:lnTo>
                    <a:pt x="3382275" y="2165916"/>
                  </a:lnTo>
                  <a:lnTo>
                    <a:pt x="3382401" y="2165916"/>
                  </a:lnTo>
                  <a:lnTo>
                    <a:pt x="3382527" y="2165916"/>
                  </a:lnTo>
                  <a:lnTo>
                    <a:pt x="3382654" y="2165916"/>
                  </a:lnTo>
                  <a:lnTo>
                    <a:pt x="3382780" y="2165916"/>
                  </a:lnTo>
                  <a:lnTo>
                    <a:pt x="3382906" y="2165916"/>
                  </a:lnTo>
                  <a:lnTo>
                    <a:pt x="3383032" y="2165916"/>
                  </a:lnTo>
                  <a:lnTo>
                    <a:pt x="3383159" y="2165916"/>
                  </a:lnTo>
                  <a:lnTo>
                    <a:pt x="3383285" y="2165916"/>
                  </a:lnTo>
                  <a:lnTo>
                    <a:pt x="3383411" y="2165916"/>
                  </a:lnTo>
                  <a:lnTo>
                    <a:pt x="3383537" y="2165916"/>
                  </a:lnTo>
                  <a:lnTo>
                    <a:pt x="3383537" y="2161004"/>
                  </a:lnTo>
                  <a:lnTo>
                    <a:pt x="3383664" y="2161004"/>
                  </a:lnTo>
                  <a:lnTo>
                    <a:pt x="3383790" y="2161004"/>
                  </a:lnTo>
                  <a:lnTo>
                    <a:pt x="3383916" y="2161004"/>
                  </a:lnTo>
                  <a:lnTo>
                    <a:pt x="3383916" y="2156093"/>
                  </a:lnTo>
                  <a:lnTo>
                    <a:pt x="3384042" y="2156093"/>
                  </a:lnTo>
                  <a:lnTo>
                    <a:pt x="3384169" y="2156093"/>
                  </a:lnTo>
                  <a:lnTo>
                    <a:pt x="3384295" y="2156093"/>
                  </a:lnTo>
                  <a:lnTo>
                    <a:pt x="3384421" y="2156093"/>
                  </a:lnTo>
                  <a:lnTo>
                    <a:pt x="3384547" y="2156093"/>
                  </a:lnTo>
                  <a:lnTo>
                    <a:pt x="3384674" y="2156093"/>
                  </a:lnTo>
                  <a:lnTo>
                    <a:pt x="3384800" y="2156093"/>
                  </a:lnTo>
                  <a:lnTo>
                    <a:pt x="3384926" y="2156093"/>
                  </a:lnTo>
                  <a:lnTo>
                    <a:pt x="3385052" y="2156093"/>
                  </a:lnTo>
                  <a:lnTo>
                    <a:pt x="3385179" y="2156093"/>
                  </a:lnTo>
                  <a:lnTo>
                    <a:pt x="3385305" y="2156093"/>
                  </a:lnTo>
                  <a:lnTo>
                    <a:pt x="3385431" y="2156093"/>
                  </a:lnTo>
                  <a:lnTo>
                    <a:pt x="3385557" y="2156093"/>
                  </a:lnTo>
                  <a:lnTo>
                    <a:pt x="3385684" y="2156093"/>
                  </a:lnTo>
                  <a:lnTo>
                    <a:pt x="3385810" y="2156093"/>
                  </a:lnTo>
                  <a:lnTo>
                    <a:pt x="3385936" y="2156093"/>
                  </a:lnTo>
                  <a:lnTo>
                    <a:pt x="3386062" y="2156093"/>
                  </a:lnTo>
                  <a:lnTo>
                    <a:pt x="3386189" y="2156093"/>
                  </a:lnTo>
                  <a:lnTo>
                    <a:pt x="3386315" y="2156093"/>
                  </a:lnTo>
                  <a:lnTo>
                    <a:pt x="3386441" y="2156093"/>
                  </a:lnTo>
                  <a:lnTo>
                    <a:pt x="3386568" y="2156093"/>
                  </a:lnTo>
                  <a:lnTo>
                    <a:pt x="3386694" y="2156093"/>
                  </a:lnTo>
                  <a:lnTo>
                    <a:pt x="3386820" y="2156093"/>
                  </a:lnTo>
                  <a:lnTo>
                    <a:pt x="3386946" y="2156093"/>
                  </a:lnTo>
                  <a:lnTo>
                    <a:pt x="3387073" y="2156093"/>
                  </a:lnTo>
                  <a:lnTo>
                    <a:pt x="3387199" y="2156093"/>
                  </a:lnTo>
                  <a:lnTo>
                    <a:pt x="3387325" y="2156093"/>
                  </a:lnTo>
                  <a:lnTo>
                    <a:pt x="3387451" y="2156093"/>
                  </a:lnTo>
                  <a:lnTo>
                    <a:pt x="3387578" y="2156093"/>
                  </a:lnTo>
                  <a:lnTo>
                    <a:pt x="3387704" y="2156093"/>
                  </a:lnTo>
                  <a:lnTo>
                    <a:pt x="3387830" y="2156093"/>
                  </a:lnTo>
                  <a:lnTo>
                    <a:pt x="3387956" y="2156093"/>
                  </a:lnTo>
                  <a:lnTo>
                    <a:pt x="3388083" y="2156093"/>
                  </a:lnTo>
                  <a:lnTo>
                    <a:pt x="3388209" y="2156093"/>
                  </a:lnTo>
                  <a:lnTo>
                    <a:pt x="3388335" y="2156093"/>
                  </a:lnTo>
                  <a:lnTo>
                    <a:pt x="3388461" y="2156093"/>
                  </a:lnTo>
                  <a:lnTo>
                    <a:pt x="3388588" y="2156093"/>
                  </a:lnTo>
                  <a:lnTo>
                    <a:pt x="3388714" y="2156093"/>
                  </a:lnTo>
                  <a:lnTo>
                    <a:pt x="3388840" y="2156093"/>
                  </a:lnTo>
                  <a:lnTo>
                    <a:pt x="3388966" y="2156093"/>
                  </a:lnTo>
                  <a:lnTo>
                    <a:pt x="3389093" y="2156093"/>
                  </a:lnTo>
                  <a:lnTo>
                    <a:pt x="3389219" y="2156093"/>
                  </a:lnTo>
                  <a:lnTo>
                    <a:pt x="3389345" y="2156093"/>
                  </a:lnTo>
                  <a:lnTo>
                    <a:pt x="3389471" y="2156093"/>
                  </a:lnTo>
                  <a:lnTo>
                    <a:pt x="3389598" y="2156093"/>
                  </a:lnTo>
                  <a:lnTo>
                    <a:pt x="3389724" y="2156093"/>
                  </a:lnTo>
                  <a:lnTo>
                    <a:pt x="3389850" y="2156093"/>
                  </a:lnTo>
                  <a:lnTo>
                    <a:pt x="3389976" y="2156093"/>
                  </a:lnTo>
                  <a:lnTo>
                    <a:pt x="3390103" y="2156093"/>
                  </a:lnTo>
                  <a:lnTo>
                    <a:pt x="3390229" y="2156093"/>
                  </a:lnTo>
                  <a:lnTo>
                    <a:pt x="3390355" y="2156093"/>
                  </a:lnTo>
                  <a:lnTo>
                    <a:pt x="3390481" y="2156093"/>
                  </a:lnTo>
                  <a:lnTo>
                    <a:pt x="3390608" y="2156093"/>
                  </a:lnTo>
                  <a:lnTo>
                    <a:pt x="3390734" y="2156093"/>
                  </a:lnTo>
                  <a:lnTo>
                    <a:pt x="3390860" y="2156093"/>
                  </a:lnTo>
                  <a:lnTo>
                    <a:pt x="3390986" y="2156093"/>
                  </a:lnTo>
                  <a:lnTo>
                    <a:pt x="3391113" y="2156093"/>
                  </a:lnTo>
                  <a:lnTo>
                    <a:pt x="3391239" y="2156093"/>
                  </a:lnTo>
                  <a:lnTo>
                    <a:pt x="3391365" y="2156093"/>
                  </a:lnTo>
                  <a:lnTo>
                    <a:pt x="3391491" y="2156093"/>
                  </a:lnTo>
                  <a:lnTo>
                    <a:pt x="3391618" y="2156093"/>
                  </a:lnTo>
                  <a:lnTo>
                    <a:pt x="3391744" y="2156093"/>
                  </a:lnTo>
                  <a:lnTo>
                    <a:pt x="3391870" y="2156093"/>
                  </a:lnTo>
                  <a:lnTo>
                    <a:pt x="3391870" y="2151182"/>
                  </a:lnTo>
                  <a:lnTo>
                    <a:pt x="3391870" y="2146270"/>
                  </a:lnTo>
                  <a:lnTo>
                    <a:pt x="3391997" y="2146270"/>
                  </a:lnTo>
                  <a:lnTo>
                    <a:pt x="3392123" y="2146270"/>
                  </a:lnTo>
                  <a:lnTo>
                    <a:pt x="3392249" y="2146270"/>
                  </a:lnTo>
                  <a:lnTo>
                    <a:pt x="3392375" y="2146270"/>
                  </a:lnTo>
                  <a:lnTo>
                    <a:pt x="3392502" y="2146270"/>
                  </a:lnTo>
                  <a:lnTo>
                    <a:pt x="3392628" y="2146270"/>
                  </a:lnTo>
                  <a:lnTo>
                    <a:pt x="3392754" y="2146270"/>
                  </a:lnTo>
                  <a:lnTo>
                    <a:pt x="3392880" y="2146270"/>
                  </a:lnTo>
                  <a:lnTo>
                    <a:pt x="3393007" y="2146270"/>
                  </a:lnTo>
                  <a:lnTo>
                    <a:pt x="3393133" y="2146270"/>
                  </a:lnTo>
                  <a:lnTo>
                    <a:pt x="3393259" y="2146270"/>
                  </a:lnTo>
                  <a:lnTo>
                    <a:pt x="3393385" y="2146270"/>
                  </a:lnTo>
                  <a:lnTo>
                    <a:pt x="3393512" y="2146270"/>
                  </a:lnTo>
                  <a:lnTo>
                    <a:pt x="3393638" y="2146270"/>
                  </a:lnTo>
                  <a:lnTo>
                    <a:pt x="3393764" y="2146270"/>
                  </a:lnTo>
                  <a:lnTo>
                    <a:pt x="3393890" y="2146270"/>
                  </a:lnTo>
                  <a:lnTo>
                    <a:pt x="3394017" y="2146270"/>
                  </a:lnTo>
                  <a:lnTo>
                    <a:pt x="3394143" y="2146270"/>
                  </a:lnTo>
                  <a:lnTo>
                    <a:pt x="3394269" y="2146270"/>
                  </a:lnTo>
                  <a:lnTo>
                    <a:pt x="3394395" y="2146270"/>
                  </a:lnTo>
                  <a:lnTo>
                    <a:pt x="3394522" y="2146270"/>
                  </a:lnTo>
                  <a:lnTo>
                    <a:pt x="3394648" y="2146270"/>
                  </a:lnTo>
                  <a:lnTo>
                    <a:pt x="3394774" y="2146270"/>
                  </a:lnTo>
                  <a:lnTo>
                    <a:pt x="3394900" y="2146270"/>
                  </a:lnTo>
                  <a:lnTo>
                    <a:pt x="3395027" y="2146270"/>
                  </a:lnTo>
                  <a:lnTo>
                    <a:pt x="3395153" y="2146270"/>
                  </a:lnTo>
                  <a:lnTo>
                    <a:pt x="3395279" y="2146270"/>
                  </a:lnTo>
                  <a:lnTo>
                    <a:pt x="3395405" y="2146270"/>
                  </a:lnTo>
                  <a:lnTo>
                    <a:pt x="3395532" y="2146270"/>
                  </a:lnTo>
                  <a:lnTo>
                    <a:pt x="3395658" y="2146270"/>
                  </a:lnTo>
                  <a:lnTo>
                    <a:pt x="3395784" y="2146270"/>
                  </a:lnTo>
                  <a:lnTo>
                    <a:pt x="3395910" y="2146270"/>
                  </a:lnTo>
                  <a:lnTo>
                    <a:pt x="3396037" y="2146270"/>
                  </a:lnTo>
                  <a:lnTo>
                    <a:pt x="3396163" y="2146270"/>
                  </a:lnTo>
                  <a:lnTo>
                    <a:pt x="3396289" y="2146270"/>
                  </a:lnTo>
                  <a:lnTo>
                    <a:pt x="3396415" y="2146270"/>
                  </a:lnTo>
                  <a:lnTo>
                    <a:pt x="3396542" y="2146270"/>
                  </a:lnTo>
                  <a:lnTo>
                    <a:pt x="3396668" y="2146270"/>
                  </a:lnTo>
                  <a:lnTo>
                    <a:pt x="3396794" y="2146270"/>
                  </a:lnTo>
                  <a:lnTo>
                    <a:pt x="3396921" y="2146270"/>
                  </a:lnTo>
                  <a:lnTo>
                    <a:pt x="3397047" y="2146270"/>
                  </a:lnTo>
                  <a:lnTo>
                    <a:pt x="3397173" y="2146270"/>
                  </a:lnTo>
                  <a:lnTo>
                    <a:pt x="3397299" y="2146270"/>
                  </a:lnTo>
                  <a:lnTo>
                    <a:pt x="3397426" y="2146270"/>
                  </a:lnTo>
                  <a:lnTo>
                    <a:pt x="3397552" y="2146270"/>
                  </a:lnTo>
                  <a:lnTo>
                    <a:pt x="3397678" y="2146270"/>
                  </a:lnTo>
                  <a:lnTo>
                    <a:pt x="3397804" y="2146270"/>
                  </a:lnTo>
                  <a:lnTo>
                    <a:pt x="3397931" y="2146270"/>
                  </a:lnTo>
                  <a:lnTo>
                    <a:pt x="3398057" y="2146270"/>
                  </a:lnTo>
                  <a:lnTo>
                    <a:pt x="3398183" y="2146270"/>
                  </a:lnTo>
                  <a:lnTo>
                    <a:pt x="3398309" y="2146270"/>
                  </a:lnTo>
                  <a:lnTo>
                    <a:pt x="3398436" y="2146270"/>
                  </a:lnTo>
                  <a:lnTo>
                    <a:pt x="3398562" y="2146270"/>
                  </a:lnTo>
                  <a:lnTo>
                    <a:pt x="3398688" y="2146270"/>
                  </a:lnTo>
                  <a:lnTo>
                    <a:pt x="3398814" y="2146270"/>
                  </a:lnTo>
                  <a:lnTo>
                    <a:pt x="3398941" y="2146270"/>
                  </a:lnTo>
                  <a:lnTo>
                    <a:pt x="3399067" y="2146270"/>
                  </a:lnTo>
                  <a:lnTo>
                    <a:pt x="3399193" y="2146270"/>
                  </a:lnTo>
                  <a:lnTo>
                    <a:pt x="3399319" y="2146270"/>
                  </a:lnTo>
                  <a:lnTo>
                    <a:pt x="3399446" y="2146270"/>
                  </a:lnTo>
                  <a:lnTo>
                    <a:pt x="3399572" y="2146270"/>
                  </a:lnTo>
                  <a:lnTo>
                    <a:pt x="3399698" y="2146270"/>
                  </a:lnTo>
                  <a:lnTo>
                    <a:pt x="3399824" y="2146270"/>
                  </a:lnTo>
                  <a:lnTo>
                    <a:pt x="3399951" y="2146270"/>
                  </a:lnTo>
                  <a:lnTo>
                    <a:pt x="3400077" y="2146270"/>
                  </a:lnTo>
                  <a:lnTo>
                    <a:pt x="3400203" y="2146270"/>
                  </a:lnTo>
                  <a:lnTo>
                    <a:pt x="3400329" y="2146270"/>
                  </a:lnTo>
                  <a:lnTo>
                    <a:pt x="3400456" y="2146270"/>
                  </a:lnTo>
                  <a:lnTo>
                    <a:pt x="3400582" y="2146270"/>
                  </a:lnTo>
                  <a:lnTo>
                    <a:pt x="3400708" y="2146270"/>
                  </a:lnTo>
                  <a:lnTo>
                    <a:pt x="3400834" y="2146270"/>
                  </a:lnTo>
                  <a:lnTo>
                    <a:pt x="3400961" y="2146270"/>
                  </a:lnTo>
                  <a:lnTo>
                    <a:pt x="3401087" y="2146270"/>
                  </a:lnTo>
                  <a:lnTo>
                    <a:pt x="3401213" y="2146270"/>
                  </a:lnTo>
                  <a:lnTo>
                    <a:pt x="3401339" y="2146270"/>
                  </a:lnTo>
                  <a:lnTo>
                    <a:pt x="3401466" y="2146270"/>
                  </a:lnTo>
                  <a:lnTo>
                    <a:pt x="3401592" y="2146270"/>
                  </a:lnTo>
                  <a:lnTo>
                    <a:pt x="3401718" y="2146270"/>
                  </a:lnTo>
                  <a:lnTo>
                    <a:pt x="3401718" y="2141359"/>
                  </a:lnTo>
                  <a:lnTo>
                    <a:pt x="3401844" y="2141359"/>
                  </a:lnTo>
                  <a:lnTo>
                    <a:pt x="3401971" y="2141359"/>
                  </a:lnTo>
                  <a:lnTo>
                    <a:pt x="3402097" y="2141359"/>
                  </a:lnTo>
                  <a:lnTo>
                    <a:pt x="3402223" y="2141359"/>
                  </a:lnTo>
                  <a:lnTo>
                    <a:pt x="3402350" y="2141359"/>
                  </a:lnTo>
                  <a:lnTo>
                    <a:pt x="3402476" y="2141359"/>
                  </a:lnTo>
                  <a:lnTo>
                    <a:pt x="3402602" y="2141359"/>
                  </a:lnTo>
                  <a:lnTo>
                    <a:pt x="3402728" y="2141359"/>
                  </a:lnTo>
                  <a:lnTo>
                    <a:pt x="3402855" y="2141359"/>
                  </a:lnTo>
                  <a:lnTo>
                    <a:pt x="3402981" y="2141359"/>
                  </a:lnTo>
                  <a:lnTo>
                    <a:pt x="3403107" y="2141359"/>
                  </a:lnTo>
                  <a:lnTo>
                    <a:pt x="3403233" y="2141359"/>
                  </a:lnTo>
                  <a:lnTo>
                    <a:pt x="3403360" y="2141359"/>
                  </a:lnTo>
                  <a:lnTo>
                    <a:pt x="3403486" y="2141359"/>
                  </a:lnTo>
                  <a:lnTo>
                    <a:pt x="3403612" y="2141359"/>
                  </a:lnTo>
                  <a:lnTo>
                    <a:pt x="3403738" y="2141359"/>
                  </a:lnTo>
                  <a:lnTo>
                    <a:pt x="3403865" y="2141359"/>
                  </a:lnTo>
                  <a:lnTo>
                    <a:pt x="3403991" y="2141359"/>
                  </a:lnTo>
                  <a:lnTo>
                    <a:pt x="3404117" y="2141359"/>
                  </a:lnTo>
                  <a:lnTo>
                    <a:pt x="3404243" y="2141359"/>
                  </a:lnTo>
                  <a:lnTo>
                    <a:pt x="3404370" y="2141359"/>
                  </a:lnTo>
                  <a:lnTo>
                    <a:pt x="3404496" y="2141359"/>
                  </a:lnTo>
                  <a:lnTo>
                    <a:pt x="3404622" y="2141359"/>
                  </a:lnTo>
                  <a:lnTo>
                    <a:pt x="3404748" y="2141359"/>
                  </a:lnTo>
                  <a:lnTo>
                    <a:pt x="3404875" y="2141359"/>
                  </a:lnTo>
                  <a:lnTo>
                    <a:pt x="3405001" y="2141359"/>
                  </a:lnTo>
                  <a:lnTo>
                    <a:pt x="3405127" y="2141359"/>
                  </a:lnTo>
                  <a:lnTo>
                    <a:pt x="3405253" y="2141359"/>
                  </a:lnTo>
                  <a:lnTo>
                    <a:pt x="3405380" y="2141359"/>
                  </a:lnTo>
                  <a:lnTo>
                    <a:pt x="3405506" y="2141359"/>
                  </a:lnTo>
                  <a:lnTo>
                    <a:pt x="3405632" y="2141359"/>
                  </a:lnTo>
                  <a:lnTo>
                    <a:pt x="3405758" y="2141359"/>
                  </a:lnTo>
                  <a:lnTo>
                    <a:pt x="3405885" y="2141359"/>
                  </a:lnTo>
                  <a:lnTo>
                    <a:pt x="3406011" y="2141359"/>
                  </a:lnTo>
                  <a:lnTo>
                    <a:pt x="3406137" y="2141359"/>
                  </a:lnTo>
                  <a:lnTo>
                    <a:pt x="3406263" y="2141359"/>
                  </a:lnTo>
                  <a:lnTo>
                    <a:pt x="3406390" y="2141359"/>
                  </a:lnTo>
                  <a:lnTo>
                    <a:pt x="3406516" y="2141359"/>
                  </a:lnTo>
                  <a:lnTo>
                    <a:pt x="3406642" y="2141359"/>
                  </a:lnTo>
                  <a:lnTo>
                    <a:pt x="3406768" y="2141359"/>
                  </a:lnTo>
                  <a:lnTo>
                    <a:pt x="3406895" y="2141359"/>
                  </a:lnTo>
                  <a:lnTo>
                    <a:pt x="3407021" y="2141359"/>
                  </a:lnTo>
                  <a:lnTo>
                    <a:pt x="3407147" y="2141359"/>
                  </a:lnTo>
                  <a:lnTo>
                    <a:pt x="3407274" y="2141359"/>
                  </a:lnTo>
                  <a:lnTo>
                    <a:pt x="3407400" y="2141359"/>
                  </a:lnTo>
                  <a:lnTo>
                    <a:pt x="3407526" y="2141359"/>
                  </a:lnTo>
                  <a:lnTo>
                    <a:pt x="3407652" y="2141359"/>
                  </a:lnTo>
                  <a:lnTo>
                    <a:pt x="3407779" y="2141359"/>
                  </a:lnTo>
                  <a:lnTo>
                    <a:pt x="3407905" y="2141359"/>
                  </a:lnTo>
                  <a:lnTo>
                    <a:pt x="3408031" y="2141359"/>
                  </a:lnTo>
                  <a:lnTo>
                    <a:pt x="3408157" y="2141359"/>
                  </a:lnTo>
                  <a:lnTo>
                    <a:pt x="3408284" y="2141359"/>
                  </a:lnTo>
                  <a:lnTo>
                    <a:pt x="3408410" y="2141359"/>
                  </a:lnTo>
                  <a:lnTo>
                    <a:pt x="3408536" y="2141359"/>
                  </a:lnTo>
                  <a:lnTo>
                    <a:pt x="3408662" y="2141359"/>
                  </a:lnTo>
                  <a:lnTo>
                    <a:pt x="3408789" y="2141359"/>
                  </a:lnTo>
                  <a:lnTo>
                    <a:pt x="3408915" y="2141359"/>
                  </a:lnTo>
                  <a:lnTo>
                    <a:pt x="3409041" y="2141359"/>
                  </a:lnTo>
                  <a:lnTo>
                    <a:pt x="3409167" y="2141359"/>
                  </a:lnTo>
                  <a:lnTo>
                    <a:pt x="3409294" y="2141359"/>
                  </a:lnTo>
                  <a:lnTo>
                    <a:pt x="3409420" y="2141359"/>
                  </a:lnTo>
                  <a:lnTo>
                    <a:pt x="3409546" y="2141359"/>
                  </a:lnTo>
                  <a:lnTo>
                    <a:pt x="3409672" y="2141359"/>
                  </a:lnTo>
                  <a:lnTo>
                    <a:pt x="3409799" y="2141359"/>
                  </a:lnTo>
                  <a:lnTo>
                    <a:pt x="3409925" y="2141359"/>
                  </a:lnTo>
                  <a:lnTo>
                    <a:pt x="3410051" y="2141359"/>
                  </a:lnTo>
                  <a:lnTo>
                    <a:pt x="3410177" y="2141359"/>
                  </a:lnTo>
                  <a:lnTo>
                    <a:pt x="3410304" y="2141359"/>
                  </a:lnTo>
                  <a:lnTo>
                    <a:pt x="3410430" y="2141359"/>
                  </a:lnTo>
                  <a:lnTo>
                    <a:pt x="3410556" y="2141359"/>
                  </a:lnTo>
                  <a:lnTo>
                    <a:pt x="3410682" y="2141359"/>
                  </a:lnTo>
                  <a:lnTo>
                    <a:pt x="3410809" y="2141359"/>
                  </a:lnTo>
                  <a:lnTo>
                    <a:pt x="3410935" y="2141359"/>
                  </a:lnTo>
                  <a:lnTo>
                    <a:pt x="3411061" y="2141359"/>
                  </a:lnTo>
                  <a:lnTo>
                    <a:pt x="3411187" y="2141359"/>
                  </a:lnTo>
                  <a:lnTo>
                    <a:pt x="3411314" y="2141359"/>
                  </a:lnTo>
                  <a:lnTo>
                    <a:pt x="3411440" y="2141359"/>
                  </a:lnTo>
                  <a:lnTo>
                    <a:pt x="3411566" y="2141359"/>
                  </a:lnTo>
                  <a:lnTo>
                    <a:pt x="3411692" y="2141359"/>
                  </a:lnTo>
                  <a:lnTo>
                    <a:pt x="3411819" y="2141359"/>
                  </a:lnTo>
                  <a:lnTo>
                    <a:pt x="3411945" y="2141359"/>
                  </a:lnTo>
                  <a:lnTo>
                    <a:pt x="3412071" y="2141359"/>
                  </a:lnTo>
                  <a:lnTo>
                    <a:pt x="3412197" y="2141359"/>
                  </a:lnTo>
                  <a:lnTo>
                    <a:pt x="3412324" y="2141359"/>
                  </a:lnTo>
                  <a:lnTo>
                    <a:pt x="3412450" y="2141359"/>
                  </a:lnTo>
                  <a:lnTo>
                    <a:pt x="3412576" y="2141359"/>
                  </a:lnTo>
                  <a:lnTo>
                    <a:pt x="3412703" y="2141359"/>
                  </a:lnTo>
                  <a:lnTo>
                    <a:pt x="3412829" y="2141359"/>
                  </a:lnTo>
                  <a:lnTo>
                    <a:pt x="3412955" y="2141359"/>
                  </a:lnTo>
                  <a:lnTo>
                    <a:pt x="3413081" y="2141359"/>
                  </a:lnTo>
                  <a:lnTo>
                    <a:pt x="3413208" y="2141359"/>
                  </a:lnTo>
                  <a:lnTo>
                    <a:pt x="3413334" y="2141359"/>
                  </a:lnTo>
                  <a:lnTo>
                    <a:pt x="3413460" y="2141359"/>
                  </a:lnTo>
                  <a:lnTo>
                    <a:pt x="3413586" y="2141359"/>
                  </a:lnTo>
                  <a:lnTo>
                    <a:pt x="3413713" y="2141359"/>
                  </a:lnTo>
                  <a:lnTo>
                    <a:pt x="3413839" y="2141359"/>
                  </a:lnTo>
                  <a:lnTo>
                    <a:pt x="3413965" y="2141359"/>
                  </a:lnTo>
                  <a:lnTo>
                    <a:pt x="3414091" y="2141359"/>
                  </a:lnTo>
                  <a:lnTo>
                    <a:pt x="3414218" y="2141359"/>
                  </a:lnTo>
                  <a:lnTo>
                    <a:pt x="3414344" y="2141359"/>
                  </a:lnTo>
                  <a:lnTo>
                    <a:pt x="3414470" y="2141359"/>
                  </a:lnTo>
                  <a:lnTo>
                    <a:pt x="3414596" y="2141359"/>
                  </a:lnTo>
                  <a:lnTo>
                    <a:pt x="3414723" y="2141359"/>
                  </a:lnTo>
                  <a:lnTo>
                    <a:pt x="3414849" y="2141359"/>
                  </a:lnTo>
                  <a:lnTo>
                    <a:pt x="3414975" y="2141359"/>
                  </a:lnTo>
                  <a:lnTo>
                    <a:pt x="3415101" y="2141359"/>
                  </a:lnTo>
                  <a:lnTo>
                    <a:pt x="3415228" y="2141359"/>
                  </a:lnTo>
                  <a:lnTo>
                    <a:pt x="3415354" y="2141359"/>
                  </a:lnTo>
                  <a:lnTo>
                    <a:pt x="3415480" y="2141359"/>
                  </a:lnTo>
                  <a:lnTo>
                    <a:pt x="3415606" y="2141359"/>
                  </a:lnTo>
                  <a:lnTo>
                    <a:pt x="3415733" y="2141359"/>
                  </a:lnTo>
                  <a:lnTo>
                    <a:pt x="3415859" y="2141359"/>
                  </a:lnTo>
                  <a:lnTo>
                    <a:pt x="3415985" y="2141359"/>
                  </a:lnTo>
                  <a:lnTo>
                    <a:pt x="3416111" y="2141359"/>
                  </a:lnTo>
                  <a:lnTo>
                    <a:pt x="3416238" y="2141359"/>
                  </a:lnTo>
                  <a:lnTo>
                    <a:pt x="3416364" y="2141359"/>
                  </a:lnTo>
                  <a:lnTo>
                    <a:pt x="3416364" y="2136448"/>
                  </a:lnTo>
                  <a:lnTo>
                    <a:pt x="3416490" y="2136448"/>
                  </a:lnTo>
                  <a:lnTo>
                    <a:pt x="3416616" y="2136448"/>
                  </a:lnTo>
                  <a:lnTo>
                    <a:pt x="3416743" y="2136448"/>
                  </a:lnTo>
                  <a:lnTo>
                    <a:pt x="3416869" y="2136448"/>
                  </a:lnTo>
                  <a:lnTo>
                    <a:pt x="3416995" y="2136448"/>
                  </a:lnTo>
                  <a:lnTo>
                    <a:pt x="3417121" y="2136448"/>
                  </a:lnTo>
                  <a:lnTo>
                    <a:pt x="3417121" y="2131536"/>
                  </a:lnTo>
                  <a:lnTo>
                    <a:pt x="3417248" y="2131536"/>
                  </a:lnTo>
                  <a:lnTo>
                    <a:pt x="3417374" y="2131536"/>
                  </a:lnTo>
                  <a:lnTo>
                    <a:pt x="3417500" y="2131536"/>
                  </a:lnTo>
                  <a:lnTo>
                    <a:pt x="3417627" y="2131536"/>
                  </a:lnTo>
                  <a:lnTo>
                    <a:pt x="3417753" y="2131536"/>
                  </a:lnTo>
                  <a:lnTo>
                    <a:pt x="3417879" y="2131536"/>
                  </a:lnTo>
                  <a:lnTo>
                    <a:pt x="3418005" y="2131536"/>
                  </a:lnTo>
                  <a:lnTo>
                    <a:pt x="3418132" y="2131536"/>
                  </a:lnTo>
                  <a:lnTo>
                    <a:pt x="3418258" y="2131536"/>
                  </a:lnTo>
                  <a:lnTo>
                    <a:pt x="3418384" y="2131536"/>
                  </a:lnTo>
                  <a:lnTo>
                    <a:pt x="3418510" y="2131536"/>
                  </a:lnTo>
                  <a:lnTo>
                    <a:pt x="3418637" y="2131536"/>
                  </a:lnTo>
                  <a:lnTo>
                    <a:pt x="3418763" y="2131536"/>
                  </a:lnTo>
                  <a:lnTo>
                    <a:pt x="3418889" y="2131536"/>
                  </a:lnTo>
                  <a:lnTo>
                    <a:pt x="3419015" y="2131536"/>
                  </a:lnTo>
                  <a:lnTo>
                    <a:pt x="3419142" y="2131536"/>
                  </a:lnTo>
                  <a:lnTo>
                    <a:pt x="3419268" y="2131536"/>
                  </a:lnTo>
                  <a:lnTo>
                    <a:pt x="3419394" y="2131536"/>
                  </a:lnTo>
                  <a:lnTo>
                    <a:pt x="3419520" y="2131536"/>
                  </a:lnTo>
                  <a:lnTo>
                    <a:pt x="3419647" y="2131536"/>
                  </a:lnTo>
                  <a:lnTo>
                    <a:pt x="3419773" y="2131536"/>
                  </a:lnTo>
                  <a:lnTo>
                    <a:pt x="3419899" y="2131536"/>
                  </a:lnTo>
                  <a:lnTo>
                    <a:pt x="3420025" y="2131536"/>
                  </a:lnTo>
                  <a:lnTo>
                    <a:pt x="3420152" y="2131536"/>
                  </a:lnTo>
                  <a:lnTo>
                    <a:pt x="3420278" y="2131536"/>
                  </a:lnTo>
                  <a:lnTo>
                    <a:pt x="3420404" y="2131536"/>
                  </a:lnTo>
                  <a:lnTo>
                    <a:pt x="3420404" y="2126625"/>
                  </a:lnTo>
                  <a:lnTo>
                    <a:pt x="3420530" y="2126625"/>
                  </a:lnTo>
                  <a:lnTo>
                    <a:pt x="3420657" y="2126625"/>
                  </a:lnTo>
                  <a:lnTo>
                    <a:pt x="3420783" y="2126625"/>
                  </a:lnTo>
                  <a:lnTo>
                    <a:pt x="3420909" y="2126625"/>
                  </a:lnTo>
                  <a:lnTo>
                    <a:pt x="3421035" y="2126625"/>
                  </a:lnTo>
                  <a:lnTo>
                    <a:pt x="3421162" y="2126625"/>
                  </a:lnTo>
                  <a:lnTo>
                    <a:pt x="3421288" y="2126625"/>
                  </a:lnTo>
                  <a:lnTo>
                    <a:pt x="3421414" y="2126625"/>
                  </a:lnTo>
                  <a:lnTo>
                    <a:pt x="3421540" y="2126625"/>
                  </a:lnTo>
                  <a:lnTo>
                    <a:pt x="3421667" y="2126625"/>
                  </a:lnTo>
                  <a:lnTo>
                    <a:pt x="3421793" y="2126625"/>
                  </a:lnTo>
                  <a:lnTo>
                    <a:pt x="3421919" y="2126625"/>
                  </a:lnTo>
                  <a:lnTo>
                    <a:pt x="3422045" y="2126625"/>
                  </a:lnTo>
                  <a:lnTo>
                    <a:pt x="3422172" y="2126625"/>
                  </a:lnTo>
                  <a:lnTo>
                    <a:pt x="3422298" y="2126625"/>
                  </a:lnTo>
                  <a:lnTo>
                    <a:pt x="3422424" y="2126625"/>
                  </a:lnTo>
                  <a:lnTo>
                    <a:pt x="3422550" y="2126625"/>
                  </a:lnTo>
                  <a:lnTo>
                    <a:pt x="3422677" y="2126625"/>
                  </a:lnTo>
                  <a:lnTo>
                    <a:pt x="3422803" y="2126625"/>
                  </a:lnTo>
                  <a:lnTo>
                    <a:pt x="3422929" y="2126625"/>
                  </a:lnTo>
                  <a:lnTo>
                    <a:pt x="3423056" y="2126625"/>
                  </a:lnTo>
                  <a:lnTo>
                    <a:pt x="3423182" y="2126625"/>
                  </a:lnTo>
                  <a:lnTo>
                    <a:pt x="3423308" y="2126625"/>
                  </a:lnTo>
                  <a:lnTo>
                    <a:pt x="3423434" y="2126625"/>
                  </a:lnTo>
                  <a:lnTo>
                    <a:pt x="3423561" y="2126625"/>
                  </a:lnTo>
                  <a:lnTo>
                    <a:pt x="3423687" y="2126625"/>
                  </a:lnTo>
                  <a:lnTo>
                    <a:pt x="3423813" y="2126625"/>
                  </a:lnTo>
                  <a:lnTo>
                    <a:pt x="3423939" y="2126625"/>
                  </a:lnTo>
                  <a:lnTo>
                    <a:pt x="3424066" y="2126625"/>
                  </a:lnTo>
                  <a:lnTo>
                    <a:pt x="3424192" y="2126625"/>
                  </a:lnTo>
                  <a:lnTo>
                    <a:pt x="3424318" y="2126625"/>
                  </a:lnTo>
                  <a:lnTo>
                    <a:pt x="3424444" y="2126625"/>
                  </a:lnTo>
                  <a:lnTo>
                    <a:pt x="3424571" y="2126625"/>
                  </a:lnTo>
                  <a:lnTo>
                    <a:pt x="3424697" y="2126625"/>
                  </a:lnTo>
                  <a:lnTo>
                    <a:pt x="3424823" y="2126625"/>
                  </a:lnTo>
                  <a:lnTo>
                    <a:pt x="3424949" y="2126625"/>
                  </a:lnTo>
                  <a:lnTo>
                    <a:pt x="3425076" y="2126625"/>
                  </a:lnTo>
                  <a:lnTo>
                    <a:pt x="3425202" y="2126625"/>
                  </a:lnTo>
                  <a:lnTo>
                    <a:pt x="3425328" y="2126625"/>
                  </a:lnTo>
                  <a:lnTo>
                    <a:pt x="3425454" y="2126625"/>
                  </a:lnTo>
                  <a:lnTo>
                    <a:pt x="3425581" y="2126625"/>
                  </a:lnTo>
                  <a:lnTo>
                    <a:pt x="3425707" y="2126625"/>
                  </a:lnTo>
                  <a:lnTo>
                    <a:pt x="3425833" y="2126625"/>
                  </a:lnTo>
                  <a:lnTo>
                    <a:pt x="3425959" y="2126625"/>
                  </a:lnTo>
                  <a:lnTo>
                    <a:pt x="3426086" y="2126625"/>
                  </a:lnTo>
                  <a:lnTo>
                    <a:pt x="3426212" y="2126625"/>
                  </a:lnTo>
                  <a:lnTo>
                    <a:pt x="3426338" y="2126625"/>
                  </a:lnTo>
                  <a:lnTo>
                    <a:pt x="3426464" y="2126625"/>
                  </a:lnTo>
                  <a:lnTo>
                    <a:pt x="3426591" y="2126625"/>
                  </a:lnTo>
                  <a:lnTo>
                    <a:pt x="3426717" y="2126625"/>
                  </a:lnTo>
                  <a:lnTo>
                    <a:pt x="3426843" y="2126625"/>
                  </a:lnTo>
                  <a:lnTo>
                    <a:pt x="3426969" y="2126625"/>
                  </a:lnTo>
                  <a:lnTo>
                    <a:pt x="3427096" y="2126625"/>
                  </a:lnTo>
                  <a:lnTo>
                    <a:pt x="3427222" y="2126625"/>
                  </a:lnTo>
                  <a:lnTo>
                    <a:pt x="3427348" y="2126625"/>
                  </a:lnTo>
                  <a:lnTo>
                    <a:pt x="3427474" y="2126625"/>
                  </a:lnTo>
                  <a:lnTo>
                    <a:pt x="3427601" y="2126625"/>
                  </a:lnTo>
                  <a:lnTo>
                    <a:pt x="3427727" y="2126625"/>
                  </a:lnTo>
                  <a:lnTo>
                    <a:pt x="3427853" y="2126625"/>
                  </a:lnTo>
                  <a:lnTo>
                    <a:pt x="3427853" y="2121713"/>
                  </a:lnTo>
                  <a:lnTo>
                    <a:pt x="3427980" y="2121713"/>
                  </a:lnTo>
                  <a:lnTo>
                    <a:pt x="3428106" y="2121713"/>
                  </a:lnTo>
                  <a:lnTo>
                    <a:pt x="3428232" y="2121713"/>
                  </a:lnTo>
                  <a:lnTo>
                    <a:pt x="3428358" y="2121713"/>
                  </a:lnTo>
                  <a:lnTo>
                    <a:pt x="3428485" y="2121713"/>
                  </a:lnTo>
                  <a:lnTo>
                    <a:pt x="3428611" y="2121713"/>
                  </a:lnTo>
                  <a:lnTo>
                    <a:pt x="3428737" y="2121713"/>
                  </a:lnTo>
                  <a:lnTo>
                    <a:pt x="3428863" y="2121713"/>
                  </a:lnTo>
                  <a:lnTo>
                    <a:pt x="3428990" y="2121713"/>
                  </a:lnTo>
                  <a:lnTo>
                    <a:pt x="3429116" y="2121713"/>
                  </a:lnTo>
                  <a:lnTo>
                    <a:pt x="3429242" y="2121713"/>
                  </a:lnTo>
                  <a:lnTo>
                    <a:pt x="3429368" y="2121713"/>
                  </a:lnTo>
                  <a:lnTo>
                    <a:pt x="3429495" y="2121713"/>
                  </a:lnTo>
                  <a:lnTo>
                    <a:pt x="3429621" y="2121713"/>
                  </a:lnTo>
                  <a:lnTo>
                    <a:pt x="3429747" y="2121713"/>
                  </a:lnTo>
                  <a:lnTo>
                    <a:pt x="3429873" y="2121713"/>
                  </a:lnTo>
                  <a:lnTo>
                    <a:pt x="3430000" y="2121713"/>
                  </a:lnTo>
                  <a:lnTo>
                    <a:pt x="3430126" y="2121713"/>
                  </a:lnTo>
                  <a:lnTo>
                    <a:pt x="3430252" y="2121713"/>
                  </a:lnTo>
                  <a:lnTo>
                    <a:pt x="3430378" y="2121713"/>
                  </a:lnTo>
                  <a:lnTo>
                    <a:pt x="3430505" y="2121713"/>
                  </a:lnTo>
                  <a:lnTo>
                    <a:pt x="3430631" y="2121713"/>
                  </a:lnTo>
                  <a:lnTo>
                    <a:pt x="3430757" y="2121713"/>
                  </a:lnTo>
                  <a:lnTo>
                    <a:pt x="3430883" y="2121713"/>
                  </a:lnTo>
                  <a:lnTo>
                    <a:pt x="3431010" y="2121713"/>
                  </a:lnTo>
                  <a:lnTo>
                    <a:pt x="3431136" y="2121713"/>
                  </a:lnTo>
                  <a:lnTo>
                    <a:pt x="3431262" y="2121713"/>
                  </a:lnTo>
                  <a:lnTo>
                    <a:pt x="3431388" y="2121713"/>
                  </a:lnTo>
                  <a:lnTo>
                    <a:pt x="3431515" y="2121713"/>
                  </a:lnTo>
                  <a:lnTo>
                    <a:pt x="3431641" y="2121713"/>
                  </a:lnTo>
                  <a:lnTo>
                    <a:pt x="3431767" y="2121713"/>
                  </a:lnTo>
                  <a:lnTo>
                    <a:pt x="3431893" y="2121713"/>
                  </a:lnTo>
                  <a:lnTo>
                    <a:pt x="3432020" y="2121713"/>
                  </a:lnTo>
                  <a:lnTo>
                    <a:pt x="3432146" y="2121713"/>
                  </a:lnTo>
                  <a:lnTo>
                    <a:pt x="3432272" y="2121713"/>
                  </a:lnTo>
                  <a:lnTo>
                    <a:pt x="3432398" y="2121713"/>
                  </a:lnTo>
                  <a:lnTo>
                    <a:pt x="3432525" y="2121713"/>
                  </a:lnTo>
                  <a:lnTo>
                    <a:pt x="3432651" y="2121713"/>
                  </a:lnTo>
                  <a:lnTo>
                    <a:pt x="3432777" y="2121713"/>
                  </a:lnTo>
                  <a:lnTo>
                    <a:pt x="3432903" y="2121713"/>
                  </a:lnTo>
                  <a:lnTo>
                    <a:pt x="3433030" y="2121713"/>
                  </a:lnTo>
                  <a:lnTo>
                    <a:pt x="3433156" y="2121713"/>
                  </a:lnTo>
                  <a:lnTo>
                    <a:pt x="3433282" y="2121713"/>
                  </a:lnTo>
                  <a:lnTo>
                    <a:pt x="3433409" y="2121713"/>
                  </a:lnTo>
                  <a:lnTo>
                    <a:pt x="3433535" y="2121713"/>
                  </a:lnTo>
                  <a:lnTo>
                    <a:pt x="3433661" y="2121713"/>
                  </a:lnTo>
                  <a:lnTo>
                    <a:pt x="3433787" y="2121713"/>
                  </a:lnTo>
                  <a:lnTo>
                    <a:pt x="3433914" y="2121713"/>
                  </a:lnTo>
                  <a:lnTo>
                    <a:pt x="3434040" y="2121713"/>
                  </a:lnTo>
                  <a:lnTo>
                    <a:pt x="3434040" y="2116802"/>
                  </a:lnTo>
                  <a:lnTo>
                    <a:pt x="3434166" y="2116802"/>
                  </a:lnTo>
                  <a:lnTo>
                    <a:pt x="3434292" y="2116802"/>
                  </a:lnTo>
                  <a:lnTo>
                    <a:pt x="3434419" y="2116802"/>
                  </a:lnTo>
                  <a:lnTo>
                    <a:pt x="3434545" y="2116802"/>
                  </a:lnTo>
                  <a:lnTo>
                    <a:pt x="3434671" y="2116802"/>
                  </a:lnTo>
                  <a:lnTo>
                    <a:pt x="3434797" y="2116802"/>
                  </a:lnTo>
                  <a:lnTo>
                    <a:pt x="3434924" y="2116802"/>
                  </a:lnTo>
                  <a:lnTo>
                    <a:pt x="3435050" y="2116802"/>
                  </a:lnTo>
                  <a:lnTo>
                    <a:pt x="3435176" y="2116802"/>
                  </a:lnTo>
                  <a:lnTo>
                    <a:pt x="3435302" y="2116802"/>
                  </a:lnTo>
                  <a:lnTo>
                    <a:pt x="3435429" y="2116802"/>
                  </a:lnTo>
                  <a:lnTo>
                    <a:pt x="3435555" y="2116802"/>
                  </a:lnTo>
                  <a:lnTo>
                    <a:pt x="3435681" y="2116802"/>
                  </a:lnTo>
                  <a:lnTo>
                    <a:pt x="3435807" y="2116802"/>
                  </a:lnTo>
                  <a:lnTo>
                    <a:pt x="3435934" y="2116802"/>
                  </a:lnTo>
                  <a:lnTo>
                    <a:pt x="3436060" y="2116802"/>
                  </a:lnTo>
                  <a:lnTo>
                    <a:pt x="3436186" y="2116802"/>
                  </a:lnTo>
                  <a:lnTo>
                    <a:pt x="3436312" y="2116802"/>
                  </a:lnTo>
                  <a:lnTo>
                    <a:pt x="3436439" y="2116802"/>
                  </a:lnTo>
                  <a:lnTo>
                    <a:pt x="3436565" y="2116802"/>
                  </a:lnTo>
                  <a:lnTo>
                    <a:pt x="3436691" y="2116802"/>
                  </a:lnTo>
                  <a:lnTo>
                    <a:pt x="3436817" y="2116802"/>
                  </a:lnTo>
                  <a:lnTo>
                    <a:pt x="3436944" y="2116802"/>
                  </a:lnTo>
                  <a:lnTo>
                    <a:pt x="3437070" y="2116802"/>
                  </a:lnTo>
                  <a:lnTo>
                    <a:pt x="3437196" y="2116802"/>
                  </a:lnTo>
                  <a:lnTo>
                    <a:pt x="3437322" y="2116802"/>
                  </a:lnTo>
                  <a:lnTo>
                    <a:pt x="3437449" y="2116802"/>
                  </a:lnTo>
                  <a:lnTo>
                    <a:pt x="3437575" y="2116802"/>
                  </a:lnTo>
                  <a:lnTo>
                    <a:pt x="3437701" y="2116802"/>
                  </a:lnTo>
                  <a:lnTo>
                    <a:pt x="3437827" y="2116802"/>
                  </a:lnTo>
                  <a:lnTo>
                    <a:pt x="3437954" y="2116802"/>
                  </a:lnTo>
                  <a:lnTo>
                    <a:pt x="3438080" y="2116802"/>
                  </a:lnTo>
                  <a:lnTo>
                    <a:pt x="3438206" y="2116802"/>
                  </a:lnTo>
                  <a:lnTo>
                    <a:pt x="3438333" y="2116802"/>
                  </a:lnTo>
                  <a:lnTo>
                    <a:pt x="3438459" y="2116802"/>
                  </a:lnTo>
                  <a:lnTo>
                    <a:pt x="3438585" y="2116802"/>
                  </a:lnTo>
                  <a:lnTo>
                    <a:pt x="3438711" y="2116802"/>
                  </a:lnTo>
                  <a:lnTo>
                    <a:pt x="3438838" y="2116802"/>
                  </a:lnTo>
                  <a:lnTo>
                    <a:pt x="3438964" y="2116802"/>
                  </a:lnTo>
                  <a:lnTo>
                    <a:pt x="3439090" y="2116802"/>
                  </a:lnTo>
                  <a:lnTo>
                    <a:pt x="3439216" y="2116802"/>
                  </a:lnTo>
                  <a:lnTo>
                    <a:pt x="3439343" y="2116802"/>
                  </a:lnTo>
                  <a:lnTo>
                    <a:pt x="3439469" y="2116802"/>
                  </a:lnTo>
                  <a:lnTo>
                    <a:pt x="3439595" y="2116802"/>
                  </a:lnTo>
                  <a:lnTo>
                    <a:pt x="3439721" y="2116802"/>
                  </a:lnTo>
                  <a:lnTo>
                    <a:pt x="3439848" y="2116802"/>
                  </a:lnTo>
                  <a:lnTo>
                    <a:pt x="3439974" y="2116802"/>
                  </a:lnTo>
                  <a:lnTo>
                    <a:pt x="3440100" y="2116802"/>
                  </a:lnTo>
                  <a:lnTo>
                    <a:pt x="3440226" y="2116802"/>
                  </a:lnTo>
                  <a:lnTo>
                    <a:pt x="3440353" y="2116802"/>
                  </a:lnTo>
                  <a:lnTo>
                    <a:pt x="3440479" y="2116802"/>
                  </a:lnTo>
                  <a:lnTo>
                    <a:pt x="3440605" y="2116802"/>
                  </a:lnTo>
                  <a:lnTo>
                    <a:pt x="3440731" y="2116802"/>
                  </a:lnTo>
                  <a:lnTo>
                    <a:pt x="3440858" y="2116802"/>
                  </a:lnTo>
                  <a:lnTo>
                    <a:pt x="3440984" y="2116802"/>
                  </a:lnTo>
                  <a:lnTo>
                    <a:pt x="3441110" y="2116802"/>
                  </a:lnTo>
                  <a:lnTo>
                    <a:pt x="3441236" y="2116802"/>
                  </a:lnTo>
                  <a:lnTo>
                    <a:pt x="3441363" y="2116802"/>
                  </a:lnTo>
                  <a:lnTo>
                    <a:pt x="3441489" y="2116802"/>
                  </a:lnTo>
                  <a:lnTo>
                    <a:pt x="3441615" y="2116802"/>
                  </a:lnTo>
                  <a:lnTo>
                    <a:pt x="3441741" y="2116802"/>
                  </a:lnTo>
                  <a:lnTo>
                    <a:pt x="3441868" y="2116802"/>
                  </a:lnTo>
                  <a:lnTo>
                    <a:pt x="3441994" y="2116802"/>
                  </a:lnTo>
                  <a:lnTo>
                    <a:pt x="3442120" y="2116802"/>
                  </a:lnTo>
                  <a:lnTo>
                    <a:pt x="3442246" y="2116802"/>
                  </a:lnTo>
                  <a:lnTo>
                    <a:pt x="3442373" y="2116802"/>
                  </a:lnTo>
                  <a:lnTo>
                    <a:pt x="3442373" y="2111891"/>
                  </a:lnTo>
                  <a:lnTo>
                    <a:pt x="3442499" y="2111891"/>
                  </a:lnTo>
                  <a:lnTo>
                    <a:pt x="3442625" y="2111891"/>
                  </a:lnTo>
                  <a:lnTo>
                    <a:pt x="3442751" y="2111891"/>
                  </a:lnTo>
                  <a:lnTo>
                    <a:pt x="3442878" y="2111891"/>
                  </a:lnTo>
                  <a:lnTo>
                    <a:pt x="3443004" y="2111891"/>
                  </a:lnTo>
                  <a:lnTo>
                    <a:pt x="3443130" y="2111891"/>
                  </a:lnTo>
                  <a:lnTo>
                    <a:pt x="3443256" y="2111891"/>
                  </a:lnTo>
                  <a:lnTo>
                    <a:pt x="3443383" y="2111891"/>
                  </a:lnTo>
                  <a:lnTo>
                    <a:pt x="3443509" y="2111891"/>
                  </a:lnTo>
                  <a:lnTo>
                    <a:pt x="3443635" y="2111891"/>
                  </a:lnTo>
                  <a:lnTo>
                    <a:pt x="3443762" y="2111891"/>
                  </a:lnTo>
                  <a:lnTo>
                    <a:pt x="3443888" y="2111891"/>
                  </a:lnTo>
                  <a:lnTo>
                    <a:pt x="3444014" y="2111891"/>
                  </a:lnTo>
                  <a:lnTo>
                    <a:pt x="3444014" y="2106979"/>
                  </a:lnTo>
                  <a:lnTo>
                    <a:pt x="3444140" y="2106979"/>
                  </a:lnTo>
                  <a:lnTo>
                    <a:pt x="3444267" y="2106979"/>
                  </a:lnTo>
                  <a:lnTo>
                    <a:pt x="3444393" y="2106979"/>
                  </a:lnTo>
                  <a:lnTo>
                    <a:pt x="3444519" y="2106979"/>
                  </a:lnTo>
                  <a:lnTo>
                    <a:pt x="3444645" y="2106979"/>
                  </a:lnTo>
                  <a:lnTo>
                    <a:pt x="3444772" y="2106979"/>
                  </a:lnTo>
                  <a:lnTo>
                    <a:pt x="3444898" y="2106979"/>
                  </a:lnTo>
                  <a:lnTo>
                    <a:pt x="3445024" y="2106979"/>
                  </a:lnTo>
                  <a:lnTo>
                    <a:pt x="3445150" y="2106979"/>
                  </a:lnTo>
                  <a:lnTo>
                    <a:pt x="3445277" y="2106979"/>
                  </a:lnTo>
                  <a:lnTo>
                    <a:pt x="3445403" y="2106979"/>
                  </a:lnTo>
                  <a:lnTo>
                    <a:pt x="3445529" y="2106979"/>
                  </a:lnTo>
                  <a:lnTo>
                    <a:pt x="3445655" y="2106979"/>
                  </a:lnTo>
                  <a:lnTo>
                    <a:pt x="3445782" y="2106979"/>
                  </a:lnTo>
                  <a:lnTo>
                    <a:pt x="3445908" y="2106979"/>
                  </a:lnTo>
                  <a:lnTo>
                    <a:pt x="3446034" y="2106979"/>
                  </a:lnTo>
                  <a:lnTo>
                    <a:pt x="3446160" y="2106979"/>
                  </a:lnTo>
                  <a:lnTo>
                    <a:pt x="3446287" y="2106979"/>
                  </a:lnTo>
                  <a:lnTo>
                    <a:pt x="3446413" y="2106979"/>
                  </a:lnTo>
                  <a:lnTo>
                    <a:pt x="3446539" y="2106979"/>
                  </a:lnTo>
                  <a:lnTo>
                    <a:pt x="3446665" y="2106979"/>
                  </a:lnTo>
                  <a:lnTo>
                    <a:pt x="3446792" y="2106979"/>
                  </a:lnTo>
                  <a:lnTo>
                    <a:pt x="3446918" y="2106979"/>
                  </a:lnTo>
                  <a:lnTo>
                    <a:pt x="3447044" y="2106979"/>
                  </a:lnTo>
                  <a:lnTo>
                    <a:pt x="3447170" y="2106979"/>
                  </a:lnTo>
                  <a:lnTo>
                    <a:pt x="3447297" y="2106979"/>
                  </a:lnTo>
                  <a:lnTo>
                    <a:pt x="3447423" y="2106979"/>
                  </a:lnTo>
                  <a:lnTo>
                    <a:pt x="3447549" y="2106979"/>
                  </a:lnTo>
                  <a:lnTo>
                    <a:pt x="3447675" y="2106979"/>
                  </a:lnTo>
                  <a:lnTo>
                    <a:pt x="3447802" y="2106979"/>
                  </a:lnTo>
                  <a:lnTo>
                    <a:pt x="3447928" y="2106979"/>
                  </a:lnTo>
                  <a:lnTo>
                    <a:pt x="3448054" y="2106979"/>
                  </a:lnTo>
                  <a:lnTo>
                    <a:pt x="3448180" y="2106979"/>
                  </a:lnTo>
                  <a:lnTo>
                    <a:pt x="3448307" y="2106979"/>
                  </a:lnTo>
                  <a:lnTo>
                    <a:pt x="3448433" y="2106979"/>
                  </a:lnTo>
                  <a:lnTo>
                    <a:pt x="3448559" y="2106979"/>
                  </a:lnTo>
                  <a:lnTo>
                    <a:pt x="3448686" y="2106979"/>
                  </a:lnTo>
                  <a:lnTo>
                    <a:pt x="3448812" y="2106979"/>
                  </a:lnTo>
                  <a:lnTo>
                    <a:pt x="3448938" y="2106979"/>
                  </a:lnTo>
                  <a:lnTo>
                    <a:pt x="3449064" y="2106979"/>
                  </a:lnTo>
                  <a:lnTo>
                    <a:pt x="3449191" y="2106979"/>
                  </a:lnTo>
                  <a:lnTo>
                    <a:pt x="3449317" y="2106979"/>
                  </a:lnTo>
                  <a:lnTo>
                    <a:pt x="3449443" y="2106979"/>
                  </a:lnTo>
                  <a:lnTo>
                    <a:pt x="3449569" y="2106979"/>
                  </a:lnTo>
                  <a:lnTo>
                    <a:pt x="3449696" y="2106979"/>
                  </a:lnTo>
                  <a:lnTo>
                    <a:pt x="3449822" y="2106979"/>
                  </a:lnTo>
                  <a:lnTo>
                    <a:pt x="3449948" y="2106979"/>
                  </a:lnTo>
                  <a:lnTo>
                    <a:pt x="3450074" y="2106979"/>
                  </a:lnTo>
                  <a:lnTo>
                    <a:pt x="3450201" y="2106979"/>
                  </a:lnTo>
                  <a:lnTo>
                    <a:pt x="3450327" y="2106979"/>
                  </a:lnTo>
                  <a:lnTo>
                    <a:pt x="3450453" y="2106979"/>
                  </a:lnTo>
                  <a:lnTo>
                    <a:pt x="3450579" y="2106979"/>
                  </a:lnTo>
                  <a:lnTo>
                    <a:pt x="3450706" y="2106979"/>
                  </a:lnTo>
                  <a:lnTo>
                    <a:pt x="3450832" y="2106979"/>
                  </a:lnTo>
                  <a:lnTo>
                    <a:pt x="3450958" y="2106979"/>
                  </a:lnTo>
                  <a:lnTo>
                    <a:pt x="3451084" y="2106979"/>
                  </a:lnTo>
                  <a:lnTo>
                    <a:pt x="3451211" y="2106979"/>
                  </a:lnTo>
                  <a:lnTo>
                    <a:pt x="3451337" y="2106979"/>
                  </a:lnTo>
                  <a:lnTo>
                    <a:pt x="3451463" y="2106979"/>
                  </a:lnTo>
                  <a:lnTo>
                    <a:pt x="3451589" y="2106979"/>
                  </a:lnTo>
                  <a:lnTo>
                    <a:pt x="3451716" y="2106979"/>
                  </a:lnTo>
                  <a:lnTo>
                    <a:pt x="3451842" y="2106979"/>
                  </a:lnTo>
                  <a:lnTo>
                    <a:pt x="3451968" y="2106979"/>
                  </a:lnTo>
                  <a:lnTo>
                    <a:pt x="3452094" y="2106979"/>
                  </a:lnTo>
                  <a:lnTo>
                    <a:pt x="3452221" y="2106979"/>
                  </a:lnTo>
                  <a:lnTo>
                    <a:pt x="3452221" y="2102068"/>
                  </a:lnTo>
                  <a:lnTo>
                    <a:pt x="3452347" y="2102068"/>
                  </a:lnTo>
                  <a:lnTo>
                    <a:pt x="3452473" y="2102068"/>
                  </a:lnTo>
                  <a:lnTo>
                    <a:pt x="3452599" y="2102068"/>
                  </a:lnTo>
                  <a:lnTo>
                    <a:pt x="3452726" y="2102068"/>
                  </a:lnTo>
                  <a:lnTo>
                    <a:pt x="3452852" y="2102068"/>
                  </a:lnTo>
                  <a:lnTo>
                    <a:pt x="3452978" y="2102068"/>
                  </a:lnTo>
                  <a:lnTo>
                    <a:pt x="3453104" y="2102068"/>
                  </a:lnTo>
                  <a:lnTo>
                    <a:pt x="3453231" y="2102068"/>
                  </a:lnTo>
                  <a:lnTo>
                    <a:pt x="3453357" y="2102068"/>
                  </a:lnTo>
                  <a:lnTo>
                    <a:pt x="3453483" y="2102068"/>
                  </a:lnTo>
                  <a:lnTo>
                    <a:pt x="3453610" y="2102068"/>
                  </a:lnTo>
                  <a:lnTo>
                    <a:pt x="3453736" y="2102068"/>
                  </a:lnTo>
                  <a:lnTo>
                    <a:pt x="3453862" y="2102068"/>
                  </a:lnTo>
                  <a:lnTo>
                    <a:pt x="3453988" y="2102068"/>
                  </a:lnTo>
                  <a:lnTo>
                    <a:pt x="3454115" y="2102068"/>
                  </a:lnTo>
                  <a:lnTo>
                    <a:pt x="3454241" y="2102068"/>
                  </a:lnTo>
                  <a:lnTo>
                    <a:pt x="3454367" y="2102068"/>
                  </a:lnTo>
                  <a:lnTo>
                    <a:pt x="3454493" y="2102068"/>
                  </a:lnTo>
                  <a:lnTo>
                    <a:pt x="3454620" y="2102068"/>
                  </a:lnTo>
                  <a:lnTo>
                    <a:pt x="3454746" y="2102068"/>
                  </a:lnTo>
                  <a:lnTo>
                    <a:pt x="3454872" y="2102068"/>
                  </a:lnTo>
                  <a:lnTo>
                    <a:pt x="3454998" y="2102068"/>
                  </a:lnTo>
                  <a:lnTo>
                    <a:pt x="3455125" y="2102068"/>
                  </a:lnTo>
                  <a:lnTo>
                    <a:pt x="3455251" y="2102068"/>
                  </a:lnTo>
                  <a:lnTo>
                    <a:pt x="3455377" y="2102068"/>
                  </a:lnTo>
                  <a:lnTo>
                    <a:pt x="3455503" y="2102068"/>
                  </a:lnTo>
                  <a:lnTo>
                    <a:pt x="3455630" y="2102068"/>
                  </a:lnTo>
                  <a:lnTo>
                    <a:pt x="3455756" y="2102068"/>
                  </a:lnTo>
                  <a:lnTo>
                    <a:pt x="3455882" y="2102068"/>
                  </a:lnTo>
                  <a:lnTo>
                    <a:pt x="3456008" y="2102068"/>
                  </a:lnTo>
                  <a:lnTo>
                    <a:pt x="3456135" y="2102068"/>
                  </a:lnTo>
                  <a:lnTo>
                    <a:pt x="3456261" y="2102068"/>
                  </a:lnTo>
                  <a:lnTo>
                    <a:pt x="3456387" y="2102068"/>
                  </a:lnTo>
                  <a:lnTo>
                    <a:pt x="3456513" y="2102068"/>
                  </a:lnTo>
                  <a:lnTo>
                    <a:pt x="3456640" y="2102068"/>
                  </a:lnTo>
                  <a:lnTo>
                    <a:pt x="3456766" y="2102068"/>
                  </a:lnTo>
                  <a:lnTo>
                    <a:pt x="3456892" y="2102068"/>
                  </a:lnTo>
                  <a:lnTo>
                    <a:pt x="3457018" y="2102068"/>
                  </a:lnTo>
                  <a:lnTo>
                    <a:pt x="3457145" y="2102068"/>
                  </a:lnTo>
                  <a:lnTo>
                    <a:pt x="3457271" y="2102068"/>
                  </a:lnTo>
                  <a:lnTo>
                    <a:pt x="3457397" y="2102068"/>
                  </a:lnTo>
                  <a:lnTo>
                    <a:pt x="3457523" y="2102068"/>
                  </a:lnTo>
                  <a:lnTo>
                    <a:pt x="3457650" y="2102068"/>
                  </a:lnTo>
                  <a:lnTo>
                    <a:pt x="3457776" y="2102068"/>
                  </a:lnTo>
                  <a:lnTo>
                    <a:pt x="3457902" y="2102068"/>
                  </a:lnTo>
                  <a:lnTo>
                    <a:pt x="3458028" y="2102068"/>
                  </a:lnTo>
                  <a:lnTo>
                    <a:pt x="3458155" y="2102068"/>
                  </a:lnTo>
                  <a:lnTo>
                    <a:pt x="3458281" y="2102068"/>
                  </a:lnTo>
                  <a:lnTo>
                    <a:pt x="3458407" y="2102068"/>
                  </a:lnTo>
                  <a:lnTo>
                    <a:pt x="3458533" y="2102068"/>
                  </a:lnTo>
                  <a:lnTo>
                    <a:pt x="3458660" y="2102068"/>
                  </a:lnTo>
                  <a:lnTo>
                    <a:pt x="3458786" y="2102068"/>
                  </a:lnTo>
                  <a:lnTo>
                    <a:pt x="3458912" y="2102068"/>
                  </a:lnTo>
                  <a:lnTo>
                    <a:pt x="3459039" y="2102068"/>
                  </a:lnTo>
                  <a:lnTo>
                    <a:pt x="3459165" y="2102068"/>
                  </a:lnTo>
                  <a:lnTo>
                    <a:pt x="3459291" y="2102068"/>
                  </a:lnTo>
                  <a:lnTo>
                    <a:pt x="3459417" y="2102068"/>
                  </a:lnTo>
                  <a:lnTo>
                    <a:pt x="3459544" y="2102068"/>
                  </a:lnTo>
                  <a:lnTo>
                    <a:pt x="3459670" y="2102068"/>
                  </a:lnTo>
                  <a:lnTo>
                    <a:pt x="3459796" y="2102068"/>
                  </a:lnTo>
                  <a:lnTo>
                    <a:pt x="3459922" y="2102068"/>
                  </a:lnTo>
                  <a:lnTo>
                    <a:pt x="3460049" y="2102068"/>
                  </a:lnTo>
                  <a:lnTo>
                    <a:pt x="3460175" y="2102068"/>
                  </a:lnTo>
                  <a:lnTo>
                    <a:pt x="3460301" y="2102068"/>
                  </a:lnTo>
                  <a:lnTo>
                    <a:pt x="3460427" y="2102068"/>
                  </a:lnTo>
                  <a:lnTo>
                    <a:pt x="3460554" y="2102068"/>
                  </a:lnTo>
                  <a:lnTo>
                    <a:pt x="3460680" y="2102068"/>
                  </a:lnTo>
                  <a:lnTo>
                    <a:pt x="3460806" y="2102068"/>
                  </a:lnTo>
                  <a:lnTo>
                    <a:pt x="3460932" y="2102068"/>
                  </a:lnTo>
                  <a:lnTo>
                    <a:pt x="3460932" y="2097157"/>
                  </a:lnTo>
                  <a:lnTo>
                    <a:pt x="3461059" y="2097157"/>
                  </a:lnTo>
                  <a:lnTo>
                    <a:pt x="3461185" y="2097157"/>
                  </a:lnTo>
                  <a:lnTo>
                    <a:pt x="3461311" y="2097157"/>
                  </a:lnTo>
                  <a:lnTo>
                    <a:pt x="3461437" y="2097157"/>
                  </a:lnTo>
                  <a:lnTo>
                    <a:pt x="3461564" y="2097157"/>
                  </a:lnTo>
                  <a:lnTo>
                    <a:pt x="3461690" y="2097157"/>
                  </a:lnTo>
                  <a:lnTo>
                    <a:pt x="3461816" y="2097157"/>
                  </a:lnTo>
                  <a:lnTo>
                    <a:pt x="3461942" y="2097157"/>
                  </a:lnTo>
                  <a:lnTo>
                    <a:pt x="3462069" y="2097157"/>
                  </a:lnTo>
                  <a:lnTo>
                    <a:pt x="3462195" y="2097157"/>
                  </a:lnTo>
                  <a:lnTo>
                    <a:pt x="3462321" y="2097157"/>
                  </a:lnTo>
                  <a:lnTo>
                    <a:pt x="3462447" y="2097157"/>
                  </a:lnTo>
                  <a:lnTo>
                    <a:pt x="3462574" y="2097157"/>
                  </a:lnTo>
                  <a:lnTo>
                    <a:pt x="3462700" y="2097157"/>
                  </a:lnTo>
                  <a:lnTo>
                    <a:pt x="3462826" y="2097157"/>
                  </a:lnTo>
                  <a:lnTo>
                    <a:pt x="3462952" y="2097157"/>
                  </a:lnTo>
                  <a:lnTo>
                    <a:pt x="3463079" y="2097157"/>
                  </a:lnTo>
                  <a:lnTo>
                    <a:pt x="3463205" y="2097157"/>
                  </a:lnTo>
                  <a:lnTo>
                    <a:pt x="3463331" y="2097157"/>
                  </a:lnTo>
                  <a:lnTo>
                    <a:pt x="3463457" y="2097157"/>
                  </a:lnTo>
                  <a:lnTo>
                    <a:pt x="3463584" y="2097157"/>
                  </a:lnTo>
                  <a:lnTo>
                    <a:pt x="3463710" y="2097157"/>
                  </a:lnTo>
                  <a:lnTo>
                    <a:pt x="3463836" y="2097157"/>
                  </a:lnTo>
                  <a:lnTo>
                    <a:pt x="3463963" y="2097157"/>
                  </a:lnTo>
                  <a:lnTo>
                    <a:pt x="3464089" y="2097157"/>
                  </a:lnTo>
                  <a:lnTo>
                    <a:pt x="3464215" y="2097157"/>
                  </a:lnTo>
                  <a:lnTo>
                    <a:pt x="3464341" y="2097157"/>
                  </a:lnTo>
                  <a:lnTo>
                    <a:pt x="3464468" y="2097157"/>
                  </a:lnTo>
                  <a:lnTo>
                    <a:pt x="3464594" y="2097157"/>
                  </a:lnTo>
                  <a:lnTo>
                    <a:pt x="3464720" y="2097157"/>
                  </a:lnTo>
                  <a:lnTo>
                    <a:pt x="3464846" y="2097157"/>
                  </a:lnTo>
                  <a:lnTo>
                    <a:pt x="3464973" y="2097157"/>
                  </a:lnTo>
                  <a:lnTo>
                    <a:pt x="3465099" y="2097157"/>
                  </a:lnTo>
                  <a:lnTo>
                    <a:pt x="3465225" y="2097157"/>
                  </a:lnTo>
                  <a:lnTo>
                    <a:pt x="3465351" y="2097157"/>
                  </a:lnTo>
                  <a:lnTo>
                    <a:pt x="3465478" y="2097157"/>
                  </a:lnTo>
                  <a:lnTo>
                    <a:pt x="3465604" y="2097157"/>
                  </a:lnTo>
                  <a:lnTo>
                    <a:pt x="3465730" y="2097157"/>
                  </a:lnTo>
                  <a:lnTo>
                    <a:pt x="3465856" y="2097157"/>
                  </a:lnTo>
                  <a:lnTo>
                    <a:pt x="3465983" y="2097157"/>
                  </a:lnTo>
                  <a:lnTo>
                    <a:pt x="3466109" y="2097157"/>
                  </a:lnTo>
                  <a:lnTo>
                    <a:pt x="3466235" y="2097157"/>
                  </a:lnTo>
                  <a:lnTo>
                    <a:pt x="3466361" y="2097157"/>
                  </a:lnTo>
                  <a:lnTo>
                    <a:pt x="3466488" y="2097157"/>
                  </a:lnTo>
                  <a:lnTo>
                    <a:pt x="3466614" y="2097157"/>
                  </a:lnTo>
                  <a:lnTo>
                    <a:pt x="3466740" y="2097157"/>
                  </a:lnTo>
                  <a:lnTo>
                    <a:pt x="3466866" y="2097157"/>
                  </a:lnTo>
                  <a:lnTo>
                    <a:pt x="3466993" y="2097157"/>
                  </a:lnTo>
                  <a:lnTo>
                    <a:pt x="3467119" y="2097157"/>
                  </a:lnTo>
                  <a:lnTo>
                    <a:pt x="3467245" y="2097157"/>
                  </a:lnTo>
                  <a:lnTo>
                    <a:pt x="3467371" y="2097157"/>
                  </a:lnTo>
                  <a:lnTo>
                    <a:pt x="3467498" y="2097157"/>
                  </a:lnTo>
                  <a:lnTo>
                    <a:pt x="3467624" y="2097157"/>
                  </a:lnTo>
                  <a:lnTo>
                    <a:pt x="3467750" y="2097157"/>
                  </a:lnTo>
                  <a:lnTo>
                    <a:pt x="3467876" y="2097157"/>
                  </a:lnTo>
                  <a:lnTo>
                    <a:pt x="3468003" y="2097157"/>
                  </a:lnTo>
                  <a:lnTo>
                    <a:pt x="3468129" y="2097157"/>
                  </a:lnTo>
                  <a:lnTo>
                    <a:pt x="3468255" y="2097157"/>
                  </a:lnTo>
                  <a:lnTo>
                    <a:pt x="3468381" y="2097157"/>
                  </a:lnTo>
                  <a:lnTo>
                    <a:pt x="3468508" y="2097157"/>
                  </a:lnTo>
                  <a:lnTo>
                    <a:pt x="3468634" y="2097157"/>
                  </a:lnTo>
                  <a:lnTo>
                    <a:pt x="3468760" y="2097157"/>
                  </a:lnTo>
                  <a:lnTo>
                    <a:pt x="3468886" y="2097157"/>
                  </a:lnTo>
                  <a:lnTo>
                    <a:pt x="3469013" y="2097157"/>
                  </a:lnTo>
                  <a:lnTo>
                    <a:pt x="3469139" y="2097157"/>
                  </a:lnTo>
                  <a:lnTo>
                    <a:pt x="3469265" y="2097157"/>
                  </a:lnTo>
                  <a:lnTo>
                    <a:pt x="3469392" y="2097157"/>
                  </a:lnTo>
                  <a:lnTo>
                    <a:pt x="3469518" y="2097157"/>
                  </a:lnTo>
                  <a:lnTo>
                    <a:pt x="3469644" y="2097157"/>
                  </a:lnTo>
                  <a:lnTo>
                    <a:pt x="3469770" y="2097157"/>
                  </a:lnTo>
                  <a:lnTo>
                    <a:pt x="3469897" y="2097157"/>
                  </a:lnTo>
                  <a:lnTo>
                    <a:pt x="3470023" y="2097157"/>
                  </a:lnTo>
                  <a:lnTo>
                    <a:pt x="3470149" y="2097157"/>
                  </a:lnTo>
                  <a:lnTo>
                    <a:pt x="3470275" y="2097157"/>
                  </a:lnTo>
                  <a:lnTo>
                    <a:pt x="3470402" y="2097157"/>
                  </a:lnTo>
                  <a:lnTo>
                    <a:pt x="3470528" y="2097157"/>
                  </a:lnTo>
                  <a:lnTo>
                    <a:pt x="3470654" y="2097157"/>
                  </a:lnTo>
                  <a:lnTo>
                    <a:pt x="3470780" y="2097157"/>
                  </a:lnTo>
                  <a:lnTo>
                    <a:pt x="3470907" y="2097157"/>
                  </a:lnTo>
                  <a:lnTo>
                    <a:pt x="3471033" y="2097157"/>
                  </a:lnTo>
                  <a:lnTo>
                    <a:pt x="3471159" y="2097157"/>
                  </a:lnTo>
                  <a:lnTo>
                    <a:pt x="3471285" y="2097157"/>
                  </a:lnTo>
                  <a:lnTo>
                    <a:pt x="3471412" y="2097157"/>
                  </a:lnTo>
                  <a:lnTo>
                    <a:pt x="3471538" y="2097157"/>
                  </a:lnTo>
                  <a:lnTo>
                    <a:pt x="3471664" y="2097157"/>
                  </a:lnTo>
                  <a:lnTo>
                    <a:pt x="3471790" y="2097157"/>
                  </a:lnTo>
                  <a:lnTo>
                    <a:pt x="3471917" y="2097157"/>
                  </a:lnTo>
                  <a:lnTo>
                    <a:pt x="3472043" y="2097157"/>
                  </a:lnTo>
                  <a:lnTo>
                    <a:pt x="3472169" y="2097157"/>
                  </a:lnTo>
                  <a:lnTo>
                    <a:pt x="3472295" y="2097157"/>
                  </a:lnTo>
                  <a:lnTo>
                    <a:pt x="3472422" y="2097157"/>
                  </a:lnTo>
                  <a:lnTo>
                    <a:pt x="3472548" y="2097157"/>
                  </a:lnTo>
                  <a:lnTo>
                    <a:pt x="3472674" y="2097157"/>
                  </a:lnTo>
                  <a:lnTo>
                    <a:pt x="3472800" y="2097157"/>
                  </a:lnTo>
                  <a:lnTo>
                    <a:pt x="3472927" y="2097157"/>
                  </a:lnTo>
                  <a:lnTo>
                    <a:pt x="3473053" y="2097157"/>
                  </a:lnTo>
                  <a:lnTo>
                    <a:pt x="3473179" y="2097157"/>
                  </a:lnTo>
                  <a:lnTo>
                    <a:pt x="3473305" y="2097157"/>
                  </a:lnTo>
                  <a:lnTo>
                    <a:pt x="3473432" y="2097157"/>
                  </a:lnTo>
                  <a:lnTo>
                    <a:pt x="3473558" y="2097157"/>
                  </a:lnTo>
                  <a:lnTo>
                    <a:pt x="3473684" y="2097157"/>
                  </a:lnTo>
                  <a:lnTo>
                    <a:pt x="3473810" y="2097157"/>
                  </a:lnTo>
                  <a:lnTo>
                    <a:pt x="3473937" y="2097157"/>
                  </a:lnTo>
                  <a:lnTo>
                    <a:pt x="3474063" y="2097157"/>
                  </a:lnTo>
                  <a:lnTo>
                    <a:pt x="3474189" y="2097157"/>
                  </a:lnTo>
                  <a:lnTo>
                    <a:pt x="3474316" y="2097157"/>
                  </a:lnTo>
                  <a:lnTo>
                    <a:pt x="3474442" y="2097157"/>
                  </a:lnTo>
                  <a:lnTo>
                    <a:pt x="3474568" y="2097157"/>
                  </a:lnTo>
                  <a:lnTo>
                    <a:pt x="3474694" y="2097157"/>
                  </a:lnTo>
                  <a:lnTo>
                    <a:pt x="3474821" y="2097157"/>
                  </a:lnTo>
                  <a:lnTo>
                    <a:pt x="3474947" y="2097157"/>
                  </a:lnTo>
                  <a:lnTo>
                    <a:pt x="3475073" y="2097157"/>
                  </a:lnTo>
                  <a:lnTo>
                    <a:pt x="3475199" y="2097157"/>
                  </a:lnTo>
                  <a:lnTo>
                    <a:pt x="3475326" y="2097157"/>
                  </a:lnTo>
                  <a:lnTo>
                    <a:pt x="3475452" y="2097157"/>
                  </a:lnTo>
                  <a:lnTo>
                    <a:pt x="3475578" y="2097157"/>
                  </a:lnTo>
                  <a:lnTo>
                    <a:pt x="3475704" y="2097157"/>
                  </a:lnTo>
                  <a:lnTo>
                    <a:pt x="3475831" y="2097157"/>
                  </a:lnTo>
                  <a:lnTo>
                    <a:pt x="3475957" y="2097157"/>
                  </a:lnTo>
                  <a:lnTo>
                    <a:pt x="3476083" y="2097157"/>
                  </a:lnTo>
                  <a:lnTo>
                    <a:pt x="3476209" y="2097157"/>
                  </a:lnTo>
                  <a:lnTo>
                    <a:pt x="3476336" y="2097157"/>
                  </a:lnTo>
                  <a:lnTo>
                    <a:pt x="3476462" y="2097157"/>
                  </a:lnTo>
                  <a:lnTo>
                    <a:pt x="3476588" y="2097157"/>
                  </a:lnTo>
                  <a:lnTo>
                    <a:pt x="3476714" y="2097157"/>
                  </a:lnTo>
                  <a:lnTo>
                    <a:pt x="3476841" y="2097157"/>
                  </a:lnTo>
                  <a:lnTo>
                    <a:pt x="3476967" y="2097157"/>
                  </a:lnTo>
                  <a:lnTo>
                    <a:pt x="3477093" y="2097157"/>
                  </a:lnTo>
                  <a:lnTo>
                    <a:pt x="3477219" y="2097157"/>
                  </a:lnTo>
                  <a:lnTo>
                    <a:pt x="3477346" y="2097157"/>
                  </a:lnTo>
                  <a:lnTo>
                    <a:pt x="3477472" y="2097157"/>
                  </a:lnTo>
                  <a:lnTo>
                    <a:pt x="3477598" y="2097157"/>
                  </a:lnTo>
                  <a:lnTo>
                    <a:pt x="3477724" y="2097157"/>
                  </a:lnTo>
                  <a:lnTo>
                    <a:pt x="3477851" y="2097157"/>
                  </a:lnTo>
                  <a:lnTo>
                    <a:pt x="3477977" y="2097157"/>
                  </a:lnTo>
                  <a:lnTo>
                    <a:pt x="3478103" y="2097157"/>
                  </a:lnTo>
                  <a:lnTo>
                    <a:pt x="3478229" y="2097157"/>
                  </a:lnTo>
                  <a:lnTo>
                    <a:pt x="3478356" y="2097157"/>
                  </a:lnTo>
                  <a:lnTo>
                    <a:pt x="3478482" y="2097157"/>
                  </a:lnTo>
                  <a:lnTo>
                    <a:pt x="3478608" y="2097157"/>
                  </a:lnTo>
                  <a:lnTo>
                    <a:pt x="3478734" y="2097157"/>
                  </a:lnTo>
                  <a:lnTo>
                    <a:pt x="3478861" y="2097157"/>
                  </a:lnTo>
                  <a:lnTo>
                    <a:pt x="3478987" y="2097157"/>
                  </a:lnTo>
                  <a:lnTo>
                    <a:pt x="3479113" y="2097157"/>
                  </a:lnTo>
                  <a:lnTo>
                    <a:pt x="3479239" y="2097157"/>
                  </a:lnTo>
                  <a:lnTo>
                    <a:pt x="3479366" y="2097157"/>
                  </a:lnTo>
                  <a:lnTo>
                    <a:pt x="3479492" y="2097157"/>
                  </a:lnTo>
                  <a:lnTo>
                    <a:pt x="3479618" y="2097157"/>
                  </a:lnTo>
                  <a:lnTo>
                    <a:pt x="3479745" y="2097157"/>
                  </a:lnTo>
                  <a:lnTo>
                    <a:pt x="3479871" y="2097157"/>
                  </a:lnTo>
                  <a:lnTo>
                    <a:pt x="3479997" y="2097157"/>
                  </a:lnTo>
                  <a:lnTo>
                    <a:pt x="3480123" y="2097157"/>
                  </a:lnTo>
                  <a:lnTo>
                    <a:pt x="3480250" y="2097157"/>
                  </a:lnTo>
                  <a:lnTo>
                    <a:pt x="3480376" y="2097157"/>
                  </a:lnTo>
                  <a:lnTo>
                    <a:pt x="3480502" y="2097157"/>
                  </a:lnTo>
                  <a:lnTo>
                    <a:pt x="3480628" y="2097157"/>
                  </a:lnTo>
                  <a:lnTo>
                    <a:pt x="3480755" y="2097157"/>
                  </a:lnTo>
                  <a:lnTo>
                    <a:pt x="3480881" y="2097157"/>
                  </a:lnTo>
                  <a:lnTo>
                    <a:pt x="3481007" y="2097157"/>
                  </a:lnTo>
                  <a:lnTo>
                    <a:pt x="3481133" y="2097157"/>
                  </a:lnTo>
                  <a:lnTo>
                    <a:pt x="3481260" y="2097157"/>
                  </a:lnTo>
                  <a:lnTo>
                    <a:pt x="3481386" y="2097157"/>
                  </a:lnTo>
                  <a:lnTo>
                    <a:pt x="3481512" y="2097157"/>
                  </a:lnTo>
                  <a:lnTo>
                    <a:pt x="3481512" y="2092245"/>
                  </a:lnTo>
                  <a:lnTo>
                    <a:pt x="3481638" y="2092245"/>
                  </a:lnTo>
                  <a:lnTo>
                    <a:pt x="3481765" y="2092245"/>
                  </a:lnTo>
                  <a:lnTo>
                    <a:pt x="3481891" y="2092245"/>
                  </a:lnTo>
                  <a:lnTo>
                    <a:pt x="3482017" y="2092245"/>
                  </a:lnTo>
                  <a:lnTo>
                    <a:pt x="3482143" y="2092245"/>
                  </a:lnTo>
                  <a:lnTo>
                    <a:pt x="3482270" y="2092245"/>
                  </a:lnTo>
                  <a:lnTo>
                    <a:pt x="3482396" y="2092245"/>
                  </a:lnTo>
                  <a:lnTo>
                    <a:pt x="3482522" y="2092245"/>
                  </a:lnTo>
                  <a:lnTo>
                    <a:pt x="3482648" y="2092245"/>
                  </a:lnTo>
                  <a:lnTo>
                    <a:pt x="3482775" y="2092245"/>
                  </a:lnTo>
                  <a:lnTo>
                    <a:pt x="3482901" y="2092245"/>
                  </a:lnTo>
                  <a:lnTo>
                    <a:pt x="3483027" y="2092245"/>
                  </a:lnTo>
                  <a:lnTo>
                    <a:pt x="3483153" y="2092245"/>
                  </a:lnTo>
                  <a:lnTo>
                    <a:pt x="3483280" y="2092245"/>
                  </a:lnTo>
                  <a:lnTo>
                    <a:pt x="3483406" y="2092245"/>
                  </a:lnTo>
                  <a:lnTo>
                    <a:pt x="3483532" y="2092245"/>
                  </a:lnTo>
                  <a:lnTo>
                    <a:pt x="3483658" y="2092245"/>
                  </a:lnTo>
                  <a:lnTo>
                    <a:pt x="3483785" y="2092245"/>
                  </a:lnTo>
                  <a:lnTo>
                    <a:pt x="3483911" y="2092245"/>
                  </a:lnTo>
                  <a:lnTo>
                    <a:pt x="3484037" y="2092245"/>
                  </a:lnTo>
                  <a:lnTo>
                    <a:pt x="3484163" y="2092245"/>
                  </a:lnTo>
                  <a:lnTo>
                    <a:pt x="3484290" y="2092245"/>
                  </a:lnTo>
                  <a:lnTo>
                    <a:pt x="3484416" y="2092245"/>
                  </a:lnTo>
                  <a:lnTo>
                    <a:pt x="3484542" y="2092245"/>
                  </a:lnTo>
                  <a:lnTo>
                    <a:pt x="3484669" y="2092245"/>
                  </a:lnTo>
                  <a:lnTo>
                    <a:pt x="3484795" y="2092245"/>
                  </a:lnTo>
                  <a:lnTo>
                    <a:pt x="3484921" y="2092245"/>
                  </a:lnTo>
                  <a:lnTo>
                    <a:pt x="3485047" y="2092245"/>
                  </a:lnTo>
                  <a:lnTo>
                    <a:pt x="3485174" y="2092245"/>
                  </a:lnTo>
                  <a:lnTo>
                    <a:pt x="3485300" y="2092245"/>
                  </a:lnTo>
                  <a:lnTo>
                    <a:pt x="3485426" y="2092245"/>
                  </a:lnTo>
                  <a:lnTo>
                    <a:pt x="3485552" y="2092245"/>
                  </a:lnTo>
                  <a:lnTo>
                    <a:pt x="3485679" y="2092245"/>
                  </a:lnTo>
                  <a:lnTo>
                    <a:pt x="3485805" y="2092245"/>
                  </a:lnTo>
                  <a:lnTo>
                    <a:pt x="3485931" y="2092245"/>
                  </a:lnTo>
                  <a:lnTo>
                    <a:pt x="3486057" y="2092245"/>
                  </a:lnTo>
                  <a:lnTo>
                    <a:pt x="3486184" y="2092245"/>
                  </a:lnTo>
                  <a:lnTo>
                    <a:pt x="3486310" y="2092245"/>
                  </a:lnTo>
                  <a:lnTo>
                    <a:pt x="3486436" y="2092245"/>
                  </a:lnTo>
                  <a:lnTo>
                    <a:pt x="3486562" y="2092245"/>
                  </a:lnTo>
                  <a:lnTo>
                    <a:pt x="3486689" y="2092245"/>
                  </a:lnTo>
                  <a:lnTo>
                    <a:pt x="3486815" y="2092245"/>
                  </a:lnTo>
                  <a:lnTo>
                    <a:pt x="3486941" y="2092245"/>
                  </a:lnTo>
                  <a:lnTo>
                    <a:pt x="3487067" y="2092245"/>
                  </a:lnTo>
                  <a:lnTo>
                    <a:pt x="3487194" y="2092245"/>
                  </a:lnTo>
                  <a:lnTo>
                    <a:pt x="3487320" y="2092245"/>
                  </a:lnTo>
                  <a:lnTo>
                    <a:pt x="3487446" y="2092245"/>
                  </a:lnTo>
                  <a:lnTo>
                    <a:pt x="3487572" y="2092245"/>
                  </a:lnTo>
                  <a:lnTo>
                    <a:pt x="3487699" y="2092245"/>
                  </a:lnTo>
                  <a:lnTo>
                    <a:pt x="3487825" y="2092245"/>
                  </a:lnTo>
                  <a:lnTo>
                    <a:pt x="3487951" y="2092245"/>
                  </a:lnTo>
                  <a:lnTo>
                    <a:pt x="3488077" y="2092245"/>
                  </a:lnTo>
                  <a:lnTo>
                    <a:pt x="3488204" y="2092245"/>
                  </a:lnTo>
                  <a:lnTo>
                    <a:pt x="3488330" y="2092245"/>
                  </a:lnTo>
                  <a:lnTo>
                    <a:pt x="3488456" y="2092245"/>
                  </a:lnTo>
                  <a:lnTo>
                    <a:pt x="3488582" y="2092245"/>
                  </a:lnTo>
                  <a:lnTo>
                    <a:pt x="3488709" y="2092245"/>
                  </a:lnTo>
                  <a:lnTo>
                    <a:pt x="3488835" y="2092245"/>
                  </a:lnTo>
                  <a:lnTo>
                    <a:pt x="3488835" y="2087334"/>
                  </a:lnTo>
                  <a:lnTo>
                    <a:pt x="3488961" y="2087334"/>
                  </a:lnTo>
                  <a:lnTo>
                    <a:pt x="3489087" y="2087334"/>
                  </a:lnTo>
                  <a:lnTo>
                    <a:pt x="3489214" y="2087334"/>
                  </a:lnTo>
                  <a:lnTo>
                    <a:pt x="3489340" y="2087334"/>
                  </a:lnTo>
                  <a:lnTo>
                    <a:pt x="3489466" y="2087334"/>
                  </a:lnTo>
                  <a:lnTo>
                    <a:pt x="3489592" y="2087334"/>
                  </a:lnTo>
                  <a:lnTo>
                    <a:pt x="3489719" y="2087334"/>
                  </a:lnTo>
                  <a:lnTo>
                    <a:pt x="3489845" y="2087334"/>
                  </a:lnTo>
                  <a:lnTo>
                    <a:pt x="3489845" y="2082422"/>
                  </a:lnTo>
                  <a:lnTo>
                    <a:pt x="3489971" y="2082422"/>
                  </a:lnTo>
                  <a:lnTo>
                    <a:pt x="3490098" y="2082422"/>
                  </a:lnTo>
                  <a:lnTo>
                    <a:pt x="3490224" y="2082422"/>
                  </a:lnTo>
                  <a:lnTo>
                    <a:pt x="3490350" y="2082422"/>
                  </a:lnTo>
                  <a:lnTo>
                    <a:pt x="3490476" y="2082422"/>
                  </a:lnTo>
                  <a:lnTo>
                    <a:pt x="3490603" y="2082422"/>
                  </a:lnTo>
                  <a:lnTo>
                    <a:pt x="3490729" y="2082422"/>
                  </a:lnTo>
                  <a:lnTo>
                    <a:pt x="3490855" y="2082422"/>
                  </a:lnTo>
                  <a:lnTo>
                    <a:pt x="3490981" y="2082422"/>
                  </a:lnTo>
                  <a:lnTo>
                    <a:pt x="3491108" y="2082422"/>
                  </a:lnTo>
                  <a:lnTo>
                    <a:pt x="3491234" y="2082422"/>
                  </a:lnTo>
                  <a:lnTo>
                    <a:pt x="3491360" y="2082422"/>
                  </a:lnTo>
                  <a:lnTo>
                    <a:pt x="3491486" y="2082422"/>
                  </a:lnTo>
                  <a:lnTo>
                    <a:pt x="3491613" y="2082422"/>
                  </a:lnTo>
                  <a:lnTo>
                    <a:pt x="3491739" y="2082422"/>
                  </a:lnTo>
                  <a:lnTo>
                    <a:pt x="3491865" y="2082422"/>
                  </a:lnTo>
                  <a:lnTo>
                    <a:pt x="3491991" y="2082422"/>
                  </a:lnTo>
                  <a:lnTo>
                    <a:pt x="3492118" y="2082422"/>
                  </a:lnTo>
                  <a:lnTo>
                    <a:pt x="3492244" y="2082422"/>
                  </a:lnTo>
                  <a:lnTo>
                    <a:pt x="3492370" y="2082422"/>
                  </a:lnTo>
                  <a:lnTo>
                    <a:pt x="3492496" y="2082422"/>
                  </a:lnTo>
                  <a:lnTo>
                    <a:pt x="3492623" y="2082422"/>
                  </a:lnTo>
                  <a:lnTo>
                    <a:pt x="3492623" y="2077511"/>
                  </a:lnTo>
                  <a:lnTo>
                    <a:pt x="3492749" y="2077511"/>
                  </a:lnTo>
                  <a:lnTo>
                    <a:pt x="3492875" y="2077511"/>
                  </a:lnTo>
                  <a:lnTo>
                    <a:pt x="3493001" y="2077511"/>
                  </a:lnTo>
                  <a:lnTo>
                    <a:pt x="3493128" y="2077511"/>
                  </a:lnTo>
                  <a:lnTo>
                    <a:pt x="3493128" y="2072600"/>
                  </a:lnTo>
                  <a:lnTo>
                    <a:pt x="3493254" y="2072600"/>
                  </a:lnTo>
                  <a:lnTo>
                    <a:pt x="3493380" y="2072600"/>
                  </a:lnTo>
                  <a:lnTo>
                    <a:pt x="3493506" y="2072600"/>
                  </a:lnTo>
                  <a:lnTo>
                    <a:pt x="3493633" y="2072600"/>
                  </a:lnTo>
                  <a:lnTo>
                    <a:pt x="3493759" y="2072600"/>
                  </a:lnTo>
                  <a:lnTo>
                    <a:pt x="3493885" y="2072600"/>
                  </a:lnTo>
                  <a:lnTo>
                    <a:pt x="3494011" y="2072600"/>
                  </a:lnTo>
                  <a:lnTo>
                    <a:pt x="3494138" y="2072600"/>
                  </a:lnTo>
                  <a:lnTo>
                    <a:pt x="3494264" y="2072600"/>
                  </a:lnTo>
                  <a:lnTo>
                    <a:pt x="3494390" y="2072600"/>
                  </a:lnTo>
                  <a:lnTo>
                    <a:pt x="3494516" y="2072600"/>
                  </a:lnTo>
                  <a:lnTo>
                    <a:pt x="3494643" y="2072600"/>
                  </a:lnTo>
                  <a:lnTo>
                    <a:pt x="3494769" y="2072600"/>
                  </a:lnTo>
                  <a:lnTo>
                    <a:pt x="3494895" y="2072600"/>
                  </a:lnTo>
                  <a:lnTo>
                    <a:pt x="3495022" y="2072600"/>
                  </a:lnTo>
                  <a:lnTo>
                    <a:pt x="3495148" y="2072600"/>
                  </a:lnTo>
                  <a:lnTo>
                    <a:pt x="3495274" y="2072600"/>
                  </a:lnTo>
                  <a:lnTo>
                    <a:pt x="3495400" y="2072600"/>
                  </a:lnTo>
                  <a:lnTo>
                    <a:pt x="3495527" y="2072600"/>
                  </a:lnTo>
                  <a:lnTo>
                    <a:pt x="3495653" y="2072600"/>
                  </a:lnTo>
                  <a:lnTo>
                    <a:pt x="3495779" y="2072600"/>
                  </a:lnTo>
                  <a:lnTo>
                    <a:pt x="3495905" y="2072600"/>
                  </a:lnTo>
                  <a:lnTo>
                    <a:pt x="3496032" y="2072600"/>
                  </a:lnTo>
                  <a:lnTo>
                    <a:pt x="3496158" y="2072600"/>
                  </a:lnTo>
                  <a:lnTo>
                    <a:pt x="3496284" y="2072600"/>
                  </a:lnTo>
                  <a:lnTo>
                    <a:pt x="3496410" y="2072600"/>
                  </a:lnTo>
                  <a:lnTo>
                    <a:pt x="3496537" y="2072600"/>
                  </a:lnTo>
                  <a:lnTo>
                    <a:pt x="3496663" y="2072600"/>
                  </a:lnTo>
                  <a:lnTo>
                    <a:pt x="3496789" y="2072600"/>
                  </a:lnTo>
                  <a:lnTo>
                    <a:pt x="3496915" y="2072600"/>
                  </a:lnTo>
                  <a:lnTo>
                    <a:pt x="3497042" y="2072600"/>
                  </a:lnTo>
                  <a:lnTo>
                    <a:pt x="3497168" y="2072600"/>
                  </a:lnTo>
                  <a:lnTo>
                    <a:pt x="3497294" y="2072600"/>
                  </a:lnTo>
                  <a:lnTo>
                    <a:pt x="3497420" y="2072600"/>
                  </a:lnTo>
                  <a:lnTo>
                    <a:pt x="3497547" y="2072600"/>
                  </a:lnTo>
                  <a:lnTo>
                    <a:pt x="3497673" y="2072600"/>
                  </a:lnTo>
                  <a:lnTo>
                    <a:pt x="3497799" y="2072600"/>
                  </a:lnTo>
                  <a:lnTo>
                    <a:pt x="3497925" y="2072600"/>
                  </a:lnTo>
                  <a:lnTo>
                    <a:pt x="3498052" y="2072600"/>
                  </a:lnTo>
                  <a:lnTo>
                    <a:pt x="3498178" y="2072600"/>
                  </a:lnTo>
                  <a:lnTo>
                    <a:pt x="3498304" y="2072600"/>
                  </a:lnTo>
                  <a:lnTo>
                    <a:pt x="3498430" y="2072600"/>
                  </a:lnTo>
                  <a:lnTo>
                    <a:pt x="3498557" y="2072600"/>
                  </a:lnTo>
                  <a:lnTo>
                    <a:pt x="3498683" y="2072600"/>
                  </a:lnTo>
                  <a:lnTo>
                    <a:pt x="3498809" y="2072600"/>
                  </a:lnTo>
                  <a:lnTo>
                    <a:pt x="3498935" y="2072600"/>
                  </a:lnTo>
                  <a:lnTo>
                    <a:pt x="3499062" y="2072600"/>
                  </a:lnTo>
                  <a:lnTo>
                    <a:pt x="3499188" y="2072600"/>
                  </a:lnTo>
                  <a:lnTo>
                    <a:pt x="3499314" y="2072600"/>
                  </a:lnTo>
                  <a:lnTo>
                    <a:pt x="3499314" y="2067688"/>
                  </a:lnTo>
                  <a:lnTo>
                    <a:pt x="3499440" y="2067688"/>
                  </a:lnTo>
                  <a:lnTo>
                    <a:pt x="3499567" y="2067688"/>
                  </a:lnTo>
                  <a:lnTo>
                    <a:pt x="3499693" y="2067688"/>
                  </a:lnTo>
                  <a:lnTo>
                    <a:pt x="3499819" y="2067688"/>
                  </a:lnTo>
                  <a:lnTo>
                    <a:pt x="3499945" y="2067688"/>
                  </a:lnTo>
                  <a:lnTo>
                    <a:pt x="3500072" y="2067688"/>
                  </a:lnTo>
                  <a:lnTo>
                    <a:pt x="3500198" y="2067688"/>
                  </a:lnTo>
                  <a:lnTo>
                    <a:pt x="3500324" y="2067688"/>
                  </a:lnTo>
                  <a:lnTo>
                    <a:pt x="3500451" y="2067688"/>
                  </a:lnTo>
                  <a:lnTo>
                    <a:pt x="3500577" y="2067688"/>
                  </a:lnTo>
                  <a:lnTo>
                    <a:pt x="3500703" y="2067688"/>
                  </a:lnTo>
                  <a:lnTo>
                    <a:pt x="3500829" y="2067688"/>
                  </a:lnTo>
                  <a:lnTo>
                    <a:pt x="3500956" y="2067688"/>
                  </a:lnTo>
                  <a:lnTo>
                    <a:pt x="3501082" y="2067688"/>
                  </a:lnTo>
                  <a:lnTo>
                    <a:pt x="3501208" y="2067688"/>
                  </a:lnTo>
                  <a:lnTo>
                    <a:pt x="3501334" y="2067688"/>
                  </a:lnTo>
                  <a:lnTo>
                    <a:pt x="3501461" y="2067688"/>
                  </a:lnTo>
                  <a:lnTo>
                    <a:pt x="3501587" y="2067688"/>
                  </a:lnTo>
                  <a:lnTo>
                    <a:pt x="3501713" y="2067688"/>
                  </a:lnTo>
                  <a:lnTo>
                    <a:pt x="3501839" y="2067688"/>
                  </a:lnTo>
                  <a:lnTo>
                    <a:pt x="3501966" y="2067688"/>
                  </a:lnTo>
                  <a:lnTo>
                    <a:pt x="3502092" y="2067688"/>
                  </a:lnTo>
                  <a:lnTo>
                    <a:pt x="3502218" y="2067688"/>
                  </a:lnTo>
                  <a:lnTo>
                    <a:pt x="3502344" y="2067688"/>
                  </a:lnTo>
                  <a:lnTo>
                    <a:pt x="3502471" y="2067688"/>
                  </a:lnTo>
                  <a:lnTo>
                    <a:pt x="3502597" y="2067688"/>
                  </a:lnTo>
                  <a:lnTo>
                    <a:pt x="3502723" y="2067688"/>
                  </a:lnTo>
                  <a:lnTo>
                    <a:pt x="3502849" y="2067688"/>
                  </a:lnTo>
                  <a:lnTo>
                    <a:pt x="3502849" y="2062777"/>
                  </a:lnTo>
                  <a:lnTo>
                    <a:pt x="3502976" y="2062777"/>
                  </a:lnTo>
                  <a:lnTo>
                    <a:pt x="3503102" y="2062777"/>
                  </a:lnTo>
                  <a:lnTo>
                    <a:pt x="3503228" y="2062777"/>
                  </a:lnTo>
                  <a:lnTo>
                    <a:pt x="3503354" y="2062777"/>
                  </a:lnTo>
                  <a:lnTo>
                    <a:pt x="3503481" y="2062777"/>
                  </a:lnTo>
                  <a:lnTo>
                    <a:pt x="3503607" y="2062777"/>
                  </a:lnTo>
                  <a:lnTo>
                    <a:pt x="3503733" y="2062777"/>
                  </a:lnTo>
                  <a:lnTo>
                    <a:pt x="3503859" y="2062777"/>
                  </a:lnTo>
                  <a:lnTo>
                    <a:pt x="3503986" y="2062777"/>
                  </a:lnTo>
                  <a:lnTo>
                    <a:pt x="3504112" y="2062777"/>
                  </a:lnTo>
                  <a:lnTo>
                    <a:pt x="3504238" y="2062777"/>
                  </a:lnTo>
                  <a:lnTo>
                    <a:pt x="3504364" y="2062777"/>
                  </a:lnTo>
                  <a:lnTo>
                    <a:pt x="3504491" y="2062777"/>
                  </a:lnTo>
                  <a:lnTo>
                    <a:pt x="3504617" y="2062777"/>
                  </a:lnTo>
                  <a:lnTo>
                    <a:pt x="3504743" y="2062777"/>
                  </a:lnTo>
                  <a:lnTo>
                    <a:pt x="3504869" y="2062777"/>
                  </a:lnTo>
                  <a:lnTo>
                    <a:pt x="3504996" y="2062777"/>
                  </a:lnTo>
                  <a:lnTo>
                    <a:pt x="3505122" y="2062777"/>
                  </a:lnTo>
                  <a:lnTo>
                    <a:pt x="3505248" y="2062777"/>
                  </a:lnTo>
                  <a:lnTo>
                    <a:pt x="3505375" y="2062777"/>
                  </a:lnTo>
                  <a:lnTo>
                    <a:pt x="3505501" y="2062777"/>
                  </a:lnTo>
                  <a:lnTo>
                    <a:pt x="3505627" y="2062777"/>
                  </a:lnTo>
                  <a:lnTo>
                    <a:pt x="3505753" y="2062777"/>
                  </a:lnTo>
                  <a:lnTo>
                    <a:pt x="3505880" y="2062777"/>
                  </a:lnTo>
                  <a:lnTo>
                    <a:pt x="3506006" y="2062777"/>
                  </a:lnTo>
                  <a:lnTo>
                    <a:pt x="3506132" y="2062777"/>
                  </a:lnTo>
                  <a:lnTo>
                    <a:pt x="3506258" y="2062777"/>
                  </a:lnTo>
                  <a:lnTo>
                    <a:pt x="3506385" y="2062777"/>
                  </a:lnTo>
                  <a:lnTo>
                    <a:pt x="3506511" y="2062777"/>
                  </a:lnTo>
                  <a:lnTo>
                    <a:pt x="3506637" y="2062777"/>
                  </a:lnTo>
                  <a:lnTo>
                    <a:pt x="3506763" y="2062777"/>
                  </a:lnTo>
                  <a:lnTo>
                    <a:pt x="3506890" y="2062777"/>
                  </a:lnTo>
                  <a:lnTo>
                    <a:pt x="3507016" y="2062777"/>
                  </a:lnTo>
                  <a:lnTo>
                    <a:pt x="3507142" y="2062777"/>
                  </a:lnTo>
                  <a:lnTo>
                    <a:pt x="3507268" y="2062777"/>
                  </a:lnTo>
                  <a:lnTo>
                    <a:pt x="3507395" y="2062777"/>
                  </a:lnTo>
                  <a:lnTo>
                    <a:pt x="3507521" y="2062777"/>
                  </a:lnTo>
                  <a:lnTo>
                    <a:pt x="3507647" y="2062777"/>
                  </a:lnTo>
                  <a:lnTo>
                    <a:pt x="3507773" y="2062777"/>
                  </a:lnTo>
                  <a:lnTo>
                    <a:pt x="3507900" y="2062777"/>
                  </a:lnTo>
                  <a:lnTo>
                    <a:pt x="3508026" y="2062777"/>
                  </a:lnTo>
                  <a:lnTo>
                    <a:pt x="3508152" y="2062777"/>
                  </a:lnTo>
                  <a:lnTo>
                    <a:pt x="3508278" y="2062777"/>
                  </a:lnTo>
                  <a:lnTo>
                    <a:pt x="3508405" y="2062777"/>
                  </a:lnTo>
                  <a:lnTo>
                    <a:pt x="3508531" y="2062777"/>
                  </a:lnTo>
                  <a:lnTo>
                    <a:pt x="3508657" y="2062777"/>
                  </a:lnTo>
                  <a:lnTo>
                    <a:pt x="3508783" y="2062777"/>
                  </a:lnTo>
                  <a:lnTo>
                    <a:pt x="3508910" y="2062777"/>
                  </a:lnTo>
                  <a:lnTo>
                    <a:pt x="3509036" y="2062777"/>
                  </a:lnTo>
                  <a:lnTo>
                    <a:pt x="3509162" y="2062777"/>
                  </a:lnTo>
                  <a:lnTo>
                    <a:pt x="3509288" y="2062777"/>
                  </a:lnTo>
                  <a:lnTo>
                    <a:pt x="3509415" y="2062777"/>
                  </a:lnTo>
                  <a:lnTo>
                    <a:pt x="3509541" y="2062777"/>
                  </a:lnTo>
                  <a:lnTo>
                    <a:pt x="3509667" y="2062777"/>
                  </a:lnTo>
                  <a:lnTo>
                    <a:pt x="3509793" y="2062777"/>
                  </a:lnTo>
                  <a:lnTo>
                    <a:pt x="3509920" y="2062777"/>
                  </a:lnTo>
                  <a:lnTo>
                    <a:pt x="3510046" y="2062777"/>
                  </a:lnTo>
                  <a:lnTo>
                    <a:pt x="3510046" y="2057866"/>
                  </a:lnTo>
                  <a:lnTo>
                    <a:pt x="3510172" y="2057866"/>
                  </a:lnTo>
                  <a:lnTo>
                    <a:pt x="3510299" y="2057866"/>
                  </a:lnTo>
                  <a:lnTo>
                    <a:pt x="3510425" y="2057866"/>
                  </a:lnTo>
                  <a:lnTo>
                    <a:pt x="3510551" y="2057866"/>
                  </a:lnTo>
                  <a:lnTo>
                    <a:pt x="3510677" y="2057866"/>
                  </a:lnTo>
                  <a:lnTo>
                    <a:pt x="3510804" y="2057866"/>
                  </a:lnTo>
                  <a:lnTo>
                    <a:pt x="3510930" y="2057866"/>
                  </a:lnTo>
                  <a:lnTo>
                    <a:pt x="3511056" y="2057866"/>
                  </a:lnTo>
                  <a:lnTo>
                    <a:pt x="3511182" y="2057866"/>
                  </a:lnTo>
                  <a:lnTo>
                    <a:pt x="3511309" y="2057866"/>
                  </a:lnTo>
                  <a:lnTo>
                    <a:pt x="3511435" y="2057866"/>
                  </a:lnTo>
                  <a:lnTo>
                    <a:pt x="3511561" y="2057866"/>
                  </a:lnTo>
                  <a:lnTo>
                    <a:pt x="3511687" y="2057866"/>
                  </a:lnTo>
                  <a:lnTo>
                    <a:pt x="3511814" y="2057866"/>
                  </a:lnTo>
                  <a:lnTo>
                    <a:pt x="3511940" y="2057866"/>
                  </a:lnTo>
                  <a:lnTo>
                    <a:pt x="3512066" y="2057866"/>
                  </a:lnTo>
                  <a:lnTo>
                    <a:pt x="3512192" y="2057866"/>
                  </a:lnTo>
                  <a:lnTo>
                    <a:pt x="3512319" y="2057866"/>
                  </a:lnTo>
                  <a:lnTo>
                    <a:pt x="3512445" y="2057866"/>
                  </a:lnTo>
                  <a:lnTo>
                    <a:pt x="3512445" y="2052954"/>
                  </a:lnTo>
                  <a:lnTo>
                    <a:pt x="3512445" y="2048043"/>
                  </a:lnTo>
                  <a:lnTo>
                    <a:pt x="3512571" y="2048043"/>
                  </a:lnTo>
                  <a:lnTo>
                    <a:pt x="3512697" y="2048043"/>
                  </a:lnTo>
                  <a:lnTo>
                    <a:pt x="3512824" y="2048043"/>
                  </a:lnTo>
                  <a:lnTo>
                    <a:pt x="3512950" y="2048043"/>
                  </a:lnTo>
                  <a:lnTo>
                    <a:pt x="3513076" y="2048043"/>
                  </a:lnTo>
                  <a:lnTo>
                    <a:pt x="3513202" y="2048043"/>
                  </a:lnTo>
                  <a:lnTo>
                    <a:pt x="3513329" y="2048043"/>
                  </a:lnTo>
                  <a:lnTo>
                    <a:pt x="3513455" y="2048043"/>
                  </a:lnTo>
                  <a:lnTo>
                    <a:pt x="3513581" y="2048043"/>
                  </a:lnTo>
                  <a:lnTo>
                    <a:pt x="3513707" y="2048043"/>
                  </a:lnTo>
                  <a:lnTo>
                    <a:pt x="3513834" y="2048043"/>
                  </a:lnTo>
                  <a:lnTo>
                    <a:pt x="3513960" y="2048043"/>
                  </a:lnTo>
                  <a:lnTo>
                    <a:pt x="3514086" y="2048043"/>
                  </a:lnTo>
                  <a:lnTo>
                    <a:pt x="3514212" y="2048043"/>
                  </a:lnTo>
                  <a:lnTo>
                    <a:pt x="3514339" y="2048043"/>
                  </a:lnTo>
                  <a:lnTo>
                    <a:pt x="3514465" y="2048043"/>
                  </a:lnTo>
                  <a:lnTo>
                    <a:pt x="3514591" y="2048043"/>
                  </a:lnTo>
                  <a:lnTo>
                    <a:pt x="3514717" y="2048043"/>
                  </a:lnTo>
                  <a:lnTo>
                    <a:pt x="3514844" y="2048043"/>
                  </a:lnTo>
                  <a:lnTo>
                    <a:pt x="3514970" y="2048043"/>
                  </a:lnTo>
                  <a:lnTo>
                    <a:pt x="3515096" y="2048043"/>
                  </a:lnTo>
                  <a:lnTo>
                    <a:pt x="3515222" y="2048043"/>
                  </a:lnTo>
                  <a:lnTo>
                    <a:pt x="3515349" y="2048043"/>
                  </a:lnTo>
                  <a:lnTo>
                    <a:pt x="3515475" y="2048043"/>
                  </a:lnTo>
                  <a:lnTo>
                    <a:pt x="3515601" y="2048043"/>
                  </a:lnTo>
                  <a:lnTo>
                    <a:pt x="3515728" y="2048043"/>
                  </a:lnTo>
                  <a:lnTo>
                    <a:pt x="3515854" y="2048043"/>
                  </a:lnTo>
                  <a:lnTo>
                    <a:pt x="3515980" y="2048043"/>
                  </a:lnTo>
                  <a:lnTo>
                    <a:pt x="3516106" y="2048043"/>
                  </a:lnTo>
                  <a:lnTo>
                    <a:pt x="3516233" y="2048043"/>
                  </a:lnTo>
                  <a:lnTo>
                    <a:pt x="3516359" y="2048043"/>
                  </a:lnTo>
                  <a:lnTo>
                    <a:pt x="3516485" y="2048043"/>
                  </a:lnTo>
                  <a:lnTo>
                    <a:pt x="3516611" y="2048043"/>
                  </a:lnTo>
                  <a:lnTo>
                    <a:pt x="3516738" y="2048043"/>
                  </a:lnTo>
                  <a:lnTo>
                    <a:pt x="3516864" y="2048043"/>
                  </a:lnTo>
                  <a:lnTo>
                    <a:pt x="3516990" y="2048043"/>
                  </a:lnTo>
                  <a:lnTo>
                    <a:pt x="3517116" y="2048043"/>
                  </a:lnTo>
                  <a:lnTo>
                    <a:pt x="3517243" y="2048043"/>
                  </a:lnTo>
                  <a:lnTo>
                    <a:pt x="3517369" y="2048043"/>
                  </a:lnTo>
                  <a:lnTo>
                    <a:pt x="3517495" y="2048043"/>
                  </a:lnTo>
                  <a:lnTo>
                    <a:pt x="3517621" y="2048043"/>
                  </a:lnTo>
                  <a:lnTo>
                    <a:pt x="3517748" y="2048043"/>
                  </a:lnTo>
                  <a:lnTo>
                    <a:pt x="3517748" y="2043131"/>
                  </a:lnTo>
                  <a:lnTo>
                    <a:pt x="3517874" y="2043131"/>
                  </a:lnTo>
                  <a:lnTo>
                    <a:pt x="3518000" y="2043131"/>
                  </a:lnTo>
                  <a:lnTo>
                    <a:pt x="3518126" y="2043131"/>
                  </a:lnTo>
                  <a:lnTo>
                    <a:pt x="3518253" y="2043131"/>
                  </a:lnTo>
                  <a:lnTo>
                    <a:pt x="3518379" y="2043131"/>
                  </a:lnTo>
                  <a:lnTo>
                    <a:pt x="3518505" y="2043131"/>
                  </a:lnTo>
                  <a:lnTo>
                    <a:pt x="3518631" y="2043131"/>
                  </a:lnTo>
                  <a:lnTo>
                    <a:pt x="3518758" y="2043131"/>
                  </a:lnTo>
                  <a:lnTo>
                    <a:pt x="3518884" y="2043131"/>
                  </a:lnTo>
                  <a:lnTo>
                    <a:pt x="3518884" y="2038220"/>
                  </a:lnTo>
                  <a:lnTo>
                    <a:pt x="3519010" y="2038220"/>
                  </a:lnTo>
                  <a:lnTo>
                    <a:pt x="3519136" y="2038220"/>
                  </a:lnTo>
                  <a:lnTo>
                    <a:pt x="3519263" y="2038220"/>
                  </a:lnTo>
                  <a:lnTo>
                    <a:pt x="3519389" y="2038220"/>
                  </a:lnTo>
                  <a:lnTo>
                    <a:pt x="3519515" y="2038220"/>
                  </a:lnTo>
                  <a:lnTo>
                    <a:pt x="3519641" y="2038220"/>
                  </a:lnTo>
                  <a:lnTo>
                    <a:pt x="3519768" y="2038220"/>
                  </a:lnTo>
                  <a:lnTo>
                    <a:pt x="3519894" y="2038220"/>
                  </a:lnTo>
                  <a:lnTo>
                    <a:pt x="3520020" y="2038220"/>
                  </a:lnTo>
                  <a:lnTo>
                    <a:pt x="3520146" y="2038220"/>
                  </a:lnTo>
                  <a:lnTo>
                    <a:pt x="3520273" y="2038220"/>
                  </a:lnTo>
                  <a:lnTo>
                    <a:pt x="3520399" y="2038220"/>
                  </a:lnTo>
                  <a:lnTo>
                    <a:pt x="3520525" y="2038220"/>
                  </a:lnTo>
                  <a:lnTo>
                    <a:pt x="3520652" y="2038220"/>
                  </a:lnTo>
                  <a:lnTo>
                    <a:pt x="3520778" y="2038220"/>
                  </a:lnTo>
                  <a:lnTo>
                    <a:pt x="3520904" y="2038220"/>
                  </a:lnTo>
                  <a:lnTo>
                    <a:pt x="3521030" y="2038220"/>
                  </a:lnTo>
                  <a:lnTo>
                    <a:pt x="3521157" y="2038220"/>
                  </a:lnTo>
                  <a:lnTo>
                    <a:pt x="3521283" y="2038220"/>
                  </a:lnTo>
                  <a:lnTo>
                    <a:pt x="3521409" y="2038220"/>
                  </a:lnTo>
                  <a:lnTo>
                    <a:pt x="3521535" y="2038220"/>
                  </a:lnTo>
                  <a:lnTo>
                    <a:pt x="3521662" y="2038220"/>
                  </a:lnTo>
                  <a:lnTo>
                    <a:pt x="3521788" y="2038220"/>
                  </a:lnTo>
                  <a:lnTo>
                    <a:pt x="3521914" y="2038220"/>
                  </a:lnTo>
                  <a:lnTo>
                    <a:pt x="3522040" y="2038220"/>
                  </a:lnTo>
                  <a:lnTo>
                    <a:pt x="3522167" y="2038220"/>
                  </a:lnTo>
                  <a:lnTo>
                    <a:pt x="3522293" y="2038220"/>
                  </a:lnTo>
                  <a:lnTo>
                    <a:pt x="3522419" y="2038220"/>
                  </a:lnTo>
                  <a:lnTo>
                    <a:pt x="3522545" y="2038220"/>
                  </a:lnTo>
                  <a:lnTo>
                    <a:pt x="3522672" y="2038220"/>
                  </a:lnTo>
                  <a:lnTo>
                    <a:pt x="3522798" y="2038220"/>
                  </a:lnTo>
                  <a:lnTo>
                    <a:pt x="3522924" y="2038220"/>
                  </a:lnTo>
                  <a:lnTo>
                    <a:pt x="3523050" y="2038220"/>
                  </a:lnTo>
                  <a:lnTo>
                    <a:pt x="3523177" y="2038220"/>
                  </a:lnTo>
                  <a:lnTo>
                    <a:pt x="3523303" y="2038220"/>
                  </a:lnTo>
                  <a:lnTo>
                    <a:pt x="3523429" y="2038220"/>
                  </a:lnTo>
                  <a:lnTo>
                    <a:pt x="3523555" y="2038220"/>
                  </a:lnTo>
                  <a:lnTo>
                    <a:pt x="3523682" y="2038220"/>
                  </a:lnTo>
                  <a:lnTo>
                    <a:pt x="3523808" y="2038220"/>
                  </a:lnTo>
                  <a:lnTo>
                    <a:pt x="3523934" y="2038220"/>
                  </a:lnTo>
                  <a:lnTo>
                    <a:pt x="3524060" y="2038220"/>
                  </a:lnTo>
                  <a:lnTo>
                    <a:pt x="3524187" y="2038220"/>
                  </a:lnTo>
                  <a:lnTo>
                    <a:pt x="3524313" y="2038220"/>
                  </a:lnTo>
                  <a:lnTo>
                    <a:pt x="3524439" y="2038220"/>
                  </a:lnTo>
                  <a:lnTo>
                    <a:pt x="3524565" y="2038220"/>
                  </a:lnTo>
                  <a:lnTo>
                    <a:pt x="3524692" y="2038220"/>
                  </a:lnTo>
                  <a:lnTo>
                    <a:pt x="3524818" y="2038220"/>
                  </a:lnTo>
                  <a:lnTo>
                    <a:pt x="3524944" y="2038220"/>
                  </a:lnTo>
                  <a:lnTo>
                    <a:pt x="3525070" y="2038220"/>
                  </a:lnTo>
                  <a:lnTo>
                    <a:pt x="3525197" y="2038220"/>
                  </a:lnTo>
                  <a:lnTo>
                    <a:pt x="3525323" y="2038220"/>
                  </a:lnTo>
                  <a:lnTo>
                    <a:pt x="3525449" y="2038220"/>
                  </a:lnTo>
                  <a:lnTo>
                    <a:pt x="3525575" y="2038220"/>
                  </a:lnTo>
                  <a:lnTo>
                    <a:pt x="3525702" y="2038220"/>
                  </a:lnTo>
                  <a:lnTo>
                    <a:pt x="3525828" y="2038220"/>
                  </a:lnTo>
                  <a:lnTo>
                    <a:pt x="3525954" y="2038220"/>
                  </a:lnTo>
                  <a:lnTo>
                    <a:pt x="3526081" y="2038220"/>
                  </a:lnTo>
                  <a:lnTo>
                    <a:pt x="3526207" y="2038220"/>
                  </a:lnTo>
                  <a:lnTo>
                    <a:pt x="3526333" y="2038220"/>
                  </a:lnTo>
                  <a:lnTo>
                    <a:pt x="3526459" y="2038220"/>
                  </a:lnTo>
                  <a:lnTo>
                    <a:pt x="3526586" y="2038220"/>
                  </a:lnTo>
                  <a:lnTo>
                    <a:pt x="3526712" y="2038220"/>
                  </a:lnTo>
                  <a:lnTo>
                    <a:pt x="3526838" y="2038220"/>
                  </a:lnTo>
                  <a:lnTo>
                    <a:pt x="3526964" y="2038220"/>
                  </a:lnTo>
                  <a:lnTo>
                    <a:pt x="3527091" y="2038220"/>
                  </a:lnTo>
                  <a:lnTo>
                    <a:pt x="3527217" y="2038220"/>
                  </a:lnTo>
                  <a:lnTo>
                    <a:pt x="3527343" y="2038220"/>
                  </a:lnTo>
                  <a:lnTo>
                    <a:pt x="3527469" y="2038220"/>
                  </a:lnTo>
                  <a:lnTo>
                    <a:pt x="3527596" y="2038220"/>
                  </a:lnTo>
                  <a:lnTo>
                    <a:pt x="3527722" y="2038220"/>
                  </a:lnTo>
                  <a:lnTo>
                    <a:pt x="3527848" y="2038220"/>
                  </a:lnTo>
                  <a:lnTo>
                    <a:pt x="3527974" y="2038220"/>
                  </a:lnTo>
                  <a:lnTo>
                    <a:pt x="3528101" y="2038220"/>
                  </a:lnTo>
                  <a:lnTo>
                    <a:pt x="3528227" y="2038220"/>
                  </a:lnTo>
                  <a:lnTo>
                    <a:pt x="3528353" y="2038220"/>
                  </a:lnTo>
                  <a:lnTo>
                    <a:pt x="3528479" y="2038220"/>
                  </a:lnTo>
                  <a:lnTo>
                    <a:pt x="3528606" y="2038220"/>
                  </a:lnTo>
                  <a:lnTo>
                    <a:pt x="3528732" y="2038220"/>
                  </a:lnTo>
                  <a:lnTo>
                    <a:pt x="3528858" y="2038220"/>
                  </a:lnTo>
                  <a:lnTo>
                    <a:pt x="3528984" y="2038220"/>
                  </a:lnTo>
                  <a:lnTo>
                    <a:pt x="3529111" y="2038220"/>
                  </a:lnTo>
                  <a:lnTo>
                    <a:pt x="3529237" y="2038220"/>
                  </a:lnTo>
                  <a:lnTo>
                    <a:pt x="3529363" y="2038220"/>
                  </a:lnTo>
                  <a:lnTo>
                    <a:pt x="3529489" y="2038220"/>
                  </a:lnTo>
                  <a:lnTo>
                    <a:pt x="3529616" y="2038220"/>
                  </a:lnTo>
                  <a:lnTo>
                    <a:pt x="3529742" y="2038220"/>
                  </a:lnTo>
                  <a:lnTo>
                    <a:pt x="3529868" y="2038220"/>
                  </a:lnTo>
                  <a:lnTo>
                    <a:pt x="3529994" y="2038220"/>
                  </a:lnTo>
                  <a:lnTo>
                    <a:pt x="3530121" y="2038220"/>
                  </a:lnTo>
                  <a:lnTo>
                    <a:pt x="3530247" y="2038220"/>
                  </a:lnTo>
                  <a:lnTo>
                    <a:pt x="3530373" y="2038220"/>
                  </a:lnTo>
                  <a:lnTo>
                    <a:pt x="3530499" y="2038220"/>
                  </a:lnTo>
                  <a:lnTo>
                    <a:pt x="3530626" y="2038220"/>
                  </a:lnTo>
                  <a:lnTo>
                    <a:pt x="3530752" y="2038220"/>
                  </a:lnTo>
                  <a:lnTo>
                    <a:pt x="3530878" y="2038220"/>
                  </a:lnTo>
                  <a:lnTo>
                    <a:pt x="3531005" y="2038220"/>
                  </a:lnTo>
                  <a:lnTo>
                    <a:pt x="3531131" y="2038220"/>
                  </a:lnTo>
                  <a:lnTo>
                    <a:pt x="3531257" y="2038220"/>
                  </a:lnTo>
                  <a:lnTo>
                    <a:pt x="3531383" y="2038220"/>
                  </a:lnTo>
                  <a:lnTo>
                    <a:pt x="3531510" y="2038220"/>
                  </a:lnTo>
                  <a:lnTo>
                    <a:pt x="3531636" y="2038220"/>
                  </a:lnTo>
                  <a:lnTo>
                    <a:pt x="3531762" y="2038220"/>
                  </a:lnTo>
                  <a:lnTo>
                    <a:pt x="3531888" y="2038220"/>
                  </a:lnTo>
                  <a:lnTo>
                    <a:pt x="3532015" y="2038220"/>
                  </a:lnTo>
                  <a:lnTo>
                    <a:pt x="3532141" y="2038220"/>
                  </a:lnTo>
                  <a:lnTo>
                    <a:pt x="3532267" y="2038220"/>
                  </a:lnTo>
                  <a:lnTo>
                    <a:pt x="3532393" y="2038220"/>
                  </a:lnTo>
                  <a:lnTo>
                    <a:pt x="3532520" y="2038220"/>
                  </a:lnTo>
                  <a:lnTo>
                    <a:pt x="3532646" y="2038220"/>
                  </a:lnTo>
                  <a:lnTo>
                    <a:pt x="3532772" y="2038220"/>
                  </a:lnTo>
                  <a:lnTo>
                    <a:pt x="3532898" y="2038220"/>
                  </a:lnTo>
                  <a:lnTo>
                    <a:pt x="3533025" y="2038220"/>
                  </a:lnTo>
                  <a:lnTo>
                    <a:pt x="3533151" y="2038220"/>
                  </a:lnTo>
                  <a:lnTo>
                    <a:pt x="3533277" y="2038220"/>
                  </a:lnTo>
                  <a:lnTo>
                    <a:pt x="3533403" y="2038220"/>
                  </a:lnTo>
                  <a:lnTo>
                    <a:pt x="3533530" y="2038220"/>
                  </a:lnTo>
                  <a:lnTo>
                    <a:pt x="3533656" y="2038220"/>
                  </a:lnTo>
                  <a:lnTo>
                    <a:pt x="3533782" y="2038220"/>
                  </a:lnTo>
                  <a:lnTo>
                    <a:pt x="3533908" y="2038220"/>
                  </a:lnTo>
                  <a:lnTo>
                    <a:pt x="3534035" y="2038220"/>
                  </a:lnTo>
                  <a:lnTo>
                    <a:pt x="3534161" y="2038220"/>
                  </a:lnTo>
                  <a:lnTo>
                    <a:pt x="3534287" y="2038220"/>
                  </a:lnTo>
                  <a:lnTo>
                    <a:pt x="3534413" y="2038220"/>
                  </a:lnTo>
                  <a:lnTo>
                    <a:pt x="3534540" y="2038220"/>
                  </a:lnTo>
                  <a:lnTo>
                    <a:pt x="3534666" y="2038220"/>
                  </a:lnTo>
                  <a:lnTo>
                    <a:pt x="3534792" y="2038220"/>
                  </a:lnTo>
                  <a:lnTo>
                    <a:pt x="3534918" y="2038220"/>
                  </a:lnTo>
                  <a:lnTo>
                    <a:pt x="3535045" y="2038220"/>
                  </a:lnTo>
                  <a:lnTo>
                    <a:pt x="3535171" y="2038220"/>
                  </a:lnTo>
                  <a:lnTo>
                    <a:pt x="3535297" y="2038220"/>
                  </a:lnTo>
                  <a:lnTo>
                    <a:pt x="3535423" y="2038220"/>
                  </a:lnTo>
                  <a:lnTo>
                    <a:pt x="3535550" y="2038220"/>
                  </a:lnTo>
                  <a:lnTo>
                    <a:pt x="3535676" y="2038220"/>
                  </a:lnTo>
                  <a:lnTo>
                    <a:pt x="3535802" y="2038220"/>
                  </a:lnTo>
                  <a:lnTo>
                    <a:pt x="3535928" y="2038220"/>
                  </a:lnTo>
                  <a:lnTo>
                    <a:pt x="3536055" y="2038220"/>
                  </a:lnTo>
                  <a:lnTo>
                    <a:pt x="3536181" y="2038220"/>
                  </a:lnTo>
                  <a:lnTo>
                    <a:pt x="3536307" y="2038220"/>
                  </a:lnTo>
                  <a:lnTo>
                    <a:pt x="3536434" y="2038220"/>
                  </a:lnTo>
                  <a:lnTo>
                    <a:pt x="3536560" y="2038220"/>
                  </a:lnTo>
                  <a:lnTo>
                    <a:pt x="3536686" y="2038220"/>
                  </a:lnTo>
                  <a:lnTo>
                    <a:pt x="3536812" y="2038220"/>
                  </a:lnTo>
                  <a:lnTo>
                    <a:pt x="3536939" y="2038220"/>
                  </a:lnTo>
                  <a:lnTo>
                    <a:pt x="3537065" y="2038220"/>
                  </a:lnTo>
                  <a:lnTo>
                    <a:pt x="3537191" y="2038220"/>
                  </a:lnTo>
                  <a:lnTo>
                    <a:pt x="3537317" y="2038220"/>
                  </a:lnTo>
                  <a:lnTo>
                    <a:pt x="3537444" y="2038220"/>
                  </a:lnTo>
                  <a:lnTo>
                    <a:pt x="3537570" y="2038220"/>
                  </a:lnTo>
                  <a:lnTo>
                    <a:pt x="3537696" y="2038220"/>
                  </a:lnTo>
                  <a:lnTo>
                    <a:pt x="3537696" y="2033309"/>
                  </a:lnTo>
                  <a:lnTo>
                    <a:pt x="3537822" y="2033309"/>
                  </a:lnTo>
                  <a:lnTo>
                    <a:pt x="3537949" y="2033309"/>
                  </a:lnTo>
                  <a:lnTo>
                    <a:pt x="3538075" y="2033309"/>
                  </a:lnTo>
                  <a:lnTo>
                    <a:pt x="3538201" y="2033309"/>
                  </a:lnTo>
                  <a:lnTo>
                    <a:pt x="3538327" y="2033309"/>
                  </a:lnTo>
                  <a:lnTo>
                    <a:pt x="3538454" y="2033309"/>
                  </a:lnTo>
                  <a:lnTo>
                    <a:pt x="3538580" y="2033309"/>
                  </a:lnTo>
                  <a:lnTo>
                    <a:pt x="3538706" y="2033309"/>
                  </a:lnTo>
                  <a:lnTo>
                    <a:pt x="3538832" y="2033309"/>
                  </a:lnTo>
                  <a:lnTo>
                    <a:pt x="3538959" y="2033309"/>
                  </a:lnTo>
                  <a:lnTo>
                    <a:pt x="3539085" y="2033309"/>
                  </a:lnTo>
                  <a:lnTo>
                    <a:pt x="3539211" y="2033309"/>
                  </a:lnTo>
                  <a:lnTo>
                    <a:pt x="3539337" y="2033309"/>
                  </a:lnTo>
                  <a:lnTo>
                    <a:pt x="3539464" y="2033309"/>
                  </a:lnTo>
                  <a:lnTo>
                    <a:pt x="3539464" y="2028397"/>
                  </a:lnTo>
                  <a:lnTo>
                    <a:pt x="3539590" y="2028397"/>
                  </a:lnTo>
                  <a:lnTo>
                    <a:pt x="3539716" y="2028397"/>
                  </a:lnTo>
                  <a:lnTo>
                    <a:pt x="3539842" y="2028397"/>
                  </a:lnTo>
                  <a:lnTo>
                    <a:pt x="3539969" y="2028397"/>
                  </a:lnTo>
                  <a:lnTo>
                    <a:pt x="3540095" y="2028397"/>
                  </a:lnTo>
                  <a:lnTo>
                    <a:pt x="3540221" y="2028397"/>
                  </a:lnTo>
                  <a:lnTo>
                    <a:pt x="3540347" y="2028397"/>
                  </a:lnTo>
                  <a:lnTo>
                    <a:pt x="3540474" y="2028397"/>
                  </a:lnTo>
                  <a:lnTo>
                    <a:pt x="3540600" y="2028397"/>
                  </a:lnTo>
                  <a:lnTo>
                    <a:pt x="3540726" y="2028397"/>
                  </a:lnTo>
                  <a:lnTo>
                    <a:pt x="3540852" y="2028397"/>
                  </a:lnTo>
                  <a:lnTo>
                    <a:pt x="3540979" y="2028397"/>
                  </a:lnTo>
                  <a:lnTo>
                    <a:pt x="3541105" y="2028397"/>
                  </a:lnTo>
                  <a:lnTo>
                    <a:pt x="3541105" y="2023486"/>
                  </a:lnTo>
                  <a:lnTo>
                    <a:pt x="3541231" y="2023486"/>
                  </a:lnTo>
                  <a:lnTo>
                    <a:pt x="3541358" y="2023486"/>
                  </a:lnTo>
                  <a:lnTo>
                    <a:pt x="3541484" y="2023486"/>
                  </a:lnTo>
                  <a:lnTo>
                    <a:pt x="3541484" y="2018575"/>
                  </a:lnTo>
                  <a:lnTo>
                    <a:pt x="3541610" y="2018575"/>
                  </a:lnTo>
                  <a:lnTo>
                    <a:pt x="3541736" y="2018575"/>
                  </a:lnTo>
                  <a:lnTo>
                    <a:pt x="3541863" y="2018575"/>
                  </a:lnTo>
                  <a:lnTo>
                    <a:pt x="3541989" y="2018575"/>
                  </a:lnTo>
                  <a:lnTo>
                    <a:pt x="3542115" y="2018575"/>
                  </a:lnTo>
                  <a:lnTo>
                    <a:pt x="3542241" y="2018575"/>
                  </a:lnTo>
                  <a:lnTo>
                    <a:pt x="3542368" y="2018575"/>
                  </a:lnTo>
                  <a:lnTo>
                    <a:pt x="3542494" y="2018575"/>
                  </a:lnTo>
                  <a:lnTo>
                    <a:pt x="3542620" y="2018575"/>
                  </a:lnTo>
                  <a:lnTo>
                    <a:pt x="3542746" y="2018575"/>
                  </a:lnTo>
                  <a:lnTo>
                    <a:pt x="3542873" y="2018575"/>
                  </a:lnTo>
                  <a:lnTo>
                    <a:pt x="3542999" y="2018575"/>
                  </a:lnTo>
                  <a:lnTo>
                    <a:pt x="3543125" y="2018575"/>
                  </a:lnTo>
                  <a:lnTo>
                    <a:pt x="3543251" y="2018575"/>
                  </a:lnTo>
                  <a:lnTo>
                    <a:pt x="3543378" y="2018575"/>
                  </a:lnTo>
                  <a:lnTo>
                    <a:pt x="3543504" y="2018575"/>
                  </a:lnTo>
                  <a:lnTo>
                    <a:pt x="3543630" y="2018575"/>
                  </a:lnTo>
                  <a:lnTo>
                    <a:pt x="3543756" y="2018575"/>
                  </a:lnTo>
                  <a:lnTo>
                    <a:pt x="3543883" y="2018575"/>
                  </a:lnTo>
                  <a:lnTo>
                    <a:pt x="3544009" y="2018575"/>
                  </a:lnTo>
                  <a:lnTo>
                    <a:pt x="3544135" y="2018575"/>
                  </a:lnTo>
                  <a:lnTo>
                    <a:pt x="3544261" y="2018575"/>
                  </a:lnTo>
                  <a:lnTo>
                    <a:pt x="3544388" y="2018575"/>
                  </a:lnTo>
                  <a:lnTo>
                    <a:pt x="3544514" y="2018575"/>
                  </a:lnTo>
                  <a:lnTo>
                    <a:pt x="3544640" y="2018575"/>
                  </a:lnTo>
                  <a:lnTo>
                    <a:pt x="3544766" y="2018575"/>
                  </a:lnTo>
                  <a:lnTo>
                    <a:pt x="3544893" y="2018575"/>
                  </a:lnTo>
                  <a:lnTo>
                    <a:pt x="3545019" y="2018575"/>
                  </a:lnTo>
                  <a:lnTo>
                    <a:pt x="3545145" y="2018575"/>
                  </a:lnTo>
                  <a:lnTo>
                    <a:pt x="3545271" y="2018575"/>
                  </a:lnTo>
                  <a:lnTo>
                    <a:pt x="3545398" y="2018575"/>
                  </a:lnTo>
                  <a:lnTo>
                    <a:pt x="3545524" y="2018575"/>
                  </a:lnTo>
                  <a:lnTo>
                    <a:pt x="3545650" y="2018575"/>
                  </a:lnTo>
                  <a:lnTo>
                    <a:pt x="3545776" y="2018575"/>
                  </a:lnTo>
                  <a:lnTo>
                    <a:pt x="3545903" y="2018575"/>
                  </a:lnTo>
                  <a:lnTo>
                    <a:pt x="3546029" y="2018575"/>
                  </a:lnTo>
                  <a:lnTo>
                    <a:pt x="3546155" y="2018575"/>
                  </a:lnTo>
                  <a:lnTo>
                    <a:pt x="3546281" y="2018575"/>
                  </a:lnTo>
                  <a:lnTo>
                    <a:pt x="3546408" y="2018575"/>
                  </a:lnTo>
                  <a:lnTo>
                    <a:pt x="3546534" y="2018575"/>
                  </a:lnTo>
                  <a:lnTo>
                    <a:pt x="3546660" y="2018575"/>
                  </a:lnTo>
                  <a:lnTo>
                    <a:pt x="3546787" y="2018575"/>
                  </a:lnTo>
                  <a:lnTo>
                    <a:pt x="3546913" y="2018575"/>
                  </a:lnTo>
                  <a:lnTo>
                    <a:pt x="3547039" y="2018575"/>
                  </a:lnTo>
                  <a:lnTo>
                    <a:pt x="3547165" y="2018575"/>
                  </a:lnTo>
                  <a:lnTo>
                    <a:pt x="3547292" y="2018575"/>
                  </a:lnTo>
                  <a:lnTo>
                    <a:pt x="3547418" y="2018575"/>
                  </a:lnTo>
                  <a:lnTo>
                    <a:pt x="3547544" y="2018575"/>
                  </a:lnTo>
                  <a:lnTo>
                    <a:pt x="3547670" y="2018575"/>
                  </a:lnTo>
                  <a:lnTo>
                    <a:pt x="3547797" y="2018575"/>
                  </a:lnTo>
                  <a:lnTo>
                    <a:pt x="3547923" y="2018575"/>
                  </a:lnTo>
                  <a:lnTo>
                    <a:pt x="3548049" y="2018575"/>
                  </a:lnTo>
                  <a:lnTo>
                    <a:pt x="3548175" y="2018575"/>
                  </a:lnTo>
                  <a:lnTo>
                    <a:pt x="3548302" y="2018575"/>
                  </a:lnTo>
                  <a:lnTo>
                    <a:pt x="3548428" y="2018575"/>
                  </a:lnTo>
                  <a:lnTo>
                    <a:pt x="3548554" y="2018575"/>
                  </a:lnTo>
                  <a:lnTo>
                    <a:pt x="3548680" y="2018575"/>
                  </a:lnTo>
                  <a:lnTo>
                    <a:pt x="3548807" y="2018575"/>
                  </a:lnTo>
                  <a:lnTo>
                    <a:pt x="3548933" y="2018575"/>
                  </a:lnTo>
                  <a:lnTo>
                    <a:pt x="3549059" y="2018575"/>
                  </a:lnTo>
                  <a:lnTo>
                    <a:pt x="3549185" y="2018575"/>
                  </a:lnTo>
                  <a:lnTo>
                    <a:pt x="3549312" y="2018575"/>
                  </a:lnTo>
                  <a:lnTo>
                    <a:pt x="3549438" y="2018575"/>
                  </a:lnTo>
                  <a:lnTo>
                    <a:pt x="3549564" y="2018575"/>
                  </a:lnTo>
                  <a:lnTo>
                    <a:pt x="3549690" y="2018575"/>
                  </a:lnTo>
                  <a:lnTo>
                    <a:pt x="3549817" y="2018575"/>
                  </a:lnTo>
                  <a:lnTo>
                    <a:pt x="3549943" y="2018575"/>
                  </a:lnTo>
                  <a:lnTo>
                    <a:pt x="3550069" y="2018575"/>
                  </a:lnTo>
                  <a:lnTo>
                    <a:pt x="3550195" y="2018575"/>
                  </a:lnTo>
                  <a:lnTo>
                    <a:pt x="3550322" y="2018575"/>
                  </a:lnTo>
                  <a:lnTo>
                    <a:pt x="3550448" y="2018575"/>
                  </a:lnTo>
                  <a:lnTo>
                    <a:pt x="3550574" y="2018575"/>
                  </a:lnTo>
                  <a:lnTo>
                    <a:pt x="3550700" y="2018575"/>
                  </a:lnTo>
                  <a:lnTo>
                    <a:pt x="3550827" y="2018575"/>
                  </a:lnTo>
                  <a:lnTo>
                    <a:pt x="3550953" y="2018575"/>
                  </a:lnTo>
                  <a:lnTo>
                    <a:pt x="3551079" y="2018575"/>
                  </a:lnTo>
                  <a:lnTo>
                    <a:pt x="3551205" y="2018575"/>
                  </a:lnTo>
                  <a:lnTo>
                    <a:pt x="3551332" y="2018575"/>
                  </a:lnTo>
                  <a:lnTo>
                    <a:pt x="3551458" y="2018575"/>
                  </a:lnTo>
                  <a:lnTo>
                    <a:pt x="3551584" y="2018575"/>
                  </a:lnTo>
                  <a:lnTo>
                    <a:pt x="3551711" y="2018575"/>
                  </a:lnTo>
                  <a:lnTo>
                    <a:pt x="3551837" y="2018575"/>
                  </a:lnTo>
                  <a:lnTo>
                    <a:pt x="3551963" y="2018575"/>
                  </a:lnTo>
                  <a:lnTo>
                    <a:pt x="3552089" y="2018575"/>
                  </a:lnTo>
                  <a:lnTo>
                    <a:pt x="3552216" y="2018575"/>
                  </a:lnTo>
                  <a:lnTo>
                    <a:pt x="3552342" y="2018575"/>
                  </a:lnTo>
                  <a:lnTo>
                    <a:pt x="3552468" y="2018575"/>
                  </a:lnTo>
                  <a:lnTo>
                    <a:pt x="3552594" y="2018575"/>
                  </a:lnTo>
                  <a:lnTo>
                    <a:pt x="3552721" y="2018575"/>
                  </a:lnTo>
                  <a:lnTo>
                    <a:pt x="3552847" y="2018575"/>
                  </a:lnTo>
                  <a:lnTo>
                    <a:pt x="3552973" y="2018575"/>
                  </a:lnTo>
                  <a:lnTo>
                    <a:pt x="3553099" y="2018575"/>
                  </a:lnTo>
                  <a:lnTo>
                    <a:pt x="3553226" y="2018575"/>
                  </a:lnTo>
                  <a:lnTo>
                    <a:pt x="3553352" y="2018575"/>
                  </a:lnTo>
                  <a:lnTo>
                    <a:pt x="3553478" y="2018575"/>
                  </a:lnTo>
                  <a:lnTo>
                    <a:pt x="3553604" y="2018575"/>
                  </a:lnTo>
                  <a:lnTo>
                    <a:pt x="3553731" y="2018575"/>
                  </a:lnTo>
                  <a:lnTo>
                    <a:pt x="3553857" y="2018575"/>
                  </a:lnTo>
                  <a:lnTo>
                    <a:pt x="3553983" y="2018575"/>
                  </a:lnTo>
                  <a:lnTo>
                    <a:pt x="3554109" y="2018575"/>
                  </a:lnTo>
                  <a:lnTo>
                    <a:pt x="3554236" y="2018575"/>
                  </a:lnTo>
                  <a:lnTo>
                    <a:pt x="3554362" y="2018575"/>
                  </a:lnTo>
                  <a:lnTo>
                    <a:pt x="3554488" y="2018575"/>
                  </a:lnTo>
                  <a:lnTo>
                    <a:pt x="3554614" y="2018575"/>
                  </a:lnTo>
                  <a:lnTo>
                    <a:pt x="3554741" y="2018575"/>
                  </a:lnTo>
                  <a:lnTo>
                    <a:pt x="3554867" y="2018575"/>
                  </a:lnTo>
                  <a:lnTo>
                    <a:pt x="3554993" y="2018575"/>
                  </a:lnTo>
                  <a:lnTo>
                    <a:pt x="3555119" y="2018575"/>
                  </a:lnTo>
                  <a:lnTo>
                    <a:pt x="3555246" y="2018575"/>
                  </a:lnTo>
                  <a:lnTo>
                    <a:pt x="3555372" y="2018575"/>
                  </a:lnTo>
                  <a:lnTo>
                    <a:pt x="3555498" y="2018575"/>
                  </a:lnTo>
                  <a:lnTo>
                    <a:pt x="3555624" y="2018575"/>
                  </a:lnTo>
                  <a:lnTo>
                    <a:pt x="3555751" y="2018575"/>
                  </a:lnTo>
                  <a:lnTo>
                    <a:pt x="3555877" y="2018575"/>
                  </a:lnTo>
                  <a:lnTo>
                    <a:pt x="3556003" y="2018575"/>
                  </a:lnTo>
                  <a:lnTo>
                    <a:pt x="3556129" y="2018575"/>
                  </a:lnTo>
                  <a:lnTo>
                    <a:pt x="3556256" y="2018575"/>
                  </a:lnTo>
                  <a:lnTo>
                    <a:pt x="3556382" y="2018575"/>
                  </a:lnTo>
                  <a:lnTo>
                    <a:pt x="3556508" y="2018575"/>
                  </a:lnTo>
                  <a:lnTo>
                    <a:pt x="3556634" y="2018575"/>
                  </a:lnTo>
                  <a:lnTo>
                    <a:pt x="3556761" y="2018575"/>
                  </a:lnTo>
                  <a:lnTo>
                    <a:pt x="3556887" y="2018575"/>
                  </a:lnTo>
                  <a:lnTo>
                    <a:pt x="3557013" y="2018575"/>
                  </a:lnTo>
                  <a:lnTo>
                    <a:pt x="3557140" y="2018575"/>
                  </a:lnTo>
                  <a:lnTo>
                    <a:pt x="3557266" y="2018575"/>
                  </a:lnTo>
                  <a:lnTo>
                    <a:pt x="3557392" y="2018575"/>
                  </a:lnTo>
                  <a:lnTo>
                    <a:pt x="3557518" y="2018575"/>
                  </a:lnTo>
                  <a:lnTo>
                    <a:pt x="3557645" y="2018575"/>
                  </a:lnTo>
                  <a:lnTo>
                    <a:pt x="3557771" y="2018575"/>
                  </a:lnTo>
                  <a:lnTo>
                    <a:pt x="3557897" y="2018575"/>
                  </a:lnTo>
                  <a:lnTo>
                    <a:pt x="3558023" y="2018575"/>
                  </a:lnTo>
                  <a:lnTo>
                    <a:pt x="3558150" y="2018575"/>
                  </a:lnTo>
                  <a:lnTo>
                    <a:pt x="3558276" y="2018575"/>
                  </a:lnTo>
                  <a:lnTo>
                    <a:pt x="3558402" y="2018575"/>
                  </a:lnTo>
                  <a:lnTo>
                    <a:pt x="3558528" y="2018575"/>
                  </a:lnTo>
                  <a:lnTo>
                    <a:pt x="3558655" y="2018575"/>
                  </a:lnTo>
                  <a:lnTo>
                    <a:pt x="3558781" y="2018575"/>
                  </a:lnTo>
                  <a:lnTo>
                    <a:pt x="3558907" y="2018575"/>
                  </a:lnTo>
                  <a:lnTo>
                    <a:pt x="3559033" y="2018575"/>
                  </a:lnTo>
                  <a:lnTo>
                    <a:pt x="3559160" y="2018575"/>
                  </a:lnTo>
                  <a:lnTo>
                    <a:pt x="3559286" y="2018575"/>
                  </a:lnTo>
                  <a:lnTo>
                    <a:pt x="3559412" y="2018575"/>
                  </a:lnTo>
                  <a:lnTo>
                    <a:pt x="3559538" y="2018575"/>
                  </a:lnTo>
                  <a:lnTo>
                    <a:pt x="3559665" y="2018575"/>
                  </a:lnTo>
                  <a:lnTo>
                    <a:pt x="3559791" y="2018575"/>
                  </a:lnTo>
                  <a:lnTo>
                    <a:pt x="3559917" y="2018575"/>
                  </a:lnTo>
                  <a:lnTo>
                    <a:pt x="3560043" y="2018575"/>
                  </a:lnTo>
                  <a:lnTo>
                    <a:pt x="3560170" y="2018575"/>
                  </a:lnTo>
                  <a:lnTo>
                    <a:pt x="3560296" y="2018575"/>
                  </a:lnTo>
                  <a:lnTo>
                    <a:pt x="3560422" y="2018575"/>
                  </a:lnTo>
                  <a:lnTo>
                    <a:pt x="3560548" y="2018575"/>
                  </a:lnTo>
                  <a:lnTo>
                    <a:pt x="3560675" y="2018575"/>
                  </a:lnTo>
                  <a:lnTo>
                    <a:pt x="3560801" y="2018575"/>
                  </a:lnTo>
                  <a:lnTo>
                    <a:pt x="3560927" y="2018575"/>
                  </a:lnTo>
                  <a:lnTo>
                    <a:pt x="3561053" y="2018575"/>
                  </a:lnTo>
                  <a:lnTo>
                    <a:pt x="3561180" y="2018575"/>
                  </a:lnTo>
                  <a:lnTo>
                    <a:pt x="3561306" y="2018575"/>
                  </a:lnTo>
                  <a:lnTo>
                    <a:pt x="3561432" y="2018575"/>
                  </a:lnTo>
                  <a:lnTo>
                    <a:pt x="3561558" y="2018575"/>
                  </a:lnTo>
                  <a:lnTo>
                    <a:pt x="3561685" y="2018575"/>
                  </a:lnTo>
                  <a:lnTo>
                    <a:pt x="3561811" y="2018575"/>
                  </a:lnTo>
                  <a:lnTo>
                    <a:pt x="3561937" y="2018575"/>
                  </a:lnTo>
                  <a:lnTo>
                    <a:pt x="3562064" y="2018575"/>
                  </a:lnTo>
                  <a:lnTo>
                    <a:pt x="3562190" y="2018575"/>
                  </a:lnTo>
                  <a:lnTo>
                    <a:pt x="3562190" y="2013663"/>
                  </a:lnTo>
                  <a:lnTo>
                    <a:pt x="3562316" y="2013663"/>
                  </a:lnTo>
                  <a:lnTo>
                    <a:pt x="3562442" y="2013663"/>
                  </a:lnTo>
                  <a:lnTo>
                    <a:pt x="3562569" y="2013663"/>
                  </a:lnTo>
                  <a:lnTo>
                    <a:pt x="3562695" y="2013663"/>
                  </a:lnTo>
                  <a:lnTo>
                    <a:pt x="3562821" y="2013663"/>
                  </a:lnTo>
                  <a:lnTo>
                    <a:pt x="3562947" y="2013663"/>
                  </a:lnTo>
                  <a:lnTo>
                    <a:pt x="3563074" y="2013663"/>
                  </a:lnTo>
                  <a:lnTo>
                    <a:pt x="3563074" y="2008752"/>
                  </a:lnTo>
                  <a:lnTo>
                    <a:pt x="3563200" y="2008752"/>
                  </a:lnTo>
                  <a:lnTo>
                    <a:pt x="3563326" y="2008752"/>
                  </a:lnTo>
                  <a:lnTo>
                    <a:pt x="3563452" y="2008752"/>
                  </a:lnTo>
                  <a:lnTo>
                    <a:pt x="3563579" y="2008752"/>
                  </a:lnTo>
                  <a:lnTo>
                    <a:pt x="3563705" y="2008752"/>
                  </a:lnTo>
                  <a:lnTo>
                    <a:pt x="3563831" y="2008752"/>
                  </a:lnTo>
                  <a:lnTo>
                    <a:pt x="3563957" y="2008752"/>
                  </a:lnTo>
                  <a:lnTo>
                    <a:pt x="3564084" y="2008752"/>
                  </a:lnTo>
                  <a:lnTo>
                    <a:pt x="3564210" y="2008752"/>
                  </a:lnTo>
                  <a:lnTo>
                    <a:pt x="3564336" y="2008752"/>
                  </a:lnTo>
                  <a:lnTo>
                    <a:pt x="3564462" y="2008752"/>
                  </a:lnTo>
                  <a:lnTo>
                    <a:pt x="3564589" y="2008752"/>
                  </a:lnTo>
                  <a:lnTo>
                    <a:pt x="3564715" y="2008752"/>
                  </a:lnTo>
                  <a:lnTo>
                    <a:pt x="3564841" y="2008752"/>
                  </a:lnTo>
                  <a:lnTo>
                    <a:pt x="3564967" y="2008752"/>
                  </a:lnTo>
                  <a:lnTo>
                    <a:pt x="3565094" y="2008752"/>
                  </a:lnTo>
                  <a:lnTo>
                    <a:pt x="3565220" y="2008752"/>
                  </a:lnTo>
                  <a:lnTo>
                    <a:pt x="3565346" y="2008752"/>
                  </a:lnTo>
                  <a:lnTo>
                    <a:pt x="3565472" y="2008752"/>
                  </a:lnTo>
                  <a:lnTo>
                    <a:pt x="3565599" y="2008752"/>
                  </a:lnTo>
                  <a:lnTo>
                    <a:pt x="3565725" y="2008752"/>
                  </a:lnTo>
                  <a:lnTo>
                    <a:pt x="3565725" y="2003840"/>
                  </a:lnTo>
                  <a:lnTo>
                    <a:pt x="3565851" y="2003840"/>
                  </a:lnTo>
                  <a:lnTo>
                    <a:pt x="3565977" y="2003840"/>
                  </a:lnTo>
                  <a:lnTo>
                    <a:pt x="3566104" y="2003840"/>
                  </a:lnTo>
                  <a:lnTo>
                    <a:pt x="3566230" y="2003840"/>
                  </a:lnTo>
                  <a:lnTo>
                    <a:pt x="3566356" y="2003840"/>
                  </a:lnTo>
                  <a:lnTo>
                    <a:pt x="3566482" y="2003840"/>
                  </a:lnTo>
                  <a:lnTo>
                    <a:pt x="3566609" y="2003840"/>
                  </a:lnTo>
                  <a:lnTo>
                    <a:pt x="3566735" y="2003840"/>
                  </a:lnTo>
                  <a:lnTo>
                    <a:pt x="3566861" y="2003840"/>
                  </a:lnTo>
                  <a:lnTo>
                    <a:pt x="3566988" y="2003840"/>
                  </a:lnTo>
                  <a:lnTo>
                    <a:pt x="3567114" y="2003840"/>
                  </a:lnTo>
                  <a:lnTo>
                    <a:pt x="3567240" y="2003840"/>
                  </a:lnTo>
                  <a:lnTo>
                    <a:pt x="3567366" y="2003840"/>
                  </a:lnTo>
                  <a:lnTo>
                    <a:pt x="3567493" y="2003840"/>
                  </a:lnTo>
                  <a:lnTo>
                    <a:pt x="3567619" y="2003840"/>
                  </a:lnTo>
                  <a:lnTo>
                    <a:pt x="3567745" y="2003840"/>
                  </a:lnTo>
                  <a:lnTo>
                    <a:pt x="3567871" y="2003840"/>
                  </a:lnTo>
                  <a:lnTo>
                    <a:pt x="3567998" y="2003840"/>
                  </a:lnTo>
                  <a:lnTo>
                    <a:pt x="3568124" y="2003840"/>
                  </a:lnTo>
                  <a:lnTo>
                    <a:pt x="3568250" y="2003840"/>
                  </a:lnTo>
                  <a:lnTo>
                    <a:pt x="3568376" y="2003840"/>
                  </a:lnTo>
                  <a:lnTo>
                    <a:pt x="3568503" y="2003840"/>
                  </a:lnTo>
                  <a:lnTo>
                    <a:pt x="3568629" y="2003840"/>
                  </a:lnTo>
                  <a:lnTo>
                    <a:pt x="3568755" y="2003840"/>
                  </a:lnTo>
                  <a:lnTo>
                    <a:pt x="3568881" y="2003840"/>
                  </a:lnTo>
                  <a:lnTo>
                    <a:pt x="3569008" y="2003840"/>
                  </a:lnTo>
                  <a:lnTo>
                    <a:pt x="3569134" y="2003840"/>
                  </a:lnTo>
                  <a:lnTo>
                    <a:pt x="3569260" y="2003840"/>
                  </a:lnTo>
                  <a:lnTo>
                    <a:pt x="3569386" y="2003840"/>
                  </a:lnTo>
                  <a:lnTo>
                    <a:pt x="3569513" y="2003840"/>
                  </a:lnTo>
                  <a:lnTo>
                    <a:pt x="3569639" y="2003840"/>
                  </a:lnTo>
                  <a:lnTo>
                    <a:pt x="3569765" y="2003840"/>
                  </a:lnTo>
                  <a:lnTo>
                    <a:pt x="3569891" y="2003840"/>
                  </a:lnTo>
                  <a:lnTo>
                    <a:pt x="3570018" y="2003840"/>
                  </a:lnTo>
                  <a:lnTo>
                    <a:pt x="3570144" y="2003840"/>
                  </a:lnTo>
                  <a:lnTo>
                    <a:pt x="3570270" y="2003840"/>
                  </a:lnTo>
                  <a:lnTo>
                    <a:pt x="3570396" y="2003840"/>
                  </a:lnTo>
                  <a:lnTo>
                    <a:pt x="3570523" y="2003840"/>
                  </a:lnTo>
                  <a:lnTo>
                    <a:pt x="3570649" y="2003840"/>
                  </a:lnTo>
                  <a:lnTo>
                    <a:pt x="3570775" y="2003840"/>
                  </a:lnTo>
                  <a:lnTo>
                    <a:pt x="3570901" y="2003840"/>
                  </a:lnTo>
                  <a:lnTo>
                    <a:pt x="3571028" y="2003840"/>
                  </a:lnTo>
                  <a:lnTo>
                    <a:pt x="3571154" y="2003840"/>
                  </a:lnTo>
                  <a:lnTo>
                    <a:pt x="3571280" y="2003840"/>
                  </a:lnTo>
                  <a:lnTo>
                    <a:pt x="3571406" y="2003840"/>
                  </a:lnTo>
                  <a:lnTo>
                    <a:pt x="3571533" y="2003840"/>
                  </a:lnTo>
                  <a:lnTo>
                    <a:pt x="3571659" y="2003840"/>
                  </a:lnTo>
                  <a:lnTo>
                    <a:pt x="3571785" y="2003840"/>
                  </a:lnTo>
                  <a:lnTo>
                    <a:pt x="3571911" y="2003840"/>
                  </a:lnTo>
                  <a:lnTo>
                    <a:pt x="3572038" y="2003840"/>
                  </a:lnTo>
                  <a:lnTo>
                    <a:pt x="3572164" y="2003840"/>
                  </a:lnTo>
                  <a:lnTo>
                    <a:pt x="3572164" y="1998929"/>
                  </a:lnTo>
                  <a:lnTo>
                    <a:pt x="3572290" y="1998929"/>
                  </a:lnTo>
                  <a:lnTo>
                    <a:pt x="3572417" y="1998929"/>
                  </a:lnTo>
                  <a:lnTo>
                    <a:pt x="3572543" y="1998929"/>
                  </a:lnTo>
                  <a:lnTo>
                    <a:pt x="3572669" y="1998929"/>
                  </a:lnTo>
                  <a:lnTo>
                    <a:pt x="3572795" y="1998929"/>
                  </a:lnTo>
                  <a:lnTo>
                    <a:pt x="3572922" y="1998929"/>
                  </a:lnTo>
                  <a:lnTo>
                    <a:pt x="3573048" y="1998929"/>
                  </a:lnTo>
                  <a:lnTo>
                    <a:pt x="3573174" y="1998929"/>
                  </a:lnTo>
                  <a:lnTo>
                    <a:pt x="3573300" y="1998929"/>
                  </a:lnTo>
                  <a:lnTo>
                    <a:pt x="3573427" y="1998929"/>
                  </a:lnTo>
                  <a:lnTo>
                    <a:pt x="3573553" y="1998929"/>
                  </a:lnTo>
                  <a:lnTo>
                    <a:pt x="3573679" y="1998929"/>
                  </a:lnTo>
                  <a:lnTo>
                    <a:pt x="3573805" y="1998929"/>
                  </a:lnTo>
                  <a:lnTo>
                    <a:pt x="3573932" y="1998929"/>
                  </a:lnTo>
                  <a:lnTo>
                    <a:pt x="3574058" y="1998929"/>
                  </a:lnTo>
                  <a:lnTo>
                    <a:pt x="3574184" y="1998929"/>
                  </a:lnTo>
                  <a:lnTo>
                    <a:pt x="3574310" y="1998929"/>
                  </a:lnTo>
                  <a:lnTo>
                    <a:pt x="3574437" y="1998929"/>
                  </a:lnTo>
                  <a:lnTo>
                    <a:pt x="3574563" y="1998929"/>
                  </a:lnTo>
                  <a:lnTo>
                    <a:pt x="3574689" y="1998929"/>
                  </a:lnTo>
                  <a:lnTo>
                    <a:pt x="3574815" y="1998929"/>
                  </a:lnTo>
                  <a:lnTo>
                    <a:pt x="3574942" y="1998929"/>
                  </a:lnTo>
                  <a:lnTo>
                    <a:pt x="3575068" y="1998929"/>
                  </a:lnTo>
                  <a:lnTo>
                    <a:pt x="3575194" y="1998929"/>
                  </a:lnTo>
                  <a:lnTo>
                    <a:pt x="3575320" y="1998929"/>
                  </a:lnTo>
                  <a:lnTo>
                    <a:pt x="3575447" y="1998929"/>
                  </a:lnTo>
                  <a:lnTo>
                    <a:pt x="3575573" y="1998929"/>
                  </a:lnTo>
                  <a:lnTo>
                    <a:pt x="3575699" y="1998929"/>
                  </a:lnTo>
                  <a:lnTo>
                    <a:pt x="3575825" y="1998929"/>
                  </a:lnTo>
                  <a:lnTo>
                    <a:pt x="3575952" y="1998929"/>
                  </a:lnTo>
                  <a:lnTo>
                    <a:pt x="3576078" y="1998929"/>
                  </a:lnTo>
                  <a:lnTo>
                    <a:pt x="3576204" y="1998929"/>
                  </a:lnTo>
                  <a:lnTo>
                    <a:pt x="3576330" y="1998929"/>
                  </a:lnTo>
                  <a:lnTo>
                    <a:pt x="3576457" y="1998929"/>
                  </a:lnTo>
                  <a:lnTo>
                    <a:pt x="3576583" y="1998929"/>
                  </a:lnTo>
                  <a:lnTo>
                    <a:pt x="3576709" y="1998929"/>
                  </a:lnTo>
                  <a:lnTo>
                    <a:pt x="3576835" y="1998929"/>
                  </a:lnTo>
                  <a:lnTo>
                    <a:pt x="3576962" y="1998929"/>
                  </a:lnTo>
                  <a:lnTo>
                    <a:pt x="3577088" y="1998929"/>
                  </a:lnTo>
                  <a:lnTo>
                    <a:pt x="3577214" y="1998929"/>
                  </a:lnTo>
                  <a:lnTo>
                    <a:pt x="3577341" y="1998929"/>
                  </a:lnTo>
                  <a:lnTo>
                    <a:pt x="3577467" y="1998929"/>
                  </a:lnTo>
                  <a:lnTo>
                    <a:pt x="3577593" y="1998929"/>
                  </a:lnTo>
                  <a:lnTo>
                    <a:pt x="3577719" y="1998929"/>
                  </a:lnTo>
                  <a:lnTo>
                    <a:pt x="3577846" y="1998929"/>
                  </a:lnTo>
                  <a:lnTo>
                    <a:pt x="3577972" y="1998929"/>
                  </a:lnTo>
                  <a:lnTo>
                    <a:pt x="3578098" y="1998929"/>
                  </a:lnTo>
                  <a:lnTo>
                    <a:pt x="3578224" y="1998929"/>
                  </a:lnTo>
                  <a:lnTo>
                    <a:pt x="3578351" y="1998929"/>
                  </a:lnTo>
                  <a:lnTo>
                    <a:pt x="3578477" y="1998929"/>
                  </a:lnTo>
                  <a:lnTo>
                    <a:pt x="3578603" y="1998929"/>
                  </a:lnTo>
                  <a:lnTo>
                    <a:pt x="3578729" y="1998929"/>
                  </a:lnTo>
                  <a:lnTo>
                    <a:pt x="3578856" y="1998929"/>
                  </a:lnTo>
                  <a:lnTo>
                    <a:pt x="3578982" y="1998929"/>
                  </a:lnTo>
                  <a:lnTo>
                    <a:pt x="3579108" y="1998929"/>
                  </a:lnTo>
                  <a:lnTo>
                    <a:pt x="3579234" y="1998929"/>
                  </a:lnTo>
                  <a:lnTo>
                    <a:pt x="3579361" y="1998929"/>
                  </a:lnTo>
                  <a:lnTo>
                    <a:pt x="3579487" y="1998929"/>
                  </a:lnTo>
                  <a:lnTo>
                    <a:pt x="3579613" y="1998929"/>
                  </a:lnTo>
                  <a:lnTo>
                    <a:pt x="3579739" y="1998929"/>
                  </a:lnTo>
                  <a:lnTo>
                    <a:pt x="3579866" y="1998929"/>
                  </a:lnTo>
                  <a:lnTo>
                    <a:pt x="3579992" y="1998929"/>
                  </a:lnTo>
                  <a:lnTo>
                    <a:pt x="3580118" y="1998929"/>
                  </a:lnTo>
                  <a:lnTo>
                    <a:pt x="3580244" y="1998929"/>
                  </a:lnTo>
                  <a:lnTo>
                    <a:pt x="3580371" y="1998929"/>
                  </a:lnTo>
                  <a:lnTo>
                    <a:pt x="3580497" y="1998929"/>
                  </a:lnTo>
                  <a:lnTo>
                    <a:pt x="3580623" y="1998929"/>
                  </a:lnTo>
                  <a:lnTo>
                    <a:pt x="3580749" y="1998929"/>
                  </a:lnTo>
                  <a:lnTo>
                    <a:pt x="3580876" y="1998929"/>
                  </a:lnTo>
                  <a:lnTo>
                    <a:pt x="3581002" y="1998929"/>
                  </a:lnTo>
                  <a:lnTo>
                    <a:pt x="3581128" y="1998929"/>
                  </a:lnTo>
                  <a:lnTo>
                    <a:pt x="3581254" y="1998929"/>
                  </a:lnTo>
                  <a:lnTo>
                    <a:pt x="3581381" y="1998929"/>
                  </a:lnTo>
                  <a:lnTo>
                    <a:pt x="3581507" y="1998929"/>
                  </a:lnTo>
                  <a:lnTo>
                    <a:pt x="3581633" y="1998929"/>
                  </a:lnTo>
                  <a:lnTo>
                    <a:pt x="3581633" y="1994018"/>
                  </a:lnTo>
                  <a:lnTo>
                    <a:pt x="3581759" y="1994018"/>
                  </a:lnTo>
                  <a:lnTo>
                    <a:pt x="3581759" y="1989106"/>
                  </a:lnTo>
                  <a:lnTo>
                    <a:pt x="3581886" y="1989106"/>
                  </a:lnTo>
                  <a:lnTo>
                    <a:pt x="3582012" y="1989106"/>
                  </a:lnTo>
                  <a:lnTo>
                    <a:pt x="3582138" y="1989106"/>
                  </a:lnTo>
                  <a:lnTo>
                    <a:pt x="3582264" y="1989106"/>
                  </a:lnTo>
                  <a:lnTo>
                    <a:pt x="3582391" y="1989106"/>
                  </a:lnTo>
                  <a:lnTo>
                    <a:pt x="3582517" y="1989106"/>
                  </a:lnTo>
                  <a:lnTo>
                    <a:pt x="3582643" y="1989106"/>
                  </a:lnTo>
                  <a:lnTo>
                    <a:pt x="3582770" y="1989106"/>
                  </a:lnTo>
                  <a:lnTo>
                    <a:pt x="3582896" y="1989106"/>
                  </a:lnTo>
                  <a:lnTo>
                    <a:pt x="3583022" y="1989106"/>
                  </a:lnTo>
                  <a:lnTo>
                    <a:pt x="3583148" y="1989106"/>
                  </a:lnTo>
                  <a:lnTo>
                    <a:pt x="3583275" y="1989106"/>
                  </a:lnTo>
                  <a:lnTo>
                    <a:pt x="3583401" y="1989106"/>
                  </a:lnTo>
                  <a:lnTo>
                    <a:pt x="3583527" y="1989106"/>
                  </a:lnTo>
                  <a:lnTo>
                    <a:pt x="3583653" y="1989106"/>
                  </a:lnTo>
                  <a:lnTo>
                    <a:pt x="3583780" y="1989106"/>
                  </a:lnTo>
                  <a:lnTo>
                    <a:pt x="3583906" y="1989106"/>
                  </a:lnTo>
                  <a:lnTo>
                    <a:pt x="3584032" y="1989106"/>
                  </a:lnTo>
                  <a:lnTo>
                    <a:pt x="3584158" y="1989106"/>
                  </a:lnTo>
                  <a:lnTo>
                    <a:pt x="3584285" y="1989106"/>
                  </a:lnTo>
                  <a:lnTo>
                    <a:pt x="3584411" y="1989106"/>
                  </a:lnTo>
                  <a:lnTo>
                    <a:pt x="3584537" y="1989106"/>
                  </a:lnTo>
                  <a:lnTo>
                    <a:pt x="3584663" y="1989106"/>
                  </a:lnTo>
                  <a:lnTo>
                    <a:pt x="3584790" y="1989106"/>
                  </a:lnTo>
                  <a:lnTo>
                    <a:pt x="3584916" y="1989106"/>
                  </a:lnTo>
                  <a:lnTo>
                    <a:pt x="3585042" y="1989106"/>
                  </a:lnTo>
                  <a:lnTo>
                    <a:pt x="3585168" y="1989106"/>
                  </a:lnTo>
                  <a:lnTo>
                    <a:pt x="3585295" y="1989106"/>
                  </a:lnTo>
                  <a:lnTo>
                    <a:pt x="3585421" y="1989106"/>
                  </a:lnTo>
                  <a:lnTo>
                    <a:pt x="3585547" y="1989106"/>
                  </a:lnTo>
                  <a:lnTo>
                    <a:pt x="3585673" y="1989106"/>
                  </a:lnTo>
                  <a:lnTo>
                    <a:pt x="3585800" y="1989106"/>
                  </a:lnTo>
                  <a:lnTo>
                    <a:pt x="3585926" y="1989106"/>
                  </a:lnTo>
                  <a:lnTo>
                    <a:pt x="3586052" y="1989106"/>
                  </a:lnTo>
                  <a:lnTo>
                    <a:pt x="3586178" y="1989106"/>
                  </a:lnTo>
                  <a:lnTo>
                    <a:pt x="3586305" y="1989106"/>
                  </a:lnTo>
                  <a:lnTo>
                    <a:pt x="3586431" y="1989106"/>
                  </a:lnTo>
                  <a:lnTo>
                    <a:pt x="3586557" y="1989106"/>
                  </a:lnTo>
                  <a:lnTo>
                    <a:pt x="3586683" y="1989106"/>
                  </a:lnTo>
                  <a:lnTo>
                    <a:pt x="3586810" y="1989106"/>
                  </a:lnTo>
                  <a:lnTo>
                    <a:pt x="3586936" y="1989106"/>
                  </a:lnTo>
                  <a:lnTo>
                    <a:pt x="3587062" y="1989106"/>
                  </a:lnTo>
                  <a:lnTo>
                    <a:pt x="3587188" y="1989106"/>
                  </a:lnTo>
                  <a:lnTo>
                    <a:pt x="3587315" y="1989106"/>
                  </a:lnTo>
                  <a:lnTo>
                    <a:pt x="3587441" y="1989106"/>
                  </a:lnTo>
                  <a:lnTo>
                    <a:pt x="3587567" y="1989106"/>
                  </a:lnTo>
                  <a:lnTo>
                    <a:pt x="3587694" y="1989106"/>
                  </a:lnTo>
                  <a:lnTo>
                    <a:pt x="3587820" y="1989106"/>
                  </a:lnTo>
                  <a:lnTo>
                    <a:pt x="3587946" y="1989106"/>
                  </a:lnTo>
                  <a:lnTo>
                    <a:pt x="3588072" y="1989106"/>
                  </a:lnTo>
                  <a:lnTo>
                    <a:pt x="3588199" y="1989106"/>
                  </a:lnTo>
                  <a:lnTo>
                    <a:pt x="3588325" y="1989106"/>
                  </a:lnTo>
                  <a:lnTo>
                    <a:pt x="3588451" y="1989106"/>
                  </a:lnTo>
                  <a:lnTo>
                    <a:pt x="3588577" y="1989106"/>
                  </a:lnTo>
                  <a:lnTo>
                    <a:pt x="3588704" y="1989106"/>
                  </a:lnTo>
                  <a:lnTo>
                    <a:pt x="3588830" y="1989106"/>
                  </a:lnTo>
                  <a:lnTo>
                    <a:pt x="3588956" y="1989106"/>
                  </a:lnTo>
                  <a:lnTo>
                    <a:pt x="3589082" y="1989106"/>
                  </a:lnTo>
                  <a:lnTo>
                    <a:pt x="3589209" y="1989106"/>
                  </a:lnTo>
                  <a:lnTo>
                    <a:pt x="3589335" y="1989106"/>
                  </a:lnTo>
                  <a:lnTo>
                    <a:pt x="3589461" y="1989106"/>
                  </a:lnTo>
                  <a:lnTo>
                    <a:pt x="3589587" y="1989106"/>
                  </a:lnTo>
                  <a:lnTo>
                    <a:pt x="3589714" y="1989106"/>
                  </a:lnTo>
                  <a:lnTo>
                    <a:pt x="3589840" y="1989106"/>
                  </a:lnTo>
                  <a:lnTo>
                    <a:pt x="3589966" y="1989106"/>
                  </a:lnTo>
                  <a:lnTo>
                    <a:pt x="3590092" y="1989106"/>
                  </a:lnTo>
                  <a:lnTo>
                    <a:pt x="3590219" y="1989106"/>
                  </a:lnTo>
                  <a:lnTo>
                    <a:pt x="3590345" y="1989106"/>
                  </a:lnTo>
                  <a:lnTo>
                    <a:pt x="3590471" y="1989106"/>
                  </a:lnTo>
                  <a:lnTo>
                    <a:pt x="3590597" y="1989106"/>
                  </a:lnTo>
                  <a:lnTo>
                    <a:pt x="3590724" y="1989106"/>
                  </a:lnTo>
                  <a:lnTo>
                    <a:pt x="3590850" y="1989106"/>
                  </a:lnTo>
                  <a:lnTo>
                    <a:pt x="3590976" y="1989106"/>
                  </a:lnTo>
                  <a:lnTo>
                    <a:pt x="3591102" y="1989106"/>
                  </a:lnTo>
                  <a:lnTo>
                    <a:pt x="3591229" y="1989106"/>
                  </a:lnTo>
                  <a:lnTo>
                    <a:pt x="3591355" y="1989106"/>
                  </a:lnTo>
                  <a:lnTo>
                    <a:pt x="3591481" y="1989106"/>
                  </a:lnTo>
                  <a:lnTo>
                    <a:pt x="3591607" y="1989106"/>
                  </a:lnTo>
                  <a:lnTo>
                    <a:pt x="3591734" y="1989106"/>
                  </a:lnTo>
                  <a:lnTo>
                    <a:pt x="3591860" y="1989106"/>
                  </a:lnTo>
                  <a:lnTo>
                    <a:pt x="3591986" y="1989106"/>
                  </a:lnTo>
                  <a:lnTo>
                    <a:pt x="3592112" y="1989106"/>
                  </a:lnTo>
                  <a:lnTo>
                    <a:pt x="3592239" y="1989106"/>
                  </a:lnTo>
                  <a:lnTo>
                    <a:pt x="3592365" y="1989106"/>
                  </a:lnTo>
                  <a:lnTo>
                    <a:pt x="3592491" y="1989106"/>
                  </a:lnTo>
                  <a:lnTo>
                    <a:pt x="3592617" y="1989106"/>
                  </a:lnTo>
                  <a:lnTo>
                    <a:pt x="3592744" y="1989106"/>
                  </a:lnTo>
                  <a:lnTo>
                    <a:pt x="3592870" y="1989106"/>
                  </a:lnTo>
                  <a:lnTo>
                    <a:pt x="3592996" y="1989106"/>
                  </a:lnTo>
                  <a:lnTo>
                    <a:pt x="3593123" y="1989106"/>
                  </a:lnTo>
                  <a:lnTo>
                    <a:pt x="3593249" y="1989106"/>
                  </a:lnTo>
                  <a:lnTo>
                    <a:pt x="3593375" y="1989106"/>
                  </a:lnTo>
                  <a:lnTo>
                    <a:pt x="3593501" y="1989106"/>
                  </a:lnTo>
                  <a:lnTo>
                    <a:pt x="3593628" y="1989106"/>
                  </a:lnTo>
                  <a:lnTo>
                    <a:pt x="3593754" y="1989106"/>
                  </a:lnTo>
                  <a:lnTo>
                    <a:pt x="3593880" y="1989106"/>
                  </a:lnTo>
                  <a:lnTo>
                    <a:pt x="3594006" y="1989106"/>
                  </a:lnTo>
                  <a:lnTo>
                    <a:pt x="3594133" y="1989106"/>
                  </a:lnTo>
                  <a:lnTo>
                    <a:pt x="3594259" y="1989106"/>
                  </a:lnTo>
                  <a:lnTo>
                    <a:pt x="3594385" y="1989106"/>
                  </a:lnTo>
                  <a:lnTo>
                    <a:pt x="3594511" y="1989106"/>
                  </a:lnTo>
                  <a:lnTo>
                    <a:pt x="3594638" y="1989106"/>
                  </a:lnTo>
                  <a:lnTo>
                    <a:pt x="3594764" y="1989106"/>
                  </a:lnTo>
                  <a:lnTo>
                    <a:pt x="3594890" y="1989106"/>
                  </a:lnTo>
                  <a:lnTo>
                    <a:pt x="3595016" y="1989106"/>
                  </a:lnTo>
                  <a:lnTo>
                    <a:pt x="3595143" y="1989106"/>
                  </a:lnTo>
                  <a:lnTo>
                    <a:pt x="3595269" y="1989106"/>
                  </a:lnTo>
                  <a:lnTo>
                    <a:pt x="3595395" y="1989106"/>
                  </a:lnTo>
                  <a:lnTo>
                    <a:pt x="3595395" y="1984195"/>
                  </a:lnTo>
                  <a:lnTo>
                    <a:pt x="3595521" y="1984195"/>
                  </a:lnTo>
                  <a:lnTo>
                    <a:pt x="3595648" y="1984195"/>
                  </a:lnTo>
                  <a:lnTo>
                    <a:pt x="3595774" y="1984195"/>
                  </a:lnTo>
                  <a:lnTo>
                    <a:pt x="3595900" y="1984195"/>
                  </a:lnTo>
                  <a:lnTo>
                    <a:pt x="3596026" y="1984195"/>
                  </a:lnTo>
                  <a:lnTo>
                    <a:pt x="3596153" y="1984195"/>
                  </a:lnTo>
                  <a:lnTo>
                    <a:pt x="3596279" y="1984195"/>
                  </a:lnTo>
                  <a:lnTo>
                    <a:pt x="3596405" y="1984195"/>
                  </a:lnTo>
                  <a:lnTo>
                    <a:pt x="3596531" y="1984195"/>
                  </a:lnTo>
                  <a:lnTo>
                    <a:pt x="3596658" y="1984195"/>
                  </a:lnTo>
                  <a:lnTo>
                    <a:pt x="3596784" y="1984195"/>
                  </a:lnTo>
                  <a:lnTo>
                    <a:pt x="3596910" y="1984195"/>
                  </a:lnTo>
                  <a:lnTo>
                    <a:pt x="3597036" y="1984195"/>
                  </a:lnTo>
                  <a:lnTo>
                    <a:pt x="3597163" y="1984195"/>
                  </a:lnTo>
                  <a:lnTo>
                    <a:pt x="3597289" y="1984195"/>
                  </a:lnTo>
                  <a:lnTo>
                    <a:pt x="3597415" y="1984195"/>
                  </a:lnTo>
                  <a:lnTo>
                    <a:pt x="3597541" y="1984195"/>
                  </a:lnTo>
                  <a:lnTo>
                    <a:pt x="3597668" y="1984195"/>
                  </a:lnTo>
                  <a:lnTo>
                    <a:pt x="3597794" y="1984195"/>
                  </a:lnTo>
                  <a:lnTo>
                    <a:pt x="3597920" y="1984195"/>
                  </a:lnTo>
                  <a:lnTo>
                    <a:pt x="3598047" y="1984195"/>
                  </a:lnTo>
                  <a:lnTo>
                    <a:pt x="3598173" y="1984195"/>
                  </a:lnTo>
                  <a:lnTo>
                    <a:pt x="3598299" y="1984195"/>
                  </a:lnTo>
                  <a:lnTo>
                    <a:pt x="3598425" y="1984195"/>
                  </a:lnTo>
                  <a:lnTo>
                    <a:pt x="3598552" y="1984195"/>
                  </a:lnTo>
                  <a:lnTo>
                    <a:pt x="3598678" y="1984195"/>
                  </a:lnTo>
                  <a:lnTo>
                    <a:pt x="3598804" y="1984195"/>
                  </a:lnTo>
                  <a:lnTo>
                    <a:pt x="3598930" y="1984195"/>
                  </a:lnTo>
                  <a:lnTo>
                    <a:pt x="3599057" y="1984195"/>
                  </a:lnTo>
                  <a:lnTo>
                    <a:pt x="3599183" y="1984195"/>
                  </a:lnTo>
                  <a:lnTo>
                    <a:pt x="3599309" y="1984195"/>
                  </a:lnTo>
                  <a:lnTo>
                    <a:pt x="3599435" y="1984195"/>
                  </a:lnTo>
                  <a:lnTo>
                    <a:pt x="3599562" y="1984195"/>
                  </a:lnTo>
                  <a:lnTo>
                    <a:pt x="3599688" y="1984195"/>
                  </a:lnTo>
                  <a:lnTo>
                    <a:pt x="3599814" y="1984195"/>
                  </a:lnTo>
                  <a:lnTo>
                    <a:pt x="3599940" y="1984195"/>
                  </a:lnTo>
                  <a:lnTo>
                    <a:pt x="3600067" y="1984195"/>
                  </a:lnTo>
                  <a:lnTo>
                    <a:pt x="3600067" y="1979284"/>
                  </a:lnTo>
                  <a:lnTo>
                    <a:pt x="3600193" y="1979284"/>
                  </a:lnTo>
                  <a:lnTo>
                    <a:pt x="3600319" y="1979284"/>
                  </a:lnTo>
                  <a:lnTo>
                    <a:pt x="3600445" y="1979284"/>
                  </a:lnTo>
                  <a:lnTo>
                    <a:pt x="3600572" y="1979284"/>
                  </a:lnTo>
                  <a:lnTo>
                    <a:pt x="3600698" y="1979284"/>
                  </a:lnTo>
                  <a:lnTo>
                    <a:pt x="3600824" y="1979284"/>
                  </a:lnTo>
                  <a:lnTo>
                    <a:pt x="3600950" y="1979284"/>
                  </a:lnTo>
                  <a:lnTo>
                    <a:pt x="3601077" y="1979284"/>
                  </a:lnTo>
                  <a:lnTo>
                    <a:pt x="3601203" y="1979284"/>
                  </a:lnTo>
                  <a:lnTo>
                    <a:pt x="3601329" y="1979284"/>
                  </a:lnTo>
                  <a:lnTo>
                    <a:pt x="3601455" y="1979284"/>
                  </a:lnTo>
                  <a:lnTo>
                    <a:pt x="3601582" y="1979284"/>
                  </a:lnTo>
                  <a:lnTo>
                    <a:pt x="3601708" y="1979284"/>
                  </a:lnTo>
                  <a:lnTo>
                    <a:pt x="3601834" y="1979284"/>
                  </a:lnTo>
                  <a:lnTo>
                    <a:pt x="3601960" y="1979284"/>
                  </a:lnTo>
                  <a:lnTo>
                    <a:pt x="3602087" y="1979284"/>
                  </a:lnTo>
                  <a:lnTo>
                    <a:pt x="3602213" y="1979284"/>
                  </a:lnTo>
                  <a:lnTo>
                    <a:pt x="3602339" y="1979284"/>
                  </a:lnTo>
                  <a:lnTo>
                    <a:pt x="3602465" y="1979284"/>
                  </a:lnTo>
                  <a:lnTo>
                    <a:pt x="3602592" y="1979284"/>
                  </a:lnTo>
                  <a:lnTo>
                    <a:pt x="3602718" y="1979284"/>
                  </a:lnTo>
                  <a:lnTo>
                    <a:pt x="3602844" y="1979284"/>
                  </a:lnTo>
                  <a:lnTo>
                    <a:pt x="3602970" y="1979284"/>
                  </a:lnTo>
                  <a:lnTo>
                    <a:pt x="3603097" y="1979284"/>
                  </a:lnTo>
                  <a:lnTo>
                    <a:pt x="3603223" y="1979284"/>
                  </a:lnTo>
                  <a:lnTo>
                    <a:pt x="3603349" y="1979284"/>
                  </a:lnTo>
                  <a:lnTo>
                    <a:pt x="3603476" y="1979284"/>
                  </a:lnTo>
                  <a:lnTo>
                    <a:pt x="3603476" y="1974372"/>
                  </a:lnTo>
                  <a:lnTo>
                    <a:pt x="3603602" y="1974372"/>
                  </a:lnTo>
                  <a:lnTo>
                    <a:pt x="3603728" y="1974372"/>
                  </a:lnTo>
                  <a:lnTo>
                    <a:pt x="3603854" y="1974372"/>
                  </a:lnTo>
                  <a:lnTo>
                    <a:pt x="3603981" y="1974372"/>
                  </a:lnTo>
                  <a:lnTo>
                    <a:pt x="3604107" y="1974372"/>
                  </a:lnTo>
                  <a:lnTo>
                    <a:pt x="3604233" y="1974372"/>
                  </a:lnTo>
                  <a:lnTo>
                    <a:pt x="3604359" y="1974372"/>
                  </a:lnTo>
                  <a:lnTo>
                    <a:pt x="3604486" y="1974372"/>
                  </a:lnTo>
                  <a:lnTo>
                    <a:pt x="3604612" y="1974372"/>
                  </a:lnTo>
                  <a:lnTo>
                    <a:pt x="3604738" y="1974372"/>
                  </a:lnTo>
                  <a:lnTo>
                    <a:pt x="3604864" y="1974372"/>
                  </a:lnTo>
                  <a:lnTo>
                    <a:pt x="3604991" y="1974372"/>
                  </a:lnTo>
                  <a:lnTo>
                    <a:pt x="3605117" y="1974372"/>
                  </a:lnTo>
                  <a:lnTo>
                    <a:pt x="3605243" y="1974372"/>
                  </a:lnTo>
                  <a:lnTo>
                    <a:pt x="3605369" y="1974372"/>
                  </a:lnTo>
                  <a:lnTo>
                    <a:pt x="3605496" y="1974372"/>
                  </a:lnTo>
                  <a:lnTo>
                    <a:pt x="3605622" y="1974372"/>
                  </a:lnTo>
                  <a:lnTo>
                    <a:pt x="3605748" y="1974372"/>
                  </a:lnTo>
                  <a:lnTo>
                    <a:pt x="3605874" y="1974372"/>
                  </a:lnTo>
                  <a:lnTo>
                    <a:pt x="3606001" y="1974372"/>
                  </a:lnTo>
                  <a:lnTo>
                    <a:pt x="3606127" y="1974372"/>
                  </a:lnTo>
                  <a:lnTo>
                    <a:pt x="3606253" y="1974372"/>
                  </a:lnTo>
                  <a:lnTo>
                    <a:pt x="3606379" y="1974372"/>
                  </a:lnTo>
                  <a:lnTo>
                    <a:pt x="3606506" y="1974372"/>
                  </a:lnTo>
                  <a:lnTo>
                    <a:pt x="3606632" y="1974372"/>
                  </a:lnTo>
                  <a:lnTo>
                    <a:pt x="3606758" y="1974372"/>
                  </a:lnTo>
                  <a:lnTo>
                    <a:pt x="3606884" y="1974372"/>
                  </a:lnTo>
                  <a:lnTo>
                    <a:pt x="3607011" y="1974372"/>
                  </a:lnTo>
                  <a:lnTo>
                    <a:pt x="3607137" y="1974372"/>
                  </a:lnTo>
                  <a:lnTo>
                    <a:pt x="3607263" y="1974372"/>
                  </a:lnTo>
                  <a:lnTo>
                    <a:pt x="3607389" y="1974372"/>
                  </a:lnTo>
                  <a:lnTo>
                    <a:pt x="3607516" y="1974372"/>
                  </a:lnTo>
                  <a:lnTo>
                    <a:pt x="3607516" y="1969461"/>
                  </a:lnTo>
                  <a:lnTo>
                    <a:pt x="3607642" y="1969461"/>
                  </a:lnTo>
                  <a:lnTo>
                    <a:pt x="3607768" y="1969461"/>
                  </a:lnTo>
                  <a:lnTo>
                    <a:pt x="3607894" y="1969461"/>
                  </a:lnTo>
                  <a:lnTo>
                    <a:pt x="3608021" y="1969461"/>
                  </a:lnTo>
                  <a:lnTo>
                    <a:pt x="3608147" y="1969461"/>
                  </a:lnTo>
                  <a:lnTo>
                    <a:pt x="3608273" y="1969461"/>
                  </a:lnTo>
                  <a:lnTo>
                    <a:pt x="3608400" y="1969461"/>
                  </a:lnTo>
                  <a:lnTo>
                    <a:pt x="3608526" y="1969461"/>
                  </a:lnTo>
                  <a:lnTo>
                    <a:pt x="3608652" y="1969461"/>
                  </a:lnTo>
                  <a:lnTo>
                    <a:pt x="3608778" y="1969461"/>
                  </a:lnTo>
                  <a:lnTo>
                    <a:pt x="3608905" y="1969461"/>
                  </a:lnTo>
                  <a:lnTo>
                    <a:pt x="3609031" y="1969461"/>
                  </a:lnTo>
                  <a:lnTo>
                    <a:pt x="3609157" y="1969461"/>
                  </a:lnTo>
                  <a:lnTo>
                    <a:pt x="3609283" y="1969461"/>
                  </a:lnTo>
                  <a:lnTo>
                    <a:pt x="3609410" y="1969461"/>
                  </a:lnTo>
                  <a:lnTo>
                    <a:pt x="3609536" y="1969461"/>
                  </a:lnTo>
                  <a:lnTo>
                    <a:pt x="3609662" y="1969461"/>
                  </a:lnTo>
                  <a:lnTo>
                    <a:pt x="3609788" y="1969461"/>
                  </a:lnTo>
                  <a:lnTo>
                    <a:pt x="3609915" y="1969461"/>
                  </a:lnTo>
                  <a:lnTo>
                    <a:pt x="3610041" y="1969461"/>
                  </a:lnTo>
                  <a:lnTo>
                    <a:pt x="3610167" y="1969461"/>
                  </a:lnTo>
                  <a:lnTo>
                    <a:pt x="3610293" y="1969461"/>
                  </a:lnTo>
                  <a:lnTo>
                    <a:pt x="3610420" y="1969461"/>
                  </a:lnTo>
                  <a:lnTo>
                    <a:pt x="3610546" y="1969461"/>
                  </a:lnTo>
                  <a:lnTo>
                    <a:pt x="3610672" y="1969461"/>
                  </a:lnTo>
                  <a:lnTo>
                    <a:pt x="3610798" y="1969461"/>
                  </a:lnTo>
                  <a:lnTo>
                    <a:pt x="3610925" y="1969461"/>
                  </a:lnTo>
                  <a:lnTo>
                    <a:pt x="3611051" y="1969461"/>
                  </a:lnTo>
                  <a:lnTo>
                    <a:pt x="3611051" y="1964549"/>
                  </a:lnTo>
                  <a:lnTo>
                    <a:pt x="3611177" y="1964549"/>
                  </a:lnTo>
                  <a:lnTo>
                    <a:pt x="3611303" y="1964549"/>
                  </a:lnTo>
                  <a:lnTo>
                    <a:pt x="3611430" y="1964549"/>
                  </a:lnTo>
                  <a:lnTo>
                    <a:pt x="3611556" y="1964549"/>
                  </a:lnTo>
                  <a:lnTo>
                    <a:pt x="3611682" y="1964549"/>
                  </a:lnTo>
                  <a:lnTo>
                    <a:pt x="3611808" y="1964549"/>
                  </a:lnTo>
                  <a:lnTo>
                    <a:pt x="3611935" y="1964549"/>
                  </a:lnTo>
                  <a:lnTo>
                    <a:pt x="3612061" y="1964549"/>
                  </a:lnTo>
                  <a:lnTo>
                    <a:pt x="3612187" y="1964549"/>
                  </a:lnTo>
                  <a:lnTo>
                    <a:pt x="3612313" y="1964549"/>
                  </a:lnTo>
                  <a:lnTo>
                    <a:pt x="3612440" y="1964549"/>
                  </a:lnTo>
                  <a:lnTo>
                    <a:pt x="3612566" y="1964549"/>
                  </a:lnTo>
                  <a:lnTo>
                    <a:pt x="3612692" y="1964549"/>
                  </a:lnTo>
                  <a:lnTo>
                    <a:pt x="3612818" y="1964549"/>
                  </a:lnTo>
                  <a:lnTo>
                    <a:pt x="3612945" y="1964549"/>
                  </a:lnTo>
                  <a:lnTo>
                    <a:pt x="3613071" y="1964549"/>
                  </a:lnTo>
                  <a:lnTo>
                    <a:pt x="3613197" y="1964549"/>
                  </a:lnTo>
                  <a:lnTo>
                    <a:pt x="3613323" y="1964549"/>
                  </a:lnTo>
                  <a:lnTo>
                    <a:pt x="3613450" y="1964549"/>
                  </a:lnTo>
                  <a:lnTo>
                    <a:pt x="3613576" y="1964549"/>
                  </a:lnTo>
                  <a:lnTo>
                    <a:pt x="3613702" y="1964549"/>
                  </a:lnTo>
                  <a:lnTo>
                    <a:pt x="3613829" y="1964549"/>
                  </a:lnTo>
                  <a:lnTo>
                    <a:pt x="3613955" y="1964549"/>
                  </a:lnTo>
                  <a:lnTo>
                    <a:pt x="3614081" y="1964549"/>
                  </a:lnTo>
                  <a:lnTo>
                    <a:pt x="3614207" y="1964549"/>
                  </a:lnTo>
                  <a:lnTo>
                    <a:pt x="3614334" y="1964549"/>
                  </a:lnTo>
                  <a:lnTo>
                    <a:pt x="3614460" y="1964549"/>
                  </a:lnTo>
                  <a:lnTo>
                    <a:pt x="3614586" y="1964549"/>
                  </a:lnTo>
                  <a:lnTo>
                    <a:pt x="3614712" y="1964549"/>
                  </a:lnTo>
                  <a:lnTo>
                    <a:pt x="3614839" y="1964549"/>
                  </a:lnTo>
                  <a:lnTo>
                    <a:pt x="3614965" y="1964549"/>
                  </a:lnTo>
                  <a:lnTo>
                    <a:pt x="3615091" y="1964549"/>
                  </a:lnTo>
                  <a:lnTo>
                    <a:pt x="3615217" y="1964549"/>
                  </a:lnTo>
                  <a:lnTo>
                    <a:pt x="3615217" y="1959638"/>
                  </a:lnTo>
                  <a:lnTo>
                    <a:pt x="3615344" y="1959638"/>
                  </a:lnTo>
                  <a:lnTo>
                    <a:pt x="3615470" y="1959638"/>
                  </a:lnTo>
                  <a:lnTo>
                    <a:pt x="3615596" y="1959638"/>
                  </a:lnTo>
                  <a:lnTo>
                    <a:pt x="3615722" y="1959638"/>
                  </a:lnTo>
                  <a:lnTo>
                    <a:pt x="3615849" y="1959638"/>
                  </a:lnTo>
                  <a:lnTo>
                    <a:pt x="3615975" y="1959638"/>
                  </a:lnTo>
                  <a:lnTo>
                    <a:pt x="3616101" y="1959638"/>
                  </a:lnTo>
                  <a:lnTo>
                    <a:pt x="3616227" y="1959638"/>
                  </a:lnTo>
                  <a:lnTo>
                    <a:pt x="3616354" y="1959638"/>
                  </a:lnTo>
                  <a:lnTo>
                    <a:pt x="3616480" y="1959638"/>
                  </a:lnTo>
                  <a:lnTo>
                    <a:pt x="3616606" y="1959638"/>
                  </a:lnTo>
                  <a:lnTo>
                    <a:pt x="3616732" y="1959638"/>
                  </a:lnTo>
                  <a:lnTo>
                    <a:pt x="3616859" y="1959638"/>
                  </a:lnTo>
                  <a:lnTo>
                    <a:pt x="3616985" y="1959638"/>
                  </a:lnTo>
                  <a:lnTo>
                    <a:pt x="3617111" y="1959638"/>
                  </a:lnTo>
                  <a:lnTo>
                    <a:pt x="3617237" y="1959638"/>
                  </a:lnTo>
                  <a:lnTo>
                    <a:pt x="3617364" y="1959638"/>
                  </a:lnTo>
                  <a:lnTo>
                    <a:pt x="3617490" y="1959638"/>
                  </a:lnTo>
                  <a:lnTo>
                    <a:pt x="3617616" y="1959638"/>
                  </a:lnTo>
                  <a:lnTo>
                    <a:pt x="3617742" y="1959638"/>
                  </a:lnTo>
                  <a:lnTo>
                    <a:pt x="3617869" y="1959638"/>
                  </a:lnTo>
                  <a:lnTo>
                    <a:pt x="3617995" y="1959638"/>
                  </a:lnTo>
                  <a:lnTo>
                    <a:pt x="3618121" y="1959638"/>
                  </a:lnTo>
                  <a:lnTo>
                    <a:pt x="3618247" y="1959638"/>
                  </a:lnTo>
                  <a:lnTo>
                    <a:pt x="3618374" y="1959638"/>
                  </a:lnTo>
                  <a:lnTo>
                    <a:pt x="3618500" y="1959638"/>
                  </a:lnTo>
                  <a:lnTo>
                    <a:pt x="3618626" y="1959638"/>
                  </a:lnTo>
                  <a:lnTo>
                    <a:pt x="3618753" y="1959638"/>
                  </a:lnTo>
                  <a:lnTo>
                    <a:pt x="3618879" y="1959638"/>
                  </a:lnTo>
                  <a:lnTo>
                    <a:pt x="3619005" y="1959638"/>
                  </a:lnTo>
                  <a:lnTo>
                    <a:pt x="3619131" y="1959638"/>
                  </a:lnTo>
                  <a:lnTo>
                    <a:pt x="3619258" y="1959638"/>
                  </a:lnTo>
                  <a:lnTo>
                    <a:pt x="3619384" y="1959638"/>
                  </a:lnTo>
                  <a:lnTo>
                    <a:pt x="3619510" y="1959638"/>
                  </a:lnTo>
                  <a:lnTo>
                    <a:pt x="3619636" y="1959638"/>
                  </a:lnTo>
                  <a:lnTo>
                    <a:pt x="3619763" y="1959638"/>
                  </a:lnTo>
                  <a:lnTo>
                    <a:pt x="3619889" y="1959638"/>
                  </a:lnTo>
                  <a:lnTo>
                    <a:pt x="3620015" y="1959638"/>
                  </a:lnTo>
                  <a:lnTo>
                    <a:pt x="3620141" y="1959638"/>
                  </a:lnTo>
                  <a:lnTo>
                    <a:pt x="3620268" y="1959638"/>
                  </a:lnTo>
                  <a:lnTo>
                    <a:pt x="3620394" y="1959638"/>
                  </a:lnTo>
                  <a:lnTo>
                    <a:pt x="3620520" y="1959638"/>
                  </a:lnTo>
                  <a:lnTo>
                    <a:pt x="3620646" y="1959638"/>
                  </a:lnTo>
                  <a:lnTo>
                    <a:pt x="3620773" y="1959638"/>
                  </a:lnTo>
                  <a:lnTo>
                    <a:pt x="3620899" y="1959638"/>
                  </a:lnTo>
                  <a:lnTo>
                    <a:pt x="3621025" y="1959638"/>
                  </a:lnTo>
                  <a:lnTo>
                    <a:pt x="3621151" y="1959638"/>
                  </a:lnTo>
                  <a:lnTo>
                    <a:pt x="3621278" y="1959638"/>
                  </a:lnTo>
                  <a:lnTo>
                    <a:pt x="3621404" y="1959638"/>
                  </a:lnTo>
                  <a:lnTo>
                    <a:pt x="3621530" y="1959638"/>
                  </a:lnTo>
                  <a:lnTo>
                    <a:pt x="3621656" y="1959638"/>
                  </a:lnTo>
                  <a:lnTo>
                    <a:pt x="3621656" y="1954727"/>
                  </a:lnTo>
                  <a:lnTo>
                    <a:pt x="3621783" y="1954727"/>
                  </a:lnTo>
                  <a:lnTo>
                    <a:pt x="3621909" y="1954727"/>
                  </a:lnTo>
                  <a:lnTo>
                    <a:pt x="3622035" y="1954727"/>
                  </a:lnTo>
                  <a:lnTo>
                    <a:pt x="3622161" y="1954727"/>
                  </a:lnTo>
                  <a:lnTo>
                    <a:pt x="3622288" y="1954727"/>
                  </a:lnTo>
                  <a:lnTo>
                    <a:pt x="3622414" y="1954727"/>
                  </a:lnTo>
                  <a:lnTo>
                    <a:pt x="3622540" y="1954727"/>
                  </a:lnTo>
                  <a:lnTo>
                    <a:pt x="3622666" y="1954727"/>
                  </a:lnTo>
                  <a:lnTo>
                    <a:pt x="3622793" y="1954727"/>
                  </a:lnTo>
                  <a:lnTo>
                    <a:pt x="3622919" y="1954727"/>
                  </a:lnTo>
                  <a:lnTo>
                    <a:pt x="3623045" y="1954727"/>
                  </a:lnTo>
                  <a:lnTo>
                    <a:pt x="3623171" y="1954727"/>
                  </a:lnTo>
                  <a:lnTo>
                    <a:pt x="3623298" y="1954727"/>
                  </a:lnTo>
                  <a:lnTo>
                    <a:pt x="3623424" y="1954727"/>
                  </a:lnTo>
                  <a:lnTo>
                    <a:pt x="3623550" y="1954727"/>
                  </a:lnTo>
                  <a:lnTo>
                    <a:pt x="3623677" y="1954727"/>
                  </a:lnTo>
                  <a:lnTo>
                    <a:pt x="3623803" y="1954727"/>
                  </a:lnTo>
                  <a:lnTo>
                    <a:pt x="3623929" y="1954727"/>
                  </a:lnTo>
                  <a:lnTo>
                    <a:pt x="3624055" y="1954727"/>
                  </a:lnTo>
                  <a:lnTo>
                    <a:pt x="3624182" y="1954727"/>
                  </a:lnTo>
                  <a:lnTo>
                    <a:pt x="3624182" y="1949815"/>
                  </a:lnTo>
                  <a:lnTo>
                    <a:pt x="3624308" y="1949815"/>
                  </a:lnTo>
                  <a:lnTo>
                    <a:pt x="3624434" y="1949815"/>
                  </a:lnTo>
                  <a:lnTo>
                    <a:pt x="3624560" y="1949815"/>
                  </a:lnTo>
                  <a:lnTo>
                    <a:pt x="3624687" y="1949815"/>
                  </a:lnTo>
                  <a:lnTo>
                    <a:pt x="3624813" y="1949815"/>
                  </a:lnTo>
                  <a:lnTo>
                    <a:pt x="3624939" y="1949815"/>
                  </a:lnTo>
                  <a:lnTo>
                    <a:pt x="3625065" y="1949815"/>
                  </a:lnTo>
                  <a:lnTo>
                    <a:pt x="3625192" y="1949815"/>
                  </a:lnTo>
                  <a:lnTo>
                    <a:pt x="3625192" y="1944904"/>
                  </a:lnTo>
                  <a:lnTo>
                    <a:pt x="3625318" y="1944904"/>
                  </a:lnTo>
                  <a:lnTo>
                    <a:pt x="3625318" y="1939993"/>
                  </a:lnTo>
                  <a:lnTo>
                    <a:pt x="3625444" y="1939993"/>
                  </a:lnTo>
                  <a:lnTo>
                    <a:pt x="3625570" y="1939993"/>
                  </a:lnTo>
                  <a:lnTo>
                    <a:pt x="3625697" y="1939993"/>
                  </a:lnTo>
                  <a:lnTo>
                    <a:pt x="3625823" y="1939993"/>
                  </a:lnTo>
                  <a:lnTo>
                    <a:pt x="3625949" y="1939993"/>
                  </a:lnTo>
                  <a:lnTo>
                    <a:pt x="3626075" y="1939993"/>
                  </a:lnTo>
                  <a:lnTo>
                    <a:pt x="3626202" y="1939993"/>
                  </a:lnTo>
                  <a:lnTo>
                    <a:pt x="3626328" y="1939993"/>
                  </a:lnTo>
                  <a:lnTo>
                    <a:pt x="3626454" y="1939993"/>
                  </a:lnTo>
                  <a:lnTo>
                    <a:pt x="3626580" y="1939993"/>
                  </a:lnTo>
                  <a:lnTo>
                    <a:pt x="3626707" y="1939993"/>
                  </a:lnTo>
                  <a:lnTo>
                    <a:pt x="3626833" y="1939993"/>
                  </a:lnTo>
                  <a:lnTo>
                    <a:pt x="3626959" y="1939993"/>
                  </a:lnTo>
                  <a:lnTo>
                    <a:pt x="3627085" y="1939993"/>
                  </a:lnTo>
                  <a:lnTo>
                    <a:pt x="3627212" y="1939993"/>
                  </a:lnTo>
                  <a:lnTo>
                    <a:pt x="3627338" y="1939993"/>
                  </a:lnTo>
                  <a:lnTo>
                    <a:pt x="3627464" y="1939993"/>
                  </a:lnTo>
                  <a:lnTo>
                    <a:pt x="3627590" y="1939993"/>
                  </a:lnTo>
                  <a:lnTo>
                    <a:pt x="3627717" y="1939993"/>
                  </a:lnTo>
                  <a:lnTo>
                    <a:pt x="3627843" y="1939993"/>
                  </a:lnTo>
                  <a:lnTo>
                    <a:pt x="3627969" y="1939993"/>
                  </a:lnTo>
                  <a:lnTo>
                    <a:pt x="3628095" y="1939993"/>
                  </a:lnTo>
                  <a:lnTo>
                    <a:pt x="3628222" y="1939993"/>
                  </a:lnTo>
                  <a:lnTo>
                    <a:pt x="3628348" y="1939993"/>
                  </a:lnTo>
                  <a:lnTo>
                    <a:pt x="3628474" y="1939993"/>
                  </a:lnTo>
                  <a:lnTo>
                    <a:pt x="3628600" y="1939993"/>
                  </a:lnTo>
                  <a:lnTo>
                    <a:pt x="3628727" y="1939993"/>
                  </a:lnTo>
                  <a:lnTo>
                    <a:pt x="3628853" y="1939993"/>
                  </a:lnTo>
                  <a:lnTo>
                    <a:pt x="3628979" y="1939993"/>
                  </a:lnTo>
                  <a:lnTo>
                    <a:pt x="3629106" y="1939993"/>
                  </a:lnTo>
                  <a:lnTo>
                    <a:pt x="3629232" y="1939993"/>
                  </a:lnTo>
                  <a:lnTo>
                    <a:pt x="3629358" y="1939993"/>
                  </a:lnTo>
                  <a:lnTo>
                    <a:pt x="3629484" y="1939993"/>
                  </a:lnTo>
                  <a:lnTo>
                    <a:pt x="3629611" y="1939993"/>
                  </a:lnTo>
                  <a:lnTo>
                    <a:pt x="3629737" y="1939993"/>
                  </a:lnTo>
                  <a:lnTo>
                    <a:pt x="3629863" y="1939993"/>
                  </a:lnTo>
                  <a:lnTo>
                    <a:pt x="3629989" y="1939993"/>
                  </a:lnTo>
                  <a:lnTo>
                    <a:pt x="3630116" y="1939993"/>
                  </a:lnTo>
                  <a:lnTo>
                    <a:pt x="3630242" y="1939993"/>
                  </a:lnTo>
                  <a:lnTo>
                    <a:pt x="3630368" y="1939993"/>
                  </a:lnTo>
                  <a:lnTo>
                    <a:pt x="3630494" y="1939993"/>
                  </a:lnTo>
                  <a:lnTo>
                    <a:pt x="3630621" y="1939993"/>
                  </a:lnTo>
                  <a:lnTo>
                    <a:pt x="3630747" y="1939993"/>
                  </a:lnTo>
                  <a:lnTo>
                    <a:pt x="3630873" y="1939993"/>
                  </a:lnTo>
                  <a:lnTo>
                    <a:pt x="3630999" y="1939993"/>
                  </a:lnTo>
                  <a:lnTo>
                    <a:pt x="3631126" y="1939993"/>
                  </a:lnTo>
                  <a:lnTo>
                    <a:pt x="3631252" y="1939993"/>
                  </a:lnTo>
                  <a:lnTo>
                    <a:pt x="3631378" y="1939993"/>
                  </a:lnTo>
                  <a:lnTo>
                    <a:pt x="3631504" y="1939993"/>
                  </a:lnTo>
                  <a:lnTo>
                    <a:pt x="3631631" y="1939993"/>
                  </a:lnTo>
                  <a:lnTo>
                    <a:pt x="3631757" y="1939993"/>
                  </a:lnTo>
                  <a:lnTo>
                    <a:pt x="3631883" y="1939993"/>
                  </a:lnTo>
                  <a:lnTo>
                    <a:pt x="3632009" y="1939993"/>
                  </a:lnTo>
                  <a:lnTo>
                    <a:pt x="3632136" y="1939993"/>
                  </a:lnTo>
                  <a:lnTo>
                    <a:pt x="3632262" y="1939993"/>
                  </a:lnTo>
                  <a:lnTo>
                    <a:pt x="3632388" y="1939993"/>
                  </a:lnTo>
                  <a:lnTo>
                    <a:pt x="3632514" y="1939993"/>
                  </a:lnTo>
                  <a:lnTo>
                    <a:pt x="3632641" y="1939993"/>
                  </a:lnTo>
                  <a:lnTo>
                    <a:pt x="3632767" y="1939993"/>
                  </a:lnTo>
                  <a:lnTo>
                    <a:pt x="3632893" y="1939993"/>
                  </a:lnTo>
                  <a:lnTo>
                    <a:pt x="3633019" y="1939993"/>
                  </a:lnTo>
                  <a:lnTo>
                    <a:pt x="3633146" y="1939993"/>
                  </a:lnTo>
                  <a:lnTo>
                    <a:pt x="3633272" y="1939993"/>
                  </a:lnTo>
                  <a:lnTo>
                    <a:pt x="3633398" y="1939993"/>
                  </a:lnTo>
                  <a:lnTo>
                    <a:pt x="3633524" y="1939993"/>
                  </a:lnTo>
                  <a:lnTo>
                    <a:pt x="3633651" y="1939993"/>
                  </a:lnTo>
                  <a:lnTo>
                    <a:pt x="3633777" y="1939993"/>
                  </a:lnTo>
                  <a:lnTo>
                    <a:pt x="3633903" y="1939993"/>
                  </a:lnTo>
                  <a:lnTo>
                    <a:pt x="3634030" y="1939993"/>
                  </a:lnTo>
                  <a:lnTo>
                    <a:pt x="3634156" y="1939993"/>
                  </a:lnTo>
                  <a:lnTo>
                    <a:pt x="3634282" y="1939993"/>
                  </a:lnTo>
                  <a:lnTo>
                    <a:pt x="3634408" y="1939993"/>
                  </a:lnTo>
                  <a:lnTo>
                    <a:pt x="3634535" y="1939993"/>
                  </a:lnTo>
                  <a:lnTo>
                    <a:pt x="3634661" y="1939993"/>
                  </a:lnTo>
                  <a:lnTo>
                    <a:pt x="3634787" y="1939993"/>
                  </a:lnTo>
                  <a:lnTo>
                    <a:pt x="3634913" y="1939993"/>
                  </a:lnTo>
                  <a:lnTo>
                    <a:pt x="3635040" y="1939993"/>
                  </a:lnTo>
                  <a:lnTo>
                    <a:pt x="3635166" y="1939993"/>
                  </a:lnTo>
                  <a:lnTo>
                    <a:pt x="3635292" y="1939993"/>
                  </a:lnTo>
                  <a:lnTo>
                    <a:pt x="3635418" y="1939993"/>
                  </a:lnTo>
                  <a:lnTo>
                    <a:pt x="3635545" y="1939993"/>
                  </a:lnTo>
                  <a:lnTo>
                    <a:pt x="3635671" y="1939993"/>
                  </a:lnTo>
                  <a:lnTo>
                    <a:pt x="3635797" y="1939993"/>
                  </a:lnTo>
                  <a:lnTo>
                    <a:pt x="3635923" y="1939993"/>
                  </a:lnTo>
                  <a:lnTo>
                    <a:pt x="3636050" y="1939993"/>
                  </a:lnTo>
                  <a:lnTo>
                    <a:pt x="3636176" y="1939993"/>
                  </a:lnTo>
                  <a:lnTo>
                    <a:pt x="3636302" y="1939993"/>
                  </a:lnTo>
                  <a:lnTo>
                    <a:pt x="3636428" y="1939993"/>
                  </a:lnTo>
                  <a:lnTo>
                    <a:pt x="3636555" y="1939993"/>
                  </a:lnTo>
                  <a:lnTo>
                    <a:pt x="3636681" y="1939993"/>
                  </a:lnTo>
                  <a:lnTo>
                    <a:pt x="3636807" y="1939993"/>
                  </a:lnTo>
                  <a:lnTo>
                    <a:pt x="3636933" y="1939993"/>
                  </a:lnTo>
                  <a:lnTo>
                    <a:pt x="3637060" y="1939993"/>
                  </a:lnTo>
                  <a:lnTo>
                    <a:pt x="3637186" y="1939993"/>
                  </a:lnTo>
                  <a:lnTo>
                    <a:pt x="3637312" y="1939993"/>
                  </a:lnTo>
                  <a:lnTo>
                    <a:pt x="3637438" y="1939993"/>
                  </a:lnTo>
                  <a:lnTo>
                    <a:pt x="3637565" y="1939993"/>
                  </a:lnTo>
                  <a:lnTo>
                    <a:pt x="3637691" y="1939993"/>
                  </a:lnTo>
                  <a:lnTo>
                    <a:pt x="3637817" y="1939993"/>
                  </a:lnTo>
                  <a:lnTo>
                    <a:pt x="3637943" y="1939993"/>
                  </a:lnTo>
                  <a:lnTo>
                    <a:pt x="3638070" y="1939993"/>
                  </a:lnTo>
                  <a:lnTo>
                    <a:pt x="3638196" y="1939993"/>
                  </a:lnTo>
                  <a:lnTo>
                    <a:pt x="3638322" y="1939993"/>
                  </a:lnTo>
                  <a:lnTo>
                    <a:pt x="3638448" y="1939993"/>
                  </a:lnTo>
                  <a:lnTo>
                    <a:pt x="3638575" y="1939993"/>
                  </a:lnTo>
                  <a:lnTo>
                    <a:pt x="3638701" y="1939993"/>
                  </a:lnTo>
                  <a:lnTo>
                    <a:pt x="3638827" y="1939993"/>
                  </a:lnTo>
                  <a:lnTo>
                    <a:pt x="3638953" y="1939993"/>
                  </a:lnTo>
                  <a:lnTo>
                    <a:pt x="3639080" y="1939993"/>
                  </a:lnTo>
                  <a:lnTo>
                    <a:pt x="3639206" y="1939993"/>
                  </a:lnTo>
                  <a:lnTo>
                    <a:pt x="3639332" y="1939993"/>
                  </a:lnTo>
                  <a:lnTo>
                    <a:pt x="3639459" y="1939993"/>
                  </a:lnTo>
                  <a:lnTo>
                    <a:pt x="3639585" y="1939993"/>
                  </a:lnTo>
                  <a:lnTo>
                    <a:pt x="3639711" y="1939993"/>
                  </a:lnTo>
                  <a:lnTo>
                    <a:pt x="3639837" y="1939993"/>
                  </a:lnTo>
                  <a:lnTo>
                    <a:pt x="3639964" y="1939993"/>
                  </a:lnTo>
                  <a:lnTo>
                    <a:pt x="3640090" y="1939993"/>
                  </a:lnTo>
                  <a:lnTo>
                    <a:pt x="3640216" y="1939993"/>
                  </a:lnTo>
                  <a:lnTo>
                    <a:pt x="3640342" y="1939993"/>
                  </a:lnTo>
                  <a:lnTo>
                    <a:pt x="3640469" y="1939993"/>
                  </a:lnTo>
                  <a:lnTo>
                    <a:pt x="3640595" y="1939993"/>
                  </a:lnTo>
                  <a:lnTo>
                    <a:pt x="3640721" y="1939993"/>
                  </a:lnTo>
                  <a:lnTo>
                    <a:pt x="3640847" y="1939993"/>
                  </a:lnTo>
                  <a:lnTo>
                    <a:pt x="3640974" y="1939993"/>
                  </a:lnTo>
                  <a:lnTo>
                    <a:pt x="3641100" y="1939993"/>
                  </a:lnTo>
                  <a:lnTo>
                    <a:pt x="3641226" y="1939993"/>
                  </a:lnTo>
                  <a:lnTo>
                    <a:pt x="3641352" y="1939993"/>
                  </a:lnTo>
                  <a:lnTo>
                    <a:pt x="3641479" y="1939993"/>
                  </a:lnTo>
                  <a:lnTo>
                    <a:pt x="3641605" y="1939993"/>
                  </a:lnTo>
                  <a:lnTo>
                    <a:pt x="3641731" y="1939993"/>
                  </a:lnTo>
                  <a:lnTo>
                    <a:pt x="3641857" y="1939993"/>
                  </a:lnTo>
                  <a:lnTo>
                    <a:pt x="3641984" y="1939993"/>
                  </a:lnTo>
                  <a:lnTo>
                    <a:pt x="3642110" y="1939993"/>
                  </a:lnTo>
                  <a:lnTo>
                    <a:pt x="3642236" y="1939993"/>
                  </a:lnTo>
                  <a:lnTo>
                    <a:pt x="3642362" y="1939993"/>
                  </a:lnTo>
                  <a:lnTo>
                    <a:pt x="3642489" y="1939993"/>
                  </a:lnTo>
                  <a:lnTo>
                    <a:pt x="3642615" y="1939993"/>
                  </a:lnTo>
                  <a:lnTo>
                    <a:pt x="3642741" y="1939993"/>
                  </a:lnTo>
                  <a:lnTo>
                    <a:pt x="3642867" y="1939993"/>
                  </a:lnTo>
                  <a:lnTo>
                    <a:pt x="3642994" y="1939993"/>
                  </a:lnTo>
                  <a:lnTo>
                    <a:pt x="3643120" y="1939993"/>
                  </a:lnTo>
                  <a:lnTo>
                    <a:pt x="3643246" y="1939993"/>
                  </a:lnTo>
                  <a:lnTo>
                    <a:pt x="3643372" y="1939993"/>
                  </a:lnTo>
                  <a:lnTo>
                    <a:pt x="3643499" y="1939993"/>
                  </a:lnTo>
                  <a:lnTo>
                    <a:pt x="3643625" y="1939993"/>
                  </a:lnTo>
                  <a:lnTo>
                    <a:pt x="3643751" y="1939993"/>
                  </a:lnTo>
                  <a:lnTo>
                    <a:pt x="3643877" y="1939993"/>
                  </a:lnTo>
                  <a:lnTo>
                    <a:pt x="3644004" y="1939993"/>
                  </a:lnTo>
                  <a:lnTo>
                    <a:pt x="3644130" y="1939993"/>
                  </a:lnTo>
                  <a:lnTo>
                    <a:pt x="3644256" y="1939993"/>
                  </a:lnTo>
                  <a:lnTo>
                    <a:pt x="3644383" y="1939993"/>
                  </a:lnTo>
                  <a:lnTo>
                    <a:pt x="3644509" y="1939993"/>
                  </a:lnTo>
                  <a:lnTo>
                    <a:pt x="3644635" y="1939993"/>
                  </a:lnTo>
                  <a:lnTo>
                    <a:pt x="3644761" y="1939993"/>
                  </a:lnTo>
                  <a:lnTo>
                    <a:pt x="3644888" y="1939993"/>
                  </a:lnTo>
                  <a:lnTo>
                    <a:pt x="3645014" y="1939993"/>
                  </a:lnTo>
                  <a:lnTo>
                    <a:pt x="3645140" y="1939993"/>
                  </a:lnTo>
                  <a:lnTo>
                    <a:pt x="3645266" y="1939993"/>
                  </a:lnTo>
                  <a:lnTo>
                    <a:pt x="3645393" y="1939993"/>
                  </a:lnTo>
                  <a:lnTo>
                    <a:pt x="3645519" y="1939993"/>
                  </a:lnTo>
                  <a:lnTo>
                    <a:pt x="3645645" y="1939993"/>
                  </a:lnTo>
                  <a:lnTo>
                    <a:pt x="3645771" y="1939993"/>
                  </a:lnTo>
                  <a:lnTo>
                    <a:pt x="3645898" y="1939993"/>
                  </a:lnTo>
                  <a:lnTo>
                    <a:pt x="3646024" y="1939993"/>
                  </a:lnTo>
                  <a:lnTo>
                    <a:pt x="3646150" y="1939993"/>
                  </a:lnTo>
                  <a:lnTo>
                    <a:pt x="3646276" y="1939993"/>
                  </a:lnTo>
                  <a:lnTo>
                    <a:pt x="3646403" y="1939993"/>
                  </a:lnTo>
                  <a:lnTo>
                    <a:pt x="3646529" y="1939993"/>
                  </a:lnTo>
                  <a:lnTo>
                    <a:pt x="3646655" y="1939993"/>
                  </a:lnTo>
                  <a:lnTo>
                    <a:pt x="3646781" y="1939993"/>
                  </a:lnTo>
                  <a:lnTo>
                    <a:pt x="3646908" y="1939993"/>
                  </a:lnTo>
                  <a:lnTo>
                    <a:pt x="3647034" y="1939993"/>
                  </a:lnTo>
                  <a:lnTo>
                    <a:pt x="3647160" y="1939993"/>
                  </a:lnTo>
                  <a:lnTo>
                    <a:pt x="3647286" y="1939993"/>
                  </a:lnTo>
                  <a:lnTo>
                    <a:pt x="3647413" y="1939993"/>
                  </a:lnTo>
                  <a:lnTo>
                    <a:pt x="3647539" y="1939993"/>
                  </a:lnTo>
                  <a:lnTo>
                    <a:pt x="3647665" y="1939993"/>
                  </a:lnTo>
                  <a:lnTo>
                    <a:pt x="3647791" y="1939993"/>
                  </a:lnTo>
                  <a:lnTo>
                    <a:pt x="3647918" y="1939993"/>
                  </a:lnTo>
                  <a:lnTo>
                    <a:pt x="3648044" y="1939993"/>
                  </a:lnTo>
                  <a:lnTo>
                    <a:pt x="3648170" y="1939993"/>
                  </a:lnTo>
                  <a:lnTo>
                    <a:pt x="3648296" y="1939993"/>
                  </a:lnTo>
                  <a:lnTo>
                    <a:pt x="3648423" y="1939993"/>
                  </a:lnTo>
                  <a:lnTo>
                    <a:pt x="3648549" y="1939993"/>
                  </a:lnTo>
                  <a:lnTo>
                    <a:pt x="3648675" y="1939993"/>
                  </a:lnTo>
                  <a:lnTo>
                    <a:pt x="3648801" y="1939993"/>
                  </a:lnTo>
                  <a:lnTo>
                    <a:pt x="3648928" y="1939993"/>
                  </a:lnTo>
                  <a:lnTo>
                    <a:pt x="3649054" y="1939993"/>
                  </a:lnTo>
                  <a:lnTo>
                    <a:pt x="3649180" y="1939993"/>
                  </a:lnTo>
                  <a:lnTo>
                    <a:pt x="3649306" y="1939993"/>
                  </a:lnTo>
                  <a:lnTo>
                    <a:pt x="3649433" y="1939993"/>
                  </a:lnTo>
                  <a:lnTo>
                    <a:pt x="3649559" y="1939993"/>
                  </a:lnTo>
                  <a:lnTo>
                    <a:pt x="3649685" y="1939993"/>
                  </a:lnTo>
                  <a:lnTo>
                    <a:pt x="3649812" y="1939993"/>
                  </a:lnTo>
                  <a:lnTo>
                    <a:pt x="3649812" y="1935081"/>
                  </a:lnTo>
                  <a:lnTo>
                    <a:pt x="3649938" y="1935081"/>
                  </a:lnTo>
                  <a:lnTo>
                    <a:pt x="3650064" y="1935081"/>
                  </a:lnTo>
                  <a:lnTo>
                    <a:pt x="3650190" y="1935081"/>
                  </a:lnTo>
                  <a:lnTo>
                    <a:pt x="3650317" y="1935081"/>
                  </a:lnTo>
                  <a:lnTo>
                    <a:pt x="3650443" y="1935081"/>
                  </a:lnTo>
                  <a:lnTo>
                    <a:pt x="3650569" y="1935081"/>
                  </a:lnTo>
                  <a:lnTo>
                    <a:pt x="3650695" y="1935081"/>
                  </a:lnTo>
                  <a:lnTo>
                    <a:pt x="3650822" y="1935081"/>
                  </a:lnTo>
                  <a:lnTo>
                    <a:pt x="3650948" y="1935081"/>
                  </a:lnTo>
                  <a:lnTo>
                    <a:pt x="3650948" y="1930170"/>
                  </a:lnTo>
                  <a:lnTo>
                    <a:pt x="3651074" y="1930170"/>
                  </a:lnTo>
                  <a:lnTo>
                    <a:pt x="3651200" y="1930170"/>
                  </a:lnTo>
                  <a:lnTo>
                    <a:pt x="3651327" y="1930170"/>
                  </a:lnTo>
                  <a:lnTo>
                    <a:pt x="3651453" y="1930170"/>
                  </a:lnTo>
                  <a:lnTo>
                    <a:pt x="3651579" y="1930170"/>
                  </a:lnTo>
                  <a:lnTo>
                    <a:pt x="3651705" y="1930170"/>
                  </a:lnTo>
                  <a:lnTo>
                    <a:pt x="3651832" y="1930170"/>
                  </a:lnTo>
                  <a:lnTo>
                    <a:pt x="3651958" y="1930170"/>
                  </a:lnTo>
                  <a:lnTo>
                    <a:pt x="3652084" y="1930170"/>
                  </a:lnTo>
                  <a:lnTo>
                    <a:pt x="3652210" y="1930170"/>
                  </a:lnTo>
                  <a:lnTo>
                    <a:pt x="3652337" y="1930170"/>
                  </a:lnTo>
                  <a:lnTo>
                    <a:pt x="3652463" y="1930170"/>
                  </a:lnTo>
                  <a:lnTo>
                    <a:pt x="3652589" y="1930170"/>
                  </a:lnTo>
                  <a:lnTo>
                    <a:pt x="3652715" y="1930170"/>
                  </a:lnTo>
                  <a:lnTo>
                    <a:pt x="3652842" y="1930170"/>
                  </a:lnTo>
                  <a:lnTo>
                    <a:pt x="3652968" y="1930170"/>
                  </a:lnTo>
                  <a:lnTo>
                    <a:pt x="3653094" y="1930170"/>
                  </a:lnTo>
                  <a:lnTo>
                    <a:pt x="3653220" y="1930170"/>
                  </a:lnTo>
                  <a:lnTo>
                    <a:pt x="3653347" y="1930170"/>
                  </a:lnTo>
                  <a:lnTo>
                    <a:pt x="3653473" y="1930170"/>
                  </a:lnTo>
                  <a:lnTo>
                    <a:pt x="3653599" y="1930170"/>
                  </a:lnTo>
                  <a:lnTo>
                    <a:pt x="3653725" y="1930170"/>
                  </a:lnTo>
                  <a:lnTo>
                    <a:pt x="3653852" y="1930170"/>
                  </a:lnTo>
                  <a:lnTo>
                    <a:pt x="3653978" y="1930170"/>
                  </a:lnTo>
                  <a:lnTo>
                    <a:pt x="3654104" y="1930170"/>
                  </a:lnTo>
                  <a:lnTo>
                    <a:pt x="3654230" y="1930170"/>
                  </a:lnTo>
                  <a:lnTo>
                    <a:pt x="3654357" y="1930170"/>
                  </a:lnTo>
                  <a:lnTo>
                    <a:pt x="3654483" y="1930170"/>
                  </a:lnTo>
                  <a:lnTo>
                    <a:pt x="3654609" y="1930170"/>
                  </a:lnTo>
                  <a:lnTo>
                    <a:pt x="3654736" y="1930170"/>
                  </a:lnTo>
                  <a:lnTo>
                    <a:pt x="3654862" y="1930170"/>
                  </a:lnTo>
                  <a:lnTo>
                    <a:pt x="3654988" y="1930170"/>
                  </a:lnTo>
                  <a:lnTo>
                    <a:pt x="3654988" y="1925258"/>
                  </a:lnTo>
                  <a:lnTo>
                    <a:pt x="3655114" y="1925258"/>
                  </a:lnTo>
                  <a:lnTo>
                    <a:pt x="3655241" y="1925258"/>
                  </a:lnTo>
                  <a:lnTo>
                    <a:pt x="3655367" y="1925258"/>
                  </a:lnTo>
                  <a:lnTo>
                    <a:pt x="3655493" y="1925258"/>
                  </a:lnTo>
                  <a:lnTo>
                    <a:pt x="3655619" y="1925258"/>
                  </a:lnTo>
                  <a:lnTo>
                    <a:pt x="3655746" y="1925258"/>
                  </a:lnTo>
                  <a:lnTo>
                    <a:pt x="3655872" y="1925258"/>
                  </a:lnTo>
                  <a:lnTo>
                    <a:pt x="3655998" y="1925258"/>
                  </a:lnTo>
                  <a:lnTo>
                    <a:pt x="3656124" y="1925258"/>
                  </a:lnTo>
                  <a:lnTo>
                    <a:pt x="3656251" y="1925258"/>
                  </a:lnTo>
                  <a:lnTo>
                    <a:pt x="3656377" y="1925258"/>
                  </a:lnTo>
                  <a:lnTo>
                    <a:pt x="3656503" y="1925258"/>
                  </a:lnTo>
                  <a:lnTo>
                    <a:pt x="3656629" y="1925258"/>
                  </a:lnTo>
                  <a:lnTo>
                    <a:pt x="3656756" y="1925258"/>
                  </a:lnTo>
                  <a:lnTo>
                    <a:pt x="3656882" y="1925258"/>
                  </a:lnTo>
                  <a:lnTo>
                    <a:pt x="3657008" y="1925258"/>
                  </a:lnTo>
                  <a:lnTo>
                    <a:pt x="3657134" y="1925258"/>
                  </a:lnTo>
                  <a:lnTo>
                    <a:pt x="3657261" y="1925258"/>
                  </a:lnTo>
                  <a:lnTo>
                    <a:pt x="3657387" y="1925258"/>
                  </a:lnTo>
                  <a:lnTo>
                    <a:pt x="3657513" y="1925258"/>
                  </a:lnTo>
                  <a:lnTo>
                    <a:pt x="3657639" y="1925258"/>
                  </a:lnTo>
                  <a:lnTo>
                    <a:pt x="3657766" y="1925258"/>
                  </a:lnTo>
                  <a:lnTo>
                    <a:pt x="3657892" y="1925258"/>
                  </a:lnTo>
                  <a:lnTo>
                    <a:pt x="3658018" y="1925258"/>
                  </a:lnTo>
                  <a:lnTo>
                    <a:pt x="3658144" y="1925258"/>
                  </a:lnTo>
                  <a:lnTo>
                    <a:pt x="3658271" y="1925258"/>
                  </a:lnTo>
                  <a:lnTo>
                    <a:pt x="3658397" y="1925258"/>
                  </a:lnTo>
                  <a:lnTo>
                    <a:pt x="3658523" y="1925258"/>
                  </a:lnTo>
                  <a:lnTo>
                    <a:pt x="3658649" y="1925258"/>
                  </a:lnTo>
                  <a:lnTo>
                    <a:pt x="3658776" y="1925258"/>
                  </a:lnTo>
                  <a:lnTo>
                    <a:pt x="3658902" y="1925258"/>
                  </a:lnTo>
                  <a:lnTo>
                    <a:pt x="3659028" y="1925258"/>
                  </a:lnTo>
                  <a:lnTo>
                    <a:pt x="3659154" y="1925258"/>
                  </a:lnTo>
                  <a:lnTo>
                    <a:pt x="3659281" y="1925258"/>
                  </a:lnTo>
                  <a:lnTo>
                    <a:pt x="3659407" y="1925258"/>
                  </a:lnTo>
                  <a:lnTo>
                    <a:pt x="3659533" y="1925258"/>
                  </a:lnTo>
                  <a:lnTo>
                    <a:pt x="3659659" y="1925258"/>
                  </a:lnTo>
                  <a:lnTo>
                    <a:pt x="3659786" y="1925258"/>
                  </a:lnTo>
                  <a:lnTo>
                    <a:pt x="3659912" y="1925258"/>
                  </a:lnTo>
                  <a:lnTo>
                    <a:pt x="3660038" y="1925258"/>
                  </a:lnTo>
                  <a:lnTo>
                    <a:pt x="3660165" y="1925258"/>
                  </a:lnTo>
                  <a:lnTo>
                    <a:pt x="3660291" y="1925258"/>
                  </a:lnTo>
                  <a:lnTo>
                    <a:pt x="3660417" y="1925258"/>
                  </a:lnTo>
                  <a:lnTo>
                    <a:pt x="3660543" y="1925258"/>
                  </a:lnTo>
                  <a:lnTo>
                    <a:pt x="3660670" y="1925258"/>
                  </a:lnTo>
                  <a:lnTo>
                    <a:pt x="3660796" y="1925258"/>
                  </a:lnTo>
                  <a:lnTo>
                    <a:pt x="3660922" y="1925258"/>
                  </a:lnTo>
                  <a:lnTo>
                    <a:pt x="3661048" y="1925258"/>
                  </a:lnTo>
                  <a:lnTo>
                    <a:pt x="3661175" y="1925258"/>
                  </a:lnTo>
                  <a:lnTo>
                    <a:pt x="3661301" y="1925258"/>
                  </a:lnTo>
                  <a:lnTo>
                    <a:pt x="3661427" y="1925258"/>
                  </a:lnTo>
                  <a:lnTo>
                    <a:pt x="3661553" y="1925258"/>
                  </a:lnTo>
                  <a:lnTo>
                    <a:pt x="3661680" y="1925258"/>
                  </a:lnTo>
                  <a:lnTo>
                    <a:pt x="3661806" y="1925258"/>
                  </a:lnTo>
                  <a:lnTo>
                    <a:pt x="3661932" y="1925258"/>
                  </a:lnTo>
                  <a:lnTo>
                    <a:pt x="3662058" y="1925258"/>
                  </a:lnTo>
                  <a:lnTo>
                    <a:pt x="3662185" y="1925258"/>
                  </a:lnTo>
                  <a:lnTo>
                    <a:pt x="3662311" y="1925258"/>
                  </a:lnTo>
                  <a:lnTo>
                    <a:pt x="3662437" y="1925258"/>
                  </a:lnTo>
                  <a:lnTo>
                    <a:pt x="3662563" y="1925258"/>
                  </a:lnTo>
                  <a:lnTo>
                    <a:pt x="3662690" y="1925258"/>
                  </a:lnTo>
                  <a:lnTo>
                    <a:pt x="3662816" y="1925258"/>
                  </a:lnTo>
                  <a:lnTo>
                    <a:pt x="3662942" y="1925258"/>
                  </a:lnTo>
                  <a:lnTo>
                    <a:pt x="3663068" y="1925258"/>
                  </a:lnTo>
                  <a:lnTo>
                    <a:pt x="3663068" y="1920347"/>
                  </a:lnTo>
                  <a:lnTo>
                    <a:pt x="3663195" y="1920347"/>
                  </a:lnTo>
                  <a:lnTo>
                    <a:pt x="3663321" y="1920347"/>
                  </a:lnTo>
                  <a:lnTo>
                    <a:pt x="3663447" y="1920347"/>
                  </a:lnTo>
                  <a:lnTo>
                    <a:pt x="3663573" y="1920347"/>
                  </a:lnTo>
                  <a:lnTo>
                    <a:pt x="3663700" y="1920347"/>
                  </a:lnTo>
                  <a:lnTo>
                    <a:pt x="3663826" y="1920347"/>
                  </a:lnTo>
                  <a:lnTo>
                    <a:pt x="3663952" y="1920347"/>
                  </a:lnTo>
                  <a:lnTo>
                    <a:pt x="3664078" y="1920347"/>
                  </a:lnTo>
                  <a:lnTo>
                    <a:pt x="3664205" y="1920347"/>
                  </a:lnTo>
                  <a:lnTo>
                    <a:pt x="3664331" y="1920347"/>
                  </a:lnTo>
                  <a:lnTo>
                    <a:pt x="3664457" y="1920347"/>
                  </a:lnTo>
                  <a:lnTo>
                    <a:pt x="3664583" y="1920347"/>
                  </a:lnTo>
                  <a:lnTo>
                    <a:pt x="3664710" y="1920347"/>
                  </a:lnTo>
                  <a:lnTo>
                    <a:pt x="3664836" y="1920347"/>
                  </a:lnTo>
                  <a:lnTo>
                    <a:pt x="3664962" y="1920347"/>
                  </a:lnTo>
                  <a:lnTo>
                    <a:pt x="3665089" y="1920347"/>
                  </a:lnTo>
                  <a:lnTo>
                    <a:pt x="3665215" y="1920347"/>
                  </a:lnTo>
                  <a:lnTo>
                    <a:pt x="3665341" y="1920347"/>
                  </a:lnTo>
                  <a:lnTo>
                    <a:pt x="3665467" y="1920347"/>
                  </a:lnTo>
                  <a:lnTo>
                    <a:pt x="3665594" y="1920347"/>
                  </a:lnTo>
                  <a:lnTo>
                    <a:pt x="3665720" y="1920347"/>
                  </a:lnTo>
                  <a:lnTo>
                    <a:pt x="3665846" y="1920347"/>
                  </a:lnTo>
                  <a:lnTo>
                    <a:pt x="3665972" y="1920347"/>
                  </a:lnTo>
                  <a:lnTo>
                    <a:pt x="3666099" y="1920347"/>
                  </a:lnTo>
                  <a:lnTo>
                    <a:pt x="3666225" y="1920347"/>
                  </a:lnTo>
                  <a:lnTo>
                    <a:pt x="3666351" y="1920347"/>
                  </a:lnTo>
                  <a:lnTo>
                    <a:pt x="3666477" y="1920347"/>
                  </a:lnTo>
                  <a:lnTo>
                    <a:pt x="3666604" y="1920347"/>
                  </a:lnTo>
                  <a:lnTo>
                    <a:pt x="3666730" y="1920347"/>
                  </a:lnTo>
                  <a:lnTo>
                    <a:pt x="3666856" y="1920347"/>
                  </a:lnTo>
                  <a:lnTo>
                    <a:pt x="3666982" y="1920347"/>
                  </a:lnTo>
                  <a:lnTo>
                    <a:pt x="3667109" y="1920347"/>
                  </a:lnTo>
                  <a:lnTo>
                    <a:pt x="3667235" y="1920347"/>
                  </a:lnTo>
                  <a:lnTo>
                    <a:pt x="3667361" y="1920347"/>
                  </a:lnTo>
                  <a:lnTo>
                    <a:pt x="3667487" y="1920347"/>
                  </a:lnTo>
                  <a:lnTo>
                    <a:pt x="3667614" y="1920347"/>
                  </a:lnTo>
                  <a:lnTo>
                    <a:pt x="3667740" y="1920347"/>
                  </a:lnTo>
                  <a:lnTo>
                    <a:pt x="3667866" y="1920347"/>
                  </a:lnTo>
                  <a:lnTo>
                    <a:pt x="3667992" y="1920347"/>
                  </a:lnTo>
                  <a:lnTo>
                    <a:pt x="3667992" y="1915436"/>
                  </a:lnTo>
                  <a:lnTo>
                    <a:pt x="3668119" y="1915436"/>
                  </a:lnTo>
                  <a:lnTo>
                    <a:pt x="3668245" y="1915436"/>
                  </a:lnTo>
                  <a:lnTo>
                    <a:pt x="3668371" y="1915436"/>
                  </a:lnTo>
                  <a:lnTo>
                    <a:pt x="3668497" y="1915436"/>
                  </a:lnTo>
                  <a:lnTo>
                    <a:pt x="3668624" y="1915436"/>
                  </a:lnTo>
                  <a:lnTo>
                    <a:pt x="3668750" y="1915436"/>
                  </a:lnTo>
                  <a:lnTo>
                    <a:pt x="3668876" y="1915436"/>
                  </a:lnTo>
                  <a:lnTo>
                    <a:pt x="3669002" y="1915436"/>
                  </a:lnTo>
                  <a:lnTo>
                    <a:pt x="3669129" y="1915436"/>
                  </a:lnTo>
                  <a:lnTo>
                    <a:pt x="3669255" y="1915436"/>
                  </a:lnTo>
                  <a:lnTo>
                    <a:pt x="3669381" y="1915436"/>
                  </a:lnTo>
                  <a:lnTo>
                    <a:pt x="3669507" y="1915436"/>
                  </a:lnTo>
                  <a:lnTo>
                    <a:pt x="3669634" y="1915436"/>
                  </a:lnTo>
                  <a:lnTo>
                    <a:pt x="3669760" y="1915436"/>
                  </a:lnTo>
                  <a:lnTo>
                    <a:pt x="3669886" y="1915436"/>
                  </a:lnTo>
                  <a:lnTo>
                    <a:pt x="3670012" y="1915436"/>
                  </a:lnTo>
                  <a:lnTo>
                    <a:pt x="3670139" y="1915436"/>
                  </a:lnTo>
                  <a:lnTo>
                    <a:pt x="3670265" y="1915436"/>
                  </a:lnTo>
                  <a:lnTo>
                    <a:pt x="3670391" y="1915436"/>
                  </a:lnTo>
                  <a:lnTo>
                    <a:pt x="3670518" y="1915436"/>
                  </a:lnTo>
                  <a:lnTo>
                    <a:pt x="3670644" y="1915436"/>
                  </a:lnTo>
                  <a:lnTo>
                    <a:pt x="3670770" y="1915436"/>
                  </a:lnTo>
                  <a:lnTo>
                    <a:pt x="3670896" y="1915436"/>
                  </a:lnTo>
                  <a:lnTo>
                    <a:pt x="3671023" y="1915436"/>
                  </a:lnTo>
                  <a:lnTo>
                    <a:pt x="3671023" y="1910524"/>
                  </a:lnTo>
                  <a:lnTo>
                    <a:pt x="3671149" y="1910524"/>
                  </a:lnTo>
                  <a:lnTo>
                    <a:pt x="3671275" y="1910524"/>
                  </a:lnTo>
                  <a:lnTo>
                    <a:pt x="3671401" y="1910524"/>
                  </a:lnTo>
                  <a:lnTo>
                    <a:pt x="3671528" y="1910524"/>
                  </a:lnTo>
                  <a:lnTo>
                    <a:pt x="3671654" y="1910524"/>
                  </a:lnTo>
                  <a:lnTo>
                    <a:pt x="3671780" y="1910524"/>
                  </a:lnTo>
                  <a:lnTo>
                    <a:pt x="3671906" y="1910524"/>
                  </a:lnTo>
                  <a:lnTo>
                    <a:pt x="3672033" y="1910524"/>
                  </a:lnTo>
                  <a:lnTo>
                    <a:pt x="3672159" y="1910524"/>
                  </a:lnTo>
                  <a:lnTo>
                    <a:pt x="3672285" y="1910524"/>
                  </a:lnTo>
                  <a:lnTo>
                    <a:pt x="3672411" y="1910524"/>
                  </a:lnTo>
                  <a:lnTo>
                    <a:pt x="3672538" y="1910524"/>
                  </a:lnTo>
                  <a:lnTo>
                    <a:pt x="3672664" y="1910524"/>
                  </a:lnTo>
                  <a:lnTo>
                    <a:pt x="3672790" y="1910524"/>
                  </a:lnTo>
                  <a:lnTo>
                    <a:pt x="3672916" y="1910524"/>
                  </a:lnTo>
                  <a:lnTo>
                    <a:pt x="3673043" y="1910524"/>
                  </a:lnTo>
                  <a:lnTo>
                    <a:pt x="3673169" y="1910524"/>
                  </a:lnTo>
                  <a:lnTo>
                    <a:pt x="3673295" y="1910524"/>
                  </a:lnTo>
                  <a:lnTo>
                    <a:pt x="3673421" y="1910524"/>
                  </a:lnTo>
                  <a:lnTo>
                    <a:pt x="3673548" y="1910524"/>
                  </a:lnTo>
                  <a:lnTo>
                    <a:pt x="3673674" y="1910524"/>
                  </a:lnTo>
                  <a:lnTo>
                    <a:pt x="3673800" y="1910524"/>
                  </a:lnTo>
                  <a:lnTo>
                    <a:pt x="3673926" y="1910524"/>
                  </a:lnTo>
                  <a:lnTo>
                    <a:pt x="3674053" y="1910524"/>
                  </a:lnTo>
                  <a:lnTo>
                    <a:pt x="3674179" y="1910524"/>
                  </a:lnTo>
                  <a:lnTo>
                    <a:pt x="3674305" y="1910524"/>
                  </a:lnTo>
                  <a:lnTo>
                    <a:pt x="3674305" y="1905613"/>
                  </a:lnTo>
                  <a:lnTo>
                    <a:pt x="3674431" y="1905613"/>
                  </a:lnTo>
                  <a:lnTo>
                    <a:pt x="3674558" y="1905613"/>
                  </a:lnTo>
                  <a:lnTo>
                    <a:pt x="3674684" y="1905613"/>
                  </a:lnTo>
                  <a:lnTo>
                    <a:pt x="3674810" y="1905613"/>
                  </a:lnTo>
                  <a:lnTo>
                    <a:pt x="3674936" y="1905613"/>
                  </a:lnTo>
                  <a:lnTo>
                    <a:pt x="3675063" y="1905613"/>
                  </a:lnTo>
                  <a:lnTo>
                    <a:pt x="3675189" y="1905613"/>
                  </a:lnTo>
                  <a:lnTo>
                    <a:pt x="3675315" y="1905613"/>
                  </a:lnTo>
                  <a:lnTo>
                    <a:pt x="3675442" y="1905613"/>
                  </a:lnTo>
                  <a:lnTo>
                    <a:pt x="3675568" y="1905613"/>
                  </a:lnTo>
                  <a:lnTo>
                    <a:pt x="3675694" y="1905613"/>
                  </a:lnTo>
                  <a:lnTo>
                    <a:pt x="3675694" y="1900702"/>
                  </a:lnTo>
                  <a:lnTo>
                    <a:pt x="3675820" y="1900702"/>
                  </a:lnTo>
                  <a:lnTo>
                    <a:pt x="3675947" y="1900702"/>
                  </a:lnTo>
                  <a:lnTo>
                    <a:pt x="3676073" y="1900702"/>
                  </a:lnTo>
                  <a:lnTo>
                    <a:pt x="3676199" y="1900702"/>
                  </a:lnTo>
                  <a:lnTo>
                    <a:pt x="3676325" y="1900702"/>
                  </a:lnTo>
                  <a:lnTo>
                    <a:pt x="3676452" y="1900702"/>
                  </a:lnTo>
                  <a:lnTo>
                    <a:pt x="3676578" y="1900702"/>
                  </a:lnTo>
                  <a:lnTo>
                    <a:pt x="3676704" y="1900702"/>
                  </a:lnTo>
                  <a:lnTo>
                    <a:pt x="3676830" y="1900702"/>
                  </a:lnTo>
                  <a:lnTo>
                    <a:pt x="3676957" y="1900702"/>
                  </a:lnTo>
                  <a:lnTo>
                    <a:pt x="3677083" y="1900702"/>
                  </a:lnTo>
                  <a:lnTo>
                    <a:pt x="3677209" y="1900702"/>
                  </a:lnTo>
                  <a:lnTo>
                    <a:pt x="3677335" y="1900702"/>
                  </a:lnTo>
                  <a:lnTo>
                    <a:pt x="3677462" y="1900702"/>
                  </a:lnTo>
                  <a:lnTo>
                    <a:pt x="3677588" y="1900702"/>
                  </a:lnTo>
                  <a:lnTo>
                    <a:pt x="3677714" y="1900702"/>
                  </a:lnTo>
                  <a:lnTo>
                    <a:pt x="3677840" y="1900702"/>
                  </a:lnTo>
                  <a:lnTo>
                    <a:pt x="3677967" y="1900702"/>
                  </a:lnTo>
                  <a:lnTo>
                    <a:pt x="3678093" y="1900702"/>
                  </a:lnTo>
                  <a:lnTo>
                    <a:pt x="3678219" y="1900702"/>
                  </a:lnTo>
                  <a:lnTo>
                    <a:pt x="3678345" y="1900702"/>
                  </a:lnTo>
                  <a:lnTo>
                    <a:pt x="3678472" y="1900702"/>
                  </a:lnTo>
                  <a:lnTo>
                    <a:pt x="3678598" y="1900702"/>
                  </a:lnTo>
                  <a:lnTo>
                    <a:pt x="3678724" y="1900702"/>
                  </a:lnTo>
                  <a:lnTo>
                    <a:pt x="3678850" y="1900702"/>
                  </a:lnTo>
                  <a:lnTo>
                    <a:pt x="3678977" y="1900702"/>
                  </a:lnTo>
                  <a:lnTo>
                    <a:pt x="3679103" y="1900702"/>
                  </a:lnTo>
                  <a:lnTo>
                    <a:pt x="3679229" y="1900702"/>
                  </a:lnTo>
                  <a:lnTo>
                    <a:pt x="3679355" y="1900702"/>
                  </a:lnTo>
                  <a:lnTo>
                    <a:pt x="3679482" y="1900702"/>
                  </a:lnTo>
                  <a:lnTo>
                    <a:pt x="3679608" y="1900702"/>
                  </a:lnTo>
                  <a:lnTo>
                    <a:pt x="3679734" y="1900702"/>
                  </a:lnTo>
                  <a:lnTo>
                    <a:pt x="3679860" y="1900702"/>
                  </a:lnTo>
                  <a:lnTo>
                    <a:pt x="3679987" y="1900702"/>
                  </a:lnTo>
                  <a:lnTo>
                    <a:pt x="3680113" y="1900702"/>
                  </a:lnTo>
                  <a:lnTo>
                    <a:pt x="3680239" y="1900702"/>
                  </a:lnTo>
                  <a:lnTo>
                    <a:pt x="3680365" y="1900702"/>
                  </a:lnTo>
                  <a:lnTo>
                    <a:pt x="3680492" y="1900702"/>
                  </a:lnTo>
                  <a:lnTo>
                    <a:pt x="3680618" y="1900702"/>
                  </a:lnTo>
                  <a:lnTo>
                    <a:pt x="3680744" y="1900702"/>
                  </a:lnTo>
                  <a:lnTo>
                    <a:pt x="3680871" y="1900702"/>
                  </a:lnTo>
                  <a:lnTo>
                    <a:pt x="3680997" y="1900702"/>
                  </a:lnTo>
                  <a:lnTo>
                    <a:pt x="3681123" y="1900702"/>
                  </a:lnTo>
                  <a:lnTo>
                    <a:pt x="3681249" y="1900702"/>
                  </a:lnTo>
                  <a:lnTo>
                    <a:pt x="3681376" y="1900702"/>
                  </a:lnTo>
                  <a:lnTo>
                    <a:pt x="3681502" y="1900702"/>
                  </a:lnTo>
                  <a:lnTo>
                    <a:pt x="3681628" y="1900702"/>
                  </a:lnTo>
                  <a:lnTo>
                    <a:pt x="3681754" y="1900702"/>
                  </a:lnTo>
                  <a:lnTo>
                    <a:pt x="3681881" y="1900702"/>
                  </a:lnTo>
                  <a:lnTo>
                    <a:pt x="3682007" y="1900702"/>
                  </a:lnTo>
                  <a:lnTo>
                    <a:pt x="3682133" y="1900702"/>
                  </a:lnTo>
                  <a:lnTo>
                    <a:pt x="3682259" y="1900702"/>
                  </a:lnTo>
                  <a:lnTo>
                    <a:pt x="3682386" y="1900702"/>
                  </a:lnTo>
                  <a:lnTo>
                    <a:pt x="3682512" y="1900702"/>
                  </a:lnTo>
                  <a:lnTo>
                    <a:pt x="3682638" y="1900702"/>
                  </a:lnTo>
                  <a:lnTo>
                    <a:pt x="3682764" y="1900702"/>
                  </a:lnTo>
                  <a:lnTo>
                    <a:pt x="3682891" y="1900702"/>
                  </a:lnTo>
                  <a:lnTo>
                    <a:pt x="3683017" y="1900702"/>
                  </a:lnTo>
                  <a:lnTo>
                    <a:pt x="3683143" y="1900702"/>
                  </a:lnTo>
                  <a:lnTo>
                    <a:pt x="3683269" y="1900702"/>
                  </a:lnTo>
                  <a:lnTo>
                    <a:pt x="3683396" y="1900702"/>
                  </a:lnTo>
                  <a:lnTo>
                    <a:pt x="3683522" y="1900702"/>
                  </a:lnTo>
                  <a:lnTo>
                    <a:pt x="3683648" y="1900702"/>
                  </a:lnTo>
                  <a:lnTo>
                    <a:pt x="3683774" y="1900702"/>
                  </a:lnTo>
                  <a:lnTo>
                    <a:pt x="3683901" y="1900702"/>
                  </a:lnTo>
                  <a:lnTo>
                    <a:pt x="3684027" y="1900702"/>
                  </a:lnTo>
                  <a:lnTo>
                    <a:pt x="3684153" y="1900702"/>
                  </a:lnTo>
                  <a:lnTo>
                    <a:pt x="3684279" y="1900702"/>
                  </a:lnTo>
                  <a:lnTo>
                    <a:pt x="3684279" y="1895790"/>
                  </a:lnTo>
                  <a:lnTo>
                    <a:pt x="3684406" y="1895790"/>
                  </a:lnTo>
                  <a:lnTo>
                    <a:pt x="3684532" y="1895790"/>
                  </a:lnTo>
                  <a:lnTo>
                    <a:pt x="3684658" y="1895790"/>
                  </a:lnTo>
                  <a:lnTo>
                    <a:pt x="3684784" y="1895790"/>
                  </a:lnTo>
                  <a:lnTo>
                    <a:pt x="3684911" y="1895790"/>
                  </a:lnTo>
                  <a:lnTo>
                    <a:pt x="3685037" y="1895790"/>
                  </a:lnTo>
                  <a:lnTo>
                    <a:pt x="3685163" y="1895790"/>
                  </a:lnTo>
                  <a:lnTo>
                    <a:pt x="3685289" y="1895790"/>
                  </a:lnTo>
                  <a:lnTo>
                    <a:pt x="3685416" y="1895790"/>
                  </a:lnTo>
                  <a:lnTo>
                    <a:pt x="3685542" y="1895790"/>
                  </a:lnTo>
                  <a:lnTo>
                    <a:pt x="3685668" y="1895790"/>
                  </a:lnTo>
                  <a:lnTo>
                    <a:pt x="3685795" y="1895790"/>
                  </a:lnTo>
                  <a:lnTo>
                    <a:pt x="3685921" y="1895790"/>
                  </a:lnTo>
                  <a:lnTo>
                    <a:pt x="3686047" y="1895790"/>
                  </a:lnTo>
                  <a:lnTo>
                    <a:pt x="3686173" y="1895790"/>
                  </a:lnTo>
                  <a:lnTo>
                    <a:pt x="3686300" y="1895790"/>
                  </a:lnTo>
                  <a:lnTo>
                    <a:pt x="3686426" y="1895790"/>
                  </a:lnTo>
                  <a:lnTo>
                    <a:pt x="3686552" y="1895790"/>
                  </a:lnTo>
                  <a:lnTo>
                    <a:pt x="3686678" y="1895790"/>
                  </a:lnTo>
                  <a:lnTo>
                    <a:pt x="3686805" y="1895790"/>
                  </a:lnTo>
                  <a:lnTo>
                    <a:pt x="3686931" y="1895790"/>
                  </a:lnTo>
                  <a:lnTo>
                    <a:pt x="3687057" y="1895790"/>
                  </a:lnTo>
                  <a:lnTo>
                    <a:pt x="3687183" y="1895790"/>
                  </a:lnTo>
                  <a:lnTo>
                    <a:pt x="3687310" y="1895790"/>
                  </a:lnTo>
                  <a:lnTo>
                    <a:pt x="3687436" y="1895790"/>
                  </a:lnTo>
                  <a:lnTo>
                    <a:pt x="3687562" y="1895790"/>
                  </a:lnTo>
                  <a:lnTo>
                    <a:pt x="3687688" y="1895790"/>
                  </a:lnTo>
                  <a:lnTo>
                    <a:pt x="3687815" y="1895790"/>
                  </a:lnTo>
                  <a:lnTo>
                    <a:pt x="3687941" y="1895790"/>
                  </a:lnTo>
                  <a:lnTo>
                    <a:pt x="3688067" y="1895790"/>
                  </a:lnTo>
                  <a:lnTo>
                    <a:pt x="3688193" y="1895790"/>
                  </a:lnTo>
                  <a:lnTo>
                    <a:pt x="3688320" y="1895790"/>
                  </a:lnTo>
                  <a:lnTo>
                    <a:pt x="3688446" y="1895790"/>
                  </a:lnTo>
                  <a:lnTo>
                    <a:pt x="3688572" y="1895790"/>
                  </a:lnTo>
                  <a:lnTo>
                    <a:pt x="3688698" y="1895790"/>
                  </a:lnTo>
                  <a:lnTo>
                    <a:pt x="3688825" y="1895790"/>
                  </a:lnTo>
                  <a:lnTo>
                    <a:pt x="3688951" y="1895790"/>
                  </a:lnTo>
                  <a:lnTo>
                    <a:pt x="3689077" y="1895790"/>
                  </a:lnTo>
                  <a:lnTo>
                    <a:pt x="3689203" y="1895790"/>
                  </a:lnTo>
                  <a:lnTo>
                    <a:pt x="3689330" y="1895790"/>
                  </a:lnTo>
                  <a:lnTo>
                    <a:pt x="3689456" y="1895790"/>
                  </a:lnTo>
                  <a:lnTo>
                    <a:pt x="3689582" y="1895790"/>
                  </a:lnTo>
                  <a:lnTo>
                    <a:pt x="3689708" y="1895790"/>
                  </a:lnTo>
                  <a:lnTo>
                    <a:pt x="3689835" y="1895790"/>
                  </a:lnTo>
                  <a:lnTo>
                    <a:pt x="3689961" y="1895790"/>
                  </a:lnTo>
                  <a:lnTo>
                    <a:pt x="3690087" y="1895790"/>
                  </a:lnTo>
                  <a:lnTo>
                    <a:pt x="3690213" y="1895790"/>
                  </a:lnTo>
                  <a:lnTo>
                    <a:pt x="3690340" y="1895790"/>
                  </a:lnTo>
                  <a:lnTo>
                    <a:pt x="3690466" y="1895790"/>
                  </a:lnTo>
                  <a:lnTo>
                    <a:pt x="3690592" y="1895790"/>
                  </a:lnTo>
                  <a:lnTo>
                    <a:pt x="3690719" y="1895790"/>
                  </a:lnTo>
                  <a:lnTo>
                    <a:pt x="3690845" y="1895790"/>
                  </a:lnTo>
                  <a:lnTo>
                    <a:pt x="3690971" y="1895790"/>
                  </a:lnTo>
                  <a:lnTo>
                    <a:pt x="3691097" y="1895790"/>
                  </a:lnTo>
                  <a:lnTo>
                    <a:pt x="3691224" y="1895790"/>
                  </a:lnTo>
                  <a:lnTo>
                    <a:pt x="3691350" y="1895790"/>
                  </a:lnTo>
                  <a:lnTo>
                    <a:pt x="3691476" y="1895790"/>
                  </a:lnTo>
                  <a:lnTo>
                    <a:pt x="3691602" y="1895790"/>
                  </a:lnTo>
                  <a:lnTo>
                    <a:pt x="3691729" y="1895790"/>
                  </a:lnTo>
                  <a:lnTo>
                    <a:pt x="3691855" y="1895790"/>
                  </a:lnTo>
                  <a:lnTo>
                    <a:pt x="3691981" y="1895790"/>
                  </a:lnTo>
                  <a:lnTo>
                    <a:pt x="3692107" y="1895790"/>
                  </a:lnTo>
                  <a:lnTo>
                    <a:pt x="3692234" y="1895790"/>
                  </a:lnTo>
                  <a:lnTo>
                    <a:pt x="3692360" y="1895790"/>
                  </a:lnTo>
                  <a:lnTo>
                    <a:pt x="3692486" y="1895790"/>
                  </a:lnTo>
                  <a:lnTo>
                    <a:pt x="3692612" y="1895790"/>
                  </a:lnTo>
                  <a:lnTo>
                    <a:pt x="3692739" y="1895790"/>
                  </a:lnTo>
                  <a:lnTo>
                    <a:pt x="3692739" y="1890879"/>
                  </a:lnTo>
                  <a:lnTo>
                    <a:pt x="3692865" y="1890879"/>
                  </a:lnTo>
                  <a:lnTo>
                    <a:pt x="3692991" y="1890879"/>
                  </a:lnTo>
                  <a:lnTo>
                    <a:pt x="3693117" y="1890879"/>
                  </a:lnTo>
                  <a:lnTo>
                    <a:pt x="3693244" y="1890879"/>
                  </a:lnTo>
                  <a:lnTo>
                    <a:pt x="3693370" y="1890879"/>
                  </a:lnTo>
                  <a:lnTo>
                    <a:pt x="3693496" y="1890879"/>
                  </a:lnTo>
                  <a:lnTo>
                    <a:pt x="3693622" y="1890879"/>
                  </a:lnTo>
                  <a:lnTo>
                    <a:pt x="3693749" y="1890879"/>
                  </a:lnTo>
                  <a:lnTo>
                    <a:pt x="3693875" y="1890879"/>
                  </a:lnTo>
                  <a:lnTo>
                    <a:pt x="3694001" y="1890879"/>
                  </a:lnTo>
                  <a:lnTo>
                    <a:pt x="3694127" y="1890879"/>
                  </a:lnTo>
                  <a:lnTo>
                    <a:pt x="3694127" y="1885967"/>
                  </a:lnTo>
                  <a:lnTo>
                    <a:pt x="3694254" y="1885967"/>
                  </a:lnTo>
                  <a:lnTo>
                    <a:pt x="3694380" y="1885967"/>
                  </a:lnTo>
                  <a:lnTo>
                    <a:pt x="3694506" y="1885967"/>
                  </a:lnTo>
                  <a:lnTo>
                    <a:pt x="3694632" y="1885967"/>
                  </a:lnTo>
                  <a:lnTo>
                    <a:pt x="3694759" y="1885967"/>
                  </a:lnTo>
                  <a:lnTo>
                    <a:pt x="3694885" y="1885967"/>
                  </a:lnTo>
                  <a:lnTo>
                    <a:pt x="3695011" y="1885967"/>
                  </a:lnTo>
                  <a:lnTo>
                    <a:pt x="3695137" y="1885967"/>
                  </a:lnTo>
                  <a:lnTo>
                    <a:pt x="3695264" y="1885967"/>
                  </a:lnTo>
                  <a:lnTo>
                    <a:pt x="3695390" y="1885967"/>
                  </a:lnTo>
                  <a:lnTo>
                    <a:pt x="3695516" y="1885967"/>
                  </a:lnTo>
                  <a:lnTo>
                    <a:pt x="3695642" y="1885967"/>
                  </a:lnTo>
                  <a:lnTo>
                    <a:pt x="3695769" y="1885967"/>
                  </a:lnTo>
                  <a:lnTo>
                    <a:pt x="3695895" y="1885967"/>
                  </a:lnTo>
                  <a:lnTo>
                    <a:pt x="3696021" y="1885967"/>
                  </a:lnTo>
                  <a:lnTo>
                    <a:pt x="3696148" y="1885967"/>
                  </a:lnTo>
                  <a:lnTo>
                    <a:pt x="3696274" y="1885967"/>
                  </a:lnTo>
                  <a:lnTo>
                    <a:pt x="3696400" y="1885967"/>
                  </a:lnTo>
                  <a:lnTo>
                    <a:pt x="3696526" y="1885967"/>
                  </a:lnTo>
                  <a:lnTo>
                    <a:pt x="3696653" y="1885967"/>
                  </a:lnTo>
                  <a:lnTo>
                    <a:pt x="3696779" y="1885967"/>
                  </a:lnTo>
                  <a:lnTo>
                    <a:pt x="3696905" y="1885967"/>
                  </a:lnTo>
                  <a:lnTo>
                    <a:pt x="3697031" y="1885967"/>
                  </a:lnTo>
                  <a:lnTo>
                    <a:pt x="3697158" y="1885967"/>
                  </a:lnTo>
                  <a:lnTo>
                    <a:pt x="3697284" y="1885967"/>
                  </a:lnTo>
                  <a:lnTo>
                    <a:pt x="3697410" y="1885967"/>
                  </a:lnTo>
                  <a:lnTo>
                    <a:pt x="3697536" y="1885967"/>
                  </a:lnTo>
                  <a:lnTo>
                    <a:pt x="3697663" y="1885967"/>
                  </a:lnTo>
                  <a:lnTo>
                    <a:pt x="3697789" y="1885967"/>
                  </a:lnTo>
                  <a:lnTo>
                    <a:pt x="3697915" y="1885967"/>
                  </a:lnTo>
                  <a:lnTo>
                    <a:pt x="3698041" y="1885967"/>
                  </a:lnTo>
                  <a:lnTo>
                    <a:pt x="3698168" y="1885967"/>
                  </a:lnTo>
                  <a:lnTo>
                    <a:pt x="3698294" y="1885967"/>
                  </a:lnTo>
                  <a:lnTo>
                    <a:pt x="3698420" y="1885967"/>
                  </a:lnTo>
                  <a:lnTo>
                    <a:pt x="3698546" y="1885967"/>
                  </a:lnTo>
                  <a:lnTo>
                    <a:pt x="3698673" y="1885967"/>
                  </a:lnTo>
                  <a:lnTo>
                    <a:pt x="3698799" y="1885967"/>
                  </a:lnTo>
                  <a:lnTo>
                    <a:pt x="3698925" y="1885967"/>
                  </a:lnTo>
                  <a:lnTo>
                    <a:pt x="3699051" y="1885967"/>
                  </a:lnTo>
                  <a:lnTo>
                    <a:pt x="3699178" y="1885967"/>
                  </a:lnTo>
                  <a:lnTo>
                    <a:pt x="3699304" y="1885967"/>
                  </a:lnTo>
                  <a:lnTo>
                    <a:pt x="3699430" y="1885967"/>
                  </a:lnTo>
                  <a:lnTo>
                    <a:pt x="3699556" y="1885967"/>
                  </a:lnTo>
                  <a:lnTo>
                    <a:pt x="3699683" y="1885967"/>
                  </a:lnTo>
                  <a:lnTo>
                    <a:pt x="3699809" y="1885967"/>
                  </a:lnTo>
                  <a:lnTo>
                    <a:pt x="3699935" y="1885967"/>
                  </a:lnTo>
                  <a:lnTo>
                    <a:pt x="3700061" y="1885967"/>
                  </a:lnTo>
                  <a:lnTo>
                    <a:pt x="3700188" y="1885967"/>
                  </a:lnTo>
                  <a:lnTo>
                    <a:pt x="3700314" y="1885967"/>
                  </a:lnTo>
                  <a:lnTo>
                    <a:pt x="3700440" y="1885967"/>
                  </a:lnTo>
                  <a:lnTo>
                    <a:pt x="3700566" y="1885967"/>
                  </a:lnTo>
                  <a:lnTo>
                    <a:pt x="3700693" y="1885967"/>
                  </a:lnTo>
                  <a:lnTo>
                    <a:pt x="3700819" y="1885967"/>
                  </a:lnTo>
                  <a:lnTo>
                    <a:pt x="3700945" y="1885967"/>
                  </a:lnTo>
                  <a:lnTo>
                    <a:pt x="3701072" y="1885967"/>
                  </a:lnTo>
                  <a:lnTo>
                    <a:pt x="3701198" y="1885967"/>
                  </a:lnTo>
                  <a:lnTo>
                    <a:pt x="3701324" y="1885967"/>
                  </a:lnTo>
                  <a:lnTo>
                    <a:pt x="3701450" y="1885967"/>
                  </a:lnTo>
                  <a:lnTo>
                    <a:pt x="3701577" y="1885967"/>
                  </a:lnTo>
                  <a:lnTo>
                    <a:pt x="3701703" y="1885967"/>
                  </a:lnTo>
                  <a:lnTo>
                    <a:pt x="3701829" y="1885967"/>
                  </a:lnTo>
                  <a:lnTo>
                    <a:pt x="3701829" y="1881056"/>
                  </a:lnTo>
                  <a:lnTo>
                    <a:pt x="3701955" y="1881056"/>
                  </a:lnTo>
                  <a:lnTo>
                    <a:pt x="3702082" y="1881056"/>
                  </a:lnTo>
                  <a:lnTo>
                    <a:pt x="3702208" y="1881056"/>
                  </a:lnTo>
                  <a:lnTo>
                    <a:pt x="3702334" y="1881056"/>
                  </a:lnTo>
                  <a:lnTo>
                    <a:pt x="3702460" y="1881056"/>
                  </a:lnTo>
                  <a:lnTo>
                    <a:pt x="3702587" y="1881056"/>
                  </a:lnTo>
                  <a:lnTo>
                    <a:pt x="3702713" y="1881056"/>
                  </a:lnTo>
                  <a:lnTo>
                    <a:pt x="3702839" y="1881056"/>
                  </a:lnTo>
                  <a:lnTo>
                    <a:pt x="3702965" y="1881056"/>
                  </a:lnTo>
                  <a:lnTo>
                    <a:pt x="3703092" y="1881056"/>
                  </a:lnTo>
                  <a:lnTo>
                    <a:pt x="3703218" y="1881056"/>
                  </a:lnTo>
                  <a:lnTo>
                    <a:pt x="3703344" y="1881056"/>
                  </a:lnTo>
                  <a:lnTo>
                    <a:pt x="3703470" y="1881056"/>
                  </a:lnTo>
                  <a:lnTo>
                    <a:pt x="3703597" y="1881056"/>
                  </a:lnTo>
                  <a:lnTo>
                    <a:pt x="3703723" y="1881056"/>
                  </a:lnTo>
                  <a:lnTo>
                    <a:pt x="3703849" y="1881056"/>
                  </a:lnTo>
                  <a:lnTo>
                    <a:pt x="3703975" y="1881056"/>
                  </a:lnTo>
                  <a:lnTo>
                    <a:pt x="3704102" y="1881056"/>
                  </a:lnTo>
                  <a:lnTo>
                    <a:pt x="3704228" y="1881056"/>
                  </a:lnTo>
                  <a:lnTo>
                    <a:pt x="3704354" y="1881056"/>
                  </a:lnTo>
                  <a:lnTo>
                    <a:pt x="3704480" y="1881056"/>
                  </a:lnTo>
                  <a:lnTo>
                    <a:pt x="3704607" y="1881056"/>
                  </a:lnTo>
                  <a:lnTo>
                    <a:pt x="3704733" y="1881056"/>
                  </a:lnTo>
                  <a:lnTo>
                    <a:pt x="3704859" y="1881056"/>
                  </a:lnTo>
                  <a:lnTo>
                    <a:pt x="3704985" y="1881056"/>
                  </a:lnTo>
                  <a:lnTo>
                    <a:pt x="3705112" y="1881056"/>
                  </a:lnTo>
                  <a:lnTo>
                    <a:pt x="3705238" y="1881056"/>
                  </a:lnTo>
                  <a:lnTo>
                    <a:pt x="3705364" y="1881056"/>
                  </a:lnTo>
                  <a:lnTo>
                    <a:pt x="3705490" y="1881056"/>
                  </a:lnTo>
                  <a:lnTo>
                    <a:pt x="3705617" y="1881056"/>
                  </a:lnTo>
                  <a:lnTo>
                    <a:pt x="3705743" y="1881056"/>
                  </a:lnTo>
                  <a:lnTo>
                    <a:pt x="3705869" y="1881056"/>
                  </a:lnTo>
                  <a:lnTo>
                    <a:pt x="3705995" y="1881056"/>
                  </a:lnTo>
                  <a:lnTo>
                    <a:pt x="3706122" y="1881056"/>
                  </a:lnTo>
                  <a:lnTo>
                    <a:pt x="3706248" y="1881056"/>
                  </a:lnTo>
                  <a:lnTo>
                    <a:pt x="3706374" y="1881056"/>
                  </a:lnTo>
                  <a:lnTo>
                    <a:pt x="3706501" y="1881056"/>
                  </a:lnTo>
                  <a:lnTo>
                    <a:pt x="3706627" y="1881056"/>
                  </a:lnTo>
                  <a:lnTo>
                    <a:pt x="3706753" y="1881056"/>
                  </a:lnTo>
                  <a:lnTo>
                    <a:pt x="3706879" y="1881056"/>
                  </a:lnTo>
                  <a:lnTo>
                    <a:pt x="3707006" y="1881056"/>
                  </a:lnTo>
                  <a:lnTo>
                    <a:pt x="3707132" y="1881056"/>
                  </a:lnTo>
                  <a:lnTo>
                    <a:pt x="3707258" y="1881056"/>
                  </a:lnTo>
                  <a:lnTo>
                    <a:pt x="3707384" y="1881056"/>
                  </a:lnTo>
                  <a:lnTo>
                    <a:pt x="3707511" y="1881056"/>
                  </a:lnTo>
                  <a:lnTo>
                    <a:pt x="3707637" y="1881056"/>
                  </a:lnTo>
                  <a:lnTo>
                    <a:pt x="3707763" y="1881056"/>
                  </a:lnTo>
                  <a:lnTo>
                    <a:pt x="3707889" y="1881056"/>
                  </a:lnTo>
                  <a:lnTo>
                    <a:pt x="3708016" y="1881056"/>
                  </a:lnTo>
                  <a:lnTo>
                    <a:pt x="3708142" y="1881056"/>
                  </a:lnTo>
                  <a:lnTo>
                    <a:pt x="3708268" y="1881056"/>
                  </a:lnTo>
                  <a:lnTo>
                    <a:pt x="3708394" y="1881056"/>
                  </a:lnTo>
                  <a:lnTo>
                    <a:pt x="3708521" y="1881056"/>
                  </a:lnTo>
                  <a:lnTo>
                    <a:pt x="3708647" y="1881056"/>
                  </a:lnTo>
                  <a:lnTo>
                    <a:pt x="3708773" y="1881056"/>
                  </a:lnTo>
                  <a:lnTo>
                    <a:pt x="3708899" y="1881056"/>
                  </a:lnTo>
                  <a:lnTo>
                    <a:pt x="3709026" y="1881056"/>
                  </a:lnTo>
                  <a:lnTo>
                    <a:pt x="3709152" y="1881056"/>
                  </a:lnTo>
                  <a:lnTo>
                    <a:pt x="3709278" y="1881056"/>
                  </a:lnTo>
                  <a:lnTo>
                    <a:pt x="3709404" y="1881056"/>
                  </a:lnTo>
                  <a:lnTo>
                    <a:pt x="3709531" y="1881056"/>
                  </a:lnTo>
                  <a:lnTo>
                    <a:pt x="3709657" y="1881056"/>
                  </a:lnTo>
                  <a:lnTo>
                    <a:pt x="3709783" y="1881056"/>
                  </a:lnTo>
                  <a:lnTo>
                    <a:pt x="3709783" y="1876145"/>
                  </a:lnTo>
                  <a:lnTo>
                    <a:pt x="3709909" y="1876145"/>
                  </a:lnTo>
                  <a:lnTo>
                    <a:pt x="3710036" y="1876145"/>
                  </a:lnTo>
                  <a:lnTo>
                    <a:pt x="3710162" y="1876145"/>
                  </a:lnTo>
                  <a:lnTo>
                    <a:pt x="3710288" y="1876145"/>
                  </a:lnTo>
                  <a:lnTo>
                    <a:pt x="3710414" y="1876145"/>
                  </a:lnTo>
                  <a:lnTo>
                    <a:pt x="3710541" y="1876145"/>
                  </a:lnTo>
                  <a:lnTo>
                    <a:pt x="3710667" y="1876145"/>
                  </a:lnTo>
                  <a:lnTo>
                    <a:pt x="3710793" y="1876145"/>
                  </a:lnTo>
                  <a:lnTo>
                    <a:pt x="3710919" y="1876145"/>
                  </a:lnTo>
                  <a:lnTo>
                    <a:pt x="3711046" y="1876145"/>
                  </a:lnTo>
                  <a:lnTo>
                    <a:pt x="3711172" y="1876145"/>
                  </a:lnTo>
                  <a:lnTo>
                    <a:pt x="3711298" y="1876145"/>
                  </a:lnTo>
                  <a:lnTo>
                    <a:pt x="3711425" y="1876145"/>
                  </a:lnTo>
                  <a:lnTo>
                    <a:pt x="3711551" y="1876145"/>
                  </a:lnTo>
                  <a:lnTo>
                    <a:pt x="3711677" y="1876145"/>
                  </a:lnTo>
                  <a:lnTo>
                    <a:pt x="3711803" y="1876145"/>
                  </a:lnTo>
                  <a:lnTo>
                    <a:pt x="3711930" y="1876145"/>
                  </a:lnTo>
                  <a:lnTo>
                    <a:pt x="3712056" y="1876145"/>
                  </a:lnTo>
                  <a:lnTo>
                    <a:pt x="3712182" y="1876145"/>
                  </a:lnTo>
                  <a:lnTo>
                    <a:pt x="3712308" y="1876145"/>
                  </a:lnTo>
                  <a:lnTo>
                    <a:pt x="3712435" y="1876145"/>
                  </a:lnTo>
                  <a:lnTo>
                    <a:pt x="3712561" y="1876145"/>
                  </a:lnTo>
                  <a:lnTo>
                    <a:pt x="3712687" y="1876145"/>
                  </a:lnTo>
                  <a:lnTo>
                    <a:pt x="3712813" y="1876145"/>
                  </a:lnTo>
                  <a:lnTo>
                    <a:pt x="3712940" y="1876145"/>
                  </a:lnTo>
                  <a:lnTo>
                    <a:pt x="3713066" y="1876145"/>
                  </a:lnTo>
                  <a:lnTo>
                    <a:pt x="3713192" y="1876145"/>
                  </a:lnTo>
                  <a:lnTo>
                    <a:pt x="3713318" y="1876145"/>
                  </a:lnTo>
                  <a:lnTo>
                    <a:pt x="3713445" y="1876145"/>
                  </a:lnTo>
                  <a:lnTo>
                    <a:pt x="3713571" y="1876145"/>
                  </a:lnTo>
                  <a:lnTo>
                    <a:pt x="3713697" y="1876145"/>
                  </a:lnTo>
                  <a:lnTo>
                    <a:pt x="3713823" y="1876145"/>
                  </a:lnTo>
                  <a:lnTo>
                    <a:pt x="3713950" y="1876145"/>
                  </a:lnTo>
                  <a:lnTo>
                    <a:pt x="3714076" y="1876145"/>
                  </a:lnTo>
                  <a:lnTo>
                    <a:pt x="3714202" y="1876145"/>
                  </a:lnTo>
                  <a:lnTo>
                    <a:pt x="3714328" y="1876145"/>
                  </a:lnTo>
                  <a:lnTo>
                    <a:pt x="3714455" y="1876145"/>
                  </a:lnTo>
                  <a:lnTo>
                    <a:pt x="3714581" y="1876145"/>
                  </a:lnTo>
                  <a:lnTo>
                    <a:pt x="3714707" y="1876145"/>
                  </a:lnTo>
                  <a:lnTo>
                    <a:pt x="3714833" y="1876145"/>
                  </a:lnTo>
                  <a:lnTo>
                    <a:pt x="3714960" y="1876145"/>
                  </a:lnTo>
                  <a:lnTo>
                    <a:pt x="3715086" y="1876145"/>
                  </a:lnTo>
                  <a:lnTo>
                    <a:pt x="3715212" y="1876145"/>
                  </a:lnTo>
                  <a:lnTo>
                    <a:pt x="3715338" y="1876145"/>
                  </a:lnTo>
                  <a:lnTo>
                    <a:pt x="3715465" y="1876145"/>
                  </a:lnTo>
                  <a:lnTo>
                    <a:pt x="3715591" y="1876145"/>
                  </a:lnTo>
                  <a:lnTo>
                    <a:pt x="3715717" y="1876145"/>
                  </a:lnTo>
                  <a:lnTo>
                    <a:pt x="3715843" y="1876145"/>
                  </a:lnTo>
                  <a:lnTo>
                    <a:pt x="3715970" y="1876145"/>
                  </a:lnTo>
                  <a:lnTo>
                    <a:pt x="3716096" y="1876145"/>
                  </a:lnTo>
                  <a:lnTo>
                    <a:pt x="3716222" y="1876145"/>
                  </a:lnTo>
                  <a:lnTo>
                    <a:pt x="3716348" y="1876145"/>
                  </a:lnTo>
                  <a:lnTo>
                    <a:pt x="3716475" y="1876145"/>
                  </a:lnTo>
                  <a:lnTo>
                    <a:pt x="3716601" y="1876145"/>
                  </a:lnTo>
                  <a:lnTo>
                    <a:pt x="3716727" y="1876145"/>
                  </a:lnTo>
                  <a:lnTo>
                    <a:pt x="3716854" y="1876145"/>
                  </a:lnTo>
                  <a:lnTo>
                    <a:pt x="3716980" y="1876145"/>
                  </a:lnTo>
                  <a:lnTo>
                    <a:pt x="3717106" y="1876145"/>
                  </a:lnTo>
                  <a:lnTo>
                    <a:pt x="3717232" y="1876145"/>
                  </a:lnTo>
                  <a:lnTo>
                    <a:pt x="3717359" y="1876145"/>
                  </a:lnTo>
                  <a:lnTo>
                    <a:pt x="3717485" y="1876145"/>
                  </a:lnTo>
                  <a:lnTo>
                    <a:pt x="3717611" y="1876145"/>
                  </a:lnTo>
                  <a:lnTo>
                    <a:pt x="3717737" y="1876145"/>
                  </a:lnTo>
                  <a:lnTo>
                    <a:pt x="3717864" y="1876145"/>
                  </a:lnTo>
                  <a:lnTo>
                    <a:pt x="3717990" y="1876145"/>
                  </a:lnTo>
                  <a:lnTo>
                    <a:pt x="3718116" y="1876145"/>
                  </a:lnTo>
                  <a:lnTo>
                    <a:pt x="3718242" y="1876145"/>
                  </a:lnTo>
                  <a:lnTo>
                    <a:pt x="3718369" y="1876145"/>
                  </a:lnTo>
                  <a:lnTo>
                    <a:pt x="3718495" y="1876145"/>
                  </a:lnTo>
                  <a:lnTo>
                    <a:pt x="3718621" y="1876145"/>
                  </a:lnTo>
                  <a:lnTo>
                    <a:pt x="3718747" y="1876145"/>
                  </a:lnTo>
                  <a:lnTo>
                    <a:pt x="3718874" y="1876145"/>
                  </a:lnTo>
                  <a:lnTo>
                    <a:pt x="3719000" y="1876145"/>
                  </a:lnTo>
                  <a:lnTo>
                    <a:pt x="3719126" y="1876145"/>
                  </a:lnTo>
                  <a:lnTo>
                    <a:pt x="3719252" y="1876145"/>
                  </a:lnTo>
                  <a:lnTo>
                    <a:pt x="3719379" y="1876145"/>
                  </a:lnTo>
                  <a:lnTo>
                    <a:pt x="3719505" y="1876145"/>
                  </a:lnTo>
                  <a:lnTo>
                    <a:pt x="3719631" y="1876145"/>
                  </a:lnTo>
                  <a:lnTo>
                    <a:pt x="3719757" y="1876145"/>
                  </a:lnTo>
                  <a:lnTo>
                    <a:pt x="3719884" y="1876145"/>
                  </a:lnTo>
                  <a:lnTo>
                    <a:pt x="3720010" y="1876145"/>
                  </a:lnTo>
                  <a:lnTo>
                    <a:pt x="3720136" y="1876145"/>
                  </a:lnTo>
                  <a:lnTo>
                    <a:pt x="3720262" y="1876145"/>
                  </a:lnTo>
                  <a:lnTo>
                    <a:pt x="3720389" y="1876145"/>
                  </a:lnTo>
                  <a:lnTo>
                    <a:pt x="3720515" y="1876145"/>
                  </a:lnTo>
                  <a:lnTo>
                    <a:pt x="3720641" y="1876145"/>
                  </a:lnTo>
                  <a:lnTo>
                    <a:pt x="3720767" y="1876145"/>
                  </a:lnTo>
                  <a:lnTo>
                    <a:pt x="3720894" y="1876145"/>
                  </a:lnTo>
                  <a:lnTo>
                    <a:pt x="3721020" y="1876145"/>
                  </a:lnTo>
                  <a:lnTo>
                    <a:pt x="3721146" y="1876145"/>
                  </a:lnTo>
                  <a:lnTo>
                    <a:pt x="3721272" y="1876145"/>
                  </a:lnTo>
                  <a:lnTo>
                    <a:pt x="3721399" y="1876145"/>
                  </a:lnTo>
                  <a:lnTo>
                    <a:pt x="3721525" y="1876145"/>
                  </a:lnTo>
                  <a:lnTo>
                    <a:pt x="3721651" y="1876145"/>
                  </a:lnTo>
                  <a:lnTo>
                    <a:pt x="3721778" y="1876145"/>
                  </a:lnTo>
                  <a:lnTo>
                    <a:pt x="3721904" y="1876145"/>
                  </a:lnTo>
                  <a:lnTo>
                    <a:pt x="3722030" y="1876145"/>
                  </a:lnTo>
                  <a:lnTo>
                    <a:pt x="3722156" y="1876145"/>
                  </a:lnTo>
                  <a:lnTo>
                    <a:pt x="3722283" y="1876145"/>
                  </a:lnTo>
                  <a:lnTo>
                    <a:pt x="3722409" y="1876145"/>
                  </a:lnTo>
                  <a:lnTo>
                    <a:pt x="3722535" y="1876145"/>
                  </a:lnTo>
                  <a:lnTo>
                    <a:pt x="3722661" y="1876145"/>
                  </a:lnTo>
                  <a:lnTo>
                    <a:pt x="3722788" y="1876145"/>
                  </a:lnTo>
                  <a:lnTo>
                    <a:pt x="3722914" y="1876145"/>
                  </a:lnTo>
                  <a:lnTo>
                    <a:pt x="3723040" y="1876145"/>
                  </a:lnTo>
                  <a:lnTo>
                    <a:pt x="3723166" y="1876145"/>
                  </a:lnTo>
                  <a:lnTo>
                    <a:pt x="3723293" y="1876145"/>
                  </a:lnTo>
                  <a:lnTo>
                    <a:pt x="3723419" y="1876145"/>
                  </a:lnTo>
                  <a:lnTo>
                    <a:pt x="3723545" y="1876145"/>
                  </a:lnTo>
                  <a:lnTo>
                    <a:pt x="3723671" y="1876145"/>
                  </a:lnTo>
                  <a:lnTo>
                    <a:pt x="3723798" y="1876145"/>
                  </a:lnTo>
                  <a:lnTo>
                    <a:pt x="3723924" y="1876145"/>
                  </a:lnTo>
                  <a:lnTo>
                    <a:pt x="3724050" y="1876145"/>
                  </a:lnTo>
                  <a:lnTo>
                    <a:pt x="3724176" y="1876145"/>
                  </a:lnTo>
                  <a:lnTo>
                    <a:pt x="3724303" y="1876145"/>
                  </a:lnTo>
                  <a:lnTo>
                    <a:pt x="3724429" y="1876145"/>
                  </a:lnTo>
                  <a:lnTo>
                    <a:pt x="3724555" y="1876145"/>
                  </a:lnTo>
                  <a:lnTo>
                    <a:pt x="3724555" y="1871233"/>
                  </a:lnTo>
                  <a:lnTo>
                    <a:pt x="3724681" y="1871233"/>
                  </a:lnTo>
                  <a:lnTo>
                    <a:pt x="3724808" y="1871233"/>
                  </a:lnTo>
                  <a:lnTo>
                    <a:pt x="3724934" y="1871233"/>
                  </a:lnTo>
                  <a:lnTo>
                    <a:pt x="3725060" y="1871233"/>
                  </a:lnTo>
                  <a:lnTo>
                    <a:pt x="3725186" y="1871233"/>
                  </a:lnTo>
                  <a:lnTo>
                    <a:pt x="3725313" y="1871233"/>
                  </a:lnTo>
                  <a:lnTo>
                    <a:pt x="3725439" y="1871233"/>
                  </a:lnTo>
                  <a:lnTo>
                    <a:pt x="3725565" y="1871233"/>
                  </a:lnTo>
                  <a:lnTo>
                    <a:pt x="3725691" y="1871233"/>
                  </a:lnTo>
                  <a:lnTo>
                    <a:pt x="3725818" y="1871233"/>
                  </a:lnTo>
                  <a:lnTo>
                    <a:pt x="3725944" y="1871233"/>
                  </a:lnTo>
                  <a:lnTo>
                    <a:pt x="3726070" y="1871233"/>
                  </a:lnTo>
                  <a:lnTo>
                    <a:pt x="3726070" y="1866322"/>
                  </a:lnTo>
                  <a:lnTo>
                    <a:pt x="3726196" y="1866322"/>
                  </a:lnTo>
                  <a:lnTo>
                    <a:pt x="3726323" y="1866322"/>
                  </a:lnTo>
                  <a:lnTo>
                    <a:pt x="3726449" y="1866322"/>
                  </a:lnTo>
                  <a:lnTo>
                    <a:pt x="3726575" y="1866322"/>
                  </a:lnTo>
                  <a:lnTo>
                    <a:pt x="3726701" y="1866322"/>
                  </a:lnTo>
                  <a:lnTo>
                    <a:pt x="3726828" y="1866322"/>
                  </a:lnTo>
                  <a:lnTo>
                    <a:pt x="3726954" y="1866322"/>
                  </a:lnTo>
                  <a:lnTo>
                    <a:pt x="3726954" y="1861411"/>
                  </a:lnTo>
                  <a:lnTo>
                    <a:pt x="3727080" y="1861411"/>
                  </a:lnTo>
                  <a:lnTo>
                    <a:pt x="3727207" y="1861411"/>
                  </a:lnTo>
                  <a:lnTo>
                    <a:pt x="3727333" y="1861411"/>
                  </a:lnTo>
                  <a:lnTo>
                    <a:pt x="3727459" y="1861411"/>
                  </a:lnTo>
                  <a:lnTo>
                    <a:pt x="3727585" y="1861411"/>
                  </a:lnTo>
                  <a:lnTo>
                    <a:pt x="3727712" y="1861411"/>
                  </a:lnTo>
                  <a:lnTo>
                    <a:pt x="3727838" y="1861411"/>
                  </a:lnTo>
                  <a:lnTo>
                    <a:pt x="3727964" y="1861411"/>
                  </a:lnTo>
                  <a:lnTo>
                    <a:pt x="3728090" y="1861411"/>
                  </a:lnTo>
                  <a:lnTo>
                    <a:pt x="3728217" y="1861411"/>
                  </a:lnTo>
                  <a:lnTo>
                    <a:pt x="3728343" y="1861411"/>
                  </a:lnTo>
                  <a:lnTo>
                    <a:pt x="3728469" y="1861411"/>
                  </a:lnTo>
                  <a:lnTo>
                    <a:pt x="3728595" y="1861411"/>
                  </a:lnTo>
                  <a:lnTo>
                    <a:pt x="3728722" y="1861411"/>
                  </a:lnTo>
                  <a:lnTo>
                    <a:pt x="3728848" y="1861411"/>
                  </a:lnTo>
                  <a:lnTo>
                    <a:pt x="3728974" y="1861411"/>
                  </a:lnTo>
                  <a:lnTo>
                    <a:pt x="3729100" y="1861411"/>
                  </a:lnTo>
                  <a:lnTo>
                    <a:pt x="3729227" y="1861411"/>
                  </a:lnTo>
                  <a:lnTo>
                    <a:pt x="3729353" y="1861411"/>
                  </a:lnTo>
                  <a:lnTo>
                    <a:pt x="3729479" y="1861411"/>
                  </a:lnTo>
                  <a:lnTo>
                    <a:pt x="3729605" y="1861411"/>
                  </a:lnTo>
                  <a:lnTo>
                    <a:pt x="3729732" y="1861411"/>
                  </a:lnTo>
                  <a:lnTo>
                    <a:pt x="3729858" y="1861411"/>
                  </a:lnTo>
                  <a:lnTo>
                    <a:pt x="3729984" y="1861411"/>
                  </a:lnTo>
                  <a:lnTo>
                    <a:pt x="3730110" y="1861411"/>
                  </a:lnTo>
                  <a:lnTo>
                    <a:pt x="3730237" y="1861411"/>
                  </a:lnTo>
                  <a:lnTo>
                    <a:pt x="3730363" y="1861411"/>
                  </a:lnTo>
                  <a:lnTo>
                    <a:pt x="3730489" y="1861411"/>
                  </a:lnTo>
                  <a:lnTo>
                    <a:pt x="3730615" y="1861411"/>
                  </a:lnTo>
                  <a:lnTo>
                    <a:pt x="3730742" y="1861411"/>
                  </a:lnTo>
                  <a:lnTo>
                    <a:pt x="3730868" y="1861411"/>
                  </a:lnTo>
                  <a:lnTo>
                    <a:pt x="3730994" y="1861411"/>
                  </a:lnTo>
                  <a:lnTo>
                    <a:pt x="3731120" y="1861411"/>
                  </a:lnTo>
                  <a:lnTo>
                    <a:pt x="3731120" y="1856499"/>
                  </a:lnTo>
                  <a:lnTo>
                    <a:pt x="3731247" y="1856499"/>
                  </a:lnTo>
                  <a:lnTo>
                    <a:pt x="3731373" y="1856499"/>
                  </a:lnTo>
                  <a:lnTo>
                    <a:pt x="3731499" y="1856499"/>
                  </a:lnTo>
                  <a:lnTo>
                    <a:pt x="3731625" y="1856499"/>
                  </a:lnTo>
                  <a:lnTo>
                    <a:pt x="3731752" y="1856499"/>
                  </a:lnTo>
                  <a:lnTo>
                    <a:pt x="3731878" y="1856499"/>
                  </a:lnTo>
                  <a:lnTo>
                    <a:pt x="3732004" y="1856499"/>
                  </a:lnTo>
                  <a:lnTo>
                    <a:pt x="3732131" y="1856499"/>
                  </a:lnTo>
                  <a:lnTo>
                    <a:pt x="3732257" y="1856499"/>
                  </a:lnTo>
                  <a:lnTo>
                    <a:pt x="3732383" y="1856499"/>
                  </a:lnTo>
                  <a:lnTo>
                    <a:pt x="3732509" y="1856499"/>
                  </a:lnTo>
                  <a:lnTo>
                    <a:pt x="3732636" y="1856499"/>
                  </a:lnTo>
                  <a:lnTo>
                    <a:pt x="3732762" y="1856499"/>
                  </a:lnTo>
                  <a:lnTo>
                    <a:pt x="3732888" y="1856499"/>
                  </a:lnTo>
                  <a:lnTo>
                    <a:pt x="3733014" y="1856499"/>
                  </a:lnTo>
                  <a:lnTo>
                    <a:pt x="3733141" y="1856499"/>
                  </a:lnTo>
                  <a:lnTo>
                    <a:pt x="3733267" y="1856499"/>
                  </a:lnTo>
                  <a:lnTo>
                    <a:pt x="3733393" y="1856499"/>
                  </a:lnTo>
                  <a:lnTo>
                    <a:pt x="3733519" y="1856499"/>
                  </a:lnTo>
                  <a:lnTo>
                    <a:pt x="3733646" y="1856499"/>
                  </a:lnTo>
                  <a:lnTo>
                    <a:pt x="3733772" y="1856499"/>
                  </a:lnTo>
                  <a:lnTo>
                    <a:pt x="3733898" y="1856499"/>
                  </a:lnTo>
                  <a:lnTo>
                    <a:pt x="3734024" y="1856499"/>
                  </a:lnTo>
                  <a:lnTo>
                    <a:pt x="3734151" y="1856499"/>
                  </a:lnTo>
                  <a:lnTo>
                    <a:pt x="3734277" y="1856499"/>
                  </a:lnTo>
                  <a:lnTo>
                    <a:pt x="3734403" y="1856499"/>
                  </a:lnTo>
                  <a:lnTo>
                    <a:pt x="3734529" y="1856499"/>
                  </a:lnTo>
                  <a:lnTo>
                    <a:pt x="3734656" y="1856499"/>
                  </a:lnTo>
                  <a:lnTo>
                    <a:pt x="3734782" y="1856499"/>
                  </a:lnTo>
                  <a:lnTo>
                    <a:pt x="3734908" y="1856499"/>
                  </a:lnTo>
                  <a:lnTo>
                    <a:pt x="3735034" y="1856499"/>
                  </a:lnTo>
                  <a:lnTo>
                    <a:pt x="3735161" y="1856499"/>
                  </a:lnTo>
                  <a:lnTo>
                    <a:pt x="3735287" y="1856499"/>
                  </a:lnTo>
                  <a:lnTo>
                    <a:pt x="3735413" y="1856499"/>
                  </a:lnTo>
                  <a:lnTo>
                    <a:pt x="3735539" y="1856499"/>
                  </a:lnTo>
                  <a:lnTo>
                    <a:pt x="3735666" y="1856499"/>
                  </a:lnTo>
                  <a:lnTo>
                    <a:pt x="3735792" y="1856499"/>
                  </a:lnTo>
                  <a:lnTo>
                    <a:pt x="3735918" y="1856499"/>
                  </a:lnTo>
                  <a:lnTo>
                    <a:pt x="3736044" y="1856499"/>
                  </a:lnTo>
                  <a:lnTo>
                    <a:pt x="3736171" y="1856499"/>
                  </a:lnTo>
                  <a:lnTo>
                    <a:pt x="3736297" y="1856499"/>
                  </a:lnTo>
                  <a:lnTo>
                    <a:pt x="3736423" y="1856499"/>
                  </a:lnTo>
                  <a:lnTo>
                    <a:pt x="3736549" y="1856499"/>
                  </a:lnTo>
                  <a:lnTo>
                    <a:pt x="3736676" y="1856499"/>
                  </a:lnTo>
                  <a:lnTo>
                    <a:pt x="3736802" y="1856499"/>
                  </a:lnTo>
                  <a:lnTo>
                    <a:pt x="3736928" y="1856499"/>
                  </a:lnTo>
                  <a:lnTo>
                    <a:pt x="3737054" y="1856499"/>
                  </a:lnTo>
                  <a:lnTo>
                    <a:pt x="3737181" y="1856499"/>
                  </a:lnTo>
                  <a:lnTo>
                    <a:pt x="3737307" y="1856499"/>
                  </a:lnTo>
                  <a:lnTo>
                    <a:pt x="3737433" y="1856499"/>
                  </a:lnTo>
                  <a:lnTo>
                    <a:pt x="3737560" y="1856499"/>
                  </a:lnTo>
                  <a:lnTo>
                    <a:pt x="3737686" y="1856499"/>
                  </a:lnTo>
                  <a:lnTo>
                    <a:pt x="3737812" y="1856499"/>
                  </a:lnTo>
                  <a:lnTo>
                    <a:pt x="3737938" y="1856499"/>
                  </a:lnTo>
                  <a:lnTo>
                    <a:pt x="3738065" y="1856499"/>
                  </a:lnTo>
                  <a:lnTo>
                    <a:pt x="3738191" y="1856499"/>
                  </a:lnTo>
                  <a:lnTo>
                    <a:pt x="3738317" y="1856499"/>
                  </a:lnTo>
                  <a:lnTo>
                    <a:pt x="3738443" y="1856499"/>
                  </a:lnTo>
                  <a:lnTo>
                    <a:pt x="3738570" y="1856499"/>
                  </a:lnTo>
                  <a:lnTo>
                    <a:pt x="3738696" y="1856499"/>
                  </a:lnTo>
                  <a:lnTo>
                    <a:pt x="3738822" y="1856499"/>
                  </a:lnTo>
                  <a:lnTo>
                    <a:pt x="3738822" y="1851588"/>
                  </a:lnTo>
                  <a:lnTo>
                    <a:pt x="3738948" y="1851588"/>
                  </a:lnTo>
                  <a:lnTo>
                    <a:pt x="3739075" y="1851588"/>
                  </a:lnTo>
                  <a:lnTo>
                    <a:pt x="3739201" y="1851588"/>
                  </a:lnTo>
                  <a:lnTo>
                    <a:pt x="3739327" y="1851588"/>
                  </a:lnTo>
                  <a:lnTo>
                    <a:pt x="3739453" y="1851588"/>
                  </a:lnTo>
                  <a:lnTo>
                    <a:pt x="3739580" y="1851588"/>
                  </a:lnTo>
                  <a:lnTo>
                    <a:pt x="3739706" y="1851588"/>
                  </a:lnTo>
                  <a:lnTo>
                    <a:pt x="3739832" y="1851588"/>
                  </a:lnTo>
                  <a:lnTo>
                    <a:pt x="3739958" y="1851588"/>
                  </a:lnTo>
                  <a:lnTo>
                    <a:pt x="3740085" y="1851588"/>
                  </a:lnTo>
                  <a:lnTo>
                    <a:pt x="3740211" y="1851588"/>
                  </a:lnTo>
                  <a:lnTo>
                    <a:pt x="3740337" y="1851588"/>
                  </a:lnTo>
                  <a:lnTo>
                    <a:pt x="3740463" y="1851588"/>
                  </a:lnTo>
                  <a:lnTo>
                    <a:pt x="3740590" y="1851588"/>
                  </a:lnTo>
                  <a:lnTo>
                    <a:pt x="3740716" y="1851588"/>
                  </a:lnTo>
                  <a:lnTo>
                    <a:pt x="3740842" y="1851588"/>
                  </a:lnTo>
                  <a:lnTo>
                    <a:pt x="3740842" y="1846676"/>
                  </a:lnTo>
                  <a:lnTo>
                    <a:pt x="3740968" y="1846676"/>
                  </a:lnTo>
                  <a:lnTo>
                    <a:pt x="3741095" y="1846676"/>
                  </a:lnTo>
                  <a:lnTo>
                    <a:pt x="3741221" y="1846676"/>
                  </a:lnTo>
                  <a:lnTo>
                    <a:pt x="3741347" y="1846676"/>
                  </a:lnTo>
                  <a:lnTo>
                    <a:pt x="3741473" y="1846676"/>
                  </a:lnTo>
                  <a:lnTo>
                    <a:pt x="3741600" y="1846676"/>
                  </a:lnTo>
                  <a:lnTo>
                    <a:pt x="3741726" y="1846676"/>
                  </a:lnTo>
                  <a:lnTo>
                    <a:pt x="3741852" y="1846676"/>
                  </a:lnTo>
                  <a:lnTo>
                    <a:pt x="3741978" y="1846676"/>
                  </a:lnTo>
                  <a:lnTo>
                    <a:pt x="3742105" y="1846676"/>
                  </a:lnTo>
                  <a:lnTo>
                    <a:pt x="3742231" y="1846676"/>
                  </a:lnTo>
                  <a:lnTo>
                    <a:pt x="3742357" y="1846676"/>
                  </a:lnTo>
                  <a:lnTo>
                    <a:pt x="3742484" y="1846676"/>
                  </a:lnTo>
                  <a:lnTo>
                    <a:pt x="3742610" y="1846676"/>
                  </a:lnTo>
                  <a:lnTo>
                    <a:pt x="3742736" y="1846676"/>
                  </a:lnTo>
                  <a:lnTo>
                    <a:pt x="3742862" y="1846676"/>
                  </a:lnTo>
                  <a:lnTo>
                    <a:pt x="3742989" y="1846676"/>
                  </a:lnTo>
                  <a:lnTo>
                    <a:pt x="3743115" y="1846676"/>
                  </a:lnTo>
                  <a:lnTo>
                    <a:pt x="3743241" y="1846676"/>
                  </a:lnTo>
                  <a:lnTo>
                    <a:pt x="3743367" y="1846676"/>
                  </a:lnTo>
                  <a:lnTo>
                    <a:pt x="3743494" y="1846676"/>
                  </a:lnTo>
                  <a:lnTo>
                    <a:pt x="3743494" y="1841765"/>
                  </a:lnTo>
                  <a:lnTo>
                    <a:pt x="3743620" y="1841765"/>
                  </a:lnTo>
                  <a:lnTo>
                    <a:pt x="3743746" y="1841765"/>
                  </a:lnTo>
                  <a:lnTo>
                    <a:pt x="3743872" y="1841765"/>
                  </a:lnTo>
                  <a:lnTo>
                    <a:pt x="3743999" y="1841765"/>
                  </a:lnTo>
                  <a:lnTo>
                    <a:pt x="3744125" y="1841765"/>
                  </a:lnTo>
                  <a:lnTo>
                    <a:pt x="3744251" y="1841765"/>
                  </a:lnTo>
                  <a:lnTo>
                    <a:pt x="3744377" y="1841765"/>
                  </a:lnTo>
                  <a:lnTo>
                    <a:pt x="3744504" y="1841765"/>
                  </a:lnTo>
                  <a:lnTo>
                    <a:pt x="3744630" y="1841765"/>
                  </a:lnTo>
                  <a:lnTo>
                    <a:pt x="3744756" y="1841765"/>
                  </a:lnTo>
                  <a:lnTo>
                    <a:pt x="3744882" y="1841765"/>
                  </a:lnTo>
                  <a:lnTo>
                    <a:pt x="3744882" y="1836854"/>
                  </a:lnTo>
                  <a:lnTo>
                    <a:pt x="3745009" y="1836854"/>
                  </a:lnTo>
                  <a:lnTo>
                    <a:pt x="3745135" y="1836854"/>
                  </a:lnTo>
                  <a:lnTo>
                    <a:pt x="3745261" y="1836854"/>
                  </a:lnTo>
                  <a:lnTo>
                    <a:pt x="3745387" y="1836854"/>
                  </a:lnTo>
                  <a:lnTo>
                    <a:pt x="3745514" y="1836854"/>
                  </a:lnTo>
                  <a:lnTo>
                    <a:pt x="3745640" y="1836854"/>
                  </a:lnTo>
                  <a:lnTo>
                    <a:pt x="3745766" y="1836854"/>
                  </a:lnTo>
                  <a:lnTo>
                    <a:pt x="3745892" y="1836854"/>
                  </a:lnTo>
                  <a:lnTo>
                    <a:pt x="3746019" y="1836854"/>
                  </a:lnTo>
                  <a:lnTo>
                    <a:pt x="3746145" y="1836854"/>
                  </a:lnTo>
                  <a:lnTo>
                    <a:pt x="3746271" y="1836854"/>
                  </a:lnTo>
                  <a:lnTo>
                    <a:pt x="3746397" y="1836854"/>
                  </a:lnTo>
                  <a:lnTo>
                    <a:pt x="3746524" y="1836854"/>
                  </a:lnTo>
                  <a:lnTo>
                    <a:pt x="3746650" y="1836854"/>
                  </a:lnTo>
                  <a:lnTo>
                    <a:pt x="3746776" y="1836854"/>
                  </a:lnTo>
                  <a:lnTo>
                    <a:pt x="3746902" y="1836854"/>
                  </a:lnTo>
                  <a:lnTo>
                    <a:pt x="3747029" y="1836854"/>
                  </a:lnTo>
                  <a:lnTo>
                    <a:pt x="3747155" y="1836854"/>
                  </a:lnTo>
                  <a:lnTo>
                    <a:pt x="3747281" y="1836854"/>
                  </a:lnTo>
                  <a:lnTo>
                    <a:pt x="3747408" y="1836854"/>
                  </a:lnTo>
                  <a:lnTo>
                    <a:pt x="3747534" y="1836854"/>
                  </a:lnTo>
                  <a:lnTo>
                    <a:pt x="3747660" y="1836854"/>
                  </a:lnTo>
                  <a:lnTo>
                    <a:pt x="3747786" y="1836854"/>
                  </a:lnTo>
                  <a:lnTo>
                    <a:pt x="3747913" y="1836854"/>
                  </a:lnTo>
                  <a:lnTo>
                    <a:pt x="3748039" y="1836854"/>
                  </a:lnTo>
                  <a:lnTo>
                    <a:pt x="3748165" y="1836854"/>
                  </a:lnTo>
                  <a:lnTo>
                    <a:pt x="3748291" y="1836854"/>
                  </a:lnTo>
                  <a:lnTo>
                    <a:pt x="3748418" y="1836854"/>
                  </a:lnTo>
                  <a:lnTo>
                    <a:pt x="3748544" y="1836854"/>
                  </a:lnTo>
                  <a:lnTo>
                    <a:pt x="3748670" y="1836854"/>
                  </a:lnTo>
                  <a:lnTo>
                    <a:pt x="3748796" y="1836854"/>
                  </a:lnTo>
                  <a:lnTo>
                    <a:pt x="3748923" y="1836854"/>
                  </a:lnTo>
                  <a:lnTo>
                    <a:pt x="3749049" y="1836854"/>
                  </a:lnTo>
                  <a:lnTo>
                    <a:pt x="3749175" y="1836854"/>
                  </a:lnTo>
                  <a:lnTo>
                    <a:pt x="3749301" y="1836854"/>
                  </a:lnTo>
                  <a:lnTo>
                    <a:pt x="3749428" y="1836854"/>
                  </a:lnTo>
                  <a:lnTo>
                    <a:pt x="3749554" y="1836854"/>
                  </a:lnTo>
                  <a:lnTo>
                    <a:pt x="3749680" y="1836854"/>
                  </a:lnTo>
                  <a:lnTo>
                    <a:pt x="3749680" y="1831942"/>
                  </a:lnTo>
                  <a:lnTo>
                    <a:pt x="3749806" y="1831942"/>
                  </a:lnTo>
                  <a:lnTo>
                    <a:pt x="3749933" y="1831942"/>
                  </a:lnTo>
                  <a:lnTo>
                    <a:pt x="3750059" y="1831942"/>
                  </a:lnTo>
                  <a:lnTo>
                    <a:pt x="3750185" y="1831942"/>
                  </a:lnTo>
                  <a:lnTo>
                    <a:pt x="3750311" y="1831942"/>
                  </a:lnTo>
                  <a:lnTo>
                    <a:pt x="3750438" y="1831942"/>
                  </a:lnTo>
                  <a:lnTo>
                    <a:pt x="3750564" y="1831942"/>
                  </a:lnTo>
                  <a:lnTo>
                    <a:pt x="3750690" y="1831942"/>
                  </a:lnTo>
                  <a:lnTo>
                    <a:pt x="3750816" y="1831942"/>
                  </a:lnTo>
                  <a:lnTo>
                    <a:pt x="3750943" y="1831942"/>
                  </a:lnTo>
                  <a:lnTo>
                    <a:pt x="3751069" y="1831942"/>
                  </a:lnTo>
                  <a:lnTo>
                    <a:pt x="3751195" y="1831942"/>
                  </a:lnTo>
                  <a:lnTo>
                    <a:pt x="3751321" y="1831942"/>
                  </a:lnTo>
                  <a:lnTo>
                    <a:pt x="3751448" y="1831942"/>
                  </a:lnTo>
                  <a:lnTo>
                    <a:pt x="3751574" y="1831942"/>
                  </a:lnTo>
                  <a:lnTo>
                    <a:pt x="3751700" y="1831942"/>
                  </a:lnTo>
                  <a:lnTo>
                    <a:pt x="3751826" y="1831942"/>
                  </a:lnTo>
                  <a:lnTo>
                    <a:pt x="3751953" y="1831942"/>
                  </a:lnTo>
                  <a:lnTo>
                    <a:pt x="3752079" y="1831942"/>
                  </a:lnTo>
                  <a:lnTo>
                    <a:pt x="3752205" y="1831942"/>
                  </a:lnTo>
                  <a:lnTo>
                    <a:pt x="3752331" y="1831942"/>
                  </a:lnTo>
                  <a:lnTo>
                    <a:pt x="3752458" y="1831942"/>
                  </a:lnTo>
                  <a:lnTo>
                    <a:pt x="3752584" y="1831942"/>
                  </a:lnTo>
                  <a:lnTo>
                    <a:pt x="3752710" y="1831942"/>
                  </a:lnTo>
                  <a:lnTo>
                    <a:pt x="3752837" y="1831942"/>
                  </a:lnTo>
                  <a:lnTo>
                    <a:pt x="3752963" y="1831942"/>
                  </a:lnTo>
                  <a:lnTo>
                    <a:pt x="3753089" y="1831942"/>
                  </a:lnTo>
                  <a:lnTo>
                    <a:pt x="3753215" y="1831942"/>
                  </a:lnTo>
                  <a:lnTo>
                    <a:pt x="3753342" y="1831942"/>
                  </a:lnTo>
                  <a:lnTo>
                    <a:pt x="3753468" y="1831942"/>
                  </a:lnTo>
                  <a:lnTo>
                    <a:pt x="3753594" y="1831942"/>
                  </a:lnTo>
                  <a:lnTo>
                    <a:pt x="3753720" y="1831942"/>
                  </a:lnTo>
                  <a:lnTo>
                    <a:pt x="3753847" y="1831942"/>
                  </a:lnTo>
                  <a:lnTo>
                    <a:pt x="3753973" y="1831942"/>
                  </a:lnTo>
                  <a:lnTo>
                    <a:pt x="3754099" y="1831942"/>
                  </a:lnTo>
                  <a:lnTo>
                    <a:pt x="3754225" y="1831942"/>
                  </a:lnTo>
                  <a:lnTo>
                    <a:pt x="3754352" y="1831942"/>
                  </a:lnTo>
                  <a:lnTo>
                    <a:pt x="3754478" y="1831942"/>
                  </a:lnTo>
                  <a:lnTo>
                    <a:pt x="3754604" y="1831942"/>
                  </a:lnTo>
                  <a:lnTo>
                    <a:pt x="3754730" y="1831942"/>
                  </a:lnTo>
                  <a:lnTo>
                    <a:pt x="3754857" y="1831942"/>
                  </a:lnTo>
                  <a:lnTo>
                    <a:pt x="3754983" y="1831942"/>
                  </a:lnTo>
                  <a:lnTo>
                    <a:pt x="3755109" y="1831942"/>
                  </a:lnTo>
                  <a:lnTo>
                    <a:pt x="3755235" y="1831942"/>
                  </a:lnTo>
                  <a:lnTo>
                    <a:pt x="3755362" y="1831942"/>
                  </a:lnTo>
                  <a:lnTo>
                    <a:pt x="3755488" y="1831942"/>
                  </a:lnTo>
                  <a:lnTo>
                    <a:pt x="3755488" y="1827031"/>
                  </a:lnTo>
                  <a:lnTo>
                    <a:pt x="3755614" y="1827031"/>
                  </a:lnTo>
                  <a:lnTo>
                    <a:pt x="3755740" y="1827031"/>
                  </a:lnTo>
                  <a:lnTo>
                    <a:pt x="3755867" y="1827031"/>
                  </a:lnTo>
                  <a:lnTo>
                    <a:pt x="3755993" y="1827031"/>
                  </a:lnTo>
                  <a:lnTo>
                    <a:pt x="3756119" y="1827031"/>
                  </a:lnTo>
                  <a:lnTo>
                    <a:pt x="3756245" y="1827031"/>
                  </a:lnTo>
                  <a:lnTo>
                    <a:pt x="3756372" y="1827031"/>
                  </a:lnTo>
                  <a:lnTo>
                    <a:pt x="3756498" y="1827031"/>
                  </a:lnTo>
                  <a:lnTo>
                    <a:pt x="3756624" y="1827031"/>
                  </a:lnTo>
                  <a:lnTo>
                    <a:pt x="3756750" y="1827031"/>
                  </a:lnTo>
                  <a:lnTo>
                    <a:pt x="3756877" y="1827031"/>
                  </a:lnTo>
                  <a:lnTo>
                    <a:pt x="3757003" y="1827031"/>
                  </a:lnTo>
                  <a:lnTo>
                    <a:pt x="3757129" y="1827031"/>
                  </a:lnTo>
                  <a:lnTo>
                    <a:pt x="3757255" y="1827031"/>
                  </a:lnTo>
                  <a:lnTo>
                    <a:pt x="3757382" y="1827031"/>
                  </a:lnTo>
                  <a:lnTo>
                    <a:pt x="3757508" y="1827031"/>
                  </a:lnTo>
                  <a:lnTo>
                    <a:pt x="3757634" y="1827031"/>
                  </a:lnTo>
                  <a:lnTo>
                    <a:pt x="3757761" y="1827031"/>
                  </a:lnTo>
                  <a:lnTo>
                    <a:pt x="3757887" y="1827031"/>
                  </a:lnTo>
                  <a:lnTo>
                    <a:pt x="3758013" y="1827031"/>
                  </a:lnTo>
                  <a:lnTo>
                    <a:pt x="3758139" y="1827031"/>
                  </a:lnTo>
                  <a:lnTo>
                    <a:pt x="3758266" y="1827031"/>
                  </a:lnTo>
                  <a:lnTo>
                    <a:pt x="3758392" y="1827031"/>
                  </a:lnTo>
                  <a:lnTo>
                    <a:pt x="3758518" y="1827031"/>
                  </a:lnTo>
                  <a:lnTo>
                    <a:pt x="3758644" y="1827031"/>
                  </a:lnTo>
                  <a:lnTo>
                    <a:pt x="3758771" y="1827031"/>
                  </a:lnTo>
                  <a:lnTo>
                    <a:pt x="3758897" y="1827031"/>
                  </a:lnTo>
                  <a:lnTo>
                    <a:pt x="3759023" y="1827031"/>
                  </a:lnTo>
                  <a:lnTo>
                    <a:pt x="3759149" y="1827031"/>
                  </a:lnTo>
                  <a:lnTo>
                    <a:pt x="3759276" y="1827031"/>
                  </a:lnTo>
                  <a:lnTo>
                    <a:pt x="3759402" y="1827031"/>
                  </a:lnTo>
                  <a:lnTo>
                    <a:pt x="3759528" y="1827031"/>
                  </a:lnTo>
                  <a:lnTo>
                    <a:pt x="3759654" y="1827031"/>
                  </a:lnTo>
                  <a:lnTo>
                    <a:pt x="3759781" y="1827031"/>
                  </a:lnTo>
                  <a:lnTo>
                    <a:pt x="3759907" y="1827031"/>
                  </a:lnTo>
                  <a:lnTo>
                    <a:pt x="3760033" y="1827031"/>
                  </a:lnTo>
                  <a:lnTo>
                    <a:pt x="3760159" y="1827031"/>
                  </a:lnTo>
                  <a:lnTo>
                    <a:pt x="3760286" y="1827031"/>
                  </a:lnTo>
                  <a:lnTo>
                    <a:pt x="3760412" y="1827031"/>
                  </a:lnTo>
                  <a:lnTo>
                    <a:pt x="3760538" y="1827031"/>
                  </a:lnTo>
                  <a:lnTo>
                    <a:pt x="3760664" y="1827031"/>
                  </a:lnTo>
                  <a:lnTo>
                    <a:pt x="3760791" y="1827031"/>
                  </a:lnTo>
                  <a:lnTo>
                    <a:pt x="3760917" y="1827031"/>
                  </a:lnTo>
                  <a:lnTo>
                    <a:pt x="3761043" y="1827031"/>
                  </a:lnTo>
                  <a:lnTo>
                    <a:pt x="3761169" y="1827031"/>
                  </a:lnTo>
                  <a:lnTo>
                    <a:pt x="3761296" y="1827031"/>
                  </a:lnTo>
                  <a:lnTo>
                    <a:pt x="3761422" y="1827031"/>
                  </a:lnTo>
                  <a:lnTo>
                    <a:pt x="3761548" y="1827031"/>
                  </a:lnTo>
                  <a:lnTo>
                    <a:pt x="3761674" y="1827031"/>
                  </a:lnTo>
                  <a:lnTo>
                    <a:pt x="3761801" y="1827031"/>
                  </a:lnTo>
                  <a:lnTo>
                    <a:pt x="3761927" y="1827031"/>
                  </a:lnTo>
                  <a:lnTo>
                    <a:pt x="3762053" y="1827031"/>
                  </a:lnTo>
                  <a:lnTo>
                    <a:pt x="3762179" y="1827031"/>
                  </a:lnTo>
                  <a:lnTo>
                    <a:pt x="3762306" y="1827031"/>
                  </a:lnTo>
                  <a:lnTo>
                    <a:pt x="3762432" y="1827031"/>
                  </a:lnTo>
                  <a:lnTo>
                    <a:pt x="3762558" y="1827031"/>
                  </a:lnTo>
                  <a:lnTo>
                    <a:pt x="3762684" y="1827031"/>
                  </a:lnTo>
                  <a:lnTo>
                    <a:pt x="3762811" y="1827031"/>
                  </a:lnTo>
                  <a:lnTo>
                    <a:pt x="3762937" y="1827031"/>
                  </a:lnTo>
                  <a:lnTo>
                    <a:pt x="3762937" y="1822120"/>
                  </a:lnTo>
                  <a:lnTo>
                    <a:pt x="3763063" y="1822120"/>
                  </a:lnTo>
                  <a:lnTo>
                    <a:pt x="3763190" y="1822120"/>
                  </a:lnTo>
                  <a:lnTo>
                    <a:pt x="3763316" y="1822120"/>
                  </a:lnTo>
                  <a:lnTo>
                    <a:pt x="3763442" y="1822120"/>
                  </a:lnTo>
                  <a:lnTo>
                    <a:pt x="3763568" y="1822120"/>
                  </a:lnTo>
                  <a:lnTo>
                    <a:pt x="3763695" y="1822120"/>
                  </a:lnTo>
                  <a:lnTo>
                    <a:pt x="3763821" y="1822120"/>
                  </a:lnTo>
                  <a:lnTo>
                    <a:pt x="3763947" y="1822120"/>
                  </a:lnTo>
                  <a:lnTo>
                    <a:pt x="3764073" y="1822120"/>
                  </a:lnTo>
                  <a:lnTo>
                    <a:pt x="3764200" y="1822120"/>
                  </a:lnTo>
                  <a:lnTo>
                    <a:pt x="3764326" y="1822120"/>
                  </a:lnTo>
                  <a:lnTo>
                    <a:pt x="3764452" y="1822120"/>
                  </a:lnTo>
                  <a:lnTo>
                    <a:pt x="3764578" y="1822120"/>
                  </a:lnTo>
                  <a:lnTo>
                    <a:pt x="3764705" y="1822120"/>
                  </a:lnTo>
                  <a:lnTo>
                    <a:pt x="3764831" y="1822120"/>
                  </a:lnTo>
                  <a:lnTo>
                    <a:pt x="3764957" y="1822120"/>
                  </a:lnTo>
                  <a:lnTo>
                    <a:pt x="3765083" y="1822120"/>
                  </a:lnTo>
                  <a:lnTo>
                    <a:pt x="3765210" y="1822120"/>
                  </a:lnTo>
                  <a:lnTo>
                    <a:pt x="3765336" y="1822120"/>
                  </a:lnTo>
                  <a:lnTo>
                    <a:pt x="3765462" y="1822120"/>
                  </a:lnTo>
                  <a:lnTo>
                    <a:pt x="3765588" y="1822120"/>
                  </a:lnTo>
                  <a:lnTo>
                    <a:pt x="3765715" y="1822120"/>
                  </a:lnTo>
                  <a:lnTo>
                    <a:pt x="3765841" y="1822120"/>
                  </a:lnTo>
                  <a:lnTo>
                    <a:pt x="3765967" y="1822120"/>
                  </a:lnTo>
                  <a:lnTo>
                    <a:pt x="3766093" y="1822120"/>
                  </a:lnTo>
                  <a:lnTo>
                    <a:pt x="3766220" y="1822120"/>
                  </a:lnTo>
                  <a:lnTo>
                    <a:pt x="3766346" y="1822120"/>
                  </a:lnTo>
                  <a:lnTo>
                    <a:pt x="3766472" y="1822120"/>
                  </a:lnTo>
                  <a:lnTo>
                    <a:pt x="3766472" y="1817208"/>
                  </a:lnTo>
                  <a:lnTo>
                    <a:pt x="3766598" y="1817208"/>
                  </a:lnTo>
                  <a:lnTo>
                    <a:pt x="3766725" y="1817208"/>
                  </a:lnTo>
                  <a:lnTo>
                    <a:pt x="3766851" y="1817208"/>
                  </a:lnTo>
                  <a:lnTo>
                    <a:pt x="3766977" y="1817208"/>
                  </a:lnTo>
                  <a:lnTo>
                    <a:pt x="3767103" y="1817208"/>
                  </a:lnTo>
                  <a:lnTo>
                    <a:pt x="3767230" y="1817208"/>
                  </a:lnTo>
                  <a:lnTo>
                    <a:pt x="3767356" y="1817208"/>
                  </a:lnTo>
                  <a:lnTo>
                    <a:pt x="3767482" y="1817208"/>
                  </a:lnTo>
                  <a:lnTo>
                    <a:pt x="3767608" y="1817208"/>
                  </a:lnTo>
                  <a:lnTo>
                    <a:pt x="3767735" y="1817208"/>
                  </a:lnTo>
                  <a:lnTo>
                    <a:pt x="3767861" y="1817208"/>
                  </a:lnTo>
                  <a:lnTo>
                    <a:pt x="3767987" y="1817208"/>
                  </a:lnTo>
                  <a:lnTo>
                    <a:pt x="3768114" y="1817208"/>
                  </a:lnTo>
                  <a:lnTo>
                    <a:pt x="3768240" y="1817208"/>
                  </a:lnTo>
                  <a:lnTo>
                    <a:pt x="3768366" y="1817208"/>
                  </a:lnTo>
                  <a:lnTo>
                    <a:pt x="3768492" y="1817208"/>
                  </a:lnTo>
                  <a:lnTo>
                    <a:pt x="3768619" y="1817208"/>
                  </a:lnTo>
                  <a:lnTo>
                    <a:pt x="3768745" y="1817208"/>
                  </a:lnTo>
                  <a:lnTo>
                    <a:pt x="3768871" y="1817208"/>
                  </a:lnTo>
                  <a:lnTo>
                    <a:pt x="3768997" y="1817208"/>
                  </a:lnTo>
                  <a:lnTo>
                    <a:pt x="3769124" y="1817208"/>
                  </a:lnTo>
                  <a:lnTo>
                    <a:pt x="3769250" y="1817208"/>
                  </a:lnTo>
                  <a:lnTo>
                    <a:pt x="3769376" y="1817208"/>
                  </a:lnTo>
                  <a:lnTo>
                    <a:pt x="3769502" y="1817208"/>
                  </a:lnTo>
                  <a:lnTo>
                    <a:pt x="3769629" y="1817208"/>
                  </a:lnTo>
                  <a:lnTo>
                    <a:pt x="3769629" y="1812297"/>
                  </a:lnTo>
                  <a:lnTo>
                    <a:pt x="3769755" y="1812297"/>
                  </a:lnTo>
                  <a:lnTo>
                    <a:pt x="3769881" y="1812297"/>
                  </a:lnTo>
                  <a:lnTo>
                    <a:pt x="3770007" y="1812297"/>
                  </a:lnTo>
                  <a:lnTo>
                    <a:pt x="3770134" y="1812297"/>
                  </a:lnTo>
                  <a:lnTo>
                    <a:pt x="3770260" y="1812297"/>
                  </a:lnTo>
                  <a:lnTo>
                    <a:pt x="3770386" y="1812297"/>
                  </a:lnTo>
                  <a:lnTo>
                    <a:pt x="3770512" y="1812297"/>
                  </a:lnTo>
                  <a:lnTo>
                    <a:pt x="3770639" y="1812297"/>
                  </a:lnTo>
                  <a:lnTo>
                    <a:pt x="3770765" y="1812297"/>
                  </a:lnTo>
                  <a:lnTo>
                    <a:pt x="3770891" y="1812297"/>
                  </a:lnTo>
                  <a:lnTo>
                    <a:pt x="3771017" y="1812297"/>
                  </a:lnTo>
                  <a:lnTo>
                    <a:pt x="3771144" y="1812297"/>
                  </a:lnTo>
                  <a:lnTo>
                    <a:pt x="3771270" y="1812297"/>
                  </a:lnTo>
                  <a:lnTo>
                    <a:pt x="3771396" y="1812297"/>
                  </a:lnTo>
                  <a:lnTo>
                    <a:pt x="3771522" y="1812297"/>
                  </a:lnTo>
                  <a:lnTo>
                    <a:pt x="3771649" y="1812297"/>
                  </a:lnTo>
                  <a:lnTo>
                    <a:pt x="3771775" y="1812297"/>
                  </a:lnTo>
                  <a:lnTo>
                    <a:pt x="3771901" y="1812297"/>
                  </a:lnTo>
                  <a:lnTo>
                    <a:pt x="3772027" y="1812297"/>
                  </a:lnTo>
                  <a:lnTo>
                    <a:pt x="3772154" y="1812297"/>
                  </a:lnTo>
                  <a:lnTo>
                    <a:pt x="3772280" y="1812297"/>
                  </a:lnTo>
                  <a:lnTo>
                    <a:pt x="3772406" y="1812297"/>
                  </a:lnTo>
                  <a:lnTo>
                    <a:pt x="3772532" y="1812297"/>
                  </a:lnTo>
                  <a:lnTo>
                    <a:pt x="3772659" y="1812297"/>
                  </a:lnTo>
                  <a:lnTo>
                    <a:pt x="3772785" y="1812297"/>
                  </a:lnTo>
                  <a:lnTo>
                    <a:pt x="3772911" y="1812297"/>
                  </a:lnTo>
                  <a:lnTo>
                    <a:pt x="3773037" y="1812297"/>
                  </a:lnTo>
                  <a:lnTo>
                    <a:pt x="3773164" y="1812297"/>
                  </a:lnTo>
                  <a:lnTo>
                    <a:pt x="3773290" y="1812297"/>
                  </a:lnTo>
                  <a:lnTo>
                    <a:pt x="3773416" y="1812297"/>
                  </a:lnTo>
                  <a:lnTo>
                    <a:pt x="3773543" y="1812297"/>
                  </a:lnTo>
                  <a:lnTo>
                    <a:pt x="3773669" y="1812297"/>
                  </a:lnTo>
                  <a:lnTo>
                    <a:pt x="3773795" y="1812297"/>
                  </a:lnTo>
                  <a:lnTo>
                    <a:pt x="3773921" y="1812297"/>
                  </a:lnTo>
                  <a:lnTo>
                    <a:pt x="3774048" y="1812297"/>
                  </a:lnTo>
                  <a:lnTo>
                    <a:pt x="3774174" y="1812297"/>
                  </a:lnTo>
                  <a:lnTo>
                    <a:pt x="3774300" y="1812297"/>
                  </a:lnTo>
                  <a:lnTo>
                    <a:pt x="3774426" y="1812297"/>
                  </a:lnTo>
                  <a:lnTo>
                    <a:pt x="3774553" y="1812297"/>
                  </a:lnTo>
                  <a:lnTo>
                    <a:pt x="3774679" y="1812297"/>
                  </a:lnTo>
                  <a:lnTo>
                    <a:pt x="3774805" y="1812297"/>
                  </a:lnTo>
                  <a:lnTo>
                    <a:pt x="3774931" y="1812297"/>
                  </a:lnTo>
                  <a:lnTo>
                    <a:pt x="3775058" y="1812297"/>
                  </a:lnTo>
                  <a:lnTo>
                    <a:pt x="3775184" y="1812297"/>
                  </a:lnTo>
                  <a:lnTo>
                    <a:pt x="3775310" y="1812297"/>
                  </a:lnTo>
                  <a:lnTo>
                    <a:pt x="3775436" y="1812297"/>
                  </a:lnTo>
                  <a:lnTo>
                    <a:pt x="3775563" y="1812297"/>
                  </a:lnTo>
                  <a:lnTo>
                    <a:pt x="3775689" y="1812297"/>
                  </a:lnTo>
                  <a:lnTo>
                    <a:pt x="3775815" y="1812297"/>
                  </a:lnTo>
                  <a:lnTo>
                    <a:pt x="3775941" y="1812297"/>
                  </a:lnTo>
                  <a:lnTo>
                    <a:pt x="3776068" y="1812297"/>
                  </a:lnTo>
                  <a:lnTo>
                    <a:pt x="3776194" y="1812297"/>
                  </a:lnTo>
                  <a:lnTo>
                    <a:pt x="3776194" y="1807385"/>
                  </a:lnTo>
                  <a:lnTo>
                    <a:pt x="3776320" y="1807385"/>
                  </a:lnTo>
                  <a:lnTo>
                    <a:pt x="3776446" y="1807385"/>
                  </a:lnTo>
                  <a:lnTo>
                    <a:pt x="3776573" y="1807385"/>
                  </a:lnTo>
                  <a:lnTo>
                    <a:pt x="3776699" y="1807385"/>
                  </a:lnTo>
                  <a:lnTo>
                    <a:pt x="3776699" y="1802474"/>
                  </a:lnTo>
                  <a:lnTo>
                    <a:pt x="3776825" y="1802474"/>
                  </a:lnTo>
                  <a:lnTo>
                    <a:pt x="3776951" y="1802474"/>
                  </a:lnTo>
                  <a:lnTo>
                    <a:pt x="3777078" y="1802474"/>
                  </a:lnTo>
                  <a:lnTo>
                    <a:pt x="3777204" y="1802474"/>
                  </a:lnTo>
                  <a:lnTo>
                    <a:pt x="3777330" y="1802474"/>
                  </a:lnTo>
                  <a:lnTo>
                    <a:pt x="3777456" y="1802474"/>
                  </a:lnTo>
                  <a:lnTo>
                    <a:pt x="3777583" y="1802474"/>
                  </a:lnTo>
                  <a:lnTo>
                    <a:pt x="3777709" y="1802474"/>
                  </a:lnTo>
                  <a:lnTo>
                    <a:pt x="3777835" y="1802474"/>
                  </a:lnTo>
                  <a:lnTo>
                    <a:pt x="3777961" y="1802474"/>
                  </a:lnTo>
                  <a:lnTo>
                    <a:pt x="3778088" y="1802474"/>
                  </a:lnTo>
                  <a:lnTo>
                    <a:pt x="3778214" y="1802474"/>
                  </a:lnTo>
                  <a:lnTo>
                    <a:pt x="3778340" y="1802474"/>
                  </a:lnTo>
                  <a:lnTo>
                    <a:pt x="3778467" y="1802474"/>
                  </a:lnTo>
                  <a:lnTo>
                    <a:pt x="3778593" y="1802474"/>
                  </a:lnTo>
                  <a:lnTo>
                    <a:pt x="3778719" y="1802474"/>
                  </a:lnTo>
                  <a:lnTo>
                    <a:pt x="3778845" y="1802474"/>
                  </a:lnTo>
                  <a:lnTo>
                    <a:pt x="3778972" y="1802474"/>
                  </a:lnTo>
                  <a:lnTo>
                    <a:pt x="3779098" y="1802474"/>
                  </a:lnTo>
                  <a:lnTo>
                    <a:pt x="3779224" y="1802474"/>
                  </a:lnTo>
                  <a:lnTo>
                    <a:pt x="3779224" y="1797563"/>
                  </a:lnTo>
                  <a:lnTo>
                    <a:pt x="3779350" y="1797563"/>
                  </a:lnTo>
                  <a:lnTo>
                    <a:pt x="3779477" y="1797563"/>
                  </a:lnTo>
                  <a:lnTo>
                    <a:pt x="3779603" y="1797563"/>
                  </a:lnTo>
                  <a:lnTo>
                    <a:pt x="3779729" y="1797563"/>
                  </a:lnTo>
                  <a:lnTo>
                    <a:pt x="3779855" y="1797563"/>
                  </a:lnTo>
                  <a:lnTo>
                    <a:pt x="3779982" y="1797563"/>
                  </a:lnTo>
                  <a:lnTo>
                    <a:pt x="3780108" y="1797563"/>
                  </a:lnTo>
                  <a:lnTo>
                    <a:pt x="3780234" y="1797563"/>
                  </a:lnTo>
                  <a:lnTo>
                    <a:pt x="3780360" y="1797563"/>
                  </a:lnTo>
                  <a:lnTo>
                    <a:pt x="3780487" y="1797563"/>
                  </a:lnTo>
                  <a:lnTo>
                    <a:pt x="3780613" y="1797563"/>
                  </a:lnTo>
                  <a:lnTo>
                    <a:pt x="3780739" y="1797563"/>
                  </a:lnTo>
                  <a:lnTo>
                    <a:pt x="3780865" y="1797563"/>
                  </a:lnTo>
                  <a:lnTo>
                    <a:pt x="3780992" y="1797563"/>
                  </a:lnTo>
                  <a:lnTo>
                    <a:pt x="3781118" y="1797563"/>
                  </a:lnTo>
                  <a:lnTo>
                    <a:pt x="3781244" y="1797563"/>
                  </a:lnTo>
                  <a:lnTo>
                    <a:pt x="3781370" y="1797563"/>
                  </a:lnTo>
                  <a:lnTo>
                    <a:pt x="3781497" y="1797563"/>
                  </a:lnTo>
                  <a:lnTo>
                    <a:pt x="3781623" y="1797563"/>
                  </a:lnTo>
                  <a:lnTo>
                    <a:pt x="3781749" y="1797563"/>
                  </a:lnTo>
                  <a:lnTo>
                    <a:pt x="3781875" y="1797563"/>
                  </a:lnTo>
                  <a:lnTo>
                    <a:pt x="3782002" y="1797563"/>
                  </a:lnTo>
                  <a:lnTo>
                    <a:pt x="3782128" y="1797563"/>
                  </a:lnTo>
                  <a:lnTo>
                    <a:pt x="3782254" y="1797563"/>
                  </a:lnTo>
                  <a:lnTo>
                    <a:pt x="3782380" y="1797563"/>
                  </a:lnTo>
                  <a:lnTo>
                    <a:pt x="3782507" y="1797563"/>
                  </a:lnTo>
                  <a:lnTo>
                    <a:pt x="3782633" y="1797563"/>
                  </a:lnTo>
                  <a:lnTo>
                    <a:pt x="3782759" y="1797563"/>
                  </a:lnTo>
                  <a:lnTo>
                    <a:pt x="3782885" y="1797563"/>
                  </a:lnTo>
                  <a:lnTo>
                    <a:pt x="3783012" y="1797563"/>
                  </a:lnTo>
                  <a:lnTo>
                    <a:pt x="3783138" y="1797563"/>
                  </a:lnTo>
                  <a:lnTo>
                    <a:pt x="3783264" y="1797563"/>
                  </a:lnTo>
                  <a:lnTo>
                    <a:pt x="3783390" y="1797563"/>
                  </a:lnTo>
                  <a:lnTo>
                    <a:pt x="3783517" y="1797563"/>
                  </a:lnTo>
                  <a:lnTo>
                    <a:pt x="3783643" y="1797563"/>
                  </a:lnTo>
                  <a:lnTo>
                    <a:pt x="3783769" y="1797563"/>
                  </a:lnTo>
                  <a:lnTo>
                    <a:pt x="3783896" y="1797563"/>
                  </a:lnTo>
                  <a:lnTo>
                    <a:pt x="3784022" y="1797563"/>
                  </a:lnTo>
                  <a:lnTo>
                    <a:pt x="3784148" y="1797563"/>
                  </a:lnTo>
                  <a:lnTo>
                    <a:pt x="3784274" y="1797563"/>
                  </a:lnTo>
                  <a:lnTo>
                    <a:pt x="3784401" y="1797563"/>
                  </a:lnTo>
                  <a:lnTo>
                    <a:pt x="3784527" y="1797563"/>
                  </a:lnTo>
                  <a:lnTo>
                    <a:pt x="3784653" y="1797563"/>
                  </a:lnTo>
                  <a:lnTo>
                    <a:pt x="3784779" y="1797563"/>
                  </a:lnTo>
                  <a:lnTo>
                    <a:pt x="3784906" y="1797563"/>
                  </a:lnTo>
                  <a:lnTo>
                    <a:pt x="3784906" y="1792651"/>
                  </a:lnTo>
                  <a:lnTo>
                    <a:pt x="3785032" y="1792651"/>
                  </a:lnTo>
                  <a:lnTo>
                    <a:pt x="3785158" y="1792651"/>
                  </a:lnTo>
                  <a:lnTo>
                    <a:pt x="3785284" y="1792651"/>
                  </a:lnTo>
                  <a:lnTo>
                    <a:pt x="3785411" y="1792651"/>
                  </a:lnTo>
                  <a:lnTo>
                    <a:pt x="3785537" y="1792651"/>
                  </a:lnTo>
                  <a:lnTo>
                    <a:pt x="3785663" y="1792651"/>
                  </a:lnTo>
                  <a:lnTo>
                    <a:pt x="3785789" y="1792651"/>
                  </a:lnTo>
                  <a:lnTo>
                    <a:pt x="3785916" y="1792651"/>
                  </a:lnTo>
                  <a:lnTo>
                    <a:pt x="3786042" y="1792651"/>
                  </a:lnTo>
                  <a:lnTo>
                    <a:pt x="3786168" y="1792651"/>
                  </a:lnTo>
                  <a:lnTo>
                    <a:pt x="3786294" y="1792651"/>
                  </a:lnTo>
                  <a:lnTo>
                    <a:pt x="3786421" y="1792651"/>
                  </a:lnTo>
                  <a:lnTo>
                    <a:pt x="3786547" y="1792651"/>
                  </a:lnTo>
                  <a:lnTo>
                    <a:pt x="3786673" y="1792651"/>
                  </a:lnTo>
                  <a:lnTo>
                    <a:pt x="3786799" y="1792651"/>
                  </a:lnTo>
                  <a:lnTo>
                    <a:pt x="3786926" y="1792651"/>
                  </a:lnTo>
                  <a:lnTo>
                    <a:pt x="3787052" y="1792651"/>
                  </a:lnTo>
                  <a:lnTo>
                    <a:pt x="3787178" y="1792651"/>
                  </a:lnTo>
                  <a:lnTo>
                    <a:pt x="3787304" y="1792651"/>
                  </a:lnTo>
                  <a:lnTo>
                    <a:pt x="3787431" y="1792651"/>
                  </a:lnTo>
                  <a:lnTo>
                    <a:pt x="3787557" y="1792651"/>
                  </a:lnTo>
                  <a:lnTo>
                    <a:pt x="3787683" y="1792651"/>
                  </a:lnTo>
                  <a:lnTo>
                    <a:pt x="3787809" y="1792651"/>
                  </a:lnTo>
                  <a:lnTo>
                    <a:pt x="3787936" y="1792651"/>
                  </a:lnTo>
                  <a:lnTo>
                    <a:pt x="3788062" y="1792651"/>
                  </a:lnTo>
                  <a:lnTo>
                    <a:pt x="3788188" y="1792651"/>
                  </a:lnTo>
                  <a:lnTo>
                    <a:pt x="3788314" y="1792651"/>
                  </a:lnTo>
                  <a:lnTo>
                    <a:pt x="3788441" y="1792651"/>
                  </a:lnTo>
                  <a:lnTo>
                    <a:pt x="3788567" y="1792651"/>
                  </a:lnTo>
                  <a:lnTo>
                    <a:pt x="3788693" y="1792651"/>
                  </a:lnTo>
                  <a:lnTo>
                    <a:pt x="3788820" y="1792651"/>
                  </a:lnTo>
                  <a:lnTo>
                    <a:pt x="3788946" y="1792651"/>
                  </a:lnTo>
                  <a:lnTo>
                    <a:pt x="3789072" y="1792651"/>
                  </a:lnTo>
                  <a:lnTo>
                    <a:pt x="3789198" y="1792651"/>
                  </a:lnTo>
                  <a:lnTo>
                    <a:pt x="3789325" y="1792651"/>
                  </a:lnTo>
                  <a:lnTo>
                    <a:pt x="3789451" y="1792651"/>
                  </a:lnTo>
                  <a:lnTo>
                    <a:pt x="3789577" y="1792651"/>
                  </a:lnTo>
                  <a:lnTo>
                    <a:pt x="3789703" y="1792651"/>
                  </a:lnTo>
                  <a:lnTo>
                    <a:pt x="3789830" y="1792651"/>
                  </a:lnTo>
                  <a:lnTo>
                    <a:pt x="3789956" y="1792651"/>
                  </a:lnTo>
                  <a:lnTo>
                    <a:pt x="3790082" y="1792651"/>
                  </a:lnTo>
                  <a:lnTo>
                    <a:pt x="3790208" y="1792651"/>
                  </a:lnTo>
                  <a:lnTo>
                    <a:pt x="3790335" y="1792651"/>
                  </a:lnTo>
                  <a:lnTo>
                    <a:pt x="3790461" y="1792651"/>
                  </a:lnTo>
                  <a:lnTo>
                    <a:pt x="3790587" y="1792651"/>
                  </a:lnTo>
                  <a:lnTo>
                    <a:pt x="3790713" y="1792651"/>
                  </a:lnTo>
                  <a:lnTo>
                    <a:pt x="3790840" y="1792651"/>
                  </a:lnTo>
                  <a:lnTo>
                    <a:pt x="3790966" y="1792651"/>
                  </a:lnTo>
                  <a:lnTo>
                    <a:pt x="3791092" y="1792651"/>
                  </a:lnTo>
                  <a:lnTo>
                    <a:pt x="3791218" y="1792651"/>
                  </a:lnTo>
                  <a:lnTo>
                    <a:pt x="3791345" y="1792651"/>
                  </a:lnTo>
                  <a:lnTo>
                    <a:pt x="3791471" y="1792651"/>
                  </a:lnTo>
                  <a:lnTo>
                    <a:pt x="3791597" y="1792651"/>
                  </a:lnTo>
                  <a:lnTo>
                    <a:pt x="3791723" y="1792651"/>
                  </a:lnTo>
                  <a:lnTo>
                    <a:pt x="3791723" y="1787740"/>
                  </a:lnTo>
                  <a:lnTo>
                    <a:pt x="3791850" y="1787740"/>
                  </a:lnTo>
                  <a:lnTo>
                    <a:pt x="3791976" y="1787740"/>
                  </a:lnTo>
                  <a:lnTo>
                    <a:pt x="3792102" y="1787740"/>
                  </a:lnTo>
                  <a:lnTo>
                    <a:pt x="3792228" y="1787740"/>
                  </a:lnTo>
                  <a:lnTo>
                    <a:pt x="3792355" y="1787740"/>
                  </a:lnTo>
                  <a:lnTo>
                    <a:pt x="3792481" y="1787740"/>
                  </a:lnTo>
                  <a:lnTo>
                    <a:pt x="3792607" y="1787740"/>
                  </a:lnTo>
                  <a:lnTo>
                    <a:pt x="3792733" y="1787740"/>
                  </a:lnTo>
                  <a:lnTo>
                    <a:pt x="3792860" y="1787740"/>
                  </a:lnTo>
                  <a:lnTo>
                    <a:pt x="3792986" y="1787740"/>
                  </a:lnTo>
                  <a:lnTo>
                    <a:pt x="3793112" y="1787740"/>
                  </a:lnTo>
                  <a:lnTo>
                    <a:pt x="3793238" y="1787740"/>
                  </a:lnTo>
                  <a:lnTo>
                    <a:pt x="3793365" y="1787740"/>
                  </a:lnTo>
                  <a:lnTo>
                    <a:pt x="3793491" y="1787740"/>
                  </a:lnTo>
                  <a:lnTo>
                    <a:pt x="3793617" y="1787740"/>
                  </a:lnTo>
                  <a:lnTo>
                    <a:pt x="3793743" y="1787740"/>
                  </a:lnTo>
                  <a:lnTo>
                    <a:pt x="3793870" y="1787740"/>
                  </a:lnTo>
                  <a:lnTo>
                    <a:pt x="3793996" y="1787740"/>
                  </a:lnTo>
                  <a:lnTo>
                    <a:pt x="3794122" y="1787740"/>
                  </a:lnTo>
                  <a:lnTo>
                    <a:pt x="3794249" y="1787740"/>
                  </a:lnTo>
                  <a:lnTo>
                    <a:pt x="3794375" y="1787740"/>
                  </a:lnTo>
                  <a:lnTo>
                    <a:pt x="3794375" y="1782829"/>
                  </a:lnTo>
                  <a:lnTo>
                    <a:pt x="3794501" y="1782829"/>
                  </a:lnTo>
                  <a:lnTo>
                    <a:pt x="3794627" y="1782829"/>
                  </a:lnTo>
                  <a:lnTo>
                    <a:pt x="3794754" y="1782829"/>
                  </a:lnTo>
                  <a:lnTo>
                    <a:pt x="3794880" y="1782829"/>
                  </a:lnTo>
                  <a:lnTo>
                    <a:pt x="3795006" y="1782829"/>
                  </a:lnTo>
                  <a:lnTo>
                    <a:pt x="3795132" y="1782829"/>
                  </a:lnTo>
                  <a:lnTo>
                    <a:pt x="3795259" y="1782829"/>
                  </a:lnTo>
                  <a:lnTo>
                    <a:pt x="3795385" y="1782829"/>
                  </a:lnTo>
                  <a:lnTo>
                    <a:pt x="3795511" y="1782829"/>
                  </a:lnTo>
                  <a:lnTo>
                    <a:pt x="3795637" y="1782829"/>
                  </a:lnTo>
                  <a:lnTo>
                    <a:pt x="3795764" y="1782829"/>
                  </a:lnTo>
                  <a:lnTo>
                    <a:pt x="3795890" y="1782829"/>
                  </a:lnTo>
                  <a:lnTo>
                    <a:pt x="3796016" y="1782829"/>
                  </a:lnTo>
                  <a:lnTo>
                    <a:pt x="3796142" y="1782829"/>
                  </a:lnTo>
                  <a:lnTo>
                    <a:pt x="3796142" y="1777917"/>
                  </a:lnTo>
                  <a:lnTo>
                    <a:pt x="3796269" y="1777917"/>
                  </a:lnTo>
                  <a:lnTo>
                    <a:pt x="3796395" y="1777917"/>
                  </a:lnTo>
                  <a:lnTo>
                    <a:pt x="3796521" y="1777917"/>
                  </a:lnTo>
                  <a:lnTo>
                    <a:pt x="3796647" y="1777917"/>
                  </a:lnTo>
                  <a:lnTo>
                    <a:pt x="3796774" y="1777917"/>
                  </a:lnTo>
                  <a:lnTo>
                    <a:pt x="3796900" y="1777917"/>
                  </a:lnTo>
                  <a:lnTo>
                    <a:pt x="3797026" y="1777917"/>
                  </a:lnTo>
                  <a:lnTo>
                    <a:pt x="3797152" y="1777917"/>
                  </a:lnTo>
                  <a:lnTo>
                    <a:pt x="3797279" y="1777917"/>
                  </a:lnTo>
                  <a:lnTo>
                    <a:pt x="3797405" y="1777917"/>
                  </a:lnTo>
                  <a:lnTo>
                    <a:pt x="3797531" y="1777917"/>
                  </a:lnTo>
                  <a:lnTo>
                    <a:pt x="3797657" y="1777917"/>
                  </a:lnTo>
                  <a:lnTo>
                    <a:pt x="3797784" y="1777917"/>
                  </a:lnTo>
                  <a:lnTo>
                    <a:pt x="3797910" y="1777917"/>
                  </a:lnTo>
                  <a:lnTo>
                    <a:pt x="3798036" y="1777917"/>
                  </a:lnTo>
                  <a:lnTo>
                    <a:pt x="3798162" y="1777917"/>
                  </a:lnTo>
                  <a:lnTo>
                    <a:pt x="3798289" y="1777917"/>
                  </a:lnTo>
                  <a:lnTo>
                    <a:pt x="3798415" y="1777917"/>
                  </a:lnTo>
                  <a:lnTo>
                    <a:pt x="3798541" y="1777917"/>
                  </a:lnTo>
                  <a:lnTo>
                    <a:pt x="3798541" y="1773006"/>
                  </a:lnTo>
                  <a:lnTo>
                    <a:pt x="3798667" y="1773006"/>
                  </a:lnTo>
                  <a:lnTo>
                    <a:pt x="3798794" y="1773006"/>
                  </a:lnTo>
                  <a:lnTo>
                    <a:pt x="3798920" y="1773006"/>
                  </a:lnTo>
                  <a:lnTo>
                    <a:pt x="3799046" y="1773006"/>
                  </a:lnTo>
                  <a:lnTo>
                    <a:pt x="3799173" y="1773006"/>
                  </a:lnTo>
                  <a:lnTo>
                    <a:pt x="3799299" y="1773006"/>
                  </a:lnTo>
                  <a:lnTo>
                    <a:pt x="3799425" y="1773006"/>
                  </a:lnTo>
                  <a:lnTo>
                    <a:pt x="3799551" y="1773006"/>
                  </a:lnTo>
                  <a:lnTo>
                    <a:pt x="3799678" y="1773006"/>
                  </a:lnTo>
                  <a:lnTo>
                    <a:pt x="3799804" y="1773006"/>
                  </a:lnTo>
                  <a:lnTo>
                    <a:pt x="3799930" y="1773006"/>
                  </a:lnTo>
                  <a:lnTo>
                    <a:pt x="3800056" y="1773006"/>
                  </a:lnTo>
                  <a:lnTo>
                    <a:pt x="3800183" y="1773006"/>
                  </a:lnTo>
                  <a:lnTo>
                    <a:pt x="3800309" y="1773006"/>
                  </a:lnTo>
                  <a:lnTo>
                    <a:pt x="3800435" y="1773006"/>
                  </a:lnTo>
                  <a:lnTo>
                    <a:pt x="3800561" y="1773006"/>
                  </a:lnTo>
                  <a:lnTo>
                    <a:pt x="3800688" y="1773006"/>
                  </a:lnTo>
                  <a:lnTo>
                    <a:pt x="3800814" y="1773006"/>
                  </a:lnTo>
                  <a:lnTo>
                    <a:pt x="3800940" y="1773006"/>
                  </a:lnTo>
                  <a:lnTo>
                    <a:pt x="3801066" y="1773006"/>
                  </a:lnTo>
                  <a:lnTo>
                    <a:pt x="3801193" y="1773006"/>
                  </a:lnTo>
                  <a:lnTo>
                    <a:pt x="3801319" y="1773006"/>
                  </a:lnTo>
                  <a:lnTo>
                    <a:pt x="3801445" y="1773006"/>
                  </a:lnTo>
                  <a:lnTo>
                    <a:pt x="3801571" y="1773006"/>
                  </a:lnTo>
                  <a:lnTo>
                    <a:pt x="3801698" y="1773006"/>
                  </a:lnTo>
                  <a:lnTo>
                    <a:pt x="3801824" y="1773006"/>
                  </a:lnTo>
                  <a:lnTo>
                    <a:pt x="3801950" y="1773006"/>
                  </a:lnTo>
                  <a:lnTo>
                    <a:pt x="3802076" y="1773006"/>
                  </a:lnTo>
                  <a:lnTo>
                    <a:pt x="3802203" y="1773006"/>
                  </a:lnTo>
                  <a:lnTo>
                    <a:pt x="3802329" y="1773006"/>
                  </a:lnTo>
                  <a:lnTo>
                    <a:pt x="3802455" y="1773006"/>
                  </a:lnTo>
                  <a:lnTo>
                    <a:pt x="3802581" y="1773006"/>
                  </a:lnTo>
                  <a:lnTo>
                    <a:pt x="3802708" y="1773006"/>
                  </a:lnTo>
                  <a:lnTo>
                    <a:pt x="3802708" y="1768094"/>
                  </a:lnTo>
                  <a:lnTo>
                    <a:pt x="3802834" y="1768094"/>
                  </a:lnTo>
                  <a:lnTo>
                    <a:pt x="3802960" y="1768094"/>
                  </a:lnTo>
                  <a:lnTo>
                    <a:pt x="3803086" y="1768094"/>
                  </a:lnTo>
                  <a:lnTo>
                    <a:pt x="3803213" y="1768094"/>
                  </a:lnTo>
                  <a:lnTo>
                    <a:pt x="3803339" y="1768094"/>
                  </a:lnTo>
                  <a:lnTo>
                    <a:pt x="3803465" y="1768094"/>
                  </a:lnTo>
                  <a:lnTo>
                    <a:pt x="3803591" y="1768094"/>
                  </a:lnTo>
                  <a:lnTo>
                    <a:pt x="3803718" y="1768094"/>
                  </a:lnTo>
                  <a:lnTo>
                    <a:pt x="3803844" y="1768094"/>
                  </a:lnTo>
                  <a:lnTo>
                    <a:pt x="3803970" y="1768094"/>
                  </a:lnTo>
                  <a:lnTo>
                    <a:pt x="3804097" y="1768094"/>
                  </a:lnTo>
                  <a:lnTo>
                    <a:pt x="3804223" y="1768094"/>
                  </a:lnTo>
                  <a:lnTo>
                    <a:pt x="3804349" y="1768094"/>
                  </a:lnTo>
                  <a:lnTo>
                    <a:pt x="3804475" y="1768094"/>
                  </a:lnTo>
                  <a:lnTo>
                    <a:pt x="3804602" y="1768094"/>
                  </a:lnTo>
                  <a:lnTo>
                    <a:pt x="3804728" y="1768094"/>
                  </a:lnTo>
                  <a:lnTo>
                    <a:pt x="3804854" y="1768094"/>
                  </a:lnTo>
                  <a:lnTo>
                    <a:pt x="3804980" y="1768094"/>
                  </a:lnTo>
                  <a:lnTo>
                    <a:pt x="3805107" y="1768094"/>
                  </a:lnTo>
                  <a:lnTo>
                    <a:pt x="3805233" y="1768094"/>
                  </a:lnTo>
                  <a:lnTo>
                    <a:pt x="3805359" y="1768094"/>
                  </a:lnTo>
                  <a:lnTo>
                    <a:pt x="3805485" y="1768094"/>
                  </a:lnTo>
                  <a:lnTo>
                    <a:pt x="3805612" y="1768094"/>
                  </a:lnTo>
                  <a:lnTo>
                    <a:pt x="3805738" y="1768094"/>
                  </a:lnTo>
                  <a:lnTo>
                    <a:pt x="3805864" y="1768094"/>
                  </a:lnTo>
                  <a:lnTo>
                    <a:pt x="3805990" y="1768094"/>
                  </a:lnTo>
                  <a:lnTo>
                    <a:pt x="3806117" y="1768094"/>
                  </a:lnTo>
                  <a:lnTo>
                    <a:pt x="3806243" y="1768094"/>
                  </a:lnTo>
                  <a:lnTo>
                    <a:pt x="3806369" y="1768094"/>
                  </a:lnTo>
                  <a:lnTo>
                    <a:pt x="3806495" y="1768094"/>
                  </a:lnTo>
                  <a:lnTo>
                    <a:pt x="3806622" y="1768094"/>
                  </a:lnTo>
                  <a:lnTo>
                    <a:pt x="3806748" y="1768094"/>
                  </a:lnTo>
                  <a:lnTo>
                    <a:pt x="3806874" y="1768094"/>
                  </a:lnTo>
                  <a:lnTo>
                    <a:pt x="3807000" y="1768094"/>
                  </a:lnTo>
                  <a:lnTo>
                    <a:pt x="3807127" y="1768094"/>
                  </a:lnTo>
                  <a:lnTo>
                    <a:pt x="3807253" y="1768094"/>
                  </a:lnTo>
                  <a:lnTo>
                    <a:pt x="3807379" y="1768094"/>
                  </a:lnTo>
                  <a:lnTo>
                    <a:pt x="3807505" y="1768094"/>
                  </a:lnTo>
                  <a:lnTo>
                    <a:pt x="3807632" y="1768094"/>
                  </a:lnTo>
                  <a:lnTo>
                    <a:pt x="3807758" y="1768094"/>
                  </a:lnTo>
                  <a:lnTo>
                    <a:pt x="3807884" y="1768094"/>
                  </a:lnTo>
                  <a:lnTo>
                    <a:pt x="3808010" y="1768094"/>
                  </a:lnTo>
                  <a:lnTo>
                    <a:pt x="3808137" y="1768094"/>
                  </a:lnTo>
                  <a:lnTo>
                    <a:pt x="3808263" y="1768094"/>
                  </a:lnTo>
                  <a:lnTo>
                    <a:pt x="3808389" y="1768094"/>
                  </a:lnTo>
                  <a:lnTo>
                    <a:pt x="3808515" y="1768094"/>
                  </a:lnTo>
                  <a:lnTo>
                    <a:pt x="3808642" y="1768094"/>
                  </a:lnTo>
                  <a:lnTo>
                    <a:pt x="3808768" y="1768094"/>
                  </a:lnTo>
                  <a:lnTo>
                    <a:pt x="3808894" y="1768094"/>
                  </a:lnTo>
                  <a:lnTo>
                    <a:pt x="3809020" y="1768094"/>
                  </a:lnTo>
                  <a:lnTo>
                    <a:pt x="3809147" y="1768094"/>
                  </a:lnTo>
                  <a:lnTo>
                    <a:pt x="3809273" y="1768094"/>
                  </a:lnTo>
                  <a:lnTo>
                    <a:pt x="3809399" y="1768094"/>
                  </a:lnTo>
                  <a:lnTo>
                    <a:pt x="3809526" y="1768094"/>
                  </a:lnTo>
                  <a:lnTo>
                    <a:pt x="3809652" y="1768094"/>
                  </a:lnTo>
                  <a:lnTo>
                    <a:pt x="3809778" y="1768094"/>
                  </a:lnTo>
                  <a:lnTo>
                    <a:pt x="3809904" y="1768094"/>
                  </a:lnTo>
                  <a:lnTo>
                    <a:pt x="3810031" y="1768094"/>
                  </a:lnTo>
                  <a:lnTo>
                    <a:pt x="3810157" y="1768094"/>
                  </a:lnTo>
                  <a:lnTo>
                    <a:pt x="3810283" y="1768094"/>
                  </a:lnTo>
                  <a:lnTo>
                    <a:pt x="3810409" y="1768094"/>
                  </a:lnTo>
                  <a:lnTo>
                    <a:pt x="3810536" y="1768094"/>
                  </a:lnTo>
                  <a:lnTo>
                    <a:pt x="3810662" y="1768094"/>
                  </a:lnTo>
                  <a:lnTo>
                    <a:pt x="3810788" y="1768094"/>
                  </a:lnTo>
                  <a:lnTo>
                    <a:pt x="3810914" y="1768094"/>
                  </a:lnTo>
                  <a:lnTo>
                    <a:pt x="3811041" y="1768094"/>
                  </a:lnTo>
                  <a:lnTo>
                    <a:pt x="3811167" y="1768094"/>
                  </a:lnTo>
                  <a:lnTo>
                    <a:pt x="3811293" y="1768094"/>
                  </a:lnTo>
                  <a:lnTo>
                    <a:pt x="3811419" y="1768094"/>
                  </a:lnTo>
                  <a:lnTo>
                    <a:pt x="3811546" y="1768094"/>
                  </a:lnTo>
                  <a:lnTo>
                    <a:pt x="3811672" y="1768094"/>
                  </a:lnTo>
                  <a:lnTo>
                    <a:pt x="3811798" y="1768094"/>
                  </a:lnTo>
                  <a:lnTo>
                    <a:pt x="3811924" y="1768094"/>
                  </a:lnTo>
                  <a:lnTo>
                    <a:pt x="3812051" y="1768094"/>
                  </a:lnTo>
                  <a:lnTo>
                    <a:pt x="3812177" y="1768094"/>
                  </a:lnTo>
                  <a:lnTo>
                    <a:pt x="3812303" y="1768094"/>
                  </a:lnTo>
                  <a:lnTo>
                    <a:pt x="3812429" y="1768094"/>
                  </a:lnTo>
                  <a:lnTo>
                    <a:pt x="3812556" y="1768094"/>
                  </a:lnTo>
                  <a:lnTo>
                    <a:pt x="3812682" y="1768094"/>
                  </a:lnTo>
                  <a:lnTo>
                    <a:pt x="3812808" y="1768094"/>
                  </a:lnTo>
                  <a:lnTo>
                    <a:pt x="3812934" y="1768094"/>
                  </a:lnTo>
                  <a:lnTo>
                    <a:pt x="3813061" y="1768094"/>
                  </a:lnTo>
                  <a:lnTo>
                    <a:pt x="3813187" y="1768094"/>
                  </a:lnTo>
                  <a:lnTo>
                    <a:pt x="3813313" y="1768094"/>
                  </a:lnTo>
                  <a:lnTo>
                    <a:pt x="3813439" y="1768094"/>
                  </a:lnTo>
                  <a:lnTo>
                    <a:pt x="3813566" y="1768094"/>
                  </a:lnTo>
                  <a:lnTo>
                    <a:pt x="3813692" y="1768094"/>
                  </a:lnTo>
                  <a:lnTo>
                    <a:pt x="3813818" y="1768094"/>
                  </a:lnTo>
                  <a:lnTo>
                    <a:pt x="3813944" y="1768094"/>
                  </a:lnTo>
                  <a:lnTo>
                    <a:pt x="3814071" y="1768094"/>
                  </a:lnTo>
                  <a:lnTo>
                    <a:pt x="3814197" y="1768094"/>
                  </a:lnTo>
                  <a:lnTo>
                    <a:pt x="3814323" y="1768094"/>
                  </a:lnTo>
                  <a:lnTo>
                    <a:pt x="3814450" y="1768094"/>
                  </a:lnTo>
                  <a:lnTo>
                    <a:pt x="3814576" y="1768094"/>
                  </a:lnTo>
                  <a:lnTo>
                    <a:pt x="3814702" y="1768094"/>
                  </a:lnTo>
                  <a:lnTo>
                    <a:pt x="3814828" y="1768094"/>
                  </a:lnTo>
                  <a:lnTo>
                    <a:pt x="3814955" y="1768094"/>
                  </a:lnTo>
                  <a:lnTo>
                    <a:pt x="3815081" y="1768094"/>
                  </a:lnTo>
                  <a:lnTo>
                    <a:pt x="3815207" y="1768094"/>
                  </a:lnTo>
                  <a:lnTo>
                    <a:pt x="3815333" y="1768094"/>
                  </a:lnTo>
                  <a:lnTo>
                    <a:pt x="3815460" y="1768094"/>
                  </a:lnTo>
                  <a:lnTo>
                    <a:pt x="3815586" y="1768094"/>
                  </a:lnTo>
                  <a:lnTo>
                    <a:pt x="3815712" y="1768094"/>
                  </a:lnTo>
                  <a:lnTo>
                    <a:pt x="3815838" y="1768094"/>
                  </a:lnTo>
                  <a:lnTo>
                    <a:pt x="3815965" y="1768094"/>
                  </a:lnTo>
                  <a:lnTo>
                    <a:pt x="3816091" y="1768094"/>
                  </a:lnTo>
                  <a:lnTo>
                    <a:pt x="3816217" y="1768094"/>
                  </a:lnTo>
                  <a:lnTo>
                    <a:pt x="3816343" y="1768094"/>
                  </a:lnTo>
                  <a:lnTo>
                    <a:pt x="3816470" y="1768094"/>
                  </a:lnTo>
                  <a:lnTo>
                    <a:pt x="3816596" y="1768094"/>
                  </a:lnTo>
                  <a:lnTo>
                    <a:pt x="3816722" y="1768094"/>
                  </a:lnTo>
                  <a:lnTo>
                    <a:pt x="3816848" y="1768094"/>
                  </a:lnTo>
                  <a:lnTo>
                    <a:pt x="3816975" y="1768094"/>
                  </a:lnTo>
                  <a:lnTo>
                    <a:pt x="3817101" y="1768094"/>
                  </a:lnTo>
                  <a:lnTo>
                    <a:pt x="3817227" y="1768094"/>
                  </a:lnTo>
                  <a:lnTo>
                    <a:pt x="3817353" y="1768094"/>
                  </a:lnTo>
                  <a:lnTo>
                    <a:pt x="3817480" y="1768094"/>
                  </a:lnTo>
                  <a:lnTo>
                    <a:pt x="3817606" y="1768094"/>
                  </a:lnTo>
                  <a:lnTo>
                    <a:pt x="3817732" y="1768094"/>
                  </a:lnTo>
                  <a:lnTo>
                    <a:pt x="3817858" y="1768094"/>
                  </a:lnTo>
                  <a:lnTo>
                    <a:pt x="3817985" y="1768094"/>
                  </a:lnTo>
                  <a:lnTo>
                    <a:pt x="3818111" y="1768094"/>
                  </a:lnTo>
                  <a:lnTo>
                    <a:pt x="3818237" y="1768094"/>
                  </a:lnTo>
                  <a:lnTo>
                    <a:pt x="3818363" y="1768094"/>
                  </a:lnTo>
                  <a:lnTo>
                    <a:pt x="3818490" y="1768094"/>
                  </a:lnTo>
                  <a:lnTo>
                    <a:pt x="3818616" y="1768094"/>
                  </a:lnTo>
                  <a:lnTo>
                    <a:pt x="3818742" y="1768094"/>
                  </a:lnTo>
                  <a:lnTo>
                    <a:pt x="3818868" y="1768094"/>
                  </a:lnTo>
                  <a:lnTo>
                    <a:pt x="3818995" y="1768094"/>
                  </a:lnTo>
                  <a:lnTo>
                    <a:pt x="3819121" y="1768094"/>
                  </a:lnTo>
                  <a:lnTo>
                    <a:pt x="3819247" y="1768094"/>
                  </a:lnTo>
                  <a:lnTo>
                    <a:pt x="3819373" y="1768094"/>
                  </a:lnTo>
                  <a:lnTo>
                    <a:pt x="3819500" y="1768094"/>
                  </a:lnTo>
                  <a:lnTo>
                    <a:pt x="3819500" y="1763183"/>
                  </a:lnTo>
                  <a:lnTo>
                    <a:pt x="3819626" y="1763183"/>
                  </a:lnTo>
                  <a:lnTo>
                    <a:pt x="3819752" y="1763183"/>
                  </a:lnTo>
                  <a:lnTo>
                    <a:pt x="3819879" y="1763183"/>
                  </a:lnTo>
                  <a:lnTo>
                    <a:pt x="3820005" y="1763183"/>
                  </a:lnTo>
                  <a:lnTo>
                    <a:pt x="3820131" y="1763183"/>
                  </a:lnTo>
                  <a:lnTo>
                    <a:pt x="3820257" y="1763183"/>
                  </a:lnTo>
                  <a:lnTo>
                    <a:pt x="3820384" y="1763183"/>
                  </a:lnTo>
                  <a:lnTo>
                    <a:pt x="3820510" y="1763183"/>
                  </a:lnTo>
                  <a:lnTo>
                    <a:pt x="3820636" y="1763183"/>
                  </a:lnTo>
                  <a:lnTo>
                    <a:pt x="3820762" y="1763183"/>
                  </a:lnTo>
                  <a:lnTo>
                    <a:pt x="3820889" y="1763183"/>
                  </a:lnTo>
                  <a:lnTo>
                    <a:pt x="3821015" y="1763183"/>
                  </a:lnTo>
                  <a:lnTo>
                    <a:pt x="3821141" y="1763183"/>
                  </a:lnTo>
                  <a:lnTo>
                    <a:pt x="3821267" y="1763183"/>
                  </a:lnTo>
                  <a:lnTo>
                    <a:pt x="3821394" y="1763183"/>
                  </a:lnTo>
                  <a:lnTo>
                    <a:pt x="3821520" y="1763183"/>
                  </a:lnTo>
                  <a:lnTo>
                    <a:pt x="3821646" y="1763183"/>
                  </a:lnTo>
                  <a:lnTo>
                    <a:pt x="3821772" y="1763183"/>
                  </a:lnTo>
                  <a:lnTo>
                    <a:pt x="3821899" y="1763183"/>
                  </a:lnTo>
                  <a:lnTo>
                    <a:pt x="3821899" y="1758272"/>
                  </a:lnTo>
                  <a:lnTo>
                    <a:pt x="3822025" y="1758272"/>
                  </a:lnTo>
                  <a:lnTo>
                    <a:pt x="3822151" y="1758272"/>
                  </a:lnTo>
                  <a:lnTo>
                    <a:pt x="3822277" y="1758272"/>
                  </a:lnTo>
                  <a:lnTo>
                    <a:pt x="3822404" y="1758272"/>
                  </a:lnTo>
                  <a:lnTo>
                    <a:pt x="3822530" y="1758272"/>
                  </a:lnTo>
                  <a:lnTo>
                    <a:pt x="3822656" y="1758272"/>
                  </a:lnTo>
                  <a:lnTo>
                    <a:pt x="3822782" y="1758272"/>
                  </a:lnTo>
                  <a:lnTo>
                    <a:pt x="3822909" y="1758272"/>
                  </a:lnTo>
                  <a:lnTo>
                    <a:pt x="3823035" y="1758272"/>
                  </a:lnTo>
                  <a:lnTo>
                    <a:pt x="3823161" y="1758272"/>
                  </a:lnTo>
                  <a:lnTo>
                    <a:pt x="3823287" y="1758272"/>
                  </a:lnTo>
                  <a:lnTo>
                    <a:pt x="3823414" y="1758272"/>
                  </a:lnTo>
                  <a:lnTo>
                    <a:pt x="3823540" y="1758272"/>
                  </a:lnTo>
                  <a:lnTo>
                    <a:pt x="3823666" y="1758272"/>
                  </a:lnTo>
                  <a:lnTo>
                    <a:pt x="3823792" y="1758272"/>
                  </a:lnTo>
                  <a:lnTo>
                    <a:pt x="3823919" y="1758272"/>
                  </a:lnTo>
                  <a:lnTo>
                    <a:pt x="3824045" y="1758272"/>
                  </a:lnTo>
                  <a:lnTo>
                    <a:pt x="3824171" y="1758272"/>
                  </a:lnTo>
                  <a:lnTo>
                    <a:pt x="3824297" y="1758272"/>
                  </a:lnTo>
                  <a:lnTo>
                    <a:pt x="3824424" y="1758272"/>
                  </a:lnTo>
                  <a:lnTo>
                    <a:pt x="3824550" y="1758272"/>
                  </a:lnTo>
                  <a:lnTo>
                    <a:pt x="3824676" y="1758272"/>
                  </a:lnTo>
                  <a:lnTo>
                    <a:pt x="3824803" y="1758272"/>
                  </a:lnTo>
                  <a:lnTo>
                    <a:pt x="3824929" y="1758272"/>
                  </a:lnTo>
                  <a:lnTo>
                    <a:pt x="3825055" y="1758272"/>
                  </a:lnTo>
                  <a:lnTo>
                    <a:pt x="3825181" y="1758272"/>
                  </a:lnTo>
                  <a:lnTo>
                    <a:pt x="3825308" y="1758272"/>
                  </a:lnTo>
                  <a:lnTo>
                    <a:pt x="3825434" y="1758272"/>
                  </a:lnTo>
                  <a:lnTo>
                    <a:pt x="3825560" y="1758272"/>
                  </a:lnTo>
                  <a:lnTo>
                    <a:pt x="3825686" y="1758272"/>
                  </a:lnTo>
                  <a:lnTo>
                    <a:pt x="3825813" y="1758272"/>
                  </a:lnTo>
                  <a:lnTo>
                    <a:pt x="3825939" y="1758272"/>
                  </a:lnTo>
                  <a:lnTo>
                    <a:pt x="3826065" y="1758272"/>
                  </a:lnTo>
                  <a:lnTo>
                    <a:pt x="3826191" y="1758272"/>
                  </a:lnTo>
                  <a:lnTo>
                    <a:pt x="3826318" y="1758272"/>
                  </a:lnTo>
                  <a:lnTo>
                    <a:pt x="3826444" y="1758272"/>
                  </a:lnTo>
                  <a:lnTo>
                    <a:pt x="3826570" y="1758272"/>
                  </a:lnTo>
                  <a:lnTo>
                    <a:pt x="3826696" y="1758272"/>
                  </a:lnTo>
                  <a:lnTo>
                    <a:pt x="3826823" y="1758272"/>
                  </a:lnTo>
                  <a:lnTo>
                    <a:pt x="3826949" y="1758272"/>
                  </a:lnTo>
                  <a:lnTo>
                    <a:pt x="3827075" y="1758272"/>
                  </a:lnTo>
                  <a:lnTo>
                    <a:pt x="3827201" y="1758272"/>
                  </a:lnTo>
                  <a:lnTo>
                    <a:pt x="3827328" y="1758272"/>
                  </a:lnTo>
                  <a:lnTo>
                    <a:pt x="3827454" y="1758272"/>
                  </a:lnTo>
                  <a:lnTo>
                    <a:pt x="3827580" y="1758272"/>
                  </a:lnTo>
                  <a:lnTo>
                    <a:pt x="3827706" y="1758272"/>
                  </a:lnTo>
                  <a:lnTo>
                    <a:pt x="3827833" y="1758272"/>
                  </a:lnTo>
                  <a:lnTo>
                    <a:pt x="3827959" y="1758272"/>
                  </a:lnTo>
                  <a:lnTo>
                    <a:pt x="3828085" y="1758272"/>
                  </a:lnTo>
                  <a:lnTo>
                    <a:pt x="3828211" y="1758272"/>
                  </a:lnTo>
                  <a:lnTo>
                    <a:pt x="3828338" y="1758272"/>
                  </a:lnTo>
                  <a:lnTo>
                    <a:pt x="3828464" y="1758272"/>
                  </a:lnTo>
                  <a:lnTo>
                    <a:pt x="3828590" y="1758272"/>
                  </a:lnTo>
                  <a:lnTo>
                    <a:pt x="3828716" y="1758272"/>
                  </a:lnTo>
                  <a:lnTo>
                    <a:pt x="3828843" y="1758272"/>
                  </a:lnTo>
                  <a:lnTo>
                    <a:pt x="3828969" y="1758272"/>
                  </a:lnTo>
                  <a:lnTo>
                    <a:pt x="3829095" y="1758272"/>
                  </a:lnTo>
                  <a:lnTo>
                    <a:pt x="3829221" y="1758272"/>
                  </a:lnTo>
                  <a:lnTo>
                    <a:pt x="3829348" y="1758272"/>
                  </a:lnTo>
                  <a:lnTo>
                    <a:pt x="3829474" y="1758272"/>
                  </a:lnTo>
                  <a:lnTo>
                    <a:pt x="3829600" y="1758272"/>
                  </a:lnTo>
                  <a:lnTo>
                    <a:pt x="3829726" y="1758272"/>
                  </a:lnTo>
                  <a:lnTo>
                    <a:pt x="3829853" y="1758272"/>
                  </a:lnTo>
                  <a:lnTo>
                    <a:pt x="3829979" y="1758272"/>
                  </a:lnTo>
                  <a:lnTo>
                    <a:pt x="3830105" y="1758272"/>
                  </a:lnTo>
                  <a:lnTo>
                    <a:pt x="3830232" y="1758272"/>
                  </a:lnTo>
                  <a:lnTo>
                    <a:pt x="3830358" y="1758272"/>
                  </a:lnTo>
                  <a:lnTo>
                    <a:pt x="3830484" y="1758272"/>
                  </a:lnTo>
                  <a:lnTo>
                    <a:pt x="3830610" y="1758272"/>
                  </a:lnTo>
                  <a:lnTo>
                    <a:pt x="3830737" y="1758272"/>
                  </a:lnTo>
                  <a:lnTo>
                    <a:pt x="3830863" y="1758272"/>
                  </a:lnTo>
                  <a:lnTo>
                    <a:pt x="3830989" y="1758272"/>
                  </a:lnTo>
                  <a:lnTo>
                    <a:pt x="3831115" y="1758272"/>
                  </a:lnTo>
                  <a:lnTo>
                    <a:pt x="3831242" y="1758272"/>
                  </a:lnTo>
                  <a:lnTo>
                    <a:pt x="3831368" y="1758272"/>
                  </a:lnTo>
                  <a:lnTo>
                    <a:pt x="3831494" y="1758272"/>
                  </a:lnTo>
                  <a:lnTo>
                    <a:pt x="3831620" y="1758272"/>
                  </a:lnTo>
                  <a:lnTo>
                    <a:pt x="3831747" y="1758272"/>
                  </a:lnTo>
                  <a:lnTo>
                    <a:pt x="3831873" y="1758272"/>
                  </a:lnTo>
                  <a:lnTo>
                    <a:pt x="3831999" y="1758272"/>
                  </a:lnTo>
                  <a:lnTo>
                    <a:pt x="3832125" y="1758272"/>
                  </a:lnTo>
                  <a:lnTo>
                    <a:pt x="3832252" y="1758272"/>
                  </a:lnTo>
                  <a:lnTo>
                    <a:pt x="3832378" y="1758272"/>
                  </a:lnTo>
                  <a:lnTo>
                    <a:pt x="3832504" y="1758272"/>
                  </a:lnTo>
                  <a:lnTo>
                    <a:pt x="3832630" y="1758272"/>
                  </a:lnTo>
                  <a:lnTo>
                    <a:pt x="3832757" y="1758272"/>
                  </a:lnTo>
                  <a:lnTo>
                    <a:pt x="3832883" y="1758272"/>
                  </a:lnTo>
                  <a:lnTo>
                    <a:pt x="3833009" y="1758272"/>
                  </a:lnTo>
                  <a:lnTo>
                    <a:pt x="3833135" y="1758272"/>
                  </a:lnTo>
                  <a:lnTo>
                    <a:pt x="3833262" y="1758272"/>
                  </a:lnTo>
                  <a:lnTo>
                    <a:pt x="3833388" y="1758272"/>
                  </a:lnTo>
                  <a:lnTo>
                    <a:pt x="3833514" y="1758272"/>
                  </a:lnTo>
                  <a:lnTo>
                    <a:pt x="3833640" y="1758272"/>
                  </a:lnTo>
                  <a:lnTo>
                    <a:pt x="3833767" y="1758272"/>
                  </a:lnTo>
                  <a:lnTo>
                    <a:pt x="3833893" y="1758272"/>
                  </a:lnTo>
                  <a:lnTo>
                    <a:pt x="3834019" y="1758272"/>
                  </a:lnTo>
                  <a:lnTo>
                    <a:pt x="3834145" y="1758272"/>
                  </a:lnTo>
                  <a:lnTo>
                    <a:pt x="3834272" y="1758272"/>
                  </a:lnTo>
                  <a:lnTo>
                    <a:pt x="3834398" y="1758272"/>
                  </a:lnTo>
                  <a:lnTo>
                    <a:pt x="3834524" y="1758272"/>
                  </a:lnTo>
                  <a:lnTo>
                    <a:pt x="3834650" y="1758272"/>
                  </a:lnTo>
                  <a:lnTo>
                    <a:pt x="3834777" y="1758272"/>
                  </a:lnTo>
                  <a:lnTo>
                    <a:pt x="3834903" y="1758272"/>
                  </a:lnTo>
                  <a:lnTo>
                    <a:pt x="3835029" y="1758272"/>
                  </a:lnTo>
                  <a:lnTo>
                    <a:pt x="3835156" y="1758272"/>
                  </a:lnTo>
                  <a:lnTo>
                    <a:pt x="3835282" y="1758272"/>
                  </a:lnTo>
                  <a:lnTo>
                    <a:pt x="3835408" y="1758272"/>
                  </a:lnTo>
                  <a:lnTo>
                    <a:pt x="3835534" y="1758272"/>
                  </a:lnTo>
                  <a:lnTo>
                    <a:pt x="3835661" y="1758272"/>
                  </a:lnTo>
                  <a:lnTo>
                    <a:pt x="3835787" y="1758272"/>
                  </a:lnTo>
                  <a:lnTo>
                    <a:pt x="3835913" y="1758272"/>
                  </a:lnTo>
                  <a:lnTo>
                    <a:pt x="3836039" y="1758272"/>
                  </a:lnTo>
                  <a:lnTo>
                    <a:pt x="3836166" y="1758272"/>
                  </a:lnTo>
                  <a:lnTo>
                    <a:pt x="3836292" y="1758272"/>
                  </a:lnTo>
                  <a:lnTo>
                    <a:pt x="3836418" y="1758272"/>
                  </a:lnTo>
                  <a:lnTo>
                    <a:pt x="3836544" y="1758272"/>
                  </a:lnTo>
                  <a:lnTo>
                    <a:pt x="3836671" y="1758272"/>
                  </a:lnTo>
                  <a:lnTo>
                    <a:pt x="3836797" y="1758272"/>
                  </a:lnTo>
                  <a:lnTo>
                    <a:pt x="3836923" y="1758272"/>
                  </a:lnTo>
                  <a:lnTo>
                    <a:pt x="3837049" y="1758272"/>
                  </a:lnTo>
                  <a:lnTo>
                    <a:pt x="3837176" y="1758272"/>
                  </a:lnTo>
                  <a:lnTo>
                    <a:pt x="3837302" y="1758272"/>
                  </a:lnTo>
                  <a:lnTo>
                    <a:pt x="3837428" y="1758272"/>
                  </a:lnTo>
                  <a:lnTo>
                    <a:pt x="3837554" y="1758272"/>
                  </a:lnTo>
                  <a:lnTo>
                    <a:pt x="3837681" y="1758272"/>
                  </a:lnTo>
                  <a:lnTo>
                    <a:pt x="3837807" y="1758272"/>
                  </a:lnTo>
                  <a:lnTo>
                    <a:pt x="3837933" y="1758272"/>
                  </a:lnTo>
                  <a:lnTo>
                    <a:pt x="3838059" y="1758272"/>
                  </a:lnTo>
                  <a:lnTo>
                    <a:pt x="3838186" y="1758272"/>
                  </a:lnTo>
                  <a:lnTo>
                    <a:pt x="3838312" y="1758272"/>
                  </a:lnTo>
                  <a:lnTo>
                    <a:pt x="3838438" y="1758272"/>
                  </a:lnTo>
                  <a:lnTo>
                    <a:pt x="3838564" y="1758272"/>
                  </a:lnTo>
                  <a:lnTo>
                    <a:pt x="3838691" y="1758272"/>
                  </a:lnTo>
                  <a:lnTo>
                    <a:pt x="3838817" y="1758272"/>
                  </a:lnTo>
                  <a:lnTo>
                    <a:pt x="3838943" y="1758272"/>
                  </a:lnTo>
                  <a:lnTo>
                    <a:pt x="3839069" y="1758272"/>
                  </a:lnTo>
                  <a:lnTo>
                    <a:pt x="3839196" y="1758272"/>
                  </a:lnTo>
                  <a:lnTo>
                    <a:pt x="3839322" y="1758272"/>
                  </a:lnTo>
                  <a:lnTo>
                    <a:pt x="3839448" y="1758272"/>
                  </a:lnTo>
                  <a:lnTo>
                    <a:pt x="3839574" y="1758272"/>
                  </a:lnTo>
                  <a:lnTo>
                    <a:pt x="3839701" y="1758272"/>
                  </a:lnTo>
                  <a:lnTo>
                    <a:pt x="3839827" y="1758272"/>
                  </a:lnTo>
                  <a:lnTo>
                    <a:pt x="3839953" y="1758272"/>
                  </a:lnTo>
                  <a:lnTo>
                    <a:pt x="3840079" y="1758272"/>
                  </a:lnTo>
                  <a:lnTo>
                    <a:pt x="3840206" y="1758272"/>
                  </a:lnTo>
                  <a:lnTo>
                    <a:pt x="3840332" y="1758272"/>
                  </a:lnTo>
                  <a:lnTo>
                    <a:pt x="3840458" y="1758272"/>
                  </a:lnTo>
                  <a:lnTo>
                    <a:pt x="3840585" y="1758272"/>
                  </a:lnTo>
                  <a:lnTo>
                    <a:pt x="3840711" y="1758272"/>
                  </a:lnTo>
                  <a:lnTo>
                    <a:pt x="3840837" y="1758272"/>
                  </a:lnTo>
                  <a:lnTo>
                    <a:pt x="3840963" y="1758272"/>
                  </a:lnTo>
                  <a:lnTo>
                    <a:pt x="3841090" y="1758272"/>
                  </a:lnTo>
                  <a:lnTo>
                    <a:pt x="3841216" y="1758272"/>
                  </a:lnTo>
                  <a:lnTo>
                    <a:pt x="3841342" y="1758272"/>
                  </a:lnTo>
                  <a:lnTo>
                    <a:pt x="3841468" y="1758272"/>
                  </a:lnTo>
                  <a:lnTo>
                    <a:pt x="3841595" y="1758272"/>
                  </a:lnTo>
                  <a:lnTo>
                    <a:pt x="3841721" y="1758272"/>
                  </a:lnTo>
                  <a:lnTo>
                    <a:pt x="3841847" y="1758272"/>
                  </a:lnTo>
                  <a:lnTo>
                    <a:pt x="3841973" y="1758272"/>
                  </a:lnTo>
                  <a:lnTo>
                    <a:pt x="3842100" y="1758272"/>
                  </a:lnTo>
                  <a:lnTo>
                    <a:pt x="3842226" y="1758272"/>
                  </a:lnTo>
                  <a:lnTo>
                    <a:pt x="3842352" y="1758272"/>
                  </a:lnTo>
                  <a:lnTo>
                    <a:pt x="3842478" y="1758272"/>
                  </a:lnTo>
                  <a:lnTo>
                    <a:pt x="3842605" y="1758272"/>
                  </a:lnTo>
                  <a:lnTo>
                    <a:pt x="3842731" y="1758272"/>
                  </a:lnTo>
                  <a:lnTo>
                    <a:pt x="3842857" y="1758272"/>
                  </a:lnTo>
                  <a:lnTo>
                    <a:pt x="3842983" y="1758272"/>
                  </a:lnTo>
                  <a:lnTo>
                    <a:pt x="3843110" y="1758272"/>
                  </a:lnTo>
                  <a:lnTo>
                    <a:pt x="3843236" y="1758272"/>
                  </a:lnTo>
                  <a:lnTo>
                    <a:pt x="3843362" y="1758272"/>
                  </a:lnTo>
                  <a:lnTo>
                    <a:pt x="3843488" y="1758272"/>
                  </a:lnTo>
                  <a:lnTo>
                    <a:pt x="3843615" y="1758272"/>
                  </a:lnTo>
                  <a:lnTo>
                    <a:pt x="3843741" y="1758272"/>
                  </a:lnTo>
                  <a:lnTo>
                    <a:pt x="3843867" y="1758272"/>
                  </a:lnTo>
                  <a:lnTo>
                    <a:pt x="3843993" y="1758272"/>
                  </a:lnTo>
                  <a:lnTo>
                    <a:pt x="3844120" y="1758272"/>
                  </a:lnTo>
                  <a:lnTo>
                    <a:pt x="3844246" y="1758272"/>
                  </a:lnTo>
                  <a:lnTo>
                    <a:pt x="3844372" y="1758272"/>
                  </a:lnTo>
                  <a:lnTo>
                    <a:pt x="3844498" y="1758272"/>
                  </a:lnTo>
                  <a:lnTo>
                    <a:pt x="3844625" y="1758272"/>
                  </a:lnTo>
                  <a:lnTo>
                    <a:pt x="3844751" y="1758272"/>
                  </a:lnTo>
                  <a:lnTo>
                    <a:pt x="3844877" y="1758272"/>
                  </a:lnTo>
                  <a:lnTo>
                    <a:pt x="3845003" y="1758272"/>
                  </a:lnTo>
                  <a:lnTo>
                    <a:pt x="3845130" y="1758272"/>
                  </a:lnTo>
                  <a:lnTo>
                    <a:pt x="3845256" y="1758272"/>
                  </a:lnTo>
                  <a:lnTo>
                    <a:pt x="3845382" y="1758272"/>
                  </a:lnTo>
                  <a:lnTo>
                    <a:pt x="3845509" y="1758272"/>
                  </a:lnTo>
                  <a:lnTo>
                    <a:pt x="3845635" y="1758272"/>
                  </a:lnTo>
                  <a:lnTo>
                    <a:pt x="3845761" y="1758272"/>
                  </a:lnTo>
                  <a:lnTo>
                    <a:pt x="3845887" y="1758272"/>
                  </a:lnTo>
                  <a:lnTo>
                    <a:pt x="3846014" y="1758272"/>
                  </a:lnTo>
                  <a:lnTo>
                    <a:pt x="3846140" y="1758272"/>
                  </a:lnTo>
                  <a:lnTo>
                    <a:pt x="3846266" y="1758272"/>
                  </a:lnTo>
                  <a:lnTo>
                    <a:pt x="3846392" y="1758272"/>
                  </a:lnTo>
                  <a:lnTo>
                    <a:pt x="3846519" y="1758272"/>
                  </a:lnTo>
                  <a:lnTo>
                    <a:pt x="3846645" y="1758272"/>
                  </a:lnTo>
                  <a:lnTo>
                    <a:pt x="3846771" y="1758272"/>
                  </a:lnTo>
                  <a:lnTo>
                    <a:pt x="3846897" y="1758272"/>
                  </a:lnTo>
                  <a:lnTo>
                    <a:pt x="3847024" y="1758272"/>
                  </a:lnTo>
                  <a:lnTo>
                    <a:pt x="3847150" y="1758272"/>
                  </a:lnTo>
                  <a:lnTo>
                    <a:pt x="3847276" y="1758272"/>
                  </a:lnTo>
                  <a:lnTo>
                    <a:pt x="3847402" y="1758272"/>
                  </a:lnTo>
                  <a:lnTo>
                    <a:pt x="3847529" y="1758272"/>
                  </a:lnTo>
                  <a:lnTo>
                    <a:pt x="3847655" y="1758272"/>
                  </a:lnTo>
                  <a:lnTo>
                    <a:pt x="3847781" y="1758272"/>
                  </a:lnTo>
                  <a:lnTo>
                    <a:pt x="3847907" y="1758272"/>
                  </a:lnTo>
                  <a:lnTo>
                    <a:pt x="3848034" y="1758272"/>
                  </a:lnTo>
                  <a:lnTo>
                    <a:pt x="3848160" y="1758272"/>
                  </a:lnTo>
                  <a:lnTo>
                    <a:pt x="3848286" y="1758272"/>
                  </a:lnTo>
                  <a:lnTo>
                    <a:pt x="3848412" y="1758272"/>
                  </a:lnTo>
                  <a:lnTo>
                    <a:pt x="3848539" y="1758272"/>
                  </a:lnTo>
                  <a:lnTo>
                    <a:pt x="3848665" y="1758272"/>
                  </a:lnTo>
                  <a:lnTo>
                    <a:pt x="3848791" y="1758272"/>
                  </a:lnTo>
                  <a:lnTo>
                    <a:pt x="3848917" y="1758272"/>
                  </a:lnTo>
                  <a:lnTo>
                    <a:pt x="3849044" y="1758272"/>
                  </a:lnTo>
                  <a:lnTo>
                    <a:pt x="3849044" y="1753360"/>
                  </a:lnTo>
                  <a:lnTo>
                    <a:pt x="3849170" y="1753360"/>
                  </a:lnTo>
                  <a:lnTo>
                    <a:pt x="3849296" y="1753360"/>
                  </a:lnTo>
                  <a:lnTo>
                    <a:pt x="3849422" y="1753360"/>
                  </a:lnTo>
                  <a:lnTo>
                    <a:pt x="3849549" y="1753360"/>
                  </a:lnTo>
                  <a:lnTo>
                    <a:pt x="3849675" y="1753360"/>
                  </a:lnTo>
                  <a:lnTo>
                    <a:pt x="3849801" y="1753360"/>
                  </a:lnTo>
                  <a:lnTo>
                    <a:pt x="3849927" y="1753360"/>
                  </a:lnTo>
                  <a:lnTo>
                    <a:pt x="3850054" y="1753360"/>
                  </a:lnTo>
                  <a:lnTo>
                    <a:pt x="3850180" y="1753360"/>
                  </a:lnTo>
                  <a:lnTo>
                    <a:pt x="3850306" y="1753360"/>
                  </a:lnTo>
                  <a:lnTo>
                    <a:pt x="3850432" y="1753360"/>
                  </a:lnTo>
                  <a:lnTo>
                    <a:pt x="3850559" y="1753360"/>
                  </a:lnTo>
                  <a:lnTo>
                    <a:pt x="3850685" y="1753360"/>
                  </a:lnTo>
                  <a:lnTo>
                    <a:pt x="3850811" y="1753360"/>
                  </a:lnTo>
                  <a:lnTo>
                    <a:pt x="3850938" y="1753360"/>
                  </a:lnTo>
                  <a:lnTo>
                    <a:pt x="3851064" y="1753360"/>
                  </a:lnTo>
                  <a:lnTo>
                    <a:pt x="3851190" y="1753360"/>
                  </a:lnTo>
                  <a:lnTo>
                    <a:pt x="3851316" y="1753360"/>
                  </a:lnTo>
                  <a:lnTo>
                    <a:pt x="3851443" y="1753360"/>
                  </a:lnTo>
                  <a:lnTo>
                    <a:pt x="3851569" y="1753360"/>
                  </a:lnTo>
                  <a:lnTo>
                    <a:pt x="3851695" y="1753360"/>
                  </a:lnTo>
                  <a:lnTo>
                    <a:pt x="3851821" y="1753360"/>
                  </a:lnTo>
                  <a:lnTo>
                    <a:pt x="3851948" y="1753360"/>
                  </a:lnTo>
                  <a:lnTo>
                    <a:pt x="3852074" y="1753360"/>
                  </a:lnTo>
                  <a:lnTo>
                    <a:pt x="3852200" y="1753360"/>
                  </a:lnTo>
                  <a:lnTo>
                    <a:pt x="3852326" y="1753360"/>
                  </a:lnTo>
                  <a:lnTo>
                    <a:pt x="3852453" y="1753360"/>
                  </a:lnTo>
                  <a:lnTo>
                    <a:pt x="3852579" y="1753360"/>
                  </a:lnTo>
                  <a:lnTo>
                    <a:pt x="3852705" y="1753360"/>
                  </a:lnTo>
                  <a:lnTo>
                    <a:pt x="3852831" y="1753360"/>
                  </a:lnTo>
                  <a:lnTo>
                    <a:pt x="3852958" y="1753360"/>
                  </a:lnTo>
                  <a:lnTo>
                    <a:pt x="3853084" y="1753360"/>
                  </a:lnTo>
                  <a:lnTo>
                    <a:pt x="3853210" y="1753360"/>
                  </a:lnTo>
                  <a:lnTo>
                    <a:pt x="3853336" y="1753360"/>
                  </a:lnTo>
                  <a:lnTo>
                    <a:pt x="3853463" y="1753360"/>
                  </a:lnTo>
                  <a:lnTo>
                    <a:pt x="3853589" y="1753360"/>
                  </a:lnTo>
                  <a:lnTo>
                    <a:pt x="3853715" y="1753360"/>
                  </a:lnTo>
                  <a:lnTo>
                    <a:pt x="3853841" y="1753360"/>
                  </a:lnTo>
                  <a:lnTo>
                    <a:pt x="3853968" y="1753360"/>
                  </a:lnTo>
                  <a:lnTo>
                    <a:pt x="3854094" y="1753360"/>
                  </a:lnTo>
                  <a:lnTo>
                    <a:pt x="3854220" y="1753360"/>
                  </a:lnTo>
                  <a:lnTo>
                    <a:pt x="3854346" y="1753360"/>
                  </a:lnTo>
                  <a:lnTo>
                    <a:pt x="3854473" y="1753360"/>
                  </a:lnTo>
                  <a:lnTo>
                    <a:pt x="3854599" y="1753360"/>
                  </a:lnTo>
                  <a:lnTo>
                    <a:pt x="3854725" y="1753360"/>
                  </a:lnTo>
                  <a:lnTo>
                    <a:pt x="3854851" y="1753360"/>
                  </a:lnTo>
                  <a:lnTo>
                    <a:pt x="3854978" y="1753360"/>
                  </a:lnTo>
                  <a:lnTo>
                    <a:pt x="3855104" y="1753360"/>
                  </a:lnTo>
                  <a:lnTo>
                    <a:pt x="3855230" y="1753360"/>
                  </a:lnTo>
                  <a:lnTo>
                    <a:pt x="3855356" y="1753360"/>
                  </a:lnTo>
                  <a:lnTo>
                    <a:pt x="3855483" y="1753360"/>
                  </a:lnTo>
                  <a:lnTo>
                    <a:pt x="3855609" y="1753360"/>
                  </a:lnTo>
                  <a:lnTo>
                    <a:pt x="3855735" y="1753360"/>
                  </a:lnTo>
                  <a:lnTo>
                    <a:pt x="3855862" y="1753360"/>
                  </a:lnTo>
                  <a:lnTo>
                    <a:pt x="3855988" y="1753360"/>
                  </a:lnTo>
                  <a:lnTo>
                    <a:pt x="3856114" y="1753360"/>
                  </a:lnTo>
                  <a:lnTo>
                    <a:pt x="3856240" y="1753360"/>
                  </a:lnTo>
                  <a:lnTo>
                    <a:pt x="3856367" y="1753360"/>
                  </a:lnTo>
                  <a:lnTo>
                    <a:pt x="3856493" y="1753360"/>
                  </a:lnTo>
                  <a:lnTo>
                    <a:pt x="3856619" y="1753360"/>
                  </a:lnTo>
                  <a:lnTo>
                    <a:pt x="3856745" y="1753360"/>
                  </a:lnTo>
                  <a:lnTo>
                    <a:pt x="3856872" y="1753360"/>
                  </a:lnTo>
                  <a:lnTo>
                    <a:pt x="3856998" y="1753360"/>
                  </a:lnTo>
                  <a:lnTo>
                    <a:pt x="3857124" y="1753360"/>
                  </a:lnTo>
                  <a:lnTo>
                    <a:pt x="3857250" y="1753360"/>
                  </a:lnTo>
                  <a:lnTo>
                    <a:pt x="3857377" y="1753360"/>
                  </a:lnTo>
                  <a:lnTo>
                    <a:pt x="3857503" y="1753360"/>
                  </a:lnTo>
                  <a:lnTo>
                    <a:pt x="3857503" y="1748449"/>
                  </a:lnTo>
                  <a:lnTo>
                    <a:pt x="3857629" y="1748449"/>
                  </a:lnTo>
                  <a:lnTo>
                    <a:pt x="3857755" y="1748449"/>
                  </a:lnTo>
                  <a:lnTo>
                    <a:pt x="3857882" y="1748449"/>
                  </a:lnTo>
                  <a:lnTo>
                    <a:pt x="3858008" y="1748449"/>
                  </a:lnTo>
                  <a:lnTo>
                    <a:pt x="3858134" y="1748449"/>
                  </a:lnTo>
                  <a:lnTo>
                    <a:pt x="3858260" y="1748449"/>
                  </a:lnTo>
                  <a:lnTo>
                    <a:pt x="3858387" y="1748449"/>
                  </a:lnTo>
                  <a:lnTo>
                    <a:pt x="3858513" y="1748449"/>
                  </a:lnTo>
                  <a:lnTo>
                    <a:pt x="3858639" y="1748449"/>
                  </a:lnTo>
                  <a:lnTo>
                    <a:pt x="3858765" y="1748449"/>
                  </a:lnTo>
                  <a:lnTo>
                    <a:pt x="3858892" y="1748449"/>
                  </a:lnTo>
                  <a:lnTo>
                    <a:pt x="3859018" y="1748449"/>
                  </a:lnTo>
                  <a:lnTo>
                    <a:pt x="3859144" y="1748449"/>
                  </a:lnTo>
                  <a:lnTo>
                    <a:pt x="3859270" y="1748449"/>
                  </a:lnTo>
                  <a:lnTo>
                    <a:pt x="3859397" y="1748449"/>
                  </a:lnTo>
                  <a:lnTo>
                    <a:pt x="3859523" y="1748449"/>
                  </a:lnTo>
                  <a:lnTo>
                    <a:pt x="3859649" y="1748449"/>
                  </a:lnTo>
                  <a:lnTo>
                    <a:pt x="3859775" y="1748449"/>
                  </a:lnTo>
                  <a:lnTo>
                    <a:pt x="3859902" y="1748449"/>
                  </a:lnTo>
                  <a:lnTo>
                    <a:pt x="3860028" y="1748449"/>
                  </a:lnTo>
                  <a:lnTo>
                    <a:pt x="3860154" y="1748449"/>
                  </a:lnTo>
                  <a:lnTo>
                    <a:pt x="3860280" y="1748449"/>
                  </a:lnTo>
                  <a:lnTo>
                    <a:pt x="3860407" y="1748449"/>
                  </a:lnTo>
                  <a:lnTo>
                    <a:pt x="3860533" y="1748449"/>
                  </a:lnTo>
                  <a:lnTo>
                    <a:pt x="3860659" y="1748449"/>
                  </a:lnTo>
                  <a:lnTo>
                    <a:pt x="3860786" y="1748449"/>
                  </a:lnTo>
                  <a:lnTo>
                    <a:pt x="3860912" y="1748449"/>
                  </a:lnTo>
                  <a:lnTo>
                    <a:pt x="3861038" y="1748449"/>
                  </a:lnTo>
                  <a:lnTo>
                    <a:pt x="3861164" y="1748449"/>
                  </a:lnTo>
                  <a:lnTo>
                    <a:pt x="3861291" y="1748449"/>
                  </a:lnTo>
                  <a:lnTo>
                    <a:pt x="3861417" y="1748449"/>
                  </a:lnTo>
                  <a:lnTo>
                    <a:pt x="3861543" y="1748449"/>
                  </a:lnTo>
                  <a:lnTo>
                    <a:pt x="3861669" y="1748449"/>
                  </a:lnTo>
                  <a:lnTo>
                    <a:pt x="3861796" y="1748449"/>
                  </a:lnTo>
                  <a:lnTo>
                    <a:pt x="3861922" y="1748449"/>
                  </a:lnTo>
                  <a:lnTo>
                    <a:pt x="3862048" y="1748449"/>
                  </a:lnTo>
                  <a:lnTo>
                    <a:pt x="3862174" y="1748449"/>
                  </a:lnTo>
                  <a:lnTo>
                    <a:pt x="3862301" y="1748449"/>
                  </a:lnTo>
                  <a:lnTo>
                    <a:pt x="3862427" y="1748449"/>
                  </a:lnTo>
                  <a:lnTo>
                    <a:pt x="3862553" y="1748449"/>
                  </a:lnTo>
                  <a:lnTo>
                    <a:pt x="3862679" y="1748449"/>
                  </a:lnTo>
                  <a:lnTo>
                    <a:pt x="3862806" y="1748449"/>
                  </a:lnTo>
                  <a:lnTo>
                    <a:pt x="3862932" y="1748449"/>
                  </a:lnTo>
                  <a:lnTo>
                    <a:pt x="3863058" y="1748449"/>
                  </a:lnTo>
                  <a:lnTo>
                    <a:pt x="3863184" y="1748449"/>
                  </a:lnTo>
                  <a:lnTo>
                    <a:pt x="3863311" y="1748449"/>
                  </a:lnTo>
                  <a:lnTo>
                    <a:pt x="3863437" y="1748449"/>
                  </a:lnTo>
                  <a:lnTo>
                    <a:pt x="3863563" y="1748449"/>
                  </a:lnTo>
                  <a:lnTo>
                    <a:pt x="3863689" y="1748449"/>
                  </a:lnTo>
                  <a:lnTo>
                    <a:pt x="3863816" y="1748449"/>
                  </a:lnTo>
                  <a:lnTo>
                    <a:pt x="3863942" y="1748449"/>
                  </a:lnTo>
                  <a:lnTo>
                    <a:pt x="3864068" y="1748449"/>
                  </a:lnTo>
                  <a:lnTo>
                    <a:pt x="3864068" y="1743538"/>
                  </a:lnTo>
                  <a:lnTo>
                    <a:pt x="3864194" y="1743538"/>
                  </a:lnTo>
                  <a:lnTo>
                    <a:pt x="3864321" y="1743538"/>
                  </a:lnTo>
                  <a:lnTo>
                    <a:pt x="3864447" y="1743538"/>
                  </a:lnTo>
                  <a:lnTo>
                    <a:pt x="3864573" y="1743538"/>
                  </a:lnTo>
                  <a:lnTo>
                    <a:pt x="3864699" y="1743538"/>
                  </a:lnTo>
                  <a:lnTo>
                    <a:pt x="3864826" y="1743538"/>
                  </a:lnTo>
                  <a:lnTo>
                    <a:pt x="3864952" y="1743538"/>
                  </a:lnTo>
                  <a:lnTo>
                    <a:pt x="3865078" y="1743538"/>
                  </a:lnTo>
                  <a:lnTo>
                    <a:pt x="3865204" y="1743538"/>
                  </a:lnTo>
                  <a:lnTo>
                    <a:pt x="3865331" y="1743538"/>
                  </a:lnTo>
                  <a:lnTo>
                    <a:pt x="3865457" y="1743538"/>
                  </a:lnTo>
                  <a:lnTo>
                    <a:pt x="3865583" y="1743538"/>
                  </a:lnTo>
                  <a:lnTo>
                    <a:pt x="3865709" y="1743538"/>
                  </a:lnTo>
                  <a:lnTo>
                    <a:pt x="3865836" y="1743538"/>
                  </a:lnTo>
                  <a:lnTo>
                    <a:pt x="3865962" y="1743538"/>
                  </a:lnTo>
                  <a:lnTo>
                    <a:pt x="3866088" y="1743538"/>
                  </a:lnTo>
                  <a:lnTo>
                    <a:pt x="3866215" y="1743538"/>
                  </a:lnTo>
                  <a:lnTo>
                    <a:pt x="3866341" y="1743538"/>
                  </a:lnTo>
                  <a:lnTo>
                    <a:pt x="3866467" y="1743538"/>
                  </a:lnTo>
                  <a:lnTo>
                    <a:pt x="3866593" y="1743538"/>
                  </a:lnTo>
                  <a:lnTo>
                    <a:pt x="3866720" y="1743538"/>
                  </a:lnTo>
                  <a:lnTo>
                    <a:pt x="3866846" y="1743538"/>
                  </a:lnTo>
                  <a:lnTo>
                    <a:pt x="3866972" y="1743538"/>
                  </a:lnTo>
                  <a:lnTo>
                    <a:pt x="3867098" y="1743538"/>
                  </a:lnTo>
                  <a:lnTo>
                    <a:pt x="3867225" y="1743538"/>
                  </a:lnTo>
                  <a:lnTo>
                    <a:pt x="3867351" y="1743538"/>
                  </a:lnTo>
                  <a:lnTo>
                    <a:pt x="3867477" y="1743538"/>
                  </a:lnTo>
                  <a:lnTo>
                    <a:pt x="3867603" y="1743538"/>
                  </a:lnTo>
                  <a:lnTo>
                    <a:pt x="3867730" y="1743538"/>
                  </a:lnTo>
                  <a:lnTo>
                    <a:pt x="3867856" y="1743538"/>
                  </a:lnTo>
                  <a:lnTo>
                    <a:pt x="3867982" y="1743538"/>
                  </a:lnTo>
                  <a:lnTo>
                    <a:pt x="3868108" y="1743538"/>
                  </a:lnTo>
                  <a:lnTo>
                    <a:pt x="3868235" y="1743538"/>
                  </a:lnTo>
                  <a:lnTo>
                    <a:pt x="3868361" y="1743538"/>
                  </a:lnTo>
                  <a:lnTo>
                    <a:pt x="3868487" y="1743538"/>
                  </a:lnTo>
                  <a:lnTo>
                    <a:pt x="3868613" y="1743538"/>
                  </a:lnTo>
                  <a:lnTo>
                    <a:pt x="3868740" y="1743538"/>
                  </a:lnTo>
                  <a:lnTo>
                    <a:pt x="3868866" y="1743538"/>
                  </a:lnTo>
                  <a:lnTo>
                    <a:pt x="3868992" y="1743538"/>
                  </a:lnTo>
                  <a:lnTo>
                    <a:pt x="3869118" y="1743538"/>
                  </a:lnTo>
                  <a:lnTo>
                    <a:pt x="3869245" y="1743538"/>
                  </a:lnTo>
                  <a:lnTo>
                    <a:pt x="3869371" y="1743538"/>
                  </a:lnTo>
                  <a:lnTo>
                    <a:pt x="3869497" y="1743538"/>
                  </a:lnTo>
                  <a:lnTo>
                    <a:pt x="3869623" y="1743538"/>
                  </a:lnTo>
                  <a:lnTo>
                    <a:pt x="3869750" y="1743538"/>
                  </a:lnTo>
                  <a:lnTo>
                    <a:pt x="3869876" y="1743538"/>
                  </a:lnTo>
                  <a:lnTo>
                    <a:pt x="3870002" y="1743538"/>
                  </a:lnTo>
                  <a:lnTo>
                    <a:pt x="3870128" y="1743538"/>
                  </a:lnTo>
                  <a:lnTo>
                    <a:pt x="3870255" y="1743538"/>
                  </a:lnTo>
                  <a:lnTo>
                    <a:pt x="3870381" y="1743538"/>
                  </a:lnTo>
                  <a:lnTo>
                    <a:pt x="3870381" y="1738626"/>
                  </a:lnTo>
                  <a:lnTo>
                    <a:pt x="3870507" y="1738626"/>
                  </a:lnTo>
                  <a:lnTo>
                    <a:pt x="3870633" y="1738626"/>
                  </a:lnTo>
                  <a:lnTo>
                    <a:pt x="3870760" y="1738626"/>
                  </a:lnTo>
                  <a:lnTo>
                    <a:pt x="3870886" y="1738626"/>
                  </a:lnTo>
                  <a:lnTo>
                    <a:pt x="3871012" y="1738626"/>
                  </a:lnTo>
                  <a:lnTo>
                    <a:pt x="3871139" y="1738626"/>
                  </a:lnTo>
                  <a:lnTo>
                    <a:pt x="3871265" y="1738626"/>
                  </a:lnTo>
                  <a:lnTo>
                    <a:pt x="3871391" y="1738626"/>
                  </a:lnTo>
                  <a:lnTo>
                    <a:pt x="3871517" y="1738626"/>
                  </a:lnTo>
                  <a:lnTo>
                    <a:pt x="3871644" y="1738626"/>
                  </a:lnTo>
                  <a:lnTo>
                    <a:pt x="3871770" y="1738626"/>
                  </a:lnTo>
                  <a:lnTo>
                    <a:pt x="3871896" y="1738626"/>
                  </a:lnTo>
                  <a:lnTo>
                    <a:pt x="3872022" y="1738626"/>
                  </a:lnTo>
                  <a:lnTo>
                    <a:pt x="3872149" y="1738626"/>
                  </a:lnTo>
                  <a:lnTo>
                    <a:pt x="3872275" y="1738626"/>
                  </a:lnTo>
                  <a:lnTo>
                    <a:pt x="3872401" y="1738626"/>
                  </a:lnTo>
                  <a:lnTo>
                    <a:pt x="3872527" y="1738626"/>
                  </a:lnTo>
                  <a:lnTo>
                    <a:pt x="3872654" y="1738626"/>
                  </a:lnTo>
                  <a:lnTo>
                    <a:pt x="3872780" y="1738626"/>
                  </a:lnTo>
                  <a:lnTo>
                    <a:pt x="3872906" y="1738626"/>
                  </a:lnTo>
                  <a:lnTo>
                    <a:pt x="3873032" y="1738626"/>
                  </a:lnTo>
                  <a:lnTo>
                    <a:pt x="3873159" y="1738626"/>
                  </a:lnTo>
                  <a:lnTo>
                    <a:pt x="3873285" y="1738626"/>
                  </a:lnTo>
                  <a:lnTo>
                    <a:pt x="3873411" y="1738626"/>
                  </a:lnTo>
                  <a:lnTo>
                    <a:pt x="3873537" y="1738626"/>
                  </a:lnTo>
                  <a:lnTo>
                    <a:pt x="3873664" y="1738626"/>
                  </a:lnTo>
                  <a:lnTo>
                    <a:pt x="3873790" y="1738626"/>
                  </a:lnTo>
                  <a:lnTo>
                    <a:pt x="3873916" y="1738626"/>
                  </a:lnTo>
                  <a:lnTo>
                    <a:pt x="3874042" y="1738626"/>
                  </a:lnTo>
                  <a:lnTo>
                    <a:pt x="3874169" y="1738626"/>
                  </a:lnTo>
                  <a:lnTo>
                    <a:pt x="3874295" y="1738626"/>
                  </a:lnTo>
                  <a:lnTo>
                    <a:pt x="3874421" y="1738626"/>
                  </a:lnTo>
                  <a:lnTo>
                    <a:pt x="3874421" y="1733715"/>
                  </a:lnTo>
                  <a:lnTo>
                    <a:pt x="3874547" y="1733715"/>
                  </a:lnTo>
                  <a:lnTo>
                    <a:pt x="3874674" y="1733715"/>
                  </a:lnTo>
                  <a:lnTo>
                    <a:pt x="3874800" y="1733715"/>
                  </a:lnTo>
                  <a:lnTo>
                    <a:pt x="3874926" y="1733715"/>
                  </a:lnTo>
                  <a:lnTo>
                    <a:pt x="3875052" y="1733715"/>
                  </a:lnTo>
                  <a:lnTo>
                    <a:pt x="3875179" y="1733715"/>
                  </a:lnTo>
                  <a:lnTo>
                    <a:pt x="3875305" y="1733715"/>
                  </a:lnTo>
                  <a:lnTo>
                    <a:pt x="3875431" y="1733715"/>
                  </a:lnTo>
                  <a:lnTo>
                    <a:pt x="3875557" y="1733715"/>
                  </a:lnTo>
                  <a:lnTo>
                    <a:pt x="3875684" y="1733715"/>
                  </a:lnTo>
                  <a:lnTo>
                    <a:pt x="3875810" y="1733715"/>
                  </a:lnTo>
                  <a:lnTo>
                    <a:pt x="3875936" y="1733715"/>
                  </a:lnTo>
                  <a:lnTo>
                    <a:pt x="3876062" y="1733715"/>
                  </a:lnTo>
                  <a:lnTo>
                    <a:pt x="3876189" y="1733715"/>
                  </a:lnTo>
                  <a:lnTo>
                    <a:pt x="3876315" y="1733715"/>
                  </a:lnTo>
                  <a:lnTo>
                    <a:pt x="3876441" y="1733715"/>
                  </a:lnTo>
                  <a:lnTo>
                    <a:pt x="3876568" y="1733715"/>
                  </a:lnTo>
                  <a:lnTo>
                    <a:pt x="3876694" y="1733715"/>
                  </a:lnTo>
                  <a:lnTo>
                    <a:pt x="3876820" y="1733715"/>
                  </a:lnTo>
                  <a:lnTo>
                    <a:pt x="3876946" y="1733715"/>
                  </a:lnTo>
                  <a:lnTo>
                    <a:pt x="3877073" y="1733715"/>
                  </a:lnTo>
                  <a:lnTo>
                    <a:pt x="3877199" y="1733715"/>
                  </a:lnTo>
                  <a:lnTo>
                    <a:pt x="3877325" y="1733715"/>
                  </a:lnTo>
                  <a:lnTo>
                    <a:pt x="3877451" y="1733715"/>
                  </a:lnTo>
                  <a:lnTo>
                    <a:pt x="3877578" y="1733715"/>
                  </a:lnTo>
                  <a:lnTo>
                    <a:pt x="3877704" y="1733715"/>
                  </a:lnTo>
                  <a:lnTo>
                    <a:pt x="3877830" y="1733715"/>
                  </a:lnTo>
                  <a:lnTo>
                    <a:pt x="3877956" y="1733715"/>
                  </a:lnTo>
                  <a:lnTo>
                    <a:pt x="3878083" y="1733715"/>
                  </a:lnTo>
                  <a:lnTo>
                    <a:pt x="3878209" y="1733715"/>
                  </a:lnTo>
                  <a:lnTo>
                    <a:pt x="3878335" y="1733715"/>
                  </a:lnTo>
                  <a:lnTo>
                    <a:pt x="3878461" y="1733715"/>
                  </a:lnTo>
                  <a:lnTo>
                    <a:pt x="3878588" y="1733715"/>
                  </a:lnTo>
                  <a:lnTo>
                    <a:pt x="3878714" y="1733715"/>
                  </a:lnTo>
                  <a:lnTo>
                    <a:pt x="3878840" y="1733715"/>
                  </a:lnTo>
                  <a:lnTo>
                    <a:pt x="3878966" y="1733715"/>
                  </a:lnTo>
                  <a:lnTo>
                    <a:pt x="3879093" y="1733715"/>
                  </a:lnTo>
                  <a:lnTo>
                    <a:pt x="3879219" y="1733715"/>
                  </a:lnTo>
                  <a:lnTo>
                    <a:pt x="3879345" y="1733715"/>
                  </a:lnTo>
                  <a:lnTo>
                    <a:pt x="3879471" y="1733715"/>
                  </a:lnTo>
                  <a:lnTo>
                    <a:pt x="3879598" y="1733715"/>
                  </a:lnTo>
                  <a:lnTo>
                    <a:pt x="3879724" y="1733715"/>
                  </a:lnTo>
                  <a:lnTo>
                    <a:pt x="3879850" y="1733715"/>
                  </a:lnTo>
                  <a:lnTo>
                    <a:pt x="3879976" y="1733715"/>
                  </a:lnTo>
                  <a:lnTo>
                    <a:pt x="3880103" y="1733715"/>
                  </a:lnTo>
                  <a:lnTo>
                    <a:pt x="3880229" y="1733715"/>
                  </a:lnTo>
                  <a:lnTo>
                    <a:pt x="3880355" y="1733715"/>
                  </a:lnTo>
                  <a:lnTo>
                    <a:pt x="3880481" y="1733715"/>
                  </a:lnTo>
                  <a:lnTo>
                    <a:pt x="3880608" y="1733715"/>
                  </a:lnTo>
                  <a:lnTo>
                    <a:pt x="3880734" y="1733715"/>
                  </a:lnTo>
                  <a:lnTo>
                    <a:pt x="3880860" y="1733715"/>
                  </a:lnTo>
                  <a:lnTo>
                    <a:pt x="3880986" y="1733715"/>
                  </a:lnTo>
                  <a:lnTo>
                    <a:pt x="3881113" y="1733715"/>
                  </a:lnTo>
                  <a:lnTo>
                    <a:pt x="3881239" y="1733715"/>
                  </a:lnTo>
                  <a:lnTo>
                    <a:pt x="3881365" y="1733715"/>
                  </a:lnTo>
                  <a:lnTo>
                    <a:pt x="3881492" y="1733715"/>
                  </a:lnTo>
                  <a:lnTo>
                    <a:pt x="3881618" y="1733715"/>
                  </a:lnTo>
                  <a:lnTo>
                    <a:pt x="3881744" y="1733715"/>
                  </a:lnTo>
                  <a:lnTo>
                    <a:pt x="3881870" y="1733715"/>
                  </a:lnTo>
                  <a:lnTo>
                    <a:pt x="3881997" y="1733715"/>
                  </a:lnTo>
                  <a:lnTo>
                    <a:pt x="3882123" y="1733715"/>
                  </a:lnTo>
                  <a:lnTo>
                    <a:pt x="3882123" y="1728803"/>
                  </a:lnTo>
                  <a:lnTo>
                    <a:pt x="3882249" y="1728803"/>
                  </a:lnTo>
                  <a:lnTo>
                    <a:pt x="3882375" y="1728803"/>
                  </a:lnTo>
                  <a:lnTo>
                    <a:pt x="3882502" y="1728803"/>
                  </a:lnTo>
                  <a:lnTo>
                    <a:pt x="3882628" y="1728803"/>
                  </a:lnTo>
                  <a:lnTo>
                    <a:pt x="3882754" y="1728803"/>
                  </a:lnTo>
                  <a:lnTo>
                    <a:pt x="3882880" y="1728803"/>
                  </a:lnTo>
                  <a:lnTo>
                    <a:pt x="3883007" y="1728803"/>
                  </a:lnTo>
                  <a:lnTo>
                    <a:pt x="3883133" y="1728803"/>
                  </a:lnTo>
                  <a:lnTo>
                    <a:pt x="3883259" y="1728803"/>
                  </a:lnTo>
                  <a:lnTo>
                    <a:pt x="3883385" y="1728803"/>
                  </a:lnTo>
                  <a:lnTo>
                    <a:pt x="3883512" y="1728803"/>
                  </a:lnTo>
                  <a:lnTo>
                    <a:pt x="3883638" y="1728803"/>
                  </a:lnTo>
                  <a:lnTo>
                    <a:pt x="3883764" y="1728803"/>
                  </a:lnTo>
                  <a:lnTo>
                    <a:pt x="3883890" y="1728803"/>
                  </a:lnTo>
                  <a:lnTo>
                    <a:pt x="3884017" y="1728803"/>
                  </a:lnTo>
                  <a:lnTo>
                    <a:pt x="3884143" y="1728803"/>
                  </a:lnTo>
                  <a:lnTo>
                    <a:pt x="3884269" y="1728803"/>
                  </a:lnTo>
                  <a:lnTo>
                    <a:pt x="3884395" y="1728803"/>
                  </a:lnTo>
                  <a:lnTo>
                    <a:pt x="3884522" y="1728803"/>
                  </a:lnTo>
                  <a:lnTo>
                    <a:pt x="3884648" y="1728803"/>
                  </a:lnTo>
                  <a:lnTo>
                    <a:pt x="3884774" y="1728803"/>
                  </a:lnTo>
                  <a:lnTo>
                    <a:pt x="3884900" y="1728803"/>
                  </a:lnTo>
                  <a:lnTo>
                    <a:pt x="3885027" y="1728803"/>
                  </a:lnTo>
                  <a:lnTo>
                    <a:pt x="3885153" y="1728803"/>
                  </a:lnTo>
                  <a:lnTo>
                    <a:pt x="3885279" y="1728803"/>
                  </a:lnTo>
                  <a:lnTo>
                    <a:pt x="3885279" y="1723892"/>
                  </a:lnTo>
                  <a:lnTo>
                    <a:pt x="3885405" y="1723892"/>
                  </a:lnTo>
                  <a:lnTo>
                    <a:pt x="3885532" y="1723892"/>
                  </a:lnTo>
                  <a:lnTo>
                    <a:pt x="3885658" y="1723892"/>
                  </a:lnTo>
                  <a:lnTo>
                    <a:pt x="3885784" y="1723892"/>
                  </a:lnTo>
                  <a:lnTo>
                    <a:pt x="3885910" y="1723892"/>
                  </a:lnTo>
                  <a:lnTo>
                    <a:pt x="3886037" y="1723892"/>
                  </a:lnTo>
                  <a:lnTo>
                    <a:pt x="3886163" y="1723892"/>
                  </a:lnTo>
                  <a:lnTo>
                    <a:pt x="3886289" y="1723892"/>
                  </a:lnTo>
                  <a:lnTo>
                    <a:pt x="3886415" y="1723892"/>
                  </a:lnTo>
                  <a:lnTo>
                    <a:pt x="3886542" y="1723892"/>
                  </a:lnTo>
                  <a:lnTo>
                    <a:pt x="3886668" y="1723892"/>
                  </a:lnTo>
                  <a:lnTo>
                    <a:pt x="3886794" y="1723892"/>
                  </a:lnTo>
                  <a:lnTo>
                    <a:pt x="3886921" y="1723892"/>
                  </a:lnTo>
                  <a:lnTo>
                    <a:pt x="3887047" y="1723892"/>
                  </a:lnTo>
                  <a:lnTo>
                    <a:pt x="3887173" y="1723892"/>
                  </a:lnTo>
                  <a:lnTo>
                    <a:pt x="3887299" y="1723892"/>
                  </a:lnTo>
                  <a:lnTo>
                    <a:pt x="3887426" y="1723892"/>
                  </a:lnTo>
                  <a:lnTo>
                    <a:pt x="3887552" y="1723892"/>
                  </a:lnTo>
                  <a:lnTo>
                    <a:pt x="3887678" y="1723892"/>
                  </a:lnTo>
                  <a:lnTo>
                    <a:pt x="3887804" y="1723892"/>
                  </a:lnTo>
                  <a:lnTo>
                    <a:pt x="3887931" y="1723892"/>
                  </a:lnTo>
                  <a:lnTo>
                    <a:pt x="3888057" y="1723892"/>
                  </a:lnTo>
                  <a:lnTo>
                    <a:pt x="3888183" y="1723892"/>
                  </a:lnTo>
                  <a:lnTo>
                    <a:pt x="3888309" y="1723892"/>
                  </a:lnTo>
                  <a:lnTo>
                    <a:pt x="3888436" y="1723892"/>
                  </a:lnTo>
                  <a:lnTo>
                    <a:pt x="3888562" y="1723892"/>
                  </a:lnTo>
                  <a:lnTo>
                    <a:pt x="3888688" y="1723892"/>
                  </a:lnTo>
                  <a:lnTo>
                    <a:pt x="3888814" y="1723892"/>
                  </a:lnTo>
                  <a:lnTo>
                    <a:pt x="3888941" y="1723892"/>
                  </a:lnTo>
                  <a:lnTo>
                    <a:pt x="3889067" y="1723892"/>
                  </a:lnTo>
                  <a:lnTo>
                    <a:pt x="3889193" y="1723892"/>
                  </a:lnTo>
                  <a:lnTo>
                    <a:pt x="3889319" y="1723892"/>
                  </a:lnTo>
                  <a:lnTo>
                    <a:pt x="3889446" y="1723892"/>
                  </a:lnTo>
                  <a:lnTo>
                    <a:pt x="3889572" y="1723892"/>
                  </a:lnTo>
                  <a:lnTo>
                    <a:pt x="3889698" y="1723892"/>
                  </a:lnTo>
                  <a:lnTo>
                    <a:pt x="3889824" y="1723892"/>
                  </a:lnTo>
                  <a:lnTo>
                    <a:pt x="3889951" y="1723892"/>
                  </a:lnTo>
                  <a:lnTo>
                    <a:pt x="3890077" y="1723892"/>
                  </a:lnTo>
                  <a:lnTo>
                    <a:pt x="3890203" y="1723892"/>
                  </a:lnTo>
                  <a:lnTo>
                    <a:pt x="3890329" y="1723892"/>
                  </a:lnTo>
                  <a:lnTo>
                    <a:pt x="3890456" y="1723892"/>
                  </a:lnTo>
                  <a:lnTo>
                    <a:pt x="3890582" y="1723892"/>
                  </a:lnTo>
                  <a:lnTo>
                    <a:pt x="3890708" y="1723892"/>
                  </a:lnTo>
                  <a:lnTo>
                    <a:pt x="3890834" y="1723892"/>
                  </a:lnTo>
                  <a:lnTo>
                    <a:pt x="3890961" y="1723892"/>
                  </a:lnTo>
                  <a:lnTo>
                    <a:pt x="3891087" y="1723892"/>
                  </a:lnTo>
                  <a:lnTo>
                    <a:pt x="3891213" y="1723892"/>
                  </a:lnTo>
                  <a:lnTo>
                    <a:pt x="3891339" y="1723892"/>
                  </a:lnTo>
                  <a:lnTo>
                    <a:pt x="3891466" y="1723892"/>
                  </a:lnTo>
                  <a:lnTo>
                    <a:pt x="3891592" y="1723892"/>
                  </a:lnTo>
                  <a:lnTo>
                    <a:pt x="3891718" y="1723892"/>
                  </a:lnTo>
                  <a:lnTo>
                    <a:pt x="3891845" y="1723892"/>
                  </a:lnTo>
                  <a:lnTo>
                    <a:pt x="3891971" y="1723892"/>
                  </a:lnTo>
                  <a:lnTo>
                    <a:pt x="3892097" y="1723892"/>
                  </a:lnTo>
                  <a:lnTo>
                    <a:pt x="3892223" y="1723892"/>
                  </a:lnTo>
                  <a:lnTo>
                    <a:pt x="3892350" y="1723892"/>
                  </a:lnTo>
                  <a:lnTo>
                    <a:pt x="3892476" y="1723892"/>
                  </a:lnTo>
                  <a:lnTo>
                    <a:pt x="3892602" y="1723892"/>
                  </a:lnTo>
                  <a:lnTo>
                    <a:pt x="3892728" y="1723892"/>
                  </a:lnTo>
                  <a:lnTo>
                    <a:pt x="3892855" y="1723892"/>
                  </a:lnTo>
                  <a:lnTo>
                    <a:pt x="3892981" y="1723892"/>
                  </a:lnTo>
                  <a:lnTo>
                    <a:pt x="3893107" y="1723892"/>
                  </a:lnTo>
                  <a:lnTo>
                    <a:pt x="3893233" y="1723892"/>
                  </a:lnTo>
                  <a:lnTo>
                    <a:pt x="3893360" y="1723892"/>
                  </a:lnTo>
                  <a:lnTo>
                    <a:pt x="3893486" y="1723892"/>
                  </a:lnTo>
                  <a:lnTo>
                    <a:pt x="3893612" y="1723892"/>
                  </a:lnTo>
                  <a:lnTo>
                    <a:pt x="3893612" y="1718981"/>
                  </a:lnTo>
                  <a:lnTo>
                    <a:pt x="3893738" y="1718981"/>
                  </a:lnTo>
                  <a:lnTo>
                    <a:pt x="3893865" y="1718981"/>
                  </a:lnTo>
                  <a:lnTo>
                    <a:pt x="3893991" y="1718981"/>
                  </a:lnTo>
                  <a:lnTo>
                    <a:pt x="3894117" y="1718981"/>
                  </a:lnTo>
                  <a:lnTo>
                    <a:pt x="3894243" y="1718981"/>
                  </a:lnTo>
                  <a:lnTo>
                    <a:pt x="3894370" y="1718981"/>
                  </a:lnTo>
                  <a:lnTo>
                    <a:pt x="3894496" y="1718981"/>
                  </a:lnTo>
                  <a:lnTo>
                    <a:pt x="3894622" y="1718981"/>
                  </a:lnTo>
                  <a:lnTo>
                    <a:pt x="3894748" y="1718981"/>
                  </a:lnTo>
                  <a:lnTo>
                    <a:pt x="3894875" y="1718981"/>
                  </a:lnTo>
                  <a:lnTo>
                    <a:pt x="3895001" y="1718981"/>
                  </a:lnTo>
                  <a:lnTo>
                    <a:pt x="3895127" y="1718981"/>
                  </a:lnTo>
                  <a:lnTo>
                    <a:pt x="3895253" y="1718981"/>
                  </a:lnTo>
                  <a:lnTo>
                    <a:pt x="3895380" y="1718981"/>
                  </a:lnTo>
                  <a:lnTo>
                    <a:pt x="3895506" y="1718981"/>
                  </a:lnTo>
                  <a:lnTo>
                    <a:pt x="3895506" y="1714069"/>
                  </a:lnTo>
                  <a:lnTo>
                    <a:pt x="3895632" y="1714069"/>
                  </a:lnTo>
                  <a:lnTo>
                    <a:pt x="3895758" y="1714069"/>
                  </a:lnTo>
                  <a:lnTo>
                    <a:pt x="3895885" y="1714069"/>
                  </a:lnTo>
                  <a:lnTo>
                    <a:pt x="3896011" y="1714069"/>
                  </a:lnTo>
                  <a:lnTo>
                    <a:pt x="3896137" y="1714069"/>
                  </a:lnTo>
                  <a:lnTo>
                    <a:pt x="3896263" y="1714069"/>
                  </a:lnTo>
                  <a:lnTo>
                    <a:pt x="3896390" y="1714069"/>
                  </a:lnTo>
                  <a:lnTo>
                    <a:pt x="3896516" y="1714069"/>
                  </a:lnTo>
                  <a:lnTo>
                    <a:pt x="3896642" y="1714069"/>
                  </a:lnTo>
                  <a:lnTo>
                    <a:pt x="3896768" y="1714069"/>
                  </a:lnTo>
                  <a:lnTo>
                    <a:pt x="3896895" y="1714069"/>
                  </a:lnTo>
                  <a:lnTo>
                    <a:pt x="3897021" y="1714069"/>
                  </a:lnTo>
                  <a:lnTo>
                    <a:pt x="3897147" y="1714069"/>
                  </a:lnTo>
                  <a:lnTo>
                    <a:pt x="3897274" y="1714069"/>
                  </a:lnTo>
                  <a:lnTo>
                    <a:pt x="3897400" y="1714069"/>
                  </a:lnTo>
                  <a:lnTo>
                    <a:pt x="3897526" y="1714069"/>
                  </a:lnTo>
                  <a:lnTo>
                    <a:pt x="3897652" y="1714069"/>
                  </a:lnTo>
                  <a:lnTo>
                    <a:pt x="3897779" y="1714069"/>
                  </a:lnTo>
                  <a:lnTo>
                    <a:pt x="3897905" y="1714069"/>
                  </a:lnTo>
                  <a:lnTo>
                    <a:pt x="3898031" y="1714069"/>
                  </a:lnTo>
                  <a:lnTo>
                    <a:pt x="3898157" y="1714069"/>
                  </a:lnTo>
                  <a:lnTo>
                    <a:pt x="3898284" y="1714069"/>
                  </a:lnTo>
                  <a:lnTo>
                    <a:pt x="3898410" y="1714069"/>
                  </a:lnTo>
                  <a:lnTo>
                    <a:pt x="3898536" y="1714069"/>
                  </a:lnTo>
                  <a:lnTo>
                    <a:pt x="3898662" y="1714069"/>
                  </a:lnTo>
                  <a:lnTo>
                    <a:pt x="3898789" y="1714069"/>
                  </a:lnTo>
                  <a:lnTo>
                    <a:pt x="3898915" y="1714069"/>
                  </a:lnTo>
                  <a:lnTo>
                    <a:pt x="3899041" y="1714069"/>
                  </a:lnTo>
                  <a:lnTo>
                    <a:pt x="3899167" y="1714069"/>
                  </a:lnTo>
                  <a:lnTo>
                    <a:pt x="3899294" y="1714069"/>
                  </a:lnTo>
                  <a:lnTo>
                    <a:pt x="3899420" y="1714069"/>
                  </a:lnTo>
                  <a:lnTo>
                    <a:pt x="3899546" y="1714069"/>
                  </a:lnTo>
                  <a:lnTo>
                    <a:pt x="3899672" y="1714069"/>
                  </a:lnTo>
                  <a:lnTo>
                    <a:pt x="3899799" y="1714069"/>
                  </a:lnTo>
                  <a:lnTo>
                    <a:pt x="3899925" y="1714069"/>
                  </a:lnTo>
                  <a:lnTo>
                    <a:pt x="3900051" y="1714069"/>
                  </a:lnTo>
                  <a:lnTo>
                    <a:pt x="3900177" y="1714069"/>
                  </a:lnTo>
                  <a:lnTo>
                    <a:pt x="3900304" y="1714069"/>
                  </a:lnTo>
                  <a:lnTo>
                    <a:pt x="3900430" y="1714069"/>
                  </a:lnTo>
                  <a:lnTo>
                    <a:pt x="3900556" y="1714069"/>
                  </a:lnTo>
                  <a:lnTo>
                    <a:pt x="3900682" y="1714069"/>
                  </a:lnTo>
                  <a:lnTo>
                    <a:pt x="3900809" y="1714069"/>
                  </a:lnTo>
                  <a:lnTo>
                    <a:pt x="3900935" y="1714069"/>
                  </a:lnTo>
                  <a:lnTo>
                    <a:pt x="3901061" y="1714069"/>
                  </a:lnTo>
                  <a:lnTo>
                    <a:pt x="3901187" y="1714069"/>
                  </a:lnTo>
                  <a:lnTo>
                    <a:pt x="3901187" y="1709158"/>
                  </a:lnTo>
                  <a:lnTo>
                    <a:pt x="3901314" y="1709158"/>
                  </a:lnTo>
                  <a:lnTo>
                    <a:pt x="3901440" y="1709158"/>
                  </a:lnTo>
                  <a:lnTo>
                    <a:pt x="3901566" y="1709158"/>
                  </a:lnTo>
                  <a:lnTo>
                    <a:pt x="3901692" y="1709158"/>
                  </a:lnTo>
                  <a:lnTo>
                    <a:pt x="3901819" y="1709158"/>
                  </a:lnTo>
                  <a:lnTo>
                    <a:pt x="3901945" y="1709158"/>
                  </a:lnTo>
                  <a:lnTo>
                    <a:pt x="3902071" y="1709158"/>
                  </a:lnTo>
                  <a:lnTo>
                    <a:pt x="3902198" y="1709158"/>
                  </a:lnTo>
                  <a:lnTo>
                    <a:pt x="3902324" y="1709158"/>
                  </a:lnTo>
                  <a:lnTo>
                    <a:pt x="3902450" y="1709158"/>
                  </a:lnTo>
                  <a:lnTo>
                    <a:pt x="3902576" y="1709158"/>
                  </a:lnTo>
                  <a:lnTo>
                    <a:pt x="3902703" y="1709158"/>
                  </a:lnTo>
                  <a:lnTo>
                    <a:pt x="3902829" y="1709158"/>
                  </a:lnTo>
                  <a:lnTo>
                    <a:pt x="3902955" y="1709158"/>
                  </a:lnTo>
                  <a:lnTo>
                    <a:pt x="3903081" y="1709158"/>
                  </a:lnTo>
                  <a:lnTo>
                    <a:pt x="3903208" y="1709158"/>
                  </a:lnTo>
                  <a:lnTo>
                    <a:pt x="3903334" y="1709158"/>
                  </a:lnTo>
                  <a:lnTo>
                    <a:pt x="3903460" y="1709158"/>
                  </a:lnTo>
                  <a:lnTo>
                    <a:pt x="3903586" y="1709158"/>
                  </a:lnTo>
                  <a:lnTo>
                    <a:pt x="3903713" y="1709158"/>
                  </a:lnTo>
                  <a:lnTo>
                    <a:pt x="3903839" y="1709158"/>
                  </a:lnTo>
                  <a:lnTo>
                    <a:pt x="3903965" y="1709158"/>
                  </a:lnTo>
                  <a:lnTo>
                    <a:pt x="3904091" y="1709158"/>
                  </a:lnTo>
                  <a:lnTo>
                    <a:pt x="3904218" y="1709158"/>
                  </a:lnTo>
                  <a:lnTo>
                    <a:pt x="3904344" y="1709158"/>
                  </a:lnTo>
                  <a:lnTo>
                    <a:pt x="3904470" y="1709158"/>
                  </a:lnTo>
                  <a:lnTo>
                    <a:pt x="3904596" y="1709158"/>
                  </a:lnTo>
                  <a:lnTo>
                    <a:pt x="3904723" y="1709158"/>
                  </a:lnTo>
                  <a:lnTo>
                    <a:pt x="3904849" y="1709158"/>
                  </a:lnTo>
                  <a:lnTo>
                    <a:pt x="3904975" y="1709158"/>
                  </a:lnTo>
                  <a:lnTo>
                    <a:pt x="3905101" y="1709158"/>
                  </a:lnTo>
                  <a:lnTo>
                    <a:pt x="3905228" y="1709158"/>
                  </a:lnTo>
                  <a:lnTo>
                    <a:pt x="3905354" y="1709158"/>
                  </a:lnTo>
                  <a:lnTo>
                    <a:pt x="3905480" y="1709158"/>
                  </a:lnTo>
                  <a:lnTo>
                    <a:pt x="3905606" y="1709158"/>
                  </a:lnTo>
                  <a:lnTo>
                    <a:pt x="3905733" y="1709158"/>
                  </a:lnTo>
                  <a:lnTo>
                    <a:pt x="3905859" y="1709158"/>
                  </a:lnTo>
                  <a:lnTo>
                    <a:pt x="3905985" y="1709158"/>
                  </a:lnTo>
                  <a:lnTo>
                    <a:pt x="3906111" y="1709158"/>
                  </a:lnTo>
                  <a:lnTo>
                    <a:pt x="3906238" y="1709158"/>
                  </a:lnTo>
                  <a:lnTo>
                    <a:pt x="3906364" y="1709158"/>
                  </a:lnTo>
                  <a:lnTo>
                    <a:pt x="3906490" y="1709158"/>
                  </a:lnTo>
                  <a:lnTo>
                    <a:pt x="3906616" y="1709158"/>
                  </a:lnTo>
                  <a:lnTo>
                    <a:pt x="3906743" y="1709158"/>
                  </a:lnTo>
                  <a:lnTo>
                    <a:pt x="3906869" y="1709158"/>
                  </a:lnTo>
                  <a:lnTo>
                    <a:pt x="3906995" y="1709158"/>
                  </a:lnTo>
                  <a:lnTo>
                    <a:pt x="3907121" y="1709158"/>
                  </a:lnTo>
                  <a:lnTo>
                    <a:pt x="3907248" y="1709158"/>
                  </a:lnTo>
                  <a:lnTo>
                    <a:pt x="3907374" y="1709158"/>
                  </a:lnTo>
                  <a:lnTo>
                    <a:pt x="3907500" y="1709158"/>
                  </a:lnTo>
                  <a:lnTo>
                    <a:pt x="3907627" y="1709158"/>
                  </a:lnTo>
                  <a:lnTo>
                    <a:pt x="3907753" y="1709158"/>
                  </a:lnTo>
                  <a:lnTo>
                    <a:pt x="3907879" y="1709158"/>
                  </a:lnTo>
                  <a:lnTo>
                    <a:pt x="3908005" y="1709158"/>
                  </a:lnTo>
                  <a:lnTo>
                    <a:pt x="3908132" y="1709158"/>
                  </a:lnTo>
                  <a:lnTo>
                    <a:pt x="3908258" y="1709158"/>
                  </a:lnTo>
                  <a:lnTo>
                    <a:pt x="3908384" y="1709158"/>
                  </a:lnTo>
                  <a:lnTo>
                    <a:pt x="3908510" y="1709158"/>
                  </a:lnTo>
                  <a:lnTo>
                    <a:pt x="3908637" y="1709158"/>
                  </a:lnTo>
                  <a:lnTo>
                    <a:pt x="3908763" y="1709158"/>
                  </a:lnTo>
                  <a:lnTo>
                    <a:pt x="3908889" y="1709158"/>
                  </a:lnTo>
                  <a:lnTo>
                    <a:pt x="3909015" y="1709158"/>
                  </a:lnTo>
                  <a:lnTo>
                    <a:pt x="3909142" y="1709158"/>
                  </a:lnTo>
                  <a:lnTo>
                    <a:pt x="3909268" y="1709158"/>
                  </a:lnTo>
                  <a:lnTo>
                    <a:pt x="3909394" y="1709158"/>
                  </a:lnTo>
                  <a:lnTo>
                    <a:pt x="3909520" y="1709158"/>
                  </a:lnTo>
                  <a:lnTo>
                    <a:pt x="3909647" y="1709158"/>
                  </a:lnTo>
                  <a:lnTo>
                    <a:pt x="3909773" y="1709158"/>
                  </a:lnTo>
                  <a:lnTo>
                    <a:pt x="3909899" y="1709158"/>
                  </a:lnTo>
                  <a:lnTo>
                    <a:pt x="3910025" y="1709158"/>
                  </a:lnTo>
                  <a:lnTo>
                    <a:pt x="3910152" y="1709158"/>
                  </a:lnTo>
                  <a:lnTo>
                    <a:pt x="3910278" y="1709158"/>
                  </a:lnTo>
                  <a:lnTo>
                    <a:pt x="3910404" y="1709158"/>
                  </a:lnTo>
                  <a:lnTo>
                    <a:pt x="3910530" y="1709158"/>
                  </a:lnTo>
                  <a:lnTo>
                    <a:pt x="3910657" y="1709158"/>
                  </a:lnTo>
                  <a:lnTo>
                    <a:pt x="3910783" y="1709158"/>
                  </a:lnTo>
                  <a:lnTo>
                    <a:pt x="3910909" y="1709158"/>
                  </a:lnTo>
                  <a:lnTo>
                    <a:pt x="3911035" y="1709158"/>
                  </a:lnTo>
                  <a:lnTo>
                    <a:pt x="3911035" y="1704247"/>
                  </a:lnTo>
                  <a:lnTo>
                    <a:pt x="3911162" y="1704247"/>
                  </a:lnTo>
                  <a:lnTo>
                    <a:pt x="3911288" y="1704247"/>
                  </a:lnTo>
                  <a:lnTo>
                    <a:pt x="3911414" y="1704247"/>
                  </a:lnTo>
                  <a:lnTo>
                    <a:pt x="3911540" y="1704247"/>
                  </a:lnTo>
                  <a:lnTo>
                    <a:pt x="3911667" y="1704247"/>
                  </a:lnTo>
                  <a:lnTo>
                    <a:pt x="3911793" y="1704247"/>
                  </a:lnTo>
                  <a:lnTo>
                    <a:pt x="3911919" y="1704247"/>
                  </a:lnTo>
                  <a:lnTo>
                    <a:pt x="3912045" y="1704247"/>
                  </a:lnTo>
                  <a:lnTo>
                    <a:pt x="3912172" y="1704247"/>
                  </a:lnTo>
                  <a:lnTo>
                    <a:pt x="3912298" y="1704247"/>
                  </a:lnTo>
                  <a:lnTo>
                    <a:pt x="3912424" y="1704247"/>
                  </a:lnTo>
                  <a:lnTo>
                    <a:pt x="3912551" y="1704247"/>
                  </a:lnTo>
                  <a:lnTo>
                    <a:pt x="3912677" y="1704247"/>
                  </a:lnTo>
                  <a:lnTo>
                    <a:pt x="3912803" y="1704247"/>
                  </a:lnTo>
                  <a:lnTo>
                    <a:pt x="3912929" y="1704247"/>
                  </a:lnTo>
                  <a:lnTo>
                    <a:pt x="3913056" y="1704247"/>
                  </a:lnTo>
                  <a:lnTo>
                    <a:pt x="3913182" y="1704247"/>
                  </a:lnTo>
                  <a:lnTo>
                    <a:pt x="3913308" y="1704247"/>
                  </a:lnTo>
                  <a:lnTo>
                    <a:pt x="3913434" y="1704247"/>
                  </a:lnTo>
                  <a:lnTo>
                    <a:pt x="3913561" y="1704247"/>
                  </a:lnTo>
                  <a:lnTo>
                    <a:pt x="3913687" y="1704247"/>
                  </a:lnTo>
                  <a:lnTo>
                    <a:pt x="3913813" y="1704247"/>
                  </a:lnTo>
                  <a:lnTo>
                    <a:pt x="3913939" y="1704247"/>
                  </a:lnTo>
                  <a:lnTo>
                    <a:pt x="3914066" y="1704247"/>
                  </a:lnTo>
                  <a:lnTo>
                    <a:pt x="3914192" y="1704247"/>
                  </a:lnTo>
                  <a:lnTo>
                    <a:pt x="3914318" y="1704247"/>
                  </a:lnTo>
                  <a:lnTo>
                    <a:pt x="3914444" y="1704247"/>
                  </a:lnTo>
                  <a:lnTo>
                    <a:pt x="3914571" y="1704247"/>
                  </a:lnTo>
                  <a:lnTo>
                    <a:pt x="3914697" y="1704247"/>
                  </a:lnTo>
                  <a:lnTo>
                    <a:pt x="3914823" y="1704247"/>
                  </a:lnTo>
                  <a:lnTo>
                    <a:pt x="3914949" y="1704247"/>
                  </a:lnTo>
                  <a:lnTo>
                    <a:pt x="3915076" y="1704247"/>
                  </a:lnTo>
                  <a:lnTo>
                    <a:pt x="3915202" y="1704247"/>
                  </a:lnTo>
                  <a:lnTo>
                    <a:pt x="3915328" y="1704247"/>
                  </a:lnTo>
                  <a:lnTo>
                    <a:pt x="3915454" y="1704247"/>
                  </a:lnTo>
                  <a:lnTo>
                    <a:pt x="3915581" y="1704247"/>
                  </a:lnTo>
                  <a:lnTo>
                    <a:pt x="3915707" y="1704247"/>
                  </a:lnTo>
                  <a:lnTo>
                    <a:pt x="3915833" y="1704247"/>
                  </a:lnTo>
                  <a:lnTo>
                    <a:pt x="3915959" y="1704247"/>
                  </a:lnTo>
                  <a:lnTo>
                    <a:pt x="3916086" y="1704247"/>
                  </a:lnTo>
                  <a:lnTo>
                    <a:pt x="3916212" y="1704247"/>
                  </a:lnTo>
                  <a:lnTo>
                    <a:pt x="3916338" y="1704247"/>
                  </a:lnTo>
                  <a:lnTo>
                    <a:pt x="3916464" y="1704247"/>
                  </a:lnTo>
                  <a:lnTo>
                    <a:pt x="3916591" y="1704247"/>
                  </a:lnTo>
                  <a:lnTo>
                    <a:pt x="3916717" y="1704247"/>
                  </a:lnTo>
                  <a:lnTo>
                    <a:pt x="3916843" y="1704247"/>
                  </a:lnTo>
                  <a:lnTo>
                    <a:pt x="3916969" y="1704247"/>
                  </a:lnTo>
                  <a:lnTo>
                    <a:pt x="3917096" y="1704247"/>
                  </a:lnTo>
                  <a:lnTo>
                    <a:pt x="3917222" y="1704247"/>
                  </a:lnTo>
                  <a:lnTo>
                    <a:pt x="3917348" y="1704247"/>
                  </a:lnTo>
                  <a:lnTo>
                    <a:pt x="3917474" y="1704247"/>
                  </a:lnTo>
                  <a:lnTo>
                    <a:pt x="3917601" y="1704247"/>
                  </a:lnTo>
                  <a:lnTo>
                    <a:pt x="3917727" y="1704247"/>
                  </a:lnTo>
                  <a:lnTo>
                    <a:pt x="3917853" y="1704247"/>
                  </a:lnTo>
                  <a:lnTo>
                    <a:pt x="3917980" y="1704247"/>
                  </a:lnTo>
                  <a:lnTo>
                    <a:pt x="3918106" y="1704247"/>
                  </a:lnTo>
                  <a:lnTo>
                    <a:pt x="3918232" y="1704247"/>
                  </a:lnTo>
                  <a:lnTo>
                    <a:pt x="3918358" y="1704247"/>
                  </a:lnTo>
                  <a:lnTo>
                    <a:pt x="3918485" y="1704247"/>
                  </a:lnTo>
                  <a:lnTo>
                    <a:pt x="3918611" y="1704247"/>
                  </a:lnTo>
                  <a:lnTo>
                    <a:pt x="3918737" y="1704247"/>
                  </a:lnTo>
                  <a:lnTo>
                    <a:pt x="3918863" y="1704247"/>
                  </a:lnTo>
                  <a:lnTo>
                    <a:pt x="3918990" y="1704247"/>
                  </a:lnTo>
                  <a:lnTo>
                    <a:pt x="3919116" y="1704247"/>
                  </a:lnTo>
                  <a:lnTo>
                    <a:pt x="3919242" y="1704247"/>
                  </a:lnTo>
                  <a:lnTo>
                    <a:pt x="3919368" y="1704247"/>
                  </a:lnTo>
                  <a:lnTo>
                    <a:pt x="3919495" y="1704247"/>
                  </a:lnTo>
                  <a:lnTo>
                    <a:pt x="3919621" y="1704247"/>
                  </a:lnTo>
                  <a:lnTo>
                    <a:pt x="3919747" y="1704247"/>
                  </a:lnTo>
                  <a:lnTo>
                    <a:pt x="3919873" y="1704247"/>
                  </a:lnTo>
                  <a:lnTo>
                    <a:pt x="3920000" y="1704247"/>
                  </a:lnTo>
                  <a:lnTo>
                    <a:pt x="3920126" y="1704247"/>
                  </a:lnTo>
                  <a:lnTo>
                    <a:pt x="3920252" y="1704247"/>
                  </a:lnTo>
                  <a:lnTo>
                    <a:pt x="3920378" y="1704247"/>
                  </a:lnTo>
                  <a:lnTo>
                    <a:pt x="3920505" y="1704247"/>
                  </a:lnTo>
                  <a:lnTo>
                    <a:pt x="3920631" y="1704247"/>
                  </a:lnTo>
                  <a:lnTo>
                    <a:pt x="3920757" y="1704247"/>
                  </a:lnTo>
                  <a:lnTo>
                    <a:pt x="3920883" y="1704247"/>
                  </a:lnTo>
                  <a:lnTo>
                    <a:pt x="3921010" y="1704247"/>
                  </a:lnTo>
                  <a:lnTo>
                    <a:pt x="3921136" y="1704247"/>
                  </a:lnTo>
                  <a:lnTo>
                    <a:pt x="3921262" y="1704247"/>
                  </a:lnTo>
                  <a:lnTo>
                    <a:pt x="3921388" y="1704247"/>
                  </a:lnTo>
                  <a:lnTo>
                    <a:pt x="3921515" y="1704247"/>
                  </a:lnTo>
                  <a:lnTo>
                    <a:pt x="3921641" y="1704247"/>
                  </a:lnTo>
                  <a:lnTo>
                    <a:pt x="3921767" y="1704247"/>
                  </a:lnTo>
                  <a:lnTo>
                    <a:pt x="3921893" y="1704247"/>
                  </a:lnTo>
                  <a:lnTo>
                    <a:pt x="3922020" y="1704247"/>
                  </a:lnTo>
                  <a:lnTo>
                    <a:pt x="3922020" y="1699335"/>
                  </a:lnTo>
                  <a:lnTo>
                    <a:pt x="3922020" y="1694424"/>
                  </a:lnTo>
                  <a:lnTo>
                    <a:pt x="3922146" y="1694424"/>
                  </a:lnTo>
                  <a:lnTo>
                    <a:pt x="3922272" y="1694424"/>
                  </a:lnTo>
                  <a:lnTo>
                    <a:pt x="3922398" y="1694424"/>
                  </a:lnTo>
                  <a:lnTo>
                    <a:pt x="3922525" y="1694424"/>
                  </a:lnTo>
                  <a:lnTo>
                    <a:pt x="3922651" y="1694424"/>
                  </a:lnTo>
                  <a:lnTo>
                    <a:pt x="3922777" y="1694424"/>
                  </a:lnTo>
                  <a:lnTo>
                    <a:pt x="3922904" y="1694424"/>
                  </a:lnTo>
                  <a:lnTo>
                    <a:pt x="3923030" y="1694424"/>
                  </a:lnTo>
                  <a:lnTo>
                    <a:pt x="3923156" y="1694424"/>
                  </a:lnTo>
                  <a:lnTo>
                    <a:pt x="3923282" y="1694424"/>
                  </a:lnTo>
                  <a:lnTo>
                    <a:pt x="3923409" y="1694424"/>
                  </a:lnTo>
                  <a:lnTo>
                    <a:pt x="3923535" y="1694424"/>
                  </a:lnTo>
                  <a:lnTo>
                    <a:pt x="3923661" y="1694424"/>
                  </a:lnTo>
                  <a:lnTo>
                    <a:pt x="3923787" y="1694424"/>
                  </a:lnTo>
                  <a:lnTo>
                    <a:pt x="3923914" y="1694424"/>
                  </a:lnTo>
                  <a:lnTo>
                    <a:pt x="3924040" y="1694424"/>
                  </a:lnTo>
                  <a:lnTo>
                    <a:pt x="3924166" y="1694424"/>
                  </a:lnTo>
                  <a:lnTo>
                    <a:pt x="3924292" y="1694424"/>
                  </a:lnTo>
                  <a:lnTo>
                    <a:pt x="3924419" y="1694424"/>
                  </a:lnTo>
                  <a:lnTo>
                    <a:pt x="3924545" y="1694424"/>
                  </a:lnTo>
                  <a:lnTo>
                    <a:pt x="3924671" y="1694424"/>
                  </a:lnTo>
                  <a:lnTo>
                    <a:pt x="3924797" y="1694424"/>
                  </a:lnTo>
                  <a:lnTo>
                    <a:pt x="3924924" y="1694424"/>
                  </a:lnTo>
                  <a:lnTo>
                    <a:pt x="3925050" y="1694424"/>
                  </a:lnTo>
                  <a:lnTo>
                    <a:pt x="3925176" y="1694424"/>
                  </a:lnTo>
                  <a:lnTo>
                    <a:pt x="3925302" y="1694424"/>
                  </a:lnTo>
                  <a:lnTo>
                    <a:pt x="3925429" y="1694424"/>
                  </a:lnTo>
                  <a:lnTo>
                    <a:pt x="3925555" y="1694424"/>
                  </a:lnTo>
                  <a:lnTo>
                    <a:pt x="3925681" y="1694424"/>
                  </a:lnTo>
                  <a:lnTo>
                    <a:pt x="3925807" y="1694424"/>
                  </a:lnTo>
                  <a:lnTo>
                    <a:pt x="3925934" y="1694424"/>
                  </a:lnTo>
                  <a:lnTo>
                    <a:pt x="3926060" y="1694424"/>
                  </a:lnTo>
                  <a:lnTo>
                    <a:pt x="3926186" y="1694424"/>
                  </a:lnTo>
                  <a:lnTo>
                    <a:pt x="3926312" y="1694424"/>
                  </a:lnTo>
                  <a:lnTo>
                    <a:pt x="3926439" y="1694424"/>
                  </a:lnTo>
                  <a:lnTo>
                    <a:pt x="3926565" y="1694424"/>
                  </a:lnTo>
                  <a:lnTo>
                    <a:pt x="3926691" y="1694424"/>
                  </a:lnTo>
                  <a:lnTo>
                    <a:pt x="3926817" y="1694424"/>
                  </a:lnTo>
                  <a:lnTo>
                    <a:pt x="3926944" y="1694424"/>
                  </a:lnTo>
                  <a:lnTo>
                    <a:pt x="3927070" y="1694424"/>
                  </a:lnTo>
                  <a:lnTo>
                    <a:pt x="3927196" y="1694424"/>
                  </a:lnTo>
                  <a:lnTo>
                    <a:pt x="3927322" y="1694424"/>
                  </a:lnTo>
                  <a:lnTo>
                    <a:pt x="3927449" y="1694424"/>
                  </a:lnTo>
                  <a:lnTo>
                    <a:pt x="3927575" y="1694424"/>
                  </a:lnTo>
                  <a:lnTo>
                    <a:pt x="3927701" y="1694424"/>
                  </a:lnTo>
                  <a:lnTo>
                    <a:pt x="3927828" y="1694424"/>
                  </a:lnTo>
                  <a:lnTo>
                    <a:pt x="3927954" y="1694424"/>
                  </a:lnTo>
                  <a:lnTo>
                    <a:pt x="3928080" y="1694424"/>
                  </a:lnTo>
                  <a:lnTo>
                    <a:pt x="3928206" y="1694424"/>
                  </a:lnTo>
                  <a:lnTo>
                    <a:pt x="3928333" y="1694424"/>
                  </a:lnTo>
                  <a:lnTo>
                    <a:pt x="3928459" y="1694424"/>
                  </a:lnTo>
                  <a:lnTo>
                    <a:pt x="3928585" y="1694424"/>
                  </a:lnTo>
                  <a:lnTo>
                    <a:pt x="3928711" y="1694424"/>
                  </a:lnTo>
                  <a:lnTo>
                    <a:pt x="3928838" y="1694424"/>
                  </a:lnTo>
                  <a:lnTo>
                    <a:pt x="3928964" y="1694424"/>
                  </a:lnTo>
                  <a:lnTo>
                    <a:pt x="3929090" y="1694424"/>
                  </a:lnTo>
                  <a:lnTo>
                    <a:pt x="3929216" y="1694424"/>
                  </a:lnTo>
                  <a:lnTo>
                    <a:pt x="3929343" y="1694424"/>
                  </a:lnTo>
                  <a:lnTo>
                    <a:pt x="3929469" y="1694424"/>
                  </a:lnTo>
                  <a:lnTo>
                    <a:pt x="3929595" y="1694424"/>
                  </a:lnTo>
                  <a:lnTo>
                    <a:pt x="3929721" y="1694424"/>
                  </a:lnTo>
                  <a:lnTo>
                    <a:pt x="3929848" y="1694424"/>
                  </a:lnTo>
                  <a:lnTo>
                    <a:pt x="3929974" y="1694424"/>
                  </a:lnTo>
                  <a:lnTo>
                    <a:pt x="3930100" y="1694424"/>
                  </a:lnTo>
                  <a:lnTo>
                    <a:pt x="3930226" y="1694424"/>
                  </a:lnTo>
                  <a:lnTo>
                    <a:pt x="3930353" y="1694424"/>
                  </a:lnTo>
                  <a:lnTo>
                    <a:pt x="3930479" y="1694424"/>
                  </a:lnTo>
                  <a:lnTo>
                    <a:pt x="3930605" y="1694424"/>
                  </a:lnTo>
                  <a:lnTo>
                    <a:pt x="3930731" y="1694424"/>
                  </a:lnTo>
                  <a:lnTo>
                    <a:pt x="3930858" y="1694424"/>
                  </a:lnTo>
                  <a:lnTo>
                    <a:pt x="3930984" y="1694424"/>
                  </a:lnTo>
                  <a:lnTo>
                    <a:pt x="3931110" y="1694424"/>
                  </a:lnTo>
                  <a:lnTo>
                    <a:pt x="3931236" y="1694424"/>
                  </a:lnTo>
                  <a:lnTo>
                    <a:pt x="3931363" y="1694424"/>
                  </a:lnTo>
                  <a:lnTo>
                    <a:pt x="3931489" y="1694424"/>
                  </a:lnTo>
                  <a:lnTo>
                    <a:pt x="3931615" y="1694424"/>
                  </a:lnTo>
                  <a:lnTo>
                    <a:pt x="3931741" y="1694424"/>
                  </a:lnTo>
                  <a:lnTo>
                    <a:pt x="3931868" y="1694424"/>
                  </a:lnTo>
                  <a:lnTo>
                    <a:pt x="3931994" y="1694424"/>
                  </a:lnTo>
                  <a:lnTo>
                    <a:pt x="3932120" y="1694424"/>
                  </a:lnTo>
                  <a:lnTo>
                    <a:pt x="3932246" y="1694424"/>
                  </a:lnTo>
                  <a:lnTo>
                    <a:pt x="3932373" y="1694424"/>
                  </a:lnTo>
                  <a:lnTo>
                    <a:pt x="3932499" y="1694424"/>
                  </a:lnTo>
                  <a:lnTo>
                    <a:pt x="3932625" y="1694424"/>
                  </a:lnTo>
                  <a:lnTo>
                    <a:pt x="3932751" y="1694424"/>
                  </a:lnTo>
                  <a:lnTo>
                    <a:pt x="3932878" y="1694424"/>
                  </a:lnTo>
                  <a:lnTo>
                    <a:pt x="3933004" y="1694424"/>
                  </a:lnTo>
                  <a:lnTo>
                    <a:pt x="3933130" y="1694424"/>
                  </a:lnTo>
                  <a:lnTo>
                    <a:pt x="3933257" y="1694424"/>
                  </a:lnTo>
                  <a:lnTo>
                    <a:pt x="3933383" y="1694424"/>
                  </a:lnTo>
                  <a:lnTo>
                    <a:pt x="3933509" y="1694424"/>
                  </a:lnTo>
                  <a:lnTo>
                    <a:pt x="3933635" y="1694424"/>
                  </a:lnTo>
                  <a:lnTo>
                    <a:pt x="3933762" y="1694424"/>
                  </a:lnTo>
                  <a:lnTo>
                    <a:pt x="3933888" y="1694424"/>
                  </a:lnTo>
                  <a:lnTo>
                    <a:pt x="3934014" y="1694424"/>
                  </a:lnTo>
                  <a:lnTo>
                    <a:pt x="3934140" y="1694424"/>
                  </a:lnTo>
                  <a:lnTo>
                    <a:pt x="3934267" y="1694424"/>
                  </a:lnTo>
                  <a:lnTo>
                    <a:pt x="3934393" y="1694424"/>
                  </a:lnTo>
                  <a:lnTo>
                    <a:pt x="3934519" y="1694424"/>
                  </a:lnTo>
                  <a:lnTo>
                    <a:pt x="3934645" y="1694424"/>
                  </a:lnTo>
                  <a:lnTo>
                    <a:pt x="3934772" y="1694424"/>
                  </a:lnTo>
                  <a:lnTo>
                    <a:pt x="3934898" y="1694424"/>
                  </a:lnTo>
                  <a:lnTo>
                    <a:pt x="3935024" y="1694424"/>
                  </a:lnTo>
                  <a:lnTo>
                    <a:pt x="3935150" y="1694424"/>
                  </a:lnTo>
                  <a:lnTo>
                    <a:pt x="3935277" y="1694424"/>
                  </a:lnTo>
                  <a:lnTo>
                    <a:pt x="3935403" y="1694424"/>
                  </a:lnTo>
                  <a:lnTo>
                    <a:pt x="3935529" y="1694424"/>
                  </a:lnTo>
                  <a:lnTo>
                    <a:pt x="3935655" y="1694424"/>
                  </a:lnTo>
                  <a:lnTo>
                    <a:pt x="3935782" y="1694424"/>
                  </a:lnTo>
                  <a:lnTo>
                    <a:pt x="3935908" y="1694424"/>
                  </a:lnTo>
                  <a:lnTo>
                    <a:pt x="3936034" y="1694424"/>
                  </a:lnTo>
                  <a:lnTo>
                    <a:pt x="3936160" y="1694424"/>
                  </a:lnTo>
                  <a:lnTo>
                    <a:pt x="3936287" y="1694424"/>
                  </a:lnTo>
                  <a:lnTo>
                    <a:pt x="3936413" y="1694424"/>
                  </a:lnTo>
                  <a:lnTo>
                    <a:pt x="3936413" y="1689512"/>
                  </a:lnTo>
                  <a:lnTo>
                    <a:pt x="3936539" y="1689512"/>
                  </a:lnTo>
                  <a:lnTo>
                    <a:pt x="3936665" y="1689512"/>
                  </a:lnTo>
                  <a:lnTo>
                    <a:pt x="3936792" y="1689512"/>
                  </a:lnTo>
                  <a:lnTo>
                    <a:pt x="3936918" y="1689512"/>
                  </a:lnTo>
                  <a:lnTo>
                    <a:pt x="3937044" y="1689512"/>
                  </a:lnTo>
                  <a:lnTo>
                    <a:pt x="3937170" y="1689512"/>
                  </a:lnTo>
                  <a:lnTo>
                    <a:pt x="3937297" y="1689512"/>
                  </a:lnTo>
                  <a:lnTo>
                    <a:pt x="3937423" y="1689512"/>
                  </a:lnTo>
                  <a:lnTo>
                    <a:pt x="3937549" y="1689512"/>
                  </a:lnTo>
                  <a:lnTo>
                    <a:pt x="3937675" y="1689512"/>
                  </a:lnTo>
                  <a:lnTo>
                    <a:pt x="3937802" y="1689512"/>
                  </a:lnTo>
                  <a:lnTo>
                    <a:pt x="3937928" y="1689512"/>
                  </a:lnTo>
                  <a:lnTo>
                    <a:pt x="3938054" y="1689512"/>
                  </a:lnTo>
                  <a:lnTo>
                    <a:pt x="3938181" y="1689512"/>
                  </a:lnTo>
                  <a:lnTo>
                    <a:pt x="3938181" y="1684601"/>
                  </a:lnTo>
                  <a:lnTo>
                    <a:pt x="3938307" y="1684601"/>
                  </a:lnTo>
                  <a:lnTo>
                    <a:pt x="3938433" y="1684601"/>
                  </a:lnTo>
                  <a:lnTo>
                    <a:pt x="3938559" y="1684601"/>
                  </a:lnTo>
                  <a:lnTo>
                    <a:pt x="3938686" y="1684601"/>
                  </a:lnTo>
                  <a:lnTo>
                    <a:pt x="3938812" y="1684601"/>
                  </a:lnTo>
                  <a:lnTo>
                    <a:pt x="3938938" y="1684601"/>
                  </a:lnTo>
                  <a:lnTo>
                    <a:pt x="3939064" y="1684601"/>
                  </a:lnTo>
                  <a:lnTo>
                    <a:pt x="3939191" y="1684601"/>
                  </a:lnTo>
                  <a:lnTo>
                    <a:pt x="3939317" y="1684601"/>
                  </a:lnTo>
                  <a:lnTo>
                    <a:pt x="3939443" y="1684601"/>
                  </a:lnTo>
                  <a:lnTo>
                    <a:pt x="3939569" y="1684601"/>
                  </a:lnTo>
                  <a:lnTo>
                    <a:pt x="3939696" y="1684601"/>
                  </a:lnTo>
                  <a:lnTo>
                    <a:pt x="3939822" y="1684601"/>
                  </a:lnTo>
                  <a:lnTo>
                    <a:pt x="3939948" y="1684601"/>
                  </a:lnTo>
                  <a:lnTo>
                    <a:pt x="3940074" y="1684601"/>
                  </a:lnTo>
                  <a:lnTo>
                    <a:pt x="3940201" y="1684601"/>
                  </a:lnTo>
                  <a:lnTo>
                    <a:pt x="3940327" y="1684601"/>
                  </a:lnTo>
                  <a:lnTo>
                    <a:pt x="3940453" y="1684601"/>
                  </a:lnTo>
                  <a:lnTo>
                    <a:pt x="3940579" y="1684601"/>
                  </a:lnTo>
                  <a:lnTo>
                    <a:pt x="3940706" y="1684601"/>
                  </a:lnTo>
                  <a:lnTo>
                    <a:pt x="3940832" y="1684601"/>
                  </a:lnTo>
                  <a:lnTo>
                    <a:pt x="3940958" y="1684601"/>
                  </a:lnTo>
                  <a:lnTo>
                    <a:pt x="3941084" y="1684601"/>
                  </a:lnTo>
                  <a:lnTo>
                    <a:pt x="3941211" y="1684601"/>
                  </a:lnTo>
                  <a:lnTo>
                    <a:pt x="3941337" y="1684601"/>
                  </a:lnTo>
                  <a:lnTo>
                    <a:pt x="3941337" y="1679690"/>
                  </a:lnTo>
                  <a:lnTo>
                    <a:pt x="3941463" y="1679690"/>
                  </a:lnTo>
                  <a:lnTo>
                    <a:pt x="3941589" y="1679690"/>
                  </a:lnTo>
                  <a:lnTo>
                    <a:pt x="3941716" y="1679690"/>
                  </a:lnTo>
                  <a:lnTo>
                    <a:pt x="3941842" y="1679690"/>
                  </a:lnTo>
                  <a:lnTo>
                    <a:pt x="3941968" y="1679690"/>
                  </a:lnTo>
                  <a:lnTo>
                    <a:pt x="3942094" y="1679690"/>
                  </a:lnTo>
                  <a:lnTo>
                    <a:pt x="3942221" y="1679690"/>
                  </a:lnTo>
                  <a:lnTo>
                    <a:pt x="3942347" y="1679690"/>
                  </a:lnTo>
                  <a:lnTo>
                    <a:pt x="3942473" y="1679690"/>
                  </a:lnTo>
                  <a:lnTo>
                    <a:pt x="3942599" y="1679690"/>
                  </a:lnTo>
                  <a:lnTo>
                    <a:pt x="3942726" y="1679690"/>
                  </a:lnTo>
                  <a:lnTo>
                    <a:pt x="3942852" y="1679690"/>
                  </a:lnTo>
                  <a:lnTo>
                    <a:pt x="3942978" y="1679690"/>
                  </a:lnTo>
                  <a:lnTo>
                    <a:pt x="3943104" y="1679690"/>
                  </a:lnTo>
                  <a:lnTo>
                    <a:pt x="3943231" y="1679690"/>
                  </a:lnTo>
                  <a:lnTo>
                    <a:pt x="3943357" y="1679690"/>
                  </a:lnTo>
                  <a:lnTo>
                    <a:pt x="3943483" y="1679690"/>
                  </a:lnTo>
                  <a:lnTo>
                    <a:pt x="3943610" y="1679690"/>
                  </a:lnTo>
                  <a:lnTo>
                    <a:pt x="3943736" y="1679690"/>
                  </a:lnTo>
                  <a:lnTo>
                    <a:pt x="3943862" y="1679690"/>
                  </a:lnTo>
                  <a:lnTo>
                    <a:pt x="3943988" y="1679690"/>
                  </a:lnTo>
                  <a:lnTo>
                    <a:pt x="3944115" y="1679690"/>
                  </a:lnTo>
                  <a:lnTo>
                    <a:pt x="3944241" y="1679690"/>
                  </a:lnTo>
                  <a:lnTo>
                    <a:pt x="3944367" y="1679690"/>
                  </a:lnTo>
                  <a:lnTo>
                    <a:pt x="3944493" y="1679690"/>
                  </a:lnTo>
                  <a:lnTo>
                    <a:pt x="3944620" y="1679690"/>
                  </a:lnTo>
                  <a:lnTo>
                    <a:pt x="3944746" y="1679690"/>
                  </a:lnTo>
                  <a:lnTo>
                    <a:pt x="3944872" y="1679690"/>
                  </a:lnTo>
                  <a:lnTo>
                    <a:pt x="3944998" y="1679690"/>
                  </a:lnTo>
                  <a:lnTo>
                    <a:pt x="3945125" y="1679690"/>
                  </a:lnTo>
                  <a:lnTo>
                    <a:pt x="3945251" y="1679690"/>
                  </a:lnTo>
                  <a:lnTo>
                    <a:pt x="3945377" y="1679690"/>
                  </a:lnTo>
                  <a:lnTo>
                    <a:pt x="3945503" y="1679690"/>
                  </a:lnTo>
                  <a:lnTo>
                    <a:pt x="3945630" y="1679690"/>
                  </a:lnTo>
                  <a:lnTo>
                    <a:pt x="3945756" y="1679690"/>
                  </a:lnTo>
                  <a:lnTo>
                    <a:pt x="3945882" y="1679690"/>
                  </a:lnTo>
                  <a:lnTo>
                    <a:pt x="3946008" y="1679690"/>
                  </a:lnTo>
                  <a:lnTo>
                    <a:pt x="3946135" y="1679690"/>
                  </a:lnTo>
                  <a:lnTo>
                    <a:pt x="3946261" y="1679690"/>
                  </a:lnTo>
                  <a:lnTo>
                    <a:pt x="3946261" y="1674778"/>
                  </a:lnTo>
                  <a:lnTo>
                    <a:pt x="3946387" y="1674778"/>
                  </a:lnTo>
                  <a:lnTo>
                    <a:pt x="3946513" y="1674778"/>
                  </a:lnTo>
                  <a:lnTo>
                    <a:pt x="3946640" y="1674778"/>
                  </a:lnTo>
                  <a:lnTo>
                    <a:pt x="3946766" y="1674778"/>
                  </a:lnTo>
                  <a:lnTo>
                    <a:pt x="3946892" y="1674778"/>
                  </a:lnTo>
                  <a:lnTo>
                    <a:pt x="3947018" y="1674778"/>
                  </a:lnTo>
                  <a:lnTo>
                    <a:pt x="3947145" y="1674778"/>
                  </a:lnTo>
                  <a:lnTo>
                    <a:pt x="3947271" y="1674778"/>
                  </a:lnTo>
                  <a:lnTo>
                    <a:pt x="3947397" y="1674778"/>
                  </a:lnTo>
                  <a:lnTo>
                    <a:pt x="3947523" y="1674778"/>
                  </a:lnTo>
                  <a:lnTo>
                    <a:pt x="3947650" y="1674778"/>
                  </a:lnTo>
                  <a:lnTo>
                    <a:pt x="3947776" y="1674778"/>
                  </a:lnTo>
                  <a:lnTo>
                    <a:pt x="3947902" y="1674778"/>
                  </a:lnTo>
                  <a:lnTo>
                    <a:pt x="3948028" y="1674778"/>
                  </a:lnTo>
                  <a:lnTo>
                    <a:pt x="3948155" y="1674778"/>
                  </a:lnTo>
                  <a:lnTo>
                    <a:pt x="3948281" y="1674778"/>
                  </a:lnTo>
                  <a:lnTo>
                    <a:pt x="3948407" y="1674778"/>
                  </a:lnTo>
                  <a:lnTo>
                    <a:pt x="3948534" y="1674778"/>
                  </a:lnTo>
                  <a:lnTo>
                    <a:pt x="3948660" y="1674778"/>
                  </a:lnTo>
                  <a:lnTo>
                    <a:pt x="3948786" y="1674778"/>
                  </a:lnTo>
                  <a:lnTo>
                    <a:pt x="3948912" y="1674778"/>
                  </a:lnTo>
                  <a:lnTo>
                    <a:pt x="3949039" y="1674778"/>
                  </a:lnTo>
                  <a:lnTo>
                    <a:pt x="3949165" y="1674778"/>
                  </a:lnTo>
                  <a:lnTo>
                    <a:pt x="3949291" y="1674778"/>
                  </a:lnTo>
                  <a:lnTo>
                    <a:pt x="3949417" y="1674778"/>
                  </a:lnTo>
                  <a:lnTo>
                    <a:pt x="3949544" y="1674778"/>
                  </a:lnTo>
                  <a:lnTo>
                    <a:pt x="3949670" y="1674778"/>
                  </a:lnTo>
                  <a:lnTo>
                    <a:pt x="3949796" y="1674778"/>
                  </a:lnTo>
                  <a:lnTo>
                    <a:pt x="3949922" y="1674778"/>
                  </a:lnTo>
                  <a:lnTo>
                    <a:pt x="3950049" y="1674778"/>
                  </a:lnTo>
                  <a:lnTo>
                    <a:pt x="3950175" y="1674778"/>
                  </a:lnTo>
                  <a:lnTo>
                    <a:pt x="3950301" y="1674778"/>
                  </a:lnTo>
                  <a:lnTo>
                    <a:pt x="3950427" y="1674778"/>
                  </a:lnTo>
                  <a:lnTo>
                    <a:pt x="3950554" y="1674778"/>
                  </a:lnTo>
                  <a:lnTo>
                    <a:pt x="3950680" y="1674778"/>
                  </a:lnTo>
                  <a:lnTo>
                    <a:pt x="3950806" y="1674778"/>
                  </a:lnTo>
                  <a:lnTo>
                    <a:pt x="3950932" y="1674778"/>
                  </a:lnTo>
                  <a:lnTo>
                    <a:pt x="3951059" y="1674778"/>
                  </a:lnTo>
                  <a:lnTo>
                    <a:pt x="3951185" y="1674778"/>
                  </a:lnTo>
                  <a:lnTo>
                    <a:pt x="3951311" y="1674778"/>
                  </a:lnTo>
                  <a:lnTo>
                    <a:pt x="3951437" y="1674778"/>
                  </a:lnTo>
                  <a:lnTo>
                    <a:pt x="3951564" y="1674778"/>
                  </a:lnTo>
                  <a:lnTo>
                    <a:pt x="3951690" y="1674778"/>
                  </a:lnTo>
                  <a:lnTo>
                    <a:pt x="3951816" y="1674778"/>
                  </a:lnTo>
                  <a:lnTo>
                    <a:pt x="3951942" y="1674778"/>
                  </a:lnTo>
                  <a:lnTo>
                    <a:pt x="3952069" y="1674778"/>
                  </a:lnTo>
                  <a:lnTo>
                    <a:pt x="3952195" y="1674778"/>
                  </a:lnTo>
                  <a:lnTo>
                    <a:pt x="3952321" y="1674778"/>
                  </a:lnTo>
                  <a:lnTo>
                    <a:pt x="3952447" y="1674778"/>
                  </a:lnTo>
                  <a:lnTo>
                    <a:pt x="3952574" y="1674778"/>
                  </a:lnTo>
                  <a:lnTo>
                    <a:pt x="3952700" y="1674778"/>
                  </a:lnTo>
                  <a:lnTo>
                    <a:pt x="3952826" y="1674778"/>
                  </a:lnTo>
                  <a:lnTo>
                    <a:pt x="3952952" y="1674778"/>
                  </a:lnTo>
                  <a:lnTo>
                    <a:pt x="3953079" y="1674778"/>
                  </a:lnTo>
                  <a:lnTo>
                    <a:pt x="3953205" y="1674778"/>
                  </a:lnTo>
                  <a:lnTo>
                    <a:pt x="3953331" y="1674778"/>
                  </a:lnTo>
                  <a:lnTo>
                    <a:pt x="3953457" y="1674778"/>
                  </a:lnTo>
                  <a:lnTo>
                    <a:pt x="3953584" y="1674778"/>
                  </a:lnTo>
                  <a:lnTo>
                    <a:pt x="3953710" y="1674778"/>
                  </a:lnTo>
                  <a:lnTo>
                    <a:pt x="3953836" y="1674778"/>
                  </a:lnTo>
                  <a:lnTo>
                    <a:pt x="3953963" y="1674778"/>
                  </a:lnTo>
                  <a:lnTo>
                    <a:pt x="3954089" y="1674778"/>
                  </a:lnTo>
                  <a:lnTo>
                    <a:pt x="3954215" y="1674778"/>
                  </a:lnTo>
                  <a:lnTo>
                    <a:pt x="3954341" y="1674778"/>
                  </a:lnTo>
                  <a:lnTo>
                    <a:pt x="3954468" y="1674778"/>
                  </a:lnTo>
                  <a:lnTo>
                    <a:pt x="3954594" y="1674778"/>
                  </a:lnTo>
                  <a:lnTo>
                    <a:pt x="3954720" y="1674778"/>
                  </a:lnTo>
                  <a:lnTo>
                    <a:pt x="3954846" y="1674778"/>
                  </a:lnTo>
                  <a:lnTo>
                    <a:pt x="3954973" y="1674778"/>
                  </a:lnTo>
                  <a:lnTo>
                    <a:pt x="3955099" y="1674778"/>
                  </a:lnTo>
                  <a:lnTo>
                    <a:pt x="3955225" y="1674778"/>
                  </a:lnTo>
                  <a:lnTo>
                    <a:pt x="3955351" y="1674778"/>
                  </a:lnTo>
                  <a:lnTo>
                    <a:pt x="3955478" y="1674778"/>
                  </a:lnTo>
                  <a:lnTo>
                    <a:pt x="3955604" y="1674778"/>
                  </a:lnTo>
                  <a:lnTo>
                    <a:pt x="3955730" y="1674778"/>
                  </a:lnTo>
                  <a:lnTo>
                    <a:pt x="3955856" y="1674778"/>
                  </a:lnTo>
                  <a:lnTo>
                    <a:pt x="3955983" y="1674778"/>
                  </a:lnTo>
                  <a:lnTo>
                    <a:pt x="3956109" y="1674778"/>
                  </a:lnTo>
                  <a:lnTo>
                    <a:pt x="3956235" y="1674778"/>
                  </a:lnTo>
                  <a:lnTo>
                    <a:pt x="3956235" y="1669867"/>
                  </a:lnTo>
                  <a:lnTo>
                    <a:pt x="3956361" y="1669867"/>
                  </a:lnTo>
                  <a:lnTo>
                    <a:pt x="3956488" y="1669867"/>
                  </a:lnTo>
                  <a:lnTo>
                    <a:pt x="3956614" y="1669867"/>
                  </a:lnTo>
                  <a:lnTo>
                    <a:pt x="3956740" y="1669867"/>
                  </a:lnTo>
                  <a:lnTo>
                    <a:pt x="3956866" y="1669867"/>
                  </a:lnTo>
                  <a:lnTo>
                    <a:pt x="3956993" y="1669867"/>
                  </a:lnTo>
                  <a:lnTo>
                    <a:pt x="3957119" y="1669867"/>
                  </a:lnTo>
                  <a:lnTo>
                    <a:pt x="3957245" y="1669867"/>
                  </a:lnTo>
                  <a:lnTo>
                    <a:pt x="3957371" y="1669867"/>
                  </a:lnTo>
                  <a:lnTo>
                    <a:pt x="3957498" y="1669867"/>
                  </a:lnTo>
                  <a:lnTo>
                    <a:pt x="3957624" y="1669867"/>
                  </a:lnTo>
                  <a:lnTo>
                    <a:pt x="3957750" y="1669867"/>
                  </a:lnTo>
                  <a:lnTo>
                    <a:pt x="3957876" y="1669867"/>
                  </a:lnTo>
                  <a:lnTo>
                    <a:pt x="3958003" y="1669867"/>
                  </a:lnTo>
                  <a:lnTo>
                    <a:pt x="3958129" y="1669867"/>
                  </a:lnTo>
                  <a:lnTo>
                    <a:pt x="3958255" y="1669867"/>
                  </a:lnTo>
                  <a:lnTo>
                    <a:pt x="3958381" y="1669867"/>
                  </a:lnTo>
                  <a:lnTo>
                    <a:pt x="3958508" y="1669867"/>
                  </a:lnTo>
                  <a:lnTo>
                    <a:pt x="3958634" y="1669867"/>
                  </a:lnTo>
                  <a:lnTo>
                    <a:pt x="3958760" y="1669867"/>
                  </a:lnTo>
                  <a:lnTo>
                    <a:pt x="3958887" y="1669867"/>
                  </a:lnTo>
                  <a:lnTo>
                    <a:pt x="3959013" y="1669867"/>
                  </a:lnTo>
                  <a:lnTo>
                    <a:pt x="3959139" y="1669867"/>
                  </a:lnTo>
                  <a:lnTo>
                    <a:pt x="3959265" y="1669867"/>
                  </a:lnTo>
                  <a:lnTo>
                    <a:pt x="3959392" y="1669867"/>
                  </a:lnTo>
                  <a:lnTo>
                    <a:pt x="3959518" y="1669867"/>
                  </a:lnTo>
                  <a:lnTo>
                    <a:pt x="3959644" y="1669867"/>
                  </a:lnTo>
                  <a:lnTo>
                    <a:pt x="3959770" y="1669867"/>
                  </a:lnTo>
                  <a:lnTo>
                    <a:pt x="3959897" y="1669867"/>
                  </a:lnTo>
                  <a:lnTo>
                    <a:pt x="3960023" y="1669867"/>
                  </a:lnTo>
                  <a:lnTo>
                    <a:pt x="3960149" y="1669867"/>
                  </a:lnTo>
                  <a:lnTo>
                    <a:pt x="3960275" y="1669867"/>
                  </a:lnTo>
                  <a:lnTo>
                    <a:pt x="3960402" y="1669867"/>
                  </a:lnTo>
                  <a:lnTo>
                    <a:pt x="3960528" y="1669867"/>
                  </a:lnTo>
                  <a:lnTo>
                    <a:pt x="3960654" y="1669867"/>
                  </a:lnTo>
                  <a:lnTo>
                    <a:pt x="3960780" y="1669867"/>
                  </a:lnTo>
                  <a:lnTo>
                    <a:pt x="3960907" y="1669867"/>
                  </a:lnTo>
                  <a:lnTo>
                    <a:pt x="3961033" y="1669867"/>
                  </a:lnTo>
                  <a:lnTo>
                    <a:pt x="3961159" y="1669867"/>
                  </a:lnTo>
                  <a:lnTo>
                    <a:pt x="3961285" y="1669867"/>
                  </a:lnTo>
                  <a:lnTo>
                    <a:pt x="3961412" y="1669867"/>
                  </a:lnTo>
                  <a:lnTo>
                    <a:pt x="3961538" y="1669867"/>
                  </a:lnTo>
                  <a:lnTo>
                    <a:pt x="3961664" y="1669867"/>
                  </a:lnTo>
                  <a:lnTo>
                    <a:pt x="3961790" y="1669867"/>
                  </a:lnTo>
                  <a:lnTo>
                    <a:pt x="3961917" y="1669867"/>
                  </a:lnTo>
                  <a:lnTo>
                    <a:pt x="3962043" y="1669867"/>
                  </a:lnTo>
                  <a:lnTo>
                    <a:pt x="3962169" y="1669867"/>
                  </a:lnTo>
                  <a:lnTo>
                    <a:pt x="3962295" y="1669867"/>
                  </a:lnTo>
                  <a:lnTo>
                    <a:pt x="3962422" y="1669867"/>
                  </a:lnTo>
                  <a:lnTo>
                    <a:pt x="3962548" y="1669867"/>
                  </a:lnTo>
                  <a:lnTo>
                    <a:pt x="3962674" y="1669867"/>
                  </a:lnTo>
                  <a:lnTo>
                    <a:pt x="3962800" y="1669867"/>
                  </a:lnTo>
                  <a:lnTo>
                    <a:pt x="3962927" y="1669867"/>
                  </a:lnTo>
                  <a:lnTo>
                    <a:pt x="3963053" y="1669867"/>
                  </a:lnTo>
                  <a:lnTo>
                    <a:pt x="3963179" y="1669867"/>
                  </a:lnTo>
                  <a:lnTo>
                    <a:pt x="3963305" y="1669867"/>
                  </a:lnTo>
                  <a:lnTo>
                    <a:pt x="3963432" y="1669867"/>
                  </a:lnTo>
                  <a:lnTo>
                    <a:pt x="3963558" y="1669867"/>
                  </a:lnTo>
                  <a:lnTo>
                    <a:pt x="3963684" y="1669867"/>
                  </a:lnTo>
                  <a:lnTo>
                    <a:pt x="3963810" y="1669867"/>
                  </a:lnTo>
                  <a:lnTo>
                    <a:pt x="3963937" y="1669867"/>
                  </a:lnTo>
                  <a:lnTo>
                    <a:pt x="3964063" y="1669867"/>
                  </a:lnTo>
                  <a:lnTo>
                    <a:pt x="3964189" y="1669867"/>
                  </a:lnTo>
                  <a:lnTo>
                    <a:pt x="3964316" y="1669867"/>
                  </a:lnTo>
                  <a:lnTo>
                    <a:pt x="3964442" y="1669867"/>
                  </a:lnTo>
                  <a:lnTo>
                    <a:pt x="3964568" y="1669867"/>
                  </a:lnTo>
                  <a:lnTo>
                    <a:pt x="3964694" y="1669867"/>
                  </a:lnTo>
                  <a:lnTo>
                    <a:pt x="3964821" y="1669867"/>
                  </a:lnTo>
                  <a:lnTo>
                    <a:pt x="3964947" y="1669867"/>
                  </a:lnTo>
                  <a:lnTo>
                    <a:pt x="3965073" y="1669867"/>
                  </a:lnTo>
                  <a:lnTo>
                    <a:pt x="3965199" y="1669867"/>
                  </a:lnTo>
                  <a:lnTo>
                    <a:pt x="3965326" y="1669867"/>
                  </a:lnTo>
                  <a:lnTo>
                    <a:pt x="3965452" y="1669867"/>
                  </a:lnTo>
                  <a:lnTo>
                    <a:pt x="3965578" y="1669867"/>
                  </a:lnTo>
                  <a:lnTo>
                    <a:pt x="3965704" y="1669867"/>
                  </a:lnTo>
                  <a:lnTo>
                    <a:pt x="3965704" y="1664956"/>
                  </a:lnTo>
                  <a:lnTo>
                    <a:pt x="3965831" y="1664956"/>
                  </a:lnTo>
                  <a:lnTo>
                    <a:pt x="3965957" y="1664956"/>
                  </a:lnTo>
                  <a:lnTo>
                    <a:pt x="3966083" y="1664956"/>
                  </a:lnTo>
                  <a:lnTo>
                    <a:pt x="3966209" y="1664956"/>
                  </a:lnTo>
                  <a:lnTo>
                    <a:pt x="3966336" y="1664956"/>
                  </a:lnTo>
                  <a:lnTo>
                    <a:pt x="3966462" y="1664956"/>
                  </a:lnTo>
                  <a:lnTo>
                    <a:pt x="3966588" y="1664956"/>
                  </a:lnTo>
                  <a:lnTo>
                    <a:pt x="3966714" y="1664956"/>
                  </a:lnTo>
                  <a:lnTo>
                    <a:pt x="3966841" y="1664956"/>
                  </a:lnTo>
                  <a:lnTo>
                    <a:pt x="3966967" y="1664956"/>
                  </a:lnTo>
                  <a:lnTo>
                    <a:pt x="3967093" y="1664956"/>
                  </a:lnTo>
                  <a:lnTo>
                    <a:pt x="3967219" y="1664956"/>
                  </a:lnTo>
                  <a:lnTo>
                    <a:pt x="3967346" y="1664956"/>
                  </a:lnTo>
                  <a:lnTo>
                    <a:pt x="3967472" y="1664956"/>
                  </a:lnTo>
                  <a:lnTo>
                    <a:pt x="3967598" y="1664956"/>
                  </a:lnTo>
                  <a:lnTo>
                    <a:pt x="3967724" y="1664956"/>
                  </a:lnTo>
                  <a:lnTo>
                    <a:pt x="3967851" y="1664956"/>
                  </a:lnTo>
                  <a:lnTo>
                    <a:pt x="3967977" y="1664956"/>
                  </a:lnTo>
                  <a:lnTo>
                    <a:pt x="3968103" y="1664956"/>
                  </a:lnTo>
                  <a:lnTo>
                    <a:pt x="3968229" y="1664956"/>
                  </a:lnTo>
                  <a:lnTo>
                    <a:pt x="3968356" y="1664956"/>
                  </a:lnTo>
                  <a:lnTo>
                    <a:pt x="3968482" y="1664956"/>
                  </a:lnTo>
                  <a:lnTo>
                    <a:pt x="3968608" y="1664956"/>
                  </a:lnTo>
                  <a:lnTo>
                    <a:pt x="3968734" y="1664956"/>
                  </a:lnTo>
                  <a:lnTo>
                    <a:pt x="3968861" y="1664956"/>
                  </a:lnTo>
                  <a:lnTo>
                    <a:pt x="3968987" y="1664956"/>
                  </a:lnTo>
                  <a:lnTo>
                    <a:pt x="3969113" y="1664956"/>
                  </a:lnTo>
                  <a:lnTo>
                    <a:pt x="3969240" y="1664956"/>
                  </a:lnTo>
                  <a:lnTo>
                    <a:pt x="3969366" y="1664956"/>
                  </a:lnTo>
                  <a:lnTo>
                    <a:pt x="3969492" y="1664956"/>
                  </a:lnTo>
                  <a:lnTo>
                    <a:pt x="3969618" y="1664956"/>
                  </a:lnTo>
                  <a:lnTo>
                    <a:pt x="3969745" y="1664956"/>
                  </a:lnTo>
                  <a:lnTo>
                    <a:pt x="3969871" y="1664956"/>
                  </a:lnTo>
                  <a:lnTo>
                    <a:pt x="3969997" y="1664956"/>
                  </a:lnTo>
                  <a:lnTo>
                    <a:pt x="3970123" y="1664956"/>
                  </a:lnTo>
                  <a:lnTo>
                    <a:pt x="3970250" y="1664956"/>
                  </a:lnTo>
                  <a:lnTo>
                    <a:pt x="3970376" y="1664956"/>
                  </a:lnTo>
                  <a:lnTo>
                    <a:pt x="3970502" y="1664956"/>
                  </a:lnTo>
                  <a:lnTo>
                    <a:pt x="3970628" y="1664956"/>
                  </a:lnTo>
                  <a:lnTo>
                    <a:pt x="3970755" y="1664956"/>
                  </a:lnTo>
                  <a:lnTo>
                    <a:pt x="3970881" y="1664956"/>
                  </a:lnTo>
                  <a:lnTo>
                    <a:pt x="3971007" y="1664956"/>
                  </a:lnTo>
                  <a:lnTo>
                    <a:pt x="3971133" y="1664956"/>
                  </a:lnTo>
                  <a:lnTo>
                    <a:pt x="3971260" y="1664956"/>
                  </a:lnTo>
                  <a:lnTo>
                    <a:pt x="3971386" y="1664956"/>
                  </a:lnTo>
                  <a:lnTo>
                    <a:pt x="3971512" y="1664956"/>
                  </a:lnTo>
                  <a:lnTo>
                    <a:pt x="3971638" y="1664956"/>
                  </a:lnTo>
                  <a:lnTo>
                    <a:pt x="3971765" y="1664956"/>
                  </a:lnTo>
                  <a:lnTo>
                    <a:pt x="3971891" y="1664956"/>
                  </a:lnTo>
                  <a:lnTo>
                    <a:pt x="3972017" y="1664956"/>
                  </a:lnTo>
                  <a:lnTo>
                    <a:pt x="3972143" y="1664956"/>
                  </a:lnTo>
                  <a:lnTo>
                    <a:pt x="3972270" y="1664956"/>
                  </a:lnTo>
                  <a:lnTo>
                    <a:pt x="3972396" y="1664956"/>
                  </a:lnTo>
                  <a:lnTo>
                    <a:pt x="3972522" y="1664956"/>
                  </a:lnTo>
                  <a:lnTo>
                    <a:pt x="3972648" y="1664956"/>
                  </a:lnTo>
                  <a:lnTo>
                    <a:pt x="3972775" y="1664956"/>
                  </a:lnTo>
                  <a:lnTo>
                    <a:pt x="3972901" y="1664956"/>
                  </a:lnTo>
                  <a:lnTo>
                    <a:pt x="3973027" y="1664956"/>
                  </a:lnTo>
                  <a:lnTo>
                    <a:pt x="3973153" y="1664956"/>
                  </a:lnTo>
                  <a:lnTo>
                    <a:pt x="3973280" y="1664956"/>
                  </a:lnTo>
                  <a:lnTo>
                    <a:pt x="3973406" y="1664956"/>
                  </a:lnTo>
                  <a:lnTo>
                    <a:pt x="3973532" y="1664956"/>
                  </a:lnTo>
                  <a:lnTo>
                    <a:pt x="3973658" y="1664956"/>
                  </a:lnTo>
                  <a:lnTo>
                    <a:pt x="3973785" y="1664956"/>
                  </a:lnTo>
                  <a:lnTo>
                    <a:pt x="3973911" y="1664956"/>
                  </a:lnTo>
                  <a:lnTo>
                    <a:pt x="3974037" y="1664956"/>
                  </a:lnTo>
                  <a:lnTo>
                    <a:pt x="3974163" y="1664956"/>
                  </a:lnTo>
                  <a:lnTo>
                    <a:pt x="3974290" y="1664956"/>
                  </a:lnTo>
                  <a:lnTo>
                    <a:pt x="3974416" y="1664956"/>
                  </a:lnTo>
                  <a:lnTo>
                    <a:pt x="3974542" y="1664956"/>
                  </a:lnTo>
                  <a:lnTo>
                    <a:pt x="3974669" y="1664956"/>
                  </a:lnTo>
                  <a:lnTo>
                    <a:pt x="3974795" y="1664956"/>
                  </a:lnTo>
                  <a:lnTo>
                    <a:pt x="3974921" y="1664956"/>
                  </a:lnTo>
                  <a:lnTo>
                    <a:pt x="3975047" y="1664956"/>
                  </a:lnTo>
                  <a:lnTo>
                    <a:pt x="3975174" y="1664956"/>
                  </a:lnTo>
                  <a:lnTo>
                    <a:pt x="3975300" y="1664956"/>
                  </a:lnTo>
                  <a:lnTo>
                    <a:pt x="3975426" y="1664956"/>
                  </a:lnTo>
                  <a:lnTo>
                    <a:pt x="3975552" y="1664956"/>
                  </a:lnTo>
                  <a:lnTo>
                    <a:pt x="3975679" y="1664956"/>
                  </a:lnTo>
                  <a:lnTo>
                    <a:pt x="3975805" y="1664956"/>
                  </a:lnTo>
                  <a:lnTo>
                    <a:pt x="3975931" y="1664956"/>
                  </a:lnTo>
                  <a:lnTo>
                    <a:pt x="3976057" y="1664956"/>
                  </a:lnTo>
                  <a:lnTo>
                    <a:pt x="3976184" y="1664956"/>
                  </a:lnTo>
                  <a:lnTo>
                    <a:pt x="3976310" y="1664956"/>
                  </a:lnTo>
                  <a:lnTo>
                    <a:pt x="3976436" y="1664956"/>
                  </a:lnTo>
                  <a:lnTo>
                    <a:pt x="3976562" y="1664956"/>
                  </a:lnTo>
                  <a:lnTo>
                    <a:pt x="3976689" y="1664956"/>
                  </a:lnTo>
                  <a:lnTo>
                    <a:pt x="3976815" y="1664956"/>
                  </a:lnTo>
                  <a:lnTo>
                    <a:pt x="3976941" y="1664956"/>
                  </a:lnTo>
                  <a:lnTo>
                    <a:pt x="3977067" y="1664956"/>
                  </a:lnTo>
                  <a:lnTo>
                    <a:pt x="3977194" y="1664956"/>
                  </a:lnTo>
                  <a:lnTo>
                    <a:pt x="3977320" y="1664956"/>
                  </a:lnTo>
                  <a:lnTo>
                    <a:pt x="3977446" y="1664956"/>
                  </a:lnTo>
                  <a:lnTo>
                    <a:pt x="3977572" y="1664956"/>
                  </a:lnTo>
                  <a:lnTo>
                    <a:pt x="3977699" y="1664956"/>
                  </a:lnTo>
                  <a:lnTo>
                    <a:pt x="3977825" y="1664956"/>
                  </a:lnTo>
                  <a:lnTo>
                    <a:pt x="3977951" y="1664956"/>
                  </a:lnTo>
                  <a:lnTo>
                    <a:pt x="3978077" y="1664956"/>
                  </a:lnTo>
                  <a:lnTo>
                    <a:pt x="3978204" y="1664956"/>
                  </a:lnTo>
                  <a:lnTo>
                    <a:pt x="3978330" y="1664956"/>
                  </a:lnTo>
                  <a:lnTo>
                    <a:pt x="3978456" y="1664956"/>
                  </a:lnTo>
                  <a:lnTo>
                    <a:pt x="3978582" y="1664956"/>
                  </a:lnTo>
                  <a:lnTo>
                    <a:pt x="3978709" y="1664956"/>
                  </a:lnTo>
                  <a:lnTo>
                    <a:pt x="3978835" y="1664956"/>
                  </a:lnTo>
                  <a:lnTo>
                    <a:pt x="3978961" y="1664956"/>
                  </a:lnTo>
                  <a:lnTo>
                    <a:pt x="3979087" y="1664956"/>
                  </a:lnTo>
                  <a:lnTo>
                    <a:pt x="3979214" y="1664956"/>
                  </a:lnTo>
                  <a:lnTo>
                    <a:pt x="3979340" y="1664956"/>
                  </a:lnTo>
                  <a:lnTo>
                    <a:pt x="3979466" y="1664956"/>
                  </a:lnTo>
                  <a:lnTo>
                    <a:pt x="3979593" y="1664956"/>
                  </a:lnTo>
                  <a:lnTo>
                    <a:pt x="3979719" y="1664956"/>
                  </a:lnTo>
                  <a:lnTo>
                    <a:pt x="3979845" y="1664956"/>
                  </a:lnTo>
                  <a:lnTo>
                    <a:pt x="3979971" y="1664956"/>
                  </a:lnTo>
                  <a:lnTo>
                    <a:pt x="3980098" y="1664956"/>
                  </a:lnTo>
                  <a:lnTo>
                    <a:pt x="3980224" y="1664956"/>
                  </a:lnTo>
                  <a:lnTo>
                    <a:pt x="3980350" y="1664956"/>
                  </a:lnTo>
                  <a:lnTo>
                    <a:pt x="3980476" y="1664956"/>
                  </a:lnTo>
                  <a:lnTo>
                    <a:pt x="3980603" y="1664956"/>
                  </a:lnTo>
                  <a:lnTo>
                    <a:pt x="3980729" y="1664956"/>
                  </a:lnTo>
                  <a:lnTo>
                    <a:pt x="3980855" y="1664956"/>
                  </a:lnTo>
                  <a:lnTo>
                    <a:pt x="3980981" y="1664956"/>
                  </a:lnTo>
                  <a:lnTo>
                    <a:pt x="3981108" y="1664956"/>
                  </a:lnTo>
                  <a:lnTo>
                    <a:pt x="3981108" y="1660044"/>
                  </a:lnTo>
                  <a:lnTo>
                    <a:pt x="3981234" y="1660044"/>
                  </a:lnTo>
                  <a:lnTo>
                    <a:pt x="3981360" y="1660044"/>
                  </a:lnTo>
                  <a:lnTo>
                    <a:pt x="3981486" y="1660044"/>
                  </a:lnTo>
                  <a:lnTo>
                    <a:pt x="3981613" y="1660044"/>
                  </a:lnTo>
                  <a:lnTo>
                    <a:pt x="3981739" y="1660044"/>
                  </a:lnTo>
                  <a:lnTo>
                    <a:pt x="3981865" y="1660044"/>
                  </a:lnTo>
                  <a:lnTo>
                    <a:pt x="3981991" y="1660044"/>
                  </a:lnTo>
                  <a:lnTo>
                    <a:pt x="3982118" y="1660044"/>
                  </a:lnTo>
                  <a:lnTo>
                    <a:pt x="3982244" y="1660044"/>
                  </a:lnTo>
                  <a:lnTo>
                    <a:pt x="3982370" y="1660044"/>
                  </a:lnTo>
                  <a:lnTo>
                    <a:pt x="3982496" y="1660044"/>
                  </a:lnTo>
                  <a:lnTo>
                    <a:pt x="3982623" y="1660044"/>
                  </a:lnTo>
                  <a:lnTo>
                    <a:pt x="3982749" y="1660044"/>
                  </a:lnTo>
                  <a:lnTo>
                    <a:pt x="3982875" y="1660044"/>
                  </a:lnTo>
                  <a:lnTo>
                    <a:pt x="3983001" y="1660044"/>
                  </a:lnTo>
                  <a:lnTo>
                    <a:pt x="3983128" y="1660044"/>
                  </a:lnTo>
                  <a:lnTo>
                    <a:pt x="3983254" y="1660044"/>
                  </a:lnTo>
                  <a:lnTo>
                    <a:pt x="3983380" y="1660044"/>
                  </a:lnTo>
                  <a:lnTo>
                    <a:pt x="3983506" y="1660044"/>
                  </a:lnTo>
                  <a:lnTo>
                    <a:pt x="3983633" y="1660044"/>
                  </a:lnTo>
                  <a:lnTo>
                    <a:pt x="3983759" y="1660044"/>
                  </a:lnTo>
                  <a:lnTo>
                    <a:pt x="3983885" y="1660044"/>
                  </a:lnTo>
                  <a:lnTo>
                    <a:pt x="3984011" y="1660044"/>
                  </a:lnTo>
                  <a:lnTo>
                    <a:pt x="3984138" y="1660044"/>
                  </a:lnTo>
                  <a:lnTo>
                    <a:pt x="3984264" y="1660044"/>
                  </a:lnTo>
                  <a:lnTo>
                    <a:pt x="3984390" y="1660044"/>
                  </a:lnTo>
                  <a:lnTo>
                    <a:pt x="3984517" y="1660044"/>
                  </a:lnTo>
                  <a:lnTo>
                    <a:pt x="3984643" y="1660044"/>
                  </a:lnTo>
                  <a:lnTo>
                    <a:pt x="3984769" y="1660044"/>
                  </a:lnTo>
                  <a:lnTo>
                    <a:pt x="3984895" y="1660044"/>
                  </a:lnTo>
                  <a:lnTo>
                    <a:pt x="3985022" y="1660044"/>
                  </a:lnTo>
                  <a:lnTo>
                    <a:pt x="3985148" y="1660044"/>
                  </a:lnTo>
                  <a:lnTo>
                    <a:pt x="3985274" y="1660044"/>
                  </a:lnTo>
                  <a:lnTo>
                    <a:pt x="3985400" y="1660044"/>
                  </a:lnTo>
                  <a:lnTo>
                    <a:pt x="3985527" y="1660044"/>
                  </a:lnTo>
                  <a:lnTo>
                    <a:pt x="3985653" y="1660044"/>
                  </a:lnTo>
                  <a:lnTo>
                    <a:pt x="3985779" y="1660044"/>
                  </a:lnTo>
                  <a:lnTo>
                    <a:pt x="3985905" y="1660044"/>
                  </a:lnTo>
                  <a:lnTo>
                    <a:pt x="3986032" y="1660044"/>
                  </a:lnTo>
                  <a:lnTo>
                    <a:pt x="3986158" y="1660044"/>
                  </a:lnTo>
                  <a:lnTo>
                    <a:pt x="3986284" y="1660044"/>
                  </a:lnTo>
                  <a:lnTo>
                    <a:pt x="3986410" y="1660044"/>
                  </a:lnTo>
                  <a:lnTo>
                    <a:pt x="3986410" y="1655133"/>
                  </a:lnTo>
                  <a:lnTo>
                    <a:pt x="3986537" y="1655133"/>
                  </a:lnTo>
                  <a:lnTo>
                    <a:pt x="3986663" y="1655133"/>
                  </a:lnTo>
                  <a:lnTo>
                    <a:pt x="3986789" y="1655133"/>
                  </a:lnTo>
                  <a:lnTo>
                    <a:pt x="3986915" y="1655133"/>
                  </a:lnTo>
                  <a:lnTo>
                    <a:pt x="3987042" y="1655133"/>
                  </a:lnTo>
                  <a:lnTo>
                    <a:pt x="3987168" y="1655133"/>
                  </a:lnTo>
                  <a:lnTo>
                    <a:pt x="3987294" y="1655133"/>
                  </a:lnTo>
                  <a:lnTo>
                    <a:pt x="3987420" y="1655133"/>
                  </a:lnTo>
                  <a:lnTo>
                    <a:pt x="3987547" y="1655133"/>
                  </a:lnTo>
                  <a:lnTo>
                    <a:pt x="3987673" y="1655133"/>
                  </a:lnTo>
                  <a:lnTo>
                    <a:pt x="3987799" y="1655133"/>
                  </a:lnTo>
                  <a:lnTo>
                    <a:pt x="3987925" y="1655133"/>
                  </a:lnTo>
                  <a:lnTo>
                    <a:pt x="3988052" y="1655133"/>
                  </a:lnTo>
                  <a:lnTo>
                    <a:pt x="3988178" y="1655133"/>
                  </a:lnTo>
                  <a:lnTo>
                    <a:pt x="3988304" y="1655133"/>
                  </a:lnTo>
                  <a:lnTo>
                    <a:pt x="3988430" y="1655133"/>
                  </a:lnTo>
                  <a:lnTo>
                    <a:pt x="3988557" y="1655133"/>
                  </a:lnTo>
                  <a:lnTo>
                    <a:pt x="3988683" y="1655133"/>
                  </a:lnTo>
                  <a:lnTo>
                    <a:pt x="3988809" y="1655133"/>
                  </a:lnTo>
                  <a:lnTo>
                    <a:pt x="3988935" y="1655133"/>
                  </a:lnTo>
                  <a:lnTo>
                    <a:pt x="3989062" y="1655133"/>
                  </a:lnTo>
                  <a:lnTo>
                    <a:pt x="3989188" y="1655133"/>
                  </a:lnTo>
                  <a:lnTo>
                    <a:pt x="3989314" y="1655133"/>
                  </a:lnTo>
                  <a:lnTo>
                    <a:pt x="3989314" y="1650221"/>
                  </a:lnTo>
                  <a:lnTo>
                    <a:pt x="3989440" y="1650221"/>
                  </a:lnTo>
                  <a:lnTo>
                    <a:pt x="3989567" y="1650221"/>
                  </a:lnTo>
                  <a:lnTo>
                    <a:pt x="3989693" y="1650221"/>
                  </a:lnTo>
                  <a:lnTo>
                    <a:pt x="3989819" y="1650221"/>
                  </a:lnTo>
                  <a:lnTo>
                    <a:pt x="3989946" y="1650221"/>
                  </a:lnTo>
                  <a:lnTo>
                    <a:pt x="3990072" y="1650221"/>
                  </a:lnTo>
                  <a:lnTo>
                    <a:pt x="3990198" y="1650221"/>
                  </a:lnTo>
                  <a:lnTo>
                    <a:pt x="3990324" y="1650221"/>
                  </a:lnTo>
                  <a:lnTo>
                    <a:pt x="3990451" y="1650221"/>
                  </a:lnTo>
                  <a:lnTo>
                    <a:pt x="3990577" y="1650221"/>
                  </a:lnTo>
                  <a:lnTo>
                    <a:pt x="3990703" y="1650221"/>
                  </a:lnTo>
                  <a:lnTo>
                    <a:pt x="3990829" y="1650221"/>
                  </a:lnTo>
                  <a:lnTo>
                    <a:pt x="3990956" y="1650221"/>
                  </a:lnTo>
                  <a:lnTo>
                    <a:pt x="3991082" y="1650221"/>
                  </a:lnTo>
                  <a:lnTo>
                    <a:pt x="3991208" y="1650221"/>
                  </a:lnTo>
                  <a:lnTo>
                    <a:pt x="3991334" y="1650221"/>
                  </a:lnTo>
                  <a:lnTo>
                    <a:pt x="3991461" y="1650221"/>
                  </a:lnTo>
                  <a:lnTo>
                    <a:pt x="3991587" y="1650221"/>
                  </a:lnTo>
                  <a:lnTo>
                    <a:pt x="3991713" y="1650221"/>
                  </a:lnTo>
                  <a:lnTo>
                    <a:pt x="3991839" y="1650221"/>
                  </a:lnTo>
                  <a:lnTo>
                    <a:pt x="3991966" y="1650221"/>
                  </a:lnTo>
                  <a:lnTo>
                    <a:pt x="3992092" y="1650221"/>
                  </a:lnTo>
                  <a:lnTo>
                    <a:pt x="3992218" y="1650221"/>
                  </a:lnTo>
                  <a:lnTo>
                    <a:pt x="3992344" y="1650221"/>
                  </a:lnTo>
                  <a:lnTo>
                    <a:pt x="3992471" y="1650221"/>
                  </a:lnTo>
                  <a:lnTo>
                    <a:pt x="3992597" y="1650221"/>
                  </a:lnTo>
                  <a:lnTo>
                    <a:pt x="3992723" y="1650221"/>
                  </a:lnTo>
                  <a:lnTo>
                    <a:pt x="3992849" y="1650221"/>
                  </a:lnTo>
                  <a:lnTo>
                    <a:pt x="3992976" y="1650221"/>
                  </a:lnTo>
                  <a:lnTo>
                    <a:pt x="3993102" y="1650221"/>
                  </a:lnTo>
                  <a:lnTo>
                    <a:pt x="3993228" y="1650221"/>
                  </a:lnTo>
                  <a:lnTo>
                    <a:pt x="3993354" y="1650221"/>
                  </a:lnTo>
                  <a:lnTo>
                    <a:pt x="3993481" y="1650221"/>
                  </a:lnTo>
                  <a:lnTo>
                    <a:pt x="3993607" y="1650221"/>
                  </a:lnTo>
                  <a:lnTo>
                    <a:pt x="3993733" y="1650221"/>
                  </a:lnTo>
                  <a:lnTo>
                    <a:pt x="3993859" y="1650221"/>
                  </a:lnTo>
                  <a:lnTo>
                    <a:pt x="3993986" y="1650221"/>
                  </a:lnTo>
                  <a:lnTo>
                    <a:pt x="3994112" y="1650221"/>
                  </a:lnTo>
                  <a:lnTo>
                    <a:pt x="3994238" y="1650221"/>
                  </a:lnTo>
                  <a:lnTo>
                    <a:pt x="3994364" y="1650221"/>
                  </a:lnTo>
                  <a:lnTo>
                    <a:pt x="3994491" y="1650221"/>
                  </a:lnTo>
                  <a:lnTo>
                    <a:pt x="3994617" y="1650221"/>
                  </a:lnTo>
                  <a:lnTo>
                    <a:pt x="3994743" y="1650221"/>
                  </a:lnTo>
                  <a:lnTo>
                    <a:pt x="3994870" y="1650221"/>
                  </a:lnTo>
                  <a:lnTo>
                    <a:pt x="3994996" y="1650221"/>
                  </a:lnTo>
                  <a:lnTo>
                    <a:pt x="3995122" y="1650221"/>
                  </a:lnTo>
                  <a:lnTo>
                    <a:pt x="3995248" y="1650221"/>
                  </a:lnTo>
                  <a:lnTo>
                    <a:pt x="3995375" y="1650221"/>
                  </a:lnTo>
                  <a:lnTo>
                    <a:pt x="3995501" y="1650221"/>
                  </a:lnTo>
                  <a:lnTo>
                    <a:pt x="3995627" y="1650221"/>
                  </a:lnTo>
                  <a:lnTo>
                    <a:pt x="3995753" y="1650221"/>
                  </a:lnTo>
                  <a:lnTo>
                    <a:pt x="3995880" y="1650221"/>
                  </a:lnTo>
                  <a:lnTo>
                    <a:pt x="3996006" y="1650221"/>
                  </a:lnTo>
                  <a:lnTo>
                    <a:pt x="3996132" y="1650221"/>
                  </a:lnTo>
                  <a:lnTo>
                    <a:pt x="3996258" y="1650221"/>
                  </a:lnTo>
                  <a:lnTo>
                    <a:pt x="3996385" y="1650221"/>
                  </a:lnTo>
                  <a:lnTo>
                    <a:pt x="3996511" y="1650221"/>
                  </a:lnTo>
                  <a:lnTo>
                    <a:pt x="3996637" y="1650221"/>
                  </a:lnTo>
                  <a:lnTo>
                    <a:pt x="3996763" y="1650221"/>
                  </a:lnTo>
                  <a:lnTo>
                    <a:pt x="3996890" y="1650221"/>
                  </a:lnTo>
                  <a:lnTo>
                    <a:pt x="3997016" y="1650221"/>
                  </a:lnTo>
                  <a:lnTo>
                    <a:pt x="3997142" y="1650221"/>
                  </a:lnTo>
                  <a:lnTo>
                    <a:pt x="3997268" y="1650221"/>
                  </a:lnTo>
                  <a:lnTo>
                    <a:pt x="3997395" y="1650221"/>
                  </a:lnTo>
                  <a:lnTo>
                    <a:pt x="3997521" y="1650221"/>
                  </a:lnTo>
                  <a:lnTo>
                    <a:pt x="3997647" y="1650221"/>
                  </a:lnTo>
                  <a:lnTo>
                    <a:pt x="3997773" y="1650221"/>
                  </a:lnTo>
                  <a:lnTo>
                    <a:pt x="3997900" y="1650221"/>
                  </a:lnTo>
                  <a:lnTo>
                    <a:pt x="3998026" y="1650221"/>
                  </a:lnTo>
                  <a:lnTo>
                    <a:pt x="3998152" y="1650221"/>
                  </a:lnTo>
                  <a:lnTo>
                    <a:pt x="3998278" y="1650221"/>
                  </a:lnTo>
                  <a:lnTo>
                    <a:pt x="3998405" y="1650221"/>
                  </a:lnTo>
                  <a:lnTo>
                    <a:pt x="3998531" y="1650221"/>
                  </a:lnTo>
                  <a:lnTo>
                    <a:pt x="3998657" y="1650221"/>
                  </a:lnTo>
                  <a:lnTo>
                    <a:pt x="3998783" y="1650221"/>
                  </a:lnTo>
                  <a:lnTo>
                    <a:pt x="3998910" y="1650221"/>
                  </a:lnTo>
                  <a:lnTo>
                    <a:pt x="3999036" y="1650221"/>
                  </a:lnTo>
                  <a:lnTo>
                    <a:pt x="3999162" y="1650221"/>
                  </a:lnTo>
                  <a:lnTo>
                    <a:pt x="3999288" y="1650221"/>
                  </a:lnTo>
                  <a:lnTo>
                    <a:pt x="3999415" y="1650221"/>
                  </a:lnTo>
                  <a:lnTo>
                    <a:pt x="3999541" y="1650221"/>
                  </a:lnTo>
                  <a:lnTo>
                    <a:pt x="3999667" y="1650221"/>
                  </a:lnTo>
                  <a:lnTo>
                    <a:pt x="3999793" y="1650221"/>
                  </a:lnTo>
                  <a:lnTo>
                    <a:pt x="3999920" y="1650221"/>
                  </a:lnTo>
                  <a:lnTo>
                    <a:pt x="4000046" y="1650221"/>
                  </a:lnTo>
                  <a:lnTo>
                    <a:pt x="4000172" y="1650221"/>
                  </a:lnTo>
                  <a:lnTo>
                    <a:pt x="4000299" y="1650221"/>
                  </a:lnTo>
                  <a:lnTo>
                    <a:pt x="4000425" y="1650221"/>
                  </a:lnTo>
                  <a:lnTo>
                    <a:pt x="4000551" y="1650221"/>
                  </a:lnTo>
                  <a:lnTo>
                    <a:pt x="4000677" y="1650221"/>
                  </a:lnTo>
                  <a:lnTo>
                    <a:pt x="4000804" y="1650221"/>
                  </a:lnTo>
                  <a:lnTo>
                    <a:pt x="4000930" y="1650221"/>
                  </a:lnTo>
                  <a:lnTo>
                    <a:pt x="4001056" y="1650221"/>
                  </a:lnTo>
                  <a:lnTo>
                    <a:pt x="4001182" y="1650221"/>
                  </a:lnTo>
                  <a:lnTo>
                    <a:pt x="4001309" y="1650221"/>
                  </a:lnTo>
                  <a:lnTo>
                    <a:pt x="4001435" y="1650221"/>
                  </a:lnTo>
                  <a:lnTo>
                    <a:pt x="4001561" y="1650221"/>
                  </a:lnTo>
                  <a:lnTo>
                    <a:pt x="4001687" y="1650221"/>
                  </a:lnTo>
                  <a:lnTo>
                    <a:pt x="4001814" y="1650221"/>
                  </a:lnTo>
                  <a:lnTo>
                    <a:pt x="4001940" y="1650221"/>
                  </a:lnTo>
                  <a:lnTo>
                    <a:pt x="4002066" y="1650221"/>
                  </a:lnTo>
                  <a:lnTo>
                    <a:pt x="4002192" y="1650221"/>
                  </a:lnTo>
                  <a:lnTo>
                    <a:pt x="4002319" y="1650221"/>
                  </a:lnTo>
                  <a:lnTo>
                    <a:pt x="4002445" y="1650221"/>
                  </a:lnTo>
                  <a:lnTo>
                    <a:pt x="4002445" y="1645310"/>
                  </a:lnTo>
                  <a:lnTo>
                    <a:pt x="4002571" y="1645310"/>
                  </a:lnTo>
                  <a:lnTo>
                    <a:pt x="4002697" y="1645310"/>
                  </a:lnTo>
                  <a:lnTo>
                    <a:pt x="4002824" y="1645310"/>
                  </a:lnTo>
                  <a:lnTo>
                    <a:pt x="4002950" y="1645310"/>
                  </a:lnTo>
                  <a:lnTo>
                    <a:pt x="4003076" y="1645310"/>
                  </a:lnTo>
                  <a:lnTo>
                    <a:pt x="4003202" y="1645310"/>
                  </a:lnTo>
                  <a:lnTo>
                    <a:pt x="4003329" y="1645310"/>
                  </a:lnTo>
                  <a:lnTo>
                    <a:pt x="4003455" y="1645310"/>
                  </a:lnTo>
                  <a:lnTo>
                    <a:pt x="4003581" y="1645310"/>
                  </a:lnTo>
                  <a:lnTo>
                    <a:pt x="4003707" y="1645310"/>
                  </a:lnTo>
                  <a:lnTo>
                    <a:pt x="4003834" y="1645310"/>
                  </a:lnTo>
                  <a:lnTo>
                    <a:pt x="4003960" y="1645310"/>
                  </a:lnTo>
                  <a:lnTo>
                    <a:pt x="4004086" y="1645310"/>
                  </a:lnTo>
                  <a:lnTo>
                    <a:pt x="4004212" y="1645310"/>
                  </a:lnTo>
                  <a:lnTo>
                    <a:pt x="4004339" y="1645310"/>
                  </a:lnTo>
                  <a:lnTo>
                    <a:pt x="4004465" y="1645310"/>
                  </a:lnTo>
                  <a:lnTo>
                    <a:pt x="4004591" y="1645310"/>
                  </a:lnTo>
                  <a:lnTo>
                    <a:pt x="4004717" y="1645310"/>
                  </a:lnTo>
                  <a:lnTo>
                    <a:pt x="4004844" y="1645310"/>
                  </a:lnTo>
                  <a:lnTo>
                    <a:pt x="4004970" y="1645310"/>
                  </a:lnTo>
                  <a:lnTo>
                    <a:pt x="4005096" y="1645310"/>
                  </a:lnTo>
                  <a:lnTo>
                    <a:pt x="4005223" y="1645310"/>
                  </a:lnTo>
                  <a:lnTo>
                    <a:pt x="4005349" y="1645310"/>
                  </a:lnTo>
                  <a:lnTo>
                    <a:pt x="4005475" y="1645310"/>
                  </a:lnTo>
                  <a:lnTo>
                    <a:pt x="4005601" y="1645310"/>
                  </a:lnTo>
                  <a:lnTo>
                    <a:pt x="4005728" y="1645310"/>
                  </a:lnTo>
                  <a:lnTo>
                    <a:pt x="4005854" y="1645310"/>
                  </a:lnTo>
                  <a:lnTo>
                    <a:pt x="4005980" y="1645310"/>
                  </a:lnTo>
                  <a:lnTo>
                    <a:pt x="4006106" y="1645310"/>
                  </a:lnTo>
                  <a:lnTo>
                    <a:pt x="4006233" y="1645310"/>
                  </a:lnTo>
                  <a:lnTo>
                    <a:pt x="4006359" y="1645310"/>
                  </a:lnTo>
                  <a:lnTo>
                    <a:pt x="4006485" y="1645310"/>
                  </a:lnTo>
                  <a:lnTo>
                    <a:pt x="4006611" y="1645310"/>
                  </a:lnTo>
                  <a:lnTo>
                    <a:pt x="4006738" y="1645310"/>
                  </a:lnTo>
                  <a:lnTo>
                    <a:pt x="4006864" y="1645310"/>
                  </a:lnTo>
                  <a:lnTo>
                    <a:pt x="4006990" y="1645310"/>
                  </a:lnTo>
                  <a:lnTo>
                    <a:pt x="4007116" y="1645310"/>
                  </a:lnTo>
                  <a:lnTo>
                    <a:pt x="4007243" y="1645310"/>
                  </a:lnTo>
                  <a:lnTo>
                    <a:pt x="4007369" y="1645310"/>
                  </a:lnTo>
                  <a:lnTo>
                    <a:pt x="4007495" y="1645310"/>
                  </a:lnTo>
                  <a:lnTo>
                    <a:pt x="4007621" y="1645310"/>
                  </a:lnTo>
                  <a:lnTo>
                    <a:pt x="4007748" y="1645310"/>
                  </a:lnTo>
                  <a:lnTo>
                    <a:pt x="4007874" y="1645310"/>
                  </a:lnTo>
                  <a:lnTo>
                    <a:pt x="4008000" y="1645310"/>
                  </a:lnTo>
                  <a:lnTo>
                    <a:pt x="4008126" y="1645310"/>
                  </a:lnTo>
                  <a:lnTo>
                    <a:pt x="4008253" y="1645310"/>
                  </a:lnTo>
                  <a:lnTo>
                    <a:pt x="4008379" y="1645310"/>
                  </a:lnTo>
                  <a:lnTo>
                    <a:pt x="4008505" y="1645310"/>
                  </a:lnTo>
                  <a:lnTo>
                    <a:pt x="4008631" y="1645310"/>
                  </a:lnTo>
                  <a:lnTo>
                    <a:pt x="4008631" y="1640399"/>
                  </a:lnTo>
                  <a:lnTo>
                    <a:pt x="4008758" y="1640399"/>
                  </a:lnTo>
                  <a:lnTo>
                    <a:pt x="4008884" y="1640399"/>
                  </a:lnTo>
                  <a:lnTo>
                    <a:pt x="4009010" y="1640399"/>
                  </a:lnTo>
                  <a:lnTo>
                    <a:pt x="4009136" y="1640399"/>
                  </a:lnTo>
                  <a:lnTo>
                    <a:pt x="4009263" y="1640399"/>
                  </a:lnTo>
                  <a:lnTo>
                    <a:pt x="4009389" y="1640399"/>
                  </a:lnTo>
                  <a:lnTo>
                    <a:pt x="4009515" y="1640399"/>
                  </a:lnTo>
                  <a:lnTo>
                    <a:pt x="4009641" y="1640399"/>
                  </a:lnTo>
                  <a:lnTo>
                    <a:pt x="4009768" y="1640399"/>
                  </a:lnTo>
                  <a:lnTo>
                    <a:pt x="4009894" y="1640399"/>
                  </a:lnTo>
                  <a:lnTo>
                    <a:pt x="4010020" y="1640399"/>
                  </a:lnTo>
                  <a:lnTo>
                    <a:pt x="4010146" y="1640399"/>
                  </a:lnTo>
                  <a:lnTo>
                    <a:pt x="4010273" y="1640399"/>
                  </a:lnTo>
                  <a:lnTo>
                    <a:pt x="4010399" y="1640399"/>
                  </a:lnTo>
                  <a:lnTo>
                    <a:pt x="4010525" y="1640399"/>
                  </a:lnTo>
                  <a:lnTo>
                    <a:pt x="4010652" y="1640399"/>
                  </a:lnTo>
                  <a:lnTo>
                    <a:pt x="4010778" y="1640399"/>
                  </a:lnTo>
                  <a:lnTo>
                    <a:pt x="4010904" y="1640399"/>
                  </a:lnTo>
                  <a:lnTo>
                    <a:pt x="4011030" y="1640399"/>
                  </a:lnTo>
                  <a:lnTo>
                    <a:pt x="4011157" y="1640399"/>
                  </a:lnTo>
                  <a:lnTo>
                    <a:pt x="4011283" y="1640399"/>
                  </a:lnTo>
                  <a:lnTo>
                    <a:pt x="4011409" y="1640399"/>
                  </a:lnTo>
                  <a:lnTo>
                    <a:pt x="4011535" y="1640399"/>
                  </a:lnTo>
                  <a:lnTo>
                    <a:pt x="4011662" y="1640399"/>
                  </a:lnTo>
                  <a:lnTo>
                    <a:pt x="4011788" y="1640399"/>
                  </a:lnTo>
                  <a:lnTo>
                    <a:pt x="4011914" y="1640399"/>
                  </a:lnTo>
                  <a:lnTo>
                    <a:pt x="4012040" y="1640399"/>
                  </a:lnTo>
                  <a:lnTo>
                    <a:pt x="4012167" y="1640399"/>
                  </a:lnTo>
                  <a:lnTo>
                    <a:pt x="4012293" y="1640399"/>
                  </a:lnTo>
                  <a:lnTo>
                    <a:pt x="4012419" y="1640399"/>
                  </a:lnTo>
                  <a:lnTo>
                    <a:pt x="4012545" y="1640399"/>
                  </a:lnTo>
                  <a:lnTo>
                    <a:pt x="4012672" y="1640399"/>
                  </a:lnTo>
                  <a:lnTo>
                    <a:pt x="4012798" y="1640399"/>
                  </a:lnTo>
                  <a:lnTo>
                    <a:pt x="4012924" y="1640399"/>
                  </a:lnTo>
                  <a:lnTo>
                    <a:pt x="4013050" y="1640399"/>
                  </a:lnTo>
                  <a:lnTo>
                    <a:pt x="4013177" y="1640399"/>
                  </a:lnTo>
                  <a:lnTo>
                    <a:pt x="4013303" y="1640399"/>
                  </a:lnTo>
                  <a:lnTo>
                    <a:pt x="4013429" y="1640399"/>
                  </a:lnTo>
                  <a:lnTo>
                    <a:pt x="4013555" y="1640399"/>
                  </a:lnTo>
                  <a:lnTo>
                    <a:pt x="4013682" y="1640399"/>
                  </a:lnTo>
                  <a:lnTo>
                    <a:pt x="4013808" y="1640399"/>
                  </a:lnTo>
                  <a:lnTo>
                    <a:pt x="4013934" y="1640399"/>
                  </a:lnTo>
                  <a:lnTo>
                    <a:pt x="4014060" y="1640399"/>
                  </a:lnTo>
                  <a:lnTo>
                    <a:pt x="4014187" y="1640399"/>
                  </a:lnTo>
                  <a:lnTo>
                    <a:pt x="4014313" y="1640399"/>
                  </a:lnTo>
                  <a:lnTo>
                    <a:pt x="4014439" y="1640399"/>
                  </a:lnTo>
                  <a:lnTo>
                    <a:pt x="4014565" y="1640399"/>
                  </a:lnTo>
                  <a:lnTo>
                    <a:pt x="4014692" y="1640399"/>
                  </a:lnTo>
                  <a:lnTo>
                    <a:pt x="4014818" y="1640399"/>
                  </a:lnTo>
                  <a:lnTo>
                    <a:pt x="4014944" y="1640399"/>
                  </a:lnTo>
                  <a:lnTo>
                    <a:pt x="4015070" y="1640399"/>
                  </a:lnTo>
                  <a:lnTo>
                    <a:pt x="4015197" y="1640399"/>
                  </a:lnTo>
                  <a:lnTo>
                    <a:pt x="4015197" y="1635487"/>
                  </a:lnTo>
                  <a:lnTo>
                    <a:pt x="4015323" y="1635487"/>
                  </a:lnTo>
                  <a:lnTo>
                    <a:pt x="4015449" y="1635487"/>
                  </a:lnTo>
                  <a:lnTo>
                    <a:pt x="4015576" y="1635487"/>
                  </a:lnTo>
                  <a:lnTo>
                    <a:pt x="4015702" y="1635487"/>
                  </a:lnTo>
                  <a:lnTo>
                    <a:pt x="4015828" y="1635487"/>
                  </a:lnTo>
                  <a:lnTo>
                    <a:pt x="4015954" y="1635487"/>
                  </a:lnTo>
                  <a:lnTo>
                    <a:pt x="4016081" y="1635487"/>
                  </a:lnTo>
                  <a:lnTo>
                    <a:pt x="4016207" y="1635487"/>
                  </a:lnTo>
                  <a:lnTo>
                    <a:pt x="4016333" y="1635487"/>
                  </a:lnTo>
                  <a:lnTo>
                    <a:pt x="4016459" y="1635487"/>
                  </a:lnTo>
                  <a:lnTo>
                    <a:pt x="4016586" y="1635487"/>
                  </a:lnTo>
                  <a:lnTo>
                    <a:pt x="4016712" y="1635487"/>
                  </a:lnTo>
                  <a:lnTo>
                    <a:pt x="4016838" y="1635487"/>
                  </a:lnTo>
                  <a:lnTo>
                    <a:pt x="4016964" y="1635487"/>
                  </a:lnTo>
                  <a:lnTo>
                    <a:pt x="4017091" y="1635487"/>
                  </a:lnTo>
                  <a:lnTo>
                    <a:pt x="4017217" y="1635487"/>
                  </a:lnTo>
                  <a:lnTo>
                    <a:pt x="4017343" y="1635487"/>
                  </a:lnTo>
                  <a:lnTo>
                    <a:pt x="4017469" y="1635487"/>
                  </a:lnTo>
                  <a:lnTo>
                    <a:pt x="4017596" y="1635487"/>
                  </a:lnTo>
                  <a:lnTo>
                    <a:pt x="4017722" y="1635487"/>
                  </a:lnTo>
                  <a:lnTo>
                    <a:pt x="4017848" y="1635487"/>
                  </a:lnTo>
                  <a:lnTo>
                    <a:pt x="4017974" y="1635487"/>
                  </a:lnTo>
                  <a:lnTo>
                    <a:pt x="4018101" y="1635487"/>
                  </a:lnTo>
                  <a:lnTo>
                    <a:pt x="4018227" y="1635487"/>
                  </a:lnTo>
                  <a:lnTo>
                    <a:pt x="4018353" y="1635487"/>
                  </a:lnTo>
                  <a:lnTo>
                    <a:pt x="4018479" y="1635487"/>
                  </a:lnTo>
                  <a:lnTo>
                    <a:pt x="4018606" y="1635487"/>
                  </a:lnTo>
                  <a:lnTo>
                    <a:pt x="4018732" y="1635487"/>
                  </a:lnTo>
                  <a:lnTo>
                    <a:pt x="4018732" y="1630576"/>
                  </a:lnTo>
                  <a:lnTo>
                    <a:pt x="4018858" y="1630576"/>
                  </a:lnTo>
                  <a:lnTo>
                    <a:pt x="4018984" y="1630576"/>
                  </a:lnTo>
                  <a:lnTo>
                    <a:pt x="4019111" y="1630576"/>
                  </a:lnTo>
                  <a:lnTo>
                    <a:pt x="4019237" y="1630576"/>
                  </a:lnTo>
                  <a:lnTo>
                    <a:pt x="4019363" y="1630576"/>
                  </a:lnTo>
                  <a:lnTo>
                    <a:pt x="4019489" y="1630576"/>
                  </a:lnTo>
                  <a:lnTo>
                    <a:pt x="4019616" y="1630576"/>
                  </a:lnTo>
                  <a:lnTo>
                    <a:pt x="4019742" y="1630576"/>
                  </a:lnTo>
                  <a:lnTo>
                    <a:pt x="4019868" y="1630576"/>
                  </a:lnTo>
                  <a:lnTo>
                    <a:pt x="4019994" y="1630576"/>
                  </a:lnTo>
                  <a:lnTo>
                    <a:pt x="4020121" y="1630576"/>
                  </a:lnTo>
                  <a:lnTo>
                    <a:pt x="4020247" y="1630576"/>
                  </a:lnTo>
                  <a:lnTo>
                    <a:pt x="4020373" y="1630576"/>
                  </a:lnTo>
                  <a:lnTo>
                    <a:pt x="4020499" y="1630576"/>
                  </a:lnTo>
                  <a:lnTo>
                    <a:pt x="4020626" y="1630576"/>
                  </a:lnTo>
                  <a:lnTo>
                    <a:pt x="4020752" y="1630576"/>
                  </a:lnTo>
                  <a:lnTo>
                    <a:pt x="4020878" y="1630576"/>
                  </a:lnTo>
                  <a:lnTo>
                    <a:pt x="4021005" y="1630576"/>
                  </a:lnTo>
                  <a:lnTo>
                    <a:pt x="4021131" y="1630576"/>
                  </a:lnTo>
                  <a:lnTo>
                    <a:pt x="4021257" y="1630576"/>
                  </a:lnTo>
                  <a:lnTo>
                    <a:pt x="4021383" y="1630576"/>
                  </a:lnTo>
                  <a:lnTo>
                    <a:pt x="4021510" y="1630576"/>
                  </a:lnTo>
                  <a:lnTo>
                    <a:pt x="4021636" y="1630576"/>
                  </a:lnTo>
                  <a:lnTo>
                    <a:pt x="4021762" y="1630576"/>
                  </a:lnTo>
                  <a:lnTo>
                    <a:pt x="4021888" y="1630576"/>
                  </a:lnTo>
                  <a:lnTo>
                    <a:pt x="4022015" y="1630576"/>
                  </a:lnTo>
                  <a:lnTo>
                    <a:pt x="4022141" y="1630576"/>
                  </a:lnTo>
                  <a:lnTo>
                    <a:pt x="4022267" y="1630576"/>
                  </a:lnTo>
                  <a:lnTo>
                    <a:pt x="4022393" y="1630576"/>
                  </a:lnTo>
                  <a:lnTo>
                    <a:pt x="4022520" y="1630576"/>
                  </a:lnTo>
                  <a:lnTo>
                    <a:pt x="4022646" y="1630576"/>
                  </a:lnTo>
                  <a:lnTo>
                    <a:pt x="4022772" y="1630576"/>
                  </a:lnTo>
                  <a:lnTo>
                    <a:pt x="4022898" y="1630576"/>
                  </a:lnTo>
                  <a:lnTo>
                    <a:pt x="4023025" y="1630576"/>
                  </a:lnTo>
                  <a:lnTo>
                    <a:pt x="4023151" y="1630576"/>
                  </a:lnTo>
                  <a:lnTo>
                    <a:pt x="4023277" y="1630576"/>
                  </a:lnTo>
                  <a:lnTo>
                    <a:pt x="4023403" y="1630576"/>
                  </a:lnTo>
                  <a:lnTo>
                    <a:pt x="4023530" y="1630576"/>
                  </a:lnTo>
                  <a:lnTo>
                    <a:pt x="4023656" y="1630576"/>
                  </a:lnTo>
                  <a:lnTo>
                    <a:pt x="4023782" y="1630576"/>
                  </a:lnTo>
                  <a:lnTo>
                    <a:pt x="4023908" y="1630576"/>
                  </a:lnTo>
                  <a:lnTo>
                    <a:pt x="4024035" y="1630576"/>
                  </a:lnTo>
                  <a:lnTo>
                    <a:pt x="4024161" y="1630576"/>
                  </a:lnTo>
                  <a:lnTo>
                    <a:pt x="4024287" y="1630576"/>
                  </a:lnTo>
                  <a:lnTo>
                    <a:pt x="4024413" y="1630576"/>
                  </a:lnTo>
                  <a:lnTo>
                    <a:pt x="4024540" y="1630576"/>
                  </a:lnTo>
                  <a:lnTo>
                    <a:pt x="4024666" y="1630576"/>
                  </a:lnTo>
                  <a:lnTo>
                    <a:pt x="4024792" y="1630576"/>
                  </a:lnTo>
                  <a:lnTo>
                    <a:pt x="4024918" y="1630576"/>
                  </a:lnTo>
                  <a:lnTo>
                    <a:pt x="4025045" y="1630576"/>
                  </a:lnTo>
                  <a:lnTo>
                    <a:pt x="4025171" y="1630576"/>
                  </a:lnTo>
                  <a:lnTo>
                    <a:pt x="4025297" y="1630576"/>
                  </a:lnTo>
                  <a:lnTo>
                    <a:pt x="4025423" y="1630576"/>
                  </a:lnTo>
                  <a:lnTo>
                    <a:pt x="4025550" y="1630576"/>
                  </a:lnTo>
                  <a:lnTo>
                    <a:pt x="4025676" y="1630576"/>
                  </a:lnTo>
                  <a:lnTo>
                    <a:pt x="4025802" y="1630576"/>
                  </a:lnTo>
                  <a:lnTo>
                    <a:pt x="4025929" y="1630576"/>
                  </a:lnTo>
                  <a:lnTo>
                    <a:pt x="4026055" y="1630576"/>
                  </a:lnTo>
                  <a:lnTo>
                    <a:pt x="4026181" y="1630576"/>
                  </a:lnTo>
                  <a:lnTo>
                    <a:pt x="4026307" y="1630576"/>
                  </a:lnTo>
                  <a:lnTo>
                    <a:pt x="4026434" y="1630576"/>
                  </a:lnTo>
                  <a:lnTo>
                    <a:pt x="4026560" y="1630576"/>
                  </a:lnTo>
                  <a:lnTo>
                    <a:pt x="4026686" y="1630576"/>
                  </a:lnTo>
                  <a:lnTo>
                    <a:pt x="4026812" y="1630576"/>
                  </a:lnTo>
                  <a:lnTo>
                    <a:pt x="4026939" y="1630576"/>
                  </a:lnTo>
                  <a:lnTo>
                    <a:pt x="4027065" y="1630576"/>
                  </a:lnTo>
                  <a:lnTo>
                    <a:pt x="4027191" y="1630576"/>
                  </a:lnTo>
                  <a:lnTo>
                    <a:pt x="4027317" y="1630576"/>
                  </a:lnTo>
                  <a:lnTo>
                    <a:pt x="4027444" y="1630576"/>
                  </a:lnTo>
                  <a:lnTo>
                    <a:pt x="4027570" y="1630576"/>
                  </a:lnTo>
                  <a:lnTo>
                    <a:pt x="4027696" y="1630576"/>
                  </a:lnTo>
                  <a:lnTo>
                    <a:pt x="4027822" y="1630576"/>
                  </a:lnTo>
                  <a:lnTo>
                    <a:pt x="4027949" y="1630576"/>
                  </a:lnTo>
                  <a:lnTo>
                    <a:pt x="4028075" y="1630576"/>
                  </a:lnTo>
                  <a:lnTo>
                    <a:pt x="4028201" y="1630576"/>
                  </a:lnTo>
                  <a:lnTo>
                    <a:pt x="4028327" y="1630576"/>
                  </a:lnTo>
                  <a:lnTo>
                    <a:pt x="4028454" y="1630576"/>
                  </a:lnTo>
                  <a:lnTo>
                    <a:pt x="4028580" y="1630576"/>
                  </a:lnTo>
                  <a:lnTo>
                    <a:pt x="4028706" y="1630576"/>
                  </a:lnTo>
                  <a:lnTo>
                    <a:pt x="4028832" y="1630576"/>
                  </a:lnTo>
                  <a:lnTo>
                    <a:pt x="4028959" y="1630576"/>
                  </a:lnTo>
                  <a:lnTo>
                    <a:pt x="4029085" y="1630576"/>
                  </a:lnTo>
                  <a:lnTo>
                    <a:pt x="4029211" y="1630576"/>
                  </a:lnTo>
                  <a:lnTo>
                    <a:pt x="4029337" y="1630576"/>
                  </a:lnTo>
                  <a:lnTo>
                    <a:pt x="4029464" y="1630576"/>
                  </a:lnTo>
                  <a:lnTo>
                    <a:pt x="4029590" y="1630576"/>
                  </a:lnTo>
                  <a:lnTo>
                    <a:pt x="4029716" y="1630576"/>
                  </a:lnTo>
                  <a:lnTo>
                    <a:pt x="4029842" y="1630576"/>
                  </a:lnTo>
                  <a:lnTo>
                    <a:pt x="4029969" y="1630576"/>
                  </a:lnTo>
                  <a:lnTo>
                    <a:pt x="4030095" y="1630576"/>
                  </a:lnTo>
                  <a:lnTo>
                    <a:pt x="4030221" y="1630576"/>
                  </a:lnTo>
                  <a:lnTo>
                    <a:pt x="4030347" y="1630576"/>
                  </a:lnTo>
                  <a:lnTo>
                    <a:pt x="4030474" y="1630576"/>
                  </a:lnTo>
                  <a:lnTo>
                    <a:pt x="4030600" y="1630576"/>
                  </a:lnTo>
                  <a:lnTo>
                    <a:pt x="4030726" y="1630576"/>
                  </a:lnTo>
                  <a:lnTo>
                    <a:pt x="4030852" y="1630576"/>
                  </a:lnTo>
                  <a:lnTo>
                    <a:pt x="4030979" y="1630576"/>
                  </a:lnTo>
                  <a:lnTo>
                    <a:pt x="4031105" y="1630576"/>
                  </a:lnTo>
                  <a:lnTo>
                    <a:pt x="4031231" y="1630576"/>
                  </a:lnTo>
                  <a:lnTo>
                    <a:pt x="4031358" y="1630576"/>
                  </a:lnTo>
                  <a:lnTo>
                    <a:pt x="4031484" y="1630576"/>
                  </a:lnTo>
                  <a:lnTo>
                    <a:pt x="4031610" y="1630576"/>
                  </a:lnTo>
                  <a:lnTo>
                    <a:pt x="4031736" y="1630576"/>
                  </a:lnTo>
                  <a:lnTo>
                    <a:pt x="4031863" y="1630576"/>
                  </a:lnTo>
                  <a:lnTo>
                    <a:pt x="4031989" y="1630576"/>
                  </a:lnTo>
                  <a:lnTo>
                    <a:pt x="4032115" y="1630576"/>
                  </a:lnTo>
                  <a:lnTo>
                    <a:pt x="4032241" y="1630576"/>
                  </a:lnTo>
                  <a:lnTo>
                    <a:pt x="4032368" y="1630576"/>
                  </a:lnTo>
                  <a:lnTo>
                    <a:pt x="4032494" y="1630576"/>
                  </a:lnTo>
                  <a:lnTo>
                    <a:pt x="4032620" y="1630576"/>
                  </a:lnTo>
                  <a:lnTo>
                    <a:pt x="4032746" y="1630576"/>
                  </a:lnTo>
                  <a:lnTo>
                    <a:pt x="4032873" y="1630576"/>
                  </a:lnTo>
                  <a:lnTo>
                    <a:pt x="4032999" y="1630576"/>
                  </a:lnTo>
                  <a:lnTo>
                    <a:pt x="4033125" y="1630576"/>
                  </a:lnTo>
                  <a:lnTo>
                    <a:pt x="4033251" y="1630576"/>
                  </a:lnTo>
                  <a:lnTo>
                    <a:pt x="4033251" y="1625665"/>
                  </a:lnTo>
                  <a:lnTo>
                    <a:pt x="4033378" y="1625665"/>
                  </a:lnTo>
                  <a:lnTo>
                    <a:pt x="4033504" y="1625665"/>
                  </a:lnTo>
                  <a:lnTo>
                    <a:pt x="4033630" y="1625665"/>
                  </a:lnTo>
                  <a:lnTo>
                    <a:pt x="4033756" y="1625665"/>
                  </a:lnTo>
                  <a:lnTo>
                    <a:pt x="4033883" y="1625665"/>
                  </a:lnTo>
                  <a:lnTo>
                    <a:pt x="4034009" y="1625665"/>
                  </a:lnTo>
                  <a:lnTo>
                    <a:pt x="4034135" y="1625665"/>
                  </a:lnTo>
                  <a:lnTo>
                    <a:pt x="4034261" y="1625665"/>
                  </a:lnTo>
                  <a:lnTo>
                    <a:pt x="4034388" y="1625665"/>
                  </a:lnTo>
                  <a:lnTo>
                    <a:pt x="4034514" y="1625665"/>
                  </a:lnTo>
                  <a:lnTo>
                    <a:pt x="4034640" y="1625665"/>
                  </a:lnTo>
                  <a:lnTo>
                    <a:pt x="4034766" y="1625665"/>
                  </a:lnTo>
                  <a:lnTo>
                    <a:pt x="4034893" y="1625665"/>
                  </a:lnTo>
                  <a:lnTo>
                    <a:pt x="4034893" y="1620753"/>
                  </a:lnTo>
                  <a:lnTo>
                    <a:pt x="4035019" y="1620753"/>
                  </a:lnTo>
                  <a:lnTo>
                    <a:pt x="4035145" y="1620753"/>
                  </a:lnTo>
                  <a:lnTo>
                    <a:pt x="4035271" y="1620753"/>
                  </a:lnTo>
                  <a:lnTo>
                    <a:pt x="4035398" y="1620753"/>
                  </a:lnTo>
                  <a:lnTo>
                    <a:pt x="4035524" y="1620753"/>
                  </a:lnTo>
                  <a:lnTo>
                    <a:pt x="4035650" y="1620753"/>
                  </a:lnTo>
                  <a:lnTo>
                    <a:pt x="4035776" y="1620753"/>
                  </a:lnTo>
                  <a:lnTo>
                    <a:pt x="4035903" y="1620753"/>
                  </a:lnTo>
                  <a:lnTo>
                    <a:pt x="4036029" y="1620753"/>
                  </a:lnTo>
                  <a:lnTo>
                    <a:pt x="4036155" y="1620753"/>
                  </a:lnTo>
                  <a:lnTo>
                    <a:pt x="4036155" y="1615842"/>
                  </a:lnTo>
                  <a:lnTo>
                    <a:pt x="4036282" y="1615842"/>
                  </a:lnTo>
                  <a:lnTo>
                    <a:pt x="4036408" y="1615842"/>
                  </a:lnTo>
                  <a:lnTo>
                    <a:pt x="4036534" y="1615842"/>
                  </a:lnTo>
                  <a:lnTo>
                    <a:pt x="4036660" y="1615842"/>
                  </a:lnTo>
                  <a:lnTo>
                    <a:pt x="4036787" y="1615842"/>
                  </a:lnTo>
                  <a:lnTo>
                    <a:pt x="4036913" y="1615842"/>
                  </a:lnTo>
                  <a:lnTo>
                    <a:pt x="4037039" y="1615842"/>
                  </a:lnTo>
                  <a:lnTo>
                    <a:pt x="4037165" y="1615842"/>
                  </a:lnTo>
                  <a:lnTo>
                    <a:pt x="4037292" y="1615842"/>
                  </a:lnTo>
                  <a:lnTo>
                    <a:pt x="4037418" y="1615842"/>
                  </a:lnTo>
                  <a:lnTo>
                    <a:pt x="4037544" y="1615842"/>
                  </a:lnTo>
                  <a:lnTo>
                    <a:pt x="4037670" y="1615842"/>
                  </a:lnTo>
                  <a:lnTo>
                    <a:pt x="4037797" y="1615842"/>
                  </a:lnTo>
                  <a:lnTo>
                    <a:pt x="4037923" y="1615842"/>
                  </a:lnTo>
                  <a:lnTo>
                    <a:pt x="4038049" y="1615842"/>
                  </a:lnTo>
                  <a:lnTo>
                    <a:pt x="4038175" y="1615842"/>
                  </a:lnTo>
                  <a:lnTo>
                    <a:pt x="4038302" y="1615842"/>
                  </a:lnTo>
                  <a:lnTo>
                    <a:pt x="4038428" y="1615842"/>
                  </a:lnTo>
                  <a:lnTo>
                    <a:pt x="4038554" y="1615842"/>
                  </a:lnTo>
                  <a:lnTo>
                    <a:pt x="4038680" y="1615842"/>
                  </a:lnTo>
                  <a:lnTo>
                    <a:pt x="4038807" y="1615842"/>
                  </a:lnTo>
                  <a:lnTo>
                    <a:pt x="4038933" y="1615842"/>
                  </a:lnTo>
                  <a:lnTo>
                    <a:pt x="4039059" y="1615842"/>
                  </a:lnTo>
                  <a:lnTo>
                    <a:pt x="4039185" y="1615842"/>
                  </a:lnTo>
                  <a:lnTo>
                    <a:pt x="4039312" y="1615842"/>
                  </a:lnTo>
                  <a:lnTo>
                    <a:pt x="4039438" y="1615842"/>
                  </a:lnTo>
                  <a:lnTo>
                    <a:pt x="4039564" y="1615842"/>
                  </a:lnTo>
                  <a:lnTo>
                    <a:pt x="4039690" y="1615842"/>
                  </a:lnTo>
                  <a:lnTo>
                    <a:pt x="4039817" y="1615842"/>
                  </a:lnTo>
                  <a:lnTo>
                    <a:pt x="4039943" y="1615842"/>
                  </a:lnTo>
                  <a:lnTo>
                    <a:pt x="4040069" y="1615842"/>
                  </a:lnTo>
                  <a:lnTo>
                    <a:pt x="4040195" y="1615842"/>
                  </a:lnTo>
                  <a:lnTo>
                    <a:pt x="4040322" y="1615842"/>
                  </a:lnTo>
                  <a:lnTo>
                    <a:pt x="4040448" y="1615842"/>
                  </a:lnTo>
                  <a:lnTo>
                    <a:pt x="4040574" y="1615842"/>
                  </a:lnTo>
                  <a:lnTo>
                    <a:pt x="4040700" y="1615842"/>
                  </a:lnTo>
                  <a:lnTo>
                    <a:pt x="4040827" y="1615842"/>
                  </a:lnTo>
                  <a:lnTo>
                    <a:pt x="4040953" y="1615842"/>
                  </a:lnTo>
                  <a:lnTo>
                    <a:pt x="4041079" y="1615842"/>
                  </a:lnTo>
                  <a:lnTo>
                    <a:pt x="4041206" y="1615842"/>
                  </a:lnTo>
                  <a:lnTo>
                    <a:pt x="4041332" y="1615842"/>
                  </a:lnTo>
                  <a:lnTo>
                    <a:pt x="4041458" y="1615842"/>
                  </a:lnTo>
                  <a:lnTo>
                    <a:pt x="4041584" y="1615842"/>
                  </a:lnTo>
                  <a:lnTo>
                    <a:pt x="4041711" y="1615842"/>
                  </a:lnTo>
                  <a:lnTo>
                    <a:pt x="4041837" y="1615842"/>
                  </a:lnTo>
                  <a:lnTo>
                    <a:pt x="4041963" y="1615842"/>
                  </a:lnTo>
                  <a:lnTo>
                    <a:pt x="4042089" y="1615842"/>
                  </a:lnTo>
                  <a:lnTo>
                    <a:pt x="4042216" y="1615842"/>
                  </a:lnTo>
                  <a:lnTo>
                    <a:pt x="4042342" y="1615842"/>
                  </a:lnTo>
                  <a:lnTo>
                    <a:pt x="4042468" y="1615842"/>
                  </a:lnTo>
                  <a:lnTo>
                    <a:pt x="4042594" y="1615842"/>
                  </a:lnTo>
                  <a:lnTo>
                    <a:pt x="4042721" y="1615842"/>
                  </a:lnTo>
                  <a:lnTo>
                    <a:pt x="4042847" y="1615842"/>
                  </a:lnTo>
                  <a:lnTo>
                    <a:pt x="4042973" y="1615842"/>
                  </a:lnTo>
                  <a:lnTo>
                    <a:pt x="4043099" y="1615842"/>
                  </a:lnTo>
                  <a:lnTo>
                    <a:pt x="4043226" y="1615842"/>
                  </a:lnTo>
                  <a:lnTo>
                    <a:pt x="4043352" y="1615842"/>
                  </a:lnTo>
                  <a:lnTo>
                    <a:pt x="4043478" y="1615842"/>
                  </a:lnTo>
                  <a:lnTo>
                    <a:pt x="4043604" y="1615842"/>
                  </a:lnTo>
                  <a:lnTo>
                    <a:pt x="4043731" y="1615842"/>
                  </a:lnTo>
                  <a:lnTo>
                    <a:pt x="4043857" y="1615842"/>
                  </a:lnTo>
                  <a:lnTo>
                    <a:pt x="4043983" y="1615842"/>
                  </a:lnTo>
                  <a:lnTo>
                    <a:pt x="4044109" y="1615842"/>
                  </a:lnTo>
                  <a:lnTo>
                    <a:pt x="4044236" y="1615842"/>
                  </a:lnTo>
                  <a:lnTo>
                    <a:pt x="4044362" y="1615842"/>
                  </a:lnTo>
                  <a:lnTo>
                    <a:pt x="4044488" y="1615842"/>
                  </a:lnTo>
                  <a:lnTo>
                    <a:pt x="4044614" y="1615842"/>
                  </a:lnTo>
                  <a:lnTo>
                    <a:pt x="4044741" y="1615842"/>
                  </a:lnTo>
                  <a:lnTo>
                    <a:pt x="4044867" y="1615842"/>
                  </a:lnTo>
                  <a:lnTo>
                    <a:pt x="4044993" y="1615842"/>
                  </a:lnTo>
                  <a:lnTo>
                    <a:pt x="4045119" y="1615842"/>
                  </a:lnTo>
                  <a:lnTo>
                    <a:pt x="4045246" y="1615842"/>
                  </a:lnTo>
                  <a:lnTo>
                    <a:pt x="4045372" y="1615842"/>
                  </a:lnTo>
                  <a:lnTo>
                    <a:pt x="4045498" y="1615842"/>
                  </a:lnTo>
                  <a:lnTo>
                    <a:pt x="4045624" y="1615842"/>
                  </a:lnTo>
                  <a:lnTo>
                    <a:pt x="4045751" y="1615842"/>
                  </a:lnTo>
                  <a:lnTo>
                    <a:pt x="4045877" y="1615842"/>
                  </a:lnTo>
                  <a:lnTo>
                    <a:pt x="4046003" y="1615842"/>
                  </a:lnTo>
                  <a:lnTo>
                    <a:pt x="4046129" y="1615842"/>
                  </a:lnTo>
                  <a:lnTo>
                    <a:pt x="4046256" y="1615842"/>
                  </a:lnTo>
                  <a:lnTo>
                    <a:pt x="4046256" y="1610930"/>
                  </a:lnTo>
                  <a:lnTo>
                    <a:pt x="4046256" y="1606019"/>
                  </a:lnTo>
                  <a:lnTo>
                    <a:pt x="4046382" y="1606019"/>
                  </a:lnTo>
                  <a:lnTo>
                    <a:pt x="4046508" y="1606019"/>
                  </a:lnTo>
                  <a:lnTo>
                    <a:pt x="4046635" y="1606019"/>
                  </a:lnTo>
                  <a:lnTo>
                    <a:pt x="4046761" y="1606019"/>
                  </a:lnTo>
                  <a:lnTo>
                    <a:pt x="4046887" y="1606019"/>
                  </a:lnTo>
                  <a:lnTo>
                    <a:pt x="4047013" y="1606019"/>
                  </a:lnTo>
                  <a:lnTo>
                    <a:pt x="4047140" y="1606019"/>
                  </a:lnTo>
                  <a:lnTo>
                    <a:pt x="4047266" y="1606019"/>
                  </a:lnTo>
                  <a:lnTo>
                    <a:pt x="4047392" y="1606019"/>
                  </a:lnTo>
                  <a:lnTo>
                    <a:pt x="4047518" y="1606019"/>
                  </a:lnTo>
                  <a:lnTo>
                    <a:pt x="4047645" y="1606019"/>
                  </a:lnTo>
                  <a:lnTo>
                    <a:pt x="4047771" y="1606019"/>
                  </a:lnTo>
                  <a:lnTo>
                    <a:pt x="4047897" y="1606019"/>
                  </a:lnTo>
                  <a:lnTo>
                    <a:pt x="4048023" y="1606019"/>
                  </a:lnTo>
                  <a:lnTo>
                    <a:pt x="4048150" y="1606019"/>
                  </a:lnTo>
                  <a:lnTo>
                    <a:pt x="4048276" y="1606019"/>
                  </a:lnTo>
                  <a:lnTo>
                    <a:pt x="4048402" y="1606019"/>
                  </a:lnTo>
                  <a:lnTo>
                    <a:pt x="4048528" y="1606019"/>
                  </a:lnTo>
                  <a:lnTo>
                    <a:pt x="4048655" y="1606019"/>
                  </a:lnTo>
                  <a:lnTo>
                    <a:pt x="4048781" y="1606019"/>
                  </a:lnTo>
                  <a:lnTo>
                    <a:pt x="4048907" y="1606019"/>
                  </a:lnTo>
                  <a:lnTo>
                    <a:pt x="4049033" y="1606019"/>
                  </a:lnTo>
                  <a:lnTo>
                    <a:pt x="4049160" y="1606019"/>
                  </a:lnTo>
                  <a:lnTo>
                    <a:pt x="4049286" y="1606019"/>
                  </a:lnTo>
                  <a:lnTo>
                    <a:pt x="4049412" y="1606019"/>
                  </a:lnTo>
                  <a:lnTo>
                    <a:pt x="4049538" y="1606019"/>
                  </a:lnTo>
                  <a:lnTo>
                    <a:pt x="4049665" y="1606019"/>
                  </a:lnTo>
                  <a:lnTo>
                    <a:pt x="4049791" y="1606019"/>
                  </a:lnTo>
                  <a:lnTo>
                    <a:pt x="4049917" y="1606019"/>
                  </a:lnTo>
                  <a:lnTo>
                    <a:pt x="4050043" y="1606019"/>
                  </a:lnTo>
                  <a:lnTo>
                    <a:pt x="4050170" y="1606019"/>
                  </a:lnTo>
                  <a:lnTo>
                    <a:pt x="4050296" y="1606019"/>
                  </a:lnTo>
                  <a:lnTo>
                    <a:pt x="4050422" y="1606019"/>
                  </a:lnTo>
                  <a:lnTo>
                    <a:pt x="4050548" y="1606019"/>
                  </a:lnTo>
                  <a:lnTo>
                    <a:pt x="4050675" y="1606019"/>
                  </a:lnTo>
                  <a:lnTo>
                    <a:pt x="4050801" y="1606019"/>
                  </a:lnTo>
                  <a:lnTo>
                    <a:pt x="4050927" y="1606019"/>
                  </a:lnTo>
                  <a:lnTo>
                    <a:pt x="4051053" y="1606019"/>
                  </a:lnTo>
                  <a:lnTo>
                    <a:pt x="4051180" y="1606019"/>
                  </a:lnTo>
                  <a:lnTo>
                    <a:pt x="4051306" y="1606019"/>
                  </a:lnTo>
                  <a:lnTo>
                    <a:pt x="4051432" y="1606019"/>
                  </a:lnTo>
                  <a:lnTo>
                    <a:pt x="4051559" y="1606019"/>
                  </a:lnTo>
                  <a:lnTo>
                    <a:pt x="4051685" y="1606019"/>
                  </a:lnTo>
                  <a:lnTo>
                    <a:pt x="4051811" y="1606019"/>
                  </a:lnTo>
                  <a:lnTo>
                    <a:pt x="4051937" y="1606019"/>
                  </a:lnTo>
                  <a:lnTo>
                    <a:pt x="4052064" y="1606019"/>
                  </a:lnTo>
                  <a:lnTo>
                    <a:pt x="4052190" y="1606019"/>
                  </a:lnTo>
                  <a:lnTo>
                    <a:pt x="4052316" y="1606019"/>
                  </a:lnTo>
                  <a:lnTo>
                    <a:pt x="4052442" y="1606019"/>
                  </a:lnTo>
                  <a:lnTo>
                    <a:pt x="4052569" y="1606019"/>
                  </a:lnTo>
                  <a:lnTo>
                    <a:pt x="4052695" y="1606019"/>
                  </a:lnTo>
                  <a:lnTo>
                    <a:pt x="4052821" y="1606019"/>
                  </a:lnTo>
                  <a:lnTo>
                    <a:pt x="4052947" y="1606019"/>
                  </a:lnTo>
                  <a:lnTo>
                    <a:pt x="4053074" y="1606019"/>
                  </a:lnTo>
                  <a:lnTo>
                    <a:pt x="4053200" y="1606019"/>
                  </a:lnTo>
                  <a:lnTo>
                    <a:pt x="4053326" y="1606019"/>
                  </a:lnTo>
                  <a:lnTo>
                    <a:pt x="4053452" y="1606019"/>
                  </a:lnTo>
                  <a:lnTo>
                    <a:pt x="4053579" y="1606019"/>
                  </a:lnTo>
                  <a:lnTo>
                    <a:pt x="4053705" y="1606019"/>
                  </a:lnTo>
                  <a:lnTo>
                    <a:pt x="4053831" y="1606019"/>
                  </a:lnTo>
                  <a:lnTo>
                    <a:pt x="4053957" y="1606019"/>
                  </a:lnTo>
                  <a:lnTo>
                    <a:pt x="4054084" y="1606019"/>
                  </a:lnTo>
                  <a:lnTo>
                    <a:pt x="4054210" y="1606019"/>
                  </a:lnTo>
                  <a:lnTo>
                    <a:pt x="4054336" y="1606019"/>
                  </a:lnTo>
                  <a:lnTo>
                    <a:pt x="4054462" y="1606019"/>
                  </a:lnTo>
                  <a:lnTo>
                    <a:pt x="4054589" y="1606019"/>
                  </a:lnTo>
                  <a:lnTo>
                    <a:pt x="4054715" y="1606019"/>
                  </a:lnTo>
                  <a:lnTo>
                    <a:pt x="4054841" y="1606019"/>
                  </a:lnTo>
                  <a:lnTo>
                    <a:pt x="4054967" y="1606019"/>
                  </a:lnTo>
                  <a:lnTo>
                    <a:pt x="4055094" y="1606019"/>
                  </a:lnTo>
                  <a:lnTo>
                    <a:pt x="4055220" y="1606019"/>
                  </a:lnTo>
                  <a:lnTo>
                    <a:pt x="4055346" y="1606019"/>
                  </a:lnTo>
                  <a:lnTo>
                    <a:pt x="4055472" y="1606019"/>
                  </a:lnTo>
                  <a:lnTo>
                    <a:pt x="4055599" y="1606019"/>
                  </a:lnTo>
                  <a:lnTo>
                    <a:pt x="4055725" y="1606019"/>
                  </a:lnTo>
                  <a:lnTo>
                    <a:pt x="4055851" y="1606019"/>
                  </a:lnTo>
                  <a:lnTo>
                    <a:pt x="4055977" y="1606019"/>
                  </a:lnTo>
                  <a:lnTo>
                    <a:pt x="4056104" y="1606019"/>
                  </a:lnTo>
                  <a:lnTo>
                    <a:pt x="4056230" y="1606019"/>
                  </a:lnTo>
                  <a:lnTo>
                    <a:pt x="4056356" y="1606019"/>
                  </a:lnTo>
                  <a:lnTo>
                    <a:pt x="4056482" y="1606019"/>
                  </a:lnTo>
                  <a:lnTo>
                    <a:pt x="4056609" y="1606019"/>
                  </a:lnTo>
                  <a:lnTo>
                    <a:pt x="4056735" y="1606019"/>
                  </a:lnTo>
                  <a:lnTo>
                    <a:pt x="4056861" y="1606019"/>
                  </a:lnTo>
                  <a:lnTo>
                    <a:pt x="4056988" y="1606019"/>
                  </a:lnTo>
                  <a:lnTo>
                    <a:pt x="4057114" y="1606019"/>
                  </a:lnTo>
                  <a:lnTo>
                    <a:pt x="4057240" y="1606019"/>
                  </a:lnTo>
                  <a:lnTo>
                    <a:pt x="4057366" y="1606019"/>
                  </a:lnTo>
                  <a:lnTo>
                    <a:pt x="4057493" y="1606019"/>
                  </a:lnTo>
                  <a:lnTo>
                    <a:pt x="4057619" y="1606019"/>
                  </a:lnTo>
                  <a:lnTo>
                    <a:pt x="4057745" y="1606019"/>
                  </a:lnTo>
                  <a:lnTo>
                    <a:pt x="4057871" y="1606019"/>
                  </a:lnTo>
                  <a:lnTo>
                    <a:pt x="4057998" y="1606019"/>
                  </a:lnTo>
                  <a:lnTo>
                    <a:pt x="4058124" y="1606019"/>
                  </a:lnTo>
                  <a:lnTo>
                    <a:pt x="4058250" y="1606019"/>
                  </a:lnTo>
                  <a:lnTo>
                    <a:pt x="4058376" y="1606019"/>
                  </a:lnTo>
                  <a:lnTo>
                    <a:pt x="4058503" y="1606019"/>
                  </a:lnTo>
                  <a:lnTo>
                    <a:pt x="4058629" y="1606019"/>
                  </a:lnTo>
                  <a:lnTo>
                    <a:pt x="4058755" y="1606019"/>
                  </a:lnTo>
                  <a:lnTo>
                    <a:pt x="4058755" y="1601108"/>
                  </a:lnTo>
                  <a:lnTo>
                    <a:pt x="4058881" y="1601108"/>
                  </a:lnTo>
                  <a:lnTo>
                    <a:pt x="4059008" y="1601108"/>
                  </a:lnTo>
                  <a:lnTo>
                    <a:pt x="4059134" y="1601108"/>
                  </a:lnTo>
                  <a:lnTo>
                    <a:pt x="4059260" y="1601108"/>
                  </a:lnTo>
                  <a:lnTo>
                    <a:pt x="4059386" y="1601108"/>
                  </a:lnTo>
                  <a:lnTo>
                    <a:pt x="4059513" y="1601108"/>
                  </a:lnTo>
                  <a:lnTo>
                    <a:pt x="4059639" y="1601108"/>
                  </a:lnTo>
                  <a:lnTo>
                    <a:pt x="4059765" y="1601108"/>
                  </a:lnTo>
                  <a:lnTo>
                    <a:pt x="4059891" y="1601108"/>
                  </a:lnTo>
                  <a:lnTo>
                    <a:pt x="4060018" y="1601108"/>
                  </a:lnTo>
                  <a:lnTo>
                    <a:pt x="4060144" y="1601108"/>
                  </a:lnTo>
                  <a:lnTo>
                    <a:pt x="4060270" y="1601108"/>
                  </a:lnTo>
                  <a:lnTo>
                    <a:pt x="4060396" y="1601108"/>
                  </a:lnTo>
                  <a:lnTo>
                    <a:pt x="4060523" y="1601108"/>
                  </a:lnTo>
                  <a:lnTo>
                    <a:pt x="4060649" y="1601108"/>
                  </a:lnTo>
                  <a:lnTo>
                    <a:pt x="4060775" y="1601108"/>
                  </a:lnTo>
                  <a:lnTo>
                    <a:pt x="4060901" y="1601108"/>
                  </a:lnTo>
                  <a:lnTo>
                    <a:pt x="4061028" y="1601108"/>
                  </a:lnTo>
                  <a:lnTo>
                    <a:pt x="4061154" y="1601108"/>
                  </a:lnTo>
                  <a:lnTo>
                    <a:pt x="4061280" y="1601108"/>
                  </a:lnTo>
                  <a:lnTo>
                    <a:pt x="4061406" y="1601108"/>
                  </a:lnTo>
                  <a:lnTo>
                    <a:pt x="4061533" y="1601108"/>
                  </a:lnTo>
                  <a:lnTo>
                    <a:pt x="4061659" y="1601108"/>
                  </a:lnTo>
                  <a:lnTo>
                    <a:pt x="4061785" y="1601108"/>
                  </a:lnTo>
                  <a:lnTo>
                    <a:pt x="4061912" y="1601108"/>
                  </a:lnTo>
                  <a:lnTo>
                    <a:pt x="4062038" y="1601108"/>
                  </a:lnTo>
                  <a:lnTo>
                    <a:pt x="4062164" y="1601108"/>
                  </a:lnTo>
                  <a:lnTo>
                    <a:pt x="4062290" y="1601108"/>
                  </a:lnTo>
                  <a:lnTo>
                    <a:pt x="4062417" y="1601108"/>
                  </a:lnTo>
                  <a:lnTo>
                    <a:pt x="4062543" y="1601108"/>
                  </a:lnTo>
                  <a:lnTo>
                    <a:pt x="4062669" y="1601108"/>
                  </a:lnTo>
                  <a:lnTo>
                    <a:pt x="4062795" y="1601108"/>
                  </a:lnTo>
                  <a:lnTo>
                    <a:pt x="4062922" y="1601108"/>
                  </a:lnTo>
                  <a:lnTo>
                    <a:pt x="4063048" y="1601108"/>
                  </a:lnTo>
                  <a:lnTo>
                    <a:pt x="4063174" y="1601108"/>
                  </a:lnTo>
                  <a:lnTo>
                    <a:pt x="4063300" y="1601108"/>
                  </a:lnTo>
                  <a:lnTo>
                    <a:pt x="4063427" y="1601108"/>
                  </a:lnTo>
                  <a:lnTo>
                    <a:pt x="4063553" y="1601108"/>
                  </a:lnTo>
                  <a:lnTo>
                    <a:pt x="4063679" y="1601108"/>
                  </a:lnTo>
                  <a:lnTo>
                    <a:pt x="4063805" y="1601108"/>
                  </a:lnTo>
                  <a:lnTo>
                    <a:pt x="4063932" y="1601108"/>
                  </a:lnTo>
                  <a:lnTo>
                    <a:pt x="4064058" y="1601108"/>
                  </a:lnTo>
                  <a:lnTo>
                    <a:pt x="4064184" y="1601108"/>
                  </a:lnTo>
                  <a:lnTo>
                    <a:pt x="4064310" y="1601108"/>
                  </a:lnTo>
                  <a:lnTo>
                    <a:pt x="4064437" y="1601108"/>
                  </a:lnTo>
                  <a:lnTo>
                    <a:pt x="4064563" y="1601108"/>
                  </a:lnTo>
                  <a:lnTo>
                    <a:pt x="4064689" y="1601108"/>
                  </a:lnTo>
                  <a:lnTo>
                    <a:pt x="4064815" y="1601108"/>
                  </a:lnTo>
                  <a:lnTo>
                    <a:pt x="4064942" y="1601108"/>
                  </a:lnTo>
                  <a:lnTo>
                    <a:pt x="4065068" y="1601108"/>
                  </a:lnTo>
                  <a:lnTo>
                    <a:pt x="4065194" y="1601108"/>
                  </a:lnTo>
                  <a:lnTo>
                    <a:pt x="4065320" y="1601108"/>
                  </a:lnTo>
                  <a:lnTo>
                    <a:pt x="4065447" y="1601108"/>
                  </a:lnTo>
                  <a:lnTo>
                    <a:pt x="4065573" y="1601108"/>
                  </a:lnTo>
                  <a:lnTo>
                    <a:pt x="4065699" y="1601108"/>
                  </a:lnTo>
                  <a:lnTo>
                    <a:pt x="4065825" y="1601108"/>
                  </a:lnTo>
                  <a:lnTo>
                    <a:pt x="4065952" y="1601108"/>
                  </a:lnTo>
                  <a:lnTo>
                    <a:pt x="4066078" y="1601108"/>
                  </a:lnTo>
                  <a:lnTo>
                    <a:pt x="4066204" y="1601108"/>
                  </a:lnTo>
                  <a:lnTo>
                    <a:pt x="4066330" y="1601108"/>
                  </a:lnTo>
                  <a:lnTo>
                    <a:pt x="4066457" y="1601108"/>
                  </a:lnTo>
                  <a:lnTo>
                    <a:pt x="4066583" y="1601108"/>
                  </a:lnTo>
                  <a:lnTo>
                    <a:pt x="4066709" y="1601108"/>
                  </a:lnTo>
                  <a:lnTo>
                    <a:pt x="4066835" y="1601108"/>
                  </a:lnTo>
                  <a:lnTo>
                    <a:pt x="4066962" y="1601108"/>
                  </a:lnTo>
                  <a:lnTo>
                    <a:pt x="4067088" y="1601108"/>
                  </a:lnTo>
                  <a:lnTo>
                    <a:pt x="4067214" y="1601108"/>
                  </a:lnTo>
                  <a:lnTo>
                    <a:pt x="4067341" y="1601108"/>
                  </a:lnTo>
                  <a:lnTo>
                    <a:pt x="4067467" y="1601108"/>
                  </a:lnTo>
                  <a:lnTo>
                    <a:pt x="4067593" y="1601108"/>
                  </a:lnTo>
                  <a:lnTo>
                    <a:pt x="4067719" y="1601108"/>
                  </a:lnTo>
                  <a:lnTo>
                    <a:pt x="4067846" y="1601108"/>
                  </a:lnTo>
                  <a:lnTo>
                    <a:pt x="4067972" y="1601108"/>
                  </a:lnTo>
                  <a:lnTo>
                    <a:pt x="4068098" y="1601108"/>
                  </a:lnTo>
                  <a:lnTo>
                    <a:pt x="4068224" y="1601108"/>
                  </a:lnTo>
                  <a:lnTo>
                    <a:pt x="4068351" y="1601108"/>
                  </a:lnTo>
                  <a:lnTo>
                    <a:pt x="4068477" y="1601108"/>
                  </a:lnTo>
                  <a:lnTo>
                    <a:pt x="4068603" y="1601108"/>
                  </a:lnTo>
                  <a:lnTo>
                    <a:pt x="4068729" y="1601108"/>
                  </a:lnTo>
                  <a:lnTo>
                    <a:pt x="4068856" y="1601108"/>
                  </a:lnTo>
                  <a:lnTo>
                    <a:pt x="4068982" y="1601108"/>
                  </a:lnTo>
                  <a:lnTo>
                    <a:pt x="4069108" y="1601108"/>
                  </a:lnTo>
                  <a:lnTo>
                    <a:pt x="4069234" y="1601108"/>
                  </a:lnTo>
                  <a:lnTo>
                    <a:pt x="4069361" y="1601108"/>
                  </a:lnTo>
                  <a:lnTo>
                    <a:pt x="4069487" y="1601108"/>
                  </a:lnTo>
                  <a:lnTo>
                    <a:pt x="4069613" y="1601108"/>
                  </a:lnTo>
                  <a:lnTo>
                    <a:pt x="4069739" y="1601108"/>
                  </a:lnTo>
                  <a:lnTo>
                    <a:pt x="4069866" y="1601108"/>
                  </a:lnTo>
                  <a:lnTo>
                    <a:pt x="4069992" y="1601108"/>
                  </a:lnTo>
                  <a:lnTo>
                    <a:pt x="4070118" y="1601108"/>
                  </a:lnTo>
                  <a:lnTo>
                    <a:pt x="4070244" y="1601108"/>
                  </a:lnTo>
                  <a:lnTo>
                    <a:pt x="4070371" y="1601108"/>
                  </a:lnTo>
                  <a:lnTo>
                    <a:pt x="4070497" y="1601108"/>
                  </a:lnTo>
                  <a:lnTo>
                    <a:pt x="4070623" y="1601108"/>
                  </a:lnTo>
                  <a:lnTo>
                    <a:pt x="4070749" y="1601108"/>
                  </a:lnTo>
                  <a:lnTo>
                    <a:pt x="4070876" y="1601108"/>
                  </a:lnTo>
                  <a:lnTo>
                    <a:pt x="4071002" y="1601108"/>
                  </a:lnTo>
                  <a:lnTo>
                    <a:pt x="4071128" y="1601108"/>
                  </a:lnTo>
                  <a:lnTo>
                    <a:pt x="4071254" y="1601108"/>
                  </a:lnTo>
                  <a:lnTo>
                    <a:pt x="4071381" y="1601108"/>
                  </a:lnTo>
                  <a:lnTo>
                    <a:pt x="4071507" y="1601108"/>
                  </a:lnTo>
                  <a:lnTo>
                    <a:pt x="4071633" y="1601108"/>
                  </a:lnTo>
                  <a:lnTo>
                    <a:pt x="4071759" y="1601108"/>
                  </a:lnTo>
                  <a:lnTo>
                    <a:pt x="4071886" y="1601108"/>
                  </a:lnTo>
                  <a:lnTo>
                    <a:pt x="4072012" y="1601108"/>
                  </a:lnTo>
                  <a:lnTo>
                    <a:pt x="4072138" y="1601108"/>
                  </a:lnTo>
                  <a:lnTo>
                    <a:pt x="4072265" y="1601108"/>
                  </a:lnTo>
                  <a:lnTo>
                    <a:pt x="4072391" y="1601108"/>
                  </a:lnTo>
                  <a:lnTo>
                    <a:pt x="4072517" y="1601108"/>
                  </a:lnTo>
                  <a:lnTo>
                    <a:pt x="4072643" y="1601108"/>
                  </a:lnTo>
                  <a:lnTo>
                    <a:pt x="4072770" y="1601108"/>
                  </a:lnTo>
                  <a:lnTo>
                    <a:pt x="4072896" y="1601108"/>
                  </a:lnTo>
                  <a:lnTo>
                    <a:pt x="4073022" y="1601108"/>
                  </a:lnTo>
                  <a:lnTo>
                    <a:pt x="4073148" y="1601108"/>
                  </a:lnTo>
                  <a:lnTo>
                    <a:pt x="4073275" y="1601108"/>
                  </a:lnTo>
                  <a:lnTo>
                    <a:pt x="4073401" y="1601108"/>
                  </a:lnTo>
                  <a:lnTo>
                    <a:pt x="4073527" y="1601108"/>
                  </a:lnTo>
                  <a:lnTo>
                    <a:pt x="4073653" y="1601108"/>
                  </a:lnTo>
                  <a:lnTo>
                    <a:pt x="4073780" y="1601108"/>
                  </a:lnTo>
                  <a:lnTo>
                    <a:pt x="4073906" y="1601108"/>
                  </a:lnTo>
                  <a:lnTo>
                    <a:pt x="4074032" y="1601108"/>
                  </a:lnTo>
                  <a:lnTo>
                    <a:pt x="4074158" y="1601108"/>
                  </a:lnTo>
                  <a:lnTo>
                    <a:pt x="4074285" y="1601108"/>
                  </a:lnTo>
                  <a:lnTo>
                    <a:pt x="4074411" y="1601108"/>
                  </a:lnTo>
                  <a:lnTo>
                    <a:pt x="4074537" y="1601108"/>
                  </a:lnTo>
                  <a:lnTo>
                    <a:pt x="4074663" y="1601108"/>
                  </a:lnTo>
                  <a:lnTo>
                    <a:pt x="4074790" y="1601108"/>
                  </a:lnTo>
                  <a:lnTo>
                    <a:pt x="4074916" y="1601108"/>
                  </a:lnTo>
                  <a:lnTo>
                    <a:pt x="4075042" y="1601108"/>
                  </a:lnTo>
                  <a:lnTo>
                    <a:pt x="4075168" y="1601108"/>
                  </a:lnTo>
                  <a:lnTo>
                    <a:pt x="4075295" y="1601108"/>
                  </a:lnTo>
                  <a:lnTo>
                    <a:pt x="4075421" y="1601108"/>
                  </a:lnTo>
                  <a:lnTo>
                    <a:pt x="4075547" y="1601108"/>
                  </a:lnTo>
                  <a:lnTo>
                    <a:pt x="4075673" y="1601108"/>
                  </a:lnTo>
                  <a:lnTo>
                    <a:pt x="4075800" y="1601108"/>
                  </a:lnTo>
                  <a:lnTo>
                    <a:pt x="4075926" y="1601108"/>
                  </a:lnTo>
                  <a:lnTo>
                    <a:pt x="4076052" y="1601108"/>
                  </a:lnTo>
                  <a:lnTo>
                    <a:pt x="4076178" y="1601108"/>
                  </a:lnTo>
                  <a:lnTo>
                    <a:pt x="4076305" y="1601108"/>
                  </a:lnTo>
                  <a:lnTo>
                    <a:pt x="4076431" y="1601108"/>
                  </a:lnTo>
                  <a:lnTo>
                    <a:pt x="4076557" y="1601108"/>
                  </a:lnTo>
                  <a:lnTo>
                    <a:pt x="4076683" y="1601108"/>
                  </a:lnTo>
                  <a:lnTo>
                    <a:pt x="4076810" y="1601108"/>
                  </a:lnTo>
                  <a:lnTo>
                    <a:pt x="4076936" y="1601108"/>
                  </a:lnTo>
                  <a:lnTo>
                    <a:pt x="4077062" y="1601108"/>
                  </a:lnTo>
                  <a:lnTo>
                    <a:pt x="4077188" y="1601108"/>
                  </a:lnTo>
                  <a:lnTo>
                    <a:pt x="4077315" y="1601108"/>
                  </a:lnTo>
                  <a:lnTo>
                    <a:pt x="4077441" y="1601108"/>
                  </a:lnTo>
                  <a:lnTo>
                    <a:pt x="4077567" y="1601108"/>
                  </a:lnTo>
                  <a:lnTo>
                    <a:pt x="4077694" y="1601108"/>
                  </a:lnTo>
                  <a:lnTo>
                    <a:pt x="4077820" y="1601108"/>
                  </a:lnTo>
                  <a:lnTo>
                    <a:pt x="4077946" y="1601108"/>
                  </a:lnTo>
                  <a:lnTo>
                    <a:pt x="4078072" y="1601108"/>
                  </a:lnTo>
                  <a:lnTo>
                    <a:pt x="4078199" y="1601108"/>
                  </a:lnTo>
                  <a:lnTo>
                    <a:pt x="4078325" y="1601108"/>
                  </a:lnTo>
                  <a:lnTo>
                    <a:pt x="4078451" y="1601108"/>
                  </a:lnTo>
                  <a:lnTo>
                    <a:pt x="4078577" y="1601108"/>
                  </a:lnTo>
                  <a:lnTo>
                    <a:pt x="4078704" y="1601108"/>
                  </a:lnTo>
                  <a:lnTo>
                    <a:pt x="4078830" y="1601108"/>
                  </a:lnTo>
                  <a:lnTo>
                    <a:pt x="4078956" y="1601108"/>
                  </a:lnTo>
                  <a:lnTo>
                    <a:pt x="4079082" y="1601108"/>
                  </a:lnTo>
                  <a:lnTo>
                    <a:pt x="4079209" y="1601108"/>
                  </a:lnTo>
                  <a:lnTo>
                    <a:pt x="4079335" y="1601108"/>
                  </a:lnTo>
                  <a:lnTo>
                    <a:pt x="4079461" y="1601108"/>
                  </a:lnTo>
                  <a:lnTo>
                    <a:pt x="4079587" y="1601108"/>
                  </a:lnTo>
                  <a:lnTo>
                    <a:pt x="4079714" y="1601108"/>
                  </a:lnTo>
                  <a:lnTo>
                    <a:pt x="4079840" y="1601108"/>
                  </a:lnTo>
                  <a:lnTo>
                    <a:pt x="4079966" y="1601108"/>
                  </a:lnTo>
                  <a:lnTo>
                    <a:pt x="4080092" y="1601108"/>
                  </a:lnTo>
                  <a:lnTo>
                    <a:pt x="4080219" y="1601108"/>
                  </a:lnTo>
                  <a:lnTo>
                    <a:pt x="4080345" y="1601108"/>
                  </a:lnTo>
                  <a:lnTo>
                    <a:pt x="4080471" y="1601108"/>
                  </a:lnTo>
                  <a:lnTo>
                    <a:pt x="4080597" y="1601108"/>
                  </a:lnTo>
                  <a:lnTo>
                    <a:pt x="4080724" y="1601108"/>
                  </a:lnTo>
                  <a:lnTo>
                    <a:pt x="4080850" y="1601108"/>
                  </a:lnTo>
                  <a:lnTo>
                    <a:pt x="4080976" y="1601108"/>
                  </a:lnTo>
                  <a:lnTo>
                    <a:pt x="4081102" y="1601108"/>
                  </a:lnTo>
                  <a:lnTo>
                    <a:pt x="4081229" y="1601108"/>
                  </a:lnTo>
                  <a:lnTo>
                    <a:pt x="4081355" y="1601108"/>
                  </a:lnTo>
                  <a:lnTo>
                    <a:pt x="4081481" y="1601108"/>
                  </a:lnTo>
                  <a:lnTo>
                    <a:pt x="4081607" y="1601108"/>
                  </a:lnTo>
                  <a:lnTo>
                    <a:pt x="4081734" y="1601108"/>
                  </a:lnTo>
                  <a:lnTo>
                    <a:pt x="4081860" y="1601108"/>
                  </a:lnTo>
                  <a:lnTo>
                    <a:pt x="4081986" y="1601108"/>
                  </a:lnTo>
                  <a:lnTo>
                    <a:pt x="4082112" y="1601108"/>
                  </a:lnTo>
                  <a:lnTo>
                    <a:pt x="4082112" y="1596196"/>
                  </a:lnTo>
                  <a:lnTo>
                    <a:pt x="4082239" y="1596196"/>
                  </a:lnTo>
                  <a:lnTo>
                    <a:pt x="4082365" y="1596196"/>
                  </a:lnTo>
                  <a:lnTo>
                    <a:pt x="4082491" y="1596196"/>
                  </a:lnTo>
                  <a:lnTo>
                    <a:pt x="4082618" y="1596196"/>
                  </a:lnTo>
                  <a:lnTo>
                    <a:pt x="4082744" y="1596196"/>
                  </a:lnTo>
                  <a:lnTo>
                    <a:pt x="4082870" y="1596196"/>
                  </a:lnTo>
                  <a:lnTo>
                    <a:pt x="4082996" y="1596196"/>
                  </a:lnTo>
                  <a:lnTo>
                    <a:pt x="4083123" y="1596196"/>
                  </a:lnTo>
                  <a:lnTo>
                    <a:pt x="4083249" y="1596196"/>
                  </a:lnTo>
                  <a:lnTo>
                    <a:pt x="4083375" y="1596196"/>
                  </a:lnTo>
                  <a:lnTo>
                    <a:pt x="4083501" y="1596196"/>
                  </a:lnTo>
                  <a:lnTo>
                    <a:pt x="4083628" y="1596196"/>
                  </a:lnTo>
                  <a:lnTo>
                    <a:pt x="4083754" y="1596196"/>
                  </a:lnTo>
                  <a:lnTo>
                    <a:pt x="4083880" y="1596196"/>
                  </a:lnTo>
                  <a:lnTo>
                    <a:pt x="4084006" y="1596196"/>
                  </a:lnTo>
                  <a:lnTo>
                    <a:pt x="4084133" y="1596196"/>
                  </a:lnTo>
                  <a:lnTo>
                    <a:pt x="4084259" y="1596196"/>
                  </a:lnTo>
                  <a:lnTo>
                    <a:pt x="4084385" y="1596196"/>
                  </a:lnTo>
                  <a:lnTo>
                    <a:pt x="4084511" y="1596196"/>
                  </a:lnTo>
                  <a:lnTo>
                    <a:pt x="4084638" y="1596196"/>
                  </a:lnTo>
                  <a:lnTo>
                    <a:pt x="4084764" y="1596196"/>
                  </a:lnTo>
                  <a:lnTo>
                    <a:pt x="4084890" y="1596196"/>
                  </a:lnTo>
                  <a:lnTo>
                    <a:pt x="4085016" y="1596196"/>
                  </a:lnTo>
                  <a:lnTo>
                    <a:pt x="4085143" y="1596196"/>
                  </a:lnTo>
                  <a:lnTo>
                    <a:pt x="4085269" y="1596196"/>
                  </a:lnTo>
                  <a:lnTo>
                    <a:pt x="4085395" y="1596196"/>
                  </a:lnTo>
                  <a:lnTo>
                    <a:pt x="4085521" y="1596196"/>
                  </a:lnTo>
                  <a:lnTo>
                    <a:pt x="4085648" y="1596196"/>
                  </a:lnTo>
                  <a:lnTo>
                    <a:pt x="4085774" y="1596196"/>
                  </a:lnTo>
                  <a:lnTo>
                    <a:pt x="4085900" y="1596196"/>
                  </a:lnTo>
                  <a:lnTo>
                    <a:pt x="4086026" y="1596196"/>
                  </a:lnTo>
                  <a:lnTo>
                    <a:pt x="4086153" y="1596196"/>
                  </a:lnTo>
                  <a:lnTo>
                    <a:pt x="4086279" y="1596196"/>
                  </a:lnTo>
                  <a:lnTo>
                    <a:pt x="4086405" y="1596196"/>
                  </a:lnTo>
                  <a:lnTo>
                    <a:pt x="4086531" y="1596196"/>
                  </a:lnTo>
                  <a:lnTo>
                    <a:pt x="4086658" y="1596196"/>
                  </a:lnTo>
                  <a:lnTo>
                    <a:pt x="4086784" y="1596196"/>
                  </a:lnTo>
                  <a:lnTo>
                    <a:pt x="4086910" y="1596196"/>
                  </a:lnTo>
                  <a:lnTo>
                    <a:pt x="4087036" y="1596196"/>
                  </a:lnTo>
                  <a:lnTo>
                    <a:pt x="4087163" y="1596196"/>
                  </a:lnTo>
                  <a:lnTo>
                    <a:pt x="4087289" y="1596196"/>
                  </a:lnTo>
                  <a:lnTo>
                    <a:pt x="4087415" y="1596196"/>
                  </a:lnTo>
                  <a:lnTo>
                    <a:pt x="4087415" y="1591285"/>
                  </a:lnTo>
                  <a:lnTo>
                    <a:pt x="4087541" y="1591285"/>
                  </a:lnTo>
                  <a:lnTo>
                    <a:pt x="4087668" y="1591285"/>
                  </a:lnTo>
                  <a:lnTo>
                    <a:pt x="4087794" y="1591285"/>
                  </a:lnTo>
                  <a:lnTo>
                    <a:pt x="4087920" y="1591285"/>
                  </a:lnTo>
                  <a:lnTo>
                    <a:pt x="4088047" y="1591285"/>
                  </a:lnTo>
                  <a:lnTo>
                    <a:pt x="4088173" y="1591285"/>
                  </a:lnTo>
                  <a:lnTo>
                    <a:pt x="4088299" y="1591285"/>
                  </a:lnTo>
                  <a:lnTo>
                    <a:pt x="4088425" y="1591285"/>
                  </a:lnTo>
                  <a:lnTo>
                    <a:pt x="4088552" y="1591285"/>
                  </a:lnTo>
                  <a:lnTo>
                    <a:pt x="4088678" y="1591285"/>
                  </a:lnTo>
                  <a:lnTo>
                    <a:pt x="4088804" y="1591285"/>
                  </a:lnTo>
                  <a:lnTo>
                    <a:pt x="4088930" y="1591285"/>
                  </a:lnTo>
                  <a:lnTo>
                    <a:pt x="4089057" y="1591285"/>
                  </a:lnTo>
                  <a:lnTo>
                    <a:pt x="4089183" y="1591285"/>
                  </a:lnTo>
                  <a:lnTo>
                    <a:pt x="4089309" y="1591285"/>
                  </a:lnTo>
                  <a:lnTo>
                    <a:pt x="4089435" y="1591285"/>
                  </a:lnTo>
                  <a:lnTo>
                    <a:pt x="4089562" y="1591285"/>
                  </a:lnTo>
                  <a:lnTo>
                    <a:pt x="4089688" y="1591285"/>
                  </a:lnTo>
                  <a:lnTo>
                    <a:pt x="4089814" y="1591285"/>
                  </a:lnTo>
                  <a:lnTo>
                    <a:pt x="4089940" y="1591285"/>
                  </a:lnTo>
                  <a:lnTo>
                    <a:pt x="4090067" y="1591285"/>
                  </a:lnTo>
                  <a:lnTo>
                    <a:pt x="4090193" y="1591285"/>
                  </a:lnTo>
                  <a:lnTo>
                    <a:pt x="4090319" y="1591285"/>
                  </a:lnTo>
                  <a:lnTo>
                    <a:pt x="4090445" y="1591285"/>
                  </a:lnTo>
                  <a:lnTo>
                    <a:pt x="4090572" y="1591285"/>
                  </a:lnTo>
                  <a:lnTo>
                    <a:pt x="4090698" y="1591285"/>
                  </a:lnTo>
                  <a:lnTo>
                    <a:pt x="4090824" y="1591285"/>
                  </a:lnTo>
                  <a:lnTo>
                    <a:pt x="4090950" y="1591285"/>
                  </a:lnTo>
                  <a:lnTo>
                    <a:pt x="4091077" y="1591285"/>
                  </a:lnTo>
                  <a:lnTo>
                    <a:pt x="4091203" y="1591285"/>
                  </a:lnTo>
                  <a:lnTo>
                    <a:pt x="4091329" y="1591285"/>
                  </a:lnTo>
                  <a:lnTo>
                    <a:pt x="4091455" y="1591285"/>
                  </a:lnTo>
                  <a:lnTo>
                    <a:pt x="4091582" y="1591285"/>
                  </a:lnTo>
                  <a:lnTo>
                    <a:pt x="4091708" y="1591285"/>
                  </a:lnTo>
                  <a:lnTo>
                    <a:pt x="4091834" y="1591285"/>
                  </a:lnTo>
                  <a:lnTo>
                    <a:pt x="4091960" y="1591285"/>
                  </a:lnTo>
                  <a:lnTo>
                    <a:pt x="4092087" y="1591285"/>
                  </a:lnTo>
                  <a:lnTo>
                    <a:pt x="4092213" y="1591285"/>
                  </a:lnTo>
                  <a:lnTo>
                    <a:pt x="4092339" y="1591285"/>
                  </a:lnTo>
                  <a:lnTo>
                    <a:pt x="4092465" y="1591285"/>
                  </a:lnTo>
                  <a:lnTo>
                    <a:pt x="4092592" y="1591285"/>
                  </a:lnTo>
                  <a:lnTo>
                    <a:pt x="4092718" y="1591285"/>
                  </a:lnTo>
                  <a:lnTo>
                    <a:pt x="4092844" y="1591285"/>
                  </a:lnTo>
                  <a:lnTo>
                    <a:pt x="4092971" y="1591285"/>
                  </a:lnTo>
                  <a:lnTo>
                    <a:pt x="4093097" y="1591285"/>
                  </a:lnTo>
                  <a:lnTo>
                    <a:pt x="4093223" y="1591285"/>
                  </a:lnTo>
                  <a:lnTo>
                    <a:pt x="4093349" y="1591285"/>
                  </a:lnTo>
                  <a:lnTo>
                    <a:pt x="4093476" y="1591285"/>
                  </a:lnTo>
                  <a:lnTo>
                    <a:pt x="4093602" y="1591285"/>
                  </a:lnTo>
                  <a:lnTo>
                    <a:pt x="4093728" y="1591285"/>
                  </a:lnTo>
                  <a:lnTo>
                    <a:pt x="4093854" y="1591285"/>
                  </a:lnTo>
                  <a:lnTo>
                    <a:pt x="4093981" y="1591285"/>
                  </a:lnTo>
                  <a:lnTo>
                    <a:pt x="4094107" y="1591285"/>
                  </a:lnTo>
                  <a:lnTo>
                    <a:pt x="4094233" y="1591285"/>
                  </a:lnTo>
                  <a:lnTo>
                    <a:pt x="4094359" y="1591285"/>
                  </a:lnTo>
                  <a:lnTo>
                    <a:pt x="4094486" y="1591285"/>
                  </a:lnTo>
                  <a:lnTo>
                    <a:pt x="4094612" y="1591285"/>
                  </a:lnTo>
                  <a:lnTo>
                    <a:pt x="4094738" y="1591285"/>
                  </a:lnTo>
                  <a:lnTo>
                    <a:pt x="4094864" y="1591285"/>
                  </a:lnTo>
                  <a:lnTo>
                    <a:pt x="4094991" y="1591285"/>
                  </a:lnTo>
                  <a:lnTo>
                    <a:pt x="4094991" y="1586374"/>
                  </a:lnTo>
                  <a:lnTo>
                    <a:pt x="4095117" y="1586374"/>
                  </a:lnTo>
                  <a:lnTo>
                    <a:pt x="4095243" y="1586374"/>
                  </a:lnTo>
                  <a:lnTo>
                    <a:pt x="4095369" y="1586374"/>
                  </a:lnTo>
                  <a:lnTo>
                    <a:pt x="4095496" y="1586374"/>
                  </a:lnTo>
                  <a:lnTo>
                    <a:pt x="4095622" y="1586374"/>
                  </a:lnTo>
                  <a:lnTo>
                    <a:pt x="4095748" y="1586374"/>
                  </a:lnTo>
                  <a:lnTo>
                    <a:pt x="4095874" y="1586374"/>
                  </a:lnTo>
                  <a:lnTo>
                    <a:pt x="4096001" y="1586374"/>
                  </a:lnTo>
                  <a:lnTo>
                    <a:pt x="4096127" y="1586374"/>
                  </a:lnTo>
                  <a:lnTo>
                    <a:pt x="4096253" y="1586374"/>
                  </a:lnTo>
                  <a:lnTo>
                    <a:pt x="4096379" y="1586374"/>
                  </a:lnTo>
                  <a:lnTo>
                    <a:pt x="4096506" y="1586374"/>
                  </a:lnTo>
                  <a:lnTo>
                    <a:pt x="4096632" y="1586374"/>
                  </a:lnTo>
                  <a:lnTo>
                    <a:pt x="4096758" y="1586374"/>
                  </a:lnTo>
                  <a:lnTo>
                    <a:pt x="4096884" y="1586374"/>
                  </a:lnTo>
                  <a:lnTo>
                    <a:pt x="4097011" y="1586374"/>
                  </a:lnTo>
                  <a:lnTo>
                    <a:pt x="4097137" y="1586374"/>
                  </a:lnTo>
                  <a:lnTo>
                    <a:pt x="4097263" y="1586374"/>
                  </a:lnTo>
                  <a:lnTo>
                    <a:pt x="4097389" y="1586374"/>
                  </a:lnTo>
                  <a:lnTo>
                    <a:pt x="4097516" y="1586374"/>
                  </a:lnTo>
                  <a:lnTo>
                    <a:pt x="4097642" y="1586374"/>
                  </a:lnTo>
                  <a:lnTo>
                    <a:pt x="4097768" y="1586374"/>
                  </a:lnTo>
                  <a:lnTo>
                    <a:pt x="4097895" y="1586374"/>
                  </a:lnTo>
                  <a:lnTo>
                    <a:pt x="4098021" y="1586374"/>
                  </a:lnTo>
                  <a:lnTo>
                    <a:pt x="4098147" y="1586374"/>
                  </a:lnTo>
                  <a:lnTo>
                    <a:pt x="4098273" y="1586374"/>
                  </a:lnTo>
                  <a:lnTo>
                    <a:pt x="4098400" y="1586374"/>
                  </a:lnTo>
                  <a:lnTo>
                    <a:pt x="4098526" y="1586374"/>
                  </a:lnTo>
                  <a:lnTo>
                    <a:pt x="4098652" y="1586374"/>
                  </a:lnTo>
                  <a:lnTo>
                    <a:pt x="4098778" y="1586374"/>
                  </a:lnTo>
                  <a:lnTo>
                    <a:pt x="4098905" y="1586374"/>
                  </a:lnTo>
                  <a:lnTo>
                    <a:pt x="4099031" y="1586374"/>
                  </a:lnTo>
                  <a:lnTo>
                    <a:pt x="4099157" y="1586374"/>
                  </a:lnTo>
                  <a:lnTo>
                    <a:pt x="4099283" y="1586374"/>
                  </a:lnTo>
                  <a:lnTo>
                    <a:pt x="4099410" y="1586374"/>
                  </a:lnTo>
                  <a:lnTo>
                    <a:pt x="4099536" y="1586374"/>
                  </a:lnTo>
                  <a:lnTo>
                    <a:pt x="4099662" y="1586374"/>
                  </a:lnTo>
                  <a:lnTo>
                    <a:pt x="4099788" y="1586374"/>
                  </a:lnTo>
                  <a:lnTo>
                    <a:pt x="4099915" y="1586374"/>
                  </a:lnTo>
                  <a:lnTo>
                    <a:pt x="4100041" y="1586374"/>
                  </a:lnTo>
                  <a:lnTo>
                    <a:pt x="4100167" y="1586374"/>
                  </a:lnTo>
                  <a:lnTo>
                    <a:pt x="4100293" y="1586374"/>
                  </a:lnTo>
                  <a:lnTo>
                    <a:pt x="4100420" y="1586374"/>
                  </a:lnTo>
                  <a:lnTo>
                    <a:pt x="4100546" y="1586374"/>
                  </a:lnTo>
                  <a:lnTo>
                    <a:pt x="4100672" y="1586374"/>
                  </a:lnTo>
                  <a:lnTo>
                    <a:pt x="4100798" y="1586374"/>
                  </a:lnTo>
                  <a:lnTo>
                    <a:pt x="4100925" y="1586374"/>
                  </a:lnTo>
                  <a:lnTo>
                    <a:pt x="4101051" y="1586374"/>
                  </a:lnTo>
                  <a:lnTo>
                    <a:pt x="4101177" y="1586374"/>
                  </a:lnTo>
                  <a:lnTo>
                    <a:pt x="4101303" y="1586374"/>
                  </a:lnTo>
                  <a:lnTo>
                    <a:pt x="4101430" y="1586374"/>
                  </a:lnTo>
                  <a:lnTo>
                    <a:pt x="4101556" y="1586374"/>
                  </a:lnTo>
                  <a:lnTo>
                    <a:pt x="4101682" y="1586374"/>
                  </a:lnTo>
                  <a:lnTo>
                    <a:pt x="4101808" y="1586374"/>
                  </a:lnTo>
                  <a:lnTo>
                    <a:pt x="4101935" y="1586374"/>
                  </a:lnTo>
                  <a:lnTo>
                    <a:pt x="4102061" y="1586374"/>
                  </a:lnTo>
                  <a:lnTo>
                    <a:pt x="4102187" y="1586374"/>
                  </a:lnTo>
                  <a:lnTo>
                    <a:pt x="4102313" y="1586374"/>
                  </a:lnTo>
                  <a:lnTo>
                    <a:pt x="4102440" y="1586374"/>
                  </a:lnTo>
                  <a:lnTo>
                    <a:pt x="4102566" y="1586374"/>
                  </a:lnTo>
                  <a:lnTo>
                    <a:pt x="4102692" y="1586374"/>
                  </a:lnTo>
                  <a:lnTo>
                    <a:pt x="4102818" y="1586374"/>
                  </a:lnTo>
                  <a:lnTo>
                    <a:pt x="4102945" y="1586374"/>
                  </a:lnTo>
                  <a:lnTo>
                    <a:pt x="4103071" y="1586374"/>
                  </a:lnTo>
                  <a:lnTo>
                    <a:pt x="4103197" y="1586374"/>
                  </a:lnTo>
                  <a:lnTo>
                    <a:pt x="4103324" y="1586374"/>
                  </a:lnTo>
                  <a:lnTo>
                    <a:pt x="4103450" y="1586374"/>
                  </a:lnTo>
                  <a:lnTo>
                    <a:pt x="4103576" y="1586374"/>
                  </a:lnTo>
                  <a:lnTo>
                    <a:pt x="4103702" y="1586374"/>
                  </a:lnTo>
                  <a:lnTo>
                    <a:pt x="4103829" y="1586374"/>
                  </a:lnTo>
                  <a:lnTo>
                    <a:pt x="4103955" y="1586374"/>
                  </a:lnTo>
                  <a:lnTo>
                    <a:pt x="4104081" y="1586374"/>
                  </a:lnTo>
                  <a:lnTo>
                    <a:pt x="4104207" y="1586374"/>
                  </a:lnTo>
                  <a:lnTo>
                    <a:pt x="4104334" y="1586374"/>
                  </a:lnTo>
                  <a:lnTo>
                    <a:pt x="4104460" y="1586374"/>
                  </a:lnTo>
                  <a:lnTo>
                    <a:pt x="4104586" y="1586374"/>
                  </a:lnTo>
                  <a:lnTo>
                    <a:pt x="4104712" y="1586374"/>
                  </a:lnTo>
                  <a:lnTo>
                    <a:pt x="4104839" y="1586374"/>
                  </a:lnTo>
                  <a:lnTo>
                    <a:pt x="4104965" y="1586374"/>
                  </a:lnTo>
                  <a:lnTo>
                    <a:pt x="4105091" y="1586374"/>
                  </a:lnTo>
                  <a:lnTo>
                    <a:pt x="4105217" y="1586374"/>
                  </a:lnTo>
                  <a:lnTo>
                    <a:pt x="4105344" y="1586374"/>
                  </a:lnTo>
                  <a:lnTo>
                    <a:pt x="4105470" y="1586374"/>
                  </a:lnTo>
                  <a:lnTo>
                    <a:pt x="4105596" y="1586374"/>
                  </a:lnTo>
                  <a:lnTo>
                    <a:pt x="4105722" y="1586374"/>
                  </a:lnTo>
                  <a:lnTo>
                    <a:pt x="4105849" y="1586374"/>
                  </a:lnTo>
                  <a:lnTo>
                    <a:pt x="4105975" y="1586374"/>
                  </a:lnTo>
                  <a:lnTo>
                    <a:pt x="4106101" y="1586374"/>
                  </a:lnTo>
                  <a:lnTo>
                    <a:pt x="4106227" y="1586374"/>
                  </a:lnTo>
                  <a:lnTo>
                    <a:pt x="4106354" y="1586374"/>
                  </a:lnTo>
                  <a:lnTo>
                    <a:pt x="4106480" y="1586374"/>
                  </a:lnTo>
                  <a:lnTo>
                    <a:pt x="4106606" y="1586374"/>
                  </a:lnTo>
                  <a:lnTo>
                    <a:pt x="4106732" y="1586374"/>
                  </a:lnTo>
                  <a:lnTo>
                    <a:pt x="4106859" y="1586374"/>
                  </a:lnTo>
                  <a:lnTo>
                    <a:pt x="4106985" y="1586374"/>
                  </a:lnTo>
                  <a:lnTo>
                    <a:pt x="4107111" y="1586374"/>
                  </a:lnTo>
                  <a:lnTo>
                    <a:pt x="4107237" y="1586374"/>
                  </a:lnTo>
                  <a:lnTo>
                    <a:pt x="4107364" y="1586374"/>
                  </a:lnTo>
                  <a:lnTo>
                    <a:pt x="4107490" y="1586374"/>
                  </a:lnTo>
                  <a:lnTo>
                    <a:pt x="4107616" y="1586374"/>
                  </a:lnTo>
                  <a:lnTo>
                    <a:pt x="4107742" y="1586374"/>
                  </a:lnTo>
                  <a:lnTo>
                    <a:pt x="4107869" y="1586374"/>
                  </a:lnTo>
                  <a:lnTo>
                    <a:pt x="4107995" y="1586374"/>
                  </a:lnTo>
                  <a:lnTo>
                    <a:pt x="4108121" y="1586374"/>
                  </a:lnTo>
                  <a:lnTo>
                    <a:pt x="4108248" y="1586374"/>
                  </a:lnTo>
                  <a:lnTo>
                    <a:pt x="4108374" y="1586374"/>
                  </a:lnTo>
                  <a:lnTo>
                    <a:pt x="4108500" y="1586374"/>
                  </a:lnTo>
                  <a:lnTo>
                    <a:pt x="4108626" y="1586374"/>
                  </a:lnTo>
                  <a:lnTo>
                    <a:pt x="4108753" y="1586374"/>
                  </a:lnTo>
                  <a:lnTo>
                    <a:pt x="4108879" y="1586374"/>
                  </a:lnTo>
                  <a:lnTo>
                    <a:pt x="4109005" y="1586374"/>
                  </a:lnTo>
                  <a:lnTo>
                    <a:pt x="4109131" y="1586374"/>
                  </a:lnTo>
                  <a:lnTo>
                    <a:pt x="4109258" y="1586374"/>
                  </a:lnTo>
                  <a:lnTo>
                    <a:pt x="4109384" y="1586374"/>
                  </a:lnTo>
                  <a:lnTo>
                    <a:pt x="4109510" y="1586374"/>
                  </a:lnTo>
                  <a:lnTo>
                    <a:pt x="4109636" y="1586374"/>
                  </a:lnTo>
                  <a:lnTo>
                    <a:pt x="4109763" y="1586374"/>
                  </a:lnTo>
                  <a:lnTo>
                    <a:pt x="4109889" y="1586374"/>
                  </a:lnTo>
                  <a:lnTo>
                    <a:pt x="4110015" y="1586374"/>
                  </a:lnTo>
                  <a:lnTo>
                    <a:pt x="4110141" y="1586374"/>
                  </a:lnTo>
                  <a:lnTo>
                    <a:pt x="4110268" y="1586374"/>
                  </a:lnTo>
                  <a:lnTo>
                    <a:pt x="4110394" y="1586374"/>
                  </a:lnTo>
                  <a:lnTo>
                    <a:pt x="4110520" y="1586374"/>
                  </a:lnTo>
                  <a:lnTo>
                    <a:pt x="4110646" y="1586374"/>
                  </a:lnTo>
                  <a:lnTo>
                    <a:pt x="4110773" y="1586374"/>
                  </a:lnTo>
                  <a:lnTo>
                    <a:pt x="4110899" y="1586374"/>
                  </a:lnTo>
                  <a:lnTo>
                    <a:pt x="4111025" y="1586374"/>
                  </a:lnTo>
                  <a:lnTo>
                    <a:pt x="4111151" y="1586374"/>
                  </a:lnTo>
                  <a:lnTo>
                    <a:pt x="4111278" y="1586374"/>
                  </a:lnTo>
                  <a:lnTo>
                    <a:pt x="4111404" y="1586374"/>
                  </a:lnTo>
                  <a:lnTo>
                    <a:pt x="4111530" y="1586374"/>
                  </a:lnTo>
                  <a:lnTo>
                    <a:pt x="4111530" y="1581462"/>
                  </a:lnTo>
                  <a:lnTo>
                    <a:pt x="4111656" y="1581462"/>
                  </a:lnTo>
                  <a:lnTo>
                    <a:pt x="4111783" y="1581462"/>
                  </a:lnTo>
                  <a:lnTo>
                    <a:pt x="4111909" y="1581462"/>
                  </a:lnTo>
                  <a:lnTo>
                    <a:pt x="4112035" y="1581462"/>
                  </a:lnTo>
                  <a:lnTo>
                    <a:pt x="4112161" y="1581462"/>
                  </a:lnTo>
                  <a:lnTo>
                    <a:pt x="4112288" y="1581462"/>
                  </a:lnTo>
                  <a:lnTo>
                    <a:pt x="4112414" y="1581462"/>
                  </a:lnTo>
                  <a:lnTo>
                    <a:pt x="4112540" y="1581462"/>
                  </a:lnTo>
                  <a:lnTo>
                    <a:pt x="4112666" y="1581462"/>
                  </a:lnTo>
                  <a:lnTo>
                    <a:pt x="4112793" y="1581462"/>
                  </a:lnTo>
                  <a:lnTo>
                    <a:pt x="4112919" y="1581462"/>
                  </a:lnTo>
                  <a:lnTo>
                    <a:pt x="4113045" y="1581462"/>
                  </a:lnTo>
                  <a:lnTo>
                    <a:pt x="4113171" y="1581462"/>
                  </a:lnTo>
                  <a:lnTo>
                    <a:pt x="4113298" y="1581462"/>
                  </a:lnTo>
                  <a:lnTo>
                    <a:pt x="4113424" y="1581462"/>
                  </a:lnTo>
                  <a:lnTo>
                    <a:pt x="4113550" y="1581462"/>
                  </a:lnTo>
                  <a:lnTo>
                    <a:pt x="4113677" y="1581462"/>
                  </a:lnTo>
                  <a:lnTo>
                    <a:pt x="4113803" y="1581462"/>
                  </a:lnTo>
                  <a:lnTo>
                    <a:pt x="4113929" y="1581462"/>
                  </a:lnTo>
                  <a:lnTo>
                    <a:pt x="4114055" y="1581462"/>
                  </a:lnTo>
                  <a:lnTo>
                    <a:pt x="4114182" y="1581462"/>
                  </a:lnTo>
                  <a:lnTo>
                    <a:pt x="4114308" y="1581462"/>
                  </a:lnTo>
                  <a:lnTo>
                    <a:pt x="4114434" y="1581462"/>
                  </a:lnTo>
                  <a:lnTo>
                    <a:pt x="4114560" y="1581462"/>
                  </a:lnTo>
                  <a:lnTo>
                    <a:pt x="4114687" y="1581462"/>
                  </a:lnTo>
                  <a:lnTo>
                    <a:pt x="4114813" y="1581462"/>
                  </a:lnTo>
                  <a:lnTo>
                    <a:pt x="4114939" y="1581462"/>
                  </a:lnTo>
                  <a:lnTo>
                    <a:pt x="4115065" y="1581462"/>
                  </a:lnTo>
                  <a:lnTo>
                    <a:pt x="4115192" y="1581462"/>
                  </a:lnTo>
                  <a:lnTo>
                    <a:pt x="4115318" y="1581462"/>
                  </a:lnTo>
                  <a:lnTo>
                    <a:pt x="4115444" y="1581462"/>
                  </a:lnTo>
                  <a:lnTo>
                    <a:pt x="4115570" y="1581462"/>
                  </a:lnTo>
                  <a:lnTo>
                    <a:pt x="4115697" y="1581462"/>
                  </a:lnTo>
                  <a:lnTo>
                    <a:pt x="4115823" y="1581462"/>
                  </a:lnTo>
                  <a:lnTo>
                    <a:pt x="4115949" y="1581462"/>
                  </a:lnTo>
                  <a:lnTo>
                    <a:pt x="4116075" y="1581462"/>
                  </a:lnTo>
                  <a:lnTo>
                    <a:pt x="4116202" y="1581462"/>
                  </a:lnTo>
                  <a:lnTo>
                    <a:pt x="4116328" y="1581462"/>
                  </a:lnTo>
                  <a:lnTo>
                    <a:pt x="4116454" y="1581462"/>
                  </a:lnTo>
                  <a:lnTo>
                    <a:pt x="4116580" y="1581462"/>
                  </a:lnTo>
                  <a:lnTo>
                    <a:pt x="4116707" y="1581462"/>
                  </a:lnTo>
                  <a:lnTo>
                    <a:pt x="4116833" y="1581462"/>
                  </a:lnTo>
                  <a:lnTo>
                    <a:pt x="4116959" y="1581462"/>
                  </a:lnTo>
                  <a:lnTo>
                    <a:pt x="4117085" y="1581462"/>
                  </a:lnTo>
                  <a:lnTo>
                    <a:pt x="4117212" y="1581462"/>
                  </a:lnTo>
                  <a:lnTo>
                    <a:pt x="4117338" y="1581462"/>
                  </a:lnTo>
                  <a:lnTo>
                    <a:pt x="4117464" y="1581462"/>
                  </a:lnTo>
                  <a:lnTo>
                    <a:pt x="4117590" y="1581462"/>
                  </a:lnTo>
                  <a:lnTo>
                    <a:pt x="4117717" y="1581462"/>
                  </a:lnTo>
                  <a:lnTo>
                    <a:pt x="4117843" y="1581462"/>
                  </a:lnTo>
                  <a:lnTo>
                    <a:pt x="4117969" y="1581462"/>
                  </a:lnTo>
                  <a:lnTo>
                    <a:pt x="4118095" y="1581462"/>
                  </a:lnTo>
                  <a:lnTo>
                    <a:pt x="4118222" y="1581462"/>
                  </a:lnTo>
                  <a:lnTo>
                    <a:pt x="4118348" y="1581462"/>
                  </a:lnTo>
                  <a:lnTo>
                    <a:pt x="4118474" y="1581462"/>
                  </a:lnTo>
                  <a:lnTo>
                    <a:pt x="4118601" y="1581462"/>
                  </a:lnTo>
                  <a:lnTo>
                    <a:pt x="4118727" y="1581462"/>
                  </a:lnTo>
                  <a:lnTo>
                    <a:pt x="4118853" y="1581462"/>
                  </a:lnTo>
                  <a:lnTo>
                    <a:pt x="4118979" y="1581462"/>
                  </a:lnTo>
                  <a:lnTo>
                    <a:pt x="4119106" y="1581462"/>
                  </a:lnTo>
                  <a:lnTo>
                    <a:pt x="4119232" y="1581462"/>
                  </a:lnTo>
                  <a:lnTo>
                    <a:pt x="4119358" y="1581462"/>
                  </a:lnTo>
                  <a:lnTo>
                    <a:pt x="4119484" y="1581462"/>
                  </a:lnTo>
                  <a:lnTo>
                    <a:pt x="4119611" y="1581462"/>
                  </a:lnTo>
                  <a:lnTo>
                    <a:pt x="4119737" y="1581462"/>
                  </a:lnTo>
                  <a:lnTo>
                    <a:pt x="4119863" y="1581462"/>
                  </a:lnTo>
                  <a:lnTo>
                    <a:pt x="4119989" y="1581462"/>
                  </a:lnTo>
                  <a:lnTo>
                    <a:pt x="4120116" y="1581462"/>
                  </a:lnTo>
                  <a:lnTo>
                    <a:pt x="4120242" y="1581462"/>
                  </a:lnTo>
                  <a:lnTo>
                    <a:pt x="4120368" y="1581462"/>
                  </a:lnTo>
                  <a:lnTo>
                    <a:pt x="4120494" y="1581462"/>
                  </a:lnTo>
                  <a:lnTo>
                    <a:pt x="4120621" y="1581462"/>
                  </a:lnTo>
                  <a:lnTo>
                    <a:pt x="4120747" y="1581462"/>
                  </a:lnTo>
                  <a:lnTo>
                    <a:pt x="4120873" y="1581462"/>
                  </a:lnTo>
                  <a:lnTo>
                    <a:pt x="4120999" y="1581462"/>
                  </a:lnTo>
                  <a:lnTo>
                    <a:pt x="4121126" y="1581462"/>
                  </a:lnTo>
                  <a:lnTo>
                    <a:pt x="4121252" y="1581462"/>
                  </a:lnTo>
                  <a:lnTo>
                    <a:pt x="4121378" y="1581462"/>
                  </a:lnTo>
                  <a:lnTo>
                    <a:pt x="4121504" y="1581462"/>
                  </a:lnTo>
                  <a:lnTo>
                    <a:pt x="4121631" y="1581462"/>
                  </a:lnTo>
                  <a:lnTo>
                    <a:pt x="4121757" y="1581462"/>
                  </a:lnTo>
                  <a:lnTo>
                    <a:pt x="4121883" y="1581462"/>
                  </a:lnTo>
                  <a:lnTo>
                    <a:pt x="4122009" y="1581462"/>
                  </a:lnTo>
                  <a:lnTo>
                    <a:pt x="4122136" y="1581462"/>
                  </a:lnTo>
                  <a:lnTo>
                    <a:pt x="4122262" y="1581462"/>
                  </a:lnTo>
                  <a:lnTo>
                    <a:pt x="4122388" y="1581462"/>
                  </a:lnTo>
                  <a:lnTo>
                    <a:pt x="4122514" y="1581462"/>
                  </a:lnTo>
                  <a:lnTo>
                    <a:pt x="4122641" y="1581462"/>
                  </a:lnTo>
                  <a:lnTo>
                    <a:pt x="4122767" y="1581462"/>
                  </a:lnTo>
                  <a:lnTo>
                    <a:pt x="4122893" y="1581462"/>
                  </a:lnTo>
                  <a:lnTo>
                    <a:pt x="4123019" y="1581462"/>
                  </a:lnTo>
                  <a:lnTo>
                    <a:pt x="4123146" y="1581462"/>
                  </a:lnTo>
                  <a:lnTo>
                    <a:pt x="4123272" y="1581462"/>
                  </a:lnTo>
                  <a:lnTo>
                    <a:pt x="4123398" y="1581462"/>
                  </a:lnTo>
                  <a:lnTo>
                    <a:pt x="4123524" y="1581462"/>
                  </a:lnTo>
                  <a:lnTo>
                    <a:pt x="4123651" y="1581462"/>
                  </a:lnTo>
                  <a:lnTo>
                    <a:pt x="4123777" y="1581462"/>
                  </a:lnTo>
                  <a:lnTo>
                    <a:pt x="4123903" y="1581462"/>
                  </a:lnTo>
                  <a:lnTo>
                    <a:pt x="4124030" y="1581462"/>
                  </a:lnTo>
                  <a:lnTo>
                    <a:pt x="4124156" y="1581462"/>
                  </a:lnTo>
                  <a:lnTo>
                    <a:pt x="4124282" y="1581462"/>
                  </a:lnTo>
                  <a:lnTo>
                    <a:pt x="4124408" y="1581462"/>
                  </a:lnTo>
                  <a:lnTo>
                    <a:pt x="4124535" y="1581462"/>
                  </a:lnTo>
                  <a:lnTo>
                    <a:pt x="4124661" y="1581462"/>
                  </a:lnTo>
                  <a:lnTo>
                    <a:pt x="4124787" y="1581462"/>
                  </a:lnTo>
                  <a:lnTo>
                    <a:pt x="4124913" y="1581462"/>
                  </a:lnTo>
                  <a:lnTo>
                    <a:pt x="4125040" y="1581462"/>
                  </a:lnTo>
                  <a:lnTo>
                    <a:pt x="4125166" y="1581462"/>
                  </a:lnTo>
                  <a:lnTo>
                    <a:pt x="4125292" y="1581462"/>
                  </a:lnTo>
                  <a:lnTo>
                    <a:pt x="4125418" y="1581462"/>
                  </a:lnTo>
                  <a:lnTo>
                    <a:pt x="4125545" y="1581462"/>
                  </a:lnTo>
                  <a:lnTo>
                    <a:pt x="4125671" y="1581462"/>
                  </a:lnTo>
                  <a:lnTo>
                    <a:pt x="4125797" y="1581462"/>
                  </a:lnTo>
                  <a:lnTo>
                    <a:pt x="4125923" y="1581462"/>
                  </a:lnTo>
                  <a:lnTo>
                    <a:pt x="4126050" y="1581462"/>
                  </a:lnTo>
                  <a:lnTo>
                    <a:pt x="4126176" y="1581462"/>
                  </a:lnTo>
                  <a:lnTo>
                    <a:pt x="4126302" y="1581462"/>
                  </a:lnTo>
                  <a:lnTo>
                    <a:pt x="4126428" y="1581462"/>
                  </a:lnTo>
                  <a:lnTo>
                    <a:pt x="4126555" y="1581462"/>
                  </a:lnTo>
                  <a:lnTo>
                    <a:pt x="4126681" y="1581462"/>
                  </a:lnTo>
                  <a:lnTo>
                    <a:pt x="4126807" y="1581462"/>
                  </a:lnTo>
                  <a:lnTo>
                    <a:pt x="4126933" y="1581462"/>
                  </a:lnTo>
                  <a:lnTo>
                    <a:pt x="4127060" y="1581462"/>
                  </a:lnTo>
                  <a:lnTo>
                    <a:pt x="4127186" y="1581462"/>
                  </a:lnTo>
                  <a:lnTo>
                    <a:pt x="4127312" y="1581462"/>
                  </a:lnTo>
                  <a:lnTo>
                    <a:pt x="4127438" y="1581462"/>
                  </a:lnTo>
                  <a:lnTo>
                    <a:pt x="4127565" y="1581462"/>
                  </a:lnTo>
                  <a:lnTo>
                    <a:pt x="4127691" y="1581462"/>
                  </a:lnTo>
                  <a:lnTo>
                    <a:pt x="4127817" y="1581462"/>
                  </a:lnTo>
                  <a:lnTo>
                    <a:pt x="4127817" y="1576551"/>
                  </a:lnTo>
                  <a:lnTo>
                    <a:pt x="4127943" y="1576551"/>
                  </a:lnTo>
                  <a:lnTo>
                    <a:pt x="4128070" y="1576551"/>
                  </a:lnTo>
                  <a:lnTo>
                    <a:pt x="4128196" y="1576551"/>
                  </a:lnTo>
                  <a:lnTo>
                    <a:pt x="4128322" y="1576551"/>
                  </a:lnTo>
                  <a:lnTo>
                    <a:pt x="4128448" y="1576551"/>
                  </a:lnTo>
                  <a:lnTo>
                    <a:pt x="4128575" y="1576551"/>
                  </a:lnTo>
                  <a:lnTo>
                    <a:pt x="4128701" y="1576551"/>
                  </a:lnTo>
                  <a:lnTo>
                    <a:pt x="4128827" y="1576551"/>
                  </a:lnTo>
                  <a:lnTo>
                    <a:pt x="4128954" y="1576551"/>
                  </a:lnTo>
                  <a:lnTo>
                    <a:pt x="4129080" y="1576551"/>
                  </a:lnTo>
                  <a:lnTo>
                    <a:pt x="4129206" y="1576551"/>
                  </a:lnTo>
                  <a:lnTo>
                    <a:pt x="4129332" y="1576551"/>
                  </a:lnTo>
                  <a:lnTo>
                    <a:pt x="4129459" y="1576551"/>
                  </a:lnTo>
                  <a:lnTo>
                    <a:pt x="4129585" y="1576551"/>
                  </a:lnTo>
                  <a:lnTo>
                    <a:pt x="4129711" y="1576551"/>
                  </a:lnTo>
                  <a:lnTo>
                    <a:pt x="4129837" y="1576551"/>
                  </a:lnTo>
                  <a:lnTo>
                    <a:pt x="4129964" y="1576551"/>
                  </a:lnTo>
                  <a:lnTo>
                    <a:pt x="4130090" y="1576551"/>
                  </a:lnTo>
                  <a:lnTo>
                    <a:pt x="4130216" y="1576551"/>
                  </a:lnTo>
                  <a:lnTo>
                    <a:pt x="4130342" y="1576551"/>
                  </a:lnTo>
                  <a:lnTo>
                    <a:pt x="4130469" y="1576551"/>
                  </a:lnTo>
                  <a:lnTo>
                    <a:pt x="4130595" y="1576551"/>
                  </a:lnTo>
                  <a:lnTo>
                    <a:pt x="4130721" y="1576551"/>
                  </a:lnTo>
                  <a:lnTo>
                    <a:pt x="4130847" y="1576551"/>
                  </a:lnTo>
                  <a:lnTo>
                    <a:pt x="4130974" y="1576551"/>
                  </a:lnTo>
                  <a:lnTo>
                    <a:pt x="4131100" y="1576551"/>
                  </a:lnTo>
                  <a:lnTo>
                    <a:pt x="4131226" y="1576551"/>
                  </a:lnTo>
                  <a:lnTo>
                    <a:pt x="4131352" y="1576551"/>
                  </a:lnTo>
                  <a:lnTo>
                    <a:pt x="4131479" y="1576551"/>
                  </a:lnTo>
                  <a:lnTo>
                    <a:pt x="4131605" y="1576551"/>
                  </a:lnTo>
                  <a:lnTo>
                    <a:pt x="4131731" y="1576551"/>
                  </a:lnTo>
                  <a:lnTo>
                    <a:pt x="4131857" y="1576551"/>
                  </a:lnTo>
                  <a:lnTo>
                    <a:pt x="4131984" y="1576551"/>
                  </a:lnTo>
                  <a:lnTo>
                    <a:pt x="4132110" y="1576551"/>
                  </a:lnTo>
                  <a:lnTo>
                    <a:pt x="4132236" y="1576551"/>
                  </a:lnTo>
                  <a:lnTo>
                    <a:pt x="4132362" y="1576551"/>
                  </a:lnTo>
                  <a:lnTo>
                    <a:pt x="4132489" y="1576551"/>
                  </a:lnTo>
                  <a:lnTo>
                    <a:pt x="4132615" y="1576551"/>
                  </a:lnTo>
                  <a:lnTo>
                    <a:pt x="4132741" y="1576551"/>
                  </a:lnTo>
                  <a:lnTo>
                    <a:pt x="4132867" y="1576551"/>
                  </a:lnTo>
                  <a:lnTo>
                    <a:pt x="4132994" y="1576551"/>
                  </a:lnTo>
                  <a:lnTo>
                    <a:pt x="4133120" y="1576551"/>
                  </a:lnTo>
                  <a:lnTo>
                    <a:pt x="4133246" y="1576551"/>
                  </a:lnTo>
                  <a:lnTo>
                    <a:pt x="4133372" y="1576551"/>
                  </a:lnTo>
                  <a:lnTo>
                    <a:pt x="4133499" y="1576551"/>
                  </a:lnTo>
                  <a:lnTo>
                    <a:pt x="4133625" y="1576551"/>
                  </a:lnTo>
                  <a:lnTo>
                    <a:pt x="4133751" y="1576551"/>
                  </a:lnTo>
                  <a:lnTo>
                    <a:pt x="4133877" y="1576551"/>
                  </a:lnTo>
                  <a:lnTo>
                    <a:pt x="4134004" y="1576551"/>
                  </a:lnTo>
                  <a:lnTo>
                    <a:pt x="4134130" y="1576551"/>
                  </a:lnTo>
                  <a:lnTo>
                    <a:pt x="4134256" y="1576551"/>
                  </a:lnTo>
                  <a:lnTo>
                    <a:pt x="4134383" y="1576551"/>
                  </a:lnTo>
                  <a:lnTo>
                    <a:pt x="4134509" y="1576551"/>
                  </a:lnTo>
                  <a:lnTo>
                    <a:pt x="4134635" y="1576551"/>
                  </a:lnTo>
                  <a:lnTo>
                    <a:pt x="4134761" y="1576551"/>
                  </a:lnTo>
                  <a:lnTo>
                    <a:pt x="4134888" y="1576551"/>
                  </a:lnTo>
                  <a:lnTo>
                    <a:pt x="4134888" y="1571639"/>
                  </a:lnTo>
                  <a:lnTo>
                    <a:pt x="4135014" y="1571639"/>
                  </a:lnTo>
                  <a:lnTo>
                    <a:pt x="4135140" y="1571639"/>
                  </a:lnTo>
                  <a:lnTo>
                    <a:pt x="4135266" y="1571639"/>
                  </a:lnTo>
                  <a:lnTo>
                    <a:pt x="4135393" y="1571639"/>
                  </a:lnTo>
                  <a:lnTo>
                    <a:pt x="4135519" y="1571639"/>
                  </a:lnTo>
                  <a:lnTo>
                    <a:pt x="4135645" y="1571639"/>
                  </a:lnTo>
                  <a:lnTo>
                    <a:pt x="4135771" y="1571639"/>
                  </a:lnTo>
                  <a:lnTo>
                    <a:pt x="4135898" y="1571639"/>
                  </a:lnTo>
                  <a:lnTo>
                    <a:pt x="4136024" y="1571639"/>
                  </a:lnTo>
                  <a:lnTo>
                    <a:pt x="4136150" y="1571639"/>
                  </a:lnTo>
                  <a:lnTo>
                    <a:pt x="4136276" y="1571639"/>
                  </a:lnTo>
                  <a:lnTo>
                    <a:pt x="4136403" y="1571639"/>
                  </a:lnTo>
                  <a:lnTo>
                    <a:pt x="4136529" y="1571639"/>
                  </a:lnTo>
                  <a:lnTo>
                    <a:pt x="4136655" y="1571639"/>
                  </a:lnTo>
                  <a:lnTo>
                    <a:pt x="4136781" y="1571639"/>
                  </a:lnTo>
                  <a:lnTo>
                    <a:pt x="4136908" y="1571639"/>
                  </a:lnTo>
                  <a:lnTo>
                    <a:pt x="4137034" y="1571639"/>
                  </a:lnTo>
                  <a:lnTo>
                    <a:pt x="4137160" y="1571639"/>
                  </a:lnTo>
                  <a:lnTo>
                    <a:pt x="4137286" y="1571639"/>
                  </a:lnTo>
                  <a:lnTo>
                    <a:pt x="4137413" y="1571639"/>
                  </a:lnTo>
                  <a:lnTo>
                    <a:pt x="4137539" y="1571639"/>
                  </a:lnTo>
                  <a:lnTo>
                    <a:pt x="4137665" y="1571639"/>
                  </a:lnTo>
                  <a:lnTo>
                    <a:pt x="4137791" y="1571639"/>
                  </a:lnTo>
                  <a:lnTo>
                    <a:pt x="4137918" y="1571639"/>
                  </a:lnTo>
                  <a:lnTo>
                    <a:pt x="4138044" y="1571639"/>
                  </a:lnTo>
                  <a:lnTo>
                    <a:pt x="4138170" y="1571639"/>
                  </a:lnTo>
                  <a:lnTo>
                    <a:pt x="4138296" y="1571639"/>
                  </a:lnTo>
                  <a:lnTo>
                    <a:pt x="4138423" y="1571639"/>
                  </a:lnTo>
                  <a:lnTo>
                    <a:pt x="4138549" y="1571639"/>
                  </a:lnTo>
                  <a:lnTo>
                    <a:pt x="4138675" y="1571639"/>
                  </a:lnTo>
                  <a:lnTo>
                    <a:pt x="4138801" y="1571639"/>
                  </a:lnTo>
                  <a:lnTo>
                    <a:pt x="4138928" y="1571639"/>
                  </a:lnTo>
                  <a:lnTo>
                    <a:pt x="4139054" y="1571639"/>
                  </a:lnTo>
                  <a:lnTo>
                    <a:pt x="4139180" y="1571639"/>
                  </a:lnTo>
                  <a:lnTo>
                    <a:pt x="4139307" y="1571639"/>
                  </a:lnTo>
                  <a:lnTo>
                    <a:pt x="4139433" y="1571639"/>
                  </a:lnTo>
                  <a:lnTo>
                    <a:pt x="4139559" y="1571639"/>
                  </a:lnTo>
                  <a:lnTo>
                    <a:pt x="4139685" y="1571639"/>
                  </a:lnTo>
                  <a:lnTo>
                    <a:pt x="4139812" y="1571639"/>
                  </a:lnTo>
                  <a:lnTo>
                    <a:pt x="4139938" y="1571639"/>
                  </a:lnTo>
                  <a:lnTo>
                    <a:pt x="4140064" y="1571639"/>
                  </a:lnTo>
                  <a:lnTo>
                    <a:pt x="4140190" y="1571639"/>
                  </a:lnTo>
                  <a:lnTo>
                    <a:pt x="4140317" y="1571639"/>
                  </a:lnTo>
                  <a:lnTo>
                    <a:pt x="4140443" y="1571639"/>
                  </a:lnTo>
                  <a:lnTo>
                    <a:pt x="4140569" y="1571639"/>
                  </a:lnTo>
                  <a:lnTo>
                    <a:pt x="4140695" y="1571639"/>
                  </a:lnTo>
                  <a:lnTo>
                    <a:pt x="4140822" y="1571639"/>
                  </a:lnTo>
                  <a:lnTo>
                    <a:pt x="4140948" y="1571639"/>
                  </a:lnTo>
                  <a:lnTo>
                    <a:pt x="4141074" y="1571639"/>
                  </a:lnTo>
                  <a:lnTo>
                    <a:pt x="4141200" y="1571639"/>
                  </a:lnTo>
                  <a:lnTo>
                    <a:pt x="4141327" y="1571639"/>
                  </a:lnTo>
                  <a:lnTo>
                    <a:pt x="4141453" y="1571639"/>
                  </a:lnTo>
                  <a:lnTo>
                    <a:pt x="4141579" y="1571639"/>
                  </a:lnTo>
                  <a:lnTo>
                    <a:pt x="4141705" y="1571639"/>
                  </a:lnTo>
                  <a:lnTo>
                    <a:pt x="4141832" y="1571639"/>
                  </a:lnTo>
                  <a:lnTo>
                    <a:pt x="4141958" y="1571639"/>
                  </a:lnTo>
                  <a:lnTo>
                    <a:pt x="4142084" y="1571639"/>
                  </a:lnTo>
                  <a:lnTo>
                    <a:pt x="4142210" y="1571639"/>
                  </a:lnTo>
                  <a:lnTo>
                    <a:pt x="4142337" y="1571639"/>
                  </a:lnTo>
                  <a:lnTo>
                    <a:pt x="4142463" y="1571639"/>
                  </a:lnTo>
                  <a:lnTo>
                    <a:pt x="4142589" y="1571639"/>
                  </a:lnTo>
                  <a:lnTo>
                    <a:pt x="4142715" y="1571639"/>
                  </a:lnTo>
                  <a:lnTo>
                    <a:pt x="4142842" y="1571639"/>
                  </a:lnTo>
                  <a:lnTo>
                    <a:pt x="4142968" y="1571639"/>
                  </a:lnTo>
                  <a:lnTo>
                    <a:pt x="4143094" y="1571639"/>
                  </a:lnTo>
                  <a:lnTo>
                    <a:pt x="4143220" y="1571639"/>
                  </a:lnTo>
                  <a:lnTo>
                    <a:pt x="4143347" y="1571639"/>
                  </a:lnTo>
                  <a:lnTo>
                    <a:pt x="4143473" y="1571639"/>
                  </a:lnTo>
                  <a:lnTo>
                    <a:pt x="4143599" y="1571639"/>
                  </a:lnTo>
                  <a:lnTo>
                    <a:pt x="4143725" y="1571639"/>
                  </a:lnTo>
                  <a:lnTo>
                    <a:pt x="4143852" y="1571639"/>
                  </a:lnTo>
                  <a:lnTo>
                    <a:pt x="4143978" y="1571639"/>
                  </a:lnTo>
                  <a:lnTo>
                    <a:pt x="4144104" y="1571639"/>
                  </a:lnTo>
                  <a:lnTo>
                    <a:pt x="4144230" y="1571639"/>
                  </a:lnTo>
                  <a:lnTo>
                    <a:pt x="4144357" y="1571639"/>
                  </a:lnTo>
                  <a:lnTo>
                    <a:pt x="4144483" y="1571639"/>
                  </a:lnTo>
                  <a:lnTo>
                    <a:pt x="4144609" y="1571639"/>
                  </a:lnTo>
                  <a:lnTo>
                    <a:pt x="4144736" y="1571639"/>
                  </a:lnTo>
                  <a:lnTo>
                    <a:pt x="4144862" y="1571639"/>
                  </a:lnTo>
                  <a:lnTo>
                    <a:pt x="4144988" y="1571639"/>
                  </a:lnTo>
                  <a:lnTo>
                    <a:pt x="4145114" y="1571639"/>
                  </a:lnTo>
                  <a:lnTo>
                    <a:pt x="4145241" y="1571639"/>
                  </a:lnTo>
                  <a:lnTo>
                    <a:pt x="4145367" y="1571639"/>
                  </a:lnTo>
                  <a:lnTo>
                    <a:pt x="4145493" y="1571639"/>
                  </a:lnTo>
                  <a:lnTo>
                    <a:pt x="4145619" y="1571639"/>
                  </a:lnTo>
                  <a:lnTo>
                    <a:pt x="4145746" y="1571639"/>
                  </a:lnTo>
                  <a:lnTo>
                    <a:pt x="4145872" y="1571639"/>
                  </a:lnTo>
                  <a:lnTo>
                    <a:pt x="4145998" y="1571639"/>
                  </a:lnTo>
                  <a:lnTo>
                    <a:pt x="4146124" y="1571639"/>
                  </a:lnTo>
                  <a:lnTo>
                    <a:pt x="4146251" y="1571639"/>
                  </a:lnTo>
                  <a:lnTo>
                    <a:pt x="4146377" y="1571639"/>
                  </a:lnTo>
                  <a:lnTo>
                    <a:pt x="4146503" y="1571639"/>
                  </a:lnTo>
                  <a:lnTo>
                    <a:pt x="4146629" y="1571639"/>
                  </a:lnTo>
                  <a:lnTo>
                    <a:pt x="4146756" y="1571639"/>
                  </a:lnTo>
                  <a:lnTo>
                    <a:pt x="4146882" y="1571639"/>
                  </a:lnTo>
                  <a:lnTo>
                    <a:pt x="4147008" y="1571639"/>
                  </a:lnTo>
                  <a:lnTo>
                    <a:pt x="4147134" y="1571639"/>
                  </a:lnTo>
                  <a:lnTo>
                    <a:pt x="4147261" y="1571639"/>
                  </a:lnTo>
                  <a:lnTo>
                    <a:pt x="4147387" y="1571639"/>
                  </a:lnTo>
                  <a:lnTo>
                    <a:pt x="4147513" y="1571639"/>
                  </a:lnTo>
                  <a:lnTo>
                    <a:pt x="4147639" y="1571639"/>
                  </a:lnTo>
                  <a:lnTo>
                    <a:pt x="4147766" y="1571639"/>
                  </a:lnTo>
                  <a:lnTo>
                    <a:pt x="4147892" y="1571639"/>
                  </a:lnTo>
                  <a:lnTo>
                    <a:pt x="4148018" y="1571639"/>
                  </a:lnTo>
                  <a:lnTo>
                    <a:pt x="4148144" y="1571639"/>
                  </a:lnTo>
                  <a:lnTo>
                    <a:pt x="4148271" y="1571639"/>
                  </a:lnTo>
                  <a:lnTo>
                    <a:pt x="4148397" y="1571639"/>
                  </a:lnTo>
                  <a:lnTo>
                    <a:pt x="4148523" y="1571639"/>
                  </a:lnTo>
                  <a:lnTo>
                    <a:pt x="4148649" y="1571639"/>
                  </a:lnTo>
                  <a:lnTo>
                    <a:pt x="4148776" y="1571639"/>
                  </a:lnTo>
                  <a:lnTo>
                    <a:pt x="4148902" y="1571639"/>
                  </a:lnTo>
                  <a:lnTo>
                    <a:pt x="4149028" y="1571639"/>
                  </a:lnTo>
                  <a:lnTo>
                    <a:pt x="4149154" y="1571639"/>
                  </a:lnTo>
                  <a:lnTo>
                    <a:pt x="4149281" y="1571639"/>
                  </a:lnTo>
                  <a:lnTo>
                    <a:pt x="4149407" y="1571639"/>
                  </a:lnTo>
                  <a:lnTo>
                    <a:pt x="4149533" y="1571639"/>
                  </a:lnTo>
                  <a:lnTo>
                    <a:pt x="4149660" y="1571639"/>
                  </a:lnTo>
                  <a:lnTo>
                    <a:pt x="4149786" y="1571639"/>
                  </a:lnTo>
                  <a:lnTo>
                    <a:pt x="4149912" y="1571639"/>
                  </a:lnTo>
                  <a:lnTo>
                    <a:pt x="4150038" y="1571639"/>
                  </a:lnTo>
                  <a:lnTo>
                    <a:pt x="4150165" y="1571639"/>
                  </a:lnTo>
                  <a:lnTo>
                    <a:pt x="4150291" y="1571639"/>
                  </a:lnTo>
                  <a:lnTo>
                    <a:pt x="4150417" y="1571639"/>
                  </a:lnTo>
                  <a:lnTo>
                    <a:pt x="4150543" y="1571639"/>
                  </a:lnTo>
                  <a:lnTo>
                    <a:pt x="4150670" y="1571639"/>
                  </a:lnTo>
                  <a:lnTo>
                    <a:pt x="4150796" y="1571639"/>
                  </a:lnTo>
                  <a:lnTo>
                    <a:pt x="4150922" y="1571639"/>
                  </a:lnTo>
                  <a:lnTo>
                    <a:pt x="4151048" y="1571639"/>
                  </a:lnTo>
                  <a:lnTo>
                    <a:pt x="4151175" y="1571639"/>
                  </a:lnTo>
                  <a:lnTo>
                    <a:pt x="4151301" y="1571639"/>
                  </a:lnTo>
                  <a:lnTo>
                    <a:pt x="4151427" y="1571639"/>
                  </a:lnTo>
                  <a:lnTo>
                    <a:pt x="4151553" y="1571639"/>
                  </a:lnTo>
                  <a:lnTo>
                    <a:pt x="4151680" y="1571639"/>
                  </a:lnTo>
                  <a:lnTo>
                    <a:pt x="4151806" y="1571639"/>
                  </a:lnTo>
                  <a:lnTo>
                    <a:pt x="4151932" y="1571639"/>
                  </a:lnTo>
                  <a:lnTo>
                    <a:pt x="4152058" y="1571639"/>
                  </a:lnTo>
                  <a:lnTo>
                    <a:pt x="4152185" y="1571639"/>
                  </a:lnTo>
                  <a:lnTo>
                    <a:pt x="4152311" y="1571639"/>
                  </a:lnTo>
                  <a:lnTo>
                    <a:pt x="4152437" y="1571639"/>
                  </a:lnTo>
                  <a:lnTo>
                    <a:pt x="4152563" y="1571639"/>
                  </a:lnTo>
                  <a:lnTo>
                    <a:pt x="4152690" y="1571639"/>
                  </a:lnTo>
                  <a:lnTo>
                    <a:pt x="4152816" y="1571639"/>
                  </a:lnTo>
                  <a:lnTo>
                    <a:pt x="4152942" y="1571639"/>
                  </a:lnTo>
                  <a:lnTo>
                    <a:pt x="4153068" y="1571639"/>
                  </a:lnTo>
                  <a:lnTo>
                    <a:pt x="4153068" y="1566728"/>
                  </a:lnTo>
                  <a:lnTo>
                    <a:pt x="4153195" y="1566728"/>
                  </a:lnTo>
                  <a:lnTo>
                    <a:pt x="4153321" y="1566728"/>
                  </a:lnTo>
                  <a:lnTo>
                    <a:pt x="4153447" y="1566728"/>
                  </a:lnTo>
                  <a:lnTo>
                    <a:pt x="4153573" y="1566728"/>
                  </a:lnTo>
                  <a:lnTo>
                    <a:pt x="4153700" y="1566728"/>
                  </a:lnTo>
                  <a:lnTo>
                    <a:pt x="4153826" y="1566728"/>
                  </a:lnTo>
                  <a:lnTo>
                    <a:pt x="4153952" y="1566728"/>
                  </a:lnTo>
                  <a:lnTo>
                    <a:pt x="4154078" y="1566728"/>
                  </a:lnTo>
                  <a:lnTo>
                    <a:pt x="4154205" y="1566728"/>
                  </a:lnTo>
                  <a:lnTo>
                    <a:pt x="4154331" y="1566728"/>
                  </a:lnTo>
                  <a:lnTo>
                    <a:pt x="4154457" y="1566728"/>
                  </a:lnTo>
                  <a:lnTo>
                    <a:pt x="4154583" y="1566728"/>
                  </a:lnTo>
                  <a:lnTo>
                    <a:pt x="4154710" y="1566728"/>
                  </a:lnTo>
                  <a:lnTo>
                    <a:pt x="4154836" y="1566728"/>
                  </a:lnTo>
                  <a:lnTo>
                    <a:pt x="4154836" y="1561817"/>
                  </a:lnTo>
                  <a:lnTo>
                    <a:pt x="4154962" y="1561817"/>
                  </a:lnTo>
                  <a:lnTo>
                    <a:pt x="4155089" y="1561817"/>
                  </a:lnTo>
                  <a:lnTo>
                    <a:pt x="4155215" y="1561817"/>
                  </a:lnTo>
                  <a:lnTo>
                    <a:pt x="4155341" y="1561817"/>
                  </a:lnTo>
                  <a:lnTo>
                    <a:pt x="4155467" y="1561817"/>
                  </a:lnTo>
                  <a:lnTo>
                    <a:pt x="4155594" y="1561817"/>
                  </a:lnTo>
                  <a:lnTo>
                    <a:pt x="4155720" y="1561817"/>
                  </a:lnTo>
                  <a:lnTo>
                    <a:pt x="4155846" y="1561817"/>
                  </a:lnTo>
                  <a:lnTo>
                    <a:pt x="4155972" y="1561817"/>
                  </a:lnTo>
                  <a:lnTo>
                    <a:pt x="4156099" y="1561817"/>
                  </a:lnTo>
                  <a:lnTo>
                    <a:pt x="4156225" y="1561817"/>
                  </a:lnTo>
                  <a:lnTo>
                    <a:pt x="4156351" y="1561817"/>
                  </a:lnTo>
                  <a:lnTo>
                    <a:pt x="4156477" y="1561817"/>
                  </a:lnTo>
                  <a:lnTo>
                    <a:pt x="4156604" y="1561817"/>
                  </a:lnTo>
                  <a:lnTo>
                    <a:pt x="4156730" y="1561817"/>
                  </a:lnTo>
                  <a:lnTo>
                    <a:pt x="4156856" y="1561817"/>
                  </a:lnTo>
                  <a:lnTo>
                    <a:pt x="4156982" y="1561817"/>
                  </a:lnTo>
                  <a:lnTo>
                    <a:pt x="4157109" y="1561817"/>
                  </a:lnTo>
                  <a:lnTo>
                    <a:pt x="4157235" y="1561817"/>
                  </a:lnTo>
                  <a:lnTo>
                    <a:pt x="4157361" y="1561817"/>
                  </a:lnTo>
                  <a:lnTo>
                    <a:pt x="4157487" y="1561817"/>
                  </a:lnTo>
                  <a:lnTo>
                    <a:pt x="4157614" y="1561817"/>
                  </a:lnTo>
                  <a:lnTo>
                    <a:pt x="4157740" y="1561817"/>
                  </a:lnTo>
                  <a:lnTo>
                    <a:pt x="4157866" y="1561817"/>
                  </a:lnTo>
                  <a:lnTo>
                    <a:pt x="4157992" y="1561817"/>
                  </a:lnTo>
                  <a:lnTo>
                    <a:pt x="4158119" y="1561817"/>
                  </a:lnTo>
                  <a:lnTo>
                    <a:pt x="4158245" y="1561817"/>
                  </a:lnTo>
                  <a:lnTo>
                    <a:pt x="4158371" y="1561817"/>
                  </a:lnTo>
                  <a:lnTo>
                    <a:pt x="4158497" y="1561817"/>
                  </a:lnTo>
                  <a:lnTo>
                    <a:pt x="4158624" y="1561817"/>
                  </a:lnTo>
                  <a:lnTo>
                    <a:pt x="4158750" y="1561817"/>
                  </a:lnTo>
                  <a:lnTo>
                    <a:pt x="4158876" y="1561817"/>
                  </a:lnTo>
                  <a:lnTo>
                    <a:pt x="4159002" y="1561817"/>
                  </a:lnTo>
                  <a:lnTo>
                    <a:pt x="4159129" y="1561817"/>
                  </a:lnTo>
                  <a:lnTo>
                    <a:pt x="4159255" y="1561817"/>
                  </a:lnTo>
                  <a:lnTo>
                    <a:pt x="4159381" y="1561817"/>
                  </a:lnTo>
                  <a:lnTo>
                    <a:pt x="4159507" y="1561817"/>
                  </a:lnTo>
                  <a:lnTo>
                    <a:pt x="4159634" y="1561817"/>
                  </a:lnTo>
                  <a:lnTo>
                    <a:pt x="4159760" y="1561817"/>
                  </a:lnTo>
                  <a:lnTo>
                    <a:pt x="4159886" y="1561817"/>
                  </a:lnTo>
                  <a:lnTo>
                    <a:pt x="4160013" y="1561817"/>
                  </a:lnTo>
                  <a:lnTo>
                    <a:pt x="4160139" y="1561817"/>
                  </a:lnTo>
                  <a:lnTo>
                    <a:pt x="4160265" y="1561817"/>
                  </a:lnTo>
                  <a:lnTo>
                    <a:pt x="4160391" y="1561817"/>
                  </a:lnTo>
                  <a:lnTo>
                    <a:pt x="4160518" y="1561817"/>
                  </a:lnTo>
                  <a:lnTo>
                    <a:pt x="4160644" y="1561817"/>
                  </a:lnTo>
                  <a:lnTo>
                    <a:pt x="4160770" y="1561817"/>
                  </a:lnTo>
                  <a:lnTo>
                    <a:pt x="4160896" y="1561817"/>
                  </a:lnTo>
                  <a:lnTo>
                    <a:pt x="4161023" y="1561817"/>
                  </a:lnTo>
                  <a:lnTo>
                    <a:pt x="4161149" y="1561817"/>
                  </a:lnTo>
                  <a:lnTo>
                    <a:pt x="4161275" y="1561817"/>
                  </a:lnTo>
                  <a:lnTo>
                    <a:pt x="4161401" y="1561817"/>
                  </a:lnTo>
                  <a:lnTo>
                    <a:pt x="4161528" y="1561817"/>
                  </a:lnTo>
                  <a:lnTo>
                    <a:pt x="4161654" y="1561817"/>
                  </a:lnTo>
                  <a:lnTo>
                    <a:pt x="4161780" y="1561817"/>
                  </a:lnTo>
                  <a:lnTo>
                    <a:pt x="4161906" y="1561817"/>
                  </a:lnTo>
                  <a:lnTo>
                    <a:pt x="4162033" y="1561817"/>
                  </a:lnTo>
                  <a:lnTo>
                    <a:pt x="4162159" y="1561817"/>
                  </a:lnTo>
                  <a:lnTo>
                    <a:pt x="4162285" y="1561817"/>
                  </a:lnTo>
                  <a:lnTo>
                    <a:pt x="4162411" y="1561817"/>
                  </a:lnTo>
                  <a:lnTo>
                    <a:pt x="4162538" y="1561817"/>
                  </a:lnTo>
                  <a:lnTo>
                    <a:pt x="4162664" y="1561817"/>
                  </a:lnTo>
                  <a:lnTo>
                    <a:pt x="4162790" y="1561817"/>
                  </a:lnTo>
                  <a:lnTo>
                    <a:pt x="4162916" y="1561817"/>
                  </a:lnTo>
                  <a:lnTo>
                    <a:pt x="4163043" y="1561817"/>
                  </a:lnTo>
                  <a:lnTo>
                    <a:pt x="4163169" y="1561817"/>
                  </a:lnTo>
                  <a:lnTo>
                    <a:pt x="4163295" y="1561817"/>
                  </a:lnTo>
                  <a:lnTo>
                    <a:pt x="4163421" y="1561817"/>
                  </a:lnTo>
                  <a:lnTo>
                    <a:pt x="4163548" y="1561817"/>
                  </a:lnTo>
                  <a:lnTo>
                    <a:pt x="4163674" y="1561817"/>
                  </a:lnTo>
                  <a:lnTo>
                    <a:pt x="4163800" y="1561817"/>
                  </a:lnTo>
                  <a:lnTo>
                    <a:pt x="4163926" y="1561817"/>
                  </a:lnTo>
                  <a:lnTo>
                    <a:pt x="4164053" y="1561817"/>
                  </a:lnTo>
                  <a:lnTo>
                    <a:pt x="4164179" y="1561817"/>
                  </a:lnTo>
                  <a:lnTo>
                    <a:pt x="4164305" y="1561817"/>
                  </a:lnTo>
                  <a:lnTo>
                    <a:pt x="4164431" y="1561817"/>
                  </a:lnTo>
                  <a:lnTo>
                    <a:pt x="4164558" y="1561817"/>
                  </a:lnTo>
                  <a:lnTo>
                    <a:pt x="4164684" y="1561817"/>
                  </a:lnTo>
                  <a:lnTo>
                    <a:pt x="4164810" y="1561817"/>
                  </a:lnTo>
                  <a:lnTo>
                    <a:pt x="4164937" y="1561817"/>
                  </a:lnTo>
                  <a:lnTo>
                    <a:pt x="4165063" y="1561817"/>
                  </a:lnTo>
                  <a:lnTo>
                    <a:pt x="4165189" y="1561817"/>
                  </a:lnTo>
                  <a:lnTo>
                    <a:pt x="4165315" y="1561817"/>
                  </a:lnTo>
                  <a:lnTo>
                    <a:pt x="4165442" y="1561817"/>
                  </a:lnTo>
                  <a:lnTo>
                    <a:pt x="4165442" y="1556905"/>
                  </a:lnTo>
                  <a:lnTo>
                    <a:pt x="4165568" y="1556905"/>
                  </a:lnTo>
                  <a:lnTo>
                    <a:pt x="4165694" y="1556905"/>
                  </a:lnTo>
                  <a:lnTo>
                    <a:pt x="4165820" y="1556905"/>
                  </a:lnTo>
                  <a:lnTo>
                    <a:pt x="4165947" y="1556905"/>
                  </a:lnTo>
                  <a:lnTo>
                    <a:pt x="4166073" y="1556905"/>
                  </a:lnTo>
                  <a:lnTo>
                    <a:pt x="4166199" y="1556905"/>
                  </a:lnTo>
                  <a:lnTo>
                    <a:pt x="4166325" y="1556905"/>
                  </a:lnTo>
                  <a:lnTo>
                    <a:pt x="4166452" y="1556905"/>
                  </a:lnTo>
                  <a:lnTo>
                    <a:pt x="4166578" y="1556905"/>
                  </a:lnTo>
                  <a:lnTo>
                    <a:pt x="4166704" y="1556905"/>
                  </a:lnTo>
                  <a:lnTo>
                    <a:pt x="4166830" y="1556905"/>
                  </a:lnTo>
                  <a:lnTo>
                    <a:pt x="4166957" y="1556905"/>
                  </a:lnTo>
                  <a:lnTo>
                    <a:pt x="4167083" y="1556905"/>
                  </a:lnTo>
                  <a:lnTo>
                    <a:pt x="4167209" y="1556905"/>
                  </a:lnTo>
                  <a:lnTo>
                    <a:pt x="4167335" y="1556905"/>
                  </a:lnTo>
                  <a:lnTo>
                    <a:pt x="4167462" y="1556905"/>
                  </a:lnTo>
                  <a:lnTo>
                    <a:pt x="4167588" y="1556905"/>
                  </a:lnTo>
                  <a:lnTo>
                    <a:pt x="4167714" y="1556905"/>
                  </a:lnTo>
                  <a:lnTo>
                    <a:pt x="4167840" y="1556905"/>
                  </a:lnTo>
                  <a:lnTo>
                    <a:pt x="4167967" y="1556905"/>
                  </a:lnTo>
                  <a:lnTo>
                    <a:pt x="4168093" y="1556905"/>
                  </a:lnTo>
                  <a:lnTo>
                    <a:pt x="4168219" y="1556905"/>
                  </a:lnTo>
                  <a:lnTo>
                    <a:pt x="4168345" y="1556905"/>
                  </a:lnTo>
                  <a:lnTo>
                    <a:pt x="4168472" y="1556905"/>
                  </a:lnTo>
                  <a:lnTo>
                    <a:pt x="4168598" y="1556905"/>
                  </a:lnTo>
                  <a:lnTo>
                    <a:pt x="4168724" y="1556905"/>
                  </a:lnTo>
                  <a:lnTo>
                    <a:pt x="4168850" y="1556905"/>
                  </a:lnTo>
                  <a:lnTo>
                    <a:pt x="4168977" y="1556905"/>
                  </a:lnTo>
                  <a:lnTo>
                    <a:pt x="4169103" y="1556905"/>
                  </a:lnTo>
                  <a:lnTo>
                    <a:pt x="4169229" y="1556905"/>
                  </a:lnTo>
                  <a:lnTo>
                    <a:pt x="4169355" y="1556905"/>
                  </a:lnTo>
                  <a:lnTo>
                    <a:pt x="4169482" y="1556905"/>
                  </a:lnTo>
                  <a:lnTo>
                    <a:pt x="4169608" y="1556905"/>
                  </a:lnTo>
                  <a:lnTo>
                    <a:pt x="4169734" y="1556905"/>
                  </a:lnTo>
                  <a:lnTo>
                    <a:pt x="4169860" y="1556905"/>
                  </a:lnTo>
                  <a:lnTo>
                    <a:pt x="4169987" y="1556905"/>
                  </a:lnTo>
                  <a:lnTo>
                    <a:pt x="4170113" y="1556905"/>
                  </a:lnTo>
                  <a:lnTo>
                    <a:pt x="4170239" y="1556905"/>
                  </a:lnTo>
                  <a:lnTo>
                    <a:pt x="4170366" y="1556905"/>
                  </a:lnTo>
                  <a:lnTo>
                    <a:pt x="4170492" y="1556905"/>
                  </a:lnTo>
                  <a:lnTo>
                    <a:pt x="4170618" y="1556905"/>
                  </a:lnTo>
                  <a:lnTo>
                    <a:pt x="4170744" y="1556905"/>
                  </a:lnTo>
                  <a:lnTo>
                    <a:pt x="4170871" y="1556905"/>
                  </a:lnTo>
                  <a:lnTo>
                    <a:pt x="4170997" y="1556905"/>
                  </a:lnTo>
                  <a:lnTo>
                    <a:pt x="4171123" y="1556905"/>
                  </a:lnTo>
                  <a:lnTo>
                    <a:pt x="4171249" y="1556905"/>
                  </a:lnTo>
                  <a:lnTo>
                    <a:pt x="4171376" y="1556905"/>
                  </a:lnTo>
                  <a:lnTo>
                    <a:pt x="4171502" y="1556905"/>
                  </a:lnTo>
                  <a:lnTo>
                    <a:pt x="4171628" y="1556905"/>
                  </a:lnTo>
                  <a:lnTo>
                    <a:pt x="4171754" y="1556905"/>
                  </a:lnTo>
                  <a:lnTo>
                    <a:pt x="4171881" y="1556905"/>
                  </a:lnTo>
                  <a:lnTo>
                    <a:pt x="4172007" y="1556905"/>
                  </a:lnTo>
                  <a:lnTo>
                    <a:pt x="4172133" y="1556905"/>
                  </a:lnTo>
                  <a:lnTo>
                    <a:pt x="4172259" y="1556905"/>
                  </a:lnTo>
                  <a:lnTo>
                    <a:pt x="4172386" y="1556905"/>
                  </a:lnTo>
                  <a:lnTo>
                    <a:pt x="4172512" y="1556905"/>
                  </a:lnTo>
                  <a:lnTo>
                    <a:pt x="4172638" y="1556905"/>
                  </a:lnTo>
                  <a:lnTo>
                    <a:pt x="4172764" y="1556905"/>
                  </a:lnTo>
                  <a:lnTo>
                    <a:pt x="4172891" y="1556905"/>
                  </a:lnTo>
                  <a:lnTo>
                    <a:pt x="4173017" y="1556905"/>
                  </a:lnTo>
                  <a:lnTo>
                    <a:pt x="4173143" y="1556905"/>
                  </a:lnTo>
                  <a:lnTo>
                    <a:pt x="4173269" y="1556905"/>
                  </a:lnTo>
                  <a:lnTo>
                    <a:pt x="4173396" y="1556905"/>
                  </a:lnTo>
                  <a:lnTo>
                    <a:pt x="4173522" y="1556905"/>
                  </a:lnTo>
                  <a:lnTo>
                    <a:pt x="4173648" y="1556905"/>
                  </a:lnTo>
                  <a:lnTo>
                    <a:pt x="4173774" y="1556905"/>
                  </a:lnTo>
                  <a:lnTo>
                    <a:pt x="4173901" y="1556905"/>
                  </a:lnTo>
                  <a:lnTo>
                    <a:pt x="4173901" y="1551994"/>
                  </a:lnTo>
                  <a:lnTo>
                    <a:pt x="4174027" y="1551994"/>
                  </a:lnTo>
                  <a:lnTo>
                    <a:pt x="4174153" y="1551994"/>
                  </a:lnTo>
                  <a:lnTo>
                    <a:pt x="4174279" y="1551994"/>
                  </a:lnTo>
                  <a:lnTo>
                    <a:pt x="4174406" y="1551994"/>
                  </a:lnTo>
                  <a:lnTo>
                    <a:pt x="4174532" y="1551994"/>
                  </a:lnTo>
                  <a:lnTo>
                    <a:pt x="4174658" y="1551994"/>
                  </a:lnTo>
                  <a:lnTo>
                    <a:pt x="4174784" y="1551994"/>
                  </a:lnTo>
                  <a:lnTo>
                    <a:pt x="4174911" y="1551994"/>
                  </a:lnTo>
                  <a:lnTo>
                    <a:pt x="4175037" y="1551994"/>
                  </a:lnTo>
                  <a:lnTo>
                    <a:pt x="4175163" y="1551994"/>
                  </a:lnTo>
                  <a:lnTo>
                    <a:pt x="4175290" y="1551994"/>
                  </a:lnTo>
                  <a:lnTo>
                    <a:pt x="4175416" y="1551994"/>
                  </a:lnTo>
                  <a:lnTo>
                    <a:pt x="4175542" y="1551994"/>
                  </a:lnTo>
                  <a:lnTo>
                    <a:pt x="4175668" y="1551994"/>
                  </a:lnTo>
                  <a:lnTo>
                    <a:pt x="4175795" y="1551994"/>
                  </a:lnTo>
                  <a:lnTo>
                    <a:pt x="4175921" y="1551994"/>
                  </a:lnTo>
                  <a:lnTo>
                    <a:pt x="4176047" y="1551994"/>
                  </a:lnTo>
                  <a:lnTo>
                    <a:pt x="4176173" y="1551994"/>
                  </a:lnTo>
                  <a:lnTo>
                    <a:pt x="4176300" y="1551994"/>
                  </a:lnTo>
                  <a:lnTo>
                    <a:pt x="4176426" y="1551994"/>
                  </a:lnTo>
                  <a:lnTo>
                    <a:pt x="4176552" y="1551994"/>
                  </a:lnTo>
                  <a:lnTo>
                    <a:pt x="4176678" y="1551994"/>
                  </a:lnTo>
                  <a:lnTo>
                    <a:pt x="4176805" y="1551994"/>
                  </a:lnTo>
                  <a:lnTo>
                    <a:pt x="4176931" y="1551994"/>
                  </a:lnTo>
                  <a:lnTo>
                    <a:pt x="4177057" y="1551994"/>
                  </a:lnTo>
                  <a:lnTo>
                    <a:pt x="4177183" y="1551994"/>
                  </a:lnTo>
                  <a:lnTo>
                    <a:pt x="4177310" y="1551994"/>
                  </a:lnTo>
                  <a:lnTo>
                    <a:pt x="4177436" y="1551994"/>
                  </a:lnTo>
                  <a:lnTo>
                    <a:pt x="4177562" y="1551994"/>
                  </a:lnTo>
                  <a:lnTo>
                    <a:pt x="4177688" y="1551994"/>
                  </a:lnTo>
                  <a:lnTo>
                    <a:pt x="4177815" y="1551994"/>
                  </a:lnTo>
                  <a:lnTo>
                    <a:pt x="4177941" y="1551994"/>
                  </a:lnTo>
                  <a:lnTo>
                    <a:pt x="4178067" y="1551994"/>
                  </a:lnTo>
                  <a:lnTo>
                    <a:pt x="4178193" y="1551994"/>
                  </a:lnTo>
                  <a:lnTo>
                    <a:pt x="4178320" y="1551994"/>
                  </a:lnTo>
                  <a:lnTo>
                    <a:pt x="4178446" y="1551994"/>
                  </a:lnTo>
                  <a:lnTo>
                    <a:pt x="4178572" y="1551994"/>
                  </a:lnTo>
                  <a:lnTo>
                    <a:pt x="4178698" y="1551994"/>
                  </a:lnTo>
                  <a:lnTo>
                    <a:pt x="4178825" y="1551994"/>
                  </a:lnTo>
                  <a:lnTo>
                    <a:pt x="4178951" y="1551994"/>
                  </a:lnTo>
                  <a:lnTo>
                    <a:pt x="4179077" y="1551994"/>
                  </a:lnTo>
                  <a:lnTo>
                    <a:pt x="4179203" y="1551994"/>
                  </a:lnTo>
                  <a:lnTo>
                    <a:pt x="4179330" y="1551994"/>
                  </a:lnTo>
                  <a:lnTo>
                    <a:pt x="4179456" y="1551994"/>
                  </a:lnTo>
                  <a:lnTo>
                    <a:pt x="4179582" y="1551994"/>
                  </a:lnTo>
                  <a:lnTo>
                    <a:pt x="4179708" y="1551994"/>
                  </a:lnTo>
                  <a:lnTo>
                    <a:pt x="4179835" y="1551994"/>
                  </a:lnTo>
                  <a:lnTo>
                    <a:pt x="4179961" y="1551994"/>
                  </a:lnTo>
                  <a:lnTo>
                    <a:pt x="4180087" y="1551994"/>
                  </a:lnTo>
                  <a:lnTo>
                    <a:pt x="4180213" y="1551994"/>
                  </a:lnTo>
                  <a:lnTo>
                    <a:pt x="4180340" y="1551994"/>
                  </a:lnTo>
                  <a:lnTo>
                    <a:pt x="4180466" y="1551994"/>
                  </a:lnTo>
                  <a:lnTo>
                    <a:pt x="4180592" y="1551994"/>
                  </a:lnTo>
                  <a:lnTo>
                    <a:pt x="4180719" y="1551994"/>
                  </a:lnTo>
                  <a:lnTo>
                    <a:pt x="4180845" y="1551994"/>
                  </a:lnTo>
                  <a:lnTo>
                    <a:pt x="4180971" y="1551994"/>
                  </a:lnTo>
                  <a:lnTo>
                    <a:pt x="4181097" y="1551994"/>
                  </a:lnTo>
                  <a:lnTo>
                    <a:pt x="4181224" y="1551994"/>
                  </a:lnTo>
                  <a:lnTo>
                    <a:pt x="4181350" y="1551994"/>
                  </a:lnTo>
                  <a:lnTo>
                    <a:pt x="4181476" y="1551994"/>
                  </a:lnTo>
                  <a:lnTo>
                    <a:pt x="4181602" y="1551994"/>
                  </a:lnTo>
                  <a:lnTo>
                    <a:pt x="4181729" y="1551994"/>
                  </a:lnTo>
                  <a:lnTo>
                    <a:pt x="4181855" y="1551994"/>
                  </a:lnTo>
                  <a:lnTo>
                    <a:pt x="4181981" y="1551994"/>
                  </a:lnTo>
                  <a:lnTo>
                    <a:pt x="4182107" y="1551994"/>
                  </a:lnTo>
                  <a:lnTo>
                    <a:pt x="4182234" y="1551994"/>
                  </a:lnTo>
                  <a:lnTo>
                    <a:pt x="4182360" y="1551994"/>
                  </a:lnTo>
                  <a:lnTo>
                    <a:pt x="4182486" y="1551994"/>
                  </a:lnTo>
                  <a:lnTo>
                    <a:pt x="4182612" y="1551994"/>
                  </a:lnTo>
                  <a:lnTo>
                    <a:pt x="4182739" y="1551994"/>
                  </a:lnTo>
                  <a:lnTo>
                    <a:pt x="4182865" y="1551994"/>
                  </a:lnTo>
                  <a:lnTo>
                    <a:pt x="4182991" y="1551994"/>
                  </a:lnTo>
                  <a:lnTo>
                    <a:pt x="4183117" y="1551994"/>
                  </a:lnTo>
                  <a:lnTo>
                    <a:pt x="4183244" y="1551994"/>
                  </a:lnTo>
                  <a:lnTo>
                    <a:pt x="4183370" y="1551994"/>
                  </a:lnTo>
                  <a:lnTo>
                    <a:pt x="4183496" y="1551994"/>
                  </a:lnTo>
                  <a:lnTo>
                    <a:pt x="4183622" y="1551994"/>
                  </a:lnTo>
                  <a:lnTo>
                    <a:pt x="4183749" y="1551994"/>
                  </a:lnTo>
                  <a:lnTo>
                    <a:pt x="4183875" y="1551994"/>
                  </a:lnTo>
                  <a:lnTo>
                    <a:pt x="4184001" y="1551994"/>
                  </a:lnTo>
                  <a:lnTo>
                    <a:pt x="4184127" y="1551994"/>
                  </a:lnTo>
                  <a:lnTo>
                    <a:pt x="4184254" y="1551994"/>
                  </a:lnTo>
                  <a:lnTo>
                    <a:pt x="4184380" y="1551994"/>
                  </a:lnTo>
                  <a:lnTo>
                    <a:pt x="4184506" y="1551994"/>
                  </a:lnTo>
                  <a:lnTo>
                    <a:pt x="4184632" y="1551994"/>
                  </a:lnTo>
                  <a:lnTo>
                    <a:pt x="4184759" y="1551994"/>
                  </a:lnTo>
                  <a:lnTo>
                    <a:pt x="4184885" y="1551994"/>
                  </a:lnTo>
                  <a:lnTo>
                    <a:pt x="4185011" y="1551994"/>
                  </a:lnTo>
                  <a:lnTo>
                    <a:pt x="4185137" y="1551994"/>
                  </a:lnTo>
                  <a:lnTo>
                    <a:pt x="4185264" y="1551994"/>
                  </a:lnTo>
                  <a:lnTo>
                    <a:pt x="4185390" y="1551994"/>
                  </a:lnTo>
                  <a:lnTo>
                    <a:pt x="4185516" y="1551994"/>
                  </a:lnTo>
                  <a:lnTo>
                    <a:pt x="4185643" y="1551994"/>
                  </a:lnTo>
                  <a:lnTo>
                    <a:pt x="4185769" y="1551994"/>
                  </a:lnTo>
                  <a:lnTo>
                    <a:pt x="4185895" y="1551994"/>
                  </a:lnTo>
                  <a:lnTo>
                    <a:pt x="4186021" y="1551994"/>
                  </a:lnTo>
                  <a:lnTo>
                    <a:pt x="4186148" y="1551994"/>
                  </a:lnTo>
                  <a:lnTo>
                    <a:pt x="4186274" y="1551994"/>
                  </a:lnTo>
                  <a:lnTo>
                    <a:pt x="4186400" y="1551994"/>
                  </a:lnTo>
                  <a:lnTo>
                    <a:pt x="4186526" y="1551994"/>
                  </a:lnTo>
                  <a:lnTo>
                    <a:pt x="4186526" y="1547083"/>
                  </a:lnTo>
                  <a:lnTo>
                    <a:pt x="4186653" y="1547083"/>
                  </a:lnTo>
                  <a:lnTo>
                    <a:pt x="4186779" y="1547083"/>
                  </a:lnTo>
                  <a:lnTo>
                    <a:pt x="4186905" y="1547083"/>
                  </a:lnTo>
                  <a:lnTo>
                    <a:pt x="4187031" y="1547083"/>
                  </a:lnTo>
                  <a:lnTo>
                    <a:pt x="4187158" y="1547083"/>
                  </a:lnTo>
                  <a:lnTo>
                    <a:pt x="4187284" y="1547083"/>
                  </a:lnTo>
                  <a:lnTo>
                    <a:pt x="4187410" y="1547083"/>
                  </a:lnTo>
                  <a:lnTo>
                    <a:pt x="4187536" y="1547083"/>
                  </a:lnTo>
                  <a:lnTo>
                    <a:pt x="4187663" y="1547083"/>
                  </a:lnTo>
                  <a:lnTo>
                    <a:pt x="4187789" y="1547083"/>
                  </a:lnTo>
                  <a:lnTo>
                    <a:pt x="4187915" y="1547083"/>
                  </a:lnTo>
                  <a:lnTo>
                    <a:pt x="4188041" y="1547083"/>
                  </a:lnTo>
                  <a:lnTo>
                    <a:pt x="4188168" y="1547083"/>
                  </a:lnTo>
                  <a:lnTo>
                    <a:pt x="4188294" y="1547083"/>
                  </a:lnTo>
                  <a:lnTo>
                    <a:pt x="4188420" y="1547083"/>
                  </a:lnTo>
                  <a:lnTo>
                    <a:pt x="4188546" y="1547083"/>
                  </a:lnTo>
                  <a:lnTo>
                    <a:pt x="4188673" y="1547083"/>
                  </a:lnTo>
                  <a:lnTo>
                    <a:pt x="4188799" y="1547083"/>
                  </a:lnTo>
                  <a:lnTo>
                    <a:pt x="4188925" y="1547083"/>
                  </a:lnTo>
                  <a:lnTo>
                    <a:pt x="4189051" y="1547083"/>
                  </a:lnTo>
                  <a:lnTo>
                    <a:pt x="4189178" y="1547083"/>
                  </a:lnTo>
                  <a:lnTo>
                    <a:pt x="4189304" y="1547083"/>
                  </a:lnTo>
                  <a:lnTo>
                    <a:pt x="4189430" y="1547083"/>
                  </a:lnTo>
                  <a:lnTo>
                    <a:pt x="4189556" y="1547083"/>
                  </a:lnTo>
                  <a:lnTo>
                    <a:pt x="4189683" y="1547083"/>
                  </a:lnTo>
                  <a:lnTo>
                    <a:pt x="4189809" y="1547083"/>
                  </a:lnTo>
                  <a:lnTo>
                    <a:pt x="4189935" y="1547083"/>
                  </a:lnTo>
                  <a:lnTo>
                    <a:pt x="4190061" y="1547083"/>
                  </a:lnTo>
                  <a:lnTo>
                    <a:pt x="4190188" y="1547083"/>
                  </a:lnTo>
                  <a:lnTo>
                    <a:pt x="4190314" y="1547083"/>
                  </a:lnTo>
                  <a:lnTo>
                    <a:pt x="4190440" y="1547083"/>
                  </a:lnTo>
                  <a:lnTo>
                    <a:pt x="4190566" y="1547083"/>
                  </a:lnTo>
                  <a:lnTo>
                    <a:pt x="4190693" y="1547083"/>
                  </a:lnTo>
                  <a:lnTo>
                    <a:pt x="4190819" y="1547083"/>
                  </a:lnTo>
                  <a:lnTo>
                    <a:pt x="4190945" y="1547083"/>
                  </a:lnTo>
                  <a:lnTo>
                    <a:pt x="4191072" y="1547083"/>
                  </a:lnTo>
                  <a:lnTo>
                    <a:pt x="4191198" y="1547083"/>
                  </a:lnTo>
                  <a:lnTo>
                    <a:pt x="4191324" y="1547083"/>
                  </a:lnTo>
                  <a:lnTo>
                    <a:pt x="4191450" y="1547083"/>
                  </a:lnTo>
                  <a:lnTo>
                    <a:pt x="4191577" y="1547083"/>
                  </a:lnTo>
                  <a:lnTo>
                    <a:pt x="4191703" y="1547083"/>
                  </a:lnTo>
                  <a:lnTo>
                    <a:pt x="4191829" y="1547083"/>
                  </a:lnTo>
                  <a:lnTo>
                    <a:pt x="4191955" y="1547083"/>
                  </a:lnTo>
                  <a:lnTo>
                    <a:pt x="4192082" y="1547083"/>
                  </a:lnTo>
                  <a:lnTo>
                    <a:pt x="4192208" y="1547083"/>
                  </a:lnTo>
                  <a:lnTo>
                    <a:pt x="4192334" y="1547083"/>
                  </a:lnTo>
                  <a:lnTo>
                    <a:pt x="4192460" y="1547083"/>
                  </a:lnTo>
                  <a:lnTo>
                    <a:pt x="4192587" y="1547083"/>
                  </a:lnTo>
                  <a:lnTo>
                    <a:pt x="4192713" y="1547083"/>
                  </a:lnTo>
                  <a:lnTo>
                    <a:pt x="4192839" y="1547083"/>
                  </a:lnTo>
                  <a:lnTo>
                    <a:pt x="4192965" y="1547083"/>
                  </a:lnTo>
                  <a:lnTo>
                    <a:pt x="4193092" y="1547083"/>
                  </a:lnTo>
                  <a:lnTo>
                    <a:pt x="4193218" y="1547083"/>
                  </a:lnTo>
                  <a:lnTo>
                    <a:pt x="4193344" y="1547083"/>
                  </a:lnTo>
                  <a:lnTo>
                    <a:pt x="4193470" y="1547083"/>
                  </a:lnTo>
                  <a:lnTo>
                    <a:pt x="4193597" y="1547083"/>
                  </a:lnTo>
                  <a:lnTo>
                    <a:pt x="4193723" y="1547083"/>
                  </a:lnTo>
                  <a:lnTo>
                    <a:pt x="4193849" y="1547083"/>
                  </a:lnTo>
                  <a:lnTo>
                    <a:pt x="4193975" y="1547083"/>
                  </a:lnTo>
                  <a:lnTo>
                    <a:pt x="4194102" y="1547083"/>
                  </a:lnTo>
                  <a:lnTo>
                    <a:pt x="4194228" y="1547083"/>
                  </a:lnTo>
                  <a:lnTo>
                    <a:pt x="4194354" y="1547083"/>
                  </a:lnTo>
                  <a:lnTo>
                    <a:pt x="4194480" y="1547083"/>
                  </a:lnTo>
                  <a:lnTo>
                    <a:pt x="4194607" y="1547083"/>
                  </a:lnTo>
                  <a:lnTo>
                    <a:pt x="4194733" y="1547083"/>
                  </a:lnTo>
                  <a:lnTo>
                    <a:pt x="4194859" y="1547083"/>
                  </a:lnTo>
                  <a:lnTo>
                    <a:pt x="4194985" y="1547083"/>
                  </a:lnTo>
                  <a:lnTo>
                    <a:pt x="4195112" y="1547083"/>
                  </a:lnTo>
                  <a:lnTo>
                    <a:pt x="4195238" y="1547083"/>
                  </a:lnTo>
                  <a:lnTo>
                    <a:pt x="4195364" y="1547083"/>
                  </a:lnTo>
                  <a:lnTo>
                    <a:pt x="4195490" y="1547083"/>
                  </a:lnTo>
                  <a:lnTo>
                    <a:pt x="4195617" y="1547083"/>
                  </a:lnTo>
                  <a:lnTo>
                    <a:pt x="4195743" y="1547083"/>
                  </a:lnTo>
                  <a:lnTo>
                    <a:pt x="4195869" y="1547083"/>
                  </a:lnTo>
                  <a:lnTo>
                    <a:pt x="4195996" y="1547083"/>
                  </a:lnTo>
                  <a:lnTo>
                    <a:pt x="4196122" y="1547083"/>
                  </a:lnTo>
                  <a:lnTo>
                    <a:pt x="4196248" y="1547083"/>
                  </a:lnTo>
                  <a:lnTo>
                    <a:pt x="4196374" y="1547083"/>
                  </a:lnTo>
                  <a:lnTo>
                    <a:pt x="4196501" y="1547083"/>
                  </a:lnTo>
                  <a:lnTo>
                    <a:pt x="4196627" y="1547083"/>
                  </a:lnTo>
                  <a:lnTo>
                    <a:pt x="4196753" y="1547083"/>
                  </a:lnTo>
                  <a:lnTo>
                    <a:pt x="4196879" y="1547083"/>
                  </a:lnTo>
                  <a:lnTo>
                    <a:pt x="4197006" y="1547083"/>
                  </a:lnTo>
                  <a:lnTo>
                    <a:pt x="4197132" y="1547083"/>
                  </a:lnTo>
                  <a:lnTo>
                    <a:pt x="4197258" y="1547083"/>
                  </a:lnTo>
                  <a:lnTo>
                    <a:pt x="4197384" y="1547083"/>
                  </a:lnTo>
                  <a:lnTo>
                    <a:pt x="4197511" y="1547083"/>
                  </a:lnTo>
                  <a:lnTo>
                    <a:pt x="4197637" y="1547083"/>
                  </a:lnTo>
                  <a:lnTo>
                    <a:pt x="4197763" y="1547083"/>
                  </a:lnTo>
                  <a:lnTo>
                    <a:pt x="4197889" y="1547083"/>
                  </a:lnTo>
                  <a:lnTo>
                    <a:pt x="4198016" y="1547083"/>
                  </a:lnTo>
                  <a:lnTo>
                    <a:pt x="4198142" y="1547083"/>
                  </a:lnTo>
                  <a:lnTo>
                    <a:pt x="4198268" y="1547083"/>
                  </a:lnTo>
                  <a:lnTo>
                    <a:pt x="4198394" y="1547083"/>
                  </a:lnTo>
                  <a:lnTo>
                    <a:pt x="4198521" y="1547083"/>
                  </a:lnTo>
                  <a:lnTo>
                    <a:pt x="4198647" y="1547083"/>
                  </a:lnTo>
                  <a:lnTo>
                    <a:pt x="4198773" y="1547083"/>
                  </a:lnTo>
                  <a:lnTo>
                    <a:pt x="4198899" y="1547083"/>
                  </a:lnTo>
                  <a:lnTo>
                    <a:pt x="4199026" y="1547083"/>
                  </a:lnTo>
                  <a:lnTo>
                    <a:pt x="4199152" y="1547083"/>
                  </a:lnTo>
                  <a:lnTo>
                    <a:pt x="4199278" y="1547083"/>
                  </a:lnTo>
                  <a:lnTo>
                    <a:pt x="4199404" y="1547083"/>
                  </a:lnTo>
                  <a:lnTo>
                    <a:pt x="4199531" y="1547083"/>
                  </a:lnTo>
                  <a:lnTo>
                    <a:pt x="4199657" y="1547083"/>
                  </a:lnTo>
                  <a:lnTo>
                    <a:pt x="4199783" y="1547083"/>
                  </a:lnTo>
                  <a:lnTo>
                    <a:pt x="4199909" y="1547083"/>
                  </a:lnTo>
                  <a:lnTo>
                    <a:pt x="4199909" y="1542171"/>
                  </a:lnTo>
                  <a:lnTo>
                    <a:pt x="4200036" y="1542171"/>
                  </a:lnTo>
                  <a:lnTo>
                    <a:pt x="4200162" y="1542171"/>
                  </a:lnTo>
                  <a:lnTo>
                    <a:pt x="4200288" y="1542171"/>
                  </a:lnTo>
                  <a:lnTo>
                    <a:pt x="4200414" y="1542171"/>
                  </a:lnTo>
                  <a:lnTo>
                    <a:pt x="4200541" y="1542171"/>
                  </a:lnTo>
                  <a:lnTo>
                    <a:pt x="4200667" y="1542171"/>
                  </a:lnTo>
                  <a:lnTo>
                    <a:pt x="4200793" y="1542171"/>
                  </a:lnTo>
                  <a:lnTo>
                    <a:pt x="4200919" y="1542171"/>
                  </a:lnTo>
                  <a:lnTo>
                    <a:pt x="4201046" y="1542171"/>
                  </a:lnTo>
                  <a:lnTo>
                    <a:pt x="4201172" y="1542171"/>
                  </a:lnTo>
                  <a:lnTo>
                    <a:pt x="4201298" y="1542171"/>
                  </a:lnTo>
                  <a:lnTo>
                    <a:pt x="4201425" y="1542171"/>
                  </a:lnTo>
                  <a:lnTo>
                    <a:pt x="4201551" y="1542171"/>
                  </a:lnTo>
                  <a:lnTo>
                    <a:pt x="4201677" y="1542171"/>
                  </a:lnTo>
                  <a:lnTo>
                    <a:pt x="4201803" y="1542171"/>
                  </a:lnTo>
                  <a:lnTo>
                    <a:pt x="4201930" y="1542171"/>
                  </a:lnTo>
                  <a:lnTo>
                    <a:pt x="4202056" y="1542171"/>
                  </a:lnTo>
                  <a:lnTo>
                    <a:pt x="4202182" y="1542171"/>
                  </a:lnTo>
                  <a:lnTo>
                    <a:pt x="4202308" y="1542171"/>
                  </a:lnTo>
                  <a:lnTo>
                    <a:pt x="4202435" y="1542171"/>
                  </a:lnTo>
                  <a:lnTo>
                    <a:pt x="4202561" y="1542171"/>
                  </a:lnTo>
                  <a:lnTo>
                    <a:pt x="4202687" y="1542171"/>
                  </a:lnTo>
                  <a:lnTo>
                    <a:pt x="4202813" y="1542171"/>
                  </a:lnTo>
                  <a:lnTo>
                    <a:pt x="4202940" y="1542171"/>
                  </a:lnTo>
                  <a:lnTo>
                    <a:pt x="4203066" y="1542171"/>
                  </a:lnTo>
                  <a:lnTo>
                    <a:pt x="4203192" y="1542171"/>
                  </a:lnTo>
                  <a:lnTo>
                    <a:pt x="4203318" y="1542171"/>
                  </a:lnTo>
                  <a:lnTo>
                    <a:pt x="4203445" y="1542171"/>
                  </a:lnTo>
                  <a:lnTo>
                    <a:pt x="4203571" y="1542171"/>
                  </a:lnTo>
                  <a:lnTo>
                    <a:pt x="4203697" y="1542171"/>
                  </a:lnTo>
                  <a:lnTo>
                    <a:pt x="4203697" y="1537260"/>
                  </a:lnTo>
                  <a:lnTo>
                    <a:pt x="4203823" y="1537260"/>
                  </a:lnTo>
                  <a:lnTo>
                    <a:pt x="4203950" y="1537260"/>
                  </a:lnTo>
                  <a:lnTo>
                    <a:pt x="4204076" y="1537260"/>
                  </a:lnTo>
                  <a:lnTo>
                    <a:pt x="4204202" y="1537260"/>
                  </a:lnTo>
                  <a:lnTo>
                    <a:pt x="4204328" y="1537260"/>
                  </a:lnTo>
                  <a:lnTo>
                    <a:pt x="4204455" y="1537260"/>
                  </a:lnTo>
                  <a:lnTo>
                    <a:pt x="4204581" y="1537260"/>
                  </a:lnTo>
                  <a:lnTo>
                    <a:pt x="4204707" y="1537260"/>
                  </a:lnTo>
                  <a:lnTo>
                    <a:pt x="4204833" y="1537260"/>
                  </a:lnTo>
                  <a:lnTo>
                    <a:pt x="4204960" y="1537260"/>
                  </a:lnTo>
                  <a:lnTo>
                    <a:pt x="4205086" y="1537260"/>
                  </a:lnTo>
                  <a:lnTo>
                    <a:pt x="4205212" y="1537260"/>
                  </a:lnTo>
                  <a:lnTo>
                    <a:pt x="4205338" y="1537260"/>
                  </a:lnTo>
                  <a:lnTo>
                    <a:pt x="4205465" y="1537260"/>
                  </a:lnTo>
                  <a:lnTo>
                    <a:pt x="4205591" y="1537260"/>
                  </a:lnTo>
                  <a:lnTo>
                    <a:pt x="4205717" y="1537260"/>
                  </a:lnTo>
                  <a:lnTo>
                    <a:pt x="4205843" y="1537260"/>
                  </a:lnTo>
                  <a:lnTo>
                    <a:pt x="4205970" y="1537260"/>
                  </a:lnTo>
                  <a:lnTo>
                    <a:pt x="4206096" y="1537260"/>
                  </a:lnTo>
                  <a:lnTo>
                    <a:pt x="4206222" y="1537260"/>
                  </a:lnTo>
                  <a:lnTo>
                    <a:pt x="4206349" y="1537260"/>
                  </a:lnTo>
                  <a:lnTo>
                    <a:pt x="4206475" y="1537260"/>
                  </a:lnTo>
                  <a:lnTo>
                    <a:pt x="4206601" y="1537260"/>
                  </a:lnTo>
                  <a:lnTo>
                    <a:pt x="4206727" y="1537260"/>
                  </a:lnTo>
                  <a:lnTo>
                    <a:pt x="4206854" y="1537260"/>
                  </a:lnTo>
                  <a:lnTo>
                    <a:pt x="4206980" y="1537260"/>
                  </a:lnTo>
                  <a:lnTo>
                    <a:pt x="4207106" y="1537260"/>
                  </a:lnTo>
                  <a:lnTo>
                    <a:pt x="4207232" y="1537260"/>
                  </a:lnTo>
                  <a:lnTo>
                    <a:pt x="4207359" y="1537260"/>
                  </a:lnTo>
                  <a:lnTo>
                    <a:pt x="4207485" y="1537260"/>
                  </a:lnTo>
                  <a:lnTo>
                    <a:pt x="4207611" y="1537260"/>
                  </a:lnTo>
                  <a:lnTo>
                    <a:pt x="4207737" y="1537260"/>
                  </a:lnTo>
                  <a:lnTo>
                    <a:pt x="4207864" y="1537260"/>
                  </a:lnTo>
                  <a:lnTo>
                    <a:pt x="4207990" y="1537260"/>
                  </a:lnTo>
                  <a:lnTo>
                    <a:pt x="4208116" y="1537260"/>
                  </a:lnTo>
                  <a:lnTo>
                    <a:pt x="4208242" y="1537260"/>
                  </a:lnTo>
                  <a:lnTo>
                    <a:pt x="4208369" y="1537260"/>
                  </a:lnTo>
                  <a:lnTo>
                    <a:pt x="4208495" y="1537260"/>
                  </a:lnTo>
                  <a:lnTo>
                    <a:pt x="4208621" y="1537260"/>
                  </a:lnTo>
                  <a:lnTo>
                    <a:pt x="4208747" y="1537260"/>
                  </a:lnTo>
                  <a:lnTo>
                    <a:pt x="4208874" y="1537260"/>
                  </a:lnTo>
                  <a:lnTo>
                    <a:pt x="4209000" y="1537260"/>
                  </a:lnTo>
                  <a:lnTo>
                    <a:pt x="4209126" y="1537260"/>
                  </a:lnTo>
                  <a:lnTo>
                    <a:pt x="4209252" y="1537260"/>
                  </a:lnTo>
                  <a:lnTo>
                    <a:pt x="4209379" y="1537260"/>
                  </a:lnTo>
                  <a:lnTo>
                    <a:pt x="4209505" y="1537260"/>
                  </a:lnTo>
                  <a:lnTo>
                    <a:pt x="4209631" y="1537260"/>
                  </a:lnTo>
                  <a:lnTo>
                    <a:pt x="4209757" y="1537260"/>
                  </a:lnTo>
                  <a:lnTo>
                    <a:pt x="4209884" y="1537260"/>
                  </a:lnTo>
                  <a:lnTo>
                    <a:pt x="4210010" y="1537260"/>
                  </a:lnTo>
                  <a:lnTo>
                    <a:pt x="4210136" y="1537260"/>
                  </a:lnTo>
                  <a:lnTo>
                    <a:pt x="4210262" y="1537260"/>
                  </a:lnTo>
                  <a:lnTo>
                    <a:pt x="4210389" y="1537260"/>
                  </a:lnTo>
                  <a:lnTo>
                    <a:pt x="4210515" y="1537260"/>
                  </a:lnTo>
                  <a:lnTo>
                    <a:pt x="4210641" y="1537260"/>
                  </a:lnTo>
                  <a:lnTo>
                    <a:pt x="4210767" y="1537260"/>
                  </a:lnTo>
                  <a:lnTo>
                    <a:pt x="4210894" y="1537260"/>
                  </a:lnTo>
                  <a:lnTo>
                    <a:pt x="4211020" y="1537260"/>
                  </a:lnTo>
                  <a:lnTo>
                    <a:pt x="4211020" y="1532348"/>
                  </a:lnTo>
                  <a:lnTo>
                    <a:pt x="4211146" y="1532348"/>
                  </a:lnTo>
                  <a:lnTo>
                    <a:pt x="4211272" y="1532348"/>
                  </a:lnTo>
                  <a:lnTo>
                    <a:pt x="4211399" y="1532348"/>
                  </a:lnTo>
                  <a:lnTo>
                    <a:pt x="4211399" y="1527437"/>
                  </a:lnTo>
                  <a:lnTo>
                    <a:pt x="4211525" y="1527437"/>
                  </a:lnTo>
                  <a:lnTo>
                    <a:pt x="4211651" y="1527437"/>
                  </a:lnTo>
                  <a:lnTo>
                    <a:pt x="4211778" y="1527437"/>
                  </a:lnTo>
                  <a:lnTo>
                    <a:pt x="4211904" y="1527437"/>
                  </a:lnTo>
                  <a:lnTo>
                    <a:pt x="4212030" y="1527437"/>
                  </a:lnTo>
                  <a:lnTo>
                    <a:pt x="4212156" y="1527437"/>
                  </a:lnTo>
                  <a:lnTo>
                    <a:pt x="4212283" y="1527437"/>
                  </a:lnTo>
                  <a:lnTo>
                    <a:pt x="4212409" y="1527437"/>
                  </a:lnTo>
                  <a:lnTo>
                    <a:pt x="4212535" y="1527437"/>
                  </a:lnTo>
                  <a:lnTo>
                    <a:pt x="4212661" y="1527437"/>
                  </a:lnTo>
                  <a:lnTo>
                    <a:pt x="4212788" y="1527437"/>
                  </a:lnTo>
                  <a:lnTo>
                    <a:pt x="4212914" y="1527437"/>
                  </a:lnTo>
                  <a:lnTo>
                    <a:pt x="4213040" y="1527437"/>
                  </a:lnTo>
                  <a:lnTo>
                    <a:pt x="4213166" y="1527437"/>
                  </a:lnTo>
                  <a:lnTo>
                    <a:pt x="4213293" y="1527437"/>
                  </a:lnTo>
                  <a:lnTo>
                    <a:pt x="4213419" y="1527437"/>
                  </a:lnTo>
                  <a:lnTo>
                    <a:pt x="4213545" y="1527437"/>
                  </a:lnTo>
                  <a:lnTo>
                    <a:pt x="4213671" y="1527437"/>
                  </a:lnTo>
                  <a:lnTo>
                    <a:pt x="4213798" y="1527437"/>
                  </a:lnTo>
                  <a:lnTo>
                    <a:pt x="4213924" y="1527437"/>
                  </a:lnTo>
                  <a:lnTo>
                    <a:pt x="4214050" y="1527437"/>
                  </a:lnTo>
                  <a:lnTo>
                    <a:pt x="4214176" y="1527437"/>
                  </a:lnTo>
                  <a:lnTo>
                    <a:pt x="4214303" y="1527437"/>
                  </a:lnTo>
                  <a:lnTo>
                    <a:pt x="4214429" y="1527437"/>
                  </a:lnTo>
                  <a:lnTo>
                    <a:pt x="4214555" y="1527437"/>
                  </a:lnTo>
                  <a:lnTo>
                    <a:pt x="4214681" y="1527437"/>
                  </a:lnTo>
                  <a:lnTo>
                    <a:pt x="4214808" y="1527437"/>
                  </a:lnTo>
                  <a:lnTo>
                    <a:pt x="4214934" y="1527437"/>
                  </a:lnTo>
                  <a:lnTo>
                    <a:pt x="4215060" y="1527437"/>
                  </a:lnTo>
                  <a:lnTo>
                    <a:pt x="4215186" y="1527437"/>
                  </a:lnTo>
                  <a:lnTo>
                    <a:pt x="4215313" y="1527437"/>
                  </a:lnTo>
                  <a:lnTo>
                    <a:pt x="4215439" y="1527437"/>
                  </a:lnTo>
                  <a:lnTo>
                    <a:pt x="4215565" y="1527437"/>
                  </a:lnTo>
                  <a:lnTo>
                    <a:pt x="4215691" y="1527437"/>
                  </a:lnTo>
                  <a:lnTo>
                    <a:pt x="4215818" y="1527437"/>
                  </a:lnTo>
                  <a:lnTo>
                    <a:pt x="4215944" y="1527437"/>
                  </a:lnTo>
                  <a:lnTo>
                    <a:pt x="4216070" y="1527437"/>
                  </a:lnTo>
                  <a:lnTo>
                    <a:pt x="4216196" y="1527437"/>
                  </a:lnTo>
                  <a:lnTo>
                    <a:pt x="4216323" y="1527437"/>
                  </a:lnTo>
                  <a:lnTo>
                    <a:pt x="4216449" y="1527437"/>
                  </a:lnTo>
                  <a:lnTo>
                    <a:pt x="4216575" y="1527437"/>
                  </a:lnTo>
                  <a:lnTo>
                    <a:pt x="4216702" y="1527437"/>
                  </a:lnTo>
                  <a:lnTo>
                    <a:pt x="4216828" y="1527437"/>
                  </a:lnTo>
                  <a:lnTo>
                    <a:pt x="4216954" y="1527437"/>
                  </a:lnTo>
                  <a:lnTo>
                    <a:pt x="4217080" y="1527437"/>
                  </a:lnTo>
                  <a:lnTo>
                    <a:pt x="4217207" y="1527437"/>
                  </a:lnTo>
                  <a:lnTo>
                    <a:pt x="4217333" y="1527437"/>
                  </a:lnTo>
                  <a:lnTo>
                    <a:pt x="4217459" y="1527437"/>
                  </a:lnTo>
                  <a:lnTo>
                    <a:pt x="4217585" y="1527437"/>
                  </a:lnTo>
                  <a:lnTo>
                    <a:pt x="4217712" y="1527437"/>
                  </a:lnTo>
                  <a:lnTo>
                    <a:pt x="4217838" y="1527437"/>
                  </a:lnTo>
                  <a:lnTo>
                    <a:pt x="4217964" y="1527437"/>
                  </a:lnTo>
                  <a:lnTo>
                    <a:pt x="4218090" y="1527437"/>
                  </a:lnTo>
                  <a:lnTo>
                    <a:pt x="4218217" y="1527437"/>
                  </a:lnTo>
                  <a:lnTo>
                    <a:pt x="4218343" y="1527437"/>
                  </a:lnTo>
                  <a:lnTo>
                    <a:pt x="4218469" y="1527437"/>
                  </a:lnTo>
                  <a:lnTo>
                    <a:pt x="4218595" y="1527437"/>
                  </a:lnTo>
                  <a:lnTo>
                    <a:pt x="4218722" y="1527437"/>
                  </a:lnTo>
                  <a:lnTo>
                    <a:pt x="4218848" y="1527437"/>
                  </a:lnTo>
                  <a:lnTo>
                    <a:pt x="4218974" y="1527437"/>
                  </a:lnTo>
                  <a:lnTo>
                    <a:pt x="4219100" y="1527437"/>
                  </a:lnTo>
                  <a:lnTo>
                    <a:pt x="4219227" y="1527437"/>
                  </a:lnTo>
                  <a:lnTo>
                    <a:pt x="4219353" y="1527437"/>
                  </a:lnTo>
                  <a:lnTo>
                    <a:pt x="4219479" y="1527437"/>
                  </a:lnTo>
                  <a:lnTo>
                    <a:pt x="4219605" y="1527437"/>
                  </a:lnTo>
                  <a:lnTo>
                    <a:pt x="4219732" y="1527437"/>
                  </a:lnTo>
                  <a:lnTo>
                    <a:pt x="4219858" y="1527437"/>
                  </a:lnTo>
                  <a:lnTo>
                    <a:pt x="4219984" y="1527437"/>
                  </a:lnTo>
                  <a:lnTo>
                    <a:pt x="4220110" y="1527437"/>
                  </a:lnTo>
                  <a:lnTo>
                    <a:pt x="4220110" y="1522526"/>
                  </a:lnTo>
                  <a:lnTo>
                    <a:pt x="4220237" y="1522526"/>
                  </a:lnTo>
                  <a:lnTo>
                    <a:pt x="4220363" y="1522526"/>
                  </a:lnTo>
                  <a:lnTo>
                    <a:pt x="4220489" y="1522526"/>
                  </a:lnTo>
                  <a:lnTo>
                    <a:pt x="4220615" y="1522526"/>
                  </a:lnTo>
                  <a:lnTo>
                    <a:pt x="4220742" y="1522526"/>
                  </a:lnTo>
                  <a:lnTo>
                    <a:pt x="4220868" y="1522526"/>
                  </a:lnTo>
                  <a:lnTo>
                    <a:pt x="4220994" y="1522526"/>
                  </a:lnTo>
                  <a:lnTo>
                    <a:pt x="4221120" y="1522526"/>
                  </a:lnTo>
                  <a:lnTo>
                    <a:pt x="4221247" y="1522526"/>
                  </a:lnTo>
                  <a:lnTo>
                    <a:pt x="4221373" y="1522526"/>
                  </a:lnTo>
                  <a:lnTo>
                    <a:pt x="4221499" y="1522526"/>
                  </a:lnTo>
                  <a:lnTo>
                    <a:pt x="4221626" y="1522526"/>
                  </a:lnTo>
                  <a:lnTo>
                    <a:pt x="4221752" y="1522526"/>
                  </a:lnTo>
                  <a:lnTo>
                    <a:pt x="4221878" y="1522526"/>
                  </a:lnTo>
                  <a:lnTo>
                    <a:pt x="4222004" y="1522526"/>
                  </a:lnTo>
                  <a:lnTo>
                    <a:pt x="4222131" y="1522526"/>
                  </a:lnTo>
                  <a:lnTo>
                    <a:pt x="4222257" y="1522526"/>
                  </a:lnTo>
                  <a:lnTo>
                    <a:pt x="4222383" y="1522526"/>
                  </a:lnTo>
                  <a:lnTo>
                    <a:pt x="4222509" y="1522526"/>
                  </a:lnTo>
                  <a:lnTo>
                    <a:pt x="4222636" y="1522526"/>
                  </a:lnTo>
                  <a:lnTo>
                    <a:pt x="4222762" y="1522526"/>
                  </a:lnTo>
                  <a:lnTo>
                    <a:pt x="4222888" y="1522526"/>
                  </a:lnTo>
                  <a:lnTo>
                    <a:pt x="4223014" y="1522526"/>
                  </a:lnTo>
                  <a:lnTo>
                    <a:pt x="4223141" y="1522526"/>
                  </a:lnTo>
                  <a:lnTo>
                    <a:pt x="4223267" y="1522526"/>
                  </a:lnTo>
                  <a:lnTo>
                    <a:pt x="4223393" y="1522526"/>
                  </a:lnTo>
                  <a:lnTo>
                    <a:pt x="4223519" y="1522526"/>
                  </a:lnTo>
                  <a:lnTo>
                    <a:pt x="4223646" y="1522526"/>
                  </a:lnTo>
                  <a:lnTo>
                    <a:pt x="4223772" y="1522526"/>
                  </a:lnTo>
                  <a:lnTo>
                    <a:pt x="4223898" y="1522526"/>
                  </a:lnTo>
                  <a:lnTo>
                    <a:pt x="4224024" y="1522526"/>
                  </a:lnTo>
                  <a:lnTo>
                    <a:pt x="4224151" y="1522526"/>
                  </a:lnTo>
                  <a:lnTo>
                    <a:pt x="4224277" y="1522526"/>
                  </a:lnTo>
                  <a:lnTo>
                    <a:pt x="4224403" y="1522526"/>
                  </a:lnTo>
                  <a:lnTo>
                    <a:pt x="4224529" y="1522526"/>
                  </a:lnTo>
                  <a:lnTo>
                    <a:pt x="4224656" y="1522526"/>
                  </a:lnTo>
                  <a:lnTo>
                    <a:pt x="4224782" y="1522526"/>
                  </a:lnTo>
                  <a:lnTo>
                    <a:pt x="4224908" y="1522526"/>
                  </a:lnTo>
                  <a:lnTo>
                    <a:pt x="4225034" y="1522526"/>
                  </a:lnTo>
                  <a:lnTo>
                    <a:pt x="4225161" y="1522526"/>
                  </a:lnTo>
                  <a:lnTo>
                    <a:pt x="4225161" y="1517614"/>
                  </a:lnTo>
                  <a:lnTo>
                    <a:pt x="4225287" y="1517614"/>
                  </a:lnTo>
                  <a:lnTo>
                    <a:pt x="4225413" y="1517614"/>
                  </a:lnTo>
                  <a:lnTo>
                    <a:pt x="4225539" y="1517614"/>
                  </a:lnTo>
                  <a:lnTo>
                    <a:pt x="4225666" y="1517614"/>
                  </a:lnTo>
                  <a:lnTo>
                    <a:pt x="4225792" y="1517614"/>
                  </a:lnTo>
                  <a:lnTo>
                    <a:pt x="4225918" y="1517614"/>
                  </a:lnTo>
                  <a:lnTo>
                    <a:pt x="4226044" y="1517614"/>
                  </a:lnTo>
                  <a:lnTo>
                    <a:pt x="4226171" y="1517614"/>
                  </a:lnTo>
                  <a:lnTo>
                    <a:pt x="4226297" y="1517614"/>
                  </a:lnTo>
                  <a:lnTo>
                    <a:pt x="4226423" y="1517614"/>
                  </a:lnTo>
                  <a:lnTo>
                    <a:pt x="4226549" y="1517614"/>
                  </a:lnTo>
                  <a:lnTo>
                    <a:pt x="4226676" y="1517614"/>
                  </a:lnTo>
                  <a:lnTo>
                    <a:pt x="4226802" y="1517614"/>
                  </a:lnTo>
                  <a:lnTo>
                    <a:pt x="4226928" y="1517614"/>
                  </a:lnTo>
                  <a:lnTo>
                    <a:pt x="4227055" y="1517614"/>
                  </a:lnTo>
                  <a:lnTo>
                    <a:pt x="4227181" y="1517614"/>
                  </a:lnTo>
                  <a:lnTo>
                    <a:pt x="4227307" y="1517614"/>
                  </a:lnTo>
                  <a:lnTo>
                    <a:pt x="4227433" y="1517614"/>
                  </a:lnTo>
                  <a:lnTo>
                    <a:pt x="4227560" y="1517614"/>
                  </a:lnTo>
                  <a:lnTo>
                    <a:pt x="4227686" y="1517614"/>
                  </a:lnTo>
                  <a:lnTo>
                    <a:pt x="4227812" y="1517614"/>
                  </a:lnTo>
                  <a:lnTo>
                    <a:pt x="4227938" y="1517614"/>
                  </a:lnTo>
                  <a:lnTo>
                    <a:pt x="4228065" y="1517614"/>
                  </a:lnTo>
                  <a:lnTo>
                    <a:pt x="4228191" y="1517614"/>
                  </a:lnTo>
                  <a:lnTo>
                    <a:pt x="4228317" y="1517614"/>
                  </a:lnTo>
                  <a:lnTo>
                    <a:pt x="4228443" y="1517614"/>
                  </a:lnTo>
                  <a:lnTo>
                    <a:pt x="4228570" y="1517614"/>
                  </a:lnTo>
                  <a:lnTo>
                    <a:pt x="4228696" y="1517614"/>
                  </a:lnTo>
                  <a:lnTo>
                    <a:pt x="4228822" y="1517614"/>
                  </a:lnTo>
                  <a:lnTo>
                    <a:pt x="4228948" y="1517614"/>
                  </a:lnTo>
                  <a:lnTo>
                    <a:pt x="4229075" y="1517614"/>
                  </a:lnTo>
                  <a:lnTo>
                    <a:pt x="4229201" y="1517614"/>
                  </a:lnTo>
                  <a:lnTo>
                    <a:pt x="4229327" y="1517614"/>
                  </a:lnTo>
                  <a:lnTo>
                    <a:pt x="4229453" y="1517614"/>
                  </a:lnTo>
                  <a:lnTo>
                    <a:pt x="4229580" y="1517614"/>
                  </a:lnTo>
                  <a:lnTo>
                    <a:pt x="4229706" y="1517614"/>
                  </a:lnTo>
                  <a:lnTo>
                    <a:pt x="4229832" y="1517614"/>
                  </a:lnTo>
                  <a:lnTo>
                    <a:pt x="4229958" y="1517614"/>
                  </a:lnTo>
                  <a:lnTo>
                    <a:pt x="4230085" y="1517614"/>
                  </a:lnTo>
                  <a:lnTo>
                    <a:pt x="4230211" y="1517614"/>
                  </a:lnTo>
                  <a:lnTo>
                    <a:pt x="4230337" y="1517614"/>
                  </a:lnTo>
                  <a:lnTo>
                    <a:pt x="4230463" y="1517614"/>
                  </a:lnTo>
                  <a:lnTo>
                    <a:pt x="4230590" y="1517614"/>
                  </a:lnTo>
                  <a:lnTo>
                    <a:pt x="4230716" y="1517614"/>
                  </a:lnTo>
                  <a:lnTo>
                    <a:pt x="4230842" y="1517614"/>
                  </a:lnTo>
                  <a:lnTo>
                    <a:pt x="4230968" y="1517614"/>
                  </a:lnTo>
                  <a:lnTo>
                    <a:pt x="4231095" y="1517614"/>
                  </a:lnTo>
                  <a:lnTo>
                    <a:pt x="4231221" y="1517614"/>
                  </a:lnTo>
                  <a:lnTo>
                    <a:pt x="4231347" y="1517614"/>
                  </a:lnTo>
                  <a:lnTo>
                    <a:pt x="4231473" y="1517614"/>
                  </a:lnTo>
                  <a:lnTo>
                    <a:pt x="4231600" y="1517614"/>
                  </a:lnTo>
                  <a:lnTo>
                    <a:pt x="4231726" y="1517614"/>
                  </a:lnTo>
                  <a:lnTo>
                    <a:pt x="4231852" y="1517614"/>
                  </a:lnTo>
                  <a:lnTo>
                    <a:pt x="4231979" y="1517614"/>
                  </a:lnTo>
                  <a:lnTo>
                    <a:pt x="4232105" y="1517614"/>
                  </a:lnTo>
                  <a:lnTo>
                    <a:pt x="4232105" y="1512703"/>
                  </a:lnTo>
                  <a:lnTo>
                    <a:pt x="4232231" y="1512703"/>
                  </a:lnTo>
                  <a:lnTo>
                    <a:pt x="4232357" y="1512703"/>
                  </a:lnTo>
                  <a:lnTo>
                    <a:pt x="4232484" y="1512703"/>
                  </a:lnTo>
                  <a:lnTo>
                    <a:pt x="4232610" y="1512703"/>
                  </a:lnTo>
                  <a:lnTo>
                    <a:pt x="4232736" y="1512703"/>
                  </a:lnTo>
                  <a:lnTo>
                    <a:pt x="4232862" y="1512703"/>
                  </a:lnTo>
                  <a:lnTo>
                    <a:pt x="4232989" y="1512703"/>
                  </a:lnTo>
                  <a:lnTo>
                    <a:pt x="4233115" y="1512703"/>
                  </a:lnTo>
                  <a:lnTo>
                    <a:pt x="4233241" y="1512703"/>
                  </a:lnTo>
                  <a:lnTo>
                    <a:pt x="4233367" y="1512703"/>
                  </a:lnTo>
                  <a:lnTo>
                    <a:pt x="4233494" y="1512703"/>
                  </a:lnTo>
                  <a:lnTo>
                    <a:pt x="4233620" y="1512703"/>
                  </a:lnTo>
                  <a:lnTo>
                    <a:pt x="4233746" y="1512703"/>
                  </a:lnTo>
                  <a:lnTo>
                    <a:pt x="4233872" y="1512703"/>
                  </a:lnTo>
                  <a:lnTo>
                    <a:pt x="4233999" y="1512703"/>
                  </a:lnTo>
                  <a:lnTo>
                    <a:pt x="4234125" y="1512703"/>
                  </a:lnTo>
                  <a:lnTo>
                    <a:pt x="4234251" y="1512703"/>
                  </a:lnTo>
                  <a:lnTo>
                    <a:pt x="4234377" y="1512703"/>
                  </a:lnTo>
                  <a:lnTo>
                    <a:pt x="4234504" y="1512703"/>
                  </a:lnTo>
                  <a:lnTo>
                    <a:pt x="4234630" y="1512703"/>
                  </a:lnTo>
                  <a:lnTo>
                    <a:pt x="4234756" y="1512703"/>
                  </a:lnTo>
                  <a:lnTo>
                    <a:pt x="4234882" y="1512703"/>
                  </a:lnTo>
                  <a:lnTo>
                    <a:pt x="4235009" y="1512703"/>
                  </a:lnTo>
                  <a:lnTo>
                    <a:pt x="4235135" y="1512703"/>
                  </a:lnTo>
                  <a:lnTo>
                    <a:pt x="4235261" y="1512703"/>
                  </a:lnTo>
                  <a:lnTo>
                    <a:pt x="4235387" y="1512703"/>
                  </a:lnTo>
                  <a:lnTo>
                    <a:pt x="4235514" y="1512703"/>
                  </a:lnTo>
                  <a:lnTo>
                    <a:pt x="4235640" y="1512703"/>
                  </a:lnTo>
                  <a:lnTo>
                    <a:pt x="4235766" y="1512703"/>
                  </a:lnTo>
                  <a:lnTo>
                    <a:pt x="4235892" y="1512703"/>
                  </a:lnTo>
                  <a:lnTo>
                    <a:pt x="4236019" y="1512703"/>
                  </a:lnTo>
                  <a:lnTo>
                    <a:pt x="4236145" y="1512703"/>
                  </a:lnTo>
                  <a:lnTo>
                    <a:pt x="4236271" y="1512703"/>
                  </a:lnTo>
                  <a:lnTo>
                    <a:pt x="4236397" y="1512703"/>
                  </a:lnTo>
                  <a:lnTo>
                    <a:pt x="4236524" y="1512703"/>
                  </a:lnTo>
                  <a:lnTo>
                    <a:pt x="4236650" y="1512703"/>
                  </a:lnTo>
                  <a:lnTo>
                    <a:pt x="4236776" y="1512703"/>
                  </a:lnTo>
                  <a:lnTo>
                    <a:pt x="4236902" y="1512703"/>
                  </a:lnTo>
                  <a:lnTo>
                    <a:pt x="4237029" y="1512703"/>
                  </a:lnTo>
                  <a:lnTo>
                    <a:pt x="4237155" y="1512703"/>
                  </a:lnTo>
                  <a:lnTo>
                    <a:pt x="4237281" y="1512703"/>
                  </a:lnTo>
                  <a:lnTo>
                    <a:pt x="4237408" y="1512703"/>
                  </a:lnTo>
                  <a:lnTo>
                    <a:pt x="4237534" y="1512703"/>
                  </a:lnTo>
                  <a:lnTo>
                    <a:pt x="4237660" y="1512703"/>
                  </a:lnTo>
                  <a:lnTo>
                    <a:pt x="4237786" y="1512703"/>
                  </a:lnTo>
                  <a:lnTo>
                    <a:pt x="4237913" y="1512703"/>
                  </a:lnTo>
                  <a:lnTo>
                    <a:pt x="4238039" y="1512703"/>
                  </a:lnTo>
                  <a:lnTo>
                    <a:pt x="4238165" y="1512703"/>
                  </a:lnTo>
                  <a:lnTo>
                    <a:pt x="4238291" y="1512703"/>
                  </a:lnTo>
                  <a:lnTo>
                    <a:pt x="4238418" y="1512703"/>
                  </a:lnTo>
                  <a:lnTo>
                    <a:pt x="4238544" y="1512703"/>
                  </a:lnTo>
                  <a:lnTo>
                    <a:pt x="4238670" y="1512703"/>
                  </a:lnTo>
                  <a:lnTo>
                    <a:pt x="4238796" y="1512703"/>
                  </a:lnTo>
                  <a:lnTo>
                    <a:pt x="4238923" y="1512703"/>
                  </a:lnTo>
                  <a:lnTo>
                    <a:pt x="4239049" y="1512703"/>
                  </a:lnTo>
                  <a:lnTo>
                    <a:pt x="4239175" y="1512703"/>
                  </a:lnTo>
                  <a:lnTo>
                    <a:pt x="4239301" y="1512703"/>
                  </a:lnTo>
                  <a:lnTo>
                    <a:pt x="4239428" y="1512703"/>
                  </a:lnTo>
                  <a:lnTo>
                    <a:pt x="4239554" y="1512703"/>
                  </a:lnTo>
                  <a:lnTo>
                    <a:pt x="4239680" y="1512703"/>
                  </a:lnTo>
                  <a:lnTo>
                    <a:pt x="4239806" y="1512703"/>
                  </a:lnTo>
                  <a:lnTo>
                    <a:pt x="4239933" y="1512703"/>
                  </a:lnTo>
                  <a:lnTo>
                    <a:pt x="4240059" y="1512703"/>
                  </a:lnTo>
                  <a:lnTo>
                    <a:pt x="4240185" y="1512703"/>
                  </a:lnTo>
                  <a:lnTo>
                    <a:pt x="4240311" y="1512703"/>
                  </a:lnTo>
                  <a:lnTo>
                    <a:pt x="4240438" y="1512703"/>
                  </a:lnTo>
                  <a:lnTo>
                    <a:pt x="4240564" y="1512703"/>
                  </a:lnTo>
                  <a:lnTo>
                    <a:pt x="4240690" y="1512703"/>
                  </a:lnTo>
                  <a:lnTo>
                    <a:pt x="4240816" y="1512703"/>
                  </a:lnTo>
                  <a:lnTo>
                    <a:pt x="4240943" y="1512703"/>
                  </a:lnTo>
                  <a:lnTo>
                    <a:pt x="4241069" y="1512703"/>
                  </a:lnTo>
                  <a:lnTo>
                    <a:pt x="4241195" y="1512703"/>
                  </a:lnTo>
                  <a:lnTo>
                    <a:pt x="4241321" y="1512703"/>
                  </a:lnTo>
                  <a:lnTo>
                    <a:pt x="4241448" y="1512703"/>
                  </a:lnTo>
                  <a:lnTo>
                    <a:pt x="4241574" y="1512703"/>
                  </a:lnTo>
                  <a:lnTo>
                    <a:pt x="4241700" y="1512703"/>
                  </a:lnTo>
                  <a:lnTo>
                    <a:pt x="4241826" y="1512703"/>
                  </a:lnTo>
                  <a:lnTo>
                    <a:pt x="4241953" y="1512703"/>
                  </a:lnTo>
                  <a:lnTo>
                    <a:pt x="4242079" y="1512703"/>
                  </a:lnTo>
                  <a:lnTo>
                    <a:pt x="4242205" y="1512703"/>
                  </a:lnTo>
                  <a:lnTo>
                    <a:pt x="4242332" y="1512703"/>
                  </a:lnTo>
                  <a:lnTo>
                    <a:pt x="4242458" y="1512703"/>
                  </a:lnTo>
                  <a:lnTo>
                    <a:pt x="4242584" y="1512703"/>
                  </a:lnTo>
                  <a:lnTo>
                    <a:pt x="4242710" y="1512703"/>
                  </a:lnTo>
                  <a:lnTo>
                    <a:pt x="4242837" y="1512703"/>
                  </a:lnTo>
                  <a:lnTo>
                    <a:pt x="4242963" y="1512703"/>
                  </a:lnTo>
                  <a:lnTo>
                    <a:pt x="4243089" y="1512703"/>
                  </a:lnTo>
                  <a:lnTo>
                    <a:pt x="4243215" y="1512703"/>
                  </a:lnTo>
                  <a:lnTo>
                    <a:pt x="4243342" y="1512703"/>
                  </a:lnTo>
                  <a:lnTo>
                    <a:pt x="4243468" y="1512703"/>
                  </a:lnTo>
                  <a:lnTo>
                    <a:pt x="4243594" y="1512703"/>
                  </a:lnTo>
                  <a:lnTo>
                    <a:pt x="4243720" y="1512703"/>
                  </a:lnTo>
                  <a:lnTo>
                    <a:pt x="4243847" y="1512703"/>
                  </a:lnTo>
                  <a:lnTo>
                    <a:pt x="4243973" y="1512703"/>
                  </a:lnTo>
                  <a:lnTo>
                    <a:pt x="4244099" y="1512703"/>
                  </a:lnTo>
                  <a:lnTo>
                    <a:pt x="4244225" y="1512703"/>
                  </a:lnTo>
                  <a:lnTo>
                    <a:pt x="4244352" y="1512703"/>
                  </a:lnTo>
                  <a:lnTo>
                    <a:pt x="4244478" y="1512703"/>
                  </a:lnTo>
                  <a:lnTo>
                    <a:pt x="4244604" y="1512703"/>
                  </a:lnTo>
                  <a:lnTo>
                    <a:pt x="4244730" y="1512703"/>
                  </a:lnTo>
                  <a:lnTo>
                    <a:pt x="4244730" y="1507792"/>
                  </a:lnTo>
                  <a:lnTo>
                    <a:pt x="4244857" y="1507792"/>
                  </a:lnTo>
                  <a:lnTo>
                    <a:pt x="4244983" y="1507792"/>
                  </a:lnTo>
                  <a:lnTo>
                    <a:pt x="4245109" y="1507792"/>
                  </a:lnTo>
                  <a:lnTo>
                    <a:pt x="4245235" y="1507792"/>
                  </a:lnTo>
                  <a:lnTo>
                    <a:pt x="4245362" y="1507792"/>
                  </a:lnTo>
                  <a:lnTo>
                    <a:pt x="4245488" y="1507792"/>
                  </a:lnTo>
                  <a:lnTo>
                    <a:pt x="4245614" y="1507792"/>
                  </a:lnTo>
                  <a:lnTo>
                    <a:pt x="4245740" y="1507792"/>
                  </a:lnTo>
                  <a:lnTo>
                    <a:pt x="4245867" y="1507792"/>
                  </a:lnTo>
                  <a:lnTo>
                    <a:pt x="4245993" y="1507792"/>
                  </a:lnTo>
                  <a:lnTo>
                    <a:pt x="4246119" y="1507792"/>
                  </a:lnTo>
                  <a:lnTo>
                    <a:pt x="4246245" y="1507792"/>
                  </a:lnTo>
                  <a:lnTo>
                    <a:pt x="4246372" y="1507792"/>
                  </a:lnTo>
                  <a:lnTo>
                    <a:pt x="4246498" y="1507792"/>
                  </a:lnTo>
                  <a:lnTo>
                    <a:pt x="4246624" y="1507792"/>
                  </a:lnTo>
                  <a:lnTo>
                    <a:pt x="4246750" y="1507792"/>
                  </a:lnTo>
                  <a:lnTo>
                    <a:pt x="4246877" y="1507792"/>
                  </a:lnTo>
                  <a:lnTo>
                    <a:pt x="4247003" y="1507792"/>
                  </a:lnTo>
                  <a:lnTo>
                    <a:pt x="4247129" y="1507792"/>
                  </a:lnTo>
                  <a:lnTo>
                    <a:pt x="4247255" y="1507792"/>
                  </a:lnTo>
                  <a:lnTo>
                    <a:pt x="4247382" y="1507792"/>
                  </a:lnTo>
                  <a:lnTo>
                    <a:pt x="4247508" y="1507792"/>
                  </a:lnTo>
                  <a:lnTo>
                    <a:pt x="4247634" y="1507792"/>
                  </a:lnTo>
                  <a:lnTo>
                    <a:pt x="4247761" y="1507792"/>
                  </a:lnTo>
                  <a:lnTo>
                    <a:pt x="4247887" y="1507792"/>
                  </a:lnTo>
                  <a:lnTo>
                    <a:pt x="4248013" y="1507792"/>
                  </a:lnTo>
                  <a:lnTo>
                    <a:pt x="4248139" y="1507792"/>
                  </a:lnTo>
                  <a:lnTo>
                    <a:pt x="4248266" y="1507792"/>
                  </a:lnTo>
                  <a:lnTo>
                    <a:pt x="4248392" y="1507792"/>
                  </a:lnTo>
                  <a:lnTo>
                    <a:pt x="4248518" y="1507792"/>
                  </a:lnTo>
                  <a:lnTo>
                    <a:pt x="4248644" y="1507792"/>
                  </a:lnTo>
                  <a:lnTo>
                    <a:pt x="4248771" y="1507792"/>
                  </a:lnTo>
                  <a:lnTo>
                    <a:pt x="4248897" y="1507792"/>
                  </a:lnTo>
                  <a:lnTo>
                    <a:pt x="4249023" y="1507792"/>
                  </a:lnTo>
                  <a:lnTo>
                    <a:pt x="4249149" y="1507792"/>
                  </a:lnTo>
                  <a:lnTo>
                    <a:pt x="4249276" y="1507792"/>
                  </a:lnTo>
                  <a:lnTo>
                    <a:pt x="4249402" y="1507792"/>
                  </a:lnTo>
                  <a:lnTo>
                    <a:pt x="4249528" y="1507792"/>
                  </a:lnTo>
                  <a:lnTo>
                    <a:pt x="4249654" y="1507792"/>
                  </a:lnTo>
                  <a:lnTo>
                    <a:pt x="4249781" y="1507792"/>
                  </a:lnTo>
                  <a:lnTo>
                    <a:pt x="4249907" y="1507792"/>
                  </a:lnTo>
                  <a:lnTo>
                    <a:pt x="4250033" y="1507792"/>
                  </a:lnTo>
                  <a:lnTo>
                    <a:pt x="4250159" y="1507792"/>
                  </a:lnTo>
                  <a:lnTo>
                    <a:pt x="4250286" y="1507792"/>
                  </a:lnTo>
                  <a:lnTo>
                    <a:pt x="4250412" y="1507792"/>
                  </a:lnTo>
                  <a:lnTo>
                    <a:pt x="4250412" y="1502880"/>
                  </a:lnTo>
                  <a:lnTo>
                    <a:pt x="4250538" y="1502880"/>
                  </a:lnTo>
                  <a:lnTo>
                    <a:pt x="4250664" y="1502880"/>
                  </a:lnTo>
                  <a:lnTo>
                    <a:pt x="4250791" y="1502880"/>
                  </a:lnTo>
                  <a:lnTo>
                    <a:pt x="4250917" y="1502880"/>
                  </a:lnTo>
                  <a:lnTo>
                    <a:pt x="4251043" y="1502880"/>
                  </a:lnTo>
                  <a:lnTo>
                    <a:pt x="4251169" y="1502880"/>
                  </a:lnTo>
                  <a:lnTo>
                    <a:pt x="4251296" y="1502880"/>
                  </a:lnTo>
                  <a:lnTo>
                    <a:pt x="4251422" y="1502880"/>
                  </a:lnTo>
                  <a:lnTo>
                    <a:pt x="4251548" y="1502880"/>
                  </a:lnTo>
                  <a:lnTo>
                    <a:pt x="4251674" y="1502880"/>
                  </a:lnTo>
                  <a:lnTo>
                    <a:pt x="4251801" y="1502880"/>
                  </a:lnTo>
                  <a:lnTo>
                    <a:pt x="4251927" y="1502880"/>
                  </a:lnTo>
                  <a:lnTo>
                    <a:pt x="4252053" y="1502880"/>
                  </a:lnTo>
                  <a:lnTo>
                    <a:pt x="4252179" y="1502880"/>
                  </a:lnTo>
                  <a:lnTo>
                    <a:pt x="4252306" y="1502880"/>
                  </a:lnTo>
                  <a:lnTo>
                    <a:pt x="4252432" y="1502880"/>
                  </a:lnTo>
                  <a:lnTo>
                    <a:pt x="4252558" y="1502880"/>
                  </a:lnTo>
                  <a:lnTo>
                    <a:pt x="4252685" y="1502880"/>
                  </a:lnTo>
                  <a:lnTo>
                    <a:pt x="4252811" y="1502880"/>
                  </a:lnTo>
                  <a:lnTo>
                    <a:pt x="4252937" y="1502880"/>
                  </a:lnTo>
                  <a:lnTo>
                    <a:pt x="4253063" y="1502880"/>
                  </a:lnTo>
                  <a:lnTo>
                    <a:pt x="4253190" y="1502880"/>
                  </a:lnTo>
                  <a:lnTo>
                    <a:pt x="4253316" y="1502880"/>
                  </a:lnTo>
                  <a:lnTo>
                    <a:pt x="4253442" y="1502880"/>
                  </a:lnTo>
                  <a:lnTo>
                    <a:pt x="4253568" y="1502880"/>
                  </a:lnTo>
                  <a:lnTo>
                    <a:pt x="4253695" y="1502880"/>
                  </a:lnTo>
                  <a:lnTo>
                    <a:pt x="4253821" y="1502880"/>
                  </a:lnTo>
                  <a:lnTo>
                    <a:pt x="4253947" y="1502880"/>
                  </a:lnTo>
                  <a:lnTo>
                    <a:pt x="4254073" y="1502880"/>
                  </a:lnTo>
                  <a:lnTo>
                    <a:pt x="4254200" y="1502880"/>
                  </a:lnTo>
                  <a:lnTo>
                    <a:pt x="4254326" y="1502880"/>
                  </a:lnTo>
                  <a:lnTo>
                    <a:pt x="4254452" y="1502880"/>
                  </a:lnTo>
                  <a:lnTo>
                    <a:pt x="4254578" y="1502880"/>
                  </a:lnTo>
                  <a:lnTo>
                    <a:pt x="4254705" y="1502880"/>
                  </a:lnTo>
                  <a:lnTo>
                    <a:pt x="4254831" y="1502880"/>
                  </a:lnTo>
                  <a:lnTo>
                    <a:pt x="4254957" y="1502880"/>
                  </a:lnTo>
                  <a:lnTo>
                    <a:pt x="4255083" y="1502880"/>
                  </a:lnTo>
                  <a:lnTo>
                    <a:pt x="4255210" y="1502880"/>
                  </a:lnTo>
                  <a:lnTo>
                    <a:pt x="4255336" y="1502880"/>
                  </a:lnTo>
                  <a:lnTo>
                    <a:pt x="4255462" y="1502880"/>
                  </a:lnTo>
                  <a:lnTo>
                    <a:pt x="4255588" y="1502880"/>
                  </a:lnTo>
                  <a:lnTo>
                    <a:pt x="4255715" y="1502880"/>
                  </a:lnTo>
                  <a:lnTo>
                    <a:pt x="4255841" y="1502880"/>
                  </a:lnTo>
                  <a:lnTo>
                    <a:pt x="4255967" y="1502880"/>
                  </a:lnTo>
                  <a:lnTo>
                    <a:pt x="4256093" y="1502880"/>
                  </a:lnTo>
                  <a:lnTo>
                    <a:pt x="4256220" y="1502880"/>
                  </a:lnTo>
                  <a:lnTo>
                    <a:pt x="4256346" y="1502880"/>
                  </a:lnTo>
                  <a:lnTo>
                    <a:pt x="4256472" y="1502880"/>
                  </a:lnTo>
                  <a:lnTo>
                    <a:pt x="4256598" y="1502880"/>
                  </a:lnTo>
                  <a:lnTo>
                    <a:pt x="4256725" y="1502880"/>
                  </a:lnTo>
                  <a:lnTo>
                    <a:pt x="4256851" y="1502880"/>
                  </a:lnTo>
                  <a:lnTo>
                    <a:pt x="4256977" y="1502880"/>
                  </a:lnTo>
                  <a:lnTo>
                    <a:pt x="4257103" y="1502880"/>
                  </a:lnTo>
                  <a:lnTo>
                    <a:pt x="4257230" y="1502880"/>
                  </a:lnTo>
                  <a:lnTo>
                    <a:pt x="4257356" y="1502880"/>
                  </a:lnTo>
                  <a:lnTo>
                    <a:pt x="4257482" y="1502880"/>
                  </a:lnTo>
                  <a:lnTo>
                    <a:pt x="4257608" y="1502880"/>
                  </a:lnTo>
                  <a:lnTo>
                    <a:pt x="4257735" y="1502880"/>
                  </a:lnTo>
                  <a:lnTo>
                    <a:pt x="4257735" y="1497969"/>
                  </a:lnTo>
                  <a:lnTo>
                    <a:pt x="4257861" y="1497969"/>
                  </a:lnTo>
                  <a:lnTo>
                    <a:pt x="4257987" y="1497969"/>
                  </a:lnTo>
                  <a:lnTo>
                    <a:pt x="4257987" y="1493057"/>
                  </a:lnTo>
                  <a:lnTo>
                    <a:pt x="4258114" y="1493057"/>
                  </a:lnTo>
                  <a:lnTo>
                    <a:pt x="4258240" y="1493057"/>
                  </a:lnTo>
                  <a:lnTo>
                    <a:pt x="4258366" y="1493057"/>
                  </a:lnTo>
                  <a:lnTo>
                    <a:pt x="4258492" y="1493057"/>
                  </a:lnTo>
                  <a:lnTo>
                    <a:pt x="4258619" y="1493057"/>
                  </a:lnTo>
                  <a:lnTo>
                    <a:pt x="4258745" y="1493057"/>
                  </a:lnTo>
                  <a:lnTo>
                    <a:pt x="4258871" y="1493057"/>
                  </a:lnTo>
                  <a:lnTo>
                    <a:pt x="4258997" y="1493057"/>
                  </a:lnTo>
                  <a:lnTo>
                    <a:pt x="4259124" y="1493057"/>
                  </a:lnTo>
                  <a:lnTo>
                    <a:pt x="4259250" y="1493057"/>
                  </a:lnTo>
                  <a:lnTo>
                    <a:pt x="4259376" y="1493057"/>
                  </a:lnTo>
                  <a:lnTo>
                    <a:pt x="4259502" y="1493057"/>
                  </a:lnTo>
                  <a:lnTo>
                    <a:pt x="4259629" y="1493057"/>
                  </a:lnTo>
                  <a:lnTo>
                    <a:pt x="4259755" y="1493057"/>
                  </a:lnTo>
                  <a:lnTo>
                    <a:pt x="4259881" y="1493057"/>
                  </a:lnTo>
                  <a:lnTo>
                    <a:pt x="4260007" y="1493057"/>
                  </a:lnTo>
                  <a:lnTo>
                    <a:pt x="4260134" y="1493057"/>
                  </a:lnTo>
                  <a:lnTo>
                    <a:pt x="4260260" y="1493057"/>
                  </a:lnTo>
                  <a:lnTo>
                    <a:pt x="4260386" y="1493057"/>
                  </a:lnTo>
                  <a:lnTo>
                    <a:pt x="4260512" y="1493057"/>
                  </a:lnTo>
                  <a:lnTo>
                    <a:pt x="4260639" y="1493057"/>
                  </a:lnTo>
                  <a:lnTo>
                    <a:pt x="4260765" y="1493057"/>
                  </a:lnTo>
                  <a:lnTo>
                    <a:pt x="4260891" y="1493057"/>
                  </a:lnTo>
                  <a:lnTo>
                    <a:pt x="4261017" y="1493057"/>
                  </a:lnTo>
                  <a:lnTo>
                    <a:pt x="4261144" y="1493057"/>
                  </a:lnTo>
                  <a:lnTo>
                    <a:pt x="4261270" y="1493057"/>
                  </a:lnTo>
                  <a:lnTo>
                    <a:pt x="4261396" y="1493057"/>
                  </a:lnTo>
                  <a:lnTo>
                    <a:pt x="4261522" y="1493057"/>
                  </a:lnTo>
                  <a:lnTo>
                    <a:pt x="4261649" y="1493057"/>
                  </a:lnTo>
                  <a:lnTo>
                    <a:pt x="4261775" y="1493057"/>
                  </a:lnTo>
                  <a:lnTo>
                    <a:pt x="4261901" y="1493057"/>
                  </a:lnTo>
                  <a:lnTo>
                    <a:pt x="4262027" y="1493057"/>
                  </a:lnTo>
                  <a:lnTo>
                    <a:pt x="4262154" y="1493057"/>
                  </a:lnTo>
                  <a:lnTo>
                    <a:pt x="4262280" y="1493057"/>
                  </a:lnTo>
                  <a:lnTo>
                    <a:pt x="4262406" y="1493057"/>
                  </a:lnTo>
                  <a:lnTo>
                    <a:pt x="4262532" y="1493057"/>
                  </a:lnTo>
                  <a:lnTo>
                    <a:pt x="4262659" y="1493057"/>
                  </a:lnTo>
                  <a:lnTo>
                    <a:pt x="4262785" y="1493057"/>
                  </a:lnTo>
                  <a:lnTo>
                    <a:pt x="4262911" y="1493057"/>
                  </a:lnTo>
                  <a:lnTo>
                    <a:pt x="4263038" y="1493057"/>
                  </a:lnTo>
                  <a:lnTo>
                    <a:pt x="4263164" y="1493057"/>
                  </a:lnTo>
                  <a:lnTo>
                    <a:pt x="4263290" y="1493057"/>
                  </a:lnTo>
                  <a:lnTo>
                    <a:pt x="4263416" y="1493057"/>
                  </a:lnTo>
                  <a:lnTo>
                    <a:pt x="4263543" y="1493057"/>
                  </a:lnTo>
                  <a:lnTo>
                    <a:pt x="4263669" y="1493057"/>
                  </a:lnTo>
                  <a:lnTo>
                    <a:pt x="4263795" y="1493057"/>
                  </a:lnTo>
                  <a:lnTo>
                    <a:pt x="4263921" y="1493057"/>
                  </a:lnTo>
                  <a:lnTo>
                    <a:pt x="4264048" y="1493057"/>
                  </a:lnTo>
                  <a:lnTo>
                    <a:pt x="4264174" y="1493057"/>
                  </a:lnTo>
                  <a:lnTo>
                    <a:pt x="4264300" y="1493057"/>
                  </a:lnTo>
                  <a:lnTo>
                    <a:pt x="4264426" y="1493057"/>
                  </a:lnTo>
                  <a:lnTo>
                    <a:pt x="4264553" y="1493057"/>
                  </a:lnTo>
                  <a:lnTo>
                    <a:pt x="4264679" y="1493057"/>
                  </a:lnTo>
                  <a:lnTo>
                    <a:pt x="4264805" y="1493057"/>
                  </a:lnTo>
                  <a:lnTo>
                    <a:pt x="4264931" y="1493057"/>
                  </a:lnTo>
                  <a:lnTo>
                    <a:pt x="4265058" y="1493057"/>
                  </a:lnTo>
                  <a:lnTo>
                    <a:pt x="4265184" y="1493057"/>
                  </a:lnTo>
                  <a:lnTo>
                    <a:pt x="4265310" y="1493057"/>
                  </a:lnTo>
                  <a:lnTo>
                    <a:pt x="4265436" y="1493057"/>
                  </a:lnTo>
                  <a:lnTo>
                    <a:pt x="4265563" y="1493057"/>
                  </a:lnTo>
                  <a:lnTo>
                    <a:pt x="4265689" y="1493057"/>
                  </a:lnTo>
                  <a:lnTo>
                    <a:pt x="4265815" y="1493057"/>
                  </a:lnTo>
                  <a:lnTo>
                    <a:pt x="4265941" y="1493057"/>
                  </a:lnTo>
                  <a:lnTo>
                    <a:pt x="4266068" y="1493057"/>
                  </a:lnTo>
                  <a:lnTo>
                    <a:pt x="4266194" y="1493057"/>
                  </a:lnTo>
                  <a:lnTo>
                    <a:pt x="4266320" y="1493057"/>
                  </a:lnTo>
                  <a:lnTo>
                    <a:pt x="4266446" y="1493057"/>
                  </a:lnTo>
                  <a:lnTo>
                    <a:pt x="4266573" y="1493057"/>
                  </a:lnTo>
                  <a:lnTo>
                    <a:pt x="4266699" y="1493057"/>
                  </a:lnTo>
                  <a:lnTo>
                    <a:pt x="4266825" y="1493057"/>
                  </a:lnTo>
                  <a:lnTo>
                    <a:pt x="4266951" y="1493057"/>
                  </a:lnTo>
                  <a:lnTo>
                    <a:pt x="4267078" y="1493057"/>
                  </a:lnTo>
                  <a:lnTo>
                    <a:pt x="4267204" y="1493057"/>
                  </a:lnTo>
                  <a:lnTo>
                    <a:pt x="4267330" y="1493057"/>
                  </a:lnTo>
                  <a:lnTo>
                    <a:pt x="4267456" y="1493057"/>
                  </a:lnTo>
                  <a:lnTo>
                    <a:pt x="4267583" y="1493057"/>
                  </a:lnTo>
                  <a:lnTo>
                    <a:pt x="4267709" y="1493057"/>
                  </a:lnTo>
                  <a:lnTo>
                    <a:pt x="4267835" y="1493057"/>
                  </a:lnTo>
                  <a:lnTo>
                    <a:pt x="4267961" y="1493057"/>
                  </a:lnTo>
                  <a:lnTo>
                    <a:pt x="4268088" y="1493057"/>
                  </a:lnTo>
                  <a:lnTo>
                    <a:pt x="4268214" y="1493057"/>
                  </a:lnTo>
                  <a:lnTo>
                    <a:pt x="4268340" y="1493057"/>
                  </a:lnTo>
                  <a:lnTo>
                    <a:pt x="4268467" y="1493057"/>
                  </a:lnTo>
                  <a:lnTo>
                    <a:pt x="4268593" y="1493057"/>
                  </a:lnTo>
                  <a:lnTo>
                    <a:pt x="4268719" y="1493057"/>
                  </a:lnTo>
                  <a:lnTo>
                    <a:pt x="4268845" y="1493057"/>
                  </a:lnTo>
                  <a:lnTo>
                    <a:pt x="4268972" y="1493057"/>
                  </a:lnTo>
                  <a:lnTo>
                    <a:pt x="4269098" y="1493057"/>
                  </a:lnTo>
                  <a:lnTo>
                    <a:pt x="4269224" y="1493057"/>
                  </a:lnTo>
                  <a:lnTo>
                    <a:pt x="4269350" y="1493057"/>
                  </a:lnTo>
                  <a:lnTo>
                    <a:pt x="4269477" y="1493057"/>
                  </a:lnTo>
                  <a:lnTo>
                    <a:pt x="4269603" y="1493057"/>
                  </a:lnTo>
                  <a:lnTo>
                    <a:pt x="4269729" y="1493057"/>
                  </a:lnTo>
                  <a:lnTo>
                    <a:pt x="4269855" y="1493057"/>
                  </a:lnTo>
                  <a:lnTo>
                    <a:pt x="4269982" y="1493057"/>
                  </a:lnTo>
                  <a:lnTo>
                    <a:pt x="4270108" y="1493057"/>
                  </a:lnTo>
                  <a:lnTo>
                    <a:pt x="4270234" y="1493057"/>
                  </a:lnTo>
                  <a:lnTo>
                    <a:pt x="4270360" y="1493057"/>
                  </a:lnTo>
                  <a:lnTo>
                    <a:pt x="4270487" y="1493057"/>
                  </a:lnTo>
                  <a:lnTo>
                    <a:pt x="4270613" y="1493057"/>
                  </a:lnTo>
                  <a:lnTo>
                    <a:pt x="4270739" y="1493057"/>
                  </a:lnTo>
                  <a:lnTo>
                    <a:pt x="4270865" y="1493057"/>
                  </a:lnTo>
                  <a:lnTo>
                    <a:pt x="4270992" y="1493057"/>
                  </a:lnTo>
                  <a:lnTo>
                    <a:pt x="4271118" y="1493057"/>
                  </a:lnTo>
                  <a:lnTo>
                    <a:pt x="4271244" y="1493057"/>
                  </a:lnTo>
                  <a:lnTo>
                    <a:pt x="4271244" y="1488146"/>
                  </a:lnTo>
                  <a:lnTo>
                    <a:pt x="4271370" y="1488146"/>
                  </a:lnTo>
                  <a:lnTo>
                    <a:pt x="4271497" y="1488146"/>
                  </a:lnTo>
                  <a:lnTo>
                    <a:pt x="4271623" y="1488146"/>
                  </a:lnTo>
                  <a:lnTo>
                    <a:pt x="4271749" y="1488146"/>
                  </a:lnTo>
                  <a:lnTo>
                    <a:pt x="4271875" y="1488146"/>
                  </a:lnTo>
                  <a:lnTo>
                    <a:pt x="4272002" y="1488146"/>
                  </a:lnTo>
                  <a:lnTo>
                    <a:pt x="4272128" y="1488146"/>
                  </a:lnTo>
                  <a:lnTo>
                    <a:pt x="4272254" y="1488146"/>
                  </a:lnTo>
                  <a:lnTo>
                    <a:pt x="4272380" y="1488146"/>
                  </a:lnTo>
                  <a:lnTo>
                    <a:pt x="4272507" y="1488146"/>
                  </a:lnTo>
                  <a:lnTo>
                    <a:pt x="4272633" y="1488146"/>
                  </a:lnTo>
                  <a:lnTo>
                    <a:pt x="4272759" y="1488146"/>
                  </a:lnTo>
                  <a:lnTo>
                    <a:pt x="4272885" y="1488146"/>
                  </a:lnTo>
                  <a:lnTo>
                    <a:pt x="4273012" y="1488146"/>
                  </a:lnTo>
                  <a:lnTo>
                    <a:pt x="4273138" y="1488146"/>
                  </a:lnTo>
                  <a:lnTo>
                    <a:pt x="4273264" y="1488146"/>
                  </a:lnTo>
                  <a:lnTo>
                    <a:pt x="4273391" y="1488146"/>
                  </a:lnTo>
                  <a:lnTo>
                    <a:pt x="4273517" y="1488146"/>
                  </a:lnTo>
                  <a:lnTo>
                    <a:pt x="4273643" y="1488146"/>
                  </a:lnTo>
                  <a:lnTo>
                    <a:pt x="4273769" y="1488146"/>
                  </a:lnTo>
                  <a:lnTo>
                    <a:pt x="4273896" y="1488146"/>
                  </a:lnTo>
                  <a:lnTo>
                    <a:pt x="4274022" y="1488146"/>
                  </a:lnTo>
                  <a:lnTo>
                    <a:pt x="4274148" y="1488146"/>
                  </a:lnTo>
                  <a:lnTo>
                    <a:pt x="4274274" y="1488146"/>
                  </a:lnTo>
                  <a:lnTo>
                    <a:pt x="4274401" y="1488146"/>
                  </a:lnTo>
                  <a:lnTo>
                    <a:pt x="4274527" y="1488146"/>
                  </a:lnTo>
                  <a:lnTo>
                    <a:pt x="4274653" y="1488146"/>
                  </a:lnTo>
                  <a:lnTo>
                    <a:pt x="4274779" y="1488146"/>
                  </a:lnTo>
                  <a:lnTo>
                    <a:pt x="4274906" y="1488146"/>
                  </a:lnTo>
                  <a:lnTo>
                    <a:pt x="4275032" y="1488146"/>
                  </a:lnTo>
                  <a:lnTo>
                    <a:pt x="4275158" y="1488146"/>
                  </a:lnTo>
                  <a:lnTo>
                    <a:pt x="4275284" y="1488146"/>
                  </a:lnTo>
                  <a:lnTo>
                    <a:pt x="4275411" y="1488146"/>
                  </a:lnTo>
                  <a:lnTo>
                    <a:pt x="4275537" y="1488146"/>
                  </a:lnTo>
                  <a:lnTo>
                    <a:pt x="4275663" y="1488146"/>
                  </a:lnTo>
                  <a:lnTo>
                    <a:pt x="4275789" y="1488146"/>
                  </a:lnTo>
                  <a:lnTo>
                    <a:pt x="4275916" y="1488146"/>
                  </a:lnTo>
                  <a:lnTo>
                    <a:pt x="4276042" y="1488146"/>
                  </a:lnTo>
                  <a:lnTo>
                    <a:pt x="4276168" y="1488146"/>
                  </a:lnTo>
                  <a:lnTo>
                    <a:pt x="4276294" y="1488146"/>
                  </a:lnTo>
                  <a:lnTo>
                    <a:pt x="4276421" y="1488146"/>
                  </a:lnTo>
                  <a:lnTo>
                    <a:pt x="4276547" y="1488146"/>
                  </a:lnTo>
                  <a:lnTo>
                    <a:pt x="4276673" y="1488146"/>
                  </a:lnTo>
                  <a:lnTo>
                    <a:pt x="4276799" y="1488146"/>
                  </a:lnTo>
                  <a:lnTo>
                    <a:pt x="4276926" y="1488146"/>
                  </a:lnTo>
                  <a:lnTo>
                    <a:pt x="4277052" y="1488146"/>
                  </a:lnTo>
                  <a:lnTo>
                    <a:pt x="4277178" y="1488146"/>
                  </a:lnTo>
                  <a:lnTo>
                    <a:pt x="4277304" y="1488146"/>
                  </a:lnTo>
                  <a:lnTo>
                    <a:pt x="4277431" y="1488146"/>
                  </a:lnTo>
                  <a:lnTo>
                    <a:pt x="4277557" y="1488146"/>
                  </a:lnTo>
                  <a:lnTo>
                    <a:pt x="4277683" y="1488146"/>
                  </a:lnTo>
                  <a:lnTo>
                    <a:pt x="4277809" y="1488146"/>
                  </a:lnTo>
                  <a:lnTo>
                    <a:pt x="4277936" y="1488146"/>
                  </a:lnTo>
                  <a:lnTo>
                    <a:pt x="4278062" y="1488146"/>
                  </a:lnTo>
                  <a:lnTo>
                    <a:pt x="4278188" y="1488146"/>
                  </a:lnTo>
                  <a:lnTo>
                    <a:pt x="4278315" y="1488146"/>
                  </a:lnTo>
                  <a:lnTo>
                    <a:pt x="4278441" y="1488146"/>
                  </a:lnTo>
                  <a:lnTo>
                    <a:pt x="4278567" y="1488146"/>
                  </a:lnTo>
                  <a:lnTo>
                    <a:pt x="4278693" y="1488146"/>
                  </a:lnTo>
                  <a:lnTo>
                    <a:pt x="4278820" y="1488146"/>
                  </a:lnTo>
                  <a:lnTo>
                    <a:pt x="4278946" y="1488146"/>
                  </a:lnTo>
                  <a:lnTo>
                    <a:pt x="4279072" y="1488146"/>
                  </a:lnTo>
                  <a:lnTo>
                    <a:pt x="4279198" y="1488146"/>
                  </a:lnTo>
                  <a:lnTo>
                    <a:pt x="4279325" y="1488146"/>
                  </a:lnTo>
                  <a:lnTo>
                    <a:pt x="4279451" y="1488146"/>
                  </a:lnTo>
                  <a:lnTo>
                    <a:pt x="4279577" y="1488146"/>
                  </a:lnTo>
                  <a:lnTo>
                    <a:pt x="4279703" y="1488146"/>
                  </a:lnTo>
                  <a:lnTo>
                    <a:pt x="4279830" y="1488146"/>
                  </a:lnTo>
                  <a:lnTo>
                    <a:pt x="4279956" y="1488146"/>
                  </a:lnTo>
                  <a:lnTo>
                    <a:pt x="4280082" y="1488146"/>
                  </a:lnTo>
                  <a:lnTo>
                    <a:pt x="4280208" y="1488146"/>
                  </a:lnTo>
                  <a:lnTo>
                    <a:pt x="4280335" y="1488146"/>
                  </a:lnTo>
                  <a:lnTo>
                    <a:pt x="4280461" y="1488146"/>
                  </a:lnTo>
                  <a:lnTo>
                    <a:pt x="4280587" y="1488146"/>
                  </a:lnTo>
                  <a:lnTo>
                    <a:pt x="4280713" y="1488146"/>
                  </a:lnTo>
                  <a:lnTo>
                    <a:pt x="4280840" y="1488146"/>
                  </a:lnTo>
                  <a:lnTo>
                    <a:pt x="4280966" y="1488146"/>
                  </a:lnTo>
                  <a:lnTo>
                    <a:pt x="4281092" y="1488146"/>
                  </a:lnTo>
                  <a:lnTo>
                    <a:pt x="4281218" y="1488146"/>
                  </a:lnTo>
                  <a:lnTo>
                    <a:pt x="4281345" y="1488146"/>
                  </a:lnTo>
                  <a:lnTo>
                    <a:pt x="4281471" y="1488146"/>
                  </a:lnTo>
                  <a:lnTo>
                    <a:pt x="4281597" y="1488146"/>
                  </a:lnTo>
                  <a:lnTo>
                    <a:pt x="4281723" y="1488146"/>
                  </a:lnTo>
                  <a:lnTo>
                    <a:pt x="4281850" y="1488146"/>
                  </a:lnTo>
                  <a:lnTo>
                    <a:pt x="4281976" y="1488146"/>
                  </a:lnTo>
                  <a:lnTo>
                    <a:pt x="4282102" y="1488146"/>
                  </a:lnTo>
                  <a:lnTo>
                    <a:pt x="4282228" y="1488146"/>
                  </a:lnTo>
                  <a:lnTo>
                    <a:pt x="4282355" y="1488146"/>
                  </a:lnTo>
                  <a:lnTo>
                    <a:pt x="4282481" y="1488146"/>
                  </a:lnTo>
                  <a:lnTo>
                    <a:pt x="4282607" y="1488146"/>
                  </a:lnTo>
                  <a:lnTo>
                    <a:pt x="4282733" y="1488146"/>
                  </a:lnTo>
                  <a:lnTo>
                    <a:pt x="4282860" y="1488146"/>
                  </a:lnTo>
                  <a:lnTo>
                    <a:pt x="4282986" y="1488146"/>
                  </a:lnTo>
                  <a:lnTo>
                    <a:pt x="4283112" y="1488146"/>
                  </a:lnTo>
                  <a:lnTo>
                    <a:pt x="4283238" y="1488146"/>
                  </a:lnTo>
                  <a:lnTo>
                    <a:pt x="4283365" y="1488146"/>
                  </a:lnTo>
                  <a:lnTo>
                    <a:pt x="4283491" y="1488146"/>
                  </a:lnTo>
                  <a:lnTo>
                    <a:pt x="4283617" y="1488146"/>
                  </a:lnTo>
                  <a:lnTo>
                    <a:pt x="4283744" y="1488146"/>
                  </a:lnTo>
                  <a:lnTo>
                    <a:pt x="4283870" y="1488146"/>
                  </a:lnTo>
                  <a:lnTo>
                    <a:pt x="4283996" y="1488146"/>
                  </a:lnTo>
                  <a:lnTo>
                    <a:pt x="4284122" y="1488146"/>
                  </a:lnTo>
                  <a:lnTo>
                    <a:pt x="4284249" y="1488146"/>
                  </a:lnTo>
                  <a:lnTo>
                    <a:pt x="4284375" y="1488146"/>
                  </a:lnTo>
                  <a:lnTo>
                    <a:pt x="4284501" y="1488146"/>
                  </a:lnTo>
                  <a:lnTo>
                    <a:pt x="4284627" y="1488146"/>
                  </a:lnTo>
                  <a:lnTo>
                    <a:pt x="4284754" y="1488146"/>
                  </a:lnTo>
                  <a:lnTo>
                    <a:pt x="4284880" y="1488146"/>
                  </a:lnTo>
                  <a:lnTo>
                    <a:pt x="4284880" y="1483235"/>
                  </a:lnTo>
                  <a:lnTo>
                    <a:pt x="4285006" y="1483235"/>
                  </a:lnTo>
                  <a:lnTo>
                    <a:pt x="4285132" y="1483235"/>
                  </a:lnTo>
                  <a:lnTo>
                    <a:pt x="4285259" y="1483235"/>
                  </a:lnTo>
                  <a:lnTo>
                    <a:pt x="4285385" y="1483235"/>
                  </a:lnTo>
                  <a:lnTo>
                    <a:pt x="4285511" y="1483235"/>
                  </a:lnTo>
                  <a:lnTo>
                    <a:pt x="4285637" y="1483235"/>
                  </a:lnTo>
                  <a:lnTo>
                    <a:pt x="4285764" y="1483235"/>
                  </a:lnTo>
                  <a:lnTo>
                    <a:pt x="4285890" y="1483235"/>
                  </a:lnTo>
                  <a:lnTo>
                    <a:pt x="4286016" y="1483235"/>
                  </a:lnTo>
                  <a:lnTo>
                    <a:pt x="4286142" y="1483235"/>
                  </a:lnTo>
                  <a:lnTo>
                    <a:pt x="4286269" y="1483235"/>
                  </a:lnTo>
                  <a:lnTo>
                    <a:pt x="4286395" y="1483235"/>
                  </a:lnTo>
                  <a:lnTo>
                    <a:pt x="4286521" y="1483235"/>
                  </a:lnTo>
                  <a:lnTo>
                    <a:pt x="4286647" y="1483235"/>
                  </a:lnTo>
                  <a:lnTo>
                    <a:pt x="4286774" y="1483235"/>
                  </a:lnTo>
                  <a:lnTo>
                    <a:pt x="4286774" y="1478323"/>
                  </a:lnTo>
                  <a:lnTo>
                    <a:pt x="4286900" y="1478323"/>
                  </a:lnTo>
                  <a:lnTo>
                    <a:pt x="4287026" y="1478323"/>
                  </a:lnTo>
                  <a:lnTo>
                    <a:pt x="4287152" y="1478323"/>
                  </a:lnTo>
                  <a:lnTo>
                    <a:pt x="4287279" y="1478323"/>
                  </a:lnTo>
                  <a:lnTo>
                    <a:pt x="4287405" y="1478323"/>
                  </a:lnTo>
                  <a:lnTo>
                    <a:pt x="4287531" y="1478323"/>
                  </a:lnTo>
                  <a:lnTo>
                    <a:pt x="4287657" y="1478323"/>
                  </a:lnTo>
                  <a:lnTo>
                    <a:pt x="4287784" y="1478323"/>
                  </a:lnTo>
                  <a:lnTo>
                    <a:pt x="4287910" y="1478323"/>
                  </a:lnTo>
                  <a:lnTo>
                    <a:pt x="4288036" y="1478323"/>
                  </a:lnTo>
                  <a:lnTo>
                    <a:pt x="4288162" y="1478323"/>
                  </a:lnTo>
                  <a:lnTo>
                    <a:pt x="4288289" y="1478323"/>
                  </a:lnTo>
                  <a:lnTo>
                    <a:pt x="4288415" y="1478323"/>
                  </a:lnTo>
                  <a:lnTo>
                    <a:pt x="4288541" y="1478323"/>
                  </a:lnTo>
                  <a:lnTo>
                    <a:pt x="4288668" y="1478323"/>
                  </a:lnTo>
                  <a:lnTo>
                    <a:pt x="4288794" y="1478323"/>
                  </a:lnTo>
                  <a:lnTo>
                    <a:pt x="4288920" y="1478323"/>
                  </a:lnTo>
                  <a:lnTo>
                    <a:pt x="4289046" y="1478323"/>
                  </a:lnTo>
                  <a:lnTo>
                    <a:pt x="4289173" y="1478323"/>
                  </a:lnTo>
                  <a:lnTo>
                    <a:pt x="4289299" y="1478323"/>
                  </a:lnTo>
                  <a:lnTo>
                    <a:pt x="4289425" y="1478323"/>
                  </a:lnTo>
                  <a:lnTo>
                    <a:pt x="4289551" y="1478323"/>
                  </a:lnTo>
                  <a:lnTo>
                    <a:pt x="4289678" y="1478323"/>
                  </a:lnTo>
                  <a:lnTo>
                    <a:pt x="4289804" y="1478323"/>
                  </a:lnTo>
                  <a:lnTo>
                    <a:pt x="4289930" y="1478323"/>
                  </a:lnTo>
                  <a:lnTo>
                    <a:pt x="4290056" y="1478323"/>
                  </a:lnTo>
                  <a:lnTo>
                    <a:pt x="4290183" y="1478323"/>
                  </a:lnTo>
                  <a:lnTo>
                    <a:pt x="4290309" y="1478323"/>
                  </a:lnTo>
                  <a:lnTo>
                    <a:pt x="4290435" y="1478323"/>
                  </a:lnTo>
                  <a:lnTo>
                    <a:pt x="4290561" y="1478323"/>
                  </a:lnTo>
                  <a:lnTo>
                    <a:pt x="4290688" y="1478323"/>
                  </a:lnTo>
                  <a:lnTo>
                    <a:pt x="4290814" y="1478323"/>
                  </a:lnTo>
                  <a:lnTo>
                    <a:pt x="4290940" y="1478323"/>
                  </a:lnTo>
                  <a:lnTo>
                    <a:pt x="4291066" y="1478323"/>
                  </a:lnTo>
                  <a:lnTo>
                    <a:pt x="4291193" y="1478323"/>
                  </a:lnTo>
                  <a:lnTo>
                    <a:pt x="4291319" y="1478323"/>
                  </a:lnTo>
                  <a:lnTo>
                    <a:pt x="4291445" y="1478323"/>
                  </a:lnTo>
                  <a:lnTo>
                    <a:pt x="4291571" y="1478323"/>
                  </a:lnTo>
                  <a:lnTo>
                    <a:pt x="4291698" y="1478323"/>
                  </a:lnTo>
                  <a:lnTo>
                    <a:pt x="4291824" y="1478323"/>
                  </a:lnTo>
                  <a:lnTo>
                    <a:pt x="4291950" y="1478323"/>
                  </a:lnTo>
                  <a:lnTo>
                    <a:pt x="4292076" y="1478323"/>
                  </a:lnTo>
                  <a:lnTo>
                    <a:pt x="4292203" y="1478323"/>
                  </a:lnTo>
                  <a:lnTo>
                    <a:pt x="4292329" y="1478323"/>
                  </a:lnTo>
                  <a:lnTo>
                    <a:pt x="4292455" y="1478323"/>
                  </a:lnTo>
                  <a:lnTo>
                    <a:pt x="4292581" y="1478323"/>
                  </a:lnTo>
                  <a:lnTo>
                    <a:pt x="4292708" y="1478323"/>
                  </a:lnTo>
                  <a:lnTo>
                    <a:pt x="4292834" y="1478323"/>
                  </a:lnTo>
                  <a:lnTo>
                    <a:pt x="4292960" y="1478323"/>
                  </a:lnTo>
                  <a:lnTo>
                    <a:pt x="4293086" y="1478323"/>
                  </a:lnTo>
                  <a:lnTo>
                    <a:pt x="4293213" y="1478323"/>
                  </a:lnTo>
                  <a:lnTo>
                    <a:pt x="4293339" y="1478323"/>
                  </a:lnTo>
                  <a:lnTo>
                    <a:pt x="4293465" y="1478323"/>
                  </a:lnTo>
                  <a:lnTo>
                    <a:pt x="4293591" y="1478323"/>
                  </a:lnTo>
                  <a:lnTo>
                    <a:pt x="4293718" y="1478323"/>
                  </a:lnTo>
                  <a:lnTo>
                    <a:pt x="4293844" y="1478323"/>
                  </a:lnTo>
                  <a:lnTo>
                    <a:pt x="4293970" y="1478323"/>
                  </a:lnTo>
                  <a:lnTo>
                    <a:pt x="4294097" y="1478323"/>
                  </a:lnTo>
                  <a:lnTo>
                    <a:pt x="4294223" y="1478323"/>
                  </a:lnTo>
                  <a:lnTo>
                    <a:pt x="4294349" y="1478323"/>
                  </a:lnTo>
                  <a:lnTo>
                    <a:pt x="4294475" y="1478323"/>
                  </a:lnTo>
                  <a:lnTo>
                    <a:pt x="4294602" y="1478323"/>
                  </a:lnTo>
                  <a:lnTo>
                    <a:pt x="4294728" y="1478323"/>
                  </a:lnTo>
                  <a:lnTo>
                    <a:pt x="4294854" y="1478323"/>
                  </a:lnTo>
                  <a:lnTo>
                    <a:pt x="4294980" y="1478323"/>
                  </a:lnTo>
                  <a:lnTo>
                    <a:pt x="4295107" y="1478323"/>
                  </a:lnTo>
                  <a:lnTo>
                    <a:pt x="4295233" y="1478323"/>
                  </a:lnTo>
                  <a:lnTo>
                    <a:pt x="4295359" y="1478323"/>
                  </a:lnTo>
                  <a:lnTo>
                    <a:pt x="4295485" y="1478323"/>
                  </a:lnTo>
                  <a:lnTo>
                    <a:pt x="4295612" y="1478323"/>
                  </a:lnTo>
                  <a:lnTo>
                    <a:pt x="4295738" y="1478323"/>
                  </a:lnTo>
                  <a:lnTo>
                    <a:pt x="4295864" y="1478323"/>
                  </a:lnTo>
                  <a:lnTo>
                    <a:pt x="4295990" y="1478323"/>
                  </a:lnTo>
                  <a:lnTo>
                    <a:pt x="4296117" y="1478323"/>
                  </a:lnTo>
                  <a:lnTo>
                    <a:pt x="4296243" y="1478323"/>
                  </a:lnTo>
                  <a:lnTo>
                    <a:pt x="4296369" y="1478323"/>
                  </a:lnTo>
                  <a:lnTo>
                    <a:pt x="4296495" y="1478323"/>
                  </a:lnTo>
                  <a:lnTo>
                    <a:pt x="4296622" y="1478323"/>
                  </a:lnTo>
                  <a:lnTo>
                    <a:pt x="4296748" y="1478323"/>
                  </a:lnTo>
                  <a:lnTo>
                    <a:pt x="4296874" y="1478323"/>
                  </a:lnTo>
                  <a:lnTo>
                    <a:pt x="4297000" y="1478323"/>
                  </a:lnTo>
                  <a:lnTo>
                    <a:pt x="4297127" y="1478323"/>
                  </a:lnTo>
                  <a:lnTo>
                    <a:pt x="4297253" y="1478323"/>
                  </a:lnTo>
                  <a:lnTo>
                    <a:pt x="4297379" y="1478323"/>
                  </a:lnTo>
                  <a:lnTo>
                    <a:pt x="4297505" y="1478323"/>
                  </a:lnTo>
                  <a:lnTo>
                    <a:pt x="4297632" y="1478323"/>
                  </a:lnTo>
                  <a:lnTo>
                    <a:pt x="4297758" y="1478323"/>
                  </a:lnTo>
                  <a:lnTo>
                    <a:pt x="4297884" y="1478323"/>
                  </a:lnTo>
                  <a:lnTo>
                    <a:pt x="4298010" y="1478323"/>
                  </a:lnTo>
                  <a:lnTo>
                    <a:pt x="4298137" y="1478323"/>
                  </a:lnTo>
                  <a:lnTo>
                    <a:pt x="4298263" y="1478323"/>
                  </a:lnTo>
                  <a:lnTo>
                    <a:pt x="4298389" y="1478323"/>
                  </a:lnTo>
                  <a:lnTo>
                    <a:pt x="4298515" y="1478323"/>
                  </a:lnTo>
                  <a:lnTo>
                    <a:pt x="4298642" y="1478323"/>
                  </a:lnTo>
                  <a:lnTo>
                    <a:pt x="4298768" y="1478323"/>
                  </a:lnTo>
                  <a:lnTo>
                    <a:pt x="4298894" y="1478323"/>
                  </a:lnTo>
                  <a:lnTo>
                    <a:pt x="4299021" y="1478323"/>
                  </a:lnTo>
                  <a:lnTo>
                    <a:pt x="4299147" y="1478323"/>
                  </a:lnTo>
                  <a:lnTo>
                    <a:pt x="4299273" y="1478323"/>
                  </a:lnTo>
                  <a:lnTo>
                    <a:pt x="4299399" y="1478323"/>
                  </a:lnTo>
                  <a:lnTo>
                    <a:pt x="4299526" y="1478323"/>
                  </a:lnTo>
                  <a:lnTo>
                    <a:pt x="4299652" y="1478323"/>
                  </a:lnTo>
                  <a:lnTo>
                    <a:pt x="4299778" y="1478323"/>
                  </a:lnTo>
                  <a:lnTo>
                    <a:pt x="4299904" y="1478323"/>
                  </a:lnTo>
                  <a:lnTo>
                    <a:pt x="4300031" y="1478323"/>
                  </a:lnTo>
                  <a:lnTo>
                    <a:pt x="4300031" y="1473412"/>
                  </a:lnTo>
                  <a:lnTo>
                    <a:pt x="4300157" y="1473412"/>
                  </a:lnTo>
                  <a:lnTo>
                    <a:pt x="4300283" y="1473412"/>
                  </a:lnTo>
                  <a:lnTo>
                    <a:pt x="4300409" y="1473412"/>
                  </a:lnTo>
                  <a:lnTo>
                    <a:pt x="4300536" y="1473412"/>
                  </a:lnTo>
                  <a:lnTo>
                    <a:pt x="4300662" y="1473412"/>
                  </a:lnTo>
                  <a:lnTo>
                    <a:pt x="4300788" y="1473412"/>
                  </a:lnTo>
                  <a:lnTo>
                    <a:pt x="4300914" y="1473412"/>
                  </a:lnTo>
                  <a:lnTo>
                    <a:pt x="4301041" y="1473412"/>
                  </a:lnTo>
                  <a:lnTo>
                    <a:pt x="4301167" y="1473412"/>
                  </a:lnTo>
                  <a:lnTo>
                    <a:pt x="4301293" y="1473412"/>
                  </a:lnTo>
                  <a:lnTo>
                    <a:pt x="4301419" y="1473412"/>
                  </a:lnTo>
                  <a:lnTo>
                    <a:pt x="4301546" y="1473412"/>
                  </a:lnTo>
                  <a:lnTo>
                    <a:pt x="4301672" y="1473412"/>
                  </a:lnTo>
                  <a:lnTo>
                    <a:pt x="4301798" y="1473412"/>
                  </a:lnTo>
                  <a:lnTo>
                    <a:pt x="4301924" y="1473412"/>
                  </a:lnTo>
                  <a:lnTo>
                    <a:pt x="4302051" y="1473412"/>
                  </a:lnTo>
                  <a:lnTo>
                    <a:pt x="4302177" y="1473412"/>
                  </a:lnTo>
                  <a:lnTo>
                    <a:pt x="4302303" y="1473412"/>
                  </a:lnTo>
                  <a:lnTo>
                    <a:pt x="4302429" y="1473412"/>
                  </a:lnTo>
                  <a:lnTo>
                    <a:pt x="4302556" y="1473412"/>
                  </a:lnTo>
                  <a:lnTo>
                    <a:pt x="4302682" y="1473412"/>
                  </a:lnTo>
                  <a:lnTo>
                    <a:pt x="4302808" y="1473412"/>
                  </a:lnTo>
                  <a:lnTo>
                    <a:pt x="4302934" y="1473412"/>
                  </a:lnTo>
                  <a:lnTo>
                    <a:pt x="4303061" y="1473412"/>
                  </a:lnTo>
                  <a:lnTo>
                    <a:pt x="4303187" y="1473412"/>
                  </a:lnTo>
                  <a:lnTo>
                    <a:pt x="4303313" y="1473412"/>
                  </a:lnTo>
                  <a:lnTo>
                    <a:pt x="4303439" y="1473412"/>
                  </a:lnTo>
                  <a:lnTo>
                    <a:pt x="4303566" y="1473412"/>
                  </a:lnTo>
                  <a:lnTo>
                    <a:pt x="4303692" y="1473412"/>
                  </a:lnTo>
                  <a:lnTo>
                    <a:pt x="4303818" y="1473412"/>
                  </a:lnTo>
                  <a:lnTo>
                    <a:pt x="4303944" y="1473412"/>
                  </a:lnTo>
                  <a:lnTo>
                    <a:pt x="4304071" y="1473412"/>
                  </a:lnTo>
                  <a:lnTo>
                    <a:pt x="4304197" y="1473412"/>
                  </a:lnTo>
                  <a:lnTo>
                    <a:pt x="4304323" y="1473412"/>
                  </a:lnTo>
                  <a:lnTo>
                    <a:pt x="4304450" y="1473412"/>
                  </a:lnTo>
                  <a:lnTo>
                    <a:pt x="4304576" y="1473412"/>
                  </a:lnTo>
                  <a:lnTo>
                    <a:pt x="4304702" y="1473412"/>
                  </a:lnTo>
                  <a:lnTo>
                    <a:pt x="4304828" y="1473412"/>
                  </a:lnTo>
                  <a:lnTo>
                    <a:pt x="4304955" y="1473412"/>
                  </a:lnTo>
                  <a:lnTo>
                    <a:pt x="4305081" y="1473412"/>
                  </a:lnTo>
                  <a:lnTo>
                    <a:pt x="4305207" y="1473412"/>
                  </a:lnTo>
                  <a:lnTo>
                    <a:pt x="4305333" y="1473412"/>
                  </a:lnTo>
                  <a:lnTo>
                    <a:pt x="4305460" y="1473412"/>
                  </a:lnTo>
                  <a:lnTo>
                    <a:pt x="4305586" y="1473412"/>
                  </a:lnTo>
                  <a:lnTo>
                    <a:pt x="4305712" y="1473412"/>
                  </a:lnTo>
                  <a:lnTo>
                    <a:pt x="4305838" y="1473412"/>
                  </a:lnTo>
                  <a:lnTo>
                    <a:pt x="4305838" y="1468501"/>
                  </a:lnTo>
                  <a:lnTo>
                    <a:pt x="4305965" y="1468501"/>
                  </a:lnTo>
                  <a:lnTo>
                    <a:pt x="4306091" y="1468501"/>
                  </a:lnTo>
                  <a:lnTo>
                    <a:pt x="4306217" y="1468501"/>
                  </a:lnTo>
                  <a:lnTo>
                    <a:pt x="4306343" y="1468501"/>
                  </a:lnTo>
                  <a:lnTo>
                    <a:pt x="4306470" y="1468501"/>
                  </a:lnTo>
                  <a:lnTo>
                    <a:pt x="4306596" y="1468501"/>
                  </a:lnTo>
                  <a:lnTo>
                    <a:pt x="4306722" y="1468501"/>
                  </a:lnTo>
                  <a:lnTo>
                    <a:pt x="4306848" y="1468501"/>
                  </a:lnTo>
                  <a:lnTo>
                    <a:pt x="4306975" y="1468501"/>
                  </a:lnTo>
                  <a:lnTo>
                    <a:pt x="4307101" y="1468501"/>
                  </a:lnTo>
                  <a:lnTo>
                    <a:pt x="4307227" y="1468501"/>
                  </a:lnTo>
                  <a:lnTo>
                    <a:pt x="4307353" y="1468501"/>
                  </a:lnTo>
                  <a:lnTo>
                    <a:pt x="4307480" y="1468501"/>
                  </a:lnTo>
                  <a:lnTo>
                    <a:pt x="4307606" y="1468501"/>
                  </a:lnTo>
                  <a:lnTo>
                    <a:pt x="4307732" y="1468501"/>
                  </a:lnTo>
                  <a:lnTo>
                    <a:pt x="4307858" y="1468501"/>
                  </a:lnTo>
                  <a:lnTo>
                    <a:pt x="4307985" y="1468501"/>
                  </a:lnTo>
                  <a:lnTo>
                    <a:pt x="4308111" y="1468501"/>
                  </a:lnTo>
                  <a:lnTo>
                    <a:pt x="4308111" y="1463589"/>
                  </a:lnTo>
                  <a:lnTo>
                    <a:pt x="4308237" y="1463589"/>
                  </a:lnTo>
                  <a:lnTo>
                    <a:pt x="4308363" y="1463589"/>
                  </a:lnTo>
                  <a:lnTo>
                    <a:pt x="4308490" y="1463589"/>
                  </a:lnTo>
                  <a:lnTo>
                    <a:pt x="4308616" y="1463589"/>
                  </a:lnTo>
                  <a:lnTo>
                    <a:pt x="4308742" y="1463589"/>
                  </a:lnTo>
                  <a:lnTo>
                    <a:pt x="4308868" y="1463589"/>
                  </a:lnTo>
                  <a:lnTo>
                    <a:pt x="4308995" y="1463589"/>
                  </a:lnTo>
                  <a:lnTo>
                    <a:pt x="4309121" y="1463589"/>
                  </a:lnTo>
                  <a:lnTo>
                    <a:pt x="4309247" y="1463589"/>
                  </a:lnTo>
                  <a:lnTo>
                    <a:pt x="4309374" y="1463589"/>
                  </a:lnTo>
                  <a:lnTo>
                    <a:pt x="4309500" y="1463589"/>
                  </a:lnTo>
                  <a:lnTo>
                    <a:pt x="4309626" y="1463589"/>
                  </a:lnTo>
                  <a:lnTo>
                    <a:pt x="4309752" y="1463589"/>
                  </a:lnTo>
                  <a:lnTo>
                    <a:pt x="4309879" y="1463589"/>
                  </a:lnTo>
                  <a:lnTo>
                    <a:pt x="4310005" y="1463589"/>
                  </a:lnTo>
                  <a:lnTo>
                    <a:pt x="4310131" y="1463589"/>
                  </a:lnTo>
                  <a:lnTo>
                    <a:pt x="4310257" y="1463589"/>
                  </a:lnTo>
                  <a:lnTo>
                    <a:pt x="4310384" y="1463589"/>
                  </a:lnTo>
                  <a:lnTo>
                    <a:pt x="4310510" y="1463589"/>
                  </a:lnTo>
                  <a:lnTo>
                    <a:pt x="4310636" y="1463589"/>
                  </a:lnTo>
                  <a:lnTo>
                    <a:pt x="4310762" y="1463589"/>
                  </a:lnTo>
                  <a:lnTo>
                    <a:pt x="4310889" y="1463589"/>
                  </a:lnTo>
                  <a:lnTo>
                    <a:pt x="4311015" y="1463589"/>
                  </a:lnTo>
                  <a:lnTo>
                    <a:pt x="4311141" y="1463589"/>
                  </a:lnTo>
                  <a:lnTo>
                    <a:pt x="4311267" y="1463589"/>
                  </a:lnTo>
                  <a:lnTo>
                    <a:pt x="4311394" y="1463589"/>
                  </a:lnTo>
                  <a:lnTo>
                    <a:pt x="4311520" y="1463589"/>
                  </a:lnTo>
                  <a:lnTo>
                    <a:pt x="4311646" y="1463589"/>
                  </a:lnTo>
                  <a:lnTo>
                    <a:pt x="4311772" y="1463589"/>
                  </a:lnTo>
                  <a:lnTo>
                    <a:pt x="4311899" y="1463589"/>
                  </a:lnTo>
                  <a:lnTo>
                    <a:pt x="4312025" y="1463589"/>
                  </a:lnTo>
                  <a:lnTo>
                    <a:pt x="4312151" y="1463589"/>
                  </a:lnTo>
                  <a:lnTo>
                    <a:pt x="4312277" y="1463589"/>
                  </a:lnTo>
                  <a:lnTo>
                    <a:pt x="4312404" y="1463589"/>
                  </a:lnTo>
                  <a:lnTo>
                    <a:pt x="4312530" y="1463589"/>
                  </a:lnTo>
                  <a:lnTo>
                    <a:pt x="4312656" y="1463589"/>
                  </a:lnTo>
                  <a:lnTo>
                    <a:pt x="4312782" y="1463589"/>
                  </a:lnTo>
                  <a:lnTo>
                    <a:pt x="4312909" y="1463589"/>
                  </a:lnTo>
                  <a:lnTo>
                    <a:pt x="4313035" y="1463589"/>
                  </a:lnTo>
                  <a:lnTo>
                    <a:pt x="4313161" y="1463589"/>
                  </a:lnTo>
                  <a:lnTo>
                    <a:pt x="4313287" y="1463589"/>
                  </a:lnTo>
                  <a:lnTo>
                    <a:pt x="4313414" y="1463589"/>
                  </a:lnTo>
                  <a:lnTo>
                    <a:pt x="4313540" y="1463589"/>
                  </a:lnTo>
                  <a:lnTo>
                    <a:pt x="4313666" y="1463589"/>
                  </a:lnTo>
                  <a:lnTo>
                    <a:pt x="4313792" y="1463589"/>
                  </a:lnTo>
                  <a:lnTo>
                    <a:pt x="4313919" y="1463589"/>
                  </a:lnTo>
                  <a:lnTo>
                    <a:pt x="4314045" y="1463589"/>
                  </a:lnTo>
                  <a:lnTo>
                    <a:pt x="4314171" y="1463589"/>
                  </a:lnTo>
                  <a:lnTo>
                    <a:pt x="4314297" y="1463589"/>
                  </a:lnTo>
                  <a:lnTo>
                    <a:pt x="4314424" y="1463589"/>
                  </a:lnTo>
                  <a:lnTo>
                    <a:pt x="4314550" y="1463589"/>
                  </a:lnTo>
                  <a:lnTo>
                    <a:pt x="4314676" y="1463589"/>
                  </a:lnTo>
                  <a:lnTo>
                    <a:pt x="4314803" y="1463589"/>
                  </a:lnTo>
                  <a:lnTo>
                    <a:pt x="4314929" y="1463589"/>
                  </a:lnTo>
                  <a:lnTo>
                    <a:pt x="4315055" y="1463589"/>
                  </a:lnTo>
                  <a:lnTo>
                    <a:pt x="4315181" y="1463589"/>
                  </a:lnTo>
                  <a:lnTo>
                    <a:pt x="4315308" y="1463589"/>
                  </a:lnTo>
                  <a:lnTo>
                    <a:pt x="4315434" y="1463589"/>
                  </a:lnTo>
                  <a:lnTo>
                    <a:pt x="4315560" y="1463589"/>
                  </a:lnTo>
                  <a:lnTo>
                    <a:pt x="4315686" y="1463589"/>
                  </a:lnTo>
                  <a:lnTo>
                    <a:pt x="4315813" y="1463589"/>
                  </a:lnTo>
                  <a:lnTo>
                    <a:pt x="4315939" y="1463589"/>
                  </a:lnTo>
                  <a:lnTo>
                    <a:pt x="4316065" y="1463589"/>
                  </a:lnTo>
                  <a:lnTo>
                    <a:pt x="4316191" y="1463589"/>
                  </a:lnTo>
                  <a:lnTo>
                    <a:pt x="4316318" y="1463589"/>
                  </a:lnTo>
                  <a:lnTo>
                    <a:pt x="4316444" y="1463589"/>
                  </a:lnTo>
                  <a:lnTo>
                    <a:pt x="4316570" y="1463589"/>
                  </a:lnTo>
                  <a:lnTo>
                    <a:pt x="4316696" y="1463589"/>
                  </a:lnTo>
                  <a:lnTo>
                    <a:pt x="4316823" y="1463589"/>
                  </a:lnTo>
                  <a:lnTo>
                    <a:pt x="4316949" y="1463589"/>
                  </a:lnTo>
                  <a:lnTo>
                    <a:pt x="4317075" y="1463589"/>
                  </a:lnTo>
                  <a:lnTo>
                    <a:pt x="4317201" y="1463589"/>
                  </a:lnTo>
                  <a:lnTo>
                    <a:pt x="4317328" y="1463589"/>
                  </a:lnTo>
                  <a:lnTo>
                    <a:pt x="4317454" y="1463589"/>
                  </a:lnTo>
                  <a:lnTo>
                    <a:pt x="4317580" y="1463589"/>
                  </a:lnTo>
                  <a:lnTo>
                    <a:pt x="4317706" y="1463589"/>
                  </a:lnTo>
                  <a:lnTo>
                    <a:pt x="4317833" y="1463589"/>
                  </a:lnTo>
                  <a:lnTo>
                    <a:pt x="4317959" y="1463589"/>
                  </a:lnTo>
                  <a:lnTo>
                    <a:pt x="4318085" y="1463589"/>
                  </a:lnTo>
                  <a:lnTo>
                    <a:pt x="4318211" y="1463589"/>
                  </a:lnTo>
                  <a:lnTo>
                    <a:pt x="4318338" y="1463589"/>
                  </a:lnTo>
                  <a:lnTo>
                    <a:pt x="4318464" y="1463589"/>
                  </a:lnTo>
                  <a:lnTo>
                    <a:pt x="4318590" y="1463589"/>
                  </a:lnTo>
                  <a:lnTo>
                    <a:pt x="4318716" y="1463589"/>
                  </a:lnTo>
                  <a:lnTo>
                    <a:pt x="4318843" y="1463589"/>
                  </a:lnTo>
                  <a:lnTo>
                    <a:pt x="4318969" y="1463589"/>
                  </a:lnTo>
                  <a:lnTo>
                    <a:pt x="4319095" y="1463589"/>
                  </a:lnTo>
                  <a:lnTo>
                    <a:pt x="4319221" y="1463589"/>
                  </a:lnTo>
                  <a:lnTo>
                    <a:pt x="4319348" y="1463589"/>
                  </a:lnTo>
                  <a:lnTo>
                    <a:pt x="4319474" y="1463589"/>
                  </a:lnTo>
                  <a:lnTo>
                    <a:pt x="4319600" y="1463589"/>
                  </a:lnTo>
                  <a:lnTo>
                    <a:pt x="4319727" y="1463589"/>
                  </a:lnTo>
                  <a:lnTo>
                    <a:pt x="4319853" y="1463589"/>
                  </a:lnTo>
                  <a:lnTo>
                    <a:pt x="4319979" y="1463589"/>
                  </a:lnTo>
                  <a:lnTo>
                    <a:pt x="4320105" y="1463589"/>
                  </a:lnTo>
                  <a:lnTo>
                    <a:pt x="4320232" y="1463589"/>
                  </a:lnTo>
                  <a:lnTo>
                    <a:pt x="4320358" y="1463589"/>
                  </a:lnTo>
                  <a:lnTo>
                    <a:pt x="4320484" y="1463589"/>
                  </a:lnTo>
                  <a:lnTo>
                    <a:pt x="4320610" y="1463589"/>
                  </a:lnTo>
                  <a:lnTo>
                    <a:pt x="4320737" y="1463589"/>
                  </a:lnTo>
                  <a:lnTo>
                    <a:pt x="4320863" y="1463589"/>
                  </a:lnTo>
                  <a:lnTo>
                    <a:pt x="4320989" y="1463589"/>
                  </a:lnTo>
                  <a:lnTo>
                    <a:pt x="4321115" y="1463589"/>
                  </a:lnTo>
                  <a:lnTo>
                    <a:pt x="4321242" y="1463589"/>
                  </a:lnTo>
                  <a:lnTo>
                    <a:pt x="4321368" y="1463589"/>
                  </a:lnTo>
                  <a:lnTo>
                    <a:pt x="4321494" y="1463589"/>
                  </a:lnTo>
                  <a:lnTo>
                    <a:pt x="4321620" y="1463589"/>
                  </a:lnTo>
                  <a:lnTo>
                    <a:pt x="4321747" y="1463589"/>
                  </a:lnTo>
                  <a:lnTo>
                    <a:pt x="4321873" y="1463589"/>
                  </a:lnTo>
                  <a:lnTo>
                    <a:pt x="4321999" y="1463589"/>
                  </a:lnTo>
                  <a:lnTo>
                    <a:pt x="4322125" y="1463589"/>
                  </a:lnTo>
                  <a:lnTo>
                    <a:pt x="4322252" y="1463589"/>
                  </a:lnTo>
                  <a:lnTo>
                    <a:pt x="4322378" y="1463589"/>
                  </a:lnTo>
                  <a:lnTo>
                    <a:pt x="4322504" y="1463589"/>
                  </a:lnTo>
                  <a:lnTo>
                    <a:pt x="4322630" y="1463589"/>
                  </a:lnTo>
                  <a:lnTo>
                    <a:pt x="4322757" y="1463589"/>
                  </a:lnTo>
                  <a:lnTo>
                    <a:pt x="4322883" y="1463589"/>
                  </a:lnTo>
                  <a:lnTo>
                    <a:pt x="4323009" y="1463589"/>
                  </a:lnTo>
                  <a:lnTo>
                    <a:pt x="4323135" y="1463589"/>
                  </a:lnTo>
                  <a:lnTo>
                    <a:pt x="4323262" y="1463589"/>
                  </a:lnTo>
                  <a:lnTo>
                    <a:pt x="4323388" y="1463589"/>
                  </a:lnTo>
                  <a:lnTo>
                    <a:pt x="4323514" y="1463589"/>
                  </a:lnTo>
                  <a:lnTo>
                    <a:pt x="4323640" y="1463589"/>
                  </a:lnTo>
                  <a:lnTo>
                    <a:pt x="4323767" y="1463589"/>
                  </a:lnTo>
                  <a:lnTo>
                    <a:pt x="4323893" y="1463589"/>
                  </a:lnTo>
                  <a:lnTo>
                    <a:pt x="4324019" y="1463589"/>
                  </a:lnTo>
                  <a:lnTo>
                    <a:pt x="4324145" y="1463589"/>
                  </a:lnTo>
                  <a:lnTo>
                    <a:pt x="4324272" y="1463589"/>
                  </a:lnTo>
                  <a:lnTo>
                    <a:pt x="4324398" y="1463589"/>
                  </a:lnTo>
                  <a:lnTo>
                    <a:pt x="4324524" y="1463589"/>
                  </a:lnTo>
                  <a:lnTo>
                    <a:pt x="4324650" y="1463589"/>
                  </a:lnTo>
                  <a:lnTo>
                    <a:pt x="4324650" y="1458678"/>
                  </a:lnTo>
                  <a:lnTo>
                    <a:pt x="4324777" y="1458678"/>
                  </a:lnTo>
                  <a:lnTo>
                    <a:pt x="4324903" y="1458678"/>
                  </a:lnTo>
                  <a:lnTo>
                    <a:pt x="4325029" y="1458678"/>
                  </a:lnTo>
                  <a:lnTo>
                    <a:pt x="4325156" y="1458678"/>
                  </a:lnTo>
                  <a:lnTo>
                    <a:pt x="4325282" y="1458678"/>
                  </a:lnTo>
                  <a:lnTo>
                    <a:pt x="4325408" y="1458678"/>
                  </a:lnTo>
                  <a:lnTo>
                    <a:pt x="4325534" y="1458678"/>
                  </a:lnTo>
                  <a:lnTo>
                    <a:pt x="4325661" y="1458678"/>
                  </a:lnTo>
                  <a:lnTo>
                    <a:pt x="4325787" y="1458678"/>
                  </a:lnTo>
                  <a:lnTo>
                    <a:pt x="4325913" y="1458678"/>
                  </a:lnTo>
                  <a:lnTo>
                    <a:pt x="4326039" y="1458678"/>
                  </a:lnTo>
                  <a:lnTo>
                    <a:pt x="4326166" y="1458678"/>
                  </a:lnTo>
                  <a:lnTo>
                    <a:pt x="4326292" y="1458678"/>
                  </a:lnTo>
                  <a:lnTo>
                    <a:pt x="4326418" y="1458678"/>
                  </a:lnTo>
                  <a:lnTo>
                    <a:pt x="4326544" y="1458678"/>
                  </a:lnTo>
                  <a:lnTo>
                    <a:pt x="4326671" y="1458678"/>
                  </a:lnTo>
                  <a:lnTo>
                    <a:pt x="4326797" y="1458678"/>
                  </a:lnTo>
                  <a:lnTo>
                    <a:pt x="4326923" y="1458678"/>
                  </a:lnTo>
                  <a:lnTo>
                    <a:pt x="4327049" y="1458678"/>
                  </a:lnTo>
                  <a:lnTo>
                    <a:pt x="4327176" y="1458678"/>
                  </a:lnTo>
                  <a:lnTo>
                    <a:pt x="4327302" y="1458678"/>
                  </a:lnTo>
                  <a:lnTo>
                    <a:pt x="4327428" y="1458678"/>
                  </a:lnTo>
                  <a:lnTo>
                    <a:pt x="4327554" y="1458678"/>
                  </a:lnTo>
                  <a:lnTo>
                    <a:pt x="4327681" y="1458678"/>
                  </a:lnTo>
                  <a:lnTo>
                    <a:pt x="4327807" y="1458678"/>
                  </a:lnTo>
                  <a:lnTo>
                    <a:pt x="4327933" y="1458678"/>
                  </a:lnTo>
                  <a:lnTo>
                    <a:pt x="4328059" y="1458678"/>
                  </a:lnTo>
                  <a:lnTo>
                    <a:pt x="4328186" y="1458678"/>
                  </a:lnTo>
                  <a:lnTo>
                    <a:pt x="4328312" y="1458678"/>
                  </a:lnTo>
                  <a:lnTo>
                    <a:pt x="4328438" y="1458678"/>
                  </a:lnTo>
                  <a:lnTo>
                    <a:pt x="4328564" y="1458678"/>
                  </a:lnTo>
                  <a:lnTo>
                    <a:pt x="4328691" y="1458678"/>
                  </a:lnTo>
                  <a:lnTo>
                    <a:pt x="4328817" y="1458678"/>
                  </a:lnTo>
                  <a:lnTo>
                    <a:pt x="4328943" y="1458678"/>
                  </a:lnTo>
                  <a:lnTo>
                    <a:pt x="4329069" y="1458678"/>
                  </a:lnTo>
                  <a:lnTo>
                    <a:pt x="4329196" y="1458678"/>
                  </a:lnTo>
                  <a:lnTo>
                    <a:pt x="4329322" y="1458678"/>
                  </a:lnTo>
                  <a:lnTo>
                    <a:pt x="4329448" y="1458678"/>
                  </a:lnTo>
                  <a:lnTo>
                    <a:pt x="4329574" y="1458678"/>
                  </a:lnTo>
                  <a:lnTo>
                    <a:pt x="4329701" y="1458678"/>
                  </a:lnTo>
                  <a:lnTo>
                    <a:pt x="4329827" y="1458678"/>
                  </a:lnTo>
                  <a:lnTo>
                    <a:pt x="4329953" y="1458678"/>
                  </a:lnTo>
                  <a:lnTo>
                    <a:pt x="4330080" y="1458678"/>
                  </a:lnTo>
                  <a:lnTo>
                    <a:pt x="4330206" y="1458678"/>
                  </a:lnTo>
                  <a:lnTo>
                    <a:pt x="4330332" y="1458678"/>
                  </a:lnTo>
                  <a:lnTo>
                    <a:pt x="4330458" y="1458678"/>
                  </a:lnTo>
                  <a:lnTo>
                    <a:pt x="4330585" y="1458678"/>
                  </a:lnTo>
                  <a:lnTo>
                    <a:pt x="4330711" y="1458678"/>
                  </a:lnTo>
                  <a:lnTo>
                    <a:pt x="4330837" y="1458678"/>
                  </a:lnTo>
                  <a:lnTo>
                    <a:pt x="4330963" y="1458678"/>
                  </a:lnTo>
                  <a:lnTo>
                    <a:pt x="4331090" y="1458678"/>
                  </a:lnTo>
                  <a:lnTo>
                    <a:pt x="4331216" y="1458678"/>
                  </a:lnTo>
                  <a:lnTo>
                    <a:pt x="4331342" y="1458678"/>
                  </a:lnTo>
                  <a:lnTo>
                    <a:pt x="4331468" y="1458678"/>
                  </a:lnTo>
                  <a:lnTo>
                    <a:pt x="4331595" y="1458678"/>
                  </a:lnTo>
                  <a:lnTo>
                    <a:pt x="4331721" y="1458678"/>
                  </a:lnTo>
                  <a:lnTo>
                    <a:pt x="4331847" y="1458678"/>
                  </a:lnTo>
                  <a:lnTo>
                    <a:pt x="4331973" y="1458678"/>
                  </a:lnTo>
                  <a:lnTo>
                    <a:pt x="4331973" y="1453766"/>
                  </a:lnTo>
                  <a:lnTo>
                    <a:pt x="4332100" y="1453766"/>
                  </a:lnTo>
                  <a:lnTo>
                    <a:pt x="4332226" y="1453766"/>
                  </a:lnTo>
                  <a:lnTo>
                    <a:pt x="4332352" y="1453766"/>
                  </a:lnTo>
                  <a:lnTo>
                    <a:pt x="4332478" y="1453766"/>
                  </a:lnTo>
                  <a:lnTo>
                    <a:pt x="4332605" y="1453766"/>
                  </a:lnTo>
                  <a:lnTo>
                    <a:pt x="4332731" y="1453766"/>
                  </a:lnTo>
                  <a:lnTo>
                    <a:pt x="4332857" y="1453766"/>
                  </a:lnTo>
                  <a:lnTo>
                    <a:pt x="4332983" y="1453766"/>
                  </a:lnTo>
                  <a:lnTo>
                    <a:pt x="4333110" y="1453766"/>
                  </a:lnTo>
                  <a:lnTo>
                    <a:pt x="4333236" y="1453766"/>
                  </a:lnTo>
                  <a:lnTo>
                    <a:pt x="4333362" y="1453766"/>
                  </a:lnTo>
                  <a:lnTo>
                    <a:pt x="4333488" y="1453766"/>
                  </a:lnTo>
                  <a:lnTo>
                    <a:pt x="4333615" y="1453766"/>
                  </a:lnTo>
                  <a:lnTo>
                    <a:pt x="4333741" y="1453766"/>
                  </a:lnTo>
                  <a:lnTo>
                    <a:pt x="4333867" y="1453766"/>
                  </a:lnTo>
                  <a:lnTo>
                    <a:pt x="4333993" y="1453766"/>
                  </a:lnTo>
                  <a:lnTo>
                    <a:pt x="4334120" y="1453766"/>
                  </a:lnTo>
                  <a:lnTo>
                    <a:pt x="4334246" y="1453766"/>
                  </a:lnTo>
                  <a:lnTo>
                    <a:pt x="4334372" y="1453766"/>
                  </a:lnTo>
                  <a:lnTo>
                    <a:pt x="4334498" y="1453766"/>
                  </a:lnTo>
                  <a:lnTo>
                    <a:pt x="4334625" y="1453766"/>
                  </a:lnTo>
                  <a:lnTo>
                    <a:pt x="4334751" y="1453766"/>
                  </a:lnTo>
                  <a:lnTo>
                    <a:pt x="4334877" y="1453766"/>
                  </a:lnTo>
                  <a:lnTo>
                    <a:pt x="4335004" y="1453766"/>
                  </a:lnTo>
                  <a:lnTo>
                    <a:pt x="4335130" y="1453766"/>
                  </a:lnTo>
                  <a:lnTo>
                    <a:pt x="4335256" y="1453766"/>
                  </a:lnTo>
                  <a:lnTo>
                    <a:pt x="4335382" y="1453766"/>
                  </a:lnTo>
                  <a:lnTo>
                    <a:pt x="4335509" y="1453766"/>
                  </a:lnTo>
                  <a:lnTo>
                    <a:pt x="4335635" y="1453766"/>
                  </a:lnTo>
                  <a:lnTo>
                    <a:pt x="4335761" y="1453766"/>
                  </a:lnTo>
                  <a:lnTo>
                    <a:pt x="4335887" y="1453766"/>
                  </a:lnTo>
                  <a:lnTo>
                    <a:pt x="4336014" y="1453766"/>
                  </a:lnTo>
                  <a:lnTo>
                    <a:pt x="4336140" y="1453766"/>
                  </a:lnTo>
                  <a:lnTo>
                    <a:pt x="4336266" y="1453766"/>
                  </a:lnTo>
                  <a:lnTo>
                    <a:pt x="4336392" y="1453766"/>
                  </a:lnTo>
                  <a:lnTo>
                    <a:pt x="4336519" y="1453766"/>
                  </a:lnTo>
                  <a:lnTo>
                    <a:pt x="4336645" y="1453766"/>
                  </a:lnTo>
                  <a:lnTo>
                    <a:pt x="4336771" y="1453766"/>
                  </a:lnTo>
                  <a:lnTo>
                    <a:pt x="4336897" y="1453766"/>
                  </a:lnTo>
                  <a:lnTo>
                    <a:pt x="4337024" y="1453766"/>
                  </a:lnTo>
                  <a:lnTo>
                    <a:pt x="4337150" y="1453766"/>
                  </a:lnTo>
                  <a:lnTo>
                    <a:pt x="4337276" y="1453766"/>
                  </a:lnTo>
                  <a:lnTo>
                    <a:pt x="4337402" y="1453766"/>
                  </a:lnTo>
                  <a:lnTo>
                    <a:pt x="4337529" y="1453766"/>
                  </a:lnTo>
                  <a:lnTo>
                    <a:pt x="4337655" y="1453766"/>
                  </a:lnTo>
                  <a:lnTo>
                    <a:pt x="4337781" y="1453766"/>
                  </a:lnTo>
                  <a:lnTo>
                    <a:pt x="4337907" y="1453766"/>
                  </a:lnTo>
                  <a:lnTo>
                    <a:pt x="4338034" y="1453766"/>
                  </a:lnTo>
                  <a:lnTo>
                    <a:pt x="4338160" y="1453766"/>
                  </a:lnTo>
                  <a:lnTo>
                    <a:pt x="4338286" y="1453766"/>
                  </a:lnTo>
                  <a:lnTo>
                    <a:pt x="4338412" y="1453766"/>
                  </a:lnTo>
                  <a:lnTo>
                    <a:pt x="4338539" y="1453766"/>
                  </a:lnTo>
                  <a:lnTo>
                    <a:pt x="4338665" y="1453766"/>
                  </a:lnTo>
                  <a:lnTo>
                    <a:pt x="4338791" y="1453766"/>
                  </a:lnTo>
                  <a:lnTo>
                    <a:pt x="4338917" y="1453766"/>
                  </a:lnTo>
                  <a:lnTo>
                    <a:pt x="4339044" y="1453766"/>
                  </a:lnTo>
                  <a:lnTo>
                    <a:pt x="4339170" y="1453766"/>
                  </a:lnTo>
                  <a:lnTo>
                    <a:pt x="4339296" y="1453766"/>
                  </a:lnTo>
                  <a:lnTo>
                    <a:pt x="4339422" y="1453766"/>
                  </a:lnTo>
                  <a:lnTo>
                    <a:pt x="4339549" y="1453766"/>
                  </a:lnTo>
                  <a:lnTo>
                    <a:pt x="4339675" y="1453766"/>
                  </a:lnTo>
                  <a:lnTo>
                    <a:pt x="4339801" y="1453766"/>
                  </a:lnTo>
                  <a:lnTo>
                    <a:pt x="4339927" y="1453766"/>
                  </a:lnTo>
                  <a:lnTo>
                    <a:pt x="4340054" y="1453766"/>
                  </a:lnTo>
                  <a:lnTo>
                    <a:pt x="4340180" y="1453766"/>
                  </a:lnTo>
                  <a:lnTo>
                    <a:pt x="4340306" y="1453766"/>
                  </a:lnTo>
                  <a:lnTo>
                    <a:pt x="4340306" y="1448855"/>
                  </a:lnTo>
                  <a:lnTo>
                    <a:pt x="4340433" y="1448855"/>
                  </a:lnTo>
                  <a:lnTo>
                    <a:pt x="4340559" y="1448855"/>
                  </a:lnTo>
                  <a:lnTo>
                    <a:pt x="4340685" y="1448855"/>
                  </a:lnTo>
                  <a:lnTo>
                    <a:pt x="4340811" y="1448855"/>
                  </a:lnTo>
                  <a:lnTo>
                    <a:pt x="4340938" y="1448855"/>
                  </a:lnTo>
                  <a:lnTo>
                    <a:pt x="4341064" y="1448855"/>
                  </a:lnTo>
                  <a:lnTo>
                    <a:pt x="4341190" y="1448855"/>
                  </a:lnTo>
                  <a:lnTo>
                    <a:pt x="4341316" y="1448855"/>
                  </a:lnTo>
                  <a:lnTo>
                    <a:pt x="4341443" y="1448855"/>
                  </a:lnTo>
                  <a:lnTo>
                    <a:pt x="4341569" y="1448855"/>
                  </a:lnTo>
                  <a:lnTo>
                    <a:pt x="4341695" y="1448855"/>
                  </a:lnTo>
                  <a:lnTo>
                    <a:pt x="4341821" y="1448855"/>
                  </a:lnTo>
                  <a:lnTo>
                    <a:pt x="4341948" y="1448855"/>
                  </a:lnTo>
                  <a:lnTo>
                    <a:pt x="4342074" y="1448855"/>
                  </a:lnTo>
                  <a:lnTo>
                    <a:pt x="4342200" y="1448855"/>
                  </a:lnTo>
                  <a:lnTo>
                    <a:pt x="4342326" y="1448855"/>
                  </a:lnTo>
                  <a:lnTo>
                    <a:pt x="4342453" y="1448855"/>
                  </a:lnTo>
                  <a:lnTo>
                    <a:pt x="4342579" y="1448855"/>
                  </a:lnTo>
                  <a:lnTo>
                    <a:pt x="4342705" y="1448855"/>
                  </a:lnTo>
                  <a:lnTo>
                    <a:pt x="4342831" y="1448855"/>
                  </a:lnTo>
                  <a:lnTo>
                    <a:pt x="4342958" y="1448855"/>
                  </a:lnTo>
                  <a:lnTo>
                    <a:pt x="4343084" y="1448855"/>
                  </a:lnTo>
                  <a:lnTo>
                    <a:pt x="4343210" y="1448855"/>
                  </a:lnTo>
                  <a:lnTo>
                    <a:pt x="4343336" y="1448855"/>
                  </a:lnTo>
                  <a:lnTo>
                    <a:pt x="4343463" y="1448855"/>
                  </a:lnTo>
                  <a:lnTo>
                    <a:pt x="4343589" y="1448855"/>
                  </a:lnTo>
                  <a:lnTo>
                    <a:pt x="4343715" y="1448855"/>
                  </a:lnTo>
                  <a:lnTo>
                    <a:pt x="4343841" y="1448855"/>
                  </a:lnTo>
                  <a:lnTo>
                    <a:pt x="4343968" y="1448855"/>
                  </a:lnTo>
                  <a:lnTo>
                    <a:pt x="4344094" y="1448855"/>
                  </a:lnTo>
                  <a:lnTo>
                    <a:pt x="4344220" y="1448855"/>
                  </a:lnTo>
                  <a:lnTo>
                    <a:pt x="4344346" y="1448855"/>
                  </a:lnTo>
                  <a:lnTo>
                    <a:pt x="4344473" y="1448855"/>
                  </a:lnTo>
                  <a:lnTo>
                    <a:pt x="4344599" y="1448855"/>
                  </a:lnTo>
                  <a:lnTo>
                    <a:pt x="4344725" y="1448855"/>
                  </a:lnTo>
                  <a:lnTo>
                    <a:pt x="4344851" y="1448855"/>
                  </a:lnTo>
                  <a:lnTo>
                    <a:pt x="4344978" y="1448855"/>
                  </a:lnTo>
                  <a:lnTo>
                    <a:pt x="4345104" y="1448855"/>
                  </a:lnTo>
                  <a:lnTo>
                    <a:pt x="4345230" y="1448855"/>
                  </a:lnTo>
                  <a:lnTo>
                    <a:pt x="4345357" y="1448855"/>
                  </a:lnTo>
                  <a:lnTo>
                    <a:pt x="4345483" y="1448855"/>
                  </a:lnTo>
                  <a:lnTo>
                    <a:pt x="4345609" y="1448855"/>
                  </a:lnTo>
                  <a:lnTo>
                    <a:pt x="4345735" y="1448855"/>
                  </a:lnTo>
                  <a:lnTo>
                    <a:pt x="4345862" y="1448855"/>
                  </a:lnTo>
                  <a:lnTo>
                    <a:pt x="4345988" y="1448855"/>
                  </a:lnTo>
                  <a:lnTo>
                    <a:pt x="4346114" y="1448855"/>
                  </a:lnTo>
                  <a:lnTo>
                    <a:pt x="4346240" y="1448855"/>
                  </a:lnTo>
                  <a:lnTo>
                    <a:pt x="4346367" y="1448855"/>
                  </a:lnTo>
                  <a:lnTo>
                    <a:pt x="4346493" y="1448855"/>
                  </a:lnTo>
                  <a:lnTo>
                    <a:pt x="4346619" y="1448855"/>
                  </a:lnTo>
                  <a:lnTo>
                    <a:pt x="4346745" y="1448855"/>
                  </a:lnTo>
                  <a:lnTo>
                    <a:pt x="4346872" y="1448855"/>
                  </a:lnTo>
                  <a:lnTo>
                    <a:pt x="4346998" y="1448855"/>
                  </a:lnTo>
                  <a:lnTo>
                    <a:pt x="4347124" y="1448855"/>
                  </a:lnTo>
                  <a:lnTo>
                    <a:pt x="4347250" y="1448855"/>
                  </a:lnTo>
                  <a:lnTo>
                    <a:pt x="4347377" y="1448855"/>
                  </a:lnTo>
                  <a:lnTo>
                    <a:pt x="4347503" y="1448855"/>
                  </a:lnTo>
                  <a:lnTo>
                    <a:pt x="4347629" y="1448855"/>
                  </a:lnTo>
                  <a:lnTo>
                    <a:pt x="4347755" y="1448855"/>
                  </a:lnTo>
                  <a:lnTo>
                    <a:pt x="4347882" y="1448855"/>
                  </a:lnTo>
                  <a:lnTo>
                    <a:pt x="4348008" y="1448855"/>
                  </a:lnTo>
                  <a:lnTo>
                    <a:pt x="4348134" y="1448855"/>
                  </a:lnTo>
                  <a:lnTo>
                    <a:pt x="4348260" y="1448855"/>
                  </a:lnTo>
                  <a:lnTo>
                    <a:pt x="4348387" y="1448855"/>
                  </a:lnTo>
                  <a:lnTo>
                    <a:pt x="4348513" y="1448855"/>
                  </a:lnTo>
                  <a:lnTo>
                    <a:pt x="4348639" y="1448855"/>
                  </a:lnTo>
                  <a:lnTo>
                    <a:pt x="4348765" y="1448855"/>
                  </a:lnTo>
                  <a:lnTo>
                    <a:pt x="4348892" y="1448855"/>
                  </a:lnTo>
                  <a:lnTo>
                    <a:pt x="4349018" y="1448855"/>
                  </a:lnTo>
                  <a:lnTo>
                    <a:pt x="4349144" y="1448855"/>
                  </a:lnTo>
                  <a:lnTo>
                    <a:pt x="4349270" y="1448855"/>
                  </a:lnTo>
                  <a:lnTo>
                    <a:pt x="4349397" y="1448855"/>
                  </a:lnTo>
                  <a:lnTo>
                    <a:pt x="4349523" y="1448855"/>
                  </a:lnTo>
                  <a:lnTo>
                    <a:pt x="4349649" y="1448855"/>
                  </a:lnTo>
                  <a:lnTo>
                    <a:pt x="4349775" y="1448855"/>
                  </a:lnTo>
                  <a:lnTo>
                    <a:pt x="4349902" y="1448855"/>
                  </a:lnTo>
                  <a:lnTo>
                    <a:pt x="4350028" y="1448855"/>
                  </a:lnTo>
                  <a:lnTo>
                    <a:pt x="4350154" y="1448855"/>
                  </a:lnTo>
                  <a:lnTo>
                    <a:pt x="4350280" y="1448855"/>
                  </a:lnTo>
                  <a:lnTo>
                    <a:pt x="4350407" y="1448855"/>
                  </a:lnTo>
                  <a:lnTo>
                    <a:pt x="4350533" y="1448855"/>
                  </a:lnTo>
                  <a:lnTo>
                    <a:pt x="4350659" y="1448855"/>
                  </a:lnTo>
                  <a:lnTo>
                    <a:pt x="4350786" y="1448855"/>
                  </a:lnTo>
                  <a:lnTo>
                    <a:pt x="4350912" y="1448855"/>
                  </a:lnTo>
                  <a:lnTo>
                    <a:pt x="4351038" y="1448855"/>
                  </a:lnTo>
                  <a:lnTo>
                    <a:pt x="4351164" y="1448855"/>
                  </a:lnTo>
                  <a:lnTo>
                    <a:pt x="4351291" y="1448855"/>
                  </a:lnTo>
                  <a:lnTo>
                    <a:pt x="4351417" y="1448855"/>
                  </a:lnTo>
                  <a:lnTo>
                    <a:pt x="4351543" y="1448855"/>
                  </a:lnTo>
                  <a:lnTo>
                    <a:pt x="4351669" y="1448855"/>
                  </a:lnTo>
                  <a:lnTo>
                    <a:pt x="4351796" y="1448855"/>
                  </a:lnTo>
                  <a:lnTo>
                    <a:pt x="4351922" y="1448855"/>
                  </a:lnTo>
                  <a:lnTo>
                    <a:pt x="4352048" y="1448855"/>
                  </a:lnTo>
                  <a:lnTo>
                    <a:pt x="4352174" y="1448855"/>
                  </a:lnTo>
                  <a:lnTo>
                    <a:pt x="4352301" y="1448855"/>
                  </a:lnTo>
                  <a:lnTo>
                    <a:pt x="4352427" y="1448855"/>
                  </a:lnTo>
                  <a:lnTo>
                    <a:pt x="4352553" y="1448855"/>
                  </a:lnTo>
                  <a:lnTo>
                    <a:pt x="4352679" y="1448855"/>
                  </a:lnTo>
                  <a:lnTo>
                    <a:pt x="4352806" y="1448855"/>
                  </a:lnTo>
                  <a:lnTo>
                    <a:pt x="4352932" y="1448855"/>
                  </a:lnTo>
                  <a:lnTo>
                    <a:pt x="4353058" y="1448855"/>
                  </a:lnTo>
                  <a:lnTo>
                    <a:pt x="4353184" y="1448855"/>
                  </a:lnTo>
                  <a:lnTo>
                    <a:pt x="4353311" y="1448855"/>
                  </a:lnTo>
                  <a:lnTo>
                    <a:pt x="4353437" y="1448855"/>
                  </a:lnTo>
                  <a:lnTo>
                    <a:pt x="4353563" y="1448855"/>
                  </a:lnTo>
                  <a:lnTo>
                    <a:pt x="4353689" y="1448855"/>
                  </a:lnTo>
                  <a:lnTo>
                    <a:pt x="4353816" y="1448855"/>
                  </a:lnTo>
                  <a:lnTo>
                    <a:pt x="4353942" y="1448855"/>
                  </a:lnTo>
                  <a:lnTo>
                    <a:pt x="4354068" y="1448855"/>
                  </a:lnTo>
                  <a:lnTo>
                    <a:pt x="4354194" y="1448855"/>
                  </a:lnTo>
                  <a:lnTo>
                    <a:pt x="4354321" y="1448855"/>
                  </a:lnTo>
                  <a:lnTo>
                    <a:pt x="4354447" y="1448855"/>
                  </a:lnTo>
                  <a:lnTo>
                    <a:pt x="4354573" y="1448855"/>
                  </a:lnTo>
                  <a:lnTo>
                    <a:pt x="4354699" y="1448855"/>
                  </a:lnTo>
                  <a:lnTo>
                    <a:pt x="4354826" y="1448855"/>
                  </a:lnTo>
                  <a:lnTo>
                    <a:pt x="4354952" y="1448855"/>
                  </a:lnTo>
                  <a:lnTo>
                    <a:pt x="4355078" y="1448855"/>
                  </a:lnTo>
                  <a:lnTo>
                    <a:pt x="4355204" y="1448855"/>
                  </a:lnTo>
                  <a:lnTo>
                    <a:pt x="4355331" y="1448855"/>
                  </a:lnTo>
                  <a:lnTo>
                    <a:pt x="4355457" y="1448855"/>
                  </a:lnTo>
                  <a:lnTo>
                    <a:pt x="4355583" y="1448855"/>
                  </a:lnTo>
                  <a:lnTo>
                    <a:pt x="4355710" y="1448855"/>
                  </a:lnTo>
                  <a:lnTo>
                    <a:pt x="4355836" y="1448855"/>
                  </a:lnTo>
                  <a:lnTo>
                    <a:pt x="4355962" y="1448855"/>
                  </a:lnTo>
                  <a:lnTo>
                    <a:pt x="4356088" y="1448855"/>
                  </a:lnTo>
                  <a:lnTo>
                    <a:pt x="4356215" y="1448855"/>
                  </a:lnTo>
                  <a:lnTo>
                    <a:pt x="4356341" y="1448855"/>
                  </a:lnTo>
                  <a:lnTo>
                    <a:pt x="4356467" y="1448855"/>
                  </a:lnTo>
                  <a:lnTo>
                    <a:pt x="4356593" y="1448855"/>
                  </a:lnTo>
                  <a:lnTo>
                    <a:pt x="4356720" y="1448855"/>
                  </a:lnTo>
                  <a:lnTo>
                    <a:pt x="4356846" y="1448855"/>
                  </a:lnTo>
                  <a:lnTo>
                    <a:pt x="4356972" y="1448855"/>
                  </a:lnTo>
                  <a:lnTo>
                    <a:pt x="4357098" y="1448855"/>
                  </a:lnTo>
                  <a:lnTo>
                    <a:pt x="4357225" y="1448855"/>
                  </a:lnTo>
                  <a:lnTo>
                    <a:pt x="4357351" y="1448855"/>
                  </a:lnTo>
                  <a:lnTo>
                    <a:pt x="4357477" y="1448855"/>
                  </a:lnTo>
                  <a:lnTo>
                    <a:pt x="4357603" y="1448855"/>
                  </a:lnTo>
                  <a:lnTo>
                    <a:pt x="4357730" y="1448855"/>
                  </a:lnTo>
                  <a:lnTo>
                    <a:pt x="4357856" y="1448855"/>
                  </a:lnTo>
                  <a:lnTo>
                    <a:pt x="4357982" y="1448855"/>
                  </a:lnTo>
                  <a:lnTo>
                    <a:pt x="4358108" y="1448855"/>
                  </a:lnTo>
                  <a:lnTo>
                    <a:pt x="4358235" y="1448855"/>
                  </a:lnTo>
                  <a:lnTo>
                    <a:pt x="4358361" y="1448855"/>
                  </a:lnTo>
                  <a:lnTo>
                    <a:pt x="4358487" y="1448855"/>
                  </a:lnTo>
                  <a:lnTo>
                    <a:pt x="4358613" y="1448855"/>
                  </a:lnTo>
                  <a:lnTo>
                    <a:pt x="4358740" y="1448855"/>
                  </a:lnTo>
                  <a:lnTo>
                    <a:pt x="4358740" y="1443944"/>
                  </a:lnTo>
                  <a:lnTo>
                    <a:pt x="4358866" y="1443944"/>
                  </a:lnTo>
                  <a:lnTo>
                    <a:pt x="4358992" y="1443944"/>
                  </a:lnTo>
                  <a:lnTo>
                    <a:pt x="4359118" y="1443944"/>
                  </a:lnTo>
                  <a:lnTo>
                    <a:pt x="4359245" y="1443944"/>
                  </a:lnTo>
                  <a:lnTo>
                    <a:pt x="4359371" y="1443944"/>
                  </a:lnTo>
                  <a:lnTo>
                    <a:pt x="4359497" y="1443944"/>
                  </a:lnTo>
                  <a:lnTo>
                    <a:pt x="4359623" y="1443944"/>
                  </a:lnTo>
                  <a:lnTo>
                    <a:pt x="4359750" y="1443944"/>
                  </a:lnTo>
                  <a:lnTo>
                    <a:pt x="4359876" y="1443944"/>
                  </a:lnTo>
                  <a:lnTo>
                    <a:pt x="4360002" y="1443944"/>
                  </a:lnTo>
                  <a:lnTo>
                    <a:pt x="4360128" y="1443944"/>
                  </a:lnTo>
                  <a:lnTo>
                    <a:pt x="4360255" y="1443944"/>
                  </a:lnTo>
                  <a:lnTo>
                    <a:pt x="4360381" y="1443944"/>
                  </a:lnTo>
                  <a:lnTo>
                    <a:pt x="4360507" y="1443944"/>
                  </a:lnTo>
                  <a:lnTo>
                    <a:pt x="4360633" y="1443944"/>
                  </a:lnTo>
                  <a:lnTo>
                    <a:pt x="4360760" y="1443944"/>
                  </a:lnTo>
                  <a:lnTo>
                    <a:pt x="4360886" y="1443944"/>
                  </a:lnTo>
                  <a:lnTo>
                    <a:pt x="4361012" y="1443944"/>
                  </a:lnTo>
                  <a:lnTo>
                    <a:pt x="4361139" y="1443944"/>
                  </a:lnTo>
                  <a:lnTo>
                    <a:pt x="4361265" y="1443944"/>
                  </a:lnTo>
                  <a:lnTo>
                    <a:pt x="4361391" y="1443944"/>
                  </a:lnTo>
                  <a:lnTo>
                    <a:pt x="4361517" y="1443944"/>
                  </a:lnTo>
                  <a:lnTo>
                    <a:pt x="4361644" y="1443944"/>
                  </a:lnTo>
                  <a:lnTo>
                    <a:pt x="4361770" y="1443944"/>
                  </a:lnTo>
                  <a:lnTo>
                    <a:pt x="4361896" y="1443944"/>
                  </a:lnTo>
                  <a:lnTo>
                    <a:pt x="4362022" y="1443944"/>
                  </a:lnTo>
                  <a:lnTo>
                    <a:pt x="4362149" y="1443944"/>
                  </a:lnTo>
                  <a:lnTo>
                    <a:pt x="4362275" y="1443944"/>
                  </a:lnTo>
                  <a:lnTo>
                    <a:pt x="4362401" y="1443944"/>
                  </a:lnTo>
                  <a:lnTo>
                    <a:pt x="4362527" y="1443944"/>
                  </a:lnTo>
                  <a:lnTo>
                    <a:pt x="4362654" y="1443944"/>
                  </a:lnTo>
                  <a:lnTo>
                    <a:pt x="4362780" y="1443944"/>
                  </a:lnTo>
                  <a:lnTo>
                    <a:pt x="4362906" y="1443944"/>
                  </a:lnTo>
                  <a:lnTo>
                    <a:pt x="4363032" y="1443944"/>
                  </a:lnTo>
                  <a:lnTo>
                    <a:pt x="4363159" y="1443944"/>
                  </a:lnTo>
                  <a:lnTo>
                    <a:pt x="4363285" y="1443944"/>
                  </a:lnTo>
                  <a:lnTo>
                    <a:pt x="4363411" y="1443944"/>
                  </a:lnTo>
                  <a:lnTo>
                    <a:pt x="4363537" y="1443944"/>
                  </a:lnTo>
                  <a:lnTo>
                    <a:pt x="4363664" y="1443944"/>
                  </a:lnTo>
                  <a:lnTo>
                    <a:pt x="4363790" y="1443944"/>
                  </a:lnTo>
                  <a:lnTo>
                    <a:pt x="4363916" y="1443944"/>
                  </a:lnTo>
                  <a:lnTo>
                    <a:pt x="4364042" y="1443944"/>
                  </a:lnTo>
                  <a:lnTo>
                    <a:pt x="4364169" y="1443944"/>
                  </a:lnTo>
                  <a:lnTo>
                    <a:pt x="4364295" y="1443944"/>
                  </a:lnTo>
                  <a:lnTo>
                    <a:pt x="4364421" y="1443944"/>
                  </a:lnTo>
                  <a:lnTo>
                    <a:pt x="4364547" y="1443944"/>
                  </a:lnTo>
                  <a:lnTo>
                    <a:pt x="4364674" y="1443944"/>
                  </a:lnTo>
                  <a:lnTo>
                    <a:pt x="4364800" y="1443944"/>
                  </a:lnTo>
                  <a:lnTo>
                    <a:pt x="4364926" y="1443944"/>
                  </a:lnTo>
                  <a:lnTo>
                    <a:pt x="4365052" y="1443944"/>
                  </a:lnTo>
                  <a:lnTo>
                    <a:pt x="4365179" y="1443944"/>
                  </a:lnTo>
                  <a:lnTo>
                    <a:pt x="4365305" y="1443944"/>
                  </a:lnTo>
                  <a:lnTo>
                    <a:pt x="4365431" y="1443944"/>
                  </a:lnTo>
                  <a:lnTo>
                    <a:pt x="4365557" y="1443944"/>
                  </a:lnTo>
                  <a:lnTo>
                    <a:pt x="4365684" y="1443944"/>
                  </a:lnTo>
                  <a:lnTo>
                    <a:pt x="4365810" y="1443944"/>
                  </a:lnTo>
                  <a:lnTo>
                    <a:pt x="4365936" y="1443944"/>
                  </a:lnTo>
                  <a:lnTo>
                    <a:pt x="4366063" y="1443944"/>
                  </a:lnTo>
                  <a:lnTo>
                    <a:pt x="4366189" y="1443944"/>
                  </a:lnTo>
                  <a:lnTo>
                    <a:pt x="4366315" y="1443944"/>
                  </a:lnTo>
                  <a:lnTo>
                    <a:pt x="4366441" y="1443944"/>
                  </a:lnTo>
                  <a:lnTo>
                    <a:pt x="4366568" y="1443944"/>
                  </a:lnTo>
                  <a:lnTo>
                    <a:pt x="4366694" y="1443944"/>
                  </a:lnTo>
                  <a:lnTo>
                    <a:pt x="4366820" y="1443944"/>
                  </a:lnTo>
                  <a:lnTo>
                    <a:pt x="4366946" y="1443944"/>
                  </a:lnTo>
                  <a:lnTo>
                    <a:pt x="4367073" y="1443944"/>
                  </a:lnTo>
                  <a:lnTo>
                    <a:pt x="4367199" y="1443944"/>
                  </a:lnTo>
                  <a:lnTo>
                    <a:pt x="4367325" y="1443944"/>
                  </a:lnTo>
                  <a:lnTo>
                    <a:pt x="4367451" y="1443944"/>
                  </a:lnTo>
                  <a:lnTo>
                    <a:pt x="4367578" y="1443944"/>
                  </a:lnTo>
                  <a:lnTo>
                    <a:pt x="4367704" y="1443944"/>
                  </a:lnTo>
                  <a:lnTo>
                    <a:pt x="4367830" y="1443944"/>
                  </a:lnTo>
                  <a:lnTo>
                    <a:pt x="4367956" y="1443944"/>
                  </a:lnTo>
                  <a:lnTo>
                    <a:pt x="4368083" y="1443944"/>
                  </a:lnTo>
                  <a:lnTo>
                    <a:pt x="4368209" y="1443944"/>
                  </a:lnTo>
                  <a:lnTo>
                    <a:pt x="4368335" y="1443944"/>
                  </a:lnTo>
                  <a:lnTo>
                    <a:pt x="4368461" y="1443944"/>
                  </a:lnTo>
                  <a:lnTo>
                    <a:pt x="4368588" y="1443944"/>
                  </a:lnTo>
                  <a:lnTo>
                    <a:pt x="4368714" y="1443944"/>
                  </a:lnTo>
                  <a:lnTo>
                    <a:pt x="4368840" y="1443944"/>
                  </a:lnTo>
                  <a:lnTo>
                    <a:pt x="4368966" y="1443944"/>
                  </a:lnTo>
                  <a:lnTo>
                    <a:pt x="4369093" y="1443944"/>
                  </a:lnTo>
                  <a:lnTo>
                    <a:pt x="4369219" y="1443944"/>
                  </a:lnTo>
                  <a:lnTo>
                    <a:pt x="4369345" y="1443944"/>
                  </a:lnTo>
                  <a:lnTo>
                    <a:pt x="4369471" y="1443944"/>
                  </a:lnTo>
                  <a:lnTo>
                    <a:pt x="4369598" y="1443944"/>
                  </a:lnTo>
                  <a:lnTo>
                    <a:pt x="4369724" y="1443944"/>
                  </a:lnTo>
                  <a:lnTo>
                    <a:pt x="4369850" y="1443944"/>
                  </a:lnTo>
                  <a:lnTo>
                    <a:pt x="4369976" y="1443944"/>
                  </a:lnTo>
                  <a:lnTo>
                    <a:pt x="4370103" y="1443944"/>
                  </a:lnTo>
                  <a:lnTo>
                    <a:pt x="4370229" y="1443944"/>
                  </a:lnTo>
                  <a:lnTo>
                    <a:pt x="4370355" y="1443944"/>
                  </a:lnTo>
                  <a:lnTo>
                    <a:pt x="4370481" y="1443944"/>
                  </a:lnTo>
                  <a:lnTo>
                    <a:pt x="4370608" y="1443944"/>
                  </a:lnTo>
                  <a:lnTo>
                    <a:pt x="4370734" y="1443944"/>
                  </a:lnTo>
                  <a:lnTo>
                    <a:pt x="4370860" y="1443944"/>
                  </a:lnTo>
                  <a:lnTo>
                    <a:pt x="4370986" y="1443944"/>
                  </a:lnTo>
                  <a:lnTo>
                    <a:pt x="4371113" y="1443944"/>
                  </a:lnTo>
                  <a:lnTo>
                    <a:pt x="4371239" y="1443944"/>
                  </a:lnTo>
                  <a:lnTo>
                    <a:pt x="4371365" y="1443944"/>
                  </a:lnTo>
                  <a:lnTo>
                    <a:pt x="4371492" y="1443944"/>
                  </a:lnTo>
                  <a:lnTo>
                    <a:pt x="4371618" y="1443944"/>
                  </a:lnTo>
                  <a:lnTo>
                    <a:pt x="4371744" y="1443944"/>
                  </a:lnTo>
                  <a:lnTo>
                    <a:pt x="4371870" y="1443944"/>
                  </a:lnTo>
                  <a:lnTo>
                    <a:pt x="4371997" y="1443944"/>
                  </a:lnTo>
                  <a:lnTo>
                    <a:pt x="4372123" y="1443944"/>
                  </a:lnTo>
                  <a:lnTo>
                    <a:pt x="4372249" y="1443944"/>
                  </a:lnTo>
                  <a:lnTo>
                    <a:pt x="4372375" y="1443944"/>
                  </a:lnTo>
                  <a:lnTo>
                    <a:pt x="4372502" y="1443944"/>
                  </a:lnTo>
                  <a:lnTo>
                    <a:pt x="4372628" y="1443944"/>
                  </a:lnTo>
                  <a:lnTo>
                    <a:pt x="4372754" y="1443944"/>
                  </a:lnTo>
                  <a:lnTo>
                    <a:pt x="4372880" y="1443944"/>
                  </a:lnTo>
                  <a:lnTo>
                    <a:pt x="4373007" y="1443944"/>
                  </a:lnTo>
                  <a:lnTo>
                    <a:pt x="4373133" y="1443944"/>
                  </a:lnTo>
                  <a:lnTo>
                    <a:pt x="4373259" y="1443944"/>
                  </a:lnTo>
                  <a:lnTo>
                    <a:pt x="4373385" y="1443944"/>
                  </a:lnTo>
                  <a:lnTo>
                    <a:pt x="4373512" y="1443944"/>
                  </a:lnTo>
                  <a:lnTo>
                    <a:pt x="4373638" y="1443944"/>
                  </a:lnTo>
                  <a:lnTo>
                    <a:pt x="4373764" y="1443944"/>
                  </a:lnTo>
                  <a:lnTo>
                    <a:pt x="4373890" y="1443944"/>
                  </a:lnTo>
                  <a:lnTo>
                    <a:pt x="4374017" y="1443944"/>
                  </a:lnTo>
                  <a:lnTo>
                    <a:pt x="4374143" y="1443944"/>
                  </a:lnTo>
                  <a:lnTo>
                    <a:pt x="4374269" y="1443944"/>
                  </a:lnTo>
                  <a:lnTo>
                    <a:pt x="4374395" y="1443944"/>
                  </a:lnTo>
                  <a:lnTo>
                    <a:pt x="4374522" y="1443944"/>
                  </a:lnTo>
                  <a:lnTo>
                    <a:pt x="4374648" y="1443944"/>
                  </a:lnTo>
                  <a:lnTo>
                    <a:pt x="4374774" y="1443944"/>
                  </a:lnTo>
                  <a:lnTo>
                    <a:pt x="4374900" y="1443944"/>
                  </a:lnTo>
                  <a:lnTo>
                    <a:pt x="4375027" y="1443944"/>
                  </a:lnTo>
                  <a:lnTo>
                    <a:pt x="4375153" y="1443944"/>
                  </a:lnTo>
                  <a:lnTo>
                    <a:pt x="4375279" y="1443944"/>
                  </a:lnTo>
                  <a:lnTo>
                    <a:pt x="4375405" y="1443944"/>
                  </a:lnTo>
                  <a:lnTo>
                    <a:pt x="4375532" y="1443944"/>
                  </a:lnTo>
                  <a:lnTo>
                    <a:pt x="4375658" y="1443944"/>
                  </a:lnTo>
                  <a:lnTo>
                    <a:pt x="4375784" y="1443944"/>
                  </a:lnTo>
                  <a:lnTo>
                    <a:pt x="4375910" y="1443944"/>
                  </a:lnTo>
                  <a:lnTo>
                    <a:pt x="4376037" y="1443944"/>
                  </a:lnTo>
                  <a:lnTo>
                    <a:pt x="4376163" y="1443944"/>
                  </a:lnTo>
                  <a:lnTo>
                    <a:pt x="4376289" y="1443944"/>
                  </a:lnTo>
                  <a:lnTo>
                    <a:pt x="4376416" y="1443944"/>
                  </a:lnTo>
                  <a:lnTo>
                    <a:pt x="4376542" y="1443944"/>
                  </a:lnTo>
                  <a:lnTo>
                    <a:pt x="4376668" y="1443944"/>
                  </a:lnTo>
                  <a:lnTo>
                    <a:pt x="4376794" y="1443944"/>
                  </a:lnTo>
                  <a:lnTo>
                    <a:pt x="4376921" y="1443944"/>
                  </a:lnTo>
                  <a:lnTo>
                    <a:pt x="4377047" y="1443944"/>
                  </a:lnTo>
                  <a:lnTo>
                    <a:pt x="4377173" y="1443944"/>
                  </a:lnTo>
                  <a:lnTo>
                    <a:pt x="4377299" y="1443944"/>
                  </a:lnTo>
                  <a:lnTo>
                    <a:pt x="4377426" y="1443944"/>
                  </a:lnTo>
                  <a:lnTo>
                    <a:pt x="4377552" y="1443944"/>
                  </a:lnTo>
                  <a:lnTo>
                    <a:pt x="4377678" y="1443944"/>
                  </a:lnTo>
                  <a:lnTo>
                    <a:pt x="4377804" y="1443944"/>
                  </a:lnTo>
                  <a:lnTo>
                    <a:pt x="4377931" y="1443944"/>
                  </a:lnTo>
                  <a:lnTo>
                    <a:pt x="4378057" y="1443944"/>
                  </a:lnTo>
                  <a:lnTo>
                    <a:pt x="4378183" y="1443944"/>
                  </a:lnTo>
                  <a:lnTo>
                    <a:pt x="4378309" y="1443944"/>
                  </a:lnTo>
                  <a:lnTo>
                    <a:pt x="4378436" y="1443944"/>
                  </a:lnTo>
                  <a:lnTo>
                    <a:pt x="4378562" y="1443944"/>
                  </a:lnTo>
                  <a:lnTo>
                    <a:pt x="4378688" y="1443944"/>
                  </a:lnTo>
                  <a:lnTo>
                    <a:pt x="4378814" y="1443944"/>
                  </a:lnTo>
                  <a:lnTo>
                    <a:pt x="4378814" y="1439032"/>
                  </a:lnTo>
                  <a:lnTo>
                    <a:pt x="4378941" y="1439032"/>
                  </a:lnTo>
                  <a:lnTo>
                    <a:pt x="4379067" y="1439032"/>
                  </a:lnTo>
                  <a:lnTo>
                    <a:pt x="4379193" y="1439032"/>
                  </a:lnTo>
                  <a:lnTo>
                    <a:pt x="4379319" y="1439032"/>
                  </a:lnTo>
                  <a:lnTo>
                    <a:pt x="4379446" y="1439032"/>
                  </a:lnTo>
                  <a:lnTo>
                    <a:pt x="4379572" y="1439032"/>
                  </a:lnTo>
                  <a:lnTo>
                    <a:pt x="4379698" y="1439032"/>
                  </a:lnTo>
                  <a:lnTo>
                    <a:pt x="4379824" y="1439032"/>
                  </a:lnTo>
                  <a:lnTo>
                    <a:pt x="4379951" y="1439032"/>
                  </a:lnTo>
                  <a:lnTo>
                    <a:pt x="4380077" y="1439032"/>
                  </a:lnTo>
                  <a:lnTo>
                    <a:pt x="4380203" y="1439032"/>
                  </a:lnTo>
                  <a:lnTo>
                    <a:pt x="4380203" y="1434121"/>
                  </a:lnTo>
                  <a:lnTo>
                    <a:pt x="4380329" y="1434121"/>
                  </a:lnTo>
                  <a:lnTo>
                    <a:pt x="4380456" y="1434121"/>
                  </a:lnTo>
                  <a:lnTo>
                    <a:pt x="4380582" y="1434121"/>
                  </a:lnTo>
                  <a:lnTo>
                    <a:pt x="4380708" y="1434121"/>
                  </a:lnTo>
                  <a:lnTo>
                    <a:pt x="4380834" y="1434121"/>
                  </a:lnTo>
                  <a:lnTo>
                    <a:pt x="4380961" y="1434121"/>
                  </a:lnTo>
                  <a:lnTo>
                    <a:pt x="4381087" y="1434121"/>
                  </a:lnTo>
                  <a:lnTo>
                    <a:pt x="4381213" y="1434121"/>
                  </a:lnTo>
                  <a:lnTo>
                    <a:pt x="4381339" y="1434121"/>
                  </a:lnTo>
                  <a:lnTo>
                    <a:pt x="4381466" y="1434121"/>
                  </a:lnTo>
                  <a:lnTo>
                    <a:pt x="4381592" y="1434121"/>
                  </a:lnTo>
                  <a:lnTo>
                    <a:pt x="4381718" y="1434121"/>
                  </a:lnTo>
                  <a:lnTo>
                    <a:pt x="4381845" y="1434121"/>
                  </a:lnTo>
                  <a:lnTo>
                    <a:pt x="4381971" y="1434121"/>
                  </a:lnTo>
                  <a:lnTo>
                    <a:pt x="4382097" y="1434121"/>
                  </a:lnTo>
                  <a:lnTo>
                    <a:pt x="4382223" y="1434121"/>
                  </a:lnTo>
                  <a:lnTo>
                    <a:pt x="4382350" y="1434121"/>
                  </a:lnTo>
                  <a:lnTo>
                    <a:pt x="4382476" y="1434121"/>
                  </a:lnTo>
                  <a:lnTo>
                    <a:pt x="4382602" y="1434121"/>
                  </a:lnTo>
                  <a:lnTo>
                    <a:pt x="4382728" y="1434121"/>
                  </a:lnTo>
                  <a:lnTo>
                    <a:pt x="4382855" y="1434121"/>
                  </a:lnTo>
                  <a:lnTo>
                    <a:pt x="4382855" y="1429210"/>
                  </a:lnTo>
                  <a:lnTo>
                    <a:pt x="4382981" y="1429210"/>
                  </a:lnTo>
                  <a:lnTo>
                    <a:pt x="4383107" y="1429210"/>
                  </a:lnTo>
                  <a:lnTo>
                    <a:pt x="4383233" y="1429210"/>
                  </a:lnTo>
                  <a:lnTo>
                    <a:pt x="4383233" y="1424298"/>
                  </a:lnTo>
                  <a:lnTo>
                    <a:pt x="4383360" y="1424298"/>
                  </a:lnTo>
                  <a:lnTo>
                    <a:pt x="4383486" y="1424298"/>
                  </a:lnTo>
                  <a:lnTo>
                    <a:pt x="4383612" y="1424298"/>
                  </a:lnTo>
                  <a:lnTo>
                    <a:pt x="4383738" y="1424298"/>
                  </a:lnTo>
                  <a:lnTo>
                    <a:pt x="4383865" y="1424298"/>
                  </a:lnTo>
                  <a:lnTo>
                    <a:pt x="4383991" y="1424298"/>
                  </a:lnTo>
                  <a:lnTo>
                    <a:pt x="4384117" y="1424298"/>
                  </a:lnTo>
                  <a:lnTo>
                    <a:pt x="4384243" y="1424298"/>
                  </a:lnTo>
                  <a:lnTo>
                    <a:pt x="4384370" y="1424298"/>
                  </a:lnTo>
                  <a:lnTo>
                    <a:pt x="4384496" y="1424298"/>
                  </a:lnTo>
                  <a:lnTo>
                    <a:pt x="4384622" y="1424298"/>
                  </a:lnTo>
                  <a:lnTo>
                    <a:pt x="4384748" y="1424298"/>
                  </a:lnTo>
                  <a:lnTo>
                    <a:pt x="4384875" y="1424298"/>
                  </a:lnTo>
                  <a:lnTo>
                    <a:pt x="4385001" y="1424298"/>
                  </a:lnTo>
                  <a:lnTo>
                    <a:pt x="4385127" y="1424298"/>
                  </a:lnTo>
                  <a:lnTo>
                    <a:pt x="4385253" y="1424298"/>
                  </a:lnTo>
                  <a:lnTo>
                    <a:pt x="4385380" y="1424298"/>
                  </a:lnTo>
                  <a:lnTo>
                    <a:pt x="4385506" y="1424298"/>
                  </a:lnTo>
                  <a:lnTo>
                    <a:pt x="4385632" y="1424298"/>
                  </a:lnTo>
                  <a:lnTo>
                    <a:pt x="4385758" y="1424298"/>
                  </a:lnTo>
                  <a:lnTo>
                    <a:pt x="4385885" y="1424298"/>
                  </a:lnTo>
                  <a:lnTo>
                    <a:pt x="4386011" y="1424298"/>
                  </a:lnTo>
                  <a:lnTo>
                    <a:pt x="4386137" y="1424298"/>
                  </a:lnTo>
                  <a:lnTo>
                    <a:pt x="4386263" y="1424298"/>
                  </a:lnTo>
                  <a:lnTo>
                    <a:pt x="4386390" y="1424298"/>
                  </a:lnTo>
                  <a:lnTo>
                    <a:pt x="4386516" y="1424298"/>
                  </a:lnTo>
                  <a:lnTo>
                    <a:pt x="4386642" y="1424298"/>
                  </a:lnTo>
                  <a:lnTo>
                    <a:pt x="4386769" y="1424298"/>
                  </a:lnTo>
                  <a:lnTo>
                    <a:pt x="4386895" y="1424298"/>
                  </a:lnTo>
                  <a:lnTo>
                    <a:pt x="4387021" y="1424298"/>
                  </a:lnTo>
                  <a:lnTo>
                    <a:pt x="4387147" y="1424298"/>
                  </a:lnTo>
                  <a:lnTo>
                    <a:pt x="4387274" y="1424298"/>
                  </a:lnTo>
                  <a:lnTo>
                    <a:pt x="4387400" y="1424298"/>
                  </a:lnTo>
                  <a:lnTo>
                    <a:pt x="4387526" y="1424298"/>
                  </a:lnTo>
                  <a:lnTo>
                    <a:pt x="4387652" y="1424298"/>
                  </a:lnTo>
                  <a:lnTo>
                    <a:pt x="4387779" y="1424298"/>
                  </a:lnTo>
                  <a:lnTo>
                    <a:pt x="4387905" y="1424298"/>
                  </a:lnTo>
                  <a:lnTo>
                    <a:pt x="4388031" y="1424298"/>
                  </a:lnTo>
                  <a:lnTo>
                    <a:pt x="4388157" y="1424298"/>
                  </a:lnTo>
                  <a:lnTo>
                    <a:pt x="4388284" y="1424298"/>
                  </a:lnTo>
                  <a:lnTo>
                    <a:pt x="4388410" y="1424298"/>
                  </a:lnTo>
                  <a:lnTo>
                    <a:pt x="4388536" y="1424298"/>
                  </a:lnTo>
                  <a:lnTo>
                    <a:pt x="4388662" y="1424298"/>
                  </a:lnTo>
                  <a:lnTo>
                    <a:pt x="4388789" y="1424298"/>
                  </a:lnTo>
                  <a:lnTo>
                    <a:pt x="4388915" y="1424298"/>
                  </a:lnTo>
                  <a:lnTo>
                    <a:pt x="4389041" y="1424298"/>
                  </a:lnTo>
                  <a:lnTo>
                    <a:pt x="4389167" y="1424298"/>
                  </a:lnTo>
                  <a:lnTo>
                    <a:pt x="4389294" y="1424298"/>
                  </a:lnTo>
                  <a:lnTo>
                    <a:pt x="4389420" y="1424298"/>
                  </a:lnTo>
                  <a:lnTo>
                    <a:pt x="4389546" y="1424298"/>
                  </a:lnTo>
                  <a:lnTo>
                    <a:pt x="4389546" y="1419387"/>
                  </a:lnTo>
                  <a:lnTo>
                    <a:pt x="4389672" y="1419387"/>
                  </a:lnTo>
                  <a:lnTo>
                    <a:pt x="4389799" y="1419387"/>
                  </a:lnTo>
                  <a:lnTo>
                    <a:pt x="4389925" y="1419387"/>
                  </a:lnTo>
                  <a:lnTo>
                    <a:pt x="4390051" y="1419387"/>
                  </a:lnTo>
                  <a:lnTo>
                    <a:pt x="4390177" y="1419387"/>
                  </a:lnTo>
                  <a:lnTo>
                    <a:pt x="4390304" y="1419387"/>
                  </a:lnTo>
                  <a:lnTo>
                    <a:pt x="4390430" y="1419387"/>
                  </a:lnTo>
                  <a:lnTo>
                    <a:pt x="4390556" y="1419387"/>
                  </a:lnTo>
                  <a:lnTo>
                    <a:pt x="4390682" y="1419387"/>
                  </a:lnTo>
                  <a:lnTo>
                    <a:pt x="4390809" y="1419387"/>
                  </a:lnTo>
                  <a:lnTo>
                    <a:pt x="4390935" y="1419387"/>
                  </a:lnTo>
                  <a:lnTo>
                    <a:pt x="4391061" y="1419387"/>
                  </a:lnTo>
                  <a:lnTo>
                    <a:pt x="4391187" y="1419387"/>
                  </a:lnTo>
                  <a:lnTo>
                    <a:pt x="4391314" y="1419387"/>
                  </a:lnTo>
                  <a:lnTo>
                    <a:pt x="4391440" y="1419387"/>
                  </a:lnTo>
                  <a:lnTo>
                    <a:pt x="4391566" y="1419387"/>
                  </a:lnTo>
                  <a:lnTo>
                    <a:pt x="4391692" y="1419387"/>
                  </a:lnTo>
                  <a:lnTo>
                    <a:pt x="4391819" y="1419387"/>
                  </a:lnTo>
                  <a:lnTo>
                    <a:pt x="4391945" y="1419387"/>
                  </a:lnTo>
                  <a:lnTo>
                    <a:pt x="4392071" y="1419387"/>
                  </a:lnTo>
                  <a:lnTo>
                    <a:pt x="4392198" y="1419387"/>
                  </a:lnTo>
                  <a:lnTo>
                    <a:pt x="4392324" y="1419387"/>
                  </a:lnTo>
                  <a:lnTo>
                    <a:pt x="4392450" y="1419387"/>
                  </a:lnTo>
                  <a:lnTo>
                    <a:pt x="4392576" y="1419387"/>
                  </a:lnTo>
                  <a:lnTo>
                    <a:pt x="4392703" y="1419387"/>
                  </a:lnTo>
                  <a:lnTo>
                    <a:pt x="4392829" y="1419387"/>
                  </a:lnTo>
                  <a:lnTo>
                    <a:pt x="4392955" y="1419387"/>
                  </a:lnTo>
                  <a:lnTo>
                    <a:pt x="4393081" y="1419387"/>
                  </a:lnTo>
                  <a:lnTo>
                    <a:pt x="4393208" y="1419387"/>
                  </a:lnTo>
                  <a:lnTo>
                    <a:pt x="4393334" y="1419387"/>
                  </a:lnTo>
                  <a:lnTo>
                    <a:pt x="4393460" y="1419387"/>
                  </a:lnTo>
                  <a:lnTo>
                    <a:pt x="4393586" y="1419387"/>
                  </a:lnTo>
                  <a:lnTo>
                    <a:pt x="4393713" y="1419387"/>
                  </a:lnTo>
                  <a:lnTo>
                    <a:pt x="4393839" y="1419387"/>
                  </a:lnTo>
                  <a:lnTo>
                    <a:pt x="4393965" y="1419387"/>
                  </a:lnTo>
                  <a:lnTo>
                    <a:pt x="4394091" y="1419387"/>
                  </a:lnTo>
                  <a:lnTo>
                    <a:pt x="4394218" y="1419387"/>
                  </a:lnTo>
                  <a:lnTo>
                    <a:pt x="4394344" y="1419387"/>
                  </a:lnTo>
                  <a:lnTo>
                    <a:pt x="4394470" y="1419387"/>
                  </a:lnTo>
                  <a:lnTo>
                    <a:pt x="4394596" y="1419387"/>
                  </a:lnTo>
                  <a:lnTo>
                    <a:pt x="4394723" y="1419387"/>
                  </a:lnTo>
                  <a:lnTo>
                    <a:pt x="4394849" y="1419387"/>
                  </a:lnTo>
                  <a:lnTo>
                    <a:pt x="4394975" y="1419387"/>
                  </a:lnTo>
                  <a:lnTo>
                    <a:pt x="4395101" y="1419387"/>
                  </a:lnTo>
                  <a:lnTo>
                    <a:pt x="4395228" y="1419387"/>
                  </a:lnTo>
                  <a:lnTo>
                    <a:pt x="4395354" y="1419387"/>
                  </a:lnTo>
                  <a:lnTo>
                    <a:pt x="4395480" y="1419387"/>
                  </a:lnTo>
                  <a:lnTo>
                    <a:pt x="4395606" y="1419387"/>
                  </a:lnTo>
                  <a:lnTo>
                    <a:pt x="4395733" y="1419387"/>
                  </a:lnTo>
                  <a:lnTo>
                    <a:pt x="4395859" y="1419387"/>
                  </a:lnTo>
                  <a:lnTo>
                    <a:pt x="4395985" y="1419387"/>
                  </a:lnTo>
                  <a:lnTo>
                    <a:pt x="4396111" y="1419387"/>
                  </a:lnTo>
                  <a:lnTo>
                    <a:pt x="4396238" y="1419387"/>
                  </a:lnTo>
                  <a:lnTo>
                    <a:pt x="4396364" y="1419387"/>
                  </a:lnTo>
                  <a:lnTo>
                    <a:pt x="4396490" y="1419387"/>
                  </a:lnTo>
                  <a:lnTo>
                    <a:pt x="4396616" y="1419387"/>
                  </a:lnTo>
                  <a:lnTo>
                    <a:pt x="4396743" y="1419387"/>
                  </a:lnTo>
                  <a:lnTo>
                    <a:pt x="4396869" y="1419387"/>
                  </a:lnTo>
                  <a:lnTo>
                    <a:pt x="4396995" y="1419387"/>
                  </a:lnTo>
                  <a:lnTo>
                    <a:pt x="4397122" y="1419387"/>
                  </a:lnTo>
                  <a:lnTo>
                    <a:pt x="4397248" y="1419387"/>
                  </a:lnTo>
                  <a:lnTo>
                    <a:pt x="4397374" y="1419387"/>
                  </a:lnTo>
                  <a:lnTo>
                    <a:pt x="4397500" y="1419387"/>
                  </a:lnTo>
                  <a:lnTo>
                    <a:pt x="4397627" y="1419387"/>
                  </a:lnTo>
                  <a:lnTo>
                    <a:pt x="4397753" y="1419387"/>
                  </a:lnTo>
                  <a:lnTo>
                    <a:pt x="4397879" y="1419387"/>
                  </a:lnTo>
                  <a:lnTo>
                    <a:pt x="4398005" y="1419387"/>
                  </a:lnTo>
                  <a:lnTo>
                    <a:pt x="4398132" y="1419387"/>
                  </a:lnTo>
                  <a:lnTo>
                    <a:pt x="4398258" y="1419387"/>
                  </a:lnTo>
                  <a:lnTo>
                    <a:pt x="4398384" y="1419387"/>
                  </a:lnTo>
                  <a:lnTo>
                    <a:pt x="4398510" y="1419387"/>
                  </a:lnTo>
                  <a:lnTo>
                    <a:pt x="4398637" y="1419387"/>
                  </a:lnTo>
                  <a:lnTo>
                    <a:pt x="4398763" y="1419387"/>
                  </a:lnTo>
                  <a:lnTo>
                    <a:pt x="4398889" y="1419387"/>
                  </a:lnTo>
                  <a:lnTo>
                    <a:pt x="4399015" y="1419387"/>
                  </a:lnTo>
                  <a:lnTo>
                    <a:pt x="4399142" y="1419387"/>
                  </a:lnTo>
                  <a:lnTo>
                    <a:pt x="4399268" y="1419387"/>
                  </a:lnTo>
                  <a:lnTo>
                    <a:pt x="4399394" y="1419387"/>
                  </a:lnTo>
                  <a:lnTo>
                    <a:pt x="4399520" y="1419387"/>
                  </a:lnTo>
                  <a:lnTo>
                    <a:pt x="4399647" y="1419387"/>
                  </a:lnTo>
                  <a:lnTo>
                    <a:pt x="4399773" y="1419387"/>
                  </a:lnTo>
                  <a:lnTo>
                    <a:pt x="4399899" y="1419387"/>
                  </a:lnTo>
                  <a:lnTo>
                    <a:pt x="4400025" y="1419387"/>
                  </a:lnTo>
                  <a:lnTo>
                    <a:pt x="4400152" y="1419387"/>
                  </a:lnTo>
                  <a:lnTo>
                    <a:pt x="4400278" y="1419387"/>
                  </a:lnTo>
                  <a:lnTo>
                    <a:pt x="4400404" y="1419387"/>
                  </a:lnTo>
                  <a:lnTo>
                    <a:pt x="4400530" y="1419387"/>
                  </a:lnTo>
                  <a:lnTo>
                    <a:pt x="4400657" y="1419387"/>
                  </a:lnTo>
                  <a:lnTo>
                    <a:pt x="4400783" y="1419387"/>
                  </a:lnTo>
                  <a:lnTo>
                    <a:pt x="4400909" y="1419387"/>
                  </a:lnTo>
                  <a:lnTo>
                    <a:pt x="4401035" y="1419387"/>
                  </a:lnTo>
                  <a:lnTo>
                    <a:pt x="4401162" y="1419387"/>
                  </a:lnTo>
                  <a:lnTo>
                    <a:pt x="4401288" y="1419387"/>
                  </a:lnTo>
                  <a:lnTo>
                    <a:pt x="4401414" y="1419387"/>
                  </a:lnTo>
                  <a:lnTo>
                    <a:pt x="4401540" y="1419387"/>
                  </a:lnTo>
                  <a:lnTo>
                    <a:pt x="4401667" y="1419387"/>
                  </a:lnTo>
                  <a:lnTo>
                    <a:pt x="4401793" y="1419387"/>
                  </a:lnTo>
                  <a:lnTo>
                    <a:pt x="4401919" y="1419387"/>
                  </a:lnTo>
                  <a:lnTo>
                    <a:pt x="4402046" y="1419387"/>
                  </a:lnTo>
                  <a:lnTo>
                    <a:pt x="4402172" y="1419387"/>
                  </a:lnTo>
                  <a:lnTo>
                    <a:pt x="4402298" y="1419387"/>
                  </a:lnTo>
                  <a:lnTo>
                    <a:pt x="4402424" y="1419387"/>
                  </a:lnTo>
                  <a:lnTo>
                    <a:pt x="4402551" y="1419387"/>
                  </a:lnTo>
                  <a:lnTo>
                    <a:pt x="4402677" y="1419387"/>
                  </a:lnTo>
                  <a:lnTo>
                    <a:pt x="4402803" y="1419387"/>
                  </a:lnTo>
                  <a:lnTo>
                    <a:pt x="4402929" y="1419387"/>
                  </a:lnTo>
                  <a:lnTo>
                    <a:pt x="4403056" y="1419387"/>
                  </a:lnTo>
                  <a:lnTo>
                    <a:pt x="4403182" y="1419387"/>
                  </a:lnTo>
                  <a:lnTo>
                    <a:pt x="4403308" y="1419387"/>
                  </a:lnTo>
                  <a:lnTo>
                    <a:pt x="4403434" y="1419387"/>
                  </a:lnTo>
                  <a:lnTo>
                    <a:pt x="4403561" y="1419387"/>
                  </a:lnTo>
                  <a:lnTo>
                    <a:pt x="4403687" y="1419387"/>
                  </a:lnTo>
                  <a:lnTo>
                    <a:pt x="4403813" y="1419387"/>
                  </a:lnTo>
                  <a:lnTo>
                    <a:pt x="4403939" y="1419387"/>
                  </a:lnTo>
                  <a:lnTo>
                    <a:pt x="4404066" y="1419387"/>
                  </a:lnTo>
                  <a:lnTo>
                    <a:pt x="4404192" y="1419387"/>
                  </a:lnTo>
                  <a:lnTo>
                    <a:pt x="4404318" y="1419387"/>
                  </a:lnTo>
                  <a:lnTo>
                    <a:pt x="4404444" y="1419387"/>
                  </a:lnTo>
                  <a:lnTo>
                    <a:pt x="4404571" y="1419387"/>
                  </a:lnTo>
                  <a:lnTo>
                    <a:pt x="4404697" y="1419387"/>
                  </a:lnTo>
                  <a:lnTo>
                    <a:pt x="4404823" y="1419387"/>
                  </a:lnTo>
                  <a:lnTo>
                    <a:pt x="4404949" y="1419387"/>
                  </a:lnTo>
                  <a:lnTo>
                    <a:pt x="4405076" y="1419387"/>
                  </a:lnTo>
                  <a:lnTo>
                    <a:pt x="4405076" y="1414475"/>
                  </a:lnTo>
                  <a:lnTo>
                    <a:pt x="4405202" y="1414475"/>
                  </a:lnTo>
                  <a:lnTo>
                    <a:pt x="4405328" y="1414475"/>
                  </a:lnTo>
                  <a:lnTo>
                    <a:pt x="4405454" y="1414475"/>
                  </a:lnTo>
                  <a:lnTo>
                    <a:pt x="4405581" y="1414475"/>
                  </a:lnTo>
                  <a:lnTo>
                    <a:pt x="4405707" y="1414475"/>
                  </a:lnTo>
                  <a:lnTo>
                    <a:pt x="4405833" y="1414475"/>
                  </a:lnTo>
                  <a:lnTo>
                    <a:pt x="4405959" y="1414475"/>
                  </a:lnTo>
                  <a:lnTo>
                    <a:pt x="4406086" y="1414475"/>
                  </a:lnTo>
                  <a:lnTo>
                    <a:pt x="4406212" y="1414475"/>
                  </a:lnTo>
                  <a:lnTo>
                    <a:pt x="4406338" y="1414475"/>
                  </a:lnTo>
                  <a:lnTo>
                    <a:pt x="4406464" y="1414475"/>
                  </a:lnTo>
                  <a:lnTo>
                    <a:pt x="4406591" y="1414475"/>
                  </a:lnTo>
                  <a:lnTo>
                    <a:pt x="4406717" y="1414475"/>
                  </a:lnTo>
                  <a:lnTo>
                    <a:pt x="4406843" y="1414475"/>
                  </a:lnTo>
                  <a:lnTo>
                    <a:pt x="4406969" y="1414475"/>
                  </a:lnTo>
                  <a:lnTo>
                    <a:pt x="4407096" y="1414475"/>
                  </a:lnTo>
                  <a:lnTo>
                    <a:pt x="4407222" y="1414475"/>
                  </a:lnTo>
                  <a:lnTo>
                    <a:pt x="4407348" y="1414475"/>
                  </a:lnTo>
                  <a:lnTo>
                    <a:pt x="4407475" y="1414475"/>
                  </a:lnTo>
                  <a:lnTo>
                    <a:pt x="4407601" y="1414475"/>
                  </a:lnTo>
                  <a:lnTo>
                    <a:pt x="4407727" y="1414475"/>
                  </a:lnTo>
                  <a:lnTo>
                    <a:pt x="4407853" y="1414475"/>
                  </a:lnTo>
                  <a:lnTo>
                    <a:pt x="4407980" y="1414475"/>
                  </a:lnTo>
                  <a:lnTo>
                    <a:pt x="4408106" y="1414475"/>
                  </a:lnTo>
                  <a:lnTo>
                    <a:pt x="4408232" y="1414475"/>
                  </a:lnTo>
                  <a:lnTo>
                    <a:pt x="4408358" y="1414475"/>
                  </a:lnTo>
                  <a:lnTo>
                    <a:pt x="4408485" y="1414475"/>
                  </a:lnTo>
                  <a:lnTo>
                    <a:pt x="4408611" y="1414475"/>
                  </a:lnTo>
                  <a:lnTo>
                    <a:pt x="4408737" y="1414475"/>
                  </a:lnTo>
                  <a:lnTo>
                    <a:pt x="4408863" y="1414475"/>
                  </a:lnTo>
                  <a:lnTo>
                    <a:pt x="4408990" y="1414475"/>
                  </a:lnTo>
                  <a:lnTo>
                    <a:pt x="4409116" y="1414475"/>
                  </a:lnTo>
                  <a:lnTo>
                    <a:pt x="4409242" y="1414475"/>
                  </a:lnTo>
                  <a:lnTo>
                    <a:pt x="4409368" y="1414475"/>
                  </a:lnTo>
                  <a:lnTo>
                    <a:pt x="4409495" y="1414475"/>
                  </a:lnTo>
                  <a:lnTo>
                    <a:pt x="4409621" y="1414475"/>
                  </a:lnTo>
                  <a:lnTo>
                    <a:pt x="4409747" y="1414475"/>
                  </a:lnTo>
                  <a:lnTo>
                    <a:pt x="4409873" y="1414475"/>
                  </a:lnTo>
                  <a:lnTo>
                    <a:pt x="4410000" y="1414475"/>
                  </a:lnTo>
                  <a:lnTo>
                    <a:pt x="4410126" y="1414475"/>
                  </a:lnTo>
                  <a:lnTo>
                    <a:pt x="4410252" y="1414475"/>
                  </a:lnTo>
                  <a:lnTo>
                    <a:pt x="4410378" y="1414475"/>
                  </a:lnTo>
                  <a:lnTo>
                    <a:pt x="4410505" y="1414475"/>
                  </a:lnTo>
                  <a:lnTo>
                    <a:pt x="4410631" y="1414475"/>
                  </a:lnTo>
                  <a:lnTo>
                    <a:pt x="4410757" y="1414475"/>
                  </a:lnTo>
                  <a:lnTo>
                    <a:pt x="4410883" y="1414475"/>
                  </a:lnTo>
                  <a:lnTo>
                    <a:pt x="4411010" y="1414475"/>
                  </a:lnTo>
                  <a:lnTo>
                    <a:pt x="4411136" y="1414475"/>
                  </a:lnTo>
                  <a:lnTo>
                    <a:pt x="4411262" y="1414475"/>
                  </a:lnTo>
                  <a:lnTo>
                    <a:pt x="4411388" y="1414475"/>
                  </a:lnTo>
                  <a:lnTo>
                    <a:pt x="4411515" y="1414475"/>
                  </a:lnTo>
                  <a:lnTo>
                    <a:pt x="4411641" y="1414475"/>
                  </a:lnTo>
                  <a:lnTo>
                    <a:pt x="4411767" y="1414475"/>
                  </a:lnTo>
                  <a:lnTo>
                    <a:pt x="4411893" y="1414475"/>
                  </a:lnTo>
                  <a:lnTo>
                    <a:pt x="4412020" y="1414475"/>
                  </a:lnTo>
                  <a:lnTo>
                    <a:pt x="4412146" y="1414475"/>
                  </a:lnTo>
                  <a:lnTo>
                    <a:pt x="4412272" y="1414475"/>
                  </a:lnTo>
                  <a:lnTo>
                    <a:pt x="4412399" y="1414475"/>
                  </a:lnTo>
                  <a:lnTo>
                    <a:pt x="4412525" y="1414475"/>
                  </a:lnTo>
                  <a:lnTo>
                    <a:pt x="4412651" y="1414475"/>
                  </a:lnTo>
                  <a:lnTo>
                    <a:pt x="4412777" y="1414475"/>
                  </a:lnTo>
                  <a:lnTo>
                    <a:pt x="4412904" y="1414475"/>
                  </a:lnTo>
                  <a:lnTo>
                    <a:pt x="4413030" y="1414475"/>
                  </a:lnTo>
                  <a:lnTo>
                    <a:pt x="4413156" y="1414475"/>
                  </a:lnTo>
                  <a:lnTo>
                    <a:pt x="4413282" y="1414475"/>
                  </a:lnTo>
                  <a:lnTo>
                    <a:pt x="4413409" y="1414475"/>
                  </a:lnTo>
                  <a:lnTo>
                    <a:pt x="4413535" y="1414475"/>
                  </a:lnTo>
                  <a:lnTo>
                    <a:pt x="4413661" y="1414475"/>
                  </a:lnTo>
                  <a:lnTo>
                    <a:pt x="4413787" y="1414475"/>
                  </a:lnTo>
                  <a:lnTo>
                    <a:pt x="4413914" y="1414475"/>
                  </a:lnTo>
                  <a:lnTo>
                    <a:pt x="4414040" y="1414475"/>
                  </a:lnTo>
                  <a:lnTo>
                    <a:pt x="4414166" y="1414475"/>
                  </a:lnTo>
                  <a:lnTo>
                    <a:pt x="4414292" y="1414475"/>
                  </a:lnTo>
                  <a:lnTo>
                    <a:pt x="4414419" y="1414475"/>
                  </a:lnTo>
                  <a:lnTo>
                    <a:pt x="4414545" y="1414475"/>
                  </a:lnTo>
                  <a:lnTo>
                    <a:pt x="4414671" y="1414475"/>
                  </a:lnTo>
                  <a:lnTo>
                    <a:pt x="4414797" y="1414475"/>
                  </a:lnTo>
                  <a:lnTo>
                    <a:pt x="4414924" y="1414475"/>
                  </a:lnTo>
                  <a:lnTo>
                    <a:pt x="4415050" y="1414475"/>
                  </a:lnTo>
                  <a:lnTo>
                    <a:pt x="4415176" y="1414475"/>
                  </a:lnTo>
                  <a:lnTo>
                    <a:pt x="4415302" y="1414475"/>
                  </a:lnTo>
                  <a:lnTo>
                    <a:pt x="4415429" y="1414475"/>
                  </a:lnTo>
                  <a:lnTo>
                    <a:pt x="4415555" y="1414475"/>
                  </a:lnTo>
                  <a:lnTo>
                    <a:pt x="4415681" y="1414475"/>
                  </a:lnTo>
                  <a:lnTo>
                    <a:pt x="4415807" y="1414475"/>
                  </a:lnTo>
                  <a:lnTo>
                    <a:pt x="4415934" y="1414475"/>
                  </a:lnTo>
                  <a:lnTo>
                    <a:pt x="4416060" y="1414475"/>
                  </a:lnTo>
                  <a:lnTo>
                    <a:pt x="4416186" y="1414475"/>
                  </a:lnTo>
                  <a:lnTo>
                    <a:pt x="4416312" y="1414475"/>
                  </a:lnTo>
                  <a:lnTo>
                    <a:pt x="4416439" y="1414475"/>
                  </a:lnTo>
                  <a:lnTo>
                    <a:pt x="4416565" y="1414475"/>
                  </a:lnTo>
                  <a:lnTo>
                    <a:pt x="4416691" y="1414475"/>
                  </a:lnTo>
                  <a:lnTo>
                    <a:pt x="4416817" y="1414475"/>
                  </a:lnTo>
                  <a:lnTo>
                    <a:pt x="4416944" y="1414475"/>
                  </a:lnTo>
                  <a:lnTo>
                    <a:pt x="4417070" y="1414475"/>
                  </a:lnTo>
                  <a:lnTo>
                    <a:pt x="4417196" y="1414475"/>
                  </a:lnTo>
                  <a:lnTo>
                    <a:pt x="4417322" y="1414475"/>
                  </a:lnTo>
                  <a:lnTo>
                    <a:pt x="4417449" y="1414475"/>
                  </a:lnTo>
                  <a:lnTo>
                    <a:pt x="4417575" y="1414475"/>
                  </a:lnTo>
                  <a:lnTo>
                    <a:pt x="4417701" y="1414475"/>
                  </a:lnTo>
                  <a:lnTo>
                    <a:pt x="4417828" y="1414475"/>
                  </a:lnTo>
                  <a:lnTo>
                    <a:pt x="4417954" y="1414475"/>
                  </a:lnTo>
                  <a:lnTo>
                    <a:pt x="4418080" y="1414475"/>
                  </a:lnTo>
                  <a:lnTo>
                    <a:pt x="4418206" y="1414475"/>
                  </a:lnTo>
                  <a:lnTo>
                    <a:pt x="4418333" y="1414475"/>
                  </a:lnTo>
                  <a:lnTo>
                    <a:pt x="4418459" y="1414475"/>
                  </a:lnTo>
                  <a:lnTo>
                    <a:pt x="4418585" y="1414475"/>
                  </a:lnTo>
                  <a:lnTo>
                    <a:pt x="4418711" y="1414475"/>
                  </a:lnTo>
                  <a:lnTo>
                    <a:pt x="4418838" y="1414475"/>
                  </a:lnTo>
                  <a:lnTo>
                    <a:pt x="4418964" y="1414475"/>
                  </a:lnTo>
                  <a:lnTo>
                    <a:pt x="4419090" y="1414475"/>
                  </a:lnTo>
                  <a:lnTo>
                    <a:pt x="4419216" y="1414475"/>
                  </a:lnTo>
                  <a:lnTo>
                    <a:pt x="4419343" y="1414475"/>
                  </a:lnTo>
                  <a:lnTo>
                    <a:pt x="4419469" y="1414475"/>
                  </a:lnTo>
                  <a:lnTo>
                    <a:pt x="4419595" y="1414475"/>
                  </a:lnTo>
                  <a:lnTo>
                    <a:pt x="4419721" y="1414475"/>
                  </a:lnTo>
                  <a:lnTo>
                    <a:pt x="4419848" y="1414475"/>
                  </a:lnTo>
                  <a:lnTo>
                    <a:pt x="4419974" y="1414475"/>
                  </a:lnTo>
                  <a:lnTo>
                    <a:pt x="4420100" y="1414475"/>
                  </a:lnTo>
                  <a:lnTo>
                    <a:pt x="4420226" y="1414475"/>
                  </a:lnTo>
                  <a:lnTo>
                    <a:pt x="4420353" y="1414475"/>
                  </a:lnTo>
                  <a:lnTo>
                    <a:pt x="4420479" y="1414475"/>
                  </a:lnTo>
                  <a:lnTo>
                    <a:pt x="4420605" y="1414475"/>
                  </a:lnTo>
                  <a:lnTo>
                    <a:pt x="4420731" y="1414475"/>
                  </a:lnTo>
                  <a:lnTo>
                    <a:pt x="4420858" y="1414475"/>
                  </a:lnTo>
                  <a:lnTo>
                    <a:pt x="4420984" y="1414475"/>
                  </a:lnTo>
                  <a:lnTo>
                    <a:pt x="4421110" y="1414475"/>
                  </a:lnTo>
                  <a:lnTo>
                    <a:pt x="4421236" y="1414475"/>
                  </a:lnTo>
                  <a:lnTo>
                    <a:pt x="4421363" y="1414475"/>
                  </a:lnTo>
                  <a:lnTo>
                    <a:pt x="4421489" y="1414475"/>
                  </a:lnTo>
                  <a:lnTo>
                    <a:pt x="4421615" y="1414475"/>
                  </a:lnTo>
                  <a:lnTo>
                    <a:pt x="4421741" y="1414475"/>
                  </a:lnTo>
                  <a:lnTo>
                    <a:pt x="4421868" y="1414475"/>
                  </a:lnTo>
                  <a:lnTo>
                    <a:pt x="4421994" y="1414475"/>
                  </a:lnTo>
                  <a:lnTo>
                    <a:pt x="4422120" y="1414475"/>
                  </a:lnTo>
                  <a:lnTo>
                    <a:pt x="4422246" y="1414475"/>
                  </a:lnTo>
                  <a:lnTo>
                    <a:pt x="4422373" y="1414475"/>
                  </a:lnTo>
                  <a:lnTo>
                    <a:pt x="4422499" y="1414475"/>
                  </a:lnTo>
                  <a:lnTo>
                    <a:pt x="4422625" y="1414475"/>
                  </a:lnTo>
                  <a:lnTo>
                    <a:pt x="4422752" y="1414475"/>
                  </a:lnTo>
                  <a:lnTo>
                    <a:pt x="4422878" y="1414475"/>
                  </a:lnTo>
                  <a:lnTo>
                    <a:pt x="4423004" y="1414475"/>
                  </a:lnTo>
                  <a:lnTo>
                    <a:pt x="4423130" y="1414475"/>
                  </a:lnTo>
                  <a:lnTo>
                    <a:pt x="4423257" y="1414475"/>
                  </a:lnTo>
                  <a:lnTo>
                    <a:pt x="4423383" y="1414475"/>
                  </a:lnTo>
                  <a:lnTo>
                    <a:pt x="4423509" y="1414475"/>
                  </a:lnTo>
                  <a:lnTo>
                    <a:pt x="4423635" y="1414475"/>
                  </a:lnTo>
                  <a:lnTo>
                    <a:pt x="4423762" y="1414475"/>
                  </a:lnTo>
                  <a:lnTo>
                    <a:pt x="4423888" y="1414475"/>
                  </a:lnTo>
                  <a:lnTo>
                    <a:pt x="4424014" y="1414475"/>
                  </a:lnTo>
                  <a:lnTo>
                    <a:pt x="4424140" y="1414475"/>
                  </a:lnTo>
                  <a:lnTo>
                    <a:pt x="4424267" y="1414475"/>
                  </a:lnTo>
                  <a:lnTo>
                    <a:pt x="4424393" y="1414475"/>
                  </a:lnTo>
                  <a:lnTo>
                    <a:pt x="4424519" y="1414475"/>
                  </a:lnTo>
                  <a:lnTo>
                    <a:pt x="4424645" y="1414475"/>
                  </a:lnTo>
                  <a:lnTo>
                    <a:pt x="4424772" y="1414475"/>
                  </a:lnTo>
                  <a:lnTo>
                    <a:pt x="4424898" y="1414475"/>
                  </a:lnTo>
                  <a:lnTo>
                    <a:pt x="4425024" y="1414475"/>
                  </a:lnTo>
                  <a:lnTo>
                    <a:pt x="4425150" y="1414475"/>
                  </a:lnTo>
                  <a:lnTo>
                    <a:pt x="4425277" y="1414475"/>
                  </a:lnTo>
                  <a:lnTo>
                    <a:pt x="4425403" y="1414475"/>
                  </a:lnTo>
                  <a:lnTo>
                    <a:pt x="4425529" y="1414475"/>
                  </a:lnTo>
                  <a:lnTo>
                    <a:pt x="4425655" y="1414475"/>
                  </a:lnTo>
                  <a:lnTo>
                    <a:pt x="4425782" y="1414475"/>
                  </a:lnTo>
                  <a:lnTo>
                    <a:pt x="4425908" y="1414475"/>
                  </a:lnTo>
                  <a:lnTo>
                    <a:pt x="4426034" y="1414475"/>
                  </a:lnTo>
                  <a:lnTo>
                    <a:pt x="4426160" y="1414475"/>
                  </a:lnTo>
                  <a:lnTo>
                    <a:pt x="4426287" y="1414475"/>
                  </a:lnTo>
                  <a:lnTo>
                    <a:pt x="4426413" y="1414475"/>
                  </a:lnTo>
                  <a:lnTo>
                    <a:pt x="4426539" y="1414475"/>
                  </a:lnTo>
                  <a:lnTo>
                    <a:pt x="4426665" y="1414475"/>
                  </a:lnTo>
                  <a:lnTo>
                    <a:pt x="4426792" y="1414475"/>
                  </a:lnTo>
                  <a:lnTo>
                    <a:pt x="4426918" y="1414475"/>
                  </a:lnTo>
                  <a:lnTo>
                    <a:pt x="4427044" y="1414475"/>
                  </a:lnTo>
                  <a:lnTo>
                    <a:pt x="4427170" y="1414475"/>
                  </a:lnTo>
                  <a:lnTo>
                    <a:pt x="4427297" y="1414475"/>
                  </a:lnTo>
                  <a:lnTo>
                    <a:pt x="4427423" y="1414475"/>
                  </a:lnTo>
                  <a:lnTo>
                    <a:pt x="4427549" y="1414475"/>
                  </a:lnTo>
                  <a:lnTo>
                    <a:pt x="4427675" y="1414475"/>
                  </a:lnTo>
                  <a:lnTo>
                    <a:pt x="4427802" y="1414475"/>
                  </a:lnTo>
                  <a:lnTo>
                    <a:pt x="4427928" y="1414475"/>
                  </a:lnTo>
                  <a:lnTo>
                    <a:pt x="4428054" y="1414475"/>
                  </a:lnTo>
                  <a:lnTo>
                    <a:pt x="4428181" y="1414475"/>
                  </a:lnTo>
                  <a:lnTo>
                    <a:pt x="4428307" y="1414475"/>
                  </a:lnTo>
                  <a:lnTo>
                    <a:pt x="4428433" y="1414475"/>
                  </a:lnTo>
                  <a:lnTo>
                    <a:pt x="4428559" y="1414475"/>
                  </a:lnTo>
                  <a:lnTo>
                    <a:pt x="4428686" y="1414475"/>
                  </a:lnTo>
                  <a:lnTo>
                    <a:pt x="4428812" y="1414475"/>
                  </a:lnTo>
                  <a:lnTo>
                    <a:pt x="4428938" y="1414475"/>
                  </a:lnTo>
                  <a:lnTo>
                    <a:pt x="4429064" y="1414475"/>
                  </a:lnTo>
                  <a:lnTo>
                    <a:pt x="4429191" y="1414475"/>
                  </a:lnTo>
                  <a:lnTo>
                    <a:pt x="4429317" y="1414475"/>
                  </a:lnTo>
                  <a:lnTo>
                    <a:pt x="4429443" y="1414475"/>
                  </a:lnTo>
                  <a:lnTo>
                    <a:pt x="4429569" y="1414475"/>
                  </a:lnTo>
                  <a:lnTo>
                    <a:pt x="4429696" y="1414475"/>
                  </a:lnTo>
                  <a:lnTo>
                    <a:pt x="4429696" y="1409564"/>
                  </a:lnTo>
                  <a:lnTo>
                    <a:pt x="4429822" y="1409564"/>
                  </a:lnTo>
                  <a:lnTo>
                    <a:pt x="4429948" y="1409564"/>
                  </a:lnTo>
                  <a:lnTo>
                    <a:pt x="4430074" y="1409564"/>
                  </a:lnTo>
                  <a:lnTo>
                    <a:pt x="4430201" y="1409564"/>
                  </a:lnTo>
                  <a:lnTo>
                    <a:pt x="4430327" y="1409564"/>
                  </a:lnTo>
                  <a:lnTo>
                    <a:pt x="4430453" y="1409564"/>
                  </a:lnTo>
                  <a:lnTo>
                    <a:pt x="4430579" y="1409564"/>
                  </a:lnTo>
                  <a:lnTo>
                    <a:pt x="4430706" y="1409564"/>
                  </a:lnTo>
                  <a:lnTo>
                    <a:pt x="4430832" y="1409564"/>
                  </a:lnTo>
                  <a:lnTo>
                    <a:pt x="4430958" y="1409564"/>
                  </a:lnTo>
                  <a:lnTo>
                    <a:pt x="4431084" y="1409564"/>
                  </a:lnTo>
                  <a:lnTo>
                    <a:pt x="4431211" y="1409564"/>
                  </a:lnTo>
                  <a:lnTo>
                    <a:pt x="4431337" y="1409564"/>
                  </a:lnTo>
                  <a:lnTo>
                    <a:pt x="4431463" y="1409564"/>
                  </a:lnTo>
                  <a:lnTo>
                    <a:pt x="4431589" y="1409564"/>
                  </a:lnTo>
                  <a:lnTo>
                    <a:pt x="4431716" y="1409564"/>
                  </a:lnTo>
                  <a:lnTo>
                    <a:pt x="4431842" y="1409564"/>
                  </a:lnTo>
                  <a:lnTo>
                    <a:pt x="4431968" y="1409564"/>
                  </a:lnTo>
                  <a:lnTo>
                    <a:pt x="4432094" y="1409564"/>
                  </a:lnTo>
                  <a:lnTo>
                    <a:pt x="4432221" y="1409564"/>
                  </a:lnTo>
                  <a:lnTo>
                    <a:pt x="4432347" y="1409564"/>
                  </a:lnTo>
                  <a:lnTo>
                    <a:pt x="4432473" y="1409564"/>
                  </a:lnTo>
                  <a:lnTo>
                    <a:pt x="4432599" y="1409564"/>
                  </a:lnTo>
                  <a:lnTo>
                    <a:pt x="4432726" y="1409564"/>
                  </a:lnTo>
                  <a:lnTo>
                    <a:pt x="4432852" y="1409564"/>
                  </a:lnTo>
                  <a:lnTo>
                    <a:pt x="4432978" y="1409564"/>
                  </a:lnTo>
                  <a:lnTo>
                    <a:pt x="4433105" y="1409564"/>
                  </a:lnTo>
                  <a:lnTo>
                    <a:pt x="4433231" y="1409564"/>
                  </a:lnTo>
                  <a:lnTo>
                    <a:pt x="4433357" y="1409564"/>
                  </a:lnTo>
                  <a:lnTo>
                    <a:pt x="4433483" y="1409564"/>
                  </a:lnTo>
                  <a:lnTo>
                    <a:pt x="4433610" y="1409564"/>
                  </a:lnTo>
                  <a:lnTo>
                    <a:pt x="4433736" y="1409564"/>
                  </a:lnTo>
                  <a:lnTo>
                    <a:pt x="4433862" y="1409564"/>
                  </a:lnTo>
                  <a:lnTo>
                    <a:pt x="4433988" y="1409564"/>
                  </a:lnTo>
                  <a:lnTo>
                    <a:pt x="4434115" y="1409564"/>
                  </a:lnTo>
                  <a:lnTo>
                    <a:pt x="4434241" y="1409564"/>
                  </a:lnTo>
                  <a:lnTo>
                    <a:pt x="4434367" y="1409564"/>
                  </a:lnTo>
                  <a:lnTo>
                    <a:pt x="4434493" y="1409564"/>
                  </a:lnTo>
                  <a:lnTo>
                    <a:pt x="4434620" y="1409564"/>
                  </a:lnTo>
                  <a:lnTo>
                    <a:pt x="4434746" y="1409564"/>
                  </a:lnTo>
                  <a:lnTo>
                    <a:pt x="4434872" y="1409564"/>
                  </a:lnTo>
                  <a:lnTo>
                    <a:pt x="4434998" y="1409564"/>
                  </a:lnTo>
                  <a:lnTo>
                    <a:pt x="4435125" y="1409564"/>
                  </a:lnTo>
                  <a:lnTo>
                    <a:pt x="4435251" y="1409564"/>
                  </a:lnTo>
                  <a:lnTo>
                    <a:pt x="4435377" y="1409564"/>
                  </a:lnTo>
                  <a:lnTo>
                    <a:pt x="4435503" y="1409564"/>
                  </a:lnTo>
                  <a:lnTo>
                    <a:pt x="4435630" y="1409564"/>
                  </a:lnTo>
                  <a:lnTo>
                    <a:pt x="4435756" y="1409564"/>
                  </a:lnTo>
                  <a:lnTo>
                    <a:pt x="4435882" y="1409564"/>
                  </a:lnTo>
                  <a:lnTo>
                    <a:pt x="4436008" y="1409564"/>
                  </a:lnTo>
                  <a:lnTo>
                    <a:pt x="4436135" y="1409564"/>
                  </a:lnTo>
                  <a:lnTo>
                    <a:pt x="4436261" y="1409564"/>
                  </a:lnTo>
                  <a:lnTo>
                    <a:pt x="4436387" y="1409564"/>
                  </a:lnTo>
                  <a:lnTo>
                    <a:pt x="4436513" y="1409564"/>
                  </a:lnTo>
                  <a:lnTo>
                    <a:pt x="4436640" y="1409564"/>
                  </a:lnTo>
                  <a:lnTo>
                    <a:pt x="4436766" y="1409564"/>
                  </a:lnTo>
                  <a:lnTo>
                    <a:pt x="4436892" y="1409564"/>
                  </a:lnTo>
                  <a:lnTo>
                    <a:pt x="4437018" y="1409564"/>
                  </a:lnTo>
                  <a:lnTo>
                    <a:pt x="4437145" y="1409564"/>
                  </a:lnTo>
                  <a:lnTo>
                    <a:pt x="4437271" y="1409564"/>
                  </a:lnTo>
                  <a:lnTo>
                    <a:pt x="4437397" y="1409564"/>
                  </a:lnTo>
                  <a:lnTo>
                    <a:pt x="4437523" y="1409564"/>
                  </a:lnTo>
                  <a:lnTo>
                    <a:pt x="4437650" y="1409564"/>
                  </a:lnTo>
                  <a:lnTo>
                    <a:pt x="4437776" y="1409564"/>
                  </a:lnTo>
                  <a:lnTo>
                    <a:pt x="4437902" y="1409564"/>
                  </a:lnTo>
                  <a:lnTo>
                    <a:pt x="4438028" y="1409564"/>
                  </a:lnTo>
                  <a:lnTo>
                    <a:pt x="4438155" y="1409564"/>
                  </a:lnTo>
                  <a:lnTo>
                    <a:pt x="4438281" y="1409564"/>
                  </a:lnTo>
                  <a:lnTo>
                    <a:pt x="4438407" y="1409564"/>
                  </a:lnTo>
                  <a:lnTo>
                    <a:pt x="4438534" y="1409564"/>
                  </a:lnTo>
                  <a:lnTo>
                    <a:pt x="4438660" y="1409564"/>
                  </a:lnTo>
                  <a:lnTo>
                    <a:pt x="4438786" y="1409564"/>
                  </a:lnTo>
                  <a:lnTo>
                    <a:pt x="4438912" y="1409564"/>
                  </a:lnTo>
                  <a:lnTo>
                    <a:pt x="4439039" y="1409564"/>
                  </a:lnTo>
                  <a:lnTo>
                    <a:pt x="4439165" y="1409564"/>
                  </a:lnTo>
                  <a:lnTo>
                    <a:pt x="4439291" y="1409564"/>
                  </a:lnTo>
                  <a:lnTo>
                    <a:pt x="4439417" y="1409564"/>
                  </a:lnTo>
                  <a:lnTo>
                    <a:pt x="4439544" y="1409564"/>
                  </a:lnTo>
                  <a:lnTo>
                    <a:pt x="4439670" y="1409564"/>
                  </a:lnTo>
                  <a:lnTo>
                    <a:pt x="4439796" y="1409564"/>
                  </a:lnTo>
                  <a:lnTo>
                    <a:pt x="4439922" y="1409564"/>
                  </a:lnTo>
                  <a:lnTo>
                    <a:pt x="4440049" y="1409564"/>
                  </a:lnTo>
                  <a:lnTo>
                    <a:pt x="4440175" y="1409564"/>
                  </a:lnTo>
                  <a:lnTo>
                    <a:pt x="4440301" y="1409564"/>
                  </a:lnTo>
                  <a:lnTo>
                    <a:pt x="4440427" y="1409564"/>
                  </a:lnTo>
                  <a:lnTo>
                    <a:pt x="4440554" y="1409564"/>
                  </a:lnTo>
                  <a:lnTo>
                    <a:pt x="4440680" y="1409564"/>
                  </a:lnTo>
                  <a:lnTo>
                    <a:pt x="4440806" y="1409564"/>
                  </a:lnTo>
                  <a:lnTo>
                    <a:pt x="4440932" y="1409564"/>
                  </a:lnTo>
                  <a:lnTo>
                    <a:pt x="4441059" y="1409564"/>
                  </a:lnTo>
                  <a:lnTo>
                    <a:pt x="4441059" y="1404653"/>
                  </a:lnTo>
                  <a:lnTo>
                    <a:pt x="4441185" y="1404653"/>
                  </a:lnTo>
                  <a:lnTo>
                    <a:pt x="4441311" y="1404653"/>
                  </a:lnTo>
                  <a:lnTo>
                    <a:pt x="4441437" y="1404653"/>
                  </a:lnTo>
                  <a:lnTo>
                    <a:pt x="4441564" y="1404653"/>
                  </a:lnTo>
                  <a:lnTo>
                    <a:pt x="4441564" y="1399741"/>
                  </a:lnTo>
                  <a:lnTo>
                    <a:pt x="4441690" y="1399741"/>
                  </a:lnTo>
                  <a:lnTo>
                    <a:pt x="4441816" y="1399741"/>
                  </a:lnTo>
                  <a:lnTo>
                    <a:pt x="4441942" y="1399741"/>
                  </a:lnTo>
                  <a:lnTo>
                    <a:pt x="4442069" y="1399741"/>
                  </a:lnTo>
                  <a:lnTo>
                    <a:pt x="4442195" y="1399741"/>
                  </a:lnTo>
                  <a:lnTo>
                    <a:pt x="4442321" y="1399741"/>
                  </a:lnTo>
                  <a:lnTo>
                    <a:pt x="4442447" y="1399741"/>
                  </a:lnTo>
                  <a:lnTo>
                    <a:pt x="4442574" y="1399741"/>
                  </a:lnTo>
                  <a:lnTo>
                    <a:pt x="4442700" y="1399741"/>
                  </a:lnTo>
                  <a:lnTo>
                    <a:pt x="4442826" y="1399741"/>
                  </a:lnTo>
                  <a:lnTo>
                    <a:pt x="4442952" y="1399741"/>
                  </a:lnTo>
                  <a:lnTo>
                    <a:pt x="4443079" y="1399741"/>
                  </a:lnTo>
                  <a:lnTo>
                    <a:pt x="4443205" y="1399741"/>
                  </a:lnTo>
                  <a:lnTo>
                    <a:pt x="4443331" y="1399741"/>
                  </a:lnTo>
                  <a:lnTo>
                    <a:pt x="4443458" y="1399741"/>
                  </a:lnTo>
                  <a:lnTo>
                    <a:pt x="4443584" y="1399741"/>
                  </a:lnTo>
                  <a:lnTo>
                    <a:pt x="4443710" y="1399741"/>
                  </a:lnTo>
                  <a:lnTo>
                    <a:pt x="4443836" y="1399741"/>
                  </a:lnTo>
                  <a:lnTo>
                    <a:pt x="4443963" y="1399741"/>
                  </a:lnTo>
                  <a:lnTo>
                    <a:pt x="4443963" y="1394830"/>
                  </a:lnTo>
                  <a:lnTo>
                    <a:pt x="4444089" y="1394830"/>
                  </a:lnTo>
                  <a:lnTo>
                    <a:pt x="4444215" y="1394830"/>
                  </a:lnTo>
                  <a:lnTo>
                    <a:pt x="4444341" y="1394830"/>
                  </a:lnTo>
                  <a:lnTo>
                    <a:pt x="4444341" y="1389919"/>
                  </a:lnTo>
                  <a:lnTo>
                    <a:pt x="4444468" y="1389919"/>
                  </a:lnTo>
                  <a:lnTo>
                    <a:pt x="4444594" y="1389919"/>
                  </a:lnTo>
                  <a:lnTo>
                    <a:pt x="4444720" y="1389919"/>
                  </a:lnTo>
                  <a:lnTo>
                    <a:pt x="4444846" y="1389919"/>
                  </a:lnTo>
                  <a:lnTo>
                    <a:pt x="4444973" y="1389919"/>
                  </a:lnTo>
                  <a:lnTo>
                    <a:pt x="4445099" y="1389919"/>
                  </a:lnTo>
                  <a:lnTo>
                    <a:pt x="4445225" y="1389919"/>
                  </a:lnTo>
                  <a:lnTo>
                    <a:pt x="4445351" y="1389919"/>
                  </a:lnTo>
                  <a:lnTo>
                    <a:pt x="4445478" y="1389919"/>
                  </a:lnTo>
                  <a:lnTo>
                    <a:pt x="4445604" y="1389919"/>
                  </a:lnTo>
                  <a:lnTo>
                    <a:pt x="4445730" y="1389919"/>
                  </a:lnTo>
                  <a:lnTo>
                    <a:pt x="4445856" y="1389919"/>
                  </a:lnTo>
                  <a:lnTo>
                    <a:pt x="4445983" y="1389919"/>
                  </a:lnTo>
                  <a:lnTo>
                    <a:pt x="4446109" y="1389919"/>
                  </a:lnTo>
                  <a:lnTo>
                    <a:pt x="4446235" y="1389919"/>
                  </a:lnTo>
                  <a:lnTo>
                    <a:pt x="4446361" y="1389919"/>
                  </a:lnTo>
                  <a:lnTo>
                    <a:pt x="4446488" y="1389919"/>
                  </a:lnTo>
                  <a:lnTo>
                    <a:pt x="4446614" y="1389919"/>
                  </a:lnTo>
                  <a:lnTo>
                    <a:pt x="4446740" y="1389919"/>
                  </a:lnTo>
                  <a:lnTo>
                    <a:pt x="4446866" y="1389919"/>
                  </a:lnTo>
                  <a:lnTo>
                    <a:pt x="4446993" y="1389919"/>
                  </a:lnTo>
                  <a:lnTo>
                    <a:pt x="4447119" y="1389919"/>
                  </a:lnTo>
                  <a:lnTo>
                    <a:pt x="4447245" y="1389919"/>
                  </a:lnTo>
                  <a:lnTo>
                    <a:pt x="4447371" y="1389919"/>
                  </a:lnTo>
                  <a:lnTo>
                    <a:pt x="4447498" y="1389919"/>
                  </a:lnTo>
                  <a:lnTo>
                    <a:pt x="4447624" y="1389919"/>
                  </a:lnTo>
                  <a:lnTo>
                    <a:pt x="4447750" y="1389919"/>
                  </a:lnTo>
                  <a:lnTo>
                    <a:pt x="4447876" y="1389919"/>
                  </a:lnTo>
                  <a:lnTo>
                    <a:pt x="4448003" y="1389919"/>
                  </a:lnTo>
                  <a:lnTo>
                    <a:pt x="4448129" y="1389919"/>
                  </a:lnTo>
                  <a:lnTo>
                    <a:pt x="4448255" y="1389919"/>
                  </a:lnTo>
                  <a:lnTo>
                    <a:pt x="4448381" y="1389919"/>
                  </a:lnTo>
                  <a:lnTo>
                    <a:pt x="4448508" y="1389919"/>
                  </a:lnTo>
                  <a:lnTo>
                    <a:pt x="4448634" y="1389919"/>
                  </a:lnTo>
                  <a:lnTo>
                    <a:pt x="4448760" y="1389919"/>
                  </a:lnTo>
                  <a:lnTo>
                    <a:pt x="4448887" y="1389919"/>
                  </a:lnTo>
                  <a:lnTo>
                    <a:pt x="4449013" y="1389919"/>
                  </a:lnTo>
                  <a:lnTo>
                    <a:pt x="4449139" y="1389919"/>
                  </a:lnTo>
                  <a:lnTo>
                    <a:pt x="4449265" y="1389919"/>
                  </a:lnTo>
                  <a:lnTo>
                    <a:pt x="4449392" y="1389919"/>
                  </a:lnTo>
                  <a:lnTo>
                    <a:pt x="4449518" y="1389919"/>
                  </a:lnTo>
                  <a:lnTo>
                    <a:pt x="4449644" y="1389919"/>
                  </a:lnTo>
                  <a:lnTo>
                    <a:pt x="4449770" y="1389919"/>
                  </a:lnTo>
                  <a:lnTo>
                    <a:pt x="4449897" y="1389919"/>
                  </a:lnTo>
                  <a:lnTo>
                    <a:pt x="4450023" y="1389919"/>
                  </a:lnTo>
                  <a:lnTo>
                    <a:pt x="4450149" y="1389919"/>
                  </a:lnTo>
                  <a:lnTo>
                    <a:pt x="4450275" y="1389919"/>
                  </a:lnTo>
                  <a:lnTo>
                    <a:pt x="4450402" y="1389919"/>
                  </a:lnTo>
                  <a:lnTo>
                    <a:pt x="4450528" y="1389919"/>
                  </a:lnTo>
                  <a:lnTo>
                    <a:pt x="4450654" y="1389919"/>
                  </a:lnTo>
                  <a:lnTo>
                    <a:pt x="4450780" y="1389919"/>
                  </a:lnTo>
                  <a:lnTo>
                    <a:pt x="4450907" y="1389919"/>
                  </a:lnTo>
                  <a:lnTo>
                    <a:pt x="4451033" y="1389919"/>
                  </a:lnTo>
                  <a:lnTo>
                    <a:pt x="4451159" y="1389919"/>
                  </a:lnTo>
                  <a:lnTo>
                    <a:pt x="4451285" y="1389919"/>
                  </a:lnTo>
                  <a:lnTo>
                    <a:pt x="4451412" y="1389919"/>
                  </a:lnTo>
                  <a:lnTo>
                    <a:pt x="4451538" y="1389919"/>
                  </a:lnTo>
                  <a:lnTo>
                    <a:pt x="4451664" y="1389919"/>
                  </a:lnTo>
                  <a:lnTo>
                    <a:pt x="4451790" y="1389919"/>
                  </a:lnTo>
                  <a:lnTo>
                    <a:pt x="4451917" y="1389919"/>
                  </a:lnTo>
                  <a:lnTo>
                    <a:pt x="4452043" y="1389919"/>
                  </a:lnTo>
                  <a:lnTo>
                    <a:pt x="4452169" y="1389919"/>
                  </a:lnTo>
                  <a:lnTo>
                    <a:pt x="4452295" y="1389919"/>
                  </a:lnTo>
                  <a:lnTo>
                    <a:pt x="4452422" y="1389919"/>
                  </a:lnTo>
                  <a:lnTo>
                    <a:pt x="4452548" y="1389919"/>
                  </a:lnTo>
                  <a:lnTo>
                    <a:pt x="4452674" y="1389919"/>
                  </a:lnTo>
                  <a:lnTo>
                    <a:pt x="4452800" y="1389919"/>
                  </a:lnTo>
                  <a:lnTo>
                    <a:pt x="4452927" y="1389919"/>
                  </a:lnTo>
                  <a:lnTo>
                    <a:pt x="4453053" y="1389919"/>
                  </a:lnTo>
                  <a:lnTo>
                    <a:pt x="4453179" y="1389919"/>
                  </a:lnTo>
                  <a:lnTo>
                    <a:pt x="4453305" y="1389919"/>
                  </a:lnTo>
                  <a:lnTo>
                    <a:pt x="4453432" y="1389919"/>
                  </a:lnTo>
                  <a:lnTo>
                    <a:pt x="4453558" y="1389919"/>
                  </a:lnTo>
                  <a:lnTo>
                    <a:pt x="4453684" y="1389919"/>
                  </a:lnTo>
                  <a:lnTo>
                    <a:pt x="4453811" y="1389919"/>
                  </a:lnTo>
                  <a:lnTo>
                    <a:pt x="4453937" y="1389919"/>
                  </a:lnTo>
                  <a:lnTo>
                    <a:pt x="4454063" y="1389919"/>
                  </a:lnTo>
                  <a:lnTo>
                    <a:pt x="4454189" y="1389919"/>
                  </a:lnTo>
                  <a:lnTo>
                    <a:pt x="4454316" y="1389919"/>
                  </a:lnTo>
                  <a:lnTo>
                    <a:pt x="4454442" y="1389919"/>
                  </a:lnTo>
                  <a:lnTo>
                    <a:pt x="4454568" y="1389919"/>
                  </a:lnTo>
                  <a:lnTo>
                    <a:pt x="4454694" y="1389919"/>
                  </a:lnTo>
                  <a:lnTo>
                    <a:pt x="4454821" y="1389919"/>
                  </a:lnTo>
                  <a:lnTo>
                    <a:pt x="4454947" y="1389919"/>
                  </a:lnTo>
                  <a:lnTo>
                    <a:pt x="4455073" y="1389919"/>
                  </a:lnTo>
                  <a:lnTo>
                    <a:pt x="4455199" y="1389919"/>
                  </a:lnTo>
                  <a:lnTo>
                    <a:pt x="4455326" y="1389919"/>
                  </a:lnTo>
                  <a:lnTo>
                    <a:pt x="4455452" y="1389919"/>
                  </a:lnTo>
                  <a:lnTo>
                    <a:pt x="4455578" y="1389919"/>
                  </a:lnTo>
                  <a:lnTo>
                    <a:pt x="4455704" y="1389919"/>
                  </a:lnTo>
                  <a:lnTo>
                    <a:pt x="4455831" y="1389919"/>
                  </a:lnTo>
                  <a:lnTo>
                    <a:pt x="4455957" y="1389919"/>
                  </a:lnTo>
                  <a:lnTo>
                    <a:pt x="4456083" y="1389919"/>
                  </a:lnTo>
                  <a:lnTo>
                    <a:pt x="4456209" y="1389919"/>
                  </a:lnTo>
                  <a:lnTo>
                    <a:pt x="4456336" y="1389919"/>
                  </a:lnTo>
                  <a:lnTo>
                    <a:pt x="4456462" y="1389919"/>
                  </a:lnTo>
                  <a:lnTo>
                    <a:pt x="4456588" y="1389919"/>
                  </a:lnTo>
                  <a:lnTo>
                    <a:pt x="4456714" y="1389919"/>
                  </a:lnTo>
                  <a:lnTo>
                    <a:pt x="4456841" y="1389919"/>
                  </a:lnTo>
                  <a:lnTo>
                    <a:pt x="4456967" y="1389919"/>
                  </a:lnTo>
                  <a:lnTo>
                    <a:pt x="4457093" y="1389919"/>
                  </a:lnTo>
                  <a:lnTo>
                    <a:pt x="4457219" y="1389919"/>
                  </a:lnTo>
                  <a:lnTo>
                    <a:pt x="4457346" y="1389919"/>
                  </a:lnTo>
                  <a:lnTo>
                    <a:pt x="4457472" y="1389919"/>
                  </a:lnTo>
                  <a:lnTo>
                    <a:pt x="4457598" y="1389919"/>
                  </a:lnTo>
                  <a:lnTo>
                    <a:pt x="4457598" y="1385007"/>
                  </a:lnTo>
                  <a:lnTo>
                    <a:pt x="4457724" y="1385007"/>
                  </a:lnTo>
                  <a:lnTo>
                    <a:pt x="4457851" y="1385007"/>
                  </a:lnTo>
                  <a:lnTo>
                    <a:pt x="4457977" y="1385007"/>
                  </a:lnTo>
                  <a:lnTo>
                    <a:pt x="4458103" y="1385007"/>
                  </a:lnTo>
                  <a:lnTo>
                    <a:pt x="4458229" y="1385007"/>
                  </a:lnTo>
                  <a:lnTo>
                    <a:pt x="4458356" y="1385007"/>
                  </a:lnTo>
                  <a:lnTo>
                    <a:pt x="4458482" y="1385007"/>
                  </a:lnTo>
                  <a:lnTo>
                    <a:pt x="4458608" y="1385007"/>
                  </a:lnTo>
                  <a:lnTo>
                    <a:pt x="4458735" y="1385007"/>
                  </a:lnTo>
                  <a:lnTo>
                    <a:pt x="4458861" y="1385007"/>
                  </a:lnTo>
                  <a:lnTo>
                    <a:pt x="4458987" y="1385007"/>
                  </a:lnTo>
                  <a:lnTo>
                    <a:pt x="4459113" y="1385007"/>
                  </a:lnTo>
                  <a:lnTo>
                    <a:pt x="4459240" y="1385007"/>
                  </a:lnTo>
                  <a:lnTo>
                    <a:pt x="4459366" y="1385007"/>
                  </a:lnTo>
                  <a:lnTo>
                    <a:pt x="4459492" y="1385007"/>
                  </a:lnTo>
                  <a:lnTo>
                    <a:pt x="4459618" y="1385007"/>
                  </a:lnTo>
                  <a:lnTo>
                    <a:pt x="4459745" y="1385007"/>
                  </a:lnTo>
                  <a:lnTo>
                    <a:pt x="4459871" y="1385007"/>
                  </a:lnTo>
                  <a:lnTo>
                    <a:pt x="4459997" y="1385007"/>
                  </a:lnTo>
                  <a:lnTo>
                    <a:pt x="4460123" y="1385007"/>
                  </a:lnTo>
                  <a:lnTo>
                    <a:pt x="4460250" y="1385007"/>
                  </a:lnTo>
                  <a:lnTo>
                    <a:pt x="4460376" y="1385007"/>
                  </a:lnTo>
                  <a:lnTo>
                    <a:pt x="4460502" y="1385007"/>
                  </a:lnTo>
                  <a:lnTo>
                    <a:pt x="4460628" y="1385007"/>
                  </a:lnTo>
                  <a:lnTo>
                    <a:pt x="4460755" y="1385007"/>
                  </a:lnTo>
                  <a:lnTo>
                    <a:pt x="4460881" y="1385007"/>
                  </a:lnTo>
                  <a:lnTo>
                    <a:pt x="4461007" y="1385007"/>
                  </a:lnTo>
                  <a:lnTo>
                    <a:pt x="4461133" y="1385007"/>
                  </a:lnTo>
                  <a:lnTo>
                    <a:pt x="4461260" y="1385007"/>
                  </a:lnTo>
                  <a:lnTo>
                    <a:pt x="4461386" y="1385007"/>
                  </a:lnTo>
                  <a:lnTo>
                    <a:pt x="4461512" y="1385007"/>
                  </a:lnTo>
                  <a:lnTo>
                    <a:pt x="4461638" y="1385007"/>
                  </a:lnTo>
                  <a:lnTo>
                    <a:pt x="4461765" y="1385007"/>
                  </a:lnTo>
                  <a:lnTo>
                    <a:pt x="4461891" y="1385007"/>
                  </a:lnTo>
                  <a:lnTo>
                    <a:pt x="4462017" y="1385007"/>
                  </a:lnTo>
                  <a:lnTo>
                    <a:pt x="4462143" y="1385007"/>
                  </a:lnTo>
                  <a:lnTo>
                    <a:pt x="4462270" y="1385007"/>
                  </a:lnTo>
                  <a:lnTo>
                    <a:pt x="4462396" y="1385007"/>
                  </a:lnTo>
                  <a:lnTo>
                    <a:pt x="4462522" y="1385007"/>
                  </a:lnTo>
                  <a:lnTo>
                    <a:pt x="4462648" y="1385007"/>
                  </a:lnTo>
                  <a:lnTo>
                    <a:pt x="4462775" y="1385007"/>
                  </a:lnTo>
                  <a:lnTo>
                    <a:pt x="4462901" y="1385007"/>
                  </a:lnTo>
                  <a:lnTo>
                    <a:pt x="4463027" y="1385007"/>
                  </a:lnTo>
                  <a:lnTo>
                    <a:pt x="4463153" y="1385007"/>
                  </a:lnTo>
                  <a:lnTo>
                    <a:pt x="4463280" y="1385007"/>
                  </a:lnTo>
                  <a:lnTo>
                    <a:pt x="4463406" y="1385007"/>
                  </a:lnTo>
                  <a:lnTo>
                    <a:pt x="4463532" y="1385007"/>
                  </a:lnTo>
                  <a:lnTo>
                    <a:pt x="4463658" y="1385007"/>
                  </a:lnTo>
                  <a:lnTo>
                    <a:pt x="4463785" y="1385007"/>
                  </a:lnTo>
                  <a:lnTo>
                    <a:pt x="4463911" y="1385007"/>
                  </a:lnTo>
                  <a:lnTo>
                    <a:pt x="4464037" y="1385007"/>
                  </a:lnTo>
                  <a:lnTo>
                    <a:pt x="4464164" y="1385007"/>
                  </a:lnTo>
                  <a:lnTo>
                    <a:pt x="4464290" y="1385007"/>
                  </a:lnTo>
                  <a:lnTo>
                    <a:pt x="4464416" y="1385007"/>
                  </a:lnTo>
                  <a:lnTo>
                    <a:pt x="4464542" y="1385007"/>
                  </a:lnTo>
                  <a:lnTo>
                    <a:pt x="4464669" y="1385007"/>
                  </a:lnTo>
                  <a:lnTo>
                    <a:pt x="4464795" y="1385007"/>
                  </a:lnTo>
                  <a:lnTo>
                    <a:pt x="4464921" y="1385007"/>
                  </a:lnTo>
                  <a:lnTo>
                    <a:pt x="4465047" y="1385007"/>
                  </a:lnTo>
                  <a:lnTo>
                    <a:pt x="4465174" y="1385007"/>
                  </a:lnTo>
                  <a:lnTo>
                    <a:pt x="4465300" y="1385007"/>
                  </a:lnTo>
                  <a:lnTo>
                    <a:pt x="4465426" y="1385007"/>
                  </a:lnTo>
                  <a:lnTo>
                    <a:pt x="4465552" y="1385007"/>
                  </a:lnTo>
                  <a:lnTo>
                    <a:pt x="4465679" y="1385007"/>
                  </a:lnTo>
                  <a:lnTo>
                    <a:pt x="4465805" y="1385007"/>
                  </a:lnTo>
                  <a:lnTo>
                    <a:pt x="4465931" y="1385007"/>
                  </a:lnTo>
                  <a:lnTo>
                    <a:pt x="4466057" y="1385007"/>
                  </a:lnTo>
                  <a:lnTo>
                    <a:pt x="4466184" y="1385007"/>
                  </a:lnTo>
                  <a:lnTo>
                    <a:pt x="4466310" y="1385007"/>
                  </a:lnTo>
                  <a:lnTo>
                    <a:pt x="4466436" y="1385007"/>
                  </a:lnTo>
                  <a:lnTo>
                    <a:pt x="4466562" y="1385007"/>
                  </a:lnTo>
                  <a:lnTo>
                    <a:pt x="4466689" y="1385007"/>
                  </a:lnTo>
                  <a:lnTo>
                    <a:pt x="4466815" y="1385007"/>
                  </a:lnTo>
                  <a:lnTo>
                    <a:pt x="4466941" y="1385007"/>
                  </a:lnTo>
                  <a:lnTo>
                    <a:pt x="4467067" y="1385007"/>
                  </a:lnTo>
                  <a:lnTo>
                    <a:pt x="4467194" y="1385007"/>
                  </a:lnTo>
                  <a:lnTo>
                    <a:pt x="4467320" y="1385007"/>
                  </a:lnTo>
                  <a:lnTo>
                    <a:pt x="4467446" y="1385007"/>
                  </a:lnTo>
                  <a:lnTo>
                    <a:pt x="4467572" y="1385007"/>
                  </a:lnTo>
                  <a:lnTo>
                    <a:pt x="4467699" y="1385007"/>
                  </a:lnTo>
                  <a:lnTo>
                    <a:pt x="4467825" y="1385007"/>
                  </a:lnTo>
                  <a:lnTo>
                    <a:pt x="4467951" y="1385007"/>
                  </a:lnTo>
                  <a:lnTo>
                    <a:pt x="4468077" y="1385007"/>
                  </a:lnTo>
                  <a:lnTo>
                    <a:pt x="4468204" y="1385007"/>
                  </a:lnTo>
                  <a:lnTo>
                    <a:pt x="4468330" y="1385007"/>
                  </a:lnTo>
                  <a:lnTo>
                    <a:pt x="4468456" y="1385007"/>
                  </a:lnTo>
                  <a:lnTo>
                    <a:pt x="4468582" y="1385007"/>
                  </a:lnTo>
                  <a:lnTo>
                    <a:pt x="4468709" y="1385007"/>
                  </a:lnTo>
                  <a:lnTo>
                    <a:pt x="4468835" y="1385007"/>
                  </a:lnTo>
                  <a:lnTo>
                    <a:pt x="4468961" y="1385007"/>
                  </a:lnTo>
                  <a:lnTo>
                    <a:pt x="4469088" y="1385007"/>
                  </a:lnTo>
                  <a:lnTo>
                    <a:pt x="4469214" y="1385007"/>
                  </a:lnTo>
                  <a:lnTo>
                    <a:pt x="4469340" y="1385007"/>
                  </a:lnTo>
                  <a:lnTo>
                    <a:pt x="4469466" y="1385007"/>
                  </a:lnTo>
                  <a:lnTo>
                    <a:pt x="4469593" y="1385007"/>
                  </a:lnTo>
                  <a:lnTo>
                    <a:pt x="4469719" y="1385007"/>
                  </a:lnTo>
                  <a:lnTo>
                    <a:pt x="4469845" y="1385007"/>
                  </a:lnTo>
                  <a:lnTo>
                    <a:pt x="4469971" y="1385007"/>
                  </a:lnTo>
                  <a:lnTo>
                    <a:pt x="4470098" y="1385007"/>
                  </a:lnTo>
                  <a:lnTo>
                    <a:pt x="4470224" y="1385007"/>
                  </a:lnTo>
                  <a:lnTo>
                    <a:pt x="4470350" y="1385007"/>
                  </a:lnTo>
                  <a:lnTo>
                    <a:pt x="4470476" y="1385007"/>
                  </a:lnTo>
                  <a:lnTo>
                    <a:pt x="4470603" y="1385007"/>
                  </a:lnTo>
                  <a:lnTo>
                    <a:pt x="4470729" y="1385007"/>
                  </a:lnTo>
                  <a:lnTo>
                    <a:pt x="4470855" y="1385007"/>
                  </a:lnTo>
                  <a:lnTo>
                    <a:pt x="4470981" y="1385007"/>
                  </a:lnTo>
                  <a:lnTo>
                    <a:pt x="4471108" y="1385007"/>
                  </a:lnTo>
                  <a:lnTo>
                    <a:pt x="4471234" y="1385007"/>
                  </a:lnTo>
                  <a:lnTo>
                    <a:pt x="4471360" y="1385007"/>
                  </a:lnTo>
                  <a:lnTo>
                    <a:pt x="4471486" y="1385007"/>
                  </a:lnTo>
                  <a:lnTo>
                    <a:pt x="4471613" y="1385007"/>
                  </a:lnTo>
                  <a:lnTo>
                    <a:pt x="4471739" y="1385007"/>
                  </a:lnTo>
                  <a:lnTo>
                    <a:pt x="4471865" y="1385007"/>
                  </a:lnTo>
                  <a:lnTo>
                    <a:pt x="4471991" y="1385007"/>
                  </a:lnTo>
                  <a:lnTo>
                    <a:pt x="4472118" y="1385007"/>
                  </a:lnTo>
                  <a:lnTo>
                    <a:pt x="4472244" y="1385007"/>
                  </a:lnTo>
                  <a:lnTo>
                    <a:pt x="4472370" y="1385007"/>
                  </a:lnTo>
                  <a:lnTo>
                    <a:pt x="4472496" y="1385007"/>
                  </a:lnTo>
                  <a:lnTo>
                    <a:pt x="4472623" y="1385007"/>
                  </a:lnTo>
                  <a:lnTo>
                    <a:pt x="4472749" y="1385007"/>
                  </a:lnTo>
                  <a:lnTo>
                    <a:pt x="4472875" y="1385007"/>
                  </a:lnTo>
                  <a:lnTo>
                    <a:pt x="4473001" y="1385007"/>
                  </a:lnTo>
                  <a:lnTo>
                    <a:pt x="4473128" y="1385007"/>
                  </a:lnTo>
                  <a:lnTo>
                    <a:pt x="4473254" y="1385007"/>
                  </a:lnTo>
                  <a:lnTo>
                    <a:pt x="4473380" y="1385007"/>
                  </a:lnTo>
                  <a:lnTo>
                    <a:pt x="4473506" y="1385007"/>
                  </a:lnTo>
                  <a:lnTo>
                    <a:pt x="4473633" y="1385007"/>
                  </a:lnTo>
                  <a:lnTo>
                    <a:pt x="4473759" y="1385007"/>
                  </a:lnTo>
                  <a:lnTo>
                    <a:pt x="4473885" y="1385007"/>
                  </a:lnTo>
                  <a:lnTo>
                    <a:pt x="4474011" y="1385007"/>
                  </a:lnTo>
                  <a:lnTo>
                    <a:pt x="4474138" y="1385007"/>
                  </a:lnTo>
                  <a:lnTo>
                    <a:pt x="4474264" y="1385007"/>
                  </a:lnTo>
                  <a:lnTo>
                    <a:pt x="4474390" y="1385007"/>
                  </a:lnTo>
                  <a:lnTo>
                    <a:pt x="4474517" y="1385007"/>
                  </a:lnTo>
                  <a:lnTo>
                    <a:pt x="4474643" y="1385007"/>
                  </a:lnTo>
                  <a:lnTo>
                    <a:pt x="4474769" y="1385007"/>
                  </a:lnTo>
                  <a:lnTo>
                    <a:pt x="4474895" y="1385007"/>
                  </a:lnTo>
                  <a:lnTo>
                    <a:pt x="4475022" y="1385007"/>
                  </a:lnTo>
                  <a:lnTo>
                    <a:pt x="4475148" y="1385007"/>
                  </a:lnTo>
                  <a:lnTo>
                    <a:pt x="4475274" y="1385007"/>
                  </a:lnTo>
                  <a:lnTo>
                    <a:pt x="4475400" y="1385007"/>
                  </a:lnTo>
                  <a:lnTo>
                    <a:pt x="4475527" y="1385007"/>
                  </a:lnTo>
                  <a:lnTo>
                    <a:pt x="4475653" y="1385007"/>
                  </a:lnTo>
                  <a:lnTo>
                    <a:pt x="4475779" y="1385007"/>
                  </a:lnTo>
                  <a:lnTo>
                    <a:pt x="4475905" y="1385007"/>
                  </a:lnTo>
                  <a:lnTo>
                    <a:pt x="4476032" y="1385007"/>
                  </a:lnTo>
                  <a:lnTo>
                    <a:pt x="4476158" y="1385007"/>
                  </a:lnTo>
                  <a:lnTo>
                    <a:pt x="4476284" y="1385007"/>
                  </a:lnTo>
                  <a:lnTo>
                    <a:pt x="4476410" y="1385007"/>
                  </a:lnTo>
                  <a:lnTo>
                    <a:pt x="4476537" y="1385007"/>
                  </a:lnTo>
                  <a:lnTo>
                    <a:pt x="4476663" y="1385007"/>
                  </a:lnTo>
                  <a:lnTo>
                    <a:pt x="4476789" y="1385007"/>
                  </a:lnTo>
                  <a:lnTo>
                    <a:pt x="4476915" y="1385007"/>
                  </a:lnTo>
                  <a:lnTo>
                    <a:pt x="4477042" y="1385007"/>
                  </a:lnTo>
                  <a:lnTo>
                    <a:pt x="4477168" y="1385007"/>
                  </a:lnTo>
                  <a:lnTo>
                    <a:pt x="4477294" y="1385007"/>
                  </a:lnTo>
                  <a:lnTo>
                    <a:pt x="4477420" y="1385007"/>
                  </a:lnTo>
                  <a:lnTo>
                    <a:pt x="4477547" y="1385007"/>
                  </a:lnTo>
                  <a:lnTo>
                    <a:pt x="4477673" y="1385007"/>
                  </a:lnTo>
                  <a:lnTo>
                    <a:pt x="4477799" y="1385007"/>
                  </a:lnTo>
                  <a:lnTo>
                    <a:pt x="4477925" y="1385007"/>
                  </a:lnTo>
                  <a:lnTo>
                    <a:pt x="4478052" y="1385007"/>
                  </a:lnTo>
                  <a:lnTo>
                    <a:pt x="4478178" y="1385007"/>
                  </a:lnTo>
                  <a:lnTo>
                    <a:pt x="4478304" y="1385007"/>
                  </a:lnTo>
                  <a:lnTo>
                    <a:pt x="4478430" y="1385007"/>
                  </a:lnTo>
                  <a:lnTo>
                    <a:pt x="4478557" y="1385007"/>
                  </a:lnTo>
                  <a:lnTo>
                    <a:pt x="4478683" y="1385007"/>
                  </a:lnTo>
                  <a:lnTo>
                    <a:pt x="4478809" y="1385007"/>
                  </a:lnTo>
                  <a:lnTo>
                    <a:pt x="4478935" y="1385007"/>
                  </a:lnTo>
                  <a:lnTo>
                    <a:pt x="4479062" y="1385007"/>
                  </a:lnTo>
                  <a:lnTo>
                    <a:pt x="4479188" y="1385007"/>
                  </a:lnTo>
                  <a:lnTo>
                    <a:pt x="4479314" y="1385007"/>
                  </a:lnTo>
                  <a:lnTo>
                    <a:pt x="4479441" y="1385007"/>
                  </a:lnTo>
                  <a:lnTo>
                    <a:pt x="4479567" y="1385007"/>
                  </a:lnTo>
                  <a:lnTo>
                    <a:pt x="4479693" y="1385007"/>
                  </a:lnTo>
                  <a:lnTo>
                    <a:pt x="4479819" y="1385007"/>
                  </a:lnTo>
                  <a:lnTo>
                    <a:pt x="4479946" y="1385007"/>
                  </a:lnTo>
                  <a:lnTo>
                    <a:pt x="4480072" y="1385007"/>
                  </a:lnTo>
                  <a:lnTo>
                    <a:pt x="4480198" y="1385007"/>
                  </a:lnTo>
                  <a:lnTo>
                    <a:pt x="4480324" y="1385007"/>
                  </a:lnTo>
                  <a:lnTo>
                    <a:pt x="4480451" y="1385007"/>
                  </a:lnTo>
                  <a:lnTo>
                    <a:pt x="4480577" y="1385007"/>
                  </a:lnTo>
                  <a:lnTo>
                    <a:pt x="4480703" y="1385007"/>
                  </a:lnTo>
                  <a:lnTo>
                    <a:pt x="4480829" y="1385007"/>
                  </a:lnTo>
                  <a:lnTo>
                    <a:pt x="4480956" y="1385007"/>
                  </a:lnTo>
                  <a:lnTo>
                    <a:pt x="4481082" y="1385007"/>
                  </a:lnTo>
                  <a:lnTo>
                    <a:pt x="4481208" y="1385007"/>
                  </a:lnTo>
                  <a:lnTo>
                    <a:pt x="4481334" y="1385007"/>
                  </a:lnTo>
                  <a:lnTo>
                    <a:pt x="4481461" y="1385007"/>
                  </a:lnTo>
                  <a:lnTo>
                    <a:pt x="4481587" y="1385007"/>
                  </a:lnTo>
                  <a:lnTo>
                    <a:pt x="4481713" y="1385007"/>
                  </a:lnTo>
                  <a:lnTo>
                    <a:pt x="4481839" y="1385007"/>
                  </a:lnTo>
                  <a:lnTo>
                    <a:pt x="4481966" y="1385007"/>
                  </a:lnTo>
                  <a:lnTo>
                    <a:pt x="4482092" y="1385007"/>
                  </a:lnTo>
                  <a:lnTo>
                    <a:pt x="4482218" y="1385007"/>
                  </a:lnTo>
                  <a:lnTo>
                    <a:pt x="4482344" y="1385007"/>
                  </a:lnTo>
                  <a:lnTo>
                    <a:pt x="4482471" y="1385007"/>
                  </a:lnTo>
                  <a:lnTo>
                    <a:pt x="4482597" y="1385007"/>
                  </a:lnTo>
                  <a:lnTo>
                    <a:pt x="4482723" y="1385007"/>
                  </a:lnTo>
                  <a:lnTo>
                    <a:pt x="4482849" y="1385007"/>
                  </a:lnTo>
                  <a:lnTo>
                    <a:pt x="4482976" y="1385007"/>
                  </a:lnTo>
                  <a:lnTo>
                    <a:pt x="4483102" y="1385007"/>
                  </a:lnTo>
                  <a:lnTo>
                    <a:pt x="4483228" y="1385007"/>
                  </a:lnTo>
                  <a:lnTo>
                    <a:pt x="4483354" y="1385007"/>
                  </a:lnTo>
                  <a:lnTo>
                    <a:pt x="4483481" y="1385007"/>
                  </a:lnTo>
                  <a:lnTo>
                    <a:pt x="4483607" y="1385007"/>
                  </a:lnTo>
                  <a:lnTo>
                    <a:pt x="4483733" y="1385007"/>
                  </a:lnTo>
                  <a:lnTo>
                    <a:pt x="4483859" y="1385007"/>
                  </a:lnTo>
                  <a:lnTo>
                    <a:pt x="4483986" y="1385007"/>
                  </a:lnTo>
                  <a:lnTo>
                    <a:pt x="4484112" y="1385007"/>
                  </a:lnTo>
                  <a:lnTo>
                    <a:pt x="4484238" y="1385007"/>
                  </a:lnTo>
                  <a:lnTo>
                    <a:pt x="4484364" y="1385007"/>
                  </a:lnTo>
                  <a:lnTo>
                    <a:pt x="4484491" y="1385007"/>
                  </a:lnTo>
                  <a:lnTo>
                    <a:pt x="4484617" y="1385007"/>
                  </a:lnTo>
                  <a:lnTo>
                    <a:pt x="4484743" y="1385007"/>
                  </a:lnTo>
                  <a:lnTo>
                    <a:pt x="4484870" y="1385007"/>
                  </a:lnTo>
                  <a:lnTo>
                    <a:pt x="4484996" y="1385007"/>
                  </a:lnTo>
                  <a:lnTo>
                    <a:pt x="4485122" y="1385007"/>
                  </a:lnTo>
                  <a:lnTo>
                    <a:pt x="4485248" y="1385007"/>
                  </a:lnTo>
                  <a:lnTo>
                    <a:pt x="4485375" y="1385007"/>
                  </a:lnTo>
                  <a:lnTo>
                    <a:pt x="4485501" y="1385007"/>
                  </a:lnTo>
                  <a:lnTo>
                    <a:pt x="4485627" y="1385007"/>
                  </a:lnTo>
                  <a:lnTo>
                    <a:pt x="4485753" y="1385007"/>
                  </a:lnTo>
                  <a:lnTo>
                    <a:pt x="4485880" y="1385007"/>
                  </a:lnTo>
                  <a:lnTo>
                    <a:pt x="4486006" y="1385007"/>
                  </a:lnTo>
                  <a:lnTo>
                    <a:pt x="4486132" y="1385007"/>
                  </a:lnTo>
                  <a:lnTo>
                    <a:pt x="4486258" y="1385007"/>
                  </a:lnTo>
                  <a:lnTo>
                    <a:pt x="4486385" y="1385007"/>
                  </a:lnTo>
                  <a:lnTo>
                    <a:pt x="4486511" y="1385007"/>
                  </a:lnTo>
                  <a:lnTo>
                    <a:pt x="4486637" y="1385007"/>
                  </a:lnTo>
                  <a:lnTo>
                    <a:pt x="4486763" y="1385007"/>
                  </a:lnTo>
                  <a:lnTo>
                    <a:pt x="4486890" y="1385007"/>
                  </a:lnTo>
                  <a:lnTo>
                    <a:pt x="4487016" y="1385007"/>
                  </a:lnTo>
                  <a:lnTo>
                    <a:pt x="4487142" y="1385007"/>
                  </a:lnTo>
                  <a:lnTo>
                    <a:pt x="4487268" y="1385007"/>
                  </a:lnTo>
                  <a:lnTo>
                    <a:pt x="4487395" y="1385007"/>
                  </a:lnTo>
                  <a:lnTo>
                    <a:pt x="4487521" y="1385007"/>
                  </a:lnTo>
                  <a:lnTo>
                    <a:pt x="4487647" y="1385007"/>
                  </a:lnTo>
                  <a:lnTo>
                    <a:pt x="4487773" y="1385007"/>
                  </a:lnTo>
                  <a:lnTo>
                    <a:pt x="4487900" y="1385007"/>
                  </a:lnTo>
                  <a:lnTo>
                    <a:pt x="4488026" y="1385007"/>
                  </a:lnTo>
                  <a:lnTo>
                    <a:pt x="4488152" y="1385007"/>
                  </a:lnTo>
                  <a:lnTo>
                    <a:pt x="4488278" y="1385007"/>
                  </a:lnTo>
                  <a:lnTo>
                    <a:pt x="4488405" y="1385007"/>
                  </a:lnTo>
                  <a:lnTo>
                    <a:pt x="4488531" y="1385007"/>
                  </a:lnTo>
                  <a:lnTo>
                    <a:pt x="4488657" y="1385007"/>
                  </a:lnTo>
                  <a:lnTo>
                    <a:pt x="4488783" y="1385007"/>
                  </a:lnTo>
                  <a:lnTo>
                    <a:pt x="4488910" y="1385007"/>
                  </a:lnTo>
                  <a:lnTo>
                    <a:pt x="4489036" y="1385007"/>
                  </a:lnTo>
                  <a:lnTo>
                    <a:pt x="4489036" y="1380096"/>
                  </a:lnTo>
                  <a:lnTo>
                    <a:pt x="4489036" y="1375184"/>
                  </a:lnTo>
                  <a:lnTo>
                    <a:pt x="4489162" y="1375184"/>
                  </a:lnTo>
                  <a:lnTo>
                    <a:pt x="4489288" y="1375184"/>
                  </a:lnTo>
                  <a:lnTo>
                    <a:pt x="4489415" y="1375184"/>
                  </a:lnTo>
                  <a:lnTo>
                    <a:pt x="4489541" y="1375184"/>
                  </a:lnTo>
                  <a:lnTo>
                    <a:pt x="4489667" y="1375184"/>
                  </a:lnTo>
                  <a:lnTo>
                    <a:pt x="4489794" y="1375184"/>
                  </a:lnTo>
                  <a:lnTo>
                    <a:pt x="4489920" y="1375184"/>
                  </a:lnTo>
                  <a:lnTo>
                    <a:pt x="4490046" y="1375184"/>
                  </a:lnTo>
                  <a:lnTo>
                    <a:pt x="4490172" y="1375184"/>
                  </a:lnTo>
                  <a:lnTo>
                    <a:pt x="4490299" y="1375184"/>
                  </a:lnTo>
                  <a:lnTo>
                    <a:pt x="4490425" y="1375184"/>
                  </a:lnTo>
                  <a:lnTo>
                    <a:pt x="4490551" y="1375184"/>
                  </a:lnTo>
                  <a:lnTo>
                    <a:pt x="4490677" y="1375184"/>
                  </a:lnTo>
                  <a:lnTo>
                    <a:pt x="4490804" y="1375184"/>
                  </a:lnTo>
                  <a:lnTo>
                    <a:pt x="4490930" y="1375184"/>
                  </a:lnTo>
                  <a:lnTo>
                    <a:pt x="4491056" y="1375184"/>
                  </a:lnTo>
                  <a:lnTo>
                    <a:pt x="4491182" y="1375184"/>
                  </a:lnTo>
                  <a:lnTo>
                    <a:pt x="4491309" y="1375184"/>
                  </a:lnTo>
                  <a:lnTo>
                    <a:pt x="4491435" y="1375184"/>
                  </a:lnTo>
                  <a:lnTo>
                    <a:pt x="4491561" y="1375184"/>
                  </a:lnTo>
                  <a:lnTo>
                    <a:pt x="4491687" y="1375184"/>
                  </a:lnTo>
                  <a:lnTo>
                    <a:pt x="4491814" y="1375184"/>
                  </a:lnTo>
                  <a:lnTo>
                    <a:pt x="4491940" y="1375184"/>
                  </a:lnTo>
                  <a:lnTo>
                    <a:pt x="4492066" y="1375184"/>
                  </a:lnTo>
                  <a:lnTo>
                    <a:pt x="4492192" y="1375184"/>
                  </a:lnTo>
                  <a:lnTo>
                    <a:pt x="4492319" y="1375184"/>
                  </a:lnTo>
                  <a:lnTo>
                    <a:pt x="4492445" y="1375184"/>
                  </a:lnTo>
                  <a:lnTo>
                    <a:pt x="4492571" y="1375184"/>
                  </a:lnTo>
                  <a:lnTo>
                    <a:pt x="4492697" y="1375184"/>
                  </a:lnTo>
                  <a:lnTo>
                    <a:pt x="4492824" y="1375184"/>
                  </a:lnTo>
                  <a:lnTo>
                    <a:pt x="4492950" y="1375184"/>
                  </a:lnTo>
                  <a:lnTo>
                    <a:pt x="4493076" y="1375184"/>
                  </a:lnTo>
                  <a:lnTo>
                    <a:pt x="4493202" y="1375184"/>
                  </a:lnTo>
                  <a:lnTo>
                    <a:pt x="4493329" y="1375184"/>
                  </a:lnTo>
                  <a:lnTo>
                    <a:pt x="4493455" y="1375184"/>
                  </a:lnTo>
                  <a:lnTo>
                    <a:pt x="4493581" y="1375184"/>
                  </a:lnTo>
                  <a:lnTo>
                    <a:pt x="4493707" y="1375184"/>
                  </a:lnTo>
                  <a:lnTo>
                    <a:pt x="4493834" y="1375184"/>
                  </a:lnTo>
                  <a:lnTo>
                    <a:pt x="4493960" y="1375184"/>
                  </a:lnTo>
                  <a:lnTo>
                    <a:pt x="4494086" y="1375184"/>
                  </a:lnTo>
                  <a:lnTo>
                    <a:pt x="4494086" y="1370273"/>
                  </a:lnTo>
                  <a:lnTo>
                    <a:pt x="4494212" y="1370273"/>
                  </a:lnTo>
                  <a:lnTo>
                    <a:pt x="4494339" y="1370273"/>
                  </a:lnTo>
                  <a:lnTo>
                    <a:pt x="4494465" y="1370273"/>
                  </a:lnTo>
                  <a:lnTo>
                    <a:pt x="4494591" y="1370273"/>
                  </a:lnTo>
                  <a:lnTo>
                    <a:pt x="4494717" y="1370273"/>
                  </a:lnTo>
                  <a:lnTo>
                    <a:pt x="4494844" y="1370273"/>
                  </a:lnTo>
                  <a:lnTo>
                    <a:pt x="4494970" y="1370273"/>
                  </a:lnTo>
                  <a:lnTo>
                    <a:pt x="4495096" y="1370273"/>
                  </a:lnTo>
                  <a:lnTo>
                    <a:pt x="4495223" y="1370273"/>
                  </a:lnTo>
                  <a:lnTo>
                    <a:pt x="4495349" y="1370273"/>
                  </a:lnTo>
                  <a:lnTo>
                    <a:pt x="4495475" y="1370273"/>
                  </a:lnTo>
                  <a:lnTo>
                    <a:pt x="4495601" y="1370273"/>
                  </a:lnTo>
                  <a:lnTo>
                    <a:pt x="4495728" y="1370273"/>
                  </a:lnTo>
                  <a:lnTo>
                    <a:pt x="4495854" y="1370273"/>
                  </a:lnTo>
                  <a:lnTo>
                    <a:pt x="4495980" y="1370273"/>
                  </a:lnTo>
                  <a:lnTo>
                    <a:pt x="4496106" y="1370273"/>
                  </a:lnTo>
                  <a:lnTo>
                    <a:pt x="4496233" y="1370273"/>
                  </a:lnTo>
                  <a:lnTo>
                    <a:pt x="4496359" y="1370273"/>
                  </a:lnTo>
                  <a:lnTo>
                    <a:pt x="4496485" y="1370273"/>
                  </a:lnTo>
                  <a:lnTo>
                    <a:pt x="4496611" y="1370273"/>
                  </a:lnTo>
                  <a:lnTo>
                    <a:pt x="4496738" y="1370273"/>
                  </a:lnTo>
                  <a:lnTo>
                    <a:pt x="4496864" y="1370273"/>
                  </a:lnTo>
                  <a:lnTo>
                    <a:pt x="4496990" y="1370273"/>
                  </a:lnTo>
                  <a:lnTo>
                    <a:pt x="4497116" y="1370273"/>
                  </a:lnTo>
                  <a:lnTo>
                    <a:pt x="4497243" y="1370273"/>
                  </a:lnTo>
                  <a:lnTo>
                    <a:pt x="4497369" y="1370273"/>
                  </a:lnTo>
                  <a:lnTo>
                    <a:pt x="4497495" y="1370273"/>
                  </a:lnTo>
                  <a:lnTo>
                    <a:pt x="4497495" y="1365362"/>
                  </a:lnTo>
                  <a:lnTo>
                    <a:pt x="4497621" y="1365362"/>
                  </a:lnTo>
                  <a:lnTo>
                    <a:pt x="4497748" y="1365362"/>
                  </a:lnTo>
                  <a:lnTo>
                    <a:pt x="4497874" y="1365362"/>
                  </a:lnTo>
                  <a:lnTo>
                    <a:pt x="4498000" y="1365362"/>
                  </a:lnTo>
                  <a:lnTo>
                    <a:pt x="4498126" y="1365362"/>
                  </a:lnTo>
                  <a:lnTo>
                    <a:pt x="4498253" y="1365362"/>
                  </a:lnTo>
                  <a:lnTo>
                    <a:pt x="4498379" y="1365362"/>
                  </a:lnTo>
                  <a:lnTo>
                    <a:pt x="4498505" y="1365362"/>
                  </a:lnTo>
                  <a:lnTo>
                    <a:pt x="4498631" y="1365362"/>
                  </a:lnTo>
                  <a:lnTo>
                    <a:pt x="4498758" y="1365362"/>
                  </a:lnTo>
                  <a:lnTo>
                    <a:pt x="4498884" y="1365362"/>
                  </a:lnTo>
                  <a:lnTo>
                    <a:pt x="4499010" y="1365362"/>
                  </a:lnTo>
                  <a:lnTo>
                    <a:pt x="4499136" y="1365362"/>
                  </a:lnTo>
                  <a:lnTo>
                    <a:pt x="4499263" y="1365362"/>
                  </a:lnTo>
                  <a:lnTo>
                    <a:pt x="4499389" y="1365362"/>
                  </a:lnTo>
                  <a:lnTo>
                    <a:pt x="4499515" y="1365362"/>
                  </a:lnTo>
                  <a:lnTo>
                    <a:pt x="4499641" y="1365362"/>
                  </a:lnTo>
                  <a:lnTo>
                    <a:pt x="4499768" y="1365362"/>
                  </a:lnTo>
                  <a:lnTo>
                    <a:pt x="4499894" y="1365362"/>
                  </a:lnTo>
                  <a:lnTo>
                    <a:pt x="4500020" y="1365362"/>
                  </a:lnTo>
                  <a:lnTo>
                    <a:pt x="4500147" y="1365362"/>
                  </a:lnTo>
                  <a:lnTo>
                    <a:pt x="4500273" y="1365362"/>
                  </a:lnTo>
                  <a:lnTo>
                    <a:pt x="4500399" y="1365362"/>
                  </a:lnTo>
                  <a:lnTo>
                    <a:pt x="4500525" y="1365362"/>
                  </a:lnTo>
                  <a:lnTo>
                    <a:pt x="4500652" y="1365362"/>
                  </a:lnTo>
                  <a:lnTo>
                    <a:pt x="4500778" y="1365362"/>
                  </a:lnTo>
                  <a:lnTo>
                    <a:pt x="4500904" y="1365362"/>
                  </a:lnTo>
                  <a:lnTo>
                    <a:pt x="4501030" y="1365362"/>
                  </a:lnTo>
                  <a:lnTo>
                    <a:pt x="4501157" y="1365362"/>
                  </a:lnTo>
                  <a:lnTo>
                    <a:pt x="4501283" y="1365362"/>
                  </a:lnTo>
                  <a:lnTo>
                    <a:pt x="4501409" y="1365362"/>
                  </a:lnTo>
                  <a:lnTo>
                    <a:pt x="4501535" y="1365362"/>
                  </a:lnTo>
                  <a:lnTo>
                    <a:pt x="4501662" y="1365362"/>
                  </a:lnTo>
                  <a:lnTo>
                    <a:pt x="4501788" y="1365362"/>
                  </a:lnTo>
                  <a:lnTo>
                    <a:pt x="4501914" y="1365362"/>
                  </a:lnTo>
                  <a:lnTo>
                    <a:pt x="4502040" y="1365362"/>
                  </a:lnTo>
                  <a:lnTo>
                    <a:pt x="4502167" y="1365362"/>
                  </a:lnTo>
                  <a:lnTo>
                    <a:pt x="4502293" y="1365362"/>
                  </a:lnTo>
                  <a:lnTo>
                    <a:pt x="4502419" y="1365362"/>
                  </a:lnTo>
                  <a:lnTo>
                    <a:pt x="4502545" y="1365362"/>
                  </a:lnTo>
                  <a:lnTo>
                    <a:pt x="4502672" y="1365362"/>
                  </a:lnTo>
                  <a:lnTo>
                    <a:pt x="4502798" y="1365362"/>
                  </a:lnTo>
                  <a:lnTo>
                    <a:pt x="4502924" y="1365362"/>
                  </a:lnTo>
                  <a:lnTo>
                    <a:pt x="4503050" y="1365362"/>
                  </a:lnTo>
                  <a:lnTo>
                    <a:pt x="4503177" y="1365362"/>
                  </a:lnTo>
                  <a:lnTo>
                    <a:pt x="4503303" y="1365362"/>
                  </a:lnTo>
                  <a:lnTo>
                    <a:pt x="4503429" y="1365362"/>
                  </a:lnTo>
                  <a:lnTo>
                    <a:pt x="4503555" y="1365362"/>
                  </a:lnTo>
                  <a:lnTo>
                    <a:pt x="4503682" y="1365362"/>
                  </a:lnTo>
                  <a:lnTo>
                    <a:pt x="4503808" y="1365362"/>
                  </a:lnTo>
                  <a:lnTo>
                    <a:pt x="4503934" y="1365362"/>
                  </a:lnTo>
                  <a:lnTo>
                    <a:pt x="4504060" y="1365362"/>
                  </a:lnTo>
                  <a:lnTo>
                    <a:pt x="4504187" y="1365362"/>
                  </a:lnTo>
                  <a:lnTo>
                    <a:pt x="4504313" y="1365362"/>
                  </a:lnTo>
                  <a:lnTo>
                    <a:pt x="4504439" y="1365362"/>
                  </a:lnTo>
                  <a:lnTo>
                    <a:pt x="4504565" y="1365362"/>
                  </a:lnTo>
                  <a:lnTo>
                    <a:pt x="4504692" y="1365362"/>
                  </a:lnTo>
                  <a:lnTo>
                    <a:pt x="4504818" y="1365362"/>
                  </a:lnTo>
                  <a:lnTo>
                    <a:pt x="4504944" y="1365362"/>
                  </a:lnTo>
                  <a:lnTo>
                    <a:pt x="4505070" y="1365362"/>
                  </a:lnTo>
                  <a:lnTo>
                    <a:pt x="4505197" y="1365362"/>
                  </a:lnTo>
                  <a:lnTo>
                    <a:pt x="4505323" y="1365362"/>
                  </a:lnTo>
                  <a:lnTo>
                    <a:pt x="4505449" y="1365362"/>
                  </a:lnTo>
                  <a:lnTo>
                    <a:pt x="4505576" y="1365362"/>
                  </a:lnTo>
                  <a:lnTo>
                    <a:pt x="4505702" y="1365362"/>
                  </a:lnTo>
                  <a:lnTo>
                    <a:pt x="4505828" y="1365362"/>
                  </a:lnTo>
                  <a:lnTo>
                    <a:pt x="4505954" y="1365362"/>
                  </a:lnTo>
                  <a:lnTo>
                    <a:pt x="4506081" y="1365362"/>
                  </a:lnTo>
                  <a:lnTo>
                    <a:pt x="4506207" y="1365362"/>
                  </a:lnTo>
                  <a:lnTo>
                    <a:pt x="4506333" y="1365362"/>
                  </a:lnTo>
                  <a:lnTo>
                    <a:pt x="4506459" y="1365362"/>
                  </a:lnTo>
                  <a:lnTo>
                    <a:pt x="4506586" y="1365362"/>
                  </a:lnTo>
                  <a:lnTo>
                    <a:pt x="4506712" y="1365362"/>
                  </a:lnTo>
                  <a:lnTo>
                    <a:pt x="4506838" y="1365362"/>
                  </a:lnTo>
                  <a:lnTo>
                    <a:pt x="4506964" y="1365362"/>
                  </a:lnTo>
                  <a:lnTo>
                    <a:pt x="4507091" y="1365362"/>
                  </a:lnTo>
                  <a:lnTo>
                    <a:pt x="4507217" y="1365362"/>
                  </a:lnTo>
                  <a:lnTo>
                    <a:pt x="4507343" y="1365362"/>
                  </a:lnTo>
                  <a:lnTo>
                    <a:pt x="4507469" y="1365362"/>
                  </a:lnTo>
                  <a:lnTo>
                    <a:pt x="4507596" y="1365362"/>
                  </a:lnTo>
                  <a:lnTo>
                    <a:pt x="4507722" y="1365362"/>
                  </a:lnTo>
                  <a:lnTo>
                    <a:pt x="4507848" y="1365362"/>
                  </a:lnTo>
                  <a:lnTo>
                    <a:pt x="4507974" y="1365362"/>
                  </a:lnTo>
                  <a:lnTo>
                    <a:pt x="4508101" y="1365362"/>
                  </a:lnTo>
                  <a:lnTo>
                    <a:pt x="4508227" y="1365362"/>
                  </a:lnTo>
                  <a:lnTo>
                    <a:pt x="4508353" y="1365362"/>
                  </a:lnTo>
                  <a:lnTo>
                    <a:pt x="4508479" y="1365362"/>
                  </a:lnTo>
                  <a:lnTo>
                    <a:pt x="4508606" y="1365362"/>
                  </a:lnTo>
                  <a:lnTo>
                    <a:pt x="4508732" y="1365362"/>
                  </a:lnTo>
                  <a:lnTo>
                    <a:pt x="4508858" y="1365362"/>
                  </a:lnTo>
                  <a:lnTo>
                    <a:pt x="4508984" y="1365362"/>
                  </a:lnTo>
                  <a:lnTo>
                    <a:pt x="4509111" y="1365362"/>
                  </a:lnTo>
                  <a:lnTo>
                    <a:pt x="4509237" y="1365362"/>
                  </a:lnTo>
                  <a:lnTo>
                    <a:pt x="4509363" y="1365362"/>
                  </a:lnTo>
                  <a:lnTo>
                    <a:pt x="4509489" y="1365362"/>
                  </a:lnTo>
                  <a:lnTo>
                    <a:pt x="4509616" y="1365362"/>
                  </a:lnTo>
                  <a:lnTo>
                    <a:pt x="4509742" y="1365362"/>
                  </a:lnTo>
                  <a:lnTo>
                    <a:pt x="4509868" y="1365362"/>
                  </a:lnTo>
                  <a:lnTo>
                    <a:pt x="4509994" y="1365362"/>
                  </a:lnTo>
                  <a:lnTo>
                    <a:pt x="4510121" y="1365362"/>
                  </a:lnTo>
                  <a:lnTo>
                    <a:pt x="4510247" y="1365362"/>
                  </a:lnTo>
                  <a:lnTo>
                    <a:pt x="4510373" y="1365362"/>
                  </a:lnTo>
                  <a:lnTo>
                    <a:pt x="4510500" y="1365362"/>
                  </a:lnTo>
                  <a:lnTo>
                    <a:pt x="4510626" y="1365362"/>
                  </a:lnTo>
                  <a:lnTo>
                    <a:pt x="4510752" y="1365362"/>
                  </a:lnTo>
                  <a:lnTo>
                    <a:pt x="4510878" y="1365362"/>
                  </a:lnTo>
                  <a:lnTo>
                    <a:pt x="4511005" y="1365362"/>
                  </a:lnTo>
                  <a:lnTo>
                    <a:pt x="4511131" y="1365362"/>
                  </a:lnTo>
                  <a:lnTo>
                    <a:pt x="4511257" y="1365362"/>
                  </a:lnTo>
                  <a:lnTo>
                    <a:pt x="4511383" y="1365362"/>
                  </a:lnTo>
                  <a:lnTo>
                    <a:pt x="4511510" y="1365362"/>
                  </a:lnTo>
                  <a:lnTo>
                    <a:pt x="4511636" y="1365362"/>
                  </a:lnTo>
                  <a:lnTo>
                    <a:pt x="4511762" y="1365362"/>
                  </a:lnTo>
                  <a:lnTo>
                    <a:pt x="4511888" y="1365362"/>
                  </a:lnTo>
                  <a:lnTo>
                    <a:pt x="4512015" y="1365362"/>
                  </a:lnTo>
                  <a:lnTo>
                    <a:pt x="4512141" y="1365362"/>
                  </a:lnTo>
                  <a:lnTo>
                    <a:pt x="4512267" y="1365362"/>
                  </a:lnTo>
                  <a:lnTo>
                    <a:pt x="4512393" y="1365362"/>
                  </a:lnTo>
                  <a:lnTo>
                    <a:pt x="4512520" y="1365362"/>
                  </a:lnTo>
                  <a:lnTo>
                    <a:pt x="4512646" y="1365362"/>
                  </a:lnTo>
                  <a:lnTo>
                    <a:pt x="4512772" y="1365362"/>
                  </a:lnTo>
                  <a:lnTo>
                    <a:pt x="4512898" y="1365362"/>
                  </a:lnTo>
                  <a:lnTo>
                    <a:pt x="4513025" y="1365362"/>
                  </a:lnTo>
                  <a:lnTo>
                    <a:pt x="4513151" y="1365362"/>
                  </a:lnTo>
                  <a:lnTo>
                    <a:pt x="4513277" y="1365362"/>
                  </a:lnTo>
                  <a:lnTo>
                    <a:pt x="4513403" y="1365362"/>
                  </a:lnTo>
                  <a:lnTo>
                    <a:pt x="4513530" y="1365362"/>
                  </a:lnTo>
                  <a:lnTo>
                    <a:pt x="4513656" y="1365362"/>
                  </a:lnTo>
                  <a:lnTo>
                    <a:pt x="4513782" y="1365362"/>
                  </a:lnTo>
                  <a:lnTo>
                    <a:pt x="4513908" y="1365362"/>
                  </a:lnTo>
                  <a:lnTo>
                    <a:pt x="4514035" y="1365362"/>
                  </a:lnTo>
                  <a:lnTo>
                    <a:pt x="4514161" y="1365362"/>
                  </a:lnTo>
                  <a:lnTo>
                    <a:pt x="4514287" y="1365362"/>
                  </a:lnTo>
                  <a:lnTo>
                    <a:pt x="4514413" y="1365362"/>
                  </a:lnTo>
                  <a:lnTo>
                    <a:pt x="4514540" y="1365362"/>
                  </a:lnTo>
                  <a:lnTo>
                    <a:pt x="4514666" y="1365362"/>
                  </a:lnTo>
                  <a:lnTo>
                    <a:pt x="4514792" y="1365362"/>
                  </a:lnTo>
                  <a:lnTo>
                    <a:pt x="4514918" y="1365362"/>
                  </a:lnTo>
                  <a:lnTo>
                    <a:pt x="4515045" y="1365362"/>
                  </a:lnTo>
                  <a:lnTo>
                    <a:pt x="4515171" y="1365362"/>
                  </a:lnTo>
                  <a:lnTo>
                    <a:pt x="4515297" y="1365362"/>
                  </a:lnTo>
                  <a:lnTo>
                    <a:pt x="4515424" y="1365362"/>
                  </a:lnTo>
                  <a:lnTo>
                    <a:pt x="4515550" y="1365362"/>
                  </a:lnTo>
                  <a:lnTo>
                    <a:pt x="4515676" y="1365362"/>
                  </a:lnTo>
                  <a:lnTo>
                    <a:pt x="4515802" y="1365362"/>
                  </a:lnTo>
                  <a:lnTo>
                    <a:pt x="4515929" y="1365362"/>
                  </a:lnTo>
                  <a:lnTo>
                    <a:pt x="4516055" y="1365362"/>
                  </a:lnTo>
                  <a:lnTo>
                    <a:pt x="4516181" y="1365362"/>
                  </a:lnTo>
                  <a:lnTo>
                    <a:pt x="4516307" y="1365362"/>
                  </a:lnTo>
                  <a:lnTo>
                    <a:pt x="4516307" y="1360450"/>
                  </a:lnTo>
                  <a:lnTo>
                    <a:pt x="4516434" y="1360450"/>
                  </a:lnTo>
                  <a:lnTo>
                    <a:pt x="4516560" y="1360450"/>
                  </a:lnTo>
                  <a:lnTo>
                    <a:pt x="4516686" y="1360450"/>
                  </a:lnTo>
                  <a:lnTo>
                    <a:pt x="4516812" y="1360450"/>
                  </a:lnTo>
                  <a:lnTo>
                    <a:pt x="4516939" y="1360450"/>
                  </a:lnTo>
                  <a:lnTo>
                    <a:pt x="4517065" y="1360450"/>
                  </a:lnTo>
                  <a:lnTo>
                    <a:pt x="4517191" y="1360450"/>
                  </a:lnTo>
                  <a:lnTo>
                    <a:pt x="4517317" y="1360450"/>
                  </a:lnTo>
                  <a:lnTo>
                    <a:pt x="4517444" y="1360450"/>
                  </a:lnTo>
                  <a:lnTo>
                    <a:pt x="4517570" y="1360450"/>
                  </a:lnTo>
                  <a:lnTo>
                    <a:pt x="4517696" y="1360450"/>
                  </a:lnTo>
                  <a:lnTo>
                    <a:pt x="4517822" y="1360450"/>
                  </a:lnTo>
                  <a:lnTo>
                    <a:pt x="4517822" y="1355539"/>
                  </a:lnTo>
                  <a:lnTo>
                    <a:pt x="4517949" y="1355539"/>
                  </a:lnTo>
                  <a:lnTo>
                    <a:pt x="4518075" y="1355539"/>
                  </a:lnTo>
                  <a:lnTo>
                    <a:pt x="4518201" y="1355539"/>
                  </a:lnTo>
                  <a:lnTo>
                    <a:pt x="4518327" y="1355539"/>
                  </a:lnTo>
                  <a:lnTo>
                    <a:pt x="4518454" y="1355539"/>
                  </a:lnTo>
                  <a:lnTo>
                    <a:pt x="4518580" y="1355539"/>
                  </a:lnTo>
                  <a:lnTo>
                    <a:pt x="4518706" y="1355539"/>
                  </a:lnTo>
                  <a:lnTo>
                    <a:pt x="4518832" y="1355539"/>
                  </a:lnTo>
                  <a:lnTo>
                    <a:pt x="4518959" y="1355539"/>
                  </a:lnTo>
                  <a:lnTo>
                    <a:pt x="4519085" y="1355539"/>
                  </a:lnTo>
                  <a:lnTo>
                    <a:pt x="4519211" y="1355539"/>
                  </a:lnTo>
                  <a:lnTo>
                    <a:pt x="4519337" y="1355539"/>
                  </a:lnTo>
                  <a:lnTo>
                    <a:pt x="4519464" y="1355539"/>
                  </a:lnTo>
                  <a:lnTo>
                    <a:pt x="4519590" y="1355539"/>
                  </a:lnTo>
                  <a:lnTo>
                    <a:pt x="4519716" y="1355539"/>
                  </a:lnTo>
                  <a:lnTo>
                    <a:pt x="4519842" y="1355539"/>
                  </a:lnTo>
                  <a:lnTo>
                    <a:pt x="4519969" y="1355539"/>
                  </a:lnTo>
                  <a:lnTo>
                    <a:pt x="4520095" y="1355539"/>
                  </a:lnTo>
                  <a:lnTo>
                    <a:pt x="4520221" y="1355539"/>
                  </a:lnTo>
                  <a:lnTo>
                    <a:pt x="4520347" y="1355539"/>
                  </a:lnTo>
                  <a:lnTo>
                    <a:pt x="4520474" y="1355539"/>
                  </a:lnTo>
                  <a:lnTo>
                    <a:pt x="4520600" y="1355539"/>
                  </a:lnTo>
                  <a:lnTo>
                    <a:pt x="4520726" y="1355539"/>
                  </a:lnTo>
                  <a:lnTo>
                    <a:pt x="4520853" y="1355539"/>
                  </a:lnTo>
                  <a:lnTo>
                    <a:pt x="4520979" y="1355539"/>
                  </a:lnTo>
                  <a:lnTo>
                    <a:pt x="4521105" y="1355539"/>
                  </a:lnTo>
                  <a:lnTo>
                    <a:pt x="4521231" y="1355539"/>
                  </a:lnTo>
                  <a:lnTo>
                    <a:pt x="4521358" y="1355539"/>
                  </a:lnTo>
                  <a:lnTo>
                    <a:pt x="4521484" y="1355539"/>
                  </a:lnTo>
                  <a:lnTo>
                    <a:pt x="4521610" y="1355539"/>
                  </a:lnTo>
                  <a:lnTo>
                    <a:pt x="4521736" y="1355539"/>
                  </a:lnTo>
                  <a:lnTo>
                    <a:pt x="4521863" y="1355539"/>
                  </a:lnTo>
                  <a:lnTo>
                    <a:pt x="4521989" y="1355539"/>
                  </a:lnTo>
                  <a:lnTo>
                    <a:pt x="4522115" y="1355539"/>
                  </a:lnTo>
                  <a:lnTo>
                    <a:pt x="4522241" y="1355539"/>
                  </a:lnTo>
                  <a:lnTo>
                    <a:pt x="4522368" y="1355539"/>
                  </a:lnTo>
                  <a:lnTo>
                    <a:pt x="4522494" y="1355539"/>
                  </a:lnTo>
                  <a:lnTo>
                    <a:pt x="4522620" y="1355539"/>
                  </a:lnTo>
                  <a:lnTo>
                    <a:pt x="4522746" y="1355539"/>
                  </a:lnTo>
                  <a:lnTo>
                    <a:pt x="4522873" y="1355539"/>
                  </a:lnTo>
                  <a:lnTo>
                    <a:pt x="4522999" y="1355539"/>
                  </a:lnTo>
                  <a:lnTo>
                    <a:pt x="4523125" y="1355539"/>
                  </a:lnTo>
                  <a:lnTo>
                    <a:pt x="4523251" y="1355539"/>
                  </a:lnTo>
                  <a:lnTo>
                    <a:pt x="4523378" y="1355539"/>
                  </a:lnTo>
                  <a:lnTo>
                    <a:pt x="4523504" y="1355539"/>
                  </a:lnTo>
                  <a:lnTo>
                    <a:pt x="4523630" y="1355539"/>
                  </a:lnTo>
                  <a:lnTo>
                    <a:pt x="4523756" y="1355539"/>
                  </a:lnTo>
                  <a:lnTo>
                    <a:pt x="4523883" y="1355539"/>
                  </a:lnTo>
                  <a:lnTo>
                    <a:pt x="4524009" y="1355539"/>
                  </a:lnTo>
                  <a:lnTo>
                    <a:pt x="4524135" y="1355539"/>
                  </a:lnTo>
                  <a:lnTo>
                    <a:pt x="4524261" y="1355539"/>
                  </a:lnTo>
                  <a:lnTo>
                    <a:pt x="4524388" y="1355539"/>
                  </a:lnTo>
                  <a:lnTo>
                    <a:pt x="4524514" y="1355539"/>
                  </a:lnTo>
                  <a:lnTo>
                    <a:pt x="4524640" y="1355539"/>
                  </a:lnTo>
                  <a:lnTo>
                    <a:pt x="4524766" y="1355539"/>
                  </a:lnTo>
                  <a:lnTo>
                    <a:pt x="4524893" y="1355539"/>
                  </a:lnTo>
                  <a:lnTo>
                    <a:pt x="4525019" y="1355539"/>
                  </a:lnTo>
                  <a:lnTo>
                    <a:pt x="4525145" y="1355539"/>
                  </a:lnTo>
                  <a:lnTo>
                    <a:pt x="4525271" y="1355539"/>
                  </a:lnTo>
                  <a:lnTo>
                    <a:pt x="4525398" y="1355539"/>
                  </a:lnTo>
                  <a:lnTo>
                    <a:pt x="4525524" y="1355539"/>
                  </a:lnTo>
                  <a:lnTo>
                    <a:pt x="4525650" y="1355539"/>
                  </a:lnTo>
                  <a:lnTo>
                    <a:pt x="4525777" y="1355539"/>
                  </a:lnTo>
                  <a:lnTo>
                    <a:pt x="4525903" y="1355539"/>
                  </a:lnTo>
                  <a:lnTo>
                    <a:pt x="4526029" y="1355539"/>
                  </a:lnTo>
                  <a:lnTo>
                    <a:pt x="4526155" y="1355539"/>
                  </a:lnTo>
                  <a:lnTo>
                    <a:pt x="4526282" y="1355539"/>
                  </a:lnTo>
                  <a:lnTo>
                    <a:pt x="4526408" y="1355539"/>
                  </a:lnTo>
                  <a:lnTo>
                    <a:pt x="4526534" y="1355539"/>
                  </a:lnTo>
                  <a:lnTo>
                    <a:pt x="4526660" y="1355539"/>
                  </a:lnTo>
                  <a:lnTo>
                    <a:pt x="4526787" y="1355539"/>
                  </a:lnTo>
                  <a:lnTo>
                    <a:pt x="4526913" y="1355539"/>
                  </a:lnTo>
                  <a:lnTo>
                    <a:pt x="4527039" y="1355539"/>
                  </a:lnTo>
                  <a:lnTo>
                    <a:pt x="4527165" y="1355539"/>
                  </a:lnTo>
                  <a:lnTo>
                    <a:pt x="4527292" y="1355539"/>
                  </a:lnTo>
                  <a:lnTo>
                    <a:pt x="4527418" y="1355539"/>
                  </a:lnTo>
                  <a:lnTo>
                    <a:pt x="4527544" y="1355539"/>
                  </a:lnTo>
                  <a:lnTo>
                    <a:pt x="4527670" y="1355539"/>
                  </a:lnTo>
                  <a:lnTo>
                    <a:pt x="4527797" y="1355539"/>
                  </a:lnTo>
                  <a:lnTo>
                    <a:pt x="4527923" y="1355539"/>
                  </a:lnTo>
                  <a:lnTo>
                    <a:pt x="4528049" y="1355539"/>
                  </a:lnTo>
                  <a:lnTo>
                    <a:pt x="4528175" y="1355539"/>
                  </a:lnTo>
                  <a:lnTo>
                    <a:pt x="4528302" y="1355539"/>
                  </a:lnTo>
                  <a:lnTo>
                    <a:pt x="4528428" y="1355539"/>
                  </a:lnTo>
                  <a:lnTo>
                    <a:pt x="4528554" y="1355539"/>
                  </a:lnTo>
                  <a:lnTo>
                    <a:pt x="4528680" y="1355539"/>
                  </a:lnTo>
                  <a:lnTo>
                    <a:pt x="4528807" y="1355539"/>
                  </a:lnTo>
                  <a:lnTo>
                    <a:pt x="4528933" y="1355539"/>
                  </a:lnTo>
                  <a:lnTo>
                    <a:pt x="4529059" y="1355539"/>
                  </a:lnTo>
                  <a:lnTo>
                    <a:pt x="4529185" y="1355539"/>
                  </a:lnTo>
                  <a:lnTo>
                    <a:pt x="4529312" y="1355539"/>
                  </a:lnTo>
                  <a:lnTo>
                    <a:pt x="4529438" y="1355539"/>
                  </a:lnTo>
                  <a:lnTo>
                    <a:pt x="4529564" y="1355539"/>
                  </a:lnTo>
                  <a:lnTo>
                    <a:pt x="4529690" y="1355539"/>
                  </a:lnTo>
                  <a:lnTo>
                    <a:pt x="4529817" y="1355539"/>
                  </a:lnTo>
                  <a:lnTo>
                    <a:pt x="4529943" y="1355539"/>
                  </a:lnTo>
                  <a:lnTo>
                    <a:pt x="4530069" y="1355539"/>
                  </a:lnTo>
                  <a:lnTo>
                    <a:pt x="4530195" y="1355539"/>
                  </a:lnTo>
                  <a:lnTo>
                    <a:pt x="4530322" y="1355539"/>
                  </a:lnTo>
                  <a:lnTo>
                    <a:pt x="4530448" y="1355539"/>
                  </a:lnTo>
                  <a:lnTo>
                    <a:pt x="4530574" y="1355539"/>
                  </a:lnTo>
                  <a:lnTo>
                    <a:pt x="4530700" y="1355539"/>
                  </a:lnTo>
                  <a:lnTo>
                    <a:pt x="4530827" y="1355539"/>
                  </a:lnTo>
                  <a:lnTo>
                    <a:pt x="4530953" y="1355539"/>
                  </a:lnTo>
                  <a:lnTo>
                    <a:pt x="4531079" y="1355539"/>
                  </a:lnTo>
                  <a:lnTo>
                    <a:pt x="4531206" y="1355539"/>
                  </a:lnTo>
                  <a:lnTo>
                    <a:pt x="4531332" y="1355539"/>
                  </a:lnTo>
                  <a:lnTo>
                    <a:pt x="4531458" y="1355539"/>
                  </a:lnTo>
                  <a:lnTo>
                    <a:pt x="4531584" y="1355539"/>
                  </a:lnTo>
                  <a:lnTo>
                    <a:pt x="4531711" y="1355539"/>
                  </a:lnTo>
                  <a:lnTo>
                    <a:pt x="4531837" y="1355539"/>
                  </a:lnTo>
                  <a:lnTo>
                    <a:pt x="4531963" y="1355539"/>
                  </a:lnTo>
                  <a:lnTo>
                    <a:pt x="4532089" y="1355539"/>
                  </a:lnTo>
                  <a:lnTo>
                    <a:pt x="4532216" y="1355539"/>
                  </a:lnTo>
                  <a:lnTo>
                    <a:pt x="4532342" y="1355539"/>
                  </a:lnTo>
                  <a:lnTo>
                    <a:pt x="4532468" y="1355539"/>
                  </a:lnTo>
                  <a:lnTo>
                    <a:pt x="4532594" y="1355539"/>
                  </a:lnTo>
                  <a:lnTo>
                    <a:pt x="4532721" y="1355539"/>
                  </a:lnTo>
                  <a:lnTo>
                    <a:pt x="4532847" y="1355539"/>
                  </a:lnTo>
                  <a:lnTo>
                    <a:pt x="4532973" y="1355539"/>
                  </a:lnTo>
                  <a:lnTo>
                    <a:pt x="4533099" y="1355539"/>
                  </a:lnTo>
                  <a:lnTo>
                    <a:pt x="4533226" y="1355539"/>
                  </a:lnTo>
                  <a:lnTo>
                    <a:pt x="4533352" y="1355539"/>
                  </a:lnTo>
                  <a:lnTo>
                    <a:pt x="4533478" y="1355539"/>
                  </a:lnTo>
                  <a:lnTo>
                    <a:pt x="4533604" y="1355539"/>
                  </a:lnTo>
                  <a:lnTo>
                    <a:pt x="4533731" y="1355539"/>
                  </a:lnTo>
                  <a:lnTo>
                    <a:pt x="4533857" y="1355539"/>
                  </a:lnTo>
                  <a:lnTo>
                    <a:pt x="4533983" y="1355539"/>
                  </a:lnTo>
                  <a:lnTo>
                    <a:pt x="4534109" y="1355539"/>
                  </a:lnTo>
                  <a:lnTo>
                    <a:pt x="4534236" y="1355539"/>
                  </a:lnTo>
                  <a:lnTo>
                    <a:pt x="4534362" y="1355539"/>
                  </a:lnTo>
                  <a:lnTo>
                    <a:pt x="4534488" y="1355539"/>
                  </a:lnTo>
                  <a:lnTo>
                    <a:pt x="4534614" y="1355539"/>
                  </a:lnTo>
                  <a:lnTo>
                    <a:pt x="4534741" y="1355539"/>
                  </a:lnTo>
                  <a:lnTo>
                    <a:pt x="4534867" y="1355539"/>
                  </a:lnTo>
                  <a:lnTo>
                    <a:pt x="4534993" y="1355539"/>
                  </a:lnTo>
                  <a:lnTo>
                    <a:pt x="4535119" y="1355539"/>
                  </a:lnTo>
                  <a:lnTo>
                    <a:pt x="4535246" y="1355539"/>
                  </a:lnTo>
                  <a:lnTo>
                    <a:pt x="4535372" y="1355539"/>
                  </a:lnTo>
                  <a:lnTo>
                    <a:pt x="4535498" y="1355539"/>
                  </a:lnTo>
                  <a:lnTo>
                    <a:pt x="4535624" y="1355539"/>
                  </a:lnTo>
                  <a:lnTo>
                    <a:pt x="4535751" y="1355539"/>
                  </a:lnTo>
                  <a:lnTo>
                    <a:pt x="4535877" y="1355539"/>
                  </a:lnTo>
                  <a:lnTo>
                    <a:pt x="4536003" y="1355539"/>
                  </a:lnTo>
                  <a:lnTo>
                    <a:pt x="4536130" y="1355539"/>
                  </a:lnTo>
                  <a:lnTo>
                    <a:pt x="4536256" y="1355539"/>
                  </a:lnTo>
                  <a:lnTo>
                    <a:pt x="4536382" y="1355539"/>
                  </a:lnTo>
                  <a:lnTo>
                    <a:pt x="4536508" y="1355539"/>
                  </a:lnTo>
                  <a:lnTo>
                    <a:pt x="4536635" y="1355539"/>
                  </a:lnTo>
                  <a:lnTo>
                    <a:pt x="4536761" y="1355539"/>
                  </a:lnTo>
                  <a:lnTo>
                    <a:pt x="4536887" y="1355539"/>
                  </a:lnTo>
                  <a:lnTo>
                    <a:pt x="4537013" y="1355539"/>
                  </a:lnTo>
                  <a:lnTo>
                    <a:pt x="4537140" y="1355539"/>
                  </a:lnTo>
                  <a:lnTo>
                    <a:pt x="4537266" y="1355539"/>
                  </a:lnTo>
                  <a:lnTo>
                    <a:pt x="4537392" y="1355539"/>
                  </a:lnTo>
                  <a:lnTo>
                    <a:pt x="4537518" y="1355539"/>
                  </a:lnTo>
                  <a:lnTo>
                    <a:pt x="4537645" y="1355539"/>
                  </a:lnTo>
                  <a:lnTo>
                    <a:pt x="4537771" y="1355539"/>
                  </a:lnTo>
                  <a:lnTo>
                    <a:pt x="4537897" y="1355539"/>
                  </a:lnTo>
                  <a:lnTo>
                    <a:pt x="4538023" y="1355539"/>
                  </a:lnTo>
                  <a:lnTo>
                    <a:pt x="4538150" y="1355539"/>
                  </a:lnTo>
                  <a:lnTo>
                    <a:pt x="4538276" y="1355539"/>
                  </a:lnTo>
                  <a:lnTo>
                    <a:pt x="4538402" y="1355539"/>
                  </a:lnTo>
                  <a:lnTo>
                    <a:pt x="4538528" y="1355539"/>
                  </a:lnTo>
                  <a:lnTo>
                    <a:pt x="4538655" y="1355539"/>
                  </a:lnTo>
                  <a:lnTo>
                    <a:pt x="4538781" y="1355539"/>
                  </a:lnTo>
                  <a:lnTo>
                    <a:pt x="4538907" y="1355539"/>
                  </a:lnTo>
                  <a:lnTo>
                    <a:pt x="4539033" y="1355539"/>
                  </a:lnTo>
                  <a:lnTo>
                    <a:pt x="4539160" y="1355539"/>
                  </a:lnTo>
                  <a:lnTo>
                    <a:pt x="4539286" y="1355539"/>
                  </a:lnTo>
                  <a:lnTo>
                    <a:pt x="4539412" y="1355539"/>
                  </a:lnTo>
                  <a:lnTo>
                    <a:pt x="4539538" y="1355539"/>
                  </a:lnTo>
                  <a:lnTo>
                    <a:pt x="4539665" y="1355539"/>
                  </a:lnTo>
                  <a:lnTo>
                    <a:pt x="4539791" y="1355539"/>
                  </a:lnTo>
                  <a:lnTo>
                    <a:pt x="4539917" y="1355539"/>
                  </a:lnTo>
                  <a:lnTo>
                    <a:pt x="4540043" y="1355539"/>
                  </a:lnTo>
                  <a:lnTo>
                    <a:pt x="4540170" y="1355539"/>
                  </a:lnTo>
                  <a:lnTo>
                    <a:pt x="4540296" y="1355539"/>
                  </a:lnTo>
                  <a:lnTo>
                    <a:pt x="4540422" y="1355539"/>
                  </a:lnTo>
                  <a:lnTo>
                    <a:pt x="4540548" y="1355539"/>
                  </a:lnTo>
                  <a:lnTo>
                    <a:pt x="4540675" y="1355539"/>
                  </a:lnTo>
                  <a:lnTo>
                    <a:pt x="4540801" y="1355539"/>
                  </a:lnTo>
                  <a:lnTo>
                    <a:pt x="4540927" y="1355539"/>
                  </a:lnTo>
                  <a:lnTo>
                    <a:pt x="4541053" y="1355539"/>
                  </a:lnTo>
                  <a:lnTo>
                    <a:pt x="4541180" y="1355539"/>
                  </a:lnTo>
                  <a:lnTo>
                    <a:pt x="4541306" y="1355539"/>
                  </a:lnTo>
                  <a:lnTo>
                    <a:pt x="4541432" y="1355539"/>
                  </a:lnTo>
                  <a:lnTo>
                    <a:pt x="4541559" y="1355539"/>
                  </a:lnTo>
                  <a:lnTo>
                    <a:pt x="4541685" y="1355539"/>
                  </a:lnTo>
                  <a:lnTo>
                    <a:pt x="4541811" y="1355539"/>
                  </a:lnTo>
                  <a:lnTo>
                    <a:pt x="4541937" y="1355539"/>
                  </a:lnTo>
                  <a:lnTo>
                    <a:pt x="4542064" y="1355539"/>
                  </a:lnTo>
                  <a:lnTo>
                    <a:pt x="4542190" y="1355539"/>
                  </a:lnTo>
                  <a:lnTo>
                    <a:pt x="4542316" y="1355539"/>
                  </a:lnTo>
                  <a:lnTo>
                    <a:pt x="4542442" y="1355539"/>
                  </a:lnTo>
                  <a:lnTo>
                    <a:pt x="4542569" y="1355539"/>
                  </a:lnTo>
                  <a:lnTo>
                    <a:pt x="4542695" y="1355539"/>
                  </a:lnTo>
                  <a:lnTo>
                    <a:pt x="4542821" y="1355539"/>
                  </a:lnTo>
                  <a:lnTo>
                    <a:pt x="4542947" y="1355539"/>
                  </a:lnTo>
                  <a:lnTo>
                    <a:pt x="4543074" y="1355539"/>
                  </a:lnTo>
                  <a:lnTo>
                    <a:pt x="4543200" y="1355539"/>
                  </a:lnTo>
                  <a:lnTo>
                    <a:pt x="4543326" y="1355539"/>
                  </a:lnTo>
                  <a:lnTo>
                    <a:pt x="4543452" y="1355539"/>
                  </a:lnTo>
                  <a:lnTo>
                    <a:pt x="4543579" y="1355539"/>
                  </a:lnTo>
                  <a:lnTo>
                    <a:pt x="4543705" y="1355539"/>
                  </a:lnTo>
                  <a:lnTo>
                    <a:pt x="4543831" y="1355539"/>
                  </a:lnTo>
                  <a:lnTo>
                    <a:pt x="4543957" y="1355539"/>
                  </a:lnTo>
                  <a:lnTo>
                    <a:pt x="4544084" y="1355539"/>
                  </a:lnTo>
                  <a:lnTo>
                    <a:pt x="4544210" y="1355539"/>
                  </a:lnTo>
                  <a:lnTo>
                    <a:pt x="4544336" y="1355539"/>
                  </a:lnTo>
                  <a:lnTo>
                    <a:pt x="4544462" y="1355539"/>
                  </a:lnTo>
                  <a:lnTo>
                    <a:pt x="4544589" y="1355539"/>
                  </a:lnTo>
                  <a:lnTo>
                    <a:pt x="4544715" y="1355539"/>
                  </a:lnTo>
                  <a:lnTo>
                    <a:pt x="4544841" y="1355539"/>
                  </a:lnTo>
                  <a:lnTo>
                    <a:pt x="4544967" y="1355539"/>
                  </a:lnTo>
                  <a:lnTo>
                    <a:pt x="4545094" y="1355539"/>
                  </a:lnTo>
                  <a:lnTo>
                    <a:pt x="4545220" y="1355539"/>
                  </a:lnTo>
                  <a:lnTo>
                    <a:pt x="4545346" y="1355539"/>
                  </a:lnTo>
                  <a:lnTo>
                    <a:pt x="4545472" y="1355539"/>
                  </a:lnTo>
                  <a:lnTo>
                    <a:pt x="4545599" y="1355539"/>
                  </a:lnTo>
                  <a:lnTo>
                    <a:pt x="4545725" y="1355539"/>
                  </a:lnTo>
                  <a:lnTo>
                    <a:pt x="4545851" y="1355539"/>
                  </a:lnTo>
                  <a:lnTo>
                    <a:pt x="4545977" y="1355539"/>
                  </a:lnTo>
                  <a:lnTo>
                    <a:pt x="4546104" y="1355539"/>
                  </a:lnTo>
                  <a:lnTo>
                    <a:pt x="4546230" y="1355539"/>
                  </a:lnTo>
                  <a:lnTo>
                    <a:pt x="4546356" y="1355539"/>
                  </a:lnTo>
                  <a:lnTo>
                    <a:pt x="4546483" y="1355539"/>
                  </a:lnTo>
                  <a:lnTo>
                    <a:pt x="4546609" y="1355539"/>
                  </a:lnTo>
                  <a:lnTo>
                    <a:pt x="4546735" y="1355539"/>
                  </a:lnTo>
                  <a:lnTo>
                    <a:pt x="4546861" y="1355539"/>
                  </a:lnTo>
                  <a:lnTo>
                    <a:pt x="4546988" y="1355539"/>
                  </a:lnTo>
                  <a:lnTo>
                    <a:pt x="4547114" y="1355539"/>
                  </a:lnTo>
                  <a:lnTo>
                    <a:pt x="4547240" y="1355539"/>
                  </a:lnTo>
                  <a:lnTo>
                    <a:pt x="4547366" y="1355539"/>
                  </a:lnTo>
                  <a:lnTo>
                    <a:pt x="4547493" y="1355539"/>
                  </a:lnTo>
                  <a:lnTo>
                    <a:pt x="4547619" y="1355539"/>
                  </a:lnTo>
                  <a:lnTo>
                    <a:pt x="4547745" y="1355539"/>
                  </a:lnTo>
                  <a:lnTo>
                    <a:pt x="4547871" y="1355539"/>
                  </a:lnTo>
                  <a:lnTo>
                    <a:pt x="4547998" y="1355539"/>
                  </a:lnTo>
                  <a:lnTo>
                    <a:pt x="4548124" y="1355539"/>
                  </a:lnTo>
                  <a:lnTo>
                    <a:pt x="4548250" y="1355539"/>
                  </a:lnTo>
                  <a:lnTo>
                    <a:pt x="4548376" y="1355539"/>
                  </a:lnTo>
                  <a:lnTo>
                    <a:pt x="4548503" y="1355539"/>
                  </a:lnTo>
                  <a:lnTo>
                    <a:pt x="4548629" y="1355539"/>
                  </a:lnTo>
                  <a:lnTo>
                    <a:pt x="4548755" y="1355539"/>
                  </a:lnTo>
                  <a:lnTo>
                    <a:pt x="4548881" y="1355539"/>
                  </a:lnTo>
                  <a:lnTo>
                    <a:pt x="4549008" y="1355539"/>
                  </a:lnTo>
                  <a:lnTo>
                    <a:pt x="4549134" y="1355539"/>
                  </a:lnTo>
                  <a:lnTo>
                    <a:pt x="4549260" y="1355539"/>
                  </a:lnTo>
                  <a:lnTo>
                    <a:pt x="4549386" y="1355539"/>
                  </a:lnTo>
                  <a:lnTo>
                    <a:pt x="4549513" y="1355539"/>
                  </a:lnTo>
                  <a:lnTo>
                    <a:pt x="4549639" y="1355539"/>
                  </a:lnTo>
                  <a:lnTo>
                    <a:pt x="4549765" y="1355539"/>
                  </a:lnTo>
                  <a:lnTo>
                    <a:pt x="4549891" y="1355539"/>
                  </a:lnTo>
                  <a:lnTo>
                    <a:pt x="4550018" y="1355539"/>
                  </a:lnTo>
                  <a:lnTo>
                    <a:pt x="4550144" y="1355539"/>
                  </a:lnTo>
                  <a:lnTo>
                    <a:pt x="4550144" y="1350628"/>
                  </a:lnTo>
                  <a:lnTo>
                    <a:pt x="4550270" y="1350628"/>
                  </a:lnTo>
                  <a:lnTo>
                    <a:pt x="4550396" y="1350628"/>
                  </a:lnTo>
                  <a:lnTo>
                    <a:pt x="4550523" y="1350628"/>
                  </a:lnTo>
                  <a:lnTo>
                    <a:pt x="4550649" y="1350628"/>
                  </a:lnTo>
                  <a:lnTo>
                    <a:pt x="4550775" y="1350628"/>
                  </a:lnTo>
                  <a:lnTo>
                    <a:pt x="4550901" y="1350628"/>
                  </a:lnTo>
                  <a:lnTo>
                    <a:pt x="4551028" y="1350628"/>
                  </a:lnTo>
                  <a:lnTo>
                    <a:pt x="4551154" y="1350628"/>
                  </a:lnTo>
                  <a:lnTo>
                    <a:pt x="4551280" y="1350628"/>
                  </a:lnTo>
                  <a:lnTo>
                    <a:pt x="4551406" y="1350628"/>
                  </a:lnTo>
                  <a:lnTo>
                    <a:pt x="4551533" y="1350628"/>
                  </a:lnTo>
                  <a:lnTo>
                    <a:pt x="4551659" y="1350628"/>
                  </a:lnTo>
                  <a:lnTo>
                    <a:pt x="4551785" y="1350628"/>
                  </a:lnTo>
                  <a:lnTo>
                    <a:pt x="4551912" y="1350628"/>
                  </a:lnTo>
                  <a:lnTo>
                    <a:pt x="4552038" y="1350628"/>
                  </a:lnTo>
                  <a:lnTo>
                    <a:pt x="4552164" y="1350628"/>
                  </a:lnTo>
                  <a:lnTo>
                    <a:pt x="4552290" y="1350628"/>
                  </a:lnTo>
                  <a:lnTo>
                    <a:pt x="4552417" y="1350628"/>
                  </a:lnTo>
                  <a:lnTo>
                    <a:pt x="4552543" y="1350628"/>
                  </a:lnTo>
                  <a:lnTo>
                    <a:pt x="4552669" y="1350628"/>
                  </a:lnTo>
                  <a:lnTo>
                    <a:pt x="4552795" y="1350628"/>
                  </a:lnTo>
                  <a:lnTo>
                    <a:pt x="4552922" y="1350628"/>
                  </a:lnTo>
                  <a:lnTo>
                    <a:pt x="4553048" y="1350628"/>
                  </a:lnTo>
                  <a:lnTo>
                    <a:pt x="4553174" y="1350628"/>
                  </a:lnTo>
                  <a:lnTo>
                    <a:pt x="4553300" y="1350628"/>
                  </a:lnTo>
                  <a:lnTo>
                    <a:pt x="4553427" y="1350628"/>
                  </a:lnTo>
                  <a:lnTo>
                    <a:pt x="4553553" y="1350628"/>
                  </a:lnTo>
                  <a:lnTo>
                    <a:pt x="4553679" y="1350628"/>
                  </a:lnTo>
                  <a:lnTo>
                    <a:pt x="4553805" y="1350628"/>
                  </a:lnTo>
                  <a:lnTo>
                    <a:pt x="4553932" y="1350628"/>
                  </a:lnTo>
                  <a:lnTo>
                    <a:pt x="4554058" y="1350628"/>
                  </a:lnTo>
                  <a:lnTo>
                    <a:pt x="4554184" y="1350628"/>
                  </a:lnTo>
                  <a:lnTo>
                    <a:pt x="4554310" y="1350628"/>
                  </a:lnTo>
                  <a:lnTo>
                    <a:pt x="4554437" y="1350628"/>
                  </a:lnTo>
                  <a:lnTo>
                    <a:pt x="4554563" y="1350628"/>
                  </a:lnTo>
                  <a:lnTo>
                    <a:pt x="4554689" y="1350628"/>
                  </a:lnTo>
                  <a:lnTo>
                    <a:pt x="4554815" y="1350628"/>
                  </a:lnTo>
                  <a:lnTo>
                    <a:pt x="4554942" y="1350628"/>
                  </a:lnTo>
                  <a:lnTo>
                    <a:pt x="4555068" y="1350628"/>
                  </a:lnTo>
                  <a:lnTo>
                    <a:pt x="4555194" y="1350628"/>
                  </a:lnTo>
                  <a:lnTo>
                    <a:pt x="4555320" y="1350628"/>
                  </a:lnTo>
                  <a:lnTo>
                    <a:pt x="4555447" y="1350628"/>
                  </a:lnTo>
                  <a:lnTo>
                    <a:pt x="4555573" y="1350628"/>
                  </a:lnTo>
                  <a:lnTo>
                    <a:pt x="4555699" y="1350628"/>
                  </a:lnTo>
                  <a:lnTo>
                    <a:pt x="4555825" y="1350628"/>
                  </a:lnTo>
                  <a:lnTo>
                    <a:pt x="4555952" y="1350628"/>
                  </a:lnTo>
                  <a:lnTo>
                    <a:pt x="4556078" y="1350628"/>
                  </a:lnTo>
                  <a:lnTo>
                    <a:pt x="4556204" y="1350628"/>
                  </a:lnTo>
                  <a:lnTo>
                    <a:pt x="4556330" y="1350628"/>
                  </a:lnTo>
                  <a:lnTo>
                    <a:pt x="4556457" y="1350628"/>
                  </a:lnTo>
                  <a:lnTo>
                    <a:pt x="4556583" y="1350628"/>
                  </a:lnTo>
                  <a:lnTo>
                    <a:pt x="4556583" y="1345716"/>
                  </a:lnTo>
                  <a:lnTo>
                    <a:pt x="4556709" y="1345716"/>
                  </a:lnTo>
                  <a:lnTo>
                    <a:pt x="4556836" y="1345716"/>
                  </a:lnTo>
                  <a:lnTo>
                    <a:pt x="4556962" y="1345716"/>
                  </a:lnTo>
                  <a:lnTo>
                    <a:pt x="4557088" y="1345716"/>
                  </a:lnTo>
                  <a:lnTo>
                    <a:pt x="4557214" y="1345716"/>
                  </a:lnTo>
                  <a:lnTo>
                    <a:pt x="4557341" y="1345716"/>
                  </a:lnTo>
                  <a:lnTo>
                    <a:pt x="4557467" y="1345716"/>
                  </a:lnTo>
                  <a:lnTo>
                    <a:pt x="4557593" y="1345716"/>
                  </a:lnTo>
                  <a:lnTo>
                    <a:pt x="4557719" y="1345716"/>
                  </a:lnTo>
                  <a:lnTo>
                    <a:pt x="4557846" y="1345716"/>
                  </a:lnTo>
                  <a:lnTo>
                    <a:pt x="4557972" y="1345716"/>
                  </a:lnTo>
                  <a:lnTo>
                    <a:pt x="4558098" y="1345716"/>
                  </a:lnTo>
                  <a:lnTo>
                    <a:pt x="4558224" y="1345716"/>
                  </a:lnTo>
                  <a:lnTo>
                    <a:pt x="4558351" y="1345716"/>
                  </a:lnTo>
                  <a:lnTo>
                    <a:pt x="4558477" y="1345716"/>
                  </a:lnTo>
                  <a:lnTo>
                    <a:pt x="4558603" y="1345716"/>
                  </a:lnTo>
                  <a:lnTo>
                    <a:pt x="4558729" y="1345716"/>
                  </a:lnTo>
                  <a:lnTo>
                    <a:pt x="4558856" y="1345716"/>
                  </a:lnTo>
                  <a:lnTo>
                    <a:pt x="4558982" y="1345716"/>
                  </a:lnTo>
                  <a:lnTo>
                    <a:pt x="4559108" y="1345716"/>
                  </a:lnTo>
                  <a:lnTo>
                    <a:pt x="4559234" y="1345716"/>
                  </a:lnTo>
                  <a:lnTo>
                    <a:pt x="4559361" y="1345716"/>
                  </a:lnTo>
                  <a:lnTo>
                    <a:pt x="4559487" y="1345716"/>
                  </a:lnTo>
                  <a:lnTo>
                    <a:pt x="4559613" y="1345716"/>
                  </a:lnTo>
                  <a:lnTo>
                    <a:pt x="4559739" y="1345716"/>
                  </a:lnTo>
                  <a:lnTo>
                    <a:pt x="4559866" y="1345716"/>
                  </a:lnTo>
                  <a:lnTo>
                    <a:pt x="4559992" y="1345716"/>
                  </a:lnTo>
                  <a:lnTo>
                    <a:pt x="4560118" y="1345716"/>
                  </a:lnTo>
                  <a:lnTo>
                    <a:pt x="4560244" y="1345716"/>
                  </a:lnTo>
                  <a:lnTo>
                    <a:pt x="4560371" y="1345716"/>
                  </a:lnTo>
                  <a:lnTo>
                    <a:pt x="4560497" y="1345716"/>
                  </a:lnTo>
                  <a:lnTo>
                    <a:pt x="4560623" y="1345716"/>
                  </a:lnTo>
                  <a:lnTo>
                    <a:pt x="4560749" y="1345716"/>
                  </a:lnTo>
                  <a:lnTo>
                    <a:pt x="4560876" y="1345716"/>
                  </a:lnTo>
                  <a:lnTo>
                    <a:pt x="4561002" y="1345716"/>
                  </a:lnTo>
                  <a:lnTo>
                    <a:pt x="4561128" y="1345716"/>
                  </a:lnTo>
                  <a:lnTo>
                    <a:pt x="4561254" y="1345716"/>
                  </a:lnTo>
                  <a:lnTo>
                    <a:pt x="4561381" y="1345716"/>
                  </a:lnTo>
                  <a:lnTo>
                    <a:pt x="4561507" y="1345716"/>
                  </a:lnTo>
                  <a:lnTo>
                    <a:pt x="4561633" y="1345716"/>
                  </a:lnTo>
                  <a:lnTo>
                    <a:pt x="4561759" y="1345716"/>
                  </a:lnTo>
                  <a:lnTo>
                    <a:pt x="4561886" y="1345716"/>
                  </a:lnTo>
                  <a:lnTo>
                    <a:pt x="4562012" y="1345716"/>
                  </a:lnTo>
                  <a:lnTo>
                    <a:pt x="4562138" y="1345716"/>
                  </a:lnTo>
                  <a:lnTo>
                    <a:pt x="4562265" y="1345716"/>
                  </a:lnTo>
                  <a:lnTo>
                    <a:pt x="4562391" y="1345716"/>
                  </a:lnTo>
                  <a:lnTo>
                    <a:pt x="4562517" y="1345716"/>
                  </a:lnTo>
                  <a:lnTo>
                    <a:pt x="4562643" y="1345716"/>
                  </a:lnTo>
                  <a:lnTo>
                    <a:pt x="4562770" y="1345716"/>
                  </a:lnTo>
                  <a:lnTo>
                    <a:pt x="4562896" y="1345716"/>
                  </a:lnTo>
                  <a:lnTo>
                    <a:pt x="4563022" y="1345716"/>
                  </a:lnTo>
                  <a:lnTo>
                    <a:pt x="4563148" y="1345716"/>
                  </a:lnTo>
                  <a:lnTo>
                    <a:pt x="4563275" y="1345716"/>
                  </a:lnTo>
                  <a:lnTo>
                    <a:pt x="4563401" y="1345716"/>
                  </a:lnTo>
                  <a:lnTo>
                    <a:pt x="4563527" y="1345716"/>
                  </a:lnTo>
                  <a:lnTo>
                    <a:pt x="4563653" y="1345716"/>
                  </a:lnTo>
                  <a:lnTo>
                    <a:pt x="4563780" y="1345716"/>
                  </a:lnTo>
                  <a:lnTo>
                    <a:pt x="4563906" y="1345716"/>
                  </a:lnTo>
                  <a:lnTo>
                    <a:pt x="4564032" y="1345716"/>
                  </a:lnTo>
                  <a:lnTo>
                    <a:pt x="4564158" y="1345716"/>
                  </a:lnTo>
                  <a:lnTo>
                    <a:pt x="4564285" y="1345716"/>
                  </a:lnTo>
                  <a:lnTo>
                    <a:pt x="4564411" y="1345716"/>
                  </a:lnTo>
                  <a:lnTo>
                    <a:pt x="4564537" y="1345716"/>
                  </a:lnTo>
                  <a:lnTo>
                    <a:pt x="4564663" y="1345716"/>
                  </a:lnTo>
                  <a:lnTo>
                    <a:pt x="4564790" y="1345716"/>
                  </a:lnTo>
                  <a:lnTo>
                    <a:pt x="4564916" y="1345716"/>
                  </a:lnTo>
                  <a:lnTo>
                    <a:pt x="4565042" y="1345716"/>
                  </a:lnTo>
                  <a:lnTo>
                    <a:pt x="4565168" y="1345716"/>
                  </a:lnTo>
                  <a:lnTo>
                    <a:pt x="4565295" y="1345716"/>
                  </a:lnTo>
                  <a:lnTo>
                    <a:pt x="4565421" y="1345716"/>
                  </a:lnTo>
                  <a:lnTo>
                    <a:pt x="4565547" y="1345716"/>
                  </a:lnTo>
                  <a:lnTo>
                    <a:pt x="4565673" y="1345716"/>
                  </a:lnTo>
                  <a:lnTo>
                    <a:pt x="4565800" y="1345716"/>
                  </a:lnTo>
                  <a:lnTo>
                    <a:pt x="4565926" y="1345716"/>
                  </a:lnTo>
                  <a:lnTo>
                    <a:pt x="4566052" y="1345716"/>
                  </a:lnTo>
                  <a:lnTo>
                    <a:pt x="4566178" y="1345716"/>
                  </a:lnTo>
                  <a:lnTo>
                    <a:pt x="4566305" y="1345716"/>
                  </a:lnTo>
                  <a:lnTo>
                    <a:pt x="4566431" y="1345716"/>
                  </a:lnTo>
                  <a:lnTo>
                    <a:pt x="4566557" y="1345716"/>
                  </a:lnTo>
                  <a:lnTo>
                    <a:pt x="4566683" y="1345716"/>
                  </a:lnTo>
                  <a:lnTo>
                    <a:pt x="4566683" y="1340805"/>
                  </a:lnTo>
                  <a:lnTo>
                    <a:pt x="4566810" y="1340805"/>
                  </a:lnTo>
                  <a:lnTo>
                    <a:pt x="4566936" y="1340805"/>
                  </a:lnTo>
                  <a:lnTo>
                    <a:pt x="4567062" y="1340805"/>
                  </a:lnTo>
                  <a:lnTo>
                    <a:pt x="4567189" y="1340805"/>
                  </a:lnTo>
                  <a:lnTo>
                    <a:pt x="4567315" y="1340805"/>
                  </a:lnTo>
                  <a:lnTo>
                    <a:pt x="4567315" y="1335893"/>
                  </a:lnTo>
                  <a:lnTo>
                    <a:pt x="4567441" y="1335893"/>
                  </a:lnTo>
                  <a:lnTo>
                    <a:pt x="4567567" y="1335893"/>
                  </a:lnTo>
                  <a:lnTo>
                    <a:pt x="4567694" y="1335893"/>
                  </a:lnTo>
                  <a:lnTo>
                    <a:pt x="4567820" y="1335893"/>
                  </a:lnTo>
                  <a:lnTo>
                    <a:pt x="4567946" y="1335893"/>
                  </a:lnTo>
                  <a:lnTo>
                    <a:pt x="4568072" y="1335893"/>
                  </a:lnTo>
                  <a:lnTo>
                    <a:pt x="4568199" y="1335893"/>
                  </a:lnTo>
                  <a:lnTo>
                    <a:pt x="4568325" y="1335893"/>
                  </a:lnTo>
                  <a:lnTo>
                    <a:pt x="4568451" y="1335893"/>
                  </a:lnTo>
                  <a:lnTo>
                    <a:pt x="4568577" y="1335893"/>
                  </a:lnTo>
                  <a:lnTo>
                    <a:pt x="4568704" y="1335893"/>
                  </a:lnTo>
                  <a:lnTo>
                    <a:pt x="4568830" y="1335893"/>
                  </a:lnTo>
                  <a:lnTo>
                    <a:pt x="4568956" y="1335893"/>
                  </a:lnTo>
                  <a:lnTo>
                    <a:pt x="4569082" y="1335893"/>
                  </a:lnTo>
                  <a:lnTo>
                    <a:pt x="4569209" y="1335893"/>
                  </a:lnTo>
                  <a:lnTo>
                    <a:pt x="4569335" y="1335893"/>
                  </a:lnTo>
                  <a:lnTo>
                    <a:pt x="4569461" y="1335893"/>
                  </a:lnTo>
                  <a:lnTo>
                    <a:pt x="4569587" y="1335893"/>
                  </a:lnTo>
                  <a:lnTo>
                    <a:pt x="4569714" y="1335893"/>
                  </a:lnTo>
                  <a:lnTo>
                    <a:pt x="4569840" y="1335893"/>
                  </a:lnTo>
                  <a:lnTo>
                    <a:pt x="4569966" y="1335893"/>
                  </a:lnTo>
                  <a:lnTo>
                    <a:pt x="4570092" y="1335893"/>
                  </a:lnTo>
                  <a:lnTo>
                    <a:pt x="4570219" y="1335893"/>
                  </a:lnTo>
                  <a:lnTo>
                    <a:pt x="4570345" y="1335893"/>
                  </a:lnTo>
                  <a:lnTo>
                    <a:pt x="4570471" y="1335893"/>
                  </a:lnTo>
                  <a:lnTo>
                    <a:pt x="4570597" y="1335893"/>
                  </a:lnTo>
                  <a:lnTo>
                    <a:pt x="4570724" y="1335893"/>
                  </a:lnTo>
                  <a:lnTo>
                    <a:pt x="4570850" y="1335893"/>
                  </a:lnTo>
                  <a:lnTo>
                    <a:pt x="4570976" y="1335893"/>
                  </a:lnTo>
                  <a:lnTo>
                    <a:pt x="4571102" y="1335893"/>
                  </a:lnTo>
                  <a:lnTo>
                    <a:pt x="4571229" y="1335893"/>
                  </a:lnTo>
                  <a:lnTo>
                    <a:pt x="4571355" y="1335893"/>
                  </a:lnTo>
                  <a:lnTo>
                    <a:pt x="4571481" y="1335893"/>
                  </a:lnTo>
                  <a:lnTo>
                    <a:pt x="4571607" y="1335893"/>
                  </a:lnTo>
                  <a:lnTo>
                    <a:pt x="4571734" y="1335893"/>
                  </a:lnTo>
                  <a:lnTo>
                    <a:pt x="4571860" y="1335893"/>
                  </a:lnTo>
                  <a:lnTo>
                    <a:pt x="4571986" y="1335893"/>
                  </a:lnTo>
                  <a:lnTo>
                    <a:pt x="4572112" y="1335893"/>
                  </a:lnTo>
                  <a:lnTo>
                    <a:pt x="4572239" y="1335893"/>
                  </a:lnTo>
                  <a:lnTo>
                    <a:pt x="4572239" y="1330982"/>
                  </a:lnTo>
                  <a:lnTo>
                    <a:pt x="4572365" y="1330982"/>
                  </a:lnTo>
                  <a:lnTo>
                    <a:pt x="4572491" y="1330982"/>
                  </a:lnTo>
                  <a:lnTo>
                    <a:pt x="4572618" y="1330982"/>
                  </a:lnTo>
                  <a:lnTo>
                    <a:pt x="4572744" y="1330982"/>
                  </a:lnTo>
                  <a:lnTo>
                    <a:pt x="4572870" y="1330982"/>
                  </a:lnTo>
                  <a:lnTo>
                    <a:pt x="4572996" y="1330982"/>
                  </a:lnTo>
                  <a:lnTo>
                    <a:pt x="4573123" y="1330982"/>
                  </a:lnTo>
                  <a:lnTo>
                    <a:pt x="4573249" y="1330982"/>
                  </a:lnTo>
                  <a:lnTo>
                    <a:pt x="4573375" y="1330982"/>
                  </a:lnTo>
                  <a:lnTo>
                    <a:pt x="4573501" y="1330982"/>
                  </a:lnTo>
                  <a:lnTo>
                    <a:pt x="4573628" y="1330982"/>
                  </a:lnTo>
                  <a:lnTo>
                    <a:pt x="4573754" y="1330982"/>
                  </a:lnTo>
                  <a:lnTo>
                    <a:pt x="4573880" y="1330982"/>
                  </a:lnTo>
                  <a:lnTo>
                    <a:pt x="4574006" y="1330982"/>
                  </a:lnTo>
                  <a:lnTo>
                    <a:pt x="4574133" y="1330982"/>
                  </a:lnTo>
                  <a:lnTo>
                    <a:pt x="4574259" y="1330982"/>
                  </a:lnTo>
                  <a:lnTo>
                    <a:pt x="4574385" y="1330982"/>
                  </a:lnTo>
                  <a:lnTo>
                    <a:pt x="4574511" y="1330982"/>
                  </a:lnTo>
                  <a:lnTo>
                    <a:pt x="4574638" y="1330982"/>
                  </a:lnTo>
                  <a:lnTo>
                    <a:pt x="4574764" y="1330982"/>
                  </a:lnTo>
                  <a:lnTo>
                    <a:pt x="4574890" y="1330982"/>
                  </a:lnTo>
                  <a:lnTo>
                    <a:pt x="4575016" y="1330982"/>
                  </a:lnTo>
                  <a:lnTo>
                    <a:pt x="4575143" y="1330982"/>
                  </a:lnTo>
                  <a:lnTo>
                    <a:pt x="4575269" y="1330982"/>
                  </a:lnTo>
                  <a:lnTo>
                    <a:pt x="4575395" y="1330982"/>
                  </a:lnTo>
                  <a:lnTo>
                    <a:pt x="4575521" y="1330982"/>
                  </a:lnTo>
                  <a:lnTo>
                    <a:pt x="4575648" y="1330982"/>
                  </a:lnTo>
                  <a:lnTo>
                    <a:pt x="4575774" y="1330982"/>
                  </a:lnTo>
                  <a:lnTo>
                    <a:pt x="4575900" y="1330982"/>
                  </a:lnTo>
                  <a:lnTo>
                    <a:pt x="4576026" y="1330982"/>
                  </a:lnTo>
                  <a:lnTo>
                    <a:pt x="4576153" y="1330982"/>
                  </a:lnTo>
                  <a:lnTo>
                    <a:pt x="4576279" y="1330982"/>
                  </a:lnTo>
                  <a:lnTo>
                    <a:pt x="4576405" y="1330982"/>
                  </a:lnTo>
                  <a:lnTo>
                    <a:pt x="4576531" y="1330982"/>
                  </a:lnTo>
                  <a:lnTo>
                    <a:pt x="4576658" y="1330982"/>
                  </a:lnTo>
                  <a:lnTo>
                    <a:pt x="4576784" y="1330982"/>
                  </a:lnTo>
                  <a:lnTo>
                    <a:pt x="4576910" y="1330982"/>
                  </a:lnTo>
                  <a:lnTo>
                    <a:pt x="4577036" y="1330982"/>
                  </a:lnTo>
                  <a:lnTo>
                    <a:pt x="4577163" y="1330982"/>
                  </a:lnTo>
                  <a:lnTo>
                    <a:pt x="4577289" y="1330982"/>
                  </a:lnTo>
                  <a:lnTo>
                    <a:pt x="4577415" y="1330982"/>
                  </a:lnTo>
                  <a:lnTo>
                    <a:pt x="4577542" y="1330982"/>
                  </a:lnTo>
                  <a:lnTo>
                    <a:pt x="4577668" y="1330982"/>
                  </a:lnTo>
                  <a:lnTo>
                    <a:pt x="4577794" y="1330982"/>
                  </a:lnTo>
                  <a:lnTo>
                    <a:pt x="4577920" y="1330982"/>
                  </a:lnTo>
                  <a:lnTo>
                    <a:pt x="4578047" y="1330982"/>
                  </a:lnTo>
                  <a:lnTo>
                    <a:pt x="4578173" y="1330982"/>
                  </a:lnTo>
                  <a:lnTo>
                    <a:pt x="4578299" y="1330982"/>
                  </a:lnTo>
                  <a:lnTo>
                    <a:pt x="4578425" y="1330982"/>
                  </a:lnTo>
                  <a:lnTo>
                    <a:pt x="4578552" y="1330982"/>
                  </a:lnTo>
                  <a:lnTo>
                    <a:pt x="4578678" y="1330982"/>
                  </a:lnTo>
                  <a:lnTo>
                    <a:pt x="4578804" y="1330982"/>
                  </a:lnTo>
                  <a:lnTo>
                    <a:pt x="4578930" y="1330982"/>
                  </a:lnTo>
                  <a:lnTo>
                    <a:pt x="4579057" y="1330982"/>
                  </a:lnTo>
                  <a:lnTo>
                    <a:pt x="4579183" y="1330982"/>
                  </a:lnTo>
                  <a:lnTo>
                    <a:pt x="4579309" y="1330982"/>
                  </a:lnTo>
                  <a:lnTo>
                    <a:pt x="4579435" y="1330982"/>
                  </a:lnTo>
                  <a:lnTo>
                    <a:pt x="4579562" y="1330982"/>
                  </a:lnTo>
                  <a:lnTo>
                    <a:pt x="4579688" y="1330982"/>
                  </a:lnTo>
                  <a:lnTo>
                    <a:pt x="4579814" y="1330982"/>
                  </a:lnTo>
                  <a:lnTo>
                    <a:pt x="4579940" y="1330982"/>
                  </a:lnTo>
                  <a:lnTo>
                    <a:pt x="4580067" y="1330982"/>
                  </a:lnTo>
                  <a:lnTo>
                    <a:pt x="4580193" y="1330982"/>
                  </a:lnTo>
                  <a:lnTo>
                    <a:pt x="4580319" y="1330982"/>
                  </a:lnTo>
                  <a:lnTo>
                    <a:pt x="4580445" y="1330982"/>
                  </a:lnTo>
                  <a:lnTo>
                    <a:pt x="4580572" y="1330982"/>
                  </a:lnTo>
                  <a:lnTo>
                    <a:pt x="4580698" y="1330982"/>
                  </a:lnTo>
                  <a:lnTo>
                    <a:pt x="4580824" y="1330982"/>
                  </a:lnTo>
                  <a:lnTo>
                    <a:pt x="4580950" y="1330982"/>
                  </a:lnTo>
                  <a:lnTo>
                    <a:pt x="4581077" y="1330982"/>
                  </a:lnTo>
                  <a:lnTo>
                    <a:pt x="4581203" y="1330982"/>
                  </a:lnTo>
                  <a:lnTo>
                    <a:pt x="4581329" y="1330982"/>
                  </a:lnTo>
                  <a:lnTo>
                    <a:pt x="4581455" y="1330982"/>
                  </a:lnTo>
                  <a:lnTo>
                    <a:pt x="4581582" y="1330982"/>
                  </a:lnTo>
                  <a:lnTo>
                    <a:pt x="4581708" y="1330982"/>
                  </a:lnTo>
                  <a:lnTo>
                    <a:pt x="4581834" y="1330982"/>
                  </a:lnTo>
                  <a:lnTo>
                    <a:pt x="4581960" y="1330982"/>
                  </a:lnTo>
                  <a:lnTo>
                    <a:pt x="4582087" y="1330982"/>
                  </a:lnTo>
                  <a:lnTo>
                    <a:pt x="4582213" y="1330982"/>
                  </a:lnTo>
                  <a:lnTo>
                    <a:pt x="4582339" y="1330982"/>
                  </a:lnTo>
                  <a:lnTo>
                    <a:pt x="4582466" y="1330982"/>
                  </a:lnTo>
                  <a:lnTo>
                    <a:pt x="4582592" y="1330982"/>
                  </a:lnTo>
                  <a:lnTo>
                    <a:pt x="4582718" y="1330982"/>
                  </a:lnTo>
                  <a:lnTo>
                    <a:pt x="4582844" y="1330982"/>
                  </a:lnTo>
                  <a:lnTo>
                    <a:pt x="4582971" y="1330982"/>
                  </a:lnTo>
                  <a:lnTo>
                    <a:pt x="4583097" y="1330982"/>
                  </a:lnTo>
                  <a:lnTo>
                    <a:pt x="4583223" y="1330982"/>
                  </a:lnTo>
                  <a:lnTo>
                    <a:pt x="4583349" y="1330982"/>
                  </a:lnTo>
                  <a:lnTo>
                    <a:pt x="4583476" y="1330982"/>
                  </a:lnTo>
                  <a:lnTo>
                    <a:pt x="4583602" y="1330982"/>
                  </a:lnTo>
                  <a:lnTo>
                    <a:pt x="4583728" y="1330982"/>
                  </a:lnTo>
                  <a:lnTo>
                    <a:pt x="4583854" y="1330982"/>
                  </a:lnTo>
                  <a:lnTo>
                    <a:pt x="4583981" y="1330982"/>
                  </a:lnTo>
                  <a:lnTo>
                    <a:pt x="4584107" y="1330982"/>
                  </a:lnTo>
                  <a:lnTo>
                    <a:pt x="4584233" y="1330982"/>
                  </a:lnTo>
                  <a:lnTo>
                    <a:pt x="4584359" y="1330982"/>
                  </a:lnTo>
                  <a:lnTo>
                    <a:pt x="4584486" y="1330982"/>
                  </a:lnTo>
                  <a:lnTo>
                    <a:pt x="4584612" y="1330982"/>
                  </a:lnTo>
                  <a:lnTo>
                    <a:pt x="4584738" y="1330982"/>
                  </a:lnTo>
                  <a:lnTo>
                    <a:pt x="4584864" y="1330982"/>
                  </a:lnTo>
                  <a:lnTo>
                    <a:pt x="4584991" y="1330982"/>
                  </a:lnTo>
                  <a:lnTo>
                    <a:pt x="4585117" y="1330982"/>
                  </a:lnTo>
                  <a:lnTo>
                    <a:pt x="4585243" y="1330982"/>
                  </a:lnTo>
                  <a:lnTo>
                    <a:pt x="4585369" y="1330982"/>
                  </a:lnTo>
                  <a:lnTo>
                    <a:pt x="4585496" y="1330982"/>
                  </a:lnTo>
                  <a:lnTo>
                    <a:pt x="4585622" y="1330982"/>
                  </a:lnTo>
                  <a:lnTo>
                    <a:pt x="4585748" y="1330982"/>
                  </a:lnTo>
                  <a:lnTo>
                    <a:pt x="4585874" y="1330982"/>
                  </a:lnTo>
                  <a:lnTo>
                    <a:pt x="4586001" y="1330982"/>
                  </a:lnTo>
                  <a:lnTo>
                    <a:pt x="4586127" y="1330982"/>
                  </a:lnTo>
                  <a:lnTo>
                    <a:pt x="4586253" y="1330982"/>
                  </a:lnTo>
                  <a:lnTo>
                    <a:pt x="4586379" y="1330982"/>
                  </a:lnTo>
                  <a:lnTo>
                    <a:pt x="4586506" y="1330982"/>
                  </a:lnTo>
                  <a:lnTo>
                    <a:pt x="4586632" y="1330982"/>
                  </a:lnTo>
                  <a:lnTo>
                    <a:pt x="4586758" y="1330982"/>
                  </a:lnTo>
                  <a:lnTo>
                    <a:pt x="4586884" y="1330982"/>
                  </a:lnTo>
                  <a:lnTo>
                    <a:pt x="4587011" y="1330982"/>
                  </a:lnTo>
                  <a:lnTo>
                    <a:pt x="4587137" y="1330982"/>
                  </a:lnTo>
                  <a:lnTo>
                    <a:pt x="4587263" y="1330982"/>
                  </a:lnTo>
                  <a:lnTo>
                    <a:pt x="4587389" y="1330982"/>
                  </a:lnTo>
                  <a:lnTo>
                    <a:pt x="4587516" y="1330982"/>
                  </a:lnTo>
                  <a:lnTo>
                    <a:pt x="4587642" y="1330982"/>
                  </a:lnTo>
                  <a:lnTo>
                    <a:pt x="4587768" y="1330982"/>
                  </a:lnTo>
                  <a:lnTo>
                    <a:pt x="4587895" y="1330982"/>
                  </a:lnTo>
                  <a:lnTo>
                    <a:pt x="4588021" y="1330982"/>
                  </a:lnTo>
                  <a:lnTo>
                    <a:pt x="4588147" y="1330982"/>
                  </a:lnTo>
                  <a:lnTo>
                    <a:pt x="4588273" y="1330982"/>
                  </a:lnTo>
                  <a:lnTo>
                    <a:pt x="4588400" y="1330982"/>
                  </a:lnTo>
                  <a:lnTo>
                    <a:pt x="4588526" y="1330982"/>
                  </a:lnTo>
                  <a:lnTo>
                    <a:pt x="4588652" y="1330982"/>
                  </a:lnTo>
                  <a:lnTo>
                    <a:pt x="4588778" y="1330982"/>
                  </a:lnTo>
                  <a:lnTo>
                    <a:pt x="4588905" y="1330982"/>
                  </a:lnTo>
                  <a:lnTo>
                    <a:pt x="4589031" y="1330982"/>
                  </a:lnTo>
                  <a:lnTo>
                    <a:pt x="4589157" y="1330982"/>
                  </a:lnTo>
                  <a:lnTo>
                    <a:pt x="4589283" y="1330982"/>
                  </a:lnTo>
                  <a:lnTo>
                    <a:pt x="4589410" y="1330982"/>
                  </a:lnTo>
                  <a:lnTo>
                    <a:pt x="4589536" y="1330982"/>
                  </a:lnTo>
                  <a:lnTo>
                    <a:pt x="4589662" y="1330982"/>
                  </a:lnTo>
                  <a:lnTo>
                    <a:pt x="4589788" y="1330982"/>
                  </a:lnTo>
                  <a:lnTo>
                    <a:pt x="4589915" y="1330982"/>
                  </a:lnTo>
                  <a:lnTo>
                    <a:pt x="4590041" y="1330982"/>
                  </a:lnTo>
                  <a:lnTo>
                    <a:pt x="4590167" y="1330982"/>
                  </a:lnTo>
                  <a:lnTo>
                    <a:pt x="4590293" y="1330982"/>
                  </a:lnTo>
                  <a:lnTo>
                    <a:pt x="4590420" y="1330982"/>
                  </a:lnTo>
                  <a:lnTo>
                    <a:pt x="4590546" y="1330982"/>
                  </a:lnTo>
                  <a:lnTo>
                    <a:pt x="4590672" y="1330982"/>
                  </a:lnTo>
                  <a:lnTo>
                    <a:pt x="4590798" y="1330982"/>
                  </a:lnTo>
                  <a:lnTo>
                    <a:pt x="4590925" y="1330982"/>
                  </a:lnTo>
                  <a:lnTo>
                    <a:pt x="4591051" y="1330982"/>
                  </a:lnTo>
                  <a:lnTo>
                    <a:pt x="4591177" y="1330982"/>
                  </a:lnTo>
                  <a:lnTo>
                    <a:pt x="4591303" y="1330982"/>
                  </a:lnTo>
                  <a:lnTo>
                    <a:pt x="4591430" y="1330982"/>
                  </a:lnTo>
                  <a:lnTo>
                    <a:pt x="4591556" y="1330982"/>
                  </a:lnTo>
                  <a:lnTo>
                    <a:pt x="4591682" y="1330982"/>
                  </a:lnTo>
                  <a:lnTo>
                    <a:pt x="4591808" y="1330982"/>
                  </a:lnTo>
                  <a:lnTo>
                    <a:pt x="4591935" y="1330982"/>
                  </a:lnTo>
                  <a:lnTo>
                    <a:pt x="4592061" y="1330982"/>
                  </a:lnTo>
                  <a:lnTo>
                    <a:pt x="4592187" y="1330982"/>
                  </a:lnTo>
                  <a:lnTo>
                    <a:pt x="4592313" y="1330982"/>
                  </a:lnTo>
                  <a:lnTo>
                    <a:pt x="4592440" y="1330982"/>
                  </a:lnTo>
                  <a:lnTo>
                    <a:pt x="4592566" y="1330982"/>
                  </a:lnTo>
                  <a:lnTo>
                    <a:pt x="4592692" y="1330982"/>
                  </a:lnTo>
                  <a:lnTo>
                    <a:pt x="4592819" y="1330982"/>
                  </a:lnTo>
                  <a:lnTo>
                    <a:pt x="4592945" y="1330982"/>
                  </a:lnTo>
                  <a:lnTo>
                    <a:pt x="4593071" y="1330982"/>
                  </a:lnTo>
                  <a:lnTo>
                    <a:pt x="4593197" y="1330982"/>
                  </a:lnTo>
                  <a:lnTo>
                    <a:pt x="4593324" y="1330982"/>
                  </a:lnTo>
                  <a:lnTo>
                    <a:pt x="4593450" y="1330982"/>
                  </a:lnTo>
                  <a:lnTo>
                    <a:pt x="4593576" y="1330982"/>
                  </a:lnTo>
                  <a:lnTo>
                    <a:pt x="4593702" y="1330982"/>
                  </a:lnTo>
                  <a:lnTo>
                    <a:pt x="4593829" y="1330982"/>
                  </a:lnTo>
                  <a:lnTo>
                    <a:pt x="4593955" y="1330982"/>
                  </a:lnTo>
                  <a:lnTo>
                    <a:pt x="4594081" y="1330982"/>
                  </a:lnTo>
                  <a:lnTo>
                    <a:pt x="4594207" y="1330982"/>
                  </a:lnTo>
                  <a:lnTo>
                    <a:pt x="4594334" y="1330982"/>
                  </a:lnTo>
                  <a:lnTo>
                    <a:pt x="4594460" y="1330982"/>
                  </a:lnTo>
                  <a:lnTo>
                    <a:pt x="4594586" y="1330982"/>
                  </a:lnTo>
                  <a:lnTo>
                    <a:pt x="4594712" y="1330982"/>
                  </a:lnTo>
                  <a:lnTo>
                    <a:pt x="4594839" y="1330982"/>
                  </a:lnTo>
                  <a:lnTo>
                    <a:pt x="4594965" y="1330982"/>
                  </a:lnTo>
                  <a:lnTo>
                    <a:pt x="4595091" y="1330982"/>
                  </a:lnTo>
                  <a:lnTo>
                    <a:pt x="4595217" y="1330982"/>
                  </a:lnTo>
                  <a:lnTo>
                    <a:pt x="4595344" y="1330982"/>
                  </a:lnTo>
                  <a:lnTo>
                    <a:pt x="4595470" y="1330982"/>
                  </a:lnTo>
                  <a:lnTo>
                    <a:pt x="4595596" y="1330982"/>
                  </a:lnTo>
                  <a:lnTo>
                    <a:pt x="4595722" y="1330982"/>
                  </a:lnTo>
                  <a:lnTo>
                    <a:pt x="4595849" y="1330982"/>
                  </a:lnTo>
                  <a:lnTo>
                    <a:pt x="4595975" y="1330982"/>
                  </a:lnTo>
                  <a:lnTo>
                    <a:pt x="4596101" y="1330982"/>
                  </a:lnTo>
                  <a:lnTo>
                    <a:pt x="4596227" y="1330982"/>
                  </a:lnTo>
                  <a:lnTo>
                    <a:pt x="4596354" y="1330982"/>
                  </a:lnTo>
                  <a:lnTo>
                    <a:pt x="4596480" y="1330982"/>
                  </a:lnTo>
                  <a:lnTo>
                    <a:pt x="4596606" y="1330982"/>
                  </a:lnTo>
                  <a:lnTo>
                    <a:pt x="4596732" y="1330982"/>
                  </a:lnTo>
                  <a:lnTo>
                    <a:pt x="4596859" y="1330982"/>
                  </a:lnTo>
                  <a:lnTo>
                    <a:pt x="4596985" y="1330982"/>
                  </a:lnTo>
                  <a:lnTo>
                    <a:pt x="4597111" y="1330982"/>
                  </a:lnTo>
                  <a:lnTo>
                    <a:pt x="4597237" y="1330982"/>
                  </a:lnTo>
                  <a:lnTo>
                    <a:pt x="4597364" y="1330982"/>
                  </a:lnTo>
                  <a:lnTo>
                    <a:pt x="4597490" y="1330982"/>
                  </a:lnTo>
                  <a:lnTo>
                    <a:pt x="4597616" y="1330982"/>
                  </a:lnTo>
                  <a:lnTo>
                    <a:pt x="4597742" y="1330982"/>
                  </a:lnTo>
                  <a:lnTo>
                    <a:pt x="4597869" y="1330982"/>
                  </a:lnTo>
                  <a:lnTo>
                    <a:pt x="4597995" y="1330982"/>
                  </a:lnTo>
                  <a:lnTo>
                    <a:pt x="4598121" y="1330982"/>
                  </a:lnTo>
                  <a:lnTo>
                    <a:pt x="4598248" y="1330982"/>
                  </a:lnTo>
                  <a:lnTo>
                    <a:pt x="4598374" y="1330982"/>
                  </a:lnTo>
                  <a:lnTo>
                    <a:pt x="4598500" y="1330982"/>
                  </a:lnTo>
                  <a:lnTo>
                    <a:pt x="4598626" y="1330982"/>
                  </a:lnTo>
                  <a:lnTo>
                    <a:pt x="4598753" y="1330982"/>
                  </a:lnTo>
                  <a:lnTo>
                    <a:pt x="4598879" y="1330982"/>
                  </a:lnTo>
                  <a:lnTo>
                    <a:pt x="4599005" y="1330982"/>
                  </a:lnTo>
                  <a:lnTo>
                    <a:pt x="4599131" y="1330982"/>
                  </a:lnTo>
                  <a:lnTo>
                    <a:pt x="4599258" y="1330982"/>
                  </a:lnTo>
                  <a:lnTo>
                    <a:pt x="4599384" y="1330982"/>
                  </a:lnTo>
                  <a:lnTo>
                    <a:pt x="4599510" y="1330982"/>
                  </a:lnTo>
                  <a:lnTo>
                    <a:pt x="4599636" y="1330982"/>
                  </a:lnTo>
                  <a:lnTo>
                    <a:pt x="4599763" y="1330982"/>
                  </a:lnTo>
                  <a:lnTo>
                    <a:pt x="4599889" y="1330982"/>
                  </a:lnTo>
                  <a:lnTo>
                    <a:pt x="4600015" y="1330982"/>
                  </a:lnTo>
                  <a:lnTo>
                    <a:pt x="4600141" y="1330982"/>
                  </a:lnTo>
                  <a:lnTo>
                    <a:pt x="4600268" y="1330982"/>
                  </a:lnTo>
                  <a:lnTo>
                    <a:pt x="4600394" y="1330982"/>
                  </a:lnTo>
                  <a:lnTo>
                    <a:pt x="4600520" y="1330982"/>
                  </a:lnTo>
                  <a:lnTo>
                    <a:pt x="4600646" y="1330982"/>
                  </a:lnTo>
                  <a:lnTo>
                    <a:pt x="4600773" y="1330982"/>
                  </a:lnTo>
                  <a:lnTo>
                    <a:pt x="4600899" y="1330982"/>
                  </a:lnTo>
                  <a:lnTo>
                    <a:pt x="4601025" y="1330982"/>
                  </a:lnTo>
                  <a:lnTo>
                    <a:pt x="4601151" y="1330982"/>
                  </a:lnTo>
                  <a:lnTo>
                    <a:pt x="4601278" y="1330982"/>
                  </a:lnTo>
                  <a:lnTo>
                    <a:pt x="4601404" y="1330982"/>
                  </a:lnTo>
                  <a:lnTo>
                    <a:pt x="4601530" y="1330982"/>
                  </a:lnTo>
                  <a:lnTo>
                    <a:pt x="4601656" y="1330982"/>
                  </a:lnTo>
                  <a:lnTo>
                    <a:pt x="4601783" y="1330982"/>
                  </a:lnTo>
                  <a:lnTo>
                    <a:pt x="4601909" y="1330982"/>
                  </a:lnTo>
                  <a:lnTo>
                    <a:pt x="4602035" y="1330982"/>
                  </a:lnTo>
                  <a:lnTo>
                    <a:pt x="4602161" y="1330982"/>
                  </a:lnTo>
                  <a:lnTo>
                    <a:pt x="4602288" y="1330982"/>
                  </a:lnTo>
                  <a:lnTo>
                    <a:pt x="4602414" y="1330982"/>
                  </a:lnTo>
                  <a:lnTo>
                    <a:pt x="4602540" y="1330982"/>
                  </a:lnTo>
                  <a:lnTo>
                    <a:pt x="4602666" y="1330982"/>
                  </a:lnTo>
                  <a:lnTo>
                    <a:pt x="4602793" y="1330982"/>
                  </a:lnTo>
                  <a:lnTo>
                    <a:pt x="4602919" y="1330982"/>
                  </a:lnTo>
                  <a:lnTo>
                    <a:pt x="4603045" y="1330982"/>
                  </a:lnTo>
                  <a:lnTo>
                    <a:pt x="4603172" y="1330982"/>
                  </a:lnTo>
                  <a:lnTo>
                    <a:pt x="4603298" y="1330982"/>
                  </a:lnTo>
                  <a:lnTo>
                    <a:pt x="4603424" y="1330982"/>
                  </a:lnTo>
                  <a:lnTo>
                    <a:pt x="4603550" y="1330982"/>
                  </a:lnTo>
                  <a:lnTo>
                    <a:pt x="4603677" y="1330982"/>
                  </a:lnTo>
                  <a:lnTo>
                    <a:pt x="4603803" y="1330982"/>
                  </a:lnTo>
                  <a:lnTo>
                    <a:pt x="4603929" y="1330982"/>
                  </a:lnTo>
                  <a:lnTo>
                    <a:pt x="4604055" y="1330982"/>
                  </a:lnTo>
                  <a:lnTo>
                    <a:pt x="4604182" y="1330982"/>
                  </a:lnTo>
                  <a:lnTo>
                    <a:pt x="4604308" y="1330982"/>
                  </a:lnTo>
                  <a:lnTo>
                    <a:pt x="4604434" y="1330982"/>
                  </a:lnTo>
                  <a:lnTo>
                    <a:pt x="4604560" y="1330982"/>
                  </a:lnTo>
                  <a:lnTo>
                    <a:pt x="4604687" y="1330982"/>
                  </a:lnTo>
                  <a:lnTo>
                    <a:pt x="4604813" y="1330982"/>
                  </a:lnTo>
                  <a:lnTo>
                    <a:pt x="4604939" y="1330982"/>
                  </a:lnTo>
                  <a:lnTo>
                    <a:pt x="4605065" y="1330982"/>
                  </a:lnTo>
                  <a:lnTo>
                    <a:pt x="4605192" y="1330982"/>
                  </a:lnTo>
                  <a:lnTo>
                    <a:pt x="4605318" y="1330982"/>
                  </a:lnTo>
                  <a:lnTo>
                    <a:pt x="4605444" y="1330982"/>
                  </a:lnTo>
                  <a:lnTo>
                    <a:pt x="4605570" y="1330982"/>
                  </a:lnTo>
                  <a:lnTo>
                    <a:pt x="4605697" y="1330982"/>
                  </a:lnTo>
                  <a:lnTo>
                    <a:pt x="4605823" y="1330982"/>
                  </a:lnTo>
                  <a:lnTo>
                    <a:pt x="4605949" y="1330982"/>
                  </a:lnTo>
                  <a:lnTo>
                    <a:pt x="4606075" y="1330982"/>
                  </a:lnTo>
                  <a:lnTo>
                    <a:pt x="4606202" y="1330982"/>
                  </a:lnTo>
                  <a:lnTo>
                    <a:pt x="4606328" y="1330982"/>
                  </a:lnTo>
                  <a:lnTo>
                    <a:pt x="4606454" y="1330982"/>
                  </a:lnTo>
                  <a:lnTo>
                    <a:pt x="4606580" y="1330982"/>
                  </a:lnTo>
                  <a:lnTo>
                    <a:pt x="4606707" y="1330982"/>
                  </a:lnTo>
                  <a:lnTo>
                    <a:pt x="4606833" y="1330982"/>
                  </a:lnTo>
                  <a:lnTo>
                    <a:pt x="4606959" y="1330982"/>
                  </a:lnTo>
                  <a:lnTo>
                    <a:pt x="4607085" y="1330982"/>
                  </a:lnTo>
                  <a:lnTo>
                    <a:pt x="4607212" y="1330982"/>
                  </a:lnTo>
                  <a:lnTo>
                    <a:pt x="4607338" y="1330982"/>
                  </a:lnTo>
                  <a:lnTo>
                    <a:pt x="4607464" y="1330982"/>
                  </a:lnTo>
                  <a:lnTo>
                    <a:pt x="4607590" y="1330982"/>
                  </a:lnTo>
                  <a:lnTo>
                    <a:pt x="4607717" y="1330982"/>
                  </a:lnTo>
                  <a:lnTo>
                    <a:pt x="4607843" y="1330982"/>
                  </a:lnTo>
                  <a:lnTo>
                    <a:pt x="4607969" y="1330982"/>
                  </a:lnTo>
                  <a:lnTo>
                    <a:pt x="4608095" y="1330982"/>
                  </a:lnTo>
                  <a:lnTo>
                    <a:pt x="4608222" y="1330982"/>
                  </a:lnTo>
                  <a:lnTo>
                    <a:pt x="4608348" y="1330982"/>
                  </a:lnTo>
                  <a:lnTo>
                    <a:pt x="4608474" y="1330982"/>
                  </a:lnTo>
                  <a:lnTo>
                    <a:pt x="4608601" y="1330982"/>
                  </a:lnTo>
                  <a:lnTo>
                    <a:pt x="4608727" y="1330982"/>
                  </a:lnTo>
                  <a:lnTo>
                    <a:pt x="4608853" y="1330982"/>
                  </a:lnTo>
                  <a:lnTo>
                    <a:pt x="4608979" y="1330982"/>
                  </a:lnTo>
                  <a:lnTo>
                    <a:pt x="4609106" y="1330982"/>
                  </a:lnTo>
                  <a:lnTo>
                    <a:pt x="4609232" y="1330982"/>
                  </a:lnTo>
                  <a:lnTo>
                    <a:pt x="4609358" y="1330982"/>
                  </a:lnTo>
                  <a:lnTo>
                    <a:pt x="4609484" y="1330982"/>
                  </a:lnTo>
                  <a:lnTo>
                    <a:pt x="4609611" y="1330982"/>
                  </a:lnTo>
                  <a:lnTo>
                    <a:pt x="4609737" y="1330982"/>
                  </a:lnTo>
                  <a:lnTo>
                    <a:pt x="4609863" y="1330982"/>
                  </a:lnTo>
                  <a:lnTo>
                    <a:pt x="4609989" y="1330982"/>
                  </a:lnTo>
                  <a:lnTo>
                    <a:pt x="4610116" y="1330982"/>
                  </a:lnTo>
                  <a:lnTo>
                    <a:pt x="4610242" y="1330982"/>
                  </a:lnTo>
                  <a:lnTo>
                    <a:pt x="4610368" y="1330982"/>
                  </a:lnTo>
                  <a:lnTo>
                    <a:pt x="4610494" y="1330982"/>
                  </a:lnTo>
                  <a:lnTo>
                    <a:pt x="4610621" y="1330982"/>
                  </a:lnTo>
                  <a:lnTo>
                    <a:pt x="4610747" y="1330982"/>
                  </a:lnTo>
                  <a:lnTo>
                    <a:pt x="4610873" y="1330982"/>
                  </a:lnTo>
                  <a:lnTo>
                    <a:pt x="4610999" y="1330982"/>
                  </a:lnTo>
                  <a:lnTo>
                    <a:pt x="4611126" y="1330982"/>
                  </a:lnTo>
                  <a:lnTo>
                    <a:pt x="4611252" y="1330982"/>
                  </a:lnTo>
                  <a:lnTo>
                    <a:pt x="4611378" y="1330982"/>
                  </a:lnTo>
                  <a:lnTo>
                    <a:pt x="4611504" y="1330982"/>
                  </a:lnTo>
                  <a:lnTo>
                    <a:pt x="4611631" y="1330982"/>
                  </a:lnTo>
                  <a:lnTo>
                    <a:pt x="4611757" y="1330982"/>
                  </a:lnTo>
                  <a:lnTo>
                    <a:pt x="4611883" y="1330982"/>
                  </a:lnTo>
                  <a:lnTo>
                    <a:pt x="4612009" y="1330982"/>
                  </a:lnTo>
                  <a:lnTo>
                    <a:pt x="4612136" y="1330982"/>
                  </a:lnTo>
                  <a:lnTo>
                    <a:pt x="4612262" y="1330982"/>
                  </a:lnTo>
                  <a:lnTo>
                    <a:pt x="4612388" y="1330982"/>
                  </a:lnTo>
                  <a:lnTo>
                    <a:pt x="4612514" y="1330982"/>
                  </a:lnTo>
                  <a:lnTo>
                    <a:pt x="4612641" y="1330982"/>
                  </a:lnTo>
                  <a:lnTo>
                    <a:pt x="4612767" y="1330982"/>
                  </a:lnTo>
                  <a:lnTo>
                    <a:pt x="4612893" y="1330982"/>
                  </a:lnTo>
                  <a:lnTo>
                    <a:pt x="4613019" y="1330982"/>
                  </a:lnTo>
                  <a:lnTo>
                    <a:pt x="4613146" y="1330982"/>
                  </a:lnTo>
                  <a:lnTo>
                    <a:pt x="4613272" y="1330982"/>
                  </a:lnTo>
                  <a:lnTo>
                    <a:pt x="4613398" y="1330982"/>
                  </a:lnTo>
                  <a:lnTo>
                    <a:pt x="4613525" y="1330982"/>
                  </a:lnTo>
                  <a:lnTo>
                    <a:pt x="4613651" y="1330982"/>
                  </a:lnTo>
                  <a:lnTo>
                    <a:pt x="4613777" y="1330982"/>
                  </a:lnTo>
                  <a:lnTo>
                    <a:pt x="4613777" y="1326071"/>
                  </a:lnTo>
                  <a:lnTo>
                    <a:pt x="4613903" y="1326071"/>
                  </a:lnTo>
                  <a:lnTo>
                    <a:pt x="4614030" y="1326071"/>
                  </a:lnTo>
                  <a:lnTo>
                    <a:pt x="4614156" y="1326071"/>
                  </a:lnTo>
                  <a:lnTo>
                    <a:pt x="4614282" y="1326071"/>
                  </a:lnTo>
                  <a:lnTo>
                    <a:pt x="4614408" y="1326071"/>
                  </a:lnTo>
                  <a:lnTo>
                    <a:pt x="4614535" y="1326071"/>
                  </a:lnTo>
                  <a:lnTo>
                    <a:pt x="4614661" y="1326071"/>
                  </a:lnTo>
                  <a:lnTo>
                    <a:pt x="4614787" y="1326071"/>
                  </a:lnTo>
                  <a:lnTo>
                    <a:pt x="4614913" y="1326071"/>
                  </a:lnTo>
                  <a:lnTo>
                    <a:pt x="4615040" y="1326071"/>
                  </a:lnTo>
                  <a:lnTo>
                    <a:pt x="4615166" y="1326071"/>
                  </a:lnTo>
                  <a:lnTo>
                    <a:pt x="4615292" y="1326071"/>
                  </a:lnTo>
                  <a:lnTo>
                    <a:pt x="4615418" y="1326071"/>
                  </a:lnTo>
                  <a:lnTo>
                    <a:pt x="4615545" y="1326071"/>
                  </a:lnTo>
                  <a:lnTo>
                    <a:pt x="4615671" y="1326071"/>
                  </a:lnTo>
                  <a:lnTo>
                    <a:pt x="4615797" y="1326071"/>
                  </a:lnTo>
                  <a:lnTo>
                    <a:pt x="4615923" y="1326071"/>
                  </a:lnTo>
                  <a:lnTo>
                    <a:pt x="4616050" y="1326071"/>
                  </a:lnTo>
                  <a:lnTo>
                    <a:pt x="4616176" y="1326071"/>
                  </a:lnTo>
                  <a:lnTo>
                    <a:pt x="4616302" y="1326071"/>
                  </a:lnTo>
                  <a:lnTo>
                    <a:pt x="4616428" y="1326071"/>
                  </a:lnTo>
                  <a:lnTo>
                    <a:pt x="4616555" y="1326071"/>
                  </a:lnTo>
                  <a:lnTo>
                    <a:pt x="4616681" y="1326071"/>
                  </a:lnTo>
                  <a:lnTo>
                    <a:pt x="4616807" y="1326071"/>
                  </a:lnTo>
                  <a:lnTo>
                    <a:pt x="4616933" y="1326071"/>
                  </a:lnTo>
                  <a:lnTo>
                    <a:pt x="4617060" y="1326071"/>
                  </a:lnTo>
                  <a:lnTo>
                    <a:pt x="4617186" y="1326071"/>
                  </a:lnTo>
                  <a:lnTo>
                    <a:pt x="4617312" y="1326071"/>
                  </a:lnTo>
                  <a:lnTo>
                    <a:pt x="4617438" y="1326071"/>
                  </a:lnTo>
                  <a:lnTo>
                    <a:pt x="4617565" y="1326071"/>
                  </a:lnTo>
                  <a:lnTo>
                    <a:pt x="4617691" y="1326071"/>
                  </a:lnTo>
                  <a:lnTo>
                    <a:pt x="4617817" y="1326071"/>
                  </a:lnTo>
                  <a:lnTo>
                    <a:pt x="4617943" y="1326071"/>
                  </a:lnTo>
                  <a:lnTo>
                    <a:pt x="4618070" y="1326071"/>
                  </a:lnTo>
                  <a:lnTo>
                    <a:pt x="4618196" y="1326071"/>
                  </a:lnTo>
                  <a:lnTo>
                    <a:pt x="4618322" y="1326071"/>
                  </a:lnTo>
                  <a:lnTo>
                    <a:pt x="4618448" y="1326071"/>
                  </a:lnTo>
                  <a:lnTo>
                    <a:pt x="4618575" y="1326071"/>
                  </a:lnTo>
                  <a:lnTo>
                    <a:pt x="4618701" y="1326071"/>
                  </a:lnTo>
                  <a:lnTo>
                    <a:pt x="4618827" y="1326071"/>
                  </a:lnTo>
                  <a:lnTo>
                    <a:pt x="4618954" y="1326071"/>
                  </a:lnTo>
                  <a:lnTo>
                    <a:pt x="4619080" y="1326071"/>
                  </a:lnTo>
                  <a:lnTo>
                    <a:pt x="4619206" y="1326071"/>
                  </a:lnTo>
                  <a:lnTo>
                    <a:pt x="4619332" y="1326071"/>
                  </a:lnTo>
                  <a:lnTo>
                    <a:pt x="4619459" y="1326071"/>
                  </a:lnTo>
                  <a:lnTo>
                    <a:pt x="4619585" y="1326071"/>
                  </a:lnTo>
                  <a:lnTo>
                    <a:pt x="4619711" y="1326071"/>
                  </a:lnTo>
                  <a:lnTo>
                    <a:pt x="4619837" y="1326071"/>
                  </a:lnTo>
                  <a:lnTo>
                    <a:pt x="4619964" y="1326071"/>
                  </a:lnTo>
                  <a:lnTo>
                    <a:pt x="4620090" y="1326071"/>
                  </a:lnTo>
                  <a:lnTo>
                    <a:pt x="4620216" y="1326071"/>
                  </a:lnTo>
                  <a:lnTo>
                    <a:pt x="4620342" y="1326071"/>
                  </a:lnTo>
                  <a:lnTo>
                    <a:pt x="4620469" y="1326071"/>
                  </a:lnTo>
                  <a:lnTo>
                    <a:pt x="4620595" y="1326071"/>
                  </a:lnTo>
                  <a:lnTo>
                    <a:pt x="4620721" y="1326071"/>
                  </a:lnTo>
                  <a:lnTo>
                    <a:pt x="4620847" y="1326071"/>
                  </a:lnTo>
                  <a:lnTo>
                    <a:pt x="4620974" y="1326071"/>
                  </a:lnTo>
                  <a:lnTo>
                    <a:pt x="4621100" y="1326071"/>
                  </a:lnTo>
                  <a:lnTo>
                    <a:pt x="4621226" y="1326071"/>
                  </a:lnTo>
                  <a:lnTo>
                    <a:pt x="4621352" y="1326071"/>
                  </a:lnTo>
                  <a:lnTo>
                    <a:pt x="4621479" y="1326071"/>
                  </a:lnTo>
                  <a:lnTo>
                    <a:pt x="4621605" y="1326071"/>
                  </a:lnTo>
                  <a:lnTo>
                    <a:pt x="4621731" y="1326071"/>
                  </a:lnTo>
                  <a:lnTo>
                    <a:pt x="4621857" y="1326071"/>
                  </a:lnTo>
                  <a:lnTo>
                    <a:pt x="4621984" y="1326071"/>
                  </a:lnTo>
                  <a:lnTo>
                    <a:pt x="4622110" y="1326071"/>
                  </a:lnTo>
                  <a:lnTo>
                    <a:pt x="4622236" y="1326071"/>
                  </a:lnTo>
                  <a:lnTo>
                    <a:pt x="4622362" y="1326071"/>
                  </a:lnTo>
                  <a:lnTo>
                    <a:pt x="4622489" y="1326071"/>
                  </a:lnTo>
                  <a:lnTo>
                    <a:pt x="4622615" y="1326071"/>
                  </a:lnTo>
                  <a:lnTo>
                    <a:pt x="4622741" y="1326071"/>
                  </a:lnTo>
                  <a:lnTo>
                    <a:pt x="4622867" y="1326071"/>
                  </a:lnTo>
                  <a:lnTo>
                    <a:pt x="4622994" y="1326071"/>
                  </a:lnTo>
                  <a:lnTo>
                    <a:pt x="4623120" y="1326071"/>
                  </a:lnTo>
                  <a:lnTo>
                    <a:pt x="4623246" y="1326071"/>
                  </a:lnTo>
                  <a:lnTo>
                    <a:pt x="4623372" y="1326071"/>
                  </a:lnTo>
                  <a:lnTo>
                    <a:pt x="4623372" y="1321159"/>
                  </a:lnTo>
                  <a:lnTo>
                    <a:pt x="4623499" y="1321159"/>
                  </a:lnTo>
                  <a:lnTo>
                    <a:pt x="4623625" y="1321159"/>
                  </a:lnTo>
                  <a:lnTo>
                    <a:pt x="4623751" y="1321159"/>
                  </a:lnTo>
                  <a:lnTo>
                    <a:pt x="4623878" y="1321159"/>
                  </a:lnTo>
                  <a:lnTo>
                    <a:pt x="4624004" y="1321159"/>
                  </a:lnTo>
                  <a:lnTo>
                    <a:pt x="4624130" y="1321159"/>
                  </a:lnTo>
                  <a:lnTo>
                    <a:pt x="4624256" y="1321159"/>
                  </a:lnTo>
                  <a:lnTo>
                    <a:pt x="4624383" y="1321159"/>
                  </a:lnTo>
                  <a:lnTo>
                    <a:pt x="4624509" y="1321159"/>
                  </a:lnTo>
                  <a:lnTo>
                    <a:pt x="4624635" y="1321159"/>
                  </a:lnTo>
                  <a:lnTo>
                    <a:pt x="4624761" y="1321159"/>
                  </a:lnTo>
                  <a:lnTo>
                    <a:pt x="4624888" y="1321159"/>
                  </a:lnTo>
                  <a:lnTo>
                    <a:pt x="4625014" y="1321159"/>
                  </a:lnTo>
                  <a:lnTo>
                    <a:pt x="4625140" y="1321159"/>
                  </a:lnTo>
                  <a:lnTo>
                    <a:pt x="4625266" y="1321159"/>
                  </a:lnTo>
                  <a:lnTo>
                    <a:pt x="4625393" y="1321159"/>
                  </a:lnTo>
                  <a:lnTo>
                    <a:pt x="4625519" y="1321159"/>
                  </a:lnTo>
                  <a:lnTo>
                    <a:pt x="4625645" y="1321159"/>
                  </a:lnTo>
                  <a:lnTo>
                    <a:pt x="4625771" y="1321159"/>
                  </a:lnTo>
                  <a:lnTo>
                    <a:pt x="4625898" y="1321159"/>
                  </a:lnTo>
                  <a:lnTo>
                    <a:pt x="4626024" y="1321159"/>
                  </a:lnTo>
                  <a:lnTo>
                    <a:pt x="4626150" y="1321159"/>
                  </a:lnTo>
                  <a:lnTo>
                    <a:pt x="4626276" y="1321159"/>
                  </a:lnTo>
                  <a:lnTo>
                    <a:pt x="4626403" y="1321159"/>
                  </a:lnTo>
                  <a:lnTo>
                    <a:pt x="4626529" y="1321159"/>
                  </a:lnTo>
                  <a:lnTo>
                    <a:pt x="4626655" y="1321159"/>
                  </a:lnTo>
                  <a:lnTo>
                    <a:pt x="4626781" y="1321159"/>
                  </a:lnTo>
                  <a:lnTo>
                    <a:pt x="4626908" y="1321159"/>
                  </a:lnTo>
                  <a:lnTo>
                    <a:pt x="4627034" y="1321159"/>
                  </a:lnTo>
                  <a:lnTo>
                    <a:pt x="4627160" y="1321159"/>
                  </a:lnTo>
                  <a:lnTo>
                    <a:pt x="4627286" y="1321159"/>
                  </a:lnTo>
                  <a:lnTo>
                    <a:pt x="4627413" y="1321159"/>
                  </a:lnTo>
                  <a:lnTo>
                    <a:pt x="4627539" y="1321159"/>
                  </a:lnTo>
                  <a:lnTo>
                    <a:pt x="4627665" y="1321159"/>
                  </a:lnTo>
                  <a:lnTo>
                    <a:pt x="4627791" y="1321159"/>
                  </a:lnTo>
                  <a:lnTo>
                    <a:pt x="4627918" y="1321159"/>
                  </a:lnTo>
                  <a:lnTo>
                    <a:pt x="4628044" y="1321159"/>
                  </a:lnTo>
                  <a:lnTo>
                    <a:pt x="4628170" y="1321159"/>
                  </a:lnTo>
                  <a:lnTo>
                    <a:pt x="4628296" y="1321159"/>
                  </a:lnTo>
                  <a:lnTo>
                    <a:pt x="4628423" y="1321159"/>
                  </a:lnTo>
                  <a:lnTo>
                    <a:pt x="4628549" y="1321159"/>
                  </a:lnTo>
                  <a:lnTo>
                    <a:pt x="4628675" y="1321159"/>
                  </a:lnTo>
                  <a:lnTo>
                    <a:pt x="4628801" y="1321159"/>
                  </a:lnTo>
                  <a:lnTo>
                    <a:pt x="4628928" y="1321159"/>
                  </a:lnTo>
                  <a:lnTo>
                    <a:pt x="4629054" y="1321159"/>
                  </a:lnTo>
                  <a:lnTo>
                    <a:pt x="4629180" y="1321159"/>
                  </a:lnTo>
                  <a:lnTo>
                    <a:pt x="4629307" y="1321159"/>
                  </a:lnTo>
                  <a:lnTo>
                    <a:pt x="4629433" y="1321159"/>
                  </a:lnTo>
                  <a:lnTo>
                    <a:pt x="4629559" y="1321159"/>
                  </a:lnTo>
                  <a:lnTo>
                    <a:pt x="4629685" y="1321159"/>
                  </a:lnTo>
                  <a:lnTo>
                    <a:pt x="4629812" y="1321159"/>
                  </a:lnTo>
                  <a:lnTo>
                    <a:pt x="4629938" y="1321159"/>
                  </a:lnTo>
                  <a:lnTo>
                    <a:pt x="4630064" y="1321159"/>
                  </a:lnTo>
                  <a:lnTo>
                    <a:pt x="4630190" y="1321159"/>
                  </a:lnTo>
                  <a:lnTo>
                    <a:pt x="4630317" y="1321159"/>
                  </a:lnTo>
                  <a:lnTo>
                    <a:pt x="4630443" y="1321159"/>
                  </a:lnTo>
                  <a:lnTo>
                    <a:pt x="4630569" y="1321159"/>
                  </a:lnTo>
                  <a:lnTo>
                    <a:pt x="4630695" y="1321159"/>
                  </a:lnTo>
                  <a:lnTo>
                    <a:pt x="4630822" y="1321159"/>
                  </a:lnTo>
                  <a:lnTo>
                    <a:pt x="4630948" y="1321159"/>
                  </a:lnTo>
                  <a:lnTo>
                    <a:pt x="4631074" y="1321159"/>
                  </a:lnTo>
                  <a:lnTo>
                    <a:pt x="4631200" y="1321159"/>
                  </a:lnTo>
                  <a:lnTo>
                    <a:pt x="4631327" y="1321159"/>
                  </a:lnTo>
                  <a:lnTo>
                    <a:pt x="4631453" y="1321159"/>
                  </a:lnTo>
                  <a:lnTo>
                    <a:pt x="4631579" y="1321159"/>
                  </a:lnTo>
                  <a:lnTo>
                    <a:pt x="4631705" y="1321159"/>
                  </a:lnTo>
                  <a:lnTo>
                    <a:pt x="4631832" y="1321159"/>
                  </a:lnTo>
                  <a:lnTo>
                    <a:pt x="4631958" y="1321159"/>
                  </a:lnTo>
                  <a:lnTo>
                    <a:pt x="4632084" y="1321159"/>
                  </a:lnTo>
                  <a:lnTo>
                    <a:pt x="4632210" y="1321159"/>
                  </a:lnTo>
                  <a:lnTo>
                    <a:pt x="4632337" y="1321159"/>
                  </a:lnTo>
                  <a:lnTo>
                    <a:pt x="4632463" y="1321159"/>
                  </a:lnTo>
                  <a:lnTo>
                    <a:pt x="4632589" y="1321159"/>
                  </a:lnTo>
                  <a:lnTo>
                    <a:pt x="4632715" y="1321159"/>
                  </a:lnTo>
                  <a:lnTo>
                    <a:pt x="4632842" y="1321159"/>
                  </a:lnTo>
                  <a:lnTo>
                    <a:pt x="4632968" y="1321159"/>
                  </a:lnTo>
                  <a:lnTo>
                    <a:pt x="4633094" y="1321159"/>
                  </a:lnTo>
                  <a:lnTo>
                    <a:pt x="4633220" y="1321159"/>
                  </a:lnTo>
                  <a:lnTo>
                    <a:pt x="4633347" y="1321159"/>
                  </a:lnTo>
                  <a:lnTo>
                    <a:pt x="4633473" y="1321159"/>
                  </a:lnTo>
                  <a:lnTo>
                    <a:pt x="4633599" y="1321159"/>
                  </a:lnTo>
                  <a:lnTo>
                    <a:pt x="4633725" y="1321159"/>
                  </a:lnTo>
                  <a:lnTo>
                    <a:pt x="4633725" y="1316248"/>
                  </a:lnTo>
                  <a:lnTo>
                    <a:pt x="4633852" y="1316248"/>
                  </a:lnTo>
                  <a:lnTo>
                    <a:pt x="4633978" y="1316248"/>
                  </a:lnTo>
                  <a:lnTo>
                    <a:pt x="4634104" y="1316248"/>
                  </a:lnTo>
                  <a:lnTo>
                    <a:pt x="4634231" y="1316248"/>
                  </a:lnTo>
                  <a:lnTo>
                    <a:pt x="4634357" y="1316248"/>
                  </a:lnTo>
                  <a:lnTo>
                    <a:pt x="4634483" y="1316248"/>
                  </a:lnTo>
                  <a:lnTo>
                    <a:pt x="4634609" y="1316248"/>
                  </a:lnTo>
                  <a:lnTo>
                    <a:pt x="4634736" y="1316248"/>
                  </a:lnTo>
                  <a:lnTo>
                    <a:pt x="4634862" y="1316248"/>
                  </a:lnTo>
                  <a:lnTo>
                    <a:pt x="4634988" y="1316248"/>
                  </a:lnTo>
                  <a:lnTo>
                    <a:pt x="4635114" y="1316248"/>
                  </a:lnTo>
                  <a:lnTo>
                    <a:pt x="4635241" y="1316248"/>
                  </a:lnTo>
                  <a:lnTo>
                    <a:pt x="4635367" y="1316248"/>
                  </a:lnTo>
                  <a:lnTo>
                    <a:pt x="4635493" y="1316248"/>
                  </a:lnTo>
                  <a:lnTo>
                    <a:pt x="4635619" y="1316248"/>
                  </a:lnTo>
                  <a:lnTo>
                    <a:pt x="4635746" y="1316248"/>
                  </a:lnTo>
                  <a:lnTo>
                    <a:pt x="4635872" y="1316248"/>
                  </a:lnTo>
                  <a:lnTo>
                    <a:pt x="4635998" y="1316248"/>
                  </a:lnTo>
                  <a:lnTo>
                    <a:pt x="4636124" y="1316248"/>
                  </a:lnTo>
                  <a:lnTo>
                    <a:pt x="4636251" y="1316248"/>
                  </a:lnTo>
                  <a:lnTo>
                    <a:pt x="4636377" y="1316248"/>
                  </a:lnTo>
                  <a:lnTo>
                    <a:pt x="4636503" y="1316248"/>
                  </a:lnTo>
                  <a:lnTo>
                    <a:pt x="4636629" y="1316248"/>
                  </a:lnTo>
                  <a:lnTo>
                    <a:pt x="4636756" y="1316248"/>
                  </a:lnTo>
                  <a:lnTo>
                    <a:pt x="4636882" y="1316248"/>
                  </a:lnTo>
                  <a:lnTo>
                    <a:pt x="4637008" y="1316248"/>
                  </a:lnTo>
                  <a:lnTo>
                    <a:pt x="4637134" y="1316248"/>
                  </a:lnTo>
                  <a:lnTo>
                    <a:pt x="4637261" y="1316248"/>
                  </a:lnTo>
                  <a:lnTo>
                    <a:pt x="4637387" y="1316248"/>
                  </a:lnTo>
                  <a:lnTo>
                    <a:pt x="4637513" y="1316248"/>
                  </a:lnTo>
                  <a:lnTo>
                    <a:pt x="4637639" y="1316248"/>
                  </a:lnTo>
                  <a:lnTo>
                    <a:pt x="4637766" y="1316248"/>
                  </a:lnTo>
                  <a:lnTo>
                    <a:pt x="4637892" y="1316248"/>
                  </a:lnTo>
                  <a:lnTo>
                    <a:pt x="4638018" y="1316248"/>
                  </a:lnTo>
                  <a:lnTo>
                    <a:pt x="4638144" y="1316248"/>
                  </a:lnTo>
                  <a:lnTo>
                    <a:pt x="4638271" y="1316248"/>
                  </a:lnTo>
                  <a:lnTo>
                    <a:pt x="4638397" y="1316248"/>
                  </a:lnTo>
                  <a:lnTo>
                    <a:pt x="4638523" y="1316248"/>
                  </a:lnTo>
                  <a:lnTo>
                    <a:pt x="4638649" y="1316248"/>
                  </a:lnTo>
                  <a:lnTo>
                    <a:pt x="4638776" y="1316248"/>
                  </a:lnTo>
                  <a:lnTo>
                    <a:pt x="4638902" y="1316248"/>
                  </a:lnTo>
                  <a:lnTo>
                    <a:pt x="4639028" y="1316248"/>
                  </a:lnTo>
                  <a:lnTo>
                    <a:pt x="4639155" y="1316248"/>
                  </a:lnTo>
                  <a:lnTo>
                    <a:pt x="4639281" y="1316248"/>
                  </a:lnTo>
                  <a:lnTo>
                    <a:pt x="4639407" y="1316248"/>
                  </a:lnTo>
                  <a:lnTo>
                    <a:pt x="4639533" y="1316248"/>
                  </a:lnTo>
                  <a:lnTo>
                    <a:pt x="4639660" y="1316248"/>
                  </a:lnTo>
                  <a:lnTo>
                    <a:pt x="4639786" y="1316248"/>
                  </a:lnTo>
                  <a:lnTo>
                    <a:pt x="4639912" y="1316248"/>
                  </a:lnTo>
                  <a:lnTo>
                    <a:pt x="4640038" y="1316248"/>
                  </a:lnTo>
                  <a:lnTo>
                    <a:pt x="4640165" y="1316248"/>
                  </a:lnTo>
                  <a:lnTo>
                    <a:pt x="4640291" y="1316248"/>
                  </a:lnTo>
                  <a:lnTo>
                    <a:pt x="4640417" y="1316248"/>
                  </a:lnTo>
                  <a:lnTo>
                    <a:pt x="4640543" y="1316248"/>
                  </a:lnTo>
                  <a:lnTo>
                    <a:pt x="4640670" y="1316248"/>
                  </a:lnTo>
                  <a:lnTo>
                    <a:pt x="4640796" y="1316248"/>
                  </a:lnTo>
                  <a:lnTo>
                    <a:pt x="4640922" y="1316248"/>
                  </a:lnTo>
                  <a:lnTo>
                    <a:pt x="4641048" y="1316248"/>
                  </a:lnTo>
                  <a:lnTo>
                    <a:pt x="4641175" y="1316248"/>
                  </a:lnTo>
                  <a:lnTo>
                    <a:pt x="4641175" y="1311337"/>
                  </a:lnTo>
                  <a:lnTo>
                    <a:pt x="4641301" y="1311337"/>
                  </a:lnTo>
                  <a:lnTo>
                    <a:pt x="4641427" y="1311337"/>
                  </a:lnTo>
                  <a:lnTo>
                    <a:pt x="4641553" y="1311337"/>
                  </a:lnTo>
                  <a:lnTo>
                    <a:pt x="4641680" y="1311337"/>
                  </a:lnTo>
                  <a:lnTo>
                    <a:pt x="4641806" y="1311337"/>
                  </a:lnTo>
                  <a:lnTo>
                    <a:pt x="4641932" y="1311337"/>
                  </a:lnTo>
                  <a:lnTo>
                    <a:pt x="4642058" y="1311337"/>
                  </a:lnTo>
                  <a:lnTo>
                    <a:pt x="4642185" y="1311337"/>
                  </a:lnTo>
                  <a:lnTo>
                    <a:pt x="4642311" y="1311337"/>
                  </a:lnTo>
                  <a:lnTo>
                    <a:pt x="4642437" y="1311337"/>
                  </a:lnTo>
                  <a:lnTo>
                    <a:pt x="4642563" y="1311337"/>
                  </a:lnTo>
                  <a:lnTo>
                    <a:pt x="4642690" y="1311337"/>
                  </a:lnTo>
                  <a:lnTo>
                    <a:pt x="4642816" y="1311337"/>
                  </a:lnTo>
                  <a:lnTo>
                    <a:pt x="4642942" y="1311337"/>
                  </a:lnTo>
                  <a:lnTo>
                    <a:pt x="4643068" y="1311337"/>
                  </a:lnTo>
                  <a:lnTo>
                    <a:pt x="4643195" y="1311337"/>
                  </a:lnTo>
                  <a:lnTo>
                    <a:pt x="4643321" y="1311337"/>
                  </a:lnTo>
                  <a:lnTo>
                    <a:pt x="4643447" y="1311337"/>
                  </a:lnTo>
                  <a:lnTo>
                    <a:pt x="4643573" y="1311337"/>
                  </a:lnTo>
                  <a:lnTo>
                    <a:pt x="4643700" y="1311337"/>
                  </a:lnTo>
                  <a:lnTo>
                    <a:pt x="4643826" y="1311337"/>
                  </a:lnTo>
                  <a:lnTo>
                    <a:pt x="4643952" y="1311337"/>
                  </a:lnTo>
                  <a:lnTo>
                    <a:pt x="4644078" y="1311337"/>
                  </a:lnTo>
                  <a:lnTo>
                    <a:pt x="4644205" y="1311337"/>
                  </a:lnTo>
                  <a:lnTo>
                    <a:pt x="4644331" y="1311337"/>
                  </a:lnTo>
                  <a:lnTo>
                    <a:pt x="4644457" y="1311337"/>
                  </a:lnTo>
                  <a:lnTo>
                    <a:pt x="4644584" y="1311337"/>
                  </a:lnTo>
                  <a:lnTo>
                    <a:pt x="4644710" y="1311337"/>
                  </a:lnTo>
                  <a:lnTo>
                    <a:pt x="4644836" y="1311337"/>
                  </a:lnTo>
                  <a:lnTo>
                    <a:pt x="4644962" y="1311337"/>
                  </a:lnTo>
                  <a:lnTo>
                    <a:pt x="4645089" y="1311337"/>
                  </a:lnTo>
                  <a:lnTo>
                    <a:pt x="4645215" y="1311337"/>
                  </a:lnTo>
                  <a:lnTo>
                    <a:pt x="4645341" y="1311337"/>
                  </a:lnTo>
                  <a:lnTo>
                    <a:pt x="4645467" y="1311337"/>
                  </a:lnTo>
                  <a:lnTo>
                    <a:pt x="4645594" y="1311337"/>
                  </a:lnTo>
                  <a:lnTo>
                    <a:pt x="4645720" y="1311337"/>
                  </a:lnTo>
                  <a:lnTo>
                    <a:pt x="4645846" y="1311337"/>
                  </a:lnTo>
                  <a:lnTo>
                    <a:pt x="4645972" y="1311337"/>
                  </a:lnTo>
                  <a:lnTo>
                    <a:pt x="4646099" y="1311337"/>
                  </a:lnTo>
                  <a:lnTo>
                    <a:pt x="4646225" y="1311337"/>
                  </a:lnTo>
                  <a:lnTo>
                    <a:pt x="4646351" y="1311337"/>
                  </a:lnTo>
                  <a:lnTo>
                    <a:pt x="4646477" y="1311337"/>
                  </a:lnTo>
                  <a:lnTo>
                    <a:pt x="4646604" y="1311337"/>
                  </a:lnTo>
                  <a:lnTo>
                    <a:pt x="4646730" y="1311337"/>
                  </a:lnTo>
                  <a:lnTo>
                    <a:pt x="4646856" y="1311337"/>
                  </a:lnTo>
                  <a:lnTo>
                    <a:pt x="4646982" y="1311337"/>
                  </a:lnTo>
                  <a:lnTo>
                    <a:pt x="4647109" y="1311337"/>
                  </a:lnTo>
                  <a:lnTo>
                    <a:pt x="4647235" y="1311337"/>
                  </a:lnTo>
                  <a:lnTo>
                    <a:pt x="4647361" y="1311337"/>
                  </a:lnTo>
                  <a:lnTo>
                    <a:pt x="4647487" y="1311337"/>
                  </a:lnTo>
                  <a:lnTo>
                    <a:pt x="4647614" y="1311337"/>
                  </a:lnTo>
                  <a:lnTo>
                    <a:pt x="4647740" y="1311337"/>
                  </a:lnTo>
                  <a:lnTo>
                    <a:pt x="4647866" y="1311337"/>
                  </a:lnTo>
                  <a:lnTo>
                    <a:pt x="4647992" y="1311337"/>
                  </a:lnTo>
                  <a:lnTo>
                    <a:pt x="4648119" y="1311337"/>
                  </a:lnTo>
                  <a:lnTo>
                    <a:pt x="4648245" y="1311337"/>
                  </a:lnTo>
                  <a:lnTo>
                    <a:pt x="4648371" y="1311337"/>
                  </a:lnTo>
                  <a:lnTo>
                    <a:pt x="4648497" y="1311337"/>
                  </a:lnTo>
                  <a:lnTo>
                    <a:pt x="4648624" y="1311337"/>
                  </a:lnTo>
                  <a:lnTo>
                    <a:pt x="4648750" y="1311337"/>
                  </a:lnTo>
                  <a:lnTo>
                    <a:pt x="4648876" y="1311337"/>
                  </a:lnTo>
                  <a:lnTo>
                    <a:pt x="4649002" y="1311337"/>
                  </a:lnTo>
                  <a:lnTo>
                    <a:pt x="4649129" y="1311337"/>
                  </a:lnTo>
                  <a:lnTo>
                    <a:pt x="4649255" y="1311337"/>
                  </a:lnTo>
                  <a:lnTo>
                    <a:pt x="4649381" y="1311337"/>
                  </a:lnTo>
                  <a:lnTo>
                    <a:pt x="4649508" y="1311337"/>
                  </a:lnTo>
                  <a:lnTo>
                    <a:pt x="4649634" y="1311337"/>
                  </a:lnTo>
                  <a:lnTo>
                    <a:pt x="4649760" y="1311337"/>
                  </a:lnTo>
                  <a:lnTo>
                    <a:pt x="4649886" y="1311337"/>
                  </a:lnTo>
                  <a:lnTo>
                    <a:pt x="4650013" y="1311337"/>
                  </a:lnTo>
                  <a:lnTo>
                    <a:pt x="4650139" y="1311337"/>
                  </a:lnTo>
                  <a:lnTo>
                    <a:pt x="4650265" y="1311337"/>
                  </a:lnTo>
                  <a:lnTo>
                    <a:pt x="4650391" y="1311337"/>
                  </a:lnTo>
                  <a:lnTo>
                    <a:pt x="4650518" y="1311337"/>
                  </a:lnTo>
                  <a:lnTo>
                    <a:pt x="4650644" y="1311337"/>
                  </a:lnTo>
                  <a:lnTo>
                    <a:pt x="4650770" y="1311337"/>
                  </a:lnTo>
                  <a:lnTo>
                    <a:pt x="4650896" y="1311337"/>
                  </a:lnTo>
                  <a:lnTo>
                    <a:pt x="4651023" y="1311337"/>
                  </a:lnTo>
                  <a:lnTo>
                    <a:pt x="4651149" y="1311337"/>
                  </a:lnTo>
                  <a:lnTo>
                    <a:pt x="4651275" y="1311337"/>
                  </a:lnTo>
                  <a:lnTo>
                    <a:pt x="4651401" y="1311337"/>
                  </a:lnTo>
                  <a:lnTo>
                    <a:pt x="4651528" y="1311337"/>
                  </a:lnTo>
                  <a:lnTo>
                    <a:pt x="4651654" y="1311337"/>
                  </a:lnTo>
                  <a:lnTo>
                    <a:pt x="4651780" y="1311337"/>
                  </a:lnTo>
                  <a:lnTo>
                    <a:pt x="4651906" y="1311337"/>
                  </a:lnTo>
                  <a:lnTo>
                    <a:pt x="4652033" y="1311337"/>
                  </a:lnTo>
                  <a:lnTo>
                    <a:pt x="4652159" y="1311337"/>
                  </a:lnTo>
                  <a:lnTo>
                    <a:pt x="4652285" y="1311337"/>
                  </a:lnTo>
                  <a:lnTo>
                    <a:pt x="4652411" y="1311337"/>
                  </a:lnTo>
                  <a:lnTo>
                    <a:pt x="4652538" y="1311337"/>
                  </a:lnTo>
                  <a:lnTo>
                    <a:pt x="4652664" y="1311337"/>
                  </a:lnTo>
                  <a:lnTo>
                    <a:pt x="4652790" y="1311337"/>
                  </a:lnTo>
                  <a:lnTo>
                    <a:pt x="4652916" y="1311337"/>
                  </a:lnTo>
                  <a:lnTo>
                    <a:pt x="4653043" y="1311337"/>
                  </a:lnTo>
                  <a:lnTo>
                    <a:pt x="4653169" y="1311337"/>
                  </a:lnTo>
                  <a:lnTo>
                    <a:pt x="4653295" y="1311337"/>
                  </a:lnTo>
                  <a:lnTo>
                    <a:pt x="4653421" y="1311337"/>
                  </a:lnTo>
                  <a:lnTo>
                    <a:pt x="4653548" y="1311337"/>
                  </a:lnTo>
                  <a:lnTo>
                    <a:pt x="4653674" y="1311337"/>
                  </a:lnTo>
                  <a:lnTo>
                    <a:pt x="4653800" y="1311337"/>
                  </a:lnTo>
                  <a:lnTo>
                    <a:pt x="4653926" y="1311337"/>
                  </a:lnTo>
                  <a:lnTo>
                    <a:pt x="4653926" y="1306425"/>
                  </a:lnTo>
                  <a:lnTo>
                    <a:pt x="4654053" y="1306425"/>
                  </a:lnTo>
                  <a:lnTo>
                    <a:pt x="4654179" y="1306425"/>
                  </a:lnTo>
                  <a:lnTo>
                    <a:pt x="4654305" y="1306425"/>
                  </a:lnTo>
                  <a:lnTo>
                    <a:pt x="4654431" y="1306425"/>
                  </a:lnTo>
                  <a:lnTo>
                    <a:pt x="4654558" y="1306425"/>
                  </a:lnTo>
                  <a:lnTo>
                    <a:pt x="4654684" y="1306425"/>
                  </a:lnTo>
                  <a:lnTo>
                    <a:pt x="4654810" y="1306425"/>
                  </a:lnTo>
                  <a:lnTo>
                    <a:pt x="4654937" y="1306425"/>
                  </a:lnTo>
                  <a:lnTo>
                    <a:pt x="4655063" y="1306425"/>
                  </a:lnTo>
                  <a:lnTo>
                    <a:pt x="4655189" y="1306425"/>
                  </a:lnTo>
                  <a:lnTo>
                    <a:pt x="4655315" y="1306425"/>
                  </a:lnTo>
                  <a:lnTo>
                    <a:pt x="4655442" y="1306425"/>
                  </a:lnTo>
                  <a:lnTo>
                    <a:pt x="4655568" y="1306425"/>
                  </a:lnTo>
                  <a:lnTo>
                    <a:pt x="4655694" y="1306425"/>
                  </a:lnTo>
                  <a:lnTo>
                    <a:pt x="4655820" y="1306425"/>
                  </a:lnTo>
                  <a:lnTo>
                    <a:pt x="4655947" y="1306425"/>
                  </a:lnTo>
                  <a:lnTo>
                    <a:pt x="4656073" y="1306425"/>
                  </a:lnTo>
                  <a:lnTo>
                    <a:pt x="4656199" y="1306425"/>
                  </a:lnTo>
                  <a:lnTo>
                    <a:pt x="4656325" y="1306425"/>
                  </a:lnTo>
                  <a:lnTo>
                    <a:pt x="4656452" y="1306425"/>
                  </a:lnTo>
                  <a:lnTo>
                    <a:pt x="4656578" y="1306425"/>
                  </a:lnTo>
                  <a:lnTo>
                    <a:pt x="4656704" y="1306425"/>
                  </a:lnTo>
                  <a:lnTo>
                    <a:pt x="4656830" y="1306425"/>
                  </a:lnTo>
                  <a:lnTo>
                    <a:pt x="4656957" y="1306425"/>
                  </a:lnTo>
                  <a:lnTo>
                    <a:pt x="4657083" y="1306425"/>
                  </a:lnTo>
                  <a:lnTo>
                    <a:pt x="4657209" y="1306425"/>
                  </a:lnTo>
                  <a:lnTo>
                    <a:pt x="4657335" y="1306425"/>
                  </a:lnTo>
                  <a:lnTo>
                    <a:pt x="4657462" y="1306425"/>
                  </a:lnTo>
                  <a:lnTo>
                    <a:pt x="4657588" y="1306425"/>
                  </a:lnTo>
                  <a:lnTo>
                    <a:pt x="4657714" y="1306425"/>
                  </a:lnTo>
                  <a:lnTo>
                    <a:pt x="4657840" y="1306425"/>
                  </a:lnTo>
                  <a:lnTo>
                    <a:pt x="4657967" y="1306425"/>
                  </a:lnTo>
                  <a:lnTo>
                    <a:pt x="4658093" y="1306425"/>
                  </a:lnTo>
                  <a:lnTo>
                    <a:pt x="4658219" y="1306425"/>
                  </a:lnTo>
                  <a:lnTo>
                    <a:pt x="4658345" y="1306425"/>
                  </a:lnTo>
                  <a:lnTo>
                    <a:pt x="4658472" y="1306425"/>
                  </a:lnTo>
                  <a:lnTo>
                    <a:pt x="4658598" y="1306425"/>
                  </a:lnTo>
                  <a:lnTo>
                    <a:pt x="4658724" y="1306425"/>
                  </a:lnTo>
                  <a:lnTo>
                    <a:pt x="4658850" y="1306425"/>
                  </a:lnTo>
                  <a:lnTo>
                    <a:pt x="4658977" y="1306425"/>
                  </a:lnTo>
                  <a:lnTo>
                    <a:pt x="4659103" y="1306425"/>
                  </a:lnTo>
                  <a:lnTo>
                    <a:pt x="4659229" y="1306425"/>
                  </a:lnTo>
                  <a:lnTo>
                    <a:pt x="4659355" y="1306425"/>
                  </a:lnTo>
                  <a:lnTo>
                    <a:pt x="4659482" y="1306425"/>
                  </a:lnTo>
                  <a:lnTo>
                    <a:pt x="4659608" y="1306425"/>
                  </a:lnTo>
                  <a:lnTo>
                    <a:pt x="4659734" y="1306425"/>
                  </a:lnTo>
                  <a:lnTo>
                    <a:pt x="4659861" y="1306425"/>
                  </a:lnTo>
                  <a:lnTo>
                    <a:pt x="4659987" y="1306425"/>
                  </a:lnTo>
                  <a:lnTo>
                    <a:pt x="4660113" y="1306425"/>
                  </a:lnTo>
                  <a:lnTo>
                    <a:pt x="4660239" y="1306425"/>
                  </a:lnTo>
                  <a:lnTo>
                    <a:pt x="4660366" y="1306425"/>
                  </a:lnTo>
                  <a:lnTo>
                    <a:pt x="4660492" y="1306425"/>
                  </a:lnTo>
                  <a:lnTo>
                    <a:pt x="4660618" y="1306425"/>
                  </a:lnTo>
                  <a:lnTo>
                    <a:pt x="4660744" y="1306425"/>
                  </a:lnTo>
                  <a:lnTo>
                    <a:pt x="4660871" y="1306425"/>
                  </a:lnTo>
                  <a:lnTo>
                    <a:pt x="4660997" y="1306425"/>
                  </a:lnTo>
                  <a:lnTo>
                    <a:pt x="4661123" y="1306425"/>
                  </a:lnTo>
                  <a:lnTo>
                    <a:pt x="4661249" y="1306425"/>
                  </a:lnTo>
                  <a:lnTo>
                    <a:pt x="4661376" y="1306425"/>
                  </a:lnTo>
                  <a:lnTo>
                    <a:pt x="4661502" y="1306425"/>
                  </a:lnTo>
                  <a:lnTo>
                    <a:pt x="4661628" y="1306425"/>
                  </a:lnTo>
                  <a:lnTo>
                    <a:pt x="4661754" y="1306425"/>
                  </a:lnTo>
                  <a:lnTo>
                    <a:pt x="4661881" y="1306425"/>
                  </a:lnTo>
                  <a:lnTo>
                    <a:pt x="4662007" y="1306425"/>
                  </a:lnTo>
                  <a:lnTo>
                    <a:pt x="4662133" y="1306425"/>
                  </a:lnTo>
                  <a:lnTo>
                    <a:pt x="4662259" y="1306425"/>
                  </a:lnTo>
                  <a:lnTo>
                    <a:pt x="4662386" y="1306425"/>
                  </a:lnTo>
                  <a:lnTo>
                    <a:pt x="4662512" y="1306425"/>
                  </a:lnTo>
                  <a:lnTo>
                    <a:pt x="4662638" y="1306425"/>
                  </a:lnTo>
                  <a:lnTo>
                    <a:pt x="4662764" y="1306425"/>
                  </a:lnTo>
                  <a:lnTo>
                    <a:pt x="4662891" y="1306425"/>
                  </a:lnTo>
                  <a:lnTo>
                    <a:pt x="4663017" y="1306425"/>
                  </a:lnTo>
                  <a:lnTo>
                    <a:pt x="4663143" y="1306425"/>
                  </a:lnTo>
                  <a:lnTo>
                    <a:pt x="4663269" y="1306425"/>
                  </a:lnTo>
                  <a:lnTo>
                    <a:pt x="4663396" y="1306425"/>
                  </a:lnTo>
                  <a:lnTo>
                    <a:pt x="4663522" y="1306425"/>
                  </a:lnTo>
                  <a:lnTo>
                    <a:pt x="4663648" y="1306425"/>
                  </a:lnTo>
                  <a:lnTo>
                    <a:pt x="4663774" y="1306425"/>
                  </a:lnTo>
                  <a:lnTo>
                    <a:pt x="4663901" y="1306425"/>
                  </a:lnTo>
                  <a:lnTo>
                    <a:pt x="4664027" y="1306425"/>
                  </a:lnTo>
                  <a:lnTo>
                    <a:pt x="4664153" y="1306425"/>
                  </a:lnTo>
                  <a:lnTo>
                    <a:pt x="4664279" y="1306425"/>
                  </a:lnTo>
                  <a:lnTo>
                    <a:pt x="4664406" y="1306425"/>
                  </a:lnTo>
                  <a:lnTo>
                    <a:pt x="4664532" y="1306425"/>
                  </a:lnTo>
                  <a:lnTo>
                    <a:pt x="4664658" y="1306425"/>
                  </a:lnTo>
                  <a:lnTo>
                    <a:pt x="4664784" y="1306425"/>
                  </a:lnTo>
                  <a:lnTo>
                    <a:pt x="4664911" y="1306425"/>
                  </a:lnTo>
                  <a:lnTo>
                    <a:pt x="4665037" y="1306425"/>
                  </a:lnTo>
                  <a:lnTo>
                    <a:pt x="4665163" y="1306425"/>
                  </a:lnTo>
                  <a:lnTo>
                    <a:pt x="4665290" y="1306425"/>
                  </a:lnTo>
                  <a:lnTo>
                    <a:pt x="4665416" y="1306425"/>
                  </a:lnTo>
                  <a:lnTo>
                    <a:pt x="4665542" y="1306425"/>
                  </a:lnTo>
                  <a:lnTo>
                    <a:pt x="4665668" y="1306425"/>
                  </a:lnTo>
                  <a:lnTo>
                    <a:pt x="4665795" y="1306425"/>
                  </a:lnTo>
                  <a:lnTo>
                    <a:pt x="4665921" y="1306425"/>
                  </a:lnTo>
                  <a:lnTo>
                    <a:pt x="4666047" y="1306425"/>
                  </a:lnTo>
                  <a:lnTo>
                    <a:pt x="4666173" y="1306425"/>
                  </a:lnTo>
                  <a:lnTo>
                    <a:pt x="4666300" y="1306425"/>
                  </a:lnTo>
                  <a:lnTo>
                    <a:pt x="4666426" y="1306425"/>
                  </a:lnTo>
                  <a:lnTo>
                    <a:pt x="4666552" y="1306425"/>
                  </a:lnTo>
                  <a:lnTo>
                    <a:pt x="4666678" y="1306425"/>
                  </a:lnTo>
                  <a:lnTo>
                    <a:pt x="4666805" y="1306425"/>
                  </a:lnTo>
                  <a:lnTo>
                    <a:pt x="4666931" y="1306425"/>
                  </a:lnTo>
                  <a:lnTo>
                    <a:pt x="4667057" y="1306425"/>
                  </a:lnTo>
                  <a:lnTo>
                    <a:pt x="4667183" y="1306425"/>
                  </a:lnTo>
                  <a:lnTo>
                    <a:pt x="4667310" y="1306425"/>
                  </a:lnTo>
                  <a:lnTo>
                    <a:pt x="4667436" y="1306425"/>
                  </a:lnTo>
                  <a:lnTo>
                    <a:pt x="4667562" y="1306425"/>
                  </a:lnTo>
                  <a:lnTo>
                    <a:pt x="4667688" y="1306425"/>
                  </a:lnTo>
                  <a:lnTo>
                    <a:pt x="4667688" y="1301514"/>
                  </a:lnTo>
                  <a:lnTo>
                    <a:pt x="4667815" y="1301514"/>
                  </a:lnTo>
                  <a:lnTo>
                    <a:pt x="4667941" y="1301514"/>
                  </a:lnTo>
                  <a:lnTo>
                    <a:pt x="4668067" y="1301514"/>
                  </a:lnTo>
                  <a:lnTo>
                    <a:pt x="4668193" y="1301514"/>
                  </a:lnTo>
                  <a:lnTo>
                    <a:pt x="4668320" y="1301514"/>
                  </a:lnTo>
                  <a:lnTo>
                    <a:pt x="4668446" y="1301514"/>
                  </a:lnTo>
                  <a:lnTo>
                    <a:pt x="4668572" y="1301514"/>
                  </a:lnTo>
                  <a:lnTo>
                    <a:pt x="4668698" y="1301514"/>
                  </a:lnTo>
                  <a:lnTo>
                    <a:pt x="4668825" y="1301514"/>
                  </a:lnTo>
                  <a:lnTo>
                    <a:pt x="4668951" y="1301514"/>
                  </a:lnTo>
                  <a:lnTo>
                    <a:pt x="4669077" y="1301514"/>
                  </a:lnTo>
                  <a:lnTo>
                    <a:pt x="4669203" y="1301514"/>
                  </a:lnTo>
                  <a:lnTo>
                    <a:pt x="4669330" y="1301514"/>
                  </a:lnTo>
                  <a:lnTo>
                    <a:pt x="4669456" y="1301514"/>
                  </a:lnTo>
                  <a:lnTo>
                    <a:pt x="4669582" y="1301514"/>
                  </a:lnTo>
                  <a:lnTo>
                    <a:pt x="4669708" y="1301514"/>
                  </a:lnTo>
                  <a:lnTo>
                    <a:pt x="4669835" y="1301514"/>
                  </a:lnTo>
                  <a:lnTo>
                    <a:pt x="4669961" y="1301514"/>
                  </a:lnTo>
                  <a:lnTo>
                    <a:pt x="4670087" y="1301514"/>
                  </a:lnTo>
                  <a:lnTo>
                    <a:pt x="4670214" y="1301514"/>
                  </a:lnTo>
                  <a:lnTo>
                    <a:pt x="4670340" y="1301514"/>
                  </a:lnTo>
                  <a:lnTo>
                    <a:pt x="4670466" y="1301514"/>
                  </a:lnTo>
                  <a:lnTo>
                    <a:pt x="4670592" y="1301514"/>
                  </a:lnTo>
                  <a:lnTo>
                    <a:pt x="4670719" y="1301514"/>
                  </a:lnTo>
                  <a:lnTo>
                    <a:pt x="4670845" y="1301514"/>
                  </a:lnTo>
                  <a:lnTo>
                    <a:pt x="4670971" y="1301514"/>
                  </a:lnTo>
                  <a:lnTo>
                    <a:pt x="4671097" y="1301514"/>
                  </a:lnTo>
                  <a:lnTo>
                    <a:pt x="4671224" y="1301514"/>
                  </a:lnTo>
                  <a:lnTo>
                    <a:pt x="4671350" y="1301514"/>
                  </a:lnTo>
                  <a:lnTo>
                    <a:pt x="4671476" y="1301514"/>
                  </a:lnTo>
                  <a:lnTo>
                    <a:pt x="4671602" y="1301514"/>
                  </a:lnTo>
                  <a:lnTo>
                    <a:pt x="4671729" y="1301514"/>
                  </a:lnTo>
                  <a:lnTo>
                    <a:pt x="4671855" y="1301514"/>
                  </a:lnTo>
                  <a:lnTo>
                    <a:pt x="4671981" y="1301514"/>
                  </a:lnTo>
                  <a:lnTo>
                    <a:pt x="4672107" y="1301514"/>
                  </a:lnTo>
                  <a:lnTo>
                    <a:pt x="4672234" y="1301514"/>
                  </a:lnTo>
                  <a:lnTo>
                    <a:pt x="4672360" y="1301514"/>
                  </a:lnTo>
                  <a:lnTo>
                    <a:pt x="4672486" y="1301514"/>
                  </a:lnTo>
                  <a:lnTo>
                    <a:pt x="4672612" y="1301514"/>
                  </a:lnTo>
                  <a:lnTo>
                    <a:pt x="4672739" y="1301514"/>
                  </a:lnTo>
                  <a:lnTo>
                    <a:pt x="4672865" y="1301514"/>
                  </a:lnTo>
                  <a:lnTo>
                    <a:pt x="4672991" y="1301514"/>
                  </a:lnTo>
                  <a:lnTo>
                    <a:pt x="4673117" y="1301514"/>
                  </a:lnTo>
                  <a:lnTo>
                    <a:pt x="4673244" y="1301514"/>
                  </a:lnTo>
                  <a:lnTo>
                    <a:pt x="4673370" y="1301514"/>
                  </a:lnTo>
                  <a:lnTo>
                    <a:pt x="4673496" y="1301514"/>
                  </a:lnTo>
                  <a:lnTo>
                    <a:pt x="4673622" y="1301514"/>
                  </a:lnTo>
                  <a:lnTo>
                    <a:pt x="4673749" y="1301514"/>
                  </a:lnTo>
                  <a:lnTo>
                    <a:pt x="4673875" y="1301514"/>
                  </a:lnTo>
                  <a:lnTo>
                    <a:pt x="4674001" y="1301514"/>
                  </a:lnTo>
                  <a:lnTo>
                    <a:pt x="4674127" y="1301514"/>
                  </a:lnTo>
                  <a:lnTo>
                    <a:pt x="4674254" y="1301514"/>
                  </a:lnTo>
                  <a:lnTo>
                    <a:pt x="4674254" y="1296602"/>
                  </a:lnTo>
                  <a:lnTo>
                    <a:pt x="4674380" y="1296602"/>
                  </a:lnTo>
                  <a:lnTo>
                    <a:pt x="4674506" y="1296602"/>
                  </a:lnTo>
                  <a:lnTo>
                    <a:pt x="4674632" y="1296602"/>
                  </a:lnTo>
                  <a:lnTo>
                    <a:pt x="4674759" y="1296602"/>
                  </a:lnTo>
                  <a:lnTo>
                    <a:pt x="4674885" y="1296602"/>
                  </a:lnTo>
                  <a:lnTo>
                    <a:pt x="4675011" y="1296602"/>
                  </a:lnTo>
                  <a:lnTo>
                    <a:pt x="4675137" y="1296602"/>
                  </a:lnTo>
                  <a:lnTo>
                    <a:pt x="4675264" y="1296602"/>
                  </a:lnTo>
                  <a:lnTo>
                    <a:pt x="4675390" y="1296602"/>
                  </a:lnTo>
                  <a:lnTo>
                    <a:pt x="4675516" y="1296602"/>
                  </a:lnTo>
                  <a:lnTo>
                    <a:pt x="4675643" y="1296602"/>
                  </a:lnTo>
                  <a:lnTo>
                    <a:pt x="4675769" y="1296602"/>
                  </a:lnTo>
                  <a:lnTo>
                    <a:pt x="4675895" y="1296602"/>
                  </a:lnTo>
                  <a:lnTo>
                    <a:pt x="4676021" y="1296602"/>
                  </a:lnTo>
                  <a:lnTo>
                    <a:pt x="4676148" y="1296602"/>
                  </a:lnTo>
                  <a:lnTo>
                    <a:pt x="4676274" y="1296602"/>
                  </a:lnTo>
                  <a:lnTo>
                    <a:pt x="4676400" y="1296602"/>
                  </a:lnTo>
                  <a:lnTo>
                    <a:pt x="4676526" y="1296602"/>
                  </a:lnTo>
                  <a:lnTo>
                    <a:pt x="4676653" y="1296602"/>
                  </a:lnTo>
                  <a:lnTo>
                    <a:pt x="4676779" y="1296602"/>
                  </a:lnTo>
                  <a:lnTo>
                    <a:pt x="4676905" y="1296602"/>
                  </a:lnTo>
                  <a:lnTo>
                    <a:pt x="4677031" y="1296602"/>
                  </a:lnTo>
                  <a:lnTo>
                    <a:pt x="4677158" y="1296602"/>
                  </a:lnTo>
                  <a:lnTo>
                    <a:pt x="4677284" y="1296602"/>
                  </a:lnTo>
                  <a:lnTo>
                    <a:pt x="4677410" y="1296602"/>
                  </a:lnTo>
                  <a:lnTo>
                    <a:pt x="4677536" y="1296602"/>
                  </a:lnTo>
                  <a:lnTo>
                    <a:pt x="4677663" y="1296602"/>
                  </a:lnTo>
                  <a:lnTo>
                    <a:pt x="4677789" y="1296602"/>
                  </a:lnTo>
                  <a:lnTo>
                    <a:pt x="4677915" y="1296602"/>
                  </a:lnTo>
                  <a:lnTo>
                    <a:pt x="4678041" y="1296602"/>
                  </a:lnTo>
                  <a:lnTo>
                    <a:pt x="4678168" y="1296602"/>
                  </a:lnTo>
                  <a:lnTo>
                    <a:pt x="4678294" y="1296602"/>
                  </a:lnTo>
                  <a:lnTo>
                    <a:pt x="4678420" y="1296602"/>
                  </a:lnTo>
                  <a:lnTo>
                    <a:pt x="4678546" y="1296602"/>
                  </a:lnTo>
                  <a:lnTo>
                    <a:pt x="4678673" y="1296602"/>
                  </a:lnTo>
                  <a:lnTo>
                    <a:pt x="4678799" y="1296602"/>
                  </a:lnTo>
                  <a:lnTo>
                    <a:pt x="4678925" y="1296602"/>
                  </a:lnTo>
                  <a:lnTo>
                    <a:pt x="4679051" y="1296602"/>
                  </a:lnTo>
                  <a:lnTo>
                    <a:pt x="4679178" y="1296602"/>
                  </a:lnTo>
                  <a:lnTo>
                    <a:pt x="4679304" y="1296602"/>
                  </a:lnTo>
                  <a:lnTo>
                    <a:pt x="4679430" y="1296602"/>
                  </a:lnTo>
                  <a:lnTo>
                    <a:pt x="4679556" y="1296602"/>
                  </a:lnTo>
                  <a:lnTo>
                    <a:pt x="4679683" y="1296602"/>
                  </a:lnTo>
                  <a:lnTo>
                    <a:pt x="4679809" y="1296602"/>
                  </a:lnTo>
                  <a:lnTo>
                    <a:pt x="4679935" y="1296602"/>
                  </a:lnTo>
                  <a:lnTo>
                    <a:pt x="4680061" y="1296602"/>
                  </a:lnTo>
                  <a:lnTo>
                    <a:pt x="4680188" y="1296602"/>
                  </a:lnTo>
                  <a:lnTo>
                    <a:pt x="4680314" y="1296602"/>
                  </a:lnTo>
                  <a:lnTo>
                    <a:pt x="4680440" y="1296602"/>
                  </a:lnTo>
                  <a:lnTo>
                    <a:pt x="4680567" y="1296602"/>
                  </a:lnTo>
                  <a:lnTo>
                    <a:pt x="4680693" y="1296602"/>
                  </a:lnTo>
                  <a:lnTo>
                    <a:pt x="4680819" y="1296602"/>
                  </a:lnTo>
                  <a:lnTo>
                    <a:pt x="4680945" y="1296602"/>
                  </a:lnTo>
                  <a:lnTo>
                    <a:pt x="4681072" y="1296602"/>
                  </a:lnTo>
                  <a:lnTo>
                    <a:pt x="4681198" y="1296602"/>
                  </a:lnTo>
                  <a:lnTo>
                    <a:pt x="4681324" y="1296602"/>
                  </a:lnTo>
                  <a:lnTo>
                    <a:pt x="4681450" y="1296602"/>
                  </a:lnTo>
                  <a:lnTo>
                    <a:pt x="4681577" y="1296602"/>
                  </a:lnTo>
                  <a:lnTo>
                    <a:pt x="4681703" y="1296602"/>
                  </a:lnTo>
                  <a:lnTo>
                    <a:pt x="4681829" y="1296602"/>
                  </a:lnTo>
                  <a:lnTo>
                    <a:pt x="4681955" y="1296602"/>
                  </a:lnTo>
                  <a:lnTo>
                    <a:pt x="4682082" y="1296602"/>
                  </a:lnTo>
                  <a:lnTo>
                    <a:pt x="4682208" y="1296602"/>
                  </a:lnTo>
                  <a:lnTo>
                    <a:pt x="4682334" y="1296602"/>
                  </a:lnTo>
                  <a:lnTo>
                    <a:pt x="4682460" y="1296602"/>
                  </a:lnTo>
                  <a:lnTo>
                    <a:pt x="4682587" y="1296602"/>
                  </a:lnTo>
                  <a:lnTo>
                    <a:pt x="4682713" y="1296602"/>
                  </a:lnTo>
                  <a:lnTo>
                    <a:pt x="4682839" y="1296602"/>
                  </a:lnTo>
                  <a:lnTo>
                    <a:pt x="4682965" y="1296602"/>
                  </a:lnTo>
                  <a:lnTo>
                    <a:pt x="4683092" y="1296602"/>
                  </a:lnTo>
                  <a:lnTo>
                    <a:pt x="4683092" y="1291691"/>
                  </a:lnTo>
                  <a:lnTo>
                    <a:pt x="4683218" y="1291691"/>
                  </a:lnTo>
                  <a:lnTo>
                    <a:pt x="4683344" y="1291691"/>
                  </a:lnTo>
                  <a:lnTo>
                    <a:pt x="4683470" y="1291691"/>
                  </a:lnTo>
                  <a:lnTo>
                    <a:pt x="4683597" y="1291691"/>
                  </a:lnTo>
                  <a:lnTo>
                    <a:pt x="4683723" y="1291691"/>
                  </a:lnTo>
                  <a:lnTo>
                    <a:pt x="4683849" y="1291691"/>
                  </a:lnTo>
                  <a:lnTo>
                    <a:pt x="4683975" y="1291691"/>
                  </a:lnTo>
                  <a:lnTo>
                    <a:pt x="4684102" y="1291691"/>
                  </a:lnTo>
                  <a:lnTo>
                    <a:pt x="4684228" y="1291691"/>
                  </a:lnTo>
                  <a:lnTo>
                    <a:pt x="4684354" y="1291691"/>
                  </a:lnTo>
                  <a:lnTo>
                    <a:pt x="4684480" y="1291691"/>
                  </a:lnTo>
                  <a:lnTo>
                    <a:pt x="4684607" y="1291691"/>
                  </a:lnTo>
                  <a:lnTo>
                    <a:pt x="4684733" y="1291691"/>
                  </a:lnTo>
                  <a:lnTo>
                    <a:pt x="4684859" y="1291691"/>
                  </a:lnTo>
                  <a:lnTo>
                    <a:pt x="4684985" y="1291691"/>
                  </a:lnTo>
                  <a:lnTo>
                    <a:pt x="4685112" y="1291691"/>
                  </a:lnTo>
                  <a:lnTo>
                    <a:pt x="4685112" y="1286780"/>
                  </a:lnTo>
                  <a:lnTo>
                    <a:pt x="4685238" y="1286780"/>
                  </a:lnTo>
                  <a:lnTo>
                    <a:pt x="4685364" y="1286780"/>
                  </a:lnTo>
                  <a:lnTo>
                    <a:pt x="4685490" y="1286780"/>
                  </a:lnTo>
                  <a:lnTo>
                    <a:pt x="4685617" y="1286780"/>
                  </a:lnTo>
                  <a:lnTo>
                    <a:pt x="4685743" y="1286780"/>
                  </a:lnTo>
                  <a:lnTo>
                    <a:pt x="4685869" y="1286780"/>
                  </a:lnTo>
                  <a:lnTo>
                    <a:pt x="4685996" y="1286780"/>
                  </a:lnTo>
                  <a:lnTo>
                    <a:pt x="4686122" y="1286780"/>
                  </a:lnTo>
                  <a:lnTo>
                    <a:pt x="4686248" y="1286780"/>
                  </a:lnTo>
                  <a:lnTo>
                    <a:pt x="4686374" y="1286780"/>
                  </a:lnTo>
                  <a:lnTo>
                    <a:pt x="4686501" y="1286780"/>
                  </a:lnTo>
                  <a:lnTo>
                    <a:pt x="4686627" y="1286780"/>
                  </a:lnTo>
                  <a:lnTo>
                    <a:pt x="4686753" y="1286780"/>
                  </a:lnTo>
                  <a:lnTo>
                    <a:pt x="4686879" y="1286780"/>
                  </a:lnTo>
                  <a:lnTo>
                    <a:pt x="4687006" y="1286780"/>
                  </a:lnTo>
                  <a:lnTo>
                    <a:pt x="4687132" y="1286780"/>
                  </a:lnTo>
                  <a:lnTo>
                    <a:pt x="4687258" y="1286780"/>
                  </a:lnTo>
                  <a:lnTo>
                    <a:pt x="4687384" y="1286780"/>
                  </a:lnTo>
                  <a:lnTo>
                    <a:pt x="4687511" y="1286780"/>
                  </a:lnTo>
                  <a:lnTo>
                    <a:pt x="4687637" y="1286780"/>
                  </a:lnTo>
                  <a:lnTo>
                    <a:pt x="4687763" y="1286780"/>
                  </a:lnTo>
                  <a:lnTo>
                    <a:pt x="4687889" y="1286780"/>
                  </a:lnTo>
                  <a:lnTo>
                    <a:pt x="4688016" y="1286780"/>
                  </a:lnTo>
                  <a:lnTo>
                    <a:pt x="4688142" y="1286780"/>
                  </a:lnTo>
                  <a:lnTo>
                    <a:pt x="4688268" y="1286780"/>
                  </a:lnTo>
                  <a:lnTo>
                    <a:pt x="4688394" y="1286780"/>
                  </a:lnTo>
                  <a:lnTo>
                    <a:pt x="4688521" y="1286780"/>
                  </a:lnTo>
                  <a:lnTo>
                    <a:pt x="4688647" y="1286780"/>
                  </a:lnTo>
                  <a:lnTo>
                    <a:pt x="4688773" y="1286780"/>
                  </a:lnTo>
                  <a:lnTo>
                    <a:pt x="4688899" y="1286780"/>
                  </a:lnTo>
                  <a:lnTo>
                    <a:pt x="4688899" y="1281868"/>
                  </a:lnTo>
                  <a:lnTo>
                    <a:pt x="4689026" y="1281868"/>
                  </a:lnTo>
                  <a:lnTo>
                    <a:pt x="4689152" y="1281868"/>
                  </a:lnTo>
                  <a:lnTo>
                    <a:pt x="4689278" y="1281868"/>
                  </a:lnTo>
                  <a:lnTo>
                    <a:pt x="4689404" y="1281868"/>
                  </a:lnTo>
                  <a:lnTo>
                    <a:pt x="4689531" y="1281868"/>
                  </a:lnTo>
                  <a:lnTo>
                    <a:pt x="4689657" y="1281868"/>
                  </a:lnTo>
                  <a:lnTo>
                    <a:pt x="4689783" y="1281868"/>
                  </a:lnTo>
                  <a:lnTo>
                    <a:pt x="4689909" y="1281868"/>
                  </a:lnTo>
                  <a:lnTo>
                    <a:pt x="4690036" y="1281868"/>
                  </a:lnTo>
                  <a:lnTo>
                    <a:pt x="4690162" y="1281868"/>
                  </a:lnTo>
                  <a:lnTo>
                    <a:pt x="4690288" y="1281868"/>
                  </a:lnTo>
                  <a:lnTo>
                    <a:pt x="4690414" y="1281868"/>
                  </a:lnTo>
                  <a:lnTo>
                    <a:pt x="4690541" y="1281868"/>
                  </a:lnTo>
                  <a:lnTo>
                    <a:pt x="4690667" y="1281868"/>
                  </a:lnTo>
                  <a:lnTo>
                    <a:pt x="4690793" y="1281868"/>
                  </a:lnTo>
                  <a:lnTo>
                    <a:pt x="4690920" y="1281868"/>
                  </a:lnTo>
                  <a:lnTo>
                    <a:pt x="4691046" y="1281868"/>
                  </a:lnTo>
                  <a:lnTo>
                    <a:pt x="4691172" y="1281868"/>
                  </a:lnTo>
                  <a:lnTo>
                    <a:pt x="4691298" y="1281868"/>
                  </a:lnTo>
                  <a:lnTo>
                    <a:pt x="4691425" y="1281868"/>
                  </a:lnTo>
                  <a:lnTo>
                    <a:pt x="4691551" y="1281868"/>
                  </a:lnTo>
                  <a:lnTo>
                    <a:pt x="4691677" y="1281868"/>
                  </a:lnTo>
                  <a:lnTo>
                    <a:pt x="4691803" y="1281868"/>
                  </a:lnTo>
                  <a:lnTo>
                    <a:pt x="4691930" y="1281868"/>
                  </a:lnTo>
                  <a:lnTo>
                    <a:pt x="4692056" y="1281868"/>
                  </a:lnTo>
                  <a:lnTo>
                    <a:pt x="4692182" y="1281868"/>
                  </a:lnTo>
                  <a:lnTo>
                    <a:pt x="4692308" y="1281868"/>
                  </a:lnTo>
                  <a:lnTo>
                    <a:pt x="4692435" y="1281868"/>
                  </a:lnTo>
                  <a:lnTo>
                    <a:pt x="4692561" y="1281868"/>
                  </a:lnTo>
                  <a:lnTo>
                    <a:pt x="4692687" y="1281868"/>
                  </a:lnTo>
                  <a:lnTo>
                    <a:pt x="4692813" y="1281868"/>
                  </a:lnTo>
                  <a:lnTo>
                    <a:pt x="4692940" y="1281868"/>
                  </a:lnTo>
                  <a:lnTo>
                    <a:pt x="4693066" y="1281868"/>
                  </a:lnTo>
                  <a:lnTo>
                    <a:pt x="4693192" y="1281868"/>
                  </a:lnTo>
                  <a:lnTo>
                    <a:pt x="4693318" y="1281868"/>
                  </a:lnTo>
                  <a:lnTo>
                    <a:pt x="4693445" y="1281868"/>
                  </a:lnTo>
                  <a:lnTo>
                    <a:pt x="4693571" y="1281868"/>
                  </a:lnTo>
                  <a:lnTo>
                    <a:pt x="4693697" y="1281868"/>
                  </a:lnTo>
                  <a:lnTo>
                    <a:pt x="4693823" y="1281868"/>
                  </a:lnTo>
                  <a:lnTo>
                    <a:pt x="4693950" y="1281868"/>
                  </a:lnTo>
                  <a:lnTo>
                    <a:pt x="4694076" y="1281868"/>
                  </a:lnTo>
                  <a:lnTo>
                    <a:pt x="4694202" y="1281868"/>
                  </a:lnTo>
                  <a:lnTo>
                    <a:pt x="4694328" y="1281868"/>
                  </a:lnTo>
                  <a:lnTo>
                    <a:pt x="4694455" y="1281868"/>
                  </a:lnTo>
                  <a:lnTo>
                    <a:pt x="4694581" y="1281868"/>
                  </a:lnTo>
                  <a:lnTo>
                    <a:pt x="4694707" y="1281868"/>
                  </a:lnTo>
                  <a:lnTo>
                    <a:pt x="4694833" y="1281868"/>
                  </a:lnTo>
                  <a:lnTo>
                    <a:pt x="4694960" y="1281868"/>
                  </a:lnTo>
                  <a:lnTo>
                    <a:pt x="4695086" y="1281868"/>
                  </a:lnTo>
                  <a:lnTo>
                    <a:pt x="4695212" y="1281868"/>
                  </a:lnTo>
                  <a:lnTo>
                    <a:pt x="4695338" y="1281868"/>
                  </a:lnTo>
                  <a:lnTo>
                    <a:pt x="4695465" y="1281868"/>
                  </a:lnTo>
                  <a:lnTo>
                    <a:pt x="4695591" y="1281868"/>
                  </a:lnTo>
                  <a:lnTo>
                    <a:pt x="4695591" y="1276957"/>
                  </a:lnTo>
                  <a:lnTo>
                    <a:pt x="4695717" y="1276957"/>
                  </a:lnTo>
                  <a:lnTo>
                    <a:pt x="4695844" y="1276957"/>
                  </a:lnTo>
                  <a:lnTo>
                    <a:pt x="4695970" y="1276957"/>
                  </a:lnTo>
                  <a:lnTo>
                    <a:pt x="4695970" y="1272046"/>
                  </a:lnTo>
                  <a:lnTo>
                    <a:pt x="4696096" y="1272046"/>
                  </a:lnTo>
                  <a:lnTo>
                    <a:pt x="4696222" y="1272046"/>
                  </a:lnTo>
                  <a:lnTo>
                    <a:pt x="4696349" y="1272046"/>
                  </a:lnTo>
                  <a:lnTo>
                    <a:pt x="4696475" y="1272046"/>
                  </a:lnTo>
                  <a:lnTo>
                    <a:pt x="4696601" y="1272046"/>
                  </a:lnTo>
                  <a:lnTo>
                    <a:pt x="4696727" y="1272046"/>
                  </a:lnTo>
                  <a:lnTo>
                    <a:pt x="4696854" y="1272046"/>
                  </a:lnTo>
                  <a:lnTo>
                    <a:pt x="4696980" y="1272046"/>
                  </a:lnTo>
                  <a:lnTo>
                    <a:pt x="4697106" y="1272046"/>
                  </a:lnTo>
                  <a:lnTo>
                    <a:pt x="4697232" y="1272046"/>
                  </a:lnTo>
                  <a:lnTo>
                    <a:pt x="4697359" y="1272046"/>
                  </a:lnTo>
                  <a:lnTo>
                    <a:pt x="4697485" y="1272046"/>
                  </a:lnTo>
                  <a:lnTo>
                    <a:pt x="4697611" y="1272046"/>
                  </a:lnTo>
                  <a:lnTo>
                    <a:pt x="4697737" y="1272046"/>
                  </a:lnTo>
                  <a:lnTo>
                    <a:pt x="4697864" y="1272046"/>
                  </a:lnTo>
                  <a:lnTo>
                    <a:pt x="4697990" y="1272046"/>
                  </a:lnTo>
                  <a:lnTo>
                    <a:pt x="4698116" y="1272046"/>
                  </a:lnTo>
                  <a:lnTo>
                    <a:pt x="4698242" y="1272046"/>
                  </a:lnTo>
                  <a:lnTo>
                    <a:pt x="4698369" y="1272046"/>
                  </a:lnTo>
                  <a:lnTo>
                    <a:pt x="4698495" y="1272046"/>
                  </a:lnTo>
                  <a:lnTo>
                    <a:pt x="4698621" y="1272046"/>
                  </a:lnTo>
                  <a:lnTo>
                    <a:pt x="4698747" y="1272046"/>
                  </a:lnTo>
                  <a:lnTo>
                    <a:pt x="4698874" y="1272046"/>
                  </a:lnTo>
                  <a:lnTo>
                    <a:pt x="4699000" y="1272046"/>
                  </a:lnTo>
                  <a:lnTo>
                    <a:pt x="4699126" y="1272046"/>
                  </a:lnTo>
                  <a:lnTo>
                    <a:pt x="4699252" y="1272046"/>
                  </a:lnTo>
                  <a:lnTo>
                    <a:pt x="4699379" y="1272046"/>
                  </a:lnTo>
                  <a:lnTo>
                    <a:pt x="4699505" y="1272046"/>
                  </a:lnTo>
                  <a:lnTo>
                    <a:pt x="4699631" y="1272046"/>
                  </a:lnTo>
                  <a:lnTo>
                    <a:pt x="4699757" y="1272046"/>
                  </a:lnTo>
                  <a:lnTo>
                    <a:pt x="4699884" y="1272046"/>
                  </a:lnTo>
                  <a:lnTo>
                    <a:pt x="4700010" y="1272046"/>
                  </a:lnTo>
                  <a:lnTo>
                    <a:pt x="4700136" y="1272046"/>
                  </a:lnTo>
                  <a:lnTo>
                    <a:pt x="4700262" y="1272046"/>
                  </a:lnTo>
                  <a:lnTo>
                    <a:pt x="4700389" y="1272046"/>
                  </a:lnTo>
                  <a:lnTo>
                    <a:pt x="4700515" y="1272046"/>
                  </a:lnTo>
                  <a:lnTo>
                    <a:pt x="4700641" y="1272046"/>
                  </a:lnTo>
                  <a:lnTo>
                    <a:pt x="4700767" y="1272046"/>
                  </a:lnTo>
                  <a:lnTo>
                    <a:pt x="4700894" y="1272046"/>
                  </a:lnTo>
                  <a:lnTo>
                    <a:pt x="4701020" y="1272046"/>
                  </a:lnTo>
                  <a:lnTo>
                    <a:pt x="4701146" y="1272046"/>
                  </a:lnTo>
                  <a:lnTo>
                    <a:pt x="4701273" y="1272046"/>
                  </a:lnTo>
                  <a:lnTo>
                    <a:pt x="4701399" y="1272046"/>
                  </a:lnTo>
                  <a:lnTo>
                    <a:pt x="4701525" y="1272046"/>
                  </a:lnTo>
                  <a:lnTo>
                    <a:pt x="4701651" y="1272046"/>
                  </a:lnTo>
                  <a:lnTo>
                    <a:pt x="4701778" y="1272046"/>
                  </a:lnTo>
                  <a:lnTo>
                    <a:pt x="4701904" y="1272046"/>
                  </a:lnTo>
                  <a:lnTo>
                    <a:pt x="4702030" y="1272046"/>
                  </a:lnTo>
                  <a:lnTo>
                    <a:pt x="4702156" y="1272046"/>
                  </a:lnTo>
                  <a:lnTo>
                    <a:pt x="4702283" y="1272046"/>
                  </a:lnTo>
                  <a:lnTo>
                    <a:pt x="4702409" y="1272046"/>
                  </a:lnTo>
                  <a:lnTo>
                    <a:pt x="4702535" y="1272046"/>
                  </a:lnTo>
                  <a:lnTo>
                    <a:pt x="4702661" y="1272046"/>
                  </a:lnTo>
                  <a:lnTo>
                    <a:pt x="4702788" y="1272046"/>
                  </a:lnTo>
                  <a:lnTo>
                    <a:pt x="4702914" y="1272046"/>
                  </a:lnTo>
                  <a:lnTo>
                    <a:pt x="4703040" y="1272046"/>
                  </a:lnTo>
                  <a:lnTo>
                    <a:pt x="4703166" y="1272046"/>
                  </a:lnTo>
                  <a:lnTo>
                    <a:pt x="4703293" y="1272046"/>
                  </a:lnTo>
                  <a:lnTo>
                    <a:pt x="4703419" y="1272046"/>
                  </a:lnTo>
                  <a:lnTo>
                    <a:pt x="4703545" y="1272046"/>
                  </a:lnTo>
                  <a:lnTo>
                    <a:pt x="4703671" y="1272046"/>
                  </a:lnTo>
                  <a:lnTo>
                    <a:pt x="4703798" y="1272046"/>
                  </a:lnTo>
                  <a:lnTo>
                    <a:pt x="4703924" y="1272046"/>
                  </a:lnTo>
                  <a:lnTo>
                    <a:pt x="4704050" y="1272046"/>
                  </a:lnTo>
                  <a:lnTo>
                    <a:pt x="4704176" y="1272046"/>
                  </a:lnTo>
                  <a:lnTo>
                    <a:pt x="4704303" y="1272046"/>
                  </a:lnTo>
                  <a:lnTo>
                    <a:pt x="4704429" y="1272046"/>
                  </a:lnTo>
                  <a:lnTo>
                    <a:pt x="4704555" y="1272046"/>
                  </a:lnTo>
                  <a:lnTo>
                    <a:pt x="4704681" y="1272046"/>
                  </a:lnTo>
                  <a:lnTo>
                    <a:pt x="4704808" y="1272046"/>
                  </a:lnTo>
                  <a:lnTo>
                    <a:pt x="4704934" y="1272046"/>
                  </a:lnTo>
                  <a:lnTo>
                    <a:pt x="4705060" y="1272046"/>
                  </a:lnTo>
                  <a:lnTo>
                    <a:pt x="4705186" y="1272046"/>
                  </a:lnTo>
                  <a:lnTo>
                    <a:pt x="4705313" y="1272046"/>
                  </a:lnTo>
                  <a:lnTo>
                    <a:pt x="4705439" y="1272046"/>
                  </a:lnTo>
                  <a:lnTo>
                    <a:pt x="4705565" y="1272046"/>
                  </a:lnTo>
                  <a:lnTo>
                    <a:pt x="4705691" y="1272046"/>
                  </a:lnTo>
                  <a:lnTo>
                    <a:pt x="4705818" y="1272046"/>
                  </a:lnTo>
                  <a:lnTo>
                    <a:pt x="4705944" y="1272046"/>
                  </a:lnTo>
                  <a:lnTo>
                    <a:pt x="4706070" y="1272046"/>
                  </a:lnTo>
                  <a:lnTo>
                    <a:pt x="4706197" y="1272046"/>
                  </a:lnTo>
                  <a:lnTo>
                    <a:pt x="4706323" y="1272046"/>
                  </a:lnTo>
                  <a:lnTo>
                    <a:pt x="4706449" y="1272046"/>
                  </a:lnTo>
                  <a:lnTo>
                    <a:pt x="4706575" y="1272046"/>
                  </a:lnTo>
                  <a:lnTo>
                    <a:pt x="4706702" y="1272046"/>
                  </a:lnTo>
                  <a:lnTo>
                    <a:pt x="4706828" y="1272046"/>
                  </a:lnTo>
                  <a:lnTo>
                    <a:pt x="4706954" y="1272046"/>
                  </a:lnTo>
                  <a:lnTo>
                    <a:pt x="4707080" y="1272046"/>
                  </a:lnTo>
                  <a:lnTo>
                    <a:pt x="4707207" y="1272046"/>
                  </a:lnTo>
                  <a:lnTo>
                    <a:pt x="4707333" y="1272046"/>
                  </a:lnTo>
                  <a:lnTo>
                    <a:pt x="4707459" y="1272046"/>
                  </a:lnTo>
                  <a:lnTo>
                    <a:pt x="4707585" y="1272046"/>
                  </a:lnTo>
                  <a:lnTo>
                    <a:pt x="4707712" y="1272046"/>
                  </a:lnTo>
                  <a:lnTo>
                    <a:pt x="4707838" y="1272046"/>
                  </a:lnTo>
                  <a:lnTo>
                    <a:pt x="4707964" y="1272046"/>
                  </a:lnTo>
                  <a:lnTo>
                    <a:pt x="4708090" y="1272046"/>
                  </a:lnTo>
                  <a:lnTo>
                    <a:pt x="4708217" y="1272046"/>
                  </a:lnTo>
                  <a:lnTo>
                    <a:pt x="4708343" y="1272046"/>
                  </a:lnTo>
                  <a:lnTo>
                    <a:pt x="4708343" y="1267134"/>
                  </a:lnTo>
                  <a:lnTo>
                    <a:pt x="4708469" y="1267134"/>
                  </a:lnTo>
                  <a:lnTo>
                    <a:pt x="4708595" y="1267134"/>
                  </a:lnTo>
                  <a:lnTo>
                    <a:pt x="4708722" y="1267134"/>
                  </a:lnTo>
                  <a:lnTo>
                    <a:pt x="4708848" y="1267134"/>
                  </a:lnTo>
                  <a:lnTo>
                    <a:pt x="4708974" y="1267134"/>
                  </a:lnTo>
                  <a:lnTo>
                    <a:pt x="4709100" y="1267134"/>
                  </a:lnTo>
                  <a:lnTo>
                    <a:pt x="4709227" y="1267134"/>
                  </a:lnTo>
                  <a:lnTo>
                    <a:pt x="4709353" y="1267134"/>
                  </a:lnTo>
                  <a:lnTo>
                    <a:pt x="4709479" y="1267134"/>
                  </a:lnTo>
                  <a:lnTo>
                    <a:pt x="4709479" y="1262223"/>
                  </a:lnTo>
                  <a:lnTo>
                    <a:pt x="4709605" y="1262223"/>
                  </a:lnTo>
                  <a:lnTo>
                    <a:pt x="4709732" y="1262223"/>
                  </a:lnTo>
                  <a:lnTo>
                    <a:pt x="4709858" y="1262223"/>
                  </a:lnTo>
                  <a:lnTo>
                    <a:pt x="4709984" y="1262223"/>
                  </a:lnTo>
                  <a:lnTo>
                    <a:pt x="4710110" y="1262223"/>
                  </a:lnTo>
                  <a:lnTo>
                    <a:pt x="4710237" y="1262223"/>
                  </a:lnTo>
                  <a:lnTo>
                    <a:pt x="4710363" y="1262223"/>
                  </a:lnTo>
                  <a:lnTo>
                    <a:pt x="4710489" y="1262223"/>
                  </a:lnTo>
                  <a:lnTo>
                    <a:pt x="4710615" y="1262223"/>
                  </a:lnTo>
                  <a:lnTo>
                    <a:pt x="4710742" y="1262223"/>
                  </a:lnTo>
                  <a:lnTo>
                    <a:pt x="4710868" y="1262223"/>
                  </a:lnTo>
                  <a:lnTo>
                    <a:pt x="4710994" y="1262223"/>
                  </a:lnTo>
                  <a:lnTo>
                    <a:pt x="4711120" y="1262223"/>
                  </a:lnTo>
                  <a:lnTo>
                    <a:pt x="4711247" y="1262223"/>
                  </a:lnTo>
                  <a:lnTo>
                    <a:pt x="4711373" y="1262223"/>
                  </a:lnTo>
                  <a:lnTo>
                    <a:pt x="4711499" y="1262223"/>
                  </a:lnTo>
                  <a:lnTo>
                    <a:pt x="4711626" y="1262223"/>
                  </a:lnTo>
                  <a:lnTo>
                    <a:pt x="4711752" y="1262223"/>
                  </a:lnTo>
                  <a:lnTo>
                    <a:pt x="4711878" y="1262223"/>
                  </a:lnTo>
                  <a:lnTo>
                    <a:pt x="4712004" y="1262223"/>
                  </a:lnTo>
                  <a:lnTo>
                    <a:pt x="4712131" y="1262223"/>
                  </a:lnTo>
                  <a:lnTo>
                    <a:pt x="4712257" y="1262223"/>
                  </a:lnTo>
                  <a:lnTo>
                    <a:pt x="4712383" y="1262223"/>
                  </a:lnTo>
                  <a:lnTo>
                    <a:pt x="4712509" y="1262223"/>
                  </a:lnTo>
                  <a:lnTo>
                    <a:pt x="4712636" y="1262223"/>
                  </a:lnTo>
                  <a:lnTo>
                    <a:pt x="4712762" y="1262223"/>
                  </a:lnTo>
                  <a:lnTo>
                    <a:pt x="4712888" y="1262223"/>
                  </a:lnTo>
                  <a:lnTo>
                    <a:pt x="4713014" y="1262223"/>
                  </a:lnTo>
                  <a:lnTo>
                    <a:pt x="4713141" y="1262223"/>
                  </a:lnTo>
                  <a:lnTo>
                    <a:pt x="4713267" y="1262223"/>
                  </a:lnTo>
                  <a:lnTo>
                    <a:pt x="4713393" y="1262223"/>
                  </a:lnTo>
                  <a:lnTo>
                    <a:pt x="4713519" y="1262223"/>
                  </a:lnTo>
                  <a:lnTo>
                    <a:pt x="4713646" y="1262223"/>
                  </a:lnTo>
                  <a:lnTo>
                    <a:pt x="4713772" y="1262223"/>
                  </a:lnTo>
                  <a:lnTo>
                    <a:pt x="4713898" y="1262223"/>
                  </a:lnTo>
                  <a:lnTo>
                    <a:pt x="4714024" y="1262223"/>
                  </a:lnTo>
                  <a:lnTo>
                    <a:pt x="4714151" y="1262223"/>
                  </a:lnTo>
                  <a:lnTo>
                    <a:pt x="4714277" y="1262223"/>
                  </a:lnTo>
                  <a:lnTo>
                    <a:pt x="4714403" y="1262223"/>
                  </a:lnTo>
                  <a:lnTo>
                    <a:pt x="4714529" y="1262223"/>
                  </a:lnTo>
                  <a:lnTo>
                    <a:pt x="4714656" y="1262223"/>
                  </a:lnTo>
                  <a:lnTo>
                    <a:pt x="4714782" y="1262223"/>
                  </a:lnTo>
                  <a:lnTo>
                    <a:pt x="4714908" y="1262223"/>
                  </a:lnTo>
                  <a:lnTo>
                    <a:pt x="4715034" y="1262223"/>
                  </a:lnTo>
                  <a:lnTo>
                    <a:pt x="4715161" y="1262223"/>
                  </a:lnTo>
                  <a:lnTo>
                    <a:pt x="4715287" y="1262223"/>
                  </a:lnTo>
                  <a:lnTo>
                    <a:pt x="4715413" y="1262223"/>
                  </a:lnTo>
                  <a:lnTo>
                    <a:pt x="4715539" y="1262223"/>
                  </a:lnTo>
                  <a:lnTo>
                    <a:pt x="4715666" y="1262223"/>
                  </a:lnTo>
                  <a:lnTo>
                    <a:pt x="4715792" y="1262223"/>
                  </a:lnTo>
                  <a:lnTo>
                    <a:pt x="4715918" y="1262223"/>
                  </a:lnTo>
                  <a:lnTo>
                    <a:pt x="4716044" y="1262223"/>
                  </a:lnTo>
                  <a:lnTo>
                    <a:pt x="4716171" y="1262223"/>
                  </a:lnTo>
                  <a:lnTo>
                    <a:pt x="4716297" y="1262223"/>
                  </a:lnTo>
                  <a:lnTo>
                    <a:pt x="4716423" y="1262223"/>
                  </a:lnTo>
                  <a:lnTo>
                    <a:pt x="4716550" y="1262223"/>
                  </a:lnTo>
                  <a:lnTo>
                    <a:pt x="4716676" y="1262223"/>
                  </a:lnTo>
                  <a:lnTo>
                    <a:pt x="4716802" y="1262223"/>
                  </a:lnTo>
                  <a:lnTo>
                    <a:pt x="4716928" y="1262223"/>
                  </a:lnTo>
                  <a:lnTo>
                    <a:pt x="4717055" y="1262223"/>
                  </a:lnTo>
                  <a:lnTo>
                    <a:pt x="4717181" y="1262223"/>
                  </a:lnTo>
                  <a:lnTo>
                    <a:pt x="4717307" y="1262223"/>
                  </a:lnTo>
                  <a:lnTo>
                    <a:pt x="4717433" y="1262223"/>
                  </a:lnTo>
                  <a:lnTo>
                    <a:pt x="4717560" y="1262223"/>
                  </a:lnTo>
                  <a:lnTo>
                    <a:pt x="4717686" y="1262223"/>
                  </a:lnTo>
                  <a:lnTo>
                    <a:pt x="4717812" y="1262223"/>
                  </a:lnTo>
                  <a:lnTo>
                    <a:pt x="4717938" y="1262223"/>
                  </a:lnTo>
                  <a:lnTo>
                    <a:pt x="4718065" y="1262223"/>
                  </a:lnTo>
                  <a:lnTo>
                    <a:pt x="4718191" y="1262223"/>
                  </a:lnTo>
                  <a:lnTo>
                    <a:pt x="4718317" y="1262223"/>
                  </a:lnTo>
                  <a:lnTo>
                    <a:pt x="4718443" y="1262223"/>
                  </a:lnTo>
                  <a:lnTo>
                    <a:pt x="4718570" y="1262223"/>
                  </a:lnTo>
                  <a:lnTo>
                    <a:pt x="4718696" y="1262223"/>
                  </a:lnTo>
                  <a:lnTo>
                    <a:pt x="4718822" y="1262223"/>
                  </a:lnTo>
                  <a:lnTo>
                    <a:pt x="4718948" y="1262223"/>
                  </a:lnTo>
                  <a:lnTo>
                    <a:pt x="4719075" y="1262223"/>
                  </a:lnTo>
                  <a:lnTo>
                    <a:pt x="4719201" y="1262223"/>
                  </a:lnTo>
                  <a:lnTo>
                    <a:pt x="4719327" y="1262223"/>
                  </a:lnTo>
                  <a:lnTo>
                    <a:pt x="4719453" y="1262223"/>
                  </a:lnTo>
                  <a:lnTo>
                    <a:pt x="4719580" y="1262223"/>
                  </a:lnTo>
                  <a:lnTo>
                    <a:pt x="4719706" y="1262223"/>
                  </a:lnTo>
                  <a:lnTo>
                    <a:pt x="4719832" y="1262223"/>
                  </a:lnTo>
                  <a:lnTo>
                    <a:pt x="4719958" y="1262223"/>
                  </a:lnTo>
                  <a:lnTo>
                    <a:pt x="4720085" y="1262223"/>
                  </a:lnTo>
                  <a:lnTo>
                    <a:pt x="4720211" y="1262223"/>
                  </a:lnTo>
                  <a:lnTo>
                    <a:pt x="4720337" y="1262223"/>
                  </a:lnTo>
                  <a:lnTo>
                    <a:pt x="4720463" y="1262223"/>
                  </a:lnTo>
                  <a:lnTo>
                    <a:pt x="4720590" y="1262223"/>
                  </a:lnTo>
                  <a:lnTo>
                    <a:pt x="4720716" y="1262223"/>
                  </a:lnTo>
                  <a:lnTo>
                    <a:pt x="4720842" y="1262223"/>
                  </a:lnTo>
                  <a:lnTo>
                    <a:pt x="4720968" y="1262223"/>
                  </a:lnTo>
                  <a:lnTo>
                    <a:pt x="4721095" y="1262223"/>
                  </a:lnTo>
                  <a:lnTo>
                    <a:pt x="4721221" y="1262223"/>
                  </a:lnTo>
                  <a:lnTo>
                    <a:pt x="4721347" y="1262223"/>
                  </a:lnTo>
                  <a:lnTo>
                    <a:pt x="4721473" y="1262223"/>
                  </a:lnTo>
                  <a:lnTo>
                    <a:pt x="4721600" y="1262223"/>
                  </a:lnTo>
                  <a:lnTo>
                    <a:pt x="4721726" y="1262223"/>
                  </a:lnTo>
                  <a:lnTo>
                    <a:pt x="4721852" y="1262223"/>
                  </a:lnTo>
                  <a:lnTo>
                    <a:pt x="4721979" y="1262223"/>
                  </a:lnTo>
                  <a:lnTo>
                    <a:pt x="4722105" y="1262223"/>
                  </a:lnTo>
                  <a:lnTo>
                    <a:pt x="4722231" y="1262223"/>
                  </a:lnTo>
                  <a:lnTo>
                    <a:pt x="4722357" y="1262223"/>
                  </a:lnTo>
                  <a:lnTo>
                    <a:pt x="4722484" y="1262223"/>
                  </a:lnTo>
                  <a:lnTo>
                    <a:pt x="4722610" y="1262223"/>
                  </a:lnTo>
                  <a:lnTo>
                    <a:pt x="4722736" y="1262223"/>
                  </a:lnTo>
                  <a:lnTo>
                    <a:pt x="4722862" y="1262223"/>
                  </a:lnTo>
                  <a:lnTo>
                    <a:pt x="4722989" y="1262223"/>
                  </a:lnTo>
                  <a:lnTo>
                    <a:pt x="4723115" y="1262223"/>
                  </a:lnTo>
                  <a:lnTo>
                    <a:pt x="4723241" y="1262223"/>
                  </a:lnTo>
                  <a:lnTo>
                    <a:pt x="4723367" y="1262223"/>
                  </a:lnTo>
                  <a:lnTo>
                    <a:pt x="4723494" y="1262223"/>
                  </a:lnTo>
                  <a:lnTo>
                    <a:pt x="4723620" y="1262223"/>
                  </a:lnTo>
                  <a:lnTo>
                    <a:pt x="4723746" y="1262223"/>
                  </a:lnTo>
                  <a:lnTo>
                    <a:pt x="4723872" y="1262223"/>
                  </a:lnTo>
                  <a:lnTo>
                    <a:pt x="4723999" y="1262223"/>
                  </a:lnTo>
                  <a:lnTo>
                    <a:pt x="4724125" y="1262223"/>
                  </a:lnTo>
                  <a:lnTo>
                    <a:pt x="4724251" y="1262223"/>
                  </a:lnTo>
                  <a:lnTo>
                    <a:pt x="4724377" y="1262223"/>
                  </a:lnTo>
                  <a:lnTo>
                    <a:pt x="4724504" y="1262223"/>
                  </a:lnTo>
                  <a:lnTo>
                    <a:pt x="4724630" y="1262223"/>
                  </a:lnTo>
                  <a:lnTo>
                    <a:pt x="4724756" y="1262223"/>
                  </a:lnTo>
                  <a:lnTo>
                    <a:pt x="4724882" y="1262223"/>
                  </a:lnTo>
                  <a:lnTo>
                    <a:pt x="4724882" y="1257311"/>
                  </a:lnTo>
                  <a:lnTo>
                    <a:pt x="4725009" y="1257311"/>
                  </a:lnTo>
                  <a:lnTo>
                    <a:pt x="4725135" y="1257311"/>
                  </a:lnTo>
                  <a:lnTo>
                    <a:pt x="4725261" y="1257311"/>
                  </a:lnTo>
                  <a:lnTo>
                    <a:pt x="4725387" y="1257311"/>
                  </a:lnTo>
                  <a:lnTo>
                    <a:pt x="4725514" y="1257311"/>
                  </a:lnTo>
                  <a:lnTo>
                    <a:pt x="4725640" y="1257311"/>
                  </a:lnTo>
                  <a:lnTo>
                    <a:pt x="4725766" y="1257311"/>
                  </a:lnTo>
                  <a:lnTo>
                    <a:pt x="4725892" y="1257311"/>
                  </a:lnTo>
                  <a:lnTo>
                    <a:pt x="4726019" y="1257311"/>
                  </a:lnTo>
                  <a:lnTo>
                    <a:pt x="4726145" y="1257311"/>
                  </a:lnTo>
                  <a:lnTo>
                    <a:pt x="4726271" y="1257311"/>
                  </a:lnTo>
                  <a:lnTo>
                    <a:pt x="4726397" y="1257311"/>
                  </a:lnTo>
                  <a:lnTo>
                    <a:pt x="4726524" y="1257311"/>
                  </a:lnTo>
                  <a:lnTo>
                    <a:pt x="4726650" y="1257311"/>
                  </a:lnTo>
                  <a:lnTo>
                    <a:pt x="4726776" y="1257311"/>
                  </a:lnTo>
                  <a:lnTo>
                    <a:pt x="4726903" y="1257311"/>
                  </a:lnTo>
                  <a:lnTo>
                    <a:pt x="4727029" y="1257311"/>
                  </a:lnTo>
                  <a:lnTo>
                    <a:pt x="4727155" y="1257311"/>
                  </a:lnTo>
                  <a:lnTo>
                    <a:pt x="4727281" y="1257311"/>
                  </a:lnTo>
                  <a:lnTo>
                    <a:pt x="4727408" y="1257311"/>
                  </a:lnTo>
                  <a:lnTo>
                    <a:pt x="4727534" y="1257311"/>
                  </a:lnTo>
                  <a:lnTo>
                    <a:pt x="4727660" y="1257311"/>
                  </a:lnTo>
                  <a:lnTo>
                    <a:pt x="4727786" y="1257311"/>
                  </a:lnTo>
                  <a:lnTo>
                    <a:pt x="4727913" y="1257311"/>
                  </a:lnTo>
                  <a:lnTo>
                    <a:pt x="4728039" y="1257311"/>
                  </a:lnTo>
                  <a:lnTo>
                    <a:pt x="4728165" y="1257311"/>
                  </a:lnTo>
                  <a:lnTo>
                    <a:pt x="4728291" y="1257311"/>
                  </a:lnTo>
                  <a:lnTo>
                    <a:pt x="4728418" y="1257311"/>
                  </a:lnTo>
                  <a:lnTo>
                    <a:pt x="4728544" y="1257311"/>
                  </a:lnTo>
                  <a:lnTo>
                    <a:pt x="4728670" y="1257311"/>
                  </a:lnTo>
                  <a:lnTo>
                    <a:pt x="4728670" y="1252400"/>
                  </a:lnTo>
                  <a:lnTo>
                    <a:pt x="4728796" y="1252400"/>
                  </a:lnTo>
                  <a:lnTo>
                    <a:pt x="4728923" y="1252400"/>
                  </a:lnTo>
                  <a:lnTo>
                    <a:pt x="4729049" y="1252400"/>
                  </a:lnTo>
                  <a:lnTo>
                    <a:pt x="4729175" y="1252400"/>
                  </a:lnTo>
                  <a:lnTo>
                    <a:pt x="4729301" y="1252400"/>
                  </a:lnTo>
                  <a:lnTo>
                    <a:pt x="4729428" y="1252400"/>
                  </a:lnTo>
                  <a:lnTo>
                    <a:pt x="4729554" y="1252400"/>
                  </a:lnTo>
                  <a:lnTo>
                    <a:pt x="4729680" y="1252400"/>
                  </a:lnTo>
                  <a:lnTo>
                    <a:pt x="4729806" y="1252400"/>
                  </a:lnTo>
                  <a:lnTo>
                    <a:pt x="4729933" y="1252400"/>
                  </a:lnTo>
                  <a:lnTo>
                    <a:pt x="4730059" y="1252400"/>
                  </a:lnTo>
                  <a:lnTo>
                    <a:pt x="4730185" y="1252400"/>
                  </a:lnTo>
                  <a:lnTo>
                    <a:pt x="4730311" y="1252400"/>
                  </a:lnTo>
                  <a:lnTo>
                    <a:pt x="4730438" y="1252400"/>
                  </a:lnTo>
                  <a:lnTo>
                    <a:pt x="4730564" y="1252400"/>
                  </a:lnTo>
                  <a:lnTo>
                    <a:pt x="4730690" y="1252400"/>
                  </a:lnTo>
                  <a:lnTo>
                    <a:pt x="4730816" y="1252400"/>
                  </a:lnTo>
                  <a:lnTo>
                    <a:pt x="4730943" y="1252400"/>
                  </a:lnTo>
                  <a:lnTo>
                    <a:pt x="4731069" y="1252400"/>
                  </a:lnTo>
                  <a:lnTo>
                    <a:pt x="4731195" y="1252400"/>
                  </a:lnTo>
                  <a:lnTo>
                    <a:pt x="4731321" y="1252400"/>
                  </a:lnTo>
                  <a:lnTo>
                    <a:pt x="4731448" y="1252400"/>
                  </a:lnTo>
                  <a:lnTo>
                    <a:pt x="4731574" y="1252400"/>
                  </a:lnTo>
                  <a:lnTo>
                    <a:pt x="4731700" y="1252400"/>
                  </a:lnTo>
                  <a:lnTo>
                    <a:pt x="4731826" y="1252400"/>
                  </a:lnTo>
                  <a:lnTo>
                    <a:pt x="4731953" y="1252400"/>
                  </a:lnTo>
                  <a:lnTo>
                    <a:pt x="4732079" y="1252400"/>
                  </a:lnTo>
                  <a:lnTo>
                    <a:pt x="4732205" y="1252400"/>
                  </a:lnTo>
                  <a:lnTo>
                    <a:pt x="4732332" y="1252400"/>
                  </a:lnTo>
                  <a:lnTo>
                    <a:pt x="4732458" y="1252400"/>
                  </a:lnTo>
                  <a:lnTo>
                    <a:pt x="4732584" y="1252400"/>
                  </a:lnTo>
                  <a:lnTo>
                    <a:pt x="4732710" y="1252400"/>
                  </a:lnTo>
                  <a:lnTo>
                    <a:pt x="4732837" y="1252400"/>
                  </a:lnTo>
                  <a:lnTo>
                    <a:pt x="4732963" y="1252400"/>
                  </a:lnTo>
                  <a:lnTo>
                    <a:pt x="4733089" y="1252400"/>
                  </a:lnTo>
                  <a:lnTo>
                    <a:pt x="4733215" y="1252400"/>
                  </a:lnTo>
                  <a:lnTo>
                    <a:pt x="4733342" y="1252400"/>
                  </a:lnTo>
                  <a:lnTo>
                    <a:pt x="4733468" y="1252400"/>
                  </a:lnTo>
                  <a:lnTo>
                    <a:pt x="4733594" y="1252400"/>
                  </a:lnTo>
                  <a:lnTo>
                    <a:pt x="4733720" y="1252400"/>
                  </a:lnTo>
                  <a:lnTo>
                    <a:pt x="4733847" y="1252400"/>
                  </a:lnTo>
                  <a:lnTo>
                    <a:pt x="4733973" y="1252400"/>
                  </a:lnTo>
                  <a:lnTo>
                    <a:pt x="4734099" y="1252400"/>
                  </a:lnTo>
                  <a:lnTo>
                    <a:pt x="4734225" y="1252400"/>
                  </a:lnTo>
                  <a:lnTo>
                    <a:pt x="4734352" y="1252400"/>
                  </a:lnTo>
                  <a:lnTo>
                    <a:pt x="4734478" y="1252400"/>
                  </a:lnTo>
                  <a:lnTo>
                    <a:pt x="4734604" y="1252400"/>
                  </a:lnTo>
                  <a:lnTo>
                    <a:pt x="4734604" y="1247489"/>
                  </a:lnTo>
                  <a:lnTo>
                    <a:pt x="4734730" y="1247489"/>
                  </a:lnTo>
                  <a:lnTo>
                    <a:pt x="4734857" y="1247489"/>
                  </a:lnTo>
                  <a:lnTo>
                    <a:pt x="4734983" y="1247489"/>
                  </a:lnTo>
                  <a:lnTo>
                    <a:pt x="4735109" y="1247489"/>
                  </a:lnTo>
                  <a:lnTo>
                    <a:pt x="4735235" y="1247489"/>
                  </a:lnTo>
                  <a:lnTo>
                    <a:pt x="4735362" y="1247489"/>
                  </a:lnTo>
                  <a:lnTo>
                    <a:pt x="4735488" y="1247489"/>
                  </a:lnTo>
                  <a:lnTo>
                    <a:pt x="4735614" y="1247489"/>
                  </a:lnTo>
                  <a:lnTo>
                    <a:pt x="4735740" y="1247489"/>
                  </a:lnTo>
                  <a:lnTo>
                    <a:pt x="4735867" y="1247489"/>
                  </a:lnTo>
                  <a:lnTo>
                    <a:pt x="4735993" y="1247489"/>
                  </a:lnTo>
                  <a:lnTo>
                    <a:pt x="4736119" y="1247489"/>
                  </a:lnTo>
                  <a:lnTo>
                    <a:pt x="4736245" y="1247489"/>
                  </a:lnTo>
                  <a:lnTo>
                    <a:pt x="4736372" y="1247489"/>
                  </a:lnTo>
                  <a:lnTo>
                    <a:pt x="4736498" y="1247489"/>
                  </a:lnTo>
                  <a:lnTo>
                    <a:pt x="4736624" y="1247489"/>
                  </a:lnTo>
                  <a:lnTo>
                    <a:pt x="4736750" y="1247489"/>
                  </a:lnTo>
                  <a:lnTo>
                    <a:pt x="4736877" y="1247489"/>
                  </a:lnTo>
                  <a:lnTo>
                    <a:pt x="4737003" y="1247489"/>
                  </a:lnTo>
                  <a:lnTo>
                    <a:pt x="4737129" y="1247489"/>
                  </a:lnTo>
                  <a:lnTo>
                    <a:pt x="4737256" y="1247489"/>
                  </a:lnTo>
                  <a:lnTo>
                    <a:pt x="4737382" y="1247489"/>
                  </a:lnTo>
                  <a:lnTo>
                    <a:pt x="4737508" y="1247489"/>
                  </a:lnTo>
                  <a:lnTo>
                    <a:pt x="4737634" y="1247489"/>
                  </a:lnTo>
                  <a:lnTo>
                    <a:pt x="4737761" y="1247489"/>
                  </a:lnTo>
                  <a:lnTo>
                    <a:pt x="4737887" y="1247489"/>
                  </a:lnTo>
                  <a:lnTo>
                    <a:pt x="4738013" y="1247489"/>
                  </a:lnTo>
                  <a:lnTo>
                    <a:pt x="4738139" y="1247489"/>
                  </a:lnTo>
                  <a:lnTo>
                    <a:pt x="4738266" y="1247489"/>
                  </a:lnTo>
                  <a:lnTo>
                    <a:pt x="4738392" y="1247489"/>
                  </a:lnTo>
                  <a:lnTo>
                    <a:pt x="4738518" y="1247489"/>
                  </a:lnTo>
                  <a:lnTo>
                    <a:pt x="4738644" y="1247489"/>
                  </a:lnTo>
                  <a:lnTo>
                    <a:pt x="4738771" y="1247489"/>
                  </a:lnTo>
                  <a:lnTo>
                    <a:pt x="4738897" y="1247489"/>
                  </a:lnTo>
                  <a:lnTo>
                    <a:pt x="4739023" y="1247489"/>
                  </a:lnTo>
                  <a:lnTo>
                    <a:pt x="4739149" y="1247489"/>
                  </a:lnTo>
                  <a:lnTo>
                    <a:pt x="4739276" y="1247489"/>
                  </a:lnTo>
                  <a:lnTo>
                    <a:pt x="4739402" y="1247489"/>
                  </a:lnTo>
                  <a:lnTo>
                    <a:pt x="4739528" y="1247489"/>
                  </a:lnTo>
                  <a:lnTo>
                    <a:pt x="4739654" y="1247489"/>
                  </a:lnTo>
                  <a:lnTo>
                    <a:pt x="4739781" y="1247489"/>
                  </a:lnTo>
                  <a:lnTo>
                    <a:pt x="4739907" y="1247489"/>
                  </a:lnTo>
                  <a:lnTo>
                    <a:pt x="4740033" y="1247489"/>
                  </a:lnTo>
                  <a:lnTo>
                    <a:pt x="4740159" y="1247489"/>
                  </a:lnTo>
                  <a:lnTo>
                    <a:pt x="4740286" y="1247489"/>
                  </a:lnTo>
                  <a:lnTo>
                    <a:pt x="4740412" y="1247489"/>
                  </a:lnTo>
                  <a:lnTo>
                    <a:pt x="4740538" y="1247489"/>
                  </a:lnTo>
                  <a:lnTo>
                    <a:pt x="4740664" y="1247489"/>
                  </a:lnTo>
                  <a:lnTo>
                    <a:pt x="4740791" y="1247489"/>
                  </a:lnTo>
                  <a:lnTo>
                    <a:pt x="4740917" y="1247489"/>
                  </a:lnTo>
                  <a:lnTo>
                    <a:pt x="4741043" y="1247489"/>
                  </a:lnTo>
                  <a:lnTo>
                    <a:pt x="4741169" y="1247489"/>
                  </a:lnTo>
                  <a:lnTo>
                    <a:pt x="4741296" y="1247489"/>
                  </a:lnTo>
                  <a:lnTo>
                    <a:pt x="4741422" y="1247489"/>
                  </a:lnTo>
                  <a:lnTo>
                    <a:pt x="4741548" y="1247489"/>
                  </a:lnTo>
                  <a:lnTo>
                    <a:pt x="4741674" y="1247489"/>
                  </a:lnTo>
                  <a:lnTo>
                    <a:pt x="4741801" y="1247489"/>
                  </a:lnTo>
                  <a:lnTo>
                    <a:pt x="4741927" y="1247489"/>
                  </a:lnTo>
                  <a:lnTo>
                    <a:pt x="4742053" y="1247489"/>
                  </a:lnTo>
                  <a:lnTo>
                    <a:pt x="4742179" y="1247489"/>
                  </a:lnTo>
                  <a:lnTo>
                    <a:pt x="4742306" y="1247489"/>
                  </a:lnTo>
                  <a:lnTo>
                    <a:pt x="4742432" y="1247489"/>
                  </a:lnTo>
                  <a:lnTo>
                    <a:pt x="4742558" y="1247489"/>
                  </a:lnTo>
                  <a:lnTo>
                    <a:pt x="4742685" y="1247489"/>
                  </a:lnTo>
                  <a:lnTo>
                    <a:pt x="4742811" y="1247489"/>
                  </a:lnTo>
                  <a:lnTo>
                    <a:pt x="4742937" y="1247489"/>
                  </a:lnTo>
                  <a:lnTo>
                    <a:pt x="4743063" y="1247489"/>
                  </a:lnTo>
                  <a:lnTo>
                    <a:pt x="4743190" y="1247489"/>
                  </a:lnTo>
                  <a:lnTo>
                    <a:pt x="4743316" y="1247489"/>
                  </a:lnTo>
                  <a:lnTo>
                    <a:pt x="4743442" y="1247489"/>
                  </a:lnTo>
                  <a:lnTo>
                    <a:pt x="4743568" y="1247489"/>
                  </a:lnTo>
                  <a:lnTo>
                    <a:pt x="4743695" y="1247489"/>
                  </a:lnTo>
                  <a:lnTo>
                    <a:pt x="4743821" y="1247489"/>
                  </a:lnTo>
                  <a:lnTo>
                    <a:pt x="4743947" y="1247489"/>
                  </a:lnTo>
                  <a:lnTo>
                    <a:pt x="4744073" y="1247489"/>
                  </a:lnTo>
                  <a:lnTo>
                    <a:pt x="4744200" y="1247489"/>
                  </a:lnTo>
                  <a:lnTo>
                    <a:pt x="4744326" y="1247489"/>
                  </a:lnTo>
                  <a:lnTo>
                    <a:pt x="4744452" y="1247489"/>
                  </a:lnTo>
                  <a:lnTo>
                    <a:pt x="4744578" y="1247489"/>
                  </a:lnTo>
                  <a:lnTo>
                    <a:pt x="4744705" y="1247489"/>
                  </a:lnTo>
                  <a:lnTo>
                    <a:pt x="4744831" y="1247489"/>
                  </a:lnTo>
                  <a:lnTo>
                    <a:pt x="4744957" y="1247489"/>
                  </a:lnTo>
                  <a:lnTo>
                    <a:pt x="4745083" y="1247489"/>
                  </a:lnTo>
                  <a:lnTo>
                    <a:pt x="4745210" y="1247489"/>
                  </a:lnTo>
                  <a:lnTo>
                    <a:pt x="4745336" y="1247489"/>
                  </a:lnTo>
                  <a:lnTo>
                    <a:pt x="4745462" y="1247489"/>
                  </a:lnTo>
                  <a:lnTo>
                    <a:pt x="4745588" y="1247489"/>
                  </a:lnTo>
                  <a:lnTo>
                    <a:pt x="4745715" y="1247489"/>
                  </a:lnTo>
                  <a:lnTo>
                    <a:pt x="4745841" y="1247489"/>
                  </a:lnTo>
                  <a:lnTo>
                    <a:pt x="4745967" y="1247489"/>
                  </a:lnTo>
                  <a:lnTo>
                    <a:pt x="4746093" y="1247489"/>
                  </a:lnTo>
                  <a:lnTo>
                    <a:pt x="4746220" y="1247489"/>
                  </a:lnTo>
                  <a:lnTo>
                    <a:pt x="4746346" y="1247489"/>
                  </a:lnTo>
                  <a:lnTo>
                    <a:pt x="4746472" y="1247489"/>
                  </a:lnTo>
                  <a:lnTo>
                    <a:pt x="4746598" y="1247489"/>
                  </a:lnTo>
                  <a:lnTo>
                    <a:pt x="4746725" y="1247489"/>
                  </a:lnTo>
                  <a:lnTo>
                    <a:pt x="4746851" y="1247489"/>
                  </a:lnTo>
                  <a:lnTo>
                    <a:pt x="4746977" y="1247489"/>
                  </a:lnTo>
                  <a:lnTo>
                    <a:pt x="4747103" y="1247489"/>
                  </a:lnTo>
                  <a:lnTo>
                    <a:pt x="4747230" y="1247489"/>
                  </a:lnTo>
                  <a:lnTo>
                    <a:pt x="4747356" y="1247489"/>
                  </a:lnTo>
                  <a:lnTo>
                    <a:pt x="4747482" y="1247489"/>
                  </a:lnTo>
                  <a:lnTo>
                    <a:pt x="4747609" y="1247489"/>
                  </a:lnTo>
                  <a:lnTo>
                    <a:pt x="4747735" y="1247489"/>
                  </a:lnTo>
                  <a:lnTo>
                    <a:pt x="4747861" y="1247489"/>
                  </a:lnTo>
                  <a:lnTo>
                    <a:pt x="4747987" y="1247489"/>
                  </a:lnTo>
                  <a:lnTo>
                    <a:pt x="4748114" y="1247489"/>
                  </a:lnTo>
                  <a:lnTo>
                    <a:pt x="4748240" y="1247489"/>
                  </a:lnTo>
                  <a:lnTo>
                    <a:pt x="4748366" y="1247489"/>
                  </a:lnTo>
                  <a:lnTo>
                    <a:pt x="4748492" y="1247489"/>
                  </a:lnTo>
                  <a:lnTo>
                    <a:pt x="4748619" y="1247489"/>
                  </a:lnTo>
                  <a:lnTo>
                    <a:pt x="4748745" y="1247489"/>
                  </a:lnTo>
                  <a:lnTo>
                    <a:pt x="4748871" y="1247489"/>
                  </a:lnTo>
                  <a:lnTo>
                    <a:pt x="4748997" y="1247489"/>
                  </a:lnTo>
                  <a:lnTo>
                    <a:pt x="4749124" y="1247489"/>
                  </a:lnTo>
                  <a:lnTo>
                    <a:pt x="4749250" y="1247489"/>
                  </a:lnTo>
                  <a:lnTo>
                    <a:pt x="4749376" y="1247489"/>
                  </a:lnTo>
                  <a:lnTo>
                    <a:pt x="4749502" y="1247489"/>
                  </a:lnTo>
                  <a:lnTo>
                    <a:pt x="4749629" y="1247489"/>
                  </a:lnTo>
                  <a:lnTo>
                    <a:pt x="4749755" y="1247489"/>
                  </a:lnTo>
                  <a:lnTo>
                    <a:pt x="4749881" y="1247489"/>
                  </a:lnTo>
                  <a:lnTo>
                    <a:pt x="4750007" y="1247489"/>
                  </a:lnTo>
                  <a:lnTo>
                    <a:pt x="4750134" y="1247489"/>
                  </a:lnTo>
                  <a:lnTo>
                    <a:pt x="4750260" y="1247489"/>
                  </a:lnTo>
                  <a:lnTo>
                    <a:pt x="4750386" y="1247489"/>
                  </a:lnTo>
                  <a:lnTo>
                    <a:pt x="4750512" y="1247489"/>
                  </a:lnTo>
                  <a:lnTo>
                    <a:pt x="4750639" y="1247489"/>
                  </a:lnTo>
                  <a:lnTo>
                    <a:pt x="4750765" y="1247489"/>
                  </a:lnTo>
                  <a:lnTo>
                    <a:pt x="4750891" y="1247489"/>
                  </a:lnTo>
                  <a:lnTo>
                    <a:pt x="4751017" y="1247489"/>
                  </a:lnTo>
                  <a:lnTo>
                    <a:pt x="4751144" y="1247489"/>
                  </a:lnTo>
                  <a:lnTo>
                    <a:pt x="4751270" y="1247489"/>
                  </a:lnTo>
                  <a:lnTo>
                    <a:pt x="4751396" y="1247489"/>
                  </a:lnTo>
                  <a:lnTo>
                    <a:pt x="4751522" y="1247489"/>
                  </a:lnTo>
                  <a:lnTo>
                    <a:pt x="4751649" y="1247489"/>
                  </a:lnTo>
                  <a:lnTo>
                    <a:pt x="4751775" y="1247489"/>
                  </a:lnTo>
                  <a:lnTo>
                    <a:pt x="4751901" y="1247489"/>
                  </a:lnTo>
                  <a:lnTo>
                    <a:pt x="4752027" y="1247489"/>
                  </a:lnTo>
                  <a:lnTo>
                    <a:pt x="4752154" y="1247489"/>
                  </a:lnTo>
                  <a:lnTo>
                    <a:pt x="4752280" y="1247489"/>
                  </a:lnTo>
                  <a:lnTo>
                    <a:pt x="4752406" y="1247489"/>
                  </a:lnTo>
                  <a:lnTo>
                    <a:pt x="4752533" y="1247489"/>
                  </a:lnTo>
                  <a:lnTo>
                    <a:pt x="4752659" y="1247489"/>
                  </a:lnTo>
                  <a:lnTo>
                    <a:pt x="4752785" y="1247489"/>
                  </a:lnTo>
                  <a:lnTo>
                    <a:pt x="4752911" y="1247489"/>
                  </a:lnTo>
                  <a:lnTo>
                    <a:pt x="4753038" y="1247489"/>
                  </a:lnTo>
                  <a:lnTo>
                    <a:pt x="4753164" y="1247489"/>
                  </a:lnTo>
                  <a:lnTo>
                    <a:pt x="4753290" y="1247489"/>
                  </a:lnTo>
                  <a:lnTo>
                    <a:pt x="4753416" y="1247489"/>
                  </a:lnTo>
                  <a:lnTo>
                    <a:pt x="4753543" y="1247489"/>
                  </a:lnTo>
                  <a:lnTo>
                    <a:pt x="4753669" y="1247489"/>
                  </a:lnTo>
                  <a:lnTo>
                    <a:pt x="4753795" y="1247489"/>
                  </a:lnTo>
                  <a:lnTo>
                    <a:pt x="4753921" y="1247489"/>
                  </a:lnTo>
                  <a:lnTo>
                    <a:pt x="4754048" y="1247489"/>
                  </a:lnTo>
                  <a:lnTo>
                    <a:pt x="4754174" y="1247489"/>
                  </a:lnTo>
                  <a:lnTo>
                    <a:pt x="4754300" y="1247489"/>
                  </a:lnTo>
                  <a:lnTo>
                    <a:pt x="4754426" y="1247489"/>
                  </a:lnTo>
                  <a:lnTo>
                    <a:pt x="4754553" y="1247489"/>
                  </a:lnTo>
                  <a:lnTo>
                    <a:pt x="4754679" y="1247489"/>
                  </a:lnTo>
                  <a:lnTo>
                    <a:pt x="4754805" y="1247489"/>
                  </a:lnTo>
                  <a:lnTo>
                    <a:pt x="4754931" y="1247489"/>
                  </a:lnTo>
                  <a:lnTo>
                    <a:pt x="4755058" y="1247489"/>
                  </a:lnTo>
                  <a:lnTo>
                    <a:pt x="4755184" y="1247489"/>
                  </a:lnTo>
                  <a:lnTo>
                    <a:pt x="4755310" y="1247489"/>
                  </a:lnTo>
                  <a:lnTo>
                    <a:pt x="4755436" y="1247489"/>
                  </a:lnTo>
                  <a:lnTo>
                    <a:pt x="4755563" y="1247489"/>
                  </a:lnTo>
                  <a:lnTo>
                    <a:pt x="4755689" y="1247489"/>
                  </a:lnTo>
                  <a:lnTo>
                    <a:pt x="4755815" y="1247489"/>
                  </a:lnTo>
                  <a:lnTo>
                    <a:pt x="4755941" y="1247489"/>
                  </a:lnTo>
                  <a:lnTo>
                    <a:pt x="4756068" y="1247489"/>
                  </a:lnTo>
                  <a:lnTo>
                    <a:pt x="4756194" y="1247489"/>
                  </a:lnTo>
                  <a:lnTo>
                    <a:pt x="4756320" y="1247489"/>
                  </a:lnTo>
                  <a:lnTo>
                    <a:pt x="4756446" y="1247489"/>
                  </a:lnTo>
                  <a:lnTo>
                    <a:pt x="4756573" y="1247489"/>
                  </a:lnTo>
                  <a:lnTo>
                    <a:pt x="4756699" y="1247489"/>
                  </a:lnTo>
                  <a:lnTo>
                    <a:pt x="4756825" y="1247489"/>
                  </a:lnTo>
                  <a:lnTo>
                    <a:pt x="4756951" y="1247489"/>
                  </a:lnTo>
                  <a:lnTo>
                    <a:pt x="4757078" y="1247489"/>
                  </a:lnTo>
                  <a:lnTo>
                    <a:pt x="4757204" y="1247489"/>
                  </a:lnTo>
                  <a:lnTo>
                    <a:pt x="4757330" y="1247489"/>
                  </a:lnTo>
                  <a:lnTo>
                    <a:pt x="4757456" y="1247489"/>
                  </a:lnTo>
                  <a:lnTo>
                    <a:pt x="4757583" y="1247489"/>
                  </a:lnTo>
                  <a:lnTo>
                    <a:pt x="4757709" y="1247489"/>
                  </a:lnTo>
                  <a:lnTo>
                    <a:pt x="4757835" y="1247489"/>
                  </a:lnTo>
                  <a:lnTo>
                    <a:pt x="4757962" y="1247489"/>
                  </a:lnTo>
                  <a:lnTo>
                    <a:pt x="4758088" y="1247489"/>
                  </a:lnTo>
                  <a:lnTo>
                    <a:pt x="4758214" y="1247489"/>
                  </a:lnTo>
                  <a:lnTo>
                    <a:pt x="4758340" y="1247489"/>
                  </a:lnTo>
                  <a:lnTo>
                    <a:pt x="4758467" y="1247489"/>
                  </a:lnTo>
                  <a:lnTo>
                    <a:pt x="4758593" y="1247489"/>
                  </a:lnTo>
                  <a:lnTo>
                    <a:pt x="4758719" y="1247489"/>
                  </a:lnTo>
                  <a:lnTo>
                    <a:pt x="4758845" y="1247489"/>
                  </a:lnTo>
                  <a:lnTo>
                    <a:pt x="4758972" y="1247489"/>
                  </a:lnTo>
                  <a:lnTo>
                    <a:pt x="4759098" y="1247489"/>
                  </a:lnTo>
                  <a:lnTo>
                    <a:pt x="4759224" y="1247489"/>
                  </a:lnTo>
                  <a:lnTo>
                    <a:pt x="4759350" y="1247489"/>
                  </a:lnTo>
                  <a:lnTo>
                    <a:pt x="4759477" y="1247489"/>
                  </a:lnTo>
                  <a:lnTo>
                    <a:pt x="4759603" y="1247489"/>
                  </a:lnTo>
                  <a:lnTo>
                    <a:pt x="4759729" y="1247489"/>
                  </a:lnTo>
                  <a:lnTo>
                    <a:pt x="4759855" y="1247489"/>
                  </a:lnTo>
                  <a:lnTo>
                    <a:pt x="4759982" y="1247489"/>
                  </a:lnTo>
                  <a:lnTo>
                    <a:pt x="4760108" y="1247489"/>
                  </a:lnTo>
                  <a:lnTo>
                    <a:pt x="4760234" y="1247489"/>
                  </a:lnTo>
                  <a:lnTo>
                    <a:pt x="4760360" y="1247489"/>
                  </a:lnTo>
                  <a:lnTo>
                    <a:pt x="4760487" y="1247489"/>
                  </a:lnTo>
                  <a:lnTo>
                    <a:pt x="4760613" y="1247489"/>
                  </a:lnTo>
                  <a:lnTo>
                    <a:pt x="4760739" y="1247489"/>
                  </a:lnTo>
                  <a:lnTo>
                    <a:pt x="4760865" y="1247489"/>
                  </a:lnTo>
                  <a:lnTo>
                    <a:pt x="4760992" y="1247489"/>
                  </a:lnTo>
                  <a:lnTo>
                    <a:pt x="4761118" y="1247489"/>
                  </a:lnTo>
                  <a:lnTo>
                    <a:pt x="4761244" y="1247489"/>
                  </a:lnTo>
                  <a:lnTo>
                    <a:pt x="4761370" y="1247489"/>
                  </a:lnTo>
                  <a:lnTo>
                    <a:pt x="4761497" y="1247489"/>
                  </a:lnTo>
                  <a:lnTo>
                    <a:pt x="4761623" y="1247489"/>
                  </a:lnTo>
                  <a:lnTo>
                    <a:pt x="4761749" y="1247489"/>
                  </a:lnTo>
                  <a:lnTo>
                    <a:pt x="4761875" y="1247489"/>
                  </a:lnTo>
                  <a:lnTo>
                    <a:pt x="4762002" y="1247489"/>
                  </a:lnTo>
                  <a:lnTo>
                    <a:pt x="4762128" y="1247489"/>
                  </a:lnTo>
                  <a:lnTo>
                    <a:pt x="4762254" y="1247489"/>
                  </a:lnTo>
                  <a:lnTo>
                    <a:pt x="4762380" y="1247489"/>
                  </a:lnTo>
                  <a:lnTo>
                    <a:pt x="4762507" y="1247489"/>
                  </a:lnTo>
                  <a:lnTo>
                    <a:pt x="4762633" y="1247489"/>
                  </a:lnTo>
                  <a:lnTo>
                    <a:pt x="4762759" y="1247489"/>
                  </a:lnTo>
                  <a:lnTo>
                    <a:pt x="4762886" y="1247489"/>
                  </a:lnTo>
                  <a:lnTo>
                    <a:pt x="4763012" y="1247489"/>
                  </a:lnTo>
                  <a:lnTo>
                    <a:pt x="4763138" y="1247489"/>
                  </a:lnTo>
                  <a:lnTo>
                    <a:pt x="4763264" y="1247489"/>
                  </a:lnTo>
                  <a:lnTo>
                    <a:pt x="4763391" y="1247489"/>
                  </a:lnTo>
                  <a:lnTo>
                    <a:pt x="4763517" y="1247489"/>
                  </a:lnTo>
                  <a:lnTo>
                    <a:pt x="4763643" y="1247489"/>
                  </a:lnTo>
                  <a:lnTo>
                    <a:pt x="4763769" y="1247489"/>
                  </a:lnTo>
                  <a:lnTo>
                    <a:pt x="4763896" y="1247489"/>
                  </a:lnTo>
                  <a:lnTo>
                    <a:pt x="4764022" y="1247489"/>
                  </a:lnTo>
                  <a:lnTo>
                    <a:pt x="4764148" y="1247489"/>
                  </a:lnTo>
                  <a:lnTo>
                    <a:pt x="4764274" y="1247489"/>
                  </a:lnTo>
                  <a:lnTo>
                    <a:pt x="4764401" y="1247489"/>
                  </a:lnTo>
                  <a:lnTo>
                    <a:pt x="4764527" y="1247489"/>
                  </a:lnTo>
                  <a:lnTo>
                    <a:pt x="4764653" y="1247489"/>
                  </a:lnTo>
                  <a:lnTo>
                    <a:pt x="4764779" y="1247489"/>
                  </a:lnTo>
                  <a:lnTo>
                    <a:pt x="4764906" y="1247489"/>
                  </a:lnTo>
                  <a:lnTo>
                    <a:pt x="4765032" y="1247489"/>
                  </a:lnTo>
                  <a:lnTo>
                    <a:pt x="4765158" y="1247489"/>
                  </a:lnTo>
                  <a:lnTo>
                    <a:pt x="4765284" y="1247489"/>
                  </a:lnTo>
                  <a:lnTo>
                    <a:pt x="4765411" y="1247489"/>
                  </a:lnTo>
                  <a:lnTo>
                    <a:pt x="4765537" y="1247489"/>
                  </a:lnTo>
                  <a:lnTo>
                    <a:pt x="4765663" y="1247489"/>
                  </a:lnTo>
                  <a:lnTo>
                    <a:pt x="4765789" y="1247489"/>
                  </a:lnTo>
                  <a:lnTo>
                    <a:pt x="4765916" y="1247489"/>
                  </a:lnTo>
                  <a:lnTo>
                    <a:pt x="4766042" y="1247489"/>
                  </a:lnTo>
                  <a:lnTo>
                    <a:pt x="4766168" y="1247489"/>
                  </a:lnTo>
                  <a:lnTo>
                    <a:pt x="4766294" y="1247489"/>
                  </a:lnTo>
                  <a:lnTo>
                    <a:pt x="4766421" y="1247489"/>
                  </a:lnTo>
                  <a:lnTo>
                    <a:pt x="4766547" y="1247489"/>
                  </a:lnTo>
                  <a:lnTo>
                    <a:pt x="4766673" y="1247489"/>
                  </a:lnTo>
                  <a:lnTo>
                    <a:pt x="4766799" y="1247489"/>
                  </a:lnTo>
                  <a:lnTo>
                    <a:pt x="4766926" y="1247489"/>
                  </a:lnTo>
                  <a:lnTo>
                    <a:pt x="4767052" y="1247489"/>
                  </a:lnTo>
                  <a:lnTo>
                    <a:pt x="4767178" y="1247489"/>
                  </a:lnTo>
                  <a:lnTo>
                    <a:pt x="4767304" y="1247489"/>
                  </a:lnTo>
                  <a:lnTo>
                    <a:pt x="4767431" y="1247489"/>
                  </a:lnTo>
                  <a:lnTo>
                    <a:pt x="4767557" y="1247489"/>
                  </a:lnTo>
                  <a:lnTo>
                    <a:pt x="4767683" y="1247489"/>
                  </a:lnTo>
                  <a:lnTo>
                    <a:pt x="4767809" y="1247489"/>
                  </a:lnTo>
                  <a:lnTo>
                    <a:pt x="4767936" y="1247489"/>
                  </a:lnTo>
                  <a:lnTo>
                    <a:pt x="4768062" y="1247489"/>
                  </a:lnTo>
                  <a:lnTo>
                    <a:pt x="4768188" y="1247489"/>
                  </a:lnTo>
                  <a:lnTo>
                    <a:pt x="4768315" y="1247489"/>
                  </a:lnTo>
                  <a:lnTo>
                    <a:pt x="4768441" y="1247489"/>
                  </a:lnTo>
                  <a:lnTo>
                    <a:pt x="4768567" y="1247489"/>
                  </a:lnTo>
                  <a:lnTo>
                    <a:pt x="4768693" y="1247489"/>
                  </a:lnTo>
                  <a:lnTo>
                    <a:pt x="4768820" y="1247489"/>
                  </a:lnTo>
                  <a:lnTo>
                    <a:pt x="4768946" y="1247489"/>
                  </a:lnTo>
                  <a:lnTo>
                    <a:pt x="4769072" y="1247489"/>
                  </a:lnTo>
                  <a:lnTo>
                    <a:pt x="4769198" y="1247489"/>
                  </a:lnTo>
                  <a:lnTo>
                    <a:pt x="4769325" y="1247489"/>
                  </a:lnTo>
                  <a:lnTo>
                    <a:pt x="4769451" y="1247489"/>
                  </a:lnTo>
                  <a:lnTo>
                    <a:pt x="4769577" y="1247489"/>
                  </a:lnTo>
                  <a:lnTo>
                    <a:pt x="4769703" y="1247489"/>
                  </a:lnTo>
                  <a:lnTo>
                    <a:pt x="4769830" y="1247489"/>
                  </a:lnTo>
                  <a:lnTo>
                    <a:pt x="4769956" y="1247489"/>
                  </a:lnTo>
                  <a:lnTo>
                    <a:pt x="4770082" y="1247489"/>
                  </a:lnTo>
                  <a:lnTo>
                    <a:pt x="4770208" y="1247489"/>
                  </a:lnTo>
                  <a:lnTo>
                    <a:pt x="4770335" y="1247489"/>
                  </a:lnTo>
                  <a:lnTo>
                    <a:pt x="4770335" y="1242577"/>
                  </a:lnTo>
                  <a:lnTo>
                    <a:pt x="4770461" y="1242577"/>
                  </a:lnTo>
                  <a:lnTo>
                    <a:pt x="4770587" y="1242577"/>
                  </a:lnTo>
                  <a:lnTo>
                    <a:pt x="4770713" y="1242577"/>
                  </a:lnTo>
                  <a:lnTo>
                    <a:pt x="4770840" y="1242577"/>
                  </a:lnTo>
                  <a:lnTo>
                    <a:pt x="4770966" y="1242577"/>
                  </a:lnTo>
                  <a:lnTo>
                    <a:pt x="4771092" y="1242577"/>
                  </a:lnTo>
                  <a:lnTo>
                    <a:pt x="4771218" y="1242577"/>
                  </a:lnTo>
                  <a:lnTo>
                    <a:pt x="4771218" y="1237666"/>
                  </a:lnTo>
                  <a:lnTo>
                    <a:pt x="4771345" y="1237666"/>
                  </a:lnTo>
                  <a:lnTo>
                    <a:pt x="4771471" y="1237666"/>
                  </a:lnTo>
                  <a:lnTo>
                    <a:pt x="4771597" y="1237666"/>
                  </a:lnTo>
                  <a:lnTo>
                    <a:pt x="4771723" y="1237666"/>
                  </a:lnTo>
                  <a:lnTo>
                    <a:pt x="4771850" y="1237666"/>
                  </a:lnTo>
                  <a:lnTo>
                    <a:pt x="4771976" y="1237666"/>
                  </a:lnTo>
                  <a:lnTo>
                    <a:pt x="4771976" y="1232755"/>
                  </a:lnTo>
                  <a:lnTo>
                    <a:pt x="4772102" y="1232755"/>
                  </a:lnTo>
                  <a:lnTo>
                    <a:pt x="4772228" y="1232755"/>
                  </a:lnTo>
                  <a:lnTo>
                    <a:pt x="4772355" y="1232755"/>
                  </a:lnTo>
                  <a:lnTo>
                    <a:pt x="4772481" y="1232755"/>
                  </a:lnTo>
                  <a:lnTo>
                    <a:pt x="4772607" y="1232755"/>
                  </a:lnTo>
                  <a:lnTo>
                    <a:pt x="4772733" y="1232755"/>
                  </a:lnTo>
                  <a:lnTo>
                    <a:pt x="4772860" y="1232755"/>
                  </a:lnTo>
                  <a:lnTo>
                    <a:pt x="4772986" y="1232755"/>
                  </a:lnTo>
                  <a:lnTo>
                    <a:pt x="4773112" y="1232755"/>
                  </a:lnTo>
                  <a:lnTo>
                    <a:pt x="4773239" y="1232755"/>
                  </a:lnTo>
                  <a:lnTo>
                    <a:pt x="4773365" y="1232755"/>
                  </a:lnTo>
                  <a:lnTo>
                    <a:pt x="4773491" y="1232755"/>
                  </a:lnTo>
                  <a:lnTo>
                    <a:pt x="4773617" y="1232755"/>
                  </a:lnTo>
                  <a:lnTo>
                    <a:pt x="4773744" y="1232755"/>
                  </a:lnTo>
                  <a:lnTo>
                    <a:pt x="4773870" y="1232755"/>
                  </a:lnTo>
                  <a:lnTo>
                    <a:pt x="4773996" y="1232755"/>
                  </a:lnTo>
                  <a:lnTo>
                    <a:pt x="4774122" y="1232755"/>
                  </a:lnTo>
                  <a:lnTo>
                    <a:pt x="4774249" y="1232755"/>
                  </a:lnTo>
                  <a:lnTo>
                    <a:pt x="4774375" y="1232755"/>
                  </a:lnTo>
                  <a:lnTo>
                    <a:pt x="4774501" y="1232755"/>
                  </a:lnTo>
                  <a:lnTo>
                    <a:pt x="4774627" y="1232755"/>
                  </a:lnTo>
                  <a:lnTo>
                    <a:pt x="4774754" y="1232755"/>
                  </a:lnTo>
                  <a:lnTo>
                    <a:pt x="4774880" y="1232755"/>
                  </a:lnTo>
                  <a:lnTo>
                    <a:pt x="4775006" y="1232755"/>
                  </a:lnTo>
                  <a:lnTo>
                    <a:pt x="4775132" y="1232755"/>
                  </a:lnTo>
                  <a:lnTo>
                    <a:pt x="4775259" y="1232755"/>
                  </a:lnTo>
                  <a:lnTo>
                    <a:pt x="4775385" y="1232755"/>
                  </a:lnTo>
                  <a:lnTo>
                    <a:pt x="4775511" y="1232755"/>
                  </a:lnTo>
                  <a:lnTo>
                    <a:pt x="4775637" y="1232755"/>
                  </a:lnTo>
                  <a:lnTo>
                    <a:pt x="4775764" y="1232755"/>
                  </a:lnTo>
                  <a:lnTo>
                    <a:pt x="4775890" y="1232755"/>
                  </a:lnTo>
                  <a:lnTo>
                    <a:pt x="4775890" y="1227843"/>
                  </a:lnTo>
                  <a:lnTo>
                    <a:pt x="4776016" y="1227843"/>
                  </a:lnTo>
                  <a:lnTo>
                    <a:pt x="4776142" y="1227843"/>
                  </a:lnTo>
                  <a:lnTo>
                    <a:pt x="4776269" y="1227843"/>
                  </a:lnTo>
                  <a:lnTo>
                    <a:pt x="4776395" y="1227843"/>
                  </a:lnTo>
                  <a:lnTo>
                    <a:pt x="4776521" y="1227843"/>
                  </a:lnTo>
                  <a:lnTo>
                    <a:pt x="4776647" y="1227843"/>
                  </a:lnTo>
                  <a:lnTo>
                    <a:pt x="4776774" y="1227843"/>
                  </a:lnTo>
                  <a:lnTo>
                    <a:pt x="4776900" y="1227843"/>
                  </a:lnTo>
                  <a:lnTo>
                    <a:pt x="4777026" y="1227843"/>
                  </a:lnTo>
                  <a:lnTo>
                    <a:pt x="4777152" y="1227843"/>
                  </a:lnTo>
                  <a:lnTo>
                    <a:pt x="4777279" y="1227843"/>
                  </a:lnTo>
                  <a:lnTo>
                    <a:pt x="4777405" y="1227843"/>
                  </a:lnTo>
                  <a:lnTo>
                    <a:pt x="4777531" y="1227843"/>
                  </a:lnTo>
                  <a:lnTo>
                    <a:pt x="4777657" y="1227843"/>
                  </a:lnTo>
                  <a:lnTo>
                    <a:pt x="4777784" y="1227843"/>
                  </a:lnTo>
                  <a:lnTo>
                    <a:pt x="4777910" y="1227843"/>
                  </a:lnTo>
                  <a:lnTo>
                    <a:pt x="4778036" y="1227843"/>
                  </a:lnTo>
                  <a:lnTo>
                    <a:pt x="4778162" y="1227843"/>
                  </a:lnTo>
                  <a:lnTo>
                    <a:pt x="4778289" y="1227843"/>
                  </a:lnTo>
                  <a:lnTo>
                    <a:pt x="4778415" y="1227843"/>
                  </a:lnTo>
                  <a:lnTo>
                    <a:pt x="4778541" y="1227843"/>
                  </a:lnTo>
                  <a:lnTo>
                    <a:pt x="4778668" y="1227843"/>
                  </a:lnTo>
                  <a:lnTo>
                    <a:pt x="4778794" y="1227843"/>
                  </a:lnTo>
                  <a:lnTo>
                    <a:pt x="4778920" y="1227843"/>
                  </a:lnTo>
                  <a:lnTo>
                    <a:pt x="4779046" y="1227843"/>
                  </a:lnTo>
                  <a:lnTo>
                    <a:pt x="4779173" y="1227843"/>
                  </a:lnTo>
                  <a:lnTo>
                    <a:pt x="4779299" y="1227843"/>
                  </a:lnTo>
                  <a:lnTo>
                    <a:pt x="4779425" y="1227843"/>
                  </a:lnTo>
                  <a:lnTo>
                    <a:pt x="4779551" y="1227843"/>
                  </a:lnTo>
                  <a:lnTo>
                    <a:pt x="4779678" y="1227843"/>
                  </a:lnTo>
                  <a:lnTo>
                    <a:pt x="4779804" y="1227843"/>
                  </a:lnTo>
                  <a:lnTo>
                    <a:pt x="4779930" y="1227843"/>
                  </a:lnTo>
                  <a:lnTo>
                    <a:pt x="4780056" y="1227843"/>
                  </a:lnTo>
                  <a:lnTo>
                    <a:pt x="4780183" y="1227843"/>
                  </a:lnTo>
                  <a:lnTo>
                    <a:pt x="4780309" y="1227843"/>
                  </a:lnTo>
                  <a:lnTo>
                    <a:pt x="4780435" y="1227843"/>
                  </a:lnTo>
                  <a:lnTo>
                    <a:pt x="4780561" y="1227843"/>
                  </a:lnTo>
                  <a:lnTo>
                    <a:pt x="4780688" y="1227843"/>
                  </a:lnTo>
                  <a:lnTo>
                    <a:pt x="4780814" y="1227843"/>
                  </a:lnTo>
                  <a:lnTo>
                    <a:pt x="4780940" y="1227843"/>
                  </a:lnTo>
                  <a:lnTo>
                    <a:pt x="4781066" y="1227843"/>
                  </a:lnTo>
                  <a:lnTo>
                    <a:pt x="4781193" y="1227843"/>
                  </a:lnTo>
                  <a:lnTo>
                    <a:pt x="4781319" y="1227843"/>
                  </a:lnTo>
                  <a:lnTo>
                    <a:pt x="4781445" y="1227843"/>
                  </a:lnTo>
                  <a:lnTo>
                    <a:pt x="4781571" y="1227843"/>
                  </a:lnTo>
                  <a:lnTo>
                    <a:pt x="4781698" y="1227843"/>
                  </a:lnTo>
                  <a:lnTo>
                    <a:pt x="4781824" y="1227843"/>
                  </a:lnTo>
                  <a:lnTo>
                    <a:pt x="4781950" y="1227843"/>
                  </a:lnTo>
                  <a:lnTo>
                    <a:pt x="4782076" y="1227843"/>
                  </a:lnTo>
                  <a:lnTo>
                    <a:pt x="4782203" y="1227843"/>
                  </a:lnTo>
                  <a:lnTo>
                    <a:pt x="4782329" y="1227843"/>
                  </a:lnTo>
                  <a:lnTo>
                    <a:pt x="4782455" y="1227843"/>
                  </a:lnTo>
                  <a:lnTo>
                    <a:pt x="4782581" y="1227843"/>
                  </a:lnTo>
                  <a:lnTo>
                    <a:pt x="4782708" y="1227843"/>
                  </a:lnTo>
                  <a:lnTo>
                    <a:pt x="4782834" y="1227843"/>
                  </a:lnTo>
                  <a:lnTo>
                    <a:pt x="4782960" y="1227843"/>
                  </a:lnTo>
                  <a:lnTo>
                    <a:pt x="4783086" y="1227843"/>
                  </a:lnTo>
                  <a:lnTo>
                    <a:pt x="4783213" y="1227843"/>
                  </a:lnTo>
                  <a:lnTo>
                    <a:pt x="4783339" y="1227843"/>
                  </a:lnTo>
                  <a:lnTo>
                    <a:pt x="4783465" y="1227843"/>
                  </a:lnTo>
                  <a:lnTo>
                    <a:pt x="4783592" y="1227843"/>
                  </a:lnTo>
                  <a:lnTo>
                    <a:pt x="4783718" y="1227843"/>
                  </a:lnTo>
                  <a:lnTo>
                    <a:pt x="4783844" y="1227843"/>
                  </a:lnTo>
                  <a:lnTo>
                    <a:pt x="4783970" y="1227843"/>
                  </a:lnTo>
                  <a:lnTo>
                    <a:pt x="4784097" y="1227843"/>
                  </a:lnTo>
                  <a:lnTo>
                    <a:pt x="4784223" y="1227843"/>
                  </a:lnTo>
                  <a:lnTo>
                    <a:pt x="4784349" y="1227843"/>
                  </a:lnTo>
                  <a:lnTo>
                    <a:pt x="4784475" y="1227843"/>
                  </a:lnTo>
                  <a:lnTo>
                    <a:pt x="4784602" y="1227843"/>
                  </a:lnTo>
                  <a:lnTo>
                    <a:pt x="4784728" y="1227843"/>
                  </a:lnTo>
                  <a:lnTo>
                    <a:pt x="4784854" y="1227843"/>
                  </a:lnTo>
                  <a:lnTo>
                    <a:pt x="4784980" y="1227843"/>
                  </a:lnTo>
                  <a:lnTo>
                    <a:pt x="4785107" y="1227843"/>
                  </a:lnTo>
                  <a:lnTo>
                    <a:pt x="4785233" y="1227843"/>
                  </a:lnTo>
                  <a:lnTo>
                    <a:pt x="4785359" y="1227843"/>
                  </a:lnTo>
                  <a:lnTo>
                    <a:pt x="4785485" y="1227843"/>
                  </a:lnTo>
                  <a:lnTo>
                    <a:pt x="4785612" y="1227843"/>
                  </a:lnTo>
                  <a:lnTo>
                    <a:pt x="4785738" y="1227843"/>
                  </a:lnTo>
                  <a:lnTo>
                    <a:pt x="4785864" y="1227843"/>
                  </a:lnTo>
                  <a:lnTo>
                    <a:pt x="4785990" y="1227843"/>
                  </a:lnTo>
                  <a:lnTo>
                    <a:pt x="4786117" y="1227843"/>
                  </a:lnTo>
                  <a:lnTo>
                    <a:pt x="4786243" y="1227843"/>
                  </a:lnTo>
                  <a:lnTo>
                    <a:pt x="4786369" y="1227843"/>
                  </a:lnTo>
                  <a:lnTo>
                    <a:pt x="4786495" y="1227843"/>
                  </a:lnTo>
                  <a:lnTo>
                    <a:pt x="4786622" y="1227843"/>
                  </a:lnTo>
                  <a:lnTo>
                    <a:pt x="4786748" y="1227843"/>
                  </a:lnTo>
                  <a:lnTo>
                    <a:pt x="4786874" y="1227843"/>
                  </a:lnTo>
                  <a:lnTo>
                    <a:pt x="4787000" y="1227843"/>
                  </a:lnTo>
                  <a:lnTo>
                    <a:pt x="4787127" y="1227843"/>
                  </a:lnTo>
                  <a:lnTo>
                    <a:pt x="4787253" y="1227843"/>
                  </a:lnTo>
                  <a:lnTo>
                    <a:pt x="4787379" y="1227843"/>
                  </a:lnTo>
                  <a:lnTo>
                    <a:pt x="4787505" y="1227843"/>
                  </a:lnTo>
                  <a:lnTo>
                    <a:pt x="4787632" y="1227843"/>
                  </a:lnTo>
                  <a:lnTo>
                    <a:pt x="4787758" y="1227843"/>
                  </a:lnTo>
                  <a:lnTo>
                    <a:pt x="4787884" y="1227843"/>
                  </a:lnTo>
                  <a:lnTo>
                    <a:pt x="4788010" y="1227843"/>
                  </a:lnTo>
                  <a:lnTo>
                    <a:pt x="4788137" y="1227843"/>
                  </a:lnTo>
                  <a:lnTo>
                    <a:pt x="4788263" y="1227843"/>
                  </a:lnTo>
                  <a:lnTo>
                    <a:pt x="4788389" y="1227843"/>
                  </a:lnTo>
                  <a:lnTo>
                    <a:pt x="4788515" y="1227843"/>
                  </a:lnTo>
                  <a:lnTo>
                    <a:pt x="4788642" y="1227843"/>
                  </a:lnTo>
                  <a:lnTo>
                    <a:pt x="4788768" y="1227843"/>
                  </a:lnTo>
                  <a:lnTo>
                    <a:pt x="4788894" y="1227843"/>
                  </a:lnTo>
                  <a:lnTo>
                    <a:pt x="4789021" y="1227843"/>
                  </a:lnTo>
                  <a:lnTo>
                    <a:pt x="4789147" y="1227843"/>
                  </a:lnTo>
                  <a:lnTo>
                    <a:pt x="4789273" y="1227843"/>
                  </a:lnTo>
                  <a:lnTo>
                    <a:pt x="4789399" y="1227843"/>
                  </a:lnTo>
                  <a:lnTo>
                    <a:pt x="4789526" y="1227843"/>
                  </a:lnTo>
                  <a:lnTo>
                    <a:pt x="4789652" y="1227843"/>
                  </a:lnTo>
                  <a:lnTo>
                    <a:pt x="4789778" y="1227843"/>
                  </a:lnTo>
                  <a:lnTo>
                    <a:pt x="4789778" y="1222932"/>
                  </a:lnTo>
                  <a:lnTo>
                    <a:pt x="4789904" y="1222932"/>
                  </a:lnTo>
                  <a:lnTo>
                    <a:pt x="4790031" y="1222932"/>
                  </a:lnTo>
                  <a:lnTo>
                    <a:pt x="4790157" y="1222932"/>
                  </a:lnTo>
                  <a:lnTo>
                    <a:pt x="4790283" y="1222932"/>
                  </a:lnTo>
                  <a:lnTo>
                    <a:pt x="4790409" y="1222932"/>
                  </a:lnTo>
                  <a:lnTo>
                    <a:pt x="4790536" y="1222932"/>
                  </a:lnTo>
                  <a:lnTo>
                    <a:pt x="4790662" y="1222932"/>
                  </a:lnTo>
                  <a:lnTo>
                    <a:pt x="4790788" y="1222932"/>
                  </a:lnTo>
                  <a:lnTo>
                    <a:pt x="4790914" y="1222932"/>
                  </a:lnTo>
                  <a:lnTo>
                    <a:pt x="4791041" y="1222932"/>
                  </a:lnTo>
                  <a:lnTo>
                    <a:pt x="4791167" y="1222932"/>
                  </a:lnTo>
                  <a:lnTo>
                    <a:pt x="4791293" y="1222932"/>
                  </a:lnTo>
                  <a:lnTo>
                    <a:pt x="4791419" y="1222932"/>
                  </a:lnTo>
                  <a:lnTo>
                    <a:pt x="4791546" y="1222932"/>
                  </a:lnTo>
                  <a:lnTo>
                    <a:pt x="4791672" y="1222932"/>
                  </a:lnTo>
                  <a:lnTo>
                    <a:pt x="4791798" y="1222932"/>
                  </a:lnTo>
                  <a:lnTo>
                    <a:pt x="4791924" y="1222932"/>
                  </a:lnTo>
                  <a:lnTo>
                    <a:pt x="4792051" y="1222932"/>
                  </a:lnTo>
                  <a:lnTo>
                    <a:pt x="4792177" y="1222932"/>
                  </a:lnTo>
                  <a:lnTo>
                    <a:pt x="4792303" y="1222932"/>
                  </a:lnTo>
                  <a:lnTo>
                    <a:pt x="4792429" y="1222932"/>
                  </a:lnTo>
                  <a:lnTo>
                    <a:pt x="4792556" y="1222932"/>
                  </a:lnTo>
                  <a:lnTo>
                    <a:pt x="4792682" y="1222932"/>
                  </a:lnTo>
                  <a:lnTo>
                    <a:pt x="4792808" y="1222932"/>
                  </a:lnTo>
                  <a:lnTo>
                    <a:pt x="4792934" y="1222932"/>
                  </a:lnTo>
                  <a:lnTo>
                    <a:pt x="4793061" y="1222932"/>
                  </a:lnTo>
                  <a:lnTo>
                    <a:pt x="4793187" y="1222932"/>
                  </a:lnTo>
                  <a:lnTo>
                    <a:pt x="4793313" y="1222932"/>
                  </a:lnTo>
                  <a:lnTo>
                    <a:pt x="4793439" y="1222932"/>
                  </a:lnTo>
                  <a:lnTo>
                    <a:pt x="4793566" y="1222932"/>
                  </a:lnTo>
                  <a:lnTo>
                    <a:pt x="4793692" y="1222932"/>
                  </a:lnTo>
                  <a:lnTo>
                    <a:pt x="4793818" y="1222932"/>
                  </a:lnTo>
                  <a:lnTo>
                    <a:pt x="4793945" y="1222932"/>
                  </a:lnTo>
                  <a:lnTo>
                    <a:pt x="4794071" y="1222932"/>
                  </a:lnTo>
                  <a:lnTo>
                    <a:pt x="4794197" y="1222932"/>
                  </a:lnTo>
                  <a:lnTo>
                    <a:pt x="4794323" y="1222932"/>
                  </a:lnTo>
                  <a:lnTo>
                    <a:pt x="4794450" y="1222932"/>
                  </a:lnTo>
                  <a:lnTo>
                    <a:pt x="4794576" y="1222932"/>
                  </a:lnTo>
                  <a:lnTo>
                    <a:pt x="4794702" y="1222932"/>
                  </a:lnTo>
                  <a:lnTo>
                    <a:pt x="4794828" y="1222932"/>
                  </a:lnTo>
                  <a:lnTo>
                    <a:pt x="4794955" y="1222932"/>
                  </a:lnTo>
                  <a:lnTo>
                    <a:pt x="4795081" y="1222932"/>
                  </a:lnTo>
                  <a:lnTo>
                    <a:pt x="4795207" y="1222932"/>
                  </a:lnTo>
                  <a:lnTo>
                    <a:pt x="4795333" y="1222932"/>
                  </a:lnTo>
                  <a:lnTo>
                    <a:pt x="4795460" y="1222932"/>
                  </a:lnTo>
                  <a:lnTo>
                    <a:pt x="4795586" y="1222932"/>
                  </a:lnTo>
                  <a:lnTo>
                    <a:pt x="4795712" y="1222932"/>
                  </a:lnTo>
                  <a:lnTo>
                    <a:pt x="4795838" y="1222932"/>
                  </a:lnTo>
                  <a:lnTo>
                    <a:pt x="4795838" y="1218020"/>
                  </a:lnTo>
                  <a:lnTo>
                    <a:pt x="4795965" y="1218020"/>
                  </a:lnTo>
                  <a:lnTo>
                    <a:pt x="4796091" y="1218020"/>
                  </a:lnTo>
                  <a:lnTo>
                    <a:pt x="4796217" y="1218020"/>
                  </a:lnTo>
                  <a:lnTo>
                    <a:pt x="4796343" y="1218020"/>
                  </a:lnTo>
                  <a:lnTo>
                    <a:pt x="4796470" y="1218020"/>
                  </a:lnTo>
                  <a:lnTo>
                    <a:pt x="4796596" y="1218020"/>
                  </a:lnTo>
                  <a:lnTo>
                    <a:pt x="4796722" y="1218020"/>
                  </a:lnTo>
                  <a:lnTo>
                    <a:pt x="4796848" y="1218020"/>
                  </a:lnTo>
                  <a:lnTo>
                    <a:pt x="4796975" y="1218020"/>
                  </a:lnTo>
                  <a:lnTo>
                    <a:pt x="4797101" y="1218020"/>
                  </a:lnTo>
                  <a:lnTo>
                    <a:pt x="4797227" y="1218020"/>
                  </a:lnTo>
                  <a:lnTo>
                    <a:pt x="4797353" y="1218020"/>
                  </a:lnTo>
                  <a:lnTo>
                    <a:pt x="4797480" y="1218020"/>
                  </a:lnTo>
                  <a:lnTo>
                    <a:pt x="4797606" y="1218020"/>
                  </a:lnTo>
                  <a:lnTo>
                    <a:pt x="4797732" y="1218020"/>
                  </a:lnTo>
                  <a:lnTo>
                    <a:pt x="4797858" y="1218020"/>
                  </a:lnTo>
                  <a:lnTo>
                    <a:pt x="4797985" y="1218020"/>
                  </a:lnTo>
                  <a:lnTo>
                    <a:pt x="4798111" y="1218020"/>
                  </a:lnTo>
                  <a:lnTo>
                    <a:pt x="4798237" y="1218020"/>
                  </a:lnTo>
                  <a:lnTo>
                    <a:pt x="4798363" y="1218020"/>
                  </a:lnTo>
                  <a:lnTo>
                    <a:pt x="4798490" y="1218020"/>
                  </a:lnTo>
                  <a:lnTo>
                    <a:pt x="4798616" y="1218020"/>
                  </a:lnTo>
                  <a:lnTo>
                    <a:pt x="4798742" y="1218020"/>
                  </a:lnTo>
                  <a:lnTo>
                    <a:pt x="4798868" y="1218020"/>
                  </a:lnTo>
                  <a:lnTo>
                    <a:pt x="4798995" y="1218020"/>
                  </a:lnTo>
                  <a:lnTo>
                    <a:pt x="4799121" y="1218020"/>
                  </a:lnTo>
                  <a:lnTo>
                    <a:pt x="4799247" y="1218020"/>
                  </a:lnTo>
                  <a:lnTo>
                    <a:pt x="4799374" y="1218020"/>
                  </a:lnTo>
                  <a:lnTo>
                    <a:pt x="4799500" y="1218020"/>
                  </a:lnTo>
                  <a:lnTo>
                    <a:pt x="4799626" y="1218020"/>
                  </a:lnTo>
                  <a:lnTo>
                    <a:pt x="4799752" y="1218020"/>
                  </a:lnTo>
                  <a:lnTo>
                    <a:pt x="4799879" y="1218020"/>
                  </a:lnTo>
                  <a:lnTo>
                    <a:pt x="4800005" y="1218020"/>
                  </a:lnTo>
                  <a:lnTo>
                    <a:pt x="4800131" y="1218020"/>
                  </a:lnTo>
                  <a:lnTo>
                    <a:pt x="4800257" y="1218020"/>
                  </a:lnTo>
                  <a:lnTo>
                    <a:pt x="4800384" y="1218020"/>
                  </a:lnTo>
                  <a:lnTo>
                    <a:pt x="4800510" y="1218020"/>
                  </a:lnTo>
                  <a:lnTo>
                    <a:pt x="4800636" y="1218020"/>
                  </a:lnTo>
                  <a:lnTo>
                    <a:pt x="4800762" y="1218020"/>
                  </a:lnTo>
                  <a:lnTo>
                    <a:pt x="4800889" y="1218020"/>
                  </a:lnTo>
                  <a:lnTo>
                    <a:pt x="4801015" y="1218020"/>
                  </a:lnTo>
                  <a:lnTo>
                    <a:pt x="4801141" y="1218020"/>
                  </a:lnTo>
                  <a:lnTo>
                    <a:pt x="4801267" y="1218020"/>
                  </a:lnTo>
                  <a:lnTo>
                    <a:pt x="4801394" y="1218020"/>
                  </a:lnTo>
                  <a:lnTo>
                    <a:pt x="4801520" y="1218020"/>
                  </a:lnTo>
                  <a:lnTo>
                    <a:pt x="4801646" y="1218020"/>
                  </a:lnTo>
                  <a:lnTo>
                    <a:pt x="4801772" y="1218020"/>
                  </a:lnTo>
                  <a:lnTo>
                    <a:pt x="4801899" y="1218020"/>
                  </a:lnTo>
                  <a:lnTo>
                    <a:pt x="4802025" y="1218020"/>
                  </a:lnTo>
                  <a:lnTo>
                    <a:pt x="4802151" y="1218020"/>
                  </a:lnTo>
                  <a:lnTo>
                    <a:pt x="4802277" y="1218020"/>
                  </a:lnTo>
                  <a:lnTo>
                    <a:pt x="4802404" y="1218020"/>
                  </a:lnTo>
                  <a:lnTo>
                    <a:pt x="4802530" y="1218020"/>
                  </a:lnTo>
                  <a:lnTo>
                    <a:pt x="4802656" y="1218020"/>
                  </a:lnTo>
                  <a:lnTo>
                    <a:pt x="4802782" y="1218020"/>
                  </a:lnTo>
                  <a:lnTo>
                    <a:pt x="4802909" y="1218020"/>
                  </a:lnTo>
                  <a:lnTo>
                    <a:pt x="4803035" y="1218020"/>
                  </a:lnTo>
                  <a:lnTo>
                    <a:pt x="4803161" y="1218020"/>
                  </a:lnTo>
                  <a:lnTo>
                    <a:pt x="4803287" y="1218020"/>
                  </a:lnTo>
                  <a:lnTo>
                    <a:pt x="4803414" y="1218020"/>
                  </a:lnTo>
                  <a:lnTo>
                    <a:pt x="4803540" y="1218020"/>
                  </a:lnTo>
                  <a:lnTo>
                    <a:pt x="4803666" y="1218020"/>
                  </a:lnTo>
                  <a:lnTo>
                    <a:pt x="4803792" y="1218020"/>
                  </a:lnTo>
                  <a:lnTo>
                    <a:pt x="4803919" y="1218020"/>
                  </a:lnTo>
                  <a:lnTo>
                    <a:pt x="4804045" y="1218020"/>
                  </a:lnTo>
                  <a:lnTo>
                    <a:pt x="4804171" y="1218020"/>
                  </a:lnTo>
                  <a:lnTo>
                    <a:pt x="4804298" y="1218020"/>
                  </a:lnTo>
                  <a:lnTo>
                    <a:pt x="4804424" y="1218020"/>
                  </a:lnTo>
                  <a:lnTo>
                    <a:pt x="4804550" y="1218020"/>
                  </a:lnTo>
                  <a:lnTo>
                    <a:pt x="4804676" y="1218020"/>
                  </a:lnTo>
                  <a:lnTo>
                    <a:pt x="4804803" y="1218020"/>
                  </a:lnTo>
                  <a:lnTo>
                    <a:pt x="4804929" y="1218020"/>
                  </a:lnTo>
                  <a:lnTo>
                    <a:pt x="4805055" y="1218020"/>
                  </a:lnTo>
                  <a:lnTo>
                    <a:pt x="4805181" y="1218020"/>
                  </a:lnTo>
                  <a:lnTo>
                    <a:pt x="4805308" y="1218020"/>
                  </a:lnTo>
                  <a:lnTo>
                    <a:pt x="4805434" y="1218020"/>
                  </a:lnTo>
                  <a:lnTo>
                    <a:pt x="4805560" y="1218020"/>
                  </a:lnTo>
                  <a:lnTo>
                    <a:pt x="4805686" y="1218020"/>
                  </a:lnTo>
                  <a:lnTo>
                    <a:pt x="4805813" y="1218020"/>
                  </a:lnTo>
                  <a:lnTo>
                    <a:pt x="4805939" y="1218020"/>
                  </a:lnTo>
                  <a:lnTo>
                    <a:pt x="4806065" y="1218020"/>
                  </a:lnTo>
                  <a:lnTo>
                    <a:pt x="4806191" y="1218020"/>
                  </a:lnTo>
                  <a:lnTo>
                    <a:pt x="4806318" y="1218020"/>
                  </a:lnTo>
                  <a:lnTo>
                    <a:pt x="4806444" y="1218020"/>
                  </a:lnTo>
                  <a:lnTo>
                    <a:pt x="4806570" y="1218020"/>
                  </a:lnTo>
                  <a:lnTo>
                    <a:pt x="4806696" y="1218020"/>
                  </a:lnTo>
                  <a:lnTo>
                    <a:pt x="4806823" y="1218020"/>
                  </a:lnTo>
                  <a:lnTo>
                    <a:pt x="4806949" y="1218020"/>
                  </a:lnTo>
                  <a:lnTo>
                    <a:pt x="4807075" y="1218020"/>
                  </a:lnTo>
                  <a:lnTo>
                    <a:pt x="4807201" y="1218020"/>
                  </a:lnTo>
                  <a:lnTo>
                    <a:pt x="4807328" y="1218020"/>
                  </a:lnTo>
                  <a:lnTo>
                    <a:pt x="4807454" y="1218020"/>
                  </a:lnTo>
                  <a:lnTo>
                    <a:pt x="4807580" y="1218020"/>
                  </a:lnTo>
                  <a:lnTo>
                    <a:pt x="4807706" y="1218020"/>
                  </a:lnTo>
                  <a:lnTo>
                    <a:pt x="4807833" y="1218020"/>
                  </a:lnTo>
                  <a:lnTo>
                    <a:pt x="4807959" y="1218020"/>
                  </a:lnTo>
                  <a:lnTo>
                    <a:pt x="4808085" y="1218020"/>
                  </a:lnTo>
                  <a:lnTo>
                    <a:pt x="4808211" y="1218020"/>
                  </a:lnTo>
                  <a:lnTo>
                    <a:pt x="4808338" y="1218020"/>
                  </a:lnTo>
                  <a:lnTo>
                    <a:pt x="4808464" y="1218020"/>
                  </a:lnTo>
                  <a:lnTo>
                    <a:pt x="4808590" y="1218020"/>
                  </a:lnTo>
                  <a:lnTo>
                    <a:pt x="4808716" y="1218020"/>
                  </a:lnTo>
                  <a:lnTo>
                    <a:pt x="4808843" y="1218020"/>
                  </a:lnTo>
                  <a:lnTo>
                    <a:pt x="4808969" y="1218020"/>
                  </a:lnTo>
                  <a:lnTo>
                    <a:pt x="4809095" y="1218020"/>
                  </a:lnTo>
                  <a:lnTo>
                    <a:pt x="4809221" y="1218020"/>
                  </a:lnTo>
                  <a:lnTo>
                    <a:pt x="4809348" y="1218020"/>
                  </a:lnTo>
                  <a:lnTo>
                    <a:pt x="4809474" y="1218020"/>
                  </a:lnTo>
                  <a:lnTo>
                    <a:pt x="4809600" y="1218020"/>
                  </a:lnTo>
                  <a:lnTo>
                    <a:pt x="4809727" y="1218020"/>
                  </a:lnTo>
                  <a:lnTo>
                    <a:pt x="4809853" y="1218020"/>
                  </a:lnTo>
                  <a:lnTo>
                    <a:pt x="4809979" y="1218020"/>
                  </a:lnTo>
                  <a:lnTo>
                    <a:pt x="4810105" y="1218020"/>
                  </a:lnTo>
                  <a:lnTo>
                    <a:pt x="4810232" y="1218020"/>
                  </a:lnTo>
                  <a:lnTo>
                    <a:pt x="4810358" y="1218020"/>
                  </a:lnTo>
                  <a:lnTo>
                    <a:pt x="4810484" y="1218020"/>
                  </a:lnTo>
                  <a:lnTo>
                    <a:pt x="4810610" y="1218020"/>
                  </a:lnTo>
                  <a:lnTo>
                    <a:pt x="4810737" y="1218020"/>
                  </a:lnTo>
                  <a:lnTo>
                    <a:pt x="4810863" y="1218020"/>
                  </a:lnTo>
                  <a:lnTo>
                    <a:pt x="4810989" y="1218020"/>
                  </a:lnTo>
                  <a:lnTo>
                    <a:pt x="4811115" y="1218020"/>
                  </a:lnTo>
                  <a:lnTo>
                    <a:pt x="4811242" y="1218020"/>
                  </a:lnTo>
                  <a:lnTo>
                    <a:pt x="4811368" y="1218020"/>
                  </a:lnTo>
                  <a:lnTo>
                    <a:pt x="4811494" y="1218020"/>
                  </a:lnTo>
                  <a:lnTo>
                    <a:pt x="4811620" y="1218020"/>
                  </a:lnTo>
                  <a:lnTo>
                    <a:pt x="4811747" y="1218020"/>
                  </a:lnTo>
                  <a:lnTo>
                    <a:pt x="4811747" y="1213109"/>
                  </a:lnTo>
                  <a:lnTo>
                    <a:pt x="4811873" y="1213109"/>
                  </a:lnTo>
                  <a:lnTo>
                    <a:pt x="4811999" y="1213109"/>
                  </a:lnTo>
                  <a:lnTo>
                    <a:pt x="4812125" y="1213109"/>
                  </a:lnTo>
                  <a:lnTo>
                    <a:pt x="4812252" y="1213109"/>
                  </a:lnTo>
                  <a:lnTo>
                    <a:pt x="4812378" y="1213109"/>
                  </a:lnTo>
                  <a:lnTo>
                    <a:pt x="4812504" y="1213109"/>
                  </a:lnTo>
                  <a:lnTo>
                    <a:pt x="4812630" y="1213109"/>
                  </a:lnTo>
                  <a:lnTo>
                    <a:pt x="4812757" y="1213109"/>
                  </a:lnTo>
                  <a:lnTo>
                    <a:pt x="4812883" y="1213109"/>
                  </a:lnTo>
                  <a:lnTo>
                    <a:pt x="4812883" y="1208198"/>
                  </a:lnTo>
                  <a:lnTo>
                    <a:pt x="4813009" y="1208198"/>
                  </a:lnTo>
                  <a:lnTo>
                    <a:pt x="4813135" y="1208198"/>
                  </a:lnTo>
                  <a:lnTo>
                    <a:pt x="4813262" y="1208198"/>
                  </a:lnTo>
                  <a:lnTo>
                    <a:pt x="4813388" y="1208198"/>
                  </a:lnTo>
                  <a:lnTo>
                    <a:pt x="4813514" y="1208198"/>
                  </a:lnTo>
                  <a:lnTo>
                    <a:pt x="4813640" y="1208198"/>
                  </a:lnTo>
                  <a:lnTo>
                    <a:pt x="4813767" y="1208198"/>
                  </a:lnTo>
                  <a:lnTo>
                    <a:pt x="4813893" y="1208198"/>
                  </a:lnTo>
                  <a:lnTo>
                    <a:pt x="4814019" y="1208198"/>
                  </a:lnTo>
                  <a:lnTo>
                    <a:pt x="4814145" y="1208198"/>
                  </a:lnTo>
                  <a:lnTo>
                    <a:pt x="4814272" y="1208198"/>
                  </a:lnTo>
                  <a:lnTo>
                    <a:pt x="4814398" y="1208198"/>
                  </a:lnTo>
                  <a:lnTo>
                    <a:pt x="4814524" y="1208198"/>
                  </a:lnTo>
                  <a:lnTo>
                    <a:pt x="4814651" y="1208198"/>
                  </a:lnTo>
                  <a:lnTo>
                    <a:pt x="4814777" y="1208198"/>
                  </a:lnTo>
                  <a:lnTo>
                    <a:pt x="4814903" y="1208198"/>
                  </a:lnTo>
                  <a:lnTo>
                    <a:pt x="4815029" y="1208198"/>
                  </a:lnTo>
                  <a:lnTo>
                    <a:pt x="4815156" y="1208198"/>
                  </a:lnTo>
                  <a:lnTo>
                    <a:pt x="4815156" y="1203286"/>
                  </a:lnTo>
                  <a:lnTo>
                    <a:pt x="4815282" y="1203286"/>
                  </a:lnTo>
                  <a:lnTo>
                    <a:pt x="4815408" y="1203286"/>
                  </a:lnTo>
                  <a:lnTo>
                    <a:pt x="4815534" y="1203286"/>
                  </a:lnTo>
                  <a:lnTo>
                    <a:pt x="4815661" y="1203286"/>
                  </a:lnTo>
                  <a:lnTo>
                    <a:pt x="4815787" y="1203286"/>
                  </a:lnTo>
                  <a:lnTo>
                    <a:pt x="4815913" y="1203286"/>
                  </a:lnTo>
                  <a:lnTo>
                    <a:pt x="4816039" y="1203286"/>
                  </a:lnTo>
                  <a:lnTo>
                    <a:pt x="4816166" y="1203286"/>
                  </a:lnTo>
                  <a:lnTo>
                    <a:pt x="4816292" y="1203286"/>
                  </a:lnTo>
                  <a:lnTo>
                    <a:pt x="4816418" y="1203286"/>
                  </a:lnTo>
                  <a:lnTo>
                    <a:pt x="4816544" y="1203286"/>
                  </a:lnTo>
                  <a:lnTo>
                    <a:pt x="4816671" y="1203286"/>
                  </a:lnTo>
                  <a:lnTo>
                    <a:pt x="4816797" y="1203286"/>
                  </a:lnTo>
                  <a:lnTo>
                    <a:pt x="4816923" y="1203286"/>
                  </a:lnTo>
                  <a:lnTo>
                    <a:pt x="4817049" y="1203286"/>
                  </a:lnTo>
                  <a:lnTo>
                    <a:pt x="4817176" y="1203286"/>
                  </a:lnTo>
                  <a:lnTo>
                    <a:pt x="4817302" y="1203286"/>
                  </a:lnTo>
                  <a:lnTo>
                    <a:pt x="4817428" y="1203286"/>
                  </a:lnTo>
                  <a:lnTo>
                    <a:pt x="4817554" y="1203286"/>
                  </a:lnTo>
                  <a:lnTo>
                    <a:pt x="4817681" y="1203286"/>
                  </a:lnTo>
                  <a:lnTo>
                    <a:pt x="4817807" y="1203286"/>
                  </a:lnTo>
                  <a:lnTo>
                    <a:pt x="4817933" y="1203286"/>
                  </a:lnTo>
                  <a:lnTo>
                    <a:pt x="4818059" y="1203286"/>
                  </a:lnTo>
                  <a:lnTo>
                    <a:pt x="4818186" y="1203286"/>
                  </a:lnTo>
                  <a:lnTo>
                    <a:pt x="4818312" y="1203286"/>
                  </a:lnTo>
                  <a:lnTo>
                    <a:pt x="4818438" y="1203286"/>
                  </a:lnTo>
                  <a:lnTo>
                    <a:pt x="4818564" y="1203286"/>
                  </a:lnTo>
                  <a:lnTo>
                    <a:pt x="4818691" y="1203286"/>
                  </a:lnTo>
                  <a:lnTo>
                    <a:pt x="4818817" y="1203286"/>
                  </a:lnTo>
                  <a:lnTo>
                    <a:pt x="4818943" y="1203286"/>
                  </a:lnTo>
                  <a:lnTo>
                    <a:pt x="4819069" y="1203286"/>
                  </a:lnTo>
                  <a:lnTo>
                    <a:pt x="4819196" y="1203286"/>
                  </a:lnTo>
                  <a:lnTo>
                    <a:pt x="4819322" y="1203286"/>
                  </a:lnTo>
                  <a:lnTo>
                    <a:pt x="4819448" y="1203286"/>
                  </a:lnTo>
                  <a:lnTo>
                    <a:pt x="4819575" y="1203286"/>
                  </a:lnTo>
                  <a:lnTo>
                    <a:pt x="4819701" y="1203286"/>
                  </a:lnTo>
                  <a:lnTo>
                    <a:pt x="4819827" y="1203286"/>
                  </a:lnTo>
                  <a:lnTo>
                    <a:pt x="4819953" y="1203286"/>
                  </a:lnTo>
                  <a:lnTo>
                    <a:pt x="4820080" y="1203286"/>
                  </a:lnTo>
                  <a:lnTo>
                    <a:pt x="4820206" y="1203286"/>
                  </a:lnTo>
                  <a:lnTo>
                    <a:pt x="4820332" y="1203286"/>
                  </a:lnTo>
                  <a:lnTo>
                    <a:pt x="4820458" y="1203286"/>
                  </a:lnTo>
                  <a:lnTo>
                    <a:pt x="4820585" y="1203286"/>
                  </a:lnTo>
                  <a:lnTo>
                    <a:pt x="4820711" y="1203286"/>
                  </a:lnTo>
                  <a:lnTo>
                    <a:pt x="4820837" y="1203286"/>
                  </a:lnTo>
                  <a:lnTo>
                    <a:pt x="4820837" y="1198375"/>
                  </a:lnTo>
                  <a:lnTo>
                    <a:pt x="4820963" y="1198375"/>
                  </a:lnTo>
                  <a:lnTo>
                    <a:pt x="4821090" y="1198375"/>
                  </a:lnTo>
                  <a:lnTo>
                    <a:pt x="4821216" y="1198375"/>
                  </a:lnTo>
                  <a:lnTo>
                    <a:pt x="4821342" y="1198375"/>
                  </a:lnTo>
                  <a:lnTo>
                    <a:pt x="4821468" y="1198375"/>
                  </a:lnTo>
                  <a:lnTo>
                    <a:pt x="4821595" y="1198375"/>
                  </a:lnTo>
                  <a:lnTo>
                    <a:pt x="4821721" y="1198375"/>
                  </a:lnTo>
                  <a:lnTo>
                    <a:pt x="4821847" y="1198375"/>
                  </a:lnTo>
                  <a:lnTo>
                    <a:pt x="4821973" y="1198375"/>
                  </a:lnTo>
                  <a:lnTo>
                    <a:pt x="4822100" y="1198375"/>
                  </a:lnTo>
                  <a:lnTo>
                    <a:pt x="4822226" y="1198375"/>
                  </a:lnTo>
                  <a:lnTo>
                    <a:pt x="4822352" y="1198375"/>
                  </a:lnTo>
                  <a:lnTo>
                    <a:pt x="4822478" y="1198375"/>
                  </a:lnTo>
                  <a:lnTo>
                    <a:pt x="4822605" y="1198375"/>
                  </a:lnTo>
                  <a:lnTo>
                    <a:pt x="4822731" y="1198375"/>
                  </a:lnTo>
                  <a:lnTo>
                    <a:pt x="4822857" y="1198375"/>
                  </a:lnTo>
                  <a:lnTo>
                    <a:pt x="4822983" y="1198375"/>
                  </a:lnTo>
                  <a:lnTo>
                    <a:pt x="4823110" y="1198375"/>
                  </a:lnTo>
                  <a:lnTo>
                    <a:pt x="4823236" y="1198375"/>
                  </a:lnTo>
                  <a:lnTo>
                    <a:pt x="4823362" y="1198375"/>
                  </a:lnTo>
                  <a:lnTo>
                    <a:pt x="4823488" y="1198375"/>
                  </a:lnTo>
                  <a:lnTo>
                    <a:pt x="4823615" y="1198375"/>
                  </a:lnTo>
                  <a:lnTo>
                    <a:pt x="4823741" y="1198375"/>
                  </a:lnTo>
                  <a:lnTo>
                    <a:pt x="4823867" y="1198375"/>
                  </a:lnTo>
                  <a:lnTo>
                    <a:pt x="4823993" y="1198375"/>
                  </a:lnTo>
                  <a:lnTo>
                    <a:pt x="4824120" y="1198375"/>
                  </a:lnTo>
                  <a:lnTo>
                    <a:pt x="4824246" y="1198375"/>
                  </a:lnTo>
                  <a:lnTo>
                    <a:pt x="4824372" y="1198375"/>
                  </a:lnTo>
                  <a:lnTo>
                    <a:pt x="4824498" y="1198375"/>
                  </a:lnTo>
                  <a:lnTo>
                    <a:pt x="4824625" y="1198375"/>
                  </a:lnTo>
                  <a:lnTo>
                    <a:pt x="4824751" y="1198375"/>
                  </a:lnTo>
                  <a:lnTo>
                    <a:pt x="4824877" y="1198375"/>
                  </a:lnTo>
                  <a:lnTo>
                    <a:pt x="4825004" y="1198375"/>
                  </a:lnTo>
                  <a:lnTo>
                    <a:pt x="4825130" y="1198375"/>
                  </a:lnTo>
                  <a:lnTo>
                    <a:pt x="4825256" y="1198375"/>
                  </a:lnTo>
                  <a:lnTo>
                    <a:pt x="4825382" y="1198375"/>
                  </a:lnTo>
                  <a:lnTo>
                    <a:pt x="4825509" y="1198375"/>
                  </a:lnTo>
                  <a:lnTo>
                    <a:pt x="4825635" y="1198375"/>
                  </a:lnTo>
                  <a:lnTo>
                    <a:pt x="4825761" y="1198375"/>
                  </a:lnTo>
                  <a:lnTo>
                    <a:pt x="4825887" y="1198375"/>
                  </a:lnTo>
                  <a:lnTo>
                    <a:pt x="4826014" y="1198375"/>
                  </a:lnTo>
                  <a:lnTo>
                    <a:pt x="4826140" y="1198375"/>
                  </a:lnTo>
                  <a:lnTo>
                    <a:pt x="4826266" y="1198375"/>
                  </a:lnTo>
                  <a:lnTo>
                    <a:pt x="4826392" y="1198375"/>
                  </a:lnTo>
                  <a:lnTo>
                    <a:pt x="4826519" y="1198375"/>
                  </a:lnTo>
                  <a:lnTo>
                    <a:pt x="4826645" y="1198375"/>
                  </a:lnTo>
                  <a:lnTo>
                    <a:pt x="4826771" y="1198375"/>
                  </a:lnTo>
                  <a:lnTo>
                    <a:pt x="4826897" y="1198375"/>
                  </a:lnTo>
                  <a:lnTo>
                    <a:pt x="4827024" y="1198375"/>
                  </a:lnTo>
                  <a:lnTo>
                    <a:pt x="4827150" y="1198375"/>
                  </a:lnTo>
                  <a:lnTo>
                    <a:pt x="4827276" y="1198375"/>
                  </a:lnTo>
                  <a:lnTo>
                    <a:pt x="4827402" y="1198375"/>
                  </a:lnTo>
                  <a:lnTo>
                    <a:pt x="4827529" y="1198375"/>
                  </a:lnTo>
                  <a:lnTo>
                    <a:pt x="4827655" y="1198375"/>
                  </a:lnTo>
                  <a:lnTo>
                    <a:pt x="4827781" y="1198375"/>
                  </a:lnTo>
                  <a:lnTo>
                    <a:pt x="4827907" y="1198375"/>
                  </a:lnTo>
                  <a:lnTo>
                    <a:pt x="4828034" y="1198375"/>
                  </a:lnTo>
                  <a:lnTo>
                    <a:pt x="4828160" y="1198375"/>
                  </a:lnTo>
                  <a:lnTo>
                    <a:pt x="4828286" y="1198375"/>
                  </a:lnTo>
                  <a:lnTo>
                    <a:pt x="4828412" y="1198375"/>
                  </a:lnTo>
                  <a:lnTo>
                    <a:pt x="4828539" y="1198375"/>
                  </a:lnTo>
                  <a:lnTo>
                    <a:pt x="4828665" y="1198375"/>
                  </a:lnTo>
                  <a:lnTo>
                    <a:pt x="4828791" y="1198375"/>
                  </a:lnTo>
                  <a:lnTo>
                    <a:pt x="4828917" y="1198375"/>
                  </a:lnTo>
                  <a:lnTo>
                    <a:pt x="4829044" y="1198375"/>
                  </a:lnTo>
                  <a:lnTo>
                    <a:pt x="4829170" y="1198375"/>
                  </a:lnTo>
                  <a:lnTo>
                    <a:pt x="4829296" y="1198375"/>
                  </a:lnTo>
                  <a:lnTo>
                    <a:pt x="4829422" y="1198375"/>
                  </a:lnTo>
                  <a:lnTo>
                    <a:pt x="4829549" y="1198375"/>
                  </a:lnTo>
                  <a:lnTo>
                    <a:pt x="4829675" y="1198375"/>
                  </a:lnTo>
                  <a:lnTo>
                    <a:pt x="4829801" y="1198375"/>
                  </a:lnTo>
                  <a:lnTo>
                    <a:pt x="4829928" y="1198375"/>
                  </a:lnTo>
                  <a:lnTo>
                    <a:pt x="4830054" y="1198375"/>
                  </a:lnTo>
                  <a:lnTo>
                    <a:pt x="4830180" y="1198375"/>
                  </a:lnTo>
                  <a:lnTo>
                    <a:pt x="4830306" y="1198375"/>
                  </a:lnTo>
                  <a:lnTo>
                    <a:pt x="4830433" y="1198375"/>
                  </a:lnTo>
                  <a:lnTo>
                    <a:pt x="4830559" y="1198375"/>
                  </a:lnTo>
                  <a:lnTo>
                    <a:pt x="4830685" y="1198375"/>
                  </a:lnTo>
                  <a:lnTo>
                    <a:pt x="4830811" y="1198375"/>
                  </a:lnTo>
                  <a:lnTo>
                    <a:pt x="4830938" y="1198375"/>
                  </a:lnTo>
                  <a:lnTo>
                    <a:pt x="4831064" y="1198375"/>
                  </a:lnTo>
                  <a:lnTo>
                    <a:pt x="4831190" y="1198375"/>
                  </a:lnTo>
                  <a:lnTo>
                    <a:pt x="4831316" y="1198375"/>
                  </a:lnTo>
                  <a:lnTo>
                    <a:pt x="4831443" y="1198375"/>
                  </a:lnTo>
                  <a:lnTo>
                    <a:pt x="4831569" y="1198375"/>
                  </a:lnTo>
                  <a:lnTo>
                    <a:pt x="4831695" y="1198375"/>
                  </a:lnTo>
                  <a:lnTo>
                    <a:pt x="4831821" y="1198375"/>
                  </a:lnTo>
                  <a:lnTo>
                    <a:pt x="4831948" y="1198375"/>
                  </a:lnTo>
                  <a:lnTo>
                    <a:pt x="4832074" y="1198375"/>
                  </a:lnTo>
                  <a:lnTo>
                    <a:pt x="4832200" y="1198375"/>
                  </a:lnTo>
                  <a:lnTo>
                    <a:pt x="4832326" y="1198375"/>
                  </a:lnTo>
                  <a:lnTo>
                    <a:pt x="4832453" y="1198375"/>
                  </a:lnTo>
                  <a:lnTo>
                    <a:pt x="4832579" y="1198375"/>
                  </a:lnTo>
                  <a:lnTo>
                    <a:pt x="4832705" y="1198375"/>
                  </a:lnTo>
                  <a:lnTo>
                    <a:pt x="4832831" y="1198375"/>
                  </a:lnTo>
                  <a:lnTo>
                    <a:pt x="4832958" y="1198375"/>
                  </a:lnTo>
                  <a:lnTo>
                    <a:pt x="4833084" y="1198375"/>
                  </a:lnTo>
                  <a:lnTo>
                    <a:pt x="4833210" y="1198375"/>
                  </a:lnTo>
                  <a:lnTo>
                    <a:pt x="4833336" y="1198375"/>
                  </a:lnTo>
                  <a:lnTo>
                    <a:pt x="4833463" y="1198375"/>
                  </a:lnTo>
                  <a:lnTo>
                    <a:pt x="4833589" y="1198375"/>
                  </a:lnTo>
                  <a:lnTo>
                    <a:pt x="4833715" y="1198375"/>
                  </a:lnTo>
                  <a:lnTo>
                    <a:pt x="4833841" y="1198375"/>
                  </a:lnTo>
                  <a:lnTo>
                    <a:pt x="4833968" y="1198375"/>
                  </a:lnTo>
                  <a:lnTo>
                    <a:pt x="4834094" y="1198375"/>
                  </a:lnTo>
                  <a:lnTo>
                    <a:pt x="4834220" y="1198375"/>
                  </a:lnTo>
                  <a:lnTo>
                    <a:pt x="4834346" y="1198375"/>
                  </a:lnTo>
                  <a:lnTo>
                    <a:pt x="4834473" y="1198375"/>
                  </a:lnTo>
                  <a:lnTo>
                    <a:pt x="4834599" y="1198375"/>
                  </a:lnTo>
                  <a:lnTo>
                    <a:pt x="4834725" y="1198375"/>
                  </a:lnTo>
                  <a:lnTo>
                    <a:pt x="4834851" y="1198375"/>
                  </a:lnTo>
                  <a:lnTo>
                    <a:pt x="4834978" y="1198375"/>
                  </a:lnTo>
                  <a:lnTo>
                    <a:pt x="4835104" y="1198375"/>
                  </a:lnTo>
                  <a:lnTo>
                    <a:pt x="4835230" y="1198375"/>
                  </a:lnTo>
                  <a:lnTo>
                    <a:pt x="4835357" y="1198375"/>
                  </a:lnTo>
                  <a:lnTo>
                    <a:pt x="4835483" y="1198375"/>
                  </a:lnTo>
                  <a:lnTo>
                    <a:pt x="4835609" y="1198375"/>
                  </a:lnTo>
                  <a:lnTo>
                    <a:pt x="4835735" y="1198375"/>
                  </a:lnTo>
                  <a:lnTo>
                    <a:pt x="4835862" y="1198375"/>
                  </a:lnTo>
                  <a:lnTo>
                    <a:pt x="4835988" y="1198375"/>
                  </a:lnTo>
                  <a:lnTo>
                    <a:pt x="4836114" y="1198375"/>
                  </a:lnTo>
                  <a:lnTo>
                    <a:pt x="4836240" y="1198375"/>
                  </a:lnTo>
                  <a:lnTo>
                    <a:pt x="4836367" y="1198375"/>
                  </a:lnTo>
                  <a:lnTo>
                    <a:pt x="4836493" y="1198375"/>
                  </a:lnTo>
                  <a:lnTo>
                    <a:pt x="4836619" y="1198375"/>
                  </a:lnTo>
                  <a:lnTo>
                    <a:pt x="4836619" y="1193464"/>
                  </a:lnTo>
                  <a:lnTo>
                    <a:pt x="4836745" y="1193464"/>
                  </a:lnTo>
                  <a:lnTo>
                    <a:pt x="4836872" y="1193464"/>
                  </a:lnTo>
                  <a:lnTo>
                    <a:pt x="4836998" y="1193464"/>
                  </a:lnTo>
                  <a:lnTo>
                    <a:pt x="4837124" y="1193464"/>
                  </a:lnTo>
                  <a:lnTo>
                    <a:pt x="4837250" y="1193464"/>
                  </a:lnTo>
                  <a:lnTo>
                    <a:pt x="4837250" y="1188552"/>
                  </a:lnTo>
                  <a:lnTo>
                    <a:pt x="4837377" y="1188552"/>
                  </a:lnTo>
                  <a:lnTo>
                    <a:pt x="4837503" y="1188552"/>
                  </a:lnTo>
                  <a:lnTo>
                    <a:pt x="4837629" y="1188552"/>
                  </a:lnTo>
                  <a:lnTo>
                    <a:pt x="4837755" y="1188552"/>
                  </a:lnTo>
                  <a:lnTo>
                    <a:pt x="4837882" y="1188552"/>
                  </a:lnTo>
                  <a:lnTo>
                    <a:pt x="4838008" y="1188552"/>
                  </a:lnTo>
                  <a:lnTo>
                    <a:pt x="4838134" y="1188552"/>
                  </a:lnTo>
                  <a:lnTo>
                    <a:pt x="4838260" y="1188552"/>
                  </a:lnTo>
                  <a:lnTo>
                    <a:pt x="4838387" y="1188552"/>
                  </a:lnTo>
                  <a:lnTo>
                    <a:pt x="4838513" y="1188552"/>
                  </a:lnTo>
                  <a:lnTo>
                    <a:pt x="4838639" y="1188552"/>
                  </a:lnTo>
                  <a:lnTo>
                    <a:pt x="4838765" y="1188552"/>
                  </a:lnTo>
                  <a:lnTo>
                    <a:pt x="4838892" y="1188552"/>
                  </a:lnTo>
                  <a:lnTo>
                    <a:pt x="4839018" y="1188552"/>
                  </a:lnTo>
                  <a:lnTo>
                    <a:pt x="4839144" y="1188552"/>
                  </a:lnTo>
                  <a:lnTo>
                    <a:pt x="4839270" y="1188552"/>
                  </a:lnTo>
                  <a:lnTo>
                    <a:pt x="4839397" y="1188552"/>
                  </a:lnTo>
                  <a:lnTo>
                    <a:pt x="4839523" y="1188552"/>
                  </a:lnTo>
                  <a:lnTo>
                    <a:pt x="4839649" y="1188552"/>
                  </a:lnTo>
                  <a:lnTo>
                    <a:pt x="4839775" y="1188552"/>
                  </a:lnTo>
                  <a:lnTo>
                    <a:pt x="4839902" y="1188552"/>
                  </a:lnTo>
                  <a:lnTo>
                    <a:pt x="4840028" y="1188552"/>
                  </a:lnTo>
                  <a:lnTo>
                    <a:pt x="4840154" y="1188552"/>
                  </a:lnTo>
                  <a:lnTo>
                    <a:pt x="4840281" y="1188552"/>
                  </a:lnTo>
                  <a:lnTo>
                    <a:pt x="4840407" y="1188552"/>
                  </a:lnTo>
                  <a:lnTo>
                    <a:pt x="4840533" y="1188552"/>
                  </a:lnTo>
                  <a:lnTo>
                    <a:pt x="4840659" y="1188552"/>
                  </a:lnTo>
                  <a:lnTo>
                    <a:pt x="4840786" y="1188552"/>
                  </a:lnTo>
                  <a:lnTo>
                    <a:pt x="4840912" y="1188552"/>
                  </a:lnTo>
                  <a:lnTo>
                    <a:pt x="4841038" y="1188552"/>
                  </a:lnTo>
                  <a:lnTo>
                    <a:pt x="4841164" y="1188552"/>
                  </a:lnTo>
                  <a:lnTo>
                    <a:pt x="4841291" y="1188552"/>
                  </a:lnTo>
                  <a:lnTo>
                    <a:pt x="4841417" y="1188552"/>
                  </a:lnTo>
                  <a:lnTo>
                    <a:pt x="4841543" y="1188552"/>
                  </a:lnTo>
                  <a:lnTo>
                    <a:pt x="4841669" y="1188552"/>
                  </a:lnTo>
                  <a:lnTo>
                    <a:pt x="4841796" y="1188552"/>
                  </a:lnTo>
                  <a:lnTo>
                    <a:pt x="4841922" y="1188552"/>
                  </a:lnTo>
                  <a:lnTo>
                    <a:pt x="4842048" y="1188552"/>
                  </a:lnTo>
                  <a:lnTo>
                    <a:pt x="4842174" y="1188552"/>
                  </a:lnTo>
                  <a:lnTo>
                    <a:pt x="4842301" y="1188552"/>
                  </a:lnTo>
                  <a:lnTo>
                    <a:pt x="4842427" y="1188552"/>
                  </a:lnTo>
                  <a:lnTo>
                    <a:pt x="4842553" y="1188552"/>
                  </a:lnTo>
                  <a:lnTo>
                    <a:pt x="4842679" y="1188552"/>
                  </a:lnTo>
                  <a:lnTo>
                    <a:pt x="4842806" y="1188552"/>
                  </a:lnTo>
                  <a:lnTo>
                    <a:pt x="4842932" y="1188552"/>
                  </a:lnTo>
                  <a:lnTo>
                    <a:pt x="4843058" y="1188552"/>
                  </a:lnTo>
                  <a:lnTo>
                    <a:pt x="4843184" y="1188552"/>
                  </a:lnTo>
                  <a:lnTo>
                    <a:pt x="4843311" y="1188552"/>
                  </a:lnTo>
                  <a:lnTo>
                    <a:pt x="4843437" y="1188552"/>
                  </a:lnTo>
                  <a:lnTo>
                    <a:pt x="4843563" y="1188552"/>
                  </a:lnTo>
                  <a:lnTo>
                    <a:pt x="4843689" y="1188552"/>
                  </a:lnTo>
                  <a:lnTo>
                    <a:pt x="4843816" y="1188552"/>
                  </a:lnTo>
                  <a:lnTo>
                    <a:pt x="4843942" y="1188552"/>
                  </a:lnTo>
                  <a:lnTo>
                    <a:pt x="4844068" y="1188552"/>
                  </a:lnTo>
                  <a:lnTo>
                    <a:pt x="4844194" y="1188552"/>
                  </a:lnTo>
                  <a:lnTo>
                    <a:pt x="4844321" y="1188552"/>
                  </a:lnTo>
                  <a:lnTo>
                    <a:pt x="4844447" y="1188552"/>
                  </a:lnTo>
                  <a:lnTo>
                    <a:pt x="4844573" y="1188552"/>
                  </a:lnTo>
                  <a:lnTo>
                    <a:pt x="4844699" y="1188552"/>
                  </a:lnTo>
                  <a:lnTo>
                    <a:pt x="4844826" y="1188552"/>
                  </a:lnTo>
                  <a:lnTo>
                    <a:pt x="4844952" y="1188552"/>
                  </a:lnTo>
                  <a:lnTo>
                    <a:pt x="4845078" y="1188552"/>
                  </a:lnTo>
                  <a:lnTo>
                    <a:pt x="4845204" y="1188552"/>
                  </a:lnTo>
                  <a:lnTo>
                    <a:pt x="4845331" y="1188552"/>
                  </a:lnTo>
                  <a:lnTo>
                    <a:pt x="4845457" y="1188552"/>
                  </a:lnTo>
                  <a:lnTo>
                    <a:pt x="4845583" y="1188552"/>
                  </a:lnTo>
                  <a:lnTo>
                    <a:pt x="4845710" y="1188552"/>
                  </a:lnTo>
                  <a:lnTo>
                    <a:pt x="4845836" y="1188552"/>
                  </a:lnTo>
                  <a:lnTo>
                    <a:pt x="4845962" y="1188552"/>
                  </a:lnTo>
                  <a:lnTo>
                    <a:pt x="4846088" y="1188552"/>
                  </a:lnTo>
                  <a:lnTo>
                    <a:pt x="4846215" y="1188552"/>
                  </a:lnTo>
                  <a:lnTo>
                    <a:pt x="4846341" y="1188552"/>
                  </a:lnTo>
                  <a:lnTo>
                    <a:pt x="4846467" y="1188552"/>
                  </a:lnTo>
                  <a:lnTo>
                    <a:pt x="4846593" y="1188552"/>
                  </a:lnTo>
                  <a:lnTo>
                    <a:pt x="4846720" y="1188552"/>
                  </a:lnTo>
                  <a:lnTo>
                    <a:pt x="4846846" y="1188552"/>
                  </a:lnTo>
                  <a:lnTo>
                    <a:pt x="4846972" y="1188552"/>
                  </a:lnTo>
                  <a:lnTo>
                    <a:pt x="4847098" y="1188552"/>
                  </a:lnTo>
                  <a:lnTo>
                    <a:pt x="4847225" y="1188552"/>
                  </a:lnTo>
                  <a:lnTo>
                    <a:pt x="4847351" y="1188552"/>
                  </a:lnTo>
                  <a:lnTo>
                    <a:pt x="4847477" y="1188552"/>
                  </a:lnTo>
                  <a:lnTo>
                    <a:pt x="4847603" y="1188552"/>
                  </a:lnTo>
                  <a:lnTo>
                    <a:pt x="4847730" y="1188552"/>
                  </a:lnTo>
                  <a:lnTo>
                    <a:pt x="4847856" y="1188552"/>
                  </a:lnTo>
                  <a:lnTo>
                    <a:pt x="4847982" y="1188552"/>
                  </a:lnTo>
                  <a:lnTo>
                    <a:pt x="4848108" y="1188552"/>
                  </a:lnTo>
                  <a:lnTo>
                    <a:pt x="4848235" y="1188552"/>
                  </a:lnTo>
                  <a:lnTo>
                    <a:pt x="4848361" y="1188552"/>
                  </a:lnTo>
                  <a:lnTo>
                    <a:pt x="4848487" y="1188552"/>
                  </a:lnTo>
                  <a:lnTo>
                    <a:pt x="4848613" y="1188552"/>
                  </a:lnTo>
                  <a:lnTo>
                    <a:pt x="4848740" y="1188552"/>
                  </a:lnTo>
                  <a:lnTo>
                    <a:pt x="4848866" y="1188552"/>
                  </a:lnTo>
                  <a:lnTo>
                    <a:pt x="4848992" y="1188552"/>
                  </a:lnTo>
                  <a:lnTo>
                    <a:pt x="4849118" y="1188552"/>
                  </a:lnTo>
                  <a:lnTo>
                    <a:pt x="4849245" y="1188552"/>
                  </a:lnTo>
                  <a:lnTo>
                    <a:pt x="4849371" y="1188552"/>
                  </a:lnTo>
                  <a:lnTo>
                    <a:pt x="4849497" y="1188552"/>
                  </a:lnTo>
                  <a:lnTo>
                    <a:pt x="4849623" y="1188552"/>
                  </a:lnTo>
                  <a:lnTo>
                    <a:pt x="4849750" y="1188552"/>
                  </a:lnTo>
                  <a:lnTo>
                    <a:pt x="4849876" y="1188552"/>
                  </a:lnTo>
                  <a:lnTo>
                    <a:pt x="4850002" y="1188552"/>
                  </a:lnTo>
                  <a:lnTo>
                    <a:pt x="4850128" y="1188552"/>
                  </a:lnTo>
                  <a:lnTo>
                    <a:pt x="4850255" y="1188552"/>
                  </a:lnTo>
                  <a:lnTo>
                    <a:pt x="4850381" y="1188552"/>
                  </a:lnTo>
                  <a:lnTo>
                    <a:pt x="4850507" y="1188552"/>
                  </a:lnTo>
                  <a:lnTo>
                    <a:pt x="4850634" y="1188552"/>
                  </a:lnTo>
                  <a:lnTo>
                    <a:pt x="4850760" y="1188552"/>
                  </a:lnTo>
                  <a:lnTo>
                    <a:pt x="4850886" y="1188552"/>
                  </a:lnTo>
                  <a:lnTo>
                    <a:pt x="4851012" y="1188552"/>
                  </a:lnTo>
                  <a:lnTo>
                    <a:pt x="4851139" y="1188552"/>
                  </a:lnTo>
                  <a:lnTo>
                    <a:pt x="4851139" y="1183641"/>
                  </a:lnTo>
                  <a:lnTo>
                    <a:pt x="4851265" y="1183641"/>
                  </a:lnTo>
                  <a:lnTo>
                    <a:pt x="4851391" y="1183641"/>
                  </a:lnTo>
                  <a:lnTo>
                    <a:pt x="4851517" y="1183641"/>
                  </a:lnTo>
                  <a:lnTo>
                    <a:pt x="4851644" y="1183641"/>
                  </a:lnTo>
                  <a:lnTo>
                    <a:pt x="4851770" y="1183641"/>
                  </a:lnTo>
                  <a:lnTo>
                    <a:pt x="4851896" y="1183641"/>
                  </a:lnTo>
                  <a:lnTo>
                    <a:pt x="4852022" y="1183641"/>
                  </a:lnTo>
                  <a:lnTo>
                    <a:pt x="4852149" y="1183641"/>
                  </a:lnTo>
                  <a:lnTo>
                    <a:pt x="4852275" y="1183641"/>
                  </a:lnTo>
                  <a:lnTo>
                    <a:pt x="4852401" y="1183641"/>
                  </a:lnTo>
                  <a:lnTo>
                    <a:pt x="4852527" y="1183641"/>
                  </a:lnTo>
                  <a:lnTo>
                    <a:pt x="4852654" y="1183641"/>
                  </a:lnTo>
                  <a:lnTo>
                    <a:pt x="4852654" y="1178729"/>
                  </a:lnTo>
                  <a:lnTo>
                    <a:pt x="4852780" y="1178729"/>
                  </a:lnTo>
                  <a:lnTo>
                    <a:pt x="4852906" y="1178729"/>
                  </a:lnTo>
                  <a:lnTo>
                    <a:pt x="4853032" y="1178729"/>
                  </a:lnTo>
                  <a:lnTo>
                    <a:pt x="4853159" y="1178729"/>
                  </a:lnTo>
                  <a:lnTo>
                    <a:pt x="4853285" y="1178729"/>
                  </a:lnTo>
                  <a:lnTo>
                    <a:pt x="4853411" y="1178729"/>
                  </a:lnTo>
                  <a:lnTo>
                    <a:pt x="4853537" y="1178729"/>
                  </a:lnTo>
                  <a:lnTo>
                    <a:pt x="4853664" y="1178729"/>
                  </a:lnTo>
                  <a:lnTo>
                    <a:pt x="4853790" y="1178729"/>
                  </a:lnTo>
                  <a:lnTo>
                    <a:pt x="4853916" y="1178729"/>
                  </a:lnTo>
                  <a:lnTo>
                    <a:pt x="4854042" y="1178729"/>
                  </a:lnTo>
                  <a:lnTo>
                    <a:pt x="4854169" y="1178729"/>
                  </a:lnTo>
                  <a:lnTo>
                    <a:pt x="4854295" y="1178729"/>
                  </a:lnTo>
                  <a:lnTo>
                    <a:pt x="4854421" y="1178729"/>
                  </a:lnTo>
                  <a:lnTo>
                    <a:pt x="4854547" y="1178729"/>
                  </a:lnTo>
                  <a:lnTo>
                    <a:pt x="4854674" y="1178729"/>
                  </a:lnTo>
                  <a:lnTo>
                    <a:pt x="4854800" y="1178729"/>
                  </a:lnTo>
                  <a:lnTo>
                    <a:pt x="4854926" y="1178729"/>
                  </a:lnTo>
                  <a:lnTo>
                    <a:pt x="4855052" y="1178729"/>
                  </a:lnTo>
                  <a:lnTo>
                    <a:pt x="4855179" y="1178729"/>
                  </a:lnTo>
                  <a:lnTo>
                    <a:pt x="4855305" y="1178729"/>
                  </a:lnTo>
                  <a:lnTo>
                    <a:pt x="4855431" y="1178729"/>
                  </a:lnTo>
                  <a:lnTo>
                    <a:pt x="4855557" y="1178729"/>
                  </a:lnTo>
                  <a:lnTo>
                    <a:pt x="4855684" y="1178729"/>
                  </a:lnTo>
                  <a:lnTo>
                    <a:pt x="4855810" y="1178729"/>
                  </a:lnTo>
                  <a:lnTo>
                    <a:pt x="4855936" y="1178729"/>
                  </a:lnTo>
                  <a:lnTo>
                    <a:pt x="4856063" y="1178729"/>
                  </a:lnTo>
                  <a:lnTo>
                    <a:pt x="4856189" y="1178729"/>
                  </a:lnTo>
                  <a:lnTo>
                    <a:pt x="4856315" y="1178729"/>
                  </a:lnTo>
                  <a:lnTo>
                    <a:pt x="4856441" y="1178729"/>
                  </a:lnTo>
                  <a:lnTo>
                    <a:pt x="4856568" y="1178729"/>
                  </a:lnTo>
                  <a:lnTo>
                    <a:pt x="4856694" y="1178729"/>
                  </a:lnTo>
                  <a:lnTo>
                    <a:pt x="4856820" y="1178729"/>
                  </a:lnTo>
                  <a:lnTo>
                    <a:pt x="4856946" y="1178729"/>
                  </a:lnTo>
                  <a:lnTo>
                    <a:pt x="4857073" y="1178729"/>
                  </a:lnTo>
                  <a:lnTo>
                    <a:pt x="4857199" y="1178729"/>
                  </a:lnTo>
                  <a:lnTo>
                    <a:pt x="4857325" y="1178729"/>
                  </a:lnTo>
                  <a:lnTo>
                    <a:pt x="4857451" y="1178729"/>
                  </a:lnTo>
                  <a:lnTo>
                    <a:pt x="4857578" y="1178729"/>
                  </a:lnTo>
                  <a:lnTo>
                    <a:pt x="4857704" y="1178729"/>
                  </a:lnTo>
                  <a:lnTo>
                    <a:pt x="4857830" y="1178729"/>
                  </a:lnTo>
                  <a:lnTo>
                    <a:pt x="4857956" y="1178729"/>
                  </a:lnTo>
                  <a:lnTo>
                    <a:pt x="4858083" y="1178729"/>
                  </a:lnTo>
                  <a:lnTo>
                    <a:pt x="4858209" y="1178729"/>
                  </a:lnTo>
                  <a:lnTo>
                    <a:pt x="4858335" y="1178729"/>
                  </a:lnTo>
                  <a:lnTo>
                    <a:pt x="4858461" y="1178729"/>
                  </a:lnTo>
                  <a:lnTo>
                    <a:pt x="4858588" y="1178729"/>
                  </a:lnTo>
                  <a:lnTo>
                    <a:pt x="4858714" y="1178729"/>
                  </a:lnTo>
                  <a:lnTo>
                    <a:pt x="4858840" y="1178729"/>
                  </a:lnTo>
                  <a:lnTo>
                    <a:pt x="4858966" y="1178729"/>
                  </a:lnTo>
                  <a:lnTo>
                    <a:pt x="4859093" y="1178729"/>
                  </a:lnTo>
                  <a:lnTo>
                    <a:pt x="4859219" y="1178729"/>
                  </a:lnTo>
                  <a:lnTo>
                    <a:pt x="4859345" y="1178729"/>
                  </a:lnTo>
                  <a:lnTo>
                    <a:pt x="4859471" y="1178729"/>
                  </a:lnTo>
                  <a:lnTo>
                    <a:pt x="4859598" y="1178729"/>
                  </a:lnTo>
                  <a:lnTo>
                    <a:pt x="4859724" y="1178729"/>
                  </a:lnTo>
                  <a:lnTo>
                    <a:pt x="4859850" y="1178729"/>
                  </a:lnTo>
                  <a:lnTo>
                    <a:pt x="4859976" y="1178729"/>
                  </a:lnTo>
                  <a:lnTo>
                    <a:pt x="4860103" y="1178729"/>
                  </a:lnTo>
                  <a:lnTo>
                    <a:pt x="4860229" y="1178729"/>
                  </a:lnTo>
                  <a:lnTo>
                    <a:pt x="4860355" y="1178729"/>
                  </a:lnTo>
                  <a:lnTo>
                    <a:pt x="4860481" y="1178729"/>
                  </a:lnTo>
                  <a:lnTo>
                    <a:pt x="4860608" y="1178729"/>
                  </a:lnTo>
                  <a:lnTo>
                    <a:pt x="4860734" y="1178729"/>
                  </a:lnTo>
                  <a:lnTo>
                    <a:pt x="4860860" y="1178729"/>
                  </a:lnTo>
                  <a:lnTo>
                    <a:pt x="4860987" y="1178729"/>
                  </a:lnTo>
                  <a:lnTo>
                    <a:pt x="4861113" y="1178729"/>
                  </a:lnTo>
                  <a:lnTo>
                    <a:pt x="4861239" y="1178729"/>
                  </a:lnTo>
                  <a:lnTo>
                    <a:pt x="4861365" y="1178729"/>
                  </a:lnTo>
                  <a:lnTo>
                    <a:pt x="4861492" y="1178729"/>
                  </a:lnTo>
                  <a:lnTo>
                    <a:pt x="4861618" y="1178729"/>
                  </a:lnTo>
                  <a:lnTo>
                    <a:pt x="4861744" y="1178729"/>
                  </a:lnTo>
                  <a:lnTo>
                    <a:pt x="4861870" y="1178729"/>
                  </a:lnTo>
                  <a:lnTo>
                    <a:pt x="4861997" y="1178729"/>
                  </a:lnTo>
                  <a:lnTo>
                    <a:pt x="4862123" y="1178729"/>
                  </a:lnTo>
                  <a:lnTo>
                    <a:pt x="4862249" y="1178729"/>
                  </a:lnTo>
                  <a:lnTo>
                    <a:pt x="4862375" y="1178729"/>
                  </a:lnTo>
                  <a:lnTo>
                    <a:pt x="4862502" y="1178729"/>
                  </a:lnTo>
                  <a:lnTo>
                    <a:pt x="4862628" y="1178729"/>
                  </a:lnTo>
                  <a:lnTo>
                    <a:pt x="4862754" y="1178729"/>
                  </a:lnTo>
                  <a:lnTo>
                    <a:pt x="4862880" y="1178729"/>
                  </a:lnTo>
                  <a:lnTo>
                    <a:pt x="4863007" y="1178729"/>
                  </a:lnTo>
                  <a:lnTo>
                    <a:pt x="4863133" y="1178729"/>
                  </a:lnTo>
                  <a:lnTo>
                    <a:pt x="4863259" y="1178729"/>
                  </a:lnTo>
                  <a:lnTo>
                    <a:pt x="4863385" y="1178729"/>
                  </a:lnTo>
                  <a:lnTo>
                    <a:pt x="4863512" y="1178729"/>
                  </a:lnTo>
                  <a:lnTo>
                    <a:pt x="4863638" y="1178729"/>
                  </a:lnTo>
                  <a:lnTo>
                    <a:pt x="4863764" y="1178729"/>
                  </a:lnTo>
                  <a:lnTo>
                    <a:pt x="4863890" y="1178729"/>
                  </a:lnTo>
                  <a:lnTo>
                    <a:pt x="4864017" y="1178729"/>
                  </a:lnTo>
                  <a:lnTo>
                    <a:pt x="4864143" y="1178729"/>
                  </a:lnTo>
                  <a:lnTo>
                    <a:pt x="4864269" y="1178729"/>
                  </a:lnTo>
                  <a:lnTo>
                    <a:pt x="4864395" y="1178729"/>
                  </a:lnTo>
                  <a:lnTo>
                    <a:pt x="4864522" y="1178729"/>
                  </a:lnTo>
                  <a:lnTo>
                    <a:pt x="4864648" y="1178729"/>
                  </a:lnTo>
                  <a:lnTo>
                    <a:pt x="4864774" y="1178729"/>
                  </a:lnTo>
                  <a:lnTo>
                    <a:pt x="4864900" y="1178729"/>
                  </a:lnTo>
                  <a:lnTo>
                    <a:pt x="4865027" y="1178729"/>
                  </a:lnTo>
                  <a:lnTo>
                    <a:pt x="4865153" y="1178729"/>
                  </a:lnTo>
                  <a:lnTo>
                    <a:pt x="4865279" y="1178729"/>
                  </a:lnTo>
                  <a:lnTo>
                    <a:pt x="4865405" y="1178729"/>
                  </a:lnTo>
                  <a:lnTo>
                    <a:pt x="4865532" y="1178729"/>
                  </a:lnTo>
                  <a:lnTo>
                    <a:pt x="4865658" y="1178729"/>
                  </a:lnTo>
                  <a:lnTo>
                    <a:pt x="4865784" y="1178729"/>
                  </a:lnTo>
                  <a:lnTo>
                    <a:pt x="4865910" y="1178729"/>
                  </a:lnTo>
                  <a:lnTo>
                    <a:pt x="4866037" y="1178729"/>
                  </a:lnTo>
                  <a:lnTo>
                    <a:pt x="4866163" y="1178729"/>
                  </a:lnTo>
                  <a:lnTo>
                    <a:pt x="4866289" y="1178729"/>
                  </a:lnTo>
                  <a:lnTo>
                    <a:pt x="4866416" y="1178729"/>
                  </a:lnTo>
                  <a:lnTo>
                    <a:pt x="4866542" y="1178729"/>
                  </a:lnTo>
                  <a:lnTo>
                    <a:pt x="4866668" y="1178729"/>
                  </a:lnTo>
                  <a:lnTo>
                    <a:pt x="4866794" y="1178729"/>
                  </a:lnTo>
                  <a:lnTo>
                    <a:pt x="4866921" y="1178729"/>
                  </a:lnTo>
                  <a:lnTo>
                    <a:pt x="4867047" y="1178729"/>
                  </a:lnTo>
                  <a:lnTo>
                    <a:pt x="4867173" y="1178729"/>
                  </a:lnTo>
                  <a:lnTo>
                    <a:pt x="4867299" y="1178729"/>
                  </a:lnTo>
                  <a:lnTo>
                    <a:pt x="4867426" y="1178729"/>
                  </a:lnTo>
                  <a:lnTo>
                    <a:pt x="4867552" y="1178729"/>
                  </a:lnTo>
                  <a:lnTo>
                    <a:pt x="4867678" y="1178729"/>
                  </a:lnTo>
                  <a:lnTo>
                    <a:pt x="4867804" y="1178729"/>
                  </a:lnTo>
                  <a:lnTo>
                    <a:pt x="4867931" y="1178729"/>
                  </a:lnTo>
                  <a:lnTo>
                    <a:pt x="4868057" y="1178729"/>
                  </a:lnTo>
                  <a:lnTo>
                    <a:pt x="4868183" y="1178729"/>
                  </a:lnTo>
                  <a:lnTo>
                    <a:pt x="4868309" y="1178729"/>
                  </a:lnTo>
                  <a:lnTo>
                    <a:pt x="4868436" y="1178729"/>
                  </a:lnTo>
                  <a:lnTo>
                    <a:pt x="4868562" y="1178729"/>
                  </a:lnTo>
                  <a:lnTo>
                    <a:pt x="4868688" y="1178729"/>
                  </a:lnTo>
                  <a:lnTo>
                    <a:pt x="4868814" y="1178729"/>
                  </a:lnTo>
                  <a:lnTo>
                    <a:pt x="4868941" y="1178729"/>
                  </a:lnTo>
                  <a:lnTo>
                    <a:pt x="4869067" y="1178729"/>
                  </a:lnTo>
                  <a:lnTo>
                    <a:pt x="4869193" y="1178729"/>
                  </a:lnTo>
                  <a:lnTo>
                    <a:pt x="4869319" y="1178729"/>
                  </a:lnTo>
                  <a:lnTo>
                    <a:pt x="4869446" y="1178729"/>
                  </a:lnTo>
                  <a:lnTo>
                    <a:pt x="4869572" y="1178729"/>
                  </a:lnTo>
                  <a:lnTo>
                    <a:pt x="4869698" y="1178729"/>
                  </a:lnTo>
                  <a:lnTo>
                    <a:pt x="4869824" y="1178729"/>
                  </a:lnTo>
                  <a:lnTo>
                    <a:pt x="4869951" y="1178729"/>
                  </a:lnTo>
                  <a:lnTo>
                    <a:pt x="4870077" y="1178729"/>
                  </a:lnTo>
                  <a:lnTo>
                    <a:pt x="4870203" y="1178729"/>
                  </a:lnTo>
                  <a:lnTo>
                    <a:pt x="4870329" y="1178729"/>
                  </a:lnTo>
                  <a:lnTo>
                    <a:pt x="4870456" y="1178729"/>
                  </a:lnTo>
                  <a:lnTo>
                    <a:pt x="4870582" y="1178729"/>
                  </a:lnTo>
                  <a:lnTo>
                    <a:pt x="4870708" y="1178729"/>
                  </a:lnTo>
                  <a:lnTo>
                    <a:pt x="4870834" y="1178729"/>
                  </a:lnTo>
                  <a:lnTo>
                    <a:pt x="4870961" y="1178729"/>
                  </a:lnTo>
                  <a:lnTo>
                    <a:pt x="4871087" y="1178729"/>
                  </a:lnTo>
                  <a:lnTo>
                    <a:pt x="4871213" y="1178729"/>
                  </a:lnTo>
                  <a:lnTo>
                    <a:pt x="4871340" y="1178729"/>
                  </a:lnTo>
                  <a:lnTo>
                    <a:pt x="4871466" y="1178729"/>
                  </a:lnTo>
                  <a:lnTo>
                    <a:pt x="4871592" y="1178729"/>
                  </a:lnTo>
                  <a:lnTo>
                    <a:pt x="4871718" y="1178729"/>
                  </a:lnTo>
                  <a:lnTo>
                    <a:pt x="4871845" y="1178729"/>
                  </a:lnTo>
                  <a:lnTo>
                    <a:pt x="4871971" y="1178729"/>
                  </a:lnTo>
                  <a:lnTo>
                    <a:pt x="4872097" y="1178729"/>
                  </a:lnTo>
                  <a:lnTo>
                    <a:pt x="4872223" y="1178729"/>
                  </a:lnTo>
                  <a:lnTo>
                    <a:pt x="4872350" y="1178729"/>
                  </a:lnTo>
                  <a:lnTo>
                    <a:pt x="4872476" y="1178729"/>
                  </a:lnTo>
                  <a:lnTo>
                    <a:pt x="4872602" y="1178729"/>
                  </a:lnTo>
                  <a:lnTo>
                    <a:pt x="4872728" y="1178729"/>
                  </a:lnTo>
                  <a:lnTo>
                    <a:pt x="4872855" y="1178729"/>
                  </a:lnTo>
                  <a:lnTo>
                    <a:pt x="4872981" y="1178729"/>
                  </a:lnTo>
                  <a:lnTo>
                    <a:pt x="4873107" y="1178729"/>
                  </a:lnTo>
                  <a:lnTo>
                    <a:pt x="4873233" y="1178729"/>
                  </a:lnTo>
                  <a:lnTo>
                    <a:pt x="4873360" y="1178729"/>
                  </a:lnTo>
                  <a:lnTo>
                    <a:pt x="4873486" y="1178729"/>
                  </a:lnTo>
                  <a:lnTo>
                    <a:pt x="4873612" y="1178729"/>
                  </a:lnTo>
                  <a:lnTo>
                    <a:pt x="4873738" y="1178729"/>
                  </a:lnTo>
                  <a:lnTo>
                    <a:pt x="4873865" y="1178729"/>
                  </a:lnTo>
                  <a:lnTo>
                    <a:pt x="4873991" y="1178729"/>
                  </a:lnTo>
                  <a:lnTo>
                    <a:pt x="4874117" y="1178729"/>
                  </a:lnTo>
                  <a:lnTo>
                    <a:pt x="4874243" y="1178729"/>
                  </a:lnTo>
                  <a:lnTo>
                    <a:pt x="4874370" y="1178729"/>
                  </a:lnTo>
                  <a:lnTo>
                    <a:pt x="4874496" y="1178729"/>
                  </a:lnTo>
                  <a:lnTo>
                    <a:pt x="4874622" y="1178729"/>
                  </a:lnTo>
                  <a:lnTo>
                    <a:pt x="4874748" y="1178729"/>
                  </a:lnTo>
                  <a:lnTo>
                    <a:pt x="4874875" y="1178729"/>
                  </a:lnTo>
                  <a:lnTo>
                    <a:pt x="4875001" y="1178729"/>
                  </a:lnTo>
                  <a:lnTo>
                    <a:pt x="4875127" y="1178729"/>
                  </a:lnTo>
                  <a:lnTo>
                    <a:pt x="4875253" y="1178729"/>
                  </a:lnTo>
                  <a:lnTo>
                    <a:pt x="4875253" y="1173818"/>
                  </a:lnTo>
                  <a:lnTo>
                    <a:pt x="4875380" y="1173818"/>
                  </a:lnTo>
                  <a:lnTo>
                    <a:pt x="4875506" y="1173818"/>
                  </a:lnTo>
                  <a:lnTo>
                    <a:pt x="4875632" y="1173818"/>
                  </a:lnTo>
                  <a:lnTo>
                    <a:pt x="4875758" y="1173818"/>
                  </a:lnTo>
                  <a:lnTo>
                    <a:pt x="4875885" y="1173818"/>
                  </a:lnTo>
                  <a:lnTo>
                    <a:pt x="4876011" y="1173818"/>
                  </a:lnTo>
                  <a:lnTo>
                    <a:pt x="4876137" y="1173818"/>
                  </a:lnTo>
                  <a:lnTo>
                    <a:pt x="4876264" y="1173818"/>
                  </a:lnTo>
                  <a:lnTo>
                    <a:pt x="4876390" y="1173818"/>
                  </a:lnTo>
                  <a:lnTo>
                    <a:pt x="4876516" y="1173818"/>
                  </a:lnTo>
                  <a:lnTo>
                    <a:pt x="4876642" y="1173818"/>
                  </a:lnTo>
                  <a:lnTo>
                    <a:pt x="4876769" y="1173818"/>
                  </a:lnTo>
                  <a:lnTo>
                    <a:pt x="4876895" y="1173818"/>
                  </a:lnTo>
                  <a:lnTo>
                    <a:pt x="4877021" y="1173818"/>
                  </a:lnTo>
                  <a:lnTo>
                    <a:pt x="4877147" y="1173818"/>
                  </a:lnTo>
                  <a:lnTo>
                    <a:pt x="4877274" y="1173818"/>
                  </a:lnTo>
                  <a:lnTo>
                    <a:pt x="4877400" y="1173818"/>
                  </a:lnTo>
                  <a:lnTo>
                    <a:pt x="4877526" y="1173818"/>
                  </a:lnTo>
                  <a:lnTo>
                    <a:pt x="4877652" y="1173818"/>
                  </a:lnTo>
                  <a:lnTo>
                    <a:pt x="4877779" y="1173818"/>
                  </a:lnTo>
                  <a:lnTo>
                    <a:pt x="4877905" y="1173818"/>
                  </a:lnTo>
                  <a:lnTo>
                    <a:pt x="4878031" y="1173818"/>
                  </a:lnTo>
                  <a:lnTo>
                    <a:pt x="4878157" y="1173818"/>
                  </a:lnTo>
                  <a:lnTo>
                    <a:pt x="4878284" y="1173818"/>
                  </a:lnTo>
                  <a:lnTo>
                    <a:pt x="4878410" y="1173818"/>
                  </a:lnTo>
                  <a:lnTo>
                    <a:pt x="4878536" y="1173818"/>
                  </a:lnTo>
                  <a:lnTo>
                    <a:pt x="4878662" y="1173818"/>
                  </a:lnTo>
                  <a:lnTo>
                    <a:pt x="4878789" y="1173818"/>
                  </a:lnTo>
                  <a:lnTo>
                    <a:pt x="4878915" y="1173818"/>
                  </a:lnTo>
                  <a:lnTo>
                    <a:pt x="4879041" y="1173818"/>
                  </a:lnTo>
                  <a:lnTo>
                    <a:pt x="4879167" y="1173818"/>
                  </a:lnTo>
                  <a:lnTo>
                    <a:pt x="4879294" y="1173818"/>
                  </a:lnTo>
                  <a:lnTo>
                    <a:pt x="4879420" y="1173818"/>
                  </a:lnTo>
                  <a:lnTo>
                    <a:pt x="4879546" y="1173818"/>
                  </a:lnTo>
                  <a:lnTo>
                    <a:pt x="4879672" y="1173818"/>
                  </a:lnTo>
                  <a:lnTo>
                    <a:pt x="4879799" y="1173818"/>
                  </a:lnTo>
                  <a:lnTo>
                    <a:pt x="4879925" y="1173818"/>
                  </a:lnTo>
                  <a:lnTo>
                    <a:pt x="4880051" y="1173818"/>
                  </a:lnTo>
                  <a:lnTo>
                    <a:pt x="4880177" y="1173818"/>
                  </a:lnTo>
                  <a:lnTo>
                    <a:pt x="4880304" y="1173818"/>
                  </a:lnTo>
                  <a:lnTo>
                    <a:pt x="4880430" y="1173818"/>
                  </a:lnTo>
                  <a:lnTo>
                    <a:pt x="4880556" y="1173818"/>
                  </a:lnTo>
                  <a:lnTo>
                    <a:pt x="4880556" y="1168907"/>
                  </a:lnTo>
                  <a:lnTo>
                    <a:pt x="4880682" y="1168907"/>
                  </a:lnTo>
                  <a:lnTo>
                    <a:pt x="4880809" y="1168907"/>
                  </a:lnTo>
                  <a:lnTo>
                    <a:pt x="4880935" y="1168907"/>
                  </a:lnTo>
                  <a:lnTo>
                    <a:pt x="4881061" y="1168907"/>
                  </a:lnTo>
                  <a:lnTo>
                    <a:pt x="4881187" y="1168907"/>
                  </a:lnTo>
                  <a:lnTo>
                    <a:pt x="4881314" y="1168907"/>
                  </a:lnTo>
                  <a:lnTo>
                    <a:pt x="4881440" y="1168907"/>
                  </a:lnTo>
                  <a:lnTo>
                    <a:pt x="4881566" y="1168907"/>
                  </a:lnTo>
                  <a:lnTo>
                    <a:pt x="4881693" y="1168907"/>
                  </a:lnTo>
                  <a:lnTo>
                    <a:pt x="4881819" y="1168907"/>
                  </a:lnTo>
                  <a:lnTo>
                    <a:pt x="4881945" y="1168907"/>
                  </a:lnTo>
                  <a:lnTo>
                    <a:pt x="4882071" y="1168907"/>
                  </a:lnTo>
                  <a:lnTo>
                    <a:pt x="4882198" y="1168907"/>
                  </a:lnTo>
                  <a:lnTo>
                    <a:pt x="4882324" y="1168907"/>
                  </a:lnTo>
                  <a:lnTo>
                    <a:pt x="4882450" y="1168907"/>
                  </a:lnTo>
                  <a:lnTo>
                    <a:pt x="4882576" y="1168907"/>
                  </a:lnTo>
                  <a:lnTo>
                    <a:pt x="4882703" y="1168907"/>
                  </a:lnTo>
                  <a:lnTo>
                    <a:pt x="4882829" y="1168907"/>
                  </a:lnTo>
                  <a:lnTo>
                    <a:pt x="4882955" y="1168907"/>
                  </a:lnTo>
                  <a:lnTo>
                    <a:pt x="4883081" y="1168907"/>
                  </a:lnTo>
                  <a:lnTo>
                    <a:pt x="4883208" y="1168907"/>
                  </a:lnTo>
                  <a:lnTo>
                    <a:pt x="4883334" y="1168907"/>
                  </a:lnTo>
                  <a:lnTo>
                    <a:pt x="4883460" y="1168907"/>
                  </a:lnTo>
                  <a:lnTo>
                    <a:pt x="4883586" y="1168907"/>
                  </a:lnTo>
                  <a:lnTo>
                    <a:pt x="4883713" y="1168907"/>
                  </a:lnTo>
                  <a:lnTo>
                    <a:pt x="4883839" y="1168907"/>
                  </a:lnTo>
                  <a:lnTo>
                    <a:pt x="4883965" y="1168907"/>
                  </a:lnTo>
                  <a:lnTo>
                    <a:pt x="4884091" y="1168907"/>
                  </a:lnTo>
                  <a:lnTo>
                    <a:pt x="4884218" y="1168907"/>
                  </a:lnTo>
                  <a:lnTo>
                    <a:pt x="4884344" y="1168907"/>
                  </a:lnTo>
                  <a:lnTo>
                    <a:pt x="4884470" y="1168907"/>
                  </a:lnTo>
                  <a:lnTo>
                    <a:pt x="4884596" y="1168907"/>
                  </a:lnTo>
                  <a:lnTo>
                    <a:pt x="4884723" y="1168907"/>
                  </a:lnTo>
                  <a:lnTo>
                    <a:pt x="4884849" y="1168907"/>
                  </a:lnTo>
                  <a:lnTo>
                    <a:pt x="4884975" y="1168907"/>
                  </a:lnTo>
                  <a:lnTo>
                    <a:pt x="4885101" y="1168907"/>
                  </a:lnTo>
                  <a:lnTo>
                    <a:pt x="4885228" y="1168907"/>
                  </a:lnTo>
                  <a:lnTo>
                    <a:pt x="4885354" y="1168907"/>
                  </a:lnTo>
                  <a:lnTo>
                    <a:pt x="4885480" y="1168907"/>
                  </a:lnTo>
                  <a:lnTo>
                    <a:pt x="4885606" y="1168907"/>
                  </a:lnTo>
                  <a:lnTo>
                    <a:pt x="4885733" y="1168907"/>
                  </a:lnTo>
                  <a:lnTo>
                    <a:pt x="4885859" y="1168907"/>
                  </a:lnTo>
                  <a:lnTo>
                    <a:pt x="4885985" y="1168907"/>
                  </a:lnTo>
                  <a:lnTo>
                    <a:pt x="4886111" y="1168907"/>
                  </a:lnTo>
                  <a:lnTo>
                    <a:pt x="4886238" y="1168907"/>
                  </a:lnTo>
                  <a:lnTo>
                    <a:pt x="4886238" y="1163995"/>
                  </a:lnTo>
                  <a:lnTo>
                    <a:pt x="4886364" y="1163995"/>
                  </a:lnTo>
                  <a:lnTo>
                    <a:pt x="4886490" y="1163995"/>
                  </a:lnTo>
                  <a:lnTo>
                    <a:pt x="4886617" y="1163995"/>
                  </a:lnTo>
                  <a:lnTo>
                    <a:pt x="4886743" y="1163995"/>
                  </a:lnTo>
                  <a:lnTo>
                    <a:pt x="4886869" y="1163995"/>
                  </a:lnTo>
                  <a:lnTo>
                    <a:pt x="4886995" y="1163995"/>
                  </a:lnTo>
                  <a:lnTo>
                    <a:pt x="4887122" y="1163995"/>
                  </a:lnTo>
                  <a:lnTo>
                    <a:pt x="4887248" y="1163995"/>
                  </a:lnTo>
                  <a:lnTo>
                    <a:pt x="4887374" y="1163995"/>
                  </a:lnTo>
                  <a:lnTo>
                    <a:pt x="4887500" y="1163995"/>
                  </a:lnTo>
                  <a:lnTo>
                    <a:pt x="4887627" y="1163995"/>
                  </a:lnTo>
                  <a:lnTo>
                    <a:pt x="4887753" y="1163995"/>
                  </a:lnTo>
                  <a:lnTo>
                    <a:pt x="4887879" y="1163995"/>
                  </a:lnTo>
                  <a:lnTo>
                    <a:pt x="4888005" y="1163995"/>
                  </a:lnTo>
                  <a:lnTo>
                    <a:pt x="4888132" y="1163995"/>
                  </a:lnTo>
                  <a:lnTo>
                    <a:pt x="4888258" y="1163995"/>
                  </a:lnTo>
                  <a:lnTo>
                    <a:pt x="4888384" y="1163995"/>
                  </a:lnTo>
                  <a:lnTo>
                    <a:pt x="4888510" y="1163995"/>
                  </a:lnTo>
                  <a:lnTo>
                    <a:pt x="4888637" y="1163995"/>
                  </a:lnTo>
                  <a:lnTo>
                    <a:pt x="4888763" y="1163995"/>
                  </a:lnTo>
                  <a:lnTo>
                    <a:pt x="4888889" y="1163995"/>
                  </a:lnTo>
                  <a:lnTo>
                    <a:pt x="4889015" y="1163995"/>
                  </a:lnTo>
                  <a:lnTo>
                    <a:pt x="4889142" y="1163995"/>
                  </a:lnTo>
                  <a:lnTo>
                    <a:pt x="4889268" y="1163995"/>
                  </a:lnTo>
                  <a:lnTo>
                    <a:pt x="4889394" y="1163995"/>
                  </a:lnTo>
                  <a:lnTo>
                    <a:pt x="4889520" y="1163995"/>
                  </a:lnTo>
                  <a:lnTo>
                    <a:pt x="4889647" y="1163995"/>
                  </a:lnTo>
                  <a:lnTo>
                    <a:pt x="4889773" y="1163995"/>
                  </a:lnTo>
                  <a:lnTo>
                    <a:pt x="4889899" y="1163995"/>
                  </a:lnTo>
                  <a:lnTo>
                    <a:pt x="4890025" y="1163995"/>
                  </a:lnTo>
                  <a:lnTo>
                    <a:pt x="4890152" y="1163995"/>
                  </a:lnTo>
                  <a:lnTo>
                    <a:pt x="4890278" y="1163995"/>
                  </a:lnTo>
                  <a:lnTo>
                    <a:pt x="4890404" y="1163995"/>
                  </a:lnTo>
                  <a:lnTo>
                    <a:pt x="4890530" y="1163995"/>
                  </a:lnTo>
                  <a:lnTo>
                    <a:pt x="4890657" y="1163995"/>
                  </a:lnTo>
                  <a:lnTo>
                    <a:pt x="4890783" y="1163995"/>
                  </a:lnTo>
                  <a:lnTo>
                    <a:pt x="4890909" y="1163995"/>
                  </a:lnTo>
                  <a:lnTo>
                    <a:pt x="4891035" y="1163995"/>
                  </a:lnTo>
                  <a:lnTo>
                    <a:pt x="4891162" y="1163995"/>
                  </a:lnTo>
                  <a:lnTo>
                    <a:pt x="4891288" y="1163995"/>
                  </a:lnTo>
                  <a:lnTo>
                    <a:pt x="4891414" y="1163995"/>
                  </a:lnTo>
                  <a:lnTo>
                    <a:pt x="4891540" y="1163995"/>
                  </a:lnTo>
                  <a:lnTo>
                    <a:pt x="4891667" y="1163995"/>
                  </a:lnTo>
                  <a:lnTo>
                    <a:pt x="4891793" y="1163995"/>
                  </a:lnTo>
                  <a:lnTo>
                    <a:pt x="4891919" y="1163995"/>
                  </a:lnTo>
                  <a:lnTo>
                    <a:pt x="4892046" y="1163995"/>
                  </a:lnTo>
                  <a:lnTo>
                    <a:pt x="4892172" y="1163995"/>
                  </a:lnTo>
                  <a:lnTo>
                    <a:pt x="4892298" y="1163995"/>
                  </a:lnTo>
                  <a:lnTo>
                    <a:pt x="4892424" y="1163995"/>
                  </a:lnTo>
                  <a:lnTo>
                    <a:pt x="4892551" y="1163995"/>
                  </a:lnTo>
                  <a:lnTo>
                    <a:pt x="4892677" y="1163995"/>
                  </a:lnTo>
                  <a:lnTo>
                    <a:pt x="4892803" y="1163995"/>
                  </a:lnTo>
                  <a:lnTo>
                    <a:pt x="4892929" y="1163995"/>
                  </a:lnTo>
                  <a:lnTo>
                    <a:pt x="4893056" y="1163995"/>
                  </a:lnTo>
                  <a:lnTo>
                    <a:pt x="4893182" y="1163995"/>
                  </a:lnTo>
                  <a:lnTo>
                    <a:pt x="4893308" y="1163995"/>
                  </a:lnTo>
                  <a:lnTo>
                    <a:pt x="4893434" y="1163995"/>
                  </a:lnTo>
                  <a:lnTo>
                    <a:pt x="4893561" y="1163995"/>
                  </a:lnTo>
                  <a:lnTo>
                    <a:pt x="4893687" y="1163995"/>
                  </a:lnTo>
                  <a:lnTo>
                    <a:pt x="4893813" y="1163995"/>
                  </a:lnTo>
                  <a:lnTo>
                    <a:pt x="4893939" y="1163995"/>
                  </a:lnTo>
                  <a:lnTo>
                    <a:pt x="4894066" y="1163995"/>
                  </a:lnTo>
                  <a:lnTo>
                    <a:pt x="4894192" y="1163995"/>
                  </a:lnTo>
                  <a:lnTo>
                    <a:pt x="4894318" y="1163995"/>
                  </a:lnTo>
                  <a:lnTo>
                    <a:pt x="4894444" y="1163995"/>
                  </a:lnTo>
                  <a:lnTo>
                    <a:pt x="4894571" y="1163995"/>
                  </a:lnTo>
                  <a:lnTo>
                    <a:pt x="4894697" y="1163995"/>
                  </a:lnTo>
                  <a:lnTo>
                    <a:pt x="4894823" y="1163995"/>
                  </a:lnTo>
                  <a:lnTo>
                    <a:pt x="4894949" y="1163995"/>
                  </a:lnTo>
                  <a:lnTo>
                    <a:pt x="4895076" y="1163995"/>
                  </a:lnTo>
                  <a:lnTo>
                    <a:pt x="4895202" y="1163995"/>
                  </a:lnTo>
                  <a:lnTo>
                    <a:pt x="4895328" y="1163995"/>
                  </a:lnTo>
                  <a:lnTo>
                    <a:pt x="4895454" y="1163995"/>
                  </a:lnTo>
                  <a:lnTo>
                    <a:pt x="4895581" y="1163995"/>
                  </a:lnTo>
                  <a:lnTo>
                    <a:pt x="4895707" y="1163995"/>
                  </a:lnTo>
                  <a:lnTo>
                    <a:pt x="4895833" y="1163995"/>
                  </a:lnTo>
                  <a:lnTo>
                    <a:pt x="4895959" y="1163995"/>
                  </a:lnTo>
                  <a:lnTo>
                    <a:pt x="4896086" y="1163995"/>
                  </a:lnTo>
                  <a:lnTo>
                    <a:pt x="4896212" y="1163995"/>
                  </a:lnTo>
                  <a:lnTo>
                    <a:pt x="4896338" y="1163995"/>
                  </a:lnTo>
                  <a:lnTo>
                    <a:pt x="4896464" y="1163995"/>
                  </a:lnTo>
                  <a:lnTo>
                    <a:pt x="4896591" y="1163995"/>
                  </a:lnTo>
                  <a:lnTo>
                    <a:pt x="4896717" y="1163995"/>
                  </a:lnTo>
                  <a:lnTo>
                    <a:pt x="4896843" y="1163995"/>
                  </a:lnTo>
                  <a:lnTo>
                    <a:pt x="4896970" y="1163995"/>
                  </a:lnTo>
                  <a:lnTo>
                    <a:pt x="4897096" y="1163995"/>
                  </a:lnTo>
                  <a:lnTo>
                    <a:pt x="4897222" y="1163995"/>
                  </a:lnTo>
                  <a:lnTo>
                    <a:pt x="4897348" y="1163995"/>
                  </a:lnTo>
                  <a:lnTo>
                    <a:pt x="4897475" y="1163995"/>
                  </a:lnTo>
                  <a:lnTo>
                    <a:pt x="4897601" y="1163995"/>
                  </a:lnTo>
                  <a:lnTo>
                    <a:pt x="4897727" y="1163995"/>
                  </a:lnTo>
                  <a:lnTo>
                    <a:pt x="4897853" y="1163995"/>
                  </a:lnTo>
                  <a:lnTo>
                    <a:pt x="4897980" y="1163995"/>
                  </a:lnTo>
                  <a:lnTo>
                    <a:pt x="4898106" y="1163995"/>
                  </a:lnTo>
                  <a:lnTo>
                    <a:pt x="4898232" y="1163995"/>
                  </a:lnTo>
                  <a:lnTo>
                    <a:pt x="4898358" y="1163995"/>
                  </a:lnTo>
                  <a:lnTo>
                    <a:pt x="4898485" y="1163995"/>
                  </a:lnTo>
                  <a:lnTo>
                    <a:pt x="4898611" y="1163995"/>
                  </a:lnTo>
                  <a:lnTo>
                    <a:pt x="4898737" y="1163995"/>
                  </a:lnTo>
                  <a:lnTo>
                    <a:pt x="4898863" y="1163995"/>
                  </a:lnTo>
                  <a:lnTo>
                    <a:pt x="4898990" y="1163995"/>
                  </a:lnTo>
                  <a:lnTo>
                    <a:pt x="4899116" y="1163995"/>
                  </a:lnTo>
                  <a:lnTo>
                    <a:pt x="4899242" y="1163995"/>
                  </a:lnTo>
                  <a:lnTo>
                    <a:pt x="4899368" y="1163995"/>
                  </a:lnTo>
                  <a:lnTo>
                    <a:pt x="4899495" y="1163995"/>
                  </a:lnTo>
                  <a:lnTo>
                    <a:pt x="4899621" y="1163995"/>
                  </a:lnTo>
                  <a:lnTo>
                    <a:pt x="4899747" y="1163995"/>
                  </a:lnTo>
                  <a:lnTo>
                    <a:pt x="4899873" y="1163995"/>
                  </a:lnTo>
                  <a:lnTo>
                    <a:pt x="4900000" y="1163995"/>
                  </a:lnTo>
                  <a:lnTo>
                    <a:pt x="4900126" y="1163995"/>
                  </a:lnTo>
                  <a:lnTo>
                    <a:pt x="4900252" y="1163995"/>
                  </a:lnTo>
                  <a:lnTo>
                    <a:pt x="4900378" y="1163995"/>
                  </a:lnTo>
                  <a:lnTo>
                    <a:pt x="4900505" y="1163995"/>
                  </a:lnTo>
                  <a:lnTo>
                    <a:pt x="4900631" y="1163995"/>
                  </a:lnTo>
                  <a:lnTo>
                    <a:pt x="4900757" y="1163995"/>
                  </a:lnTo>
                  <a:lnTo>
                    <a:pt x="4900883" y="1163995"/>
                  </a:lnTo>
                  <a:lnTo>
                    <a:pt x="4901010" y="1163995"/>
                  </a:lnTo>
                  <a:lnTo>
                    <a:pt x="4901136" y="1163995"/>
                  </a:lnTo>
                  <a:lnTo>
                    <a:pt x="4901262" y="1163995"/>
                  </a:lnTo>
                  <a:lnTo>
                    <a:pt x="4901388" y="1163995"/>
                  </a:lnTo>
                  <a:lnTo>
                    <a:pt x="4901515" y="1163995"/>
                  </a:lnTo>
                  <a:lnTo>
                    <a:pt x="4901641" y="1163995"/>
                  </a:lnTo>
                  <a:lnTo>
                    <a:pt x="4901767" y="1163995"/>
                  </a:lnTo>
                  <a:lnTo>
                    <a:pt x="4901893" y="1163995"/>
                  </a:lnTo>
                  <a:lnTo>
                    <a:pt x="4902020" y="1163995"/>
                  </a:lnTo>
                  <a:lnTo>
                    <a:pt x="4902146" y="1163995"/>
                  </a:lnTo>
                  <a:lnTo>
                    <a:pt x="4902272" y="1163995"/>
                  </a:lnTo>
                  <a:lnTo>
                    <a:pt x="4902399" y="1163995"/>
                  </a:lnTo>
                  <a:lnTo>
                    <a:pt x="4902525" y="1163995"/>
                  </a:lnTo>
                  <a:lnTo>
                    <a:pt x="4902651" y="1163995"/>
                  </a:lnTo>
                  <a:lnTo>
                    <a:pt x="4902777" y="1163995"/>
                  </a:lnTo>
                  <a:lnTo>
                    <a:pt x="4902904" y="1163995"/>
                  </a:lnTo>
                  <a:lnTo>
                    <a:pt x="4903030" y="1163995"/>
                  </a:lnTo>
                  <a:lnTo>
                    <a:pt x="4903156" y="1163995"/>
                  </a:lnTo>
                  <a:lnTo>
                    <a:pt x="4903282" y="1163995"/>
                  </a:lnTo>
                  <a:lnTo>
                    <a:pt x="4903409" y="1163995"/>
                  </a:lnTo>
                  <a:lnTo>
                    <a:pt x="4903535" y="1163995"/>
                  </a:lnTo>
                  <a:lnTo>
                    <a:pt x="4903661" y="1163995"/>
                  </a:lnTo>
                  <a:lnTo>
                    <a:pt x="4903787" y="1163995"/>
                  </a:lnTo>
                  <a:lnTo>
                    <a:pt x="4903914" y="1163995"/>
                  </a:lnTo>
                  <a:lnTo>
                    <a:pt x="4904040" y="1163995"/>
                  </a:lnTo>
                  <a:lnTo>
                    <a:pt x="4904166" y="1163995"/>
                  </a:lnTo>
                  <a:lnTo>
                    <a:pt x="4904292" y="1163995"/>
                  </a:lnTo>
                  <a:lnTo>
                    <a:pt x="4904419" y="1163995"/>
                  </a:lnTo>
                  <a:lnTo>
                    <a:pt x="4904545" y="1163995"/>
                  </a:lnTo>
                  <a:lnTo>
                    <a:pt x="4904671" y="1163995"/>
                  </a:lnTo>
                  <a:lnTo>
                    <a:pt x="4904797" y="1163995"/>
                  </a:lnTo>
                  <a:lnTo>
                    <a:pt x="4904924" y="1163995"/>
                  </a:lnTo>
                  <a:lnTo>
                    <a:pt x="4905050" y="1163995"/>
                  </a:lnTo>
                  <a:lnTo>
                    <a:pt x="4905176" y="1163995"/>
                  </a:lnTo>
                  <a:lnTo>
                    <a:pt x="4905302" y="1163995"/>
                  </a:lnTo>
                  <a:lnTo>
                    <a:pt x="4905429" y="1163995"/>
                  </a:lnTo>
                  <a:lnTo>
                    <a:pt x="4905555" y="1163995"/>
                  </a:lnTo>
                  <a:lnTo>
                    <a:pt x="4905681" y="1163995"/>
                  </a:lnTo>
                  <a:lnTo>
                    <a:pt x="4905807" y="1163995"/>
                  </a:lnTo>
                  <a:lnTo>
                    <a:pt x="4905934" y="1163995"/>
                  </a:lnTo>
                  <a:lnTo>
                    <a:pt x="4906060" y="1163995"/>
                  </a:lnTo>
                  <a:lnTo>
                    <a:pt x="4906186" y="1163995"/>
                  </a:lnTo>
                  <a:lnTo>
                    <a:pt x="4906312" y="1163995"/>
                  </a:lnTo>
                  <a:lnTo>
                    <a:pt x="4906439" y="1163995"/>
                  </a:lnTo>
                  <a:lnTo>
                    <a:pt x="4906565" y="1163995"/>
                  </a:lnTo>
                  <a:lnTo>
                    <a:pt x="4906691" y="1163995"/>
                  </a:lnTo>
                  <a:lnTo>
                    <a:pt x="4906817" y="1163995"/>
                  </a:lnTo>
                  <a:lnTo>
                    <a:pt x="4906944" y="1163995"/>
                  </a:lnTo>
                  <a:lnTo>
                    <a:pt x="4906944" y="1159084"/>
                  </a:lnTo>
                  <a:lnTo>
                    <a:pt x="4907070" y="1159084"/>
                  </a:lnTo>
                  <a:lnTo>
                    <a:pt x="4907196" y="1159084"/>
                  </a:lnTo>
                  <a:lnTo>
                    <a:pt x="4907323" y="1159084"/>
                  </a:lnTo>
                  <a:lnTo>
                    <a:pt x="4907449" y="1159084"/>
                  </a:lnTo>
                  <a:lnTo>
                    <a:pt x="4907575" y="1159084"/>
                  </a:lnTo>
                  <a:lnTo>
                    <a:pt x="4907701" y="1159084"/>
                  </a:lnTo>
                  <a:lnTo>
                    <a:pt x="4907828" y="1159084"/>
                  </a:lnTo>
                  <a:lnTo>
                    <a:pt x="4907954" y="1159084"/>
                  </a:lnTo>
                  <a:lnTo>
                    <a:pt x="4908080" y="1159084"/>
                  </a:lnTo>
                  <a:lnTo>
                    <a:pt x="4908206" y="1159084"/>
                  </a:lnTo>
                  <a:lnTo>
                    <a:pt x="4908333" y="1159084"/>
                  </a:lnTo>
                  <a:lnTo>
                    <a:pt x="4908459" y="1159084"/>
                  </a:lnTo>
                  <a:lnTo>
                    <a:pt x="4908585" y="1159084"/>
                  </a:lnTo>
                  <a:lnTo>
                    <a:pt x="4908711" y="1159084"/>
                  </a:lnTo>
                  <a:lnTo>
                    <a:pt x="4908838" y="1159084"/>
                  </a:lnTo>
                  <a:lnTo>
                    <a:pt x="4908964" y="1159084"/>
                  </a:lnTo>
                  <a:lnTo>
                    <a:pt x="4909090" y="1159084"/>
                  </a:lnTo>
                  <a:lnTo>
                    <a:pt x="4909216" y="1159084"/>
                  </a:lnTo>
                  <a:lnTo>
                    <a:pt x="4909343" y="1159084"/>
                  </a:lnTo>
                  <a:lnTo>
                    <a:pt x="4909469" y="1159084"/>
                  </a:lnTo>
                  <a:lnTo>
                    <a:pt x="4909595" y="1159084"/>
                  </a:lnTo>
                  <a:lnTo>
                    <a:pt x="4909721" y="1159084"/>
                  </a:lnTo>
                  <a:lnTo>
                    <a:pt x="4909848" y="1159084"/>
                  </a:lnTo>
                  <a:lnTo>
                    <a:pt x="4909974" y="1159084"/>
                  </a:lnTo>
                  <a:lnTo>
                    <a:pt x="4910100" y="1159084"/>
                  </a:lnTo>
                  <a:lnTo>
                    <a:pt x="4910226" y="1159084"/>
                  </a:lnTo>
                  <a:lnTo>
                    <a:pt x="4910353" y="1159084"/>
                  </a:lnTo>
                  <a:lnTo>
                    <a:pt x="4910479" y="1159084"/>
                  </a:lnTo>
                  <a:lnTo>
                    <a:pt x="4910605" y="1159084"/>
                  </a:lnTo>
                  <a:lnTo>
                    <a:pt x="4910731" y="1159084"/>
                  </a:lnTo>
                  <a:lnTo>
                    <a:pt x="4910858" y="1159084"/>
                  </a:lnTo>
                  <a:lnTo>
                    <a:pt x="4910984" y="1159084"/>
                  </a:lnTo>
                  <a:lnTo>
                    <a:pt x="4911110" y="1159084"/>
                  </a:lnTo>
                  <a:lnTo>
                    <a:pt x="4911236" y="1159084"/>
                  </a:lnTo>
                  <a:lnTo>
                    <a:pt x="4911363" y="1159084"/>
                  </a:lnTo>
                  <a:lnTo>
                    <a:pt x="4911489" y="1159084"/>
                  </a:lnTo>
                  <a:lnTo>
                    <a:pt x="4911615" y="1159084"/>
                  </a:lnTo>
                  <a:lnTo>
                    <a:pt x="4911741" y="1159084"/>
                  </a:lnTo>
                  <a:lnTo>
                    <a:pt x="4911868" y="1159084"/>
                  </a:lnTo>
                  <a:lnTo>
                    <a:pt x="4911994" y="1159084"/>
                  </a:lnTo>
                  <a:lnTo>
                    <a:pt x="4912120" y="1159084"/>
                  </a:lnTo>
                  <a:lnTo>
                    <a:pt x="4912246" y="1159084"/>
                  </a:lnTo>
                  <a:lnTo>
                    <a:pt x="4912373" y="1159084"/>
                  </a:lnTo>
                  <a:lnTo>
                    <a:pt x="4912499" y="1159084"/>
                  </a:lnTo>
                  <a:lnTo>
                    <a:pt x="4912625" y="1159084"/>
                  </a:lnTo>
                  <a:lnTo>
                    <a:pt x="4912752" y="1159084"/>
                  </a:lnTo>
                  <a:lnTo>
                    <a:pt x="4912878" y="1159084"/>
                  </a:lnTo>
                  <a:lnTo>
                    <a:pt x="4913004" y="1159084"/>
                  </a:lnTo>
                  <a:lnTo>
                    <a:pt x="4913130" y="1159084"/>
                  </a:lnTo>
                  <a:lnTo>
                    <a:pt x="4913257" y="1159084"/>
                  </a:lnTo>
                  <a:lnTo>
                    <a:pt x="4913383" y="1159084"/>
                  </a:lnTo>
                  <a:lnTo>
                    <a:pt x="4913509" y="1159084"/>
                  </a:lnTo>
                  <a:lnTo>
                    <a:pt x="4913635" y="1159084"/>
                  </a:lnTo>
                  <a:lnTo>
                    <a:pt x="4913762" y="1159084"/>
                  </a:lnTo>
                  <a:lnTo>
                    <a:pt x="4913888" y="1159084"/>
                  </a:lnTo>
                  <a:lnTo>
                    <a:pt x="4914014" y="1159084"/>
                  </a:lnTo>
                  <a:lnTo>
                    <a:pt x="4914140" y="1159084"/>
                  </a:lnTo>
                  <a:lnTo>
                    <a:pt x="4914267" y="1159084"/>
                  </a:lnTo>
                  <a:lnTo>
                    <a:pt x="4914393" y="1159084"/>
                  </a:lnTo>
                  <a:lnTo>
                    <a:pt x="4914519" y="1159084"/>
                  </a:lnTo>
                  <a:lnTo>
                    <a:pt x="4914645" y="1159084"/>
                  </a:lnTo>
                  <a:lnTo>
                    <a:pt x="4914772" y="1159084"/>
                  </a:lnTo>
                  <a:lnTo>
                    <a:pt x="4914898" y="1159084"/>
                  </a:lnTo>
                  <a:lnTo>
                    <a:pt x="4915024" y="1159084"/>
                  </a:lnTo>
                  <a:lnTo>
                    <a:pt x="4915150" y="1159084"/>
                  </a:lnTo>
                  <a:lnTo>
                    <a:pt x="4915277" y="1159084"/>
                  </a:lnTo>
                  <a:lnTo>
                    <a:pt x="4915403" y="1159084"/>
                  </a:lnTo>
                  <a:lnTo>
                    <a:pt x="4915529" y="1159084"/>
                  </a:lnTo>
                  <a:lnTo>
                    <a:pt x="4915655" y="1159084"/>
                  </a:lnTo>
                  <a:lnTo>
                    <a:pt x="4915782" y="1159084"/>
                  </a:lnTo>
                  <a:lnTo>
                    <a:pt x="4915908" y="1159084"/>
                  </a:lnTo>
                  <a:lnTo>
                    <a:pt x="4916034" y="1159084"/>
                  </a:lnTo>
                  <a:lnTo>
                    <a:pt x="4916160" y="1159084"/>
                  </a:lnTo>
                  <a:lnTo>
                    <a:pt x="4916287" y="1159084"/>
                  </a:lnTo>
                  <a:lnTo>
                    <a:pt x="4916413" y="1159084"/>
                  </a:lnTo>
                  <a:lnTo>
                    <a:pt x="4916539" y="1159084"/>
                  </a:lnTo>
                  <a:lnTo>
                    <a:pt x="4916665" y="1159084"/>
                  </a:lnTo>
                  <a:lnTo>
                    <a:pt x="4916792" y="1159084"/>
                  </a:lnTo>
                  <a:lnTo>
                    <a:pt x="4916918" y="1159084"/>
                  </a:lnTo>
                  <a:lnTo>
                    <a:pt x="4917044" y="1159084"/>
                  </a:lnTo>
                  <a:lnTo>
                    <a:pt x="4917170" y="1159084"/>
                  </a:lnTo>
                  <a:lnTo>
                    <a:pt x="4917297" y="1159084"/>
                  </a:lnTo>
                  <a:lnTo>
                    <a:pt x="4917423" y="1159084"/>
                  </a:lnTo>
                  <a:lnTo>
                    <a:pt x="4917549" y="1159084"/>
                  </a:lnTo>
                  <a:lnTo>
                    <a:pt x="4917676" y="1159084"/>
                  </a:lnTo>
                  <a:lnTo>
                    <a:pt x="4917802" y="1159084"/>
                  </a:lnTo>
                  <a:lnTo>
                    <a:pt x="4917928" y="1159084"/>
                  </a:lnTo>
                  <a:lnTo>
                    <a:pt x="4918054" y="1159084"/>
                  </a:lnTo>
                  <a:lnTo>
                    <a:pt x="4918181" y="1159084"/>
                  </a:lnTo>
                  <a:lnTo>
                    <a:pt x="4918307" y="1159084"/>
                  </a:lnTo>
                  <a:lnTo>
                    <a:pt x="4918433" y="1159084"/>
                  </a:lnTo>
                  <a:lnTo>
                    <a:pt x="4918559" y="1159084"/>
                  </a:lnTo>
                  <a:lnTo>
                    <a:pt x="4918686" y="1159084"/>
                  </a:lnTo>
                  <a:lnTo>
                    <a:pt x="4918812" y="1159084"/>
                  </a:lnTo>
                  <a:lnTo>
                    <a:pt x="4918938" y="1159084"/>
                  </a:lnTo>
                  <a:lnTo>
                    <a:pt x="4919064" y="1159084"/>
                  </a:lnTo>
                  <a:lnTo>
                    <a:pt x="4919191" y="1159084"/>
                  </a:lnTo>
                  <a:lnTo>
                    <a:pt x="4919317" y="1159084"/>
                  </a:lnTo>
                  <a:lnTo>
                    <a:pt x="4919443" y="1159084"/>
                  </a:lnTo>
                  <a:lnTo>
                    <a:pt x="4919569" y="1159084"/>
                  </a:lnTo>
                  <a:lnTo>
                    <a:pt x="4919696" y="1159084"/>
                  </a:lnTo>
                  <a:lnTo>
                    <a:pt x="4919822" y="1159084"/>
                  </a:lnTo>
                  <a:lnTo>
                    <a:pt x="4919948" y="1159084"/>
                  </a:lnTo>
                  <a:lnTo>
                    <a:pt x="4920074" y="1159084"/>
                  </a:lnTo>
                  <a:lnTo>
                    <a:pt x="4920201" y="1159084"/>
                  </a:lnTo>
                  <a:lnTo>
                    <a:pt x="4920327" y="1159084"/>
                  </a:lnTo>
                  <a:lnTo>
                    <a:pt x="4920453" y="1159084"/>
                  </a:lnTo>
                  <a:lnTo>
                    <a:pt x="4920579" y="1159084"/>
                  </a:lnTo>
                  <a:lnTo>
                    <a:pt x="4920706" y="1159084"/>
                  </a:lnTo>
                  <a:lnTo>
                    <a:pt x="4920832" y="1159084"/>
                  </a:lnTo>
                  <a:lnTo>
                    <a:pt x="4920958" y="1159084"/>
                  </a:lnTo>
                  <a:lnTo>
                    <a:pt x="4921084" y="1159084"/>
                  </a:lnTo>
                  <a:lnTo>
                    <a:pt x="4921211" y="1159084"/>
                  </a:lnTo>
                  <a:lnTo>
                    <a:pt x="4921337" y="1159084"/>
                  </a:lnTo>
                  <a:lnTo>
                    <a:pt x="4921463" y="1159084"/>
                  </a:lnTo>
                  <a:lnTo>
                    <a:pt x="4921589" y="1159084"/>
                  </a:lnTo>
                  <a:lnTo>
                    <a:pt x="4921716" y="1159084"/>
                  </a:lnTo>
                  <a:lnTo>
                    <a:pt x="4921842" y="1159084"/>
                  </a:lnTo>
                  <a:lnTo>
                    <a:pt x="4921968" y="1159084"/>
                  </a:lnTo>
                  <a:lnTo>
                    <a:pt x="4922094" y="1159084"/>
                  </a:lnTo>
                  <a:lnTo>
                    <a:pt x="4922221" y="1159084"/>
                  </a:lnTo>
                  <a:lnTo>
                    <a:pt x="4922347" y="1159084"/>
                  </a:lnTo>
                  <a:lnTo>
                    <a:pt x="4922473" y="1159084"/>
                  </a:lnTo>
                  <a:lnTo>
                    <a:pt x="4922599" y="1159084"/>
                  </a:lnTo>
                  <a:lnTo>
                    <a:pt x="4922726" y="1159084"/>
                  </a:lnTo>
                  <a:lnTo>
                    <a:pt x="4922852" y="1159084"/>
                  </a:lnTo>
                  <a:lnTo>
                    <a:pt x="4922978" y="1159084"/>
                  </a:lnTo>
                  <a:lnTo>
                    <a:pt x="4923105" y="1159084"/>
                  </a:lnTo>
                  <a:lnTo>
                    <a:pt x="4923231" y="1159084"/>
                  </a:lnTo>
                  <a:lnTo>
                    <a:pt x="4923357" y="1159084"/>
                  </a:lnTo>
                  <a:lnTo>
                    <a:pt x="4923483" y="1159084"/>
                  </a:lnTo>
                  <a:lnTo>
                    <a:pt x="4923610" y="1159084"/>
                  </a:lnTo>
                  <a:lnTo>
                    <a:pt x="4923736" y="1159084"/>
                  </a:lnTo>
                  <a:lnTo>
                    <a:pt x="4923862" y="1159084"/>
                  </a:lnTo>
                  <a:lnTo>
                    <a:pt x="4923988" y="1159084"/>
                  </a:lnTo>
                  <a:lnTo>
                    <a:pt x="4924115" y="1159084"/>
                  </a:lnTo>
                  <a:lnTo>
                    <a:pt x="4924241" y="1159084"/>
                  </a:lnTo>
                  <a:lnTo>
                    <a:pt x="4924367" y="1159084"/>
                  </a:lnTo>
                  <a:lnTo>
                    <a:pt x="4924493" y="1159084"/>
                  </a:lnTo>
                  <a:lnTo>
                    <a:pt x="4924620" y="1159084"/>
                  </a:lnTo>
                  <a:lnTo>
                    <a:pt x="4924746" y="1159084"/>
                  </a:lnTo>
                  <a:lnTo>
                    <a:pt x="4924872" y="1159084"/>
                  </a:lnTo>
                  <a:lnTo>
                    <a:pt x="4924998" y="1159084"/>
                  </a:lnTo>
                  <a:lnTo>
                    <a:pt x="4925125" y="1159084"/>
                  </a:lnTo>
                  <a:lnTo>
                    <a:pt x="4925251" y="1159084"/>
                  </a:lnTo>
                  <a:lnTo>
                    <a:pt x="4925377" y="1159084"/>
                  </a:lnTo>
                  <a:lnTo>
                    <a:pt x="4925503" y="1159084"/>
                  </a:lnTo>
                  <a:lnTo>
                    <a:pt x="4925630" y="1159084"/>
                  </a:lnTo>
                  <a:lnTo>
                    <a:pt x="4925756" y="1159084"/>
                  </a:lnTo>
                  <a:lnTo>
                    <a:pt x="4925882" y="1159084"/>
                  </a:lnTo>
                  <a:lnTo>
                    <a:pt x="4926008" y="1159084"/>
                  </a:lnTo>
                  <a:lnTo>
                    <a:pt x="4926135" y="1159084"/>
                  </a:lnTo>
                  <a:lnTo>
                    <a:pt x="4926261" y="1159084"/>
                  </a:lnTo>
                  <a:lnTo>
                    <a:pt x="4926387" y="1159084"/>
                  </a:lnTo>
                  <a:lnTo>
                    <a:pt x="4926513" y="1159084"/>
                  </a:lnTo>
                  <a:lnTo>
                    <a:pt x="4926640" y="1159084"/>
                  </a:lnTo>
                  <a:lnTo>
                    <a:pt x="4926766" y="1159084"/>
                  </a:lnTo>
                  <a:lnTo>
                    <a:pt x="4926892" y="1159084"/>
                  </a:lnTo>
                  <a:lnTo>
                    <a:pt x="4927018" y="1159084"/>
                  </a:lnTo>
                  <a:lnTo>
                    <a:pt x="4927145" y="1159084"/>
                  </a:lnTo>
                  <a:lnTo>
                    <a:pt x="4927271" y="1159084"/>
                  </a:lnTo>
                  <a:lnTo>
                    <a:pt x="4927397" y="1159084"/>
                  </a:lnTo>
                  <a:lnTo>
                    <a:pt x="4927523" y="1159084"/>
                  </a:lnTo>
                  <a:lnTo>
                    <a:pt x="4927650" y="1159084"/>
                  </a:lnTo>
                  <a:lnTo>
                    <a:pt x="4927776" y="1159084"/>
                  </a:lnTo>
                  <a:lnTo>
                    <a:pt x="4927902" y="1159084"/>
                  </a:lnTo>
                  <a:lnTo>
                    <a:pt x="4928029" y="1159084"/>
                  </a:lnTo>
                  <a:lnTo>
                    <a:pt x="4928155" y="1159084"/>
                  </a:lnTo>
                  <a:lnTo>
                    <a:pt x="4928281" y="1159084"/>
                  </a:lnTo>
                  <a:lnTo>
                    <a:pt x="4928407" y="1159084"/>
                  </a:lnTo>
                  <a:lnTo>
                    <a:pt x="4928534" y="1159084"/>
                  </a:lnTo>
                  <a:lnTo>
                    <a:pt x="4928660" y="1159084"/>
                  </a:lnTo>
                  <a:lnTo>
                    <a:pt x="4928786" y="1159084"/>
                  </a:lnTo>
                  <a:lnTo>
                    <a:pt x="4928912" y="1159084"/>
                  </a:lnTo>
                  <a:lnTo>
                    <a:pt x="4929039" y="1159084"/>
                  </a:lnTo>
                  <a:lnTo>
                    <a:pt x="4929165" y="1159084"/>
                  </a:lnTo>
                  <a:lnTo>
                    <a:pt x="4929291" y="1159084"/>
                  </a:lnTo>
                  <a:lnTo>
                    <a:pt x="4929417" y="1159084"/>
                  </a:lnTo>
                  <a:lnTo>
                    <a:pt x="4929544" y="1159084"/>
                  </a:lnTo>
                  <a:lnTo>
                    <a:pt x="4929670" y="1159084"/>
                  </a:lnTo>
                  <a:lnTo>
                    <a:pt x="4929796" y="1159084"/>
                  </a:lnTo>
                  <a:lnTo>
                    <a:pt x="4929922" y="1159084"/>
                  </a:lnTo>
                  <a:lnTo>
                    <a:pt x="4930049" y="1159084"/>
                  </a:lnTo>
                  <a:lnTo>
                    <a:pt x="4930175" y="1159084"/>
                  </a:lnTo>
                  <a:lnTo>
                    <a:pt x="4930301" y="1159084"/>
                  </a:lnTo>
                  <a:lnTo>
                    <a:pt x="4930427" y="1159084"/>
                  </a:lnTo>
                  <a:lnTo>
                    <a:pt x="4930554" y="1159084"/>
                  </a:lnTo>
                  <a:lnTo>
                    <a:pt x="4930680" y="1159084"/>
                  </a:lnTo>
                  <a:lnTo>
                    <a:pt x="4930806" y="1159084"/>
                  </a:lnTo>
                  <a:lnTo>
                    <a:pt x="4930932" y="1159084"/>
                  </a:lnTo>
                  <a:lnTo>
                    <a:pt x="4931059" y="1159084"/>
                  </a:lnTo>
                  <a:lnTo>
                    <a:pt x="4931185" y="1159084"/>
                  </a:lnTo>
                  <a:lnTo>
                    <a:pt x="4931311" y="1159084"/>
                  </a:lnTo>
                  <a:lnTo>
                    <a:pt x="4931437" y="1159084"/>
                  </a:lnTo>
                  <a:lnTo>
                    <a:pt x="4931564" y="1159084"/>
                  </a:lnTo>
                  <a:lnTo>
                    <a:pt x="4931690" y="1159084"/>
                  </a:lnTo>
                  <a:lnTo>
                    <a:pt x="4931816" y="1159084"/>
                  </a:lnTo>
                  <a:lnTo>
                    <a:pt x="4931942" y="1159084"/>
                  </a:lnTo>
                  <a:lnTo>
                    <a:pt x="4931942" y="1154173"/>
                  </a:lnTo>
                  <a:lnTo>
                    <a:pt x="4932069" y="1154173"/>
                  </a:lnTo>
                  <a:lnTo>
                    <a:pt x="4932195" y="1154173"/>
                  </a:lnTo>
                  <a:lnTo>
                    <a:pt x="4932321" y="1154173"/>
                  </a:lnTo>
                  <a:lnTo>
                    <a:pt x="4932447" y="1154173"/>
                  </a:lnTo>
                  <a:lnTo>
                    <a:pt x="4932574" y="1154173"/>
                  </a:lnTo>
                  <a:lnTo>
                    <a:pt x="4932700" y="1154173"/>
                  </a:lnTo>
                  <a:lnTo>
                    <a:pt x="4932826" y="1154173"/>
                  </a:lnTo>
                  <a:lnTo>
                    <a:pt x="4932953" y="1154173"/>
                  </a:lnTo>
                  <a:lnTo>
                    <a:pt x="4933079" y="1154173"/>
                  </a:lnTo>
                  <a:lnTo>
                    <a:pt x="4933205" y="1154173"/>
                  </a:lnTo>
                  <a:lnTo>
                    <a:pt x="4933331" y="1154173"/>
                  </a:lnTo>
                  <a:lnTo>
                    <a:pt x="4933458" y="1154173"/>
                  </a:lnTo>
                  <a:lnTo>
                    <a:pt x="4933584" y="1154173"/>
                  </a:lnTo>
                  <a:lnTo>
                    <a:pt x="4933710" y="1154173"/>
                  </a:lnTo>
                  <a:lnTo>
                    <a:pt x="4933836" y="1154173"/>
                  </a:lnTo>
                  <a:lnTo>
                    <a:pt x="4933963" y="1154173"/>
                  </a:lnTo>
                  <a:lnTo>
                    <a:pt x="4934089" y="1154173"/>
                  </a:lnTo>
                  <a:lnTo>
                    <a:pt x="4934215" y="1154173"/>
                  </a:lnTo>
                  <a:lnTo>
                    <a:pt x="4934341" y="1154173"/>
                  </a:lnTo>
                  <a:lnTo>
                    <a:pt x="4934468" y="1154173"/>
                  </a:lnTo>
                  <a:lnTo>
                    <a:pt x="4934594" y="1154173"/>
                  </a:lnTo>
                  <a:lnTo>
                    <a:pt x="4934720" y="1154173"/>
                  </a:lnTo>
                  <a:lnTo>
                    <a:pt x="4934846" y="1154173"/>
                  </a:lnTo>
                  <a:lnTo>
                    <a:pt x="4934973" y="1154173"/>
                  </a:lnTo>
                  <a:lnTo>
                    <a:pt x="4935099" y="1154173"/>
                  </a:lnTo>
                  <a:lnTo>
                    <a:pt x="4935099" y="1149261"/>
                  </a:lnTo>
                  <a:lnTo>
                    <a:pt x="4935225" y="1149261"/>
                  </a:lnTo>
                  <a:lnTo>
                    <a:pt x="4935351" y="1149261"/>
                  </a:lnTo>
                  <a:lnTo>
                    <a:pt x="4935478" y="1149261"/>
                  </a:lnTo>
                  <a:lnTo>
                    <a:pt x="4935604" y="1149261"/>
                  </a:lnTo>
                  <a:lnTo>
                    <a:pt x="4935730" y="1149261"/>
                  </a:lnTo>
                  <a:lnTo>
                    <a:pt x="4935856" y="1149261"/>
                  </a:lnTo>
                  <a:lnTo>
                    <a:pt x="4935983" y="1149261"/>
                  </a:lnTo>
                  <a:lnTo>
                    <a:pt x="4936109" y="1149261"/>
                  </a:lnTo>
                  <a:lnTo>
                    <a:pt x="4936235" y="1149261"/>
                  </a:lnTo>
                  <a:lnTo>
                    <a:pt x="4936361" y="1149261"/>
                  </a:lnTo>
                  <a:lnTo>
                    <a:pt x="4936488" y="1149261"/>
                  </a:lnTo>
                  <a:lnTo>
                    <a:pt x="4936614" y="1149261"/>
                  </a:lnTo>
                  <a:lnTo>
                    <a:pt x="4936740" y="1149261"/>
                  </a:lnTo>
                  <a:lnTo>
                    <a:pt x="4936866" y="1149261"/>
                  </a:lnTo>
                  <a:lnTo>
                    <a:pt x="4936993" y="1149261"/>
                  </a:lnTo>
                  <a:lnTo>
                    <a:pt x="4937119" y="1149261"/>
                  </a:lnTo>
                  <a:lnTo>
                    <a:pt x="4937245" y="1149261"/>
                  </a:lnTo>
                  <a:lnTo>
                    <a:pt x="4937371" y="1149261"/>
                  </a:lnTo>
                  <a:lnTo>
                    <a:pt x="4937498" y="1149261"/>
                  </a:lnTo>
                  <a:lnTo>
                    <a:pt x="4937624" y="1149261"/>
                  </a:lnTo>
                  <a:lnTo>
                    <a:pt x="4937750" y="1149261"/>
                  </a:lnTo>
                  <a:lnTo>
                    <a:pt x="4937876" y="1149261"/>
                  </a:lnTo>
                  <a:lnTo>
                    <a:pt x="4938003" y="1149261"/>
                  </a:lnTo>
                  <a:lnTo>
                    <a:pt x="4938129" y="1149261"/>
                  </a:lnTo>
                  <a:lnTo>
                    <a:pt x="4938255" y="1149261"/>
                  </a:lnTo>
                  <a:lnTo>
                    <a:pt x="4938382" y="1149261"/>
                  </a:lnTo>
                  <a:lnTo>
                    <a:pt x="4938508" y="1149261"/>
                  </a:lnTo>
                  <a:lnTo>
                    <a:pt x="4938634" y="1149261"/>
                  </a:lnTo>
                  <a:lnTo>
                    <a:pt x="4938760" y="1149261"/>
                  </a:lnTo>
                  <a:lnTo>
                    <a:pt x="4938887" y="1149261"/>
                  </a:lnTo>
                  <a:lnTo>
                    <a:pt x="4939013" y="1149261"/>
                  </a:lnTo>
                  <a:lnTo>
                    <a:pt x="4939139" y="1149261"/>
                  </a:lnTo>
                  <a:lnTo>
                    <a:pt x="4939265" y="1149261"/>
                  </a:lnTo>
                  <a:lnTo>
                    <a:pt x="4939392" y="1149261"/>
                  </a:lnTo>
                  <a:lnTo>
                    <a:pt x="4939518" y="1149261"/>
                  </a:lnTo>
                  <a:lnTo>
                    <a:pt x="4939644" y="1149261"/>
                  </a:lnTo>
                  <a:lnTo>
                    <a:pt x="4939770" y="1149261"/>
                  </a:lnTo>
                  <a:lnTo>
                    <a:pt x="4939897" y="1149261"/>
                  </a:lnTo>
                  <a:lnTo>
                    <a:pt x="4940023" y="1149261"/>
                  </a:lnTo>
                  <a:lnTo>
                    <a:pt x="4940149" y="1149261"/>
                  </a:lnTo>
                  <a:lnTo>
                    <a:pt x="4940275" y="1149261"/>
                  </a:lnTo>
                  <a:lnTo>
                    <a:pt x="4940402" y="1149261"/>
                  </a:lnTo>
                  <a:lnTo>
                    <a:pt x="4940528" y="1149261"/>
                  </a:lnTo>
                  <a:lnTo>
                    <a:pt x="4940654" y="1149261"/>
                  </a:lnTo>
                  <a:lnTo>
                    <a:pt x="4940780" y="1149261"/>
                  </a:lnTo>
                  <a:lnTo>
                    <a:pt x="4940907" y="1149261"/>
                  </a:lnTo>
                  <a:lnTo>
                    <a:pt x="4941033" y="1149261"/>
                  </a:lnTo>
                  <a:lnTo>
                    <a:pt x="4941159" y="1149261"/>
                  </a:lnTo>
                  <a:lnTo>
                    <a:pt x="4941285" y="1149261"/>
                  </a:lnTo>
                  <a:lnTo>
                    <a:pt x="4941412" y="1149261"/>
                  </a:lnTo>
                  <a:lnTo>
                    <a:pt x="4941538" y="1149261"/>
                  </a:lnTo>
                  <a:lnTo>
                    <a:pt x="4941664" y="1149261"/>
                  </a:lnTo>
                  <a:lnTo>
                    <a:pt x="4941790" y="1149261"/>
                  </a:lnTo>
                  <a:lnTo>
                    <a:pt x="4941917" y="1149261"/>
                  </a:lnTo>
                  <a:lnTo>
                    <a:pt x="4942043" y="1149261"/>
                  </a:lnTo>
                  <a:lnTo>
                    <a:pt x="4942169" y="1149261"/>
                  </a:lnTo>
                  <a:lnTo>
                    <a:pt x="4942295" y="1149261"/>
                  </a:lnTo>
                  <a:lnTo>
                    <a:pt x="4942422" y="1149261"/>
                  </a:lnTo>
                  <a:lnTo>
                    <a:pt x="4942548" y="1149261"/>
                  </a:lnTo>
                  <a:lnTo>
                    <a:pt x="4942674" y="1149261"/>
                  </a:lnTo>
                  <a:lnTo>
                    <a:pt x="4942800" y="1149261"/>
                  </a:lnTo>
                  <a:lnTo>
                    <a:pt x="4942927" y="1149261"/>
                  </a:lnTo>
                  <a:lnTo>
                    <a:pt x="4943053" y="1149261"/>
                  </a:lnTo>
                  <a:lnTo>
                    <a:pt x="4943179" y="1149261"/>
                  </a:lnTo>
                  <a:lnTo>
                    <a:pt x="4943306" y="1149261"/>
                  </a:lnTo>
                  <a:lnTo>
                    <a:pt x="4943432" y="1149261"/>
                  </a:lnTo>
                  <a:lnTo>
                    <a:pt x="4943558" y="1149261"/>
                  </a:lnTo>
                  <a:lnTo>
                    <a:pt x="4943684" y="1149261"/>
                  </a:lnTo>
                  <a:lnTo>
                    <a:pt x="4943811" y="1149261"/>
                  </a:lnTo>
                  <a:lnTo>
                    <a:pt x="4943937" y="1149261"/>
                  </a:lnTo>
                  <a:lnTo>
                    <a:pt x="4944063" y="1149261"/>
                  </a:lnTo>
                  <a:lnTo>
                    <a:pt x="4944189" y="1149261"/>
                  </a:lnTo>
                  <a:lnTo>
                    <a:pt x="4944316" y="1149261"/>
                  </a:lnTo>
                  <a:lnTo>
                    <a:pt x="4944442" y="1149261"/>
                  </a:lnTo>
                  <a:lnTo>
                    <a:pt x="4944568" y="1149261"/>
                  </a:lnTo>
                  <a:lnTo>
                    <a:pt x="4944694" y="1149261"/>
                  </a:lnTo>
                  <a:lnTo>
                    <a:pt x="4944821" y="1149261"/>
                  </a:lnTo>
                  <a:lnTo>
                    <a:pt x="4944947" y="1149261"/>
                  </a:lnTo>
                  <a:lnTo>
                    <a:pt x="4945073" y="1149261"/>
                  </a:lnTo>
                  <a:lnTo>
                    <a:pt x="4945199" y="1149261"/>
                  </a:lnTo>
                  <a:lnTo>
                    <a:pt x="4945326" y="1149261"/>
                  </a:lnTo>
                  <a:lnTo>
                    <a:pt x="4945452" y="1149261"/>
                  </a:lnTo>
                  <a:lnTo>
                    <a:pt x="4945578" y="1149261"/>
                  </a:lnTo>
                  <a:lnTo>
                    <a:pt x="4945704" y="1149261"/>
                  </a:lnTo>
                  <a:lnTo>
                    <a:pt x="4945831" y="1149261"/>
                  </a:lnTo>
                  <a:lnTo>
                    <a:pt x="4945957" y="1149261"/>
                  </a:lnTo>
                  <a:lnTo>
                    <a:pt x="4946083" y="1149261"/>
                  </a:lnTo>
                  <a:lnTo>
                    <a:pt x="4946209" y="1149261"/>
                  </a:lnTo>
                  <a:lnTo>
                    <a:pt x="4946336" y="1149261"/>
                  </a:lnTo>
                  <a:lnTo>
                    <a:pt x="4946336" y="1144350"/>
                  </a:lnTo>
                  <a:lnTo>
                    <a:pt x="4946462" y="1144350"/>
                  </a:lnTo>
                  <a:lnTo>
                    <a:pt x="4946588" y="1144350"/>
                  </a:lnTo>
                  <a:lnTo>
                    <a:pt x="4946714" y="1144350"/>
                  </a:lnTo>
                  <a:lnTo>
                    <a:pt x="4946841" y="1144350"/>
                  </a:lnTo>
                  <a:lnTo>
                    <a:pt x="4946967" y="1144350"/>
                  </a:lnTo>
                  <a:lnTo>
                    <a:pt x="4947093" y="1144350"/>
                  </a:lnTo>
                  <a:lnTo>
                    <a:pt x="4947219" y="1144350"/>
                  </a:lnTo>
                  <a:lnTo>
                    <a:pt x="4947346" y="1144350"/>
                  </a:lnTo>
                  <a:lnTo>
                    <a:pt x="4947472" y="1144350"/>
                  </a:lnTo>
                  <a:lnTo>
                    <a:pt x="4947598" y="1144350"/>
                  </a:lnTo>
                  <a:lnTo>
                    <a:pt x="4947724" y="1144350"/>
                  </a:lnTo>
                  <a:lnTo>
                    <a:pt x="4947851" y="1144350"/>
                  </a:lnTo>
                  <a:lnTo>
                    <a:pt x="4947977" y="1144350"/>
                  </a:lnTo>
                  <a:lnTo>
                    <a:pt x="4948103" y="1144350"/>
                  </a:lnTo>
                  <a:lnTo>
                    <a:pt x="4948229" y="1144350"/>
                  </a:lnTo>
                  <a:lnTo>
                    <a:pt x="4948356" y="1144350"/>
                  </a:lnTo>
                  <a:lnTo>
                    <a:pt x="4948482" y="1144350"/>
                  </a:lnTo>
                  <a:lnTo>
                    <a:pt x="4948608" y="1144350"/>
                  </a:lnTo>
                  <a:lnTo>
                    <a:pt x="4948735" y="1144350"/>
                  </a:lnTo>
                  <a:lnTo>
                    <a:pt x="4948861" y="1144350"/>
                  </a:lnTo>
                  <a:lnTo>
                    <a:pt x="4948987" y="1144350"/>
                  </a:lnTo>
                  <a:lnTo>
                    <a:pt x="4949113" y="1144350"/>
                  </a:lnTo>
                  <a:lnTo>
                    <a:pt x="4949240" y="1144350"/>
                  </a:lnTo>
                  <a:lnTo>
                    <a:pt x="4949366" y="1144350"/>
                  </a:lnTo>
                  <a:lnTo>
                    <a:pt x="4949492" y="1144350"/>
                  </a:lnTo>
                  <a:lnTo>
                    <a:pt x="4949618" y="1144350"/>
                  </a:lnTo>
                  <a:lnTo>
                    <a:pt x="4949745" y="1144350"/>
                  </a:lnTo>
                  <a:lnTo>
                    <a:pt x="4949871" y="1144350"/>
                  </a:lnTo>
                  <a:lnTo>
                    <a:pt x="4949997" y="1144350"/>
                  </a:lnTo>
                  <a:lnTo>
                    <a:pt x="4950123" y="1144350"/>
                  </a:lnTo>
                  <a:lnTo>
                    <a:pt x="4950250" y="1144350"/>
                  </a:lnTo>
                  <a:lnTo>
                    <a:pt x="4950376" y="1144350"/>
                  </a:lnTo>
                  <a:lnTo>
                    <a:pt x="4950502" y="1144350"/>
                  </a:lnTo>
                  <a:lnTo>
                    <a:pt x="4950628" y="1144350"/>
                  </a:lnTo>
                  <a:lnTo>
                    <a:pt x="4950755" y="1144350"/>
                  </a:lnTo>
                  <a:lnTo>
                    <a:pt x="4950881" y="1144350"/>
                  </a:lnTo>
                  <a:lnTo>
                    <a:pt x="4951007" y="1144350"/>
                  </a:lnTo>
                  <a:lnTo>
                    <a:pt x="4951133" y="1144350"/>
                  </a:lnTo>
                  <a:lnTo>
                    <a:pt x="4951260" y="1144350"/>
                  </a:lnTo>
                  <a:lnTo>
                    <a:pt x="4951386" y="1144350"/>
                  </a:lnTo>
                  <a:lnTo>
                    <a:pt x="4951512" y="1144350"/>
                  </a:lnTo>
                  <a:lnTo>
                    <a:pt x="4951638" y="1144350"/>
                  </a:lnTo>
                  <a:lnTo>
                    <a:pt x="4951765" y="1144350"/>
                  </a:lnTo>
                  <a:lnTo>
                    <a:pt x="4951891" y="1144350"/>
                  </a:lnTo>
                  <a:lnTo>
                    <a:pt x="4952017" y="1144350"/>
                  </a:lnTo>
                  <a:lnTo>
                    <a:pt x="4952143" y="1144350"/>
                  </a:lnTo>
                  <a:lnTo>
                    <a:pt x="4952270" y="1144350"/>
                  </a:lnTo>
                  <a:lnTo>
                    <a:pt x="4952396" y="1144350"/>
                  </a:lnTo>
                  <a:lnTo>
                    <a:pt x="4952522" y="1144350"/>
                  </a:lnTo>
                  <a:lnTo>
                    <a:pt x="4952648" y="1144350"/>
                  </a:lnTo>
                  <a:lnTo>
                    <a:pt x="4952775" y="1144350"/>
                  </a:lnTo>
                  <a:lnTo>
                    <a:pt x="4952901" y="1144350"/>
                  </a:lnTo>
                  <a:lnTo>
                    <a:pt x="4953027" y="1144350"/>
                  </a:lnTo>
                  <a:lnTo>
                    <a:pt x="4953153" y="1144350"/>
                  </a:lnTo>
                  <a:lnTo>
                    <a:pt x="4953280" y="1144350"/>
                  </a:lnTo>
                  <a:lnTo>
                    <a:pt x="4953406" y="1144350"/>
                  </a:lnTo>
                  <a:lnTo>
                    <a:pt x="4953532" y="1144350"/>
                  </a:lnTo>
                  <a:lnTo>
                    <a:pt x="4953659" y="1144350"/>
                  </a:lnTo>
                  <a:lnTo>
                    <a:pt x="4953785" y="1144350"/>
                  </a:lnTo>
                  <a:lnTo>
                    <a:pt x="4953911" y="1144350"/>
                  </a:lnTo>
                  <a:lnTo>
                    <a:pt x="4954037" y="1144350"/>
                  </a:lnTo>
                  <a:lnTo>
                    <a:pt x="4954164" y="1144350"/>
                  </a:lnTo>
                  <a:lnTo>
                    <a:pt x="4954290" y="1144350"/>
                  </a:lnTo>
                  <a:lnTo>
                    <a:pt x="4954416" y="1144350"/>
                  </a:lnTo>
                  <a:lnTo>
                    <a:pt x="4954542" y="1144350"/>
                  </a:lnTo>
                  <a:lnTo>
                    <a:pt x="4954669" y="1144350"/>
                  </a:lnTo>
                  <a:lnTo>
                    <a:pt x="4954795" y="1144350"/>
                  </a:lnTo>
                  <a:lnTo>
                    <a:pt x="4954921" y="1144350"/>
                  </a:lnTo>
                  <a:lnTo>
                    <a:pt x="4955047" y="1144350"/>
                  </a:lnTo>
                  <a:lnTo>
                    <a:pt x="4955174" y="1144350"/>
                  </a:lnTo>
                  <a:lnTo>
                    <a:pt x="4955300" y="1144350"/>
                  </a:lnTo>
                  <a:lnTo>
                    <a:pt x="4955426" y="1144350"/>
                  </a:lnTo>
                  <a:lnTo>
                    <a:pt x="4955552" y="1144350"/>
                  </a:lnTo>
                  <a:lnTo>
                    <a:pt x="4955679" y="1144350"/>
                  </a:lnTo>
                  <a:lnTo>
                    <a:pt x="4955805" y="1144350"/>
                  </a:lnTo>
                  <a:lnTo>
                    <a:pt x="4955931" y="1144350"/>
                  </a:lnTo>
                  <a:lnTo>
                    <a:pt x="4956057" y="1144350"/>
                  </a:lnTo>
                  <a:lnTo>
                    <a:pt x="4956184" y="1144350"/>
                  </a:lnTo>
                  <a:lnTo>
                    <a:pt x="4956310" y="1144350"/>
                  </a:lnTo>
                  <a:lnTo>
                    <a:pt x="4956436" y="1144350"/>
                  </a:lnTo>
                  <a:lnTo>
                    <a:pt x="4956562" y="1144350"/>
                  </a:lnTo>
                  <a:lnTo>
                    <a:pt x="4956689" y="1144350"/>
                  </a:lnTo>
                  <a:lnTo>
                    <a:pt x="4956815" y="1144350"/>
                  </a:lnTo>
                  <a:lnTo>
                    <a:pt x="4956941" y="1144350"/>
                  </a:lnTo>
                  <a:lnTo>
                    <a:pt x="4957067" y="1144350"/>
                  </a:lnTo>
                  <a:lnTo>
                    <a:pt x="4957194" y="1144350"/>
                  </a:lnTo>
                  <a:lnTo>
                    <a:pt x="4957320" y="1144350"/>
                  </a:lnTo>
                  <a:lnTo>
                    <a:pt x="4957446" y="1144350"/>
                  </a:lnTo>
                  <a:lnTo>
                    <a:pt x="4957572" y="1144350"/>
                  </a:lnTo>
                  <a:lnTo>
                    <a:pt x="4957699" y="1144350"/>
                  </a:lnTo>
                  <a:lnTo>
                    <a:pt x="4957825" y="1144350"/>
                  </a:lnTo>
                  <a:lnTo>
                    <a:pt x="4957951" y="1144350"/>
                  </a:lnTo>
                  <a:lnTo>
                    <a:pt x="4958077" y="1144350"/>
                  </a:lnTo>
                  <a:lnTo>
                    <a:pt x="4958204" y="1144350"/>
                  </a:lnTo>
                  <a:lnTo>
                    <a:pt x="4958330" y="1144350"/>
                  </a:lnTo>
                  <a:lnTo>
                    <a:pt x="4958456" y="1144350"/>
                  </a:lnTo>
                  <a:lnTo>
                    <a:pt x="4958582" y="1144350"/>
                  </a:lnTo>
                  <a:lnTo>
                    <a:pt x="4958709" y="1144350"/>
                  </a:lnTo>
                  <a:lnTo>
                    <a:pt x="4958835" y="1144350"/>
                  </a:lnTo>
                  <a:lnTo>
                    <a:pt x="4958961" y="1144350"/>
                  </a:lnTo>
                  <a:lnTo>
                    <a:pt x="4959088" y="1144350"/>
                  </a:lnTo>
                  <a:lnTo>
                    <a:pt x="4959214" y="1144350"/>
                  </a:lnTo>
                  <a:lnTo>
                    <a:pt x="4959340" y="1144350"/>
                  </a:lnTo>
                  <a:lnTo>
                    <a:pt x="4959466" y="1144350"/>
                  </a:lnTo>
                  <a:lnTo>
                    <a:pt x="4959593" y="1144350"/>
                  </a:lnTo>
                  <a:lnTo>
                    <a:pt x="4959719" y="1144350"/>
                  </a:lnTo>
                  <a:lnTo>
                    <a:pt x="4959845" y="1144350"/>
                  </a:lnTo>
                  <a:lnTo>
                    <a:pt x="4959971" y="1144350"/>
                  </a:lnTo>
                  <a:lnTo>
                    <a:pt x="4960098" y="1144350"/>
                  </a:lnTo>
                  <a:lnTo>
                    <a:pt x="4960224" y="1144350"/>
                  </a:lnTo>
                  <a:lnTo>
                    <a:pt x="4960350" y="1144350"/>
                  </a:lnTo>
                  <a:lnTo>
                    <a:pt x="4960476" y="1144350"/>
                  </a:lnTo>
                  <a:lnTo>
                    <a:pt x="4960603" y="1144350"/>
                  </a:lnTo>
                  <a:lnTo>
                    <a:pt x="4960729" y="1144350"/>
                  </a:lnTo>
                  <a:lnTo>
                    <a:pt x="4960855" y="1144350"/>
                  </a:lnTo>
                  <a:lnTo>
                    <a:pt x="4960981" y="1144350"/>
                  </a:lnTo>
                  <a:lnTo>
                    <a:pt x="4961108" y="1144350"/>
                  </a:lnTo>
                  <a:lnTo>
                    <a:pt x="4961234" y="1144350"/>
                  </a:lnTo>
                  <a:lnTo>
                    <a:pt x="4961360" y="1144350"/>
                  </a:lnTo>
                  <a:lnTo>
                    <a:pt x="4961486" y="1144350"/>
                  </a:lnTo>
                  <a:lnTo>
                    <a:pt x="4961613" y="1144350"/>
                  </a:lnTo>
                  <a:lnTo>
                    <a:pt x="4961739" y="1144350"/>
                  </a:lnTo>
                  <a:lnTo>
                    <a:pt x="4961865" y="1144350"/>
                  </a:lnTo>
                  <a:lnTo>
                    <a:pt x="4961991" y="1144350"/>
                  </a:lnTo>
                  <a:lnTo>
                    <a:pt x="4962118" y="1144350"/>
                  </a:lnTo>
                  <a:lnTo>
                    <a:pt x="4962244" y="1144350"/>
                  </a:lnTo>
                  <a:lnTo>
                    <a:pt x="4962370" y="1144350"/>
                  </a:lnTo>
                  <a:lnTo>
                    <a:pt x="4962496" y="1144350"/>
                  </a:lnTo>
                  <a:lnTo>
                    <a:pt x="4962623" y="1144350"/>
                  </a:lnTo>
                  <a:lnTo>
                    <a:pt x="4962749" y="1144350"/>
                  </a:lnTo>
                  <a:lnTo>
                    <a:pt x="4962875" y="1144350"/>
                  </a:lnTo>
                  <a:lnTo>
                    <a:pt x="4963001" y="1144350"/>
                  </a:lnTo>
                  <a:lnTo>
                    <a:pt x="4963128" y="1144350"/>
                  </a:lnTo>
                  <a:lnTo>
                    <a:pt x="4963254" y="1144350"/>
                  </a:lnTo>
                  <a:lnTo>
                    <a:pt x="4963380" y="1144350"/>
                  </a:lnTo>
                  <a:lnTo>
                    <a:pt x="4963506" y="1144350"/>
                  </a:lnTo>
                  <a:lnTo>
                    <a:pt x="4963633" y="1144350"/>
                  </a:lnTo>
                  <a:lnTo>
                    <a:pt x="4963633" y="1139438"/>
                  </a:lnTo>
                  <a:lnTo>
                    <a:pt x="4963759" y="1139438"/>
                  </a:lnTo>
                  <a:lnTo>
                    <a:pt x="4963885" y="1139438"/>
                  </a:lnTo>
                  <a:lnTo>
                    <a:pt x="4964012" y="1139438"/>
                  </a:lnTo>
                  <a:lnTo>
                    <a:pt x="4964138" y="1139438"/>
                  </a:lnTo>
                  <a:lnTo>
                    <a:pt x="4964264" y="1139438"/>
                  </a:lnTo>
                  <a:lnTo>
                    <a:pt x="4964390" y="1139438"/>
                  </a:lnTo>
                  <a:lnTo>
                    <a:pt x="4964517" y="1139438"/>
                  </a:lnTo>
                  <a:lnTo>
                    <a:pt x="4964643" y="1139438"/>
                  </a:lnTo>
                  <a:lnTo>
                    <a:pt x="4964769" y="1139438"/>
                  </a:lnTo>
                  <a:lnTo>
                    <a:pt x="4964895" y="1139438"/>
                  </a:lnTo>
                  <a:lnTo>
                    <a:pt x="4965022" y="1139438"/>
                  </a:lnTo>
                  <a:lnTo>
                    <a:pt x="4965148" y="1139438"/>
                  </a:lnTo>
                  <a:lnTo>
                    <a:pt x="4965274" y="1139438"/>
                  </a:lnTo>
                  <a:lnTo>
                    <a:pt x="4965400" y="1139438"/>
                  </a:lnTo>
                  <a:lnTo>
                    <a:pt x="4965527" y="1139438"/>
                  </a:lnTo>
                  <a:lnTo>
                    <a:pt x="4965653" y="1139438"/>
                  </a:lnTo>
                  <a:lnTo>
                    <a:pt x="4965779" y="1139438"/>
                  </a:lnTo>
                  <a:lnTo>
                    <a:pt x="4965905" y="1139438"/>
                  </a:lnTo>
                  <a:lnTo>
                    <a:pt x="4966032" y="1139438"/>
                  </a:lnTo>
                  <a:lnTo>
                    <a:pt x="4966158" y="1139438"/>
                  </a:lnTo>
                  <a:lnTo>
                    <a:pt x="4966284" y="1139438"/>
                  </a:lnTo>
                  <a:lnTo>
                    <a:pt x="4966410" y="1139438"/>
                  </a:lnTo>
                  <a:lnTo>
                    <a:pt x="4966537" y="1139438"/>
                  </a:lnTo>
                  <a:lnTo>
                    <a:pt x="4966663" y="1139438"/>
                  </a:lnTo>
                  <a:lnTo>
                    <a:pt x="4966789" y="1139438"/>
                  </a:lnTo>
                  <a:lnTo>
                    <a:pt x="4966915" y="1139438"/>
                  </a:lnTo>
                  <a:lnTo>
                    <a:pt x="4966915" y="1134527"/>
                  </a:lnTo>
                  <a:lnTo>
                    <a:pt x="4967042" y="1134527"/>
                  </a:lnTo>
                  <a:lnTo>
                    <a:pt x="4967168" y="1134527"/>
                  </a:lnTo>
                  <a:lnTo>
                    <a:pt x="4967294" y="1134527"/>
                  </a:lnTo>
                  <a:lnTo>
                    <a:pt x="4967420" y="1134527"/>
                  </a:lnTo>
                  <a:lnTo>
                    <a:pt x="4967547" y="1134527"/>
                  </a:lnTo>
                  <a:lnTo>
                    <a:pt x="4967673" y="1134527"/>
                  </a:lnTo>
                  <a:lnTo>
                    <a:pt x="4967799" y="1134527"/>
                  </a:lnTo>
                  <a:lnTo>
                    <a:pt x="4967925" y="1134527"/>
                  </a:lnTo>
                  <a:lnTo>
                    <a:pt x="4968052" y="1134527"/>
                  </a:lnTo>
                  <a:lnTo>
                    <a:pt x="4968178" y="1134527"/>
                  </a:lnTo>
                  <a:lnTo>
                    <a:pt x="4968304" y="1134527"/>
                  </a:lnTo>
                  <a:lnTo>
                    <a:pt x="4968430" y="1134527"/>
                  </a:lnTo>
                  <a:lnTo>
                    <a:pt x="4968557" y="1134527"/>
                  </a:lnTo>
                  <a:lnTo>
                    <a:pt x="4968683" y="1134527"/>
                  </a:lnTo>
                  <a:lnTo>
                    <a:pt x="4968809" y="1134527"/>
                  </a:lnTo>
                  <a:lnTo>
                    <a:pt x="4968935" y="1134527"/>
                  </a:lnTo>
                  <a:lnTo>
                    <a:pt x="4969062" y="1134527"/>
                  </a:lnTo>
                  <a:lnTo>
                    <a:pt x="4969188" y="1134527"/>
                  </a:lnTo>
                  <a:lnTo>
                    <a:pt x="4969314" y="1134527"/>
                  </a:lnTo>
                  <a:lnTo>
                    <a:pt x="4969441" y="1134527"/>
                  </a:lnTo>
                  <a:lnTo>
                    <a:pt x="4969567" y="1134527"/>
                  </a:lnTo>
                  <a:lnTo>
                    <a:pt x="4969693" y="1134527"/>
                  </a:lnTo>
                  <a:lnTo>
                    <a:pt x="4969819" y="1134527"/>
                  </a:lnTo>
                  <a:lnTo>
                    <a:pt x="4969946" y="1134527"/>
                  </a:lnTo>
                  <a:lnTo>
                    <a:pt x="4970072" y="1134527"/>
                  </a:lnTo>
                  <a:lnTo>
                    <a:pt x="4970198" y="1134527"/>
                  </a:lnTo>
                  <a:lnTo>
                    <a:pt x="4970324" y="1134527"/>
                  </a:lnTo>
                  <a:lnTo>
                    <a:pt x="4970451" y="1134527"/>
                  </a:lnTo>
                  <a:lnTo>
                    <a:pt x="4970577" y="1134527"/>
                  </a:lnTo>
                  <a:lnTo>
                    <a:pt x="4970703" y="1134527"/>
                  </a:lnTo>
                  <a:lnTo>
                    <a:pt x="4970829" y="1134527"/>
                  </a:lnTo>
                  <a:lnTo>
                    <a:pt x="4970956" y="1134527"/>
                  </a:lnTo>
                  <a:lnTo>
                    <a:pt x="4971082" y="1134527"/>
                  </a:lnTo>
                  <a:lnTo>
                    <a:pt x="4971208" y="1134527"/>
                  </a:lnTo>
                  <a:lnTo>
                    <a:pt x="4971334" y="1134527"/>
                  </a:lnTo>
                  <a:lnTo>
                    <a:pt x="4971461" y="1134527"/>
                  </a:lnTo>
                  <a:lnTo>
                    <a:pt x="4971587" y="1134527"/>
                  </a:lnTo>
                  <a:lnTo>
                    <a:pt x="4971713" y="1134527"/>
                  </a:lnTo>
                  <a:lnTo>
                    <a:pt x="4971839" y="1134527"/>
                  </a:lnTo>
                  <a:lnTo>
                    <a:pt x="4971966" y="1134527"/>
                  </a:lnTo>
                  <a:lnTo>
                    <a:pt x="4972092" y="1134527"/>
                  </a:lnTo>
                  <a:lnTo>
                    <a:pt x="4972092" y="1129616"/>
                  </a:lnTo>
                  <a:lnTo>
                    <a:pt x="4972218" y="1129616"/>
                  </a:lnTo>
                  <a:lnTo>
                    <a:pt x="4972344" y="1129616"/>
                  </a:lnTo>
                  <a:lnTo>
                    <a:pt x="4972471" y="1129616"/>
                  </a:lnTo>
                  <a:lnTo>
                    <a:pt x="4972597" y="1129616"/>
                  </a:lnTo>
                  <a:lnTo>
                    <a:pt x="4972723" y="1129616"/>
                  </a:lnTo>
                  <a:lnTo>
                    <a:pt x="4972849" y="1129616"/>
                  </a:lnTo>
                  <a:lnTo>
                    <a:pt x="4972976" y="1129616"/>
                  </a:lnTo>
                  <a:lnTo>
                    <a:pt x="4973102" y="1129616"/>
                  </a:lnTo>
                  <a:lnTo>
                    <a:pt x="4973228" y="1129616"/>
                  </a:lnTo>
                  <a:lnTo>
                    <a:pt x="4973354" y="1129616"/>
                  </a:lnTo>
                  <a:lnTo>
                    <a:pt x="4973481" y="1129616"/>
                  </a:lnTo>
                  <a:lnTo>
                    <a:pt x="4973607" y="1129616"/>
                  </a:lnTo>
                  <a:lnTo>
                    <a:pt x="4973607" y="1124704"/>
                  </a:lnTo>
                  <a:lnTo>
                    <a:pt x="4973733" y="1124704"/>
                  </a:lnTo>
                  <a:lnTo>
                    <a:pt x="4973859" y="1124704"/>
                  </a:lnTo>
                  <a:lnTo>
                    <a:pt x="4973986" y="1124704"/>
                  </a:lnTo>
                  <a:lnTo>
                    <a:pt x="4974112" y="1124704"/>
                  </a:lnTo>
                  <a:lnTo>
                    <a:pt x="4974238" y="1124704"/>
                  </a:lnTo>
                  <a:lnTo>
                    <a:pt x="4974365" y="1124704"/>
                  </a:lnTo>
                  <a:lnTo>
                    <a:pt x="4974491" y="1124704"/>
                  </a:lnTo>
                  <a:lnTo>
                    <a:pt x="4974617" y="1124704"/>
                  </a:lnTo>
                  <a:lnTo>
                    <a:pt x="4974743" y="1124704"/>
                  </a:lnTo>
                  <a:lnTo>
                    <a:pt x="4974870" y="1124704"/>
                  </a:lnTo>
                  <a:lnTo>
                    <a:pt x="4974996" y="1124704"/>
                  </a:lnTo>
                  <a:lnTo>
                    <a:pt x="4975122" y="1124704"/>
                  </a:lnTo>
                  <a:lnTo>
                    <a:pt x="4975248" y="1124704"/>
                  </a:lnTo>
                  <a:lnTo>
                    <a:pt x="4975375" y="1124704"/>
                  </a:lnTo>
                  <a:lnTo>
                    <a:pt x="4975501" y="1124704"/>
                  </a:lnTo>
                  <a:lnTo>
                    <a:pt x="4975627" y="1124704"/>
                  </a:lnTo>
                  <a:lnTo>
                    <a:pt x="4975753" y="1124704"/>
                  </a:lnTo>
                  <a:lnTo>
                    <a:pt x="4975880" y="1124704"/>
                  </a:lnTo>
                  <a:lnTo>
                    <a:pt x="4976006" y="1124704"/>
                  </a:lnTo>
                  <a:lnTo>
                    <a:pt x="4976132" y="1124704"/>
                  </a:lnTo>
                  <a:lnTo>
                    <a:pt x="4976258" y="1124704"/>
                  </a:lnTo>
                  <a:lnTo>
                    <a:pt x="4976385" y="1124704"/>
                  </a:lnTo>
                  <a:lnTo>
                    <a:pt x="4976511" y="1124704"/>
                  </a:lnTo>
                  <a:lnTo>
                    <a:pt x="4976637" y="1124704"/>
                  </a:lnTo>
                  <a:lnTo>
                    <a:pt x="4976763" y="1124704"/>
                  </a:lnTo>
                  <a:lnTo>
                    <a:pt x="4976890" y="1124704"/>
                  </a:lnTo>
                  <a:lnTo>
                    <a:pt x="4977016" y="1124704"/>
                  </a:lnTo>
                  <a:lnTo>
                    <a:pt x="4977142" y="1124704"/>
                  </a:lnTo>
                  <a:lnTo>
                    <a:pt x="4977268" y="1124704"/>
                  </a:lnTo>
                  <a:lnTo>
                    <a:pt x="4977395" y="1124704"/>
                  </a:lnTo>
                  <a:lnTo>
                    <a:pt x="4977395" y="1119793"/>
                  </a:lnTo>
                  <a:lnTo>
                    <a:pt x="4977521" y="1119793"/>
                  </a:lnTo>
                  <a:lnTo>
                    <a:pt x="4977647" y="1119793"/>
                  </a:lnTo>
                  <a:lnTo>
                    <a:pt x="4977773" y="1119793"/>
                  </a:lnTo>
                  <a:lnTo>
                    <a:pt x="4977773" y="1114882"/>
                  </a:lnTo>
                  <a:lnTo>
                    <a:pt x="4977900" y="1114882"/>
                  </a:lnTo>
                  <a:lnTo>
                    <a:pt x="4978026" y="1114882"/>
                  </a:lnTo>
                  <a:lnTo>
                    <a:pt x="4978152" y="1114882"/>
                  </a:lnTo>
                  <a:lnTo>
                    <a:pt x="4978278" y="1114882"/>
                  </a:lnTo>
                  <a:lnTo>
                    <a:pt x="4978405" y="1114882"/>
                  </a:lnTo>
                  <a:lnTo>
                    <a:pt x="4978531" y="1114882"/>
                  </a:lnTo>
                  <a:lnTo>
                    <a:pt x="4978657" y="1114882"/>
                  </a:lnTo>
                  <a:lnTo>
                    <a:pt x="4978783" y="1114882"/>
                  </a:lnTo>
                  <a:lnTo>
                    <a:pt x="4978910" y="1114882"/>
                  </a:lnTo>
                  <a:lnTo>
                    <a:pt x="4978910" y="1109970"/>
                  </a:lnTo>
                  <a:lnTo>
                    <a:pt x="4979036" y="1109970"/>
                  </a:lnTo>
                  <a:lnTo>
                    <a:pt x="4979162" y="1109970"/>
                  </a:lnTo>
                  <a:lnTo>
                    <a:pt x="4979288" y="1109970"/>
                  </a:lnTo>
                  <a:lnTo>
                    <a:pt x="4979415" y="1109970"/>
                  </a:lnTo>
                  <a:lnTo>
                    <a:pt x="4979541" y="1109970"/>
                  </a:lnTo>
                  <a:lnTo>
                    <a:pt x="4979667" y="1109970"/>
                  </a:lnTo>
                  <a:lnTo>
                    <a:pt x="4979794" y="1109970"/>
                  </a:lnTo>
                  <a:lnTo>
                    <a:pt x="4979920" y="1109970"/>
                  </a:lnTo>
                  <a:lnTo>
                    <a:pt x="4980046" y="1109970"/>
                  </a:lnTo>
                  <a:lnTo>
                    <a:pt x="4980172" y="1109970"/>
                  </a:lnTo>
                  <a:lnTo>
                    <a:pt x="4980299" y="1109970"/>
                  </a:lnTo>
                  <a:lnTo>
                    <a:pt x="4980425" y="1109970"/>
                  </a:lnTo>
                  <a:lnTo>
                    <a:pt x="4980551" y="1109970"/>
                  </a:lnTo>
                  <a:lnTo>
                    <a:pt x="4980677" y="1109970"/>
                  </a:lnTo>
                  <a:lnTo>
                    <a:pt x="4980804" y="1109970"/>
                  </a:lnTo>
                  <a:lnTo>
                    <a:pt x="4980930" y="1109970"/>
                  </a:lnTo>
                  <a:lnTo>
                    <a:pt x="4981056" y="1109970"/>
                  </a:lnTo>
                  <a:lnTo>
                    <a:pt x="4981182" y="1109970"/>
                  </a:lnTo>
                  <a:lnTo>
                    <a:pt x="4981309" y="1109970"/>
                  </a:lnTo>
                  <a:lnTo>
                    <a:pt x="4981435" y="1109970"/>
                  </a:lnTo>
                  <a:lnTo>
                    <a:pt x="4981561" y="1109970"/>
                  </a:lnTo>
                  <a:lnTo>
                    <a:pt x="4981687" y="1109970"/>
                  </a:lnTo>
                  <a:lnTo>
                    <a:pt x="4981814" y="1109970"/>
                  </a:lnTo>
                  <a:lnTo>
                    <a:pt x="4981940" y="1109970"/>
                  </a:lnTo>
                  <a:lnTo>
                    <a:pt x="4982066" y="1109970"/>
                  </a:lnTo>
                  <a:lnTo>
                    <a:pt x="4982192" y="1109970"/>
                  </a:lnTo>
                  <a:lnTo>
                    <a:pt x="4982319" y="1109970"/>
                  </a:lnTo>
                  <a:lnTo>
                    <a:pt x="4982319" y="1105059"/>
                  </a:lnTo>
                  <a:lnTo>
                    <a:pt x="4982445" y="1105059"/>
                  </a:lnTo>
                  <a:lnTo>
                    <a:pt x="4982571" y="1105059"/>
                  </a:lnTo>
                  <a:lnTo>
                    <a:pt x="4982697" y="1105059"/>
                  </a:lnTo>
                  <a:lnTo>
                    <a:pt x="4982824" y="1105059"/>
                  </a:lnTo>
                  <a:lnTo>
                    <a:pt x="4982950" y="1105059"/>
                  </a:lnTo>
                  <a:lnTo>
                    <a:pt x="4983076" y="1105059"/>
                  </a:lnTo>
                  <a:lnTo>
                    <a:pt x="4983202" y="1105059"/>
                  </a:lnTo>
                  <a:lnTo>
                    <a:pt x="4983329" y="1105059"/>
                  </a:lnTo>
                  <a:lnTo>
                    <a:pt x="4983455" y="1105059"/>
                  </a:lnTo>
                  <a:lnTo>
                    <a:pt x="4983581" y="1105059"/>
                  </a:lnTo>
                  <a:lnTo>
                    <a:pt x="4983707" y="1105059"/>
                  </a:lnTo>
                  <a:lnTo>
                    <a:pt x="4983834" y="1105059"/>
                  </a:lnTo>
                  <a:lnTo>
                    <a:pt x="4983960" y="1105059"/>
                  </a:lnTo>
                  <a:lnTo>
                    <a:pt x="4984086" y="1105059"/>
                  </a:lnTo>
                  <a:lnTo>
                    <a:pt x="4984212" y="1105059"/>
                  </a:lnTo>
                  <a:lnTo>
                    <a:pt x="4984339" y="1105059"/>
                  </a:lnTo>
                  <a:lnTo>
                    <a:pt x="4984465" y="1105059"/>
                  </a:lnTo>
                  <a:lnTo>
                    <a:pt x="4984591" y="1105059"/>
                  </a:lnTo>
                  <a:lnTo>
                    <a:pt x="4984718" y="1105059"/>
                  </a:lnTo>
                  <a:lnTo>
                    <a:pt x="4984844" y="1105059"/>
                  </a:lnTo>
                  <a:lnTo>
                    <a:pt x="4984970" y="1105059"/>
                  </a:lnTo>
                  <a:lnTo>
                    <a:pt x="4985096" y="1105059"/>
                  </a:lnTo>
                  <a:lnTo>
                    <a:pt x="4985223" y="1105059"/>
                  </a:lnTo>
                  <a:lnTo>
                    <a:pt x="4985349" y="1105059"/>
                  </a:lnTo>
                  <a:lnTo>
                    <a:pt x="4985475" y="1105059"/>
                  </a:lnTo>
                  <a:lnTo>
                    <a:pt x="4985601" y="1105059"/>
                  </a:lnTo>
                  <a:lnTo>
                    <a:pt x="4985728" y="1105059"/>
                  </a:lnTo>
                  <a:lnTo>
                    <a:pt x="4985854" y="1105059"/>
                  </a:lnTo>
                  <a:lnTo>
                    <a:pt x="4985980" y="1105059"/>
                  </a:lnTo>
                  <a:lnTo>
                    <a:pt x="4986106" y="1105059"/>
                  </a:lnTo>
                  <a:lnTo>
                    <a:pt x="4986233" y="1105059"/>
                  </a:lnTo>
                  <a:lnTo>
                    <a:pt x="4986359" y="1105059"/>
                  </a:lnTo>
                  <a:lnTo>
                    <a:pt x="4986485" y="1105059"/>
                  </a:lnTo>
                  <a:lnTo>
                    <a:pt x="4986611" y="1105059"/>
                  </a:lnTo>
                  <a:lnTo>
                    <a:pt x="4986738" y="1105059"/>
                  </a:lnTo>
                  <a:lnTo>
                    <a:pt x="4986864" y="1105059"/>
                  </a:lnTo>
                  <a:lnTo>
                    <a:pt x="4986990" y="1105059"/>
                  </a:lnTo>
                  <a:lnTo>
                    <a:pt x="4987116" y="1105059"/>
                  </a:lnTo>
                  <a:lnTo>
                    <a:pt x="4987243" y="1105059"/>
                  </a:lnTo>
                  <a:lnTo>
                    <a:pt x="4987369" y="1105059"/>
                  </a:lnTo>
                  <a:lnTo>
                    <a:pt x="4987495" y="1105059"/>
                  </a:lnTo>
                  <a:lnTo>
                    <a:pt x="4987621" y="1105059"/>
                  </a:lnTo>
                  <a:lnTo>
                    <a:pt x="4987748" y="1105059"/>
                  </a:lnTo>
                  <a:lnTo>
                    <a:pt x="4987874" y="1105059"/>
                  </a:lnTo>
                  <a:lnTo>
                    <a:pt x="4988000" y="1105059"/>
                  </a:lnTo>
                  <a:lnTo>
                    <a:pt x="4988126" y="1105059"/>
                  </a:lnTo>
                  <a:lnTo>
                    <a:pt x="4988253" y="1105059"/>
                  </a:lnTo>
                  <a:lnTo>
                    <a:pt x="4988379" y="1105059"/>
                  </a:lnTo>
                  <a:lnTo>
                    <a:pt x="4988505" y="1105059"/>
                  </a:lnTo>
                  <a:lnTo>
                    <a:pt x="4988631" y="1105059"/>
                  </a:lnTo>
                  <a:lnTo>
                    <a:pt x="4988758" y="1105059"/>
                  </a:lnTo>
                  <a:lnTo>
                    <a:pt x="4988884" y="1105059"/>
                  </a:lnTo>
                  <a:lnTo>
                    <a:pt x="4989010" y="1105059"/>
                  </a:lnTo>
                  <a:lnTo>
                    <a:pt x="4989136" y="1105059"/>
                  </a:lnTo>
                  <a:lnTo>
                    <a:pt x="4989263" y="1105059"/>
                  </a:lnTo>
                  <a:lnTo>
                    <a:pt x="4989389" y="1105059"/>
                  </a:lnTo>
                  <a:lnTo>
                    <a:pt x="4989515" y="1105059"/>
                  </a:lnTo>
                  <a:lnTo>
                    <a:pt x="4989642" y="1105059"/>
                  </a:lnTo>
                  <a:lnTo>
                    <a:pt x="4989768" y="1105059"/>
                  </a:lnTo>
                  <a:lnTo>
                    <a:pt x="4989894" y="1105059"/>
                  </a:lnTo>
                  <a:lnTo>
                    <a:pt x="4990020" y="1105059"/>
                  </a:lnTo>
                  <a:lnTo>
                    <a:pt x="4990147" y="1105059"/>
                  </a:lnTo>
                  <a:lnTo>
                    <a:pt x="4990273" y="1105059"/>
                  </a:lnTo>
                  <a:lnTo>
                    <a:pt x="4990399" y="1105059"/>
                  </a:lnTo>
                  <a:lnTo>
                    <a:pt x="4990525" y="1105059"/>
                  </a:lnTo>
                  <a:lnTo>
                    <a:pt x="4990652" y="1105059"/>
                  </a:lnTo>
                  <a:lnTo>
                    <a:pt x="4990778" y="1105059"/>
                  </a:lnTo>
                  <a:lnTo>
                    <a:pt x="4990904" y="1105059"/>
                  </a:lnTo>
                  <a:lnTo>
                    <a:pt x="4991030" y="1105059"/>
                  </a:lnTo>
                  <a:lnTo>
                    <a:pt x="4991157" y="1105059"/>
                  </a:lnTo>
                  <a:lnTo>
                    <a:pt x="4991283" y="1105059"/>
                  </a:lnTo>
                  <a:lnTo>
                    <a:pt x="4991409" y="1105059"/>
                  </a:lnTo>
                  <a:lnTo>
                    <a:pt x="4991535" y="1105059"/>
                  </a:lnTo>
                  <a:lnTo>
                    <a:pt x="4991662" y="1105059"/>
                  </a:lnTo>
                  <a:lnTo>
                    <a:pt x="4991788" y="1105059"/>
                  </a:lnTo>
                  <a:lnTo>
                    <a:pt x="4991914" y="1105059"/>
                  </a:lnTo>
                  <a:lnTo>
                    <a:pt x="4992040" y="1105059"/>
                  </a:lnTo>
                  <a:lnTo>
                    <a:pt x="4992167" y="1105059"/>
                  </a:lnTo>
                  <a:lnTo>
                    <a:pt x="4992293" y="1105059"/>
                  </a:lnTo>
                  <a:lnTo>
                    <a:pt x="4992419" y="1105059"/>
                  </a:lnTo>
                  <a:lnTo>
                    <a:pt x="4992545" y="1105059"/>
                  </a:lnTo>
                  <a:lnTo>
                    <a:pt x="4992672" y="1105059"/>
                  </a:lnTo>
                  <a:lnTo>
                    <a:pt x="4992798" y="1105059"/>
                  </a:lnTo>
                  <a:lnTo>
                    <a:pt x="4992924" y="1105059"/>
                  </a:lnTo>
                  <a:lnTo>
                    <a:pt x="4993050" y="1105059"/>
                  </a:lnTo>
                  <a:lnTo>
                    <a:pt x="4993177" y="1105059"/>
                  </a:lnTo>
                  <a:lnTo>
                    <a:pt x="4993303" y="1105059"/>
                  </a:lnTo>
                  <a:lnTo>
                    <a:pt x="4993429" y="1105059"/>
                  </a:lnTo>
                  <a:lnTo>
                    <a:pt x="4993555" y="1105059"/>
                  </a:lnTo>
                  <a:lnTo>
                    <a:pt x="4993682" y="1105059"/>
                  </a:lnTo>
                  <a:lnTo>
                    <a:pt x="4993808" y="1105059"/>
                  </a:lnTo>
                  <a:lnTo>
                    <a:pt x="4993934" y="1105059"/>
                  </a:lnTo>
                  <a:lnTo>
                    <a:pt x="4994060" y="1105059"/>
                  </a:lnTo>
                  <a:lnTo>
                    <a:pt x="4994187" y="1105059"/>
                  </a:lnTo>
                  <a:lnTo>
                    <a:pt x="4994313" y="1105059"/>
                  </a:lnTo>
                  <a:lnTo>
                    <a:pt x="4994439" y="1105059"/>
                  </a:lnTo>
                  <a:lnTo>
                    <a:pt x="4994565" y="1105059"/>
                  </a:lnTo>
                  <a:lnTo>
                    <a:pt x="4994692" y="1105059"/>
                  </a:lnTo>
                  <a:lnTo>
                    <a:pt x="4994818" y="1105059"/>
                  </a:lnTo>
                  <a:lnTo>
                    <a:pt x="4994944" y="1105059"/>
                  </a:lnTo>
                  <a:lnTo>
                    <a:pt x="4995071" y="1105059"/>
                  </a:lnTo>
                  <a:lnTo>
                    <a:pt x="4995197" y="1105059"/>
                  </a:lnTo>
                  <a:lnTo>
                    <a:pt x="4995323" y="1105059"/>
                  </a:lnTo>
                  <a:lnTo>
                    <a:pt x="4995449" y="1105059"/>
                  </a:lnTo>
                  <a:lnTo>
                    <a:pt x="4995576" y="1105059"/>
                  </a:lnTo>
                  <a:lnTo>
                    <a:pt x="4995702" y="1105059"/>
                  </a:lnTo>
                  <a:lnTo>
                    <a:pt x="4995828" y="1105059"/>
                  </a:lnTo>
                  <a:lnTo>
                    <a:pt x="4995954" y="1105059"/>
                  </a:lnTo>
                  <a:lnTo>
                    <a:pt x="4995954" y="1100147"/>
                  </a:lnTo>
                  <a:lnTo>
                    <a:pt x="4996081" y="1100147"/>
                  </a:lnTo>
                  <a:lnTo>
                    <a:pt x="4996207" y="1100147"/>
                  </a:lnTo>
                  <a:lnTo>
                    <a:pt x="4996333" y="1100147"/>
                  </a:lnTo>
                  <a:lnTo>
                    <a:pt x="4996459" y="1100147"/>
                  </a:lnTo>
                  <a:lnTo>
                    <a:pt x="4996586" y="1100147"/>
                  </a:lnTo>
                  <a:lnTo>
                    <a:pt x="4996712" y="1100147"/>
                  </a:lnTo>
                  <a:lnTo>
                    <a:pt x="4996838" y="1100147"/>
                  </a:lnTo>
                  <a:lnTo>
                    <a:pt x="4996964" y="1100147"/>
                  </a:lnTo>
                  <a:lnTo>
                    <a:pt x="4997091" y="1100147"/>
                  </a:lnTo>
                  <a:lnTo>
                    <a:pt x="4997217" y="1100147"/>
                  </a:lnTo>
                  <a:lnTo>
                    <a:pt x="4997343" y="1100147"/>
                  </a:lnTo>
                  <a:lnTo>
                    <a:pt x="4997469" y="1100147"/>
                  </a:lnTo>
                  <a:lnTo>
                    <a:pt x="4997596" y="1100147"/>
                  </a:lnTo>
                  <a:lnTo>
                    <a:pt x="4997722" y="1100147"/>
                  </a:lnTo>
                  <a:lnTo>
                    <a:pt x="4997848" y="1100147"/>
                  </a:lnTo>
                  <a:lnTo>
                    <a:pt x="4997974" y="1100147"/>
                  </a:lnTo>
                  <a:lnTo>
                    <a:pt x="4998101" y="1100147"/>
                  </a:lnTo>
                  <a:lnTo>
                    <a:pt x="4998227" y="1100147"/>
                  </a:lnTo>
                  <a:lnTo>
                    <a:pt x="4998353" y="1100147"/>
                  </a:lnTo>
                  <a:lnTo>
                    <a:pt x="4998479" y="1100147"/>
                  </a:lnTo>
                  <a:lnTo>
                    <a:pt x="4998606" y="1100147"/>
                  </a:lnTo>
                  <a:lnTo>
                    <a:pt x="4998732" y="1100147"/>
                  </a:lnTo>
                  <a:lnTo>
                    <a:pt x="4998858" y="1100147"/>
                  </a:lnTo>
                  <a:lnTo>
                    <a:pt x="4998984" y="1100147"/>
                  </a:lnTo>
                  <a:lnTo>
                    <a:pt x="4999111" y="1100147"/>
                  </a:lnTo>
                  <a:lnTo>
                    <a:pt x="4999237" y="1100147"/>
                  </a:lnTo>
                  <a:lnTo>
                    <a:pt x="4999363" y="1100147"/>
                  </a:lnTo>
                  <a:lnTo>
                    <a:pt x="4999489" y="1100147"/>
                  </a:lnTo>
                  <a:lnTo>
                    <a:pt x="4999616" y="1100147"/>
                  </a:lnTo>
                  <a:lnTo>
                    <a:pt x="4999742" y="1100147"/>
                  </a:lnTo>
                  <a:lnTo>
                    <a:pt x="4999868" y="1100147"/>
                  </a:lnTo>
                  <a:lnTo>
                    <a:pt x="4999995" y="1100147"/>
                  </a:lnTo>
                  <a:lnTo>
                    <a:pt x="5000121" y="1100147"/>
                  </a:lnTo>
                  <a:lnTo>
                    <a:pt x="5000247" y="1100147"/>
                  </a:lnTo>
                  <a:lnTo>
                    <a:pt x="5000373" y="1100147"/>
                  </a:lnTo>
                  <a:lnTo>
                    <a:pt x="5000500" y="1100147"/>
                  </a:lnTo>
                  <a:lnTo>
                    <a:pt x="5000626" y="1100147"/>
                  </a:lnTo>
                  <a:lnTo>
                    <a:pt x="5000752" y="1100147"/>
                  </a:lnTo>
                  <a:lnTo>
                    <a:pt x="5000878" y="1100147"/>
                  </a:lnTo>
                  <a:lnTo>
                    <a:pt x="5001005" y="1100147"/>
                  </a:lnTo>
                  <a:lnTo>
                    <a:pt x="5001131" y="1100147"/>
                  </a:lnTo>
                  <a:lnTo>
                    <a:pt x="5001257" y="1100147"/>
                  </a:lnTo>
                  <a:lnTo>
                    <a:pt x="5001383" y="1100147"/>
                  </a:lnTo>
                  <a:lnTo>
                    <a:pt x="5001510" y="1100147"/>
                  </a:lnTo>
                  <a:lnTo>
                    <a:pt x="5001636" y="1100147"/>
                  </a:lnTo>
                  <a:lnTo>
                    <a:pt x="5001762" y="1100147"/>
                  </a:lnTo>
                  <a:lnTo>
                    <a:pt x="5001888" y="1100147"/>
                  </a:lnTo>
                  <a:lnTo>
                    <a:pt x="5002015" y="1100147"/>
                  </a:lnTo>
                  <a:lnTo>
                    <a:pt x="5002141" y="1100147"/>
                  </a:lnTo>
                  <a:lnTo>
                    <a:pt x="5002267" y="1100147"/>
                  </a:lnTo>
                  <a:lnTo>
                    <a:pt x="5002393" y="1100147"/>
                  </a:lnTo>
                  <a:lnTo>
                    <a:pt x="5002520" y="1100147"/>
                  </a:lnTo>
                  <a:lnTo>
                    <a:pt x="5002646" y="1100147"/>
                  </a:lnTo>
                  <a:lnTo>
                    <a:pt x="5002772" y="1100147"/>
                  </a:lnTo>
                  <a:lnTo>
                    <a:pt x="5002898" y="1100147"/>
                  </a:lnTo>
                  <a:lnTo>
                    <a:pt x="5003025" y="1100147"/>
                  </a:lnTo>
                  <a:lnTo>
                    <a:pt x="5003151" y="1100147"/>
                  </a:lnTo>
                  <a:lnTo>
                    <a:pt x="5003277" y="1100147"/>
                  </a:lnTo>
                  <a:lnTo>
                    <a:pt x="5003403" y="1100147"/>
                  </a:lnTo>
                  <a:lnTo>
                    <a:pt x="5003530" y="1100147"/>
                  </a:lnTo>
                  <a:lnTo>
                    <a:pt x="5003656" y="1100147"/>
                  </a:lnTo>
                  <a:lnTo>
                    <a:pt x="5003782" y="1100147"/>
                  </a:lnTo>
                  <a:lnTo>
                    <a:pt x="5003908" y="1100147"/>
                  </a:lnTo>
                  <a:lnTo>
                    <a:pt x="5004035" y="1100147"/>
                  </a:lnTo>
                  <a:lnTo>
                    <a:pt x="5004161" y="1100147"/>
                  </a:lnTo>
                  <a:lnTo>
                    <a:pt x="5004287" y="1100147"/>
                  </a:lnTo>
                  <a:lnTo>
                    <a:pt x="5004413" y="1100147"/>
                  </a:lnTo>
                  <a:lnTo>
                    <a:pt x="5004540" y="1100147"/>
                  </a:lnTo>
                  <a:lnTo>
                    <a:pt x="5004666" y="1100147"/>
                  </a:lnTo>
                  <a:lnTo>
                    <a:pt x="5004792" y="1100147"/>
                  </a:lnTo>
                  <a:lnTo>
                    <a:pt x="5004918" y="1100147"/>
                  </a:lnTo>
                  <a:lnTo>
                    <a:pt x="5005045" y="1100147"/>
                  </a:lnTo>
                  <a:lnTo>
                    <a:pt x="5005171" y="1100147"/>
                  </a:lnTo>
                  <a:lnTo>
                    <a:pt x="5005297" y="1100147"/>
                  </a:lnTo>
                  <a:lnTo>
                    <a:pt x="5005424" y="1100147"/>
                  </a:lnTo>
                  <a:lnTo>
                    <a:pt x="5005550" y="1100147"/>
                  </a:lnTo>
                  <a:lnTo>
                    <a:pt x="5005676" y="1100147"/>
                  </a:lnTo>
                  <a:lnTo>
                    <a:pt x="5005802" y="1100147"/>
                  </a:lnTo>
                  <a:lnTo>
                    <a:pt x="5005929" y="1100147"/>
                  </a:lnTo>
                  <a:lnTo>
                    <a:pt x="5006055" y="1100147"/>
                  </a:lnTo>
                  <a:lnTo>
                    <a:pt x="5006181" y="1100147"/>
                  </a:lnTo>
                  <a:lnTo>
                    <a:pt x="5006307" y="1100147"/>
                  </a:lnTo>
                  <a:lnTo>
                    <a:pt x="5006434" y="1100147"/>
                  </a:lnTo>
                  <a:lnTo>
                    <a:pt x="5006434" y="1095236"/>
                  </a:lnTo>
                  <a:lnTo>
                    <a:pt x="5006560" y="1095236"/>
                  </a:lnTo>
                  <a:lnTo>
                    <a:pt x="5006686" y="1095236"/>
                  </a:lnTo>
                  <a:lnTo>
                    <a:pt x="5006812" y="1095236"/>
                  </a:lnTo>
                  <a:lnTo>
                    <a:pt x="5006939" y="1095236"/>
                  </a:lnTo>
                  <a:lnTo>
                    <a:pt x="5007065" y="1095236"/>
                  </a:lnTo>
                  <a:lnTo>
                    <a:pt x="5007191" y="1095236"/>
                  </a:lnTo>
                  <a:lnTo>
                    <a:pt x="5007317" y="1095236"/>
                  </a:lnTo>
                  <a:lnTo>
                    <a:pt x="5007444" y="1095236"/>
                  </a:lnTo>
                  <a:lnTo>
                    <a:pt x="5007570" y="1095236"/>
                  </a:lnTo>
                  <a:lnTo>
                    <a:pt x="5007696" y="1095236"/>
                  </a:lnTo>
                  <a:lnTo>
                    <a:pt x="5007822" y="1095236"/>
                  </a:lnTo>
                  <a:lnTo>
                    <a:pt x="5007949" y="1095236"/>
                  </a:lnTo>
                  <a:lnTo>
                    <a:pt x="5008075" y="1095236"/>
                  </a:lnTo>
                  <a:lnTo>
                    <a:pt x="5008201" y="1095236"/>
                  </a:lnTo>
                  <a:lnTo>
                    <a:pt x="5008327" y="1095236"/>
                  </a:lnTo>
                  <a:lnTo>
                    <a:pt x="5008454" y="1095236"/>
                  </a:lnTo>
                  <a:lnTo>
                    <a:pt x="5008580" y="1095236"/>
                  </a:lnTo>
                  <a:lnTo>
                    <a:pt x="5008706" y="1095236"/>
                  </a:lnTo>
                  <a:lnTo>
                    <a:pt x="5008832" y="1095236"/>
                  </a:lnTo>
                  <a:lnTo>
                    <a:pt x="5008959" y="1095236"/>
                  </a:lnTo>
                  <a:lnTo>
                    <a:pt x="5009085" y="1095236"/>
                  </a:lnTo>
                  <a:lnTo>
                    <a:pt x="5009211" y="1095236"/>
                  </a:lnTo>
                  <a:lnTo>
                    <a:pt x="5009337" y="1095236"/>
                  </a:lnTo>
                  <a:lnTo>
                    <a:pt x="5009464" y="1095236"/>
                  </a:lnTo>
                  <a:lnTo>
                    <a:pt x="5009590" y="1095236"/>
                  </a:lnTo>
                  <a:lnTo>
                    <a:pt x="5009716" y="1095236"/>
                  </a:lnTo>
                  <a:lnTo>
                    <a:pt x="5009842" y="1095236"/>
                  </a:lnTo>
                  <a:lnTo>
                    <a:pt x="5009969" y="1095236"/>
                  </a:lnTo>
                  <a:lnTo>
                    <a:pt x="5010095" y="1095236"/>
                  </a:lnTo>
                  <a:lnTo>
                    <a:pt x="5010221" y="1095236"/>
                  </a:lnTo>
                  <a:lnTo>
                    <a:pt x="5010348" y="1095236"/>
                  </a:lnTo>
                  <a:lnTo>
                    <a:pt x="5010474" y="1095236"/>
                  </a:lnTo>
                  <a:lnTo>
                    <a:pt x="5010600" y="1095236"/>
                  </a:lnTo>
                  <a:lnTo>
                    <a:pt x="5010726" y="1095236"/>
                  </a:lnTo>
                  <a:lnTo>
                    <a:pt x="5010853" y="1095236"/>
                  </a:lnTo>
                  <a:lnTo>
                    <a:pt x="5010979" y="1095236"/>
                  </a:lnTo>
                  <a:lnTo>
                    <a:pt x="5011105" y="1095236"/>
                  </a:lnTo>
                  <a:lnTo>
                    <a:pt x="5011231" y="1095236"/>
                  </a:lnTo>
                  <a:lnTo>
                    <a:pt x="5011358" y="1095236"/>
                  </a:lnTo>
                  <a:lnTo>
                    <a:pt x="5011484" y="1095236"/>
                  </a:lnTo>
                  <a:lnTo>
                    <a:pt x="5011610" y="1095236"/>
                  </a:lnTo>
                  <a:lnTo>
                    <a:pt x="5011736" y="1095236"/>
                  </a:lnTo>
                  <a:lnTo>
                    <a:pt x="5011863" y="1095236"/>
                  </a:lnTo>
                  <a:lnTo>
                    <a:pt x="5011989" y="1095236"/>
                  </a:lnTo>
                  <a:lnTo>
                    <a:pt x="5012115" y="1095236"/>
                  </a:lnTo>
                  <a:lnTo>
                    <a:pt x="5012241" y="1095236"/>
                  </a:lnTo>
                  <a:lnTo>
                    <a:pt x="5012368" y="1095236"/>
                  </a:lnTo>
                  <a:lnTo>
                    <a:pt x="5012494" y="1095236"/>
                  </a:lnTo>
                  <a:lnTo>
                    <a:pt x="5012620" y="1095236"/>
                  </a:lnTo>
                  <a:lnTo>
                    <a:pt x="5012746" y="1095236"/>
                  </a:lnTo>
                  <a:lnTo>
                    <a:pt x="5012873" y="1095236"/>
                  </a:lnTo>
                  <a:lnTo>
                    <a:pt x="5012999" y="1095236"/>
                  </a:lnTo>
                  <a:lnTo>
                    <a:pt x="5013125" y="1095236"/>
                  </a:lnTo>
                  <a:lnTo>
                    <a:pt x="5013251" y="1095236"/>
                  </a:lnTo>
                  <a:lnTo>
                    <a:pt x="5013378" y="1095236"/>
                  </a:lnTo>
                  <a:lnTo>
                    <a:pt x="5013504" y="1095236"/>
                  </a:lnTo>
                  <a:lnTo>
                    <a:pt x="5013630" y="1095236"/>
                  </a:lnTo>
                  <a:lnTo>
                    <a:pt x="5013756" y="1095236"/>
                  </a:lnTo>
                  <a:lnTo>
                    <a:pt x="5013883" y="1095236"/>
                  </a:lnTo>
                  <a:lnTo>
                    <a:pt x="5014009" y="1095236"/>
                  </a:lnTo>
                  <a:lnTo>
                    <a:pt x="5014135" y="1095236"/>
                  </a:lnTo>
                  <a:lnTo>
                    <a:pt x="5014261" y="1095236"/>
                  </a:lnTo>
                  <a:lnTo>
                    <a:pt x="5014388" y="1095236"/>
                  </a:lnTo>
                  <a:lnTo>
                    <a:pt x="5014514" y="1095236"/>
                  </a:lnTo>
                  <a:lnTo>
                    <a:pt x="5014640" y="1095236"/>
                  </a:lnTo>
                  <a:lnTo>
                    <a:pt x="5014766" y="1095236"/>
                  </a:lnTo>
                  <a:lnTo>
                    <a:pt x="5014893" y="1095236"/>
                  </a:lnTo>
                  <a:lnTo>
                    <a:pt x="5015019" y="1095236"/>
                  </a:lnTo>
                  <a:lnTo>
                    <a:pt x="5015145" y="1095236"/>
                  </a:lnTo>
                  <a:lnTo>
                    <a:pt x="5015271" y="1095236"/>
                  </a:lnTo>
                  <a:lnTo>
                    <a:pt x="5015398" y="1095236"/>
                  </a:lnTo>
                  <a:lnTo>
                    <a:pt x="5015524" y="1095236"/>
                  </a:lnTo>
                  <a:lnTo>
                    <a:pt x="5015650" y="1095236"/>
                  </a:lnTo>
                  <a:lnTo>
                    <a:pt x="5015777" y="1095236"/>
                  </a:lnTo>
                  <a:lnTo>
                    <a:pt x="5015903" y="1095236"/>
                  </a:lnTo>
                  <a:lnTo>
                    <a:pt x="5016029" y="1095236"/>
                  </a:lnTo>
                  <a:lnTo>
                    <a:pt x="5016155" y="1095236"/>
                  </a:lnTo>
                  <a:lnTo>
                    <a:pt x="5016282" y="1095236"/>
                  </a:lnTo>
                  <a:lnTo>
                    <a:pt x="5016408" y="1095236"/>
                  </a:lnTo>
                  <a:lnTo>
                    <a:pt x="5016534" y="1095236"/>
                  </a:lnTo>
                  <a:lnTo>
                    <a:pt x="5016660" y="1095236"/>
                  </a:lnTo>
                  <a:lnTo>
                    <a:pt x="5016787" y="1095236"/>
                  </a:lnTo>
                  <a:lnTo>
                    <a:pt x="5016913" y="1095236"/>
                  </a:lnTo>
                  <a:lnTo>
                    <a:pt x="5017039" y="1095236"/>
                  </a:lnTo>
                  <a:lnTo>
                    <a:pt x="5017165" y="1095236"/>
                  </a:lnTo>
                  <a:lnTo>
                    <a:pt x="5017292" y="1095236"/>
                  </a:lnTo>
                  <a:lnTo>
                    <a:pt x="5017418" y="1095236"/>
                  </a:lnTo>
                  <a:lnTo>
                    <a:pt x="5017544" y="1095236"/>
                  </a:lnTo>
                  <a:lnTo>
                    <a:pt x="5017670" y="1095236"/>
                  </a:lnTo>
                  <a:lnTo>
                    <a:pt x="5017797" y="1095236"/>
                  </a:lnTo>
                  <a:lnTo>
                    <a:pt x="5017923" y="1095236"/>
                  </a:lnTo>
                  <a:lnTo>
                    <a:pt x="5018049" y="1095236"/>
                  </a:lnTo>
                  <a:lnTo>
                    <a:pt x="5018175" y="1095236"/>
                  </a:lnTo>
                  <a:lnTo>
                    <a:pt x="5018302" y="1095236"/>
                  </a:lnTo>
                  <a:lnTo>
                    <a:pt x="5018428" y="1095236"/>
                  </a:lnTo>
                  <a:lnTo>
                    <a:pt x="5018554" y="1095236"/>
                  </a:lnTo>
                  <a:lnTo>
                    <a:pt x="5018680" y="1095236"/>
                  </a:lnTo>
                  <a:lnTo>
                    <a:pt x="5018807" y="1095236"/>
                  </a:lnTo>
                  <a:lnTo>
                    <a:pt x="5018933" y="1095236"/>
                  </a:lnTo>
                  <a:lnTo>
                    <a:pt x="5019059" y="1095236"/>
                  </a:lnTo>
                  <a:lnTo>
                    <a:pt x="5019185" y="1095236"/>
                  </a:lnTo>
                  <a:lnTo>
                    <a:pt x="5019312" y="1095236"/>
                  </a:lnTo>
                  <a:lnTo>
                    <a:pt x="5019438" y="1095236"/>
                  </a:lnTo>
                  <a:lnTo>
                    <a:pt x="5019564" y="1095236"/>
                  </a:lnTo>
                  <a:lnTo>
                    <a:pt x="5019690" y="1095236"/>
                  </a:lnTo>
                  <a:lnTo>
                    <a:pt x="5019817" y="1095236"/>
                  </a:lnTo>
                  <a:lnTo>
                    <a:pt x="5019943" y="1095236"/>
                  </a:lnTo>
                  <a:lnTo>
                    <a:pt x="5020069" y="1095236"/>
                  </a:lnTo>
                  <a:lnTo>
                    <a:pt x="5020195" y="1095236"/>
                  </a:lnTo>
                  <a:lnTo>
                    <a:pt x="5020322" y="1095236"/>
                  </a:lnTo>
                  <a:lnTo>
                    <a:pt x="5020448" y="1095236"/>
                  </a:lnTo>
                  <a:lnTo>
                    <a:pt x="5020574" y="1095236"/>
                  </a:lnTo>
                  <a:lnTo>
                    <a:pt x="5020701" y="1095236"/>
                  </a:lnTo>
                  <a:lnTo>
                    <a:pt x="5020827" y="1095236"/>
                  </a:lnTo>
                  <a:lnTo>
                    <a:pt x="5020953" y="1095236"/>
                  </a:lnTo>
                  <a:lnTo>
                    <a:pt x="5021079" y="1095236"/>
                  </a:lnTo>
                  <a:lnTo>
                    <a:pt x="5021206" y="1095236"/>
                  </a:lnTo>
                  <a:lnTo>
                    <a:pt x="5021332" y="1095236"/>
                  </a:lnTo>
                  <a:lnTo>
                    <a:pt x="5021458" y="1095236"/>
                  </a:lnTo>
                  <a:lnTo>
                    <a:pt x="5021584" y="1095236"/>
                  </a:lnTo>
                  <a:lnTo>
                    <a:pt x="5021711" y="1095236"/>
                  </a:lnTo>
                  <a:lnTo>
                    <a:pt x="5021837" y="1095236"/>
                  </a:lnTo>
                  <a:lnTo>
                    <a:pt x="5021963" y="1095236"/>
                  </a:lnTo>
                  <a:lnTo>
                    <a:pt x="5022089" y="1095236"/>
                  </a:lnTo>
                  <a:lnTo>
                    <a:pt x="5022216" y="1095236"/>
                  </a:lnTo>
                  <a:lnTo>
                    <a:pt x="5022342" y="1095236"/>
                  </a:lnTo>
                  <a:lnTo>
                    <a:pt x="5022468" y="1095236"/>
                  </a:lnTo>
                  <a:lnTo>
                    <a:pt x="5022594" y="1095236"/>
                  </a:lnTo>
                  <a:lnTo>
                    <a:pt x="5022721" y="1095236"/>
                  </a:lnTo>
                  <a:lnTo>
                    <a:pt x="5022847" y="1095236"/>
                  </a:lnTo>
                  <a:lnTo>
                    <a:pt x="5022973" y="1095236"/>
                  </a:lnTo>
                  <a:lnTo>
                    <a:pt x="5023099" y="1095236"/>
                  </a:lnTo>
                  <a:lnTo>
                    <a:pt x="5023226" y="1095236"/>
                  </a:lnTo>
                  <a:lnTo>
                    <a:pt x="5023352" y="1095236"/>
                  </a:lnTo>
                  <a:lnTo>
                    <a:pt x="5023478" y="1095236"/>
                  </a:lnTo>
                  <a:lnTo>
                    <a:pt x="5023604" y="1095236"/>
                  </a:lnTo>
                  <a:lnTo>
                    <a:pt x="5023731" y="1095236"/>
                  </a:lnTo>
                  <a:lnTo>
                    <a:pt x="5023857" y="1095236"/>
                  </a:lnTo>
                  <a:lnTo>
                    <a:pt x="5023983" y="1095236"/>
                  </a:lnTo>
                  <a:lnTo>
                    <a:pt x="5024109" y="1095236"/>
                  </a:lnTo>
                  <a:lnTo>
                    <a:pt x="5024236" y="1095236"/>
                  </a:lnTo>
                  <a:lnTo>
                    <a:pt x="5024362" y="1095236"/>
                  </a:lnTo>
                  <a:lnTo>
                    <a:pt x="5024488" y="1095236"/>
                  </a:lnTo>
                  <a:lnTo>
                    <a:pt x="5024614" y="1095236"/>
                  </a:lnTo>
                  <a:lnTo>
                    <a:pt x="5024741" y="1095236"/>
                  </a:lnTo>
                  <a:lnTo>
                    <a:pt x="5024867" y="1095236"/>
                  </a:lnTo>
                  <a:lnTo>
                    <a:pt x="5024993" y="1095236"/>
                  </a:lnTo>
                  <a:lnTo>
                    <a:pt x="5025119" y="1095236"/>
                  </a:lnTo>
                  <a:lnTo>
                    <a:pt x="5025246" y="1095236"/>
                  </a:lnTo>
                  <a:lnTo>
                    <a:pt x="5025372" y="1095236"/>
                  </a:lnTo>
                  <a:lnTo>
                    <a:pt x="5025498" y="1095236"/>
                  </a:lnTo>
                  <a:lnTo>
                    <a:pt x="5025624" y="1095236"/>
                  </a:lnTo>
                  <a:lnTo>
                    <a:pt x="5025751" y="1095236"/>
                  </a:lnTo>
                  <a:lnTo>
                    <a:pt x="5025877" y="1095236"/>
                  </a:lnTo>
                  <a:lnTo>
                    <a:pt x="5026003" y="1095236"/>
                  </a:lnTo>
                  <a:lnTo>
                    <a:pt x="5026130" y="1095236"/>
                  </a:lnTo>
                  <a:lnTo>
                    <a:pt x="5026256" y="1095236"/>
                  </a:lnTo>
                  <a:lnTo>
                    <a:pt x="5026382" y="1095236"/>
                  </a:lnTo>
                  <a:lnTo>
                    <a:pt x="5026508" y="1095236"/>
                  </a:lnTo>
                  <a:lnTo>
                    <a:pt x="5026635" y="1095236"/>
                  </a:lnTo>
                  <a:lnTo>
                    <a:pt x="5026761" y="1095236"/>
                  </a:lnTo>
                  <a:lnTo>
                    <a:pt x="5026887" y="1095236"/>
                  </a:lnTo>
                  <a:lnTo>
                    <a:pt x="5027013" y="1095236"/>
                  </a:lnTo>
                  <a:lnTo>
                    <a:pt x="5027140" y="1095236"/>
                  </a:lnTo>
                  <a:lnTo>
                    <a:pt x="5027266" y="1095236"/>
                  </a:lnTo>
                  <a:lnTo>
                    <a:pt x="5027392" y="1095236"/>
                  </a:lnTo>
                  <a:lnTo>
                    <a:pt x="5027518" y="1095236"/>
                  </a:lnTo>
                  <a:lnTo>
                    <a:pt x="5027645" y="1095236"/>
                  </a:lnTo>
                  <a:lnTo>
                    <a:pt x="5027771" y="1095236"/>
                  </a:lnTo>
                  <a:lnTo>
                    <a:pt x="5027897" y="1095236"/>
                  </a:lnTo>
                  <a:lnTo>
                    <a:pt x="5028023" y="1095236"/>
                  </a:lnTo>
                  <a:lnTo>
                    <a:pt x="5028150" y="1095236"/>
                  </a:lnTo>
                  <a:lnTo>
                    <a:pt x="5028276" y="1095236"/>
                  </a:lnTo>
                  <a:lnTo>
                    <a:pt x="5028402" y="1095236"/>
                  </a:lnTo>
                  <a:lnTo>
                    <a:pt x="5028528" y="1095236"/>
                  </a:lnTo>
                  <a:lnTo>
                    <a:pt x="5028655" y="1095236"/>
                  </a:lnTo>
                  <a:lnTo>
                    <a:pt x="5028781" y="1095236"/>
                  </a:lnTo>
                  <a:lnTo>
                    <a:pt x="5028907" y="1095236"/>
                  </a:lnTo>
                  <a:lnTo>
                    <a:pt x="5029033" y="1095236"/>
                  </a:lnTo>
                  <a:lnTo>
                    <a:pt x="5029160" y="1095236"/>
                  </a:lnTo>
                  <a:lnTo>
                    <a:pt x="5029286" y="1095236"/>
                  </a:lnTo>
                  <a:lnTo>
                    <a:pt x="5029412" y="1095236"/>
                  </a:lnTo>
                  <a:lnTo>
                    <a:pt x="5029538" y="1095236"/>
                  </a:lnTo>
                  <a:lnTo>
                    <a:pt x="5029665" y="1095236"/>
                  </a:lnTo>
                  <a:lnTo>
                    <a:pt x="5029791" y="1095236"/>
                  </a:lnTo>
                  <a:lnTo>
                    <a:pt x="5029917" y="1095236"/>
                  </a:lnTo>
                  <a:lnTo>
                    <a:pt x="5030043" y="1095236"/>
                  </a:lnTo>
                  <a:lnTo>
                    <a:pt x="5030170" y="1095236"/>
                  </a:lnTo>
                  <a:lnTo>
                    <a:pt x="5030296" y="1095236"/>
                  </a:lnTo>
                  <a:lnTo>
                    <a:pt x="5030422" y="1095236"/>
                  </a:lnTo>
                  <a:lnTo>
                    <a:pt x="5030548" y="1095236"/>
                  </a:lnTo>
                  <a:lnTo>
                    <a:pt x="5030675" y="1095236"/>
                  </a:lnTo>
                  <a:lnTo>
                    <a:pt x="5030801" y="1095236"/>
                  </a:lnTo>
                  <a:lnTo>
                    <a:pt x="5030927" y="1095236"/>
                  </a:lnTo>
                  <a:lnTo>
                    <a:pt x="5031054" y="1095236"/>
                  </a:lnTo>
                  <a:lnTo>
                    <a:pt x="5031180" y="1095236"/>
                  </a:lnTo>
                  <a:lnTo>
                    <a:pt x="5031306" y="1095236"/>
                  </a:lnTo>
                  <a:lnTo>
                    <a:pt x="5031432" y="1095236"/>
                  </a:lnTo>
                  <a:lnTo>
                    <a:pt x="5031559" y="1095236"/>
                  </a:lnTo>
                  <a:lnTo>
                    <a:pt x="5031559" y="1090325"/>
                  </a:lnTo>
                  <a:lnTo>
                    <a:pt x="5031685" y="1090325"/>
                  </a:lnTo>
                  <a:lnTo>
                    <a:pt x="5031811" y="1090325"/>
                  </a:lnTo>
                  <a:lnTo>
                    <a:pt x="5031937" y="1090325"/>
                  </a:lnTo>
                  <a:lnTo>
                    <a:pt x="5032064" y="1090325"/>
                  </a:lnTo>
                  <a:lnTo>
                    <a:pt x="5032190" y="1090325"/>
                  </a:lnTo>
                  <a:lnTo>
                    <a:pt x="5032316" y="1090325"/>
                  </a:lnTo>
                  <a:lnTo>
                    <a:pt x="5032442" y="1090325"/>
                  </a:lnTo>
                  <a:lnTo>
                    <a:pt x="5032569" y="1090325"/>
                  </a:lnTo>
                  <a:lnTo>
                    <a:pt x="5032695" y="1090325"/>
                  </a:lnTo>
                  <a:lnTo>
                    <a:pt x="5032821" y="1090325"/>
                  </a:lnTo>
                  <a:lnTo>
                    <a:pt x="5032947" y="1090325"/>
                  </a:lnTo>
                  <a:lnTo>
                    <a:pt x="5033074" y="1090325"/>
                  </a:lnTo>
                  <a:lnTo>
                    <a:pt x="5033200" y="1090325"/>
                  </a:lnTo>
                  <a:lnTo>
                    <a:pt x="5033326" y="1090325"/>
                  </a:lnTo>
                  <a:lnTo>
                    <a:pt x="5033452" y="1090325"/>
                  </a:lnTo>
                  <a:lnTo>
                    <a:pt x="5033579" y="1090325"/>
                  </a:lnTo>
                  <a:lnTo>
                    <a:pt x="5033705" y="1090325"/>
                  </a:lnTo>
                  <a:lnTo>
                    <a:pt x="5033831" y="1090325"/>
                  </a:lnTo>
                  <a:lnTo>
                    <a:pt x="5033957" y="1090325"/>
                  </a:lnTo>
                  <a:lnTo>
                    <a:pt x="5034084" y="1090325"/>
                  </a:lnTo>
                  <a:lnTo>
                    <a:pt x="5034210" y="1090325"/>
                  </a:lnTo>
                  <a:lnTo>
                    <a:pt x="5034336" y="1090325"/>
                  </a:lnTo>
                  <a:lnTo>
                    <a:pt x="5034462" y="1090325"/>
                  </a:lnTo>
                  <a:lnTo>
                    <a:pt x="5034589" y="1090325"/>
                  </a:lnTo>
                  <a:lnTo>
                    <a:pt x="5034715" y="1090325"/>
                  </a:lnTo>
                  <a:lnTo>
                    <a:pt x="5034841" y="1090325"/>
                  </a:lnTo>
                  <a:lnTo>
                    <a:pt x="5034967" y="1090325"/>
                  </a:lnTo>
                  <a:lnTo>
                    <a:pt x="5035094" y="1090325"/>
                  </a:lnTo>
                  <a:lnTo>
                    <a:pt x="5035220" y="1090325"/>
                  </a:lnTo>
                  <a:lnTo>
                    <a:pt x="5035346" y="1090325"/>
                  </a:lnTo>
                  <a:lnTo>
                    <a:pt x="5035472" y="1090325"/>
                  </a:lnTo>
                  <a:lnTo>
                    <a:pt x="5035599" y="1090325"/>
                  </a:lnTo>
                  <a:lnTo>
                    <a:pt x="5035725" y="1090325"/>
                  </a:lnTo>
                  <a:lnTo>
                    <a:pt x="5035851" y="1090325"/>
                  </a:lnTo>
                  <a:lnTo>
                    <a:pt x="5035977" y="1090325"/>
                  </a:lnTo>
                  <a:lnTo>
                    <a:pt x="5036104" y="1090325"/>
                  </a:lnTo>
                  <a:lnTo>
                    <a:pt x="5036230" y="1090325"/>
                  </a:lnTo>
                  <a:lnTo>
                    <a:pt x="5036356" y="1090325"/>
                  </a:lnTo>
                  <a:lnTo>
                    <a:pt x="5036483" y="1090325"/>
                  </a:lnTo>
                  <a:lnTo>
                    <a:pt x="5036609" y="1090325"/>
                  </a:lnTo>
                  <a:lnTo>
                    <a:pt x="5036735" y="1090325"/>
                  </a:lnTo>
                  <a:lnTo>
                    <a:pt x="5036861" y="1090325"/>
                  </a:lnTo>
                  <a:lnTo>
                    <a:pt x="5036988" y="1090325"/>
                  </a:lnTo>
                  <a:lnTo>
                    <a:pt x="5037114" y="1090325"/>
                  </a:lnTo>
                  <a:lnTo>
                    <a:pt x="5037240" y="1090325"/>
                  </a:lnTo>
                  <a:lnTo>
                    <a:pt x="5037366" y="1090325"/>
                  </a:lnTo>
                  <a:lnTo>
                    <a:pt x="5037493" y="1090325"/>
                  </a:lnTo>
                  <a:lnTo>
                    <a:pt x="5037619" y="1090325"/>
                  </a:lnTo>
                  <a:lnTo>
                    <a:pt x="5037745" y="1090325"/>
                  </a:lnTo>
                  <a:lnTo>
                    <a:pt x="5037871" y="1090325"/>
                  </a:lnTo>
                  <a:lnTo>
                    <a:pt x="5037998" y="1090325"/>
                  </a:lnTo>
                  <a:lnTo>
                    <a:pt x="5038124" y="1090325"/>
                  </a:lnTo>
                  <a:lnTo>
                    <a:pt x="5038250" y="1090325"/>
                  </a:lnTo>
                  <a:lnTo>
                    <a:pt x="5038376" y="1090325"/>
                  </a:lnTo>
                  <a:lnTo>
                    <a:pt x="5038503" y="1090325"/>
                  </a:lnTo>
                  <a:lnTo>
                    <a:pt x="5038629" y="1090325"/>
                  </a:lnTo>
                  <a:lnTo>
                    <a:pt x="5038755" y="1090325"/>
                  </a:lnTo>
                  <a:lnTo>
                    <a:pt x="5038881" y="1090325"/>
                  </a:lnTo>
                  <a:lnTo>
                    <a:pt x="5039008" y="1090325"/>
                  </a:lnTo>
                  <a:lnTo>
                    <a:pt x="5039134" y="1090325"/>
                  </a:lnTo>
                  <a:lnTo>
                    <a:pt x="5039260" y="1090325"/>
                  </a:lnTo>
                  <a:lnTo>
                    <a:pt x="5039386" y="1090325"/>
                  </a:lnTo>
                  <a:lnTo>
                    <a:pt x="5039513" y="1090325"/>
                  </a:lnTo>
                  <a:lnTo>
                    <a:pt x="5039639" y="1090325"/>
                  </a:lnTo>
                  <a:lnTo>
                    <a:pt x="5039765" y="1090325"/>
                  </a:lnTo>
                  <a:lnTo>
                    <a:pt x="5039891" y="1090325"/>
                  </a:lnTo>
                  <a:lnTo>
                    <a:pt x="5040018" y="1090325"/>
                  </a:lnTo>
                  <a:lnTo>
                    <a:pt x="5040144" y="1090325"/>
                  </a:lnTo>
                  <a:lnTo>
                    <a:pt x="5040144" y="1085413"/>
                  </a:lnTo>
                  <a:lnTo>
                    <a:pt x="5040270" y="1085413"/>
                  </a:lnTo>
                  <a:lnTo>
                    <a:pt x="5040396" y="1085413"/>
                  </a:lnTo>
                  <a:lnTo>
                    <a:pt x="5040523" y="1085413"/>
                  </a:lnTo>
                  <a:lnTo>
                    <a:pt x="5040649" y="1085413"/>
                  </a:lnTo>
                  <a:lnTo>
                    <a:pt x="5040775" y="1085413"/>
                  </a:lnTo>
                  <a:lnTo>
                    <a:pt x="5040901" y="1085413"/>
                  </a:lnTo>
                  <a:lnTo>
                    <a:pt x="5041028" y="1085413"/>
                  </a:lnTo>
                  <a:lnTo>
                    <a:pt x="5041154" y="1085413"/>
                  </a:lnTo>
                  <a:lnTo>
                    <a:pt x="5041280" y="1085413"/>
                  </a:lnTo>
                  <a:lnTo>
                    <a:pt x="5041407" y="1085413"/>
                  </a:lnTo>
                  <a:lnTo>
                    <a:pt x="5041533" y="1085413"/>
                  </a:lnTo>
                  <a:lnTo>
                    <a:pt x="5041659" y="1085413"/>
                  </a:lnTo>
                  <a:lnTo>
                    <a:pt x="5041785" y="1085413"/>
                  </a:lnTo>
                  <a:lnTo>
                    <a:pt x="5041912" y="1085413"/>
                  </a:lnTo>
                  <a:lnTo>
                    <a:pt x="5042038" y="1085413"/>
                  </a:lnTo>
                  <a:lnTo>
                    <a:pt x="5042164" y="1085413"/>
                  </a:lnTo>
                  <a:lnTo>
                    <a:pt x="5042290" y="1085413"/>
                  </a:lnTo>
                  <a:lnTo>
                    <a:pt x="5042417" y="1085413"/>
                  </a:lnTo>
                  <a:lnTo>
                    <a:pt x="5042543" y="1085413"/>
                  </a:lnTo>
                  <a:lnTo>
                    <a:pt x="5042669" y="1085413"/>
                  </a:lnTo>
                  <a:lnTo>
                    <a:pt x="5042795" y="1085413"/>
                  </a:lnTo>
                  <a:lnTo>
                    <a:pt x="5042922" y="1085413"/>
                  </a:lnTo>
                  <a:lnTo>
                    <a:pt x="5043048" y="1085413"/>
                  </a:lnTo>
                  <a:lnTo>
                    <a:pt x="5043174" y="1085413"/>
                  </a:lnTo>
                  <a:lnTo>
                    <a:pt x="5043300" y="1085413"/>
                  </a:lnTo>
                  <a:lnTo>
                    <a:pt x="5043427" y="1085413"/>
                  </a:lnTo>
                  <a:lnTo>
                    <a:pt x="5043553" y="1085413"/>
                  </a:lnTo>
                  <a:lnTo>
                    <a:pt x="5043679" y="1085413"/>
                  </a:lnTo>
                  <a:lnTo>
                    <a:pt x="5043805" y="1085413"/>
                  </a:lnTo>
                  <a:lnTo>
                    <a:pt x="5043932" y="1085413"/>
                  </a:lnTo>
                  <a:lnTo>
                    <a:pt x="5044058" y="1085413"/>
                  </a:lnTo>
                  <a:lnTo>
                    <a:pt x="5044184" y="1085413"/>
                  </a:lnTo>
                  <a:lnTo>
                    <a:pt x="5044310" y="1085413"/>
                  </a:lnTo>
                  <a:lnTo>
                    <a:pt x="5044437" y="1085413"/>
                  </a:lnTo>
                  <a:lnTo>
                    <a:pt x="5044563" y="1085413"/>
                  </a:lnTo>
                  <a:lnTo>
                    <a:pt x="5044689" y="1085413"/>
                  </a:lnTo>
                  <a:lnTo>
                    <a:pt x="5044815" y="1085413"/>
                  </a:lnTo>
                  <a:lnTo>
                    <a:pt x="5044942" y="1085413"/>
                  </a:lnTo>
                  <a:lnTo>
                    <a:pt x="5045068" y="1085413"/>
                  </a:lnTo>
                  <a:lnTo>
                    <a:pt x="5045068" y="1080502"/>
                  </a:lnTo>
                  <a:lnTo>
                    <a:pt x="5045194" y="1080502"/>
                  </a:lnTo>
                  <a:lnTo>
                    <a:pt x="5045320" y="1080502"/>
                  </a:lnTo>
                  <a:lnTo>
                    <a:pt x="5045447" y="1080502"/>
                  </a:lnTo>
                  <a:lnTo>
                    <a:pt x="5045573" y="1080502"/>
                  </a:lnTo>
                  <a:lnTo>
                    <a:pt x="5045699" y="1080502"/>
                  </a:lnTo>
                  <a:lnTo>
                    <a:pt x="5045825" y="1080502"/>
                  </a:lnTo>
                  <a:lnTo>
                    <a:pt x="5045952" y="1080502"/>
                  </a:lnTo>
                  <a:lnTo>
                    <a:pt x="5046078" y="1080502"/>
                  </a:lnTo>
                  <a:lnTo>
                    <a:pt x="5046204" y="1080502"/>
                  </a:lnTo>
                  <a:lnTo>
                    <a:pt x="5046330" y="1080502"/>
                  </a:lnTo>
                  <a:lnTo>
                    <a:pt x="5046457" y="1080502"/>
                  </a:lnTo>
                  <a:lnTo>
                    <a:pt x="5046583" y="1080502"/>
                  </a:lnTo>
                  <a:lnTo>
                    <a:pt x="5046709" y="1080502"/>
                  </a:lnTo>
                  <a:lnTo>
                    <a:pt x="5046836" y="1080502"/>
                  </a:lnTo>
                  <a:lnTo>
                    <a:pt x="5046962" y="1080502"/>
                  </a:lnTo>
                  <a:lnTo>
                    <a:pt x="5047088" y="1080502"/>
                  </a:lnTo>
                  <a:lnTo>
                    <a:pt x="5047214" y="1080502"/>
                  </a:lnTo>
                  <a:lnTo>
                    <a:pt x="5047341" y="1080502"/>
                  </a:lnTo>
                  <a:lnTo>
                    <a:pt x="5047467" y="1080502"/>
                  </a:lnTo>
                  <a:lnTo>
                    <a:pt x="5047593" y="1080502"/>
                  </a:lnTo>
                  <a:lnTo>
                    <a:pt x="5047719" y="1080502"/>
                  </a:lnTo>
                  <a:lnTo>
                    <a:pt x="5047846" y="1080502"/>
                  </a:lnTo>
                  <a:lnTo>
                    <a:pt x="5047972" y="1080502"/>
                  </a:lnTo>
                  <a:lnTo>
                    <a:pt x="5048098" y="1080502"/>
                  </a:lnTo>
                  <a:lnTo>
                    <a:pt x="5048224" y="1080502"/>
                  </a:lnTo>
                  <a:lnTo>
                    <a:pt x="5048351" y="1080502"/>
                  </a:lnTo>
                  <a:lnTo>
                    <a:pt x="5048477" y="1080502"/>
                  </a:lnTo>
                  <a:lnTo>
                    <a:pt x="5048603" y="1080502"/>
                  </a:lnTo>
                  <a:lnTo>
                    <a:pt x="5048729" y="1080502"/>
                  </a:lnTo>
                  <a:lnTo>
                    <a:pt x="5048856" y="1080502"/>
                  </a:lnTo>
                  <a:lnTo>
                    <a:pt x="5048982" y="1080502"/>
                  </a:lnTo>
                  <a:lnTo>
                    <a:pt x="5049108" y="1080502"/>
                  </a:lnTo>
                  <a:lnTo>
                    <a:pt x="5049234" y="1080502"/>
                  </a:lnTo>
                  <a:lnTo>
                    <a:pt x="5049361" y="1080502"/>
                  </a:lnTo>
                  <a:lnTo>
                    <a:pt x="5049487" y="1080502"/>
                  </a:lnTo>
                  <a:lnTo>
                    <a:pt x="5049613" y="1080502"/>
                  </a:lnTo>
                  <a:lnTo>
                    <a:pt x="5049739" y="1080502"/>
                  </a:lnTo>
                  <a:lnTo>
                    <a:pt x="5049866" y="1080502"/>
                  </a:lnTo>
                  <a:lnTo>
                    <a:pt x="5049992" y="1080502"/>
                  </a:lnTo>
                  <a:lnTo>
                    <a:pt x="5050118" y="1080502"/>
                  </a:lnTo>
                  <a:lnTo>
                    <a:pt x="5050244" y="1080502"/>
                  </a:lnTo>
                  <a:lnTo>
                    <a:pt x="5050371" y="1080502"/>
                  </a:lnTo>
                  <a:lnTo>
                    <a:pt x="5050497" y="1080502"/>
                  </a:lnTo>
                  <a:lnTo>
                    <a:pt x="5050623" y="1080502"/>
                  </a:lnTo>
                  <a:lnTo>
                    <a:pt x="5050749" y="1080502"/>
                  </a:lnTo>
                  <a:lnTo>
                    <a:pt x="5050876" y="1080502"/>
                  </a:lnTo>
                  <a:lnTo>
                    <a:pt x="5051002" y="1080502"/>
                  </a:lnTo>
                  <a:lnTo>
                    <a:pt x="5051128" y="1080502"/>
                  </a:lnTo>
                  <a:lnTo>
                    <a:pt x="5051254" y="1080502"/>
                  </a:lnTo>
                  <a:lnTo>
                    <a:pt x="5051381" y="1080502"/>
                  </a:lnTo>
                  <a:lnTo>
                    <a:pt x="5051507" y="1080502"/>
                  </a:lnTo>
                  <a:lnTo>
                    <a:pt x="5051633" y="1080502"/>
                  </a:lnTo>
                  <a:lnTo>
                    <a:pt x="5051760" y="1080502"/>
                  </a:lnTo>
                  <a:lnTo>
                    <a:pt x="5051886" y="1080502"/>
                  </a:lnTo>
                  <a:lnTo>
                    <a:pt x="5052012" y="1080502"/>
                  </a:lnTo>
                  <a:lnTo>
                    <a:pt x="5052138" y="1080502"/>
                  </a:lnTo>
                  <a:lnTo>
                    <a:pt x="5052265" y="1080502"/>
                  </a:lnTo>
                  <a:lnTo>
                    <a:pt x="5052391" y="1080502"/>
                  </a:lnTo>
                  <a:lnTo>
                    <a:pt x="5052517" y="1080502"/>
                  </a:lnTo>
                  <a:lnTo>
                    <a:pt x="5052643" y="1080502"/>
                  </a:lnTo>
                  <a:lnTo>
                    <a:pt x="5052770" y="1080502"/>
                  </a:lnTo>
                  <a:lnTo>
                    <a:pt x="5052896" y="1080502"/>
                  </a:lnTo>
                  <a:lnTo>
                    <a:pt x="5053022" y="1080502"/>
                  </a:lnTo>
                  <a:lnTo>
                    <a:pt x="5053148" y="1080502"/>
                  </a:lnTo>
                  <a:lnTo>
                    <a:pt x="5053275" y="1080502"/>
                  </a:lnTo>
                  <a:lnTo>
                    <a:pt x="5053401" y="1080502"/>
                  </a:lnTo>
                  <a:lnTo>
                    <a:pt x="5053527" y="1080502"/>
                  </a:lnTo>
                  <a:lnTo>
                    <a:pt x="5053653" y="1080502"/>
                  </a:lnTo>
                  <a:lnTo>
                    <a:pt x="5053780" y="1080502"/>
                  </a:lnTo>
                  <a:lnTo>
                    <a:pt x="5053906" y="1080502"/>
                  </a:lnTo>
                  <a:lnTo>
                    <a:pt x="5054032" y="1080502"/>
                  </a:lnTo>
                  <a:lnTo>
                    <a:pt x="5054158" y="1080502"/>
                  </a:lnTo>
                  <a:lnTo>
                    <a:pt x="5054285" y="1080502"/>
                  </a:lnTo>
                  <a:lnTo>
                    <a:pt x="5054411" y="1080502"/>
                  </a:lnTo>
                  <a:lnTo>
                    <a:pt x="5054537" y="1080502"/>
                  </a:lnTo>
                  <a:lnTo>
                    <a:pt x="5054663" y="1080502"/>
                  </a:lnTo>
                  <a:lnTo>
                    <a:pt x="5054790" y="1080502"/>
                  </a:lnTo>
                  <a:lnTo>
                    <a:pt x="5054916" y="1080502"/>
                  </a:lnTo>
                  <a:lnTo>
                    <a:pt x="5055042" y="1080502"/>
                  </a:lnTo>
                  <a:lnTo>
                    <a:pt x="5055168" y="1080502"/>
                  </a:lnTo>
                  <a:lnTo>
                    <a:pt x="5055295" y="1080502"/>
                  </a:lnTo>
                  <a:lnTo>
                    <a:pt x="5055421" y="1080502"/>
                  </a:lnTo>
                  <a:lnTo>
                    <a:pt x="5055547" y="1080502"/>
                  </a:lnTo>
                  <a:lnTo>
                    <a:pt x="5055673" y="1080502"/>
                  </a:lnTo>
                  <a:lnTo>
                    <a:pt x="5055800" y="1080502"/>
                  </a:lnTo>
                  <a:lnTo>
                    <a:pt x="5055926" y="1080502"/>
                  </a:lnTo>
                  <a:lnTo>
                    <a:pt x="5056052" y="1080502"/>
                  </a:lnTo>
                  <a:lnTo>
                    <a:pt x="5056178" y="1080502"/>
                  </a:lnTo>
                  <a:lnTo>
                    <a:pt x="5056305" y="1080502"/>
                  </a:lnTo>
                  <a:lnTo>
                    <a:pt x="5056431" y="1080502"/>
                  </a:lnTo>
                  <a:lnTo>
                    <a:pt x="5056557" y="1080502"/>
                  </a:lnTo>
                  <a:lnTo>
                    <a:pt x="5056684" y="1080502"/>
                  </a:lnTo>
                  <a:lnTo>
                    <a:pt x="5056810" y="1080502"/>
                  </a:lnTo>
                  <a:lnTo>
                    <a:pt x="5056936" y="1080502"/>
                  </a:lnTo>
                  <a:lnTo>
                    <a:pt x="5057062" y="1080502"/>
                  </a:lnTo>
                  <a:lnTo>
                    <a:pt x="5057189" y="1080502"/>
                  </a:lnTo>
                  <a:lnTo>
                    <a:pt x="5057315" y="1080502"/>
                  </a:lnTo>
                  <a:lnTo>
                    <a:pt x="5057441" y="1080502"/>
                  </a:lnTo>
                  <a:lnTo>
                    <a:pt x="5057567" y="1080502"/>
                  </a:lnTo>
                  <a:lnTo>
                    <a:pt x="5057694" y="1080502"/>
                  </a:lnTo>
                  <a:lnTo>
                    <a:pt x="5057820" y="1080502"/>
                  </a:lnTo>
                  <a:lnTo>
                    <a:pt x="5057946" y="1080502"/>
                  </a:lnTo>
                  <a:lnTo>
                    <a:pt x="5058072" y="1080502"/>
                  </a:lnTo>
                  <a:lnTo>
                    <a:pt x="5058199" y="1080502"/>
                  </a:lnTo>
                  <a:lnTo>
                    <a:pt x="5058325" y="1080502"/>
                  </a:lnTo>
                  <a:lnTo>
                    <a:pt x="5058451" y="1080502"/>
                  </a:lnTo>
                  <a:lnTo>
                    <a:pt x="5058577" y="1080502"/>
                  </a:lnTo>
                  <a:lnTo>
                    <a:pt x="5058704" y="1080502"/>
                  </a:lnTo>
                  <a:lnTo>
                    <a:pt x="5058830" y="1080502"/>
                  </a:lnTo>
                  <a:lnTo>
                    <a:pt x="5058956" y="1080502"/>
                  </a:lnTo>
                  <a:lnTo>
                    <a:pt x="5059082" y="1080502"/>
                  </a:lnTo>
                  <a:lnTo>
                    <a:pt x="5059209" y="1080502"/>
                  </a:lnTo>
                  <a:lnTo>
                    <a:pt x="5059335" y="1080502"/>
                  </a:lnTo>
                  <a:lnTo>
                    <a:pt x="5059461" y="1080502"/>
                  </a:lnTo>
                  <a:lnTo>
                    <a:pt x="5059587" y="1080502"/>
                  </a:lnTo>
                  <a:lnTo>
                    <a:pt x="5059714" y="1080502"/>
                  </a:lnTo>
                  <a:lnTo>
                    <a:pt x="5059840" y="1080502"/>
                  </a:lnTo>
                  <a:lnTo>
                    <a:pt x="5059966" y="1080502"/>
                  </a:lnTo>
                  <a:lnTo>
                    <a:pt x="5060092" y="1080502"/>
                  </a:lnTo>
                  <a:lnTo>
                    <a:pt x="5060219" y="1080502"/>
                  </a:lnTo>
                  <a:lnTo>
                    <a:pt x="5060345" y="1080502"/>
                  </a:lnTo>
                  <a:lnTo>
                    <a:pt x="5060471" y="1080502"/>
                  </a:lnTo>
                  <a:lnTo>
                    <a:pt x="5060597" y="1080502"/>
                  </a:lnTo>
                  <a:lnTo>
                    <a:pt x="5060724" y="1080502"/>
                  </a:lnTo>
                  <a:lnTo>
                    <a:pt x="5060850" y="1080502"/>
                  </a:lnTo>
                  <a:lnTo>
                    <a:pt x="5060976" y="1080502"/>
                  </a:lnTo>
                  <a:lnTo>
                    <a:pt x="5061102" y="1080502"/>
                  </a:lnTo>
                  <a:lnTo>
                    <a:pt x="5061229" y="1080502"/>
                  </a:lnTo>
                  <a:lnTo>
                    <a:pt x="5061355" y="1080502"/>
                  </a:lnTo>
                  <a:lnTo>
                    <a:pt x="5061481" y="1080502"/>
                  </a:lnTo>
                  <a:lnTo>
                    <a:pt x="5061607" y="1080502"/>
                  </a:lnTo>
                  <a:lnTo>
                    <a:pt x="5061734" y="1080502"/>
                  </a:lnTo>
                  <a:lnTo>
                    <a:pt x="5061860" y="1080502"/>
                  </a:lnTo>
                  <a:lnTo>
                    <a:pt x="5061986" y="1080502"/>
                  </a:lnTo>
                  <a:lnTo>
                    <a:pt x="5062113" y="1080502"/>
                  </a:lnTo>
                  <a:lnTo>
                    <a:pt x="5062239" y="1080502"/>
                  </a:lnTo>
                  <a:lnTo>
                    <a:pt x="5062365" y="1080502"/>
                  </a:lnTo>
                  <a:lnTo>
                    <a:pt x="5062491" y="1080502"/>
                  </a:lnTo>
                  <a:lnTo>
                    <a:pt x="5062618" y="1080502"/>
                  </a:lnTo>
                  <a:lnTo>
                    <a:pt x="5062744" y="1080502"/>
                  </a:lnTo>
                  <a:lnTo>
                    <a:pt x="5062870" y="1080502"/>
                  </a:lnTo>
                  <a:lnTo>
                    <a:pt x="5062996" y="1080502"/>
                  </a:lnTo>
                  <a:lnTo>
                    <a:pt x="5063123" y="1080502"/>
                  </a:lnTo>
                  <a:lnTo>
                    <a:pt x="5063249" y="1080502"/>
                  </a:lnTo>
                  <a:lnTo>
                    <a:pt x="5063375" y="1080502"/>
                  </a:lnTo>
                  <a:lnTo>
                    <a:pt x="5063501" y="1080502"/>
                  </a:lnTo>
                  <a:lnTo>
                    <a:pt x="5063628" y="1080502"/>
                  </a:lnTo>
                  <a:lnTo>
                    <a:pt x="5063754" y="1080502"/>
                  </a:lnTo>
                  <a:lnTo>
                    <a:pt x="5063880" y="1080502"/>
                  </a:lnTo>
                  <a:lnTo>
                    <a:pt x="5064006" y="1080502"/>
                  </a:lnTo>
                  <a:lnTo>
                    <a:pt x="5064133" y="1080502"/>
                  </a:lnTo>
                  <a:lnTo>
                    <a:pt x="5064259" y="1080502"/>
                  </a:lnTo>
                  <a:lnTo>
                    <a:pt x="5064385" y="1080502"/>
                  </a:lnTo>
                  <a:lnTo>
                    <a:pt x="5064511" y="1080502"/>
                  </a:lnTo>
                  <a:lnTo>
                    <a:pt x="5064638" y="1080502"/>
                  </a:lnTo>
                  <a:lnTo>
                    <a:pt x="5064764" y="1080502"/>
                  </a:lnTo>
                  <a:lnTo>
                    <a:pt x="5064890" y="1080502"/>
                  </a:lnTo>
                  <a:lnTo>
                    <a:pt x="5065016" y="1080502"/>
                  </a:lnTo>
                  <a:lnTo>
                    <a:pt x="5065143" y="1080502"/>
                  </a:lnTo>
                  <a:lnTo>
                    <a:pt x="5065269" y="1080502"/>
                  </a:lnTo>
                  <a:lnTo>
                    <a:pt x="5065395" y="1080502"/>
                  </a:lnTo>
                  <a:lnTo>
                    <a:pt x="5065521" y="1080502"/>
                  </a:lnTo>
                  <a:lnTo>
                    <a:pt x="5065648" y="1080502"/>
                  </a:lnTo>
                  <a:lnTo>
                    <a:pt x="5065774" y="1080502"/>
                  </a:lnTo>
                  <a:lnTo>
                    <a:pt x="5065900" y="1080502"/>
                  </a:lnTo>
                  <a:lnTo>
                    <a:pt x="5066026" y="1080502"/>
                  </a:lnTo>
                  <a:lnTo>
                    <a:pt x="5066153" y="1080502"/>
                  </a:lnTo>
                  <a:lnTo>
                    <a:pt x="5066279" y="1080502"/>
                  </a:lnTo>
                  <a:lnTo>
                    <a:pt x="5066405" y="1080502"/>
                  </a:lnTo>
                  <a:lnTo>
                    <a:pt x="5066531" y="1080502"/>
                  </a:lnTo>
                  <a:lnTo>
                    <a:pt x="5066531" y="1075591"/>
                  </a:lnTo>
                  <a:lnTo>
                    <a:pt x="5066658" y="1075591"/>
                  </a:lnTo>
                  <a:lnTo>
                    <a:pt x="5066784" y="1075591"/>
                  </a:lnTo>
                  <a:lnTo>
                    <a:pt x="5066910" y="1075591"/>
                  </a:lnTo>
                  <a:lnTo>
                    <a:pt x="5067037" y="1075591"/>
                  </a:lnTo>
                  <a:lnTo>
                    <a:pt x="5067163" y="1075591"/>
                  </a:lnTo>
                  <a:lnTo>
                    <a:pt x="5067289" y="1075591"/>
                  </a:lnTo>
                  <a:lnTo>
                    <a:pt x="5067415" y="1075591"/>
                  </a:lnTo>
                  <a:lnTo>
                    <a:pt x="5067542" y="1075591"/>
                  </a:lnTo>
                  <a:lnTo>
                    <a:pt x="5067668" y="1075591"/>
                  </a:lnTo>
                  <a:lnTo>
                    <a:pt x="5067794" y="1075591"/>
                  </a:lnTo>
                  <a:lnTo>
                    <a:pt x="5067920" y="1075591"/>
                  </a:lnTo>
                  <a:lnTo>
                    <a:pt x="5068047" y="1075591"/>
                  </a:lnTo>
                  <a:lnTo>
                    <a:pt x="5068173" y="1075591"/>
                  </a:lnTo>
                  <a:lnTo>
                    <a:pt x="5068299" y="1075591"/>
                  </a:lnTo>
                  <a:lnTo>
                    <a:pt x="5068425" y="1075591"/>
                  </a:lnTo>
                  <a:lnTo>
                    <a:pt x="5068552" y="1075591"/>
                  </a:lnTo>
                  <a:lnTo>
                    <a:pt x="5068678" y="1075591"/>
                  </a:lnTo>
                  <a:lnTo>
                    <a:pt x="5068804" y="1075591"/>
                  </a:lnTo>
                  <a:lnTo>
                    <a:pt x="5068930" y="1075591"/>
                  </a:lnTo>
                  <a:lnTo>
                    <a:pt x="5069057" y="1075591"/>
                  </a:lnTo>
                  <a:lnTo>
                    <a:pt x="5069183" y="1075591"/>
                  </a:lnTo>
                  <a:lnTo>
                    <a:pt x="5069309" y="1075591"/>
                  </a:lnTo>
                  <a:lnTo>
                    <a:pt x="5069435" y="1075591"/>
                  </a:lnTo>
                  <a:lnTo>
                    <a:pt x="5069562" y="1075591"/>
                  </a:lnTo>
                  <a:lnTo>
                    <a:pt x="5069688" y="1075591"/>
                  </a:lnTo>
                  <a:lnTo>
                    <a:pt x="5069814" y="1075591"/>
                  </a:lnTo>
                  <a:lnTo>
                    <a:pt x="5069940" y="1075591"/>
                  </a:lnTo>
                  <a:lnTo>
                    <a:pt x="5070067" y="1075591"/>
                  </a:lnTo>
                  <a:lnTo>
                    <a:pt x="5070193" y="1075591"/>
                  </a:lnTo>
                  <a:lnTo>
                    <a:pt x="5070193" y="1070679"/>
                  </a:lnTo>
                  <a:lnTo>
                    <a:pt x="5070319" y="1070679"/>
                  </a:lnTo>
                  <a:lnTo>
                    <a:pt x="5070445" y="1070679"/>
                  </a:lnTo>
                  <a:lnTo>
                    <a:pt x="5070572" y="1070679"/>
                  </a:lnTo>
                  <a:lnTo>
                    <a:pt x="5070698" y="1070679"/>
                  </a:lnTo>
                  <a:lnTo>
                    <a:pt x="5070824" y="1070679"/>
                  </a:lnTo>
                  <a:lnTo>
                    <a:pt x="5070950" y="1070679"/>
                  </a:lnTo>
                  <a:lnTo>
                    <a:pt x="5071077" y="1070679"/>
                  </a:lnTo>
                  <a:lnTo>
                    <a:pt x="5071203" y="1070679"/>
                  </a:lnTo>
                  <a:lnTo>
                    <a:pt x="5071203" y="1065768"/>
                  </a:lnTo>
                  <a:lnTo>
                    <a:pt x="5071329" y="1065768"/>
                  </a:lnTo>
                  <a:lnTo>
                    <a:pt x="5071455" y="1065768"/>
                  </a:lnTo>
                  <a:lnTo>
                    <a:pt x="5071582" y="1065768"/>
                  </a:lnTo>
                  <a:lnTo>
                    <a:pt x="5071708" y="1065768"/>
                  </a:lnTo>
                  <a:lnTo>
                    <a:pt x="5071834" y="1065768"/>
                  </a:lnTo>
                  <a:lnTo>
                    <a:pt x="5071834" y="1060856"/>
                  </a:lnTo>
                  <a:lnTo>
                    <a:pt x="5071960" y="1060856"/>
                  </a:lnTo>
                  <a:lnTo>
                    <a:pt x="5072087" y="1060856"/>
                  </a:lnTo>
                  <a:lnTo>
                    <a:pt x="5072213" y="1060856"/>
                  </a:lnTo>
                  <a:lnTo>
                    <a:pt x="5072339" y="1060856"/>
                  </a:lnTo>
                  <a:lnTo>
                    <a:pt x="5072466" y="1060856"/>
                  </a:lnTo>
                  <a:lnTo>
                    <a:pt x="5072592" y="1060856"/>
                  </a:lnTo>
                  <a:lnTo>
                    <a:pt x="5072718" y="1060856"/>
                  </a:lnTo>
                  <a:lnTo>
                    <a:pt x="5072844" y="1060856"/>
                  </a:lnTo>
                  <a:lnTo>
                    <a:pt x="5072971" y="1060856"/>
                  </a:lnTo>
                  <a:lnTo>
                    <a:pt x="5073097" y="1060856"/>
                  </a:lnTo>
                  <a:lnTo>
                    <a:pt x="5073223" y="1060856"/>
                  </a:lnTo>
                  <a:lnTo>
                    <a:pt x="5073349" y="1060856"/>
                  </a:lnTo>
                  <a:lnTo>
                    <a:pt x="5073476" y="1060856"/>
                  </a:lnTo>
                  <a:lnTo>
                    <a:pt x="5073602" y="1060856"/>
                  </a:lnTo>
                  <a:lnTo>
                    <a:pt x="5073728" y="1060856"/>
                  </a:lnTo>
                  <a:lnTo>
                    <a:pt x="5073854" y="1060856"/>
                  </a:lnTo>
                  <a:lnTo>
                    <a:pt x="5073981" y="1060856"/>
                  </a:lnTo>
                  <a:lnTo>
                    <a:pt x="5074107" y="1060856"/>
                  </a:lnTo>
                  <a:lnTo>
                    <a:pt x="5074233" y="1060856"/>
                  </a:lnTo>
                  <a:lnTo>
                    <a:pt x="5074359" y="1060856"/>
                  </a:lnTo>
                  <a:lnTo>
                    <a:pt x="5074486" y="1060856"/>
                  </a:lnTo>
                  <a:lnTo>
                    <a:pt x="5074612" y="1060856"/>
                  </a:lnTo>
                  <a:lnTo>
                    <a:pt x="5074738" y="1060856"/>
                  </a:lnTo>
                  <a:lnTo>
                    <a:pt x="5074864" y="1060856"/>
                  </a:lnTo>
                  <a:lnTo>
                    <a:pt x="5074991" y="1060856"/>
                  </a:lnTo>
                  <a:lnTo>
                    <a:pt x="5075117" y="1060856"/>
                  </a:lnTo>
                  <a:lnTo>
                    <a:pt x="5075243" y="1060856"/>
                  </a:lnTo>
                  <a:lnTo>
                    <a:pt x="5075369" y="1060856"/>
                  </a:lnTo>
                  <a:lnTo>
                    <a:pt x="5075496" y="1060856"/>
                  </a:lnTo>
                  <a:lnTo>
                    <a:pt x="5075496" y="1055945"/>
                  </a:lnTo>
                  <a:lnTo>
                    <a:pt x="5075622" y="1055945"/>
                  </a:lnTo>
                  <a:lnTo>
                    <a:pt x="5075748" y="1055945"/>
                  </a:lnTo>
                  <a:lnTo>
                    <a:pt x="5075874" y="1055945"/>
                  </a:lnTo>
                  <a:lnTo>
                    <a:pt x="5076001" y="1055945"/>
                  </a:lnTo>
                  <a:lnTo>
                    <a:pt x="5076127" y="1055945"/>
                  </a:lnTo>
                  <a:lnTo>
                    <a:pt x="5076253" y="1055945"/>
                  </a:lnTo>
                  <a:lnTo>
                    <a:pt x="5076379" y="1055945"/>
                  </a:lnTo>
                  <a:lnTo>
                    <a:pt x="5076506" y="1055945"/>
                  </a:lnTo>
                  <a:lnTo>
                    <a:pt x="5076632" y="1055945"/>
                  </a:lnTo>
                  <a:lnTo>
                    <a:pt x="5076758" y="1055945"/>
                  </a:lnTo>
                  <a:lnTo>
                    <a:pt x="5076884" y="1055945"/>
                  </a:lnTo>
                  <a:lnTo>
                    <a:pt x="5077011" y="1055945"/>
                  </a:lnTo>
                  <a:lnTo>
                    <a:pt x="5077137" y="1055945"/>
                  </a:lnTo>
                  <a:lnTo>
                    <a:pt x="5077263" y="1055945"/>
                  </a:lnTo>
                  <a:lnTo>
                    <a:pt x="5077390" y="1055945"/>
                  </a:lnTo>
                  <a:lnTo>
                    <a:pt x="5077516" y="1055945"/>
                  </a:lnTo>
                  <a:lnTo>
                    <a:pt x="5077642" y="1055945"/>
                  </a:lnTo>
                  <a:lnTo>
                    <a:pt x="5077768" y="1055945"/>
                  </a:lnTo>
                  <a:lnTo>
                    <a:pt x="5077895" y="1055945"/>
                  </a:lnTo>
                  <a:lnTo>
                    <a:pt x="5078021" y="1055945"/>
                  </a:lnTo>
                  <a:lnTo>
                    <a:pt x="5078147" y="1055945"/>
                  </a:lnTo>
                  <a:lnTo>
                    <a:pt x="5078273" y="1055945"/>
                  </a:lnTo>
                  <a:lnTo>
                    <a:pt x="5078400" y="1055945"/>
                  </a:lnTo>
                  <a:lnTo>
                    <a:pt x="5078526" y="1055945"/>
                  </a:lnTo>
                  <a:lnTo>
                    <a:pt x="5078526" y="1051034"/>
                  </a:lnTo>
                  <a:lnTo>
                    <a:pt x="5078652" y="1051034"/>
                  </a:lnTo>
                  <a:lnTo>
                    <a:pt x="5078778" y="1051034"/>
                  </a:lnTo>
                  <a:lnTo>
                    <a:pt x="5078905" y="1051034"/>
                  </a:lnTo>
                  <a:lnTo>
                    <a:pt x="5079031" y="1051034"/>
                  </a:lnTo>
                  <a:lnTo>
                    <a:pt x="5079157" y="1051034"/>
                  </a:lnTo>
                  <a:lnTo>
                    <a:pt x="5079283" y="1051034"/>
                  </a:lnTo>
                  <a:lnTo>
                    <a:pt x="5079410" y="1051034"/>
                  </a:lnTo>
                  <a:lnTo>
                    <a:pt x="5079536" y="1051034"/>
                  </a:lnTo>
                  <a:lnTo>
                    <a:pt x="5079662" y="1051034"/>
                  </a:lnTo>
                  <a:lnTo>
                    <a:pt x="5079788" y="1051034"/>
                  </a:lnTo>
                  <a:lnTo>
                    <a:pt x="5079915" y="1051034"/>
                  </a:lnTo>
                  <a:lnTo>
                    <a:pt x="5080041" y="1051034"/>
                  </a:lnTo>
                  <a:lnTo>
                    <a:pt x="5080167" y="1051034"/>
                  </a:lnTo>
                  <a:lnTo>
                    <a:pt x="5080293" y="1051034"/>
                  </a:lnTo>
                  <a:lnTo>
                    <a:pt x="5080293" y="1046122"/>
                  </a:lnTo>
                  <a:lnTo>
                    <a:pt x="5080420" y="1046122"/>
                  </a:lnTo>
                  <a:lnTo>
                    <a:pt x="5080546" y="1046122"/>
                  </a:lnTo>
                  <a:lnTo>
                    <a:pt x="5080672" y="1046122"/>
                  </a:lnTo>
                  <a:lnTo>
                    <a:pt x="5080798" y="1046122"/>
                  </a:lnTo>
                  <a:lnTo>
                    <a:pt x="5080925" y="1046122"/>
                  </a:lnTo>
                  <a:lnTo>
                    <a:pt x="5081051" y="1046122"/>
                  </a:lnTo>
                  <a:lnTo>
                    <a:pt x="5081177" y="1046122"/>
                  </a:lnTo>
                  <a:lnTo>
                    <a:pt x="5081303" y="1046122"/>
                  </a:lnTo>
                  <a:lnTo>
                    <a:pt x="5081430" y="1046122"/>
                  </a:lnTo>
                  <a:lnTo>
                    <a:pt x="5081556" y="1046122"/>
                  </a:lnTo>
                  <a:lnTo>
                    <a:pt x="5081682" y="1046122"/>
                  </a:lnTo>
                  <a:lnTo>
                    <a:pt x="5081808" y="1046122"/>
                  </a:lnTo>
                  <a:lnTo>
                    <a:pt x="5081935" y="1046122"/>
                  </a:lnTo>
                  <a:lnTo>
                    <a:pt x="5082061" y="1046122"/>
                  </a:lnTo>
                  <a:lnTo>
                    <a:pt x="5082187" y="1046122"/>
                  </a:lnTo>
                  <a:lnTo>
                    <a:pt x="5082313" y="1046122"/>
                  </a:lnTo>
                  <a:lnTo>
                    <a:pt x="5082440" y="1046122"/>
                  </a:lnTo>
                  <a:lnTo>
                    <a:pt x="5082566" y="1046122"/>
                  </a:lnTo>
                  <a:lnTo>
                    <a:pt x="5082692" y="1046122"/>
                  </a:lnTo>
                  <a:lnTo>
                    <a:pt x="5082819" y="1046122"/>
                  </a:lnTo>
                  <a:lnTo>
                    <a:pt x="5082945" y="1046122"/>
                  </a:lnTo>
                  <a:lnTo>
                    <a:pt x="5083071" y="1046122"/>
                  </a:lnTo>
                  <a:lnTo>
                    <a:pt x="5083197" y="1046122"/>
                  </a:lnTo>
                  <a:lnTo>
                    <a:pt x="5083324" y="1046122"/>
                  </a:lnTo>
                  <a:lnTo>
                    <a:pt x="5083450" y="1046122"/>
                  </a:lnTo>
                  <a:lnTo>
                    <a:pt x="5083576" y="1046122"/>
                  </a:lnTo>
                  <a:lnTo>
                    <a:pt x="5083702" y="1046122"/>
                  </a:lnTo>
                  <a:lnTo>
                    <a:pt x="5083829" y="1046122"/>
                  </a:lnTo>
                  <a:lnTo>
                    <a:pt x="5083955" y="1046122"/>
                  </a:lnTo>
                  <a:lnTo>
                    <a:pt x="5084081" y="1046122"/>
                  </a:lnTo>
                  <a:lnTo>
                    <a:pt x="5084207" y="1046122"/>
                  </a:lnTo>
                  <a:lnTo>
                    <a:pt x="5084334" y="1046122"/>
                  </a:lnTo>
                  <a:lnTo>
                    <a:pt x="5084460" y="1046122"/>
                  </a:lnTo>
                  <a:lnTo>
                    <a:pt x="5084586" y="1046122"/>
                  </a:lnTo>
                  <a:lnTo>
                    <a:pt x="5084712" y="1046122"/>
                  </a:lnTo>
                  <a:lnTo>
                    <a:pt x="5084839" y="1046122"/>
                  </a:lnTo>
                  <a:lnTo>
                    <a:pt x="5084965" y="1046122"/>
                  </a:lnTo>
                  <a:lnTo>
                    <a:pt x="5085091" y="1046122"/>
                  </a:lnTo>
                  <a:lnTo>
                    <a:pt x="5085217" y="1046122"/>
                  </a:lnTo>
                  <a:lnTo>
                    <a:pt x="5085344" y="1046122"/>
                  </a:lnTo>
                  <a:lnTo>
                    <a:pt x="5085470" y="1046122"/>
                  </a:lnTo>
                  <a:lnTo>
                    <a:pt x="5085596" y="1046122"/>
                  </a:lnTo>
                  <a:lnTo>
                    <a:pt x="5085722" y="1046122"/>
                  </a:lnTo>
                  <a:lnTo>
                    <a:pt x="5085849" y="1046122"/>
                  </a:lnTo>
                  <a:lnTo>
                    <a:pt x="5085849" y="1041211"/>
                  </a:lnTo>
                  <a:lnTo>
                    <a:pt x="5085975" y="1041211"/>
                  </a:lnTo>
                  <a:lnTo>
                    <a:pt x="5086101" y="1041211"/>
                  </a:lnTo>
                  <a:lnTo>
                    <a:pt x="5086227" y="1041211"/>
                  </a:lnTo>
                  <a:lnTo>
                    <a:pt x="5086354" y="1041211"/>
                  </a:lnTo>
                  <a:lnTo>
                    <a:pt x="5086480" y="1041211"/>
                  </a:lnTo>
                  <a:lnTo>
                    <a:pt x="5086606" y="1041211"/>
                  </a:lnTo>
                  <a:lnTo>
                    <a:pt x="5086732" y="1041211"/>
                  </a:lnTo>
                  <a:lnTo>
                    <a:pt x="5086859" y="1041211"/>
                  </a:lnTo>
                  <a:lnTo>
                    <a:pt x="5086985" y="1041211"/>
                  </a:lnTo>
                  <a:lnTo>
                    <a:pt x="5087111" y="1041211"/>
                  </a:lnTo>
                  <a:lnTo>
                    <a:pt x="5087237" y="1041211"/>
                  </a:lnTo>
                  <a:lnTo>
                    <a:pt x="5087364" y="1041211"/>
                  </a:lnTo>
                  <a:lnTo>
                    <a:pt x="5087490" y="1041211"/>
                  </a:lnTo>
                  <a:lnTo>
                    <a:pt x="5087616" y="1041211"/>
                  </a:lnTo>
                  <a:lnTo>
                    <a:pt x="5087743" y="1041211"/>
                  </a:lnTo>
                  <a:lnTo>
                    <a:pt x="5087869" y="1041211"/>
                  </a:lnTo>
                  <a:lnTo>
                    <a:pt x="5087995" y="1041211"/>
                  </a:lnTo>
                  <a:lnTo>
                    <a:pt x="5088121" y="1041211"/>
                  </a:lnTo>
                  <a:lnTo>
                    <a:pt x="5088248" y="1041211"/>
                  </a:lnTo>
                  <a:lnTo>
                    <a:pt x="5088374" y="1041211"/>
                  </a:lnTo>
                  <a:lnTo>
                    <a:pt x="5088500" y="1041211"/>
                  </a:lnTo>
                  <a:lnTo>
                    <a:pt x="5088626" y="1041211"/>
                  </a:lnTo>
                  <a:lnTo>
                    <a:pt x="5088626" y="1036300"/>
                  </a:lnTo>
                  <a:lnTo>
                    <a:pt x="5088753" y="1036300"/>
                  </a:lnTo>
                  <a:lnTo>
                    <a:pt x="5088879" y="1036300"/>
                  </a:lnTo>
                  <a:lnTo>
                    <a:pt x="5089005" y="1036300"/>
                  </a:lnTo>
                  <a:lnTo>
                    <a:pt x="5089131" y="1036300"/>
                  </a:lnTo>
                  <a:lnTo>
                    <a:pt x="5089258" y="1036300"/>
                  </a:lnTo>
                  <a:lnTo>
                    <a:pt x="5089384" y="1036300"/>
                  </a:lnTo>
                  <a:lnTo>
                    <a:pt x="5089510" y="1036300"/>
                  </a:lnTo>
                  <a:lnTo>
                    <a:pt x="5089636" y="1036300"/>
                  </a:lnTo>
                  <a:lnTo>
                    <a:pt x="5089763" y="1036300"/>
                  </a:lnTo>
                  <a:lnTo>
                    <a:pt x="5089889" y="1036300"/>
                  </a:lnTo>
                  <a:lnTo>
                    <a:pt x="5090015" y="1036300"/>
                  </a:lnTo>
                  <a:lnTo>
                    <a:pt x="5090141" y="1036300"/>
                  </a:lnTo>
                  <a:lnTo>
                    <a:pt x="5090268" y="1036300"/>
                  </a:lnTo>
                  <a:lnTo>
                    <a:pt x="5090394" y="1036300"/>
                  </a:lnTo>
                  <a:lnTo>
                    <a:pt x="5090520" y="1036300"/>
                  </a:lnTo>
                  <a:lnTo>
                    <a:pt x="5090646" y="1036300"/>
                  </a:lnTo>
                  <a:lnTo>
                    <a:pt x="5090773" y="1036300"/>
                  </a:lnTo>
                  <a:lnTo>
                    <a:pt x="5090899" y="1036300"/>
                  </a:lnTo>
                  <a:lnTo>
                    <a:pt x="5091025" y="1036300"/>
                  </a:lnTo>
                  <a:lnTo>
                    <a:pt x="5091151" y="1036300"/>
                  </a:lnTo>
                  <a:lnTo>
                    <a:pt x="5091278" y="1036300"/>
                  </a:lnTo>
                  <a:lnTo>
                    <a:pt x="5091404" y="1036300"/>
                  </a:lnTo>
                  <a:lnTo>
                    <a:pt x="5091530" y="1036300"/>
                  </a:lnTo>
                  <a:lnTo>
                    <a:pt x="5091656" y="1036300"/>
                  </a:lnTo>
                  <a:lnTo>
                    <a:pt x="5091783" y="1036300"/>
                  </a:lnTo>
                  <a:lnTo>
                    <a:pt x="5091909" y="1036300"/>
                  </a:lnTo>
                  <a:lnTo>
                    <a:pt x="5092035" y="1036300"/>
                  </a:lnTo>
                  <a:lnTo>
                    <a:pt x="5092161" y="1036300"/>
                  </a:lnTo>
                  <a:lnTo>
                    <a:pt x="5092288" y="1036300"/>
                  </a:lnTo>
                  <a:lnTo>
                    <a:pt x="5092414" y="1036300"/>
                  </a:lnTo>
                  <a:lnTo>
                    <a:pt x="5092540" y="1036300"/>
                  </a:lnTo>
                  <a:lnTo>
                    <a:pt x="5092666" y="1036300"/>
                  </a:lnTo>
                  <a:lnTo>
                    <a:pt x="5092793" y="1036300"/>
                  </a:lnTo>
                  <a:lnTo>
                    <a:pt x="5092919" y="1036300"/>
                  </a:lnTo>
                  <a:lnTo>
                    <a:pt x="5093045" y="1036300"/>
                  </a:lnTo>
                  <a:lnTo>
                    <a:pt x="5093172" y="1036300"/>
                  </a:lnTo>
                  <a:lnTo>
                    <a:pt x="5093298" y="1036300"/>
                  </a:lnTo>
                  <a:lnTo>
                    <a:pt x="5093424" y="1036300"/>
                  </a:lnTo>
                  <a:lnTo>
                    <a:pt x="5093550" y="1036300"/>
                  </a:lnTo>
                  <a:lnTo>
                    <a:pt x="5093677" y="1036300"/>
                  </a:lnTo>
                  <a:lnTo>
                    <a:pt x="5093803" y="1036300"/>
                  </a:lnTo>
                  <a:lnTo>
                    <a:pt x="5093929" y="1036300"/>
                  </a:lnTo>
                  <a:lnTo>
                    <a:pt x="5094055" y="1036300"/>
                  </a:lnTo>
                  <a:lnTo>
                    <a:pt x="5094182" y="1036300"/>
                  </a:lnTo>
                  <a:lnTo>
                    <a:pt x="5094308" y="1036300"/>
                  </a:lnTo>
                  <a:lnTo>
                    <a:pt x="5094434" y="1036300"/>
                  </a:lnTo>
                  <a:lnTo>
                    <a:pt x="5094560" y="1036300"/>
                  </a:lnTo>
                  <a:lnTo>
                    <a:pt x="5094687" y="1036300"/>
                  </a:lnTo>
                  <a:lnTo>
                    <a:pt x="5094813" y="1036300"/>
                  </a:lnTo>
                  <a:lnTo>
                    <a:pt x="5094939" y="1036300"/>
                  </a:lnTo>
                  <a:lnTo>
                    <a:pt x="5095065" y="1036300"/>
                  </a:lnTo>
                  <a:lnTo>
                    <a:pt x="5095192" y="1036300"/>
                  </a:lnTo>
                  <a:lnTo>
                    <a:pt x="5095318" y="1036300"/>
                  </a:lnTo>
                  <a:lnTo>
                    <a:pt x="5095444" y="1036300"/>
                  </a:lnTo>
                  <a:lnTo>
                    <a:pt x="5095570" y="1036300"/>
                  </a:lnTo>
                  <a:lnTo>
                    <a:pt x="5095697" y="1036300"/>
                  </a:lnTo>
                  <a:lnTo>
                    <a:pt x="5095823" y="1036300"/>
                  </a:lnTo>
                  <a:lnTo>
                    <a:pt x="5095949" y="1036300"/>
                  </a:lnTo>
                  <a:lnTo>
                    <a:pt x="5096075" y="1036300"/>
                  </a:lnTo>
                  <a:lnTo>
                    <a:pt x="5096202" y="1036300"/>
                  </a:lnTo>
                  <a:lnTo>
                    <a:pt x="5096328" y="1036300"/>
                  </a:lnTo>
                  <a:lnTo>
                    <a:pt x="5096454" y="1036300"/>
                  </a:lnTo>
                  <a:lnTo>
                    <a:pt x="5096580" y="1036300"/>
                  </a:lnTo>
                  <a:lnTo>
                    <a:pt x="5096707" y="1036300"/>
                  </a:lnTo>
                  <a:lnTo>
                    <a:pt x="5096833" y="1036300"/>
                  </a:lnTo>
                  <a:lnTo>
                    <a:pt x="5096959" y="1036300"/>
                  </a:lnTo>
                  <a:lnTo>
                    <a:pt x="5097085" y="1036300"/>
                  </a:lnTo>
                  <a:lnTo>
                    <a:pt x="5097212" y="1036300"/>
                  </a:lnTo>
                  <a:lnTo>
                    <a:pt x="5097338" y="1036300"/>
                  </a:lnTo>
                  <a:lnTo>
                    <a:pt x="5097464" y="1036300"/>
                  </a:lnTo>
                  <a:lnTo>
                    <a:pt x="5097590" y="1036300"/>
                  </a:lnTo>
                  <a:lnTo>
                    <a:pt x="5097717" y="1036300"/>
                  </a:lnTo>
                  <a:lnTo>
                    <a:pt x="5097717" y="1031388"/>
                  </a:lnTo>
                  <a:lnTo>
                    <a:pt x="5097843" y="1031388"/>
                  </a:lnTo>
                  <a:lnTo>
                    <a:pt x="5097969" y="1031388"/>
                  </a:lnTo>
                  <a:lnTo>
                    <a:pt x="5098096" y="1031388"/>
                  </a:lnTo>
                  <a:lnTo>
                    <a:pt x="5098222" y="1031388"/>
                  </a:lnTo>
                  <a:lnTo>
                    <a:pt x="5098348" y="1031388"/>
                  </a:lnTo>
                  <a:lnTo>
                    <a:pt x="5098474" y="1031388"/>
                  </a:lnTo>
                  <a:lnTo>
                    <a:pt x="5098601" y="1031388"/>
                  </a:lnTo>
                  <a:lnTo>
                    <a:pt x="5098727" y="1031388"/>
                  </a:lnTo>
                  <a:lnTo>
                    <a:pt x="5098853" y="1031388"/>
                  </a:lnTo>
                  <a:lnTo>
                    <a:pt x="5098979" y="1031388"/>
                  </a:lnTo>
                  <a:lnTo>
                    <a:pt x="5099106" y="1031388"/>
                  </a:lnTo>
                  <a:lnTo>
                    <a:pt x="5099232" y="1031388"/>
                  </a:lnTo>
                  <a:lnTo>
                    <a:pt x="5099358" y="1031388"/>
                  </a:lnTo>
                  <a:lnTo>
                    <a:pt x="5099484" y="1031388"/>
                  </a:lnTo>
                  <a:lnTo>
                    <a:pt x="5099611" y="1031388"/>
                  </a:lnTo>
                  <a:lnTo>
                    <a:pt x="5099737" y="1031388"/>
                  </a:lnTo>
                  <a:lnTo>
                    <a:pt x="5099863" y="1031388"/>
                  </a:lnTo>
                  <a:lnTo>
                    <a:pt x="5099989" y="1031388"/>
                  </a:lnTo>
                  <a:lnTo>
                    <a:pt x="5100116" y="1031388"/>
                  </a:lnTo>
                  <a:lnTo>
                    <a:pt x="5100242" y="1031388"/>
                  </a:lnTo>
                  <a:lnTo>
                    <a:pt x="5100368" y="1031388"/>
                  </a:lnTo>
                  <a:lnTo>
                    <a:pt x="5100494" y="1031388"/>
                  </a:lnTo>
                  <a:lnTo>
                    <a:pt x="5100621" y="1031388"/>
                  </a:lnTo>
                  <a:lnTo>
                    <a:pt x="5100747" y="1031388"/>
                  </a:lnTo>
                  <a:lnTo>
                    <a:pt x="5100873" y="1031388"/>
                  </a:lnTo>
                  <a:lnTo>
                    <a:pt x="5100999" y="1031388"/>
                  </a:lnTo>
                  <a:lnTo>
                    <a:pt x="5101126" y="1031388"/>
                  </a:lnTo>
                  <a:lnTo>
                    <a:pt x="5101252" y="1031388"/>
                  </a:lnTo>
                  <a:lnTo>
                    <a:pt x="5101378" y="1031388"/>
                  </a:lnTo>
                  <a:lnTo>
                    <a:pt x="5101504" y="1031388"/>
                  </a:lnTo>
                  <a:lnTo>
                    <a:pt x="5101631" y="1031388"/>
                  </a:lnTo>
                  <a:lnTo>
                    <a:pt x="5101757" y="1031388"/>
                  </a:lnTo>
                  <a:lnTo>
                    <a:pt x="5101883" y="1031388"/>
                  </a:lnTo>
                  <a:lnTo>
                    <a:pt x="5102009" y="1031388"/>
                  </a:lnTo>
                  <a:lnTo>
                    <a:pt x="5102136" y="1031388"/>
                  </a:lnTo>
                  <a:lnTo>
                    <a:pt x="5102262" y="1031388"/>
                  </a:lnTo>
                  <a:lnTo>
                    <a:pt x="5102388" y="1031388"/>
                  </a:lnTo>
                  <a:lnTo>
                    <a:pt x="5102514" y="1031388"/>
                  </a:lnTo>
                  <a:lnTo>
                    <a:pt x="5102641" y="1031388"/>
                  </a:lnTo>
                  <a:lnTo>
                    <a:pt x="5102767" y="1031388"/>
                  </a:lnTo>
                  <a:lnTo>
                    <a:pt x="5102893" y="1031388"/>
                  </a:lnTo>
                  <a:lnTo>
                    <a:pt x="5103019" y="1031388"/>
                  </a:lnTo>
                  <a:lnTo>
                    <a:pt x="5103146" y="1031388"/>
                  </a:lnTo>
                  <a:lnTo>
                    <a:pt x="5103272" y="1031388"/>
                  </a:lnTo>
                  <a:lnTo>
                    <a:pt x="5103398" y="1031388"/>
                  </a:lnTo>
                  <a:lnTo>
                    <a:pt x="5103525" y="1031388"/>
                  </a:lnTo>
                  <a:lnTo>
                    <a:pt x="5103651" y="1031388"/>
                  </a:lnTo>
                  <a:lnTo>
                    <a:pt x="5103777" y="1031388"/>
                  </a:lnTo>
                  <a:lnTo>
                    <a:pt x="5103903" y="1031388"/>
                  </a:lnTo>
                  <a:lnTo>
                    <a:pt x="5104030" y="1031388"/>
                  </a:lnTo>
                  <a:lnTo>
                    <a:pt x="5104156" y="1031388"/>
                  </a:lnTo>
                  <a:lnTo>
                    <a:pt x="5104282" y="1031388"/>
                  </a:lnTo>
                  <a:lnTo>
                    <a:pt x="5104408" y="1031388"/>
                  </a:lnTo>
                  <a:lnTo>
                    <a:pt x="5104535" y="1031388"/>
                  </a:lnTo>
                  <a:lnTo>
                    <a:pt x="5104661" y="1031388"/>
                  </a:lnTo>
                  <a:lnTo>
                    <a:pt x="5104787" y="1031388"/>
                  </a:lnTo>
                  <a:lnTo>
                    <a:pt x="5104913" y="1031388"/>
                  </a:lnTo>
                  <a:lnTo>
                    <a:pt x="5105040" y="1031388"/>
                  </a:lnTo>
                  <a:lnTo>
                    <a:pt x="5105166" y="1031388"/>
                  </a:lnTo>
                  <a:lnTo>
                    <a:pt x="5105292" y="1031388"/>
                  </a:lnTo>
                  <a:lnTo>
                    <a:pt x="5105418" y="1031388"/>
                  </a:lnTo>
                  <a:lnTo>
                    <a:pt x="5105545" y="1031388"/>
                  </a:lnTo>
                  <a:lnTo>
                    <a:pt x="5105671" y="1031388"/>
                  </a:lnTo>
                  <a:lnTo>
                    <a:pt x="5105797" y="1031388"/>
                  </a:lnTo>
                  <a:lnTo>
                    <a:pt x="5105923" y="1031388"/>
                  </a:lnTo>
                  <a:lnTo>
                    <a:pt x="5106050" y="1031388"/>
                  </a:lnTo>
                  <a:lnTo>
                    <a:pt x="5106176" y="1031388"/>
                  </a:lnTo>
                  <a:lnTo>
                    <a:pt x="5106302" y="1031388"/>
                  </a:lnTo>
                  <a:lnTo>
                    <a:pt x="5106428" y="1031388"/>
                  </a:lnTo>
                  <a:lnTo>
                    <a:pt x="5106555" y="1031388"/>
                  </a:lnTo>
                  <a:lnTo>
                    <a:pt x="5106681" y="1031388"/>
                  </a:lnTo>
                  <a:lnTo>
                    <a:pt x="5106807" y="1031388"/>
                  </a:lnTo>
                  <a:lnTo>
                    <a:pt x="5106933" y="1031388"/>
                  </a:lnTo>
                  <a:lnTo>
                    <a:pt x="5107060" y="1031388"/>
                  </a:lnTo>
                  <a:lnTo>
                    <a:pt x="5107186" y="1031388"/>
                  </a:lnTo>
                  <a:lnTo>
                    <a:pt x="5107312" y="1031388"/>
                  </a:lnTo>
                  <a:lnTo>
                    <a:pt x="5107438" y="1031388"/>
                  </a:lnTo>
                  <a:lnTo>
                    <a:pt x="5107565" y="1031388"/>
                  </a:lnTo>
                  <a:lnTo>
                    <a:pt x="5107691" y="1031388"/>
                  </a:lnTo>
                  <a:lnTo>
                    <a:pt x="5107817" y="1031388"/>
                  </a:lnTo>
                  <a:lnTo>
                    <a:pt x="5107943" y="1031388"/>
                  </a:lnTo>
                  <a:lnTo>
                    <a:pt x="5108070" y="1031388"/>
                  </a:lnTo>
                  <a:lnTo>
                    <a:pt x="5108196" y="1031388"/>
                  </a:lnTo>
                  <a:lnTo>
                    <a:pt x="5108322" y="1031388"/>
                  </a:lnTo>
                  <a:lnTo>
                    <a:pt x="5108449" y="1031388"/>
                  </a:lnTo>
                  <a:lnTo>
                    <a:pt x="5108575" y="1031388"/>
                  </a:lnTo>
                  <a:lnTo>
                    <a:pt x="5108701" y="1031388"/>
                  </a:lnTo>
                  <a:lnTo>
                    <a:pt x="5108827" y="1031388"/>
                  </a:lnTo>
                  <a:lnTo>
                    <a:pt x="5108954" y="1031388"/>
                  </a:lnTo>
                  <a:lnTo>
                    <a:pt x="5109080" y="1031388"/>
                  </a:lnTo>
                  <a:lnTo>
                    <a:pt x="5109206" y="1031388"/>
                  </a:lnTo>
                  <a:lnTo>
                    <a:pt x="5109332" y="1031388"/>
                  </a:lnTo>
                  <a:lnTo>
                    <a:pt x="5109459" y="1031388"/>
                  </a:lnTo>
                  <a:lnTo>
                    <a:pt x="5109585" y="1031388"/>
                  </a:lnTo>
                  <a:lnTo>
                    <a:pt x="5109585" y="1026477"/>
                  </a:lnTo>
                  <a:lnTo>
                    <a:pt x="5109711" y="1026477"/>
                  </a:lnTo>
                  <a:lnTo>
                    <a:pt x="5109837" y="1026477"/>
                  </a:lnTo>
                  <a:lnTo>
                    <a:pt x="5109964" y="1026477"/>
                  </a:lnTo>
                  <a:lnTo>
                    <a:pt x="5110090" y="1026477"/>
                  </a:lnTo>
                  <a:lnTo>
                    <a:pt x="5110216" y="1026477"/>
                  </a:lnTo>
                  <a:lnTo>
                    <a:pt x="5110342" y="1026477"/>
                  </a:lnTo>
                  <a:lnTo>
                    <a:pt x="5110469" y="1026477"/>
                  </a:lnTo>
                  <a:lnTo>
                    <a:pt x="5110595" y="1026477"/>
                  </a:lnTo>
                  <a:lnTo>
                    <a:pt x="5110721" y="1026477"/>
                  </a:lnTo>
                  <a:lnTo>
                    <a:pt x="5110847" y="1026477"/>
                  </a:lnTo>
                  <a:lnTo>
                    <a:pt x="5110974" y="1026477"/>
                  </a:lnTo>
                  <a:lnTo>
                    <a:pt x="5111100" y="1026477"/>
                  </a:lnTo>
                  <a:lnTo>
                    <a:pt x="5111226" y="1026477"/>
                  </a:lnTo>
                  <a:lnTo>
                    <a:pt x="5111352" y="1026477"/>
                  </a:lnTo>
                  <a:lnTo>
                    <a:pt x="5111479" y="1026477"/>
                  </a:lnTo>
                  <a:lnTo>
                    <a:pt x="5111605" y="1026477"/>
                  </a:lnTo>
                  <a:lnTo>
                    <a:pt x="5111731" y="1026477"/>
                  </a:lnTo>
                  <a:lnTo>
                    <a:pt x="5111857" y="1026477"/>
                  </a:lnTo>
                  <a:lnTo>
                    <a:pt x="5111984" y="1026477"/>
                  </a:lnTo>
                  <a:lnTo>
                    <a:pt x="5112110" y="1026477"/>
                  </a:lnTo>
                  <a:lnTo>
                    <a:pt x="5112236" y="1026477"/>
                  </a:lnTo>
                  <a:lnTo>
                    <a:pt x="5112362" y="1026477"/>
                  </a:lnTo>
                  <a:lnTo>
                    <a:pt x="5112489" y="1026477"/>
                  </a:lnTo>
                  <a:lnTo>
                    <a:pt x="5112615" y="1026477"/>
                  </a:lnTo>
                  <a:lnTo>
                    <a:pt x="5112741" y="1026477"/>
                  </a:lnTo>
                  <a:lnTo>
                    <a:pt x="5112867" y="1026477"/>
                  </a:lnTo>
                  <a:lnTo>
                    <a:pt x="5112994" y="1026477"/>
                  </a:lnTo>
                  <a:lnTo>
                    <a:pt x="5113120" y="1026477"/>
                  </a:lnTo>
                  <a:lnTo>
                    <a:pt x="5113246" y="1026477"/>
                  </a:lnTo>
                  <a:lnTo>
                    <a:pt x="5113373" y="1026477"/>
                  </a:lnTo>
                  <a:lnTo>
                    <a:pt x="5113499" y="1026477"/>
                  </a:lnTo>
                  <a:lnTo>
                    <a:pt x="5113625" y="1026477"/>
                  </a:lnTo>
                  <a:lnTo>
                    <a:pt x="5113751" y="1026477"/>
                  </a:lnTo>
                  <a:lnTo>
                    <a:pt x="5113878" y="1026477"/>
                  </a:lnTo>
                  <a:lnTo>
                    <a:pt x="5114004" y="1026477"/>
                  </a:lnTo>
                  <a:lnTo>
                    <a:pt x="5114130" y="1026477"/>
                  </a:lnTo>
                  <a:lnTo>
                    <a:pt x="5114256" y="1026477"/>
                  </a:lnTo>
                  <a:lnTo>
                    <a:pt x="5114383" y="1026477"/>
                  </a:lnTo>
                  <a:lnTo>
                    <a:pt x="5114509" y="1026477"/>
                  </a:lnTo>
                  <a:lnTo>
                    <a:pt x="5114635" y="1026477"/>
                  </a:lnTo>
                  <a:lnTo>
                    <a:pt x="5114761" y="1026477"/>
                  </a:lnTo>
                  <a:lnTo>
                    <a:pt x="5114888" y="1026477"/>
                  </a:lnTo>
                  <a:lnTo>
                    <a:pt x="5115014" y="1026477"/>
                  </a:lnTo>
                  <a:lnTo>
                    <a:pt x="5115140" y="1026477"/>
                  </a:lnTo>
                  <a:lnTo>
                    <a:pt x="5115266" y="1026477"/>
                  </a:lnTo>
                  <a:lnTo>
                    <a:pt x="5115393" y="1026477"/>
                  </a:lnTo>
                  <a:lnTo>
                    <a:pt x="5115519" y="1026477"/>
                  </a:lnTo>
                  <a:lnTo>
                    <a:pt x="5115645" y="1026477"/>
                  </a:lnTo>
                  <a:lnTo>
                    <a:pt x="5115771" y="1026477"/>
                  </a:lnTo>
                  <a:lnTo>
                    <a:pt x="5115898" y="1026477"/>
                  </a:lnTo>
                  <a:lnTo>
                    <a:pt x="5116024" y="1026477"/>
                  </a:lnTo>
                  <a:lnTo>
                    <a:pt x="5116150" y="1026477"/>
                  </a:lnTo>
                  <a:lnTo>
                    <a:pt x="5116276" y="1026477"/>
                  </a:lnTo>
                  <a:lnTo>
                    <a:pt x="5116403" y="1026477"/>
                  </a:lnTo>
                  <a:lnTo>
                    <a:pt x="5116529" y="1026477"/>
                  </a:lnTo>
                  <a:lnTo>
                    <a:pt x="5116655" y="1026477"/>
                  </a:lnTo>
                  <a:lnTo>
                    <a:pt x="5116781" y="1026477"/>
                  </a:lnTo>
                  <a:lnTo>
                    <a:pt x="5116908" y="1026477"/>
                  </a:lnTo>
                  <a:lnTo>
                    <a:pt x="5117034" y="1026477"/>
                  </a:lnTo>
                  <a:lnTo>
                    <a:pt x="5117160" y="1026477"/>
                  </a:lnTo>
                  <a:lnTo>
                    <a:pt x="5117286" y="1026477"/>
                  </a:lnTo>
                  <a:lnTo>
                    <a:pt x="5117413" y="1026477"/>
                  </a:lnTo>
                  <a:lnTo>
                    <a:pt x="5117539" y="1026477"/>
                  </a:lnTo>
                  <a:lnTo>
                    <a:pt x="5117665" y="1026477"/>
                  </a:lnTo>
                  <a:lnTo>
                    <a:pt x="5117791" y="1026477"/>
                  </a:lnTo>
                  <a:lnTo>
                    <a:pt x="5117918" y="1026477"/>
                  </a:lnTo>
                  <a:lnTo>
                    <a:pt x="5118044" y="1026477"/>
                  </a:lnTo>
                  <a:lnTo>
                    <a:pt x="5118044" y="1021565"/>
                  </a:lnTo>
                  <a:lnTo>
                    <a:pt x="5118170" y="1021565"/>
                  </a:lnTo>
                  <a:lnTo>
                    <a:pt x="5118296" y="1021565"/>
                  </a:lnTo>
                  <a:lnTo>
                    <a:pt x="5118423" y="1021565"/>
                  </a:lnTo>
                  <a:lnTo>
                    <a:pt x="5118549" y="1021565"/>
                  </a:lnTo>
                  <a:lnTo>
                    <a:pt x="5118675" y="1021565"/>
                  </a:lnTo>
                  <a:lnTo>
                    <a:pt x="5118802" y="1021565"/>
                  </a:lnTo>
                  <a:lnTo>
                    <a:pt x="5118928" y="1021565"/>
                  </a:lnTo>
                  <a:lnTo>
                    <a:pt x="5119054" y="1021565"/>
                  </a:lnTo>
                  <a:lnTo>
                    <a:pt x="5119180" y="1021565"/>
                  </a:lnTo>
                  <a:lnTo>
                    <a:pt x="5119307" y="1021565"/>
                  </a:lnTo>
                  <a:lnTo>
                    <a:pt x="5119433" y="1021565"/>
                  </a:lnTo>
                  <a:lnTo>
                    <a:pt x="5119559" y="1021565"/>
                  </a:lnTo>
                  <a:lnTo>
                    <a:pt x="5119685" y="1021565"/>
                  </a:lnTo>
                  <a:lnTo>
                    <a:pt x="5119812" y="1021565"/>
                  </a:lnTo>
                  <a:lnTo>
                    <a:pt x="5119938" y="1021565"/>
                  </a:lnTo>
                  <a:lnTo>
                    <a:pt x="5120064" y="1021565"/>
                  </a:lnTo>
                  <a:lnTo>
                    <a:pt x="5120190" y="1021565"/>
                  </a:lnTo>
                  <a:lnTo>
                    <a:pt x="5120317" y="1021565"/>
                  </a:lnTo>
                  <a:lnTo>
                    <a:pt x="5120443" y="1021565"/>
                  </a:lnTo>
                  <a:lnTo>
                    <a:pt x="5120569" y="1021565"/>
                  </a:lnTo>
                  <a:lnTo>
                    <a:pt x="5120695" y="1021565"/>
                  </a:lnTo>
                  <a:lnTo>
                    <a:pt x="5120822" y="1021565"/>
                  </a:lnTo>
                  <a:lnTo>
                    <a:pt x="5120948" y="1021565"/>
                  </a:lnTo>
                  <a:lnTo>
                    <a:pt x="5121074" y="1021565"/>
                  </a:lnTo>
                  <a:lnTo>
                    <a:pt x="5121200" y="1021565"/>
                  </a:lnTo>
                  <a:lnTo>
                    <a:pt x="5121327" y="1021565"/>
                  </a:lnTo>
                  <a:lnTo>
                    <a:pt x="5121453" y="1021565"/>
                  </a:lnTo>
                  <a:lnTo>
                    <a:pt x="5121579" y="1021565"/>
                  </a:lnTo>
                  <a:lnTo>
                    <a:pt x="5121705" y="1021565"/>
                  </a:lnTo>
                  <a:lnTo>
                    <a:pt x="5121832" y="1021565"/>
                  </a:lnTo>
                  <a:lnTo>
                    <a:pt x="5121958" y="1021565"/>
                  </a:lnTo>
                  <a:lnTo>
                    <a:pt x="5122084" y="1021565"/>
                  </a:lnTo>
                  <a:lnTo>
                    <a:pt x="5122210" y="1021565"/>
                  </a:lnTo>
                  <a:lnTo>
                    <a:pt x="5122337" y="1021565"/>
                  </a:lnTo>
                  <a:lnTo>
                    <a:pt x="5122463" y="1021565"/>
                  </a:lnTo>
                  <a:lnTo>
                    <a:pt x="5122589" y="1021565"/>
                  </a:lnTo>
                  <a:lnTo>
                    <a:pt x="5122715" y="1021565"/>
                  </a:lnTo>
                  <a:lnTo>
                    <a:pt x="5122842" y="1021565"/>
                  </a:lnTo>
                  <a:lnTo>
                    <a:pt x="5122968" y="1021565"/>
                  </a:lnTo>
                  <a:lnTo>
                    <a:pt x="5123094" y="1021565"/>
                  </a:lnTo>
                  <a:lnTo>
                    <a:pt x="5123220" y="1021565"/>
                  </a:lnTo>
                  <a:lnTo>
                    <a:pt x="5123347" y="1021565"/>
                  </a:lnTo>
                  <a:lnTo>
                    <a:pt x="5123473" y="1021565"/>
                  </a:lnTo>
                  <a:lnTo>
                    <a:pt x="5123599" y="1021565"/>
                  </a:lnTo>
                  <a:lnTo>
                    <a:pt x="5123726" y="1021565"/>
                  </a:lnTo>
                  <a:lnTo>
                    <a:pt x="5123852" y="1021565"/>
                  </a:lnTo>
                  <a:lnTo>
                    <a:pt x="5123978" y="1021565"/>
                  </a:lnTo>
                  <a:lnTo>
                    <a:pt x="5124104" y="1021565"/>
                  </a:lnTo>
                  <a:lnTo>
                    <a:pt x="5124231" y="1021565"/>
                  </a:lnTo>
                  <a:lnTo>
                    <a:pt x="5124357" y="1021565"/>
                  </a:lnTo>
                  <a:lnTo>
                    <a:pt x="5124483" y="1021565"/>
                  </a:lnTo>
                  <a:lnTo>
                    <a:pt x="5124609" y="1021565"/>
                  </a:lnTo>
                  <a:lnTo>
                    <a:pt x="5124736" y="1021565"/>
                  </a:lnTo>
                  <a:lnTo>
                    <a:pt x="5124862" y="1021565"/>
                  </a:lnTo>
                  <a:lnTo>
                    <a:pt x="5124988" y="1021565"/>
                  </a:lnTo>
                  <a:lnTo>
                    <a:pt x="5125114" y="1021565"/>
                  </a:lnTo>
                  <a:lnTo>
                    <a:pt x="5125241" y="1021565"/>
                  </a:lnTo>
                  <a:lnTo>
                    <a:pt x="5125367" y="1021565"/>
                  </a:lnTo>
                  <a:lnTo>
                    <a:pt x="5125493" y="1021565"/>
                  </a:lnTo>
                  <a:lnTo>
                    <a:pt x="5125619" y="1021565"/>
                  </a:lnTo>
                  <a:lnTo>
                    <a:pt x="5125746" y="1021565"/>
                  </a:lnTo>
                  <a:lnTo>
                    <a:pt x="5125872" y="1021565"/>
                  </a:lnTo>
                  <a:lnTo>
                    <a:pt x="5125998" y="1021565"/>
                  </a:lnTo>
                  <a:lnTo>
                    <a:pt x="5126124" y="1021565"/>
                  </a:lnTo>
                  <a:lnTo>
                    <a:pt x="5126251" y="1021565"/>
                  </a:lnTo>
                  <a:lnTo>
                    <a:pt x="5126377" y="1021565"/>
                  </a:lnTo>
                  <a:lnTo>
                    <a:pt x="5126503" y="1021565"/>
                  </a:lnTo>
                  <a:lnTo>
                    <a:pt x="5126629" y="1021565"/>
                  </a:lnTo>
                  <a:lnTo>
                    <a:pt x="5126756" y="1021565"/>
                  </a:lnTo>
                  <a:lnTo>
                    <a:pt x="5126882" y="1021565"/>
                  </a:lnTo>
                  <a:lnTo>
                    <a:pt x="5127008" y="1021565"/>
                  </a:lnTo>
                  <a:lnTo>
                    <a:pt x="5127134" y="1021565"/>
                  </a:lnTo>
                  <a:lnTo>
                    <a:pt x="5127261" y="1021565"/>
                  </a:lnTo>
                  <a:lnTo>
                    <a:pt x="5127387" y="1021565"/>
                  </a:lnTo>
                  <a:lnTo>
                    <a:pt x="5127513" y="1021565"/>
                  </a:lnTo>
                  <a:lnTo>
                    <a:pt x="5127639" y="1021565"/>
                  </a:lnTo>
                  <a:lnTo>
                    <a:pt x="5127766" y="1021565"/>
                  </a:lnTo>
                  <a:lnTo>
                    <a:pt x="5127892" y="1021565"/>
                  </a:lnTo>
                  <a:lnTo>
                    <a:pt x="5128018" y="1021565"/>
                  </a:lnTo>
                  <a:lnTo>
                    <a:pt x="5128144" y="1021565"/>
                  </a:lnTo>
                  <a:lnTo>
                    <a:pt x="5128271" y="1021565"/>
                  </a:lnTo>
                  <a:lnTo>
                    <a:pt x="5128397" y="1021565"/>
                  </a:lnTo>
                  <a:lnTo>
                    <a:pt x="5128523" y="1021565"/>
                  </a:lnTo>
                  <a:lnTo>
                    <a:pt x="5128649" y="1021565"/>
                  </a:lnTo>
                  <a:lnTo>
                    <a:pt x="5128776" y="1021565"/>
                  </a:lnTo>
                  <a:lnTo>
                    <a:pt x="5128902" y="1021565"/>
                  </a:lnTo>
                  <a:lnTo>
                    <a:pt x="5129028" y="1021565"/>
                  </a:lnTo>
                  <a:lnTo>
                    <a:pt x="5129155" y="1021565"/>
                  </a:lnTo>
                  <a:lnTo>
                    <a:pt x="5129281" y="1021565"/>
                  </a:lnTo>
                  <a:lnTo>
                    <a:pt x="5129407" y="1021565"/>
                  </a:lnTo>
                  <a:lnTo>
                    <a:pt x="5129533" y="1021565"/>
                  </a:lnTo>
                  <a:lnTo>
                    <a:pt x="5129660" y="1021565"/>
                  </a:lnTo>
                  <a:lnTo>
                    <a:pt x="5129786" y="1021565"/>
                  </a:lnTo>
                  <a:lnTo>
                    <a:pt x="5129912" y="1021565"/>
                  </a:lnTo>
                  <a:lnTo>
                    <a:pt x="5130038" y="1021565"/>
                  </a:lnTo>
                  <a:lnTo>
                    <a:pt x="5130165" y="1021565"/>
                  </a:lnTo>
                  <a:lnTo>
                    <a:pt x="5130291" y="1021565"/>
                  </a:lnTo>
                  <a:lnTo>
                    <a:pt x="5130417" y="1021565"/>
                  </a:lnTo>
                  <a:lnTo>
                    <a:pt x="5130543" y="1021565"/>
                  </a:lnTo>
                  <a:lnTo>
                    <a:pt x="5130670" y="1021565"/>
                  </a:lnTo>
                  <a:lnTo>
                    <a:pt x="5130796" y="1021565"/>
                  </a:lnTo>
                  <a:lnTo>
                    <a:pt x="5130922" y="1021565"/>
                  </a:lnTo>
                  <a:lnTo>
                    <a:pt x="5131048" y="1021565"/>
                  </a:lnTo>
                  <a:lnTo>
                    <a:pt x="5131175" y="1021565"/>
                  </a:lnTo>
                  <a:lnTo>
                    <a:pt x="5131301" y="1021565"/>
                  </a:lnTo>
                  <a:lnTo>
                    <a:pt x="5131427" y="1021565"/>
                  </a:lnTo>
                  <a:lnTo>
                    <a:pt x="5131553" y="1021565"/>
                  </a:lnTo>
                  <a:lnTo>
                    <a:pt x="5131680" y="1021565"/>
                  </a:lnTo>
                  <a:lnTo>
                    <a:pt x="5131806" y="1021565"/>
                  </a:lnTo>
                  <a:lnTo>
                    <a:pt x="5131932" y="1021565"/>
                  </a:lnTo>
                  <a:lnTo>
                    <a:pt x="5132058" y="1021565"/>
                  </a:lnTo>
                  <a:lnTo>
                    <a:pt x="5132185" y="1021565"/>
                  </a:lnTo>
                  <a:lnTo>
                    <a:pt x="5132311" y="1021565"/>
                  </a:lnTo>
                  <a:lnTo>
                    <a:pt x="5132437" y="1021565"/>
                  </a:lnTo>
                  <a:lnTo>
                    <a:pt x="5132563" y="1021565"/>
                  </a:lnTo>
                  <a:lnTo>
                    <a:pt x="5132690" y="1021565"/>
                  </a:lnTo>
                  <a:lnTo>
                    <a:pt x="5132816" y="1021565"/>
                  </a:lnTo>
                  <a:lnTo>
                    <a:pt x="5132942" y="1021565"/>
                  </a:lnTo>
                  <a:lnTo>
                    <a:pt x="5133068" y="1021565"/>
                  </a:lnTo>
                  <a:lnTo>
                    <a:pt x="5133195" y="1021565"/>
                  </a:lnTo>
                  <a:lnTo>
                    <a:pt x="5133321" y="1021565"/>
                  </a:lnTo>
                  <a:lnTo>
                    <a:pt x="5133447" y="1021565"/>
                  </a:lnTo>
                  <a:lnTo>
                    <a:pt x="5133573" y="1021565"/>
                  </a:lnTo>
                  <a:lnTo>
                    <a:pt x="5133700" y="1021565"/>
                  </a:lnTo>
                  <a:lnTo>
                    <a:pt x="5133826" y="1021565"/>
                  </a:lnTo>
                  <a:lnTo>
                    <a:pt x="5133952" y="1021565"/>
                  </a:lnTo>
                  <a:lnTo>
                    <a:pt x="5134079" y="1021565"/>
                  </a:lnTo>
                  <a:lnTo>
                    <a:pt x="5134205" y="1021565"/>
                  </a:lnTo>
                  <a:lnTo>
                    <a:pt x="5134331" y="1021565"/>
                  </a:lnTo>
                  <a:lnTo>
                    <a:pt x="5134457" y="1021565"/>
                  </a:lnTo>
                  <a:lnTo>
                    <a:pt x="5134584" y="1021565"/>
                  </a:lnTo>
                  <a:lnTo>
                    <a:pt x="5134710" y="1021565"/>
                  </a:lnTo>
                  <a:lnTo>
                    <a:pt x="5134836" y="1021565"/>
                  </a:lnTo>
                  <a:lnTo>
                    <a:pt x="5134962" y="1021565"/>
                  </a:lnTo>
                  <a:lnTo>
                    <a:pt x="5135089" y="1021565"/>
                  </a:lnTo>
                  <a:lnTo>
                    <a:pt x="5135215" y="1021565"/>
                  </a:lnTo>
                  <a:lnTo>
                    <a:pt x="5135341" y="1021565"/>
                  </a:lnTo>
                  <a:lnTo>
                    <a:pt x="5135467" y="1021565"/>
                  </a:lnTo>
                  <a:lnTo>
                    <a:pt x="5135594" y="1021565"/>
                  </a:lnTo>
                  <a:lnTo>
                    <a:pt x="5135720" y="1021565"/>
                  </a:lnTo>
                  <a:lnTo>
                    <a:pt x="5135720" y="1016654"/>
                  </a:lnTo>
                  <a:lnTo>
                    <a:pt x="5135720" y="1011743"/>
                  </a:lnTo>
                  <a:lnTo>
                    <a:pt x="5135846" y="1011743"/>
                  </a:lnTo>
                  <a:lnTo>
                    <a:pt x="5135972" y="1011743"/>
                  </a:lnTo>
                  <a:lnTo>
                    <a:pt x="5136099" y="1011743"/>
                  </a:lnTo>
                  <a:lnTo>
                    <a:pt x="5136225" y="1011743"/>
                  </a:lnTo>
                  <a:lnTo>
                    <a:pt x="5136351" y="1011743"/>
                  </a:lnTo>
                  <a:lnTo>
                    <a:pt x="5136477" y="1011743"/>
                  </a:lnTo>
                  <a:lnTo>
                    <a:pt x="5136604" y="1011743"/>
                  </a:lnTo>
                  <a:lnTo>
                    <a:pt x="5136730" y="1011743"/>
                  </a:lnTo>
                  <a:lnTo>
                    <a:pt x="5136856" y="1011743"/>
                  </a:lnTo>
                  <a:lnTo>
                    <a:pt x="5136982" y="1011743"/>
                  </a:lnTo>
                  <a:lnTo>
                    <a:pt x="5137109" y="1011743"/>
                  </a:lnTo>
                  <a:lnTo>
                    <a:pt x="5137235" y="1011743"/>
                  </a:lnTo>
                  <a:lnTo>
                    <a:pt x="5137361" y="1011743"/>
                  </a:lnTo>
                  <a:lnTo>
                    <a:pt x="5137487" y="1011743"/>
                  </a:lnTo>
                  <a:lnTo>
                    <a:pt x="5137487" y="1006831"/>
                  </a:lnTo>
                  <a:lnTo>
                    <a:pt x="5137614" y="1006831"/>
                  </a:lnTo>
                  <a:lnTo>
                    <a:pt x="5137740" y="1006831"/>
                  </a:lnTo>
                  <a:lnTo>
                    <a:pt x="5137866" y="1006831"/>
                  </a:lnTo>
                  <a:lnTo>
                    <a:pt x="5137992" y="1006831"/>
                  </a:lnTo>
                  <a:lnTo>
                    <a:pt x="5138119" y="1006831"/>
                  </a:lnTo>
                  <a:lnTo>
                    <a:pt x="5138245" y="1006831"/>
                  </a:lnTo>
                  <a:lnTo>
                    <a:pt x="5138371" y="1006831"/>
                  </a:lnTo>
                  <a:lnTo>
                    <a:pt x="5138497" y="1006831"/>
                  </a:lnTo>
                  <a:lnTo>
                    <a:pt x="5138624" y="1006831"/>
                  </a:lnTo>
                  <a:lnTo>
                    <a:pt x="5138750" y="1006831"/>
                  </a:lnTo>
                  <a:lnTo>
                    <a:pt x="5138876" y="1006831"/>
                  </a:lnTo>
                  <a:lnTo>
                    <a:pt x="5139002" y="1006831"/>
                  </a:lnTo>
                  <a:lnTo>
                    <a:pt x="5139129" y="1006831"/>
                  </a:lnTo>
                  <a:lnTo>
                    <a:pt x="5139255" y="1006831"/>
                  </a:lnTo>
                  <a:lnTo>
                    <a:pt x="5139381" y="1006831"/>
                  </a:lnTo>
                  <a:lnTo>
                    <a:pt x="5139508" y="1006831"/>
                  </a:lnTo>
                  <a:lnTo>
                    <a:pt x="5139634" y="1006831"/>
                  </a:lnTo>
                  <a:lnTo>
                    <a:pt x="5139760" y="1006831"/>
                  </a:lnTo>
                  <a:lnTo>
                    <a:pt x="5139886" y="1006831"/>
                  </a:lnTo>
                  <a:lnTo>
                    <a:pt x="5140013" y="1006831"/>
                  </a:lnTo>
                  <a:lnTo>
                    <a:pt x="5140139" y="1006831"/>
                  </a:lnTo>
                  <a:lnTo>
                    <a:pt x="5140265" y="1006831"/>
                  </a:lnTo>
                  <a:lnTo>
                    <a:pt x="5140391" y="1006831"/>
                  </a:lnTo>
                  <a:lnTo>
                    <a:pt x="5140518" y="1006831"/>
                  </a:lnTo>
                  <a:lnTo>
                    <a:pt x="5140644" y="1006831"/>
                  </a:lnTo>
                  <a:lnTo>
                    <a:pt x="5140770" y="1006831"/>
                  </a:lnTo>
                  <a:lnTo>
                    <a:pt x="5140896" y="1006831"/>
                  </a:lnTo>
                  <a:lnTo>
                    <a:pt x="5141023" y="1006831"/>
                  </a:lnTo>
                  <a:lnTo>
                    <a:pt x="5141149" y="1006831"/>
                  </a:lnTo>
                  <a:lnTo>
                    <a:pt x="5141275" y="1006831"/>
                  </a:lnTo>
                  <a:lnTo>
                    <a:pt x="5141401" y="1006831"/>
                  </a:lnTo>
                  <a:lnTo>
                    <a:pt x="5141528" y="1006831"/>
                  </a:lnTo>
                  <a:lnTo>
                    <a:pt x="5141654" y="1006831"/>
                  </a:lnTo>
                  <a:lnTo>
                    <a:pt x="5141780" y="1006831"/>
                  </a:lnTo>
                  <a:lnTo>
                    <a:pt x="5141906" y="1006831"/>
                  </a:lnTo>
                  <a:lnTo>
                    <a:pt x="5142033" y="1006831"/>
                  </a:lnTo>
                  <a:lnTo>
                    <a:pt x="5142159" y="1006831"/>
                  </a:lnTo>
                  <a:lnTo>
                    <a:pt x="5142285" y="1006831"/>
                  </a:lnTo>
                  <a:lnTo>
                    <a:pt x="5142411" y="1006831"/>
                  </a:lnTo>
                  <a:lnTo>
                    <a:pt x="5142538" y="1006831"/>
                  </a:lnTo>
                  <a:lnTo>
                    <a:pt x="5142664" y="1006831"/>
                  </a:lnTo>
                  <a:lnTo>
                    <a:pt x="5142790" y="1006831"/>
                  </a:lnTo>
                  <a:lnTo>
                    <a:pt x="5142916" y="1006831"/>
                  </a:lnTo>
                  <a:lnTo>
                    <a:pt x="5143043" y="1006831"/>
                  </a:lnTo>
                  <a:lnTo>
                    <a:pt x="5143169" y="1006831"/>
                  </a:lnTo>
                  <a:lnTo>
                    <a:pt x="5143295" y="1006831"/>
                  </a:lnTo>
                  <a:lnTo>
                    <a:pt x="5143421" y="1006831"/>
                  </a:lnTo>
                  <a:lnTo>
                    <a:pt x="5143548" y="1006831"/>
                  </a:lnTo>
                  <a:lnTo>
                    <a:pt x="5143674" y="1006831"/>
                  </a:lnTo>
                  <a:lnTo>
                    <a:pt x="5143800" y="1006831"/>
                  </a:lnTo>
                  <a:lnTo>
                    <a:pt x="5143926" y="1006831"/>
                  </a:lnTo>
                  <a:lnTo>
                    <a:pt x="5144053" y="1006831"/>
                  </a:lnTo>
                  <a:lnTo>
                    <a:pt x="5144179" y="1006831"/>
                  </a:lnTo>
                  <a:lnTo>
                    <a:pt x="5144305" y="1006831"/>
                  </a:lnTo>
                  <a:lnTo>
                    <a:pt x="5144432" y="1006831"/>
                  </a:lnTo>
                  <a:lnTo>
                    <a:pt x="5144558" y="1006831"/>
                  </a:lnTo>
                  <a:lnTo>
                    <a:pt x="5144684" y="1006831"/>
                  </a:lnTo>
                  <a:lnTo>
                    <a:pt x="5144810" y="1006831"/>
                  </a:lnTo>
                  <a:lnTo>
                    <a:pt x="5144937" y="1006831"/>
                  </a:lnTo>
                  <a:lnTo>
                    <a:pt x="5145063" y="1006831"/>
                  </a:lnTo>
                  <a:lnTo>
                    <a:pt x="5145189" y="1006831"/>
                  </a:lnTo>
                  <a:lnTo>
                    <a:pt x="5145315" y="1006831"/>
                  </a:lnTo>
                  <a:lnTo>
                    <a:pt x="5145442" y="1006831"/>
                  </a:lnTo>
                  <a:lnTo>
                    <a:pt x="5145568" y="1006831"/>
                  </a:lnTo>
                  <a:lnTo>
                    <a:pt x="5145694" y="1006831"/>
                  </a:lnTo>
                  <a:lnTo>
                    <a:pt x="5145820" y="1006831"/>
                  </a:lnTo>
                  <a:lnTo>
                    <a:pt x="5145947" y="1006831"/>
                  </a:lnTo>
                  <a:lnTo>
                    <a:pt x="5146073" y="1006831"/>
                  </a:lnTo>
                  <a:lnTo>
                    <a:pt x="5146199" y="1006831"/>
                  </a:lnTo>
                  <a:lnTo>
                    <a:pt x="5146325" y="1006831"/>
                  </a:lnTo>
                  <a:lnTo>
                    <a:pt x="5146452" y="1006831"/>
                  </a:lnTo>
                  <a:lnTo>
                    <a:pt x="5146578" y="1006831"/>
                  </a:lnTo>
                  <a:lnTo>
                    <a:pt x="5146704" y="1006831"/>
                  </a:lnTo>
                  <a:lnTo>
                    <a:pt x="5146830" y="1006831"/>
                  </a:lnTo>
                  <a:lnTo>
                    <a:pt x="5146957" y="1006831"/>
                  </a:lnTo>
                  <a:lnTo>
                    <a:pt x="5147083" y="1006831"/>
                  </a:lnTo>
                  <a:lnTo>
                    <a:pt x="5147209" y="1006831"/>
                  </a:lnTo>
                  <a:lnTo>
                    <a:pt x="5147335" y="1006831"/>
                  </a:lnTo>
                  <a:lnTo>
                    <a:pt x="5147462" y="1006831"/>
                  </a:lnTo>
                  <a:lnTo>
                    <a:pt x="5147588" y="1006831"/>
                  </a:lnTo>
                  <a:lnTo>
                    <a:pt x="5147714" y="1006831"/>
                  </a:lnTo>
                  <a:lnTo>
                    <a:pt x="5147840" y="1006831"/>
                  </a:lnTo>
                  <a:lnTo>
                    <a:pt x="5147967" y="1006831"/>
                  </a:lnTo>
                  <a:lnTo>
                    <a:pt x="5148093" y="1006831"/>
                  </a:lnTo>
                  <a:lnTo>
                    <a:pt x="5148219" y="1006831"/>
                  </a:lnTo>
                  <a:lnTo>
                    <a:pt x="5148345" y="1006831"/>
                  </a:lnTo>
                  <a:lnTo>
                    <a:pt x="5148472" y="1006831"/>
                  </a:lnTo>
                  <a:lnTo>
                    <a:pt x="5148598" y="1006831"/>
                  </a:lnTo>
                  <a:lnTo>
                    <a:pt x="5148724" y="1006831"/>
                  </a:lnTo>
                  <a:lnTo>
                    <a:pt x="5148850" y="1006831"/>
                  </a:lnTo>
                  <a:lnTo>
                    <a:pt x="5148977" y="1006831"/>
                  </a:lnTo>
                  <a:lnTo>
                    <a:pt x="5149103" y="1006831"/>
                  </a:lnTo>
                  <a:lnTo>
                    <a:pt x="5149229" y="1006831"/>
                  </a:lnTo>
                  <a:lnTo>
                    <a:pt x="5149355" y="1006831"/>
                  </a:lnTo>
                  <a:lnTo>
                    <a:pt x="5149482" y="1006831"/>
                  </a:lnTo>
                  <a:lnTo>
                    <a:pt x="5149608" y="1006831"/>
                  </a:lnTo>
                  <a:lnTo>
                    <a:pt x="5149734" y="1006831"/>
                  </a:lnTo>
                  <a:lnTo>
                    <a:pt x="5149861" y="1006831"/>
                  </a:lnTo>
                  <a:lnTo>
                    <a:pt x="5149987" y="1006831"/>
                  </a:lnTo>
                  <a:lnTo>
                    <a:pt x="5150113" y="1006831"/>
                  </a:lnTo>
                  <a:lnTo>
                    <a:pt x="5150239" y="1006831"/>
                  </a:lnTo>
                  <a:lnTo>
                    <a:pt x="5150366" y="1006831"/>
                  </a:lnTo>
                  <a:lnTo>
                    <a:pt x="5150492" y="1006831"/>
                  </a:lnTo>
                  <a:lnTo>
                    <a:pt x="5150492" y="1001920"/>
                  </a:lnTo>
                  <a:lnTo>
                    <a:pt x="5150618" y="1001920"/>
                  </a:lnTo>
                  <a:lnTo>
                    <a:pt x="5150744" y="1001920"/>
                  </a:lnTo>
                  <a:lnTo>
                    <a:pt x="5150871" y="1001920"/>
                  </a:lnTo>
                  <a:lnTo>
                    <a:pt x="5150997" y="1001920"/>
                  </a:lnTo>
                  <a:lnTo>
                    <a:pt x="5151123" y="1001920"/>
                  </a:lnTo>
                  <a:lnTo>
                    <a:pt x="5151249" y="1001920"/>
                  </a:lnTo>
                  <a:lnTo>
                    <a:pt x="5151376" y="1001920"/>
                  </a:lnTo>
                  <a:lnTo>
                    <a:pt x="5151502" y="1001920"/>
                  </a:lnTo>
                  <a:lnTo>
                    <a:pt x="5151628" y="1001920"/>
                  </a:lnTo>
                  <a:lnTo>
                    <a:pt x="5151754" y="1001920"/>
                  </a:lnTo>
                  <a:lnTo>
                    <a:pt x="5151881" y="1001920"/>
                  </a:lnTo>
                  <a:lnTo>
                    <a:pt x="5152007" y="1001920"/>
                  </a:lnTo>
                  <a:lnTo>
                    <a:pt x="5152133" y="1001920"/>
                  </a:lnTo>
                  <a:lnTo>
                    <a:pt x="5152259" y="1001920"/>
                  </a:lnTo>
                  <a:lnTo>
                    <a:pt x="5152386" y="1001920"/>
                  </a:lnTo>
                  <a:lnTo>
                    <a:pt x="5152512" y="1001920"/>
                  </a:lnTo>
                  <a:lnTo>
                    <a:pt x="5152638" y="1001920"/>
                  </a:lnTo>
                  <a:lnTo>
                    <a:pt x="5152764" y="1001920"/>
                  </a:lnTo>
                  <a:lnTo>
                    <a:pt x="5152891" y="1001920"/>
                  </a:lnTo>
                  <a:lnTo>
                    <a:pt x="5153017" y="1001920"/>
                  </a:lnTo>
                  <a:lnTo>
                    <a:pt x="5153143" y="1001920"/>
                  </a:lnTo>
                  <a:lnTo>
                    <a:pt x="5153269" y="1001920"/>
                  </a:lnTo>
                  <a:lnTo>
                    <a:pt x="5153396" y="1001920"/>
                  </a:lnTo>
                  <a:lnTo>
                    <a:pt x="5153522" y="1001920"/>
                  </a:lnTo>
                  <a:lnTo>
                    <a:pt x="5153648" y="1001920"/>
                  </a:lnTo>
                  <a:lnTo>
                    <a:pt x="5153774" y="1001920"/>
                  </a:lnTo>
                  <a:lnTo>
                    <a:pt x="5153901" y="1001920"/>
                  </a:lnTo>
                  <a:lnTo>
                    <a:pt x="5154027" y="1001920"/>
                  </a:lnTo>
                  <a:lnTo>
                    <a:pt x="5154153" y="1001920"/>
                  </a:lnTo>
                  <a:lnTo>
                    <a:pt x="5154279" y="1001920"/>
                  </a:lnTo>
                  <a:lnTo>
                    <a:pt x="5154406" y="1001920"/>
                  </a:lnTo>
                  <a:lnTo>
                    <a:pt x="5154532" y="1001920"/>
                  </a:lnTo>
                  <a:lnTo>
                    <a:pt x="5154658" y="1001920"/>
                  </a:lnTo>
                  <a:lnTo>
                    <a:pt x="5154785" y="1001920"/>
                  </a:lnTo>
                  <a:lnTo>
                    <a:pt x="5154911" y="1001920"/>
                  </a:lnTo>
                  <a:lnTo>
                    <a:pt x="5155037" y="1001920"/>
                  </a:lnTo>
                  <a:lnTo>
                    <a:pt x="5155163" y="1001920"/>
                  </a:lnTo>
                  <a:lnTo>
                    <a:pt x="5155290" y="1001920"/>
                  </a:lnTo>
                  <a:lnTo>
                    <a:pt x="5155416" y="1001920"/>
                  </a:lnTo>
                  <a:lnTo>
                    <a:pt x="5155542" y="1001920"/>
                  </a:lnTo>
                  <a:lnTo>
                    <a:pt x="5155668" y="1001920"/>
                  </a:lnTo>
                  <a:lnTo>
                    <a:pt x="5155795" y="1001920"/>
                  </a:lnTo>
                  <a:lnTo>
                    <a:pt x="5155921" y="1001920"/>
                  </a:lnTo>
                  <a:lnTo>
                    <a:pt x="5156047" y="1001920"/>
                  </a:lnTo>
                  <a:lnTo>
                    <a:pt x="5156173" y="1001920"/>
                  </a:lnTo>
                  <a:lnTo>
                    <a:pt x="5156300" y="1001920"/>
                  </a:lnTo>
                  <a:lnTo>
                    <a:pt x="5156426" y="1001920"/>
                  </a:lnTo>
                  <a:lnTo>
                    <a:pt x="5156552" y="1001920"/>
                  </a:lnTo>
                  <a:lnTo>
                    <a:pt x="5156678" y="1001920"/>
                  </a:lnTo>
                  <a:lnTo>
                    <a:pt x="5156805" y="1001920"/>
                  </a:lnTo>
                  <a:lnTo>
                    <a:pt x="5156931" y="1001920"/>
                  </a:lnTo>
                  <a:lnTo>
                    <a:pt x="5157057" y="1001920"/>
                  </a:lnTo>
                  <a:lnTo>
                    <a:pt x="5157183" y="1001920"/>
                  </a:lnTo>
                  <a:lnTo>
                    <a:pt x="5157310" y="1001920"/>
                  </a:lnTo>
                  <a:lnTo>
                    <a:pt x="5157436" y="1001920"/>
                  </a:lnTo>
                  <a:lnTo>
                    <a:pt x="5157562" y="1001920"/>
                  </a:lnTo>
                  <a:lnTo>
                    <a:pt x="5157688" y="1001920"/>
                  </a:lnTo>
                  <a:lnTo>
                    <a:pt x="5157815" y="1001920"/>
                  </a:lnTo>
                  <a:lnTo>
                    <a:pt x="5157941" y="1001920"/>
                  </a:lnTo>
                  <a:lnTo>
                    <a:pt x="5158067" y="1001920"/>
                  </a:lnTo>
                  <a:lnTo>
                    <a:pt x="5158193" y="1001920"/>
                  </a:lnTo>
                  <a:lnTo>
                    <a:pt x="5158320" y="1001920"/>
                  </a:lnTo>
                  <a:lnTo>
                    <a:pt x="5158446" y="1001920"/>
                  </a:lnTo>
                  <a:lnTo>
                    <a:pt x="5158572" y="1001920"/>
                  </a:lnTo>
                  <a:lnTo>
                    <a:pt x="5158698" y="1001920"/>
                  </a:lnTo>
                  <a:lnTo>
                    <a:pt x="5158825" y="1001920"/>
                  </a:lnTo>
                  <a:lnTo>
                    <a:pt x="5158951" y="1001920"/>
                  </a:lnTo>
                  <a:lnTo>
                    <a:pt x="5159077" y="1001920"/>
                  </a:lnTo>
                  <a:lnTo>
                    <a:pt x="5159203" y="1001920"/>
                  </a:lnTo>
                  <a:lnTo>
                    <a:pt x="5159330" y="1001920"/>
                  </a:lnTo>
                  <a:lnTo>
                    <a:pt x="5159456" y="1001920"/>
                  </a:lnTo>
                  <a:lnTo>
                    <a:pt x="5159582" y="1001920"/>
                  </a:lnTo>
                  <a:lnTo>
                    <a:pt x="5159708" y="1001920"/>
                  </a:lnTo>
                  <a:lnTo>
                    <a:pt x="5159835" y="1001920"/>
                  </a:lnTo>
                  <a:lnTo>
                    <a:pt x="5159961" y="1001920"/>
                  </a:lnTo>
                  <a:lnTo>
                    <a:pt x="5160087" y="1001920"/>
                  </a:lnTo>
                  <a:lnTo>
                    <a:pt x="5160214" y="1001920"/>
                  </a:lnTo>
                  <a:lnTo>
                    <a:pt x="5160340" y="1001920"/>
                  </a:lnTo>
                  <a:lnTo>
                    <a:pt x="5160466" y="1001920"/>
                  </a:lnTo>
                  <a:lnTo>
                    <a:pt x="5160592" y="1001920"/>
                  </a:lnTo>
                  <a:lnTo>
                    <a:pt x="5160719" y="1001920"/>
                  </a:lnTo>
                  <a:lnTo>
                    <a:pt x="5160845" y="1001920"/>
                  </a:lnTo>
                  <a:lnTo>
                    <a:pt x="5160971" y="1001920"/>
                  </a:lnTo>
                  <a:lnTo>
                    <a:pt x="5161097" y="1001920"/>
                  </a:lnTo>
                  <a:lnTo>
                    <a:pt x="5161224" y="1001920"/>
                  </a:lnTo>
                  <a:lnTo>
                    <a:pt x="5161350" y="1001920"/>
                  </a:lnTo>
                  <a:lnTo>
                    <a:pt x="5161476" y="1001920"/>
                  </a:lnTo>
                  <a:lnTo>
                    <a:pt x="5161602" y="1001920"/>
                  </a:lnTo>
                  <a:lnTo>
                    <a:pt x="5161729" y="1001920"/>
                  </a:lnTo>
                  <a:lnTo>
                    <a:pt x="5161855" y="1001920"/>
                  </a:lnTo>
                  <a:lnTo>
                    <a:pt x="5161981" y="1001920"/>
                  </a:lnTo>
                  <a:lnTo>
                    <a:pt x="5162107" y="1001920"/>
                  </a:lnTo>
                  <a:lnTo>
                    <a:pt x="5162234" y="1001920"/>
                  </a:lnTo>
                  <a:lnTo>
                    <a:pt x="5162360" y="1001920"/>
                  </a:lnTo>
                  <a:lnTo>
                    <a:pt x="5162486" y="1001920"/>
                  </a:lnTo>
                  <a:lnTo>
                    <a:pt x="5162612" y="1001920"/>
                  </a:lnTo>
                  <a:lnTo>
                    <a:pt x="5162739" y="1001920"/>
                  </a:lnTo>
                  <a:lnTo>
                    <a:pt x="5162865" y="1001920"/>
                  </a:lnTo>
                  <a:lnTo>
                    <a:pt x="5162991" y="1001920"/>
                  </a:lnTo>
                  <a:lnTo>
                    <a:pt x="5163117" y="1001920"/>
                  </a:lnTo>
                  <a:lnTo>
                    <a:pt x="5163117" y="997009"/>
                  </a:lnTo>
                  <a:lnTo>
                    <a:pt x="5163244" y="997009"/>
                  </a:lnTo>
                  <a:lnTo>
                    <a:pt x="5163370" y="997009"/>
                  </a:lnTo>
                  <a:lnTo>
                    <a:pt x="5163496" y="997009"/>
                  </a:lnTo>
                  <a:lnTo>
                    <a:pt x="5163622" y="997009"/>
                  </a:lnTo>
                  <a:lnTo>
                    <a:pt x="5163749" y="997009"/>
                  </a:lnTo>
                  <a:lnTo>
                    <a:pt x="5163875" y="997009"/>
                  </a:lnTo>
                  <a:lnTo>
                    <a:pt x="5164001" y="997009"/>
                  </a:lnTo>
                  <a:lnTo>
                    <a:pt x="5164127" y="997009"/>
                  </a:lnTo>
                  <a:lnTo>
                    <a:pt x="5164254" y="997009"/>
                  </a:lnTo>
                  <a:lnTo>
                    <a:pt x="5164380" y="997009"/>
                  </a:lnTo>
                  <a:lnTo>
                    <a:pt x="5164506" y="997009"/>
                  </a:lnTo>
                  <a:lnTo>
                    <a:pt x="5164632" y="997009"/>
                  </a:lnTo>
                  <a:lnTo>
                    <a:pt x="5164759" y="997009"/>
                  </a:lnTo>
                  <a:lnTo>
                    <a:pt x="5164885" y="997009"/>
                  </a:lnTo>
                  <a:lnTo>
                    <a:pt x="5165011" y="997009"/>
                  </a:lnTo>
                  <a:lnTo>
                    <a:pt x="5165138" y="997009"/>
                  </a:lnTo>
                  <a:lnTo>
                    <a:pt x="5165264" y="997009"/>
                  </a:lnTo>
                  <a:lnTo>
                    <a:pt x="5165390" y="997009"/>
                  </a:lnTo>
                  <a:lnTo>
                    <a:pt x="5165516" y="997009"/>
                  </a:lnTo>
                  <a:lnTo>
                    <a:pt x="5165643" y="997009"/>
                  </a:lnTo>
                  <a:lnTo>
                    <a:pt x="5165769" y="997009"/>
                  </a:lnTo>
                  <a:lnTo>
                    <a:pt x="5165895" y="997009"/>
                  </a:lnTo>
                  <a:lnTo>
                    <a:pt x="5166021" y="997009"/>
                  </a:lnTo>
                  <a:lnTo>
                    <a:pt x="5166148" y="997009"/>
                  </a:lnTo>
                  <a:lnTo>
                    <a:pt x="5166274" y="997009"/>
                  </a:lnTo>
                  <a:lnTo>
                    <a:pt x="5166400" y="997009"/>
                  </a:lnTo>
                  <a:lnTo>
                    <a:pt x="5166526" y="997009"/>
                  </a:lnTo>
                  <a:lnTo>
                    <a:pt x="5166653" y="997009"/>
                  </a:lnTo>
                  <a:lnTo>
                    <a:pt x="5166779" y="997009"/>
                  </a:lnTo>
                  <a:lnTo>
                    <a:pt x="5166905" y="997009"/>
                  </a:lnTo>
                  <a:lnTo>
                    <a:pt x="5167031" y="997009"/>
                  </a:lnTo>
                  <a:lnTo>
                    <a:pt x="5167158" y="997009"/>
                  </a:lnTo>
                  <a:lnTo>
                    <a:pt x="5167284" y="997009"/>
                  </a:lnTo>
                  <a:lnTo>
                    <a:pt x="5167410" y="997009"/>
                  </a:lnTo>
                  <a:lnTo>
                    <a:pt x="5167536" y="997009"/>
                  </a:lnTo>
                  <a:lnTo>
                    <a:pt x="5167663" y="997009"/>
                  </a:lnTo>
                  <a:lnTo>
                    <a:pt x="5167789" y="997009"/>
                  </a:lnTo>
                  <a:lnTo>
                    <a:pt x="5167915" y="997009"/>
                  </a:lnTo>
                  <a:lnTo>
                    <a:pt x="5168041" y="997009"/>
                  </a:lnTo>
                  <a:lnTo>
                    <a:pt x="5168168" y="997009"/>
                  </a:lnTo>
                  <a:lnTo>
                    <a:pt x="5168294" y="997009"/>
                  </a:lnTo>
                  <a:lnTo>
                    <a:pt x="5168420" y="997009"/>
                  </a:lnTo>
                  <a:lnTo>
                    <a:pt x="5168546" y="997009"/>
                  </a:lnTo>
                  <a:lnTo>
                    <a:pt x="5168673" y="997009"/>
                  </a:lnTo>
                  <a:lnTo>
                    <a:pt x="5168799" y="997009"/>
                  </a:lnTo>
                  <a:lnTo>
                    <a:pt x="5168799" y="992097"/>
                  </a:lnTo>
                  <a:lnTo>
                    <a:pt x="5168925" y="992097"/>
                  </a:lnTo>
                  <a:lnTo>
                    <a:pt x="5169051" y="992097"/>
                  </a:lnTo>
                  <a:lnTo>
                    <a:pt x="5169178" y="992097"/>
                  </a:lnTo>
                  <a:lnTo>
                    <a:pt x="5169304" y="992097"/>
                  </a:lnTo>
                  <a:lnTo>
                    <a:pt x="5169430" y="992097"/>
                  </a:lnTo>
                  <a:lnTo>
                    <a:pt x="5169556" y="992097"/>
                  </a:lnTo>
                  <a:lnTo>
                    <a:pt x="5169683" y="992097"/>
                  </a:lnTo>
                  <a:lnTo>
                    <a:pt x="5169809" y="992097"/>
                  </a:lnTo>
                  <a:lnTo>
                    <a:pt x="5169935" y="992097"/>
                  </a:lnTo>
                  <a:lnTo>
                    <a:pt x="5170062" y="992097"/>
                  </a:lnTo>
                  <a:lnTo>
                    <a:pt x="5170188" y="992097"/>
                  </a:lnTo>
                  <a:lnTo>
                    <a:pt x="5170314" y="992097"/>
                  </a:lnTo>
                  <a:lnTo>
                    <a:pt x="5170440" y="992097"/>
                  </a:lnTo>
                  <a:lnTo>
                    <a:pt x="5170567" y="992097"/>
                  </a:lnTo>
                  <a:lnTo>
                    <a:pt x="5170693" y="992097"/>
                  </a:lnTo>
                  <a:lnTo>
                    <a:pt x="5170819" y="992097"/>
                  </a:lnTo>
                  <a:lnTo>
                    <a:pt x="5170945" y="992097"/>
                  </a:lnTo>
                  <a:lnTo>
                    <a:pt x="5171072" y="992097"/>
                  </a:lnTo>
                  <a:lnTo>
                    <a:pt x="5171198" y="992097"/>
                  </a:lnTo>
                  <a:lnTo>
                    <a:pt x="5171324" y="992097"/>
                  </a:lnTo>
                  <a:lnTo>
                    <a:pt x="5171450" y="992097"/>
                  </a:lnTo>
                  <a:lnTo>
                    <a:pt x="5171577" y="992097"/>
                  </a:lnTo>
                  <a:lnTo>
                    <a:pt x="5171703" y="992097"/>
                  </a:lnTo>
                  <a:lnTo>
                    <a:pt x="5171829" y="992097"/>
                  </a:lnTo>
                  <a:lnTo>
                    <a:pt x="5171955" y="992097"/>
                  </a:lnTo>
                  <a:lnTo>
                    <a:pt x="5172082" y="992097"/>
                  </a:lnTo>
                  <a:lnTo>
                    <a:pt x="5172208" y="992097"/>
                  </a:lnTo>
                  <a:lnTo>
                    <a:pt x="5172334" y="992097"/>
                  </a:lnTo>
                  <a:lnTo>
                    <a:pt x="5172460" y="992097"/>
                  </a:lnTo>
                  <a:lnTo>
                    <a:pt x="5172587" y="992097"/>
                  </a:lnTo>
                  <a:lnTo>
                    <a:pt x="5172713" y="992097"/>
                  </a:lnTo>
                  <a:lnTo>
                    <a:pt x="5172839" y="992097"/>
                  </a:lnTo>
                  <a:lnTo>
                    <a:pt x="5172965" y="992097"/>
                  </a:lnTo>
                  <a:lnTo>
                    <a:pt x="5173092" y="992097"/>
                  </a:lnTo>
                  <a:lnTo>
                    <a:pt x="5173218" y="992097"/>
                  </a:lnTo>
                  <a:lnTo>
                    <a:pt x="5173344" y="992097"/>
                  </a:lnTo>
                  <a:lnTo>
                    <a:pt x="5173470" y="992097"/>
                  </a:lnTo>
                  <a:lnTo>
                    <a:pt x="5173597" y="992097"/>
                  </a:lnTo>
                  <a:lnTo>
                    <a:pt x="5173723" y="992097"/>
                  </a:lnTo>
                  <a:lnTo>
                    <a:pt x="5173849" y="992097"/>
                  </a:lnTo>
                  <a:lnTo>
                    <a:pt x="5173975" y="992097"/>
                  </a:lnTo>
                  <a:lnTo>
                    <a:pt x="5174102" y="992097"/>
                  </a:lnTo>
                  <a:lnTo>
                    <a:pt x="5174228" y="992097"/>
                  </a:lnTo>
                  <a:lnTo>
                    <a:pt x="5174354" y="992097"/>
                  </a:lnTo>
                  <a:lnTo>
                    <a:pt x="5174480" y="992097"/>
                  </a:lnTo>
                  <a:lnTo>
                    <a:pt x="5174607" y="992097"/>
                  </a:lnTo>
                  <a:lnTo>
                    <a:pt x="5174733" y="992097"/>
                  </a:lnTo>
                  <a:lnTo>
                    <a:pt x="5174859" y="992097"/>
                  </a:lnTo>
                  <a:lnTo>
                    <a:pt x="5174985" y="992097"/>
                  </a:lnTo>
                  <a:lnTo>
                    <a:pt x="5175112" y="992097"/>
                  </a:lnTo>
                  <a:lnTo>
                    <a:pt x="5175238" y="992097"/>
                  </a:lnTo>
                  <a:lnTo>
                    <a:pt x="5175364" y="992097"/>
                  </a:lnTo>
                  <a:lnTo>
                    <a:pt x="5175491" y="992097"/>
                  </a:lnTo>
                  <a:lnTo>
                    <a:pt x="5175617" y="992097"/>
                  </a:lnTo>
                  <a:lnTo>
                    <a:pt x="5175743" y="992097"/>
                  </a:lnTo>
                  <a:lnTo>
                    <a:pt x="5175743" y="987186"/>
                  </a:lnTo>
                  <a:lnTo>
                    <a:pt x="5175869" y="987186"/>
                  </a:lnTo>
                  <a:lnTo>
                    <a:pt x="5175996" y="987186"/>
                  </a:lnTo>
                  <a:lnTo>
                    <a:pt x="5176122" y="987186"/>
                  </a:lnTo>
                  <a:lnTo>
                    <a:pt x="5176248" y="987186"/>
                  </a:lnTo>
                  <a:lnTo>
                    <a:pt x="5176374" y="987186"/>
                  </a:lnTo>
                  <a:lnTo>
                    <a:pt x="5176501" y="987186"/>
                  </a:lnTo>
                  <a:lnTo>
                    <a:pt x="5176627" y="987186"/>
                  </a:lnTo>
                  <a:lnTo>
                    <a:pt x="5176753" y="987186"/>
                  </a:lnTo>
                  <a:lnTo>
                    <a:pt x="5176879" y="987186"/>
                  </a:lnTo>
                  <a:lnTo>
                    <a:pt x="5177006" y="987186"/>
                  </a:lnTo>
                  <a:lnTo>
                    <a:pt x="5177132" y="987186"/>
                  </a:lnTo>
                  <a:lnTo>
                    <a:pt x="5177258" y="987186"/>
                  </a:lnTo>
                  <a:lnTo>
                    <a:pt x="5177384" y="987186"/>
                  </a:lnTo>
                  <a:lnTo>
                    <a:pt x="5177511" y="987186"/>
                  </a:lnTo>
                  <a:lnTo>
                    <a:pt x="5177637" y="987186"/>
                  </a:lnTo>
                  <a:lnTo>
                    <a:pt x="5177763" y="987186"/>
                  </a:lnTo>
                  <a:lnTo>
                    <a:pt x="5177889" y="987186"/>
                  </a:lnTo>
                  <a:lnTo>
                    <a:pt x="5178016" y="987186"/>
                  </a:lnTo>
                  <a:lnTo>
                    <a:pt x="5178142" y="987186"/>
                  </a:lnTo>
                  <a:lnTo>
                    <a:pt x="5178268" y="987186"/>
                  </a:lnTo>
                  <a:lnTo>
                    <a:pt x="5178394" y="987186"/>
                  </a:lnTo>
                  <a:lnTo>
                    <a:pt x="5178521" y="987186"/>
                  </a:lnTo>
                  <a:lnTo>
                    <a:pt x="5178647" y="987186"/>
                  </a:lnTo>
                  <a:lnTo>
                    <a:pt x="5178773" y="987186"/>
                  </a:lnTo>
                  <a:lnTo>
                    <a:pt x="5178899" y="987186"/>
                  </a:lnTo>
                  <a:lnTo>
                    <a:pt x="5179026" y="987186"/>
                  </a:lnTo>
                  <a:lnTo>
                    <a:pt x="5179152" y="987186"/>
                  </a:lnTo>
                  <a:lnTo>
                    <a:pt x="5179278" y="987186"/>
                  </a:lnTo>
                  <a:lnTo>
                    <a:pt x="5179404" y="987186"/>
                  </a:lnTo>
                  <a:lnTo>
                    <a:pt x="5179531" y="987186"/>
                  </a:lnTo>
                  <a:lnTo>
                    <a:pt x="5179531" y="982274"/>
                  </a:lnTo>
                  <a:lnTo>
                    <a:pt x="5179657" y="982274"/>
                  </a:lnTo>
                  <a:lnTo>
                    <a:pt x="5179783" y="982274"/>
                  </a:lnTo>
                  <a:lnTo>
                    <a:pt x="5179909" y="982274"/>
                  </a:lnTo>
                  <a:lnTo>
                    <a:pt x="5180036" y="982274"/>
                  </a:lnTo>
                  <a:lnTo>
                    <a:pt x="5180162" y="982274"/>
                  </a:lnTo>
                  <a:lnTo>
                    <a:pt x="5180288" y="982274"/>
                  </a:lnTo>
                  <a:lnTo>
                    <a:pt x="5180415" y="982274"/>
                  </a:lnTo>
                  <a:lnTo>
                    <a:pt x="5180541" y="982274"/>
                  </a:lnTo>
                  <a:lnTo>
                    <a:pt x="5180667" y="982274"/>
                  </a:lnTo>
                  <a:lnTo>
                    <a:pt x="5180793" y="982274"/>
                  </a:lnTo>
                  <a:lnTo>
                    <a:pt x="5180920" y="982274"/>
                  </a:lnTo>
                  <a:lnTo>
                    <a:pt x="5181046" y="982274"/>
                  </a:lnTo>
                  <a:lnTo>
                    <a:pt x="5181172" y="982274"/>
                  </a:lnTo>
                  <a:lnTo>
                    <a:pt x="5181298" y="982274"/>
                  </a:lnTo>
                  <a:lnTo>
                    <a:pt x="5181425" y="982274"/>
                  </a:lnTo>
                  <a:lnTo>
                    <a:pt x="5181551" y="982274"/>
                  </a:lnTo>
                  <a:lnTo>
                    <a:pt x="5181677" y="982274"/>
                  </a:lnTo>
                  <a:lnTo>
                    <a:pt x="5181677" y="977363"/>
                  </a:lnTo>
                  <a:lnTo>
                    <a:pt x="5181803" y="977363"/>
                  </a:lnTo>
                  <a:lnTo>
                    <a:pt x="5181930" y="977363"/>
                  </a:lnTo>
                  <a:lnTo>
                    <a:pt x="5182056" y="977363"/>
                  </a:lnTo>
                  <a:lnTo>
                    <a:pt x="5182182" y="977363"/>
                  </a:lnTo>
                  <a:lnTo>
                    <a:pt x="5182308" y="977363"/>
                  </a:lnTo>
                  <a:lnTo>
                    <a:pt x="5182435" y="977363"/>
                  </a:lnTo>
                  <a:lnTo>
                    <a:pt x="5182561" y="977363"/>
                  </a:lnTo>
                  <a:lnTo>
                    <a:pt x="5182687" y="977363"/>
                  </a:lnTo>
                  <a:lnTo>
                    <a:pt x="5182813" y="977363"/>
                  </a:lnTo>
                  <a:lnTo>
                    <a:pt x="5182940" y="977363"/>
                  </a:lnTo>
                  <a:lnTo>
                    <a:pt x="5183066" y="977363"/>
                  </a:lnTo>
                  <a:lnTo>
                    <a:pt x="5183192" y="977363"/>
                  </a:lnTo>
                  <a:lnTo>
                    <a:pt x="5183318" y="977363"/>
                  </a:lnTo>
                  <a:lnTo>
                    <a:pt x="5183445" y="977363"/>
                  </a:lnTo>
                  <a:lnTo>
                    <a:pt x="5183571" y="977363"/>
                  </a:lnTo>
                  <a:lnTo>
                    <a:pt x="5183697" y="977363"/>
                  </a:lnTo>
                  <a:lnTo>
                    <a:pt x="5183823" y="977363"/>
                  </a:lnTo>
                  <a:lnTo>
                    <a:pt x="5183950" y="977363"/>
                  </a:lnTo>
                  <a:lnTo>
                    <a:pt x="5184076" y="977363"/>
                  </a:lnTo>
                  <a:lnTo>
                    <a:pt x="5184202" y="977363"/>
                  </a:lnTo>
                  <a:lnTo>
                    <a:pt x="5184328" y="977363"/>
                  </a:lnTo>
                  <a:lnTo>
                    <a:pt x="5184455" y="977363"/>
                  </a:lnTo>
                  <a:lnTo>
                    <a:pt x="5184581" y="977363"/>
                  </a:lnTo>
                  <a:lnTo>
                    <a:pt x="5184707" y="977363"/>
                  </a:lnTo>
                  <a:lnTo>
                    <a:pt x="5184833" y="977363"/>
                  </a:lnTo>
                  <a:lnTo>
                    <a:pt x="5184960" y="977363"/>
                  </a:lnTo>
                  <a:lnTo>
                    <a:pt x="5185086" y="977363"/>
                  </a:lnTo>
                  <a:lnTo>
                    <a:pt x="5185212" y="977363"/>
                  </a:lnTo>
                  <a:lnTo>
                    <a:pt x="5185338" y="977363"/>
                  </a:lnTo>
                  <a:lnTo>
                    <a:pt x="5185465" y="977363"/>
                  </a:lnTo>
                  <a:lnTo>
                    <a:pt x="5185591" y="977363"/>
                  </a:lnTo>
                  <a:lnTo>
                    <a:pt x="5185717" y="977363"/>
                  </a:lnTo>
                  <a:lnTo>
                    <a:pt x="5185844" y="977363"/>
                  </a:lnTo>
                  <a:lnTo>
                    <a:pt x="5185970" y="977363"/>
                  </a:lnTo>
                  <a:lnTo>
                    <a:pt x="5186096" y="977363"/>
                  </a:lnTo>
                  <a:lnTo>
                    <a:pt x="5186222" y="977363"/>
                  </a:lnTo>
                  <a:lnTo>
                    <a:pt x="5186349" y="977363"/>
                  </a:lnTo>
                  <a:lnTo>
                    <a:pt x="5186475" y="977363"/>
                  </a:lnTo>
                  <a:lnTo>
                    <a:pt x="5186601" y="977363"/>
                  </a:lnTo>
                  <a:lnTo>
                    <a:pt x="5186727" y="977363"/>
                  </a:lnTo>
                  <a:lnTo>
                    <a:pt x="5186854" y="977363"/>
                  </a:lnTo>
                  <a:lnTo>
                    <a:pt x="5186980" y="977363"/>
                  </a:lnTo>
                  <a:lnTo>
                    <a:pt x="5187106" y="977363"/>
                  </a:lnTo>
                  <a:lnTo>
                    <a:pt x="5187232" y="977363"/>
                  </a:lnTo>
                  <a:lnTo>
                    <a:pt x="5187359" y="977363"/>
                  </a:lnTo>
                  <a:lnTo>
                    <a:pt x="5187485" y="977363"/>
                  </a:lnTo>
                  <a:lnTo>
                    <a:pt x="5187611" y="977363"/>
                  </a:lnTo>
                  <a:lnTo>
                    <a:pt x="5187737" y="977363"/>
                  </a:lnTo>
                  <a:lnTo>
                    <a:pt x="5187864" y="977363"/>
                  </a:lnTo>
                  <a:lnTo>
                    <a:pt x="5187990" y="977363"/>
                  </a:lnTo>
                  <a:lnTo>
                    <a:pt x="5188116" y="977363"/>
                  </a:lnTo>
                  <a:lnTo>
                    <a:pt x="5188242" y="977363"/>
                  </a:lnTo>
                  <a:lnTo>
                    <a:pt x="5188369" y="977363"/>
                  </a:lnTo>
                  <a:lnTo>
                    <a:pt x="5188495" y="977363"/>
                  </a:lnTo>
                  <a:lnTo>
                    <a:pt x="5188621" y="977363"/>
                  </a:lnTo>
                  <a:lnTo>
                    <a:pt x="5188747" y="977363"/>
                  </a:lnTo>
                  <a:lnTo>
                    <a:pt x="5188874" y="977363"/>
                  </a:lnTo>
                  <a:lnTo>
                    <a:pt x="5189000" y="977363"/>
                  </a:lnTo>
                  <a:lnTo>
                    <a:pt x="5189126" y="977363"/>
                  </a:lnTo>
                  <a:lnTo>
                    <a:pt x="5189252" y="977363"/>
                  </a:lnTo>
                  <a:lnTo>
                    <a:pt x="5189379" y="977363"/>
                  </a:lnTo>
                  <a:lnTo>
                    <a:pt x="5189505" y="977363"/>
                  </a:lnTo>
                  <a:lnTo>
                    <a:pt x="5189631" y="977363"/>
                  </a:lnTo>
                  <a:lnTo>
                    <a:pt x="5189757" y="977363"/>
                  </a:lnTo>
                  <a:lnTo>
                    <a:pt x="5189884" y="977363"/>
                  </a:lnTo>
                  <a:lnTo>
                    <a:pt x="5190010" y="977363"/>
                  </a:lnTo>
                  <a:lnTo>
                    <a:pt x="5190136" y="977363"/>
                  </a:lnTo>
                  <a:lnTo>
                    <a:pt x="5190262" y="977363"/>
                  </a:lnTo>
                  <a:lnTo>
                    <a:pt x="5190389" y="977363"/>
                  </a:lnTo>
                  <a:lnTo>
                    <a:pt x="5190515" y="977363"/>
                  </a:lnTo>
                  <a:lnTo>
                    <a:pt x="5190641" y="977363"/>
                  </a:lnTo>
                  <a:lnTo>
                    <a:pt x="5190768" y="977363"/>
                  </a:lnTo>
                  <a:lnTo>
                    <a:pt x="5190894" y="977363"/>
                  </a:lnTo>
                  <a:lnTo>
                    <a:pt x="5191020" y="977363"/>
                  </a:lnTo>
                  <a:lnTo>
                    <a:pt x="5191146" y="977363"/>
                  </a:lnTo>
                  <a:lnTo>
                    <a:pt x="5191273" y="977363"/>
                  </a:lnTo>
                  <a:lnTo>
                    <a:pt x="5191399" y="977363"/>
                  </a:lnTo>
                  <a:lnTo>
                    <a:pt x="5191525" y="977363"/>
                  </a:lnTo>
                  <a:lnTo>
                    <a:pt x="5191651" y="977363"/>
                  </a:lnTo>
                  <a:lnTo>
                    <a:pt x="5191778" y="977363"/>
                  </a:lnTo>
                  <a:lnTo>
                    <a:pt x="5191904" y="977363"/>
                  </a:lnTo>
                  <a:lnTo>
                    <a:pt x="5192030" y="977363"/>
                  </a:lnTo>
                  <a:lnTo>
                    <a:pt x="5192156" y="977363"/>
                  </a:lnTo>
                  <a:lnTo>
                    <a:pt x="5192283" y="977363"/>
                  </a:lnTo>
                  <a:lnTo>
                    <a:pt x="5192409" y="977363"/>
                  </a:lnTo>
                  <a:lnTo>
                    <a:pt x="5192535" y="977363"/>
                  </a:lnTo>
                  <a:lnTo>
                    <a:pt x="5192661" y="977363"/>
                  </a:lnTo>
                  <a:lnTo>
                    <a:pt x="5192788" y="977363"/>
                  </a:lnTo>
                  <a:lnTo>
                    <a:pt x="5192914" y="977363"/>
                  </a:lnTo>
                  <a:lnTo>
                    <a:pt x="5193040" y="977363"/>
                  </a:lnTo>
                  <a:lnTo>
                    <a:pt x="5193166" y="977363"/>
                  </a:lnTo>
                  <a:lnTo>
                    <a:pt x="5193293" y="977363"/>
                  </a:lnTo>
                  <a:lnTo>
                    <a:pt x="5193419" y="977363"/>
                  </a:lnTo>
                  <a:lnTo>
                    <a:pt x="5193545" y="977363"/>
                  </a:lnTo>
                  <a:lnTo>
                    <a:pt x="5193671" y="977363"/>
                  </a:lnTo>
                  <a:lnTo>
                    <a:pt x="5193798" y="977363"/>
                  </a:lnTo>
                  <a:lnTo>
                    <a:pt x="5193924" y="977363"/>
                  </a:lnTo>
                  <a:lnTo>
                    <a:pt x="5194050" y="977363"/>
                  </a:lnTo>
                  <a:lnTo>
                    <a:pt x="5194176" y="977363"/>
                  </a:lnTo>
                  <a:lnTo>
                    <a:pt x="5194303" y="977363"/>
                  </a:lnTo>
                  <a:lnTo>
                    <a:pt x="5194429" y="977363"/>
                  </a:lnTo>
                  <a:lnTo>
                    <a:pt x="5194555" y="977363"/>
                  </a:lnTo>
                  <a:lnTo>
                    <a:pt x="5194681" y="977363"/>
                  </a:lnTo>
                  <a:lnTo>
                    <a:pt x="5194808" y="977363"/>
                  </a:lnTo>
                  <a:lnTo>
                    <a:pt x="5194934" y="977363"/>
                  </a:lnTo>
                  <a:lnTo>
                    <a:pt x="5195060" y="977363"/>
                  </a:lnTo>
                  <a:lnTo>
                    <a:pt x="5195186" y="977363"/>
                  </a:lnTo>
                  <a:lnTo>
                    <a:pt x="5195313" y="977363"/>
                  </a:lnTo>
                  <a:lnTo>
                    <a:pt x="5195439" y="977363"/>
                  </a:lnTo>
                  <a:lnTo>
                    <a:pt x="5195565" y="977363"/>
                  </a:lnTo>
                  <a:lnTo>
                    <a:pt x="5195691" y="977363"/>
                  </a:lnTo>
                  <a:lnTo>
                    <a:pt x="5195818" y="977363"/>
                  </a:lnTo>
                  <a:lnTo>
                    <a:pt x="5195944" y="977363"/>
                  </a:lnTo>
                  <a:lnTo>
                    <a:pt x="5196070" y="977363"/>
                  </a:lnTo>
                  <a:lnTo>
                    <a:pt x="5196197" y="977363"/>
                  </a:lnTo>
                  <a:lnTo>
                    <a:pt x="5196323" y="977363"/>
                  </a:lnTo>
                  <a:lnTo>
                    <a:pt x="5196449" y="977363"/>
                  </a:lnTo>
                  <a:lnTo>
                    <a:pt x="5196575" y="977363"/>
                  </a:lnTo>
                  <a:lnTo>
                    <a:pt x="5196702" y="977363"/>
                  </a:lnTo>
                  <a:lnTo>
                    <a:pt x="5196828" y="977363"/>
                  </a:lnTo>
                  <a:lnTo>
                    <a:pt x="5196954" y="977363"/>
                  </a:lnTo>
                  <a:lnTo>
                    <a:pt x="5197080" y="977363"/>
                  </a:lnTo>
                  <a:lnTo>
                    <a:pt x="5197207" y="977363"/>
                  </a:lnTo>
                  <a:lnTo>
                    <a:pt x="5197333" y="977363"/>
                  </a:lnTo>
                  <a:lnTo>
                    <a:pt x="5197459" y="977363"/>
                  </a:lnTo>
                  <a:lnTo>
                    <a:pt x="5197585" y="977363"/>
                  </a:lnTo>
                  <a:lnTo>
                    <a:pt x="5197712" y="977363"/>
                  </a:lnTo>
                  <a:lnTo>
                    <a:pt x="5197838" y="977363"/>
                  </a:lnTo>
                  <a:lnTo>
                    <a:pt x="5197964" y="977363"/>
                  </a:lnTo>
                  <a:lnTo>
                    <a:pt x="5198090" y="977363"/>
                  </a:lnTo>
                  <a:lnTo>
                    <a:pt x="5198217" y="977363"/>
                  </a:lnTo>
                  <a:lnTo>
                    <a:pt x="5198343" y="977363"/>
                  </a:lnTo>
                  <a:lnTo>
                    <a:pt x="5198469" y="977363"/>
                  </a:lnTo>
                  <a:lnTo>
                    <a:pt x="5198595" y="977363"/>
                  </a:lnTo>
                  <a:lnTo>
                    <a:pt x="5198722" y="977363"/>
                  </a:lnTo>
                  <a:lnTo>
                    <a:pt x="5198848" y="977363"/>
                  </a:lnTo>
                  <a:lnTo>
                    <a:pt x="5198974" y="977363"/>
                  </a:lnTo>
                  <a:lnTo>
                    <a:pt x="5199100" y="977363"/>
                  </a:lnTo>
                  <a:lnTo>
                    <a:pt x="5199227" y="977363"/>
                  </a:lnTo>
                  <a:lnTo>
                    <a:pt x="5199353" y="977363"/>
                  </a:lnTo>
                  <a:lnTo>
                    <a:pt x="5199479" y="977363"/>
                  </a:lnTo>
                  <a:lnTo>
                    <a:pt x="5199605" y="977363"/>
                  </a:lnTo>
                  <a:lnTo>
                    <a:pt x="5199732" y="977363"/>
                  </a:lnTo>
                  <a:lnTo>
                    <a:pt x="5199858" y="977363"/>
                  </a:lnTo>
                  <a:lnTo>
                    <a:pt x="5199984" y="977363"/>
                  </a:lnTo>
                  <a:lnTo>
                    <a:pt x="5200110" y="977363"/>
                  </a:lnTo>
                  <a:lnTo>
                    <a:pt x="5200237" y="977363"/>
                  </a:lnTo>
                  <a:lnTo>
                    <a:pt x="5200363" y="977363"/>
                  </a:lnTo>
                  <a:lnTo>
                    <a:pt x="5200489" y="977363"/>
                  </a:lnTo>
                  <a:lnTo>
                    <a:pt x="5200615" y="977363"/>
                  </a:lnTo>
                  <a:lnTo>
                    <a:pt x="5200742" y="977363"/>
                  </a:lnTo>
                  <a:lnTo>
                    <a:pt x="5200868" y="977363"/>
                  </a:lnTo>
                  <a:lnTo>
                    <a:pt x="5200994" y="977363"/>
                  </a:lnTo>
                  <a:lnTo>
                    <a:pt x="5201121" y="977363"/>
                  </a:lnTo>
                  <a:lnTo>
                    <a:pt x="5201247" y="977363"/>
                  </a:lnTo>
                  <a:lnTo>
                    <a:pt x="5201373" y="977363"/>
                  </a:lnTo>
                  <a:lnTo>
                    <a:pt x="5201499" y="977363"/>
                  </a:lnTo>
                  <a:lnTo>
                    <a:pt x="5201626" y="977363"/>
                  </a:lnTo>
                  <a:lnTo>
                    <a:pt x="5201752" y="977363"/>
                  </a:lnTo>
                  <a:lnTo>
                    <a:pt x="5201878" y="977363"/>
                  </a:lnTo>
                  <a:lnTo>
                    <a:pt x="5202004" y="977363"/>
                  </a:lnTo>
                  <a:lnTo>
                    <a:pt x="5202131" y="977363"/>
                  </a:lnTo>
                  <a:lnTo>
                    <a:pt x="5202257" y="977363"/>
                  </a:lnTo>
                  <a:lnTo>
                    <a:pt x="5202383" y="977363"/>
                  </a:lnTo>
                  <a:lnTo>
                    <a:pt x="5202509" y="977363"/>
                  </a:lnTo>
                  <a:lnTo>
                    <a:pt x="5202636" y="977363"/>
                  </a:lnTo>
                  <a:lnTo>
                    <a:pt x="5202762" y="977363"/>
                  </a:lnTo>
                  <a:lnTo>
                    <a:pt x="5202888" y="977363"/>
                  </a:lnTo>
                  <a:lnTo>
                    <a:pt x="5203014" y="977363"/>
                  </a:lnTo>
                  <a:lnTo>
                    <a:pt x="5203141" y="977363"/>
                  </a:lnTo>
                  <a:lnTo>
                    <a:pt x="5203267" y="977363"/>
                  </a:lnTo>
                  <a:lnTo>
                    <a:pt x="5203393" y="977363"/>
                  </a:lnTo>
                  <a:lnTo>
                    <a:pt x="5203519" y="977363"/>
                  </a:lnTo>
                  <a:lnTo>
                    <a:pt x="5203646" y="977363"/>
                  </a:lnTo>
                  <a:lnTo>
                    <a:pt x="5203772" y="977363"/>
                  </a:lnTo>
                  <a:lnTo>
                    <a:pt x="5203898" y="977363"/>
                  </a:lnTo>
                  <a:lnTo>
                    <a:pt x="5204024" y="977363"/>
                  </a:lnTo>
                  <a:lnTo>
                    <a:pt x="5204151" y="977363"/>
                  </a:lnTo>
                  <a:lnTo>
                    <a:pt x="5204277" y="977363"/>
                  </a:lnTo>
                  <a:lnTo>
                    <a:pt x="5204403" y="977363"/>
                  </a:lnTo>
                  <a:lnTo>
                    <a:pt x="5204529" y="977363"/>
                  </a:lnTo>
                  <a:lnTo>
                    <a:pt x="5204656" y="977363"/>
                  </a:lnTo>
                  <a:lnTo>
                    <a:pt x="5204782" y="977363"/>
                  </a:lnTo>
                  <a:lnTo>
                    <a:pt x="5204908" y="977363"/>
                  </a:lnTo>
                  <a:lnTo>
                    <a:pt x="5205034" y="977363"/>
                  </a:lnTo>
                  <a:lnTo>
                    <a:pt x="5205161" y="977363"/>
                  </a:lnTo>
                  <a:lnTo>
                    <a:pt x="5205287" y="977363"/>
                  </a:lnTo>
                  <a:lnTo>
                    <a:pt x="5205413" y="977363"/>
                  </a:lnTo>
                  <a:lnTo>
                    <a:pt x="5205539" y="977363"/>
                  </a:lnTo>
                  <a:lnTo>
                    <a:pt x="5205666" y="977363"/>
                  </a:lnTo>
                  <a:lnTo>
                    <a:pt x="5205792" y="977363"/>
                  </a:lnTo>
                  <a:lnTo>
                    <a:pt x="5205918" y="977363"/>
                  </a:lnTo>
                  <a:lnTo>
                    <a:pt x="5206044" y="977363"/>
                  </a:lnTo>
                  <a:lnTo>
                    <a:pt x="5206171" y="977363"/>
                  </a:lnTo>
                  <a:lnTo>
                    <a:pt x="5206297" y="977363"/>
                  </a:lnTo>
                  <a:lnTo>
                    <a:pt x="5206297" y="972452"/>
                  </a:lnTo>
                  <a:lnTo>
                    <a:pt x="5206423" y="972452"/>
                  </a:lnTo>
                  <a:lnTo>
                    <a:pt x="5206550" y="972452"/>
                  </a:lnTo>
                  <a:lnTo>
                    <a:pt x="5206676" y="972452"/>
                  </a:lnTo>
                  <a:lnTo>
                    <a:pt x="5206802" y="972452"/>
                  </a:lnTo>
                  <a:lnTo>
                    <a:pt x="5206928" y="972452"/>
                  </a:lnTo>
                  <a:lnTo>
                    <a:pt x="5207055" y="972452"/>
                  </a:lnTo>
                  <a:lnTo>
                    <a:pt x="5207181" y="972452"/>
                  </a:lnTo>
                  <a:lnTo>
                    <a:pt x="5207307" y="972452"/>
                  </a:lnTo>
                  <a:lnTo>
                    <a:pt x="5207307" y="967540"/>
                  </a:lnTo>
                  <a:lnTo>
                    <a:pt x="5207433" y="967540"/>
                  </a:lnTo>
                  <a:lnTo>
                    <a:pt x="5207560" y="967540"/>
                  </a:lnTo>
                  <a:lnTo>
                    <a:pt x="5207686" y="967540"/>
                  </a:lnTo>
                  <a:lnTo>
                    <a:pt x="5207812" y="967540"/>
                  </a:lnTo>
                  <a:lnTo>
                    <a:pt x="5207938" y="967540"/>
                  </a:lnTo>
                  <a:lnTo>
                    <a:pt x="5208065" y="967540"/>
                  </a:lnTo>
                  <a:lnTo>
                    <a:pt x="5208191" y="967540"/>
                  </a:lnTo>
                  <a:lnTo>
                    <a:pt x="5208317" y="967540"/>
                  </a:lnTo>
                  <a:lnTo>
                    <a:pt x="5208443" y="967540"/>
                  </a:lnTo>
                  <a:lnTo>
                    <a:pt x="5208570" y="967540"/>
                  </a:lnTo>
                  <a:lnTo>
                    <a:pt x="5208696" y="967540"/>
                  </a:lnTo>
                  <a:lnTo>
                    <a:pt x="5208822" y="967540"/>
                  </a:lnTo>
                  <a:lnTo>
                    <a:pt x="5208948" y="967540"/>
                  </a:lnTo>
                  <a:lnTo>
                    <a:pt x="5209075" y="967540"/>
                  </a:lnTo>
                  <a:lnTo>
                    <a:pt x="5209201" y="967540"/>
                  </a:lnTo>
                  <a:lnTo>
                    <a:pt x="5209327" y="967540"/>
                  </a:lnTo>
                  <a:lnTo>
                    <a:pt x="5209453" y="967540"/>
                  </a:lnTo>
                  <a:lnTo>
                    <a:pt x="5209580" y="967540"/>
                  </a:lnTo>
                  <a:lnTo>
                    <a:pt x="5209706" y="967540"/>
                  </a:lnTo>
                  <a:lnTo>
                    <a:pt x="5209832" y="967540"/>
                  </a:lnTo>
                  <a:lnTo>
                    <a:pt x="5209958" y="967540"/>
                  </a:lnTo>
                  <a:lnTo>
                    <a:pt x="5210085" y="967540"/>
                  </a:lnTo>
                  <a:lnTo>
                    <a:pt x="5210211" y="967540"/>
                  </a:lnTo>
                  <a:lnTo>
                    <a:pt x="5210337" y="967540"/>
                  </a:lnTo>
                  <a:lnTo>
                    <a:pt x="5210463" y="967540"/>
                  </a:lnTo>
                  <a:lnTo>
                    <a:pt x="5210590" y="967540"/>
                  </a:lnTo>
                  <a:lnTo>
                    <a:pt x="5210716" y="967540"/>
                  </a:lnTo>
                  <a:lnTo>
                    <a:pt x="5210842" y="967540"/>
                  </a:lnTo>
                  <a:lnTo>
                    <a:pt x="5210968" y="967540"/>
                  </a:lnTo>
                  <a:lnTo>
                    <a:pt x="5211095" y="967540"/>
                  </a:lnTo>
                  <a:lnTo>
                    <a:pt x="5211221" y="967540"/>
                  </a:lnTo>
                  <a:lnTo>
                    <a:pt x="5211347" y="967540"/>
                  </a:lnTo>
                  <a:lnTo>
                    <a:pt x="5211474" y="967540"/>
                  </a:lnTo>
                  <a:lnTo>
                    <a:pt x="5211600" y="967540"/>
                  </a:lnTo>
                  <a:lnTo>
                    <a:pt x="5211726" y="967540"/>
                  </a:lnTo>
                  <a:lnTo>
                    <a:pt x="5211852" y="967540"/>
                  </a:lnTo>
                  <a:lnTo>
                    <a:pt x="5211979" y="967540"/>
                  </a:lnTo>
                  <a:lnTo>
                    <a:pt x="5212105" y="967540"/>
                  </a:lnTo>
                  <a:lnTo>
                    <a:pt x="5212231" y="967540"/>
                  </a:lnTo>
                  <a:lnTo>
                    <a:pt x="5212357" y="967540"/>
                  </a:lnTo>
                  <a:lnTo>
                    <a:pt x="5212484" y="967540"/>
                  </a:lnTo>
                  <a:lnTo>
                    <a:pt x="5212610" y="967540"/>
                  </a:lnTo>
                  <a:lnTo>
                    <a:pt x="5212736" y="967540"/>
                  </a:lnTo>
                  <a:lnTo>
                    <a:pt x="5212862" y="967540"/>
                  </a:lnTo>
                  <a:lnTo>
                    <a:pt x="5212989" y="967540"/>
                  </a:lnTo>
                  <a:lnTo>
                    <a:pt x="5213115" y="967540"/>
                  </a:lnTo>
                  <a:lnTo>
                    <a:pt x="5213241" y="967540"/>
                  </a:lnTo>
                  <a:lnTo>
                    <a:pt x="5213367" y="967540"/>
                  </a:lnTo>
                  <a:lnTo>
                    <a:pt x="5213494" y="967540"/>
                  </a:lnTo>
                  <a:lnTo>
                    <a:pt x="5213620" y="967540"/>
                  </a:lnTo>
                  <a:lnTo>
                    <a:pt x="5213746" y="967540"/>
                  </a:lnTo>
                  <a:lnTo>
                    <a:pt x="5213872" y="967540"/>
                  </a:lnTo>
                  <a:lnTo>
                    <a:pt x="5213999" y="967540"/>
                  </a:lnTo>
                  <a:lnTo>
                    <a:pt x="5214125" y="967540"/>
                  </a:lnTo>
                  <a:lnTo>
                    <a:pt x="5214251" y="967540"/>
                  </a:lnTo>
                  <a:lnTo>
                    <a:pt x="5214377" y="967540"/>
                  </a:lnTo>
                  <a:lnTo>
                    <a:pt x="5214504" y="967540"/>
                  </a:lnTo>
                  <a:lnTo>
                    <a:pt x="5214630" y="967540"/>
                  </a:lnTo>
                  <a:lnTo>
                    <a:pt x="5214756" y="967540"/>
                  </a:lnTo>
                  <a:lnTo>
                    <a:pt x="5214882" y="967540"/>
                  </a:lnTo>
                  <a:lnTo>
                    <a:pt x="5215009" y="967540"/>
                  </a:lnTo>
                  <a:lnTo>
                    <a:pt x="5215135" y="967540"/>
                  </a:lnTo>
                  <a:lnTo>
                    <a:pt x="5215261" y="967540"/>
                  </a:lnTo>
                  <a:lnTo>
                    <a:pt x="5215387" y="967540"/>
                  </a:lnTo>
                  <a:lnTo>
                    <a:pt x="5215514" y="967540"/>
                  </a:lnTo>
                  <a:lnTo>
                    <a:pt x="5215640" y="967540"/>
                  </a:lnTo>
                  <a:lnTo>
                    <a:pt x="5215766" y="967540"/>
                  </a:lnTo>
                  <a:lnTo>
                    <a:pt x="5215892" y="967540"/>
                  </a:lnTo>
                  <a:lnTo>
                    <a:pt x="5216019" y="967540"/>
                  </a:lnTo>
                  <a:lnTo>
                    <a:pt x="5216145" y="967540"/>
                  </a:lnTo>
                  <a:lnTo>
                    <a:pt x="5216271" y="967540"/>
                  </a:lnTo>
                  <a:lnTo>
                    <a:pt x="5216397" y="967540"/>
                  </a:lnTo>
                  <a:lnTo>
                    <a:pt x="5216524" y="967540"/>
                  </a:lnTo>
                  <a:lnTo>
                    <a:pt x="5216650" y="967540"/>
                  </a:lnTo>
                  <a:lnTo>
                    <a:pt x="5216776" y="967540"/>
                  </a:lnTo>
                  <a:lnTo>
                    <a:pt x="5216903" y="967540"/>
                  </a:lnTo>
                  <a:lnTo>
                    <a:pt x="5217029" y="967540"/>
                  </a:lnTo>
                  <a:lnTo>
                    <a:pt x="5217155" y="967540"/>
                  </a:lnTo>
                  <a:lnTo>
                    <a:pt x="5217281" y="967540"/>
                  </a:lnTo>
                  <a:lnTo>
                    <a:pt x="5217408" y="967540"/>
                  </a:lnTo>
                  <a:lnTo>
                    <a:pt x="5217534" y="967540"/>
                  </a:lnTo>
                  <a:lnTo>
                    <a:pt x="5217660" y="967540"/>
                  </a:lnTo>
                  <a:lnTo>
                    <a:pt x="5217786" y="967540"/>
                  </a:lnTo>
                  <a:lnTo>
                    <a:pt x="5217913" y="967540"/>
                  </a:lnTo>
                  <a:lnTo>
                    <a:pt x="5218039" y="967540"/>
                  </a:lnTo>
                  <a:lnTo>
                    <a:pt x="5218165" y="967540"/>
                  </a:lnTo>
                  <a:lnTo>
                    <a:pt x="5218291" y="967540"/>
                  </a:lnTo>
                  <a:lnTo>
                    <a:pt x="5218418" y="967540"/>
                  </a:lnTo>
                  <a:lnTo>
                    <a:pt x="5218544" y="967540"/>
                  </a:lnTo>
                  <a:lnTo>
                    <a:pt x="5218670" y="967540"/>
                  </a:lnTo>
                  <a:lnTo>
                    <a:pt x="5218796" y="967540"/>
                  </a:lnTo>
                  <a:lnTo>
                    <a:pt x="5218923" y="967540"/>
                  </a:lnTo>
                  <a:lnTo>
                    <a:pt x="5219049" y="967540"/>
                  </a:lnTo>
                  <a:lnTo>
                    <a:pt x="5219175" y="967540"/>
                  </a:lnTo>
                  <a:lnTo>
                    <a:pt x="5219301" y="967540"/>
                  </a:lnTo>
                  <a:lnTo>
                    <a:pt x="5219428" y="967540"/>
                  </a:lnTo>
                  <a:lnTo>
                    <a:pt x="5219554" y="967540"/>
                  </a:lnTo>
                  <a:lnTo>
                    <a:pt x="5219680" y="967540"/>
                  </a:lnTo>
                  <a:lnTo>
                    <a:pt x="5219806" y="967540"/>
                  </a:lnTo>
                  <a:lnTo>
                    <a:pt x="5219933" y="967540"/>
                  </a:lnTo>
                  <a:lnTo>
                    <a:pt x="5220059" y="967540"/>
                  </a:lnTo>
                  <a:lnTo>
                    <a:pt x="5220185" y="967540"/>
                  </a:lnTo>
                  <a:lnTo>
                    <a:pt x="5220311" y="967540"/>
                  </a:lnTo>
                  <a:lnTo>
                    <a:pt x="5220438" y="967540"/>
                  </a:lnTo>
                  <a:lnTo>
                    <a:pt x="5220564" y="967540"/>
                  </a:lnTo>
                  <a:lnTo>
                    <a:pt x="5220690" y="967540"/>
                  </a:lnTo>
                  <a:lnTo>
                    <a:pt x="5220816" y="967540"/>
                  </a:lnTo>
                  <a:lnTo>
                    <a:pt x="5220943" y="967540"/>
                  </a:lnTo>
                  <a:lnTo>
                    <a:pt x="5221069" y="967540"/>
                  </a:lnTo>
                  <a:lnTo>
                    <a:pt x="5221195" y="967540"/>
                  </a:lnTo>
                  <a:lnTo>
                    <a:pt x="5221321" y="967540"/>
                  </a:lnTo>
                  <a:lnTo>
                    <a:pt x="5221448" y="967540"/>
                  </a:lnTo>
                  <a:lnTo>
                    <a:pt x="5221574" y="967540"/>
                  </a:lnTo>
                  <a:lnTo>
                    <a:pt x="5221700" y="967540"/>
                  </a:lnTo>
                  <a:lnTo>
                    <a:pt x="5221827" y="967540"/>
                  </a:lnTo>
                  <a:lnTo>
                    <a:pt x="5221953" y="967540"/>
                  </a:lnTo>
                  <a:lnTo>
                    <a:pt x="5222079" y="967540"/>
                  </a:lnTo>
                  <a:lnTo>
                    <a:pt x="5222205" y="967540"/>
                  </a:lnTo>
                  <a:lnTo>
                    <a:pt x="5222332" y="967540"/>
                  </a:lnTo>
                  <a:lnTo>
                    <a:pt x="5222458" y="967540"/>
                  </a:lnTo>
                  <a:lnTo>
                    <a:pt x="5222584" y="967540"/>
                  </a:lnTo>
                  <a:lnTo>
                    <a:pt x="5222710" y="967540"/>
                  </a:lnTo>
                  <a:lnTo>
                    <a:pt x="5222837" y="967540"/>
                  </a:lnTo>
                  <a:lnTo>
                    <a:pt x="5222963" y="967540"/>
                  </a:lnTo>
                  <a:lnTo>
                    <a:pt x="5223089" y="967540"/>
                  </a:lnTo>
                  <a:lnTo>
                    <a:pt x="5223215" y="967540"/>
                  </a:lnTo>
                  <a:lnTo>
                    <a:pt x="5223342" y="967540"/>
                  </a:lnTo>
                  <a:lnTo>
                    <a:pt x="5223468" y="967540"/>
                  </a:lnTo>
                  <a:lnTo>
                    <a:pt x="5223594" y="967540"/>
                  </a:lnTo>
                  <a:lnTo>
                    <a:pt x="5223720" y="967540"/>
                  </a:lnTo>
                  <a:lnTo>
                    <a:pt x="5223847" y="967540"/>
                  </a:lnTo>
                  <a:lnTo>
                    <a:pt x="5223973" y="967540"/>
                  </a:lnTo>
                  <a:lnTo>
                    <a:pt x="5224099" y="967540"/>
                  </a:lnTo>
                  <a:lnTo>
                    <a:pt x="5224225" y="967540"/>
                  </a:lnTo>
                  <a:lnTo>
                    <a:pt x="5224352" y="967540"/>
                  </a:lnTo>
                  <a:lnTo>
                    <a:pt x="5224478" y="967540"/>
                  </a:lnTo>
                  <a:lnTo>
                    <a:pt x="5224604" y="967540"/>
                  </a:lnTo>
                  <a:lnTo>
                    <a:pt x="5224730" y="967540"/>
                  </a:lnTo>
                  <a:lnTo>
                    <a:pt x="5224857" y="967540"/>
                  </a:lnTo>
                  <a:lnTo>
                    <a:pt x="5224983" y="967540"/>
                  </a:lnTo>
                  <a:lnTo>
                    <a:pt x="5225109" y="967540"/>
                  </a:lnTo>
                  <a:lnTo>
                    <a:pt x="5225235" y="967540"/>
                  </a:lnTo>
                  <a:lnTo>
                    <a:pt x="5225362" y="967540"/>
                  </a:lnTo>
                  <a:lnTo>
                    <a:pt x="5225488" y="967540"/>
                  </a:lnTo>
                  <a:lnTo>
                    <a:pt x="5225614" y="967540"/>
                  </a:lnTo>
                  <a:lnTo>
                    <a:pt x="5225740" y="967540"/>
                  </a:lnTo>
                  <a:lnTo>
                    <a:pt x="5225867" y="967540"/>
                  </a:lnTo>
                  <a:lnTo>
                    <a:pt x="5225993" y="967540"/>
                  </a:lnTo>
                  <a:lnTo>
                    <a:pt x="5226119" y="967540"/>
                  </a:lnTo>
                  <a:lnTo>
                    <a:pt x="5226245" y="967540"/>
                  </a:lnTo>
                  <a:lnTo>
                    <a:pt x="5226372" y="967540"/>
                  </a:lnTo>
                  <a:lnTo>
                    <a:pt x="5226498" y="967540"/>
                  </a:lnTo>
                  <a:lnTo>
                    <a:pt x="5226624" y="967540"/>
                  </a:lnTo>
                  <a:lnTo>
                    <a:pt x="5226751" y="967540"/>
                  </a:lnTo>
                  <a:lnTo>
                    <a:pt x="5226877" y="967540"/>
                  </a:lnTo>
                  <a:lnTo>
                    <a:pt x="5227003" y="967540"/>
                  </a:lnTo>
                  <a:lnTo>
                    <a:pt x="5227129" y="967540"/>
                  </a:lnTo>
                  <a:lnTo>
                    <a:pt x="5227256" y="967540"/>
                  </a:lnTo>
                  <a:lnTo>
                    <a:pt x="5227382" y="967540"/>
                  </a:lnTo>
                  <a:lnTo>
                    <a:pt x="5227508" y="967540"/>
                  </a:lnTo>
                  <a:lnTo>
                    <a:pt x="5227634" y="967540"/>
                  </a:lnTo>
                  <a:lnTo>
                    <a:pt x="5227761" y="967540"/>
                  </a:lnTo>
                  <a:lnTo>
                    <a:pt x="5227887" y="967540"/>
                  </a:lnTo>
                  <a:lnTo>
                    <a:pt x="5228013" y="967540"/>
                  </a:lnTo>
                  <a:lnTo>
                    <a:pt x="5228139" y="967540"/>
                  </a:lnTo>
                  <a:lnTo>
                    <a:pt x="5228266" y="967540"/>
                  </a:lnTo>
                  <a:lnTo>
                    <a:pt x="5228392" y="967540"/>
                  </a:lnTo>
                  <a:lnTo>
                    <a:pt x="5228518" y="967540"/>
                  </a:lnTo>
                  <a:lnTo>
                    <a:pt x="5228644" y="967540"/>
                  </a:lnTo>
                  <a:lnTo>
                    <a:pt x="5228771" y="967540"/>
                  </a:lnTo>
                  <a:lnTo>
                    <a:pt x="5228897" y="967540"/>
                  </a:lnTo>
                  <a:lnTo>
                    <a:pt x="5229023" y="967540"/>
                  </a:lnTo>
                  <a:lnTo>
                    <a:pt x="5229149" y="967540"/>
                  </a:lnTo>
                  <a:lnTo>
                    <a:pt x="5229276" y="967540"/>
                  </a:lnTo>
                  <a:lnTo>
                    <a:pt x="5229402" y="967540"/>
                  </a:lnTo>
                  <a:lnTo>
                    <a:pt x="5229528" y="967540"/>
                  </a:lnTo>
                  <a:lnTo>
                    <a:pt x="5229654" y="967540"/>
                  </a:lnTo>
                  <a:lnTo>
                    <a:pt x="5229781" y="967540"/>
                  </a:lnTo>
                  <a:lnTo>
                    <a:pt x="5229907" y="967540"/>
                  </a:lnTo>
                  <a:lnTo>
                    <a:pt x="5230033" y="967540"/>
                  </a:lnTo>
                  <a:lnTo>
                    <a:pt x="5230159" y="967540"/>
                  </a:lnTo>
                  <a:lnTo>
                    <a:pt x="5230286" y="967540"/>
                  </a:lnTo>
                  <a:lnTo>
                    <a:pt x="5230412" y="967540"/>
                  </a:lnTo>
                  <a:lnTo>
                    <a:pt x="5230538" y="967540"/>
                  </a:lnTo>
                  <a:lnTo>
                    <a:pt x="5230664" y="967540"/>
                  </a:lnTo>
                  <a:lnTo>
                    <a:pt x="5230791" y="967540"/>
                  </a:lnTo>
                  <a:lnTo>
                    <a:pt x="5230917" y="967540"/>
                  </a:lnTo>
                  <a:lnTo>
                    <a:pt x="5231043" y="967540"/>
                  </a:lnTo>
                  <a:lnTo>
                    <a:pt x="5231169" y="967540"/>
                  </a:lnTo>
                  <a:lnTo>
                    <a:pt x="5231296" y="967540"/>
                  </a:lnTo>
                  <a:lnTo>
                    <a:pt x="5231422" y="967540"/>
                  </a:lnTo>
                  <a:lnTo>
                    <a:pt x="5231548" y="967540"/>
                  </a:lnTo>
                  <a:lnTo>
                    <a:pt x="5231548" y="962629"/>
                  </a:lnTo>
                  <a:lnTo>
                    <a:pt x="5231674" y="962629"/>
                  </a:lnTo>
                  <a:lnTo>
                    <a:pt x="5231801" y="962629"/>
                  </a:lnTo>
                  <a:lnTo>
                    <a:pt x="5231927" y="962629"/>
                  </a:lnTo>
                  <a:lnTo>
                    <a:pt x="5232053" y="962629"/>
                  </a:lnTo>
                  <a:lnTo>
                    <a:pt x="5232180" y="962629"/>
                  </a:lnTo>
                  <a:lnTo>
                    <a:pt x="5232306" y="962629"/>
                  </a:lnTo>
                  <a:lnTo>
                    <a:pt x="5232432" y="962629"/>
                  </a:lnTo>
                  <a:lnTo>
                    <a:pt x="5232558" y="962629"/>
                  </a:lnTo>
                  <a:lnTo>
                    <a:pt x="5232685" y="962629"/>
                  </a:lnTo>
                  <a:lnTo>
                    <a:pt x="5232811" y="962629"/>
                  </a:lnTo>
                  <a:lnTo>
                    <a:pt x="5232937" y="962629"/>
                  </a:lnTo>
                  <a:lnTo>
                    <a:pt x="5233063" y="962629"/>
                  </a:lnTo>
                  <a:lnTo>
                    <a:pt x="5233190" y="962629"/>
                  </a:lnTo>
                  <a:lnTo>
                    <a:pt x="5233316" y="962629"/>
                  </a:lnTo>
                  <a:lnTo>
                    <a:pt x="5233442" y="962629"/>
                  </a:lnTo>
                  <a:lnTo>
                    <a:pt x="5233568" y="962629"/>
                  </a:lnTo>
                  <a:lnTo>
                    <a:pt x="5233695" y="962629"/>
                  </a:lnTo>
                  <a:lnTo>
                    <a:pt x="5233821" y="962629"/>
                  </a:lnTo>
                  <a:lnTo>
                    <a:pt x="5233947" y="962629"/>
                  </a:lnTo>
                  <a:lnTo>
                    <a:pt x="5234073" y="962629"/>
                  </a:lnTo>
                  <a:lnTo>
                    <a:pt x="5234200" y="962629"/>
                  </a:lnTo>
                  <a:lnTo>
                    <a:pt x="5234326" y="962629"/>
                  </a:lnTo>
                  <a:lnTo>
                    <a:pt x="5234452" y="962629"/>
                  </a:lnTo>
                  <a:lnTo>
                    <a:pt x="5234452" y="957718"/>
                  </a:lnTo>
                  <a:lnTo>
                    <a:pt x="5234578" y="957718"/>
                  </a:lnTo>
                  <a:lnTo>
                    <a:pt x="5234705" y="957718"/>
                  </a:lnTo>
                  <a:lnTo>
                    <a:pt x="5234831" y="957718"/>
                  </a:lnTo>
                  <a:lnTo>
                    <a:pt x="5234957" y="957718"/>
                  </a:lnTo>
                  <a:lnTo>
                    <a:pt x="5235083" y="957718"/>
                  </a:lnTo>
                  <a:lnTo>
                    <a:pt x="5235210" y="957718"/>
                  </a:lnTo>
                  <a:lnTo>
                    <a:pt x="5235336" y="957718"/>
                  </a:lnTo>
                  <a:lnTo>
                    <a:pt x="5235462" y="957718"/>
                  </a:lnTo>
                  <a:lnTo>
                    <a:pt x="5235588" y="957718"/>
                  </a:lnTo>
                  <a:lnTo>
                    <a:pt x="5235715" y="957718"/>
                  </a:lnTo>
                  <a:lnTo>
                    <a:pt x="5235841" y="957718"/>
                  </a:lnTo>
                  <a:lnTo>
                    <a:pt x="5235967" y="957718"/>
                  </a:lnTo>
                  <a:lnTo>
                    <a:pt x="5236093" y="957718"/>
                  </a:lnTo>
                  <a:lnTo>
                    <a:pt x="5236220" y="957718"/>
                  </a:lnTo>
                  <a:lnTo>
                    <a:pt x="5236346" y="957718"/>
                  </a:lnTo>
                  <a:lnTo>
                    <a:pt x="5236472" y="957718"/>
                  </a:lnTo>
                  <a:lnTo>
                    <a:pt x="5236598" y="957718"/>
                  </a:lnTo>
                  <a:lnTo>
                    <a:pt x="5236725" y="957718"/>
                  </a:lnTo>
                  <a:lnTo>
                    <a:pt x="5236851" y="957718"/>
                  </a:lnTo>
                  <a:lnTo>
                    <a:pt x="5236977" y="957718"/>
                  </a:lnTo>
                  <a:lnTo>
                    <a:pt x="5237104" y="957718"/>
                  </a:lnTo>
                  <a:lnTo>
                    <a:pt x="5237230" y="957718"/>
                  </a:lnTo>
                  <a:lnTo>
                    <a:pt x="5237356" y="957718"/>
                  </a:lnTo>
                  <a:lnTo>
                    <a:pt x="5237482" y="957718"/>
                  </a:lnTo>
                  <a:lnTo>
                    <a:pt x="5237609" y="957718"/>
                  </a:lnTo>
                  <a:lnTo>
                    <a:pt x="5237735" y="957718"/>
                  </a:lnTo>
                  <a:lnTo>
                    <a:pt x="5237861" y="957718"/>
                  </a:lnTo>
                  <a:lnTo>
                    <a:pt x="5237987" y="957718"/>
                  </a:lnTo>
                  <a:lnTo>
                    <a:pt x="5238114" y="957718"/>
                  </a:lnTo>
                  <a:lnTo>
                    <a:pt x="5238240" y="957718"/>
                  </a:lnTo>
                  <a:lnTo>
                    <a:pt x="5238366" y="957718"/>
                  </a:lnTo>
                  <a:lnTo>
                    <a:pt x="5238492" y="957718"/>
                  </a:lnTo>
                  <a:lnTo>
                    <a:pt x="5238619" y="957718"/>
                  </a:lnTo>
                  <a:lnTo>
                    <a:pt x="5238745" y="957718"/>
                  </a:lnTo>
                  <a:lnTo>
                    <a:pt x="5238871" y="957718"/>
                  </a:lnTo>
                  <a:lnTo>
                    <a:pt x="5238997" y="957718"/>
                  </a:lnTo>
                  <a:lnTo>
                    <a:pt x="5239124" y="957718"/>
                  </a:lnTo>
                  <a:lnTo>
                    <a:pt x="5239250" y="957718"/>
                  </a:lnTo>
                  <a:lnTo>
                    <a:pt x="5239376" y="957718"/>
                  </a:lnTo>
                  <a:lnTo>
                    <a:pt x="5239502" y="957718"/>
                  </a:lnTo>
                  <a:lnTo>
                    <a:pt x="5239629" y="957718"/>
                  </a:lnTo>
                  <a:lnTo>
                    <a:pt x="5239755" y="957718"/>
                  </a:lnTo>
                  <a:lnTo>
                    <a:pt x="5239881" y="957718"/>
                  </a:lnTo>
                  <a:lnTo>
                    <a:pt x="5240007" y="957718"/>
                  </a:lnTo>
                  <a:lnTo>
                    <a:pt x="5240134" y="957718"/>
                  </a:lnTo>
                  <a:lnTo>
                    <a:pt x="5240260" y="957718"/>
                  </a:lnTo>
                  <a:lnTo>
                    <a:pt x="5240386" y="957718"/>
                  </a:lnTo>
                  <a:lnTo>
                    <a:pt x="5240512" y="957718"/>
                  </a:lnTo>
                  <a:lnTo>
                    <a:pt x="5240639" y="957718"/>
                  </a:lnTo>
                  <a:lnTo>
                    <a:pt x="5240765" y="957718"/>
                  </a:lnTo>
                  <a:lnTo>
                    <a:pt x="5240891" y="957718"/>
                  </a:lnTo>
                  <a:lnTo>
                    <a:pt x="5241017" y="957718"/>
                  </a:lnTo>
                  <a:lnTo>
                    <a:pt x="5241144" y="957718"/>
                  </a:lnTo>
                  <a:lnTo>
                    <a:pt x="5241270" y="957718"/>
                  </a:lnTo>
                  <a:lnTo>
                    <a:pt x="5241396" y="957718"/>
                  </a:lnTo>
                  <a:lnTo>
                    <a:pt x="5241522" y="957718"/>
                  </a:lnTo>
                  <a:lnTo>
                    <a:pt x="5241649" y="957718"/>
                  </a:lnTo>
                  <a:lnTo>
                    <a:pt x="5241775" y="957718"/>
                  </a:lnTo>
                  <a:lnTo>
                    <a:pt x="5241901" y="957718"/>
                  </a:lnTo>
                  <a:lnTo>
                    <a:pt x="5242027" y="957718"/>
                  </a:lnTo>
                  <a:lnTo>
                    <a:pt x="5242154" y="957718"/>
                  </a:lnTo>
                  <a:lnTo>
                    <a:pt x="5242280" y="957718"/>
                  </a:lnTo>
                  <a:lnTo>
                    <a:pt x="5242406" y="957718"/>
                  </a:lnTo>
                  <a:lnTo>
                    <a:pt x="5242533" y="957718"/>
                  </a:lnTo>
                  <a:lnTo>
                    <a:pt x="5242659" y="957718"/>
                  </a:lnTo>
                  <a:lnTo>
                    <a:pt x="5242785" y="957718"/>
                  </a:lnTo>
                  <a:lnTo>
                    <a:pt x="5242911" y="957718"/>
                  </a:lnTo>
                  <a:lnTo>
                    <a:pt x="5243038" y="957718"/>
                  </a:lnTo>
                  <a:lnTo>
                    <a:pt x="5243164" y="957718"/>
                  </a:lnTo>
                  <a:lnTo>
                    <a:pt x="5243290" y="957718"/>
                  </a:lnTo>
                  <a:lnTo>
                    <a:pt x="5243416" y="957718"/>
                  </a:lnTo>
                  <a:lnTo>
                    <a:pt x="5243543" y="957718"/>
                  </a:lnTo>
                  <a:lnTo>
                    <a:pt x="5243669" y="957718"/>
                  </a:lnTo>
                  <a:lnTo>
                    <a:pt x="5243795" y="957718"/>
                  </a:lnTo>
                  <a:lnTo>
                    <a:pt x="5243921" y="957718"/>
                  </a:lnTo>
                  <a:lnTo>
                    <a:pt x="5244048" y="957718"/>
                  </a:lnTo>
                  <a:lnTo>
                    <a:pt x="5244174" y="957718"/>
                  </a:lnTo>
                  <a:lnTo>
                    <a:pt x="5244300" y="957718"/>
                  </a:lnTo>
                  <a:lnTo>
                    <a:pt x="5244426" y="957718"/>
                  </a:lnTo>
                  <a:lnTo>
                    <a:pt x="5244553" y="957718"/>
                  </a:lnTo>
                  <a:lnTo>
                    <a:pt x="5244679" y="957718"/>
                  </a:lnTo>
                  <a:lnTo>
                    <a:pt x="5244805" y="957718"/>
                  </a:lnTo>
                  <a:lnTo>
                    <a:pt x="5244931" y="957718"/>
                  </a:lnTo>
                  <a:lnTo>
                    <a:pt x="5245058" y="957718"/>
                  </a:lnTo>
                  <a:lnTo>
                    <a:pt x="5245184" y="957718"/>
                  </a:lnTo>
                  <a:lnTo>
                    <a:pt x="5245310" y="957718"/>
                  </a:lnTo>
                  <a:lnTo>
                    <a:pt x="5245436" y="957718"/>
                  </a:lnTo>
                  <a:lnTo>
                    <a:pt x="5245563" y="957718"/>
                  </a:lnTo>
                  <a:lnTo>
                    <a:pt x="5245689" y="957718"/>
                  </a:lnTo>
                  <a:lnTo>
                    <a:pt x="5245815" y="957718"/>
                  </a:lnTo>
                  <a:lnTo>
                    <a:pt x="5245941" y="957718"/>
                  </a:lnTo>
                  <a:lnTo>
                    <a:pt x="5246068" y="957718"/>
                  </a:lnTo>
                  <a:lnTo>
                    <a:pt x="5246194" y="957718"/>
                  </a:lnTo>
                  <a:lnTo>
                    <a:pt x="5246320" y="957718"/>
                  </a:lnTo>
                  <a:lnTo>
                    <a:pt x="5246446" y="957718"/>
                  </a:lnTo>
                  <a:lnTo>
                    <a:pt x="5246573" y="957718"/>
                  </a:lnTo>
                  <a:lnTo>
                    <a:pt x="5246699" y="957718"/>
                  </a:lnTo>
                  <a:lnTo>
                    <a:pt x="5246825" y="957718"/>
                  </a:lnTo>
                  <a:lnTo>
                    <a:pt x="5246951" y="957718"/>
                  </a:lnTo>
                  <a:lnTo>
                    <a:pt x="5247078" y="957718"/>
                  </a:lnTo>
                  <a:lnTo>
                    <a:pt x="5247204" y="957718"/>
                  </a:lnTo>
                  <a:lnTo>
                    <a:pt x="5247330" y="957718"/>
                  </a:lnTo>
                  <a:lnTo>
                    <a:pt x="5247457" y="957718"/>
                  </a:lnTo>
                  <a:lnTo>
                    <a:pt x="5247583" y="957718"/>
                  </a:lnTo>
                  <a:lnTo>
                    <a:pt x="5247709" y="957718"/>
                  </a:lnTo>
                  <a:lnTo>
                    <a:pt x="5247835" y="957718"/>
                  </a:lnTo>
                  <a:lnTo>
                    <a:pt x="5247962" y="957718"/>
                  </a:lnTo>
                  <a:lnTo>
                    <a:pt x="5248088" y="957718"/>
                  </a:lnTo>
                  <a:lnTo>
                    <a:pt x="5248214" y="957718"/>
                  </a:lnTo>
                  <a:lnTo>
                    <a:pt x="5248340" y="957718"/>
                  </a:lnTo>
                  <a:lnTo>
                    <a:pt x="5248467" y="957718"/>
                  </a:lnTo>
                  <a:lnTo>
                    <a:pt x="5248593" y="957718"/>
                  </a:lnTo>
                  <a:lnTo>
                    <a:pt x="5248719" y="957718"/>
                  </a:lnTo>
                  <a:lnTo>
                    <a:pt x="5248845" y="957718"/>
                  </a:lnTo>
                  <a:lnTo>
                    <a:pt x="5248972" y="957718"/>
                  </a:lnTo>
                  <a:lnTo>
                    <a:pt x="5249098" y="957718"/>
                  </a:lnTo>
                  <a:lnTo>
                    <a:pt x="5249224" y="957718"/>
                  </a:lnTo>
                  <a:lnTo>
                    <a:pt x="5249350" y="957718"/>
                  </a:lnTo>
                  <a:lnTo>
                    <a:pt x="5249477" y="957718"/>
                  </a:lnTo>
                  <a:lnTo>
                    <a:pt x="5249603" y="957718"/>
                  </a:lnTo>
                  <a:lnTo>
                    <a:pt x="5249729" y="957718"/>
                  </a:lnTo>
                  <a:lnTo>
                    <a:pt x="5249855" y="957718"/>
                  </a:lnTo>
                  <a:lnTo>
                    <a:pt x="5249982" y="957718"/>
                  </a:lnTo>
                  <a:lnTo>
                    <a:pt x="5250108" y="957718"/>
                  </a:lnTo>
                  <a:lnTo>
                    <a:pt x="5250234" y="957718"/>
                  </a:lnTo>
                  <a:lnTo>
                    <a:pt x="5250360" y="957718"/>
                  </a:lnTo>
                  <a:lnTo>
                    <a:pt x="5250487" y="957718"/>
                  </a:lnTo>
                  <a:lnTo>
                    <a:pt x="5250613" y="957718"/>
                  </a:lnTo>
                  <a:lnTo>
                    <a:pt x="5250739" y="957718"/>
                  </a:lnTo>
                  <a:lnTo>
                    <a:pt x="5250865" y="957718"/>
                  </a:lnTo>
                  <a:lnTo>
                    <a:pt x="5250992" y="957718"/>
                  </a:lnTo>
                  <a:lnTo>
                    <a:pt x="5251118" y="957718"/>
                  </a:lnTo>
                  <a:lnTo>
                    <a:pt x="5251244" y="957718"/>
                  </a:lnTo>
                  <a:lnTo>
                    <a:pt x="5251370" y="957718"/>
                  </a:lnTo>
                  <a:lnTo>
                    <a:pt x="5251497" y="957718"/>
                  </a:lnTo>
                  <a:lnTo>
                    <a:pt x="5251623" y="957718"/>
                  </a:lnTo>
                  <a:lnTo>
                    <a:pt x="5251749" y="957718"/>
                  </a:lnTo>
                  <a:lnTo>
                    <a:pt x="5251875" y="957718"/>
                  </a:lnTo>
                  <a:lnTo>
                    <a:pt x="5252002" y="957718"/>
                  </a:lnTo>
                  <a:lnTo>
                    <a:pt x="5252128" y="957718"/>
                  </a:lnTo>
                  <a:lnTo>
                    <a:pt x="5252254" y="957718"/>
                  </a:lnTo>
                  <a:lnTo>
                    <a:pt x="5252380" y="957718"/>
                  </a:lnTo>
                  <a:lnTo>
                    <a:pt x="5252507" y="957718"/>
                  </a:lnTo>
                  <a:lnTo>
                    <a:pt x="5252633" y="957718"/>
                  </a:lnTo>
                  <a:lnTo>
                    <a:pt x="5252759" y="957718"/>
                  </a:lnTo>
                  <a:lnTo>
                    <a:pt x="5252886" y="957718"/>
                  </a:lnTo>
                  <a:lnTo>
                    <a:pt x="5253012" y="957718"/>
                  </a:lnTo>
                  <a:lnTo>
                    <a:pt x="5253012" y="952806"/>
                  </a:lnTo>
                  <a:lnTo>
                    <a:pt x="5253138" y="952806"/>
                  </a:lnTo>
                  <a:lnTo>
                    <a:pt x="5253264" y="952806"/>
                  </a:lnTo>
                  <a:lnTo>
                    <a:pt x="5253391" y="952806"/>
                  </a:lnTo>
                  <a:lnTo>
                    <a:pt x="5253517" y="952806"/>
                  </a:lnTo>
                  <a:lnTo>
                    <a:pt x="5253643" y="952806"/>
                  </a:lnTo>
                  <a:lnTo>
                    <a:pt x="5253769" y="952806"/>
                  </a:lnTo>
                  <a:lnTo>
                    <a:pt x="5253896" y="952806"/>
                  </a:lnTo>
                  <a:lnTo>
                    <a:pt x="5254022" y="952806"/>
                  </a:lnTo>
                  <a:lnTo>
                    <a:pt x="5254148" y="952806"/>
                  </a:lnTo>
                  <a:lnTo>
                    <a:pt x="5254274" y="952806"/>
                  </a:lnTo>
                  <a:lnTo>
                    <a:pt x="5254401" y="952806"/>
                  </a:lnTo>
                  <a:lnTo>
                    <a:pt x="5254527" y="952806"/>
                  </a:lnTo>
                  <a:lnTo>
                    <a:pt x="5254653" y="952806"/>
                  </a:lnTo>
                  <a:lnTo>
                    <a:pt x="5254779" y="952806"/>
                  </a:lnTo>
                  <a:lnTo>
                    <a:pt x="5254906" y="952806"/>
                  </a:lnTo>
                  <a:lnTo>
                    <a:pt x="5255032" y="952806"/>
                  </a:lnTo>
                  <a:lnTo>
                    <a:pt x="5255158" y="952806"/>
                  </a:lnTo>
                  <a:lnTo>
                    <a:pt x="5255284" y="952806"/>
                  </a:lnTo>
                  <a:lnTo>
                    <a:pt x="5255411" y="952806"/>
                  </a:lnTo>
                  <a:lnTo>
                    <a:pt x="5255537" y="952806"/>
                  </a:lnTo>
                  <a:lnTo>
                    <a:pt x="5255663" y="952806"/>
                  </a:lnTo>
                  <a:lnTo>
                    <a:pt x="5255789" y="952806"/>
                  </a:lnTo>
                  <a:lnTo>
                    <a:pt x="5255916" y="952806"/>
                  </a:lnTo>
                  <a:lnTo>
                    <a:pt x="5256042" y="952806"/>
                  </a:lnTo>
                  <a:lnTo>
                    <a:pt x="5256168" y="952806"/>
                  </a:lnTo>
                  <a:lnTo>
                    <a:pt x="5256294" y="952806"/>
                  </a:lnTo>
                  <a:lnTo>
                    <a:pt x="5256421" y="952806"/>
                  </a:lnTo>
                  <a:lnTo>
                    <a:pt x="5256547" y="952806"/>
                  </a:lnTo>
                  <a:lnTo>
                    <a:pt x="5256673" y="952806"/>
                  </a:lnTo>
                  <a:lnTo>
                    <a:pt x="5256799" y="952806"/>
                  </a:lnTo>
                  <a:lnTo>
                    <a:pt x="5256926" y="952806"/>
                  </a:lnTo>
                  <a:lnTo>
                    <a:pt x="5257052" y="952806"/>
                  </a:lnTo>
                  <a:lnTo>
                    <a:pt x="5257178" y="952806"/>
                  </a:lnTo>
                  <a:lnTo>
                    <a:pt x="5257304" y="952806"/>
                  </a:lnTo>
                  <a:lnTo>
                    <a:pt x="5257431" y="952806"/>
                  </a:lnTo>
                  <a:lnTo>
                    <a:pt x="5257557" y="952806"/>
                  </a:lnTo>
                  <a:lnTo>
                    <a:pt x="5257683" y="952806"/>
                  </a:lnTo>
                  <a:lnTo>
                    <a:pt x="5257810" y="952806"/>
                  </a:lnTo>
                  <a:lnTo>
                    <a:pt x="5257936" y="952806"/>
                  </a:lnTo>
                  <a:lnTo>
                    <a:pt x="5258062" y="952806"/>
                  </a:lnTo>
                  <a:lnTo>
                    <a:pt x="5258062" y="947895"/>
                  </a:lnTo>
                  <a:lnTo>
                    <a:pt x="5258188" y="947895"/>
                  </a:lnTo>
                  <a:lnTo>
                    <a:pt x="5258315" y="947895"/>
                  </a:lnTo>
                  <a:lnTo>
                    <a:pt x="5258441" y="947895"/>
                  </a:lnTo>
                  <a:lnTo>
                    <a:pt x="5258567" y="947895"/>
                  </a:lnTo>
                  <a:lnTo>
                    <a:pt x="5258693" y="947895"/>
                  </a:lnTo>
                  <a:lnTo>
                    <a:pt x="5258820" y="947895"/>
                  </a:lnTo>
                  <a:lnTo>
                    <a:pt x="5258946" y="947895"/>
                  </a:lnTo>
                  <a:lnTo>
                    <a:pt x="5259072" y="947895"/>
                  </a:lnTo>
                  <a:lnTo>
                    <a:pt x="5259198" y="947895"/>
                  </a:lnTo>
                  <a:lnTo>
                    <a:pt x="5259325" y="947895"/>
                  </a:lnTo>
                  <a:lnTo>
                    <a:pt x="5259451" y="947895"/>
                  </a:lnTo>
                  <a:lnTo>
                    <a:pt x="5259577" y="947895"/>
                  </a:lnTo>
                  <a:lnTo>
                    <a:pt x="5259703" y="947895"/>
                  </a:lnTo>
                  <a:lnTo>
                    <a:pt x="5259830" y="947895"/>
                  </a:lnTo>
                  <a:lnTo>
                    <a:pt x="5259956" y="947895"/>
                  </a:lnTo>
                  <a:lnTo>
                    <a:pt x="5260082" y="947895"/>
                  </a:lnTo>
                  <a:lnTo>
                    <a:pt x="5260208" y="947895"/>
                  </a:lnTo>
                  <a:lnTo>
                    <a:pt x="5260335" y="947895"/>
                  </a:lnTo>
                  <a:lnTo>
                    <a:pt x="5260461" y="947895"/>
                  </a:lnTo>
                  <a:lnTo>
                    <a:pt x="5260587" y="947895"/>
                  </a:lnTo>
                  <a:lnTo>
                    <a:pt x="5260713" y="947895"/>
                  </a:lnTo>
                  <a:lnTo>
                    <a:pt x="5260840" y="947895"/>
                  </a:lnTo>
                  <a:lnTo>
                    <a:pt x="5260966" y="947895"/>
                  </a:lnTo>
                  <a:lnTo>
                    <a:pt x="5261092" y="947895"/>
                  </a:lnTo>
                  <a:lnTo>
                    <a:pt x="5261218" y="947895"/>
                  </a:lnTo>
                  <a:lnTo>
                    <a:pt x="5261345" y="947895"/>
                  </a:lnTo>
                  <a:lnTo>
                    <a:pt x="5261471" y="947895"/>
                  </a:lnTo>
                  <a:lnTo>
                    <a:pt x="5261597" y="947895"/>
                  </a:lnTo>
                  <a:lnTo>
                    <a:pt x="5261723" y="947895"/>
                  </a:lnTo>
                  <a:lnTo>
                    <a:pt x="5261850" y="947895"/>
                  </a:lnTo>
                  <a:lnTo>
                    <a:pt x="5261976" y="947895"/>
                  </a:lnTo>
                  <a:lnTo>
                    <a:pt x="5262102" y="947895"/>
                  </a:lnTo>
                  <a:lnTo>
                    <a:pt x="5262228" y="947895"/>
                  </a:lnTo>
                  <a:lnTo>
                    <a:pt x="5262355" y="947895"/>
                  </a:lnTo>
                  <a:lnTo>
                    <a:pt x="5262481" y="947895"/>
                  </a:lnTo>
                  <a:lnTo>
                    <a:pt x="5262607" y="947895"/>
                  </a:lnTo>
                  <a:lnTo>
                    <a:pt x="5262733" y="947895"/>
                  </a:lnTo>
                  <a:lnTo>
                    <a:pt x="5262860" y="947895"/>
                  </a:lnTo>
                  <a:lnTo>
                    <a:pt x="5262986" y="947895"/>
                  </a:lnTo>
                  <a:lnTo>
                    <a:pt x="5263112" y="947895"/>
                  </a:lnTo>
                  <a:lnTo>
                    <a:pt x="5263239" y="947895"/>
                  </a:lnTo>
                  <a:lnTo>
                    <a:pt x="5263365" y="947895"/>
                  </a:lnTo>
                  <a:lnTo>
                    <a:pt x="5263491" y="947895"/>
                  </a:lnTo>
                  <a:lnTo>
                    <a:pt x="5263617" y="947895"/>
                  </a:lnTo>
                  <a:lnTo>
                    <a:pt x="5263744" y="947895"/>
                  </a:lnTo>
                  <a:lnTo>
                    <a:pt x="5263870" y="947895"/>
                  </a:lnTo>
                  <a:lnTo>
                    <a:pt x="5263996" y="947895"/>
                  </a:lnTo>
                  <a:lnTo>
                    <a:pt x="5264122" y="947895"/>
                  </a:lnTo>
                  <a:lnTo>
                    <a:pt x="5264249" y="947895"/>
                  </a:lnTo>
                  <a:lnTo>
                    <a:pt x="5264375" y="947895"/>
                  </a:lnTo>
                  <a:lnTo>
                    <a:pt x="5264501" y="947895"/>
                  </a:lnTo>
                  <a:lnTo>
                    <a:pt x="5264627" y="947895"/>
                  </a:lnTo>
                  <a:lnTo>
                    <a:pt x="5264754" y="947895"/>
                  </a:lnTo>
                  <a:lnTo>
                    <a:pt x="5264880" y="947895"/>
                  </a:lnTo>
                  <a:lnTo>
                    <a:pt x="5265006" y="947895"/>
                  </a:lnTo>
                  <a:lnTo>
                    <a:pt x="5265132" y="947895"/>
                  </a:lnTo>
                  <a:lnTo>
                    <a:pt x="5265259" y="947895"/>
                  </a:lnTo>
                  <a:lnTo>
                    <a:pt x="5265385" y="947895"/>
                  </a:lnTo>
                  <a:lnTo>
                    <a:pt x="5265511" y="947895"/>
                  </a:lnTo>
                  <a:lnTo>
                    <a:pt x="5265637" y="947895"/>
                  </a:lnTo>
                  <a:lnTo>
                    <a:pt x="5265764" y="947895"/>
                  </a:lnTo>
                  <a:lnTo>
                    <a:pt x="5265890" y="947895"/>
                  </a:lnTo>
                  <a:lnTo>
                    <a:pt x="5266016" y="947895"/>
                  </a:lnTo>
                  <a:lnTo>
                    <a:pt x="5266016" y="942983"/>
                  </a:lnTo>
                  <a:lnTo>
                    <a:pt x="5266142" y="942983"/>
                  </a:lnTo>
                  <a:lnTo>
                    <a:pt x="5266269" y="942983"/>
                  </a:lnTo>
                  <a:lnTo>
                    <a:pt x="5266395" y="942983"/>
                  </a:lnTo>
                  <a:lnTo>
                    <a:pt x="5266521" y="942983"/>
                  </a:lnTo>
                  <a:lnTo>
                    <a:pt x="5266647" y="942983"/>
                  </a:lnTo>
                  <a:lnTo>
                    <a:pt x="5266774" y="942983"/>
                  </a:lnTo>
                  <a:lnTo>
                    <a:pt x="5266900" y="942983"/>
                  </a:lnTo>
                  <a:lnTo>
                    <a:pt x="5267026" y="942983"/>
                  </a:lnTo>
                  <a:lnTo>
                    <a:pt x="5267152" y="942983"/>
                  </a:lnTo>
                  <a:lnTo>
                    <a:pt x="5267279" y="942983"/>
                  </a:lnTo>
                  <a:lnTo>
                    <a:pt x="5267405" y="942983"/>
                  </a:lnTo>
                  <a:lnTo>
                    <a:pt x="5267531" y="942983"/>
                  </a:lnTo>
                  <a:lnTo>
                    <a:pt x="5267657" y="942983"/>
                  </a:lnTo>
                  <a:lnTo>
                    <a:pt x="5267784" y="942983"/>
                  </a:lnTo>
                  <a:lnTo>
                    <a:pt x="5267910" y="942983"/>
                  </a:lnTo>
                  <a:lnTo>
                    <a:pt x="5268036" y="942983"/>
                  </a:lnTo>
                  <a:lnTo>
                    <a:pt x="5268163" y="942983"/>
                  </a:lnTo>
                  <a:lnTo>
                    <a:pt x="5268289" y="942983"/>
                  </a:lnTo>
                  <a:lnTo>
                    <a:pt x="5268415" y="942983"/>
                  </a:lnTo>
                  <a:lnTo>
                    <a:pt x="5268541" y="942983"/>
                  </a:lnTo>
                  <a:lnTo>
                    <a:pt x="5268668" y="942983"/>
                  </a:lnTo>
                  <a:lnTo>
                    <a:pt x="5268794" y="942983"/>
                  </a:lnTo>
                  <a:lnTo>
                    <a:pt x="5268920" y="942983"/>
                  </a:lnTo>
                  <a:lnTo>
                    <a:pt x="5269046" y="942983"/>
                  </a:lnTo>
                  <a:lnTo>
                    <a:pt x="5269173" y="942983"/>
                  </a:lnTo>
                  <a:lnTo>
                    <a:pt x="5269299" y="942983"/>
                  </a:lnTo>
                  <a:lnTo>
                    <a:pt x="5269425" y="942983"/>
                  </a:lnTo>
                  <a:lnTo>
                    <a:pt x="5269551" y="942983"/>
                  </a:lnTo>
                  <a:lnTo>
                    <a:pt x="5269678" y="942983"/>
                  </a:lnTo>
                  <a:lnTo>
                    <a:pt x="5269804" y="942983"/>
                  </a:lnTo>
                  <a:lnTo>
                    <a:pt x="5269930" y="942983"/>
                  </a:lnTo>
                  <a:lnTo>
                    <a:pt x="5270056" y="942983"/>
                  </a:lnTo>
                  <a:lnTo>
                    <a:pt x="5270183" y="942983"/>
                  </a:lnTo>
                  <a:lnTo>
                    <a:pt x="5270309" y="942983"/>
                  </a:lnTo>
                  <a:lnTo>
                    <a:pt x="5270435" y="942983"/>
                  </a:lnTo>
                  <a:lnTo>
                    <a:pt x="5270561" y="942983"/>
                  </a:lnTo>
                  <a:lnTo>
                    <a:pt x="5270688" y="942983"/>
                  </a:lnTo>
                  <a:lnTo>
                    <a:pt x="5270814" y="942983"/>
                  </a:lnTo>
                  <a:lnTo>
                    <a:pt x="5270940" y="942983"/>
                  </a:lnTo>
                  <a:lnTo>
                    <a:pt x="5271066" y="942983"/>
                  </a:lnTo>
                  <a:lnTo>
                    <a:pt x="5271193" y="942983"/>
                  </a:lnTo>
                  <a:lnTo>
                    <a:pt x="5271319" y="942983"/>
                  </a:lnTo>
                  <a:lnTo>
                    <a:pt x="5271445" y="942983"/>
                  </a:lnTo>
                  <a:lnTo>
                    <a:pt x="5271571" y="942983"/>
                  </a:lnTo>
                  <a:lnTo>
                    <a:pt x="5271698" y="942983"/>
                  </a:lnTo>
                  <a:lnTo>
                    <a:pt x="5271824" y="942983"/>
                  </a:lnTo>
                  <a:lnTo>
                    <a:pt x="5271950" y="942983"/>
                  </a:lnTo>
                  <a:lnTo>
                    <a:pt x="5272076" y="942983"/>
                  </a:lnTo>
                  <a:lnTo>
                    <a:pt x="5272203" y="942983"/>
                  </a:lnTo>
                  <a:lnTo>
                    <a:pt x="5272329" y="942983"/>
                  </a:lnTo>
                  <a:lnTo>
                    <a:pt x="5272455" y="942983"/>
                  </a:lnTo>
                  <a:lnTo>
                    <a:pt x="5272581" y="942983"/>
                  </a:lnTo>
                  <a:lnTo>
                    <a:pt x="5272708" y="942983"/>
                  </a:lnTo>
                  <a:lnTo>
                    <a:pt x="5272834" y="942983"/>
                  </a:lnTo>
                  <a:lnTo>
                    <a:pt x="5272960" y="942983"/>
                  </a:lnTo>
                  <a:lnTo>
                    <a:pt x="5273086" y="942983"/>
                  </a:lnTo>
                  <a:lnTo>
                    <a:pt x="5273213" y="942983"/>
                  </a:lnTo>
                  <a:lnTo>
                    <a:pt x="5273339" y="942983"/>
                  </a:lnTo>
                  <a:lnTo>
                    <a:pt x="5273465" y="942983"/>
                  </a:lnTo>
                  <a:lnTo>
                    <a:pt x="5273592" y="942983"/>
                  </a:lnTo>
                  <a:lnTo>
                    <a:pt x="5273718" y="942983"/>
                  </a:lnTo>
                  <a:lnTo>
                    <a:pt x="5273844" y="942983"/>
                  </a:lnTo>
                  <a:lnTo>
                    <a:pt x="5273970" y="942983"/>
                  </a:lnTo>
                  <a:lnTo>
                    <a:pt x="5274097" y="942983"/>
                  </a:lnTo>
                  <a:lnTo>
                    <a:pt x="5274223" y="942983"/>
                  </a:lnTo>
                  <a:lnTo>
                    <a:pt x="5274349" y="942983"/>
                  </a:lnTo>
                  <a:lnTo>
                    <a:pt x="5274475" y="942983"/>
                  </a:lnTo>
                  <a:lnTo>
                    <a:pt x="5274602" y="942983"/>
                  </a:lnTo>
                  <a:lnTo>
                    <a:pt x="5274728" y="942983"/>
                  </a:lnTo>
                  <a:lnTo>
                    <a:pt x="5274854" y="942983"/>
                  </a:lnTo>
                  <a:lnTo>
                    <a:pt x="5274980" y="942983"/>
                  </a:lnTo>
                  <a:lnTo>
                    <a:pt x="5275107" y="942983"/>
                  </a:lnTo>
                  <a:lnTo>
                    <a:pt x="5275233" y="942983"/>
                  </a:lnTo>
                  <a:lnTo>
                    <a:pt x="5275359" y="942983"/>
                  </a:lnTo>
                  <a:lnTo>
                    <a:pt x="5275485" y="942983"/>
                  </a:lnTo>
                  <a:lnTo>
                    <a:pt x="5275612" y="942983"/>
                  </a:lnTo>
                  <a:lnTo>
                    <a:pt x="5275738" y="942983"/>
                  </a:lnTo>
                  <a:lnTo>
                    <a:pt x="5275864" y="942983"/>
                  </a:lnTo>
                  <a:lnTo>
                    <a:pt x="5275990" y="942983"/>
                  </a:lnTo>
                  <a:lnTo>
                    <a:pt x="5276117" y="942983"/>
                  </a:lnTo>
                  <a:lnTo>
                    <a:pt x="5276243" y="942983"/>
                  </a:lnTo>
                  <a:lnTo>
                    <a:pt x="5276369" y="942983"/>
                  </a:lnTo>
                  <a:lnTo>
                    <a:pt x="5276495" y="942983"/>
                  </a:lnTo>
                  <a:lnTo>
                    <a:pt x="5276622" y="942983"/>
                  </a:lnTo>
                  <a:lnTo>
                    <a:pt x="5276748" y="942983"/>
                  </a:lnTo>
                  <a:lnTo>
                    <a:pt x="5276874" y="942983"/>
                  </a:lnTo>
                  <a:lnTo>
                    <a:pt x="5277000" y="942983"/>
                  </a:lnTo>
                  <a:lnTo>
                    <a:pt x="5277127" y="942983"/>
                  </a:lnTo>
                  <a:lnTo>
                    <a:pt x="5277253" y="942983"/>
                  </a:lnTo>
                  <a:lnTo>
                    <a:pt x="5277379" y="942983"/>
                  </a:lnTo>
                  <a:lnTo>
                    <a:pt x="5277505" y="942983"/>
                  </a:lnTo>
                  <a:lnTo>
                    <a:pt x="5277632" y="942983"/>
                  </a:lnTo>
                  <a:lnTo>
                    <a:pt x="5277758" y="942983"/>
                  </a:lnTo>
                  <a:lnTo>
                    <a:pt x="5277884" y="942983"/>
                  </a:lnTo>
                  <a:lnTo>
                    <a:pt x="5278010" y="942983"/>
                  </a:lnTo>
                  <a:lnTo>
                    <a:pt x="5278137" y="942983"/>
                  </a:lnTo>
                  <a:lnTo>
                    <a:pt x="5278263" y="942983"/>
                  </a:lnTo>
                  <a:lnTo>
                    <a:pt x="5278389" y="942983"/>
                  </a:lnTo>
                  <a:lnTo>
                    <a:pt x="5278516" y="942983"/>
                  </a:lnTo>
                  <a:lnTo>
                    <a:pt x="5278642" y="942983"/>
                  </a:lnTo>
                  <a:lnTo>
                    <a:pt x="5278768" y="942983"/>
                  </a:lnTo>
                  <a:lnTo>
                    <a:pt x="5278894" y="942983"/>
                  </a:lnTo>
                  <a:lnTo>
                    <a:pt x="5279021" y="942983"/>
                  </a:lnTo>
                  <a:lnTo>
                    <a:pt x="5279147" y="942983"/>
                  </a:lnTo>
                  <a:lnTo>
                    <a:pt x="5279273" y="942983"/>
                  </a:lnTo>
                  <a:lnTo>
                    <a:pt x="5279399" y="942983"/>
                  </a:lnTo>
                  <a:lnTo>
                    <a:pt x="5279526" y="942983"/>
                  </a:lnTo>
                  <a:lnTo>
                    <a:pt x="5279652" y="942983"/>
                  </a:lnTo>
                  <a:lnTo>
                    <a:pt x="5279778" y="942983"/>
                  </a:lnTo>
                  <a:lnTo>
                    <a:pt x="5279904" y="942983"/>
                  </a:lnTo>
                  <a:lnTo>
                    <a:pt x="5280031" y="942983"/>
                  </a:lnTo>
                  <a:lnTo>
                    <a:pt x="5280157" y="942983"/>
                  </a:lnTo>
                  <a:lnTo>
                    <a:pt x="5280283" y="942983"/>
                  </a:lnTo>
                  <a:lnTo>
                    <a:pt x="5280409" y="942983"/>
                  </a:lnTo>
                  <a:lnTo>
                    <a:pt x="5280536" y="942983"/>
                  </a:lnTo>
                  <a:lnTo>
                    <a:pt x="5280662" y="942983"/>
                  </a:lnTo>
                  <a:lnTo>
                    <a:pt x="5280788" y="942983"/>
                  </a:lnTo>
                  <a:lnTo>
                    <a:pt x="5280914" y="942983"/>
                  </a:lnTo>
                  <a:lnTo>
                    <a:pt x="5281041" y="942983"/>
                  </a:lnTo>
                  <a:lnTo>
                    <a:pt x="5281167" y="942983"/>
                  </a:lnTo>
                  <a:lnTo>
                    <a:pt x="5281293" y="942983"/>
                  </a:lnTo>
                  <a:lnTo>
                    <a:pt x="5281419" y="942983"/>
                  </a:lnTo>
                  <a:lnTo>
                    <a:pt x="5281546" y="942983"/>
                  </a:lnTo>
                  <a:lnTo>
                    <a:pt x="5281672" y="942983"/>
                  </a:lnTo>
                  <a:lnTo>
                    <a:pt x="5281798" y="942983"/>
                  </a:lnTo>
                  <a:lnTo>
                    <a:pt x="5281924" y="942983"/>
                  </a:lnTo>
                  <a:lnTo>
                    <a:pt x="5282051" y="942983"/>
                  </a:lnTo>
                  <a:lnTo>
                    <a:pt x="5282177" y="942983"/>
                  </a:lnTo>
                  <a:lnTo>
                    <a:pt x="5282303" y="942983"/>
                  </a:lnTo>
                  <a:lnTo>
                    <a:pt x="5282429" y="942983"/>
                  </a:lnTo>
                  <a:lnTo>
                    <a:pt x="5282556" y="942983"/>
                  </a:lnTo>
                  <a:lnTo>
                    <a:pt x="5282682" y="942983"/>
                  </a:lnTo>
                  <a:lnTo>
                    <a:pt x="5282808" y="942983"/>
                  </a:lnTo>
                  <a:lnTo>
                    <a:pt x="5282934" y="942983"/>
                  </a:lnTo>
                  <a:lnTo>
                    <a:pt x="5283061" y="942983"/>
                  </a:lnTo>
                  <a:lnTo>
                    <a:pt x="5283187" y="942983"/>
                  </a:lnTo>
                  <a:lnTo>
                    <a:pt x="5283313" y="942983"/>
                  </a:lnTo>
                  <a:lnTo>
                    <a:pt x="5283439" y="942983"/>
                  </a:lnTo>
                  <a:lnTo>
                    <a:pt x="5283566" y="942983"/>
                  </a:lnTo>
                  <a:lnTo>
                    <a:pt x="5283692" y="942983"/>
                  </a:lnTo>
                  <a:lnTo>
                    <a:pt x="5283818" y="942983"/>
                  </a:lnTo>
                  <a:lnTo>
                    <a:pt x="5283945" y="942983"/>
                  </a:lnTo>
                  <a:lnTo>
                    <a:pt x="5284071" y="942983"/>
                  </a:lnTo>
                  <a:lnTo>
                    <a:pt x="5284197" y="942983"/>
                  </a:lnTo>
                  <a:lnTo>
                    <a:pt x="5284323" y="942983"/>
                  </a:lnTo>
                  <a:lnTo>
                    <a:pt x="5284450" y="942983"/>
                  </a:lnTo>
                  <a:lnTo>
                    <a:pt x="5284576" y="942983"/>
                  </a:lnTo>
                  <a:lnTo>
                    <a:pt x="5284702" y="942983"/>
                  </a:lnTo>
                  <a:lnTo>
                    <a:pt x="5284828" y="942983"/>
                  </a:lnTo>
                  <a:lnTo>
                    <a:pt x="5284955" y="942983"/>
                  </a:lnTo>
                  <a:lnTo>
                    <a:pt x="5285081" y="942983"/>
                  </a:lnTo>
                  <a:lnTo>
                    <a:pt x="5285207" y="942983"/>
                  </a:lnTo>
                  <a:lnTo>
                    <a:pt x="5285333" y="942983"/>
                  </a:lnTo>
                  <a:lnTo>
                    <a:pt x="5285460" y="942983"/>
                  </a:lnTo>
                  <a:lnTo>
                    <a:pt x="5285586" y="942983"/>
                  </a:lnTo>
                  <a:lnTo>
                    <a:pt x="5285712" y="942983"/>
                  </a:lnTo>
                  <a:lnTo>
                    <a:pt x="5285838" y="942983"/>
                  </a:lnTo>
                  <a:lnTo>
                    <a:pt x="5285965" y="942983"/>
                  </a:lnTo>
                  <a:lnTo>
                    <a:pt x="5286091" y="942983"/>
                  </a:lnTo>
                  <a:lnTo>
                    <a:pt x="5286217" y="942983"/>
                  </a:lnTo>
                  <a:lnTo>
                    <a:pt x="5286343" y="942983"/>
                  </a:lnTo>
                  <a:lnTo>
                    <a:pt x="5286470" y="942983"/>
                  </a:lnTo>
                  <a:lnTo>
                    <a:pt x="5286596" y="942983"/>
                  </a:lnTo>
                  <a:lnTo>
                    <a:pt x="5286722" y="942983"/>
                  </a:lnTo>
                  <a:lnTo>
                    <a:pt x="5286848" y="942983"/>
                  </a:lnTo>
                  <a:lnTo>
                    <a:pt x="5286975" y="942983"/>
                  </a:lnTo>
                  <a:lnTo>
                    <a:pt x="5287101" y="942983"/>
                  </a:lnTo>
                  <a:lnTo>
                    <a:pt x="5287227" y="942983"/>
                  </a:lnTo>
                  <a:lnTo>
                    <a:pt x="5287353" y="942983"/>
                  </a:lnTo>
                  <a:lnTo>
                    <a:pt x="5287480" y="942983"/>
                  </a:lnTo>
                  <a:lnTo>
                    <a:pt x="5287606" y="942983"/>
                  </a:lnTo>
                  <a:lnTo>
                    <a:pt x="5287732" y="942983"/>
                  </a:lnTo>
                  <a:lnTo>
                    <a:pt x="5287858" y="942983"/>
                  </a:lnTo>
                  <a:lnTo>
                    <a:pt x="5287985" y="942983"/>
                  </a:lnTo>
                  <a:lnTo>
                    <a:pt x="5288111" y="942983"/>
                  </a:lnTo>
                  <a:lnTo>
                    <a:pt x="5288237" y="942983"/>
                  </a:lnTo>
                  <a:lnTo>
                    <a:pt x="5288363" y="942983"/>
                  </a:lnTo>
                  <a:lnTo>
                    <a:pt x="5288490" y="942983"/>
                  </a:lnTo>
                  <a:lnTo>
                    <a:pt x="5288616" y="942983"/>
                  </a:lnTo>
                  <a:lnTo>
                    <a:pt x="5288742" y="942983"/>
                  </a:lnTo>
                  <a:lnTo>
                    <a:pt x="5288869" y="942983"/>
                  </a:lnTo>
                  <a:lnTo>
                    <a:pt x="5288995" y="942983"/>
                  </a:lnTo>
                  <a:lnTo>
                    <a:pt x="5289121" y="942983"/>
                  </a:lnTo>
                  <a:lnTo>
                    <a:pt x="5289247" y="942983"/>
                  </a:lnTo>
                  <a:lnTo>
                    <a:pt x="5289374" y="942983"/>
                  </a:lnTo>
                  <a:lnTo>
                    <a:pt x="5289500" y="942983"/>
                  </a:lnTo>
                  <a:lnTo>
                    <a:pt x="5289626" y="942983"/>
                  </a:lnTo>
                  <a:lnTo>
                    <a:pt x="5289752" y="942983"/>
                  </a:lnTo>
                  <a:lnTo>
                    <a:pt x="5289879" y="942983"/>
                  </a:lnTo>
                  <a:lnTo>
                    <a:pt x="5290005" y="942983"/>
                  </a:lnTo>
                  <a:lnTo>
                    <a:pt x="5290131" y="942983"/>
                  </a:lnTo>
                  <a:lnTo>
                    <a:pt x="5290257" y="942983"/>
                  </a:lnTo>
                  <a:lnTo>
                    <a:pt x="5290384" y="942983"/>
                  </a:lnTo>
                  <a:lnTo>
                    <a:pt x="5290510" y="942983"/>
                  </a:lnTo>
                  <a:lnTo>
                    <a:pt x="5290636" y="942983"/>
                  </a:lnTo>
                  <a:lnTo>
                    <a:pt x="5290762" y="942983"/>
                  </a:lnTo>
                  <a:lnTo>
                    <a:pt x="5290889" y="942983"/>
                  </a:lnTo>
                  <a:lnTo>
                    <a:pt x="5291015" y="942983"/>
                  </a:lnTo>
                  <a:lnTo>
                    <a:pt x="5291141" y="942983"/>
                  </a:lnTo>
                  <a:lnTo>
                    <a:pt x="5291267" y="942983"/>
                  </a:lnTo>
                  <a:lnTo>
                    <a:pt x="5291394" y="942983"/>
                  </a:lnTo>
                  <a:lnTo>
                    <a:pt x="5291520" y="942983"/>
                  </a:lnTo>
                  <a:lnTo>
                    <a:pt x="5291646" y="942983"/>
                  </a:lnTo>
                  <a:lnTo>
                    <a:pt x="5291772" y="942983"/>
                  </a:lnTo>
                  <a:lnTo>
                    <a:pt x="5291899" y="942983"/>
                  </a:lnTo>
                  <a:lnTo>
                    <a:pt x="5292025" y="942983"/>
                  </a:lnTo>
                  <a:lnTo>
                    <a:pt x="5292151" y="942983"/>
                  </a:lnTo>
                  <a:lnTo>
                    <a:pt x="5292277" y="942983"/>
                  </a:lnTo>
                  <a:lnTo>
                    <a:pt x="5292404" y="942983"/>
                  </a:lnTo>
                  <a:lnTo>
                    <a:pt x="5292530" y="942983"/>
                  </a:lnTo>
                  <a:lnTo>
                    <a:pt x="5292656" y="942983"/>
                  </a:lnTo>
                  <a:lnTo>
                    <a:pt x="5292782" y="942983"/>
                  </a:lnTo>
                  <a:lnTo>
                    <a:pt x="5292782" y="938072"/>
                  </a:lnTo>
                  <a:lnTo>
                    <a:pt x="5292909" y="938072"/>
                  </a:lnTo>
                  <a:lnTo>
                    <a:pt x="5293035" y="938072"/>
                  </a:lnTo>
                  <a:lnTo>
                    <a:pt x="5293161" y="938072"/>
                  </a:lnTo>
                  <a:lnTo>
                    <a:pt x="5293287" y="938072"/>
                  </a:lnTo>
                  <a:lnTo>
                    <a:pt x="5293414" y="938072"/>
                  </a:lnTo>
                  <a:lnTo>
                    <a:pt x="5293540" y="938072"/>
                  </a:lnTo>
                  <a:lnTo>
                    <a:pt x="5293666" y="938072"/>
                  </a:lnTo>
                  <a:lnTo>
                    <a:pt x="5293793" y="938072"/>
                  </a:lnTo>
                  <a:lnTo>
                    <a:pt x="5293919" y="938072"/>
                  </a:lnTo>
                  <a:lnTo>
                    <a:pt x="5294045" y="938072"/>
                  </a:lnTo>
                  <a:lnTo>
                    <a:pt x="5294171" y="938072"/>
                  </a:lnTo>
                  <a:lnTo>
                    <a:pt x="5294298" y="938072"/>
                  </a:lnTo>
                  <a:lnTo>
                    <a:pt x="5294424" y="938072"/>
                  </a:lnTo>
                  <a:lnTo>
                    <a:pt x="5294550" y="938072"/>
                  </a:lnTo>
                  <a:lnTo>
                    <a:pt x="5294676" y="938072"/>
                  </a:lnTo>
                  <a:lnTo>
                    <a:pt x="5294803" y="938072"/>
                  </a:lnTo>
                  <a:lnTo>
                    <a:pt x="5294929" y="938072"/>
                  </a:lnTo>
                  <a:lnTo>
                    <a:pt x="5295055" y="938072"/>
                  </a:lnTo>
                  <a:lnTo>
                    <a:pt x="5295181" y="938072"/>
                  </a:lnTo>
                  <a:lnTo>
                    <a:pt x="5295308" y="938072"/>
                  </a:lnTo>
                  <a:lnTo>
                    <a:pt x="5295434" y="938072"/>
                  </a:lnTo>
                  <a:lnTo>
                    <a:pt x="5295560" y="938072"/>
                  </a:lnTo>
                  <a:lnTo>
                    <a:pt x="5295686" y="938072"/>
                  </a:lnTo>
                  <a:lnTo>
                    <a:pt x="5295813" y="938072"/>
                  </a:lnTo>
                  <a:lnTo>
                    <a:pt x="5295939" y="938072"/>
                  </a:lnTo>
                  <a:lnTo>
                    <a:pt x="5296065" y="938072"/>
                  </a:lnTo>
                  <a:lnTo>
                    <a:pt x="5296191" y="938072"/>
                  </a:lnTo>
                  <a:lnTo>
                    <a:pt x="5296318" y="938072"/>
                  </a:lnTo>
                  <a:lnTo>
                    <a:pt x="5296444" y="938072"/>
                  </a:lnTo>
                  <a:lnTo>
                    <a:pt x="5296570" y="938072"/>
                  </a:lnTo>
                  <a:lnTo>
                    <a:pt x="5296696" y="938072"/>
                  </a:lnTo>
                  <a:lnTo>
                    <a:pt x="5296823" y="938072"/>
                  </a:lnTo>
                  <a:lnTo>
                    <a:pt x="5296949" y="938072"/>
                  </a:lnTo>
                  <a:lnTo>
                    <a:pt x="5297075" y="938072"/>
                  </a:lnTo>
                  <a:lnTo>
                    <a:pt x="5297201" y="938072"/>
                  </a:lnTo>
                  <a:lnTo>
                    <a:pt x="5297328" y="938072"/>
                  </a:lnTo>
                  <a:lnTo>
                    <a:pt x="5297454" y="938072"/>
                  </a:lnTo>
                  <a:lnTo>
                    <a:pt x="5297580" y="938072"/>
                  </a:lnTo>
                  <a:lnTo>
                    <a:pt x="5297706" y="938072"/>
                  </a:lnTo>
                  <a:lnTo>
                    <a:pt x="5297833" y="938072"/>
                  </a:lnTo>
                  <a:lnTo>
                    <a:pt x="5297959" y="938072"/>
                  </a:lnTo>
                  <a:lnTo>
                    <a:pt x="5298085" y="938072"/>
                  </a:lnTo>
                  <a:lnTo>
                    <a:pt x="5298211" y="938072"/>
                  </a:lnTo>
                  <a:lnTo>
                    <a:pt x="5298338" y="938072"/>
                  </a:lnTo>
                  <a:lnTo>
                    <a:pt x="5298464" y="938072"/>
                  </a:lnTo>
                  <a:lnTo>
                    <a:pt x="5298590" y="938072"/>
                  </a:lnTo>
                  <a:lnTo>
                    <a:pt x="5298716" y="938072"/>
                  </a:lnTo>
                  <a:lnTo>
                    <a:pt x="5298843" y="938072"/>
                  </a:lnTo>
                  <a:lnTo>
                    <a:pt x="5298969" y="938072"/>
                  </a:lnTo>
                  <a:lnTo>
                    <a:pt x="5299095" y="938072"/>
                  </a:lnTo>
                  <a:lnTo>
                    <a:pt x="5299222" y="938072"/>
                  </a:lnTo>
                  <a:lnTo>
                    <a:pt x="5299348" y="938072"/>
                  </a:lnTo>
                  <a:lnTo>
                    <a:pt x="5299474" y="938072"/>
                  </a:lnTo>
                  <a:lnTo>
                    <a:pt x="5299600" y="938072"/>
                  </a:lnTo>
                  <a:lnTo>
                    <a:pt x="5299727" y="938072"/>
                  </a:lnTo>
                  <a:lnTo>
                    <a:pt x="5299853" y="938072"/>
                  </a:lnTo>
                  <a:lnTo>
                    <a:pt x="5299979" y="938072"/>
                  </a:lnTo>
                  <a:lnTo>
                    <a:pt x="5300105" y="938072"/>
                  </a:lnTo>
                  <a:lnTo>
                    <a:pt x="5300232" y="938072"/>
                  </a:lnTo>
                  <a:lnTo>
                    <a:pt x="5300358" y="938072"/>
                  </a:lnTo>
                  <a:lnTo>
                    <a:pt x="5300484" y="938072"/>
                  </a:lnTo>
                  <a:lnTo>
                    <a:pt x="5300610" y="938072"/>
                  </a:lnTo>
                  <a:lnTo>
                    <a:pt x="5300737" y="938072"/>
                  </a:lnTo>
                  <a:lnTo>
                    <a:pt x="5300863" y="938072"/>
                  </a:lnTo>
                  <a:lnTo>
                    <a:pt x="5300989" y="938072"/>
                  </a:lnTo>
                  <a:lnTo>
                    <a:pt x="5301115" y="938072"/>
                  </a:lnTo>
                  <a:lnTo>
                    <a:pt x="5301242" y="938072"/>
                  </a:lnTo>
                  <a:lnTo>
                    <a:pt x="5301368" y="938072"/>
                  </a:lnTo>
                  <a:lnTo>
                    <a:pt x="5301494" y="938072"/>
                  </a:lnTo>
                  <a:lnTo>
                    <a:pt x="5301620" y="938072"/>
                  </a:lnTo>
                  <a:lnTo>
                    <a:pt x="5301747" y="938072"/>
                  </a:lnTo>
                  <a:lnTo>
                    <a:pt x="5301873" y="938072"/>
                  </a:lnTo>
                  <a:lnTo>
                    <a:pt x="5301999" y="938072"/>
                  </a:lnTo>
                  <a:lnTo>
                    <a:pt x="5302125" y="938072"/>
                  </a:lnTo>
                  <a:lnTo>
                    <a:pt x="5302252" y="938072"/>
                  </a:lnTo>
                  <a:lnTo>
                    <a:pt x="5302378" y="938072"/>
                  </a:lnTo>
                  <a:lnTo>
                    <a:pt x="5302504" y="938072"/>
                  </a:lnTo>
                  <a:lnTo>
                    <a:pt x="5302630" y="938072"/>
                  </a:lnTo>
                  <a:lnTo>
                    <a:pt x="5302757" y="938072"/>
                  </a:lnTo>
                  <a:lnTo>
                    <a:pt x="5302883" y="938072"/>
                  </a:lnTo>
                  <a:lnTo>
                    <a:pt x="5303009" y="938072"/>
                  </a:lnTo>
                  <a:lnTo>
                    <a:pt x="5303135" y="938072"/>
                  </a:lnTo>
                  <a:lnTo>
                    <a:pt x="5303262" y="938072"/>
                  </a:lnTo>
                  <a:lnTo>
                    <a:pt x="5303388" y="938072"/>
                  </a:lnTo>
                  <a:lnTo>
                    <a:pt x="5303514" y="938072"/>
                  </a:lnTo>
                  <a:lnTo>
                    <a:pt x="5303640" y="938072"/>
                  </a:lnTo>
                  <a:lnTo>
                    <a:pt x="5303767" y="938072"/>
                  </a:lnTo>
                  <a:lnTo>
                    <a:pt x="5303893" y="938072"/>
                  </a:lnTo>
                  <a:lnTo>
                    <a:pt x="5304019" y="938072"/>
                  </a:lnTo>
                  <a:lnTo>
                    <a:pt x="5304146" y="938072"/>
                  </a:lnTo>
                  <a:lnTo>
                    <a:pt x="5304272" y="938072"/>
                  </a:lnTo>
                  <a:lnTo>
                    <a:pt x="5304398" y="938072"/>
                  </a:lnTo>
                  <a:lnTo>
                    <a:pt x="5304524" y="938072"/>
                  </a:lnTo>
                  <a:lnTo>
                    <a:pt x="5304651" y="938072"/>
                  </a:lnTo>
                  <a:lnTo>
                    <a:pt x="5304777" y="938072"/>
                  </a:lnTo>
                  <a:lnTo>
                    <a:pt x="5304903" y="938072"/>
                  </a:lnTo>
                  <a:lnTo>
                    <a:pt x="5305029" y="938072"/>
                  </a:lnTo>
                  <a:lnTo>
                    <a:pt x="5305156" y="938072"/>
                  </a:lnTo>
                  <a:lnTo>
                    <a:pt x="5305282" y="938072"/>
                  </a:lnTo>
                  <a:lnTo>
                    <a:pt x="5305408" y="938072"/>
                  </a:lnTo>
                  <a:lnTo>
                    <a:pt x="5305534" y="938072"/>
                  </a:lnTo>
                  <a:lnTo>
                    <a:pt x="5305534" y="933161"/>
                  </a:lnTo>
                  <a:lnTo>
                    <a:pt x="5305661" y="933161"/>
                  </a:lnTo>
                  <a:lnTo>
                    <a:pt x="5305787" y="933161"/>
                  </a:lnTo>
                  <a:lnTo>
                    <a:pt x="5305913" y="933161"/>
                  </a:lnTo>
                  <a:lnTo>
                    <a:pt x="5306039" y="933161"/>
                  </a:lnTo>
                  <a:lnTo>
                    <a:pt x="5306166" y="933161"/>
                  </a:lnTo>
                  <a:lnTo>
                    <a:pt x="5306292" y="933161"/>
                  </a:lnTo>
                  <a:lnTo>
                    <a:pt x="5306418" y="933161"/>
                  </a:lnTo>
                  <a:lnTo>
                    <a:pt x="5306544" y="933161"/>
                  </a:lnTo>
                  <a:lnTo>
                    <a:pt x="5306671" y="933161"/>
                  </a:lnTo>
                  <a:lnTo>
                    <a:pt x="5306797" y="933161"/>
                  </a:lnTo>
                  <a:lnTo>
                    <a:pt x="5306923" y="933161"/>
                  </a:lnTo>
                  <a:lnTo>
                    <a:pt x="5307049" y="933161"/>
                  </a:lnTo>
                  <a:lnTo>
                    <a:pt x="5307176" y="933161"/>
                  </a:lnTo>
                  <a:lnTo>
                    <a:pt x="5307302" y="933161"/>
                  </a:lnTo>
                  <a:lnTo>
                    <a:pt x="5307428" y="933161"/>
                  </a:lnTo>
                  <a:lnTo>
                    <a:pt x="5307554" y="933161"/>
                  </a:lnTo>
                  <a:lnTo>
                    <a:pt x="5307681" y="933161"/>
                  </a:lnTo>
                  <a:lnTo>
                    <a:pt x="5307807" y="933161"/>
                  </a:lnTo>
                  <a:lnTo>
                    <a:pt x="5307933" y="933161"/>
                  </a:lnTo>
                  <a:lnTo>
                    <a:pt x="5308059" y="933161"/>
                  </a:lnTo>
                  <a:lnTo>
                    <a:pt x="5308186" y="933161"/>
                  </a:lnTo>
                  <a:lnTo>
                    <a:pt x="5308312" y="933161"/>
                  </a:lnTo>
                  <a:lnTo>
                    <a:pt x="5308438" y="933161"/>
                  </a:lnTo>
                  <a:lnTo>
                    <a:pt x="5308564" y="933161"/>
                  </a:lnTo>
                  <a:lnTo>
                    <a:pt x="5308691" y="933161"/>
                  </a:lnTo>
                  <a:lnTo>
                    <a:pt x="5308817" y="933161"/>
                  </a:lnTo>
                  <a:lnTo>
                    <a:pt x="5308943" y="933161"/>
                  </a:lnTo>
                  <a:lnTo>
                    <a:pt x="5309069" y="933161"/>
                  </a:lnTo>
                  <a:lnTo>
                    <a:pt x="5309196" y="933161"/>
                  </a:lnTo>
                  <a:lnTo>
                    <a:pt x="5309322" y="933161"/>
                  </a:lnTo>
                  <a:lnTo>
                    <a:pt x="5309448" y="933161"/>
                  </a:lnTo>
                  <a:lnTo>
                    <a:pt x="5309575" y="933161"/>
                  </a:lnTo>
                  <a:lnTo>
                    <a:pt x="5309701" y="933161"/>
                  </a:lnTo>
                  <a:lnTo>
                    <a:pt x="5309827" y="933161"/>
                  </a:lnTo>
                  <a:lnTo>
                    <a:pt x="5309953" y="933161"/>
                  </a:lnTo>
                  <a:lnTo>
                    <a:pt x="5310080" y="933161"/>
                  </a:lnTo>
                  <a:lnTo>
                    <a:pt x="5310206" y="933161"/>
                  </a:lnTo>
                  <a:lnTo>
                    <a:pt x="5310332" y="933161"/>
                  </a:lnTo>
                  <a:lnTo>
                    <a:pt x="5310458" y="933161"/>
                  </a:lnTo>
                  <a:lnTo>
                    <a:pt x="5310585" y="933161"/>
                  </a:lnTo>
                  <a:lnTo>
                    <a:pt x="5310711" y="933161"/>
                  </a:lnTo>
                  <a:lnTo>
                    <a:pt x="5310711" y="928249"/>
                  </a:lnTo>
                  <a:lnTo>
                    <a:pt x="5310837" y="928249"/>
                  </a:lnTo>
                  <a:lnTo>
                    <a:pt x="5310963" y="928249"/>
                  </a:lnTo>
                  <a:lnTo>
                    <a:pt x="5311090" y="928249"/>
                  </a:lnTo>
                  <a:lnTo>
                    <a:pt x="5311216" y="928249"/>
                  </a:lnTo>
                  <a:lnTo>
                    <a:pt x="5311342" y="928249"/>
                  </a:lnTo>
                  <a:lnTo>
                    <a:pt x="5311468" y="928249"/>
                  </a:lnTo>
                  <a:lnTo>
                    <a:pt x="5311595" y="928249"/>
                  </a:lnTo>
                  <a:lnTo>
                    <a:pt x="5311721" y="928249"/>
                  </a:lnTo>
                  <a:lnTo>
                    <a:pt x="5311847" y="928249"/>
                  </a:lnTo>
                  <a:lnTo>
                    <a:pt x="5311973" y="928249"/>
                  </a:lnTo>
                  <a:lnTo>
                    <a:pt x="5312100" y="928249"/>
                  </a:lnTo>
                  <a:lnTo>
                    <a:pt x="5312226" y="928249"/>
                  </a:lnTo>
                  <a:lnTo>
                    <a:pt x="5312352" y="928249"/>
                  </a:lnTo>
                  <a:lnTo>
                    <a:pt x="5312478" y="928249"/>
                  </a:lnTo>
                  <a:lnTo>
                    <a:pt x="5312605" y="928249"/>
                  </a:lnTo>
                  <a:lnTo>
                    <a:pt x="5312731" y="928249"/>
                  </a:lnTo>
                  <a:lnTo>
                    <a:pt x="5312857" y="928249"/>
                  </a:lnTo>
                  <a:lnTo>
                    <a:pt x="5312983" y="928249"/>
                  </a:lnTo>
                  <a:lnTo>
                    <a:pt x="5313110" y="928249"/>
                  </a:lnTo>
                  <a:lnTo>
                    <a:pt x="5313236" y="928249"/>
                  </a:lnTo>
                  <a:lnTo>
                    <a:pt x="5313362" y="928249"/>
                  </a:lnTo>
                  <a:lnTo>
                    <a:pt x="5313488" y="928249"/>
                  </a:lnTo>
                  <a:lnTo>
                    <a:pt x="5313615" y="928249"/>
                  </a:lnTo>
                  <a:lnTo>
                    <a:pt x="5313741" y="928249"/>
                  </a:lnTo>
                  <a:lnTo>
                    <a:pt x="5313867" y="928249"/>
                  </a:lnTo>
                  <a:lnTo>
                    <a:pt x="5313993" y="928249"/>
                  </a:lnTo>
                  <a:lnTo>
                    <a:pt x="5314120" y="928249"/>
                  </a:lnTo>
                  <a:lnTo>
                    <a:pt x="5314246" y="928249"/>
                  </a:lnTo>
                  <a:lnTo>
                    <a:pt x="5314372" y="928249"/>
                  </a:lnTo>
                  <a:lnTo>
                    <a:pt x="5314499" y="928249"/>
                  </a:lnTo>
                  <a:lnTo>
                    <a:pt x="5314625" y="928249"/>
                  </a:lnTo>
                  <a:lnTo>
                    <a:pt x="5314751" y="928249"/>
                  </a:lnTo>
                  <a:lnTo>
                    <a:pt x="5314877" y="928249"/>
                  </a:lnTo>
                  <a:lnTo>
                    <a:pt x="5315004" y="928249"/>
                  </a:lnTo>
                  <a:lnTo>
                    <a:pt x="5315130" y="928249"/>
                  </a:lnTo>
                  <a:lnTo>
                    <a:pt x="5315256" y="928249"/>
                  </a:lnTo>
                  <a:lnTo>
                    <a:pt x="5315382" y="928249"/>
                  </a:lnTo>
                  <a:lnTo>
                    <a:pt x="5315509" y="928249"/>
                  </a:lnTo>
                  <a:lnTo>
                    <a:pt x="5315635" y="928249"/>
                  </a:lnTo>
                  <a:lnTo>
                    <a:pt x="5315761" y="928249"/>
                  </a:lnTo>
                  <a:lnTo>
                    <a:pt x="5315887" y="928249"/>
                  </a:lnTo>
                  <a:lnTo>
                    <a:pt x="5316014" y="928249"/>
                  </a:lnTo>
                  <a:lnTo>
                    <a:pt x="5316140" y="928249"/>
                  </a:lnTo>
                  <a:lnTo>
                    <a:pt x="5316266" y="928249"/>
                  </a:lnTo>
                  <a:lnTo>
                    <a:pt x="5316392" y="928249"/>
                  </a:lnTo>
                  <a:lnTo>
                    <a:pt x="5316519" y="928249"/>
                  </a:lnTo>
                  <a:lnTo>
                    <a:pt x="5316645" y="928249"/>
                  </a:lnTo>
                  <a:lnTo>
                    <a:pt x="5316645" y="923338"/>
                  </a:lnTo>
                  <a:lnTo>
                    <a:pt x="5316771" y="923338"/>
                  </a:lnTo>
                  <a:lnTo>
                    <a:pt x="5316897" y="923338"/>
                  </a:lnTo>
                  <a:lnTo>
                    <a:pt x="5317024" y="923338"/>
                  </a:lnTo>
                  <a:lnTo>
                    <a:pt x="5317150" y="923338"/>
                  </a:lnTo>
                  <a:lnTo>
                    <a:pt x="5317276" y="923338"/>
                  </a:lnTo>
                  <a:lnTo>
                    <a:pt x="5317402" y="923338"/>
                  </a:lnTo>
                  <a:lnTo>
                    <a:pt x="5317529" y="923338"/>
                  </a:lnTo>
                  <a:lnTo>
                    <a:pt x="5317655" y="923338"/>
                  </a:lnTo>
                  <a:lnTo>
                    <a:pt x="5317781" y="923338"/>
                  </a:lnTo>
                  <a:lnTo>
                    <a:pt x="5317907" y="923338"/>
                  </a:lnTo>
                  <a:lnTo>
                    <a:pt x="5318034" y="923338"/>
                  </a:lnTo>
                  <a:lnTo>
                    <a:pt x="5318160" y="923338"/>
                  </a:lnTo>
                  <a:lnTo>
                    <a:pt x="5318286" y="923338"/>
                  </a:lnTo>
                  <a:lnTo>
                    <a:pt x="5318412" y="923338"/>
                  </a:lnTo>
                  <a:lnTo>
                    <a:pt x="5318539" y="923338"/>
                  </a:lnTo>
                  <a:lnTo>
                    <a:pt x="5318665" y="923338"/>
                  </a:lnTo>
                  <a:lnTo>
                    <a:pt x="5318791" y="923338"/>
                  </a:lnTo>
                  <a:lnTo>
                    <a:pt x="5318917" y="923338"/>
                  </a:lnTo>
                  <a:lnTo>
                    <a:pt x="5319044" y="923338"/>
                  </a:lnTo>
                  <a:lnTo>
                    <a:pt x="5319170" y="923338"/>
                  </a:lnTo>
                  <a:lnTo>
                    <a:pt x="5319296" y="923338"/>
                  </a:lnTo>
                  <a:lnTo>
                    <a:pt x="5319422" y="923338"/>
                  </a:lnTo>
                  <a:lnTo>
                    <a:pt x="5319549" y="923338"/>
                  </a:lnTo>
                  <a:lnTo>
                    <a:pt x="5319675" y="923338"/>
                  </a:lnTo>
                  <a:lnTo>
                    <a:pt x="5319801" y="923338"/>
                  </a:lnTo>
                  <a:lnTo>
                    <a:pt x="5319928" y="923338"/>
                  </a:lnTo>
                  <a:lnTo>
                    <a:pt x="5320054" y="923338"/>
                  </a:lnTo>
                  <a:lnTo>
                    <a:pt x="5320180" y="923338"/>
                  </a:lnTo>
                  <a:lnTo>
                    <a:pt x="5320306" y="923338"/>
                  </a:lnTo>
                  <a:lnTo>
                    <a:pt x="5320433" y="923338"/>
                  </a:lnTo>
                  <a:lnTo>
                    <a:pt x="5320559" y="923338"/>
                  </a:lnTo>
                  <a:lnTo>
                    <a:pt x="5320685" y="923338"/>
                  </a:lnTo>
                  <a:lnTo>
                    <a:pt x="5320811" y="923338"/>
                  </a:lnTo>
                  <a:lnTo>
                    <a:pt x="5320938" y="923338"/>
                  </a:lnTo>
                  <a:lnTo>
                    <a:pt x="5321064" y="923338"/>
                  </a:lnTo>
                  <a:lnTo>
                    <a:pt x="5321190" y="923338"/>
                  </a:lnTo>
                  <a:lnTo>
                    <a:pt x="5321316" y="923338"/>
                  </a:lnTo>
                  <a:lnTo>
                    <a:pt x="5321443" y="923338"/>
                  </a:lnTo>
                  <a:lnTo>
                    <a:pt x="5321569" y="923338"/>
                  </a:lnTo>
                  <a:lnTo>
                    <a:pt x="5321695" y="923338"/>
                  </a:lnTo>
                  <a:lnTo>
                    <a:pt x="5321821" y="923338"/>
                  </a:lnTo>
                  <a:lnTo>
                    <a:pt x="5321948" y="923338"/>
                  </a:lnTo>
                  <a:lnTo>
                    <a:pt x="5322074" y="923338"/>
                  </a:lnTo>
                  <a:lnTo>
                    <a:pt x="5322200" y="923338"/>
                  </a:lnTo>
                  <a:lnTo>
                    <a:pt x="5322326" y="923338"/>
                  </a:lnTo>
                  <a:lnTo>
                    <a:pt x="5322453" y="923338"/>
                  </a:lnTo>
                  <a:lnTo>
                    <a:pt x="5322579" y="923338"/>
                  </a:lnTo>
                  <a:lnTo>
                    <a:pt x="5322705" y="923338"/>
                  </a:lnTo>
                  <a:lnTo>
                    <a:pt x="5322831" y="923338"/>
                  </a:lnTo>
                  <a:lnTo>
                    <a:pt x="5322958" y="923338"/>
                  </a:lnTo>
                  <a:lnTo>
                    <a:pt x="5323084" y="923338"/>
                  </a:lnTo>
                  <a:lnTo>
                    <a:pt x="5323210" y="923338"/>
                  </a:lnTo>
                  <a:lnTo>
                    <a:pt x="5323336" y="923338"/>
                  </a:lnTo>
                  <a:lnTo>
                    <a:pt x="5323463" y="923338"/>
                  </a:lnTo>
                  <a:lnTo>
                    <a:pt x="5323589" y="923338"/>
                  </a:lnTo>
                  <a:lnTo>
                    <a:pt x="5323715" y="923338"/>
                  </a:lnTo>
                  <a:lnTo>
                    <a:pt x="5323841" y="923338"/>
                  </a:lnTo>
                  <a:lnTo>
                    <a:pt x="5323968" y="923338"/>
                  </a:lnTo>
                  <a:lnTo>
                    <a:pt x="5324094" y="923338"/>
                  </a:lnTo>
                  <a:lnTo>
                    <a:pt x="5324220" y="923338"/>
                  </a:lnTo>
                  <a:lnTo>
                    <a:pt x="5324346" y="923338"/>
                  </a:lnTo>
                  <a:lnTo>
                    <a:pt x="5324473" y="923338"/>
                  </a:lnTo>
                  <a:lnTo>
                    <a:pt x="5324599" y="923338"/>
                  </a:lnTo>
                  <a:lnTo>
                    <a:pt x="5324725" y="923338"/>
                  </a:lnTo>
                  <a:lnTo>
                    <a:pt x="5324852" y="923338"/>
                  </a:lnTo>
                  <a:lnTo>
                    <a:pt x="5324978" y="923338"/>
                  </a:lnTo>
                  <a:lnTo>
                    <a:pt x="5325104" y="923338"/>
                  </a:lnTo>
                  <a:lnTo>
                    <a:pt x="5325230" y="923338"/>
                  </a:lnTo>
                  <a:lnTo>
                    <a:pt x="5325357" y="923338"/>
                  </a:lnTo>
                  <a:lnTo>
                    <a:pt x="5325483" y="923338"/>
                  </a:lnTo>
                  <a:lnTo>
                    <a:pt x="5325609" y="923338"/>
                  </a:lnTo>
                  <a:lnTo>
                    <a:pt x="5325735" y="923338"/>
                  </a:lnTo>
                  <a:lnTo>
                    <a:pt x="5325862" y="923338"/>
                  </a:lnTo>
                  <a:lnTo>
                    <a:pt x="5325988" y="923338"/>
                  </a:lnTo>
                  <a:lnTo>
                    <a:pt x="5326114" y="923338"/>
                  </a:lnTo>
                  <a:lnTo>
                    <a:pt x="5326240" y="923338"/>
                  </a:lnTo>
                  <a:lnTo>
                    <a:pt x="5326367" y="923338"/>
                  </a:lnTo>
                  <a:lnTo>
                    <a:pt x="5326493" y="923338"/>
                  </a:lnTo>
                  <a:lnTo>
                    <a:pt x="5326619" y="923338"/>
                  </a:lnTo>
                  <a:lnTo>
                    <a:pt x="5326745" y="923338"/>
                  </a:lnTo>
                  <a:lnTo>
                    <a:pt x="5326872" y="923338"/>
                  </a:lnTo>
                  <a:lnTo>
                    <a:pt x="5326998" y="923338"/>
                  </a:lnTo>
                  <a:lnTo>
                    <a:pt x="5327124" y="923338"/>
                  </a:lnTo>
                  <a:lnTo>
                    <a:pt x="5327250" y="923338"/>
                  </a:lnTo>
                  <a:lnTo>
                    <a:pt x="5327377" y="923338"/>
                  </a:lnTo>
                  <a:lnTo>
                    <a:pt x="5327503" y="923338"/>
                  </a:lnTo>
                  <a:lnTo>
                    <a:pt x="5327629" y="923338"/>
                  </a:lnTo>
                  <a:lnTo>
                    <a:pt x="5327755" y="923338"/>
                  </a:lnTo>
                  <a:lnTo>
                    <a:pt x="5327882" y="923338"/>
                  </a:lnTo>
                  <a:lnTo>
                    <a:pt x="5328008" y="923338"/>
                  </a:lnTo>
                  <a:lnTo>
                    <a:pt x="5328134" y="923338"/>
                  </a:lnTo>
                  <a:lnTo>
                    <a:pt x="5328260" y="923338"/>
                  </a:lnTo>
                  <a:lnTo>
                    <a:pt x="5328387" y="923338"/>
                  </a:lnTo>
                  <a:lnTo>
                    <a:pt x="5328513" y="923338"/>
                  </a:lnTo>
                  <a:lnTo>
                    <a:pt x="5328639" y="923338"/>
                  </a:lnTo>
                  <a:lnTo>
                    <a:pt x="5328765" y="923338"/>
                  </a:lnTo>
                  <a:lnTo>
                    <a:pt x="5328892" y="923338"/>
                  </a:lnTo>
                  <a:lnTo>
                    <a:pt x="5329018" y="923338"/>
                  </a:lnTo>
                  <a:lnTo>
                    <a:pt x="5329144" y="923338"/>
                  </a:lnTo>
                  <a:lnTo>
                    <a:pt x="5329270" y="923338"/>
                  </a:lnTo>
                  <a:lnTo>
                    <a:pt x="5329397" y="923338"/>
                  </a:lnTo>
                  <a:lnTo>
                    <a:pt x="5329523" y="923338"/>
                  </a:lnTo>
                  <a:lnTo>
                    <a:pt x="5329649" y="923338"/>
                  </a:lnTo>
                  <a:lnTo>
                    <a:pt x="5329775" y="923338"/>
                  </a:lnTo>
                  <a:lnTo>
                    <a:pt x="5329902" y="923338"/>
                  </a:lnTo>
                  <a:lnTo>
                    <a:pt x="5330028" y="923338"/>
                  </a:lnTo>
                  <a:lnTo>
                    <a:pt x="5330154" y="923338"/>
                  </a:lnTo>
                  <a:lnTo>
                    <a:pt x="5330281" y="923338"/>
                  </a:lnTo>
                  <a:lnTo>
                    <a:pt x="5330407" y="923338"/>
                  </a:lnTo>
                  <a:lnTo>
                    <a:pt x="5330533" y="923338"/>
                  </a:lnTo>
                  <a:lnTo>
                    <a:pt x="5330659" y="923338"/>
                  </a:lnTo>
                  <a:lnTo>
                    <a:pt x="5330786" y="923338"/>
                  </a:lnTo>
                  <a:lnTo>
                    <a:pt x="5330912" y="923338"/>
                  </a:lnTo>
                  <a:lnTo>
                    <a:pt x="5331038" y="923338"/>
                  </a:lnTo>
                  <a:lnTo>
                    <a:pt x="5331164" y="923338"/>
                  </a:lnTo>
                  <a:lnTo>
                    <a:pt x="5331291" y="923338"/>
                  </a:lnTo>
                  <a:lnTo>
                    <a:pt x="5331417" y="923338"/>
                  </a:lnTo>
                  <a:lnTo>
                    <a:pt x="5331543" y="923338"/>
                  </a:lnTo>
                  <a:lnTo>
                    <a:pt x="5331669" y="923338"/>
                  </a:lnTo>
                  <a:lnTo>
                    <a:pt x="5331796" y="923338"/>
                  </a:lnTo>
                  <a:lnTo>
                    <a:pt x="5331922" y="923338"/>
                  </a:lnTo>
                  <a:lnTo>
                    <a:pt x="5332048" y="923338"/>
                  </a:lnTo>
                  <a:lnTo>
                    <a:pt x="5332174" y="923338"/>
                  </a:lnTo>
                  <a:lnTo>
                    <a:pt x="5332301" y="923338"/>
                  </a:lnTo>
                  <a:lnTo>
                    <a:pt x="5332301" y="918427"/>
                  </a:lnTo>
                  <a:lnTo>
                    <a:pt x="5332427" y="918427"/>
                  </a:lnTo>
                  <a:lnTo>
                    <a:pt x="5332553" y="918427"/>
                  </a:lnTo>
                  <a:lnTo>
                    <a:pt x="5332679" y="918427"/>
                  </a:lnTo>
                  <a:lnTo>
                    <a:pt x="5332806" y="918427"/>
                  </a:lnTo>
                  <a:lnTo>
                    <a:pt x="5332932" y="918427"/>
                  </a:lnTo>
                  <a:lnTo>
                    <a:pt x="5333058" y="918427"/>
                  </a:lnTo>
                  <a:lnTo>
                    <a:pt x="5333184" y="918427"/>
                  </a:lnTo>
                  <a:lnTo>
                    <a:pt x="5333311" y="918427"/>
                  </a:lnTo>
                  <a:lnTo>
                    <a:pt x="5333437" y="918427"/>
                  </a:lnTo>
                  <a:lnTo>
                    <a:pt x="5333563" y="918427"/>
                  </a:lnTo>
                  <a:lnTo>
                    <a:pt x="5333689" y="918427"/>
                  </a:lnTo>
                  <a:lnTo>
                    <a:pt x="5333816" y="918427"/>
                  </a:lnTo>
                  <a:lnTo>
                    <a:pt x="5333942" y="918427"/>
                  </a:lnTo>
                  <a:lnTo>
                    <a:pt x="5334068" y="918427"/>
                  </a:lnTo>
                  <a:lnTo>
                    <a:pt x="5334194" y="918427"/>
                  </a:lnTo>
                  <a:lnTo>
                    <a:pt x="5334321" y="918427"/>
                  </a:lnTo>
                  <a:lnTo>
                    <a:pt x="5334447" y="918427"/>
                  </a:lnTo>
                  <a:lnTo>
                    <a:pt x="5334573" y="918427"/>
                  </a:lnTo>
                  <a:lnTo>
                    <a:pt x="5334699" y="918427"/>
                  </a:lnTo>
                  <a:lnTo>
                    <a:pt x="5334826" y="918427"/>
                  </a:lnTo>
                  <a:lnTo>
                    <a:pt x="5334952" y="918427"/>
                  </a:lnTo>
                  <a:lnTo>
                    <a:pt x="5335078" y="918427"/>
                  </a:lnTo>
                  <a:lnTo>
                    <a:pt x="5335205" y="918427"/>
                  </a:lnTo>
                  <a:lnTo>
                    <a:pt x="5335331" y="918427"/>
                  </a:lnTo>
                  <a:lnTo>
                    <a:pt x="5335457" y="918427"/>
                  </a:lnTo>
                  <a:lnTo>
                    <a:pt x="5335583" y="918427"/>
                  </a:lnTo>
                  <a:lnTo>
                    <a:pt x="5335710" y="918427"/>
                  </a:lnTo>
                  <a:lnTo>
                    <a:pt x="5335836" y="918427"/>
                  </a:lnTo>
                  <a:lnTo>
                    <a:pt x="5335962" y="918427"/>
                  </a:lnTo>
                  <a:lnTo>
                    <a:pt x="5336088" y="918427"/>
                  </a:lnTo>
                  <a:lnTo>
                    <a:pt x="5336215" y="918427"/>
                  </a:lnTo>
                  <a:lnTo>
                    <a:pt x="5336341" y="918427"/>
                  </a:lnTo>
                  <a:lnTo>
                    <a:pt x="5336467" y="918427"/>
                  </a:lnTo>
                  <a:lnTo>
                    <a:pt x="5336593" y="918427"/>
                  </a:lnTo>
                  <a:lnTo>
                    <a:pt x="5336720" y="918427"/>
                  </a:lnTo>
                  <a:lnTo>
                    <a:pt x="5336846" y="918427"/>
                  </a:lnTo>
                  <a:lnTo>
                    <a:pt x="5336972" y="918427"/>
                  </a:lnTo>
                  <a:lnTo>
                    <a:pt x="5337098" y="918427"/>
                  </a:lnTo>
                  <a:lnTo>
                    <a:pt x="5337225" y="918427"/>
                  </a:lnTo>
                  <a:lnTo>
                    <a:pt x="5337351" y="918427"/>
                  </a:lnTo>
                  <a:lnTo>
                    <a:pt x="5337477" y="918427"/>
                  </a:lnTo>
                  <a:lnTo>
                    <a:pt x="5337603" y="918427"/>
                  </a:lnTo>
                  <a:lnTo>
                    <a:pt x="5337730" y="918427"/>
                  </a:lnTo>
                  <a:lnTo>
                    <a:pt x="5337856" y="918427"/>
                  </a:lnTo>
                  <a:lnTo>
                    <a:pt x="5337982" y="918427"/>
                  </a:lnTo>
                  <a:lnTo>
                    <a:pt x="5338108" y="918427"/>
                  </a:lnTo>
                  <a:lnTo>
                    <a:pt x="5338235" y="918427"/>
                  </a:lnTo>
                  <a:lnTo>
                    <a:pt x="5338361" y="918427"/>
                  </a:lnTo>
                  <a:lnTo>
                    <a:pt x="5338487" y="918427"/>
                  </a:lnTo>
                  <a:lnTo>
                    <a:pt x="5338613" y="918427"/>
                  </a:lnTo>
                  <a:lnTo>
                    <a:pt x="5338740" y="918427"/>
                  </a:lnTo>
                  <a:lnTo>
                    <a:pt x="5338866" y="918427"/>
                  </a:lnTo>
                  <a:lnTo>
                    <a:pt x="5338992" y="918427"/>
                  </a:lnTo>
                  <a:lnTo>
                    <a:pt x="5339118" y="918427"/>
                  </a:lnTo>
                  <a:lnTo>
                    <a:pt x="5339245" y="918427"/>
                  </a:lnTo>
                  <a:lnTo>
                    <a:pt x="5339371" y="918427"/>
                  </a:lnTo>
                  <a:lnTo>
                    <a:pt x="5339497" y="918427"/>
                  </a:lnTo>
                  <a:lnTo>
                    <a:pt x="5339623" y="918427"/>
                  </a:lnTo>
                  <a:lnTo>
                    <a:pt x="5339750" y="918427"/>
                  </a:lnTo>
                  <a:lnTo>
                    <a:pt x="5339876" y="918427"/>
                  </a:lnTo>
                  <a:lnTo>
                    <a:pt x="5339876" y="913515"/>
                  </a:lnTo>
                  <a:lnTo>
                    <a:pt x="5340002" y="913515"/>
                  </a:lnTo>
                  <a:lnTo>
                    <a:pt x="5340128" y="913515"/>
                  </a:lnTo>
                  <a:lnTo>
                    <a:pt x="5340255" y="913515"/>
                  </a:lnTo>
                  <a:lnTo>
                    <a:pt x="5340381" y="913515"/>
                  </a:lnTo>
                  <a:lnTo>
                    <a:pt x="5340507" y="913515"/>
                  </a:lnTo>
                  <a:lnTo>
                    <a:pt x="5340634" y="913515"/>
                  </a:lnTo>
                  <a:lnTo>
                    <a:pt x="5340760" y="913515"/>
                  </a:lnTo>
                  <a:lnTo>
                    <a:pt x="5340886" y="913515"/>
                  </a:lnTo>
                  <a:lnTo>
                    <a:pt x="5341012" y="913515"/>
                  </a:lnTo>
                  <a:lnTo>
                    <a:pt x="5341139" y="913515"/>
                  </a:lnTo>
                  <a:lnTo>
                    <a:pt x="5341265" y="913515"/>
                  </a:lnTo>
                  <a:lnTo>
                    <a:pt x="5341391" y="913515"/>
                  </a:lnTo>
                  <a:lnTo>
                    <a:pt x="5341517" y="913515"/>
                  </a:lnTo>
                  <a:lnTo>
                    <a:pt x="5341644" y="913515"/>
                  </a:lnTo>
                  <a:lnTo>
                    <a:pt x="5341770" y="913515"/>
                  </a:lnTo>
                  <a:lnTo>
                    <a:pt x="5341896" y="913515"/>
                  </a:lnTo>
                  <a:lnTo>
                    <a:pt x="5342022" y="913515"/>
                  </a:lnTo>
                  <a:lnTo>
                    <a:pt x="5342149" y="913515"/>
                  </a:lnTo>
                  <a:lnTo>
                    <a:pt x="5342275" y="913515"/>
                  </a:lnTo>
                  <a:lnTo>
                    <a:pt x="5342401" y="913515"/>
                  </a:lnTo>
                  <a:lnTo>
                    <a:pt x="5342527" y="913515"/>
                  </a:lnTo>
                  <a:lnTo>
                    <a:pt x="5342654" y="913515"/>
                  </a:lnTo>
                  <a:lnTo>
                    <a:pt x="5342780" y="913515"/>
                  </a:lnTo>
                  <a:lnTo>
                    <a:pt x="5342906" y="913515"/>
                  </a:lnTo>
                  <a:lnTo>
                    <a:pt x="5343032" y="913515"/>
                  </a:lnTo>
                  <a:lnTo>
                    <a:pt x="5343159" y="913515"/>
                  </a:lnTo>
                  <a:lnTo>
                    <a:pt x="5343285" y="913515"/>
                  </a:lnTo>
                  <a:lnTo>
                    <a:pt x="5343411" y="913515"/>
                  </a:lnTo>
                  <a:lnTo>
                    <a:pt x="5343537" y="913515"/>
                  </a:lnTo>
                  <a:lnTo>
                    <a:pt x="5343664" y="913515"/>
                  </a:lnTo>
                  <a:lnTo>
                    <a:pt x="5343790" y="913515"/>
                  </a:lnTo>
                  <a:lnTo>
                    <a:pt x="5343916" y="913515"/>
                  </a:lnTo>
                  <a:lnTo>
                    <a:pt x="5344042" y="913515"/>
                  </a:lnTo>
                  <a:lnTo>
                    <a:pt x="5344169" y="913515"/>
                  </a:lnTo>
                  <a:lnTo>
                    <a:pt x="5344295" y="913515"/>
                  </a:lnTo>
                  <a:lnTo>
                    <a:pt x="5344421" y="913515"/>
                  </a:lnTo>
                  <a:lnTo>
                    <a:pt x="5344547" y="913515"/>
                  </a:lnTo>
                  <a:lnTo>
                    <a:pt x="5344674" y="913515"/>
                  </a:lnTo>
                  <a:lnTo>
                    <a:pt x="5344800" y="913515"/>
                  </a:lnTo>
                  <a:lnTo>
                    <a:pt x="5344800" y="908604"/>
                  </a:lnTo>
                  <a:lnTo>
                    <a:pt x="5344926" y="908604"/>
                  </a:lnTo>
                  <a:lnTo>
                    <a:pt x="5345052" y="908604"/>
                  </a:lnTo>
                  <a:lnTo>
                    <a:pt x="5345179" y="908604"/>
                  </a:lnTo>
                  <a:lnTo>
                    <a:pt x="5345305" y="908604"/>
                  </a:lnTo>
                  <a:lnTo>
                    <a:pt x="5345431" y="908604"/>
                  </a:lnTo>
                  <a:lnTo>
                    <a:pt x="5345558" y="908604"/>
                  </a:lnTo>
                  <a:lnTo>
                    <a:pt x="5345684" y="908604"/>
                  </a:lnTo>
                  <a:lnTo>
                    <a:pt x="5345810" y="908604"/>
                  </a:lnTo>
                  <a:lnTo>
                    <a:pt x="5345936" y="908604"/>
                  </a:lnTo>
                  <a:lnTo>
                    <a:pt x="5346063" y="908604"/>
                  </a:lnTo>
                  <a:lnTo>
                    <a:pt x="5346189" y="908604"/>
                  </a:lnTo>
                  <a:lnTo>
                    <a:pt x="5346315" y="908604"/>
                  </a:lnTo>
                  <a:lnTo>
                    <a:pt x="5346441" y="908604"/>
                  </a:lnTo>
                  <a:lnTo>
                    <a:pt x="5346568" y="908604"/>
                  </a:lnTo>
                  <a:lnTo>
                    <a:pt x="5346694" y="908604"/>
                  </a:lnTo>
                  <a:lnTo>
                    <a:pt x="5346820" y="908604"/>
                  </a:lnTo>
                  <a:lnTo>
                    <a:pt x="5346946" y="908604"/>
                  </a:lnTo>
                  <a:lnTo>
                    <a:pt x="5347073" y="908604"/>
                  </a:lnTo>
                  <a:lnTo>
                    <a:pt x="5347199" y="908604"/>
                  </a:lnTo>
                  <a:lnTo>
                    <a:pt x="5347325" y="908604"/>
                  </a:lnTo>
                  <a:lnTo>
                    <a:pt x="5347451" y="908604"/>
                  </a:lnTo>
                  <a:lnTo>
                    <a:pt x="5347578" y="908604"/>
                  </a:lnTo>
                  <a:lnTo>
                    <a:pt x="5347704" y="908604"/>
                  </a:lnTo>
                  <a:lnTo>
                    <a:pt x="5347830" y="908604"/>
                  </a:lnTo>
                  <a:lnTo>
                    <a:pt x="5347956" y="908604"/>
                  </a:lnTo>
                  <a:lnTo>
                    <a:pt x="5348083" y="908604"/>
                  </a:lnTo>
                  <a:lnTo>
                    <a:pt x="5348209" y="908604"/>
                  </a:lnTo>
                  <a:lnTo>
                    <a:pt x="5348335" y="908604"/>
                  </a:lnTo>
                  <a:lnTo>
                    <a:pt x="5348461" y="908604"/>
                  </a:lnTo>
                  <a:lnTo>
                    <a:pt x="5348588" y="908604"/>
                  </a:lnTo>
                  <a:lnTo>
                    <a:pt x="5348714" y="908604"/>
                  </a:lnTo>
                  <a:lnTo>
                    <a:pt x="5348840" y="908604"/>
                  </a:lnTo>
                  <a:lnTo>
                    <a:pt x="5348966" y="908604"/>
                  </a:lnTo>
                  <a:lnTo>
                    <a:pt x="5349093" y="908604"/>
                  </a:lnTo>
                  <a:lnTo>
                    <a:pt x="5349219" y="908604"/>
                  </a:lnTo>
                  <a:lnTo>
                    <a:pt x="5349345" y="908604"/>
                  </a:lnTo>
                  <a:lnTo>
                    <a:pt x="5349471" y="908604"/>
                  </a:lnTo>
                  <a:lnTo>
                    <a:pt x="5349598" y="908604"/>
                  </a:lnTo>
                  <a:lnTo>
                    <a:pt x="5349724" y="908604"/>
                  </a:lnTo>
                  <a:lnTo>
                    <a:pt x="5349850" y="908604"/>
                  </a:lnTo>
                  <a:lnTo>
                    <a:pt x="5349976" y="908604"/>
                  </a:lnTo>
                  <a:lnTo>
                    <a:pt x="5350103" y="908604"/>
                  </a:lnTo>
                  <a:lnTo>
                    <a:pt x="5350229" y="908604"/>
                  </a:lnTo>
                  <a:lnTo>
                    <a:pt x="5350355" y="908604"/>
                  </a:lnTo>
                  <a:lnTo>
                    <a:pt x="5350482" y="908604"/>
                  </a:lnTo>
                  <a:lnTo>
                    <a:pt x="5350608" y="908604"/>
                  </a:lnTo>
                  <a:lnTo>
                    <a:pt x="5350734" y="908604"/>
                  </a:lnTo>
                  <a:lnTo>
                    <a:pt x="5350860" y="908604"/>
                  </a:lnTo>
                  <a:lnTo>
                    <a:pt x="5350987" y="908604"/>
                  </a:lnTo>
                  <a:lnTo>
                    <a:pt x="5351113" y="908604"/>
                  </a:lnTo>
                  <a:lnTo>
                    <a:pt x="5351239" y="908604"/>
                  </a:lnTo>
                  <a:lnTo>
                    <a:pt x="5351239" y="903692"/>
                  </a:lnTo>
                  <a:lnTo>
                    <a:pt x="5351365" y="903692"/>
                  </a:lnTo>
                  <a:lnTo>
                    <a:pt x="5351492" y="903692"/>
                  </a:lnTo>
                  <a:lnTo>
                    <a:pt x="5351618" y="903692"/>
                  </a:lnTo>
                  <a:lnTo>
                    <a:pt x="5351744" y="903692"/>
                  </a:lnTo>
                  <a:lnTo>
                    <a:pt x="5351870" y="903692"/>
                  </a:lnTo>
                  <a:lnTo>
                    <a:pt x="5351997" y="903692"/>
                  </a:lnTo>
                  <a:lnTo>
                    <a:pt x="5352123" y="903692"/>
                  </a:lnTo>
                  <a:lnTo>
                    <a:pt x="5352249" y="903692"/>
                  </a:lnTo>
                  <a:lnTo>
                    <a:pt x="5352375" y="903692"/>
                  </a:lnTo>
                  <a:lnTo>
                    <a:pt x="5352502" y="903692"/>
                  </a:lnTo>
                  <a:lnTo>
                    <a:pt x="5352628" y="903692"/>
                  </a:lnTo>
                  <a:lnTo>
                    <a:pt x="5352754" y="903692"/>
                  </a:lnTo>
                  <a:lnTo>
                    <a:pt x="5352880" y="903692"/>
                  </a:lnTo>
                  <a:lnTo>
                    <a:pt x="5353007" y="903692"/>
                  </a:lnTo>
                  <a:lnTo>
                    <a:pt x="5353133" y="903692"/>
                  </a:lnTo>
                  <a:lnTo>
                    <a:pt x="5353259" y="903692"/>
                  </a:lnTo>
                  <a:lnTo>
                    <a:pt x="5353385" y="903692"/>
                  </a:lnTo>
                  <a:lnTo>
                    <a:pt x="5353512" y="903692"/>
                  </a:lnTo>
                  <a:lnTo>
                    <a:pt x="5353638" y="903692"/>
                  </a:lnTo>
                  <a:lnTo>
                    <a:pt x="5353764" y="903692"/>
                  </a:lnTo>
                  <a:lnTo>
                    <a:pt x="5353890" y="903692"/>
                  </a:lnTo>
                  <a:lnTo>
                    <a:pt x="5354017" y="903692"/>
                  </a:lnTo>
                  <a:lnTo>
                    <a:pt x="5354143" y="903692"/>
                  </a:lnTo>
                  <a:lnTo>
                    <a:pt x="5354269" y="903692"/>
                  </a:lnTo>
                  <a:lnTo>
                    <a:pt x="5354395" y="903692"/>
                  </a:lnTo>
                  <a:lnTo>
                    <a:pt x="5354522" y="903692"/>
                  </a:lnTo>
                  <a:lnTo>
                    <a:pt x="5354648" y="903692"/>
                  </a:lnTo>
                  <a:lnTo>
                    <a:pt x="5354774" y="903692"/>
                  </a:lnTo>
                  <a:lnTo>
                    <a:pt x="5354900" y="903692"/>
                  </a:lnTo>
                  <a:lnTo>
                    <a:pt x="5355027" y="903692"/>
                  </a:lnTo>
                  <a:lnTo>
                    <a:pt x="5355153" y="903692"/>
                  </a:lnTo>
                  <a:lnTo>
                    <a:pt x="5355279" y="903692"/>
                  </a:lnTo>
                  <a:lnTo>
                    <a:pt x="5355405" y="903692"/>
                  </a:lnTo>
                  <a:lnTo>
                    <a:pt x="5355532" y="903692"/>
                  </a:lnTo>
                  <a:lnTo>
                    <a:pt x="5355658" y="903692"/>
                  </a:lnTo>
                  <a:lnTo>
                    <a:pt x="5355784" y="903692"/>
                  </a:lnTo>
                  <a:lnTo>
                    <a:pt x="5355911" y="903692"/>
                  </a:lnTo>
                  <a:lnTo>
                    <a:pt x="5356037" y="903692"/>
                  </a:lnTo>
                  <a:lnTo>
                    <a:pt x="5356163" y="903692"/>
                  </a:lnTo>
                  <a:lnTo>
                    <a:pt x="5356289" y="903692"/>
                  </a:lnTo>
                  <a:lnTo>
                    <a:pt x="5356416" y="903692"/>
                  </a:lnTo>
                  <a:lnTo>
                    <a:pt x="5356542" y="903692"/>
                  </a:lnTo>
                  <a:lnTo>
                    <a:pt x="5356668" y="903692"/>
                  </a:lnTo>
                  <a:lnTo>
                    <a:pt x="5356794" y="903692"/>
                  </a:lnTo>
                  <a:lnTo>
                    <a:pt x="5356921" y="903692"/>
                  </a:lnTo>
                  <a:lnTo>
                    <a:pt x="5357047" y="903692"/>
                  </a:lnTo>
                  <a:lnTo>
                    <a:pt x="5357173" y="903692"/>
                  </a:lnTo>
                  <a:lnTo>
                    <a:pt x="5357299" y="903692"/>
                  </a:lnTo>
                  <a:lnTo>
                    <a:pt x="5357426" y="903692"/>
                  </a:lnTo>
                  <a:lnTo>
                    <a:pt x="5357552" y="903692"/>
                  </a:lnTo>
                  <a:lnTo>
                    <a:pt x="5357552" y="898781"/>
                  </a:lnTo>
                  <a:lnTo>
                    <a:pt x="5357678" y="898781"/>
                  </a:lnTo>
                  <a:lnTo>
                    <a:pt x="5357804" y="898781"/>
                  </a:lnTo>
                  <a:lnTo>
                    <a:pt x="5357931" y="898781"/>
                  </a:lnTo>
                  <a:lnTo>
                    <a:pt x="5358057" y="898781"/>
                  </a:lnTo>
                  <a:lnTo>
                    <a:pt x="5358183" y="898781"/>
                  </a:lnTo>
                  <a:lnTo>
                    <a:pt x="5358309" y="898781"/>
                  </a:lnTo>
                  <a:lnTo>
                    <a:pt x="5358436" y="898781"/>
                  </a:lnTo>
                  <a:lnTo>
                    <a:pt x="5358562" y="898781"/>
                  </a:lnTo>
                  <a:lnTo>
                    <a:pt x="5358688" y="898781"/>
                  </a:lnTo>
                  <a:lnTo>
                    <a:pt x="5358688" y="893870"/>
                  </a:lnTo>
                  <a:lnTo>
                    <a:pt x="5358814" y="893870"/>
                  </a:lnTo>
                  <a:lnTo>
                    <a:pt x="5358941" y="893870"/>
                  </a:lnTo>
                  <a:lnTo>
                    <a:pt x="5359067" y="893870"/>
                  </a:lnTo>
                  <a:lnTo>
                    <a:pt x="5359193" y="893870"/>
                  </a:lnTo>
                  <a:lnTo>
                    <a:pt x="5359319" y="893870"/>
                  </a:lnTo>
                  <a:lnTo>
                    <a:pt x="5359446" y="893870"/>
                  </a:lnTo>
                  <a:lnTo>
                    <a:pt x="5359572" y="893870"/>
                  </a:lnTo>
                  <a:lnTo>
                    <a:pt x="5359698" y="893870"/>
                  </a:lnTo>
                  <a:lnTo>
                    <a:pt x="5359824" y="893870"/>
                  </a:lnTo>
                  <a:lnTo>
                    <a:pt x="5359951" y="893870"/>
                  </a:lnTo>
                  <a:lnTo>
                    <a:pt x="5360077" y="893870"/>
                  </a:lnTo>
                  <a:lnTo>
                    <a:pt x="5360203" y="893870"/>
                  </a:lnTo>
                  <a:lnTo>
                    <a:pt x="5360329" y="893870"/>
                  </a:lnTo>
                  <a:lnTo>
                    <a:pt x="5360456" y="893870"/>
                  </a:lnTo>
                  <a:lnTo>
                    <a:pt x="5360582" y="893870"/>
                  </a:lnTo>
                  <a:lnTo>
                    <a:pt x="5360708" y="893870"/>
                  </a:lnTo>
                  <a:lnTo>
                    <a:pt x="5360835" y="893870"/>
                  </a:lnTo>
                  <a:lnTo>
                    <a:pt x="5360961" y="893870"/>
                  </a:lnTo>
                  <a:lnTo>
                    <a:pt x="5361087" y="893870"/>
                  </a:lnTo>
                  <a:lnTo>
                    <a:pt x="5361213" y="893870"/>
                  </a:lnTo>
                  <a:lnTo>
                    <a:pt x="5361340" y="893870"/>
                  </a:lnTo>
                  <a:lnTo>
                    <a:pt x="5361466" y="893870"/>
                  </a:lnTo>
                  <a:lnTo>
                    <a:pt x="5361592" y="893870"/>
                  </a:lnTo>
                  <a:lnTo>
                    <a:pt x="5361718" y="893870"/>
                  </a:lnTo>
                  <a:lnTo>
                    <a:pt x="5361845" y="893870"/>
                  </a:lnTo>
                  <a:lnTo>
                    <a:pt x="5361971" y="893870"/>
                  </a:lnTo>
                  <a:lnTo>
                    <a:pt x="5362097" y="893870"/>
                  </a:lnTo>
                  <a:lnTo>
                    <a:pt x="5362223" y="893870"/>
                  </a:lnTo>
                  <a:lnTo>
                    <a:pt x="5362350" y="893870"/>
                  </a:lnTo>
                  <a:lnTo>
                    <a:pt x="5362476" y="893870"/>
                  </a:lnTo>
                  <a:lnTo>
                    <a:pt x="5362602" y="893870"/>
                  </a:lnTo>
                  <a:lnTo>
                    <a:pt x="5362728" y="893870"/>
                  </a:lnTo>
                  <a:lnTo>
                    <a:pt x="5362855" y="893870"/>
                  </a:lnTo>
                  <a:lnTo>
                    <a:pt x="5362981" y="893870"/>
                  </a:lnTo>
                  <a:lnTo>
                    <a:pt x="5363107" y="893870"/>
                  </a:lnTo>
                  <a:lnTo>
                    <a:pt x="5363233" y="893870"/>
                  </a:lnTo>
                  <a:lnTo>
                    <a:pt x="5363360" y="893870"/>
                  </a:lnTo>
                  <a:lnTo>
                    <a:pt x="5363486" y="893870"/>
                  </a:lnTo>
                  <a:lnTo>
                    <a:pt x="5363612" y="893870"/>
                  </a:lnTo>
                  <a:lnTo>
                    <a:pt x="5363738" y="893870"/>
                  </a:lnTo>
                  <a:lnTo>
                    <a:pt x="5363865" y="893870"/>
                  </a:lnTo>
                  <a:lnTo>
                    <a:pt x="5363991" y="893870"/>
                  </a:lnTo>
                  <a:lnTo>
                    <a:pt x="5364117" y="893870"/>
                  </a:lnTo>
                  <a:lnTo>
                    <a:pt x="5364243" y="893870"/>
                  </a:lnTo>
                  <a:lnTo>
                    <a:pt x="5364370" y="893870"/>
                  </a:lnTo>
                  <a:lnTo>
                    <a:pt x="5364496" y="893870"/>
                  </a:lnTo>
                  <a:lnTo>
                    <a:pt x="5364622" y="893870"/>
                  </a:lnTo>
                  <a:lnTo>
                    <a:pt x="5364748" y="893870"/>
                  </a:lnTo>
                  <a:lnTo>
                    <a:pt x="5364875" y="893870"/>
                  </a:lnTo>
                  <a:lnTo>
                    <a:pt x="5365001" y="893870"/>
                  </a:lnTo>
                  <a:lnTo>
                    <a:pt x="5365127" y="893870"/>
                  </a:lnTo>
                  <a:lnTo>
                    <a:pt x="5365253" y="893870"/>
                  </a:lnTo>
                  <a:lnTo>
                    <a:pt x="5365380" y="893870"/>
                  </a:lnTo>
                  <a:lnTo>
                    <a:pt x="5365506" y="893870"/>
                  </a:lnTo>
                  <a:lnTo>
                    <a:pt x="5365506" y="888958"/>
                  </a:lnTo>
                  <a:lnTo>
                    <a:pt x="5365632" y="888958"/>
                  </a:lnTo>
                  <a:lnTo>
                    <a:pt x="5365758" y="888958"/>
                  </a:lnTo>
                  <a:lnTo>
                    <a:pt x="5365885" y="888958"/>
                  </a:lnTo>
                  <a:lnTo>
                    <a:pt x="5366011" y="888958"/>
                  </a:lnTo>
                  <a:lnTo>
                    <a:pt x="5366137" y="888958"/>
                  </a:lnTo>
                  <a:lnTo>
                    <a:pt x="5366264" y="888958"/>
                  </a:lnTo>
                  <a:lnTo>
                    <a:pt x="5366390" y="888958"/>
                  </a:lnTo>
                  <a:lnTo>
                    <a:pt x="5366516" y="888958"/>
                  </a:lnTo>
                  <a:lnTo>
                    <a:pt x="5366642" y="888958"/>
                  </a:lnTo>
                  <a:lnTo>
                    <a:pt x="5366769" y="888958"/>
                  </a:lnTo>
                  <a:lnTo>
                    <a:pt x="5366895" y="888958"/>
                  </a:lnTo>
                  <a:lnTo>
                    <a:pt x="5367021" y="888958"/>
                  </a:lnTo>
                  <a:lnTo>
                    <a:pt x="5367147" y="888958"/>
                  </a:lnTo>
                  <a:lnTo>
                    <a:pt x="5367274" y="888958"/>
                  </a:lnTo>
                  <a:lnTo>
                    <a:pt x="5367400" y="888958"/>
                  </a:lnTo>
                  <a:lnTo>
                    <a:pt x="5367526" y="888958"/>
                  </a:lnTo>
                  <a:lnTo>
                    <a:pt x="5367652" y="888958"/>
                  </a:lnTo>
                  <a:lnTo>
                    <a:pt x="5367779" y="888958"/>
                  </a:lnTo>
                  <a:lnTo>
                    <a:pt x="5367905" y="888958"/>
                  </a:lnTo>
                  <a:lnTo>
                    <a:pt x="5368031" y="888958"/>
                  </a:lnTo>
                  <a:lnTo>
                    <a:pt x="5368157" y="888958"/>
                  </a:lnTo>
                  <a:lnTo>
                    <a:pt x="5368284" y="888958"/>
                  </a:lnTo>
                  <a:lnTo>
                    <a:pt x="5368410" y="888958"/>
                  </a:lnTo>
                  <a:lnTo>
                    <a:pt x="5368536" y="888958"/>
                  </a:lnTo>
                  <a:lnTo>
                    <a:pt x="5368662" y="888958"/>
                  </a:lnTo>
                  <a:lnTo>
                    <a:pt x="5368789" y="888958"/>
                  </a:lnTo>
                  <a:lnTo>
                    <a:pt x="5368915" y="888958"/>
                  </a:lnTo>
                  <a:lnTo>
                    <a:pt x="5369041" y="888958"/>
                  </a:lnTo>
                  <a:lnTo>
                    <a:pt x="5369167" y="888958"/>
                  </a:lnTo>
                  <a:lnTo>
                    <a:pt x="5369294" y="888958"/>
                  </a:lnTo>
                  <a:lnTo>
                    <a:pt x="5369420" y="888958"/>
                  </a:lnTo>
                  <a:lnTo>
                    <a:pt x="5369546" y="888958"/>
                  </a:lnTo>
                  <a:lnTo>
                    <a:pt x="5369672" y="888958"/>
                  </a:lnTo>
                  <a:lnTo>
                    <a:pt x="5369799" y="888958"/>
                  </a:lnTo>
                  <a:lnTo>
                    <a:pt x="5369925" y="888958"/>
                  </a:lnTo>
                  <a:lnTo>
                    <a:pt x="5370051" y="888958"/>
                  </a:lnTo>
                  <a:lnTo>
                    <a:pt x="5370177" y="888958"/>
                  </a:lnTo>
                  <a:lnTo>
                    <a:pt x="5370304" y="888958"/>
                  </a:lnTo>
                  <a:lnTo>
                    <a:pt x="5370430" y="888958"/>
                  </a:lnTo>
                  <a:lnTo>
                    <a:pt x="5370556" y="888958"/>
                  </a:lnTo>
                  <a:lnTo>
                    <a:pt x="5370682" y="888958"/>
                  </a:lnTo>
                  <a:lnTo>
                    <a:pt x="5370809" y="888958"/>
                  </a:lnTo>
                  <a:lnTo>
                    <a:pt x="5370935" y="888958"/>
                  </a:lnTo>
                  <a:lnTo>
                    <a:pt x="5371061" y="888958"/>
                  </a:lnTo>
                  <a:lnTo>
                    <a:pt x="5371188" y="888958"/>
                  </a:lnTo>
                  <a:lnTo>
                    <a:pt x="5371314" y="888958"/>
                  </a:lnTo>
                  <a:lnTo>
                    <a:pt x="5371440" y="888958"/>
                  </a:lnTo>
                  <a:lnTo>
                    <a:pt x="5371566" y="888958"/>
                  </a:lnTo>
                  <a:lnTo>
                    <a:pt x="5371693" y="888958"/>
                  </a:lnTo>
                  <a:lnTo>
                    <a:pt x="5371819" y="888958"/>
                  </a:lnTo>
                  <a:lnTo>
                    <a:pt x="5371945" y="888958"/>
                  </a:lnTo>
                  <a:lnTo>
                    <a:pt x="5372071" y="888958"/>
                  </a:lnTo>
                  <a:lnTo>
                    <a:pt x="5372198" y="888958"/>
                  </a:lnTo>
                  <a:lnTo>
                    <a:pt x="5372324" y="888958"/>
                  </a:lnTo>
                  <a:lnTo>
                    <a:pt x="5372450" y="888958"/>
                  </a:lnTo>
                  <a:lnTo>
                    <a:pt x="5372576" y="888958"/>
                  </a:lnTo>
                  <a:lnTo>
                    <a:pt x="5372703" y="888958"/>
                  </a:lnTo>
                  <a:lnTo>
                    <a:pt x="5372829" y="888958"/>
                  </a:lnTo>
                  <a:lnTo>
                    <a:pt x="5372955" y="888958"/>
                  </a:lnTo>
                  <a:lnTo>
                    <a:pt x="5373081" y="888958"/>
                  </a:lnTo>
                  <a:lnTo>
                    <a:pt x="5373208" y="888958"/>
                  </a:lnTo>
                  <a:lnTo>
                    <a:pt x="5373334" y="888958"/>
                  </a:lnTo>
                  <a:lnTo>
                    <a:pt x="5373460" y="888958"/>
                  </a:lnTo>
                  <a:lnTo>
                    <a:pt x="5373586" y="888958"/>
                  </a:lnTo>
                  <a:lnTo>
                    <a:pt x="5373713" y="888958"/>
                  </a:lnTo>
                  <a:lnTo>
                    <a:pt x="5373839" y="888958"/>
                  </a:lnTo>
                  <a:lnTo>
                    <a:pt x="5373965" y="888958"/>
                  </a:lnTo>
                  <a:lnTo>
                    <a:pt x="5374091" y="888958"/>
                  </a:lnTo>
                  <a:lnTo>
                    <a:pt x="5374218" y="888958"/>
                  </a:lnTo>
                  <a:lnTo>
                    <a:pt x="5374344" y="888958"/>
                  </a:lnTo>
                  <a:lnTo>
                    <a:pt x="5374470" y="888958"/>
                  </a:lnTo>
                  <a:lnTo>
                    <a:pt x="5374596" y="888958"/>
                  </a:lnTo>
                  <a:lnTo>
                    <a:pt x="5374723" y="888958"/>
                  </a:lnTo>
                  <a:lnTo>
                    <a:pt x="5374849" y="888958"/>
                  </a:lnTo>
                  <a:lnTo>
                    <a:pt x="5374975" y="888958"/>
                  </a:lnTo>
                  <a:lnTo>
                    <a:pt x="5375101" y="888958"/>
                  </a:lnTo>
                  <a:lnTo>
                    <a:pt x="5375228" y="888958"/>
                  </a:lnTo>
                  <a:lnTo>
                    <a:pt x="5375354" y="888958"/>
                  </a:lnTo>
                  <a:lnTo>
                    <a:pt x="5375480" y="888958"/>
                  </a:lnTo>
                  <a:lnTo>
                    <a:pt x="5375606" y="888958"/>
                  </a:lnTo>
                  <a:lnTo>
                    <a:pt x="5375733" y="888958"/>
                  </a:lnTo>
                  <a:lnTo>
                    <a:pt x="5375859" y="888958"/>
                  </a:lnTo>
                  <a:lnTo>
                    <a:pt x="5375985" y="888958"/>
                  </a:lnTo>
                  <a:lnTo>
                    <a:pt x="5376111" y="888958"/>
                  </a:lnTo>
                  <a:lnTo>
                    <a:pt x="5376238" y="888958"/>
                  </a:lnTo>
                  <a:lnTo>
                    <a:pt x="5376364" y="888958"/>
                  </a:lnTo>
                  <a:lnTo>
                    <a:pt x="5376490" y="888958"/>
                  </a:lnTo>
                  <a:lnTo>
                    <a:pt x="5376617" y="888958"/>
                  </a:lnTo>
                  <a:lnTo>
                    <a:pt x="5376743" y="888958"/>
                  </a:lnTo>
                  <a:lnTo>
                    <a:pt x="5376869" y="888958"/>
                  </a:lnTo>
                  <a:lnTo>
                    <a:pt x="5376995" y="888958"/>
                  </a:lnTo>
                  <a:lnTo>
                    <a:pt x="5377122" y="888958"/>
                  </a:lnTo>
                  <a:lnTo>
                    <a:pt x="5377248" y="888958"/>
                  </a:lnTo>
                  <a:lnTo>
                    <a:pt x="5377374" y="888958"/>
                  </a:lnTo>
                  <a:lnTo>
                    <a:pt x="5377500" y="888958"/>
                  </a:lnTo>
                  <a:lnTo>
                    <a:pt x="5377627" y="888958"/>
                  </a:lnTo>
                  <a:lnTo>
                    <a:pt x="5377753" y="888958"/>
                  </a:lnTo>
                  <a:lnTo>
                    <a:pt x="5377879" y="888958"/>
                  </a:lnTo>
                  <a:lnTo>
                    <a:pt x="5378005" y="888958"/>
                  </a:lnTo>
                  <a:lnTo>
                    <a:pt x="5378132" y="888958"/>
                  </a:lnTo>
                  <a:lnTo>
                    <a:pt x="5378258" y="888958"/>
                  </a:lnTo>
                  <a:lnTo>
                    <a:pt x="5378384" y="888958"/>
                  </a:lnTo>
                  <a:lnTo>
                    <a:pt x="5378510" y="888958"/>
                  </a:lnTo>
                  <a:lnTo>
                    <a:pt x="5378637" y="888958"/>
                  </a:lnTo>
                  <a:lnTo>
                    <a:pt x="5378763" y="888958"/>
                  </a:lnTo>
                  <a:lnTo>
                    <a:pt x="5378889" y="888958"/>
                  </a:lnTo>
                  <a:lnTo>
                    <a:pt x="5379015" y="888958"/>
                  </a:lnTo>
                  <a:lnTo>
                    <a:pt x="5379142" y="888958"/>
                  </a:lnTo>
                  <a:lnTo>
                    <a:pt x="5379268" y="888958"/>
                  </a:lnTo>
                  <a:lnTo>
                    <a:pt x="5379394" y="888958"/>
                  </a:lnTo>
                  <a:lnTo>
                    <a:pt x="5379520" y="888958"/>
                  </a:lnTo>
                  <a:lnTo>
                    <a:pt x="5379647" y="888958"/>
                  </a:lnTo>
                  <a:lnTo>
                    <a:pt x="5379773" y="888958"/>
                  </a:lnTo>
                  <a:lnTo>
                    <a:pt x="5379899" y="888958"/>
                  </a:lnTo>
                  <a:lnTo>
                    <a:pt x="5380025" y="888958"/>
                  </a:lnTo>
                  <a:lnTo>
                    <a:pt x="5380152" y="888958"/>
                  </a:lnTo>
                  <a:lnTo>
                    <a:pt x="5380278" y="888958"/>
                  </a:lnTo>
                  <a:lnTo>
                    <a:pt x="5380404" y="888958"/>
                  </a:lnTo>
                  <a:lnTo>
                    <a:pt x="5380530" y="888958"/>
                  </a:lnTo>
                  <a:lnTo>
                    <a:pt x="5380657" y="888958"/>
                  </a:lnTo>
                  <a:lnTo>
                    <a:pt x="5380783" y="888958"/>
                  </a:lnTo>
                  <a:lnTo>
                    <a:pt x="5380909" y="888958"/>
                  </a:lnTo>
                  <a:lnTo>
                    <a:pt x="5381035" y="888958"/>
                  </a:lnTo>
                  <a:lnTo>
                    <a:pt x="5381162" y="888958"/>
                  </a:lnTo>
                  <a:lnTo>
                    <a:pt x="5381288" y="888958"/>
                  </a:lnTo>
                  <a:lnTo>
                    <a:pt x="5381414" y="888958"/>
                  </a:lnTo>
                  <a:lnTo>
                    <a:pt x="5381541" y="888958"/>
                  </a:lnTo>
                  <a:lnTo>
                    <a:pt x="5381667" y="888958"/>
                  </a:lnTo>
                  <a:lnTo>
                    <a:pt x="5381793" y="888958"/>
                  </a:lnTo>
                  <a:lnTo>
                    <a:pt x="5381919" y="888958"/>
                  </a:lnTo>
                  <a:lnTo>
                    <a:pt x="5381919" y="884047"/>
                  </a:lnTo>
                  <a:lnTo>
                    <a:pt x="5382046" y="884047"/>
                  </a:lnTo>
                  <a:lnTo>
                    <a:pt x="5382172" y="884047"/>
                  </a:lnTo>
                  <a:lnTo>
                    <a:pt x="5382298" y="884047"/>
                  </a:lnTo>
                  <a:lnTo>
                    <a:pt x="5382424" y="884047"/>
                  </a:lnTo>
                  <a:lnTo>
                    <a:pt x="5382551" y="884047"/>
                  </a:lnTo>
                  <a:lnTo>
                    <a:pt x="5382677" y="884047"/>
                  </a:lnTo>
                  <a:lnTo>
                    <a:pt x="5382803" y="884047"/>
                  </a:lnTo>
                  <a:lnTo>
                    <a:pt x="5382929" y="884047"/>
                  </a:lnTo>
                  <a:lnTo>
                    <a:pt x="5383056" y="884047"/>
                  </a:lnTo>
                  <a:lnTo>
                    <a:pt x="5383182" y="884047"/>
                  </a:lnTo>
                  <a:lnTo>
                    <a:pt x="5383308" y="884047"/>
                  </a:lnTo>
                  <a:lnTo>
                    <a:pt x="5383434" y="884047"/>
                  </a:lnTo>
                  <a:lnTo>
                    <a:pt x="5383561" y="884047"/>
                  </a:lnTo>
                  <a:lnTo>
                    <a:pt x="5383687" y="884047"/>
                  </a:lnTo>
                  <a:lnTo>
                    <a:pt x="5383813" y="884047"/>
                  </a:lnTo>
                  <a:lnTo>
                    <a:pt x="5383939" y="884047"/>
                  </a:lnTo>
                  <a:lnTo>
                    <a:pt x="5384066" y="884047"/>
                  </a:lnTo>
                  <a:lnTo>
                    <a:pt x="5384192" y="884047"/>
                  </a:lnTo>
                  <a:lnTo>
                    <a:pt x="5384318" y="884047"/>
                  </a:lnTo>
                  <a:lnTo>
                    <a:pt x="5384444" y="884047"/>
                  </a:lnTo>
                  <a:lnTo>
                    <a:pt x="5384571" y="884047"/>
                  </a:lnTo>
                  <a:lnTo>
                    <a:pt x="5384697" y="884047"/>
                  </a:lnTo>
                  <a:lnTo>
                    <a:pt x="5384823" y="884047"/>
                  </a:lnTo>
                  <a:lnTo>
                    <a:pt x="5384949" y="884047"/>
                  </a:lnTo>
                  <a:lnTo>
                    <a:pt x="5385076" y="884047"/>
                  </a:lnTo>
                  <a:lnTo>
                    <a:pt x="5385202" y="884047"/>
                  </a:lnTo>
                  <a:lnTo>
                    <a:pt x="5385328" y="884047"/>
                  </a:lnTo>
                  <a:lnTo>
                    <a:pt x="5385454" y="884047"/>
                  </a:lnTo>
                  <a:lnTo>
                    <a:pt x="5385581" y="884047"/>
                  </a:lnTo>
                  <a:lnTo>
                    <a:pt x="5385707" y="884047"/>
                  </a:lnTo>
                  <a:lnTo>
                    <a:pt x="5385833" y="884047"/>
                  </a:lnTo>
                  <a:lnTo>
                    <a:pt x="5385959" y="884047"/>
                  </a:lnTo>
                  <a:lnTo>
                    <a:pt x="5386086" y="884047"/>
                  </a:lnTo>
                  <a:lnTo>
                    <a:pt x="5386212" y="884047"/>
                  </a:lnTo>
                  <a:lnTo>
                    <a:pt x="5386338" y="884047"/>
                  </a:lnTo>
                  <a:lnTo>
                    <a:pt x="5386464" y="884047"/>
                  </a:lnTo>
                  <a:lnTo>
                    <a:pt x="5386591" y="884047"/>
                  </a:lnTo>
                  <a:lnTo>
                    <a:pt x="5386717" y="884047"/>
                  </a:lnTo>
                  <a:lnTo>
                    <a:pt x="5386843" y="884047"/>
                  </a:lnTo>
                  <a:lnTo>
                    <a:pt x="5386970" y="884047"/>
                  </a:lnTo>
                  <a:lnTo>
                    <a:pt x="5387096" y="884047"/>
                  </a:lnTo>
                  <a:lnTo>
                    <a:pt x="5387222" y="884047"/>
                  </a:lnTo>
                  <a:lnTo>
                    <a:pt x="5387348" y="884047"/>
                  </a:lnTo>
                  <a:lnTo>
                    <a:pt x="5387475" y="884047"/>
                  </a:lnTo>
                  <a:lnTo>
                    <a:pt x="5387601" y="884047"/>
                  </a:lnTo>
                  <a:lnTo>
                    <a:pt x="5387727" y="884047"/>
                  </a:lnTo>
                  <a:lnTo>
                    <a:pt x="5387853" y="884047"/>
                  </a:lnTo>
                  <a:lnTo>
                    <a:pt x="5387980" y="884047"/>
                  </a:lnTo>
                  <a:lnTo>
                    <a:pt x="5388106" y="884047"/>
                  </a:lnTo>
                  <a:lnTo>
                    <a:pt x="5388232" y="884047"/>
                  </a:lnTo>
                  <a:lnTo>
                    <a:pt x="5388358" y="884047"/>
                  </a:lnTo>
                  <a:lnTo>
                    <a:pt x="5388485" y="884047"/>
                  </a:lnTo>
                  <a:lnTo>
                    <a:pt x="5388611" y="884047"/>
                  </a:lnTo>
                  <a:lnTo>
                    <a:pt x="5388737" y="884047"/>
                  </a:lnTo>
                  <a:lnTo>
                    <a:pt x="5388863" y="884047"/>
                  </a:lnTo>
                  <a:lnTo>
                    <a:pt x="5388990" y="884047"/>
                  </a:lnTo>
                  <a:lnTo>
                    <a:pt x="5389116" y="884047"/>
                  </a:lnTo>
                  <a:lnTo>
                    <a:pt x="5389242" y="884047"/>
                  </a:lnTo>
                  <a:lnTo>
                    <a:pt x="5389368" y="884047"/>
                  </a:lnTo>
                  <a:lnTo>
                    <a:pt x="5389495" y="884047"/>
                  </a:lnTo>
                  <a:lnTo>
                    <a:pt x="5389621" y="884047"/>
                  </a:lnTo>
                  <a:lnTo>
                    <a:pt x="5389747" y="884047"/>
                  </a:lnTo>
                  <a:lnTo>
                    <a:pt x="5389873" y="884047"/>
                  </a:lnTo>
                  <a:lnTo>
                    <a:pt x="5390000" y="884047"/>
                  </a:lnTo>
                  <a:lnTo>
                    <a:pt x="5390126" y="884047"/>
                  </a:lnTo>
                  <a:lnTo>
                    <a:pt x="5390252" y="884047"/>
                  </a:lnTo>
                  <a:lnTo>
                    <a:pt x="5390378" y="884047"/>
                  </a:lnTo>
                  <a:lnTo>
                    <a:pt x="5390505" y="884047"/>
                  </a:lnTo>
                  <a:lnTo>
                    <a:pt x="5390631" y="884047"/>
                  </a:lnTo>
                  <a:lnTo>
                    <a:pt x="5390757" y="884047"/>
                  </a:lnTo>
                  <a:lnTo>
                    <a:pt x="5390883" y="884047"/>
                  </a:lnTo>
                  <a:lnTo>
                    <a:pt x="5391010" y="884047"/>
                  </a:lnTo>
                  <a:lnTo>
                    <a:pt x="5391136" y="884047"/>
                  </a:lnTo>
                  <a:lnTo>
                    <a:pt x="5391262" y="884047"/>
                  </a:lnTo>
                  <a:lnTo>
                    <a:pt x="5391388" y="884047"/>
                  </a:lnTo>
                  <a:lnTo>
                    <a:pt x="5391515" y="884047"/>
                  </a:lnTo>
                  <a:lnTo>
                    <a:pt x="5391641" y="884047"/>
                  </a:lnTo>
                  <a:lnTo>
                    <a:pt x="5391767" y="884047"/>
                  </a:lnTo>
                  <a:lnTo>
                    <a:pt x="5391894" y="884047"/>
                  </a:lnTo>
                  <a:lnTo>
                    <a:pt x="5392020" y="884047"/>
                  </a:lnTo>
                  <a:lnTo>
                    <a:pt x="5392146" y="884047"/>
                  </a:lnTo>
                  <a:lnTo>
                    <a:pt x="5392272" y="884047"/>
                  </a:lnTo>
                  <a:lnTo>
                    <a:pt x="5392399" y="884047"/>
                  </a:lnTo>
                  <a:lnTo>
                    <a:pt x="5392525" y="884047"/>
                  </a:lnTo>
                  <a:lnTo>
                    <a:pt x="5392651" y="884047"/>
                  </a:lnTo>
                  <a:lnTo>
                    <a:pt x="5392777" y="884047"/>
                  </a:lnTo>
                  <a:lnTo>
                    <a:pt x="5392904" y="884047"/>
                  </a:lnTo>
                  <a:lnTo>
                    <a:pt x="5393030" y="884047"/>
                  </a:lnTo>
                  <a:lnTo>
                    <a:pt x="5393156" y="884047"/>
                  </a:lnTo>
                  <a:lnTo>
                    <a:pt x="5393282" y="884047"/>
                  </a:lnTo>
                  <a:lnTo>
                    <a:pt x="5393409" y="884047"/>
                  </a:lnTo>
                  <a:lnTo>
                    <a:pt x="5393535" y="884047"/>
                  </a:lnTo>
                  <a:lnTo>
                    <a:pt x="5393661" y="884047"/>
                  </a:lnTo>
                  <a:lnTo>
                    <a:pt x="5393787" y="884047"/>
                  </a:lnTo>
                  <a:lnTo>
                    <a:pt x="5393914" y="884047"/>
                  </a:lnTo>
                  <a:lnTo>
                    <a:pt x="5394040" y="884047"/>
                  </a:lnTo>
                  <a:lnTo>
                    <a:pt x="5394166" y="884047"/>
                  </a:lnTo>
                  <a:lnTo>
                    <a:pt x="5394292" y="884047"/>
                  </a:lnTo>
                  <a:lnTo>
                    <a:pt x="5394419" y="884047"/>
                  </a:lnTo>
                  <a:lnTo>
                    <a:pt x="5394545" y="884047"/>
                  </a:lnTo>
                  <a:lnTo>
                    <a:pt x="5394671" y="884047"/>
                  </a:lnTo>
                  <a:lnTo>
                    <a:pt x="5394797" y="884047"/>
                  </a:lnTo>
                  <a:lnTo>
                    <a:pt x="5394924" y="884047"/>
                  </a:lnTo>
                  <a:lnTo>
                    <a:pt x="5395050" y="884047"/>
                  </a:lnTo>
                  <a:lnTo>
                    <a:pt x="5395176" y="884047"/>
                  </a:lnTo>
                  <a:lnTo>
                    <a:pt x="5395302" y="884047"/>
                  </a:lnTo>
                  <a:lnTo>
                    <a:pt x="5395429" y="884047"/>
                  </a:lnTo>
                  <a:lnTo>
                    <a:pt x="5395555" y="884047"/>
                  </a:lnTo>
                  <a:lnTo>
                    <a:pt x="5395681" y="884047"/>
                  </a:lnTo>
                  <a:lnTo>
                    <a:pt x="5395807" y="884047"/>
                  </a:lnTo>
                  <a:lnTo>
                    <a:pt x="5395934" y="884047"/>
                  </a:lnTo>
                  <a:lnTo>
                    <a:pt x="5396060" y="884047"/>
                  </a:lnTo>
                  <a:lnTo>
                    <a:pt x="5396186" y="884047"/>
                  </a:lnTo>
                  <a:lnTo>
                    <a:pt x="5396186" y="879136"/>
                  </a:lnTo>
                  <a:lnTo>
                    <a:pt x="5396312" y="879136"/>
                  </a:lnTo>
                  <a:lnTo>
                    <a:pt x="5396439" y="879136"/>
                  </a:lnTo>
                  <a:lnTo>
                    <a:pt x="5396565" y="879136"/>
                  </a:lnTo>
                  <a:lnTo>
                    <a:pt x="5396691" y="879136"/>
                  </a:lnTo>
                  <a:lnTo>
                    <a:pt x="5396817" y="879136"/>
                  </a:lnTo>
                  <a:lnTo>
                    <a:pt x="5396944" y="879136"/>
                  </a:lnTo>
                  <a:lnTo>
                    <a:pt x="5397070" y="879136"/>
                  </a:lnTo>
                  <a:lnTo>
                    <a:pt x="5397196" y="879136"/>
                  </a:lnTo>
                  <a:lnTo>
                    <a:pt x="5397323" y="879136"/>
                  </a:lnTo>
                  <a:lnTo>
                    <a:pt x="5397449" y="879136"/>
                  </a:lnTo>
                  <a:lnTo>
                    <a:pt x="5397575" y="879136"/>
                  </a:lnTo>
                  <a:lnTo>
                    <a:pt x="5397701" y="879136"/>
                  </a:lnTo>
                  <a:lnTo>
                    <a:pt x="5397828" y="879136"/>
                  </a:lnTo>
                  <a:lnTo>
                    <a:pt x="5397954" y="879136"/>
                  </a:lnTo>
                  <a:lnTo>
                    <a:pt x="5398080" y="879136"/>
                  </a:lnTo>
                  <a:lnTo>
                    <a:pt x="5398206" y="879136"/>
                  </a:lnTo>
                  <a:lnTo>
                    <a:pt x="5398333" y="879136"/>
                  </a:lnTo>
                  <a:lnTo>
                    <a:pt x="5398459" y="879136"/>
                  </a:lnTo>
                  <a:lnTo>
                    <a:pt x="5398585" y="879136"/>
                  </a:lnTo>
                  <a:lnTo>
                    <a:pt x="5398711" y="879136"/>
                  </a:lnTo>
                  <a:lnTo>
                    <a:pt x="5398838" y="879136"/>
                  </a:lnTo>
                  <a:lnTo>
                    <a:pt x="5398964" y="879136"/>
                  </a:lnTo>
                  <a:lnTo>
                    <a:pt x="5399090" y="879136"/>
                  </a:lnTo>
                  <a:lnTo>
                    <a:pt x="5399216" y="879136"/>
                  </a:lnTo>
                  <a:lnTo>
                    <a:pt x="5399343" y="879136"/>
                  </a:lnTo>
                  <a:lnTo>
                    <a:pt x="5399469" y="879136"/>
                  </a:lnTo>
                  <a:lnTo>
                    <a:pt x="5399595" y="879136"/>
                  </a:lnTo>
                  <a:lnTo>
                    <a:pt x="5399721" y="879136"/>
                  </a:lnTo>
                  <a:lnTo>
                    <a:pt x="5399848" y="879136"/>
                  </a:lnTo>
                  <a:lnTo>
                    <a:pt x="5399974" y="879136"/>
                  </a:lnTo>
                  <a:lnTo>
                    <a:pt x="5400100" y="879136"/>
                  </a:lnTo>
                  <a:lnTo>
                    <a:pt x="5400226" y="879136"/>
                  </a:lnTo>
                  <a:lnTo>
                    <a:pt x="5400353" y="879136"/>
                  </a:lnTo>
                  <a:lnTo>
                    <a:pt x="5400479" y="879136"/>
                  </a:lnTo>
                  <a:lnTo>
                    <a:pt x="5400605" y="879136"/>
                  </a:lnTo>
                  <a:lnTo>
                    <a:pt x="5400731" y="879136"/>
                  </a:lnTo>
                  <a:lnTo>
                    <a:pt x="5400858" y="879136"/>
                  </a:lnTo>
                  <a:lnTo>
                    <a:pt x="5400984" y="879136"/>
                  </a:lnTo>
                  <a:lnTo>
                    <a:pt x="5401110" y="879136"/>
                  </a:lnTo>
                  <a:lnTo>
                    <a:pt x="5401236" y="879136"/>
                  </a:lnTo>
                  <a:lnTo>
                    <a:pt x="5401363" y="879136"/>
                  </a:lnTo>
                  <a:lnTo>
                    <a:pt x="5401489" y="879136"/>
                  </a:lnTo>
                  <a:lnTo>
                    <a:pt x="5401615" y="879136"/>
                  </a:lnTo>
                  <a:lnTo>
                    <a:pt x="5401741" y="879136"/>
                  </a:lnTo>
                  <a:lnTo>
                    <a:pt x="5401868" y="879136"/>
                  </a:lnTo>
                  <a:lnTo>
                    <a:pt x="5401994" y="879136"/>
                  </a:lnTo>
                  <a:lnTo>
                    <a:pt x="5402120" y="879136"/>
                  </a:lnTo>
                  <a:lnTo>
                    <a:pt x="5402247" y="879136"/>
                  </a:lnTo>
                  <a:lnTo>
                    <a:pt x="5402373" y="879136"/>
                  </a:lnTo>
                  <a:lnTo>
                    <a:pt x="5402499" y="879136"/>
                  </a:lnTo>
                  <a:lnTo>
                    <a:pt x="5402625" y="879136"/>
                  </a:lnTo>
                  <a:lnTo>
                    <a:pt x="5402752" y="879136"/>
                  </a:lnTo>
                  <a:lnTo>
                    <a:pt x="5402878" y="879136"/>
                  </a:lnTo>
                  <a:lnTo>
                    <a:pt x="5403004" y="879136"/>
                  </a:lnTo>
                  <a:lnTo>
                    <a:pt x="5403130" y="879136"/>
                  </a:lnTo>
                  <a:lnTo>
                    <a:pt x="5403257" y="879136"/>
                  </a:lnTo>
                  <a:lnTo>
                    <a:pt x="5403383" y="879136"/>
                  </a:lnTo>
                  <a:lnTo>
                    <a:pt x="5403509" y="879136"/>
                  </a:lnTo>
                  <a:lnTo>
                    <a:pt x="5403635" y="879136"/>
                  </a:lnTo>
                  <a:lnTo>
                    <a:pt x="5403762" y="879136"/>
                  </a:lnTo>
                  <a:lnTo>
                    <a:pt x="5403888" y="879136"/>
                  </a:lnTo>
                  <a:lnTo>
                    <a:pt x="5404014" y="879136"/>
                  </a:lnTo>
                  <a:lnTo>
                    <a:pt x="5404140" y="879136"/>
                  </a:lnTo>
                  <a:lnTo>
                    <a:pt x="5404267" y="879136"/>
                  </a:lnTo>
                  <a:lnTo>
                    <a:pt x="5404393" y="879136"/>
                  </a:lnTo>
                  <a:lnTo>
                    <a:pt x="5404519" y="879136"/>
                  </a:lnTo>
                  <a:lnTo>
                    <a:pt x="5404645" y="879136"/>
                  </a:lnTo>
                  <a:lnTo>
                    <a:pt x="5404772" y="879136"/>
                  </a:lnTo>
                  <a:lnTo>
                    <a:pt x="5404898" y="879136"/>
                  </a:lnTo>
                  <a:lnTo>
                    <a:pt x="5405024" y="879136"/>
                  </a:lnTo>
                  <a:lnTo>
                    <a:pt x="5405150" y="879136"/>
                  </a:lnTo>
                  <a:lnTo>
                    <a:pt x="5405277" y="879136"/>
                  </a:lnTo>
                  <a:lnTo>
                    <a:pt x="5405403" y="879136"/>
                  </a:lnTo>
                  <a:lnTo>
                    <a:pt x="5405529" y="879136"/>
                  </a:lnTo>
                  <a:lnTo>
                    <a:pt x="5405655" y="879136"/>
                  </a:lnTo>
                  <a:lnTo>
                    <a:pt x="5405782" y="879136"/>
                  </a:lnTo>
                  <a:lnTo>
                    <a:pt x="5405908" y="879136"/>
                  </a:lnTo>
                  <a:lnTo>
                    <a:pt x="5406034" y="879136"/>
                  </a:lnTo>
                  <a:lnTo>
                    <a:pt x="5406160" y="879136"/>
                  </a:lnTo>
                  <a:lnTo>
                    <a:pt x="5406287" y="879136"/>
                  </a:lnTo>
                  <a:lnTo>
                    <a:pt x="5406413" y="879136"/>
                  </a:lnTo>
                  <a:lnTo>
                    <a:pt x="5406539" y="879136"/>
                  </a:lnTo>
                  <a:lnTo>
                    <a:pt x="5406665" y="879136"/>
                  </a:lnTo>
                  <a:lnTo>
                    <a:pt x="5406792" y="879136"/>
                  </a:lnTo>
                  <a:lnTo>
                    <a:pt x="5406918" y="879136"/>
                  </a:lnTo>
                  <a:lnTo>
                    <a:pt x="5407044" y="879136"/>
                  </a:lnTo>
                  <a:lnTo>
                    <a:pt x="5407171" y="879136"/>
                  </a:lnTo>
                  <a:lnTo>
                    <a:pt x="5407297" y="879136"/>
                  </a:lnTo>
                  <a:lnTo>
                    <a:pt x="5407423" y="879136"/>
                  </a:lnTo>
                  <a:lnTo>
                    <a:pt x="5407549" y="879136"/>
                  </a:lnTo>
                  <a:lnTo>
                    <a:pt x="5407676" y="879136"/>
                  </a:lnTo>
                  <a:lnTo>
                    <a:pt x="5407802" y="879136"/>
                  </a:lnTo>
                  <a:lnTo>
                    <a:pt x="5407928" y="879136"/>
                  </a:lnTo>
                  <a:lnTo>
                    <a:pt x="5408054" y="879136"/>
                  </a:lnTo>
                  <a:lnTo>
                    <a:pt x="5408181" y="879136"/>
                  </a:lnTo>
                  <a:lnTo>
                    <a:pt x="5408307" y="879136"/>
                  </a:lnTo>
                  <a:lnTo>
                    <a:pt x="5408433" y="879136"/>
                  </a:lnTo>
                  <a:lnTo>
                    <a:pt x="5408559" y="879136"/>
                  </a:lnTo>
                  <a:lnTo>
                    <a:pt x="5408686" y="879136"/>
                  </a:lnTo>
                  <a:lnTo>
                    <a:pt x="5408812" y="879136"/>
                  </a:lnTo>
                  <a:lnTo>
                    <a:pt x="5408938" y="879136"/>
                  </a:lnTo>
                  <a:lnTo>
                    <a:pt x="5409064" y="879136"/>
                  </a:lnTo>
                  <a:lnTo>
                    <a:pt x="5409191" y="879136"/>
                  </a:lnTo>
                  <a:lnTo>
                    <a:pt x="5409317" y="879136"/>
                  </a:lnTo>
                  <a:lnTo>
                    <a:pt x="5409443" y="879136"/>
                  </a:lnTo>
                  <a:lnTo>
                    <a:pt x="5409569" y="879136"/>
                  </a:lnTo>
                  <a:lnTo>
                    <a:pt x="5409696" y="879136"/>
                  </a:lnTo>
                  <a:lnTo>
                    <a:pt x="5409822" y="879136"/>
                  </a:lnTo>
                  <a:lnTo>
                    <a:pt x="5409948" y="879136"/>
                  </a:lnTo>
                  <a:lnTo>
                    <a:pt x="5410074" y="879136"/>
                  </a:lnTo>
                  <a:lnTo>
                    <a:pt x="5410201" y="879136"/>
                  </a:lnTo>
                  <a:lnTo>
                    <a:pt x="5410327" y="879136"/>
                  </a:lnTo>
                  <a:lnTo>
                    <a:pt x="5410453" y="879136"/>
                  </a:lnTo>
                  <a:lnTo>
                    <a:pt x="5410579" y="879136"/>
                  </a:lnTo>
                  <a:lnTo>
                    <a:pt x="5410706" y="879136"/>
                  </a:lnTo>
                  <a:lnTo>
                    <a:pt x="5410832" y="879136"/>
                  </a:lnTo>
                  <a:lnTo>
                    <a:pt x="5410832" y="874224"/>
                  </a:lnTo>
                  <a:lnTo>
                    <a:pt x="5410958" y="874224"/>
                  </a:lnTo>
                  <a:lnTo>
                    <a:pt x="5411084" y="874224"/>
                  </a:lnTo>
                  <a:lnTo>
                    <a:pt x="5411211" y="874224"/>
                  </a:lnTo>
                  <a:lnTo>
                    <a:pt x="5411337" y="874224"/>
                  </a:lnTo>
                  <a:lnTo>
                    <a:pt x="5411463" y="874224"/>
                  </a:lnTo>
                  <a:lnTo>
                    <a:pt x="5411589" y="874224"/>
                  </a:lnTo>
                  <a:lnTo>
                    <a:pt x="5411716" y="874224"/>
                  </a:lnTo>
                  <a:lnTo>
                    <a:pt x="5411842" y="874224"/>
                  </a:lnTo>
                  <a:lnTo>
                    <a:pt x="5411842" y="869313"/>
                  </a:lnTo>
                  <a:lnTo>
                    <a:pt x="5411968" y="869313"/>
                  </a:lnTo>
                  <a:lnTo>
                    <a:pt x="5412094" y="869313"/>
                  </a:lnTo>
                  <a:lnTo>
                    <a:pt x="5412221" y="869313"/>
                  </a:lnTo>
                  <a:lnTo>
                    <a:pt x="5412347" y="869313"/>
                  </a:lnTo>
                  <a:lnTo>
                    <a:pt x="5412473" y="869313"/>
                  </a:lnTo>
                  <a:lnTo>
                    <a:pt x="5412600" y="869313"/>
                  </a:lnTo>
                  <a:lnTo>
                    <a:pt x="5412726" y="869313"/>
                  </a:lnTo>
                  <a:lnTo>
                    <a:pt x="5412852" y="869313"/>
                  </a:lnTo>
                  <a:lnTo>
                    <a:pt x="5412978" y="869313"/>
                  </a:lnTo>
                  <a:lnTo>
                    <a:pt x="5413105" y="869313"/>
                  </a:lnTo>
                  <a:lnTo>
                    <a:pt x="5413231" y="869313"/>
                  </a:lnTo>
                  <a:lnTo>
                    <a:pt x="5413357" y="869313"/>
                  </a:lnTo>
                  <a:lnTo>
                    <a:pt x="5413483" y="869313"/>
                  </a:lnTo>
                  <a:lnTo>
                    <a:pt x="5413610" y="869313"/>
                  </a:lnTo>
                  <a:lnTo>
                    <a:pt x="5413736" y="869313"/>
                  </a:lnTo>
                  <a:lnTo>
                    <a:pt x="5413862" y="869313"/>
                  </a:lnTo>
                  <a:lnTo>
                    <a:pt x="5413988" y="869313"/>
                  </a:lnTo>
                  <a:lnTo>
                    <a:pt x="5414115" y="869313"/>
                  </a:lnTo>
                  <a:lnTo>
                    <a:pt x="5414241" y="869313"/>
                  </a:lnTo>
                  <a:lnTo>
                    <a:pt x="5414367" y="869313"/>
                  </a:lnTo>
                  <a:lnTo>
                    <a:pt x="5414493" y="869313"/>
                  </a:lnTo>
                  <a:lnTo>
                    <a:pt x="5414620" y="869313"/>
                  </a:lnTo>
                  <a:lnTo>
                    <a:pt x="5414746" y="869313"/>
                  </a:lnTo>
                  <a:lnTo>
                    <a:pt x="5414872" y="869313"/>
                  </a:lnTo>
                  <a:lnTo>
                    <a:pt x="5414998" y="869313"/>
                  </a:lnTo>
                  <a:lnTo>
                    <a:pt x="5415125" y="869313"/>
                  </a:lnTo>
                  <a:lnTo>
                    <a:pt x="5415251" y="869313"/>
                  </a:lnTo>
                  <a:lnTo>
                    <a:pt x="5415377" y="869313"/>
                  </a:lnTo>
                  <a:lnTo>
                    <a:pt x="5415503" y="869313"/>
                  </a:lnTo>
                  <a:lnTo>
                    <a:pt x="5415630" y="869313"/>
                  </a:lnTo>
                  <a:lnTo>
                    <a:pt x="5415756" y="869313"/>
                  </a:lnTo>
                  <a:lnTo>
                    <a:pt x="5415882" y="869313"/>
                  </a:lnTo>
                  <a:lnTo>
                    <a:pt x="5416008" y="869313"/>
                  </a:lnTo>
                  <a:lnTo>
                    <a:pt x="5416135" y="869313"/>
                  </a:lnTo>
                  <a:lnTo>
                    <a:pt x="5416261" y="869313"/>
                  </a:lnTo>
                  <a:lnTo>
                    <a:pt x="5416387" y="869313"/>
                  </a:lnTo>
                  <a:lnTo>
                    <a:pt x="5416513" y="869313"/>
                  </a:lnTo>
                  <a:lnTo>
                    <a:pt x="5416640" y="869313"/>
                  </a:lnTo>
                  <a:lnTo>
                    <a:pt x="5416766" y="869313"/>
                  </a:lnTo>
                  <a:lnTo>
                    <a:pt x="5416892" y="869313"/>
                  </a:lnTo>
                  <a:lnTo>
                    <a:pt x="5417018" y="869313"/>
                  </a:lnTo>
                  <a:lnTo>
                    <a:pt x="5417145" y="869313"/>
                  </a:lnTo>
                  <a:lnTo>
                    <a:pt x="5417271" y="869313"/>
                  </a:lnTo>
                  <a:lnTo>
                    <a:pt x="5417397" y="869313"/>
                  </a:lnTo>
                  <a:lnTo>
                    <a:pt x="5417524" y="869313"/>
                  </a:lnTo>
                  <a:lnTo>
                    <a:pt x="5417650" y="869313"/>
                  </a:lnTo>
                  <a:lnTo>
                    <a:pt x="5417776" y="869313"/>
                  </a:lnTo>
                  <a:lnTo>
                    <a:pt x="5417902" y="869313"/>
                  </a:lnTo>
                  <a:lnTo>
                    <a:pt x="5418029" y="869313"/>
                  </a:lnTo>
                  <a:lnTo>
                    <a:pt x="5418155" y="869313"/>
                  </a:lnTo>
                  <a:lnTo>
                    <a:pt x="5418281" y="869313"/>
                  </a:lnTo>
                  <a:lnTo>
                    <a:pt x="5418407" y="869313"/>
                  </a:lnTo>
                  <a:lnTo>
                    <a:pt x="5418534" y="869313"/>
                  </a:lnTo>
                  <a:lnTo>
                    <a:pt x="5418660" y="869313"/>
                  </a:lnTo>
                  <a:lnTo>
                    <a:pt x="5418786" y="869313"/>
                  </a:lnTo>
                  <a:lnTo>
                    <a:pt x="5418912" y="869313"/>
                  </a:lnTo>
                  <a:lnTo>
                    <a:pt x="5419039" y="869313"/>
                  </a:lnTo>
                  <a:lnTo>
                    <a:pt x="5419165" y="869313"/>
                  </a:lnTo>
                  <a:lnTo>
                    <a:pt x="5419291" y="869313"/>
                  </a:lnTo>
                  <a:lnTo>
                    <a:pt x="5419417" y="869313"/>
                  </a:lnTo>
                  <a:lnTo>
                    <a:pt x="5419544" y="869313"/>
                  </a:lnTo>
                  <a:lnTo>
                    <a:pt x="5419670" y="869313"/>
                  </a:lnTo>
                  <a:lnTo>
                    <a:pt x="5419796" y="869313"/>
                  </a:lnTo>
                  <a:lnTo>
                    <a:pt x="5419922" y="869313"/>
                  </a:lnTo>
                  <a:lnTo>
                    <a:pt x="5420049" y="869313"/>
                  </a:lnTo>
                  <a:lnTo>
                    <a:pt x="5420175" y="869313"/>
                  </a:lnTo>
                  <a:lnTo>
                    <a:pt x="5420301" y="869313"/>
                  </a:lnTo>
                  <a:lnTo>
                    <a:pt x="5420427" y="869313"/>
                  </a:lnTo>
                  <a:lnTo>
                    <a:pt x="5420554" y="869313"/>
                  </a:lnTo>
                  <a:lnTo>
                    <a:pt x="5420680" y="869313"/>
                  </a:lnTo>
                  <a:lnTo>
                    <a:pt x="5420806" y="869313"/>
                  </a:lnTo>
                  <a:lnTo>
                    <a:pt x="5420932" y="869313"/>
                  </a:lnTo>
                  <a:lnTo>
                    <a:pt x="5421059" y="869313"/>
                  </a:lnTo>
                  <a:lnTo>
                    <a:pt x="5421185" y="869313"/>
                  </a:lnTo>
                  <a:lnTo>
                    <a:pt x="5421311" y="869313"/>
                  </a:lnTo>
                  <a:lnTo>
                    <a:pt x="5421437" y="869313"/>
                  </a:lnTo>
                  <a:lnTo>
                    <a:pt x="5421564" y="869313"/>
                  </a:lnTo>
                  <a:lnTo>
                    <a:pt x="5421690" y="869313"/>
                  </a:lnTo>
                  <a:lnTo>
                    <a:pt x="5421816" y="869313"/>
                  </a:lnTo>
                  <a:lnTo>
                    <a:pt x="5421942" y="869313"/>
                  </a:lnTo>
                  <a:lnTo>
                    <a:pt x="5422069" y="869313"/>
                  </a:lnTo>
                  <a:lnTo>
                    <a:pt x="5422195" y="869313"/>
                  </a:lnTo>
                  <a:lnTo>
                    <a:pt x="5422321" y="869313"/>
                  </a:lnTo>
                  <a:lnTo>
                    <a:pt x="5422447" y="869313"/>
                  </a:lnTo>
                  <a:lnTo>
                    <a:pt x="5422574" y="869313"/>
                  </a:lnTo>
                  <a:lnTo>
                    <a:pt x="5422700" y="869313"/>
                  </a:lnTo>
                  <a:lnTo>
                    <a:pt x="5422826" y="869313"/>
                  </a:lnTo>
                  <a:lnTo>
                    <a:pt x="5422953" y="869313"/>
                  </a:lnTo>
                  <a:lnTo>
                    <a:pt x="5423079" y="869313"/>
                  </a:lnTo>
                  <a:lnTo>
                    <a:pt x="5423205" y="869313"/>
                  </a:lnTo>
                  <a:lnTo>
                    <a:pt x="5423331" y="869313"/>
                  </a:lnTo>
                  <a:lnTo>
                    <a:pt x="5423458" y="869313"/>
                  </a:lnTo>
                  <a:lnTo>
                    <a:pt x="5423584" y="869313"/>
                  </a:lnTo>
                  <a:lnTo>
                    <a:pt x="5423710" y="869313"/>
                  </a:lnTo>
                  <a:lnTo>
                    <a:pt x="5423836" y="869313"/>
                  </a:lnTo>
                  <a:lnTo>
                    <a:pt x="5423963" y="869313"/>
                  </a:lnTo>
                  <a:lnTo>
                    <a:pt x="5424089" y="869313"/>
                  </a:lnTo>
                  <a:lnTo>
                    <a:pt x="5424215" y="869313"/>
                  </a:lnTo>
                  <a:lnTo>
                    <a:pt x="5424341" y="869313"/>
                  </a:lnTo>
                  <a:lnTo>
                    <a:pt x="5424468" y="869313"/>
                  </a:lnTo>
                  <a:lnTo>
                    <a:pt x="5424594" y="869313"/>
                  </a:lnTo>
                  <a:lnTo>
                    <a:pt x="5424720" y="869313"/>
                  </a:lnTo>
                  <a:lnTo>
                    <a:pt x="5424846" y="869313"/>
                  </a:lnTo>
                  <a:lnTo>
                    <a:pt x="5424973" y="869313"/>
                  </a:lnTo>
                  <a:lnTo>
                    <a:pt x="5425099" y="869313"/>
                  </a:lnTo>
                  <a:lnTo>
                    <a:pt x="5425225" y="869313"/>
                  </a:lnTo>
                  <a:lnTo>
                    <a:pt x="5425351" y="869313"/>
                  </a:lnTo>
                  <a:lnTo>
                    <a:pt x="5425478" y="869313"/>
                  </a:lnTo>
                  <a:lnTo>
                    <a:pt x="5425604" y="869313"/>
                  </a:lnTo>
                  <a:lnTo>
                    <a:pt x="5425730" y="869313"/>
                  </a:lnTo>
                  <a:lnTo>
                    <a:pt x="5425856" y="869313"/>
                  </a:lnTo>
                  <a:lnTo>
                    <a:pt x="5425983" y="869313"/>
                  </a:lnTo>
                  <a:lnTo>
                    <a:pt x="5426109" y="869313"/>
                  </a:lnTo>
                  <a:lnTo>
                    <a:pt x="5426235" y="869313"/>
                  </a:lnTo>
                  <a:lnTo>
                    <a:pt x="5426361" y="869313"/>
                  </a:lnTo>
                  <a:lnTo>
                    <a:pt x="5426488" y="869313"/>
                  </a:lnTo>
                  <a:lnTo>
                    <a:pt x="5426614" y="869313"/>
                  </a:lnTo>
                  <a:lnTo>
                    <a:pt x="5426740" y="869313"/>
                  </a:lnTo>
                  <a:lnTo>
                    <a:pt x="5426866" y="869313"/>
                  </a:lnTo>
                  <a:lnTo>
                    <a:pt x="5426993" y="869313"/>
                  </a:lnTo>
                  <a:lnTo>
                    <a:pt x="5427119" y="869313"/>
                  </a:lnTo>
                  <a:lnTo>
                    <a:pt x="5427245" y="869313"/>
                  </a:lnTo>
                  <a:lnTo>
                    <a:pt x="5427371" y="869313"/>
                  </a:lnTo>
                  <a:lnTo>
                    <a:pt x="5427498" y="869313"/>
                  </a:lnTo>
                  <a:lnTo>
                    <a:pt x="5427624" y="869313"/>
                  </a:lnTo>
                  <a:lnTo>
                    <a:pt x="5427750" y="869313"/>
                  </a:lnTo>
                  <a:lnTo>
                    <a:pt x="5427877" y="869313"/>
                  </a:lnTo>
                  <a:lnTo>
                    <a:pt x="5427877" y="864401"/>
                  </a:lnTo>
                  <a:lnTo>
                    <a:pt x="5428003" y="864401"/>
                  </a:lnTo>
                  <a:lnTo>
                    <a:pt x="5428129" y="864401"/>
                  </a:lnTo>
                  <a:lnTo>
                    <a:pt x="5428255" y="864401"/>
                  </a:lnTo>
                  <a:lnTo>
                    <a:pt x="5428382" y="864401"/>
                  </a:lnTo>
                  <a:lnTo>
                    <a:pt x="5428508" y="864401"/>
                  </a:lnTo>
                  <a:lnTo>
                    <a:pt x="5428634" y="864401"/>
                  </a:lnTo>
                  <a:lnTo>
                    <a:pt x="5428760" y="864401"/>
                  </a:lnTo>
                  <a:lnTo>
                    <a:pt x="5428887" y="864401"/>
                  </a:lnTo>
                  <a:lnTo>
                    <a:pt x="5429013" y="864401"/>
                  </a:lnTo>
                  <a:lnTo>
                    <a:pt x="5429139" y="864401"/>
                  </a:lnTo>
                  <a:lnTo>
                    <a:pt x="5429265" y="864401"/>
                  </a:lnTo>
                  <a:lnTo>
                    <a:pt x="5429392" y="864401"/>
                  </a:lnTo>
                  <a:lnTo>
                    <a:pt x="5429518" y="864401"/>
                  </a:lnTo>
                  <a:lnTo>
                    <a:pt x="5429644" y="864401"/>
                  </a:lnTo>
                  <a:lnTo>
                    <a:pt x="5429770" y="864401"/>
                  </a:lnTo>
                  <a:lnTo>
                    <a:pt x="5429897" y="864401"/>
                  </a:lnTo>
                  <a:lnTo>
                    <a:pt x="5430023" y="864401"/>
                  </a:lnTo>
                  <a:lnTo>
                    <a:pt x="5430149" y="864401"/>
                  </a:lnTo>
                  <a:lnTo>
                    <a:pt x="5430275" y="864401"/>
                  </a:lnTo>
                  <a:lnTo>
                    <a:pt x="5430402" y="864401"/>
                  </a:lnTo>
                  <a:lnTo>
                    <a:pt x="5430528" y="864401"/>
                  </a:lnTo>
                  <a:lnTo>
                    <a:pt x="5430654" y="864401"/>
                  </a:lnTo>
                  <a:lnTo>
                    <a:pt x="5430780" y="864401"/>
                  </a:lnTo>
                  <a:lnTo>
                    <a:pt x="5430907" y="864401"/>
                  </a:lnTo>
                  <a:lnTo>
                    <a:pt x="5431033" y="864401"/>
                  </a:lnTo>
                  <a:lnTo>
                    <a:pt x="5431159" y="864401"/>
                  </a:lnTo>
                  <a:lnTo>
                    <a:pt x="5431285" y="864401"/>
                  </a:lnTo>
                  <a:lnTo>
                    <a:pt x="5431412" y="864401"/>
                  </a:lnTo>
                  <a:lnTo>
                    <a:pt x="5431538" y="864401"/>
                  </a:lnTo>
                  <a:lnTo>
                    <a:pt x="5431664" y="864401"/>
                  </a:lnTo>
                  <a:lnTo>
                    <a:pt x="5431790" y="864401"/>
                  </a:lnTo>
                  <a:lnTo>
                    <a:pt x="5431917" y="864401"/>
                  </a:lnTo>
                  <a:lnTo>
                    <a:pt x="5432043" y="864401"/>
                  </a:lnTo>
                  <a:lnTo>
                    <a:pt x="5432169" y="864401"/>
                  </a:lnTo>
                  <a:lnTo>
                    <a:pt x="5432295" y="864401"/>
                  </a:lnTo>
                  <a:lnTo>
                    <a:pt x="5432422" y="864401"/>
                  </a:lnTo>
                  <a:lnTo>
                    <a:pt x="5432548" y="864401"/>
                  </a:lnTo>
                  <a:lnTo>
                    <a:pt x="5432674" y="864401"/>
                  </a:lnTo>
                  <a:lnTo>
                    <a:pt x="5432800" y="864401"/>
                  </a:lnTo>
                  <a:lnTo>
                    <a:pt x="5432927" y="864401"/>
                  </a:lnTo>
                  <a:lnTo>
                    <a:pt x="5433053" y="864401"/>
                  </a:lnTo>
                  <a:lnTo>
                    <a:pt x="5433179" y="864401"/>
                  </a:lnTo>
                  <a:lnTo>
                    <a:pt x="5433179" y="859490"/>
                  </a:lnTo>
                  <a:lnTo>
                    <a:pt x="5433179" y="854579"/>
                  </a:lnTo>
                  <a:lnTo>
                    <a:pt x="5433306" y="854579"/>
                  </a:lnTo>
                  <a:lnTo>
                    <a:pt x="5433432" y="854579"/>
                  </a:lnTo>
                  <a:lnTo>
                    <a:pt x="5433558" y="854579"/>
                  </a:lnTo>
                  <a:lnTo>
                    <a:pt x="5433684" y="854579"/>
                  </a:lnTo>
                  <a:lnTo>
                    <a:pt x="5433811" y="854579"/>
                  </a:lnTo>
                  <a:lnTo>
                    <a:pt x="5433937" y="854579"/>
                  </a:lnTo>
                  <a:lnTo>
                    <a:pt x="5434063" y="854579"/>
                  </a:lnTo>
                  <a:lnTo>
                    <a:pt x="5434189" y="854579"/>
                  </a:lnTo>
                  <a:lnTo>
                    <a:pt x="5434316" y="854579"/>
                  </a:lnTo>
                  <a:lnTo>
                    <a:pt x="5434442" y="854579"/>
                  </a:lnTo>
                  <a:lnTo>
                    <a:pt x="5434568" y="854579"/>
                  </a:lnTo>
                  <a:lnTo>
                    <a:pt x="5434694" y="854579"/>
                  </a:lnTo>
                  <a:lnTo>
                    <a:pt x="5434821" y="854579"/>
                  </a:lnTo>
                  <a:lnTo>
                    <a:pt x="5434947" y="854579"/>
                  </a:lnTo>
                  <a:lnTo>
                    <a:pt x="5435073" y="854579"/>
                  </a:lnTo>
                  <a:lnTo>
                    <a:pt x="5435199" y="854579"/>
                  </a:lnTo>
                  <a:lnTo>
                    <a:pt x="5435326" y="854579"/>
                  </a:lnTo>
                  <a:lnTo>
                    <a:pt x="5435452" y="854579"/>
                  </a:lnTo>
                  <a:lnTo>
                    <a:pt x="5435578" y="854579"/>
                  </a:lnTo>
                  <a:lnTo>
                    <a:pt x="5435704" y="854579"/>
                  </a:lnTo>
                  <a:lnTo>
                    <a:pt x="5435831" y="854579"/>
                  </a:lnTo>
                  <a:lnTo>
                    <a:pt x="5435957" y="854579"/>
                  </a:lnTo>
                  <a:lnTo>
                    <a:pt x="5436083" y="854579"/>
                  </a:lnTo>
                  <a:lnTo>
                    <a:pt x="5436209" y="854579"/>
                  </a:lnTo>
                  <a:lnTo>
                    <a:pt x="5436336" y="854579"/>
                  </a:lnTo>
                  <a:lnTo>
                    <a:pt x="5436462" y="854579"/>
                  </a:lnTo>
                  <a:lnTo>
                    <a:pt x="5436588" y="854579"/>
                  </a:lnTo>
                  <a:lnTo>
                    <a:pt x="5436714" y="854579"/>
                  </a:lnTo>
                  <a:lnTo>
                    <a:pt x="5436841" y="854579"/>
                  </a:lnTo>
                  <a:lnTo>
                    <a:pt x="5436967" y="854579"/>
                  </a:lnTo>
                  <a:lnTo>
                    <a:pt x="5437093" y="854579"/>
                  </a:lnTo>
                  <a:lnTo>
                    <a:pt x="5437219" y="854579"/>
                  </a:lnTo>
                  <a:lnTo>
                    <a:pt x="5437346" y="854579"/>
                  </a:lnTo>
                  <a:lnTo>
                    <a:pt x="5437472" y="854579"/>
                  </a:lnTo>
                  <a:lnTo>
                    <a:pt x="5437598" y="854579"/>
                  </a:lnTo>
                  <a:lnTo>
                    <a:pt x="5437724" y="854579"/>
                  </a:lnTo>
                  <a:lnTo>
                    <a:pt x="5437724" y="849667"/>
                  </a:lnTo>
                  <a:lnTo>
                    <a:pt x="5437851" y="849667"/>
                  </a:lnTo>
                  <a:lnTo>
                    <a:pt x="5437977" y="849667"/>
                  </a:lnTo>
                  <a:lnTo>
                    <a:pt x="5437977" y="844756"/>
                  </a:lnTo>
                  <a:lnTo>
                    <a:pt x="5438103" y="844756"/>
                  </a:lnTo>
                  <a:lnTo>
                    <a:pt x="5438230" y="844756"/>
                  </a:lnTo>
                  <a:lnTo>
                    <a:pt x="5438356" y="844756"/>
                  </a:lnTo>
                  <a:lnTo>
                    <a:pt x="5438482" y="844756"/>
                  </a:lnTo>
                  <a:lnTo>
                    <a:pt x="5438608" y="844756"/>
                  </a:lnTo>
                  <a:lnTo>
                    <a:pt x="5438735" y="844756"/>
                  </a:lnTo>
                  <a:lnTo>
                    <a:pt x="5438861" y="844756"/>
                  </a:lnTo>
                  <a:lnTo>
                    <a:pt x="5438987" y="844756"/>
                  </a:lnTo>
                  <a:lnTo>
                    <a:pt x="5439113" y="844756"/>
                  </a:lnTo>
                  <a:lnTo>
                    <a:pt x="5439240" y="844756"/>
                  </a:lnTo>
                  <a:lnTo>
                    <a:pt x="5439366" y="844756"/>
                  </a:lnTo>
                  <a:lnTo>
                    <a:pt x="5439492" y="844756"/>
                  </a:lnTo>
                  <a:lnTo>
                    <a:pt x="5439618" y="844756"/>
                  </a:lnTo>
                  <a:lnTo>
                    <a:pt x="5439745" y="844756"/>
                  </a:lnTo>
                  <a:lnTo>
                    <a:pt x="5439871" y="844756"/>
                  </a:lnTo>
                  <a:lnTo>
                    <a:pt x="5439997" y="844756"/>
                  </a:lnTo>
                  <a:lnTo>
                    <a:pt x="5440123" y="844756"/>
                  </a:lnTo>
                  <a:lnTo>
                    <a:pt x="5440250" y="844756"/>
                  </a:lnTo>
                  <a:lnTo>
                    <a:pt x="5440376" y="844756"/>
                  </a:lnTo>
                  <a:lnTo>
                    <a:pt x="5440502" y="844756"/>
                  </a:lnTo>
                  <a:lnTo>
                    <a:pt x="5440628" y="844756"/>
                  </a:lnTo>
                  <a:lnTo>
                    <a:pt x="5440755" y="844756"/>
                  </a:lnTo>
                  <a:lnTo>
                    <a:pt x="5440881" y="844756"/>
                  </a:lnTo>
                  <a:lnTo>
                    <a:pt x="5441007" y="844756"/>
                  </a:lnTo>
                  <a:lnTo>
                    <a:pt x="5441133" y="844756"/>
                  </a:lnTo>
                  <a:lnTo>
                    <a:pt x="5441260" y="844756"/>
                  </a:lnTo>
                  <a:lnTo>
                    <a:pt x="5441386" y="844756"/>
                  </a:lnTo>
                  <a:lnTo>
                    <a:pt x="5441512" y="844756"/>
                  </a:lnTo>
                  <a:lnTo>
                    <a:pt x="5441638" y="844756"/>
                  </a:lnTo>
                  <a:lnTo>
                    <a:pt x="5441765" y="844756"/>
                  </a:lnTo>
                  <a:lnTo>
                    <a:pt x="5441891" y="844756"/>
                  </a:lnTo>
                  <a:lnTo>
                    <a:pt x="5442017" y="844756"/>
                  </a:lnTo>
                  <a:lnTo>
                    <a:pt x="5442143" y="844756"/>
                  </a:lnTo>
                  <a:lnTo>
                    <a:pt x="5442270" y="844756"/>
                  </a:lnTo>
                  <a:lnTo>
                    <a:pt x="5442396" y="844756"/>
                  </a:lnTo>
                  <a:lnTo>
                    <a:pt x="5442522" y="844756"/>
                  </a:lnTo>
                  <a:lnTo>
                    <a:pt x="5442648" y="844756"/>
                  </a:lnTo>
                  <a:lnTo>
                    <a:pt x="5442775" y="844756"/>
                  </a:lnTo>
                  <a:lnTo>
                    <a:pt x="5442901" y="844756"/>
                  </a:lnTo>
                  <a:lnTo>
                    <a:pt x="5443027" y="844756"/>
                  </a:lnTo>
                  <a:lnTo>
                    <a:pt x="5443153" y="844756"/>
                  </a:lnTo>
                  <a:lnTo>
                    <a:pt x="5443280" y="844756"/>
                  </a:lnTo>
                  <a:lnTo>
                    <a:pt x="5443406" y="844756"/>
                  </a:lnTo>
                  <a:lnTo>
                    <a:pt x="5443532" y="844756"/>
                  </a:lnTo>
                  <a:lnTo>
                    <a:pt x="5443659" y="844756"/>
                  </a:lnTo>
                  <a:lnTo>
                    <a:pt x="5443785" y="844756"/>
                  </a:lnTo>
                  <a:lnTo>
                    <a:pt x="5443911" y="844756"/>
                  </a:lnTo>
                  <a:lnTo>
                    <a:pt x="5444037" y="844756"/>
                  </a:lnTo>
                  <a:lnTo>
                    <a:pt x="5444164" y="844756"/>
                  </a:lnTo>
                  <a:lnTo>
                    <a:pt x="5444290" y="844756"/>
                  </a:lnTo>
                  <a:lnTo>
                    <a:pt x="5444416" y="844756"/>
                  </a:lnTo>
                  <a:lnTo>
                    <a:pt x="5444542" y="844756"/>
                  </a:lnTo>
                  <a:lnTo>
                    <a:pt x="5444669" y="844756"/>
                  </a:lnTo>
                  <a:lnTo>
                    <a:pt x="5444795" y="844756"/>
                  </a:lnTo>
                  <a:lnTo>
                    <a:pt x="5444921" y="844756"/>
                  </a:lnTo>
                  <a:lnTo>
                    <a:pt x="5445047" y="844756"/>
                  </a:lnTo>
                  <a:lnTo>
                    <a:pt x="5445174" y="844756"/>
                  </a:lnTo>
                  <a:lnTo>
                    <a:pt x="5445300" y="844756"/>
                  </a:lnTo>
                  <a:lnTo>
                    <a:pt x="5445426" y="844756"/>
                  </a:lnTo>
                  <a:lnTo>
                    <a:pt x="5445552" y="844756"/>
                  </a:lnTo>
                  <a:lnTo>
                    <a:pt x="5445679" y="844756"/>
                  </a:lnTo>
                  <a:lnTo>
                    <a:pt x="5445805" y="844756"/>
                  </a:lnTo>
                  <a:lnTo>
                    <a:pt x="5445931" y="844756"/>
                  </a:lnTo>
                  <a:lnTo>
                    <a:pt x="5446057" y="844756"/>
                  </a:lnTo>
                  <a:lnTo>
                    <a:pt x="5446184" y="844756"/>
                  </a:lnTo>
                  <a:lnTo>
                    <a:pt x="5446184" y="839845"/>
                  </a:lnTo>
                  <a:lnTo>
                    <a:pt x="5446310" y="839845"/>
                  </a:lnTo>
                  <a:lnTo>
                    <a:pt x="5446436" y="839845"/>
                  </a:lnTo>
                  <a:lnTo>
                    <a:pt x="5446562" y="839845"/>
                  </a:lnTo>
                  <a:lnTo>
                    <a:pt x="5446689" y="839845"/>
                  </a:lnTo>
                  <a:lnTo>
                    <a:pt x="5446815" y="839845"/>
                  </a:lnTo>
                  <a:lnTo>
                    <a:pt x="5446941" y="839845"/>
                  </a:lnTo>
                  <a:lnTo>
                    <a:pt x="5447067" y="839845"/>
                  </a:lnTo>
                  <a:lnTo>
                    <a:pt x="5447194" y="839845"/>
                  </a:lnTo>
                  <a:lnTo>
                    <a:pt x="5447320" y="839845"/>
                  </a:lnTo>
                  <a:lnTo>
                    <a:pt x="5447446" y="839845"/>
                  </a:lnTo>
                  <a:lnTo>
                    <a:pt x="5447572" y="839845"/>
                  </a:lnTo>
                  <a:lnTo>
                    <a:pt x="5447699" y="839845"/>
                  </a:lnTo>
                  <a:lnTo>
                    <a:pt x="5447825" y="839845"/>
                  </a:lnTo>
                  <a:lnTo>
                    <a:pt x="5447951" y="839845"/>
                  </a:lnTo>
                  <a:lnTo>
                    <a:pt x="5448077" y="839845"/>
                  </a:lnTo>
                  <a:lnTo>
                    <a:pt x="5448204" y="839845"/>
                  </a:lnTo>
                  <a:lnTo>
                    <a:pt x="5448330" y="839845"/>
                  </a:lnTo>
                  <a:lnTo>
                    <a:pt x="5448456" y="839845"/>
                  </a:lnTo>
                  <a:lnTo>
                    <a:pt x="5448583" y="839845"/>
                  </a:lnTo>
                  <a:lnTo>
                    <a:pt x="5448709" y="839845"/>
                  </a:lnTo>
                  <a:lnTo>
                    <a:pt x="5448835" y="839845"/>
                  </a:lnTo>
                  <a:lnTo>
                    <a:pt x="5448961" y="839845"/>
                  </a:lnTo>
                  <a:lnTo>
                    <a:pt x="5449088" y="839845"/>
                  </a:lnTo>
                  <a:lnTo>
                    <a:pt x="5449214" y="839845"/>
                  </a:lnTo>
                  <a:lnTo>
                    <a:pt x="5449340" y="839845"/>
                  </a:lnTo>
                  <a:lnTo>
                    <a:pt x="5449466" y="839845"/>
                  </a:lnTo>
                  <a:lnTo>
                    <a:pt x="5449593" y="839845"/>
                  </a:lnTo>
                  <a:lnTo>
                    <a:pt x="5449719" y="839845"/>
                  </a:lnTo>
                  <a:lnTo>
                    <a:pt x="5449719" y="834933"/>
                  </a:lnTo>
                  <a:lnTo>
                    <a:pt x="5449845" y="834933"/>
                  </a:lnTo>
                  <a:lnTo>
                    <a:pt x="5449971" y="834933"/>
                  </a:lnTo>
                  <a:lnTo>
                    <a:pt x="5450098" y="834933"/>
                  </a:lnTo>
                  <a:lnTo>
                    <a:pt x="5450224" y="834933"/>
                  </a:lnTo>
                  <a:lnTo>
                    <a:pt x="5450350" y="834933"/>
                  </a:lnTo>
                  <a:lnTo>
                    <a:pt x="5450476" y="834933"/>
                  </a:lnTo>
                  <a:lnTo>
                    <a:pt x="5450603" y="834933"/>
                  </a:lnTo>
                  <a:lnTo>
                    <a:pt x="5450729" y="834933"/>
                  </a:lnTo>
                  <a:lnTo>
                    <a:pt x="5450855" y="834933"/>
                  </a:lnTo>
                  <a:lnTo>
                    <a:pt x="5450981" y="834933"/>
                  </a:lnTo>
                  <a:lnTo>
                    <a:pt x="5451108" y="834933"/>
                  </a:lnTo>
                  <a:lnTo>
                    <a:pt x="5451234" y="834933"/>
                  </a:lnTo>
                  <a:lnTo>
                    <a:pt x="5451360" y="834933"/>
                  </a:lnTo>
                  <a:lnTo>
                    <a:pt x="5451486" y="834933"/>
                  </a:lnTo>
                  <a:lnTo>
                    <a:pt x="5451613" y="834933"/>
                  </a:lnTo>
                  <a:lnTo>
                    <a:pt x="5451739" y="834933"/>
                  </a:lnTo>
                  <a:lnTo>
                    <a:pt x="5451865" y="834933"/>
                  </a:lnTo>
                  <a:lnTo>
                    <a:pt x="5451991" y="834933"/>
                  </a:lnTo>
                  <a:lnTo>
                    <a:pt x="5452118" y="834933"/>
                  </a:lnTo>
                  <a:lnTo>
                    <a:pt x="5452244" y="834933"/>
                  </a:lnTo>
                  <a:lnTo>
                    <a:pt x="5452370" y="834933"/>
                  </a:lnTo>
                  <a:lnTo>
                    <a:pt x="5452496" y="834933"/>
                  </a:lnTo>
                  <a:lnTo>
                    <a:pt x="5452623" y="834933"/>
                  </a:lnTo>
                  <a:lnTo>
                    <a:pt x="5452749" y="834933"/>
                  </a:lnTo>
                  <a:lnTo>
                    <a:pt x="5452875" y="834933"/>
                  </a:lnTo>
                  <a:lnTo>
                    <a:pt x="5453001" y="834933"/>
                  </a:lnTo>
                  <a:lnTo>
                    <a:pt x="5453128" y="834933"/>
                  </a:lnTo>
                  <a:lnTo>
                    <a:pt x="5453254" y="834933"/>
                  </a:lnTo>
                  <a:lnTo>
                    <a:pt x="5453380" y="834933"/>
                  </a:lnTo>
                  <a:lnTo>
                    <a:pt x="5453506" y="834933"/>
                  </a:lnTo>
                  <a:lnTo>
                    <a:pt x="5453633" y="834933"/>
                  </a:lnTo>
                  <a:lnTo>
                    <a:pt x="5453759" y="834933"/>
                  </a:lnTo>
                  <a:lnTo>
                    <a:pt x="5453885" y="834933"/>
                  </a:lnTo>
                  <a:lnTo>
                    <a:pt x="5454012" y="834933"/>
                  </a:lnTo>
                  <a:lnTo>
                    <a:pt x="5454138" y="834933"/>
                  </a:lnTo>
                  <a:lnTo>
                    <a:pt x="5454264" y="834933"/>
                  </a:lnTo>
                  <a:lnTo>
                    <a:pt x="5454390" y="834933"/>
                  </a:lnTo>
                  <a:lnTo>
                    <a:pt x="5454517" y="834933"/>
                  </a:lnTo>
                  <a:lnTo>
                    <a:pt x="5454643" y="834933"/>
                  </a:lnTo>
                  <a:lnTo>
                    <a:pt x="5454769" y="834933"/>
                  </a:lnTo>
                  <a:lnTo>
                    <a:pt x="5454895" y="834933"/>
                  </a:lnTo>
                  <a:lnTo>
                    <a:pt x="5455022" y="834933"/>
                  </a:lnTo>
                  <a:lnTo>
                    <a:pt x="5455148" y="834933"/>
                  </a:lnTo>
                  <a:lnTo>
                    <a:pt x="5455274" y="834933"/>
                  </a:lnTo>
                  <a:lnTo>
                    <a:pt x="5455400" y="834933"/>
                  </a:lnTo>
                  <a:lnTo>
                    <a:pt x="5455527" y="834933"/>
                  </a:lnTo>
                  <a:lnTo>
                    <a:pt x="5455653" y="834933"/>
                  </a:lnTo>
                  <a:lnTo>
                    <a:pt x="5455779" y="834933"/>
                  </a:lnTo>
                  <a:lnTo>
                    <a:pt x="5455905" y="834933"/>
                  </a:lnTo>
                  <a:lnTo>
                    <a:pt x="5456032" y="834933"/>
                  </a:lnTo>
                  <a:lnTo>
                    <a:pt x="5456158" y="834933"/>
                  </a:lnTo>
                  <a:lnTo>
                    <a:pt x="5456284" y="834933"/>
                  </a:lnTo>
                  <a:lnTo>
                    <a:pt x="5456410" y="834933"/>
                  </a:lnTo>
                  <a:lnTo>
                    <a:pt x="5456537" y="834933"/>
                  </a:lnTo>
                  <a:lnTo>
                    <a:pt x="5456663" y="834933"/>
                  </a:lnTo>
                  <a:lnTo>
                    <a:pt x="5456789" y="834933"/>
                  </a:lnTo>
                  <a:lnTo>
                    <a:pt x="5456915" y="834933"/>
                  </a:lnTo>
                  <a:lnTo>
                    <a:pt x="5457042" y="834933"/>
                  </a:lnTo>
                  <a:lnTo>
                    <a:pt x="5457168" y="834933"/>
                  </a:lnTo>
                  <a:lnTo>
                    <a:pt x="5457294" y="834933"/>
                  </a:lnTo>
                  <a:lnTo>
                    <a:pt x="5457420" y="834933"/>
                  </a:lnTo>
                  <a:lnTo>
                    <a:pt x="5457547" y="834933"/>
                  </a:lnTo>
                  <a:lnTo>
                    <a:pt x="5457673" y="834933"/>
                  </a:lnTo>
                  <a:lnTo>
                    <a:pt x="5457799" y="834933"/>
                  </a:lnTo>
                  <a:lnTo>
                    <a:pt x="5457925" y="834933"/>
                  </a:lnTo>
                  <a:lnTo>
                    <a:pt x="5458052" y="834933"/>
                  </a:lnTo>
                  <a:lnTo>
                    <a:pt x="5458178" y="834933"/>
                  </a:lnTo>
                  <a:lnTo>
                    <a:pt x="5458304" y="834933"/>
                  </a:lnTo>
                  <a:lnTo>
                    <a:pt x="5458430" y="834933"/>
                  </a:lnTo>
                  <a:lnTo>
                    <a:pt x="5458557" y="834933"/>
                  </a:lnTo>
                  <a:lnTo>
                    <a:pt x="5458683" y="834933"/>
                  </a:lnTo>
                  <a:lnTo>
                    <a:pt x="5458809" y="834933"/>
                  </a:lnTo>
                  <a:lnTo>
                    <a:pt x="5458936" y="834933"/>
                  </a:lnTo>
                  <a:lnTo>
                    <a:pt x="5459062" y="834933"/>
                  </a:lnTo>
                  <a:lnTo>
                    <a:pt x="5459188" y="834933"/>
                  </a:lnTo>
                  <a:lnTo>
                    <a:pt x="5459314" y="834933"/>
                  </a:lnTo>
                  <a:lnTo>
                    <a:pt x="5459441" y="834933"/>
                  </a:lnTo>
                  <a:lnTo>
                    <a:pt x="5459567" y="834933"/>
                  </a:lnTo>
                  <a:lnTo>
                    <a:pt x="5459693" y="834933"/>
                  </a:lnTo>
                  <a:lnTo>
                    <a:pt x="5459819" y="834933"/>
                  </a:lnTo>
                  <a:lnTo>
                    <a:pt x="5459946" y="834933"/>
                  </a:lnTo>
                  <a:lnTo>
                    <a:pt x="5460072" y="834933"/>
                  </a:lnTo>
                  <a:lnTo>
                    <a:pt x="5460198" y="834933"/>
                  </a:lnTo>
                  <a:lnTo>
                    <a:pt x="5460324" y="834933"/>
                  </a:lnTo>
                  <a:lnTo>
                    <a:pt x="5460451" y="834933"/>
                  </a:lnTo>
                  <a:lnTo>
                    <a:pt x="5460577" y="834933"/>
                  </a:lnTo>
                  <a:lnTo>
                    <a:pt x="5460703" y="834933"/>
                  </a:lnTo>
                  <a:lnTo>
                    <a:pt x="5460829" y="834933"/>
                  </a:lnTo>
                  <a:lnTo>
                    <a:pt x="5460956" y="834933"/>
                  </a:lnTo>
                  <a:lnTo>
                    <a:pt x="5461082" y="834933"/>
                  </a:lnTo>
                  <a:lnTo>
                    <a:pt x="5461208" y="834933"/>
                  </a:lnTo>
                  <a:lnTo>
                    <a:pt x="5461334" y="834933"/>
                  </a:lnTo>
                  <a:lnTo>
                    <a:pt x="5461461" y="834933"/>
                  </a:lnTo>
                  <a:lnTo>
                    <a:pt x="5461587" y="834933"/>
                  </a:lnTo>
                  <a:lnTo>
                    <a:pt x="5461713" y="834933"/>
                  </a:lnTo>
                  <a:lnTo>
                    <a:pt x="5461839" y="834933"/>
                  </a:lnTo>
                  <a:lnTo>
                    <a:pt x="5461966" y="834933"/>
                  </a:lnTo>
                  <a:lnTo>
                    <a:pt x="5461966" y="830022"/>
                  </a:lnTo>
                  <a:lnTo>
                    <a:pt x="5462092" y="830022"/>
                  </a:lnTo>
                  <a:lnTo>
                    <a:pt x="5462218" y="830022"/>
                  </a:lnTo>
                  <a:lnTo>
                    <a:pt x="5462344" y="830022"/>
                  </a:lnTo>
                  <a:lnTo>
                    <a:pt x="5462471" y="830022"/>
                  </a:lnTo>
                  <a:lnTo>
                    <a:pt x="5462597" y="830022"/>
                  </a:lnTo>
                  <a:lnTo>
                    <a:pt x="5462723" y="830022"/>
                  </a:lnTo>
                  <a:lnTo>
                    <a:pt x="5462849" y="830022"/>
                  </a:lnTo>
                  <a:lnTo>
                    <a:pt x="5462976" y="830022"/>
                  </a:lnTo>
                  <a:lnTo>
                    <a:pt x="5463102" y="830022"/>
                  </a:lnTo>
                  <a:lnTo>
                    <a:pt x="5463228" y="830022"/>
                  </a:lnTo>
                  <a:lnTo>
                    <a:pt x="5463354" y="830022"/>
                  </a:lnTo>
                  <a:lnTo>
                    <a:pt x="5463481" y="830022"/>
                  </a:lnTo>
                  <a:lnTo>
                    <a:pt x="5463607" y="830022"/>
                  </a:lnTo>
                  <a:lnTo>
                    <a:pt x="5463733" y="830022"/>
                  </a:lnTo>
                  <a:lnTo>
                    <a:pt x="5463860" y="830022"/>
                  </a:lnTo>
                  <a:lnTo>
                    <a:pt x="5463986" y="830022"/>
                  </a:lnTo>
                  <a:lnTo>
                    <a:pt x="5464112" y="830022"/>
                  </a:lnTo>
                  <a:lnTo>
                    <a:pt x="5464238" y="830022"/>
                  </a:lnTo>
                  <a:lnTo>
                    <a:pt x="5464365" y="830022"/>
                  </a:lnTo>
                  <a:lnTo>
                    <a:pt x="5464491" y="830022"/>
                  </a:lnTo>
                  <a:lnTo>
                    <a:pt x="5464617" y="830022"/>
                  </a:lnTo>
                  <a:lnTo>
                    <a:pt x="5464743" y="830022"/>
                  </a:lnTo>
                  <a:lnTo>
                    <a:pt x="5464870" y="830022"/>
                  </a:lnTo>
                  <a:lnTo>
                    <a:pt x="5464996" y="830022"/>
                  </a:lnTo>
                  <a:lnTo>
                    <a:pt x="5465122" y="830022"/>
                  </a:lnTo>
                  <a:lnTo>
                    <a:pt x="5465248" y="830022"/>
                  </a:lnTo>
                  <a:lnTo>
                    <a:pt x="5465375" y="830022"/>
                  </a:lnTo>
                  <a:lnTo>
                    <a:pt x="5465501" y="830022"/>
                  </a:lnTo>
                  <a:lnTo>
                    <a:pt x="5465627" y="830022"/>
                  </a:lnTo>
                  <a:lnTo>
                    <a:pt x="5465753" y="830022"/>
                  </a:lnTo>
                  <a:lnTo>
                    <a:pt x="5465880" y="830022"/>
                  </a:lnTo>
                  <a:lnTo>
                    <a:pt x="5466006" y="830022"/>
                  </a:lnTo>
                  <a:lnTo>
                    <a:pt x="5466132" y="830022"/>
                  </a:lnTo>
                  <a:lnTo>
                    <a:pt x="5466258" y="830022"/>
                  </a:lnTo>
                  <a:lnTo>
                    <a:pt x="5466385" y="830022"/>
                  </a:lnTo>
                  <a:lnTo>
                    <a:pt x="5466511" y="830022"/>
                  </a:lnTo>
                  <a:lnTo>
                    <a:pt x="5466637" y="830022"/>
                  </a:lnTo>
                  <a:lnTo>
                    <a:pt x="5466763" y="830022"/>
                  </a:lnTo>
                  <a:lnTo>
                    <a:pt x="5466890" y="830022"/>
                  </a:lnTo>
                  <a:lnTo>
                    <a:pt x="5467016" y="830022"/>
                  </a:lnTo>
                  <a:lnTo>
                    <a:pt x="5467142" y="830022"/>
                  </a:lnTo>
                  <a:lnTo>
                    <a:pt x="5467268" y="830022"/>
                  </a:lnTo>
                  <a:lnTo>
                    <a:pt x="5467395" y="830022"/>
                  </a:lnTo>
                  <a:lnTo>
                    <a:pt x="5467521" y="830022"/>
                  </a:lnTo>
                  <a:lnTo>
                    <a:pt x="5467647" y="830022"/>
                  </a:lnTo>
                  <a:lnTo>
                    <a:pt x="5467773" y="830022"/>
                  </a:lnTo>
                  <a:lnTo>
                    <a:pt x="5467900" y="830022"/>
                  </a:lnTo>
                  <a:lnTo>
                    <a:pt x="5468026" y="830022"/>
                  </a:lnTo>
                  <a:lnTo>
                    <a:pt x="5468152" y="830022"/>
                  </a:lnTo>
                  <a:lnTo>
                    <a:pt x="5468278" y="830022"/>
                  </a:lnTo>
                  <a:lnTo>
                    <a:pt x="5468405" y="830022"/>
                  </a:lnTo>
                  <a:lnTo>
                    <a:pt x="5468531" y="830022"/>
                  </a:lnTo>
                  <a:lnTo>
                    <a:pt x="5468657" y="830022"/>
                  </a:lnTo>
                  <a:lnTo>
                    <a:pt x="5468783" y="830022"/>
                  </a:lnTo>
                  <a:lnTo>
                    <a:pt x="5468910" y="830022"/>
                  </a:lnTo>
                  <a:lnTo>
                    <a:pt x="5469036" y="830022"/>
                  </a:lnTo>
                  <a:lnTo>
                    <a:pt x="5469162" y="830022"/>
                  </a:lnTo>
                  <a:lnTo>
                    <a:pt x="5469289" y="830022"/>
                  </a:lnTo>
                  <a:lnTo>
                    <a:pt x="5469415" y="830022"/>
                  </a:lnTo>
                  <a:lnTo>
                    <a:pt x="5469541" y="830022"/>
                  </a:lnTo>
                  <a:lnTo>
                    <a:pt x="5469667" y="830022"/>
                  </a:lnTo>
                  <a:lnTo>
                    <a:pt x="5469794" y="830022"/>
                  </a:lnTo>
                  <a:lnTo>
                    <a:pt x="5469920" y="830022"/>
                  </a:lnTo>
                  <a:lnTo>
                    <a:pt x="5470046" y="830022"/>
                  </a:lnTo>
                  <a:lnTo>
                    <a:pt x="5470172" y="830022"/>
                  </a:lnTo>
                  <a:lnTo>
                    <a:pt x="5470299" y="830022"/>
                  </a:lnTo>
                  <a:lnTo>
                    <a:pt x="5470425" y="830022"/>
                  </a:lnTo>
                  <a:lnTo>
                    <a:pt x="5470551" y="830022"/>
                  </a:lnTo>
                  <a:lnTo>
                    <a:pt x="5470677" y="830022"/>
                  </a:lnTo>
                  <a:lnTo>
                    <a:pt x="5470804" y="830022"/>
                  </a:lnTo>
                  <a:lnTo>
                    <a:pt x="5470930" y="830022"/>
                  </a:lnTo>
                  <a:lnTo>
                    <a:pt x="5471056" y="830022"/>
                  </a:lnTo>
                  <a:lnTo>
                    <a:pt x="5471182" y="830022"/>
                  </a:lnTo>
                  <a:lnTo>
                    <a:pt x="5471309" y="830022"/>
                  </a:lnTo>
                  <a:lnTo>
                    <a:pt x="5471435" y="830022"/>
                  </a:lnTo>
                  <a:lnTo>
                    <a:pt x="5471561" y="830022"/>
                  </a:lnTo>
                  <a:lnTo>
                    <a:pt x="5471687" y="830022"/>
                  </a:lnTo>
                  <a:lnTo>
                    <a:pt x="5471814" y="830022"/>
                  </a:lnTo>
                  <a:lnTo>
                    <a:pt x="5471940" y="830022"/>
                  </a:lnTo>
                  <a:lnTo>
                    <a:pt x="5472066" y="830022"/>
                  </a:lnTo>
                  <a:lnTo>
                    <a:pt x="5472192" y="830022"/>
                  </a:lnTo>
                  <a:lnTo>
                    <a:pt x="5472192" y="825110"/>
                  </a:lnTo>
                  <a:lnTo>
                    <a:pt x="5472319" y="825110"/>
                  </a:lnTo>
                  <a:lnTo>
                    <a:pt x="5472445" y="825110"/>
                  </a:lnTo>
                  <a:lnTo>
                    <a:pt x="5472571" y="825110"/>
                  </a:lnTo>
                  <a:lnTo>
                    <a:pt x="5472697" y="825110"/>
                  </a:lnTo>
                  <a:lnTo>
                    <a:pt x="5472824" y="825110"/>
                  </a:lnTo>
                  <a:lnTo>
                    <a:pt x="5472950" y="825110"/>
                  </a:lnTo>
                  <a:lnTo>
                    <a:pt x="5472950" y="820199"/>
                  </a:lnTo>
                  <a:lnTo>
                    <a:pt x="5473076" y="820199"/>
                  </a:lnTo>
                  <a:lnTo>
                    <a:pt x="5473202" y="820199"/>
                  </a:lnTo>
                  <a:lnTo>
                    <a:pt x="5473329" y="820199"/>
                  </a:lnTo>
                  <a:lnTo>
                    <a:pt x="5473455" y="820199"/>
                  </a:lnTo>
                  <a:lnTo>
                    <a:pt x="5473581" y="820199"/>
                  </a:lnTo>
                  <a:lnTo>
                    <a:pt x="5473707" y="820199"/>
                  </a:lnTo>
                  <a:lnTo>
                    <a:pt x="5473834" y="820199"/>
                  </a:lnTo>
                  <a:lnTo>
                    <a:pt x="5473960" y="820199"/>
                  </a:lnTo>
                  <a:lnTo>
                    <a:pt x="5474086" y="820199"/>
                  </a:lnTo>
                  <a:lnTo>
                    <a:pt x="5474213" y="820199"/>
                  </a:lnTo>
                  <a:lnTo>
                    <a:pt x="5474339" y="820199"/>
                  </a:lnTo>
                  <a:lnTo>
                    <a:pt x="5474465" y="820199"/>
                  </a:lnTo>
                  <a:lnTo>
                    <a:pt x="5474591" y="820199"/>
                  </a:lnTo>
                  <a:lnTo>
                    <a:pt x="5474718" y="820199"/>
                  </a:lnTo>
                  <a:lnTo>
                    <a:pt x="5474844" y="820199"/>
                  </a:lnTo>
                  <a:lnTo>
                    <a:pt x="5474970" y="820199"/>
                  </a:lnTo>
                  <a:lnTo>
                    <a:pt x="5475096" y="820199"/>
                  </a:lnTo>
                  <a:lnTo>
                    <a:pt x="5475223" y="820199"/>
                  </a:lnTo>
                  <a:lnTo>
                    <a:pt x="5475349" y="820199"/>
                  </a:lnTo>
                  <a:lnTo>
                    <a:pt x="5475475" y="820199"/>
                  </a:lnTo>
                  <a:lnTo>
                    <a:pt x="5475601" y="820199"/>
                  </a:lnTo>
                  <a:lnTo>
                    <a:pt x="5475728" y="820199"/>
                  </a:lnTo>
                  <a:lnTo>
                    <a:pt x="5475854" y="820199"/>
                  </a:lnTo>
                  <a:lnTo>
                    <a:pt x="5475980" y="820199"/>
                  </a:lnTo>
                  <a:lnTo>
                    <a:pt x="5476106" y="820199"/>
                  </a:lnTo>
                  <a:lnTo>
                    <a:pt x="5476233" y="820199"/>
                  </a:lnTo>
                  <a:lnTo>
                    <a:pt x="5476359" y="820199"/>
                  </a:lnTo>
                  <a:lnTo>
                    <a:pt x="5476485" y="820199"/>
                  </a:lnTo>
                  <a:lnTo>
                    <a:pt x="5476611" y="820199"/>
                  </a:lnTo>
                  <a:lnTo>
                    <a:pt x="5476738" y="820199"/>
                  </a:lnTo>
                  <a:lnTo>
                    <a:pt x="5476864" y="820199"/>
                  </a:lnTo>
                  <a:lnTo>
                    <a:pt x="5476990" y="820199"/>
                  </a:lnTo>
                  <a:lnTo>
                    <a:pt x="5477116" y="820199"/>
                  </a:lnTo>
                  <a:lnTo>
                    <a:pt x="5477243" y="820199"/>
                  </a:lnTo>
                  <a:lnTo>
                    <a:pt x="5477369" y="820199"/>
                  </a:lnTo>
                  <a:lnTo>
                    <a:pt x="5477495" y="820199"/>
                  </a:lnTo>
                  <a:lnTo>
                    <a:pt x="5477621" y="820199"/>
                  </a:lnTo>
                  <a:lnTo>
                    <a:pt x="5477748" y="820199"/>
                  </a:lnTo>
                  <a:lnTo>
                    <a:pt x="5477874" y="820199"/>
                  </a:lnTo>
                  <a:lnTo>
                    <a:pt x="5478000" y="820199"/>
                  </a:lnTo>
                  <a:lnTo>
                    <a:pt x="5478126" y="820199"/>
                  </a:lnTo>
                  <a:lnTo>
                    <a:pt x="5478253" y="820199"/>
                  </a:lnTo>
                  <a:lnTo>
                    <a:pt x="5478379" y="820199"/>
                  </a:lnTo>
                  <a:lnTo>
                    <a:pt x="5478505" y="820199"/>
                  </a:lnTo>
                  <a:lnTo>
                    <a:pt x="5478631" y="820199"/>
                  </a:lnTo>
                  <a:lnTo>
                    <a:pt x="5478758" y="820199"/>
                  </a:lnTo>
                  <a:lnTo>
                    <a:pt x="5478884" y="820199"/>
                  </a:lnTo>
                  <a:lnTo>
                    <a:pt x="5479010" y="820199"/>
                  </a:lnTo>
                  <a:lnTo>
                    <a:pt x="5479136" y="820199"/>
                  </a:lnTo>
                  <a:lnTo>
                    <a:pt x="5479263" y="820199"/>
                  </a:lnTo>
                  <a:lnTo>
                    <a:pt x="5479389" y="820199"/>
                  </a:lnTo>
                  <a:lnTo>
                    <a:pt x="5479515" y="820199"/>
                  </a:lnTo>
                  <a:lnTo>
                    <a:pt x="5479642" y="820199"/>
                  </a:lnTo>
                  <a:lnTo>
                    <a:pt x="5479768" y="820199"/>
                  </a:lnTo>
                  <a:lnTo>
                    <a:pt x="5479894" y="820199"/>
                  </a:lnTo>
                  <a:lnTo>
                    <a:pt x="5480020" y="820199"/>
                  </a:lnTo>
                  <a:lnTo>
                    <a:pt x="5480147" y="820199"/>
                  </a:lnTo>
                  <a:lnTo>
                    <a:pt x="5480273" y="820199"/>
                  </a:lnTo>
                  <a:lnTo>
                    <a:pt x="5480399" y="820199"/>
                  </a:lnTo>
                  <a:lnTo>
                    <a:pt x="5480525" y="820199"/>
                  </a:lnTo>
                  <a:lnTo>
                    <a:pt x="5480652" y="820199"/>
                  </a:lnTo>
                  <a:lnTo>
                    <a:pt x="5480778" y="820199"/>
                  </a:lnTo>
                  <a:lnTo>
                    <a:pt x="5480904" y="820199"/>
                  </a:lnTo>
                  <a:lnTo>
                    <a:pt x="5481030" y="820199"/>
                  </a:lnTo>
                  <a:lnTo>
                    <a:pt x="5481157" y="820199"/>
                  </a:lnTo>
                  <a:lnTo>
                    <a:pt x="5481283" y="820199"/>
                  </a:lnTo>
                  <a:lnTo>
                    <a:pt x="5481409" y="820199"/>
                  </a:lnTo>
                  <a:lnTo>
                    <a:pt x="5481535" y="820199"/>
                  </a:lnTo>
                  <a:lnTo>
                    <a:pt x="5481662" y="820199"/>
                  </a:lnTo>
                  <a:lnTo>
                    <a:pt x="5481788" y="820199"/>
                  </a:lnTo>
                  <a:lnTo>
                    <a:pt x="5481914" y="820199"/>
                  </a:lnTo>
                  <a:lnTo>
                    <a:pt x="5482040" y="820199"/>
                  </a:lnTo>
                  <a:lnTo>
                    <a:pt x="5482167" y="820199"/>
                  </a:lnTo>
                  <a:lnTo>
                    <a:pt x="5482293" y="820199"/>
                  </a:lnTo>
                  <a:lnTo>
                    <a:pt x="5482419" y="820199"/>
                  </a:lnTo>
                  <a:lnTo>
                    <a:pt x="5482545" y="820199"/>
                  </a:lnTo>
                  <a:lnTo>
                    <a:pt x="5482672" y="820199"/>
                  </a:lnTo>
                  <a:lnTo>
                    <a:pt x="5482798" y="820199"/>
                  </a:lnTo>
                  <a:lnTo>
                    <a:pt x="5482924" y="820199"/>
                  </a:lnTo>
                  <a:lnTo>
                    <a:pt x="5483050" y="820199"/>
                  </a:lnTo>
                  <a:lnTo>
                    <a:pt x="5483177" y="820199"/>
                  </a:lnTo>
                  <a:lnTo>
                    <a:pt x="5483303" y="820199"/>
                  </a:lnTo>
                  <a:lnTo>
                    <a:pt x="5483429" y="820199"/>
                  </a:lnTo>
                  <a:lnTo>
                    <a:pt x="5483555" y="820199"/>
                  </a:lnTo>
                  <a:lnTo>
                    <a:pt x="5483682" y="820199"/>
                  </a:lnTo>
                  <a:lnTo>
                    <a:pt x="5483808" y="820199"/>
                  </a:lnTo>
                  <a:lnTo>
                    <a:pt x="5483934" y="820199"/>
                  </a:lnTo>
                  <a:lnTo>
                    <a:pt x="5484060" y="820199"/>
                  </a:lnTo>
                  <a:lnTo>
                    <a:pt x="5484187" y="820199"/>
                  </a:lnTo>
                  <a:lnTo>
                    <a:pt x="5484313" y="820199"/>
                  </a:lnTo>
                  <a:lnTo>
                    <a:pt x="5484439" y="820199"/>
                  </a:lnTo>
                  <a:lnTo>
                    <a:pt x="5484566" y="820199"/>
                  </a:lnTo>
                  <a:lnTo>
                    <a:pt x="5484692" y="820199"/>
                  </a:lnTo>
                  <a:lnTo>
                    <a:pt x="5484818" y="820199"/>
                  </a:lnTo>
                  <a:lnTo>
                    <a:pt x="5484944" y="820199"/>
                  </a:lnTo>
                  <a:lnTo>
                    <a:pt x="5485071" y="820199"/>
                  </a:lnTo>
                  <a:lnTo>
                    <a:pt x="5485197" y="820199"/>
                  </a:lnTo>
                  <a:lnTo>
                    <a:pt x="5485323" y="820199"/>
                  </a:lnTo>
                  <a:lnTo>
                    <a:pt x="5485449" y="820199"/>
                  </a:lnTo>
                  <a:lnTo>
                    <a:pt x="5485576" y="820199"/>
                  </a:lnTo>
                  <a:lnTo>
                    <a:pt x="5485702" y="820199"/>
                  </a:lnTo>
                  <a:lnTo>
                    <a:pt x="5485828" y="820199"/>
                  </a:lnTo>
                  <a:lnTo>
                    <a:pt x="5485954" y="820199"/>
                  </a:lnTo>
                  <a:lnTo>
                    <a:pt x="5486081" y="820199"/>
                  </a:lnTo>
                  <a:lnTo>
                    <a:pt x="5486207" y="820199"/>
                  </a:lnTo>
                  <a:lnTo>
                    <a:pt x="5486333" y="820199"/>
                  </a:lnTo>
                  <a:lnTo>
                    <a:pt x="5486459" y="820199"/>
                  </a:lnTo>
                  <a:lnTo>
                    <a:pt x="5486586" y="820199"/>
                  </a:lnTo>
                  <a:lnTo>
                    <a:pt x="5486712" y="820199"/>
                  </a:lnTo>
                  <a:lnTo>
                    <a:pt x="5486838" y="820199"/>
                  </a:lnTo>
                  <a:lnTo>
                    <a:pt x="5486964" y="820199"/>
                  </a:lnTo>
                  <a:lnTo>
                    <a:pt x="5487091" y="820199"/>
                  </a:lnTo>
                  <a:lnTo>
                    <a:pt x="5487217" y="820199"/>
                  </a:lnTo>
                  <a:lnTo>
                    <a:pt x="5487343" y="820199"/>
                  </a:lnTo>
                  <a:lnTo>
                    <a:pt x="5487469" y="820199"/>
                  </a:lnTo>
                  <a:lnTo>
                    <a:pt x="5487596" y="820199"/>
                  </a:lnTo>
                  <a:lnTo>
                    <a:pt x="5487722" y="820199"/>
                  </a:lnTo>
                  <a:lnTo>
                    <a:pt x="5487848" y="820199"/>
                  </a:lnTo>
                  <a:lnTo>
                    <a:pt x="5487974" y="820199"/>
                  </a:lnTo>
                  <a:lnTo>
                    <a:pt x="5488101" y="820199"/>
                  </a:lnTo>
                  <a:lnTo>
                    <a:pt x="5488227" y="820199"/>
                  </a:lnTo>
                  <a:lnTo>
                    <a:pt x="5488353" y="820199"/>
                  </a:lnTo>
                  <a:lnTo>
                    <a:pt x="5488479" y="820199"/>
                  </a:lnTo>
                  <a:lnTo>
                    <a:pt x="5488606" y="820199"/>
                  </a:lnTo>
                  <a:lnTo>
                    <a:pt x="5488732" y="820199"/>
                  </a:lnTo>
                  <a:lnTo>
                    <a:pt x="5488858" y="820199"/>
                  </a:lnTo>
                  <a:lnTo>
                    <a:pt x="5488984" y="820199"/>
                  </a:lnTo>
                  <a:lnTo>
                    <a:pt x="5489111" y="820199"/>
                  </a:lnTo>
                  <a:lnTo>
                    <a:pt x="5489237" y="820199"/>
                  </a:lnTo>
                  <a:lnTo>
                    <a:pt x="5489363" y="820199"/>
                  </a:lnTo>
                  <a:lnTo>
                    <a:pt x="5489489" y="820199"/>
                  </a:lnTo>
                  <a:lnTo>
                    <a:pt x="5489616" y="820199"/>
                  </a:lnTo>
                  <a:lnTo>
                    <a:pt x="5489742" y="820199"/>
                  </a:lnTo>
                  <a:lnTo>
                    <a:pt x="5489868" y="820199"/>
                  </a:lnTo>
                  <a:lnTo>
                    <a:pt x="5489995" y="820199"/>
                  </a:lnTo>
                  <a:lnTo>
                    <a:pt x="5490121" y="820199"/>
                  </a:lnTo>
                  <a:lnTo>
                    <a:pt x="5490247" y="820199"/>
                  </a:lnTo>
                  <a:lnTo>
                    <a:pt x="5490373" y="820199"/>
                  </a:lnTo>
                  <a:lnTo>
                    <a:pt x="5490500" y="820199"/>
                  </a:lnTo>
                  <a:lnTo>
                    <a:pt x="5490626" y="820199"/>
                  </a:lnTo>
                  <a:lnTo>
                    <a:pt x="5490752" y="820199"/>
                  </a:lnTo>
                  <a:lnTo>
                    <a:pt x="5490878" y="820199"/>
                  </a:lnTo>
                  <a:lnTo>
                    <a:pt x="5491005" y="820199"/>
                  </a:lnTo>
                  <a:lnTo>
                    <a:pt x="5491131" y="820199"/>
                  </a:lnTo>
                  <a:lnTo>
                    <a:pt x="5491257" y="820199"/>
                  </a:lnTo>
                  <a:lnTo>
                    <a:pt x="5491383" y="820199"/>
                  </a:lnTo>
                  <a:lnTo>
                    <a:pt x="5491510" y="820199"/>
                  </a:lnTo>
                  <a:lnTo>
                    <a:pt x="5491636" y="820199"/>
                  </a:lnTo>
                  <a:lnTo>
                    <a:pt x="5491762" y="820199"/>
                  </a:lnTo>
                  <a:lnTo>
                    <a:pt x="5491888" y="820199"/>
                  </a:lnTo>
                  <a:lnTo>
                    <a:pt x="5492015" y="820199"/>
                  </a:lnTo>
                  <a:lnTo>
                    <a:pt x="5492141" y="820199"/>
                  </a:lnTo>
                  <a:lnTo>
                    <a:pt x="5492267" y="820199"/>
                  </a:lnTo>
                  <a:lnTo>
                    <a:pt x="5492393" y="820199"/>
                  </a:lnTo>
                  <a:lnTo>
                    <a:pt x="5492520" y="820199"/>
                  </a:lnTo>
                  <a:lnTo>
                    <a:pt x="5492646" y="820199"/>
                  </a:lnTo>
                  <a:lnTo>
                    <a:pt x="5492772" y="820199"/>
                  </a:lnTo>
                  <a:lnTo>
                    <a:pt x="5492898" y="820199"/>
                  </a:lnTo>
                  <a:lnTo>
                    <a:pt x="5493025" y="820199"/>
                  </a:lnTo>
                  <a:lnTo>
                    <a:pt x="5493151" y="820199"/>
                  </a:lnTo>
                  <a:lnTo>
                    <a:pt x="5493277" y="820199"/>
                  </a:lnTo>
                  <a:lnTo>
                    <a:pt x="5493403" y="820199"/>
                  </a:lnTo>
                  <a:lnTo>
                    <a:pt x="5493530" y="820199"/>
                  </a:lnTo>
                  <a:lnTo>
                    <a:pt x="5493656" y="820199"/>
                  </a:lnTo>
                  <a:lnTo>
                    <a:pt x="5493782" y="820199"/>
                  </a:lnTo>
                  <a:lnTo>
                    <a:pt x="5493908" y="820199"/>
                  </a:lnTo>
                  <a:lnTo>
                    <a:pt x="5494035" y="820199"/>
                  </a:lnTo>
                  <a:lnTo>
                    <a:pt x="5494161" y="820199"/>
                  </a:lnTo>
                  <a:lnTo>
                    <a:pt x="5494287" y="820199"/>
                  </a:lnTo>
                  <a:lnTo>
                    <a:pt x="5494413" y="820199"/>
                  </a:lnTo>
                  <a:lnTo>
                    <a:pt x="5494540" y="820199"/>
                  </a:lnTo>
                  <a:lnTo>
                    <a:pt x="5494666" y="820199"/>
                  </a:lnTo>
                  <a:lnTo>
                    <a:pt x="5494792" y="820199"/>
                  </a:lnTo>
                  <a:lnTo>
                    <a:pt x="5494919" y="820199"/>
                  </a:lnTo>
                  <a:lnTo>
                    <a:pt x="5495045" y="820199"/>
                  </a:lnTo>
                  <a:lnTo>
                    <a:pt x="5495171" y="820199"/>
                  </a:lnTo>
                  <a:lnTo>
                    <a:pt x="5495297" y="820199"/>
                  </a:lnTo>
                  <a:lnTo>
                    <a:pt x="5495424" y="820199"/>
                  </a:lnTo>
                  <a:lnTo>
                    <a:pt x="5495550" y="820199"/>
                  </a:lnTo>
                  <a:lnTo>
                    <a:pt x="5495676" y="820199"/>
                  </a:lnTo>
                  <a:lnTo>
                    <a:pt x="5495802" y="820199"/>
                  </a:lnTo>
                  <a:lnTo>
                    <a:pt x="5495929" y="820199"/>
                  </a:lnTo>
                  <a:lnTo>
                    <a:pt x="5496055" y="820199"/>
                  </a:lnTo>
                  <a:lnTo>
                    <a:pt x="5496181" y="820199"/>
                  </a:lnTo>
                  <a:lnTo>
                    <a:pt x="5496307" y="820199"/>
                  </a:lnTo>
                  <a:lnTo>
                    <a:pt x="5496434" y="820199"/>
                  </a:lnTo>
                  <a:lnTo>
                    <a:pt x="5496560" y="820199"/>
                  </a:lnTo>
                  <a:lnTo>
                    <a:pt x="5496686" y="820199"/>
                  </a:lnTo>
                  <a:lnTo>
                    <a:pt x="5496812" y="820199"/>
                  </a:lnTo>
                  <a:lnTo>
                    <a:pt x="5496939" y="820199"/>
                  </a:lnTo>
                  <a:lnTo>
                    <a:pt x="5497065" y="820199"/>
                  </a:lnTo>
                  <a:lnTo>
                    <a:pt x="5497191" y="820199"/>
                  </a:lnTo>
                  <a:lnTo>
                    <a:pt x="5497317" y="820199"/>
                  </a:lnTo>
                  <a:lnTo>
                    <a:pt x="5497444" y="820199"/>
                  </a:lnTo>
                  <a:lnTo>
                    <a:pt x="5497570" y="820199"/>
                  </a:lnTo>
                  <a:lnTo>
                    <a:pt x="5497696" y="820199"/>
                  </a:lnTo>
                  <a:lnTo>
                    <a:pt x="5497822" y="820199"/>
                  </a:lnTo>
                  <a:lnTo>
                    <a:pt x="5497949" y="820199"/>
                  </a:lnTo>
                  <a:lnTo>
                    <a:pt x="5498075" y="820199"/>
                  </a:lnTo>
                  <a:lnTo>
                    <a:pt x="5498201" y="820199"/>
                  </a:lnTo>
                  <a:lnTo>
                    <a:pt x="5498327" y="820199"/>
                  </a:lnTo>
                  <a:lnTo>
                    <a:pt x="5498454" y="820199"/>
                  </a:lnTo>
                  <a:lnTo>
                    <a:pt x="5498580" y="820199"/>
                  </a:lnTo>
                  <a:lnTo>
                    <a:pt x="5498706" y="820199"/>
                  </a:lnTo>
                  <a:lnTo>
                    <a:pt x="5498832" y="820199"/>
                  </a:lnTo>
                  <a:lnTo>
                    <a:pt x="5498959" y="820199"/>
                  </a:lnTo>
                  <a:lnTo>
                    <a:pt x="5499085" y="820199"/>
                  </a:lnTo>
                  <a:lnTo>
                    <a:pt x="5499211" y="820199"/>
                  </a:lnTo>
                  <a:lnTo>
                    <a:pt x="5499337" y="820199"/>
                  </a:lnTo>
                  <a:lnTo>
                    <a:pt x="5499464" y="820199"/>
                  </a:lnTo>
                  <a:lnTo>
                    <a:pt x="5499590" y="820199"/>
                  </a:lnTo>
                  <a:lnTo>
                    <a:pt x="5499716" y="820199"/>
                  </a:lnTo>
                  <a:lnTo>
                    <a:pt x="5499842" y="820199"/>
                  </a:lnTo>
                  <a:lnTo>
                    <a:pt x="5499969" y="820199"/>
                  </a:lnTo>
                  <a:lnTo>
                    <a:pt x="5500095" y="820199"/>
                  </a:lnTo>
                  <a:lnTo>
                    <a:pt x="5500221" y="820199"/>
                  </a:lnTo>
                  <a:lnTo>
                    <a:pt x="5500348" y="820199"/>
                  </a:lnTo>
                  <a:lnTo>
                    <a:pt x="5500474" y="820199"/>
                  </a:lnTo>
                  <a:lnTo>
                    <a:pt x="5500600" y="820199"/>
                  </a:lnTo>
                  <a:lnTo>
                    <a:pt x="5500726" y="820199"/>
                  </a:lnTo>
                  <a:lnTo>
                    <a:pt x="5500853" y="820199"/>
                  </a:lnTo>
                  <a:lnTo>
                    <a:pt x="5500979" y="820199"/>
                  </a:lnTo>
                  <a:lnTo>
                    <a:pt x="5501105" y="820199"/>
                  </a:lnTo>
                  <a:lnTo>
                    <a:pt x="5501231" y="820199"/>
                  </a:lnTo>
                  <a:lnTo>
                    <a:pt x="5501358" y="820199"/>
                  </a:lnTo>
                  <a:lnTo>
                    <a:pt x="5501484" y="820199"/>
                  </a:lnTo>
                  <a:lnTo>
                    <a:pt x="5501610" y="820199"/>
                  </a:lnTo>
                  <a:lnTo>
                    <a:pt x="5501736" y="820199"/>
                  </a:lnTo>
                  <a:lnTo>
                    <a:pt x="5501863" y="820199"/>
                  </a:lnTo>
                  <a:lnTo>
                    <a:pt x="5501989" y="820199"/>
                  </a:lnTo>
                  <a:lnTo>
                    <a:pt x="5502115" y="820199"/>
                  </a:lnTo>
                  <a:lnTo>
                    <a:pt x="5502241" y="820199"/>
                  </a:lnTo>
                  <a:lnTo>
                    <a:pt x="5502368" y="820199"/>
                  </a:lnTo>
                  <a:lnTo>
                    <a:pt x="5502494" y="820199"/>
                  </a:lnTo>
                  <a:lnTo>
                    <a:pt x="5502620" y="820199"/>
                  </a:lnTo>
                  <a:lnTo>
                    <a:pt x="5502746" y="820199"/>
                  </a:lnTo>
                  <a:lnTo>
                    <a:pt x="5502873" y="820199"/>
                  </a:lnTo>
                  <a:lnTo>
                    <a:pt x="5502999" y="820199"/>
                  </a:lnTo>
                  <a:lnTo>
                    <a:pt x="5503125" y="820199"/>
                  </a:lnTo>
                  <a:lnTo>
                    <a:pt x="5503251" y="820199"/>
                  </a:lnTo>
                  <a:lnTo>
                    <a:pt x="5503378" y="820199"/>
                  </a:lnTo>
                  <a:lnTo>
                    <a:pt x="5503504" y="820199"/>
                  </a:lnTo>
                  <a:lnTo>
                    <a:pt x="5503630" y="820199"/>
                  </a:lnTo>
                  <a:lnTo>
                    <a:pt x="5503756" y="820199"/>
                  </a:lnTo>
                  <a:lnTo>
                    <a:pt x="5503883" y="820199"/>
                  </a:lnTo>
                  <a:lnTo>
                    <a:pt x="5504009" y="820199"/>
                  </a:lnTo>
                  <a:lnTo>
                    <a:pt x="5504135" y="820199"/>
                  </a:lnTo>
                  <a:lnTo>
                    <a:pt x="5504261" y="820199"/>
                  </a:lnTo>
                  <a:lnTo>
                    <a:pt x="5504388" y="820199"/>
                  </a:lnTo>
                  <a:lnTo>
                    <a:pt x="5504514" y="820199"/>
                  </a:lnTo>
                  <a:lnTo>
                    <a:pt x="5504640" y="820199"/>
                  </a:lnTo>
                  <a:lnTo>
                    <a:pt x="5504766" y="820199"/>
                  </a:lnTo>
                  <a:lnTo>
                    <a:pt x="5504893" y="820199"/>
                  </a:lnTo>
                  <a:lnTo>
                    <a:pt x="5505019" y="820199"/>
                  </a:lnTo>
                  <a:lnTo>
                    <a:pt x="5505019" y="815288"/>
                  </a:lnTo>
                  <a:lnTo>
                    <a:pt x="5505145" y="815288"/>
                  </a:lnTo>
                  <a:lnTo>
                    <a:pt x="5505272" y="815288"/>
                  </a:lnTo>
                  <a:lnTo>
                    <a:pt x="5505398" y="815288"/>
                  </a:lnTo>
                  <a:lnTo>
                    <a:pt x="5505524" y="815288"/>
                  </a:lnTo>
                  <a:lnTo>
                    <a:pt x="5505650" y="815288"/>
                  </a:lnTo>
                  <a:lnTo>
                    <a:pt x="5505777" y="815288"/>
                  </a:lnTo>
                  <a:lnTo>
                    <a:pt x="5505903" y="815288"/>
                  </a:lnTo>
                  <a:lnTo>
                    <a:pt x="5506029" y="815288"/>
                  </a:lnTo>
                  <a:lnTo>
                    <a:pt x="5506155" y="815288"/>
                  </a:lnTo>
                  <a:lnTo>
                    <a:pt x="5506282" y="815288"/>
                  </a:lnTo>
                  <a:lnTo>
                    <a:pt x="5506408" y="815288"/>
                  </a:lnTo>
                  <a:lnTo>
                    <a:pt x="5506534" y="815288"/>
                  </a:lnTo>
                  <a:lnTo>
                    <a:pt x="5506660" y="815288"/>
                  </a:lnTo>
                  <a:lnTo>
                    <a:pt x="5506787" y="815288"/>
                  </a:lnTo>
                  <a:lnTo>
                    <a:pt x="5506913" y="815288"/>
                  </a:lnTo>
                  <a:lnTo>
                    <a:pt x="5507039" y="815288"/>
                  </a:lnTo>
                  <a:lnTo>
                    <a:pt x="5507165" y="815288"/>
                  </a:lnTo>
                  <a:lnTo>
                    <a:pt x="5507292" y="815288"/>
                  </a:lnTo>
                  <a:lnTo>
                    <a:pt x="5507418" y="815288"/>
                  </a:lnTo>
                  <a:lnTo>
                    <a:pt x="5507544" y="815288"/>
                  </a:lnTo>
                  <a:lnTo>
                    <a:pt x="5507670" y="815288"/>
                  </a:lnTo>
                  <a:lnTo>
                    <a:pt x="5507797" y="815288"/>
                  </a:lnTo>
                  <a:lnTo>
                    <a:pt x="5507923" y="815288"/>
                  </a:lnTo>
                  <a:lnTo>
                    <a:pt x="5508049" y="815288"/>
                  </a:lnTo>
                  <a:lnTo>
                    <a:pt x="5508175" y="815288"/>
                  </a:lnTo>
                  <a:lnTo>
                    <a:pt x="5508302" y="815288"/>
                  </a:lnTo>
                  <a:lnTo>
                    <a:pt x="5508428" y="815288"/>
                  </a:lnTo>
                  <a:lnTo>
                    <a:pt x="5508554" y="815288"/>
                  </a:lnTo>
                  <a:lnTo>
                    <a:pt x="5508680" y="815288"/>
                  </a:lnTo>
                  <a:lnTo>
                    <a:pt x="5508807" y="815288"/>
                  </a:lnTo>
                  <a:lnTo>
                    <a:pt x="5508933" y="815288"/>
                  </a:lnTo>
                  <a:lnTo>
                    <a:pt x="5509059" y="815288"/>
                  </a:lnTo>
                  <a:lnTo>
                    <a:pt x="5509185" y="815288"/>
                  </a:lnTo>
                  <a:lnTo>
                    <a:pt x="5509312" y="815288"/>
                  </a:lnTo>
                  <a:lnTo>
                    <a:pt x="5509438" y="815288"/>
                  </a:lnTo>
                  <a:lnTo>
                    <a:pt x="5509564" y="815288"/>
                  </a:lnTo>
                  <a:lnTo>
                    <a:pt x="5509690" y="815288"/>
                  </a:lnTo>
                  <a:lnTo>
                    <a:pt x="5509817" y="815288"/>
                  </a:lnTo>
                  <a:lnTo>
                    <a:pt x="5509943" y="815288"/>
                  </a:lnTo>
                  <a:lnTo>
                    <a:pt x="5510069" y="815288"/>
                  </a:lnTo>
                  <a:lnTo>
                    <a:pt x="5510195" y="815288"/>
                  </a:lnTo>
                  <a:lnTo>
                    <a:pt x="5510322" y="815288"/>
                  </a:lnTo>
                  <a:lnTo>
                    <a:pt x="5510448" y="815288"/>
                  </a:lnTo>
                  <a:lnTo>
                    <a:pt x="5510574" y="815288"/>
                  </a:lnTo>
                  <a:lnTo>
                    <a:pt x="5510701" y="815288"/>
                  </a:lnTo>
                  <a:lnTo>
                    <a:pt x="5510827" y="815288"/>
                  </a:lnTo>
                  <a:lnTo>
                    <a:pt x="5510953" y="815288"/>
                  </a:lnTo>
                  <a:lnTo>
                    <a:pt x="5511079" y="815288"/>
                  </a:lnTo>
                  <a:lnTo>
                    <a:pt x="5511206" y="815288"/>
                  </a:lnTo>
                  <a:lnTo>
                    <a:pt x="5511332" y="815288"/>
                  </a:lnTo>
                  <a:lnTo>
                    <a:pt x="5511458" y="815288"/>
                  </a:lnTo>
                  <a:lnTo>
                    <a:pt x="5511584" y="815288"/>
                  </a:lnTo>
                  <a:lnTo>
                    <a:pt x="5511711" y="815288"/>
                  </a:lnTo>
                  <a:lnTo>
                    <a:pt x="5511837" y="815288"/>
                  </a:lnTo>
                  <a:lnTo>
                    <a:pt x="5511963" y="815288"/>
                  </a:lnTo>
                  <a:lnTo>
                    <a:pt x="5512089" y="815288"/>
                  </a:lnTo>
                  <a:lnTo>
                    <a:pt x="5512216" y="815288"/>
                  </a:lnTo>
                  <a:lnTo>
                    <a:pt x="5512342" y="815288"/>
                  </a:lnTo>
                  <a:lnTo>
                    <a:pt x="5512468" y="815288"/>
                  </a:lnTo>
                  <a:lnTo>
                    <a:pt x="5512594" y="815288"/>
                  </a:lnTo>
                  <a:lnTo>
                    <a:pt x="5512721" y="815288"/>
                  </a:lnTo>
                  <a:lnTo>
                    <a:pt x="5512847" y="815288"/>
                  </a:lnTo>
                  <a:lnTo>
                    <a:pt x="5512973" y="815288"/>
                  </a:lnTo>
                  <a:lnTo>
                    <a:pt x="5513099" y="815288"/>
                  </a:lnTo>
                  <a:lnTo>
                    <a:pt x="5513226" y="815288"/>
                  </a:lnTo>
                  <a:lnTo>
                    <a:pt x="5513352" y="815288"/>
                  </a:lnTo>
                  <a:lnTo>
                    <a:pt x="5513478" y="815288"/>
                  </a:lnTo>
                  <a:lnTo>
                    <a:pt x="5513604" y="815288"/>
                  </a:lnTo>
                  <a:lnTo>
                    <a:pt x="5513731" y="815288"/>
                  </a:lnTo>
                  <a:lnTo>
                    <a:pt x="5513857" y="815288"/>
                  </a:lnTo>
                  <a:lnTo>
                    <a:pt x="5513983" y="815288"/>
                  </a:lnTo>
                  <a:lnTo>
                    <a:pt x="5514109" y="815288"/>
                  </a:lnTo>
                  <a:lnTo>
                    <a:pt x="5514236" y="815288"/>
                  </a:lnTo>
                  <a:lnTo>
                    <a:pt x="5514362" y="815288"/>
                  </a:lnTo>
                  <a:lnTo>
                    <a:pt x="5514488" y="815288"/>
                  </a:lnTo>
                  <a:lnTo>
                    <a:pt x="5514614" y="815288"/>
                  </a:lnTo>
                  <a:lnTo>
                    <a:pt x="5514741" y="815288"/>
                  </a:lnTo>
                  <a:lnTo>
                    <a:pt x="5514867" y="815288"/>
                  </a:lnTo>
                  <a:lnTo>
                    <a:pt x="5514993" y="815288"/>
                  </a:lnTo>
                  <a:lnTo>
                    <a:pt x="5515119" y="815288"/>
                  </a:lnTo>
                  <a:lnTo>
                    <a:pt x="5515246" y="815288"/>
                  </a:lnTo>
                  <a:lnTo>
                    <a:pt x="5515372" y="815288"/>
                  </a:lnTo>
                  <a:lnTo>
                    <a:pt x="5515498" y="815288"/>
                  </a:lnTo>
                  <a:lnTo>
                    <a:pt x="5515625" y="815288"/>
                  </a:lnTo>
                  <a:lnTo>
                    <a:pt x="5515751" y="815288"/>
                  </a:lnTo>
                  <a:lnTo>
                    <a:pt x="5515877" y="815288"/>
                  </a:lnTo>
                  <a:lnTo>
                    <a:pt x="5516003" y="815288"/>
                  </a:lnTo>
                  <a:lnTo>
                    <a:pt x="5516130" y="815288"/>
                  </a:lnTo>
                  <a:lnTo>
                    <a:pt x="5516256" y="815288"/>
                  </a:lnTo>
                  <a:lnTo>
                    <a:pt x="5516382" y="815288"/>
                  </a:lnTo>
                  <a:lnTo>
                    <a:pt x="5516508" y="815288"/>
                  </a:lnTo>
                  <a:lnTo>
                    <a:pt x="5516635" y="815288"/>
                  </a:lnTo>
                  <a:lnTo>
                    <a:pt x="5516761" y="815288"/>
                  </a:lnTo>
                  <a:lnTo>
                    <a:pt x="5516887" y="815288"/>
                  </a:lnTo>
                  <a:lnTo>
                    <a:pt x="5517013" y="815288"/>
                  </a:lnTo>
                  <a:lnTo>
                    <a:pt x="5517140" y="815288"/>
                  </a:lnTo>
                  <a:lnTo>
                    <a:pt x="5517266" y="815288"/>
                  </a:lnTo>
                  <a:lnTo>
                    <a:pt x="5517392" y="815288"/>
                  </a:lnTo>
                  <a:lnTo>
                    <a:pt x="5517518" y="815288"/>
                  </a:lnTo>
                  <a:lnTo>
                    <a:pt x="5517645" y="815288"/>
                  </a:lnTo>
                  <a:lnTo>
                    <a:pt x="5517771" y="815288"/>
                  </a:lnTo>
                  <a:lnTo>
                    <a:pt x="5517897" y="815288"/>
                  </a:lnTo>
                  <a:lnTo>
                    <a:pt x="5518023" y="815288"/>
                  </a:lnTo>
                  <a:lnTo>
                    <a:pt x="5518150" y="815288"/>
                  </a:lnTo>
                  <a:lnTo>
                    <a:pt x="5518276" y="815288"/>
                  </a:lnTo>
                  <a:lnTo>
                    <a:pt x="5518402" y="815288"/>
                  </a:lnTo>
                  <a:lnTo>
                    <a:pt x="5518528" y="815288"/>
                  </a:lnTo>
                  <a:lnTo>
                    <a:pt x="5518655" y="815288"/>
                  </a:lnTo>
                  <a:lnTo>
                    <a:pt x="5518781" y="815288"/>
                  </a:lnTo>
                  <a:lnTo>
                    <a:pt x="5518907" y="815288"/>
                  </a:lnTo>
                  <a:lnTo>
                    <a:pt x="5519033" y="815288"/>
                  </a:lnTo>
                  <a:lnTo>
                    <a:pt x="5519160" y="815288"/>
                  </a:lnTo>
                  <a:lnTo>
                    <a:pt x="5519286" y="815288"/>
                  </a:lnTo>
                  <a:lnTo>
                    <a:pt x="5519412" y="815288"/>
                  </a:lnTo>
                  <a:lnTo>
                    <a:pt x="5519538" y="815288"/>
                  </a:lnTo>
                  <a:lnTo>
                    <a:pt x="5519665" y="815288"/>
                  </a:lnTo>
                  <a:lnTo>
                    <a:pt x="5519791" y="815288"/>
                  </a:lnTo>
                  <a:lnTo>
                    <a:pt x="5519917" y="815288"/>
                  </a:lnTo>
                  <a:lnTo>
                    <a:pt x="5520043" y="815288"/>
                  </a:lnTo>
                  <a:lnTo>
                    <a:pt x="5520170" y="815288"/>
                  </a:lnTo>
                  <a:lnTo>
                    <a:pt x="5520296" y="815288"/>
                  </a:lnTo>
                  <a:lnTo>
                    <a:pt x="5520422" y="815288"/>
                  </a:lnTo>
                  <a:lnTo>
                    <a:pt x="5520548" y="815288"/>
                  </a:lnTo>
                  <a:lnTo>
                    <a:pt x="5520675" y="815288"/>
                  </a:lnTo>
                  <a:lnTo>
                    <a:pt x="5520801" y="815288"/>
                  </a:lnTo>
                  <a:lnTo>
                    <a:pt x="5520927" y="815288"/>
                  </a:lnTo>
                  <a:lnTo>
                    <a:pt x="5521054" y="815288"/>
                  </a:lnTo>
                  <a:lnTo>
                    <a:pt x="5521180" y="815288"/>
                  </a:lnTo>
                  <a:lnTo>
                    <a:pt x="5521306" y="815288"/>
                  </a:lnTo>
                  <a:lnTo>
                    <a:pt x="5521432" y="815288"/>
                  </a:lnTo>
                  <a:lnTo>
                    <a:pt x="5521559" y="815288"/>
                  </a:lnTo>
                  <a:lnTo>
                    <a:pt x="5521685" y="815288"/>
                  </a:lnTo>
                  <a:lnTo>
                    <a:pt x="5521811" y="815288"/>
                  </a:lnTo>
                  <a:lnTo>
                    <a:pt x="5521937" y="815288"/>
                  </a:lnTo>
                  <a:lnTo>
                    <a:pt x="5521937" y="810376"/>
                  </a:lnTo>
                  <a:lnTo>
                    <a:pt x="5522064" y="810376"/>
                  </a:lnTo>
                  <a:lnTo>
                    <a:pt x="5522190" y="810376"/>
                  </a:lnTo>
                  <a:lnTo>
                    <a:pt x="5522316" y="810376"/>
                  </a:lnTo>
                  <a:lnTo>
                    <a:pt x="5522442" y="810376"/>
                  </a:lnTo>
                  <a:lnTo>
                    <a:pt x="5522569" y="810376"/>
                  </a:lnTo>
                  <a:lnTo>
                    <a:pt x="5522695" y="810376"/>
                  </a:lnTo>
                  <a:lnTo>
                    <a:pt x="5522821" y="810376"/>
                  </a:lnTo>
                  <a:lnTo>
                    <a:pt x="5522947" y="810376"/>
                  </a:lnTo>
                  <a:lnTo>
                    <a:pt x="5523074" y="810376"/>
                  </a:lnTo>
                  <a:lnTo>
                    <a:pt x="5523200" y="810376"/>
                  </a:lnTo>
                  <a:lnTo>
                    <a:pt x="5523326" y="810376"/>
                  </a:lnTo>
                  <a:lnTo>
                    <a:pt x="5523452" y="810376"/>
                  </a:lnTo>
                  <a:lnTo>
                    <a:pt x="5523579" y="810376"/>
                  </a:lnTo>
                  <a:lnTo>
                    <a:pt x="5523705" y="810376"/>
                  </a:lnTo>
                  <a:lnTo>
                    <a:pt x="5523831" y="810376"/>
                  </a:lnTo>
                  <a:lnTo>
                    <a:pt x="5523957" y="810376"/>
                  </a:lnTo>
                  <a:lnTo>
                    <a:pt x="5524084" y="810376"/>
                  </a:lnTo>
                  <a:lnTo>
                    <a:pt x="5524210" y="810376"/>
                  </a:lnTo>
                  <a:lnTo>
                    <a:pt x="5524336" y="810376"/>
                  </a:lnTo>
                  <a:lnTo>
                    <a:pt x="5524462" y="810376"/>
                  </a:lnTo>
                  <a:lnTo>
                    <a:pt x="5524589" y="810376"/>
                  </a:lnTo>
                  <a:lnTo>
                    <a:pt x="5524715" y="810376"/>
                  </a:lnTo>
                  <a:lnTo>
                    <a:pt x="5524841" y="810376"/>
                  </a:lnTo>
                  <a:lnTo>
                    <a:pt x="5524967" y="810376"/>
                  </a:lnTo>
                  <a:lnTo>
                    <a:pt x="5525094" y="810376"/>
                  </a:lnTo>
                  <a:lnTo>
                    <a:pt x="5525220" y="810376"/>
                  </a:lnTo>
                  <a:lnTo>
                    <a:pt x="5525346" y="810376"/>
                  </a:lnTo>
                  <a:lnTo>
                    <a:pt x="5525472" y="810376"/>
                  </a:lnTo>
                  <a:lnTo>
                    <a:pt x="5525599" y="810376"/>
                  </a:lnTo>
                  <a:lnTo>
                    <a:pt x="5525725" y="810376"/>
                  </a:lnTo>
                  <a:lnTo>
                    <a:pt x="5525851" y="810376"/>
                  </a:lnTo>
                  <a:lnTo>
                    <a:pt x="5525978" y="810376"/>
                  </a:lnTo>
                  <a:lnTo>
                    <a:pt x="5526104" y="810376"/>
                  </a:lnTo>
                  <a:lnTo>
                    <a:pt x="5526230" y="810376"/>
                  </a:lnTo>
                  <a:lnTo>
                    <a:pt x="5526356" y="810376"/>
                  </a:lnTo>
                  <a:lnTo>
                    <a:pt x="5526483" y="810376"/>
                  </a:lnTo>
                  <a:lnTo>
                    <a:pt x="5526609" y="810376"/>
                  </a:lnTo>
                  <a:lnTo>
                    <a:pt x="5526735" y="810376"/>
                  </a:lnTo>
                  <a:lnTo>
                    <a:pt x="5526861" y="810376"/>
                  </a:lnTo>
                  <a:lnTo>
                    <a:pt x="5526988" y="810376"/>
                  </a:lnTo>
                  <a:lnTo>
                    <a:pt x="5527114" y="810376"/>
                  </a:lnTo>
                  <a:lnTo>
                    <a:pt x="5527240" y="810376"/>
                  </a:lnTo>
                  <a:lnTo>
                    <a:pt x="5527366" y="810376"/>
                  </a:lnTo>
                  <a:lnTo>
                    <a:pt x="5527493" y="810376"/>
                  </a:lnTo>
                  <a:lnTo>
                    <a:pt x="5527619" y="810376"/>
                  </a:lnTo>
                  <a:lnTo>
                    <a:pt x="5527745" y="810376"/>
                  </a:lnTo>
                  <a:lnTo>
                    <a:pt x="5527871" y="810376"/>
                  </a:lnTo>
                  <a:lnTo>
                    <a:pt x="5527998" y="810376"/>
                  </a:lnTo>
                  <a:lnTo>
                    <a:pt x="5528124" y="810376"/>
                  </a:lnTo>
                  <a:lnTo>
                    <a:pt x="5528250" y="810376"/>
                  </a:lnTo>
                  <a:lnTo>
                    <a:pt x="5528376" y="810376"/>
                  </a:lnTo>
                  <a:lnTo>
                    <a:pt x="5528503" y="810376"/>
                  </a:lnTo>
                  <a:lnTo>
                    <a:pt x="5528629" y="810376"/>
                  </a:lnTo>
                  <a:lnTo>
                    <a:pt x="5528755" y="810376"/>
                  </a:lnTo>
                  <a:lnTo>
                    <a:pt x="5528881" y="810376"/>
                  </a:lnTo>
                  <a:lnTo>
                    <a:pt x="5529008" y="810376"/>
                  </a:lnTo>
                  <a:lnTo>
                    <a:pt x="5529134" y="810376"/>
                  </a:lnTo>
                  <a:lnTo>
                    <a:pt x="5529260" y="810376"/>
                  </a:lnTo>
                  <a:lnTo>
                    <a:pt x="5529386" y="810376"/>
                  </a:lnTo>
                  <a:lnTo>
                    <a:pt x="5529513" y="810376"/>
                  </a:lnTo>
                  <a:lnTo>
                    <a:pt x="5529639" y="810376"/>
                  </a:lnTo>
                  <a:lnTo>
                    <a:pt x="5529765" y="810376"/>
                  </a:lnTo>
                  <a:lnTo>
                    <a:pt x="5529891" y="810376"/>
                  </a:lnTo>
                  <a:lnTo>
                    <a:pt x="5530018" y="810376"/>
                  </a:lnTo>
                  <a:lnTo>
                    <a:pt x="5530144" y="810376"/>
                  </a:lnTo>
                  <a:lnTo>
                    <a:pt x="5530270" y="810376"/>
                  </a:lnTo>
                  <a:lnTo>
                    <a:pt x="5530396" y="810376"/>
                  </a:lnTo>
                  <a:lnTo>
                    <a:pt x="5530523" y="810376"/>
                  </a:lnTo>
                  <a:lnTo>
                    <a:pt x="5530649" y="810376"/>
                  </a:lnTo>
                  <a:lnTo>
                    <a:pt x="5530775" y="810376"/>
                  </a:lnTo>
                  <a:lnTo>
                    <a:pt x="5530902" y="810376"/>
                  </a:lnTo>
                  <a:lnTo>
                    <a:pt x="5531028" y="810376"/>
                  </a:lnTo>
                  <a:lnTo>
                    <a:pt x="5531154" y="810376"/>
                  </a:lnTo>
                  <a:lnTo>
                    <a:pt x="5531280" y="810376"/>
                  </a:lnTo>
                  <a:lnTo>
                    <a:pt x="5531407" y="810376"/>
                  </a:lnTo>
                  <a:lnTo>
                    <a:pt x="5531533" y="810376"/>
                  </a:lnTo>
                  <a:lnTo>
                    <a:pt x="5531659" y="810376"/>
                  </a:lnTo>
                  <a:lnTo>
                    <a:pt x="5531785" y="810376"/>
                  </a:lnTo>
                  <a:lnTo>
                    <a:pt x="5531912" y="810376"/>
                  </a:lnTo>
                  <a:lnTo>
                    <a:pt x="5532038" y="810376"/>
                  </a:lnTo>
                  <a:lnTo>
                    <a:pt x="5532164" y="810376"/>
                  </a:lnTo>
                  <a:lnTo>
                    <a:pt x="5532290" y="810376"/>
                  </a:lnTo>
                  <a:lnTo>
                    <a:pt x="5532417" y="810376"/>
                  </a:lnTo>
                  <a:lnTo>
                    <a:pt x="5532543" y="810376"/>
                  </a:lnTo>
                  <a:lnTo>
                    <a:pt x="5532669" y="810376"/>
                  </a:lnTo>
                  <a:lnTo>
                    <a:pt x="5532795" y="810376"/>
                  </a:lnTo>
                  <a:lnTo>
                    <a:pt x="5532922" y="810376"/>
                  </a:lnTo>
                  <a:lnTo>
                    <a:pt x="5533048" y="810376"/>
                  </a:lnTo>
                  <a:lnTo>
                    <a:pt x="5533174" y="810376"/>
                  </a:lnTo>
                  <a:lnTo>
                    <a:pt x="5533300" y="810376"/>
                  </a:lnTo>
                  <a:lnTo>
                    <a:pt x="5533427" y="810376"/>
                  </a:lnTo>
                  <a:lnTo>
                    <a:pt x="5533553" y="810376"/>
                  </a:lnTo>
                  <a:lnTo>
                    <a:pt x="5533679" y="810376"/>
                  </a:lnTo>
                  <a:lnTo>
                    <a:pt x="5533805" y="810376"/>
                  </a:lnTo>
                  <a:lnTo>
                    <a:pt x="5533932" y="810376"/>
                  </a:lnTo>
                  <a:lnTo>
                    <a:pt x="5534058" y="810376"/>
                  </a:lnTo>
                  <a:lnTo>
                    <a:pt x="5534184" y="810376"/>
                  </a:lnTo>
                  <a:lnTo>
                    <a:pt x="5534310" y="810376"/>
                  </a:lnTo>
                  <a:lnTo>
                    <a:pt x="5534437" y="810376"/>
                  </a:lnTo>
                  <a:lnTo>
                    <a:pt x="5534563" y="810376"/>
                  </a:lnTo>
                  <a:lnTo>
                    <a:pt x="5534689" y="810376"/>
                  </a:lnTo>
                  <a:lnTo>
                    <a:pt x="5534815" y="810376"/>
                  </a:lnTo>
                  <a:lnTo>
                    <a:pt x="5534942" y="810376"/>
                  </a:lnTo>
                  <a:lnTo>
                    <a:pt x="5535068" y="810376"/>
                  </a:lnTo>
                  <a:lnTo>
                    <a:pt x="5535194" y="810376"/>
                  </a:lnTo>
                  <a:lnTo>
                    <a:pt x="5535320" y="810376"/>
                  </a:lnTo>
                  <a:lnTo>
                    <a:pt x="5535447" y="810376"/>
                  </a:lnTo>
                  <a:lnTo>
                    <a:pt x="5535573" y="810376"/>
                  </a:lnTo>
                  <a:lnTo>
                    <a:pt x="5535699" y="810376"/>
                  </a:lnTo>
                  <a:lnTo>
                    <a:pt x="5535825" y="810376"/>
                  </a:lnTo>
                  <a:lnTo>
                    <a:pt x="5535952" y="810376"/>
                  </a:lnTo>
                  <a:lnTo>
                    <a:pt x="5536078" y="810376"/>
                  </a:lnTo>
                  <a:lnTo>
                    <a:pt x="5536204" y="810376"/>
                  </a:lnTo>
                  <a:lnTo>
                    <a:pt x="5536331" y="810376"/>
                  </a:lnTo>
                  <a:lnTo>
                    <a:pt x="5536457" y="810376"/>
                  </a:lnTo>
                  <a:lnTo>
                    <a:pt x="5536583" y="810376"/>
                  </a:lnTo>
                  <a:lnTo>
                    <a:pt x="5536709" y="810376"/>
                  </a:lnTo>
                  <a:lnTo>
                    <a:pt x="5536836" y="810376"/>
                  </a:lnTo>
                  <a:lnTo>
                    <a:pt x="5536962" y="810376"/>
                  </a:lnTo>
                  <a:lnTo>
                    <a:pt x="5537088" y="810376"/>
                  </a:lnTo>
                  <a:lnTo>
                    <a:pt x="5537214" y="810376"/>
                  </a:lnTo>
                  <a:lnTo>
                    <a:pt x="5537341" y="810376"/>
                  </a:lnTo>
                  <a:lnTo>
                    <a:pt x="5537467" y="810376"/>
                  </a:lnTo>
                  <a:lnTo>
                    <a:pt x="5537593" y="810376"/>
                  </a:lnTo>
                  <a:lnTo>
                    <a:pt x="5537719" y="810376"/>
                  </a:lnTo>
                  <a:lnTo>
                    <a:pt x="5537846" y="810376"/>
                  </a:lnTo>
                  <a:lnTo>
                    <a:pt x="5537972" y="810376"/>
                  </a:lnTo>
                  <a:lnTo>
                    <a:pt x="5538098" y="810376"/>
                  </a:lnTo>
                  <a:lnTo>
                    <a:pt x="5538224" y="810376"/>
                  </a:lnTo>
                  <a:lnTo>
                    <a:pt x="5538351" y="810376"/>
                  </a:lnTo>
                  <a:lnTo>
                    <a:pt x="5538477" y="810376"/>
                  </a:lnTo>
                  <a:lnTo>
                    <a:pt x="5538603" y="810376"/>
                  </a:lnTo>
                  <a:lnTo>
                    <a:pt x="5538729" y="810376"/>
                  </a:lnTo>
                  <a:lnTo>
                    <a:pt x="5538856" y="810376"/>
                  </a:lnTo>
                  <a:lnTo>
                    <a:pt x="5538982" y="810376"/>
                  </a:lnTo>
                  <a:lnTo>
                    <a:pt x="5539108" y="810376"/>
                  </a:lnTo>
                  <a:lnTo>
                    <a:pt x="5539234" y="810376"/>
                  </a:lnTo>
                  <a:lnTo>
                    <a:pt x="5539361" y="810376"/>
                  </a:lnTo>
                  <a:lnTo>
                    <a:pt x="5539487" y="810376"/>
                  </a:lnTo>
                  <a:lnTo>
                    <a:pt x="5539613" y="810376"/>
                  </a:lnTo>
                  <a:lnTo>
                    <a:pt x="5539739" y="810376"/>
                  </a:lnTo>
                  <a:lnTo>
                    <a:pt x="5539866" y="810376"/>
                  </a:lnTo>
                  <a:lnTo>
                    <a:pt x="5539992" y="810376"/>
                  </a:lnTo>
                  <a:lnTo>
                    <a:pt x="5540118" y="810376"/>
                  </a:lnTo>
                  <a:lnTo>
                    <a:pt x="5540244" y="810376"/>
                  </a:lnTo>
                  <a:lnTo>
                    <a:pt x="5540371" y="810376"/>
                  </a:lnTo>
                  <a:lnTo>
                    <a:pt x="5540497" y="810376"/>
                  </a:lnTo>
                  <a:lnTo>
                    <a:pt x="5540623" y="810376"/>
                  </a:lnTo>
                  <a:lnTo>
                    <a:pt x="5540749" y="810376"/>
                  </a:lnTo>
                  <a:lnTo>
                    <a:pt x="5540876" y="810376"/>
                  </a:lnTo>
                  <a:lnTo>
                    <a:pt x="5541002" y="810376"/>
                  </a:lnTo>
                  <a:lnTo>
                    <a:pt x="5541128" y="810376"/>
                  </a:lnTo>
                  <a:lnTo>
                    <a:pt x="5541255" y="810376"/>
                  </a:lnTo>
                  <a:lnTo>
                    <a:pt x="5541381" y="810376"/>
                  </a:lnTo>
                  <a:lnTo>
                    <a:pt x="5541507" y="810376"/>
                  </a:lnTo>
                  <a:lnTo>
                    <a:pt x="5541633" y="810376"/>
                  </a:lnTo>
                  <a:lnTo>
                    <a:pt x="5541760" y="810376"/>
                  </a:lnTo>
                  <a:lnTo>
                    <a:pt x="5541886" y="810376"/>
                  </a:lnTo>
                  <a:lnTo>
                    <a:pt x="5542012" y="810376"/>
                  </a:lnTo>
                  <a:lnTo>
                    <a:pt x="5542138" y="810376"/>
                  </a:lnTo>
                  <a:lnTo>
                    <a:pt x="5542265" y="810376"/>
                  </a:lnTo>
                  <a:lnTo>
                    <a:pt x="5542391" y="810376"/>
                  </a:lnTo>
                  <a:lnTo>
                    <a:pt x="5542517" y="810376"/>
                  </a:lnTo>
                  <a:lnTo>
                    <a:pt x="5542643" y="810376"/>
                  </a:lnTo>
                  <a:lnTo>
                    <a:pt x="5542770" y="810376"/>
                  </a:lnTo>
                  <a:lnTo>
                    <a:pt x="5542896" y="810376"/>
                  </a:lnTo>
                  <a:lnTo>
                    <a:pt x="5543022" y="810376"/>
                  </a:lnTo>
                  <a:lnTo>
                    <a:pt x="5543148" y="810376"/>
                  </a:lnTo>
                  <a:lnTo>
                    <a:pt x="5543275" y="810376"/>
                  </a:lnTo>
                  <a:lnTo>
                    <a:pt x="5543401" y="810376"/>
                  </a:lnTo>
                  <a:lnTo>
                    <a:pt x="5543527" y="810376"/>
                  </a:lnTo>
                  <a:lnTo>
                    <a:pt x="5543653" y="810376"/>
                  </a:lnTo>
                  <a:lnTo>
                    <a:pt x="5543780" y="810376"/>
                  </a:lnTo>
                  <a:lnTo>
                    <a:pt x="5543906" y="810376"/>
                  </a:lnTo>
                  <a:lnTo>
                    <a:pt x="5544032" y="810376"/>
                  </a:lnTo>
                  <a:lnTo>
                    <a:pt x="5544158" y="810376"/>
                  </a:lnTo>
                  <a:lnTo>
                    <a:pt x="5544285" y="810376"/>
                  </a:lnTo>
                  <a:lnTo>
                    <a:pt x="5544411" y="810376"/>
                  </a:lnTo>
                  <a:lnTo>
                    <a:pt x="5544537" y="810376"/>
                  </a:lnTo>
                  <a:lnTo>
                    <a:pt x="5544663" y="810376"/>
                  </a:lnTo>
                  <a:lnTo>
                    <a:pt x="5544790" y="810376"/>
                  </a:lnTo>
                  <a:lnTo>
                    <a:pt x="5544916" y="810376"/>
                  </a:lnTo>
                  <a:lnTo>
                    <a:pt x="5545042" y="810376"/>
                  </a:lnTo>
                  <a:lnTo>
                    <a:pt x="5545168" y="810376"/>
                  </a:lnTo>
                  <a:lnTo>
                    <a:pt x="5545295" y="810376"/>
                  </a:lnTo>
                  <a:lnTo>
                    <a:pt x="5545421" y="810376"/>
                  </a:lnTo>
                  <a:lnTo>
                    <a:pt x="5545547" y="810376"/>
                  </a:lnTo>
                  <a:lnTo>
                    <a:pt x="5545673" y="810376"/>
                  </a:lnTo>
                  <a:lnTo>
                    <a:pt x="5545800" y="810376"/>
                  </a:lnTo>
                  <a:lnTo>
                    <a:pt x="5545926" y="810376"/>
                  </a:lnTo>
                  <a:lnTo>
                    <a:pt x="5546052" y="810376"/>
                  </a:lnTo>
                  <a:lnTo>
                    <a:pt x="5546052" y="805465"/>
                  </a:lnTo>
                  <a:lnTo>
                    <a:pt x="5546178" y="805465"/>
                  </a:lnTo>
                  <a:lnTo>
                    <a:pt x="5546305" y="805465"/>
                  </a:lnTo>
                  <a:lnTo>
                    <a:pt x="5546431" y="805465"/>
                  </a:lnTo>
                  <a:lnTo>
                    <a:pt x="5546557" y="805465"/>
                  </a:lnTo>
                  <a:lnTo>
                    <a:pt x="5546684" y="805465"/>
                  </a:lnTo>
                  <a:lnTo>
                    <a:pt x="5546810" y="805465"/>
                  </a:lnTo>
                  <a:lnTo>
                    <a:pt x="5546936" y="805465"/>
                  </a:lnTo>
                  <a:lnTo>
                    <a:pt x="5547062" y="805465"/>
                  </a:lnTo>
                  <a:lnTo>
                    <a:pt x="5547189" y="805465"/>
                  </a:lnTo>
                  <a:lnTo>
                    <a:pt x="5547315" y="805465"/>
                  </a:lnTo>
                  <a:lnTo>
                    <a:pt x="5547441" y="805465"/>
                  </a:lnTo>
                  <a:lnTo>
                    <a:pt x="5547567" y="805465"/>
                  </a:lnTo>
                  <a:lnTo>
                    <a:pt x="5547694" y="805465"/>
                  </a:lnTo>
                  <a:lnTo>
                    <a:pt x="5547820" y="805465"/>
                  </a:lnTo>
                  <a:lnTo>
                    <a:pt x="5547946" y="805465"/>
                  </a:lnTo>
                  <a:lnTo>
                    <a:pt x="5548072" y="805465"/>
                  </a:lnTo>
                  <a:lnTo>
                    <a:pt x="5548199" y="805465"/>
                  </a:lnTo>
                  <a:lnTo>
                    <a:pt x="5548325" y="805465"/>
                  </a:lnTo>
                  <a:lnTo>
                    <a:pt x="5548451" y="805465"/>
                  </a:lnTo>
                  <a:lnTo>
                    <a:pt x="5548577" y="805465"/>
                  </a:lnTo>
                  <a:lnTo>
                    <a:pt x="5548704" y="805465"/>
                  </a:lnTo>
                  <a:lnTo>
                    <a:pt x="5548830" y="805465"/>
                  </a:lnTo>
                  <a:lnTo>
                    <a:pt x="5548956" y="805465"/>
                  </a:lnTo>
                  <a:lnTo>
                    <a:pt x="5549082" y="805465"/>
                  </a:lnTo>
                  <a:lnTo>
                    <a:pt x="5549209" y="805465"/>
                  </a:lnTo>
                  <a:lnTo>
                    <a:pt x="5549335" y="805465"/>
                  </a:lnTo>
                  <a:lnTo>
                    <a:pt x="5549461" y="805465"/>
                  </a:lnTo>
                  <a:lnTo>
                    <a:pt x="5549587" y="805465"/>
                  </a:lnTo>
                  <a:lnTo>
                    <a:pt x="5549714" y="805465"/>
                  </a:lnTo>
                  <a:lnTo>
                    <a:pt x="5549840" y="805465"/>
                  </a:lnTo>
                  <a:lnTo>
                    <a:pt x="5549966" y="805465"/>
                  </a:lnTo>
                  <a:lnTo>
                    <a:pt x="5550092" y="805465"/>
                  </a:lnTo>
                  <a:lnTo>
                    <a:pt x="5550219" y="805465"/>
                  </a:lnTo>
                  <a:lnTo>
                    <a:pt x="5550345" y="805465"/>
                  </a:lnTo>
                  <a:lnTo>
                    <a:pt x="5550471" y="805465"/>
                  </a:lnTo>
                  <a:lnTo>
                    <a:pt x="5550597" y="805465"/>
                  </a:lnTo>
                  <a:lnTo>
                    <a:pt x="5550724" y="805465"/>
                  </a:lnTo>
                  <a:lnTo>
                    <a:pt x="5550850" y="805465"/>
                  </a:lnTo>
                  <a:lnTo>
                    <a:pt x="5550976" y="805465"/>
                  </a:lnTo>
                  <a:lnTo>
                    <a:pt x="5551102" y="805465"/>
                  </a:lnTo>
                  <a:lnTo>
                    <a:pt x="5551229" y="805465"/>
                  </a:lnTo>
                  <a:lnTo>
                    <a:pt x="5551355" y="805465"/>
                  </a:lnTo>
                  <a:lnTo>
                    <a:pt x="5551481" y="805465"/>
                  </a:lnTo>
                  <a:lnTo>
                    <a:pt x="5551608" y="805465"/>
                  </a:lnTo>
                  <a:lnTo>
                    <a:pt x="5551734" y="805465"/>
                  </a:lnTo>
                  <a:lnTo>
                    <a:pt x="5551860" y="805465"/>
                  </a:lnTo>
                  <a:lnTo>
                    <a:pt x="5551986" y="805465"/>
                  </a:lnTo>
                  <a:lnTo>
                    <a:pt x="5552113" y="805465"/>
                  </a:lnTo>
                  <a:lnTo>
                    <a:pt x="5552113" y="800554"/>
                  </a:lnTo>
                  <a:lnTo>
                    <a:pt x="5552239" y="800554"/>
                  </a:lnTo>
                  <a:lnTo>
                    <a:pt x="5552365" y="800554"/>
                  </a:lnTo>
                  <a:lnTo>
                    <a:pt x="5552491" y="800554"/>
                  </a:lnTo>
                  <a:lnTo>
                    <a:pt x="5552618" y="800554"/>
                  </a:lnTo>
                  <a:lnTo>
                    <a:pt x="5552744" y="800554"/>
                  </a:lnTo>
                  <a:lnTo>
                    <a:pt x="5552870" y="800554"/>
                  </a:lnTo>
                  <a:lnTo>
                    <a:pt x="5552996" y="800554"/>
                  </a:lnTo>
                  <a:lnTo>
                    <a:pt x="5553123" y="800554"/>
                  </a:lnTo>
                  <a:lnTo>
                    <a:pt x="5553249" y="800554"/>
                  </a:lnTo>
                  <a:lnTo>
                    <a:pt x="5553375" y="800554"/>
                  </a:lnTo>
                  <a:lnTo>
                    <a:pt x="5553501" y="800554"/>
                  </a:lnTo>
                  <a:lnTo>
                    <a:pt x="5553628" y="800554"/>
                  </a:lnTo>
                  <a:lnTo>
                    <a:pt x="5553754" y="800554"/>
                  </a:lnTo>
                  <a:lnTo>
                    <a:pt x="5553880" y="800554"/>
                  </a:lnTo>
                  <a:lnTo>
                    <a:pt x="5554006" y="800554"/>
                  </a:lnTo>
                  <a:lnTo>
                    <a:pt x="5554133" y="800554"/>
                  </a:lnTo>
                  <a:lnTo>
                    <a:pt x="5554259" y="800554"/>
                  </a:lnTo>
                  <a:lnTo>
                    <a:pt x="5554385" y="800554"/>
                  </a:lnTo>
                  <a:lnTo>
                    <a:pt x="5554511" y="800554"/>
                  </a:lnTo>
                  <a:lnTo>
                    <a:pt x="5554638" y="800554"/>
                  </a:lnTo>
                  <a:lnTo>
                    <a:pt x="5554764" y="800554"/>
                  </a:lnTo>
                  <a:lnTo>
                    <a:pt x="5554890" y="800554"/>
                  </a:lnTo>
                  <a:lnTo>
                    <a:pt x="5555016" y="800554"/>
                  </a:lnTo>
                  <a:lnTo>
                    <a:pt x="5555143" y="800554"/>
                  </a:lnTo>
                  <a:lnTo>
                    <a:pt x="5555269" y="800554"/>
                  </a:lnTo>
                  <a:lnTo>
                    <a:pt x="5555395" y="800554"/>
                  </a:lnTo>
                  <a:lnTo>
                    <a:pt x="5555521" y="800554"/>
                  </a:lnTo>
                  <a:lnTo>
                    <a:pt x="5555648" y="800554"/>
                  </a:lnTo>
                  <a:lnTo>
                    <a:pt x="5555774" y="800554"/>
                  </a:lnTo>
                  <a:lnTo>
                    <a:pt x="5555774" y="795642"/>
                  </a:lnTo>
                  <a:lnTo>
                    <a:pt x="5555900" y="795642"/>
                  </a:lnTo>
                  <a:lnTo>
                    <a:pt x="5556026" y="795642"/>
                  </a:lnTo>
                  <a:lnTo>
                    <a:pt x="5556153" y="795642"/>
                  </a:lnTo>
                  <a:lnTo>
                    <a:pt x="5556279" y="795642"/>
                  </a:lnTo>
                  <a:lnTo>
                    <a:pt x="5556405" y="795642"/>
                  </a:lnTo>
                  <a:lnTo>
                    <a:pt x="5556531" y="795642"/>
                  </a:lnTo>
                  <a:lnTo>
                    <a:pt x="5556658" y="795642"/>
                  </a:lnTo>
                  <a:lnTo>
                    <a:pt x="5556784" y="795642"/>
                  </a:lnTo>
                  <a:lnTo>
                    <a:pt x="5556910" y="795642"/>
                  </a:lnTo>
                  <a:lnTo>
                    <a:pt x="5557037" y="795642"/>
                  </a:lnTo>
                  <a:lnTo>
                    <a:pt x="5557163" y="795642"/>
                  </a:lnTo>
                  <a:lnTo>
                    <a:pt x="5557289" y="795642"/>
                  </a:lnTo>
                  <a:lnTo>
                    <a:pt x="5557415" y="795642"/>
                  </a:lnTo>
                  <a:lnTo>
                    <a:pt x="5557542" y="795642"/>
                  </a:lnTo>
                  <a:lnTo>
                    <a:pt x="5557668" y="795642"/>
                  </a:lnTo>
                  <a:lnTo>
                    <a:pt x="5557794" y="795642"/>
                  </a:lnTo>
                  <a:lnTo>
                    <a:pt x="5557920" y="795642"/>
                  </a:lnTo>
                  <a:lnTo>
                    <a:pt x="5558047" y="795642"/>
                  </a:lnTo>
                  <a:lnTo>
                    <a:pt x="5558047" y="790731"/>
                  </a:lnTo>
                  <a:lnTo>
                    <a:pt x="5558173" y="790731"/>
                  </a:lnTo>
                  <a:lnTo>
                    <a:pt x="5558299" y="790731"/>
                  </a:lnTo>
                  <a:lnTo>
                    <a:pt x="5558425" y="790731"/>
                  </a:lnTo>
                  <a:lnTo>
                    <a:pt x="5558552" y="790731"/>
                  </a:lnTo>
                  <a:lnTo>
                    <a:pt x="5558678" y="790731"/>
                  </a:lnTo>
                  <a:lnTo>
                    <a:pt x="5558804" y="790731"/>
                  </a:lnTo>
                  <a:lnTo>
                    <a:pt x="5558930" y="790731"/>
                  </a:lnTo>
                  <a:lnTo>
                    <a:pt x="5559057" y="790731"/>
                  </a:lnTo>
                  <a:lnTo>
                    <a:pt x="5559183" y="790731"/>
                  </a:lnTo>
                  <a:lnTo>
                    <a:pt x="5559309" y="790731"/>
                  </a:lnTo>
                  <a:lnTo>
                    <a:pt x="5559435" y="790731"/>
                  </a:lnTo>
                  <a:lnTo>
                    <a:pt x="5559562" y="790731"/>
                  </a:lnTo>
                  <a:lnTo>
                    <a:pt x="5559688" y="790731"/>
                  </a:lnTo>
                  <a:lnTo>
                    <a:pt x="5559814" y="790731"/>
                  </a:lnTo>
                  <a:lnTo>
                    <a:pt x="5559940" y="790731"/>
                  </a:lnTo>
                  <a:lnTo>
                    <a:pt x="5560067" y="790731"/>
                  </a:lnTo>
                  <a:lnTo>
                    <a:pt x="5560193" y="790731"/>
                  </a:lnTo>
                  <a:lnTo>
                    <a:pt x="5560319" y="790731"/>
                  </a:lnTo>
                  <a:lnTo>
                    <a:pt x="5560445" y="790731"/>
                  </a:lnTo>
                  <a:lnTo>
                    <a:pt x="5560572" y="790731"/>
                  </a:lnTo>
                  <a:lnTo>
                    <a:pt x="5560698" y="790731"/>
                  </a:lnTo>
                  <a:lnTo>
                    <a:pt x="5560824" y="790731"/>
                  </a:lnTo>
                  <a:lnTo>
                    <a:pt x="5560950" y="790731"/>
                  </a:lnTo>
                  <a:lnTo>
                    <a:pt x="5561077" y="790731"/>
                  </a:lnTo>
                  <a:lnTo>
                    <a:pt x="5561203" y="790731"/>
                  </a:lnTo>
                  <a:lnTo>
                    <a:pt x="5561329" y="790731"/>
                  </a:lnTo>
                  <a:lnTo>
                    <a:pt x="5561455" y="790731"/>
                  </a:lnTo>
                  <a:lnTo>
                    <a:pt x="5561582" y="790731"/>
                  </a:lnTo>
                  <a:lnTo>
                    <a:pt x="5561708" y="790731"/>
                  </a:lnTo>
                  <a:lnTo>
                    <a:pt x="5561834" y="790731"/>
                  </a:lnTo>
                  <a:lnTo>
                    <a:pt x="5561961" y="790731"/>
                  </a:lnTo>
                  <a:lnTo>
                    <a:pt x="5562087" y="790731"/>
                  </a:lnTo>
                  <a:lnTo>
                    <a:pt x="5562213" y="790731"/>
                  </a:lnTo>
                  <a:lnTo>
                    <a:pt x="5562339" y="790731"/>
                  </a:lnTo>
                  <a:lnTo>
                    <a:pt x="5562466" y="790731"/>
                  </a:lnTo>
                  <a:lnTo>
                    <a:pt x="5562592" y="790731"/>
                  </a:lnTo>
                  <a:lnTo>
                    <a:pt x="5562718" y="790731"/>
                  </a:lnTo>
                  <a:lnTo>
                    <a:pt x="5562844" y="790731"/>
                  </a:lnTo>
                  <a:lnTo>
                    <a:pt x="5562971" y="790731"/>
                  </a:lnTo>
                  <a:lnTo>
                    <a:pt x="5563097" y="790731"/>
                  </a:lnTo>
                  <a:lnTo>
                    <a:pt x="5563223" y="790731"/>
                  </a:lnTo>
                  <a:lnTo>
                    <a:pt x="5563223" y="785819"/>
                  </a:lnTo>
                  <a:lnTo>
                    <a:pt x="5563349" y="785819"/>
                  </a:lnTo>
                  <a:lnTo>
                    <a:pt x="5563476" y="785819"/>
                  </a:lnTo>
                  <a:lnTo>
                    <a:pt x="5563602" y="785819"/>
                  </a:lnTo>
                  <a:lnTo>
                    <a:pt x="5563728" y="785819"/>
                  </a:lnTo>
                  <a:lnTo>
                    <a:pt x="5563854" y="785819"/>
                  </a:lnTo>
                  <a:lnTo>
                    <a:pt x="5563981" y="785819"/>
                  </a:lnTo>
                  <a:lnTo>
                    <a:pt x="5564107" y="785819"/>
                  </a:lnTo>
                  <a:lnTo>
                    <a:pt x="5564233" y="785819"/>
                  </a:lnTo>
                  <a:lnTo>
                    <a:pt x="5564359" y="785819"/>
                  </a:lnTo>
                  <a:lnTo>
                    <a:pt x="5564486" y="785819"/>
                  </a:lnTo>
                  <a:lnTo>
                    <a:pt x="5564612" y="785819"/>
                  </a:lnTo>
                  <a:lnTo>
                    <a:pt x="5564738" y="785819"/>
                  </a:lnTo>
                  <a:lnTo>
                    <a:pt x="5564864" y="785819"/>
                  </a:lnTo>
                  <a:lnTo>
                    <a:pt x="5564991" y="785819"/>
                  </a:lnTo>
                  <a:lnTo>
                    <a:pt x="5565117" y="785819"/>
                  </a:lnTo>
                  <a:lnTo>
                    <a:pt x="5565243" y="785819"/>
                  </a:lnTo>
                  <a:lnTo>
                    <a:pt x="5565369" y="785819"/>
                  </a:lnTo>
                  <a:lnTo>
                    <a:pt x="5565496" y="785819"/>
                  </a:lnTo>
                  <a:lnTo>
                    <a:pt x="5565622" y="785819"/>
                  </a:lnTo>
                  <a:lnTo>
                    <a:pt x="5565748" y="785819"/>
                  </a:lnTo>
                  <a:lnTo>
                    <a:pt x="5565874" y="785819"/>
                  </a:lnTo>
                  <a:lnTo>
                    <a:pt x="5566001" y="785819"/>
                  </a:lnTo>
                  <a:lnTo>
                    <a:pt x="5566127" y="785819"/>
                  </a:lnTo>
                  <a:lnTo>
                    <a:pt x="5566253" y="785819"/>
                  </a:lnTo>
                  <a:lnTo>
                    <a:pt x="5566379" y="785819"/>
                  </a:lnTo>
                  <a:lnTo>
                    <a:pt x="5566506" y="785819"/>
                  </a:lnTo>
                  <a:lnTo>
                    <a:pt x="5566632" y="785819"/>
                  </a:lnTo>
                  <a:lnTo>
                    <a:pt x="5566758" y="785819"/>
                  </a:lnTo>
                  <a:lnTo>
                    <a:pt x="5566884" y="785819"/>
                  </a:lnTo>
                  <a:lnTo>
                    <a:pt x="5567011" y="785819"/>
                  </a:lnTo>
                  <a:lnTo>
                    <a:pt x="5567137" y="785819"/>
                  </a:lnTo>
                  <a:lnTo>
                    <a:pt x="5567263" y="785819"/>
                  </a:lnTo>
                  <a:lnTo>
                    <a:pt x="5567390" y="785819"/>
                  </a:lnTo>
                  <a:lnTo>
                    <a:pt x="5567516" y="785819"/>
                  </a:lnTo>
                  <a:lnTo>
                    <a:pt x="5567642" y="785819"/>
                  </a:lnTo>
                  <a:lnTo>
                    <a:pt x="5567768" y="785819"/>
                  </a:lnTo>
                  <a:lnTo>
                    <a:pt x="5567895" y="785819"/>
                  </a:lnTo>
                  <a:lnTo>
                    <a:pt x="5568021" y="785819"/>
                  </a:lnTo>
                  <a:lnTo>
                    <a:pt x="5568147" y="785819"/>
                  </a:lnTo>
                  <a:lnTo>
                    <a:pt x="5568273" y="785819"/>
                  </a:lnTo>
                  <a:lnTo>
                    <a:pt x="5568400" y="785819"/>
                  </a:lnTo>
                  <a:lnTo>
                    <a:pt x="5568526" y="785819"/>
                  </a:lnTo>
                  <a:lnTo>
                    <a:pt x="5568652" y="785819"/>
                  </a:lnTo>
                  <a:lnTo>
                    <a:pt x="5568778" y="785819"/>
                  </a:lnTo>
                  <a:lnTo>
                    <a:pt x="5568905" y="785819"/>
                  </a:lnTo>
                  <a:lnTo>
                    <a:pt x="5569031" y="785819"/>
                  </a:lnTo>
                  <a:lnTo>
                    <a:pt x="5569157" y="785819"/>
                  </a:lnTo>
                  <a:lnTo>
                    <a:pt x="5569283" y="785819"/>
                  </a:lnTo>
                  <a:lnTo>
                    <a:pt x="5569410" y="785819"/>
                  </a:lnTo>
                  <a:lnTo>
                    <a:pt x="5569536" y="785819"/>
                  </a:lnTo>
                  <a:lnTo>
                    <a:pt x="5569662" y="785819"/>
                  </a:lnTo>
                  <a:lnTo>
                    <a:pt x="5569788" y="785819"/>
                  </a:lnTo>
                  <a:lnTo>
                    <a:pt x="5569915" y="785819"/>
                  </a:lnTo>
                  <a:lnTo>
                    <a:pt x="5570041" y="785819"/>
                  </a:lnTo>
                  <a:lnTo>
                    <a:pt x="5570167" y="785819"/>
                  </a:lnTo>
                  <a:lnTo>
                    <a:pt x="5570293" y="785819"/>
                  </a:lnTo>
                  <a:lnTo>
                    <a:pt x="5570420" y="785819"/>
                  </a:lnTo>
                  <a:lnTo>
                    <a:pt x="5570546" y="785819"/>
                  </a:lnTo>
                  <a:lnTo>
                    <a:pt x="5570672" y="785819"/>
                  </a:lnTo>
                  <a:lnTo>
                    <a:pt x="5570798" y="785819"/>
                  </a:lnTo>
                  <a:lnTo>
                    <a:pt x="5570925" y="785819"/>
                  </a:lnTo>
                  <a:lnTo>
                    <a:pt x="5571051" y="785819"/>
                  </a:lnTo>
                  <a:lnTo>
                    <a:pt x="5571177" y="785819"/>
                  </a:lnTo>
                  <a:lnTo>
                    <a:pt x="5571303" y="785819"/>
                  </a:lnTo>
                  <a:lnTo>
                    <a:pt x="5571430" y="785819"/>
                  </a:lnTo>
                  <a:lnTo>
                    <a:pt x="5571556" y="785819"/>
                  </a:lnTo>
                  <a:lnTo>
                    <a:pt x="5571682" y="785819"/>
                  </a:lnTo>
                  <a:lnTo>
                    <a:pt x="5571808" y="785819"/>
                  </a:lnTo>
                  <a:lnTo>
                    <a:pt x="5571935" y="785819"/>
                  </a:lnTo>
                  <a:lnTo>
                    <a:pt x="5572061" y="785819"/>
                  </a:lnTo>
                  <a:lnTo>
                    <a:pt x="5572187" y="785819"/>
                  </a:lnTo>
                  <a:lnTo>
                    <a:pt x="5572314" y="785819"/>
                  </a:lnTo>
                  <a:lnTo>
                    <a:pt x="5572440" y="785819"/>
                  </a:lnTo>
                  <a:lnTo>
                    <a:pt x="5572566" y="785819"/>
                  </a:lnTo>
                  <a:lnTo>
                    <a:pt x="5572692" y="785819"/>
                  </a:lnTo>
                  <a:lnTo>
                    <a:pt x="5572819" y="785819"/>
                  </a:lnTo>
                  <a:lnTo>
                    <a:pt x="5572945" y="785819"/>
                  </a:lnTo>
                  <a:lnTo>
                    <a:pt x="5573071" y="785819"/>
                  </a:lnTo>
                  <a:lnTo>
                    <a:pt x="5573197" y="785819"/>
                  </a:lnTo>
                  <a:lnTo>
                    <a:pt x="5573324" y="785819"/>
                  </a:lnTo>
                  <a:lnTo>
                    <a:pt x="5573450" y="785819"/>
                  </a:lnTo>
                  <a:lnTo>
                    <a:pt x="5573576" y="785819"/>
                  </a:lnTo>
                  <a:lnTo>
                    <a:pt x="5573576" y="780908"/>
                  </a:lnTo>
                  <a:lnTo>
                    <a:pt x="5573702" y="780908"/>
                  </a:lnTo>
                  <a:lnTo>
                    <a:pt x="5573829" y="780908"/>
                  </a:lnTo>
                  <a:lnTo>
                    <a:pt x="5573955" y="780908"/>
                  </a:lnTo>
                  <a:lnTo>
                    <a:pt x="5574081" y="780908"/>
                  </a:lnTo>
                  <a:lnTo>
                    <a:pt x="5574207" y="780908"/>
                  </a:lnTo>
                  <a:lnTo>
                    <a:pt x="5574334" y="780908"/>
                  </a:lnTo>
                  <a:lnTo>
                    <a:pt x="5574460" y="780908"/>
                  </a:lnTo>
                  <a:lnTo>
                    <a:pt x="5574586" y="780908"/>
                  </a:lnTo>
                  <a:lnTo>
                    <a:pt x="5574712" y="780908"/>
                  </a:lnTo>
                  <a:lnTo>
                    <a:pt x="5574839" y="780908"/>
                  </a:lnTo>
                  <a:lnTo>
                    <a:pt x="5574965" y="780908"/>
                  </a:lnTo>
                  <a:lnTo>
                    <a:pt x="5575091" y="780908"/>
                  </a:lnTo>
                  <a:lnTo>
                    <a:pt x="5575217" y="780908"/>
                  </a:lnTo>
                  <a:lnTo>
                    <a:pt x="5575344" y="780908"/>
                  </a:lnTo>
                  <a:lnTo>
                    <a:pt x="5575470" y="780908"/>
                  </a:lnTo>
                  <a:lnTo>
                    <a:pt x="5575596" y="780908"/>
                  </a:lnTo>
                  <a:lnTo>
                    <a:pt x="5575722" y="780908"/>
                  </a:lnTo>
                  <a:lnTo>
                    <a:pt x="5575849" y="780908"/>
                  </a:lnTo>
                  <a:lnTo>
                    <a:pt x="5575975" y="780908"/>
                  </a:lnTo>
                  <a:lnTo>
                    <a:pt x="5576101" y="780908"/>
                  </a:lnTo>
                  <a:lnTo>
                    <a:pt x="5576227" y="780908"/>
                  </a:lnTo>
                  <a:lnTo>
                    <a:pt x="5576354" y="780908"/>
                  </a:lnTo>
                  <a:lnTo>
                    <a:pt x="5576480" y="780908"/>
                  </a:lnTo>
                  <a:lnTo>
                    <a:pt x="5576606" y="780908"/>
                  </a:lnTo>
                  <a:lnTo>
                    <a:pt x="5576732" y="780908"/>
                  </a:lnTo>
                  <a:lnTo>
                    <a:pt x="5576859" y="780908"/>
                  </a:lnTo>
                  <a:lnTo>
                    <a:pt x="5576985" y="780908"/>
                  </a:lnTo>
                  <a:lnTo>
                    <a:pt x="5577111" y="780908"/>
                  </a:lnTo>
                  <a:lnTo>
                    <a:pt x="5577237" y="780908"/>
                  </a:lnTo>
                  <a:lnTo>
                    <a:pt x="5577364" y="780908"/>
                  </a:lnTo>
                  <a:lnTo>
                    <a:pt x="5577490" y="780908"/>
                  </a:lnTo>
                  <a:lnTo>
                    <a:pt x="5577616" y="780908"/>
                  </a:lnTo>
                  <a:lnTo>
                    <a:pt x="5577743" y="780908"/>
                  </a:lnTo>
                  <a:lnTo>
                    <a:pt x="5577869" y="780908"/>
                  </a:lnTo>
                  <a:lnTo>
                    <a:pt x="5577995" y="780908"/>
                  </a:lnTo>
                  <a:lnTo>
                    <a:pt x="5578121" y="780908"/>
                  </a:lnTo>
                  <a:lnTo>
                    <a:pt x="5578248" y="780908"/>
                  </a:lnTo>
                  <a:lnTo>
                    <a:pt x="5578374" y="780908"/>
                  </a:lnTo>
                  <a:lnTo>
                    <a:pt x="5578500" y="780908"/>
                  </a:lnTo>
                  <a:lnTo>
                    <a:pt x="5578626" y="780908"/>
                  </a:lnTo>
                  <a:lnTo>
                    <a:pt x="5578753" y="780908"/>
                  </a:lnTo>
                  <a:lnTo>
                    <a:pt x="5578879" y="780908"/>
                  </a:lnTo>
                  <a:lnTo>
                    <a:pt x="5579005" y="780908"/>
                  </a:lnTo>
                  <a:lnTo>
                    <a:pt x="5579131" y="780908"/>
                  </a:lnTo>
                  <a:lnTo>
                    <a:pt x="5579258" y="780908"/>
                  </a:lnTo>
                  <a:lnTo>
                    <a:pt x="5579384" y="780908"/>
                  </a:lnTo>
                  <a:lnTo>
                    <a:pt x="5579510" y="780908"/>
                  </a:lnTo>
                  <a:lnTo>
                    <a:pt x="5579636" y="780908"/>
                  </a:lnTo>
                  <a:lnTo>
                    <a:pt x="5579763" y="780908"/>
                  </a:lnTo>
                  <a:lnTo>
                    <a:pt x="5579889" y="780908"/>
                  </a:lnTo>
                  <a:lnTo>
                    <a:pt x="5580015" y="780908"/>
                  </a:lnTo>
                  <a:lnTo>
                    <a:pt x="5580141" y="780908"/>
                  </a:lnTo>
                  <a:lnTo>
                    <a:pt x="5580268" y="780908"/>
                  </a:lnTo>
                  <a:lnTo>
                    <a:pt x="5580394" y="780908"/>
                  </a:lnTo>
                  <a:lnTo>
                    <a:pt x="5580520" y="780908"/>
                  </a:lnTo>
                  <a:lnTo>
                    <a:pt x="5580646" y="780908"/>
                  </a:lnTo>
                  <a:lnTo>
                    <a:pt x="5580773" y="780908"/>
                  </a:lnTo>
                  <a:lnTo>
                    <a:pt x="5580899" y="780908"/>
                  </a:lnTo>
                  <a:lnTo>
                    <a:pt x="5581025" y="780908"/>
                  </a:lnTo>
                  <a:lnTo>
                    <a:pt x="5581151" y="780908"/>
                  </a:lnTo>
                  <a:lnTo>
                    <a:pt x="5581278" y="780908"/>
                  </a:lnTo>
                  <a:lnTo>
                    <a:pt x="5581404" y="780908"/>
                  </a:lnTo>
                  <a:lnTo>
                    <a:pt x="5581530" y="780908"/>
                  </a:lnTo>
                  <a:lnTo>
                    <a:pt x="5581656" y="780908"/>
                  </a:lnTo>
                  <a:lnTo>
                    <a:pt x="5581783" y="780908"/>
                  </a:lnTo>
                  <a:lnTo>
                    <a:pt x="5581909" y="780908"/>
                  </a:lnTo>
                  <a:lnTo>
                    <a:pt x="5582035" y="780908"/>
                  </a:lnTo>
                  <a:lnTo>
                    <a:pt x="5582161" y="780908"/>
                  </a:lnTo>
                  <a:lnTo>
                    <a:pt x="5582288" y="780908"/>
                  </a:lnTo>
                  <a:lnTo>
                    <a:pt x="5582414" y="780908"/>
                  </a:lnTo>
                  <a:lnTo>
                    <a:pt x="5582540" y="780908"/>
                  </a:lnTo>
                  <a:lnTo>
                    <a:pt x="5582667" y="780908"/>
                  </a:lnTo>
                  <a:lnTo>
                    <a:pt x="5582793" y="780908"/>
                  </a:lnTo>
                  <a:lnTo>
                    <a:pt x="5582919" y="780908"/>
                  </a:lnTo>
                  <a:lnTo>
                    <a:pt x="5583045" y="780908"/>
                  </a:lnTo>
                  <a:lnTo>
                    <a:pt x="5583172" y="780908"/>
                  </a:lnTo>
                  <a:lnTo>
                    <a:pt x="5583298" y="780908"/>
                  </a:lnTo>
                  <a:lnTo>
                    <a:pt x="5583424" y="780908"/>
                  </a:lnTo>
                  <a:lnTo>
                    <a:pt x="5583550" y="780908"/>
                  </a:lnTo>
                  <a:lnTo>
                    <a:pt x="5583677" y="780908"/>
                  </a:lnTo>
                  <a:lnTo>
                    <a:pt x="5583803" y="780908"/>
                  </a:lnTo>
                  <a:lnTo>
                    <a:pt x="5583929" y="780908"/>
                  </a:lnTo>
                  <a:lnTo>
                    <a:pt x="5584055" y="780908"/>
                  </a:lnTo>
                  <a:lnTo>
                    <a:pt x="5584182" y="780908"/>
                  </a:lnTo>
                  <a:lnTo>
                    <a:pt x="5584308" y="780908"/>
                  </a:lnTo>
                  <a:lnTo>
                    <a:pt x="5584434" y="780908"/>
                  </a:lnTo>
                  <a:lnTo>
                    <a:pt x="5584560" y="780908"/>
                  </a:lnTo>
                  <a:lnTo>
                    <a:pt x="5584687" y="780908"/>
                  </a:lnTo>
                  <a:lnTo>
                    <a:pt x="5584813" y="780908"/>
                  </a:lnTo>
                  <a:lnTo>
                    <a:pt x="5584939" y="780908"/>
                  </a:lnTo>
                  <a:lnTo>
                    <a:pt x="5585065" y="780908"/>
                  </a:lnTo>
                  <a:lnTo>
                    <a:pt x="5585192" y="780908"/>
                  </a:lnTo>
                  <a:lnTo>
                    <a:pt x="5585318" y="780908"/>
                  </a:lnTo>
                  <a:lnTo>
                    <a:pt x="5585444" y="780908"/>
                  </a:lnTo>
                  <a:lnTo>
                    <a:pt x="5585570" y="780908"/>
                  </a:lnTo>
                  <a:lnTo>
                    <a:pt x="5585697" y="780908"/>
                  </a:lnTo>
                  <a:lnTo>
                    <a:pt x="5585823" y="780908"/>
                  </a:lnTo>
                  <a:lnTo>
                    <a:pt x="5585949" y="780908"/>
                  </a:lnTo>
                  <a:lnTo>
                    <a:pt x="5586075" y="780908"/>
                  </a:lnTo>
                  <a:lnTo>
                    <a:pt x="5586202" y="780908"/>
                  </a:lnTo>
                  <a:lnTo>
                    <a:pt x="5586328" y="780908"/>
                  </a:lnTo>
                  <a:lnTo>
                    <a:pt x="5586454" y="780908"/>
                  </a:lnTo>
                  <a:lnTo>
                    <a:pt x="5586580" y="780908"/>
                  </a:lnTo>
                  <a:lnTo>
                    <a:pt x="5586707" y="780908"/>
                  </a:lnTo>
                  <a:lnTo>
                    <a:pt x="5586707" y="775997"/>
                  </a:lnTo>
                  <a:lnTo>
                    <a:pt x="5586833" y="775997"/>
                  </a:lnTo>
                  <a:lnTo>
                    <a:pt x="5586959" y="775997"/>
                  </a:lnTo>
                  <a:lnTo>
                    <a:pt x="5587085" y="775997"/>
                  </a:lnTo>
                  <a:lnTo>
                    <a:pt x="5587212" y="775997"/>
                  </a:lnTo>
                  <a:lnTo>
                    <a:pt x="5587338" y="775997"/>
                  </a:lnTo>
                  <a:lnTo>
                    <a:pt x="5587464" y="775997"/>
                  </a:lnTo>
                  <a:lnTo>
                    <a:pt x="5587591" y="775997"/>
                  </a:lnTo>
                  <a:lnTo>
                    <a:pt x="5587717" y="775997"/>
                  </a:lnTo>
                  <a:lnTo>
                    <a:pt x="5587843" y="775997"/>
                  </a:lnTo>
                  <a:lnTo>
                    <a:pt x="5587969" y="775997"/>
                  </a:lnTo>
                  <a:lnTo>
                    <a:pt x="5588096" y="775997"/>
                  </a:lnTo>
                  <a:lnTo>
                    <a:pt x="5588222" y="775997"/>
                  </a:lnTo>
                  <a:lnTo>
                    <a:pt x="5588348" y="775997"/>
                  </a:lnTo>
                  <a:lnTo>
                    <a:pt x="5588474" y="775997"/>
                  </a:lnTo>
                  <a:lnTo>
                    <a:pt x="5588601" y="775997"/>
                  </a:lnTo>
                  <a:lnTo>
                    <a:pt x="5588727" y="775997"/>
                  </a:lnTo>
                  <a:lnTo>
                    <a:pt x="5588853" y="775997"/>
                  </a:lnTo>
                  <a:lnTo>
                    <a:pt x="5588979" y="775997"/>
                  </a:lnTo>
                  <a:lnTo>
                    <a:pt x="5589106" y="775997"/>
                  </a:lnTo>
                  <a:lnTo>
                    <a:pt x="5589232" y="775997"/>
                  </a:lnTo>
                  <a:lnTo>
                    <a:pt x="5589358" y="775997"/>
                  </a:lnTo>
                  <a:lnTo>
                    <a:pt x="5589484" y="775997"/>
                  </a:lnTo>
                  <a:lnTo>
                    <a:pt x="5589611" y="775997"/>
                  </a:lnTo>
                  <a:lnTo>
                    <a:pt x="5589737" y="775997"/>
                  </a:lnTo>
                  <a:lnTo>
                    <a:pt x="5589863" y="775997"/>
                  </a:lnTo>
                  <a:lnTo>
                    <a:pt x="5589989" y="775997"/>
                  </a:lnTo>
                  <a:lnTo>
                    <a:pt x="5590116" y="775997"/>
                  </a:lnTo>
                  <a:lnTo>
                    <a:pt x="5590242" y="775997"/>
                  </a:lnTo>
                  <a:lnTo>
                    <a:pt x="5590368" y="775997"/>
                  </a:lnTo>
                  <a:lnTo>
                    <a:pt x="5590494" y="775997"/>
                  </a:lnTo>
                  <a:lnTo>
                    <a:pt x="5590621" y="775997"/>
                  </a:lnTo>
                  <a:lnTo>
                    <a:pt x="5590747" y="775997"/>
                  </a:lnTo>
                  <a:lnTo>
                    <a:pt x="5590873" y="775997"/>
                  </a:lnTo>
                  <a:lnTo>
                    <a:pt x="5590999" y="775997"/>
                  </a:lnTo>
                  <a:lnTo>
                    <a:pt x="5591126" y="775997"/>
                  </a:lnTo>
                  <a:lnTo>
                    <a:pt x="5591252" y="775997"/>
                  </a:lnTo>
                  <a:lnTo>
                    <a:pt x="5591378" y="775997"/>
                  </a:lnTo>
                  <a:lnTo>
                    <a:pt x="5591504" y="775997"/>
                  </a:lnTo>
                  <a:lnTo>
                    <a:pt x="5591631" y="775997"/>
                  </a:lnTo>
                  <a:lnTo>
                    <a:pt x="5591757" y="775997"/>
                  </a:lnTo>
                  <a:lnTo>
                    <a:pt x="5591883" y="775997"/>
                  </a:lnTo>
                  <a:lnTo>
                    <a:pt x="5592009" y="775997"/>
                  </a:lnTo>
                  <a:lnTo>
                    <a:pt x="5592136" y="775997"/>
                  </a:lnTo>
                  <a:lnTo>
                    <a:pt x="5592262" y="775997"/>
                  </a:lnTo>
                  <a:lnTo>
                    <a:pt x="5592388" y="775997"/>
                  </a:lnTo>
                  <a:lnTo>
                    <a:pt x="5592514" y="775997"/>
                  </a:lnTo>
                  <a:lnTo>
                    <a:pt x="5592641" y="775997"/>
                  </a:lnTo>
                  <a:lnTo>
                    <a:pt x="5592767" y="775997"/>
                  </a:lnTo>
                  <a:lnTo>
                    <a:pt x="5592893" y="775997"/>
                  </a:lnTo>
                  <a:lnTo>
                    <a:pt x="5593020" y="775997"/>
                  </a:lnTo>
                  <a:lnTo>
                    <a:pt x="5593146" y="775997"/>
                  </a:lnTo>
                  <a:lnTo>
                    <a:pt x="5593272" y="775997"/>
                  </a:lnTo>
                  <a:lnTo>
                    <a:pt x="5593398" y="775997"/>
                  </a:lnTo>
                  <a:lnTo>
                    <a:pt x="5593525" y="775997"/>
                  </a:lnTo>
                  <a:lnTo>
                    <a:pt x="5593651" y="775997"/>
                  </a:lnTo>
                  <a:lnTo>
                    <a:pt x="5593777" y="775997"/>
                  </a:lnTo>
                  <a:lnTo>
                    <a:pt x="5593903" y="775997"/>
                  </a:lnTo>
                  <a:lnTo>
                    <a:pt x="5594030" y="775997"/>
                  </a:lnTo>
                  <a:lnTo>
                    <a:pt x="5594156" y="775997"/>
                  </a:lnTo>
                  <a:lnTo>
                    <a:pt x="5594282" y="775997"/>
                  </a:lnTo>
                  <a:lnTo>
                    <a:pt x="5594408" y="775997"/>
                  </a:lnTo>
                  <a:lnTo>
                    <a:pt x="5594535" y="775997"/>
                  </a:lnTo>
                  <a:lnTo>
                    <a:pt x="5594661" y="775997"/>
                  </a:lnTo>
                  <a:lnTo>
                    <a:pt x="5594787" y="775997"/>
                  </a:lnTo>
                  <a:lnTo>
                    <a:pt x="5594913" y="775997"/>
                  </a:lnTo>
                  <a:lnTo>
                    <a:pt x="5595040" y="775997"/>
                  </a:lnTo>
                  <a:lnTo>
                    <a:pt x="5595166" y="775997"/>
                  </a:lnTo>
                  <a:lnTo>
                    <a:pt x="5595292" y="775997"/>
                  </a:lnTo>
                  <a:lnTo>
                    <a:pt x="5595418" y="775997"/>
                  </a:lnTo>
                  <a:lnTo>
                    <a:pt x="5595545" y="775997"/>
                  </a:lnTo>
                  <a:lnTo>
                    <a:pt x="5595671" y="775997"/>
                  </a:lnTo>
                  <a:lnTo>
                    <a:pt x="5595797" y="775997"/>
                  </a:lnTo>
                  <a:lnTo>
                    <a:pt x="5595923" y="775997"/>
                  </a:lnTo>
                  <a:lnTo>
                    <a:pt x="5596050" y="775997"/>
                  </a:lnTo>
                  <a:lnTo>
                    <a:pt x="5596176" y="775997"/>
                  </a:lnTo>
                  <a:lnTo>
                    <a:pt x="5596302" y="775997"/>
                  </a:lnTo>
                  <a:lnTo>
                    <a:pt x="5596302" y="771085"/>
                  </a:lnTo>
                  <a:lnTo>
                    <a:pt x="5596428" y="771085"/>
                  </a:lnTo>
                  <a:lnTo>
                    <a:pt x="5596555" y="771085"/>
                  </a:lnTo>
                  <a:lnTo>
                    <a:pt x="5596681" y="771085"/>
                  </a:lnTo>
                  <a:lnTo>
                    <a:pt x="5596807" y="771085"/>
                  </a:lnTo>
                  <a:lnTo>
                    <a:pt x="5596933" y="771085"/>
                  </a:lnTo>
                  <a:lnTo>
                    <a:pt x="5597060" y="771085"/>
                  </a:lnTo>
                  <a:lnTo>
                    <a:pt x="5597186" y="771085"/>
                  </a:lnTo>
                  <a:lnTo>
                    <a:pt x="5597312" y="771085"/>
                  </a:lnTo>
                  <a:lnTo>
                    <a:pt x="5597438" y="771085"/>
                  </a:lnTo>
                  <a:lnTo>
                    <a:pt x="5597565" y="771085"/>
                  </a:lnTo>
                  <a:lnTo>
                    <a:pt x="5597691" y="771085"/>
                  </a:lnTo>
                  <a:lnTo>
                    <a:pt x="5597817" y="771085"/>
                  </a:lnTo>
                  <a:lnTo>
                    <a:pt x="5597944" y="771085"/>
                  </a:lnTo>
                  <a:lnTo>
                    <a:pt x="5598070" y="771085"/>
                  </a:lnTo>
                  <a:lnTo>
                    <a:pt x="5598196" y="771085"/>
                  </a:lnTo>
                  <a:lnTo>
                    <a:pt x="5598322" y="771085"/>
                  </a:lnTo>
                  <a:lnTo>
                    <a:pt x="5598449" y="771085"/>
                  </a:lnTo>
                  <a:lnTo>
                    <a:pt x="5598575" y="771085"/>
                  </a:lnTo>
                  <a:lnTo>
                    <a:pt x="5598701" y="771085"/>
                  </a:lnTo>
                  <a:lnTo>
                    <a:pt x="5598827" y="771085"/>
                  </a:lnTo>
                  <a:lnTo>
                    <a:pt x="5598954" y="771085"/>
                  </a:lnTo>
                  <a:lnTo>
                    <a:pt x="5599080" y="771085"/>
                  </a:lnTo>
                  <a:lnTo>
                    <a:pt x="5599206" y="771085"/>
                  </a:lnTo>
                  <a:lnTo>
                    <a:pt x="5599332" y="771085"/>
                  </a:lnTo>
                  <a:lnTo>
                    <a:pt x="5599459" y="771085"/>
                  </a:lnTo>
                  <a:lnTo>
                    <a:pt x="5599585" y="771085"/>
                  </a:lnTo>
                  <a:lnTo>
                    <a:pt x="5599711" y="771085"/>
                  </a:lnTo>
                  <a:lnTo>
                    <a:pt x="5599837" y="771085"/>
                  </a:lnTo>
                  <a:lnTo>
                    <a:pt x="5599964" y="771085"/>
                  </a:lnTo>
                  <a:lnTo>
                    <a:pt x="5600090" y="771085"/>
                  </a:lnTo>
                  <a:lnTo>
                    <a:pt x="5600216" y="771085"/>
                  </a:lnTo>
                  <a:lnTo>
                    <a:pt x="5600342" y="771085"/>
                  </a:lnTo>
                  <a:lnTo>
                    <a:pt x="5600469" y="771085"/>
                  </a:lnTo>
                  <a:lnTo>
                    <a:pt x="5600595" y="771085"/>
                  </a:lnTo>
                  <a:lnTo>
                    <a:pt x="5600721" y="771085"/>
                  </a:lnTo>
                  <a:lnTo>
                    <a:pt x="5600847" y="771085"/>
                  </a:lnTo>
                  <a:lnTo>
                    <a:pt x="5600974" y="771085"/>
                  </a:lnTo>
                  <a:lnTo>
                    <a:pt x="5601100" y="771085"/>
                  </a:lnTo>
                  <a:lnTo>
                    <a:pt x="5601226" y="771085"/>
                  </a:lnTo>
                  <a:lnTo>
                    <a:pt x="5601352" y="771085"/>
                  </a:lnTo>
                  <a:lnTo>
                    <a:pt x="5601479" y="771085"/>
                  </a:lnTo>
                  <a:lnTo>
                    <a:pt x="5601605" y="771085"/>
                  </a:lnTo>
                  <a:lnTo>
                    <a:pt x="5601731" y="771085"/>
                  </a:lnTo>
                  <a:lnTo>
                    <a:pt x="5601857" y="771085"/>
                  </a:lnTo>
                  <a:lnTo>
                    <a:pt x="5601984" y="771085"/>
                  </a:lnTo>
                  <a:lnTo>
                    <a:pt x="5602110" y="771085"/>
                  </a:lnTo>
                  <a:lnTo>
                    <a:pt x="5602236" y="771085"/>
                  </a:lnTo>
                  <a:lnTo>
                    <a:pt x="5602362" y="771085"/>
                  </a:lnTo>
                  <a:lnTo>
                    <a:pt x="5602489" y="771085"/>
                  </a:lnTo>
                  <a:lnTo>
                    <a:pt x="5602615" y="771085"/>
                  </a:lnTo>
                  <a:lnTo>
                    <a:pt x="5602741" y="771085"/>
                  </a:lnTo>
                  <a:lnTo>
                    <a:pt x="5602867" y="771085"/>
                  </a:lnTo>
                  <a:lnTo>
                    <a:pt x="5602994" y="771085"/>
                  </a:lnTo>
                  <a:lnTo>
                    <a:pt x="5603120" y="771085"/>
                  </a:lnTo>
                  <a:lnTo>
                    <a:pt x="5603246" y="771085"/>
                  </a:lnTo>
                  <a:lnTo>
                    <a:pt x="5603373" y="771085"/>
                  </a:lnTo>
                  <a:lnTo>
                    <a:pt x="5603499" y="771085"/>
                  </a:lnTo>
                  <a:lnTo>
                    <a:pt x="5603625" y="771085"/>
                  </a:lnTo>
                  <a:lnTo>
                    <a:pt x="5603751" y="771085"/>
                  </a:lnTo>
                  <a:lnTo>
                    <a:pt x="5603878" y="771085"/>
                  </a:lnTo>
                  <a:lnTo>
                    <a:pt x="5604004" y="771085"/>
                  </a:lnTo>
                  <a:lnTo>
                    <a:pt x="5604130" y="771085"/>
                  </a:lnTo>
                  <a:lnTo>
                    <a:pt x="5604256" y="771085"/>
                  </a:lnTo>
                  <a:lnTo>
                    <a:pt x="5604383" y="771085"/>
                  </a:lnTo>
                  <a:lnTo>
                    <a:pt x="5604509" y="771085"/>
                  </a:lnTo>
                  <a:lnTo>
                    <a:pt x="5604635" y="771085"/>
                  </a:lnTo>
                  <a:lnTo>
                    <a:pt x="5604761" y="771085"/>
                  </a:lnTo>
                  <a:lnTo>
                    <a:pt x="5604888" y="771085"/>
                  </a:lnTo>
                  <a:lnTo>
                    <a:pt x="5605014" y="771085"/>
                  </a:lnTo>
                  <a:lnTo>
                    <a:pt x="5605140" y="771085"/>
                  </a:lnTo>
                  <a:lnTo>
                    <a:pt x="5605266" y="771085"/>
                  </a:lnTo>
                  <a:lnTo>
                    <a:pt x="5605393" y="771085"/>
                  </a:lnTo>
                  <a:lnTo>
                    <a:pt x="5605519" y="771085"/>
                  </a:lnTo>
                  <a:lnTo>
                    <a:pt x="5605645" y="771085"/>
                  </a:lnTo>
                  <a:lnTo>
                    <a:pt x="5605771" y="771085"/>
                  </a:lnTo>
                  <a:lnTo>
                    <a:pt x="5605898" y="771085"/>
                  </a:lnTo>
                  <a:lnTo>
                    <a:pt x="5606024" y="771085"/>
                  </a:lnTo>
                  <a:lnTo>
                    <a:pt x="5606150" y="771085"/>
                  </a:lnTo>
                  <a:lnTo>
                    <a:pt x="5606276" y="771085"/>
                  </a:lnTo>
                  <a:lnTo>
                    <a:pt x="5606403" y="771085"/>
                  </a:lnTo>
                  <a:lnTo>
                    <a:pt x="5606529" y="771085"/>
                  </a:lnTo>
                  <a:lnTo>
                    <a:pt x="5606655" y="771085"/>
                  </a:lnTo>
                  <a:lnTo>
                    <a:pt x="5606781" y="771085"/>
                  </a:lnTo>
                  <a:lnTo>
                    <a:pt x="5606908" y="771085"/>
                  </a:lnTo>
                  <a:lnTo>
                    <a:pt x="5607034" y="771085"/>
                  </a:lnTo>
                  <a:lnTo>
                    <a:pt x="5607160" y="771085"/>
                  </a:lnTo>
                  <a:lnTo>
                    <a:pt x="5607286" y="771085"/>
                  </a:lnTo>
                  <a:lnTo>
                    <a:pt x="5607413" y="771085"/>
                  </a:lnTo>
                  <a:lnTo>
                    <a:pt x="5607539" y="771085"/>
                  </a:lnTo>
                  <a:lnTo>
                    <a:pt x="5607665" y="771085"/>
                  </a:lnTo>
                  <a:lnTo>
                    <a:pt x="5607791" y="771085"/>
                  </a:lnTo>
                  <a:lnTo>
                    <a:pt x="5607918" y="771085"/>
                  </a:lnTo>
                  <a:lnTo>
                    <a:pt x="5608044" y="771085"/>
                  </a:lnTo>
                  <a:lnTo>
                    <a:pt x="5608170" y="771085"/>
                  </a:lnTo>
                  <a:lnTo>
                    <a:pt x="5608297" y="771085"/>
                  </a:lnTo>
                  <a:lnTo>
                    <a:pt x="5608423" y="771085"/>
                  </a:lnTo>
                  <a:lnTo>
                    <a:pt x="5608549" y="771085"/>
                  </a:lnTo>
                  <a:lnTo>
                    <a:pt x="5608675" y="771085"/>
                  </a:lnTo>
                  <a:lnTo>
                    <a:pt x="5608802" y="771085"/>
                  </a:lnTo>
                  <a:lnTo>
                    <a:pt x="5608928" y="771085"/>
                  </a:lnTo>
                  <a:lnTo>
                    <a:pt x="5609054" y="771085"/>
                  </a:lnTo>
                  <a:lnTo>
                    <a:pt x="5609180" y="771085"/>
                  </a:lnTo>
                  <a:lnTo>
                    <a:pt x="5609307" y="771085"/>
                  </a:lnTo>
                  <a:lnTo>
                    <a:pt x="5609433" y="771085"/>
                  </a:lnTo>
                  <a:lnTo>
                    <a:pt x="5609559" y="771085"/>
                  </a:lnTo>
                  <a:lnTo>
                    <a:pt x="5609685" y="771085"/>
                  </a:lnTo>
                  <a:lnTo>
                    <a:pt x="5609812" y="771085"/>
                  </a:lnTo>
                  <a:lnTo>
                    <a:pt x="5609938" y="771085"/>
                  </a:lnTo>
                  <a:lnTo>
                    <a:pt x="5610064" y="771085"/>
                  </a:lnTo>
                  <a:lnTo>
                    <a:pt x="5610190" y="771085"/>
                  </a:lnTo>
                  <a:lnTo>
                    <a:pt x="5610317" y="771085"/>
                  </a:lnTo>
                  <a:lnTo>
                    <a:pt x="5610443" y="771085"/>
                  </a:lnTo>
                  <a:lnTo>
                    <a:pt x="5610569" y="771085"/>
                  </a:lnTo>
                  <a:lnTo>
                    <a:pt x="5610695" y="771085"/>
                  </a:lnTo>
                  <a:lnTo>
                    <a:pt x="5610822" y="771085"/>
                  </a:lnTo>
                  <a:lnTo>
                    <a:pt x="5610948" y="771085"/>
                  </a:lnTo>
                  <a:lnTo>
                    <a:pt x="5611074" y="771085"/>
                  </a:lnTo>
                  <a:lnTo>
                    <a:pt x="5611200" y="771085"/>
                  </a:lnTo>
                  <a:lnTo>
                    <a:pt x="5611327" y="771085"/>
                  </a:lnTo>
                  <a:lnTo>
                    <a:pt x="5611453" y="771085"/>
                  </a:lnTo>
                  <a:lnTo>
                    <a:pt x="5611579" y="771085"/>
                  </a:lnTo>
                  <a:lnTo>
                    <a:pt x="5611579" y="766174"/>
                  </a:lnTo>
                  <a:lnTo>
                    <a:pt x="5611705" y="766174"/>
                  </a:lnTo>
                  <a:lnTo>
                    <a:pt x="5611832" y="766174"/>
                  </a:lnTo>
                  <a:lnTo>
                    <a:pt x="5611958" y="766174"/>
                  </a:lnTo>
                  <a:lnTo>
                    <a:pt x="5612084" y="766174"/>
                  </a:lnTo>
                  <a:lnTo>
                    <a:pt x="5612210" y="766174"/>
                  </a:lnTo>
                  <a:lnTo>
                    <a:pt x="5612337" y="766174"/>
                  </a:lnTo>
                  <a:lnTo>
                    <a:pt x="5612463" y="766174"/>
                  </a:lnTo>
                  <a:lnTo>
                    <a:pt x="5612589" y="766174"/>
                  </a:lnTo>
                  <a:lnTo>
                    <a:pt x="5612715" y="766174"/>
                  </a:lnTo>
                  <a:lnTo>
                    <a:pt x="5612842" y="766174"/>
                  </a:lnTo>
                  <a:lnTo>
                    <a:pt x="5612968" y="766174"/>
                  </a:lnTo>
                  <a:lnTo>
                    <a:pt x="5613094" y="766174"/>
                  </a:lnTo>
                  <a:lnTo>
                    <a:pt x="5613220" y="766174"/>
                  </a:lnTo>
                  <a:lnTo>
                    <a:pt x="5613347" y="766174"/>
                  </a:lnTo>
                  <a:lnTo>
                    <a:pt x="5613473" y="766174"/>
                  </a:lnTo>
                  <a:lnTo>
                    <a:pt x="5613599" y="766174"/>
                  </a:lnTo>
                  <a:lnTo>
                    <a:pt x="5613726" y="766174"/>
                  </a:lnTo>
                  <a:lnTo>
                    <a:pt x="5613852" y="766174"/>
                  </a:lnTo>
                  <a:lnTo>
                    <a:pt x="5613978" y="766174"/>
                  </a:lnTo>
                  <a:lnTo>
                    <a:pt x="5614104" y="766174"/>
                  </a:lnTo>
                  <a:lnTo>
                    <a:pt x="5614231" y="766174"/>
                  </a:lnTo>
                  <a:lnTo>
                    <a:pt x="5614357" y="766174"/>
                  </a:lnTo>
                  <a:lnTo>
                    <a:pt x="5614483" y="766174"/>
                  </a:lnTo>
                  <a:lnTo>
                    <a:pt x="5614609" y="766174"/>
                  </a:lnTo>
                  <a:lnTo>
                    <a:pt x="5614736" y="766174"/>
                  </a:lnTo>
                  <a:lnTo>
                    <a:pt x="5614862" y="766174"/>
                  </a:lnTo>
                  <a:lnTo>
                    <a:pt x="5614988" y="766174"/>
                  </a:lnTo>
                  <a:lnTo>
                    <a:pt x="5615114" y="766174"/>
                  </a:lnTo>
                  <a:lnTo>
                    <a:pt x="5615241" y="766174"/>
                  </a:lnTo>
                  <a:lnTo>
                    <a:pt x="5615367" y="766174"/>
                  </a:lnTo>
                  <a:lnTo>
                    <a:pt x="5615493" y="766174"/>
                  </a:lnTo>
                  <a:lnTo>
                    <a:pt x="5615619" y="766174"/>
                  </a:lnTo>
                  <a:lnTo>
                    <a:pt x="5615746" y="766174"/>
                  </a:lnTo>
                  <a:lnTo>
                    <a:pt x="5615872" y="766174"/>
                  </a:lnTo>
                  <a:lnTo>
                    <a:pt x="5615998" y="766174"/>
                  </a:lnTo>
                  <a:lnTo>
                    <a:pt x="5616124" y="766174"/>
                  </a:lnTo>
                  <a:lnTo>
                    <a:pt x="5616251" y="766174"/>
                  </a:lnTo>
                  <a:lnTo>
                    <a:pt x="5616377" y="766174"/>
                  </a:lnTo>
                  <a:lnTo>
                    <a:pt x="5616503" y="766174"/>
                  </a:lnTo>
                  <a:lnTo>
                    <a:pt x="5616629" y="766174"/>
                  </a:lnTo>
                  <a:lnTo>
                    <a:pt x="5616756" y="766174"/>
                  </a:lnTo>
                  <a:lnTo>
                    <a:pt x="5616882" y="766174"/>
                  </a:lnTo>
                  <a:lnTo>
                    <a:pt x="5617008" y="766174"/>
                  </a:lnTo>
                  <a:lnTo>
                    <a:pt x="5617134" y="766174"/>
                  </a:lnTo>
                  <a:lnTo>
                    <a:pt x="5617261" y="766174"/>
                  </a:lnTo>
                  <a:lnTo>
                    <a:pt x="5617387" y="766174"/>
                  </a:lnTo>
                  <a:lnTo>
                    <a:pt x="5617513" y="766174"/>
                  </a:lnTo>
                  <a:lnTo>
                    <a:pt x="5617639" y="766174"/>
                  </a:lnTo>
                  <a:lnTo>
                    <a:pt x="5617766" y="766174"/>
                  </a:lnTo>
                  <a:lnTo>
                    <a:pt x="5617892" y="766174"/>
                  </a:lnTo>
                  <a:lnTo>
                    <a:pt x="5618018" y="766174"/>
                  </a:lnTo>
                  <a:lnTo>
                    <a:pt x="5618144" y="766174"/>
                  </a:lnTo>
                  <a:lnTo>
                    <a:pt x="5618271" y="766174"/>
                  </a:lnTo>
                  <a:lnTo>
                    <a:pt x="5618397" y="766174"/>
                  </a:lnTo>
                  <a:lnTo>
                    <a:pt x="5618523" y="766174"/>
                  </a:lnTo>
                  <a:lnTo>
                    <a:pt x="5618650" y="766174"/>
                  </a:lnTo>
                  <a:lnTo>
                    <a:pt x="5618776" y="766174"/>
                  </a:lnTo>
                  <a:lnTo>
                    <a:pt x="5618902" y="766174"/>
                  </a:lnTo>
                  <a:lnTo>
                    <a:pt x="5619028" y="766174"/>
                  </a:lnTo>
                  <a:lnTo>
                    <a:pt x="5619155" y="766174"/>
                  </a:lnTo>
                  <a:lnTo>
                    <a:pt x="5619281" y="766174"/>
                  </a:lnTo>
                  <a:lnTo>
                    <a:pt x="5619407" y="766174"/>
                  </a:lnTo>
                  <a:lnTo>
                    <a:pt x="5619533" y="766174"/>
                  </a:lnTo>
                  <a:lnTo>
                    <a:pt x="5619660" y="766174"/>
                  </a:lnTo>
                  <a:lnTo>
                    <a:pt x="5619786" y="766174"/>
                  </a:lnTo>
                  <a:lnTo>
                    <a:pt x="5619912" y="766174"/>
                  </a:lnTo>
                  <a:lnTo>
                    <a:pt x="5620038" y="766174"/>
                  </a:lnTo>
                  <a:lnTo>
                    <a:pt x="5620165" y="766174"/>
                  </a:lnTo>
                  <a:lnTo>
                    <a:pt x="5620291" y="766174"/>
                  </a:lnTo>
                  <a:lnTo>
                    <a:pt x="5620417" y="766174"/>
                  </a:lnTo>
                  <a:lnTo>
                    <a:pt x="5620543" y="766174"/>
                  </a:lnTo>
                  <a:lnTo>
                    <a:pt x="5620670" y="766174"/>
                  </a:lnTo>
                  <a:lnTo>
                    <a:pt x="5620796" y="766174"/>
                  </a:lnTo>
                  <a:lnTo>
                    <a:pt x="5620922" y="766174"/>
                  </a:lnTo>
                  <a:lnTo>
                    <a:pt x="5621048" y="766174"/>
                  </a:lnTo>
                  <a:lnTo>
                    <a:pt x="5621175" y="766174"/>
                  </a:lnTo>
                  <a:lnTo>
                    <a:pt x="5621301" y="766174"/>
                  </a:lnTo>
                  <a:lnTo>
                    <a:pt x="5621427" y="766174"/>
                  </a:lnTo>
                  <a:lnTo>
                    <a:pt x="5621427" y="761263"/>
                  </a:lnTo>
                  <a:lnTo>
                    <a:pt x="5621553" y="761263"/>
                  </a:lnTo>
                  <a:lnTo>
                    <a:pt x="5621680" y="761263"/>
                  </a:lnTo>
                  <a:lnTo>
                    <a:pt x="5621806" y="761263"/>
                  </a:lnTo>
                  <a:lnTo>
                    <a:pt x="5621932" y="761263"/>
                  </a:lnTo>
                  <a:lnTo>
                    <a:pt x="5622058" y="761263"/>
                  </a:lnTo>
                  <a:lnTo>
                    <a:pt x="5622185" y="761263"/>
                  </a:lnTo>
                  <a:lnTo>
                    <a:pt x="5622311" y="761263"/>
                  </a:lnTo>
                  <a:lnTo>
                    <a:pt x="5622437" y="761263"/>
                  </a:lnTo>
                  <a:lnTo>
                    <a:pt x="5622563" y="761263"/>
                  </a:lnTo>
                  <a:lnTo>
                    <a:pt x="5622690" y="761263"/>
                  </a:lnTo>
                  <a:lnTo>
                    <a:pt x="5622816" y="761263"/>
                  </a:lnTo>
                  <a:lnTo>
                    <a:pt x="5622942" y="761263"/>
                  </a:lnTo>
                  <a:lnTo>
                    <a:pt x="5623068" y="761263"/>
                  </a:lnTo>
                  <a:lnTo>
                    <a:pt x="5623195" y="761263"/>
                  </a:lnTo>
                  <a:lnTo>
                    <a:pt x="5623321" y="761263"/>
                  </a:lnTo>
                  <a:lnTo>
                    <a:pt x="5623447" y="761263"/>
                  </a:lnTo>
                  <a:lnTo>
                    <a:pt x="5623573" y="761263"/>
                  </a:lnTo>
                  <a:lnTo>
                    <a:pt x="5623700" y="761263"/>
                  </a:lnTo>
                  <a:lnTo>
                    <a:pt x="5623826" y="761263"/>
                  </a:lnTo>
                  <a:lnTo>
                    <a:pt x="5623952" y="761263"/>
                  </a:lnTo>
                  <a:lnTo>
                    <a:pt x="5624079" y="761263"/>
                  </a:lnTo>
                  <a:lnTo>
                    <a:pt x="5624205" y="761263"/>
                  </a:lnTo>
                  <a:lnTo>
                    <a:pt x="5624331" y="761263"/>
                  </a:lnTo>
                  <a:lnTo>
                    <a:pt x="5624457" y="761263"/>
                  </a:lnTo>
                  <a:lnTo>
                    <a:pt x="5624584" y="761263"/>
                  </a:lnTo>
                  <a:lnTo>
                    <a:pt x="5624710" y="761263"/>
                  </a:lnTo>
                  <a:lnTo>
                    <a:pt x="5624836" y="761263"/>
                  </a:lnTo>
                  <a:lnTo>
                    <a:pt x="5624962" y="761263"/>
                  </a:lnTo>
                  <a:lnTo>
                    <a:pt x="5625089" y="761263"/>
                  </a:lnTo>
                  <a:lnTo>
                    <a:pt x="5625215" y="761263"/>
                  </a:lnTo>
                  <a:lnTo>
                    <a:pt x="5625341" y="761263"/>
                  </a:lnTo>
                  <a:lnTo>
                    <a:pt x="5625467" y="761263"/>
                  </a:lnTo>
                  <a:lnTo>
                    <a:pt x="5625594" y="761263"/>
                  </a:lnTo>
                  <a:lnTo>
                    <a:pt x="5625720" y="761263"/>
                  </a:lnTo>
                  <a:lnTo>
                    <a:pt x="5625846" y="761263"/>
                  </a:lnTo>
                  <a:lnTo>
                    <a:pt x="5625972" y="761263"/>
                  </a:lnTo>
                  <a:lnTo>
                    <a:pt x="5626099" y="761263"/>
                  </a:lnTo>
                  <a:lnTo>
                    <a:pt x="5626225" y="761263"/>
                  </a:lnTo>
                  <a:lnTo>
                    <a:pt x="5626351" y="761263"/>
                  </a:lnTo>
                  <a:lnTo>
                    <a:pt x="5626477" y="761263"/>
                  </a:lnTo>
                  <a:lnTo>
                    <a:pt x="5626604" y="761263"/>
                  </a:lnTo>
                  <a:lnTo>
                    <a:pt x="5626730" y="761263"/>
                  </a:lnTo>
                  <a:lnTo>
                    <a:pt x="5626856" y="761263"/>
                  </a:lnTo>
                  <a:lnTo>
                    <a:pt x="5626982" y="761263"/>
                  </a:lnTo>
                  <a:lnTo>
                    <a:pt x="5627109" y="761263"/>
                  </a:lnTo>
                  <a:lnTo>
                    <a:pt x="5627235" y="761263"/>
                  </a:lnTo>
                  <a:lnTo>
                    <a:pt x="5627361" y="761263"/>
                  </a:lnTo>
                  <a:lnTo>
                    <a:pt x="5627487" y="761263"/>
                  </a:lnTo>
                  <a:lnTo>
                    <a:pt x="5627614" y="761263"/>
                  </a:lnTo>
                  <a:lnTo>
                    <a:pt x="5627740" y="761263"/>
                  </a:lnTo>
                  <a:lnTo>
                    <a:pt x="5627866" y="761263"/>
                  </a:lnTo>
                  <a:lnTo>
                    <a:pt x="5627992" y="761263"/>
                  </a:lnTo>
                  <a:lnTo>
                    <a:pt x="5628119" y="761263"/>
                  </a:lnTo>
                  <a:lnTo>
                    <a:pt x="5628245" y="761263"/>
                  </a:lnTo>
                  <a:lnTo>
                    <a:pt x="5628371" y="761263"/>
                  </a:lnTo>
                  <a:lnTo>
                    <a:pt x="5628497" y="761263"/>
                  </a:lnTo>
                  <a:lnTo>
                    <a:pt x="5628624" y="761263"/>
                  </a:lnTo>
                  <a:lnTo>
                    <a:pt x="5628750" y="761263"/>
                  </a:lnTo>
                  <a:lnTo>
                    <a:pt x="5628876" y="761263"/>
                  </a:lnTo>
                  <a:lnTo>
                    <a:pt x="5629003" y="761263"/>
                  </a:lnTo>
                  <a:lnTo>
                    <a:pt x="5629129" y="761263"/>
                  </a:lnTo>
                  <a:lnTo>
                    <a:pt x="5629255" y="761263"/>
                  </a:lnTo>
                  <a:lnTo>
                    <a:pt x="5629381" y="761263"/>
                  </a:lnTo>
                  <a:lnTo>
                    <a:pt x="5629508" y="761263"/>
                  </a:lnTo>
                  <a:lnTo>
                    <a:pt x="5629634" y="761263"/>
                  </a:lnTo>
                  <a:lnTo>
                    <a:pt x="5629760" y="761263"/>
                  </a:lnTo>
                  <a:lnTo>
                    <a:pt x="5629760" y="756351"/>
                  </a:lnTo>
                  <a:lnTo>
                    <a:pt x="5629760" y="751440"/>
                  </a:lnTo>
                  <a:lnTo>
                    <a:pt x="5629886" y="751440"/>
                  </a:lnTo>
                  <a:lnTo>
                    <a:pt x="5630013" y="751440"/>
                  </a:lnTo>
                  <a:lnTo>
                    <a:pt x="5630139" y="751440"/>
                  </a:lnTo>
                  <a:lnTo>
                    <a:pt x="5630265" y="751440"/>
                  </a:lnTo>
                  <a:lnTo>
                    <a:pt x="5630391" y="751440"/>
                  </a:lnTo>
                  <a:lnTo>
                    <a:pt x="5630518" y="751440"/>
                  </a:lnTo>
                  <a:lnTo>
                    <a:pt x="5630644" y="751440"/>
                  </a:lnTo>
                  <a:lnTo>
                    <a:pt x="5630770" y="751440"/>
                  </a:lnTo>
                  <a:lnTo>
                    <a:pt x="5630896" y="751440"/>
                  </a:lnTo>
                  <a:lnTo>
                    <a:pt x="5631023" y="751440"/>
                  </a:lnTo>
                  <a:lnTo>
                    <a:pt x="5631149" y="751440"/>
                  </a:lnTo>
                  <a:lnTo>
                    <a:pt x="5631275" y="751440"/>
                  </a:lnTo>
                  <a:lnTo>
                    <a:pt x="5631401" y="751440"/>
                  </a:lnTo>
                  <a:lnTo>
                    <a:pt x="5631528" y="751440"/>
                  </a:lnTo>
                  <a:lnTo>
                    <a:pt x="5631654" y="751440"/>
                  </a:lnTo>
                  <a:lnTo>
                    <a:pt x="5631780" y="751440"/>
                  </a:lnTo>
                  <a:lnTo>
                    <a:pt x="5631906" y="751440"/>
                  </a:lnTo>
                  <a:lnTo>
                    <a:pt x="5632033" y="751440"/>
                  </a:lnTo>
                  <a:lnTo>
                    <a:pt x="5632159" y="751440"/>
                  </a:lnTo>
                  <a:lnTo>
                    <a:pt x="5632285" y="751440"/>
                  </a:lnTo>
                  <a:lnTo>
                    <a:pt x="5632411" y="751440"/>
                  </a:lnTo>
                  <a:lnTo>
                    <a:pt x="5632538" y="751440"/>
                  </a:lnTo>
                  <a:lnTo>
                    <a:pt x="5632664" y="751440"/>
                  </a:lnTo>
                  <a:lnTo>
                    <a:pt x="5632790" y="751440"/>
                  </a:lnTo>
                  <a:lnTo>
                    <a:pt x="5632916" y="751440"/>
                  </a:lnTo>
                  <a:lnTo>
                    <a:pt x="5633043" y="751440"/>
                  </a:lnTo>
                  <a:lnTo>
                    <a:pt x="5633169" y="751440"/>
                  </a:lnTo>
                  <a:lnTo>
                    <a:pt x="5633295" y="751440"/>
                  </a:lnTo>
                  <a:lnTo>
                    <a:pt x="5633295" y="746528"/>
                  </a:lnTo>
                  <a:lnTo>
                    <a:pt x="5633421" y="746528"/>
                  </a:lnTo>
                  <a:lnTo>
                    <a:pt x="5633548" y="746528"/>
                  </a:lnTo>
                  <a:lnTo>
                    <a:pt x="5633674" y="746528"/>
                  </a:lnTo>
                  <a:lnTo>
                    <a:pt x="5633800" y="746528"/>
                  </a:lnTo>
                  <a:lnTo>
                    <a:pt x="5633926" y="746528"/>
                  </a:lnTo>
                  <a:lnTo>
                    <a:pt x="5634053" y="746528"/>
                  </a:lnTo>
                  <a:lnTo>
                    <a:pt x="5634179" y="746528"/>
                  </a:lnTo>
                  <a:lnTo>
                    <a:pt x="5634305" y="746528"/>
                  </a:lnTo>
                  <a:lnTo>
                    <a:pt x="5634432" y="746528"/>
                  </a:lnTo>
                  <a:lnTo>
                    <a:pt x="5634558" y="746528"/>
                  </a:lnTo>
                  <a:lnTo>
                    <a:pt x="5634684" y="746528"/>
                  </a:lnTo>
                  <a:lnTo>
                    <a:pt x="5634684" y="741617"/>
                  </a:lnTo>
                  <a:lnTo>
                    <a:pt x="5634810" y="741617"/>
                  </a:lnTo>
                  <a:lnTo>
                    <a:pt x="5634937" y="741617"/>
                  </a:lnTo>
                  <a:lnTo>
                    <a:pt x="5635063" y="741617"/>
                  </a:lnTo>
                  <a:lnTo>
                    <a:pt x="5635189" y="741617"/>
                  </a:lnTo>
                  <a:lnTo>
                    <a:pt x="5635315" y="741617"/>
                  </a:lnTo>
                  <a:lnTo>
                    <a:pt x="5635442" y="741617"/>
                  </a:lnTo>
                  <a:lnTo>
                    <a:pt x="5635568" y="741617"/>
                  </a:lnTo>
                  <a:lnTo>
                    <a:pt x="5635694" y="741617"/>
                  </a:lnTo>
                  <a:lnTo>
                    <a:pt x="5635820" y="741617"/>
                  </a:lnTo>
                  <a:lnTo>
                    <a:pt x="5635947" y="741617"/>
                  </a:lnTo>
                  <a:lnTo>
                    <a:pt x="5636073" y="741617"/>
                  </a:lnTo>
                  <a:lnTo>
                    <a:pt x="5636199" y="741617"/>
                  </a:lnTo>
                  <a:lnTo>
                    <a:pt x="5636325" y="741617"/>
                  </a:lnTo>
                  <a:lnTo>
                    <a:pt x="5636452" y="741617"/>
                  </a:lnTo>
                  <a:lnTo>
                    <a:pt x="5636578" y="741617"/>
                  </a:lnTo>
                  <a:lnTo>
                    <a:pt x="5636704" y="741617"/>
                  </a:lnTo>
                  <a:lnTo>
                    <a:pt x="5636830" y="741617"/>
                  </a:lnTo>
                  <a:lnTo>
                    <a:pt x="5636957" y="741617"/>
                  </a:lnTo>
                  <a:lnTo>
                    <a:pt x="5637083" y="741617"/>
                  </a:lnTo>
                  <a:lnTo>
                    <a:pt x="5637209" y="741617"/>
                  </a:lnTo>
                  <a:lnTo>
                    <a:pt x="5637335" y="741617"/>
                  </a:lnTo>
                  <a:lnTo>
                    <a:pt x="5637462" y="741617"/>
                  </a:lnTo>
                  <a:lnTo>
                    <a:pt x="5637588" y="741617"/>
                  </a:lnTo>
                  <a:lnTo>
                    <a:pt x="5637714" y="741617"/>
                  </a:lnTo>
                  <a:lnTo>
                    <a:pt x="5637840" y="741617"/>
                  </a:lnTo>
                  <a:lnTo>
                    <a:pt x="5637967" y="741617"/>
                  </a:lnTo>
                  <a:lnTo>
                    <a:pt x="5638093" y="741617"/>
                  </a:lnTo>
                  <a:lnTo>
                    <a:pt x="5638219" y="741617"/>
                  </a:lnTo>
                  <a:lnTo>
                    <a:pt x="5638345" y="741617"/>
                  </a:lnTo>
                  <a:lnTo>
                    <a:pt x="5638472" y="741617"/>
                  </a:lnTo>
                  <a:lnTo>
                    <a:pt x="5638598" y="741617"/>
                  </a:lnTo>
                  <a:lnTo>
                    <a:pt x="5638724" y="741617"/>
                  </a:lnTo>
                  <a:lnTo>
                    <a:pt x="5638850" y="741617"/>
                  </a:lnTo>
                  <a:lnTo>
                    <a:pt x="5638977" y="741617"/>
                  </a:lnTo>
                  <a:lnTo>
                    <a:pt x="5639103" y="741617"/>
                  </a:lnTo>
                  <a:lnTo>
                    <a:pt x="5639229" y="741617"/>
                  </a:lnTo>
                  <a:lnTo>
                    <a:pt x="5639356" y="741617"/>
                  </a:lnTo>
                  <a:lnTo>
                    <a:pt x="5639482" y="741617"/>
                  </a:lnTo>
                  <a:lnTo>
                    <a:pt x="5639608" y="741617"/>
                  </a:lnTo>
                  <a:lnTo>
                    <a:pt x="5639734" y="741617"/>
                  </a:lnTo>
                  <a:lnTo>
                    <a:pt x="5639861" y="741617"/>
                  </a:lnTo>
                  <a:lnTo>
                    <a:pt x="5639987" y="741617"/>
                  </a:lnTo>
                  <a:lnTo>
                    <a:pt x="5640113" y="741617"/>
                  </a:lnTo>
                  <a:lnTo>
                    <a:pt x="5640239" y="741617"/>
                  </a:lnTo>
                  <a:lnTo>
                    <a:pt x="5640366" y="741617"/>
                  </a:lnTo>
                  <a:lnTo>
                    <a:pt x="5640492" y="741617"/>
                  </a:lnTo>
                  <a:lnTo>
                    <a:pt x="5640618" y="741617"/>
                  </a:lnTo>
                  <a:lnTo>
                    <a:pt x="5640744" y="741617"/>
                  </a:lnTo>
                  <a:lnTo>
                    <a:pt x="5640871" y="741617"/>
                  </a:lnTo>
                  <a:lnTo>
                    <a:pt x="5640997" y="741617"/>
                  </a:lnTo>
                  <a:lnTo>
                    <a:pt x="5641123" y="741617"/>
                  </a:lnTo>
                  <a:lnTo>
                    <a:pt x="5641249" y="741617"/>
                  </a:lnTo>
                  <a:lnTo>
                    <a:pt x="5641376" y="741617"/>
                  </a:lnTo>
                  <a:lnTo>
                    <a:pt x="5641502" y="741617"/>
                  </a:lnTo>
                  <a:lnTo>
                    <a:pt x="5641628" y="741617"/>
                  </a:lnTo>
                  <a:lnTo>
                    <a:pt x="5641754" y="741617"/>
                  </a:lnTo>
                  <a:lnTo>
                    <a:pt x="5641881" y="741617"/>
                  </a:lnTo>
                  <a:lnTo>
                    <a:pt x="5642007" y="741617"/>
                  </a:lnTo>
                  <a:lnTo>
                    <a:pt x="5642133" y="741617"/>
                  </a:lnTo>
                  <a:lnTo>
                    <a:pt x="5642259" y="741617"/>
                  </a:lnTo>
                  <a:lnTo>
                    <a:pt x="5642386" y="741617"/>
                  </a:lnTo>
                  <a:lnTo>
                    <a:pt x="5642512" y="741617"/>
                  </a:lnTo>
                  <a:lnTo>
                    <a:pt x="5642638" y="741617"/>
                  </a:lnTo>
                  <a:lnTo>
                    <a:pt x="5642764" y="741617"/>
                  </a:lnTo>
                  <a:lnTo>
                    <a:pt x="5642891" y="741617"/>
                  </a:lnTo>
                  <a:lnTo>
                    <a:pt x="5643017" y="741617"/>
                  </a:lnTo>
                  <a:lnTo>
                    <a:pt x="5643143" y="741617"/>
                  </a:lnTo>
                  <a:lnTo>
                    <a:pt x="5643269" y="741617"/>
                  </a:lnTo>
                  <a:lnTo>
                    <a:pt x="5643396" y="741617"/>
                  </a:lnTo>
                  <a:lnTo>
                    <a:pt x="5643522" y="741617"/>
                  </a:lnTo>
                  <a:lnTo>
                    <a:pt x="5643648" y="741617"/>
                  </a:lnTo>
                  <a:lnTo>
                    <a:pt x="5643774" y="741617"/>
                  </a:lnTo>
                  <a:lnTo>
                    <a:pt x="5643901" y="741617"/>
                  </a:lnTo>
                  <a:lnTo>
                    <a:pt x="5644027" y="741617"/>
                  </a:lnTo>
                  <a:lnTo>
                    <a:pt x="5644153" y="741617"/>
                  </a:lnTo>
                  <a:lnTo>
                    <a:pt x="5644280" y="741617"/>
                  </a:lnTo>
                  <a:lnTo>
                    <a:pt x="5644406" y="741617"/>
                  </a:lnTo>
                  <a:lnTo>
                    <a:pt x="5644532" y="741617"/>
                  </a:lnTo>
                  <a:lnTo>
                    <a:pt x="5644658" y="741617"/>
                  </a:lnTo>
                  <a:lnTo>
                    <a:pt x="5644785" y="741617"/>
                  </a:lnTo>
                  <a:lnTo>
                    <a:pt x="5644911" y="741617"/>
                  </a:lnTo>
                  <a:lnTo>
                    <a:pt x="5645037" y="741617"/>
                  </a:lnTo>
                  <a:lnTo>
                    <a:pt x="5645163" y="741617"/>
                  </a:lnTo>
                  <a:lnTo>
                    <a:pt x="5645290" y="741617"/>
                  </a:lnTo>
                  <a:lnTo>
                    <a:pt x="5645416" y="741617"/>
                  </a:lnTo>
                  <a:lnTo>
                    <a:pt x="5645542" y="741617"/>
                  </a:lnTo>
                  <a:lnTo>
                    <a:pt x="5645668" y="741617"/>
                  </a:lnTo>
                  <a:lnTo>
                    <a:pt x="5645795" y="741617"/>
                  </a:lnTo>
                  <a:lnTo>
                    <a:pt x="5645921" y="741617"/>
                  </a:lnTo>
                  <a:lnTo>
                    <a:pt x="5646047" y="741617"/>
                  </a:lnTo>
                  <a:lnTo>
                    <a:pt x="5646173" y="741617"/>
                  </a:lnTo>
                  <a:lnTo>
                    <a:pt x="5646300" y="741617"/>
                  </a:lnTo>
                  <a:lnTo>
                    <a:pt x="5646426" y="741617"/>
                  </a:lnTo>
                  <a:lnTo>
                    <a:pt x="5646552" y="741617"/>
                  </a:lnTo>
                  <a:lnTo>
                    <a:pt x="5646678" y="741617"/>
                  </a:lnTo>
                  <a:lnTo>
                    <a:pt x="5646805" y="741617"/>
                  </a:lnTo>
                  <a:lnTo>
                    <a:pt x="5646931" y="741617"/>
                  </a:lnTo>
                  <a:lnTo>
                    <a:pt x="5647057" y="741617"/>
                  </a:lnTo>
                  <a:lnTo>
                    <a:pt x="5647183" y="741617"/>
                  </a:lnTo>
                  <a:lnTo>
                    <a:pt x="5647310" y="741617"/>
                  </a:lnTo>
                  <a:lnTo>
                    <a:pt x="5647436" y="741617"/>
                  </a:lnTo>
                  <a:lnTo>
                    <a:pt x="5647562" y="741617"/>
                  </a:lnTo>
                  <a:lnTo>
                    <a:pt x="5647688" y="741617"/>
                  </a:lnTo>
                  <a:lnTo>
                    <a:pt x="5647815" y="741617"/>
                  </a:lnTo>
                  <a:lnTo>
                    <a:pt x="5647941" y="741617"/>
                  </a:lnTo>
                  <a:lnTo>
                    <a:pt x="5648067" y="741617"/>
                  </a:lnTo>
                  <a:lnTo>
                    <a:pt x="5648193" y="741617"/>
                  </a:lnTo>
                  <a:lnTo>
                    <a:pt x="5648320" y="741617"/>
                  </a:lnTo>
                  <a:lnTo>
                    <a:pt x="5648446" y="741617"/>
                  </a:lnTo>
                  <a:lnTo>
                    <a:pt x="5648572" y="741617"/>
                  </a:lnTo>
                  <a:lnTo>
                    <a:pt x="5648698" y="741617"/>
                  </a:lnTo>
                  <a:lnTo>
                    <a:pt x="5648825" y="741617"/>
                  </a:lnTo>
                  <a:lnTo>
                    <a:pt x="5648951" y="741617"/>
                  </a:lnTo>
                  <a:lnTo>
                    <a:pt x="5649077" y="741617"/>
                  </a:lnTo>
                  <a:lnTo>
                    <a:pt x="5649203" y="741617"/>
                  </a:lnTo>
                  <a:lnTo>
                    <a:pt x="5649330" y="741617"/>
                  </a:lnTo>
                  <a:lnTo>
                    <a:pt x="5649456" y="741617"/>
                  </a:lnTo>
                  <a:lnTo>
                    <a:pt x="5649582" y="741617"/>
                  </a:lnTo>
                  <a:lnTo>
                    <a:pt x="5649709" y="741617"/>
                  </a:lnTo>
                  <a:lnTo>
                    <a:pt x="5649835" y="741617"/>
                  </a:lnTo>
                  <a:lnTo>
                    <a:pt x="5649961" y="741617"/>
                  </a:lnTo>
                  <a:lnTo>
                    <a:pt x="5650087" y="741617"/>
                  </a:lnTo>
                  <a:lnTo>
                    <a:pt x="5650214" y="741617"/>
                  </a:lnTo>
                  <a:lnTo>
                    <a:pt x="5650340" y="741617"/>
                  </a:lnTo>
                  <a:lnTo>
                    <a:pt x="5650466" y="741617"/>
                  </a:lnTo>
                  <a:lnTo>
                    <a:pt x="5650592" y="741617"/>
                  </a:lnTo>
                  <a:lnTo>
                    <a:pt x="5650719" y="741617"/>
                  </a:lnTo>
                  <a:lnTo>
                    <a:pt x="5650845" y="741617"/>
                  </a:lnTo>
                  <a:lnTo>
                    <a:pt x="5650971" y="741617"/>
                  </a:lnTo>
                  <a:lnTo>
                    <a:pt x="5651097" y="741617"/>
                  </a:lnTo>
                  <a:lnTo>
                    <a:pt x="5651224" y="741617"/>
                  </a:lnTo>
                  <a:lnTo>
                    <a:pt x="5651350" y="741617"/>
                  </a:lnTo>
                  <a:lnTo>
                    <a:pt x="5651476" y="741617"/>
                  </a:lnTo>
                  <a:lnTo>
                    <a:pt x="5651602" y="741617"/>
                  </a:lnTo>
                  <a:lnTo>
                    <a:pt x="5651729" y="741617"/>
                  </a:lnTo>
                  <a:lnTo>
                    <a:pt x="5651855" y="741617"/>
                  </a:lnTo>
                  <a:lnTo>
                    <a:pt x="5651981" y="741617"/>
                  </a:lnTo>
                  <a:lnTo>
                    <a:pt x="5652107" y="741617"/>
                  </a:lnTo>
                  <a:lnTo>
                    <a:pt x="5652234" y="741617"/>
                  </a:lnTo>
                  <a:lnTo>
                    <a:pt x="5652360" y="741617"/>
                  </a:lnTo>
                  <a:lnTo>
                    <a:pt x="5652486" y="741617"/>
                  </a:lnTo>
                  <a:lnTo>
                    <a:pt x="5652612" y="741617"/>
                  </a:lnTo>
                  <a:lnTo>
                    <a:pt x="5652739" y="741617"/>
                  </a:lnTo>
                  <a:lnTo>
                    <a:pt x="5652739" y="736706"/>
                  </a:lnTo>
                  <a:lnTo>
                    <a:pt x="5652865" y="736706"/>
                  </a:lnTo>
                  <a:lnTo>
                    <a:pt x="5652991" y="736706"/>
                  </a:lnTo>
                  <a:lnTo>
                    <a:pt x="5653117" y="736706"/>
                  </a:lnTo>
                  <a:lnTo>
                    <a:pt x="5653244" y="736706"/>
                  </a:lnTo>
                  <a:lnTo>
                    <a:pt x="5653370" y="736706"/>
                  </a:lnTo>
                  <a:lnTo>
                    <a:pt x="5653496" y="736706"/>
                  </a:lnTo>
                  <a:lnTo>
                    <a:pt x="5653622" y="736706"/>
                  </a:lnTo>
                  <a:lnTo>
                    <a:pt x="5653749" y="736706"/>
                  </a:lnTo>
                  <a:lnTo>
                    <a:pt x="5653875" y="736706"/>
                  </a:lnTo>
                  <a:lnTo>
                    <a:pt x="5654001" y="736706"/>
                  </a:lnTo>
                  <a:lnTo>
                    <a:pt x="5654127" y="736706"/>
                  </a:lnTo>
                  <a:lnTo>
                    <a:pt x="5654254" y="736706"/>
                  </a:lnTo>
                  <a:lnTo>
                    <a:pt x="5654380" y="736706"/>
                  </a:lnTo>
                  <a:lnTo>
                    <a:pt x="5654506" y="736706"/>
                  </a:lnTo>
                  <a:lnTo>
                    <a:pt x="5654633" y="736706"/>
                  </a:lnTo>
                  <a:lnTo>
                    <a:pt x="5654759" y="736706"/>
                  </a:lnTo>
                  <a:lnTo>
                    <a:pt x="5654885" y="736706"/>
                  </a:lnTo>
                  <a:lnTo>
                    <a:pt x="5654885" y="731794"/>
                  </a:lnTo>
                  <a:lnTo>
                    <a:pt x="5655011" y="731794"/>
                  </a:lnTo>
                  <a:lnTo>
                    <a:pt x="5655138" y="731794"/>
                  </a:lnTo>
                  <a:lnTo>
                    <a:pt x="5655264" y="731794"/>
                  </a:lnTo>
                  <a:lnTo>
                    <a:pt x="5655390" y="731794"/>
                  </a:lnTo>
                  <a:lnTo>
                    <a:pt x="5655516" y="731794"/>
                  </a:lnTo>
                  <a:lnTo>
                    <a:pt x="5655643" y="731794"/>
                  </a:lnTo>
                  <a:lnTo>
                    <a:pt x="5655769" y="731794"/>
                  </a:lnTo>
                  <a:lnTo>
                    <a:pt x="5655895" y="731794"/>
                  </a:lnTo>
                  <a:lnTo>
                    <a:pt x="5656021" y="731794"/>
                  </a:lnTo>
                  <a:lnTo>
                    <a:pt x="5656148" y="731794"/>
                  </a:lnTo>
                  <a:lnTo>
                    <a:pt x="5656274" y="731794"/>
                  </a:lnTo>
                  <a:lnTo>
                    <a:pt x="5656400" y="731794"/>
                  </a:lnTo>
                  <a:lnTo>
                    <a:pt x="5656526" y="731794"/>
                  </a:lnTo>
                  <a:lnTo>
                    <a:pt x="5656653" y="731794"/>
                  </a:lnTo>
                  <a:lnTo>
                    <a:pt x="5656779" y="731794"/>
                  </a:lnTo>
                  <a:lnTo>
                    <a:pt x="5656905" y="731794"/>
                  </a:lnTo>
                  <a:lnTo>
                    <a:pt x="5657031" y="731794"/>
                  </a:lnTo>
                  <a:lnTo>
                    <a:pt x="5657158" y="731794"/>
                  </a:lnTo>
                  <a:lnTo>
                    <a:pt x="5657284" y="731794"/>
                  </a:lnTo>
                  <a:lnTo>
                    <a:pt x="5657410" y="731794"/>
                  </a:lnTo>
                  <a:lnTo>
                    <a:pt x="5657536" y="731794"/>
                  </a:lnTo>
                  <a:lnTo>
                    <a:pt x="5657663" y="731794"/>
                  </a:lnTo>
                  <a:lnTo>
                    <a:pt x="5657789" y="731794"/>
                  </a:lnTo>
                  <a:lnTo>
                    <a:pt x="5657915" y="731794"/>
                  </a:lnTo>
                  <a:lnTo>
                    <a:pt x="5658041" y="731794"/>
                  </a:lnTo>
                  <a:lnTo>
                    <a:pt x="5658168" y="731794"/>
                  </a:lnTo>
                  <a:lnTo>
                    <a:pt x="5658294" y="731794"/>
                  </a:lnTo>
                  <a:lnTo>
                    <a:pt x="5658420" y="731794"/>
                  </a:lnTo>
                  <a:lnTo>
                    <a:pt x="5658546" y="731794"/>
                  </a:lnTo>
                  <a:lnTo>
                    <a:pt x="5658673" y="731794"/>
                  </a:lnTo>
                  <a:lnTo>
                    <a:pt x="5658799" y="731794"/>
                  </a:lnTo>
                  <a:lnTo>
                    <a:pt x="5658925" y="731794"/>
                  </a:lnTo>
                  <a:lnTo>
                    <a:pt x="5659051" y="731794"/>
                  </a:lnTo>
                  <a:lnTo>
                    <a:pt x="5659178" y="731794"/>
                  </a:lnTo>
                  <a:lnTo>
                    <a:pt x="5659304" y="731794"/>
                  </a:lnTo>
                  <a:lnTo>
                    <a:pt x="5659430" y="731794"/>
                  </a:lnTo>
                  <a:lnTo>
                    <a:pt x="5659556" y="731794"/>
                  </a:lnTo>
                  <a:lnTo>
                    <a:pt x="5659683" y="731794"/>
                  </a:lnTo>
                  <a:lnTo>
                    <a:pt x="5659809" y="731794"/>
                  </a:lnTo>
                  <a:lnTo>
                    <a:pt x="5659935" y="731794"/>
                  </a:lnTo>
                  <a:lnTo>
                    <a:pt x="5660062" y="731794"/>
                  </a:lnTo>
                  <a:lnTo>
                    <a:pt x="5660188" y="731794"/>
                  </a:lnTo>
                  <a:lnTo>
                    <a:pt x="5660314" y="731794"/>
                  </a:lnTo>
                  <a:lnTo>
                    <a:pt x="5660440" y="731794"/>
                  </a:lnTo>
                  <a:lnTo>
                    <a:pt x="5660567" y="731794"/>
                  </a:lnTo>
                  <a:lnTo>
                    <a:pt x="5660693" y="731794"/>
                  </a:lnTo>
                  <a:lnTo>
                    <a:pt x="5660819" y="731794"/>
                  </a:lnTo>
                  <a:lnTo>
                    <a:pt x="5660945" y="731794"/>
                  </a:lnTo>
                  <a:lnTo>
                    <a:pt x="5661072" y="731794"/>
                  </a:lnTo>
                  <a:lnTo>
                    <a:pt x="5661198" y="731794"/>
                  </a:lnTo>
                  <a:lnTo>
                    <a:pt x="5661324" y="731794"/>
                  </a:lnTo>
                  <a:lnTo>
                    <a:pt x="5661450" y="731794"/>
                  </a:lnTo>
                  <a:lnTo>
                    <a:pt x="5661577" y="731794"/>
                  </a:lnTo>
                  <a:lnTo>
                    <a:pt x="5661703" y="731794"/>
                  </a:lnTo>
                  <a:lnTo>
                    <a:pt x="5661829" y="731794"/>
                  </a:lnTo>
                  <a:lnTo>
                    <a:pt x="5661955" y="731794"/>
                  </a:lnTo>
                  <a:lnTo>
                    <a:pt x="5662082" y="731794"/>
                  </a:lnTo>
                  <a:lnTo>
                    <a:pt x="5662208" y="731794"/>
                  </a:lnTo>
                  <a:lnTo>
                    <a:pt x="5662334" y="731794"/>
                  </a:lnTo>
                  <a:lnTo>
                    <a:pt x="5662460" y="731794"/>
                  </a:lnTo>
                  <a:lnTo>
                    <a:pt x="5662587" y="731794"/>
                  </a:lnTo>
                  <a:lnTo>
                    <a:pt x="5662713" y="731794"/>
                  </a:lnTo>
                  <a:lnTo>
                    <a:pt x="5662839" y="731794"/>
                  </a:lnTo>
                  <a:lnTo>
                    <a:pt x="5662965" y="731794"/>
                  </a:lnTo>
                  <a:lnTo>
                    <a:pt x="5663092" y="731794"/>
                  </a:lnTo>
                  <a:lnTo>
                    <a:pt x="5663218" y="731794"/>
                  </a:lnTo>
                  <a:lnTo>
                    <a:pt x="5663344" y="731794"/>
                  </a:lnTo>
                  <a:lnTo>
                    <a:pt x="5663470" y="731794"/>
                  </a:lnTo>
                  <a:lnTo>
                    <a:pt x="5663597" y="731794"/>
                  </a:lnTo>
                  <a:lnTo>
                    <a:pt x="5663723" y="731794"/>
                  </a:lnTo>
                  <a:lnTo>
                    <a:pt x="5663849" y="731794"/>
                  </a:lnTo>
                  <a:lnTo>
                    <a:pt x="5663975" y="731794"/>
                  </a:lnTo>
                  <a:lnTo>
                    <a:pt x="5664102" y="731794"/>
                  </a:lnTo>
                  <a:lnTo>
                    <a:pt x="5664228" y="731794"/>
                  </a:lnTo>
                  <a:lnTo>
                    <a:pt x="5664354" y="731794"/>
                  </a:lnTo>
                  <a:lnTo>
                    <a:pt x="5664480" y="731794"/>
                  </a:lnTo>
                  <a:lnTo>
                    <a:pt x="5664607" y="731794"/>
                  </a:lnTo>
                  <a:lnTo>
                    <a:pt x="5664733" y="731794"/>
                  </a:lnTo>
                  <a:lnTo>
                    <a:pt x="5664859" y="731794"/>
                  </a:lnTo>
                  <a:lnTo>
                    <a:pt x="5664986" y="731794"/>
                  </a:lnTo>
                  <a:lnTo>
                    <a:pt x="5665112" y="731794"/>
                  </a:lnTo>
                  <a:lnTo>
                    <a:pt x="5665238" y="731794"/>
                  </a:lnTo>
                  <a:lnTo>
                    <a:pt x="5665364" y="731794"/>
                  </a:lnTo>
                  <a:lnTo>
                    <a:pt x="5665491" y="731794"/>
                  </a:lnTo>
                  <a:lnTo>
                    <a:pt x="5665617" y="731794"/>
                  </a:lnTo>
                  <a:lnTo>
                    <a:pt x="5665743" y="731794"/>
                  </a:lnTo>
                  <a:lnTo>
                    <a:pt x="5665869" y="731794"/>
                  </a:lnTo>
                  <a:lnTo>
                    <a:pt x="5665996" y="731794"/>
                  </a:lnTo>
                  <a:lnTo>
                    <a:pt x="5666122" y="731794"/>
                  </a:lnTo>
                  <a:lnTo>
                    <a:pt x="5666248" y="731794"/>
                  </a:lnTo>
                  <a:lnTo>
                    <a:pt x="5666374" y="731794"/>
                  </a:lnTo>
                  <a:lnTo>
                    <a:pt x="5666501" y="731794"/>
                  </a:lnTo>
                  <a:lnTo>
                    <a:pt x="5666627" y="731794"/>
                  </a:lnTo>
                  <a:lnTo>
                    <a:pt x="5666753" y="731794"/>
                  </a:lnTo>
                  <a:lnTo>
                    <a:pt x="5666879" y="731794"/>
                  </a:lnTo>
                  <a:lnTo>
                    <a:pt x="5667006" y="731794"/>
                  </a:lnTo>
                  <a:lnTo>
                    <a:pt x="5667132" y="731794"/>
                  </a:lnTo>
                  <a:lnTo>
                    <a:pt x="5667258" y="731794"/>
                  </a:lnTo>
                  <a:lnTo>
                    <a:pt x="5667384" y="731794"/>
                  </a:lnTo>
                  <a:lnTo>
                    <a:pt x="5667511" y="731794"/>
                  </a:lnTo>
                  <a:lnTo>
                    <a:pt x="5667637" y="731794"/>
                  </a:lnTo>
                  <a:lnTo>
                    <a:pt x="5667763" y="731794"/>
                  </a:lnTo>
                  <a:lnTo>
                    <a:pt x="5667889" y="731794"/>
                  </a:lnTo>
                  <a:lnTo>
                    <a:pt x="5668016" y="731794"/>
                  </a:lnTo>
                  <a:lnTo>
                    <a:pt x="5668142" y="731794"/>
                  </a:lnTo>
                  <a:lnTo>
                    <a:pt x="5668268" y="731794"/>
                  </a:lnTo>
                  <a:lnTo>
                    <a:pt x="5668394" y="731794"/>
                  </a:lnTo>
                  <a:lnTo>
                    <a:pt x="5668521" y="731794"/>
                  </a:lnTo>
                  <a:lnTo>
                    <a:pt x="5668647" y="731794"/>
                  </a:lnTo>
                  <a:lnTo>
                    <a:pt x="5668773" y="731794"/>
                  </a:lnTo>
                  <a:lnTo>
                    <a:pt x="5668899" y="731794"/>
                  </a:lnTo>
                  <a:lnTo>
                    <a:pt x="5669026" y="731794"/>
                  </a:lnTo>
                  <a:lnTo>
                    <a:pt x="5669152" y="731794"/>
                  </a:lnTo>
                  <a:lnTo>
                    <a:pt x="5669278" y="731794"/>
                  </a:lnTo>
                  <a:lnTo>
                    <a:pt x="5669404" y="731794"/>
                  </a:lnTo>
                  <a:lnTo>
                    <a:pt x="5669531" y="731794"/>
                  </a:lnTo>
                  <a:lnTo>
                    <a:pt x="5669657" y="731794"/>
                  </a:lnTo>
                  <a:lnTo>
                    <a:pt x="5669783" y="731794"/>
                  </a:lnTo>
                  <a:lnTo>
                    <a:pt x="5669909" y="731794"/>
                  </a:lnTo>
                  <a:lnTo>
                    <a:pt x="5670036" y="731794"/>
                  </a:lnTo>
                  <a:lnTo>
                    <a:pt x="5670162" y="731794"/>
                  </a:lnTo>
                  <a:lnTo>
                    <a:pt x="5670288" y="731794"/>
                  </a:lnTo>
                  <a:lnTo>
                    <a:pt x="5670415" y="731794"/>
                  </a:lnTo>
                  <a:lnTo>
                    <a:pt x="5670541" y="731794"/>
                  </a:lnTo>
                  <a:lnTo>
                    <a:pt x="5670667" y="731794"/>
                  </a:lnTo>
                  <a:lnTo>
                    <a:pt x="5670793" y="731794"/>
                  </a:lnTo>
                  <a:lnTo>
                    <a:pt x="5670920" y="731794"/>
                  </a:lnTo>
                  <a:lnTo>
                    <a:pt x="5671046" y="731794"/>
                  </a:lnTo>
                  <a:lnTo>
                    <a:pt x="5671172" y="731794"/>
                  </a:lnTo>
                  <a:lnTo>
                    <a:pt x="5671298" y="731794"/>
                  </a:lnTo>
                  <a:lnTo>
                    <a:pt x="5671425" y="731794"/>
                  </a:lnTo>
                  <a:lnTo>
                    <a:pt x="5671551" y="731794"/>
                  </a:lnTo>
                  <a:lnTo>
                    <a:pt x="5671677" y="731794"/>
                  </a:lnTo>
                  <a:lnTo>
                    <a:pt x="5671803" y="731794"/>
                  </a:lnTo>
                  <a:lnTo>
                    <a:pt x="5671930" y="731794"/>
                  </a:lnTo>
                  <a:lnTo>
                    <a:pt x="5672056" y="731794"/>
                  </a:lnTo>
                  <a:lnTo>
                    <a:pt x="5672182" y="731794"/>
                  </a:lnTo>
                  <a:lnTo>
                    <a:pt x="5672308" y="731794"/>
                  </a:lnTo>
                  <a:lnTo>
                    <a:pt x="5672435" y="731794"/>
                  </a:lnTo>
                  <a:lnTo>
                    <a:pt x="5672561" y="731794"/>
                  </a:lnTo>
                  <a:lnTo>
                    <a:pt x="5672687" y="731794"/>
                  </a:lnTo>
                  <a:lnTo>
                    <a:pt x="5672813" y="731794"/>
                  </a:lnTo>
                  <a:lnTo>
                    <a:pt x="5672940" y="731794"/>
                  </a:lnTo>
                  <a:lnTo>
                    <a:pt x="5673066" y="731794"/>
                  </a:lnTo>
                  <a:lnTo>
                    <a:pt x="5673192" y="731794"/>
                  </a:lnTo>
                  <a:lnTo>
                    <a:pt x="5673318" y="731794"/>
                  </a:lnTo>
                  <a:lnTo>
                    <a:pt x="5673445" y="731794"/>
                  </a:lnTo>
                  <a:lnTo>
                    <a:pt x="5673571" y="731794"/>
                  </a:lnTo>
                  <a:lnTo>
                    <a:pt x="5673697" y="731794"/>
                  </a:lnTo>
                  <a:lnTo>
                    <a:pt x="5673823" y="731794"/>
                  </a:lnTo>
                  <a:lnTo>
                    <a:pt x="5673823" y="726883"/>
                  </a:lnTo>
                  <a:lnTo>
                    <a:pt x="5673950" y="726883"/>
                  </a:lnTo>
                  <a:lnTo>
                    <a:pt x="5674076" y="726883"/>
                  </a:lnTo>
                  <a:lnTo>
                    <a:pt x="5674202" y="726883"/>
                  </a:lnTo>
                  <a:lnTo>
                    <a:pt x="5674328" y="726883"/>
                  </a:lnTo>
                  <a:lnTo>
                    <a:pt x="5674455" y="726883"/>
                  </a:lnTo>
                  <a:lnTo>
                    <a:pt x="5674581" y="726883"/>
                  </a:lnTo>
                  <a:lnTo>
                    <a:pt x="5674707" y="726883"/>
                  </a:lnTo>
                  <a:lnTo>
                    <a:pt x="5674833" y="726883"/>
                  </a:lnTo>
                  <a:lnTo>
                    <a:pt x="5674960" y="726883"/>
                  </a:lnTo>
                  <a:lnTo>
                    <a:pt x="5675086" y="726883"/>
                  </a:lnTo>
                  <a:lnTo>
                    <a:pt x="5675212" y="726883"/>
                  </a:lnTo>
                  <a:lnTo>
                    <a:pt x="5675339" y="726883"/>
                  </a:lnTo>
                  <a:lnTo>
                    <a:pt x="5675465" y="726883"/>
                  </a:lnTo>
                  <a:lnTo>
                    <a:pt x="5675591" y="726883"/>
                  </a:lnTo>
                  <a:lnTo>
                    <a:pt x="5675717" y="726883"/>
                  </a:lnTo>
                  <a:lnTo>
                    <a:pt x="5675844" y="726883"/>
                  </a:lnTo>
                  <a:lnTo>
                    <a:pt x="5675970" y="726883"/>
                  </a:lnTo>
                  <a:lnTo>
                    <a:pt x="5676096" y="726883"/>
                  </a:lnTo>
                  <a:lnTo>
                    <a:pt x="5676222" y="726883"/>
                  </a:lnTo>
                  <a:lnTo>
                    <a:pt x="5676349" y="726883"/>
                  </a:lnTo>
                  <a:lnTo>
                    <a:pt x="5676475" y="726883"/>
                  </a:lnTo>
                  <a:lnTo>
                    <a:pt x="5676601" y="726883"/>
                  </a:lnTo>
                  <a:lnTo>
                    <a:pt x="5676727" y="726883"/>
                  </a:lnTo>
                  <a:lnTo>
                    <a:pt x="5676854" y="726883"/>
                  </a:lnTo>
                  <a:lnTo>
                    <a:pt x="5676980" y="726883"/>
                  </a:lnTo>
                  <a:lnTo>
                    <a:pt x="5677106" y="726883"/>
                  </a:lnTo>
                  <a:lnTo>
                    <a:pt x="5677232" y="726883"/>
                  </a:lnTo>
                  <a:lnTo>
                    <a:pt x="5677359" y="726883"/>
                  </a:lnTo>
                  <a:lnTo>
                    <a:pt x="5677485" y="726883"/>
                  </a:lnTo>
                  <a:lnTo>
                    <a:pt x="5677611" y="726883"/>
                  </a:lnTo>
                  <a:lnTo>
                    <a:pt x="5677737" y="726883"/>
                  </a:lnTo>
                  <a:lnTo>
                    <a:pt x="5677864" y="726883"/>
                  </a:lnTo>
                  <a:lnTo>
                    <a:pt x="5677990" y="726883"/>
                  </a:lnTo>
                  <a:lnTo>
                    <a:pt x="5678116" y="726883"/>
                  </a:lnTo>
                  <a:lnTo>
                    <a:pt x="5678242" y="726883"/>
                  </a:lnTo>
                  <a:lnTo>
                    <a:pt x="5678369" y="726883"/>
                  </a:lnTo>
                  <a:lnTo>
                    <a:pt x="5678495" y="726883"/>
                  </a:lnTo>
                  <a:lnTo>
                    <a:pt x="5678621" y="726883"/>
                  </a:lnTo>
                  <a:lnTo>
                    <a:pt x="5678747" y="726883"/>
                  </a:lnTo>
                  <a:lnTo>
                    <a:pt x="5678874" y="726883"/>
                  </a:lnTo>
                  <a:lnTo>
                    <a:pt x="5679000" y="726883"/>
                  </a:lnTo>
                  <a:lnTo>
                    <a:pt x="5679126" y="726883"/>
                  </a:lnTo>
                  <a:lnTo>
                    <a:pt x="5679252" y="726883"/>
                  </a:lnTo>
                  <a:lnTo>
                    <a:pt x="5679379" y="726883"/>
                  </a:lnTo>
                  <a:lnTo>
                    <a:pt x="5679505" y="726883"/>
                  </a:lnTo>
                  <a:lnTo>
                    <a:pt x="5679631" y="726883"/>
                  </a:lnTo>
                  <a:lnTo>
                    <a:pt x="5679757" y="726883"/>
                  </a:lnTo>
                  <a:lnTo>
                    <a:pt x="5679884" y="726883"/>
                  </a:lnTo>
                  <a:lnTo>
                    <a:pt x="5680010" y="726883"/>
                  </a:lnTo>
                  <a:lnTo>
                    <a:pt x="5680136" y="726883"/>
                  </a:lnTo>
                  <a:lnTo>
                    <a:pt x="5680262" y="726883"/>
                  </a:lnTo>
                  <a:lnTo>
                    <a:pt x="5680389" y="726883"/>
                  </a:lnTo>
                  <a:lnTo>
                    <a:pt x="5680515" y="726883"/>
                  </a:lnTo>
                  <a:lnTo>
                    <a:pt x="5680641" y="726883"/>
                  </a:lnTo>
                  <a:lnTo>
                    <a:pt x="5680768" y="726883"/>
                  </a:lnTo>
                  <a:lnTo>
                    <a:pt x="5680894" y="726883"/>
                  </a:lnTo>
                  <a:lnTo>
                    <a:pt x="5681020" y="726883"/>
                  </a:lnTo>
                  <a:lnTo>
                    <a:pt x="5681146" y="726883"/>
                  </a:lnTo>
                  <a:lnTo>
                    <a:pt x="5681273" y="726883"/>
                  </a:lnTo>
                  <a:lnTo>
                    <a:pt x="5681273" y="721972"/>
                  </a:lnTo>
                  <a:lnTo>
                    <a:pt x="5681399" y="721972"/>
                  </a:lnTo>
                  <a:lnTo>
                    <a:pt x="5681525" y="721972"/>
                  </a:lnTo>
                  <a:lnTo>
                    <a:pt x="5681651" y="721972"/>
                  </a:lnTo>
                  <a:lnTo>
                    <a:pt x="5681778" y="721972"/>
                  </a:lnTo>
                  <a:lnTo>
                    <a:pt x="5681904" y="721972"/>
                  </a:lnTo>
                  <a:lnTo>
                    <a:pt x="5682030" y="721972"/>
                  </a:lnTo>
                  <a:lnTo>
                    <a:pt x="5682156" y="721972"/>
                  </a:lnTo>
                  <a:lnTo>
                    <a:pt x="5682283" y="721972"/>
                  </a:lnTo>
                  <a:lnTo>
                    <a:pt x="5682409" y="721972"/>
                  </a:lnTo>
                  <a:lnTo>
                    <a:pt x="5682535" y="721972"/>
                  </a:lnTo>
                  <a:lnTo>
                    <a:pt x="5682661" y="721972"/>
                  </a:lnTo>
                  <a:lnTo>
                    <a:pt x="5682788" y="721972"/>
                  </a:lnTo>
                  <a:lnTo>
                    <a:pt x="5682914" y="721972"/>
                  </a:lnTo>
                  <a:lnTo>
                    <a:pt x="5683040" y="721972"/>
                  </a:lnTo>
                  <a:lnTo>
                    <a:pt x="5683166" y="721972"/>
                  </a:lnTo>
                  <a:lnTo>
                    <a:pt x="5683293" y="721972"/>
                  </a:lnTo>
                  <a:lnTo>
                    <a:pt x="5683293" y="717060"/>
                  </a:lnTo>
                  <a:lnTo>
                    <a:pt x="5683419" y="717060"/>
                  </a:lnTo>
                  <a:lnTo>
                    <a:pt x="5683545" y="717060"/>
                  </a:lnTo>
                  <a:lnTo>
                    <a:pt x="5683671" y="717060"/>
                  </a:lnTo>
                  <a:lnTo>
                    <a:pt x="5683798" y="717060"/>
                  </a:lnTo>
                  <a:lnTo>
                    <a:pt x="5683924" y="717060"/>
                  </a:lnTo>
                  <a:lnTo>
                    <a:pt x="5684050" y="717060"/>
                  </a:lnTo>
                  <a:lnTo>
                    <a:pt x="5684176" y="717060"/>
                  </a:lnTo>
                  <a:lnTo>
                    <a:pt x="5684303" y="717060"/>
                  </a:lnTo>
                  <a:lnTo>
                    <a:pt x="5684429" y="717060"/>
                  </a:lnTo>
                  <a:lnTo>
                    <a:pt x="5684555" y="717060"/>
                  </a:lnTo>
                  <a:lnTo>
                    <a:pt x="5684681" y="717060"/>
                  </a:lnTo>
                  <a:lnTo>
                    <a:pt x="5684808" y="717060"/>
                  </a:lnTo>
                  <a:lnTo>
                    <a:pt x="5684934" y="717060"/>
                  </a:lnTo>
                  <a:lnTo>
                    <a:pt x="5685060" y="717060"/>
                  </a:lnTo>
                  <a:lnTo>
                    <a:pt x="5685186" y="717060"/>
                  </a:lnTo>
                  <a:lnTo>
                    <a:pt x="5685313" y="717060"/>
                  </a:lnTo>
                  <a:lnTo>
                    <a:pt x="5685439" y="717060"/>
                  </a:lnTo>
                  <a:lnTo>
                    <a:pt x="5685565" y="717060"/>
                  </a:lnTo>
                  <a:lnTo>
                    <a:pt x="5685565" y="712149"/>
                  </a:lnTo>
                  <a:lnTo>
                    <a:pt x="5685692" y="712149"/>
                  </a:lnTo>
                  <a:lnTo>
                    <a:pt x="5685818" y="712149"/>
                  </a:lnTo>
                  <a:lnTo>
                    <a:pt x="5685944" y="712149"/>
                  </a:lnTo>
                  <a:lnTo>
                    <a:pt x="5686070" y="712149"/>
                  </a:lnTo>
                  <a:lnTo>
                    <a:pt x="5686197" y="712149"/>
                  </a:lnTo>
                  <a:lnTo>
                    <a:pt x="5686323" y="712149"/>
                  </a:lnTo>
                  <a:lnTo>
                    <a:pt x="5686449" y="712149"/>
                  </a:lnTo>
                  <a:lnTo>
                    <a:pt x="5686575" y="712149"/>
                  </a:lnTo>
                  <a:lnTo>
                    <a:pt x="5686702" y="712149"/>
                  </a:lnTo>
                  <a:lnTo>
                    <a:pt x="5686828" y="712149"/>
                  </a:lnTo>
                  <a:lnTo>
                    <a:pt x="5686954" y="712149"/>
                  </a:lnTo>
                  <a:lnTo>
                    <a:pt x="5687080" y="712149"/>
                  </a:lnTo>
                  <a:lnTo>
                    <a:pt x="5687207" y="712149"/>
                  </a:lnTo>
                  <a:lnTo>
                    <a:pt x="5687333" y="712149"/>
                  </a:lnTo>
                  <a:lnTo>
                    <a:pt x="5687459" y="712149"/>
                  </a:lnTo>
                  <a:lnTo>
                    <a:pt x="5687585" y="712149"/>
                  </a:lnTo>
                  <a:lnTo>
                    <a:pt x="5687712" y="712149"/>
                  </a:lnTo>
                  <a:lnTo>
                    <a:pt x="5687838" y="712149"/>
                  </a:lnTo>
                  <a:lnTo>
                    <a:pt x="5687964" y="712149"/>
                  </a:lnTo>
                  <a:lnTo>
                    <a:pt x="5688090" y="712149"/>
                  </a:lnTo>
                  <a:lnTo>
                    <a:pt x="5688217" y="712149"/>
                  </a:lnTo>
                  <a:lnTo>
                    <a:pt x="5688343" y="712149"/>
                  </a:lnTo>
                  <a:lnTo>
                    <a:pt x="5688469" y="712149"/>
                  </a:lnTo>
                  <a:lnTo>
                    <a:pt x="5688595" y="712149"/>
                  </a:lnTo>
                  <a:lnTo>
                    <a:pt x="5688722" y="712149"/>
                  </a:lnTo>
                  <a:lnTo>
                    <a:pt x="5688848" y="712149"/>
                  </a:lnTo>
                  <a:lnTo>
                    <a:pt x="5688974" y="712149"/>
                  </a:lnTo>
                  <a:lnTo>
                    <a:pt x="5689100" y="712149"/>
                  </a:lnTo>
                  <a:lnTo>
                    <a:pt x="5689227" y="712149"/>
                  </a:lnTo>
                  <a:lnTo>
                    <a:pt x="5689353" y="712149"/>
                  </a:lnTo>
                  <a:lnTo>
                    <a:pt x="5689479" y="712149"/>
                  </a:lnTo>
                  <a:lnTo>
                    <a:pt x="5689605" y="712149"/>
                  </a:lnTo>
                  <a:lnTo>
                    <a:pt x="5689732" y="712149"/>
                  </a:lnTo>
                  <a:lnTo>
                    <a:pt x="5689858" y="712149"/>
                  </a:lnTo>
                  <a:lnTo>
                    <a:pt x="5689984" y="712149"/>
                  </a:lnTo>
                  <a:lnTo>
                    <a:pt x="5690110" y="712149"/>
                  </a:lnTo>
                  <a:lnTo>
                    <a:pt x="5690237" y="712149"/>
                  </a:lnTo>
                  <a:lnTo>
                    <a:pt x="5690363" y="712149"/>
                  </a:lnTo>
                  <a:lnTo>
                    <a:pt x="5690489" y="712149"/>
                  </a:lnTo>
                  <a:lnTo>
                    <a:pt x="5690615" y="712149"/>
                  </a:lnTo>
                  <a:lnTo>
                    <a:pt x="5690742" y="712149"/>
                  </a:lnTo>
                  <a:lnTo>
                    <a:pt x="5690868" y="712149"/>
                  </a:lnTo>
                  <a:lnTo>
                    <a:pt x="5690994" y="712149"/>
                  </a:lnTo>
                  <a:lnTo>
                    <a:pt x="5691121" y="712149"/>
                  </a:lnTo>
                  <a:lnTo>
                    <a:pt x="5691247" y="712149"/>
                  </a:lnTo>
                  <a:lnTo>
                    <a:pt x="5691373" y="712149"/>
                  </a:lnTo>
                  <a:lnTo>
                    <a:pt x="5691499" y="712149"/>
                  </a:lnTo>
                  <a:lnTo>
                    <a:pt x="5691626" y="712149"/>
                  </a:lnTo>
                  <a:lnTo>
                    <a:pt x="5691752" y="712149"/>
                  </a:lnTo>
                  <a:lnTo>
                    <a:pt x="5691878" y="712149"/>
                  </a:lnTo>
                  <a:lnTo>
                    <a:pt x="5692004" y="712149"/>
                  </a:lnTo>
                  <a:lnTo>
                    <a:pt x="5692131" y="712149"/>
                  </a:lnTo>
                  <a:lnTo>
                    <a:pt x="5692257" y="712149"/>
                  </a:lnTo>
                  <a:lnTo>
                    <a:pt x="5692383" y="712149"/>
                  </a:lnTo>
                  <a:lnTo>
                    <a:pt x="5692509" y="712149"/>
                  </a:lnTo>
                  <a:lnTo>
                    <a:pt x="5692636" y="712149"/>
                  </a:lnTo>
                  <a:lnTo>
                    <a:pt x="5692762" y="712149"/>
                  </a:lnTo>
                  <a:lnTo>
                    <a:pt x="5692888" y="712149"/>
                  </a:lnTo>
                  <a:lnTo>
                    <a:pt x="5693014" y="712149"/>
                  </a:lnTo>
                  <a:lnTo>
                    <a:pt x="5693141" y="712149"/>
                  </a:lnTo>
                  <a:lnTo>
                    <a:pt x="5693267" y="712149"/>
                  </a:lnTo>
                  <a:lnTo>
                    <a:pt x="5693393" y="712149"/>
                  </a:lnTo>
                  <a:lnTo>
                    <a:pt x="5693519" y="712149"/>
                  </a:lnTo>
                  <a:lnTo>
                    <a:pt x="5693646" y="712149"/>
                  </a:lnTo>
                  <a:lnTo>
                    <a:pt x="5693772" y="712149"/>
                  </a:lnTo>
                  <a:lnTo>
                    <a:pt x="5693898" y="712149"/>
                  </a:lnTo>
                  <a:lnTo>
                    <a:pt x="5694024" y="712149"/>
                  </a:lnTo>
                  <a:lnTo>
                    <a:pt x="5694151" y="712149"/>
                  </a:lnTo>
                  <a:lnTo>
                    <a:pt x="5694277" y="712149"/>
                  </a:lnTo>
                  <a:lnTo>
                    <a:pt x="5694403" y="712149"/>
                  </a:lnTo>
                  <a:lnTo>
                    <a:pt x="5694529" y="712149"/>
                  </a:lnTo>
                  <a:lnTo>
                    <a:pt x="5694656" y="712149"/>
                  </a:lnTo>
                  <a:lnTo>
                    <a:pt x="5694782" y="712149"/>
                  </a:lnTo>
                  <a:lnTo>
                    <a:pt x="5694908" y="712149"/>
                  </a:lnTo>
                  <a:lnTo>
                    <a:pt x="5695034" y="712149"/>
                  </a:lnTo>
                  <a:lnTo>
                    <a:pt x="5695161" y="712149"/>
                  </a:lnTo>
                  <a:lnTo>
                    <a:pt x="5695287" y="712149"/>
                  </a:lnTo>
                  <a:lnTo>
                    <a:pt x="5695413" y="712149"/>
                  </a:lnTo>
                  <a:lnTo>
                    <a:pt x="5695539" y="712149"/>
                  </a:lnTo>
                  <a:lnTo>
                    <a:pt x="5695666" y="712149"/>
                  </a:lnTo>
                  <a:lnTo>
                    <a:pt x="5695792" y="712149"/>
                  </a:lnTo>
                  <a:lnTo>
                    <a:pt x="5695918" y="712149"/>
                  </a:lnTo>
                  <a:lnTo>
                    <a:pt x="5696045" y="712149"/>
                  </a:lnTo>
                  <a:lnTo>
                    <a:pt x="5696171" y="712149"/>
                  </a:lnTo>
                  <a:lnTo>
                    <a:pt x="5696297" y="712149"/>
                  </a:lnTo>
                  <a:lnTo>
                    <a:pt x="5696423" y="712149"/>
                  </a:lnTo>
                  <a:lnTo>
                    <a:pt x="5696550" y="712149"/>
                  </a:lnTo>
                  <a:lnTo>
                    <a:pt x="5696676" y="712149"/>
                  </a:lnTo>
                  <a:lnTo>
                    <a:pt x="5696802" y="712149"/>
                  </a:lnTo>
                  <a:lnTo>
                    <a:pt x="5696928" y="712149"/>
                  </a:lnTo>
                  <a:lnTo>
                    <a:pt x="5697055" y="712149"/>
                  </a:lnTo>
                  <a:lnTo>
                    <a:pt x="5697181" y="712149"/>
                  </a:lnTo>
                  <a:lnTo>
                    <a:pt x="5697307" y="712149"/>
                  </a:lnTo>
                  <a:lnTo>
                    <a:pt x="5697433" y="712149"/>
                  </a:lnTo>
                  <a:lnTo>
                    <a:pt x="5697560" y="712149"/>
                  </a:lnTo>
                  <a:lnTo>
                    <a:pt x="5697686" y="712149"/>
                  </a:lnTo>
                  <a:lnTo>
                    <a:pt x="5697812" y="712149"/>
                  </a:lnTo>
                  <a:lnTo>
                    <a:pt x="5697938" y="712149"/>
                  </a:lnTo>
                  <a:lnTo>
                    <a:pt x="5698065" y="712149"/>
                  </a:lnTo>
                  <a:lnTo>
                    <a:pt x="5698191" y="712149"/>
                  </a:lnTo>
                  <a:lnTo>
                    <a:pt x="5698317" y="712149"/>
                  </a:lnTo>
                  <a:lnTo>
                    <a:pt x="5698443" y="712149"/>
                  </a:lnTo>
                  <a:lnTo>
                    <a:pt x="5698570" y="712149"/>
                  </a:lnTo>
                  <a:lnTo>
                    <a:pt x="5698696" y="712149"/>
                  </a:lnTo>
                  <a:lnTo>
                    <a:pt x="5698822" y="712149"/>
                  </a:lnTo>
                  <a:lnTo>
                    <a:pt x="5698948" y="712149"/>
                  </a:lnTo>
                  <a:lnTo>
                    <a:pt x="5699075" y="712149"/>
                  </a:lnTo>
                  <a:lnTo>
                    <a:pt x="5699201" y="712149"/>
                  </a:lnTo>
                  <a:lnTo>
                    <a:pt x="5699327" y="712149"/>
                  </a:lnTo>
                  <a:lnTo>
                    <a:pt x="5699453" y="712149"/>
                  </a:lnTo>
                  <a:lnTo>
                    <a:pt x="5699580" y="712149"/>
                  </a:lnTo>
                  <a:lnTo>
                    <a:pt x="5699706" y="712149"/>
                  </a:lnTo>
                  <a:lnTo>
                    <a:pt x="5699832" y="712149"/>
                  </a:lnTo>
                  <a:lnTo>
                    <a:pt x="5699958" y="712149"/>
                  </a:lnTo>
                  <a:lnTo>
                    <a:pt x="5700085" y="712149"/>
                  </a:lnTo>
                  <a:lnTo>
                    <a:pt x="5700211" y="712149"/>
                  </a:lnTo>
                  <a:lnTo>
                    <a:pt x="5700337" y="712149"/>
                  </a:lnTo>
                  <a:lnTo>
                    <a:pt x="5700463" y="712149"/>
                  </a:lnTo>
                  <a:lnTo>
                    <a:pt x="5700590" y="712149"/>
                  </a:lnTo>
                  <a:lnTo>
                    <a:pt x="5700716" y="712149"/>
                  </a:lnTo>
                  <a:lnTo>
                    <a:pt x="5700842" y="712149"/>
                  </a:lnTo>
                  <a:lnTo>
                    <a:pt x="5700969" y="712149"/>
                  </a:lnTo>
                  <a:lnTo>
                    <a:pt x="5701095" y="712149"/>
                  </a:lnTo>
                  <a:lnTo>
                    <a:pt x="5701221" y="712149"/>
                  </a:lnTo>
                  <a:lnTo>
                    <a:pt x="5701347" y="712149"/>
                  </a:lnTo>
                  <a:lnTo>
                    <a:pt x="5701474" y="712149"/>
                  </a:lnTo>
                  <a:lnTo>
                    <a:pt x="5701600" y="712149"/>
                  </a:lnTo>
                  <a:lnTo>
                    <a:pt x="5701726" y="712149"/>
                  </a:lnTo>
                  <a:lnTo>
                    <a:pt x="5701852" y="712149"/>
                  </a:lnTo>
                  <a:lnTo>
                    <a:pt x="5701979" y="712149"/>
                  </a:lnTo>
                  <a:lnTo>
                    <a:pt x="5702105" y="712149"/>
                  </a:lnTo>
                  <a:lnTo>
                    <a:pt x="5702231" y="712149"/>
                  </a:lnTo>
                  <a:lnTo>
                    <a:pt x="5702357" y="712149"/>
                  </a:lnTo>
                  <a:lnTo>
                    <a:pt x="5702484" y="712149"/>
                  </a:lnTo>
                  <a:lnTo>
                    <a:pt x="5702610" y="712149"/>
                  </a:lnTo>
                  <a:lnTo>
                    <a:pt x="5702736" y="712149"/>
                  </a:lnTo>
                  <a:lnTo>
                    <a:pt x="5702862" y="712149"/>
                  </a:lnTo>
                  <a:lnTo>
                    <a:pt x="5702989" y="712149"/>
                  </a:lnTo>
                  <a:lnTo>
                    <a:pt x="5703115" y="712149"/>
                  </a:lnTo>
                  <a:lnTo>
                    <a:pt x="5703241" y="712149"/>
                  </a:lnTo>
                  <a:lnTo>
                    <a:pt x="5703367" y="712149"/>
                  </a:lnTo>
                  <a:lnTo>
                    <a:pt x="5703494" y="712149"/>
                  </a:lnTo>
                  <a:lnTo>
                    <a:pt x="5703620" y="712149"/>
                  </a:lnTo>
                  <a:lnTo>
                    <a:pt x="5703746" y="712149"/>
                  </a:lnTo>
                  <a:lnTo>
                    <a:pt x="5703872" y="712149"/>
                  </a:lnTo>
                  <a:lnTo>
                    <a:pt x="5703999" y="712149"/>
                  </a:lnTo>
                  <a:lnTo>
                    <a:pt x="5704125" y="712149"/>
                  </a:lnTo>
                  <a:lnTo>
                    <a:pt x="5704251" y="712149"/>
                  </a:lnTo>
                  <a:lnTo>
                    <a:pt x="5704377" y="712149"/>
                  </a:lnTo>
                  <a:lnTo>
                    <a:pt x="5704504" y="712149"/>
                  </a:lnTo>
                  <a:lnTo>
                    <a:pt x="5704630" y="712149"/>
                  </a:lnTo>
                  <a:lnTo>
                    <a:pt x="5704756" y="712149"/>
                  </a:lnTo>
                  <a:lnTo>
                    <a:pt x="5704882" y="712149"/>
                  </a:lnTo>
                  <a:lnTo>
                    <a:pt x="5705009" y="712149"/>
                  </a:lnTo>
                  <a:lnTo>
                    <a:pt x="5705135" y="712149"/>
                  </a:lnTo>
                  <a:lnTo>
                    <a:pt x="5705261" y="712149"/>
                  </a:lnTo>
                  <a:lnTo>
                    <a:pt x="5705387" y="712149"/>
                  </a:lnTo>
                  <a:lnTo>
                    <a:pt x="5705514" y="712149"/>
                  </a:lnTo>
                  <a:lnTo>
                    <a:pt x="5705640" y="712149"/>
                  </a:lnTo>
                  <a:lnTo>
                    <a:pt x="5705766" y="712149"/>
                  </a:lnTo>
                  <a:lnTo>
                    <a:pt x="5705892" y="712149"/>
                  </a:lnTo>
                  <a:lnTo>
                    <a:pt x="5706019" y="712149"/>
                  </a:lnTo>
                  <a:lnTo>
                    <a:pt x="5706145" y="712149"/>
                  </a:lnTo>
                  <a:lnTo>
                    <a:pt x="5706271" y="712149"/>
                  </a:lnTo>
                  <a:lnTo>
                    <a:pt x="5706398" y="712149"/>
                  </a:lnTo>
                  <a:lnTo>
                    <a:pt x="5706524" y="712149"/>
                  </a:lnTo>
                  <a:lnTo>
                    <a:pt x="5706650" y="712149"/>
                  </a:lnTo>
                  <a:lnTo>
                    <a:pt x="5706776" y="712149"/>
                  </a:lnTo>
                  <a:lnTo>
                    <a:pt x="5706903" y="712149"/>
                  </a:lnTo>
                  <a:lnTo>
                    <a:pt x="5707029" y="712149"/>
                  </a:lnTo>
                  <a:lnTo>
                    <a:pt x="5707155" y="712149"/>
                  </a:lnTo>
                  <a:lnTo>
                    <a:pt x="5707281" y="712149"/>
                  </a:lnTo>
                  <a:lnTo>
                    <a:pt x="5707408" y="712149"/>
                  </a:lnTo>
                  <a:lnTo>
                    <a:pt x="5707534" y="712149"/>
                  </a:lnTo>
                  <a:lnTo>
                    <a:pt x="5707660" y="712149"/>
                  </a:lnTo>
                  <a:lnTo>
                    <a:pt x="5707786" y="712149"/>
                  </a:lnTo>
                  <a:lnTo>
                    <a:pt x="5707913" y="712149"/>
                  </a:lnTo>
                  <a:lnTo>
                    <a:pt x="5708039" y="712149"/>
                  </a:lnTo>
                  <a:lnTo>
                    <a:pt x="5708165" y="712149"/>
                  </a:lnTo>
                  <a:lnTo>
                    <a:pt x="5708291" y="712149"/>
                  </a:lnTo>
                  <a:lnTo>
                    <a:pt x="5708418" y="712149"/>
                  </a:lnTo>
                  <a:lnTo>
                    <a:pt x="5708544" y="712149"/>
                  </a:lnTo>
                  <a:lnTo>
                    <a:pt x="5708670" y="712149"/>
                  </a:lnTo>
                  <a:lnTo>
                    <a:pt x="5708796" y="712149"/>
                  </a:lnTo>
                  <a:lnTo>
                    <a:pt x="5708923" y="712149"/>
                  </a:lnTo>
                  <a:lnTo>
                    <a:pt x="5709049" y="712149"/>
                  </a:lnTo>
                  <a:lnTo>
                    <a:pt x="5709175" y="712149"/>
                  </a:lnTo>
                  <a:lnTo>
                    <a:pt x="5709301" y="712149"/>
                  </a:lnTo>
                  <a:lnTo>
                    <a:pt x="5709428" y="712149"/>
                  </a:lnTo>
                  <a:lnTo>
                    <a:pt x="5709554" y="712149"/>
                  </a:lnTo>
                  <a:lnTo>
                    <a:pt x="5709680" y="712149"/>
                  </a:lnTo>
                  <a:lnTo>
                    <a:pt x="5709806" y="712149"/>
                  </a:lnTo>
                  <a:lnTo>
                    <a:pt x="5709933" y="712149"/>
                  </a:lnTo>
                  <a:lnTo>
                    <a:pt x="5710059" y="712149"/>
                  </a:lnTo>
                  <a:lnTo>
                    <a:pt x="5710185" y="712149"/>
                  </a:lnTo>
                  <a:lnTo>
                    <a:pt x="5710311" y="712149"/>
                  </a:lnTo>
                  <a:lnTo>
                    <a:pt x="5710438" y="712149"/>
                  </a:lnTo>
                  <a:lnTo>
                    <a:pt x="5710564" y="712149"/>
                  </a:lnTo>
                  <a:lnTo>
                    <a:pt x="5710690" y="712149"/>
                  </a:lnTo>
                  <a:lnTo>
                    <a:pt x="5710816" y="712149"/>
                  </a:lnTo>
                  <a:lnTo>
                    <a:pt x="5710943" y="712149"/>
                  </a:lnTo>
                  <a:lnTo>
                    <a:pt x="5711069" y="712149"/>
                  </a:lnTo>
                  <a:lnTo>
                    <a:pt x="5711195" y="712149"/>
                  </a:lnTo>
                  <a:lnTo>
                    <a:pt x="5711322" y="712149"/>
                  </a:lnTo>
                  <a:lnTo>
                    <a:pt x="5711448" y="712149"/>
                  </a:lnTo>
                  <a:lnTo>
                    <a:pt x="5711574" y="712149"/>
                  </a:lnTo>
                  <a:lnTo>
                    <a:pt x="5711700" y="712149"/>
                  </a:lnTo>
                  <a:lnTo>
                    <a:pt x="5711827" y="712149"/>
                  </a:lnTo>
                  <a:lnTo>
                    <a:pt x="5711953" y="712149"/>
                  </a:lnTo>
                  <a:lnTo>
                    <a:pt x="5712079" y="712149"/>
                  </a:lnTo>
                  <a:lnTo>
                    <a:pt x="5712205" y="712149"/>
                  </a:lnTo>
                  <a:lnTo>
                    <a:pt x="5712332" y="712149"/>
                  </a:lnTo>
                  <a:lnTo>
                    <a:pt x="5712458" y="712149"/>
                  </a:lnTo>
                  <a:lnTo>
                    <a:pt x="5712584" y="712149"/>
                  </a:lnTo>
                  <a:lnTo>
                    <a:pt x="5712710" y="712149"/>
                  </a:lnTo>
                  <a:lnTo>
                    <a:pt x="5712837" y="712149"/>
                  </a:lnTo>
                  <a:lnTo>
                    <a:pt x="5712963" y="712149"/>
                  </a:lnTo>
                  <a:lnTo>
                    <a:pt x="5713089" y="712149"/>
                  </a:lnTo>
                  <a:lnTo>
                    <a:pt x="5713215" y="712149"/>
                  </a:lnTo>
                  <a:lnTo>
                    <a:pt x="5713342" y="712149"/>
                  </a:lnTo>
                  <a:lnTo>
                    <a:pt x="5713468" y="712149"/>
                  </a:lnTo>
                  <a:lnTo>
                    <a:pt x="5713594" y="712149"/>
                  </a:lnTo>
                  <a:lnTo>
                    <a:pt x="5713720" y="712149"/>
                  </a:lnTo>
                  <a:lnTo>
                    <a:pt x="5713847" y="712149"/>
                  </a:lnTo>
                  <a:lnTo>
                    <a:pt x="5713973" y="712149"/>
                  </a:lnTo>
                  <a:lnTo>
                    <a:pt x="5714099" y="712149"/>
                  </a:lnTo>
                  <a:lnTo>
                    <a:pt x="5714225" y="712149"/>
                  </a:lnTo>
                  <a:lnTo>
                    <a:pt x="5714352" y="712149"/>
                  </a:lnTo>
                  <a:lnTo>
                    <a:pt x="5714478" y="712149"/>
                  </a:lnTo>
                  <a:lnTo>
                    <a:pt x="5714604" y="712149"/>
                  </a:lnTo>
                  <a:lnTo>
                    <a:pt x="5714730" y="712149"/>
                  </a:lnTo>
                  <a:lnTo>
                    <a:pt x="5714857" y="712149"/>
                  </a:lnTo>
                  <a:lnTo>
                    <a:pt x="5714983" y="712149"/>
                  </a:lnTo>
                  <a:lnTo>
                    <a:pt x="5715109" y="712149"/>
                  </a:lnTo>
                  <a:lnTo>
                    <a:pt x="5715235" y="712149"/>
                  </a:lnTo>
                  <a:lnTo>
                    <a:pt x="5715362" y="712149"/>
                  </a:lnTo>
                  <a:lnTo>
                    <a:pt x="5715488" y="712149"/>
                  </a:lnTo>
                  <a:lnTo>
                    <a:pt x="5715614" y="712149"/>
                  </a:lnTo>
                  <a:lnTo>
                    <a:pt x="5715740" y="712149"/>
                  </a:lnTo>
                  <a:lnTo>
                    <a:pt x="5715867" y="712149"/>
                  </a:lnTo>
                  <a:lnTo>
                    <a:pt x="5715993" y="712149"/>
                  </a:lnTo>
                  <a:lnTo>
                    <a:pt x="5716119" y="712149"/>
                  </a:lnTo>
                  <a:lnTo>
                    <a:pt x="5716245" y="712149"/>
                  </a:lnTo>
                  <a:lnTo>
                    <a:pt x="5716372" y="712149"/>
                  </a:lnTo>
                  <a:lnTo>
                    <a:pt x="5716498" y="712149"/>
                  </a:lnTo>
                  <a:lnTo>
                    <a:pt x="5716624" y="712149"/>
                  </a:lnTo>
                  <a:lnTo>
                    <a:pt x="5716751" y="712149"/>
                  </a:lnTo>
                  <a:lnTo>
                    <a:pt x="5716877" y="712149"/>
                  </a:lnTo>
                  <a:lnTo>
                    <a:pt x="5717003" y="712149"/>
                  </a:lnTo>
                  <a:lnTo>
                    <a:pt x="5717129" y="712149"/>
                  </a:lnTo>
                  <a:lnTo>
                    <a:pt x="5717256" y="712149"/>
                  </a:lnTo>
                  <a:lnTo>
                    <a:pt x="5717382" y="712149"/>
                  </a:lnTo>
                  <a:lnTo>
                    <a:pt x="5717508" y="712149"/>
                  </a:lnTo>
                  <a:lnTo>
                    <a:pt x="5717634" y="712149"/>
                  </a:lnTo>
                  <a:lnTo>
                    <a:pt x="5717761" y="712149"/>
                  </a:lnTo>
                  <a:lnTo>
                    <a:pt x="5717887" y="712149"/>
                  </a:lnTo>
                  <a:lnTo>
                    <a:pt x="5718013" y="712149"/>
                  </a:lnTo>
                  <a:lnTo>
                    <a:pt x="5718139" y="712149"/>
                  </a:lnTo>
                  <a:lnTo>
                    <a:pt x="5718139" y="707237"/>
                  </a:lnTo>
                  <a:lnTo>
                    <a:pt x="5718266" y="707237"/>
                  </a:lnTo>
                  <a:lnTo>
                    <a:pt x="5718392" y="707237"/>
                  </a:lnTo>
                  <a:lnTo>
                    <a:pt x="5718518" y="707237"/>
                  </a:lnTo>
                  <a:lnTo>
                    <a:pt x="5718644" y="707237"/>
                  </a:lnTo>
                  <a:lnTo>
                    <a:pt x="5718771" y="707237"/>
                  </a:lnTo>
                  <a:lnTo>
                    <a:pt x="5718897" y="707237"/>
                  </a:lnTo>
                  <a:lnTo>
                    <a:pt x="5719023" y="707237"/>
                  </a:lnTo>
                  <a:lnTo>
                    <a:pt x="5719149" y="707237"/>
                  </a:lnTo>
                  <a:lnTo>
                    <a:pt x="5719276" y="707237"/>
                  </a:lnTo>
                  <a:lnTo>
                    <a:pt x="5719402" y="707237"/>
                  </a:lnTo>
                  <a:lnTo>
                    <a:pt x="5719528" y="707237"/>
                  </a:lnTo>
                  <a:lnTo>
                    <a:pt x="5719654" y="707237"/>
                  </a:lnTo>
                  <a:lnTo>
                    <a:pt x="5719781" y="707237"/>
                  </a:lnTo>
                  <a:lnTo>
                    <a:pt x="5719907" y="707237"/>
                  </a:lnTo>
                  <a:lnTo>
                    <a:pt x="5720033" y="707237"/>
                  </a:lnTo>
                  <a:lnTo>
                    <a:pt x="5720159" y="707237"/>
                  </a:lnTo>
                  <a:lnTo>
                    <a:pt x="5720286" y="707237"/>
                  </a:lnTo>
                  <a:lnTo>
                    <a:pt x="5720412" y="707237"/>
                  </a:lnTo>
                  <a:lnTo>
                    <a:pt x="5720538" y="707237"/>
                  </a:lnTo>
                  <a:lnTo>
                    <a:pt x="5720664" y="707237"/>
                  </a:lnTo>
                  <a:lnTo>
                    <a:pt x="5720791" y="707237"/>
                  </a:lnTo>
                  <a:lnTo>
                    <a:pt x="5720917" y="707237"/>
                  </a:lnTo>
                  <a:lnTo>
                    <a:pt x="5720917" y="702326"/>
                  </a:lnTo>
                  <a:lnTo>
                    <a:pt x="5721043" y="702326"/>
                  </a:lnTo>
                  <a:lnTo>
                    <a:pt x="5721169" y="702326"/>
                  </a:lnTo>
                  <a:lnTo>
                    <a:pt x="5721296" y="702326"/>
                  </a:lnTo>
                  <a:lnTo>
                    <a:pt x="5721422" y="702326"/>
                  </a:lnTo>
                  <a:lnTo>
                    <a:pt x="5721548" y="702326"/>
                  </a:lnTo>
                  <a:lnTo>
                    <a:pt x="5721675" y="702326"/>
                  </a:lnTo>
                  <a:lnTo>
                    <a:pt x="5721801" y="702326"/>
                  </a:lnTo>
                  <a:lnTo>
                    <a:pt x="5721927" y="702326"/>
                  </a:lnTo>
                  <a:lnTo>
                    <a:pt x="5722053" y="702326"/>
                  </a:lnTo>
                  <a:lnTo>
                    <a:pt x="5722180" y="702326"/>
                  </a:lnTo>
                  <a:lnTo>
                    <a:pt x="5722306" y="702326"/>
                  </a:lnTo>
                  <a:lnTo>
                    <a:pt x="5722432" y="702326"/>
                  </a:lnTo>
                  <a:lnTo>
                    <a:pt x="5722558" y="702326"/>
                  </a:lnTo>
                  <a:lnTo>
                    <a:pt x="5722685" y="702326"/>
                  </a:lnTo>
                  <a:lnTo>
                    <a:pt x="5722811" y="702326"/>
                  </a:lnTo>
                  <a:lnTo>
                    <a:pt x="5722937" y="702326"/>
                  </a:lnTo>
                  <a:lnTo>
                    <a:pt x="5723063" y="702326"/>
                  </a:lnTo>
                  <a:lnTo>
                    <a:pt x="5723190" y="702326"/>
                  </a:lnTo>
                  <a:lnTo>
                    <a:pt x="5723316" y="702326"/>
                  </a:lnTo>
                  <a:lnTo>
                    <a:pt x="5723442" y="702326"/>
                  </a:lnTo>
                  <a:lnTo>
                    <a:pt x="5723568" y="702326"/>
                  </a:lnTo>
                  <a:lnTo>
                    <a:pt x="5723695" y="702326"/>
                  </a:lnTo>
                  <a:lnTo>
                    <a:pt x="5723821" y="702326"/>
                  </a:lnTo>
                  <a:lnTo>
                    <a:pt x="5723947" y="702326"/>
                  </a:lnTo>
                  <a:lnTo>
                    <a:pt x="5724073" y="702326"/>
                  </a:lnTo>
                  <a:lnTo>
                    <a:pt x="5724200" y="702326"/>
                  </a:lnTo>
                  <a:lnTo>
                    <a:pt x="5724326" y="702326"/>
                  </a:lnTo>
                  <a:lnTo>
                    <a:pt x="5724452" y="702326"/>
                  </a:lnTo>
                  <a:lnTo>
                    <a:pt x="5724578" y="702326"/>
                  </a:lnTo>
                  <a:lnTo>
                    <a:pt x="5724705" y="702326"/>
                  </a:lnTo>
                  <a:lnTo>
                    <a:pt x="5724831" y="702326"/>
                  </a:lnTo>
                  <a:lnTo>
                    <a:pt x="5724957" y="702326"/>
                  </a:lnTo>
                  <a:lnTo>
                    <a:pt x="5725083" y="702326"/>
                  </a:lnTo>
                  <a:lnTo>
                    <a:pt x="5725210" y="702326"/>
                  </a:lnTo>
                  <a:lnTo>
                    <a:pt x="5725336" y="702326"/>
                  </a:lnTo>
                  <a:lnTo>
                    <a:pt x="5725462" y="702326"/>
                  </a:lnTo>
                  <a:lnTo>
                    <a:pt x="5725588" y="702326"/>
                  </a:lnTo>
                  <a:lnTo>
                    <a:pt x="5725715" y="702326"/>
                  </a:lnTo>
                  <a:lnTo>
                    <a:pt x="5725841" y="702326"/>
                  </a:lnTo>
                  <a:lnTo>
                    <a:pt x="5725967" y="702326"/>
                  </a:lnTo>
                  <a:lnTo>
                    <a:pt x="5726093" y="702326"/>
                  </a:lnTo>
                  <a:lnTo>
                    <a:pt x="5726220" y="702326"/>
                  </a:lnTo>
                  <a:lnTo>
                    <a:pt x="5726346" y="702326"/>
                  </a:lnTo>
                  <a:lnTo>
                    <a:pt x="5726472" y="702326"/>
                  </a:lnTo>
                  <a:lnTo>
                    <a:pt x="5726598" y="702326"/>
                  </a:lnTo>
                  <a:lnTo>
                    <a:pt x="5726725" y="702326"/>
                  </a:lnTo>
                  <a:lnTo>
                    <a:pt x="5726851" y="702326"/>
                  </a:lnTo>
                  <a:lnTo>
                    <a:pt x="5726977" y="702326"/>
                  </a:lnTo>
                  <a:lnTo>
                    <a:pt x="5727104" y="702326"/>
                  </a:lnTo>
                  <a:lnTo>
                    <a:pt x="5727230" y="702326"/>
                  </a:lnTo>
                  <a:lnTo>
                    <a:pt x="5727356" y="702326"/>
                  </a:lnTo>
                  <a:lnTo>
                    <a:pt x="5727482" y="702326"/>
                  </a:lnTo>
                  <a:lnTo>
                    <a:pt x="5727609" y="702326"/>
                  </a:lnTo>
                  <a:lnTo>
                    <a:pt x="5727735" y="702326"/>
                  </a:lnTo>
                  <a:lnTo>
                    <a:pt x="5727861" y="702326"/>
                  </a:lnTo>
                  <a:lnTo>
                    <a:pt x="5727987" y="702326"/>
                  </a:lnTo>
                  <a:lnTo>
                    <a:pt x="5728114" y="702326"/>
                  </a:lnTo>
                  <a:lnTo>
                    <a:pt x="5728240" y="702326"/>
                  </a:lnTo>
                  <a:lnTo>
                    <a:pt x="5728366" y="702326"/>
                  </a:lnTo>
                  <a:lnTo>
                    <a:pt x="5728492" y="702326"/>
                  </a:lnTo>
                  <a:lnTo>
                    <a:pt x="5728619" y="702326"/>
                  </a:lnTo>
                  <a:lnTo>
                    <a:pt x="5728745" y="702326"/>
                  </a:lnTo>
                  <a:lnTo>
                    <a:pt x="5728871" y="702326"/>
                  </a:lnTo>
                  <a:lnTo>
                    <a:pt x="5728997" y="702326"/>
                  </a:lnTo>
                  <a:lnTo>
                    <a:pt x="5729124" y="702326"/>
                  </a:lnTo>
                  <a:lnTo>
                    <a:pt x="5729250" y="702326"/>
                  </a:lnTo>
                  <a:lnTo>
                    <a:pt x="5729376" y="702326"/>
                  </a:lnTo>
                  <a:lnTo>
                    <a:pt x="5729502" y="702326"/>
                  </a:lnTo>
                  <a:lnTo>
                    <a:pt x="5729629" y="702326"/>
                  </a:lnTo>
                  <a:lnTo>
                    <a:pt x="5729755" y="702326"/>
                  </a:lnTo>
                  <a:lnTo>
                    <a:pt x="5729881" y="702326"/>
                  </a:lnTo>
                  <a:lnTo>
                    <a:pt x="5730007" y="702326"/>
                  </a:lnTo>
                  <a:lnTo>
                    <a:pt x="5730134" y="702326"/>
                  </a:lnTo>
                  <a:lnTo>
                    <a:pt x="5730260" y="702326"/>
                  </a:lnTo>
                  <a:lnTo>
                    <a:pt x="5730386" y="702326"/>
                  </a:lnTo>
                  <a:lnTo>
                    <a:pt x="5730512" y="702326"/>
                  </a:lnTo>
                  <a:lnTo>
                    <a:pt x="5730639" y="702326"/>
                  </a:lnTo>
                  <a:lnTo>
                    <a:pt x="5730765" y="702326"/>
                  </a:lnTo>
                  <a:lnTo>
                    <a:pt x="5730891" y="702326"/>
                  </a:lnTo>
                  <a:lnTo>
                    <a:pt x="5731017" y="702326"/>
                  </a:lnTo>
                  <a:lnTo>
                    <a:pt x="5731144" y="702326"/>
                  </a:lnTo>
                  <a:lnTo>
                    <a:pt x="5731270" y="702326"/>
                  </a:lnTo>
                  <a:lnTo>
                    <a:pt x="5731396" y="702326"/>
                  </a:lnTo>
                  <a:lnTo>
                    <a:pt x="5731522" y="702326"/>
                  </a:lnTo>
                  <a:lnTo>
                    <a:pt x="5731649" y="702326"/>
                  </a:lnTo>
                  <a:lnTo>
                    <a:pt x="5731775" y="702326"/>
                  </a:lnTo>
                  <a:lnTo>
                    <a:pt x="5731901" y="702326"/>
                  </a:lnTo>
                  <a:lnTo>
                    <a:pt x="5732028" y="702326"/>
                  </a:lnTo>
                  <a:lnTo>
                    <a:pt x="5732154" y="702326"/>
                  </a:lnTo>
                  <a:lnTo>
                    <a:pt x="5732280" y="702326"/>
                  </a:lnTo>
                  <a:lnTo>
                    <a:pt x="5732406" y="702326"/>
                  </a:lnTo>
                  <a:lnTo>
                    <a:pt x="5732533" y="702326"/>
                  </a:lnTo>
                  <a:lnTo>
                    <a:pt x="5732659" y="702326"/>
                  </a:lnTo>
                  <a:lnTo>
                    <a:pt x="5732785" y="702326"/>
                  </a:lnTo>
                  <a:lnTo>
                    <a:pt x="5732911" y="702326"/>
                  </a:lnTo>
                  <a:lnTo>
                    <a:pt x="5733038" y="702326"/>
                  </a:lnTo>
                  <a:lnTo>
                    <a:pt x="5733164" y="702326"/>
                  </a:lnTo>
                  <a:lnTo>
                    <a:pt x="5733290" y="702326"/>
                  </a:lnTo>
                  <a:lnTo>
                    <a:pt x="5733416" y="702326"/>
                  </a:lnTo>
                  <a:lnTo>
                    <a:pt x="5733543" y="702326"/>
                  </a:lnTo>
                  <a:lnTo>
                    <a:pt x="5733669" y="702326"/>
                  </a:lnTo>
                  <a:lnTo>
                    <a:pt x="5733795" y="702326"/>
                  </a:lnTo>
                  <a:lnTo>
                    <a:pt x="5733921" y="702326"/>
                  </a:lnTo>
                  <a:lnTo>
                    <a:pt x="5734048" y="702326"/>
                  </a:lnTo>
                  <a:lnTo>
                    <a:pt x="5734174" y="702326"/>
                  </a:lnTo>
                  <a:lnTo>
                    <a:pt x="5734300" y="702326"/>
                  </a:lnTo>
                  <a:lnTo>
                    <a:pt x="5734426" y="702326"/>
                  </a:lnTo>
                  <a:lnTo>
                    <a:pt x="5734553" y="702326"/>
                  </a:lnTo>
                  <a:lnTo>
                    <a:pt x="5734679" y="702326"/>
                  </a:lnTo>
                  <a:lnTo>
                    <a:pt x="5734805" y="702326"/>
                  </a:lnTo>
                  <a:lnTo>
                    <a:pt x="5734931" y="702326"/>
                  </a:lnTo>
                  <a:lnTo>
                    <a:pt x="5735058" y="702326"/>
                  </a:lnTo>
                  <a:lnTo>
                    <a:pt x="5735184" y="702326"/>
                  </a:lnTo>
                  <a:lnTo>
                    <a:pt x="5735310" y="702326"/>
                  </a:lnTo>
                  <a:lnTo>
                    <a:pt x="5735436" y="702326"/>
                  </a:lnTo>
                  <a:lnTo>
                    <a:pt x="5735563" y="702326"/>
                  </a:lnTo>
                  <a:lnTo>
                    <a:pt x="5735689" y="702326"/>
                  </a:lnTo>
                  <a:lnTo>
                    <a:pt x="5735815" y="702326"/>
                  </a:lnTo>
                  <a:lnTo>
                    <a:pt x="5735941" y="702326"/>
                  </a:lnTo>
                  <a:lnTo>
                    <a:pt x="5736068" y="702326"/>
                  </a:lnTo>
                  <a:lnTo>
                    <a:pt x="5736194" y="702326"/>
                  </a:lnTo>
                  <a:lnTo>
                    <a:pt x="5736320" y="702326"/>
                  </a:lnTo>
                  <a:lnTo>
                    <a:pt x="5736446" y="702326"/>
                  </a:lnTo>
                  <a:lnTo>
                    <a:pt x="5736573" y="702326"/>
                  </a:lnTo>
                  <a:lnTo>
                    <a:pt x="5736699" y="702326"/>
                  </a:lnTo>
                  <a:lnTo>
                    <a:pt x="5736825" y="702326"/>
                  </a:lnTo>
                  <a:lnTo>
                    <a:pt x="5736951" y="702326"/>
                  </a:lnTo>
                  <a:lnTo>
                    <a:pt x="5737078" y="702326"/>
                  </a:lnTo>
                  <a:lnTo>
                    <a:pt x="5737204" y="702326"/>
                  </a:lnTo>
                  <a:lnTo>
                    <a:pt x="5737204" y="697415"/>
                  </a:lnTo>
                  <a:lnTo>
                    <a:pt x="5737330" y="697415"/>
                  </a:lnTo>
                  <a:lnTo>
                    <a:pt x="5737457" y="697415"/>
                  </a:lnTo>
                  <a:lnTo>
                    <a:pt x="5737583" y="697415"/>
                  </a:lnTo>
                  <a:lnTo>
                    <a:pt x="5737709" y="697415"/>
                  </a:lnTo>
                  <a:lnTo>
                    <a:pt x="5737835" y="697415"/>
                  </a:lnTo>
                  <a:lnTo>
                    <a:pt x="5737962" y="697415"/>
                  </a:lnTo>
                  <a:lnTo>
                    <a:pt x="5738088" y="697415"/>
                  </a:lnTo>
                  <a:lnTo>
                    <a:pt x="5738214" y="697415"/>
                  </a:lnTo>
                  <a:lnTo>
                    <a:pt x="5738340" y="697415"/>
                  </a:lnTo>
                  <a:lnTo>
                    <a:pt x="5738467" y="697415"/>
                  </a:lnTo>
                  <a:lnTo>
                    <a:pt x="5738593" y="697415"/>
                  </a:lnTo>
                  <a:lnTo>
                    <a:pt x="5738719" y="697415"/>
                  </a:lnTo>
                  <a:lnTo>
                    <a:pt x="5738845" y="697415"/>
                  </a:lnTo>
                  <a:lnTo>
                    <a:pt x="5738972" y="697415"/>
                  </a:lnTo>
                  <a:lnTo>
                    <a:pt x="5739098" y="697415"/>
                  </a:lnTo>
                  <a:lnTo>
                    <a:pt x="5739224" y="697415"/>
                  </a:lnTo>
                  <a:lnTo>
                    <a:pt x="5739350" y="697415"/>
                  </a:lnTo>
                  <a:lnTo>
                    <a:pt x="5739477" y="697415"/>
                  </a:lnTo>
                  <a:lnTo>
                    <a:pt x="5739603" y="697415"/>
                  </a:lnTo>
                  <a:lnTo>
                    <a:pt x="5739729" y="697415"/>
                  </a:lnTo>
                  <a:lnTo>
                    <a:pt x="5739855" y="697415"/>
                  </a:lnTo>
                  <a:lnTo>
                    <a:pt x="5739982" y="697415"/>
                  </a:lnTo>
                  <a:lnTo>
                    <a:pt x="5740108" y="697415"/>
                  </a:lnTo>
                  <a:lnTo>
                    <a:pt x="5740234" y="697415"/>
                  </a:lnTo>
                  <a:lnTo>
                    <a:pt x="5740360" y="697415"/>
                  </a:lnTo>
                  <a:lnTo>
                    <a:pt x="5740487" y="697415"/>
                  </a:lnTo>
                  <a:lnTo>
                    <a:pt x="5740613" y="697415"/>
                  </a:lnTo>
                  <a:lnTo>
                    <a:pt x="5740739" y="697415"/>
                  </a:lnTo>
                  <a:lnTo>
                    <a:pt x="5740865" y="697415"/>
                  </a:lnTo>
                  <a:lnTo>
                    <a:pt x="5740992" y="697415"/>
                  </a:lnTo>
                  <a:lnTo>
                    <a:pt x="5741118" y="697415"/>
                  </a:lnTo>
                  <a:lnTo>
                    <a:pt x="5741244" y="697415"/>
                  </a:lnTo>
                  <a:lnTo>
                    <a:pt x="5741370" y="697415"/>
                  </a:lnTo>
                  <a:lnTo>
                    <a:pt x="5741497" y="697415"/>
                  </a:lnTo>
                  <a:lnTo>
                    <a:pt x="5741623" y="697415"/>
                  </a:lnTo>
                  <a:lnTo>
                    <a:pt x="5741749" y="697415"/>
                  </a:lnTo>
                  <a:lnTo>
                    <a:pt x="5741875" y="697415"/>
                  </a:lnTo>
                  <a:lnTo>
                    <a:pt x="5742002" y="697415"/>
                  </a:lnTo>
                  <a:lnTo>
                    <a:pt x="5742128" y="697415"/>
                  </a:lnTo>
                  <a:lnTo>
                    <a:pt x="5742254" y="697415"/>
                  </a:lnTo>
                  <a:lnTo>
                    <a:pt x="5742381" y="697415"/>
                  </a:lnTo>
                  <a:lnTo>
                    <a:pt x="5742507" y="697415"/>
                  </a:lnTo>
                  <a:lnTo>
                    <a:pt x="5742633" y="697415"/>
                  </a:lnTo>
                  <a:lnTo>
                    <a:pt x="5742759" y="697415"/>
                  </a:lnTo>
                  <a:lnTo>
                    <a:pt x="5742886" y="697415"/>
                  </a:lnTo>
                  <a:lnTo>
                    <a:pt x="5743012" y="697415"/>
                  </a:lnTo>
                  <a:lnTo>
                    <a:pt x="5743138" y="697415"/>
                  </a:lnTo>
                  <a:lnTo>
                    <a:pt x="5743264" y="697415"/>
                  </a:lnTo>
                  <a:lnTo>
                    <a:pt x="5743391" y="697415"/>
                  </a:lnTo>
                  <a:lnTo>
                    <a:pt x="5743517" y="697415"/>
                  </a:lnTo>
                  <a:lnTo>
                    <a:pt x="5743643" y="697415"/>
                  </a:lnTo>
                  <a:lnTo>
                    <a:pt x="5743769" y="697415"/>
                  </a:lnTo>
                  <a:lnTo>
                    <a:pt x="5743896" y="697415"/>
                  </a:lnTo>
                  <a:lnTo>
                    <a:pt x="5744022" y="697415"/>
                  </a:lnTo>
                  <a:lnTo>
                    <a:pt x="5744148" y="697415"/>
                  </a:lnTo>
                  <a:lnTo>
                    <a:pt x="5744274" y="697415"/>
                  </a:lnTo>
                  <a:lnTo>
                    <a:pt x="5744401" y="697415"/>
                  </a:lnTo>
                  <a:lnTo>
                    <a:pt x="5744527" y="697415"/>
                  </a:lnTo>
                  <a:lnTo>
                    <a:pt x="5744653" y="697415"/>
                  </a:lnTo>
                  <a:lnTo>
                    <a:pt x="5744779" y="697415"/>
                  </a:lnTo>
                  <a:lnTo>
                    <a:pt x="5744906" y="697415"/>
                  </a:lnTo>
                  <a:lnTo>
                    <a:pt x="5745032" y="697415"/>
                  </a:lnTo>
                  <a:lnTo>
                    <a:pt x="5745158" y="697415"/>
                  </a:lnTo>
                  <a:lnTo>
                    <a:pt x="5745284" y="697415"/>
                  </a:lnTo>
                  <a:lnTo>
                    <a:pt x="5745411" y="697415"/>
                  </a:lnTo>
                  <a:lnTo>
                    <a:pt x="5745537" y="697415"/>
                  </a:lnTo>
                  <a:lnTo>
                    <a:pt x="5745663" y="697415"/>
                  </a:lnTo>
                  <a:lnTo>
                    <a:pt x="5745789" y="697415"/>
                  </a:lnTo>
                  <a:lnTo>
                    <a:pt x="5745916" y="697415"/>
                  </a:lnTo>
                  <a:lnTo>
                    <a:pt x="5746042" y="697415"/>
                  </a:lnTo>
                  <a:lnTo>
                    <a:pt x="5746168" y="697415"/>
                  </a:lnTo>
                  <a:lnTo>
                    <a:pt x="5746294" y="697415"/>
                  </a:lnTo>
                  <a:lnTo>
                    <a:pt x="5746421" y="697415"/>
                  </a:lnTo>
                  <a:lnTo>
                    <a:pt x="5746547" y="697415"/>
                  </a:lnTo>
                  <a:lnTo>
                    <a:pt x="5746673" y="697415"/>
                  </a:lnTo>
                  <a:lnTo>
                    <a:pt x="5746799" y="697415"/>
                  </a:lnTo>
                  <a:lnTo>
                    <a:pt x="5746926" y="697415"/>
                  </a:lnTo>
                  <a:lnTo>
                    <a:pt x="5747052" y="697415"/>
                  </a:lnTo>
                  <a:lnTo>
                    <a:pt x="5747178" y="697415"/>
                  </a:lnTo>
                  <a:lnTo>
                    <a:pt x="5747304" y="697415"/>
                  </a:lnTo>
                  <a:lnTo>
                    <a:pt x="5747431" y="697415"/>
                  </a:lnTo>
                  <a:lnTo>
                    <a:pt x="5747557" y="697415"/>
                  </a:lnTo>
                  <a:lnTo>
                    <a:pt x="5747683" y="697415"/>
                  </a:lnTo>
                  <a:lnTo>
                    <a:pt x="5747810" y="697415"/>
                  </a:lnTo>
                  <a:lnTo>
                    <a:pt x="5747936" y="697415"/>
                  </a:lnTo>
                  <a:lnTo>
                    <a:pt x="5748062" y="697415"/>
                  </a:lnTo>
                  <a:lnTo>
                    <a:pt x="5748188" y="697415"/>
                  </a:lnTo>
                  <a:lnTo>
                    <a:pt x="5748315" y="697415"/>
                  </a:lnTo>
                  <a:lnTo>
                    <a:pt x="5748441" y="697415"/>
                  </a:lnTo>
                  <a:lnTo>
                    <a:pt x="5748567" y="697415"/>
                  </a:lnTo>
                  <a:lnTo>
                    <a:pt x="5748693" y="697415"/>
                  </a:lnTo>
                  <a:lnTo>
                    <a:pt x="5748820" y="697415"/>
                  </a:lnTo>
                  <a:lnTo>
                    <a:pt x="5748946" y="697415"/>
                  </a:lnTo>
                  <a:lnTo>
                    <a:pt x="5749072" y="697415"/>
                  </a:lnTo>
                  <a:lnTo>
                    <a:pt x="5749198" y="697415"/>
                  </a:lnTo>
                  <a:lnTo>
                    <a:pt x="5749325" y="697415"/>
                  </a:lnTo>
                  <a:lnTo>
                    <a:pt x="5749451" y="697415"/>
                  </a:lnTo>
                  <a:lnTo>
                    <a:pt x="5749577" y="697415"/>
                  </a:lnTo>
                  <a:lnTo>
                    <a:pt x="5749703" y="697415"/>
                  </a:lnTo>
                  <a:lnTo>
                    <a:pt x="5749830" y="697415"/>
                  </a:lnTo>
                  <a:lnTo>
                    <a:pt x="5749956" y="697415"/>
                  </a:lnTo>
                  <a:lnTo>
                    <a:pt x="5750082" y="697415"/>
                  </a:lnTo>
                  <a:lnTo>
                    <a:pt x="5750082" y="692503"/>
                  </a:lnTo>
                  <a:lnTo>
                    <a:pt x="5750208" y="692503"/>
                  </a:lnTo>
                  <a:lnTo>
                    <a:pt x="5750335" y="692503"/>
                  </a:lnTo>
                  <a:lnTo>
                    <a:pt x="5750461" y="692503"/>
                  </a:lnTo>
                  <a:lnTo>
                    <a:pt x="5750587" y="692503"/>
                  </a:lnTo>
                  <a:lnTo>
                    <a:pt x="5750713" y="692503"/>
                  </a:lnTo>
                  <a:lnTo>
                    <a:pt x="5750840" y="692503"/>
                  </a:lnTo>
                  <a:lnTo>
                    <a:pt x="5750966" y="692503"/>
                  </a:lnTo>
                  <a:lnTo>
                    <a:pt x="5751092" y="692503"/>
                  </a:lnTo>
                  <a:lnTo>
                    <a:pt x="5751218" y="692503"/>
                  </a:lnTo>
                  <a:lnTo>
                    <a:pt x="5751345" y="692503"/>
                  </a:lnTo>
                  <a:lnTo>
                    <a:pt x="5751345" y="687592"/>
                  </a:lnTo>
                  <a:lnTo>
                    <a:pt x="5751471" y="687592"/>
                  </a:lnTo>
                  <a:lnTo>
                    <a:pt x="5751597" y="687592"/>
                  </a:lnTo>
                  <a:lnTo>
                    <a:pt x="5751723" y="687592"/>
                  </a:lnTo>
                  <a:lnTo>
                    <a:pt x="5751850" y="687592"/>
                  </a:lnTo>
                  <a:lnTo>
                    <a:pt x="5751976" y="687592"/>
                  </a:lnTo>
                  <a:lnTo>
                    <a:pt x="5752102" y="687592"/>
                  </a:lnTo>
                  <a:lnTo>
                    <a:pt x="5752228" y="687592"/>
                  </a:lnTo>
                  <a:lnTo>
                    <a:pt x="5752355" y="687592"/>
                  </a:lnTo>
                  <a:lnTo>
                    <a:pt x="5752481" y="687592"/>
                  </a:lnTo>
                  <a:lnTo>
                    <a:pt x="5752607" y="687592"/>
                  </a:lnTo>
                  <a:lnTo>
                    <a:pt x="5752734" y="687592"/>
                  </a:lnTo>
                  <a:lnTo>
                    <a:pt x="5752860" y="687592"/>
                  </a:lnTo>
                  <a:lnTo>
                    <a:pt x="5752986" y="687592"/>
                  </a:lnTo>
                  <a:lnTo>
                    <a:pt x="5753112" y="687592"/>
                  </a:lnTo>
                  <a:lnTo>
                    <a:pt x="5753239" y="687592"/>
                  </a:lnTo>
                  <a:lnTo>
                    <a:pt x="5753365" y="687592"/>
                  </a:lnTo>
                  <a:lnTo>
                    <a:pt x="5753491" y="687592"/>
                  </a:lnTo>
                  <a:lnTo>
                    <a:pt x="5753617" y="687592"/>
                  </a:lnTo>
                  <a:lnTo>
                    <a:pt x="5753744" y="687592"/>
                  </a:lnTo>
                  <a:lnTo>
                    <a:pt x="5753870" y="687592"/>
                  </a:lnTo>
                  <a:lnTo>
                    <a:pt x="5753996" y="687592"/>
                  </a:lnTo>
                  <a:lnTo>
                    <a:pt x="5754122" y="687592"/>
                  </a:lnTo>
                  <a:lnTo>
                    <a:pt x="5754249" y="687592"/>
                  </a:lnTo>
                  <a:lnTo>
                    <a:pt x="5754375" y="687592"/>
                  </a:lnTo>
                  <a:lnTo>
                    <a:pt x="5754501" y="687592"/>
                  </a:lnTo>
                  <a:lnTo>
                    <a:pt x="5754627" y="687592"/>
                  </a:lnTo>
                  <a:lnTo>
                    <a:pt x="5754754" y="687592"/>
                  </a:lnTo>
                  <a:lnTo>
                    <a:pt x="5754880" y="687592"/>
                  </a:lnTo>
                  <a:lnTo>
                    <a:pt x="5755006" y="687592"/>
                  </a:lnTo>
                  <a:lnTo>
                    <a:pt x="5755006" y="682681"/>
                  </a:lnTo>
                  <a:lnTo>
                    <a:pt x="5755132" y="682681"/>
                  </a:lnTo>
                  <a:lnTo>
                    <a:pt x="5755259" y="682681"/>
                  </a:lnTo>
                  <a:lnTo>
                    <a:pt x="5755385" y="682681"/>
                  </a:lnTo>
                  <a:lnTo>
                    <a:pt x="5755511" y="682681"/>
                  </a:lnTo>
                  <a:lnTo>
                    <a:pt x="5755637" y="682681"/>
                  </a:lnTo>
                  <a:lnTo>
                    <a:pt x="5755764" y="682681"/>
                  </a:lnTo>
                  <a:lnTo>
                    <a:pt x="5755890" y="682681"/>
                  </a:lnTo>
                  <a:lnTo>
                    <a:pt x="5756016" y="682681"/>
                  </a:lnTo>
                  <a:lnTo>
                    <a:pt x="5756142" y="682681"/>
                  </a:lnTo>
                  <a:lnTo>
                    <a:pt x="5756269" y="682681"/>
                  </a:lnTo>
                  <a:lnTo>
                    <a:pt x="5756395" y="682681"/>
                  </a:lnTo>
                  <a:lnTo>
                    <a:pt x="5756521" y="682681"/>
                  </a:lnTo>
                  <a:lnTo>
                    <a:pt x="5756647" y="682681"/>
                  </a:lnTo>
                  <a:lnTo>
                    <a:pt x="5756774" y="682681"/>
                  </a:lnTo>
                  <a:lnTo>
                    <a:pt x="5756900" y="682681"/>
                  </a:lnTo>
                  <a:lnTo>
                    <a:pt x="5757026" y="682681"/>
                  </a:lnTo>
                  <a:lnTo>
                    <a:pt x="5757152" y="682681"/>
                  </a:lnTo>
                  <a:lnTo>
                    <a:pt x="5757279" y="682681"/>
                  </a:lnTo>
                  <a:lnTo>
                    <a:pt x="5757405" y="682681"/>
                  </a:lnTo>
                  <a:lnTo>
                    <a:pt x="5757531" y="682681"/>
                  </a:lnTo>
                  <a:lnTo>
                    <a:pt x="5757657" y="682681"/>
                  </a:lnTo>
                  <a:lnTo>
                    <a:pt x="5757784" y="682681"/>
                  </a:lnTo>
                  <a:lnTo>
                    <a:pt x="5757910" y="682681"/>
                  </a:lnTo>
                  <a:lnTo>
                    <a:pt x="5758036" y="682681"/>
                  </a:lnTo>
                  <a:lnTo>
                    <a:pt x="5758163" y="682681"/>
                  </a:lnTo>
                  <a:lnTo>
                    <a:pt x="5758289" y="682681"/>
                  </a:lnTo>
                  <a:lnTo>
                    <a:pt x="5758415" y="682681"/>
                  </a:lnTo>
                  <a:lnTo>
                    <a:pt x="5758541" y="682681"/>
                  </a:lnTo>
                  <a:lnTo>
                    <a:pt x="5758668" y="682681"/>
                  </a:lnTo>
                  <a:lnTo>
                    <a:pt x="5758794" y="682681"/>
                  </a:lnTo>
                  <a:lnTo>
                    <a:pt x="5758920" y="682681"/>
                  </a:lnTo>
                  <a:lnTo>
                    <a:pt x="5759046" y="682681"/>
                  </a:lnTo>
                  <a:lnTo>
                    <a:pt x="5759173" y="682681"/>
                  </a:lnTo>
                  <a:lnTo>
                    <a:pt x="5759299" y="682681"/>
                  </a:lnTo>
                  <a:lnTo>
                    <a:pt x="5759425" y="682681"/>
                  </a:lnTo>
                  <a:lnTo>
                    <a:pt x="5759551" y="682681"/>
                  </a:lnTo>
                  <a:lnTo>
                    <a:pt x="5759678" y="682681"/>
                  </a:lnTo>
                  <a:lnTo>
                    <a:pt x="5759804" y="682681"/>
                  </a:lnTo>
                  <a:lnTo>
                    <a:pt x="5759930" y="682681"/>
                  </a:lnTo>
                  <a:lnTo>
                    <a:pt x="5760056" y="682681"/>
                  </a:lnTo>
                  <a:lnTo>
                    <a:pt x="5760183" y="682681"/>
                  </a:lnTo>
                  <a:lnTo>
                    <a:pt x="5760309" y="682681"/>
                  </a:lnTo>
                  <a:lnTo>
                    <a:pt x="5760435" y="682681"/>
                  </a:lnTo>
                  <a:lnTo>
                    <a:pt x="5760561" y="682681"/>
                  </a:lnTo>
                  <a:lnTo>
                    <a:pt x="5760688" y="682681"/>
                  </a:lnTo>
                  <a:lnTo>
                    <a:pt x="5760688" y="677769"/>
                  </a:lnTo>
                  <a:lnTo>
                    <a:pt x="5760814" y="677769"/>
                  </a:lnTo>
                  <a:lnTo>
                    <a:pt x="5760940" y="677769"/>
                  </a:lnTo>
                  <a:lnTo>
                    <a:pt x="5761066" y="677769"/>
                  </a:lnTo>
                  <a:lnTo>
                    <a:pt x="5761193" y="677769"/>
                  </a:lnTo>
                  <a:lnTo>
                    <a:pt x="5761319" y="677769"/>
                  </a:lnTo>
                  <a:lnTo>
                    <a:pt x="5761445" y="677769"/>
                  </a:lnTo>
                  <a:lnTo>
                    <a:pt x="5761571" y="677769"/>
                  </a:lnTo>
                  <a:lnTo>
                    <a:pt x="5761698" y="677769"/>
                  </a:lnTo>
                  <a:lnTo>
                    <a:pt x="5761824" y="677769"/>
                  </a:lnTo>
                  <a:lnTo>
                    <a:pt x="5761950" y="677769"/>
                  </a:lnTo>
                  <a:lnTo>
                    <a:pt x="5762076" y="677769"/>
                  </a:lnTo>
                  <a:lnTo>
                    <a:pt x="5762203" y="677769"/>
                  </a:lnTo>
                  <a:lnTo>
                    <a:pt x="5762329" y="677769"/>
                  </a:lnTo>
                  <a:lnTo>
                    <a:pt x="5762455" y="677769"/>
                  </a:lnTo>
                  <a:lnTo>
                    <a:pt x="5762581" y="677769"/>
                  </a:lnTo>
                  <a:lnTo>
                    <a:pt x="5762708" y="677769"/>
                  </a:lnTo>
                  <a:lnTo>
                    <a:pt x="5762834" y="677769"/>
                  </a:lnTo>
                  <a:lnTo>
                    <a:pt x="5762960" y="677769"/>
                  </a:lnTo>
                  <a:lnTo>
                    <a:pt x="5763087" y="677769"/>
                  </a:lnTo>
                  <a:lnTo>
                    <a:pt x="5763213" y="677769"/>
                  </a:lnTo>
                  <a:lnTo>
                    <a:pt x="5763339" y="677769"/>
                  </a:lnTo>
                  <a:lnTo>
                    <a:pt x="5763465" y="677769"/>
                  </a:lnTo>
                  <a:lnTo>
                    <a:pt x="5763592" y="677769"/>
                  </a:lnTo>
                  <a:lnTo>
                    <a:pt x="5763718" y="677769"/>
                  </a:lnTo>
                  <a:lnTo>
                    <a:pt x="5763844" y="677769"/>
                  </a:lnTo>
                  <a:lnTo>
                    <a:pt x="5763970" y="677769"/>
                  </a:lnTo>
                  <a:lnTo>
                    <a:pt x="5763970" y="672858"/>
                  </a:lnTo>
                  <a:lnTo>
                    <a:pt x="5764097" y="672858"/>
                  </a:lnTo>
                  <a:lnTo>
                    <a:pt x="5764223" y="672858"/>
                  </a:lnTo>
                  <a:lnTo>
                    <a:pt x="5764349" y="672858"/>
                  </a:lnTo>
                  <a:lnTo>
                    <a:pt x="5764475" y="672858"/>
                  </a:lnTo>
                  <a:lnTo>
                    <a:pt x="5764602" y="672858"/>
                  </a:lnTo>
                  <a:lnTo>
                    <a:pt x="5764728" y="672858"/>
                  </a:lnTo>
                  <a:lnTo>
                    <a:pt x="5764854" y="672858"/>
                  </a:lnTo>
                  <a:lnTo>
                    <a:pt x="5764980" y="672858"/>
                  </a:lnTo>
                  <a:lnTo>
                    <a:pt x="5765107" y="672858"/>
                  </a:lnTo>
                  <a:lnTo>
                    <a:pt x="5765233" y="672858"/>
                  </a:lnTo>
                  <a:lnTo>
                    <a:pt x="5765359" y="672858"/>
                  </a:lnTo>
                  <a:lnTo>
                    <a:pt x="5765485" y="672858"/>
                  </a:lnTo>
                  <a:lnTo>
                    <a:pt x="5765612" y="672858"/>
                  </a:lnTo>
                  <a:lnTo>
                    <a:pt x="5765738" y="672858"/>
                  </a:lnTo>
                  <a:lnTo>
                    <a:pt x="5765864" y="672858"/>
                  </a:lnTo>
                  <a:lnTo>
                    <a:pt x="5765990" y="672858"/>
                  </a:lnTo>
                  <a:lnTo>
                    <a:pt x="5766117" y="672858"/>
                  </a:lnTo>
                  <a:lnTo>
                    <a:pt x="5766243" y="672858"/>
                  </a:lnTo>
                  <a:lnTo>
                    <a:pt x="5766243" y="667946"/>
                  </a:lnTo>
                  <a:lnTo>
                    <a:pt x="5766369" y="667946"/>
                  </a:lnTo>
                  <a:lnTo>
                    <a:pt x="5766495" y="667946"/>
                  </a:lnTo>
                  <a:lnTo>
                    <a:pt x="5766622" y="667946"/>
                  </a:lnTo>
                  <a:lnTo>
                    <a:pt x="5766748" y="667946"/>
                  </a:lnTo>
                  <a:lnTo>
                    <a:pt x="5766874" y="667946"/>
                  </a:lnTo>
                  <a:lnTo>
                    <a:pt x="5767000" y="667946"/>
                  </a:lnTo>
                  <a:lnTo>
                    <a:pt x="5767127" y="667946"/>
                  </a:lnTo>
                  <a:lnTo>
                    <a:pt x="5767253" y="667946"/>
                  </a:lnTo>
                  <a:lnTo>
                    <a:pt x="5767379" y="667946"/>
                  </a:lnTo>
                  <a:lnTo>
                    <a:pt x="5767505" y="667946"/>
                  </a:lnTo>
                  <a:lnTo>
                    <a:pt x="5767632" y="667946"/>
                  </a:lnTo>
                  <a:lnTo>
                    <a:pt x="5767758" y="667946"/>
                  </a:lnTo>
                  <a:lnTo>
                    <a:pt x="5767884" y="667946"/>
                  </a:lnTo>
                  <a:lnTo>
                    <a:pt x="5768011" y="667946"/>
                  </a:lnTo>
                  <a:lnTo>
                    <a:pt x="5768137" y="667946"/>
                  </a:lnTo>
                  <a:lnTo>
                    <a:pt x="5768263" y="667946"/>
                  </a:lnTo>
                  <a:lnTo>
                    <a:pt x="5768389" y="667946"/>
                  </a:lnTo>
                  <a:lnTo>
                    <a:pt x="5768516" y="667946"/>
                  </a:lnTo>
                  <a:lnTo>
                    <a:pt x="5768642" y="667946"/>
                  </a:lnTo>
                  <a:lnTo>
                    <a:pt x="5768768" y="667946"/>
                  </a:lnTo>
                  <a:lnTo>
                    <a:pt x="5768894" y="667946"/>
                  </a:lnTo>
                  <a:lnTo>
                    <a:pt x="5769021" y="667946"/>
                  </a:lnTo>
                  <a:lnTo>
                    <a:pt x="5769147" y="667946"/>
                  </a:lnTo>
                  <a:lnTo>
                    <a:pt x="5769273" y="667946"/>
                  </a:lnTo>
                  <a:lnTo>
                    <a:pt x="5769399" y="667946"/>
                  </a:lnTo>
                  <a:lnTo>
                    <a:pt x="5769526" y="667946"/>
                  </a:lnTo>
                  <a:lnTo>
                    <a:pt x="5769652" y="667946"/>
                  </a:lnTo>
                  <a:lnTo>
                    <a:pt x="5769778" y="667946"/>
                  </a:lnTo>
                  <a:lnTo>
                    <a:pt x="5769904" y="667946"/>
                  </a:lnTo>
                  <a:lnTo>
                    <a:pt x="5770031" y="667946"/>
                  </a:lnTo>
                  <a:lnTo>
                    <a:pt x="5770157" y="667946"/>
                  </a:lnTo>
                  <a:lnTo>
                    <a:pt x="5770283" y="667946"/>
                  </a:lnTo>
                  <a:lnTo>
                    <a:pt x="5770409" y="667946"/>
                  </a:lnTo>
                  <a:lnTo>
                    <a:pt x="5770536" y="667946"/>
                  </a:lnTo>
                  <a:lnTo>
                    <a:pt x="5770662" y="667946"/>
                  </a:lnTo>
                  <a:lnTo>
                    <a:pt x="5770788" y="667946"/>
                  </a:lnTo>
                  <a:lnTo>
                    <a:pt x="5770914" y="667946"/>
                  </a:lnTo>
                  <a:lnTo>
                    <a:pt x="5771041" y="667946"/>
                  </a:lnTo>
                  <a:lnTo>
                    <a:pt x="5771167" y="667946"/>
                  </a:lnTo>
                  <a:lnTo>
                    <a:pt x="5771293" y="667946"/>
                  </a:lnTo>
                  <a:lnTo>
                    <a:pt x="5771419" y="667946"/>
                  </a:lnTo>
                  <a:lnTo>
                    <a:pt x="5771546" y="667946"/>
                  </a:lnTo>
                  <a:lnTo>
                    <a:pt x="5771672" y="667946"/>
                  </a:lnTo>
                  <a:lnTo>
                    <a:pt x="5771798" y="667946"/>
                  </a:lnTo>
                  <a:lnTo>
                    <a:pt x="5771924" y="667946"/>
                  </a:lnTo>
                  <a:lnTo>
                    <a:pt x="5772051" y="667946"/>
                  </a:lnTo>
                  <a:lnTo>
                    <a:pt x="5772177" y="667946"/>
                  </a:lnTo>
                  <a:lnTo>
                    <a:pt x="5772303" y="667946"/>
                  </a:lnTo>
                  <a:lnTo>
                    <a:pt x="5772429" y="667946"/>
                  </a:lnTo>
                  <a:lnTo>
                    <a:pt x="5772556" y="667946"/>
                  </a:lnTo>
                  <a:lnTo>
                    <a:pt x="5772682" y="667946"/>
                  </a:lnTo>
                  <a:lnTo>
                    <a:pt x="5772808" y="667946"/>
                  </a:lnTo>
                  <a:lnTo>
                    <a:pt x="5772934" y="667946"/>
                  </a:lnTo>
                  <a:lnTo>
                    <a:pt x="5773061" y="667946"/>
                  </a:lnTo>
                  <a:lnTo>
                    <a:pt x="5773187" y="667946"/>
                  </a:lnTo>
                  <a:lnTo>
                    <a:pt x="5773313" y="667946"/>
                  </a:lnTo>
                  <a:lnTo>
                    <a:pt x="5773440" y="667946"/>
                  </a:lnTo>
                  <a:lnTo>
                    <a:pt x="5773566" y="667946"/>
                  </a:lnTo>
                  <a:lnTo>
                    <a:pt x="5773692" y="667946"/>
                  </a:lnTo>
                  <a:lnTo>
                    <a:pt x="5773818" y="667946"/>
                  </a:lnTo>
                  <a:lnTo>
                    <a:pt x="5773945" y="667946"/>
                  </a:lnTo>
                  <a:lnTo>
                    <a:pt x="5774071" y="667946"/>
                  </a:lnTo>
                  <a:lnTo>
                    <a:pt x="5774197" y="667946"/>
                  </a:lnTo>
                  <a:lnTo>
                    <a:pt x="5774323" y="667946"/>
                  </a:lnTo>
                  <a:lnTo>
                    <a:pt x="5774450" y="667946"/>
                  </a:lnTo>
                  <a:lnTo>
                    <a:pt x="5774576" y="667946"/>
                  </a:lnTo>
                  <a:lnTo>
                    <a:pt x="5774702" y="667946"/>
                  </a:lnTo>
                  <a:lnTo>
                    <a:pt x="5774828" y="667946"/>
                  </a:lnTo>
                  <a:lnTo>
                    <a:pt x="5774955" y="667946"/>
                  </a:lnTo>
                  <a:lnTo>
                    <a:pt x="5775081" y="667946"/>
                  </a:lnTo>
                  <a:lnTo>
                    <a:pt x="5775207" y="667946"/>
                  </a:lnTo>
                  <a:lnTo>
                    <a:pt x="5775333" y="667946"/>
                  </a:lnTo>
                  <a:lnTo>
                    <a:pt x="5775460" y="667946"/>
                  </a:lnTo>
                  <a:lnTo>
                    <a:pt x="5775586" y="667946"/>
                  </a:lnTo>
                  <a:lnTo>
                    <a:pt x="5775712" y="667946"/>
                  </a:lnTo>
                  <a:lnTo>
                    <a:pt x="5775838" y="667946"/>
                  </a:lnTo>
                  <a:lnTo>
                    <a:pt x="5775965" y="667946"/>
                  </a:lnTo>
                  <a:lnTo>
                    <a:pt x="5776091" y="667946"/>
                  </a:lnTo>
                  <a:lnTo>
                    <a:pt x="5776217" y="667946"/>
                  </a:lnTo>
                  <a:lnTo>
                    <a:pt x="5776343" y="667946"/>
                  </a:lnTo>
                  <a:lnTo>
                    <a:pt x="5776470" y="667946"/>
                  </a:lnTo>
                  <a:lnTo>
                    <a:pt x="5776596" y="667946"/>
                  </a:lnTo>
                  <a:lnTo>
                    <a:pt x="5776722" y="667946"/>
                  </a:lnTo>
                  <a:lnTo>
                    <a:pt x="5776848" y="667946"/>
                  </a:lnTo>
                  <a:lnTo>
                    <a:pt x="5776975" y="667946"/>
                  </a:lnTo>
                  <a:lnTo>
                    <a:pt x="5777101" y="667946"/>
                  </a:lnTo>
                  <a:lnTo>
                    <a:pt x="5777227" y="667946"/>
                  </a:lnTo>
                  <a:lnTo>
                    <a:pt x="5777353" y="667946"/>
                  </a:lnTo>
                  <a:lnTo>
                    <a:pt x="5777480" y="667946"/>
                  </a:lnTo>
                  <a:lnTo>
                    <a:pt x="5777606" y="667946"/>
                  </a:lnTo>
                  <a:lnTo>
                    <a:pt x="5777732" y="667946"/>
                  </a:lnTo>
                  <a:lnTo>
                    <a:pt x="5777858" y="667946"/>
                  </a:lnTo>
                  <a:lnTo>
                    <a:pt x="5777985" y="667946"/>
                  </a:lnTo>
                  <a:lnTo>
                    <a:pt x="5778111" y="667946"/>
                  </a:lnTo>
                  <a:lnTo>
                    <a:pt x="5778237" y="667946"/>
                  </a:lnTo>
                  <a:lnTo>
                    <a:pt x="5778364" y="667946"/>
                  </a:lnTo>
                  <a:lnTo>
                    <a:pt x="5778490" y="667946"/>
                  </a:lnTo>
                  <a:lnTo>
                    <a:pt x="5778616" y="667946"/>
                  </a:lnTo>
                  <a:lnTo>
                    <a:pt x="5778742" y="667946"/>
                  </a:lnTo>
                  <a:lnTo>
                    <a:pt x="5778869" y="667946"/>
                  </a:lnTo>
                  <a:lnTo>
                    <a:pt x="5778995" y="667946"/>
                  </a:lnTo>
                  <a:lnTo>
                    <a:pt x="5779121" y="667946"/>
                  </a:lnTo>
                  <a:lnTo>
                    <a:pt x="5779247" y="667946"/>
                  </a:lnTo>
                  <a:lnTo>
                    <a:pt x="5779374" y="667946"/>
                  </a:lnTo>
                  <a:lnTo>
                    <a:pt x="5779500" y="667946"/>
                  </a:lnTo>
                  <a:lnTo>
                    <a:pt x="5779626" y="667946"/>
                  </a:lnTo>
                  <a:lnTo>
                    <a:pt x="5779752" y="667946"/>
                  </a:lnTo>
                  <a:lnTo>
                    <a:pt x="5779879" y="667946"/>
                  </a:lnTo>
                  <a:lnTo>
                    <a:pt x="5780005" y="667946"/>
                  </a:lnTo>
                  <a:lnTo>
                    <a:pt x="5780131" y="667946"/>
                  </a:lnTo>
                  <a:lnTo>
                    <a:pt x="5780257" y="667946"/>
                  </a:lnTo>
                  <a:lnTo>
                    <a:pt x="5780384" y="667946"/>
                  </a:lnTo>
                  <a:lnTo>
                    <a:pt x="5780510" y="667946"/>
                  </a:lnTo>
                  <a:lnTo>
                    <a:pt x="5780636" y="667946"/>
                  </a:lnTo>
                  <a:lnTo>
                    <a:pt x="5780762" y="667946"/>
                  </a:lnTo>
                  <a:lnTo>
                    <a:pt x="5780889" y="667946"/>
                  </a:lnTo>
                  <a:lnTo>
                    <a:pt x="5781015" y="667946"/>
                  </a:lnTo>
                  <a:lnTo>
                    <a:pt x="5781141" y="667946"/>
                  </a:lnTo>
                  <a:lnTo>
                    <a:pt x="5781267" y="667946"/>
                  </a:lnTo>
                  <a:lnTo>
                    <a:pt x="5781394" y="667946"/>
                  </a:lnTo>
                  <a:lnTo>
                    <a:pt x="5781520" y="667946"/>
                  </a:lnTo>
                  <a:lnTo>
                    <a:pt x="5781646" y="667946"/>
                  </a:lnTo>
                  <a:lnTo>
                    <a:pt x="5781772" y="667946"/>
                  </a:lnTo>
                  <a:lnTo>
                    <a:pt x="5781899" y="667946"/>
                  </a:lnTo>
                  <a:lnTo>
                    <a:pt x="5782025" y="667946"/>
                  </a:lnTo>
                  <a:lnTo>
                    <a:pt x="5782151" y="667946"/>
                  </a:lnTo>
                  <a:lnTo>
                    <a:pt x="5782277" y="667946"/>
                  </a:lnTo>
                  <a:lnTo>
                    <a:pt x="5782404" y="667946"/>
                  </a:lnTo>
                  <a:lnTo>
                    <a:pt x="5782530" y="667946"/>
                  </a:lnTo>
                  <a:lnTo>
                    <a:pt x="5782656" y="667946"/>
                  </a:lnTo>
                  <a:lnTo>
                    <a:pt x="5782782" y="667946"/>
                  </a:lnTo>
                  <a:lnTo>
                    <a:pt x="5782909" y="667946"/>
                  </a:lnTo>
                  <a:lnTo>
                    <a:pt x="5783035" y="667946"/>
                  </a:lnTo>
                  <a:lnTo>
                    <a:pt x="5783161" y="667946"/>
                  </a:lnTo>
                  <a:lnTo>
                    <a:pt x="5783287" y="667946"/>
                  </a:lnTo>
                  <a:lnTo>
                    <a:pt x="5783414" y="667946"/>
                  </a:lnTo>
                  <a:lnTo>
                    <a:pt x="5783540" y="667946"/>
                  </a:lnTo>
                  <a:lnTo>
                    <a:pt x="5783666" y="667946"/>
                  </a:lnTo>
                  <a:lnTo>
                    <a:pt x="5783793" y="667946"/>
                  </a:lnTo>
                  <a:lnTo>
                    <a:pt x="5783919" y="667946"/>
                  </a:lnTo>
                  <a:lnTo>
                    <a:pt x="5784045" y="667946"/>
                  </a:lnTo>
                  <a:lnTo>
                    <a:pt x="5784171" y="667946"/>
                  </a:lnTo>
                  <a:lnTo>
                    <a:pt x="5784298" y="667946"/>
                  </a:lnTo>
                  <a:lnTo>
                    <a:pt x="5784424" y="667946"/>
                  </a:lnTo>
                  <a:lnTo>
                    <a:pt x="5784550" y="667946"/>
                  </a:lnTo>
                  <a:lnTo>
                    <a:pt x="5784676" y="667946"/>
                  </a:lnTo>
                  <a:lnTo>
                    <a:pt x="5784803" y="667946"/>
                  </a:lnTo>
                  <a:lnTo>
                    <a:pt x="5784929" y="667946"/>
                  </a:lnTo>
                  <a:lnTo>
                    <a:pt x="5785055" y="667946"/>
                  </a:lnTo>
                  <a:lnTo>
                    <a:pt x="5785181" y="667946"/>
                  </a:lnTo>
                  <a:lnTo>
                    <a:pt x="5785308" y="667946"/>
                  </a:lnTo>
                  <a:lnTo>
                    <a:pt x="5785434" y="667946"/>
                  </a:lnTo>
                  <a:lnTo>
                    <a:pt x="5785560" y="667946"/>
                  </a:lnTo>
                  <a:lnTo>
                    <a:pt x="5785686" y="667946"/>
                  </a:lnTo>
                  <a:lnTo>
                    <a:pt x="5785813" y="667946"/>
                  </a:lnTo>
                  <a:lnTo>
                    <a:pt x="5785939" y="667946"/>
                  </a:lnTo>
                  <a:lnTo>
                    <a:pt x="5786065" y="667946"/>
                  </a:lnTo>
                  <a:lnTo>
                    <a:pt x="5786191" y="667946"/>
                  </a:lnTo>
                  <a:lnTo>
                    <a:pt x="5786318" y="667946"/>
                  </a:lnTo>
                  <a:lnTo>
                    <a:pt x="5786444" y="667946"/>
                  </a:lnTo>
                  <a:lnTo>
                    <a:pt x="5786570" y="667946"/>
                  </a:lnTo>
                  <a:lnTo>
                    <a:pt x="5786696" y="667946"/>
                  </a:lnTo>
                  <a:lnTo>
                    <a:pt x="5786823" y="667946"/>
                  </a:lnTo>
                  <a:lnTo>
                    <a:pt x="5786949" y="667946"/>
                  </a:lnTo>
                  <a:lnTo>
                    <a:pt x="5787075" y="667946"/>
                  </a:lnTo>
                  <a:lnTo>
                    <a:pt x="5787201" y="667946"/>
                  </a:lnTo>
                  <a:lnTo>
                    <a:pt x="5787328" y="667946"/>
                  </a:lnTo>
                  <a:lnTo>
                    <a:pt x="5787454" y="667946"/>
                  </a:lnTo>
                  <a:lnTo>
                    <a:pt x="5787580" y="667946"/>
                  </a:lnTo>
                  <a:lnTo>
                    <a:pt x="5787706" y="667946"/>
                  </a:lnTo>
                  <a:lnTo>
                    <a:pt x="5787833" y="667946"/>
                  </a:lnTo>
                  <a:lnTo>
                    <a:pt x="5787959" y="667946"/>
                  </a:lnTo>
                  <a:lnTo>
                    <a:pt x="5788085" y="667946"/>
                  </a:lnTo>
                  <a:lnTo>
                    <a:pt x="5788211" y="667946"/>
                  </a:lnTo>
                  <a:lnTo>
                    <a:pt x="5788338" y="667946"/>
                  </a:lnTo>
                  <a:lnTo>
                    <a:pt x="5788464" y="667946"/>
                  </a:lnTo>
                  <a:lnTo>
                    <a:pt x="5788590" y="667946"/>
                  </a:lnTo>
                  <a:lnTo>
                    <a:pt x="5788717" y="667946"/>
                  </a:lnTo>
                  <a:lnTo>
                    <a:pt x="5788843" y="667946"/>
                  </a:lnTo>
                  <a:lnTo>
                    <a:pt x="5788969" y="667946"/>
                  </a:lnTo>
                  <a:lnTo>
                    <a:pt x="5789095" y="667946"/>
                  </a:lnTo>
                  <a:lnTo>
                    <a:pt x="5789222" y="667946"/>
                  </a:lnTo>
                  <a:lnTo>
                    <a:pt x="5789348" y="667946"/>
                  </a:lnTo>
                  <a:lnTo>
                    <a:pt x="5789474" y="667946"/>
                  </a:lnTo>
                  <a:lnTo>
                    <a:pt x="5789600" y="667946"/>
                  </a:lnTo>
                  <a:lnTo>
                    <a:pt x="5789727" y="667946"/>
                  </a:lnTo>
                  <a:lnTo>
                    <a:pt x="5789853" y="667946"/>
                  </a:lnTo>
                  <a:lnTo>
                    <a:pt x="5789979" y="667946"/>
                  </a:lnTo>
                  <a:lnTo>
                    <a:pt x="5790105" y="667946"/>
                  </a:lnTo>
                  <a:lnTo>
                    <a:pt x="5790232" y="667946"/>
                  </a:lnTo>
                  <a:lnTo>
                    <a:pt x="5790358" y="667946"/>
                  </a:lnTo>
                  <a:lnTo>
                    <a:pt x="5790484" y="667946"/>
                  </a:lnTo>
                  <a:lnTo>
                    <a:pt x="5790484" y="663035"/>
                  </a:lnTo>
                  <a:lnTo>
                    <a:pt x="5790610" y="663035"/>
                  </a:lnTo>
                  <a:lnTo>
                    <a:pt x="5790737" y="663035"/>
                  </a:lnTo>
                  <a:lnTo>
                    <a:pt x="5790863" y="663035"/>
                  </a:lnTo>
                  <a:lnTo>
                    <a:pt x="5790989" y="663035"/>
                  </a:lnTo>
                  <a:lnTo>
                    <a:pt x="5791115" y="663035"/>
                  </a:lnTo>
                  <a:lnTo>
                    <a:pt x="5791242" y="663035"/>
                  </a:lnTo>
                  <a:lnTo>
                    <a:pt x="5791368" y="663035"/>
                  </a:lnTo>
                  <a:lnTo>
                    <a:pt x="5791494" y="663035"/>
                  </a:lnTo>
                  <a:lnTo>
                    <a:pt x="5791620" y="663035"/>
                  </a:lnTo>
                  <a:lnTo>
                    <a:pt x="5791747" y="663035"/>
                  </a:lnTo>
                  <a:lnTo>
                    <a:pt x="5791873" y="663035"/>
                  </a:lnTo>
                  <a:lnTo>
                    <a:pt x="5791999" y="663035"/>
                  </a:lnTo>
                  <a:lnTo>
                    <a:pt x="5792125" y="663035"/>
                  </a:lnTo>
                  <a:lnTo>
                    <a:pt x="5792252" y="663035"/>
                  </a:lnTo>
                  <a:lnTo>
                    <a:pt x="5792378" y="663035"/>
                  </a:lnTo>
                  <a:lnTo>
                    <a:pt x="5792504" y="663035"/>
                  </a:lnTo>
                  <a:lnTo>
                    <a:pt x="5792630" y="663035"/>
                  </a:lnTo>
                  <a:lnTo>
                    <a:pt x="5792757" y="663035"/>
                  </a:lnTo>
                  <a:lnTo>
                    <a:pt x="5792883" y="663035"/>
                  </a:lnTo>
                  <a:lnTo>
                    <a:pt x="5793009" y="663035"/>
                  </a:lnTo>
                  <a:lnTo>
                    <a:pt x="5793135" y="663035"/>
                  </a:lnTo>
                  <a:lnTo>
                    <a:pt x="5793262" y="663035"/>
                  </a:lnTo>
                  <a:lnTo>
                    <a:pt x="5793388" y="663035"/>
                  </a:lnTo>
                  <a:lnTo>
                    <a:pt x="5793514" y="663035"/>
                  </a:lnTo>
                  <a:lnTo>
                    <a:pt x="5793640" y="663035"/>
                  </a:lnTo>
                  <a:lnTo>
                    <a:pt x="5793767" y="663035"/>
                  </a:lnTo>
                  <a:lnTo>
                    <a:pt x="5793893" y="663035"/>
                  </a:lnTo>
                  <a:lnTo>
                    <a:pt x="5794019" y="663035"/>
                  </a:lnTo>
                  <a:lnTo>
                    <a:pt x="5794146" y="663035"/>
                  </a:lnTo>
                  <a:lnTo>
                    <a:pt x="5794272" y="663035"/>
                  </a:lnTo>
                  <a:lnTo>
                    <a:pt x="5794398" y="663035"/>
                  </a:lnTo>
                  <a:lnTo>
                    <a:pt x="5794524" y="663035"/>
                  </a:lnTo>
                  <a:lnTo>
                    <a:pt x="5794651" y="663035"/>
                  </a:lnTo>
                  <a:lnTo>
                    <a:pt x="5794777" y="663035"/>
                  </a:lnTo>
                  <a:lnTo>
                    <a:pt x="5794903" y="663035"/>
                  </a:lnTo>
                  <a:lnTo>
                    <a:pt x="5795029" y="663035"/>
                  </a:lnTo>
                  <a:lnTo>
                    <a:pt x="5795156" y="663035"/>
                  </a:lnTo>
                  <a:lnTo>
                    <a:pt x="5795282" y="663035"/>
                  </a:lnTo>
                  <a:lnTo>
                    <a:pt x="5795408" y="663035"/>
                  </a:lnTo>
                  <a:lnTo>
                    <a:pt x="5795534" y="663035"/>
                  </a:lnTo>
                  <a:lnTo>
                    <a:pt x="5795661" y="663035"/>
                  </a:lnTo>
                  <a:lnTo>
                    <a:pt x="5795787" y="663035"/>
                  </a:lnTo>
                  <a:lnTo>
                    <a:pt x="5795913" y="663035"/>
                  </a:lnTo>
                  <a:lnTo>
                    <a:pt x="5796039" y="663035"/>
                  </a:lnTo>
                  <a:lnTo>
                    <a:pt x="5796166" y="663035"/>
                  </a:lnTo>
                  <a:lnTo>
                    <a:pt x="5796292" y="663035"/>
                  </a:lnTo>
                  <a:lnTo>
                    <a:pt x="5796418" y="663035"/>
                  </a:lnTo>
                  <a:lnTo>
                    <a:pt x="5796544" y="663035"/>
                  </a:lnTo>
                  <a:lnTo>
                    <a:pt x="5796671" y="663035"/>
                  </a:lnTo>
                  <a:lnTo>
                    <a:pt x="5796797" y="663035"/>
                  </a:lnTo>
                  <a:lnTo>
                    <a:pt x="5796923" y="663035"/>
                  </a:lnTo>
                  <a:lnTo>
                    <a:pt x="5797049" y="663035"/>
                  </a:lnTo>
                  <a:lnTo>
                    <a:pt x="5797176" y="663035"/>
                  </a:lnTo>
                  <a:lnTo>
                    <a:pt x="5797302" y="663035"/>
                  </a:lnTo>
                  <a:lnTo>
                    <a:pt x="5797428" y="663035"/>
                  </a:lnTo>
                  <a:lnTo>
                    <a:pt x="5797554" y="663035"/>
                  </a:lnTo>
                  <a:lnTo>
                    <a:pt x="5797681" y="663035"/>
                  </a:lnTo>
                  <a:lnTo>
                    <a:pt x="5797807" y="663035"/>
                  </a:lnTo>
                  <a:lnTo>
                    <a:pt x="5797933" y="663035"/>
                  </a:lnTo>
                  <a:lnTo>
                    <a:pt x="5798059" y="663035"/>
                  </a:lnTo>
                  <a:lnTo>
                    <a:pt x="5798186" y="663035"/>
                  </a:lnTo>
                  <a:lnTo>
                    <a:pt x="5798312" y="663035"/>
                  </a:lnTo>
                  <a:lnTo>
                    <a:pt x="5798438" y="663035"/>
                  </a:lnTo>
                  <a:lnTo>
                    <a:pt x="5798564" y="663035"/>
                  </a:lnTo>
                  <a:lnTo>
                    <a:pt x="5798691" y="663035"/>
                  </a:lnTo>
                  <a:lnTo>
                    <a:pt x="5798817" y="663035"/>
                  </a:lnTo>
                  <a:lnTo>
                    <a:pt x="5798943" y="663035"/>
                  </a:lnTo>
                  <a:lnTo>
                    <a:pt x="5799070" y="663035"/>
                  </a:lnTo>
                  <a:lnTo>
                    <a:pt x="5799196" y="663035"/>
                  </a:lnTo>
                  <a:lnTo>
                    <a:pt x="5799322" y="663035"/>
                  </a:lnTo>
                  <a:lnTo>
                    <a:pt x="5799448" y="663035"/>
                  </a:lnTo>
                  <a:lnTo>
                    <a:pt x="5799448" y="658124"/>
                  </a:lnTo>
                  <a:lnTo>
                    <a:pt x="5799575" y="658124"/>
                  </a:lnTo>
                  <a:lnTo>
                    <a:pt x="5799701" y="658124"/>
                  </a:lnTo>
                  <a:lnTo>
                    <a:pt x="5799827" y="658124"/>
                  </a:lnTo>
                  <a:lnTo>
                    <a:pt x="5799953" y="658124"/>
                  </a:lnTo>
                  <a:lnTo>
                    <a:pt x="5800080" y="658124"/>
                  </a:lnTo>
                  <a:lnTo>
                    <a:pt x="5800206" y="658124"/>
                  </a:lnTo>
                  <a:lnTo>
                    <a:pt x="5800332" y="658124"/>
                  </a:lnTo>
                  <a:lnTo>
                    <a:pt x="5800458" y="658124"/>
                  </a:lnTo>
                  <a:lnTo>
                    <a:pt x="5800585" y="658124"/>
                  </a:lnTo>
                  <a:lnTo>
                    <a:pt x="5800711" y="658124"/>
                  </a:lnTo>
                  <a:lnTo>
                    <a:pt x="5800837" y="658124"/>
                  </a:lnTo>
                  <a:lnTo>
                    <a:pt x="5800963" y="658124"/>
                  </a:lnTo>
                  <a:lnTo>
                    <a:pt x="5801090" y="658124"/>
                  </a:lnTo>
                  <a:lnTo>
                    <a:pt x="5801216" y="658124"/>
                  </a:lnTo>
                  <a:lnTo>
                    <a:pt x="5801342" y="658124"/>
                  </a:lnTo>
                  <a:lnTo>
                    <a:pt x="5801468" y="658124"/>
                  </a:lnTo>
                  <a:lnTo>
                    <a:pt x="5801595" y="658124"/>
                  </a:lnTo>
                  <a:lnTo>
                    <a:pt x="5801721" y="658124"/>
                  </a:lnTo>
                  <a:lnTo>
                    <a:pt x="5801847" y="658124"/>
                  </a:lnTo>
                  <a:lnTo>
                    <a:pt x="5801973" y="658124"/>
                  </a:lnTo>
                  <a:lnTo>
                    <a:pt x="5802100" y="658124"/>
                  </a:lnTo>
                  <a:lnTo>
                    <a:pt x="5802226" y="658124"/>
                  </a:lnTo>
                  <a:lnTo>
                    <a:pt x="5802352" y="658124"/>
                  </a:lnTo>
                  <a:lnTo>
                    <a:pt x="5802478" y="658124"/>
                  </a:lnTo>
                  <a:lnTo>
                    <a:pt x="5802605" y="658124"/>
                  </a:lnTo>
                  <a:lnTo>
                    <a:pt x="5802731" y="658124"/>
                  </a:lnTo>
                  <a:lnTo>
                    <a:pt x="5802857" y="658124"/>
                  </a:lnTo>
                  <a:lnTo>
                    <a:pt x="5802857" y="653212"/>
                  </a:lnTo>
                  <a:lnTo>
                    <a:pt x="5802983" y="653212"/>
                  </a:lnTo>
                  <a:lnTo>
                    <a:pt x="5803110" y="653212"/>
                  </a:lnTo>
                  <a:lnTo>
                    <a:pt x="5803236" y="653212"/>
                  </a:lnTo>
                  <a:lnTo>
                    <a:pt x="5803362" y="653212"/>
                  </a:lnTo>
                  <a:lnTo>
                    <a:pt x="5803488" y="653212"/>
                  </a:lnTo>
                  <a:lnTo>
                    <a:pt x="5803615" y="653212"/>
                  </a:lnTo>
                  <a:lnTo>
                    <a:pt x="5803741" y="653212"/>
                  </a:lnTo>
                  <a:lnTo>
                    <a:pt x="5803741" y="648301"/>
                  </a:lnTo>
                  <a:lnTo>
                    <a:pt x="5803867" y="648301"/>
                  </a:lnTo>
                  <a:lnTo>
                    <a:pt x="5803993" y="648301"/>
                  </a:lnTo>
                  <a:lnTo>
                    <a:pt x="5804120" y="648301"/>
                  </a:lnTo>
                  <a:lnTo>
                    <a:pt x="5804246" y="648301"/>
                  </a:lnTo>
                  <a:lnTo>
                    <a:pt x="5804372" y="648301"/>
                  </a:lnTo>
                  <a:lnTo>
                    <a:pt x="5804499" y="648301"/>
                  </a:lnTo>
                  <a:lnTo>
                    <a:pt x="5804625" y="648301"/>
                  </a:lnTo>
                  <a:lnTo>
                    <a:pt x="5804751" y="648301"/>
                  </a:lnTo>
                  <a:lnTo>
                    <a:pt x="5804877" y="648301"/>
                  </a:lnTo>
                  <a:lnTo>
                    <a:pt x="5805004" y="648301"/>
                  </a:lnTo>
                  <a:lnTo>
                    <a:pt x="5805130" y="648301"/>
                  </a:lnTo>
                  <a:lnTo>
                    <a:pt x="5805256" y="648301"/>
                  </a:lnTo>
                  <a:lnTo>
                    <a:pt x="5805382" y="648301"/>
                  </a:lnTo>
                  <a:lnTo>
                    <a:pt x="5805509" y="648301"/>
                  </a:lnTo>
                  <a:lnTo>
                    <a:pt x="5805635" y="648301"/>
                  </a:lnTo>
                  <a:lnTo>
                    <a:pt x="5805761" y="648301"/>
                  </a:lnTo>
                  <a:lnTo>
                    <a:pt x="5805887" y="648301"/>
                  </a:lnTo>
                  <a:lnTo>
                    <a:pt x="5806014" y="648301"/>
                  </a:lnTo>
                  <a:lnTo>
                    <a:pt x="5806140" y="648301"/>
                  </a:lnTo>
                  <a:lnTo>
                    <a:pt x="5806266" y="648301"/>
                  </a:lnTo>
                  <a:lnTo>
                    <a:pt x="5806392" y="648301"/>
                  </a:lnTo>
                  <a:lnTo>
                    <a:pt x="5806519" y="648301"/>
                  </a:lnTo>
                  <a:lnTo>
                    <a:pt x="5806645" y="648301"/>
                  </a:lnTo>
                  <a:lnTo>
                    <a:pt x="5806771" y="648301"/>
                  </a:lnTo>
                  <a:lnTo>
                    <a:pt x="5806897" y="648301"/>
                  </a:lnTo>
                  <a:lnTo>
                    <a:pt x="5807024" y="648301"/>
                  </a:lnTo>
                  <a:lnTo>
                    <a:pt x="5807150" y="648301"/>
                  </a:lnTo>
                  <a:lnTo>
                    <a:pt x="5807276" y="648301"/>
                  </a:lnTo>
                  <a:lnTo>
                    <a:pt x="5807402" y="648301"/>
                  </a:lnTo>
                  <a:lnTo>
                    <a:pt x="5807529" y="648301"/>
                  </a:lnTo>
                  <a:lnTo>
                    <a:pt x="5807655" y="648301"/>
                  </a:lnTo>
                  <a:lnTo>
                    <a:pt x="5807781" y="648301"/>
                  </a:lnTo>
                  <a:lnTo>
                    <a:pt x="5807907" y="648301"/>
                  </a:lnTo>
                  <a:lnTo>
                    <a:pt x="5808034" y="648301"/>
                  </a:lnTo>
                  <a:lnTo>
                    <a:pt x="5808160" y="648301"/>
                  </a:lnTo>
                  <a:lnTo>
                    <a:pt x="5808286" y="648301"/>
                  </a:lnTo>
                  <a:lnTo>
                    <a:pt x="5808412" y="648301"/>
                  </a:lnTo>
                  <a:lnTo>
                    <a:pt x="5808539" y="648301"/>
                  </a:lnTo>
                  <a:lnTo>
                    <a:pt x="5808665" y="648301"/>
                  </a:lnTo>
                  <a:lnTo>
                    <a:pt x="5808791" y="648301"/>
                  </a:lnTo>
                  <a:lnTo>
                    <a:pt x="5808917" y="648301"/>
                  </a:lnTo>
                  <a:lnTo>
                    <a:pt x="5809044" y="648301"/>
                  </a:lnTo>
                  <a:lnTo>
                    <a:pt x="5809170" y="648301"/>
                  </a:lnTo>
                  <a:lnTo>
                    <a:pt x="5809296" y="648301"/>
                  </a:lnTo>
                  <a:lnTo>
                    <a:pt x="5809423" y="648301"/>
                  </a:lnTo>
                  <a:lnTo>
                    <a:pt x="5809549" y="648301"/>
                  </a:lnTo>
                  <a:lnTo>
                    <a:pt x="5809675" y="648301"/>
                  </a:lnTo>
                  <a:lnTo>
                    <a:pt x="5809801" y="648301"/>
                  </a:lnTo>
                  <a:lnTo>
                    <a:pt x="5809928" y="648301"/>
                  </a:lnTo>
                  <a:lnTo>
                    <a:pt x="5810054" y="648301"/>
                  </a:lnTo>
                  <a:lnTo>
                    <a:pt x="5810180" y="648301"/>
                  </a:lnTo>
                  <a:lnTo>
                    <a:pt x="5810306" y="648301"/>
                  </a:lnTo>
                  <a:lnTo>
                    <a:pt x="5810433" y="648301"/>
                  </a:lnTo>
                  <a:lnTo>
                    <a:pt x="5810559" y="648301"/>
                  </a:lnTo>
                  <a:lnTo>
                    <a:pt x="5810685" y="648301"/>
                  </a:lnTo>
                  <a:lnTo>
                    <a:pt x="5810811" y="648301"/>
                  </a:lnTo>
                  <a:lnTo>
                    <a:pt x="5810938" y="648301"/>
                  </a:lnTo>
                  <a:lnTo>
                    <a:pt x="5811064" y="648301"/>
                  </a:lnTo>
                  <a:lnTo>
                    <a:pt x="5811190" y="648301"/>
                  </a:lnTo>
                  <a:lnTo>
                    <a:pt x="5811316" y="648301"/>
                  </a:lnTo>
                  <a:lnTo>
                    <a:pt x="5811443" y="648301"/>
                  </a:lnTo>
                  <a:lnTo>
                    <a:pt x="5811569" y="648301"/>
                  </a:lnTo>
                  <a:lnTo>
                    <a:pt x="5811695" y="648301"/>
                  </a:lnTo>
                  <a:lnTo>
                    <a:pt x="5811821" y="648301"/>
                  </a:lnTo>
                  <a:lnTo>
                    <a:pt x="5811948" y="648301"/>
                  </a:lnTo>
                  <a:lnTo>
                    <a:pt x="5812074" y="648301"/>
                  </a:lnTo>
                  <a:lnTo>
                    <a:pt x="5812200" y="648301"/>
                  </a:lnTo>
                  <a:lnTo>
                    <a:pt x="5812326" y="648301"/>
                  </a:lnTo>
                  <a:lnTo>
                    <a:pt x="5812453" y="648301"/>
                  </a:lnTo>
                  <a:lnTo>
                    <a:pt x="5812579" y="648301"/>
                  </a:lnTo>
                  <a:lnTo>
                    <a:pt x="5812705" y="648301"/>
                  </a:lnTo>
                  <a:lnTo>
                    <a:pt x="5812831" y="648301"/>
                  </a:lnTo>
                  <a:lnTo>
                    <a:pt x="5812958" y="648301"/>
                  </a:lnTo>
                  <a:lnTo>
                    <a:pt x="5813084" y="648301"/>
                  </a:lnTo>
                  <a:lnTo>
                    <a:pt x="5813210" y="648301"/>
                  </a:lnTo>
                  <a:lnTo>
                    <a:pt x="5813336" y="648301"/>
                  </a:lnTo>
                  <a:lnTo>
                    <a:pt x="5813463" y="648301"/>
                  </a:lnTo>
                  <a:lnTo>
                    <a:pt x="5813589" y="648301"/>
                  </a:lnTo>
                  <a:lnTo>
                    <a:pt x="5813715" y="648301"/>
                  </a:lnTo>
                  <a:lnTo>
                    <a:pt x="5813841" y="648301"/>
                  </a:lnTo>
                  <a:lnTo>
                    <a:pt x="5813968" y="648301"/>
                  </a:lnTo>
                  <a:lnTo>
                    <a:pt x="5814094" y="648301"/>
                  </a:lnTo>
                  <a:lnTo>
                    <a:pt x="5814220" y="648301"/>
                  </a:lnTo>
                  <a:lnTo>
                    <a:pt x="5814346" y="648301"/>
                  </a:lnTo>
                  <a:lnTo>
                    <a:pt x="5814473" y="648301"/>
                  </a:lnTo>
                  <a:lnTo>
                    <a:pt x="5814599" y="648301"/>
                  </a:lnTo>
                  <a:lnTo>
                    <a:pt x="5814725" y="648301"/>
                  </a:lnTo>
                  <a:lnTo>
                    <a:pt x="5814852" y="648301"/>
                  </a:lnTo>
                  <a:lnTo>
                    <a:pt x="5814978" y="648301"/>
                  </a:lnTo>
                  <a:lnTo>
                    <a:pt x="5815104" y="648301"/>
                  </a:lnTo>
                  <a:lnTo>
                    <a:pt x="5815230" y="648301"/>
                  </a:lnTo>
                  <a:lnTo>
                    <a:pt x="5815357" y="648301"/>
                  </a:lnTo>
                  <a:lnTo>
                    <a:pt x="5815483" y="648301"/>
                  </a:lnTo>
                  <a:lnTo>
                    <a:pt x="5815609" y="648301"/>
                  </a:lnTo>
                  <a:lnTo>
                    <a:pt x="5815735" y="648301"/>
                  </a:lnTo>
                  <a:lnTo>
                    <a:pt x="5815862" y="648301"/>
                  </a:lnTo>
                  <a:lnTo>
                    <a:pt x="5815988" y="648301"/>
                  </a:lnTo>
                  <a:lnTo>
                    <a:pt x="5816114" y="648301"/>
                  </a:lnTo>
                  <a:lnTo>
                    <a:pt x="5816240" y="648301"/>
                  </a:lnTo>
                  <a:lnTo>
                    <a:pt x="5816367" y="648301"/>
                  </a:lnTo>
                  <a:lnTo>
                    <a:pt x="5816493" y="648301"/>
                  </a:lnTo>
                  <a:lnTo>
                    <a:pt x="5816619" y="648301"/>
                  </a:lnTo>
                  <a:lnTo>
                    <a:pt x="5816745" y="648301"/>
                  </a:lnTo>
                  <a:lnTo>
                    <a:pt x="5816872" y="648301"/>
                  </a:lnTo>
                  <a:lnTo>
                    <a:pt x="5816998" y="648301"/>
                  </a:lnTo>
                  <a:lnTo>
                    <a:pt x="5817124" y="648301"/>
                  </a:lnTo>
                  <a:lnTo>
                    <a:pt x="5817250" y="648301"/>
                  </a:lnTo>
                  <a:lnTo>
                    <a:pt x="5817377" y="648301"/>
                  </a:lnTo>
                  <a:lnTo>
                    <a:pt x="5817503" y="648301"/>
                  </a:lnTo>
                  <a:lnTo>
                    <a:pt x="5817629" y="648301"/>
                  </a:lnTo>
                  <a:lnTo>
                    <a:pt x="5817755" y="648301"/>
                  </a:lnTo>
                  <a:lnTo>
                    <a:pt x="5817882" y="648301"/>
                  </a:lnTo>
                  <a:lnTo>
                    <a:pt x="5818008" y="648301"/>
                  </a:lnTo>
                  <a:lnTo>
                    <a:pt x="5818134" y="648301"/>
                  </a:lnTo>
                  <a:lnTo>
                    <a:pt x="5818260" y="648301"/>
                  </a:lnTo>
                  <a:lnTo>
                    <a:pt x="5818387" y="648301"/>
                  </a:lnTo>
                  <a:lnTo>
                    <a:pt x="5818513" y="648301"/>
                  </a:lnTo>
                  <a:lnTo>
                    <a:pt x="5818639" y="648301"/>
                  </a:lnTo>
                  <a:lnTo>
                    <a:pt x="5818765" y="648301"/>
                  </a:lnTo>
                  <a:lnTo>
                    <a:pt x="5818892" y="648301"/>
                  </a:lnTo>
                  <a:lnTo>
                    <a:pt x="5819018" y="648301"/>
                  </a:lnTo>
                  <a:lnTo>
                    <a:pt x="5819144" y="648301"/>
                  </a:lnTo>
                  <a:lnTo>
                    <a:pt x="5819270" y="648301"/>
                  </a:lnTo>
                  <a:lnTo>
                    <a:pt x="5819397" y="648301"/>
                  </a:lnTo>
                  <a:lnTo>
                    <a:pt x="5819523" y="648301"/>
                  </a:lnTo>
                  <a:lnTo>
                    <a:pt x="5819649" y="648301"/>
                  </a:lnTo>
                  <a:lnTo>
                    <a:pt x="5819776" y="648301"/>
                  </a:lnTo>
                  <a:lnTo>
                    <a:pt x="5819902" y="648301"/>
                  </a:lnTo>
                  <a:lnTo>
                    <a:pt x="5820028" y="648301"/>
                  </a:lnTo>
                  <a:lnTo>
                    <a:pt x="5820154" y="648301"/>
                  </a:lnTo>
                  <a:lnTo>
                    <a:pt x="5820281" y="648301"/>
                  </a:lnTo>
                  <a:lnTo>
                    <a:pt x="5820407" y="648301"/>
                  </a:lnTo>
                  <a:lnTo>
                    <a:pt x="5820533" y="648301"/>
                  </a:lnTo>
                  <a:lnTo>
                    <a:pt x="5820659" y="648301"/>
                  </a:lnTo>
                  <a:lnTo>
                    <a:pt x="5820786" y="648301"/>
                  </a:lnTo>
                  <a:lnTo>
                    <a:pt x="5820912" y="648301"/>
                  </a:lnTo>
                  <a:lnTo>
                    <a:pt x="5821038" y="648301"/>
                  </a:lnTo>
                  <a:lnTo>
                    <a:pt x="5821164" y="648301"/>
                  </a:lnTo>
                  <a:lnTo>
                    <a:pt x="5821291" y="648301"/>
                  </a:lnTo>
                  <a:lnTo>
                    <a:pt x="5821417" y="648301"/>
                  </a:lnTo>
                  <a:lnTo>
                    <a:pt x="5821543" y="648301"/>
                  </a:lnTo>
                  <a:lnTo>
                    <a:pt x="5821669" y="648301"/>
                  </a:lnTo>
                  <a:lnTo>
                    <a:pt x="5821796" y="648301"/>
                  </a:lnTo>
                  <a:lnTo>
                    <a:pt x="5821922" y="648301"/>
                  </a:lnTo>
                  <a:lnTo>
                    <a:pt x="5822048" y="648301"/>
                  </a:lnTo>
                  <a:lnTo>
                    <a:pt x="5822174" y="648301"/>
                  </a:lnTo>
                  <a:lnTo>
                    <a:pt x="5822301" y="648301"/>
                  </a:lnTo>
                  <a:lnTo>
                    <a:pt x="5822427" y="648301"/>
                  </a:lnTo>
                  <a:lnTo>
                    <a:pt x="5822553" y="648301"/>
                  </a:lnTo>
                  <a:lnTo>
                    <a:pt x="5822679" y="648301"/>
                  </a:lnTo>
                  <a:lnTo>
                    <a:pt x="5822806" y="648301"/>
                  </a:lnTo>
                  <a:lnTo>
                    <a:pt x="5822932" y="648301"/>
                  </a:lnTo>
                  <a:lnTo>
                    <a:pt x="5823058" y="648301"/>
                  </a:lnTo>
                  <a:lnTo>
                    <a:pt x="5823184" y="648301"/>
                  </a:lnTo>
                  <a:lnTo>
                    <a:pt x="5823311" y="648301"/>
                  </a:lnTo>
                  <a:lnTo>
                    <a:pt x="5823437" y="648301"/>
                  </a:lnTo>
                  <a:lnTo>
                    <a:pt x="5823563" y="648301"/>
                  </a:lnTo>
                  <a:lnTo>
                    <a:pt x="5823689" y="648301"/>
                  </a:lnTo>
                  <a:lnTo>
                    <a:pt x="5823816" y="648301"/>
                  </a:lnTo>
                  <a:lnTo>
                    <a:pt x="5823942" y="648301"/>
                  </a:lnTo>
                  <a:lnTo>
                    <a:pt x="5824068" y="648301"/>
                  </a:lnTo>
                  <a:lnTo>
                    <a:pt x="5824194" y="648301"/>
                  </a:lnTo>
                  <a:lnTo>
                    <a:pt x="5824321" y="648301"/>
                  </a:lnTo>
                  <a:lnTo>
                    <a:pt x="5824447" y="648301"/>
                  </a:lnTo>
                  <a:lnTo>
                    <a:pt x="5824573" y="648301"/>
                  </a:lnTo>
                  <a:lnTo>
                    <a:pt x="5824700" y="648301"/>
                  </a:lnTo>
                  <a:lnTo>
                    <a:pt x="5824826" y="648301"/>
                  </a:lnTo>
                  <a:lnTo>
                    <a:pt x="5824952" y="648301"/>
                  </a:lnTo>
                  <a:lnTo>
                    <a:pt x="5825078" y="648301"/>
                  </a:lnTo>
                  <a:lnTo>
                    <a:pt x="5825205" y="648301"/>
                  </a:lnTo>
                  <a:lnTo>
                    <a:pt x="5825331" y="648301"/>
                  </a:lnTo>
                  <a:lnTo>
                    <a:pt x="5825457" y="648301"/>
                  </a:lnTo>
                  <a:lnTo>
                    <a:pt x="5825583" y="648301"/>
                  </a:lnTo>
                  <a:lnTo>
                    <a:pt x="5825710" y="648301"/>
                  </a:lnTo>
                  <a:lnTo>
                    <a:pt x="5825836" y="648301"/>
                  </a:lnTo>
                  <a:lnTo>
                    <a:pt x="5825962" y="648301"/>
                  </a:lnTo>
                  <a:lnTo>
                    <a:pt x="5826088" y="648301"/>
                  </a:lnTo>
                  <a:lnTo>
                    <a:pt x="5826215" y="648301"/>
                  </a:lnTo>
                  <a:lnTo>
                    <a:pt x="5826341" y="648301"/>
                  </a:lnTo>
                  <a:lnTo>
                    <a:pt x="5826467" y="648301"/>
                  </a:lnTo>
                  <a:lnTo>
                    <a:pt x="5826593" y="648301"/>
                  </a:lnTo>
                  <a:lnTo>
                    <a:pt x="5826720" y="648301"/>
                  </a:lnTo>
                  <a:lnTo>
                    <a:pt x="5826846" y="648301"/>
                  </a:lnTo>
                  <a:lnTo>
                    <a:pt x="5826846" y="643390"/>
                  </a:lnTo>
                  <a:lnTo>
                    <a:pt x="5826972" y="643390"/>
                  </a:lnTo>
                  <a:lnTo>
                    <a:pt x="5827098" y="643390"/>
                  </a:lnTo>
                  <a:lnTo>
                    <a:pt x="5827225" y="643390"/>
                  </a:lnTo>
                  <a:lnTo>
                    <a:pt x="5827351" y="643390"/>
                  </a:lnTo>
                  <a:lnTo>
                    <a:pt x="5827477" y="643390"/>
                  </a:lnTo>
                  <a:lnTo>
                    <a:pt x="5827603" y="643390"/>
                  </a:lnTo>
                  <a:lnTo>
                    <a:pt x="5827730" y="643390"/>
                  </a:lnTo>
                  <a:lnTo>
                    <a:pt x="5827856" y="643390"/>
                  </a:lnTo>
                  <a:lnTo>
                    <a:pt x="5827982" y="643390"/>
                  </a:lnTo>
                  <a:lnTo>
                    <a:pt x="5828108" y="643390"/>
                  </a:lnTo>
                  <a:lnTo>
                    <a:pt x="5828235" y="643390"/>
                  </a:lnTo>
                  <a:lnTo>
                    <a:pt x="5828361" y="643390"/>
                  </a:lnTo>
                  <a:lnTo>
                    <a:pt x="5828487" y="643390"/>
                  </a:lnTo>
                  <a:lnTo>
                    <a:pt x="5828613" y="643390"/>
                  </a:lnTo>
                  <a:lnTo>
                    <a:pt x="5828740" y="643390"/>
                  </a:lnTo>
                  <a:lnTo>
                    <a:pt x="5828866" y="643390"/>
                  </a:lnTo>
                  <a:lnTo>
                    <a:pt x="5828992" y="643390"/>
                  </a:lnTo>
                  <a:lnTo>
                    <a:pt x="5829118" y="643390"/>
                  </a:lnTo>
                  <a:lnTo>
                    <a:pt x="5829245" y="643390"/>
                  </a:lnTo>
                  <a:lnTo>
                    <a:pt x="5829371" y="643390"/>
                  </a:lnTo>
                  <a:lnTo>
                    <a:pt x="5829497" y="643390"/>
                  </a:lnTo>
                  <a:lnTo>
                    <a:pt x="5829623" y="643390"/>
                  </a:lnTo>
                  <a:lnTo>
                    <a:pt x="5829750" y="643390"/>
                  </a:lnTo>
                  <a:lnTo>
                    <a:pt x="5829876" y="643390"/>
                  </a:lnTo>
                  <a:lnTo>
                    <a:pt x="5830002" y="643390"/>
                  </a:lnTo>
                  <a:lnTo>
                    <a:pt x="5830129" y="643390"/>
                  </a:lnTo>
                  <a:lnTo>
                    <a:pt x="5830255" y="643390"/>
                  </a:lnTo>
                  <a:lnTo>
                    <a:pt x="5830381" y="643390"/>
                  </a:lnTo>
                  <a:lnTo>
                    <a:pt x="5830507" y="643390"/>
                  </a:lnTo>
                  <a:lnTo>
                    <a:pt x="5830634" y="643390"/>
                  </a:lnTo>
                  <a:lnTo>
                    <a:pt x="5830760" y="643390"/>
                  </a:lnTo>
                  <a:lnTo>
                    <a:pt x="5830886" y="643390"/>
                  </a:lnTo>
                  <a:lnTo>
                    <a:pt x="5831012" y="643390"/>
                  </a:lnTo>
                  <a:lnTo>
                    <a:pt x="5831139" y="643390"/>
                  </a:lnTo>
                  <a:lnTo>
                    <a:pt x="5831265" y="643390"/>
                  </a:lnTo>
                  <a:lnTo>
                    <a:pt x="5831391" y="643390"/>
                  </a:lnTo>
                  <a:lnTo>
                    <a:pt x="5831517" y="643390"/>
                  </a:lnTo>
                  <a:lnTo>
                    <a:pt x="5831644" y="643390"/>
                  </a:lnTo>
                  <a:lnTo>
                    <a:pt x="5831770" y="643390"/>
                  </a:lnTo>
                  <a:lnTo>
                    <a:pt x="5831896" y="643390"/>
                  </a:lnTo>
                  <a:lnTo>
                    <a:pt x="5832022" y="643390"/>
                  </a:lnTo>
                  <a:lnTo>
                    <a:pt x="5832149" y="643390"/>
                  </a:lnTo>
                  <a:lnTo>
                    <a:pt x="5832275" y="643390"/>
                  </a:lnTo>
                  <a:lnTo>
                    <a:pt x="5832401" y="643390"/>
                  </a:lnTo>
                  <a:lnTo>
                    <a:pt x="5832527" y="643390"/>
                  </a:lnTo>
                  <a:lnTo>
                    <a:pt x="5832654" y="643390"/>
                  </a:lnTo>
                  <a:lnTo>
                    <a:pt x="5832780" y="643390"/>
                  </a:lnTo>
                  <a:lnTo>
                    <a:pt x="5832906" y="643390"/>
                  </a:lnTo>
                  <a:lnTo>
                    <a:pt x="5833032" y="643390"/>
                  </a:lnTo>
                  <a:lnTo>
                    <a:pt x="5833159" y="643390"/>
                  </a:lnTo>
                  <a:lnTo>
                    <a:pt x="5833285" y="643390"/>
                  </a:lnTo>
                  <a:lnTo>
                    <a:pt x="5833411" y="643390"/>
                  </a:lnTo>
                  <a:lnTo>
                    <a:pt x="5833537" y="643390"/>
                  </a:lnTo>
                  <a:lnTo>
                    <a:pt x="5833664" y="643390"/>
                  </a:lnTo>
                  <a:lnTo>
                    <a:pt x="5833790" y="643390"/>
                  </a:lnTo>
                  <a:lnTo>
                    <a:pt x="5833916" y="643390"/>
                  </a:lnTo>
                  <a:lnTo>
                    <a:pt x="5834042" y="643390"/>
                  </a:lnTo>
                  <a:lnTo>
                    <a:pt x="5834169" y="643390"/>
                  </a:lnTo>
                  <a:lnTo>
                    <a:pt x="5834295" y="643390"/>
                  </a:lnTo>
                  <a:lnTo>
                    <a:pt x="5834421" y="643390"/>
                  </a:lnTo>
                  <a:lnTo>
                    <a:pt x="5834547" y="643390"/>
                  </a:lnTo>
                  <a:lnTo>
                    <a:pt x="5834674" y="643390"/>
                  </a:lnTo>
                  <a:lnTo>
                    <a:pt x="5834800" y="643390"/>
                  </a:lnTo>
                  <a:lnTo>
                    <a:pt x="5834926" y="643390"/>
                  </a:lnTo>
                  <a:lnTo>
                    <a:pt x="5835053" y="643390"/>
                  </a:lnTo>
                  <a:lnTo>
                    <a:pt x="5835179" y="643390"/>
                  </a:lnTo>
                  <a:lnTo>
                    <a:pt x="5835305" y="643390"/>
                  </a:lnTo>
                  <a:lnTo>
                    <a:pt x="5835431" y="643390"/>
                  </a:lnTo>
                  <a:lnTo>
                    <a:pt x="5835558" y="643390"/>
                  </a:lnTo>
                  <a:lnTo>
                    <a:pt x="5835684" y="643390"/>
                  </a:lnTo>
                  <a:lnTo>
                    <a:pt x="5835810" y="643390"/>
                  </a:lnTo>
                  <a:lnTo>
                    <a:pt x="5835936" y="643390"/>
                  </a:lnTo>
                  <a:lnTo>
                    <a:pt x="5836063" y="643390"/>
                  </a:lnTo>
                  <a:lnTo>
                    <a:pt x="5836189" y="643390"/>
                  </a:lnTo>
                  <a:lnTo>
                    <a:pt x="5836315" y="643390"/>
                  </a:lnTo>
                  <a:lnTo>
                    <a:pt x="5836441" y="643390"/>
                  </a:lnTo>
                  <a:lnTo>
                    <a:pt x="5836568" y="643390"/>
                  </a:lnTo>
                  <a:lnTo>
                    <a:pt x="5836694" y="643390"/>
                  </a:lnTo>
                  <a:lnTo>
                    <a:pt x="5836820" y="643390"/>
                  </a:lnTo>
                  <a:lnTo>
                    <a:pt x="5836946" y="643390"/>
                  </a:lnTo>
                  <a:lnTo>
                    <a:pt x="5837073" y="643390"/>
                  </a:lnTo>
                  <a:lnTo>
                    <a:pt x="5837199" y="643390"/>
                  </a:lnTo>
                  <a:lnTo>
                    <a:pt x="5837325" y="643390"/>
                  </a:lnTo>
                  <a:lnTo>
                    <a:pt x="5837451" y="643390"/>
                  </a:lnTo>
                  <a:lnTo>
                    <a:pt x="5837578" y="643390"/>
                  </a:lnTo>
                  <a:lnTo>
                    <a:pt x="5837704" y="643390"/>
                  </a:lnTo>
                  <a:lnTo>
                    <a:pt x="5837830" y="643390"/>
                  </a:lnTo>
                  <a:lnTo>
                    <a:pt x="5837956" y="643390"/>
                  </a:lnTo>
                  <a:lnTo>
                    <a:pt x="5838083" y="643390"/>
                  </a:lnTo>
                  <a:lnTo>
                    <a:pt x="5838209" y="643390"/>
                  </a:lnTo>
                  <a:lnTo>
                    <a:pt x="5838335" y="643390"/>
                  </a:lnTo>
                  <a:lnTo>
                    <a:pt x="5838461" y="643390"/>
                  </a:lnTo>
                  <a:lnTo>
                    <a:pt x="5838588" y="643390"/>
                  </a:lnTo>
                  <a:lnTo>
                    <a:pt x="5838714" y="643390"/>
                  </a:lnTo>
                  <a:lnTo>
                    <a:pt x="5838840" y="643390"/>
                  </a:lnTo>
                  <a:lnTo>
                    <a:pt x="5838966" y="643390"/>
                  </a:lnTo>
                  <a:lnTo>
                    <a:pt x="5839093" y="643390"/>
                  </a:lnTo>
                  <a:lnTo>
                    <a:pt x="5839219" y="643390"/>
                  </a:lnTo>
                  <a:lnTo>
                    <a:pt x="5839345" y="643390"/>
                  </a:lnTo>
                  <a:lnTo>
                    <a:pt x="5839471" y="643390"/>
                  </a:lnTo>
                  <a:lnTo>
                    <a:pt x="5839598" y="643390"/>
                  </a:lnTo>
                  <a:lnTo>
                    <a:pt x="5839724" y="643390"/>
                  </a:lnTo>
                  <a:lnTo>
                    <a:pt x="5839850" y="643390"/>
                  </a:lnTo>
                  <a:lnTo>
                    <a:pt x="5839976" y="643390"/>
                  </a:lnTo>
                  <a:lnTo>
                    <a:pt x="5840103" y="643390"/>
                  </a:lnTo>
                  <a:lnTo>
                    <a:pt x="5840229" y="643390"/>
                  </a:lnTo>
                  <a:lnTo>
                    <a:pt x="5840355" y="643390"/>
                  </a:lnTo>
                  <a:lnTo>
                    <a:pt x="5840482" y="643390"/>
                  </a:lnTo>
                  <a:lnTo>
                    <a:pt x="5840608" y="643390"/>
                  </a:lnTo>
                  <a:lnTo>
                    <a:pt x="5840734" y="643390"/>
                  </a:lnTo>
                  <a:lnTo>
                    <a:pt x="5840860" y="643390"/>
                  </a:lnTo>
                  <a:lnTo>
                    <a:pt x="5840987" y="643390"/>
                  </a:lnTo>
                  <a:lnTo>
                    <a:pt x="5841113" y="643390"/>
                  </a:lnTo>
                  <a:lnTo>
                    <a:pt x="5841239" y="643390"/>
                  </a:lnTo>
                  <a:lnTo>
                    <a:pt x="5841365" y="643390"/>
                  </a:lnTo>
                  <a:lnTo>
                    <a:pt x="5841492" y="643390"/>
                  </a:lnTo>
                  <a:lnTo>
                    <a:pt x="5841618" y="643390"/>
                  </a:lnTo>
                  <a:lnTo>
                    <a:pt x="5841744" y="643390"/>
                  </a:lnTo>
                  <a:lnTo>
                    <a:pt x="5841870" y="643390"/>
                  </a:lnTo>
                  <a:lnTo>
                    <a:pt x="5841997" y="643390"/>
                  </a:lnTo>
                  <a:lnTo>
                    <a:pt x="5842123" y="643390"/>
                  </a:lnTo>
                  <a:lnTo>
                    <a:pt x="5842249" y="643390"/>
                  </a:lnTo>
                  <a:lnTo>
                    <a:pt x="5842375" y="643390"/>
                  </a:lnTo>
                  <a:lnTo>
                    <a:pt x="5842502" y="643390"/>
                  </a:lnTo>
                  <a:lnTo>
                    <a:pt x="5842628" y="643390"/>
                  </a:lnTo>
                  <a:lnTo>
                    <a:pt x="5842754" y="643390"/>
                  </a:lnTo>
                  <a:lnTo>
                    <a:pt x="5842880" y="643390"/>
                  </a:lnTo>
                  <a:lnTo>
                    <a:pt x="5843007" y="643390"/>
                  </a:lnTo>
                  <a:lnTo>
                    <a:pt x="5843133" y="643390"/>
                  </a:lnTo>
                  <a:lnTo>
                    <a:pt x="5843259" y="643390"/>
                  </a:lnTo>
                  <a:lnTo>
                    <a:pt x="5843385" y="643390"/>
                  </a:lnTo>
                  <a:lnTo>
                    <a:pt x="5843512" y="643390"/>
                  </a:lnTo>
                  <a:lnTo>
                    <a:pt x="5843638" y="643390"/>
                  </a:lnTo>
                  <a:lnTo>
                    <a:pt x="5843764" y="643390"/>
                  </a:lnTo>
                  <a:lnTo>
                    <a:pt x="5843890" y="643390"/>
                  </a:lnTo>
                  <a:lnTo>
                    <a:pt x="5844017" y="643390"/>
                  </a:lnTo>
                  <a:lnTo>
                    <a:pt x="5844143" y="643390"/>
                  </a:lnTo>
                  <a:lnTo>
                    <a:pt x="5844269" y="643390"/>
                  </a:lnTo>
                  <a:lnTo>
                    <a:pt x="5844395" y="643390"/>
                  </a:lnTo>
                  <a:lnTo>
                    <a:pt x="5844522" y="643390"/>
                  </a:lnTo>
                  <a:lnTo>
                    <a:pt x="5844648" y="643390"/>
                  </a:lnTo>
                  <a:lnTo>
                    <a:pt x="5844774" y="643390"/>
                  </a:lnTo>
                  <a:lnTo>
                    <a:pt x="5844900" y="643390"/>
                  </a:lnTo>
                  <a:lnTo>
                    <a:pt x="5845027" y="643390"/>
                  </a:lnTo>
                  <a:lnTo>
                    <a:pt x="5845153" y="643390"/>
                  </a:lnTo>
                  <a:lnTo>
                    <a:pt x="5845279" y="643390"/>
                  </a:lnTo>
                  <a:lnTo>
                    <a:pt x="5845406" y="643390"/>
                  </a:lnTo>
                  <a:lnTo>
                    <a:pt x="5845532" y="643390"/>
                  </a:lnTo>
                  <a:lnTo>
                    <a:pt x="5845658" y="643390"/>
                  </a:lnTo>
                  <a:lnTo>
                    <a:pt x="5845784" y="643390"/>
                  </a:lnTo>
                  <a:lnTo>
                    <a:pt x="5845911" y="643390"/>
                  </a:lnTo>
                  <a:lnTo>
                    <a:pt x="5846037" y="643390"/>
                  </a:lnTo>
                  <a:lnTo>
                    <a:pt x="5846163" y="643390"/>
                  </a:lnTo>
                  <a:lnTo>
                    <a:pt x="5846289" y="643390"/>
                  </a:lnTo>
                  <a:lnTo>
                    <a:pt x="5846416" y="643390"/>
                  </a:lnTo>
                  <a:lnTo>
                    <a:pt x="5846542" y="643390"/>
                  </a:lnTo>
                  <a:lnTo>
                    <a:pt x="5846668" y="643390"/>
                  </a:lnTo>
                  <a:lnTo>
                    <a:pt x="5846794" y="643390"/>
                  </a:lnTo>
                  <a:lnTo>
                    <a:pt x="5846921" y="643390"/>
                  </a:lnTo>
                  <a:lnTo>
                    <a:pt x="5847047" y="643390"/>
                  </a:lnTo>
                  <a:lnTo>
                    <a:pt x="5847173" y="643390"/>
                  </a:lnTo>
                  <a:lnTo>
                    <a:pt x="5847299" y="643390"/>
                  </a:lnTo>
                  <a:lnTo>
                    <a:pt x="5847426" y="643390"/>
                  </a:lnTo>
                  <a:lnTo>
                    <a:pt x="5847552" y="643390"/>
                  </a:lnTo>
                  <a:lnTo>
                    <a:pt x="5847678" y="643390"/>
                  </a:lnTo>
                  <a:lnTo>
                    <a:pt x="5847804" y="643390"/>
                  </a:lnTo>
                  <a:lnTo>
                    <a:pt x="5847931" y="643390"/>
                  </a:lnTo>
                  <a:lnTo>
                    <a:pt x="5848057" y="643390"/>
                  </a:lnTo>
                  <a:lnTo>
                    <a:pt x="5848183" y="643390"/>
                  </a:lnTo>
                  <a:lnTo>
                    <a:pt x="5848309" y="643390"/>
                  </a:lnTo>
                  <a:lnTo>
                    <a:pt x="5848436" y="643390"/>
                  </a:lnTo>
                  <a:lnTo>
                    <a:pt x="5848562" y="643390"/>
                  </a:lnTo>
                  <a:lnTo>
                    <a:pt x="5848688" y="643390"/>
                  </a:lnTo>
                  <a:lnTo>
                    <a:pt x="5848814" y="643390"/>
                  </a:lnTo>
                  <a:lnTo>
                    <a:pt x="5848941" y="643390"/>
                  </a:lnTo>
                  <a:lnTo>
                    <a:pt x="5849067" y="643390"/>
                  </a:lnTo>
                  <a:lnTo>
                    <a:pt x="5849193" y="643390"/>
                  </a:lnTo>
                  <a:lnTo>
                    <a:pt x="5849319" y="643390"/>
                  </a:lnTo>
                  <a:lnTo>
                    <a:pt x="5849446" y="643390"/>
                  </a:lnTo>
                  <a:lnTo>
                    <a:pt x="5849572" y="643390"/>
                  </a:lnTo>
                  <a:lnTo>
                    <a:pt x="5849698" y="643390"/>
                  </a:lnTo>
                  <a:lnTo>
                    <a:pt x="5849824" y="643390"/>
                  </a:lnTo>
                  <a:lnTo>
                    <a:pt x="5849951" y="643390"/>
                  </a:lnTo>
                  <a:lnTo>
                    <a:pt x="5850077" y="643390"/>
                  </a:lnTo>
                  <a:lnTo>
                    <a:pt x="5850203" y="643390"/>
                  </a:lnTo>
                  <a:lnTo>
                    <a:pt x="5850203" y="638478"/>
                  </a:lnTo>
                  <a:lnTo>
                    <a:pt x="5850329" y="638478"/>
                  </a:lnTo>
                  <a:lnTo>
                    <a:pt x="5850456" y="638478"/>
                  </a:lnTo>
                  <a:lnTo>
                    <a:pt x="5850582" y="638478"/>
                  </a:lnTo>
                  <a:lnTo>
                    <a:pt x="5850708" y="638478"/>
                  </a:lnTo>
                  <a:lnTo>
                    <a:pt x="5850835" y="638478"/>
                  </a:lnTo>
                  <a:lnTo>
                    <a:pt x="5850961" y="638478"/>
                  </a:lnTo>
                  <a:lnTo>
                    <a:pt x="5851087" y="638478"/>
                  </a:lnTo>
                  <a:lnTo>
                    <a:pt x="5851213" y="638478"/>
                  </a:lnTo>
                  <a:lnTo>
                    <a:pt x="5851340" y="638478"/>
                  </a:lnTo>
                  <a:lnTo>
                    <a:pt x="5851466" y="638478"/>
                  </a:lnTo>
                  <a:lnTo>
                    <a:pt x="5851592" y="638478"/>
                  </a:lnTo>
                  <a:lnTo>
                    <a:pt x="5851718" y="638478"/>
                  </a:lnTo>
                  <a:lnTo>
                    <a:pt x="5851845" y="638478"/>
                  </a:lnTo>
                  <a:lnTo>
                    <a:pt x="5851971" y="638478"/>
                  </a:lnTo>
                  <a:lnTo>
                    <a:pt x="5852097" y="638478"/>
                  </a:lnTo>
                  <a:lnTo>
                    <a:pt x="5852223" y="638478"/>
                  </a:lnTo>
                  <a:lnTo>
                    <a:pt x="5852350" y="638478"/>
                  </a:lnTo>
                  <a:lnTo>
                    <a:pt x="5852476" y="638478"/>
                  </a:lnTo>
                  <a:lnTo>
                    <a:pt x="5852602" y="638478"/>
                  </a:lnTo>
                  <a:lnTo>
                    <a:pt x="5852728" y="638478"/>
                  </a:lnTo>
                  <a:lnTo>
                    <a:pt x="5852855" y="638478"/>
                  </a:lnTo>
                  <a:lnTo>
                    <a:pt x="5852981" y="638478"/>
                  </a:lnTo>
                  <a:lnTo>
                    <a:pt x="5853107" y="638478"/>
                  </a:lnTo>
                  <a:lnTo>
                    <a:pt x="5853233" y="638478"/>
                  </a:lnTo>
                  <a:lnTo>
                    <a:pt x="5853360" y="638478"/>
                  </a:lnTo>
                  <a:lnTo>
                    <a:pt x="5853486" y="638478"/>
                  </a:lnTo>
                  <a:lnTo>
                    <a:pt x="5853612" y="638478"/>
                  </a:lnTo>
                  <a:lnTo>
                    <a:pt x="5853738" y="638478"/>
                  </a:lnTo>
                  <a:lnTo>
                    <a:pt x="5853865" y="638478"/>
                  </a:lnTo>
                  <a:lnTo>
                    <a:pt x="5853991" y="638478"/>
                  </a:lnTo>
                  <a:lnTo>
                    <a:pt x="5854117" y="638478"/>
                  </a:lnTo>
                  <a:lnTo>
                    <a:pt x="5854243" y="638478"/>
                  </a:lnTo>
                  <a:lnTo>
                    <a:pt x="5854370" y="638478"/>
                  </a:lnTo>
                  <a:lnTo>
                    <a:pt x="5854496" y="638478"/>
                  </a:lnTo>
                  <a:lnTo>
                    <a:pt x="5854622" y="638478"/>
                  </a:lnTo>
                  <a:lnTo>
                    <a:pt x="5854748" y="638478"/>
                  </a:lnTo>
                  <a:lnTo>
                    <a:pt x="5854875" y="638478"/>
                  </a:lnTo>
                  <a:lnTo>
                    <a:pt x="5855001" y="638478"/>
                  </a:lnTo>
                  <a:lnTo>
                    <a:pt x="5855127" y="638478"/>
                  </a:lnTo>
                  <a:lnTo>
                    <a:pt x="5855253" y="638478"/>
                  </a:lnTo>
                  <a:lnTo>
                    <a:pt x="5855380" y="638478"/>
                  </a:lnTo>
                  <a:lnTo>
                    <a:pt x="5855506" y="638478"/>
                  </a:lnTo>
                  <a:lnTo>
                    <a:pt x="5855632" y="638478"/>
                  </a:lnTo>
                  <a:lnTo>
                    <a:pt x="5855759" y="638478"/>
                  </a:lnTo>
                  <a:lnTo>
                    <a:pt x="5855885" y="638478"/>
                  </a:lnTo>
                  <a:lnTo>
                    <a:pt x="5856011" y="638478"/>
                  </a:lnTo>
                  <a:lnTo>
                    <a:pt x="5856137" y="638478"/>
                  </a:lnTo>
                  <a:lnTo>
                    <a:pt x="5856264" y="638478"/>
                  </a:lnTo>
                  <a:lnTo>
                    <a:pt x="5856390" y="638478"/>
                  </a:lnTo>
                  <a:lnTo>
                    <a:pt x="5856516" y="638478"/>
                  </a:lnTo>
                  <a:lnTo>
                    <a:pt x="5856642" y="638478"/>
                  </a:lnTo>
                  <a:lnTo>
                    <a:pt x="5856769" y="638478"/>
                  </a:lnTo>
                  <a:lnTo>
                    <a:pt x="5856895" y="638478"/>
                  </a:lnTo>
                  <a:lnTo>
                    <a:pt x="5857021" y="638478"/>
                  </a:lnTo>
                  <a:lnTo>
                    <a:pt x="5857147" y="638478"/>
                  </a:lnTo>
                  <a:lnTo>
                    <a:pt x="5857274" y="638478"/>
                  </a:lnTo>
                  <a:lnTo>
                    <a:pt x="5857400" y="638478"/>
                  </a:lnTo>
                  <a:lnTo>
                    <a:pt x="5857526" y="638478"/>
                  </a:lnTo>
                  <a:lnTo>
                    <a:pt x="5857652" y="638478"/>
                  </a:lnTo>
                  <a:lnTo>
                    <a:pt x="5857779" y="638478"/>
                  </a:lnTo>
                  <a:lnTo>
                    <a:pt x="5857905" y="638478"/>
                  </a:lnTo>
                  <a:lnTo>
                    <a:pt x="5858031" y="638478"/>
                  </a:lnTo>
                  <a:lnTo>
                    <a:pt x="5858157" y="638478"/>
                  </a:lnTo>
                  <a:lnTo>
                    <a:pt x="5858157" y="633567"/>
                  </a:lnTo>
                  <a:lnTo>
                    <a:pt x="5858284" y="633567"/>
                  </a:lnTo>
                  <a:lnTo>
                    <a:pt x="5858410" y="633567"/>
                  </a:lnTo>
                  <a:lnTo>
                    <a:pt x="5858536" y="633567"/>
                  </a:lnTo>
                  <a:lnTo>
                    <a:pt x="5858662" y="633567"/>
                  </a:lnTo>
                  <a:lnTo>
                    <a:pt x="5858789" y="633567"/>
                  </a:lnTo>
                  <a:lnTo>
                    <a:pt x="5858915" y="633567"/>
                  </a:lnTo>
                  <a:lnTo>
                    <a:pt x="5859041" y="633567"/>
                  </a:lnTo>
                  <a:lnTo>
                    <a:pt x="5859167" y="633567"/>
                  </a:lnTo>
                  <a:lnTo>
                    <a:pt x="5859294" y="633567"/>
                  </a:lnTo>
                  <a:lnTo>
                    <a:pt x="5859420" y="633567"/>
                  </a:lnTo>
                  <a:lnTo>
                    <a:pt x="5859546" y="633567"/>
                  </a:lnTo>
                  <a:lnTo>
                    <a:pt x="5859672" y="633567"/>
                  </a:lnTo>
                  <a:lnTo>
                    <a:pt x="5859799" y="633567"/>
                  </a:lnTo>
                  <a:lnTo>
                    <a:pt x="5859925" y="633567"/>
                  </a:lnTo>
                  <a:lnTo>
                    <a:pt x="5860051" y="633567"/>
                  </a:lnTo>
                  <a:lnTo>
                    <a:pt x="5860177" y="633567"/>
                  </a:lnTo>
                  <a:lnTo>
                    <a:pt x="5860304" y="633567"/>
                  </a:lnTo>
                  <a:lnTo>
                    <a:pt x="5860430" y="633567"/>
                  </a:lnTo>
                  <a:lnTo>
                    <a:pt x="5860556" y="633567"/>
                  </a:lnTo>
                  <a:lnTo>
                    <a:pt x="5860682" y="633567"/>
                  </a:lnTo>
                  <a:lnTo>
                    <a:pt x="5860809" y="633567"/>
                  </a:lnTo>
                  <a:lnTo>
                    <a:pt x="5860935" y="633567"/>
                  </a:lnTo>
                  <a:lnTo>
                    <a:pt x="5861061" y="633567"/>
                  </a:lnTo>
                  <a:lnTo>
                    <a:pt x="5861188" y="633567"/>
                  </a:lnTo>
                  <a:lnTo>
                    <a:pt x="5861314" y="633567"/>
                  </a:lnTo>
                  <a:lnTo>
                    <a:pt x="5861440" y="633567"/>
                  </a:lnTo>
                  <a:lnTo>
                    <a:pt x="5861566" y="633567"/>
                  </a:lnTo>
                  <a:lnTo>
                    <a:pt x="5861693" y="633567"/>
                  </a:lnTo>
                  <a:lnTo>
                    <a:pt x="5861819" y="633567"/>
                  </a:lnTo>
                  <a:lnTo>
                    <a:pt x="5861945" y="633567"/>
                  </a:lnTo>
                  <a:lnTo>
                    <a:pt x="5862071" y="633567"/>
                  </a:lnTo>
                  <a:lnTo>
                    <a:pt x="5862198" y="633567"/>
                  </a:lnTo>
                  <a:lnTo>
                    <a:pt x="5862324" y="633567"/>
                  </a:lnTo>
                  <a:lnTo>
                    <a:pt x="5862450" y="633567"/>
                  </a:lnTo>
                  <a:lnTo>
                    <a:pt x="5862576" y="633567"/>
                  </a:lnTo>
                  <a:lnTo>
                    <a:pt x="5862703" y="633567"/>
                  </a:lnTo>
                  <a:lnTo>
                    <a:pt x="5862829" y="633567"/>
                  </a:lnTo>
                  <a:lnTo>
                    <a:pt x="5862955" y="633567"/>
                  </a:lnTo>
                  <a:lnTo>
                    <a:pt x="5863081" y="633567"/>
                  </a:lnTo>
                  <a:lnTo>
                    <a:pt x="5863208" y="633567"/>
                  </a:lnTo>
                  <a:lnTo>
                    <a:pt x="5863334" y="633567"/>
                  </a:lnTo>
                  <a:lnTo>
                    <a:pt x="5863460" y="633567"/>
                  </a:lnTo>
                  <a:lnTo>
                    <a:pt x="5863586" y="633567"/>
                  </a:lnTo>
                  <a:lnTo>
                    <a:pt x="5863713" y="633567"/>
                  </a:lnTo>
                  <a:lnTo>
                    <a:pt x="5863839" y="633567"/>
                  </a:lnTo>
                  <a:lnTo>
                    <a:pt x="5863965" y="633567"/>
                  </a:lnTo>
                  <a:lnTo>
                    <a:pt x="5864091" y="633567"/>
                  </a:lnTo>
                  <a:lnTo>
                    <a:pt x="5864218" y="633567"/>
                  </a:lnTo>
                  <a:lnTo>
                    <a:pt x="5864344" y="633567"/>
                  </a:lnTo>
                  <a:lnTo>
                    <a:pt x="5864344" y="628655"/>
                  </a:lnTo>
                  <a:lnTo>
                    <a:pt x="5864470" y="628655"/>
                  </a:lnTo>
                  <a:lnTo>
                    <a:pt x="5864596" y="628655"/>
                  </a:lnTo>
                  <a:lnTo>
                    <a:pt x="5864723" y="628655"/>
                  </a:lnTo>
                  <a:lnTo>
                    <a:pt x="5864849" y="628655"/>
                  </a:lnTo>
                  <a:lnTo>
                    <a:pt x="5864975" y="628655"/>
                  </a:lnTo>
                  <a:lnTo>
                    <a:pt x="5865101" y="628655"/>
                  </a:lnTo>
                  <a:lnTo>
                    <a:pt x="5865228" y="628655"/>
                  </a:lnTo>
                  <a:lnTo>
                    <a:pt x="5865354" y="628655"/>
                  </a:lnTo>
                  <a:lnTo>
                    <a:pt x="5865480" y="628655"/>
                  </a:lnTo>
                  <a:lnTo>
                    <a:pt x="5865606" y="628655"/>
                  </a:lnTo>
                  <a:lnTo>
                    <a:pt x="5865733" y="628655"/>
                  </a:lnTo>
                  <a:lnTo>
                    <a:pt x="5865859" y="628655"/>
                  </a:lnTo>
                  <a:lnTo>
                    <a:pt x="5865985" y="628655"/>
                  </a:lnTo>
                  <a:lnTo>
                    <a:pt x="5866112" y="628655"/>
                  </a:lnTo>
                  <a:lnTo>
                    <a:pt x="5866238" y="628655"/>
                  </a:lnTo>
                  <a:lnTo>
                    <a:pt x="5866364" y="628655"/>
                  </a:lnTo>
                  <a:lnTo>
                    <a:pt x="5866490" y="628655"/>
                  </a:lnTo>
                  <a:lnTo>
                    <a:pt x="5866617" y="628655"/>
                  </a:lnTo>
                  <a:lnTo>
                    <a:pt x="5866743" y="628655"/>
                  </a:lnTo>
                  <a:lnTo>
                    <a:pt x="5866869" y="628655"/>
                  </a:lnTo>
                  <a:lnTo>
                    <a:pt x="5866995" y="628655"/>
                  </a:lnTo>
                  <a:lnTo>
                    <a:pt x="5867122" y="628655"/>
                  </a:lnTo>
                  <a:lnTo>
                    <a:pt x="5867248" y="628655"/>
                  </a:lnTo>
                  <a:lnTo>
                    <a:pt x="5867374" y="628655"/>
                  </a:lnTo>
                  <a:lnTo>
                    <a:pt x="5867500" y="628655"/>
                  </a:lnTo>
                  <a:lnTo>
                    <a:pt x="5867627" y="628655"/>
                  </a:lnTo>
                  <a:lnTo>
                    <a:pt x="5867753" y="628655"/>
                  </a:lnTo>
                  <a:lnTo>
                    <a:pt x="5867879" y="628655"/>
                  </a:lnTo>
                  <a:lnTo>
                    <a:pt x="5868005" y="628655"/>
                  </a:lnTo>
                  <a:lnTo>
                    <a:pt x="5868132" y="628655"/>
                  </a:lnTo>
                  <a:lnTo>
                    <a:pt x="5868258" y="628655"/>
                  </a:lnTo>
                  <a:lnTo>
                    <a:pt x="5868384" y="628655"/>
                  </a:lnTo>
                  <a:lnTo>
                    <a:pt x="5868510" y="628655"/>
                  </a:lnTo>
                  <a:lnTo>
                    <a:pt x="5868637" y="628655"/>
                  </a:lnTo>
                  <a:lnTo>
                    <a:pt x="5868763" y="628655"/>
                  </a:lnTo>
                  <a:lnTo>
                    <a:pt x="5868889" y="628655"/>
                  </a:lnTo>
                  <a:lnTo>
                    <a:pt x="5869015" y="628655"/>
                  </a:lnTo>
                  <a:lnTo>
                    <a:pt x="5869142" y="628655"/>
                  </a:lnTo>
                  <a:lnTo>
                    <a:pt x="5869268" y="628655"/>
                  </a:lnTo>
                  <a:lnTo>
                    <a:pt x="5869394" y="628655"/>
                  </a:lnTo>
                  <a:lnTo>
                    <a:pt x="5869520" y="628655"/>
                  </a:lnTo>
                  <a:lnTo>
                    <a:pt x="5869647" y="628655"/>
                  </a:lnTo>
                  <a:lnTo>
                    <a:pt x="5869773" y="628655"/>
                  </a:lnTo>
                  <a:lnTo>
                    <a:pt x="5869899" y="628655"/>
                  </a:lnTo>
                  <a:lnTo>
                    <a:pt x="5870025" y="628655"/>
                  </a:lnTo>
                  <a:lnTo>
                    <a:pt x="5870152" y="628655"/>
                  </a:lnTo>
                  <a:lnTo>
                    <a:pt x="5870278" y="628655"/>
                  </a:lnTo>
                  <a:lnTo>
                    <a:pt x="5870404" y="628655"/>
                  </a:lnTo>
                  <a:lnTo>
                    <a:pt x="5870530" y="628655"/>
                  </a:lnTo>
                  <a:lnTo>
                    <a:pt x="5870657" y="628655"/>
                  </a:lnTo>
                  <a:lnTo>
                    <a:pt x="5870783" y="628655"/>
                  </a:lnTo>
                  <a:lnTo>
                    <a:pt x="5870909" y="628655"/>
                  </a:lnTo>
                  <a:lnTo>
                    <a:pt x="5871035" y="628655"/>
                  </a:lnTo>
                  <a:lnTo>
                    <a:pt x="5871162" y="628655"/>
                  </a:lnTo>
                  <a:lnTo>
                    <a:pt x="5871288" y="628655"/>
                  </a:lnTo>
                  <a:lnTo>
                    <a:pt x="5871414" y="628655"/>
                  </a:lnTo>
                  <a:lnTo>
                    <a:pt x="5871541" y="628655"/>
                  </a:lnTo>
                  <a:lnTo>
                    <a:pt x="5871667" y="628655"/>
                  </a:lnTo>
                  <a:lnTo>
                    <a:pt x="5871793" y="628655"/>
                  </a:lnTo>
                  <a:lnTo>
                    <a:pt x="5871919" y="628655"/>
                  </a:lnTo>
                  <a:lnTo>
                    <a:pt x="5872046" y="628655"/>
                  </a:lnTo>
                  <a:lnTo>
                    <a:pt x="5872172" y="628655"/>
                  </a:lnTo>
                  <a:lnTo>
                    <a:pt x="5872298" y="628655"/>
                  </a:lnTo>
                  <a:lnTo>
                    <a:pt x="5872424" y="628655"/>
                  </a:lnTo>
                  <a:lnTo>
                    <a:pt x="5872551" y="628655"/>
                  </a:lnTo>
                  <a:lnTo>
                    <a:pt x="5872677" y="628655"/>
                  </a:lnTo>
                  <a:lnTo>
                    <a:pt x="5872803" y="628655"/>
                  </a:lnTo>
                  <a:lnTo>
                    <a:pt x="5872929" y="628655"/>
                  </a:lnTo>
                  <a:lnTo>
                    <a:pt x="5873056" y="628655"/>
                  </a:lnTo>
                  <a:lnTo>
                    <a:pt x="5873182" y="628655"/>
                  </a:lnTo>
                  <a:lnTo>
                    <a:pt x="5873308" y="628655"/>
                  </a:lnTo>
                  <a:lnTo>
                    <a:pt x="5873434" y="628655"/>
                  </a:lnTo>
                  <a:lnTo>
                    <a:pt x="5873561" y="628655"/>
                  </a:lnTo>
                  <a:lnTo>
                    <a:pt x="5873687" y="628655"/>
                  </a:lnTo>
                  <a:lnTo>
                    <a:pt x="5873813" y="628655"/>
                  </a:lnTo>
                  <a:lnTo>
                    <a:pt x="5873813" y="623744"/>
                  </a:lnTo>
                  <a:lnTo>
                    <a:pt x="5873939" y="623744"/>
                  </a:lnTo>
                  <a:lnTo>
                    <a:pt x="5874066" y="623744"/>
                  </a:lnTo>
                  <a:lnTo>
                    <a:pt x="5874192" y="623744"/>
                  </a:lnTo>
                  <a:lnTo>
                    <a:pt x="5874318" y="623744"/>
                  </a:lnTo>
                  <a:lnTo>
                    <a:pt x="5874444" y="623744"/>
                  </a:lnTo>
                  <a:lnTo>
                    <a:pt x="5874571" y="623744"/>
                  </a:lnTo>
                  <a:lnTo>
                    <a:pt x="5874697" y="623744"/>
                  </a:lnTo>
                  <a:lnTo>
                    <a:pt x="5874823" y="623744"/>
                  </a:lnTo>
                  <a:lnTo>
                    <a:pt x="5874949" y="623744"/>
                  </a:lnTo>
                  <a:lnTo>
                    <a:pt x="5875076" y="623744"/>
                  </a:lnTo>
                  <a:lnTo>
                    <a:pt x="5875202" y="623744"/>
                  </a:lnTo>
                  <a:lnTo>
                    <a:pt x="5875328" y="623744"/>
                  </a:lnTo>
                  <a:lnTo>
                    <a:pt x="5875454" y="623744"/>
                  </a:lnTo>
                  <a:lnTo>
                    <a:pt x="5875581" y="623744"/>
                  </a:lnTo>
                  <a:lnTo>
                    <a:pt x="5875707" y="623744"/>
                  </a:lnTo>
                  <a:lnTo>
                    <a:pt x="5875833" y="623744"/>
                  </a:lnTo>
                  <a:lnTo>
                    <a:pt x="5875959" y="623744"/>
                  </a:lnTo>
                  <a:lnTo>
                    <a:pt x="5876086" y="623744"/>
                  </a:lnTo>
                  <a:lnTo>
                    <a:pt x="5876212" y="623744"/>
                  </a:lnTo>
                  <a:lnTo>
                    <a:pt x="5876338" y="623744"/>
                  </a:lnTo>
                  <a:lnTo>
                    <a:pt x="5876465" y="623744"/>
                  </a:lnTo>
                  <a:lnTo>
                    <a:pt x="5876591" y="623744"/>
                  </a:lnTo>
                  <a:lnTo>
                    <a:pt x="5876717" y="623744"/>
                  </a:lnTo>
                  <a:lnTo>
                    <a:pt x="5876843" y="623744"/>
                  </a:lnTo>
                  <a:lnTo>
                    <a:pt x="5876970" y="623744"/>
                  </a:lnTo>
                  <a:lnTo>
                    <a:pt x="5877096" y="623744"/>
                  </a:lnTo>
                  <a:lnTo>
                    <a:pt x="5877222" y="623744"/>
                  </a:lnTo>
                  <a:lnTo>
                    <a:pt x="5877348" y="623744"/>
                  </a:lnTo>
                  <a:lnTo>
                    <a:pt x="5877475" y="623744"/>
                  </a:lnTo>
                  <a:lnTo>
                    <a:pt x="5877601" y="623744"/>
                  </a:lnTo>
                  <a:lnTo>
                    <a:pt x="5877727" y="623744"/>
                  </a:lnTo>
                  <a:lnTo>
                    <a:pt x="5877853" y="623744"/>
                  </a:lnTo>
                  <a:lnTo>
                    <a:pt x="5877980" y="623744"/>
                  </a:lnTo>
                  <a:lnTo>
                    <a:pt x="5878106" y="623744"/>
                  </a:lnTo>
                  <a:lnTo>
                    <a:pt x="5878232" y="623744"/>
                  </a:lnTo>
                  <a:lnTo>
                    <a:pt x="5878358" y="623744"/>
                  </a:lnTo>
                  <a:lnTo>
                    <a:pt x="5878485" y="623744"/>
                  </a:lnTo>
                  <a:lnTo>
                    <a:pt x="5878611" y="623744"/>
                  </a:lnTo>
                  <a:lnTo>
                    <a:pt x="5878737" y="623744"/>
                  </a:lnTo>
                  <a:lnTo>
                    <a:pt x="5878863" y="623744"/>
                  </a:lnTo>
                  <a:lnTo>
                    <a:pt x="5878990" y="623744"/>
                  </a:lnTo>
                  <a:lnTo>
                    <a:pt x="5879116" y="623744"/>
                  </a:lnTo>
                  <a:lnTo>
                    <a:pt x="5879242" y="623744"/>
                  </a:lnTo>
                  <a:lnTo>
                    <a:pt x="5879368" y="623744"/>
                  </a:lnTo>
                  <a:lnTo>
                    <a:pt x="5879495" y="623744"/>
                  </a:lnTo>
                  <a:lnTo>
                    <a:pt x="5879621" y="623744"/>
                  </a:lnTo>
                  <a:lnTo>
                    <a:pt x="5879747" y="623744"/>
                  </a:lnTo>
                  <a:lnTo>
                    <a:pt x="5879873" y="623744"/>
                  </a:lnTo>
                  <a:lnTo>
                    <a:pt x="5880000" y="623744"/>
                  </a:lnTo>
                  <a:lnTo>
                    <a:pt x="5880126" y="623744"/>
                  </a:lnTo>
                  <a:lnTo>
                    <a:pt x="5880252" y="623744"/>
                  </a:lnTo>
                  <a:lnTo>
                    <a:pt x="5880378" y="623744"/>
                  </a:lnTo>
                  <a:lnTo>
                    <a:pt x="5880378" y="618833"/>
                  </a:lnTo>
                  <a:lnTo>
                    <a:pt x="5880505" y="618833"/>
                  </a:lnTo>
                  <a:lnTo>
                    <a:pt x="5880631" y="618833"/>
                  </a:lnTo>
                  <a:lnTo>
                    <a:pt x="5880757" y="618833"/>
                  </a:lnTo>
                  <a:lnTo>
                    <a:pt x="5880883" y="618833"/>
                  </a:lnTo>
                  <a:lnTo>
                    <a:pt x="5881010" y="618833"/>
                  </a:lnTo>
                  <a:lnTo>
                    <a:pt x="5881136" y="618833"/>
                  </a:lnTo>
                  <a:lnTo>
                    <a:pt x="5881262" y="618833"/>
                  </a:lnTo>
                  <a:lnTo>
                    <a:pt x="5881389" y="618833"/>
                  </a:lnTo>
                  <a:lnTo>
                    <a:pt x="5881515" y="618833"/>
                  </a:lnTo>
                  <a:lnTo>
                    <a:pt x="5881641" y="618833"/>
                  </a:lnTo>
                  <a:lnTo>
                    <a:pt x="5881767" y="618833"/>
                  </a:lnTo>
                  <a:lnTo>
                    <a:pt x="5881894" y="618833"/>
                  </a:lnTo>
                  <a:lnTo>
                    <a:pt x="5882020" y="618833"/>
                  </a:lnTo>
                  <a:lnTo>
                    <a:pt x="5882146" y="618833"/>
                  </a:lnTo>
                  <a:lnTo>
                    <a:pt x="5882272" y="618833"/>
                  </a:lnTo>
                  <a:lnTo>
                    <a:pt x="5882399" y="618833"/>
                  </a:lnTo>
                  <a:lnTo>
                    <a:pt x="5882525" y="618833"/>
                  </a:lnTo>
                  <a:lnTo>
                    <a:pt x="5882651" y="618833"/>
                  </a:lnTo>
                  <a:lnTo>
                    <a:pt x="5882777" y="618833"/>
                  </a:lnTo>
                  <a:lnTo>
                    <a:pt x="5882904" y="618833"/>
                  </a:lnTo>
                  <a:lnTo>
                    <a:pt x="5883030" y="618833"/>
                  </a:lnTo>
                  <a:lnTo>
                    <a:pt x="5883156" y="618833"/>
                  </a:lnTo>
                  <a:lnTo>
                    <a:pt x="5883282" y="618833"/>
                  </a:lnTo>
                  <a:lnTo>
                    <a:pt x="5883409" y="618833"/>
                  </a:lnTo>
                  <a:lnTo>
                    <a:pt x="5883535" y="618833"/>
                  </a:lnTo>
                  <a:lnTo>
                    <a:pt x="5883661" y="618833"/>
                  </a:lnTo>
                  <a:lnTo>
                    <a:pt x="5883787" y="618833"/>
                  </a:lnTo>
                  <a:lnTo>
                    <a:pt x="5883914" y="618833"/>
                  </a:lnTo>
                  <a:lnTo>
                    <a:pt x="5884040" y="618833"/>
                  </a:lnTo>
                  <a:lnTo>
                    <a:pt x="5884166" y="618833"/>
                  </a:lnTo>
                  <a:lnTo>
                    <a:pt x="5884292" y="618833"/>
                  </a:lnTo>
                  <a:lnTo>
                    <a:pt x="5884419" y="618833"/>
                  </a:lnTo>
                  <a:lnTo>
                    <a:pt x="5884545" y="618833"/>
                  </a:lnTo>
                  <a:lnTo>
                    <a:pt x="5884671" y="618833"/>
                  </a:lnTo>
                  <a:lnTo>
                    <a:pt x="5884797" y="618833"/>
                  </a:lnTo>
                  <a:lnTo>
                    <a:pt x="5884924" y="618833"/>
                  </a:lnTo>
                  <a:lnTo>
                    <a:pt x="5885050" y="618833"/>
                  </a:lnTo>
                  <a:lnTo>
                    <a:pt x="5885050" y="613921"/>
                  </a:lnTo>
                  <a:lnTo>
                    <a:pt x="5885176" y="613921"/>
                  </a:lnTo>
                  <a:lnTo>
                    <a:pt x="5885302" y="613921"/>
                  </a:lnTo>
                  <a:lnTo>
                    <a:pt x="5885429" y="613921"/>
                  </a:lnTo>
                  <a:lnTo>
                    <a:pt x="5885555" y="613921"/>
                  </a:lnTo>
                  <a:lnTo>
                    <a:pt x="5885681" y="613921"/>
                  </a:lnTo>
                  <a:lnTo>
                    <a:pt x="5885807" y="613921"/>
                  </a:lnTo>
                  <a:lnTo>
                    <a:pt x="5885934" y="613921"/>
                  </a:lnTo>
                  <a:lnTo>
                    <a:pt x="5886060" y="613921"/>
                  </a:lnTo>
                  <a:lnTo>
                    <a:pt x="5886186" y="613921"/>
                  </a:lnTo>
                  <a:lnTo>
                    <a:pt x="5886312" y="613921"/>
                  </a:lnTo>
                  <a:lnTo>
                    <a:pt x="5886439" y="613921"/>
                  </a:lnTo>
                  <a:lnTo>
                    <a:pt x="5886565" y="613921"/>
                  </a:lnTo>
                  <a:lnTo>
                    <a:pt x="5886691" y="613921"/>
                  </a:lnTo>
                  <a:lnTo>
                    <a:pt x="5886818" y="613921"/>
                  </a:lnTo>
                  <a:lnTo>
                    <a:pt x="5886944" y="613921"/>
                  </a:lnTo>
                  <a:lnTo>
                    <a:pt x="5887070" y="613921"/>
                  </a:lnTo>
                  <a:lnTo>
                    <a:pt x="5887196" y="613921"/>
                  </a:lnTo>
                  <a:lnTo>
                    <a:pt x="5887323" y="613921"/>
                  </a:lnTo>
                  <a:lnTo>
                    <a:pt x="5887449" y="613921"/>
                  </a:lnTo>
                  <a:lnTo>
                    <a:pt x="5887575" y="613921"/>
                  </a:lnTo>
                  <a:lnTo>
                    <a:pt x="5887701" y="613921"/>
                  </a:lnTo>
                  <a:lnTo>
                    <a:pt x="5887828" y="613921"/>
                  </a:lnTo>
                  <a:lnTo>
                    <a:pt x="5887954" y="613921"/>
                  </a:lnTo>
                  <a:lnTo>
                    <a:pt x="5888080" y="613921"/>
                  </a:lnTo>
                  <a:lnTo>
                    <a:pt x="5888206" y="613921"/>
                  </a:lnTo>
                  <a:lnTo>
                    <a:pt x="5888333" y="613921"/>
                  </a:lnTo>
                  <a:lnTo>
                    <a:pt x="5888459" y="613921"/>
                  </a:lnTo>
                  <a:lnTo>
                    <a:pt x="5888585" y="613921"/>
                  </a:lnTo>
                  <a:lnTo>
                    <a:pt x="5888711" y="613921"/>
                  </a:lnTo>
                  <a:lnTo>
                    <a:pt x="5888838" y="613921"/>
                  </a:lnTo>
                  <a:lnTo>
                    <a:pt x="5888964" y="613921"/>
                  </a:lnTo>
                  <a:lnTo>
                    <a:pt x="5889090" y="613921"/>
                  </a:lnTo>
                  <a:lnTo>
                    <a:pt x="5889216" y="613921"/>
                  </a:lnTo>
                  <a:lnTo>
                    <a:pt x="5889343" y="613921"/>
                  </a:lnTo>
                  <a:lnTo>
                    <a:pt x="5889469" y="613921"/>
                  </a:lnTo>
                  <a:lnTo>
                    <a:pt x="5889595" y="613921"/>
                  </a:lnTo>
                  <a:lnTo>
                    <a:pt x="5889721" y="613921"/>
                  </a:lnTo>
                  <a:lnTo>
                    <a:pt x="5889848" y="613921"/>
                  </a:lnTo>
                  <a:lnTo>
                    <a:pt x="5889974" y="613921"/>
                  </a:lnTo>
                  <a:lnTo>
                    <a:pt x="5890100" y="613921"/>
                  </a:lnTo>
                  <a:lnTo>
                    <a:pt x="5890226" y="613921"/>
                  </a:lnTo>
                  <a:lnTo>
                    <a:pt x="5890353" y="613921"/>
                  </a:lnTo>
                  <a:lnTo>
                    <a:pt x="5890479" y="613921"/>
                  </a:lnTo>
                  <a:lnTo>
                    <a:pt x="5890605" y="613921"/>
                  </a:lnTo>
                  <a:lnTo>
                    <a:pt x="5890731" y="613921"/>
                  </a:lnTo>
                  <a:lnTo>
                    <a:pt x="5890858" y="613921"/>
                  </a:lnTo>
                  <a:lnTo>
                    <a:pt x="5890984" y="613921"/>
                  </a:lnTo>
                  <a:lnTo>
                    <a:pt x="5891110" y="613921"/>
                  </a:lnTo>
                  <a:lnTo>
                    <a:pt x="5891236" y="613921"/>
                  </a:lnTo>
                  <a:lnTo>
                    <a:pt x="5891363" y="613921"/>
                  </a:lnTo>
                  <a:lnTo>
                    <a:pt x="5891489" y="613921"/>
                  </a:lnTo>
                  <a:lnTo>
                    <a:pt x="5891615" y="613921"/>
                  </a:lnTo>
                  <a:lnTo>
                    <a:pt x="5891742" y="613921"/>
                  </a:lnTo>
                  <a:lnTo>
                    <a:pt x="5891868" y="613921"/>
                  </a:lnTo>
                  <a:lnTo>
                    <a:pt x="5891994" y="613921"/>
                  </a:lnTo>
                  <a:lnTo>
                    <a:pt x="5892120" y="613921"/>
                  </a:lnTo>
                  <a:lnTo>
                    <a:pt x="5892247" y="613921"/>
                  </a:lnTo>
                  <a:lnTo>
                    <a:pt x="5892373" y="613921"/>
                  </a:lnTo>
                  <a:lnTo>
                    <a:pt x="5892499" y="613921"/>
                  </a:lnTo>
                  <a:lnTo>
                    <a:pt x="5892625" y="613921"/>
                  </a:lnTo>
                  <a:lnTo>
                    <a:pt x="5892752" y="613921"/>
                  </a:lnTo>
                  <a:lnTo>
                    <a:pt x="5892878" y="613921"/>
                  </a:lnTo>
                  <a:lnTo>
                    <a:pt x="5893004" y="613921"/>
                  </a:lnTo>
                  <a:lnTo>
                    <a:pt x="5893130" y="613921"/>
                  </a:lnTo>
                  <a:lnTo>
                    <a:pt x="5893257" y="613921"/>
                  </a:lnTo>
                  <a:lnTo>
                    <a:pt x="5893383" y="613921"/>
                  </a:lnTo>
                  <a:lnTo>
                    <a:pt x="5893509" y="613921"/>
                  </a:lnTo>
                  <a:lnTo>
                    <a:pt x="5893635" y="613921"/>
                  </a:lnTo>
                  <a:lnTo>
                    <a:pt x="5893762" y="613921"/>
                  </a:lnTo>
                  <a:lnTo>
                    <a:pt x="5893888" y="613921"/>
                  </a:lnTo>
                  <a:lnTo>
                    <a:pt x="5894014" y="613921"/>
                  </a:lnTo>
                  <a:lnTo>
                    <a:pt x="5894140" y="613921"/>
                  </a:lnTo>
                  <a:lnTo>
                    <a:pt x="5894267" y="613921"/>
                  </a:lnTo>
                  <a:lnTo>
                    <a:pt x="5894393" y="613921"/>
                  </a:lnTo>
                  <a:lnTo>
                    <a:pt x="5894519" y="613921"/>
                  </a:lnTo>
                  <a:lnTo>
                    <a:pt x="5894645" y="613921"/>
                  </a:lnTo>
                  <a:lnTo>
                    <a:pt x="5894772" y="613921"/>
                  </a:lnTo>
                  <a:lnTo>
                    <a:pt x="5894898" y="613921"/>
                  </a:lnTo>
                  <a:lnTo>
                    <a:pt x="5895024" y="613921"/>
                  </a:lnTo>
                  <a:lnTo>
                    <a:pt x="5895150" y="613921"/>
                  </a:lnTo>
                  <a:lnTo>
                    <a:pt x="5895277" y="613921"/>
                  </a:lnTo>
                  <a:lnTo>
                    <a:pt x="5895403" y="613921"/>
                  </a:lnTo>
                  <a:lnTo>
                    <a:pt x="5895529" y="613921"/>
                  </a:lnTo>
                  <a:lnTo>
                    <a:pt x="5895655" y="613921"/>
                  </a:lnTo>
                  <a:lnTo>
                    <a:pt x="5895782" y="613921"/>
                  </a:lnTo>
                  <a:lnTo>
                    <a:pt x="5895908" y="613921"/>
                  </a:lnTo>
                  <a:lnTo>
                    <a:pt x="5896034" y="613921"/>
                  </a:lnTo>
                  <a:lnTo>
                    <a:pt x="5896160" y="613921"/>
                  </a:lnTo>
                  <a:lnTo>
                    <a:pt x="5896287" y="613921"/>
                  </a:lnTo>
                  <a:lnTo>
                    <a:pt x="5896413" y="613921"/>
                  </a:lnTo>
                  <a:lnTo>
                    <a:pt x="5896539" y="613921"/>
                  </a:lnTo>
                  <a:lnTo>
                    <a:pt x="5896665" y="613921"/>
                  </a:lnTo>
                  <a:lnTo>
                    <a:pt x="5896792" y="613921"/>
                  </a:lnTo>
                  <a:lnTo>
                    <a:pt x="5896918" y="613921"/>
                  </a:lnTo>
                  <a:lnTo>
                    <a:pt x="5897044" y="613921"/>
                  </a:lnTo>
                  <a:lnTo>
                    <a:pt x="5897171" y="613921"/>
                  </a:lnTo>
                  <a:lnTo>
                    <a:pt x="5897297" y="613921"/>
                  </a:lnTo>
                  <a:lnTo>
                    <a:pt x="5897423" y="613921"/>
                  </a:lnTo>
                  <a:lnTo>
                    <a:pt x="5897549" y="613921"/>
                  </a:lnTo>
                  <a:lnTo>
                    <a:pt x="5897676" y="613921"/>
                  </a:lnTo>
                  <a:lnTo>
                    <a:pt x="5897802" y="613921"/>
                  </a:lnTo>
                  <a:lnTo>
                    <a:pt x="5897928" y="613921"/>
                  </a:lnTo>
                  <a:lnTo>
                    <a:pt x="5898054" y="613921"/>
                  </a:lnTo>
                  <a:lnTo>
                    <a:pt x="5898181" y="613921"/>
                  </a:lnTo>
                  <a:lnTo>
                    <a:pt x="5898307" y="613921"/>
                  </a:lnTo>
                  <a:lnTo>
                    <a:pt x="5898433" y="613921"/>
                  </a:lnTo>
                  <a:lnTo>
                    <a:pt x="5898559" y="613921"/>
                  </a:lnTo>
                  <a:lnTo>
                    <a:pt x="5898686" y="613921"/>
                  </a:lnTo>
                  <a:lnTo>
                    <a:pt x="5898812" y="613921"/>
                  </a:lnTo>
                  <a:lnTo>
                    <a:pt x="5898938" y="613921"/>
                  </a:lnTo>
                  <a:lnTo>
                    <a:pt x="5899064" y="613921"/>
                  </a:lnTo>
                  <a:lnTo>
                    <a:pt x="5899191" y="613921"/>
                  </a:lnTo>
                  <a:lnTo>
                    <a:pt x="5899317" y="613921"/>
                  </a:lnTo>
                  <a:lnTo>
                    <a:pt x="5899443" y="613921"/>
                  </a:lnTo>
                  <a:lnTo>
                    <a:pt x="5899569" y="613921"/>
                  </a:lnTo>
                  <a:lnTo>
                    <a:pt x="5899696" y="613921"/>
                  </a:lnTo>
                  <a:lnTo>
                    <a:pt x="5899822" y="613921"/>
                  </a:lnTo>
                  <a:lnTo>
                    <a:pt x="5899948" y="613921"/>
                  </a:lnTo>
                  <a:lnTo>
                    <a:pt x="5900074" y="613921"/>
                  </a:lnTo>
                  <a:lnTo>
                    <a:pt x="5900074" y="609010"/>
                  </a:lnTo>
                  <a:lnTo>
                    <a:pt x="5900201" y="609010"/>
                  </a:lnTo>
                  <a:lnTo>
                    <a:pt x="5900327" y="609010"/>
                  </a:lnTo>
                  <a:lnTo>
                    <a:pt x="5900453" y="609010"/>
                  </a:lnTo>
                  <a:lnTo>
                    <a:pt x="5900579" y="609010"/>
                  </a:lnTo>
                  <a:lnTo>
                    <a:pt x="5900706" y="609010"/>
                  </a:lnTo>
                  <a:lnTo>
                    <a:pt x="5900832" y="609010"/>
                  </a:lnTo>
                  <a:lnTo>
                    <a:pt x="5900958" y="609010"/>
                  </a:lnTo>
                  <a:lnTo>
                    <a:pt x="5901084" y="609010"/>
                  </a:lnTo>
                  <a:lnTo>
                    <a:pt x="5901211" y="609010"/>
                  </a:lnTo>
                  <a:lnTo>
                    <a:pt x="5901337" y="609010"/>
                  </a:lnTo>
                  <a:lnTo>
                    <a:pt x="5901463" y="609010"/>
                  </a:lnTo>
                  <a:lnTo>
                    <a:pt x="5901589" y="609010"/>
                  </a:lnTo>
                  <a:lnTo>
                    <a:pt x="5901716" y="609010"/>
                  </a:lnTo>
                  <a:lnTo>
                    <a:pt x="5901842" y="609010"/>
                  </a:lnTo>
                  <a:lnTo>
                    <a:pt x="5901968" y="609010"/>
                  </a:lnTo>
                  <a:lnTo>
                    <a:pt x="5902095" y="609010"/>
                  </a:lnTo>
                  <a:lnTo>
                    <a:pt x="5902221" y="609010"/>
                  </a:lnTo>
                  <a:lnTo>
                    <a:pt x="5902347" y="609010"/>
                  </a:lnTo>
                  <a:lnTo>
                    <a:pt x="5902473" y="609010"/>
                  </a:lnTo>
                  <a:lnTo>
                    <a:pt x="5902600" y="609010"/>
                  </a:lnTo>
                  <a:lnTo>
                    <a:pt x="5902726" y="609010"/>
                  </a:lnTo>
                  <a:lnTo>
                    <a:pt x="5902852" y="609010"/>
                  </a:lnTo>
                  <a:lnTo>
                    <a:pt x="5902978" y="609010"/>
                  </a:lnTo>
                  <a:lnTo>
                    <a:pt x="5903105" y="609010"/>
                  </a:lnTo>
                  <a:lnTo>
                    <a:pt x="5903231" y="609010"/>
                  </a:lnTo>
                  <a:lnTo>
                    <a:pt x="5903357" y="609010"/>
                  </a:lnTo>
                  <a:lnTo>
                    <a:pt x="5903483" y="609010"/>
                  </a:lnTo>
                  <a:lnTo>
                    <a:pt x="5903610" y="609010"/>
                  </a:lnTo>
                  <a:lnTo>
                    <a:pt x="5903736" y="609010"/>
                  </a:lnTo>
                  <a:lnTo>
                    <a:pt x="5903862" y="609010"/>
                  </a:lnTo>
                  <a:lnTo>
                    <a:pt x="5903988" y="609010"/>
                  </a:lnTo>
                  <a:lnTo>
                    <a:pt x="5904115" y="609010"/>
                  </a:lnTo>
                  <a:lnTo>
                    <a:pt x="5904241" y="609010"/>
                  </a:lnTo>
                  <a:lnTo>
                    <a:pt x="5904367" y="609010"/>
                  </a:lnTo>
                  <a:lnTo>
                    <a:pt x="5904493" y="609010"/>
                  </a:lnTo>
                  <a:lnTo>
                    <a:pt x="5904620" y="609010"/>
                  </a:lnTo>
                  <a:lnTo>
                    <a:pt x="5904746" y="609010"/>
                  </a:lnTo>
                  <a:lnTo>
                    <a:pt x="5904872" y="609010"/>
                  </a:lnTo>
                  <a:lnTo>
                    <a:pt x="5904998" y="609010"/>
                  </a:lnTo>
                  <a:lnTo>
                    <a:pt x="5905125" y="609010"/>
                  </a:lnTo>
                  <a:lnTo>
                    <a:pt x="5905251" y="609010"/>
                  </a:lnTo>
                  <a:lnTo>
                    <a:pt x="5905377" y="609010"/>
                  </a:lnTo>
                  <a:lnTo>
                    <a:pt x="5905503" y="609010"/>
                  </a:lnTo>
                  <a:lnTo>
                    <a:pt x="5905630" y="609010"/>
                  </a:lnTo>
                  <a:lnTo>
                    <a:pt x="5905756" y="609010"/>
                  </a:lnTo>
                  <a:lnTo>
                    <a:pt x="5905882" y="609010"/>
                  </a:lnTo>
                  <a:lnTo>
                    <a:pt x="5906008" y="609010"/>
                  </a:lnTo>
                  <a:lnTo>
                    <a:pt x="5906135" y="609010"/>
                  </a:lnTo>
                  <a:lnTo>
                    <a:pt x="5906261" y="609010"/>
                  </a:lnTo>
                  <a:lnTo>
                    <a:pt x="5906387" y="609010"/>
                  </a:lnTo>
                  <a:lnTo>
                    <a:pt x="5906513" y="609010"/>
                  </a:lnTo>
                  <a:lnTo>
                    <a:pt x="5906640" y="609010"/>
                  </a:lnTo>
                  <a:lnTo>
                    <a:pt x="5906766" y="609010"/>
                  </a:lnTo>
                  <a:lnTo>
                    <a:pt x="5906892" y="609010"/>
                  </a:lnTo>
                  <a:lnTo>
                    <a:pt x="5907018" y="609010"/>
                  </a:lnTo>
                  <a:lnTo>
                    <a:pt x="5907145" y="609010"/>
                  </a:lnTo>
                  <a:lnTo>
                    <a:pt x="5907271" y="609010"/>
                  </a:lnTo>
                  <a:lnTo>
                    <a:pt x="5907397" y="609010"/>
                  </a:lnTo>
                  <a:lnTo>
                    <a:pt x="5907524" y="609010"/>
                  </a:lnTo>
                  <a:lnTo>
                    <a:pt x="5907650" y="609010"/>
                  </a:lnTo>
                  <a:lnTo>
                    <a:pt x="5907776" y="609010"/>
                  </a:lnTo>
                  <a:lnTo>
                    <a:pt x="5907902" y="609010"/>
                  </a:lnTo>
                  <a:lnTo>
                    <a:pt x="5908029" y="609010"/>
                  </a:lnTo>
                  <a:lnTo>
                    <a:pt x="5908155" y="609010"/>
                  </a:lnTo>
                  <a:lnTo>
                    <a:pt x="5908281" y="609010"/>
                  </a:lnTo>
                  <a:lnTo>
                    <a:pt x="5908407" y="609010"/>
                  </a:lnTo>
                  <a:lnTo>
                    <a:pt x="5908534" y="609010"/>
                  </a:lnTo>
                  <a:lnTo>
                    <a:pt x="5908660" y="609010"/>
                  </a:lnTo>
                  <a:lnTo>
                    <a:pt x="5908786" y="609010"/>
                  </a:lnTo>
                  <a:lnTo>
                    <a:pt x="5908912" y="609010"/>
                  </a:lnTo>
                  <a:lnTo>
                    <a:pt x="5909039" y="609010"/>
                  </a:lnTo>
                  <a:lnTo>
                    <a:pt x="5909165" y="609010"/>
                  </a:lnTo>
                  <a:lnTo>
                    <a:pt x="5909291" y="609010"/>
                  </a:lnTo>
                  <a:lnTo>
                    <a:pt x="5909417" y="609010"/>
                  </a:lnTo>
                  <a:lnTo>
                    <a:pt x="5909544" y="609010"/>
                  </a:lnTo>
                  <a:lnTo>
                    <a:pt x="5909670" y="609010"/>
                  </a:lnTo>
                  <a:lnTo>
                    <a:pt x="5909796" y="609010"/>
                  </a:lnTo>
                  <a:lnTo>
                    <a:pt x="5909922" y="609010"/>
                  </a:lnTo>
                  <a:lnTo>
                    <a:pt x="5910049" y="609010"/>
                  </a:lnTo>
                  <a:lnTo>
                    <a:pt x="5910175" y="609010"/>
                  </a:lnTo>
                  <a:lnTo>
                    <a:pt x="5910301" y="609010"/>
                  </a:lnTo>
                  <a:lnTo>
                    <a:pt x="5910427" y="609010"/>
                  </a:lnTo>
                  <a:lnTo>
                    <a:pt x="5910554" y="609010"/>
                  </a:lnTo>
                  <a:lnTo>
                    <a:pt x="5910680" y="609010"/>
                  </a:lnTo>
                  <a:lnTo>
                    <a:pt x="5910806" y="609010"/>
                  </a:lnTo>
                  <a:lnTo>
                    <a:pt x="5910932" y="609010"/>
                  </a:lnTo>
                  <a:lnTo>
                    <a:pt x="5911059" y="609010"/>
                  </a:lnTo>
                  <a:lnTo>
                    <a:pt x="5911185" y="609010"/>
                  </a:lnTo>
                  <a:lnTo>
                    <a:pt x="5911311" y="609010"/>
                  </a:lnTo>
                  <a:lnTo>
                    <a:pt x="5911437" y="609010"/>
                  </a:lnTo>
                  <a:lnTo>
                    <a:pt x="5911564" y="609010"/>
                  </a:lnTo>
                  <a:lnTo>
                    <a:pt x="5911690" y="609010"/>
                  </a:lnTo>
                  <a:lnTo>
                    <a:pt x="5911816" y="609010"/>
                  </a:lnTo>
                  <a:lnTo>
                    <a:pt x="5911942" y="609010"/>
                  </a:lnTo>
                  <a:lnTo>
                    <a:pt x="5912069" y="609010"/>
                  </a:lnTo>
                  <a:lnTo>
                    <a:pt x="5912195" y="609010"/>
                  </a:lnTo>
                  <a:lnTo>
                    <a:pt x="5912321" y="609010"/>
                  </a:lnTo>
                  <a:lnTo>
                    <a:pt x="5912448" y="609010"/>
                  </a:lnTo>
                  <a:lnTo>
                    <a:pt x="5912574" y="609010"/>
                  </a:lnTo>
                  <a:lnTo>
                    <a:pt x="5912574" y="604099"/>
                  </a:lnTo>
                  <a:lnTo>
                    <a:pt x="5912700" y="604099"/>
                  </a:lnTo>
                  <a:lnTo>
                    <a:pt x="5912826" y="604099"/>
                  </a:lnTo>
                  <a:lnTo>
                    <a:pt x="5912953" y="604099"/>
                  </a:lnTo>
                  <a:lnTo>
                    <a:pt x="5913079" y="604099"/>
                  </a:lnTo>
                  <a:lnTo>
                    <a:pt x="5913205" y="604099"/>
                  </a:lnTo>
                  <a:lnTo>
                    <a:pt x="5913331" y="604099"/>
                  </a:lnTo>
                  <a:lnTo>
                    <a:pt x="5913458" y="604099"/>
                  </a:lnTo>
                  <a:lnTo>
                    <a:pt x="5913584" y="604099"/>
                  </a:lnTo>
                  <a:lnTo>
                    <a:pt x="5913710" y="604099"/>
                  </a:lnTo>
                  <a:lnTo>
                    <a:pt x="5913836" y="604099"/>
                  </a:lnTo>
                  <a:lnTo>
                    <a:pt x="5913963" y="604099"/>
                  </a:lnTo>
                  <a:lnTo>
                    <a:pt x="5914089" y="604099"/>
                  </a:lnTo>
                  <a:lnTo>
                    <a:pt x="5914215" y="604099"/>
                  </a:lnTo>
                  <a:lnTo>
                    <a:pt x="5914341" y="604099"/>
                  </a:lnTo>
                  <a:lnTo>
                    <a:pt x="5914468" y="604099"/>
                  </a:lnTo>
                  <a:lnTo>
                    <a:pt x="5914594" y="604099"/>
                  </a:lnTo>
                  <a:lnTo>
                    <a:pt x="5914720" y="604099"/>
                  </a:lnTo>
                  <a:lnTo>
                    <a:pt x="5914846" y="604099"/>
                  </a:lnTo>
                  <a:lnTo>
                    <a:pt x="5914973" y="604099"/>
                  </a:lnTo>
                  <a:lnTo>
                    <a:pt x="5915099" y="604099"/>
                  </a:lnTo>
                  <a:lnTo>
                    <a:pt x="5915225" y="604099"/>
                  </a:lnTo>
                  <a:lnTo>
                    <a:pt x="5915351" y="604099"/>
                  </a:lnTo>
                  <a:lnTo>
                    <a:pt x="5915478" y="604099"/>
                  </a:lnTo>
                  <a:lnTo>
                    <a:pt x="5915604" y="604099"/>
                  </a:lnTo>
                  <a:lnTo>
                    <a:pt x="5915730" y="604099"/>
                  </a:lnTo>
                  <a:lnTo>
                    <a:pt x="5915856" y="604099"/>
                  </a:lnTo>
                  <a:lnTo>
                    <a:pt x="5915983" y="604099"/>
                  </a:lnTo>
                  <a:lnTo>
                    <a:pt x="5916109" y="604099"/>
                  </a:lnTo>
                  <a:lnTo>
                    <a:pt x="5916235" y="604099"/>
                  </a:lnTo>
                  <a:lnTo>
                    <a:pt x="5916361" y="604099"/>
                  </a:lnTo>
                  <a:lnTo>
                    <a:pt x="5916488" y="604099"/>
                  </a:lnTo>
                  <a:lnTo>
                    <a:pt x="5916614" y="604099"/>
                  </a:lnTo>
                  <a:lnTo>
                    <a:pt x="5916740" y="604099"/>
                  </a:lnTo>
                  <a:lnTo>
                    <a:pt x="5916866" y="604099"/>
                  </a:lnTo>
                  <a:lnTo>
                    <a:pt x="5916993" y="604099"/>
                  </a:lnTo>
                  <a:lnTo>
                    <a:pt x="5917119" y="604099"/>
                  </a:lnTo>
                  <a:lnTo>
                    <a:pt x="5917245" y="604099"/>
                  </a:lnTo>
                  <a:lnTo>
                    <a:pt x="5917371" y="604099"/>
                  </a:lnTo>
                  <a:lnTo>
                    <a:pt x="5917498" y="604099"/>
                  </a:lnTo>
                  <a:lnTo>
                    <a:pt x="5917624" y="604099"/>
                  </a:lnTo>
                  <a:lnTo>
                    <a:pt x="5917750" y="604099"/>
                  </a:lnTo>
                  <a:lnTo>
                    <a:pt x="5917877" y="604099"/>
                  </a:lnTo>
                  <a:lnTo>
                    <a:pt x="5918003" y="604099"/>
                  </a:lnTo>
                  <a:lnTo>
                    <a:pt x="5918129" y="604099"/>
                  </a:lnTo>
                  <a:lnTo>
                    <a:pt x="5918255" y="604099"/>
                  </a:lnTo>
                  <a:lnTo>
                    <a:pt x="5918382" y="604099"/>
                  </a:lnTo>
                  <a:lnTo>
                    <a:pt x="5918508" y="604099"/>
                  </a:lnTo>
                  <a:lnTo>
                    <a:pt x="5918634" y="604099"/>
                  </a:lnTo>
                  <a:lnTo>
                    <a:pt x="5918760" y="604099"/>
                  </a:lnTo>
                  <a:lnTo>
                    <a:pt x="5918887" y="604099"/>
                  </a:lnTo>
                  <a:lnTo>
                    <a:pt x="5919013" y="604099"/>
                  </a:lnTo>
                  <a:lnTo>
                    <a:pt x="5919139" y="604099"/>
                  </a:lnTo>
                  <a:lnTo>
                    <a:pt x="5919265" y="604099"/>
                  </a:lnTo>
                  <a:lnTo>
                    <a:pt x="5919392" y="604099"/>
                  </a:lnTo>
                  <a:lnTo>
                    <a:pt x="5919518" y="604099"/>
                  </a:lnTo>
                  <a:lnTo>
                    <a:pt x="5919644" y="604099"/>
                  </a:lnTo>
                  <a:lnTo>
                    <a:pt x="5919770" y="604099"/>
                  </a:lnTo>
                  <a:lnTo>
                    <a:pt x="5919897" y="604099"/>
                  </a:lnTo>
                  <a:lnTo>
                    <a:pt x="5920023" y="604099"/>
                  </a:lnTo>
                  <a:lnTo>
                    <a:pt x="5920149" y="604099"/>
                  </a:lnTo>
                  <a:lnTo>
                    <a:pt x="5920275" y="604099"/>
                  </a:lnTo>
                  <a:lnTo>
                    <a:pt x="5920402" y="604099"/>
                  </a:lnTo>
                  <a:lnTo>
                    <a:pt x="5920528" y="604099"/>
                  </a:lnTo>
                  <a:lnTo>
                    <a:pt x="5920654" y="604099"/>
                  </a:lnTo>
                  <a:lnTo>
                    <a:pt x="5920780" y="604099"/>
                  </a:lnTo>
                  <a:lnTo>
                    <a:pt x="5920907" y="604099"/>
                  </a:lnTo>
                  <a:lnTo>
                    <a:pt x="5921033" y="604099"/>
                  </a:lnTo>
                  <a:lnTo>
                    <a:pt x="5921159" y="604099"/>
                  </a:lnTo>
                  <a:lnTo>
                    <a:pt x="5921285" y="604099"/>
                  </a:lnTo>
                  <a:lnTo>
                    <a:pt x="5921412" y="604099"/>
                  </a:lnTo>
                  <a:lnTo>
                    <a:pt x="5921538" y="604099"/>
                  </a:lnTo>
                  <a:lnTo>
                    <a:pt x="5921664" y="604099"/>
                  </a:lnTo>
                  <a:lnTo>
                    <a:pt x="5921790" y="604099"/>
                  </a:lnTo>
                  <a:lnTo>
                    <a:pt x="5921917" y="604099"/>
                  </a:lnTo>
                  <a:lnTo>
                    <a:pt x="5922043" y="604099"/>
                  </a:lnTo>
                  <a:lnTo>
                    <a:pt x="5922169" y="604099"/>
                  </a:lnTo>
                  <a:lnTo>
                    <a:pt x="5922295" y="604099"/>
                  </a:lnTo>
                  <a:lnTo>
                    <a:pt x="5922422" y="604099"/>
                  </a:lnTo>
                  <a:lnTo>
                    <a:pt x="5922548" y="604099"/>
                  </a:lnTo>
                  <a:lnTo>
                    <a:pt x="5922674" y="604099"/>
                  </a:lnTo>
                  <a:lnTo>
                    <a:pt x="5922801" y="604099"/>
                  </a:lnTo>
                  <a:lnTo>
                    <a:pt x="5922927" y="604099"/>
                  </a:lnTo>
                  <a:lnTo>
                    <a:pt x="5923053" y="604099"/>
                  </a:lnTo>
                  <a:lnTo>
                    <a:pt x="5923179" y="604099"/>
                  </a:lnTo>
                  <a:lnTo>
                    <a:pt x="5923306" y="604099"/>
                  </a:lnTo>
                  <a:lnTo>
                    <a:pt x="5923432" y="604099"/>
                  </a:lnTo>
                  <a:lnTo>
                    <a:pt x="5923558" y="604099"/>
                  </a:lnTo>
                  <a:lnTo>
                    <a:pt x="5923684" y="604099"/>
                  </a:lnTo>
                  <a:lnTo>
                    <a:pt x="5923811" y="604099"/>
                  </a:lnTo>
                  <a:lnTo>
                    <a:pt x="5923937" y="604099"/>
                  </a:lnTo>
                  <a:lnTo>
                    <a:pt x="5924063" y="604099"/>
                  </a:lnTo>
                  <a:lnTo>
                    <a:pt x="5924189" y="604099"/>
                  </a:lnTo>
                  <a:lnTo>
                    <a:pt x="5924316" y="604099"/>
                  </a:lnTo>
                  <a:lnTo>
                    <a:pt x="5924442" y="604099"/>
                  </a:lnTo>
                  <a:lnTo>
                    <a:pt x="5924568" y="604099"/>
                  </a:lnTo>
                  <a:lnTo>
                    <a:pt x="5924694" y="604099"/>
                  </a:lnTo>
                  <a:lnTo>
                    <a:pt x="5924821" y="604099"/>
                  </a:lnTo>
                  <a:lnTo>
                    <a:pt x="5924821" y="599187"/>
                  </a:lnTo>
                  <a:lnTo>
                    <a:pt x="5924947" y="599187"/>
                  </a:lnTo>
                  <a:lnTo>
                    <a:pt x="5925073" y="599187"/>
                  </a:lnTo>
                  <a:lnTo>
                    <a:pt x="5925199" y="599187"/>
                  </a:lnTo>
                  <a:lnTo>
                    <a:pt x="5925326" y="599187"/>
                  </a:lnTo>
                  <a:lnTo>
                    <a:pt x="5925452" y="599187"/>
                  </a:lnTo>
                  <a:lnTo>
                    <a:pt x="5925578" y="599187"/>
                  </a:lnTo>
                  <a:lnTo>
                    <a:pt x="5925704" y="599187"/>
                  </a:lnTo>
                  <a:lnTo>
                    <a:pt x="5925831" y="599187"/>
                  </a:lnTo>
                  <a:lnTo>
                    <a:pt x="5925957" y="599187"/>
                  </a:lnTo>
                  <a:lnTo>
                    <a:pt x="5926083" y="599187"/>
                  </a:lnTo>
                  <a:lnTo>
                    <a:pt x="5926209" y="599187"/>
                  </a:lnTo>
                  <a:lnTo>
                    <a:pt x="5926336" y="599187"/>
                  </a:lnTo>
                  <a:lnTo>
                    <a:pt x="5926462" y="599187"/>
                  </a:lnTo>
                  <a:lnTo>
                    <a:pt x="5926588" y="599187"/>
                  </a:lnTo>
                  <a:lnTo>
                    <a:pt x="5926714" y="599187"/>
                  </a:lnTo>
                  <a:lnTo>
                    <a:pt x="5926714" y="594276"/>
                  </a:lnTo>
                  <a:lnTo>
                    <a:pt x="5926841" y="594276"/>
                  </a:lnTo>
                  <a:lnTo>
                    <a:pt x="5926967" y="594276"/>
                  </a:lnTo>
                  <a:lnTo>
                    <a:pt x="5927093" y="594276"/>
                  </a:lnTo>
                  <a:lnTo>
                    <a:pt x="5927219" y="594276"/>
                  </a:lnTo>
                  <a:lnTo>
                    <a:pt x="5927346" y="594276"/>
                  </a:lnTo>
                  <a:lnTo>
                    <a:pt x="5927472" y="594276"/>
                  </a:lnTo>
                  <a:lnTo>
                    <a:pt x="5927598" y="594276"/>
                  </a:lnTo>
                  <a:lnTo>
                    <a:pt x="5927724" y="594276"/>
                  </a:lnTo>
                  <a:lnTo>
                    <a:pt x="5927851" y="594276"/>
                  </a:lnTo>
                  <a:lnTo>
                    <a:pt x="5927977" y="594276"/>
                  </a:lnTo>
                  <a:lnTo>
                    <a:pt x="5928103" y="594276"/>
                  </a:lnTo>
                  <a:lnTo>
                    <a:pt x="5928230" y="594276"/>
                  </a:lnTo>
                  <a:lnTo>
                    <a:pt x="5928356" y="594276"/>
                  </a:lnTo>
                  <a:lnTo>
                    <a:pt x="5928482" y="594276"/>
                  </a:lnTo>
                  <a:lnTo>
                    <a:pt x="5928608" y="594276"/>
                  </a:lnTo>
                  <a:lnTo>
                    <a:pt x="5928735" y="594276"/>
                  </a:lnTo>
                  <a:lnTo>
                    <a:pt x="5928861" y="594276"/>
                  </a:lnTo>
                  <a:lnTo>
                    <a:pt x="5928987" y="594276"/>
                  </a:lnTo>
                  <a:lnTo>
                    <a:pt x="5929113" y="594276"/>
                  </a:lnTo>
                  <a:lnTo>
                    <a:pt x="5929240" y="594276"/>
                  </a:lnTo>
                  <a:lnTo>
                    <a:pt x="5929366" y="594276"/>
                  </a:lnTo>
                  <a:lnTo>
                    <a:pt x="5929492" y="594276"/>
                  </a:lnTo>
                  <a:lnTo>
                    <a:pt x="5929618" y="594276"/>
                  </a:lnTo>
                  <a:lnTo>
                    <a:pt x="5929745" y="594276"/>
                  </a:lnTo>
                  <a:lnTo>
                    <a:pt x="5929871" y="594276"/>
                  </a:lnTo>
                  <a:lnTo>
                    <a:pt x="5929997" y="594276"/>
                  </a:lnTo>
                  <a:lnTo>
                    <a:pt x="5930123" y="594276"/>
                  </a:lnTo>
                  <a:lnTo>
                    <a:pt x="5930250" y="594276"/>
                  </a:lnTo>
                  <a:lnTo>
                    <a:pt x="5930376" y="594276"/>
                  </a:lnTo>
                  <a:lnTo>
                    <a:pt x="5930502" y="594276"/>
                  </a:lnTo>
                  <a:lnTo>
                    <a:pt x="5930628" y="594276"/>
                  </a:lnTo>
                  <a:lnTo>
                    <a:pt x="5930755" y="594276"/>
                  </a:lnTo>
                  <a:lnTo>
                    <a:pt x="5930881" y="594276"/>
                  </a:lnTo>
                  <a:lnTo>
                    <a:pt x="5931007" y="594276"/>
                  </a:lnTo>
                  <a:lnTo>
                    <a:pt x="5931133" y="594276"/>
                  </a:lnTo>
                  <a:lnTo>
                    <a:pt x="5931260" y="594276"/>
                  </a:lnTo>
                  <a:lnTo>
                    <a:pt x="5931386" y="594276"/>
                  </a:lnTo>
                  <a:lnTo>
                    <a:pt x="5931512" y="594276"/>
                  </a:lnTo>
                  <a:lnTo>
                    <a:pt x="5931638" y="594276"/>
                  </a:lnTo>
                  <a:lnTo>
                    <a:pt x="5931765" y="594276"/>
                  </a:lnTo>
                  <a:lnTo>
                    <a:pt x="5931891" y="594276"/>
                  </a:lnTo>
                  <a:lnTo>
                    <a:pt x="5932017" y="594276"/>
                  </a:lnTo>
                  <a:lnTo>
                    <a:pt x="5932143" y="594276"/>
                  </a:lnTo>
                  <a:lnTo>
                    <a:pt x="5932270" y="594276"/>
                  </a:lnTo>
                  <a:lnTo>
                    <a:pt x="5932396" y="594276"/>
                  </a:lnTo>
                  <a:lnTo>
                    <a:pt x="5932522" y="594276"/>
                  </a:lnTo>
                  <a:lnTo>
                    <a:pt x="5932648" y="594276"/>
                  </a:lnTo>
                  <a:lnTo>
                    <a:pt x="5932775" y="594276"/>
                  </a:lnTo>
                  <a:lnTo>
                    <a:pt x="5932901" y="594276"/>
                  </a:lnTo>
                  <a:lnTo>
                    <a:pt x="5933027" y="594276"/>
                  </a:lnTo>
                  <a:lnTo>
                    <a:pt x="5933154" y="594276"/>
                  </a:lnTo>
                  <a:lnTo>
                    <a:pt x="5933280" y="594276"/>
                  </a:lnTo>
                  <a:lnTo>
                    <a:pt x="5933406" y="594276"/>
                  </a:lnTo>
                  <a:lnTo>
                    <a:pt x="5933532" y="594276"/>
                  </a:lnTo>
                  <a:lnTo>
                    <a:pt x="5933659" y="594276"/>
                  </a:lnTo>
                  <a:lnTo>
                    <a:pt x="5933785" y="594276"/>
                  </a:lnTo>
                  <a:lnTo>
                    <a:pt x="5933911" y="594276"/>
                  </a:lnTo>
                  <a:lnTo>
                    <a:pt x="5934037" y="594276"/>
                  </a:lnTo>
                  <a:lnTo>
                    <a:pt x="5934164" y="594276"/>
                  </a:lnTo>
                  <a:lnTo>
                    <a:pt x="5934290" y="594276"/>
                  </a:lnTo>
                  <a:lnTo>
                    <a:pt x="5934416" y="594276"/>
                  </a:lnTo>
                  <a:lnTo>
                    <a:pt x="5934542" y="594276"/>
                  </a:lnTo>
                  <a:lnTo>
                    <a:pt x="5934669" y="594276"/>
                  </a:lnTo>
                  <a:lnTo>
                    <a:pt x="5934795" y="594276"/>
                  </a:lnTo>
                  <a:lnTo>
                    <a:pt x="5934921" y="594276"/>
                  </a:lnTo>
                  <a:lnTo>
                    <a:pt x="5935047" y="594276"/>
                  </a:lnTo>
                  <a:lnTo>
                    <a:pt x="5935174" y="594276"/>
                  </a:lnTo>
                  <a:lnTo>
                    <a:pt x="5935300" y="594276"/>
                  </a:lnTo>
                  <a:lnTo>
                    <a:pt x="5935426" y="594276"/>
                  </a:lnTo>
                  <a:lnTo>
                    <a:pt x="5935552" y="594276"/>
                  </a:lnTo>
                  <a:lnTo>
                    <a:pt x="5935679" y="594276"/>
                  </a:lnTo>
                  <a:lnTo>
                    <a:pt x="5935805" y="594276"/>
                  </a:lnTo>
                  <a:lnTo>
                    <a:pt x="5935931" y="594276"/>
                  </a:lnTo>
                  <a:lnTo>
                    <a:pt x="5936057" y="594276"/>
                  </a:lnTo>
                  <a:lnTo>
                    <a:pt x="5936184" y="594276"/>
                  </a:lnTo>
                  <a:lnTo>
                    <a:pt x="5936310" y="594276"/>
                  </a:lnTo>
                  <a:lnTo>
                    <a:pt x="5936436" y="594276"/>
                  </a:lnTo>
                  <a:lnTo>
                    <a:pt x="5936562" y="594276"/>
                  </a:lnTo>
                  <a:lnTo>
                    <a:pt x="5936689" y="594276"/>
                  </a:lnTo>
                  <a:lnTo>
                    <a:pt x="5936815" y="594276"/>
                  </a:lnTo>
                  <a:lnTo>
                    <a:pt x="5936941" y="594276"/>
                  </a:lnTo>
                  <a:lnTo>
                    <a:pt x="5937067" y="594276"/>
                  </a:lnTo>
                  <a:lnTo>
                    <a:pt x="5937194" y="594276"/>
                  </a:lnTo>
                  <a:lnTo>
                    <a:pt x="5937320" y="594276"/>
                  </a:lnTo>
                  <a:lnTo>
                    <a:pt x="5937446" y="594276"/>
                  </a:lnTo>
                  <a:lnTo>
                    <a:pt x="5937572" y="594276"/>
                  </a:lnTo>
                  <a:lnTo>
                    <a:pt x="5937699" y="594276"/>
                  </a:lnTo>
                  <a:lnTo>
                    <a:pt x="5937825" y="594276"/>
                  </a:lnTo>
                  <a:lnTo>
                    <a:pt x="5937951" y="594276"/>
                  </a:lnTo>
                  <a:lnTo>
                    <a:pt x="5938077" y="594276"/>
                  </a:lnTo>
                  <a:lnTo>
                    <a:pt x="5938204" y="594276"/>
                  </a:lnTo>
                  <a:lnTo>
                    <a:pt x="5938330" y="594276"/>
                  </a:lnTo>
                  <a:lnTo>
                    <a:pt x="5938456" y="594276"/>
                  </a:lnTo>
                  <a:lnTo>
                    <a:pt x="5938583" y="594276"/>
                  </a:lnTo>
                  <a:lnTo>
                    <a:pt x="5938709" y="594276"/>
                  </a:lnTo>
                  <a:lnTo>
                    <a:pt x="5938835" y="594276"/>
                  </a:lnTo>
                  <a:lnTo>
                    <a:pt x="5938961" y="594276"/>
                  </a:lnTo>
                  <a:lnTo>
                    <a:pt x="5939088" y="594276"/>
                  </a:lnTo>
                  <a:lnTo>
                    <a:pt x="5939214" y="594276"/>
                  </a:lnTo>
                  <a:lnTo>
                    <a:pt x="5939340" y="594276"/>
                  </a:lnTo>
                  <a:lnTo>
                    <a:pt x="5939466" y="594276"/>
                  </a:lnTo>
                  <a:lnTo>
                    <a:pt x="5939593" y="594276"/>
                  </a:lnTo>
                  <a:lnTo>
                    <a:pt x="5939719" y="594276"/>
                  </a:lnTo>
                  <a:lnTo>
                    <a:pt x="5939845" y="594276"/>
                  </a:lnTo>
                  <a:lnTo>
                    <a:pt x="5939971" y="594276"/>
                  </a:lnTo>
                  <a:lnTo>
                    <a:pt x="5940098" y="594276"/>
                  </a:lnTo>
                  <a:lnTo>
                    <a:pt x="5940224" y="594276"/>
                  </a:lnTo>
                  <a:lnTo>
                    <a:pt x="5940350" y="594276"/>
                  </a:lnTo>
                  <a:lnTo>
                    <a:pt x="5940476" y="594276"/>
                  </a:lnTo>
                  <a:lnTo>
                    <a:pt x="5940603" y="594276"/>
                  </a:lnTo>
                  <a:lnTo>
                    <a:pt x="5940729" y="594276"/>
                  </a:lnTo>
                  <a:lnTo>
                    <a:pt x="5940855" y="594276"/>
                  </a:lnTo>
                  <a:lnTo>
                    <a:pt x="5940981" y="594276"/>
                  </a:lnTo>
                  <a:lnTo>
                    <a:pt x="5941108" y="594276"/>
                  </a:lnTo>
                  <a:lnTo>
                    <a:pt x="5941234" y="594276"/>
                  </a:lnTo>
                  <a:lnTo>
                    <a:pt x="5941360" y="594276"/>
                  </a:lnTo>
                  <a:lnTo>
                    <a:pt x="5941486" y="594276"/>
                  </a:lnTo>
                  <a:lnTo>
                    <a:pt x="5941613" y="594276"/>
                  </a:lnTo>
                  <a:lnTo>
                    <a:pt x="5941739" y="594276"/>
                  </a:lnTo>
                  <a:lnTo>
                    <a:pt x="5941865" y="594276"/>
                  </a:lnTo>
                  <a:lnTo>
                    <a:pt x="5941991" y="594276"/>
                  </a:lnTo>
                  <a:lnTo>
                    <a:pt x="5942118" y="594276"/>
                  </a:lnTo>
                  <a:lnTo>
                    <a:pt x="5942244" y="594276"/>
                  </a:lnTo>
                  <a:lnTo>
                    <a:pt x="5942370" y="594276"/>
                  </a:lnTo>
                  <a:lnTo>
                    <a:pt x="5942496" y="594276"/>
                  </a:lnTo>
                  <a:lnTo>
                    <a:pt x="5942623" y="594276"/>
                  </a:lnTo>
                  <a:lnTo>
                    <a:pt x="5942749" y="594276"/>
                  </a:lnTo>
                  <a:lnTo>
                    <a:pt x="5942875" y="594276"/>
                  </a:lnTo>
                  <a:lnTo>
                    <a:pt x="5943001" y="594276"/>
                  </a:lnTo>
                  <a:lnTo>
                    <a:pt x="5943128" y="594276"/>
                  </a:lnTo>
                  <a:lnTo>
                    <a:pt x="5943254" y="594276"/>
                  </a:lnTo>
                  <a:lnTo>
                    <a:pt x="5943380" y="594276"/>
                  </a:lnTo>
                  <a:lnTo>
                    <a:pt x="5943507" y="594276"/>
                  </a:lnTo>
                  <a:lnTo>
                    <a:pt x="5943633" y="594276"/>
                  </a:lnTo>
                  <a:lnTo>
                    <a:pt x="5943759" y="594276"/>
                  </a:lnTo>
                  <a:lnTo>
                    <a:pt x="5943885" y="594276"/>
                  </a:lnTo>
                  <a:lnTo>
                    <a:pt x="5944012" y="594276"/>
                  </a:lnTo>
                  <a:lnTo>
                    <a:pt x="5944138" y="594276"/>
                  </a:lnTo>
                  <a:lnTo>
                    <a:pt x="5944264" y="594276"/>
                  </a:lnTo>
                  <a:lnTo>
                    <a:pt x="5944390" y="594276"/>
                  </a:lnTo>
                  <a:lnTo>
                    <a:pt x="5944517" y="594276"/>
                  </a:lnTo>
                  <a:lnTo>
                    <a:pt x="5944643" y="594276"/>
                  </a:lnTo>
                  <a:lnTo>
                    <a:pt x="5944769" y="594276"/>
                  </a:lnTo>
                  <a:lnTo>
                    <a:pt x="5944895" y="594276"/>
                  </a:lnTo>
                  <a:lnTo>
                    <a:pt x="5945022" y="594276"/>
                  </a:lnTo>
                  <a:lnTo>
                    <a:pt x="5945148" y="594276"/>
                  </a:lnTo>
                  <a:lnTo>
                    <a:pt x="5945274" y="594276"/>
                  </a:lnTo>
                  <a:lnTo>
                    <a:pt x="5945400" y="594276"/>
                  </a:lnTo>
                  <a:lnTo>
                    <a:pt x="5945527" y="594276"/>
                  </a:lnTo>
                  <a:lnTo>
                    <a:pt x="5945653" y="594276"/>
                  </a:lnTo>
                  <a:lnTo>
                    <a:pt x="5945779" y="594276"/>
                  </a:lnTo>
                  <a:lnTo>
                    <a:pt x="5945905" y="594276"/>
                  </a:lnTo>
                  <a:lnTo>
                    <a:pt x="5946032" y="594276"/>
                  </a:lnTo>
                  <a:lnTo>
                    <a:pt x="5946158" y="594276"/>
                  </a:lnTo>
                  <a:lnTo>
                    <a:pt x="5946284" y="594276"/>
                  </a:lnTo>
                  <a:lnTo>
                    <a:pt x="5946410" y="594276"/>
                  </a:lnTo>
                  <a:lnTo>
                    <a:pt x="5946537" y="594276"/>
                  </a:lnTo>
                  <a:lnTo>
                    <a:pt x="5946663" y="594276"/>
                  </a:lnTo>
                  <a:lnTo>
                    <a:pt x="5946789" y="594276"/>
                  </a:lnTo>
                  <a:lnTo>
                    <a:pt x="5946915" y="594276"/>
                  </a:lnTo>
                  <a:lnTo>
                    <a:pt x="5947042" y="594276"/>
                  </a:lnTo>
                  <a:lnTo>
                    <a:pt x="5947168" y="594276"/>
                  </a:lnTo>
                  <a:lnTo>
                    <a:pt x="5947294" y="594276"/>
                  </a:lnTo>
                  <a:lnTo>
                    <a:pt x="5947420" y="594276"/>
                  </a:lnTo>
                  <a:lnTo>
                    <a:pt x="5947420" y="589364"/>
                  </a:lnTo>
                  <a:lnTo>
                    <a:pt x="5947547" y="589364"/>
                  </a:lnTo>
                  <a:lnTo>
                    <a:pt x="5947673" y="589364"/>
                  </a:lnTo>
                  <a:lnTo>
                    <a:pt x="5947799" y="589364"/>
                  </a:lnTo>
                  <a:lnTo>
                    <a:pt x="5947925" y="589364"/>
                  </a:lnTo>
                  <a:lnTo>
                    <a:pt x="5948052" y="589364"/>
                  </a:lnTo>
                  <a:lnTo>
                    <a:pt x="5948178" y="589364"/>
                  </a:lnTo>
                  <a:lnTo>
                    <a:pt x="5948304" y="589364"/>
                  </a:lnTo>
                  <a:lnTo>
                    <a:pt x="5948431" y="589364"/>
                  </a:lnTo>
                  <a:lnTo>
                    <a:pt x="5948557" y="589364"/>
                  </a:lnTo>
                  <a:lnTo>
                    <a:pt x="5948683" y="589364"/>
                  </a:lnTo>
                  <a:lnTo>
                    <a:pt x="5948809" y="589364"/>
                  </a:lnTo>
                  <a:lnTo>
                    <a:pt x="5948936" y="589364"/>
                  </a:lnTo>
                  <a:lnTo>
                    <a:pt x="5949062" y="589364"/>
                  </a:lnTo>
                  <a:lnTo>
                    <a:pt x="5949188" y="589364"/>
                  </a:lnTo>
                  <a:lnTo>
                    <a:pt x="5949314" y="589364"/>
                  </a:lnTo>
                  <a:lnTo>
                    <a:pt x="5949441" y="589364"/>
                  </a:lnTo>
                  <a:lnTo>
                    <a:pt x="5949567" y="589364"/>
                  </a:lnTo>
                  <a:lnTo>
                    <a:pt x="5949693" y="589364"/>
                  </a:lnTo>
                  <a:lnTo>
                    <a:pt x="5949819" y="589364"/>
                  </a:lnTo>
                  <a:lnTo>
                    <a:pt x="5949946" y="589364"/>
                  </a:lnTo>
                  <a:lnTo>
                    <a:pt x="5950072" y="589364"/>
                  </a:lnTo>
                  <a:lnTo>
                    <a:pt x="5950198" y="589364"/>
                  </a:lnTo>
                  <a:lnTo>
                    <a:pt x="5950324" y="589364"/>
                  </a:lnTo>
                  <a:lnTo>
                    <a:pt x="5950451" y="589364"/>
                  </a:lnTo>
                  <a:lnTo>
                    <a:pt x="5950577" y="589364"/>
                  </a:lnTo>
                  <a:lnTo>
                    <a:pt x="5950703" y="589364"/>
                  </a:lnTo>
                  <a:lnTo>
                    <a:pt x="5950829" y="589364"/>
                  </a:lnTo>
                  <a:lnTo>
                    <a:pt x="5950956" y="589364"/>
                  </a:lnTo>
                  <a:lnTo>
                    <a:pt x="5951082" y="589364"/>
                  </a:lnTo>
                  <a:lnTo>
                    <a:pt x="5951208" y="589364"/>
                  </a:lnTo>
                  <a:lnTo>
                    <a:pt x="5951334" y="589364"/>
                  </a:lnTo>
                  <a:lnTo>
                    <a:pt x="5951461" y="589364"/>
                  </a:lnTo>
                  <a:lnTo>
                    <a:pt x="5951587" y="589364"/>
                  </a:lnTo>
                  <a:lnTo>
                    <a:pt x="5951713" y="589364"/>
                  </a:lnTo>
                  <a:lnTo>
                    <a:pt x="5951839" y="589364"/>
                  </a:lnTo>
                  <a:lnTo>
                    <a:pt x="5951966" y="589364"/>
                  </a:lnTo>
                  <a:lnTo>
                    <a:pt x="5952092" y="589364"/>
                  </a:lnTo>
                  <a:lnTo>
                    <a:pt x="5952218" y="589364"/>
                  </a:lnTo>
                  <a:lnTo>
                    <a:pt x="5952344" y="589364"/>
                  </a:lnTo>
                  <a:lnTo>
                    <a:pt x="5952471" y="589364"/>
                  </a:lnTo>
                  <a:lnTo>
                    <a:pt x="5952597" y="589364"/>
                  </a:lnTo>
                  <a:lnTo>
                    <a:pt x="5952723" y="589364"/>
                  </a:lnTo>
                  <a:lnTo>
                    <a:pt x="5952849" y="589364"/>
                  </a:lnTo>
                  <a:lnTo>
                    <a:pt x="5952976" y="589364"/>
                  </a:lnTo>
                  <a:lnTo>
                    <a:pt x="5953102" y="589364"/>
                  </a:lnTo>
                  <a:lnTo>
                    <a:pt x="5953228" y="589364"/>
                  </a:lnTo>
                  <a:lnTo>
                    <a:pt x="5953354" y="589364"/>
                  </a:lnTo>
                  <a:lnTo>
                    <a:pt x="5953481" y="589364"/>
                  </a:lnTo>
                  <a:lnTo>
                    <a:pt x="5953607" y="589364"/>
                  </a:lnTo>
                  <a:lnTo>
                    <a:pt x="5953733" y="589364"/>
                  </a:lnTo>
                  <a:lnTo>
                    <a:pt x="5953860" y="589364"/>
                  </a:lnTo>
                  <a:lnTo>
                    <a:pt x="5953986" y="589364"/>
                  </a:lnTo>
                  <a:lnTo>
                    <a:pt x="5954112" y="589364"/>
                  </a:lnTo>
                  <a:lnTo>
                    <a:pt x="5954238" y="589364"/>
                  </a:lnTo>
                  <a:lnTo>
                    <a:pt x="5954365" y="589364"/>
                  </a:lnTo>
                  <a:lnTo>
                    <a:pt x="5954491" y="589364"/>
                  </a:lnTo>
                  <a:lnTo>
                    <a:pt x="5954617" y="589364"/>
                  </a:lnTo>
                  <a:lnTo>
                    <a:pt x="5954743" y="589364"/>
                  </a:lnTo>
                  <a:lnTo>
                    <a:pt x="5954870" y="589364"/>
                  </a:lnTo>
                  <a:lnTo>
                    <a:pt x="5954996" y="589364"/>
                  </a:lnTo>
                  <a:lnTo>
                    <a:pt x="5955122" y="589364"/>
                  </a:lnTo>
                  <a:lnTo>
                    <a:pt x="5955248" y="589364"/>
                  </a:lnTo>
                  <a:lnTo>
                    <a:pt x="5955375" y="589364"/>
                  </a:lnTo>
                  <a:lnTo>
                    <a:pt x="5955501" y="589364"/>
                  </a:lnTo>
                  <a:lnTo>
                    <a:pt x="5955627" y="589364"/>
                  </a:lnTo>
                  <a:lnTo>
                    <a:pt x="5955753" y="589364"/>
                  </a:lnTo>
                  <a:lnTo>
                    <a:pt x="5955880" y="589364"/>
                  </a:lnTo>
                  <a:lnTo>
                    <a:pt x="5956006" y="589364"/>
                  </a:lnTo>
                  <a:lnTo>
                    <a:pt x="5956132" y="589364"/>
                  </a:lnTo>
                  <a:lnTo>
                    <a:pt x="5956258" y="589364"/>
                  </a:lnTo>
                  <a:lnTo>
                    <a:pt x="5956385" y="589364"/>
                  </a:lnTo>
                  <a:lnTo>
                    <a:pt x="5956511" y="589364"/>
                  </a:lnTo>
                  <a:lnTo>
                    <a:pt x="5956637" y="589364"/>
                  </a:lnTo>
                  <a:lnTo>
                    <a:pt x="5956763" y="589364"/>
                  </a:lnTo>
                  <a:lnTo>
                    <a:pt x="5956890" y="589364"/>
                  </a:lnTo>
                  <a:lnTo>
                    <a:pt x="5957016" y="589364"/>
                  </a:lnTo>
                  <a:lnTo>
                    <a:pt x="5957142" y="589364"/>
                  </a:lnTo>
                  <a:lnTo>
                    <a:pt x="5957268" y="589364"/>
                  </a:lnTo>
                  <a:lnTo>
                    <a:pt x="5957395" y="589364"/>
                  </a:lnTo>
                  <a:lnTo>
                    <a:pt x="5957521" y="589364"/>
                  </a:lnTo>
                  <a:lnTo>
                    <a:pt x="5957521" y="584453"/>
                  </a:lnTo>
                  <a:lnTo>
                    <a:pt x="5957647" y="584453"/>
                  </a:lnTo>
                  <a:lnTo>
                    <a:pt x="5957773" y="584453"/>
                  </a:lnTo>
                  <a:lnTo>
                    <a:pt x="5957900" y="584453"/>
                  </a:lnTo>
                  <a:lnTo>
                    <a:pt x="5958026" y="584453"/>
                  </a:lnTo>
                  <a:lnTo>
                    <a:pt x="5958152" y="584453"/>
                  </a:lnTo>
                  <a:lnTo>
                    <a:pt x="5958278" y="584453"/>
                  </a:lnTo>
                  <a:lnTo>
                    <a:pt x="5958405" y="584453"/>
                  </a:lnTo>
                  <a:lnTo>
                    <a:pt x="5958531" y="584453"/>
                  </a:lnTo>
                  <a:lnTo>
                    <a:pt x="5958657" y="584453"/>
                  </a:lnTo>
                  <a:lnTo>
                    <a:pt x="5958784" y="584453"/>
                  </a:lnTo>
                  <a:lnTo>
                    <a:pt x="5958910" y="584453"/>
                  </a:lnTo>
                  <a:lnTo>
                    <a:pt x="5959036" y="584453"/>
                  </a:lnTo>
                  <a:lnTo>
                    <a:pt x="5959162" y="584453"/>
                  </a:lnTo>
                  <a:lnTo>
                    <a:pt x="5959289" y="584453"/>
                  </a:lnTo>
                  <a:lnTo>
                    <a:pt x="5959415" y="584453"/>
                  </a:lnTo>
                  <a:lnTo>
                    <a:pt x="5959541" y="584453"/>
                  </a:lnTo>
                  <a:lnTo>
                    <a:pt x="5959667" y="584453"/>
                  </a:lnTo>
                  <a:lnTo>
                    <a:pt x="5959794" y="584453"/>
                  </a:lnTo>
                  <a:lnTo>
                    <a:pt x="5959920" y="584453"/>
                  </a:lnTo>
                  <a:lnTo>
                    <a:pt x="5960046" y="584453"/>
                  </a:lnTo>
                  <a:lnTo>
                    <a:pt x="5960172" y="584453"/>
                  </a:lnTo>
                  <a:lnTo>
                    <a:pt x="5960299" y="584453"/>
                  </a:lnTo>
                  <a:lnTo>
                    <a:pt x="5960425" y="584453"/>
                  </a:lnTo>
                  <a:lnTo>
                    <a:pt x="5960551" y="584453"/>
                  </a:lnTo>
                  <a:lnTo>
                    <a:pt x="5960677" y="584453"/>
                  </a:lnTo>
                  <a:lnTo>
                    <a:pt x="5960804" y="584453"/>
                  </a:lnTo>
                  <a:lnTo>
                    <a:pt x="5960930" y="584453"/>
                  </a:lnTo>
                  <a:lnTo>
                    <a:pt x="5961056" y="584453"/>
                  </a:lnTo>
                  <a:lnTo>
                    <a:pt x="5961182" y="584453"/>
                  </a:lnTo>
                  <a:lnTo>
                    <a:pt x="5961309" y="584453"/>
                  </a:lnTo>
                  <a:lnTo>
                    <a:pt x="5961435" y="584453"/>
                  </a:lnTo>
                  <a:lnTo>
                    <a:pt x="5961561" y="584453"/>
                  </a:lnTo>
                  <a:lnTo>
                    <a:pt x="5961687" y="584453"/>
                  </a:lnTo>
                  <a:lnTo>
                    <a:pt x="5961814" y="584453"/>
                  </a:lnTo>
                  <a:lnTo>
                    <a:pt x="5961940" y="584453"/>
                  </a:lnTo>
                  <a:lnTo>
                    <a:pt x="5962066" y="584453"/>
                  </a:lnTo>
                  <a:lnTo>
                    <a:pt x="5962192" y="584453"/>
                  </a:lnTo>
                  <a:lnTo>
                    <a:pt x="5962319" y="584453"/>
                  </a:lnTo>
                  <a:lnTo>
                    <a:pt x="5962445" y="584453"/>
                  </a:lnTo>
                  <a:lnTo>
                    <a:pt x="5962571" y="584453"/>
                  </a:lnTo>
                  <a:lnTo>
                    <a:pt x="5962697" y="584453"/>
                  </a:lnTo>
                  <a:lnTo>
                    <a:pt x="5962824" y="584453"/>
                  </a:lnTo>
                  <a:lnTo>
                    <a:pt x="5962950" y="584453"/>
                  </a:lnTo>
                  <a:lnTo>
                    <a:pt x="5963076" y="584453"/>
                  </a:lnTo>
                  <a:lnTo>
                    <a:pt x="5963202" y="584453"/>
                  </a:lnTo>
                  <a:lnTo>
                    <a:pt x="5963329" y="584453"/>
                  </a:lnTo>
                  <a:lnTo>
                    <a:pt x="5963455" y="584453"/>
                  </a:lnTo>
                  <a:lnTo>
                    <a:pt x="5963581" y="584453"/>
                  </a:lnTo>
                  <a:lnTo>
                    <a:pt x="5963707" y="584453"/>
                  </a:lnTo>
                  <a:lnTo>
                    <a:pt x="5963834" y="584453"/>
                  </a:lnTo>
                  <a:lnTo>
                    <a:pt x="5963960" y="584453"/>
                  </a:lnTo>
                  <a:lnTo>
                    <a:pt x="5964086" y="584453"/>
                  </a:lnTo>
                  <a:lnTo>
                    <a:pt x="5964213" y="584453"/>
                  </a:lnTo>
                  <a:lnTo>
                    <a:pt x="5964339" y="584453"/>
                  </a:lnTo>
                  <a:lnTo>
                    <a:pt x="5964465" y="584453"/>
                  </a:lnTo>
                  <a:lnTo>
                    <a:pt x="5964591" y="584453"/>
                  </a:lnTo>
                  <a:lnTo>
                    <a:pt x="5964718" y="584453"/>
                  </a:lnTo>
                  <a:lnTo>
                    <a:pt x="5964844" y="584453"/>
                  </a:lnTo>
                  <a:lnTo>
                    <a:pt x="5964970" y="584453"/>
                  </a:lnTo>
                  <a:lnTo>
                    <a:pt x="5965096" y="584453"/>
                  </a:lnTo>
                  <a:lnTo>
                    <a:pt x="5965223" y="584453"/>
                  </a:lnTo>
                  <a:lnTo>
                    <a:pt x="5965349" y="584453"/>
                  </a:lnTo>
                  <a:lnTo>
                    <a:pt x="5965475" y="584453"/>
                  </a:lnTo>
                  <a:lnTo>
                    <a:pt x="5965601" y="584453"/>
                  </a:lnTo>
                  <a:lnTo>
                    <a:pt x="5965728" y="584453"/>
                  </a:lnTo>
                  <a:lnTo>
                    <a:pt x="5965854" y="584453"/>
                  </a:lnTo>
                  <a:lnTo>
                    <a:pt x="5965980" y="584453"/>
                  </a:lnTo>
                  <a:lnTo>
                    <a:pt x="5966106" y="584453"/>
                  </a:lnTo>
                  <a:lnTo>
                    <a:pt x="5966233" y="584453"/>
                  </a:lnTo>
                  <a:lnTo>
                    <a:pt x="5966359" y="584453"/>
                  </a:lnTo>
                  <a:lnTo>
                    <a:pt x="5966485" y="584453"/>
                  </a:lnTo>
                  <a:lnTo>
                    <a:pt x="5966611" y="584453"/>
                  </a:lnTo>
                  <a:lnTo>
                    <a:pt x="5966738" y="584453"/>
                  </a:lnTo>
                  <a:lnTo>
                    <a:pt x="5966864" y="584453"/>
                  </a:lnTo>
                  <a:lnTo>
                    <a:pt x="5966990" y="584453"/>
                  </a:lnTo>
                  <a:lnTo>
                    <a:pt x="5967116" y="584453"/>
                  </a:lnTo>
                  <a:lnTo>
                    <a:pt x="5967243" y="584453"/>
                  </a:lnTo>
                  <a:lnTo>
                    <a:pt x="5967369" y="584453"/>
                  </a:lnTo>
                  <a:lnTo>
                    <a:pt x="5967495" y="584453"/>
                  </a:lnTo>
                  <a:lnTo>
                    <a:pt x="5967621" y="584453"/>
                  </a:lnTo>
                  <a:lnTo>
                    <a:pt x="5967748" y="584453"/>
                  </a:lnTo>
                  <a:lnTo>
                    <a:pt x="5967874" y="584453"/>
                  </a:lnTo>
                  <a:lnTo>
                    <a:pt x="5968000" y="584453"/>
                  </a:lnTo>
                  <a:lnTo>
                    <a:pt x="5968126" y="584453"/>
                  </a:lnTo>
                  <a:lnTo>
                    <a:pt x="5968253" y="584453"/>
                  </a:lnTo>
                  <a:lnTo>
                    <a:pt x="5968379" y="584453"/>
                  </a:lnTo>
                  <a:lnTo>
                    <a:pt x="5968505" y="584453"/>
                  </a:lnTo>
                  <a:lnTo>
                    <a:pt x="5968631" y="584453"/>
                  </a:lnTo>
                  <a:lnTo>
                    <a:pt x="5968758" y="584453"/>
                  </a:lnTo>
                  <a:lnTo>
                    <a:pt x="5968884" y="584453"/>
                  </a:lnTo>
                  <a:lnTo>
                    <a:pt x="5969010" y="584453"/>
                  </a:lnTo>
                  <a:lnTo>
                    <a:pt x="5969137" y="584453"/>
                  </a:lnTo>
                  <a:lnTo>
                    <a:pt x="5969263" y="584453"/>
                  </a:lnTo>
                  <a:lnTo>
                    <a:pt x="5969389" y="584453"/>
                  </a:lnTo>
                  <a:lnTo>
                    <a:pt x="5969515" y="584453"/>
                  </a:lnTo>
                  <a:lnTo>
                    <a:pt x="5969642" y="584453"/>
                  </a:lnTo>
                  <a:lnTo>
                    <a:pt x="5969768" y="584453"/>
                  </a:lnTo>
                  <a:lnTo>
                    <a:pt x="5969894" y="584453"/>
                  </a:lnTo>
                  <a:lnTo>
                    <a:pt x="5970020" y="584453"/>
                  </a:lnTo>
                  <a:lnTo>
                    <a:pt x="5970147" y="584453"/>
                  </a:lnTo>
                  <a:lnTo>
                    <a:pt x="5970273" y="584453"/>
                  </a:lnTo>
                  <a:lnTo>
                    <a:pt x="5970399" y="584453"/>
                  </a:lnTo>
                  <a:lnTo>
                    <a:pt x="5970525" y="584453"/>
                  </a:lnTo>
                  <a:lnTo>
                    <a:pt x="5970652" y="584453"/>
                  </a:lnTo>
                  <a:lnTo>
                    <a:pt x="5970778" y="584453"/>
                  </a:lnTo>
                  <a:lnTo>
                    <a:pt x="5970904" y="584453"/>
                  </a:lnTo>
                  <a:lnTo>
                    <a:pt x="5971030" y="584453"/>
                  </a:lnTo>
                  <a:lnTo>
                    <a:pt x="5971157" y="584453"/>
                  </a:lnTo>
                  <a:lnTo>
                    <a:pt x="5971283" y="584453"/>
                  </a:lnTo>
                  <a:lnTo>
                    <a:pt x="5971409" y="584453"/>
                  </a:lnTo>
                  <a:lnTo>
                    <a:pt x="5971535" y="584453"/>
                  </a:lnTo>
                  <a:lnTo>
                    <a:pt x="5971662" y="584453"/>
                  </a:lnTo>
                  <a:lnTo>
                    <a:pt x="5971788" y="584453"/>
                  </a:lnTo>
                  <a:lnTo>
                    <a:pt x="5971914" y="584453"/>
                  </a:lnTo>
                  <a:lnTo>
                    <a:pt x="5972040" y="584453"/>
                  </a:lnTo>
                  <a:lnTo>
                    <a:pt x="5972167" y="584453"/>
                  </a:lnTo>
                  <a:lnTo>
                    <a:pt x="5972293" y="584453"/>
                  </a:lnTo>
                  <a:lnTo>
                    <a:pt x="5972419" y="584453"/>
                  </a:lnTo>
                  <a:lnTo>
                    <a:pt x="5972545" y="584453"/>
                  </a:lnTo>
                  <a:lnTo>
                    <a:pt x="5972672" y="584453"/>
                  </a:lnTo>
                  <a:lnTo>
                    <a:pt x="5972798" y="584453"/>
                  </a:lnTo>
                  <a:lnTo>
                    <a:pt x="5972924" y="584453"/>
                  </a:lnTo>
                  <a:lnTo>
                    <a:pt x="5973050" y="584453"/>
                  </a:lnTo>
                  <a:lnTo>
                    <a:pt x="5973177" y="584453"/>
                  </a:lnTo>
                  <a:lnTo>
                    <a:pt x="5973303" y="584453"/>
                  </a:lnTo>
                  <a:lnTo>
                    <a:pt x="5973429" y="584453"/>
                  </a:lnTo>
                  <a:lnTo>
                    <a:pt x="5973555" y="584453"/>
                  </a:lnTo>
                  <a:lnTo>
                    <a:pt x="5973682" y="584453"/>
                  </a:lnTo>
                  <a:lnTo>
                    <a:pt x="5973808" y="584453"/>
                  </a:lnTo>
                  <a:lnTo>
                    <a:pt x="5973934" y="584453"/>
                  </a:lnTo>
                  <a:lnTo>
                    <a:pt x="5974060" y="584453"/>
                  </a:lnTo>
                  <a:lnTo>
                    <a:pt x="5974187" y="584453"/>
                  </a:lnTo>
                  <a:lnTo>
                    <a:pt x="5974313" y="584453"/>
                  </a:lnTo>
                  <a:lnTo>
                    <a:pt x="5974439" y="584453"/>
                  </a:lnTo>
                  <a:lnTo>
                    <a:pt x="5974566" y="584453"/>
                  </a:lnTo>
                  <a:lnTo>
                    <a:pt x="5974692" y="584453"/>
                  </a:lnTo>
                  <a:lnTo>
                    <a:pt x="5974818" y="584453"/>
                  </a:lnTo>
                  <a:lnTo>
                    <a:pt x="5974944" y="584453"/>
                  </a:lnTo>
                  <a:lnTo>
                    <a:pt x="5975071" y="584453"/>
                  </a:lnTo>
                  <a:lnTo>
                    <a:pt x="5975197" y="584453"/>
                  </a:lnTo>
                  <a:lnTo>
                    <a:pt x="5975323" y="584453"/>
                  </a:lnTo>
                  <a:lnTo>
                    <a:pt x="5975449" y="584453"/>
                  </a:lnTo>
                  <a:lnTo>
                    <a:pt x="5975576" y="584453"/>
                  </a:lnTo>
                  <a:lnTo>
                    <a:pt x="5975702" y="584453"/>
                  </a:lnTo>
                  <a:lnTo>
                    <a:pt x="5975828" y="584453"/>
                  </a:lnTo>
                  <a:lnTo>
                    <a:pt x="5975954" y="584453"/>
                  </a:lnTo>
                  <a:lnTo>
                    <a:pt x="5976081" y="584453"/>
                  </a:lnTo>
                  <a:lnTo>
                    <a:pt x="5976207" y="584453"/>
                  </a:lnTo>
                  <a:lnTo>
                    <a:pt x="5976333" y="584453"/>
                  </a:lnTo>
                  <a:lnTo>
                    <a:pt x="5976459" y="584453"/>
                  </a:lnTo>
                  <a:lnTo>
                    <a:pt x="5976586" y="584453"/>
                  </a:lnTo>
                  <a:lnTo>
                    <a:pt x="5976712" y="584453"/>
                  </a:lnTo>
                  <a:lnTo>
                    <a:pt x="5976838" y="584453"/>
                  </a:lnTo>
                  <a:lnTo>
                    <a:pt x="5976964" y="584453"/>
                  </a:lnTo>
                  <a:lnTo>
                    <a:pt x="5977091" y="584453"/>
                  </a:lnTo>
                  <a:lnTo>
                    <a:pt x="5977217" y="584453"/>
                  </a:lnTo>
                  <a:lnTo>
                    <a:pt x="5977343" y="584453"/>
                  </a:lnTo>
                  <a:lnTo>
                    <a:pt x="5977469" y="584453"/>
                  </a:lnTo>
                  <a:lnTo>
                    <a:pt x="5977596" y="584453"/>
                  </a:lnTo>
                  <a:lnTo>
                    <a:pt x="5977722" y="584453"/>
                  </a:lnTo>
                  <a:lnTo>
                    <a:pt x="5977848" y="584453"/>
                  </a:lnTo>
                  <a:lnTo>
                    <a:pt x="5977974" y="584453"/>
                  </a:lnTo>
                  <a:lnTo>
                    <a:pt x="5978101" y="584453"/>
                  </a:lnTo>
                  <a:lnTo>
                    <a:pt x="5978227" y="584453"/>
                  </a:lnTo>
                  <a:lnTo>
                    <a:pt x="5978353" y="584453"/>
                  </a:lnTo>
                  <a:lnTo>
                    <a:pt x="5978479" y="584453"/>
                  </a:lnTo>
                  <a:lnTo>
                    <a:pt x="5978606" y="584453"/>
                  </a:lnTo>
                  <a:lnTo>
                    <a:pt x="5978732" y="584453"/>
                  </a:lnTo>
                  <a:lnTo>
                    <a:pt x="5978858" y="584453"/>
                  </a:lnTo>
                  <a:lnTo>
                    <a:pt x="5978984" y="584453"/>
                  </a:lnTo>
                  <a:lnTo>
                    <a:pt x="5979111" y="584453"/>
                  </a:lnTo>
                  <a:lnTo>
                    <a:pt x="5979237" y="584453"/>
                  </a:lnTo>
                  <a:lnTo>
                    <a:pt x="5979363" y="584453"/>
                  </a:lnTo>
                  <a:lnTo>
                    <a:pt x="5979490" y="584453"/>
                  </a:lnTo>
                  <a:lnTo>
                    <a:pt x="5979616" y="584453"/>
                  </a:lnTo>
                  <a:lnTo>
                    <a:pt x="5979742" y="584453"/>
                  </a:lnTo>
                  <a:lnTo>
                    <a:pt x="5979868" y="584453"/>
                  </a:lnTo>
                  <a:lnTo>
                    <a:pt x="5979995" y="584453"/>
                  </a:lnTo>
                  <a:lnTo>
                    <a:pt x="5980121" y="584453"/>
                  </a:lnTo>
                  <a:lnTo>
                    <a:pt x="5980247" y="584453"/>
                  </a:lnTo>
                  <a:lnTo>
                    <a:pt x="5980373" y="584453"/>
                  </a:lnTo>
                  <a:lnTo>
                    <a:pt x="5980500" y="584453"/>
                  </a:lnTo>
                  <a:lnTo>
                    <a:pt x="5980626" y="584453"/>
                  </a:lnTo>
                  <a:lnTo>
                    <a:pt x="5980752" y="584453"/>
                  </a:lnTo>
                  <a:lnTo>
                    <a:pt x="5980878" y="584453"/>
                  </a:lnTo>
                  <a:lnTo>
                    <a:pt x="5981005" y="584453"/>
                  </a:lnTo>
                  <a:lnTo>
                    <a:pt x="5981131" y="584453"/>
                  </a:lnTo>
                  <a:lnTo>
                    <a:pt x="5981257" y="584453"/>
                  </a:lnTo>
                  <a:lnTo>
                    <a:pt x="5981383" y="584453"/>
                  </a:lnTo>
                  <a:lnTo>
                    <a:pt x="5981383" y="579542"/>
                  </a:lnTo>
                  <a:lnTo>
                    <a:pt x="5981510" y="579542"/>
                  </a:lnTo>
                  <a:lnTo>
                    <a:pt x="5981636" y="579542"/>
                  </a:lnTo>
                  <a:lnTo>
                    <a:pt x="5981762" y="579542"/>
                  </a:lnTo>
                  <a:lnTo>
                    <a:pt x="5981888" y="579542"/>
                  </a:lnTo>
                  <a:lnTo>
                    <a:pt x="5982015" y="579542"/>
                  </a:lnTo>
                  <a:lnTo>
                    <a:pt x="5982141" y="579542"/>
                  </a:lnTo>
                  <a:lnTo>
                    <a:pt x="5982267" y="579542"/>
                  </a:lnTo>
                  <a:lnTo>
                    <a:pt x="5982393" y="579542"/>
                  </a:lnTo>
                  <a:lnTo>
                    <a:pt x="5982520" y="579542"/>
                  </a:lnTo>
                  <a:lnTo>
                    <a:pt x="5982646" y="579542"/>
                  </a:lnTo>
                  <a:lnTo>
                    <a:pt x="5982772" y="579542"/>
                  </a:lnTo>
                  <a:lnTo>
                    <a:pt x="5982898" y="579542"/>
                  </a:lnTo>
                  <a:lnTo>
                    <a:pt x="5983025" y="579542"/>
                  </a:lnTo>
                  <a:lnTo>
                    <a:pt x="5983151" y="579542"/>
                  </a:lnTo>
                  <a:lnTo>
                    <a:pt x="5983277" y="579542"/>
                  </a:lnTo>
                  <a:lnTo>
                    <a:pt x="5983403" y="579542"/>
                  </a:lnTo>
                  <a:lnTo>
                    <a:pt x="5983530" y="579542"/>
                  </a:lnTo>
                  <a:lnTo>
                    <a:pt x="5983656" y="579542"/>
                  </a:lnTo>
                  <a:lnTo>
                    <a:pt x="5983782" y="579542"/>
                  </a:lnTo>
                  <a:lnTo>
                    <a:pt x="5983908" y="579542"/>
                  </a:lnTo>
                  <a:lnTo>
                    <a:pt x="5984035" y="579542"/>
                  </a:lnTo>
                  <a:lnTo>
                    <a:pt x="5984161" y="579542"/>
                  </a:lnTo>
                  <a:lnTo>
                    <a:pt x="5984287" y="579542"/>
                  </a:lnTo>
                  <a:lnTo>
                    <a:pt x="5984413" y="579542"/>
                  </a:lnTo>
                  <a:lnTo>
                    <a:pt x="5984540" y="579542"/>
                  </a:lnTo>
                  <a:lnTo>
                    <a:pt x="5984666" y="579542"/>
                  </a:lnTo>
                  <a:lnTo>
                    <a:pt x="5984792" y="579542"/>
                  </a:lnTo>
                  <a:lnTo>
                    <a:pt x="5984919" y="579542"/>
                  </a:lnTo>
                  <a:lnTo>
                    <a:pt x="5985045" y="579542"/>
                  </a:lnTo>
                  <a:lnTo>
                    <a:pt x="5985171" y="579542"/>
                  </a:lnTo>
                  <a:lnTo>
                    <a:pt x="5985297" y="579542"/>
                  </a:lnTo>
                  <a:lnTo>
                    <a:pt x="5985424" y="579542"/>
                  </a:lnTo>
                  <a:lnTo>
                    <a:pt x="5985550" y="579542"/>
                  </a:lnTo>
                  <a:lnTo>
                    <a:pt x="5985676" y="579542"/>
                  </a:lnTo>
                  <a:lnTo>
                    <a:pt x="5985802" y="579542"/>
                  </a:lnTo>
                  <a:lnTo>
                    <a:pt x="5985929" y="579542"/>
                  </a:lnTo>
                  <a:lnTo>
                    <a:pt x="5986055" y="579542"/>
                  </a:lnTo>
                  <a:lnTo>
                    <a:pt x="5986181" y="579542"/>
                  </a:lnTo>
                  <a:lnTo>
                    <a:pt x="5986307" y="579542"/>
                  </a:lnTo>
                  <a:lnTo>
                    <a:pt x="5986434" y="579542"/>
                  </a:lnTo>
                  <a:lnTo>
                    <a:pt x="5986560" y="579542"/>
                  </a:lnTo>
                  <a:lnTo>
                    <a:pt x="5986686" y="579542"/>
                  </a:lnTo>
                  <a:lnTo>
                    <a:pt x="5986812" y="579542"/>
                  </a:lnTo>
                  <a:lnTo>
                    <a:pt x="5986939" y="579542"/>
                  </a:lnTo>
                  <a:lnTo>
                    <a:pt x="5987065" y="579542"/>
                  </a:lnTo>
                  <a:lnTo>
                    <a:pt x="5987191" y="579542"/>
                  </a:lnTo>
                  <a:lnTo>
                    <a:pt x="5987317" y="579542"/>
                  </a:lnTo>
                  <a:lnTo>
                    <a:pt x="5987444" y="579542"/>
                  </a:lnTo>
                  <a:lnTo>
                    <a:pt x="5987570" y="579542"/>
                  </a:lnTo>
                  <a:lnTo>
                    <a:pt x="5987696" y="579542"/>
                  </a:lnTo>
                  <a:lnTo>
                    <a:pt x="5987822" y="579542"/>
                  </a:lnTo>
                  <a:lnTo>
                    <a:pt x="5987949" y="579542"/>
                  </a:lnTo>
                  <a:lnTo>
                    <a:pt x="5988075" y="579542"/>
                  </a:lnTo>
                  <a:lnTo>
                    <a:pt x="5988201" y="579542"/>
                  </a:lnTo>
                  <a:lnTo>
                    <a:pt x="5988327" y="579542"/>
                  </a:lnTo>
                  <a:lnTo>
                    <a:pt x="5988454" y="579542"/>
                  </a:lnTo>
                  <a:lnTo>
                    <a:pt x="5988580" y="579542"/>
                  </a:lnTo>
                  <a:lnTo>
                    <a:pt x="5988706" y="579542"/>
                  </a:lnTo>
                  <a:lnTo>
                    <a:pt x="5988832" y="579542"/>
                  </a:lnTo>
                  <a:lnTo>
                    <a:pt x="5988959" y="579542"/>
                  </a:lnTo>
                  <a:lnTo>
                    <a:pt x="5989085" y="579542"/>
                  </a:lnTo>
                  <a:lnTo>
                    <a:pt x="5989211" y="579542"/>
                  </a:lnTo>
                  <a:lnTo>
                    <a:pt x="5989337" y="579542"/>
                  </a:lnTo>
                  <a:lnTo>
                    <a:pt x="5989464" y="579542"/>
                  </a:lnTo>
                  <a:lnTo>
                    <a:pt x="5989590" y="579542"/>
                  </a:lnTo>
                  <a:lnTo>
                    <a:pt x="5989716" y="579542"/>
                  </a:lnTo>
                  <a:lnTo>
                    <a:pt x="5989843" y="579542"/>
                  </a:lnTo>
                  <a:lnTo>
                    <a:pt x="5989969" y="579542"/>
                  </a:lnTo>
                  <a:lnTo>
                    <a:pt x="5990095" y="579542"/>
                  </a:lnTo>
                  <a:lnTo>
                    <a:pt x="5990221" y="579542"/>
                  </a:lnTo>
                  <a:lnTo>
                    <a:pt x="5990348" y="579542"/>
                  </a:lnTo>
                  <a:lnTo>
                    <a:pt x="5990474" y="579542"/>
                  </a:lnTo>
                  <a:lnTo>
                    <a:pt x="5990600" y="579542"/>
                  </a:lnTo>
                  <a:lnTo>
                    <a:pt x="5990726" y="579542"/>
                  </a:lnTo>
                  <a:lnTo>
                    <a:pt x="5990853" y="579542"/>
                  </a:lnTo>
                  <a:lnTo>
                    <a:pt x="5990979" y="579542"/>
                  </a:lnTo>
                  <a:lnTo>
                    <a:pt x="5991105" y="579542"/>
                  </a:lnTo>
                  <a:lnTo>
                    <a:pt x="5991231" y="579542"/>
                  </a:lnTo>
                  <a:lnTo>
                    <a:pt x="5991358" y="579542"/>
                  </a:lnTo>
                  <a:lnTo>
                    <a:pt x="5991484" y="579542"/>
                  </a:lnTo>
                  <a:lnTo>
                    <a:pt x="5991610" y="579542"/>
                  </a:lnTo>
                  <a:lnTo>
                    <a:pt x="5991736" y="579542"/>
                  </a:lnTo>
                  <a:lnTo>
                    <a:pt x="5991863" y="579542"/>
                  </a:lnTo>
                  <a:lnTo>
                    <a:pt x="5991989" y="579542"/>
                  </a:lnTo>
                  <a:lnTo>
                    <a:pt x="5992115" y="579542"/>
                  </a:lnTo>
                  <a:lnTo>
                    <a:pt x="5992241" y="579542"/>
                  </a:lnTo>
                  <a:lnTo>
                    <a:pt x="5992368" y="579542"/>
                  </a:lnTo>
                  <a:lnTo>
                    <a:pt x="5992494" y="579542"/>
                  </a:lnTo>
                  <a:lnTo>
                    <a:pt x="5992620" y="579542"/>
                  </a:lnTo>
                  <a:lnTo>
                    <a:pt x="5992746" y="579542"/>
                  </a:lnTo>
                  <a:lnTo>
                    <a:pt x="5992873" y="579542"/>
                  </a:lnTo>
                  <a:lnTo>
                    <a:pt x="5992999" y="579542"/>
                  </a:lnTo>
                  <a:lnTo>
                    <a:pt x="5993125" y="579542"/>
                  </a:lnTo>
                  <a:lnTo>
                    <a:pt x="5993251" y="579542"/>
                  </a:lnTo>
                  <a:lnTo>
                    <a:pt x="5993378" y="579542"/>
                  </a:lnTo>
                  <a:lnTo>
                    <a:pt x="5993504" y="579542"/>
                  </a:lnTo>
                  <a:lnTo>
                    <a:pt x="5993630" y="579542"/>
                  </a:lnTo>
                  <a:lnTo>
                    <a:pt x="5993756" y="579542"/>
                  </a:lnTo>
                  <a:lnTo>
                    <a:pt x="5993883" y="579542"/>
                  </a:lnTo>
                  <a:lnTo>
                    <a:pt x="5994009" y="579542"/>
                  </a:lnTo>
                  <a:lnTo>
                    <a:pt x="5994135" y="579542"/>
                  </a:lnTo>
                  <a:lnTo>
                    <a:pt x="5994261" y="579542"/>
                  </a:lnTo>
                  <a:lnTo>
                    <a:pt x="5994388" y="579542"/>
                  </a:lnTo>
                  <a:lnTo>
                    <a:pt x="5994514" y="579542"/>
                  </a:lnTo>
                  <a:lnTo>
                    <a:pt x="5994640" y="579542"/>
                  </a:lnTo>
                  <a:lnTo>
                    <a:pt x="5994766" y="579542"/>
                  </a:lnTo>
                  <a:lnTo>
                    <a:pt x="5994893" y="579542"/>
                  </a:lnTo>
                  <a:lnTo>
                    <a:pt x="5995019" y="579542"/>
                  </a:lnTo>
                  <a:lnTo>
                    <a:pt x="5995145" y="579542"/>
                  </a:lnTo>
                  <a:lnTo>
                    <a:pt x="5995272" y="579542"/>
                  </a:lnTo>
                  <a:lnTo>
                    <a:pt x="5995398" y="579542"/>
                  </a:lnTo>
                  <a:lnTo>
                    <a:pt x="5995524" y="579542"/>
                  </a:lnTo>
                  <a:lnTo>
                    <a:pt x="5995650" y="579542"/>
                  </a:lnTo>
                  <a:lnTo>
                    <a:pt x="5995777" y="579542"/>
                  </a:lnTo>
                  <a:lnTo>
                    <a:pt x="5995903" y="579542"/>
                  </a:lnTo>
                  <a:lnTo>
                    <a:pt x="5996029" y="579542"/>
                  </a:lnTo>
                  <a:lnTo>
                    <a:pt x="5996155" y="579542"/>
                  </a:lnTo>
                  <a:lnTo>
                    <a:pt x="5996282" y="579542"/>
                  </a:lnTo>
                  <a:lnTo>
                    <a:pt x="5996408" y="579542"/>
                  </a:lnTo>
                  <a:lnTo>
                    <a:pt x="5996534" y="579542"/>
                  </a:lnTo>
                  <a:lnTo>
                    <a:pt x="5996660" y="579542"/>
                  </a:lnTo>
                  <a:lnTo>
                    <a:pt x="5996787" y="579542"/>
                  </a:lnTo>
                  <a:lnTo>
                    <a:pt x="5996913" y="579542"/>
                  </a:lnTo>
                  <a:lnTo>
                    <a:pt x="5997039" y="579542"/>
                  </a:lnTo>
                  <a:lnTo>
                    <a:pt x="5997165" y="579542"/>
                  </a:lnTo>
                  <a:lnTo>
                    <a:pt x="5997292" y="579542"/>
                  </a:lnTo>
                  <a:lnTo>
                    <a:pt x="5997418" y="579542"/>
                  </a:lnTo>
                  <a:lnTo>
                    <a:pt x="5997544" y="579542"/>
                  </a:lnTo>
                  <a:lnTo>
                    <a:pt x="5997670" y="579542"/>
                  </a:lnTo>
                  <a:lnTo>
                    <a:pt x="5997797" y="579542"/>
                  </a:lnTo>
                  <a:lnTo>
                    <a:pt x="5997923" y="579542"/>
                  </a:lnTo>
                  <a:lnTo>
                    <a:pt x="5998049" y="579542"/>
                  </a:lnTo>
                  <a:lnTo>
                    <a:pt x="5998175" y="579542"/>
                  </a:lnTo>
                  <a:lnTo>
                    <a:pt x="5998302" y="579542"/>
                  </a:lnTo>
                  <a:lnTo>
                    <a:pt x="5998428" y="579542"/>
                  </a:lnTo>
                  <a:lnTo>
                    <a:pt x="5998554" y="579542"/>
                  </a:lnTo>
                  <a:lnTo>
                    <a:pt x="5998680" y="579542"/>
                  </a:lnTo>
                  <a:lnTo>
                    <a:pt x="5998807" y="579542"/>
                  </a:lnTo>
                  <a:lnTo>
                    <a:pt x="5998933" y="579542"/>
                  </a:lnTo>
                  <a:lnTo>
                    <a:pt x="5998933" y="574630"/>
                  </a:lnTo>
                  <a:lnTo>
                    <a:pt x="5999059" y="574630"/>
                  </a:lnTo>
                  <a:lnTo>
                    <a:pt x="5999185" y="574630"/>
                  </a:lnTo>
                  <a:lnTo>
                    <a:pt x="5999312" y="574630"/>
                  </a:lnTo>
                  <a:lnTo>
                    <a:pt x="5999438" y="574630"/>
                  </a:lnTo>
                  <a:lnTo>
                    <a:pt x="5999564" y="574630"/>
                  </a:lnTo>
                  <a:lnTo>
                    <a:pt x="5999690" y="574630"/>
                  </a:lnTo>
                  <a:lnTo>
                    <a:pt x="5999817" y="574630"/>
                  </a:lnTo>
                  <a:lnTo>
                    <a:pt x="5999943" y="574630"/>
                  </a:lnTo>
                  <a:lnTo>
                    <a:pt x="6000069" y="574630"/>
                  </a:lnTo>
                  <a:lnTo>
                    <a:pt x="6000196" y="574630"/>
                  </a:lnTo>
                  <a:lnTo>
                    <a:pt x="6000322" y="574630"/>
                  </a:lnTo>
                  <a:lnTo>
                    <a:pt x="6000448" y="574630"/>
                  </a:lnTo>
                  <a:lnTo>
                    <a:pt x="6000574" y="574630"/>
                  </a:lnTo>
                  <a:lnTo>
                    <a:pt x="6000701" y="574630"/>
                  </a:lnTo>
                  <a:lnTo>
                    <a:pt x="6000827" y="574630"/>
                  </a:lnTo>
                  <a:lnTo>
                    <a:pt x="6000953" y="574630"/>
                  </a:lnTo>
                  <a:lnTo>
                    <a:pt x="6001079" y="574630"/>
                  </a:lnTo>
                  <a:lnTo>
                    <a:pt x="6001206" y="574630"/>
                  </a:lnTo>
                  <a:lnTo>
                    <a:pt x="6001332" y="574630"/>
                  </a:lnTo>
                  <a:lnTo>
                    <a:pt x="6001458" y="574630"/>
                  </a:lnTo>
                  <a:lnTo>
                    <a:pt x="6001584" y="574630"/>
                  </a:lnTo>
                  <a:lnTo>
                    <a:pt x="6001711" y="574630"/>
                  </a:lnTo>
                  <a:lnTo>
                    <a:pt x="6001837" y="574630"/>
                  </a:lnTo>
                  <a:lnTo>
                    <a:pt x="6001963" y="574630"/>
                  </a:lnTo>
                  <a:lnTo>
                    <a:pt x="6002089" y="574630"/>
                  </a:lnTo>
                  <a:lnTo>
                    <a:pt x="6002216" y="574630"/>
                  </a:lnTo>
                  <a:lnTo>
                    <a:pt x="6002342" y="574630"/>
                  </a:lnTo>
                  <a:lnTo>
                    <a:pt x="6002468" y="574630"/>
                  </a:lnTo>
                  <a:lnTo>
                    <a:pt x="6002594" y="574630"/>
                  </a:lnTo>
                  <a:lnTo>
                    <a:pt x="6002721" y="574630"/>
                  </a:lnTo>
                  <a:lnTo>
                    <a:pt x="6002847" y="574630"/>
                  </a:lnTo>
                  <a:lnTo>
                    <a:pt x="6002973" y="574630"/>
                  </a:lnTo>
                  <a:lnTo>
                    <a:pt x="6003099" y="574630"/>
                  </a:lnTo>
                  <a:lnTo>
                    <a:pt x="6003226" y="574630"/>
                  </a:lnTo>
                  <a:lnTo>
                    <a:pt x="6003352" y="574630"/>
                  </a:lnTo>
                  <a:lnTo>
                    <a:pt x="6003478" y="574630"/>
                  </a:lnTo>
                  <a:lnTo>
                    <a:pt x="6003604" y="574630"/>
                  </a:lnTo>
                  <a:lnTo>
                    <a:pt x="6003731" y="574630"/>
                  </a:lnTo>
                  <a:lnTo>
                    <a:pt x="6003857" y="574630"/>
                  </a:lnTo>
                  <a:lnTo>
                    <a:pt x="6003983" y="574630"/>
                  </a:lnTo>
                  <a:lnTo>
                    <a:pt x="6004109" y="574630"/>
                  </a:lnTo>
                  <a:lnTo>
                    <a:pt x="6004236" y="574630"/>
                  </a:lnTo>
                  <a:lnTo>
                    <a:pt x="6004362" y="574630"/>
                  </a:lnTo>
                  <a:lnTo>
                    <a:pt x="6004488" y="574630"/>
                  </a:lnTo>
                  <a:lnTo>
                    <a:pt x="6004614" y="574630"/>
                  </a:lnTo>
                  <a:lnTo>
                    <a:pt x="6004741" y="574630"/>
                  </a:lnTo>
                  <a:lnTo>
                    <a:pt x="6004867" y="574630"/>
                  </a:lnTo>
                  <a:lnTo>
                    <a:pt x="6004993" y="574630"/>
                  </a:lnTo>
                  <a:lnTo>
                    <a:pt x="6005120" y="574630"/>
                  </a:lnTo>
                  <a:lnTo>
                    <a:pt x="6005246" y="574630"/>
                  </a:lnTo>
                  <a:lnTo>
                    <a:pt x="6005372" y="574630"/>
                  </a:lnTo>
                  <a:lnTo>
                    <a:pt x="6005498" y="574630"/>
                  </a:lnTo>
                  <a:lnTo>
                    <a:pt x="6005625" y="574630"/>
                  </a:lnTo>
                  <a:lnTo>
                    <a:pt x="6005751" y="574630"/>
                  </a:lnTo>
                  <a:lnTo>
                    <a:pt x="6005877" y="574630"/>
                  </a:lnTo>
                  <a:lnTo>
                    <a:pt x="6006003" y="574630"/>
                  </a:lnTo>
                  <a:lnTo>
                    <a:pt x="6006130" y="574630"/>
                  </a:lnTo>
                  <a:lnTo>
                    <a:pt x="6006256" y="574630"/>
                  </a:lnTo>
                  <a:lnTo>
                    <a:pt x="6006382" y="574630"/>
                  </a:lnTo>
                  <a:lnTo>
                    <a:pt x="6006508" y="574630"/>
                  </a:lnTo>
                  <a:lnTo>
                    <a:pt x="6006635" y="574630"/>
                  </a:lnTo>
                  <a:lnTo>
                    <a:pt x="6006761" y="574630"/>
                  </a:lnTo>
                  <a:lnTo>
                    <a:pt x="6006887" y="574630"/>
                  </a:lnTo>
                  <a:lnTo>
                    <a:pt x="6007013" y="574630"/>
                  </a:lnTo>
                  <a:lnTo>
                    <a:pt x="6007140" y="574630"/>
                  </a:lnTo>
                  <a:lnTo>
                    <a:pt x="6007266" y="574630"/>
                  </a:lnTo>
                  <a:lnTo>
                    <a:pt x="6007392" y="574630"/>
                  </a:lnTo>
                  <a:lnTo>
                    <a:pt x="6007518" y="574630"/>
                  </a:lnTo>
                  <a:lnTo>
                    <a:pt x="6007645" y="574630"/>
                  </a:lnTo>
                  <a:lnTo>
                    <a:pt x="6007771" y="574630"/>
                  </a:lnTo>
                  <a:lnTo>
                    <a:pt x="6007897" y="574630"/>
                  </a:lnTo>
                  <a:lnTo>
                    <a:pt x="6008023" y="574630"/>
                  </a:lnTo>
                  <a:lnTo>
                    <a:pt x="6008150" y="574630"/>
                  </a:lnTo>
                  <a:lnTo>
                    <a:pt x="6008276" y="574630"/>
                  </a:lnTo>
                  <a:lnTo>
                    <a:pt x="6008402" y="574630"/>
                  </a:lnTo>
                  <a:lnTo>
                    <a:pt x="6008528" y="574630"/>
                  </a:lnTo>
                  <a:lnTo>
                    <a:pt x="6008655" y="574630"/>
                  </a:lnTo>
                  <a:lnTo>
                    <a:pt x="6008781" y="574630"/>
                  </a:lnTo>
                  <a:lnTo>
                    <a:pt x="6008907" y="574630"/>
                  </a:lnTo>
                  <a:lnTo>
                    <a:pt x="6009033" y="574630"/>
                  </a:lnTo>
                  <a:lnTo>
                    <a:pt x="6009160" y="574630"/>
                  </a:lnTo>
                  <a:lnTo>
                    <a:pt x="6009286" y="574630"/>
                  </a:lnTo>
                  <a:lnTo>
                    <a:pt x="6009412" y="574630"/>
                  </a:lnTo>
                  <a:lnTo>
                    <a:pt x="6009538" y="574630"/>
                  </a:lnTo>
                  <a:lnTo>
                    <a:pt x="6009665" y="574630"/>
                  </a:lnTo>
                  <a:lnTo>
                    <a:pt x="6009791" y="574630"/>
                  </a:lnTo>
                  <a:lnTo>
                    <a:pt x="6009917" y="574630"/>
                  </a:lnTo>
                  <a:lnTo>
                    <a:pt x="6010043" y="574630"/>
                  </a:lnTo>
                  <a:lnTo>
                    <a:pt x="6010170" y="574630"/>
                  </a:lnTo>
                  <a:lnTo>
                    <a:pt x="6010296" y="574630"/>
                  </a:lnTo>
                  <a:lnTo>
                    <a:pt x="6010422" y="574630"/>
                  </a:lnTo>
                  <a:lnTo>
                    <a:pt x="6010549" y="574630"/>
                  </a:lnTo>
                  <a:lnTo>
                    <a:pt x="6010675" y="574630"/>
                  </a:lnTo>
                  <a:lnTo>
                    <a:pt x="6010801" y="574630"/>
                  </a:lnTo>
                  <a:lnTo>
                    <a:pt x="6010927" y="574630"/>
                  </a:lnTo>
                  <a:lnTo>
                    <a:pt x="6011054" y="574630"/>
                  </a:lnTo>
                  <a:lnTo>
                    <a:pt x="6011180" y="574630"/>
                  </a:lnTo>
                  <a:lnTo>
                    <a:pt x="6011306" y="574630"/>
                  </a:lnTo>
                  <a:lnTo>
                    <a:pt x="6011432" y="574630"/>
                  </a:lnTo>
                  <a:lnTo>
                    <a:pt x="6011559" y="574630"/>
                  </a:lnTo>
                  <a:lnTo>
                    <a:pt x="6011685" y="574630"/>
                  </a:lnTo>
                  <a:lnTo>
                    <a:pt x="6011811" y="574630"/>
                  </a:lnTo>
                  <a:lnTo>
                    <a:pt x="6011937" y="574630"/>
                  </a:lnTo>
                  <a:lnTo>
                    <a:pt x="6012064" y="574630"/>
                  </a:lnTo>
                  <a:lnTo>
                    <a:pt x="6012190" y="574630"/>
                  </a:lnTo>
                  <a:lnTo>
                    <a:pt x="6012316" y="574630"/>
                  </a:lnTo>
                  <a:lnTo>
                    <a:pt x="6012442" y="574630"/>
                  </a:lnTo>
                  <a:lnTo>
                    <a:pt x="6012569" y="574630"/>
                  </a:lnTo>
                  <a:lnTo>
                    <a:pt x="6012695" y="574630"/>
                  </a:lnTo>
                  <a:lnTo>
                    <a:pt x="6012821" y="574630"/>
                  </a:lnTo>
                  <a:lnTo>
                    <a:pt x="6012947" y="574630"/>
                  </a:lnTo>
                  <a:lnTo>
                    <a:pt x="6013074" y="574630"/>
                  </a:lnTo>
                  <a:lnTo>
                    <a:pt x="6013200" y="574630"/>
                  </a:lnTo>
                  <a:lnTo>
                    <a:pt x="6013326" y="574630"/>
                  </a:lnTo>
                  <a:lnTo>
                    <a:pt x="6013452" y="574630"/>
                  </a:lnTo>
                  <a:lnTo>
                    <a:pt x="6013579" y="574630"/>
                  </a:lnTo>
                  <a:lnTo>
                    <a:pt x="6013705" y="574630"/>
                  </a:lnTo>
                  <a:lnTo>
                    <a:pt x="6013831" y="574630"/>
                  </a:lnTo>
                  <a:lnTo>
                    <a:pt x="6013957" y="574630"/>
                  </a:lnTo>
                  <a:lnTo>
                    <a:pt x="6014084" y="574630"/>
                  </a:lnTo>
                  <a:lnTo>
                    <a:pt x="6014210" y="574630"/>
                  </a:lnTo>
                  <a:lnTo>
                    <a:pt x="6014336" y="574630"/>
                  </a:lnTo>
                  <a:lnTo>
                    <a:pt x="6014462" y="574630"/>
                  </a:lnTo>
                  <a:lnTo>
                    <a:pt x="6014589" y="574630"/>
                  </a:lnTo>
                  <a:lnTo>
                    <a:pt x="6014715" y="574630"/>
                  </a:lnTo>
                  <a:lnTo>
                    <a:pt x="6014841" y="574630"/>
                  </a:lnTo>
                  <a:lnTo>
                    <a:pt x="6014967" y="574630"/>
                  </a:lnTo>
                  <a:lnTo>
                    <a:pt x="6015094" y="574630"/>
                  </a:lnTo>
                  <a:lnTo>
                    <a:pt x="6015220" y="574630"/>
                  </a:lnTo>
                  <a:lnTo>
                    <a:pt x="6015346" y="574630"/>
                  </a:lnTo>
                  <a:lnTo>
                    <a:pt x="6015473" y="574630"/>
                  </a:lnTo>
                  <a:lnTo>
                    <a:pt x="6015599" y="574630"/>
                  </a:lnTo>
                  <a:lnTo>
                    <a:pt x="6015725" y="574630"/>
                  </a:lnTo>
                  <a:lnTo>
                    <a:pt x="6015851" y="574630"/>
                  </a:lnTo>
                  <a:lnTo>
                    <a:pt x="6015978" y="574630"/>
                  </a:lnTo>
                  <a:lnTo>
                    <a:pt x="6016104" y="574630"/>
                  </a:lnTo>
                  <a:lnTo>
                    <a:pt x="6016230" y="574630"/>
                  </a:lnTo>
                  <a:lnTo>
                    <a:pt x="6016356" y="574630"/>
                  </a:lnTo>
                  <a:lnTo>
                    <a:pt x="6016483" y="574630"/>
                  </a:lnTo>
                  <a:lnTo>
                    <a:pt x="6016609" y="574630"/>
                  </a:lnTo>
                  <a:lnTo>
                    <a:pt x="6016735" y="574630"/>
                  </a:lnTo>
                  <a:lnTo>
                    <a:pt x="6016861" y="574630"/>
                  </a:lnTo>
                  <a:lnTo>
                    <a:pt x="6016988" y="574630"/>
                  </a:lnTo>
                  <a:lnTo>
                    <a:pt x="6017114" y="574630"/>
                  </a:lnTo>
                  <a:lnTo>
                    <a:pt x="6017240" y="574630"/>
                  </a:lnTo>
                  <a:lnTo>
                    <a:pt x="6017366" y="574630"/>
                  </a:lnTo>
                  <a:lnTo>
                    <a:pt x="6017493" y="574630"/>
                  </a:lnTo>
                  <a:lnTo>
                    <a:pt x="6017619" y="574630"/>
                  </a:lnTo>
                  <a:lnTo>
                    <a:pt x="6017745" y="574630"/>
                  </a:lnTo>
                  <a:lnTo>
                    <a:pt x="6017871" y="574630"/>
                  </a:lnTo>
                  <a:lnTo>
                    <a:pt x="6017998" y="574630"/>
                  </a:lnTo>
                  <a:lnTo>
                    <a:pt x="6018124" y="574630"/>
                  </a:lnTo>
                  <a:lnTo>
                    <a:pt x="6018250" y="574630"/>
                  </a:lnTo>
                  <a:lnTo>
                    <a:pt x="6018376" y="574630"/>
                  </a:lnTo>
                  <a:lnTo>
                    <a:pt x="6018376" y="569719"/>
                  </a:lnTo>
                  <a:lnTo>
                    <a:pt x="6018503" y="569719"/>
                  </a:lnTo>
                  <a:lnTo>
                    <a:pt x="6018629" y="569719"/>
                  </a:lnTo>
                  <a:lnTo>
                    <a:pt x="6018755" y="569719"/>
                  </a:lnTo>
                  <a:lnTo>
                    <a:pt x="6018881" y="569719"/>
                  </a:lnTo>
                  <a:lnTo>
                    <a:pt x="6019008" y="569719"/>
                  </a:lnTo>
                  <a:lnTo>
                    <a:pt x="6019134" y="569719"/>
                  </a:lnTo>
                  <a:lnTo>
                    <a:pt x="6019260" y="569719"/>
                  </a:lnTo>
                  <a:lnTo>
                    <a:pt x="6019386" y="569719"/>
                  </a:lnTo>
                  <a:lnTo>
                    <a:pt x="6019386" y="564808"/>
                  </a:lnTo>
                  <a:lnTo>
                    <a:pt x="6019513" y="564808"/>
                  </a:lnTo>
                  <a:lnTo>
                    <a:pt x="6019513" y="559896"/>
                  </a:lnTo>
                  <a:lnTo>
                    <a:pt x="6019639" y="559896"/>
                  </a:lnTo>
                  <a:lnTo>
                    <a:pt x="6019765" y="559896"/>
                  </a:lnTo>
                  <a:lnTo>
                    <a:pt x="6019891" y="559896"/>
                  </a:lnTo>
                  <a:lnTo>
                    <a:pt x="6020018" y="559896"/>
                  </a:lnTo>
                  <a:lnTo>
                    <a:pt x="6020144" y="559896"/>
                  </a:lnTo>
                  <a:lnTo>
                    <a:pt x="6020270" y="559896"/>
                  </a:lnTo>
                  <a:lnTo>
                    <a:pt x="6020396" y="559896"/>
                  </a:lnTo>
                  <a:lnTo>
                    <a:pt x="6020523" y="559896"/>
                  </a:lnTo>
                  <a:lnTo>
                    <a:pt x="6020649" y="559896"/>
                  </a:lnTo>
                  <a:lnTo>
                    <a:pt x="6020775" y="559896"/>
                  </a:lnTo>
                  <a:lnTo>
                    <a:pt x="6020902" y="559896"/>
                  </a:lnTo>
                  <a:lnTo>
                    <a:pt x="6021028" y="559896"/>
                  </a:lnTo>
                  <a:lnTo>
                    <a:pt x="6021154" y="559896"/>
                  </a:lnTo>
                  <a:lnTo>
                    <a:pt x="6021280" y="559896"/>
                  </a:lnTo>
                  <a:lnTo>
                    <a:pt x="6021407" y="559896"/>
                  </a:lnTo>
                  <a:lnTo>
                    <a:pt x="6021533" y="559896"/>
                  </a:lnTo>
                  <a:lnTo>
                    <a:pt x="6021659" y="559896"/>
                  </a:lnTo>
                  <a:lnTo>
                    <a:pt x="6021785" y="559896"/>
                  </a:lnTo>
                  <a:lnTo>
                    <a:pt x="6021912" y="559896"/>
                  </a:lnTo>
                  <a:lnTo>
                    <a:pt x="6022038" y="559896"/>
                  </a:lnTo>
                  <a:lnTo>
                    <a:pt x="6022164" y="559896"/>
                  </a:lnTo>
                  <a:lnTo>
                    <a:pt x="6022290" y="559896"/>
                  </a:lnTo>
                  <a:lnTo>
                    <a:pt x="6022417" y="559896"/>
                  </a:lnTo>
                  <a:lnTo>
                    <a:pt x="6022543" y="559896"/>
                  </a:lnTo>
                  <a:lnTo>
                    <a:pt x="6022669" y="559896"/>
                  </a:lnTo>
                  <a:lnTo>
                    <a:pt x="6022795" y="559896"/>
                  </a:lnTo>
                  <a:lnTo>
                    <a:pt x="6022922" y="559896"/>
                  </a:lnTo>
                  <a:lnTo>
                    <a:pt x="6023048" y="559896"/>
                  </a:lnTo>
                  <a:lnTo>
                    <a:pt x="6023174" y="559896"/>
                  </a:lnTo>
                  <a:lnTo>
                    <a:pt x="6023300" y="559896"/>
                  </a:lnTo>
                  <a:lnTo>
                    <a:pt x="6023427" y="559896"/>
                  </a:lnTo>
                  <a:lnTo>
                    <a:pt x="6023553" y="559896"/>
                  </a:lnTo>
                  <a:lnTo>
                    <a:pt x="6023679" y="559896"/>
                  </a:lnTo>
                  <a:lnTo>
                    <a:pt x="6023805" y="559896"/>
                  </a:lnTo>
                  <a:lnTo>
                    <a:pt x="6023932" y="559896"/>
                  </a:lnTo>
                  <a:lnTo>
                    <a:pt x="6024058" y="559896"/>
                  </a:lnTo>
                  <a:lnTo>
                    <a:pt x="6024184" y="559896"/>
                  </a:lnTo>
                  <a:lnTo>
                    <a:pt x="6024310" y="559896"/>
                  </a:lnTo>
                  <a:lnTo>
                    <a:pt x="6024437" y="559896"/>
                  </a:lnTo>
                  <a:lnTo>
                    <a:pt x="6024563" y="559896"/>
                  </a:lnTo>
                  <a:lnTo>
                    <a:pt x="6024689" y="559896"/>
                  </a:lnTo>
                  <a:lnTo>
                    <a:pt x="6024815" y="559896"/>
                  </a:lnTo>
                  <a:lnTo>
                    <a:pt x="6024942" y="559896"/>
                  </a:lnTo>
                  <a:lnTo>
                    <a:pt x="6025068" y="559896"/>
                  </a:lnTo>
                  <a:lnTo>
                    <a:pt x="6025194" y="559896"/>
                  </a:lnTo>
                  <a:lnTo>
                    <a:pt x="6025320" y="559896"/>
                  </a:lnTo>
                  <a:lnTo>
                    <a:pt x="6025447" y="559896"/>
                  </a:lnTo>
                  <a:lnTo>
                    <a:pt x="6025573" y="559896"/>
                  </a:lnTo>
                  <a:lnTo>
                    <a:pt x="6025699" y="559896"/>
                  </a:lnTo>
                  <a:lnTo>
                    <a:pt x="6025826" y="559896"/>
                  </a:lnTo>
                  <a:lnTo>
                    <a:pt x="6025952" y="559896"/>
                  </a:lnTo>
                  <a:lnTo>
                    <a:pt x="6026078" y="559896"/>
                  </a:lnTo>
                  <a:lnTo>
                    <a:pt x="6026204" y="559896"/>
                  </a:lnTo>
                  <a:lnTo>
                    <a:pt x="6026331" y="559896"/>
                  </a:lnTo>
                  <a:lnTo>
                    <a:pt x="6026457" y="559896"/>
                  </a:lnTo>
                  <a:lnTo>
                    <a:pt x="6026583" y="559896"/>
                  </a:lnTo>
                  <a:lnTo>
                    <a:pt x="6026709" y="559896"/>
                  </a:lnTo>
                  <a:lnTo>
                    <a:pt x="6026836" y="559896"/>
                  </a:lnTo>
                  <a:lnTo>
                    <a:pt x="6026962" y="559896"/>
                  </a:lnTo>
                  <a:lnTo>
                    <a:pt x="6027088" y="559896"/>
                  </a:lnTo>
                  <a:lnTo>
                    <a:pt x="6027214" y="559896"/>
                  </a:lnTo>
                  <a:lnTo>
                    <a:pt x="6027341" y="559896"/>
                  </a:lnTo>
                  <a:lnTo>
                    <a:pt x="6027467" y="559896"/>
                  </a:lnTo>
                  <a:lnTo>
                    <a:pt x="6027593" y="559896"/>
                  </a:lnTo>
                  <a:lnTo>
                    <a:pt x="6027719" y="559896"/>
                  </a:lnTo>
                  <a:lnTo>
                    <a:pt x="6027846" y="559896"/>
                  </a:lnTo>
                  <a:lnTo>
                    <a:pt x="6027972" y="559896"/>
                  </a:lnTo>
                  <a:lnTo>
                    <a:pt x="6028098" y="559896"/>
                  </a:lnTo>
                  <a:lnTo>
                    <a:pt x="6028224" y="559896"/>
                  </a:lnTo>
                  <a:lnTo>
                    <a:pt x="6028351" y="559896"/>
                  </a:lnTo>
                  <a:lnTo>
                    <a:pt x="6028477" y="559896"/>
                  </a:lnTo>
                  <a:lnTo>
                    <a:pt x="6028603" y="559896"/>
                  </a:lnTo>
                  <a:lnTo>
                    <a:pt x="6028729" y="559896"/>
                  </a:lnTo>
                  <a:lnTo>
                    <a:pt x="6028856" y="559896"/>
                  </a:lnTo>
                  <a:lnTo>
                    <a:pt x="6028982" y="559896"/>
                  </a:lnTo>
                  <a:lnTo>
                    <a:pt x="6029108" y="559896"/>
                  </a:lnTo>
                  <a:lnTo>
                    <a:pt x="6029234" y="559896"/>
                  </a:lnTo>
                  <a:lnTo>
                    <a:pt x="6029361" y="559896"/>
                  </a:lnTo>
                  <a:lnTo>
                    <a:pt x="6029487" y="559896"/>
                  </a:lnTo>
                  <a:lnTo>
                    <a:pt x="6029613" y="559896"/>
                  </a:lnTo>
                  <a:lnTo>
                    <a:pt x="6029739" y="559896"/>
                  </a:lnTo>
                  <a:lnTo>
                    <a:pt x="6029866" y="559896"/>
                  </a:lnTo>
                  <a:lnTo>
                    <a:pt x="6029992" y="559896"/>
                  </a:lnTo>
                  <a:lnTo>
                    <a:pt x="6030118" y="559896"/>
                  </a:lnTo>
                  <a:lnTo>
                    <a:pt x="6030244" y="559896"/>
                  </a:lnTo>
                  <a:lnTo>
                    <a:pt x="6030371" y="559896"/>
                  </a:lnTo>
                  <a:lnTo>
                    <a:pt x="6030497" y="559896"/>
                  </a:lnTo>
                  <a:lnTo>
                    <a:pt x="6030623" y="559896"/>
                  </a:lnTo>
                  <a:lnTo>
                    <a:pt x="6030749" y="559896"/>
                  </a:lnTo>
                  <a:lnTo>
                    <a:pt x="6030876" y="559896"/>
                  </a:lnTo>
                  <a:lnTo>
                    <a:pt x="6031002" y="559896"/>
                  </a:lnTo>
                  <a:lnTo>
                    <a:pt x="6031128" y="559896"/>
                  </a:lnTo>
                  <a:lnTo>
                    <a:pt x="6031255" y="559896"/>
                  </a:lnTo>
                  <a:lnTo>
                    <a:pt x="6031381" y="559896"/>
                  </a:lnTo>
                  <a:lnTo>
                    <a:pt x="6031507" y="559896"/>
                  </a:lnTo>
                  <a:lnTo>
                    <a:pt x="6031633" y="559896"/>
                  </a:lnTo>
                  <a:lnTo>
                    <a:pt x="6031760" y="559896"/>
                  </a:lnTo>
                  <a:lnTo>
                    <a:pt x="6031886" y="559896"/>
                  </a:lnTo>
                  <a:lnTo>
                    <a:pt x="6032012" y="559896"/>
                  </a:lnTo>
                  <a:lnTo>
                    <a:pt x="6032138" y="559896"/>
                  </a:lnTo>
                  <a:lnTo>
                    <a:pt x="6032265" y="559896"/>
                  </a:lnTo>
                  <a:lnTo>
                    <a:pt x="6032391" y="559896"/>
                  </a:lnTo>
                  <a:lnTo>
                    <a:pt x="6032517" y="559896"/>
                  </a:lnTo>
                  <a:lnTo>
                    <a:pt x="6032643" y="559896"/>
                  </a:lnTo>
                  <a:lnTo>
                    <a:pt x="6032770" y="559896"/>
                  </a:lnTo>
                  <a:lnTo>
                    <a:pt x="6032896" y="559896"/>
                  </a:lnTo>
                  <a:lnTo>
                    <a:pt x="6033022" y="559896"/>
                  </a:lnTo>
                  <a:lnTo>
                    <a:pt x="6033148" y="559896"/>
                  </a:lnTo>
                  <a:lnTo>
                    <a:pt x="6033275" y="559896"/>
                  </a:lnTo>
                  <a:lnTo>
                    <a:pt x="6033401" y="559896"/>
                  </a:lnTo>
                  <a:lnTo>
                    <a:pt x="6033527" y="559896"/>
                  </a:lnTo>
                  <a:lnTo>
                    <a:pt x="6033653" y="559896"/>
                  </a:lnTo>
                  <a:lnTo>
                    <a:pt x="6033780" y="559896"/>
                  </a:lnTo>
                  <a:lnTo>
                    <a:pt x="6033906" y="559896"/>
                  </a:lnTo>
                  <a:lnTo>
                    <a:pt x="6034032" y="559896"/>
                  </a:lnTo>
                  <a:lnTo>
                    <a:pt x="6034158" y="559896"/>
                  </a:lnTo>
                  <a:lnTo>
                    <a:pt x="6034285" y="559896"/>
                  </a:lnTo>
                  <a:lnTo>
                    <a:pt x="6034411" y="559896"/>
                  </a:lnTo>
                  <a:lnTo>
                    <a:pt x="6034537" y="559896"/>
                  </a:lnTo>
                  <a:lnTo>
                    <a:pt x="6034663" y="559896"/>
                  </a:lnTo>
                  <a:lnTo>
                    <a:pt x="6034790" y="559896"/>
                  </a:lnTo>
                  <a:lnTo>
                    <a:pt x="6034916" y="559896"/>
                  </a:lnTo>
                  <a:lnTo>
                    <a:pt x="6035042" y="559896"/>
                  </a:lnTo>
                  <a:lnTo>
                    <a:pt x="6035168" y="559896"/>
                  </a:lnTo>
                  <a:lnTo>
                    <a:pt x="6035295" y="559896"/>
                  </a:lnTo>
                  <a:lnTo>
                    <a:pt x="6035421" y="559896"/>
                  </a:lnTo>
                  <a:lnTo>
                    <a:pt x="6035547" y="559896"/>
                  </a:lnTo>
                  <a:lnTo>
                    <a:pt x="6035673" y="559896"/>
                  </a:lnTo>
                  <a:lnTo>
                    <a:pt x="6035800" y="559896"/>
                  </a:lnTo>
                  <a:lnTo>
                    <a:pt x="6035926" y="559896"/>
                  </a:lnTo>
                  <a:lnTo>
                    <a:pt x="6036052" y="559896"/>
                  </a:lnTo>
                  <a:lnTo>
                    <a:pt x="6036179" y="559896"/>
                  </a:lnTo>
                  <a:lnTo>
                    <a:pt x="6036305" y="559896"/>
                  </a:lnTo>
                  <a:lnTo>
                    <a:pt x="6036431" y="559896"/>
                  </a:lnTo>
                  <a:lnTo>
                    <a:pt x="6036557" y="559896"/>
                  </a:lnTo>
                  <a:lnTo>
                    <a:pt x="6036684" y="559896"/>
                  </a:lnTo>
                  <a:lnTo>
                    <a:pt x="6036810" y="559896"/>
                  </a:lnTo>
                  <a:lnTo>
                    <a:pt x="6036936" y="559896"/>
                  </a:lnTo>
                  <a:lnTo>
                    <a:pt x="6037062" y="559896"/>
                  </a:lnTo>
                  <a:lnTo>
                    <a:pt x="6037189" y="559896"/>
                  </a:lnTo>
                  <a:lnTo>
                    <a:pt x="6037315" y="559896"/>
                  </a:lnTo>
                  <a:lnTo>
                    <a:pt x="6037441" y="559896"/>
                  </a:lnTo>
                  <a:lnTo>
                    <a:pt x="6037567" y="559896"/>
                  </a:lnTo>
                  <a:lnTo>
                    <a:pt x="6037694" y="559896"/>
                  </a:lnTo>
                  <a:lnTo>
                    <a:pt x="6037820" y="559896"/>
                  </a:lnTo>
                  <a:lnTo>
                    <a:pt x="6037820" y="554985"/>
                  </a:lnTo>
                  <a:lnTo>
                    <a:pt x="6037946" y="554985"/>
                  </a:lnTo>
                  <a:lnTo>
                    <a:pt x="6038072" y="554985"/>
                  </a:lnTo>
                  <a:lnTo>
                    <a:pt x="6038199" y="554985"/>
                  </a:lnTo>
                  <a:lnTo>
                    <a:pt x="6038325" y="554985"/>
                  </a:lnTo>
                  <a:lnTo>
                    <a:pt x="6038325" y="550073"/>
                  </a:lnTo>
                  <a:lnTo>
                    <a:pt x="6038451" y="550073"/>
                  </a:lnTo>
                  <a:lnTo>
                    <a:pt x="6038577" y="550073"/>
                  </a:lnTo>
                  <a:lnTo>
                    <a:pt x="6038704" y="550073"/>
                  </a:lnTo>
                  <a:lnTo>
                    <a:pt x="6038830" y="550073"/>
                  </a:lnTo>
                  <a:lnTo>
                    <a:pt x="6038956" y="550073"/>
                  </a:lnTo>
                  <a:lnTo>
                    <a:pt x="6039082" y="550073"/>
                  </a:lnTo>
                  <a:lnTo>
                    <a:pt x="6039209" y="550073"/>
                  </a:lnTo>
                  <a:lnTo>
                    <a:pt x="6039335" y="550073"/>
                  </a:lnTo>
                  <a:lnTo>
                    <a:pt x="6039461" y="550073"/>
                  </a:lnTo>
                  <a:lnTo>
                    <a:pt x="6039587" y="550073"/>
                  </a:lnTo>
                  <a:lnTo>
                    <a:pt x="6039714" y="550073"/>
                  </a:lnTo>
                  <a:lnTo>
                    <a:pt x="6039840" y="550073"/>
                  </a:lnTo>
                  <a:lnTo>
                    <a:pt x="6039966" y="550073"/>
                  </a:lnTo>
                  <a:lnTo>
                    <a:pt x="6040092" y="550073"/>
                  </a:lnTo>
                  <a:lnTo>
                    <a:pt x="6040219" y="550073"/>
                  </a:lnTo>
                  <a:lnTo>
                    <a:pt x="6040345" y="550073"/>
                  </a:lnTo>
                  <a:lnTo>
                    <a:pt x="6040471" y="550073"/>
                  </a:lnTo>
                  <a:lnTo>
                    <a:pt x="6040597" y="550073"/>
                  </a:lnTo>
                  <a:lnTo>
                    <a:pt x="6040724" y="550073"/>
                  </a:lnTo>
                  <a:lnTo>
                    <a:pt x="6040850" y="550073"/>
                  </a:lnTo>
                  <a:lnTo>
                    <a:pt x="6040976" y="550073"/>
                  </a:lnTo>
                  <a:lnTo>
                    <a:pt x="6041102" y="550073"/>
                  </a:lnTo>
                  <a:lnTo>
                    <a:pt x="6041229" y="550073"/>
                  </a:lnTo>
                  <a:lnTo>
                    <a:pt x="6041355" y="550073"/>
                  </a:lnTo>
                  <a:lnTo>
                    <a:pt x="6041481" y="550073"/>
                  </a:lnTo>
                  <a:lnTo>
                    <a:pt x="6041608" y="550073"/>
                  </a:lnTo>
                  <a:lnTo>
                    <a:pt x="6041734" y="550073"/>
                  </a:lnTo>
                  <a:lnTo>
                    <a:pt x="6041860" y="550073"/>
                  </a:lnTo>
                  <a:lnTo>
                    <a:pt x="6041986" y="550073"/>
                  </a:lnTo>
                  <a:lnTo>
                    <a:pt x="6042113" y="550073"/>
                  </a:lnTo>
                  <a:lnTo>
                    <a:pt x="6042239" y="550073"/>
                  </a:lnTo>
                  <a:lnTo>
                    <a:pt x="6042365" y="550073"/>
                  </a:lnTo>
                  <a:lnTo>
                    <a:pt x="6042491" y="550073"/>
                  </a:lnTo>
                  <a:lnTo>
                    <a:pt x="6042618" y="550073"/>
                  </a:lnTo>
                  <a:lnTo>
                    <a:pt x="6042744" y="550073"/>
                  </a:lnTo>
                  <a:lnTo>
                    <a:pt x="6042870" y="550073"/>
                  </a:lnTo>
                  <a:lnTo>
                    <a:pt x="6042996" y="550073"/>
                  </a:lnTo>
                  <a:lnTo>
                    <a:pt x="6043123" y="550073"/>
                  </a:lnTo>
                  <a:lnTo>
                    <a:pt x="6043249" y="550073"/>
                  </a:lnTo>
                  <a:lnTo>
                    <a:pt x="6043375" y="550073"/>
                  </a:lnTo>
                  <a:lnTo>
                    <a:pt x="6043501" y="550073"/>
                  </a:lnTo>
                  <a:lnTo>
                    <a:pt x="6043628" y="550073"/>
                  </a:lnTo>
                  <a:lnTo>
                    <a:pt x="6043754" y="550073"/>
                  </a:lnTo>
                  <a:lnTo>
                    <a:pt x="6043880" y="550073"/>
                  </a:lnTo>
                  <a:lnTo>
                    <a:pt x="6044006" y="550073"/>
                  </a:lnTo>
                  <a:lnTo>
                    <a:pt x="6044133" y="550073"/>
                  </a:lnTo>
                  <a:lnTo>
                    <a:pt x="6044259" y="550073"/>
                  </a:lnTo>
                  <a:lnTo>
                    <a:pt x="6044385" y="550073"/>
                  </a:lnTo>
                  <a:lnTo>
                    <a:pt x="6044511" y="550073"/>
                  </a:lnTo>
                  <a:lnTo>
                    <a:pt x="6044638" y="550073"/>
                  </a:lnTo>
                  <a:lnTo>
                    <a:pt x="6044764" y="550073"/>
                  </a:lnTo>
                  <a:lnTo>
                    <a:pt x="6044890" y="550073"/>
                  </a:lnTo>
                  <a:lnTo>
                    <a:pt x="6045016" y="550073"/>
                  </a:lnTo>
                  <a:lnTo>
                    <a:pt x="6045143" y="550073"/>
                  </a:lnTo>
                  <a:lnTo>
                    <a:pt x="6045269" y="550073"/>
                  </a:lnTo>
                  <a:lnTo>
                    <a:pt x="6045395" y="550073"/>
                  </a:lnTo>
                  <a:lnTo>
                    <a:pt x="6045521" y="550073"/>
                  </a:lnTo>
                  <a:lnTo>
                    <a:pt x="6045648" y="550073"/>
                  </a:lnTo>
                  <a:lnTo>
                    <a:pt x="6045774" y="550073"/>
                  </a:lnTo>
                  <a:lnTo>
                    <a:pt x="6045900" y="550073"/>
                  </a:lnTo>
                  <a:lnTo>
                    <a:pt x="6046026" y="550073"/>
                  </a:lnTo>
                  <a:lnTo>
                    <a:pt x="6046153" y="550073"/>
                  </a:lnTo>
                  <a:lnTo>
                    <a:pt x="6046279" y="550073"/>
                  </a:lnTo>
                  <a:lnTo>
                    <a:pt x="6046405" y="550073"/>
                  </a:lnTo>
                  <a:lnTo>
                    <a:pt x="6046532" y="550073"/>
                  </a:lnTo>
                  <a:lnTo>
                    <a:pt x="6046658" y="550073"/>
                  </a:lnTo>
                  <a:lnTo>
                    <a:pt x="6046784" y="550073"/>
                  </a:lnTo>
                  <a:lnTo>
                    <a:pt x="6046910" y="550073"/>
                  </a:lnTo>
                  <a:lnTo>
                    <a:pt x="6047037" y="550073"/>
                  </a:lnTo>
                  <a:lnTo>
                    <a:pt x="6047163" y="550073"/>
                  </a:lnTo>
                  <a:lnTo>
                    <a:pt x="6047289" y="550073"/>
                  </a:lnTo>
                  <a:lnTo>
                    <a:pt x="6047415" y="550073"/>
                  </a:lnTo>
                  <a:lnTo>
                    <a:pt x="6047542" y="550073"/>
                  </a:lnTo>
                  <a:lnTo>
                    <a:pt x="6047668" y="550073"/>
                  </a:lnTo>
                  <a:lnTo>
                    <a:pt x="6047794" y="550073"/>
                  </a:lnTo>
                  <a:lnTo>
                    <a:pt x="6047920" y="550073"/>
                  </a:lnTo>
                  <a:lnTo>
                    <a:pt x="6048047" y="550073"/>
                  </a:lnTo>
                  <a:lnTo>
                    <a:pt x="6048173" y="550073"/>
                  </a:lnTo>
                  <a:lnTo>
                    <a:pt x="6048299" y="550073"/>
                  </a:lnTo>
                  <a:lnTo>
                    <a:pt x="6048425" y="550073"/>
                  </a:lnTo>
                  <a:lnTo>
                    <a:pt x="6048552" y="550073"/>
                  </a:lnTo>
                  <a:lnTo>
                    <a:pt x="6048678" y="550073"/>
                  </a:lnTo>
                  <a:lnTo>
                    <a:pt x="6048804" y="550073"/>
                  </a:lnTo>
                  <a:lnTo>
                    <a:pt x="6048930" y="550073"/>
                  </a:lnTo>
                  <a:lnTo>
                    <a:pt x="6049057" y="550073"/>
                  </a:lnTo>
                  <a:lnTo>
                    <a:pt x="6049183" y="550073"/>
                  </a:lnTo>
                  <a:lnTo>
                    <a:pt x="6049309" y="550073"/>
                  </a:lnTo>
                  <a:lnTo>
                    <a:pt x="6049435" y="550073"/>
                  </a:lnTo>
                  <a:lnTo>
                    <a:pt x="6049562" y="550073"/>
                  </a:lnTo>
                  <a:lnTo>
                    <a:pt x="6049688" y="550073"/>
                  </a:lnTo>
                  <a:lnTo>
                    <a:pt x="6049814" y="550073"/>
                  </a:lnTo>
                  <a:lnTo>
                    <a:pt x="6049940" y="550073"/>
                  </a:lnTo>
                  <a:lnTo>
                    <a:pt x="6050067" y="550073"/>
                  </a:lnTo>
                  <a:lnTo>
                    <a:pt x="6050193" y="550073"/>
                  </a:lnTo>
                  <a:lnTo>
                    <a:pt x="6050319" y="550073"/>
                  </a:lnTo>
                  <a:lnTo>
                    <a:pt x="6050445" y="550073"/>
                  </a:lnTo>
                  <a:lnTo>
                    <a:pt x="6050572" y="550073"/>
                  </a:lnTo>
                  <a:lnTo>
                    <a:pt x="6050698" y="550073"/>
                  </a:lnTo>
                  <a:lnTo>
                    <a:pt x="6050824" y="550073"/>
                  </a:lnTo>
                  <a:lnTo>
                    <a:pt x="6050950" y="550073"/>
                  </a:lnTo>
                  <a:lnTo>
                    <a:pt x="6051077" y="550073"/>
                  </a:lnTo>
                  <a:lnTo>
                    <a:pt x="6051203" y="550073"/>
                  </a:lnTo>
                  <a:lnTo>
                    <a:pt x="6051329" y="550073"/>
                  </a:lnTo>
                  <a:lnTo>
                    <a:pt x="6051455" y="550073"/>
                  </a:lnTo>
                  <a:lnTo>
                    <a:pt x="6051582" y="550073"/>
                  </a:lnTo>
                  <a:lnTo>
                    <a:pt x="6051708" y="550073"/>
                  </a:lnTo>
                  <a:lnTo>
                    <a:pt x="6051834" y="550073"/>
                  </a:lnTo>
                  <a:lnTo>
                    <a:pt x="6051961" y="550073"/>
                  </a:lnTo>
                  <a:lnTo>
                    <a:pt x="6052087" y="550073"/>
                  </a:lnTo>
                  <a:lnTo>
                    <a:pt x="6052213" y="550073"/>
                  </a:lnTo>
                  <a:lnTo>
                    <a:pt x="6052213" y="545162"/>
                  </a:lnTo>
                  <a:lnTo>
                    <a:pt x="6052339" y="545162"/>
                  </a:lnTo>
                  <a:lnTo>
                    <a:pt x="6052466" y="545162"/>
                  </a:lnTo>
                  <a:lnTo>
                    <a:pt x="6052592" y="545162"/>
                  </a:lnTo>
                  <a:lnTo>
                    <a:pt x="6052718" y="545162"/>
                  </a:lnTo>
                  <a:lnTo>
                    <a:pt x="6052844" y="545162"/>
                  </a:lnTo>
                  <a:lnTo>
                    <a:pt x="6052971" y="545162"/>
                  </a:lnTo>
                  <a:lnTo>
                    <a:pt x="6053097" y="545162"/>
                  </a:lnTo>
                  <a:lnTo>
                    <a:pt x="6053223" y="545162"/>
                  </a:lnTo>
                  <a:lnTo>
                    <a:pt x="6053349" y="545162"/>
                  </a:lnTo>
                  <a:lnTo>
                    <a:pt x="6053476" y="545162"/>
                  </a:lnTo>
                  <a:lnTo>
                    <a:pt x="6053602" y="545162"/>
                  </a:lnTo>
                  <a:lnTo>
                    <a:pt x="6053728" y="545162"/>
                  </a:lnTo>
                  <a:lnTo>
                    <a:pt x="6053854" y="545162"/>
                  </a:lnTo>
                  <a:lnTo>
                    <a:pt x="6053981" y="545162"/>
                  </a:lnTo>
                  <a:lnTo>
                    <a:pt x="6054107" y="545162"/>
                  </a:lnTo>
                  <a:lnTo>
                    <a:pt x="6054233" y="545162"/>
                  </a:lnTo>
                  <a:lnTo>
                    <a:pt x="6054359" y="545162"/>
                  </a:lnTo>
                  <a:lnTo>
                    <a:pt x="6054486" y="545162"/>
                  </a:lnTo>
                  <a:lnTo>
                    <a:pt x="6054612" y="545162"/>
                  </a:lnTo>
                  <a:lnTo>
                    <a:pt x="6054738" y="545162"/>
                  </a:lnTo>
                  <a:lnTo>
                    <a:pt x="6054864" y="545162"/>
                  </a:lnTo>
                  <a:lnTo>
                    <a:pt x="6054991" y="545162"/>
                  </a:lnTo>
                  <a:lnTo>
                    <a:pt x="6055117" y="545162"/>
                  </a:lnTo>
                  <a:lnTo>
                    <a:pt x="6055243" y="545162"/>
                  </a:lnTo>
                  <a:lnTo>
                    <a:pt x="6055369" y="545162"/>
                  </a:lnTo>
                  <a:lnTo>
                    <a:pt x="6055496" y="545162"/>
                  </a:lnTo>
                  <a:lnTo>
                    <a:pt x="6055622" y="545162"/>
                  </a:lnTo>
                  <a:lnTo>
                    <a:pt x="6055748" y="545162"/>
                  </a:lnTo>
                  <a:lnTo>
                    <a:pt x="6055874" y="545162"/>
                  </a:lnTo>
                  <a:lnTo>
                    <a:pt x="6056001" y="545162"/>
                  </a:lnTo>
                  <a:lnTo>
                    <a:pt x="6056127" y="545162"/>
                  </a:lnTo>
                  <a:lnTo>
                    <a:pt x="6056253" y="545162"/>
                  </a:lnTo>
                  <a:lnTo>
                    <a:pt x="6056379" y="545162"/>
                  </a:lnTo>
                  <a:lnTo>
                    <a:pt x="6056506" y="545162"/>
                  </a:lnTo>
                  <a:lnTo>
                    <a:pt x="6056632" y="545162"/>
                  </a:lnTo>
                  <a:lnTo>
                    <a:pt x="6056758" y="545162"/>
                  </a:lnTo>
                  <a:lnTo>
                    <a:pt x="6056885" y="545162"/>
                  </a:lnTo>
                  <a:lnTo>
                    <a:pt x="6057011" y="545162"/>
                  </a:lnTo>
                  <a:lnTo>
                    <a:pt x="6057137" y="545162"/>
                  </a:lnTo>
                  <a:lnTo>
                    <a:pt x="6057263" y="545162"/>
                  </a:lnTo>
                  <a:lnTo>
                    <a:pt x="6057390" y="545162"/>
                  </a:lnTo>
                  <a:lnTo>
                    <a:pt x="6057516" y="545162"/>
                  </a:lnTo>
                  <a:lnTo>
                    <a:pt x="6057642" y="545162"/>
                  </a:lnTo>
                  <a:lnTo>
                    <a:pt x="6057768" y="545162"/>
                  </a:lnTo>
                  <a:lnTo>
                    <a:pt x="6057895" y="545162"/>
                  </a:lnTo>
                  <a:lnTo>
                    <a:pt x="6058021" y="545162"/>
                  </a:lnTo>
                  <a:lnTo>
                    <a:pt x="6058147" y="545162"/>
                  </a:lnTo>
                  <a:lnTo>
                    <a:pt x="6058273" y="545162"/>
                  </a:lnTo>
                  <a:lnTo>
                    <a:pt x="6058400" y="545162"/>
                  </a:lnTo>
                  <a:lnTo>
                    <a:pt x="6058526" y="545162"/>
                  </a:lnTo>
                  <a:lnTo>
                    <a:pt x="6058652" y="545162"/>
                  </a:lnTo>
                  <a:lnTo>
                    <a:pt x="6058778" y="545162"/>
                  </a:lnTo>
                  <a:lnTo>
                    <a:pt x="6058905" y="545162"/>
                  </a:lnTo>
                  <a:lnTo>
                    <a:pt x="6059031" y="545162"/>
                  </a:lnTo>
                  <a:lnTo>
                    <a:pt x="6059157" y="545162"/>
                  </a:lnTo>
                  <a:lnTo>
                    <a:pt x="6059283" y="545162"/>
                  </a:lnTo>
                  <a:lnTo>
                    <a:pt x="6059410" y="545162"/>
                  </a:lnTo>
                  <a:lnTo>
                    <a:pt x="6059536" y="545162"/>
                  </a:lnTo>
                  <a:lnTo>
                    <a:pt x="6059662" y="545162"/>
                  </a:lnTo>
                  <a:lnTo>
                    <a:pt x="6059788" y="545162"/>
                  </a:lnTo>
                  <a:lnTo>
                    <a:pt x="6059915" y="545162"/>
                  </a:lnTo>
                  <a:lnTo>
                    <a:pt x="6060041" y="545162"/>
                  </a:lnTo>
                  <a:lnTo>
                    <a:pt x="6060167" y="545162"/>
                  </a:lnTo>
                  <a:lnTo>
                    <a:pt x="6060293" y="545162"/>
                  </a:lnTo>
                  <a:lnTo>
                    <a:pt x="6060420" y="545162"/>
                  </a:lnTo>
                  <a:lnTo>
                    <a:pt x="6060546" y="545162"/>
                  </a:lnTo>
                  <a:lnTo>
                    <a:pt x="6060672" y="545162"/>
                  </a:lnTo>
                  <a:lnTo>
                    <a:pt x="6060798" y="545162"/>
                  </a:lnTo>
                  <a:lnTo>
                    <a:pt x="6060925" y="545162"/>
                  </a:lnTo>
                  <a:lnTo>
                    <a:pt x="6061051" y="545162"/>
                  </a:lnTo>
                  <a:lnTo>
                    <a:pt x="6061177" y="545162"/>
                  </a:lnTo>
                  <a:lnTo>
                    <a:pt x="6061303" y="545162"/>
                  </a:lnTo>
                  <a:lnTo>
                    <a:pt x="6061430" y="545162"/>
                  </a:lnTo>
                  <a:lnTo>
                    <a:pt x="6061556" y="545162"/>
                  </a:lnTo>
                  <a:lnTo>
                    <a:pt x="6061682" y="545162"/>
                  </a:lnTo>
                  <a:lnTo>
                    <a:pt x="6061809" y="545162"/>
                  </a:lnTo>
                  <a:lnTo>
                    <a:pt x="6061935" y="545162"/>
                  </a:lnTo>
                  <a:lnTo>
                    <a:pt x="6062061" y="545162"/>
                  </a:lnTo>
                  <a:lnTo>
                    <a:pt x="6062187" y="545162"/>
                  </a:lnTo>
                  <a:lnTo>
                    <a:pt x="6062314" y="545162"/>
                  </a:lnTo>
                  <a:lnTo>
                    <a:pt x="6062440" y="545162"/>
                  </a:lnTo>
                  <a:lnTo>
                    <a:pt x="6062566" y="545162"/>
                  </a:lnTo>
                  <a:lnTo>
                    <a:pt x="6062692" y="545162"/>
                  </a:lnTo>
                  <a:lnTo>
                    <a:pt x="6062819" y="545162"/>
                  </a:lnTo>
                  <a:lnTo>
                    <a:pt x="6062945" y="545162"/>
                  </a:lnTo>
                  <a:lnTo>
                    <a:pt x="6063071" y="545162"/>
                  </a:lnTo>
                  <a:lnTo>
                    <a:pt x="6063197" y="545162"/>
                  </a:lnTo>
                  <a:lnTo>
                    <a:pt x="6063324" y="545162"/>
                  </a:lnTo>
                  <a:lnTo>
                    <a:pt x="6063450" y="545162"/>
                  </a:lnTo>
                  <a:lnTo>
                    <a:pt x="6063576" y="545162"/>
                  </a:lnTo>
                  <a:lnTo>
                    <a:pt x="6063702" y="545162"/>
                  </a:lnTo>
                  <a:lnTo>
                    <a:pt x="6063829" y="545162"/>
                  </a:lnTo>
                  <a:lnTo>
                    <a:pt x="6063955" y="545162"/>
                  </a:lnTo>
                  <a:lnTo>
                    <a:pt x="6064081" y="545162"/>
                  </a:lnTo>
                  <a:lnTo>
                    <a:pt x="6064207" y="545162"/>
                  </a:lnTo>
                  <a:lnTo>
                    <a:pt x="6064334" y="545162"/>
                  </a:lnTo>
                  <a:lnTo>
                    <a:pt x="6064460" y="545162"/>
                  </a:lnTo>
                  <a:lnTo>
                    <a:pt x="6064586" y="545162"/>
                  </a:lnTo>
                  <a:lnTo>
                    <a:pt x="6064712" y="545162"/>
                  </a:lnTo>
                  <a:lnTo>
                    <a:pt x="6064839" y="545162"/>
                  </a:lnTo>
                  <a:lnTo>
                    <a:pt x="6064965" y="545162"/>
                  </a:lnTo>
                  <a:lnTo>
                    <a:pt x="6065091" y="545162"/>
                  </a:lnTo>
                  <a:lnTo>
                    <a:pt x="6065217" y="545162"/>
                  </a:lnTo>
                  <a:lnTo>
                    <a:pt x="6065344" y="545162"/>
                  </a:lnTo>
                  <a:lnTo>
                    <a:pt x="6065470" y="545162"/>
                  </a:lnTo>
                  <a:lnTo>
                    <a:pt x="6065596" y="545162"/>
                  </a:lnTo>
                  <a:lnTo>
                    <a:pt x="6065722" y="545162"/>
                  </a:lnTo>
                  <a:lnTo>
                    <a:pt x="6065849" y="545162"/>
                  </a:lnTo>
                  <a:lnTo>
                    <a:pt x="6065975" y="545162"/>
                  </a:lnTo>
                  <a:lnTo>
                    <a:pt x="6066101" y="545162"/>
                  </a:lnTo>
                  <a:lnTo>
                    <a:pt x="6066227" y="545162"/>
                  </a:lnTo>
                  <a:lnTo>
                    <a:pt x="6066354" y="545162"/>
                  </a:lnTo>
                  <a:lnTo>
                    <a:pt x="6066480" y="545162"/>
                  </a:lnTo>
                  <a:lnTo>
                    <a:pt x="6066606" y="545162"/>
                  </a:lnTo>
                  <a:lnTo>
                    <a:pt x="6066732" y="545162"/>
                  </a:lnTo>
                  <a:lnTo>
                    <a:pt x="6066859" y="545162"/>
                  </a:lnTo>
                  <a:lnTo>
                    <a:pt x="6066985" y="545162"/>
                  </a:lnTo>
                  <a:lnTo>
                    <a:pt x="6067111" y="545162"/>
                  </a:lnTo>
                  <a:lnTo>
                    <a:pt x="6067238" y="545162"/>
                  </a:lnTo>
                  <a:lnTo>
                    <a:pt x="6067364" y="545162"/>
                  </a:lnTo>
                  <a:lnTo>
                    <a:pt x="6067490" y="545162"/>
                  </a:lnTo>
                  <a:lnTo>
                    <a:pt x="6067616" y="545162"/>
                  </a:lnTo>
                  <a:lnTo>
                    <a:pt x="6067743" y="545162"/>
                  </a:lnTo>
                  <a:lnTo>
                    <a:pt x="6067869" y="545162"/>
                  </a:lnTo>
                  <a:lnTo>
                    <a:pt x="6067995" y="545162"/>
                  </a:lnTo>
                  <a:lnTo>
                    <a:pt x="6068121" y="545162"/>
                  </a:lnTo>
                  <a:lnTo>
                    <a:pt x="6068248" y="545162"/>
                  </a:lnTo>
                  <a:lnTo>
                    <a:pt x="6068374" y="545162"/>
                  </a:lnTo>
                  <a:lnTo>
                    <a:pt x="6068500" y="545162"/>
                  </a:lnTo>
                  <a:lnTo>
                    <a:pt x="6068626" y="545162"/>
                  </a:lnTo>
                  <a:lnTo>
                    <a:pt x="6068753" y="545162"/>
                  </a:lnTo>
                  <a:lnTo>
                    <a:pt x="6068753" y="540251"/>
                  </a:lnTo>
                  <a:lnTo>
                    <a:pt x="6068879" y="540251"/>
                  </a:lnTo>
                  <a:lnTo>
                    <a:pt x="6069005" y="540251"/>
                  </a:lnTo>
                  <a:lnTo>
                    <a:pt x="6069131" y="540251"/>
                  </a:lnTo>
                  <a:lnTo>
                    <a:pt x="6069258" y="540251"/>
                  </a:lnTo>
                  <a:lnTo>
                    <a:pt x="6069384" y="540251"/>
                  </a:lnTo>
                  <a:lnTo>
                    <a:pt x="6069510" y="540251"/>
                  </a:lnTo>
                  <a:lnTo>
                    <a:pt x="6069636" y="540251"/>
                  </a:lnTo>
                  <a:lnTo>
                    <a:pt x="6069763" y="540251"/>
                  </a:lnTo>
                  <a:lnTo>
                    <a:pt x="6069889" y="540251"/>
                  </a:lnTo>
                  <a:lnTo>
                    <a:pt x="6070015" y="540251"/>
                  </a:lnTo>
                  <a:lnTo>
                    <a:pt x="6070141" y="540251"/>
                  </a:lnTo>
                  <a:lnTo>
                    <a:pt x="6070268" y="540251"/>
                  </a:lnTo>
                  <a:lnTo>
                    <a:pt x="6070394" y="540251"/>
                  </a:lnTo>
                  <a:lnTo>
                    <a:pt x="6070520" y="540251"/>
                  </a:lnTo>
                  <a:lnTo>
                    <a:pt x="6070646" y="540251"/>
                  </a:lnTo>
                  <a:lnTo>
                    <a:pt x="6070773" y="540251"/>
                  </a:lnTo>
                  <a:lnTo>
                    <a:pt x="6070899" y="540251"/>
                  </a:lnTo>
                  <a:lnTo>
                    <a:pt x="6071025" y="540251"/>
                  </a:lnTo>
                  <a:lnTo>
                    <a:pt x="6071151" y="540251"/>
                  </a:lnTo>
                  <a:lnTo>
                    <a:pt x="6071278" y="540251"/>
                  </a:lnTo>
                  <a:lnTo>
                    <a:pt x="6071404" y="540251"/>
                  </a:lnTo>
                  <a:lnTo>
                    <a:pt x="6071530" y="540251"/>
                  </a:lnTo>
                  <a:lnTo>
                    <a:pt x="6071656" y="540251"/>
                  </a:lnTo>
                  <a:lnTo>
                    <a:pt x="6071783" y="540251"/>
                  </a:lnTo>
                  <a:lnTo>
                    <a:pt x="6071909" y="540251"/>
                  </a:lnTo>
                  <a:lnTo>
                    <a:pt x="6071909" y="535339"/>
                  </a:lnTo>
                  <a:lnTo>
                    <a:pt x="6072035" y="535339"/>
                  </a:lnTo>
                  <a:lnTo>
                    <a:pt x="6072162" y="535339"/>
                  </a:lnTo>
                  <a:lnTo>
                    <a:pt x="6072288" y="535339"/>
                  </a:lnTo>
                  <a:lnTo>
                    <a:pt x="6072414" y="535339"/>
                  </a:lnTo>
                  <a:lnTo>
                    <a:pt x="6072540" y="535339"/>
                  </a:lnTo>
                  <a:lnTo>
                    <a:pt x="6072667" y="535339"/>
                  </a:lnTo>
                  <a:lnTo>
                    <a:pt x="6072793" y="535339"/>
                  </a:lnTo>
                  <a:lnTo>
                    <a:pt x="6072919" y="535339"/>
                  </a:lnTo>
                  <a:lnTo>
                    <a:pt x="6073045" y="535339"/>
                  </a:lnTo>
                  <a:lnTo>
                    <a:pt x="6073172" y="535339"/>
                  </a:lnTo>
                  <a:lnTo>
                    <a:pt x="6073298" y="535339"/>
                  </a:lnTo>
                  <a:lnTo>
                    <a:pt x="6073424" y="535339"/>
                  </a:lnTo>
                  <a:lnTo>
                    <a:pt x="6073550" y="535339"/>
                  </a:lnTo>
                  <a:lnTo>
                    <a:pt x="6073677" y="535339"/>
                  </a:lnTo>
                  <a:lnTo>
                    <a:pt x="6073803" y="535339"/>
                  </a:lnTo>
                  <a:lnTo>
                    <a:pt x="6073929" y="535339"/>
                  </a:lnTo>
                  <a:lnTo>
                    <a:pt x="6074055" y="535339"/>
                  </a:lnTo>
                  <a:lnTo>
                    <a:pt x="6074182" y="535339"/>
                  </a:lnTo>
                  <a:lnTo>
                    <a:pt x="6074308" y="535339"/>
                  </a:lnTo>
                  <a:lnTo>
                    <a:pt x="6074434" y="535339"/>
                  </a:lnTo>
                  <a:lnTo>
                    <a:pt x="6074560" y="535339"/>
                  </a:lnTo>
                  <a:lnTo>
                    <a:pt x="6074687" y="535339"/>
                  </a:lnTo>
                  <a:lnTo>
                    <a:pt x="6074813" y="535339"/>
                  </a:lnTo>
                  <a:lnTo>
                    <a:pt x="6074939" y="535339"/>
                  </a:lnTo>
                  <a:lnTo>
                    <a:pt x="6075065" y="535339"/>
                  </a:lnTo>
                  <a:lnTo>
                    <a:pt x="6075192" y="535339"/>
                  </a:lnTo>
                  <a:lnTo>
                    <a:pt x="6075318" y="535339"/>
                  </a:lnTo>
                  <a:lnTo>
                    <a:pt x="6075444" y="535339"/>
                  </a:lnTo>
                  <a:lnTo>
                    <a:pt x="6075570" y="535339"/>
                  </a:lnTo>
                  <a:lnTo>
                    <a:pt x="6075697" y="535339"/>
                  </a:lnTo>
                  <a:lnTo>
                    <a:pt x="6075823" y="535339"/>
                  </a:lnTo>
                  <a:lnTo>
                    <a:pt x="6075949" y="535339"/>
                  </a:lnTo>
                  <a:lnTo>
                    <a:pt x="6076075" y="535339"/>
                  </a:lnTo>
                  <a:lnTo>
                    <a:pt x="6076202" y="535339"/>
                  </a:lnTo>
                  <a:lnTo>
                    <a:pt x="6076328" y="535339"/>
                  </a:lnTo>
                  <a:lnTo>
                    <a:pt x="6076454" y="535339"/>
                  </a:lnTo>
                  <a:lnTo>
                    <a:pt x="6076580" y="535339"/>
                  </a:lnTo>
                  <a:lnTo>
                    <a:pt x="6076707" y="535339"/>
                  </a:lnTo>
                  <a:lnTo>
                    <a:pt x="6076833" y="535339"/>
                  </a:lnTo>
                  <a:lnTo>
                    <a:pt x="6076959" y="535339"/>
                  </a:lnTo>
                  <a:lnTo>
                    <a:pt x="6077085" y="535339"/>
                  </a:lnTo>
                  <a:lnTo>
                    <a:pt x="6077212" y="535339"/>
                  </a:lnTo>
                  <a:lnTo>
                    <a:pt x="6077338" y="535339"/>
                  </a:lnTo>
                  <a:lnTo>
                    <a:pt x="6077464" y="535339"/>
                  </a:lnTo>
                  <a:lnTo>
                    <a:pt x="6077591" y="535339"/>
                  </a:lnTo>
                  <a:lnTo>
                    <a:pt x="6077717" y="535339"/>
                  </a:lnTo>
                  <a:lnTo>
                    <a:pt x="6077843" y="535339"/>
                  </a:lnTo>
                  <a:lnTo>
                    <a:pt x="6077969" y="535339"/>
                  </a:lnTo>
                  <a:lnTo>
                    <a:pt x="6078096" y="535339"/>
                  </a:lnTo>
                  <a:lnTo>
                    <a:pt x="6078222" y="535339"/>
                  </a:lnTo>
                  <a:lnTo>
                    <a:pt x="6078348" y="535339"/>
                  </a:lnTo>
                  <a:lnTo>
                    <a:pt x="6078474" y="535339"/>
                  </a:lnTo>
                  <a:lnTo>
                    <a:pt x="6078601" y="535339"/>
                  </a:lnTo>
                  <a:lnTo>
                    <a:pt x="6078727" y="535339"/>
                  </a:lnTo>
                  <a:lnTo>
                    <a:pt x="6078853" y="535339"/>
                  </a:lnTo>
                  <a:lnTo>
                    <a:pt x="6078979" y="535339"/>
                  </a:lnTo>
                  <a:lnTo>
                    <a:pt x="6079106" y="535339"/>
                  </a:lnTo>
                  <a:lnTo>
                    <a:pt x="6079232" y="535339"/>
                  </a:lnTo>
                  <a:lnTo>
                    <a:pt x="6079358" y="535339"/>
                  </a:lnTo>
                  <a:lnTo>
                    <a:pt x="6079484" y="535339"/>
                  </a:lnTo>
                  <a:lnTo>
                    <a:pt x="6079611" y="535339"/>
                  </a:lnTo>
                  <a:lnTo>
                    <a:pt x="6079737" y="535339"/>
                  </a:lnTo>
                  <a:lnTo>
                    <a:pt x="6079863" y="535339"/>
                  </a:lnTo>
                  <a:lnTo>
                    <a:pt x="6079863" y="530428"/>
                  </a:lnTo>
                  <a:lnTo>
                    <a:pt x="6079989" y="530428"/>
                  </a:lnTo>
                  <a:lnTo>
                    <a:pt x="6080116" y="530428"/>
                  </a:lnTo>
                  <a:lnTo>
                    <a:pt x="6080242" y="530428"/>
                  </a:lnTo>
                  <a:lnTo>
                    <a:pt x="6080368" y="530428"/>
                  </a:lnTo>
                  <a:lnTo>
                    <a:pt x="6080368" y="525517"/>
                  </a:lnTo>
                  <a:lnTo>
                    <a:pt x="6080494" y="525517"/>
                  </a:lnTo>
                  <a:lnTo>
                    <a:pt x="6080621" y="525517"/>
                  </a:lnTo>
                  <a:lnTo>
                    <a:pt x="6080747" y="525517"/>
                  </a:lnTo>
                  <a:lnTo>
                    <a:pt x="6080873" y="525517"/>
                  </a:lnTo>
                  <a:lnTo>
                    <a:pt x="6080999" y="525517"/>
                  </a:lnTo>
                  <a:lnTo>
                    <a:pt x="6081126" y="525517"/>
                  </a:lnTo>
                  <a:lnTo>
                    <a:pt x="6081252" y="525517"/>
                  </a:lnTo>
                  <a:lnTo>
                    <a:pt x="6081378" y="525517"/>
                  </a:lnTo>
                  <a:lnTo>
                    <a:pt x="6081504" y="525517"/>
                  </a:lnTo>
                  <a:lnTo>
                    <a:pt x="6081631" y="525517"/>
                  </a:lnTo>
                  <a:lnTo>
                    <a:pt x="6081757" y="525517"/>
                  </a:lnTo>
                  <a:lnTo>
                    <a:pt x="6081883" y="525517"/>
                  </a:lnTo>
                  <a:lnTo>
                    <a:pt x="6082009" y="525517"/>
                  </a:lnTo>
                  <a:lnTo>
                    <a:pt x="6082009" y="520605"/>
                  </a:lnTo>
                  <a:lnTo>
                    <a:pt x="6082136" y="520605"/>
                  </a:lnTo>
                  <a:lnTo>
                    <a:pt x="6082262" y="520605"/>
                  </a:lnTo>
                  <a:lnTo>
                    <a:pt x="6082262" y="515694"/>
                  </a:lnTo>
                  <a:lnTo>
                    <a:pt x="6082388" y="515694"/>
                  </a:lnTo>
                  <a:lnTo>
                    <a:pt x="6082515" y="515694"/>
                  </a:lnTo>
                  <a:lnTo>
                    <a:pt x="6082641" y="515694"/>
                  </a:lnTo>
                  <a:lnTo>
                    <a:pt x="6082767" y="515694"/>
                  </a:lnTo>
                  <a:lnTo>
                    <a:pt x="6082893" y="515694"/>
                  </a:lnTo>
                  <a:lnTo>
                    <a:pt x="6083020" y="515694"/>
                  </a:lnTo>
                  <a:lnTo>
                    <a:pt x="6083146" y="515694"/>
                  </a:lnTo>
                  <a:lnTo>
                    <a:pt x="6083272" y="515694"/>
                  </a:lnTo>
                  <a:lnTo>
                    <a:pt x="6083398" y="515694"/>
                  </a:lnTo>
                  <a:lnTo>
                    <a:pt x="6083525" y="515694"/>
                  </a:lnTo>
                  <a:lnTo>
                    <a:pt x="6083651" y="515694"/>
                  </a:lnTo>
                  <a:lnTo>
                    <a:pt x="6083777" y="515694"/>
                  </a:lnTo>
                  <a:lnTo>
                    <a:pt x="6083903" y="515694"/>
                  </a:lnTo>
                  <a:lnTo>
                    <a:pt x="6084030" y="515694"/>
                  </a:lnTo>
                  <a:lnTo>
                    <a:pt x="6084156" y="515694"/>
                  </a:lnTo>
                  <a:lnTo>
                    <a:pt x="6084282" y="515694"/>
                  </a:lnTo>
                  <a:lnTo>
                    <a:pt x="6084408" y="515694"/>
                  </a:lnTo>
                  <a:lnTo>
                    <a:pt x="6084535" y="515694"/>
                  </a:lnTo>
                  <a:lnTo>
                    <a:pt x="6084661" y="515694"/>
                  </a:lnTo>
                  <a:lnTo>
                    <a:pt x="6084787" y="515694"/>
                  </a:lnTo>
                  <a:lnTo>
                    <a:pt x="6084913" y="515694"/>
                  </a:lnTo>
                  <a:lnTo>
                    <a:pt x="6085040" y="515694"/>
                  </a:lnTo>
                  <a:lnTo>
                    <a:pt x="6085166" y="515694"/>
                  </a:lnTo>
                  <a:lnTo>
                    <a:pt x="6085292" y="515694"/>
                  </a:lnTo>
                  <a:lnTo>
                    <a:pt x="6085418" y="515694"/>
                  </a:lnTo>
                  <a:lnTo>
                    <a:pt x="6085545" y="515694"/>
                  </a:lnTo>
                  <a:lnTo>
                    <a:pt x="6085671" y="515694"/>
                  </a:lnTo>
                  <a:lnTo>
                    <a:pt x="6085797" y="515694"/>
                  </a:lnTo>
                  <a:lnTo>
                    <a:pt x="6085923" y="515694"/>
                  </a:lnTo>
                  <a:lnTo>
                    <a:pt x="6086050" y="515694"/>
                  </a:lnTo>
                  <a:lnTo>
                    <a:pt x="6086176" y="515694"/>
                  </a:lnTo>
                  <a:lnTo>
                    <a:pt x="6086302" y="515694"/>
                  </a:lnTo>
                  <a:lnTo>
                    <a:pt x="6086302" y="510782"/>
                  </a:lnTo>
                  <a:lnTo>
                    <a:pt x="6086428" y="510782"/>
                  </a:lnTo>
                  <a:lnTo>
                    <a:pt x="6086555" y="510782"/>
                  </a:lnTo>
                  <a:lnTo>
                    <a:pt x="6086681" y="510782"/>
                  </a:lnTo>
                  <a:lnTo>
                    <a:pt x="6086807" y="510782"/>
                  </a:lnTo>
                  <a:lnTo>
                    <a:pt x="6086933" y="510782"/>
                  </a:lnTo>
                  <a:lnTo>
                    <a:pt x="6087060" y="510782"/>
                  </a:lnTo>
                  <a:lnTo>
                    <a:pt x="6087186" y="510782"/>
                  </a:lnTo>
                  <a:lnTo>
                    <a:pt x="6087312" y="510782"/>
                  </a:lnTo>
                  <a:lnTo>
                    <a:pt x="6087438" y="510782"/>
                  </a:lnTo>
                  <a:lnTo>
                    <a:pt x="6087565" y="510782"/>
                  </a:lnTo>
                  <a:lnTo>
                    <a:pt x="6087691" y="510782"/>
                  </a:lnTo>
                  <a:lnTo>
                    <a:pt x="6087817" y="510782"/>
                  </a:lnTo>
                  <a:lnTo>
                    <a:pt x="6087944" y="510782"/>
                  </a:lnTo>
                  <a:lnTo>
                    <a:pt x="6088070" y="510782"/>
                  </a:lnTo>
                  <a:lnTo>
                    <a:pt x="6088196" y="510782"/>
                  </a:lnTo>
                  <a:lnTo>
                    <a:pt x="6088322" y="510782"/>
                  </a:lnTo>
                  <a:lnTo>
                    <a:pt x="6088449" y="510782"/>
                  </a:lnTo>
                  <a:lnTo>
                    <a:pt x="6088575" y="510782"/>
                  </a:lnTo>
                  <a:lnTo>
                    <a:pt x="6088701" y="510782"/>
                  </a:lnTo>
                  <a:lnTo>
                    <a:pt x="6088827" y="510782"/>
                  </a:lnTo>
                  <a:lnTo>
                    <a:pt x="6088954" y="510782"/>
                  </a:lnTo>
                  <a:lnTo>
                    <a:pt x="6089080" y="510782"/>
                  </a:lnTo>
                  <a:lnTo>
                    <a:pt x="6089206" y="510782"/>
                  </a:lnTo>
                  <a:lnTo>
                    <a:pt x="6089332" y="510782"/>
                  </a:lnTo>
                  <a:lnTo>
                    <a:pt x="6089459" y="510782"/>
                  </a:lnTo>
                  <a:lnTo>
                    <a:pt x="6089585" y="510782"/>
                  </a:lnTo>
                  <a:lnTo>
                    <a:pt x="6089711" y="510782"/>
                  </a:lnTo>
                  <a:lnTo>
                    <a:pt x="6089837" y="510782"/>
                  </a:lnTo>
                  <a:lnTo>
                    <a:pt x="6089964" y="510782"/>
                  </a:lnTo>
                  <a:lnTo>
                    <a:pt x="6090090" y="510782"/>
                  </a:lnTo>
                  <a:lnTo>
                    <a:pt x="6090216" y="510782"/>
                  </a:lnTo>
                  <a:lnTo>
                    <a:pt x="6090342" y="510782"/>
                  </a:lnTo>
                  <a:lnTo>
                    <a:pt x="6090469" y="510782"/>
                  </a:lnTo>
                  <a:lnTo>
                    <a:pt x="6090595" y="510782"/>
                  </a:lnTo>
                  <a:lnTo>
                    <a:pt x="6090721" y="510782"/>
                  </a:lnTo>
                  <a:lnTo>
                    <a:pt x="6090847" y="510782"/>
                  </a:lnTo>
                  <a:lnTo>
                    <a:pt x="6090974" y="510782"/>
                  </a:lnTo>
                  <a:lnTo>
                    <a:pt x="6091100" y="510782"/>
                  </a:lnTo>
                  <a:lnTo>
                    <a:pt x="6091226" y="510782"/>
                  </a:lnTo>
                  <a:lnTo>
                    <a:pt x="6091352" y="510782"/>
                  </a:lnTo>
                  <a:lnTo>
                    <a:pt x="6091479" y="510782"/>
                  </a:lnTo>
                  <a:lnTo>
                    <a:pt x="6091605" y="510782"/>
                  </a:lnTo>
                  <a:lnTo>
                    <a:pt x="6091731" y="510782"/>
                  </a:lnTo>
                  <a:lnTo>
                    <a:pt x="6091857" y="510782"/>
                  </a:lnTo>
                  <a:lnTo>
                    <a:pt x="6091984" y="510782"/>
                  </a:lnTo>
                  <a:lnTo>
                    <a:pt x="6092110" y="510782"/>
                  </a:lnTo>
                  <a:lnTo>
                    <a:pt x="6092236" y="510782"/>
                  </a:lnTo>
                  <a:lnTo>
                    <a:pt x="6092362" y="510782"/>
                  </a:lnTo>
                  <a:lnTo>
                    <a:pt x="6092489" y="510782"/>
                  </a:lnTo>
                  <a:lnTo>
                    <a:pt x="6092615" y="510782"/>
                  </a:lnTo>
                  <a:lnTo>
                    <a:pt x="6092741" y="510782"/>
                  </a:lnTo>
                  <a:lnTo>
                    <a:pt x="6092868" y="510782"/>
                  </a:lnTo>
                  <a:lnTo>
                    <a:pt x="6092994" y="510782"/>
                  </a:lnTo>
                  <a:lnTo>
                    <a:pt x="6093120" y="510782"/>
                  </a:lnTo>
                  <a:lnTo>
                    <a:pt x="6093246" y="510782"/>
                  </a:lnTo>
                  <a:lnTo>
                    <a:pt x="6093373" y="510782"/>
                  </a:lnTo>
                  <a:lnTo>
                    <a:pt x="6093499" y="510782"/>
                  </a:lnTo>
                  <a:lnTo>
                    <a:pt x="6093625" y="510782"/>
                  </a:lnTo>
                  <a:lnTo>
                    <a:pt x="6093751" y="510782"/>
                  </a:lnTo>
                  <a:lnTo>
                    <a:pt x="6093878" y="510782"/>
                  </a:lnTo>
                  <a:lnTo>
                    <a:pt x="6094004" y="510782"/>
                  </a:lnTo>
                  <a:lnTo>
                    <a:pt x="6094130" y="510782"/>
                  </a:lnTo>
                  <a:lnTo>
                    <a:pt x="6094256" y="510782"/>
                  </a:lnTo>
                  <a:lnTo>
                    <a:pt x="6094383" y="510782"/>
                  </a:lnTo>
                  <a:lnTo>
                    <a:pt x="6094509" y="510782"/>
                  </a:lnTo>
                  <a:lnTo>
                    <a:pt x="6094635" y="510782"/>
                  </a:lnTo>
                  <a:lnTo>
                    <a:pt x="6094761" y="510782"/>
                  </a:lnTo>
                  <a:lnTo>
                    <a:pt x="6094888" y="510782"/>
                  </a:lnTo>
                  <a:lnTo>
                    <a:pt x="6095014" y="510782"/>
                  </a:lnTo>
                  <a:lnTo>
                    <a:pt x="6095140" y="510782"/>
                  </a:lnTo>
                  <a:lnTo>
                    <a:pt x="6095266" y="510782"/>
                  </a:lnTo>
                  <a:lnTo>
                    <a:pt x="6095393" y="510782"/>
                  </a:lnTo>
                  <a:lnTo>
                    <a:pt x="6095519" y="510782"/>
                  </a:lnTo>
                  <a:lnTo>
                    <a:pt x="6095645" y="510782"/>
                  </a:lnTo>
                  <a:lnTo>
                    <a:pt x="6095771" y="510782"/>
                  </a:lnTo>
                  <a:lnTo>
                    <a:pt x="6095898" y="510782"/>
                  </a:lnTo>
                  <a:lnTo>
                    <a:pt x="6096024" y="510782"/>
                  </a:lnTo>
                  <a:lnTo>
                    <a:pt x="6096150" y="510782"/>
                  </a:lnTo>
                  <a:lnTo>
                    <a:pt x="6096276" y="510782"/>
                  </a:lnTo>
                  <a:lnTo>
                    <a:pt x="6096403" y="510782"/>
                  </a:lnTo>
                  <a:lnTo>
                    <a:pt x="6096529" y="510782"/>
                  </a:lnTo>
                  <a:lnTo>
                    <a:pt x="6096655" y="510782"/>
                  </a:lnTo>
                  <a:lnTo>
                    <a:pt x="6096781" y="510782"/>
                  </a:lnTo>
                  <a:lnTo>
                    <a:pt x="6096908" y="510782"/>
                  </a:lnTo>
                  <a:lnTo>
                    <a:pt x="6097034" y="510782"/>
                  </a:lnTo>
                  <a:lnTo>
                    <a:pt x="6097160" y="510782"/>
                  </a:lnTo>
                  <a:lnTo>
                    <a:pt x="6097286" y="510782"/>
                  </a:lnTo>
                  <a:lnTo>
                    <a:pt x="6097413" y="510782"/>
                  </a:lnTo>
                  <a:lnTo>
                    <a:pt x="6097539" y="510782"/>
                  </a:lnTo>
                  <a:lnTo>
                    <a:pt x="6097665" y="510782"/>
                  </a:lnTo>
                  <a:lnTo>
                    <a:pt x="6097791" y="510782"/>
                  </a:lnTo>
                  <a:lnTo>
                    <a:pt x="6097918" y="510782"/>
                  </a:lnTo>
                  <a:lnTo>
                    <a:pt x="6098044" y="510782"/>
                  </a:lnTo>
                  <a:lnTo>
                    <a:pt x="6098170" y="510782"/>
                  </a:lnTo>
                  <a:lnTo>
                    <a:pt x="6098297" y="510782"/>
                  </a:lnTo>
                  <a:lnTo>
                    <a:pt x="6098423" y="510782"/>
                  </a:lnTo>
                  <a:lnTo>
                    <a:pt x="6098549" y="510782"/>
                  </a:lnTo>
                  <a:lnTo>
                    <a:pt x="6098675" y="510782"/>
                  </a:lnTo>
                  <a:lnTo>
                    <a:pt x="6098802" y="510782"/>
                  </a:lnTo>
                  <a:lnTo>
                    <a:pt x="6098928" y="510782"/>
                  </a:lnTo>
                  <a:lnTo>
                    <a:pt x="6099054" y="510782"/>
                  </a:lnTo>
                  <a:lnTo>
                    <a:pt x="6099180" y="510782"/>
                  </a:lnTo>
                  <a:lnTo>
                    <a:pt x="6099307" y="510782"/>
                  </a:lnTo>
                  <a:lnTo>
                    <a:pt x="6099433" y="510782"/>
                  </a:lnTo>
                  <a:lnTo>
                    <a:pt x="6099559" y="510782"/>
                  </a:lnTo>
                  <a:lnTo>
                    <a:pt x="6099685" y="510782"/>
                  </a:lnTo>
                  <a:lnTo>
                    <a:pt x="6099812" y="510782"/>
                  </a:lnTo>
                  <a:lnTo>
                    <a:pt x="6099938" y="510782"/>
                  </a:lnTo>
                  <a:lnTo>
                    <a:pt x="6100064" y="510782"/>
                  </a:lnTo>
                  <a:lnTo>
                    <a:pt x="6100190" y="510782"/>
                  </a:lnTo>
                  <a:lnTo>
                    <a:pt x="6100317" y="510782"/>
                  </a:lnTo>
                  <a:lnTo>
                    <a:pt x="6100443" y="510782"/>
                  </a:lnTo>
                  <a:lnTo>
                    <a:pt x="6100569" y="510782"/>
                  </a:lnTo>
                  <a:lnTo>
                    <a:pt x="6100695" y="510782"/>
                  </a:lnTo>
                  <a:lnTo>
                    <a:pt x="6100822" y="510782"/>
                  </a:lnTo>
                  <a:lnTo>
                    <a:pt x="6100948" y="510782"/>
                  </a:lnTo>
                  <a:lnTo>
                    <a:pt x="6101074" y="510782"/>
                  </a:lnTo>
                  <a:lnTo>
                    <a:pt x="6101200" y="510782"/>
                  </a:lnTo>
                  <a:lnTo>
                    <a:pt x="6101327" y="510782"/>
                  </a:lnTo>
                  <a:lnTo>
                    <a:pt x="6101453" y="510782"/>
                  </a:lnTo>
                  <a:lnTo>
                    <a:pt x="6101579" y="510782"/>
                  </a:lnTo>
                  <a:lnTo>
                    <a:pt x="6101705" y="510782"/>
                  </a:lnTo>
                  <a:lnTo>
                    <a:pt x="6101832" y="510782"/>
                  </a:lnTo>
                  <a:lnTo>
                    <a:pt x="6101958" y="510782"/>
                  </a:lnTo>
                  <a:lnTo>
                    <a:pt x="6102084" y="510782"/>
                  </a:lnTo>
                  <a:lnTo>
                    <a:pt x="6102210" y="510782"/>
                  </a:lnTo>
                  <a:lnTo>
                    <a:pt x="6102337" y="510782"/>
                  </a:lnTo>
                  <a:lnTo>
                    <a:pt x="6102463" y="510782"/>
                  </a:lnTo>
                  <a:lnTo>
                    <a:pt x="6102589" y="510782"/>
                  </a:lnTo>
                  <a:lnTo>
                    <a:pt x="6102715" y="510782"/>
                  </a:lnTo>
                  <a:lnTo>
                    <a:pt x="6102842" y="510782"/>
                  </a:lnTo>
                  <a:lnTo>
                    <a:pt x="6102968" y="510782"/>
                  </a:lnTo>
                  <a:lnTo>
                    <a:pt x="6103094" y="510782"/>
                  </a:lnTo>
                  <a:lnTo>
                    <a:pt x="6103221" y="510782"/>
                  </a:lnTo>
                  <a:lnTo>
                    <a:pt x="6103347" y="510782"/>
                  </a:lnTo>
                  <a:lnTo>
                    <a:pt x="6103473" y="510782"/>
                  </a:lnTo>
                  <a:lnTo>
                    <a:pt x="6103599" y="510782"/>
                  </a:lnTo>
                  <a:lnTo>
                    <a:pt x="6103599" y="505871"/>
                  </a:lnTo>
                  <a:lnTo>
                    <a:pt x="6103726" y="505871"/>
                  </a:lnTo>
                  <a:lnTo>
                    <a:pt x="6103852" y="505871"/>
                  </a:lnTo>
                  <a:lnTo>
                    <a:pt x="6103978" y="505871"/>
                  </a:lnTo>
                  <a:lnTo>
                    <a:pt x="6104104" y="505871"/>
                  </a:lnTo>
                  <a:lnTo>
                    <a:pt x="6104231" y="505871"/>
                  </a:lnTo>
                  <a:lnTo>
                    <a:pt x="6104357" y="505871"/>
                  </a:lnTo>
                  <a:lnTo>
                    <a:pt x="6104483" y="505871"/>
                  </a:lnTo>
                  <a:lnTo>
                    <a:pt x="6104609" y="505871"/>
                  </a:lnTo>
                  <a:lnTo>
                    <a:pt x="6104736" y="505871"/>
                  </a:lnTo>
                  <a:lnTo>
                    <a:pt x="6104862" y="505871"/>
                  </a:lnTo>
                  <a:lnTo>
                    <a:pt x="6104988" y="505871"/>
                  </a:lnTo>
                  <a:lnTo>
                    <a:pt x="6105114" y="505871"/>
                  </a:lnTo>
                  <a:lnTo>
                    <a:pt x="6105241" y="505871"/>
                  </a:lnTo>
                  <a:lnTo>
                    <a:pt x="6105367" y="505871"/>
                  </a:lnTo>
                  <a:lnTo>
                    <a:pt x="6105493" y="505871"/>
                  </a:lnTo>
                  <a:lnTo>
                    <a:pt x="6105619" y="505871"/>
                  </a:lnTo>
                  <a:lnTo>
                    <a:pt x="6105746" y="505871"/>
                  </a:lnTo>
                  <a:lnTo>
                    <a:pt x="6105872" y="505871"/>
                  </a:lnTo>
                  <a:lnTo>
                    <a:pt x="6105998" y="505871"/>
                  </a:lnTo>
                  <a:lnTo>
                    <a:pt x="6106124" y="505871"/>
                  </a:lnTo>
                  <a:lnTo>
                    <a:pt x="6106251" y="505871"/>
                  </a:lnTo>
                  <a:lnTo>
                    <a:pt x="6106377" y="505871"/>
                  </a:lnTo>
                  <a:lnTo>
                    <a:pt x="6106503" y="505871"/>
                  </a:lnTo>
                  <a:lnTo>
                    <a:pt x="6106629" y="505871"/>
                  </a:lnTo>
                  <a:lnTo>
                    <a:pt x="6106756" y="505871"/>
                  </a:lnTo>
                  <a:lnTo>
                    <a:pt x="6106882" y="505871"/>
                  </a:lnTo>
                  <a:lnTo>
                    <a:pt x="6107008" y="505871"/>
                  </a:lnTo>
                  <a:lnTo>
                    <a:pt x="6107134" y="505871"/>
                  </a:lnTo>
                  <a:lnTo>
                    <a:pt x="6107261" y="505871"/>
                  </a:lnTo>
                  <a:lnTo>
                    <a:pt x="6107387" y="505871"/>
                  </a:lnTo>
                  <a:lnTo>
                    <a:pt x="6107387" y="500960"/>
                  </a:lnTo>
                  <a:lnTo>
                    <a:pt x="6107513" y="500960"/>
                  </a:lnTo>
                  <a:lnTo>
                    <a:pt x="6107639" y="500960"/>
                  </a:lnTo>
                  <a:lnTo>
                    <a:pt x="6107766" y="500960"/>
                  </a:lnTo>
                  <a:lnTo>
                    <a:pt x="6107892" y="500960"/>
                  </a:lnTo>
                  <a:lnTo>
                    <a:pt x="6108018" y="500960"/>
                  </a:lnTo>
                  <a:lnTo>
                    <a:pt x="6108144" y="500960"/>
                  </a:lnTo>
                  <a:lnTo>
                    <a:pt x="6108271" y="500960"/>
                  </a:lnTo>
                  <a:lnTo>
                    <a:pt x="6108397" y="500960"/>
                  </a:lnTo>
                  <a:lnTo>
                    <a:pt x="6108523" y="500960"/>
                  </a:lnTo>
                  <a:lnTo>
                    <a:pt x="6108650" y="500960"/>
                  </a:lnTo>
                  <a:lnTo>
                    <a:pt x="6108776" y="500960"/>
                  </a:lnTo>
                  <a:lnTo>
                    <a:pt x="6108902" y="500960"/>
                  </a:lnTo>
                  <a:lnTo>
                    <a:pt x="6109028" y="500960"/>
                  </a:lnTo>
                  <a:lnTo>
                    <a:pt x="6109155" y="500960"/>
                  </a:lnTo>
                  <a:lnTo>
                    <a:pt x="6109281" y="500960"/>
                  </a:lnTo>
                  <a:lnTo>
                    <a:pt x="6109407" y="500960"/>
                  </a:lnTo>
                  <a:lnTo>
                    <a:pt x="6109533" y="500960"/>
                  </a:lnTo>
                  <a:lnTo>
                    <a:pt x="6109660" y="500960"/>
                  </a:lnTo>
                  <a:lnTo>
                    <a:pt x="6109786" y="500960"/>
                  </a:lnTo>
                  <a:lnTo>
                    <a:pt x="6109912" y="500960"/>
                  </a:lnTo>
                  <a:lnTo>
                    <a:pt x="6110038" y="500960"/>
                  </a:lnTo>
                  <a:lnTo>
                    <a:pt x="6110165" y="500960"/>
                  </a:lnTo>
                  <a:lnTo>
                    <a:pt x="6110291" y="500960"/>
                  </a:lnTo>
                  <a:lnTo>
                    <a:pt x="6110417" y="500960"/>
                  </a:lnTo>
                  <a:lnTo>
                    <a:pt x="6110543" y="500960"/>
                  </a:lnTo>
                  <a:lnTo>
                    <a:pt x="6110670" y="500960"/>
                  </a:lnTo>
                  <a:lnTo>
                    <a:pt x="6110796" y="500960"/>
                  </a:lnTo>
                  <a:lnTo>
                    <a:pt x="6110922" y="500960"/>
                  </a:lnTo>
                  <a:lnTo>
                    <a:pt x="6111048" y="500960"/>
                  </a:lnTo>
                  <a:lnTo>
                    <a:pt x="6111175" y="500960"/>
                  </a:lnTo>
                  <a:lnTo>
                    <a:pt x="6111301" y="500960"/>
                  </a:lnTo>
                  <a:lnTo>
                    <a:pt x="6111427" y="500960"/>
                  </a:lnTo>
                  <a:lnTo>
                    <a:pt x="6111553" y="500960"/>
                  </a:lnTo>
                  <a:lnTo>
                    <a:pt x="6111680" y="500960"/>
                  </a:lnTo>
                  <a:lnTo>
                    <a:pt x="6111806" y="500960"/>
                  </a:lnTo>
                  <a:lnTo>
                    <a:pt x="6111932" y="500960"/>
                  </a:lnTo>
                  <a:lnTo>
                    <a:pt x="6112058" y="500960"/>
                  </a:lnTo>
                  <a:lnTo>
                    <a:pt x="6112185" y="500960"/>
                  </a:lnTo>
                  <a:lnTo>
                    <a:pt x="6112311" y="500960"/>
                  </a:lnTo>
                  <a:lnTo>
                    <a:pt x="6112437" y="500960"/>
                  </a:lnTo>
                  <a:lnTo>
                    <a:pt x="6112563" y="500960"/>
                  </a:lnTo>
                  <a:lnTo>
                    <a:pt x="6112690" y="500960"/>
                  </a:lnTo>
                  <a:lnTo>
                    <a:pt x="6112816" y="500960"/>
                  </a:lnTo>
                  <a:lnTo>
                    <a:pt x="6112942" y="500960"/>
                  </a:lnTo>
                  <a:lnTo>
                    <a:pt x="6113068" y="500960"/>
                  </a:lnTo>
                  <a:lnTo>
                    <a:pt x="6113195" y="500960"/>
                  </a:lnTo>
                  <a:lnTo>
                    <a:pt x="6113321" y="500960"/>
                  </a:lnTo>
                  <a:lnTo>
                    <a:pt x="6113447" y="500960"/>
                  </a:lnTo>
                  <a:lnTo>
                    <a:pt x="6113574" y="500960"/>
                  </a:lnTo>
                  <a:lnTo>
                    <a:pt x="6113700" y="500960"/>
                  </a:lnTo>
                  <a:lnTo>
                    <a:pt x="6113826" y="500960"/>
                  </a:lnTo>
                  <a:lnTo>
                    <a:pt x="6113952" y="500960"/>
                  </a:lnTo>
                  <a:lnTo>
                    <a:pt x="6114079" y="500960"/>
                  </a:lnTo>
                  <a:lnTo>
                    <a:pt x="6114205" y="500960"/>
                  </a:lnTo>
                  <a:lnTo>
                    <a:pt x="6114331" y="500960"/>
                  </a:lnTo>
                  <a:lnTo>
                    <a:pt x="6114457" y="500960"/>
                  </a:lnTo>
                  <a:lnTo>
                    <a:pt x="6114584" y="500960"/>
                  </a:lnTo>
                  <a:lnTo>
                    <a:pt x="6114710" y="500960"/>
                  </a:lnTo>
                  <a:lnTo>
                    <a:pt x="6114836" y="500960"/>
                  </a:lnTo>
                  <a:lnTo>
                    <a:pt x="6114962" y="500960"/>
                  </a:lnTo>
                  <a:lnTo>
                    <a:pt x="6115089" y="500960"/>
                  </a:lnTo>
                  <a:lnTo>
                    <a:pt x="6115215" y="500960"/>
                  </a:lnTo>
                  <a:lnTo>
                    <a:pt x="6115341" y="500960"/>
                  </a:lnTo>
                  <a:lnTo>
                    <a:pt x="6115467" y="500960"/>
                  </a:lnTo>
                  <a:lnTo>
                    <a:pt x="6115594" y="500960"/>
                  </a:lnTo>
                  <a:lnTo>
                    <a:pt x="6115720" y="500960"/>
                  </a:lnTo>
                  <a:lnTo>
                    <a:pt x="6115846" y="500960"/>
                  </a:lnTo>
                  <a:lnTo>
                    <a:pt x="6115972" y="500960"/>
                  </a:lnTo>
                  <a:lnTo>
                    <a:pt x="6116099" y="500960"/>
                  </a:lnTo>
                  <a:lnTo>
                    <a:pt x="6116225" y="500960"/>
                  </a:lnTo>
                  <a:lnTo>
                    <a:pt x="6116351" y="500960"/>
                  </a:lnTo>
                  <a:lnTo>
                    <a:pt x="6116477" y="500960"/>
                  </a:lnTo>
                  <a:lnTo>
                    <a:pt x="6116604" y="500960"/>
                  </a:lnTo>
                  <a:lnTo>
                    <a:pt x="6116730" y="500960"/>
                  </a:lnTo>
                  <a:lnTo>
                    <a:pt x="6116856" y="500960"/>
                  </a:lnTo>
                  <a:lnTo>
                    <a:pt x="6116982" y="500960"/>
                  </a:lnTo>
                  <a:lnTo>
                    <a:pt x="6117109" y="500960"/>
                  </a:lnTo>
                  <a:lnTo>
                    <a:pt x="6117235" y="500960"/>
                  </a:lnTo>
                  <a:lnTo>
                    <a:pt x="6117361" y="500960"/>
                  </a:lnTo>
                  <a:lnTo>
                    <a:pt x="6117487" y="500960"/>
                  </a:lnTo>
                  <a:lnTo>
                    <a:pt x="6117614" y="500960"/>
                  </a:lnTo>
                  <a:lnTo>
                    <a:pt x="6117740" y="500960"/>
                  </a:lnTo>
                  <a:lnTo>
                    <a:pt x="6117866" y="500960"/>
                  </a:lnTo>
                  <a:lnTo>
                    <a:pt x="6117992" y="500960"/>
                  </a:lnTo>
                  <a:lnTo>
                    <a:pt x="6118119" y="500960"/>
                  </a:lnTo>
                  <a:lnTo>
                    <a:pt x="6118245" y="500960"/>
                  </a:lnTo>
                  <a:lnTo>
                    <a:pt x="6118371" y="500960"/>
                  </a:lnTo>
                  <a:lnTo>
                    <a:pt x="6118498" y="500960"/>
                  </a:lnTo>
                  <a:lnTo>
                    <a:pt x="6118624" y="500960"/>
                  </a:lnTo>
                  <a:lnTo>
                    <a:pt x="6118750" y="500960"/>
                  </a:lnTo>
                  <a:lnTo>
                    <a:pt x="6118876" y="500960"/>
                  </a:lnTo>
                  <a:lnTo>
                    <a:pt x="6119003" y="500960"/>
                  </a:lnTo>
                  <a:lnTo>
                    <a:pt x="6119129" y="500960"/>
                  </a:lnTo>
                  <a:lnTo>
                    <a:pt x="6119255" y="500960"/>
                  </a:lnTo>
                  <a:lnTo>
                    <a:pt x="6119381" y="500960"/>
                  </a:lnTo>
                  <a:lnTo>
                    <a:pt x="6119508" y="500960"/>
                  </a:lnTo>
                  <a:lnTo>
                    <a:pt x="6119634" y="500960"/>
                  </a:lnTo>
                  <a:lnTo>
                    <a:pt x="6119760" y="500960"/>
                  </a:lnTo>
                  <a:lnTo>
                    <a:pt x="6119886" y="500960"/>
                  </a:lnTo>
                  <a:lnTo>
                    <a:pt x="6120013" y="500960"/>
                  </a:lnTo>
                  <a:lnTo>
                    <a:pt x="6120139" y="500960"/>
                  </a:lnTo>
                  <a:lnTo>
                    <a:pt x="6120265" y="500960"/>
                  </a:lnTo>
                  <a:lnTo>
                    <a:pt x="6120391" y="500960"/>
                  </a:lnTo>
                  <a:lnTo>
                    <a:pt x="6120518" y="500960"/>
                  </a:lnTo>
                  <a:lnTo>
                    <a:pt x="6120644" y="500960"/>
                  </a:lnTo>
                  <a:lnTo>
                    <a:pt x="6120770" y="500960"/>
                  </a:lnTo>
                  <a:lnTo>
                    <a:pt x="6120896" y="500960"/>
                  </a:lnTo>
                  <a:lnTo>
                    <a:pt x="6121023" y="500960"/>
                  </a:lnTo>
                  <a:lnTo>
                    <a:pt x="6121149" y="500960"/>
                  </a:lnTo>
                  <a:lnTo>
                    <a:pt x="6121275" y="500960"/>
                  </a:lnTo>
                  <a:lnTo>
                    <a:pt x="6121401" y="500960"/>
                  </a:lnTo>
                  <a:lnTo>
                    <a:pt x="6121528" y="500960"/>
                  </a:lnTo>
                  <a:lnTo>
                    <a:pt x="6121654" y="500960"/>
                  </a:lnTo>
                  <a:lnTo>
                    <a:pt x="6121780" y="500960"/>
                  </a:lnTo>
                  <a:lnTo>
                    <a:pt x="6121906" y="500960"/>
                  </a:lnTo>
                  <a:lnTo>
                    <a:pt x="6122033" y="500960"/>
                  </a:lnTo>
                  <a:lnTo>
                    <a:pt x="6122159" y="500960"/>
                  </a:lnTo>
                  <a:lnTo>
                    <a:pt x="6122285" y="500960"/>
                  </a:lnTo>
                  <a:lnTo>
                    <a:pt x="6122411" y="500960"/>
                  </a:lnTo>
                  <a:lnTo>
                    <a:pt x="6122538" y="500960"/>
                  </a:lnTo>
                  <a:lnTo>
                    <a:pt x="6122664" y="500960"/>
                  </a:lnTo>
                  <a:lnTo>
                    <a:pt x="6122790" y="500960"/>
                  </a:lnTo>
                  <a:lnTo>
                    <a:pt x="6122916" y="500960"/>
                  </a:lnTo>
                  <a:lnTo>
                    <a:pt x="6123043" y="500960"/>
                  </a:lnTo>
                  <a:lnTo>
                    <a:pt x="6123169" y="500960"/>
                  </a:lnTo>
                  <a:lnTo>
                    <a:pt x="6123295" y="500960"/>
                  </a:lnTo>
                  <a:lnTo>
                    <a:pt x="6123421" y="500960"/>
                  </a:lnTo>
                  <a:lnTo>
                    <a:pt x="6123548" y="500960"/>
                  </a:lnTo>
                  <a:lnTo>
                    <a:pt x="6123674" y="500960"/>
                  </a:lnTo>
                  <a:lnTo>
                    <a:pt x="6123800" y="500960"/>
                  </a:lnTo>
                  <a:lnTo>
                    <a:pt x="6123927" y="500960"/>
                  </a:lnTo>
                  <a:lnTo>
                    <a:pt x="6124053" y="500960"/>
                  </a:lnTo>
                  <a:lnTo>
                    <a:pt x="6124179" y="500960"/>
                  </a:lnTo>
                  <a:lnTo>
                    <a:pt x="6124305" y="500960"/>
                  </a:lnTo>
                  <a:lnTo>
                    <a:pt x="6124432" y="500960"/>
                  </a:lnTo>
                  <a:lnTo>
                    <a:pt x="6124558" y="500960"/>
                  </a:lnTo>
                  <a:lnTo>
                    <a:pt x="6124684" y="500960"/>
                  </a:lnTo>
                  <a:lnTo>
                    <a:pt x="6124810" y="500960"/>
                  </a:lnTo>
                  <a:lnTo>
                    <a:pt x="6124937" y="500960"/>
                  </a:lnTo>
                  <a:lnTo>
                    <a:pt x="6125063" y="500960"/>
                  </a:lnTo>
                  <a:lnTo>
                    <a:pt x="6125189" y="500960"/>
                  </a:lnTo>
                  <a:lnTo>
                    <a:pt x="6125315" y="500960"/>
                  </a:lnTo>
                  <a:lnTo>
                    <a:pt x="6125442" y="500960"/>
                  </a:lnTo>
                  <a:lnTo>
                    <a:pt x="6125568" y="500960"/>
                  </a:lnTo>
                  <a:lnTo>
                    <a:pt x="6125694" y="500960"/>
                  </a:lnTo>
                  <a:lnTo>
                    <a:pt x="6125820" y="500960"/>
                  </a:lnTo>
                  <a:lnTo>
                    <a:pt x="6125947" y="500960"/>
                  </a:lnTo>
                  <a:lnTo>
                    <a:pt x="6126073" y="500960"/>
                  </a:lnTo>
                  <a:lnTo>
                    <a:pt x="6126199" y="500960"/>
                  </a:lnTo>
                  <a:lnTo>
                    <a:pt x="6126325" y="500960"/>
                  </a:lnTo>
                  <a:lnTo>
                    <a:pt x="6126452" y="500960"/>
                  </a:lnTo>
                  <a:lnTo>
                    <a:pt x="6126578" y="500960"/>
                  </a:lnTo>
                  <a:lnTo>
                    <a:pt x="6126704" y="500960"/>
                  </a:lnTo>
                  <a:lnTo>
                    <a:pt x="6126830" y="500960"/>
                  </a:lnTo>
                  <a:lnTo>
                    <a:pt x="6126957" y="500960"/>
                  </a:lnTo>
                  <a:lnTo>
                    <a:pt x="6127083" y="500960"/>
                  </a:lnTo>
                  <a:lnTo>
                    <a:pt x="6127209" y="500960"/>
                  </a:lnTo>
                  <a:lnTo>
                    <a:pt x="6127335" y="500960"/>
                  </a:lnTo>
                  <a:lnTo>
                    <a:pt x="6127462" y="500960"/>
                  </a:lnTo>
                  <a:lnTo>
                    <a:pt x="6127588" y="500960"/>
                  </a:lnTo>
                  <a:lnTo>
                    <a:pt x="6127714" y="500960"/>
                  </a:lnTo>
                  <a:lnTo>
                    <a:pt x="6127840" y="500960"/>
                  </a:lnTo>
                  <a:lnTo>
                    <a:pt x="6127967" y="500960"/>
                  </a:lnTo>
                  <a:lnTo>
                    <a:pt x="6128093" y="500960"/>
                  </a:lnTo>
                  <a:lnTo>
                    <a:pt x="6128219" y="500960"/>
                  </a:lnTo>
                  <a:lnTo>
                    <a:pt x="6128345" y="500960"/>
                  </a:lnTo>
                  <a:lnTo>
                    <a:pt x="6128472" y="500960"/>
                  </a:lnTo>
                  <a:lnTo>
                    <a:pt x="6128598" y="500960"/>
                  </a:lnTo>
                  <a:lnTo>
                    <a:pt x="6128724" y="500960"/>
                  </a:lnTo>
                  <a:lnTo>
                    <a:pt x="6128851" y="500960"/>
                  </a:lnTo>
                  <a:lnTo>
                    <a:pt x="6128977" y="500960"/>
                  </a:lnTo>
                  <a:lnTo>
                    <a:pt x="6129103" y="500960"/>
                  </a:lnTo>
                  <a:lnTo>
                    <a:pt x="6129229" y="500960"/>
                  </a:lnTo>
                  <a:lnTo>
                    <a:pt x="6129356" y="500960"/>
                  </a:lnTo>
                  <a:lnTo>
                    <a:pt x="6129482" y="500960"/>
                  </a:lnTo>
                  <a:lnTo>
                    <a:pt x="6129608" y="500960"/>
                  </a:lnTo>
                  <a:lnTo>
                    <a:pt x="6129734" y="500960"/>
                  </a:lnTo>
                  <a:lnTo>
                    <a:pt x="6129861" y="500960"/>
                  </a:lnTo>
                  <a:lnTo>
                    <a:pt x="6129987" y="500960"/>
                  </a:lnTo>
                  <a:lnTo>
                    <a:pt x="6130113" y="500960"/>
                  </a:lnTo>
                  <a:lnTo>
                    <a:pt x="6130239" y="500960"/>
                  </a:lnTo>
                  <a:lnTo>
                    <a:pt x="6130366" y="500960"/>
                  </a:lnTo>
                  <a:lnTo>
                    <a:pt x="6130492" y="500960"/>
                  </a:lnTo>
                  <a:lnTo>
                    <a:pt x="6130618" y="500960"/>
                  </a:lnTo>
                  <a:lnTo>
                    <a:pt x="6130618" y="496048"/>
                  </a:lnTo>
                  <a:lnTo>
                    <a:pt x="6130744" y="496048"/>
                  </a:lnTo>
                  <a:lnTo>
                    <a:pt x="6130871" y="496048"/>
                  </a:lnTo>
                  <a:lnTo>
                    <a:pt x="6130997" y="496048"/>
                  </a:lnTo>
                  <a:lnTo>
                    <a:pt x="6131123" y="496048"/>
                  </a:lnTo>
                  <a:lnTo>
                    <a:pt x="6131249" y="496048"/>
                  </a:lnTo>
                  <a:lnTo>
                    <a:pt x="6131376" y="496048"/>
                  </a:lnTo>
                  <a:lnTo>
                    <a:pt x="6131502" y="496048"/>
                  </a:lnTo>
                  <a:lnTo>
                    <a:pt x="6131628" y="496048"/>
                  </a:lnTo>
                  <a:lnTo>
                    <a:pt x="6131754" y="496048"/>
                  </a:lnTo>
                  <a:lnTo>
                    <a:pt x="6131881" y="496048"/>
                  </a:lnTo>
                  <a:lnTo>
                    <a:pt x="6132007" y="496048"/>
                  </a:lnTo>
                  <a:lnTo>
                    <a:pt x="6132133" y="496048"/>
                  </a:lnTo>
                  <a:lnTo>
                    <a:pt x="6132259" y="496048"/>
                  </a:lnTo>
                  <a:lnTo>
                    <a:pt x="6132386" y="496048"/>
                  </a:lnTo>
                  <a:lnTo>
                    <a:pt x="6132512" y="496048"/>
                  </a:lnTo>
                  <a:lnTo>
                    <a:pt x="6132638" y="496048"/>
                  </a:lnTo>
                  <a:lnTo>
                    <a:pt x="6132764" y="496048"/>
                  </a:lnTo>
                  <a:lnTo>
                    <a:pt x="6132891" y="496048"/>
                  </a:lnTo>
                  <a:lnTo>
                    <a:pt x="6133017" y="496048"/>
                  </a:lnTo>
                  <a:lnTo>
                    <a:pt x="6133143" y="496048"/>
                  </a:lnTo>
                  <a:lnTo>
                    <a:pt x="6133269" y="496048"/>
                  </a:lnTo>
                  <a:lnTo>
                    <a:pt x="6133396" y="496048"/>
                  </a:lnTo>
                  <a:lnTo>
                    <a:pt x="6133522" y="496048"/>
                  </a:lnTo>
                  <a:lnTo>
                    <a:pt x="6133522" y="491137"/>
                  </a:lnTo>
                  <a:lnTo>
                    <a:pt x="6133648" y="491137"/>
                  </a:lnTo>
                  <a:lnTo>
                    <a:pt x="6133774" y="491137"/>
                  </a:lnTo>
                  <a:lnTo>
                    <a:pt x="6133901" y="491137"/>
                  </a:lnTo>
                  <a:lnTo>
                    <a:pt x="6134027" y="491137"/>
                  </a:lnTo>
                  <a:lnTo>
                    <a:pt x="6134153" y="491137"/>
                  </a:lnTo>
                  <a:lnTo>
                    <a:pt x="6134280" y="491137"/>
                  </a:lnTo>
                  <a:lnTo>
                    <a:pt x="6134406" y="491137"/>
                  </a:lnTo>
                  <a:lnTo>
                    <a:pt x="6134532" y="491137"/>
                  </a:lnTo>
                  <a:lnTo>
                    <a:pt x="6134658" y="491137"/>
                  </a:lnTo>
                  <a:lnTo>
                    <a:pt x="6134785" y="491137"/>
                  </a:lnTo>
                  <a:lnTo>
                    <a:pt x="6134911" y="491137"/>
                  </a:lnTo>
                  <a:lnTo>
                    <a:pt x="6135037" y="491137"/>
                  </a:lnTo>
                  <a:lnTo>
                    <a:pt x="6135163" y="491137"/>
                  </a:lnTo>
                  <a:lnTo>
                    <a:pt x="6135290" y="491137"/>
                  </a:lnTo>
                  <a:lnTo>
                    <a:pt x="6135416" y="491137"/>
                  </a:lnTo>
                  <a:lnTo>
                    <a:pt x="6135542" y="491137"/>
                  </a:lnTo>
                  <a:lnTo>
                    <a:pt x="6135668" y="491137"/>
                  </a:lnTo>
                  <a:lnTo>
                    <a:pt x="6135795" y="491137"/>
                  </a:lnTo>
                  <a:lnTo>
                    <a:pt x="6135921" y="491137"/>
                  </a:lnTo>
                  <a:lnTo>
                    <a:pt x="6136047" y="491137"/>
                  </a:lnTo>
                  <a:lnTo>
                    <a:pt x="6136173" y="491137"/>
                  </a:lnTo>
                  <a:lnTo>
                    <a:pt x="6136300" y="491137"/>
                  </a:lnTo>
                  <a:lnTo>
                    <a:pt x="6136426" y="491137"/>
                  </a:lnTo>
                  <a:lnTo>
                    <a:pt x="6136552" y="491137"/>
                  </a:lnTo>
                  <a:lnTo>
                    <a:pt x="6136678" y="491137"/>
                  </a:lnTo>
                  <a:lnTo>
                    <a:pt x="6136805" y="491137"/>
                  </a:lnTo>
                  <a:lnTo>
                    <a:pt x="6136931" y="491137"/>
                  </a:lnTo>
                  <a:lnTo>
                    <a:pt x="6137057" y="491137"/>
                  </a:lnTo>
                  <a:lnTo>
                    <a:pt x="6137183" y="491137"/>
                  </a:lnTo>
                  <a:lnTo>
                    <a:pt x="6137310" y="491137"/>
                  </a:lnTo>
                  <a:lnTo>
                    <a:pt x="6137436" y="491137"/>
                  </a:lnTo>
                  <a:lnTo>
                    <a:pt x="6137562" y="491137"/>
                  </a:lnTo>
                  <a:lnTo>
                    <a:pt x="6137688" y="491137"/>
                  </a:lnTo>
                  <a:lnTo>
                    <a:pt x="6137815" y="491137"/>
                  </a:lnTo>
                  <a:lnTo>
                    <a:pt x="6137941" y="491137"/>
                  </a:lnTo>
                  <a:lnTo>
                    <a:pt x="6138067" y="491137"/>
                  </a:lnTo>
                  <a:lnTo>
                    <a:pt x="6138193" y="491137"/>
                  </a:lnTo>
                  <a:lnTo>
                    <a:pt x="6138320" y="491137"/>
                  </a:lnTo>
                  <a:lnTo>
                    <a:pt x="6138446" y="491137"/>
                  </a:lnTo>
                  <a:lnTo>
                    <a:pt x="6138572" y="491137"/>
                  </a:lnTo>
                  <a:lnTo>
                    <a:pt x="6138698" y="491137"/>
                  </a:lnTo>
                  <a:lnTo>
                    <a:pt x="6138825" y="491137"/>
                  </a:lnTo>
                  <a:lnTo>
                    <a:pt x="6138951" y="491137"/>
                  </a:lnTo>
                  <a:lnTo>
                    <a:pt x="6139077" y="491137"/>
                  </a:lnTo>
                  <a:lnTo>
                    <a:pt x="6139204" y="491137"/>
                  </a:lnTo>
                  <a:lnTo>
                    <a:pt x="6139330" y="491137"/>
                  </a:lnTo>
                  <a:lnTo>
                    <a:pt x="6139456" y="491137"/>
                  </a:lnTo>
                  <a:lnTo>
                    <a:pt x="6139582" y="491137"/>
                  </a:lnTo>
                  <a:lnTo>
                    <a:pt x="6139709" y="491137"/>
                  </a:lnTo>
                  <a:lnTo>
                    <a:pt x="6139835" y="491137"/>
                  </a:lnTo>
                  <a:lnTo>
                    <a:pt x="6139961" y="491137"/>
                  </a:lnTo>
                  <a:lnTo>
                    <a:pt x="6140087" y="491137"/>
                  </a:lnTo>
                  <a:lnTo>
                    <a:pt x="6140214" y="491137"/>
                  </a:lnTo>
                  <a:lnTo>
                    <a:pt x="6140340" y="491137"/>
                  </a:lnTo>
                  <a:lnTo>
                    <a:pt x="6140466" y="491137"/>
                  </a:lnTo>
                  <a:lnTo>
                    <a:pt x="6140592" y="491137"/>
                  </a:lnTo>
                  <a:lnTo>
                    <a:pt x="6140719" y="491137"/>
                  </a:lnTo>
                  <a:lnTo>
                    <a:pt x="6140845" y="491137"/>
                  </a:lnTo>
                  <a:lnTo>
                    <a:pt x="6140971" y="491137"/>
                  </a:lnTo>
                  <a:lnTo>
                    <a:pt x="6141097" y="491137"/>
                  </a:lnTo>
                  <a:lnTo>
                    <a:pt x="6141224" y="491137"/>
                  </a:lnTo>
                  <a:lnTo>
                    <a:pt x="6141350" y="491137"/>
                  </a:lnTo>
                  <a:lnTo>
                    <a:pt x="6141476" y="491137"/>
                  </a:lnTo>
                  <a:lnTo>
                    <a:pt x="6141602" y="491137"/>
                  </a:lnTo>
                  <a:lnTo>
                    <a:pt x="6141729" y="491137"/>
                  </a:lnTo>
                  <a:lnTo>
                    <a:pt x="6141855" y="491137"/>
                  </a:lnTo>
                  <a:lnTo>
                    <a:pt x="6141981" y="491137"/>
                  </a:lnTo>
                  <a:lnTo>
                    <a:pt x="6142107" y="491137"/>
                  </a:lnTo>
                  <a:lnTo>
                    <a:pt x="6142234" y="491137"/>
                  </a:lnTo>
                  <a:lnTo>
                    <a:pt x="6142360" y="491137"/>
                  </a:lnTo>
                  <a:lnTo>
                    <a:pt x="6142486" y="491137"/>
                  </a:lnTo>
                  <a:lnTo>
                    <a:pt x="6142612" y="491137"/>
                  </a:lnTo>
                  <a:lnTo>
                    <a:pt x="6142739" y="491137"/>
                  </a:lnTo>
                  <a:lnTo>
                    <a:pt x="6142865" y="491137"/>
                  </a:lnTo>
                  <a:lnTo>
                    <a:pt x="6142991" y="491137"/>
                  </a:lnTo>
                  <a:lnTo>
                    <a:pt x="6143117" y="491137"/>
                  </a:lnTo>
                  <a:lnTo>
                    <a:pt x="6143244" y="491137"/>
                  </a:lnTo>
                  <a:lnTo>
                    <a:pt x="6143370" y="491137"/>
                  </a:lnTo>
                  <a:lnTo>
                    <a:pt x="6143496" y="491137"/>
                  </a:lnTo>
                  <a:lnTo>
                    <a:pt x="6143622" y="491137"/>
                  </a:lnTo>
                  <a:lnTo>
                    <a:pt x="6143749" y="491137"/>
                  </a:lnTo>
                  <a:lnTo>
                    <a:pt x="6143875" y="491137"/>
                  </a:lnTo>
                  <a:lnTo>
                    <a:pt x="6144001" y="491137"/>
                  </a:lnTo>
                  <a:lnTo>
                    <a:pt x="6144127" y="491137"/>
                  </a:lnTo>
                  <a:lnTo>
                    <a:pt x="6144254" y="491137"/>
                  </a:lnTo>
                  <a:lnTo>
                    <a:pt x="6144380" y="491137"/>
                  </a:lnTo>
                  <a:lnTo>
                    <a:pt x="6144506" y="491137"/>
                  </a:lnTo>
                  <a:lnTo>
                    <a:pt x="6144633" y="491137"/>
                  </a:lnTo>
                  <a:lnTo>
                    <a:pt x="6144759" y="491137"/>
                  </a:lnTo>
                  <a:lnTo>
                    <a:pt x="6144885" y="491137"/>
                  </a:lnTo>
                  <a:lnTo>
                    <a:pt x="6145011" y="491137"/>
                  </a:lnTo>
                  <a:lnTo>
                    <a:pt x="6145138" y="491137"/>
                  </a:lnTo>
                  <a:lnTo>
                    <a:pt x="6145264" y="491137"/>
                  </a:lnTo>
                  <a:lnTo>
                    <a:pt x="6145390" y="491137"/>
                  </a:lnTo>
                  <a:lnTo>
                    <a:pt x="6145516" y="491137"/>
                  </a:lnTo>
                  <a:lnTo>
                    <a:pt x="6145643" y="491137"/>
                  </a:lnTo>
                  <a:lnTo>
                    <a:pt x="6145769" y="491137"/>
                  </a:lnTo>
                  <a:lnTo>
                    <a:pt x="6145895" y="491137"/>
                  </a:lnTo>
                  <a:lnTo>
                    <a:pt x="6146021" y="491137"/>
                  </a:lnTo>
                  <a:lnTo>
                    <a:pt x="6146148" y="491137"/>
                  </a:lnTo>
                  <a:lnTo>
                    <a:pt x="6146274" y="491137"/>
                  </a:lnTo>
                  <a:lnTo>
                    <a:pt x="6146400" y="491137"/>
                  </a:lnTo>
                  <a:lnTo>
                    <a:pt x="6146526" y="491137"/>
                  </a:lnTo>
                  <a:lnTo>
                    <a:pt x="6146653" y="491137"/>
                  </a:lnTo>
                  <a:lnTo>
                    <a:pt x="6146779" y="491137"/>
                  </a:lnTo>
                  <a:lnTo>
                    <a:pt x="6146905" y="491137"/>
                  </a:lnTo>
                  <a:lnTo>
                    <a:pt x="6147031" y="491137"/>
                  </a:lnTo>
                  <a:lnTo>
                    <a:pt x="6147031" y="486226"/>
                  </a:lnTo>
                  <a:lnTo>
                    <a:pt x="6147158" y="486226"/>
                  </a:lnTo>
                  <a:lnTo>
                    <a:pt x="6147284" y="486226"/>
                  </a:lnTo>
                  <a:lnTo>
                    <a:pt x="6147410" y="486226"/>
                  </a:lnTo>
                  <a:lnTo>
                    <a:pt x="6147536" y="486226"/>
                  </a:lnTo>
                  <a:lnTo>
                    <a:pt x="6147663" y="486226"/>
                  </a:lnTo>
                  <a:lnTo>
                    <a:pt x="6147789" y="486226"/>
                  </a:lnTo>
                  <a:lnTo>
                    <a:pt x="6147915" y="486226"/>
                  </a:lnTo>
                  <a:lnTo>
                    <a:pt x="6148041" y="486226"/>
                  </a:lnTo>
                  <a:lnTo>
                    <a:pt x="6148168" y="486226"/>
                  </a:lnTo>
                  <a:lnTo>
                    <a:pt x="6148294" y="486226"/>
                  </a:lnTo>
                  <a:lnTo>
                    <a:pt x="6148420" y="486226"/>
                  </a:lnTo>
                  <a:lnTo>
                    <a:pt x="6148546" y="486226"/>
                  </a:lnTo>
                  <a:lnTo>
                    <a:pt x="6148673" y="486226"/>
                  </a:lnTo>
                  <a:lnTo>
                    <a:pt x="6148799" y="486226"/>
                  </a:lnTo>
                  <a:lnTo>
                    <a:pt x="6148925" y="486226"/>
                  </a:lnTo>
                  <a:lnTo>
                    <a:pt x="6149051" y="486226"/>
                  </a:lnTo>
                  <a:lnTo>
                    <a:pt x="6149178" y="486226"/>
                  </a:lnTo>
                  <a:lnTo>
                    <a:pt x="6149304" y="486226"/>
                  </a:lnTo>
                  <a:lnTo>
                    <a:pt x="6149430" y="486226"/>
                  </a:lnTo>
                  <a:lnTo>
                    <a:pt x="6149557" y="486226"/>
                  </a:lnTo>
                  <a:lnTo>
                    <a:pt x="6149683" y="486226"/>
                  </a:lnTo>
                  <a:lnTo>
                    <a:pt x="6149809" y="486226"/>
                  </a:lnTo>
                  <a:lnTo>
                    <a:pt x="6149935" y="486226"/>
                  </a:lnTo>
                  <a:lnTo>
                    <a:pt x="6150062" y="486226"/>
                  </a:lnTo>
                  <a:lnTo>
                    <a:pt x="6150188" y="486226"/>
                  </a:lnTo>
                  <a:lnTo>
                    <a:pt x="6150314" y="486226"/>
                  </a:lnTo>
                  <a:lnTo>
                    <a:pt x="6150314" y="481314"/>
                  </a:lnTo>
                  <a:lnTo>
                    <a:pt x="6150440" y="481314"/>
                  </a:lnTo>
                  <a:lnTo>
                    <a:pt x="6150567" y="481314"/>
                  </a:lnTo>
                  <a:lnTo>
                    <a:pt x="6150693" y="481314"/>
                  </a:lnTo>
                  <a:lnTo>
                    <a:pt x="6150819" y="481314"/>
                  </a:lnTo>
                  <a:lnTo>
                    <a:pt x="6150945" y="481314"/>
                  </a:lnTo>
                  <a:lnTo>
                    <a:pt x="6151072" y="481314"/>
                  </a:lnTo>
                  <a:lnTo>
                    <a:pt x="6151198" y="481314"/>
                  </a:lnTo>
                  <a:lnTo>
                    <a:pt x="6151324" y="481314"/>
                  </a:lnTo>
                  <a:lnTo>
                    <a:pt x="6151450" y="481314"/>
                  </a:lnTo>
                  <a:lnTo>
                    <a:pt x="6151577" y="481314"/>
                  </a:lnTo>
                  <a:lnTo>
                    <a:pt x="6151703" y="481314"/>
                  </a:lnTo>
                  <a:lnTo>
                    <a:pt x="6151829" y="481314"/>
                  </a:lnTo>
                  <a:lnTo>
                    <a:pt x="6151955" y="481314"/>
                  </a:lnTo>
                  <a:lnTo>
                    <a:pt x="6152082" y="481314"/>
                  </a:lnTo>
                  <a:lnTo>
                    <a:pt x="6152208" y="481314"/>
                  </a:lnTo>
                  <a:lnTo>
                    <a:pt x="6152334" y="481314"/>
                  </a:lnTo>
                  <a:lnTo>
                    <a:pt x="6152460" y="481314"/>
                  </a:lnTo>
                  <a:lnTo>
                    <a:pt x="6152587" y="481314"/>
                  </a:lnTo>
                  <a:lnTo>
                    <a:pt x="6152713" y="481314"/>
                  </a:lnTo>
                  <a:lnTo>
                    <a:pt x="6152839" y="481314"/>
                  </a:lnTo>
                  <a:lnTo>
                    <a:pt x="6152965" y="481314"/>
                  </a:lnTo>
                  <a:lnTo>
                    <a:pt x="6153092" y="481314"/>
                  </a:lnTo>
                  <a:lnTo>
                    <a:pt x="6153218" y="481314"/>
                  </a:lnTo>
                  <a:lnTo>
                    <a:pt x="6153344" y="481314"/>
                  </a:lnTo>
                  <a:lnTo>
                    <a:pt x="6153470" y="481314"/>
                  </a:lnTo>
                  <a:lnTo>
                    <a:pt x="6153597" y="481314"/>
                  </a:lnTo>
                  <a:lnTo>
                    <a:pt x="6153723" y="481314"/>
                  </a:lnTo>
                  <a:lnTo>
                    <a:pt x="6153849" y="481314"/>
                  </a:lnTo>
                  <a:lnTo>
                    <a:pt x="6153975" y="481314"/>
                  </a:lnTo>
                  <a:lnTo>
                    <a:pt x="6154102" y="481314"/>
                  </a:lnTo>
                  <a:lnTo>
                    <a:pt x="6154228" y="481314"/>
                  </a:lnTo>
                  <a:lnTo>
                    <a:pt x="6154354" y="481314"/>
                  </a:lnTo>
                  <a:lnTo>
                    <a:pt x="6154480" y="481314"/>
                  </a:lnTo>
                  <a:lnTo>
                    <a:pt x="6154607" y="481314"/>
                  </a:lnTo>
                  <a:lnTo>
                    <a:pt x="6154733" y="481314"/>
                  </a:lnTo>
                  <a:lnTo>
                    <a:pt x="6154859" y="481314"/>
                  </a:lnTo>
                  <a:lnTo>
                    <a:pt x="6154986" y="481314"/>
                  </a:lnTo>
                  <a:lnTo>
                    <a:pt x="6155112" y="481314"/>
                  </a:lnTo>
                  <a:lnTo>
                    <a:pt x="6155238" y="481314"/>
                  </a:lnTo>
                  <a:lnTo>
                    <a:pt x="6155364" y="481314"/>
                  </a:lnTo>
                  <a:lnTo>
                    <a:pt x="6155491" y="481314"/>
                  </a:lnTo>
                  <a:lnTo>
                    <a:pt x="6155617" y="481314"/>
                  </a:lnTo>
                  <a:lnTo>
                    <a:pt x="6155743" y="481314"/>
                  </a:lnTo>
                  <a:lnTo>
                    <a:pt x="6155869" y="481314"/>
                  </a:lnTo>
                  <a:lnTo>
                    <a:pt x="6155996" y="481314"/>
                  </a:lnTo>
                  <a:lnTo>
                    <a:pt x="6156122" y="481314"/>
                  </a:lnTo>
                  <a:lnTo>
                    <a:pt x="6156248" y="481314"/>
                  </a:lnTo>
                  <a:lnTo>
                    <a:pt x="6156374" y="481314"/>
                  </a:lnTo>
                  <a:lnTo>
                    <a:pt x="6156501" y="481314"/>
                  </a:lnTo>
                  <a:lnTo>
                    <a:pt x="6156627" y="481314"/>
                  </a:lnTo>
                  <a:lnTo>
                    <a:pt x="6156753" y="481314"/>
                  </a:lnTo>
                  <a:lnTo>
                    <a:pt x="6156879" y="481314"/>
                  </a:lnTo>
                  <a:lnTo>
                    <a:pt x="6157006" y="481314"/>
                  </a:lnTo>
                  <a:lnTo>
                    <a:pt x="6157132" y="481314"/>
                  </a:lnTo>
                  <a:lnTo>
                    <a:pt x="6157258" y="481314"/>
                  </a:lnTo>
                  <a:lnTo>
                    <a:pt x="6157384" y="481314"/>
                  </a:lnTo>
                  <a:lnTo>
                    <a:pt x="6157511" y="481314"/>
                  </a:lnTo>
                  <a:lnTo>
                    <a:pt x="6157637" y="481314"/>
                  </a:lnTo>
                  <a:lnTo>
                    <a:pt x="6157763" y="481314"/>
                  </a:lnTo>
                  <a:lnTo>
                    <a:pt x="6157889" y="481314"/>
                  </a:lnTo>
                  <a:lnTo>
                    <a:pt x="6158016" y="481314"/>
                  </a:lnTo>
                  <a:lnTo>
                    <a:pt x="6158142" y="481314"/>
                  </a:lnTo>
                  <a:lnTo>
                    <a:pt x="6158268" y="481314"/>
                  </a:lnTo>
                  <a:lnTo>
                    <a:pt x="6158394" y="481314"/>
                  </a:lnTo>
                  <a:lnTo>
                    <a:pt x="6158521" y="481314"/>
                  </a:lnTo>
                  <a:lnTo>
                    <a:pt x="6158647" y="481314"/>
                  </a:lnTo>
                  <a:lnTo>
                    <a:pt x="6158773" y="481314"/>
                  </a:lnTo>
                  <a:lnTo>
                    <a:pt x="6158899" y="481314"/>
                  </a:lnTo>
                  <a:lnTo>
                    <a:pt x="6159026" y="481314"/>
                  </a:lnTo>
                  <a:lnTo>
                    <a:pt x="6159152" y="481314"/>
                  </a:lnTo>
                  <a:lnTo>
                    <a:pt x="6159278" y="481314"/>
                  </a:lnTo>
                  <a:lnTo>
                    <a:pt x="6159404" y="481314"/>
                  </a:lnTo>
                  <a:lnTo>
                    <a:pt x="6159531" y="481314"/>
                  </a:lnTo>
                  <a:lnTo>
                    <a:pt x="6159657" y="481314"/>
                  </a:lnTo>
                  <a:lnTo>
                    <a:pt x="6159783" y="481314"/>
                  </a:lnTo>
                  <a:lnTo>
                    <a:pt x="6159910" y="481314"/>
                  </a:lnTo>
                  <a:lnTo>
                    <a:pt x="6160036" y="481314"/>
                  </a:lnTo>
                  <a:lnTo>
                    <a:pt x="6160162" y="481314"/>
                  </a:lnTo>
                  <a:lnTo>
                    <a:pt x="6160288" y="481314"/>
                  </a:lnTo>
                  <a:lnTo>
                    <a:pt x="6160415" y="481314"/>
                  </a:lnTo>
                  <a:lnTo>
                    <a:pt x="6160541" y="481314"/>
                  </a:lnTo>
                  <a:lnTo>
                    <a:pt x="6160667" y="481314"/>
                  </a:lnTo>
                  <a:lnTo>
                    <a:pt x="6160793" y="481314"/>
                  </a:lnTo>
                  <a:lnTo>
                    <a:pt x="6160920" y="481314"/>
                  </a:lnTo>
                  <a:lnTo>
                    <a:pt x="6161046" y="481314"/>
                  </a:lnTo>
                  <a:lnTo>
                    <a:pt x="6161172" y="481314"/>
                  </a:lnTo>
                  <a:lnTo>
                    <a:pt x="6161298" y="481314"/>
                  </a:lnTo>
                  <a:lnTo>
                    <a:pt x="6161425" y="481314"/>
                  </a:lnTo>
                  <a:lnTo>
                    <a:pt x="6161551" y="481314"/>
                  </a:lnTo>
                  <a:lnTo>
                    <a:pt x="6161677" y="481314"/>
                  </a:lnTo>
                  <a:lnTo>
                    <a:pt x="6161803" y="481314"/>
                  </a:lnTo>
                  <a:lnTo>
                    <a:pt x="6161930" y="481314"/>
                  </a:lnTo>
                  <a:lnTo>
                    <a:pt x="6162056" y="481314"/>
                  </a:lnTo>
                  <a:lnTo>
                    <a:pt x="6162182" y="481314"/>
                  </a:lnTo>
                  <a:lnTo>
                    <a:pt x="6162308" y="481314"/>
                  </a:lnTo>
                  <a:lnTo>
                    <a:pt x="6162435" y="481314"/>
                  </a:lnTo>
                  <a:lnTo>
                    <a:pt x="6162561" y="481314"/>
                  </a:lnTo>
                  <a:lnTo>
                    <a:pt x="6162687" y="481314"/>
                  </a:lnTo>
                  <a:lnTo>
                    <a:pt x="6162813" y="481314"/>
                  </a:lnTo>
                  <a:lnTo>
                    <a:pt x="6162940" y="481314"/>
                  </a:lnTo>
                  <a:lnTo>
                    <a:pt x="6163066" y="481314"/>
                  </a:lnTo>
                  <a:lnTo>
                    <a:pt x="6163192" y="481314"/>
                  </a:lnTo>
                  <a:lnTo>
                    <a:pt x="6163318" y="481314"/>
                  </a:lnTo>
                  <a:lnTo>
                    <a:pt x="6163445" y="481314"/>
                  </a:lnTo>
                  <a:lnTo>
                    <a:pt x="6163571" y="481314"/>
                  </a:lnTo>
                  <a:lnTo>
                    <a:pt x="6163697" y="481314"/>
                  </a:lnTo>
                  <a:lnTo>
                    <a:pt x="6163823" y="481314"/>
                  </a:lnTo>
                  <a:lnTo>
                    <a:pt x="6163950" y="481314"/>
                  </a:lnTo>
                  <a:lnTo>
                    <a:pt x="6164076" y="481314"/>
                  </a:lnTo>
                  <a:lnTo>
                    <a:pt x="6164202" y="481314"/>
                  </a:lnTo>
                  <a:lnTo>
                    <a:pt x="6164328" y="481314"/>
                  </a:lnTo>
                  <a:lnTo>
                    <a:pt x="6164455" y="481314"/>
                  </a:lnTo>
                  <a:lnTo>
                    <a:pt x="6164581" y="481314"/>
                  </a:lnTo>
                  <a:lnTo>
                    <a:pt x="6164707" y="481314"/>
                  </a:lnTo>
                  <a:lnTo>
                    <a:pt x="6164833" y="481314"/>
                  </a:lnTo>
                  <a:lnTo>
                    <a:pt x="6164960" y="481314"/>
                  </a:lnTo>
                  <a:lnTo>
                    <a:pt x="6165086" y="481314"/>
                  </a:lnTo>
                  <a:lnTo>
                    <a:pt x="6165212" y="481314"/>
                  </a:lnTo>
                  <a:lnTo>
                    <a:pt x="6165339" y="481314"/>
                  </a:lnTo>
                  <a:lnTo>
                    <a:pt x="6165465" y="481314"/>
                  </a:lnTo>
                  <a:lnTo>
                    <a:pt x="6165465" y="476403"/>
                  </a:lnTo>
                  <a:lnTo>
                    <a:pt x="6165591" y="476403"/>
                  </a:lnTo>
                  <a:lnTo>
                    <a:pt x="6165717" y="476403"/>
                  </a:lnTo>
                  <a:lnTo>
                    <a:pt x="6165844" y="476403"/>
                  </a:lnTo>
                  <a:lnTo>
                    <a:pt x="6165970" y="476403"/>
                  </a:lnTo>
                  <a:lnTo>
                    <a:pt x="6166096" y="476403"/>
                  </a:lnTo>
                  <a:lnTo>
                    <a:pt x="6166222" y="476403"/>
                  </a:lnTo>
                  <a:lnTo>
                    <a:pt x="6166349" y="476403"/>
                  </a:lnTo>
                  <a:lnTo>
                    <a:pt x="6166475" y="476403"/>
                  </a:lnTo>
                  <a:lnTo>
                    <a:pt x="6166601" y="476403"/>
                  </a:lnTo>
                  <a:lnTo>
                    <a:pt x="6166727" y="476403"/>
                  </a:lnTo>
                  <a:lnTo>
                    <a:pt x="6166854" y="476403"/>
                  </a:lnTo>
                  <a:lnTo>
                    <a:pt x="6166980" y="476403"/>
                  </a:lnTo>
                  <a:lnTo>
                    <a:pt x="6167106" y="476403"/>
                  </a:lnTo>
                  <a:lnTo>
                    <a:pt x="6167232" y="476403"/>
                  </a:lnTo>
                  <a:lnTo>
                    <a:pt x="6167359" y="476403"/>
                  </a:lnTo>
                  <a:lnTo>
                    <a:pt x="6167485" y="476403"/>
                  </a:lnTo>
                  <a:lnTo>
                    <a:pt x="6167611" y="476403"/>
                  </a:lnTo>
                  <a:lnTo>
                    <a:pt x="6167737" y="476403"/>
                  </a:lnTo>
                  <a:lnTo>
                    <a:pt x="6167864" y="476403"/>
                  </a:lnTo>
                  <a:lnTo>
                    <a:pt x="6167990" y="476403"/>
                  </a:lnTo>
                  <a:lnTo>
                    <a:pt x="6168116" y="476403"/>
                  </a:lnTo>
                  <a:lnTo>
                    <a:pt x="6168242" y="476403"/>
                  </a:lnTo>
                  <a:lnTo>
                    <a:pt x="6168369" y="476403"/>
                  </a:lnTo>
                  <a:lnTo>
                    <a:pt x="6168495" y="476403"/>
                  </a:lnTo>
                  <a:lnTo>
                    <a:pt x="6168621" y="476403"/>
                  </a:lnTo>
                  <a:lnTo>
                    <a:pt x="6168747" y="476403"/>
                  </a:lnTo>
                  <a:lnTo>
                    <a:pt x="6168874" y="476403"/>
                  </a:lnTo>
                  <a:lnTo>
                    <a:pt x="6169000" y="476403"/>
                  </a:lnTo>
                  <a:lnTo>
                    <a:pt x="6169126" y="476403"/>
                  </a:lnTo>
                  <a:lnTo>
                    <a:pt x="6169252" y="476403"/>
                  </a:lnTo>
                  <a:lnTo>
                    <a:pt x="6169379" y="476403"/>
                  </a:lnTo>
                  <a:lnTo>
                    <a:pt x="6169505" y="476403"/>
                  </a:lnTo>
                  <a:lnTo>
                    <a:pt x="6169631" y="476403"/>
                  </a:lnTo>
                  <a:lnTo>
                    <a:pt x="6169757" y="476403"/>
                  </a:lnTo>
                  <a:lnTo>
                    <a:pt x="6169884" y="476403"/>
                  </a:lnTo>
                  <a:lnTo>
                    <a:pt x="6170010" y="476403"/>
                  </a:lnTo>
                  <a:lnTo>
                    <a:pt x="6170136" y="476403"/>
                  </a:lnTo>
                  <a:lnTo>
                    <a:pt x="6170263" y="476403"/>
                  </a:lnTo>
                  <a:lnTo>
                    <a:pt x="6170389" y="476403"/>
                  </a:lnTo>
                  <a:lnTo>
                    <a:pt x="6170515" y="476403"/>
                  </a:lnTo>
                  <a:lnTo>
                    <a:pt x="6170641" y="476403"/>
                  </a:lnTo>
                  <a:lnTo>
                    <a:pt x="6170768" y="476403"/>
                  </a:lnTo>
                  <a:lnTo>
                    <a:pt x="6170894" y="476403"/>
                  </a:lnTo>
                  <a:lnTo>
                    <a:pt x="6171020" y="476403"/>
                  </a:lnTo>
                  <a:lnTo>
                    <a:pt x="6171146" y="476403"/>
                  </a:lnTo>
                  <a:lnTo>
                    <a:pt x="6171273" y="476403"/>
                  </a:lnTo>
                  <a:lnTo>
                    <a:pt x="6171399" y="476403"/>
                  </a:lnTo>
                  <a:lnTo>
                    <a:pt x="6171525" y="476403"/>
                  </a:lnTo>
                  <a:lnTo>
                    <a:pt x="6171651" y="476403"/>
                  </a:lnTo>
                  <a:lnTo>
                    <a:pt x="6171778" y="476403"/>
                  </a:lnTo>
                  <a:lnTo>
                    <a:pt x="6171904" y="476403"/>
                  </a:lnTo>
                  <a:lnTo>
                    <a:pt x="6172030" y="476403"/>
                  </a:lnTo>
                  <a:lnTo>
                    <a:pt x="6172156" y="476403"/>
                  </a:lnTo>
                  <a:lnTo>
                    <a:pt x="6172283" y="476403"/>
                  </a:lnTo>
                  <a:lnTo>
                    <a:pt x="6172409" y="476403"/>
                  </a:lnTo>
                  <a:lnTo>
                    <a:pt x="6172535" y="476403"/>
                  </a:lnTo>
                  <a:lnTo>
                    <a:pt x="6172661" y="476403"/>
                  </a:lnTo>
                  <a:lnTo>
                    <a:pt x="6172788" y="476403"/>
                  </a:lnTo>
                  <a:lnTo>
                    <a:pt x="6172914" y="476403"/>
                  </a:lnTo>
                  <a:lnTo>
                    <a:pt x="6172914" y="471491"/>
                  </a:lnTo>
                  <a:lnTo>
                    <a:pt x="6173040" y="471491"/>
                  </a:lnTo>
                  <a:lnTo>
                    <a:pt x="6173166" y="471491"/>
                  </a:lnTo>
                  <a:lnTo>
                    <a:pt x="6173293" y="471491"/>
                  </a:lnTo>
                  <a:lnTo>
                    <a:pt x="6173419" y="471491"/>
                  </a:lnTo>
                  <a:lnTo>
                    <a:pt x="6173545" y="471491"/>
                  </a:lnTo>
                  <a:lnTo>
                    <a:pt x="6173671" y="471491"/>
                  </a:lnTo>
                  <a:lnTo>
                    <a:pt x="6173798" y="471491"/>
                  </a:lnTo>
                  <a:lnTo>
                    <a:pt x="6173924" y="471491"/>
                  </a:lnTo>
                  <a:lnTo>
                    <a:pt x="6174050" y="471491"/>
                  </a:lnTo>
                  <a:lnTo>
                    <a:pt x="6174176" y="471491"/>
                  </a:lnTo>
                  <a:lnTo>
                    <a:pt x="6174303" y="471491"/>
                  </a:lnTo>
                  <a:lnTo>
                    <a:pt x="6174429" y="471491"/>
                  </a:lnTo>
                  <a:lnTo>
                    <a:pt x="6174555" y="471491"/>
                  </a:lnTo>
                  <a:lnTo>
                    <a:pt x="6174681" y="471491"/>
                  </a:lnTo>
                  <a:lnTo>
                    <a:pt x="6174808" y="471491"/>
                  </a:lnTo>
                  <a:lnTo>
                    <a:pt x="6174934" y="471491"/>
                  </a:lnTo>
                  <a:lnTo>
                    <a:pt x="6175060" y="471491"/>
                  </a:lnTo>
                  <a:lnTo>
                    <a:pt x="6175186" y="471491"/>
                  </a:lnTo>
                  <a:lnTo>
                    <a:pt x="6175313" y="471491"/>
                  </a:lnTo>
                  <a:lnTo>
                    <a:pt x="6175439" y="471491"/>
                  </a:lnTo>
                  <a:lnTo>
                    <a:pt x="6175565" y="471491"/>
                  </a:lnTo>
                  <a:lnTo>
                    <a:pt x="6175692" y="471491"/>
                  </a:lnTo>
                  <a:lnTo>
                    <a:pt x="6175818" y="471491"/>
                  </a:lnTo>
                  <a:lnTo>
                    <a:pt x="6175944" y="471491"/>
                  </a:lnTo>
                  <a:lnTo>
                    <a:pt x="6176070" y="471491"/>
                  </a:lnTo>
                  <a:lnTo>
                    <a:pt x="6176197" y="471491"/>
                  </a:lnTo>
                  <a:lnTo>
                    <a:pt x="6176323" y="471491"/>
                  </a:lnTo>
                  <a:lnTo>
                    <a:pt x="6176449" y="471491"/>
                  </a:lnTo>
                  <a:lnTo>
                    <a:pt x="6176575" y="471491"/>
                  </a:lnTo>
                  <a:lnTo>
                    <a:pt x="6176702" y="471491"/>
                  </a:lnTo>
                  <a:lnTo>
                    <a:pt x="6176828" y="471491"/>
                  </a:lnTo>
                  <a:lnTo>
                    <a:pt x="6176954" y="471491"/>
                  </a:lnTo>
                  <a:lnTo>
                    <a:pt x="6177080" y="471491"/>
                  </a:lnTo>
                  <a:lnTo>
                    <a:pt x="6177207" y="471491"/>
                  </a:lnTo>
                  <a:lnTo>
                    <a:pt x="6177333" y="471491"/>
                  </a:lnTo>
                  <a:lnTo>
                    <a:pt x="6177459" y="471491"/>
                  </a:lnTo>
                  <a:lnTo>
                    <a:pt x="6177585" y="471491"/>
                  </a:lnTo>
                  <a:lnTo>
                    <a:pt x="6177712" y="471491"/>
                  </a:lnTo>
                  <a:lnTo>
                    <a:pt x="6177838" y="471491"/>
                  </a:lnTo>
                  <a:lnTo>
                    <a:pt x="6177964" y="471491"/>
                  </a:lnTo>
                  <a:lnTo>
                    <a:pt x="6178090" y="471491"/>
                  </a:lnTo>
                  <a:lnTo>
                    <a:pt x="6178217" y="471491"/>
                  </a:lnTo>
                  <a:lnTo>
                    <a:pt x="6178343" y="471491"/>
                  </a:lnTo>
                  <a:lnTo>
                    <a:pt x="6178469" y="471491"/>
                  </a:lnTo>
                  <a:lnTo>
                    <a:pt x="6178595" y="471491"/>
                  </a:lnTo>
                  <a:lnTo>
                    <a:pt x="6178722" y="471491"/>
                  </a:lnTo>
                  <a:lnTo>
                    <a:pt x="6178848" y="471491"/>
                  </a:lnTo>
                  <a:lnTo>
                    <a:pt x="6178974" y="471491"/>
                  </a:lnTo>
                  <a:lnTo>
                    <a:pt x="6179100" y="471491"/>
                  </a:lnTo>
                  <a:lnTo>
                    <a:pt x="6179227" y="471491"/>
                  </a:lnTo>
                  <a:lnTo>
                    <a:pt x="6179227" y="466580"/>
                  </a:lnTo>
                  <a:lnTo>
                    <a:pt x="6179353" y="466580"/>
                  </a:lnTo>
                  <a:lnTo>
                    <a:pt x="6179479" y="466580"/>
                  </a:lnTo>
                  <a:lnTo>
                    <a:pt x="6179605" y="466580"/>
                  </a:lnTo>
                  <a:lnTo>
                    <a:pt x="6179732" y="466580"/>
                  </a:lnTo>
                  <a:lnTo>
                    <a:pt x="6179858" y="466580"/>
                  </a:lnTo>
                  <a:lnTo>
                    <a:pt x="6179984" y="466580"/>
                  </a:lnTo>
                  <a:lnTo>
                    <a:pt x="6180110" y="466580"/>
                  </a:lnTo>
                  <a:lnTo>
                    <a:pt x="6180237" y="466580"/>
                  </a:lnTo>
                  <a:lnTo>
                    <a:pt x="6180363" y="466580"/>
                  </a:lnTo>
                  <a:lnTo>
                    <a:pt x="6180489" y="466580"/>
                  </a:lnTo>
                  <a:lnTo>
                    <a:pt x="6180616" y="466580"/>
                  </a:lnTo>
                  <a:lnTo>
                    <a:pt x="6180742" y="466580"/>
                  </a:lnTo>
                  <a:lnTo>
                    <a:pt x="6180868" y="466580"/>
                  </a:lnTo>
                  <a:lnTo>
                    <a:pt x="6180994" y="466580"/>
                  </a:lnTo>
                  <a:lnTo>
                    <a:pt x="6181121" y="466580"/>
                  </a:lnTo>
                  <a:lnTo>
                    <a:pt x="6181247" y="466580"/>
                  </a:lnTo>
                  <a:lnTo>
                    <a:pt x="6181373" y="466580"/>
                  </a:lnTo>
                  <a:lnTo>
                    <a:pt x="6181499" y="466580"/>
                  </a:lnTo>
                  <a:lnTo>
                    <a:pt x="6181626" y="466580"/>
                  </a:lnTo>
                  <a:lnTo>
                    <a:pt x="6181752" y="466580"/>
                  </a:lnTo>
                  <a:lnTo>
                    <a:pt x="6181878" y="466580"/>
                  </a:lnTo>
                  <a:lnTo>
                    <a:pt x="6182004" y="466580"/>
                  </a:lnTo>
                  <a:lnTo>
                    <a:pt x="6182131" y="466580"/>
                  </a:lnTo>
                  <a:lnTo>
                    <a:pt x="6182257" y="466580"/>
                  </a:lnTo>
                  <a:lnTo>
                    <a:pt x="6182383" y="466580"/>
                  </a:lnTo>
                  <a:lnTo>
                    <a:pt x="6182509" y="466580"/>
                  </a:lnTo>
                  <a:lnTo>
                    <a:pt x="6182636" y="466580"/>
                  </a:lnTo>
                  <a:lnTo>
                    <a:pt x="6182762" y="466580"/>
                  </a:lnTo>
                  <a:lnTo>
                    <a:pt x="6182888" y="466580"/>
                  </a:lnTo>
                  <a:lnTo>
                    <a:pt x="6183014" y="466580"/>
                  </a:lnTo>
                  <a:lnTo>
                    <a:pt x="6183141" y="466580"/>
                  </a:lnTo>
                  <a:lnTo>
                    <a:pt x="6183267" y="466580"/>
                  </a:lnTo>
                  <a:lnTo>
                    <a:pt x="6183393" y="466580"/>
                  </a:lnTo>
                  <a:lnTo>
                    <a:pt x="6183519" y="466580"/>
                  </a:lnTo>
                  <a:lnTo>
                    <a:pt x="6183646" y="466580"/>
                  </a:lnTo>
                  <a:lnTo>
                    <a:pt x="6183772" y="466580"/>
                  </a:lnTo>
                  <a:lnTo>
                    <a:pt x="6183898" y="466580"/>
                  </a:lnTo>
                  <a:lnTo>
                    <a:pt x="6184024" y="466580"/>
                  </a:lnTo>
                  <a:lnTo>
                    <a:pt x="6184151" y="466580"/>
                  </a:lnTo>
                  <a:lnTo>
                    <a:pt x="6184277" y="466580"/>
                  </a:lnTo>
                  <a:lnTo>
                    <a:pt x="6184403" y="466580"/>
                  </a:lnTo>
                  <a:lnTo>
                    <a:pt x="6184529" y="466580"/>
                  </a:lnTo>
                  <a:lnTo>
                    <a:pt x="6184656" y="466580"/>
                  </a:lnTo>
                  <a:lnTo>
                    <a:pt x="6184782" y="466580"/>
                  </a:lnTo>
                  <a:lnTo>
                    <a:pt x="6184908" y="466580"/>
                  </a:lnTo>
                  <a:lnTo>
                    <a:pt x="6185034" y="466580"/>
                  </a:lnTo>
                  <a:lnTo>
                    <a:pt x="6185161" y="466580"/>
                  </a:lnTo>
                  <a:lnTo>
                    <a:pt x="6185287" y="466580"/>
                  </a:lnTo>
                  <a:lnTo>
                    <a:pt x="6185413" y="466580"/>
                  </a:lnTo>
                  <a:lnTo>
                    <a:pt x="6185540" y="466580"/>
                  </a:lnTo>
                  <a:lnTo>
                    <a:pt x="6185666" y="466580"/>
                  </a:lnTo>
                  <a:lnTo>
                    <a:pt x="6185792" y="466580"/>
                  </a:lnTo>
                  <a:lnTo>
                    <a:pt x="6185918" y="466580"/>
                  </a:lnTo>
                  <a:lnTo>
                    <a:pt x="6186045" y="466580"/>
                  </a:lnTo>
                  <a:lnTo>
                    <a:pt x="6186171" y="466580"/>
                  </a:lnTo>
                  <a:lnTo>
                    <a:pt x="6186297" y="466580"/>
                  </a:lnTo>
                  <a:lnTo>
                    <a:pt x="6186423" y="466580"/>
                  </a:lnTo>
                  <a:lnTo>
                    <a:pt x="6186550" y="466580"/>
                  </a:lnTo>
                  <a:lnTo>
                    <a:pt x="6186676" y="466580"/>
                  </a:lnTo>
                  <a:lnTo>
                    <a:pt x="6186802" y="466580"/>
                  </a:lnTo>
                  <a:lnTo>
                    <a:pt x="6186928" y="466580"/>
                  </a:lnTo>
                  <a:lnTo>
                    <a:pt x="6187055" y="466580"/>
                  </a:lnTo>
                  <a:lnTo>
                    <a:pt x="6187181" y="466580"/>
                  </a:lnTo>
                  <a:lnTo>
                    <a:pt x="6187307" y="466580"/>
                  </a:lnTo>
                  <a:lnTo>
                    <a:pt x="6187433" y="466580"/>
                  </a:lnTo>
                  <a:lnTo>
                    <a:pt x="6187560" y="466580"/>
                  </a:lnTo>
                  <a:lnTo>
                    <a:pt x="6187686" y="466580"/>
                  </a:lnTo>
                  <a:lnTo>
                    <a:pt x="6187812" y="466580"/>
                  </a:lnTo>
                  <a:lnTo>
                    <a:pt x="6187938" y="466580"/>
                  </a:lnTo>
                  <a:lnTo>
                    <a:pt x="6188065" y="466580"/>
                  </a:lnTo>
                  <a:lnTo>
                    <a:pt x="6188191" y="466580"/>
                  </a:lnTo>
                  <a:lnTo>
                    <a:pt x="6188317" y="466580"/>
                  </a:lnTo>
                  <a:lnTo>
                    <a:pt x="6188443" y="466580"/>
                  </a:lnTo>
                  <a:lnTo>
                    <a:pt x="6188570" y="466580"/>
                  </a:lnTo>
                  <a:lnTo>
                    <a:pt x="6188696" y="466580"/>
                  </a:lnTo>
                  <a:lnTo>
                    <a:pt x="6188822" y="466580"/>
                  </a:lnTo>
                  <a:lnTo>
                    <a:pt x="6188948" y="466580"/>
                  </a:lnTo>
                  <a:lnTo>
                    <a:pt x="6189075" y="466580"/>
                  </a:lnTo>
                  <a:lnTo>
                    <a:pt x="6189201" y="466580"/>
                  </a:lnTo>
                  <a:lnTo>
                    <a:pt x="6189327" y="466580"/>
                  </a:lnTo>
                  <a:lnTo>
                    <a:pt x="6189453" y="466580"/>
                  </a:lnTo>
                  <a:lnTo>
                    <a:pt x="6189580" y="466580"/>
                  </a:lnTo>
                  <a:lnTo>
                    <a:pt x="6189706" y="466580"/>
                  </a:lnTo>
                  <a:lnTo>
                    <a:pt x="6189832" y="466580"/>
                  </a:lnTo>
                  <a:lnTo>
                    <a:pt x="6189958" y="466580"/>
                  </a:lnTo>
                  <a:lnTo>
                    <a:pt x="6190085" y="466580"/>
                  </a:lnTo>
                  <a:lnTo>
                    <a:pt x="6190211" y="466580"/>
                  </a:lnTo>
                  <a:lnTo>
                    <a:pt x="6190337" y="466580"/>
                  </a:lnTo>
                  <a:lnTo>
                    <a:pt x="6190463" y="466580"/>
                  </a:lnTo>
                  <a:lnTo>
                    <a:pt x="6190590" y="466580"/>
                  </a:lnTo>
                  <a:lnTo>
                    <a:pt x="6190716" y="466580"/>
                  </a:lnTo>
                  <a:lnTo>
                    <a:pt x="6190842" y="466580"/>
                  </a:lnTo>
                  <a:lnTo>
                    <a:pt x="6190969" y="466580"/>
                  </a:lnTo>
                  <a:lnTo>
                    <a:pt x="6191095" y="466580"/>
                  </a:lnTo>
                  <a:lnTo>
                    <a:pt x="6191221" y="466580"/>
                  </a:lnTo>
                  <a:lnTo>
                    <a:pt x="6191347" y="466580"/>
                  </a:lnTo>
                  <a:lnTo>
                    <a:pt x="6191474" y="466580"/>
                  </a:lnTo>
                  <a:lnTo>
                    <a:pt x="6191600" y="466580"/>
                  </a:lnTo>
                  <a:lnTo>
                    <a:pt x="6191726" y="466580"/>
                  </a:lnTo>
                  <a:lnTo>
                    <a:pt x="6191852" y="466580"/>
                  </a:lnTo>
                  <a:lnTo>
                    <a:pt x="6191979" y="466580"/>
                  </a:lnTo>
                  <a:lnTo>
                    <a:pt x="6192105" y="466580"/>
                  </a:lnTo>
                  <a:lnTo>
                    <a:pt x="6192231" y="466580"/>
                  </a:lnTo>
                  <a:lnTo>
                    <a:pt x="6192357" y="466580"/>
                  </a:lnTo>
                  <a:lnTo>
                    <a:pt x="6192484" y="466580"/>
                  </a:lnTo>
                  <a:lnTo>
                    <a:pt x="6192610" y="466580"/>
                  </a:lnTo>
                  <a:lnTo>
                    <a:pt x="6192736" y="466580"/>
                  </a:lnTo>
                  <a:lnTo>
                    <a:pt x="6192862" y="466580"/>
                  </a:lnTo>
                  <a:lnTo>
                    <a:pt x="6192989" y="466580"/>
                  </a:lnTo>
                  <a:lnTo>
                    <a:pt x="6193115" y="466580"/>
                  </a:lnTo>
                  <a:lnTo>
                    <a:pt x="6193241" y="466580"/>
                  </a:lnTo>
                  <a:lnTo>
                    <a:pt x="6193367" y="466580"/>
                  </a:lnTo>
                  <a:lnTo>
                    <a:pt x="6193494" y="466580"/>
                  </a:lnTo>
                  <a:lnTo>
                    <a:pt x="6193620" y="466580"/>
                  </a:lnTo>
                  <a:lnTo>
                    <a:pt x="6193746" y="466580"/>
                  </a:lnTo>
                  <a:lnTo>
                    <a:pt x="6193872" y="466580"/>
                  </a:lnTo>
                  <a:lnTo>
                    <a:pt x="6193999" y="466580"/>
                  </a:lnTo>
                  <a:lnTo>
                    <a:pt x="6194125" y="466580"/>
                  </a:lnTo>
                  <a:lnTo>
                    <a:pt x="6194251" y="466580"/>
                  </a:lnTo>
                  <a:lnTo>
                    <a:pt x="6194377" y="466580"/>
                  </a:lnTo>
                  <a:lnTo>
                    <a:pt x="6194504" y="466580"/>
                  </a:lnTo>
                  <a:lnTo>
                    <a:pt x="6194630" y="466580"/>
                  </a:lnTo>
                  <a:lnTo>
                    <a:pt x="6194756" y="466580"/>
                  </a:lnTo>
                  <a:lnTo>
                    <a:pt x="6194882" y="466580"/>
                  </a:lnTo>
                  <a:lnTo>
                    <a:pt x="6195009" y="466580"/>
                  </a:lnTo>
                  <a:lnTo>
                    <a:pt x="6195135" y="466580"/>
                  </a:lnTo>
                  <a:lnTo>
                    <a:pt x="6195261" y="466580"/>
                  </a:lnTo>
                  <a:lnTo>
                    <a:pt x="6195387" y="466580"/>
                  </a:lnTo>
                  <a:lnTo>
                    <a:pt x="6195514" y="466580"/>
                  </a:lnTo>
                  <a:lnTo>
                    <a:pt x="6195640" y="466580"/>
                  </a:lnTo>
                  <a:lnTo>
                    <a:pt x="6195766" y="466580"/>
                  </a:lnTo>
                  <a:lnTo>
                    <a:pt x="6195893" y="466580"/>
                  </a:lnTo>
                  <a:lnTo>
                    <a:pt x="6196019" y="466580"/>
                  </a:lnTo>
                  <a:lnTo>
                    <a:pt x="6196145" y="466580"/>
                  </a:lnTo>
                  <a:lnTo>
                    <a:pt x="6196271" y="466580"/>
                  </a:lnTo>
                  <a:lnTo>
                    <a:pt x="6196398" y="466580"/>
                  </a:lnTo>
                  <a:lnTo>
                    <a:pt x="6196524" y="466580"/>
                  </a:lnTo>
                  <a:lnTo>
                    <a:pt x="6196650" y="466580"/>
                  </a:lnTo>
                  <a:lnTo>
                    <a:pt x="6196776" y="466580"/>
                  </a:lnTo>
                  <a:lnTo>
                    <a:pt x="6196903" y="466580"/>
                  </a:lnTo>
                  <a:lnTo>
                    <a:pt x="6197029" y="466580"/>
                  </a:lnTo>
                  <a:lnTo>
                    <a:pt x="6197155" y="466580"/>
                  </a:lnTo>
                  <a:lnTo>
                    <a:pt x="6197281" y="466580"/>
                  </a:lnTo>
                  <a:lnTo>
                    <a:pt x="6197408" y="466580"/>
                  </a:lnTo>
                  <a:lnTo>
                    <a:pt x="6197534" y="466580"/>
                  </a:lnTo>
                  <a:lnTo>
                    <a:pt x="6197660" y="466580"/>
                  </a:lnTo>
                  <a:lnTo>
                    <a:pt x="6197786" y="466580"/>
                  </a:lnTo>
                  <a:lnTo>
                    <a:pt x="6197913" y="466580"/>
                  </a:lnTo>
                  <a:lnTo>
                    <a:pt x="6198039" y="466580"/>
                  </a:lnTo>
                  <a:lnTo>
                    <a:pt x="6198165" y="466580"/>
                  </a:lnTo>
                  <a:lnTo>
                    <a:pt x="6198291" y="466580"/>
                  </a:lnTo>
                  <a:lnTo>
                    <a:pt x="6198418" y="466580"/>
                  </a:lnTo>
                  <a:lnTo>
                    <a:pt x="6198544" y="466580"/>
                  </a:lnTo>
                  <a:lnTo>
                    <a:pt x="6198670" y="466580"/>
                  </a:lnTo>
                  <a:lnTo>
                    <a:pt x="6198796" y="466580"/>
                  </a:lnTo>
                  <a:lnTo>
                    <a:pt x="6198923" y="466580"/>
                  </a:lnTo>
                  <a:lnTo>
                    <a:pt x="6199049" y="466580"/>
                  </a:lnTo>
                  <a:lnTo>
                    <a:pt x="6199175" y="466580"/>
                  </a:lnTo>
                  <a:lnTo>
                    <a:pt x="6199301" y="466580"/>
                  </a:lnTo>
                  <a:lnTo>
                    <a:pt x="6199428" y="466580"/>
                  </a:lnTo>
                  <a:lnTo>
                    <a:pt x="6199554" y="466580"/>
                  </a:lnTo>
                  <a:lnTo>
                    <a:pt x="6199680" y="466580"/>
                  </a:lnTo>
                  <a:lnTo>
                    <a:pt x="6199806" y="466580"/>
                  </a:lnTo>
                  <a:lnTo>
                    <a:pt x="6199933" y="466580"/>
                  </a:lnTo>
                  <a:lnTo>
                    <a:pt x="6200059" y="466580"/>
                  </a:lnTo>
                  <a:lnTo>
                    <a:pt x="6200185" y="466580"/>
                  </a:lnTo>
                  <a:lnTo>
                    <a:pt x="6200311" y="466580"/>
                  </a:lnTo>
                  <a:lnTo>
                    <a:pt x="6200438" y="466580"/>
                  </a:lnTo>
                  <a:lnTo>
                    <a:pt x="6200564" y="466580"/>
                  </a:lnTo>
                  <a:lnTo>
                    <a:pt x="6200690" y="466580"/>
                  </a:lnTo>
                  <a:lnTo>
                    <a:pt x="6200816" y="466580"/>
                  </a:lnTo>
                  <a:lnTo>
                    <a:pt x="6200943" y="466580"/>
                  </a:lnTo>
                  <a:lnTo>
                    <a:pt x="6201069" y="466580"/>
                  </a:lnTo>
                  <a:lnTo>
                    <a:pt x="6201195" y="466580"/>
                  </a:lnTo>
                  <a:lnTo>
                    <a:pt x="6201322" y="466580"/>
                  </a:lnTo>
                  <a:lnTo>
                    <a:pt x="6201448" y="466580"/>
                  </a:lnTo>
                  <a:lnTo>
                    <a:pt x="6201574" y="466580"/>
                  </a:lnTo>
                  <a:lnTo>
                    <a:pt x="6201700" y="466580"/>
                  </a:lnTo>
                  <a:lnTo>
                    <a:pt x="6201827" y="466580"/>
                  </a:lnTo>
                  <a:lnTo>
                    <a:pt x="6201953" y="466580"/>
                  </a:lnTo>
                  <a:lnTo>
                    <a:pt x="6202079" y="466580"/>
                  </a:lnTo>
                  <a:lnTo>
                    <a:pt x="6202205" y="466580"/>
                  </a:lnTo>
                  <a:lnTo>
                    <a:pt x="6202332" y="466580"/>
                  </a:lnTo>
                  <a:lnTo>
                    <a:pt x="6202458" y="466580"/>
                  </a:lnTo>
                  <a:lnTo>
                    <a:pt x="6202584" y="466580"/>
                  </a:lnTo>
                  <a:lnTo>
                    <a:pt x="6202710" y="466580"/>
                  </a:lnTo>
                  <a:lnTo>
                    <a:pt x="6202837" y="466580"/>
                  </a:lnTo>
                  <a:lnTo>
                    <a:pt x="6202963" y="466580"/>
                  </a:lnTo>
                  <a:lnTo>
                    <a:pt x="6203089" y="466580"/>
                  </a:lnTo>
                  <a:lnTo>
                    <a:pt x="6203215" y="466580"/>
                  </a:lnTo>
                  <a:lnTo>
                    <a:pt x="6203342" y="466580"/>
                  </a:lnTo>
                  <a:lnTo>
                    <a:pt x="6203468" y="466580"/>
                  </a:lnTo>
                  <a:lnTo>
                    <a:pt x="6203594" y="466580"/>
                  </a:lnTo>
                  <a:lnTo>
                    <a:pt x="6203720" y="466580"/>
                  </a:lnTo>
                  <a:lnTo>
                    <a:pt x="6203847" y="466580"/>
                  </a:lnTo>
                  <a:lnTo>
                    <a:pt x="6203973" y="466580"/>
                  </a:lnTo>
                  <a:lnTo>
                    <a:pt x="6204099" y="466580"/>
                  </a:lnTo>
                  <a:lnTo>
                    <a:pt x="6204225" y="466580"/>
                  </a:lnTo>
                  <a:lnTo>
                    <a:pt x="6204352" y="466580"/>
                  </a:lnTo>
                  <a:lnTo>
                    <a:pt x="6204478" y="466580"/>
                  </a:lnTo>
                  <a:lnTo>
                    <a:pt x="6204604" y="466580"/>
                  </a:lnTo>
                  <a:lnTo>
                    <a:pt x="6204730" y="466580"/>
                  </a:lnTo>
                  <a:lnTo>
                    <a:pt x="6204857" y="466580"/>
                  </a:lnTo>
                  <a:lnTo>
                    <a:pt x="6204983" y="466580"/>
                  </a:lnTo>
                  <a:lnTo>
                    <a:pt x="6205109" y="466580"/>
                  </a:lnTo>
                  <a:lnTo>
                    <a:pt x="6205235" y="466580"/>
                  </a:lnTo>
                  <a:lnTo>
                    <a:pt x="6205362" y="466580"/>
                  </a:lnTo>
                  <a:lnTo>
                    <a:pt x="6205488" y="466580"/>
                  </a:lnTo>
                  <a:lnTo>
                    <a:pt x="6205614" y="466580"/>
                  </a:lnTo>
                  <a:lnTo>
                    <a:pt x="6205740" y="466580"/>
                  </a:lnTo>
                  <a:lnTo>
                    <a:pt x="6205867" y="466580"/>
                  </a:lnTo>
                  <a:lnTo>
                    <a:pt x="6205993" y="466580"/>
                  </a:lnTo>
                  <a:lnTo>
                    <a:pt x="6206119" y="466580"/>
                  </a:lnTo>
                  <a:lnTo>
                    <a:pt x="6206246" y="466580"/>
                  </a:lnTo>
                  <a:lnTo>
                    <a:pt x="6206372" y="466580"/>
                  </a:lnTo>
                  <a:lnTo>
                    <a:pt x="6206498" y="466580"/>
                  </a:lnTo>
                  <a:lnTo>
                    <a:pt x="6206624" y="466580"/>
                  </a:lnTo>
                  <a:lnTo>
                    <a:pt x="6206751" y="466580"/>
                  </a:lnTo>
                  <a:lnTo>
                    <a:pt x="6206877" y="466580"/>
                  </a:lnTo>
                  <a:lnTo>
                    <a:pt x="6207003" y="466580"/>
                  </a:lnTo>
                  <a:lnTo>
                    <a:pt x="6207129" y="466580"/>
                  </a:lnTo>
                  <a:lnTo>
                    <a:pt x="6207256" y="466580"/>
                  </a:lnTo>
                  <a:lnTo>
                    <a:pt x="6207382" y="466580"/>
                  </a:lnTo>
                  <a:lnTo>
                    <a:pt x="6207508" y="466580"/>
                  </a:lnTo>
                  <a:lnTo>
                    <a:pt x="6207634" y="466580"/>
                  </a:lnTo>
                  <a:lnTo>
                    <a:pt x="6207761" y="466580"/>
                  </a:lnTo>
                  <a:lnTo>
                    <a:pt x="6207887" y="466580"/>
                  </a:lnTo>
                  <a:lnTo>
                    <a:pt x="6208013" y="466580"/>
                  </a:lnTo>
                  <a:lnTo>
                    <a:pt x="6208139" y="466580"/>
                  </a:lnTo>
                  <a:lnTo>
                    <a:pt x="6208266" y="466580"/>
                  </a:lnTo>
                  <a:lnTo>
                    <a:pt x="6208392" y="466580"/>
                  </a:lnTo>
                  <a:lnTo>
                    <a:pt x="6208518" y="466580"/>
                  </a:lnTo>
                  <a:lnTo>
                    <a:pt x="6208644" y="466580"/>
                  </a:lnTo>
                  <a:lnTo>
                    <a:pt x="6208771" y="466580"/>
                  </a:lnTo>
                  <a:lnTo>
                    <a:pt x="6208897" y="466580"/>
                  </a:lnTo>
                  <a:lnTo>
                    <a:pt x="6209023" y="466580"/>
                  </a:lnTo>
                  <a:lnTo>
                    <a:pt x="6209149" y="466580"/>
                  </a:lnTo>
                  <a:lnTo>
                    <a:pt x="6209276" y="466580"/>
                  </a:lnTo>
                  <a:lnTo>
                    <a:pt x="6209402" y="466580"/>
                  </a:lnTo>
                  <a:lnTo>
                    <a:pt x="6209528" y="466580"/>
                  </a:lnTo>
                  <a:lnTo>
                    <a:pt x="6209654" y="466580"/>
                  </a:lnTo>
                  <a:lnTo>
                    <a:pt x="6209781" y="466580"/>
                  </a:lnTo>
                  <a:lnTo>
                    <a:pt x="6209781" y="461669"/>
                  </a:lnTo>
                  <a:lnTo>
                    <a:pt x="6209907" y="461669"/>
                  </a:lnTo>
                  <a:lnTo>
                    <a:pt x="6210033" y="461669"/>
                  </a:lnTo>
                  <a:lnTo>
                    <a:pt x="6210033" y="456757"/>
                  </a:lnTo>
                  <a:lnTo>
                    <a:pt x="6210159" y="456757"/>
                  </a:lnTo>
                  <a:lnTo>
                    <a:pt x="6210286" y="456757"/>
                  </a:lnTo>
                  <a:lnTo>
                    <a:pt x="6210412" y="456757"/>
                  </a:lnTo>
                  <a:lnTo>
                    <a:pt x="6210538" y="456757"/>
                  </a:lnTo>
                  <a:lnTo>
                    <a:pt x="6210664" y="456757"/>
                  </a:lnTo>
                  <a:lnTo>
                    <a:pt x="6210791" y="456757"/>
                  </a:lnTo>
                  <a:lnTo>
                    <a:pt x="6210917" y="456757"/>
                  </a:lnTo>
                  <a:lnTo>
                    <a:pt x="6211043" y="456757"/>
                  </a:lnTo>
                  <a:lnTo>
                    <a:pt x="6211169" y="456757"/>
                  </a:lnTo>
                  <a:lnTo>
                    <a:pt x="6211296" y="456757"/>
                  </a:lnTo>
                  <a:lnTo>
                    <a:pt x="6211422" y="456757"/>
                  </a:lnTo>
                  <a:lnTo>
                    <a:pt x="6211548" y="456757"/>
                  </a:lnTo>
                  <a:lnTo>
                    <a:pt x="6211675" y="456757"/>
                  </a:lnTo>
                  <a:lnTo>
                    <a:pt x="6211801" y="456757"/>
                  </a:lnTo>
                  <a:lnTo>
                    <a:pt x="6211927" y="456757"/>
                  </a:lnTo>
                  <a:lnTo>
                    <a:pt x="6212053" y="456757"/>
                  </a:lnTo>
                  <a:lnTo>
                    <a:pt x="6212180" y="456757"/>
                  </a:lnTo>
                  <a:lnTo>
                    <a:pt x="6212306" y="456757"/>
                  </a:lnTo>
                  <a:lnTo>
                    <a:pt x="6212432" y="456757"/>
                  </a:lnTo>
                  <a:lnTo>
                    <a:pt x="6212432" y="451846"/>
                  </a:lnTo>
                  <a:lnTo>
                    <a:pt x="6212432" y="446935"/>
                  </a:lnTo>
                  <a:lnTo>
                    <a:pt x="6212558" y="446935"/>
                  </a:lnTo>
                  <a:lnTo>
                    <a:pt x="6212685" y="446935"/>
                  </a:lnTo>
                  <a:lnTo>
                    <a:pt x="6212811" y="446935"/>
                  </a:lnTo>
                  <a:lnTo>
                    <a:pt x="6212937" y="446935"/>
                  </a:lnTo>
                  <a:lnTo>
                    <a:pt x="6213063" y="446935"/>
                  </a:lnTo>
                  <a:lnTo>
                    <a:pt x="6213190" y="446935"/>
                  </a:lnTo>
                  <a:lnTo>
                    <a:pt x="6213316" y="446935"/>
                  </a:lnTo>
                  <a:lnTo>
                    <a:pt x="6213442" y="446935"/>
                  </a:lnTo>
                  <a:lnTo>
                    <a:pt x="6213568" y="446935"/>
                  </a:lnTo>
                  <a:lnTo>
                    <a:pt x="6213695" y="446935"/>
                  </a:lnTo>
                  <a:lnTo>
                    <a:pt x="6213821" y="446935"/>
                  </a:lnTo>
                  <a:lnTo>
                    <a:pt x="6213947" y="446935"/>
                  </a:lnTo>
                  <a:lnTo>
                    <a:pt x="6214073" y="446935"/>
                  </a:lnTo>
                  <a:lnTo>
                    <a:pt x="6214200" y="446935"/>
                  </a:lnTo>
                  <a:lnTo>
                    <a:pt x="6214326" y="446935"/>
                  </a:lnTo>
                  <a:lnTo>
                    <a:pt x="6214452" y="446935"/>
                  </a:lnTo>
                  <a:lnTo>
                    <a:pt x="6214578" y="446935"/>
                  </a:lnTo>
                  <a:lnTo>
                    <a:pt x="6214705" y="446935"/>
                  </a:lnTo>
                  <a:lnTo>
                    <a:pt x="6214831" y="446935"/>
                  </a:lnTo>
                  <a:lnTo>
                    <a:pt x="6214957" y="446935"/>
                  </a:lnTo>
                  <a:lnTo>
                    <a:pt x="6215083" y="446935"/>
                  </a:lnTo>
                  <a:lnTo>
                    <a:pt x="6215210" y="446935"/>
                  </a:lnTo>
                  <a:lnTo>
                    <a:pt x="6215336" y="446935"/>
                  </a:lnTo>
                  <a:lnTo>
                    <a:pt x="6215462" y="446935"/>
                  </a:lnTo>
                  <a:lnTo>
                    <a:pt x="6215588" y="446935"/>
                  </a:lnTo>
                  <a:lnTo>
                    <a:pt x="6215715" y="446935"/>
                  </a:lnTo>
                  <a:lnTo>
                    <a:pt x="6215841" y="446935"/>
                  </a:lnTo>
                  <a:lnTo>
                    <a:pt x="6215967" y="446935"/>
                  </a:lnTo>
                  <a:lnTo>
                    <a:pt x="6216093" y="446935"/>
                  </a:lnTo>
                  <a:lnTo>
                    <a:pt x="6216220" y="446935"/>
                  </a:lnTo>
                  <a:lnTo>
                    <a:pt x="6216346" y="446935"/>
                  </a:lnTo>
                  <a:lnTo>
                    <a:pt x="6216472" y="446935"/>
                  </a:lnTo>
                  <a:lnTo>
                    <a:pt x="6216599" y="446935"/>
                  </a:lnTo>
                  <a:lnTo>
                    <a:pt x="6216725" y="446935"/>
                  </a:lnTo>
                  <a:lnTo>
                    <a:pt x="6216851" y="446935"/>
                  </a:lnTo>
                  <a:lnTo>
                    <a:pt x="6216977" y="446935"/>
                  </a:lnTo>
                  <a:lnTo>
                    <a:pt x="6217104" y="446935"/>
                  </a:lnTo>
                  <a:lnTo>
                    <a:pt x="6217230" y="446935"/>
                  </a:lnTo>
                  <a:lnTo>
                    <a:pt x="6217356" y="446935"/>
                  </a:lnTo>
                  <a:lnTo>
                    <a:pt x="6217482" y="446935"/>
                  </a:lnTo>
                  <a:lnTo>
                    <a:pt x="6217609" y="446935"/>
                  </a:lnTo>
                  <a:lnTo>
                    <a:pt x="6217735" y="446935"/>
                  </a:lnTo>
                  <a:lnTo>
                    <a:pt x="6217861" y="446935"/>
                  </a:lnTo>
                  <a:lnTo>
                    <a:pt x="6217987" y="446935"/>
                  </a:lnTo>
                  <a:lnTo>
                    <a:pt x="6218114" y="446935"/>
                  </a:lnTo>
                  <a:lnTo>
                    <a:pt x="6218240" y="446935"/>
                  </a:lnTo>
                  <a:lnTo>
                    <a:pt x="6218366" y="446935"/>
                  </a:lnTo>
                  <a:lnTo>
                    <a:pt x="6218492" y="446935"/>
                  </a:lnTo>
                  <a:lnTo>
                    <a:pt x="6218619" y="446935"/>
                  </a:lnTo>
                  <a:lnTo>
                    <a:pt x="6218745" y="446935"/>
                  </a:lnTo>
                  <a:lnTo>
                    <a:pt x="6218871" y="446935"/>
                  </a:lnTo>
                  <a:lnTo>
                    <a:pt x="6218997" y="446935"/>
                  </a:lnTo>
                  <a:lnTo>
                    <a:pt x="6219124" y="446935"/>
                  </a:lnTo>
                  <a:lnTo>
                    <a:pt x="6219250" y="446935"/>
                  </a:lnTo>
                  <a:lnTo>
                    <a:pt x="6219376" y="446935"/>
                  </a:lnTo>
                  <a:lnTo>
                    <a:pt x="6219502" y="446935"/>
                  </a:lnTo>
                  <a:lnTo>
                    <a:pt x="6219629" y="446935"/>
                  </a:lnTo>
                  <a:lnTo>
                    <a:pt x="6219755" y="446935"/>
                  </a:lnTo>
                  <a:lnTo>
                    <a:pt x="6219881" y="446935"/>
                  </a:lnTo>
                  <a:lnTo>
                    <a:pt x="6220007" y="446935"/>
                  </a:lnTo>
                  <a:lnTo>
                    <a:pt x="6220134" y="446935"/>
                  </a:lnTo>
                  <a:lnTo>
                    <a:pt x="6220260" y="446935"/>
                  </a:lnTo>
                  <a:lnTo>
                    <a:pt x="6220386" y="446935"/>
                  </a:lnTo>
                  <a:lnTo>
                    <a:pt x="6220512" y="446935"/>
                  </a:lnTo>
                  <a:lnTo>
                    <a:pt x="6220639" y="446935"/>
                  </a:lnTo>
                  <a:lnTo>
                    <a:pt x="6220765" y="446935"/>
                  </a:lnTo>
                  <a:lnTo>
                    <a:pt x="6220891" y="446935"/>
                  </a:lnTo>
                  <a:lnTo>
                    <a:pt x="6221017" y="446935"/>
                  </a:lnTo>
                  <a:lnTo>
                    <a:pt x="6221144" y="446935"/>
                  </a:lnTo>
                  <a:lnTo>
                    <a:pt x="6221270" y="446935"/>
                  </a:lnTo>
                  <a:lnTo>
                    <a:pt x="6221396" y="446935"/>
                  </a:lnTo>
                  <a:lnTo>
                    <a:pt x="6221522" y="446935"/>
                  </a:lnTo>
                  <a:lnTo>
                    <a:pt x="6221649" y="446935"/>
                  </a:lnTo>
                  <a:lnTo>
                    <a:pt x="6221775" y="446935"/>
                  </a:lnTo>
                  <a:lnTo>
                    <a:pt x="6221901" y="446935"/>
                  </a:lnTo>
                  <a:lnTo>
                    <a:pt x="6222028" y="446935"/>
                  </a:lnTo>
                  <a:lnTo>
                    <a:pt x="6222154" y="446935"/>
                  </a:lnTo>
                  <a:lnTo>
                    <a:pt x="6222280" y="446935"/>
                  </a:lnTo>
                  <a:lnTo>
                    <a:pt x="6222406" y="446935"/>
                  </a:lnTo>
                  <a:lnTo>
                    <a:pt x="6222533" y="446935"/>
                  </a:lnTo>
                  <a:lnTo>
                    <a:pt x="6222659" y="446935"/>
                  </a:lnTo>
                  <a:lnTo>
                    <a:pt x="6222785" y="446935"/>
                  </a:lnTo>
                  <a:lnTo>
                    <a:pt x="6222911" y="446935"/>
                  </a:lnTo>
                  <a:lnTo>
                    <a:pt x="6223038" y="446935"/>
                  </a:lnTo>
                  <a:lnTo>
                    <a:pt x="6223164" y="446935"/>
                  </a:lnTo>
                  <a:lnTo>
                    <a:pt x="6223290" y="446935"/>
                  </a:lnTo>
                  <a:lnTo>
                    <a:pt x="6223416" y="446935"/>
                  </a:lnTo>
                  <a:lnTo>
                    <a:pt x="6223543" y="446935"/>
                  </a:lnTo>
                  <a:lnTo>
                    <a:pt x="6223669" y="446935"/>
                  </a:lnTo>
                  <a:lnTo>
                    <a:pt x="6223795" y="446935"/>
                  </a:lnTo>
                  <a:lnTo>
                    <a:pt x="6223921" y="446935"/>
                  </a:lnTo>
                  <a:lnTo>
                    <a:pt x="6224048" y="446935"/>
                  </a:lnTo>
                  <a:lnTo>
                    <a:pt x="6224174" y="446935"/>
                  </a:lnTo>
                  <a:lnTo>
                    <a:pt x="6224300" y="446935"/>
                  </a:lnTo>
                  <a:lnTo>
                    <a:pt x="6224426" y="446935"/>
                  </a:lnTo>
                  <a:lnTo>
                    <a:pt x="6224553" y="446935"/>
                  </a:lnTo>
                  <a:lnTo>
                    <a:pt x="6224679" y="446935"/>
                  </a:lnTo>
                  <a:lnTo>
                    <a:pt x="6224805" y="446935"/>
                  </a:lnTo>
                  <a:lnTo>
                    <a:pt x="6224931" y="446935"/>
                  </a:lnTo>
                  <a:lnTo>
                    <a:pt x="6225058" y="446935"/>
                  </a:lnTo>
                  <a:lnTo>
                    <a:pt x="6225184" y="446935"/>
                  </a:lnTo>
                  <a:lnTo>
                    <a:pt x="6225310" y="446935"/>
                  </a:lnTo>
                  <a:lnTo>
                    <a:pt x="6225436" y="446935"/>
                  </a:lnTo>
                  <a:lnTo>
                    <a:pt x="6225563" y="446935"/>
                  </a:lnTo>
                  <a:lnTo>
                    <a:pt x="6225689" y="446935"/>
                  </a:lnTo>
                  <a:lnTo>
                    <a:pt x="6225815" y="446935"/>
                  </a:lnTo>
                  <a:lnTo>
                    <a:pt x="6225941" y="446935"/>
                  </a:lnTo>
                  <a:lnTo>
                    <a:pt x="6226068" y="446935"/>
                  </a:lnTo>
                  <a:lnTo>
                    <a:pt x="6226068" y="442023"/>
                  </a:lnTo>
                  <a:lnTo>
                    <a:pt x="6226194" y="442023"/>
                  </a:lnTo>
                  <a:lnTo>
                    <a:pt x="6226320" y="442023"/>
                  </a:lnTo>
                  <a:lnTo>
                    <a:pt x="6226446" y="442023"/>
                  </a:lnTo>
                  <a:lnTo>
                    <a:pt x="6226573" y="442023"/>
                  </a:lnTo>
                  <a:lnTo>
                    <a:pt x="6226699" y="442023"/>
                  </a:lnTo>
                  <a:lnTo>
                    <a:pt x="6226825" y="442023"/>
                  </a:lnTo>
                  <a:lnTo>
                    <a:pt x="6226952" y="442023"/>
                  </a:lnTo>
                  <a:lnTo>
                    <a:pt x="6227078" y="442023"/>
                  </a:lnTo>
                  <a:lnTo>
                    <a:pt x="6227204" y="442023"/>
                  </a:lnTo>
                  <a:lnTo>
                    <a:pt x="6227330" y="442023"/>
                  </a:lnTo>
                  <a:lnTo>
                    <a:pt x="6227457" y="442023"/>
                  </a:lnTo>
                  <a:lnTo>
                    <a:pt x="6227583" y="442023"/>
                  </a:lnTo>
                  <a:lnTo>
                    <a:pt x="6227709" y="442023"/>
                  </a:lnTo>
                  <a:lnTo>
                    <a:pt x="6227835" y="442023"/>
                  </a:lnTo>
                  <a:lnTo>
                    <a:pt x="6227962" y="442023"/>
                  </a:lnTo>
                  <a:lnTo>
                    <a:pt x="6228088" y="442023"/>
                  </a:lnTo>
                  <a:lnTo>
                    <a:pt x="6228214" y="442023"/>
                  </a:lnTo>
                  <a:lnTo>
                    <a:pt x="6228340" y="442023"/>
                  </a:lnTo>
                  <a:lnTo>
                    <a:pt x="6228467" y="442023"/>
                  </a:lnTo>
                  <a:lnTo>
                    <a:pt x="6228593" y="442023"/>
                  </a:lnTo>
                  <a:lnTo>
                    <a:pt x="6228719" y="442023"/>
                  </a:lnTo>
                  <a:lnTo>
                    <a:pt x="6228845" y="442023"/>
                  </a:lnTo>
                  <a:lnTo>
                    <a:pt x="6228972" y="442023"/>
                  </a:lnTo>
                  <a:lnTo>
                    <a:pt x="6229098" y="442023"/>
                  </a:lnTo>
                  <a:lnTo>
                    <a:pt x="6229224" y="442023"/>
                  </a:lnTo>
                  <a:lnTo>
                    <a:pt x="6229350" y="442023"/>
                  </a:lnTo>
                  <a:lnTo>
                    <a:pt x="6229477" y="442023"/>
                  </a:lnTo>
                  <a:lnTo>
                    <a:pt x="6229603" y="442023"/>
                  </a:lnTo>
                  <a:lnTo>
                    <a:pt x="6229729" y="442023"/>
                  </a:lnTo>
                  <a:lnTo>
                    <a:pt x="6229855" y="442023"/>
                  </a:lnTo>
                  <a:lnTo>
                    <a:pt x="6229982" y="442023"/>
                  </a:lnTo>
                  <a:lnTo>
                    <a:pt x="6230108" y="442023"/>
                  </a:lnTo>
                  <a:lnTo>
                    <a:pt x="6230234" y="442023"/>
                  </a:lnTo>
                  <a:lnTo>
                    <a:pt x="6230360" y="442023"/>
                  </a:lnTo>
                  <a:lnTo>
                    <a:pt x="6230487" y="442023"/>
                  </a:lnTo>
                  <a:lnTo>
                    <a:pt x="6230613" y="442023"/>
                  </a:lnTo>
                  <a:lnTo>
                    <a:pt x="6230739" y="442023"/>
                  </a:lnTo>
                  <a:lnTo>
                    <a:pt x="6230865" y="442023"/>
                  </a:lnTo>
                  <a:lnTo>
                    <a:pt x="6230992" y="442023"/>
                  </a:lnTo>
                  <a:lnTo>
                    <a:pt x="6231118" y="442023"/>
                  </a:lnTo>
                  <a:lnTo>
                    <a:pt x="6231244" y="442023"/>
                  </a:lnTo>
                  <a:lnTo>
                    <a:pt x="6231370" y="442023"/>
                  </a:lnTo>
                  <a:lnTo>
                    <a:pt x="6231497" y="442023"/>
                  </a:lnTo>
                  <a:lnTo>
                    <a:pt x="6231623" y="442023"/>
                  </a:lnTo>
                  <a:lnTo>
                    <a:pt x="6231749" y="442023"/>
                  </a:lnTo>
                  <a:lnTo>
                    <a:pt x="6231875" y="442023"/>
                  </a:lnTo>
                  <a:lnTo>
                    <a:pt x="6232002" y="442023"/>
                  </a:lnTo>
                  <a:lnTo>
                    <a:pt x="6232128" y="442023"/>
                  </a:lnTo>
                  <a:lnTo>
                    <a:pt x="6232128" y="437112"/>
                  </a:lnTo>
                  <a:lnTo>
                    <a:pt x="6232254" y="437112"/>
                  </a:lnTo>
                  <a:lnTo>
                    <a:pt x="6232381" y="437112"/>
                  </a:lnTo>
                  <a:lnTo>
                    <a:pt x="6232507" y="437112"/>
                  </a:lnTo>
                  <a:lnTo>
                    <a:pt x="6232633" y="437112"/>
                  </a:lnTo>
                  <a:lnTo>
                    <a:pt x="6232759" y="437112"/>
                  </a:lnTo>
                  <a:lnTo>
                    <a:pt x="6232886" y="437112"/>
                  </a:lnTo>
                  <a:lnTo>
                    <a:pt x="6233012" y="437112"/>
                  </a:lnTo>
                  <a:lnTo>
                    <a:pt x="6233138" y="437112"/>
                  </a:lnTo>
                  <a:lnTo>
                    <a:pt x="6233264" y="437112"/>
                  </a:lnTo>
                  <a:lnTo>
                    <a:pt x="6233391" y="437112"/>
                  </a:lnTo>
                  <a:lnTo>
                    <a:pt x="6233517" y="437112"/>
                  </a:lnTo>
                  <a:lnTo>
                    <a:pt x="6233517" y="432200"/>
                  </a:lnTo>
                  <a:lnTo>
                    <a:pt x="6233643" y="432200"/>
                  </a:lnTo>
                  <a:lnTo>
                    <a:pt x="6233769" y="432200"/>
                  </a:lnTo>
                  <a:lnTo>
                    <a:pt x="6233896" y="432200"/>
                  </a:lnTo>
                  <a:lnTo>
                    <a:pt x="6234022" y="432200"/>
                  </a:lnTo>
                  <a:lnTo>
                    <a:pt x="6234148" y="432200"/>
                  </a:lnTo>
                  <a:lnTo>
                    <a:pt x="6234274" y="432200"/>
                  </a:lnTo>
                  <a:lnTo>
                    <a:pt x="6234401" y="432200"/>
                  </a:lnTo>
                  <a:lnTo>
                    <a:pt x="6234527" y="432200"/>
                  </a:lnTo>
                  <a:lnTo>
                    <a:pt x="6234653" y="432200"/>
                  </a:lnTo>
                  <a:lnTo>
                    <a:pt x="6234779" y="432200"/>
                  </a:lnTo>
                  <a:lnTo>
                    <a:pt x="6234906" y="432200"/>
                  </a:lnTo>
                  <a:lnTo>
                    <a:pt x="6235032" y="432200"/>
                  </a:lnTo>
                  <a:lnTo>
                    <a:pt x="6235158" y="432200"/>
                  </a:lnTo>
                  <a:lnTo>
                    <a:pt x="6235284" y="432200"/>
                  </a:lnTo>
                  <a:lnTo>
                    <a:pt x="6235411" y="432200"/>
                  </a:lnTo>
                  <a:lnTo>
                    <a:pt x="6235537" y="432200"/>
                  </a:lnTo>
                  <a:lnTo>
                    <a:pt x="6235663" y="432200"/>
                  </a:lnTo>
                  <a:lnTo>
                    <a:pt x="6235789" y="432200"/>
                  </a:lnTo>
                  <a:lnTo>
                    <a:pt x="6235916" y="432200"/>
                  </a:lnTo>
                  <a:lnTo>
                    <a:pt x="6236042" y="432200"/>
                  </a:lnTo>
                  <a:lnTo>
                    <a:pt x="6236168" y="432200"/>
                  </a:lnTo>
                  <a:lnTo>
                    <a:pt x="6236294" y="432200"/>
                  </a:lnTo>
                  <a:lnTo>
                    <a:pt x="6236421" y="432200"/>
                  </a:lnTo>
                  <a:lnTo>
                    <a:pt x="6236547" y="432200"/>
                  </a:lnTo>
                  <a:lnTo>
                    <a:pt x="6236673" y="432200"/>
                  </a:lnTo>
                  <a:lnTo>
                    <a:pt x="6236799" y="432200"/>
                  </a:lnTo>
                  <a:lnTo>
                    <a:pt x="6236926" y="432200"/>
                  </a:lnTo>
                  <a:lnTo>
                    <a:pt x="6237052" y="432200"/>
                  </a:lnTo>
                  <a:lnTo>
                    <a:pt x="6237178" y="432200"/>
                  </a:lnTo>
                  <a:lnTo>
                    <a:pt x="6237305" y="432200"/>
                  </a:lnTo>
                  <a:lnTo>
                    <a:pt x="6237431" y="432200"/>
                  </a:lnTo>
                  <a:lnTo>
                    <a:pt x="6237557" y="432200"/>
                  </a:lnTo>
                  <a:lnTo>
                    <a:pt x="6237683" y="432200"/>
                  </a:lnTo>
                  <a:lnTo>
                    <a:pt x="6237810" y="432200"/>
                  </a:lnTo>
                  <a:lnTo>
                    <a:pt x="6237936" y="432200"/>
                  </a:lnTo>
                  <a:lnTo>
                    <a:pt x="6238062" y="432200"/>
                  </a:lnTo>
                  <a:lnTo>
                    <a:pt x="6238188" y="432200"/>
                  </a:lnTo>
                  <a:lnTo>
                    <a:pt x="6238315" y="432200"/>
                  </a:lnTo>
                  <a:lnTo>
                    <a:pt x="6238441" y="432200"/>
                  </a:lnTo>
                  <a:lnTo>
                    <a:pt x="6238567" y="432200"/>
                  </a:lnTo>
                  <a:lnTo>
                    <a:pt x="6238693" y="432200"/>
                  </a:lnTo>
                  <a:lnTo>
                    <a:pt x="6238820" y="432200"/>
                  </a:lnTo>
                  <a:lnTo>
                    <a:pt x="6238946" y="432200"/>
                  </a:lnTo>
                  <a:lnTo>
                    <a:pt x="6239072" y="432200"/>
                  </a:lnTo>
                  <a:lnTo>
                    <a:pt x="6239198" y="432200"/>
                  </a:lnTo>
                  <a:lnTo>
                    <a:pt x="6239325" y="432200"/>
                  </a:lnTo>
                  <a:lnTo>
                    <a:pt x="6239451" y="432200"/>
                  </a:lnTo>
                  <a:lnTo>
                    <a:pt x="6239451" y="427289"/>
                  </a:lnTo>
                  <a:lnTo>
                    <a:pt x="6239577" y="427289"/>
                  </a:lnTo>
                  <a:lnTo>
                    <a:pt x="6239703" y="427289"/>
                  </a:lnTo>
                  <a:lnTo>
                    <a:pt x="6239830" y="427289"/>
                  </a:lnTo>
                  <a:lnTo>
                    <a:pt x="6239956" y="427289"/>
                  </a:lnTo>
                  <a:lnTo>
                    <a:pt x="6240082" y="427289"/>
                  </a:lnTo>
                  <a:lnTo>
                    <a:pt x="6240208" y="427289"/>
                  </a:lnTo>
                  <a:lnTo>
                    <a:pt x="6240335" y="427289"/>
                  </a:lnTo>
                  <a:lnTo>
                    <a:pt x="6240461" y="427289"/>
                  </a:lnTo>
                  <a:lnTo>
                    <a:pt x="6240587" y="427289"/>
                  </a:lnTo>
                  <a:lnTo>
                    <a:pt x="6240713" y="427289"/>
                  </a:lnTo>
                  <a:lnTo>
                    <a:pt x="6240840" y="427289"/>
                  </a:lnTo>
                  <a:lnTo>
                    <a:pt x="6240966" y="427289"/>
                  </a:lnTo>
                  <a:lnTo>
                    <a:pt x="6241092" y="427289"/>
                  </a:lnTo>
                  <a:lnTo>
                    <a:pt x="6241218" y="427289"/>
                  </a:lnTo>
                  <a:lnTo>
                    <a:pt x="6241345" y="427289"/>
                  </a:lnTo>
                  <a:lnTo>
                    <a:pt x="6241471" y="427289"/>
                  </a:lnTo>
                  <a:lnTo>
                    <a:pt x="6241597" y="427289"/>
                  </a:lnTo>
                  <a:lnTo>
                    <a:pt x="6241723" y="427289"/>
                  </a:lnTo>
                  <a:lnTo>
                    <a:pt x="6241850" y="427289"/>
                  </a:lnTo>
                  <a:lnTo>
                    <a:pt x="6241976" y="427289"/>
                  </a:lnTo>
                  <a:lnTo>
                    <a:pt x="6242102" y="427289"/>
                  </a:lnTo>
                  <a:lnTo>
                    <a:pt x="6242229" y="427289"/>
                  </a:lnTo>
                  <a:lnTo>
                    <a:pt x="6242355" y="427289"/>
                  </a:lnTo>
                  <a:lnTo>
                    <a:pt x="6242481" y="427289"/>
                  </a:lnTo>
                  <a:lnTo>
                    <a:pt x="6242607" y="427289"/>
                  </a:lnTo>
                  <a:lnTo>
                    <a:pt x="6242734" y="427289"/>
                  </a:lnTo>
                  <a:lnTo>
                    <a:pt x="6242860" y="427289"/>
                  </a:lnTo>
                  <a:lnTo>
                    <a:pt x="6242986" y="427289"/>
                  </a:lnTo>
                  <a:lnTo>
                    <a:pt x="6243112" y="427289"/>
                  </a:lnTo>
                  <a:lnTo>
                    <a:pt x="6243239" y="427289"/>
                  </a:lnTo>
                  <a:lnTo>
                    <a:pt x="6243365" y="427289"/>
                  </a:lnTo>
                  <a:lnTo>
                    <a:pt x="6243491" y="427289"/>
                  </a:lnTo>
                  <a:lnTo>
                    <a:pt x="6243617" y="427289"/>
                  </a:lnTo>
                  <a:lnTo>
                    <a:pt x="6243744" y="427289"/>
                  </a:lnTo>
                  <a:lnTo>
                    <a:pt x="6243870" y="427289"/>
                  </a:lnTo>
                  <a:lnTo>
                    <a:pt x="6243996" y="427289"/>
                  </a:lnTo>
                  <a:lnTo>
                    <a:pt x="6244122" y="427289"/>
                  </a:lnTo>
                  <a:lnTo>
                    <a:pt x="6244249" y="427289"/>
                  </a:lnTo>
                  <a:lnTo>
                    <a:pt x="6244375" y="427289"/>
                  </a:lnTo>
                  <a:lnTo>
                    <a:pt x="6244501" y="427289"/>
                  </a:lnTo>
                  <a:lnTo>
                    <a:pt x="6244627" y="427289"/>
                  </a:lnTo>
                  <a:lnTo>
                    <a:pt x="6244754" y="427289"/>
                  </a:lnTo>
                  <a:lnTo>
                    <a:pt x="6244880" y="427289"/>
                  </a:lnTo>
                  <a:lnTo>
                    <a:pt x="6245006" y="427289"/>
                  </a:lnTo>
                  <a:lnTo>
                    <a:pt x="6245132" y="427289"/>
                  </a:lnTo>
                  <a:lnTo>
                    <a:pt x="6245259" y="427289"/>
                  </a:lnTo>
                  <a:lnTo>
                    <a:pt x="6245385" y="427289"/>
                  </a:lnTo>
                  <a:lnTo>
                    <a:pt x="6245511" y="427289"/>
                  </a:lnTo>
                  <a:lnTo>
                    <a:pt x="6245637" y="427289"/>
                  </a:lnTo>
                  <a:lnTo>
                    <a:pt x="6245764" y="427289"/>
                  </a:lnTo>
                  <a:lnTo>
                    <a:pt x="6245890" y="427289"/>
                  </a:lnTo>
                  <a:lnTo>
                    <a:pt x="6246016" y="427289"/>
                  </a:lnTo>
                  <a:lnTo>
                    <a:pt x="6246142" y="427289"/>
                  </a:lnTo>
                  <a:lnTo>
                    <a:pt x="6246269" y="427289"/>
                  </a:lnTo>
                  <a:lnTo>
                    <a:pt x="6246395" y="427289"/>
                  </a:lnTo>
                  <a:lnTo>
                    <a:pt x="6246521" y="427289"/>
                  </a:lnTo>
                  <a:lnTo>
                    <a:pt x="6246647" y="427289"/>
                  </a:lnTo>
                  <a:lnTo>
                    <a:pt x="6246774" y="427289"/>
                  </a:lnTo>
                  <a:lnTo>
                    <a:pt x="6246900" y="427289"/>
                  </a:lnTo>
                  <a:lnTo>
                    <a:pt x="6247026" y="427289"/>
                  </a:lnTo>
                  <a:lnTo>
                    <a:pt x="6247152" y="427289"/>
                  </a:lnTo>
                  <a:lnTo>
                    <a:pt x="6247279" y="427289"/>
                  </a:lnTo>
                  <a:lnTo>
                    <a:pt x="6247405" y="427289"/>
                  </a:lnTo>
                  <a:lnTo>
                    <a:pt x="6247531" y="427289"/>
                  </a:lnTo>
                  <a:lnTo>
                    <a:pt x="6247658" y="427289"/>
                  </a:lnTo>
                  <a:lnTo>
                    <a:pt x="6247784" y="427289"/>
                  </a:lnTo>
                  <a:lnTo>
                    <a:pt x="6247910" y="427289"/>
                  </a:lnTo>
                  <a:lnTo>
                    <a:pt x="6248036" y="427289"/>
                  </a:lnTo>
                  <a:lnTo>
                    <a:pt x="6248163" y="427289"/>
                  </a:lnTo>
                  <a:lnTo>
                    <a:pt x="6248289" y="427289"/>
                  </a:lnTo>
                  <a:lnTo>
                    <a:pt x="6248415" y="427289"/>
                  </a:lnTo>
                  <a:lnTo>
                    <a:pt x="6248541" y="427289"/>
                  </a:lnTo>
                  <a:lnTo>
                    <a:pt x="6248668" y="427289"/>
                  </a:lnTo>
                  <a:lnTo>
                    <a:pt x="6248794" y="427289"/>
                  </a:lnTo>
                  <a:lnTo>
                    <a:pt x="6248920" y="427289"/>
                  </a:lnTo>
                  <a:lnTo>
                    <a:pt x="6249046" y="427289"/>
                  </a:lnTo>
                  <a:lnTo>
                    <a:pt x="6249173" y="427289"/>
                  </a:lnTo>
                  <a:lnTo>
                    <a:pt x="6249299" y="427289"/>
                  </a:lnTo>
                  <a:lnTo>
                    <a:pt x="6249425" y="427289"/>
                  </a:lnTo>
                  <a:lnTo>
                    <a:pt x="6249551" y="427289"/>
                  </a:lnTo>
                  <a:lnTo>
                    <a:pt x="6249678" y="427289"/>
                  </a:lnTo>
                  <a:lnTo>
                    <a:pt x="6249804" y="427289"/>
                  </a:lnTo>
                  <a:lnTo>
                    <a:pt x="6249930" y="427289"/>
                  </a:lnTo>
                  <a:lnTo>
                    <a:pt x="6250056" y="427289"/>
                  </a:lnTo>
                  <a:lnTo>
                    <a:pt x="6250183" y="427289"/>
                  </a:lnTo>
                  <a:lnTo>
                    <a:pt x="6250309" y="427289"/>
                  </a:lnTo>
                  <a:lnTo>
                    <a:pt x="6250435" y="427289"/>
                  </a:lnTo>
                  <a:lnTo>
                    <a:pt x="6250561" y="427289"/>
                  </a:lnTo>
                  <a:lnTo>
                    <a:pt x="6250688" y="427289"/>
                  </a:lnTo>
                  <a:lnTo>
                    <a:pt x="6250814" y="427289"/>
                  </a:lnTo>
                  <a:lnTo>
                    <a:pt x="6250940" y="427289"/>
                  </a:lnTo>
                  <a:lnTo>
                    <a:pt x="6251066" y="427289"/>
                  </a:lnTo>
                  <a:lnTo>
                    <a:pt x="6251193" y="427289"/>
                  </a:lnTo>
                  <a:lnTo>
                    <a:pt x="6251319" y="427289"/>
                  </a:lnTo>
                  <a:lnTo>
                    <a:pt x="6251445" y="427289"/>
                  </a:lnTo>
                  <a:lnTo>
                    <a:pt x="6251571" y="427289"/>
                  </a:lnTo>
                  <a:lnTo>
                    <a:pt x="6251698" y="427289"/>
                  </a:lnTo>
                  <a:lnTo>
                    <a:pt x="6251824" y="427289"/>
                  </a:lnTo>
                  <a:lnTo>
                    <a:pt x="6251950" y="427289"/>
                  </a:lnTo>
                  <a:lnTo>
                    <a:pt x="6252076" y="427289"/>
                  </a:lnTo>
                  <a:lnTo>
                    <a:pt x="6252203" y="427289"/>
                  </a:lnTo>
                  <a:lnTo>
                    <a:pt x="6252329" y="427289"/>
                  </a:lnTo>
                  <a:lnTo>
                    <a:pt x="6252455" y="427289"/>
                  </a:lnTo>
                  <a:lnTo>
                    <a:pt x="6252582" y="427289"/>
                  </a:lnTo>
                  <a:lnTo>
                    <a:pt x="6252708" y="427289"/>
                  </a:lnTo>
                  <a:lnTo>
                    <a:pt x="6252834" y="427289"/>
                  </a:lnTo>
                  <a:lnTo>
                    <a:pt x="6252960" y="427289"/>
                  </a:lnTo>
                  <a:lnTo>
                    <a:pt x="6253087" y="427289"/>
                  </a:lnTo>
                  <a:lnTo>
                    <a:pt x="6253213" y="427289"/>
                  </a:lnTo>
                  <a:lnTo>
                    <a:pt x="6253339" y="427289"/>
                  </a:lnTo>
                  <a:lnTo>
                    <a:pt x="6253465" y="427289"/>
                  </a:lnTo>
                  <a:lnTo>
                    <a:pt x="6253592" y="427289"/>
                  </a:lnTo>
                  <a:lnTo>
                    <a:pt x="6253718" y="427289"/>
                  </a:lnTo>
                  <a:lnTo>
                    <a:pt x="6253844" y="427289"/>
                  </a:lnTo>
                  <a:lnTo>
                    <a:pt x="6253970" y="427289"/>
                  </a:lnTo>
                  <a:lnTo>
                    <a:pt x="6254097" y="427289"/>
                  </a:lnTo>
                  <a:lnTo>
                    <a:pt x="6254223" y="427289"/>
                  </a:lnTo>
                  <a:lnTo>
                    <a:pt x="6254349" y="427289"/>
                  </a:lnTo>
                  <a:lnTo>
                    <a:pt x="6254475" y="427289"/>
                  </a:lnTo>
                  <a:lnTo>
                    <a:pt x="6254602" y="427289"/>
                  </a:lnTo>
                  <a:lnTo>
                    <a:pt x="6254728" y="427289"/>
                  </a:lnTo>
                  <a:lnTo>
                    <a:pt x="6254854" y="427289"/>
                  </a:lnTo>
                  <a:lnTo>
                    <a:pt x="6254980" y="427289"/>
                  </a:lnTo>
                  <a:lnTo>
                    <a:pt x="6255107" y="427289"/>
                  </a:lnTo>
                  <a:lnTo>
                    <a:pt x="6255233" y="427289"/>
                  </a:lnTo>
                  <a:lnTo>
                    <a:pt x="6255359" y="427289"/>
                  </a:lnTo>
                  <a:lnTo>
                    <a:pt x="6255485" y="427289"/>
                  </a:lnTo>
                  <a:lnTo>
                    <a:pt x="6255612" y="427289"/>
                  </a:lnTo>
                  <a:lnTo>
                    <a:pt x="6255738" y="427289"/>
                  </a:lnTo>
                  <a:lnTo>
                    <a:pt x="6255864" y="427289"/>
                  </a:lnTo>
                  <a:lnTo>
                    <a:pt x="6255990" y="427289"/>
                  </a:lnTo>
                  <a:lnTo>
                    <a:pt x="6256117" y="427289"/>
                  </a:lnTo>
                  <a:lnTo>
                    <a:pt x="6256243" y="427289"/>
                  </a:lnTo>
                  <a:lnTo>
                    <a:pt x="6256369" y="427289"/>
                  </a:lnTo>
                  <a:lnTo>
                    <a:pt x="6256495" y="427289"/>
                  </a:lnTo>
                  <a:lnTo>
                    <a:pt x="6256622" y="427289"/>
                  </a:lnTo>
                  <a:lnTo>
                    <a:pt x="6256748" y="427289"/>
                  </a:lnTo>
                  <a:lnTo>
                    <a:pt x="6256874" y="427289"/>
                  </a:lnTo>
                  <a:lnTo>
                    <a:pt x="6257000" y="427289"/>
                  </a:lnTo>
                  <a:lnTo>
                    <a:pt x="6257127" y="427289"/>
                  </a:lnTo>
                  <a:lnTo>
                    <a:pt x="6257253" y="427289"/>
                  </a:lnTo>
                  <a:lnTo>
                    <a:pt x="6257379" y="427289"/>
                  </a:lnTo>
                  <a:lnTo>
                    <a:pt x="6257505" y="427289"/>
                  </a:lnTo>
                  <a:lnTo>
                    <a:pt x="6257632" y="427289"/>
                  </a:lnTo>
                  <a:lnTo>
                    <a:pt x="6257758" y="427289"/>
                  </a:lnTo>
                  <a:lnTo>
                    <a:pt x="6257884" y="427289"/>
                  </a:lnTo>
                  <a:lnTo>
                    <a:pt x="6258011" y="427289"/>
                  </a:lnTo>
                  <a:lnTo>
                    <a:pt x="6258137" y="427289"/>
                  </a:lnTo>
                  <a:lnTo>
                    <a:pt x="6258263" y="427289"/>
                  </a:lnTo>
                  <a:lnTo>
                    <a:pt x="6258389" y="427289"/>
                  </a:lnTo>
                  <a:lnTo>
                    <a:pt x="6258516" y="427289"/>
                  </a:lnTo>
                  <a:lnTo>
                    <a:pt x="6258642" y="427289"/>
                  </a:lnTo>
                  <a:lnTo>
                    <a:pt x="6258768" y="427289"/>
                  </a:lnTo>
                  <a:lnTo>
                    <a:pt x="6258894" y="427289"/>
                  </a:lnTo>
                  <a:lnTo>
                    <a:pt x="6259021" y="427289"/>
                  </a:lnTo>
                  <a:lnTo>
                    <a:pt x="6259147" y="427289"/>
                  </a:lnTo>
                  <a:lnTo>
                    <a:pt x="6259273" y="427289"/>
                  </a:lnTo>
                  <a:lnTo>
                    <a:pt x="6259399" y="427289"/>
                  </a:lnTo>
                  <a:lnTo>
                    <a:pt x="6259526" y="427289"/>
                  </a:lnTo>
                  <a:lnTo>
                    <a:pt x="6259652" y="427289"/>
                  </a:lnTo>
                  <a:lnTo>
                    <a:pt x="6259778" y="427289"/>
                  </a:lnTo>
                  <a:lnTo>
                    <a:pt x="6259904" y="427289"/>
                  </a:lnTo>
                  <a:lnTo>
                    <a:pt x="6260031" y="427289"/>
                  </a:lnTo>
                  <a:lnTo>
                    <a:pt x="6260157" y="427289"/>
                  </a:lnTo>
                  <a:lnTo>
                    <a:pt x="6260283" y="427289"/>
                  </a:lnTo>
                  <a:lnTo>
                    <a:pt x="6260409" y="427289"/>
                  </a:lnTo>
                  <a:lnTo>
                    <a:pt x="6260536" y="427289"/>
                  </a:lnTo>
                  <a:lnTo>
                    <a:pt x="6260662" y="427289"/>
                  </a:lnTo>
                  <a:lnTo>
                    <a:pt x="6260788" y="427289"/>
                  </a:lnTo>
                  <a:lnTo>
                    <a:pt x="6260914" y="427289"/>
                  </a:lnTo>
                  <a:lnTo>
                    <a:pt x="6261041" y="427289"/>
                  </a:lnTo>
                  <a:lnTo>
                    <a:pt x="6261167" y="427289"/>
                  </a:lnTo>
                  <a:lnTo>
                    <a:pt x="6261293" y="427289"/>
                  </a:lnTo>
                  <a:lnTo>
                    <a:pt x="6261419" y="427289"/>
                  </a:lnTo>
                  <a:lnTo>
                    <a:pt x="6261546" y="427289"/>
                  </a:lnTo>
                  <a:lnTo>
                    <a:pt x="6261672" y="427289"/>
                  </a:lnTo>
                  <a:lnTo>
                    <a:pt x="6261798" y="427289"/>
                  </a:lnTo>
                  <a:lnTo>
                    <a:pt x="6261924" y="427289"/>
                  </a:lnTo>
                  <a:lnTo>
                    <a:pt x="6262051" y="427289"/>
                  </a:lnTo>
                  <a:lnTo>
                    <a:pt x="6262177" y="427289"/>
                  </a:lnTo>
                  <a:lnTo>
                    <a:pt x="6262303" y="427289"/>
                  </a:lnTo>
                  <a:lnTo>
                    <a:pt x="6262429" y="427289"/>
                  </a:lnTo>
                  <a:lnTo>
                    <a:pt x="6262556" y="427289"/>
                  </a:lnTo>
                  <a:lnTo>
                    <a:pt x="6262682" y="427289"/>
                  </a:lnTo>
                  <a:lnTo>
                    <a:pt x="6262808" y="427289"/>
                  </a:lnTo>
                  <a:lnTo>
                    <a:pt x="6262935" y="427289"/>
                  </a:lnTo>
                  <a:lnTo>
                    <a:pt x="6263061" y="427289"/>
                  </a:lnTo>
                  <a:lnTo>
                    <a:pt x="6263187" y="427289"/>
                  </a:lnTo>
                  <a:lnTo>
                    <a:pt x="6263313" y="427289"/>
                  </a:lnTo>
                  <a:lnTo>
                    <a:pt x="6263440" y="427289"/>
                  </a:lnTo>
                  <a:lnTo>
                    <a:pt x="6263566" y="427289"/>
                  </a:lnTo>
                  <a:lnTo>
                    <a:pt x="6263692" y="427289"/>
                  </a:lnTo>
                  <a:lnTo>
                    <a:pt x="6263818" y="427289"/>
                  </a:lnTo>
                  <a:lnTo>
                    <a:pt x="6263945" y="427289"/>
                  </a:lnTo>
                  <a:lnTo>
                    <a:pt x="6264071" y="427289"/>
                  </a:lnTo>
                  <a:lnTo>
                    <a:pt x="6264197" y="427289"/>
                  </a:lnTo>
                  <a:lnTo>
                    <a:pt x="6264323" y="427289"/>
                  </a:lnTo>
                  <a:lnTo>
                    <a:pt x="6264450" y="427289"/>
                  </a:lnTo>
                  <a:lnTo>
                    <a:pt x="6264576" y="427289"/>
                  </a:lnTo>
                  <a:lnTo>
                    <a:pt x="6264702" y="427289"/>
                  </a:lnTo>
                  <a:lnTo>
                    <a:pt x="6264828" y="427289"/>
                  </a:lnTo>
                  <a:lnTo>
                    <a:pt x="6264955" y="427289"/>
                  </a:lnTo>
                  <a:lnTo>
                    <a:pt x="6265081" y="427289"/>
                  </a:lnTo>
                  <a:lnTo>
                    <a:pt x="6265207" y="427289"/>
                  </a:lnTo>
                  <a:lnTo>
                    <a:pt x="6265333" y="427289"/>
                  </a:lnTo>
                  <a:lnTo>
                    <a:pt x="6265460" y="427289"/>
                  </a:lnTo>
                  <a:lnTo>
                    <a:pt x="6265586" y="427289"/>
                  </a:lnTo>
                  <a:lnTo>
                    <a:pt x="6265712" y="427289"/>
                  </a:lnTo>
                  <a:lnTo>
                    <a:pt x="6265838" y="427289"/>
                  </a:lnTo>
                  <a:lnTo>
                    <a:pt x="6265965" y="427289"/>
                  </a:lnTo>
                  <a:lnTo>
                    <a:pt x="6266091" y="427289"/>
                  </a:lnTo>
                  <a:lnTo>
                    <a:pt x="6266217" y="427289"/>
                  </a:lnTo>
                  <a:lnTo>
                    <a:pt x="6266343" y="427289"/>
                  </a:lnTo>
                  <a:lnTo>
                    <a:pt x="6266470" y="427289"/>
                  </a:lnTo>
                  <a:lnTo>
                    <a:pt x="6266596" y="427289"/>
                  </a:lnTo>
                  <a:lnTo>
                    <a:pt x="6266722" y="427289"/>
                  </a:lnTo>
                  <a:lnTo>
                    <a:pt x="6266848" y="427289"/>
                  </a:lnTo>
                  <a:lnTo>
                    <a:pt x="6266975" y="427289"/>
                  </a:lnTo>
                  <a:lnTo>
                    <a:pt x="6267101" y="427289"/>
                  </a:lnTo>
                  <a:lnTo>
                    <a:pt x="6267227" y="427289"/>
                  </a:lnTo>
                  <a:lnTo>
                    <a:pt x="6267353" y="427289"/>
                  </a:lnTo>
                  <a:lnTo>
                    <a:pt x="6267480" y="427289"/>
                  </a:lnTo>
                  <a:lnTo>
                    <a:pt x="6267606" y="427289"/>
                  </a:lnTo>
                  <a:lnTo>
                    <a:pt x="6267732" y="427289"/>
                  </a:lnTo>
                  <a:lnTo>
                    <a:pt x="6267858" y="427289"/>
                  </a:lnTo>
                  <a:lnTo>
                    <a:pt x="6267985" y="427289"/>
                  </a:lnTo>
                  <a:lnTo>
                    <a:pt x="6268111" y="427289"/>
                  </a:lnTo>
                  <a:lnTo>
                    <a:pt x="6268237" y="427289"/>
                  </a:lnTo>
                  <a:lnTo>
                    <a:pt x="6268364" y="427289"/>
                  </a:lnTo>
                  <a:lnTo>
                    <a:pt x="6268490" y="427289"/>
                  </a:lnTo>
                  <a:lnTo>
                    <a:pt x="6268616" y="427289"/>
                  </a:lnTo>
                  <a:lnTo>
                    <a:pt x="6268742" y="427289"/>
                  </a:lnTo>
                  <a:lnTo>
                    <a:pt x="6268742" y="422378"/>
                  </a:lnTo>
                  <a:lnTo>
                    <a:pt x="6268869" y="422378"/>
                  </a:lnTo>
                  <a:lnTo>
                    <a:pt x="6268995" y="422378"/>
                  </a:lnTo>
                  <a:lnTo>
                    <a:pt x="6269121" y="422378"/>
                  </a:lnTo>
                  <a:lnTo>
                    <a:pt x="6269247" y="422378"/>
                  </a:lnTo>
                  <a:lnTo>
                    <a:pt x="6269374" y="422378"/>
                  </a:lnTo>
                  <a:lnTo>
                    <a:pt x="6269500" y="422378"/>
                  </a:lnTo>
                  <a:lnTo>
                    <a:pt x="6269626" y="422378"/>
                  </a:lnTo>
                  <a:lnTo>
                    <a:pt x="6269752" y="422378"/>
                  </a:lnTo>
                  <a:lnTo>
                    <a:pt x="6269879" y="422378"/>
                  </a:lnTo>
                  <a:lnTo>
                    <a:pt x="6270005" y="422378"/>
                  </a:lnTo>
                  <a:lnTo>
                    <a:pt x="6270131" y="422378"/>
                  </a:lnTo>
                  <a:lnTo>
                    <a:pt x="6270257" y="422378"/>
                  </a:lnTo>
                  <a:lnTo>
                    <a:pt x="6270384" y="422378"/>
                  </a:lnTo>
                  <a:lnTo>
                    <a:pt x="6270510" y="422378"/>
                  </a:lnTo>
                  <a:lnTo>
                    <a:pt x="6270636" y="422378"/>
                  </a:lnTo>
                  <a:lnTo>
                    <a:pt x="6270762" y="422378"/>
                  </a:lnTo>
                  <a:lnTo>
                    <a:pt x="6270889" y="422378"/>
                  </a:lnTo>
                  <a:lnTo>
                    <a:pt x="6271015" y="422378"/>
                  </a:lnTo>
                  <a:lnTo>
                    <a:pt x="6271141" y="422378"/>
                  </a:lnTo>
                  <a:lnTo>
                    <a:pt x="6271267" y="422378"/>
                  </a:lnTo>
                  <a:lnTo>
                    <a:pt x="6271394" y="422378"/>
                  </a:lnTo>
                  <a:lnTo>
                    <a:pt x="6271520" y="422378"/>
                  </a:lnTo>
                  <a:lnTo>
                    <a:pt x="6271646" y="422378"/>
                  </a:lnTo>
                  <a:lnTo>
                    <a:pt x="6271772" y="422378"/>
                  </a:lnTo>
                  <a:lnTo>
                    <a:pt x="6271899" y="422378"/>
                  </a:lnTo>
                  <a:lnTo>
                    <a:pt x="6272025" y="422378"/>
                  </a:lnTo>
                  <a:lnTo>
                    <a:pt x="6272151" y="422378"/>
                  </a:lnTo>
                  <a:lnTo>
                    <a:pt x="6272277" y="422378"/>
                  </a:lnTo>
                  <a:lnTo>
                    <a:pt x="6272404" y="422378"/>
                  </a:lnTo>
                  <a:lnTo>
                    <a:pt x="6272530" y="422378"/>
                  </a:lnTo>
                  <a:lnTo>
                    <a:pt x="6272656" y="422378"/>
                  </a:lnTo>
                  <a:lnTo>
                    <a:pt x="6272782" y="422378"/>
                  </a:lnTo>
                  <a:lnTo>
                    <a:pt x="6272909" y="422378"/>
                  </a:lnTo>
                  <a:lnTo>
                    <a:pt x="6273035" y="422378"/>
                  </a:lnTo>
                  <a:lnTo>
                    <a:pt x="6273161" y="422378"/>
                  </a:lnTo>
                  <a:lnTo>
                    <a:pt x="6273288" y="422378"/>
                  </a:lnTo>
                  <a:lnTo>
                    <a:pt x="6273414" y="422378"/>
                  </a:lnTo>
                  <a:lnTo>
                    <a:pt x="6273540" y="422378"/>
                  </a:lnTo>
                  <a:lnTo>
                    <a:pt x="6273666" y="422378"/>
                  </a:lnTo>
                  <a:lnTo>
                    <a:pt x="6273793" y="422378"/>
                  </a:lnTo>
                  <a:lnTo>
                    <a:pt x="6273919" y="422378"/>
                  </a:lnTo>
                  <a:lnTo>
                    <a:pt x="6274045" y="422378"/>
                  </a:lnTo>
                  <a:lnTo>
                    <a:pt x="6274171" y="422378"/>
                  </a:lnTo>
                  <a:lnTo>
                    <a:pt x="6274298" y="422378"/>
                  </a:lnTo>
                  <a:lnTo>
                    <a:pt x="6274424" y="422378"/>
                  </a:lnTo>
                  <a:lnTo>
                    <a:pt x="6274550" y="422378"/>
                  </a:lnTo>
                  <a:lnTo>
                    <a:pt x="6274676" y="422378"/>
                  </a:lnTo>
                  <a:lnTo>
                    <a:pt x="6274803" y="422378"/>
                  </a:lnTo>
                  <a:lnTo>
                    <a:pt x="6274929" y="422378"/>
                  </a:lnTo>
                  <a:lnTo>
                    <a:pt x="6275055" y="422378"/>
                  </a:lnTo>
                  <a:lnTo>
                    <a:pt x="6275181" y="422378"/>
                  </a:lnTo>
                  <a:lnTo>
                    <a:pt x="6275308" y="422378"/>
                  </a:lnTo>
                  <a:lnTo>
                    <a:pt x="6275434" y="422378"/>
                  </a:lnTo>
                  <a:lnTo>
                    <a:pt x="6275560" y="422378"/>
                  </a:lnTo>
                  <a:lnTo>
                    <a:pt x="6275686" y="422378"/>
                  </a:lnTo>
                  <a:lnTo>
                    <a:pt x="6275813" y="422378"/>
                  </a:lnTo>
                  <a:lnTo>
                    <a:pt x="6275939" y="422378"/>
                  </a:lnTo>
                  <a:lnTo>
                    <a:pt x="6276065" y="422378"/>
                  </a:lnTo>
                  <a:lnTo>
                    <a:pt x="6276191" y="422378"/>
                  </a:lnTo>
                  <a:lnTo>
                    <a:pt x="6276318" y="422378"/>
                  </a:lnTo>
                  <a:lnTo>
                    <a:pt x="6276444" y="422378"/>
                  </a:lnTo>
                  <a:lnTo>
                    <a:pt x="6276570" y="422378"/>
                  </a:lnTo>
                  <a:lnTo>
                    <a:pt x="6276696" y="422378"/>
                  </a:lnTo>
                  <a:lnTo>
                    <a:pt x="6276823" y="422378"/>
                  </a:lnTo>
                  <a:lnTo>
                    <a:pt x="6276949" y="422378"/>
                  </a:lnTo>
                  <a:lnTo>
                    <a:pt x="6277075" y="422378"/>
                  </a:lnTo>
                  <a:lnTo>
                    <a:pt x="6277201" y="422378"/>
                  </a:lnTo>
                  <a:lnTo>
                    <a:pt x="6277328" y="422378"/>
                  </a:lnTo>
                  <a:lnTo>
                    <a:pt x="6277454" y="422378"/>
                  </a:lnTo>
                  <a:lnTo>
                    <a:pt x="6277580" y="422378"/>
                  </a:lnTo>
                  <a:lnTo>
                    <a:pt x="6277706" y="422378"/>
                  </a:lnTo>
                  <a:lnTo>
                    <a:pt x="6277833" y="422378"/>
                  </a:lnTo>
                  <a:lnTo>
                    <a:pt x="6277959" y="422378"/>
                  </a:lnTo>
                  <a:lnTo>
                    <a:pt x="6278085" y="422378"/>
                  </a:lnTo>
                  <a:lnTo>
                    <a:pt x="6278211" y="422378"/>
                  </a:lnTo>
                  <a:lnTo>
                    <a:pt x="6278338" y="422378"/>
                  </a:lnTo>
                  <a:lnTo>
                    <a:pt x="6278464" y="422378"/>
                  </a:lnTo>
                  <a:lnTo>
                    <a:pt x="6278590" y="422378"/>
                  </a:lnTo>
                  <a:lnTo>
                    <a:pt x="6278717" y="422378"/>
                  </a:lnTo>
                  <a:lnTo>
                    <a:pt x="6278843" y="422378"/>
                  </a:lnTo>
                  <a:lnTo>
                    <a:pt x="6278969" y="422378"/>
                  </a:lnTo>
                  <a:lnTo>
                    <a:pt x="6279095" y="422378"/>
                  </a:lnTo>
                  <a:lnTo>
                    <a:pt x="6279222" y="422378"/>
                  </a:lnTo>
                  <a:lnTo>
                    <a:pt x="6279348" y="422378"/>
                  </a:lnTo>
                  <a:lnTo>
                    <a:pt x="6279474" y="422378"/>
                  </a:lnTo>
                  <a:lnTo>
                    <a:pt x="6279600" y="422378"/>
                  </a:lnTo>
                  <a:lnTo>
                    <a:pt x="6279727" y="422378"/>
                  </a:lnTo>
                  <a:lnTo>
                    <a:pt x="6279853" y="422378"/>
                  </a:lnTo>
                  <a:lnTo>
                    <a:pt x="6279979" y="422378"/>
                  </a:lnTo>
                  <a:lnTo>
                    <a:pt x="6280105" y="422378"/>
                  </a:lnTo>
                  <a:lnTo>
                    <a:pt x="6280232" y="422378"/>
                  </a:lnTo>
                  <a:lnTo>
                    <a:pt x="6280358" y="422378"/>
                  </a:lnTo>
                  <a:lnTo>
                    <a:pt x="6280484" y="422378"/>
                  </a:lnTo>
                  <a:lnTo>
                    <a:pt x="6280610" y="422378"/>
                  </a:lnTo>
                  <a:lnTo>
                    <a:pt x="6280737" y="422378"/>
                  </a:lnTo>
                  <a:lnTo>
                    <a:pt x="6280863" y="422378"/>
                  </a:lnTo>
                  <a:lnTo>
                    <a:pt x="6280989" y="422378"/>
                  </a:lnTo>
                  <a:lnTo>
                    <a:pt x="6281115" y="422378"/>
                  </a:lnTo>
                  <a:lnTo>
                    <a:pt x="6281242" y="422378"/>
                  </a:lnTo>
                  <a:lnTo>
                    <a:pt x="6281368" y="422378"/>
                  </a:lnTo>
                  <a:lnTo>
                    <a:pt x="6281494" y="422378"/>
                  </a:lnTo>
                  <a:lnTo>
                    <a:pt x="6281620" y="422378"/>
                  </a:lnTo>
                  <a:lnTo>
                    <a:pt x="6281747" y="422378"/>
                  </a:lnTo>
                  <a:lnTo>
                    <a:pt x="6281873" y="422378"/>
                  </a:lnTo>
                  <a:lnTo>
                    <a:pt x="6281999" y="422378"/>
                  </a:lnTo>
                  <a:lnTo>
                    <a:pt x="6282125" y="422378"/>
                  </a:lnTo>
                  <a:lnTo>
                    <a:pt x="6282252" y="422378"/>
                  </a:lnTo>
                  <a:lnTo>
                    <a:pt x="6282378" y="422378"/>
                  </a:lnTo>
                  <a:lnTo>
                    <a:pt x="6282504" y="422378"/>
                  </a:lnTo>
                  <a:lnTo>
                    <a:pt x="6282630" y="422378"/>
                  </a:lnTo>
                  <a:lnTo>
                    <a:pt x="6282757" y="422378"/>
                  </a:lnTo>
                  <a:lnTo>
                    <a:pt x="6282883" y="422378"/>
                  </a:lnTo>
                  <a:lnTo>
                    <a:pt x="6283009" y="422378"/>
                  </a:lnTo>
                  <a:lnTo>
                    <a:pt x="6283135" y="422378"/>
                  </a:lnTo>
                  <a:lnTo>
                    <a:pt x="6283262" y="422378"/>
                  </a:lnTo>
                  <a:lnTo>
                    <a:pt x="6283388" y="422378"/>
                  </a:lnTo>
                  <a:lnTo>
                    <a:pt x="6283514" y="422378"/>
                  </a:lnTo>
                  <a:lnTo>
                    <a:pt x="6283641" y="422378"/>
                  </a:lnTo>
                  <a:lnTo>
                    <a:pt x="6283767" y="422378"/>
                  </a:lnTo>
                  <a:lnTo>
                    <a:pt x="6283893" y="422378"/>
                  </a:lnTo>
                  <a:lnTo>
                    <a:pt x="6284019" y="422378"/>
                  </a:lnTo>
                  <a:lnTo>
                    <a:pt x="6284146" y="422378"/>
                  </a:lnTo>
                  <a:lnTo>
                    <a:pt x="6284272" y="422378"/>
                  </a:lnTo>
                  <a:lnTo>
                    <a:pt x="6284398" y="422378"/>
                  </a:lnTo>
                  <a:lnTo>
                    <a:pt x="6284524" y="422378"/>
                  </a:lnTo>
                  <a:lnTo>
                    <a:pt x="6284524" y="417466"/>
                  </a:lnTo>
                  <a:lnTo>
                    <a:pt x="6284651" y="417466"/>
                  </a:lnTo>
                  <a:lnTo>
                    <a:pt x="6284777" y="417466"/>
                  </a:lnTo>
                  <a:lnTo>
                    <a:pt x="6284777" y="412555"/>
                  </a:lnTo>
                  <a:lnTo>
                    <a:pt x="6284903" y="412555"/>
                  </a:lnTo>
                  <a:lnTo>
                    <a:pt x="6285029" y="412555"/>
                  </a:lnTo>
                  <a:lnTo>
                    <a:pt x="6285156" y="412555"/>
                  </a:lnTo>
                  <a:lnTo>
                    <a:pt x="6285282" y="412555"/>
                  </a:lnTo>
                  <a:lnTo>
                    <a:pt x="6285408" y="412555"/>
                  </a:lnTo>
                  <a:lnTo>
                    <a:pt x="6285534" y="412555"/>
                  </a:lnTo>
                  <a:lnTo>
                    <a:pt x="6285661" y="412555"/>
                  </a:lnTo>
                  <a:lnTo>
                    <a:pt x="6285787" y="412555"/>
                  </a:lnTo>
                  <a:lnTo>
                    <a:pt x="6285913" y="412555"/>
                  </a:lnTo>
                  <a:lnTo>
                    <a:pt x="6286039" y="412555"/>
                  </a:lnTo>
                  <a:lnTo>
                    <a:pt x="6286166" y="412555"/>
                  </a:lnTo>
                  <a:lnTo>
                    <a:pt x="6286292" y="412555"/>
                  </a:lnTo>
                  <a:lnTo>
                    <a:pt x="6286418" y="412555"/>
                  </a:lnTo>
                  <a:lnTo>
                    <a:pt x="6286544" y="412555"/>
                  </a:lnTo>
                  <a:lnTo>
                    <a:pt x="6286671" y="412555"/>
                  </a:lnTo>
                  <a:lnTo>
                    <a:pt x="6286797" y="412555"/>
                  </a:lnTo>
                  <a:lnTo>
                    <a:pt x="6286923" y="412555"/>
                  </a:lnTo>
                  <a:lnTo>
                    <a:pt x="6287049" y="412555"/>
                  </a:lnTo>
                  <a:lnTo>
                    <a:pt x="6287176" y="412555"/>
                  </a:lnTo>
                  <a:lnTo>
                    <a:pt x="6287302" y="412555"/>
                  </a:lnTo>
                  <a:lnTo>
                    <a:pt x="6287428" y="412555"/>
                  </a:lnTo>
                  <a:lnTo>
                    <a:pt x="6287554" y="412555"/>
                  </a:lnTo>
                  <a:lnTo>
                    <a:pt x="6287681" y="412555"/>
                  </a:lnTo>
                  <a:lnTo>
                    <a:pt x="6287807" y="412555"/>
                  </a:lnTo>
                  <a:lnTo>
                    <a:pt x="6287933" y="412555"/>
                  </a:lnTo>
                  <a:lnTo>
                    <a:pt x="6288059" y="412555"/>
                  </a:lnTo>
                  <a:lnTo>
                    <a:pt x="6288186" y="412555"/>
                  </a:lnTo>
                  <a:lnTo>
                    <a:pt x="6288312" y="412555"/>
                  </a:lnTo>
                  <a:lnTo>
                    <a:pt x="6288438" y="412555"/>
                  </a:lnTo>
                  <a:lnTo>
                    <a:pt x="6288564" y="412555"/>
                  </a:lnTo>
                  <a:lnTo>
                    <a:pt x="6288691" y="412555"/>
                  </a:lnTo>
                  <a:lnTo>
                    <a:pt x="6288817" y="412555"/>
                  </a:lnTo>
                  <a:lnTo>
                    <a:pt x="6288943" y="412555"/>
                  </a:lnTo>
                  <a:lnTo>
                    <a:pt x="6289070" y="412555"/>
                  </a:lnTo>
                  <a:lnTo>
                    <a:pt x="6289196" y="412555"/>
                  </a:lnTo>
                  <a:lnTo>
                    <a:pt x="6289322" y="412555"/>
                  </a:lnTo>
                  <a:lnTo>
                    <a:pt x="6289448" y="412555"/>
                  </a:lnTo>
                  <a:lnTo>
                    <a:pt x="6289575" y="412555"/>
                  </a:lnTo>
                  <a:lnTo>
                    <a:pt x="6289701" y="412555"/>
                  </a:lnTo>
                  <a:lnTo>
                    <a:pt x="6289827" y="412555"/>
                  </a:lnTo>
                  <a:lnTo>
                    <a:pt x="6289953" y="412555"/>
                  </a:lnTo>
                  <a:lnTo>
                    <a:pt x="6290080" y="412555"/>
                  </a:lnTo>
                  <a:lnTo>
                    <a:pt x="6290206" y="412555"/>
                  </a:lnTo>
                  <a:lnTo>
                    <a:pt x="6290332" y="412555"/>
                  </a:lnTo>
                  <a:lnTo>
                    <a:pt x="6290458" y="412555"/>
                  </a:lnTo>
                  <a:lnTo>
                    <a:pt x="6290585" y="412555"/>
                  </a:lnTo>
                  <a:lnTo>
                    <a:pt x="6290711" y="412555"/>
                  </a:lnTo>
                  <a:lnTo>
                    <a:pt x="6290837" y="412555"/>
                  </a:lnTo>
                  <a:lnTo>
                    <a:pt x="6290963" y="412555"/>
                  </a:lnTo>
                  <a:lnTo>
                    <a:pt x="6291090" y="412555"/>
                  </a:lnTo>
                  <a:lnTo>
                    <a:pt x="6291216" y="412555"/>
                  </a:lnTo>
                  <a:lnTo>
                    <a:pt x="6291342" y="412555"/>
                  </a:lnTo>
                  <a:lnTo>
                    <a:pt x="6291468" y="412555"/>
                  </a:lnTo>
                  <a:lnTo>
                    <a:pt x="6291595" y="412555"/>
                  </a:lnTo>
                  <a:lnTo>
                    <a:pt x="6291721" y="412555"/>
                  </a:lnTo>
                  <a:lnTo>
                    <a:pt x="6291847" y="412555"/>
                  </a:lnTo>
                  <a:lnTo>
                    <a:pt x="6291973" y="412555"/>
                  </a:lnTo>
                  <a:lnTo>
                    <a:pt x="6292100" y="412555"/>
                  </a:lnTo>
                  <a:lnTo>
                    <a:pt x="6292226" y="412555"/>
                  </a:lnTo>
                  <a:lnTo>
                    <a:pt x="6292352" y="412555"/>
                  </a:lnTo>
                  <a:lnTo>
                    <a:pt x="6292478" y="412555"/>
                  </a:lnTo>
                  <a:lnTo>
                    <a:pt x="6292605" y="412555"/>
                  </a:lnTo>
                  <a:lnTo>
                    <a:pt x="6292731" y="412555"/>
                  </a:lnTo>
                  <a:lnTo>
                    <a:pt x="6292857" y="412555"/>
                  </a:lnTo>
                  <a:lnTo>
                    <a:pt x="6292983" y="412555"/>
                  </a:lnTo>
                  <a:lnTo>
                    <a:pt x="6293110" y="412555"/>
                  </a:lnTo>
                  <a:lnTo>
                    <a:pt x="6293236" y="412555"/>
                  </a:lnTo>
                  <a:lnTo>
                    <a:pt x="6293362" y="412555"/>
                  </a:lnTo>
                  <a:lnTo>
                    <a:pt x="6293488" y="412555"/>
                  </a:lnTo>
                  <a:lnTo>
                    <a:pt x="6293615" y="412555"/>
                  </a:lnTo>
                  <a:lnTo>
                    <a:pt x="6293741" y="412555"/>
                  </a:lnTo>
                  <a:lnTo>
                    <a:pt x="6293867" y="412555"/>
                  </a:lnTo>
                  <a:lnTo>
                    <a:pt x="6293994" y="412555"/>
                  </a:lnTo>
                  <a:lnTo>
                    <a:pt x="6294120" y="412555"/>
                  </a:lnTo>
                  <a:lnTo>
                    <a:pt x="6294246" y="412555"/>
                  </a:lnTo>
                  <a:lnTo>
                    <a:pt x="6294372" y="412555"/>
                  </a:lnTo>
                  <a:lnTo>
                    <a:pt x="6294499" y="412555"/>
                  </a:lnTo>
                  <a:lnTo>
                    <a:pt x="6294625" y="412555"/>
                  </a:lnTo>
                  <a:lnTo>
                    <a:pt x="6294751" y="412555"/>
                  </a:lnTo>
                  <a:lnTo>
                    <a:pt x="6294877" y="412555"/>
                  </a:lnTo>
                  <a:lnTo>
                    <a:pt x="6295004" y="412555"/>
                  </a:lnTo>
                  <a:lnTo>
                    <a:pt x="6295130" y="412555"/>
                  </a:lnTo>
                  <a:lnTo>
                    <a:pt x="6295256" y="412555"/>
                  </a:lnTo>
                  <a:lnTo>
                    <a:pt x="6295382" y="412555"/>
                  </a:lnTo>
                  <a:lnTo>
                    <a:pt x="6295509" y="412555"/>
                  </a:lnTo>
                  <a:lnTo>
                    <a:pt x="6295635" y="412555"/>
                  </a:lnTo>
                  <a:lnTo>
                    <a:pt x="6295761" y="412555"/>
                  </a:lnTo>
                  <a:lnTo>
                    <a:pt x="6295887" y="412555"/>
                  </a:lnTo>
                  <a:lnTo>
                    <a:pt x="6296014" y="412555"/>
                  </a:lnTo>
                  <a:lnTo>
                    <a:pt x="6296140" y="412555"/>
                  </a:lnTo>
                  <a:lnTo>
                    <a:pt x="6296266" y="412555"/>
                  </a:lnTo>
                  <a:lnTo>
                    <a:pt x="6296392" y="412555"/>
                  </a:lnTo>
                  <a:lnTo>
                    <a:pt x="6296519" y="412555"/>
                  </a:lnTo>
                  <a:lnTo>
                    <a:pt x="6296645" y="412555"/>
                  </a:lnTo>
                  <a:lnTo>
                    <a:pt x="6296771" y="412555"/>
                  </a:lnTo>
                  <a:lnTo>
                    <a:pt x="6296897" y="412555"/>
                  </a:lnTo>
                  <a:lnTo>
                    <a:pt x="6297024" y="412555"/>
                  </a:lnTo>
                  <a:lnTo>
                    <a:pt x="6297150" y="412555"/>
                  </a:lnTo>
                  <a:lnTo>
                    <a:pt x="6297276" y="412555"/>
                  </a:lnTo>
                  <a:lnTo>
                    <a:pt x="6297402" y="412555"/>
                  </a:lnTo>
                  <a:lnTo>
                    <a:pt x="6297529" y="412555"/>
                  </a:lnTo>
                  <a:lnTo>
                    <a:pt x="6297655" y="412555"/>
                  </a:lnTo>
                  <a:lnTo>
                    <a:pt x="6297781" y="412555"/>
                  </a:lnTo>
                  <a:lnTo>
                    <a:pt x="6297907" y="412555"/>
                  </a:lnTo>
                  <a:lnTo>
                    <a:pt x="6298034" y="412555"/>
                  </a:lnTo>
                  <a:lnTo>
                    <a:pt x="6298160" y="412555"/>
                  </a:lnTo>
                  <a:lnTo>
                    <a:pt x="6298286" y="412555"/>
                  </a:lnTo>
                  <a:lnTo>
                    <a:pt x="6298412" y="412555"/>
                  </a:lnTo>
                  <a:lnTo>
                    <a:pt x="6298539" y="412555"/>
                  </a:lnTo>
                  <a:lnTo>
                    <a:pt x="6298539" y="407644"/>
                  </a:lnTo>
                  <a:lnTo>
                    <a:pt x="6298665" y="407644"/>
                  </a:lnTo>
                  <a:lnTo>
                    <a:pt x="6298791" y="407644"/>
                  </a:lnTo>
                  <a:lnTo>
                    <a:pt x="6298918" y="407644"/>
                  </a:lnTo>
                  <a:lnTo>
                    <a:pt x="6299044" y="407644"/>
                  </a:lnTo>
                  <a:lnTo>
                    <a:pt x="6299170" y="407644"/>
                  </a:lnTo>
                  <a:lnTo>
                    <a:pt x="6299296" y="407644"/>
                  </a:lnTo>
                  <a:lnTo>
                    <a:pt x="6299423" y="407644"/>
                  </a:lnTo>
                  <a:lnTo>
                    <a:pt x="6299549" y="407644"/>
                  </a:lnTo>
                  <a:lnTo>
                    <a:pt x="6299675" y="407644"/>
                  </a:lnTo>
                  <a:lnTo>
                    <a:pt x="6299801" y="407644"/>
                  </a:lnTo>
                  <a:lnTo>
                    <a:pt x="6299928" y="407644"/>
                  </a:lnTo>
                  <a:lnTo>
                    <a:pt x="6300054" y="407644"/>
                  </a:lnTo>
                  <a:lnTo>
                    <a:pt x="6300180" y="407644"/>
                  </a:lnTo>
                  <a:lnTo>
                    <a:pt x="6300306" y="407644"/>
                  </a:lnTo>
                  <a:lnTo>
                    <a:pt x="6300433" y="407644"/>
                  </a:lnTo>
                  <a:lnTo>
                    <a:pt x="6300559" y="407644"/>
                  </a:lnTo>
                  <a:lnTo>
                    <a:pt x="6300685" y="407644"/>
                  </a:lnTo>
                  <a:lnTo>
                    <a:pt x="6300811" y="407644"/>
                  </a:lnTo>
                  <a:lnTo>
                    <a:pt x="6300938" y="407644"/>
                  </a:lnTo>
                  <a:lnTo>
                    <a:pt x="6301064" y="407644"/>
                  </a:lnTo>
                  <a:lnTo>
                    <a:pt x="6301190" y="407644"/>
                  </a:lnTo>
                  <a:lnTo>
                    <a:pt x="6301316" y="407644"/>
                  </a:lnTo>
                  <a:lnTo>
                    <a:pt x="6301443" y="407644"/>
                  </a:lnTo>
                  <a:lnTo>
                    <a:pt x="6301569" y="407644"/>
                  </a:lnTo>
                  <a:lnTo>
                    <a:pt x="6301695" y="407644"/>
                  </a:lnTo>
                  <a:lnTo>
                    <a:pt x="6301821" y="407644"/>
                  </a:lnTo>
                  <a:lnTo>
                    <a:pt x="6301948" y="407644"/>
                  </a:lnTo>
                  <a:lnTo>
                    <a:pt x="6302074" y="407644"/>
                  </a:lnTo>
                  <a:lnTo>
                    <a:pt x="6302200" y="407644"/>
                  </a:lnTo>
                  <a:lnTo>
                    <a:pt x="6302326" y="407644"/>
                  </a:lnTo>
                  <a:lnTo>
                    <a:pt x="6302453" y="407644"/>
                  </a:lnTo>
                  <a:lnTo>
                    <a:pt x="6302579" y="407644"/>
                  </a:lnTo>
                  <a:lnTo>
                    <a:pt x="6302705" y="407644"/>
                  </a:lnTo>
                  <a:lnTo>
                    <a:pt x="6302831" y="407644"/>
                  </a:lnTo>
                  <a:lnTo>
                    <a:pt x="6302958" y="407644"/>
                  </a:lnTo>
                  <a:lnTo>
                    <a:pt x="6303084" y="407644"/>
                  </a:lnTo>
                  <a:lnTo>
                    <a:pt x="6303210" y="407644"/>
                  </a:lnTo>
                  <a:lnTo>
                    <a:pt x="6303336" y="407644"/>
                  </a:lnTo>
                  <a:lnTo>
                    <a:pt x="6303463" y="407644"/>
                  </a:lnTo>
                  <a:lnTo>
                    <a:pt x="6303589" y="407644"/>
                  </a:lnTo>
                  <a:lnTo>
                    <a:pt x="6303715" y="407644"/>
                  </a:lnTo>
                  <a:lnTo>
                    <a:pt x="6303841" y="407644"/>
                  </a:lnTo>
                  <a:lnTo>
                    <a:pt x="6303968" y="407644"/>
                  </a:lnTo>
                  <a:lnTo>
                    <a:pt x="6304094" y="407644"/>
                  </a:lnTo>
                  <a:lnTo>
                    <a:pt x="6304220" y="407644"/>
                  </a:lnTo>
                  <a:lnTo>
                    <a:pt x="6304347" y="407644"/>
                  </a:lnTo>
                  <a:lnTo>
                    <a:pt x="6304473" y="407644"/>
                  </a:lnTo>
                  <a:lnTo>
                    <a:pt x="6304599" y="407644"/>
                  </a:lnTo>
                  <a:lnTo>
                    <a:pt x="6304725" y="407644"/>
                  </a:lnTo>
                  <a:lnTo>
                    <a:pt x="6304852" y="407644"/>
                  </a:lnTo>
                  <a:lnTo>
                    <a:pt x="6304978" y="407644"/>
                  </a:lnTo>
                  <a:lnTo>
                    <a:pt x="6305104" y="407644"/>
                  </a:lnTo>
                  <a:lnTo>
                    <a:pt x="6305230" y="407644"/>
                  </a:lnTo>
                  <a:lnTo>
                    <a:pt x="6305357" y="407644"/>
                  </a:lnTo>
                  <a:lnTo>
                    <a:pt x="6305483" y="407644"/>
                  </a:lnTo>
                  <a:lnTo>
                    <a:pt x="6305483" y="402732"/>
                  </a:lnTo>
                  <a:lnTo>
                    <a:pt x="6305609" y="402732"/>
                  </a:lnTo>
                  <a:lnTo>
                    <a:pt x="6305735" y="402732"/>
                  </a:lnTo>
                  <a:lnTo>
                    <a:pt x="6305862" y="402732"/>
                  </a:lnTo>
                  <a:lnTo>
                    <a:pt x="6305988" y="402732"/>
                  </a:lnTo>
                  <a:lnTo>
                    <a:pt x="6306114" y="402732"/>
                  </a:lnTo>
                  <a:lnTo>
                    <a:pt x="6306240" y="402732"/>
                  </a:lnTo>
                  <a:lnTo>
                    <a:pt x="6306367" y="402732"/>
                  </a:lnTo>
                  <a:lnTo>
                    <a:pt x="6306493" y="402732"/>
                  </a:lnTo>
                  <a:lnTo>
                    <a:pt x="6306619" y="402732"/>
                  </a:lnTo>
                  <a:lnTo>
                    <a:pt x="6306745" y="402732"/>
                  </a:lnTo>
                  <a:lnTo>
                    <a:pt x="6306872" y="402732"/>
                  </a:lnTo>
                  <a:lnTo>
                    <a:pt x="6306998" y="402732"/>
                  </a:lnTo>
                  <a:lnTo>
                    <a:pt x="6307124" y="402732"/>
                  </a:lnTo>
                  <a:lnTo>
                    <a:pt x="6307250" y="402732"/>
                  </a:lnTo>
                  <a:lnTo>
                    <a:pt x="6307377" y="402732"/>
                  </a:lnTo>
                  <a:lnTo>
                    <a:pt x="6307503" y="402732"/>
                  </a:lnTo>
                  <a:lnTo>
                    <a:pt x="6307629" y="402732"/>
                  </a:lnTo>
                  <a:lnTo>
                    <a:pt x="6307755" y="402732"/>
                  </a:lnTo>
                  <a:lnTo>
                    <a:pt x="6307882" y="402732"/>
                  </a:lnTo>
                  <a:lnTo>
                    <a:pt x="6308008" y="402732"/>
                  </a:lnTo>
                  <a:lnTo>
                    <a:pt x="6308134" y="402732"/>
                  </a:lnTo>
                  <a:lnTo>
                    <a:pt x="6308260" y="402732"/>
                  </a:lnTo>
                  <a:lnTo>
                    <a:pt x="6308387" y="402732"/>
                  </a:lnTo>
                  <a:lnTo>
                    <a:pt x="6308513" y="402732"/>
                  </a:lnTo>
                  <a:lnTo>
                    <a:pt x="6308639" y="402732"/>
                  </a:lnTo>
                  <a:lnTo>
                    <a:pt x="6308765" y="402732"/>
                  </a:lnTo>
                  <a:lnTo>
                    <a:pt x="6308892" y="402732"/>
                  </a:lnTo>
                  <a:lnTo>
                    <a:pt x="6309018" y="402732"/>
                  </a:lnTo>
                  <a:lnTo>
                    <a:pt x="6309144" y="402732"/>
                  </a:lnTo>
                  <a:lnTo>
                    <a:pt x="6309271" y="402732"/>
                  </a:lnTo>
                  <a:lnTo>
                    <a:pt x="6309397" y="402732"/>
                  </a:lnTo>
                  <a:lnTo>
                    <a:pt x="6309523" y="402732"/>
                  </a:lnTo>
                  <a:lnTo>
                    <a:pt x="6309523" y="397821"/>
                  </a:lnTo>
                  <a:lnTo>
                    <a:pt x="6309649" y="397821"/>
                  </a:lnTo>
                  <a:lnTo>
                    <a:pt x="6309776" y="397821"/>
                  </a:lnTo>
                  <a:lnTo>
                    <a:pt x="6309902" y="397821"/>
                  </a:lnTo>
                  <a:lnTo>
                    <a:pt x="6310028" y="397821"/>
                  </a:lnTo>
                  <a:lnTo>
                    <a:pt x="6310154" y="397821"/>
                  </a:lnTo>
                  <a:lnTo>
                    <a:pt x="6310281" y="397821"/>
                  </a:lnTo>
                  <a:lnTo>
                    <a:pt x="6310407" y="397821"/>
                  </a:lnTo>
                  <a:lnTo>
                    <a:pt x="6310533" y="397821"/>
                  </a:lnTo>
                  <a:lnTo>
                    <a:pt x="6310659" y="397821"/>
                  </a:lnTo>
                  <a:lnTo>
                    <a:pt x="6310786" y="397821"/>
                  </a:lnTo>
                  <a:lnTo>
                    <a:pt x="6310912" y="397821"/>
                  </a:lnTo>
                  <a:lnTo>
                    <a:pt x="6311038" y="397821"/>
                  </a:lnTo>
                  <a:lnTo>
                    <a:pt x="6311164" y="397821"/>
                  </a:lnTo>
                  <a:lnTo>
                    <a:pt x="6311291" y="397821"/>
                  </a:lnTo>
                  <a:lnTo>
                    <a:pt x="6311417" y="397821"/>
                  </a:lnTo>
                  <a:lnTo>
                    <a:pt x="6311543" y="397821"/>
                  </a:lnTo>
                  <a:lnTo>
                    <a:pt x="6311669" y="397821"/>
                  </a:lnTo>
                  <a:lnTo>
                    <a:pt x="6311796" y="397821"/>
                  </a:lnTo>
                  <a:lnTo>
                    <a:pt x="6311922" y="397821"/>
                  </a:lnTo>
                  <a:lnTo>
                    <a:pt x="6312048" y="397821"/>
                  </a:lnTo>
                  <a:lnTo>
                    <a:pt x="6312174" y="397821"/>
                  </a:lnTo>
                  <a:lnTo>
                    <a:pt x="6312301" y="397821"/>
                  </a:lnTo>
                  <a:lnTo>
                    <a:pt x="6312427" y="397821"/>
                  </a:lnTo>
                  <a:lnTo>
                    <a:pt x="6312553" y="397821"/>
                  </a:lnTo>
                  <a:lnTo>
                    <a:pt x="6312679" y="397821"/>
                  </a:lnTo>
                  <a:lnTo>
                    <a:pt x="6312806" y="397821"/>
                  </a:lnTo>
                  <a:lnTo>
                    <a:pt x="6312932" y="397821"/>
                  </a:lnTo>
                  <a:lnTo>
                    <a:pt x="6313058" y="397821"/>
                  </a:lnTo>
                  <a:lnTo>
                    <a:pt x="6313184" y="397821"/>
                  </a:lnTo>
                  <a:lnTo>
                    <a:pt x="6313311" y="397821"/>
                  </a:lnTo>
                  <a:lnTo>
                    <a:pt x="6313437" y="397821"/>
                  </a:lnTo>
                  <a:lnTo>
                    <a:pt x="6313563" y="397821"/>
                  </a:lnTo>
                  <a:lnTo>
                    <a:pt x="6313689" y="397821"/>
                  </a:lnTo>
                  <a:lnTo>
                    <a:pt x="6313816" y="397821"/>
                  </a:lnTo>
                  <a:lnTo>
                    <a:pt x="6313942" y="397821"/>
                  </a:lnTo>
                  <a:lnTo>
                    <a:pt x="6314068" y="397821"/>
                  </a:lnTo>
                  <a:lnTo>
                    <a:pt x="6314194" y="397821"/>
                  </a:lnTo>
                  <a:lnTo>
                    <a:pt x="6314321" y="397821"/>
                  </a:lnTo>
                  <a:lnTo>
                    <a:pt x="6314447" y="397821"/>
                  </a:lnTo>
                  <a:lnTo>
                    <a:pt x="6314573" y="397821"/>
                  </a:lnTo>
                  <a:lnTo>
                    <a:pt x="6314700" y="397821"/>
                  </a:lnTo>
                  <a:lnTo>
                    <a:pt x="6314826" y="397821"/>
                  </a:lnTo>
                  <a:lnTo>
                    <a:pt x="6314952" y="397821"/>
                  </a:lnTo>
                  <a:lnTo>
                    <a:pt x="6315078" y="397821"/>
                  </a:lnTo>
                  <a:lnTo>
                    <a:pt x="6315205" y="397821"/>
                  </a:lnTo>
                  <a:lnTo>
                    <a:pt x="6315331" y="397821"/>
                  </a:lnTo>
                  <a:lnTo>
                    <a:pt x="6315457" y="397821"/>
                  </a:lnTo>
                  <a:lnTo>
                    <a:pt x="6315583" y="397821"/>
                  </a:lnTo>
                  <a:lnTo>
                    <a:pt x="6315710" y="397821"/>
                  </a:lnTo>
                  <a:lnTo>
                    <a:pt x="6315836" y="397821"/>
                  </a:lnTo>
                  <a:lnTo>
                    <a:pt x="6315962" y="397821"/>
                  </a:lnTo>
                  <a:lnTo>
                    <a:pt x="6316088" y="397821"/>
                  </a:lnTo>
                  <a:lnTo>
                    <a:pt x="6316215" y="397821"/>
                  </a:lnTo>
                  <a:lnTo>
                    <a:pt x="6316341" y="397821"/>
                  </a:lnTo>
                  <a:lnTo>
                    <a:pt x="6316467" y="397821"/>
                  </a:lnTo>
                  <a:lnTo>
                    <a:pt x="6316593" y="397821"/>
                  </a:lnTo>
                  <a:lnTo>
                    <a:pt x="6316720" y="397821"/>
                  </a:lnTo>
                  <a:lnTo>
                    <a:pt x="6316846" y="397821"/>
                  </a:lnTo>
                  <a:lnTo>
                    <a:pt x="6316972" y="397821"/>
                  </a:lnTo>
                  <a:lnTo>
                    <a:pt x="6317098" y="397821"/>
                  </a:lnTo>
                  <a:lnTo>
                    <a:pt x="6317225" y="397821"/>
                  </a:lnTo>
                  <a:lnTo>
                    <a:pt x="6317351" y="397821"/>
                  </a:lnTo>
                  <a:lnTo>
                    <a:pt x="6317477" y="397821"/>
                  </a:lnTo>
                  <a:lnTo>
                    <a:pt x="6317603" y="397821"/>
                  </a:lnTo>
                  <a:lnTo>
                    <a:pt x="6317730" y="397821"/>
                  </a:lnTo>
                  <a:lnTo>
                    <a:pt x="6317856" y="397821"/>
                  </a:lnTo>
                  <a:lnTo>
                    <a:pt x="6317982" y="397821"/>
                  </a:lnTo>
                  <a:lnTo>
                    <a:pt x="6318108" y="397821"/>
                  </a:lnTo>
                  <a:lnTo>
                    <a:pt x="6318235" y="397821"/>
                  </a:lnTo>
                  <a:lnTo>
                    <a:pt x="6318361" y="397821"/>
                  </a:lnTo>
                  <a:lnTo>
                    <a:pt x="6318487" y="397821"/>
                  </a:lnTo>
                  <a:lnTo>
                    <a:pt x="6318613" y="397821"/>
                  </a:lnTo>
                  <a:lnTo>
                    <a:pt x="6318740" y="397821"/>
                  </a:lnTo>
                  <a:lnTo>
                    <a:pt x="6318866" y="397821"/>
                  </a:lnTo>
                  <a:lnTo>
                    <a:pt x="6318992" y="397821"/>
                  </a:lnTo>
                  <a:lnTo>
                    <a:pt x="6319118" y="397821"/>
                  </a:lnTo>
                  <a:lnTo>
                    <a:pt x="6319245" y="397821"/>
                  </a:lnTo>
                  <a:lnTo>
                    <a:pt x="6319371" y="397821"/>
                  </a:lnTo>
                  <a:lnTo>
                    <a:pt x="6319497" y="397821"/>
                  </a:lnTo>
                  <a:lnTo>
                    <a:pt x="6319624" y="397821"/>
                  </a:lnTo>
                  <a:lnTo>
                    <a:pt x="6319750" y="397821"/>
                  </a:lnTo>
                  <a:lnTo>
                    <a:pt x="6319876" y="397821"/>
                  </a:lnTo>
                  <a:lnTo>
                    <a:pt x="6320002" y="397821"/>
                  </a:lnTo>
                  <a:lnTo>
                    <a:pt x="6320129" y="397821"/>
                  </a:lnTo>
                  <a:lnTo>
                    <a:pt x="6320255" y="397821"/>
                  </a:lnTo>
                  <a:lnTo>
                    <a:pt x="6320381" y="397821"/>
                  </a:lnTo>
                  <a:lnTo>
                    <a:pt x="6320507" y="397821"/>
                  </a:lnTo>
                  <a:lnTo>
                    <a:pt x="6320634" y="397821"/>
                  </a:lnTo>
                  <a:lnTo>
                    <a:pt x="6320760" y="397821"/>
                  </a:lnTo>
                  <a:lnTo>
                    <a:pt x="6320886" y="397821"/>
                  </a:lnTo>
                  <a:lnTo>
                    <a:pt x="6321012" y="397821"/>
                  </a:lnTo>
                  <a:lnTo>
                    <a:pt x="6321139" y="397821"/>
                  </a:lnTo>
                  <a:lnTo>
                    <a:pt x="6321265" y="397821"/>
                  </a:lnTo>
                  <a:lnTo>
                    <a:pt x="6321391" y="397821"/>
                  </a:lnTo>
                  <a:lnTo>
                    <a:pt x="6321517" y="397821"/>
                  </a:lnTo>
                  <a:lnTo>
                    <a:pt x="6321644" y="397821"/>
                  </a:lnTo>
                  <a:lnTo>
                    <a:pt x="6321770" y="397821"/>
                  </a:lnTo>
                  <a:lnTo>
                    <a:pt x="6321896" y="397821"/>
                  </a:lnTo>
                  <a:lnTo>
                    <a:pt x="6322022" y="397821"/>
                  </a:lnTo>
                  <a:lnTo>
                    <a:pt x="6322149" y="397821"/>
                  </a:lnTo>
                  <a:lnTo>
                    <a:pt x="6322275" y="397821"/>
                  </a:lnTo>
                  <a:lnTo>
                    <a:pt x="6322401" y="397821"/>
                  </a:lnTo>
                  <a:lnTo>
                    <a:pt x="6322527" y="397821"/>
                  </a:lnTo>
                  <a:lnTo>
                    <a:pt x="6322654" y="397821"/>
                  </a:lnTo>
                  <a:lnTo>
                    <a:pt x="6322780" y="397821"/>
                  </a:lnTo>
                  <a:lnTo>
                    <a:pt x="6322906" y="397821"/>
                  </a:lnTo>
                  <a:lnTo>
                    <a:pt x="6323032" y="397821"/>
                  </a:lnTo>
                  <a:lnTo>
                    <a:pt x="6323159" y="397821"/>
                  </a:lnTo>
                  <a:lnTo>
                    <a:pt x="6323285" y="397821"/>
                  </a:lnTo>
                  <a:lnTo>
                    <a:pt x="6323411" y="397821"/>
                  </a:lnTo>
                  <a:lnTo>
                    <a:pt x="6323537" y="397821"/>
                  </a:lnTo>
                  <a:lnTo>
                    <a:pt x="6323664" y="397821"/>
                  </a:lnTo>
                  <a:lnTo>
                    <a:pt x="6323790" y="397821"/>
                  </a:lnTo>
                  <a:lnTo>
                    <a:pt x="6323916" y="397821"/>
                  </a:lnTo>
                  <a:lnTo>
                    <a:pt x="6324042" y="397821"/>
                  </a:lnTo>
                  <a:lnTo>
                    <a:pt x="6324169" y="397821"/>
                  </a:lnTo>
                  <a:lnTo>
                    <a:pt x="6324295" y="397821"/>
                  </a:lnTo>
                  <a:lnTo>
                    <a:pt x="6324421" y="397821"/>
                  </a:lnTo>
                  <a:lnTo>
                    <a:pt x="6324547" y="397821"/>
                  </a:lnTo>
                  <a:lnTo>
                    <a:pt x="6324674" y="397821"/>
                  </a:lnTo>
                  <a:lnTo>
                    <a:pt x="6324800" y="397821"/>
                  </a:lnTo>
                  <a:lnTo>
                    <a:pt x="6324926" y="397821"/>
                  </a:lnTo>
                  <a:lnTo>
                    <a:pt x="6325053" y="397821"/>
                  </a:lnTo>
                  <a:lnTo>
                    <a:pt x="6325179" y="397821"/>
                  </a:lnTo>
                  <a:lnTo>
                    <a:pt x="6325305" y="397821"/>
                  </a:lnTo>
                  <a:lnTo>
                    <a:pt x="6325431" y="397821"/>
                  </a:lnTo>
                  <a:lnTo>
                    <a:pt x="6325558" y="397821"/>
                  </a:lnTo>
                  <a:lnTo>
                    <a:pt x="6325684" y="397821"/>
                  </a:lnTo>
                  <a:lnTo>
                    <a:pt x="6325810" y="397821"/>
                  </a:lnTo>
                  <a:lnTo>
                    <a:pt x="6325936" y="397821"/>
                  </a:lnTo>
                  <a:lnTo>
                    <a:pt x="6326063" y="397821"/>
                  </a:lnTo>
                  <a:lnTo>
                    <a:pt x="6326189" y="397821"/>
                  </a:lnTo>
                  <a:lnTo>
                    <a:pt x="6326315" y="397821"/>
                  </a:lnTo>
                  <a:lnTo>
                    <a:pt x="6326441" y="397821"/>
                  </a:lnTo>
                  <a:lnTo>
                    <a:pt x="6326568" y="397821"/>
                  </a:lnTo>
                  <a:lnTo>
                    <a:pt x="6326694" y="397821"/>
                  </a:lnTo>
                  <a:lnTo>
                    <a:pt x="6326820" y="397821"/>
                  </a:lnTo>
                  <a:lnTo>
                    <a:pt x="6326946" y="397821"/>
                  </a:lnTo>
                  <a:lnTo>
                    <a:pt x="6327073" y="397821"/>
                  </a:lnTo>
                  <a:lnTo>
                    <a:pt x="6327199" y="397821"/>
                  </a:lnTo>
                  <a:lnTo>
                    <a:pt x="6327325" y="397821"/>
                  </a:lnTo>
                  <a:lnTo>
                    <a:pt x="6327451" y="397821"/>
                  </a:lnTo>
                  <a:lnTo>
                    <a:pt x="6327578" y="397821"/>
                  </a:lnTo>
                  <a:lnTo>
                    <a:pt x="6327704" y="397821"/>
                  </a:lnTo>
                  <a:lnTo>
                    <a:pt x="6327830" y="397821"/>
                  </a:lnTo>
                  <a:lnTo>
                    <a:pt x="6327956" y="397821"/>
                  </a:lnTo>
                  <a:lnTo>
                    <a:pt x="6328083" y="397821"/>
                  </a:lnTo>
                  <a:lnTo>
                    <a:pt x="6328209" y="397821"/>
                  </a:lnTo>
                  <a:lnTo>
                    <a:pt x="6328335" y="397821"/>
                  </a:lnTo>
                  <a:lnTo>
                    <a:pt x="6328461" y="397821"/>
                  </a:lnTo>
                  <a:lnTo>
                    <a:pt x="6328588" y="397821"/>
                  </a:lnTo>
                  <a:lnTo>
                    <a:pt x="6328714" y="397821"/>
                  </a:lnTo>
                  <a:lnTo>
                    <a:pt x="6328840" y="397821"/>
                  </a:lnTo>
                  <a:lnTo>
                    <a:pt x="6328966" y="397821"/>
                  </a:lnTo>
                  <a:lnTo>
                    <a:pt x="6329093" y="397821"/>
                  </a:lnTo>
                  <a:lnTo>
                    <a:pt x="6329219" y="397821"/>
                  </a:lnTo>
                  <a:lnTo>
                    <a:pt x="6329345" y="397821"/>
                  </a:lnTo>
                  <a:lnTo>
                    <a:pt x="6329471" y="397821"/>
                  </a:lnTo>
                  <a:lnTo>
                    <a:pt x="6329598" y="397821"/>
                  </a:lnTo>
                  <a:lnTo>
                    <a:pt x="6329724" y="397821"/>
                  </a:lnTo>
                  <a:lnTo>
                    <a:pt x="6329850" y="397821"/>
                  </a:lnTo>
                  <a:lnTo>
                    <a:pt x="6329977" y="397821"/>
                  </a:lnTo>
                  <a:lnTo>
                    <a:pt x="6330103" y="397821"/>
                  </a:lnTo>
                  <a:lnTo>
                    <a:pt x="6330229" y="397821"/>
                  </a:lnTo>
                  <a:lnTo>
                    <a:pt x="6330355" y="397821"/>
                  </a:lnTo>
                  <a:lnTo>
                    <a:pt x="6330482" y="397821"/>
                  </a:lnTo>
                  <a:lnTo>
                    <a:pt x="6330608" y="397821"/>
                  </a:lnTo>
                  <a:lnTo>
                    <a:pt x="6330734" y="397821"/>
                  </a:lnTo>
                  <a:lnTo>
                    <a:pt x="6330860" y="397821"/>
                  </a:lnTo>
                  <a:lnTo>
                    <a:pt x="6330987" y="397821"/>
                  </a:lnTo>
                  <a:lnTo>
                    <a:pt x="6331113" y="397821"/>
                  </a:lnTo>
                  <a:lnTo>
                    <a:pt x="6331239" y="397821"/>
                  </a:lnTo>
                  <a:lnTo>
                    <a:pt x="6331365" y="397821"/>
                  </a:lnTo>
                  <a:lnTo>
                    <a:pt x="6331365" y="392909"/>
                  </a:lnTo>
                  <a:lnTo>
                    <a:pt x="6331492" y="392909"/>
                  </a:lnTo>
                  <a:lnTo>
                    <a:pt x="6331618" y="392909"/>
                  </a:lnTo>
                  <a:lnTo>
                    <a:pt x="6331744" y="392909"/>
                  </a:lnTo>
                  <a:lnTo>
                    <a:pt x="6331870" y="392909"/>
                  </a:lnTo>
                  <a:lnTo>
                    <a:pt x="6331997" y="392909"/>
                  </a:lnTo>
                  <a:lnTo>
                    <a:pt x="6332123" y="392909"/>
                  </a:lnTo>
                  <a:lnTo>
                    <a:pt x="6332249" y="392909"/>
                  </a:lnTo>
                  <a:lnTo>
                    <a:pt x="6332375" y="392909"/>
                  </a:lnTo>
                  <a:lnTo>
                    <a:pt x="6332502" y="392909"/>
                  </a:lnTo>
                  <a:lnTo>
                    <a:pt x="6332628" y="392909"/>
                  </a:lnTo>
                  <a:lnTo>
                    <a:pt x="6332754" y="392909"/>
                  </a:lnTo>
                  <a:lnTo>
                    <a:pt x="6332880" y="392909"/>
                  </a:lnTo>
                  <a:lnTo>
                    <a:pt x="6333007" y="392909"/>
                  </a:lnTo>
                  <a:lnTo>
                    <a:pt x="6333133" y="392909"/>
                  </a:lnTo>
                  <a:lnTo>
                    <a:pt x="6333259" y="392909"/>
                  </a:lnTo>
                  <a:lnTo>
                    <a:pt x="6333385" y="392909"/>
                  </a:lnTo>
                  <a:lnTo>
                    <a:pt x="6333512" y="392909"/>
                  </a:lnTo>
                  <a:lnTo>
                    <a:pt x="6333638" y="392909"/>
                  </a:lnTo>
                  <a:lnTo>
                    <a:pt x="6333764" y="392909"/>
                  </a:lnTo>
                  <a:lnTo>
                    <a:pt x="6333890" y="392909"/>
                  </a:lnTo>
                  <a:lnTo>
                    <a:pt x="6334017" y="392909"/>
                  </a:lnTo>
                  <a:lnTo>
                    <a:pt x="6334143" y="392909"/>
                  </a:lnTo>
                  <a:lnTo>
                    <a:pt x="6334269" y="392909"/>
                  </a:lnTo>
                  <a:lnTo>
                    <a:pt x="6334395" y="392909"/>
                  </a:lnTo>
                  <a:lnTo>
                    <a:pt x="6334522" y="392909"/>
                  </a:lnTo>
                  <a:lnTo>
                    <a:pt x="6334648" y="392909"/>
                  </a:lnTo>
                  <a:lnTo>
                    <a:pt x="6334774" y="392909"/>
                  </a:lnTo>
                  <a:lnTo>
                    <a:pt x="6334900" y="392909"/>
                  </a:lnTo>
                  <a:lnTo>
                    <a:pt x="6335027" y="392909"/>
                  </a:lnTo>
                  <a:lnTo>
                    <a:pt x="6335153" y="392909"/>
                  </a:lnTo>
                  <a:lnTo>
                    <a:pt x="6335279" y="392909"/>
                  </a:lnTo>
                  <a:lnTo>
                    <a:pt x="6335406" y="392909"/>
                  </a:lnTo>
                  <a:lnTo>
                    <a:pt x="6335532" y="392909"/>
                  </a:lnTo>
                  <a:lnTo>
                    <a:pt x="6335658" y="392909"/>
                  </a:lnTo>
                  <a:lnTo>
                    <a:pt x="6335784" y="392909"/>
                  </a:lnTo>
                  <a:lnTo>
                    <a:pt x="6335911" y="392909"/>
                  </a:lnTo>
                  <a:lnTo>
                    <a:pt x="6336037" y="392909"/>
                  </a:lnTo>
                  <a:lnTo>
                    <a:pt x="6336163" y="392909"/>
                  </a:lnTo>
                  <a:lnTo>
                    <a:pt x="6336289" y="392909"/>
                  </a:lnTo>
                  <a:lnTo>
                    <a:pt x="6336416" y="392909"/>
                  </a:lnTo>
                  <a:lnTo>
                    <a:pt x="6336542" y="392909"/>
                  </a:lnTo>
                  <a:lnTo>
                    <a:pt x="6336668" y="392909"/>
                  </a:lnTo>
                  <a:lnTo>
                    <a:pt x="6336794" y="392909"/>
                  </a:lnTo>
                  <a:lnTo>
                    <a:pt x="6336921" y="392909"/>
                  </a:lnTo>
                  <a:lnTo>
                    <a:pt x="6337047" y="392909"/>
                  </a:lnTo>
                  <a:lnTo>
                    <a:pt x="6337173" y="392909"/>
                  </a:lnTo>
                  <a:lnTo>
                    <a:pt x="6337299" y="392909"/>
                  </a:lnTo>
                  <a:lnTo>
                    <a:pt x="6337426" y="392909"/>
                  </a:lnTo>
                  <a:lnTo>
                    <a:pt x="6337552" y="392909"/>
                  </a:lnTo>
                  <a:lnTo>
                    <a:pt x="6337678" y="392909"/>
                  </a:lnTo>
                  <a:lnTo>
                    <a:pt x="6337804" y="392909"/>
                  </a:lnTo>
                  <a:lnTo>
                    <a:pt x="6337931" y="392909"/>
                  </a:lnTo>
                  <a:lnTo>
                    <a:pt x="6338057" y="392909"/>
                  </a:lnTo>
                  <a:lnTo>
                    <a:pt x="6338183" y="392909"/>
                  </a:lnTo>
                  <a:lnTo>
                    <a:pt x="6338309" y="392909"/>
                  </a:lnTo>
                  <a:lnTo>
                    <a:pt x="6338436" y="392909"/>
                  </a:lnTo>
                  <a:lnTo>
                    <a:pt x="6338562" y="392909"/>
                  </a:lnTo>
                  <a:lnTo>
                    <a:pt x="6338688" y="392909"/>
                  </a:lnTo>
                  <a:lnTo>
                    <a:pt x="6338814" y="392909"/>
                  </a:lnTo>
                  <a:lnTo>
                    <a:pt x="6338941" y="392909"/>
                  </a:lnTo>
                  <a:lnTo>
                    <a:pt x="6339067" y="392909"/>
                  </a:lnTo>
                  <a:lnTo>
                    <a:pt x="6339193" y="392909"/>
                  </a:lnTo>
                  <a:lnTo>
                    <a:pt x="6339319" y="392909"/>
                  </a:lnTo>
                  <a:lnTo>
                    <a:pt x="6339446" y="392909"/>
                  </a:lnTo>
                  <a:lnTo>
                    <a:pt x="6339572" y="392909"/>
                  </a:lnTo>
                  <a:lnTo>
                    <a:pt x="6339698" y="392909"/>
                  </a:lnTo>
                  <a:lnTo>
                    <a:pt x="6339824" y="392909"/>
                  </a:lnTo>
                  <a:lnTo>
                    <a:pt x="6339951" y="392909"/>
                  </a:lnTo>
                  <a:lnTo>
                    <a:pt x="6340077" y="392909"/>
                  </a:lnTo>
                  <a:lnTo>
                    <a:pt x="6340203" y="392909"/>
                  </a:lnTo>
                  <a:lnTo>
                    <a:pt x="6340330" y="392909"/>
                  </a:lnTo>
                  <a:lnTo>
                    <a:pt x="6340456" y="392909"/>
                  </a:lnTo>
                  <a:lnTo>
                    <a:pt x="6340582" y="392909"/>
                  </a:lnTo>
                  <a:lnTo>
                    <a:pt x="6340708" y="392909"/>
                  </a:lnTo>
                  <a:lnTo>
                    <a:pt x="6340835" y="392909"/>
                  </a:lnTo>
                  <a:lnTo>
                    <a:pt x="6340961" y="392909"/>
                  </a:lnTo>
                  <a:lnTo>
                    <a:pt x="6341087" y="392909"/>
                  </a:lnTo>
                  <a:lnTo>
                    <a:pt x="6341213" y="392909"/>
                  </a:lnTo>
                  <a:lnTo>
                    <a:pt x="6341340" y="392909"/>
                  </a:lnTo>
                  <a:lnTo>
                    <a:pt x="6341466" y="392909"/>
                  </a:lnTo>
                  <a:lnTo>
                    <a:pt x="6341592" y="392909"/>
                  </a:lnTo>
                  <a:lnTo>
                    <a:pt x="6341718" y="392909"/>
                  </a:lnTo>
                  <a:lnTo>
                    <a:pt x="6341845" y="392909"/>
                  </a:lnTo>
                  <a:lnTo>
                    <a:pt x="6341971" y="392909"/>
                  </a:lnTo>
                  <a:lnTo>
                    <a:pt x="6342097" y="392909"/>
                  </a:lnTo>
                  <a:lnTo>
                    <a:pt x="6342223" y="392909"/>
                  </a:lnTo>
                  <a:lnTo>
                    <a:pt x="6342350" y="392909"/>
                  </a:lnTo>
                  <a:lnTo>
                    <a:pt x="6342476" y="392909"/>
                  </a:lnTo>
                  <a:lnTo>
                    <a:pt x="6342602" y="392909"/>
                  </a:lnTo>
                  <a:lnTo>
                    <a:pt x="6342728" y="392909"/>
                  </a:lnTo>
                  <a:lnTo>
                    <a:pt x="6342855" y="392909"/>
                  </a:lnTo>
                  <a:lnTo>
                    <a:pt x="6342981" y="392909"/>
                  </a:lnTo>
                  <a:lnTo>
                    <a:pt x="6343107" y="392909"/>
                  </a:lnTo>
                  <a:lnTo>
                    <a:pt x="6343233" y="392909"/>
                  </a:lnTo>
                  <a:lnTo>
                    <a:pt x="6343360" y="392909"/>
                  </a:lnTo>
                  <a:lnTo>
                    <a:pt x="6343486" y="392909"/>
                  </a:lnTo>
                  <a:lnTo>
                    <a:pt x="6343612" y="392909"/>
                  </a:lnTo>
                  <a:lnTo>
                    <a:pt x="6343738" y="392909"/>
                  </a:lnTo>
                  <a:lnTo>
                    <a:pt x="6343865" y="392909"/>
                  </a:lnTo>
                  <a:lnTo>
                    <a:pt x="6343991" y="392909"/>
                  </a:lnTo>
                  <a:lnTo>
                    <a:pt x="6344117" y="392909"/>
                  </a:lnTo>
                  <a:lnTo>
                    <a:pt x="6344243" y="392909"/>
                  </a:lnTo>
                  <a:lnTo>
                    <a:pt x="6344370" y="392909"/>
                  </a:lnTo>
                  <a:lnTo>
                    <a:pt x="6344496" y="392909"/>
                  </a:lnTo>
                  <a:lnTo>
                    <a:pt x="6344622" y="392909"/>
                  </a:lnTo>
                  <a:lnTo>
                    <a:pt x="6344748" y="392909"/>
                  </a:lnTo>
                  <a:lnTo>
                    <a:pt x="6344875" y="392909"/>
                  </a:lnTo>
                  <a:lnTo>
                    <a:pt x="6345001" y="392909"/>
                  </a:lnTo>
                  <a:lnTo>
                    <a:pt x="6345127" y="392909"/>
                  </a:lnTo>
                  <a:lnTo>
                    <a:pt x="6345253" y="392909"/>
                  </a:lnTo>
                  <a:lnTo>
                    <a:pt x="6345380" y="392909"/>
                  </a:lnTo>
                  <a:lnTo>
                    <a:pt x="6345506" y="392909"/>
                  </a:lnTo>
                  <a:lnTo>
                    <a:pt x="6345632" y="392909"/>
                  </a:lnTo>
                  <a:lnTo>
                    <a:pt x="6345759" y="392909"/>
                  </a:lnTo>
                  <a:lnTo>
                    <a:pt x="6345885" y="392909"/>
                  </a:lnTo>
                  <a:lnTo>
                    <a:pt x="6346011" y="392909"/>
                  </a:lnTo>
                  <a:lnTo>
                    <a:pt x="6346137" y="392909"/>
                  </a:lnTo>
                  <a:lnTo>
                    <a:pt x="6346264" y="392909"/>
                  </a:lnTo>
                  <a:lnTo>
                    <a:pt x="6346390" y="392909"/>
                  </a:lnTo>
                  <a:lnTo>
                    <a:pt x="6346516" y="392909"/>
                  </a:lnTo>
                  <a:lnTo>
                    <a:pt x="6346642" y="392909"/>
                  </a:lnTo>
                  <a:lnTo>
                    <a:pt x="6346769" y="392909"/>
                  </a:lnTo>
                  <a:lnTo>
                    <a:pt x="6346895" y="392909"/>
                  </a:lnTo>
                  <a:lnTo>
                    <a:pt x="6347021" y="392909"/>
                  </a:lnTo>
                  <a:lnTo>
                    <a:pt x="6347147" y="392909"/>
                  </a:lnTo>
                  <a:lnTo>
                    <a:pt x="6347274" y="392909"/>
                  </a:lnTo>
                  <a:lnTo>
                    <a:pt x="6347400" y="392909"/>
                  </a:lnTo>
                  <a:lnTo>
                    <a:pt x="6347526" y="392909"/>
                  </a:lnTo>
                  <a:lnTo>
                    <a:pt x="6347652" y="392909"/>
                  </a:lnTo>
                  <a:lnTo>
                    <a:pt x="6347779" y="392909"/>
                  </a:lnTo>
                  <a:lnTo>
                    <a:pt x="6347905" y="392909"/>
                  </a:lnTo>
                  <a:lnTo>
                    <a:pt x="6348031" y="392909"/>
                  </a:lnTo>
                  <a:lnTo>
                    <a:pt x="6348157" y="392909"/>
                  </a:lnTo>
                  <a:lnTo>
                    <a:pt x="6348284" y="392909"/>
                  </a:lnTo>
                  <a:lnTo>
                    <a:pt x="6348410" y="392909"/>
                  </a:lnTo>
                  <a:lnTo>
                    <a:pt x="6348536" y="392909"/>
                  </a:lnTo>
                  <a:lnTo>
                    <a:pt x="6348662" y="392909"/>
                  </a:lnTo>
                  <a:lnTo>
                    <a:pt x="6348789" y="392909"/>
                  </a:lnTo>
                  <a:lnTo>
                    <a:pt x="6348915" y="392909"/>
                  </a:lnTo>
                  <a:lnTo>
                    <a:pt x="6349041" y="392909"/>
                  </a:lnTo>
                  <a:lnTo>
                    <a:pt x="6349167" y="392909"/>
                  </a:lnTo>
                  <a:lnTo>
                    <a:pt x="6349294" y="392909"/>
                  </a:lnTo>
                  <a:lnTo>
                    <a:pt x="6349420" y="392909"/>
                  </a:lnTo>
                  <a:lnTo>
                    <a:pt x="6349546" y="392909"/>
                  </a:lnTo>
                  <a:lnTo>
                    <a:pt x="6349672" y="392909"/>
                  </a:lnTo>
                  <a:lnTo>
                    <a:pt x="6349799" y="392909"/>
                  </a:lnTo>
                  <a:lnTo>
                    <a:pt x="6349925" y="392909"/>
                  </a:lnTo>
                  <a:lnTo>
                    <a:pt x="6350051" y="392909"/>
                  </a:lnTo>
                  <a:lnTo>
                    <a:pt x="6350177" y="392909"/>
                  </a:lnTo>
                  <a:lnTo>
                    <a:pt x="6350304" y="392909"/>
                  </a:lnTo>
                  <a:lnTo>
                    <a:pt x="6350430" y="392909"/>
                  </a:lnTo>
                  <a:lnTo>
                    <a:pt x="6350556" y="392909"/>
                  </a:lnTo>
                  <a:lnTo>
                    <a:pt x="6350683" y="392909"/>
                  </a:lnTo>
                  <a:lnTo>
                    <a:pt x="6350809" y="392909"/>
                  </a:lnTo>
                  <a:lnTo>
                    <a:pt x="6350935" y="392909"/>
                  </a:lnTo>
                  <a:lnTo>
                    <a:pt x="6351061" y="392909"/>
                  </a:lnTo>
                  <a:lnTo>
                    <a:pt x="6351188" y="392909"/>
                  </a:lnTo>
                  <a:lnTo>
                    <a:pt x="6351314" y="392909"/>
                  </a:lnTo>
                  <a:lnTo>
                    <a:pt x="6351440" y="392909"/>
                  </a:lnTo>
                  <a:lnTo>
                    <a:pt x="6351566" y="392909"/>
                  </a:lnTo>
                  <a:lnTo>
                    <a:pt x="6351693" y="392909"/>
                  </a:lnTo>
                  <a:lnTo>
                    <a:pt x="6351819" y="392909"/>
                  </a:lnTo>
                  <a:lnTo>
                    <a:pt x="6351945" y="392909"/>
                  </a:lnTo>
                  <a:lnTo>
                    <a:pt x="6352071" y="392909"/>
                  </a:lnTo>
                  <a:lnTo>
                    <a:pt x="6352198" y="392909"/>
                  </a:lnTo>
                  <a:lnTo>
                    <a:pt x="6352324" y="392909"/>
                  </a:lnTo>
                  <a:lnTo>
                    <a:pt x="6352450" y="392909"/>
                  </a:lnTo>
                  <a:lnTo>
                    <a:pt x="6352576" y="392909"/>
                  </a:lnTo>
                  <a:lnTo>
                    <a:pt x="6352703" y="392909"/>
                  </a:lnTo>
                  <a:lnTo>
                    <a:pt x="6352829" y="392909"/>
                  </a:lnTo>
                  <a:lnTo>
                    <a:pt x="6352955" y="392909"/>
                  </a:lnTo>
                  <a:lnTo>
                    <a:pt x="6353081" y="392909"/>
                  </a:lnTo>
                  <a:lnTo>
                    <a:pt x="6353208" y="392909"/>
                  </a:lnTo>
                  <a:lnTo>
                    <a:pt x="6353334" y="392909"/>
                  </a:lnTo>
                  <a:lnTo>
                    <a:pt x="6353460" y="392909"/>
                  </a:lnTo>
                  <a:lnTo>
                    <a:pt x="6353586" y="392909"/>
                  </a:lnTo>
                  <a:lnTo>
                    <a:pt x="6353713" y="392909"/>
                  </a:lnTo>
                  <a:lnTo>
                    <a:pt x="6353839" y="392909"/>
                  </a:lnTo>
                  <a:lnTo>
                    <a:pt x="6353965" y="392909"/>
                  </a:lnTo>
                  <a:lnTo>
                    <a:pt x="6354091" y="392909"/>
                  </a:lnTo>
                  <a:lnTo>
                    <a:pt x="6354218" y="392909"/>
                  </a:lnTo>
                  <a:lnTo>
                    <a:pt x="6354344" y="392909"/>
                  </a:lnTo>
                  <a:lnTo>
                    <a:pt x="6354470" y="392909"/>
                  </a:lnTo>
                  <a:lnTo>
                    <a:pt x="6354596" y="392909"/>
                  </a:lnTo>
                  <a:lnTo>
                    <a:pt x="6354723" y="392909"/>
                  </a:lnTo>
                  <a:lnTo>
                    <a:pt x="6354849" y="392909"/>
                  </a:lnTo>
                  <a:lnTo>
                    <a:pt x="6354975" y="392909"/>
                  </a:lnTo>
                  <a:lnTo>
                    <a:pt x="6355101" y="392909"/>
                  </a:lnTo>
                  <a:lnTo>
                    <a:pt x="6355228" y="392909"/>
                  </a:lnTo>
                  <a:lnTo>
                    <a:pt x="6355354" y="392909"/>
                  </a:lnTo>
                  <a:lnTo>
                    <a:pt x="6355480" y="392909"/>
                  </a:lnTo>
                  <a:lnTo>
                    <a:pt x="6355607" y="392909"/>
                  </a:lnTo>
                  <a:lnTo>
                    <a:pt x="6355733" y="392909"/>
                  </a:lnTo>
                  <a:lnTo>
                    <a:pt x="6355859" y="392909"/>
                  </a:lnTo>
                  <a:lnTo>
                    <a:pt x="6355985" y="392909"/>
                  </a:lnTo>
                  <a:lnTo>
                    <a:pt x="6356112" y="392909"/>
                  </a:lnTo>
                  <a:lnTo>
                    <a:pt x="6356238" y="392909"/>
                  </a:lnTo>
                  <a:lnTo>
                    <a:pt x="6356364" y="392909"/>
                  </a:lnTo>
                  <a:lnTo>
                    <a:pt x="6356490" y="392909"/>
                  </a:lnTo>
                  <a:lnTo>
                    <a:pt x="6356617" y="392909"/>
                  </a:lnTo>
                  <a:lnTo>
                    <a:pt x="6356743" y="392909"/>
                  </a:lnTo>
                  <a:lnTo>
                    <a:pt x="6356869" y="392909"/>
                  </a:lnTo>
                  <a:lnTo>
                    <a:pt x="6356995" y="392909"/>
                  </a:lnTo>
                  <a:lnTo>
                    <a:pt x="6357122" y="392909"/>
                  </a:lnTo>
                  <a:lnTo>
                    <a:pt x="6357248" y="392909"/>
                  </a:lnTo>
                  <a:lnTo>
                    <a:pt x="6357374" y="392909"/>
                  </a:lnTo>
                  <a:lnTo>
                    <a:pt x="6357500" y="392909"/>
                  </a:lnTo>
                  <a:lnTo>
                    <a:pt x="6357627" y="392909"/>
                  </a:lnTo>
                  <a:lnTo>
                    <a:pt x="6357753" y="392909"/>
                  </a:lnTo>
                  <a:lnTo>
                    <a:pt x="6357879" y="392909"/>
                  </a:lnTo>
                  <a:lnTo>
                    <a:pt x="6358005" y="392909"/>
                  </a:lnTo>
                  <a:lnTo>
                    <a:pt x="6358132" y="392909"/>
                  </a:lnTo>
                  <a:lnTo>
                    <a:pt x="6358258" y="392909"/>
                  </a:lnTo>
                  <a:lnTo>
                    <a:pt x="6358384" y="392909"/>
                  </a:lnTo>
                  <a:lnTo>
                    <a:pt x="6358510" y="392909"/>
                  </a:lnTo>
                  <a:lnTo>
                    <a:pt x="6358637" y="392909"/>
                  </a:lnTo>
                  <a:lnTo>
                    <a:pt x="6358763" y="392909"/>
                  </a:lnTo>
                  <a:lnTo>
                    <a:pt x="6358889" y="392909"/>
                  </a:lnTo>
                  <a:lnTo>
                    <a:pt x="6359015" y="392909"/>
                  </a:lnTo>
                  <a:lnTo>
                    <a:pt x="6359142" y="392909"/>
                  </a:lnTo>
                  <a:lnTo>
                    <a:pt x="6359268" y="392909"/>
                  </a:lnTo>
                  <a:lnTo>
                    <a:pt x="6359394" y="392909"/>
                  </a:lnTo>
                  <a:lnTo>
                    <a:pt x="6359520" y="392909"/>
                  </a:lnTo>
                  <a:lnTo>
                    <a:pt x="6359647" y="392909"/>
                  </a:lnTo>
                  <a:lnTo>
                    <a:pt x="6359773" y="392909"/>
                  </a:lnTo>
                  <a:lnTo>
                    <a:pt x="6359899" y="392909"/>
                  </a:lnTo>
                  <a:lnTo>
                    <a:pt x="6360025" y="392909"/>
                  </a:lnTo>
                  <a:lnTo>
                    <a:pt x="6360152" y="392909"/>
                  </a:lnTo>
                  <a:lnTo>
                    <a:pt x="6360278" y="392909"/>
                  </a:lnTo>
                  <a:lnTo>
                    <a:pt x="6360404" y="392909"/>
                  </a:lnTo>
                  <a:lnTo>
                    <a:pt x="6360530" y="392909"/>
                  </a:lnTo>
                  <a:lnTo>
                    <a:pt x="6360657" y="392909"/>
                  </a:lnTo>
                  <a:lnTo>
                    <a:pt x="6360783" y="392909"/>
                  </a:lnTo>
                  <a:lnTo>
                    <a:pt x="6360909" y="392909"/>
                  </a:lnTo>
                  <a:lnTo>
                    <a:pt x="6361036" y="392909"/>
                  </a:lnTo>
                  <a:lnTo>
                    <a:pt x="6361162" y="392909"/>
                  </a:lnTo>
                  <a:lnTo>
                    <a:pt x="6361288" y="392909"/>
                  </a:lnTo>
                  <a:lnTo>
                    <a:pt x="6361414" y="392909"/>
                  </a:lnTo>
                  <a:lnTo>
                    <a:pt x="6361541" y="392909"/>
                  </a:lnTo>
                  <a:lnTo>
                    <a:pt x="6361667" y="392909"/>
                  </a:lnTo>
                  <a:lnTo>
                    <a:pt x="6361793" y="392909"/>
                  </a:lnTo>
                  <a:lnTo>
                    <a:pt x="6361919" y="392909"/>
                  </a:lnTo>
                  <a:lnTo>
                    <a:pt x="6362046" y="392909"/>
                  </a:lnTo>
                  <a:lnTo>
                    <a:pt x="6362172" y="392909"/>
                  </a:lnTo>
                  <a:lnTo>
                    <a:pt x="6362298" y="392909"/>
                  </a:lnTo>
                  <a:lnTo>
                    <a:pt x="6362424" y="392909"/>
                  </a:lnTo>
                  <a:lnTo>
                    <a:pt x="6362551" y="392909"/>
                  </a:lnTo>
                  <a:lnTo>
                    <a:pt x="6362677" y="392909"/>
                  </a:lnTo>
                  <a:lnTo>
                    <a:pt x="6362803" y="392909"/>
                  </a:lnTo>
                  <a:lnTo>
                    <a:pt x="6362929" y="392909"/>
                  </a:lnTo>
                  <a:lnTo>
                    <a:pt x="6363056" y="392909"/>
                  </a:lnTo>
                  <a:lnTo>
                    <a:pt x="6363182" y="392909"/>
                  </a:lnTo>
                  <a:lnTo>
                    <a:pt x="6363308" y="392909"/>
                  </a:lnTo>
                  <a:lnTo>
                    <a:pt x="6363434" y="392909"/>
                  </a:lnTo>
                  <a:lnTo>
                    <a:pt x="6363561" y="392909"/>
                  </a:lnTo>
                  <a:lnTo>
                    <a:pt x="6363687" y="392909"/>
                  </a:lnTo>
                  <a:lnTo>
                    <a:pt x="6363813" y="392909"/>
                  </a:lnTo>
                  <a:lnTo>
                    <a:pt x="6363939" y="392909"/>
                  </a:lnTo>
                  <a:lnTo>
                    <a:pt x="6364066" y="392909"/>
                  </a:lnTo>
                  <a:lnTo>
                    <a:pt x="6364192" y="392909"/>
                  </a:lnTo>
                  <a:lnTo>
                    <a:pt x="6364318" y="392909"/>
                  </a:lnTo>
                  <a:lnTo>
                    <a:pt x="6364444" y="392909"/>
                  </a:lnTo>
                  <a:lnTo>
                    <a:pt x="6364571" y="392909"/>
                  </a:lnTo>
                  <a:lnTo>
                    <a:pt x="6364697" y="392909"/>
                  </a:lnTo>
                  <a:lnTo>
                    <a:pt x="6364823" y="392909"/>
                  </a:lnTo>
                  <a:lnTo>
                    <a:pt x="6364949" y="392909"/>
                  </a:lnTo>
                  <a:lnTo>
                    <a:pt x="6365076" y="392909"/>
                  </a:lnTo>
                  <a:lnTo>
                    <a:pt x="6365202" y="392909"/>
                  </a:lnTo>
                  <a:lnTo>
                    <a:pt x="6365328" y="392909"/>
                  </a:lnTo>
                  <a:lnTo>
                    <a:pt x="6365454" y="392909"/>
                  </a:lnTo>
                  <a:lnTo>
                    <a:pt x="6365581" y="392909"/>
                  </a:lnTo>
                  <a:lnTo>
                    <a:pt x="6365707" y="392909"/>
                  </a:lnTo>
                  <a:lnTo>
                    <a:pt x="6365833" y="392909"/>
                  </a:lnTo>
                  <a:lnTo>
                    <a:pt x="6365960" y="392909"/>
                  </a:lnTo>
                  <a:lnTo>
                    <a:pt x="6366086" y="392909"/>
                  </a:lnTo>
                  <a:lnTo>
                    <a:pt x="6366212" y="392909"/>
                  </a:lnTo>
                  <a:lnTo>
                    <a:pt x="6366338" y="392909"/>
                  </a:lnTo>
                  <a:lnTo>
                    <a:pt x="6366465" y="392909"/>
                  </a:lnTo>
                  <a:lnTo>
                    <a:pt x="6366591" y="392909"/>
                  </a:lnTo>
                  <a:lnTo>
                    <a:pt x="6366717" y="392909"/>
                  </a:lnTo>
                  <a:lnTo>
                    <a:pt x="6366843" y="392909"/>
                  </a:lnTo>
                  <a:lnTo>
                    <a:pt x="6366970" y="392909"/>
                  </a:lnTo>
                  <a:lnTo>
                    <a:pt x="6367096" y="392909"/>
                  </a:lnTo>
                  <a:lnTo>
                    <a:pt x="6367222" y="392909"/>
                  </a:lnTo>
                  <a:lnTo>
                    <a:pt x="6367348" y="392909"/>
                  </a:lnTo>
                  <a:lnTo>
                    <a:pt x="6367475" y="392909"/>
                  </a:lnTo>
                  <a:lnTo>
                    <a:pt x="6367601" y="392909"/>
                  </a:lnTo>
                  <a:lnTo>
                    <a:pt x="6367727" y="392909"/>
                  </a:lnTo>
                  <a:lnTo>
                    <a:pt x="6367853" y="392909"/>
                  </a:lnTo>
                  <a:lnTo>
                    <a:pt x="6367980" y="392909"/>
                  </a:lnTo>
                  <a:lnTo>
                    <a:pt x="6368106" y="392909"/>
                  </a:lnTo>
                  <a:lnTo>
                    <a:pt x="6368232" y="392909"/>
                  </a:lnTo>
                  <a:lnTo>
                    <a:pt x="6368358" y="392909"/>
                  </a:lnTo>
                  <a:lnTo>
                    <a:pt x="6368485" y="392909"/>
                  </a:lnTo>
                  <a:lnTo>
                    <a:pt x="6368611" y="392909"/>
                  </a:lnTo>
                  <a:lnTo>
                    <a:pt x="6368737" y="392909"/>
                  </a:lnTo>
                  <a:lnTo>
                    <a:pt x="6368863" y="392909"/>
                  </a:lnTo>
                  <a:lnTo>
                    <a:pt x="6368990" y="392909"/>
                  </a:lnTo>
                  <a:lnTo>
                    <a:pt x="6369116" y="392909"/>
                  </a:lnTo>
                  <a:lnTo>
                    <a:pt x="6369242" y="392909"/>
                  </a:lnTo>
                  <a:lnTo>
                    <a:pt x="6369368" y="392909"/>
                  </a:lnTo>
                  <a:lnTo>
                    <a:pt x="6369495" y="392909"/>
                  </a:lnTo>
                  <a:lnTo>
                    <a:pt x="6369621" y="392909"/>
                  </a:lnTo>
                  <a:lnTo>
                    <a:pt x="6369747" y="392909"/>
                  </a:lnTo>
                  <a:lnTo>
                    <a:pt x="6369747" y="387998"/>
                  </a:lnTo>
                  <a:lnTo>
                    <a:pt x="6369873" y="387998"/>
                  </a:lnTo>
                  <a:lnTo>
                    <a:pt x="6370000" y="387998"/>
                  </a:lnTo>
                  <a:lnTo>
                    <a:pt x="6370126" y="387998"/>
                  </a:lnTo>
                  <a:lnTo>
                    <a:pt x="6370252" y="387998"/>
                  </a:lnTo>
                  <a:lnTo>
                    <a:pt x="6370378" y="387998"/>
                  </a:lnTo>
                  <a:lnTo>
                    <a:pt x="6370505" y="387998"/>
                  </a:lnTo>
                  <a:lnTo>
                    <a:pt x="6370631" y="387998"/>
                  </a:lnTo>
                  <a:lnTo>
                    <a:pt x="6370757" y="387998"/>
                  </a:lnTo>
                  <a:lnTo>
                    <a:pt x="6370883" y="387998"/>
                  </a:lnTo>
                  <a:lnTo>
                    <a:pt x="6371010" y="387998"/>
                  </a:lnTo>
                  <a:lnTo>
                    <a:pt x="6371136" y="387998"/>
                  </a:lnTo>
                  <a:lnTo>
                    <a:pt x="6371262" y="387998"/>
                  </a:lnTo>
                  <a:lnTo>
                    <a:pt x="6371389" y="387998"/>
                  </a:lnTo>
                  <a:lnTo>
                    <a:pt x="6371515" y="387998"/>
                  </a:lnTo>
                  <a:lnTo>
                    <a:pt x="6371641" y="387998"/>
                  </a:lnTo>
                  <a:lnTo>
                    <a:pt x="6371767" y="387998"/>
                  </a:lnTo>
                  <a:lnTo>
                    <a:pt x="6371894" y="387998"/>
                  </a:lnTo>
                  <a:lnTo>
                    <a:pt x="6372020" y="387998"/>
                  </a:lnTo>
                  <a:lnTo>
                    <a:pt x="6372146" y="387998"/>
                  </a:lnTo>
                  <a:lnTo>
                    <a:pt x="6372272" y="387998"/>
                  </a:lnTo>
                  <a:lnTo>
                    <a:pt x="6372399" y="387998"/>
                  </a:lnTo>
                  <a:lnTo>
                    <a:pt x="6372525" y="387998"/>
                  </a:lnTo>
                  <a:lnTo>
                    <a:pt x="6372651" y="387998"/>
                  </a:lnTo>
                  <a:lnTo>
                    <a:pt x="6372777" y="387998"/>
                  </a:lnTo>
                  <a:lnTo>
                    <a:pt x="6372904" y="387998"/>
                  </a:lnTo>
                  <a:lnTo>
                    <a:pt x="6373030" y="387998"/>
                  </a:lnTo>
                  <a:lnTo>
                    <a:pt x="6373156" y="387998"/>
                  </a:lnTo>
                  <a:lnTo>
                    <a:pt x="6373282" y="387998"/>
                  </a:lnTo>
                  <a:lnTo>
                    <a:pt x="6373409" y="387998"/>
                  </a:lnTo>
                  <a:lnTo>
                    <a:pt x="6373535" y="387998"/>
                  </a:lnTo>
                  <a:lnTo>
                    <a:pt x="6373661" y="387998"/>
                  </a:lnTo>
                  <a:lnTo>
                    <a:pt x="6373787" y="387998"/>
                  </a:lnTo>
                  <a:lnTo>
                    <a:pt x="6373914" y="387998"/>
                  </a:lnTo>
                  <a:lnTo>
                    <a:pt x="6374040" y="387998"/>
                  </a:lnTo>
                  <a:lnTo>
                    <a:pt x="6374166" y="387998"/>
                  </a:lnTo>
                  <a:lnTo>
                    <a:pt x="6374292" y="387998"/>
                  </a:lnTo>
                  <a:lnTo>
                    <a:pt x="6374419" y="387998"/>
                  </a:lnTo>
                  <a:lnTo>
                    <a:pt x="6374545" y="387998"/>
                  </a:lnTo>
                  <a:lnTo>
                    <a:pt x="6374671" y="387998"/>
                  </a:lnTo>
                  <a:lnTo>
                    <a:pt x="6374797" y="387998"/>
                  </a:lnTo>
                  <a:lnTo>
                    <a:pt x="6374924" y="387998"/>
                  </a:lnTo>
                  <a:lnTo>
                    <a:pt x="6375050" y="387998"/>
                  </a:lnTo>
                  <a:lnTo>
                    <a:pt x="6375176" y="387998"/>
                  </a:lnTo>
                  <a:lnTo>
                    <a:pt x="6375302" y="387998"/>
                  </a:lnTo>
                  <a:lnTo>
                    <a:pt x="6375429" y="387998"/>
                  </a:lnTo>
                  <a:lnTo>
                    <a:pt x="6375555" y="387998"/>
                  </a:lnTo>
                  <a:lnTo>
                    <a:pt x="6375681" y="387998"/>
                  </a:lnTo>
                  <a:lnTo>
                    <a:pt x="6375807" y="387998"/>
                  </a:lnTo>
                  <a:lnTo>
                    <a:pt x="6375807" y="383087"/>
                  </a:lnTo>
                  <a:lnTo>
                    <a:pt x="6375934" y="383087"/>
                  </a:lnTo>
                  <a:lnTo>
                    <a:pt x="6376060" y="383087"/>
                  </a:lnTo>
                  <a:lnTo>
                    <a:pt x="6376186" y="383087"/>
                  </a:lnTo>
                  <a:lnTo>
                    <a:pt x="6376313" y="383087"/>
                  </a:lnTo>
                  <a:lnTo>
                    <a:pt x="6376439" y="383087"/>
                  </a:lnTo>
                  <a:lnTo>
                    <a:pt x="6376565" y="383087"/>
                  </a:lnTo>
                  <a:lnTo>
                    <a:pt x="6376691" y="383087"/>
                  </a:lnTo>
                  <a:lnTo>
                    <a:pt x="6376818" y="383087"/>
                  </a:lnTo>
                  <a:lnTo>
                    <a:pt x="6376944" y="383087"/>
                  </a:lnTo>
                  <a:lnTo>
                    <a:pt x="6377070" y="383087"/>
                  </a:lnTo>
                  <a:lnTo>
                    <a:pt x="6377196" y="383087"/>
                  </a:lnTo>
                  <a:lnTo>
                    <a:pt x="6377323" y="383087"/>
                  </a:lnTo>
                  <a:lnTo>
                    <a:pt x="6377449" y="383087"/>
                  </a:lnTo>
                  <a:lnTo>
                    <a:pt x="6377575" y="383087"/>
                  </a:lnTo>
                  <a:lnTo>
                    <a:pt x="6377701" y="383087"/>
                  </a:lnTo>
                  <a:lnTo>
                    <a:pt x="6377828" y="383087"/>
                  </a:lnTo>
                  <a:lnTo>
                    <a:pt x="6377954" y="383087"/>
                  </a:lnTo>
                  <a:lnTo>
                    <a:pt x="6378080" y="383087"/>
                  </a:lnTo>
                  <a:lnTo>
                    <a:pt x="6378206" y="383087"/>
                  </a:lnTo>
                  <a:lnTo>
                    <a:pt x="6378333" y="383087"/>
                  </a:lnTo>
                  <a:lnTo>
                    <a:pt x="6378459" y="383087"/>
                  </a:lnTo>
                  <a:lnTo>
                    <a:pt x="6378585" y="383087"/>
                  </a:lnTo>
                  <a:lnTo>
                    <a:pt x="6378585" y="378175"/>
                  </a:lnTo>
                  <a:lnTo>
                    <a:pt x="6378711" y="378175"/>
                  </a:lnTo>
                  <a:lnTo>
                    <a:pt x="6378838" y="378175"/>
                  </a:lnTo>
                  <a:lnTo>
                    <a:pt x="6378964" y="378175"/>
                  </a:lnTo>
                  <a:lnTo>
                    <a:pt x="6379090" y="378175"/>
                  </a:lnTo>
                  <a:lnTo>
                    <a:pt x="6379216" y="378175"/>
                  </a:lnTo>
                  <a:lnTo>
                    <a:pt x="6379343" y="378175"/>
                  </a:lnTo>
                  <a:lnTo>
                    <a:pt x="6379469" y="378175"/>
                  </a:lnTo>
                  <a:lnTo>
                    <a:pt x="6379595" y="378175"/>
                  </a:lnTo>
                  <a:lnTo>
                    <a:pt x="6379721" y="378175"/>
                  </a:lnTo>
                  <a:lnTo>
                    <a:pt x="6379848" y="378175"/>
                  </a:lnTo>
                  <a:lnTo>
                    <a:pt x="6379974" y="378175"/>
                  </a:lnTo>
                  <a:lnTo>
                    <a:pt x="6380100" y="378175"/>
                  </a:lnTo>
                  <a:lnTo>
                    <a:pt x="6380226" y="378175"/>
                  </a:lnTo>
                  <a:lnTo>
                    <a:pt x="6380353" y="378175"/>
                  </a:lnTo>
                  <a:lnTo>
                    <a:pt x="6380479" y="378175"/>
                  </a:lnTo>
                  <a:lnTo>
                    <a:pt x="6380605" y="378175"/>
                  </a:lnTo>
                  <a:lnTo>
                    <a:pt x="6380731" y="378175"/>
                  </a:lnTo>
                  <a:lnTo>
                    <a:pt x="6380858" y="378175"/>
                  </a:lnTo>
                  <a:lnTo>
                    <a:pt x="6380984" y="378175"/>
                  </a:lnTo>
                  <a:lnTo>
                    <a:pt x="6381110" y="378175"/>
                  </a:lnTo>
                  <a:lnTo>
                    <a:pt x="6381236" y="378175"/>
                  </a:lnTo>
                  <a:lnTo>
                    <a:pt x="6381363" y="378175"/>
                  </a:lnTo>
                  <a:lnTo>
                    <a:pt x="6381489" y="378175"/>
                  </a:lnTo>
                  <a:lnTo>
                    <a:pt x="6381615" y="378175"/>
                  </a:lnTo>
                  <a:lnTo>
                    <a:pt x="6381742" y="378175"/>
                  </a:lnTo>
                  <a:lnTo>
                    <a:pt x="6381868" y="378175"/>
                  </a:lnTo>
                  <a:lnTo>
                    <a:pt x="6381994" y="378175"/>
                  </a:lnTo>
                  <a:lnTo>
                    <a:pt x="6382120" y="378175"/>
                  </a:lnTo>
                  <a:lnTo>
                    <a:pt x="6382247" y="378175"/>
                  </a:lnTo>
                  <a:lnTo>
                    <a:pt x="6382373" y="378175"/>
                  </a:lnTo>
                  <a:lnTo>
                    <a:pt x="6382499" y="378175"/>
                  </a:lnTo>
                  <a:lnTo>
                    <a:pt x="6382625" y="378175"/>
                  </a:lnTo>
                  <a:lnTo>
                    <a:pt x="6382752" y="378175"/>
                  </a:lnTo>
                  <a:lnTo>
                    <a:pt x="6382878" y="378175"/>
                  </a:lnTo>
                  <a:lnTo>
                    <a:pt x="6383004" y="378175"/>
                  </a:lnTo>
                  <a:lnTo>
                    <a:pt x="6383130" y="378175"/>
                  </a:lnTo>
                  <a:lnTo>
                    <a:pt x="6383257" y="378175"/>
                  </a:lnTo>
                  <a:lnTo>
                    <a:pt x="6383383" y="378175"/>
                  </a:lnTo>
                  <a:lnTo>
                    <a:pt x="6383509" y="378175"/>
                  </a:lnTo>
                  <a:lnTo>
                    <a:pt x="6383635" y="378175"/>
                  </a:lnTo>
                  <a:lnTo>
                    <a:pt x="6383762" y="378175"/>
                  </a:lnTo>
                  <a:lnTo>
                    <a:pt x="6383888" y="378175"/>
                  </a:lnTo>
                  <a:lnTo>
                    <a:pt x="6384014" y="378175"/>
                  </a:lnTo>
                  <a:lnTo>
                    <a:pt x="6384140" y="378175"/>
                  </a:lnTo>
                  <a:lnTo>
                    <a:pt x="6384267" y="378175"/>
                  </a:lnTo>
                  <a:lnTo>
                    <a:pt x="6384393" y="378175"/>
                  </a:lnTo>
                  <a:lnTo>
                    <a:pt x="6384519" y="378175"/>
                  </a:lnTo>
                  <a:lnTo>
                    <a:pt x="6384645" y="378175"/>
                  </a:lnTo>
                  <a:lnTo>
                    <a:pt x="6384772" y="378175"/>
                  </a:lnTo>
                  <a:lnTo>
                    <a:pt x="6384898" y="378175"/>
                  </a:lnTo>
                  <a:lnTo>
                    <a:pt x="6384898" y="373264"/>
                  </a:lnTo>
                  <a:lnTo>
                    <a:pt x="6385024" y="373264"/>
                  </a:lnTo>
                  <a:lnTo>
                    <a:pt x="6385150" y="373264"/>
                  </a:lnTo>
                  <a:lnTo>
                    <a:pt x="6385277" y="373264"/>
                  </a:lnTo>
                  <a:lnTo>
                    <a:pt x="6385403" y="373264"/>
                  </a:lnTo>
                  <a:lnTo>
                    <a:pt x="6385529" y="373264"/>
                  </a:lnTo>
                  <a:lnTo>
                    <a:pt x="6385655" y="373264"/>
                  </a:lnTo>
                  <a:lnTo>
                    <a:pt x="6385782" y="373264"/>
                  </a:lnTo>
                  <a:lnTo>
                    <a:pt x="6385908" y="373264"/>
                  </a:lnTo>
                  <a:lnTo>
                    <a:pt x="6386034" y="373264"/>
                  </a:lnTo>
                  <a:lnTo>
                    <a:pt x="6386160" y="373264"/>
                  </a:lnTo>
                  <a:lnTo>
                    <a:pt x="6386287" y="373264"/>
                  </a:lnTo>
                  <a:lnTo>
                    <a:pt x="6386413" y="373264"/>
                  </a:lnTo>
                  <a:lnTo>
                    <a:pt x="6386539" y="373264"/>
                  </a:lnTo>
                  <a:lnTo>
                    <a:pt x="6386666" y="373264"/>
                  </a:lnTo>
                  <a:lnTo>
                    <a:pt x="6386792" y="373264"/>
                  </a:lnTo>
                  <a:lnTo>
                    <a:pt x="6386918" y="373264"/>
                  </a:lnTo>
                  <a:lnTo>
                    <a:pt x="6387044" y="373264"/>
                  </a:lnTo>
                  <a:lnTo>
                    <a:pt x="6387171" y="373264"/>
                  </a:lnTo>
                  <a:lnTo>
                    <a:pt x="6387297" y="373264"/>
                  </a:lnTo>
                  <a:lnTo>
                    <a:pt x="6387423" y="373264"/>
                  </a:lnTo>
                  <a:lnTo>
                    <a:pt x="6387549" y="373264"/>
                  </a:lnTo>
                  <a:lnTo>
                    <a:pt x="6387676" y="373264"/>
                  </a:lnTo>
                  <a:lnTo>
                    <a:pt x="6387802" y="373264"/>
                  </a:lnTo>
                  <a:lnTo>
                    <a:pt x="6387928" y="373264"/>
                  </a:lnTo>
                  <a:lnTo>
                    <a:pt x="6388054" y="373264"/>
                  </a:lnTo>
                  <a:lnTo>
                    <a:pt x="6388181" y="373264"/>
                  </a:lnTo>
                  <a:lnTo>
                    <a:pt x="6388307" y="373264"/>
                  </a:lnTo>
                  <a:lnTo>
                    <a:pt x="6388433" y="373264"/>
                  </a:lnTo>
                  <a:lnTo>
                    <a:pt x="6388559" y="373264"/>
                  </a:lnTo>
                  <a:lnTo>
                    <a:pt x="6388686" y="373264"/>
                  </a:lnTo>
                  <a:lnTo>
                    <a:pt x="6388812" y="373264"/>
                  </a:lnTo>
                  <a:lnTo>
                    <a:pt x="6388938" y="373264"/>
                  </a:lnTo>
                  <a:lnTo>
                    <a:pt x="6389064" y="373264"/>
                  </a:lnTo>
                  <a:lnTo>
                    <a:pt x="6389064" y="368353"/>
                  </a:lnTo>
                  <a:lnTo>
                    <a:pt x="6389191" y="368353"/>
                  </a:lnTo>
                  <a:lnTo>
                    <a:pt x="6389317" y="368353"/>
                  </a:lnTo>
                  <a:lnTo>
                    <a:pt x="6389443" y="368353"/>
                  </a:lnTo>
                  <a:lnTo>
                    <a:pt x="6389569" y="368353"/>
                  </a:lnTo>
                  <a:lnTo>
                    <a:pt x="6389696" y="368353"/>
                  </a:lnTo>
                  <a:lnTo>
                    <a:pt x="6389822" y="368353"/>
                  </a:lnTo>
                  <a:lnTo>
                    <a:pt x="6389948" y="368353"/>
                  </a:lnTo>
                  <a:lnTo>
                    <a:pt x="6390074" y="368353"/>
                  </a:lnTo>
                  <a:lnTo>
                    <a:pt x="6390201" y="368353"/>
                  </a:lnTo>
                  <a:lnTo>
                    <a:pt x="6390327" y="368353"/>
                  </a:lnTo>
                  <a:lnTo>
                    <a:pt x="6390453" y="368353"/>
                  </a:lnTo>
                  <a:lnTo>
                    <a:pt x="6390579" y="368353"/>
                  </a:lnTo>
                  <a:lnTo>
                    <a:pt x="6390706" y="368353"/>
                  </a:lnTo>
                  <a:lnTo>
                    <a:pt x="6390832" y="368353"/>
                  </a:lnTo>
                  <a:lnTo>
                    <a:pt x="6390958" y="368353"/>
                  </a:lnTo>
                  <a:lnTo>
                    <a:pt x="6391084" y="368353"/>
                  </a:lnTo>
                  <a:lnTo>
                    <a:pt x="6391211" y="368353"/>
                  </a:lnTo>
                  <a:lnTo>
                    <a:pt x="6391337" y="368353"/>
                  </a:lnTo>
                  <a:lnTo>
                    <a:pt x="6391463" y="368353"/>
                  </a:lnTo>
                  <a:lnTo>
                    <a:pt x="6391589" y="368353"/>
                  </a:lnTo>
                  <a:lnTo>
                    <a:pt x="6391716" y="368353"/>
                  </a:lnTo>
                  <a:lnTo>
                    <a:pt x="6391842" y="368353"/>
                  </a:lnTo>
                  <a:lnTo>
                    <a:pt x="6391968" y="368353"/>
                  </a:lnTo>
                  <a:lnTo>
                    <a:pt x="6392095" y="368353"/>
                  </a:lnTo>
                  <a:lnTo>
                    <a:pt x="6392221" y="368353"/>
                  </a:lnTo>
                  <a:lnTo>
                    <a:pt x="6392347" y="368353"/>
                  </a:lnTo>
                  <a:lnTo>
                    <a:pt x="6392473" y="368353"/>
                  </a:lnTo>
                  <a:lnTo>
                    <a:pt x="6392600" y="368353"/>
                  </a:lnTo>
                  <a:lnTo>
                    <a:pt x="6392726" y="368353"/>
                  </a:lnTo>
                  <a:lnTo>
                    <a:pt x="6392852" y="368353"/>
                  </a:lnTo>
                  <a:lnTo>
                    <a:pt x="6392978" y="368353"/>
                  </a:lnTo>
                  <a:lnTo>
                    <a:pt x="6393105" y="368353"/>
                  </a:lnTo>
                  <a:lnTo>
                    <a:pt x="6393231" y="368353"/>
                  </a:lnTo>
                  <a:lnTo>
                    <a:pt x="6393357" y="368353"/>
                  </a:lnTo>
                  <a:lnTo>
                    <a:pt x="6393483" y="368353"/>
                  </a:lnTo>
                  <a:lnTo>
                    <a:pt x="6393610" y="368353"/>
                  </a:lnTo>
                  <a:lnTo>
                    <a:pt x="6393736" y="368353"/>
                  </a:lnTo>
                  <a:lnTo>
                    <a:pt x="6393862" y="368353"/>
                  </a:lnTo>
                  <a:lnTo>
                    <a:pt x="6393988" y="368353"/>
                  </a:lnTo>
                  <a:lnTo>
                    <a:pt x="6394115" y="368353"/>
                  </a:lnTo>
                  <a:lnTo>
                    <a:pt x="6394241" y="368353"/>
                  </a:lnTo>
                  <a:lnTo>
                    <a:pt x="6394367" y="368353"/>
                  </a:lnTo>
                  <a:lnTo>
                    <a:pt x="6394493" y="368353"/>
                  </a:lnTo>
                  <a:lnTo>
                    <a:pt x="6394620" y="368353"/>
                  </a:lnTo>
                  <a:lnTo>
                    <a:pt x="6394746" y="368353"/>
                  </a:lnTo>
                  <a:lnTo>
                    <a:pt x="6394872" y="368353"/>
                  </a:lnTo>
                  <a:lnTo>
                    <a:pt x="6394998" y="368353"/>
                  </a:lnTo>
                  <a:lnTo>
                    <a:pt x="6395125" y="368353"/>
                  </a:lnTo>
                  <a:lnTo>
                    <a:pt x="6395251" y="368353"/>
                  </a:lnTo>
                  <a:lnTo>
                    <a:pt x="6395377" y="368353"/>
                  </a:lnTo>
                  <a:lnTo>
                    <a:pt x="6395503" y="368353"/>
                  </a:lnTo>
                  <a:lnTo>
                    <a:pt x="6395630" y="368353"/>
                  </a:lnTo>
                  <a:lnTo>
                    <a:pt x="6395756" y="368353"/>
                  </a:lnTo>
                  <a:lnTo>
                    <a:pt x="6395882" y="368353"/>
                  </a:lnTo>
                  <a:lnTo>
                    <a:pt x="6396008" y="368353"/>
                  </a:lnTo>
                  <a:lnTo>
                    <a:pt x="6396135" y="368353"/>
                  </a:lnTo>
                  <a:lnTo>
                    <a:pt x="6396261" y="368353"/>
                  </a:lnTo>
                  <a:lnTo>
                    <a:pt x="6396387" y="368353"/>
                  </a:lnTo>
                  <a:lnTo>
                    <a:pt x="6396513" y="368353"/>
                  </a:lnTo>
                  <a:lnTo>
                    <a:pt x="6396640" y="368353"/>
                  </a:lnTo>
                  <a:lnTo>
                    <a:pt x="6396766" y="368353"/>
                  </a:lnTo>
                  <a:lnTo>
                    <a:pt x="6396892" y="368353"/>
                  </a:lnTo>
                  <a:lnTo>
                    <a:pt x="6397019" y="368353"/>
                  </a:lnTo>
                  <a:lnTo>
                    <a:pt x="6397145" y="368353"/>
                  </a:lnTo>
                  <a:lnTo>
                    <a:pt x="6397271" y="368353"/>
                  </a:lnTo>
                  <a:lnTo>
                    <a:pt x="6397397" y="368353"/>
                  </a:lnTo>
                  <a:lnTo>
                    <a:pt x="6397524" y="368353"/>
                  </a:lnTo>
                  <a:lnTo>
                    <a:pt x="6397650" y="368353"/>
                  </a:lnTo>
                  <a:lnTo>
                    <a:pt x="6397776" y="368353"/>
                  </a:lnTo>
                  <a:lnTo>
                    <a:pt x="6397902" y="368353"/>
                  </a:lnTo>
                  <a:lnTo>
                    <a:pt x="6398029" y="368353"/>
                  </a:lnTo>
                  <a:lnTo>
                    <a:pt x="6398155" y="368353"/>
                  </a:lnTo>
                  <a:lnTo>
                    <a:pt x="6398281" y="368353"/>
                  </a:lnTo>
                  <a:lnTo>
                    <a:pt x="6398407" y="368353"/>
                  </a:lnTo>
                  <a:lnTo>
                    <a:pt x="6398534" y="368353"/>
                  </a:lnTo>
                  <a:lnTo>
                    <a:pt x="6398660" y="368353"/>
                  </a:lnTo>
                  <a:lnTo>
                    <a:pt x="6398786" y="368353"/>
                  </a:lnTo>
                  <a:lnTo>
                    <a:pt x="6398912" y="368353"/>
                  </a:lnTo>
                  <a:lnTo>
                    <a:pt x="6399039" y="368353"/>
                  </a:lnTo>
                  <a:lnTo>
                    <a:pt x="6399165" y="368353"/>
                  </a:lnTo>
                  <a:lnTo>
                    <a:pt x="6399291" y="368353"/>
                  </a:lnTo>
                  <a:lnTo>
                    <a:pt x="6399417" y="368353"/>
                  </a:lnTo>
                  <a:lnTo>
                    <a:pt x="6399544" y="368353"/>
                  </a:lnTo>
                  <a:lnTo>
                    <a:pt x="6399670" y="368353"/>
                  </a:lnTo>
                  <a:lnTo>
                    <a:pt x="6399796" y="368353"/>
                  </a:lnTo>
                  <a:lnTo>
                    <a:pt x="6399922" y="368353"/>
                  </a:lnTo>
                  <a:lnTo>
                    <a:pt x="6400049" y="368353"/>
                  </a:lnTo>
                  <a:lnTo>
                    <a:pt x="6400175" y="368353"/>
                  </a:lnTo>
                  <a:lnTo>
                    <a:pt x="6400301" y="368353"/>
                  </a:lnTo>
                  <a:lnTo>
                    <a:pt x="6400427" y="368353"/>
                  </a:lnTo>
                  <a:lnTo>
                    <a:pt x="6400554" y="368353"/>
                  </a:lnTo>
                  <a:lnTo>
                    <a:pt x="6400680" y="368353"/>
                  </a:lnTo>
                  <a:lnTo>
                    <a:pt x="6400806" y="368353"/>
                  </a:lnTo>
                  <a:lnTo>
                    <a:pt x="6400932" y="368353"/>
                  </a:lnTo>
                  <a:lnTo>
                    <a:pt x="6401059" y="368353"/>
                  </a:lnTo>
                  <a:lnTo>
                    <a:pt x="6401185" y="368353"/>
                  </a:lnTo>
                  <a:lnTo>
                    <a:pt x="6401311" y="368353"/>
                  </a:lnTo>
                  <a:lnTo>
                    <a:pt x="6401437" y="368353"/>
                  </a:lnTo>
                  <a:lnTo>
                    <a:pt x="6401564" y="368353"/>
                  </a:lnTo>
                  <a:lnTo>
                    <a:pt x="6401690" y="368353"/>
                  </a:lnTo>
                  <a:lnTo>
                    <a:pt x="6401816" y="368353"/>
                  </a:lnTo>
                  <a:lnTo>
                    <a:pt x="6401942" y="368353"/>
                  </a:lnTo>
                  <a:lnTo>
                    <a:pt x="6402069" y="368353"/>
                  </a:lnTo>
                  <a:lnTo>
                    <a:pt x="6402195" y="368353"/>
                  </a:lnTo>
                  <a:lnTo>
                    <a:pt x="6402321" y="368353"/>
                  </a:lnTo>
                  <a:lnTo>
                    <a:pt x="6402448" y="368353"/>
                  </a:lnTo>
                  <a:lnTo>
                    <a:pt x="6402574" y="368353"/>
                  </a:lnTo>
                  <a:lnTo>
                    <a:pt x="6402700" y="368353"/>
                  </a:lnTo>
                  <a:lnTo>
                    <a:pt x="6402826" y="368353"/>
                  </a:lnTo>
                  <a:lnTo>
                    <a:pt x="6402953" y="368353"/>
                  </a:lnTo>
                  <a:lnTo>
                    <a:pt x="6403079" y="368353"/>
                  </a:lnTo>
                  <a:lnTo>
                    <a:pt x="6403205" y="368353"/>
                  </a:lnTo>
                  <a:lnTo>
                    <a:pt x="6403331" y="368353"/>
                  </a:lnTo>
                  <a:lnTo>
                    <a:pt x="6403458" y="368353"/>
                  </a:lnTo>
                  <a:lnTo>
                    <a:pt x="6403584" y="368353"/>
                  </a:lnTo>
                  <a:lnTo>
                    <a:pt x="6403710" y="368353"/>
                  </a:lnTo>
                  <a:lnTo>
                    <a:pt x="6403836" y="368353"/>
                  </a:lnTo>
                  <a:lnTo>
                    <a:pt x="6403963" y="368353"/>
                  </a:lnTo>
                  <a:lnTo>
                    <a:pt x="6404089" y="368353"/>
                  </a:lnTo>
                  <a:lnTo>
                    <a:pt x="6404215" y="368353"/>
                  </a:lnTo>
                  <a:lnTo>
                    <a:pt x="6404341" y="368353"/>
                  </a:lnTo>
                  <a:lnTo>
                    <a:pt x="6404468" y="368353"/>
                  </a:lnTo>
                  <a:lnTo>
                    <a:pt x="6404594" y="368353"/>
                  </a:lnTo>
                  <a:lnTo>
                    <a:pt x="6404720" y="368353"/>
                  </a:lnTo>
                  <a:lnTo>
                    <a:pt x="6404846" y="368353"/>
                  </a:lnTo>
                  <a:lnTo>
                    <a:pt x="6404973" y="368353"/>
                  </a:lnTo>
                  <a:lnTo>
                    <a:pt x="6405099" y="368353"/>
                  </a:lnTo>
                  <a:lnTo>
                    <a:pt x="6405225" y="368353"/>
                  </a:lnTo>
                  <a:lnTo>
                    <a:pt x="6405351" y="368353"/>
                  </a:lnTo>
                  <a:lnTo>
                    <a:pt x="6405478" y="368353"/>
                  </a:lnTo>
                  <a:lnTo>
                    <a:pt x="6405604" y="368353"/>
                  </a:lnTo>
                  <a:lnTo>
                    <a:pt x="6405730" y="368353"/>
                  </a:lnTo>
                  <a:lnTo>
                    <a:pt x="6405856" y="368353"/>
                  </a:lnTo>
                  <a:lnTo>
                    <a:pt x="6405983" y="368353"/>
                  </a:lnTo>
                  <a:lnTo>
                    <a:pt x="6406109" y="368353"/>
                  </a:lnTo>
                  <a:lnTo>
                    <a:pt x="6406235" y="368353"/>
                  </a:lnTo>
                  <a:lnTo>
                    <a:pt x="6406361" y="368353"/>
                  </a:lnTo>
                  <a:lnTo>
                    <a:pt x="6406488" y="368353"/>
                  </a:lnTo>
                  <a:lnTo>
                    <a:pt x="6406614" y="368353"/>
                  </a:lnTo>
                  <a:lnTo>
                    <a:pt x="6406740" y="368353"/>
                  </a:lnTo>
                  <a:lnTo>
                    <a:pt x="6406866" y="368353"/>
                  </a:lnTo>
                  <a:lnTo>
                    <a:pt x="6406993" y="368353"/>
                  </a:lnTo>
                  <a:lnTo>
                    <a:pt x="6407119" y="368353"/>
                  </a:lnTo>
                  <a:lnTo>
                    <a:pt x="6407245" y="368353"/>
                  </a:lnTo>
                  <a:lnTo>
                    <a:pt x="6407372" y="368353"/>
                  </a:lnTo>
                  <a:lnTo>
                    <a:pt x="6407498" y="368353"/>
                  </a:lnTo>
                  <a:lnTo>
                    <a:pt x="6407624" y="368353"/>
                  </a:lnTo>
                  <a:lnTo>
                    <a:pt x="6407750" y="368353"/>
                  </a:lnTo>
                  <a:lnTo>
                    <a:pt x="6407877" y="368353"/>
                  </a:lnTo>
                  <a:lnTo>
                    <a:pt x="6408003" y="368353"/>
                  </a:lnTo>
                  <a:lnTo>
                    <a:pt x="6408129" y="368353"/>
                  </a:lnTo>
                  <a:lnTo>
                    <a:pt x="6408255" y="368353"/>
                  </a:lnTo>
                  <a:lnTo>
                    <a:pt x="6408382" y="368353"/>
                  </a:lnTo>
                  <a:lnTo>
                    <a:pt x="6408508" y="368353"/>
                  </a:lnTo>
                  <a:lnTo>
                    <a:pt x="6408634" y="368353"/>
                  </a:lnTo>
                  <a:lnTo>
                    <a:pt x="6408760" y="368353"/>
                  </a:lnTo>
                  <a:lnTo>
                    <a:pt x="6408887" y="368353"/>
                  </a:lnTo>
                  <a:lnTo>
                    <a:pt x="6409013" y="368353"/>
                  </a:lnTo>
                  <a:lnTo>
                    <a:pt x="6409139" y="368353"/>
                  </a:lnTo>
                  <a:lnTo>
                    <a:pt x="6409265" y="368353"/>
                  </a:lnTo>
                  <a:lnTo>
                    <a:pt x="6409392" y="368353"/>
                  </a:lnTo>
                  <a:lnTo>
                    <a:pt x="6409518" y="368353"/>
                  </a:lnTo>
                  <a:lnTo>
                    <a:pt x="6409644" y="368353"/>
                  </a:lnTo>
                  <a:lnTo>
                    <a:pt x="6409770" y="368353"/>
                  </a:lnTo>
                  <a:lnTo>
                    <a:pt x="6409897" y="368353"/>
                  </a:lnTo>
                  <a:lnTo>
                    <a:pt x="6410023" y="368353"/>
                  </a:lnTo>
                  <a:lnTo>
                    <a:pt x="6410149" y="368353"/>
                  </a:lnTo>
                  <a:lnTo>
                    <a:pt x="6410275" y="368353"/>
                  </a:lnTo>
                  <a:lnTo>
                    <a:pt x="6410402" y="368353"/>
                  </a:lnTo>
                  <a:lnTo>
                    <a:pt x="6410528" y="368353"/>
                  </a:lnTo>
                  <a:lnTo>
                    <a:pt x="6410654" y="368353"/>
                  </a:lnTo>
                  <a:lnTo>
                    <a:pt x="6410780" y="368353"/>
                  </a:lnTo>
                  <a:lnTo>
                    <a:pt x="6410907" y="368353"/>
                  </a:lnTo>
                  <a:lnTo>
                    <a:pt x="6411033" y="368353"/>
                  </a:lnTo>
                  <a:lnTo>
                    <a:pt x="6411159" y="368353"/>
                  </a:lnTo>
                  <a:lnTo>
                    <a:pt x="6411285" y="368353"/>
                  </a:lnTo>
                  <a:lnTo>
                    <a:pt x="6411285" y="363441"/>
                  </a:lnTo>
                  <a:lnTo>
                    <a:pt x="6411412" y="363441"/>
                  </a:lnTo>
                  <a:lnTo>
                    <a:pt x="6411538" y="363441"/>
                  </a:lnTo>
                  <a:lnTo>
                    <a:pt x="6411664" y="363441"/>
                  </a:lnTo>
                  <a:lnTo>
                    <a:pt x="6411790" y="363441"/>
                  </a:lnTo>
                  <a:lnTo>
                    <a:pt x="6411917" y="363441"/>
                  </a:lnTo>
                  <a:lnTo>
                    <a:pt x="6412043" y="363441"/>
                  </a:lnTo>
                  <a:lnTo>
                    <a:pt x="6412169" y="363441"/>
                  </a:lnTo>
                  <a:lnTo>
                    <a:pt x="6412295" y="363441"/>
                  </a:lnTo>
                  <a:lnTo>
                    <a:pt x="6412422" y="363441"/>
                  </a:lnTo>
                  <a:lnTo>
                    <a:pt x="6412548" y="363441"/>
                  </a:lnTo>
                  <a:lnTo>
                    <a:pt x="6412674" y="363441"/>
                  </a:lnTo>
                  <a:lnTo>
                    <a:pt x="6412801" y="363441"/>
                  </a:lnTo>
                  <a:lnTo>
                    <a:pt x="6412927" y="363441"/>
                  </a:lnTo>
                  <a:lnTo>
                    <a:pt x="6413053" y="363441"/>
                  </a:lnTo>
                  <a:lnTo>
                    <a:pt x="6413179" y="363441"/>
                  </a:lnTo>
                  <a:lnTo>
                    <a:pt x="6413306" y="363441"/>
                  </a:lnTo>
                  <a:lnTo>
                    <a:pt x="6413432" y="363441"/>
                  </a:lnTo>
                  <a:lnTo>
                    <a:pt x="6413558" y="363441"/>
                  </a:lnTo>
                  <a:lnTo>
                    <a:pt x="6413684" y="363441"/>
                  </a:lnTo>
                  <a:lnTo>
                    <a:pt x="6413811" y="363441"/>
                  </a:lnTo>
                  <a:lnTo>
                    <a:pt x="6413937" y="363441"/>
                  </a:lnTo>
                  <a:lnTo>
                    <a:pt x="6414063" y="363441"/>
                  </a:lnTo>
                  <a:lnTo>
                    <a:pt x="6414189" y="363441"/>
                  </a:lnTo>
                  <a:lnTo>
                    <a:pt x="6414316" y="363441"/>
                  </a:lnTo>
                  <a:lnTo>
                    <a:pt x="6414442" y="363441"/>
                  </a:lnTo>
                  <a:lnTo>
                    <a:pt x="6414568" y="363441"/>
                  </a:lnTo>
                  <a:lnTo>
                    <a:pt x="6414694" y="363441"/>
                  </a:lnTo>
                  <a:lnTo>
                    <a:pt x="6414821" y="363441"/>
                  </a:lnTo>
                  <a:lnTo>
                    <a:pt x="6414947" y="363441"/>
                  </a:lnTo>
                  <a:lnTo>
                    <a:pt x="6415073" y="363441"/>
                  </a:lnTo>
                  <a:lnTo>
                    <a:pt x="6415199" y="363441"/>
                  </a:lnTo>
                  <a:lnTo>
                    <a:pt x="6415326" y="363441"/>
                  </a:lnTo>
                  <a:lnTo>
                    <a:pt x="6415452" y="363441"/>
                  </a:lnTo>
                  <a:lnTo>
                    <a:pt x="6415578" y="363441"/>
                  </a:lnTo>
                  <a:lnTo>
                    <a:pt x="6415704" y="363441"/>
                  </a:lnTo>
                  <a:lnTo>
                    <a:pt x="6415831" y="363441"/>
                  </a:lnTo>
                  <a:lnTo>
                    <a:pt x="6415957" y="363441"/>
                  </a:lnTo>
                  <a:lnTo>
                    <a:pt x="6415957" y="358530"/>
                  </a:lnTo>
                  <a:lnTo>
                    <a:pt x="6416083" y="358530"/>
                  </a:lnTo>
                  <a:lnTo>
                    <a:pt x="6416209" y="358530"/>
                  </a:lnTo>
                  <a:lnTo>
                    <a:pt x="6416336" y="358530"/>
                  </a:lnTo>
                  <a:lnTo>
                    <a:pt x="6416462" y="358530"/>
                  </a:lnTo>
                  <a:lnTo>
                    <a:pt x="6416588" y="358530"/>
                  </a:lnTo>
                  <a:lnTo>
                    <a:pt x="6416714" y="358530"/>
                  </a:lnTo>
                  <a:lnTo>
                    <a:pt x="6416841" y="358530"/>
                  </a:lnTo>
                  <a:lnTo>
                    <a:pt x="6416967" y="358530"/>
                  </a:lnTo>
                  <a:lnTo>
                    <a:pt x="6417093" y="358530"/>
                  </a:lnTo>
                  <a:lnTo>
                    <a:pt x="6417219" y="358530"/>
                  </a:lnTo>
                  <a:lnTo>
                    <a:pt x="6417346" y="358530"/>
                  </a:lnTo>
                  <a:lnTo>
                    <a:pt x="6417472" y="358530"/>
                  </a:lnTo>
                  <a:lnTo>
                    <a:pt x="6417598" y="358530"/>
                  </a:lnTo>
                  <a:lnTo>
                    <a:pt x="6417725" y="358530"/>
                  </a:lnTo>
                  <a:lnTo>
                    <a:pt x="6417851" y="358530"/>
                  </a:lnTo>
                  <a:lnTo>
                    <a:pt x="6417977" y="358530"/>
                  </a:lnTo>
                  <a:lnTo>
                    <a:pt x="6418103" y="358530"/>
                  </a:lnTo>
                  <a:lnTo>
                    <a:pt x="6418230" y="358530"/>
                  </a:lnTo>
                  <a:lnTo>
                    <a:pt x="6418356" y="358530"/>
                  </a:lnTo>
                  <a:lnTo>
                    <a:pt x="6418482" y="358530"/>
                  </a:lnTo>
                  <a:lnTo>
                    <a:pt x="6418608" y="358530"/>
                  </a:lnTo>
                  <a:lnTo>
                    <a:pt x="6418735" y="358530"/>
                  </a:lnTo>
                  <a:lnTo>
                    <a:pt x="6418861" y="358530"/>
                  </a:lnTo>
                  <a:lnTo>
                    <a:pt x="6418987" y="358530"/>
                  </a:lnTo>
                  <a:lnTo>
                    <a:pt x="6419113" y="358530"/>
                  </a:lnTo>
                  <a:lnTo>
                    <a:pt x="6419240" y="358530"/>
                  </a:lnTo>
                  <a:lnTo>
                    <a:pt x="6419240" y="353618"/>
                  </a:lnTo>
                  <a:lnTo>
                    <a:pt x="6419366" y="353618"/>
                  </a:lnTo>
                  <a:lnTo>
                    <a:pt x="6419492" y="353618"/>
                  </a:lnTo>
                  <a:lnTo>
                    <a:pt x="6419618" y="353618"/>
                  </a:lnTo>
                  <a:lnTo>
                    <a:pt x="6419745" y="353618"/>
                  </a:lnTo>
                  <a:lnTo>
                    <a:pt x="6419871" y="353618"/>
                  </a:lnTo>
                  <a:lnTo>
                    <a:pt x="6419997" y="353618"/>
                  </a:lnTo>
                  <a:lnTo>
                    <a:pt x="6420123" y="353618"/>
                  </a:lnTo>
                  <a:lnTo>
                    <a:pt x="6420250" y="353618"/>
                  </a:lnTo>
                  <a:lnTo>
                    <a:pt x="6420376" y="353618"/>
                  </a:lnTo>
                  <a:lnTo>
                    <a:pt x="6420502" y="353618"/>
                  </a:lnTo>
                  <a:lnTo>
                    <a:pt x="6420628" y="353618"/>
                  </a:lnTo>
                  <a:lnTo>
                    <a:pt x="6420755" y="353618"/>
                  </a:lnTo>
                  <a:lnTo>
                    <a:pt x="6420881" y="353618"/>
                  </a:lnTo>
                  <a:lnTo>
                    <a:pt x="6421007" y="353618"/>
                  </a:lnTo>
                  <a:lnTo>
                    <a:pt x="6421133" y="353618"/>
                  </a:lnTo>
                  <a:lnTo>
                    <a:pt x="6421260" y="353618"/>
                  </a:lnTo>
                  <a:lnTo>
                    <a:pt x="6421386" y="353618"/>
                  </a:lnTo>
                  <a:lnTo>
                    <a:pt x="6421512" y="353618"/>
                  </a:lnTo>
                  <a:lnTo>
                    <a:pt x="6421638" y="353618"/>
                  </a:lnTo>
                  <a:lnTo>
                    <a:pt x="6421765" y="353618"/>
                  </a:lnTo>
                  <a:lnTo>
                    <a:pt x="6421891" y="353618"/>
                  </a:lnTo>
                  <a:lnTo>
                    <a:pt x="6422017" y="353618"/>
                  </a:lnTo>
                  <a:lnTo>
                    <a:pt x="6422143" y="353618"/>
                  </a:lnTo>
                  <a:lnTo>
                    <a:pt x="6422270" y="353618"/>
                  </a:lnTo>
                  <a:lnTo>
                    <a:pt x="6422396" y="353618"/>
                  </a:lnTo>
                  <a:lnTo>
                    <a:pt x="6422522" y="353618"/>
                  </a:lnTo>
                  <a:lnTo>
                    <a:pt x="6422649" y="353618"/>
                  </a:lnTo>
                  <a:lnTo>
                    <a:pt x="6422775" y="353618"/>
                  </a:lnTo>
                  <a:lnTo>
                    <a:pt x="6422901" y="353618"/>
                  </a:lnTo>
                  <a:lnTo>
                    <a:pt x="6423027" y="353618"/>
                  </a:lnTo>
                  <a:lnTo>
                    <a:pt x="6423154" y="353618"/>
                  </a:lnTo>
                  <a:lnTo>
                    <a:pt x="6423280" y="353618"/>
                  </a:lnTo>
                  <a:lnTo>
                    <a:pt x="6423406" y="353618"/>
                  </a:lnTo>
                  <a:lnTo>
                    <a:pt x="6423532" y="353618"/>
                  </a:lnTo>
                  <a:lnTo>
                    <a:pt x="6423659" y="353618"/>
                  </a:lnTo>
                  <a:lnTo>
                    <a:pt x="6423785" y="353618"/>
                  </a:lnTo>
                  <a:lnTo>
                    <a:pt x="6423911" y="353618"/>
                  </a:lnTo>
                  <a:lnTo>
                    <a:pt x="6424037" y="353618"/>
                  </a:lnTo>
                  <a:lnTo>
                    <a:pt x="6424164" y="353618"/>
                  </a:lnTo>
                  <a:lnTo>
                    <a:pt x="6424290" y="353618"/>
                  </a:lnTo>
                  <a:lnTo>
                    <a:pt x="6424416" y="353618"/>
                  </a:lnTo>
                  <a:lnTo>
                    <a:pt x="6424542" y="353618"/>
                  </a:lnTo>
                  <a:lnTo>
                    <a:pt x="6424669" y="353618"/>
                  </a:lnTo>
                  <a:lnTo>
                    <a:pt x="6424795" y="353618"/>
                  </a:lnTo>
                  <a:lnTo>
                    <a:pt x="6424921" y="353618"/>
                  </a:lnTo>
                  <a:lnTo>
                    <a:pt x="6425047" y="353618"/>
                  </a:lnTo>
                  <a:lnTo>
                    <a:pt x="6425174" y="353618"/>
                  </a:lnTo>
                  <a:lnTo>
                    <a:pt x="6425300" y="353618"/>
                  </a:lnTo>
                  <a:lnTo>
                    <a:pt x="6425426" y="353618"/>
                  </a:lnTo>
                  <a:lnTo>
                    <a:pt x="6425552" y="353618"/>
                  </a:lnTo>
                  <a:lnTo>
                    <a:pt x="6425679" y="353618"/>
                  </a:lnTo>
                  <a:lnTo>
                    <a:pt x="6425805" y="353618"/>
                  </a:lnTo>
                  <a:lnTo>
                    <a:pt x="6425931" y="353618"/>
                  </a:lnTo>
                  <a:lnTo>
                    <a:pt x="6426057" y="353618"/>
                  </a:lnTo>
                  <a:lnTo>
                    <a:pt x="6426184" y="353618"/>
                  </a:lnTo>
                  <a:lnTo>
                    <a:pt x="6426310" y="353618"/>
                  </a:lnTo>
                  <a:lnTo>
                    <a:pt x="6426436" y="353618"/>
                  </a:lnTo>
                  <a:lnTo>
                    <a:pt x="6426562" y="353618"/>
                  </a:lnTo>
                  <a:lnTo>
                    <a:pt x="6426689" y="353618"/>
                  </a:lnTo>
                  <a:lnTo>
                    <a:pt x="6426815" y="353618"/>
                  </a:lnTo>
                  <a:lnTo>
                    <a:pt x="6426941" y="353618"/>
                  </a:lnTo>
                  <a:lnTo>
                    <a:pt x="6427067" y="353618"/>
                  </a:lnTo>
                  <a:lnTo>
                    <a:pt x="6427194" y="353618"/>
                  </a:lnTo>
                  <a:lnTo>
                    <a:pt x="6427320" y="353618"/>
                  </a:lnTo>
                  <a:lnTo>
                    <a:pt x="6427446" y="353618"/>
                  </a:lnTo>
                  <a:lnTo>
                    <a:pt x="6427572" y="353618"/>
                  </a:lnTo>
                  <a:lnTo>
                    <a:pt x="6427699" y="353618"/>
                  </a:lnTo>
                  <a:lnTo>
                    <a:pt x="6427825" y="353618"/>
                  </a:lnTo>
                  <a:lnTo>
                    <a:pt x="6427951" y="353618"/>
                  </a:lnTo>
                  <a:lnTo>
                    <a:pt x="6428078" y="353618"/>
                  </a:lnTo>
                  <a:lnTo>
                    <a:pt x="6428204" y="353618"/>
                  </a:lnTo>
                  <a:lnTo>
                    <a:pt x="6428330" y="353618"/>
                  </a:lnTo>
                  <a:lnTo>
                    <a:pt x="6428456" y="353618"/>
                  </a:lnTo>
                  <a:lnTo>
                    <a:pt x="6428456" y="348707"/>
                  </a:lnTo>
                  <a:lnTo>
                    <a:pt x="6428583" y="348707"/>
                  </a:lnTo>
                  <a:lnTo>
                    <a:pt x="6428709" y="348707"/>
                  </a:lnTo>
                  <a:lnTo>
                    <a:pt x="6428835" y="348707"/>
                  </a:lnTo>
                  <a:lnTo>
                    <a:pt x="6428961" y="348707"/>
                  </a:lnTo>
                  <a:lnTo>
                    <a:pt x="6429088" y="348707"/>
                  </a:lnTo>
                  <a:lnTo>
                    <a:pt x="6429214" y="348707"/>
                  </a:lnTo>
                  <a:lnTo>
                    <a:pt x="6429340" y="348707"/>
                  </a:lnTo>
                  <a:lnTo>
                    <a:pt x="6429466" y="348707"/>
                  </a:lnTo>
                  <a:lnTo>
                    <a:pt x="6429593" y="348707"/>
                  </a:lnTo>
                  <a:lnTo>
                    <a:pt x="6429719" y="348707"/>
                  </a:lnTo>
                  <a:lnTo>
                    <a:pt x="6429845" y="348707"/>
                  </a:lnTo>
                  <a:lnTo>
                    <a:pt x="6429971" y="348707"/>
                  </a:lnTo>
                  <a:lnTo>
                    <a:pt x="6430098" y="348707"/>
                  </a:lnTo>
                  <a:lnTo>
                    <a:pt x="6430224" y="348707"/>
                  </a:lnTo>
                  <a:lnTo>
                    <a:pt x="6430350" y="348707"/>
                  </a:lnTo>
                  <a:lnTo>
                    <a:pt x="6430476" y="348707"/>
                  </a:lnTo>
                  <a:lnTo>
                    <a:pt x="6430603" y="348707"/>
                  </a:lnTo>
                  <a:lnTo>
                    <a:pt x="6430729" y="348707"/>
                  </a:lnTo>
                  <a:lnTo>
                    <a:pt x="6430855" y="348707"/>
                  </a:lnTo>
                  <a:lnTo>
                    <a:pt x="6430981" y="348707"/>
                  </a:lnTo>
                  <a:lnTo>
                    <a:pt x="6431108" y="348707"/>
                  </a:lnTo>
                  <a:lnTo>
                    <a:pt x="6431234" y="348707"/>
                  </a:lnTo>
                  <a:lnTo>
                    <a:pt x="6431360" y="348707"/>
                  </a:lnTo>
                  <a:lnTo>
                    <a:pt x="6431486" y="348707"/>
                  </a:lnTo>
                  <a:lnTo>
                    <a:pt x="6431613" y="348707"/>
                  </a:lnTo>
                  <a:lnTo>
                    <a:pt x="6431739" y="348707"/>
                  </a:lnTo>
                  <a:lnTo>
                    <a:pt x="6431865" y="348707"/>
                  </a:lnTo>
                  <a:lnTo>
                    <a:pt x="6431991" y="348707"/>
                  </a:lnTo>
                  <a:lnTo>
                    <a:pt x="6432118" y="348707"/>
                  </a:lnTo>
                  <a:lnTo>
                    <a:pt x="6432244" y="348707"/>
                  </a:lnTo>
                  <a:lnTo>
                    <a:pt x="6432370" y="348707"/>
                  </a:lnTo>
                  <a:lnTo>
                    <a:pt x="6432496" y="348707"/>
                  </a:lnTo>
                  <a:lnTo>
                    <a:pt x="6432623" y="348707"/>
                  </a:lnTo>
                  <a:lnTo>
                    <a:pt x="6432749" y="348707"/>
                  </a:lnTo>
                  <a:lnTo>
                    <a:pt x="6432875" y="348707"/>
                  </a:lnTo>
                  <a:lnTo>
                    <a:pt x="6433002" y="348707"/>
                  </a:lnTo>
                  <a:lnTo>
                    <a:pt x="6433128" y="348707"/>
                  </a:lnTo>
                  <a:lnTo>
                    <a:pt x="6433254" y="348707"/>
                  </a:lnTo>
                  <a:lnTo>
                    <a:pt x="6433380" y="348707"/>
                  </a:lnTo>
                  <a:lnTo>
                    <a:pt x="6433507" y="348707"/>
                  </a:lnTo>
                  <a:lnTo>
                    <a:pt x="6433633" y="348707"/>
                  </a:lnTo>
                  <a:lnTo>
                    <a:pt x="6433759" y="348707"/>
                  </a:lnTo>
                  <a:lnTo>
                    <a:pt x="6433885" y="348707"/>
                  </a:lnTo>
                  <a:lnTo>
                    <a:pt x="6434012" y="348707"/>
                  </a:lnTo>
                  <a:lnTo>
                    <a:pt x="6434138" y="348707"/>
                  </a:lnTo>
                  <a:lnTo>
                    <a:pt x="6434264" y="348707"/>
                  </a:lnTo>
                  <a:lnTo>
                    <a:pt x="6434390" y="348707"/>
                  </a:lnTo>
                  <a:lnTo>
                    <a:pt x="6434517" y="348707"/>
                  </a:lnTo>
                  <a:lnTo>
                    <a:pt x="6434643" y="348707"/>
                  </a:lnTo>
                  <a:lnTo>
                    <a:pt x="6434769" y="348707"/>
                  </a:lnTo>
                  <a:lnTo>
                    <a:pt x="6434895" y="348707"/>
                  </a:lnTo>
                  <a:lnTo>
                    <a:pt x="6435022" y="348707"/>
                  </a:lnTo>
                  <a:lnTo>
                    <a:pt x="6435148" y="348707"/>
                  </a:lnTo>
                  <a:lnTo>
                    <a:pt x="6435274" y="348707"/>
                  </a:lnTo>
                  <a:lnTo>
                    <a:pt x="6435400" y="348707"/>
                  </a:lnTo>
                  <a:lnTo>
                    <a:pt x="6435527" y="348707"/>
                  </a:lnTo>
                  <a:lnTo>
                    <a:pt x="6435653" y="348707"/>
                  </a:lnTo>
                  <a:lnTo>
                    <a:pt x="6435779" y="348707"/>
                  </a:lnTo>
                  <a:lnTo>
                    <a:pt x="6435905" y="348707"/>
                  </a:lnTo>
                  <a:lnTo>
                    <a:pt x="6436032" y="348707"/>
                  </a:lnTo>
                  <a:lnTo>
                    <a:pt x="6436158" y="348707"/>
                  </a:lnTo>
                  <a:lnTo>
                    <a:pt x="6436284" y="348707"/>
                  </a:lnTo>
                  <a:lnTo>
                    <a:pt x="6436410" y="348707"/>
                  </a:lnTo>
                  <a:lnTo>
                    <a:pt x="6436537" y="348707"/>
                  </a:lnTo>
                  <a:lnTo>
                    <a:pt x="6436663" y="348707"/>
                  </a:lnTo>
                  <a:lnTo>
                    <a:pt x="6436789" y="348707"/>
                  </a:lnTo>
                  <a:lnTo>
                    <a:pt x="6436915" y="348707"/>
                  </a:lnTo>
                  <a:lnTo>
                    <a:pt x="6437042" y="348707"/>
                  </a:lnTo>
                  <a:lnTo>
                    <a:pt x="6437168" y="348707"/>
                  </a:lnTo>
                  <a:lnTo>
                    <a:pt x="6437294" y="348707"/>
                  </a:lnTo>
                  <a:lnTo>
                    <a:pt x="6437420" y="348707"/>
                  </a:lnTo>
                  <a:lnTo>
                    <a:pt x="6437547" y="348707"/>
                  </a:lnTo>
                  <a:lnTo>
                    <a:pt x="6437673" y="348707"/>
                  </a:lnTo>
                  <a:lnTo>
                    <a:pt x="6437799" y="348707"/>
                  </a:lnTo>
                  <a:lnTo>
                    <a:pt x="6437925" y="348707"/>
                  </a:lnTo>
                  <a:lnTo>
                    <a:pt x="6438052" y="348707"/>
                  </a:lnTo>
                  <a:lnTo>
                    <a:pt x="6438178" y="348707"/>
                  </a:lnTo>
                  <a:lnTo>
                    <a:pt x="6438304" y="348707"/>
                  </a:lnTo>
                  <a:lnTo>
                    <a:pt x="6438431" y="348707"/>
                  </a:lnTo>
                  <a:lnTo>
                    <a:pt x="6438557" y="348707"/>
                  </a:lnTo>
                  <a:lnTo>
                    <a:pt x="6438683" y="348707"/>
                  </a:lnTo>
                  <a:lnTo>
                    <a:pt x="6438809" y="348707"/>
                  </a:lnTo>
                  <a:lnTo>
                    <a:pt x="6438936" y="348707"/>
                  </a:lnTo>
                  <a:lnTo>
                    <a:pt x="6439062" y="348707"/>
                  </a:lnTo>
                  <a:lnTo>
                    <a:pt x="6439188" y="348707"/>
                  </a:lnTo>
                  <a:lnTo>
                    <a:pt x="6439314" y="348707"/>
                  </a:lnTo>
                  <a:lnTo>
                    <a:pt x="6439441" y="348707"/>
                  </a:lnTo>
                  <a:lnTo>
                    <a:pt x="6439567" y="348707"/>
                  </a:lnTo>
                  <a:lnTo>
                    <a:pt x="6439693" y="348707"/>
                  </a:lnTo>
                  <a:lnTo>
                    <a:pt x="6439819" y="348707"/>
                  </a:lnTo>
                  <a:lnTo>
                    <a:pt x="6439946" y="348707"/>
                  </a:lnTo>
                  <a:lnTo>
                    <a:pt x="6440072" y="348707"/>
                  </a:lnTo>
                  <a:lnTo>
                    <a:pt x="6440198" y="348707"/>
                  </a:lnTo>
                  <a:lnTo>
                    <a:pt x="6440324" y="348707"/>
                  </a:lnTo>
                  <a:lnTo>
                    <a:pt x="6440451" y="348707"/>
                  </a:lnTo>
                  <a:lnTo>
                    <a:pt x="6440577" y="348707"/>
                  </a:lnTo>
                  <a:lnTo>
                    <a:pt x="6440703" y="348707"/>
                  </a:lnTo>
                  <a:lnTo>
                    <a:pt x="6440829" y="348707"/>
                  </a:lnTo>
                  <a:lnTo>
                    <a:pt x="6440956" y="348707"/>
                  </a:lnTo>
                  <a:lnTo>
                    <a:pt x="6441082" y="348707"/>
                  </a:lnTo>
                  <a:lnTo>
                    <a:pt x="6441208" y="348707"/>
                  </a:lnTo>
                  <a:lnTo>
                    <a:pt x="6441334" y="348707"/>
                  </a:lnTo>
                  <a:lnTo>
                    <a:pt x="6441461" y="348707"/>
                  </a:lnTo>
                  <a:lnTo>
                    <a:pt x="6441587" y="348707"/>
                  </a:lnTo>
                  <a:lnTo>
                    <a:pt x="6441713" y="348707"/>
                  </a:lnTo>
                  <a:lnTo>
                    <a:pt x="6441839" y="348707"/>
                  </a:lnTo>
                  <a:lnTo>
                    <a:pt x="6441966" y="348707"/>
                  </a:lnTo>
                  <a:lnTo>
                    <a:pt x="6442092" y="348707"/>
                  </a:lnTo>
                  <a:lnTo>
                    <a:pt x="6442218" y="348707"/>
                  </a:lnTo>
                  <a:lnTo>
                    <a:pt x="6442344" y="348707"/>
                  </a:lnTo>
                  <a:lnTo>
                    <a:pt x="6442471" y="348707"/>
                  </a:lnTo>
                  <a:lnTo>
                    <a:pt x="6442597" y="348707"/>
                  </a:lnTo>
                  <a:lnTo>
                    <a:pt x="6442723" y="348707"/>
                  </a:lnTo>
                  <a:lnTo>
                    <a:pt x="6442849" y="348707"/>
                  </a:lnTo>
                  <a:lnTo>
                    <a:pt x="6442976" y="348707"/>
                  </a:lnTo>
                  <a:lnTo>
                    <a:pt x="6443102" y="348707"/>
                  </a:lnTo>
                  <a:lnTo>
                    <a:pt x="6443228" y="348707"/>
                  </a:lnTo>
                  <a:lnTo>
                    <a:pt x="6443355" y="348707"/>
                  </a:lnTo>
                  <a:lnTo>
                    <a:pt x="6443481" y="348707"/>
                  </a:lnTo>
                  <a:lnTo>
                    <a:pt x="6443607" y="348707"/>
                  </a:lnTo>
                  <a:lnTo>
                    <a:pt x="6443733" y="348707"/>
                  </a:lnTo>
                  <a:lnTo>
                    <a:pt x="6443860" y="348707"/>
                  </a:lnTo>
                  <a:lnTo>
                    <a:pt x="6443986" y="348707"/>
                  </a:lnTo>
                  <a:lnTo>
                    <a:pt x="6444112" y="348707"/>
                  </a:lnTo>
                  <a:lnTo>
                    <a:pt x="6444238" y="348707"/>
                  </a:lnTo>
                  <a:lnTo>
                    <a:pt x="6444365" y="348707"/>
                  </a:lnTo>
                  <a:lnTo>
                    <a:pt x="6444491" y="348707"/>
                  </a:lnTo>
                  <a:lnTo>
                    <a:pt x="6444617" y="348707"/>
                  </a:lnTo>
                  <a:lnTo>
                    <a:pt x="6444743" y="348707"/>
                  </a:lnTo>
                  <a:lnTo>
                    <a:pt x="6444870" y="348707"/>
                  </a:lnTo>
                  <a:lnTo>
                    <a:pt x="6444996" y="348707"/>
                  </a:lnTo>
                  <a:lnTo>
                    <a:pt x="6445122" y="348707"/>
                  </a:lnTo>
                  <a:lnTo>
                    <a:pt x="6445248" y="348707"/>
                  </a:lnTo>
                  <a:lnTo>
                    <a:pt x="6445375" y="348707"/>
                  </a:lnTo>
                  <a:lnTo>
                    <a:pt x="6445501" y="348707"/>
                  </a:lnTo>
                  <a:lnTo>
                    <a:pt x="6445627" y="348707"/>
                  </a:lnTo>
                  <a:lnTo>
                    <a:pt x="6445753" y="348707"/>
                  </a:lnTo>
                  <a:lnTo>
                    <a:pt x="6445880" y="348707"/>
                  </a:lnTo>
                  <a:lnTo>
                    <a:pt x="6446006" y="348707"/>
                  </a:lnTo>
                  <a:lnTo>
                    <a:pt x="6446132" y="348707"/>
                  </a:lnTo>
                  <a:lnTo>
                    <a:pt x="6446258" y="348707"/>
                  </a:lnTo>
                  <a:lnTo>
                    <a:pt x="6446385" y="348707"/>
                  </a:lnTo>
                  <a:lnTo>
                    <a:pt x="6446511" y="348707"/>
                  </a:lnTo>
                  <a:lnTo>
                    <a:pt x="6446637" y="348707"/>
                  </a:lnTo>
                  <a:lnTo>
                    <a:pt x="6446763" y="348707"/>
                  </a:lnTo>
                  <a:lnTo>
                    <a:pt x="6446890" y="348707"/>
                  </a:lnTo>
                  <a:lnTo>
                    <a:pt x="6446890" y="343796"/>
                  </a:lnTo>
                  <a:lnTo>
                    <a:pt x="6447016" y="343796"/>
                  </a:lnTo>
                  <a:lnTo>
                    <a:pt x="6447142" y="343796"/>
                  </a:lnTo>
                  <a:lnTo>
                    <a:pt x="6447268" y="343796"/>
                  </a:lnTo>
                  <a:lnTo>
                    <a:pt x="6447268" y="338884"/>
                  </a:lnTo>
                  <a:lnTo>
                    <a:pt x="6447395" y="338884"/>
                  </a:lnTo>
                  <a:lnTo>
                    <a:pt x="6447521" y="338884"/>
                  </a:lnTo>
                  <a:lnTo>
                    <a:pt x="6447647" y="338884"/>
                  </a:lnTo>
                  <a:lnTo>
                    <a:pt x="6447773" y="338884"/>
                  </a:lnTo>
                  <a:lnTo>
                    <a:pt x="6447900" y="338884"/>
                  </a:lnTo>
                  <a:lnTo>
                    <a:pt x="6448026" y="338884"/>
                  </a:lnTo>
                  <a:lnTo>
                    <a:pt x="6448152" y="338884"/>
                  </a:lnTo>
                  <a:lnTo>
                    <a:pt x="6448278" y="338884"/>
                  </a:lnTo>
                  <a:lnTo>
                    <a:pt x="6448405" y="338884"/>
                  </a:lnTo>
                  <a:lnTo>
                    <a:pt x="6448531" y="338884"/>
                  </a:lnTo>
                  <a:lnTo>
                    <a:pt x="6448657" y="338884"/>
                  </a:lnTo>
                  <a:lnTo>
                    <a:pt x="6448784" y="338884"/>
                  </a:lnTo>
                  <a:lnTo>
                    <a:pt x="6448910" y="338884"/>
                  </a:lnTo>
                  <a:lnTo>
                    <a:pt x="6449036" y="338884"/>
                  </a:lnTo>
                  <a:lnTo>
                    <a:pt x="6449162" y="338884"/>
                  </a:lnTo>
                  <a:lnTo>
                    <a:pt x="6449289" y="338884"/>
                  </a:lnTo>
                  <a:lnTo>
                    <a:pt x="6449415" y="338884"/>
                  </a:lnTo>
                  <a:lnTo>
                    <a:pt x="6449541" y="338884"/>
                  </a:lnTo>
                  <a:lnTo>
                    <a:pt x="6449667" y="338884"/>
                  </a:lnTo>
                  <a:lnTo>
                    <a:pt x="6449794" y="338884"/>
                  </a:lnTo>
                  <a:lnTo>
                    <a:pt x="6449920" y="338884"/>
                  </a:lnTo>
                  <a:lnTo>
                    <a:pt x="6450046" y="338884"/>
                  </a:lnTo>
                  <a:lnTo>
                    <a:pt x="6450172" y="338884"/>
                  </a:lnTo>
                  <a:lnTo>
                    <a:pt x="6450299" y="338884"/>
                  </a:lnTo>
                  <a:lnTo>
                    <a:pt x="6450425" y="338884"/>
                  </a:lnTo>
                  <a:lnTo>
                    <a:pt x="6450551" y="338884"/>
                  </a:lnTo>
                  <a:lnTo>
                    <a:pt x="6450677" y="338884"/>
                  </a:lnTo>
                  <a:lnTo>
                    <a:pt x="6450804" y="338884"/>
                  </a:lnTo>
                  <a:lnTo>
                    <a:pt x="6450930" y="338884"/>
                  </a:lnTo>
                  <a:lnTo>
                    <a:pt x="6451056" y="338884"/>
                  </a:lnTo>
                  <a:lnTo>
                    <a:pt x="6451182" y="338884"/>
                  </a:lnTo>
                  <a:lnTo>
                    <a:pt x="6451309" y="338884"/>
                  </a:lnTo>
                  <a:lnTo>
                    <a:pt x="6451435" y="338884"/>
                  </a:lnTo>
                  <a:lnTo>
                    <a:pt x="6451561" y="338884"/>
                  </a:lnTo>
                  <a:lnTo>
                    <a:pt x="6451687" y="338884"/>
                  </a:lnTo>
                  <a:lnTo>
                    <a:pt x="6451814" y="338884"/>
                  </a:lnTo>
                  <a:lnTo>
                    <a:pt x="6451940" y="338884"/>
                  </a:lnTo>
                  <a:lnTo>
                    <a:pt x="6452066" y="338884"/>
                  </a:lnTo>
                  <a:lnTo>
                    <a:pt x="6452192" y="338884"/>
                  </a:lnTo>
                  <a:lnTo>
                    <a:pt x="6452319" y="338884"/>
                  </a:lnTo>
                  <a:lnTo>
                    <a:pt x="6452445" y="338884"/>
                  </a:lnTo>
                  <a:lnTo>
                    <a:pt x="6452571" y="338884"/>
                  </a:lnTo>
                  <a:lnTo>
                    <a:pt x="6452697" y="338884"/>
                  </a:lnTo>
                  <a:lnTo>
                    <a:pt x="6452824" y="338884"/>
                  </a:lnTo>
                  <a:lnTo>
                    <a:pt x="6452950" y="338884"/>
                  </a:lnTo>
                  <a:lnTo>
                    <a:pt x="6453076" y="338884"/>
                  </a:lnTo>
                  <a:lnTo>
                    <a:pt x="6453202" y="338884"/>
                  </a:lnTo>
                  <a:lnTo>
                    <a:pt x="6453329" y="338884"/>
                  </a:lnTo>
                  <a:lnTo>
                    <a:pt x="6453455" y="338884"/>
                  </a:lnTo>
                  <a:lnTo>
                    <a:pt x="6453581" y="338884"/>
                  </a:lnTo>
                  <a:lnTo>
                    <a:pt x="6453708" y="338884"/>
                  </a:lnTo>
                  <a:lnTo>
                    <a:pt x="6453834" y="338884"/>
                  </a:lnTo>
                  <a:lnTo>
                    <a:pt x="6453960" y="338884"/>
                  </a:lnTo>
                  <a:lnTo>
                    <a:pt x="6454086" y="338884"/>
                  </a:lnTo>
                  <a:lnTo>
                    <a:pt x="6454213" y="338884"/>
                  </a:lnTo>
                  <a:lnTo>
                    <a:pt x="6454339" y="338884"/>
                  </a:lnTo>
                  <a:lnTo>
                    <a:pt x="6454465" y="338884"/>
                  </a:lnTo>
                  <a:lnTo>
                    <a:pt x="6454591" y="338884"/>
                  </a:lnTo>
                  <a:lnTo>
                    <a:pt x="6454718" y="338884"/>
                  </a:lnTo>
                  <a:lnTo>
                    <a:pt x="6454844" y="338884"/>
                  </a:lnTo>
                  <a:lnTo>
                    <a:pt x="6454970" y="338884"/>
                  </a:lnTo>
                  <a:lnTo>
                    <a:pt x="6455096" y="338884"/>
                  </a:lnTo>
                  <a:lnTo>
                    <a:pt x="6455223" y="338884"/>
                  </a:lnTo>
                  <a:lnTo>
                    <a:pt x="6455349" y="338884"/>
                  </a:lnTo>
                  <a:lnTo>
                    <a:pt x="6455475" y="338884"/>
                  </a:lnTo>
                  <a:lnTo>
                    <a:pt x="6455601" y="338884"/>
                  </a:lnTo>
                  <a:lnTo>
                    <a:pt x="6455728" y="338884"/>
                  </a:lnTo>
                  <a:lnTo>
                    <a:pt x="6455854" y="338884"/>
                  </a:lnTo>
                  <a:lnTo>
                    <a:pt x="6455980" y="338884"/>
                  </a:lnTo>
                  <a:lnTo>
                    <a:pt x="6456106" y="338884"/>
                  </a:lnTo>
                  <a:lnTo>
                    <a:pt x="6456233" y="338884"/>
                  </a:lnTo>
                  <a:lnTo>
                    <a:pt x="6456359" y="338884"/>
                  </a:lnTo>
                  <a:lnTo>
                    <a:pt x="6456485" y="338884"/>
                  </a:lnTo>
                  <a:lnTo>
                    <a:pt x="6456611" y="338884"/>
                  </a:lnTo>
                  <a:lnTo>
                    <a:pt x="6456738" y="338884"/>
                  </a:lnTo>
                  <a:lnTo>
                    <a:pt x="6456864" y="338884"/>
                  </a:lnTo>
                  <a:lnTo>
                    <a:pt x="6456990" y="338884"/>
                  </a:lnTo>
                  <a:lnTo>
                    <a:pt x="6457116" y="338884"/>
                  </a:lnTo>
                  <a:lnTo>
                    <a:pt x="6457243" y="338884"/>
                  </a:lnTo>
                  <a:lnTo>
                    <a:pt x="6457369" y="338884"/>
                  </a:lnTo>
                  <a:lnTo>
                    <a:pt x="6457495" y="338884"/>
                  </a:lnTo>
                  <a:lnTo>
                    <a:pt x="6457621" y="338884"/>
                  </a:lnTo>
                  <a:lnTo>
                    <a:pt x="6457748" y="338884"/>
                  </a:lnTo>
                  <a:lnTo>
                    <a:pt x="6457874" y="338884"/>
                  </a:lnTo>
                  <a:lnTo>
                    <a:pt x="6458000" y="338884"/>
                  </a:lnTo>
                  <a:lnTo>
                    <a:pt x="6458126" y="338884"/>
                  </a:lnTo>
                  <a:lnTo>
                    <a:pt x="6458253" y="338884"/>
                  </a:lnTo>
                  <a:lnTo>
                    <a:pt x="6458379" y="338884"/>
                  </a:lnTo>
                  <a:lnTo>
                    <a:pt x="6458505" y="338884"/>
                  </a:lnTo>
                  <a:lnTo>
                    <a:pt x="6458631" y="338884"/>
                  </a:lnTo>
                  <a:lnTo>
                    <a:pt x="6458758" y="338884"/>
                  </a:lnTo>
                  <a:lnTo>
                    <a:pt x="6458884" y="338884"/>
                  </a:lnTo>
                  <a:lnTo>
                    <a:pt x="6459010" y="338884"/>
                  </a:lnTo>
                  <a:lnTo>
                    <a:pt x="6459137" y="338884"/>
                  </a:lnTo>
                  <a:lnTo>
                    <a:pt x="6459263" y="338884"/>
                  </a:lnTo>
                  <a:lnTo>
                    <a:pt x="6459389" y="338884"/>
                  </a:lnTo>
                  <a:lnTo>
                    <a:pt x="6459515" y="338884"/>
                  </a:lnTo>
                  <a:lnTo>
                    <a:pt x="6459642" y="338884"/>
                  </a:lnTo>
                  <a:lnTo>
                    <a:pt x="6459768" y="338884"/>
                  </a:lnTo>
                  <a:lnTo>
                    <a:pt x="6459894" y="338884"/>
                  </a:lnTo>
                  <a:lnTo>
                    <a:pt x="6460020" y="338884"/>
                  </a:lnTo>
                  <a:lnTo>
                    <a:pt x="6460147" y="338884"/>
                  </a:lnTo>
                  <a:lnTo>
                    <a:pt x="6460273" y="338884"/>
                  </a:lnTo>
                  <a:lnTo>
                    <a:pt x="6460399" y="338884"/>
                  </a:lnTo>
                  <a:lnTo>
                    <a:pt x="6460525" y="338884"/>
                  </a:lnTo>
                  <a:lnTo>
                    <a:pt x="6460652" y="338884"/>
                  </a:lnTo>
                  <a:lnTo>
                    <a:pt x="6460778" y="338884"/>
                  </a:lnTo>
                  <a:lnTo>
                    <a:pt x="6460904" y="338884"/>
                  </a:lnTo>
                  <a:lnTo>
                    <a:pt x="6460904" y="333973"/>
                  </a:lnTo>
                  <a:lnTo>
                    <a:pt x="6461030" y="333973"/>
                  </a:lnTo>
                  <a:lnTo>
                    <a:pt x="6461157" y="333973"/>
                  </a:lnTo>
                  <a:lnTo>
                    <a:pt x="6461283" y="333973"/>
                  </a:lnTo>
                  <a:lnTo>
                    <a:pt x="6461409" y="333973"/>
                  </a:lnTo>
                  <a:lnTo>
                    <a:pt x="6461535" y="333973"/>
                  </a:lnTo>
                  <a:lnTo>
                    <a:pt x="6461662" y="333973"/>
                  </a:lnTo>
                  <a:lnTo>
                    <a:pt x="6461788" y="333973"/>
                  </a:lnTo>
                  <a:lnTo>
                    <a:pt x="6461914" y="333973"/>
                  </a:lnTo>
                  <a:lnTo>
                    <a:pt x="6462040" y="333973"/>
                  </a:lnTo>
                  <a:lnTo>
                    <a:pt x="6462167" y="333973"/>
                  </a:lnTo>
                  <a:lnTo>
                    <a:pt x="6462293" y="333973"/>
                  </a:lnTo>
                  <a:lnTo>
                    <a:pt x="6462419" y="333973"/>
                  </a:lnTo>
                  <a:lnTo>
                    <a:pt x="6462545" y="333973"/>
                  </a:lnTo>
                  <a:lnTo>
                    <a:pt x="6462672" y="333973"/>
                  </a:lnTo>
                  <a:lnTo>
                    <a:pt x="6462798" y="333973"/>
                  </a:lnTo>
                  <a:lnTo>
                    <a:pt x="6462924" y="333973"/>
                  </a:lnTo>
                  <a:lnTo>
                    <a:pt x="6463050" y="333973"/>
                  </a:lnTo>
                  <a:lnTo>
                    <a:pt x="6463177" y="333973"/>
                  </a:lnTo>
                  <a:lnTo>
                    <a:pt x="6463303" y="333973"/>
                  </a:lnTo>
                  <a:lnTo>
                    <a:pt x="6463429" y="333973"/>
                  </a:lnTo>
                  <a:lnTo>
                    <a:pt x="6463555" y="333973"/>
                  </a:lnTo>
                  <a:lnTo>
                    <a:pt x="6463682" y="333973"/>
                  </a:lnTo>
                  <a:lnTo>
                    <a:pt x="6463808" y="333973"/>
                  </a:lnTo>
                  <a:lnTo>
                    <a:pt x="6463934" y="333973"/>
                  </a:lnTo>
                  <a:lnTo>
                    <a:pt x="6464061" y="333973"/>
                  </a:lnTo>
                  <a:lnTo>
                    <a:pt x="6464187" y="333973"/>
                  </a:lnTo>
                  <a:lnTo>
                    <a:pt x="6464313" y="333973"/>
                  </a:lnTo>
                  <a:lnTo>
                    <a:pt x="6464439" y="333973"/>
                  </a:lnTo>
                  <a:lnTo>
                    <a:pt x="6464566" y="333973"/>
                  </a:lnTo>
                  <a:lnTo>
                    <a:pt x="6464692" y="333973"/>
                  </a:lnTo>
                  <a:lnTo>
                    <a:pt x="6464818" y="333973"/>
                  </a:lnTo>
                  <a:lnTo>
                    <a:pt x="6464944" y="333973"/>
                  </a:lnTo>
                  <a:lnTo>
                    <a:pt x="6465071" y="333973"/>
                  </a:lnTo>
                  <a:lnTo>
                    <a:pt x="6465197" y="333973"/>
                  </a:lnTo>
                  <a:lnTo>
                    <a:pt x="6465323" y="333973"/>
                  </a:lnTo>
                  <a:lnTo>
                    <a:pt x="6465449" y="333973"/>
                  </a:lnTo>
                  <a:lnTo>
                    <a:pt x="6465576" y="333973"/>
                  </a:lnTo>
                  <a:lnTo>
                    <a:pt x="6465702" y="333973"/>
                  </a:lnTo>
                  <a:lnTo>
                    <a:pt x="6465828" y="333973"/>
                  </a:lnTo>
                  <a:lnTo>
                    <a:pt x="6465954" y="333973"/>
                  </a:lnTo>
                  <a:lnTo>
                    <a:pt x="6466081" y="333973"/>
                  </a:lnTo>
                  <a:lnTo>
                    <a:pt x="6466207" y="333973"/>
                  </a:lnTo>
                  <a:lnTo>
                    <a:pt x="6466333" y="333973"/>
                  </a:lnTo>
                  <a:lnTo>
                    <a:pt x="6466459" y="333973"/>
                  </a:lnTo>
                  <a:lnTo>
                    <a:pt x="6466586" y="333973"/>
                  </a:lnTo>
                  <a:lnTo>
                    <a:pt x="6466712" y="333973"/>
                  </a:lnTo>
                  <a:lnTo>
                    <a:pt x="6466838" y="333973"/>
                  </a:lnTo>
                  <a:lnTo>
                    <a:pt x="6466964" y="333973"/>
                  </a:lnTo>
                  <a:lnTo>
                    <a:pt x="6467091" y="333973"/>
                  </a:lnTo>
                  <a:lnTo>
                    <a:pt x="6467217" y="333973"/>
                  </a:lnTo>
                  <a:lnTo>
                    <a:pt x="6467343" y="333973"/>
                  </a:lnTo>
                  <a:lnTo>
                    <a:pt x="6467469" y="333973"/>
                  </a:lnTo>
                  <a:lnTo>
                    <a:pt x="6467596" y="333973"/>
                  </a:lnTo>
                  <a:lnTo>
                    <a:pt x="6467722" y="333973"/>
                  </a:lnTo>
                  <a:lnTo>
                    <a:pt x="6467848" y="333973"/>
                  </a:lnTo>
                  <a:lnTo>
                    <a:pt x="6467974" y="333973"/>
                  </a:lnTo>
                  <a:lnTo>
                    <a:pt x="6468101" y="333973"/>
                  </a:lnTo>
                  <a:lnTo>
                    <a:pt x="6468227" y="333973"/>
                  </a:lnTo>
                  <a:lnTo>
                    <a:pt x="6468353" y="333973"/>
                  </a:lnTo>
                  <a:lnTo>
                    <a:pt x="6468479" y="333973"/>
                  </a:lnTo>
                  <a:lnTo>
                    <a:pt x="6468606" y="333973"/>
                  </a:lnTo>
                  <a:lnTo>
                    <a:pt x="6468732" y="333973"/>
                  </a:lnTo>
                  <a:lnTo>
                    <a:pt x="6468858" y="333973"/>
                  </a:lnTo>
                  <a:lnTo>
                    <a:pt x="6468984" y="333973"/>
                  </a:lnTo>
                  <a:lnTo>
                    <a:pt x="6469111" y="333973"/>
                  </a:lnTo>
                  <a:lnTo>
                    <a:pt x="6469237" y="333973"/>
                  </a:lnTo>
                  <a:lnTo>
                    <a:pt x="6469363" y="333973"/>
                  </a:lnTo>
                  <a:lnTo>
                    <a:pt x="6469490" y="333973"/>
                  </a:lnTo>
                  <a:lnTo>
                    <a:pt x="6469616" y="333973"/>
                  </a:lnTo>
                  <a:lnTo>
                    <a:pt x="6469742" y="333973"/>
                  </a:lnTo>
                  <a:lnTo>
                    <a:pt x="6469868" y="333973"/>
                  </a:lnTo>
                  <a:lnTo>
                    <a:pt x="6469995" y="333973"/>
                  </a:lnTo>
                  <a:lnTo>
                    <a:pt x="6470121" y="333973"/>
                  </a:lnTo>
                  <a:lnTo>
                    <a:pt x="6470247" y="333973"/>
                  </a:lnTo>
                  <a:lnTo>
                    <a:pt x="6470373" y="333973"/>
                  </a:lnTo>
                  <a:lnTo>
                    <a:pt x="6470500" y="333973"/>
                  </a:lnTo>
                  <a:lnTo>
                    <a:pt x="6470626" y="333973"/>
                  </a:lnTo>
                  <a:lnTo>
                    <a:pt x="6470752" y="333973"/>
                  </a:lnTo>
                  <a:lnTo>
                    <a:pt x="6470878" y="333973"/>
                  </a:lnTo>
                  <a:lnTo>
                    <a:pt x="6471005" y="333973"/>
                  </a:lnTo>
                  <a:lnTo>
                    <a:pt x="6471131" y="333973"/>
                  </a:lnTo>
                  <a:lnTo>
                    <a:pt x="6471257" y="333973"/>
                  </a:lnTo>
                  <a:lnTo>
                    <a:pt x="6471383" y="333973"/>
                  </a:lnTo>
                  <a:lnTo>
                    <a:pt x="6471510" y="333973"/>
                  </a:lnTo>
                  <a:lnTo>
                    <a:pt x="6471636" y="333973"/>
                  </a:lnTo>
                  <a:lnTo>
                    <a:pt x="6471762" y="333973"/>
                  </a:lnTo>
                  <a:lnTo>
                    <a:pt x="6471888" y="333973"/>
                  </a:lnTo>
                  <a:lnTo>
                    <a:pt x="6472015" y="333973"/>
                  </a:lnTo>
                  <a:lnTo>
                    <a:pt x="6472141" y="333973"/>
                  </a:lnTo>
                  <a:lnTo>
                    <a:pt x="6472267" y="333973"/>
                  </a:lnTo>
                  <a:lnTo>
                    <a:pt x="6472393" y="333973"/>
                  </a:lnTo>
                  <a:lnTo>
                    <a:pt x="6472520" y="333973"/>
                  </a:lnTo>
                  <a:lnTo>
                    <a:pt x="6472646" y="333973"/>
                  </a:lnTo>
                  <a:lnTo>
                    <a:pt x="6472772" y="333973"/>
                  </a:lnTo>
                  <a:lnTo>
                    <a:pt x="6472898" y="333973"/>
                  </a:lnTo>
                  <a:lnTo>
                    <a:pt x="6473025" y="333973"/>
                  </a:lnTo>
                  <a:lnTo>
                    <a:pt x="6473151" y="333973"/>
                  </a:lnTo>
                  <a:lnTo>
                    <a:pt x="6473277" y="333973"/>
                  </a:lnTo>
                  <a:lnTo>
                    <a:pt x="6473403" y="333973"/>
                  </a:lnTo>
                  <a:lnTo>
                    <a:pt x="6473530" y="333973"/>
                  </a:lnTo>
                  <a:lnTo>
                    <a:pt x="6473656" y="333973"/>
                  </a:lnTo>
                  <a:lnTo>
                    <a:pt x="6473782" y="333973"/>
                  </a:lnTo>
                  <a:lnTo>
                    <a:pt x="6473908" y="333973"/>
                  </a:lnTo>
                  <a:lnTo>
                    <a:pt x="6474035" y="333973"/>
                  </a:lnTo>
                  <a:lnTo>
                    <a:pt x="6474161" y="333973"/>
                  </a:lnTo>
                  <a:lnTo>
                    <a:pt x="6474287" y="333973"/>
                  </a:lnTo>
                  <a:lnTo>
                    <a:pt x="6474414" y="333973"/>
                  </a:lnTo>
                  <a:lnTo>
                    <a:pt x="6474540" y="333973"/>
                  </a:lnTo>
                  <a:lnTo>
                    <a:pt x="6474666" y="333973"/>
                  </a:lnTo>
                  <a:lnTo>
                    <a:pt x="6474792" y="333973"/>
                  </a:lnTo>
                  <a:lnTo>
                    <a:pt x="6474919" y="333973"/>
                  </a:lnTo>
                  <a:lnTo>
                    <a:pt x="6475045" y="333973"/>
                  </a:lnTo>
                  <a:lnTo>
                    <a:pt x="6475171" y="333973"/>
                  </a:lnTo>
                  <a:lnTo>
                    <a:pt x="6475297" y="333973"/>
                  </a:lnTo>
                  <a:lnTo>
                    <a:pt x="6475424" y="333973"/>
                  </a:lnTo>
                  <a:lnTo>
                    <a:pt x="6475550" y="333973"/>
                  </a:lnTo>
                  <a:lnTo>
                    <a:pt x="6475676" y="333973"/>
                  </a:lnTo>
                  <a:lnTo>
                    <a:pt x="6475802" y="333973"/>
                  </a:lnTo>
                  <a:lnTo>
                    <a:pt x="6475929" y="333973"/>
                  </a:lnTo>
                  <a:lnTo>
                    <a:pt x="6476055" y="333973"/>
                  </a:lnTo>
                  <a:lnTo>
                    <a:pt x="6476181" y="333973"/>
                  </a:lnTo>
                  <a:lnTo>
                    <a:pt x="6476307" y="333973"/>
                  </a:lnTo>
                  <a:lnTo>
                    <a:pt x="6476434" y="333973"/>
                  </a:lnTo>
                  <a:lnTo>
                    <a:pt x="6476560" y="333973"/>
                  </a:lnTo>
                  <a:lnTo>
                    <a:pt x="6476686" y="333973"/>
                  </a:lnTo>
                  <a:lnTo>
                    <a:pt x="6476812" y="333973"/>
                  </a:lnTo>
                  <a:lnTo>
                    <a:pt x="6476939" y="333973"/>
                  </a:lnTo>
                  <a:lnTo>
                    <a:pt x="6477065" y="333973"/>
                  </a:lnTo>
                  <a:lnTo>
                    <a:pt x="6477191" y="333973"/>
                  </a:lnTo>
                  <a:lnTo>
                    <a:pt x="6477317" y="333973"/>
                  </a:lnTo>
                  <a:lnTo>
                    <a:pt x="6477444" y="333973"/>
                  </a:lnTo>
                  <a:lnTo>
                    <a:pt x="6477570" y="333973"/>
                  </a:lnTo>
                  <a:lnTo>
                    <a:pt x="6477696" y="333973"/>
                  </a:lnTo>
                  <a:lnTo>
                    <a:pt x="6477822" y="333973"/>
                  </a:lnTo>
                  <a:lnTo>
                    <a:pt x="6477949" y="333973"/>
                  </a:lnTo>
                  <a:lnTo>
                    <a:pt x="6478075" y="333973"/>
                  </a:lnTo>
                  <a:lnTo>
                    <a:pt x="6478201" y="333973"/>
                  </a:lnTo>
                  <a:lnTo>
                    <a:pt x="6478327" y="333973"/>
                  </a:lnTo>
                  <a:lnTo>
                    <a:pt x="6478454" y="333973"/>
                  </a:lnTo>
                  <a:lnTo>
                    <a:pt x="6478580" y="333973"/>
                  </a:lnTo>
                  <a:lnTo>
                    <a:pt x="6478706" y="333973"/>
                  </a:lnTo>
                  <a:lnTo>
                    <a:pt x="6478832" y="333973"/>
                  </a:lnTo>
                  <a:lnTo>
                    <a:pt x="6478959" y="333973"/>
                  </a:lnTo>
                  <a:lnTo>
                    <a:pt x="6479085" y="333973"/>
                  </a:lnTo>
                  <a:lnTo>
                    <a:pt x="6479211" y="333973"/>
                  </a:lnTo>
                  <a:lnTo>
                    <a:pt x="6479338" y="333973"/>
                  </a:lnTo>
                  <a:lnTo>
                    <a:pt x="6479464" y="333973"/>
                  </a:lnTo>
                  <a:lnTo>
                    <a:pt x="6479590" y="333973"/>
                  </a:lnTo>
                  <a:lnTo>
                    <a:pt x="6479716" y="333973"/>
                  </a:lnTo>
                  <a:lnTo>
                    <a:pt x="6479843" y="333973"/>
                  </a:lnTo>
                  <a:lnTo>
                    <a:pt x="6479969" y="333973"/>
                  </a:lnTo>
                  <a:lnTo>
                    <a:pt x="6480095" y="333973"/>
                  </a:lnTo>
                  <a:lnTo>
                    <a:pt x="6480221" y="333973"/>
                  </a:lnTo>
                  <a:lnTo>
                    <a:pt x="6480348" y="333973"/>
                  </a:lnTo>
                  <a:lnTo>
                    <a:pt x="6480474" y="333973"/>
                  </a:lnTo>
                  <a:lnTo>
                    <a:pt x="6480600" y="333973"/>
                  </a:lnTo>
                  <a:lnTo>
                    <a:pt x="6480726" y="333973"/>
                  </a:lnTo>
                  <a:lnTo>
                    <a:pt x="6480726" y="329062"/>
                  </a:lnTo>
                  <a:lnTo>
                    <a:pt x="6480853" y="329062"/>
                  </a:lnTo>
                  <a:lnTo>
                    <a:pt x="6480979" y="329062"/>
                  </a:lnTo>
                  <a:lnTo>
                    <a:pt x="6481105" y="329062"/>
                  </a:lnTo>
                  <a:lnTo>
                    <a:pt x="6481231" y="329062"/>
                  </a:lnTo>
                  <a:lnTo>
                    <a:pt x="6481358" y="329062"/>
                  </a:lnTo>
                  <a:lnTo>
                    <a:pt x="6481484" y="329062"/>
                  </a:lnTo>
                  <a:lnTo>
                    <a:pt x="6481610" y="329062"/>
                  </a:lnTo>
                  <a:lnTo>
                    <a:pt x="6481736" y="329062"/>
                  </a:lnTo>
                  <a:lnTo>
                    <a:pt x="6481863" y="329062"/>
                  </a:lnTo>
                  <a:lnTo>
                    <a:pt x="6481989" y="329062"/>
                  </a:lnTo>
                  <a:lnTo>
                    <a:pt x="6482115" y="329062"/>
                  </a:lnTo>
                  <a:lnTo>
                    <a:pt x="6482241" y="329062"/>
                  </a:lnTo>
                  <a:lnTo>
                    <a:pt x="6482368" y="329062"/>
                  </a:lnTo>
                  <a:lnTo>
                    <a:pt x="6482494" y="329062"/>
                  </a:lnTo>
                  <a:lnTo>
                    <a:pt x="6482620" y="329062"/>
                  </a:lnTo>
                  <a:lnTo>
                    <a:pt x="6482746" y="329062"/>
                  </a:lnTo>
                  <a:lnTo>
                    <a:pt x="6482873" y="329062"/>
                  </a:lnTo>
                  <a:lnTo>
                    <a:pt x="6482999" y="329062"/>
                  </a:lnTo>
                  <a:lnTo>
                    <a:pt x="6483125" y="329062"/>
                  </a:lnTo>
                  <a:lnTo>
                    <a:pt x="6483251" y="329062"/>
                  </a:lnTo>
                  <a:lnTo>
                    <a:pt x="6483378" y="329062"/>
                  </a:lnTo>
                  <a:lnTo>
                    <a:pt x="6483504" y="329062"/>
                  </a:lnTo>
                  <a:lnTo>
                    <a:pt x="6483630" y="329062"/>
                  </a:lnTo>
                  <a:lnTo>
                    <a:pt x="6483756" y="329062"/>
                  </a:lnTo>
                  <a:lnTo>
                    <a:pt x="6483883" y="329062"/>
                  </a:lnTo>
                  <a:lnTo>
                    <a:pt x="6484009" y="329062"/>
                  </a:lnTo>
                  <a:lnTo>
                    <a:pt x="6484135" y="329062"/>
                  </a:lnTo>
                  <a:lnTo>
                    <a:pt x="6484261" y="329062"/>
                  </a:lnTo>
                  <a:lnTo>
                    <a:pt x="6484388" y="329062"/>
                  </a:lnTo>
                  <a:lnTo>
                    <a:pt x="6484514" y="329062"/>
                  </a:lnTo>
                  <a:lnTo>
                    <a:pt x="6484640" y="329062"/>
                  </a:lnTo>
                  <a:lnTo>
                    <a:pt x="6484767" y="329062"/>
                  </a:lnTo>
                  <a:lnTo>
                    <a:pt x="6484893" y="329062"/>
                  </a:lnTo>
                  <a:lnTo>
                    <a:pt x="6485019" y="329062"/>
                  </a:lnTo>
                  <a:lnTo>
                    <a:pt x="6485145" y="329062"/>
                  </a:lnTo>
                  <a:lnTo>
                    <a:pt x="6485272" y="329062"/>
                  </a:lnTo>
                  <a:lnTo>
                    <a:pt x="6485398" y="329062"/>
                  </a:lnTo>
                  <a:lnTo>
                    <a:pt x="6485524" y="329062"/>
                  </a:lnTo>
                  <a:lnTo>
                    <a:pt x="6485650" y="329062"/>
                  </a:lnTo>
                  <a:lnTo>
                    <a:pt x="6485777" y="329062"/>
                  </a:lnTo>
                  <a:lnTo>
                    <a:pt x="6485903" y="329062"/>
                  </a:lnTo>
                  <a:lnTo>
                    <a:pt x="6486029" y="329062"/>
                  </a:lnTo>
                  <a:lnTo>
                    <a:pt x="6486155" y="329062"/>
                  </a:lnTo>
                  <a:lnTo>
                    <a:pt x="6486282" y="329062"/>
                  </a:lnTo>
                  <a:lnTo>
                    <a:pt x="6486408" y="329062"/>
                  </a:lnTo>
                  <a:lnTo>
                    <a:pt x="6486534" y="329062"/>
                  </a:lnTo>
                  <a:lnTo>
                    <a:pt x="6486660" y="329062"/>
                  </a:lnTo>
                  <a:lnTo>
                    <a:pt x="6486787" y="329062"/>
                  </a:lnTo>
                  <a:lnTo>
                    <a:pt x="6486913" y="329062"/>
                  </a:lnTo>
                  <a:lnTo>
                    <a:pt x="6487039" y="329062"/>
                  </a:lnTo>
                  <a:lnTo>
                    <a:pt x="6487165" y="329062"/>
                  </a:lnTo>
                  <a:lnTo>
                    <a:pt x="6487292" y="329062"/>
                  </a:lnTo>
                  <a:lnTo>
                    <a:pt x="6487418" y="329062"/>
                  </a:lnTo>
                  <a:lnTo>
                    <a:pt x="6487544" y="329062"/>
                  </a:lnTo>
                  <a:lnTo>
                    <a:pt x="6487670" y="329062"/>
                  </a:lnTo>
                  <a:lnTo>
                    <a:pt x="6487797" y="329062"/>
                  </a:lnTo>
                  <a:lnTo>
                    <a:pt x="6487923" y="329062"/>
                  </a:lnTo>
                  <a:lnTo>
                    <a:pt x="6488049" y="329062"/>
                  </a:lnTo>
                  <a:lnTo>
                    <a:pt x="6488175" y="329062"/>
                  </a:lnTo>
                  <a:lnTo>
                    <a:pt x="6488302" y="329062"/>
                  </a:lnTo>
                  <a:lnTo>
                    <a:pt x="6488428" y="329062"/>
                  </a:lnTo>
                  <a:lnTo>
                    <a:pt x="6488554" y="329062"/>
                  </a:lnTo>
                  <a:lnTo>
                    <a:pt x="6488680" y="329062"/>
                  </a:lnTo>
                  <a:lnTo>
                    <a:pt x="6488807" y="329062"/>
                  </a:lnTo>
                  <a:lnTo>
                    <a:pt x="6488933" y="329062"/>
                  </a:lnTo>
                  <a:lnTo>
                    <a:pt x="6489059" y="329062"/>
                  </a:lnTo>
                  <a:lnTo>
                    <a:pt x="6489185" y="329062"/>
                  </a:lnTo>
                  <a:lnTo>
                    <a:pt x="6489312" y="329062"/>
                  </a:lnTo>
                  <a:lnTo>
                    <a:pt x="6489438" y="329062"/>
                  </a:lnTo>
                  <a:lnTo>
                    <a:pt x="6489564" y="329062"/>
                  </a:lnTo>
                  <a:lnTo>
                    <a:pt x="6489691" y="329062"/>
                  </a:lnTo>
                  <a:lnTo>
                    <a:pt x="6489817" y="329062"/>
                  </a:lnTo>
                  <a:lnTo>
                    <a:pt x="6489943" y="329062"/>
                  </a:lnTo>
                  <a:lnTo>
                    <a:pt x="6490069" y="329062"/>
                  </a:lnTo>
                  <a:lnTo>
                    <a:pt x="6490196" y="329062"/>
                  </a:lnTo>
                  <a:lnTo>
                    <a:pt x="6490322" y="329062"/>
                  </a:lnTo>
                  <a:lnTo>
                    <a:pt x="6490448" y="329062"/>
                  </a:lnTo>
                  <a:lnTo>
                    <a:pt x="6490574" y="329062"/>
                  </a:lnTo>
                  <a:lnTo>
                    <a:pt x="6490701" y="329062"/>
                  </a:lnTo>
                  <a:lnTo>
                    <a:pt x="6490827" y="329062"/>
                  </a:lnTo>
                  <a:lnTo>
                    <a:pt x="6490953" y="329062"/>
                  </a:lnTo>
                  <a:lnTo>
                    <a:pt x="6491079" y="329062"/>
                  </a:lnTo>
                  <a:lnTo>
                    <a:pt x="6491206" y="329062"/>
                  </a:lnTo>
                  <a:lnTo>
                    <a:pt x="6491332" y="329062"/>
                  </a:lnTo>
                  <a:lnTo>
                    <a:pt x="6491458" y="329062"/>
                  </a:lnTo>
                  <a:lnTo>
                    <a:pt x="6491584" y="329062"/>
                  </a:lnTo>
                  <a:lnTo>
                    <a:pt x="6491711" y="329062"/>
                  </a:lnTo>
                  <a:lnTo>
                    <a:pt x="6491837" y="329062"/>
                  </a:lnTo>
                  <a:lnTo>
                    <a:pt x="6491963" y="329062"/>
                  </a:lnTo>
                  <a:lnTo>
                    <a:pt x="6492089" y="329062"/>
                  </a:lnTo>
                  <a:lnTo>
                    <a:pt x="6492216" y="329062"/>
                  </a:lnTo>
                  <a:lnTo>
                    <a:pt x="6492342" y="329062"/>
                  </a:lnTo>
                  <a:lnTo>
                    <a:pt x="6492468" y="329062"/>
                  </a:lnTo>
                  <a:lnTo>
                    <a:pt x="6492594" y="329062"/>
                  </a:lnTo>
                  <a:lnTo>
                    <a:pt x="6492721" y="329062"/>
                  </a:lnTo>
                  <a:lnTo>
                    <a:pt x="6492847" y="329062"/>
                  </a:lnTo>
                  <a:lnTo>
                    <a:pt x="6492973" y="329062"/>
                  </a:lnTo>
                  <a:lnTo>
                    <a:pt x="6493099" y="329062"/>
                  </a:lnTo>
                  <a:lnTo>
                    <a:pt x="6493226" y="329062"/>
                  </a:lnTo>
                  <a:lnTo>
                    <a:pt x="6493352" y="329062"/>
                  </a:lnTo>
                  <a:lnTo>
                    <a:pt x="6493478" y="329062"/>
                  </a:lnTo>
                  <a:lnTo>
                    <a:pt x="6493604" y="329062"/>
                  </a:lnTo>
                  <a:lnTo>
                    <a:pt x="6493731" y="329062"/>
                  </a:lnTo>
                  <a:lnTo>
                    <a:pt x="6493857" y="329062"/>
                  </a:lnTo>
                  <a:lnTo>
                    <a:pt x="6493983" y="329062"/>
                  </a:lnTo>
                  <a:lnTo>
                    <a:pt x="6494109" y="329062"/>
                  </a:lnTo>
                  <a:lnTo>
                    <a:pt x="6494236" y="329062"/>
                  </a:lnTo>
                  <a:lnTo>
                    <a:pt x="6494362" y="329062"/>
                  </a:lnTo>
                  <a:lnTo>
                    <a:pt x="6494488" y="329062"/>
                  </a:lnTo>
                  <a:lnTo>
                    <a:pt x="6494614" y="329062"/>
                  </a:lnTo>
                  <a:lnTo>
                    <a:pt x="6494741" y="329062"/>
                  </a:lnTo>
                  <a:lnTo>
                    <a:pt x="6494867" y="329062"/>
                  </a:lnTo>
                  <a:lnTo>
                    <a:pt x="6494993" y="329062"/>
                  </a:lnTo>
                  <a:lnTo>
                    <a:pt x="6495120" y="329062"/>
                  </a:lnTo>
                  <a:lnTo>
                    <a:pt x="6495246" y="329062"/>
                  </a:lnTo>
                  <a:lnTo>
                    <a:pt x="6495372" y="329062"/>
                  </a:lnTo>
                  <a:lnTo>
                    <a:pt x="6495498" y="329062"/>
                  </a:lnTo>
                  <a:lnTo>
                    <a:pt x="6495625" y="329062"/>
                  </a:lnTo>
                  <a:lnTo>
                    <a:pt x="6495751" y="329062"/>
                  </a:lnTo>
                  <a:lnTo>
                    <a:pt x="6495877" y="329062"/>
                  </a:lnTo>
                  <a:lnTo>
                    <a:pt x="6496003" y="329062"/>
                  </a:lnTo>
                  <a:lnTo>
                    <a:pt x="6496130" y="329062"/>
                  </a:lnTo>
                  <a:lnTo>
                    <a:pt x="6496256" y="329062"/>
                  </a:lnTo>
                  <a:lnTo>
                    <a:pt x="6496382" y="329062"/>
                  </a:lnTo>
                  <a:lnTo>
                    <a:pt x="6496508" y="329062"/>
                  </a:lnTo>
                  <a:lnTo>
                    <a:pt x="6496635" y="329062"/>
                  </a:lnTo>
                  <a:lnTo>
                    <a:pt x="6496761" y="329062"/>
                  </a:lnTo>
                  <a:lnTo>
                    <a:pt x="6496887" y="329062"/>
                  </a:lnTo>
                  <a:lnTo>
                    <a:pt x="6497013" y="329062"/>
                  </a:lnTo>
                  <a:lnTo>
                    <a:pt x="6497140" y="329062"/>
                  </a:lnTo>
                  <a:lnTo>
                    <a:pt x="6497266" y="329062"/>
                  </a:lnTo>
                  <a:lnTo>
                    <a:pt x="6497392" y="329062"/>
                  </a:lnTo>
                  <a:lnTo>
                    <a:pt x="6497518" y="329062"/>
                  </a:lnTo>
                  <a:lnTo>
                    <a:pt x="6497645" y="329062"/>
                  </a:lnTo>
                  <a:lnTo>
                    <a:pt x="6497771" y="329062"/>
                  </a:lnTo>
                  <a:lnTo>
                    <a:pt x="6497771" y="324150"/>
                  </a:lnTo>
                  <a:lnTo>
                    <a:pt x="6497897" y="324150"/>
                  </a:lnTo>
                  <a:lnTo>
                    <a:pt x="6498023" y="324150"/>
                  </a:lnTo>
                  <a:lnTo>
                    <a:pt x="6498150" y="324150"/>
                  </a:lnTo>
                  <a:lnTo>
                    <a:pt x="6498276" y="324150"/>
                  </a:lnTo>
                  <a:lnTo>
                    <a:pt x="6498402" y="324150"/>
                  </a:lnTo>
                  <a:lnTo>
                    <a:pt x="6498528" y="324150"/>
                  </a:lnTo>
                  <a:lnTo>
                    <a:pt x="6498655" y="324150"/>
                  </a:lnTo>
                  <a:lnTo>
                    <a:pt x="6498781" y="324150"/>
                  </a:lnTo>
                  <a:lnTo>
                    <a:pt x="6498907" y="324150"/>
                  </a:lnTo>
                  <a:lnTo>
                    <a:pt x="6499033" y="324150"/>
                  </a:lnTo>
                  <a:lnTo>
                    <a:pt x="6499160" y="324150"/>
                  </a:lnTo>
                  <a:lnTo>
                    <a:pt x="6499286" y="324150"/>
                  </a:lnTo>
                  <a:lnTo>
                    <a:pt x="6499412" y="324150"/>
                  </a:lnTo>
                  <a:lnTo>
                    <a:pt x="6499538" y="324150"/>
                  </a:lnTo>
                  <a:lnTo>
                    <a:pt x="6499665" y="324150"/>
                  </a:lnTo>
                  <a:lnTo>
                    <a:pt x="6499791" y="324150"/>
                  </a:lnTo>
                  <a:lnTo>
                    <a:pt x="6499917" y="324150"/>
                  </a:lnTo>
                  <a:lnTo>
                    <a:pt x="6500044" y="324150"/>
                  </a:lnTo>
                  <a:lnTo>
                    <a:pt x="6500170" y="324150"/>
                  </a:lnTo>
                  <a:lnTo>
                    <a:pt x="6500296" y="324150"/>
                  </a:lnTo>
                  <a:lnTo>
                    <a:pt x="6500422" y="324150"/>
                  </a:lnTo>
                  <a:lnTo>
                    <a:pt x="6500549" y="324150"/>
                  </a:lnTo>
                  <a:lnTo>
                    <a:pt x="6500675" y="324150"/>
                  </a:lnTo>
                  <a:lnTo>
                    <a:pt x="6500801" y="324150"/>
                  </a:lnTo>
                  <a:lnTo>
                    <a:pt x="6500927" y="324150"/>
                  </a:lnTo>
                  <a:lnTo>
                    <a:pt x="6501054" y="324150"/>
                  </a:lnTo>
                  <a:lnTo>
                    <a:pt x="6501180" y="324150"/>
                  </a:lnTo>
                  <a:lnTo>
                    <a:pt x="6501306" y="324150"/>
                  </a:lnTo>
                  <a:lnTo>
                    <a:pt x="6501432" y="324150"/>
                  </a:lnTo>
                  <a:lnTo>
                    <a:pt x="6501559" y="324150"/>
                  </a:lnTo>
                  <a:lnTo>
                    <a:pt x="6501685" y="324150"/>
                  </a:lnTo>
                  <a:lnTo>
                    <a:pt x="6501811" y="324150"/>
                  </a:lnTo>
                  <a:lnTo>
                    <a:pt x="6501937" y="324150"/>
                  </a:lnTo>
                  <a:lnTo>
                    <a:pt x="6502064" y="324150"/>
                  </a:lnTo>
                  <a:lnTo>
                    <a:pt x="6502190" y="324150"/>
                  </a:lnTo>
                  <a:lnTo>
                    <a:pt x="6502316" y="324150"/>
                  </a:lnTo>
                  <a:lnTo>
                    <a:pt x="6502442" y="324150"/>
                  </a:lnTo>
                  <a:lnTo>
                    <a:pt x="6502569" y="324150"/>
                  </a:lnTo>
                  <a:lnTo>
                    <a:pt x="6502695" y="324150"/>
                  </a:lnTo>
                  <a:lnTo>
                    <a:pt x="6502821" y="324150"/>
                  </a:lnTo>
                  <a:lnTo>
                    <a:pt x="6502947" y="324150"/>
                  </a:lnTo>
                  <a:lnTo>
                    <a:pt x="6503074" y="324150"/>
                  </a:lnTo>
                  <a:lnTo>
                    <a:pt x="6503200" y="324150"/>
                  </a:lnTo>
                  <a:lnTo>
                    <a:pt x="6503326" y="324150"/>
                  </a:lnTo>
                  <a:lnTo>
                    <a:pt x="6503452" y="324150"/>
                  </a:lnTo>
                  <a:lnTo>
                    <a:pt x="6503579" y="324150"/>
                  </a:lnTo>
                  <a:lnTo>
                    <a:pt x="6503705" y="324150"/>
                  </a:lnTo>
                  <a:lnTo>
                    <a:pt x="6503831" y="324150"/>
                  </a:lnTo>
                  <a:lnTo>
                    <a:pt x="6503831" y="319239"/>
                  </a:lnTo>
                  <a:lnTo>
                    <a:pt x="6503957" y="319239"/>
                  </a:lnTo>
                  <a:lnTo>
                    <a:pt x="6504084" y="319239"/>
                  </a:lnTo>
                  <a:lnTo>
                    <a:pt x="6504210" y="319239"/>
                  </a:lnTo>
                  <a:lnTo>
                    <a:pt x="6504336" y="319239"/>
                  </a:lnTo>
                  <a:lnTo>
                    <a:pt x="6504462" y="319239"/>
                  </a:lnTo>
                  <a:lnTo>
                    <a:pt x="6504589" y="319239"/>
                  </a:lnTo>
                  <a:lnTo>
                    <a:pt x="6504715" y="319239"/>
                  </a:lnTo>
                  <a:lnTo>
                    <a:pt x="6504841" y="319239"/>
                  </a:lnTo>
                  <a:lnTo>
                    <a:pt x="6504967" y="319239"/>
                  </a:lnTo>
                  <a:lnTo>
                    <a:pt x="6505094" y="319239"/>
                  </a:lnTo>
                  <a:lnTo>
                    <a:pt x="6505220" y="319239"/>
                  </a:lnTo>
                  <a:lnTo>
                    <a:pt x="6505346" y="319239"/>
                  </a:lnTo>
                  <a:lnTo>
                    <a:pt x="6505473" y="319239"/>
                  </a:lnTo>
                  <a:lnTo>
                    <a:pt x="6505599" y="319239"/>
                  </a:lnTo>
                  <a:lnTo>
                    <a:pt x="6505725" y="319239"/>
                  </a:lnTo>
                  <a:lnTo>
                    <a:pt x="6505851" y="319239"/>
                  </a:lnTo>
                  <a:lnTo>
                    <a:pt x="6505978" y="319239"/>
                  </a:lnTo>
                  <a:lnTo>
                    <a:pt x="6506104" y="319239"/>
                  </a:lnTo>
                  <a:lnTo>
                    <a:pt x="6506230" y="319239"/>
                  </a:lnTo>
                  <a:lnTo>
                    <a:pt x="6506356" y="319239"/>
                  </a:lnTo>
                  <a:lnTo>
                    <a:pt x="6506483" y="319239"/>
                  </a:lnTo>
                  <a:lnTo>
                    <a:pt x="6506609" y="319239"/>
                  </a:lnTo>
                  <a:lnTo>
                    <a:pt x="6506735" y="319239"/>
                  </a:lnTo>
                  <a:lnTo>
                    <a:pt x="6506861" y="319239"/>
                  </a:lnTo>
                  <a:lnTo>
                    <a:pt x="6506988" y="319239"/>
                  </a:lnTo>
                  <a:lnTo>
                    <a:pt x="6506988" y="314327"/>
                  </a:lnTo>
                  <a:lnTo>
                    <a:pt x="6507114" y="314327"/>
                  </a:lnTo>
                  <a:lnTo>
                    <a:pt x="6507240" y="314327"/>
                  </a:lnTo>
                  <a:lnTo>
                    <a:pt x="6507366" y="314327"/>
                  </a:lnTo>
                  <a:lnTo>
                    <a:pt x="6507493" y="314327"/>
                  </a:lnTo>
                  <a:lnTo>
                    <a:pt x="6507619" y="314327"/>
                  </a:lnTo>
                  <a:lnTo>
                    <a:pt x="6507745" y="314327"/>
                  </a:lnTo>
                  <a:lnTo>
                    <a:pt x="6507871" y="314327"/>
                  </a:lnTo>
                  <a:lnTo>
                    <a:pt x="6507998" y="314327"/>
                  </a:lnTo>
                  <a:lnTo>
                    <a:pt x="6508124" y="314327"/>
                  </a:lnTo>
                  <a:lnTo>
                    <a:pt x="6508250" y="314327"/>
                  </a:lnTo>
                  <a:lnTo>
                    <a:pt x="6508376" y="314327"/>
                  </a:lnTo>
                  <a:lnTo>
                    <a:pt x="6508503" y="314327"/>
                  </a:lnTo>
                  <a:lnTo>
                    <a:pt x="6508629" y="314327"/>
                  </a:lnTo>
                  <a:lnTo>
                    <a:pt x="6508755" y="314327"/>
                  </a:lnTo>
                  <a:lnTo>
                    <a:pt x="6508881" y="314327"/>
                  </a:lnTo>
                  <a:lnTo>
                    <a:pt x="6509008" y="314327"/>
                  </a:lnTo>
                  <a:lnTo>
                    <a:pt x="6509134" y="314327"/>
                  </a:lnTo>
                  <a:lnTo>
                    <a:pt x="6509260" y="314327"/>
                  </a:lnTo>
                  <a:lnTo>
                    <a:pt x="6509386" y="314327"/>
                  </a:lnTo>
                  <a:lnTo>
                    <a:pt x="6509513" y="314327"/>
                  </a:lnTo>
                  <a:lnTo>
                    <a:pt x="6509639" y="314327"/>
                  </a:lnTo>
                  <a:lnTo>
                    <a:pt x="6509765" y="314327"/>
                  </a:lnTo>
                  <a:lnTo>
                    <a:pt x="6509891" y="314327"/>
                  </a:lnTo>
                  <a:lnTo>
                    <a:pt x="6510018" y="314327"/>
                  </a:lnTo>
                  <a:lnTo>
                    <a:pt x="6510144" y="314327"/>
                  </a:lnTo>
                  <a:lnTo>
                    <a:pt x="6510270" y="314327"/>
                  </a:lnTo>
                  <a:lnTo>
                    <a:pt x="6510397" y="314327"/>
                  </a:lnTo>
                  <a:lnTo>
                    <a:pt x="6510523" y="314327"/>
                  </a:lnTo>
                  <a:lnTo>
                    <a:pt x="6510649" y="314327"/>
                  </a:lnTo>
                  <a:lnTo>
                    <a:pt x="6510775" y="314327"/>
                  </a:lnTo>
                  <a:lnTo>
                    <a:pt x="6510902" y="314327"/>
                  </a:lnTo>
                  <a:lnTo>
                    <a:pt x="6511028" y="314327"/>
                  </a:lnTo>
                  <a:lnTo>
                    <a:pt x="6511154" y="314327"/>
                  </a:lnTo>
                  <a:lnTo>
                    <a:pt x="6511280" y="314327"/>
                  </a:lnTo>
                  <a:lnTo>
                    <a:pt x="6511407" y="314327"/>
                  </a:lnTo>
                  <a:lnTo>
                    <a:pt x="6511533" y="314327"/>
                  </a:lnTo>
                  <a:lnTo>
                    <a:pt x="6511659" y="314327"/>
                  </a:lnTo>
                  <a:lnTo>
                    <a:pt x="6511785" y="314327"/>
                  </a:lnTo>
                  <a:lnTo>
                    <a:pt x="6511912" y="314327"/>
                  </a:lnTo>
                  <a:lnTo>
                    <a:pt x="6512038" y="314327"/>
                  </a:lnTo>
                  <a:lnTo>
                    <a:pt x="6512164" y="314327"/>
                  </a:lnTo>
                  <a:lnTo>
                    <a:pt x="6512290" y="314327"/>
                  </a:lnTo>
                  <a:lnTo>
                    <a:pt x="6512417" y="314327"/>
                  </a:lnTo>
                  <a:lnTo>
                    <a:pt x="6512417" y="309416"/>
                  </a:lnTo>
                  <a:lnTo>
                    <a:pt x="6512543" y="309416"/>
                  </a:lnTo>
                  <a:lnTo>
                    <a:pt x="6512669" y="309416"/>
                  </a:lnTo>
                  <a:lnTo>
                    <a:pt x="6512795" y="309416"/>
                  </a:lnTo>
                  <a:lnTo>
                    <a:pt x="6512922" y="309416"/>
                  </a:lnTo>
                  <a:lnTo>
                    <a:pt x="6513048" y="309416"/>
                  </a:lnTo>
                  <a:lnTo>
                    <a:pt x="6513174" y="309416"/>
                  </a:lnTo>
                  <a:lnTo>
                    <a:pt x="6513300" y="309416"/>
                  </a:lnTo>
                  <a:lnTo>
                    <a:pt x="6513427" y="309416"/>
                  </a:lnTo>
                  <a:lnTo>
                    <a:pt x="6513553" y="309416"/>
                  </a:lnTo>
                  <a:lnTo>
                    <a:pt x="6513679" y="309416"/>
                  </a:lnTo>
                  <a:lnTo>
                    <a:pt x="6513805" y="309416"/>
                  </a:lnTo>
                  <a:lnTo>
                    <a:pt x="6513932" y="309416"/>
                  </a:lnTo>
                  <a:lnTo>
                    <a:pt x="6514058" y="309416"/>
                  </a:lnTo>
                  <a:lnTo>
                    <a:pt x="6514184" y="309416"/>
                  </a:lnTo>
                  <a:lnTo>
                    <a:pt x="6514310" y="309416"/>
                  </a:lnTo>
                  <a:lnTo>
                    <a:pt x="6514437" y="309416"/>
                  </a:lnTo>
                  <a:lnTo>
                    <a:pt x="6514563" y="309416"/>
                  </a:lnTo>
                  <a:lnTo>
                    <a:pt x="6514689" y="309416"/>
                  </a:lnTo>
                  <a:lnTo>
                    <a:pt x="6514815" y="309416"/>
                  </a:lnTo>
                  <a:lnTo>
                    <a:pt x="6514942" y="309416"/>
                  </a:lnTo>
                  <a:lnTo>
                    <a:pt x="6515068" y="309416"/>
                  </a:lnTo>
                  <a:lnTo>
                    <a:pt x="6515194" y="309416"/>
                  </a:lnTo>
                  <a:lnTo>
                    <a:pt x="6515320" y="309416"/>
                  </a:lnTo>
                  <a:lnTo>
                    <a:pt x="6515447" y="309416"/>
                  </a:lnTo>
                  <a:lnTo>
                    <a:pt x="6515573" y="309416"/>
                  </a:lnTo>
                  <a:lnTo>
                    <a:pt x="6515699" y="309416"/>
                  </a:lnTo>
                  <a:lnTo>
                    <a:pt x="6515826" y="309416"/>
                  </a:lnTo>
                  <a:lnTo>
                    <a:pt x="6515952" y="309416"/>
                  </a:lnTo>
                  <a:lnTo>
                    <a:pt x="6516078" y="309416"/>
                  </a:lnTo>
                  <a:lnTo>
                    <a:pt x="6516204" y="309416"/>
                  </a:lnTo>
                  <a:lnTo>
                    <a:pt x="6516331" y="309416"/>
                  </a:lnTo>
                  <a:lnTo>
                    <a:pt x="6516457" y="309416"/>
                  </a:lnTo>
                  <a:lnTo>
                    <a:pt x="6516583" y="309416"/>
                  </a:lnTo>
                  <a:lnTo>
                    <a:pt x="6516709" y="309416"/>
                  </a:lnTo>
                  <a:lnTo>
                    <a:pt x="6516836" y="309416"/>
                  </a:lnTo>
                  <a:lnTo>
                    <a:pt x="6516962" y="309416"/>
                  </a:lnTo>
                  <a:lnTo>
                    <a:pt x="6517088" y="309416"/>
                  </a:lnTo>
                  <a:lnTo>
                    <a:pt x="6517214" y="309416"/>
                  </a:lnTo>
                  <a:lnTo>
                    <a:pt x="6517341" y="309416"/>
                  </a:lnTo>
                  <a:lnTo>
                    <a:pt x="6517467" y="309416"/>
                  </a:lnTo>
                  <a:lnTo>
                    <a:pt x="6517593" y="309416"/>
                  </a:lnTo>
                  <a:lnTo>
                    <a:pt x="6517719" y="309416"/>
                  </a:lnTo>
                  <a:lnTo>
                    <a:pt x="6517846" y="309416"/>
                  </a:lnTo>
                  <a:lnTo>
                    <a:pt x="6517972" y="309416"/>
                  </a:lnTo>
                  <a:lnTo>
                    <a:pt x="6518098" y="309416"/>
                  </a:lnTo>
                  <a:lnTo>
                    <a:pt x="6518224" y="309416"/>
                  </a:lnTo>
                  <a:lnTo>
                    <a:pt x="6518351" y="309416"/>
                  </a:lnTo>
                  <a:lnTo>
                    <a:pt x="6518477" y="309416"/>
                  </a:lnTo>
                  <a:lnTo>
                    <a:pt x="6518603" y="309416"/>
                  </a:lnTo>
                  <a:lnTo>
                    <a:pt x="6518729" y="309416"/>
                  </a:lnTo>
                  <a:lnTo>
                    <a:pt x="6518856" y="309416"/>
                  </a:lnTo>
                  <a:lnTo>
                    <a:pt x="6518982" y="309416"/>
                  </a:lnTo>
                  <a:lnTo>
                    <a:pt x="6519108" y="309416"/>
                  </a:lnTo>
                  <a:lnTo>
                    <a:pt x="6519234" y="309416"/>
                  </a:lnTo>
                  <a:lnTo>
                    <a:pt x="6519361" y="309416"/>
                  </a:lnTo>
                  <a:lnTo>
                    <a:pt x="6519487" y="309416"/>
                  </a:lnTo>
                  <a:lnTo>
                    <a:pt x="6519613" y="309416"/>
                  </a:lnTo>
                  <a:lnTo>
                    <a:pt x="6519739" y="309416"/>
                  </a:lnTo>
                  <a:lnTo>
                    <a:pt x="6519866" y="309416"/>
                  </a:lnTo>
                  <a:lnTo>
                    <a:pt x="6519992" y="309416"/>
                  </a:lnTo>
                  <a:lnTo>
                    <a:pt x="6520118" y="309416"/>
                  </a:lnTo>
                  <a:lnTo>
                    <a:pt x="6520244" y="309416"/>
                  </a:lnTo>
                  <a:lnTo>
                    <a:pt x="6520371" y="309416"/>
                  </a:lnTo>
                  <a:lnTo>
                    <a:pt x="6520497" y="309416"/>
                  </a:lnTo>
                  <a:lnTo>
                    <a:pt x="6520623" y="309416"/>
                  </a:lnTo>
                  <a:lnTo>
                    <a:pt x="6520750" y="309416"/>
                  </a:lnTo>
                  <a:lnTo>
                    <a:pt x="6520876" y="309416"/>
                  </a:lnTo>
                  <a:lnTo>
                    <a:pt x="6521002" y="309416"/>
                  </a:lnTo>
                  <a:lnTo>
                    <a:pt x="6521128" y="309416"/>
                  </a:lnTo>
                  <a:lnTo>
                    <a:pt x="6521255" y="309416"/>
                  </a:lnTo>
                  <a:lnTo>
                    <a:pt x="6521381" y="309416"/>
                  </a:lnTo>
                  <a:lnTo>
                    <a:pt x="6521507" y="309416"/>
                  </a:lnTo>
                  <a:lnTo>
                    <a:pt x="6521633" y="309416"/>
                  </a:lnTo>
                  <a:lnTo>
                    <a:pt x="6521760" y="309416"/>
                  </a:lnTo>
                  <a:lnTo>
                    <a:pt x="6521886" y="309416"/>
                  </a:lnTo>
                  <a:lnTo>
                    <a:pt x="6522012" y="309416"/>
                  </a:lnTo>
                  <a:lnTo>
                    <a:pt x="6522138" y="309416"/>
                  </a:lnTo>
                  <a:lnTo>
                    <a:pt x="6522265" y="309416"/>
                  </a:lnTo>
                  <a:lnTo>
                    <a:pt x="6522391" y="309416"/>
                  </a:lnTo>
                  <a:lnTo>
                    <a:pt x="6522517" y="309416"/>
                  </a:lnTo>
                  <a:lnTo>
                    <a:pt x="6522643" y="309416"/>
                  </a:lnTo>
                  <a:lnTo>
                    <a:pt x="6522770" y="309416"/>
                  </a:lnTo>
                  <a:lnTo>
                    <a:pt x="6522896" y="309416"/>
                  </a:lnTo>
                  <a:lnTo>
                    <a:pt x="6523022" y="309416"/>
                  </a:lnTo>
                  <a:lnTo>
                    <a:pt x="6523148" y="309416"/>
                  </a:lnTo>
                  <a:lnTo>
                    <a:pt x="6523275" y="309416"/>
                  </a:lnTo>
                  <a:lnTo>
                    <a:pt x="6523401" y="309416"/>
                  </a:lnTo>
                  <a:lnTo>
                    <a:pt x="6523527" y="309416"/>
                  </a:lnTo>
                  <a:lnTo>
                    <a:pt x="6523653" y="309416"/>
                  </a:lnTo>
                  <a:lnTo>
                    <a:pt x="6523780" y="309416"/>
                  </a:lnTo>
                  <a:lnTo>
                    <a:pt x="6523906" y="309416"/>
                  </a:lnTo>
                  <a:lnTo>
                    <a:pt x="6524032" y="309416"/>
                  </a:lnTo>
                  <a:lnTo>
                    <a:pt x="6524158" y="309416"/>
                  </a:lnTo>
                  <a:lnTo>
                    <a:pt x="6524285" y="309416"/>
                  </a:lnTo>
                  <a:lnTo>
                    <a:pt x="6524411" y="309416"/>
                  </a:lnTo>
                  <a:lnTo>
                    <a:pt x="6524537" y="309416"/>
                  </a:lnTo>
                  <a:lnTo>
                    <a:pt x="6524663" y="309416"/>
                  </a:lnTo>
                  <a:lnTo>
                    <a:pt x="6524790" y="309416"/>
                  </a:lnTo>
                  <a:lnTo>
                    <a:pt x="6524916" y="309416"/>
                  </a:lnTo>
                  <a:lnTo>
                    <a:pt x="6525042" y="309416"/>
                  </a:lnTo>
                  <a:lnTo>
                    <a:pt x="6525168" y="309416"/>
                  </a:lnTo>
                  <a:lnTo>
                    <a:pt x="6525295" y="309416"/>
                  </a:lnTo>
                  <a:lnTo>
                    <a:pt x="6525421" y="309416"/>
                  </a:lnTo>
                  <a:lnTo>
                    <a:pt x="6525547" y="309416"/>
                  </a:lnTo>
                  <a:lnTo>
                    <a:pt x="6525673" y="309416"/>
                  </a:lnTo>
                  <a:lnTo>
                    <a:pt x="6525800" y="309416"/>
                  </a:lnTo>
                  <a:lnTo>
                    <a:pt x="6525926" y="309416"/>
                  </a:lnTo>
                  <a:lnTo>
                    <a:pt x="6526052" y="309416"/>
                  </a:lnTo>
                  <a:lnTo>
                    <a:pt x="6526179" y="309416"/>
                  </a:lnTo>
                  <a:lnTo>
                    <a:pt x="6526305" y="309416"/>
                  </a:lnTo>
                  <a:lnTo>
                    <a:pt x="6526431" y="309416"/>
                  </a:lnTo>
                  <a:lnTo>
                    <a:pt x="6526557" y="309416"/>
                  </a:lnTo>
                  <a:lnTo>
                    <a:pt x="6526684" y="309416"/>
                  </a:lnTo>
                  <a:lnTo>
                    <a:pt x="6526810" y="309416"/>
                  </a:lnTo>
                  <a:lnTo>
                    <a:pt x="6526936" y="309416"/>
                  </a:lnTo>
                  <a:lnTo>
                    <a:pt x="6527062" y="309416"/>
                  </a:lnTo>
                  <a:lnTo>
                    <a:pt x="6527189" y="309416"/>
                  </a:lnTo>
                  <a:lnTo>
                    <a:pt x="6527315" y="309416"/>
                  </a:lnTo>
                  <a:lnTo>
                    <a:pt x="6527441" y="309416"/>
                  </a:lnTo>
                  <a:lnTo>
                    <a:pt x="6527567" y="309416"/>
                  </a:lnTo>
                  <a:lnTo>
                    <a:pt x="6527694" y="309416"/>
                  </a:lnTo>
                  <a:lnTo>
                    <a:pt x="6527820" y="309416"/>
                  </a:lnTo>
                  <a:lnTo>
                    <a:pt x="6527946" y="309416"/>
                  </a:lnTo>
                  <a:lnTo>
                    <a:pt x="6528072" y="309416"/>
                  </a:lnTo>
                  <a:lnTo>
                    <a:pt x="6528199" y="309416"/>
                  </a:lnTo>
                  <a:lnTo>
                    <a:pt x="6528325" y="309416"/>
                  </a:lnTo>
                  <a:lnTo>
                    <a:pt x="6528451" y="309416"/>
                  </a:lnTo>
                  <a:lnTo>
                    <a:pt x="6528577" y="309416"/>
                  </a:lnTo>
                  <a:lnTo>
                    <a:pt x="6528704" y="309416"/>
                  </a:lnTo>
                  <a:lnTo>
                    <a:pt x="6528830" y="309416"/>
                  </a:lnTo>
                  <a:lnTo>
                    <a:pt x="6528956" y="309416"/>
                  </a:lnTo>
                  <a:lnTo>
                    <a:pt x="6529082" y="309416"/>
                  </a:lnTo>
                  <a:lnTo>
                    <a:pt x="6529209" y="309416"/>
                  </a:lnTo>
                  <a:lnTo>
                    <a:pt x="6529335" y="309416"/>
                  </a:lnTo>
                  <a:lnTo>
                    <a:pt x="6529461" y="309416"/>
                  </a:lnTo>
                  <a:lnTo>
                    <a:pt x="6529587" y="309416"/>
                  </a:lnTo>
                  <a:lnTo>
                    <a:pt x="6529714" y="309416"/>
                  </a:lnTo>
                  <a:lnTo>
                    <a:pt x="6529840" y="309416"/>
                  </a:lnTo>
                  <a:lnTo>
                    <a:pt x="6529966" y="309416"/>
                  </a:lnTo>
                  <a:lnTo>
                    <a:pt x="6530092" y="309416"/>
                  </a:lnTo>
                  <a:lnTo>
                    <a:pt x="6530219" y="309416"/>
                  </a:lnTo>
                  <a:lnTo>
                    <a:pt x="6530345" y="309416"/>
                  </a:lnTo>
                  <a:lnTo>
                    <a:pt x="6530471" y="309416"/>
                  </a:lnTo>
                  <a:lnTo>
                    <a:pt x="6530597" y="309416"/>
                  </a:lnTo>
                  <a:lnTo>
                    <a:pt x="6530724" y="309416"/>
                  </a:lnTo>
                  <a:lnTo>
                    <a:pt x="6530850" y="309416"/>
                  </a:lnTo>
                  <a:lnTo>
                    <a:pt x="6530976" y="309416"/>
                  </a:lnTo>
                  <a:lnTo>
                    <a:pt x="6531103" y="309416"/>
                  </a:lnTo>
                  <a:lnTo>
                    <a:pt x="6531229" y="309416"/>
                  </a:lnTo>
                  <a:lnTo>
                    <a:pt x="6531355" y="309416"/>
                  </a:lnTo>
                  <a:lnTo>
                    <a:pt x="6531481" y="309416"/>
                  </a:lnTo>
                  <a:lnTo>
                    <a:pt x="6531608" y="309416"/>
                  </a:lnTo>
                  <a:lnTo>
                    <a:pt x="6531734" y="309416"/>
                  </a:lnTo>
                  <a:lnTo>
                    <a:pt x="6531860" y="309416"/>
                  </a:lnTo>
                  <a:lnTo>
                    <a:pt x="6531986" y="309416"/>
                  </a:lnTo>
                  <a:lnTo>
                    <a:pt x="6532113" y="309416"/>
                  </a:lnTo>
                  <a:lnTo>
                    <a:pt x="6532239" y="309416"/>
                  </a:lnTo>
                  <a:lnTo>
                    <a:pt x="6532365" y="309416"/>
                  </a:lnTo>
                  <a:lnTo>
                    <a:pt x="6532491" y="309416"/>
                  </a:lnTo>
                  <a:lnTo>
                    <a:pt x="6532618" y="309416"/>
                  </a:lnTo>
                  <a:lnTo>
                    <a:pt x="6532744" y="309416"/>
                  </a:lnTo>
                  <a:lnTo>
                    <a:pt x="6532870" y="309416"/>
                  </a:lnTo>
                  <a:lnTo>
                    <a:pt x="6532996" y="309416"/>
                  </a:lnTo>
                  <a:lnTo>
                    <a:pt x="6533123" y="309416"/>
                  </a:lnTo>
                  <a:lnTo>
                    <a:pt x="6533249" y="309416"/>
                  </a:lnTo>
                  <a:lnTo>
                    <a:pt x="6533375" y="309416"/>
                  </a:lnTo>
                  <a:lnTo>
                    <a:pt x="6533501" y="309416"/>
                  </a:lnTo>
                  <a:lnTo>
                    <a:pt x="6533628" y="309416"/>
                  </a:lnTo>
                  <a:lnTo>
                    <a:pt x="6533754" y="309416"/>
                  </a:lnTo>
                  <a:lnTo>
                    <a:pt x="6533880" y="309416"/>
                  </a:lnTo>
                  <a:lnTo>
                    <a:pt x="6534006" y="309416"/>
                  </a:lnTo>
                  <a:lnTo>
                    <a:pt x="6534133" y="309416"/>
                  </a:lnTo>
                  <a:lnTo>
                    <a:pt x="6534259" y="309416"/>
                  </a:lnTo>
                  <a:lnTo>
                    <a:pt x="6534385" y="309416"/>
                  </a:lnTo>
                  <a:lnTo>
                    <a:pt x="6534511" y="309416"/>
                  </a:lnTo>
                  <a:lnTo>
                    <a:pt x="6534638" y="309416"/>
                  </a:lnTo>
                  <a:lnTo>
                    <a:pt x="6534764" y="309416"/>
                  </a:lnTo>
                  <a:lnTo>
                    <a:pt x="6534890" y="309416"/>
                  </a:lnTo>
                  <a:lnTo>
                    <a:pt x="6535016" y="309416"/>
                  </a:lnTo>
                  <a:lnTo>
                    <a:pt x="6535143" y="309416"/>
                  </a:lnTo>
                  <a:lnTo>
                    <a:pt x="6535269" y="309416"/>
                  </a:lnTo>
                  <a:lnTo>
                    <a:pt x="6535395" y="309416"/>
                  </a:lnTo>
                  <a:lnTo>
                    <a:pt x="6535521" y="309416"/>
                  </a:lnTo>
                  <a:lnTo>
                    <a:pt x="6535648" y="309416"/>
                  </a:lnTo>
                  <a:lnTo>
                    <a:pt x="6535774" y="309416"/>
                  </a:lnTo>
                  <a:lnTo>
                    <a:pt x="6535900" y="309416"/>
                  </a:lnTo>
                  <a:lnTo>
                    <a:pt x="6536027" y="309416"/>
                  </a:lnTo>
                  <a:lnTo>
                    <a:pt x="6536153" y="309416"/>
                  </a:lnTo>
                  <a:lnTo>
                    <a:pt x="6536279" y="309416"/>
                  </a:lnTo>
                  <a:lnTo>
                    <a:pt x="6536405" y="309416"/>
                  </a:lnTo>
                  <a:lnTo>
                    <a:pt x="6536532" y="309416"/>
                  </a:lnTo>
                  <a:lnTo>
                    <a:pt x="6536658" y="309416"/>
                  </a:lnTo>
                  <a:lnTo>
                    <a:pt x="6536784" y="309416"/>
                  </a:lnTo>
                  <a:lnTo>
                    <a:pt x="6536910" y="309416"/>
                  </a:lnTo>
                  <a:lnTo>
                    <a:pt x="6537037" y="309416"/>
                  </a:lnTo>
                  <a:lnTo>
                    <a:pt x="6537163" y="309416"/>
                  </a:lnTo>
                  <a:lnTo>
                    <a:pt x="6537289" y="309416"/>
                  </a:lnTo>
                  <a:lnTo>
                    <a:pt x="6537415" y="309416"/>
                  </a:lnTo>
                  <a:lnTo>
                    <a:pt x="6537542" y="309416"/>
                  </a:lnTo>
                  <a:lnTo>
                    <a:pt x="6537668" y="309416"/>
                  </a:lnTo>
                  <a:lnTo>
                    <a:pt x="6537794" y="309416"/>
                  </a:lnTo>
                  <a:lnTo>
                    <a:pt x="6537920" y="309416"/>
                  </a:lnTo>
                  <a:lnTo>
                    <a:pt x="6538047" y="309416"/>
                  </a:lnTo>
                  <a:lnTo>
                    <a:pt x="6538173" y="309416"/>
                  </a:lnTo>
                  <a:lnTo>
                    <a:pt x="6538299" y="309416"/>
                  </a:lnTo>
                  <a:lnTo>
                    <a:pt x="6538425" y="309416"/>
                  </a:lnTo>
                  <a:lnTo>
                    <a:pt x="6538552" y="309416"/>
                  </a:lnTo>
                  <a:lnTo>
                    <a:pt x="6538678" y="309416"/>
                  </a:lnTo>
                  <a:lnTo>
                    <a:pt x="6538804" y="309416"/>
                  </a:lnTo>
                  <a:lnTo>
                    <a:pt x="6538930" y="309416"/>
                  </a:lnTo>
                  <a:lnTo>
                    <a:pt x="6539057" y="309416"/>
                  </a:lnTo>
                  <a:lnTo>
                    <a:pt x="6539183" y="309416"/>
                  </a:lnTo>
                  <a:lnTo>
                    <a:pt x="6539309" y="309416"/>
                  </a:lnTo>
                  <a:lnTo>
                    <a:pt x="6539435" y="309416"/>
                  </a:lnTo>
                  <a:lnTo>
                    <a:pt x="6539562" y="309416"/>
                  </a:lnTo>
                  <a:lnTo>
                    <a:pt x="6539688" y="309416"/>
                  </a:lnTo>
                  <a:lnTo>
                    <a:pt x="6539814" y="309416"/>
                  </a:lnTo>
                  <a:lnTo>
                    <a:pt x="6539940" y="309416"/>
                  </a:lnTo>
                  <a:lnTo>
                    <a:pt x="6540067" y="309416"/>
                  </a:lnTo>
                  <a:lnTo>
                    <a:pt x="6540193" y="309416"/>
                  </a:lnTo>
                  <a:lnTo>
                    <a:pt x="6540319" y="309416"/>
                  </a:lnTo>
                  <a:lnTo>
                    <a:pt x="6540445" y="309416"/>
                  </a:lnTo>
                  <a:lnTo>
                    <a:pt x="6540572" y="309416"/>
                  </a:lnTo>
                  <a:lnTo>
                    <a:pt x="6540698" y="309416"/>
                  </a:lnTo>
                  <a:lnTo>
                    <a:pt x="6540824" y="309416"/>
                  </a:lnTo>
                  <a:lnTo>
                    <a:pt x="6540950" y="309416"/>
                  </a:lnTo>
                  <a:lnTo>
                    <a:pt x="6541077" y="309416"/>
                  </a:lnTo>
                  <a:lnTo>
                    <a:pt x="6541203" y="309416"/>
                  </a:lnTo>
                  <a:lnTo>
                    <a:pt x="6541329" y="309416"/>
                  </a:lnTo>
                  <a:lnTo>
                    <a:pt x="6541456" y="309416"/>
                  </a:lnTo>
                  <a:lnTo>
                    <a:pt x="6541582" y="309416"/>
                  </a:lnTo>
                  <a:lnTo>
                    <a:pt x="6541708" y="309416"/>
                  </a:lnTo>
                  <a:lnTo>
                    <a:pt x="6541834" y="309416"/>
                  </a:lnTo>
                  <a:lnTo>
                    <a:pt x="6541961" y="309416"/>
                  </a:lnTo>
                  <a:lnTo>
                    <a:pt x="6542087" y="309416"/>
                  </a:lnTo>
                  <a:lnTo>
                    <a:pt x="6542213" y="309416"/>
                  </a:lnTo>
                  <a:lnTo>
                    <a:pt x="6542339" y="309416"/>
                  </a:lnTo>
                  <a:lnTo>
                    <a:pt x="6542466" y="309416"/>
                  </a:lnTo>
                  <a:lnTo>
                    <a:pt x="6542592" y="309416"/>
                  </a:lnTo>
                  <a:lnTo>
                    <a:pt x="6542718" y="309416"/>
                  </a:lnTo>
                  <a:lnTo>
                    <a:pt x="6542844" y="309416"/>
                  </a:lnTo>
                  <a:lnTo>
                    <a:pt x="6542971" y="309416"/>
                  </a:lnTo>
                  <a:lnTo>
                    <a:pt x="6543097" y="309416"/>
                  </a:lnTo>
                  <a:lnTo>
                    <a:pt x="6543223" y="309416"/>
                  </a:lnTo>
                  <a:lnTo>
                    <a:pt x="6543349" y="309416"/>
                  </a:lnTo>
                  <a:lnTo>
                    <a:pt x="6543476" y="309416"/>
                  </a:lnTo>
                  <a:lnTo>
                    <a:pt x="6543602" y="309416"/>
                  </a:lnTo>
                  <a:lnTo>
                    <a:pt x="6543728" y="309416"/>
                  </a:lnTo>
                  <a:lnTo>
                    <a:pt x="6543854" y="309416"/>
                  </a:lnTo>
                  <a:lnTo>
                    <a:pt x="6543981" y="309416"/>
                  </a:lnTo>
                  <a:lnTo>
                    <a:pt x="6544107" y="309416"/>
                  </a:lnTo>
                  <a:lnTo>
                    <a:pt x="6544233" y="309416"/>
                  </a:lnTo>
                  <a:lnTo>
                    <a:pt x="6544359" y="309416"/>
                  </a:lnTo>
                  <a:lnTo>
                    <a:pt x="6544486" y="309416"/>
                  </a:lnTo>
                  <a:lnTo>
                    <a:pt x="6544612" y="309416"/>
                  </a:lnTo>
                  <a:lnTo>
                    <a:pt x="6544738" y="309416"/>
                  </a:lnTo>
                  <a:lnTo>
                    <a:pt x="6544864" y="309416"/>
                  </a:lnTo>
                  <a:lnTo>
                    <a:pt x="6544991" y="309416"/>
                  </a:lnTo>
                  <a:lnTo>
                    <a:pt x="6545117" y="309416"/>
                  </a:lnTo>
                  <a:lnTo>
                    <a:pt x="6545243" y="309416"/>
                  </a:lnTo>
                  <a:lnTo>
                    <a:pt x="6545369" y="309416"/>
                  </a:lnTo>
                  <a:lnTo>
                    <a:pt x="6545496" y="309416"/>
                  </a:lnTo>
                  <a:lnTo>
                    <a:pt x="6545622" y="309416"/>
                  </a:lnTo>
                  <a:lnTo>
                    <a:pt x="6545748" y="309416"/>
                  </a:lnTo>
                  <a:lnTo>
                    <a:pt x="6545874" y="309416"/>
                  </a:lnTo>
                  <a:lnTo>
                    <a:pt x="6546001" y="309416"/>
                  </a:lnTo>
                  <a:lnTo>
                    <a:pt x="6546127" y="309416"/>
                  </a:lnTo>
                  <a:lnTo>
                    <a:pt x="6546253" y="309416"/>
                  </a:lnTo>
                  <a:lnTo>
                    <a:pt x="6546380" y="309416"/>
                  </a:lnTo>
                  <a:lnTo>
                    <a:pt x="6546506" y="309416"/>
                  </a:lnTo>
                  <a:lnTo>
                    <a:pt x="6546632" y="309416"/>
                  </a:lnTo>
                  <a:lnTo>
                    <a:pt x="6546758" y="309416"/>
                  </a:lnTo>
                  <a:lnTo>
                    <a:pt x="6546885" y="309416"/>
                  </a:lnTo>
                  <a:lnTo>
                    <a:pt x="6547011" y="309416"/>
                  </a:lnTo>
                  <a:lnTo>
                    <a:pt x="6547137" y="309416"/>
                  </a:lnTo>
                  <a:lnTo>
                    <a:pt x="6547263" y="309416"/>
                  </a:lnTo>
                  <a:lnTo>
                    <a:pt x="6547390" y="309416"/>
                  </a:lnTo>
                  <a:lnTo>
                    <a:pt x="6547516" y="309416"/>
                  </a:lnTo>
                  <a:lnTo>
                    <a:pt x="6547642" y="309416"/>
                  </a:lnTo>
                  <a:lnTo>
                    <a:pt x="6547768" y="309416"/>
                  </a:lnTo>
                  <a:lnTo>
                    <a:pt x="6547895" y="309416"/>
                  </a:lnTo>
                  <a:lnTo>
                    <a:pt x="6548021" y="309416"/>
                  </a:lnTo>
                  <a:lnTo>
                    <a:pt x="6548147" y="309416"/>
                  </a:lnTo>
                  <a:lnTo>
                    <a:pt x="6548273" y="309416"/>
                  </a:lnTo>
                  <a:lnTo>
                    <a:pt x="6548400" y="309416"/>
                  </a:lnTo>
                  <a:lnTo>
                    <a:pt x="6548526" y="309416"/>
                  </a:lnTo>
                  <a:lnTo>
                    <a:pt x="6548652" y="309416"/>
                  </a:lnTo>
                  <a:lnTo>
                    <a:pt x="6548778" y="309416"/>
                  </a:lnTo>
                  <a:lnTo>
                    <a:pt x="6548905" y="309416"/>
                  </a:lnTo>
                  <a:lnTo>
                    <a:pt x="6549031" y="309416"/>
                  </a:lnTo>
                  <a:lnTo>
                    <a:pt x="6549157" y="309416"/>
                  </a:lnTo>
                  <a:lnTo>
                    <a:pt x="6549283" y="309416"/>
                  </a:lnTo>
                  <a:lnTo>
                    <a:pt x="6549410" y="309416"/>
                  </a:lnTo>
                  <a:lnTo>
                    <a:pt x="6549536" y="309416"/>
                  </a:lnTo>
                  <a:lnTo>
                    <a:pt x="6549662" y="309416"/>
                  </a:lnTo>
                  <a:lnTo>
                    <a:pt x="6549788" y="309416"/>
                  </a:lnTo>
                  <a:lnTo>
                    <a:pt x="6549915" y="309416"/>
                  </a:lnTo>
                  <a:lnTo>
                    <a:pt x="6550041" y="309416"/>
                  </a:lnTo>
                  <a:lnTo>
                    <a:pt x="6550167" y="309416"/>
                  </a:lnTo>
                  <a:lnTo>
                    <a:pt x="6550293" y="309416"/>
                  </a:lnTo>
                  <a:lnTo>
                    <a:pt x="6550420" y="309416"/>
                  </a:lnTo>
                  <a:lnTo>
                    <a:pt x="6550546" y="309416"/>
                  </a:lnTo>
                  <a:lnTo>
                    <a:pt x="6550672" y="309416"/>
                  </a:lnTo>
                  <a:lnTo>
                    <a:pt x="6550798" y="309416"/>
                  </a:lnTo>
                  <a:lnTo>
                    <a:pt x="6550925" y="309416"/>
                  </a:lnTo>
                  <a:lnTo>
                    <a:pt x="6551051" y="309416"/>
                  </a:lnTo>
                  <a:lnTo>
                    <a:pt x="6551177" y="309416"/>
                  </a:lnTo>
                  <a:lnTo>
                    <a:pt x="6551303" y="309416"/>
                  </a:lnTo>
                  <a:lnTo>
                    <a:pt x="6551430" y="309416"/>
                  </a:lnTo>
                  <a:lnTo>
                    <a:pt x="6551556" y="309416"/>
                  </a:lnTo>
                  <a:lnTo>
                    <a:pt x="6551682" y="309416"/>
                  </a:lnTo>
                  <a:lnTo>
                    <a:pt x="6551809" y="309416"/>
                  </a:lnTo>
                  <a:lnTo>
                    <a:pt x="6551935" y="309416"/>
                  </a:lnTo>
                  <a:lnTo>
                    <a:pt x="6552061" y="309416"/>
                  </a:lnTo>
                  <a:lnTo>
                    <a:pt x="6552187" y="309416"/>
                  </a:lnTo>
                  <a:lnTo>
                    <a:pt x="6552314" y="309416"/>
                  </a:lnTo>
                  <a:lnTo>
                    <a:pt x="6552440" y="309416"/>
                  </a:lnTo>
                  <a:lnTo>
                    <a:pt x="6552566" y="309416"/>
                  </a:lnTo>
                  <a:lnTo>
                    <a:pt x="6552692" y="309416"/>
                  </a:lnTo>
                  <a:lnTo>
                    <a:pt x="6552819" y="309416"/>
                  </a:lnTo>
                  <a:lnTo>
                    <a:pt x="6552945" y="309416"/>
                  </a:lnTo>
                  <a:lnTo>
                    <a:pt x="6553071" y="309416"/>
                  </a:lnTo>
                  <a:lnTo>
                    <a:pt x="6553197" y="309416"/>
                  </a:lnTo>
                  <a:lnTo>
                    <a:pt x="6553324" y="309416"/>
                  </a:lnTo>
                  <a:lnTo>
                    <a:pt x="6553450" y="309416"/>
                  </a:lnTo>
                  <a:lnTo>
                    <a:pt x="6553576" y="309416"/>
                  </a:lnTo>
                  <a:lnTo>
                    <a:pt x="6553702" y="309416"/>
                  </a:lnTo>
                  <a:lnTo>
                    <a:pt x="6553829" y="309416"/>
                  </a:lnTo>
                  <a:lnTo>
                    <a:pt x="6553955" y="309416"/>
                  </a:lnTo>
                  <a:lnTo>
                    <a:pt x="6554081" y="309416"/>
                  </a:lnTo>
                  <a:lnTo>
                    <a:pt x="6554207" y="309416"/>
                  </a:lnTo>
                  <a:lnTo>
                    <a:pt x="6554334" y="309416"/>
                  </a:lnTo>
                  <a:lnTo>
                    <a:pt x="6554460" y="309416"/>
                  </a:lnTo>
                  <a:lnTo>
                    <a:pt x="6554586" y="309416"/>
                  </a:lnTo>
                  <a:lnTo>
                    <a:pt x="6554712" y="309416"/>
                  </a:lnTo>
                  <a:lnTo>
                    <a:pt x="6554839" y="309416"/>
                  </a:lnTo>
                  <a:lnTo>
                    <a:pt x="6554965" y="309416"/>
                  </a:lnTo>
                  <a:lnTo>
                    <a:pt x="6555091" y="309416"/>
                  </a:lnTo>
                  <a:lnTo>
                    <a:pt x="6555217" y="309416"/>
                  </a:lnTo>
                  <a:lnTo>
                    <a:pt x="6555344" y="309416"/>
                  </a:lnTo>
                  <a:lnTo>
                    <a:pt x="6555470" y="309416"/>
                  </a:lnTo>
                  <a:lnTo>
                    <a:pt x="6555596" y="309416"/>
                  </a:lnTo>
                  <a:lnTo>
                    <a:pt x="6555722" y="309416"/>
                  </a:lnTo>
                  <a:lnTo>
                    <a:pt x="6555849" y="309416"/>
                  </a:lnTo>
                  <a:lnTo>
                    <a:pt x="6555975" y="309416"/>
                  </a:lnTo>
                  <a:lnTo>
                    <a:pt x="6556101" y="309416"/>
                  </a:lnTo>
                  <a:lnTo>
                    <a:pt x="6556227" y="309416"/>
                  </a:lnTo>
                  <a:lnTo>
                    <a:pt x="6556354" y="309416"/>
                  </a:lnTo>
                  <a:lnTo>
                    <a:pt x="6556480" y="309416"/>
                  </a:lnTo>
                  <a:lnTo>
                    <a:pt x="6556606" y="309416"/>
                  </a:lnTo>
                  <a:lnTo>
                    <a:pt x="6556733" y="309416"/>
                  </a:lnTo>
                  <a:lnTo>
                    <a:pt x="6556859" y="309416"/>
                  </a:lnTo>
                  <a:lnTo>
                    <a:pt x="6556985" y="309416"/>
                  </a:lnTo>
                  <a:lnTo>
                    <a:pt x="6557111" y="309416"/>
                  </a:lnTo>
                  <a:lnTo>
                    <a:pt x="6557238" y="309416"/>
                  </a:lnTo>
                  <a:lnTo>
                    <a:pt x="6557364" y="309416"/>
                  </a:lnTo>
                  <a:lnTo>
                    <a:pt x="6557490" y="309416"/>
                  </a:lnTo>
                  <a:lnTo>
                    <a:pt x="6557616" y="309416"/>
                  </a:lnTo>
                  <a:lnTo>
                    <a:pt x="6557743" y="309416"/>
                  </a:lnTo>
                  <a:lnTo>
                    <a:pt x="6557869" y="309416"/>
                  </a:lnTo>
                  <a:lnTo>
                    <a:pt x="6557995" y="309416"/>
                  </a:lnTo>
                  <a:lnTo>
                    <a:pt x="6558121" y="309416"/>
                  </a:lnTo>
                  <a:lnTo>
                    <a:pt x="6558248" y="309416"/>
                  </a:lnTo>
                  <a:lnTo>
                    <a:pt x="6558374" y="309416"/>
                  </a:lnTo>
                  <a:lnTo>
                    <a:pt x="6558500" y="309416"/>
                  </a:lnTo>
                  <a:lnTo>
                    <a:pt x="6558626" y="309416"/>
                  </a:lnTo>
                  <a:lnTo>
                    <a:pt x="6558753" y="309416"/>
                  </a:lnTo>
                  <a:lnTo>
                    <a:pt x="6558879" y="309416"/>
                  </a:lnTo>
                  <a:lnTo>
                    <a:pt x="6559005" y="309416"/>
                  </a:lnTo>
                  <a:lnTo>
                    <a:pt x="6559131" y="309416"/>
                  </a:lnTo>
                  <a:lnTo>
                    <a:pt x="6559258" y="309416"/>
                  </a:lnTo>
                  <a:lnTo>
                    <a:pt x="6559384" y="309416"/>
                  </a:lnTo>
                  <a:lnTo>
                    <a:pt x="6559510" y="309416"/>
                  </a:lnTo>
                  <a:lnTo>
                    <a:pt x="6559636" y="309416"/>
                  </a:lnTo>
                  <a:lnTo>
                    <a:pt x="6559763" y="309416"/>
                  </a:lnTo>
                  <a:lnTo>
                    <a:pt x="6559889" y="309416"/>
                  </a:lnTo>
                  <a:lnTo>
                    <a:pt x="6560015" y="309416"/>
                  </a:lnTo>
                  <a:lnTo>
                    <a:pt x="6560141" y="309416"/>
                  </a:lnTo>
                  <a:lnTo>
                    <a:pt x="6560268" y="309416"/>
                  </a:lnTo>
                  <a:lnTo>
                    <a:pt x="6560394" y="309416"/>
                  </a:lnTo>
                  <a:lnTo>
                    <a:pt x="6560520" y="309416"/>
                  </a:lnTo>
                  <a:lnTo>
                    <a:pt x="6560646" y="309416"/>
                  </a:lnTo>
                  <a:lnTo>
                    <a:pt x="6560773" y="309416"/>
                  </a:lnTo>
                  <a:lnTo>
                    <a:pt x="6560899" y="309416"/>
                  </a:lnTo>
                  <a:lnTo>
                    <a:pt x="6561025" y="309416"/>
                  </a:lnTo>
                  <a:lnTo>
                    <a:pt x="6561151" y="309416"/>
                  </a:lnTo>
                  <a:lnTo>
                    <a:pt x="6561278" y="309416"/>
                  </a:lnTo>
                  <a:lnTo>
                    <a:pt x="6561404" y="309416"/>
                  </a:lnTo>
                  <a:lnTo>
                    <a:pt x="6561530" y="309416"/>
                  </a:lnTo>
                  <a:lnTo>
                    <a:pt x="6561656" y="309416"/>
                  </a:lnTo>
                  <a:lnTo>
                    <a:pt x="6561783" y="309416"/>
                  </a:lnTo>
                  <a:lnTo>
                    <a:pt x="6561909" y="309416"/>
                  </a:lnTo>
                  <a:lnTo>
                    <a:pt x="6562035" y="309416"/>
                  </a:lnTo>
                  <a:lnTo>
                    <a:pt x="6562162" y="309416"/>
                  </a:lnTo>
                  <a:lnTo>
                    <a:pt x="6562288" y="309416"/>
                  </a:lnTo>
                  <a:lnTo>
                    <a:pt x="6562414" y="309416"/>
                  </a:lnTo>
                  <a:lnTo>
                    <a:pt x="6562540" y="309416"/>
                  </a:lnTo>
                  <a:lnTo>
                    <a:pt x="6562667" y="309416"/>
                  </a:lnTo>
                  <a:lnTo>
                    <a:pt x="6562793" y="309416"/>
                  </a:lnTo>
                  <a:lnTo>
                    <a:pt x="6562919" y="309416"/>
                  </a:lnTo>
                  <a:lnTo>
                    <a:pt x="6563045" y="309416"/>
                  </a:lnTo>
                  <a:lnTo>
                    <a:pt x="6563172" y="309416"/>
                  </a:lnTo>
                  <a:lnTo>
                    <a:pt x="6563298" y="309416"/>
                  </a:lnTo>
                  <a:lnTo>
                    <a:pt x="6563424" y="309416"/>
                  </a:lnTo>
                  <a:lnTo>
                    <a:pt x="6563550" y="309416"/>
                  </a:lnTo>
                  <a:lnTo>
                    <a:pt x="6563677" y="309416"/>
                  </a:lnTo>
                  <a:lnTo>
                    <a:pt x="6563803" y="309416"/>
                  </a:lnTo>
                  <a:lnTo>
                    <a:pt x="6563929" y="309416"/>
                  </a:lnTo>
                  <a:lnTo>
                    <a:pt x="6564055" y="309416"/>
                  </a:lnTo>
                  <a:lnTo>
                    <a:pt x="6564182" y="309416"/>
                  </a:lnTo>
                  <a:lnTo>
                    <a:pt x="6564308" y="309416"/>
                  </a:lnTo>
                  <a:lnTo>
                    <a:pt x="6564434" y="309416"/>
                  </a:lnTo>
                  <a:lnTo>
                    <a:pt x="6564560" y="309416"/>
                  </a:lnTo>
                  <a:lnTo>
                    <a:pt x="6564687" y="309416"/>
                  </a:lnTo>
                  <a:lnTo>
                    <a:pt x="6564813" y="309416"/>
                  </a:lnTo>
                  <a:lnTo>
                    <a:pt x="6564939" y="309416"/>
                  </a:lnTo>
                  <a:lnTo>
                    <a:pt x="6565065" y="309416"/>
                  </a:lnTo>
                  <a:lnTo>
                    <a:pt x="6565192" y="309416"/>
                  </a:lnTo>
                  <a:lnTo>
                    <a:pt x="6565318" y="309416"/>
                  </a:lnTo>
                  <a:lnTo>
                    <a:pt x="6565444" y="309416"/>
                  </a:lnTo>
                  <a:lnTo>
                    <a:pt x="6565570" y="309416"/>
                  </a:lnTo>
                  <a:lnTo>
                    <a:pt x="6565697" y="309416"/>
                  </a:lnTo>
                  <a:lnTo>
                    <a:pt x="6565823" y="309416"/>
                  </a:lnTo>
                  <a:lnTo>
                    <a:pt x="6565949" y="309416"/>
                  </a:lnTo>
                  <a:lnTo>
                    <a:pt x="6566075" y="309416"/>
                  </a:lnTo>
                  <a:lnTo>
                    <a:pt x="6566202" y="309416"/>
                  </a:lnTo>
                  <a:lnTo>
                    <a:pt x="6566328" y="309416"/>
                  </a:lnTo>
                  <a:lnTo>
                    <a:pt x="6566454" y="309416"/>
                  </a:lnTo>
                  <a:lnTo>
                    <a:pt x="6566580" y="309416"/>
                  </a:lnTo>
                  <a:lnTo>
                    <a:pt x="6566707" y="309416"/>
                  </a:lnTo>
                  <a:lnTo>
                    <a:pt x="6566833" y="309416"/>
                  </a:lnTo>
                  <a:lnTo>
                    <a:pt x="6566959" y="309416"/>
                  </a:lnTo>
                  <a:lnTo>
                    <a:pt x="6567086" y="309416"/>
                  </a:lnTo>
                  <a:lnTo>
                    <a:pt x="6567212" y="309416"/>
                  </a:lnTo>
                  <a:lnTo>
                    <a:pt x="6567338" y="309416"/>
                  </a:lnTo>
                  <a:lnTo>
                    <a:pt x="6567464" y="309416"/>
                  </a:lnTo>
                  <a:lnTo>
                    <a:pt x="6567591" y="309416"/>
                  </a:lnTo>
                  <a:lnTo>
                    <a:pt x="6567717" y="309416"/>
                  </a:lnTo>
                  <a:lnTo>
                    <a:pt x="6567843" y="309416"/>
                  </a:lnTo>
                  <a:lnTo>
                    <a:pt x="6567969" y="309416"/>
                  </a:lnTo>
                  <a:lnTo>
                    <a:pt x="6568096" y="309416"/>
                  </a:lnTo>
                  <a:lnTo>
                    <a:pt x="6568222" y="309416"/>
                  </a:lnTo>
                  <a:lnTo>
                    <a:pt x="6568348" y="309416"/>
                  </a:lnTo>
                  <a:lnTo>
                    <a:pt x="6568474" y="309416"/>
                  </a:lnTo>
                  <a:lnTo>
                    <a:pt x="6568601" y="309416"/>
                  </a:lnTo>
                  <a:lnTo>
                    <a:pt x="6568727" y="309416"/>
                  </a:lnTo>
                  <a:lnTo>
                    <a:pt x="6568853" y="309416"/>
                  </a:lnTo>
                  <a:lnTo>
                    <a:pt x="6568979" y="309416"/>
                  </a:lnTo>
                  <a:lnTo>
                    <a:pt x="6569106" y="309416"/>
                  </a:lnTo>
                  <a:lnTo>
                    <a:pt x="6569232" y="309416"/>
                  </a:lnTo>
                  <a:lnTo>
                    <a:pt x="6569358" y="309416"/>
                  </a:lnTo>
                  <a:lnTo>
                    <a:pt x="6569484" y="309416"/>
                  </a:lnTo>
                  <a:lnTo>
                    <a:pt x="6569611" y="309416"/>
                  </a:lnTo>
                  <a:lnTo>
                    <a:pt x="6569737" y="309416"/>
                  </a:lnTo>
                  <a:lnTo>
                    <a:pt x="6569863" y="309416"/>
                  </a:lnTo>
                  <a:lnTo>
                    <a:pt x="6569989" y="309416"/>
                  </a:lnTo>
                  <a:lnTo>
                    <a:pt x="6570116" y="309416"/>
                  </a:lnTo>
                  <a:lnTo>
                    <a:pt x="6570242" y="309416"/>
                  </a:lnTo>
                  <a:lnTo>
                    <a:pt x="6570368" y="309416"/>
                  </a:lnTo>
                  <a:lnTo>
                    <a:pt x="6570494" y="309416"/>
                  </a:lnTo>
                  <a:lnTo>
                    <a:pt x="6570621" y="309416"/>
                  </a:lnTo>
                  <a:lnTo>
                    <a:pt x="6570747" y="309416"/>
                  </a:lnTo>
                  <a:lnTo>
                    <a:pt x="6570873" y="309416"/>
                  </a:lnTo>
                  <a:lnTo>
                    <a:pt x="6570999" y="309416"/>
                  </a:lnTo>
                  <a:lnTo>
                    <a:pt x="6571126" y="309416"/>
                  </a:lnTo>
                  <a:lnTo>
                    <a:pt x="6571252" y="309416"/>
                  </a:lnTo>
                  <a:lnTo>
                    <a:pt x="6571378" y="309416"/>
                  </a:lnTo>
                  <a:lnTo>
                    <a:pt x="6571504" y="309416"/>
                  </a:lnTo>
                  <a:lnTo>
                    <a:pt x="6571631" y="309416"/>
                  </a:lnTo>
                  <a:lnTo>
                    <a:pt x="6571757" y="309416"/>
                  </a:lnTo>
                  <a:lnTo>
                    <a:pt x="6571883" y="309416"/>
                  </a:lnTo>
                  <a:lnTo>
                    <a:pt x="6572009" y="309416"/>
                  </a:lnTo>
                  <a:lnTo>
                    <a:pt x="6572136" y="309416"/>
                  </a:lnTo>
                  <a:lnTo>
                    <a:pt x="6572262" y="309416"/>
                  </a:lnTo>
                  <a:lnTo>
                    <a:pt x="6572388" y="309416"/>
                  </a:lnTo>
                  <a:lnTo>
                    <a:pt x="6572515" y="309416"/>
                  </a:lnTo>
                  <a:lnTo>
                    <a:pt x="6572641" y="309416"/>
                  </a:lnTo>
                  <a:lnTo>
                    <a:pt x="6572767" y="309416"/>
                  </a:lnTo>
                  <a:lnTo>
                    <a:pt x="6572893" y="309416"/>
                  </a:lnTo>
                  <a:lnTo>
                    <a:pt x="6573020" y="309416"/>
                  </a:lnTo>
                  <a:lnTo>
                    <a:pt x="6573146" y="309416"/>
                  </a:lnTo>
                  <a:lnTo>
                    <a:pt x="6573272" y="309416"/>
                  </a:lnTo>
                  <a:lnTo>
                    <a:pt x="6573398" y="309416"/>
                  </a:lnTo>
                  <a:lnTo>
                    <a:pt x="6573525" y="309416"/>
                  </a:lnTo>
                  <a:lnTo>
                    <a:pt x="6573651" y="309416"/>
                  </a:lnTo>
                  <a:lnTo>
                    <a:pt x="6573777" y="309416"/>
                  </a:lnTo>
                  <a:lnTo>
                    <a:pt x="6573903" y="309416"/>
                  </a:lnTo>
                  <a:lnTo>
                    <a:pt x="6574030" y="309416"/>
                  </a:lnTo>
                  <a:lnTo>
                    <a:pt x="6574156" y="309416"/>
                  </a:lnTo>
                  <a:lnTo>
                    <a:pt x="6574282" y="309416"/>
                  </a:lnTo>
                  <a:lnTo>
                    <a:pt x="6574408" y="309416"/>
                  </a:lnTo>
                  <a:lnTo>
                    <a:pt x="6574535" y="309416"/>
                  </a:lnTo>
                  <a:lnTo>
                    <a:pt x="6574661" y="309416"/>
                  </a:lnTo>
                  <a:lnTo>
                    <a:pt x="6574787" y="309416"/>
                  </a:lnTo>
                  <a:lnTo>
                    <a:pt x="6574913" y="309416"/>
                  </a:lnTo>
                  <a:lnTo>
                    <a:pt x="6575040" y="309416"/>
                  </a:lnTo>
                  <a:lnTo>
                    <a:pt x="6575166" y="309416"/>
                  </a:lnTo>
                  <a:lnTo>
                    <a:pt x="6575292" y="309416"/>
                  </a:lnTo>
                  <a:lnTo>
                    <a:pt x="6575418" y="309416"/>
                  </a:lnTo>
                  <a:lnTo>
                    <a:pt x="6575545" y="309416"/>
                  </a:lnTo>
                  <a:lnTo>
                    <a:pt x="6575671" y="309416"/>
                  </a:lnTo>
                  <a:lnTo>
                    <a:pt x="6575797" y="309416"/>
                  </a:lnTo>
                  <a:lnTo>
                    <a:pt x="6575923" y="309416"/>
                  </a:lnTo>
                  <a:lnTo>
                    <a:pt x="6576050" y="309416"/>
                  </a:lnTo>
                  <a:lnTo>
                    <a:pt x="6576176" y="309416"/>
                  </a:lnTo>
                  <a:lnTo>
                    <a:pt x="6576302" y="309416"/>
                  </a:lnTo>
                  <a:lnTo>
                    <a:pt x="6576428" y="309416"/>
                  </a:lnTo>
                  <a:lnTo>
                    <a:pt x="6576555" y="309416"/>
                  </a:lnTo>
                  <a:lnTo>
                    <a:pt x="6576681" y="309416"/>
                  </a:lnTo>
                  <a:lnTo>
                    <a:pt x="6576807" y="309416"/>
                  </a:lnTo>
                  <a:lnTo>
                    <a:pt x="6576933" y="309416"/>
                  </a:lnTo>
                  <a:lnTo>
                    <a:pt x="6577060" y="309416"/>
                  </a:lnTo>
                  <a:lnTo>
                    <a:pt x="6577186" y="309416"/>
                  </a:lnTo>
                  <a:lnTo>
                    <a:pt x="6577312" y="309416"/>
                  </a:lnTo>
                  <a:lnTo>
                    <a:pt x="6577439" y="309416"/>
                  </a:lnTo>
                  <a:lnTo>
                    <a:pt x="6577565" y="309416"/>
                  </a:lnTo>
                  <a:lnTo>
                    <a:pt x="6577691" y="309416"/>
                  </a:lnTo>
                  <a:lnTo>
                    <a:pt x="6577817" y="309416"/>
                  </a:lnTo>
                  <a:lnTo>
                    <a:pt x="6577944" y="309416"/>
                  </a:lnTo>
                  <a:lnTo>
                    <a:pt x="6578070" y="309416"/>
                  </a:lnTo>
                  <a:lnTo>
                    <a:pt x="6578196" y="309416"/>
                  </a:lnTo>
                  <a:lnTo>
                    <a:pt x="6578322" y="309416"/>
                  </a:lnTo>
                  <a:lnTo>
                    <a:pt x="6578449" y="309416"/>
                  </a:lnTo>
                  <a:lnTo>
                    <a:pt x="6578575" y="309416"/>
                  </a:lnTo>
                  <a:lnTo>
                    <a:pt x="6578701" y="309416"/>
                  </a:lnTo>
                  <a:lnTo>
                    <a:pt x="6578827" y="309416"/>
                  </a:lnTo>
                  <a:lnTo>
                    <a:pt x="6578954" y="309416"/>
                  </a:lnTo>
                  <a:lnTo>
                    <a:pt x="6579080" y="309416"/>
                  </a:lnTo>
                  <a:lnTo>
                    <a:pt x="6579206" y="309416"/>
                  </a:lnTo>
                  <a:lnTo>
                    <a:pt x="6579332" y="309416"/>
                  </a:lnTo>
                  <a:lnTo>
                    <a:pt x="6579459" y="309416"/>
                  </a:lnTo>
                  <a:lnTo>
                    <a:pt x="6579585" y="309416"/>
                  </a:lnTo>
                  <a:lnTo>
                    <a:pt x="6579711" y="309416"/>
                  </a:lnTo>
                  <a:lnTo>
                    <a:pt x="6579837" y="309416"/>
                  </a:lnTo>
                  <a:lnTo>
                    <a:pt x="6579964" y="309416"/>
                  </a:lnTo>
                  <a:lnTo>
                    <a:pt x="6580090" y="309416"/>
                  </a:lnTo>
                  <a:lnTo>
                    <a:pt x="6580216" y="309416"/>
                  </a:lnTo>
                  <a:lnTo>
                    <a:pt x="6580342" y="309416"/>
                  </a:lnTo>
                  <a:lnTo>
                    <a:pt x="6580469" y="309416"/>
                  </a:lnTo>
                  <a:lnTo>
                    <a:pt x="6580595" y="309416"/>
                  </a:lnTo>
                  <a:lnTo>
                    <a:pt x="6580721" y="309416"/>
                  </a:lnTo>
                  <a:lnTo>
                    <a:pt x="6580847" y="309416"/>
                  </a:lnTo>
                  <a:lnTo>
                    <a:pt x="6580974" y="309416"/>
                  </a:lnTo>
                  <a:lnTo>
                    <a:pt x="6581100" y="309416"/>
                  </a:lnTo>
                  <a:lnTo>
                    <a:pt x="6581226" y="309416"/>
                  </a:lnTo>
                  <a:lnTo>
                    <a:pt x="6581352" y="309416"/>
                  </a:lnTo>
                  <a:lnTo>
                    <a:pt x="6581479" y="309416"/>
                  </a:lnTo>
                  <a:lnTo>
                    <a:pt x="6581605" y="309416"/>
                  </a:lnTo>
                  <a:lnTo>
                    <a:pt x="6581731" y="309416"/>
                  </a:lnTo>
                  <a:lnTo>
                    <a:pt x="6581857" y="309416"/>
                  </a:lnTo>
                  <a:lnTo>
                    <a:pt x="6581984" y="309416"/>
                  </a:lnTo>
                  <a:lnTo>
                    <a:pt x="6582110" y="309416"/>
                  </a:lnTo>
                  <a:lnTo>
                    <a:pt x="6582236" y="309416"/>
                  </a:lnTo>
                  <a:lnTo>
                    <a:pt x="6582362" y="309416"/>
                  </a:lnTo>
                  <a:lnTo>
                    <a:pt x="6582489" y="309416"/>
                  </a:lnTo>
                  <a:lnTo>
                    <a:pt x="6582615" y="309416"/>
                  </a:lnTo>
                  <a:lnTo>
                    <a:pt x="6582741" y="309416"/>
                  </a:lnTo>
                  <a:lnTo>
                    <a:pt x="6582868" y="309416"/>
                  </a:lnTo>
                  <a:lnTo>
                    <a:pt x="6582994" y="309416"/>
                  </a:lnTo>
                  <a:lnTo>
                    <a:pt x="6583120" y="309416"/>
                  </a:lnTo>
                  <a:lnTo>
                    <a:pt x="6583246" y="309416"/>
                  </a:lnTo>
                  <a:lnTo>
                    <a:pt x="6583373" y="309416"/>
                  </a:lnTo>
                  <a:lnTo>
                    <a:pt x="6583499" y="309416"/>
                  </a:lnTo>
                  <a:lnTo>
                    <a:pt x="6583625" y="309416"/>
                  </a:lnTo>
                  <a:lnTo>
                    <a:pt x="6583751" y="309416"/>
                  </a:lnTo>
                  <a:lnTo>
                    <a:pt x="6583878" y="309416"/>
                  </a:lnTo>
                  <a:lnTo>
                    <a:pt x="6584004" y="309416"/>
                  </a:lnTo>
                  <a:lnTo>
                    <a:pt x="6584130" y="309416"/>
                  </a:lnTo>
                  <a:lnTo>
                    <a:pt x="6584256" y="309416"/>
                  </a:lnTo>
                  <a:lnTo>
                    <a:pt x="6584383" y="309416"/>
                  </a:lnTo>
                  <a:lnTo>
                    <a:pt x="6584509" y="309416"/>
                  </a:lnTo>
                  <a:lnTo>
                    <a:pt x="6584635" y="309416"/>
                  </a:lnTo>
                  <a:lnTo>
                    <a:pt x="6584761" y="309416"/>
                  </a:lnTo>
                  <a:lnTo>
                    <a:pt x="6584888" y="309416"/>
                  </a:lnTo>
                  <a:lnTo>
                    <a:pt x="6585014" y="309416"/>
                  </a:lnTo>
                  <a:lnTo>
                    <a:pt x="6585140" y="309416"/>
                  </a:lnTo>
                  <a:lnTo>
                    <a:pt x="6585266" y="309416"/>
                  </a:lnTo>
                  <a:lnTo>
                    <a:pt x="6585393" y="309416"/>
                  </a:lnTo>
                  <a:lnTo>
                    <a:pt x="6585519" y="309416"/>
                  </a:lnTo>
                  <a:lnTo>
                    <a:pt x="6585645" y="309416"/>
                  </a:lnTo>
                  <a:lnTo>
                    <a:pt x="6585771" y="309416"/>
                  </a:lnTo>
                  <a:lnTo>
                    <a:pt x="6585898" y="309416"/>
                  </a:lnTo>
                  <a:lnTo>
                    <a:pt x="6586024" y="309416"/>
                  </a:lnTo>
                  <a:lnTo>
                    <a:pt x="6586150" y="309416"/>
                  </a:lnTo>
                  <a:lnTo>
                    <a:pt x="6586276" y="309416"/>
                  </a:lnTo>
                  <a:lnTo>
                    <a:pt x="6586403" y="309416"/>
                  </a:lnTo>
                  <a:lnTo>
                    <a:pt x="6586529" y="309416"/>
                  </a:lnTo>
                  <a:lnTo>
                    <a:pt x="6586655" y="309416"/>
                  </a:lnTo>
                  <a:lnTo>
                    <a:pt x="6586781" y="309416"/>
                  </a:lnTo>
                  <a:lnTo>
                    <a:pt x="6586908" y="309416"/>
                  </a:lnTo>
                  <a:lnTo>
                    <a:pt x="6587034" y="309416"/>
                  </a:lnTo>
                  <a:lnTo>
                    <a:pt x="6587160" y="309416"/>
                  </a:lnTo>
                  <a:lnTo>
                    <a:pt x="6587286" y="309416"/>
                  </a:lnTo>
                  <a:lnTo>
                    <a:pt x="6587413" y="309416"/>
                  </a:lnTo>
                  <a:lnTo>
                    <a:pt x="6587539" y="309416"/>
                  </a:lnTo>
                  <a:lnTo>
                    <a:pt x="6587665" y="309416"/>
                  </a:lnTo>
                  <a:lnTo>
                    <a:pt x="6587792" y="309416"/>
                  </a:lnTo>
                  <a:lnTo>
                    <a:pt x="6587918" y="309416"/>
                  </a:lnTo>
                  <a:lnTo>
                    <a:pt x="6588044" y="309416"/>
                  </a:lnTo>
                  <a:lnTo>
                    <a:pt x="6588170" y="309416"/>
                  </a:lnTo>
                  <a:lnTo>
                    <a:pt x="6588297" y="309416"/>
                  </a:lnTo>
                  <a:lnTo>
                    <a:pt x="6588423" y="309416"/>
                  </a:lnTo>
                  <a:lnTo>
                    <a:pt x="6588549" y="309416"/>
                  </a:lnTo>
                  <a:lnTo>
                    <a:pt x="6588675" y="309416"/>
                  </a:lnTo>
                  <a:lnTo>
                    <a:pt x="6588802" y="309416"/>
                  </a:lnTo>
                  <a:lnTo>
                    <a:pt x="6588928" y="309416"/>
                  </a:lnTo>
                  <a:lnTo>
                    <a:pt x="6589054" y="309416"/>
                  </a:lnTo>
                  <a:lnTo>
                    <a:pt x="6589180" y="309416"/>
                  </a:lnTo>
                  <a:lnTo>
                    <a:pt x="6589307" y="309416"/>
                  </a:lnTo>
                  <a:lnTo>
                    <a:pt x="6589433" y="309416"/>
                  </a:lnTo>
                  <a:lnTo>
                    <a:pt x="6589559" y="309416"/>
                  </a:lnTo>
                  <a:lnTo>
                    <a:pt x="6589685" y="309416"/>
                  </a:lnTo>
                  <a:lnTo>
                    <a:pt x="6589812" y="309416"/>
                  </a:lnTo>
                  <a:lnTo>
                    <a:pt x="6589938" y="309416"/>
                  </a:lnTo>
                  <a:lnTo>
                    <a:pt x="6590064" y="309416"/>
                  </a:lnTo>
                  <a:lnTo>
                    <a:pt x="6590190" y="309416"/>
                  </a:lnTo>
                  <a:lnTo>
                    <a:pt x="6590317" y="309416"/>
                  </a:lnTo>
                  <a:lnTo>
                    <a:pt x="6590443" y="309416"/>
                  </a:lnTo>
                  <a:lnTo>
                    <a:pt x="6590569" y="309416"/>
                  </a:lnTo>
                  <a:lnTo>
                    <a:pt x="6590695" y="309416"/>
                  </a:lnTo>
                  <a:lnTo>
                    <a:pt x="6590822" y="309416"/>
                  </a:lnTo>
                  <a:lnTo>
                    <a:pt x="6590948" y="309416"/>
                  </a:lnTo>
                  <a:lnTo>
                    <a:pt x="6591074" y="309416"/>
                  </a:lnTo>
                  <a:lnTo>
                    <a:pt x="6591200" y="309416"/>
                  </a:lnTo>
                  <a:lnTo>
                    <a:pt x="6591327" y="309416"/>
                  </a:lnTo>
                  <a:lnTo>
                    <a:pt x="6591453" y="309416"/>
                  </a:lnTo>
                  <a:lnTo>
                    <a:pt x="6591579" y="309416"/>
                  </a:lnTo>
                  <a:lnTo>
                    <a:pt x="6591705" y="309416"/>
                  </a:lnTo>
                  <a:lnTo>
                    <a:pt x="6591832" y="309416"/>
                  </a:lnTo>
                  <a:lnTo>
                    <a:pt x="6591958" y="309416"/>
                  </a:lnTo>
                  <a:lnTo>
                    <a:pt x="6592084" y="309416"/>
                  </a:lnTo>
                  <a:lnTo>
                    <a:pt x="6592210" y="309416"/>
                  </a:lnTo>
                  <a:lnTo>
                    <a:pt x="6592337" y="309416"/>
                  </a:lnTo>
                  <a:lnTo>
                    <a:pt x="6592463" y="309416"/>
                  </a:lnTo>
                  <a:lnTo>
                    <a:pt x="6592589" y="309416"/>
                  </a:lnTo>
                  <a:lnTo>
                    <a:pt x="6592716" y="309416"/>
                  </a:lnTo>
                  <a:lnTo>
                    <a:pt x="6592842" y="309416"/>
                  </a:lnTo>
                  <a:lnTo>
                    <a:pt x="6592968" y="309416"/>
                  </a:lnTo>
                  <a:lnTo>
                    <a:pt x="6593094" y="309416"/>
                  </a:lnTo>
                  <a:lnTo>
                    <a:pt x="6593221" y="309416"/>
                  </a:lnTo>
                  <a:lnTo>
                    <a:pt x="6593347" y="309416"/>
                  </a:lnTo>
                  <a:lnTo>
                    <a:pt x="6593473" y="309416"/>
                  </a:lnTo>
                  <a:lnTo>
                    <a:pt x="6593599" y="309416"/>
                  </a:lnTo>
                  <a:lnTo>
                    <a:pt x="6593726" y="309416"/>
                  </a:lnTo>
                  <a:lnTo>
                    <a:pt x="6593852" y="309416"/>
                  </a:lnTo>
                  <a:lnTo>
                    <a:pt x="6593978" y="309416"/>
                  </a:lnTo>
                  <a:lnTo>
                    <a:pt x="6594104" y="309416"/>
                  </a:lnTo>
                  <a:lnTo>
                    <a:pt x="6594231" y="309416"/>
                  </a:lnTo>
                  <a:lnTo>
                    <a:pt x="6594357" y="309416"/>
                  </a:lnTo>
                  <a:lnTo>
                    <a:pt x="6594483" y="309416"/>
                  </a:lnTo>
                  <a:lnTo>
                    <a:pt x="6594609" y="309416"/>
                  </a:lnTo>
                  <a:lnTo>
                    <a:pt x="6594736" y="309416"/>
                  </a:lnTo>
                  <a:lnTo>
                    <a:pt x="6594862" y="309416"/>
                  </a:lnTo>
                  <a:lnTo>
                    <a:pt x="6594988" y="309416"/>
                  </a:lnTo>
                  <a:lnTo>
                    <a:pt x="6595114" y="309416"/>
                  </a:lnTo>
                  <a:lnTo>
                    <a:pt x="6595241" y="309416"/>
                  </a:lnTo>
                  <a:lnTo>
                    <a:pt x="6595367" y="309416"/>
                  </a:lnTo>
                  <a:lnTo>
                    <a:pt x="6595493" y="309416"/>
                  </a:lnTo>
                  <a:lnTo>
                    <a:pt x="6595619" y="309416"/>
                  </a:lnTo>
                  <a:lnTo>
                    <a:pt x="6595746" y="309416"/>
                  </a:lnTo>
                  <a:lnTo>
                    <a:pt x="6595872" y="309416"/>
                  </a:lnTo>
                  <a:lnTo>
                    <a:pt x="6595998" y="309416"/>
                  </a:lnTo>
                  <a:lnTo>
                    <a:pt x="6596124" y="309416"/>
                  </a:lnTo>
                  <a:lnTo>
                    <a:pt x="6596251" y="309416"/>
                  </a:lnTo>
                  <a:lnTo>
                    <a:pt x="6596377" y="309416"/>
                  </a:lnTo>
                  <a:lnTo>
                    <a:pt x="6596503" y="309416"/>
                  </a:lnTo>
                  <a:lnTo>
                    <a:pt x="6596629" y="309416"/>
                  </a:lnTo>
                  <a:lnTo>
                    <a:pt x="6596756" y="309416"/>
                  </a:lnTo>
                  <a:lnTo>
                    <a:pt x="6596882" y="309416"/>
                  </a:lnTo>
                  <a:lnTo>
                    <a:pt x="6597008" y="309416"/>
                  </a:lnTo>
                  <a:lnTo>
                    <a:pt x="6597134" y="309416"/>
                  </a:lnTo>
                  <a:lnTo>
                    <a:pt x="6597261" y="309416"/>
                  </a:lnTo>
                  <a:lnTo>
                    <a:pt x="6597387" y="309416"/>
                  </a:lnTo>
                  <a:lnTo>
                    <a:pt x="6597513" y="309416"/>
                  </a:lnTo>
                  <a:lnTo>
                    <a:pt x="6597639" y="309416"/>
                  </a:lnTo>
                  <a:lnTo>
                    <a:pt x="6597766" y="309416"/>
                  </a:lnTo>
                  <a:lnTo>
                    <a:pt x="6597892" y="309416"/>
                  </a:lnTo>
                  <a:lnTo>
                    <a:pt x="6598018" y="309416"/>
                  </a:lnTo>
                  <a:lnTo>
                    <a:pt x="6598145" y="309416"/>
                  </a:lnTo>
                  <a:lnTo>
                    <a:pt x="6598271" y="309416"/>
                  </a:lnTo>
                  <a:lnTo>
                    <a:pt x="6598397" y="309416"/>
                  </a:lnTo>
                  <a:lnTo>
                    <a:pt x="6598523" y="309416"/>
                  </a:lnTo>
                  <a:lnTo>
                    <a:pt x="6598650" y="309416"/>
                  </a:lnTo>
                  <a:lnTo>
                    <a:pt x="6598776" y="309416"/>
                  </a:lnTo>
                  <a:lnTo>
                    <a:pt x="6598902" y="309416"/>
                  </a:lnTo>
                  <a:lnTo>
                    <a:pt x="6599028" y="309416"/>
                  </a:lnTo>
                  <a:lnTo>
                    <a:pt x="6599155" y="309416"/>
                  </a:lnTo>
                  <a:lnTo>
                    <a:pt x="6599281" y="309416"/>
                  </a:lnTo>
                  <a:lnTo>
                    <a:pt x="6599407" y="309416"/>
                  </a:lnTo>
                  <a:lnTo>
                    <a:pt x="6599533" y="309416"/>
                  </a:lnTo>
                  <a:lnTo>
                    <a:pt x="6599660" y="309416"/>
                  </a:lnTo>
                  <a:lnTo>
                    <a:pt x="6599786" y="309416"/>
                  </a:lnTo>
                  <a:lnTo>
                    <a:pt x="6599912" y="309416"/>
                  </a:lnTo>
                  <a:lnTo>
                    <a:pt x="6600038" y="309416"/>
                  </a:lnTo>
                  <a:lnTo>
                    <a:pt x="6600165" y="309416"/>
                  </a:lnTo>
                  <a:lnTo>
                    <a:pt x="6600291" y="309416"/>
                  </a:lnTo>
                  <a:lnTo>
                    <a:pt x="6600417" y="309416"/>
                  </a:lnTo>
                  <a:lnTo>
                    <a:pt x="6600543" y="309416"/>
                  </a:lnTo>
                  <a:lnTo>
                    <a:pt x="6600670" y="309416"/>
                  </a:lnTo>
                  <a:lnTo>
                    <a:pt x="6600796" y="309416"/>
                  </a:lnTo>
                  <a:lnTo>
                    <a:pt x="6600922" y="309416"/>
                  </a:lnTo>
                  <a:lnTo>
                    <a:pt x="6601048" y="309416"/>
                  </a:lnTo>
                  <a:lnTo>
                    <a:pt x="6601175" y="309416"/>
                  </a:lnTo>
                  <a:lnTo>
                    <a:pt x="6601301" y="309416"/>
                  </a:lnTo>
                  <a:lnTo>
                    <a:pt x="6601427" y="309416"/>
                  </a:lnTo>
                  <a:lnTo>
                    <a:pt x="6601553" y="309416"/>
                  </a:lnTo>
                  <a:lnTo>
                    <a:pt x="6601680" y="309416"/>
                  </a:lnTo>
                  <a:lnTo>
                    <a:pt x="6601806" y="309416"/>
                  </a:lnTo>
                  <a:lnTo>
                    <a:pt x="6601932" y="309416"/>
                  </a:lnTo>
                  <a:lnTo>
                    <a:pt x="6602058" y="309416"/>
                  </a:lnTo>
                  <a:lnTo>
                    <a:pt x="6602185" y="309416"/>
                  </a:lnTo>
                  <a:lnTo>
                    <a:pt x="6602311" y="309416"/>
                  </a:lnTo>
                  <a:lnTo>
                    <a:pt x="6602437" y="309416"/>
                  </a:lnTo>
                  <a:lnTo>
                    <a:pt x="6602563" y="309416"/>
                  </a:lnTo>
                  <a:lnTo>
                    <a:pt x="6602690" y="309416"/>
                  </a:lnTo>
                  <a:lnTo>
                    <a:pt x="6602816" y="309416"/>
                  </a:lnTo>
                  <a:lnTo>
                    <a:pt x="6602942" y="309416"/>
                  </a:lnTo>
                  <a:lnTo>
                    <a:pt x="6603069" y="309416"/>
                  </a:lnTo>
                  <a:lnTo>
                    <a:pt x="6603195" y="309416"/>
                  </a:lnTo>
                  <a:lnTo>
                    <a:pt x="6603321" y="309416"/>
                  </a:lnTo>
                  <a:lnTo>
                    <a:pt x="6603447" y="309416"/>
                  </a:lnTo>
                  <a:lnTo>
                    <a:pt x="6603574" y="309416"/>
                  </a:lnTo>
                  <a:lnTo>
                    <a:pt x="6603700" y="309416"/>
                  </a:lnTo>
                  <a:lnTo>
                    <a:pt x="6603826" y="309416"/>
                  </a:lnTo>
                  <a:lnTo>
                    <a:pt x="6603952" y="309416"/>
                  </a:lnTo>
                  <a:lnTo>
                    <a:pt x="6604079" y="309416"/>
                  </a:lnTo>
                  <a:lnTo>
                    <a:pt x="6604205" y="309416"/>
                  </a:lnTo>
                  <a:lnTo>
                    <a:pt x="6604331" y="309416"/>
                  </a:lnTo>
                  <a:lnTo>
                    <a:pt x="6604457" y="309416"/>
                  </a:lnTo>
                  <a:lnTo>
                    <a:pt x="6604584" y="309416"/>
                  </a:lnTo>
                  <a:lnTo>
                    <a:pt x="6604710" y="309416"/>
                  </a:lnTo>
                  <a:lnTo>
                    <a:pt x="6604836" y="309416"/>
                  </a:lnTo>
                  <a:lnTo>
                    <a:pt x="6604962" y="309416"/>
                  </a:lnTo>
                  <a:lnTo>
                    <a:pt x="6605089" y="309416"/>
                  </a:lnTo>
                  <a:lnTo>
                    <a:pt x="6605215" y="309416"/>
                  </a:lnTo>
                  <a:lnTo>
                    <a:pt x="6605341" y="309416"/>
                  </a:lnTo>
                  <a:lnTo>
                    <a:pt x="6605341" y="304505"/>
                  </a:lnTo>
                  <a:lnTo>
                    <a:pt x="6605467" y="304505"/>
                  </a:lnTo>
                  <a:lnTo>
                    <a:pt x="6605594" y="304505"/>
                  </a:lnTo>
                  <a:lnTo>
                    <a:pt x="6605720" y="304505"/>
                  </a:lnTo>
                  <a:lnTo>
                    <a:pt x="6605846" y="304505"/>
                  </a:lnTo>
                  <a:lnTo>
                    <a:pt x="6605972" y="304505"/>
                  </a:lnTo>
                  <a:lnTo>
                    <a:pt x="6606099" y="304505"/>
                  </a:lnTo>
                  <a:lnTo>
                    <a:pt x="6606225" y="304505"/>
                  </a:lnTo>
                  <a:lnTo>
                    <a:pt x="6606351" y="304505"/>
                  </a:lnTo>
                  <a:lnTo>
                    <a:pt x="6606477" y="304505"/>
                  </a:lnTo>
                  <a:lnTo>
                    <a:pt x="6606604" y="304505"/>
                  </a:lnTo>
                  <a:lnTo>
                    <a:pt x="6606730" y="304505"/>
                  </a:lnTo>
                  <a:lnTo>
                    <a:pt x="6606856" y="304505"/>
                  </a:lnTo>
                  <a:lnTo>
                    <a:pt x="6606982" y="304505"/>
                  </a:lnTo>
                  <a:lnTo>
                    <a:pt x="6607109" y="304505"/>
                  </a:lnTo>
                  <a:lnTo>
                    <a:pt x="6607235" y="304505"/>
                  </a:lnTo>
                  <a:lnTo>
                    <a:pt x="6607361" y="304505"/>
                  </a:lnTo>
                  <a:lnTo>
                    <a:pt x="6607487" y="304505"/>
                  </a:lnTo>
                  <a:lnTo>
                    <a:pt x="6607614" y="304505"/>
                  </a:lnTo>
                  <a:lnTo>
                    <a:pt x="6607740" y="304505"/>
                  </a:lnTo>
                  <a:lnTo>
                    <a:pt x="6607866" y="304505"/>
                  </a:lnTo>
                  <a:lnTo>
                    <a:pt x="6607992" y="304505"/>
                  </a:lnTo>
                  <a:lnTo>
                    <a:pt x="6608119" y="304505"/>
                  </a:lnTo>
                  <a:lnTo>
                    <a:pt x="6608245" y="304505"/>
                  </a:lnTo>
                  <a:lnTo>
                    <a:pt x="6608371" y="304505"/>
                  </a:lnTo>
                  <a:lnTo>
                    <a:pt x="6608498" y="304505"/>
                  </a:lnTo>
                  <a:lnTo>
                    <a:pt x="6608624" y="304505"/>
                  </a:lnTo>
                  <a:lnTo>
                    <a:pt x="6608750" y="304505"/>
                  </a:lnTo>
                  <a:lnTo>
                    <a:pt x="6608876" y="304505"/>
                  </a:lnTo>
                  <a:lnTo>
                    <a:pt x="6609003" y="304505"/>
                  </a:lnTo>
                  <a:lnTo>
                    <a:pt x="6609129" y="304505"/>
                  </a:lnTo>
                  <a:lnTo>
                    <a:pt x="6609255" y="304505"/>
                  </a:lnTo>
                  <a:lnTo>
                    <a:pt x="6609381" y="304505"/>
                  </a:lnTo>
                  <a:lnTo>
                    <a:pt x="6609508" y="304505"/>
                  </a:lnTo>
                  <a:lnTo>
                    <a:pt x="6609634" y="304505"/>
                  </a:lnTo>
                  <a:lnTo>
                    <a:pt x="6609760" y="304505"/>
                  </a:lnTo>
                  <a:lnTo>
                    <a:pt x="6609886" y="304505"/>
                  </a:lnTo>
                  <a:lnTo>
                    <a:pt x="6610013" y="304505"/>
                  </a:lnTo>
                  <a:lnTo>
                    <a:pt x="6610139" y="304505"/>
                  </a:lnTo>
                  <a:lnTo>
                    <a:pt x="6610265" y="304505"/>
                  </a:lnTo>
                  <a:lnTo>
                    <a:pt x="6610391" y="304505"/>
                  </a:lnTo>
                  <a:lnTo>
                    <a:pt x="6610518" y="304505"/>
                  </a:lnTo>
                  <a:lnTo>
                    <a:pt x="6610644" y="304505"/>
                  </a:lnTo>
                  <a:lnTo>
                    <a:pt x="6610770" y="304505"/>
                  </a:lnTo>
                  <a:lnTo>
                    <a:pt x="6610896" y="304505"/>
                  </a:lnTo>
                  <a:lnTo>
                    <a:pt x="6611023" y="304505"/>
                  </a:lnTo>
                  <a:lnTo>
                    <a:pt x="6611149" y="304505"/>
                  </a:lnTo>
                  <a:lnTo>
                    <a:pt x="6611275" y="304505"/>
                  </a:lnTo>
                  <a:lnTo>
                    <a:pt x="6611401" y="304505"/>
                  </a:lnTo>
                  <a:lnTo>
                    <a:pt x="6611528" y="304505"/>
                  </a:lnTo>
                  <a:lnTo>
                    <a:pt x="6611654" y="304505"/>
                  </a:lnTo>
                  <a:lnTo>
                    <a:pt x="6611780" y="304505"/>
                  </a:lnTo>
                  <a:lnTo>
                    <a:pt x="6611906" y="304505"/>
                  </a:lnTo>
                  <a:lnTo>
                    <a:pt x="6612033" y="304505"/>
                  </a:lnTo>
                  <a:lnTo>
                    <a:pt x="6612159" y="304505"/>
                  </a:lnTo>
                  <a:lnTo>
                    <a:pt x="6612285" y="304505"/>
                  </a:lnTo>
                  <a:lnTo>
                    <a:pt x="6612411" y="304505"/>
                  </a:lnTo>
                  <a:lnTo>
                    <a:pt x="6612538" y="304505"/>
                  </a:lnTo>
                  <a:lnTo>
                    <a:pt x="6612664" y="304505"/>
                  </a:lnTo>
                  <a:lnTo>
                    <a:pt x="6612790" y="304505"/>
                  </a:lnTo>
                  <a:lnTo>
                    <a:pt x="6612916" y="304505"/>
                  </a:lnTo>
                  <a:lnTo>
                    <a:pt x="6613043" y="304505"/>
                  </a:lnTo>
                  <a:lnTo>
                    <a:pt x="6613169" y="304505"/>
                  </a:lnTo>
                  <a:lnTo>
                    <a:pt x="6613295" y="304505"/>
                  </a:lnTo>
                  <a:lnTo>
                    <a:pt x="6613422" y="304505"/>
                  </a:lnTo>
                  <a:lnTo>
                    <a:pt x="6613548" y="304505"/>
                  </a:lnTo>
                  <a:lnTo>
                    <a:pt x="6613674" y="304505"/>
                  </a:lnTo>
                  <a:lnTo>
                    <a:pt x="6613800" y="304505"/>
                  </a:lnTo>
                  <a:lnTo>
                    <a:pt x="6613927" y="304505"/>
                  </a:lnTo>
                  <a:lnTo>
                    <a:pt x="6614053" y="304505"/>
                  </a:lnTo>
                  <a:lnTo>
                    <a:pt x="6614179" y="304505"/>
                  </a:lnTo>
                  <a:lnTo>
                    <a:pt x="6614305" y="304505"/>
                  </a:lnTo>
                  <a:lnTo>
                    <a:pt x="6614432" y="304505"/>
                  </a:lnTo>
                  <a:lnTo>
                    <a:pt x="6614558" y="304505"/>
                  </a:lnTo>
                  <a:lnTo>
                    <a:pt x="6614684" y="304505"/>
                  </a:lnTo>
                  <a:lnTo>
                    <a:pt x="6614810" y="304505"/>
                  </a:lnTo>
                  <a:lnTo>
                    <a:pt x="6614937" y="304505"/>
                  </a:lnTo>
                  <a:lnTo>
                    <a:pt x="6615063" y="304505"/>
                  </a:lnTo>
                  <a:lnTo>
                    <a:pt x="6615189" y="304505"/>
                  </a:lnTo>
                  <a:lnTo>
                    <a:pt x="6615315" y="304505"/>
                  </a:lnTo>
                  <a:lnTo>
                    <a:pt x="6615442" y="304505"/>
                  </a:lnTo>
                  <a:lnTo>
                    <a:pt x="6615568" y="304505"/>
                  </a:lnTo>
                  <a:lnTo>
                    <a:pt x="6615694" y="304505"/>
                  </a:lnTo>
                  <a:lnTo>
                    <a:pt x="6615820" y="304505"/>
                  </a:lnTo>
                  <a:lnTo>
                    <a:pt x="6615947" y="304505"/>
                  </a:lnTo>
                  <a:lnTo>
                    <a:pt x="6616073" y="304505"/>
                  </a:lnTo>
                  <a:lnTo>
                    <a:pt x="6616199" y="304505"/>
                  </a:lnTo>
                  <a:lnTo>
                    <a:pt x="6616325" y="304505"/>
                  </a:lnTo>
                  <a:lnTo>
                    <a:pt x="6616452" y="304505"/>
                  </a:lnTo>
                  <a:lnTo>
                    <a:pt x="6616578" y="304505"/>
                  </a:lnTo>
                  <a:lnTo>
                    <a:pt x="6616704" y="304505"/>
                  </a:lnTo>
                  <a:lnTo>
                    <a:pt x="6616830" y="304505"/>
                  </a:lnTo>
                  <a:lnTo>
                    <a:pt x="6616957" y="304505"/>
                  </a:lnTo>
                  <a:lnTo>
                    <a:pt x="6617083" y="304505"/>
                  </a:lnTo>
                  <a:lnTo>
                    <a:pt x="6617209" y="304505"/>
                  </a:lnTo>
                  <a:lnTo>
                    <a:pt x="6617335" y="304505"/>
                  </a:lnTo>
                  <a:lnTo>
                    <a:pt x="6617462" y="304505"/>
                  </a:lnTo>
                  <a:lnTo>
                    <a:pt x="6617588" y="304505"/>
                  </a:lnTo>
                  <a:lnTo>
                    <a:pt x="6617714" y="304505"/>
                  </a:lnTo>
                  <a:lnTo>
                    <a:pt x="6617840" y="304505"/>
                  </a:lnTo>
                  <a:lnTo>
                    <a:pt x="6617967" y="304505"/>
                  </a:lnTo>
                  <a:lnTo>
                    <a:pt x="6618093" y="304505"/>
                  </a:lnTo>
                  <a:lnTo>
                    <a:pt x="6618219" y="304505"/>
                  </a:lnTo>
                  <a:lnTo>
                    <a:pt x="6618345" y="304505"/>
                  </a:lnTo>
                  <a:lnTo>
                    <a:pt x="6618472" y="304505"/>
                  </a:lnTo>
                  <a:lnTo>
                    <a:pt x="6618598" y="304505"/>
                  </a:lnTo>
                  <a:lnTo>
                    <a:pt x="6618724" y="304505"/>
                  </a:lnTo>
                  <a:lnTo>
                    <a:pt x="6618851" y="304505"/>
                  </a:lnTo>
                  <a:lnTo>
                    <a:pt x="6618977" y="304505"/>
                  </a:lnTo>
                  <a:lnTo>
                    <a:pt x="6619103" y="304505"/>
                  </a:lnTo>
                  <a:lnTo>
                    <a:pt x="6619229" y="304505"/>
                  </a:lnTo>
                  <a:lnTo>
                    <a:pt x="6619356" y="304505"/>
                  </a:lnTo>
                  <a:lnTo>
                    <a:pt x="6619482" y="304505"/>
                  </a:lnTo>
                  <a:lnTo>
                    <a:pt x="6619608" y="304505"/>
                  </a:lnTo>
                  <a:lnTo>
                    <a:pt x="6619734" y="304505"/>
                  </a:lnTo>
                  <a:lnTo>
                    <a:pt x="6619861" y="304505"/>
                  </a:lnTo>
                  <a:lnTo>
                    <a:pt x="6619987" y="304505"/>
                  </a:lnTo>
                  <a:lnTo>
                    <a:pt x="6620113" y="304505"/>
                  </a:lnTo>
                  <a:lnTo>
                    <a:pt x="6620239" y="304505"/>
                  </a:lnTo>
                  <a:lnTo>
                    <a:pt x="6620366" y="304505"/>
                  </a:lnTo>
                  <a:lnTo>
                    <a:pt x="6620492" y="304505"/>
                  </a:lnTo>
                  <a:lnTo>
                    <a:pt x="6620618" y="304505"/>
                  </a:lnTo>
                  <a:lnTo>
                    <a:pt x="6620744" y="304505"/>
                  </a:lnTo>
                  <a:lnTo>
                    <a:pt x="6620871" y="304505"/>
                  </a:lnTo>
                  <a:lnTo>
                    <a:pt x="6620997" y="304505"/>
                  </a:lnTo>
                  <a:lnTo>
                    <a:pt x="6621123" y="304505"/>
                  </a:lnTo>
                  <a:lnTo>
                    <a:pt x="6621249" y="304505"/>
                  </a:lnTo>
                  <a:lnTo>
                    <a:pt x="6621376" y="304505"/>
                  </a:lnTo>
                  <a:lnTo>
                    <a:pt x="6621502" y="304505"/>
                  </a:lnTo>
                  <a:lnTo>
                    <a:pt x="6621628" y="304505"/>
                  </a:lnTo>
                  <a:lnTo>
                    <a:pt x="6621754" y="304505"/>
                  </a:lnTo>
                  <a:lnTo>
                    <a:pt x="6621881" y="304505"/>
                  </a:lnTo>
                  <a:lnTo>
                    <a:pt x="6622007" y="304505"/>
                  </a:lnTo>
                  <a:lnTo>
                    <a:pt x="6622133" y="304505"/>
                  </a:lnTo>
                  <a:lnTo>
                    <a:pt x="6622259" y="304505"/>
                  </a:lnTo>
                  <a:lnTo>
                    <a:pt x="6622386" y="304505"/>
                  </a:lnTo>
                  <a:lnTo>
                    <a:pt x="6622512" y="304505"/>
                  </a:lnTo>
                  <a:lnTo>
                    <a:pt x="6622638" y="304505"/>
                  </a:lnTo>
                  <a:lnTo>
                    <a:pt x="6622764" y="304505"/>
                  </a:lnTo>
                  <a:lnTo>
                    <a:pt x="6622891" y="304505"/>
                  </a:lnTo>
                  <a:lnTo>
                    <a:pt x="6623017" y="304505"/>
                  </a:lnTo>
                  <a:lnTo>
                    <a:pt x="6623143" y="304505"/>
                  </a:lnTo>
                  <a:lnTo>
                    <a:pt x="6623269" y="304505"/>
                  </a:lnTo>
                  <a:lnTo>
                    <a:pt x="6623396" y="304505"/>
                  </a:lnTo>
                  <a:lnTo>
                    <a:pt x="6623522" y="304505"/>
                  </a:lnTo>
                  <a:lnTo>
                    <a:pt x="6623648" y="304505"/>
                  </a:lnTo>
                  <a:lnTo>
                    <a:pt x="6623775" y="304505"/>
                  </a:lnTo>
                  <a:lnTo>
                    <a:pt x="6623901" y="304505"/>
                  </a:lnTo>
                  <a:lnTo>
                    <a:pt x="6624027" y="304505"/>
                  </a:lnTo>
                  <a:lnTo>
                    <a:pt x="6624153" y="304505"/>
                  </a:lnTo>
                  <a:lnTo>
                    <a:pt x="6624280" y="304505"/>
                  </a:lnTo>
                  <a:lnTo>
                    <a:pt x="6624406" y="304505"/>
                  </a:lnTo>
                  <a:lnTo>
                    <a:pt x="6624532" y="304505"/>
                  </a:lnTo>
                  <a:lnTo>
                    <a:pt x="6624658" y="304505"/>
                  </a:lnTo>
                  <a:lnTo>
                    <a:pt x="6624785" y="304505"/>
                  </a:lnTo>
                  <a:lnTo>
                    <a:pt x="6624911" y="304505"/>
                  </a:lnTo>
                  <a:lnTo>
                    <a:pt x="6625037" y="304505"/>
                  </a:lnTo>
                  <a:lnTo>
                    <a:pt x="6625163" y="304505"/>
                  </a:lnTo>
                  <a:lnTo>
                    <a:pt x="6625290" y="304505"/>
                  </a:lnTo>
                  <a:lnTo>
                    <a:pt x="6625416" y="304505"/>
                  </a:lnTo>
                  <a:lnTo>
                    <a:pt x="6625542" y="304505"/>
                  </a:lnTo>
                  <a:lnTo>
                    <a:pt x="6625668" y="304505"/>
                  </a:lnTo>
                  <a:lnTo>
                    <a:pt x="6625795" y="304505"/>
                  </a:lnTo>
                  <a:lnTo>
                    <a:pt x="6625921" y="304505"/>
                  </a:lnTo>
                  <a:lnTo>
                    <a:pt x="6625921" y="299593"/>
                  </a:lnTo>
                  <a:lnTo>
                    <a:pt x="6626047" y="299593"/>
                  </a:lnTo>
                  <a:lnTo>
                    <a:pt x="6626173" y="299593"/>
                  </a:lnTo>
                  <a:lnTo>
                    <a:pt x="6626300" y="299593"/>
                  </a:lnTo>
                  <a:lnTo>
                    <a:pt x="6626426" y="299593"/>
                  </a:lnTo>
                  <a:lnTo>
                    <a:pt x="6626552" y="299593"/>
                  </a:lnTo>
                  <a:lnTo>
                    <a:pt x="6626678" y="299593"/>
                  </a:lnTo>
                  <a:lnTo>
                    <a:pt x="6626805" y="299593"/>
                  </a:lnTo>
                  <a:lnTo>
                    <a:pt x="6626931" y="299593"/>
                  </a:lnTo>
                  <a:lnTo>
                    <a:pt x="6627057" y="299593"/>
                  </a:lnTo>
                  <a:lnTo>
                    <a:pt x="6627183" y="299593"/>
                  </a:lnTo>
                  <a:lnTo>
                    <a:pt x="6627310" y="299593"/>
                  </a:lnTo>
                  <a:lnTo>
                    <a:pt x="6627436" y="299593"/>
                  </a:lnTo>
                  <a:lnTo>
                    <a:pt x="6627562" y="299593"/>
                  </a:lnTo>
                  <a:lnTo>
                    <a:pt x="6627688" y="299593"/>
                  </a:lnTo>
                  <a:lnTo>
                    <a:pt x="6627815" y="299593"/>
                  </a:lnTo>
                  <a:lnTo>
                    <a:pt x="6627941" y="299593"/>
                  </a:lnTo>
                  <a:lnTo>
                    <a:pt x="6628067" y="299593"/>
                  </a:lnTo>
                  <a:lnTo>
                    <a:pt x="6628193" y="299593"/>
                  </a:lnTo>
                  <a:lnTo>
                    <a:pt x="6628320" y="299593"/>
                  </a:lnTo>
                  <a:lnTo>
                    <a:pt x="6628446" y="299593"/>
                  </a:lnTo>
                  <a:lnTo>
                    <a:pt x="6628572" y="299593"/>
                  </a:lnTo>
                  <a:lnTo>
                    <a:pt x="6628698" y="299593"/>
                  </a:lnTo>
                  <a:lnTo>
                    <a:pt x="6628825" y="299593"/>
                  </a:lnTo>
                  <a:lnTo>
                    <a:pt x="6628951" y="299593"/>
                  </a:lnTo>
                  <a:lnTo>
                    <a:pt x="6629077" y="299593"/>
                  </a:lnTo>
                  <a:lnTo>
                    <a:pt x="6629204" y="299593"/>
                  </a:lnTo>
                  <a:lnTo>
                    <a:pt x="6629330" y="299593"/>
                  </a:lnTo>
                  <a:lnTo>
                    <a:pt x="6629456" y="299593"/>
                  </a:lnTo>
                  <a:lnTo>
                    <a:pt x="6629582" y="299593"/>
                  </a:lnTo>
                  <a:lnTo>
                    <a:pt x="6629709" y="299593"/>
                  </a:lnTo>
                  <a:lnTo>
                    <a:pt x="6629835" y="299593"/>
                  </a:lnTo>
                  <a:lnTo>
                    <a:pt x="6629961" y="299593"/>
                  </a:lnTo>
                  <a:lnTo>
                    <a:pt x="6630087" y="299593"/>
                  </a:lnTo>
                  <a:lnTo>
                    <a:pt x="6630214" y="299593"/>
                  </a:lnTo>
                  <a:lnTo>
                    <a:pt x="6630340" y="299593"/>
                  </a:lnTo>
                  <a:lnTo>
                    <a:pt x="6630466" y="299593"/>
                  </a:lnTo>
                  <a:lnTo>
                    <a:pt x="6630592" y="299593"/>
                  </a:lnTo>
                  <a:lnTo>
                    <a:pt x="6630719" y="299593"/>
                  </a:lnTo>
                  <a:lnTo>
                    <a:pt x="6630845" y="299593"/>
                  </a:lnTo>
                  <a:lnTo>
                    <a:pt x="6630971" y="299593"/>
                  </a:lnTo>
                  <a:lnTo>
                    <a:pt x="6631097" y="299593"/>
                  </a:lnTo>
                  <a:lnTo>
                    <a:pt x="6631224" y="299593"/>
                  </a:lnTo>
                  <a:lnTo>
                    <a:pt x="6631350" y="299593"/>
                  </a:lnTo>
                  <a:lnTo>
                    <a:pt x="6631476" y="299593"/>
                  </a:lnTo>
                  <a:lnTo>
                    <a:pt x="6631602" y="299593"/>
                  </a:lnTo>
                  <a:lnTo>
                    <a:pt x="6631729" y="299593"/>
                  </a:lnTo>
                  <a:lnTo>
                    <a:pt x="6631855" y="299593"/>
                  </a:lnTo>
                  <a:lnTo>
                    <a:pt x="6631981" y="299593"/>
                  </a:lnTo>
                  <a:lnTo>
                    <a:pt x="6632107" y="299593"/>
                  </a:lnTo>
                  <a:lnTo>
                    <a:pt x="6632234" y="299593"/>
                  </a:lnTo>
                  <a:lnTo>
                    <a:pt x="6632360" y="299593"/>
                  </a:lnTo>
                  <a:lnTo>
                    <a:pt x="6632486" y="299593"/>
                  </a:lnTo>
                  <a:lnTo>
                    <a:pt x="6632612" y="299593"/>
                  </a:lnTo>
                  <a:lnTo>
                    <a:pt x="6632739" y="299593"/>
                  </a:lnTo>
                  <a:lnTo>
                    <a:pt x="6632865" y="299593"/>
                  </a:lnTo>
                  <a:lnTo>
                    <a:pt x="6632991" y="299593"/>
                  </a:lnTo>
                  <a:lnTo>
                    <a:pt x="6633117" y="299593"/>
                  </a:lnTo>
                  <a:lnTo>
                    <a:pt x="6633244" y="299593"/>
                  </a:lnTo>
                  <a:lnTo>
                    <a:pt x="6633370" y="299593"/>
                  </a:lnTo>
                  <a:lnTo>
                    <a:pt x="6633496" y="299593"/>
                  </a:lnTo>
                  <a:lnTo>
                    <a:pt x="6633622" y="299593"/>
                  </a:lnTo>
                  <a:lnTo>
                    <a:pt x="6633749" y="299593"/>
                  </a:lnTo>
                  <a:lnTo>
                    <a:pt x="6633875" y="299593"/>
                  </a:lnTo>
                  <a:lnTo>
                    <a:pt x="6634001" y="299593"/>
                  </a:lnTo>
                  <a:lnTo>
                    <a:pt x="6634128" y="299593"/>
                  </a:lnTo>
                  <a:lnTo>
                    <a:pt x="6634254" y="299593"/>
                  </a:lnTo>
                  <a:lnTo>
                    <a:pt x="6634380" y="299593"/>
                  </a:lnTo>
                  <a:lnTo>
                    <a:pt x="6634506" y="299593"/>
                  </a:lnTo>
                  <a:lnTo>
                    <a:pt x="6634633" y="299593"/>
                  </a:lnTo>
                  <a:lnTo>
                    <a:pt x="6634759" y="299593"/>
                  </a:lnTo>
                  <a:lnTo>
                    <a:pt x="6634885" y="299593"/>
                  </a:lnTo>
                  <a:lnTo>
                    <a:pt x="6635011" y="299593"/>
                  </a:lnTo>
                  <a:lnTo>
                    <a:pt x="6635138" y="299593"/>
                  </a:lnTo>
                  <a:lnTo>
                    <a:pt x="6635264" y="299593"/>
                  </a:lnTo>
                  <a:lnTo>
                    <a:pt x="6635390" y="299593"/>
                  </a:lnTo>
                  <a:lnTo>
                    <a:pt x="6635516" y="299593"/>
                  </a:lnTo>
                  <a:lnTo>
                    <a:pt x="6635643" y="299593"/>
                  </a:lnTo>
                  <a:lnTo>
                    <a:pt x="6635769" y="299593"/>
                  </a:lnTo>
                  <a:lnTo>
                    <a:pt x="6635895" y="299593"/>
                  </a:lnTo>
                  <a:lnTo>
                    <a:pt x="6636021" y="299593"/>
                  </a:lnTo>
                  <a:lnTo>
                    <a:pt x="6636148" y="299593"/>
                  </a:lnTo>
                  <a:lnTo>
                    <a:pt x="6636274" y="299593"/>
                  </a:lnTo>
                  <a:lnTo>
                    <a:pt x="6636400" y="299593"/>
                  </a:lnTo>
                  <a:lnTo>
                    <a:pt x="6636526" y="299593"/>
                  </a:lnTo>
                  <a:lnTo>
                    <a:pt x="6636653" y="299593"/>
                  </a:lnTo>
                  <a:lnTo>
                    <a:pt x="6636779" y="299593"/>
                  </a:lnTo>
                  <a:lnTo>
                    <a:pt x="6636905" y="299593"/>
                  </a:lnTo>
                  <a:lnTo>
                    <a:pt x="6637031" y="299593"/>
                  </a:lnTo>
                  <a:lnTo>
                    <a:pt x="6637158" y="299593"/>
                  </a:lnTo>
                  <a:lnTo>
                    <a:pt x="6637284" y="299593"/>
                  </a:lnTo>
                  <a:lnTo>
                    <a:pt x="6637410" y="299593"/>
                  </a:lnTo>
                  <a:lnTo>
                    <a:pt x="6637536" y="299593"/>
                  </a:lnTo>
                  <a:lnTo>
                    <a:pt x="6637663" y="299593"/>
                  </a:lnTo>
                  <a:lnTo>
                    <a:pt x="6637789" y="299593"/>
                  </a:lnTo>
                  <a:lnTo>
                    <a:pt x="6637915" y="299593"/>
                  </a:lnTo>
                  <a:lnTo>
                    <a:pt x="6638041" y="299593"/>
                  </a:lnTo>
                  <a:lnTo>
                    <a:pt x="6638168" y="299593"/>
                  </a:lnTo>
                  <a:lnTo>
                    <a:pt x="6638294" y="299593"/>
                  </a:lnTo>
                  <a:lnTo>
                    <a:pt x="6638420" y="299593"/>
                  </a:lnTo>
                  <a:lnTo>
                    <a:pt x="6638546" y="299593"/>
                  </a:lnTo>
                  <a:lnTo>
                    <a:pt x="6638673" y="299593"/>
                  </a:lnTo>
                  <a:lnTo>
                    <a:pt x="6638799" y="299593"/>
                  </a:lnTo>
                  <a:lnTo>
                    <a:pt x="6638925" y="299593"/>
                  </a:lnTo>
                  <a:lnTo>
                    <a:pt x="6639051" y="299593"/>
                  </a:lnTo>
                  <a:lnTo>
                    <a:pt x="6639178" y="299593"/>
                  </a:lnTo>
                  <a:lnTo>
                    <a:pt x="6639304" y="299593"/>
                  </a:lnTo>
                  <a:lnTo>
                    <a:pt x="6639430" y="299593"/>
                  </a:lnTo>
                  <a:lnTo>
                    <a:pt x="6639557" y="299593"/>
                  </a:lnTo>
                  <a:lnTo>
                    <a:pt x="6639683" y="299593"/>
                  </a:lnTo>
                  <a:lnTo>
                    <a:pt x="6639809" y="299593"/>
                  </a:lnTo>
                  <a:lnTo>
                    <a:pt x="6639935" y="299593"/>
                  </a:lnTo>
                  <a:lnTo>
                    <a:pt x="6640062" y="299593"/>
                  </a:lnTo>
                  <a:lnTo>
                    <a:pt x="6640188" y="299593"/>
                  </a:lnTo>
                  <a:lnTo>
                    <a:pt x="6640314" y="299593"/>
                  </a:lnTo>
                  <a:lnTo>
                    <a:pt x="6640440" y="299593"/>
                  </a:lnTo>
                  <a:lnTo>
                    <a:pt x="6640567" y="299593"/>
                  </a:lnTo>
                  <a:lnTo>
                    <a:pt x="6640693" y="299593"/>
                  </a:lnTo>
                  <a:lnTo>
                    <a:pt x="6640819" y="299593"/>
                  </a:lnTo>
                  <a:lnTo>
                    <a:pt x="6640945" y="299593"/>
                  </a:lnTo>
                  <a:lnTo>
                    <a:pt x="6641072" y="299593"/>
                  </a:lnTo>
                  <a:lnTo>
                    <a:pt x="6641198" y="299593"/>
                  </a:lnTo>
                  <a:lnTo>
                    <a:pt x="6641324" y="299593"/>
                  </a:lnTo>
                  <a:lnTo>
                    <a:pt x="6641450" y="299593"/>
                  </a:lnTo>
                  <a:lnTo>
                    <a:pt x="6641577" y="299593"/>
                  </a:lnTo>
                  <a:lnTo>
                    <a:pt x="6641703" y="299593"/>
                  </a:lnTo>
                  <a:lnTo>
                    <a:pt x="6641829" y="299593"/>
                  </a:lnTo>
                  <a:lnTo>
                    <a:pt x="6641955" y="299593"/>
                  </a:lnTo>
                  <a:lnTo>
                    <a:pt x="6642082" y="299593"/>
                  </a:lnTo>
                  <a:lnTo>
                    <a:pt x="6642208" y="299593"/>
                  </a:lnTo>
                  <a:lnTo>
                    <a:pt x="6642334" y="299593"/>
                  </a:lnTo>
                  <a:lnTo>
                    <a:pt x="6642460" y="299593"/>
                  </a:lnTo>
                  <a:lnTo>
                    <a:pt x="6642587" y="299593"/>
                  </a:lnTo>
                  <a:lnTo>
                    <a:pt x="6642713" y="299593"/>
                  </a:lnTo>
                  <a:lnTo>
                    <a:pt x="6642839" y="299593"/>
                  </a:lnTo>
                  <a:lnTo>
                    <a:pt x="6642965" y="299593"/>
                  </a:lnTo>
                  <a:lnTo>
                    <a:pt x="6643092" y="299593"/>
                  </a:lnTo>
                  <a:lnTo>
                    <a:pt x="6643218" y="299593"/>
                  </a:lnTo>
                  <a:lnTo>
                    <a:pt x="6643344" y="299593"/>
                  </a:lnTo>
                  <a:lnTo>
                    <a:pt x="6643470" y="299593"/>
                  </a:lnTo>
                  <a:lnTo>
                    <a:pt x="6643597" y="299593"/>
                  </a:lnTo>
                  <a:lnTo>
                    <a:pt x="6643723" y="299593"/>
                  </a:lnTo>
                  <a:lnTo>
                    <a:pt x="6643849" y="299593"/>
                  </a:lnTo>
                  <a:lnTo>
                    <a:pt x="6643975" y="299593"/>
                  </a:lnTo>
                  <a:lnTo>
                    <a:pt x="6644102" y="299593"/>
                  </a:lnTo>
                  <a:lnTo>
                    <a:pt x="6644228" y="299593"/>
                  </a:lnTo>
                  <a:lnTo>
                    <a:pt x="6644354" y="299593"/>
                  </a:lnTo>
                  <a:lnTo>
                    <a:pt x="6644481" y="299593"/>
                  </a:lnTo>
                  <a:lnTo>
                    <a:pt x="6644607" y="299593"/>
                  </a:lnTo>
                  <a:lnTo>
                    <a:pt x="6644733" y="299593"/>
                  </a:lnTo>
                  <a:lnTo>
                    <a:pt x="6644859" y="299593"/>
                  </a:lnTo>
                  <a:lnTo>
                    <a:pt x="6644986" y="299593"/>
                  </a:lnTo>
                  <a:lnTo>
                    <a:pt x="6645112" y="299593"/>
                  </a:lnTo>
                  <a:lnTo>
                    <a:pt x="6645238" y="299593"/>
                  </a:lnTo>
                  <a:lnTo>
                    <a:pt x="6645364" y="299593"/>
                  </a:lnTo>
                  <a:lnTo>
                    <a:pt x="6645491" y="299593"/>
                  </a:lnTo>
                  <a:lnTo>
                    <a:pt x="6645617" y="299593"/>
                  </a:lnTo>
                  <a:lnTo>
                    <a:pt x="6645743" y="299593"/>
                  </a:lnTo>
                  <a:lnTo>
                    <a:pt x="6645869" y="299593"/>
                  </a:lnTo>
                  <a:lnTo>
                    <a:pt x="6645996" y="299593"/>
                  </a:lnTo>
                  <a:lnTo>
                    <a:pt x="6646122" y="299593"/>
                  </a:lnTo>
                  <a:lnTo>
                    <a:pt x="6646248" y="299593"/>
                  </a:lnTo>
                  <a:lnTo>
                    <a:pt x="6646374" y="299593"/>
                  </a:lnTo>
                  <a:lnTo>
                    <a:pt x="6646501" y="299593"/>
                  </a:lnTo>
                  <a:lnTo>
                    <a:pt x="6646627" y="299593"/>
                  </a:lnTo>
                  <a:lnTo>
                    <a:pt x="6646753" y="299593"/>
                  </a:lnTo>
                  <a:lnTo>
                    <a:pt x="6646879" y="299593"/>
                  </a:lnTo>
                  <a:lnTo>
                    <a:pt x="6647006" y="299593"/>
                  </a:lnTo>
                  <a:lnTo>
                    <a:pt x="6647132" y="299593"/>
                  </a:lnTo>
                  <a:lnTo>
                    <a:pt x="6647258" y="299593"/>
                  </a:lnTo>
                  <a:lnTo>
                    <a:pt x="6647384" y="299593"/>
                  </a:lnTo>
                  <a:lnTo>
                    <a:pt x="6647511" y="299593"/>
                  </a:lnTo>
                  <a:lnTo>
                    <a:pt x="6647637" y="299593"/>
                  </a:lnTo>
                  <a:lnTo>
                    <a:pt x="6647763" y="299593"/>
                  </a:lnTo>
                  <a:lnTo>
                    <a:pt x="6647889" y="299593"/>
                  </a:lnTo>
                  <a:lnTo>
                    <a:pt x="6648016" y="299593"/>
                  </a:lnTo>
                  <a:lnTo>
                    <a:pt x="6648142" y="299593"/>
                  </a:lnTo>
                  <a:lnTo>
                    <a:pt x="6648268" y="299593"/>
                  </a:lnTo>
                  <a:lnTo>
                    <a:pt x="6648394" y="299593"/>
                  </a:lnTo>
                  <a:lnTo>
                    <a:pt x="6648521" y="299593"/>
                  </a:lnTo>
                  <a:lnTo>
                    <a:pt x="6648647" y="299593"/>
                  </a:lnTo>
                  <a:lnTo>
                    <a:pt x="6648773" y="299593"/>
                  </a:lnTo>
                  <a:lnTo>
                    <a:pt x="6648899" y="299593"/>
                  </a:lnTo>
                  <a:lnTo>
                    <a:pt x="6649026" y="299593"/>
                  </a:lnTo>
                  <a:lnTo>
                    <a:pt x="6649152" y="299593"/>
                  </a:lnTo>
                  <a:lnTo>
                    <a:pt x="6649278" y="299593"/>
                  </a:lnTo>
                  <a:lnTo>
                    <a:pt x="6649404" y="299593"/>
                  </a:lnTo>
                  <a:lnTo>
                    <a:pt x="6649531" y="299593"/>
                  </a:lnTo>
                  <a:lnTo>
                    <a:pt x="6649657" y="299593"/>
                  </a:lnTo>
                  <a:lnTo>
                    <a:pt x="6649783" y="299593"/>
                  </a:lnTo>
                  <a:lnTo>
                    <a:pt x="6649910" y="299593"/>
                  </a:lnTo>
                  <a:lnTo>
                    <a:pt x="6650036" y="299593"/>
                  </a:lnTo>
                  <a:lnTo>
                    <a:pt x="6650162" y="299593"/>
                  </a:lnTo>
                  <a:lnTo>
                    <a:pt x="6650288" y="299593"/>
                  </a:lnTo>
                  <a:lnTo>
                    <a:pt x="6650415" y="299593"/>
                  </a:lnTo>
                  <a:lnTo>
                    <a:pt x="6650541" y="299593"/>
                  </a:lnTo>
                  <a:lnTo>
                    <a:pt x="6650667" y="299593"/>
                  </a:lnTo>
                  <a:lnTo>
                    <a:pt x="6650793" y="299593"/>
                  </a:lnTo>
                  <a:lnTo>
                    <a:pt x="6650920" y="299593"/>
                  </a:lnTo>
                  <a:lnTo>
                    <a:pt x="6650920" y="294682"/>
                  </a:lnTo>
                  <a:lnTo>
                    <a:pt x="6651046" y="294682"/>
                  </a:lnTo>
                  <a:lnTo>
                    <a:pt x="6651172" y="294682"/>
                  </a:lnTo>
                  <a:lnTo>
                    <a:pt x="6651298" y="294682"/>
                  </a:lnTo>
                  <a:lnTo>
                    <a:pt x="6651425" y="294682"/>
                  </a:lnTo>
                  <a:lnTo>
                    <a:pt x="6651551" y="294682"/>
                  </a:lnTo>
                  <a:lnTo>
                    <a:pt x="6651677" y="294682"/>
                  </a:lnTo>
                  <a:lnTo>
                    <a:pt x="6651803" y="294682"/>
                  </a:lnTo>
                  <a:lnTo>
                    <a:pt x="6651930" y="294682"/>
                  </a:lnTo>
                  <a:lnTo>
                    <a:pt x="6652056" y="294682"/>
                  </a:lnTo>
                  <a:lnTo>
                    <a:pt x="6652182" y="294682"/>
                  </a:lnTo>
                  <a:lnTo>
                    <a:pt x="6652308" y="294682"/>
                  </a:lnTo>
                  <a:lnTo>
                    <a:pt x="6652435" y="294682"/>
                  </a:lnTo>
                  <a:lnTo>
                    <a:pt x="6652561" y="294682"/>
                  </a:lnTo>
                  <a:lnTo>
                    <a:pt x="6652687" y="294682"/>
                  </a:lnTo>
                  <a:lnTo>
                    <a:pt x="6652813" y="294682"/>
                  </a:lnTo>
                  <a:lnTo>
                    <a:pt x="6652940" y="294682"/>
                  </a:lnTo>
                  <a:lnTo>
                    <a:pt x="6653066" y="294682"/>
                  </a:lnTo>
                  <a:lnTo>
                    <a:pt x="6653192" y="294682"/>
                  </a:lnTo>
                  <a:lnTo>
                    <a:pt x="6653318" y="294682"/>
                  </a:lnTo>
                  <a:lnTo>
                    <a:pt x="6653445" y="294682"/>
                  </a:lnTo>
                  <a:lnTo>
                    <a:pt x="6653571" y="294682"/>
                  </a:lnTo>
                  <a:lnTo>
                    <a:pt x="6653697" y="294682"/>
                  </a:lnTo>
                  <a:lnTo>
                    <a:pt x="6653823" y="294682"/>
                  </a:lnTo>
                  <a:lnTo>
                    <a:pt x="6653950" y="294682"/>
                  </a:lnTo>
                  <a:lnTo>
                    <a:pt x="6654076" y="294682"/>
                  </a:lnTo>
                  <a:lnTo>
                    <a:pt x="6654202" y="294682"/>
                  </a:lnTo>
                  <a:lnTo>
                    <a:pt x="6654328" y="294682"/>
                  </a:lnTo>
                  <a:lnTo>
                    <a:pt x="6654455" y="294682"/>
                  </a:lnTo>
                  <a:lnTo>
                    <a:pt x="6654581" y="294682"/>
                  </a:lnTo>
                  <a:lnTo>
                    <a:pt x="6654707" y="294682"/>
                  </a:lnTo>
                  <a:lnTo>
                    <a:pt x="6654834" y="294682"/>
                  </a:lnTo>
                  <a:lnTo>
                    <a:pt x="6654960" y="294682"/>
                  </a:lnTo>
                  <a:lnTo>
                    <a:pt x="6655086" y="294682"/>
                  </a:lnTo>
                  <a:lnTo>
                    <a:pt x="6655212" y="294682"/>
                  </a:lnTo>
                  <a:lnTo>
                    <a:pt x="6655339" y="294682"/>
                  </a:lnTo>
                  <a:lnTo>
                    <a:pt x="6655465" y="294682"/>
                  </a:lnTo>
                  <a:lnTo>
                    <a:pt x="6655591" y="294682"/>
                  </a:lnTo>
                  <a:lnTo>
                    <a:pt x="6655717" y="294682"/>
                  </a:lnTo>
                  <a:lnTo>
                    <a:pt x="6655844" y="294682"/>
                  </a:lnTo>
                  <a:lnTo>
                    <a:pt x="6655970" y="294682"/>
                  </a:lnTo>
                  <a:lnTo>
                    <a:pt x="6656096" y="294682"/>
                  </a:lnTo>
                  <a:lnTo>
                    <a:pt x="6656222" y="294682"/>
                  </a:lnTo>
                  <a:lnTo>
                    <a:pt x="6656349" y="294682"/>
                  </a:lnTo>
                  <a:lnTo>
                    <a:pt x="6656475" y="294682"/>
                  </a:lnTo>
                  <a:lnTo>
                    <a:pt x="6656601" y="294682"/>
                  </a:lnTo>
                  <a:lnTo>
                    <a:pt x="6656727" y="294682"/>
                  </a:lnTo>
                  <a:lnTo>
                    <a:pt x="6656854" y="294682"/>
                  </a:lnTo>
                  <a:lnTo>
                    <a:pt x="6656980" y="294682"/>
                  </a:lnTo>
                  <a:lnTo>
                    <a:pt x="6657106" y="294682"/>
                  </a:lnTo>
                  <a:lnTo>
                    <a:pt x="6657232" y="294682"/>
                  </a:lnTo>
                  <a:lnTo>
                    <a:pt x="6657359" y="294682"/>
                  </a:lnTo>
                  <a:lnTo>
                    <a:pt x="6657485" y="294682"/>
                  </a:lnTo>
                  <a:lnTo>
                    <a:pt x="6657611" y="294682"/>
                  </a:lnTo>
                  <a:lnTo>
                    <a:pt x="6657737" y="294682"/>
                  </a:lnTo>
                  <a:lnTo>
                    <a:pt x="6657864" y="294682"/>
                  </a:lnTo>
                  <a:lnTo>
                    <a:pt x="6657990" y="294682"/>
                  </a:lnTo>
                  <a:lnTo>
                    <a:pt x="6658116" y="294682"/>
                  </a:lnTo>
                  <a:lnTo>
                    <a:pt x="6658242" y="294682"/>
                  </a:lnTo>
                  <a:lnTo>
                    <a:pt x="6658369" y="294682"/>
                  </a:lnTo>
                  <a:lnTo>
                    <a:pt x="6658495" y="294682"/>
                  </a:lnTo>
                  <a:lnTo>
                    <a:pt x="6658621" y="294682"/>
                  </a:lnTo>
                  <a:lnTo>
                    <a:pt x="6658747" y="294682"/>
                  </a:lnTo>
                  <a:lnTo>
                    <a:pt x="6658874" y="294682"/>
                  </a:lnTo>
                  <a:lnTo>
                    <a:pt x="6659000" y="294682"/>
                  </a:lnTo>
                  <a:lnTo>
                    <a:pt x="6659126" y="294682"/>
                  </a:lnTo>
                  <a:lnTo>
                    <a:pt x="6659252" y="294682"/>
                  </a:lnTo>
                  <a:lnTo>
                    <a:pt x="6659379" y="294682"/>
                  </a:lnTo>
                  <a:lnTo>
                    <a:pt x="6659505" y="294682"/>
                  </a:lnTo>
                  <a:lnTo>
                    <a:pt x="6659631" y="294682"/>
                  </a:lnTo>
                  <a:lnTo>
                    <a:pt x="6659758" y="294682"/>
                  </a:lnTo>
                  <a:lnTo>
                    <a:pt x="6659884" y="294682"/>
                  </a:lnTo>
                  <a:lnTo>
                    <a:pt x="6660010" y="294682"/>
                  </a:lnTo>
                  <a:lnTo>
                    <a:pt x="6660136" y="294682"/>
                  </a:lnTo>
                  <a:lnTo>
                    <a:pt x="6660263" y="294682"/>
                  </a:lnTo>
                  <a:lnTo>
                    <a:pt x="6660389" y="294682"/>
                  </a:lnTo>
                  <a:lnTo>
                    <a:pt x="6660515" y="294682"/>
                  </a:lnTo>
                  <a:lnTo>
                    <a:pt x="6660641" y="294682"/>
                  </a:lnTo>
                  <a:lnTo>
                    <a:pt x="6660768" y="294682"/>
                  </a:lnTo>
                  <a:lnTo>
                    <a:pt x="6660894" y="294682"/>
                  </a:lnTo>
                  <a:lnTo>
                    <a:pt x="6661020" y="294682"/>
                  </a:lnTo>
                  <a:lnTo>
                    <a:pt x="6661146" y="294682"/>
                  </a:lnTo>
                  <a:lnTo>
                    <a:pt x="6661273" y="294682"/>
                  </a:lnTo>
                  <a:lnTo>
                    <a:pt x="6661399" y="294682"/>
                  </a:lnTo>
                  <a:lnTo>
                    <a:pt x="6661525" y="294682"/>
                  </a:lnTo>
                  <a:lnTo>
                    <a:pt x="6661651" y="294682"/>
                  </a:lnTo>
                  <a:lnTo>
                    <a:pt x="6661778" y="294682"/>
                  </a:lnTo>
                  <a:lnTo>
                    <a:pt x="6661904" y="294682"/>
                  </a:lnTo>
                  <a:lnTo>
                    <a:pt x="6662030" y="294682"/>
                  </a:lnTo>
                  <a:lnTo>
                    <a:pt x="6662156" y="294682"/>
                  </a:lnTo>
                  <a:lnTo>
                    <a:pt x="6662283" y="294682"/>
                  </a:lnTo>
                  <a:lnTo>
                    <a:pt x="6662409" y="294682"/>
                  </a:lnTo>
                  <a:lnTo>
                    <a:pt x="6662535" y="294682"/>
                  </a:lnTo>
                  <a:lnTo>
                    <a:pt x="6662661" y="294682"/>
                  </a:lnTo>
                  <a:lnTo>
                    <a:pt x="6662788" y="294682"/>
                  </a:lnTo>
                  <a:lnTo>
                    <a:pt x="6662914" y="294682"/>
                  </a:lnTo>
                  <a:lnTo>
                    <a:pt x="6663040" y="294682"/>
                  </a:lnTo>
                  <a:lnTo>
                    <a:pt x="6663166" y="294682"/>
                  </a:lnTo>
                  <a:lnTo>
                    <a:pt x="6663293" y="294682"/>
                  </a:lnTo>
                  <a:lnTo>
                    <a:pt x="6663419" y="294682"/>
                  </a:lnTo>
                  <a:lnTo>
                    <a:pt x="6663545" y="294682"/>
                  </a:lnTo>
                  <a:lnTo>
                    <a:pt x="6663671" y="294682"/>
                  </a:lnTo>
                  <a:lnTo>
                    <a:pt x="6663798" y="294682"/>
                  </a:lnTo>
                  <a:lnTo>
                    <a:pt x="6663924" y="294682"/>
                  </a:lnTo>
                  <a:lnTo>
                    <a:pt x="6664050" y="294682"/>
                  </a:lnTo>
                  <a:lnTo>
                    <a:pt x="6664176" y="294682"/>
                  </a:lnTo>
                  <a:lnTo>
                    <a:pt x="6664303" y="294682"/>
                  </a:lnTo>
                  <a:lnTo>
                    <a:pt x="6664429" y="294682"/>
                  </a:lnTo>
                  <a:lnTo>
                    <a:pt x="6664555" y="294682"/>
                  </a:lnTo>
                  <a:lnTo>
                    <a:pt x="6664681" y="294682"/>
                  </a:lnTo>
                  <a:lnTo>
                    <a:pt x="6664808" y="294682"/>
                  </a:lnTo>
                  <a:lnTo>
                    <a:pt x="6664934" y="294682"/>
                  </a:lnTo>
                  <a:lnTo>
                    <a:pt x="6665060" y="294682"/>
                  </a:lnTo>
                  <a:lnTo>
                    <a:pt x="6665060" y="289771"/>
                  </a:lnTo>
                  <a:lnTo>
                    <a:pt x="6665187" y="289771"/>
                  </a:lnTo>
                  <a:lnTo>
                    <a:pt x="6665313" y="289771"/>
                  </a:lnTo>
                  <a:lnTo>
                    <a:pt x="6665439" y="289771"/>
                  </a:lnTo>
                  <a:lnTo>
                    <a:pt x="6665565" y="289771"/>
                  </a:lnTo>
                  <a:lnTo>
                    <a:pt x="6665692" y="289771"/>
                  </a:lnTo>
                  <a:lnTo>
                    <a:pt x="6665818" y="289771"/>
                  </a:lnTo>
                  <a:lnTo>
                    <a:pt x="6665944" y="289771"/>
                  </a:lnTo>
                  <a:lnTo>
                    <a:pt x="6666070" y="289771"/>
                  </a:lnTo>
                  <a:lnTo>
                    <a:pt x="6666197" y="289771"/>
                  </a:lnTo>
                  <a:lnTo>
                    <a:pt x="6666323" y="289771"/>
                  </a:lnTo>
                  <a:lnTo>
                    <a:pt x="6666449" y="289771"/>
                  </a:lnTo>
                  <a:lnTo>
                    <a:pt x="6666575" y="289771"/>
                  </a:lnTo>
                  <a:lnTo>
                    <a:pt x="6666702" y="289771"/>
                  </a:lnTo>
                  <a:lnTo>
                    <a:pt x="6666828" y="289771"/>
                  </a:lnTo>
                  <a:lnTo>
                    <a:pt x="6666954" y="289771"/>
                  </a:lnTo>
                  <a:lnTo>
                    <a:pt x="6667080" y="289771"/>
                  </a:lnTo>
                  <a:lnTo>
                    <a:pt x="6667207" y="289771"/>
                  </a:lnTo>
                  <a:lnTo>
                    <a:pt x="6667333" y="289771"/>
                  </a:lnTo>
                  <a:lnTo>
                    <a:pt x="6667459" y="289771"/>
                  </a:lnTo>
                  <a:lnTo>
                    <a:pt x="6667585" y="289771"/>
                  </a:lnTo>
                  <a:lnTo>
                    <a:pt x="6667712" y="289771"/>
                  </a:lnTo>
                  <a:lnTo>
                    <a:pt x="6667838" y="289771"/>
                  </a:lnTo>
                  <a:lnTo>
                    <a:pt x="6667964" y="289771"/>
                  </a:lnTo>
                  <a:lnTo>
                    <a:pt x="6668090" y="289771"/>
                  </a:lnTo>
                  <a:lnTo>
                    <a:pt x="6668217" y="289771"/>
                  </a:lnTo>
                  <a:lnTo>
                    <a:pt x="6668343" y="289771"/>
                  </a:lnTo>
                  <a:lnTo>
                    <a:pt x="6668469" y="289771"/>
                  </a:lnTo>
                  <a:lnTo>
                    <a:pt x="6668595" y="289771"/>
                  </a:lnTo>
                  <a:lnTo>
                    <a:pt x="6668722" y="289771"/>
                  </a:lnTo>
                  <a:lnTo>
                    <a:pt x="6668848" y="289771"/>
                  </a:lnTo>
                  <a:lnTo>
                    <a:pt x="6668974" y="289771"/>
                  </a:lnTo>
                  <a:lnTo>
                    <a:pt x="6669100" y="289771"/>
                  </a:lnTo>
                  <a:lnTo>
                    <a:pt x="6669227" y="289771"/>
                  </a:lnTo>
                  <a:lnTo>
                    <a:pt x="6669353" y="289771"/>
                  </a:lnTo>
                  <a:lnTo>
                    <a:pt x="6669479" y="289771"/>
                  </a:lnTo>
                  <a:lnTo>
                    <a:pt x="6669605" y="289771"/>
                  </a:lnTo>
                  <a:lnTo>
                    <a:pt x="6669732" y="289771"/>
                  </a:lnTo>
                  <a:lnTo>
                    <a:pt x="6669858" y="289771"/>
                  </a:lnTo>
                  <a:lnTo>
                    <a:pt x="6669984" y="289771"/>
                  </a:lnTo>
                  <a:lnTo>
                    <a:pt x="6670111" y="289771"/>
                  </a:lnTo>
                  <a:lnTo>
                    <a:pt x="6670237" y="289771"/>
                  </a:lnTo>
                  <a:lnTo>
                    <a:pt x="6670363" y="289771"/>
                  </a:lnTo>
                  <a:lnTo>
                    <a:pt x="6670489" y="289771"/>
                  </a:lnTo>
                  <a:lnTo>
                    <a:pt x="6670616" y="289771"/>
                  </a:lnTo>
                  <a:lnTo>
                    <a:pt x="6670616" y="284859"/>
                  </a:lnTo>
                  <a:lnTo>
                    <a:pt x="6670742" y="284859"/>
                  </a:lnTo>
                  <a:lnTo>
                    <a:pt x="6670868" y="284859"/>
                  </a:lnTo>
                  <a:lnTo>
                    <a:pt x="6670994" y="284859"/>
                  </a:lnTo>
                  <a:lnTo>
                    <a:pt x="6671121" y="284859"/>
                  </a:lnTo>
                  <a:lnTo>
                    <a:pt x="6671247" y="284859"/>
                  </a:lnTo>
                  <a:lnTo>
                    <a:pt x="6671373" y="284859"/>
                  </a:lnTo>
                  <a:lnTo>
                    <a:pt x="6671499" y="284859"/>
                  </a:lnTo>
                  <a:lnTo>
                    <a:pt x="6671626" y="284859"/>
                  </a:lnTo>
                  <a:lnTo>
                    <a:pt x="6671752" y="284859"/>
                  </a:lnTo>
                  <a:lnTo>
                    <a:pt x="6671878" y="284859"/>
                  </a:lnTo>
                  <a:lnTo>
                    <a:pt x="6672004" y="284859"/>
                  </a:lnTo>
                  <a:lnTo>
                    <a:pt x="6672131" y="284859"/>
                  </a:lnTo>
                  <a:lnTo>
                    <a:pt x="6672257" y="284859"/>
                  </a:lnTo>
                  <a:lnTo>
                    <a:pt x="6672383" y="284859"/>
                  </a:lnTo>
                  <a:lnTo>
                    <a:pt x="6672509" y="284859"/>
                  </a:lnTo>
                  <a:lnTo>
                    <a:pt x="6672636" y="284859"/>
                  </a:lnTo>
                  <a:lnTo>
                    <a:pt x="6672762" y="284859"/>
                  </a:lnTo>
                  <a:lnTo>
                    <a:pt x="6672888" y="284859"/>
                  </a:lnTo>
                  <a:lnTo>
                    <a:pt x="6673014" y="284859"/>
                  </a:lnTo>
                  <a:lnTo>
                    <a:pt x="6673141" y="284859"/>
                  </a:lnTo>
                  <a:lnTo>
                    <a:pt x="6673267" y="284859"/>
                  </a:lnTo>
                  <a:lnTo>
                    <a:pt x="6673393" y="284859"/>
                  </a:lnTo>
                  <a:lnTo>
                    <a:pt x="6673519" y="284859"/>
                  </a:lnTo>
                  <a:lnTo>
                    <a:pt x="6673646" y="284859"/>
                  </a:lnTo>
                  <a:lnTo>
                    <a:pt x="6673772" y="284859"/>
                  </a:lnTo>
                  <a:lnTo>
                    <a:pt x="6673898" y="284859"/>
                  </a:lnTo>
                  <a:lnTo>
                    <a:pt x="6674024" y="284859"/>
                  </a:lnTo>
                  <a:lnTo>
                    <a:pt x="6674151" y="284859"/>
                  </a:lnTo>
                  <a:lnTo>
                    <a:pt x="6674277" y="284859"/>
                  </a:lnTo>
                  <a:lnTo>
                    <a:pt x="6674277" y="279948"/>
                  </a:lnTo>
                  <a:lnTo>
                    <a:pt x="6674403" y="279948"/>
                  </a:lnTo>
                  <a:lnTo>
                    <a:pt x="6674529" y="279948"/>
                  </a:lnTo>
                  <a:lnTo>
                    <a:pt x="6674656" y="279948"/>
                  </a:lnTo>
                  <a:lnTo>
                    <a:pt x="6674782" y="279948"/>
                  </a:lnTo>
                  <a:lnTo>
                    <a:pt x="6674908" y="279948"/>
                  </a:lnTo>
                  <a:lnTo>
                    <a:pt x="6675034" y="279948"/>
                  </a:lnTo>
                  <a:lnTo>
                    <a:pt x="6675161" y="279948"/>
                  </a:lnTo>
                  <a:lnTo>
                    <a:pt x="6675287" y="279948"/>
                  </a:lnTo>
                  <a:lnTo>
                    <a:pt x="6675413" y="279948"/>
                  </a:lnTo>
                  <a:lnTo>
                    <a:pt x="6675540" y="279948"/>
                  </a:lnTo>
                  <a:lnTo>
                    <a:pt x="6675666" y="279948"/>
                  </a:lnTo>
                  <a:lnTo>
                    <a:pt x="6675792" y="279948"/>
                  </a:lnTo>
                  <a:lnTo>
                    <a:pt x="6675918" y="279948"/>
                  </a:lnTo>
                  <a:lnTo>
                    <a:pt x="6676045" y="279948"/>
                  </a:lnTo>
                  <a:lnTo>
                    <a:pt x="6676171" y="279948"/>
                  </a:lnTo>
                  <a:lnTo>
                    <a:pt x="6676297" y="279948"/>
                  </a:lnTo>
                  <a:lnTo>
                    <a:pt x="6676423" y="279948"/>
                  </a:lnTo>
                  <a:lnTo>
                    <a:pt x="6676550" y="279948"/>
                  </a:lnTo>
                  <a:lnTo>
                    <a:pt x="6676676" y="279948"/>
                  </a:lnTo>
                  <a:lnTo>
                    <a:pt x="6676802" y="279948"/>
                  </a:lnTo>
                  <a:lnTo>
                    <a:pt x="6676928" y="279948"/>
                  </a:lnTo>
                  <a:lnTo>
                    <a:pt x="6677055" y="279948"/>
                  </a:lnTo>
                  <a:lnTo>
                    <a:pt x="6677181" y="279948"/>
                  </a:lnTo>
                  <a:lnTo>
                    <a:pt x="6677307" y="279948"/>
                  </a:lnTo>
                  <a:lnTo>
                    <a:pt x="6677433" y="279948"/>
                  </a:lnTo>
                  <a:lnTo>
                    <a:pt x="6677560" y="279948"/>
                  </a:lnTo>
                  <a:lnTo>
                    <a:pt x="6677686" y="279948"/>
                  </a:lnTo>
                  <a:lnTo>
                    <a:pt x="6677812" y="279948"/>
                  </a:lnTo>
                  <a:lnTo>
                    <a:pt x="6677938" y="279948"/>
                  </a:lnTo>
                  <a:lnTo>
                    <a:pt x="6678065" y="279948"/>
                  </a:lnTo>
                  <a:lnTo>
                    <a:pt x="6678191" y="279948"/>
                  </a:lnTo>
                  <a:lnTo>
                    <a:pt x="6678317" y="279948"/>
                  </a:lnTo>
                  <a:lnTo>
                    <a:pt x="6678443" y="279948"/>
                  </a:lnTo>
                  <a:lnTo>
                    <a:pt x="6678570" y="279948"/>
                  </a:lnTo>
                  <a:lnTo>
                    <a:pt x="6678696" y="279948"/>
                  </a:lnTo>
                  <a:lnTo>
                    <a:pt x="6678822" y="279948"/>
                  </a:lnTo>
                  <a:lnTo>
                    <a:pt x="6678948" y="279948"/>
                  </a:lnTo>
                  <a:lnTo>
                    <a:pt x="6679075" y="279948"/>
                  </a:lnTo>
                  <a:lnTo>
                    <a:pt x="6679201" y="279948"/>
                  </a:lnTo>
                  <a:lnTo>
                    <a:pt x="6679327" y="279948"/>
                  </a:lnTo>
                  <a:lnTo>
                    <a:pt x="6679453" y="279948"/>
                  </a:lnTo>
                  <a:lnTo>
                    <a:pt x="6679580" y="279948"/>
                  </a:lnTo>
                  <a:lnTo>
                    <a:pt x="6679706" y="279948"/>
                  </a:lnTo>
                  <a:lnTo>
                    <a:pt x="6679832" y="279948"/>
                  </a:lnTo>
                  <a:lnTo>
                    <a:pt x="6679958" y="279948"/>
                  </a:lnTo>
                  <a:lnTo>
                    <a:pt x="6680085" y="279948"/>
                  </a:lnTo>
                  <a:lnTo>
                    <a:pt x="6680211" y="279948"/>
                  </a:lnTo>
                  <a:lnTo>
                    <a:pt x="6680337" y="279948"/>
                  </a:lnTo>
                  <a:lnTo>
                    <a:pt x="6680464" y="279948"/>
                  </a:lnTo>
                  <a:lnTo>
                    <a:pt x="6680590" y="279948"/>
                  </a:lnTo>
                  <a:lnTo>
                    <a:pt x="6680716" y="279948"/>
                  </a:lnTo>
                  <a:lnTo>
                    <a:pt x="6680842" y="279948"/>
                  </a:lnTo>
                  <a:lnTo>
                    <a:pt x="6680969" y="279948"/>
                  </a:lnTo>
                  <a:lnTo>
                    <a:pt x="6681095" y="279948"/>
                  </a:lnTo>
                  <a:lnTo>
                    <a:pt x="6681221" y="279948"/>
                  </a:lnTo>
                  <a:lnTo>
                    <a:pt x="6681347" y="279948"/>
                  </a:lnTo>
                  <a:lnTo>
                    <a:pt x="6681474" y="279948"/>
                  </a:lnTo>
                  <a:lnTo>
                    <a:pt x="6681600" y="279948"/>
                  </a:lnTo>
                  <a:lnTo>
                    <a:pt x="6681726" y="279948"/>
                  </a:lnTo>
                  <a:lnTo>
                    <a:pt x="6681852" y="279948"/>
                  </a:lnTo>
                  <a:lnTo>
                    <a:pt x="6681979" y="279948"/>
                  </a:lnTo>
                  <a:lnTo>
                    <a:pt x="6682105" y="279948"/>
                  </a:lnTo>
                  <a:lnTo>
                    <a:pt x="6682231" y="279948"/>
                  </a:lnTo>
                  <a:lnTo>
                    <a:pt x="6682357" y="279948"/>
                  </a:lnTo>
                  <a:lnTo>
                    <a:pt x="6682484" y="279948"/>
                  </a:lnTo>
                  <a:lnTo>
                    <a:pt x="6682610" y="279948"/>
                  </a:lnTo>
                  <a:lnTo>
                    <a:pt x="6682736" y="279948"/>
                  </a:lnTo>
                  <a:lnTo>
                    <a:pt x="6682862" y="279948"/>
                  </a:lnTo>
                  <a:lnTo>
                    <a:pt x="6682989" y="279948"/>
                  </a:lnTo>
                  <a:lnTo>
                    <a:pt x="6683115" y="279948"/>
                  </a:lnTo>
                  <a:lnTo>
                    <a:pt x="6683241" y="279948"/>
                  </a:lnTo>
                  <a:lnTo>
                    <a:pt x="6683367" y="279948"/>
                  </a:lnTo>
                  <a:lnTo>
                    <a:pt x="6683494" y="279948"/>
                  </a:lnTo>
                  <a:lnTo>
                    <a:pt x="6683620" y="279948"/>
                  </a:lnTo>
                  <a:lnTo>
                    <a:pt x="6683746" y="279948"/>
                  </a:lnTo>
                  <a:lnTo>
                    <a:pt x="6683872" y="279948"/>
                  </a:lnTo>
                  <a:lnTo>
                    <a:pt x="6683999" y="279948"/>
                  </a:lnTo>
                  <a:lnTo>
                    <a:pt x="6684125" y="279948"/>
                  </a:lnTo>
                  <a:lnTo>
                    <a:pt x="6684251" y="279948"/>
                  </a:lnTo>
                  <a:lnTo>
                    <a:pt x="6684377" y="279948"/>
                  </a:lnTo>
                  <a:lnTo>
                    <a:pt x="6684504" y="279948"/>
                  </a:lnTo>
                  <a:lnTo>
                    <a:pt x="6684630" y="279948"/>
                  </a:lnTo>
                  <a:lnTo>
                    <a:pt x="6684756" y="279948"/>
                  </a:lnTo>
                  <a:lnTo>
                    <a:pt x="6684882" y="279948"/>
                  </a:lnTo>
                  <a:lnTo>
                    <a:pt x="6685009" y="279948"/>
                  </a:lnTo>
                  <a:lnTo>
                    <a:pt x="6685135" y="279948"/>
                  </a:lnTo>
                  <a:lnTo>
                    <a:pt x="6685261" y="279948"/>
                  </a:lnTo>
                  <a:lnTo>
                    <a:pt x="6685387" y="279948"/>
                  </a:lnTo>
                  <a:lnTo>
                    <a:pt x="6685514" y="279948"/>
                  </a:lnTo>
                  <a:lnTo>
                    <a:pt x="6685640" y="279948"/>
                  </a:lnTo>
                  <a:lnTo>
                    <a:pt x="6685766" y="279948"/>
                  </a:lnTo>
                  <a:lnTo>
                    <a:pt x="6685893" y="279948"/>
                  </a:lnTo>
                  <a:lnTo>
                    <a:pt x="6686019" y="279948"/>
                  </a:lnTo>
                  <a:lnTo>
                    <a:pt x="6686145" y="279948"/>
                  </a:lnTo>
                  <a:lnTo>
                    <a:pt x="6686271" y="279948"/>
                  </a:lnTo>
                  <a:lnTo>
                    <a:pt x="6686398" y="279948"/>
                  </a:lnTo>
                  <a:lnTo>
                    <a:pt x="6686524" y="279948"/>
                  </a:lnTo>
                  <a:lnTo>
                    <a:pt x="6686650" y="279948"/>
                  </a:lnTo>
                  <a:lnTo>
                    <a:pt x="6686776" y="279948"/>
                  </a:lnTo>
                  <a:lnTo>
                    <a:pt x="6686903" y="279948"/>
                  </a:lnTo>
                  <a:lnTo>
                    <a:pt x="6687029" y="279948"/>
                  </a:lnTo>
                  <a:lnTo>
                    <a:pt x="6687155" y="279948"/>
                  </a:lnTo>
                  <a:lnTo>
                    <a:pt x="6687281" y="279948"/>
                  </a:lnTo>
                  <a:lnTo>
                    <a:pt x="6687408" y="279948"/>
                  </a:lnTo>
                  <a:lnTo>
                    <a:pt x="6687534" y="279948"/>
                  </a:lnTo>
                  <a:lnTo>
                    <a:pt x="6687660" y="279948"/>
                  </a:lnTo>
                  <a:lnTo>
                    <a:pt x="6687786" y="279948"/>
                  </a:lnTo>
                  <a:lnTo>
                    <a:pt x="6687913" y="279948"/>
                  </a:lnTo>
                  <a:lnTo>
                    <a:pt x="6688039" y="279948"/>
                  </a:lnTo>
                  <a:lnTo>
                    <a:pt x="6688165" y="279948"/>
                  </a:lnTo>
                  <a:lnTo>
                    <a:pt x="6688291" y="279948"/>
                  </a:lnTo>
                  <a:lnTo>
                    <a:pt x="6688418" y="279948"/>
                  </a:lnTo>
                  <a:lnTo>
                    <a:pt x="6688544" y="279948"/>
                  </a:lnTo>
                  <a:lnTo>
                    <a:pt x="6688670" y="279948"/>
                  </a:lnTo>
                  <a:lnTo>
                    <a:pt x="6688796" y="279948"/>
                  </a:lnTo>
                  <a:lnTo>
                    <a:pt x="6688923" y="279948"/>
                  </a:lnTo>
                  <a:lnTo>
                    <a:pt x="6689049" y="279948"/>
                  </a:lnTo>
                  <a:lnTo>
                    <a:pt x="6689175" y="279948"/>
                  </a:lnTo>
                  <a:lnTo>
                    <a:pt x="6689301" y="279948"/>
                  </a:lnTo>
                  <a:lnTo>
                    <a:pt x="6689428" y="279948"/>
                  </a:lnTo>
                  <a:lnTo>
                    <a:pt x="6689554" y="279948"/>
                  </a:lnTo>
                  <a:lnTo>
                    <a:pt x="6689680" y="279948"/>
                  </a:lnTo>
                  <a:lnTo>
                    <a:pt x="6689806" y="279948"/>
                  </a:lnTo>
                  <a:lnTo>
                    <a:pt x="6689933" y="279948"/>
                  </a:lnTo>
                  <a:lnTo>
                    <a:pt x="6690059" y="279948"/>
                  </a:lnTo>
                  <a:lnTo>
                    <a:pt x="6690185" y="279948"/>
                  </a:lnTo>
                  <a:lnTo>
                    <a:pt x="6690311" y="279948"/>
                  </a:lnTo>
                  <a:lnTo>
                    <a:pt x="6690438" y="279948"/>
                  </a:lnTo>
                  <a:lnTo>
                    <a:pt x="6690564" y="279948"/>
                  </a:lnTo>
                  <a:lnTo>
                    <a:pt x="6690690" y="279948"/>
                  </a:lnTo>
                  <a:lnTo>
                    <a:pt x="6690817" y="279948"/>
                  </a:lnTo>
                  <a:lnTo>
                    <a:pt x="6690943" y="279948"/>
                  </a:lnTo>
                  <a:lnTo>
                    <a:pt x="6691069" y="279948"/>
                  </a:lnTo>
                  <a:lnTo>
                    <a:pt x="6691195" y="279948"/>
                  </a:lnTo>
                  <a:lnTo>
                    <a:pt x="6691322" y="279948"/>
                  </a:lnTo>
                  <a:lnTo>
                    <a:pt x="6691448" y="279948"/>
                  </a:lnTo>
                  <a:lnTo>
                    <a:pt x="6691574" y="279948"/>
                  </a:lnTo>
                  <a:lnTo>
                    <a:pt x="6691700" y="279948"/>
                  </a:lnTo>
                  <a:lnTo>
                    <a:pt x="6691827" y="279948"/>
                  </a:lnTo>
                  <a:lnTo>
                    <a:pt x="6691953" y="279948"/>
                  </a:lnTo>
                  <a:lnTo>
                    <a:pt x="6692079" y="279948"/>
                  </a:lnTo>
                  <a:lnTo>
                    <a:pt x="6692205" y="279948"/>
                  </a:lnTo>
                  <a:lnTo>
                    <a:pt x="6692332" y="279948"/>
                  </a:lnTo>
                  <a:lnTo>
                    <a:pt x="6692458" y="279948"/>
                  </a:lnTo>
                  <a:lnTo>
                    <a:pt x="6692584" y="279948"/>
                  </a:lnTo>
                  <a:lnTo>
                    <a:pt x="6692710" y="279948"/>
                  </a:lnTo>
                  <a:lnTo>
                    <a:pt x="6692837" y="279948"/>
                  </a:lnTo>
                  <a:lnTo>
                    <a:pt x="6692963" y="279948"/>
                  </a:lnTo>
                  <a:lnTo>
                    <a:pt x="6693089" y="279948"/>
                  </a:lnTo>
                  <a:lnTo>
                    <a:pt x="6693215" y="279948"/>
                  </a:lnTo>
                  <a:lnTo>
                    <a:pt x="6693342" y="279948"/>
                  </a:lnTo>
                  <a:lnTo>
                    <a:pt x="6693468" y="279948"/>
                  </a:lnTo>
                  <a:lnTo>
                    <a:pt x="6693594" y="279948"/>
                  </a:lnTo>
                  <a:lnTo>
                    <a:pt x="6693720" y="279948"/>
                  </a:lnTo>
                  <a:lnTo>
                    <a:pt x="6693847" y="279948"/>
                  </a:lnTo>
                  <a:lnTo>
                    <a:pt x="6693973" y="279948"/>
                  </a:lnTo>
                  <a:lnTo>
                    <a:pt x="6694099" y="279948"/>
                  </a:lnTo>
                  <a:lnTo>
                    <a:pt x="6694225" y="279948"/>
                  </a:lnTo>
                  <a:lnTo>
                    <a:pt x="6694352" y="279948"/>
                  </a:lnTo>
                  <a:lnTo>
                    <a:pt x="6694478" y="279948"/>
                  </a:lnTo>
                  <a:lnTo>
                    <a:pt x="6694604" y="279948"/>
                  </a:lnTo>
                  <a:lnTo>
                    <a:pt x="6694730" y="279948"/>
                  </a:lnTo>
                  <a:lnTo>
                    <a:pt x="6694857" y="279948"/>
                  </a:lnTo>
                  <a:lnTo>
                    <a:pt x="6694983" y="279948"/>
                  </a:lnTo>
                  <a:lnTo>
                    <a:pt x="6695109" y="279948"/>
                  </a:lnTo>
                  <a:lnTo>
                    <a:pt x="6695235" y="279948"/>
                  </a:lnTo>
                  <a:lnTo>
                    <a:pt x="6695362" y="279948"/>
                  </a:lnTo>
                  <a:lnTo>
                    <a:pt x="6695488" y="279948"/>
                  </a:lnTo>
                  <a:lnTo>
                    <a:pt x="6695614" y="279948"/>
                  </a:lnTo>
                  <a:lnTo>
                    <a:pt x="6695740" y="279948"/>
                  </a:lnTo>
                  <a:lnTo>
                    <a:pt x="6695867" y="279948"/>
                  </a:lnTo>
                  <a:lnTo>
                    <a:pt x="6695993" y="279948"/>
                  </a:lnTo>
                  <a:lnTo>
                    <a:pt x="6696119" y="279948"/>
                  </a:lnTo>
                  <a:lnTo>
                    <a:pt x="6696246" y="279948"/>
                  </a:lnTo>
                  <a:lnTo>
                    <a:pt x="6696372" y="279948"/>
                  </a:lnTo>
                  <a:lnTo>
                    <a:pt x="6696498" y="279948"/>
                  </a:lnTo>
                  <a:lnTo>
                    <a:pt x="6696624" y="279948"/>
                  </a:lnTo>
                  <a:lnTo>
                    <a:pt x="6696624" y="275036"/>
                  </a:lnTo>
                  <a:lnTo>
                    <a:pt x="6696751" y="275036"/>
                  </a:lnTo>
                  <a:lnTo>
                    <a:pt x="6696877" y="275036"/>
                  </a:lnTo>
                  <a:lnTo>
                    <a:pt x="6697003" y="275036"/>
                  </a:lnTo>
                  <a:lnTo>
                    <a:pt x="6697129" y="275036"/>
                  </a:lnTo>
                  <a:lnTo>
                    <a:pt x="6697256" y="275036"/>
                  </a:lnTo>
                  <a:lnTo>
                    <a:pt x="6697382" y="275036"/>
                  </a:lnTo>
                  <a:lnTo>
                    <a:pt x="6697508" y="275036"/>
                  </a:lnTo>
                  <a:lnTo>
                    <a:pt x="6697634" y="275036"/>
                  </a:lnTo>
                  <a:lnTo>
                    <a:pt x="6697761" y="275036"/>
                  </a:lnTo>
                  <a:lnTo>
                    <a:pt x="6697887" y="275036"/>
                  </a:lnTo>
                  <a:lnTo>
                    <a:pt x="6698013" y="275036"/>
                  </a:lnTo>
                  <a:lnTo>
                    <a:pt x="6698139" y="275036"/>
                  </a:lnTo>
                  <a:lnTo>
                    <a:pt x="6698266" y="275036"/>
                  </a:lnTo>
                  <a:lnTo>
                    <a:pt x="6698392" y="275036"/>
                  </a:lnTo>
                  <a:lnTo>
                    <a:pt x="6698518" y="275036"/>
                  </a:lnTo>
                  <a:lnTo>
                    <a:pt x="6698644" y="275036"/>
                  </a:lnTo>
                  <a:lnTo>
                    <a:pt x="6698771" y="275036"/>
                  </a:lnTo>
                  <a:lnTo>
                    <a:pt x="6698897" y="275036"/>
                  </a:lnTo>
                  <a:lnTo>
                    <a:pt x="6699023" y="275036"/>
                  </a:lnTo>
                  <a:lnTo>
                    <a:pt x="6699149" y="275036"/>
                  </a:lnTo>
                  <a:lnTo>
                    <a:pt x="6699276" y="275036"/>
                  </a:lnTo>
                  <a:lnTo>
                    <a:pt x="6699402" y="275036"/>
                  </a:lnTo>
                  <a:lnTo>
                    <a:pt x="6699528" y="275036"/>
                  </a:lnTo>
                  <a:lnTo>
                    <a:pt x="6699654" y="275036"/>
                  </a:lnTo>
                  <a:lnTo>
                    <a:pt x="6699781" y="275036"/>
                  </a:lnTo>
                  <a:lnTo>
                    <a:pt x="6699907" y="275036"/>
                  </a:lnTo>
                  <a:lnTo>
                    <a:pt x="6700033" y="275036"/>
                  </a:lnTo>
                  <a:lnTo>
                    <a:pt x="6700159" y="275036"/>
                  </a:lnTo>
                  <a:lnTo>
                    <a:pt x="6700286" y="275036"/>
                  </a:lnTo>
                  <a:lnTo>
                    <a:pt x="6700412" y="275036"/>
                  </a:lnTo>
                  <a:lnTo>
                    <a:pt x="6700538" y="275036"/>
                  </a:lnTo>
                  <a:lnTo>
                    <a:pt x="6700664" y="275036"/>
                  </a:lnTo>
                  <a:lnTo>
                    <a:pt x="6700791" y="275036"/>
                  </a:lnTo>
                  <a:lnTo>
                    <a:pt x="6700917" y="275036"/>
                  </a:lnTo>
                  <a:lnTo>
                    <a:pt x="6701043" y="275036"/>
                  </a:lnTo>
                  <a:lnTo>
                    <a:pt x="6701170" y="275036"/>
                  </a:lnTo>
                  <a:lnTo>
                    <a:pt x="6701296" y="275036"/>
                  </a:lnTo>
                  <a:lnTo>
                    <a:pt x="6701422" y="275036"/>
                  </a:lnTo>
                  <a:lnTo>
                    <a:pt x="6701548" y="275036"/>
                  </a:lnTo>
                  <a:lnTo>
                    <a:pt x="6701675" y="275036"/>
                  </a:lnTo>
                  <a:lnTo>
                    <a:pt x="6701801" y="275036"/>
                  </a:lnTo>
                  <a:lnTo>
                    <a:pt x="6701927" y="275036"/>
                  </a:lnTo>
                  <a:lnTo>
                    <a:pt x="6702053" y="275036"/>
                  </a:lnTo>
                  <a:lnTo>
                    <a:pt x="6702180" y="275036"/>
                  </a:lnTo>
                  <a:lnTo>
                    <a:pt x="6702306" y="275036"/>
                  </a:lnTo>
                  <a:lnTo>
                    <a:pt x="6702432" y="275036"/>
                  </a:lnTo>
                  <a:lnTo>
                    <a:pt x="6702558" y="275036"/>
                  </a:lnTo>
                  <a:lnTo>
                    <a:pt x="6702685" y="275036"/>
                  </a:lnTo>
                  <a:lnTo>
                    <a:pt x="6702811" y="275036"/>
                  </a:lnTo>
                  <a:lnTo>
                    <a:pt x="6702937" y="275036"/>
                  </a:lnTo>
                  <a:lnTo>
                    <a:pt x="6703063" y="275036"/>
                  </a:lnTo>
                  <a:lnTo>
                    <a:pt x="6703190" y="275036"/>
                  </a:lnTo>
                  <a:lnTo>
                    <a:pt x="6703316" y="275036"/>
                  </a:lnTo>
                  <a:lnTo>
                    <a:pt x="6703442" y="275036"/>
                  </a:lnTo>
                  <a:lnTo>
                    <a:pt x="6703568" y="275036"/>
                  </a:lnTo>
                  <a:lnTo>
                    <a:pt x="6703695" y="275036"/>
                  </a:lnTo>
                  <a:lnTo>
                    <a:pt x="6703821" y="275036"/>
                  </a:lnTo>
                  <a:lnTo>
                    <a:pt x="6703947" y="275036"/>
                  </a:lnTo>
                  <a:lnTo>
                    <a:pt x="6704073" y="275036"/>
                  </a:lnTo>
                  <a:lnTo>
                    <a:pt x="6704200" y="275036"/>
                  </a:lnTo>
                  <a:lnTo>
                    <a:pt x="6704326" y="275036"/>
                  </a:lnTo>
                  <a:lnTo>
                    <a:pt x="6704452" y="275036"/>
                  </a:lnTo>
                  <a:lnTo>
                    <a:pt x="6704578" y="275036"/>
                  </a:lnTo>
                  <a:lnTo>
                    <a:pt x="6704705" y="275036"/>
                  </a:lnTo>
                  <a:lnTo>
                    <a:pt x="6704831" y="275036"/>
                  </a:lnTo>
                  <a:lnTo>
                    <a:pt x="6704957" y="275036"/>
                  </a:lnTo>
                  <a:lnTo>
                    <a:pt x="6705083" y="275036"/>
                  </a:lnTo>
                  <a:lnTo>
                    <a:pt x="6705210" y="275036"/>
                  </a:lnTo>
                  <a:lnTo>
                    <a:pt x="6705336" y="275036"/>
                  </a:lnTo>
                  <a:lnTo>
                    <a:pt x="6705462" y="275036"/>
                  </a:lnTo>
                  <a:lnTo>
                    <a:pt x="6705588" y="275036"/>
                  </a:lnTo>
                  <a:lnTo>
                    <a:pt x="6705715" y="275036"/>
                  </a:lnTo>
                  <a:lnTo>
                    <a:pt x="6705841" y="275036"/>
                  </a:lnTo>
                  <a:lnTo>
                    <a:pt x="6705967" y="275036"/>
                  </a:lnTo>
                  <a:lnTo>
                    <a:pt x="6706093" y="275036"/>
                  </a:lnTo>
                  <a:lnTo>
                    <a:pt x="6706220" y="275036"/>
                  </a:lnTo>
                  <a:lnTo>
                    <a:pt x="6706346" y="275036"/>
                  </a:lnTo>
                  <a:lnTo>
                    <a:pt x="6706472" y="275036"/>
                  </a:lnTo>
                  <a:lnTo>
                    <a:pt x="6706599" y="275036"/>
                  </a:lnTo>
                  <a:lnTo>
                    <a:pt x="6706725" y="275036"/>
                  </a:lnTo>
                  <a:lnTo>
                    <a:pt x="6706851" y="275036"/>
                  </a:lnTo>
                  <a:lnTo>
                    <a:pt x="6706977" y="275036"/>
                  </a:lnTo>
                  <a:lnTo>
                    <a:pt x="6707104" y="275036"/>
                  </a:lnTo>
                  <a:lnTo>
                    <a:pt x="6707230" y="275036"/>
                  </a:lnTo>
                  <a:lnTo>
                    <a:pt x="6707356" y="275036"/>
                  </a:lnTo>
                  <a:lnTo>
                    <a:pt x="6707482" y="275036"/>
                  </a:lnTo>
                  <a:lnTo>
                    <a:pt x="6707609" y="275036"/>
                  </a:lnTo>
                  <a:lnTo>
                    <a:pt x="6707735" y="275036"/>
                  </a:lnTo>
                  <a:lnTo>
                    <a:pt x="6707861" y="275036"/>
                  </a:lnTo>
                  <a:lnTo>
                    <a:pt x="6707987" y="275036"/>
                  </a:lnTo>
                  <a:lnTo>
                    <a:pt x="6708114" y="275036"/>
                  </a:lnTo>
                  <a:lnTo>
                    <a:pt x="6708240" y="275036"/>
                  </a:lnTo>
                  <a:lnTo>
                    <a:pt x="6708366" y="275036"/>
                  </a:lnTo>
                  <a:lnTo>
                    <a:pt x="6708492" y="275036"/>
                  </a:lnTo>
                  <a:lnTo>
                    <a:pt x="6708619" y="275036"/>
                  </a:lnTo>
                  <a:lnTo>
                    <a:pt x="6708745" y="275036"/>
                  </a:lnTo>
                  <a:lnTo>
                    <a:pt x="6708871" y="275036"/>
                  </a:lnTo>
                  <a:lnTo>
                    <a:pt x="6708997" y="275036"/>
                  </a:lnTo>
                  <a:lnTo>
                    <a:pt x="6709124" y="275036"/>
                  </a:lnTo>
                  <a:lnTo>
                    <a:pt x="6709250" y="275036"/>
                  </a:lnTo>
                  <a:lnTo>
                    <a:pt x="6709376" y="275036"/>
                  </a:lnTo>
                  <a:lnTo>
                    <a:pt x="6709502" y="275036"/>
                  </a:lnTo>
                  <a:lnTo>
                    <a:pt x="6709629" y="275036"/>
                  </a:lnTo>
                  <a:lnTo>
                    <a:pt x="6709755" y="275036"/>
                  </a:lnTo>
                  <a:lnTo>
                    <a:pt x="6709755" y="270125"/>
                  </a:lnTo>
                  <a:lnTo>
                    <a:pt x="6709881" y="270125"/>
                  </a:lnTo>
                  <a:lnTo>
                    <a:pt x="6710007" y="270125"/>
                  </a:lnTo>
                  <a:lnTo>
                    <a:pt x="6710134" y="270125"/>
                  </a:lnTo>
                  <a:lnTo>
                    <a:pt x="6710260" y="270125"/>
                  </a:lnTo>
                  <a:lnTo>
                    <a:pt x="6710386" y="270125"/>
                  </a:lnTo>
                  <a:lnTo>
                    <a:pt x="6710512" y="270125"/>
                  </a:lnTo>
                  <a:lnTo>
                    <a:pt x="6710639" y="270125"/>
                  </a:lnTo>
                  <a:lnTo>
                    <a:pt x="6710765" y="270125"/>
                  </a:lnTo>
                  <a:lnTo>
                    <a:pt x="6710891" y="270125"/>
                  </a:lnTo>
                  <a:lnTo>
                    <a:pt x="6711017" y="270125"/>
                  </a:lnTo>
                  <a:lnTo>
                    <a:pt x="6711144" y="270125"/>
                  </a:lnTo>
                  <a:lnTo>
                    <a:pt x="6711270" y="270125"/>
                  </a:lnTo>
                  <a:lnTo>
                    <a:pt x="6711396" y="270125"/>
                  </a:lnTo>
                  <a:lnTo>
                    <a:pt x="6711523" y="270125"/>
                  </a:lnTo>
                  <a:lnTo>
                    <a:pt x="6711649" y="270125"/>
                  </a:lnTo>
                  <a:lnTo>
                    <a:pt x="6711775" y="270125"/>
                  </a:lnTo>
                  <a:lnTo>
                    <a:pt x="6711901" y="270125"/>
                  </a:lnTo>
                  <a:lnTo>
                    <a:pt x="6712028" y="270125"/>
                  </a:lnTo>
                  <a:lnTo>
                    <a:pt x="6712154" y="270125"/>
                  </a:lnTo>
                  <a:lnTo>
                    <a:pt x="6712280" y="270125"/>
                  </a:lnTo>
                  <a:lnTo>
                    <a:pt x="6712406" y="270125"/>
                  </a:lnTo>
                  <a:lnTo>
                    <a:pt x="6712533" y="270125"/>
                  </a:lnTo>
                  <a:lnTo>
                    <a:pt x="6712659" y="270125"/>
                  </a:lnTo>
                  <a:lnTo>
                    <a:pt x="6712785" y="270125"/>
                  </a:lnTo>
                  <a:lnTo>
                    <a:pt x="6712911" y="270125"/>
                  </a:lnTo>
                  <a:lnTo>
                    <a:pt x="6713038" y="270125"/>
                  </a:lnTo>
                  <a:lnTo>
                    <a:pt x="6713164" y="270125"/>
                  </a:lnTo>
                  <a:lnTo>
                    <a:pt x="6713290" y="270125"/>
                  </a:lnTo>
                  <a:lnTo>
                    <a:pt x="6713416" y="270125"/>
                  </a:lnTo>
                  <a:lnTo>
                    <a:pt x="6713543" y="270125"/>
                  </a:lnTo>
                  <a:lnTo>
                    <a:pt x="6713669" y="270125"/>
                  </a:lnTo>
                  <a:lnTo>
                    <a:pt x="6713795" y="270125"/>
                  </a:lnTo>
                  <a:lnTo>
                    <a:pt x="6713921" y="270125"/>
                  </a:lnTo>
                  <a:lnTo>
                    <a:pt x="6714048" y="270125"/>
                  </a:lnTo>
                  <a:lnTo>
                    <a:pt x="6714174" y="270125"/>
                  </a:lnTo>
                  <a:lnTo>
                    <a:pt x="6714300" y="270125"/>
                  </a:lnTo>
                  <a:lnTo>
                    <a:pt x="6714426" y="270125"/>
                  </a:lnTo>
                  <a:lnTo>
                    <a:pt x="6714553" y="270125"/>
                  </a:lnTo>
                  <a:lnTo>
                    <a:pt x="6714679" y="270125"/>
                  </a:lnTo>
                  <a:lnTo>
                    <a:pt x="6714805" y="270125"/>
                  </a:lnTo>
                  <a:lnTo>
                    <a:pt x="6714931" y="270125"/>
                  </a:lnTo>
                  <a:lnTo>
                    <a:pt x="6715058" y="270125"/>
                  </a:lnTo>
                  <a:lnTo>
                    <a:pt x="6715184" y="270125"/>
                  </a:lnTo>
                  <a:lnTo>
                    <a:pt x="6715310" y="270125"/>
                  </a:lnTo>
                  <a:lnTo>
                    <a:pt x="6715436" y="270125"/>
                  </a:lnTo>
                  <a:lnTo>
                    <a:pt x="6715563" y="270125"/>
                  </a:lnTo>
                  <a:lnTo>
                    <a:pt x="6715689" y="270125"/>
                  </a:lnTo>
                  <a:lnTo>
                    <a:pt x="6715815" y="270125"/>
                  </a:lnTo>
                  <a:lnTo>
                    <a:pt x="6715941" y="270125"/>
                  </a:lnTo>
                  <a:lnTo>
                    <a:pt x="6716068" y="270125"/>
                  </a:lnTo>
                  <a:lnTo>
                    <a:pt x="6716194" y="270125"/>
                  </a:lnTo>
                  <a:lnTo>
                    <a:pt x="6716320" y="270125"/>
                  </a:lnTo>
                  <a:lnTo>
                    <a:pt x="6716447" y="270125"/>
                  </a:lnTo>
                  <a:lnTo>
                    <a:pt x="6716573" y="270125"/>
                  </a:lnTo>
                  <a:lnTo>
                    <a:pt x="6716699" y="270125"/>
                  </a:lnTo>
                  <a:lnTo>
                    <a:pt x="6716825" y="270125"/>
                  </a:lnTo>
                  <a:lnTo>
                    <a:pt x="6716952" y="270125"/>
                  </a:lnTo>
                  <a:lnTo>
                    <a:pt x="6717078" y="270125"/>
                  </a:lnTo>
                  <a:lnTo>
                    <a:pt x="6717204" y="270125"/>
                  </a:lnTo>
                  <a:lnTo>
                    <a:pt x="6717330" y="270125"/>
                  </a:lnTo>
                  <a:lnTo>
                    <a:pt x="6717457" y="270125"/>
                  </a:lnTo>
                  <a:lnTo>
                    <a:pt x="6717583" y="270125"/>
                  </a:lnTo>
                  <a:lnTo>
                    <a:pt x="6717709" y="270125"/>
                  </a:lnTo>
                  <a:lnTo>
                    <a:pt x="6717835" y="270125"/>
                  </a:lnTo>
                  <a:lnTo>
                    <a:pt x="6717962" y="270125"/>
                  </a:lnTo>
                  <a:lnTo>
                    <a:pt x="6718088" y="270125"/>
                  </a:lnTo>
                  <a:lnTo>
                    <a:pt x="6718214" y="270125"/>
                  </a:lnTo>
                  <a:lnTo>
                    <a:pt x="6718340" y="270125"/>
                  </a:lnTo>
                  <a:lnTo>
                    <a:pt x="6718467" y="270125"/>
                  </a:lnTo>
                  <a:lnTo>
                    <a:pt x="6718593" y="270125"/>
                  </a:lnTo>
                  <a:lnTo>
                    <a:pt x="6718719" y="270125"/>
                  </a:lnTo>
                  <a:lnTo>
                    <a:pt x="6718845" y="270125"/>
                  </a:lnTo>
                  <a:lnTo>
                    <a:pt x="6718972" y="270125"/>
                  </a:lnTo>
                  <a:lnTo>
                    <a:pt x="6719098" y="270125"/>
                  </a:lnTo>
                  <a:lnTo>
                    <a:pt x="6719224" y="270125"/>
                  </a:lnTo>
                  <a:lnTo>
                    <a:pt x="6719350" y="270125"/>
                  </a:lnTo>
                  <a:lnTo>
                    <a:pt x="6719477" y="270125"/>
                  </a:lnTo>
                  <a:lnTo>
                    <a:pt x="6719603" y="270125"/>
                  </a:lnTo>
                  <a:lnTo>
                    <a:pt x="6719729" y="270125"/>
                  </a:lnTo>
                  <a:lnTo>
                    <a:pt x="6719855" y="270125"/>
                  </a:lnTo>
                  <a:lnTo>
                    <a:pt x="6719982" y="270125"/>
                  </a:lnTo>
                  <a:lnTo>
                    <a:pt x="6720108" y="270125"/>
                  </a:lnTo>
                  <a:lnTo>
                    <a:pt x="6720234" y="270125"/>
                  </a:lnTo>
                  <a:lnTo>
                    <a:pt x="6720360" y="270125"/>
                  </a:lnTo>
                  <a:lnTo>
                    <a:pt x="6720487" y="270125"/>
                  </a:lnTo>
                  <a:lnTo>
                    <a:pt x="6720613" y="270125"/>
                  </a:lnTo>
                  <a:lnTo>
                    <a:pt x="6720739" y="270125"/>
                  </a:lnTo>
                  <a:lnTo>
                    <a:pt x="6720865" y="270125"/>
                  </a:lnTo>
                  <a:lnTo>
                    <a:pt x="6720992" y="270125"/>
                  </a:lnTo>
                  <a:lnTo>
                    <a:pt x="6721118" y="270125"/>
                  </a:lnTo>
                  <a:lnTo>
                    <a:pt x="6721244" y="270125"/>
                  </a:lnTo>
                  <a:lnTo>
                    <a:pt x="6721370" y="270125"/>
                  </a:lnTo>
                  <a:lnTo>
                    <a:pt x="6721497" y="270125"/>
                  </a:lnTo>
                  <a:lnTo>
                    <a:pt x="6721623" y="270125"/>
                  </a:lnTo>
                  <a:lnTo>
                    <a:pt x="6721749" y="270125"/>
                  </a:lnTo>
                  <a:lnTo>
                    <a:pt x="6721876" y="270125"/>
                  </a:lnTo>
                  <a:lnTo>
                    <a:pt x="6722002" y="270125"/>
                  </a:lnTo>
                  <a:lnTo>
                    <a:pt x="6722128" y="270125"/>
                  </a:lnTo>
                  <a:lnTo>
                    <a:pt x="6722254" y="270125"/>
                  </a:lnTo>
                  <a:lnTo>
                    <a:pt x="6722381" y="270125"/>
                  </a:lnTo>
                  <a:lnTo>
                    <a:pt x="6722507" y="270125"/>
                  </a:lnTo>
                  <a:lnTo>
                    <a:pt x="6722633" y="270125"/>
                  </a:lnTo>
                  <a:lnTo>
                    <a:pt x="6722759" y="270125"/>
                  </a:lnTo>
                  <a:lnTo>
                    <a:pt x="6722886" y="270125"/>
                  </a:lnTo>
                  <a:lnTo>
                    <a:pt x="6723012" y="270125"/>
                  </a:lnTo>
                  <a:lnTo>
                    <a:pt x="6723138" y="270125"/>
                  </a:lnTo>
                  <a:lnTo>
                    <a:pt x="6723264" y="270125"/>
                  </a:lnTo>
                  <a:lnTo>
                    <a:pt x="6723391" y="270125"/>
                  </a:lnTo>
                  <a:lnTo>
                    <a:pt x="6723517" y="270125"/>
                  </a:lnTo>
                  <a:lnTo>
                    <a:pt x="6723643" y="270125"/>
                  </a:lnTo>
                  <a:lnTo>
                    <a:pt x="6723769" y="270125"/>
                  </a:lnTo>
                  <a:lnTo>
                    <a:pt x="6723896" y="270125"/>
                  </a:lnTo>
                  <a:lnTo>
                    <a:pt x="6724022" y="270125"/>
                  </a:lnTo>
                  <a:lnTo>
                    <a:pt x="6724148" y="270125"/>
                  </a:lnTo>
                  <a:lnTo>
                    <a:pt x="6724274" y="270125"/>
                  </a:lnTo>
                  <a:lnTo>
                    <a:pt x="6724401" y="270125"/>
                  </a:lnTo>
                  <a:lnTo>
                    <a:pt x="6724527" y="270125"/>
                  </a:lnTo>
                  <a:lnTo>
                    <a:pt x="6724653" y="270125"/>
                  </a:lnTo>
                  <a:lnTo>
                    <a:pt x="6724779" y="270125"/>
                  </a:lnTo>
                  <a:lnTo>
                    <a:pt x="6724906" y="270125"/>
                  </a:lnTo>
                  <a:lnTo>
                    <a:pt x="6725032" y="270125"/>
                  </a:lnTo>
                  <a:lnTo>
                    <a:pt x="6725158" y="270125"/>
                  </a:lnTo>
                  <a:lnTo>
                    <a:pt x="6725284" y="270125"/>
                  </a:lnTo>
                  <a:lnTo>
                    <a:pt x="6725411" y="270125"/>
                  </a:lnTo>
                  <a:lnTo>
                    <a:pt x="6725537" y="270125"/>
                  </a:lnTo>
                  <a:lnTo>
                    <a:pt x="6725663" y="270125"/>
                  </a:lnTo>
                  <a:lnTo>
                    <a:pt x="6725789" y="270125"/>
                  </a:lnTo>
                  <a:lnTo>
                    <a:pt x="6725916" y="270125"/>
                  </a:lnTo>
                  <a:lnTo>
                    <a:pt x="6726042" y="270125"/>
                  </a:lnTo>
                  <a:lnTo>
                    <a:pt x="6726168" y="270125"/>
                  </a:lnTo>
                  <a:lnTo>
                    <a:pt x="6726294" y="270125"/>
                  </a:lnTo>
                  <a:lnTo>
                    <a:pt x="6726421" y="270125"/>
                  </a:lnTo>
                  <a:lnTo>
                    <a:pt x="6726547" y="270125"/>
                  </a:lnTo>
                  <a:lnTo>
                    <a:pt x="6726673" y="270125"/>
                  </a:lnTo>
                  <a:lnTo>
                    <a:pt x="6726800" y="270125"/>
                  </a:lnTo>
                  <a:lnTo>
                    <a:pt x="6726926" y="270125"/>
                  </a:lnTo>
                  <a:lnTo>
                    <a:pt x="6727052" y="270125"/>
                  </a:lnTo>
                  <a:lnTo>
                    <a:pt x="6727178" y="270125"/>
                  </a:lnTo>
                  <a:lnTo>
                    <a:pt x="6727305" y="270125"/>
                  </a:lnTo>
                  <a:lnTo>
                    <a:pt x="6727431" y="270125"/>
                  </a:lnTo>
                  <a:lnTo>
                    <a:pt x="6727557" y="270125"/>
                  </a:lnTo>
                  <a:lnTo>
                    <a:pt x="6727683" y="270125"/>
                  </a:lnTo>
                  <a:lnTo>
                    <a:pt x="6727810" y="270125"/>
                  </a:lnTo>
                  <a:lnTo>
                    <a:pt x="6727936" y="270125"/>
                  </a:lnTo>
                  <a:lnTo>
                    <a:pt x="6728062" y="270125"/>
                  </a:lnTo>
                  <a:lnTo>
                    <a:pt x="6728188" y="270125"/>
                  </a:lnTo>
                  <a:lnTo>
                    <a:pt x="6728315" y="270125"/>
                  </a:lnTo>
                  <a:lnTo>
                    <a:pt x="6728441" y="270125"/>
                  </a:lnTo>
                  <a:lnTo>
                    <a:pt x="6728567" y="270125"/>
                  </a:lnTo>
                  <a:lnTo>
                    <a:pt x="6728693" y="270125"/>
                  </a:lnTo>
                  <a:lnTo>
                    <a:pt x="6728820" y="270125"/>
                  </a:lnTo>
                  <a:lnTo>
                    <a:pt x="6728946" y="270125"/>
                  </a:lnTo>
                  <a:lnTo>
                    <a:pt x="6729072" y="270125"/>
                  </a:lnTo>
                  <a:lnTo>
                    <a:pt x="6729198" y="270125"/>
                  </a:lnTo>
                  <a:lnTo>
                    <a:pt x="6729325" y="270125"/>
                  </a:lnTo>
                  <a:lnTo>
                    <a:pt x="6729451" y="270125"/>
                  </a:lnTo>
                  <a:lnTo>
                    <a:pt x="6729577" y="270125"/>
                  </a:lnTo>
                  <a:lnTo>
                    <a:pt x="6729703" y="270125"/>
                  </a:lnTo>
                  <a:lnTo>
                    <a:pt x="6729830" y="270125"/>
                  </a:lnTo>
                  <a:lnTo>
                    <a:pt x="6729956" y="270125"/>
                  </a:lnTo>
                  <a:lnTo>
                    <a:pt x="6730082" y="270125"/>
                  </a:lnTo>
                  <a:lnTo>
                    <a:pt x="6730208" y="270125"/>
                  </a:lnTo>
                  <a:lnTo>
                    <a:pt x="6730335" y="270125"/>
                  </a:lnTo>
                  <a:lnTo>
                    <a:pt x="6730461" y="270125"/>
                  </a:lnTo>
                  <a:lnTo>
                    <a:pt x="6730587" y="270125"/>
                  </a:lnTo>
                  <a:lnTo>
                    <a:pt x="6730713" y="270125"/>
                  </a:lnTo>
                  <a:lnTo>
                    <a:pt x="6730840" y="270125"/>
                  </a:lnTo>
                  <a:lnTo>
                    <a:pt x="6730966" y="270125"/>
                  </a:lnTo>
                  <a:lnTo>
                    <a:pt x="6731092" y="270125"/>
                  </a:lnTo>
                  <a:lnTo>
                    <a:pt x="6731218" y="270125"/>
                  </a:lnTo>
                  <a:lnTo>
                    <a:pt x="6731345" y="270125"/>
                  </a:lnTo>
                  <a:lnTo>
                    <a:pt x="6731471" y="270125"/>
                  </a:lnTo>
                  <a:lnTo>
                    <a:pt x="6731597" y="270125"/>
                  </a:lnTo>
                  <a:lnTo>
                    <a:pt x="6731723" y="270125"/>
                  </a:lnTo>
                  <a:lnTo>
                    <a:pt x="6731850" y="270125"/>
                  </a:lnTo>
                  <a:lnTo>
                    <a:pt x="6731976" y="270125"/>
                  </a:lnTo>
                  <a:lnTo>
                    <a:pt x="6732102" y="270125"/>
                  </a:lnTo>
                  <a:lnTo>
                    <a:pt x="6732229" y="270125"/>
                  </a:lnTo>
                  <a:lnTo>
                    <a:pt x="6732355" y="270125"/>
                  </a:lnTo>
                  <a:lnTo>
                    <a:pt x="6732481" y="270125"/>
                  </a:lnTo>
                  <a:lnTo>
                    <a:pt x="6732607" y="270125"/>
                  </a:lnTo>
                  <a:lnTo>
                    <a:pt x="6732734" y="270125"/>
                  </a:lnTo>
                  <a:lnTo>
                    <a:pt x="6732860" y="270125"/>
                  </a:lnTo>
                  <a:lnTo>
                    <a:pt x="6732986" y="270125"/>
                  </a:lnTo>
                  <a:lnTo>
                    <a:pt x="6733112" y="270125"/>
                  </a:lnTo>
                  <a:lnTo>
                    <a:pt x="6733239" y="270125"/>
                  </a:lnTo>
                  <a:lnTo>
                    <a:pt x="6733365" y="270125"/>
                  </a:lnTo>
                  <a:lnTo>
                    <a:pt x="6733491" y="270125"/>
                  </a:lnTo>
                  <a:lnTo>
                    <a:pt x="6733617" y="270125"/>
                  </a:lnTo>
                  <a:lnTo>
                    <a:pt x="6733744" y="270125"/>
                  </a:lnTo>
                  <a:lnTo>
                    <a:pt x="6733870" y="270125"/>
                  </a:lnTo>
                  <a:lnTo>
                    <a:pt x="6733996" y="270125"/>
                  </a:lnTo>
                  <a:lnTo>
                    <a:pt x="6734122" y="270125"/>
                  </a:lnTo>
                  <a:lnTo>
                    <a:pt x="6734249" y="270125"/>
                  </a:lnTo>
                  <a:lnTo>
                    <a:pt x="6734375" y="270125"/>
                  </a:lnTo>
                  <a:lnTo>
                    <a:pt x="6734501" y="270125"/>
                  </a:lnTo>
                  <a:lnTo>
                    <a:pt x="6734627" y="270125"/>
                  </a:lnTo>
                  <a:lnTo>
                    <a:pt x="6734754" y="270125"/>
                  </a:lnTo>
                  <a:lnTo>
                    <a:pt x="6734880" y="270125"/>
                  </a:lnTo>
                  <a:lnTo>
                    <a:pt x="6735006" y="270125"/>
                  </a:lnTo>
                  <a:lnTo>
                    <a:pt x="6735132" y="270125"/>
                  </a:lnTo>
                  <a:lnTo>
                    <a:pt x="6735259" y="270125"/>
                  </a:lnTo>
                  <a:lnTo>
                    <a:pt x="6735385" y="270125"/>
                  </a:lnTo>
                  <a:lnTo>
                    <a:pt x="6735511" y="270125"/>
                  </a:lnTo>
                  <a:lnTo>
                    <a:pt x="6735637" y="270125"/>
                  </a:lnTo>
                  <a:lnTo>
                    <a:pt x="6735764" y="270125"/>
                  </a:lnTo>
                  <a:lnTo>
                    <a:pt x="6735890" y="270125"/>
                  </a:lnTo>
                  <a:lnTo>
                    <a:pt x="6736016" y="270125"/>
                  </a:lnTo>
                  <a:lnTo>
                    <a:pt x="6736142" y="270125"/>
                  </a:lnTo>
                  <a:lnTo>
                    <a:pt x="6736269" y="270125"/>
                  </a:lnTo>
                  <a:lnTo>
                    <a:pt x="6736395" y="270125"/>
                  </a:lnTo>
                  <a:lnTo>
                    <a:pt x="6736521" y="270125"/>
                  </a:lnTo>
                  <a:lnTo>
                    <a:pt x="6736647" y="270125"/>
                  </a:lnTo>
                  <a:lnTo>
                    <a:pt x="6736774" y="270125"/>
                  </a:lnTo>
                  <a:lnTo>
                    <a:pt x="6736900" y="270125"/>
                  </a:lnTo>
                  <a:lnTo>
                    <a:pt x="6737026" y="270125"/>
                  </a:lnTo>
                  <a:lnTo>
                    <a:pt x="6737153" y="270125"/>
                  </a:lnTo>
                  <a:lnTo>
                    <a:pt x="6737279" y="270125"/>
                  </a:lnTo>
                  <a:lnTo>
                    <a:pt x="6737405" y="270125"/>
                  </a:lnTo>
                  <a:lnTo>
                    <a:pt x="6737531" y="270125"/>
                  </a:lnTo>
                  <a:lnTo>
                    <a:pt x="6737658" y="270125"/>
                  </a:lnTo>
                  <a:lnTo>
                    <a:pt x="6737784" y="270125"/>
                  </a:lnTo>
                  <a:lnTo>
                    <a:pt x="6737910" y="270125"/>
                  </a:lnTo>
                  <a:lnTo>
                    <a:pt x="6738036" y="270125"/>
                  </a:lnTo>
                  <a:lnTo>
                    <a:pt x="6738163" y="270125"/>
                  </a:lnTo>
                  <a:lnTo>
                    <a:pt x="6738289" y="270125"/>
                  </a:lnTo>
                  <a:lnTo>
                    <a:pt x="6738415" y="270125"/>
                  </a:lnTo>
                  <a:lnTo>
                    <a:pt x="6738541" y="270125"/>
                  </a:lnTo>
                  <a:lnTo>
                    <a:pt x="6738668" y="270125"/>
                  </a:lnTo>
                  <a:lnTo>
                    <a:pt x="6738794" y="270125"/>
                  </a:lnTo>
                  <a:lnTo>
                    <a:pt x="6738920" y="270125"/>
                  </a:lnTo>
                  <a:lnTo>
                    <a:pt x="6739046" y="270125"/>
                  </a:lnTo>
                  <a:lnTo>
                    <a:pt x="6739173" y="270125"/>
                  </a:lnTo>
                  <a:lnTo>
                    <a:pt x="6739299" y="270125"/>
                  </a:lnTo>
                  <a:lnTo>
                    <a:pt x="6739425" y="270125"/>
                  </a:lnTo>
                  <a:lnTo>
                    <a:pt x="6739551" y="270125"/>
                  </a:lnTo>
                  <a:lnTo>
                    <a:pt x="6739678" y="270125"/>
                  </a:lnTo>
                  <a:lnTo>
                    <a:pt x="6739804" y="270125"/>
                  </a:lnTo>
                  <a:lnTo>
                    <a:pt x="6739930" y="270125"/>
                  </a:lnTo>
                  <a:lnTo>
                    <a:pt x="6740056" y="270125"/>
                  </a:lnTo>
                  <a:lnTo>
                    <a:pt x="6740183" y="270125"/>
                  </a:lnTo>
                  <a:lnTo>
                    <a:pt x="6740309" y="270125"/>
                  </a:lnTo>
                  <a:lnTo>
                    <a:pt x="6740435" y="270125"/>
                  </a:lnTo>
                  <a:lnTo>
                    <a:pt x="6740561" y="270125"/>
                  </a:lnTo>
                  <a:lnTo>
                    <a:pt x="6740688" y="270125"/>
                  </a:lnTo>
                  <a:lnTo>
                    <a:pt x="6740814" y="270125"/>
                  </a:lnTo>
                  <a:lnTo>
                    <a:pt x="6740940" y="270125"/>
                  </a:lnTo>
                  <a:lnTo>
                    <a:pt x="6741066" y="270125"/>
                  </a:lnTo>
                  <a:lnTo>
                    <a:pt x="6741193" y="270125"/>
                  </a:lnTo>
                  <a:lnTo>
                    <a:pt x="6741319" y="270125"/>
                  </a:lnTo>
                  <a:lnTo>
                    <a:pt x="6741445" y="270125"/>
                  </a:lnTo>
                  <a:lnTo>
                    <a:pt x="6741571" y="270125"/>
                  </a:lnTo>
                  <a:lnTo>
                    <a:pt x="6741698" y="270125"/>
                  </a:lnTo>
                  <a:lnTo>
                    <a:pt x="6741824" y="270125"/>
                  </a:lnTo>
                  <a:lnTo>
                    <a:pt x="6741950" y="270125"/>
                  </a:lnTo>
                  <a:lnTo>
                    <a:pt x="6742076" y="270125"/>
                  </a:lnTo>
                  <a:lnTo>
                    <a:pt x="6742203" y="270125"/>
                  </a:lnTo>
                  <a:lnTo>
                    <a:pt x="6742329" y="270125"/>
                  </a:lnTo>
                  <a:lnTo>
                    <a:pt x="6742455" y="270125"/>
                  </a:lnTo>
                  <a:lnTo>
                    <a:pt x="6742582" y="270125"/>
                  </a:lnTo>
                  <a:lnTo>
                    <a:pt x="6742708" y="270125"/>
                  </a:lnTo>
                  <a:lnTo>
                    <a:pt x="6742834" y="270125"/>
                  </a:lnTo>
                  <a:lnTo>
                    <a:pt x="6742960" y="270125"/>
                  </a:lnTo>
                  <a:lnTo>
                    <a:pt x="6743087" y="270125"/>
                  </a:lnTo>
                  <a:lnTo>
                    <a:pt x="6743213" y="270125"/>
                  </a:lnTo>
                  <a:lnTo>
                    <a:pt x="6743339" y="270125"/>
                  </a:lnTo>
                  <a:lnTo>
                    <a:pt x="6743465" y="270125"/>
                  </a:lnTo>
                  <a:lnTo>
                    <a:pt x="6743592" y="270125"/>
                  </a:lnTo>
                  <a:lnTo>
                    <a:pt x="6743718" y="270125"/>
                  </a:lnTo>
                  <a:lnTo>
                    <a:pt x="6743844" y="270125"/>
                  </a:lnTo>
                  <a:lnTo>
                    <a:pt x="6743970" y="270125"/>
                  </a:lnTo>
                  <a:lnTo>
                    <a:pt x="6744097" y="270125"/>
                  </a:lnTo>
                  <a:lnTo>
                    <a:pt x="6744223" y="270125"/>
                  </a:lnTo>
                  <a:lnTo>
                    <a:pt x="6744349" y="270125"/>
                  </a:lnTo>
                  <a:lnTo>
                    <a:pt x="6744475" y="270125"/>
                  </a:lnTo>
                  <a:lnTo>
                    <a:pt x="6744602" y="270125"/>
                  </a:lnTo>
                  <a:lnTo>
                    <a:pt x="6744728" y="270125"/>
                  </a:lnTo>
                  <a:lnTo>
                    <a:pt x="6744854" y="270125"/>
                  </a:lnTo>
                  <a:lnTo>
                    <a:pt x="6744980" y="270125"/>
                  </a:lnTo>
                  <a:lnTo>
                    <a:pt x="6745107" y="270125"/>
                  </a:lnTo>
                  <a:lnTo>
                    <a:pt x="6745233" y="270125"/>
                  </a:lnTo>
                  <a:lnTo>
                    <a:pt x="6745359" y="270125"/>
                  </a:lnTo>
                  <a:lnTo>
                    <a:pt x="6745485" y="270125"/>
                  </a:lnTo>
                  <a:lnTo>
                    <a:pt x="6745612" y="270125"/>
                  </a:lnTo>
                  <a:lnTo>
                    <a:pt x="6745738" y="270125"/>
                  </a:lnTo>
                  <a:lnTo>
                    <a:pt x="6745864" y="270125"/>
                  </a:lnTo>
                  <a:lnTo>
                    <a:pt x="6745990" y="270125"/>
                  </a:lnTo>
                  <a:lnTo>
                    <a:pt x="6746117" y="270125"/>
                  </a:lnTo>
                  <a:lnTo>
                    <a:pt x="6746243" y="270125"/>
                  </a:lnTo>
                  <a:lnTo>
                    <a:pt x="6746369" y="270125"/>
                  </a:lnTo>
                  <a:lnTo>
                    <a:pt x="6746495" y="270125"/>
                  </a:lnTo>
                  <a:lnTo>
                    <a:pt x="6746622" y="270125"/>
                  </a:lnTo>
                  <a:lnTo>
                    <a:pt x="6746748" y="270125"/>
                  </a:lnTo>
                  <a:lnTo>
                    <a:pt x="6746874" y="270125"/>
                  </a:lnTo>
                  <a:lnTo>
                    <a:pt x="6747000" y="270125"/>
                  </a:lnTo>
                  <a:lnTo>
                    <a:pt x="6747127" y="270125"/>
                  </a:lnTo>
                  <a:lnTo>
                    <a:pt x="6747253" y="270125"/>
                  </a:lnTo>
                  <a:lnTo>
                    <a:pt x="6747379" y="270125"/>
                  </a:lnTo>
                  <a:lnTo>
                    <a:pt x="6747506" y="270125"/>
                  </a:lnTo>
                  <a:lnTo>
                    <a:pt x="6747632" y="270125"/>
                  </a:lnTo>
                  <a:lnTo>
                    <a:pt x="6747758" y="270125"/>
                  </a:lnTo>
                  <a:lnTo>
                    <a:pt x="6747884" y="270125"/>
                  </a:lnTo>
                  <a:lnTo>
                    <a:pt x="6748011" y="270125"/>
                  </a:lnTo>
                  <a:lnTo>
                    <a:pt x="6748137" y="270125"/>
                  </a:lnTo>
                  <a:lnTo>
                    <a:pt x="6748263" y="270125"/>
                  </a:lnTo>
                  <a:lnTo>
                    <a:pt x="6748389" y="270125"/>
                  </a:lnTo>
                  <a:lnTo>
                    <a:pt x="6748516" y="270125"/>
                  </a:lnTo>
                  <a:lnTo>
                    <a:pt x="6748642" y="270125"/>
                  </a:lnTo>
                  <a:lnTo>
                    <a:pt x="6748768" y="270125"/>
                  </a:lnTo>
                  <a:lnTo>
                    <a:pt x="6748894" y="270125"/>
                  </a:lnTo>
                  <a:lnTo>
                    <a:pt x="6749021" y="270125"/>
                  </a:lnTo>
                  <a:lnTo>
                    <a:pt x="6749147" y="270125"/>
                  </a:lnTo>
                  <a:lnTo>
                    <a:pt x="6749273" y="270125"/>
                  </a:lnTo>
                  <a:lnTo>
                    <a:pt x="6749399" y="270125"/>
                  </a:lnTo>
                  <a:lnTo>
                    <a:pt x="6749526" y="270125"/>
                  </a:lnTo>
                  <a:lnTo>
                    <a:pt x="6749652" y="270125"/>
                  </a:lnTo>
                  <a:lnTo>
                    <a:pt x="6749778" y="270125"/>
                  </a:lnTo>
                  <a:lnTo>
                    <a:pt x="6749904" y="270125"/>
                  </a:lnTo>
                  <a:lnTo>
                    <a:pt x="6750031" y="270125"/>
                  </a:lnTo>
                  <a:lnTo>
                    <a:pt x="6750157" y="270125"/>
                  </a:lnTo>
                  <a:lnTo>
                    <a:pt x="6750283" y="270125"/>
                  </a:lnTo>
                  <a:lnTo>
                    <a:pt x="6750409" y="270125"/>
                  </a:lnTo>
                  <a:lnTo>
                    <a:pt x="6750536" y="270125"/>
                  </a:lnTo>
                  <a:lnTo>
                    <a:pt x="6750662" y="270125"/>
                  </a:lnTo>
                  <a:lnTo>
                    <a:pt x="6750788" y="270125"/>
                  </a:lnTo>
                  <a:lnTo>
                    <a:pt x="6750914" y="270125"/>
                  </a:lnTo>
                  <a:lnTo>
                    <a:pt x="6751041" y="270125"/>
                  </a:lnTo>
                  <a:lnTo>
                    <a:pt x="6751167" y="270125"/>
                  </a:lnTo>
                  <a:lnTo>
                    <a:pt x="6751293" y="270125"/>
                  </a:lnTo>
                  <a:lnTo>
                    <a:pt x="6751419" y="270125"/>
                  </a:lnTo>
                  <a:lnTo>
                    <a:pt x="6751546" y="270125"/>
                  </a:lnTo>
                  <a:lnTo>
                    <a:pt x="6751672" y="270125"/>
                  </a:lnTo>
                  <a:lnTo>
                    <a:pt x="6751798" y="270125"/>
                  </a:lnTo>
                  <a:lnTo>
                    <a:pt x="6751924" y="270125"/>
                  </a:lnTo>
                  <a:lnTo>
                    <a:pt x="6752051" y="270125"/>
                  </a:lnTo>
                  <a:lnTo>
                    <a:pt x="6752177" y="270125"/>
                  </a:lnTo>
                  <a:lnTo>
                    <a:pt x="6752303" y="270125"/>
                  </a:lnTo>
                  <a:lnTo>
                    <a:pt x="6752429" y="270125"/>
                  </a:lnTo>
                  <a:lnTo>
                    <a:pt x="6752556" y="270125"/>
                  </a:lnTo>
                  <a:lnTo>
                    <a:pt x="6752682" y="270125"/>
                  </a:lnTo>
                  <a:lnTo>
                    <a:pt x="6752808" y="270125"/>
                  </a:lnTo>
                  <a:lnTo>
                    <a:pt x="6752935" y="270125"/>
                  </a:lnTo>
                  <a:lnTo>
                    <a:pt x="6753061" y="270125"/>
                  </a:lnTo>
                  <a:lnTo>
                    <a:pt x="6753187" y="270125"/>
                  </a:lnTo>
                  <a:lnTo>
                    <a:pt x="6753313" y="270125"/>
                  </a:lnTo>
                  <a:lnTo>
                    <a:pt x="6753440" y="270125"/>
                  </a:lnTo>
                  <a:lnTo>
                    <a:pt x="6753566" y="270125"/>
                  </a:lnTo>
                  <a:lnTo>
                    <a:pt x="6753692" y="270125"/>
                  </a:lnTo>
                  <a:lnTo>
                    <a:pt x="6753818" y="270125"/>
                  </a:lnTo>
                  <a:lnTo>
                    <a:pt x="6753945" y="270125"/>
                  </a:lnTo>
                  <a:lnTo>
                    <a:pt x="6754071" y="270125"/>
                  </a:lnTo>
                  <a:lnTo>
                    <a:pt x="6754197" y="270125"/>
                  </a:lnTo>
                  <a:lnTo>
                    <a:pt x="6754323" y="270125"/>
                  </a:lnTo>
                  <a:lnTo>
                    <a:pt x="6754450" y="270125"/>
                  </a:lnTo>
                  <a:lnTo>
                    <a:pt x="6754576" y="270125"/>
                  </a:lnTo>
                  <a:lnTo>
                    <a:pt x="6754702" y="270125"/>
                  </a:lnTo>
                  <a:lnTo>
                    <a:pt x="6754828" y="270125"/>
                  </a:lnTo>
                  <a:lnTo>
                    <a:pt x="6754955" y="270125"/>
                  </a:lnTo>
                  <a:lnTo>
                    <a:pt x="6755081" y="270125"/>
                  </a:lnTo>
                  <a:lnTo>
                    <a:pt x="6755207" y="270125"/>
                  </a:lnTo>
                  <a:lnTo>
                    <a:pt x="6755333" y="270125"/>
                  </a:lnTo>
                  <a:lnTo>
                    <a:pt x="6755460" y="270125"/>
                  </a:lnTo>
                  <a:lnTo>
                    <a:pt x="6755586" y="270125"/>
                  </a:lnTo>
                  <a:lnTo>
                    <a:pt x="6755712" y="270125"/>
                  </a:lnTo>
                  <a:lnTo>
                    <a:pt x="6755838" y="270125"/>
                  </a:lnTo>
                  <a:lnTo>
                    <a:pt x="6755965" y="270125"/>
                  </a:lnTo>
                  <a:lnTo>
                    <a:pt x="6756091" y="270125"/>
                  </a:lnTo>
                  <a:lnTo>
                    <a:pt x="6756217" y="270125"/>
                  </a:lnTo>
                  <a:lnTo>
                    <a:pt x="6756343" y="270125"/>
                  </a:lnTo>
                  <a:lnTo>
                    <a:pt x="6756470" y="270125"/>
                  </a:lnTo>
                  <a:lnTo>
                    <a:pt x="6756596" y="270125"/>
                  </a:lnTo>
                  <a:lnTo>
                    <a:pt x="6756722" y="270125"/>
                  </a:lnTo>
                  <a:lnTo>
                    <a:pt x="6756848" y="270125"/>
                  </a:lnTo>
                  <a:lnTo>
                    <a:pt x="6756975" y="270125"/>
                  </a:lnTo>
                  <a:lnTo>
                    <a:pt x="6757101" y="270125"/>
                  </a:lnTo>
                  <a:lnTo>
                    <a:pt x="6757227" y="270125"/>
                  </a:lnTo>
                  <a:lnTo>
                    <a:pt x="6757353" y="270125"/>
                  </a:lnTo>
                  <a:lnTo>
                    <a:pt x="6757480" y="270125"/>
                  </a:lnTo>
                  <a:lnTo>
                    <a:pt x="6757606" y="270125"/>
                  </a:lnTo>
                  <a:lnTo>
                    <a:pt x="6757732" y="270125"/>
                  </a:lnTo>
                  <a:lnTo>
                    <a:pt x="6757859" y="270125"/>
                  </a:lnTo>
                  <a:lnTo>
                    <a:pt x="6757985" y="270125"/>
                  </a:lnTo>
                  <a:lnTo>
                    <a:pt x="6758111" y="270125"/>
                  </a:lnTo>
                  <a:lnTo>
                    <a:pt x="6758237" y="270125"/>
                  </a:lnTo>
                  <a:lnTo>
                    <a:pt x="6758364" y="270125"/>
                  </a:lnTo>
                  <a:lnTo>
                    <a:pt x="6758490" y="270125"/>
                  </a:lnTo>
                  <a:lnTo>
                    <a:pt x="6758616" y="270125"/>
                  </a:lnTo>
                  <a:lnTo>
                    <a:pt x="6758742" y="270125"/>
                  </a:lnTo>
                  <a:lnTo>
                    <a:pt x="6758869" y="270125"/>
                  </a:lnTo>
                  <a:lnTo>
                    <a:pt x="6758995" y="270125"/>
                  </a:lnTo>
                  <a:lnTo>
                    <a:pt x="6759121" y="270125"/>
                  </a:lnTo>
                  <a:lnTo>
                    <a:pt x="6759247" y="270125"/>
                  </a:lnTo>
                  <a:lnTo>
                    <a:pt x="6759374" y="270125"/>
                  </a:lnTo>
                  <a:lnTo>
                    <a:pt x="6759500" y="270125"/>
                  </a:lnTo>
                  <a:lnTo>
                    <a:pt x="6759626" y="270125"/>
                  </a:lnTo>
                  <a:lnTo>
                    <a:pt x="6759752" y="270125"/>
                  </a:lnTo>
                  <a:lnTo>
                    <a:pt x="6759879" y="270125"/>
                  </a:lnTo>
                  <a:lnTo>
                    <a:pt x="6760005" y="270125"/>
                  </a:lnTo>
                  <a:lnTo>
                    <a:pt x="6760131" y="270125"/>
                  </a:lnTo>
                  <a:lnTo>
                    <a:pt x="6760257" y="270125"/>
                  </a:lnTo>
                  <a:lnTo>
                    <a:pt x="6760384" y="270125"/>
                  </a:lnTo>
                  <a:lnTo>
                    <a:pt x="6760510" y="270125"/>
                  </a:lnTo>
                  <a:lnTo>
                    <a:pt x="6760636" y="270125"/>
                  </a:lnTo>
                  <a:lnTo>
                    <a:pt x="6760762" y="270125"/>
                  </a:lnTo>
                  <a:lnTo>
                    <a:pt x="6760889" y="270125"/>
                  </a:lnTo>
                  <a:lnTo>
                    <a:pt x="6761015" y="270125"/>
                  </a:lnTo>
                  <a:lnTo>
                    <a:pt x="6761141" y="270125"/>
                  </a:lnTo>
                  <a:lnTo>
                    <a:pt x="6761267" y="270125"/>
                  </a:lnTo>
                  <a:lnTo>
                    <a:pt x="6761394" y="270125"/>
                  </a:lnTo>
                  <a:lnTo>
                    <a:pt x="6761520" y="270125"/>
                  </a:lnTo>
                  <a:lnTo>
                    <a:pt x="6761646" y="270125"/>
                  </a:lnTo>
                  <a:lnTo>
                    <a:pt x="6761772" y="270125"/>
                  </a:lnTo>
                  <a:lnTo>
                    <a:pt x="6761899" y="270125"/>
                  </a:lnTo>
                  <a:lnTo>
                    <a:pt x="6762025" y="270125"/>
                  </a:lnTo>
                  <a:lnTo>
                    <a:pt x="6762151" y="270125"/>
                  </a:lnTo>
                  <a:lnTo>
                    <a:pt x="6762277" y="270125"/>
                  </a:lnTo>
                  <a:lnTo>
                    <a:pt x="6762404" y="270125"/>
                  </a:lnTo>
                  <a:lnTo>
                    <a:pt x="6762530" y="270125"/>
                  </a:lnTo>
                  <a:lnTo>
                    <a:pt x="6762656" y="270125"/>
                  </a:lnTo>
                  <a:lnTo>
                    <a:pt x="6762782" y="270125"/>
                  </a:lnTo>
                  <a:lnTo>
                    <a:pt x="6762909" y="270125"/>
                  </a:lnTo>
                  <a:lnTo>
                    <a:pt x="6763035" y="270125"/>
                  </a:lnTo>
                  <a:lnTo>
                    <a:pt x="6763161" y="270125"/>
                  </a:lnTo>
                  <a:lnTo>
                    <a:pt x="6763288" y="270125"/>
                  </a:lnTo>
                  <a:lnTo>
                    <a:pt x="6763414" y="270125"/>
                  </a:lnTo>
                  <a:lnTo>
                    <a:pt x="6763540" y="270125"/>
                  </a:lnTo>
                  <a:lnTo>
                    <a:pt x="6763666" y="270125"/>
                  </a:lnTo>
                  <a:lnTo>
                    <a:pt x="6763793" y="270125"/>
                  </a:lnTo>
                  <a:lnTo>
                    <a:pt x="6763919" y="270125"/>
                  </a:lnTo>
                  <a:lnTo>
                    <a:pt x="6764045" y="270125"/>
                  </a:lnTo>
                  <a:lnTo>
                    <a:pt x="6764171" y="270125"/>
                  </a:lnTo>
                  <a:lnTo>
                    <a:pt x="6764298" y="270125"/>
                  </a:lnTo>
                  <a:lnTo>
                    <a:pt x="6764424" y="270125"/>
                  </a:lnTo>
                  <a:lnTo>
                    <a:pt x="6764550" y="270125"/>
                  </a:lnTo>
                  <a:lnTo>
                    <a:pt x="6764676" y="270125"/>
                  </a:lnTo>
                  <a:lnTo>
                    <a:pt x="6764803" y="270125"/>
                  </a:lnTo>
                  <a:lnTo>
                    <a:pt x="6764929" y="270125"/>
                  </a:lnTo>
                  <a:lnTo>
                    <a:pt x="6765055" y="270125"/>
                  </a:lnTo>
                  <a:lnTo>
                    <a:pt x="6765181" y="270125"/>
                  </a:lnTo>
                  <a:lnTo>
                    <a:pt x="6765308" y="270125"/>
                  </a:lnTo>
                  <a:lnTo>
                    <a:pt x="6765434" y="270125"/>
                  </a:lnTo>
                  <a:lnTo>
                    <a:pt x="6765560" y="270125"/>
                  </a:lnTo>
                  <a:lnTo>
                    <a:pt x="6765686" y="270125"/>
                  </a:lnTo>
                  <a:lnTo>
                    <a:pt x="6765813" y="270125"/>
                  </a:lnTo>
                  <a:lnTo>
                    <a:pt x="6765939" y="270125"/>
                  </a:lnTo>
                  <a:lnTo>
                    <a:pt x="6766065" y="270125"/>
                  </a:lnTo>
                  <a:lnTo>
                    <a:pt x="6766191" y="270125"/>
                  </a:lnTo>
                  <a:lnTo>
                    <a:pt x="6766318" y="270125"/>
                  </a:lnTo>
                  <a:lnTo>
                    <a:pt x="6766444" y="270125"/>
                  </a:lnTo>
                  <a:lnTo>
                    <a:pt x="6766570" y="270125"/>
                  </a:lnTo>
                  <a:lnTo>
                    <a:pt x="6766696" y="270125"/>
                  </a:lnTo>
                  <a:lnTo>
                    <a:pt x="6766823" y="270125"/>
                  </a:lnTo>
                  <a:lnTo>
                    <a:pt x="6766949" y="270125"/>
                  </a:lnTo>
                  <a:lnTo>
                    <a:pt x="6767075" y="270125"/>
                  </a:lnTo>
                  <a:lnTo>
                    <a:pt x="6767201" y="270125"/>
                  </a:lnTo>
                  <a:lnTo>
                    <a:pt x="6767328" y="270125"/>
                  </a:lnTo>
                  <a:lnTo>
                    <a:pt x="6767454" y="270125"/>
                  </a:lnTo>
                  <a:lnTo>
                    <a:pt x="6767580" y="270125"/>
                  </a:lnTo>
                  <a:lnTo>
                    <a:pt x="6767706" y="270125"/>
                  </a:lnTo>
                  <a:lnTo>
                    <a:pt x="6767833" y="270125"/>
                  </a:lnTo>
                  <a:lnTo>
                    <a:pt x="6767959" y="270125"/>
                  </a:lnTo>
                  <a:lnTo>
                    <a:pt x="6768085" y="270125"/>
                  </a:lnTo>
                  <a:lnTo>
                    <a:pt x="6768212" y="270125"/>
                  </a:lnTo>
                  <a:lnTo>
                    <a:pt x="6768338" y="270125"/>
                  </a:lnTo>
                  <a:lnTo>
                    <a:pt x="6768464" y="270125"/>
                  </a:lnTo>
                  <a:lnTo>
                    <a:pt x="6768590" y="270125"/>
                  </a:lnTo>
                  <a:lnTo>
                    <a:pt x="6768717" y="270125"/>
                  </a:lnTo>
                  <a:lnTo>
                    <a:pt x="6768843" y="270125"/>
                  </a:lnTo>
                  <a:lnTo>
                    <a:pt x="6768969" y="270125"/>
                  </a:lnTo>
                  <a:lnTo>
                    <a:pt x="6769095" y="270125"/>
                  </a:lnTo>
                  <a:lnTo>
                    <a:pt x="6769222" y="270125"/>
                  </a:lnTo>
                  <a:lnTo>
                    <a:pt x="6769348" y="270125"/>
                  </a:lnTo>
                  <a:lnTo>
                    <a:pt x="6769474" y="270125"/>
                  </a:lnTo>
                  <a:lnTo>
                    <a:pt x="6769600" y="270125"/>
                  </a:lnTo>
                  <a:lnTo>
                    <a:pt x="6769727" y="270125"/>
                  </a:lnTo>
                  <a:lnTo>
                    <a:pt x="6769853" y="270125"/>
                  </a:lnTo>
                  <a:lnTo>
                    <a:pt x="6769979" y="270125"/>
                  </a:lnTo>
                  <a:lnTo>
                    <a:pt x="6770105" y="270125"/>
                  </a:lnTo>
                  <a:lnTo>
                    <a:pt x="6770232" y="270125"/>
                  </a:lnTo>
                  <a:lnTo>
                    <a:pt x="6770358" y="270125"/>
                  </a:lnTo>
                  <a:lnTo>
                    <a:pt x="6770484" y="270125"/>
                  </a:lnTo>
                  <a:lnTo>
                    <a:pt x="6770610" y="270125"/>
                  </a:lnTo>
                  <a:lnTo>
                    <a:pt x="6770737" y="270125"/>
                  </a:lnTo>
                  <a:lnTo>
                    <a:pt x="6770863" y="270125"/>
                  </a:lnTo>
                  <a:lnTo>
                    <a:pt x="6770989" y="270125"/>
                  </a:lnTo>
                  <a:lnTo>
                    <a:pt x="6771115" y="270125"/>
                  </a:lnTo>
                  <a:lnTo>
                    <a:pt x="6771242" y="270125"/>
                  </a:lnTo>
                  <a:lnTo>
                    <a:pt x="6771368" y="270125"/>
                  </a:lnTo>
                  <a:lnTo>
                    <a:pt x="6771494" y="270125"/>
                  </a:lnTo>
                  <a:lnTo>
                    <a:pt x="6771620" y="270125"/>
                  </a:lnTo>
                  <a:lnTo>
                    <a:pt x="6771747" y="270125"/>
                  </a:lnTo>
                  <a:lnTo>
                    <a:pt x="6771873" y="270125"/>
                  </a:lnTo>
                  <a:lnTo>
                    <a:pt x="6771999" y="270125"/>
                  </a:lnTo>
                  <a:lnTo>
                    <a:pt x="6772125" y="270125"/>
                  </a:lnTo>
                  <a:lnTo>
                    <a:pt x="6772252" y="270125"/>
                  </a:lnTo>
                  <a:lnTo>
                    <a:pt x="6772378" y="270125"/>
                  </a:lnTo>
                  <a:lnTo>
                    <a:pt x="6772504" y="270125"/>
                  </a:lnTo>
                  <a:lnTo>
                    <a:pt x="6772630" y="270125"/>
                  </a:lnTo>
                  <a:lnTo>
                    <a:pt x="6772757" y="270125"/>
                  </a:lnTo>
                  <a:lnTo>
                    <a:pt x="6772883" y="270125"/>
                  </a:lnTo>
                  <a:lnTo>
                    <a:pt x="6773009" y="270125"/>
                  </a:lnTo>
                  <a:lnTo>
                    <a:pt x="6773136" y="270125"/>
                  </a:lnTo>
                  <a:lnTo>
                    <a:pt x="6773262" y="270125"/>
                  </a:lnTo>
                  <a:lnTo>
                    <a:pt x="6773388" y="270125"/>
                  </a:lnTo>
                  <a:lnTo>
                    <a:pt x="6773514" y="270125"/>
                  </a:lnTo>
                  <a:lnTo>
                    <a:pt x="6773641" y="270125"/>
                  </a:lnTo>
                  <a:lnTo>
                    <a:pt x="6773767" y="270125"/>
                  </a:lnTo>
                  <a:lnTo>
                    <a:pt x="6773893" y="270125"/>
                  </a:lnTo>
                  <a:lnTo>
                    <a:pt x="6774019" y="270125"/>
                  </a:lnTo>
                  <a:lnTo>
                    <a:pt x="6774146" y="270125"/>
                  </a:lnTo>
                  <a:lnTo>
                    <a:pt x="6774272" y="270125"/>
                  </a:lnTo>
                  <a:lnTo>
                    <a:pt x="6774398" y="270125"/>
                  </a:lnTo>
                  <a:lnTo>
                    <a:pt x="6774524" y="270125"/>
                  </a:lnTo>
                  <a:lnTo>
                    <a:pt x="6774651" y="270125"/>
                  </a:lnTo>
                  <a:lnTo>
                    <a:pt x="6774777" y="270125"/>
                  </a:lnTo>
                  <a:lnTo>
                    <a:pt x="6774903" y="270125"/>
                  </a:lnTo>
                  <a:lnTo>
                    <a:pt x="6775029" y="270125"/>
                  </a:lnTo>
                  <a:lnTo>
                    <a:pt x="6775156" y="270125"/>
                  </a:lnTo>
                  <a:lnTo>
                    <a:pt x="6775282" y="270125"/>
                  </a:lnTo>
                  <a:lnTo>
                    <a:pt x="6775408" y="270125"/>
                  </a:lnTo>
                  <a:lnTo>
                    <a:pt x="6775534" y="270125"/>
                  </a:lnTo>
                  <a:lnTo>
                    <a:pt x="6775661" y="270125"/>
                  </a:lnTo>
                  <a:lnTo>
                    <a:pt x="6775787" y="270125"/>
                  </a:lnTo>
                  <a:lnTo>
                    <a:pt x="6775913" y="270125"/>
                  </a:lnTo>
                  <a:lnTo>
                    <a:pt x="6776039" y="270125"/>
                  </a:lnTo>
                  <a:lnTo>
                    <a:pt x="6776166" y="270125"/>
                  </a:lnTo>
                  <a:lnTo>
                    <a:pt x="6776292" y="270125"/>
                  </a:lnTo>
                  <a:lnTo>
                    <a:pt x="6776418" y="270125"/>
                  </a:lnTo>
                  <a:lnTo>
                    <a:pt x="6776544" y="270125"/>
                  </a:lnTo>
                  <a:lnTo>
                    <a:pt x="6776671" y="270125"/>
                  </a:lnTo>
                  <a:lnTo>
                    <a:pt x="6776797" y="270125"/>
                  </a:lnTo>
                  <a:lnTo>
                    <a:pt x="6776923" y="270125"/>
                  </a:lnTo>
                  <a:lnTo>
                    <a:pt x="6777049" y="270125"/>
                  </a:lnTo>
                  <a:lnTo>
                    <a:pt x="6777176" y="270125"/>
                  </a:lnTo>
                  <a:lnTo>
                    <a:pt x="6777302" y="270125"/>
                  </a:lnTo>
                  <a:lnTo>
                    <a:pt x="6777428" y="270125"/>
                  </a:lnTo>
                  <a:lnTo>
                    <a:pt x="6777554" y="270125"/>
                  </a:lnTo>
                  <a:lnTo>
                    <a:pt x="6777681" y="270125"/>
                  </a:lnTo>
                  <a:lnTo>
                    <a:pt x="6777807" y="270125"/>
                  </a:lnTo>
                  <a:lnTo>
                    <a:pt x="6777933" y="270125"/>
                  </a:lnTo>
                  <a:lnTo>
                    <a:pt x="6778059" y="270125"/>
                  </a:lnTo>
                  <a:lnTo>
                    <a:pt x="6778186" y="270125"/>
                  </a:lnTo>
                  <a:lnTo>
                    <a:pt x="6778312" y="270125"/>
                  </a:lnTo>
                  <a:lnTo>
                    <a:pt x="6778438" y="270125"/>
                  </a:lnTo>
                  <a:lnTo>
                    <a:pt x="6778565" y="270125"/>
                  </a:lnTo>
                  <a:lnTo>
                    <a:pt x="6778691" y="270125"/>
                  </a:lnTo>
                  <a:lnTo>
                    <a:pt x="6778817" y="270125"/>
                  </a:lnTo>
                  <a:lnTo>
                    <a:pt x="6778943" y="270125"/>
                  </a:lnTo>
                  <a:lnTo>
                    <a:pt x="6779070" y="270125"/>
                  </a:lnTo>
                  <a:lnTo>
                    <a:pt x="6779196" y="270125"/>
                  </a:lnTo>
                  <a:lnTo>
                    <a:pt x="6779322" y="270125"/>
                  </a:lnTo>
                  <a:lnTo>
                    <a:pt x="6779448" y="270125"/>
                  </a:lnTo>
                  <a:lnTo>
                    <a:pt x="6779575" y="270125"/>
                  </a:lnTo>
                  <a:lnTo>
                    <a:pt x="6779701" y="270125"/>
                  </a:lnTo>
                  <a:lnTo>
                    <a:pt x="6779827" y="270125"/>
                  </a:lnTo>
                  <a:lnTo>
                    <a:pt x="6779953" y="270125"/>
                  </a:lnTo>
                  <a:lnTo>
                    <a:pt x="6780080" y="270125"/>
                  </a:lnTo>
                  <a:lnTo>
                    <a:pt x="6780206" y="270125"/>
                  </a:lnTo>
                  <a:lnTo>
                    <a:pt x="6780332" y="270125"/>
                  </a:lnTo>
                  <a:lnTo>
                    <a:pt x="6780458" y="270125"/>
                  </a:lnTo>
                  <a:lnTo>
                    <a:pt x="6780585" y="270125"/>
                  </a:lnTo>
                  <a:lnTo>
                    <a:pt x="6780585" y="265214"/>
                  </a:lnTo>
                  <a:lnTo>
                    <a:pt x="6780711" y="265214"/>
                  </a:lnTo>
                  <a:lnTo>
                    <a:pt x="6780837" y="265214"/>
                  </a:lnTo>
                  <a:lnTo>
                    <a:pt x="6780963" y="265214"/>
                  </a:lnTo>
                  <a:lnTo>
                    <a:pt x="6781090" y="265214"/>
                  </a:lnTo>
                  <a:lnTo>
                    <a:pt x="6781216" y="265214"/>
                  </a:lnTo>
                  <a:lnTo>
                    <a:pt x="6781342" y="265214"/>
                  </a:lnTo>
                  <a:lnTo>
                    <a:pt x="6781468" y="265214"/>
                  </a:lnTo>
                  <a:lnTo>
                    <a:pt x="6781595" y="265214"/>
                  </a:lnTo>
                  <a:lnTo>
                    <a:pt x="6781721" y="265214"/>
                  </a:lnTo>
                  <a:lnTo>
                    <a:pt x="6781847" y="265214"/>
                  </a:lnTo>
                  <a:lnTo>
                    <a:pt x="6781973" y="265214"/>
                  </a:lnTo>
                  <a:lnTo>
                    <a:pt x="6782100" y="265214"/>
                  </a:lnTo>
                  <a:lnTo>
                    <a:pt x="6782226" y="265214"/>
                  </a:lnTo>
                  <a:lnTo>
                    <a:pt x="6782352" y="265214"/>
                  </a:lnTo>
                  <a:lnTo>
                    <a:pt x="6782478" y="265214"/>
                  </a:lnTo>
                  <a:lnTo>
                    <a:pt x="6782605" y="265214"/>
                  </a:lnTo>
                  <a:lnTo>
                    <a:pt x="6782731" y="265214"/>
                  </a:lnTo>
                  <a:lnTo>
                    <a:pt x="6782857" y="265214"/>
                  </a:lnTo>
                  <a:lnTo>
                    <a:pt x="6782983" y="265214"/>
                  </a:lnTo>
                  <a:lnTo>
                    <a:pt x="6783110" y="265214"/>
                  </a:lnTo>
                  <a:lnTo>
                    <a:pt x="6783236" y="265214"/>
                  </a:lnTo>
                  <a:lnTo>
                    <a:pt x="6783362" y="265214"/>
                  </a:lnTo>
                  <a:lnTo>
                    <a:pt x="6783489" y="265214"/>
                  </a:lnTo>
                  <a:lnTo>
                    <a:pt x="6783615" y="265214"/>
                  </a:lnTo>
                  <a:lnTo>
                    <a:pt x="6783741" y="265214"/>
                  </a:lnTo>
                  <a:lnTo>
                    <a:pt x="6783867" y="265214"/>
                  </a:lnTo>
                  <a:lnTo>
                    <a:pt x="6783994" y="265214"/>
                  </a:lnTo>
                  <a:lnTo>
                    <a:pt x="6784120" y="265214"/>
                  </a:lnTo>
                  <a:lnTo>
                    <a:pt x="6784246" y="265214"/>
                  </a:lnTo>
                  <a:lnTo>
                    <a:pt x="6784372" y="265214"/>
                  </a:lnTo>
                  <a:lnTo>
                    <a:pt x="6784499" y="265214"/>
                  </a:lnTo>
                  <a:lnTo>
                    <a:pt x="6784625" y="265214"/>
                  </a:lnTo>
                  <a:lnTo>
                    <a:pt x="6784751" y="265214"/>
                  </a:lnTo>
                  <a:lnTo>
                    <a:pt x="6784877" y="265214"/>
                  </a:lnTo>
                  <a:lnTo>
                    <a:pt x="6785004" y="265214"/>
                  </a:lnTo>
                  <a:lnTo>
                    <a:pt x="6785130" y="265214"/>
                  </a:lnTo>
                  <a:lnTo>
                    <a:pt x="6785256" y="265214"/>
                  </a:lnTo>
                  <a:lnTo>
                    <a:pt x="6785382" y="265214"/>
                  </a:lnTo>
                  <a:lnTo>
                    <a:pt x="6785509" y="265214"/>
                  </a:lnTo>
                  <a:lnTo>
                    <a:pt x="6785635" y="265214"/>
                  </a:lnTo>
                  <a:lnTo>
                    <a:pt x="6785761" y="265214"/>
                  </a:lnTo>
                  <a:lnTo>
                    <a:pt x="6785887" y="265214"/>
                  </a:lnTo>
                  <a:lnTo>
                    <a:pt x="6786014" y="265214"/>
                  </a:lnTo>
                  <a:lnTo>
                    <a:pt x="6786140" y="265214"/>
                  </a:lnTo>
                  <a:lnTo>
                    <a:pt x="6786266" y="265214"/>
                  </a:lnTo>
                  <a:lnTo>
                    <a:pt x="6786392" y="265214"/>
                  </a:lnTo>
                  <a:lnTo>
                    <a:pt x="6786519" y="265214"/>
                  </a:lnTo>
                  <a:lnTo>
                    <a:pt x="6786519" y="260302"/>
                  </a:lnTo>
                  <a:lnTo>
                    <a:pt x="6786645" y="260302"/>
                  </a:lnTo>
                  <a:lnTo>
                    <a:pt x="6786771" y="260302"/>
                  </a:lnTo>
                  <a:lnTo>
                    <a:pt x="6786897" y="260302"/>
                  </a:lnTo>
                  <a:lnTo>
                    <a:pt x="6787024" y="260302"/>
                  </a:lnTo>
                  <a:lnTo>
                    <a:pt x="6787150" y="260302"/>
                  </a:lnTo>
                  <a:lnTo>
                    <a:pt x="6787276" y="260302"/>
                  </a:lnTo>
                  <a:lnTo>
                    <a:pt x="6787402" y="260302"/>
                  </a:lnTo>
                  <a:lnTo>
                    <a:pt x="6787529" y="260302"/>
                  </a:lnTo>
                  <a:lnTo>
                    <a:pt x="6787655" y="260302"/>
                  </a:lnTo>
                  <a:lnTo>
                    <a:pt x="6787781" y="260302"/>
                  </a:lnTo>
                  <a:lnTo>
                    <a:pt x="6787907" y="260302"/>
                  </a:lnTo>
                  <a:lnTo>
                    <a:pt x="6788034" y="260302"/>
                  </a:lnTo>
                  <a:lnTo>
                    <a:pt x="6788160" y="260302"/>
                  </a:lnTo>
                  <a:lnTo>
                    <a:pt x="6788286" y="260302"/>
                  </a:lnTo>
                  <a:lnTo>
                    <a:pt x="6788412" y="260302"/>
                  </a:lnTo>
                  <a:lnTo>
                    <a:pt x="6788539" y="260302"/>
                  </a:lnTo>
                  <a:lnTo>
                    <a:pt x="6788665" y="260302"/>
                  </a:lnTo>
                  <a:lnTo>
                    <a:pt x="6788791" y="260302"/>
                  </a:lnTo>
                  <a:lnTo>
                    <a:pt x="6788918" y="260302"/>
                  </a:lnTo>
                  <a:lnTo>
                    <a:pt x="6789044" y="260302"/>
                  </a:lnTo>
                  <a:lnTo>
                    <a:pt x="6789170" y="260302"/>
                  </a:lnTo>
                  <a:lnTo>
                    <a:pt x="6789296" y="260302"/>
                  </a:lnTo>
                  <a:lnTo>
                    <a:pt x="6789423" y="260302"/>
                  </a:lnTo>
                  <a:lnTo>
                    <a:pt x="6789549" y="260302"/>
                  </a:lnTo>
                  <a:lnTo>
                    <a:pt x="6789675" y="260302"/>
                  </a:lnTo>
                  <a:lnTo>
                    <a:pt x="6789801" y="260302"/>
                  </a:lnTo>
                  <a:lnTo>
                    <a:pt x="6789928" y="260302"/>
                  </a:lnTo>
                  <a:lnTo>
                    <a:pt x="6790054" y="260302"/>
                  </a:lnTo>
                  <a:lnTo>
                    <a:pt x="6790180" y="260302"/>
                  </a:lnTo>
                  <a:lnTo>
                    <a:pt x="6790306" y="260302"/>
                  </a:lnTo>
                  <a:lnTo>
                    <a:pt x="6790433" y="260302"/>
                  </a:lnTo>
                  <a:lnTo>
                    <a:pt x="6790559" y="260302"/>
                  </a:lnTo>
                  <a:lnTo>
                    <a:pt x="6790685" y="260302"/>
                  </a:lnTo>
                  <a:lnTo>
                    <a:pt x="6790811" y="260302"/>
                  </a:lnTo>
                  <a:lnTo>
                    <a:pt x="6790938" y="260302"/>
                  </a:lnTo>
                  <a:lnTo>
                    <a:pt x="6791064" y="260302"/>
                  </a:lnTo>
                  <a:lnTo>
                    <a:pt x="6791190" y="260302"/>
                  </a:lnTo>
                  <a:lnTo>
                    <a:pt x="6791316" y="260302"/>
                  </a:lnTo>
                  <a:lnTo>
                    <a:pt x="6791443" y="260302"/>
                  </a:lnTo>
                  <a:lnTo>
                    <a:pt x="6791569" y="260302"/>
                  </a:lnTo>
                  <a:lnTo>
                    <a:pt x="6791695" y="260302"/>
                  </a:lnTo>
                  <a:lnTo>
                    <a:pt x="6791821" y="260302"/>
                  </a:lnTo>
                  <a:lnTo>
                    <a:pt x="6791948" y="260302"/>
                  </a:lnTo>
                  <a:lnTo>
                    <a:pt x="6792074" y="260302"/>
                  </a:lnTo>
                  <a:lnTo>
                    <a:pt x="6792200" y="260302"/>
                  </a:lnTo>
                  <a:lnTo>
                    <a:pt x="6792326" y="260302"/>
                  </a:lnTo>
                  <a:lnTo>
                    <a:pt x="6792453" y="260302"/>
                  </a:lnTo>
                  <a:lnTo>
                    <a:pt x="6792579" y="260302"/>
                  </a:lnTo>
                  <a:lnTo>
                    <a:pt x="6792705" y="260302"/>
                  </a:lnTo>
                  <a:lnTo>
                    <a:pt x="6792831" y="260302"/>
                  </a:lnTo>
                  <a:lnTo>
                    <a:pt x="6792958" y="260302"/>
                  </a:lnTo>
                  <a:lnTo>
                    <a:pt x="6792958" y="255391"/>
                  </a:lnTo>
                  <a:lnTo>
                    <a:pt x="6793084" y="255391"/>
                  </a:lnTo>
                  <a:lnTo>
                    <a:pt x="6793210" y="255391"/>
                  </a:lnTo>
                  <a:lnTo>
                    <a:pt x="6793336" y="255391"/>
                  </a:lnTo>
                  <a:lnTo>
                    <a:pt x="6793463" y="255391"/>
                  </a:lnTo>
                  <a:lnTo>
                    <a:pt x="6793589" y="255391"/>
                  </a:lnTo>
                  <a:lnTo>
                    <a:pt x="6793715" y="255391"/>
                  </a:lnTo>
                  <a:lnTo>
                    <a:pt x="6793842" y="255391"/>
                  </a:lnTo>
                  <a:lnTo>
                    <a:pt x="6793968" y="255391"/>
                  </a:lnTo>
                  <a:lnTo>
                    <a:pt x="6794094" y="255391"/>
                  </a:lnTo>
                  <a:lnTo>
                    <a:pt x="6794220" y="255391"/>
                  </a:lnTo>
                  <a:lnTo>
                    <a:pt x="6794347" y="255391"/>
                  </a:lnTo>
                  <a:lnTo>
                    <a:pt x="6794473" y="255391"/>
                  </a:lnTo>
                  <a:lnTo>
                    <a:pt x="6794599" y="255391"/>
                  </a:lnTo>
                  <a:lnTo>
                    <a:pt x="6794725" y="255391"/>
                  </a:lnTo>
                  <a:lnTo>
                    <a:pt x="6794852" y="255391"/>
                  </a:lnTo>
                  <a:lnTo>
                    <a:pt x="6794978" y="255391"/>
                  </a:lnTo>
                  <a:lnTo>
                    <a:pt x="6795104" y="255391"/>
                  </a:lnTo>
                  <a:lnTo>
                    <a:pt x="6795230" y="255391"/>
                  </a:lnTo>
                  <a:lnTo>
                    <a:pt x="6795357" y="255391"/>
                  </a:lnTo>
                  <a:lnTo>
                    <a:pt x="6795483" y="255391"/>
                  </a:lnTo>
                  <a:lnTo>
                    <a:pt x="6795609" y="255391"/>
                  </a:lnTo>
                  <a:lnTo>
                    <a:pt x="6795735" y="255391"/>
                  </a:lnTo>
                  <a:lnTo>
                    <a:pt x="6795862" y="255391"/>
                  </a:lnTo>
                  <a:lnTo>
                    <a:pt x="6795988" y="255391"/>
                  </a:lnTo>
                  <a:lnTo>
                    <a:pt x="6796114" y="255391"/>
                  </a:lnTo>
                  <a:lnTo>
                    <a:pt x="6796240" y="255391"/>
                  </a:lnTo>
                  <a:lnTo>
                    <a:pt x="6796367" y="255391"/>
                  </a:lnTo>
                  <a:lnTo>
                    <a:pt x="6796493" y="255391"/>
                  </a:lnTo>
                  <a:lnTo>
                    <a:pt x="6796619" y="255391"/>
                  </a:lnTo>
                  <a:lnTo>
                    <a:pt x="6796745" y="255391"/>
                  </a:lnTo>
                  <a:lnTo>
                    <a:pt x="6796872" y="255391"/>
                  </a:lnTo>
                  <a:lnTo>
                    <a:pt x="6796998" y="255391"/>
                  </a:lnTo>
                  <a:lnTo>
                    <a:pt x="6797124" y="255391"/>
                  </a:lnTo>
                  <a:lnTo>
                    <a:pt x="6797250" y="255391"/>
                  </a:lnTo>
                  <a:lnTo>
                    <a:pt x="6797377" y="255391"/>
                  </a:lnTo>
                  <a:lnTo>
                    <a:pt x="6797503" y="255391"/>
                  </a:lnTo>
                  <a:lnTo>
                    <a:pt x="6797629" y="255391"/>
                  </a:lnTo>
                  <a:lnTo>
                    <a:pt x="6797755" y="255391"/>
                  </a:lnTo>
                  <a:lnTo>
                    <a:pt x="6797882" y="255391"/>
                  </a:lnTo>
                  <a:lnTo>
                    <a:pt x="6798008" y="255391"/>
                  </a:lnTo>
                  <a:lnTo>
                    <a:pt x="6798134" y="255391"/>
                  </a:lnTo>
                  <a:lnTo>
                    <a:pt x="6798260" y="255391"/>
                  </a:lnTo>
                  <a:lnTo>
                    <a:pt x="6798387" y="255391"/>
                  </a:lnTo>
                  <a:lnTo>
                    <a:pt x="6798513" y="255391"/>
                  </a:lnTo>
                  <a:lnTo>
                    <a:pt x="6798639" y="255391"/>
                  </a:lnTo>
                  <a:lnTo>
                    <a:pt x="6798765" y="255391"/>
                  </a:lnTo>
                  <a:lnTo>
                    <a:pt x="6798892" y="255391"/>
                  </a:lnTo>
                  <a:lnTo>
                    <a:pt x="6799018" y="255391"/>
                  </a:lnTo>
                  <a:lnTo>
                    <a:pt x="6799144" y="255391"/>
                  </a:lnTo>
                  <a:lnTo>
                    <a:pt x="6799271" y="255391"/>
                  </a:lnTo>
                  <a:lnTo>
                    <a:pt x="6799397" y="255391"/>
                  </a:lnTo>
                  <a:lnTo>
                    <a:pt x="6799523" y="255391"/>
                  </a:lnTo>
                  <a:lnTo>
                    <a:pt x="6799649" y="255391"/>
                  </a:lnTo>
                  <a:lnTo>
                    <a:pt x="6799776" y="255391"/>
                  </a:lnTo>
                  <a:lnTo>
                    <a:pt x="6799902" y="255391"/>
                  </a:lnTo>
                  <a:lnTo>
                    <a:pt x="6800028" y="255391"/>
                  </a:lnTo>
                  <a:lnTo>
                    <a:pt x="6800154" y="255391"/>
                  </a:lnTo>
                  <a:lnTo>
                    <a:pt x="6800281" y="255391"/>
                  </a:lnTo>
                  <a:lnTo>
                    <a:pt x="6800407" y="255391"/>
                  </a:lnTo>
                  <a:lnTo>
                    <a:pt x="6800533" y="255391"/>
                  </a:lnTo>
                  <a:lnTo>
                    <a:pt x="6800659" y="255391"/>
                  </a:lnTo>
                  <a:lnTo>
                    <a:pt x="6800786" y="255391"/>
                  </a:lnTo>
                  <a:lnTo>
                    <a:pt x="6800912" y="255391"/>
                  </a:lnTo>
                  <a:lnTo>
                    <a:pt x="6801038" y="255391"/>
                  </a:lnTo>
                  <a:lnTo>
                    <a:pt x="6801164" y="255391"/>
                  </a:lnTo>
                  <a:lnTo>
                    <a:pt x="6801291" y="255391"/>
                  </a:lnTo>
                  <a:lnTo>
                    <a:pt x="6801417" y="255391"/>
                  </a:lnTo>
                  <a:lnTo>
                    <a:pt x="6801543" y="255391"/>
                  </a:lnTo>
                  <a:lnTo>
                    <a:pt x="6801669" y="255391"/>
                  </a:lnTo>
                  <a:lnTo>
                    <a:pt x="6801796" y="255391"/>
                  </a:lnTo>
                  <a:lnTo>
                    <a:pt x="6801922" y="255391"/>
                  </a:lnTo>
                  <a:lnTo>
                    <a:pt x="6802048" y="255391"/>
                  </a:lnTo>
                  <a:lnTo>
                    <a:pt x="6802174" y="255391"/>
                  </a:lnTo>
                  <a:lnTo>
                    <a:pt x="6802301" y="255391"/>
                  </a:lnTo>
                  <a:lnTo>
                    <a:pt x="6802427" y="255391"/>
                  </a:lnTo>
                  <a:lnTo>
                    <a:pt x="6802553" y="255391"/>
                  </a:lnTo>
                  <a:lnTo>
                    <a:pt x="6802679" y="255391"/>
                  </a:lnTo>
                  <a:lnTo>
                    <a:pt x="6802806" y="255391"/>
                  </a:lnTo>
                  <a:lnTo>
                    <a:pt x="6802932" y="255391"/>
                  </a:lnTo>
                  <a:lnTo>
                    <a:pt x="6803058" y="255391"/>
                  </a:lnTo>
                  <a:lnTo>
                    <a:pt x="6803184" y="255391"/>
                  </a:lnTo>
                  <a:lnTo>
                    <a:pt x="6803311" y="255391"/>
                  </a:lnTo>
                  <a:lnTo>
                    <a:pt x="6803437" y="255391"/>
                  </a:lnTo>
                  <a:lnTo>
                    <a:pt x="6803563" y="255391"/>
                  </a:lnTo>
                  <a:lnTo>
                    <a:pt x="6803689" y="255391"/>
                  </a:lnTo>
                  <a:lnTo>
                    <a:pt x="6803816" y="255391"/>
                  </a:lnTo>
                  <a:lnTo>
                    <a:pt x="6803942" y="255391"/>
                  </a:lnTo>
                  <a:lnTo>
                    <a:pt x="6804068" y="255391"/>
                  </a:lnTo>
                  <a:lnTo>
                    <a:pt x="6804195" y="255391"/>
                  </a:lnTo>
                  <a:lnTo>
                    <a:pt x="6804321" y="255391"/>
                  </a:lnTo>
                  <a:lnTo>
                    <a:pt x="6804447" y="255391"/>
                  </a:lnTo>
                  <a:lnTo>
                    <a:pt x="6804573" y="255391"/>
                  </a:lnTo>
                  <a:lnTo>
                    <a:pt x="6804700" y="255391"/>
                  </a:lnTo>
                  <a:lnTo>
                    <a:pt x="6804826" y="255391"/>
                  </a:lnTo>
                  <a:lnTo>
                    <a:pt x="6804952" y="255391"/>
                  </a:lnTo>
                  <a:lnTo>
                    <a:pt x="6805078" y="255391"/>
                  </a:lnTo>
                  <a:lnTo>
                    <a:pt x="6805205" y="255391"/>
                  </a:lnTo>
                  <a:lnTo>
                    <a:pt x="6805331" y="255391"/>
                  </a:lnTo>
                  <a:lnTo>
                    <a:pt x="6805457" y="255391"/>
                  </a:lnTo>
                  <a:lnTo>
                    <a:pt x="6805583" y="255391"/>
                  </a:lnTo>
                  <a:lnTo>
                    <a:pt x="6805710" y="255391"/>
                  </a:lnTo>
                  <a:lnTo>
                    <a:pt x="6805836" y="255391"/>
                  </a:lnTo>
                  <a:lnTo>
                    <a:pt x="6805962" y="255391"/>
                  </a:lnTo>
                  <a:lnTo>
                    <a:pt x="6806088" y="255391"/>
                  </a:lnTo>
                  <a:lnTo>
                    <a:pt x="6806215" y="255391"/>
                  </a:lnTo>
                  <a:lnTo>
                    <a:pt x="6806341" y="255391"/>
                  </a:lnTo>
                  <a:lnTo>
                    <a:pt x="6806467" y="255391"/>
                  </a:lnTo>
                  <a:lnTo>
                    <a:pt x="6806593" y="255391"/>
                  </a:lnTo>
                  <a:lnTo>
                    <a:pt x="6806720" y="255391"/>
                  </a:lnTo>
                  <a:lnTo>
                    <a:pt x="6806846" y="255391"/>
                  </a:lnTo>
                  <a:lnTo>
                    <a:pt x="6806972" y="255391"/>
                  </a:lnTo>
                  <a:lnTo>
                    <a:pt x="6807098" y="255391"/>
                  </a:lnTo>
                  <a:lnTo>
                    <a:pt x="6807225" y="255391"/>
                  </a:lnTo>
                  <a:lnTo>
                    <a:pt x="6807351" y="255391"/>
                  </a:lnTo>
                  <a:lnTo>
                    <a:pt x="6807477" y="255391"/>
                  </a:lnTo>
                  <a:lnTo>
                    <a:pt x="6807603" y="255391"/>
                  </a:lnTo>
                  <a:lnTo>
                    <a:pt x="6807730" y="255391"/>
                  </a:lnTo>
                  <a:lnTo>
                    <a:pt x="6807856" y="255391"/>
                  </a:lnTo>
                  <a:lnTo>
                    <a:pt x="6807982" y="255391"/>
                  </a:lnTo>
                  <a:lnTo>
                    <a:pt x="6808108" y="255391"/>
                  </a:lnTo>
                  <a:lnTo>
                    <a:pt x="6808235" y="255391"/>
                  </a:lnTo>
                  <a:lnTo>
                    <a:pt x="6808361" y="255391"/>
                  </a:lnTo>
                  <a:lnTo>
                    <a:pt x="6808487" y="255391"/>
                  </a:lnTo>
                  <a:lnTo>
                    <a:pt x="6808613" y="255391"/>
                  </a:lnTo>
                  <a:lnTo>
                    <a:pt x="6808740" y="255391"/>
                  </a:lnTo>
                  <a:lnTo>
                    <a:pt x="6808866" y="255391"/>
                  </a:lnTo>
                  <a:lnTo>
                    <a:pt x="6808992" y="255391"/>
                  </a:lnTo>
                  <a:lnTo>
                    <a:pt x="6809118" y="255391"/>
                  </a:lnTo>
                  <a:lnTo>
                    <a:pt x="6809245" y="255391"/>
                  </a:lnTo>
                  <a:lnTo>
                    <a:pt x="6809371" y="255391"/>
                  </a:lnTo>
                  <a:lnTo>
                    <a:pt x="6809497" y="255391"/>
                  </a:lnTo>
                  <a:lnTo>
                    <a:pt x="6809624" y="255391"/>
                  </a:lnTo>
                  <a:lnTo>
                    <a:pt x="6809750" y="255391"/>
                  </a:lnTo>
                  <a:lnTo>
                    <a:pt x="6809876" y="255391"/>
                  </a:lnTo>
                  <a:lnTo>
                    <a:pt x="6810002" y="255391"/>
                  </a:lnTo>
                  <a:lnTo>
                    <a:pt x="6810129" y="255391"/>
                  </a:lnTo>
                  <a:lnTo>
                    <a:pt x="6810255" y="255391"/>
                  </a:lnTo>
                  <a:lnTo>
                    <a:pt x="6810381" y="255391"/>
                  </a:lnTo>
                  <a:lnTo>
                    <a:pt x="6810507" y="255391"/>
                  </a:lnTo>
                  <a:lnTo>
                    <a:pt x="6810634" y="255391"/>
                  </a:lnTo>
                  <a:lnTo>
                    <a:pt x="6810760" y="255391"/>
                  </a:lnTo>
                  <a:lnTo>
                    <a:pt x="6810886" y="255391"/>
                  </a:lnTo>
                  <a:lnTo>
                    <a:pt x="6811012" y="255391"/>
                  </a:lnTo>
                  <a:lnTo>
                    <a:pt x="6811139" y="255391"/>
                  </a:lnTo>
                  <a:lnTo>
                    <a:pt x="6811265" y="255391"/>
                  </a:lnTo>
                  <a:lnTo>
                    <a:pt x="6811391" y="255391"/>
                  </a:lnTo>
                  <a:lnTo>
                    <a:pt x="6811517" y="255391"/>
                  </a:lnTo>
                  <a:lnTo>
                    <a:pt x="6811644" y="255391"/>
                  </a:lnTo>
                  <a:lnTo>
                    <a:pt x="6811770" y="255391"/>
                  </a:lnTo>
                  <a:lnTo>
                    <a:pt x="6811896" y="255391"/>
                  </a:lnTo>
                  <a:lnTo>
                    <a:pt x="6812022" y="255391"/>
                  </a:lnTo>
                  <a:lnTo>
                    <a:pt x="6812149" y="255391"/>
                  </a:lnTo>
                  <a:lnTo>
                    <a:pt x="6812275" y="255391"/>
                  </a:lnTo>
                  <a:lnTo>
                    <a:pt x="6812401" y="255391"/>
                  </a:lnTo>
                  <a:lnTo>
                    <a:pt x="6812527" y="255391"/>
                  </a:lnTo>
                  <a:lnTo>
                    <a:pt x="6812654" y="255391"/>
                  </a:lnTo>
                  <a:lnTo>
                    <a:pt x="6812780" y="255391"/>
                  </a:lnTo>
                  <a:lnTo>
                    <a:pt x="6812780" y="250480"/>
                  </a:lnTo>
                  <a:lnTo>
                    <a:pt x="6812906" y="250480"/>
                  </a:lnTo>
                  <a:lnTo>
                    <a:pt x="6813032" y="250480"/>
                  </a:lnTo>
                  <a:lnTo>
                    <a:pt x="6813159" y="250480"/>
                  </a:lnTo>
                  <a:lnTo>
                    <a:pt x="6813285" y="250480"/>
                  </a:lnTo>
                  <a:lnTo>
                    <a:pt x="6813411" y="250480"/>
                  </a:lnTo>
                  <a:lnTo>
                    <a:pt x="6813537" y="250480"/>
                  </a:lnTo>
                  <a:lnTo>
                    <a:pt x="6813664" y="250480"/>
                  </a:lnTo>
                  <a:lnTo>
                    <a:pt x="6813790" y="250480"/>
                  </a:lnTo>
                  <a:lnTo>
                    <a:pt x="6813916" y="250480"/>
                  </a:lnTo>
                  <a:lnTo>
                    <a:pt x="6814042" y="250480"/>
                  </a:lnTo>
                  <a:lnTo>
                    <a:pt x="6814169" y="250480"/>
                  </a:lnTo>
                  <a:lnTo>
                    <a:pt x="6814295" y="250480"/>
                  </a:lnTo>
                  <a:lnTo>
                    <a:pt x="6814421" y="250480"/>
                  </a:lnTo>
                  <a:lnTo>
                    <a:pt x="6814548" y="250480"/>
                  </a:lnTo>
                  <a:lnTo>
                    <a:pt x="6814674" y="250480"/>
                  </a:lnTo>
                  <a:lnTo>
                    <a:pt x="6814800" y="250480"/>
                  </a:lnTo>
                  <a:lnTo>
                    <a:pt x="6814926" y="250480"/>
                  </a:lnTo>
                  <a:lnTo>
                    <a:pt x="6815053" y="250480"/>
                  </a:lnTo>
                  <a:lnTo>
                    <a:pt x="6815179" y="250480"/>
                  </a:lnTo>
                  <a:lnTo>
                    <a:pt x="6815305" y="250480"/>
                  </a:lnTo>
                  <a:lnTo>
                    <a:pt x="6815431" y="250480"/>
                  </a:lnTo>
                  <a:lnTo>
                    <a:pt x="6815558" y="250480"/>
                  </a:lnTo>
                  <a:lnTo>
                    <a:pt x="6815684" y="250480"/>
                  </a:lnTo>
                  <a:lnTo>
                    <a:pt x="6815810" y="250480"/>
                  </a:lnTo>
                  <a:lnTo>
                    <a:pt x="6815936" y="250480"/>
                  </a:lnTo>
                  <a:lnTo>
                    <a:pt x="6816063" y="250480"/>
                  </a:lnTo>
                  <a:lnTo>
                    <a:pt x="6816189" y="250480"/>
                  </a:lnTo>
                  <a:lnTo>
                    <a:pt x="6816315" y="250480"/>
                  </a:lnTo>
                  <a:lnTo>
                    <a:pt x="6816441" y="250480"/>
                  </a:lnTo>
                  <a:lnTo>
                    <a:pt x="6816568" y="250480"/>
                  </a:lnTo>
                  <a:lnTo>
                    <a:pt x="6816694" y="250480"/>
                  </a:lnTo>
                  <a:lnTo>
                    <a:pt x="6816820" y="250480"/>
                  </a:lnTo>
                  <a:lnTo>
                    <a:pt x="6816946" y="250480"/>
                  </a:lnTo>
                  <a:lnTo>
                    <a:pt x="6817073" y="250480"/>
                  </a:lnTo>
                  <a:lnTo>
                    <a:pt x="6817199" y="250480"/>
                  </a:lnTo>
                  <a:lnTo>
                    <a:pt x="6817325" y="250480"/>
                  </a:lnTo>
                  <a:lnTo>
                    <a:pt x="6817451" y="250480"/>
                  </a:lnTo>
                  <a:lnTo>
                    <a:pt x="6817578" y="250480"/>
                  </a:lnTo>
                  <a:lnTo>
                    <a:pt x="6817704" y="250480"/>
                  </a:lnTo>
                  <a:lnTo>
                    <a:pt x="6817830" y="250480"/>
                  </a:lnTo>
                  <a:lnTo>
                    <a:pt x="6817956" y="250480"/>
                  </a:lnTo>
                  <a:lnTo>
                    <a:pt x="6818083" y="250480"/>
                  </a:lnTo>
                  <a:lnTo>
                    <a:pt x="6818209" y="250480"/>
                  </a:lnTo>
                  <a:lnTo>
                    <a:pt x="6818335" y="250480"/>
                  </a:lnTo>
                  <a:lnTo>
                    <a:pt x="6818461" y="250480"/>
                  </a:lnTo>
                  <a:lnTo>
                    <a:pt x="6818588" y="250480"/>
                  </a:lnTo>
                  <a:lnTo>
                    <a:pt x="6818714" y="250480"/>
                  </a:lnTo>
                  <a:lnTo>
                    <a:pt x="6818840" y="250480"/>
                  </a:lnTo>
                  <a:lnTo>
                    <a:pt x="6818966" y="250480"/>
                  </a:lnTo>
                  <a:lnTo>
                    <a:pt x="6819093" y="250480"/>
                  </a:lnTo>
                  <a:lnTo>
                    <a:pt x="6819219" y="250480"/>
                  </a:lnTo>
                  <a:lnTo>
                    <a:pt x="6819345" y="250480"/>
                  </a:lnTo>
                  <a:lnTo>
                    <a:pt x="6819471" y="250480"/>
                  </a:lnTo>
                  <a:lnTo>
                    <a:pt x="6819598" y="250480"/>
                  </a:lnTo>
                  <a:lnTo>
                    <a:pt x="6819724" y="250480"/>
                  </a:lnTo>
                  <a:lnTo>
                    <a:pt x="6819850" y="250480"/>
                  </a:lnTo>
                  <a:lnTo>
                    <a:pt x="6819977" y="250480"/>
                  </a:lnTo>
                  <a:lnTo>
                    <a:pt x="6820103" y="250480"/>
                  </a:lnTo>
                  <a:lnTo>
                    <a:pt x="6820229" y="250480"/>
                  </a:lnTo>
                  <a:lnTo>
                    <a:pt x="6820355" y="250480"/>
                  </a:lnTo>
                  <a:lnTo>
                    <a:pt x="6820482" y="250480"/>
                  </a:lnTo>
                  <a:lnTo>
                    <a:pt x="6820608" y="250480"/>
                  </a:lnTo>
                  <a:lnTo>
                    <a:pt x="6820734" y="250480"/>
                  </a:lnTo>
                  <a:lnTo>
                    <a:pt x="6820860" y="250480"/>
                  </a:lnTo>
                  <a:lnTo>
                    <a:pt x="6820987" y="250480"/>
                  </a:lnTo>
                  <a:lnTo>
                    <a:pt x="6821113" y="250480"/>
                  </a:lnTo>
                  <a:lnTo>
                    <a:pt x="6821239" y="250480"/>
                  </a:lnTo>
                  <a:lnTo>
                    <a:pt x="6821365" y="250480"/>
                  </a:lnTo>
                  <a:lnTo>
                    <a:pt x="6821492" y="250480"/>
                  </a:lnTo>
                  <a:lnTo>
                    <a:pt x="6821618" y="250480"/>
                  </a:lnTo>
                  <a:lnTo>
                    <a:pt x="6821744" y="250480"/>
                  </a:lnTo>
                  <a:lnTo>
                    <a:pt x="6821870" y="250480"/>
                  </a:lnTo>
                  <a:lnTo>
                    <a:pt x="6821997" y="250480"/>
                  </a:lnTo>
                  <a:lnTo>
                    <a:pt x="6822123" y="250480"/>
                  </a:lnTo>
                  <a:lnTo>
                    <a:pt x="6822249" y="250480"/>
                  </a:lnTo>
                  <a:lnTo>
                    <a:pt x="6822375" y="250480"/>
                  </a:lnTo>
                  <a:lnTo>
                    <a:pt x="6822502" y="250480"/>
                  </a:lnTo>
                  <a:lnTo>
                    <a:pt x="6822628" y="250480"/>
                  </a:lnTo>
                  <a:lnTo>
                    <a:pt x="6822754" y="250480"/>
                  </a:lnTo>
                  <a:lnTo>
                    <a:pt x="6822880" y="250480"/>
                  </a:lnTo>
                  <a:lnTo>
                    <a:pt x="6823007" y="250480"/>
                  </a:lnTo>
                  <a:lnTo>
                    <a:pt x="6823133" y="250480"/>
                  </a:lnTo>
                  <a:lnTo>
                    <a:pt x="6823259" y="250480"/>
                  </a:lnTo>
                  <a:lnTo>
                    <a:pt x="6823385" y="250480"/>
                  </a:lnTo>
                  <a:lnTo>
                    <a:pt x="6823512" y="250480"/>
                  </a:lnTo>
                  <a:lnTo>
                    <a:pt x="6823638" y="250480"/>
                  </a:lnTo>
                  <a:lnTo>
                    <a:pt x="6823764" y="250480"/>
                  </a:lnTo>
                  <a:lnTo>
                    <a:pt x="6823890" y="250480"/>
                  </a:lnTo>
                  <a:lnTo>
                    <a:pt x="6824017" y="250480"/>
                  </a:lnTo>
                  <a:lnTo>
                    <a:pt x="6824143" y="250480"/>
                  </a:lnTo>
                  <a:lnTo>
                    <a:pt x="6824269" y="250480"/>
                  </a:lnTo>
                  <a:lnTo>
                    <a:pt x="6824395" y="250480"/>
                  </a:lnTo>
                  <a:lnTo>
                    <a:pt x="6824522" y="250480"/>
                  </a:lnTo>
                  <a:lnTo>
                    <a:pt x="6824648" y="250480"/>
                  </a:lnTo>
                  <a:lnTo>
                    <a:pt x="6824774" y="250480"/>
                  </a:lnTo>
                  <a:lnTo>
                    <a:pt x="6824901" y="250480"/>
                  </a:lnTo>
                  <a:lnTo>
                    <a:pt x="6825027" y="250480"/>
                  </a:lnTo>
                  <a:lnTo>
                    <a:pt x="6825027" y="245568"/>
                  </a:lnTo>
                  <a:lnTo>
                    <a:pt x="6825153" y="245568"/>
                  </a:lnTo>
                  <a:lnTo>
                    <a:pt x="6825279" y="245568"/>
                  </a:lnTo>
                  <a:lnTo>
                    <a:pt x="6825406" y="245568"/>
                  </a:lnTo>
                  <a:lnTo>
                    <a:pt x="6825532" y="245568"/>
                  </a:lnTo>
                  <a:lnTo>
                    <a:pt x="6825658" y="245568"/>
                  </a:lnTo>
                  <a:lnTo>
                    <a:pt x="6825784" y="245568"/>
                  </a:lnTo>
                  <a:lnTo>
                    <a:pt x="6825911" y="245568"/>
                  </a:lnTo>
                  <a:lnTo>
                    <a:pt x="6826037" y="245568"/>
                  </a:lnTo>
                  <a:lnTo>
                    <a:pt x="6826163" y="245568"/>
                  </a:lnTo>
                  <a:lnTo>
                    <a:pt x="6826289" y="245568"/>
                  </a:lnTo>
                  <a:lnTo>
                    <a:pt x="6826416" y="245568"/>
                  </a:lnTo>
                  <a:lnTo>
                    <a:pt x="6826542" y="245568"/>
                  </a:lnTo>
                  <a:lnTo>
                    <a:pt x="6826668" y="245568"/>
                  </a:lnTo>
                  <a:lnTo>
                    <a:pt x="6826794" y="245568"/>
                  </a:lnTo>
                  <a:lnTo>
                    <a:pt x="6826921" y="245568"/>
                  </a:lnTo>
                  <a:lnTo>
                    <a:pt x="6827047" y="245568"/>
                  </a:lnTo>
                  <a:lnTo>
                    <a:pt x="6827173" y="245568"/>
                  </a:lnTo>
                  <a:lnTo>
                    <a:pt x="6827299" y="245568"/>
                  </a:lnTo>
                  <a:lnTo>
                    <a:pt x="6827426" y="245568"/>
                  </a:lnTo>
                  <a:lnTo>
                    <a:pt x="6827552" y="245568"/>
                  </a:lnTo>
                  <a:lnTo>
                    <a:pt x="6827552" y="240657"/>
                  </a:lnTo>
                  <a:lnTo>
                    <a:pt x="6827678" y="240657"/>
                  </a:lnTo>
                  <a:lnTo>
                    <a:pt x="6827804" y="240657"/>
                  </a:lnTo>
                  <a:lnTo>
                    <a:pt x="6827931" y="240657"/>
                  </a:lnTo>
                  <a:lnTo>
                    <a:pt x="6828057" y="240657"/>
                  </a:lnTo>
                  <a:lnTo>
                    <a:pt x="6828183" y="240657"/>
                  </a:lnTo>
                  <a:lnTo>
                    <a:pt x="6828309" y="240657"/>
                  </a:lnTo>
                  <a:lnTo>
                    <a:pt x="6828436" y="240657"/>
                  </a:lnTo>
                  <a:lnTo>
                    <a:pt x="6828562" y="240657"/>
                  </a:lnTo>
                  <a:lnTo>
                    <a:pt x="6828688" y="240657"/>
                  </a:lnTo>
                  <a:lnTo>
                    <a:pt x="6828814" y="240657"/>
                  </a:lnTo>
                  <a:lnTo>
                    <a:pt x="6828941" y="240657"/>
                  </a:lnTo>
                  <a:lnTo>
                    <a:pt x="6829067" y="240657"/>
                  </a:lnTo>
                  <a:lnTo>
                    <a:pt x="6829193" y="240657"/>
                  </a:lnTo>
                  <a:lnTo>
                    <a:pt x="6829319" y="240657"/>
                  </a:lnTo>
                  <a:lnTo>
                    <a:pt x="6829446" y="240657"/>
                  </a:lnTo>
                  <a:lnTo>
                    <a:pt x="6829572" y="240657"/>
                  </a:lnTo>
                  <a:lnTo>
                    <a:pt x="6829698" y="240657"/>
                  </a:lnTo>
                  <a:lnTo>
                    <a:pt x="6829825" y="240657"/>
                  </a:lnTo>
                  <a:lnTo>
                    <a:pt x="6829951" y="240657"/>
                  </a:lnTo>
                  <a:lnTo>
                    <a:pt x="6830077" y="240657"/>
                  </a:lnTo>
                  <a:lnTo>
                    <a:pt x="6830203" y="240657"/>
                  </a:lnTo>
                  <a:lnTo>
                    <a:pt x="6830330" y="240657"/>
                  </a:lnTo>
                  <a:lnTo>
                    <a:pt x="6830456" y="240657"/>
                  </a:lnTo>
                  <a:lnTo>
                    <a:pt x="6830582" y="240657"/>
                  </a:lnTo>
                  <a:lnTo>
                    <a:pt x="6830708" y="240657"/>
                  </a:lnTo>
                  <a:lnTo>
                    <a:pt x="6830835" y="240657"/>
                  </a:lnTo>
                  <a:lnTo>
                    <a:pt x="6830961" y="240657"/>
                  </a:lnTo>
                  <a:lnTo>
                    <a:pt x="6831087" y="240657"/>
                  </a:lnTo>
                  <a:lnTo>
                    <a:pt x="6831213" y="240657"/>
                  </a:lnTo>
                  <a:lnTo>
                    <a:pt x="6831340" y="240657"/>
                  </a:lnTo>
                  <a:lnTo>
                    <a:pt x="6831466" y="240657"/>
                  </a:lnTo>
                  <a:lnTo>
                    <a:pt x="6831592" y="240657"/>
                  </a:lnTo>
                  <a:lnTo>
                    <a:pt x="6831718" y="240657"/>
                  </a:lnTo>
                  <a:lnTo>
                    <a:pt x="6831845" y="240657"/>
                  </a:lnTo>
                  <a:lnTo>
                    <a:pt x="6831971" y="240657"/>
                  </a:lnTo>
                  <a:lnTo>
                    <a:pt x="6832097" y="240657"/>
                  </a:lnTo>
                  <a:lnTo>
                    <a:pt x="6832223" y="240657"/>
                  </a:lnTo>
                  <a:lnTo>
                    <a:pt x="6832350" y="240657"/>
                  </a:lnTo>
                  <a:lnTo>
                    <a:pt x="6832476" y="240657"/>
                  </a:lnTo>
                  <a:lnTo>
                    <a:pt x="6832602" y="240657"/>
                  </a:lnTo>
                  <a:lnTo>
                    <a:pt x="6832728" y="240657"/>
                  </a:lnTo>
                  <a:lnTo>
                    <a:pt x="6832855" y="240657"/>
                  </a:lnTo>
                  <a:lnTo>
                    <a:pt x="6832981" y="240657"/>
                  </a:lnTo>
                  <a:lnTo>
                    <a:pt x="6833107" y="240657"/>
                  </a:lnTo>
                  <a:lnTo>
                    <a:pt x="6833233" y="240657"/>
                  </a:lnTo>
                  <a:lnTo>
                    <a:pt x="6833360" y="240657"/>
                  </a:lnTo>
                  <a:lnTo>
                    <a:pt x="6833486" y="240657"/>
                  </a:lnTo>
                  <a:lnTo>
                    <a:pt x="6833612" y="240657"/>
                  </a:lnTo>
                  <a:lnTo>
                    <a:pt x="6833738" y="240657"/>
                  </a:lnTo>
                  <a:lnTo>
                    <a:pt x="6833865" y="240657"/>
                  </a:lnTo>
                  <a:lnTo>
                    <a:pt x="6833991" y="240657"/>
                  </a:lnTo>
                  <a:lnTo>
                    <a:pt x="6834117" y="240657"/>
                  </a:lnTo>
                  <a:lnTo>
                    <a:pt x="6834243" y="240657"/>
                  </a:lnTo>
                  <a:lnTo>
                    <a:pt x="6834370" y="240657"/>
                  </a:lnTo>
                  <a:lnTo>
                    <a:pt x="6834496" y="240657"/>
                  </a:lnTo>
                  <a:lnTo>
                    <a:pt x="6834622" y="240657"/>
                  </a:lnTo>
                  <a:lnTo>
                    <a:pt x="6834748" y="240657"/>
                  </a:lnTo>
                  <a:lnTo>
                    <a:pt x="6834875" y="240657"/>
                  </a:lnTo>
                  <a:lnTo>
                    <a:pt x="6835001" y="240657"/>
                  </a:lnTo>
                  <a:lnTo>
                    <a:pt x="6835127" y="240657"/>
                  </a:lnTo>
                  <a:lnTo>
                    <a:pt x="6835254" y="240657"/>
                  </a:lnTo>
                  <a:lnTo>
                    <a:pt x="6835380" y="240657"/>
                  </a:lnTo>
                  <a:lnTo>
                    <a:pt x="6835506" y="240657"/>
                  </a:lnTo>
                  <a:lnTo>
                    <a:pt x="6835632" y="240657"/>
                  </a:lnTo>
                  <a:lnTo>
                    <a:pt x="6835759" y="240657"/>
                  </a:lnTo>
                  <a:lnTo>
                    <a:pt x="6835885" y="240657"/>
                  </a:lnTo>
                  <a:lnTo>
                    <a:pt x="6836011" y="240657"/>
                  </a:lnTo>
                  <a:lnTo>
                    <a:pt x="6836137" y="240657"/>
                  </a:lnTo>
                  <a:lnTo>
                    <a:pt x="6836264" y="240657"/>
                  </a:lnTo>
                  <a:lnTo>
                    <a:pt x="6836390" y="240657"/>
                  </a:lnTo>
                  <a:lnTo>
                    <a:pt x="6836516" y="240657"/>
                  </a:lnTo>
                  <a:lnTo>
                    <a:pt x="6836642" y="240657"/>
                  </a:lnTo>
                  <a:lnTo>
                    <a:pt x="6836769" y="240657"/>
                  </a:lnTo>
                  <a:lnTo>
                    <a:pt x="6836895" y="240657"/>
                  </a:lnTo>
                  <a:lnTo>
                    <a:pt x="6837021" y="240657"/>
                  </a:lnTo>
                  <a:lnTo>
                    <a:pt x="6837147" y="240657"/>
                  </a:lnTo>
                  <a:lnTo>
                    <a:pt x="6837274" y="240657"/>
                  </a:lnTo>
                  <a:lnTo>
                    <a:pt x="6837400" y="240657"/>
                  </a:lnTo>
                  <a:lnTo>
                    <a:pt x="6837526" y="240657"/>
                  </a:lnTo>
                  <a:lnTo>
                    <a:pt x="6837652" y="240657"/>
                  </a:lnTo>
                  <a:lnTo>
                    <a:pt x="6837779" y="240657"/>
                  </a:lnTo>
                  <a:lnTo>
                    <a:pt x="6837905" y="240657"/>
                  </a:lnTo>
                  <a:lnTo>
                    <a:pt x="6838031" y="240657"/>
                  </a:lnTo>
                  <a:lnTo>
                    <a:pt x="6838157" y="240657"/>
                  </a:lnTo>
                  <a:lnTo>
                    <a:pt x="6838284" y="240657"/>
                  </a:lnTo>
                  <a:lnTo>
                    <a:pt x="6838410" y="240657"/>
                  </a:lnTo>
                  <a:lnTo>
                    <a:pt x="6838536" y="240657"/>
                  </a:lnTo>
                  <a:lnTo>
                    <a:pt x="6838662" y="240657"/>
                  </a:lnTo>
                  <a:lnTo>
                    <a:pt x="6838789" y="240657"/>
                  </a:lnTo>
                  <a:lnTo>
                    <a:pt x="6838915" y="240657"/>
                  </a:lnTo>
                  <a:lnTo>
                    <a:pt x="6839041" y="240657"/>
                  </a:lnTo>
                  <a:lnTo>
                    <a:pt x="6839167" y="240657"/>
                  </a:lnTo>
                  <a:lnTo>
                    <a:pt x="6839294" y="240657"/>
                  </a:lnTo>
                  <a:lnTo>
                    <a:pt x="6839420" y="240657"/>
                  </a:lnTo>
                  <a:lnTo>
                    <a:pt x="6839546" y="240657"/>
                  </a:lnTo>
                  <a:lnTo>
                    <a:pt x="6839672" y="240657"/>
                  </a:lnTo>
                  <a:lnTo>
                    <a:pt x="6839799" y="240657"/>
                  </a:lnTo>
                  <a:lnTo>
                    <a:pt x="6839925" y="240657"/>
                  </a:lnTo>
                  <a:lnTo>
                    <a:pt x="6840051" y="240657"/>
                  </a:lnTo>
                  <a:lnTo>
                    <a:pt x="6840178" y="240657"/>
                  </a:lnTo>
                  <a:lnTo>
                    <a:pt x="6840304" y="240657"/>
                  </a:lnTo>
                  <a:lnTo>
                    <a:pt x="6840430" y="240657"/>
                  </a:lnTo>
                  <a:lnTo>
                    <a:pt x="6840556" y="240657"/>
                  </a:lnTo>
                  <a:lnTo>
                    <a:pt x="6840683" y="240657"/>
                  </a:lnTo>
                  <a:lnTo>
                    <a:pt x="6840809" y="240657"/>
                  </a:lnTo>
                  <a:lnTo>
                    <a:pt x="6840935" y="240657"/>
                  </a:lnTo>
                  <a:lnTo>
                    <a:pt x="6841061" y="240657"/>
                  </a:lnTo>
                  <a:lnTo>
                    <a:pt x="6841188" y="240657"/>
                  </a:lnTo>
                  <a:lnTo>
                    <a:pt x="6841314" y="240657"/>
                  </a:lnTo>
                  <a:lnTo>
                    <a:pt x="6841440" y="240657"/>
                  </a:lnTo>
                  <a:lnTo>
                    <a:pt x="6841566" y="240657"/>
                  </a:lnTo>
                  <a:lnTo>
                    <a:pt x="6841693" y="240657"/>
                  </a:lnTo>
                  <a:lnTo>
                    <a:pt x="6841819" y="240657"/>
                  </a:lnTo>
                  <a:lnTo>
                    <a:pt x="6841945" y="240657"/>
                  </a:lnTo>
                  <a:lnTo>
                    <a:pt x="6842071" y="240657"/>
                  </a:lnTo>
                  <a:lnTo>
                    <a:pt x="6842198" y="240657"/>
                  </a:lnTo>
                  <a:lnTo>
                    <a:pt x="6842324" y="240657"/>
                  </a:lnTo>
                  <a:lnTo>
                    <a:pt x="6842450" y="240657"/>
                  </a:lnTo>
                  <a:lnTo>
                    <a:pt x="6842576" y="240657"/>
                  </a:lnTo>
                  <a:lnTo>
                    <a:pt x="6842703" y="240657"/>
                  </a:lnTo>
                  <a:lnTo>
                    <a:pt x="6842829" y="240657"/>
                  </a:lnTo>
                  <a:lnTo>
                    <a:pt x="6842955" y="240657"/>
                  </a:lnTo>
                  <a:lnTo>
                    <a:pt x="6843081" y="240657"/>
                  </a:lnTo>
                  <a:lnTo>
                    <a:pt x="6843208" y="240657"/>
                  </a:lnTo>
                  <a:lnTo>
                    <a:pt x="6843334" y="240657"/>
                  </a:lnTo>
                  <a:lnTo>
                    <a:pt x="6843460" y="240657"/>
                  </a:lnTo>
                  <a:lnTo>
                    <a:pt x="6843586" y="240657"/>
                  </a:lnTo>
                  <a:lnTo>
                    <a:pt x="6843713" y="240657"/>
                  </a:lnTo>
                  <a:lnTo>
                    <a:pt x="6843839" y="240657"/>
                  </a:lnTo>
                  <a:lnTo>
                    <a:pt x="6843965" y="240657"/>
                  </a:lnTo>
                  <a:lnTo>
                    <a:pt x="6844091" y="240657"/>
                  </a:lnTo>
                  <a:lnTo>
                    <a:pt x="6844218" y="240657"/>
                  </a:lnTo>
                  <a:lnTo>
                    <a:pt x="6844344" y="240657"/>
                  </a:lnTo>
                  <a:lnTo>
                    <a:pt x="6844470" y="240657"/>
                  </a:lnTo>
                  <a:lnTo>
                    <a:pt x="6844596" y="240657"/>
                  </a:lnTo>
                  <a:lnTo>
                    <a:pt x="6844723" y="240657"/>
                  </a:lnTo>
                  <a:lnTo>
                    <a:pt x="6844849" y="240657"/>
                  </a:lnTo>
                  <a:lnTo>
                    <a:pt x="6844975" y="240657"/>
                  </a:lnTo>
                  <a:lnTo>
                    <a:pt x="6845101" y="240657"/>
                  </a:lnTo>
                  <a:lnTo>
                    <a:pt x="6845228" y="240657"/>
                  </a:lnTo>
                  <a:lnTo>
                    <a:pt x="6845354" y="240657"/>
                  </a:lnTo>
                  <a:lnTo>
                    <a:pt x="6845480" y="240657"/>
                  </a:lnTo>
                  <a:lnTo>
                    <a:pt x="6845607" y="240657"/>
                  </a:lnTo>
                  <a:lnTo>
                    <a:pt x="6845733" y="240657"/>
                  </a:lnTo>
                  <a:lnTo>
                    <a:pt x="6845859" y="240657"/>
                  </a:lnTo>
                  <a:lnTo>
                    <a:pt x="6845985" y="240657"/>
                  </a:lnTo>
                  <a:lnTo>
                    <a:pt x="6846112" y="240657"/>
                  </a:lnTo>
                  <a:lnTo>
                    <a:pt x="6846238" y="240657"/>
                  </a:lnTo>
                  <a:lnTo>
                    <a:pt x="6846364" y="240657"/>
                  </a:lnTo>
                  <a:lnTo>
                    <a:pt x="6846490" y="240657"/>
                  </a:lnTo>
                  <a:lnTo>
                    <a:pt x="6846617" y="240657"/>
                  </a:lnTo>
                  <a:lnTo>
                    <a:pt x="6846743" y="240657"/>
                  </a:lnTo>
                  <a:lnTo>
                    <a:pt x="6846869" y="240657"/>
                  </a:lnTo>
                  <a:lnTo>
                    <a:pt x="6846995" y="240657"/>
                  </a:lnTo>
                  <a:lnTo>
                    <a:pt x="6847122" y="240657"/>
                  </a:lnTo>
                  <a:lnTo>
                    <a:pt x="6847248" y="240657"/>
                  </a:lnTo>
                  <a:lnTo>
                    <a:pt x="6847374" y="240657"/>
                  </a:lnTo>
                  <a:lnTo>
                    <a:pt x="6847500" y="240657"/>
                  </a:lnTo>
                  <a:lnTo>
                    <a:pt x="6847627" y="240657"/>
                  </a:lnTo>
                  <a:lnTo>
                    <a:pt x="6847753" y="240657"/>
                  </a:lnTo>
                  <a:lnTo>
                    <a:pt x="6847879" y="240657"/>
                  </a:lnTo>
                  <a:lnTo>
                    <a:pt x="6848005" y="240657"/>
                  </a:lnTo>
                  <a:lnTo>
                    <a:pt x="6848132" y="240657"/>
                  </a:lnTo>
                  <a:lnTo>
                    <a:pt x="6848258" y="240657"/>
                  </a:lnTo>
                  <a:lnTo>
                    <a:pt x="6848384" y="240657"/>
                  </a:lnTo>
                  <a:lnTo>
                    <a:pt x="6848510" y="240657"/>
                  </a:lnTo>
                  <a:lnTo>
                    <a:pt x="6848637" y="240657"/>
                  </a:lnTo>
                  <a:lnTo>
                    <a:pt x="6848763" y="240657"/>
                  </a:lnTo>
                  <a:lnTo>
                    <a:pt x="6848889" y="240657"/>
                  </a:lnTo>
                  <a:lnTo>
                    <a:pt x="6849015" y="240657"/>
                  </a:lnTo>
                  <a:lnTo>
                    <a:pt x="6849142" y="240657"/>
                  </a:lnTo>
                  <a:lnTo>
                    <a:pt x="6849268" y="240657"/>
                  </a:lnTo>
                  <a:lnTo>
                    <a:pt x="6849394" y="240657"/>
                  </a:lnTo>
                  <a:lnTo>
                    <a:pt x="6849520" y="240657"/>
                  </a:lnTo>
                  <a:lnTo>
                    <a:pt x="6849647" y="240657"/>
                  </a:lnTo>
                  <a:lnTo>
                    <a:pt x="6849773" y="240657"/>
                  </a:lnTo>
                  <a:lnTo>
                    <a:pt x="6849899" y="240657"/>
                  </a:lnTo>
                  <a:lnTo>
                    <a:pt x="6850025" y="240657"/>
                  </a:lnTo>
                  <a:lnTo>
                    <a:pt x="6850152" y="240657"/>
                  </a:lnTo>
                  <a:lnTo>
                    <a:pt x="6850278" y="240657"/>
                  </a:lnTo>
                  <a:lnTo>
                    <a:pt x="6850404" y="240657"/>
                  </a:lnTo>
                  <a:lnTo>
                    <a:pt x="6850531" y="240657"/>
                  </a:lnTo>
                  <a:lnTo>
                    <a:pt x="6850657" y="240657"/>
                  </a:lnTo>
                  <a:lnTo>
                    <a:pt x="6850783" y="240657"/>
                  </a:lnTo>
                  <a:lnTo>
                    <a:pt x="6850909" y="240657"/>
                  </a:lnTo>
                  <a:lnTo>
                    <a:pt x="6851036" y="240657"/>
                  </a:lnTo>
                  <a:lnTo>
                    <a:pt x="6851162" y="240657"/>
                  </a:lnTo>
                  <a:lnTo>
                    <a:pt x="6851288" y="240657"/>
                  </a:lnTo>
                  <a:lnTo>
                    <a:pt x="6851414" y="240657"/>
                  </a:lnTo>
                  <a:lnTo>
                    <a:pt x="6851541" y="240657"/>
                  </a:lnTo>
                  <a:lnTo>
                    <a:pt x="6851667" y="240657"/>
                  </a:lnTo>
                  <a:lnTo>
                    <a:pt x="6851793" y="240657"/>
                  </a:lnTo>
                  <a:lnTo>
                    <a:pt x="6851919" y="240657"/>
                  </a:lnTo>
                  <a:lnTo>
                    <a:pt x="6852046" y="240657"/>
                  </a:lnTo>
                  <a:lnTo>
                    <a:pt x="6852172" y="240657"/>
                  </a:lnTo>
                  <a:lnTo>
                    <a:pt x="6852298" y="240657"/>
                  </a:lnTo>
                  <a:lnTo>
                    <a:pt x="6852424" y="240657"/>
                  </a:lnTo>
                  <a:lnTo>
                    <a:pt x="6852551" y="240657"/>
                  </a:lnTo>
                  <a:lnTo>
                    <a:pt x="6852677" y="240657"/>
                  </a:lnTo>
                  <a:lnTo>
                    <a:pt x="6852803" y="240657"/>
                  </a:lnTo>
                  <a:lnTo>
                    <a:pt x="6852929" y="240657"/>
                  </a:lnTo>
                  <a:lnTo>
                    <a:pt x="6853056" y="240657"/>
                  </a:lnTo>
                  <a:lnTo>
                    <a:pt x="6853182" y="240657"/>
                  </a:lnTo>
                  <a:lnTo>
                    <a:pt x="6853308" y="240657"/>
                  </a:lnTo>
                  <a:lnTo>
                    <a:pt x="6853434" y="240657"/>
                  </a:lnTo>
                  <a:lnTo>
                    <a:pt x="6853561" y="240657"/>
                  </a:lnTo>
                  <a:lnTo>
                    <a:pt x="6853687" y="240657"/>
                  </a:lnTo>
                  <a:lnTo>
                    <a:pt x="6853813" y="240657"/>
                  </a:lnTo>
                  <a:lnTo>
                    <a:pt x="6853939" y="240657"/>
                  </a:lnTo>
                  <a:lnTo>
                    <a:pt x="6854066" y="240657"/>
                  </a:lnTo>
                  <a:lnTo>
                    <a:pt x="6854192" y="240657"/>
                  </a:lnTo>
                  <a:lnTo>
                    <a:pt x="6854318" y="240657"/>
                  </a:lnTo>
                  <a:lnTo>
                    <a:pt x="6854444" y="240657"/>
                  </a:lnTo>
                  <a:lnTo>
                    <a:pt x="6854571" y="240657"/>
                  </a:lnTo>
                  <a:lnTo>
                    <a:pt x="6854697" y="240657"/>
                  </a:lnTo>
                  <a:lnTo>
                    <a:pt x="6854823" y="240657"/>
                  </a:lnTo>
                  <a:lnTo>
                    <a:pt x="6854949" y="240657"/>
                  </a:lnTo>
                  <a:lnTo>
                    <a:pt x="6855076" y="240657"/>
                  </a:lnTo>
                  <a:lnTo>
                    <a:pt x="6855202" y="240657"/>
                  </a:lnTo>
                  <a:lnTo>
                    <a:pt x="6855328" y="240657"/>
                  </a:lnTo>
                  <a:lnTo>
                    <a:pt x="6855454" y="240657"/>
                  </a:lnTo>
                  <a:lnTo>
                    <a:pt x="6855581" y="240657"/>
                  </a:lnTo>
                  <a:lnTo>
                    <a:pt x="6855707" y="240657"/>
                  </a:lnTo>
                  <a:lnTo>
                    <a:pt x="6855833" y="240657"/>
                  </a:lnTo>
                  <a:lnTo>
                    <a:pt x="6855960" y="240657"/>
                  </a:lnTo>
                  <a:lnTo>
                    <a:pt x="6856086" y="240657"/>
                  </a:lnTo>
                  <a:lnTo>
                    <a:pt x="6856212" y="240657"/>
                  </a:lnTo>
                  <a:lnTo>
                    <a:pt x="6856338" y="240657"/>
                  </a:lnTo>
                  <a:lnTo>
                    <a:pt x="6856465" y="240657"/>
                  </a:lnTo>
                  <a:lnTo>
                    <a:pt x="6856591" y="240657"/>
                  </a:lnTo>
                  <a:lnTo>
                    <a:pt x="6856717" y="240657"/>
                  </a:lnTo>
                  <a:lnTo>
                    <a:pt x="6856843" y="240657"/>
                  </a:lnTo>
                  <a:lnTo>
                    <a:pt x="6856970" y="240657"/>
                  </a:lnTo>
                  <a:lnTo>
                    <a:pt x="6857096" y="240657"/>
                  </a:lnTo>
                  <a:lnTo>
                    <a:pt x="6857222" y="240657"/>
                  </a:lnTo>
                  <a:lnTo>
                    <a:pt x="6857348" y="240657"/>
                  </a:lnTo>
                  <a:lnTo>
                    <a:pt x="6857475" y="240657"/>
                  </a:lnTo>
                  <a:lnTo>
                    <a:pt x="6857601" y="240657"/>
                  </a:lnTo>
                  <a:lnTo>
                    <a:pt x="6857727" y="240657"/>
                  </a:lnTo>
                  <a:lnTo>
                    <a:pt x="6857853" y="240657"/>
                  </a:lnTo>
                  <a:lnTo>
                    <a:pt x="6857980" y="240657"/>
                  </a:lnTo>
                  <a:lnTo>
                    <a:pt x="6858106" y="240657"/>
                  </a:lnTo>
                  <a:lnTo>
                    <a:pt x="6858232" y="240657"/>
                  </a:lnTo>
                  <a:lnTo>
                    <a:pt x="6858358" y="240657"/>
                  </a:lnTo>
                  <a:lnTo>
                    <a:pt x="6858485" y="240657"/>
                  </a:lnTo>
                  <a:lnTo>
                    <a:pt x="6858611" y="240657"/>
                  </a:lnTo>
                  <a:lnTo>
                    <a:pt x="6858737" y="240657"/>
                  </a:lnTo>
                  <a:lnTo>
                    <a:pt x="6858863" y="240657"/>
                  </a:lnTo>
                  <a:lnTo>
                    <a:pt x="6858990" y="240657"/>
                  </a:lnTo>
                  <a:lnTo>
                    <a:pt x="6859116" y="240657"/>
                  </a:lnTo>
                  <a:lnTo>
                    <a:pt x="6859242" y="240657"/>
                  </a:lnTo>
                  <a:lnTo>
                    <a:pt x="6859368" y="240657"/>
                  </a:lnTo>
                  <a:lnTo>
                    <a:pt x="6859495" y="240657"/>
                  </a:lnTo>
                  <a:lnTo>
                    <a:pt x="6859621" y="240657"/>
                  </a:lnTo>
                  <a:lnTo>
                    <a:pt x="6859747" y="240657"/>
                  </a:lnTo>
                  <a:lnTo>
                    <a:pt x="6859873" y="240657"/>
                  </a:lnTo>
                  <a:lnTo>
                    <a:pt x="6860000" y="240657"/>
                  </a:lnTo>
                  <a:lnTo>
                    <a:pt x="6860126" y="240657"/>
                  </a:lnTo>
                  <a:lnTo>
                    <a:pt x="6860252" y="240657"/>
                  </a:lnTo>
                  <a:lnTo>
                    <a:pt x="6860378" y="240657"/>
                  </a:lnTo>
                  <a:lnTo>
                    <a:pt x="6860505" y="240657"/>
                  </a:lnTo>
                  <a:lnTo>
                    <a:pt x="6860631" y="240657"/>
                  </a:lnTo>
                  <a:lnTo>
                    <a:pt x="6860757" y="240657"/>
                  </a:lnTo>
                  <a:lnTo>
                    <a:pt x="6860884" y="240657"/>
                  </a:lnTo>
                  <a:lnTo>
                    <a:pt x="6861010" y="240657"/>
                  </a:lnTo>
                  <a:lnTo>
                    <a:pt x="6861136" y="240657"/>
                  </a:lnTo>
                  <a:lnTo>
                    <a:pt x="6861262" y="240657"/>
                  </a:lnTo>
                  <a:lnTo>
                    <a:pt x="6861389" y="240657"/>
                  </a:lnTo>
                  <a:lnTo>
                    <a:pt x="6861515" y="240657"/>
                  </a:lnTo>
                  <a:lnTo>
                    <a:pt x="6861641" y="240657"/>
                  </a:lnTo>
                  <a:lnTo>
                    <a:pt x="6861767" y="240657"/>
                  </a:lnTo>
                  <a:lnTo>
                    <a:pt x="6861894" y="240657"/>
                  </a:lnTo>
                  <a:lnTo>
                    <a:pt x="6862020" y="240657"/>
                  </a:lnTo>
                  <a:lnTo>
                    <a:pt x="6862146" y="240657"/>
                  </a:lnTo>
                  <a:lnTo>
                    <a:pt x="6862272" y="240657"/>
                  </a:lnTo>
                  <a:lnTo>
                    <a:pt x="6862399" y="240657"/>
                  </a:lnTo>
                  <a:lnTo>
                    <a:pt x="6862525" y="240657"/>
                  </a:lnTo>
                  <a:lnTo>
                    <a:pt x="6862651" y="240657"/>
                  </a:lnTo>
                  <a:lnTo>
                    <a:pt x="6862777" y="240657"/>
                  </a:lnTo>
                  <a:lnTo>
                    <a:pt x="6862904" y="240657"/>
                  </a:lnTo>
                  <a:lnTo>
                    <a:pt x="6863030" y="240657"/>
                  </a:lnTo>
                  <a:lnTo>
                    <a:pt x="6863156" y="240657"/>
                  </a:lnTo>
                  <a:lnTo>
                    <a:pt x="6863282" y="240657"/>
                  </a:lnTo>
                  <a:lnTo>
                    <a:pt x="6863409" y="240657"/>
                  </a:lnTo>
                  <a:lnTo>
                    <a:pt x="6863535" y="240657"/>
                  </a:lnTo>
                  <a:lnTo>
                    <a:pt x="6863661" y="240657"/>
                  </a:lnTo>
                  <a:lnTo>
                    <a:pt x="6863787" y="240657"/>
                  </a:lnTo>
                  <a:lnTo>
                    <a:pt x="6863914" y="240657"/>
                  </a:lnTo>
                  <a:lnTo>
                    <a:pt x="6864040" y="240657"/>
                  </a:lnTo>
                  <a:lnTo>
                    <a:pt x="6864166" y="240657"/>
                  </a:lnTo>
                  <a:lnTo>
                    <a:pt x="6864292" y="240657"/>
                  </a:lnTo>
                  <a:lnTo>
                    <a:pt x="6864419" y="240657"/>
                  </a:lnTo>
                  <a:lnTo>
                    <a:pt x="6864545" y="240657"/>
                  </a:lnTo>
                  <a:lnTo>
                    <a:pt x="6864671" y="240657"/>
                  </a:lnTo>
                  <a:lnTo>
                    <a:pt x="6864797" y="240657"/>
                  </a:lnTo>
                  <a:lnTo>
                    <a:pt x="6864924" y="240657"/>
                  </a:lnTo>
                  <a:lnTo>
                    <a:pt x="6865050" y="240657"/>
                  </a:lnTo>
                  <a:lnTo>
                    <a:pt x="6865176" y="240657"/>
                  </a:lnTo>
                  <a:lnTo>
                    <a:pt x="6865302" y="240657"/>
                  </a:lnTo>
                  <a:lnTo>
                    <a:pt x="6865429" y="240657"/>
                  </a:lnTo>
                  <a:lnTo>
                    <a:pt x="6865555" y="240657"/>
                  </a:lnTo>
                  <a:lnTo>
                    <a:pt x="6865681" y="240657"/>
                  </a:lnTo>
                  <a:lnTo>
                    <a:pt x="6865807" y="240657"/>
                  </a:lnTo>
                  <a:lnTo>
                    <a:pt x="6865934" y="240657"/>
                  </a:lnTo>
                  <a:lnTo>
                    <a:pt x="6866060" y="240657"/>
                  </a:lnTo>
                  <a:lnTo>
                    <a:pt x="6866186" y="240657"/>
                  </a:lnTo>
                  <a:lnTo>
                    <a:pt x="6866313" y="240657"/>
                  </a:lnTo>
                  <a:lnTo>
                    <a:pt x="6866439" y="240657"/>
                  </a:lnTo>
                  <a:lnTo>
                    <a:pt x="6866565" y="240657"/>
                  </a:lnTo>
                  <a:lnTo>
                    <a:pt x="6866691" y="240657"/>
                  </a:lnTo>
                  <a:lnTo>
                    <a:pt x="6866818" y="240657"/>
                  </a:lnTo>
                  <a:lnTo>
                    <a:pt x="6866944" y="240657"/>
                  </a:lnTo>
                  <a:lnTo>
                    <a:pt x="6867070" y="240657"/>
                  </a:lnTo>
                  <a:lnTo>
                    <a:pt x="6867196" y="240657"/>
                  </a:lnTo>
                  <a:lnTo>
                    <a:pt x="6867323" y="240657"/>
                  </a:lnTo>
                  <a:lnTo>
                    <a:pt x="6867449" y="240657"/>
                  </a:lnTo>
                  <a:lnTo>
                    <a:pt x="6867575" y="240657"/>
                  </a:lnTo>
                  <a:lnTo>
                    <a:pt x="6867701" y="240657"/>
                  </a:lnTo>
                  <a:lnTo>
                    <a:pt x="6867828" y="240657"/>
                  </a:lnTo>
                  <a:lnTo>
                    <a:pt x="6867954" y="240657"/>
                  </a:lnTo>
                  <a:lnTo>
                    <a:pt x="6868080" y="240657"/>
                  </a:lnTo>
                  <a:lnTo>
                    <a:pt x="6868206" y="240657"/>
                  </a:lnTo>
                  <a:lnTo>
                    <a:pt x="6868333" y="240657"/>
                  </a:lnTo>
                  <a:lnTo>
                    <a:pt x="6868459" y="240657"/>
                  </a:lnTo>
                  <a:lnTo>
                    <a:pt x="6868585" y="240657"/>
                  </a:lnTo>
                  <a:lnTo>
                    <a:pt x="6868711" y="240657"/>
                  </a:lnTo>
                  <a:lnTo>
                    <a:pt x="6868838" y="240657"/>
                  </a:lnTo>
                  <a:lnTo>
                    <a:pt x="6868964" y="240657"/>
                  </a:lnTo>
                  <a:lnTo>
                    <a:pt x="6869090" y="240657"/>
                  </a:lnTo>
                  <a:lnTo>
                    <a:pt x="6869216" y="240657"/>
                  </a:lnTo>
                  <a:lnTo>
                    <a:pt x="6869343" y="240657"/>
                  </a:lnTo>
                  <a:lnTo>
                    <a:pt x="6869469" y="240657"/>
                  </a:lnTo>
                  <a:lnTo>
                    <a:pt x="6869595" y="240657"/>
                  </a:lnTo>
                  <a:lnTo>
                    <a:pt x="6869721" y="240657"/>
                  </a:lnTo>
                  <a:lnTo>
                    <a:pt x="6869848" y="240657"/>
                  </a:lnTo>
                  <a:lnTo>
                    <a:pt x="6869974" y="240657"/>
                  </a:lnTo>
                  <a:lnTo>
                    <a:pt x="6870100" y="240657"/>
                  </a:lnTo>
                  <a:lnTo>
                    <a:pt x="6870226" y="240657"/>
                  </a:lnTo>
                  <a:lnTo>
                    <a:pt x="6870353" y="240657"/>
                  </a:lnTo>
                  <a:lnTo>
                    <a:pt x="6870479" y="240657"/>
                  </a:lnTo>
                  <a:lnTo>
                    <a:pt x="6870605" y="240657"/>
                  </a:lnTo>
                  <a:lnTo>
                    <a:pt x="6870731" y="240657"/>
                  </a:lnTo>
                  <a:lnTo>
                    <a:pt x="6870858" y="240657"/>
                  </a:lnTo>
                  <a:lnTo>
                    <a:pt x="6870984" y="240657"/>
                  </a:lnTo>
                  <a:lnTo>
                    <a:pt x="6871110" y="240657"/>
                  </a:lnTo>
                  <a:lnTo>
                    <a:pt x="6871237" y="240657"/>
                  </a:lnTo>
                  <a:lnTo>
                    <a:pt x="6871363" y="240657"/>
                  </a:lnTo>
                  <a:lnTo>
                    <a:pt x="6871489" y="240657"/>
                  </a:lnTo>
                  <a:lnTo>
                    <a:pt x="6871615" y="240657"/>
                  </a:lnTo>
                  <a:lnTo>
                    <a:pt x="6871742" y="240657"/>
                  </a:lnTo>
                  <a:lnTo>
                    <a:pt x="6871868" y="240657"/>
                  </a:lnTo>
                  <a:lnTo>
                    <a:pt x="6871994" y="240657"/>
                  </a:lnTo>
                  <a:lnTo>
                    <a:pt x="6872120" y="240657"/>
                  </a:lnTo>
                  <a:lnTo>
                    <a:pt x="6872247" y="240657"/>
                  </a:lnTo>
                  <a:lnTo>
                    <a:pt x="6872373" y="240657"/>
                  </a:lnTo>
                  <a:lnTo>
                    <a:pt x="6872499" y="240657"/>
                  </a:lnTo>
                  <a:lnTo>
                    <a:pt x="6872625" y="240657"/>
                  </a:lnTo>
                  <a:lnTo>
                    <a:pt x="6872752" y="240657"/>
                  </a:lnTo>
                  <a:lnTo>
                    <a:pt x="6872878" y="240657"/>
                  </a:lnTo>
                  <a:lnTo>
                    <a:pt x="6873004" y="240657"/>
                  </a:lnTo>
                  <a:lnTo>
                    <a:pt x="6873130" y="240657"/>
                  </a:lnTo>
                  <a:lnTo>
                    <a:pt x="6873257" y="240657"/>
                  </a:lnTo>
                  <a:lnTo>
                    <a:pt x="6873383" y="240657"/>
                  </a:lnTo>
                  <a:lnTo>
                    <a:pt x="6873509" y="240657"/>
                  </a:lnTo>
                  <a:lnTo>
                    <a:pt x="6873635" y="240657"/>
                  </a:lnTo>
                  <a:lnTo>
                    <a:pt x="6873762" y="240657"/>
                  </a:lnTo>
                  <a:lnTo>
                    <a:pt x="6873888" y="240657"/>
                  </a:lnTo>
                  <a:lnTo>
                    <a:pt x="6874014" y="240657"/>
                  </a:lnTo>
                  <a:lnTo>
                    <a:pt x="6874140" y="240657"/>
                  </a:lnTo>
                  <a:lnTo>
                    <a:pt x="6874267" y="240657"/>
                  </a:lnTo>
                  <a:lnTo>
                    <a:pt x="6874393" y="240657"/>
                  </a:lnTo>
                  <a:lnTo>
                    <a:pt x="6874519" y="240657"/>
                  </a:lnTo>
                  <a:lnTo>
                    <a:pt x="6874645" y="240657"/>
                  </a:lnTo>
                  <a:lnTo>
                    <a:pt x="6874772" y="240657"/>
                  </a:lnTo>
                  <a:lnTo>
                    <a:pt x="6874898" y="240657"/>
                  </a:lnTo>
                  <a:lnTo>
                    <a:pt x="6875024" y="240657"/>
                  </a:lnTo>
                  <a:lnTo>
                    <a:pt x="6875150" y="240657"/>
                  </a:lnTo>
                  <a:lnTo>
                    <a:pt x="6875277" y="240657"/>
                  </a:lnTo>
                  <a:lnTo>
                    <a:pt x="6875403" y="240657"/>
                  </a:lnTo>
                  <a:lnTo>
                    <a:pt x="6875529" y="240657"/>
                  </a:lnTo>
                  <a:lnTo>
                    <a:pt x="6875655" y="240657"/>
                  </a:lnTo>
                  <a:lnTo>
                    <a:pt x="6875782" y="240657"/>
                  </a:lnTo>
                  <a:lnTo>
                    <a:pt x="6875908" y="240657"/>
                  </a:lnTo>
                  <a:lnTo>
                    <a:pt x="6876034" y="240657"/>
                  </a:lnTo>
                  <a:lnTo>
                    <a:pt x="6876160" y="240657"/>
                  </a:lnTo>
                  <a:lnTo>
                    <a:pt x="6876287" y="240657"/>
                  </a:lnTo>
                  <a:lnTo>
                    <a:pt x="6876413" y="240657"/>
                  </a:lnTo>
                  <a:lnTo>
                    <a:pt x="6876539" y="240657"/>
                  </a:lnTo>
                  <a:lnTo>
                    <a:pt x="6876666" y="240657"/>
                  </a:lnTo>
                  <a:lnTo>
                    <a:pt x="6876792" y="240657"/>
                  </a:lnTo>
                  <a:lnTo>
                    <a:pt x="6876918" y="240657"/>
                  </a:lnTo>
                  <a:lnTo>
                    <a:pt x="6877044" y="240657"/>
                  </a:lnTo>
                  <a:lnTo>
                    <a:pt x="6877171" y="240657"/>
                  </a:lnTo>
                  <a:lnTo>
                    <a:pt x="6877297" y="240657"/>
                  </a:lnTo>
                  <a:lnTo>
                    <a:pt x="6877423" y="240657"/>
                  </a:lnTo>
                  <a:lnTo>
                    <a:pt x="6877549" y="240657"/>
                  </a:lnTo>
                  <a:lnTo>
                    <a:pt x="6877676" y="240657"/>
                  </a:lnTo>
                  <a:lnTo>
                    <a:pt x="6877802" y="240657"/>
                  </a:lnTo>
                  <a:lnTo>
                    <a:pt x="6877928" y="240657"/>
                  </a:lnTo>
                  <a:lnTo>
                    <a:pt x="6878054" y="240657"/>
                  </a:lnTo>
                  <a:lnTo>
                    <a:pt x="6878181" y="240657"/>
                  </a:lnTo>
                  <a:lnTo>
                    <a:pt x="6878307" y="240657"/>
                  </a:lnTo>
                  <a:lnTo>
                    <a:pt x="6878433" y="240657"/>
                  </a:lnTo>
                  <a:lnTo>
                    <a:pt x="6878559" y="240657"/>
                  </a:lnTo>
                  <a:lnTo>
                    <a:pt x="6878686" y="240657"/>
                  </a:lnTo>
                  <a:lnTo>
                    <a:pt x="6878812" y="240657"/>
                  </a:lnTo>
                  <a:lnTo>
                    <a:pt x="6878938" y="240657"/>
                  </a:lnTo>
                  <a:lnTo>
                    <a:pt x="6879064" y="240657"/>
                  </a:lnTo>
                  <a:lnTo>
                    <a:pt x="6879191" y="240657"/>
                  </a:lnTo>
                  <a:lnTo>
                    <a:pt x="6879317" y="240657"/>
                  </a:lnTo>
                  <a:lnTo>
                    <a:pt x="6879443" y="240657"/>
                  </a:lnTo>
                  <a:lnTo>
                    <a:pt x="6879569" y="240657"/>
                  </a:lnTo>
                  <a:lnTo>
                    <a:pt x="6879696" y="240657"/>
                  </a:lnTo>
                  <a:lnTo>
                    <a:pt x="6879822" y="240657"/>
                  </a:lnTo>
                  <a:lnTo>
                    <a:pt x="6879948" y="240657"/>
                  </a:lnTo>
                  <a:lnTo>
                    <a:pt x="6880074" y="240657"/>
                  </a:lnTo>
                  <a:lnTo>
                    <a:pt x="6880201" y="240657"/>
                  </a:lnTo>
                  <a:lnTo>
                    <a:pt x="6880327" y="240657"/>
                  </a:lnTo>
                  <a:lnTo>
                    <a:pt x="6880453" y="240657"/>
                  </a:lnTo>
                  <a:lnTo>
                    <a:pt x="6880579" y="240657"/>
                  </a:lnTo>
                  <a:lnTo>
                    <a:pt x="6880706" y="240657"/>
                  </a:lnTo>
                  <a:lnTo>
                    <a:pt x="6880832" y="240657"/>
                  </a:lnTo>
                  <a:lnTo>
                    <a:pt x="6880832" y="235745"/>
                  </a:lnTo>
                  <a:lnTo>
                    <a:pt x="6880958" y="235745"/>
                  </a:lnTo>
                  <a:lnTo>
                    <a:pt x="6881084" y="235745"/>
                  </a:lnTo>
                  <a:lnTo>
                    <a:pt x="6881211" y="235745"/>
                  </a:lnTo>
                  <a:lnTo>
                    <a:pt x="6881337" y="235745"/>
                  </a:lnTo>
                  <a:lnTo>
                    <a:pt x="6881463" y="235745"/>
                  </a:lnTo>
                  <a:lnTo>
                    <a:pt x="6881590" y="235745"/>
                  </a:lnTo>
                  <a:lnTo>
                    <a:pt x="6881716" y="235745"/>
                  </a:lnTo>
                  <a:lnTo>
                    <a:pt x="6881842" y="235745"/>
                  </a:lnTo>
                  <a:lnTo>
                    <a:pt x="6881968" y="235745"/>
                  </a:lnTo>
                  <a:lnTo>
                    <a:pt x="6882095" y="235745"/>
                  </a:lnTo>
                  <a:lnTo>
                    <a:pt x="6882221" y="235745"/>
                  </a:lnTo>
                  <a:lnTo>
                    <a:pt x="6882347" y="235745"/>
                  </a:lnTo>
                  <a:lnTo>
                    <a:pt x="6882473" y="235745"/>
                  </a:lnTo>
                  <a:lnTo>
                    <a:pt x="6882600" y="235745"/>
                  </a:lnTo>
                  <a:lnTo>
                    <a:pt x="6882726" y="235745"/>
                  </a:lnTo>
                  <a:lnTo>
                    <a:pt x="6882852" y="235745"/>
                  </a:lnTo>
                  <a:lnTo>
                    <a:pt x="6882978" y="235745"/>
                  </a:lnTo>
                  <a:lnTo>
                    <a:pt x="6883105" y="235745"/>
                  </a:lnTo>
                  <a:lnTo>
                    <a:pt x="6883231" y="235745"/>
                  </a:lnTo>
                  <a:lnTo>
                    <a:pt x="6883357" y="235745"/>
                  </a:lnTo>
                  <a:lnTo>
                    <a:pt x="6883483" y="235745"/>
                  </a:lnTo>
                  <a:lnTo>
                    <a:pt x="6883610" y="235745"/>
                  </a:lnTo>
                  <a:lnTo>
                    <a:pt x="6883736" y="235745"/>
                  </a:lnTo>
                  <a:lnTo>
                    <a:pt x="6883862" y="235745"/>
                  </a:lnTo>
                  <a:lnTo>
                    <a:pt x="6883988" y="235745"/>
                  </a:lnTo>
                  <a:lnTo>
                    <a:pt x="6884115" y="235745"/>
                  </a:lnTo>
                  <a:lnTo>
                    <a:pt x="6884241" y="235745"/>
                  </a:lnTo>
                  <a:lnTo>
                    <a:pt x="6884367" y="235745"/>
                  </a:lnTo>
                  <a:lnTo>
                    <a:pt x="6884493" y="235745"/>
                  </a:lnTo>
                  <a:lnTo>
                    <a:pt x="6884620" y="235745"/>
                  </a:lnTo>
                  <a:lnTo>
                    <a:pt x="6884746" y="235745"/>
                  </a:lnTo>
                  <a:lnTo>
                    <a:pt x="6884872" y="235745"/>
                  </a:lnTo>
                  <a:lnTo>
                    <a:pt x="6884998" y="235745"/>
                  </a:lnTo>
                  <a:lnTo>
                    <a:pt x="6885125" y="235745"/>
                  </a:lnTo>
                  <a:lnTo>
                    <a:pt x="6885251" y="235745"/>
                  </a:lnTo>
                  <a:lnTo>
                    <a:pt x="6885377" y="235745"/>
                  </a:lnTo>
                  <a:lnTo>
                    <a:pt x="6885503" y="235745"/>
                  </a:lnTo>
                  <a:lnTo>
                    <a:pt x="6885630" y="235745"/>
                  </a:lnTo>
                  <a:lnTo>
                    <a:pt x="6885756" y="235745"/>
                  </a:lnTo>
                  <a:lnTo>
                    <a:pt x="6885882" y="235745"/>
                  </a:lnTo>
                  <a:lnTo>
                    <a:pt x="6886008" y="235745"/>
                  </a:lnTo>
                  <a:lnTo>
                    <a:pt x="6886008" y="230834"/>
                  </a:lnTo>
                  <a:lnTo>
                    <a:pt x="6886135" y="230834"/>
                  </a:lnTo>
                  <a:lnTo>
                    <a:pt x="6886261" y="230834"/>
                  </a:lnTo>
                  <a:lnTo>
                    <a:pt x="6886387" y="230834"/>
                  </a:lnTo>
                  <a:lnTo>
                    <a:pt x="6886513" y="230834"/>
                  </a:lnTo>
                  <a:lnTo>
                    <a:pt x="6886640" y="230834"/>
                  </a:lnTo>
                  <a:lnTo>
                    <a:pt x="6886766" y="230834"/>
                  </a:lnTo>
                  <a:lnTo>
                    <a:pt x="6886892" y="230834"/>
                  </a:lnTo>
                  <a:lnTo>
                    <a:pt x="6887019" y="230834"/>
                  </a:lnTo>
                  <a:lnTo>
                    <a:pt x="6887145" y="230834"/>
                  </a:lnTo>
                  <a:lnTo>
                    <a:pt x="6887271" y="230834"/>
                  </a:lnTo>
                  <a:lnTo>
                    <a:pt x="6887397" y="230834"/>
                  </a:lnTo>
                  <a:lnTo>
                    <a:pt x="6887524" y="230834"/>
                  </a:lnTo>
                  <a:lnTo>
                    <a:pt x="6887650" y="230834"/>
                  </a:lnTo>
                  <a:lnTo>
                    <a:pt x="6887776" y="230834"/>
                  </a:lnTo>
                  <a:lnTo>
                    <a:pt x="6887902" y="230834"/>
                  </a:lnTo>
                  <a:lnTo>
                    <a:pt x="6888029" y="230834"/>
                  </a:lnTo>
                  <a:lnTo>
                    <a:pt x="6888155" y="230834"/>
                  </a:lnTo>
                  <a:lnTo>
                    <a:pt x="6888281" y="230834"/>
                  </a:lnTo>
                  <a:lnTo>
                    <a:pt x="6888407" y="230834"/>
                  </a:lnTo>
                  <a:lnTo>
                    <a:pt x="6888534" y="230834"/>
                  </a:lnTo>
                  <a:lnTo>
                    <a:pt x="6888660" y="230834"/>
                  </a:lnTo>
                  <a:lnTo>
                    <a:pt x="6888786" y="230834"/>
                  </a:lnTo>
                  <a:lnTo>
                    <a:pt x="6888912" y="230834"/>
                  </a:lnTo>
                  <a:lnTo>
                    <a:pt x="6889039" y="230834"/>
                  </a:lnTo>
                  <a:lnTo>
                    <a:pt x="6889165" y="230834"/>
                  </a:lnTo>
                  <a:lnTo>
                    <a:pt x="6889291" y="230834"/>
                  </a:lnTo>
                  <a:lnTo>
                    <a:pt x="6889417" y="230834"/>
                  </a:lnTo>
                  <a:lnTo>
                    <a:pt x="6889544" y="230834"/>
                  </a:lnTo>
                  <a:lnTo>
                    <a:pt x="6889670" y="230834"/>
                  </a:lnTo>
                  <a:lnTo>
                    <a:pt x="6889796" y="230834"/>
                  </a:lnTo>
                  <a:lnTo>
                    <a:pt x="6889922" y="230834"/>
                  </a:lnTo>
                  <a:lnTo>
                    <a:pt x="6890049" y="230834"/>
                  </a:lnTo>
                  <a:lnTo>
                    <a:pt x="6890175" y="230834"/>
                  </a:lnTo>
                  <a:lnTo>
                    <a:pt x="6890175" y="225923"/>
                  </a:lnTo>
                  <a:lnTo>
                    <a:pt x="6890301" y="225923"/>
                  </a:lnTo>
                  <a:lnTo>
                    <a:pt x="6890427" y="225923"/>
                  </a:lnTo>
                  <a:lnTo>
                    <a:pt x="6890554" y="225923"/>
                  </a:lnTo>
                  <a:lnTo>
                    <a:pt x="6890680" y="225923"/>
                  </a:lnTo>
                  <a:lnTo>
                    <a:pt x="6890806" y="225923"/>
                  </a:lnTo>
                  <a:lnTo>
                    <a:pt x="6890932" y="225923"/>
                  </a:lnTo>
                  <a:lnTo>
                    <a:pt x="6891059" y="225923"/>
                  </a:lnTo>
                  <a:lnTo>
                    <a:pt x="6891185" y="225923"/>
                  </a:lnTo>
                  <a:lnTo>
                    <a:pt x="6891311" y="225923"/>
                  </a:lnTo>
                  <a:lnTo>
                    <a:pt x="6891437" y="225923"/>
                  </a:lnTo>
                  <a:lnTo>
                    <a:pt x="6891564" y="225923"/>
                  </a:lnTo>
                  <a:lnTo>
                    <a:pt x="6891690" y="225923"/>
                  </a:lnTo>
                  <a:lnTo>
                    <a:pt x="6891816" y="225923"/>
                  </a:lnTo>
                  <a:lnTo>
                    <a:pt x="6891943" y="225923"/>
                  </a:lnTo>
                  <a:lnTo>
                    <a:pt x="6892069" y="225923"/>
                  </a:lnTo>
                  <a:lnTo>
                    <a:pt x="6892195" y="225923"/>
                  </a:lnTo>
                  <a:lnTo>
                    <a:pt x="6892321" y="225923"/>
                  </a:lnTo>
                  <a:lnTo>
                    <a:pt x="6892448" y="225923"/>
                  </a:lnTo>
                  <a:lnTo>
                    <a:pt x="6892574" y="225923"/>
                  </a:lnTo>
                  <a:lnTo>
                    <a:pt x="6892700" y="225923"/>
                  </a:lnTo>
                  <a:lnTo>
                    <a:pt x="6892826" y="225923"/>
                  </a:lnTo>
                  <a:lnTo>
                    <a:pt x="6892953" y="225923"/>
                  </a:lnTo>
                  <a:lnTo>
                    <a:pt x="6893079" y="225923"/>
                  </a:lnTo>
                  <a:lnTo>
                    <a:pt x="6893205" y="225923"/>
                  </a:lnTo>
                  <a:lnTo>
                    <a:pt x="6893331" y="225923"/>
                  </a:lnTo>
                  <a:lnTo>
                    <a:pt x="6893458" y="225923"/>
                  </a:lnTo>
                  <a:lnTo>
                    <a:pt x="6893584" y="225923"/>
                  </a:lnTo>
                  <a:lnTo>
                    <a:pt x="6893710" y="225923"/>
                  </a:lnTo>
                  <a:lnTo>
                    <a:pt x="6893836" y="225923"/>
                  </a:lnTo>
                  <a:lnTo>
                    <a:pt x="6893963" y="225923"/>
                  </a:lnTo>
                  <a:lnTo>
                    <a:pt x="6894089" y="225923"/>
                  </a:lnTo>
                  <a:lnTo>
                    <a:pt x="6894215" y="225923"/>
                  </a:lnTo>
                  <a:lnTo>
                    <a:pt x="6894341" y="225923"/>
                  </a:lnTo>
                  <a:lnTo>
                    <a:pt x="6894468" y="225923"/>
                  </a:lnTo>
                  <a:lnTo>
                    <a:pt x="6894594" y="225923"/>
                  </a:lnTo>
                  <a:lnTo>
                    <a:pt x="6894720" y="225923"/>
                  </a:lnTo>
                  <a:lnTo>
                    <a:pt x="6894846" y="225923"/>
                  </a:lnTo>
                  <a:lnTo>
                    <a:pt x="6894973" y="225923"/>
                  </a:lnTo>
                  <a:lnTo>
                    <a:pt x="6895099" y="225923"/>
                  </a:lnTo>
                  <a:lnTo>
                    <a:pt x="6895225" y="225923"/>
                  </a:lnTo>
                  <a:lnTo>
                    <a:pt x="6895351" y="225923"/>
                  </a:lnTo>
                  <a:lnTo>
                    <a:pt x="6895478" y="225923"/>
                  </a:lnTo>
                  <a:lnTo>
                    <a:pt x="6895604" y="225923"/>
                  </a:lnTo>
                  <a:lnTo>
                    <a:pt x="6895730" y="225923"/>
                  </a:lnTo>
                  <a:lnTo>
                    <a:pt x="6895856" y="225923"/>
                  </a:lnTo>
                  <a:lnTo>
                    <a:pt x="6895983" y="225923"/>
                  </a:lnTo>
                  <a:lnTo>
                    <a:pt x="6896109" y="225923"/>
                  </a:lnTo>
                  <a:lnTo>
                    <a:pt x="6896235" y="225923"/>
                  </a:lnTo>
                  <a:lnTo>
                    <a:pt x="6896361" y="225923"/>
                  </a:lnTo>
                  <a:lnTo>
                    <a:pt x="6896488" y="225923"/>
                  </a:lnTo>
                  <a:lnTo>
                    <a:pt x="6896614" y="225923"/>
                  </a:lnTo>
                  <a:lnTo>
                    <a:pt x="6896740" y="225923"/>
                  </a:lnTo>
                  <a:lnTo>
                    <a:pt x="6896867" y="225923"/>
                  </a:lnTo>
                  <a:lnTo>
                    <a:pt x="6896993" y="225923"/>
                  </a:lnTo>
                  <a:lnTo>
                    <a:pt x="6897119" y="225923"/>
                  </a:lnTo>
                  <a:lnTo>
                    <a:pt x="6897245" y="225923"/>
                  </a:lnTo>
                  <a:lnTo>
                    <a:pt x="6897372" y="225923"/>
                  </a:lnTo>
                  <a:lnTo>
                    <a:pt x="6897498" y="225923"/>
                  </a:lnTo>
                  <a:lnTo>
                    <a:pt x="6897624" y="225923"/>
                  </a:lnTo>
                  <a:lnTo>
                    <a:pt x="6897750" y="225923"/>
                  </a:lnTo>
                  <a:lnTo>
                    <a:pt x="6897877" y="225923"/>
                  </a:lnTo>
                  <a:lnTo>
                    <a:pt x="6898003" y="225923"/>
                  </a:lnTo>
                  <a:lnTo>
                    <a:pt x="6898129" y="225923"/>
                  </a:lnTo>
                  <a:lnTo>
                    <a:pt x="6898255" y="225923"/>
                  </a:lnTo>
                  <a:lnTo>
                    <a:pt x="6898382" y="225923"/>
                  </a:lnTo>
                  <a:lnTo>
                    <a:pt x="6898508" y="225923"/>
                  </a:lnTo>
                  <a:lnTo>
                    <a:pt x="6898634" y="225923"/>
                  </a:lnTo>
                  <a:lnTo>
                    <a:pt x="6898760" y="225923"/>
                  </a:lnTo>
                  <a:lnTo>
                    <a:pt x="6898887" y="225923"/>
                  </a:lnTo>
                  <a:lnTo>
                    <a:pt x="6899013" y="225923"/>
                  </a:lnTo>
                  <a:lnTo>
                    <a:pt x="6899139" y="225923"/>
                  </a:lnTo>
                  <a:lnTo>
                    <a:pt x="6899265" y="225923"/>
                  </a:lnTo>
                  <a:lnTo>
                    <a:pt x="6899392" y="225923"/>
                  </a:lnTo>
                  <a:lnTo>
                    <a:pt x="6899518" y="225923"/>
                  </a:lnTo>
                  <a:lnTo>
                    <a:pt x="6899644" y="225923"/>
                  </a:lnTo>
                  <a:lnTo>
                    <a:pt x="6899770" y="225923"/>
                  </a:lnTo>
                  <a:lnTo>
                    <a:pt x="6899897" y="225923"/>
                  </a:lnTo>
                  <a:lnTo>
                    <a:pt x="6900023" y="225923"/>
                  </a:lnTo>
                  <a:lnTo>
                    <a:pt x="6900149" y="225923"/>
                  </a:lnTo>
                  <a:lnTo>
                    <a:pt x="6900275" y="225923"/>
                  </a:lnTo>
                  <a:lnTo>
                    <a:pt x="6900402" y="225923"/>
                  </a:lnTo>
                  <a:lnTo>
                    <a:pt x="6900528" y="225923"/>
                  </a:lnTo>
                  <a:lnTo>
                    <a:pt x="6900654" y="225923"/>
                  </a:lnTo>
                  <a:lnTo>
                    <a:pt x="6900780" y="225923"/>
                  </a:lnTo>
                  <a:lnTo>
                    <a:pt x="6900907" y="225923"/>
                  </a:lnTo>
                  <a:lnTo>
                    <a:pt x="6901033" y="225923"/>
                  </a:lnTo>
                  <a:lnTo>
                    <a:pt x="6901159" y="225923"/>
                  </a:lnTo>
                  <a:lnTo>
                    <a:pt x="6901285" y="225923"/>
                  </a:lnTo>
                  <a:lnTo>
                    <a:pt x="6901412" y="225923"/>
                  </a:lnTo>
                  <a:lnTo>
                    <a:pt x="6901538" y="225923"/>
                  </a:lnTo>
                  <a:lnTo>
                    <a:pt x="6901664" y="225923"/>
                  </a:lnTo>
                  <a:lnTo>
                    <a:pt x="6901790" y="225923"/>
                  </a:lnTo>
                  <a:lnTo>
                    <a:pt x="6901917" y="225923"/>
                  </a:lnTo>
                  <a:lnTo>
                    <a:pt x="6902043" y="225923"/>
                  </a:lnTo>
                  <a:lnTo>
                    <a:pt x="6902169" y="225923"/>
                  </a:lnTo>
                  <a:lnTo>
                    <a:pt x="6902296" y="225923"/>
                  </a:lnTo>
                  <a:lnTo>
                    <a:pt x="6902422" y="225923"/>
                  </a:lnTo>
                  <a:lnTo>
                    <a:pt x="6902548" y="225923"/>
                  </a:lnTo>
                  <a:lnTo>
                    <a:pt x="6902674" y="225923"/>
                  </a:lnTo>
                  <a:lnTo>
                    <a:pt x="6902801" y="225923"/>
                  </a:lnTo>
                  <a:lnTo>
                    <a:pt x="6902927" y="225923"/>
                  </a:lnTo>
                  <a:lnTo>
                    <a:pt x="6903053" y="225923"/>
                  </a:lnTo>
                  <a:lnTo>
                    <a:pt x="6903179" y="225923"/>
                  </a:lnTo>
                  <a:lnTo>
                    <a:pt x="6903306" y="225923"/>
                  </a:lnTo>
                  <a:lnTo>
                    <a:pt x="6903432" y="225923"/>
                  </a:lnTo>
                  <a:lnTo>
                    <a:pt x="6903558" y="225923"/>
                  </a:lnTo>
                  <a:lnTo>
                    <a:pt x="6903684" y="225923"/>
                  </a:lnTo>
                  <a:lnTo>
                    <a:pt x="6903811" y="225923"/>
                  </a:lnTo>
                  <a:lnTo>
                    <a:pt x="6903937" y="225923"/>
                  </a:lnTo>
                  <a:lnTo>
                    <a:pt x="6904063" y="225923"/>
                  </a:lnTo>
                  <a:lnTo>
                    <a:pt x="6904189" y="225923"/>
                  </a:lnTo>
                  <a:lnTo>
                    <a:pt x="6904316" y="225923"/>
                  </a:lnTo>
                  <a:lnTo>
                    <a:pt x="6904442" y="225923"/>
                  </a:lnTo>
                  <a:lnTo>
                    <a:pt x="6904568" y="225923"/>
                  </a:lnTo>
                  <a:lnTo>
                    <a:pt x="6904694" y="225923"/>
                  </a:lnTo>
                  <a:lnTo>
                    <a:pt x="6904821" y="225923"/>
                  </a:lnTo>
                  <a:lnTo>
                    <a:pt x="6904947" y="225923"/>
                  </a:lnTo>
                  <a:lnTo>
                    <a:pt x="6905073" y="225923"/>
                  </a:lnTo>
                  <a:lnTo>
                    <a:pt x="6905199" y="225923"/>
                  </a:lnTo>
                  <a:lnTo>
                    <a:pt x="6905326" y="225923"/>
                  </a:lnTo>
                  <a:lnTo>
                    <a:pt x="6905452" y="225923"/>
                  </a:lnTo>
                  <a:lnTo>
                    <a:pt x="6905578" y="225923"/>
                  </a:lnTo>
                  <a:lnTo>
                    <a:pt x="6905704" y="225923"/>
                  </a:lnTo>
                  <a:lnTo>
                    <a:pt x="6905831" y="225923"/>
                  </a:lnTo>
                  <a:lnTo>
                    <a:pt x="6905957" y="225923"/>
                  </a:lnTo>
                  <a:lnTo>
                    <a:pt x="6906083" y="225923"/>
                  </a:lnTo>
                  <a:lnTo>
                    <a:pt x="6906209" y="225923"/>
                  </a:lnTo>
                  <a:lnTo>
                    <a:pt x="6906336" y="225923"/>
                  </a:lnTo>
                  <a:lnTo>
                    <a:pt x="6906462" y="225923"/>
                  </a:lnTo>
                  <a:lnTo>
                    <a:pt x="6906588" y="225923"/>
                  </a:lnTo>
                  <a:lnTo>
                    <a:pt x="6906714" y="225923"/>
                  </a:lnTo>
                  <a:lnTo>
                    <a:pt x="6906841" y="225923"/>
                  </a:lnTo>
                  <a:lnTo>
                    <a:pt x="6906967" y="225923"/>
                  </a:lnTo>
                  <a:lnTo>
                    <a:pt x="6907093" y="225923"/>
                  </a:lnTo>
                  <a:lnTo>
                    <a:pt x="6907220" y="225923"/>
                  </a:lnTo>
                  <a:lnTo>
                    <a:pt x="6907346" y="225923"/>
                  </a:lnTo>
                  <a:lnTo>
                    <a:pt x="6907472" y="225923"/>
                  </a:lnTo>
                  <a:lnTo>
                    <a:pt x="6907598" y="225923"/>
                  </a:lnTo>
                  <a:lnTo>
                    <a:pt x="6907725" y="225923"/>
                  </a:lnTo>
                  <a:lnTo>
                    <a:pt x="6907851" y="225923"/>
                  </a:lnTo>
                  <a:lnTo>
                    <a:pt x="6907977" y="225923"/>
                  </a:lnTo>
                  <a:lnTo>
                    <a:pt x="6908103" y="225923"/>
                  </a:lnTo>
                  <a:lnTo>
                    <a:pt x="6908230" y="225923"/>
                  </a:lnTo>
                  <a:lnTo>
                    <a:pt x="6908356" y="225923"/>
                  </a:lnTo>
                  <a:lnTo>
                    <a:pt x="6908482" y="225923"/>
                  </a:lnTo>
                  <a:lnTo>
                    <a:pt x="6908608" y="225923"/>
                  </a:lnTo>
                  <a:lnTo>
                    <a:pt x="6908735" y="225923"/>
                  </a:lnTo>
                  <a:lnTo>
                    <a:pt x="6908861" y="225923"/>
                  </a:lnTo>
                  <a:lnTo>
                    <a:pt x="6908987" y="225923"/>
                  </a:lnTo>
                  <a:lnTo>
                    <a:pt x="6909113" y="225923"/>
                  </a:lnTo>
                  <a:lnTo>
                    <a:pt x="6909240" y="225923"/>
                  </a:lnTo>
                  <a:lnTo>
                    <a:pt x="6909366" y="225923"/>
                  </a:lnTo>
                  <a:lnTo>
                    <a:pt x="6909492" y="225923"/>
                  </a:lnTo>
                  <a:lnTo>
                    <a:pt x="6909618" y="225923"/>
                  </a:lnTo>
                  <a:lnTo>
                    <a:pt x="6909745" y="225923"/>
                  </a:lnTo>
                  <a:lnTo>
                    <a:pt x="6909871" y="225923"/>
                  </a:lnTo>
                  <a:lnTo>
                    <a:pt x="6909997" y="225923"/>
                  </a:lnTo>
                  <a:lnTo>
                    <a:pt x="6910123" y="225923"/>
                  </a:lnTo>
                  <a:lnTo>
                    <a:pt x="6910250" y="225923"/>
                  </a:lnTo>
                  <a:lnTo>
                    <a:pt x="6910376" y="225923"/>
                  </a:lnTo>
                  <a:lnTo>
                    <a:pt x="6910502" y="225923"/>
                  </a:lnTo>
                  <a:lnTo>
                    <a:pt x="6910628" y="225923"/>
                  </a:lnTo>
                  <a:lnTo>
                    <a:pt x="6910755" y="225923"/>
                  </a:lnTo>
                  <a:lnTo>
                    <a:pt x="6910881" y="225923"/>
                  </a:lnTo>
                  <a:lnTo>
                    <a:pt x="6911007" y="225923"/>
                  </a:lnTo>
                  <a:lnTo>
                    <a:pt x="6911133" y="225923"/>
                  </a:lnTo>
                  <a:lnTo>
                    <a:pt x="6911260" y="225923"/>
                  </a:lnTo>
                  <a:lnTo>
                    <a:pt x="6911386" y="225923"/>
                  </a:lnTo>
                  <a:lnTo>
                    <a:pt x="6911512" y="225923"/>
                  </a:lnTo>
                  <a:lnTo>
                    <a:pt x="6911638" y="225923"/>
                  </a:lnTo>
                  <a:lnTo>
                    <a:pt x="6911765" y="225923"/>
                  </a:lnTo>
                  <a:lnTo>
                    <a:pt x="6911891" y="225923"/>
                  </a:lnTo>
                  <a:lnTo>
                    <a:pt x="6912017" y="225923"/>
                  </a:lnTo>
                  <a:lnTo>
                    <a:pt x="6912143" y="225923"/>
                  </a:lnTo>
                  <a:lnTo>
                    <a:pt x="6912270" y="225923"/>
                  </a:lnTo>
                  <a:lnTo>
                    <a:pt x="6912396" y="225923"/>
                  </a:lnTo>
                  <a:lnTo>
                    <a:pt x="6912522" y="225923"/>
                  </a:lnTo>
                  <a:lnTo>
                    <a:pt x="6912649" y="225923"/>
                  </a:lnTo>
                  <a:lnTo>
                    <a:pt x="6912775" y="225923"/>
                  </a:lnTo>
                  <a:lnTo>
                    <a:pt x="6912901" y="225923"/>
                  </a:lnTo>
                  <a:lnTo>
                    <a:pt x="6913027" y="225923"/>
                  </a:lnTo>
                  <a:lnTo>
                    <a:pt x="6913154" y="225923"/>
                  </a:lnTo>
                  <a:lnTo>
                    <a:pt x="6913280" y="225923"/>
                  </a:lnTo>
                  <a:lnTo>
                    <a:pt x="6913406" y="225923"/>
                  </a:lnTo>
                  <a:lnTo>
                    <a:pt x="6913532" y="225923"/>
                  </a:lnTo>
                  <a:lnTo>
                    <a:pt x="6913659" y="225923"/>
                  </a:lnTo>
                  <a:lnTo>
                    <a:pt x="6913785" y="225923"/>
                  </a:lnTo>
                  <a:lnTo>
                    <a:pt x="6913911" y="225923"/>
                  </a:lnTo>
                  <a:lnTo>
                    <a:pt x="6914037" y="225923"/>
                  </a:lnTo>
                  <a:lnTo>
                    <a:pt x="6914164" y="225923"/>
                  </a:lnTo>
                  <a:lnTo>
                    <a:pt x="6914290" y="225923"/>
                  </a:lnTo>
                  <a:lnTo>
                    <a:pt x="6914416" y="225923"/>
                  </a:lnTo>
                  <a:lnTo>
                    <a:pt x="6914542" y="225923"/>
                  </a:lnTo>
                  <a:lnTo>
                    <a:pt x="6914669" y="225923"/>
                  </a:lnTo>
                  <a:lnTo>
                    <a:pt x="6914795" y="225923"/>
                  </a:lnTo>
                  <a:lnTo>
                    <a:pt x="6914921" y="225923"/>
                  </a:lnTo>
                  <a:lnTo>
                    <a:pt x="6915047" y="225923"/>
                  </a:lnTo>
                  <a:lnTo>
                    <a:pt x="6915174" y="225923"/>
                  </a:lnTo>
                  <a:lnTo>
                    <a:pt x="6915300" y="225923"/>
                  </a:lnTo>
                  <a:lnTo>
                    <a:pt x="6915426" y="225923"/>
                  </a:lnTo>
                  <a:lnTo>
                    <a:pt x="6915552" y="225923"/>
                  </a:lnTo>
                  <a:lnTo>
                    <a:pt x="6915679" y="225923"/>
                  </a:lnTo>
                  <a:lnTo>
                    <a:pt x="6915805" y="225923"/>
                  </a:lnTo>
                  <a:lnTo>
                    <a:pt x="6915931" y="225923"/>
                  </a:lnTo>
                  <a:lnTo>
                    <a:pt x="6916057" y="225923"/>
                  </a:lnTo>
                  <a:lnTo>
                    <a:pt x="6916184" y="225923"/>
                  </a:lnTo>
                  <a:lnTo>
                    <a:pt x="6916310" y="225923"/>
                  </a:lnTo>
                  <a:lnTo>
                    <a:pt x="6916436" y="225923"/>
                  </a:lnTo>
                  <a:lnTo>
                    <a:pt x="6916562" y="225923"/>
                  </a:lnTo>
                  <a:lnTo>
                    <a:pt x="6916689" y="225923"/>
                  </a:lnTo>
                  <a:lnTo>
                    <a:pt x="6916815" y="225923"/>
                  </a:lnTo>
                  <a:lnTo>
                    <a:pt x="6916941" y="225923"/>
                  </a:lnTo>
                  <a:lnTo>
                    <a:pt x="6917067" y="225923"/>
                  </a:lnTo>
                  <a:lnTo>
                    <a:pt x="6917194" y="225923"/>
                  </a:lnTo>
                  <a:lnTo>
                    <a:pt x="6917320" y="225923"/>
                  </a:lnTo>
                  <a:lnTo>
                    <a:pt x="6917446" y="225923"/>
                  </a:lnTo>
                  <a:lnTo>
                    <a:pt x="6917573" y="225923"/>
                  </a:lnTo>
                  <a:lnTo>
                    <a:pt x="6917699" y="225923"/>
                  </a:lnTo>
                  <a:lnTo>
                    <a:pt x="6917825" y="225923"/>
                  </a:lnTo>
                  <a:lnTo>
                    <a:pt x="6917951" y="225923"/>
                  </a:lnTo>
                  <a:lnTo>
                    <a:pt x="6918078" y="225923"/>
                  </a:lnTo>
                  <a:lnTo>
                    <a:pt x="6918204" y="225923"/>
                  </a:lnTo>
                  <a:lnTo>
                    <a:pt x="6918330" y="225923"/>
                  </a:lnTo>
                  <a:lnTo>
                    <a:pt x="6918456" y="225923"/>
                  </a:lnTo>
                  <a:lnTo>
                    <a:pt x="6918583" y="225923"/>
                  </a:lnTo>
                  <a:lnTo>
                    <a:pt x="6918709" y="225923"/>
                  </a:lnTo>
                  <a:lnTo>
                    <a:pt x="6918835" y="225923"/>
                  </a:lnTo>
                  <a:lnTo>
                    <a:pt x="6918961" y="225923"/>
                  </a:lnTo>
                  <a:lnTo>
                    <a:pt x="6919088" y="225923"/>
                  </a:lnTo>
                  <a:lnTo>
                    <a:pt x="6919214" y="225923"/>
                  </a:lnTo>
                  <a:lnTo>
                    <a:pt x="6919340" y="225923"/>
                  </a:lnTo>
                  <a:lnTo>
                    <a:pt x="6919466" y="225923"/>
                  </a:lnTo>
                  <a:lnTo>
                    <a:pt x="6919593" y="225923"/>
                  </a:lnTo>
                  <a:lnTo>
                    <a:pt x="6919719" y="225923"/>
                  </a:lnTo>
                  <a:lnTo>
                    <a:pt x="6919845" y="225923"/>
                  </a:lnTo>
                  <a:lnTo>
                    <a:pt x="6919971" y="225923"/>
                  </a:lnTo>
                  <a:lnTo>
                    <a:pt x="6920098" y="225923"/>
                  </a:lnTo>
                  <a:lnTo>
                    <a:pt x="6920224" y="225923"/>
                  </a:lnTo>
                  <a:lnTo>
                    <a:pt x="6920350" y="225923"/>
                  </a:lnTo>
                  <a:lnTo>
                    <a:pt x="6920476" y="225923"/>
                  </a:lnTo>
                  <a:lnTo>
                    <a:pt x="6920603" y="225923"/>
                  </a:lnTo>
                  <a:lnTo>
                    <a:pt x="6920729" y="225923"/>
                  </a:lnTo>
                  <a:lnTo>
                    <a:pt x="6920855" y="225923"/>
                  </a:lnTo>
                  <a:lnTo>
                    <a:pt x="6920981" y="225923"/>
                  </a:lnTo>
                  <a:lnTo>
                    <a:pt x="6921108" y="225923"/>
                  </a:lnTo>
                  <a:lnTo>
                    <a:pt x="6921234" y="225923"/>
                  </a:lnTo>
                  <a:lnTo>
                    <a:pt x="6921360" y="225923"/>
                  </a:lnTo>
                  <a:lnTo>
                    <a:pt x="6921486" y="225923"/>
                  </a:lnTo>
                  <a:lnTo>
                    <a:pt x="6921613" y="225923"/>
                  </a:lnTo>
                  <a:lnTo>
                    <a:pt x="6921739" y="225923"/>
                  </a:lnTo>
                  <a:lnTo>
                    <a:pt x="6921865" y="225923"/>
                  </a:lnTo>
                  <a:lnTo>
                    <a:pt x="6921991" y="225923"/>
                  </a:lnTo>
                  <a:lnTo>
                    <a:pt x="6922118" y="225923"/>
                  </a:lnTo>
                  <a:lnTo>
                    <a:pt x="6922244" y="225923"/>
                  </a:lnTo>
                  <a:lnTo>
                    <a:pt x="6922370" y="225923"/>
                  </a:lnTo>
                  <a:lnTo>
                    <a:pt x="6922496" y="225923"/>
                  </a:lnTo>
                  <a:lnTo>
                    <a:pt x="6922623" y="225923"/>
                  </a:lnTo>
                  <a:lnTo>
                    <a:pt x="6922749" y="225923"/>
                  </a:lnTo>
                  <a:lnTo>
                    <a:pt x="6922749" y="221011"/>
                  </a:lnTo>
                  <a:lnTo>
                    <a:pt x="6922875" y="221011"/>
                  </a:lnTo>
                  <a:lnTo>
                    <a:pt x="6923002" y="221011"/>
                  </a:lnTo>
                  <a:lnTo>
                    <a:pt x="6923128" y="221011"/>
                  </a:lnTo>
                  <a:lnTo>
                    <a:pt x="6923254" y="221011"/>
                  </a:lnTo>
                  <a:lnTo>
                    <a:pt x="6923380" y="221011"/>
                  </a:lnTo>
                  <a:lnTo>
                    <a:pt x="6923507" y="221011"/>
                  </a:lnTo>
                  <a:lnTo>
                    <a:pt x="6923633" y="221011"/>
                  </a:lnTo>
                  <a:lnTo>
                    <a:pt x="6923759" y="221011"/>
                  </a:lnTo>
                  <a:lnTo>
                    <a:pt x="6923885" y="221011"/>
                  </a:lnTo>
                  <a:lnTo>
                    <a:pt x="6924012" y="221011"/>
                  </a:lnTo>
                  <a:lnTo>
                    <a:pt x="6924138" y="221011"/>
                  </a:lnTo>
                  <a:lnTo>
                    <a:pt x="6924264" y="221011"/>
                  </a:lnTo>
                  <a:lnTo>
                    <a:pt x="6924390" y="221011"/>
                  </a:lnTo>
                  <a:lnTo>
                    <a:pt x="6924517" y="221011"/>
                  </a:lnTo>
                  <a:lnTo>
                    <a:pt x="6924643" y="221011"/>
                  </a:lnTo>
                  <a:lnTo>
                    <a:pt x="6924769" y="221011"/>
                  </a:lnTo>
                  <a:lnTo>
                    <a:pt x="6924895" y="221011"/>
                  </a:lnTo>
                  <a:lnTo>
                    <a:pt x="6925022" y="221011"/>
                  </a:lnTo>
                  <a:lnTo>
                    <a:pt x="6925148" y="221011"/>
                  </a:lnTo>
                  <a:lnTo>
                    <a:pt x="6925274" y="221011"/>
                  </a:lnTo>
                  <a:lnTo>
                    <a:pt x="6925400" y="221011"/>
                  </a:lnTo>
                  <a:lnTo>
                    <a:pt x="6925527" y="221011"/>
                  </a:lnTo>
                  <a:lnTo>
                    <a:pt x="6925653" y="221011"/>
                  </a:lnTo>
                  <a:lnTo>
                    <a:pt x="6925779" y="221011"/>
                  </a:lnTo>
                  <a:lnTo>
                    <a:pt x="6925905" y="221011"/>
                  </a:lnTo>
                  <a:lnTo>
                    <a:pt x="6926032" y="221011"/>
                  </a:lnTo>
                  <a:lnTo>
                    <a:pt x="6926158" y="221011"/>
                  </a:lnTo>
                  <a:lnTo>
                    <a:pt x="6926284" y="221011"/>
                  </a:lnTo>
                  <a:lnTo>
                    <a:pt x="6926410" y="221011"/>
                  </a:lnTo>
                  <a:lnTo>
                    <a:pt x="6926537" y="221011"/>
                  </a:lnTo>
                  <a:lnTo>
                    <a:pt x="6926663" y="221011"/>
                  </a:lnTo>
                  <a:lnTo>
                    <a:pt x="6926789" y="221011"/>
                  </a:lnTo>
                  <a:lnTo>
                    <a:pt x="6926915" y="221011"/>
                  </a:lnTo>
                  <a:lnTo>
                    <a:pt x="6927042" y="221011"/>
                  </a:lnTo>
                  <a:lnTo>
                    <a:pt x="6927168" y="221011"/>
                  </a:lnTo>
                  <a:lnTo>
                    <a:pt x="6927294" y="221011"/>
                  </a:lnTo>
                  <a:lnTo>
                    <a:pt x="6927420" y="221011"/>
                  </a:lnTo>
                  <a:lnTo>
                    <a:pt x="6927547" y="221011"/>
                  </a:lnTo>
                  <a:lnTo>
                    <a:pt x="6927673" y="221011"/>
                  </a:lnTo>
                  <a:lnTo>
                    <a:pt x="6927799" y="221011"/>
                  </a:lnTo>
                  <a:lnTo>
                    <a:pt x="6927926" y="221011"/>
                  </a:lnTo>
                  <a:lnTo>
                    <a:pt x="6928052" y="221011"/>
                  </a:lnTo>
                  <a:lnTo>
                    <a:pt x="6928178" y="221011"/>
                  </a:lnTo>
                  <a:lnTo>
                    <a:pt x="6928304" y="221011"/>
                  </a:lnTo>
                  <a:lnTo>
                    <a:pt x="6928431" y="221011"/>
                  </a:lnTo>
                  <a:lnTo>
                    <a:pt x="6928557" y="221011"/>
                  </a:lnTo>
                  <a:lnTo>
                    <a:pt x="6928683" y="221011"/>
                  </a:lnTo>
                  <a:lnTo>
                    <a:pt x="6928809" y="221011"/>
                  </a:lnTo>
                  <a:lnTo>
                    <a:pt x="6928936" y="221011"/>
                  </a:lnTo>
                  <a:lnTo>
                    <a:pt x="6929062" y="221011"/>
                  </a:lnTo>
                  <a:lnTo>
                    <a:pt x="6929188" y="221011"/>
                  </a:lnTo>
                  <a:lnTo>
                    <a:pt x="6929314" y="221011"/>
                  </a:lnTo>
                  <a:lnTo>
                    <a:pt x="6929441" y="221011"/>
                  </a:lnTo>
                  <a:lnTo>
                    <a:pt x="6929567" y="221011"/>
                  </a:lnTo>
                  <a:lnTo>
                    <a:pt x="6929693" y="221011"/>
                  </a:lnTo>
                  <a:lnTo>
                    <a:pt x="6929819" y="221011"/>
                  </a:lnTo>
                  <a:lnTo>
                    <a:pt x="6929946" y="221011"/>
                  </a:lnTo>
                  <a:lnTo>
                    <a:pt x="6930072" y="221011"/>
                  </a:lnTo>
                  <a:lnTo>
                    <a:pt x="6930198" y="221011"/>
                  </a:lnTo>
                  <a:lnTo>
                    <a:pt x="6930324" y="221011"/>
                  </a:lnTo>
                  <a:lnTo>
                    <a:pt x="6930451" y="221011"/>
                  </a:lnTo>
                  <a:lnTo>
                    <a:pt x="6930577" y="221011"/>
                  </a:lnTo>
                  <a:lnTo>
                    <a:pt x="6930703" y="221011"/>
                  </a:lnTo>
                  <a:lnTo>
                    <a:pt x="6930829" y="221011"/>
                  </a:lnTo>
                  <a:lnTo>
                    <a:pt x="6930956" y="221011"/>
                  </a:lnTo>
                  <a:lnTo>
                    <a:pt x="6931082" y="221011"/>
                  </a:lnTo>
                  <a:lnTo>
                    <a:pt x="6931208" y="221011"/>
                  </a:lnTo>
                  <a:lnTo>
                    <a:pt x="6931334" y="221011"/>
                  </a:lnTo>
                  <a:lnTo>
                    <a:pt x="6931461" y="221011"/>
                  </a:lnTo>
                  <a:lnTo>
                    <a:pt x="6931587" y="221011"/>
                  </a:lnTo>
                  <a:lnTo>
                    <a:pt x="6931713" y="221011"/>
                  </a:lnTo>
                  <a:lnTo>
                    <a:pt x="6931839" y="221011"/>
                  </a:lnTo>
                  <a:lnTo>
                    <a:pt x="6931966" y="221011"/>
                  </a:lnTo>
                  <a:lnTo>
                    <a:pt x="6932092" y="221011"/>
                  </a:lnTo>
                  <a:lnTo>
                    <a:pt x="6932218" y="221011"/>
                  </a:lnTo>
                  <a:lnTo>
                    <a:pt x="6932344" y="221011"/>
                  </a:lnTo>
                  <a:lnTo>
                    <a:pt x="6932471" y="221011"/>
                  </a:lnTo>
                  <a:lnTo>
                    <a:pt x="6932597" y="221011"/>
                  </a:lnTo>
                  <a:lnTo>
                    <a:pt x="6932723" y="221011"/>
                  </a:lnTo>
                  <a:lnTo>
                    <a:pt x="6932849" y="221011"/>
                  </a:lnTo>
                  <a:lnTo>
                    <a:pt x="6932976" y="221011"/>
                  </a:lnTo>
                  <a:lnTo>
                    <a:pt x="6933102" y="221011"/>
                  </a:lnTo>
                  <a:lnTo>
                    <a:pt x="6933228" y="221011"/>
                  </a:lnTo>
                  <a:lnTo>
                    <a:pt x="6933355" y="221011"/>
                  </a:lnTo>
                  <a:lnTo>
                    <a:pt x="6933481" y="221011"/>
                  </a:lnTo>
                  <a:lnTo>
                    <a:pt x="6933607" y="221011"/>
                  </a:lnTo>
                  <a:lnTo>
                    <a:pt x="6933733" y="221011"/>
                  </a:lnTo>
                  <a:lnTo>
                    <a:pt x="6933860" y="221011"/>
                  </a:lnTo>
                  <a:lnTo>
                    <a:pt x="6933986" y="221011"/>
                  </a:lnTo>
                  <a:lnTo>
                    <a:pt x="6934112" y="221011"/>
                  </a:lnTo>
                  <a:lnTo>
                    <a:pt x="6934238" y="221011"/>
                  </a:lnTo>
                  <a:lnTo>
                    <a:pt x="6934365" y="221011"/>
                  </a:lnTo>
                  <a:lnTo>
                    <a:pt x="6934491" y="221011"/>
                  </a:lnTo>
                  <a:lnTo>
                    <a:pt x="6934617" y="221011"/>
                  </a:lnTo>
                  <a:lnTo>
                    <a:pt x="6934743" y="221011"/>
                  </a:lnTo>
                  <a:lnTo>
                    <a:pt x="6934870" y="221011"/>
                  </a:lnTo>
                  <a:lnTo>
                    <a:pt x="6934996" y="221011"/>
                  </a:lnTo>
                  <a:lnTo>
                    <a:pt x="6935122" y="221011"/>
                  </a:lnTo>
                  <a:lnTo>
                    <a:pt x="6935248" y="221011"/>
                  </a:lnTo>
                  <a:lnTo>
                    <a:pt x="6935375" y="221011"/>
                  </a:lnTo>
                  <a:lnTo>
                    <a:pt x="6935501" y="221011"/>
                  </a:lnTo>
                  <a:lnTo>
                    <a:pt x="6935627" y="221011"/>
                  </a:lnTo>
                  <a:lnTo>
                    <a:pt x="6935753" y="221011"/>
                  </a:lnTo>
                  <a:lnTo>
                    <a:pt x="6935880" y="221011"/>
                  </a:lnTo>
                  <a:lnTo>
                    <a:pt x="6936006" y="221011"/>
                  </a:lnTo>
                  <a:lnTo>
                    <a:pt x="6936132" y="221011"/>
                  </a:lnTo>
                  <a:lnTo>
                    <a:pt x="6936258" y="221011"/>
                  </a:lnTo>
                  <a:lnTo>
                    <a:pt x="6936385" y="221011"/>
                  </a:lnTo>
                  <a:lnTo>
                    <a:pt x="6936511" y="221011"/>
                  </a:lnTo>
                  <a:lnTo>
                    <a:pt x="6936637" y="221011"/>
                  </a:lnTo>
                  <a:lnTo>
                    <a:pt x="6936763" y="221011"/>
                  </a:lnTo>
                  <a:lnTo>
                    <a:pt x="6936890" y="221011"/>
                  </a:lnTo>
                  <a:lnTo>
                    <a:pt x="6937016" y="221011"/>
                  </a:lnTo>
                  <a:lnTo>
                    <a:pt x="6937142" y="221011"/>
                  </a:lnTo>
                  <a:lnTo>
                    <a:pt x="6937268" y="221011"/>
                  </a:lnTo>
                  <a:lnTo>
                    <a:pt x="6937395" y="221011"/>
                  </a:lnTo>
                  <a:lnTo>
                    <a:pt x="6937521" y="221011"/>
                  </a:lnTo>
                  <a:lnTo>
                    <a:pt x="6937647" y="221011"/>
                  </a:lnTo>
                  <a:lnTo>
                    <a:pt x="6937773" y="221011"/>
                  </a:lnTo>
                  <a:lnTo>
                    <a:pt x="6937900" y="221011"/>
                  </a:lnTo>
                  <a:lnTo>
                    <a:pt x="6938026" y="221011"/>
                  </a:lnTo>
                  <a:lnTo>
                    <a:pt x="6938152" y="221011"/>
                  </a:lnTo>
                  <a:lnTo>
                    <a:pt x="6938279" y="221011"/>
                  </a:lnTo>
                  <a:lnTo>
                    <a:pt x="6938405" y="221011"/>
                  </a:lnTo>
                  <a:lnTo>
                    <a:pt x="6938531" y="221011"/>
                  </a:lnTo>
                  <a:lnTo>
                    <a:pt x="6938657" y="221011"/>
                  </a:lnTo>
                  <a:lnTo>
                    <a:pt x="6938784" y="221011"/>
                  </a:lnTo>
                  <a:lnTo>
                    <a:pt x="6938910" y="221011"/>
                  </a:lnTo>
                  <a:lnTo>
                    <a:pt x="6939036" y="221011"/>
                  </a:lnTo>
                  <a:lnTo>
                    <a:pt x="6939162" y="221011"/>
                  </a:lnTo>
                  <a:lnTo>
                    <a:pt x="6939289" y="221011"/>
                  </a:lnTo>
                  <a:lnTo>
                    <a:pt x="6939415" y="221011"/>
                  </a:lnTo>
                  <a:lnTo>
                    <a:pt x="6939541" y="221011"/>
                  </a:lnTo>
                  <a:lnTo>
                    <a:pt x="6939667" y="221011"/>
                  </a:lnTo>
                  <a:lnTo>
                    <a:pt x="6939794" y="221011"/>
                  </a:lnTo>
                  <a:lnTo>
                    <a:pt x="6939920" y="221011"/>
                  </a:lnTo>
                  <a:lnTo>
                    <a:pt x="6940046" y="221011"/>
                  </a:lnTo>
                  <a:lnTo>
                    <a:pt x="6940172" y="221011"/>
                  </a:lnTo>
                  <a:lnTo>
                    <a:pt x="6940299" y="221011"/>
                  </a:lnTo>
                  <a:lnTo>
                    <a:pt x="6940425" y="221011"/>
                  </a:lnTo>
                  <a:lnTo>
                    <a:pt x="6940551" y="221011"/>
                  </a:lnTo>
                  <a:lnTo>
                    <a:pt x="6940677" y="221011"/>
                  </a:lnTo>
                  <a:lnTo>
                    <a:pt x="6940804" y="221011"/>
                  </a:lnTo>
                  <a:lnTo>
                    <a:pt x="6940930" y="221011"/>
                  </a:lnTo>
                  <a:lnTo>
                    <a:pt x="6941056" y="221011"/>
                  </a:lnTo>
                  <a:lnTo>
                    <a:pt x="6941182" y="221011"/>
                  </a:lnTo>
                  <a:lnTo>
                    <a:pt x="6941309" y="221011"/>
                  </a:lnTo>
                  <a:lnTo>
                    <a:pt x="6941435" y="221011"/>
                  </a:lnTo>
                  <a:lnTo>
                    <a:pt x="6941561" y="221011"/>
                  </a:lnTo>
                  <a:lnTo>
                    <a:pt x="6941687" y="221011"/>
                  </a:lnTo>
                  <a:lnTo>
                    <a:pt x="6941814" y="221011"/>
                  </a:lnTo>
                  <a:lnTo>
                    <a:pt x="6941940" y="221011"/>
                  </a:lnTo>
                  <a:lnTo>
                    <a:pt x="6942066" y="221011"/>
                  </a:lnTo>
                  <a:lnTo>
                    <a:pt x="6942192" y="221011"/>
                  </a:lnTo>
                  <a:lnTo>
                    <a:pt x="6942319" y="221011"/>
                  </a:lnTo>
                  <a:lnTo>
                    <a:pt x="6942445" y="221011"/>
                  </a:lnTo>
                  <a:lnTo>
                    <a:pt x="6942571" y="221011"/>
                  </a:lnTo>
                  <a:lnTo>
                    <a:pt x="6942697" y="221011"/>
                  </a:lnTo>
                  <a:lnTo>
                    <a:pt x="6942824" y="221011"/>
                  </a:lnTo>
                  <a:lnTo>
                    <a:pt x="6942950" y="221011"/>
                  </a:lnTo>
                  <a:lnTo>
                    <a:pt x="6943076" y="221011"/>
                  </a:lnTo>
                  <a:lnTo>
                    <a:pt x="6943202" y="221011"/>
                  </a:lnTo>
                  <a:lnTo>
                    <a:pt x="6943329" y="221011"/>
                  </a:lnTo>
                  <a:lnTo>
                    <a:pt x="6943455" y="221011"/>
                  </a:lnTo>
                  <a:lnTo>
                    <a:pt x="6943581" y="221011"/>
                  </a:lnTo>
                  <a:lnTo>
                    <a:pt x="6943708" y="221011"/>
                  </a:lnTo>
                  <a:lnTo>
                    <a:pt x="6943834" y="221011"/>
                  </a:lnTo>
                  <a:lnTo>
                    <a:pt x="6943960" y="221011"/>
                  </a:lnTo>
                  <a:lnTo>
                    <a:pt x="6944086" y="221011"/>
                  </a:lnTo>
                  <a:lnTo>
                    <a:pt x="6944213" y="221011"/>
                  </a:lnTo>
                  <a:lnTo>
                    <a:pt x="6944339" y="221011"/>
                  </a:lnTo>
                  <a:lnTo>
                    <a:pt x="6944465" y="221011"/>
                  </a:lnTo>
                  <a:lnTo>
                    <a:pt x="6944465" y="216100"/>
                  </a:lnTo>
                  <a:lnTo>
                    <a:pt x="6944591" y="216100"/>
                  </a:lnTo>
                  <a:lnTo>
                    <a:pt x="6944718" y="216100"/>
                  </a:lnTo>
                  <a:lnTo>
                    <a:pt x="6944844" y="216100"/>
                  </a:lnTo>
                  <a:lnTo>
                    <a:pt x="6944970" y="216100"/>
                  </a:lnTo>
                  <a:lnTo>
                    <a:pt x="6945096" y="216100"/>
                  </a:lnTo>
                  <a:lnTo>
                    <a:pt x="6945223" y="216100"/>
                  </a:lnTo>
                  <a:lnTo>
                    <a:pt x="6945349" y="216100"/>
                  </a:lnTo>
                  <a:lnTo>
                    <a:pt x="6945475" y="216100"/>
                  </a:lnTo>
                  <a:lnTo>
                    <a:pt x="6945601" y="216100"/>
                  </a:lnTo>
                  <a:lnTo>
                    <a:pt x="6945728" y="216100"/>
                  </a:lnTo>
                  <a:lnTo>
                    <a:pt x="6945854" y="216100"/>
                  </a:lnTo>
                  <a:lnTo>
                    <a:pt x="6945980" y="216100"/>
                  </a:lnTo>
                  <a:lnTo>
                    <a:pt x="6946106" y="216100"/>
                  </a:lnTo>
                  <a:lnTo>
                    <a:pt x="6946233" y="216100"/>
                  </a:lnTo>
                  <a:lnTo>
                    <a:pt x="6946359" y="216100"/>
                  </a:lnTo>
                  <a:lnTo>
                    <a:pt x="6946485" y="216100"/>
                  </a:lnTo>
                  <a:lnTo>
                    <a:pt x="6946611" y="216100"/>
                  </a:lnTo>
                  <a:lnTo>
                    <a:pt x="6946738" y="216100"/>
                  </a:lnTo>
                  <a:lnTo>
                    <a:pt x="6946864" y="216100"/>
                  </a:lnTo>
                  <a:lnTo>
                    <a:pt x="6946990" y="216100"/>
                  </a:lnTo>
                  <a:lnTo>
                    <a:pt x="6947116" y="216100"/>
                  </a:lnTo>
                  <a:lnTo>
                    <a:pt x="6947243" y="216100"/>
                  </a:lnTo>
                  <a:lnTo>
                    <a:pt x="6947369" y="216100"/>
                  </a:lnTo>
                  <a:lnTo>
                    <a:pt x="6947495" y="216100"/>
                  </a:lnTo>
                  <a:lnTo>
                    <a:pt x="6947621" y="216100"/>
                  </a:lnTo>
                  <a:lnTo>
                    <a:pt x="6947748" y="216100"/>
                  </a:lnTo>
                  <a:lnTo>
                    <a:pt x="6947874" y="216100"/>
                  </a:lnTo>
                  <a:lnTo>
                    <a:pt x="6948000" y="216100"/>
                  </a:lnTo>
                  <a:lnTo>
                    <a:pt x="6948126" y="216100"/>
                  </a:lnTo>
                  <a:lnTo>
                    <a:pt x="6948253" y="216100"/>
                  </a:lnTo>
                  <a:lnTo>
                    <a:pt x="6948379" y="216100"/>
                  </a:lnTo>
                  <a:lnTo>
                    <a:pt x="6948505" y="216100"/>
                  </a:lnTo>
                  <a:lnTo>
                    <a:pt x="6948632" y="216100"/>
                  </a:lnTo>
                  <a:lnTo>
                    <a:pt x="6948758" y="216100"/>
                  </a:lnTo>
                  <a:lnTo>
                    <a:pt x="6948884" y="216100"/>
                  </a:lnTo>
                  <a:lnTo>
                    <a:pt x="6949010" y="216100"/>
                  </a:lnTo>
                  <a:lnTo>
                    <a:pt x="6949137" y="216100"/>
                  </a:lnTo>
                  <a:lnTo>
                    <a:pt x="6949263" y="216100"/>
                  </a:lnTo>
                  <a:lnTo>
                    <a:pt x="6949389" y="216100"/>
                  </a:lnTo>
                  <a:lnTo>
                    <a:pt x="6949515" y="216100"/>
                  </a:lnTo>
                  <a:lnTo>
                    <a:pt x="6949642" y="216100"/>
                  </a:lnTo>
                  <a:lnTo>
                    <a:pt x="6949768" y="216100"/>
                  </a:lnTo>
                  <a:lnTo>
                    <a:pt x="6949894" y="216100"/>
                  </a:lnTo>
                  <a:lnTo>
                    <a:pt x="6950020" y="216100"/>
                  </a:lnTo>
                  <a:lnTo>
                    <a:pt x="6950147" y="216100"/>
                  </a:lnTo>
                  <a:lnTo>
                    <a:pt x="6950273" y="216100"/>
                  </a:lnTo>
                  <a:lnTo>
                    <a:pt x="6950399" y="216100"/>
                  </a:lnTo>
                  <a:lnTo>
                    <a:pt x="6950525" y="216100"/>
                  </a:lnTo>
                  <a:lnTo>
                    <a:pt x="6950652" y="216100"/>
                  </a:lnTo>
                  <a:lnTo>
                    <a:pt x="6950778" y="216100"/>
                  </a:lnTo>
                  <a:lnTo>
                    <a:pt x="6950904" y="216100"/>
                  </a:lnTo>
                  <a:lnTo>
                    <a:pt x="6951030" y="216100"/>
                  </a:lnTo>
                  <a:lnTo>
                    <a:pt x="6951030" y="211189"/>
                  </a:lnTo>
                  <a:lnTo>
                    <a:pt x="6951157" y="211189"/>
                  </a:lnTo>
                  <a:lnTo>
                    <a:pt x="6951283" y="211189"/>
                  </a:lnTo>
                  <a:lnTo>
                    <a:pt x="6951409" y="211189"/>
                  </a:lnTo>
                  <a:lnTo>
                    <a:pt x="6951535" y="211189"/>
                  </a:lnTo>
                  <a:lnTo>
                    <a:pt x="6951662" y="211189"/>
                  </a:lnTo>
                  <a:lnTo>
                    <a:pt x="6951788" y="211189"/>
                  </a:lnTo>
                  <a:lnTo>
                    <a:pt x="6951914" y="211189"/>
                  </a:lnTo>
                  <a:lnTo>
                    <a:pt x="6952040" y="211189"/>
                  </a:lnTo>
                  <a:lnTo>
                    <a:pt x="6952167" y="211189"/>
                  </a:lnTo>
                  <a:lnTo>
                    <a:pt x="6952293" y="211189"/>
                  </a:lnTo>
                  <a:lnTo>
                    <a:pt x="6952419" y="211189"/>
                  </a:lnTo>
                  <a:lnTo>
                    <a:pt x="6952545" y="211189"/>
                  </a:lnTo>
                  <a:lnTo>
                    <a:pt x="6952672" y="211189"/>
                  </a:lnTo>
                  <a:lnTo>
                    <a:pt x="6952798" y="211189"/>
                  </a:lnTo>
                  <a:lnTo>
                    <a:pt x="6952924" y="211189"/>
                  </a:lnTo>
                  <a:lnTo>
                    <a:pt x="6953050" y="211189"/>
                  </a:lnTo>
                  <a:lnTo>
                    <a:pt x="6953177" y="211189"/>
                  </a:lnTo>
                  <a:lnTo>
                    <a:pt x="6953303" y="211189"/>
                  </a:lnTo>
                  <a:lnTo>
                    <a:pt x="6953429" y="211189"/>
                  </a:lnTo>
                  <a:lnTo>
                    <a:pt x="6953556" y="211189"/>
                  </a:lnTo>
                  <a:lnTo>
                    <a:pt x="6953682" y="211189"/>
                  </a:lnTo>
                  <a:lnTo>
                    <a:pt x="6953808" y="211189"/>
                  </a:lnTo>
                  <a:lnTo>
                    <a:pt x="6953934" y="211189"/>
                  </a:lnTo>
                  <a:lnTo>
                    <a:pt x="6954061" y="211189"/>
                  </a:lnTo>
                  <a:lnTo>
                    <a:pt x="6954187" y="211189"/>
                  </a:lnTo>
                  <a:lnTo>
                    <a:pt x="6954313" y="211189"/>
                  </a:lnTo>
                  <a:lnTo>
                    <a:pt x="6954439" y="211189"/>
                  </a:lnTo>
                  <a:lnTo>
                    <a:pt x="6954566" y="211189"/>
                  </a:lnTo>
                  <a:lnTo>
                    <a:pt x="6954692" y="211189"/>
                  </a:lnTo>
                  <a:lnTo>
                    <a:pt x="6954818" y="211189"/>
                  </a:lnTo>
                  <a:lnTo>
                    <a:pt x="6954944" y="211189"/>
                  </a:lnTo>
                  <a:lnTo>
                    <a:pt x="6955071" y="211189"/>
                  </a:lnTo>
                  <a:lnTo>
                    <a:pt x="6955197" y="211189"/>
                  </a:lnTo>
                  <a:lnTo>
                    <a:pt x="6955323" y="211189"/>
                  </a:lnTo>
                  <a:lnTo>
                    <a:pt x="6955449" y="211189"/>
                  </a:lnTo>
                  <a:lnTo>
                    <a:pt x="6955576" y="211189"/>
                  </a:lnTo>
                  <a:lnTo>
                    <a:pt x="6955702" y="211189"/>
                  </a:lnTo>
                  <a:lnTo>
                    <a:pt x="6955828" y="211189"/>
                  </a:lnTo>
                  <a:lnTo>
                    <a:pt x="6955954" y="211189"/>
                  </a:lnTo>
                  <a:lnTo>
                    <a:pt x="6956081" y="211189"/>
                  </a:lnTo>
                  <a:lnTo>
                    <a:pt x="6956207" y="211189"/>
                  </a:lnTo>
                  <a:lnTo>
                    <a:pt x="6956333" y="211189"/>
                  </a:lnTo>
                  <a:lnTo>
                    <a:pt x="6956459" y="211189"/>
                  </a:lnTo>
                  <a:lnTo>
                    <a:pt x="6956586" y="211189"/>
                  </a:lnTo>
                  <a:lnTo>
                    <a:pt x="6956712" y="211189"/>
                  </a:lnTo>
                  <a:lnTo>
                    <a:pt x="6956838" y="211189"/>
                  </a:lnTo>
                  <a:lnTo>
                    <a:pt x="6956964" y="211189"/>
                  </a:lnTo>
                  <a:lnTo>
                    <a:pt x="6957091" y="211189"/>
                  </a:lnTo>
                  <a:lnTo>
                    <a:pt x="6957217" y="211189"/>
                  </a:lnTo>
                  <a:lnTo>
                    <a:pt x="6957343" y="211189"/>
                  </a:lnTo>
                  <a:lnTo>
                    <a:pt x="6957469" y="211189"/>
                  </a:lnTo>
                  <a:lnTo>
                    <a:pt x="6957596" y="211189"/>
                  </a:lnTo>
                  <a:lnTo>
                    <a:pt x="6957722" y="211189"/>
                  </a:lnTo>
                  <a:lnTo>
                    <a:pt x="6957848" y="211189"/>
                  </a:lnTo>
                  <a:lnTo>
                    <a:pt x="6957974" y="211189"/>
                  </a:lnTo>
                  <a:lnTo>
                    <a:pt x="6958101" y="211189"/>
                  </a:lnTo>
                  <a:lnTo>
                    <a:pt x="6958227" y="211189"/>
                  </a:lnTo>
                  <a:lnTo>
                    <a:pt x="6958353" y="211189"/>
                  </a:lnTo>
                  <a:lnTo>
                    <a:pt x="6958479" y="211189"/>
                  </a:lnTo>
                  <a:lnTo>
                    <a:pt x="6958606" y="211189"/>
                  </a:lnTo>
                  <a:lnTo>
                    <a:pt x="6958732" y="211189"/>
                  </a:lnTo>
                  <a:lnTo>
                    <a:pt x="6958858" y="211189"/>
                  </a:lnTo>
                  <a:lnTo>
                    <a:pt x="6958985" y="211189"/>
                  </a:lnTo>
                  <a:lnTo>
                    <a:pt x="6959111" y="211189"/>
                  </a:lnTo>
                  <a:lnTo>
                    <a:pt x="6959237" y="211189"/>
                  </a:lnTo>
                  <a:lnTo>
                    <a:pt x="6959363" y="211189"/>
                  </a:lnTo>
                  <a:lnTo>
                    <a:pt x="6959490" y="211189"/>
                  </a:lnTo>
                  <a:lnTo>
                    <a:pt x="6959616" y="211189"/>
                  </a:lnTo>
                  <a:lnTo>
                    <a:pt x="6959742" y="211189"/>
                  </a:lnTo>
                  <a:lnTo>
                    <a:pt x="6959868" y="211189"/>
                  </a:lnTo>
                  <a:lnTo>
                    <a:pt x="6959995" y="211189"/>
                  </a:lnTo>
                  <a:lnTo>
                    <a:pt x="6960121" y="211189"/>
                  </a:lnTo>
                  <a:lnTo>
                    <a:pt x="6960247" y="211189"/>
                  </a:lnTo>
                  <a:lnTo>
                    <a:pt x="6960373" y="211189"/>
                  </a:lnTo>
                  <a:lnTo>
                    <a:pt x="6960500" y="211189"/>
                  </a:lnTo>
                  <a:lnTo>
                    <a:pt x="6960626" y="211189"/>
                  </a:lnTo>
                  <a:lnTo>
                    <a:pt x="6960752" y="211189"/>
                  </a:lnTo>
                  <a:lnTo>
                    <a:pt x="6960878" y="211189"/>
                  </a:lnTo>
                  <a:lnTo>
                    <a:pt x="6961005" y="211189"/>
                  </a:lnTo>
                  <a:lnTo>
                    <a:pt x="6961131" y="211189"/>
                  </a:lnTo>
                  <a:lnTo>
                    <a:pt x="6961257" y="211189"/>
                  </a:lnTo>
                  <a:lnTo>
                    <a:pt x="6961383" y="211189"/>
                  </a:lnTo>
                  <a:lnTo>
                    <a:pt x="6961510" y="211189"/>
                  </a:lnTo>
                  <a:lnTo>
                    <a:pt x="6961636" y="211189"/>
                  </a:lnTo>
                  <a:lnTo>
                    <a:pt x="6961762" y="211189"/>
                  </a:lnTo>
                  <a:lnTo>
                    <a:pt x="6961888" y="211189"/>
                  </a:lnTo>
                  <a:lnTo>
                    <a:pt x="6962015" y="211189"/>
                  </a:lnTo>
                  <a:lnTo>
                    <a:pt x="6962141" y="211189"/>
                  </a:lnTo>
                  <a:lnTo>
                    <a:pt x="6962267" y="211189"/>
                  </a:lnTo>
                  <a:lnTo>
                    <a:pt x="6962393" y="211189"/>
                  </a:lnTo>
                  <a:lnTo>
                    <a:pt x="6962520" y="211189"/>
                  </a:lnTo>
                  <a:lnTo>
                    <a:pt x="6962646" y="211189"/>
                  </a:lnTo>
                  <a:lnTo>
                    <a:pt x="6962772" y="211189"/>
                  </a:lnTo>
                  <a:lnTo>
                    <a:pt x="6962898" y="211189"/>
                  </a:lnTo>
                  <a:lnTo>
                    <a:pt x="6963025" y="211189"/>
                  </a:lnTo>
                  <a:lnTo>
                    <a:pt x="6963151" y="211189"/>
                  </a:lnTo>
                  <a:lnTo>
                    <a:pt x="6963277" y="211189"/>
                  </a:lnTo>
                  <a:lnTo>
                    <a:pt x="6963403" y="211189"/>
                  </a:lnTo>
                  <a:lnTo>
                    <a:pt x="6963530" y="211189"/>
                  </a:lnTo>
                  <a:lnTo>
                    <a:pt x="6963656" y="211189"/>
                  </a:lnTo>
                  <a:lnTo>
                    <a:pt x="6963782" y="211189"/>
                  </a:lnTo>
                  <a:lnTo>
                    <a:pt x="6963909" y="211189"/>
                  </a:lnTo>
                  <a:lnTo>
                    <a:pt x="6964035" y="211189"/>
                  </a:lnTo>
                  <a:lnTo>
                    <a:pt x="6964161" y="211189"/>
                  </a:lnTo>
                  <a:lnTo>
                    <a:pt x="6964287" y="211189"/>
                  </a:lnTo>
                  <a:lnTo>
                    <a:pt x="6964414" y="211189"/>
                  </a:lnTo>
                  <a:lnTo>
                    <a:pt x="6964540" y="211189"/>
                  </a:lnTo>
                  <a:lnTo>
                    <a:pt x="6964666" y="211189"/>
                  </a:lnTo>
                  <a:lnTo>
                    <a:pt x="6964792" y="211189"/>
                  </a:lnTo>
                  <a:lnTo>
                    <a:pt x="6964919" y="211189"/>
                  </a:lnTo>
                  <a:lnTo>
                    <a:pt x="6965045" y="211189"/>
                  </a:lnTo>
                  <a:lnTo>
                    <a:pt x="6965171" y="211189"/>
                  </a:lnTo>
                  <a:lnTo>
                    <a:pt x="6965297" y="211189"/>
                  </a:lnTo>
                  <a:lnTo>
                    <a:pt x="6965424" y="211189"/>
                  </a:lnTo>
                  <a:lnTo>
                    <a:pt x="6965550" y="211189"/>
                  </a:lnTo>
                  <a:lnTo>
                    <a:pt x="6965676" y="211189"/>
                  </a:lnTo>
                  <a:lnTo>
                    <a:pt x="6965802" y="211189"/>
                  </a:lnTo>
                  <a:lnTo>
                    <a:pt x="6965929" y="211189"/>
                  </a:lnTo>
                  <a:lnTo>
                    <a:pt x="6966055" y="211189"/>
                  </a:lnTo>
                  <a:lnTo>
                    <a:pt x="6966181" y="211189"/>
                  </a:lnTo>
                  <a:lnTo>
                    <a:pt x="6966307" y="211189"/>
                  </a:lnTo>
                  <a:lnTo>
                    <a:pt x="6966434" y="211189"/>
                  </a:lnTo>
                  <a:lnTo>
                    <a:pt x="6966560" y="211189"/>
                  </a:lnTo>
                  <a:lnTo>
                    <a:pt x="6966686" y="211189"/>
                  </a:lnTo>
                  <a:lnTo>
                    <a:pt x="6966812" y="211189"/>
                  </a:lnTo>
                  <a:lnTo>
                    <a:pt x="6966939" y="211189"/>
                  </a:lnTo>
                  <a:lnTo>
                    <a:pt x="6967065" y="211189"/>
                  </a:lnTo>
                  <a:lnTo>
                    <a:pt x="6967191" y="211189"/>
                  </a:lnTo>
                  <a:lnTo>
                    <a:pt x="6967317" y="211189"/>
                  </a:lnTo>
                  <a:lnTo>
                    <a:pt x="6967444" y="211189"/>
                  </a:lnTo>
                  <a:lnTo>
                    <a:pt x="6967570" y="211189"/>
                  </a:lnTo>
                  <a:lnTo>
                    <a:pt x="6967696" y="211189"/>
                  </a:lnTo>
                  <a:lnTo>
                    <a:pt x="6967822" y="211189"/>
                  </a:lnTo>
                  <a:lnTo>
                    <a:pt x="6967949" y="211189"/>
                  </a:lnTo>
                  <a:lnTo>
                    <a:pt x="6968075" y="211189"/>
                  </a:lnTo>
                  <a:lnTo>
                    <a:pt x="6968201" y="211189"/>
                  </a:lnTo>
                  <a:lnTo>
                    <a:pt x="6968327" y="211189"/>
                  </a:lnTo>
                  <a:lnTo>
                    <a:pt x="6968454" y="211189"/>
                  </a:lnTo>
                  <a:lnTo>
                    <a:pt x="6968580" y="211189"/>
                  </a:lnTo>
                  <a:lnTo>
                    <a:pt x="6968706" y="211189"/>
                  </a:lnTo>
                  <a:lnTo>
                    <a:pt x="6968832" y="211189"/>
                  </a:lnTo>
                  <a:lnTo>
                    <a:pt x="6968959" y="211189"/>
                  </a:lnTo>
                  <a:lnTo>
                    <a:pt x="6969085" y="211189"/>
                  </a:lnTo>
                  <a:lnTo>
                    <a:pt x="6969211" y="211189"/>
                  </a:lnTo>
                  <a:lnTo>
                    <a:pt x="6969338" y="211189"/>
                  </a:lnTo>
                  <a:lnTo>
                    <a:pt x="6969464" y="211189"/>
                  </a:lnTo>
                  <a:lnTo>
                    <a:pt x="6969590" y="211189"/>
                  </a:lnTo>
                  <a:lnTo>
                    <a:pt x="6969716" y="211189"/>
                  </a:lnTo>
                  <a:lnTo>
                    <a:pt x="6969843" y="211189"/>
                  </a:lnTo>
                  <a:lnTo>
                    <a:pt x="6969969" y="211189"/>
                  </a:lnTo>
                  <a:lnTo>
                    <a:pt x="6970095" y="211189"/>
                  </a:lnTo>
                  <a:lnTo>
                    <a:pt x="6970221" y="211189"/>
                  </a:lnTo>
                  <a:lnTo>
                    <a:pt x="6970348" y="211189"/>
                  </a:lnTo>
                  <a:lnTo>
                    <a:pt x="6970474" y="211189"/>
                  </a:lnTo>
                  <a:lnTo>
                    <a:pt x="6970600" y="211189"/>
                  </a:lnTo>
                  <a:lnTo>
                    <a:pt x="6970726" y="211189"/>
                  </a:lnTo>
                  <a:lnTo>
                    <a:pt x="6970853" y="211189"/>
                  </a:lnTo>
                  <a:lnTo>
                    <a:pt x="6970979" y="211189"/>
                  </a:lnTo>
                  <a:lnTo>
                    <a:pt x="6971105" y="211189"/>
                  </a:lnTo>
                  <a:lnTo>
                    <a:pt x="6971231" y="211189"/>
                  </a:lnTo>
                  <a:lnTo>
                    <a:pt x="6971358" y="211189"/>
                  </a:lnTo>
                  <a:lnTo>
                    <a:pt x="6971484" y="211189"/>
                  </a:lnTo>
                  <a:lnTo>
                    <a:pt x="6971610" y="211189"/>
                  </a:lnTo>
                  <a:lnTo>
                    <a:pt x="6971736" y="211189"/>
                  </a:lnTo>
                  <a:lnTo>
                    <a:pt x="6971863" y="211189"/>
                  </a:lnTo>
                  <a:lnTo>
                    <a:pt x="6971989" y="211189"/>
                  </a:lnTo>
                  <a:lnTo>
                    <a:pt x="6972115" y="211189"/>
                  </a:lnTo>
                  <a:lnTo>
                    <a:pt x="6972241" y="211189"/>
                  </a:lnTo>
                  <a:lnTo>
                    <a:pt x="6972368" y="211189"/>
                  </a:lnTo>
                  <a:lnTo>
                    <a:pt x="6972494" y="211189"/>
                  </a:lnTo>
                  <a:lnTo>
                    <a:pt x="6972620" y="211189"/>
                  </a:lnTo>
                  <a:lnTo>
                    <a:pt x="6972746" y="211189"/>
                  </a:lnTo>
                  <a:lnTo>
                    <a:pt x="6972873" y="211189"/>
                  </a:lnTo>
                  <a:lnTo>
                    <a:pt x="6972999" y="211189"/>
                  </a:lnTo>
                  <a:lnTo>
                    <a:pt x="6973125" y="211189"/>
                  </a:lnTo>
                  <a:lnTo>
                    <a:pt x="6973251" y="211189"/>
                  </a:lnTo>
                  <a:lnTo>
                    <a:pt x="6973378" y="211189"/>
                  </a:lnTo>
                  <a:lnTo>
                    <a:pt x="6973504" y="211189"/>
                  </a:lnTo>
                  <a:lnTo>
                    <a:pt x="6973630" y="211189"/>
                  </a:lnTo>
                  <a:lnTo>
                    <a:pt x="6973756" y="211189"/>
                  </a:lnTo>
                  <a:lnTo>
                    <a:pt x="6973883" y="211189"/>
                  </a:lnTo>
                  <a:lnTo>
                    <a:pt x="6974009" y="211189"/>
                  </a:lnTo>
                  <a:lnTo>
                    <a:pt x="6974135" y="211189"/>
                  </a:lnTo>
                  <a:lnTo>
                    <a:pt x="6974262" y="211189"/>
                  </a:lnTo>
                  <a:lnTo>
                    <a:pt x="6974388" y="211189"/>
                  </a:lnTo>
                  <a:lnTo>
                    <a:pt x="6974514" y="211189"/>
                  </a:lnTo>
                  <a:lnTo>
                    <a:pt x="6974640" y="211189"/>
                  </a:lnTo>
                  <a:lnTo>
                    <a:pt x="6974767" y="211189"/>
                  </a:lnTo>
                  <a:lnTo>
                    <a:pt x="6974893" y="211189"/>
                  </a:lnTo>
                  <a:lnTo>
                    <a:pt x="6975019" y="211189"/>
                  </a:lnTo>
                  <a:lnTo>
                    <a:pt x="6975145" y="211189"/>
                  </a:lnTo>
                  <a:lnTo>
                    <a:pt x="6975272" y="211189"/>
                  </a:lnTo>
                  <a:lnTo>
                    <a:pt x="6975398" y="211189"/>
                  </a:lnTo>
                  <a:lnTo>
                    <a:pt x="6975524" y="211189"/>
                  </a:lnTo>
                  <a:lnTo>
                    <a:pt x="6975650" y="211189"/>
                  </a:lnTo>
                  <a:lnTo>
                    <a:pt x="6975777" y="211189"/>
                  </a:lnTo>
                  <a:lnTo>
                    <a:pt x="6975903" y="211189"/>
                  </a:lnTo>
                  <a:lnTo>
                    <a:pt x="6976029" y="211189"/>
                  </a:lnTo>
                  <a:lnTo>
                    <a:pt x="6976155" y="211189"/>
                  </a:lnTo>
                  <a:lnTo>
                    <a:pt x="6976282" y="211189"/>
                  </a:lnTo>
                  <a:lnTo>
                    <a:pt x="6976408" y="211189"/>
                  </a:lnTo>
                  <a:lnTo>
                    <a:pt x="6976534" y="211189"/>
                  </a:lnTo>
                  <a:lnTo>
                    <a:pt x="6976660" y="211189"/>
                  </a:lnTo>
                  <a:lnTo>
                    <a:pt x="6976787" y="211189"/>
                  </a:lnTo>
                  <a:lnTo>
                    <a:pt x="6976913" y="211189"/>
                  </a:lnTo>
                  <a:lnTo>
                    <a:pt x="6977039" y="211189"/>
                  </a:lnTo>
                  <a:lnTo>
                    <a:pt x="6977165" y="211189"/>
                  </a:lnTo>
                  <a:lnTo>
                    <a:pt x="6977292" y="211189"/>
                  </a:lnTo>
                  <a:lnTo>
                    <a:pt x="6977418" y="211189"/>
                  </a:lnTo>
                  <a:lnTo>
                    <a:pt x="6977544" y="211189"/>
                  </a:lnTo>
                  <a:lnTo>
                    <a:pt x="6977670" y="211189"/>
                  </a:lnTo>
                  <a:lnTo>
                    <a:pt x="6977797" y="211189"/>
                  </a:lnTo>
                  <a:lnTo>
                    <a:pt x="6977923" y="211189"/>
                  </a:lnTo>
                  <a:lnTo>
                    <a:pt x="6978049" y="211189"/>
                  </a:lnTo>
                  <a:lnTo>
                    <a:pt x="6978175" y="211189"/>
                  </a:lnTo>
                  <a:lnTo>
                    <a:pt x="6978302" y="211189"/>
                  </a:lnTo>
                  <a:lnTo>
                    <a:pt x="6978428" y="211189"/>
                  </a:lnTo>
                  <a:lnTo>
                    <a:pt x="6978554" y="211189"/>
                  </a:lnTo>
                  <a:lnTo>
                    <a:pt x="6978680" y="211189"/>
                  </a:lnTo>
                  <a:lnTo>
                    <a:pt x="6978807" y="211189"/>
                  </a:lnTo>
                  <a:lnTo>
                    <a:pt x="6978933" y="211189"/>
                  </a:lnTo>
                  <a:lnTo>
                    <a:pt x="6979059" y="211189"/>
                  </a:lnTo>
                  <a:lnTo>
                    <a:pt x="6979185" y="211189"/>
                  </a:lnTo>
                  <a:lnTo>
                    <a:pt x="6979312" y="211189"/>
                  </a:lnTo>
                  <a:lnTo>
                    <a:pt x="6979438" y="211189"/>
                  </a:lnTo>
                  <a:lnTo>
                    <a:pt x="6979564" y="211189"/>
                  </a:lnTo>
                  <a:lnTo>
                    <a:pt x="6979691" y="211189"/>
                  </a:lnTo>
                  <a:lnTo>
                    <a:pt x="6979817" y="211189"/>
                  </a:lnTo>
                  <a:lnTo>
                    <a:pt x="6979943" y="211189"/>
                  </a:lnTo>
                  <a:lnTo>
                    <a:pt x="6980069" y="211189"/>
                  </a:lnTo>
                  <a:lnTo>
                    <a:pt x="6980196" y="211189"/>
                  </a:lnTo>
                  <a:lnTo>
                    <a:pt x="6980322" y="211189"/>
                  </a:lnTo>
                  <a:lnTo>
                    <a:pt x="6980448" y="211189"/>
                  </a:lnTo>
                  <a:lnTo>
                    <a:pt x="6980448" y="206277"/>
                  </a:lnTo>
                  <a:lnTo>
                    <a:pt x="6980574" y="206277"/>
                  </a:lnTo>
                  <a:lnTo>
                    <a:pt x="6980701" y="206277"/>
                  </a:lnTo>
                  <a:lnTo>
                    <a:pt x="6980827" y="206277"/>
                  </a:lnTo>
                  <a:lnTo>
                    <a:pt x="6980953" y="206277"/>
                  </a:lnTo>
                  <a:lnTo>
                    <a:pt x="6981079" y="206277"/>
                  </a:lnTo>
                  <a:lnTo>
                    <a:pt x="6981206" y="206277"/>
                  </a:lnTo>
                  <a:lnTo>
                    <a:pt x="6981332" y="206277"/>
                  </a:lnTo>
                  <a:lnTo>
                    <a:pt x="6981458" y="206277"/>
                  </a:lnTo>
                  <a:lnTo>
                    <a:pt x="6981584" y="206277"/>
                  </a:lnTo>
                  <a:lnTo>
                    <a:pt x="6981711" y="206277"/>
                  </a:lnTo>
                  <a:lnTo>
                    <a:pt x="6981837" y="206277"/>
                  </a:lnTo>
                  <a:lnTo>
                    <a:pt x="6981963" y="206277"/>
                  </a:lnTo>
                  <a:lnTo>
                    <a:pt x="6982089" y="206277"/>
                  </a:lnTo>
                  <a:lnTo>
                    <a:pt x="6982216" y="206277"/>
                  </a:lnTo>
                  <a:lnTo>
                    <a:pt x="6982342" y="206277"/>
                  </a:lnTo>
                  <a:lnTo>
                    <a:pt x="6982468" y="206277"/>
                  </a:lnTo>
                  <a:lnTo>
                    <a:pt x="6982594" y="206277"/>
                  </a:lnTo>
                  <a:lnTo>
                    <a:pt x="6982721" y="206277"/>
                  </a:lnTo>
                  <a:lnTo>
                    <a:pt x="6982847" y="206277"/>
                  </a:lnTo>
                  <a:lnTo>
                    <a:pt x="6982973" y="206277"/>
                  </a:lnTo>
                  <a:lnTo>
                    <a:pt x="6983099" y="206277"/>
                  </a:lnTo>
                  <a:lnTo>
                    <a:pt x="6983226" y="206277"/>
                  </a:lnTo>
                  <a:lnTo>
                    <a:pt x="6983352" y="206277"/>
                  </a:lnTo>
                  <a:lnTo>
                    <a:pt x="6983478" y="206277"/>
                  </a:lnTo>
                  <a:lnTo>
                    <a:pt x="6983604" y="206277"/>
                  </a:lnTo>
                  <a:lnTo>
                    <a:pt x="6983731" y="206277"/>
                  </a:lnTo>
                  <a:lnTo>
                    <a:pt x="6983857" y="206277"/>
                  </a:lnTo>
                  <a:lnTo>
                    <a:pt x="6983983" y="206277"/>
                  </a:lnTo>
                  <a:lnTo>
                    <a:pt x="6984109" y="206277"/>
                  </a:lnTo>
                  <a:lnTo>
                    <a:pt x="6984236" y="206277"/>
                  </a:lnTo>
                  <a:lnTo>
                    <a:pt x="6984362" y="206277"/>
                  </a:lnTo>
                  <a:lnTo>
                    <a:pt x="6984488" y="206277"/>
                  </a:lnTo>
                  <a:lnTo>
                    <a:pt x="6984615" y="206277"/>
                  </a:lnTo>
                  <a:lnTo>
                    <a:pt x="6984741" y="206277"/>
                  </a:lnTo>
                  <a:lnTo>
                    <a:pt x="6984867" y="206277"/>
                  </a:lnTo>
                  <a:lnTo>
                    <a:pt x="6984993" y="206277"/>
                  </a:lnTo>
                  <a:lnTo>
                    <a:pt x="6985120" y="206277"/>
                  </a:lnTo>
                  <a:lnTo>
                    <a:pt x="6985246" y="206277"/>
                  </a:lnTo>
                  <a:lnTo>
                    <a:pt x="6985372" y="206277"/>
                  </a:lnTo>
                  <a:lnTo>
                    <a:pt x="6985498" y="206277"/>
                  </a:lnTo>
                  <a:lnTo>
                    <a:pt x="6985625" y="206277"/>
                  </a:lnTo>
                  <a:lnTo>
                    <a:pt x="6985751" y="206277"/>
                  </a:lnTo>
                  <a:lnTo>
                    <a:pt x="6985877" y="206277"/>
                  </a:lnTo>
                  <a:lnTo>
                    <a:pt x="6986003" y="206277"/>
                  </a:lnTo>
                  <a:lnTo>
                    <a:pt x="6986130" y="206277"/>
                  </a:lnTo>
                  <a:lnTo>
                    <a:pt x="6986256" y="206277"/>
                  </a:lnTo>
                  <a:lnTo>
                    <a:pt x="6986382" y="206277"/>
                  </a:lnTo>
                  <a:lnTo>
                    <a:pt x="6986508" y="206277"/>
                  </a:lnTo>
                  <a:lnTo>
                    <a:pt x="6986635" y="206277"/>
                  </a:lnTo>
                  <a:lnTo>
                    <a:pt x="6986761" y="206277"/>
                  </a:lnTo>
                  <a:lnTo>
                    <a:pt x="6986887" y="206277"/>
                  </a:lnTo>
                  <a:lnTo>
                    <a:pt x="6987013" y="206277"/>
                  </a:lnTo>
                  <a:lnTo>
                    <a:pt x="6987140" y="206277"/>
                  </a:lnTo>
                  <a:lnTo>
                    <a:pt x="6987266" y="206277"/>
                  </a:lnTo>
                  <a:lnTo>
                    <a:pt x="6987392" y="206277"/>
                  </a:lnTo>
                  <a:lnTo>
                    <a:pt x="6987518" y="206277"/>
                  </a:lnTo>
                  <a:lnTo>
                    <a:pt x="6987645" y="206277"/>
                  </a:lnTo>
                  <a:lnTo>
                    <a:pt x="6987771" y="206277"/>
                  </a:lnTo>
                  <a:lnTo>
                    <a:pt x="6987897" y="206277"/>
                  </a:lnTo>
                  <a:lnTo>
                    <a:pt x="6988023" y="206277"/>
                  </a:lnTo>
                  <a:lnTo>
                    <a:pt x="6988150" y="206277"/>
                  </a:lnTo>
                  <a:lnTo>
                    <a:pt x="6988276" y="206277"/>
                  </a:lnTo>
                  <a:lnTo>
                    <a:pt x="6988402" y="206277"/>
                  </a:lnTo>
                  <a:lnTo>
                    <a:pt x="6988528" y="206277"/>
                  </a:lnTo>
                  <a:lnTo>
                    <a:pt x="6988655" y="206277"/>
                  </a:lnTo>
                  <a:lnTo>
                    <a:pt x="6988781" y="206277"/>
                  </a:lnTo>
                  <a:lnTo>
                    <a:pt x="6988907" y="206277"/>
                  </a:lnTo>
                  <a:lnTo>
                    <a:pt x="6989033" y="206277"/>
                  </a:lnTo>
                  <a:lnTo>
                    <a:pt x="6989160" y="206277"/>
                  </a:lnTo>
                  <a:lnTo>
                    <a:pt x="6989286" y="206277"/>
                  </a:lnTo>
                  <a:lnTo>
                    <a:pt x="6989412" y="206277"/>
                  </a:lnTo>
                  <a:lnTo>
                    <a:pt x="6989538" y="206277"/>
                  </a:lnTo>
                  <a:lnTo>
                    <a:pt x="6989665" y="206277"/>
                  </a:lnTo>
                  <a:lnTo>
                    <a:pt x="6989791" y="206277"/>
                  </a:lnTo>
                  <a:lnTo>
                    <a:pt x="6989917" y="206277"/>
                  </a:lnTo>
                  <a:lnTo>
                    <a:pt x="6990044" y="206277"/>
                  </a:lnTo>
                  <a:lnTo>
                    <a:pt x="6990170" y="206277"/>
                  </a:lnTo>
                  <a:lnTo>
                    <a:pt x="6990296" y="206277"/>
                  </a:lnTo>
                  <a:lnTo>
                    <a:pt x="6990422" y="206277"/>
                  </a:lnTo>
                  <a:lnTo>
                    <a:pt x="6990549" y="206277"/>
                  </a:lnTo>
                  <a:lnTo>
                    <a:pt x="6990675" y="206277"/>
                  </a:lnTo>
                  <a:lnTo>
                    <a:pt x="6990801" y="206277"/>
                  </a:lnTo>
                  <a:lnTo>
                    <a:pt x="6990927" y="206277"/>
                  </a:lnTo>
                  <a:lnTo>
                    <a:pt x="6991054" y="206277"/>
                  </a:lnTo>
                  <a:lnTo>
                    <a:pt x="6991180" y="206277"/>
                  </a:lnTo>
                  <a:lnTo>
                    <a:pt x="6991306" y="206277"/>
                  </a:lnTo>
                  <a:lnTo>
                    <a:pt x="6991432" y="206277"/>
                  </a:lnTo>
                  <a:lnTo>
                    <a:pt x="6991559" y="206277"/>
                  </a:lnTo>
                  <a:lnTo>
                    <a:pt x="6991685" y="206277"/>
                  </a:lnTo>
                  <a:lnTo>
                    <a:pt x="6991811" y="206277"/>
                  </a:lnTo>
                  <a:lnTo>
                    <a:pt x="6991937" y="206277"/>
                  </a:lnTo>
                  <a:lnTo>
                    <a:pt x="6992064" y="206277"/>
                  </a:lnTo>
                  <a:lnTo>
                    <a:pt x="6992190" y="206277"/>
                  </a:lnTo>
                  <a:lnTo>
                    <a:pt x="6992316" y="206277"/>
                  </a:lnTo>
                  <a:lnTo>
                    <a:pt x="6992442" y="206277"/>
                  </a:lnTo>
                  <a:lnTo>
                    <a:pt x="6992569" y="206277"/>
                  </a:lnTo>
                  <a:lnTo>
                    <a:pt x="6992695" y="206277"/>
                  </a:lnTo>
                  <a:lnTo>
                    <a:pt x="6992821" y="206277"/>
                  </a:lnTo>
                  <a:lnTo>
                    <a:pt x="6992947" y="206277"/>
                  </a:lnTo>
                  <a:lnTo>
                    <a:pt x="6993074" y="206277"/>
                  </a:lnTo>
                  <a:lnTo>
                    <a:pt x="6993200" y="206277"/>
                  </a:lnTo>
                  <a:lnTo>
                    <a:pt x="6993326" y="206277"/>
                  </a:lnTo>
                  <a:lnTo>
                    <a:pt x="6993452" y="206277"/>
                  </a:lnTo>
                  <a:lnTo>
                    <a:pt x="6993579" y="206277"/>
                  </a:lnTo>
                  <a:lnTo>
                    <a:pt x="6993705" y="206277"/>
                  </a:lnTo>
                  <a:lnTo>
                    <a:pt x="6993831" y="206277"/>
                  </a:lnTo>
                  <a:lnTo>
                    <a:pt x="6993957" y="206277"/>
                  </a:lnTo>
                  <a:lnTo>
                    <a:pt x="6994084" y="206277"/>
                  </a:lnTo>
                  <a:lnTo>
                    <a:pt x="6994210" y="206277"/>
                  </a:lnTo>
                  <a:lnTo>
                    <a:pt x="6994336" y="206277"/>
                  </a:lnTo>
                  <a:lnTo>
                    <a:pt x="6994462" y="206277"/>
                  </a:lnTo>
                  <a:lnTo>
                    <a:pt x="6994589" y="206277"/>
                  </a:lnTo>
                  <a:lnTo>
                    <a:pt x="6994715" y="206277"/>
                  </a:lnTo>
                  <a:lnTo>
                    <a:pt x="6994841" y="206277"/>
                  </a:lnTo>
                  <a:lnTo>
                    <a:pt x="6994968" y="206277"/>
                  </a:lnTo>
                  <a:lnTo>
                    <a:pt x="6995094" y="206277"/>
                  </a:lnTo>
                  <a:lnTo>
                    <a:pt x="6995220" y="206277"/>
                  </a:lnTo>
                  <a:lnTo>
                    <a:pt x="6995346" y="206277"/>
                  </a:lnTo>
                  <a:lnTo>
                    <a:pt x="6995473" y="206277"/>
                  </a:lnTo>
                  <a:lnTo>
                    <a:pt x="6995599" y="206277"/>
                  </a:lnTo>
                  <a:lnTo>
                    <a:pt x="6995725" y="206277"/>
                  </a:lnTo>
                  <a:lnTo>
                    <a:pt x="6995851" y="206277"/>
                  </a:lnTo>
                  <a:lnTo>
                    <a:pt x="6995978" y="206277"/>
                  </a:lnTo>
                  <a:lnTo>
                    <a:pt x="6996104" y="206277"/>
                  </a:lnTo>
                  <a:lnTo>
                    <a:pt x="6996230" y="206277"/>
                  </a:lnTo>
                  <a:lnTo>
                    <a:pt x="6996356" y="206277"/>
                  </a:lnTo>
                  <a:lnTo>
                    <a:pt x="6996483" y="206277"/>
                  </a:lnTo>
                  <a:lnTo>
                    <a:pt x="6996609" y="206277"/>
                  </a:lnTo>
                  <a:lnTo>
                    <a:pt x="6996735" y="206277"/>
                  </a:lnTo>
                  <a:lnTo>
                    <a:pt x="6996735" y="201366"/>
                  </a:lnTo>
                  <a:lnTo>
                    <a:pt x="6996861" y="201366"/>
                  </a:lnTo>
                  <a:lnTo>
                    <a:pt x="6996988" y="201366"/>
                  </a:lnTo>
                  <a:lnTo>
                    <a:pt x="6997114" y="201366"/>
                  </a:lnTo>
                  <a:lnTo>
                    <a:pt x="6997240" y="201366"/>
                  </a:lnTo>
                  <a:lnTo>
                    <a:pt x="6997366" y="201366"/>
                  </a:lnTo>
                  <a:lnTo>
                    <a:pt x="6997493" y="201366"/>
                  </a:lnTo>
                  <a:lnTo>
                    <a:pt x="6997619" y="201366"/>
                  </a:lnTo>
                  <a:lnTo>
                    <a:pt x="6997745" y="201366"/>
                  </a:lnTo>
                  <a:lnTo>
                    <a:pt x="6997871" y="201366"/>
                  </a:lnTo>
                  <a:lnTo>
                    <a:pt x="6997998" y="201366"/>
                  </a:lnTo>
                  <a:lnTo>
                    <a:pt x="6998124" y="201366"/>
                  </a:lnTo>
                  <a:lnTo>
                    <a:pt x="6998250" y="201366"/>
                  </a:lnTo>
                  <a:lnTo>
                    <a:pt x="6998376" y="201366"/>
                  </a:lnTo>
                  <a:lnTo>
                    <a:pt x="6998503" y="201366"/>
                  </a:lnTo>
                  <a:lnTo>
                    <a:pt x="6998629" y="201366"/>
                  </a:lnTo>
                  <a:lnTo>
                    <a:pt x="6998755" y="201366"/>
                  </a:lnTo>
                  <a:lnTo>
                    <a:pt x="6998881" y="201366"/>
                  </a:lnTo>
                  <a:lnTo>
                    <a:pt x="6999008" y="201366"/>
                  </a:lnTo>
                  <a:lnTo>
                    <a:pt x="6999134" y="201366"/>
                  </a:lnTo>
                  <a:lnTo>
                    <a:pt x="6999260" y="201366"/>
                  </a:lnTo>
                  <a:lnTo>
                    <a:pt x="6999386" y="201366"/>
                  </a:lnTo>
                  <a:lnTo>
                    <a:pt x="6999513" y="201366"/>
                  </a:lnTo>
                  <a:lnTo>
                    <a:pt x="6999639" y="201366"/>
                  </a:lnTo>
                  <a:lnTo>
                    <a:pt x="6999765" y="201366"/>
                  </a:lnTo>
                  <a:lnTo>
                    <a:pt x="6999891" y="201366"/>
                  </a:lnTo>
                  <a:lnTo>
                    <a:pt x="7000018" y="201366"/>
                  </a:lnTo>
                  <a:lnTo>
                    <a:pt x="7000144" y="201366"/>
                  </a:lnTo>
                  <a:lnTo>
                    <a:pt x="7000270" y="201366"/>
                  </a:lnTo>
                  <a:lnTo>
                    <a:pt x="7000397" y="201366"/>
                  </a:lnTo>
                  <a:lnTo>
                    <a:pt x="7000523" y="201366"/>
                  </a:lnTo>
                  <a:lnTo>
                    <a:pt x="7000649" y="201366"/>
                  </a:lnTo>
                  <a:lnTo>
                    <a:pt x="7000775" y="201366"/>
                  </a:lnTo>
                  <a:lnTo>
                    <a:pt x="7000902" y="201366"/>
                  </a:lnTo>
                  <a:lnTo>
                    <a:pt x="7001028" y="201366"/>
                  </a:lnTo>
                  <a:lnTo>
                    <a:pt x="7001154" y="201366"/>
                  </a:lnTo>
                  <a:lnTo>
                    <a:pt x="7001280" y="201366"/>
                  </a:lnTo>
                  <a:lnTo>
                    <a:pt x="7001407" y="201366"/>
                  </a:lnTo>
                  <a:lnTo>
                    <a:pt x="7001533" y="201366"/>
                  </a:lnTo>
                  <a:lnTo>
                    <a:pt x="7001659" y="201366"/>
                  </a:lnTo>
                  <a:lnTo>
                    <a:pt x="7001785" y="201366"/>
                  </a:lnTo>
                  <a:lnTo>
                    <a:pt x="7001912" y="201366"/>
                  </a:lnTo>
                  <a:lnTo>
                    <a:pt x="7002038" y="201366"/>
                  </a:lnTo>
                  <a:lnTo>
                    <a:pt x="7002164" y="201366"/>
                  </a:lnTo>
                  <a:lnTo>
                    <a:pt x="7002290" y="201366"/>
                  </a:lnTo>
                  <a:lnTo>
                    <a:pt x="7002417" y="201366"/>
                  </a:lnTo>
                  <a:lnTo>
                    <a:pt x="7002543" y="201366"/>
                  </a:lnTo>
                  <a:lnTo>
                    <a:pt x="7002669" y="201366"/>
                  </a:lnTo>
                  <a:lnTo>
                    <a:pt x="7002795" y="201366"/>
                  </a:lnTo>
                  <a:lnTo>
                    <a:pt x="7002922" y="201366"/>
                  </a:lnTo>
                  <a:lnTo>
                    <a:pt x="7003048" y="201366"/>
                  </a:lnTo>
                  <a:lnTo>
                    <a:pt x="7003174" y="201366"/>
                  </a:lnTo>
                  <a:lnTo>
                    <a:pt x="7003300" y="201366"/>
                  </a:lnTo>
                  <a:lnTo>
                    <a:pt x="7003427" y="201366"/>
                  </a:lnTo>
                  <a:lnTo>
                    <a:pt x="7003553" y="201366"/>
                  </a:lnTo>
                  <a:lnTo>
                    <a:pt x="7003679" y="201366"/>
                  </a:lnTo>
                  <a:lnTo>
                    <a:pt x="7003805" y="201366"/>
                  </a:lnTo>
                  <a:lnTo>
                    <a:pt x="7003932" y="201366"/>
                  </a:lnTo>
                  <a:lnTo>
                    <a:pt x="7004058" y="201366"/>
                  </a:lnTo>
                  <a:lnTo>
                    <a:pt x="7004184" y="201366"/>
                  </a:lnTo>
                  <a:lnTo>
                    <a:pt x="7004310" y="201366"/>
                  </a:lnTo>
                  <a:lnTo>
                    <a:pt x="7004437" y="201366"/>
                  </a:lnTo>
                  <a:lnTo>
                    <a:pt x="7004563" y="201366"/>
                  </a:lnTo>
                  <a:lnTo>
                    <a:pt x="7004689" y="201366"/>
                  </a:lnTo>
                  <a:lnTo>
                    <a:pt x="7004815" y="201366"/>
                  </a:lnTo>
                  <a:lnTo>
                    <a:pt x="7004942" y="201366"/>
                  </a:lnTo>
                  <a:lnTo>
                    <a:pt x="7005068" y="201366"/>
                  </a:lnTo>
                  <a:lnTo>
                    <a:pt x="7005194" y="201366"/>
                  </a:lnTo>
                  <a:lnTo>
                    <a:pt x="7005321" y="201366"/>
                  </a:lnTo>
                  <a:lnTo>
                    <a:pt x="7005447" y="201366"/>
                  </a:lnTo>
                  <a:lnTo>
                    <a:pt x="7005573" y="201366"/>
                  </a:lnTo>
                  <a:lnTo>
                    <a:pt x="7005699" y="201366"/>
                  </a:lnTo>
                  <a:lnTo>
                    <a:pt x="7005826" y="201366"/>
                  </a:lnTo>
                  <a:lnTo>
                    <a:pt x="7005952" y="201366"/>
                  </a:lnTo>
                  <a:lnTo>
                    <a:pt x="7006078" y="201366"/>
                  </a:lnTo>
                  <a:lnTo>
                    <a:pt x="7006204" y="201366"/>
                  </a:lnTo>
                  <a:lnTo>
                    <a:pt x="7006331" y="201366"/>
                  </a:lnTo>
                  <a:lnTo>
                    <a:pt x="7006457" y="201366"/>
                  </a:lnTo>
                  <a:lnTo>
                    <a:pt x="7006583" y="201366"/>
                  </a:lnTo>
                  <a:lnTo>
                    <a:pt x="7006709" y="201366"/>
                  </a:lnTo>
                  <a:lnTo>
                    <a:pt x="7006836" y="201366"/>
                  </a:lnTo>
                  <a:lnTo>
                    <a:pt x="7006836" y="196454"/>
                  </a:lnTo>
                  <a:lnTo>
                    <a:pt x="7006962" y="196454"/>
                  </a:lnTo>
                  <a:lnTo>
                    <a:pt x="7007088" y="196454"/>
                  </a:lnTo>
                  <a:lnTo>
                    <a:pt x="7007214" y="196454"/>
                  </a:lnTo>
                  <a:lnTo>
                    <a:pt x="7007341" y="196454"/>
                  </a:lnTo>
                  <a:lnTo>
                    <a:pt x="7007467" y="196454"/>
                  </a:lnTo>
                  <a:lnTo>
                    <a:pt x="7007593" y="196454"/>
                  </a:lnTo>
                  <a:lnTo>
                    <a:pt x="7007719" y="196454"/>
                  </a:lnTo>
                  <a:lnTo>
                    <a:pt x="7007846" y="196454"/>
                  </a:lnTo>
                  <a:lnTo>
                    <a:pt x="7007972" y="196454"/>
                  </a:lnTo>
                  <a:lnTo>
                    <a:pt x="7008098" y="196454"/>
                  </a:lnTo>
                  <a:lnTo>
                    <a:pt x="7008224" y="196454"/>
                  </a:lnTo>
                  <a:lnTo>
                    <a:pt x="7008351" y="196454"/>
                  </a:lnTo>
                  <a:lnTo>
                    <a:pt x="7008477" y="196454"/>
                  </a:lnTo>
                  <a:lnTo>
                    <a:pt x="7008603" y="196454"/>
                  </a:lnTo>
                  <a:lnTo>
                    <a:pt x="7008729" y="196454"/>
                  </a:lnTo>
                  <a:lnTo>
                    <a:pt x="7008856" y="196454"/>
                  </a:lnTo>
                  <a:lnTo>
                    <a:pt x="7008982" y="196454"/>
                  </a:lnTo>
                  <a:lnTo>
                    <a:pt x="7009108" y="196454"/>
                  </a:lnTo>
                  <a:lnTo>
                    <a:pt x="7009234" y="196454"/>
                  </a:lnTo>
                  <a:lnTo>
                    <a:pt x="7009361" y="196454"/>
                  </a:lnTo>
                  <a:lnTo>
                    <a:pt x="7009487" y="196454"/>
                  </a:lnTo>
                  <a:lnTo>
                    <a:pt x="7009613" y="196454"/>
                  </a:lnTo>
                  <a:lnTo>
                    <a:pt x="7009739" y="196454"/>
                  </a:lnTo>
                  <a:lnTo>
                    <a:pt x="7009866" y="196454"/>
                  </a:lnTo>
                  <a:lnTo>
                    <a:pt x="7009992" y="196454"/>
                  </a:lnTo>
                  <a:lnTo>
                    <a:pt x="7010118" y="196454"/>
                  </a:lnTo>
                  <a:lnTo>
                    <a:pt x="7010245" y="196454"/>
                  </a:lnTo>
                  <a:lnTo>
                    <a:pt x="7010371" y="196454"/>
                  </a:lnTo>
                  <a:lnTo>
                    <a:pt x="7010497" y="196454"/>
                  </a:lnTo>
                  <a:lnTo>
                    <a:pt x="7010623" y="196454"/>
                  </a:lnTo>
                  <a:lnTo>
                    <a:pt x="7010750" y="196454"/>
                  </a:lnTo>
                  <a:lnTo>
                    <a:pt x="7010876" y="196454"/>
                  </a:lnTo>
                  <a:lnTo>
                    <a:pt x="7011002" y="196454"/>
                  </a:lnTo>
                  <a:lnTo>
                    <a:pt x="7011128" y="196454"/>
                  </a:lnTo>
                  <a:lnTo>
                    <a:pt x="7011255" y="196454"/>
                  </a:lnTo>
                  <a:lnTo>
                    <a:pt x="7011381" y="196454"/>
                  </a:lnTo>
                  <a:lnTo>
                    <a:pt x="7011507" y="196454"/>
                  </a:lnTo>
                  <a:lnTo>
                    <a:pt x="7011633" y="196454"/>
                  </a:lnTo>
                  <a:lnTo>
                    <a:pt x="7011760" y="196454"/>
                  </a:lnTo>
                  <a:lnTo>
                    <a:pt x="7011886" y="196454"/>
                  </a:lnTo>
                  <a:lnTo>
                    <a:pt x="7012012" y="196454"/>
                  </a:lnTo>
                  <a:lnTo>
                    <a:pt x="7012138" y="196454"/>
                  </a:lnTo>
                  <a:lnTo>
                    <a:pt x="7012265" y="196454"/>
                  </a:lnTo>
                  <a:lnTo>
                    <a:pt x="7012391" y="196454"/>
                  </a:lnTo>
                  <a:lnTo>
                    <a:pt x="7012517" y="196454"/>
                  </a:lnTo>
                  <a:lnTo>
                    <a:pt x="7012643" y="196454"/>
                  </a:lnTo>
                  <a:lnTo>
                    <a:pt x="7012770" y="196454"/>
                  </a:lnTo>
                  <a:lnTo>
                    <a:pt x="7012896" y="196454"/>
                  </a:lnTo>
                  <a:lnTo>
                    <a:pt x="7013022" y="196454"/>
                  </a:lnTo>
                  <a:lnTo>
                    <a:pt x="7013148" y="196454"/>
                  </a:lnTo>
                  <a:lnTo>
                    <a:pt x="7013275" y="196454"/>
                  </a:lnTo>
                  <a:lnTo>
                    <a:pt x="7013401" y="196454"/>
                  </a:lnTo>
                  <a:lnTo>
                    <a:pt x="7013527" y="196454"/>
                  </a:lnTo>
                  <a:lnTo>
                    <a:pt x="7013653" y="196454"/>
                  </a:lnTo>
                  <a:lnTo>
                    <a:pt x="7013780" y="196454"/>
                  </a:lnTo>
                  <a:lnTo>
                    <a:pt x="7013906" y="196454"/>
                  </a:lnTo>
                  <a:lnTo>
                    <a:pt x="7014032" y="196454"/>
                  </a:lnTo>
                  <a:lnTo>
                    <a:pt x="7014158" y="196454"/>
                  </a:lnTo>
                  <a:lnTo>
                    <a:pt x="7014285" y="196454"/>
                  </a:lnTo>
                  <a:lnTo>
                    <a:pt x="7014411" y="196454"/>
                  </a:lnTo>
                  <a:lnTo>
                    <a:pt x="7014537" y="196454"/>
                  </a:lnTo>
                  <a:lnTo>
                    <a:pt x="7014663" y="196454"/>
                  </a:lnTo>
                  <a:lnTo>
                    <a:pt x="7014790" y="196454"/>
                  </a:lnTo>
                  <a:lnTo>
                    <a:pt x="7014916" y="196454"/>
                  </a:lnTo>
                  <a:lnTo>
                    <a:pt x="7015042" y="196454"/>
                  </a:lnTo>
                  <a:lnTo>
                    <a:pt x="7015168" y="196454"/>
                  </a:lnTo>
                  <a:lnTo>
                    <a:pt x="7015295" y="196454"/>
                  </a:lnTo>
                  <a:lnTo>
                    <a:pt x="7015421" y="196454"/>
                  </a:lnTo>
                  <a:lnTo>
                    <a:pt x="7015547" y="196454"/>
                  </a:lnTo>
                  <a:lnTo>
                    <a:pt x="7015674" y="196454"/>
                  </a:lnTo>
                  <a:lnTo>
                    <a:pt x="7015800" y="196454"/>
                  </a:lnTo>
                  <a:lnTo>
                    <a:pt x="7015926" y="196454"/>
                  </a:lnTo>
                  <a:lnTo>
                    <a:pt x="7016052" y="196454"/>
                  </a:lnTo>
                  <a:lnTo>
                    <a:pt x="7016179" y="196454"/>
                  </a:lnTo>
                  <a:lnTo>
                    <a:pt x="7016305" y="196454"/>
                  </a:lnTo>
                  <a:lnTo>
                    <a:pt x="7016431" y="196454"/>
                  </a:lnTo>
                  <a:lnTo>
                    <a:pt x="7016557" y="196454"/>
                  </a:lnTo>
                  <a:lnTo>
                    <a:pt x="7016684" y="196454"/>
                  </a:lnTo>
                  <a:lnTo>
                    <a:pt x="7016810" y="196454"/>
                  </a:lnTo>
                  <a:lnTo>
                    <a:pt x="7016936" y="196454"/>
                  </a:lnTo>
                  <a:lnTo>
                    <a:pt x="7017062" y="196454"/>
                  </a:lnTo>
                  <a:lnTo>
                    <a:pt x="7017189" y="196454"/>
                  </a:lnTo>
                  <a:lnTo>
                    <a:pt x="7017315" y="196454"/>
                  </a:lnTo>
                  <a:lnTo>
                    <a:pt x="7017441" y="196454"/>
                  </a:lnTo>
                  <a:lnTo>
                    <a:pt x="7017567" y="196454"/>
                  </a:lnTo>
                  <a:lnTo>
                    <a:pt x="7017694" y="196454"/>
                  </a:lnTo>
                  <a:lnTo>
                    <a:pt x="7017820" y="196454"/>
                  </a:lnTo>
                  <a:lnTo>
                    <a:pt x="7017946" y="196454"/>
                  </a:lnTo>
                  <a:lnTo>
                    <a:pt x="7018072" y="196454"/>
                  </a:lnTo>
                  <a:lnTo>
                    <a:pt x="7018199" y="196454"/>
                  </a:lnTo>
                  <a:lnTo>
                    <a:pt x="7018325" y="196454"/>
                  </a:lnTo>
                  <a:lnTo>
                    <a:pt x="7018451" y="196454"/>
                  </a:lnTo>
                  <a:lnTo>
                    <a:pt x="7018577" y="196454"/>
                  </a:lnTo>
                  <a:lnTo>
                    <a:pt x="7018577" y="191543"/>
                  </a:lnTo>
                  <a:lnTo>
                    <a:pt x="7018704" y="191543"/>
                  </a:lnTo>
                  <a:lnTo>
                    <a:pt x="7018830" y="191543"/>
                  </a:lnTo>
                  <a:lnTo>
                    <a:pt x="7018956" y="191543"/>
                  </a:lnTo>
                  <a:lnTo>
                    <a:pt x="7019082" y="191543"/>
                  </a:lnTo>
                  <a:lnTo>
                    <a:pt x="7019209" y="191543"/>
                  </a:lnTo>
                  <a:lnTo>
                    <a:pt x="7019335" y="191543"/>
                  </a:lnTo>
                  <a:lnTo>
                    <a:pt x="7019461" y="191543"/>
                  </a:lnTo>
                  <a:lnTo>
                    <a:pt x="7019587" y="191543"/>
                  </a:lnTo>
                  <a:lnTo>
                    <a:pt x="7019714" y="191543"/>
                  </a:lnTo>
                  <a:lnTo>
                    <a:pt x="7019840" y="191543"/>
                  </a:lnTo>
                  <a:lnTo>
                    <a:pt x="7019966" y="191543"/>
                  </a:lnTo>
                  <a:lnTo>
                    <a:pt x="7020092" y="191543"/>
                  </a:lnTo>
                  <a:lnTo>
                    <a:pt x="7020219" y="191543"/>
                  </a:lnTo>
                  <a:lnTo>
                    <a:pt x="7020345" y="191543"/>
                  </a:lnTo>
                  <a:lnTo>
                    <a:pt x="7020471" y="191543"/>
                  </a:lnTo>
                  <a:lnTo>
                    <a:pt x="7020598" y="191543"/>
                  </a:lnTo>
                  <a:lnTo>
                    <a:pt x="7020724" y="191543"/>
                  </a:lnTo>
                  <a:lnTo>
                    <a:pt x="7020850" y="191543"/>
                  </a:lnTo>
                  <a:lnTo>
                    <a:pt x="7020976" y="191543"/>
                  </a:lnTo>
                  <a:lnTo>
                    <a:pt x="7021103" y="191543"/>
                  </a:lnTo>
                  <a:lnTo>
                    <a:pt x="7021229" y="191543"/>
                  </a:lnTo>
                  <a:lnTo>
                    <a:pt x="7021355" y="191543"/>
                  </a:lnTo>
                  <a:lnTo>
                    <a:pt x="7021481" y="191543"/>
                  </a:lnTo>
                  <a:lnTo>
                    <a:pt x="7021608" y="191543"/>
                  </a:lnTo>
                  <a:lnTo>
                    <a:pt x="7021734" y="191543"/>
                  </a:lnTo>
                  <a:lnTo>
                    <a:pt x="7021860" y="191543"/>
                  </a:lnTo>
                  <a:lnTo>
                    <a:pt x="7021986" y="191543"/>
                  </a:lnTo>
                  <a:lnTo>
                    <a:pt x="7022113" y="191543"/>
                  </a:lnTo>
                  <a:lnTo>
                    <a:pt x="7022239" y="191543"/>
                  </a:lnTo>
                  <a:lnTo>
                    <a:pt x="7022365" y="191543"/>
                  </a:lnTo>
                  <a:lnTo>
                    <a:pt x="7022491" y="191543"/>
                  </a:lnTo>
                  <a:lnTo>
                    <a:pt x="7022618" y="191543"/>
                  </a:lnTo>
                  <a:lnTo>
                    <a:pt x="7022744" y="191543"/>
                  </a:lnTo>
                  <a:lnTo>
                    <a:pt x="7022870" y="191543"/>
                  </a:lnTo>
                  <a:lnTo>
                    <a:pt x="7022996" y="191543"/>
                  </a:lnTo>
                  <a:lnTo>
                    <a:pt x="7023123" y="191543"/>
                  </a:lnTo>
                  <a:lnTo>
                    <a:pt x="7023249" y="191543"/>
                  </a:lnTo>
                  <a:lnTo>
                    <a:pt x="7023375" y="191543"/>
                  </a:lnTo>
                  <a:lnTo>
                    <a:pt x="7023501" y="191543"/>
                  </a:lnTo>
                  <a:lnTo>
                    <a:pt x="7023628" y="191543"/>
                  </a:lnTo>
                  <a:lnTo>
                    <a:pt x="7023754" y="191543"/>
                  </a:lnTo>
                  <a:lnTo>
                    <a:pt x="7023880" y="191543"/>
                  </a:lnTo>
                  <a:lnTo>
                    <a:pt x="7024006" y="191543"/>
                  </a:lnTo>
                  <a:lnTo>
                    <a:pt x="7024133" y="191543"/>
                  </a:lnTo>
                  <a:lnTo>
                    <a:pt x="7024259" y="191543"/>
                  </a:lnTo>
                  <a:lnTo>
                    <a:pt x="7024385" y="191543"/>
                  </a:lnTo>
                  <a:lnTo>
                    <a:pt x="7024511" y="191543"/>
                  </a:lnTo>
                  <a:lnTo>
                    <a:pt x="7024638" y="191543"/>
                  </a:lnTo>
                  <a:lnTo>
                    <a:pt x="7024764" y="191543"/>
                  </a:lnTo>
                  <a:lnTo>
                    <a:pt x="7024890" y="191543"/>
                  </a:lnTo>
                  <a:lnTo>
                    <a:pt x="7025016" y="191543"/>
                  </a:lnTo>
                  <a:lnTo>
                    <a:pt x="7025143" y="191543"/>
                  </a:lnTo>
                  <a:lnTo>
                    <a:pt x="7025269" y="191543"/>
                  </a:lnTo>
                  <a:lnTo>
                    <a:pt x="7025395" y="191543"/>
                  </a:lnTo>
                  <a:lnTo>
                    <a:pt x="7025521" y="191543"/>
                  </a:lnTo>
                  <a:lnTo>
                    <a:pt x="7025648" y="191543"/>
                  </a:lnTo>
                  <a:lnTo>
                    <a:pt x="7025774" y="191543"/>
                  </a:lnTo>
                  <a:lnTo>
                    <a:pt x="7025900" y="191543"/>
                  </a:lnTo>
                  <a:lnTo>
                    <a:pt x="7026027" y="191543"/>
                  </a:lnTo>
                  <a:lnTo>
                    <a:pt x="7026153" y="191543"/>
                  </a:lnTo>
                  <a:lnTo>
                    <a:pt x="7026279" y="191543"/>
                  </a:lnTo>
                  <a:lnTo>
                    <a:pt x="7026405" y="191543"/>
                  </a:lnTo>
                  <a:lnTo>
                    <a:pt x="7026532" y="191543"/>
                  </a:lnTo>
                  <a:lnTo>
                    <a:pt x="7026658" y="191543"/>
                  </a:lnTo>
                  <a:lnTo>
                    <a:pt x="7026784" y="191543"/>
                  </a:lnTo>
                  <a:lnTo>
                    <a:pt x="7026910" y="191543"/>
                  </a:lnTo>
                  <a:lnTo>
                    <a:pt x="7027037" y="191543"/>
                  </a:lnTo>
                  <a:lnTo>
                    <a:pt x="7027163" y="191543"/>
                  </a:lnTo>
                  <a:lnTo>
                    <a:pt x="7027289" y="191543"/>
                  </a:lnTo>
                  <a:lnTo>
                    <a:pt x="7027415" y="191543"/>
                  </a:lnTo>
                  <a:lnTo>
                    <a:pt x="7027542" y="191543"/>
                  </a:lnTo>
                  <a:lnTo>
                    <a:pt x="7027668" y="191543"/>
                  </a:lnTo>
                  <a:lnTo>
                    <a:pt x="7027794" y="191543"/>
                  </a:lnTo>
                  <a:lnTo>
                    <a:pt x="7027920" y="191543"/>
                  </a:lnTo>
                  <a:lnTo>
                    <a:pt x="7028047" y="191543"/>
                  </a:lnTo>
                  <a:lnTo>
                    <a:pt x="7028173" y="191543"/>
                  </a:lnTo>
                  <a:lnTo>
                    <a:pt x="7028299" y="191543"/>
                  </a:lnTo>
                  <a:lnTo>
                    <a:pt x="7028425" y="191543"/>
                  </a:lnTo>
                  <a:lnTo>
                    <a:pt x="7028552" y="191543"/>
                  </a:lnTo>
                  <a:lnTo>
                    <a:pt x="7028678" y="191543"/>
                  </a:lnTo>
                  <a:lnTo>
                    <a:pt x="7028804" y="191543"/>
                  </a:lnTo>
                  <a:lnTo>
                    <a:pt x="7028930" y="191543"/>
                  </a:lnTo>
                  <a:lnTo>
                    <a:pt x="7029057" y="191543"/>
                  </a:lnTo>
                  <a:lnTo>
                    <a:pt x="7029183" y="191543"/>
                  </a:lnTo>
                  <a:lnTo>
                    <a:pt x="7029309" y="191543"/>
                  </a:lnTo>
                  <a:lnTo>
                    <a:pt x="7029435" y="191543"/>
                  </a:lnTo>
                  <a:lnTo>
                    <a:pt x="7029562" y="191543"/>
                  </a:lnTo>
                  <a:lnTo>
                    <a:pt x="7029688" y="191543"/>
                  </a:lnTo>
                  <a:lnTo>
                    <a:pt x="7029814" y="191543"/>
                  </a:lnTo>
                  <a:lnTo>
                    <a:pt x="7029940" y="191543"/>
                  </a:lnTo>
                  <a:lnTo>
                    <a:pt x="7030067" y="191543"/>
                  </a:lnTo>
                  <a:lnTo>
                    <a:pt x="7030193" y="191543"/>
                  </a:lnTo>
                  <a:lnTo>
                    <a:pt x="7030319" y="191543"/>
                  </a:lnTo>
                  <a:lnTo>
                    <a:pt x="7030445" y="191543"/>
                  </a:lnTo>
                  <a:lnTo>
                    <a:pt x="7030572" y="191543"/>
                  </a:lnTo>
                  <a:lnTo>
                    <a:pt x="7030698" y="191543"/>
                  </a:lnTo>
                  <a:lnTo>
                    <a:pt x="7030824" y="191543"/>
                  </a:lnTo>
                  <a:lnTo>
                    <a:pt x="7030951" y="191543"/>
                  </a:lnTo>
                  <a:lnTo>
                    <a:pt x="7031077" y="191543"/>
                  </a:lnTo>
                  <a:lnTo>
                    <a:pt x="7031203" y="191543"/>
                  </a:lnTo>
                  <a:lnTo>
                    <a:pt x="7031329" y="191543"/>
                  </a:lnTo>
                  <a:lnTo>
                    <a:pt x="7031456" y="191543"/>
                  </a:lnTo>
                  <a:lnTo>
                    <a:pt x="7031582" y="191543"/>
                  </a:lnTo>
                  <a:lnTo>
                    <a:pt x="7031708" y="191543"/>
                  </a:lnTo>
                  <a:lnTo>
                    <a:pt x="7031834" y="191543"/>
                  </a:lnTo>
                  <a:lnTo>
                    <a:pt x="7031961" y="191543"/>
                  </a:lnTo>
                  <a:lnTo>
                    <a:pt x="7032087" y="191543"/>
                  </a:lnTo>
                  <a:lnTo>
                    <a:pt x="7032213" y="191543"/>
                  </a:lnTo>
                  <a:lnTo>
                    <a:pt x="7032339" y="191543"/>
                  </a:lnTo>
                  <a:lnTo>
                    <a:pt x="7032466" y="191543"/>
                  </a:lnTo>
                  <a:lnTo>
                    <a:pt x="7032592" y="191543"/>
                  </a:lnTo>
                  <a:lnTo>
                    <a:pt x="7032718" y="191543"/>
                  </a:lnTo>
                  <a:lnTo>
                    <a:pt x="7032844" y="191543"/>
                  </a:lnTo>
                  <a:lnTo>
                    <a:pt x="7032971" y="191543"/>
                  </a:lnTo>
                  <a:lnTo>
                    <a:pt x="7033097" y="191543"/>
                  </a:lnTo>
                  <a:lnTo>
                    <a:pt x="7033223" y="191543"/>
                  </a:lnTo>
                  <a:lnTo>
                    <a:pt x="7033349" y="191543"/>
                  </a:lnTo>
                  <a:lnTo>
                    <a:pt x="7033476" y="191543"/>
                  </a:lnTo>
                  <a:lnTo>
                    <a:pt x="7033602" y="191543"/>
                  </a:lnTo>
                  <a:lnTo>
                    <a:pt x="7033728" y="191543"/>
                  </a:lnTo>
                  <a:lnTo>
                    <a:pt x="7033854" y="191543"/>
                  </a:lnTo>
                  <a:lnTo>
                    <a:pt x="7033981" y="191543"/>
                  </a:lnTo>
                  <a:lnTo>
                    <a:pt x="7034107" y="191543"/>
                  </a:lnTo>
                  <a:lnTo>
                    <a:pt x="7034233" y="191543"/>
                  </a:lnTo>
                  <a:lnTo>
                    <a:pt x="7034359" y="191543"/>
                  </a:lnTo>
                  <a:lnTo>
                    <a:pt x="7034486" y="191543"/>
                  </a:lnTo>
                  <a:lnTo>
                    <a:pt x="7034612" y="191543"/>
                  </a:lnTo>
                  <a:lnTo>
                    <a:pt x="7034738" y="191543"/>
                  </a:lnTo>
                  <a:lnTo>
                    <a:pt x="7034864" y="191543"/>
                  </a:lnTo>
                  <a:lnTo>
                    <a:pt x="7034991" y="191543"/>
                  </a:lnTo>
                  <a:lnTo>
                    <a:pt x="7035117" y="191543"/>
                  </a:lnTo>
                  <a:lnTo>
                    <a:pt x="7035243" y="191543"/>
                  </a:lnTo>
                  <a:lnTo>
                    <a:pt x="7035369" y="191543"/>
                  </a:lnTo>
                  <a:lnTo>
                    <a:pt x="7035496" y="191543"/>
                  </a:lnTo>
                  <a:lnTo>
                    <a:pt x="7035622" y="191543"/>
                  </a:lnTo>
                  <a:lnTo>
                    <a:pt x="7035748" y="191543"/>
                  </a:lnTo>
                  <a:lnTo>
                    <a:pt x="7035874" y="191543"/>
                  </a:lnTo>
                  <a:lnTo>
                    <a:pt x="7036001" y="191543"/>
                  </a:lnTo>
                  <a:lnTo>
                    <a:pt x="7036127" y="191543"/>
                  </a:lnTo>
                  <a:lnTo>
                    <a:pt x="7036253" y="191543"/>
                  </a:lnTo>
                  <a:lnTo>
                    <a:pt x="7036380" y="191543"/>
                  </a:lnTo>
                  <a:lnTo>
                    <a:pt x="7036506" y="191543"/>
                  </a:lnTo>
                  <a:lnTo>
                    <a:pt x="7036632" y="191543"/>
                  </a:lnTo>
                  <a:lnTo>
                    <a:pt x="7036758" y="191543"/>
                  </a:lnTo>
                  <a:lnTo>
                    <a:pt x="7036885" y="191543"/>
                  </a:lnTo>
                  <a:lnTo>
                    <a:pt x="7037011" y="191543"/>
                  </a:lnTo>
                  <a:lnTo>
                    <a:pt x="7037137" y="191543"/>
                  </a:lnTo>
                  <a:lnTo>
                    <a:pt x="7037263" y="191543"/>
                  </a:lnTo>
                  <a:lnTo>
                    <a:pt x="7037390" y="191543"/>
                  </a:lnTo>
                  <a:lnTo>
                    <a:pt x="7037516" y="191543"/>
                  </a:lnTo>
                  <a:lnTo>
                    <a:pt x="7037642" y="191543"/>
                  </a:lnTo>
                  <a:lnTo>
                    <a:pt x="7037768" y="191543"/>
                  </a:lnTo>
                  <a:lnTo>
                    <a:pt x="7037895" y="191543"/>
                  </a:lnTo>
                  <a:lnTo>
                    <a:pt x="7038021" y="191543"/>
                  </a:lnTo>
                  <a:lnTo>
                    <a:pt x="7038147" y="191543"/>
                  </a:lnTo>
                  <a:lnTo>
                    <a:pt x="7038273" y="191543"/>
                  </a:lnTo>
                  <a:lnTo>
                    <a:pt x="7038400" y="191543"/>
                  </a:lnTo>
                  <a:lnTo>
                    <a:pt x="7038400" y="186632"/>
                  </a:lnTo>
                  <a:lnTo>
                    <a:pt x="7038526" y="186632"/>
                  </a:lnTo>
                  <a:lnTo>
                    <a:pt x="7038652" y="186632"/>
                  </a:lnTo>
                  <a:lnTo>
                    <a:pt x="7038778" y="186632"/>
                  </a:lnTo>
                  <a:lnTo>
                    <a:pt x="7038905" y="186632"/>
                  </a:lnTo>
                  <a:lnTo>
                    <a:pt x="7039031" y="186632"/>
                  </a:lnTo>
                  <a:lnTo>
                    <a:pt x="7039157" y="186632"/>
                  </a:lnTo>
                  <a:lnTo>
                    <a:pt x="7039283" y="186632"/>
                  </a:lnTo>
                  <a:lnTo>
                    <a:pt x="7039410" y="186632"/>
                  </a:lnTo>
                  <a:lnTo>
                    <a:pt x="7039536" y="186632"/>
                  </a:lnTo>
                  <a:lnTo>
                    <a:pt x="7039662" y="186632"/>
                  </a:lnTo>
                  <a:lnTo>
                    <a:pt x="7039788" y="186632"/>
                  </a:lnTo>
                  <a:lnTo>
                    <a:pt x="7039915" y="186632"/>
                  </a:lnTo>
                  <a:lnTo>
                    <a:pt x="7040041" y="186632"/>
                  </a:lnTo>
                  <a:lnTo>
                    <a:pt x="7040167" y="186632"/>
                  </a:lnTo>
                  <a:lnTo>
                    <a:pt x="7040293" y="186632"/>
                  </a:lnTo>
                  <a:lnTo>
                    <a:pt x="7040420" y="186632"/>
                  </a:lnTo>
                  <a:lnTo>
                    <a:pt x="7040546" y="186632"/>
                  </a:lnTo>
                  <a:lnTo>
                    <a:pt x="7040672" y="186632"/>
                  </a:lnTo>
                  <a:lnTo>
                    <a:pt x="7040798" y="186632"/>
                  </a:lnTo>
                  <a:lnTo>
                    <a:pt x="7040925" y="186632"/>
                  </a:lnTo>
                  <a:lnTo>
                    <a:pt x="7041051" y="186632"/>
                  </a:lnTo>
                  <a:lnTo>
                    <a:pt x="7041177" y="186632"/>
                  </a:lnTo>
                  <a:lnTo>
                    <a:pt x="7041304" y="186632"/>
                  </a:lnTo>
                  <a:lnTo>
                    <a:pt x="7041430" y="186632"/>
                  </a:lnTo>
                  <a:lnTo>
                    <a:pt x="7041556" y="186632"/>
                  </a:lnTo>
                  <a:lnTo>
                    <a:pt x="7041682" y="186632"/>
                  </a:lnTo>
                  <a:lnTo>
                    <a:pt x="7041809" y="186632"/>
                  </a:lnTo>
                  <a:lnTo>
                    <a:pt x="7041935" y="186632"/>
                  </a:lnTo>
                  <a:lnTo>
                    <a:pt x="7042061" y="186632"/>
                  </a:lnTo>
                  <a:lnTo>
                    <a:pt x="7042187" y="186632"/>
                  </a:lnTo>
                  <a:lnTo>
                    <a:pt x="7042314" y="186632"/>
                  </a:lnTo>
                  <a:lnTo>
                    <a:pt x="7042440" y="186632"/>
                  </a:lnTo>
                  <a:lnTo>
                    <a:pt x="7042566" y="186632"/>
                  </a:lnTo>
                  <a:lnTo>
                    <a:pt x="7042692" y="186632"/>
                  </a:lnTo>
                  <a:lnTo>
                    <a:pt x="7042819" y="186632"/>
                  </a:lnTo>
                  <a:lnTo>
                    <a:pt x="7042945" y="186632"/>
                  </a:lnTo>
                  <a:lnTo>
                    <a:pt x="7043071" y="186632"/>
                  </a:lnTo>
                  <a:lnTo>
                    <a:pt x="7043197" y="186632"/>
                  </a:lnTo>
                  <a:lnTo>
                    <a:pt x="7043324" y="186632"/>
                  </a:lnTo>
                  <a:lnTo>
                    <a:pt x="7043450" y="186632"/>
                  </a:lnTo>
                  <a:lnTo>
                    <a:pt x="7043576" y="186632"/>
                  </a:lnTo>
                  <a:lnTo>
                    <a:pt x="7043702" y="186632"/>
                  </a:lnTo>
                  <a:lnTo>
                    <a:pt x="7043829" y="186632"/>
                  </a:lnTo>
                  <a:lnTo>
                    <a:pt x="7043955" y="186632"/>
                  </a:lnTo>
                  <a:lnTo>
                    <a:pt x="7044081" y="186632"/>
                  </a:lnTo>
                  <a:lnTo>
                    <a:pt x="7044207" y="186632"/>
                  </a:lnTo>
                  <a:lnTo>
                    <a:pt x="7044334" y="186632"/>
                  </a:lnTo>
                  <a:lnTo>
                    <a:pt x="7044460" y="186632"/>
                  </a:lnTo>
                  <a:lnTo>
                    <a:pt x="7044586" y="186632"/>
                  </a:lnTo>
                  <a:lnTo>
                    <a:pt x="7044712" y="186632"/>
                  </a:lnTo>
                  <a:lnTo>
                    <a:pt x="7044839" y="186632"/>
                  </a:lnTo>
                  <a:lnTo>
                    <a:pt x="7044965" y="186632"/>
                  </a:lnTo>
                  <a:lnTo>
                    <a:pt x="7045091" y="186632"/>
                  </a:lnTo>
                  <a:lnTo>
                    <a:pt x="7045217" y="186632"/>
                  </a:lnTo>
                  <a:lnTo>
                    <a:pt x="7045344" y="186632"/>
                  </a:lnTo>
                  <a:lnTo>
                    <a:pt x="7045470" y="186632"/>
                  </a:lnTo>
                  <a:lnTo>
                    <a:pt x="7045596" y="186632"/>
                  </a:lnTo>
                  <a:lnTo>
                    <a:pt x="7045596" y="181720"/>
                  </a:lnTo>
                  <a:lnTo>
                    <a:pt x="7045722" y="181720"/>
                  </a:lnTo>
                  <a:lnTo>
                    <a:pt x="7045849" y="181720"/>
                  </a:lnTo>
                  <a:lnTo>
                    <a:pt x="7045975" y="181720"/>
                  </a:lnTo>
                  <a:lnTo>
                    <a:pt x="7046101" y="181720"/>
                  </a:lnTo>
                  <a:lnTo>
                    <a:pt x="7046227" y="181720"/>
                  </a:lnTo>
                  <a:lnTo>
                    <a:pt x="7046354" y="181720"/>
                  </a:lnTo>
                  <a:lnTo>
                    <a:pt x="7046480" y="181720"/>
                  </a:lnTo>
                  <a:lnTo>
                    <a:pt x="7046606" y="181720"/>
                  </a:lnTo>
                  <a:lnTo>
                    <a:pt x="7046733" y="181720"/>
                  </a:lnTo>
                  <a:lnTo>
                    <a:pt x="7046859" y="181720"/>
                  </a:lnTo>
                  <a:lnTo>
                    <a:pt x="7046985" y="181720"/>
                  </a:lnTo>
                  <a:lnTo>
                    <a:pt x="7047111" y="181720"/>
                  </a:lnTo>
                  <a:lnTo>
                    <a:pt x="7047238" y="181720"/>
                  </a:lnTo>
                  <a:lnTo>
                    <a:pt x="7047364" y="181720"/>
                  </a:lnTo>
                  <a:lnTo>
                    <a:pt x="7047490" y="181720"/>
                  </a:lnTo>
                  <a:lnTo>
                    <a:pt x="7047616" y="181720"/>
                  </a:lnTo>
                  <a:lnTo>
                    <a:pt x="7047743" y="181720"/>
                  </a:lnTo>
                  <a:lnTo>
                    <a:pt x="7047869" y="181720"/>
                  </a:lnTo>
                  <a:lnTo>
                    <a:pt x="7047995" y="181720"/>
                  </a:lnTo>
                  <a:lnTo>
                    <a:pt x="7048121" y="181720"/>
                  </a:lnTo>
                  <a:lnTo>
                    <a:pt x="7048248" y="181720"/>
                  </a:lnTo>
                  <a:lnTo>
                    <a:pt x="7048374" y="181720"/>
                  </a:lnTo>
                  <a:lnTo>
                    <a:pt x="7048500" y="181720"/>
                  </a:lnTo>
                  <a:lnTo>
                    <a:pt x="7048626" y="181720"/>
                  </a:lnTo>
                  <a:lnTo>
                    <a:pt x="7048753" y="181720"/>
                  </a:lnTo>
                  <a:lnTo>
                    <a:pt x="7048879" y="181720"/>
                  </a:lnTo>
                  <a:lnTo>
                    <a:pt x="7049005" y="181720"/>
                  </a:lnTo>
                  <a:lnTo>
                    <a:pt x="7049131" y="181720"/>
                  </a:lnTo>
                  <a:lnTo>
                    <a:pt x="7049258" y="181720"/>
                  </a:lnTo>
                  <a:lnTo>
                    <a:pt x="7049384" y="181720"/>
                  </a:lnTo>
                  <a:lnTo>
                    <a:pt x="7049510" y="181720"/>
                  </a:lnTo>
                  <a:lnTo>
                    <a:pt x="7049636" y="181720"/>
                  </a:lnTo>
                  <a:lnTo>
                    <a:pt x="7049763" y="181720"/>
                  </a:lnTo>
                  <a:lnTo>
                    <a:pt x="7049889" y="181720"/>
                  </a:lnTo>
                  <a:lnTo>
                    <a:pt x="7050015" y="181720"/>
                  </a:lnTo>
                  <a:lnTo>
                    <a:pt x="7050141" y="181720"/>
                  </a:lnTo>
                  <a:lnTo>
                    <a:pt x="7050268" y="181720"/>
                  </a:lnTo>
                  <a:lnTo>
                    <a:pt x="7050394" y="181720"/>
                  </a:lnTo>
                  <a:lnTo>
                    <a:pt x="7050520" y="181720"/>
                  </a:lnTo>
                  <a:lnTo>
                    <a:pt x="7050646" y="181720"/>
                  </a:lnTo>
                  <a:lnTo>
                    <a:pt x="7050773" y="181720"/>
                  </a:lnTo>
                  <a:lnTo>
                    <a:pt x="7050899" y="181720"/>
                  </a:lnTo>
                  <a:lnTo>
                    <a:pt x="7051025" y="181720"/>
                  </a:lnTo>
                  <a:lnTo>
                    <a:pt x="7051151" y="181720"/>
                  </a:lnTo>
                  <a:lnTo>
                    <a:pt x="7051278" y="181720"/>
                  </a:lnTo>
                  <a:lnTo>
                    <a:pt x="7051404" y="181720"/>
                  </a:lnTo>
                  <a:lnTo>
                    <a:pt x="7051530" y="181720"/>
                  </a:lnTo>
                  <a:lnTo>
                    <a:pt x="7051657" y="181720"/>
                  </a:lnTo>
                  <a:lnTo>
                    <a:pt x="7051783" y="181720"/>
                  </a:lnTo>
                  <a:lnTo>
                    <a:pt x="7051909" y="181720"/>
                  </a:lnTo>
                  <a:lnTo>
                    <a:pt x="7052035" y="181720"/>
                  </a:lnTo>
                  <a:lnTo>
                    <a:pt x="7052162" y="181720"/>
                  </a:lnTo>
                  <a:lnTo>
                    <a:pt x="7052288" y="181720"/>
                  </a:lnTo>
                  <a:lnTo>
                    <a:pt x="7052414" y="181720"/>
                  </a:lnTo>
                  <a:lnTo>
                    <a:pt x="7052540" y="181720"/>
                  </a:lnTo>
                  <a:lnTo>
                    <a:pt x="7052667" y="181720"/>
                  </a:lnTo>
                  <a:lnTo>
                    <a:pt x="7052793" y="181720"/>
                  </a:lnTo>
                  <a:lnTo>
                    <a:pt x="7052919" y="181720"/>
                  </a:lnTo>
                  <a:lnTo>
                    <a:pt x="7053045" y="181720"/>
                  </a:lnTo>
                  <a:lnTo>
                    <a:pt x="7053172" y="181720"/>
                  </a:lnTo>
                  <a:lnTo>
                    <a:pt x="7053298" y="181720"/>
                  </a:lnTo>
                  <a:lnTo>
                    <a:pt x="7053424" y="181720"/>
                  </a:lnTo>
                  <a:lnTo>
                    <a:pt x="7053550" y="181720"/>
                  </a:lnTo>
                  <a:lnTo>
                    <a:pt x="7053677" y="181720"/>
                  </a:lnTo>
                  <a:lnTo>
                    <a:pt x="7053803" y="181720"/>
                  </a:lnTo>
                  <a:lnTo>
                    <a:pt x="7053929" y="181720"/>
                  </a:lnTo>
                  <a:lnTo>
                    <a:pt x="7054055" y="181720"/>
                  </a:lnTo>
                  <a:lnTo>
                    <a:pt x="7054182" y="181720"/>
                  </a:lnTo>
                  <a:lnTo>
                    <a:pt x="7054308" y="181720"/>
                  </a:lnTo>
                  <a:lnTo>
                    <a:pt x="7054434" y="181720"/>
                  </a:lnTo>
                  <a:lnTo>
                    <a:pt x="7054560" y="181720"/>
                  </a:lnTo>
                  <a:lnTo>
                    <a:pt x="7054687" y="181720"/>
                  </a:lnTo>
                  <a:lnTo>
                    <a:pt x="7054813" y="181720"/>
                  </a:lnTo>
                  <a:lnTo>
                    <a:pt x="7054939" y="181720"/>
                  </a:lnTo>
                  <a:lnTo>
                    <a:pt x="7055065" y="181720"/>
                  </a:lnTo>
                  <a:lnTo>
                    <a:pt x="7055192" y="181720"/>
                  </a:lnTo>
                  <a:lnTo>
                    <a:pt x="7055318" y="181720"/>
                  </a:lnTo>
                  <a:lnTo>
                    <a:pt x="7055444" y="181720"/>
                  </a:lnTo>
                  <a:lnTo>
                    <a:pt x="7055570" y="181720"/>
                  </a:lnTo>
                  <a:lnTo>
                    <a:pt x="7055697" y="181720"/>
                  </a:lnTo>
                  <a:lnTo>
                    <a:pt x="7055823" y="181720"/>
                  </a:lnTo>
                  <a:lnTo>
                    <a:pt x="7055949" y="181720"/>
                  </a:lnTo>
                  <a:lnTo>
                    <a:pt x="7056075" y="181720"/>
                  </a:lnTo>
                  <a:lnTo>
                    <a:pt x="7056202" y="181720"/>
                  </a:lnTo>
                  <a:lnTo>
                    <a:pt x="7056328" y="181720"/>
                  </a:lnTo>
                  <a:lnTo>
                    <a:pt x="7056454" y="181720"/>
                  </a:lnTo>
                  <a:lnTo>
                    <a:pt x="7056580" y="181720"/>
                  </a:lnTo>
                  <a:lnTo>
                    <a:pt x="7056707" y="181720"/>
                  </a:lnTo>
                  <a:lnTo>
                    <a:pt x="7056833" y="181720"/>
                  </a:lnTo>
                  <a:lnTo>
                    <a:pt x="7056959" y="181720"/>
                  </a:lnTo>
                  <a:lnTo>
                    <a:pt x="7057086" y="181720"/>
                  </a:lnTo>
                  <a:lnTo>
                    <a:pt x="7057212" y="181720"/>
                  </a:lnTo>
                  <a:lnTo>
                    <a:pt x="7057338" y="181720"/>
                  </a:lnTo>
                  <a:lnTo>
                    <a:pt x="7057464" y="181720"/>
                  </a:lnTo>
                  <a:lnTo>
                    <a:pt x="7057591" y="181720"/>
                  </a:lnTo>
                  <a:lnTo>
                    <a:pt x="7057717" y="181720"/>
                  </a:lnTo>
                  <a:lnTo>
                    <a:pt x="7057843" y="181720"/>
                  </a:lnTo>
                  <a:lnTo>
                    <a:pt x="7057969" y="181720"/>
                  </a:lnTo>
                  <a:lnTo>
                    <a:pt x="7058096" y="181720"/>
                  </a:lnTo>
                  <a:lnTo>
                    <a:pt x="7058222" y="181720"/>
                  </a:lnTo>
                  <a:lnTo>
                    <a:pt x="7058348" y="181720"/>
                  </a:lnTo>
                  <a:lnTo>
                    <a:pt x="7058474" y="181720"/>
                  </a:lnTo>
                  <a:lnTo>
                    <a:pt x="7058601" y="181720"/>
                  </a:lnTo>
                  <a:lnTo>
                    <a:pt x="7058727" y="181720"/>
                  </a:lnTo>
                  <a:lnTo>
                    <a:pt x="7058853" y="181720"/>
                  </a:lnTo>
                  <a:lnTo>
                    <a:pt x="7058979" y="181720"/>
                  </a:lnTo>
                  <a:lnTo>
                    <a:pt x="7059106" y="181720"/>
                  </a:lnTo>
                  <a:lnTo>
                    <a:pt x="7059232" y="181720"/>
                  </a:lnTo>
                  <a:lnTo>
                    <a:pt x="7059358" y="181720"/>
                  </a:lnTo>
                  <a:lnTo>
                    <a:pt x="7059484" y="181720"/>
                  </a:lnTo>
                  <a:lnTo>
                    <a:pt x="7059611" y="181720"/>
                  </a:lnTo>
                  <a:lnTo>
                    <a:pt x="7059737" y="181720"/>
                  </a:lnTo>
                  <a:lnTo>
                    <a:pt x="7059863" y="181720"/>
                  </a:lnTo>
                  <a:lnTo>
                    <a:pt x="7059989" y="181720"/>
                  </a:lnTo>
                  <a:lnTo>
                    <a:pt x="7060116" y="181720"/>
                  </a:lnTo>
                  <a:lnTo>
                    <a:pt x="7060242" y="181720"/>
                  </a:lnTo>
                  <a:lnTo>
                    <a:pt x="7060368" y="181720"/>
                  </a:lnTo>
                  <a:lnTo>
                    <a:pt x="7060494" y="181720"/>
                  </a:lnTo>
                  <a:lnTo>
                    <a:pt x="7060621" y="181720"/>
                  </a:lnTo>
                  <a:lnTo>
                    <a:pt x="7060747" y="181720"/>
                  </a:lnTo>
                  <a:lnTo>
                    <a:pt x="7060873" y="181720"/>
                  </a:lnTo>
                  <a:lnTo>
                    <a:pt x="7060999" y="181720"/>
                  </a:lnTo>
                  <a:lnTo>
                    <a:pt x="7061126" y="181720"/>
                  </a:lnTo>
                  <a:lnTo>
                    <a:pt x="7061252" y="181720"/>
                  </a:lnTo>
                  <a:lnTo>
                    <a:pt x="7061378" y="181720"/>
                  </a:lnTo>
                  <a:lnTo>
                    <a:pt x="7061504" y="181720"/>
                  </a:lnTo>
                  <a:lnTo>
                    <a:pt x="7061631" y="181720"/>
                  </a:lnTo>
                  <a:lnTo>
                    <a:pt x="7061757" y="181720"/>
                  </a:lnTo>
                  <a:lnTo>
                    <a:pt x="7061883" y="181720"/>
                  </a:lnTo>
                  <a:lnTo>
                    <a:pt x="7062010" y="181720"/>
                  </a:lnTo>
                  <a:lnTo>
                    <a:pt x="7062136" y="181720"/>
                  </a:lnTo>
                  <a:lnTo>
                    <a:pt x="7062262" y="181720"/>
                  </a:lnTo>
                  <a:lnTo>
                    <a:pt x="7062388" y="181720"/>
                  </a:lnTo>
                  <a:lnTo>
                    <a:pt x="7062515" y="181720"/>
                  </a:lnTo>
                  <a:lnTo>
                    <a:pt x="7062641" y="181720"/>
                  </a:lnTo>
                  <a:lnTo>
                    <a:pt x="7062767" y="181720"/>
                  </a:lnTo>
                  <a:lnTo>
                    <a:pt x="7062893" y="181720"/>
                  </a:lnTo>
                  <a:lnTo>
                    <a:pt x="7062893" y="176809"/>
                  </a:lnTo>
                  <a:lnTo>
                    <a:pt x="7063020" y="176809"/>
                  </a:lnTo>
                  <a:lnTo>
                    <a:pt x="7063146" y="176809"/>
                  </a:lnTo>
                  <a:lnTo>
                    <a:pt x="7063272" y="176809"/>
                  </a:lnTo>
                  <a:lnTo>
                    <a:pt x="7063398" y="176809"/>
                  </a:lnTo>
                  <a:lnTo>
                    <a:pt x="7063525" y="176809"/>
                  </a:lnTo>
                  <a:lnTo>
                    <a:pt x="7063651" y="176809"/>
                  </a:lnTo>
                  <a:lnTo>
                    <a:pt x="7063777" y="176809"/>
                  </a:lnTo>
                  <a:lnTo>
                    <a:pt x="7063903" y="176809"/>
                  </a:lnTo>
                  <a:lnTo>
                    <a:pt x="7064030" y="176809"/>
                  </a:lnTo>
                  <a:lnTo>
                    <a:pt x="7064156" y="176809"/>
                  </a:lnTo>
                  <a:lnTo>
                    <a:pt x="7064282" y="176809"/>
                  </a:lnTo>
                  <a:lnTo>
                    <a:pt x="7064408" y="176809"/>
                  </a:lnTo>
                  <a:lnTo>
                    <a:pt x="7064535" y="176809"/>
                  </a:lnTo>
                  <a:lnTo>
                    <a:pt x="7064661" y="176809"/>
                  </a:lnTo>
                  <a:lnTo>
                    <a:pt x="7064787" y="176809"/>
                  </a:lnTo>
                  <a:lnTo>
                    <a:pt x="7064913" y="176809"/>
                  </a:lnTo>
                  <a:lnTo>
                    <a:pt x="7065040" y="176809"/>
                  </a:lnTo>
                  <a:lnTo>
                    <a:pt x="7065166" y="176809"/>
                  </a:lnTo>
                  <a:lnTo>
                    <a:pt x="7065166" y="171898"/>
                  </a:lnTo>
                  <a:lnTo>
                    <a:pt x="7065292" y="171898"/>
                  </a:lnTo>
                  <a:lnTo>
                    <a:pt x="7065418" y="171898"/>
                  </a:lnTo>
                  <a:lnTo>
                    <a:pt x="7065545" y="171898"/>
                  </a:lnTo>
                  <a:lnTo>
                    <a:pt x="7065671" y="171898"/>
                  </a:lnTo>
                  <a:lnTo>
                    <a:pt x="7065797" y="171898"/>
                  </a:lnTo>
                  <a:lnTo>
                    <a:pt x="7065923" y="171898"/>
                  </a:lnTo>
                  <a:lnTo>
                    <a:pt x="7066050" y="171898"/>
                  </a:lnTo>
                  <a:lnTo>
                    <a:pt x="7066176" y="171898"/>
                  </a:lnTo>
                  <a:lnTo>
                    <a:pt x="7066302" y="171898"/>
                  </a:lnTo>
                  <a:lnTo>
                    <a:pt x="7066428" y="171898"/>
                  </a:lnTo>
                  <a:lnTo>
                    <a:pt x="7066555" y="171898"/>
                  </a:lnTo>
                  <a:lnTo>
                    <a:pt x="7066681" y="171898"/>
                  </a:lnTo>
                  <a:lnTo>
                    <a:pt x="7066807" y="171898"/>
                  </a:lnTo>
                  <a:lnTo>
                    <a:pt x="7066934" y="171898"/>
                  </a:lnTo>
                  <a:lnTo>
                    <a:pt x="7067060" y="171898"/>
                  </a:lnTo>
                  <a:lnTo>
                    <a:pt x="7067186" y="171898"/>
                  </a:lnTo>
                  <a:lnTo>
                    <a:pt x="7067312" y="171898"/>
                  </a:lnTo>
                  <a:lnTo>
                    <a:pt x="7067439" y="171898"/>
                  </a:lnTo>
                  <a:lnTo>
                    <a:pt x="7067565" y="171898"/>
                  </a:lnTo>
                  <a:lnTo>
                    <a:pt x="7067691" y="171898"/>
                  </a:lnTo>
                  <a:lnTo>
                    <a:pt x="7067817" y="171898"/>
                  </a:lnTo>
                  <a:lnTo>
                    <a:pt x="7067944" y="171898"/>
                  </a:lnTo>
                  <a:lnTo>
                    <a:pt x="7068070" y="171898"/>
                  </a:lnTo>
                  <a:lnTo>
                    <a:pt x="7068196" y="171898"/>
                  </a:lnTo>
                  <a:lnTo>
                    <a:pt x="7068322" y="171898"/>
                  </a:lnTo>
                  <a:lnTo>
                    <a:pt x="7068449" y="171898"/>
                  </a:lnTo>
                  <a:lnTo>
                    <a:pt x="7068575" y="171898"/>
                  </a:lnTo>
                  <a:lnTo>
                    <a:pt x="7068701" y="171898"/>
                  </a:lnTo>
                  <a:lnTo>
                    <a:pt x="7068827" y="171898"/>
                  </a:lnTo>
                  <a:lnTo>
                    <a:pt x="7068954" y="171898"/>
                  </a:lnTo>
                  <a:lnTo>
                    <a:pt x="7069080" y="171898"/>
                  </a:lnTo>
                  <a:lnTo>
                    <a:pt x="7069206" y="171898"/>
                  </a:lnTo>
                  <a:lnTo>
                    <a:pt x="7069332" y="171898"/>
                  </a:lnTo>
                  <a:lnTo>
                    <a:pt x="7069459" y="171898"/>
                  </a:lnTo>
                  <a:lnTo>
                    <a:pt x="7069585" y="171898"/>
                  </a:lnTo>
                  <a:lnTo>
                    <a:pt x="7069711" y="171898"/>
                  </a:lnTo>
                  <a:lnTo>
                    <a:pt x="7069837" y="171898"/>
                  </a:lnTo>
                  <a:lnTo>
                    <a:pt x="7069964" y="171898"/>
                  </a:lnTo>
                  <a:lnTo>
                    <a:pt x="7070090" y="171898"/>
                  </a:lnTo>
                  <a:lnTo>
                    <a:pt x="7070216" y="171898"/>
                  </a:lnTo>
                  <a:lnTo>
                    <a:pt x="7070342" y="171898"/>
                  </a:lnTo>
                  <a:lnTo>
                    <a:pt x="7070469" y="171898"/>
                  </a:lnTo>
                  <a:lnTo>
                    <a:pt x="7070595" y="171898"/>
                  </a:lnTo>
                  <a:lnTo>
                    <a:pt x="7070721" y="171898"/>
                  </a:lnTo>
                  <a:lnTo>
                    <a:pt x="7070847" y="171898"/>
                  </a:lnTo>
                  <a:lnTo>
                    <a:pt x="7070974" y="171898"/>
                  </a:lnTo>
                  <a:lnTo>
                    <a:pt x="7071100" y="171898"/>
                  </a:lnTo>
                  <a:lnTo>
                    <a:pt x="7071226" y="171898"/>
                  </a:lnTo>
                  <a:lnTo>
                    <a:pt x="7071352" y="171898"/>
                  </a:lnTo>
                  <a:lnTo>
                    <a:pt x="7071479" y="171898"/>
                  </a:lnTo>
                  <a:lnTo>
                    <a:pt x="7071605" y="171898"/>
                  </a:lnTo>
                  <a:lnTo>
                    <a:pt x="7071731" y="171898"/>
                  </a:lnTo>
                  <a:lnTo>
                    <a:pt x="7071857" y="171898"/>
                  </a:lnTo>
                  <a:lnTo>
                    <a:pt x="7071984" y="171898"/>
                  </a:lnTo>
                  <a:lnTo>
                    <a:pt x="7072110" y="171898"/>
                  </a:lnTo>
                  <a:lnTo>
                    <a:pt x="7072236" y="171898"/>
                  </a:lnTo>
                  <a:lnTo>
                    <a:pt x="7072363" y="171898"/>
                  </a:lnTo>
                  <a:lnTo>
                    <a:pt x="7072489" y="171898"/>
                  </a:lnTo>
                  <a:lnTo>
                    <a:pt x="7072615" y="171898"/>
                  </a:lnTo>
                  <a:lnTo>
                    <a:pt x="7072741" y="171898"/>
                  </a:lnTo>
                  <a:lnTo>
                    <a:pt x="7072868" y="171898"/>
                  </a:lnTo>
                  <a:lnTo>
                    <a:pt x="7072994" y="171898"/>
                  </a:lnTo>
                  <a:lnTo>
                    <a:pt x="7073120" y="171898"/>
                  </a:lnTo>
                  <a:lnTo>
                    <a:pt x="7073246" y="171898"/>
                  </a:lnTo>
                  <a:lnTo>
                    <a:pt x="7073373" y="171898"/>
                  </a:lnTo>
                  <a:lnTo>
                    <a:pt x="7073499" y="171898"/>
                  </a:lnTo>
                  <a:lnTo>
                    <a:pt x="7073625" y="171898"/>
                  </a:lnTo>
                  <a:lnTo>
                    <a:pt x="7073751" y="171898"/>
                  </a:lnTo>
                  <a:lnTo>
                    <a:pt x="7073878" y="171898"/>
                  </a:lnTo>
                  <a:lnTo>
                    <a:pt x="7074004" y="171898"/>
                  </a:lnTo>
                  <a:lnTo>
                    <a:pt x="7074130" y="171898"/>
                  </a:lnTo>
                  <a:lnTo>
                    <a:pt x="7074256" y="171898"/>
                  </a:lnTo>
                  <a:lnTo>
                    <a:pt x="7074383" y="171898"/>
                  </a:lnTo>
                  <a:lnTo>
                    <a:pt x="7074509" y="171898"/>
                  </a:lnTo>
                  <a:lnTo>
                    <a:pt x="7074635" y="171898"/>
                  </a:lnTo>
                  <a:lnTo>
                    <a:pt x="7074761" y="171898"/>
                  </a:lnTo>
                  <a:lnTo>
                    <a:pt x="7074888" y="171898"/>
                  </a:lnTo>
                  <a:lnTo>
                    <a:pt x="7075014" y="171898"/>
                  </a:lnTo>
                  <a:lnTo>
                    <a:pt x="7075140" y="171898"/>
                  </a:lnTo>
                  <a:lnTo>
                    <a:pt x="7075266" y="171898"/>
                  </a:lnTo>
                  <a:lnTo>
                    <a:pt x="7075393" y="171898"/>
                  </a:lnTo>
                  <a:lnTo>
                    <a:pt x="7075519" y="171898"/>
                  </a:lnTo>
                  <a:lnTo>
                    <a:pt x="7075645" y="171898"/>
                  </a:lnTo>
                  <a:lnTo>
                    <a:pt x="7075771" y="171898"/>
                  </a:lnTo>
                  <a:lnTo>
                    <a:pt x="7075898" y="171898"/>
                  </a:lnTo>
                  <a:lnTo>
                    <a:pt x="7076024" y="171898"/>
                  </a:lnTo>
                  <a:lnTo>
                    <a:pt x="7076150" y="171898"/>
                  </a:lnTo>
                  <a:lnTo>
                    <a:pt x="7076276" y="171898"/>
                  </a:lnTo>
                  <a:lnTo>
                    <a:pt x="7076403" y="171898"/>
                  </a:lnTo>
                  <a:lnTo>
                    <a:pt x="7076529" y="171898"/>
                  </a:lnTo>
                  <a:lnTo>
                    <a:pt x="7076655" y="171898"/>
                  </a:lnTo>
                  <a:lnTo>
                    <a:pt x="7076781" y="171898"/>
                  </a:lnTo>
                  <a:lnTo>
                    <a:pt x="7076908" y="171898"/>
                  </a:lnTo>
                  <a:lnTo>
                    <a:pt x="7077034" y="171898"/>
                  </a:lnTo>
                  <a:lnTo>
                    <a:pt x="7077160" y="171898"/>
                  </a:lnTo>
                  <a:lnTo>
                    <a:pt x="7077287" y="171898"/>
                  </a:lnTo>
                  <a:lnTo>
                    <a:pt x="7077413" y="171898"/>
                  </a:lnTo>
                  <a:lnTo>
                    <a:pt x="7077539" y="171898"/>
                  </a:lnTo>
                  <a:lnTo>
                    <a:pt x="7077665" y="171898"/>
                  </a:lnTo>
                  <a:lnTo>
                    <a:pt x="7077792" y="171898"/>
                  </a:lnTo>
                  <a:lnTo>
                    <a:pt x="7077918" y="171898"/>
                  </a:lnTo>
                  <a:lnTo>
                    <a:pt x="7078044" y="171898"/>
                  </a:lnTo>
                  <a:lnTo>
                    <a:pt x="7078170" y="171898"/>
                  </a:lnTo>
                  <a:lnTo>
                    <a:pt x="7078297" y="171898"/>
                  </a:lnTo>
                  <a:lnTo>
                    <a:pt x="7078423" y="171898"/>
                  </a:lnTo>
                  <a:lnTo>
                    <a:pt x="7078549" y="171898"/>
                  </a:lnTo>
                  <a:lnTo>
                    <a:pt x="7078675" y="171898"/>
                  </a:lnTo>
                  <a:lnTo>
                    <a:pt x="7078802" y="171898"/>
                  </a:lnTo>
                  <a:lnTo>
                    <a:pt x="7078928" y="171898"/>
                  </a:lnTo>
                  <a:lnTo>
                    <a:pt x="7079054" y="171898"/>
                  </a:lnTo>
                  <a:lnTo>
                    <a:pt x="7079180" y="171898"/>
                  </a:lnTo>
                  <a:lnTo>
                    <a:pt x="7079307" y="171898"/>
                  </a:lnTo>
                  <a:lnTo>
                    <a:pt x="7079433" y="171898"/>
                  </a:lnTo>
                  <a:lnTo>
                    <a:pt x="7079559" y="171898"/>
                  </a:lnTo>
                  <a:lnTo>
                    <a:pt x="7079685" y="171898"/>
                  </a:lnTo>
                  <a:lnTo>
                    <a:pt x="7079812" y="171898"/>
                  </a:lnTo>
                  <a:lnTo>
                    <a:pt x="7079938" y="171898"/>
                  </a:lnTo>
                  <a:lnTo>
                    <a:pt x="7080064" y="171898"/>
                  </a:lnTo>
                  <a:lnTo>
                    <a:pt x="7080190" y="171898"/>
                  </a:lnTo>
                  <a:lnTo>
                    <a:pt x="7080317" y="171898"/>
                  </a:lnTo>
                  <a:lnTo>
                    <a:pt x="7080443" y="171898"/>
                  </a:lnTo>
                  <a:lnTo>
                    <a:pt x="7080569" y="171898"/>
                  </a:lnTo>
                  <a:lnTo>
                    <a:pt x="7080695" y="171898"/>
                  </a:lnTo>
                  <a:lnTo>
                    <a:pt x="7080822" y="171898"/>
                  </a:lnTo>
                  <a:lnTo>
                    <a:pt x="7080948" y="171898"/>
                  </a:lnTo>
                  <a:lnTo>
                    <a:pt x="7081074" y="171898"/>
                  </a:lnTo>
                  <a:lnTo>
                    <a:pt x="7081200" y="171898"/>
                  </a:lnTo>
                  <a:lnTo>
                    <a:pt x="7081327" y="171898"/>
                  </a:lnTo>
                  <a:lnTo>
                    <a:pt x="7081453" y="171898"/>
                  </a:lnTo>
                  <a:lnTo>
                    <a:pt x="7081579" y="171898"/>
                  </a:lnTo>
                  <a:lnTo>
                    <a:pt x="7081705" y="171898"/>
                  </a:lnTo>
                  <a:lnTo>
                    <a:pt x="7081832" y="171898"/>
                  </a:lnTo>
                  <a:lnTo>
                    <a:pt x="7081958" y="171898"/>
                  </a:lnTo>
                  <a:lnTo>
                    <a:pt x="7082084" y="171898"/>
                  </a:lnTo>
                  <a:lnTo>
                    <a:pt x="7082210" y="171898"/>
                  </a:lnTo>
                  <a:lnTo>
                    <a:pt x="7082337" y="171898"/>
                  </a:lnTo>
                  <a:lnTo>
                    <a:pt x="7082463" y="171898"/>
                  </a:lnTo>
                  <a:lnTo>
                    <a:pt x="7082589" y="171898"/>
                  </a:lnTo>
                  <a:lnTo>
                    <a:pt x="7082716" y="171898"/>
                  </a:lnTo>
                  <a:lnTo>
                    <a:pt x="7082842" y="171898"/>
                  </a:lnTo>
                  <a:lnTo>
                    <a:pt x="7082968" y="171898"/>
                  </a:lnTo>
                  <a:lnTo>
                    <a:pt x="7083094" y="171898"/>
                  </a:lnTo>
                  <a:lnTo>
                    <a:pt x="7083221" y="171898"/>
                  </a:lnTo>
                  <a:lnTo>
                    <a:pt x="7083347" y="171898"/>
                  </a:lnTo>
                  <a:lnTo>
                    <a:pt x="7083473" y="171898"/>
                  </a:lnTo>
                  <a:lnTo>
                    <a:pt x="7083599" y="171898"/>
                  </a:lnTo>
                  <a:lnTo>
                    <a:pt x="7083726" y="171898"/>
                  </a:lnTo>
                  <a:lnTo>
                    <a:pt x="7083852" y="171898"/>
                  </a:lnTo>
                  <a:lnTo>
                    <a:pt x="7083978" y="171898"/>
                  </a:lnTo>
                  <a:lnTo>
                    <a:pt x="7084104" y="171898"/>
                  </a:lnTo>
                  <a:lnTo>
                    <a:pt x="7084231" y="171898"/>
                  </a:lnTo>
                  <a:lnTo>
                    <a:pt x="7084357" y="171898"/>
                  </a:lnTo>
                  <a:lnTo>
                    <a:pt x="7084483" y="171898"/>
                  </a:lnTo>
                  <a:lnTo>
                    <a:pt x="7084609" y="171898"/>
                  </a:lnTo>
                  <a:lnTo>
                    <a:pt x="7084736" y="171898"/>
                  </a:lnTo>
                  <a:lnTo>
                    <a:pt x="7084862" y="171898"/>
                  </a:lnTo>
                  <a:lnTo>
                    <a:pt x="7084988" y="171898"/>
                  </a:lnTo>
                  <a:lnTo>
                    <a:pt x="7085114" y="171898"/>
                  </a:lnTo>
                  <a:lnTo>
                    <a:pt x="7085241" y="171898"/>
                  </a:lnTo>
                  <a:lnTo>
                    <a:pt x="7085367" y="171898"/>
                  </a:lnTo>
                  <a:lnTo>
                    <a:pt x="7085493" y="171898"/>
                  </a:lnTo>
                  <a:lnTo>
                    <a:pt x="7085619" y="171898"/>
                  </a:lnTo>
                  <a:lnTo>
                    <a:pt x="7085746" y="171898"/>
                  </a:lnTo>
                  <a:lnTo>
                    <a:pt x="7085872" y="171898"/>
                  </a:lnTo>
                  <a:lnTo>
                    <a:pt x="7085998" y="171898"/>
                  </a:lnTo>
                  <a:lnTo>
                    <a:pt x="7086124" y="171898"/>
                  </a:lnTo>
                  <a:lnTo>
                    <a:pt x="7086251" y="171898"/>
                  </a:lnTo>
                  <a:lnTo>
                    <a:pt x="7086377" y="171898"/>
                  </a:lnTo>
                  <a:lnTo>
                    <a:pt x="7086503" y="171898"/>
                  </a:lnTo>
                  <a:lnTo>
                    <a:pt x="7086629" y="171898"/>
                  </a:lnTo>
                  <a:lnTo>
                    <a:pt x="7086756" y="171898"/>
                  </a:lnTo>
                  <a:lnTo>
                    <a:pt x="7086882" y="171898"/>
                  </a:lnTo>
                  <a:lnTo>
                    <a:pt x="7087008" y="171898"/>
                  </a:lnTo>
                  <a:lnTo>
                    <a:pt x="7087134" y="171898"/>
                  </a:lnTo>
                  <a:lnTo>
                    <a:pt x="7087261" y="171898"/>
                  </a:lnTo>
                  <a:lnTo>
                    <a:pt x="7087387" y="171898"/>
                  </a:lnTo>
                  <a:lnTo>
                    <a:pt x="7087513" y="171898"/>
                  </a:lnTo>
                  <a:lnTo>
                    <a:pt x="7087640" y="171898"/>
                  </a:lnTo>
                  <a:lnTo>
                    <a:pt x="7087766" y="171898"/>
                  </a:lnTo>
                  <a:lnTo>
                    <a:pt x="7087892" y="171898"/>
                  </a:lnTo>
                  <a:lnTo>
                    <a:pt x="7088018" y="171898"/>
                  </a:lnTo>
                  <a:lnTo>
                    <a:pt x="7088145" y="171898"/>
                  </a:lnTo>
                  <a:lnTo>
                    <a:pt x="7088271" y="171898"/>
                  </a:lnTo>
                  <a:lnTo>
                    <a:pt x="7088397" y="171898"/>
                  </a:lnTo>
                  <a:lnTo>
                    <a:pt x="7088523" y="171898"/>
                  </a:lnTo>
                  <a:lnTo>
                    <a:pt x="7088650" y="171898"/>
                  </a:lnTo>
                  <a:lnTo>
                    <a:pt x="7088776" y="171898"/>
                  </a:lnTo>
                  <a:lnTo>
                    <a:pt x="7088902" y="171898"/>
                  </a:lnTo>
                  <a:lnTo>
                    <a:pt x="7089028" y="171898"/>
                  </a:lnTo>
                  <a:lnTo>
                    <a:pt x="7089155" y="171898"/>
                  </a:lnTo>
                  <a:lnTo>
                    <a:pt x="7089281" y="171898"/>
                  </a:lnTo>
                  <a:lnTo>
                    <a:pt x="7089407" y="171898"/>
                  </a:lnTo>
                  <a:lnTo>
                    <a:pt x="7089533" y="171898"/>
                  </a:lnTo>
                  <a:lnTo>
                    <a:pt x="7089660" y="171898"/>
                  </a:lnTo>
                  <a:lnTo>
                    <a:pt x="7089786" y="171898"/>
                  </a:lnTo>
                  <a:lnTo>
                    <a:pt x="7089912" y="171898"/>
                  </a:lnTo>
                  <a:lnTo>
                    <a:pt x="7090038" y="171898"/>
                  </a:lnTo>
                  <a:lnTo>
                    <a:pt x="7090165" y="171898"/>
                  </a:lnTo>
                  <a:lnTo>
                    <a:pt x="7090291" y="171898"/>
                  </a:lnTo>
                  <a:lnTo>
                    <a:pt x="7090417" y="171898"/>
                  </a:lnTo>
                  <a:lnTo>
                    <a:pt x="7090543" y="171898"/>
                  </a:lnTo>
                  <a:lnTo>
                    <a:pt x="7090670" y="171898"/>
                  </a:lnTo>
                  <a:lnTo>
                    <a:pt x="7090796" y="171898"/>
                  </a:lnTo>
                  <a:lnTo>
                    <a:pt x="7090922" y="171898"/>
                  </a:lnTo>
                  <a:lnTo>
                    <a:pt x="7091048" y="171898"/>
                  </a:lnTo>
                  <a:lnTo>
                    <a:pt x="7091175" y="171898"/>
                  </a:lnTo>
                  <a:lnTo>
                    <a:pt x="7091301" y="171898"/>
                  </a:lnTo>
                  <a:lnTo>
                    <a:pt x="7091427" y="171898"/>
                  </a:lnTo>
                  <a:lnTo>
                    <a:pt x="7091553" y="171898"/>
                  </a:lnTo>
                  <a:lnTo>
                    <a:pt x="7091680" y="171898"/>
                  </a:lnTo>
                  <a:lnTo>
                    <a:pt x="7091806" y="171898"/>
                  </a:lnTo>
                  <a:lnTo>
                    <a:pt x="7091932" y="171898"/>
                  </a:lnTo>
                  <a:lnTo>
                    <a:pt x="7092058" y="171898"/>
                  </a:lnTo>
                  <a:lnTo>
                    <a:pt x="7092185" y="171898"/>
                  </a:lnTo>
                  <a:lnTo>
                    <a:pt x="7092311" y="171898"/>
                  </a:lnTo>
                  <a:lnTo>
                    <a:pt x="7092437" y="171898"/>
                  </a:lnTo>
                  <a:lnTo>
                    <a:pt x="7092563" y="171898"/>
                  </a:lnTo>
                  <a:lnTo>
                    <a:pt x="7092690" y="171898"/>
                  </a:lnTo>
                  <a:lnTo>
                    <a:pt x="7092816" y="171898"/>
                  </a:lnTo>
                  <a:lnTo>
                    <a:pt x="7092942" y="171898"/>
                  </a:lnTo>
                  <a:lnTo>
                    <a:pt x="7093069" y="171898"/>
                  </a:lnTo>
                  <a:lnTo>
                    <a:pt x="7093195" y="171898"/>
                  </a:lnTo>
                  <a:lnTo>
                    <a:pt x="7093321" y="171898"/>
                  </a:lnTo>
                  <a:lnTo>
                    <a:pt x="7093447" y="171898"/>
                  </a:lnTo>
                  <a:lnTo>
                    <a:pt x="7093574" y="171898"/>
                  </a:lnTo>
                  <a:lnTo>
                    <a:pt x="7093700" y="171898"/>
                  </a:lnTo>
                  <a:lnTo>
                    <a:pt x="7093826" y="171898"/>
                  </a:lnTo>
                  <a:lnTo>
                    <a:pt x="7093952" y="171898"/>
                  </a:lnTo>
                  <a:lnTo>
                    <a:pt x="7094079" y="171898"/>
                  </a:lnTo>
                  <a:lnTo>
                    <a:pt x="7094205" y="171898"/>
                  </a:lnTo>
                  <a:lnTo>
                    <a:pt x="7094331" y="171898"/>
                  </a:lnTo>
                  <a:lnTo>
                    <a:pt x="7094457" y="171898"/>
                  </a:lnTo>
                  <a:lnTo>
                    <a:pt x="7094584" y="171898"/>
                  </a:lnTo>
                  <a:lnTo>
                    <a:pt x="7094584" y="166986"/>
                  </a:lnTo>
                  <a:lnTo>
                    <a:pt x="7094710" y="166986"/>
                  </a:lnTo>
                  <a:lnTo>
                    <a:pt x="7094836" y="166986"/>
                  </a:lnTo>
                  <a:lnTo>
                    <a:pt x="7094962" y="166986"/>
                  </a:lnTo>
                  <a:lnTo>
                    <a:pt x="7095089" y="166986"/>
                  </a:lnTo>
                  <a:lnTo>
                    <a:pt x="7095215" y="166986"/>
                  </a:lnTo>
                  <a:lnTo>
                    <a:pt x="7095341" y="166986"/>
                  </a:lnTo>
                  <a:lnTo>
                    <a:pt x="7095467" y="166986"/>
                  </a:lnTo>
                  <a:lnTo>
                    <a:pt x="7095594" y="166986"/>
                  </a:lnTo>
                  <a:lnTo>
                    <a:pt x="7095720" y="166986"/>
                  </a:lnTo>
                  <a:lnTo>
                    <a:pt x="7095846" y="166986"/>
                  </a:lnTo>
                  <a:lnTo>
                    <a:pt x="7095972" y="166986"/>
                  </a:lnTo>
                  <a:lnTo>
                    <a:pt x="7096099" y="166986"/>
                  </a:lnTo>
                  <a:lnTo>
                    <a:pt x="7096225" y="166986"/>
                  </a:lnTo>
                  <a:lnTo>
                    <a:pt x="7096351" y="166986"/>
                  </a:lnTo>
                  <a:lnTo>
                    <a:pt x="7096477" y="166986"/>
                  </a:lnTo>
                  <a:lnTo>
                    <a:pt x="7096604" y="166986"/>
                  </a:lnTo>
                  <a:lnTo>
                    <a:pt x="7096730" y="166986"/>
                  </a:lnTo>
                  <a:lnTo>
                    <a:pt x="7096856" y="166986"/>
                  </a:lnTo>
                  <a:lnTo>
                    <a:pt x="7096982" y="166986"/>
                  </a:lnTo>
                  <a:lnTo>
                    <a:pt x="7097109" y="166986"/>
                  </a:lnTo>
                  <a:lnTo>
                    <a:pt x="7097235" y="166986"/>
                  </a:lnTo>
                  <a:lnTo>
                    <a:pt x="7097361" y="166986"/>
                  </a:lnTo>
                  <a:lnTo>
                    <a:pt x="7097487" y="166986"/>
                  </a:lnTo>
                  <a:lnTo>
                    <a:pt x="7097614" y="166986"/>
                  </a:lnTo>
                  <a:lnTo>
                    <a:pt x="7097740" y="166986"/>
                  </a:lnTo>
                  <a:lnTo>
                    <a:pt x="7097866" y="166986"/>
                  </a:lnTo>
                  <a:lnTo>
                    <a:pt x="7097993" y="166986"/>
                  </a:lnTo>
                  <a:lnTo>
                    <a:pt x="7098119" y="166986"/>
                  </a:lnTo>
                  <a:lnTo>
                    <a:pt x="7098245" y="166986"/>
                  </a:lnTo>
                  <a:lnTo>
                    <a:pt x="7098371" y="166986"/>
                  </a:lnTo>
                  <a:lnTo>
                    <a:pt x="7098498" y="166986"/>
                  </a:lnTo>
                  <a:lnTo>
                    <a:pt x="7098624" y="166986"/>
                  </a:lnTo>
                  <a:lnTo>
                    <a:pt x="7098750" y="166986"/>
                  </a:lnTo>
                  <a:lnTo>
                    <a:pt x="7098876" y="166986"/>
                  </a:lnTo>
                  <a:lnTo>
                    <a:pt x="7099003" y="166986"/>
                  </a:lnTo>
                  <a:lnTo>
                    <a:pt x="7099129" y="166986"/>
                  </a:lnTo>
                  <a:lnTo>
                    <a:pt x="7099255" y="166986"/>
                  </a:lnTo>
                  <a:lnTo>
                    <a:pt x="7099381" y="166986"/>
                  </a:lnTo>
                  <a:lnTo>
                    <a:pt x="7099508" y="166986"/>
                  </a:lnTo>
                  <a:lnTo>
                    <a:pt x="7099634" y="166986"/>
                  </a:lnTo>
                  <a:lnTo>
                    <a:pt x="7099760" y="166986"/>
                  </a:lnTo>
                  <a:lnTo>
                    <a:pt x="7099760" y="162075"/>
                  </a:lnTo>
                  <a:lnTo>
                    <a:pt x="7099886" y="162075"/>
                  </a:lnTo>
                  <a:lnTo>
                    <a:pt x="7100013" y="162075"/>
                  </a:lnTo>
                  <a:lnTo>
                    <a:pt x="7100139" y="162075"/>
                  </a:lnTo>
                  <a:lnTo>
                    <a:pt x="7100265" y="162075"/>
                  </a:lnTo>
                  <a:lnTo>
                    <a:pt x="7100391" y="162075"/>
                  </a:lnTo>
                  <a:lnTo>
                    <a:pt x="7100518" y="162075"/>
                  </a:lnTo>
                  <a:lnTo>
                    <a:pt x="7100644" y="162075"/>
                  </a:lnTo>
                  <a:lnTo>
                    <a:pt x="7100770" y="162075"/>
                  </a:lnTo>
                  <a:lnTo>
                    <a:pt x="7100896" y="162075"/>
                  </a:lnTo>
                  <a:lnTo>
                    <a:pt x="7101023" y="162075"/>
                  </a:lnTo>
                  <a:lnTo>
                    <a:pt x="7101149" y="162075"/>
                  </a:lnTo>
                  <a:lnTo>
                    <a:pt x="7101275" y="162075"/>
                  </a:lnTo>
                  <a:lnTo>
                    <a:pt x="7101401" y="162075"/>
                  </a:lnTo>
                  <a:lnTo>
                    <a:pt x="7101528" y="162075"/>
                  </a:lnTo>
                  <a:lnTo>
                    <a:pt x="7101654" y="162075"/>
                  </a:lnTo>
                  <a:lnTo>
                    <a:pt x="7101780" y="162075"/>
                  </a:lnTo>
                  <a:lnTo>
                    <a:pt x="7101906" y="162075"/>
                  </a:lnTo>
                  <a:lnTo>
                    <a:pt x="7102033" y="162075"/>
                  </a:lnTo>
                  <a:lnTo>
                    <a:pt x="7102159" y="162075"/>
                  </a:lnTo>
                  <a:lnTo>
                    <a:pt x="7102285" y="162075"/>
                  </a:lnTo>
                  <a:lnTo>
                    <a:pt x="7102411" y="162075"/>
                  </a:lnTo>
                  <a:lnTo>
                    <a:pt x="7102538" y="162075"/>
                  </a:lnTo>
                  <a:lnTo>
                    <a:pt x="7102664" y="162075"/>
                  </a:lnTo>
                  <a:lnTo>
                    <a:pt x="7102790" y="162075"/>
                  </a:lnTo>
                  <a:lnTo>
                    <a:pt x="7102916" y="162075"/>
                  </a:lnTo>
                  <a:lnTo>
                    <a:pt x="7103043" y="162075"/>
                  </a:lnTo>
                  <a:lnTo>
                    <a:pt x="7103169" y="162075"/>
                  </a:lnTo>
                  <a:lnTo>
                    <a:pt x="7103295" y="162075"/>
                  </a:lnTo>
                  <a:lnTo>
                    <a:pt x="7103422" y="162075"/>
                  </a:lnTo>
                  <a:lnTo>
                    <a:pt x="7103548" y="162075"/>
                  </a:lnTo>
                  <a:lnTo>
                    <a:pt x="7103674" y="162075"/>
                  </a:lnTo>
                  <a:lnTo>
                    <a:pt x="7103800" y="162075"/>
                  </a:lnTo>
                  <a:lnTo>
                    <a:pt x="7103927" y="162075"/>
                  </a:lnTo>
                  <a:lnTo>
                    <a:pt x="7104053" y="162075"/>
                  </a:lnTo>
                  <a:lnTo>
                    <a:pt x="7104179" y="162075"/>
                  </a:lnTo>
                  <a:lnTo>
                    <a:pt x="7104305" y="162075"/>
                  </a:lnTo>
                  <a:lnTo>
                    <a:pt x="7104432" y="162075"/>
                  </a:lnTo>
                  <a:lnTo>
                    <a:pt x="7104558" y="162075"/>
                  </a:lnTo>
                  <a:lnTo>
                    <a:pt x="7104684" y="162075"/>
                  </a:lnTo>
                  <a:lnTo>
                    <a:pt x="7104810" y="162075"/>
                  </a:lnTo>
                  <a:lnTo>
                    <a:pt x="7104937" y="162075"/>
                  </a:lnTo>
                  <a:lnTo>
                    <a:pt x="7105063" y="162075"/>
                  </a:lnTo>
                  <a:lnTo>
                    <a:pt x="7105189" y="162075"/>
                  </a:lnTo>
                  <a:lnTo>
                    <a:pt x="7105315" y="162075"/>
                  </a:lnTo>
                  <a:lnTo>
                    <a:pt x="7105442" y="162075"/>
                  </a:lnTo>
                  <a:lnTo>
                    <a:pt x="7105568" y="162075"/>
                  </a:lnTo>
                  <a:lnTo>
                    <a:pt x="7105694" y="162075"/>
                  </a:lnTo>
                  <a:lnTo>
                    <a:pt x="7105820" y="162075"/>
                  </a:lnTo>
                  <a:lnTo>
                    <a:pt x="7105947" y="162075"/>
                  </a:lnTo>
                  <a:lnTo>
                    <a:pt x="7106073" y="162075"/>
                  </a:lnTo>
                  <a:lnTo>
                    <a:pt x="7106199" y="162075"/>
                  </a:lnTo>
                  <a:lnTo>
                    <a:pt x="7106325" y="162075"/>
                  </a:lnTo>
                  <a:lnTo>
                    <a:pt x="7106452" y="162075"/>
                  </a:lnTo>
                  <a:lnTo>
                    <a:pt x="7106578" y="162075"/>
                  </a:lnTo>
                  <a:lnTo>
                    <a:pt x="7106704" y="162075"/>
                  </a:lnTo>
                  <a:lnTo>
                    <a:pt x="7106830" y="162075"/>
                  </a:lnTo>
                  <a:lnTo>
                    <a:pt x="7106957" y="162075"/>
                  </a:lnTo>
                  <a:lnTo>
                    <a:pt x="7107083" y="162075"/>
                  </a:lnTo>
                  <a:lnTo>
                    <a:pt x="7107209" y="162075"/>
                  </a:lnTo>
                  <a:lnTo>
                    <a:pt x="7107335" y="162075"/>
                  </a:lnTo>
                  <a:lnTo>
                    <a:pt x="7107462" y="162075"/>
                  </a:lnTo>
                  <a:lnTo>
                    <a:pt x="7107588" y="162075"/>
                  </a:lnTo>
                  <a:lnTo>
                    <a:pt x="7107714" y="162075"/>
                  </a:lnTo>
                  <a:lnTo>
                    <a:pt x="7107840" y="162075"/>
                  </a:lnTo>
                  <a:lnTo>
                    <a:pt x="7107967" y="162075"/>
                  </a:lnTo>
                  <a:lnTo>
                    <a:pt x="7108093" y="162075"/>
                  </a:lnTo>
                  <a:lnTo>
                    <a:pt x="7108219" y="162075"/>
                  </a:lnTo>
                  <a:lnTo>
                    <a:pt x="7108346" y="162075"/>
                  </a:lnTo>
                  <a:lnTo>
                    <a:pt x="7108472" y="162075"/>
                  </a:lnTo>
                  <a:lnTo>
                    <a:pt x="7108598" y="162075"/>
                  </a:lnTo>
                  <a:lnTo>
                    <a:pt x="7108724" y="162075"/>
                  </a:lnTo>
                  <a:lnTo>
                    <a:pt x="7108851" y="162075"/>
                  </a:lnTo>
                  <a:lnTo>
                    <a:pt x="7108977" y="162075"/>
                  </a:lnTo>
                  <a:lnTo>
                    <a:pt x="7109103" y="162075"/>
                  </a:lnTo>
                  <a:lnTo>
                    <a:pt x="7109229" y="162075"/>
                  </a:lnTo>
                  <a:lnTo>
                    <a:pt x="7109356" y="162075"/>
                  </a:lnTo>
                  <a:lnTo>
                    <a:pt x="7109482" y="162075"/>
                  </a:lnTo>
                  <a:lnTo>
                    <a:pt x="7109608" y="162075"/>
                  </a:lnTo>
                  <a:lnTo>
                    <a:pt x="7109734" y="162075"/>
                  </a:lnTo>
                  <a:lnTo>
                    <a:pt x="7109861" y="162075"/>
                  </a:lnTo>
                  <a:lnTo>
                    <a:pt x="7109987" y="162075"/>
                  </a:lnTo>
                  <a:lnTo>
                    <a:pt x="7110113" y="162075"/>
                  </a:lnTo>
                  <a:lnTo>
                    <a:pt x="7110239" y="162075"/>
                  </a:lnTo>
                  <a:lnTo>
                    <a:pt x="7110366" y="162075"/>
                  </a:lnTo>
                  <a:lnTo>
                    <a:pt x="7110492" y="162075"/>
                  </a:lnTo>
                  <a:lnTo>
                    <a:pt x="7110618" y="162075"/>
                  </a:lnTo>
                  <a:lnTo>
                    <a:pt x="7110744" y="162075"/>
                  </a:lnTo>
                  <a:lnTo>
                    <a:pt x="7110871" y="162075"/>
                  </a:lnTo>
                  <a:lnTo>
                    <a:pt x="7110997" y="162075"/>
                  </a:lnTo>
                  <a:lnTo>
                    <a:pt x="7111123" y="162075"/>
                  </a:lnTo>
                  <a:lnTo>
                    <a:pt x="7111249" y="162075"/>
                  </a:lnTo>
                  <a:lnTo>
                    <a:pt x="7111376" y="162075"/>
                  </a:lnTo>
                  <a:lnTo>
                    <a:pt x="7111502" y="162075"/>
                  </a:lnTo>
                  <a:lnTo>
                    <a:pt x="7111628" y="162075"/>
                  </a:lnTo>
                  <a:lnTo>
                    <a:pt x="7111754" y="162075"/>
                  </a:lnTo>
                  <a:lnTo>
                    <a:pt x="7111881" y="162075"/>
                  </a:lnTo>
                  <a:lnTo>
                    <a:pt x="7112007" y="162075"/>
                  </a:lnTo>
                  <a:lnTo>
                    <a:pt x="7112133" y="162075"/>
                  </a:lnTo>
                  <a:lnTo>
                    <a:pt x="7112259" y="162075"/>
                  </a:lnTo>
                  <a:lnTo>
                    <a:pt x="7112386" y="162075"/>
                  </a:lnTo>
                  <a:lnTo>
                    <a:pt x="7112512" y="162075"/>
                  </a:lnTo>
                  <a:lnTo>
                    <a:pt x="7112638" y="162075"/>
                  </a:lnTo>
                  <a:lnTo>
                    <a:pt x="7112764" y="162075"/>
                  </a:lnTo>
                  <a:lnTo>
                    <a:pt x="7112891" y="162075"/>
                  </a:lnTo>
                  <a:lnTo>
                    <a:pt x="7113017" y="162075"/>
                  </a:lnTo>
                  <a:lnTo>
                    <a:pt x="7113143" y="162075"/>
                  </a:lnTo>
                  <a:lnTo>
                    <a:pt x="7113269" y="162075"/>
                  </a:lnTo>
                  <a:lnTo>
                    <a:pt x="7113396" y="162075"/>
                  </a:lnTo>
                  <a:lnTo>
                    <a:pt x="7113522" y="162075"/>
                  </a:lnTo>
                  <a:lnTo>
                    <a:pt x="7113648" y="162075"/>
                  </a:lnTo>
                  <a:lnTo>
                    <a:pt x="7113775" y="162075"/>
                  </a:lnTo>
                  <a:lnTo>
                    <a:pt x="7113901" y="162075"/>
                  </a:lnTo>
                  <a:lnTo>
                    <a:pt x="7114027" y="162075"/>
                  </a:lnTo>
                  <a:lnTo>
                    <a:pt x="7114153" y="162075"/>
                  </a:lnTo>
                  <a:lnTo>
                    <a:pt x="7114280" y="162075"/>
                  </a:lnTo>
                  <a:lnTo>
                    <a:pt x="7114406" y="162075"/>
                  </a:lnTo>
                  <a:lnTo>
                    <a:pt x="7114532" y="162075"/>
                  </a:lnTo>
                  <a:lnTo>
                    <a:pt x="7114658" y="162075"/>
                  </a:lnTo>
                  <a:lnTo>
                    <a:pt x="7114785" y="162075"/>
                  </a:lnTo>
                  <a:lnTo>
                    <a:pt x="7114911" y="162075"/>
                  </a:lnTo>
                  <a:lnTo>
                    <a:pt x="7115037" y="162075"/>
                  </a:lnTo>
                  <a:lnTo>
                    <a:pt x="7115163" y="162075"/>
                  </a:lnTo>
                  <a:lnTo>
                    <a:pt x="7115290" y="162075"/>
                  </a:lnTo>
                  <a:lnTo>
                    <a:pt x="7115416" y="162075"/>
                  </a:lnTo>
                  <a:lnTo>
                    <a:pt x="7115542" y="162075"/>
                  </a:lnTo>
                  <a:lnTo>
                    <a:pt x="7115668" y="162075"/>
                  </a:lnTo>
                  <a:lnTo>
                    <a:pt x="7115795" y="162075"/>
                  </a:lnTo>
                  <a:lnTo>
                    <a:pt x="7115921" y="162075"/>
                  </a:lnTo>
                  <a:lnTo>
                    <a:pt x="7116047" y="162075"/>
                  </a:lnTo>
                  <a:lnTo>
                    <a:pt x="7116173" y="162075"/>
                  </a:lnTo>
                  <a:lnTo>
                    <a:pt x="7116300" y="162075"/>
                  </a:lnTo>
                  <a:lnTo>
                    <a:pt x="7116426" y="162075"/>
                  </a:lnTo>
                  <a:lnTo>
                    <a:pt x="7116552" y="162075"/>
                  </a:lnTo>
                  <a:lnTo>
                    <a:pt x="7116678" y="162075"/>
                  </a:lnTo>
                  <a:lnTo>
                    <a:pt x="7116805" y="162075"/>
                  </a:lnTo>
                  <a:lnTo>
                    <a:pt x="7116931" y="162075"/>
                  </a:lnTo>
                  <a:lnTo>
                    <a:pt x="7117057" y="162075"/>
                  </a:lnTo>
                  <a:lnTo>
                    <a:pt x="7117183" y="162075"/>
                  </a:lnTo>
                  <a:lnTo>
                    <a:pt x="7117310" y="162075"/>
                  </a:lnTo>
                  <a:lnTo>
                    <a:pt x="7117436" y="162075"/>
                  </a:lnTo>
                  <a:lnTo>
                    <a:pt x="7117562" y="162075"/>
                  </a:lnTo>
                  <a:lnTo>
                    <a:pt x="7117688" y="162075"/>
                  </a:lnTo>
                  <a:lnTo>
                    <a:pt x="7117815" y="162075"/>
                  </a:lnTo>
                  <a:lnTo>
                    <a:pt x="7117941" y="162075"/>
                  </a:lnTo>
                  <a:lnTo>
                    <a:pt x="7118067" y="162075"/>
                  </a:lnTo>
                  <a:lnTo>
                    <a:pt x="7118193" y="162075"/>
                  </a:lnTo>
                  <a:lnTo>
                    <a:pt x="7118320" y="162075"/>
                  </a:lnTo>
                  <a:lnTo>
                    <a:pt x="7118446" y="162075"/>
                  </a:lnTo>
                  <a:lnTo>
                    <a:pt x="7118572" y="162075"/>
                  </a:lnTo>
                  <a:lnTo>
                    <a:pt x="7118699" y="162075"/>
                  </a:lnTo>
                  <a:lnTo>
                    <a:pt x="7118825" y="162075"/>
                  </a:lnTo>
                  <a:lnTo>
                    <a:pt x="7118951" y="162075"/>
                  </a:lnTo>
                  <a:lnTo>
                    <a:pt x="7119077" y="162075"/>
                  </a:lnTo>
                  <a:lnTo>
                    <a:pt x="7119204" y="162075"/>
                  </a:lnTo>
                  <a:lnTo>
                    <a:pt x="7119330" y="162075"/>
                  </a:lnTo>
                  <a:lnTo>
                    <a:pt x="7119456" y="162075"/>
                  </a:lnTo>
                  <a:lnTo>
                    <a:pt x="7119582" y="162075"/>
                  </a:lnTo>
                  <a:lnTo>
                    <a:pt x="7119709" y="162075"/>
                  </a:lnTo>
                  <a:lnTo>
                    <a:pt x="7119835" y="162075"/>
                  </a:lnTo>
                  <a:lnTo>
                    <a:pt x="7119961" y="162075"/>
                  </a:lnTo>
                  <a:lnTo>
                    <a:pt x="7120087" y="162075"/>
                  </a:lnTo>
                  <a:lnTo>
                    <a:pt x="7120214" y="162075"/>
                  </a:lnTo>
                  <a:lnTo>
                    <a:pt x="7120340" y="162075"/>
                  </a:lnTo>
                  <a:lnTo>
                    <a:pt x="7120466" y="162075"/>
                  </a:lnTo>
                  <a:lnTo>
                    <a:pt x="7120592" y="162075"/>
                  </a:lnTo>
                  <a:lnTo>
                    <a:pt x="7120719" y="162075"/>
                  </a:lnTo>
                  <a:lnTo>
                    <a:pt x="7120845" y="162075"/>
                  </a:lnTo>
                  <a:lnTo>
                    <a:pt x="7120971" y="162075"/>
                  </a:lnTo>
                  <a:lnTo>
                    <a:pt x="7121097" y="162075"/>
                  </a:lnTo>
                  <a:lnTo>
                    <a:pt x="7121224" y="162075"/>
                  </a:lnTo>
                  <a:lnTo>
                    <a:pt x="7121350" y="162075"/>
                  </a:lnTo>
                  <a:lnTo>
                    <a:pt x="7121476" y="162075"/>
                  </a:lnTo>
                  <a:lnTo>
                    <a:pt x="7121602" y="162075"/>
                  </a:lnTo>
                  <a:lnTo>
                    <a:pt x="7121729" y="162075"/>
                  </a:lnTo>
                  <a:lnTo>
                    <a:pt x="7121855" y="162075"/>
                  </a:lnTo>
                  <a:lnTo>
                    <a:pt x="7121981" y="162075"/>
                  </a:lnTo>
                  <a:lnTo>
                    <a:pt x="7122107" y="162075"/>
                  </a:lnTo>
                  <a:lnTo>
                    <a:pt x="7122234" y="162075"/>
                  </a:lnTo>
                  <a:lnTo>
                    <a:pt x="7122360" y="162075"/>
                  </a:lnTo>
                  <a:lnTo>
                    <a:pt x="7122486" y="162075"/>
                  </a:lnTo>
                  <a:lnTo>
                    <a:pt x="7122612" y="162075"/>
                  </a:lnTo>
                  <a:lnTo>
                    <a:pt x="7122739" y="162075"/>
                  </a:lnTo>
                  <a:lnTo>
                    <a:pt x="7122865" y="162075"/>
                  </a:lnTo>
                  <a:lnTo>
                    <a:pt x="7122991" y="162075"/>
                  </a:lnTo>
                  <a:lnTo>
                    <a:pt x="7123117" y="162075"/>
                  </a:lnTo>
                  <a:lnTo>
                    <a:pt x="7123244" y="162075"/>
                  </a:lnTo>
                  <a:lnTo>
                    <a:pt x="7123370" y="162075"/>
                  </a:lnTo>
                  <a:lnTo>
                    <a:pt x="7123496" y="162075"/>
                  </a:lnTo>
                  <a:lnTo>
                    <a:pt x="7123622" y="162075"/>
                  </a:lnTo>
                  <a:lnTo>
                    <a:pt x="7123749" y="162075"/>
                  </a:lnTo>
                  <a:lnTo>
                    <a:pt x="7123875" y="162075"/>
                  </a:lnTo>
                  <a:lnTo>
                    <a:pt x="7124001" y="162075"/>
                  </a:lnTo>
                  <a:lnTo>
                    <a:pt x="7124128" y="162075"/>
                  </a:lnTo>
                  <a:lnTo>
                    <a:pt x="7124254" y="162075"/>
                  </a:lnTo>
                  <a:lnTo>
                    <a:pt x="7124380" y="162075"/>
                  </a:lnTo>
                  <a:lnTo>
                    <a:pt x="7124506" y="162075"/>
                  </a:lnTo>
                  <a:lnTo>
                    <a:pt x="7124633" y="162075"/>
                  </a:lnTo>
                  <a:lnTo>
                    <a:pt x="7124759" y="162075"/>
                  </a:lnTo>
                  <a:lnTo>
                    <a:pt x="7124885" y="162075"/>
                  </a:lnTo>
                  <a:lnTo>
                    <a:pt x="7125011" y="162075"/>
                  </a:lnTo>
                  <a:lnTo>
                    <a:pt x="7125138" y="162075"/>
                  </a:lnTo>
                  <a:lnTo>
                    <a:pt x="7125264" y="162075"/>
                  </a:lnTo>
                  <a:lnTo>
                    <a:pt x="7125390" y="162075"/>
                  </a:lnTo>
                  <a:lnTo>
                    <a:pt x="7125516" y="162075"/>
                  </a:lnTo>
                  <a:lnTo>
                    <a:pt x="7125643" y="162075"/>
                  </a:lnTo>
                  <a:lnTo>
                    <a:pt x="7125769" y="162075"/>
                  </a:lnTo>
                  <a:lnTo>
                    <a:pt x="7125895" y="162075"/>
                  </a:lnTo>
                  <a:lnTo>
                    <a:pt x="7126021" y="162075"/>
                  </a:lnTo>
                  <a:lnTo>
                    <a:pt x="7126148" y="162075"/>
                  </a:lnTo>
                  <a:lnTo>
                    <a:pt x="7126274" y="162075"/>
                  </a:lnTo>
                  <a:lnTo>
                    <a:pt x="7126400" y="162075"/>
                  </a:lnTo>
                  <a:lnTo>
                    <a:pt x="7126526" y="162075"/>
                  </a:lnTo>
                  <a:lnTo>
                    <a:pt x="7126653" y="162075"/>
                  </a:lnTo>
                  <a:lnTo>
                    <a:pt x="7126779" y="162075"/>
                  </a:lnTo>
                  <a:lnTo>
                    <a:pt x="7126905" y="162075"/>
                  </a:lnTo>
                  <a:lnTo>
                    <a:pt x="7127031" y="162075"/>
                  </a:lnTo>
                  <a:lnTo>
                    <a:pt x="7127158" y="162075"/>
                  </a:lnTo>
                  <a:lnTo>
                    <a:pt x="7127284" y="162075"/>
                  </a:lnTo>
                  <a:lnTo>
                    <a:pt x="7127410" y="162075"/>
                  </a:lnTo>
                  <a:lnTo>
                    <a:pt x="7127536" y="162075"/>
                  </a:lnTo>
                  <a:lnTo>
                    <a:pt x="7127663" y="162075"/>
                  </a:lnTo>
                  <a:lnTo>
                    <a:pt x="7127789" y="162075"/>
                  </a:lnTo>
                  <a:lnTo>
                    <a:pt x="7127915" y="162075"/>
                  </a:lnTo>
                  <a:lnTo>
                    <a:pt x="7128041" y="162075"/>
                  </a:lnTo>
                  <a:lnTo>
                    <a:pt x="7128168" y="162075"/>
                  </a:lnTo>
                  <a:lnTo>
                    <a:pt x="7128294" y="162075"/>
                  </a:lnTo>
                  <a:lnTo>
                    <a:pt x="7128420" y="162075"/>
                  </a:lnTo>
                  <a:lnTo>
                    <a:pt x="7128546" y="162075"/>
                  </a:lnTo>
                  <a:lnTo>
                    <a:pt x="7128673" y="162075"/>
                  </a:lnTo>
                  <a:lnTo>
                    <a:pt x="7128799" y="162075"/>
                  </a:lnTo>
                  <a:lnTo>
                    <a:pt x="7128925" y="162075"/>
                  </a:lnTo>
                  <a:lnTo>
                    <a:pt x="7129052" y="162075"/>
                  </a:lnTo>
                  <a:lnTo>
                    <a:pt x="7129178" y="162075"/>
                  </a:lnTo>
                  <a:lnTo>
                    <a:pt x="7129304" y="162075"/>
                  </a:lnTo>
                  <a:lnTo>
                    <a:pt x="7129430" y="162075"/>
                  </a:lnTo>
                  <a:lnTo>
                    <a:pt x="7129557" y="162075"/>
                  </a:lnTo>
                  <a:lnTo>
                    <a:pt x="7129683" y="162075"/>
                  </a:lnTo>
                  <a:lnTo>
                    <a:pt x="7129809" y="162075"/>
                  </a:lnTo>
                  <a:lnTo>
                    <a:pt x="7129935" y="162075"/>
                  </a:lnTo>
                  <a:lnTo>
                    <a:pt x="7130062" y="162075"/>
                  </a:lnTo>
                  <a:lnTo>
                    <a:pt x="7130188" y="162075"/>
                  </a:lnTo>
                  <a:lnTo>
                    <a:pt x="7130314" y="162075"/>
                  </a:lnTo>
                  <a:lnTo>
                    <a:pt x="7130440" y="162075"/>
                  </a:lnTo>
                  <a:lnTo>
                    <a:pt x="7130567" y="162075"/>
                  </a:lnTo>
                  <a:lnTo>
                    <a:pt x="7130693" y="162075"/>
                  </a:lnTo>
                  <a:lnTo>
                    <a:pt x="7130819" y="162075"/>
                  </a:lnTo>
                  <a:lnTo>
                    <a:pt x="7130945" y="162075"/>
                  </a:lnTo>
                  <a:lnTo>
                    <a:pt x="7131072" y="162075"/>
                  </a:lnTo>
                  <a:lnTo>
                    <a:pt x="7131198" y="162075"/>
                  </a:lnTo>
                  <a:lnTo>
                    <a:pt x="7131324" y="162075"/>
                  </a:lnTo>
                  <a:lnTo>
                    <a:pt x="7131450" y="162075"/>
                  </a:lnTo>
                  <a:lnTo>
                    <a:pt x="7131577" y="162075"/>
                  </a:lnTo>
                  <a:lnTo>
                    <a:pt x="7131703" y="162075"/>
                  </a:lnTo>
                  <a:lnTo>
                    <a:pt x="7131829" y="162075"/>
                  </a:lnTo>
                  <a:lnTo>
                    <a:pt x="7131955" y="162075"/>
                  </a:lnTo>
                  <a:lnTo>
                    <a:pt x="7132082" y="162075"/>
                  </a:lnTo>
                  <a:lnTo>
                    <a:pt x="7132208" y="162075"/>
                  </a:lnTo>
                  <a:lnTo>
                    <a:pt x="7132334" y="162075"/>
                  </a:lnTo>
                  <a:lnTo>
                    <a:pt x="7132460" y="162075"/>
                  </a:lnTo>
                  <a:lnTo>
                    <a:pt x="7132587" y="162075"/>
                  </a:lnTo>
                  <a:lnTo>
                    <a:pt x="7132713" y="162075"/>
                  </a:lnTo>
                  <a:lnTo>
                    <a:pt x="7132839" y="162075"/>
                  </a:lnTo>
                  <a:lnTo>
                    <a:pt x="7132965" y="162075"/>
                  </a:lnTo>
                  <a:lnTo>
                    <a:pt x="7133092" y="162075"/>
                  </a:lnTo>
                  <a:lnTo>
                    <a:pt x="7133218" y="162075"/>
                  </a:lnTo>
                  <a:lnTo>
                    <a:pt x="7133344" y="162075"/>
                  </a:lnTo>
                  <a:lnTo>
                    <a:pt x="7133470" y="162075"/>
                  </a:lnTo>
                  <a:lnTo>
                    <a:pt x="7133597" y="162075"/>
                  </a:lnTo>
                  <a:lnTo>
                    <a:pt x="7133723" y="162075"/>
                  </a:lnTo>
                  <a:lnTo>
                    <a:pt x="7133849" y="162075"/>
                  </a:lnTo>
                  <a:lnTo>
                    <a:pt x="7133976" y="162075"/>
                  </a:lnTo>
                  <a:lnTo>
                    <a:pt x="7134102" y="162075"/>
                  </a:lnTo>
                  <a:lnTo>
                    <a:pt x="7134228" y="162075"/>
                  </a:lnTo>
                  <a:lnTo>
                    <a:pt x="7134354" y="162075"/>
                  </a:lnTo>
                  <a:lnTo>
                    <a:pt x="7134481" y="162075"/>
                  </a:lnTo>
                  <a:lnTo>
                    <a:pt x="7134607" y="162075"/>
                  </a:lnTo>
                  <a:lnTo>
                    <a:pt x="7134733" y="162075"/>
                  </a:lnTo>
                  <a:lnTo>
                    <a:pt x="7134859" y="162075"/>
                  </a:lnTo>
                  <a:lnTo>
                    <a:pt x="7134986" y="162075"/>
                  </a:lnTo>
                  <a:lnTo>
                    <a:pt x="7135112" y="162075"/>
                  </a:lnTo>
                  <a:lnTo>
                    <a:pt x="7135238" y="162075"/>
                  </a:lnTo>
                  <a:lnTo>
                    <a:pt x="7135364" y="162075"/>
                  </a:lnTo>
                  <a:lnTo>
                    <a:pt x="7135491" y="162075"/>
                  </a:lnTo>
                  <a:lnTo>
                    <a:pt x="7135617" y="162075"/>
                  </a:lnTo>
                  <a:lnTo>
                    <a:pt x="7135743" y="162075"/>
                  </a:lnTo>
                  <a:lnTo>
                    <a:pt x="7135869" y="162075"/>
                  </a:lnTo>
                  <a:lnTo>
                    <a:pt x="7135996" y="162075"/>
                  </a:lnTo>
                  <a:lnTo>
                    <a:pt x="7136122" y="162075"/>
                  </a:lnTo>
                  <a:lnTo>
                    <a:pt x="7136248" y="162075"/>
                  </a:lnTo>
                  <a:lnTo>
                    <a:pt x="7136374" y="162075"/>
                  </a:lnTo>
                  <a:lnTo>
                    <a:pt x="7136501" y="162075"/>
                  </a:lnTo>
                  <a:lnTo>
                    <a:pt x="7136627" y="162075"/>
                  </a:lnTo>
                  <a:lnTo>
                    <a:pt x="7136753" y="162075"/>
                  </a:lnTo>
                  <a:lnTo>
                    <a:pt x="7136879" y="162075"/>
                  </a:lnTo>
                  <a:lnTo>
                    <a:pt x="7137006" y="162075"/>
                  </a:lnTo>
                  <a:lnTo>
                    <a:pt x="7137132" y="162075"/>
                  </a:lnTo>
                  <a:lnTo>
                    <a:pt x="7137258" y="162075"/>
                  </a:lnTo>
                  <a:lnTo>
                    <a:pt x="7137384" y="162075"/>
                  </a:lnTo>
                  <a:lnTo>
                    <a:pt x="7137511" y="162075"/>
                  </a:lnTo>
                  <a:lnTo>
                    <a:pt x="7137637" y="162075"/>
                  </a:lnTo>
                  <a:lnTo>
                    <a:pt x="7137763" y="162075"/>
                  </a:lnTo>
                  <a:lnTo>
                    <a:pt x="7137889" y="162075"/>
                  </a:lnTo>
                  <a:lnTo>
                    <a:pt x="7138016" y="162075"/>
                  </a:lnTo>
                  <a:lnTo>
                    <a:pt x="7138142" y="162075"/>
                  </a:lnTo>
                  <a:lnTo>
                    <a:pt x="7138268" y="162075"/>
                  </a:lnTo>
                  <a:lnTo>
                    <a:pt x="7138394" y="162075"/>
                  </a:lnTo>
                  <a:lnTo>
                    <a:pt x="7138521" y="162075"/>
                  </a:lnTo>
                  <a:lnTo>
                    <a:pt x="7138647" y="162075"/>
                  </a:lnTo>
                  <a:lnTo>
                    <a:pt x="7138773" y="162075"/>
                  </a:lnTo>
                  <a:lnTo>
                    <a:pt x="7138899" y="162075"/>
                  </a:lnTo>
                  <a:lnTo>
                    <a:pt x="7139026" y="162075"/>
                  </a:lnTo>
                  <a:lnTo>
                    <a:pt x="7139026" y="157163"/>
                  </a:lnTo>
                  <a:lnTo>
                    <a:pt x="7139152" y="157163"/>
                  </a:lnTo>
                  <a:lnTo>
                    <a:pt x="7139278" y="157163"/>
                  </a:lnTo>
                  <a:lnTo>
                    <a:pt x="7139405" y="157163"/>
                  </a:lnTo>
                  <a:lnTo>
                    <a:pt x="7139531" y="157163"/>
                  </a:lnTo>
                  <a:lnTo>
                    <a:pt x="7139657" y="157163"/>
                  </a:lnTo>
                  <a:lnTo>
                    <a:pt x="7139783" y="157163"/>
                  </a:lnTo>
                  <a:lnTo>
                    <a:pt x="7139910" y="157163"/>
                  </a:lnTo>
                  <a:lnTo>
                    <a:pt x="7140036" y="157163"/>
                  </a:lnTo>
                  <a:lnTo>
                    <a:pt x="7140162" y="157163"/>
                  </a:lnTo>
                  <a:lnTo>
                    <a:pt x="7140288" y="157163"/>
                  </a:lnTo>
                  <a:lnTo>
                    <a:pt x="7140415" y="157163"/>
                  </a:lnTo>
                  <a:lnTo>
                    <a:pt x="7140541" y="157163"/>
                  </a:lnTo>
                  <a:lnTo>
                    <a:pt x="7140667" y="157163"/>
                  </a:lnTo>
                  <a:lnTo>
                    <a:pt x="7140793" y="157163"/>
                  </a:lnTo>
                  <a:lnTo>
                    <a:pt x="7140920" y="157163"/>
                  </a:lnTo>
                  <a:lnTo>
                    <a:pt x="7141046" y="157163"/>
                  </a:lnTo>
                  <a:lnTo>
                    <a:pt x="7141172" y="157163"/>
                  </a:lnTo>
                  <a:lnTo>
                    <a:pt x="7141298" y="157163"/>
                  </a:lnTo>
                  <a:lnTo>
                    <a:pt x="7141425" y="157163"/>
                  </a:lnTo>
                  <a:lnTo>
                    <a:pt x="7141551" y="157163"/>
                  </a:lnTo>
                  <a:lnTo>
                    <a:pt x="7141677" y="157163"/>
                  </a:lnTo>
                  <a:lnTo>
                    <a:pt x="7141803" y="157163"/>
                  </a:lnTo>
                  <a:lnTo>
                    <a:pt x="7141930" y="157163"/>
                  </a:lnTo>
                  <a:lnTo>
                    <a:pt x="7142056" y="157163"/>
                  </a:lnTo>
                  <a:lnTo>
                    <a:pt x="7142182" y="157163"/>
                  </a:lnTo>
                  <a:lnTo>
                    <a:pt x="7142308" y="157163"/>
                  </a:lnTo>
                  <a:lnTo>
                    <a:pt x="7142435" y="157163"/>
                  </a:lnTo>
                  <a:lnTo>
                    <a:pt x="7142561" y="157163"/>
                  </a:lnTo>
                  <a:lnTo>
                    <a:pt x="7142687" y="157163"/>
                  </a:lnTo>
                  <a:lnTo>
                    <a:pt x="7142813" y="157163"/>
                  </a:lnTo>
                  <a:lnTo>
                    <a:pt x="7142940" y="157163"/>
                  </a:lnTo>
                  <a:lnTo>
                    <a:pt x="7143066" y="157163"/>
                  </a:lnTo>
                  <a:lnTo>
                    <a:pt x="7143192" y="157163"/>
                  </a:lnTo>
                  <a:lnTo>
                    <a:pt x="7143318" y="157163"/>
                  </a:lnTo>
                  <a:lnTo>
                    <a:pt x="7143445" y="157163"/>
                  </a:lnTo>
                  <a:lnTo>
                    <a:pt x="7143571" y="157163"/>
                  </a:lnTo>
                  <a:lnTo>
                    <a:pt x="7143697" y="157163"/>
                  </a:lnTo>
                  <a:lnTo>
                    <a:pt x="7143823" y="157163"/>
                  </a:lnTo>
                  <a:lnTo>
                    <a:pt x="7143950" y="157163"/>
                  </a:lnTo>
                  <a:lnTo>
                    <a:pt x="7144076" y="157163"/>
                  </a:lnTo>
                  <a:lnTo>
                    <a:pt x="7144202" y="157163"/>
                  </a:lnTo>
                  <a:lnTo>
                    <a:pt x="7144329" y="157163"/>
                  </a:lnTo>
                  <a:lnTo>
                    <a:pt x="7144455" y="157163"/>
                  </a:lnTo>
                  <a:lnTo>
                    <a:pt x="7144581" y="157163"/>
                  </a:lnTo>
                  <a:lnTo>
                    <a:pt x="7144707" y="157163"/>
                  </a:lnTo>
                  <a:lnTo>
                    <a:pt x="7144834" y="157163"/>
                  </a:lnTo>
                  <a:lnTo>
                    <a:pt x="7144960" y="157163"/>
                  </a:lnTo>
                  <a:lnTo>
                    <a:pt x="7145086" y="157163"/>
                  </a:lnTo>
                  <a:lnTo>
                    <a:pt x="7145212" y="157163"/>
                  </a:lnTo>
                  <a:lnTo>
                    <a:pt x="7145339" y="157163"/>
                  </a:lnTo>
                  <a:lnTo>
                    <a:pt x="7145465" y="157163"/>
                  </a:lnTo>
                  <a:lnTo>
                    <a:pt x="7145591" y="157163"/>
                  </a:lnTo>
                  <a:lnTo>
                    <a:pt x="7145717" y="157163"/>
                  </a:lnTo>
                  <a:lnTo>
                    <a:pt x="7145844" y="157163"/>
                  </a:lnTo>
                  <a:lnTo>
                    <a:pt x="7145970" y="157163"/>
                  </a:lnTo>
                  <a:lnTo>
                    <a:pt x="7146096" y="157163"/>
                  </a:lnTo>
                  <a:lnTo>
                    <a:pt x="7146222" y="157163"/>
                  </a:lnTo>
                  <a:lnTo>
                    <a:pt x="7146349" y="157163"/>
                  </a:lnTo>
                  <a:lnTo>
                    <a:pt x="7146475" y="157163"/>
                  </a:lnTo>
                  <a:lnTo>
                    <a:pt x="7146601" y="157163"/>
                  </a:lnTo>
                  <a:lnTo>
                    <a:pt x="7146727" y="157163"/>
                  </a:lnTo>
                  <a:lnTo>
                    <a:pt x="7146854" y="157163"/>
                  </a:lnTo>
                  <a:lnTo>
                    <a:pt x="7146980" y="157163"/>
                  </a:lnTo>
                  <a:lnTo>
                    <a:pt x="7147106" y="157163"/>
                  </a:lnTo>
                  <a:lnTo>
                    <a:pt x="7147232" y="157163"/>
                  </a:lnTo>
                  <a:lnTo>
                    <a:pt x="7147359" y="157163"/>
                  </a:lnTo>
                  <a:lnTo>
                    <a:pt x="7147485" y="157163"/>
                  </a:lnTo>
                  <a:lnTo>
                    <a:pt x="7147611" y="157163"/>
                  </a:lnTo>
                  <a:lnTo>
                    <a:pt x="7147737" y="157163"/>
                  </a:lnTo>
                  <a:lnTo>
                    <a:pt x="7147864" y="157163"/>
                  </a:lnTo>
                  <a:lnTo>
                    <a:pt x="7147990" y="157163"/>
                  </a:lnTo>
                  <a:lnTo>
                    <a:pt x="7148116" y="157163"/>
                  </a:lnTo>
                  <a:lnTo>
                    <a:pt x="7148242" y="157163"/>
                  </a:lnTo>
                  <a:lnTo>
                    <a:pt x="7148369" y="157163"/>
                  </a:lnTo>
                  <a:lnTo>
                    <a:pt x="7148495" y="157163"/>
                  </a:lnTo>
                  <a:lnTo>
                    <a:pt x="7148621" y="157163"/>
                  </a:lnTo>
                  <a:lnTo>
                    <a:pt x="7148747" y="157163"/>
                  </a:lnTo>
                  <a:lnTo>
                    <a:pt x="7148874" y="157163"/>
                  </a:lnTo>
                  <a:lnTo>
                    <a:pt x="7149000" y="157163"/>
                  </a:lnTo>
                  <a:lnTo>
                    <a:pt x="7149126" y="157163"/>
                  </a:lnTo>
                  <a:lnTo>
                    <a:pt x="7149252" y="157163"/>
                  </a:lnTo>
                  <a:lnTo>
                    <a:pt x="7149379" y="157163"/>
                  </a:lnTo>
                  <a:lnTo>
                    <a:pt x="7149505" y="157163"/>
                  </a:lnTo>
                  <a:lnTo>
                    <a:pt x="7149631" y="157163"/>
                  </a:lnTo>
                  <a:lnTo>
                    <a:pt x="7149758" y="157163"/>
                  </a:lnTo>
                  <a:lnTo>
                    <a:pt x="7149884" y="157163"/>
                  </a:lnTo>
                  <a:lnTo>
                    <a:pt x="7150010" y="157163"/>
                  </a:lnTo>
                  <a:lnTo>
                    <a:pt x="7150136" y="157163"/>
                  </a:lnTo>
                  <a:lnTo>
                    <a:pt x="7150263" y="157163"/>
                  </a:lnTo>
                  <a:lnTo>
                    <a:pt x="7150389" y="157163"/>
                  </a:lnTo>
                  <a:lnTo>
                    <a:pt x="7150515" y="157163"/>
                  </a:lnTo>
                  <a:lnTo>
                    <a:pt x="7150641" y="157163"/>
                  </a:lnTo>
                  <a:lnTo>
                    <a:pt x="7150768" y="157163"/>
                  </a:lnTo>
                  <a:lnTo>
                    <a:pt x="7150894" y="157163"/>
                  </a:lnTo>
                  <a:lnTo>
                    <a:pt x="7151020" y="157163"/>
                  </a:lnTo>
                  <a:lnTo>
                    <a:pt x="7151146" y="157163"/>
                  </a:lnTo>
                  <a:lnTo>
                    <a:pt x="7151273" y="157163"/>
                  </a:lnTo>
                  <a:lnTo>
                    <a:pt x="7151399" y="157163"/>
                  </a:lnTo>
                  <a:lnTo>
                    <a:pt x="7151525" y="157163"/>
                  </a:lnTo>
                  <a:lnTo>
                    <a:pt x="7151651" y="157163"/>
                  </a:lnTo>
                  <a:lnTo>
                    <a:pt x="7151778" y="157163"/>
                  </a:lnTo>
                  <a:lnTo>
                    <a:pt x="7151904" y="157163"/>
                  </a:lnTo>
                  <a:lnTo>
                    <a:pt x="7152030" y="157163"/>
                  </a:lnTo>
                  <a:lnTo>
                    <a:pt x="7152156" y="157163"/>
                  </a:lnTo>
                  <a:lnTo>
                    <a:pt x="7152283" y="157163"/>
                  </a:lnTo>
                  <a:lnTo>
                    <a:pt x="7152409" y="157163"/>
                  </a:lnTo>
                  <a:lnTo>
                    <a:pt x="7152535" y="157163"/>
                  </a:lnTo>
                  <a:lnTo>
                    <a:pt x="7152661" y="157163"/>
                  </a:lnTo>
                  <a:lnTo>
                    <a:pt x="7152788" y="157163"/>
                  </a:lnTo>
                  <a:lnTo>
                    <a:pt x="7152914" y="157163"/>
                  </a:lnTo>
                  <a:lnTo>
                    <a:pt x="7153040" y="157163"/>
                  </a:lnTo>
                  <a:lnTo>
                    <a:pt x="7153166" y="157163"/>
                  </a:lnTo>
                  <a:lnTo>
                    <a:pt x="7153293" y="157163"/>
                  </a:lnTo>
                  <a:lnTo>
                    <a:pt x="7153419" y="157163"/>
                  </a:lnTo>
                  <a:lnTo>
                    <a:pt x="7153545" y="157163"/>
                  </a:lnTo>
                  <a:lnTo>
                    <a:pt x="7153671" y="157163"/>
                  </a:lnTo>
                  <a:lnTo>
                    <a:pt x="7153798" y="157163"/>
                  </a:lnTo>
                  <a:lnTo>
                    <a:pt x="7153924" y="157163"/>
                  </a:lnTo>
                  <a:lnTo>
                    <a:pt x="7154050" y="157163"/>
                  </a:lnTo>
                  <a:lnTo>
                    <a:pt x="7154176" y="157163"/>
                  </a:lnTo>
                  <a:lnTo>
                    <a:pt x="7154303" y="157163"/>
                  </a:lnTo>
                  <a:lnTo>
                    <a:pt x="7154429" y="157163"/>
                  </a:lnTo>
                  <a:lnTo>
                    <a:pt x="7154555" y="157163"/>
                  </a:lnTo>
                  <a:lnTo>
                    <a:pt x="7154682" y="157163"/>
                  </a:lnTo>
                  <a:lnTo>
                    <a:pt x="7154808" y="157163"/>
                  </a:lnTo>
                  <a:lnTo>
                    <a:pt x="7154934" y="157163"/>
                  </a:lnTo>
                  <a:lnTo>
                    <a:pt x="7155060" y="157163"/>
                  </a:lnTo>
                  <a:lnTo>
                    <a:pt x="7155187" y="157163"/>
                  </a:lnTo>
                  <a:lnTo>
                    <a:pt x="7155313" y="157163"/>
                  </a:lnTo>
                  <a:lnTo>
                    <a:pt x="7155439" y="157163"/>
                  </a:lnTo>
                  <a:lnTo>
                    <a:pt x="7155565" y="157163"/>
                  </a:lnTo>
                  <a:lnTo>
                    <a:pt x="7155692" y="157163"/>
                  </a:lnTo>
                  <a:lnTo>
                    <a:pt x="7155818" y="157163"/>
                  </a:lnTo>
                  <a:lnTo>
                    <a:pt x="7155944" y="157163"/>
                  </a:lnTo>
                  <a:lnTo>
                    <a:pt x="7156070" y="157163"/>
                  </a:lnTo>
                  <a:lnTo>
                    <a:pt x="7156197" y="157163"/>
                  </a:lnTo>
                  <a:lnTo>
                    <a:pt x="7156323" y="157163"/>
                  </a:lnTo>
                  <a:lnTo>
                    <a:pt x="7156323" y="152252"/>
                  </a:lnTo>
                  <a:lnTo>
                    <a:pt x="7156449" y="152252"/>
                  </a:lnTo>
                  <a:lnTo>
                    <a:pt x="7156575" y="152252"/>
                  </a:lnTo>
                  <a:lnTo>
                    <a:pt x="7156702" y="152252"/>
                  </a:lnTo>
                  <a:lnTo>
                    <a:pt x="7156828" y="152252"/>
                  </a:lnTo>
                  <a:lnTo>
                    <a:pt x="7156954" y="152252"/>
                  </a:lnTo>
                  <a:lnTo>
                    <a:pt x="7157080" y="152252"/>
                  </a:lnTo>
                  <a:lnTo>
                    <a:pt x="7157207" y="152252"/>
                  </a:lnTo>
                  <a:lnTo>
                    <a:pt x="7157333" y="152252"/>
                  </a:lnTo>
                  <a:lnTo>
                    <a:pt x="7157459" y="152252"/>
                  </a:lnTo>
                  <a:lnTo>
                    <a:pt x="7157585" y="152252"/>
                  </a:lnTo>
                  <a:lnTo>
                    <a:pt x="7157712" y="152252"/>
                  </a:lnTo>
                  <a:lnTo>
                    <a:pt x="7157838" y="152252"/>
                  </a:lnTo>
                  <a:lnTo>
                    <a:pt x="7157964" y="152252"/>
                  </a:lnTo>
                  <a:lnTo>
                    <a:pt x="7158090" y="152252"/>
                  </a:lnTo>
                  <a:lnTo>
                    <a:pt x="7158217" y="152252"/>
                  </a:lnTo>
                  <a:lnTo>
                    <a:pt x="7158343" y="152252"/>
                  </a:lnTo>
                  <a:lnTo>
                    <a:pt x="7158469" y="152252"/>
                  </a:lnTo>
                  <a:lnTo>
                    <a:pt x="7158595" y="152252"/>
                  </a:lnTo>
                  <a:lnTo>
                    <a:pt x="7158722" y="152252"/>
                  </a:lnTo>
                  <a:lnTo>
                    <a:pt x="7158848" y="152252"/>
                  </a:lnTo>
                  <a:lnTo>
                    <a:pt x="7158974" y="152252"/>
                  </a:lnTo>
                  <a:lnTo>
                    <a:pt x="7159100" y="152252"/>
                  </a:lnTo>
                  <a:lnTo>
                    <a:pt x="7159227" y="152252"/>
                  </a:lnTo>
                  <a:lnTo>
                    <a:pt x="7159353" y="152252"/>
                  </a:lnTo>
                  <a:lnTo>
                    <a:pt x="7159479" y="152252"/>
                  </a:lnTo>
                  <a:lnTo>
                    <a:pt x="7159605" y="152252"/>
                  </a:lnTo>
                  <a:lnTo>
                    <a:pt x="7159732" y="152252"/>
                  </a:lnTo>
                  <a:lnTo>
                    <a:pt x="7159858" y="152252"/>
                  </a:lnTo>
                  <a:lnTo>
                    <a:pt x="7159984" y="152252"/>
                  </a:lnTo>
                  <a:lnTo>
                    <a:pt x="7160111" y="152252"/>
                  </a:lnTo>
                  <a:lnTo>
                    <a:pt x="7160237" y="152252"/>
                  </a:lnTo>
                  <a:lnTo>
                    <a:pt x="7160363" y="152252"/>
                  </a:lnTo>
                  <a:lnTo>
                    <a:pt x="7160489" y="152252"/>
                  </a:lnTo>
                  <a:lnTo>
                    <a:pt x="7160616" y="152252"/>
                  </a:lnTo>
                  <a:lnTo>
                    <a:pt x="7160742" y="152252"/>
                  </a:lnTo>
                  <a:lnTo>
                    <a:pt x="7160868" y="152252"/>
                  </a:lnTo>
                  <a:lnTo>
                    <a:pt x="7160994" y="152252"/>
                  </a:lnTo>
                  <a:lnTo>
                    <a:pt x="7161121" y="152252"/>
                  </a:lnTo>
                  <a:lnTo>
                    <a:pt x="7161247" y="152252"/>
                  </a:lnTo>
                  <a:lnTo>
                    <a:pt x="7161373" y="152252"/>
                  </a:lnTo>
                  <a:lnTo>
                    <a:pt x="7161499" y="152252"/>
                  </a:lnTo>
                  <a:lnTo>
                    <a:pt x="7161626" y="152252"/>
                  </a:lnTo>
                  <a:lnTo>
                    <a:pt x="7161752" y="152252"/>
                  </a:lnTo>
                  <a:lnTo>
                    <a:pt x="7161878" y="152252"/>
                  </a:lnTo>
                  <a:lnTo>
                    <a:pt x="7162004" y="152252"/>
                  </a:lnTo>
                  <a:lnTo>
                    <a:pt x="7162131" y="152252"/>
                  </a:lnTo>
                  <a:lnTo>
                    <a:pt x="7162257" y="152252"/>
                  </a:lnTo>
                  <a:lnTo>
                    <a:pt x="7162383" y="152252"/>
                  </a:lnTo>
                  <a:lnTo>
                    <a:pt x="7162509" y="152252"/>
                  </a:lnTo>
                  <a:lnTo>
                    <a:pt x="7162636" y="152252"/>
                  </a:lnTo>
                  <a:lnTo>
                    <a:pt x="7162762" y="152252"/>
                  </a:lnTo>
                  <a:lnTo>
                    <a:pt x="7162888" y="152252"/>
                  </a:lnTo>
                  <a:lnTo>
                    <a:pt x="7163014" y="152252"/>
                  </a:lnTo>
                  <a:lnTo>
                    <a:pt x="7163141" y="152252"/>
                  </a:lnTo>
                  <a:lnTo>
                    <a:pt x="7163267" y="152252"/>
                  </a:lnTo>
                  <a:lnTo>
                    <a:pt x="7163393" y="152252"/>
                  </a:lnTo>
                  <a:lnTo>
                    <a:pt x="7163519" y="152252"/>
                  </a:lnTo>
                  <a:lnTo>
                    <a:pt x="7163646" y="152252"/>
                  </a:lnTo>
                  <a:lnTo>
                    <a:pt x="7163772" y="152252"/>
                  </a:lnTo>
                  <a:lnTo>
                    <a:pt x="7163898" y="152252"/>
                  </a:lnTo>
                  <a:lnTo>
                    <a:pt x="7163898" y="147341"/>
                  </a:lnTo>
                  <a:lnTo>
                    <a:pt x="7164024" y="147341"/>
                  </a:lnTo>
                  <a:lnTo>
                    <a:pt x="7164151" y="147341"/>
                  </a:lnTo>
                  <a:lnTo>
                    <a:pt x="7164277" y="147341"/>
                  </a:lnTo>
                  <a:lnTo>
                    <a:pt x="7164403" y="147341"/>
                  </a:lnTo>
                  <a:lnTo>
                    <a:pt x="7164529" y="147341"/>
                  </a:lnTo>
                  <a:lnTo>
                    <a:pt x="7164656" y="147341"/>
                  </a:lnTo>
                  <a:lnTo>
                    <a:pt x="7164782" y="147341"/>
                  </a:lnTo>
                  <a:lnTo>
                    <a:pt x="7164908" y="147341"/>
                  </a:lnTo>
                  <a:lnTo>
                    <a:pt x="7165035" y="147341"/>
                  </a:lnTo>
                  <a:lnTo>
                    <a:pt x="7165161" y="147341"/>
                  </a:lnTo>
                  <a:lnTo>
                    <a:pt x="7165287" y="147341"/>
                  </a:lnTo>
                  <a:lnTo>
                    <a:pt x="7165413" y="147341"/>
                  </a:lnTo>
                  <a:lnTo>
                    <a:pt x="7165540" y="147341"/>
                  </a:lnTo>
                  <a:lnTo>
                    <a:pt x="7165666" y="147341"/>
                  </a:lnTo>
                  <a:lnTo>
                    <a:pt x="7165792" y="147341"/>
                  </a:lnTo>
                  <a:lnTo>
                    <a:pt x="7165918" y="147341"/>
                  </a:lnTo>
                  <a:lnTo>
                    <a:pt x="7166045" y="147341"/>
                  </a:lnTo>
                  <a:lnTo>
                    <a:pt x="7166171" y="147341"/>
                  </a:lnTo>
                  <a:lnTo>
                    <a:pt x="7166297" y="147341"/>
                  </a:lnTo>
                  <a:lnTo>
                    <a:pt x="7166423" y="147341"/>
                  </a:lnTo>
                  <a:lnTo>
                    <a:pt x="7166550" y="147341"/>
                  </a:lnTo>
                  <a:lnTo>
                    <a:pt x="7166676" y="147341"/>
                  </a:lnTo>
                  <a:lnTo>
                    <a:pt x="7166802" y="147341"/>
                  </a:lnTo>
                  <a:lnTo>
                    <a:pt x="7166928" y="147341"/>
                  </a:lnTo>
                  <a:lnTo>
                    <a:pt x="7167055" y="147341"/>
                  </a:lnTo>
                  <a:lnTo>
                    <a:pt x="7167181" y="147341"/>
                  </a:lnTo>
                  <a:lnTo>
                    <a:pt x="7167307" y="147341"/>
                  </a:lnTo>
                  <a:lnTo>
                    <a:pt x="7167433" y="147341"/>
                  </a:lnTo>
                  <a:lnTo>
                    <a:pt x="7167560" y="147341"/>
                  </a:lnTo>
                  <a:lnTo>
                    <a:pt x="7167686" y="147341"/>
                  </a:lnTo>
                  <a:lnTo>
                    <a:pt x="7167812" y="147341"/>
                  </a:lnTo>
                  <a:lnTo>
                    <a:pt x="7167938" y="147341"/>
                  </a:lnTo>
                  <a:lnTo>
                    <a:pt x="7168065" y="147341"/>
                  </a:lnTo>
                  <a:lnTo>
                    <a:pt x="7168191" y="147341"/>
                  </a:lnTo>
                  <a:lnTo>
                    <a:pt x="7168317" y="147341"/>
                  </a:lnTo>
                  <a:lnTo>
                    <a:pt x="7168443" y="147341"/>
                  </a:lnTo>
                  <a:lnTo>
                    <a:pt x="7168570" y="147341"/>
                  </a:lnTo>
                  <a:lnTo>
                    <a:pt x="7168696" y="147341"/>
                  </a:lnTo>
                  <a:lnTo>
                    <a:pt x="7168822" y="147341"/>
                  </a:lnTo>
                  <a:lnTo>
                    <a:pt x="7168948" y="147341"/>
                  </a:lnTo>
                  <a:lnTo>
                    <a:pt x="7169075" y="147341"/>
                  </a:lnTo>
                  <a:lnTo>
                    <a:pt x="7169201" y="147341"/>
                  </a:lnTo>
                  <a:lnTo>
                    <a:pt x="7169327" y="147341"/>
                  </a:lnTo>
                  <a:lnTo>
                    <a:pt x="7169453" y="147341"/>
                  </a:lnTo>
                  <a:lnTo>
                    <a:pt x="7169580" y="147341"/>
                  </a:lnTo>
                  <a:lnTo>
                    <a:pt x="7169706" y="147341"/>
                  </a:lnTo>
                  <a:lnTo>
                    <a:pt x="7169832" y="147341"/>
                  </a:lnTo>
                  <a:lnTo>
                    <a:pt x="7169958" y="147341"/>
                  </a:lnTo>
                  <a:lnTo>
                    <a:pt x="7170085" y="147341"/>
                  </a:lnTo>
                  <a:lnTo>
                    <a:pt x="7170211" y="147341"/>
                  </a:lnTo>
                  <a:lnTo>
                    <a:pt x="7170337" y="147341"/>
                  </a:lnTo>
                  <a:lnTo>
                    <a:pt x="7170464" y="147341"/>
                  </a:lnTo>
                  <a:lnTo>
                    <a:pt x="7170590" y="147341"/>
                  </a:lnTo>
                  <a:lnTo>
                    <a:pt x="7170716" y="147341"/>
                  </a:lnTo>
                  <a:lnTo>
                    <a:pt x="7170842" y="147341"/>
                  </a:lnTo>
                  <a:lnTo>
                    <a:pt x="7170969" y="147341"/>
                  </a:lnTo>
                  <a:lnTo>
                    <a:pt x="7171095" y="147341"/>
                  </a:lnTo>
                  <a:lnTo>
                    <a:pt x="7171221" y="147341"/>
                  </a:lnTo>
                  <a:lnTo>
                    <a:pt x="7171347" y="147341"/>
                  </a:lnTo>
                  <a:lnTo>
                    <a:pt x="7171474" y="147341"/>
                  </a:lnTo>
                  <a:lnTo>
                    <a:pt x="7171600" y="147341"/>
                  </a:lnTo>
                  <a:lnTo>
                    <a:pt x="7171726" y="147341"/>
                  </a:lnTo>
                  <a:lnTo>
                    <a:pt x="7171852" y="147341"/>
                  </a:lnTo>
                  <a:lnTo>
                    <a:pt x="7171979" y="147341"/>
                  </a:lnTo>
                  <a:lnTo>
                    <a:pt x="7172105" y="147341"/>
                  </a:lnTo>
                  <a:lnTo>
                    <a:pt x="7172231" y="147341"/>
                  </a:lnTo>
                  <a:lnTo>
                    <a:pt x="7172357" y="147341"/>
                  </a:lnTo>
                  <a:lnTo>
                    <a:pt x="7172484" y="147341"/>
                  </a:lnTo>
                  <a:lnTo>
                    <a:pt x="7172610" y="147341"/>
                  </a:lnTo>
                  <a:lnTo>
                    <a:pt x="7172736" y="147341"/>
                  </a:lnTo>
                  <a:lnTo>
                    <a:pt x="7172862" y="147341"/>
                  </a:lnTo>
                  <a:lnTo>
                    <a:pt x="7172989" y="147341"/>
                  </a:lnTo>
                  <a:lnTo>
                    <a:pt x="7173115" y="147341"/>
                  </a:lnTo>
                  <a:lnTo>
                    <a:pt x="7173241" y="147341"/>
                  </a:lnTo>
                  <a:lnTo>
                    <a:pt x="7173367" y="147341"/>
                  </a:lnTo>
                  <a:lnTo>
                    <a:pt x="7173494" y="147341"/>
                  </a:lnTo>
                  <a:lnTo>
                    <a:pt x="7173620" y="147341"/>
                  </a:lnTo>
                  <a:lnTo>
                    <a:pt x="7173746" y="147341"/>
                  </a:lnTo>
                  <a:lnTo>
                    <a:pt x="7173872" y="147341"/>
                  </a:lnTo>
                  <a:lnTo>
                    <a:pt x="7173999" y="147341"/>
                  </a:lnTo>
                  <a:lnTo>
                    <a:pt x="7174125" y="147341"/>
                  </a:lnTo>
                  <a:lnTo>
                    <a:pt x="7174251" y="147341"/>
                  </a:lnTo>
                  <a:lnTo>
                    <a:pt x="7174377" y="147341"/>
                  </a:lnTo>
                  <a:lnTo>
                    <a:pt x="7174504" y="147341"/>
                  </a:lnTo>
                  <a:lnTo>
                    <a:pt x="7174630" y="147341"/>
                  </a:lnTo>
                  <a:lnTo>
                    <a:pt x="7174756" y="147341"/>
                  </a:lnTo>
                  <a:lnTo>
                    <a:pt x="7174882" y="147341"/>
                  </a:lnTo>
                  <a:lnTo>
                    <a:pt x="7175009" y="147341"/>
                  </a:lnTo>
                  <a:lnTo>
                    <a:pt x="7175135" y="147341"/>
                  </a:lnTo>
                  <a:lnTo>
                    <a:pt x="7175261" y="147341"/>
                  </a:lnTo>
                  <a:lnTo>
                    <a:pt x="7175388" y="147341"/>
                  </a:lnTo>
                  <a:lnTo>
                    <a:pt x="7175514" y="147341"/>
                  </a:lnTo>
                  <a:lnTo>
                    <a:pt x="7175640" y="147341"/>
                  </a:lnTo>
                  <a:lnTo>
                    <a:pt x="7175766" y="147341"/>
                  </a:lnTo>
                  <a:lnTo>
                    <a:pt x="7175893" y="147341"/>
                  </a:lnTo>
                  <a:lnTo>
                    <a:pt x="7176019" y="147341"/>
                  </a:lnTo>
                  <a:lnTo>
                    <a:pt x="7176145" y="147341"/>
                  </a:lnTo>
                  <a:lnTo>
                    <a:pt x="7176271" y="147341"/>
                  </a:lnTo>
                  <a:lnTo>
                    <a:pt x="7176398" y="147341"/>
                  </a:lnTo>
                  <a:lnTo>
                    <a:pt x="7176524" y="147341"/>
                  </a:lnTo>
                  <a:lnTo>
                    <a:pt x="7176650" y="147341"/>
                  </a:lnTo>
                  <a:lnTo>
                    <a:pt x="7176776" y="147341"/>
                  </a:lnTo>
                  <a:lnTo>
                    <a:pt x="7176903" y="147341"/>
                  </a:lnTo>
                  <a:lnTo>
                    <a:pt x="7177029" y="147341"/>
                  </a:lnTo>
                  <a:lnTo>
                    <a:pt x="7177155" y="147341"/>
                  </a:lnTo>
                  <a:lnTo>
                    <a:pt x="7177281" y="147341"/>
                  </a:lnTo>
                  <a:lnTo>
                    <a:pt x="7177408" y="147341"/>
                  </a:lnTo>
                  <a:lnTo>
                    <a:pt x="7177534" y="147341"/>
                  </a:lnTo>
                  <a:lnTo>
                    <a:pt x="7177660" y="147341"/>
                  </a:lnTo>
                  <a:lnTo>
                    <a:pt x="7177786" y="147341"/>
                  </a:lnTo>
                  <a:lnTo>
                    <a:pt x="7177913" y="147341"/>
                  </a:lnTo>
                  <a:lnTo>
                    <a:pt x="7178039" y="147341"/>
                  </a:lnTo>
                  <a:lnTo>
                    <a:pt x="7178165" y="147341"/>
                  </a:lnTo>
                  <a:lnTo>
                    <a:pt x="7178291" y="147341"/>
                  </a:lnTo>
                  <a:lnTo>
                    <a:pt x="7178418" y="147341"/>
                  </a:lnTo>
                  <a:lnTo>
                    <a:pt x="7178544" y="147341"/>
                  </a:lnTo>
                  <a:lnTo>
                    <a:pt x="7178670" y="147341"/>
                  </a:lnTo>
                  <a:lnTo>
                    <a:pt x="7178796" y="147341"/>
                  </a:lnTo>
                  <a:lnTo>
                    <a:pt x="7178923" y="147341"/>
                  </a:lnTo>
                  <a:lnTo>
                    <a:pt x="7179049" y="147341"/>
                  </a:lnTo>
                  <a:lnTo>
                    <a:pt x="7179175" y="147341"/>
                  </a:lnTo>
                  <a:lnTo>
                    <a:pt x="7179301" y="147341"/>
                  </a:lnTo>
                  <a:lnTo>
                    <a:pt x="7179428" y="147341"/>
                  </a:lnTo>
                  <a:lnTo>
                    <a:pt x="7179554" y="147341"/>
                  </a:lnTo>
                  <a:lnTo>
                    <a:pt x="7179680" y="147341"/>
                  </a:lnTo>
                  <a:lnTo>
                    <a:pt x="7179806" y="147341"/>
                  </a:lnTo>
                  <a:lnTo>
                    <a:pt x="7179933" y="147341"/>
                  </a:lnTo>
                  <a:lnTo>
                    <a:pt x="7180059" y="147341"/>
                  </a:lnTo>
                  <a:lnTo>
                    <a:pt x="7180185" y="147341"/>
                  </a:lnTo>
                  <a:lnTo>
                    <a:pt x="7180311" y="147341"/>
                  </a:lnTo>
                  <a:lnTo>
                    <a:pt x="7180438" y="147341"/>
                  </a:lnTo>
                  <a:lnTo>
                    <a:pt x="7180564" y="147341"/>
                  </a:lnTo>
                  <a:lnTo>
                    <a:pt x="7180690" y="147341"/>
                  </a:lnTo>
                  <a:lnTo>
                    <a:pt x="7180817" y="147341"/>
                  </a:lnTo>
                  <a:lnTo>
                    <a:pt x="7180943" y="147341"/>
                  </a:lnTo>
                  <a:lnTo>
                    <a:pt x="7181069" y="147341"/>
                  </a:lnTo>
                  <a:lnTo>
                    <a:pt x="7181195" y="147341"/>
                  </a:lnTo>
                  <a:lnTo>
                    <a:pt x="7181322" y="147341"/>
                  </a:lnTo>
                  <a:lnTo>
                    <a:pt x="7181448" y="147341"/>
                  </a:lnTo>
                  <a:lnTo>
                    <a:pt x="7181574" y="147341"/>
                  </a:lnTo>
                  <a:lnTo>
                    <a:pt x="7181700" y="147341"/>
                  </a:lnTo>
                  <a:lnTo>
                    <a:pt x="7181827" y="147341"/>
                  </a:lnTo>
                  <a:lnTo>
                    <a:pt x="7181953" y="147341"/>
                  </a:lnTo>
                  <a:lnTo>
                    <a:pt x="7182079" y="147341"/>
                  </a:lnTo>
                  <a:lnTo>
                    <a:pt x="7182205" y="147341"/>
                  </a:lnTo>
                  <a:lnTo>
                    <a:pt x="7182332" y="147341"/>
                  </a:lnTo>
                  <a:lnTo>
                    <a:pt x="7182458" y="147341"/>
                  </a:lnTo>
                  <a:lnTo>
                    <a:pt x="7182584" y="147341"/>
                  </a:lnTo>
                  <a:lnTo>
                    <a:pt x="7182710" y="147341"/>
                  </a:lnTo>
                  <a:lnTo>
                    <a:pt x="7182837" y="147341"/>
                  </a:lnTo>
                  <a:lnTo>
                    <a:pt x="7182963" y="147341"/>
                  </a:lnTo>
                  <a:lnTo>
                    <a:pt x="7183089" y="147341"/>
                  </a:lnTo>
                  <a:lnTo>
                    <a:pt x="7183215" y="147341"/>
                  </a:lnTo>
                  <a:lnTo>
                    <a:pt x="7183342" y="147341"/>
                  </a:lnTo>
                  <a:lnTo>
                    <a:pt x="7183468" y="147341"/>
                  </a:lnTo>
                  <a:lnTo>
                    <a:pt x="7183594" y="147341"/>
                  </a:lnTo>
                  <a:lnTo>
                    <a:pt x="7183720" y="147341"/>
                  </a:lnTo>
                  <a:lnTo>
                    <a:pt x="7183847" y="147341"/>
                  </a:lnTo>
                  <a:lnTo>
                    <a:pt x="7183973" y="147341"/>
                  </a:lnTo>
                  <a:lnTo>
                    <a:pt x="7184099" y="147341"/>
                  </a:lnTo>
                  <a:lnTo>
                    <a:pt x="7184225" y="147341"/>
                  </a:lnTo>
                  <a:lnTo>
                    <a:pt x="7184352" y="147341"/>
                  </a:lnTo>
                  <a:lnTo>
                    <a:pt x="7184478" y="147341"/>
                  </a:lnTo>
                  <a:lnTo>
                    <a:pt x="7184604" y="147341"/>
                  </a:lnTo>
                  <a:lnTo>
                    <a:pt x="7184730" y="147341"/>
                  </a:lnTo>
                  <a:lnTo>
                    <a:pt x="7184857" y="147341"/>
                  </a:lnTo>
                  <a:lnTo>
                    <a:pt x="7184983" y="147341"/>
                  </a:lnTo>
                  <a:lnTo>
                    <a:pt x="7185109" y="147341"/>
                  </a:lnTo>
                  <a:lnTo>
                    <a:pt x="7185235" y="147341"/>
                  </a:lnTo>
                  <a:lnTo>
                    <a:pt x="7185362" y="147341"/>
                  </a:lnTo>
                  <a:lnTo>
                    <a:pt x="7185488" y="147341"/>
                  </a:lnTo>
                  <a:lnTo>
                    <a:pt x="7185614" y="147341"/>
                  </a:lnTo>
                  <a:lnTo>
                    <a:pt x="7185741" y="147341"/>
                  </a:lnTo>
                  <a:lnTo>
                    <a:pt x="7185867" y="147341"/>
                  </a:lnTo>
                  <a:lnTo>
                    <a:pt x="7185993" y="147341"/>
                  </a:lnTo>
                  <a:lnTo>
                    <a:pt x="7186119" y="147341"/>
                  </a:lnTo>
                  <a:lnTo>
                    <a:pt x="7186246" y="147341"/>
                  </a:lnTo>
                  <a:lnTo>
                    <a:pt x="7186372" y="147341"/>
                  </a:lnTo>
                  <a:lnTo>
                    <a:pt x="7186498" y="147341"/>
                  </a:lnTo>
                  <a:lnTo>
                    <a:pt x="7186624" y="147341"/>
                  </a:lnTo>
                  <a:lnTo>
                    <a:pt x="7186751" y="147341"/>
                  </a:lnTo>
                  <a:lnTo>
                    <a:pt x="7186877" y="147341"/>
                  </a:lnTo>
                  <a:lnTo>
                    <a:pt x="7187003" y="147341"/>
                  </a:lnTo>
                  <a:lnTo>
                    <a:pt x="7187129" y="147341"/>
                  </a:lnTo>
                  <a:lnTo>
                    <a:pt x="7187256" y="147341"/>
                  </a:lnTo>
                  <a:lnTo>
                    <a:pt x="7187382" y="147341"/>
                  </a:lnTo>
                  <a:lnTo>
                    <a:pt x="7187508" y="147341"/>
                  </a:lnTo>
                  <a:lnTo>
                    <a:pt x="7187634" y="147341"/>
                  </a:lnTo>
                  <a:lnTo>
                    <a:pt x="7187761" y="147341"/>
                  </a:lnTo>
                  <a:lnTo>
                    <a:pt x="7187887" y="147341"/>
                  </a:lnTo>
                  <a:lnTo>
                    <a:pt x="7188013" y="147341"/>
                  </a:lnTo>
                  <a:lnTo>
                    <a:pt x="7188139" y="147341"/>
                  </a:lnTo>
                  <a:lnTo>
                    <a:pt x="7188266" y="147341"/>
                  </a:lnTo>
                  <a:lnTo>
                    <a:pt x="7188392" y="147341"/>
                  </a:lnTo>
                  <a:lnTo>
                    <a:pt x="7188518" y="147341"/>
                  </a:lnTo>
                  <a:lnTo>
                    <a:pt x="7188644" y="147341"/>
                  </a:lnTo>
                  <a:lnTo>
                    <a:pt x="7188771" y="147341"/>
                  </a:lnTo>
                  <a:lnTo>
                    <a:pt x="7188897" y="147341"/>
                  </a:lnTo>
                  <a:lnTo>
                    <a:pt x="7189023" y="147341"/>
                  </a:lnTo>
                  <a:lnTo>
                    <a:pt x="7189149" y="147341"/>
                  </a:lnTo>
                  <a:lnTo>
                    <a:pt x="7189276" y="147341"/>
                  </a:lnTo>
                  <a:lnTo>
                    <a:pt x="7189402" y="147341"/>
                  </a:lnTo>
                  <a:lnTo>
                    <a:pt x="7189528" y="147341"/>
                  </a:lnTo>
                  <a:lnTo>
                    <a:pt x="7189654" y="147341"/>
                  </a:lnTo>
                  <a:lnTo>
                    <a:pt x="7189781" y="147341"/>
                  </a:lnTo>
                  <a:lnTo>
                    <a:pt x="7189907" y="147341"/>
                  </a:lnTo>
                  <a:lnTo>
                    <a:pt x="7190033" y="147341"/>
                  </a:lnTo>
                  <a:lnTo>
                    <a:pt x="7190159" y="147341"/>
                  </a:lnTo>
                  <a:lnTo>
                    <a:pt x="7190286" y="147341"/>
                  </a:lnTo>
                  <a:lnTo>
                    <a:pt x="7190412" y="147341"/>
                  </a:lnTo>
                  <a:lnTo>
                    <a:pt x="7190538" y="147341"/>
                  </a:lnTo>
                  <a:lnTo>
                    <a:pt x="7190665" y="147341"/>
                  </a:lnTo>
                  <a:lnTo>
                    <a:pt x="7190791" y="147341"/>
                  </a:lnTo>
                  <a:lnTo>
                    <a:pt x="7190917" y="147341"/>
                  </a:lnTo>
                  <a:lnTo>
                    <a:pt x="7191043" y="147341"/>
                  </a:lnTo>
                  <a:lnTo>
                    <a:pt x="7191170" y="147341"/>
                  </a:lnTo>
                  <a:lnTo>
                    <a:pt x="7191296" y="147341"/>
                  </a:lnTo>
                  <a:lnTo>
                    <a:pt x="7191422" y="147341"/>
                  </a:lnTo>
                  <a:lnTo>
                    <a:pt x="7191548" y="147341"/>
                  </a:lnTo>
                  <a:lnTo>
                    <a:pt x="7191675" y="147341"/>
                  </a:lnTo>
                  <a:lnTo>
                    <a:pt x="7191801" y="147341"/>
                  </a:lnTo>
                  <a:lnTo>
                    <a:pt x="7191927" y="147341"/>
                  </a:lnTo>
                  <a:lnTo>
                    <a:pt x="7192053" y="147341"/>
                  </a:lnTo>
                  <a:lnTo>
                    <a:pt x="7192180" y="147341"/>
                  </a:lnTo>
                  <a:lnTo>
                    <a:pt x="7192306" y="147341"/>
                  </a:lnTo>
                  <a:lnTo>
                    <a:pt x="7192432" y="147341"/>
                  </a:lnTo>
                  <a:lnTo>
                    <a:pt x="7192558" y="147341"/>
                  </a:lnTo>
                  <a:lnTo>
                    <a:pt x="7192685" y="147341"/>
                  </a:lnTo>
                  <a:lnTo>
                    <a:pt x="7192811" y="147341"/>
                  </a:lnTo>
                  <a:lnTo>
                    <a:pt x="7192937" y="147341"/>
                  </a:lnTo>
                  <a:lnTo>
                    <a:pt x="7193063" y="147341"/>
                  </a:lnTo>
                  <a:lnTo>
                    <a:pt x="7193190" y="147341"/>
                  </a:lnTo>
                  <a:lnTo>
                    <a:pt x="7193316" y="147341"/>
                  </a:lnTo>
                  <a:lnTo>
                    <a:pt x="7193442" y="147341"/>
                  </a:lnTo>
                  <a:lnTo>
                    <a:pt x="7193568" y="147341"/>
                  </a:lnTo>
                  <a:lnTo>
                    <a:pt x="7193695" y="147341"/>
                  </a:lnTo>
                  <a:lnTo>
                    <a:pt x="7193821" y="147341"/>
                  </a:lnTo>
                  <a:lnTo>
                    <a:pt x="7193947" y="147341"/>
                  </a:lnTo>
                  <a:lnTo>
                    <a:pt x="7194073" y="147341"/>
                  </a:lnTo>
                  <a:lnTo>
                    <a:pt x="7194200" y="147341"/>
                  </a:lnTo>
                  <a:lnTo>
                    <a:pt x="7194326" y="147341"/>
                  </a:lnTo>
                  <a:lnTo>
                    <a:pt x="7194452" y="147341"/>
                  </a:lnTo>
                  <a:lnTo>
                    <a:pt x="7194578" y="147341"/>
                  </a:lnTo>
                  <a:lnTo>
                    <a:pt x="7194705" y="147341"/>
                  </a:lnTo>
                  <a:lnTo>
                    <a:pt x="7194831" y="147341"/>
                  </a:lnTo>
                  <a:lnTo>
                    <a:pt x="7194957" y="147341"/>
                  </a:lnTo>
                  <a:lnTo>
                    <a:pt x="7195083" y="147341"/>
                  </a:lnTo>
                  <a:lnTo>
                    <a:pt x="7195210" y="147341"/>
                  </a:lnTo>
                  <a:lnTo>
                    <a:pt x="7195336" y="147341"/>
                  </a:lnTo>
                  <a:lnTo>
                    <a:pt x="7195462" y="147341"/>
                  </a:lnTo>
                  <a:lnTo>
                    <a:pt x="7195588" y="147341"/>
                  </a:lnTo>
                  <a:lnTo>
                    <a:pt x="7195715" y="147341"/>
                  </a:lnTo>
                  <a:lnTo>
                    <a:pt x="7195841" y="147341"/>
                  </a:lnTo>
                  <a:lnTo>
                    <a:pt x="7195967" y="147341"/>
                  </a:lnTo>
                  <a:lnTo>
                    <a:pt x="7196094" y="147341"/>
                  </a:lnTo>
                  <a:lnTo>
                    <a:pt x="7196220" y="147341"/>
                  </a:lnTo>
                  <a:lnTo>
                    <a:pt x="7196346" y="147341"/>
                  </a:lnTo>
                  <a:lnTo>
                    <a:pt x="7196472" y="147341"/>
                  </a:lnTo>
                  <a:lnTo>
                    <a:pt x="7196599" y="147341"/>
                  </a:lnTo>
                  <a:lnTo>
                    <a:pt x="7196725" y="147341"/>
                  </a:lnTo>
                  <a:lnTo>
                    <a:pt x="7196851" y="147341"/>
                  </a:lnTo>
                  <a:lnTo>
                    <a:pt x="7196977" y="147341"/>
                  </a:lnTo>
                  <a:lnTo>
                    <a:pt x="7197104" y="147341"/>
                  </a:lnTo>
                  <a:lnTo>
                    <a:pt x="7197104" y="142429"/>
                  </a:lnTo>
                  <a:lnTo>
                    <a:pt x="7197230" y="142429"/>
                  </a:lnTo>
                  <a:lnTo>
                    <a:pt x="7197356" y="142429"/>
                  </a:lnTo>
                  <a:lnTo>
                    <a:pt x="7197482" y="142429"/>
                  </a:lnTo>
                  <a:lnTo>
                    <a:pt x="7197609" y="142429"/>
                  </a:lnTo>
                  <a:lnTo>
                    <a:pt x="7197735" y="142429"/>
                  </a:lnTo>
                  <a:lnTo>
                    <a:pt x="7197861" y="142429"/>
                  </a:lnTo>
                  <a:lnTo>
                    <a:pt x="7197987" y="142429"/>
                  </a:lnTo>
                  <a:lnTo>
                    <a:pt x="7198114" y="142429"/>
                  </a:lnTo>
                  <a:lnTo>
                    <a:pt x="7198240" y="142429"/>
                  </a:lnTo>
                  <a:lnTo>
                    <a:pt x="7198366" y="142429"/>
                  </a:lnTo>
                  <a:lnTo>
                    <a:pt x="7198492" y="142429"/>
                  </a:lnTo>
                  <a:lnTo>
                    <a:pt x="7198619" y="142429"/>
                  </a:lnTo>
                  <a:lnTo>
                    <a:pt x="7198745" y="142429"/>
                  </a:lnTo>
                  <a:lnTo>
                    <a:pt x="7198871" y="142429"/>
                  </a:lnTo>
                  <a:lnTo>
                    <a:pt x="7198997" y="142429"/>
                  </a:lnTo>
                  <a:lnTo>
                    <a:pt x="7199124" y="142429"/>
                  </a:lnTo>
                  <a:lnTo>
                    <a:pt x="7199250" y="142429"/>
                  </a:lnTo>
                  <a:lnTo>
                    <a:pt x="7199376" y="142429"/>
                  </a:lnTo>
                  <a:lnTo>
                    <a:pt x="7199502" y="142429"/>
                  </a:lnTo>
                  <a:lnTo>
                    <a:pt x="7199629" y="142429"/>
                  </a:lnTo>
                  <a:lnTo>
                    <a:pt x="7199755" y="142429"/>
                  </a:lnTo>
                  <a:lnTo>
                    <a:pt x="7199881" y="142429"/>
                  </a:lnTo>
                  <a:lnTo>
                    <a:pt x="7200007" y="142429"/>
                  </a:lnTo>
                  <a:lnTo>
                    <a:pt x="7200134" y="142429"/>
                  </a:lnTo>
                  <a:lnTo>
                    <a:pt x="7200260" y="142429"/>
                  </a:lnTo>
                  <a:lnTo>
                    <a:pt x="7200386" y="142429"/>
                  </a:lnTo>
                  <a:lnTo>
                    <a:pt x="7200512" y="142429"/>
                  </a:lnTo>
                  <a:lnTo>
                    <a:pt x="7200639" y="142429"/>
                  </a:lnTo>
                  <a:lnTo>
                    <a:pt x="7200765" y="142429"/>
                  </a:lnTo>
                  <a:lnTo>
                    <a:pt x="7200891" y="142429"/>
                  </a:lnTo>
                  <a:lnTo>
                    <a:pt x="7201018" y="142429"/>
                  </a:lnTo>
                  <a:lnTo>
                    <a:pt x="7201144" y="142429"/>
                  </a:lnTo>
                  <a:lnTo>
                    <a:pt x="7201270" y="142429"/>
                  </a:lnTo>
                  <a:lnTo>
                    <a:pt x="7201396" y="142429"/>
                  </a:lnTo>
                  <a:lnTo>
                    <a:pt x="7201523" y="142429"/>
                  </a:lnTo>
                  <a:lnTo>
                    <a:pt x="7201649" y="142429"/>
                  </a:lnTo>
                  <a:lnTo>
                    <a:pt x="7201775" y="142429"/>
                  </a:lnTo>
                  <a:lnTo>
                    <a:pt x="7201901" y="142429"/>
                  </a:lnTo>
                  <a:lnTo>
                    <a:pt x="7202028" y="142429"/>
                  </a:lnTo>
                  <a:lnTo>
                    <a:pt x="7202154" y="142429"/>
                  </a:lnTo>
                  <a:lnTo>
                    <a:pt x="7202280" y="142429"/>
                  </a:lnTo>
                  <a:lnTo>
                    <a:pt x="7202406" y="142429"/>
                  </a:lnTo>
                  <a:lnTo>
                    <a:pt x="7202533" y="142429"/>
                  </a:lnTo>
                  <a:lnTo>
                    <a:pt x="7202659" y="142429"/>
                  </a:lnTo>
                  <a:lnTo>
                    <a:pt x="7202785" y="142429"/>
                  </a:lnTo>
                  <a:lnTo>
                    <a:pt x="7202911" y="142429"/>
                  </a:lnTo>
                  <a:lnTo>
                    <a:pt x="7203038" y="142429"/>
                  </a:lnTo>
                  <a:lnTo>
                    <a:pt x="7203164" y="142429"/>
                  </a:lnTo>
                  <a:lnTo>
                    <a:pt x="7203290" y="142429"/>
                  </a:lnTo>
                  <a:lnTo>
                    <a:pt x="7203416" y="142429"/>
                  </a:lnTo>
                  <a:lnTo>
                    <a:pt x="7203543" y="142429"/>
                  </a:lnTo>
                  <a:lnTo>
                    <a:pt x="7203669" y="142429"/>
                  </a:lnTo>
                  <a:lnTo>
                    <a:pt x="7203795" y="142429"/>
                  </a:lnTo>
                  <a:lnTo>
                    <a:pt x="7203921" y="142429"/>
                  </a:lnTo>
                  <a:lnTo>
                    <a:pt x="7204048" y="142429"/>
                  </a:lnTo>
                  <a:lnTo>
                    <a:pt x="7204174" y="142429"/>
                  </a:lnTo>
                  <a:lnTo>
                    <a:pt x="7204300" y="142429"/>
                  </a:lnTo>
                  <a:lnTo>
                    <a:pt x="7204426" y="142429"/>
                  </a:lnTo>
                  <a:lnTo>
                    <a:pt x="7204553" y="142429"/>
                  </a:lnTo>
                  <a:lnTo>
                    <a:pt x="7204679" y="142429"/>
                  </a:lnTo>
                  <a:lnTo>
                    <a:pt x="7204805" y="142429"/>
                  </a:lnTo>
                  <a:lnTo>
                    <a:pt x="7204931" y="142429"/>
                  </a:lnTo>
                  <a:lnTo>
                    <a:pt x="7205058" y="142429"/>
                  </a:lnTo>
                  <a:lnTo>
                    <a:pt x="7205184" y="142429"/>
                  </a:lnTo>
                  <a:lnTo>
                    <a:pt x="7205310" y="142429"/>
                  </a:lnTo>
                  <a:lnTo>
                    <a:pt x="7205436" y="142429"/>
                  </a:lnTo>
                  <a:lnTo>
                    <a:pt x="7205563" y="142429"/>
                  </a:lnTo>
                  <a:lnTo>
                    <a:pt x="7205689" y="142429"/>
                  </a:lnTo>
                  <a:lnTo>
                    <a:pt x="7205815" y="142429"/>
                  </a:lnTo>
                  <a:lnTo>
                    <a:pt x="7205941" y="142429"/>
                  </a:lnTo>
                  <a:lnTo>
                    <a:pt x="7206068" y="142429"/>
                  </a:lnTo>
                  <a:lnTo>
                    <a:pt x="7206194" y="142429"/>
                  </a:lnTo>
                  <a:lnTo>
                    <a:pt x="7206320" y="142429"/>
                  </a:lnTo>
                  <a:lnTo>
                    <a:pt x="7206447" y="142429"/>
                  </a:lnTo>
                  <a:lnTo>
                    <a:pt x="7206573" y="142429"/>
                  </a:lnTo>
                  <a:lnTo>
                    <a:pt x="7206699" y="142429"/>
                  </a:lnTo>
                  <a:lnTo>
                    <a:pt x="7206825" y="142429"/>
                  </a:lnTo>
                  <a:lnTo>
                    <a:pt x="7206952" y="142429"/>
                  </a:lnTo>
                  <a:lnTo>
                    <a:pt x="7207078" y="142429"/>
                  </a:lnTo>
                  <a:lnTo>
                    <a:pt x="7207204" y="142429"/>
                  </a:lnTo>
                  <a:lnTo>
                    <a:pt x="7207330" y="142429"/>
                  </a:lnTo>
                  <a:lnTo>
                    <a:pt x="7207457" y="142429"/>
                  </a:lnTo>
                  <a:lnTo>
                    <a:pt x="7207583" y="142429"/>
                  </a:lnTo>
                  <a:lnTo>
                    <a:pt x="7207709" y="142429"/>
                  </a:lnTo>
                  <a:lnTo>
                    <a:pt x="7207835" y="142429"/>
                  </a:lnTo>
                  <a:lnTo>
                    <a:pt x="7207962" y="142429"/>
                  </a:lnTo>
                  <a:lnTo>
                    <a:pt x="7208088" y="142429"/>
                  </a:lnTo>
                  <a:lnTo>
                    <a:pt x="7208214" y="142429"/>
                  </a:lnTo>
                  <a:lnTo>
                    <a:pt x="7208340" y="142429"/>
                  </a:lnTo>
                  <a:lnTo>
                    <a:pt x="7208467" y="142429"/>
                  </a:lnTo>
                  <a:lnTo>
                    <a:pt x="7208593" y="142429"/>
                  </a:lnTo>
                  <a:lnTo>
                    <a:pt x="7208719" y="142429"/>
                  </a:lnTo>
                  <a:lnTo>
                    <a:pt x="7208845" y="142429"/>
                  </a:lnTo>
                  <a:lnTo>
                    <a:pt x="7208972" y="142429"/>
                  </a:lnTo>
                  <a:lnTo>
                    <a:pt x="7209098" y="142429"/>
                  </a:lnTo>
                  <a:lnTo>
                    <a:pt x="7209224" y="142429"/>
                  </a:lnTo>
                  <a:lnTo>
                    <a:pt x="7209350" y="142429"/>
                  </a:lnTo>
                  <a:lnTo>
                    <a:pt x="7209477" y="142429"/>
                  </a:lnTo>
                  <a:lnTo>
                    <a:pt x="7209603" y="142429"/>
                  </a:lnTo>
                  <a:lnTo>
                    <a:pt x="7209729" y="142429"/>
                  </a:lnTo>
                  <a:lnTo>
                    <a:pt x="7209855" y="142429"/>
                  </a:lnTo>
                  <a:lnTo>
                    <a:pt x="7209982" y="142429"/>
                  </a:lnTo>
                  <a:lnTo>
                    <a:pt x="7210108" y="142429"/>
                  </a:lnTo>
                  <a:lnTo>
                    <a:pt x="7210234" y="142429"/>
                  </a:lnTo>
                  <a:lnTo>
                    <a:pt x="7210360" y="142429"/>
                  </a:lnTo>
                  <a:lnTo>
                    <a:pt x="7210487" y="142429"/>
                  </a:lnTo>
                  <a:lnTo>
                    <a:pt x="7210613" y="142429"/>
                  </a:lnTo>
                  <a:lnTo>
                    <a:pt x="7210739" y="142429"/>
                  </a:lnTo>
                  <a:lnTo>
                    <a:pt x="7210865" y="142429"/>
                  </a:lnTo>
                  <a:lnTo>
                    <a:pt x="7210992" y="142429"/>
                  </a:lnTo>
                  <a:lnTo>
                    <a:pt x="7211118" y="142429"/>
                  </a:lnTo>
                  <a:lnTo>
                    <a:pt x="7211244" y="142429"/>
                  </a:lnTo>
                  <a:lnTo>
                    <a:pt x="7211371" y="142429"/>
                  </a:lnTo>
                  <a:lnTo>
                    <a:pt x="7211497" y="142429"/>
                  </a:lnTo>
                  <a:lnTo>
                    <a:pt x="7211623" y="142429"/>
                  </a:lnTo>
                  <a:lnTo>
                    <a:pt x="7211749" y="142429"/>
                  </a:lnTo>
                  <a:lnTo>
                    <a:pt x="7211876" y="142429"/>
                  </a:lnTo>
                  <a:lnTo>
                    <a:pt x="7212002" y="142429"/>
                  </a:lnTo>
                  <a:lnTo>
                    <a:pt x="7212128" y="142429"/>
                  </a:lnTo>
                  <a:lnTo>
                    <a:pt x="7212254" y="142429"/>
                  </a:lnTo>
                  <a:lnTo>
                    <a:pt x="7212381" y="142429"/>
                  </a:lnTo>
                  <a:lnTo>
                    <a:pt x="7212507" y="142429"/>
                  </a:lnTo>
                  <a:lnTo>
                    <a:pt x="7212633" y="142429"/>
                  </a:lnTo>
                  <a:lnTo>
                    <a:pt x="7212759" y="142429"/>
                  </a:lnTo>
                  <a:lnTo>
                    <a:pt x="7212886" y="142429"/>
                  </a:lnTo>
                  <a:lnTo>
                    <a:pt x="7213012" y="142429"/>
                  </a:lnTo>
                  <a:lnTo>
                    <a:pt x="7213138" y="142429"/>
                  </a:lnTo>
                  <a:lnTo>
                    <a:pt x="7213264" y="142429"/>
                  </a:lnTo>
                  <a:lnTo>
                    <a:pt x="7213391" y="142429"/>
                  </a:lnTo>
                  <a:lnTo>
                    <a:pt x="7213517" y="142429"/>
                  </a:lnTo>
                  <a:lnTo>
                    <a:pt x="7213643" y="142429"/>
                  </a:lnTo>
                  <a:lnTo>
                    <a:pt x="7213769" y="142429"/>
                  </a:lnTo>
                  <a:lnTo>
                    <a:pt x="7213896" y="142429"/>
                  </a:lnTo>
                  <a:lnTo>
                    <a:pt x="7214022" y="142429"/>
                  </a:lnTo>
                  <a:lnTo>
                    <a:pt x="7214148" y="142429"/>
                  </a:lnTo>
                  <a:lnTo>
                    <a:pt x="7214274" y="142429"/>
                  </a:lnTo>
                  <a:lnTo>
                    <a:pt x="7214401" y="142429"/>
                  </a:lnTo>
                  <a:lnTo>
                    <a:pt x="7214527" y="142429"/>
                  </a:lnTo>
                  <a:lnTo>
                    <a:pt x="7214653" y="142429"/>
                  </a:lnTo>
                  <a:lnTo>
                    <a:pt x="7214779" y="142429"/>
                  </a:lnTo>
                  <a:lnTo>
                    <a:pt x="7214906" y="142429"/>
                  </a:lnTo>
                  <a:lnTo>
                    <a:pt x="7215032" y="142429"/>
                  </a:lnTo>
                  <a:lnTo>
                    <a:pt x="7215158" y="142429"/>
                  </a:lnTo>
                  <a:lnTo>
                    <a:pt x="7215284" y="142429"/>
                  </a:lnTo>
                  <a:lnTo>
                    <a:pt x="7215411" y="142429"/>
                  </a:lnTo>
                  <a:lnTo>
                    <a:pt x="7215537" y="142429"/>
                  </a:lnTo>
                  <a:lnTo>
                    <a:pt x="7215663" y="142429"/>
                  </a:lnTo>
                  <a:lnTo>
                    <a:pt x="7215789" y="142429"/>
                  </a:lnTo>
                  <a:lnTo>
                    <a:pt x="7215916" y="142429"/>
                  </a:lnTo>
                  <a:lnTo>
                    <a:pt x="7216042" y="142429"/>
                  </a:lnTo>
                  <a:lnTo>
                    <a:pt x="7216168" y="142429"/>
                  </a:lnTo>
                  <a:lnTo>
                    <a:pt x="7216294" y="142429"/>
                  </a:lnTo>
                  <a:lnTo>
                    <a:pt x="7216421" y="142429"/>
                  </a:lnTo>
                  <a:lnTo>
                    <a:pt x="7216547" y="142429"/>
                  </a:lnTo>
                  <a:lnTo>
                    <a:pt x="7216673" y="142429"/>
                  </a:lnTo>
                  <a:lnTo>
                    <a:pt x="7216800" y="142429"/>
                  </a:lnTo>
                  <a:lnTo>
                    <a:pt x="7216926" y="142429"/>
                  </a:lnTo>
                  <a:lnTo>
                    <a:pt x="7217052" y="142429"/>
                  </a:lnTo>
                  <a:lnTo>
                    <a:pt x="7217178" y="142429"/>
                  </a:lnTo>
                  <a:lnTo>
                    <a:pt x="7217305" y="142429"/>
                  </a:lnTo>
                  <a:lnTo>
                    <a:pt x="7217431" y="142429"/>
                  </a:lnTo>
                  <a:lnTo>
                    <a:pt x="7217557" y="142429"/>
                  </a:lnTo>
                  <a:lnTo>
                    <a:pt x="7217683" y="142429"/>
                  </a:lnTo>
                  <a:lnTo>
                    <a:pt x="7217810" y="142429"/>
                  </a:lnTo>
                  <a:lnTo>
                    <a:pt x="7217936" y="142429"/>
                  </a:lnTo>
                  <a:lnTo>
                    <a:pt x="7218062" y="142429"/>
                  </a:lnTo>
                  <a:lnTo>
                    <a:pt x="7218188" y="142429"/>
                  </a:lnTo>
                  <a:lnTo>
                    <a:pt x="7218315" y="142429"/>
                  </a:lnTo>
                  <a:lnTo>
                    <a:pt x="7218441" y="142429"/>
                  </a:lnTo>
                  <a:lnTo>
                    <a:pt x="7218567" y="142429"/>
                  </a:lnTo>
                  <a:lnTo>
                    <a:pt x="7218693" y="142429"/>
                  </a:lnTo>
                  <a:lnTo>
                    <a:pt x="7218820" y="142429"/>
                  </a:lnTo>
                  <a:lnTo>
                    <a:pt x="7218946" y="142429"/>
                  </a:lnTo>
                  <a:lnTo>
                    <a:pt x="7219072" y="142429"/>
                  </a:lnTo>
                  <a:lnTo>
                    <a:pt x="7219198" y="142429"/>
                  </a:lnTo>
                  <a:lnTo>
                    <a:pt x="7219325" y="142429"/>
                  </a:lnTo>
                  <a:lnTo>
                    <a:pt x="7219451" y="142429"/>
                  </a:lnTo>
                  <a:lnTo>
                    <a:pt x="7219577" y="142429"/>
                  </a:lnTo>
                  <a:lnTo>
                    <a:pt x="7219703" y="142429"/>
                  </a:lnTo>
                  <a:lnTo>
                    <a:pt x="7219830" y="142429"/>
                  </a:lnTo>
                  <a:lnTo>
                    <a:pt x="7219956" y="142429"/>
                  </a:lnTo>
                  <a:lnTo>
                    <a:pt x="7220082" y="142429"/>
                  </a:lnTo>
                  <a:lnTo>
                    <a:pt x="7220208" y="142429"/>
                  </a:lnTo>
                  <a:lnTo>
                    <a:pt x="7220335" y="142429"/>
                  </a:lnTo>
                  <a:lnTo>
                    <a:pt x="7220461" y="142429"/>
                  </a:lnTo>
                  <a:lnTo>
                    <a:pt x="7220587" y="142429"/>
                  </a:lnTo>
                  <a:lnTo>
                    <a:pt x="7220713" y="142429"/>
                  </a:lnTo>
                  <a:lnTo>
                    <a:pt x="7220840" y="142429"/>
                  </a:lnTo>
                  <a:lnTo>
                    <a:pt x="7220966" y="142429"/>
                  </a:lnTo>
                  <a:lnTo>
                    <a:pt x="7221092" y="142429"/>
                  </a:lnTo>
                  <a:lnTo>
                    <a:pt x="7221218" y="142429"/>
                  </a:lnTo>
                  <a:lnTo>
                    <a:pt x="7221345" y="142429"/>
                  </a:lnTo>
                  <a:lnTo>
                    <a:pt x="7221471" y="142429"/>
                  </a:lnTo>
                  <a:lnTo>
                    <a:pt x="7221597" y="142429"/>
                  </a:lnTo>
                  <a:lnTo>
                    <a:pt x="7221724" y="142429"/>
                  </a:lnTo>
                  <a:lnTo>
                    <a:pt x="7221850" y="142429"/>
                  </a:lnTo>
                  <a:lnTo>
                    <a:pt x="7221976" y="142429"/>
                  </a:lnTo>
                  <a:lnTo>
                    <a:pt x="7222102" y="142429"/>
                  </a:lnTo>
                  <a:lnTo>
                    <a:pt x="7222229" y="142429"/>
                  </a:lnTo>
                  <a:lnTo>
                    <a:pt x="7222355" y="142429"/>
                  </a:lnTo>
                  <a:lnTo>
                    <a:pt x="7222481" y="142429"/>
                  </a:lnTo>
                  <a:lnTo>
                    <a:pt x="7222607" y="142429"/>
                  </a:lnTo>
                  <a:lnTo>
                    <a:pt x="7222734" y="142429"/>
                  </a:lnTo>
                  <a:lnTo>
                    <a:pt x="7222860" y="142429"/>
                  </a:lnTo>
                  <a:lnTo>
                    <a:pt x="7222986" y="142429"/>
                  </a:lnTo>
                  <a:lnTo>
                    <a:pt x="7223112" y="142429"/>
                  </a:lnTo>
                  <a:lnTo>
                    <a:pt x="7223239" y="142429"/>
                  </a:lnTo>
                  <a:lnTo>
                    <a:pt x="7223365" y="142429"/>
                  </a:lnTo>
                  <a:lnTo>
                    <a:pt x="7223491" y="142429"/>
                  </a:lnTo>
                  <a:lnTo>
                    <a:pt x="7223617" y="142429"/>
                  </a:lnTo>
                  <a:lnTo>
                    <a:pt x="7223744" y="142429"/>
                  </a:lnTo>
                  <a:lnTo>
                    <a:pt x="7223870" y="142429"/>
                  </a:lnTo>
                  <a:lnTo>
                    <a:pt x="7223996" y="142429"/>
                  </a:lnTo>
                  <a:lnTo>
                    <a:pt x="7224122" y="142429"/>
                  </a:lnTo>
                  <a:lnTo>
                    <a:pt x="7224249" y="142429"/>
                  </a:lnTo>
                  <a:lnTo>
                    <a:pt x="7224375" y="142429"/>
                  </a:lnTo>
                  <a:lnTo>
                    <a:pt x="7224501" y="142429"/>
                  </a:lnTo>
                  <a:lnTo>
                    <a:pt x="7224627" y="142429"/>
                  </a:lnTo>
                  <a:lnTo>
                    <a:pt x="7224754" y="142429"/>
                  </a:lnTo>
                  <a:lnTo>
                    <a:pt x="7224880" y="142429"/>
                  </a:lnTo>
                  <a:lnTo>
                    <a:pt x="7225006" y="142429"/>
                  </a:lnTo>
                  <a:lnTo>
                    <a:pt x="7225132" y="142429"/>
                  </a:lnTo>
                  <a:lnTo>
                    <a:pt x="7225259" y="142429"/>
                  </a:lnTo>
                  <a:lnTo>
                    <a:pt x="7225385" y="142429"/>
                  </a:lnTo>
                  <a:lnTo>
                    <a:pt x="7225511" y="142429"/>
                  </a:lnTo>
                  <a:lnTo>
                    <a:pt x="7225637" y="142429"/>
                  </a:lnTo>
                  <a:lnTo>
                    <a:pt x="7225764" y="142429"/>
                  </a:lnTo>
                  <a:lnTo>
                    <a:pt x="7225890" y="142429"/>
                  </a:lnTo>
                  <a:lnTo>
                    <a:pt x="7226016" y="142429"/>
                  </a:lnTo>
                  <a:lnTo>
                    <a:pt x="7226142" y="142429"/>
                  </a:lnTo>
                  <a:lnTo>
                    <a:pt x="7226269" y="142429"/>
                  </a:lnTo>
                  <a:lnTo>
                    <a:pt x="7226395" y="142429"/>
                  </a:lnTo>
                  <a:lnTo>
                    <a:pt x="7226521" y="142429"/>
                  </a:lnTo>
                  <a:lnTo>
                    <a:pt x="7226647" y="142429"/>
                  </a:lnTo>
                  <a:lnTo>
                    <a:pt x="7226774" y="142429"/>
                  </a:lnTo>
                  <a:lnTo>
                    <a:pt x="7226900" y="142429"/>
                  </a:lnTo>
                  <a:lnTo>
                    <a:pt x="7227026" y="142429"/>
                  </a:lnTo>
                  <a:lnTo>
                    <a:pt x="7227153" y="142429"/>
                  </a:lnTo>
                  <a:lnTo>
                    <a:pt x="7227279" y="142429"/>
                  </a:lnTo>
                  <a:lnTo>
                    <a:pt x="7227405" y="142429"/>
                  </a:lnTo>
                  <a:lnTo>
                    <a:pt x="7227531" y="142429"/>
                  </a:lnTo>
                  <a:lnTo>
                    <a:pt x="7227658" y="142429"/>
                  </a:lnTo>
                  <a:lnTo>
                    <a:pt x="7227784" y="142429"/>
                  </a:lnTo>
                  <a:lnTo>
                    <a:pt x="7227910" y="142429"/>
                  </a:lnTo>
                  <a:lnTo>
                    <a:pt x="7228036" y="142429"/>
                  </a:lnTo>
                  <a:lnTo>
                    <a:pt x="7228163" y="142429"/>
                  </a:lnTo>
                  <a:lnTo>
                    <a:pt x="7228289" y="142429"/>
                  </a:lnTo>
                  <a:lnTo>
                    <a:pt x="7228415" y="142429"/>
                  </a:lnTo>
                  <a:lnTo>
                    <a:pt x="7228541" y="142429"/>
                  </a:lnTo>
                  <a:lnTo>
                    <a:pt x="7228668" y="142429"/>
                  </a:lnTo>
                  <a:lnTo>
                    <a:pt x="7228794" y="142429"/>
                  </a:lnTo>
                  <a:lnTo>
                    <a:pt x="7228920" y="142429"/>
                  </a:lnTo>
                  <a:lnTo>
                    <a:pt x="7229046" y="142429"/>
                  </a:lnTo>
                  <a:lnTo>
                    <a:pt x="7229173" y="142429"/>
                  </a:lnTo>
                  <a:lnTo>
                    <a:pt x="7229299" y="142429"/>
                  </a:lnTo>
                  <a:lnTo>
                    <a:pt x="7229425" y="142429"/>
                  </a:lnTo>
                  <a:lnTo>
                    <a:pt x="7229551" y="142429"/>
                  </a:lnTo>
                  <a:lnTo>
                    <a:pt x="7229678" y="142429"/>
                  </a:lnTo>
                  <a:lnTo>
                    <a:pt x="7229804" y="142429"/>
                  </a:lnTo>
                  <a:lnTo>
                    <a:pt x="7229930" y="142429"/>
                  </a:lnTo>
                  <a:lnTo>
                    <a:pt x="7230056" y="142429"/>
                  </a:lnTo>
                  <a:lnTo>
                    <a:pt x="7230183" y="142429"/>
                  </a:lnTo>
                  <a:lnTo>
                    <a:pt x="7230309" y="142429"/>
                  </a:lnTo>
                  <a:lnTo>
                    <a:pt x="7230435" y="142429"/>
                  </a:lnTo>
                  <a:lnTo>
                    <a:pt x="7230561" y="142429"/>
                  </a:lnTo>
                  <a:lnTo>
                    <a:pt x="7230688" y="142429"/>
                  </a:lnTo>
                  <a:lnTo>
                    <a:pt x="7230814" y="142429"/>
                  </a:lnTo>
                  <a:lnTo>
                    <a:pt x="7230940" y="142429"/>
                  </a:lnTo>
                  <a:lnTo>
                    <a:pt x="7231066" y="142429"/>
                  </a:lnTo>
                  <a:lnTo>
                    <a:pt x="7231193" y="142429"/>
                  </a:lnTo>
                  <a:lnTo>
                    <a:pt x="7231319" y="142429"/>
                  </a:lnTo>
                  <a:lnTo>
                    <a:pt x="7231445" y="142429"/>
                  </a:lnTo>
                  <a:lnTo>
                    <a:pt x="7231571" y="142429"/>
                  </a:lnTo>
                  <a:lnTo>
                    <a:pt x="7231698" y="142429"/>
                  </a:lnTo>
                  <a:lnTo>
                    <a:pt x="7231824" y="142429"/>
                  </a:lnTo>
                  <a:lnTo>
                    <a:pt x="7231950" y="142429"/>
                  </a:lnTo>
                  <a:lnTo>
                    <a:pt x="7232077" y="142429"/>
                  </a:lnTo>
                  <a:lnTo>
                    <a:pt x="7232203" y="142429"/>
                  </a:lnTo>
                  <a:lnTo>
                    <a:pt x="7232329" y="142429"/>
                  </a:lnTo>
                  <a:lnTo>
                    <a:pt x="7232455" y="142429"/>
                  </a:lnTo>
                  <a:lnTo>
                    <a:pt x="7232582" y="142429"/>
                  </a:lnTo>
                  <a:lnTo>
                    <a:pt x="7232708" y="142429"/>
                  </a:lnTo>
                  <a:lnTo>
                    <a:pt x="7232834" y="142429"/>
                  </a:lnTo>
                  <a:lnTo>
                    <a:pt x="7232960" y="142429"/>
                  </a:lnTo>
                  <a:lnTo>
                    <a:pt x="7233087" y="142429"/>
                  </a:lnTo>
                  <a:lnTo>
                    <a:pt x="7233213" y="142429"/>
                  </a:lnTo>
                  <a:lnTo>
                    <a:pt x="7233339" y="142429"/>
                  </a:lnTo>
                  <a:lnTo>
                    <a:pt x="7233465" y="142429"/>
                  </a:lnTo>
                  <a:lnTo>
                    <a:pt x="7233592" y="142429"/>
                  </a:lnTo>
                  <a:lnTo>
                    <a:pt x="7233718" y="142429"/>
                  </a:lnTo>
                  <a:lnTo>
                    <a:pt x="7233844" y="142429"/>
                  </a:lnTo>
                  <a:lnTo>
                    <a:pt x="7233970" y="142429"/>
                  </a:lnTo>
                  <a:lnTo>
                    <a:pt x="7234097" y="142429"/>
                  </a:lnTo>
                  <a:lnTo>
                    <a:pt x="7234223" y="142429"/>
                  </a:lnTo>
                  <a:lnTo>
                    <a:pt x="7234349" y="142429"/>
                  </a:lnTo>
                  <a:lnTo>
                    <a:pt x="7234475" y="142429"/>
                  </a:lnTo>
                  <a:lnTo>
                    <a:pt x="7234602" y="142429"/>
                  </a:lnTo>
                  <a:lnTo>
                    <a:pt x="7234728" y="142429"/>
                  </a:lnTo>
                  <a:lnTo>
                    <a:pt x="7234854" y="142429"/>
                  </a:lnTo>
                  <a:lnTo>
                    <a:pt x="7234980" y="142429"/>
                  </a:lnTo>
                  <a:lnTo>
                    <a:pt x="7235107" y="142429"/>
                  </a:lnTo>
                  <a:lnTo>
                    <a:pt x="7235233" y="142429"/>
                  </a:lnTo>
                  <a:lnTo>
                    <a:pt x="7235359" y="142429"/>
                  </a:lnTo>
                  <a:lnTo>
                    <a:pt x="7235485" y="142429"/>
                  </a:lnTo>
                  <a:lnTo>
                    <a:pt x="7235612" y="142429"/>
                  </a:lnTo>
                  <a:lnTo>
                    <a:pt x="7235738" y="142429"/>
                  </a:lnTo>
                  <a:lnTo>
                    <a:pt x="7235864" y="142429"/>
                  </a:lnTo>
                  <a:lnTo>
                    <a:pt x="7235990" y="142429"/>
                  </a:lnTo>
                  <a:lnTo>
                    <a:pt x="7236117" y="142429"/>
                  </a:lnTo>
                  <a:lnTo>
                    <a:pt x="7236243" y="142429"/>
                  </a:lnTo>
                  <a:lnTo>
                    <a:pt x="7236369" y="142429"/>
                  </a:lnTo>
                  <a:lnTo>
                    <a:pt x="7236495" y="142429"/>
                  </a:lnTo>
                  <a:lnTo>
                    <a:pt x="7236622" y="142429"/>
                  </a:lnTo>
                  <a:lnTo>
                    <a:pt x="7236748" y="142429"/>
                  </a:lnTo>
                  <a:lnTo>
                    <a:pt x="7236874" y="142429"/>
                  </a:lnTo>
                  <a:lnTo>
                    <a:pt x="7237000" y="142429"/>
                  </a:lnTo>
                  <a:lnTo>
                    <a:pt x="7237127" y="142429"/>
                  </a:lnTo>
                  <a:lnTo>
                    <a:pt x="7237253" y="142429"/>
                  </a:lnTo>
                  <a:lnTo>
                    <a:pt x="7237379" y="142429"/>
                  </a:lnTo>
                  <a:lnTo>
                    <a:pt x="7237506" y="142429"/>
                  </a:lnTo>
                  <a:lnTo>
                    <a:pt x="7237632" y="142429"/>
                  </a:lnTo>
                  <a:lnTo>
                    <a:pt x="7237758" y="142429"/>
                  </a:lnTo>
                  <a:lnTo>
                    <a:pt x="7237884" y="142429"/>
                  </a:lnTo>
                  <a:lnTo>
                    <a:pt x="7238011" y="142429"/>
                  </a:lnTo>
                  <a:lnTo>
                    <a:pt x="7238137" y="142429"/>
                  </a:lnTo>
                  <a:lnTo>
                    <a:pt x="7238263" y="142429"/>
                  </a:lnTo>
                  <a:lnTo>
                    <a:pt x="7238389" y="142429"/>
                  </a:lnTo>
                  <a:lnTo>
                    <a:pt x="7238516" y="142429"/>
                  </a:lnTo>
                  <a:lnTo>
                    <a:pt x="7238516" y="137518"/>
                  </a:lnTo>
                  <a:lnTo>
                    <a:pt x="7238642" y="137518"/>
                  </a:lnTo>
                  <a:lnTo>
                    <a:pt x="7238768" y="137518"/>
                  </a:lnTo>
                  <a:lnTo>
                    <a:pt x="7238894" y="137518"/>
                  </a:lnTo>
                  <a:lnTo>
                    <a:pt x="7239021" y="137518"/>
                  </a:lnTo>
                  <a:lnTo>
                    <a:pt x="7239147" y="137518"/>
                  </a:lnTo>
                  <a:lnTo>
                    <a:pt x="7239273" y="137518"/>
                  </a:lnTo>
                  <a:lnTo>
                    <a:pt x="7239399" y="137518"/>
                  </a:lnTo>
                  <a:lnTo>
                    <a:pt x="7239526" y="137518"/>
                  </a:lnTo>
                  <a:lnTo>
                    <a:pt x="7239652" y="137518"/>
                  </a:lnTo>
                  <a:lnTo>
                    <a:pt x="7239778" y="137518"/>
                  </a:lnTo>
                  <a:lnTo>
                    <a:pt x="7239904" y="137518"/>
                  </a:lnTo>
                  <a:lnTo>
                    <a:pt x="7240031" y="137518"/>
                  </a:lnTo>
                  <a:lnTo>
                    <a:pt x="7240157" y="137518"/>
                  </a:lnTo>
                  <a:lnTo>
                    <a:pt x="7240283" y="137518"/>
                  </a:lnTo>
                  <a:lnTo>
                    <a:pt x="7240409" y="137518"/>
                  </a:lnTo>
                  <a:lnTo>
                    <a:pt x="7240536" y="137518"/>
                  </a:lnTo>
                  <a:lnTo>
                    <a:pt x="7240662" y="137518"/>
                  </a:lnTo>
                  <a:lnTo>
                    <a:pt x="7240788" y="137518"/>
                  </a:lnTo>
                  <a:lnTo>
                    <a:pt x="7240914" y="137518"/>
                  </a:lnTo>
                  <a:lnTo>
                    <a:pt x="7241041" y="137518"/>
                  </a:lnTo>
                  <a:lnTo>
                    <a:pt x="7241167" y="137518"/>
                  </a:lnTo>
                  <a:lnTo>
                    <a:pt x="7241293" y="137518"/>
                  </a:lnTo>
                  <a:lnTo>
                    <a:pt x="7241419" y="137518"/>
                  </a:lnTo>
                  <a:lnTo>
                    <a:pt x="7241546" y="137518"/>
                  </a:lnTo>
                  <a:lnTo>
                    <a:pt x="7241672" y="137518"/>
                  </a:lnTo>
                  <a:lnTo>
                    <a:pt x="7241798" y="137518"/>
                  </a:lnTo>
                  <a:lnTo>
                    <a:pt x="7241924" y="137518"/>
                  </a:lnTo>
                  <a:lnTo>
                    <a:pt x="7242051" y="137518"/>
                  </a:lnTo>
                  <a:lnTo>
                    <a:pt x="7242177" y="137518"/>
                  </a:lnTo>
                  <a:lnTo>
                    <a:pt x="7242303" y="137518"/>
                  </a:lnTo>
                  <a:lnTo>
                    <a:pt x="7242430" y="137518"/>
                  </a:lnTo>
                  <a:lnTo>
                    <a:pt x="7242556" y="137518"/>
                  </a:lnTo>
                  <a:lnTo>
                    <a:pt x="7242682" y="137518"/>
                  </a:lnTo>
                  <a:lnTo>
                    <a:pt x="7242808" y="137518"/>
                  </a:lnTo>
                  <a:lnTo>
                    <a:pt x="7242935" y="137518"/>
                  </a:lnTo>
                  <a:lnTo>
                    <a:pt x="7243061" y="137518"/>
                  </a:lnTo>
                  <a:lnTo>
                    <a:pt x="7243187" y="137518"/>
                  </a:lnTo>
                  <a:lnTo>
                    <a:pt x="7243313" y="137518"/>
                  </a:lnTo>
                  <a:lnTo>
                    <a:pt x="7243440" y="137518"/>
                  </a:lnTo>
                  <a:lnTo>
                    <a:pt x="7243566" y="137518"/>
                  </a:lnTo>
                  <a:lnTo>
                    <a:pt x="7243692" y="137518"/>
                  </a:lnTo>
                  <a:lnTo>
                    <a:pt x="7243818" y="137518"/>
                  </a:lnTo>
                  <a:lnTo>
                    <a:pt x="7243945" y="137518"/>
                  </a:lnTo>
                  <a:lnTo>
                    <a:pt x="7244071" y="137518"/>
                  </a:lnTo>
                  <a:lnTo>
                    <a:pt x="7244197" y="137518"/>
                  </a:lnTo>
                  <a:lnTo>
                    <a:pt x="7244323" y="137518"/>
                  </a:lnTo>
                  <a:lnTo>
                    <a:pt x="7244450" y="137518"/>
                  </a:lnTo>
                  <a:lnTo>
                    <a:pt x="7244576" y="137518"/>
                  </a:lnTo>
                  <a:lnTo>
                    <a:pt x="7244702" y="137518"/>
                  </a:lnTo>
                  <a:lnTo>
                    <a:pt x="7244828" y="137518"/>
                  </a:lnTo>
                  <a:lnTo>
                    <a:pt x="7244955" y="137518"/>
                  </a:lnTo>
                  <a:lnTo>
                    <a:pt x="7245081" y="137518"/>
                  </a:lnTo>
                  <a:lnTo>
                    <a:pt x="7245207" y="137518"/>
                  </a:lnTo>
                  <a:lnTo>
                    <a:pt x="7245333" y="137518"/>
                  </a:lnTo>
                  <a:lnTo>
                    <a:pt x="7245460" y="137518"/>
                  </a:lnTo>
                  <a:lnTo>
                    <a:pt x="7245586" y="137518"/>
                  </a:lnTo>
                  <a:lnTo>
                    <a:pt x="7245712" y="137518"/>
                  </a:lnTo>
                  <a:lnTo>
                    <a:pt x="7245838" y="137518"/>
                  </a:lnTo>
                  <a:lnTo>
                    <a:pt x="7245965" y="137518"/>
                  </a:lnTo>
                  <a:lnTo>
                    <a:pt x="7246091" y="137518"/>
                  </a:lnTo>
                  <a:lnTo>
                    <a:pt x="7246217" y="137518"/>
                  </a:lnTo>
                  <a:lnTo>
                    <a:pt x="7246343" y="137518"/>
                  </a:lnTo>
                  <a:lnTo>
                    <a:pt x="7246470" y="137518"/>
                  </a:lnTo>
                  <a:lnTo>
                    <a:pt x="7246596" y="137518"/>
                  </a:lnTo>
                  <a:lnTo>
                    <a:pt x="7246722" y="137518"/>
                  </a:lnTo>
                  <a:lnTo>
                    <a:pt x="7246848" y="137518"/>
                  </a:lnTo>
                  <a:lnTo>
                    <a:pt x="7246975" y="137518"/>
                  </a:lnTo>
                  <a:lnTo>
                    <a:pt x="7247101" y="137518"/>
                  </a:lnTo>
                  <a:lnTo>
                    <a:pt x="7247227" y="137518"/>
                  </a:lnTo>
                  <a:lnTo>
                    <a:pt x="7247354" y="137518"/>
                  </a:lnTo>
                  <a:lnTo>
                    <a:pt x="7247480" y="137518"/>
                  </a:lnTo>
                  <a:lnTo>
                    <a:pt x="7247606" y="137518"/>
                  </a:lnTo>
                  <a:lnTo>
                    <a:pt x="7247732" y="137518"/>
                  </a:lnTo>
                  <a:lnTo>
                    <a:pt x="7247859" y="137518"/>
                  </a:lnTo>
                  <a:lnTo>
                    <a:pt x="7247985" y="137518"/>
                  </a:lnTo>
                  <a:lnTo>
                    <a:pt x="7248111" y="137518"/>
                  </a:lnTo>
                  <a:lnTo>
                    <a:pt x="7248237" y="137518"/>
                  </a:lnTo>
                  <a:lnTo>
                    <a:pt x="7248364" y="137518"/>
                  </a:lnTo>
                  <a:lnTo>
                    <a:pt x="7248490" y="137518"/>
                  </a:lnTo>
                  <a:lnTo>
                    <a:pt x="7248616" y="137518"/>
                  </a:lnTo>
                  <a:lnTo>
                    <a:pt x="7248742" y="137518"/>
                  </a:lnTo>
                  <a:lnTo>
                    <a:pt x="7248869" y="137518"/>
                  </a:lnTo>
                  <a:lnTo>
                    <a:pt x="7248995" y="137518"/>
                  </a:lnTo>
                  <a:lnTo>
                    <a:pt x="7249121" y="137518"/>
                  </a:lnTo>
                  <a:lnTo>
                    <a:pt x="7249247" y="137518"/>
                  </a:lnTo>
                  <a:lnTo>
                    <a:pt x="7249374" y="137518"/>
                  </a:lnTo>
                  <a:lnTo>
                    <a:pt x="7249500" y="137518"/>
                  </a:lnTo>
                  <a:lnTo>
                    <a:pt x="7249626" y="137518"/>
                  </a:lnTo>
                  <a:lnTo>
                    <a:pt x="7249752" y="137518"/>
                  </a:lnTo>
                  <a:lnTo>
                    <a:pt x="7249879" y="137518"/>
                  </a:lnTo>
                  <a:lnTo>
                    <a:pt x="7250005" y="137518"/>
                  </a:lnTo>
                  <a:lnTo>
                    <a:pt x="7250131" y="137518"/>
                  </a:lnTo>
                  <a:lnTo>
                    <a:pt x="7250257" y="137518"/>
                  </a:lnTo>
                  <a:lnTo>
                    <a:pt x="7250384" y="137518"/>
                  </a:lnTo>
                  <a:lnTo>
                    <a:pt x="7250510" y="137518"/>
                  </a:lnTo>
                  <a:lnTo>
                    <a:pt x="7250636" y="137518"/>
                  </a:lnTo>
                  <a:lnTo>
                    <a:pt x="7250762" y="137518"/>
                  </a:lnTo>
                  <a:lnTo>
                    <a:pt x="7250889" y="137518"/>
                  </a:lnTo>
                  <a:lnTo>
                    <a:pt x="7251015" y="137518"/>
                  </a:lnTo>
                  <a:lnTo>
                    <a:pt x="7251141" y="137518"/>
                  </a:lnTo>
                  <a:lnTo>
                    <a:pt x="7251267" y="137518"/>
                  </a:lnTo>
                  <a:lnTo>
                    <a:pt x="7251394" y="137518"/>
                  </a:lnTo>
                  <a:lnTo>
                    <a:pt x="7251520" y="137518"/>
                  </a:lnTo>
                  <a:lnTo>
                    <a:pt x="7251646" y="137518"/>
                  </a:lnTo>
                  <a:lnTo>
                    <a:pt x="7251772" y="137518"/>
                  </a:lnTo>
                  <a:lnTo>
                    <a:pt x="7251899" y="137518"/>
                  </a:lnTo>
                  <a:lnTo>
                    <a:pt x="7252025" y="137518"/>
                  </a:lnTo>
                  <a:lnTo>
                    <a:pt x="7252151" y="137518"/>
                  </a:lnTo>
                  <a:lnTo>
                    <a:pt x="7252277" y="137518"/>
                  </a:lnTo>
                  <a:lnTo>
                    <a:pt x="7252404" y="137518"/>
                  </a:lnTo>
                  <a:lnTo>
                    <a:pt x="7252530" y="137518"/>
                  </a:lnTo>
                  <a:lnTo>
                    <a:pt x="7252656" y="137518"/>
                  </a:lnTo>
                  <a:lnTo>
                    <a:pt x="7252783" y="137518"/>
                  </a:lnTo>
                  <a:lnTo>
                    <a:pt x="7252909" y="137518"/>
                  </a:lnTo>
                  <a:lnTo>
                    <a:pt x="7253035" y="137518"/>
                  </a:lnTo>
                  <a:lnTo>
                    <a:pt x="7253161" y="137518"/>
                  </a:lnTo>
                  <a:lnTo>
                    <a:pt x="7253288" y="137518"/>
                  </a:lnTo>
                  <a:lnTo>
                    <a:pt x="7253414" y="137518"/>
                  </a:lnTo>
                  <a:lnTo>
                    <a:pt x="7253540" y="137518"/>
                  </a:lnTo>
                  <a:lnTo>
                    <a:pt x="7253666" y="137518"/>
                  </a:lnTo>
                  <a:lnTo>
                    <a:pt x="7253793" y="137518"/>
                  </a:lnTo>
                  <a:lnTo>
                    <a:pt x="7253919" y="137518"/>
                  </a:lnTo>
                  <a:lnTo>
                    <a:pt x="7254045" y="137518"/>
                  </a:lnTo>
                  <a:lnTo>
                    <a:pt x="7254171" y="137518"/>
                  </a:lnTo>
                  <a:lnTo>
                    <a:pt x="7254298" y="137518"/>
                  </a:lnTo>
                  <a:lnTo>
                    <a:pt x="7254424" y="137518"/>
                  </a:lnTo>
                  <a:lnTo>
                    <a:pt x="7254550" y="137518"/>
                  </a:lnTo>
                  <a:lnTo>
                    <a:pt x="7254676" y="137518"/>
                  </a:lnTo>
                  <a:lnTo>
                    <a:pt x="7254803" y="137518"/>
                  </a:lnTo>
                  <a:lnTo>
                    <a:pt x="7254929" y="137518"/>
                  </a:lnTo>
                  <a:lnTo>
                    <a:pt x="7255055" y="137518"/>
                  </a:lnTo>
                  <a:lnTo>
                    <a:pt x="7255181" y="137518"/>
                  </a:lnTo>
                  <a:lnTo>
                    <a:pt x="7255308" y="137518"/>
                  </a:lnTo>
                  <a:lnTo>
                    <a:pt x="7255434" y="137518"/>
                  </a:lnTo>
                  <a:lnTo>
                    <a:pt x="7255560" y="137518"/>
                  </a:lnTo>
                  <a:lnTo>
                    <a:pt x="7255686" y="137518"/>
                  </a:lnTo>
                  <a:lnTo>
                    <a:pt x="7255813" y="137518"/>
                  </a:lnTo>
                  <a:lnTo>
                    <a:pt x="7255939" y="137518"/>
                  </a:lnTo>
                  <a:lnTo>
                    <a:pt x="7256065" y="137518"/>
                  </a:lnTo>
                  <a:lnTo>
                    <a:pt x="7256191" y="137518"/>
                  </a:lnTo>
                  <a:lnTo>
                    <a:pt x="7256318" y="137518"/>
                  </a:lnTo>
                  <a:lnTo>
                    <a:pt x="7256444" y="137518"/>
                  </a:lnTo>
                  <a:lnTo>
                    <a:pt x="7256570" y="137518"/>
                  </a:lnTo>
                  <a:lnTo>
                    <a:pt x="7256696" y="137518"/>
                  </a:lnTo>
                  <a:lnTo>
                    <a:pt x="7256823" y="137518"/>
                  </a:lnTo>
                  <a:lnTo>
                    <a:pt x="7256949" y="137518"/>
                  </a:lnTo>
                  <a:lnTo>
                    <a:pt x="7257075" y="137518"/>
                  </a:lnTo>
                  <a:lnTo>
                    <a:pt x="7257201" y="137518"/>
                  </a:lnTo>
                  <a:lnTo>
                    <a:pt x="7257328" y="137518"/>
                  </a:lnTo>
                  <a:lnTo>
                    <a:pt x="7257454" y="137518"/>
                  </a:lnTo>
                  <a:lnTo>
                    <a:pt x="7257580" y="137518"/>
                  </a:lnTo>
                  <a:lnTo>
                    <a:pt x="7257707" y="137518"/>
                  </a:lnTo>
                  <a:lnTo>
                    <a:pt x="7257833" y="137518"/>
                  </a:lnTo>
                  <a:lnTo>
                    <a:pt x="7257959" y="137518"/>
                  </a:lnTo>
                  <a:lnTo>
                    <a:pt x="7258085" y="137518"/>
                  </a:lnTo>
                  <a:lnTo>
                    <a:pt x="7258212" y="137518"/>
                  </a:lnTo>
                  <a:lnTo>
                    <a:pt x="7258338" y="137518"/>
                  </a:lnTo>
                  <a:lnTo>
                    <a:pt x="7258464" y="137518"/>
                  </a:lnTo>
                  <a:lnTo>
                    <a:pt x="7258590" y="137518"/>
                  </a:lnTo>
                  <a:lnTo>
                    <a:pt x="7258717" y="137518"/>
                  </a:lnTo>
                  <a:lnTo>
                    <a:pt x="7258843" y="137518"/>
                  </a:lnTo>
                  <a:lnTo>
                    <a:pt x="7258969" y="137518"/>
                  </a:lnTo>
                  <a:lnTo>
                    <a:pt x="7259095" y="137518"/>
                  </a:lnTo>
                  <a:lnTo>
                    <a:pt x="7259222" y="137518"/>
                  </a:lnTo>
                  <a:lnTo>
                    <a:pt x="7259348" y="137518"/>
                  </a:lnTo>
                  <a:lnTo>
                    <a:pt x="7259474" y="137518"/>
                  </a:lnTo>
                  <a:lnTo>
                    <a:pt x="7259600" y="137518"/>
                  </a:lnTo>
                  <a:lnTo>
                    <a:pt x="7259727" y="137518"/>
                  </a:lnTo>
                  <a:lnTo>
                    <a:pt x="7259853" y="137518"/>
                  </a:lnTo>
                  <a:lnTo>
                    <a:pt x="7259979" y="137518"/>
                  </a:lnTo>
                  <a:lnTo>
                    <a:pt x="7260105" y="137518"/>
                  </a:lnTo>
                  <a:lnTo>
                    <a:pt x="7260232" y="137518"/>
                  </a:lnTo>
                  <a:lnTo>
                    <a:pt x="7260358" y="137518"/>
                  </a:lnTo>
                  <a:lnTo>
                    <a:pt x="7260484" y="137518"/>
                  </a:lnTo>
                  <a:lnTo>
                    <a:pt x="7260610" y="137518"/>
                  </a:lnTo>
                  <a:lnTo>
                    <a:pt x="7260737" y="137518"/>
                  </a:lnTo>
                  <a:lnTo>
                    <a:pt x="7260863" y="137518"/>
                  </a:lnTo>
                  <a:lnTo>
                    <a:pt x="7260989" y="137518"/>
                  </a:lnTo>
                  <a:lnTo>
                    <a:pt x="7261115" y="137518"/>
                  </a:lnTo>
                  <a:lnTo>
                    <a:pt x="7261242" y="137518"/>
                  </a:lnTo>
                  <a:lnTo>
                    <a:pt x="7261368" y="137518"/>
                  </a:lnTo>
                  <a:lnTo>
                    <a:pt x="7261494" y="137518"/>
                  </a:lnTo>
                  <a:lnTo>
                    <a:pt x="7261620" y="137518"/>
                  </a:lnTo>
                  <a:lnTo>
                    <a:pt x="7261747" y="137518"/>
                  </a:lnTo>
                  <a:lnTo>
                    <a:pt x="7261873" y="137518"/>
                  </a:lnTo>
                  <a:lnTo>
                    <a:pt x="7261999" y="137518"/>
                  </a:lnTo>
                  <a:lnTo>
                    <a:pt x="7262125" y="137518"/>
                  </a:lnTo>
                  <a:lnTo>
                    <a:pt x="7262252" y="137518"/>
                  </a:lnTo>
                  <a:lnTo>
                    <a:pt x="7262378" y="137518"/>
                  </a:lnTo>
                  <a:lnTo>
                    <a:pt x="7262504" y="137518"/>
                  </a:lnTo>
                  <a:lnTo>
                    <a:pt x="7262630" y="137518"/>
                  </a:lnTo>
                  <a:lnTo>
                    <a:pt x="7262757" y="137518"/>
                  </a:lnTo>
                  <a:lnTo>
                    <a:pt x="7262883" y="137518"/>
                  </a:lnTo>
                  <a:lnTo>
                    <a:pt x="7263009" y="137518"/>
                  </a:lnTo>
                  <a:lnTo>
                    <a:pt x="7263136" y="137518"/>
                  </a:lnTo>
                  <a:lnTo>
                    <a:pt x="7263262" y="137518"/>
                  </a:lnTo>
                  <a:lnTo>
                    <a:pt x="7263388" y="137518"/>
                  </a:lnTo>
                  <a:lnTo>
                    <a:pt x="7263514" y="137518"/>
                  </a:lnTo>
                  <a:lnTo>
                    <a:pt x="7263641" y="137518"/>
                  </a:lnTo>
                  <a:lnTo>
                    <a:pt x="7263767" y="137518"/>
                  </a:lnTo>
                  <a:lnTo>
                    <a:pt x="7263893" y="137518"/>
                  </a:lnTo>
                  <a:lnTo>
                    <a:pt x="7264019" y="137518"/>
                  </a:lnTo>
                  <a:lnTo>
                    <a:pt x="7264146" y="137518"/>
                  </a:lnTo>
                  <a:lnTo>
                    <a:pt x="7264272" y="137518"/>
                  </a:lnTo>
                  <a:lnTo>
                    <a:pt x="7264398" y="137518"/>
                  </a:lnTo>
                  <a:lnTo>
                    <a:pt x="7264524" y="137518"/>
                  </a:lnTo>
                  <a:lnTo>
                    <a:pt x="7264651" y="137518"/>
                  </a:lnTo>
                  <a:lnTo>
                    <a:pt x="7264777" y="137518"/>
                  </a:lnTo>
                  <a:lnTo>
                    <a:pt x="7264903" y="137518"/>
                  </a:lnTo>
                  <a:lnTo>
                    <a:pt x="7265029" y="137518"/>
                  </a:lnTo>
                  <a:lnTo>
                    <a:pt x="7265156" y="137518"/>
                  </a:lnTo>
                  <a:lnTo>
                    <a:pt x="7265282" y="137518"/>
                  </a:lnTo>
                  <a:lnTo>
                    <a:pt x="7265408" y="137518"/>
                  </a:lnTo>
                  <a:lnTo>
                    <a:pt x="7265534" y="137518"/>
                  </a:lnTo>
                  <a:lnTo>
                    <a:pt x="7265661" y="137518"/>
                  </a:lnTo>
                  <a:lnTo>
                    <a:pt x="7265787" y="137518"/>
                  </a:lnTo>
                  <a:lnTo>
                    <a:pt x="7265913" y="137518"/>
                  </a:lnTo>
                  <a:lnTo>
                    <a:pt x="7266039" y="137518"/>
                  </a:lnTo>
                  <a:lnTo>
                    <a:pt x="7266166" y="137518"/>
                  </a:lnTo>
                  <a:lnTo>
                    <a:pt x="7266292" y="137518"/>
                  </a:lnTo>
                  <a:lnTo>
                    <a:pt x="7266418" y="137518"/>
                  </a:lnTo>
                  <a:lnTo>
                    <a:pt x="7266544" y="137518"/>
                  </a:lnTo>
                  <a:lnTo>
                    <a:pt x="7266671" y="137518"/>
                  </a:lnTo>
                  <a:lnTo>
                    <a:pt x="7266797" y="137518"/>
                  </a:lnTo>
                  <a:lnTo>
                    <a:pt x="7266923" y="137518"/>
                  </a:lnTo>
                  <a:lnTo>
                    <a:pt x="7267049" y="137518"/>
                  </a:lnTo>
                  <a:lnTo>
                    <a:pt x="7267176" y="137518"/>
                  </a:lnTo>
                  <a:lnTo>
                    <a:pt x="7267302" y="137518"/>
                  </a:lnTo>
                  <a:lnTo>
                    <a:pt x="7267428" y="137518"/>
                  </a:lnTo>
                  <a:lnTo>
                    <a:pt x="7267554" y="137518"/>
                  </a:lnTo>
                  <a:lnTo>
                    <a:pt x="7267681" y="137518"/>
                  </a:lnTo>
                  <a:lnTo>
                    <a:pt x="7267807" y="137518"/>
                  </a:lnTo>
                  <a:lnTo>
                    <a:pt x="7267933" y="137518"/>
                  </a:lnTo>
                  <a:lnTo>
                    <a:pt x="7268060" y="137518"/>
                  </a:lnTo>
                  <a:lnTo>
                    <a:pt x="7268186" y="137518"/>
                  </a:lnTo>
                  <a:lnTo>
                    <a:pt x="7268312" y="137518"/>
                  </a:lnTo>
                  <a:lnTo>
                    <a:pt x="7268438" y="137518"/>
                  </a:lnTo>
                  <a:lnTo>
                    <a:pt x="7268565" y="137518"/>
                  </a:lnTo>
                  <a:lnTo>
                    <a:pt x="7268691" y="137518"/>
                  </a:lnTo>
                  <a:lnTo>
                    <a:pt x="7268817" y="137518"/>
                  </a:lnTo>
                  <a:lnTo>
                    <a:pt x="7268943" y="137518"/>
                  </a:lnTo>
                  <a:lnTo>
                    <a:pt x="7269070" y="137518"/>
                  </a:lnTo>
                  <a:lnTo>
                    <a:pt x="7269196" y="137518"/>
                  </a:lnTo>
                  <a:lnTo>
                    <a:pt x="7269322" y="137518"/>
                  </a:lnTo>
                  <a:lnTo>
                    <a:pt x="7269448" y="137518"/>
                  </a:lnTo>
                  <a:lnTo>
                    <a:pt x="7269575" y="137518"/>
                  </a:lnTo>
                  <a:lnTo>
                    <a:pt x="7269701" y="137518"/>
                  </a:lnTo>
                  <a:lnTo>
                    <a:pt x="7269827" y="137518"/>
                  </a:lnTo>
                  <a:lnTo>
                    <a:pt x="7269953" y="137518"/>
                  </a:lnTo>
                  <a:lnTo>
                    <a:pt x="7270080" y="137518"/>
                  </a:lnTo>
                  <a:lnTo>
                    <a:pt x="7270206" y="137518"/>
                  </a:lnTo>
                  <a:lnTo>
                    <a:pt x="7270332" y="137518"/>
                  </a:lnTo>
                  <a:lnTo>
                    <a:pt x="7270458" y="137518"/>
                  </a:lnTo>
                  <a:lnTo>
                    <a:pt x="7270585" y="137518"/>
                  </a:lnTo>
                  <a:lnTo>
                    <a:pt x="7270711" y="137518"/>
                  </a:lnTo>
                  <a:lnTo>
                    <a:pt x="7270837" y="137518"/>
                  </a:lnTo>
                  <a:lnTo>
                    <a:pt x="7270963" y="137518"/>
                  </a:lnTo>
                  <a:lnTo>
                    <a:pt x="7271090" y="137518"/>
                  </a:lnTo>
                  <a:lnTo>
                    <a:pt x="7271216" y="137518"/>
                  </a:lnTo>
                  <a:lnTo>
                    <a:pt x="7271342" y="137518"/>
                  </a:lnTo>
                  <a:lnTo>
                    <a:pt x="7271468" y="137518"/>
                  </a:lnTo>
                  <a:lnTo>
                    <a:pt x="7271595" y="137518"/>
                  </a:lnTo>
                  <a:lnTo>
                    <a:pt x="7271721" y="137518"/>
                  </a:lnTo>
                  <a:lnTo>
                    <a:pt x="7271847" y="137518"/>
                  </a:lnTo>
                  <a:lnTo>
                    <a:pt x="7271973" y="137518"/>
                  </a:lnTo>
                  <a:lnTo>
                    <a:pt x="7272100" y="137518"/>
                  </a:lnTo>
                  <a:lnTo>
                    <a:pt x="7272226" y="137518"/>
                  </a:lnTo>
                  <a:lnTo>
                    <a:pt x="7272352" y="137518"/>
                  </a:lnTo>
                  <a:lnTo>
                    <a:pt x="7272478" y="137518"/>
                  </a:lnTo>
                  <a:lnTo>
                    <a:pt x="7272605" y="137518"/>
                  </a:lnTo>
                  <a:lnTo>
                    <a:pt x="7272731" y="137518"/>
                  </a:lnTo>
                  <a:lnTo>
                    <a:pt x="7272857" y="137518"/>
                  </a:lnTo>
                  <a:lnTo>
                    <a:pt x="7272983" y="137518"/>
                  </a:lnTo>
                  <a:lnTo>
                    <a:pt x="7273110" y="137518"/>
                  </a:lnTo>
                  <a:lnTo>
                    <a:pt x="7273236" y="137518"/>
                  </a:lnTo>
                  <a:lnTo>
                    <a:pt x="7273362" y="137518"/>
                  </a:lnTo>
                  <a:lnTo>
                    <a:pt x="7273489" y="137518"/>
                  </a:lnTo>
                  <a:lnTo>
                    <a:pt x="7273615" y="137518"/>
                  </a:lnTo>
                  <a:lnTo>
                    <a:pt x="7273741" y="137518"/>
                  </a:lnTo>
                  <a:lnTo>
                    <a:pt x="7273867" y="137518"/>
                  </a:lnTo>
                  <a:lnTo>
                    <a:pt x="7273994" y="137518"/>
                  </a:lnTo>
                  <a:lnTo>
                    <a:pt x="7274120" y="137518"/>
                  </a:lnTo>
                  <a:lnTo>
                    <a:pt x="7274246" y="137518"/>
                  </a:lnTo>
                  <a:lnTo>
                    <a:pt x="7274372" y="137518"/>
                  </a:lnTo>
                  <a:lnTo>
                    <a:pt x="7274499" y="137518"/>
                  </a:lnTo>
                  <a:lnTo>
                    <a:pt x="7274625" y="137518"/>
                  </a:lnTo>
                  <a:lnTo>
                    <a:pt x="7274751" y="137518"/>
                  </a:lnTo>
                  <a:lnTo>
                    <a:pt x="7274877" y="137518"/>
                  </a:lnTo>
                  <a:lnTo>
                    <a:pt x="7275004" y="137518"/>
                  </a:lnTo>
                  <a:lnTo>
                    <a:pt x="7275130" y="137518"/>
                  </a:lnTo>
                  <a:lnTo>
                    <a:pt x="7275256" y="137518"/>
                  </a:lnTo>
                  <a:lnTo>
                    <a:pt x="7275382" y="137518"/>
                  </a:lnTo>
                  <a:lnTo>
                    <a:pt x="7275509" y="137518"/>
                  </a:lnTo>
                  <a:lnTo>
                    <a:pt x="7275635" y="137518"/>
                  </a:lnTo>
                  <a:lnTo>
                    <a:pt x="7275761" y="137518"/>
                  </a:lnTo>
                  <a:lnTo>
                    <a:pt x="7275887" y="137518"/>
                  </a:lnTo>
                  <a:lnTo>
                    <a:pt x="7276014" y="137518"/>
                  </a:lnTo>
                  <a:lnTo>
                    <a:pt x="7276140" y="137518"/>
                  </a:lnTo>
                  <a:lnTo>
                    <a:pt x="7276266" y="137518"/>
                  </a:lnTo>
                  <a:lnTo>
                    <a:pt x="7276392" y="137518"/>
                  </a:lnTo>
                  <a:lnTo>
                    <a:pt x="7276519" y="137518"/>
                  </a:lnTo>
                  <a:lnTo>
                    <a:pt x="7276645" y="137518"/>
                  </a:lnTo>
                  <a:lnTo>
                    <a:pt x="7276771" y="137518"/>
                  </a:lnTo>
                  <a:lnTo>
                    <a:pt x="7276897" y="137518"/>
                  </a:lnTo>
                  <a:lnTo>
                    <a:pt x="7277024" y="137518"/>
                  </a:lnTo>
                  <a:lnTo>
                    <a:pt x="7277150" y="137518"/>
                  </a:lnTo>
                  <a:lnTo>
                    <a:pt x="7277276" y="137518"/>
                  </a:lnTo>
                  <a:lnTo>
                    <a:pt x="7277402" y="137518"/>
                  </a:lnTo>
                  <a:lnTo>
                    <a:pt x="7277529" y="137518"/>
                  </a:lnTo>
                  <a:lnTo>
                    <a:pt x="7277655" y="137518"/>
                  </a:lnTo>
                  <a:lnTo>
                    <a:pt x="7277781" y="137518"/>
                  </a:lnTo>
                  <a:lnTo>
                    <a:pt x="7277907" y="137518"/>
                  </a:lnTo>
                  <a:lnTo>
                    <a:pt x="7278034" y="137518"/>
                  </a:lnTo>
                  <a:lnTo>
                    <a:pt x="7278160" y="137518"/>
                  </a:lnTo>
                  <a:lnTo>
                    <a:pt x="7278286" y="137518"/>
                  </a:lnTo>
                  <a:lnTo>
                    <a:pt x="7278413" y="137518"/>
                  </a:lnTo>
                  <a:lnTo>
                    <a:pt x="7278539" y="137518"/>
                  </a:lnTo>
                  <a:lnTo>
                    <a:pt x="7278665" y="137518"/>
                  </a:lnTo>
                  <a:lnTo>
                    <a:pt x="7278791" y="137518"/>
                  </a:lnTo>
                  <a:lnTo>
                    <a:pt x="7278918" y="137518"/>
                  </a:lnTo>
                  <a:lnTo>
                    <a:pt x="7279044" y="137518"/>
                  </a:lnTo>
                  <a:lnTo>
                    <a:pt x="7279170" y="137518"/>
                  </a:lnTo>
                  <a:lnTo>
                    <a:pt x="7279296" y="137518"/>
                  </a:lnTo>
                  <a:lnTo>
                    <a:pt x="7279423" y="137518"/>
                  </a:lnTo>
                  <a:lnTo>
                    <a:pt x="7279549" y="137518"/>
                  </a:lnTo>
                  <a:lnTo>
                    <a:pt x="7279675" y="137518"/>
                  </a:lnTo>
                  <a:lnTo>
                    <a:pt x="7279801" y="137518"/>
                  </a:lnTo>
                  <a:lnTo>
                    <a:pt x="7279928" y="137518"/>
                  </a:lnTo>
                  <a:lnTo>
                    <a:pt x="7280054" y="137518"/>
                  </a:lnTo>
                  <a:lnTo>
                    <a:pt x="7280180" y="137518"/>
                  </a:lnTo>
                  <a:lnTo>
                    <a:pt x="7280306" y="137518"/>
                  </a:lnTo>
                  <a:lnTo>
                    <a:pt x="7280433" y="137518"/>
                  </a:lnTo>
                  <a:lnTo>
                    <a:pt x="7280559" y="137518"/>
                  </a:lnTo>
                  <a:lnTo>
                    <a:pt x="7280685" y="137518"/>
                  </a:lnTo>
                  <a:lnTo>
                    <a:pt x="7280811" y="137518"/>
                  </a:lnTo>
                  <a:lnTo>
                    <a:pt x="7280938" y="137518"/>
                  </a:lnTo>
                  <a:lnTo>
                    <a:pt x="7281064" y="137518"/>
                  </a:lnTo>
                  <a:lnTo>
                    <a:pt x="7281190" y="137518"/>
                  </a:lnTo>
                  <a:lnTo>
                    <a:pt x="7281316" y="137518"/>
                  </a:lnTo>
                  <a:lnTo>
                    <a:pt x="7281443" y="137518"/>
                  </a:lnTo>
                  <a:lnTo>
                    <a:pt x="7281569" y="137518"/>
                  </a:lnTo>
                  <a:lnTo>
                    <a:pt x="7281695" y="137518"/>
                  </a:lnTo>
                  <a:lnTo>
                    <a:pt x="7281821" y="137518"/>
                  </a:lnTo>
                  <a:lnTo>
                    <a:pt x="7281948" y="137518"/>
                  </a:lnTo>
                  <a:lnTo>
                    <a:pt x="7282074" y="137518"/>
                  </a:lnTo>
                  <a:lnTo>
                    <a:pt x="7282200" y="137518"/>
                  </a:lnTo>
                  <a:lnTo>
                    <a:pt x="7282326" y="137518"/>
                  </a:lnTo>
                  <a:lnTo>
                    <a:pt x="7282453" y="137518"/>
                  </a:lnTo>
                  <a:lnTo>
                    <a:pt x="7282579" y="137518"/>
                  </a:lnTo>
                  <a:lnTo>
                    <a:pt x="7282705" y="137518"/>
                  </a:lnTo>
                  <a:lnTo>
                    <a:pt x="7282831" y="137518"/>
                  </a:lnTo>
                  <a:lnTo>
                    <a:pt x="7282958" y="137518"/>
                  </a:lnTo>
                  <a:lnTo>
                    <a:pt x="7283084" y="137518"/>
                  </a:lnTo>
                  <a:lnTo>
                    <a:pt x="7283210" y="137518"/>
                  </a:lnTo>
                  <a:lnTo>
                    <a:pt x="7283336" y="137518"/>
                  </a:lnTo>
                  <a:lnTo>
                    <a:pt x="7283463" y="137518"/>
                  </a:lnTo>
                  <a:lnTo>
                    <a:pt x="7283589" y="137518"/>
                  </a:lnTo>
                  <a:lnTo>
                    <a:pt x="7283715" y="137518"/>
                  </a:lnTo>
                  <a:lnTo>
                    <a:pt x="7283842" y="137518"/>
                  </a:lnTo>
                  <a:lnTo>
                    <a:pt x="7283968" y="137518"/>
                  </a:lnTo>
                  <a:lnTo>
                    <a:pt x="7284094" y="137518"/>
                  </a:lnTo>
                  <a:lnTo>
                    <a:pt x="7284220" y="137518"/>
                  </a:lnTo>
                  <a:lnTo>
                    <a:pt x="7284347" y="137518"/>
                  </a:lnTo>
                  <a:lnTo>
                    <a:pt x="7284473" y="137518"/>
                  </a:lnTo>
                  <a:lnTo>
                    <a:pt x="7284599" y="137518"/>
                  </a:lnTo>
                  <a:lnTo>
                    <a:pt x="7284725" y="137518"/>
                  </a:lnTo>
                  <a:lnTo>
                    <a:pt x="7284852" y="137518"/>
                  </a:lnTo>
                  <a:lnTo>
                    <a:pt x="7284978" y="137518"/>
                  </a:lnTo>
                  <a:lnTo>
                    <a:pt x="7285104" y="137518"/>
                  </a:lnTo>
                  <a:lnTo>
                    <a:pt x="7285230" y="137518"/>
                  </a:lnTo>
                  <a:lnTo>
                    <a:pt x="7285357" y="137518"/>
                  </a:lnTo>
                  <a:lnTo>
                    <a:pt x="7285483" y="137518"/>
                  </a:lnTo>
                  <a:lnTo>
                    <a:pt x="7285609" y="137518"/>
                  </a:lnTo>
                  <a:lnTo>
                    <a:pt x="7285735" y="137518"/>
                  </a:lnTo>
                  <a:lnTo>
                    <a:pt x="7285862" y="137518"/>
                  </a:lnTo>
                  <a:lnTo>
                    <a:pt x="7285988" y="137518"/>
                  </a:lnTo>
                  <a:lnTo>
                    <a:pt x="7286114" y="137518"/>
                  </a:lnTo>
                  <a:lnTo>
                    <a:pt x="7286240" y="137518"/>
                  </a:lnTo>
                  <a:lnTo>
                    <a:pt x="7286367" y="137518"/>
                  </a:lnTo>
                  <a:lnTo>
                    <a:pt x="7286493" y="137518"/>
                  </a:lnTo>
                  <a:lnTo>
                    <a:pt x="7286619" y="137518"/>
                  </a:lnTo>
                  <a:lnTo>
                    <a:pt x="7286745" y="137518"/>
                  </a:lnTo>
                  <a:lnTo>
                    <a:pt x="7286872" y="137518"/>
                  </a:lnTo>
                  <a:lnTo>
                    <a:pt x="7286998" y="137518"/>
                  </a:lnTo>
                  <a:lnTo>
                    <a:pt x="7287124" y="137518"/>
                  </a:lnTo>
                  <a:lnTo>
                    <a:pt x="7287250" y="137518"/>
                  </a:lnTo>
                  <a:lnTo>
                    <a:pt x="7287377" y="137518"/>
                  </a:lnTo>
                  <a:lnTo>
                    <a:pt x="7287503" y="137518"/>
                  </a:lnTo>
                  <a:lnTo>
                    <a:pt x="7287629" y="137518"/>
                  </a:lnTo>
                  <a:lnTo>
                    <a:pt x="7287755" y="137518"/>
                  </a:lnTo>
                  <a:lnTo>
                    <a:pt x="7287882" y="137518"/>
                  </a:lnTo>
                  <a:lnTo>
                    <a:pt x="7288008" y="137518"/>
                  </a:lnTo>
                  <a:lnTo>
                    <a:pt x="7288134" y="137518"/>
                  </a:lnTo>
                  <a:lnTo>
                    <a:pt x="7288260" y="137518"/>
                  </a:lnTo>
                  <a:lnTo>
                    <a:pt x="7288387" y="137518"/>
                  </a:lnTo>
                  <a:lnTo>
                    <a:pt x="7288513" y="137518"/>
                  </a:lnTo>
                  <a:lnTo>
                    <a:pt x="7288639" y="137518"/>
                  </a:lnTo>
                  <a:lnTo>
                    <a:pt x="7288766" y="137518"/>
                  </a:lnTo>
                  <a:lnTo>
                    <a:pt x="7288892" y="137518"/>
                  </a:lnTo>
                  <a:lnTo>
                    <a:pt x="7289018" y="137518"/>
                  </a:lnTo>
                  <a:lnTo>
                    <a:pt x="7289144" y="137518"/>
                  </a:lnTo>
                  <a:lnTo>
                    <a:pt x="7289271" y="137518"/>
                  </a:lnTo>
                  <a:lnTo>
                    <a:pt x="7289397" y="137518"/>
                  </a:lnTo>
                  <a:lnTo>
                    <a:pt x="7289523" y="137518"/>
                  </a:lnTo>
                  <a:lnTo>
                    <a:pt x="7289649" y="137518"/>
                  </a:lnTo>
                  <a:lnTo>
                    <a:pt x="7289776" y="137518"/>
                  </a:lnTo>
                  <a:lnTo>
                    <a:pt x="7289902" y="137518"/>
                  </a:lnTo>
                  <a:lnTo>
                    <a:pt x="7290028" y="137518"/>
                  </a:lnTo>
                  <a:lnTo>
                    <a:pt x="7290154" y="137518"/>
                  </a:lnTo>
                  <a:lnTo>
                    <a:pt x="7290281" y="137518"/>
                  </a:lnTo>
                  <a:lnTo>
                    <a:pt x="7290407" y="137518"/>
                  </a:lnTo>
                  <a:lnTo>
                    <a:pt x="7290533" y="137518"/>
                  </a:lnTo>
                  <a:lnTo>
                    <a:pt x="7290659" y="137518"/>
                  </a:lnTo>
                  <a:lnTo>
                    <a:pt x="7290786" y="137518"/>
                  </a:lnTo>
                  <a:lnTo>
                    <a:pt x="7290912" y="137518"/>
                  </a:lnTo>
                  <a:lnTo>
                    <a:pt x="7291038" y="137518"/>
                  </a:lnTo>
                  <a:lnTo>
                    <a:pt x="7291164" y="137518"/>
                  </a:lnTo>
                  <a:lnTo>
                    <a:pt x="7291291" y="137518"/>
                  </a:lnTo>
                  <a:lnTo>
                    <a:pt x="7291417" y="137518"/>
                  </a:lnTo>
                  <a:lnTo>
                    <a:pt x="7291543" y="137518"/>
                  </a:lnTo>
                  <a:lnTo>
                    <a:pt x="7291669" y="137518"/>
                  </a:lnTo>
                  <a:lnTo>
                    <a:pt x="7291796" y="137518"/>
                  </a:lnTo>
                  <a:lnTo>
                    <a:pt x="7291922" y="137518"/>
                  </a:lnTo>
                  <a:lnTo>
                    <a:pt x="7292048" y="137518"/>
                  </a:lnTo>
                  <a:lnTo>
                    <a:pt x="7292174" y="137518"/>
                  </a:lnTo>
                  <a:lnTo>
                    <a:pt x="7292301" y="137518"/>
                  </a:lnTo>
                  <a:lnTo>
                    <a:pt x="7292427" y="137518"/>
                  </a:lnTo>
                  <a:lnTo>
                    <a:pt x="7292553" y="137518"/>
                  </a:lnTo>
                  <a:lnTo>
                    <a:pt x="7292679" y="137518"/>
                  </a:lnTo>
                  <a:lnTo>
                    <a:pt x="7292806" y="137518"/>
                  </a:lnTo>
                  <a:lnTo>
                    <a:pt x="7292932" y="137518"/>
                  </a:lnTo>
                  <a:lnTo>
                    <a:pt x="7293058" y="137518"/>
                  </a:lnTo>
                  <a:lnTo>
                    <a:pt x="7293184" y="137518"/>
                  </a:lnTo>
                  <a:lnTo>
                    <a:pt x="7293311" y="137518"/>
                  </a:lnTo>
                  <a:lnTo>
                    <a:pt x="7293437" y="137518"/>
                  </a:lnTo>
                  <a:lnTo>
                    <a:pt x="7293563" y="137518"/>
                  </a:lnTo>
                  <a:lnTo>
                    <a:pt x="7293689" y="137518"/>
                  </a:lnTo>
                  <a:lnTo>
                    <a:pt x="7293816" y="137518"/>
                  </a:lnTo>
                  <a:lnTo>
                    <a:pt x="7293942" y="137518"/>
                  </a:lnTo>
                  <a:lnTo>
                    <a:pt x="7294068" y="137518"/>
                  </a:lnTo>
                  <a:lnTo>
                    <a:pt x="7294195" y="137518"/>
                  </a:lnTo>
                  <a:lnTo>
                    <a:pt x="7294321" y="137518"/>
                  </a:lnTo>
                  <a:lnTo>
                    <a:pt x="7294447" y="137518"/>
                  </a:lnTo>
                  <a:lnTo>
                    <a:pt x="7294573" y="137518"/>
                  </a:lnTo>
                  <a:lnTo>
                    <a:pt x="7294700" y="137518"/>
                  </a:lnTo>
                  <a:lnTo>
                    <a:pt x="7294826" y="137518"/>
                  </a:lnTo>
                  <a:lnTo>
                    <a:pt x="7294952" y="137518"/>
                  </a:lnTo>
                  <a:lnTo>
                    <a:pt x="7295078" y="137518"/>
                  </a:lnTo>
                  <a:lnTo>
                    <a:pt x="7295205" y="137518"/>
                  </a:lnTo>
                  <a:lnTo>
                    <a:pt x="7295331" y="137518"/>
                  </a:lnTo>
                  <a:lnTo>
                    <a:pt x="7295457" y="137518"/>
                  </a:lnTo>
                  <a:lnTo>
                    <a:pt x="7295583" y="137518"/>
                  </a:lnTo>
                  <a:lnTo>
                    <a:pt x="7295710" y="137518"/>
                  </a:lnTo>
                  <a:lnTo>
                    <a:pt x="7295836" y="137518"/>
                  </a:lnTo>
                  <a:lnTo>
                    <a:pt x="7295962" y="137518"/>
                  </a:lnTo>
                  <a:lnTo>
                    <a:pt x="7296088" y="137518"/>
                  </a:lnTo>
                  <a:lnTo>
                    <a:pt x="7296215" y="137518"/>
                  </a:lnTo>
                  <a:lnTo>
                    <a:pt x="7296341" y="137518"/>
                  </a:lnTo>
                  <a:lnTo>
                    <a:pt x="7296467" y="137518"/>
                  </a:lnTo>
                  <a:lnTo>
                    <a:pt x="7296593" y="137518"/>
                  </a:lnTo>
                  <a:lnTo>
                    <a:pt x="7296720" y="137518"/>
                  </a:lnTo>
                  <a:lnTo>
                    <a:pt x="7296846" y="137518"/>
                  </a:lnTo>
                  <a:lnTo>
                    <a:pt x="7296972" y="137518"/>
                  </a:lnTo>
                  <a:lnTo>
                    <a:pt x="7297098" y="137518"/>
                  </a:lnTo>
                  <a:lnTo>
                    <a:pt x="7297225" y="137518"/>
                  </a:lnTo>
                  <a:lnTo>
                    <a:pt x="7297351" y="137518"/>
                  </a:lnTo>
                  <a:lnTo>
                    <a:pt x="7297477" y="137518"/>
                  </a:lnTo>
                  <a:lnTo>
                    <a:pt x="7297603" y="137518"/>
                  </a:lnTo>
                  <a:lnTo>
                    <a:pt x="7297730" y="137518"/>
                  </a:lnTo>
                  <a:lnTo>
                    <a:pt x="7297856" y="137518"/>
                  </a:lnTo>
                  <a:lnTo>
                    <a:pt x="7297982" y="137518"/>
                  </a:lnTo>
                  <a:lnTo>
                    <a:pt x="7298108" y="137518"/>
                  </a:lnTo>
                  <a:lnTo>
                    <a:pt x="7298235" y="137518"/>
                  </a:lnTo>
                  <a:lnTo>
                    <a:pt x="7298361" y="137518"/>
                  </a:lnTo>
                  <a:lnTo>
                    <a:pt x="7298487" y="137518"/>
                  </a:lnTo>
                  <a:lnTo>
                    <a:pt x="7298613" y="137518"/>
                  </a:lnTo>
                  <a:lnTo>
                    <a:pt x="7298740" y="137518"/>
                  </a:lnTo>
                  <a:lnTo>
                    <a:pt x="7298866" y="137518"/>
                  </a:lnTo>
                  <a:lnTo>
                    <a:pt x="7298992" y="137518"/>
                  </a:lnTo>
                  <a:lnTo>
                    <a:pt x="7299119" y="137518"/>
                  </a:lnTo>
                  <a:lnTo>
                    <a:pt x="7299245" y="137518"/>
                  </a:lnTo>
                  <a:lnTo>
                    <a:pt x="7299371" y="137518"/>
                  </a:lnTo>
                  <a:lnTo>
                    <a:pt x="7299497" y="137518"/>
                  </a:lnTo>
                  <a:lnTo>
                    <a:pt x="7299624" y="137518"/>
                  </a:lnTo>
                  <a:lnTo>
                    <a:pt x="7299750" y="137518"/>
                  </a:lnTo>
                  <a:lnTo>
                    <a:pt x="7299876" y="137518"/>
                  </a:lnTo>
                  <a:lnTo>
                    <a:pt x="7300002" y="137518"/>
                  </a:lnTo>
                  <a:lnTo>
                    <a:pt x="7300129" y="137518"/>
                  </a:lnTo>
                  <a:lnTo>
                    <a:pt x="7300255" y="137518"/>
                  </a:lnTo>
                  <a:lnTo>
                    <a:pt x="7300381" y="137518"/>
                  </a:lnTo>
                  <a:lnTo>
                    <a:pt x="7300507" y="137518"/>
                  </a:lnTo>
                  <a:lnTo>
                    <a:pt x="7300634" y="137518"/>
                  </a:lnTo>
                  <a:lnTo>
                    <a:pt x="7300760" y="137518"/>
                  </a:lnTo>
                  <a:lnTo>
                    <a:pt x="7300886" y="137518"/>
                  </a:lnTo>
                  <a:lnTo>
                    <a:pt x="7301012" y="137518"/>
                  </a:lnTo>
                  <a:lnTo>
                    <a:pt x="7301139" y="137518"/>
                  </a:lnTo>
                  <a:lnTo>
                    <a:pt x="7301265" y="137518"/>
                  </a:lnTo>
                  <a:lnTo>
                    <a:pt x="7301391" y="137518"/>
                  </a:lnTo>
                  <a:lnTo>
                    <a:pt x="7301517" y="137518"/>
                  </a:lnTo>
                  <a:lnTo>
                    <a:pt x="7301644" y="137518"/>
                  </a:lnTo>
                  <a:lnTo>
                    <a:pt x="7301770" y="137518"/>
                  </a:lnTo>
                  <a:lnTo>
                    <a:pt x="7301896" y="137518"/>
                  </a:lnTo>
                  <a:lnTo>
                    <a:pt x="7302022" y="137518"/>
                  </a:lnTo>
                  <a:lnTo>
                    <a:pt x="7302149" y="137518"/>
                  </a:lnTo>
                  <a:lnTo>
                    <a:pt x="7302275" y="137518"/>
                  </a:lnTo>
                  <a:lnTo>
                    <a:pt x="7302401" y="137518"/>
                  </a:lnTo>
                  <a:lnTo>
                    <a:pt x="7302527" y="137518"/>
                  </a:lnTo>
                  <a:lnTo>
                    <a:pt x="7302654" y="137518"/>
                  </a:lnTo>
                  <a:lnTo>
                    <a:pt x="7302780" y="137518"/>
                  </a:lnTo>
                  <a:lnTo>
                    <a:pt x="7302906" y="137518"/>
                  </a:lnTo>
                  <a:lnTo>
                    <a:pt x="7303032" y="137518"/>
                  </a:lnTo>
                  <a:lnTo>
                    <a:pt x="7303159" y="137518"/>
                  </a:lnTo>
                  <a:lnTo>
                    <a:pt x="7303285" y="137518"/>
                  </a:lnTo>
                  <a:lnTo>
                    <a:pt x="7303411" y="137518"/>
                  </a:lnTo>
                  <a:lnTo>
                    <a:pt x="7303537" y="137518"/>
                  </a:lnTo>
                  <a:lnTo>
                    <a:pt x="7303664" y="137518"/>
                  </a:lnTo>
                  <a:lnTo>
                    <a:pt x="7303790" y="137518"/>
                  </a:lnTo>
                  <a:lnTo>
                    <a:pt x="7303916" y="137518"/>
                  </a:lnTo>
                  <a:lnTo>
                    <a:pt x="7304042" y="137518"/>
                  </a:lnTo>
                  <a:lnTo>
                    <a:pt x="7304169" y="137518"/>
                  </a:lnTo>
                  <a:lnTo>
                    <a:pt x="7304295" y="137518"/>
                  </a:lnTo>
                  <a:lnTo>
                    <a:pt x="7304421" y="137518"/>
                  </a:lnTo>
                  <a:lnTo>
                    <a:pt x="7304548" y="137518"/>
                  </a:lnTo>
                  <a:lnTo>
                    <a:pt x="7304674" y="137518"/>
                  </a:lnTo>
                  <a:lnTo>
                    <a:pt x="7304800" y="137518"/>
                  </a:lnTo>
                  <a:lnTo>
                    <a:pt x="7304926" y="137518"/>
                  </a:lnTo>
                  <a:lnTo>
                    <a:pt x="7305053" y="137518"/>
                  </a:lnTo>
                  <a:lnTo>
                    <a:pt x="7305179" y="137518"/>
                  </a:lnTo>
                  <a:lnTo>
                    <a:pt x="7305305" y="137518"/>
                  </a:lnTo>
                  <a:lnTo>
                    <a:pt x="7305431" y="137518"/>
                  </a:lnTo>
                  <a:lnTo>
                    <a:pt x="7305558" y="137518"/>
                  </a:lnTo>
                  <a:lnTo>
                    <a:pt x="7305684" y="137518"/>
                  </a:lnTo>
                  <a:lnTo>
                    <a:pt x="7305810" y="137518"/>
                  </a:lnTo>
                  <a:lnTo>
                    <a:pt x="7305936" y="137518"/>
                  </a:lnTo>
                  <a:lnTo>
                    <a:pt x="7306063" y="137518"/>
                  </a:lnTo>
                  <a:lnTo>
                    <a:pt x="7306189" y="137518"/>
                  </a:lnTo>
                  <a:lnTo>
                    <a:pt x="7306315" y="137518"/>
                  </a:lnTo>
                  <a:lnTo>
                    <a:pt x="7306441" y="137518"/>
                  </a:lnTo>
                  <a:lnTo>
                    <a:pt x="7306568" y="137518"/>
                  </a:lnTo>
                  <a:lnTo>
                    <a:pt x="7306694" y="137518"/>
                  </a:lnTo>
                  <a:lnTo>
                    <a:pt x="7306820" y="137518"/>
                  </a:lnTo>
                  <a:lnTo>
                    <a:pt x="7306946" y="137518"/>
                  </a:lnTo>
                  <a:lnTo>
                    <a:pt x="7307073" y="137518"/>
                  </a:lnTo>
                  <a:lnTo>
                    <a:pt x="7307199" y="137518"/>
                  </a:lnTo>
                  <a:lnTo>
                    <a:pt x="7307325" y="137518"/>
                  </a:lnTo>
                  <a:lnTo>
                    <a:pt x="7307451" y="137518"/>
                  </a:lnTo>
                  <a:lnTo>
                    <a:pt x="7307578" y="137518"/>
                  </a:lnTo>
                  <a:lnTo>
                    <a:pt x="7307704" y="137518"/>
                  </a:lnTo>
                  <a:lnTo>
                    <a:pt x="7307830" y="137518"/>
                  </a:lnTo>
                  <a:lnTo>
                    <a:pt x="7307956" y="137518"/>
                  </a:lnTo>
                  <a:lnTo>
                    <a:pt x="7308083" y="137518"/>
                  </a:lnTo>
                  <a:lnTo>
                    <a:pt x="7308209" y="137518"/>
                  </a:lnTo>
                  <a:lnTo>
                    <a:pt x="7308335" y="137518"/>
                  </a:lnTo>
                  <a:lnTo>
                    <a:pt x="7308461" y="137518"/>
                  </a:lnTo>
                  <a:lnTo>
                    <a:pt x="7308588" y="137518"/>
                  </a:lnTo>
                  <a:lnTo>
                    <a:pt x="7308714" y="137518"/>
                  </a:lnTo>
                  <a:lnTo>
                    <a:pt x="7308840" y="137518"/>
                  </a:lnTo>
                  <a:lnTo>
                    <a:pt x="7308966" y="137518"/>
                  </a:lnTo>
                  <a:lnTo>
                    <a:pt x="7309093" y="137518"/>
                  </a:lnTo>
                  <a:lnTo>
                    <a:pt x="7309219" y="137518"/>
                  </a:lnTo>
                  <a:lnTo>
                    <a:pt x="7309345" y="137518"/>
                  </a:lnTo>
                  <a:lnTo>
                    <a:pt x="7309472" y="137518"/>
                  </a:lnTo>
                  <a:lnTo>
                    <a:pt x="7309598" y="137518"/>
                  </a:lnTo>
                  <a:lnTo>
                    <a:pt x="7309724" y="137518"/>
                  </a:lnTo>
                  <a:lnTo>
                    <a:pt x="7309850" y="137518"/>
                  </a:lnTo>
                  <a:lnTo>
                    <a:pt x="7309977" y="137518"/>
                  </a:lnTo>
                  <a:lnTo>
                    <a:pt x="7310103" y="137518"/>
                  </a:lnTo>
                  <a:lnTo>
                    <a:pt x="7310229" y="137518"/>
                  </a:lnTo>
                  <a:lnTo>
                    <a:pt x="7310355" y="137518"/>
                  </a:lnTo>
                  <a:lnTo>
                    <a:pt x="7310482" y="137518"/>
                  </a:lnTo>
                  <a:lnTo>
                    <a:pt x="7310608" y="137518"/>
                  </a:lnTo>
                  <a:lnTo>
                    <a:pt x="7310734" y="137518"/>
                  </a:lnTo>
                  <a:lnTo>
                    <a:pt x="7310860" y="137518"/>
                  </a:lnTo>
                  <a:lnTo>
                    <a:pt x="7310987" y="137518"/>
                  </a:lnTo>
                  <a:lnTo>
                    <a:pt x="7311113" y="137518"/>
                  </a:lnTo>
                  <a:lnTo>
                    <a:pt x="7311239" y="137518"/>
                  </a:lnTo>
                  <a:lnTo>
                    <a:pt x="7311365" y="137518"/>
                  </a:lnTo>
                  <a:lnTo>
                    <a:pt x="7311492" y="137518"/>
                  </a:lnTo>
                  <a:lnTo>
                    <a:pt x="7311618" y="137518"/>
                  </a:lnTo>
                  <a:lnTo>
                    <a:pt x="7311744" y="137518"/>
                  </a:lnTo>
                  <a:lnTo>
                    <a:pt x="7311870" y="137518"/>
                  </a:lnTo>
                  <a:lnTo>
                    <a:pt x="7311997" y="137518"/>
                  </a:lnTo>
                  <a:lnTo>
                    <a:pt x="7312123" y="137518"/>
                  </a:lnTo>
                  <a:lnTo>
                    <a:pt x="7312249" y="137518"/>
                  </a:lnTo>
                  <a:lnTo>
                    <a:pt x="7312375" y="137518"/>
                  </a:lnTo>
                  <a:lnTo>
                    <a:pt x="7312502" y="137518"/>
                  </a:lnTo>
                  <a:lnTo>
                    <a:pt x="7312628" y="137518"/>
                  </a:lnTo>
                  <a:lnTo>
                    <a:pt x="7312754" y="137518"/>
                  </a:lnTo>
                  <a:lnTo>
                    <a:pt x="7312880" y="137518"/>
                  </a:lnTo>
                  <a:lnTo>
                    <a:pt x="7313007" y="137518"/>
                  </a:lnTo>
                  <a:lnTo>
                    <a:pt x="7313133" y="137518"/>
                  </a:lnTo>
                  <a:lnTo>
                    <a:pt x="7313259" y="137518"/>
                  </a:lnTo>
                  <a:lnTo>
                    <a:pt x="7313385" y="137518"/>
                  </a:lnTo>
                  <a:lnTo>
                    <a:pt x="7313512" y="137518"/>
                  </a:lnTo>
                  <a:lnTo>
                    <a:pt x="7313638" y="137518"/>
                  </a:lnTo>
                  <a:lnTo>
                    <a:pt x="7313764" y="137518"/>
                  </a:lnTo>
                  <a:lnTo>
                    <a:pt x="7313890" y="137518"/>
                  </a:lnTo>
                  <a:lnTo>
                    <a:pt x="7314017" y="137518"/>
                  </a:lnTo>
                  <a:lnTo>
                    <a:pt x="7314143" y="137518"/>
                  </a:lnTo>
                  <a:lnTo>
                    <a:pt x="7314269" y="137518"/>
                  </a:lnTo>
                  <a:lnTo>
                    <a:pt x="7314396" y="137518"/>
                  </a:lnTo>
                  <a:lnTo>
                    <a:pt x="7314522" y="137518"/>
                  </a:lnTo>
                  <a:lnTo>
                    <a:pt x="7314648" y="137518"/>
                  </a:lnTo>
                  <a:lnTo>
                    <a:pt x="7314774" y="137518"/>
                  </a:lnTo>
                  <a:lnTo>
                    <a:pt x="7314901" y="137518"/>
                  </a:lnTo>
                  <a:lnTo>
                    <a:pt x="7315027" y="137518"/>
                  </a:lnTo>
                  <a:lnTo>
                    <a:pt x="7315153" y="137518"/>
                  </a:lnTo>
                  <a:lnTo>
                    <a:pt x="7315279" y="137518"/>
                  </a:lnTo>
                  <a:lnTo>
                    <a:pt x="7315406" y="137518"/>
                  </a:lnTo>
                  <a:lnTo>
                    <a:pt x="7315532" y="137518"/>
                  </a:lnTo>
                  <a:lnTo>
                    <a:pt x="7315532" y="132607"/>
                  </a:lnTo>
                  <a:lnTo>
                    <a:pt x="7315658" y="132607"/>
                  </a:lnTo>
                  <a:lnTo>
                    <a:pt x="7315784" y="132607"/>
                  </a:lnTo>
                  <a:lnTo>
                    <a:pt x="7315911" y="132607"/>
                  </a:lnTo>
                  <a:lnTo>
                    <a:pt x="7316037" y="132607"/>
                  </a:lnTo>
                  <a:lnTo>
                    <a:pt x="7316163" y="132607"/>
                  </a:lnTo>
                  <a:lnTo>
                    <a:pt x="7316289" y="132607"/>
                  </a:lnTo>
                  <a:lnTo>
                    <a:pt x="7316416" y="132607"/>
                  </a:lnTo>
                  <a:lnTo>
                    <a:pt x="7316542" y="132607"/>
                  </a:lnTo>
                  <a:lnTo>
                    <a:pt x="7316668" y="132607"/>
                  </a:lnTo>
                  <a:lnTo>
                    <a:pt x="7316794" y="132607"/>
                  </a:lnTo>
                  <a:lnTo>
                    <a:pt x="7316921" y="132607"/>
                  </a:lnTo>
                  <a:lnTo>
                    <a:pt x="7317047" y="132607"/>
                  </a:lnTo>
                  <a:lnTo>
                    <a:pt x="7317173" y="132607"/>
                  </a:lnTo>
                  <a:lnTo>
                    <a:pt x="7317299" y="132607"/>
                  </a:lnTo>
                  <a:lnTo>
                    <a:pt x="7317426" y="132607"/>
                  </a:lnTo>
                  <a:lnTo>
                    <a:pt x="7317552" y="132607"/>
                  </a:lnTo>
                  <a:lnTo>
                    <a:pt x="7317678" y="132607"/>
                  </a:lnTo>
                  <a:lnTo>
                    <a:pt x="7317804" y="132607"/>
                  </a:lnTo>
                  <a:lnTo>
                    <a:pt x="7317931" y="132607"/>
                  </a:lnTo>
                  <a:lnTo>
                    <a:pt x="7318057" y="132607"/>
                  </a:lnTo>
                  <a:lnTo>
                    <a:pt x="7318183" y="132607"/>
                  </a:lnTo>
                  <a:lnTo>
                    <a:pt x="7318309" y="132607"/>
                  </a:lnTo>
                  <a:lnTo>
                    <a:pt x="7318436" y="132607"/>
                  </a:lnTo>
                  <a:lnTo>
                    <a:pt x="7318562" y="132607"/>
                  </a:lnTo>
                  <a:lnTo>
                    <a:pt x="7318688" y="132607"/>
                  </a:lnTo>
                  <a:lnTo>
                    <a:pt x="7318814" y="132607"/>
                  </a:lnTo>
                  <a:lnTo>
                    <a:pt x="7318941" y="132607"/>
                  </a:lnTo>
                  <a:lnTo>
                    <a:pt x="7319067" y="132607"/>
                  </a:lnTo>
                  <a:lnTo>
                    <a:pt x="7319193" y="132607"/>
                  </a:lnTo>
                  <a:lnTo>
                    <a:pt x="7319319" y="132607"/>
                  </a:lnTo>
                  <a:lnTo>
                    <a:pt x="7319446" y="132607"/>
                  </a:lnTo>
                  <a:lnTo>
                    <a:pt x="7319572" y="132607"/>
                  </a:lnTo>
                  <a:lnTo>
                    <a:pt x="7319698" y="132607"/>
                  </a:lnTo>
                  <a:lnTo>
                    <a:pt x="7319825" y="132607"/>
                  </a:lnTo>
                  <a:lnTo>
                    <a:pt x="7319951" y="132607"/>
                  </a:lnTo>
                  <a:lnTo>
                    <a:pt x="7320077" y="132607"/>
                  </a:lnTo>
                  <a:lnTo>
                    <a:pt x="7320203" y="132607"/>
                  </a:lnTo>
                  <a:lnTo>
                    <a:pt x="7320330" y="132607"/>
                  </a:lnTo>
                  <a:lnTo>
                    <a:pt x="7320456" y="132607"/>
                  </a:lnTo>
                  <a:lnTo>
                    <a:pt x="7320582" y="132607"/>
                  </a:lnTo>
                  <a:lnTo>
                    <a:pt x="7320708" y="132607"/>
                  </a:lnTo>
                  <a:lnTo>
                    <a:pt x="7320835" y="132607"/>
                  </a:lnTo>
                  <a:lnTo>
                    <a:pt x="7320961" y="132607"/>
                  </a:lnTo>
                  <a:lnTo>
                    <a:pt x="7321087" y="132607"/>
                  </a:lnTo>
                  <a:lnTo>
                    <a:pt x="7321213" y="132607"/>
                  </a:lnTo>
                  <a:lnTo>
                    <a:pt x="7321340" y="132607"/>
                  </a:lnTo>
                  <a:lnTo>
                    <a:pt x="7321466" y="132607"/>
                  </a:lnTo>
                  <a:lnTo>
                    <a:pt x="7321592" y="132607"/>
                  </a:lnTo>
                  <a:lnTo>
                    <a:pt x="7321718" y="132607"/>
                  </a:lnTo>
                  <a:lnTo>
                    <a:pt x="7321845" y="132607"/>
                  </a:lnTo>
                  <a:lnTo>
                    <a:pt x="7321971" y="132607"/>
                  </a:lnTo>
                  <a:lnTo>
                    <a:pt x="7322097" y="132607"/>
                  </a:lnTo>
                  <a:lnTo>
                    <a:pt x="7322223" y="132607"/>
                  </a:lnTo>
                  <a:lnTo>
                    <a:pt x="7322350" y="132607"/>
                  </a:lnTo>
                  <a:lnTo>
                    <a:pt x="7322476" y="132607"/>
                  </a:lnTo>
                  <a:lnTo>
                    <a:pt x="7322602" y="132607"/>
                  </a:lnTo>
                  <a:lnTo>
                    <a:pt x="7322728" y="132607"/>
                  </a:lnTo>
                  <a:lnTo>
                    <a:pt x="7322855" y="132607"/>
                  </a:lnTo>
                  <a:lnTo>
                    <a:pt x="7322981" y="132607"/>
                  </a:lnTo>
                  <a:lnTo>
                    <a:pt x="7323107" y="132607"/>
                  </a:lnTo>
                  <a:lnTo>
                    <a:pt x="7323233" y="132607"/>
                  </a:lnTo>
                  <a:lnTo>
                    <a:pt x="7323360" y="132607"/>
                  </a:lnTo>
                  <a:lnTo>
                    <a:pt x="7323486" y="132607"/>
                  </a:lnTo>
                  <a:lnTo>
                    <a:pt x="7323612" y="132607"/>
                  </a:lnTo>
                  <a:lnTo>
                    <a:pt x="7323738" y="132607"/>
                  </a:lnTo>
                  <a:lnTo>
                    <a:pt x="7323865" y="132607"/>
                  </a:lnTo>
                  <a:lnTo>
                    <a:pt x="7323991" y="132607"/>
                  </a:lnTo>
                  <a:lnTo>
                    <a:pt x="7324117" y="132607"/>
                  </a:lnTo>
                  <a:lnTo>
                    <a:pt x="7324243" y="132607"/>
                  </a:lnTo>
                  <a:lnTo>
                    <a:pt x="7324370" y="132607"/>
                  </a:lnTo>
                  <a:lnTo>
                    <a:pt x="7324496" y="132607"/>
                  </a:lnTo>
                  <a:lnTo>
                    <a:pt x="7324622" y="132607"/>
                  </a:lnTo>
                  <a:lnTo>
                    <a:pt x="7324749" y="132607"/>
                  </a:lnTo>
                  <a:lnTo>
                    <a:pt x="7324875" y="132607"/>
                  </a:lnTo>
                  <a:lnTo>
                    <a:pt x="7325001" y="132607"/>
                  </a:lnTo>
                  <a:lnTo>
                    <a:pt x="7325127" y="132607"/>
                  </a:lnTo>
                  <a:lnTo>
                    <a:pt x="7325254" y="132607"/>
                  </a:lnTo>
                  <a:lnTo>
                    <a:pt x="7325380" y="132607"/>
                  </a:lnTo>
                  <a:lnTo>
                    <a:pt x="7325506" y="132607"/>
                  </a:lnTo>
                  <a:lnTo>
                    <a:pt x="7325632" y="132607"/>
                  </a:lnTo>
                  <a:lnTo>
                    <a:pt x="7325759" y="132607"/>
                  </a:lnTo>
                  <a:lnTo>
                    <a:pt x="7325885" y="132607"/>
                  </a:lnTo>
                  <a:lnTo>
                    <a:pt x="7326011" y="132607"/>
                  </a:lnTo>
                  <a:lnTo>
                    <a:pt x="7326137" y="132607"/>
                  </a:lnTo>
                  <a:lnTo>
                    <a:pt x="7326264" y="132607"/>
                  </a:lnTo>
                  <a:lnTo>
                    <a:pt x="7326390" y="132607"/>
                  </a:lnTo>
                  <a:lnTo>
                    <a:pt x="7326516" y="132607"/>
                  </a:lnTo>
                  <a:lnTo>
                    <a:pt x="7326642" y="132607"/>
                  </a:lnTo>
                  <a:lnTo>
                    <a:pt x="7326769" y="132607"/>
                  </a:lnTo>
                  <a:lnTo>
                    <a:pt x="7326895" y="132607"/>
                  </a:lnTo>
                  <a:lnTo>
                    <a:pt x="7327021" y="132607"/>
                  </a:lnTo>
                  <a:lnTo>
                    <a:pt x="7327147" y="132607"/>
                  </a:lnTo>
                  <a:lnTo>
                    <a:pt x="7327274" y="132607"/>
                  </a:lnTo>
                  <a:lnTo>
                    <a:pt x="7327400" y="132607"/>
                  </a:lnTo>
                  <a:lnTo>
                    <a:pt x="7327526" y="132607"/>
                  </a:lnTo>
                  <a:lnTo>
                    <a:pt x="7327652" y="132607"/>
                  </a:lnTo>
                  <a:lnTo>
                    <a:pt x="7327779" y="132607"/>
                  </a:lnTo>
                  <a:lnTo>
                    <a:pt x="7327905" y="132607"/>
                  </a:lnTo>
                  <a:lnTo>
                    <a:pt x="7328031" y="132607"/>
                  </a:lnTo>
                  <a:lnTo>
                    <a:pt x="7328157" y="132607"/>
                  </a:lnTo>
                  <a:lnTo>
                    <a:pt x="7328284" y="132607"/>
                  </a:lnTo>
                  <a:lnTo>
                    <a:pt x="7328410" y="132607"/>
                  </a:lnTo>
                  <a:lnTo>
                    <a:pt x="7328536" y="132607"/>
                  </a:lnTo>
                  <a:lnTo>
                    <a:pt x="7328662" y="132607"/>
                  </a:lnTo>
                  <a:lnTo>
                    <a:pt x="7328789" y="132607"/>
                  </a:lnTo>
                  <a:lnTo>
                    <a:pt x="7328915" y="132607"/>
                  </a:lnTo>
                  <a:lnTo>
                    <a:pt x="7329041" y="132607"/>
                  </a:lnTo>
                  <a:lnTo>
                    <a:pt x="7329167" y="132607"/>
                  </a:lnTo>
                  <a:lnTo>
                    <a:pt x="7329294" y="132607"/>
                  </a:lnTo>
                  <a:lnTo>
                    <a:pt x="7329420" y="132607"/>
                  </a:lnTo>
                  <a:lnTo>
                    <a:pt x="7329546" y="132607"/>
                  </a:lnTo>
                  <a:lnTo>
                    <a:pt x="7329672" y="132607"/>
                  </a:lnTo>
                  <a:lnTo>
                    <a:pt x="7329799" y="132607"/>
                  </a:lnTo>
                  <a:lnTo>
                    <a:pt x="7329925" y="132607"/>
                  </a:lnTo>
                  <a:lnTo>
                    <a:pt x="7330051" y="132607"/>
                  </a:lnTo>
                  <a:lnTo>
                    <a:pt x="7330178" y="132607"/>
                  </a:lnTo>
                  <a:lnTo>
                    <a:pt x="7330304" y="132607"/>
                  </a:lnTo>
                  <a:lnTo>
                    <a:pt x="7330430" y="132607"/>
                  </a:lnTo>
                  <a:lnTo>
                    <a:pt x="7330556" y="132607"/>
                  </a:lnTo>
                  <a:lnTo>
                    <a:pt x="7330683" y="132607"/>
                  </a:lnTo>
                  <a:lnTo>
                    <a:pt x="7330809" y="132607"/>
                  </a:lnTo>
                  <a:lnTo>
                    <a:pt x="7330935" y="132607"/>
                  </a:lnTo>
                  <a:lnTo>
                    <a:pt x="7331061" y="132607"/>
                  </a:lnTo>
                  <a:lnTo>
                    <a:pt x="7331188" y="132607"/>
                  </a:lnTo>
                  <a:lnTo>
                    <a:pt x="7331314" y="132607"/>
                  </a:lnTo>
                  <a:lnTo>
                    <a:pt x="7331440" y="132607"/>
                  </a:lnTo>
                  <a:lnTo>
                    <a:pt x="7331566" y="132607"/>
                  </a:lnTo>
                  <a:lnTo>
                    <a:pt x="7331693" y="132607"/>
                  </a:lnTo>
                  <a:lnTo>
                    <a:pt x="7331819" y="132607"/>
                  </a:lnTo>
                  <a:lnTo>
                    <a:pt x="7331945" y="132607"/>
                  </a:lnTo>
                  <a:lnTo>
                    <a:pt x="7332071" y="132607"/>
                  </a:lnTo>
                  <a:lnTo>
                    <a:pt x="7332198" y="132607"/>
                  </a:lnTo>
                  <a:lnTo>
                    <a:pt x="7332324" y="132607"/>
                  </a:lnTo>
                  <a:lnTo>
                    <a:pt x="7332450" y="132607"/>
                  </a:lnTo>
                  <a:lnTo>
                    <a:pt x="7332576" y="132607"/>
                  </a:lnTo>
                  <a:lnTo>
                    <a:pt x="7332703" y="132607"/>
                  </a:lnTo>
                  <a:lnTo>
                    <a:pt x="7332829" y="132607"/>
                  </a:lnTo>
                  <a:lnTo>
                    <a:pt x="7332955" y="132607"/>
                  </a:lnTo>
                  <a:lnTo>
                    <a:pt x="7333081" y="132607"/>
                  </a:lnTo>
                  <a:lnTo>
                    <a:pt x="7333208" y="132607"/>
                  </a:lnTo>
                  <a:lnTo>
                    <a:pt x="7333334" y="132607"/>
                  </a:lnTo>
                  <a:lnTo>
                    <a:pt x="7333460" y="132607"/>
                  </a:lnTo>
                  <a:lnTo>
                    <a:pt x="7333586" y="132607"/>
                  </a:lnTo>
                  <a:lnTo>
                    <a:pt x="7333713" y="132607"/>
                  </a:lnTo>
                  <a:lnTo>
                    <a:pt x="7333839" y="132607"/>
                  </a:lnTo>
                  <a:lnTo>
                    <a:pt x="7333965" y="132607"/>
                  </a:lnTo>
                  <a:lnTo>
                    <a:pt x="7334091" y="132607"/>
                  </a:lnTo>
                  <a:lnTo>
                    <a:pt x="7334218" y="132607"/>
                  </a:lnTo>
                  <a:lnTo>
                    <a:pt x="7334344" y="132607"/>
                  </a:lnTo>
                  <a:lnTo>
                    <a:pt x="7334470" y="132607"/>
                  </a:lnTo>
                  <a:lnTo>
                    <a:pt x="7334596" y="132607"/>
                  </a:lnTo>
                  <a:lnTo>
                    <a:pt x="7334723" y="132607"/>
                  </a:lnTo>
                  <a:lnTo>
                    <a:pt x="7334849" y="132607"/>
                  </a:lnTo>
                  <a:lnTo>
                    <a:pt x="7334975" y="132607"/>
                  </a:lnTo>
                  <a:lnTo>
                    <a:pt x="7335102" y="132607"/>
                  </a:lnTo>
                  <a:lnTo>
                    <a:pt x="7335228" y="132607"/>
                  </a:lnTo>
                  <a:lnTo>
                    <a:pt x="7335354" y="132607"/>
                  </a:lnTo>
                  <a:lnTo>
                    <a:pt x="7335480" y="132607"/>
                  </a:lnTo>
                  <a:lnTo>
                    <a:pt x="7335607" y="132607"/>
                  </a:lnTo>
                  <a:lnTo>
                    <a:pt x="7335733" y="132607"/>
                  </a:lnTo>
                  <a:lnTo>
                    <a:pt x="7335859" y="132607"/>
                  </a:lnTo>
                  <a:lnTo>
                    <a:pt x="7335985" y="132607"/>
                  </a:lnTo>
                  <a:lnTo>
                    <a:pt x="7336112" y="132607"/>
                  </a:lnTo>
                  <a:lnTo>
                    <a:pt x="7336238" y="132607"/>
                  </a:lnTo>
                  <a:lnTo>
                    <a:pt x="7336364" y="132607"/>
                  </a:lnTo>
                  <a:lnTo>
                    <a:pt x="7336490" y="132607"/>
                  </a:lnTo>
                  <a:lnTo>
                    <a:pt x="7336617" y="132607"/>
                  </a:lnTo>
                  <a:lnTo>
                    <a:pt x="7336743" y="132607"/>
                  </a:lnTo>
                  <a:lnTo>
                    <a:pt x="7336869" y="132607"/>
                  </a:lnTo>
                  <a:lnTo>
                    <a:pt x="7336995" y="132607"/>
                  </a:lnTo>
                  <a:lnTo>
                    <a:pt x="7337122" y="132607"/>
                  </a:lnTo>
                  <a:lnTo>
                    <a:pt x="7337248" y="132607"/>
                  </a:lnTo>
                  <a:lnTo>
                    <a:pt x="7337374" y="132607"/>
                  </a:lnTo>
                  <a:lnTo>
                    <a:pt x="7337500" y="132607"/>
                  </a:lnTo>
                  <a:lnTo>
                    <a:pt x="7337627" y="132607"/>
                  </a:lnTo>
                  <a:lnTo>
                    <a:pt x="7337753" y="132607"/>
                  </a:lnTo>
                  <a:lnTo>
                    <a:pt x="7337879" y="132607"/>
                  </a:lnTo>
                  <a:lnTo>
                    <a:pt x="7338005" y="132607"/>
                  </a:lnTo>
                  <a:lnTo>
                    <a:pt x="7338132" y="132607"/>
                  </a:lnTo>
                  <a:lnTo>
                    <a:pt x="7338258" y="132607"/>
                  </a:lnTo>
                  <a:lnTo>
                    <a:pt x="7338384" y="132607"/>
                  </a:lnTo>
                  <a:lnTo>
                    <a:pt x="7338510" y="132607"/>
                  </a:lnTo>
                  <a:lnTo>
                    <a:pt x="7338637" y="132607"/>
                  </a:lnTo>
                  <a:lnTo>
                    <a:pt x="7338763" y="132607"/>
                  </a:lnTo>
                  <a:lnTo>
                    <a:pt x="7338889" y="132607"/>
                  </a:lnTo>
                  <a:lnTo>
                    <a:pt x="7339015" y="132607"/>
                  </a:lnTo>
                  <a:lnTo>
                    <a:pt x="7339142" y="132607"/>
                  </a:lnTo>
                  <a:lnTo>
                    <a:pt x="7339268" y="132607"/>
                  </a:lnTo>
                  <a:lnTo>
                    <a:pt x="7339394" y="132607"/>
                  </a:lnTo>
                  <a:lnTo>
                    <a:pt x="7339520" y="132607"/>
                  </a:lnTo>
                  <a:lnTo>
                    <a:pt x="7339647" y="132607"/>
                  </a:lnTo>
                  <a:lnTo>
                    <a:pt x="7339773" y="132607"/>
                  </a:lnTo>
                  <a:lnTo>
                    <a:pt x="7339899" y="132607"/>
                  </a:lnTo>
                  <a:lnTo>
                    <a:pt x="7340025" y="132607"/>
                  </a:lnTo>
                  <a:lnTo>
                    <a:pt x="7340152" y="132607"/>
                  </a:lnTo>
                  <a:lnTo>
                    <a:pt x="7340278" y="132607"/>
                  </a:lnTo>
                  <a:lnTo>
                    <a:pt x="7340404" y="132607"/>
                  </a:lnTo>
                  <a:lnTo>
                    <a:pt x="7340531" y="132607"/>
                  </a:lnTo>
                  <a:lnTo>
                    <a:pt x="7340657" y="132607"/>
                  </a:lnTo>
                  <a:lnTo>
                    <a:pt x="7340783" y="132607"/>
                  </a:lnTo>
                  <a:lnTo>
                    <a:pt x="7340909" y="132607"/>
                  </a:lnTo>
                  <a:lnTo>
                    <a:pt x="7341036" y="132607"/>
                  </a:lnTo>
                  <a:lnTo>
                    <a:pt x="7341162" y="132607"/>
                  </a:lnTo>
                  <a:lnTo>
                    <a:pt x="7341288" y="132607"/>
                  </a:lnTo>
                  <a:lnTo>
                    <a:pt x="7341414" y="132607"/>
                  </a:lnTo>
                  <a:lnTo>
                    <a:pt x="7341541" y="132607"/>
                  </a:lnTo>
                  <a:lnTo>
                    <a:pt x="7341667" y="132607"/>
                  </a:lnTo>
                  <a:lnTo>
                    <a:pt x="7341793" y="132607"/>
                  </a:lnTo>
                  <a:lnTo>
                    <a:pt x="7341919" y="132607"/>
                  </a:lnTo>
                  <a:lnTo>
                    <a:pt x="7342046" y="132607"/>
                  </a:lnTo>
                  <a:lnTo>
                    <a:pt x="7342172" y="132607"/>
                  </a:lnTo>
                  <a:lnTo>
                    <a:pt x="7342298" y="132607"/>
                  </a:lnTo>
                  <a:lnTo>
                    <a:pt x="7342424" y="132607"/>
                  </a:lnTo>
                  <a:lnTo>
                    <a:pt x="7342551" y="132607"/>
                  </a:lnTo>
                  <a:lnTo>
                    <a:pt x="7342677" y="132607"/>
                  </a:lnTo>
                  <a:lnTo>
                    <a:pt x="7342803" y="132607"/>
                  </a:lnTo>
                  <a:lnTo>
                    <a:pt x="7342929" y="132607"/>
                  </a:lnTo>
                  <a:lnTo>
                    <a:pt x="7343056" y="132607"/>
                  </a:lnTo>
                  <a:lnTo>
                    <a:pt x="7343182" y="132607"/>
                  </a:lnTo>
                  <a:lnTo>
                    <a:pt x="7343308" y="132607"/>
                  </a:lnTo>
                  <a:lnTo>
                    <a:pt x="7343434" y="132607"/>
                  </a:lnTo>
                  <a:lnTo>
                    <a:pt x="7343561" y="132607"/>
                  </a:lnTo>
                  <a:lnTo>
                    <a:pt x="7343687" y="132607"/>
                  </a:lnTo>
                  <a:lnTo>
                    <a:pt x="7343813" y="132607"/>
                  </a:lnTo>
                  <a:lnTo>
                    <a:pt x="7343939" y="132607"/>
                  </a:lnTo>
                  <a:lnTo>
                    <a:pt x="7344066" y="132607"/>
                  </a:lnTo>
                  <a:lnTo>
                    <a:pt x="7344192" y="132607"/>
                  </a:lnTo>
                  <a:lnTo>
                    <a:pt x="7344318" y="132607"/>
                  </a:lnTo>
                  <a:lnTo>
                    <a:pt x="7344444" y="132607"/>
                  </a:lnTo>
                  <a:lnTo>
                    <a:pt x="7344571" y="132607"/>
                  </a:lnTo>
                  <a:lnTo>
                    <a:pt x="7344697" y="132607"/>
                  </a:lnTo>
                  <a:lnTo>
                    <a:pt x="7344823" y="132607"/>
                  </a:lnTo>
                  <a:lnTo>
                    <a:pt x="7344949" y="132607"/>
                  </a:lnTo>
                  <a:lnTo>
                    <a:pt x="7345076" y="132607"/>
                  </a:lnTo>
                  <a:lnTo>
                    <a:pt x="7345202" y="132607"/>
                  </a:lnTo>
                  <a:lnTo>
                    <a:pt x="7345328" y="132607"/>
                  </a:lnTo>
                  <a:lnTo>
                    <a:pt x="7345455" y="132607"/>
                  </a:lnTo>
                  <a:lnTo>
                    <a:pt x="7345581" y="132607"/>
                  </a:lnTo>
                  <a:lnTo>
                    <a:pt x="7345707" y="132607"/>
                  </a:lnTo>
                  <a:lnTo>
                    <a:pt x="7345833" y="132607"/>
                  </a:lnTo>
                  <a:lnTo>
                    <a:pt x="7345960" y="132607"/>
                  </a:lnTo>
                  <a:lnTo>
                    <a:pt x="7346086" y="132607"/>
                  </a:lnTo>
                  <a:lnTo>
                    <a:pt x="7346212" y="132607"/>
                  </a:lnTo>
                  <a:lnTo>
                    <a:pt x="7346338" y="132607"/>
                  </a:lnTo>
                  <a:lnTo>
                    <a:pt x="7346465" y="132607"/>
                  </a:lnTo>
                  <a:lnTo>
                    <a:pt x="7346591" y="132607"/>
                  </a:lnTo>
                  <a:lnTo>
                    <a:pt x="7346717" y="132607"/>
                  </a:lnTo>
                  <a:lnTo>
                    <a:pt x="7346843" y="132607"/>
                  </a:lnTo>
                  <a:lnTo>
                    <a:pt x="7346970" y="132607"/>
                  </a:lnTo>
                  <a:lnTo>
                    <a:pt x="7347096" y="132607"/>
                  </a:lnTo>
                  <a:lnTo>
                    <a:pt x="7347222" y="132607"/>
                  </a:lnTo>
                  <a:lnTo>
                    <a:pt x="7347348" y="132607"/>
                  </a:lnTo>
                  <a:lnTo>
                    <a:pt x="7347475" y="132607"/>
                  </a:lnTo>
                  <a:lnTo>
                    <a:pt x="7347601" y="132607"/>
                  </a:lnTo>
                  <a:lnTo>
                    <a:pt x="7347727" y="132607"/>
                  </a:lnTo>
                  <a:lnTo>
                    <a:pt x="7347853" y="132607"/>
                  </a:lnTo>
                  <a:lnTo>
                    <a:pt x="7347980" y="132607"/>
                  </a:lnTo>
                  <a:lnTo>
                    <a:pt x="7348106" y="132607"/>
                  </a:lnTo>
                  <a:lnTo>
                    <a:pt x="7348232" y="132607"/>
                  </a:lnTo>
                  <a:lnTo>
                    <a:pt x="7348358" y="132607"/>
                  </a:lnTo>
                  <a:lnTo>
                    <a:pt x="7348485" y="132607"/>
                  </a:lnTo>
                  <a:lnTo>
                    <a:pt x="7348611" y="132607"/>
                  </a:lnTo>
                  <a:lnTo>
                    <a:pt x="7348737" y="132607"/>
                  </a:lnTo>
                  <a:lnTo>
                    <a:pt x="7348863" y="132607"/>
                  </a:lnTo>
                  <a:lnTo>
                    <a:pt x="7348990" y="132607"/>
                  </a:lnTo>
                  <a:lnTo>
                    <a:pt x="7349116" y="132607"/>
                  </a:lnTo>
                  <a:lnTo>
                    <a:pt x="7349242" y="132607"/>
                  </a:lnTo>
                  <a:lnTo>
                    <a:pt x="7349368" y="132607"/>
                  </a:lnTo>
                  <a:lnTo>
                    <a:pt x="7349495" y="132607"/>
                  </a:lnTo>
                  <a:lnTo>
                    <a:pt x="7349621" y="132607"/>
                  </a:lnTo>
                  <a:lnTo>
                    <a:pt x="7349747" y="132607"/>
                  </a:lnTo>
                  <a:lnTo>
                    <a:pt x="7349873" y="132607"/>
                  </a:lnTo>
                  <a:lnTo>
                    <a:pt x="7350000" y="132607"/>
                  </a:lnTo>
                  <a:lnTo>
                    <a:pt x="7350126" y="132607"/>
                  </a:lnTo>
                  <a:lnTo>
                    <a:pt x="7350252" y="132607"/>
                  </a:lnTo>
                  <a:lnTo>
                    <a:pt x="7350378" y="132607"/>
                  </a:lnTo>
                  <a:lnTo>
                    <a:pt x="7350505" y="132607"/>
                  </a:lnTo>
                  <a:lnTo>
                    <a:pt x="7350631" y="132607"/>
                  </a:lnTo>
                  <a:lnTo>
                    <a:pt x="7350757" y="132607"/>
                  </a:lnTo>
                  <a:lnTo>
                    <a:pt x="7350884" y="132607"/>
                  </a:lnTo>
                  <a:lnTo>
                    <a:pt x="7351010" y="132607"/>
                  </a:lnTo>
                  <a:lnTo>
                    <a:pt x="7351136" y="132607"/>
                  </a:lnTo>
                  <a:lnTo>
                    <a:pt x="7351262" y="132607"/>
                  </a:lnTo>
                  <a:lnTo>
                    <a:pt x="7351389" y="132607"/>
                  </a:lnTo>
                  <a:lnTo>
                    <a:pt x="7351515" y="132607"/>
                  </a:lnTo>
                  <a:lnTo>
                    <a:pt x="7351641" y="132607"/>
                  </a:lnTo>
                  <a:lnTo>
                    <a:pt x="7351767" y="132607"/>
                  </a:lnTo>
                  <a:lnTo>
                    <a:pt x="7351894" y="132607"/>
                  </a:lnTo>
                  <a:lnTo>
                    <a:pt x="7352020" y="132607"/>
                  </a:lnTo>
                  <a:lnTo>
                    <a:pt x="7352146" y="132607"/>
                  </a:lnTo>
                  <a:lnTo>
                    <a:pt x="7352272" y="132607"/>
                  </a:lnTo>
                  <a:lnTo>
                    <a:pt x="7352399" y="132607"/>
                  </a:lnTo>
                  <a:lnTo>
                    <a:pt x="7352525" y="132607"/>
                  </a:lnTo>
                  <a:lnTo>
                    <a:pt x="7352651" y="132607"/>
                  </a:lnTo>
                  <a:lnTo>
                    <a:pt x="7352777" y="132607"/>
                  </a:lnTo>
                  <a:lnTo>
                    <a:pt x="7352904" y="132607"/>
                  </a:lnTo>
                  <a:lnTo>
                    <a:pt x="7353030" y="132607"/>
                  </a:lnTo>
                  <a:lnTo>
                    <a:pt x="7353156" y="132607"/>
                  </a:lnTo>
                  <a:lnTo>
                    <a:pt x="7353282" y="132607"/>
                  </a:lnTo>
                  <a:lnTo>
                    <a:pt x="7353409" y="132607"/>
                  </a:lnTo>
                  <a:lnTo>
                    <a:pt x="7353535" y="132607"/>
                  </a:lnTo>
                  <a:lnTo>
                    <a:pt x="7353661" y="132607"/>
                  </a:lnTo>
                  <a:lnTo>
                    <a:pt x="7353787" y="132607"/>
                  </a:lnTo>
                  <a:lnTo>
                    <a:pt x="7353914" y="132607"/>
                  </a:lnTo>
                  <a:lnTo>
                    <a:pt x="7354040" y="132607"/>
                  </a:lnTo>
                  <a:lnTo>
                    <a:pt x="7354166" y="132607"/>
                  </a:lnTo>
                  <a:lnTo>
                    <a:pt x="7354292" y="132607"/>
                  </a:lnTo>
                  <a:lnTo>
                    <a:pt x="7354419" y="132607"/>
                  </a:lnTo>
                  <a:lnTo>
                    <a:pt x="7354545" y="132607"/>
                  </a:lnTo>
                  <a:lnTo>
                    <a:pt x="7354671" y="132607"/>
                  </a:lnTo>
                  <a:lnTo>
                    <a:pt x="7354797" y="132607"/>
                  </a:lnTo>
                  <a:lnTo>
                    <a:pt x="7354924" y="132607"/>
                  </a:lnTo>
                  <a:lnTo>
                    <a:pt x="7355050" y="132607"/>
                  </a:lnTo>
                  <a:lnTo>
                    <a:pt x="7355176" y="132607"/>
                  </a:lnTo>
                  <a:lnTo>
                    <a:pt x="7355302" y="132607"/>
                  </a:lnTo>
                  <a:lnTo>
                    <a:pt x="7355429" y="132607"/>
                  </a:lnTo>
                  <a:lnTo>
                    <a:pt x="7355555" y="132607"/>
                  </a:lnTo>
                  <a:lnTo>
                    <a:pt x="7355681" y="132607"/>
                  </a:lnTo>
                  <a:lnTo>
                    <a:pt x="7355808" y="132607"/>
                  </a:lnTo>
                  <a:lnTo>
                    <a:pt x="7355934" y="132607"/>
                  </a:lnTo>
                  <a:lnTo>
                    <a:pt x="7356060" y="132607"/>
                  </a:lnTo>
                  <a:lnTo>
                    <a:pt x="7356186" y="132607"/>
                  </a:lnTo>
                  <a:lnTo>
                    <a:pt x="7356313" y="132607"/>
                  </a:lnTo>
                  <a:lnTo>
                    <a:pt x="7356439" y="132607"/>
                  </a:lnTo>
                  <a:lnTo>
                    <a:pt x="7356565" y="132607"/>
                  </a:lnTo>
                  <a:lnTo>
                    <a:pt x="7356691" y="132607"/>
                  </a:lnTo>
                  <a:lnTo>
                    <a:pt x="7356818" y="132607"/>
                  </a:lnTo>
                  <a:lnTo>
                    <a:pt x="7356944" y="132607"/>
                  </a:lnTo>
                  <a:lnTo>
                    <a:pt x="7357070" y="132607"/>
                  </a:lnTo>
                  <a:lnTo>
                    <a:pt x="7357196" y="132607"/>
                  </a:lnTo>
                  <a:lnTo>
                    <a:pt x="7357323" y="132607"/>
                  </a:lnTo>
                  <a:lnTo>
                    <a:pt x="7357449" y="132607"/>
                  </a:lnTo>
                  <a:lnTo>
                    <a:pt x="7357575" y="132607"/>
                  </a:lnTo>
                  <a:lnTo>
                    <a:pt x="7357701" y="132607"/>
                  </a:lnTo>
                  <a:lnTo>
                    <a:pt x="7357828" y="132607"/>
                  </a:lnTo>
                  <a:lnTo>
                    <a:pt x="7357954" y="132607"/>
                  </a:lnTo>
                  <a:lnTo>
                    <a:pt x="7358080" y="132607"/>
                  </a:lnTo>
                  <a:lnTo>
                    <a:pt x="7358206" y="132607"/>
                  </a:lnTo>
                  <a:lnTo>
                    <a:pt x="7358333" y="132607"/>
                  </a:lnTo>
                  <a:lnTo>
                    <a:pt x="7358459" y="132607"/>
                  </a:lnTo>
                  <a:lnTo>
                    <a:pt x="7358585" y="132607"/>
                  </a:lnTo>
                  <a:lnTo>
                    <a:pt x="7358711" y="132607"/>
                  </a:lnTo>
                  <a:lnTo>
                    <a:pt x="7358838" y="132607"/>
                  </a:lnTo>
                  <a:lnTo>
                    <a:pt x="7358964" y="132607"/>
                  </a:lnTo>
                  <a:lnTo>
                    <a:pt x="7359090" y="132607"/>
                  </a:lnTo>
                  <a:lnTo>
                    <a:pt x="7359216" y="132607"/>
                  </a:lnTo>
                  <a:lnTo>
                    <a:pt x="7359343" y="132607"/>
                  </a:lnTo>
                  <a:lnTo>
                    <a:pt x="7359469" y="132607"/>
                  </a:lnTo>
                  <a:lnTo>
                    <a:pt x="7359595" y="132607"/>
                  </a:lnTo>
                  <a:lnTo>
                    <a:pt x="7359721" y="132607"/>
                  </a:lnTo>
                  <a:lnTo>
                    <a:pt x="7359848" y="132607"/>
                  </a:lnTo>
                  <a:lnTo>
                    <a:pt x="7359974" y="132607"/>
                  </a:lnTo>
                  <a:lnTo>
                    <a:pt x="7360100" y="132607"/>
                  </a:lnTo>
                  <a:lnTo>
                    <a:pt x="7360226" y="132607"/>
                  </a:lnTo>
                  <a:lnTo>
                    <a:pt x="7360353" y="132607"/>
                  </a:lnTo>
                  <a:lnTo>
                    <a:pt x="7360479" y="132607"/>
                  </a:lnTo>
                  <a:lnTo>
                    <a:pt x="7360605" y="132607"/>
                  </a:lnTo>
                  <a:lnTo>
                    <a:pt x="7360731" y="132607"/>
                  </a:lnTo>
                  <a:lnTo>
                    <a:pt x="7360858" y="132607"/>
                  </a:lnTo>
                  <a:lnTo>
                    <a:pt x="7360984" y="132607"/>
                  </a:lnTo>
                  <a:lnTo>
                    <a:pt x="7361110" y="132607"/>
                  </a:lnTo>
                  <a:lnTo>
                    <a:pt x="7361237" y="132607"/>
                  </a:lnTo>
                  <a:lnTo>
                    <a:pt x="7361363" y="132607"/>
                  </a:lnTo>
                  <a:lnTo>
                    <a:pt x="7361489" y="132607"/>
                  </a:lnTo>
                  <a:lnTo>
                    <a:pt x="7361615" y="132607"/>
                  </a:lnTo>
                  <a:lnTo>
                    <a:pt x="7361742" y="132607"/>
                  </a:lnTo>
                  <a:lnTo>
                    <a:pt x="7361868" y="132607"/>
                  </a:lnTo>
                  <a:lnTo>
                    <a:pt x="7361994" y="132607"/>
                  </a:lnTo>
                  <a:lnTo>
                    <a:pt x="7362120" y="132607"/>
                  </a:lnTo>
                  <a:lnTo>
                    <a:pt x="7362247" y="132607"/>
                  </a:lnTo>
                  <a:lnTo>
                    <a:pt x="7362373" y="132607"/>
                  </a:lnTo>
                  <a:lnTo>
                    <a:pt x="7362499" y="132607"/>
                  </a:lnTo>
                  <a:lnTo>
                    <a:pt x="7362625" y="132607"/>
                  </a:lnTo>
                  <a:lnTo>
                    <a:pt x="7362752" y="132607"/>
                  </a:lnTo>
                  <a:lnTo>
                    <a:pt x="7362878" y="132607"/>
                  </a:lnTo>
                  <a:lnTo>
                    <a:pt x="7363004" y="132607"/>
                  </a:lnTo>
                  <a:lnTo>
                    <a:pt x="7363130" y="132607"/>
                  </a:lnTo>
                  <a:lnTo>
                    <a:pt x="7363257" y="132607"/>
                  </a:lnTo>
                  <a:lnTo>
                    <a:pt x="7363383" y="132607"/>
                  </a:lnTo>
                  <a:lnTo>
                    <a:pt x="7363509" y="132607"/>
                  </a:lnTo>
                  <a:lnTo>
                    <a:pt x="7363635" y="132607"/>
                  </a:lnTo>
                  <a:lnTo>
                    <a:pt x="7363762" y="132607"/>
                  </a:lnTo>
                  <a:lnTo>
                    <a:pt x="7363888" y="132607"/>
                  </a:lnTo>
                  <a:lnTo>
                    <a:pt x="7364014" y="132607"/>
                  </a:lnTo>
                  <a:lnTo>
                    <a:pt x="7364140" y="132607"/>
                  </a:lnTo>
                  <a:lnTo>
                    <a:pt x="7364267" y="132607"/>
                  </a:lnTo>
                  <a:lnTo>
                    <a:pt x="7364393" y="132607"/>
                  </a:lnTo>
                  <a:lnTo>
                    <a:pt x="7364519" y="132607"/>
                  </a:lnTo>
                  <a:lnTo>
                    <a:pt x="7364645" y="132607"/>
                  </a:lnTo>
                  <a:lnTo>
                    <a:pt x="7364772" y="132607"/>
                  </a:lnTo>
                  <a:lnTo>
                    <a:pt x="7364898" y="132607"/>
                  </a:lnTo>
                  <a:lnTo>
                    <a:pt x="7365024" y="132607"/>
                  </a:lnTo>
                  <a:lnTo>
                    <a:pt x="7365150" y="132607"/>
                  </a:lnTo>
                  <a:lnTo>
                    <a:pt x="7365277" y="132607"/>
                  </a:lnTo>
                  <a:lnTo>
                    <a:pt x="7365403" y="132607"/>
                  </a:lnTo>
                  <a:lnTo>
                    <a:pt x="7365529" y="132607"/>
                  </a:lnTo>
                  <a:lnTo>
                    <a:pt x="7365655" y="132607"/>
                  </a:lnTo>
                  <a:lnTo>
                    <a:pt x="7365782" y="132607"/>
                  </a:lnTo>
                  <a:lnTo>
                    <a:pt x="7365908" y="132607"/>
                  </a:lnTo>
                  <a:lnTo>
                    <a:pt x="7366034" y="132607"/>
                  </a:lnTo>
                  <a:lnTo>
                    <a:pt x="7366161" y="132607"/>
                  </a:lnTo>
                  <a:lnTo>
                    <a:pt x="7366287" y="132607"/>
                  </a:lnTo>
                  <a:lnTo>
                    <a:pt x="7366413" y="132607"/>
                  </a:lnTo>
                  <a:lnTo>
                    <a:pt x="7366539" y="132607"/>
                  </a:lnTo>
                  <a:lnTo>
                    <a:pt x="7366666" y="132607"/>
                  </a:lnTo>
                  <a:lnTo>
                    <a:pt x="7366792" y="132607"/>
                  </a:lnTo>
                  <a:lnTo>
                    <a:pt x="7366918" y="132607"/>
                  </a:lnTo>
                  <a:lnTo>
                    <a:pt x="7367044" y="132607"/>
                  </a:lnTo>
                  <a:lnTo>
                    <a:pt x="7367171" y="132607"/>
                  </a:lnTo>
                  <a:lnTo>
                    <a:pt x="7367297" y="132607"/>
                  </a:lnTo>
                  <a:lnTo>
                    <a:pt x="7367423" y="132607"/>
                  </a:lnTo>
                  <a:lnTo>
                    <a:pt x="7367549" y="132607"/>
                  </a:lnTo>
                  <a:lnTo>
                    <a:pt x="7367676" y="132607"/>
                  </a:lnTo>
                  <a:lnTo>
                    <a:pt x="7367802" y="132607"/>
                  </a:lnTo>
                  <a:lnTo>
                    <a:pt x="7367928" y="132607"/>
                  </a:lnTo>
                  <a:lnTo>
                    <a:pt x="7368054" y="132607"/>
                  </a:lnTo>
                  <a:lnTo>
                    <a:pt x="7368181" y="132607"/>
                  </a:lnTo>
                  <a:lnTo>
                    <a:pt x="7368307" y="132607"/>
                  </a:lnTo>
                  <a:lnTo>
                    <a:pt x="7368433" y="132607"/>
                  </a:lnTo>
                  <a:lnTo>
                    <a:pt x="7368559" y="132607"/>
                  </a:lnTo>
                  <a:lnTo>
                    <a:pt x="7368686" y="132607"/>
                  </a:lnTo>
                  <a:lnTo>
                    <a:pt x="7368812" y="132607"/>
                  </a:lnTo>
                  <a:lnTo>
                    <a:pt x="7368938" y="132607"/>
                  </a:lnTo>
                  <a:lnTo>
                    <a:pt x="7369064" y="132607"/>
                  </a:lnTo>
                  <a:lnTo>
                    <a:pt x="7369191" y="132607"/>
                  </a:lnTo>
                  <a:lnTo>
                    <a:pt x="7369317" y="132607"/>
                  </a:lnTo>
                  <a:lnTo>
                    <a:pt x="7369443" y="132607"/>
                  </a:lnTo>
                  <a:lnTo>
                    <a:pt x="7369569" y="132607"/>
                  </a:lnTo>
                  <a:lnTo>
                    <a:pt x="7369696" y="132607"/>
                  </a:lnTo>
                  <a:lnTo>
                    <a:pt x="7369822" y="132607"/>
                  </a:lnTo>
                  <a:lnTo>
                    <a:pt x="7369822" y="127695"/>
                  </a:lnTo>
                  <a:lnTo>
                    <a:pt x="7369948" y="127695"/>
                  </a:lnTo>
                  <a:lnTo>
                    <a:pt x="7370074" y="127695"/>
                  </a:lnTo>
                  <a:lnTo>
                    <a:pt x="7370201" y="127695"/>
                  </a:lnTo>
                  <a:lnTo>
                    <a:pt x="7370327" y="127695"/>
                  </a:lnTo>
                  <a:lnTo>
                    <a:pt x="7370453" y="127695"/>
                  </a:lnTo>
                  <a:lnTo>
                    <a:pt x="7370579" y="127695"/>
                  </a:lnTo>
                  <a:lnTo>
                    <a:pt x="7370706" y="127695"/>
                  </a:lnTo>
                  <a:lnTo>
                    <a:pt x="7370832" y="127695"/>
                  </a:lnTo>
                  <a:lnTo>
                    <a:pt x="7370958" y="127695"/>
                  </a:lnTo>
                  <a:lnTo>
                    <a:pt x="7371085" y="127695"/>
                  </a:lnTo>
                  <a:lnTo>
                    <a:pt x="7371211" y="127695"/>
                  </a:lnTo>
                  <a:lnTo>
                    <a:pt x="7371337" y="127695"/>
                  </a:lnTo>
                  <a:lnTo>
                    <a:pt x="7371463" y="127695"/>
                  </a:lnTo>
                  <a:lnTo>
                    <a:pt x="7371590" y="127695"/>
                  </a:lnTo>
                  <a:lnTo>
                    <a:pt x="7371716" y="127695"/>
                  </a:lnTo>
                  <a:lnTo>
                    <a:pt x="7371842" y="127695"/>
                  </a:lnTo>
                  <a:lnTo>
                    <a:pt x="7371968" y="127695"/>
                  </a:lnTo>
                  <a:lnTo>
                    <a:pt x="7372095" y="127695"/>
                  </a:lnTo>
                  <a:lnTo>
                    <a:pt x="7372221" y="127695"/>
                  </a:lnTo>
                  <a:lnTo>
                    <a:pt x="7372347" y="127695"/>
                  </a:lnTo>
                  <a:lnTo>
                    <a:pt x="7372473" y="127695"/>
                  </a:lnTo>
                  <a:lnTo>
                    <a:pt x="7372600" y="127695"/>
                  </a:lnTo>
                  <a:lnTo>
                    <a:pt x="7372726" y="127695"/>
                  </a:lnTo>
                  <a:lnTo>
                    <a:pt x="7372852" y="127695"/>
                  </a:lnTo>
                  <a:lnTo>
                    <a:pt x="7372978" y="127695"/>
                  </a:lnTo>
                  <a:lnTo>
                    <a:pt x="7373105" y="127695"/>
                  </a:lnTo>
                  <a:lnTo>
                    <a:pt x="7373231" y="127695"/>
                  </a:lnTo>
                  <a:lnTo>
                    <a:pt x="7373357" y="127695"/>
                  </a:lnTo>
                  <a:lnTo>
                    <a:pt x="7373483" y="127695"/>
                  </a:lnTo>
                  <a:lnTo>
                    <a:pt x="7373610" y="127695"/>
                  </a:lnTo>
                  <a:lnTo>
                    <a:pt x="7373736" y="127695"/>
                  </a:lnTo>
                  <a:lnTo>
                    <a:pt x="7373862" y="127695"/>
                  </a:lnTo>
                  <a:lnTo>
                    <a:pt x="7373988" y="127695"/>
                  </a:lnTo>
                  <a:lnTo>
                    <a:pt x="7374115" y="127695"/>
                  </a:lnTo>
                  <a:lnTo>
                    <a:pt x="7374241" y="127695"/>
                  </a:lnTo>
                  <a:lnTo>
                    <a:pt x="7374367" y="127695"/>
                  </a:lnTo>
                  <a:lnTo>
                    <a:pt x="7374493" y="127695"/>
                  </a:lnTo>
                  <a:lnTo>
                    <a:pt x="7374620" y="127695"/>
                  </a:lnTo>
                  <a:lnTo>
                    <a:pt x="7374746" y="127695"/>
                  </a:lnTo>
                  <a:lnTo>
                    <a:pt x="7374872" y="127695"/>
                  </a:lnTo>
                  <a:lnTo>
                    <a:pt x="7374998" y="127695"/>
                  </a:lnTo>
                  <a:lnTo>
                    <a:pt x="7375125" y="127695"/>
                  </a:lnTo>
                  <a:lnTo>
                    <a:pt x="7375251" y="127695"/>
                  </a:lnTo>
                  <a:lnTo>
                    <a:pt x="7375377" y="127695"/>
                  </a:lnTo>
                  <a:lnTo>
                    <a:pt x="7375503" y="127695"/>
                  </a:lnTo>
                  <a:lnTo>
                    <a:pt x="7375630" y="127695"/>
                  </a:lnTo>
                  <a:lnTo>
                    <a:pt x="7375756" y="127695"/>
                  </a:lnTo>
                  <a:lnTo>
                    <a:pt x="7375882" y="127695"/>
                  </a:lnTo>
                  <a:lnTo>
                    <a:pt x="7376008" y="127695"/>
                  </a:lnTo>
                  <a:lnTo>
                    <a:pt x="7376135" y="127695"/>
                  </a:lnTo>
                  <a:lnTo>
                    <a:pt x="7376261" y="127695"/>
                  </a:lnTo>
                  <a:lnTo>
                    <a:pt x="7376387" y="127695"/>
                  </a:lnTo>
                  <a:lnTo>
                    <a:pt x="7376514" y="127695"/>
                  </a:lnTo>
                  <a:lnTo>
                    <a:pt x="7376640" y="127695"/>
                  </a:lnTo>
                  <a:lnTo>
                    <a:pt x="7376766" y="127695"/>
                  </a:lnTo>
                  <a:lnTo>
                    <a:pt x="7376892" y="127695"/>
                  </a:lnTo>
                  <a:lnTo>
                    <a:pt x="7377019" y="127695"/>
                  </a:lnTo>
                  <a:lnTo>
                    <a:pt x="7377145" y="127695"/>
                  </a:lnTo>
                  <a:lnTo>
                    <a:pt x="7377271" y="127695"/>
                  </a:lnTo>
                  <a:lnTo>
                    <a:pt x="7377397" y="127695"/>
                  </a:lnTo>
                  <a:lnTo>
                    <a:pt x="7377524" y="127695"/>
                  </a:lnTo>
                  <a:lnTo>
                    <a:pt x="7377650" y="127695"/>
                  </a:lnTo>
                  <a:lnTo>
                    <a:pt x="7377776" y="127695"/>
                  </a:lnTo>
                  <a:lnTo>
                    <a:pt x="7377902" y="127695"/>
                  </a:lnTo>
                  <a:lnTo>
                    <a:pt x="7378029" y="127695"/>
                  </a:lnTo>
                  <a:lnTo>
                    <a:pt x="7378155" y="127695"/>
                  </a:lnTo>
                  <a:lnTo>
                    <a:pt x="7378281" y="127695"/>
                  </a:lnTo>
                  <a:lnTo>
                    <a:pt x="7378407" y="127695"/>
                  </a:lnTo>
                  <a:lnTo>
                    <a:pt x="7378534" y="127695"/>
                  </a:lnTo>
                  <a:lnTo>
                    <a:pt x="7378660" y="127695"/>
                  </a:lnTo>
                  <a:lnTo>
                    <a:pt x="7378786" y="127695"/>
                  </a:lnTo>
                  <a:lnTo>
                    <a:pt x="7378912" y="127695"/>
                  </a:lnTo>
                  <a:lnTo>
                    <a:pt x="7379039" y="127695"/>
                  </a:lnTo>
                  <a:lnTo>
                    <a:pt x="7379165" y="127695"/>
                  </a:lnTo>
                  <a:lnTo>
                    <a:pt x="7379291" y="127695"/>
                  </a:lnTo>
                  <a:lnTo>
                    <a:pt x="7379417" y="127695"/>
                  </a:lnTo>
                  <a:lnTo>
                    <a:pt x="7379544" y="127695"/>
                  </a:lnTo>
                  <a:lnTo>
                    <a:pt x="7379670" y="127695"/>
                  </a:lnTo>
                  <a:lnTo>
                    <a:pt x="7379796" y="127695"/>
                  </a:lnTo>
                  <a:lnTo>
                    <a:pt x="7379922" y="127695"/>
                  </a:lnTo>
                  <a:lnTo>
                    <a:pt x="7380049" y="127695"/>
                  </a:lnTo>
                  <a:lnTo>
                    <a:pt x="7380175" y="127695"/>
                  </a:lnTo>
                  <a:lnTo>
                    <a:pt x="7380301" y="127695"/>
                  </a:lnTo>
                  <a:lnTo>
                    <a:pt x="7380427" y="127695"/>
                  </a:lnTo>
                  <a:lnTo>
                    <a:pt x="7380554" y="127695"/>
                  </a:lnTo>
                  <a:lnTo>
                    <a:pt x="7380680" y="127695"/>
                  </a:lnTo>
                  <a:lnTo>
                    <a:pt x="7380806" y="127695"/>
                  </a:lnTo>
                  <a:lnTo>
                    <a:pt x="7380932" y="127695"/>
                  </a:lnTo>
                  <a:lnTo>
                    <a:pt x="7381059" y="127695"/>
                  </a:lnTo>
                  <a:lnTo>
                    <a:pt x="7381185" y="127695"/>
                  </a:lnTo>
                  <a:lnTo>
                    <a:pt x="7381311" y="127695"/>
                  </a:lnTo>
                  <a:lnTo>
                    <a:pt x="7381438" y="127695"/>
                  </a:lnTo>
                  <a:lnTo>
                    <a:pt x="7381564" y="127695"/>
                  </a:lnTo>
                  <a:lnTo>
                    <a:pt x="7381690" y="127695"/>
                  </a:lnTo>
                  <a:lnTo>
                    <a:pt x="7381816" y="127695"/>
                  </a:lnTo>
                  <a:lnTo>
                    <a:pt x="7381943" y="127695"/>
                  </a:lnTo>
                  <a:lnTo>
                    <a:pt x="7382069" y="127695"/>
                  </a:lnTo>
                  <a:lnTo>
                    <a:pt x="7382195" y="127695"/>
                  </a:lnTo>
                  <a:lnTo>
                    <a:pt x="7382321" y="127695"/>
                  </a:lnTo>
                  <a:lnTo>
                    <a:pt x="7382448" y="127695"/>
                  </a:lnTo>
                  <a:lnTo>
                    <a:pt x="7382574" y="127695"/>
                  </a:lnTo>
                  <a:lnTo>
                    <a:pt x="7382700" y="127695"/>
                  </a:lnTo>
                  <a:lnTo>
                    <a:pt x="7382826" y="127695"/>
                  </a:lnTo>
                  <a:lnTo>
                    <a:pt x="7382953" y="127695"/>
                  </a:lnTo>
                  <a:lnTo>
                    <a:pt x="7383079" y="127695"/>
                  </a:lnTo>
                  <a:lnTo>
                    <a:pt x="7383205" y="127695"/>
                  </a:lnTo>
                  <a:lnTo>
                    <a:pt x="7383331" y="127695"/>
                  </a:lnTo>
                  <a:lnTo>
                    <a:pt x="7383458" y="127695"/>
                  </a:lnTo>
                  <a:lnTo>
                    <a:pt x="7383584" y="127695"/>
                  </a:lnTo>
                  <a:lnTo>
                    <a:pt x="7383710" y="127695"/>
                  </a:lnTo>
                  <a:lnTo>
                    <a:pt x="7383836" y="127695"/>
                  </a:lnTo>
                  <a:lnTo>
                    <a:pt x="7383963" y="127695"/>
                  </a:lnTo>
                  <a:lnTo>
                    <a:pt x="7384089" y="127695"/>
                  </a:lnTo>
                  <a:lnTo>
                    <a:pt x="7384215" y="127695"/>
                  </a:lnTo>
                  <a:lnTo>
                    <a:pt x="7384341" y="127695"/>
                  </a:lnTo>
                  <a:lnTo>
                    <a:pt x="7384468" y="127695"/>
                  </a:lnTo>
                  <a:lnTo>
                    <a:pt x="7384594" y="127695"/>
                  </a:lnTo>
                  <a:lnTo>
                    <a:pt x="7384720" y="127695"/>
                  </a:lnTo>
                  <a:lnTo>
                    <a:pt x="7384846" y="127695"/>
                  </a:lnTo>
                  <a:lnTo>
                    <a:pt x="7384973" y="127695"/>
                  </a:lnTo>
                  <a:lnTo>
                    <a:pt x="7385099" y="127695"/>
                  </a:lnTo>
                  <a:lnTo>
                    <a:pt x="7385225" y="127695"/>
                  </a:lnTo>
                  <a:lnTo>
                    <a:pt x="7385351" y="127695"/>
                  </a:lnTo>
                  <a:lnTo>
                    <a:pt x="7385478" y="127695"/>
                  </a:lnTo>
                  <a:lnTo>
                    <a:pt x="7385604" y="127695"/>
                  </a:lnTo>
                  <a:lnTo>
                    <a:pt x="7385730" y="127695"/>
                  </a:lnTo>
                  <a:lnTo>
                    <a:pt x="7385856" y="127695"/>
                  </a:lnTo>
                  <a:lnTo>
                    <a:pt x="7385983" y="127695"/>
                  </a:lnTo>
                  <a:lnTo>
                    <a:pt x="7386109" y="127695"/>
                  </a:lnTo>
                  <a:lnTo>
                    <a:pt x="7386235" y="127695"/>
                  </a:lnTo>
                  <a:lnTo>
                    <a:pt x="7386361" y="127695"/>
                  </a:lnTo>
                  <a:lnTo>
                    <a:pt x="7386488" y="127695"/>
                  </a:lnTo>
                  <a:lnTo>
                    <a:pt x="7386614" y="127695"/>
                  </a:lnTo>
                  <a:lnTo>
                    <a:pt x="7386740" y="127695"/>
                  </a:lnTo>
                  <a:lnTo>
                    <a:pt x="7386867" y="127695"/>
                  </a:lnTo>
                  <a:lnTo>
                    <a:pt x="7386993" y="127695"/>
                  </a:lnTo>
                  <a:lnTo>
                    <a:pt x="7387119" y="127695"/>
                  </a:lnTo>
                  <a:lnTo>
                    <a:pt x="7387245" y="127695"/>
                  </a:lnTo>
                  <a:lnTo>
                    <a:pt x="7387372" y="127695"/>
                  </a:lnTo>
                  <a:lnTo>
                    <a:pt x="7387498" y="127695"/>
                  </a:lnTo>
                  <a:lnTo>
                    <a:pt x="7387624" y="127695"/>
                  </a:lnTo>
                  <a:lnTo>
                    <a:pt x="7387750" y="127695"/>
                  </a:lnTo>
                  <a:lnTo>
                    <a:pt x="7387877" y="127695"/>
                  </a:lnTo>
                  <a:lnTo>
                    <a:pt x="7388003" y="127695"/>
                  </a:lnTo>
                  <a:lnTo>
                    <a:pt x="7388129" y="127695"/>
                  </a:lnTo>
                  <a:lnTo>
                    <a:pt x="7388255" y="127695"/>
                  </a:lnTo>
                  <a:lnTo>
                    <a:pt x="7388382" y="127695"/>
                  </a:lnTo>
                  <a:lnTo>
                    <a:pt x="7388508" y="127695"/>
                  </a:lnTo>
                  <a:lnTo>
                    <a:pt x="7388634" y="127695"/>
                  </a:lnTo>
                  <a:lnTo>
                    <a:pt x="7388760" y="127695"/>
                  </a:lnTo>
                  <a:lnTo>
                    <a:pt x="7388887" y="127695"/>
                  </a:lnTo>
                  <a:lnTo>
                    <a:pt x="7389013" y="127695"/>
                  </a:lnTo>
                  <a:lnTo>
                    <a:pt x="7389139" y="127695"/>
                  </a:lnTo>
                  <a:lnTo>
                    <a:pt x="7389265" y="127695"/>
                  </a:lnTo>
                  <a:lnTo>
                    <a:pt x="7389392" y="127695"/>
                  </a:lnTo>
                  <a:lnTo>
                    <a:pt x="7389518" y="127695"/>
                  </a:lnTo>
                  <a:lnTo>
                    <a:pt x="7389644" y="127695"/>
                  </a:lnTo>
                  <a:lnTo>
                    <a:pt x="7389770" y="127695"/>
                  </a:lnTo>
                  <a:lnTo>
                    <a:pt x="7389897" y="127695"/>
                  </a:lnTo>
                  <a:lnTo>
                    <a:pt x="7390023" y="127695"/>
                  </a:lnTo>
                  <a:lnTo>
                    <a:pt x="7390149" y="127695"/>
                  </a:lnTo>
                  <a:lnTo>
                    <a:pt x="7390275" y="127695"/>
                  </a:lnTo>
                  <a:lnTo>
                    <a:pt x="7390402" y="127695"/>
                  </a:lnTo>
                  <a:lnTo>
                    <a:pt x="7390528" y="127695"/>
                  </a:lnTo>
                  <a:lnTo>
                    <a:pt x="7390654" y="127695"/>
                  </a:lnTo>
                  <a:lnTo>
                    <a:pt x="7390780" y="127695"/>
                  </a:lnTo>
                  <a:lnTo>
                    <a:pt x="7390907" y="127695"/>
                  </a:lnTo>
                  <a:lnTo>
                    <a:pt x="7391033" y="127695"/>
                  </a:lnTo>
                  <a:lnTo>
                    <a:pt x="7391159" y="127695"/>
                  </a:lnTo>
                  <a:lnTo>
                    <a:pt x="7391285" y="127695"/>
                  </a:lnTo>
                  <a:lnTo>
                    <a:pt x="7391412" y="127695"/>
                  </a:lnTo>
                  <a:lnTo>
                    <a:pt x="7391538" y="127695"/>
                  </a:lnTo>
                  <a:lnTo>
                    <a:pt x="7391664" y="127695"/>
                  </a:lnTo>
                  <a:lnTo>
                    <a:pt x="7391791" y="127695"/>
                  </a:lnTo>
                  <a:lnTo>
                    <a:pt x="7391917" y="127695"/>
                  </a:lnTo>
                  <a:lnTo>
                    <a:pt x="7392043" y="127695"/>
                  </a:lnTo>
                  <a:lnTo>
                    <a:pt x="7392169" y="127695"/>
                  </a:lnTo>
                  <a:lnTo>
                    <a:pt x="7392296" y="127695"/>
                  </a:lnTo>
                  <a:lnTo>
                    <a:pt x="7392422" y="127695"/>
                  </a:lnTo>
                  <a:lnTo>
                    <a:pt x="7392548" y="127695"/>
                  </a:lnTo>
                  <a:lnTo>
                    <a:pt x="7392674" y="127695"/>
                  </a:lnTo>
                  <a:lnTo>
                    <a:pt x="7392801" y="127695"/>
                  </a:lnTo>
                  <a:lnTo>
                    <a:pt x="7392927" y="127695"/>
                  </a:lnTo>
                  <a:lnTo>
                    <a:pt x="7393053" y="127695"/>
                  </a:lnTo>
                  <a:lnTo>
                    <a:pt x="7393179" y="127695"/>
                  </a:lnTo>
                  <a:lnTo>
                    <a:pt x="7393306" y="127695"/>
                  </a:lnTo>
                  <a:lnTo>
                    <a:pt x="7393432" y="127695"/>
                  </a:lnTo>
                  <a:lnTo>
                    <a:pt x="7393558" y="127695"/>
                  </a:lnTo>
                  <a:lnTo>
                    <a:pt x="7393684" y="127695"/>
                  </a:lnTo>
                  <a:lnTo>
                    <a:pt x="7393811" y="127695"/>
                  </a:lnTo>
                  <a:lnTo>
                    <a:pt x="7393937" y="127695"/>
                  </a:lnTo>
                  <a:lnTo>
                    <a:pt x="7394063" y="127695"/>
                  </a:lnTo>
                  <a:lnTo>
                    <a:pt x="7394189" y="127695"/>
                  </a:lnTo>
                  <a:lnTo>
                    <a:pt x="7394316" y="127695"/>
                  </a:lnTo>
                  <a:lnTo>
                    <a:pt x="7394442" y="127695"/>
                  </a:lnTo>
                  <a:lnTo>
                    <a:pt x="7394568" y="127695"/>
                  </a:lnTo>
                  <a:lnTo>
                    <a:pt x="7394694" y="127695"/>
                  </a:lnTo>
                  <a:lnTo>
                    <a:pt x="7394821" y="127695"/>
                  </a:lnTo>
                  <a:lnTo>
                    <a:pt x="7394947" y="127695"/>
                  </a:lnTo>
                  <a:lnTo>
                    <a:pt x="7395073" y="127695"/>
                  </a:lnTo>
                  <a:lnTo>
                    <a:pt x="7395199" y="127695"/>
                  </a:lnTo>
                  <a:lnTo>
                    <a:pt x="7395326" y="127695"/>
                  </a:lnTo>
                  <a:lnTo>
                    <a:pt x="7395452" y="127695"/>
                  </a:lnTo>
                  <a:lnTo>
                    <a:pt x="7395578" y="127695"/>
                  </a:lnTo>
                  <a:lnTo>
                    <a:pt x="7395704" y="127695"/>
                  </a:lnTo>
                  <a:lnTo>
                    <a:pt x="7395831" y="127695"/>
                  </a:lnTo>
                  <a:lnTo>
                    <a:pt x="7395957" y="127695"/>
                  </a:lnTo>
                  <a:lnTo>
                    <a:pt x="7396083" y="127695"/>
                  </a:lnTo>
                  <a:lnTo>
                    <a:pt x="7396209" y="127695"/>
                  </a:lnTo>
                  <a:lnTo>
                    <a:pt x="7396336" y="127695"/>
                  </a:lnTo>
                  <a:lnTo>
                    <a:pt x="7396462" y="127695"/>
                  </a:lnTo>
                  <a:lnTo>
                    <a:pt x="7396588" y="127695"/>
                  </a:lnTo>
                  <a:lnTo>
                    <a:pt x="7396714" y="127695"/>
                  </a:lnTo>
                  <a:lnTo>
                    <a:pt x="7396841" y="127695"/>
                  </a:lnTo>
                  <a:lnTo>
                    <a:pt x="7396967" y="127695"/>
                  </a:lnTo>
                  <a:lnTo>
                    <a:pt x="7397093" y="127695"/>
                  </a:lnTo>
                  <a:lnTo>
                    <a:pt x="7397220" y="127695"/>
                  </a:lnTo>
                  <a:lnTo>
                    <a:pt x="7397346" y="127695"/>
                  </a:lnTo>
                  <a:lnTo>
                    <a:pt x="7397472" y="127695"/>
                  </a:lnTo>
                  <a:lnTo>
                    <a:pt x="7397598" y="127695"/>
                  </a:lnTo>
                  <a:lnTo>
                    <a:pt x="7397725" y="127695"/>
                  </a:lnTo>
                  <a:lnTo>
                    <a:pt x="7397851" y="127695"/>
                  </a:lnTo>
                  <a:lnTo>
                    <a:pt x="7397977" y="127695"/>
                  </a:lnTo>
                  <a:lnTo>
                    <a:pt x="7398103" y="127695"/>
                  </a:lnTo>
                  <a:lnTo>
                    <a:pt x="7398230" y="127695"/>
                  </a:lnTo>
                  <a:lnTo>
                    <a:pt x="7398356" y="127695"/>
                  </a:lnTo>
                  <a:lnTo>
                    <a:pt x="7398482" y="127695"/>
                  </a:lnTo>
                  <a:lnTo>
                    <a:pt x="7398608" y="127695"/>
                  </a:lnTo>
                  <a:lnTo>
                    <a:pt x="7398735" y="127695"/>
                  </a:lnTo>
                  <a:lnTo>
                    <a:pt x="7398861" y="127695"/>
                  </a:lnTo>
                  <a:lnTo>
                    <a:pt x="7398987" y="127695"/>
                  </a:lnTo>
                  <a:lnTo>
                    <a:pt x="7399113" y="127695"/>
                  </a:lnTo>
                  <a:lnTo>
                    <a:pt x="7399240" y="127695"/>
                  </a:lnTo>
                  <a:lnTo>
                    <a:pt x="7399366" y="127695"/>
                  </a:lnTo>
                  <a:lnTo>
                    <a:pt x="7399492" y="127695"/>
                  </a:lnTo>
                  <a:lnTo>
                    <a:pt x="7399618" y="127695"/>
                  </a:lnTo>
                  <a:lnTo>
                    <a:pt x="7399745" y="127695"/>
                  </a:lnTo>
                  <a:lnTo>
                    <a:pt x="7399871" y="127695"/>
                  </a:lnTo>
                  <a:lnTo>
                    <a:pt x="7399997" y="127695"/>
                  </a:lnTo>
                  <a:lnTo>
                    <a:pt x="7400123" y="127695"/>
                  </a:lnTo>
                  <a:lnTo>
                    <a:pt x="7400250" y="127695"/>
                  </a:lnTo>
                  <a:lnTo>
                    <a:pt x="7400376" y="127695"/>
                  </a:lnTo>
                  <a:lnTo>
                    <a:pt x="7400502" y="127695"/>
                  </a:lnTo>
                  <a:lnTo>
                    <a:pt x="7400628" y="127695"/>
                  </a:lnTo>
                  <a:lnTo>
                    <a:pt x="7400755" y="127695"/>
                  </a:lnTo>
                  <a:lnTo>
                    <a:pt x="7400881" y="127695"/>
                  </a:lnTo>
                  <a:lnTo>
                    <a:pt x="7401007" y="127695"/>
                  </a:lnTo>
                  <a:lnTo>
                    <a:pt x="7401133" y="127695"/>
                  </a:lnTo>
                  <a:lnTo>
                    <a:pt x="7401260" y="127695"/>
                  </a:lnTo>
                  <a:lnTo>
                    <a:pt x="7401386" y="127695"/>
                  </a:lnTo>
                  <a:lnTo>
                    <a:pt x="7401512" y="127695"/>
                  </a:lnTo>
                  <a:lnTo>
                    <a:pt x="7401638" y="127695"/>
                  </a:lnTo>
                  <a:lnTo>
                    <a:pt x="7401765" y="127695"/>
                  </a:lnTo>
                  <a:lnTo>
                    <a:pt x="7401891" y="127695"/>
                  </a:lnTo>
                  <a:lnTo>
                    <a:pt x="7402017" y="127695"/>
                  </a:lnTo>
                  <a:lnTo>
                    <a:pt x="7402144" y="127695"/>
                  </a:lnTo>
                  <a:lnTo>
                    <a:pt x="7402270" y="127695"/>
                  </a:lnTo>
                  <a:lnTo>
                    <a:pt x="7402396" y="127695"/>
                  </a:lnTo>
                  <a:lnTo>
                    <a:pt x="7402522" y="127695"/>
                  </a:lnTo>
                  <a:lnTo>
                    <a:pt x="7402649" y="127695"/>
                  </a:lnTo>
                  <a:lnTo>
                    <a:pt x="7402775" y="127695"/>
                  </a:lnTo>
                  <a:lnTo>
                    <a:pt x="7402901" y="127695"/>
                  </a:lnTo>
                  <a:lnTo>
                    <a:pt x="7403027" y="127695"/>
                  </a:lnTo>
                  <a:lnTo>
                    <a:pt x="7403154" y="127695"/>
                  </a:lnTo>
                  <a:lnTo>
                    <a:pt x="7403280" y="127695"/>
                  </a:lnTo>
                  <a:lnTo>
                    <a:pt x="7403406" y="127695"/>
                  </a:lnTo>
                  <a:lnTo>
                    <a:pt x="7403532" y="127695"/>
                  </a:lnTo>
                  <a:lnTo>
                    <a:pt x="7403659" y="127695"/>
                  </a:lnTo>
                  <a:lnTo>
                    <a:pt x="7403785" y="127695"/>
                  </a:lnTo>
                  <a:lnTo>
                    <a:pt x="7403911" y="127695"/>
                  </a:lnTo>
                  <a:lnTo>
                    <a:pt x="7404037" y="127695"/>
                  </a:lnTo>
                  <a:lnTo>
                    <a:pt x="7404164" y="127695"/>
                  </a:lnTo>
                  <a:lnTo>
                    <a:pt x="7404290" y="127695"/>
                  </a:lnTo>
                  <a:lnTo>
                    <a:pt x="7404416" y="127695"/>
                  </a:lnTo>
                  <a:lnTo>
                    <a:pt x="7404542" y="127695"/>
                  </a:lnTo>
                  <a:lnTo>
                    <a:pt x="7404669" y="127695"/>
                  </a:lnTo>
                  <a:lnTo>
                    <a:pt x="7404795" y="127695"/>
                  </a:lnTo>
                  <a:lnTo>
                    <a:pt x="7404921" y="127695"/>
                  </a:lnTo>
                  <a:lnTo>
                    <a:pt x="7405047" y="127695"/>
                  </a:lnTo>
                  <a:lnTo>
                    <a:pt x="7405174" y="127695"/>
                  </a:lnTo>
                  <a:lnTo>
                    <a:pt x="7405300" y="127695"/>
                  </a:lnTo>
                  <a:lnTo>
                    <a:pt x="7405426" y="127695"/>
                  </a:lnTo>
                  <a:lnTo>
                    <a:pt x="7405552" y="127695"/>
                  </a:lnTo>
                  <a:lnTo>
                    <a:pt x="7405679" y="127695"/>
                  </a:lnTo>
                  <a:lnTo>
                    <a:pt x="7405805" y="127695"/>
                  </a:lnTo>
                  <a:lnTo>
                    <a:pt x="7405931" y="127695"/>
                  </a:lnTo>
                  <a:lnTo>
                    <a:pt x="7406057" y="127695"/>
                  </a:lnTo>
                  <a:lnTo>
                    <a:pt x="7406184" y="127695"/>
                  </a:lnTo>
                  <a:lnTo>
                    <a:pt x="7406310" y="127695"/>
                  </a:lnTo>
                  <a:lnTo>
                    <a:pt x="7406436" y="127695"/>
                  </a:lnTo>
                  <a:lnTo>
                    <a:pt x="7406562" y="127695"/>
                  </a:lnTo>
                  <a:lnTo>
                    <a:pt x="7406689" y="127695"/>
                  </a:lnTo>
                  <a:lnTo>
                    <a:pt x="7406815" y="127695"/>
                  </a:lnTo>
                  <a:lnTo>
                    <a:pt x="7406941" y="127695"/>
                  </a:lnTo>
                  <a:lnTo>
                    <a:pt x="7407067" y="127695"/>
                  </a:lnTo>
                  <a:lnTo>
                    <a:pt x="7407194" y="127695"/>
                  </a:lnTo>
                  <a:lnTo>
                    <a:pt x="7407320" y="127695"/>
                  </a:lnTo>
                  <a:lnTo>
                    <a:pt x="7407446" y="127695"/>
                  </a:lnTo>
                  <a:lnTo>
                    <a:pt x="7407573" y="127695"/>
                  </a:lnTo>
                  <a:lnTo>
                    <a:pt x="7407699" y="127695"/>
                  </a:lnTo>
                  <a:lnTo>
                    <a:pt x="7407825" y="127695"/>
                  </a:lnTo>
                  <a:lnTo>
                    <a:pt x="7407951" y="127695"/>
                  </a:lnTo>
                  <a:lnTo>
                    <a:pt x="7408078" y="127695"/>
                  </a:lnTo>
                  <a:lnTo>
                    <a:pt x="7408204" y="127695"/>
                  </a:lnTo>
                  <a:lnTo>
                    <a:pt x="7408330" y="127695"/>
                  </a:lnTo>
                  <a:lnTo>
                    <a:pt x="7408456" y="127695"/>
                  </a:lnTo>
                  <a:lnTo>
                    <a:pt x="7408583" y="127695"/>
                  </a:lnTo>
                  <a:lnTo>
                    <a:pt x="7408709" y="127695"/>
                  </a:lnTo>
                  <a:lnTo>
                    <a:pt x="7408835" y="127695"/>
                  </a:lnTo>
                  <a:lnTo>
                    <a:pt x="7408961" y="127695"/>
                  </a:lnTo>
                  <a:lnTo>
                    <a:pt x="7409088" y="127695"/>
                  </a:lnTo>
                  <a:lnTo>
                    <a:pt x="7409214" y="127695"/>
                  </a:lnTo>
                  <a:lnTo>
                    <a:pt x="7409340" y="127695"/>
                  </a:lnTo>
                  <a:lnTo>
                    <a:pt x="7409466" y="127695"/>
                  </a:lnTo>
                  <a:lnTo>
                    <a:pt x="7409593" y="127695"/>
                  </a:lnTo>
                  <a:lnTo>
                    <a:pt x="7409719" y="127695"/>
                  </a:lnTo>
                  <a:lnTo>
                    <a:pt x="7409845" y="127695"/>
                  </a:lnTo>
                  <a:lnTo>
                    <a:pt x="7409971" y="127695"/>
                  </a:lnTo>
                  <a:lnTo>
                    <a:pt x="7410098" y="127695"/>
                  </a:lnTo>
                  <a:lnTo>
                    <a:pt x="7410224" y="127695"/>
                  </a:lnTo>
                  <a:lnTo>
                    <a:pt x="7410350" y="127695"/>
                  </a:lnTo>
                  <a:lnTo>
                    <a:pt x="7410476" y="127695"/>
                  </a:lnTo>
                  <a:lnTo>
                    <a:pt x="7410603" y="127695"/>
                  </a:lnTo>
                  <a:lnTo>
                    <a:pt x="7410729" y="127695"/>
                  </a:lnTo>
                  <a:lnTo>
                    <a:pt x="7410855" y="127695"/>
                  </a:lnTo>
                  <a:lnTo>
                    <a:pt x="7410981" y="127695"/>
                  </a:lnTo>
                  <a:lnTo>
                    <a:pt x="7411108" y="127695"/>
                  </a:lnTo>
                  <a:lnTo>
                    <a:pt x="7411234" y="127695"/>
                  </a:lnTo>
                  <a:lnTo>
                    <a:pt x="7411360" y="127695"/>
                  </a:lnTo>
                  <a:lnTo>
                    <a:pt x="7411486" y="127695"/>
                  </a:lnTo>
                  <a:lnTo>
                    <a:pt x="7411613" y="127695"/>
                  </a:lnTo>
                  <a:lnTo>
                    <a:pt x="7411739" y="127695"/>
                  </a:lnTo>
                  <a:lnTo>
                    <a:pt x="7411865" y="127695"/>
                  </a:lnTo>
                  <a:lnTo>
                    <a:pt x="7411991" y="127695"/>
                  </a:lnTo>
                  <a:lnTo>
                    <a:pt x="7412118" y="127695"/>
                  </a:lnTo>
                  <a:lnTo>
                    <a:pt x="7412244" y="127695"/>
                  </a:lnTo>
                  <a:lnTo>
                    <a:pt x="7412370" y="127695"/>
                  </a:lnTo>
                  <a:lnTo>
                    <a:pt x="7412497" y="127695"/>
                  </a:lnTo>
                  <a:lnTo>
                    <a:pt x="7412623" y="127695"/>
                  </a:lnTo>
                  <a:lnTo>
                    <a:pt x="7412749" y="127695"/>
                  </a:lnTo>
                  <a:lnTo>
                    <a:pt x="7412875" y="127695"/>
                  </a:lnTo>
                  <a:lnTo>
                    <a:pt x="7413002" y="127695"/>
                  </a:lnTo>
                  <a:lnTo>
                    <a:pt x="7413128" y="127695"/>
                  </a:lnTo>
                  <a:lnTo>
                    <a:pt x="7413254" y="127695"/>
                  </a:lnTo>
                  <a:lnTo>
                    <a:pt x="7413380" y="127695"/>
                  </a:lnTo>
                  <a:lnTo>
                    <a:pt x="7413507" y="127695"/>
                  </a:lnTo>
                  <a:lnTo>
                    <a:pt x="7413633" y="127695"/>
                  </a:lnTo>
                  <a:lnTo>
                    <a:pt x="7413759" y="127695"/>
                  </a:lnTo>
                  <a:lnTo>
                    <a:pt x="7413885" y="127695"/>
                  </a:lnTo>
                  <a:lnTo>
                    <a:pt x="7414012" y="127695"/>
                  </a:lnTo>
                  <a:lnTo>
                    <a:pt x="7414138" y="127695"/>
                  </a:lnTo>
                  <a:lnTo>
                    <a:pt x="7414264" y="127695"/>
                  </a:lnTo>
                  <a:lnTo>
                    <a:pt x="7414390" y="127695"/>
                  </a:lnTo>
                  <a:lnTo>
                    <a:pt x="7414517" y="127695"/>
                  </a:lnTo>
                  <a:lnTo>
                    <a:pt x="7414643" y="127695"/>
                  </a:lnTo>
                  <a:lnTo>
                    <a:pt x="7414769" y="127695"/>
                  </a:lnTo>
                  <a:lnTo>
                    <a:pt x="7414895" y="127695"/>
                  </a:lnTo>
                  <a:lnTo>
                    <a:pt x="7415022" y="127695"/>
                  </a:lnTo>
                  <a:lnTo>
                    <a:pt x="7415148" y="127695"/>
                  </a:lnTo>
                  <a:lnTo>
                    <a:pt x="7415274" y="127695"/>
                  </a:lnTo>
                  <a:lnTo>
                    <a:pt x="7415400" y="127695"/>
                  </a:lnTo>
                  <a:lnTo>
                    <a:pt x="7415527" y="127695"/>
                  </a:lnTo>
                  <a:lnTo>
                    <a:pt x="7415653" y="127695"/>
                  </a:lnTo>
                  <a:lnTo>
                    <a:pt x="7415779" y="127695"/>
                  </a:lnTo>
                  <a:lnTo>
                    <a:pt x="7415905" y="127695"/>
                  </a:lnTo>
                  <a:lnTo>
                    <a:pt x="7416032" y="127695"/>
                  </a:lnTo>
                  <a:lnTo>
                    <a:pt x="7416158" y="127695"/>
                  </a:lnTo>
                  <a:lnTo>
                    <a:pt x="7416284" y="127695"/>
                  </a:lnTo>
                  <a:lnTo>
                    <a:pt x="7416410" y="127695"/>
                  </a:lnTo>
                  <a:lnTo>
                    <a:pt x="7416537" y="127695"/>
                  </a:lnTo>
                  <a:lnTo>
                    <a:pt x="7416663" y="127695"/>
                  </a:lnTo>
                  <a:lnTo>
                    <a:pt x="7416789" y="127695"/>
                  </a:lnTo>
                  <a:lnTo>
                    <a:pt x="7416915" y="127695"/>
                  </a:lnTo>
                  <a:lnTo>
                    <a:pt x="7417042" y="127695"/>
                  </a:lnTo>
                  <a:lnTo>
                    <a:pt x="7417168" y="127695"/>
                  </a:lnTo>
                  <a:lnTo>
                    <a:pt x="7417294" y="127695"/>
                  </a:lnTo>
                  <a:lnTo>
                    <a:pt x="7417420" y="127695"/>
                  </a:lnTo>
                  <a:lnTo>
                    <a:pt x="7417547" y="127695"/>
                  </a:lnTo>
                  <a:lnTo>
                    <a:pt x="7417673" y="127695"/>
                  </a:lnTo>
                  <a:lnTo>
                    <a:pt x="7417799" y="127695"/>
                  </a:lnTo>
                  <a:lnTo>
                    <a:pt x="7417926" y="127695"/>
                  </a:lnTo>
                  <a:lnTo>
                    <a:pt x="7418052" y="127695"/>
                  </a:lnTo>
                  <a:lnTo>
                    <a:pt x="7418178" y="127695"/>
                  </a:lnTo>
                  <a:lnTo>
                    <a:pt x="7418304" y="127695"/>
                  </a:lnTo>
                  <a:lnTo>
                    <a:pt x="7418431" y="127695"/>
                  </a:lnTo>
                  <a:lnTo>
                    <a:pt x="7418557" y="127695"/>
                  </a:lnTo>
                  <a:lnTo>
                    <a:pt x="7418683" y="127695"/>
                  </a:lnTo>
                  <a:lnTo>
                    <a:pt x="7418809" y="127695"/>
                  </a:lnTo>
                  <a:lnTo>
                    <a:pt x="7418936" y="127695"/>
                  </a:lnTo>
                  <a:lnTo>
                    <a:pt x="7419062" y="127695"/>
                  </a:lnTo>
                  <a:lnTo>
                    <a:pt x="7419188" y="127695"/>
                  </a:lnTo>
                  <a:lnTo>
                    <a:pt x="7419314" y="127695"/>
                  </a:lnTo>
                  <a:lnTo>
                    <a:pt x="7419441" y="127695"/>
                  </a:lnTo>
                  <a:lnTo>
                    <a:pt x="7419567" y="127695"/>
                  </a:lnTo>
                  <a:lnTo>
                    <a:pt x="7419693" y="127695"/>
                  </a:lnTo>
                  <a:lnTo>
                    <a:pt x="7419819" y="127695"/>
                  </a:lnTo>
                  <a:lnTo>
                    <a:pt x="7419946" y="127695"/>
                  </a:lnTo>
                  <a:lnTo>
                    <a:pt x="7420072" y="127695"/>
                  </a:lnTo>
                  <a:lnTo>
                    <a:pt x="7420198" y="127695"/>
                  </a:lnTo>
                  <a:lnTo>
                    <a:pt x="7420324" y="127695"/>
                  </a:lnTo>
                  <a:lnTo>
                    <a:pt x="7420451" y="127695"/>
                  </a:lnTo>
                  <a:lnTo>
                    <a:pt x="7420577" y="127695"/>
                  </a:lnTo>
                  <a:lnTo>
                    <a:pt x="7420703" y="127695"/>
                  </a:lnTo>
                  <a:lnTo>
                    <a:pt x="7420829" y="127695"/>
                  </a:lnTo>
                  <a:lnTo>
                    <a:pt x="7420956" y="127695"/>
                  </a:lnTo>
                  <a:lnTo>
                    <a:pt x="7421082" y="127695"/>
                  </a:lnTo>
                  <a:lnTo>
                    <a:pt x="7421208" y="127695"/>
                  </a:lnTo>
                  <a:lnTo>
                    <a:pt x="7421334" y="127695"/>
                  </a:lnTo>
                  <a:lnTo>
                    <a:pt x="7421461" y="127695"/>
                  </a:lnTo>
                  <a:lnTo>
                    <a:pt x="7421587" y="127695"/>
                  </a:lnTo>
                  <a:lnTo>
                    <a:pt x="7421713" y="127695"/>
                  </a:lnTo>
                  <a:lnTo>
                    <a:pt x="7421839" y="127695"/>
                  </a:lnTo>
                  <a:lnTo>
                    <a:pt x="7421966" y="127695"/>
                  </a:lnTo>
                  <a:lnTo>
                    <a:pt x="7422092" y="127695"/>
                  </a:lnTo>
                  <a:lnTo>
                    <a:pt x="7422218" y="127695"/>
                  </a:lnTo>
                  <a:lnTo>
                    <a:pt x="7422344" y="127695"/>
                  </a:lnTo>
                  <a:lnTo>
                    <a:pt x="7422471" y="127695"/>
                  </a:lnTo>
                  <a:lnTo>
                    <a:pt x="7422597" y="127695"/>
                  </a:lnTo>
                  <a:lnTo>
                    <a:pt x="7422723" y="127695"/>
                  </a:lnTo>
                  <a:lnTo>
                    <a:pt x="7422850" y="127695"/>
                  </a:lnTo>
                  <a:lnTo>
                    <a:pt x="7422976" y="127695"/>
                  </a:lnTo>
                  <a:lnTo>
                    <a:pt x="7423102" y="127695"/>
                  </a:lnTo>
                  <a:lnTo>
                    <a:pt x="7423228" y="127695"/>
                  </a:lnTo>
                  <a:lnTo>
                    <a:pt x="7423355" y="127695"/>
                  </a:lnTo>
                  <a:lnTo>
                    <a:pt x="7423481" y="127695"/>
                  </a:lnTo>
                  <a:lnTo>
                    <a:pt x="7423607" y="127695"/>
                  </a:lnTo>
                  <a:lnTo>
                    <a:pt x="7423733" y="127695"/>
                  </a:lnTo>
                  <a:lnTo>
                    <a:pt x="7423860" y="127695"/>
                  </a:lnTo>
                  <a:lnTo>
                    <a:pt x="7423986" y="127695"/>
                  </a:lnTo>
                  <a:lnTo>
                    <a:pt x="7424112" y="127695"/>
                  </a:lnTo>
                  <a:lnTo>
                    <a:pt x="7424238" y="127695"/>
                  </a:lnTo>
                  <a:lnTo>
                    <a:pt x="7424365" y="127695"/>
                  </a:lnTo>
                  <a:lnTo>
                    <a:pt x="7424491" y="127695"/>
                  </a:lnTo>
                  <a:lnTo>
                    <a:pt x="7424617" y="127695"/>
                  </a:lnTo>
                  <a:lnTo>
                    <a:pt x="7424743" y="127695"/>
                  </a:lnTo>
                  <a:lnTo>
                    <a:pt x="7424870" y="127695"/>
                  </a:lnTo>
                  <a:lnTo>
                    <a:pt x="7424996" y="127695"/>
                  </a:lnTo>
                  <a:lnTo>
                    <a:pt x="7425122" y="127695"/>
                  </a:lnTo>
                  <a:lnTo>
                    <a:pt x="7425248" y="127695"/>
                  </a:lnTo>
                  <a:lnTo>
                    <a:pt x="7425375" y="127695"/>
                  </a:lnTo>
                  <a:lnTo>
                    <a:pt x="7425501" y="127695"/>
                  </a:lnTo>
                  <a:lnTo>
                    <a:pt x="7425627" y="127695"/>
                  </a:lnTo>
                  <a:lnTo>
                    <a:pt x="7425753" y="127695"/>
                  </a:lnTo>
                  <a:lnTo>
                    <a:pt x="7425880" y="127695"/>
                  </a:lnTo>
                  <a:lnTo>
                    <a:pt x="7426006" y="127695"/>
                  </a:lnTo>
                  <a:lnTo>
                    <a:pt x="7426132" y="127695"/>
                  </a:lnTo>
                  <a:lnTo>
                    <a:pt x="7426258" y="127695"/>
                  </a:lnTo>
                  <a:lnTo>
                    <a:pt x="7426385" y="127695"/>
                  </a:lnTo>
                  <a:lnTo>
                    <a:pt x="7426511" y="127695"/>
                  </a:lnTo>
                  <a:lnTo>
                    <a:pt x="7426637" y="127695"/>
                  </a:lnTo>
                  <a:lnTo>
                    <a:pt x="7426763" y="127695"/>
                  </a:lnTo>
                  <a:lnTo>
                    <a:pt x="7426890" y="127695"/>
                  </a:lnTo>
                  <a:lnTo>
                    <a:pt x="7427016" y="127695"/>
                  </a:lnTo>
                  <a:lnTo>
                    <a:pt x="7427142" y="127695"/>
                  </a:lnTo>
                  <a:lnTo>
                    <a:pt x="7427268" y="127695"/>
                  </a:lnTo>
                  <a:lnTo>
                    <a:pt x="7427395" y="127695"/>
                  </a:lnTo>
                  <a:lnTo>
                    <a:pt x="7427521" y="127695"/>
                  </a:lnTo>
                  <a:lnTo>
                    <a:pt x="7427647" y="127695"/>
                  </a:lnTo>
                  <a:lnTo>
                    <a:pt x="7427774" y="127695"/>
                  </a:lnTo>
                  <a:lnTo>
                    <a:pt x="7427900" y="127695"/>
                  </a:lnTo>
                  <a:lnTo>
                    <a:pt x="7428026" y="127695"/>
                  </a:lnTo>
                  <a:lnTo>
                    <a:pt x="7428152" y="127695"/>
                  </a:lnTo>
                  <a:lnTo>
                    <a:pt x="7428279" y="127695"/>
                  </a:lnTo>
                  <a:lnTo>
                    <a:pt x="7428405" y="127695"/>
                  </a:lnTo>
                  <a:lnTo>
                    <a:pt x="7428531" y="127695"/>
                  </a:lnTo>
                  <a:lnTo>
                    <a:pt x="7428657" y="127695"/>
                  </a:lnTo>
                  <a:lnTo>
                    <a:pt x="7428784" y="127695"/>
                  </a:lnTo>
                  <a:lnTo>
                    <a:pt x="7428910" y="127695"/>
                  </a:lnTo>
                  <a:lnTo>
                    <a:pt x="7429036" y="127695"/>
                  </a:lnTo>
                  <a:lnTo>
                    <a:pt x="7429162" y="127695"/>
                  </a:lnTo>
                  <a:lnTo>
                    <a:pt x="7429289" y="127695"/>
                  </a:lnTo>
                  <a:lnTo>
                    <a:pt x="7429415" y="127695"/>
                  </a:lnTo>
                  <a:lnTo>
                    <a:pt x="7429541" y="127695"/>
                  </a:lnTo>
                  <a:lnTo>
                    <a:pt x="7429667" y="127695"/>
                  </a:lnTo>
                  <a:lnTo>
                    <a:pt x="7429794" y="127695"/>
                  </a:lnTo>
                  <a:lnTo>
                    <a:pt x="7429920" y="127695"/>
                  </a:lnTo>
                  <a:lnTo>
                    <a:pt x="7430046" y="127695"/>
                  </a:lnTo>
                  <a:lnTo>
                    <a:pt x="7430172" y="127695"/>
                  </a:lnTo>
                  <a:lnTo>
                    <a:pt x="7430299" y="127695"/>
                  </a:lnTo>
                  <a:lnTo>
                    <a:pt x="7430425" y="127695"/>
                  </a:lnTo>
                  <a:lnTo>
                    <a:pt x="7430551" y="127695"/>
                  </a:lnTo>
                  <a:lnTo>
                    <a:pt x="7430677" y="127695"/>
                  </a:lnTo>
                  <a:lnTo>
                    <a:pt x="7430804" y="127695"/>
                  </a:lnTo>
                  <a:lnTo>
                    <a:pt x="7430930" y="127695"/>
                  </a:lnTo>
                  <a:lnTo>
                    <a:pt x="7431056" y="127695"/>
                  </a:lnTo>
                  <a:lnTo>
                    <a:pt x="7431182" y="127695"/>
                  </a:lnTo>
                  <a:lnTo>
                    <a:pt x="7431309" y="127695"/>
                  </a:lnTo>
                  <a:lnTo>
                    <a:pt x="7431435" y="127695"/>
                  </a:lnTo>
                  <a:lnTo>
                    <a:pt x="7431561" y="127695"/>
                  </a:lnTo>
                  <a:lnTo>
                    <a:pt x="7431687" y="127695"/>
                  </a:lnTo>
                  <a:lnTo>
                    <a:pt x="7431814" y="127695"/>
                  </a:lnTo>
                  <a:lnTo>
                    <a:pt x="7431940" y="127695"/>
                  </a:lnTo>
                  <a:lnTo>
                    <a:pt x="7432066" y="127695"/>
                  </a:lnTo>
                  <a:lnTo>
                    <a:pt x="7432192" y="127695"/>
                  </a:lnTo>
                  <a:lnTo>
                    <a:pt x="7432319" y="127695"/>
                  </a:lnTo>
                  <a:lnTo>
                    <a:pt x="7432445" y="127695"/>
                  </a:lnTo>
                  <a:lnTo>
                    <a:pt x="7432571" y="127695"/>
                  </a:lnTo>
                  <a:lnTo>
                    <a:pt x="7432697" y="127695"/>
                  </a:lnTo>
                  <a:lnTo>
                    <a:pt x="7432824" y="127695"/>
                  </a:lnTo>
                  <a:lnTo>
                    <a:pt x="7432950" y="127695"/>
                  </a:lnTo>
                  <a:lnTo>
                    <a:pt x="7433076" y="127695"/>
                  </a:lnTo>
                  <a:lnTo>
                    <a:pt x="7433203" y="127695"/>
                  </a:lnTo>
                  <a:lnTo>
                    <a:pt x="7433329" y="127695"/>
                  </a:lnTo>
                  <a:lnTo>
                    <a:pt x="7433455" y="127695"/>
                  </a:lnTo>
                  <a:lnTo>
                    <a:pt x="7433581" y="127695"/>
                  </a:lnTo>
                  <a:lnTo>
                    <a:pt x="7433581" y="122784"/>
                  </a:lnTo>
                  <a:lnTo>
                    <a:pt x="7433708" y="122784"/>
                  </a:lnTo>
                  <a:lnTo>
                    <a:pt x="7433834" y="122784"/>
                  </a:lnTo>
                  <a:lnTo>
                    <a:pt x="7433960" y="122784"/>
                  </a:lnTo>
                  <a:lnTo>
                    <a:pt x="7434086" y="122784"/>
                  </a:lnTo>
                  <a:lnTo>
                    <a:pt x="7434213" y="122784"/>
                  </a:lnTo>
                  <a:lnTo>
                    <a:pt x="7434339" y="122784"/>
                  </a:lnTo>
                  <a:lnTo>
                    <a:pt x="7434465" y="122784"/>
                  </a:lnTo>
                  <a:lnTo>
                    <a:pt x="7434591" y="122784"/>
                  </a:lnTo>
                  <a:lnTo>
                    <a:pt x="7434718" y="122784"/>
                  </a:lnTo>
                  <a:lnTo>
                    <a:pt x="7434844" y="122784"/>
                  </a:lnTo>
                  <a:lnTo>
                    <a:pt x="7434970" y="122784"/>
                  </a:lnTo>
                  <a:lnTo>
                    <a:pt x="7435096" y="122784"/>
                  </a:lnTo>
                  <a:lnTo>
                    <a:pt x="7435223" y="122784"/>
                  </a:lnTo>
                  <a:lnTo>
                    <a:pt x="7435349" y="122784"/>
                  </a:lnTo>
                  <a:lnTo>
                    <a:pt x="7435475" y="122784"/>
                  </a:lnTo>
                  <a:lnTo>
                    <a:pt x="7435601" y="122784"/>
                  </a:lnTo>
                  <a:lnTo>
                    <a:pt x="7435728" y="122784"/>
                  </a:lnTo>
                  <a:lnTo>
                    <a:pt x="7435854" y="122784"/>
                  </a:lnTo>
                  <a:lnTo>
                    <a:pt x="7435980" y="122784"/>
                  </a:lnTo>
                  <a:lnTo>
                    <a:pt x="7436106" y="122784"/>
                  </a:lnTo>
                  <a:lnTo>
                    <a:pt x="7436233" y="122784"/>
                  </a:lnTo>
                  <a:lnTo>
                    <a:pt x="7436359" y="122784"/>
                  </a:lnTo>
                  <a:lnTo>
                    <a:pt x="7436485" y="122784"/>
                  </a:lnTo>
                  <a:lnTo>
                    <a:pt x="7436611" y="122784"/>
                  </a:lnTo>
                  <a:lnTo>
                    <a:pt x="7436738" y="122784"/>
                  </a:lnTo>
                  <a:lnTo>
                    <a:pt x="7436864" y="122784"/>
                  </a:lnTo>
                  <a:lnTo>
                    <a:pt x="7436990" y="122784"/>
                  </a:lnTo>
                  <a:lnTo>
                    <a:pt x="7437116" y="122784"/>
                  </a:lnTo>
                  <a:lnTo>
                    <a:pt x="7437116" y="117872"/>
                  </a:lnTo>
                  <a:lnTo>
                    <a:pt x="7437243" y="117872"/>
                  </a:lnTo>
                  <a:lnTo>
                    <a:pt x="7437369" y="117872"/>
                  </a:lnTo>
                  <a:lnTo>
                    <a:pt x="7437495" y="117872"/>
                  </a:lnTo>
                  <a:lnTo>
                    <a:pt x="7437621" y="117872"/>
                  </a:lnTo>
                  <a:lnTo>
                    <a:pt x="7437748" y="117872"/>
                  </a:lnTo>
                  <a:lnTo>
                    <a:pt x="7437874" y="117872"/>
                  </a:lnTo>
                  <a:lnTo>
                    <a:pt x="7438000" y="117872"/>
                  </a:lnTo>
                  <a:lnTo>
                    <a:pt x="7438127" y="117872"/>
                  </a:lnTo>
                  <a:lnTo>
                    <a:pt x="7438253" y="117872"/>
                  </a:lnTo>
                  <a:lnTo>
                    <a:pt x="7438379" y="117872"/>
                  </a:lnTo>
                  <a:lnTo>
                    <a:pt x="7438505" y="117872"/>
                  </a:lnTo>
                  <a:lnTo>
                    <a:pt x="7438632" y="117872"/>
                  </a:lnTo>
                  <a:lnTo>
                    <a:pt x="7438758" y="117872"/>
                  </a:lnTo>
                  <a:lnTo>
                    <a:pt x="7438884" y="117872"/>
                  </a:lnTo>
                  <a:lnTo>
                    <a:pt x="7439010" y="117872"/>
                  </a:lnTo>
                  <a:lnTo>
                    <a:pt x="7439137" y="117872"/>
                  </a:lnTo>
                  <a:lnTo>
                    <a:pt x="7439263" y="117872"/>
                  </a:lnTo>
                  <a:lnTo>
                    <a:pt x="7439389" y="117872"/>
                  </a:lnTo>
                  <a:lnTo>
                    <a:pt x="7439515" y="117872"/>
                  </a:lnTo>
                  <a:lnTo>
                    <a:pt x="7439642" y="117872"/>
                  </a:lnTo>
                  <a:lnTo>
                    <a:pt x="7439768" y="117872"/>
                  </a:lnTo>
                  <a:lnTo>
                    <a:pt x="7439894" y="117872"/>
                  </a:lnTo>
                  <a:lnTo>
                    <a:pt x="7440020" y="117872"/>
                  </a:lnTo>
                  <a:lnTo>
                    <a:pt x="7440147" y="117872"/>
                  </a:lnTo>
                  <a:lnTo>
                    <a:pt x="7440273" y="117872"/>
                  </a:lnTo>
                  <a:lnTo>
                    <a:pt x="7440399" y="117872"/>
                  </a:lnTo>
                  <a:lnTo>
                    <a:pt x="7440525" y="117872"/>
                  </a:lnTo>
                  <a:lnTo>
                    <a:pt x="7440652" y="117872"/>
                  </a:lnTo>
                  <a:lnTo>
                    <a:pt x="7440778" y="117872"/>
                  </a:lnTo>
                  <a:lnTo>
                    <a:pt x="7440904" y="117872"/>
                  </a:lnTo>
                  <a:lnTo>
                    <a:pt x="7441030" y="117872"/>
                  </a:lnTo>
                  <a:lnTo>
                    <a:pt x="7441157" y="117872"/>
                  </a:lnTo>
                  <a:lnTo>
                    <a:pt x="7441283" y="117872"/>
                  </a:lnTo>
                  <a:lnTo>
                    <a:pt x="7441409" y="117872"/>
                  </a:lnTo>
                  <a:lnTo>
                    <a:pt x="7441535" y="117872"/>
                  </a:lnTo>
                  <a:lnTo>
                    <a:pt x="7441662" y="117872"/>
                  </a:lnTo>
                  <a:lnTo>
                    <a:pt x="7441788" y="117872"/>
                  </a:lnTo>
                  <a:lnTo>
                    <a:pt x="7441914" y="117872"/>
                  </a:lnTo>
                  <a:lnTo>
                    <a:pt x="7442040" y="117872"/>
                  </a:lnTo>
                  <a:lnTo>
                    <a:pt x="7442167" y="117872"/>
                  </a:lnTo>
                  <a:lnTo>
                    <a:pt x="7442293" y="117872"/>
                  </a:lnTo>
                  <a:lnTo>
                    <a:pt x="7442419" y="117872"/>
                  </a:lnTo>
                  <a:lnTo>
                    <a:pt x="7442545" y="117872"/>
                  </a:lnTo>
                  <a:lnTo>
                    <a:pt x="7442672" y="117872"/>
                  </a:lnTo>
                  <a:lnTo>
                    <a:pt x="7442798" y="117872"/>
                  </a:lnTo>
                  <a:lnTo>
                    <a:pt x="7442924" y="117872"/>
                  </a:lnTo>
                  <a:lnTo>
                    <a:pt x="7443050" y="117872"/>
                  </a:lnTo>
                  <a:lnTo>
                    <a:pt x="7443177" y="117872"/>
                  </a:lnTo>
                  <a:lnTo>
                    <a:pt x="7443303" y="117872"/>
                  </a:lnTo>
                  <a:lnTo>
                    <a:pt x="7443429" y="117872"/>
                  </a:lnTo>
                  <a:lnTo>
                    <a:pt x="7443556" y="117872"/>
                  </a:lnTo>
                  <a:lnTo>
                    <a:pt x="7443682" y="117872"/>
                  </a:lnTo>
                  <a:lnTo>
                    <a:pt x="7443808" y="117872"/>
                  </a:lnTo>
                  <a:lnTo>
                    <a:pt x="7443934" y="117872"/>
                  </a:lnTo>
                  <a:lnTo>
                    <a:pt x="7444061" y="117872"/>
                  </a:lnTo>
                  <a:lnTo>
                    <a:pt x="7444187" y="117872"/>
                  </a:lnTo>
                  <a:lnTo>
                    <a:pt x="7444313" y="117872"/>
                  </a:lnTo>
                  <a:lnTo>
                    <a:pt x="7444439" y="117872"/>
                  </a:lnTo>
                  <a:lnTo>
                    <a:pt x="7444566" y="117872"/>
                  </a:lnTo>
                  <a:lnTo>
                    <a:pt x="7444692" y="117872"/>
                  </a:lnTo>
                  <a:lnTo>
                    <a:pt x="7444818" y="117872"/>
                  </a:lnTo>
                  <a:lnTo>
                    <a:pt x="7444944" y="117872"/>
                  </a:lnTo>
                  <a:lnTo>
                    <a:pt x="7445071" y="117872"/>
                  </a:lnTo>
                  <a:lnTo>
                    <a:pt x="7445197" y="117872"/>
                  </a:lnTo>
                  <a:lnTo>
                    <a:pt x="7445323" y="117872"/>
                  </a:lnTo>
                  <a:lnTo>
                    <a:pt x="7445449" y="117872"/>
                  </a:lnTo>
                  <a:lnTo>
                    <a:pt x="7445576" y="117872"/>
                  </a:lnTo>
                  <a:lnTo>
                    <a:pt x="7445702" y="117872"/>
                  </a:lnTo>
                  <a:lnTo>
                    <a:pt x="7445828" y="117872"/>
                  </a:lnTo>
                  <a:lnTo>
                    <a:pt x="7445954" y="117872"/>
                  </a:lnTo>
                  <a:lnTo>
                    <a:pt x="7446081" y="117872"/>
                  </a:lnTo>
                  <a:lnTo>
                    <a:pt x="7446207" y="117872"/>
                  </a:lnTo>
                  <a:lnTo>
                    <a:pt x="7446333" y="117872"/>
                  </a:lnTo>
                  <a:lnTo>
                    <a:pt x="7446459" y="117872"/>
                  </a:lnTo>
                  <a:lnTo>
                    <a:pt x="7446586" y="117872"/>
                  </a:lnTo>
                  <a:lnTo>
                    <a:pt x="7446712" y="117872"/>
                  </a:lnTo>
                  <a:lnTo>
                    <a:pt x="7446838" y="117872"/>
                  </a:lnTo>
                  <a:lnTo>
                    <a:pt x="7446964" y="117872"/>
                  </a:lnTo>
                  <a:lnTo>
                    <a:pt x="7447091" y="117872"/>
                  </a:lnTo>
                  <a:lnTo>
                    <a:pt x="7447217" y="117872"/>
                  </a:lnTo>
                  <a:lnTo>
                    <a:pt x="7447343" y="117872"/>
                  </a:lnTo>
                  <a:lnTo>
                    <a:pt x="7447469" y="117872"/>
                  </a:lnTo>
                  <a:lnTo>
                    <a:pt x="7447596" y="117872"/>
                  </a:lnTo>
                  <a:lnTo>
                    <a:pt x="7447722" y="117872"/>
                  </a:lnTo>
                  <a:lnTo>
                    <a:pt x="7447848" y="117872"/>
                  </a:lnTo>
                  <a:lnTo>
                    <a:pt x="7447974" y="117872"/>
                  </a:lnTo>
                  <a:lnTo>
                    <a:pt x="7448101" y="117872"/>
                  </a:lnTo>
                  <a:lnTo>
                    <a:pt x="7448227" y="117872"/>
                  </a:lnTo>
                  <a:lnTo>
                    <a:pt x="7448353" y="117872"/>
                  </a:lnTo>
                  <a:lnTo>
                    <a:pt x="7448480" y="117872"/>
                  </a:lnTo>
                  <a:lnTo>
                    <a:pt x="7448606" y="117872"/>
                  </a:lnTo>
                  <a:lnTo>
                    <a:pt x="7448732" y="117872"/>
                  </a:lnTo>
                  <a:lnTo>
                    <a:pt x="7448858" y="117872"/>
                  </a:lnTo>
                  <a:lnTo>
                    <a:pt x="7448985" y="117872"/>
                  </a:lnTo>
                  <a:lnTo>
                    <a:pt x="7449111" y="117872"/>
                  </a:lnTo>
                  <a:lnTo>
                    <a:pt x="7449237" y="117872"/>
                  </a:lnTo>
                  <a:lnTo>
                    <a:pt x="7449363" y="117872"/>
                  </a:lnTo>
                  <a:lnTo>
                    <a:pt x="7449490" y="117872"/>
                  </a:lnTo>
                  <a:lnTo>
                    <a:pt x="7449616" y="117872"/>
                  </a:lnTo>
                  <a:lnTo>
                    <a:pt x="7449742" y="117872"/>
                  </a:lnTo>
                  <a:lnTo>
                    <a:pt x="7449868" y="117872"/>
                  </a:lnTo>
                  <a:lnTo>
                    <a:pt x="7449995" y="117872"/>
                  </a:lnTo>
                  <a:lnTo>
                    <a:pt x="7450121" y="117872"/>
                  </a:lnTo>
                  <a:lnTo>
                    <a:pt x="7450247" y="117872"/>
                  </a:lnTo>
                  <a:lnTo>
                    <a:pt x="7450373" y="117872"/>
                  </a:lnTo>
                  <a:lnTo>
                    <a:pt x="7450500" y="117872"/>
                  </a:lnTo>
                  <a:lnTo>
                    <a:pt x="7450626" y="117872"/>
                  </a:lnTo>
                  <a:lnTo>
                    <a:pt x="7450752" y="117872"/>
                  </a:lnTo>
                  <a:lnTo>
                    <a:pt x="7450878" y="117872"/>
                  </a:lnTo>
                  <a:lnTo>
                    <a:pt x="7451005" y="117872"/>
                  </a:lnTo>
                  <a:lnTo>
                    <a:pt x="7451131" y="117872"/>
                  </a:lnTo>
                  <a:lnTo>
                    <a:pt x="7451257" y="117872"/>
                  </a:lnTo>
                  <a:lnTo>
                    <a:pt x="7451383" y="117872"/>
                  </a:lnTo>
                  <a:lnTo>
                    <a:pt x="7451510" y="117872"/>
                  </a:lnTo>
                  <a:lnTo>
                    <a:pt x="7451636" y="117872"/>
                  </a:lnTo>
                  <a:lnTo>
                    <a:pt x="7451762" y="117872"/>
                  </a:lnTo>
                  <a:lnTo>
                    <a:pt x="7451888" y="117872"/>
                  </a:lnTo>
                  <a:lnTo>
                    <a:pt x="7452015" y="117872"/>
                  </a:lnTo>
                  <a:lnTo>
                    <a:pt x="7452141" y="117872"/>
                  </a:lnTo>
                  <a:lnTo>
                    <a:pt x="7452267" y="117872"/>
                  </a:lnTo>
                  <a:lnTo>
                    <a:pt x="7452393" y="117872"/>
                  </a:lnTo>
                  <a:lnTo>
                    <a:pt x="7452520" y="117872"/>
                  </a:lnTo>
                  <a:lnTo>
                    <a:pt x="7452646" y="117872"/>
                  </a:lnTo>
                  <a:lnTo>
                    <a:pt x="7452772" y="117872"/>
                  </a:lnTo>
                  <a:lnTo>
                    <a:pt x="7452898" y="117872"/>
                  </a:lnTo>
                  <a:lnTo>
                    <a:pt x="7453025" y="117872"/>
                  </a:lnTo>
                  <a:lnTo>
                    <a:pt x="7453151" y="117872"/>
                  </a:lnTo>
                  <a:lnTo>
                    <a:pt x="7453277" y="117872"/>
                  </a:lnTo>
                  <a:lnTo>
                    <a:pt x="7453403" y="117872"/>
                  </a:lnTo>
                  <a:lnTo>
                    <a:pt x="7453530" y="117872"/>
                  </a:lnTo>
                  <a:lnTo>
                    <a:pt x="7453656" y="117872"/>
                  </a:lnTo>
                  <a:lnTo>
                    <a:pt x="7453782" y="117872"/>
                  </a:lnTo>
                  <a:lnTo>
                    <a:pt x="7453909" y="117872"/>
                  </a:lnTo>
                  <a:lnTo>
                    <a:pt x="7454035" y="117872"/>
                  </a:lnTo>
                  <a:lnTo>
                    <a:pt x="7454161" y="117872"/>
                  </a:lnTo>
                  <a:lnTo>
                    <a:pt x="7454287" y="117872"/>
                  </a:lnTo>
                  <a:lnTo>
                    <a:pt x="7454414" y="117872"/>
                  </a:lnTo>
                  <a:lnTo>
                    <a:pt x="7454540" y="117872"/>
                  </a:lnTo>
                  <a:lnTo>
                    <a:pt x="7454666" y="117872"/>
                  </a:lnTo>
                  <a:lnTo>
                    <a:pt x="7454792" y="117872"/>
                  </a:lnTo>
                  <a:lnTo>
                    <a:pt x="7454919" y="117872"/>
                  </a:lnTo>
                  <a:lnTo>
                    <a:pt x="7455045" y="117872"/>
                  </a:lnTo>
                  <a:lnTo>
                    <a:pt x="7455171" y="117872"/>
                  </a:lnTo>
                  <a:lnTo>
                    <a:pt x="7455297" y="117872"/>
                  </a:lnTo>
                  <a:lnTo>
                    <a:pt x="7455424" y="117872"/>
                  </a:lnTo>
                  <a:lnTo>
                    <a:pt x="7455550" y="117872"/>
                  </a:lnTo>
                  <a:lnTo>
                    <a:pt x="7455676" y="117872"/>
                  </a:lnTo>
                  <a:lnTo>
                    <a:pt x="7455802" y="117872"/>
                  </a:lnTo>
                  <a:lnTo>
                    <a:pt x="7455929" y="117872"/>
                  </a:lnTo>
                  <a:lnTo>
                    <a:pt x="7456055" y="117872"/>
                  </a:lnTo>
                  <a:lnTo>
                    <a:pt x="7456181" y="117872"/>
                  </a:lnTo>
                  <a:lnTo>
                    <a:pt x="7456307" y="117872"/>
                  </a:lnTo>
                  <a:lnTo>
                    <a:pt x="7456434" y="117872"/>
                  </a:lnTo>
                  <a:lnTo>
                    <a:pt x="7456560" y="117872"/>
                  </a:lnTo>
                  <a:lnTo>
                    <a:pt x="7456686" y="117872"/>
                  </a:lnTo>
                  <a:lnTo>
                    <a:pt x="7456812" y="117872"/>
                  </a:lnTo>
                  <a:lnTo>
                    <a:pt x="7456939" y="117872"/>
                  </a:lnTo>
                  <a:lnTo>
                    <a:pt x="7457065" y="117872"/>
                  </a:lnTo>
                  <a:lnTo>
                    <a:pt x="7457191" y="117872"/>
                  </a:lnTo>
                  <a:lnTo>
                    <a:pt x="7457317" y="117872"/>
                  </a:lnTo>
                  <a:lnTo>
                    <a:pt x="7457444" y="117872"/>
                  </a:lnTo>
                  <a:lnTo>
                    <a:pt x="7457570" y="117872"/>
                  </a:lnTo>
                  <a:lnTo>
                    <a:pt x="7457696" y="117872"/>
                  </a:lnTo>
                  <a:lnTo>
                    <a:pt x="7457822" y="117872"/>
                  </a:lnTo>
                  <a:lnTo>
                    <a:pt x="7457949" y="117872"/>
                  </a:lnTo>
                  <a:lnTo>
                    <a:pt x="7458075" y="117872"/>
                  </a:lnTo>
                  <a:lnTo>
                    <a:pt x="7458201" y="117872"/>
                  </a:lnTo>
                  <a:lnTo>
                    <a:pt x="7458327" y="117872"/>
                  </a:lnTo>
                  <a:lnTo>
                    <a:pt x="7458454" y="117872"/>
                  </a:lnTo>
                  <a:lnTo>
                    <a:pt x="7458580" y="117872"/>
                  </a:lnTo>
                  <a:lnTo>
                    <a:pt x="7458706" y="117872"/>
                  </a:lnTo>
                  <a:lnTo>
                    <a:pt x="7458833" y="117872"/>
                  </a:lnTo>
                  <a:lnTo>
                    <a:pt x="7458959" y="117872"/>
                  </a:lnTo>
                  <a:lnTo>
                    <a:pt x="7459085" y="117872"/>
                  </a:lnTo>
                  <a:lnTo>
                    <a:pt x="7459211" y="117872"/>
                  </a:lnTo>
                  <a:lnTo>
                    <a:pt x="7459338" y="117872"/>
                  </a:lnTo>
                  <a:lnTo>
                    <a:pt x="7459464" y="117872"/>
                  </a:lnTo>
                  <a:lnTo>
                    <a:pt x="7459590" y="117872"/>
                  </a:lnTo>
                  <a:lnTo>
                    <a:pt x="7459716" y="117872"/>
                  </a:lnTo>
                  <a:lnTo>
                    <a:pt x="7459843" y="117872"/>
                  </a:lnTo>
                  <a:lnTo>
                    <a:pt x="7459969" y="117872"/>
                  </a:lnTo>
                  <a:lnTo>
                    <a:pt x="7460095" y="117872"/>
                  </a:lnTo>
                  <a:lnTo>
                    <a:pt x="7460221" y="117872"/>
                  </a:lnTo>
                  <a:lnTo>
                    <a:pt x="7460348" y="117872"/>
                  </a:lnTo>
                  <a:lnTo>
                    <a:pt x="7460474" y="117872"/>
                  </a:lnTo>
                  <a:lnTo>
                    <a:pt x="7460600" y="117872"/>
                  </a:lnTo>
                  <a:lnTo>
                    <a:pt x="7460726" y="117872"/>
                  </a:lnTo>
                  <a:lnTo>
                    <a:pt x="7460853" y="117872"/>
                  </a:lnTo>
                  <a:lnTo>
                    <a:pt x="7460979" y="117872"/>
                  </a:lnTo>
                  <a:lnTo>
                    <a:pt x="7461105" y="117872"/>
                  </a:lnTo>
                  <a:lnTo>
                    <a:pt x="7461231" y="117872"/>
                  </a:lnTo>
                  <a:lnTo>
                    <a:pt x="7461358" y="117872"/>
                  </a:lnTo>
                  <a:lnTo>
                    <a:pt x="7461358" y="112961"/>
                  </a:lnTo>
                  <a:lnTo>
                    <a:pt x="7461484" y="112961"/>
                  </a:lnTo>
                  <a:lnTo>
                    <a:pt x="7461610" y="112961"/>
                  </a:lnTo>
                  <a:lnTo>
                    <a:pt x="7461736" y="112961"/>
                  </a:lnTo>
                  <a:lnTo>
                    <a:pt x="7461863" y="112961"/>
                  </a:lnTo>
                  <a:lnTo>
                    <a:pt x="7461989" y="112961"/>
                  </a:lnTo>
                  <a:lnTo>
                    <a:pt x="7462115" y="112961"/>
                  </a:lnTo>
                  <a:lnTo>
                    <a:pt x="7462241" y="112961"/>
                  </a:lnTo>
                  <a:lnTo>
                    <a:pt x="7462368" y="112961"/>
                  </a:lnTo>
                  <a:lnTo>
                    <a:pt x="7462494" y="112961"/>
                  </a:lnTo>
                  <a:lnTo>
                    <a:pt x="7462620" y="112961"/>
                  </a:lnTo>
                  <a:lnTo>
                    <a:pt x="7462746" y="112961"/>
                  </a:lnTo>
                  <a:lnTo>
                    <a:pt x="7462873" y="112961"/>
                  </a:lnTo>
                  <a:lnTo>
                    <a:pt x="7462999" y="112961"/>
                  </a:lnTo>
                  <a:lnTo>
                    <a:pt x="7463125" y="112961"/>
                  </a:lnTo>
                  <a:lnTo>
                    <a:pt x="7463251" y="112961"/>
                  </a:lnTo>
                  <a:lnTo>
                    <a:pt x="7463378" y="112961"/>
                  </a:lnTo>
                  <a:lnTo>
                    <a:pt x="7463504" y="112961"/>
                  </a:lnTo>
                  <a:lnTo>
                    <a:pt x="7463630" y="112961"/>
                  </a:lnTo>
                  <a:lnTo>
                    <a:pt x="7463756" y="112961"/>
                  </a:lnTo>
                  <a:lnTo>
                    <a:pt x="7463883" y="112961"/>
                  </a:lnTo>
                  <a:lnTo>
                    <a:pt x="7464009" y="112961"/>
                  </a:lnTo>
                  <a:lnTo>
                    <a:pt x="7464135" y="112961"/>
                  </a:lnTo>
                  <a:lnTo>
                    <a:pt x="7464262" y="112961"/>
                  </a:lnTo>
                  <a:lnTo>
                    <a:pt x="7464388" y="112961"/>
                  </a:lnTo>
                  <a:lnTo>
                    <a:pt x="7464514" y="112961"/>
                  </a:lnTo>
                  <a:lnTo>
                    <a:pt x="7464640" y="112961"/>
                  </a:lnTo>
                  <a:lnTo>
                    <a:pt x="7464767" y="112961"/>
                  </a:lnTo>
                  <a:lnTo>
                    <a:pt x="7464893" y="112961"/>
                  </a:lnTo>
                  <a:lnTo>
                    <a:pt x="7465019" y="112961"/>
                  </a:lnTo>
                  <a:lnTo>
                    <a:pt x="7465145" y="112961"/>
                  </a:lnTo>
                  <a:lnTo>
                    <a:pt x="7465272" y="112961"/>
                  </a:lnTo>
                  <a:lnTo>
                    <a:pt x="7465398" y="112961"/>
                  </a:lnTo>
                  <a:lnTo>
                    <a:pt x="7465524" y="112961"/>
                  </a:lnTo>
                  <a:lnTo>
                    <a:pt x="7465650" y="112961"/>
                  </a:lnTo>
                  <a:lnTo>
                    <a:pt x="7465777" y="112961"/>
                  </a:lnTo>
                  <a:lnTo>
                    <a:pt x="7465903" y="112961"/>
                  </a:lnTo>
                  <a:lnTo>
                    <a:pt x="7466029" y="112961"/>
                  </a:lnTo>
                  <a:lnTo>
                    <a:pt x="7466155" y="112961"/>
                  </a:lnTo>
                  <a:lnTo>
                    <a:pt x="7466282" y="112961"/>
                  </a:lnTo>
                  <a:lnTo>
                    <a:pt x="7466408" y="112961"/>
                  </a:lnTo>
                  <a:lnTo>
                    <a:pt x="7466534" y="112961"/>
                  </a:lnTo>
                  <a:lnTo>
                    <a:pt x="7466660" y="112961"/>
                  </a:lnTo>
                  <a:lnTo>
                    <a:pt x="7466787" y="112961"/>
                  </a:lnTo>
                  <a:lnTo>
                    <a:pt x="7466913" y="112961"/>
                  </a:lnTo>
                  <a:lnTo>
                    <a:pt x="7467039" y="112961"/>
                  </a:lnTo>
                  <a:lnTo>
                    <a:pt x="7467165" y="112961"/>
                  </a:lnTo>
                  <a:lnTo>
                    <a:pt x="7467292" y="112961"/>
                  </a:lnTo>
                  <a:lnTo>
                    <a:pt x="7467418" y="112961"/>
                  </a:lnTo>
                  <a:lnTo>
                    <a:pt x="7467544" y="112961"/>
                  </a:lnTo>
                  <a:lnTo>
                    <a:pt x="7467670" y="112961"/>
                  </a:lnTo>
                  <a:lnTo>
                    <a:pt x="7467797" y="112961"/>
                  </a:lnTo>
                  <a:lnTo>
                    <a:pt x="7467923" y="112961"/>
                  </a:lnTo>
                  <a:lnTo>
                    <a:pt x="7468049" y="112961"/>
                  </a:lnTo>
                  <a:lnTo>
                    <a:pt x="7468175" y="112961"/>
                  </a:lnTo>
                  <a:lnTo>
                    <a:pt x="7468302" y="112961"/>
                  </a:lnTo>
                  <a:lnTo>
                    <a:pt x="7468428" y="112961"/>
                  </a:lnTo>
                  <a:lnTo>
                    <a:pt x="7468554" y="112961"/>
                  </a:lnTo>
                  <a:lnTo>
                    <a:pt x="7468680" y="112961"/>
                  </a:lnTo>
                  <a:lnTo>
                    <a:pt x="7468807" y="112961"/>
                  </a:lnTo>
                  <a:lnTo>
                    <a:pt x="7468933" y="112961"/>
                  </a:lnTo>
                  <a:lnTo>
                    <a:pt x="7469059" y="112961"/>
                  </a:lnTo>
                  <a:lnTo>
                    <a:pt x="7469186" y="112961"/>
                  </a:lnTo>
                  <a:lnTo>
                    <a:pt x="7469312" y="112961"/>
                  </a:lnTo>
                  <a:lnTo>
                    <a:pt x="7469438" y="112961"/>
                  </a:lnTo>
                  <a:lnTo>
                    <a:pt x="7469564" y="112961"/>
                  </a:lnTo>
                  <a:lnTo>
                    <a:pt x="7469691" y="112961"/>
                  </a:lnTo>
                  <a:lnTo>
                    <a:pt x="7469817" y="112961"/>
                  </a:lnTo>
                  <a:lnTo>
                    <a:pt x="7469943" y="112961"/>
                  </a:lnTo>
                  <a:lnTo>
                    <a:pt x="7470069" y="112961"/>
                  </a:lnTo>
                  <a:lnTo>
                    <a:pt x="7470196" y="112961"/>
                  </a:lnTo>
                  <a:lnTo>
                    <a:pt x="7470322" y="112961"/>
                  </a:lnTo>
                  <a:lnTo>
                    <a:pt x="7470448" y="112961"/>
                  </a:lnTo>
                  <a:lnTo>
                    <a:pt x="7470574" y="112961"/>
                  </a:lnTo>
                  <a:lnTo>
                    <a:pt x="7470701" y="112961"/>
                  </a:lnTo>
                  <a:lnTo>
                    <a:pt x="7470827" y="112961"/>
                  </a:lnTo>
                  <a:lnTo>
                    <a:pt x="7470953" y="112961"/>
                  </a:lnTo>
                  <a:lnTo>
                    <a:pt x="7471079" y="112961"/>
                  </a:lnTo>
                  <a:lnTo>
                    <a:pt x="7471206" y="112961"/>
                  </a:lnTo>
                  <a:lnTo>
                    <a:pt x="7471332" y="112961"/>
                  </a:lnTo>
                  <a:lnTo>
                    <a:pt x="7471458" y="112961"/>
                  </a:lnTo>
                  <a:lnTo>
                    <a:pt x="7471584" y="112961"/>
                  </a:lnTo>
                  <a:lnTo>
                    <a:pt x="7471711" y="112961"/>
                  </a:lnTo>
                  <a:lnTo>
                    <a:pt x="7471837" y="112961"/>
                  </a:lnTo>
                  <a:lnTo>
                    <a:pt x="7471963" y="112961"/>
                  </a:lnTo>
                  <a:lnTo>
                    <a:pt x="7472089" y="112961"/>
                  </a:lnTo>
                  <a:lnTo>
                    <a:pt x="7472216" y="112961"/>
                  </a:lnTo>
                  <a:lnTo>
                    <a:pt x="7472342" y="112961"/>
                  </a:lnTo>
                  <a:lnTo>
                    <a:pt x="7472468" y="112961"/>
                  </a:lnTo>
                  <a:lnTo>
                    <a:pt x="7472594" y="112961"/>
                  </a:lnTo>
                  <a:lnTo>
                    <a:pt x="7472721" y="112961"/>
                  </a:lnTo>
                  <a:lnTo>
                    <a:pt x="7472847" y="112961"/>
                  </a:lnTo>
                  <a:lnTo>
                    <a:pt x="7472973" y="112961"/>
                  </a:lnTo>
                  <a:lnTo>
                    <a:pt x="7473099" y="112961"/>
                  </a:lnTo>
                  <a:lnTo>
                    <a:pt x="7473226" y="112961"/>
                  </a:lnTo>
                  <a:lnTo>
                    <a:pt x="7473352" y="112961"/>
                  </a:lnTo>
                  <a:lnTo>
                    <a:pt x="7473478" y="112961"/>
                  </a:lnTo>
                  <a:lnTo>
                    <a:pt x="7473604" y="112961"/>
                  </a:lnTo>
                  <a:lnTo>
                    <a:pt x="7473731" y="112961"/>
                  </a:lnTo>
                  <a:lnTo>
                    <a:pt x="7473857" y="112961"/>
                  </a:lnTo>
                  <a:lnTo>
                    <a:pt x="7473983" y="112961"/>
                  </a:lnTo>
                  <a:lnTo>
                    <a:pt x="7474109" y="112961"/>
                  </a:lnTo>
                  <a:lnTo>
                    <a:pt x="7474236" y="112961"/>
                  </a:lnTo>
                  <a:lnTo>
                    <a:pt x="7474362" y="112961"/>
                  </a:lnTo>
                  <a:lnTo>
                    <a:pt x="7474488" y="112961"/>
                  </a:lnTo>
                  <a:lnTo>
                    <a:pt x="7474615" y="112961"/>
                  </a:lnTo>
                  <a:lnTo>
                    <a:pt x="7474741" y="112961"/>
                  </a:lnTo>
                  <a:lnTo>
                    <a:pt x="7474867" y="112961"/>
                  </a:lnTo>
                  <a:lnTo>
                    <a:pt x="7474993" y="112961"/>
                  </a:lnTo>
                  <a:lnTo>
                    <a:pt x="7475120" y="112961"/>
                  </a:lnTo>
                  <a:lnTo>
                    <a:pt x="7475246" y="112961"/>
                  </a:lnTo>
                  <a:lnTo>
                    <a:pt x="7475372" y="112961"/>
                  </a:lnTo>
                  <a:lnTo>
                    <a:pt x="7475498" y="112961"/>
                  </a:lnTo>
                  <a:lnTo>
                    <a:pt x="7475625" y="112961"/>
                  </a:lnTo>
                  <a:lnTo>
                    <a:pt x="7475751" y="112961"/>
                  </a:lnTo>
                  <a:lnTo>
                    <a:pt x="7475877" y="112961"/>
                  </a:lnTo>
                  <a:lnTo>
                    <a:pt x="7476003" y="112961"/>
                  </a:lnTo>
                  <a:lnTo>
                    <a:pt x="7476130" y="112961"/>
                  </a:lnTo>
                  <a:lnTo>
                    <a:pt x="7476256" y="112961"/>
                  </a:lnTo>
                  <a:lnTo>
                    <a:pt x="7476382" y="112961"/>
                  </a:lnTo>
                  <a:lnTo>
                    <a:pt x="7476508" y="112961"/>
                  </a:lnTo>
                  <a:lnTo>
                    <a:pt x="7476635" y="112961"/>
                  </a:lnTo>
                  <a:lnTo>
                    <a:pt x="7476761" y="112961"/>
                  </a:lnTo>
                  <a:lnTo>
                    <a:pt x="7476887" y="112961"/>
                  </a:lnTo>
                  <a:lnTo>
                    <a:pt x="7477013" y="112961"/>
                  </a:lnTo>
                  <a:lnTo>
                    <a:pt x="7477140" y="112961"/>
                  </a:lnTo>
                  <a:lnTo>
                    <a:pt x="7477266" y="112961"/>
                  </a:lnTo>
                  <a:lnTo>
                    <a:pt x="7477392" y="112961"/>
                  </a:lnTo>
                  <a:lnTo>
                    <a:pt x="7477518" y="112961"/>
                  </a:lnTo>
                  <a:lnTo>
                    <a:pt x="7477645" y="112961"/>
                  </a:lnTo>
                  <a:lnTo>
                    <a:pt x="7477771" y="112961"/>
                  </a:lnTo>
                  <a:lnTo>
                    <a:pt x="7477897" y="112961"/>
                  </a:lnTo>
                  <a:lnTo>
                    <a:pt x="7478023" y="112961"/>
                  </a:lnTo>
                  <a:lnTo>
                    <a:pt x="7478150" y="112961"/>
                  </a:lnTo>
                  <a:lnTo>
                    <a:pt x="7478276" y="112961"/>
                  </a:lnTo>
                  <a:lnTo>
                    <a:pt x="7478402" y="112961"/>
                  </a:lnTo>
                  <a:lnTo>
                    <a:pt x="7478528" y="112961"/>
                  </a:lnTo>
                  <a:lnTo>
                    <a:pt x="7478655" y="112961"/>
                  </a:lnTo>
                  <a:lnTo>
                    <a:pt x="7478781" y="112961"/>
                  </a:lnTo>
                  <a:lnTo>
                    <a:pt x="7478907" y="112961"/>
                  </a:lnTo>
                  <a:lnTo>
                    <a:pt x="7479033" y="112961"/>
                  </a:lnTo>
                  <a:lnTo>
                    <a:pt x="7479160" y="112961"/>
                  </a:lnTo>
                  <a:lnTo>
                    <a:pt x="7479286" y="112961"/>
                  </a:lnTo>
                  <a:lnTo>
                    <a:pt x="7479412" y="112961"/>
                  </a:lnTo>
                  <a:lnTo>
                    <a:pt x="7479539" y="112961"/>
                  </a:lnTo>
                  <a:lnTo>
                    <a:pt x="7479665" y="112961"/>
                  </a:lnTo>
                  <a:lnTo>
                    <a:pt x="7479791" y="112961"/>
                  </a:lnTo>
                  <a:lnTo>
                    <a:pt x="7479917" y="112961"/>
                  </a:lnTo>
                  <a:lnTo>
                    <a:pt x="7480044" y="112961"/>
                  </a:lnTo>
                  <a:lnTo>
                    <a:pt x="7480170" y="112961"/>
                  </a:lnTo>
                  <a:lnTo>
                    <a:pt x="7480296" y="112961"/>
                  </a:lnTo>
                  <a:lnTo>
                    <a:pt x="7480422" y="112961"/>
                  </a:lnTo>
                  <a:lnTo>
                    <a:pt x="7480549" y="112961"/>
                  </a:lnTo>
                  <a:lnTo>
                    <a:pt x="7480675" y="112961"/>
                  </a:lnTo>
                  <a:lnTo>
                    <a:pt x="7480801" y="112961"/>
                  </a:lnTo>
                  <a:lnTo>
                    <a:pt x="7480927" y="112961"/>
                  </a:lnTo>
                  <a:lnTo>
                    <a:pt x="7481054" y="112961"/>
                  </a:lnTo>
                  <a:lnTo>
                    <a:pt x="7481180" y="112961"/>
                  </a:lnTo>
                  <a:lnTo>
                    <a:pt x="7481306" y="112961"/>
                  </a:lnTo>
                  <a:lnTo>
                    <a:pt x="7481432" y="112961"/>
                  </a:lnTo>
                  <a:lnTo>
                    <a:pt x="7481559" y="112961"/>
                  </a:lnTo>
                  <a:lnTo>
                    <a:pt x="7481685" y="112961"/>
                  </a:lnTo>
                  <a:lnTo>
                    <a:pt x="7481811" y="112961"/>
                  </a:lnTo>
                  <a:lnTo>
                    <a:pt x="7481937" y="112961"/>
                  </a:lnTo>
                  <a:lnTo>
                    <a:pt x="7482064" y="112961"/>
                  </a:lnTo>
                  <a:lnTo>
                    <a:pt x="7482190" y="112961"/>
                  </a:lnTo>
                  <a:lnTo>
                    <a:pt x="7482316" y="112961"/>
                  </a:lnTo>
                  <a:lnTo>
                    <a:pt x="7482442" y="112961"/>
                  </a:lnTo>
                  <a:lnTo>
                    <a:pt x="7482569" y="112961"/>
                  </a:lnTo>
                  <a:lnTo>
                    <a:pt x="7482695" y="112961"/>
                  </a:lnTo>
                  <a:lnTo>
                    <a:pt x="7482821" y="112961"/>
                  </a:lnTo>
                  <a:lnTo>
                    <a:pt x="7482947" y="112961"/>
                  </a:lnTo>
                  <a:lnTo>
                    <a:pt x="7483074" y="112961"/>
                  </a:lnTo>
                  <a:lnTo>
                    <a:pt x="7483200" y="112961"/>
                  </a:lnTo>
                  <a:lnTo>
                    <a:pt x="7483326" y="112961"/>
                  </a:lnTo>
                  <a:lnTo>
                    <a:pt x="7483452" y="112961"/>
                  </a:lnTo>
                  <a:lnTo>
                    <a:pt x="7483579" y="112961"/>
                  </a:lnTo>
                  <a:lnTo>
                    <a:pt x="7483705" y="112961"/>
                  </a:lnTo>
                  <a:lnTo>
                    <a:pt x="7483831" y="112961"/>
                  </a:lnTo>
                  <a:lnTo>
                    <a:pt x="7483957" y="112961"/>
                  </a:lnTo>
                  <a:lnTo>
                    <a:pt x="7484084" y="112961"/>
                  </a:lnTo>
                  <a:lnTo>
                    <a:pt x="7484210" y="112961"/>
                  </a:lnTo>
                  <a:lnTo>
                    <a:pt x="7484336" y="112961"/>
                  </a:lnTo>
                  <a:lnTo>
                    <a:pt x="7484463" y="112961"/>
                  </a:lnTo>
                  <a:lnTo>
                    <a:pt x="7484589" y="112961"/>
                  </a:lnTo>
                  <a:lnTo>
                    <a:pt x="7484715" y="112961"/>
                  </a:lnTo>
                  <a:lnTo>
                    <a:pt x="7484841" y="112961"/>
                  </a:lnTo>
                  <a:lnTo>
                    <a:pt x="7484968" y="112961"/>
                  </a:lnTo>
                  <a:lnTo>
                    <a:pt x="7485094" y="112961"/>
                  </a:lnTo>
                  <a:lnTo>
                    <a:pt x="7485220" y="112961"/>
                  </a:lnTo>
                  <a:lnTo>
                    <a:pt x="7485346" y="112961"/>
                  </a:lnTo>
                  <a:lnTo>
                    <a:pt x="7485473" y="112961"/>
                  </a:lnTo>
                  <a:lnTo>
                    <a:pt x="7485599" y="112961"/>
                  </a:lnTo>
                  <a:lnTo>
                    <a:pt x="7485725" y="112961"/>
                  </a:lnTo>
                  <a:lnTo>
                    <a:pt x="7485851" y="112961"/>
                  </a:lnTo>
                  <a:lnTo>
                    <a:pt x="7485978" y="112961"/>
                  </a:lnTo>
                  <a:lnTo>
                    <a:pt x="7486104" y="112961"/>
                  </a:lnTo>
                  <a:lnTo>
                    <a:pt x="7486230" y="112961"/>
                  </a:lnTo>
                  <a:lnTo>
                    <a:pt x="7486356" y="112961"/>
                  </a:lnTo>
                  <a:lnTo>
                    <a:pt x="7486483" y="112961"/>
                  </a:lnTo>
                  <a:lnTo>
                    <a:pt x="7486609" y="112961"/>
                  </a:lnTo>
                  <a:lnTo>
                    <a:pt x="7486735" y="112961"/>
                  </a:lnTo>
                  <a:lnTo>
                    <a:pt x="7486861" y="112961"/>
                  </a:lnTo>
                  <a:lnTo>
                    <a:pt x="7486988" y="112961"/>
                  </a:lnTo>
                  <a:lnTo>
                    <a:pt x="7487114" y="112961"/>
                  </a:lnTo>
                  <a:lnTo>
                    <a:pt x="7487240" y="112961"/>
                  </a:lnTo>
                  <a:lnTo>
                    <a:pt x="7487366" y="112961"/>
                  </a:lnTo>
                  <a:lnTo>
                    <a:pt x="7487493" y="112961"/>
                  </a:lnTo>
                  <a:lnTo>
                    <a:pt x="7487619" y="112961"/>
                  </a:lnTo>
                  <a:lnTo>
                    <a:pt x="7487745" y="112961"/>
                  </a:lnTo>
                  <a:lnTo>
                    <a:pt x="7487871" y="112961"/>
                  </a:lnTo>
                  <a:lnTo>
                    <a:pt x="7487998" y="112961"/>
                  </a:lnTo>
                  <a:lnTo>
                    <a:pt x="7488124" y="112961"/>
                  </a:lnTo>
                  <a:lnTo>
                    <a:pt x="7488250" y="112961"/>
                  </a:lnTo>
                  <a:lnTo>
                    <a:pt x="7488376" y="112961"/>
                  </a:lnTo>
                  <a:lnTo>
                    <a:pt x="7488503" y="112961"/>
                  </a:lnTo>
                  <a:lnTo>
                    <a:pt x="7488629" y="112961"/>
                  </a:lnTo>
                  <a:lnTo>
                    <a:pt x="7488755" y="112961"/>
                  </a:lnTo>
                  <a:lnTo>
                    <a:pt x="7488881" y="112961"/>
                  </a:lnTo>
                  <a:lnTo>
                    <a:pt x="7489008" y="112961"/>
                  </a:lnTo>
                  <a:lnTo>
                    <a:pt x="7489134" y="112961"/>
                  </a:lnTo>
                  <a:lnTo>
                    <a:pt x="7489260" y="112961"/>
                  </a:lnTo>
                  <a:lnTo>
                    <a:pt x="7489386" y="112961"/>
                  </a:lnTo>
                  <a:lnTo>
                    <a:pt x="7489513" y="112961"/>
                  </a:lnTo>
                  <a:lnTo>
                    <a:pt x="7489639" y="112961"/>
                  </a:lnTo>
                  <a:lnTo>
                    <a:pt x="7489765" y="112961"/>
                  </a:lnTo>
                  <a:lnTo>
                    <a:pt x="7489892" y="112961"/>
                  </a:lnTo>
                  <a:lnTo>
                    <a:pt x="7490018" y="112961"/>
                  </a:lnTo>
                  <a:lnTo>
                    <a:pt x="7490144" y="112961"/>
                  </a:lnTo>
                  <a:lnTo>
                    <a:pt x="7490270" y="112961"/>
                  </a:lnTo>
                  <a:lnTo>
                    <a:pt x="7490397" y="112961"/>
                  </a:lnTo>
                  <a:lnTo>
                    <a:pt x="7490523" y="112961"/>
                  </a:lnTo>
                  <a:lnTo>
                    <a:pt x="7490649" y="112961"/>
                  </a:lnTo>
                  <a:lnTo>
                    <a:pt x="7490775" y="112961"/>
                  </a:lnTo>
                  <a:lnTo>
                    <a:pt x="7490902" y="112961"/>
                  </a:lnTo>
                  <a:lnTo>
                    <a:pt x="7491028" y="112961"/>
                  </a:lnTo>
                  <a:lnTo>
                    <a:pt x="7491154" y="112961"/>
                  </a:lnTo>
                  <a:lnTo>
                    <a:pt x="7491280" y="112961"/>
                  </a:lnTo>
                  <a:lnTo>
                    <a:pt x="7491407" y="112961"/>
                  </a:lnTo>
                  <a:lnTo>
                    <a:pt x="7491533" y="112961"/>
                  </a:lnTo>
                  <a:lnTo>
                    <a:pt x="7491659" y="112961"/>
                  </a:lnTo>
                  <a:lnTo>
                    <a:pt x="7491785" y="112961"/>
                  </a:lnTo>
                  <a:lnTo>
                    <a:pt x="7491912" y="112961"/>
                  </a:lnTo>
                  <a:lnTo>
                    <a:pt x="7492038" y="112961"/>
                  </a:lnTo>
                  <a:lnTo>
                    <a:pt x="7492164" y="112961"/>
                  </a:lnTo>
                  <a:lnTo>
                    <a:pt x="7492290" y="112961"/>
                  </a:lnTo>
                  <a:lnTo>
                    <a:pt x="7492417" y="112961"/>
                  </a:lnTo>
                  <a:lnTo>
                    <a:pt x="7492543" y="112961"/>
                  </a:lnTo>
                  <a:lnTo>
                    <a:pt x="7492669" y="112961"/>
                  </a:lnTo>
                  <a:lnTo>
                    <a:pt x="7492795" y="112961"/>
                  </a:lnTo>
                  <a:lnTo>
                    <a:pt x="7492922" y="112961"/>
                  </a:lnTo>
                  <a:lnTo>
                    <a:pt x="7493048" y="112961"/>
                  </a:lnTo>
                  <a:lnTo>
                    <a:pt x="7493174" y="112961"/>
                  </a:lnTo>
                  <a:lnTo>
                    <a:pt x="7493300" y="112961"/>
                  </a:lnTo>
                  <a:lnTo>
                    <a:pt x="7493427" y="112961"/>
                  </a:lnTo>
                  <a:lnTo>
                    <a:pt x="7493553" y="112961"/>
                  </a:lnTo>
                  <a:lnTo>
                    <a:pt x="7493679" y="112961"/>
                  </a:lnTo>
                  <a:lnTo>
                    <a:pt x="7493805" y="112961"/>
                  </a:lnTo>
                  <a:lnTo>
                    <a:pt x="7493932" y="112961"/>
                  </a:lnTo>
                  <a:lnTo>
                    <a:pt x="7494058" y="112961"/>
                  </a:lnTo>
                  <a:lnTo>
                    <a:pt x="7494184" y="112961"/>
                  </a:lnTo>
                  <a:lnTo>
                    <a:pt x="7494310" y="112961"/>
                  </a:lnTo>
                  <a:lnTo>
                    <a:pt x="7494437" y="112961"/>
                  </a:lnTo>
                  <a:lnTo>
                    <a:pt x="7494563" y="112961"/>
                  </a:lnTo>
                  <a:lnTo>
                    <a:pt x="7494689" y="112961"/>
                  </a:lnTo>
                  <a:lnTo>
                    <a:pt x="7494816" y="112961"/>
                  </a:lnTo>
                  <a:lnTo>
                    <a:pt x="7494942" y="112961"/>
                  </a:lnTo>
                  <a:lnTo>
                    <a:pt x="7495068" y="112961"/>
                  </a:lnTo>
                  <a:lnTo>
                    <a:pt x="7495194" y="112961"/>
                  </a:lnTo>
                  <a:lnTo>
                    <a:pt x="7495321" y="112961"/>
                  </a:lnTo>
                  <a:lnTo>
                    <a:pt x="7495447" y="112961"/>
                  </a:lnTo>
                  <a:lnTo>
                    <a:pt x="7495573" y="112961"/>
                  </a:lnTo>
                  <a:lnTo>
                    <a:pt x="7495699" y="112961"/>
                  </a:lnTo>
                  <a:lnTo>
                    <a:pt x="7495826" y="112961"/>
                  </a:lnTo>
                  <a:lnTo>
                    <a:pt x="7495952" y="112961"/>
                  </a:lnTo>
                  <a:lnTo>
                    <a:pt x="7496078" y="112961"/>
                  </a:lnTo>
                  <a:lnTo>
                    <a:pt x="7496204" y="112961"/>
                  </a:lnTo>
                  <a:lnTo>
                    <a:pt x="7496331" y="112961"/>
                  </a:lnTo>
                  <a:lnTo>
                    <a:pt x="7496457" y="112961"/>
                  </a:lnTo>
                  <a:lnTo>
                    <a:pt x="7496583" y="112961"/>
                  </a:lnTo>
                  <a:lnTo>
                    <a:pt x="7496709" y="112961"/>
                  </a:lnTo>
                  <a:lnTo>
                    <a:pt x="7496836" y="112961"/>
                  </a:lnTo>
                  <a:lnTo>
                    <a:pt x="7496962" y="112961"/>
                  </a:lnTo>
                  <a:lnTo>
                    <a:pt x="7497088" y="112961"/>
                  </a:lnTo>
                  <a:lnTo>
                    <a:pt x="7497214" y="112961"/>
                  </a:lnTo>
                  <a:lnTo>
                    <a:pt x="7497341" y="112961"/>
                  </a:lnTo>
                  <a:lnTo>
                    <a:pt x="7497467" y="112961"/>
                  </a:lnTo>
                  <a:lnTo>
                    <a:pt x="7497593" y="112961"/>
                  </a:lnTo>
                  <a:lnTo>
                    <a:pt x="7497719" y="112961"/>
                  </a:lnTo>
                  <a:lnTo>
                    <a:pt x="7497846" y="112961"/>
                  </a:lnTo>
                  <a:lnTo>
                    <a:pt x="7497972" y="112961"/>
                  </a:lnTo>
                  <a:lnTo>
                    <a:pt x="7498098" y="112961"/>
                  </a:lnTo>
                  <a:lnTo>
                    <a:pt x="7498224" y="112961"/>
                  </a:lnTo>
                  <a:lnTo>
                    <a:pt x="7498351" y="112961"/>
                  </a:lnTo>
                  <a:lnTo>
                    <a:pt x="7498477" y="112961"/>
                  </a:lnTo>
                  <a:lnTo>
                    <a:pt x="7498603" y="112961"/>
                  </a:lnTo>
                  <a:lnTo>
                    <a:pt x="7498729" y="112961"/>
                  </a:lnTo>
                  <a:lnTo>
                    <a:pt x="7498856" y="112961"/>
                  </a:lnTo>
                  <a:lnTo>
                    <a:pt x="7498982" y="112961"/>
                  </a:lnTo>
                  <a:lnTo>
                    <a:pt x="7499108" y="112961"/>
                  </a:lnTo>
                  <a:lnTo>
                    <a:pt x="7499234" y="112961"/>
                  </a:lnTo>
                  <a:lnTo>
                    <a:pt x="7499361" y="112961"/>
                  </a:lnTo>
                  <a:lnTo>
                    <a:pt x="7499487" y="112961"/>
                  </a:lnTo>
                  <a:lnTo>
                    <a:pt x="7499613" y="112961"/>
                  </a:lnTo>
                  <a:lnTo>
                    <a:pt x="7499739" y="112961"/>
                  </a:lnTo>
                  <a:lnTo>
                    <a:pt x="7499866" y="112961"/>
                  </a:lnTo>
                  <a:lnTo>
                    <a:pt x="7499992" y="112961"/>
                  </a:lnTo>
                  <a:lnTo>
                    <a:pt x="7500118" y="112961"/>
                  </a:lnTo>
                  <a:lnTo>
                    <a:pt x="7500245" y="112961"/>
                  </a:lnTo>
                  <a:lnTo>
                    <a:pt x="7500371" y="112961"/>
                  </a:lnTo>
                  <a:lnTo>
                    <a:pt x="7500497" y="112961"/>
                  </a:lnTo>
                  <a:lnTo>
                    <a:pt x="7500623" y="112961"/>
                  </a:lnTo>
                  <a:lnTo>
                    <a:pt x="7500750" y="112961"/>
                  </a:lnTo>
                  <a:lnTo>
                    <a:pt x="7500876" y="112961"/>
                  </a:lnTo>
                  <a:lnTo>
                    <a:pt x="7501002" y="112961"/>
                  </a:lnTo>
                  <a:lnTo>
                    <a:pt x="7501128" y="112961"/>
                  </a:lnTo>
                  <a:lnTo>
                    <a:pt x="7501255" y="112961"/>
                  </a:lnTo>
                  <a:lnTo>
                    <a:pt x="7501381" y="112961"/>
                  </a:lnTo>
                  <a:lnTo>
                    <a:pt x="7501507" y="112961"/>
                  </a:lnTo>
                  <a:lnTo>
                    <a:pt x="7501633" y="112961"/>
                  </a:lnTo>
                  <a:lnTo>
                    <a:pt x="7501760" y="112961"/>
                  </a:lnTo>
                  <a:lnTo>
                    <a:pt x="7501886" y="112961"/>
                  </a:lnTo>
                  <a:lnTo>
                    <a:pt x="7502012" y="112961"/>
                  </a:lnTo>
                  <a:lnTo>
                    <a:pt x="7502138" y="112961"/>
                  </a:lnTo>
                  <a:lnTo>
                    <a:pt x="7502265" y="112961"/>
                  </a:lnTo>
                  <a:lnTo>
                    <a:pt x="7502391" y="112961"/>
                  </a:lnTo>
                  <a:lnTo>
                    <a:pt x="7502517" y="112961"/>
                  </a:lnTo>
                  <a:lnTo>
                    <a:pt x="7502643" y="112961"/>
                  </a:lnTo>
                  <a:lnTo>
                    <a:pt x="7502770" y="112961"/>
                  </a:lnTo>
                  <a:lnTo>
                    <a:pt x="7502896" y="112961"/>
                  </a:lnTo>
                  <a:lnTo>
                    <a:pt x="7503022" y="112961"/>
                  </a:lnTo>
                  <a:lnTo>
                    <a:pt x="7503148" y="112961"/>
                  </a:lnTo>
                  <a:lnTo>
                    <a:pt x="7503275" y="112961"/>
                  </a:lnTo>
                  <a:lnTo>
                    <a:pt x="7503401" y="112961"/>
                  </a:lnTo>
                  <a:lnTo>
                    <a:pt x="7503527" y="112961"/>
                  </a:lnTo>
                  <a:lnTo>
                    <a:pt x="7503653" y="112961"/>
                  </a:lnTo>
                  <a:lnTo>
                    <a:pt x="7503780" y="112961"/>
                  </a:lnTo>
                  <a:lnTo>
                    <a:pt x="7503906" y="112961"/>
                  </a:lnTo>
                  <a:lnTo>
                    <a:pt x="7504032" y="112961"/>
                  </a:lnTo>
                  <a:lnTo>
                    <a:pt x="7504158" y="112961"/>
                  </a:lnTo>
                  <a:lnTo>
                    <a:pt x="7504285" y="112961"/>
                  </a:lnTo>
                  <a:lnTo>
                    <a:pt x="7504411" y="112961"/>
                  </a:lnTo>
                  <a:lnTo>
                    <a:pt x="7504537" y="112961"/>
                  </a:lnTo>
                  <a:lnTo>
                    <a:pt x="7504663" y="112961"/>
                  </a:lnTo>
                  <a:lnTo>
                    <a:pt x="7504790" y="112961"/>
                  </a:lnTo>
                  <a:lnTo>
                    <a:pt x="7504916" y="112961"/>
                  </a:lnTo>
                  <a:lnTo>
                    <a:pt x="7505042" y="112961"/>
                  </a:lnTo>
                  <a:lnTo>
                    <a:pt x="7505169" y="112961"/>
                  </a:lnTo>
                  <a:lnTo>
                    <a:pt x="7505295" y="112961"/>
                  </a:lnTo>
                  <a:lnTo>
                    <a:pt x="7505421" y="112961"/>
                  </a:lnTo>
                  <a:lnTo>
                    <a:pt x="7505547" y="112961"/>
                  </a:lnTo>
                  <a:lnTo>
                    <a:pt x="7505674" y="112961"/>
                  </a:lnTo>
                  <a:lnTo>
                    <a:pt x="7505800" y="112961"/>
                  </a:lnTo>
                  <a:lnTo>
                    <a:pt x="7505926" y="112961"/>
                  </a:lnTo>
                  <a:lnTo>
                    <a:pt x="7506052" y="112961"/>
                  </a:lnTo>
                  <a:lnTo>
                    <a:pt x="7506179" y="112961"/>
                  </a:lnTo>
                  <a:lnTo>
                    <a:pt x="7506305" y="112961"/>
                  </a:lnTo>
                  <a:lnTo>
                    <a:pt x="7506431" y="112961"/>
                  </a:lnTo>
                  <a:lnTo>
                    <a:pt x="7506557" y="112961"/>
                  </a:lnTo>
                  <a:lnTo>
                    <a:pt x="7506684" y="112961"/>
                  </a:lnTo>
                  <a:lnTo>
                    <a:pt x="7506810" y="112961"/>
                  </a:lnTo>
                  <a:lnTo>
                    <a:pt x="7506936" y="112961"/>
                  </a:lnTo>
                  <a:lnTo>
                    <a:pt x="7507062" y="112961"/>
                  </a:lnTo>
                  <a:lnTo>
                    <a:pt x="7507189" y="112961"/>
                  </a:lnTo>
                  <a:lnTo>
                    <a:pt x="7507315" y="112961"/>
                  </a:lnTo>
                  <a:lnTo>
                    <a:pt x="7507441" y="112961"/>
                  </a:lnTo>
                  <a:lnTo>
                    <a:pt x="7507567" y="112961"/>
                  </a:lnTo>
                  <a:lnTo>
                    <a:pt x="7507694" y="112961"/>
                  </a:lnTo>
                  <a:lnTo>
                    <a:pt x="7507820" y="112961"/>
                  </a:lnTo>
                  <a:lnTo>
                    <a:pt x="7507946" y="112961"/>
                  </a:lnTo>
                  <a:lnTo>
                    <a:pt x="7508072" y="112961"/>
                  </a:lnTo>
                  <a:lnTo>
                    <a:pt x="7508199" y="112961"/>
                  </a:lnTo>
                  <a:lnTo>
                    <a:pt x="7508325" y="112961"/>
                  </a:lnTo>
                  <a:lnTo>
                    <a:pt x="7508451" y="112961"/>
                  </a:lnTo>
                  <a:lnTo>
                    <a:pt x="7508577" y="112961"/>
                  </a:lnTo>
                  <a:lnTo>
                    <a:pt x="7508704" y="112961"/>
                  </a:lnTo>
                  <a:lnTo>
                    <a:pt x="7508830" y="112961"/>
                  </a:lnTo>
                  <a:lnTo>
                    <a:pt x="7508956" y="112961"/>
                  </a:lnTo>
                  <a:lnTo>
                    <a:pt x="7509082" y="112961"/>
                  </a:lnTo>
                  <a:lnTo>
                    <a:pt x="7509209" y="112961"/>
                  </a:lnTo>
                  <a:lnTo>
                    <a:pt x="7509335" y="112961"/>
                  </a:lnTo>
                  <a:lnTo>
                    <a:pt x="7509461" y="112961"/>
                  </a:lnTo>
                  <a:lnTo>
                    <a:pt x="7509587" y="112961"/>
                  </a:lnTo>
                  <a:lnTo>
                    <a:pt x="7509714" y="112961"/>
                  </a:lnTo>
                  <a:lnTo>
                    <a:pt x="7509840" y="112961"/>
                  </a:lnTo>
                  <a:lnTo>
                    <a:pt x="7509966" y="112961"/>
                  </a:lnTo>
                  <a:lnTo>
                    <a:pt x="7510092" y="112961"/>
                  </a:lnTo>
                  <a:lnTo>
                    <a:pt x="7510219" y="112961"/>
                  </a:lnTo>
                  <a:lnTo>
                    <a:pt x="7510345" y="112961"/>
                  </a:lnTo>
                  <a:lnTo>
                    <a:pt x="7510471" y="112961"/>
                  </a:lnTo>
                  <a:lnTo>
                    <a:pt x="7510598" y="112961"/>
                  </a:lnTo>
                  <a:lnTo>
                    <a:pt x="7510724" y="112961"/>
                  </a:lnTo>
                  <a:lnTo>
                    <a:pt x="7510850" y="112961"/>
                  </a:lnTo>
                  <a:lnTo>
                    <a:pt x="7510976" y="112961"/>
                  </a:lnTo>
                  <a:lnTo>
                    <a:pt x="7511103" y="112961"/>
                  </a:lnTo>
                  <a:lnTo>
                    <a:pt x="7511229" y="112961"/>
                  </a:lnTo>
                  <a:lnTo>
                    <a:pt x="7511355" y="112961"/>
                  </a:lnTo>
                  <a:lnTo>
                    <a:pt x="7511481" y="112961"/>
                  </a:lnTo>
                  <a:lnTo>
                    <a:pt x="7511608" y="112961"/>
                  </a:lnTo>
                  <a:lnTo>
                    <a:pt x="7511734" y="112961"/>
                  </a:lnTo>
                  <a:lnTo>
                    <a:pt x="7511860" y="112961"/>
                  </a:lnTo>
                  <a:lnTo>
                    <a:pt x="7511986" y="112961"/>
                  </a:lnTo>
                  <a:lnTo>
                    <a:pt x="7512113" y="112961"/>
                  </a:lnTo>
                  <a:lnTo>
                    <a:pt x="7512239" y="112961"/>
                  </a:lnTo>
                  <a:lnTo>
                    <a:pt x="7512365" y="112961"/>
                  </a:lnTo>
                  <a:lnTo>
                    <a:pt x="7512491" y="112961"/>
                  </a:lnTo>
                  <a:lnTo>
                    <a:pt x="7512618" y="112961"/>
                  </a:lnTo>
                  <a:lnTo>
                    <a:pt x="7512744" y="112961"/>
                  </a:lnTo>
                  <a:lnTo>
                    <a:pt x="7512870" y="112961"/>
                  </a:lnTo>
                  <a:lnTo>
                    <a:pt x="7512996" y="112961"/>
                  </a:lnTo>
                  <a:lnTo>
                    <a:pt x="7513123" y="112961"/>
                  </a:lnTo>
                  <a:lnTo>
                    <a:pt x="7513249" y="112961"/>
                  </a:lnTo>
                  <a:lnTo>
                    <a:pt x="7513375" y="112961"/>
                  </a:lnTo>
                  <a:lnTo>
                    <a:pt x="7513501" y="112961"/>
                  </a:lnTo>
                  <a:lnTo>
                    <a:pt x="7513628" y="112961"/>
                  </a:lnTo>
                  <a:lnTo>
                    <a:pt x="7513754" y="112961"/>
                  </a:lnTo>
                  <a:lnTo>
                    <a:pt x="7513880" y="112961"/>
                  </a:lnTo>
                  <a:lnTo>
                    <a:pt x="7514006" y="112961"/>
                  </a:lnTo>
                  <a:lnTo>
                    <a:pt x="7514133" y="112961"/>
                  </a:lnTo>
                  <a:lnTo>
                    <a:pt x="7514259" y="112961"/>
                  </a:lnTo>
                  <a:lnTo>
                    <a:pt x="7514385" y="112961"/>
                  </a:lnTo>
                  <a:lnTo>
                    <a:pt x="7514511" y="112961"/>
                  </a:lnTo>
                  <a:lnTo>
                    <a:pt x="7514638" y="112961"/>
                  </a:lnTo>
                  <a:lnTo>
                    <a:pt x="7514764" y="112961"/>
                  </a:lnTo>
                  <a:lnTo>
                    <a:pt x="7514890" y="112961"/>
                  </a:lnTo>
                  <a:lnTo>
                    <a:pt x="7515016" y="112961"/>
                  </a:lnTo>
                  <a:lnTo>
                    <a:pt x="7515143" y="112961"/>
                  </a:lnTo>
                  <a:lnTo>
                    <a:pt x="7515269" y="112961"/>
                  </a:lnTo>
                  <a:lnTo>
                    <a:pt x="7515395" y="112961"/>
                  </a:lnTo>
                  <a:lnTo>
                    <a:pt x="7515522" y="112961"/>
                  </a:lnTo>
                  <a:lnTo>
                    <a:pt x="7515648" y="112961"/>
                  </a:lnTo>
                  <a:lnTo>
                    <a:pt x="7515774" y="112961"/>
                  </a:lnTo>
                  <a:lnTo>
                    <a:pt x="7515900" y="112961"/>
                  </a:lnTo>
                  <a:lnTo>
                    <a:pt x="7516027" y="112961"/>
                  </a:lnTo>
                  <a:lnTo>
                    <a:pt x="7516153" y="112961"/>
                  </a:lnTo>
                  <a:lnTo>
                    <a:pt x="7516279" y="112961"/>
                  </a:lnTo>
                  <a:lnTo>
                    <a:pt x="7516405" y="112961"/>
                  </a:lnTo>
                  <a:lnTo>
                    <a:pt x="7516532" y="112961"/>
                  </a:lnTo>
                  <a:lnTo>
                    <a:pt x="7516658" y="112961"/>
                  </a:lnTo>
                  <a:lnTo>
                    <a:pt x="7516784" y="112961"/>
                  </a:lnTo>
                  <a:lnTo>
                    <a:pt x="7516910" y="112961"/>
                  </a:lnTo>
                  <a:lnTo>
                    <a:pt x="7517037" y="112961"/>
                  </a:lnTo>
                  <a:lnTo>
                    <a:pt x="7517163" y="112961"/>
                  </a:lnTo>
                  <a:lnTo>
                    <a:pt x="7517289" y="112961"/>
                  </a:lnTo>
                  <a:lnTo>
                    <a:pt x="7517415" y="112961"/>
                  </a:lnTo>
                  <a:lnTo>
                    <a:pt x="7517542" y="112961"/>
                  </a:lnTo>
                  <a:lnTo>
                    <a:pt x="7517668" y="112961"/>
                  </a:lnTo>
                  <a:lnTo>
                    <a:pt x="7517794" y="112961"/>
                  </a:lnTo>
                  <a:lnTo>
                    <a:pt x="7517920" y="112961"/>
                  </a:lnTo>
                  <a:lnTo>
                    <a:pt x="7518047" y="112961"/>
                  </a:lnTo>
                  <a:lnTo>
                    <a:pt x="7518173" y="112961"/>
                  </a:lnTo>
                  <a:lnTo>
                    <a:pt x="7518299" y="112961"/>
                  </a:lnTo>
                  <a:lnTo>
                    <a:pt x="7518425" y="112961"/>
                  </a:lnTo>
                  <a:lnTo>
                    <a:pt x="7518552" y="112961"/>
                  </a:lnTo>
                  <a:lnTo>
                    <a:pt x="7518678" y="112961"/>
                  </a:lnTo>
                  <a:lnTo>
                    <a:pt x="7518804" y="112961"/>
                  </a:lnTo>
                  <a:lnTo>
                    <a:pt x="7518930" y="112961"/>
                  </a:lnTo>
                  <a:lnTo>
                    <a:pt x="7519057" y="112961"/>
                  </a:lnTo>
                  <a:lnTo>
                    <a:pt x="7519183" y="112961"/>
                  </a:lnTo>
                  <a:lnTo>
                    <a:pt x="7519309" y="112961"/>
                  </a:lnTo>
                  <a:lnTo>
                    <a:pt x="7519435" y="112961"/>
                  </a:lnTo>
                  <a:lnTo>
                    <a:pt x="7519562" y="112961"/>
                  </a:lnTo>
                  <a:lnTo>
                    <a:pt x="7519688" y="112961"/>
                  </a:lnTo>
                  <a:lnTo>
                    <a:pt x="7519814" y="112961"/>
                  </a:lnTo>
                  <a:lnTo>
                    <a:pt x="7519940" y="112961"/>
                  </a:lnTo>
                  <a:lnTo>
                    <a:pt x="7520067" y="112961"/>
                  </a:lnTo>
                  <a:lnTo>
                    <a:pt x="7520193" y="112961"/>
                  </a:lnTo>
                  <a:lnTo>
                    <a:pt x="7520319" y="112961"/>
                  </a:lnTo>
                  <a:lnTo>
                    <a:pt x="7520445" y="112961"/>
                  </a:lnTo>
                  <a:lnTo>
                    <a:pt x="7520572" y="112961"/>
                  </a:lnTo>
                  <a:lnTo>
                    <a:pt x="7520698" y="112961"/>
                  </a:lnTo>
                  <a:lnTo>
                    <a:pt x="7520824" y="112961"/>
                  </a:lnTo>
                  <a:lnTo>
                    <a:pt x="7520951" y="112961"/>
                  </a:lnTo>
                  <a:lnTo>
                    <a:pt x="7521077" y="112961"/>
                  </a:lnTo>
                  <a:lnTo>
                    <a:pt x="7521203" y="112961"/>
                  </a:lnTo>
                  <a:lnTo>
                    <a:pt x="7521329" y="112961"/>
                  </a:lnTo>
                  <a:lnTo>
                    <a:pt x="7521456" y="112961"/>
                  </a:lnTo>
                  <a:lnTo>
                    <a:pt x="7521582" y="112961"/>
                  </a:lnTo>
                  <a:lnTo>
                    <a:pt x="7521708" y="112961"/>
                  </a:lnTo>
                  <a:lnTo>
                    <a:pt x="7521834" y="112961"/>
                  </a:lnTo>
                  <a:lnTo>
                    <a:pt x="7521961" y="112961"/>
                  </a:lnTo>
                  <a:lnTo>
                    <a:pt x="7522087" y="112961"/>
                  </a:lnTo>
                  <a:lnTo>
                    <a:pt x="7522213" y="112961"/>
                  </a:lnTo>
                  <a:lnTo>
                    <a:pt x="7522339" y="112961"/>
                  </a:lnTo>
                  <a:lnTo>
                    <a:pt x="7522466" y="112961"/>
                  </a:lnTo>
                  <a:lnTo>
                    <a:pt x="7522592" y="112961"/>
                  </a:lnTo>
                  <a:lnTo>
                    <a:pt x="7522718" y="112961"/>
                  </a:lnTo>
                  <a:lnTo>
                    <a:pt x="7522844" y="112961"/>
                  </a:lnTo>
                  <a:lnTo>
                    <a:pt x="7522971" y="112961"/>
                  </a:lnTo>
                  <a:lnTo>
                    <a:pt x="7523097" y="112961"/>
                  </a:lnTo>
                  <a:lnTo>
                    <a:pt x="7523223" y="112961"/>
                  </a:lnTo>
                  <a:lnTo>
                    <a:pt x="7523349" y="112961"/>
                  </a:lnTo>
                  <a:lnTo>
                    <a:pt x="7523476" y="112961"/>
                  </a:lnTo>
                  <a:lnTo>
                    <a:pt x="7523602" y="112961"/>
                  </a:lnTo>
                  <a:lnTo>
                    <a:pt x="7523728" y="112961"/>
                  </a:lnTo>
                  <a:lnTo>
                    <a:pt x="7523854" y="112961"/>
                  </a:lnTo>
                  <a:lnTo>
                    <a:pt x="7523981" y="112961"/>
                  </a:lnTo>
                  <a:lnTo>
                    <a:pt x="7524107" y="112961"/>
                  </a:lnTo>
                  <a:lnTo>
                    <a:pt x="7524233" y="112961"/>
                  </a:lnTo>
                  <a:lnTo>
                    <a:pt x="7524359" y="112961"/>
                  </a:lnTo>
                  <a:lnTo>
                    <a:pt x="7524486" y="112961"/>
                  </a:lnTo>
                  <a:lnTo>
                    <a:pt x="7524612" y="112961"/>
                  </a:lnTo>
                  <a:lnTo>
                    <a:pt x="7524738" y="112961"/>
                  </a:lnTo>
                  <a:lnTo>
                    <a:pt x="7524864" y="112961"/>
                  </a:lnTo>
                  <a:lnTo>
                    <a:pt x="7524991" y="112961"/>
                  </a:lnTo>
                  <a:lnTo>
                    <a:pt x="7525117" y="112961"/>
                  </a:lnTo>
                  <a:lnTo>
                    <a:pt x="7525243" y="112961"/>
                  </a:lnTo>
                  <a:lnTo>
                    <a:pt x="7525369" y="112961"/>
                  </a:lnTo>
                  <a:lnTo>
                    <a:pt x="7525496" y="112961"/>
                  </a:lnTo>
                  <a:lnTo>
                    <a:pt x="7525622" y="112961"/>
                  </a:lnTo>
                  <a:lnTo>
                    <a:pt x="7525748" y="112961"/>
                  </a:lnTo>
                  <a:lnTo>
                    <a:pt x="7525875" y="112961"/>
                  </a:lnTo>
                  <a:lnTo>
                    <a:pt x="7526001" y="112961"/>
                  </a:lnTo>
                  <a:lnTo>
                    <a:pt x="7526127" y="112961"/>
                  </a:lnTo>
                  <a:lnTo>
                    <a:pt x="7526253" y="112961"/>
                  </a:lnTo>
                  <a:lnTo>
                    <a:pt x="7526380" y="112961"/>
                  </a:lnTo>
                  <a:lnTo>
                    <a:pt x="7526506" y="112961"/>
                  </a:lnTo>
                  <a:lnTo>
                    <a:pt x="7526632" y="112961"/>
                  </a:lnTo>
                  <a:lnTo>
                    <a:pt x="7526758" y="112961"/>
                  </a:lnTo>
                  <a:lnTo>
                    <a:pt x="7526885" y="112961"/>
                  </a:lnTo>
                  <a:lnTo>
                    <a:pt x="7527011" y="112961"/>
                  </a:lnTo>
                  <a:lnTo>
                    <a:pt x="7527137" y="112961"/>
                  </a:lnTo>
                  <a:lnTo>
                    <a:pt x="7527263" y="112961"/>
                  </a:lnTo>
                  <a:lnTo>
                    <a:pt x="7527390" y="112961"/>
                  </a:lnTo>
                  <a:lnTo>
                    <a:pt x="7527516" y="112961"/>
                  </a:lnTo>
                  <a:lnTo>
                    <a:pt x="7527642" y="112961"/>
                  </a:lnTo>
                  <a:lnTo>
                    <a:pt x="7527768" y="112961"/>
                  </a:lnTo>
                  <a:lnTo>
                    <a:pt x="7527895" y="112961"/>
                  </a:lnTo>
                  <a:lnTo>
                    <a:pt x="7528021" y="112961"/>
                  </a:lnTo>
                  <a:lnTo>
                    <a:pt x="7528147" y="112961"/>
                  </a:lnTo>
                  <a:lnTo>
                    <a:pt x="7528273" y="112961"/>
                  </a:lnTo>
                  <a:lnTo>
                    <a:pt x="7528400" y="112961"/>
                  </a:lnTo>
                  <a:lnTo>
                    <a:pt x="7528526" y="112961"/>
                  </a:lnTo>
                  <a:lnTo>
                    <a:pt x="7528652" y="112961"/>
                  </a:lnTo>
                  <a:lnTo>
                    <a:pt x="7528778" y="112961"/>
                  </a:lnTo>
                  <a:lnTo>
                    <a:pt x="7528905" y="112961"/>
                  </a:lnTo>
                  <a:lnTo>
                    <a:pt x="7529031" y="112961"/>
                  </a:lnTo>
                  <a:lnTo>
                    <a:pt x="7529157" y="112961"/>
                  </a:lnTo>
                  <a:lnTo>
                    <a:pt x="7529283" y="112961"/>
                  </a:lnTo>
                  <a:lnTo>
                    <a:pt x="7529410" y="112961"/>
                  </a:lnTo>
                  <a:lnTo>
                    <a:pt x="7529536" y="112961"/>
                  </a:lnTo>
                  <a:lnTo>
                    <a:pt x="7529662" y="112961"/>
                  </a:lnTo>
                  <a:lnTo>
                    <a:pt x="7529788" y="112961"/>
                  </a:lnTo>
                  <a:lnTo>
                    <a:pt x="7529915" y="112961"/>
                  </a:lnTo>
                  <a:lnTo>
                    <a:pt x="7530041" y="112961"/>
                  </a:lnTo>
                  <a:lnTo>
                    <a:pt x="7530167" y="112961"/>
                  </a:lnTo>
                  <a:lnTo>
                    <a:pt x="7530293" y="112961"/>
                  </a:lnTo>
                  <a:lnTo>
                    <a:pt x="7530420" y="112961"/>
                  </a:lnTo>
                  <a:lnTo>
                    <a:pt x="7530546" y="112961"/>
                  </a:lnTo>
                  <a:lnTo>
                    <a:pt x="7530672" y="112961"/>
                  </a:lnTo>
                  <a:lnTo>
                    <a:pt x="7530798" y="112961"/>
                  </a:lnTo>
                  <a:lnTo>
                    <a:pt x="7530925" y="112961"/>
                  </a:lnTo>
                  <a:lnTo>
                    <a:pt x="7531051" y="112961"/>
                  </a:lnTo>
                  <a:lnTo>
                    <a:pt x="7531177" y="112961"/>
                  </a:lnTo>
                  <a:lnTo>
                    <a:pt x="7531304" y="112961"/>
                  </a:lnTo>
                  <a:lnTo>
                    <a:pt x="7531430" y="112961"/>
                  </a:lnTo>
                  <a:lnTo>
                    <a:pt x="7531556" y="112961"/>
                  </a:lnTo>
                  <a:lnTo>
                    <a:pt x="7531682" y="112961"/>
                  </a:lnTo>
                  <a:lnTo>
                    <a:pt x="7531809" y="112961"/>
                  </a:lnTo>
                  <a:lnTo>
                    <a:pt x="7531935" y="112961"/>
                  </a:lnTo>
                  <a:lnTo>
                    <a:pt x="7532061" y="112961"/>
                  </a:lnTo>
                  <a:lnTo>
                    <a:pt x="7532187" y="112961"/>
                  </a:lnTo>
                  <a:lnTo>
                    <a:pt x="7532314" y="112961"/>
                  </a:lnTo>
                  <a:lnTo>
                    <a:pt x="7532440" y="112961"/>
                  </a:lnTo>
                  <a:lnTo>
                    <a:pt x="7532566" y="112961"/>
                  </a:lnTo>
                  <a:lnTo>
                    <a:pt x="7532692" y="112961"/>
                  </a:lnTo>
                  <a:lnTo>
                    <a:pt x="7532819" y="112961"/>
                  </a:lnTo>
                  <a:lnTo>
                    <a:pt x="7532945" y="112961"/>
                  </a:lnTo>
                  <a:lnTo>
                    <a:pt x="7533071" y="112961"/>
                  </a:lnTo>
                  <a:lnTo>
                    <a:pt x="7533197" y="112961"/>
                  </a:lnTo>
                  <a:lnTo>
                    <a:pt x="7533324" y="112961"/>
                  </a:lnTo>
                  <a:lnTo>
                    <a:pt x="7533450" y="112961"/>
                  </a:lnTo>
                  <a:lnTo>
                    <a:pt x="7533576" y="112961"/>
                  </a:lnTo>
                  <a:lnTo>
                    <a:pt x="7533702" y="112961"/>
                  </a:lnTo>
                  <a:lnTo>
                    <a:pt x="7533829" y="112961"/>
                  </a:lnTo>
                  <a:lnTo>
                    <a:pt x="7533955" y="112961"/>
                  </a:lnTo>
                  <a:lnTo>
                    <a:pt x="7534081" y="112961"/>
                  </a:lnTo>
                  <a:lnTo>
                    <a:pt x="7534207" y="112961"/>
                  </a:lnTo>
                  <a:lnTo>
                    <a:pt x="7534334" y="112961"/>
                  </a:lnTo>
                  <a:lnTo>
                    <a:pt x="7534460" y="112961"/>
                  </a:lnTo>
                  <a:lnTo>
                    <a:pt x="7534586" y="112961"/>
                  </a:lnTo>
                  <a:lnTo>
                    <a:pt x="7534712" y="112961"/>
                  </a:lnTo>
                  <a:lnTo>
                    <a:pt x="7534839" y="112961"/>
                  </a:lnTo>
                  <a:lnTo>
                    <a:pt x="7534965" y="112961"/>
                  </a:lnTo>
                  <a:lnTo>
                    <a:pt x="7535091" y="112961"/>
                  </a:lnTo>
                  <a:lnTo>
                    <a:pt x="7535217" y="112961"/>
                  </a:lnTo>
                  <a:lnTo>
                    <a:pt x="7535344" y="112961"/>
                  </a:lnTo>
                  <a:lnTo>
                    <a:pt x="7535470" y="112961"/>
                  </a:lnTo>
                  <a:lnTo>
                    <a:pt x="7535596" y="112961"/>
                  </a:lnTo>
                  <a:lnTo>
                    <a:pt x="7535722" y="112961"/>
                  </a:lnTo>
                  <a:lnTo>
                    <a:pt x="7535849" y="112961"/>
                  </a:lnTo>
                  <a:lnTo>
                    <a:pt x="7535975" y="112961"/>
                  </a:lnTo>
                  <a:lnTo>
                    <a:pt x="7536101" y="112961"/>
                  </a:lnTo>
                  <a:lnTo>
                    <a:pt x="7536228" y="112961"/>
                  </a:lnTo>
                  <a:lnTo>
                    <a:pt x="7536354" y="112961"/>
                  </a:lnTo>
                  <a:lnTo>
                    <a:pt x="7536480" y="112961"/>
                  </a:lnTo>
                  <a:lnTo>
                    <a:pt x="7536606" y="112961"/>
                  </a:lnTo>
                  <a:lnTo>
                    <a:pt x="7536733" y="112961"/>
                  </a:lnTo>
                  <a:lnTo>
                    <a:pt x="7536859" y="112961"/>
                  </a:lnTo>
                  <a:lnTo>
                    <a:pt x="7536985" y="112961"/>
                  </a:lnTo>
                  <a:lnTo>
                    <a:pt x="7537111" y="112961"/>
                  </a:lnTo>
                  <a:lnTo>
                    <a:pt x="7537238" y="112961"/>
                  </a:lnTo>
                  <a:lnTo>
                    <a:pt x="7537364" y="112961"/>
                  </a:lnTo>
                  <a:lnTo>
                    <a:pt x="7537490" y="112961"/>
                  </a:lnTo>
                  <a:lnTo>
                    <a:pt x="7537616" y="112961"/>
                  </a:lnTo>
                  <a:lnTo>
                    <a:pt x="7537743" y="112961"/>
                  </a:lnTo>
                  <a:lnTo>
                    <a:pt x="7537869" y="112961"/>
                  </a:lnTo>
                  <a:lnTo>
                    <a:pt x="7537995" y="112961"/>
                  </a:lnTo>
                  <a:lnTo>
                    <a:pt x="7538121" y="112961"/>
                  </a:lnTo>
                  <a:lnTo>
                    <a:pt x="7538248" y="112961"/>
                  </a:lnTo>
                  <a:lnTo>
                    <a:pt x="7538374" y="112961"/>
                  </a:lnTo>
                  <a:lnTo>
                    <a:pt x="7538500" y="112961"/>
                  </a:lnTo>
                  <a:lnTo>
                    <a:pt x="7538626" y="112961"/>
                  </a:lnTo>
                  <a:lnTo>
                    <a:pt x="7538753" y="112961"/>
                  </a:lnTo>
                  <a:lnTo>
                    <a:pt x="7538753" y="108050"/>
                  </a:lnTo>
                  <a:lnTo>
                    <a:pt x="7538879" y="108050"/>
                  </a:lnTo>
                  <a:lnTo>
                    <a:pt x="7539005" y="108050"/>
                  </a:lnTo>
                  <a:lnTo>
                    <a:pt x="7539131" y="108050"/>
                  </a:lnTo>
                  <a:lnTo>
                    <a:pt x="7539258" y="108050"/>
                  </a:lnTo>
                  <a:lnTo>
                    <a:pt x="7539384" y="108050"/>
                  </a:lnTo>
                  <a:lnTo>
                    <a:pt x="7539510" y="108050"/>
                  </a:lnTo>
                  <a:lnTo>
                    <a:pt x="7539636" y="108050"/>
                  </a:lnTo>
                  <a:lnTo>
                    <a:pt x="7539763" y="108050"/>
                  </a:lnTo>
                  <a:lnTo>
                    <a:pt x="7539889" y="108050"/>
                  </a:lnTo>
                  <a:lnTo>
                    <a:pt x="7540015" y="108050"/>
                  </a:lnTo>
                  <a:lnTo>
                    <a:pt x="7540141" y="108050"/>
                  </a:lnTo>
                  <a:lnTo>
                    <a:pt x="7540268" y="108050"/>
                  </a:lnTo>
                  <a:lnTo>
                    <a:pt x="7540394" y="108050"/>
                  </a:lnTo>
                  <a:lnTo>
                    <a:pt x="7540520" y="108050"/>
                  </a:lnTo>
                  <a:lnTo>
                    <a:pt x="7540646" y="108050"/>
                  </a:lnTo>
                  <a:lnTo>
                    <a:pt x="7540773" y="108050"/>
                  </a:lnTo>
                  <a:lnTo>
                    <a:pt x="7540899" y="108050"/>
                  </a:lnTo>
                  <a:lnTo>
                    <a:pt x="7541025" y="108050"/>
                  </a:lnTo>
                  <a:lnTo>
                    <a:pt x="7541151" y="108050"/>
                  </a:lnTo>
                  <a:lnTo>
                    <a:pt x="7541278" y="108050"/>
                  </a:lnTo>
                  <a:lnTo>
                    <a:pt x="7541404" y="108050"/>
                  </a:lnTo>
                  <a:lnTo>
                    <a:pt x="7541530" y="108050"/>
                  </a:lnTo>
                  <a:lnTo>
                    <a:pt x="7541657" y="108050"/>
                  </a:lnTo>
                  <a:lnTo>
                    <a:pt x="7541783" y="108050"/>
                  </a:lnTo>
                  <a:lnTo>
                    <a:pt x="7541909" y="108050"/>
                  </a:lnTo>
                  <a:lnTo>
                    <a:pt x="7542035" y="108050"/>
                  </a:lnTo>
                  <a:lnTo>
                    <a:pt x="7542162" y="108050"/>
                  </a:lnTo>
                  <a:lnTo>
                    <a:pt x="7542288" y="108050"/>
                  </a:lnTo>
                  <a:lnTo>
                    <a:pt x="7542414" y="108050"/>
                  </a:lnTo>
                  <a:lnTo>
                    <a:pt x="7542540" y="108050"/>
                  </a:lnTo>
                  <a:lnTo>
                    <a:pt x="7542667" y="108050"/>
                  </a:lnTo>
                  <a:lnTo>
                    <a:pt x="7542793" y="108050"/>
                  </a:lnTo>
                  <a:lnTo>
                    <a:pt x="7542919" y="108050"/>
                  </a:lnTo>
                  <a:lnTo>
                    <a:pt x="7543045" y="108050"/>
                  </a:lnTo>
                  <a:lnTo>
                    <a:pt x="7543172" y="108050"/>
                  </a:lnTo>
                  <a:lnTo>
                    <a:pt x="7543298" y="108050"/>
                  </a:lnTo>
                  <a:lnTo>
                    <a:pt x="7543424" y="108050"/>
                  </a:lnTo>
                  <a:lnTo>
                    <a:pt x="7543550" y="108050"/>
                  </a:lnTo>
                  <a:lnTo>
                    <a:pt x="7543677" y="108050"/>
                  </a:lnTo>
                  <a:lnTo>
                    <a:pt x="7543803" y="108050"/>
                  </a:lnTo>
                  <a:lnTo>
                    <a:pt x="7543929" y="108050"/>
                  </a:lnTo>
                  <a:lnTo>
                    <a:pt x="7544055" y="108050"/>
                  </a:lnTo>
                  <a:lnTo>
                    <a:pt x="7544182" y="108050"/>
                  </a:lnTo>
                  <a:lnTo>
                    <a:pt x="7544308" y="108050"/>
                  </a:lnTo>
                  <a:lnTo>
                    <a:pt x="7544434" y="108050"/>
                  </a:lnTo>
                  <a:lnTo>
                    <a:pt x="7544560" y="108050"/>
                  </a:lnTo>
                  <a:lnTo>
                    <a:pt x="7544687" y="108050"/>
                  </a:lnTo>
                  <a:lnTo>
                    <a:pt x="7544813" y="108050"/>
                  </a:lnTo>
                  <a:lnTo>
                    <a:pt x="7544939" y="108050"/>
                  </a:lnTo>
                  <a:lnTo>
                    <a:pt x="7545065" y="108050"/>
                  </a:lnTo>
                  <a:lnTo>
                    <a:pt x="7545192" y="108050"/>
                  </a:lnTo>
                  <a:lnTo>
                    <a:pt x="7545318" y="108050"/>
                  </a:lnTo>
                  <a:lnTo>
                    <a:pt x="7545444" y="108050"/>
                  </a:lnTo>
                  <a:lnTo>
                    <a:pt x="7545570" y="108050"/>
                  </a:lnTo>
                  <a:lnTo>
                    <a:pt x="7545697" y="108050"/>
                  </a:lnTo>
                  <a:lnTo>
                    <a:pt x="7545823" y="108050"/>
                  </a:lnTo>
                  <a:lnTo>
                    <a:pt x="7545949" y="108050"/>
                  </a:lnTo>
                  <a:lnTo>
                    <a:pt x="7546075" y="108050"/>
                  </a:lnTo>
                  <a:lnTo>
                    <a:pt x="7546202" y="108050"/>
                  </a:lnTo>
                  <a:lnTo>
                    <a:pt x="7546328" y="108050"/>
                  </a:lnTo>
                  <a:lnTo>
                    <a:pt x="7546454" y="108050"/>
                  </a:lnTo>
                  <a:lnTo>
                    <a:pt x="7546581" y="108050"/>
                  </a:lnTo>
                  <a:lnTo>
                    <a:pt x="7546707" y="108050"/>
                  </a:lnTo>
                  <a:lnTo>
                    <a:pt x="7546833" y="108050"/>
                  </a:lnTo>
                  <a:lnTo>
                    <a:pt x="7546959" y="108050"/>
                  </a:lnTo>
                  <a:lnTo>
                    <a:pt x="7547086" y="108050"/>
                  </a:lnTo>
                  <a:lnTo>
                    <a:pt x="7547212" y="108050"/>
                  </a:lnTo>
                  <a:lnTo>
                    <a:pt x="7547338" y="108050"/>
                  </a:lnTo>
                  <a:lnTo>
                    <a:pt x="7547464" y="108050"/>
                  </a:lnTo>
                  <a:lnTo>
                    <a:pt x="7547591" y="108050"/>
                  </a:lnTo>
                  <a:lnTo>
                    <a:pt x="7547717" y="108050"/>
                  </a:lnTo>
                  <a:lnTo>
                    <a:pt x="7547843" y="108050"/>
                  </a:lnTo>
                  <a:lnTo>
                    <a:pt x="7547969" y="108050"/>
                  </a:lnTo>
                  <a:lnTo>
                    <a:pt x="7548096" y="108050"/>
                  </a:lnTo>
                  <a:lnTo>
                    <a:pt x="7548222" y="108050"/>
                  </a:lnTo>
                  <a:lnTo>
                    <a:pt x="7548348" y="108050"/>
                  </a:lnTo>
                  <a:lnTo>
                    <a:pt x="7548474" y="108050"/>
                  </a:lnTo>
                  <a:lnTo>
                    <a:pt x="7548601" y="108050"/>
                  </a:lnTo>
                  <a:lnTo>
                    <a:pt x="7548727" y="108050"/>
                  </a:lnTo>
                  <a:lnTo>
                    <a:pt x="7548853" y="108050"/>
                  </a:lnTo>
                  <a:lnTo>
                    <a:pt x="7548979" y="108050"/>
                  </a:lnTo>
                  <a:lnTo>
                    <a:pt x="7549106" y="108050"/>
                  </a:lnTo>
                  <a:lnTo>
                    <a:pt x="7549232" y="108050"/>
                  </a:lnTo>
                  <a:lnTo>
                    <a:pt x="7549358" y="108050"/>
                  </a:lnTo>
                  <a:lnTo>
                    <a:pt x="7549484" y="108050"/>
                  </a:lnTo>
                  <a:lnTo>
                    <a:pt x="7549611" y="108050"/>
                  </a:lnTo>
                  <a:lnTo>
                    <a:pt x="7549737" y="108050"/>
                  </a:lnTo>
                  <a:lnTo>
                    <a:pt x="7549863" y="108050"/>
                  </a:lnTo>
                  <a:lnTo>
                    <a:pt x="7549989" y="108050"/>
                  </a:lnTo>
                  <a:lnTo>
                    <a:pt x="7550116" y="108050"/>
                  </a:lnTo>
                  <a:lnTo>
                    <a:pt x="7550242" y="108050"/>
                  </a:lnTo>
                  <a:lnTo>
                    <a:pt x="7550368" y="108050"/>
                  </a:lnTo>
                  <a:lnTo>
                    <a:pt x="7550494" y="108050"/>
                  </a:lnTo>
                  <a:lnTo>
                    <a:pt x="7550621" y="108050"/>
                  </a:lnTo>
                  <a:lnTo>
                    <a:pt x="7550747" y="108050"/>
                  </a:lnTo>
                  <a:lnTo>
                    <a:pt x="7550873" y="108050"/>
                  </a:lnTo>
                  <a:lnTo>
                    <a:pt x="7550999" y="108050"/>
                  </a:lnTo>
                  <a:lnTo>
                    <a:pt x="7551126" y="108050"/>
                  </a:lnTo>
                  <a:lnTo>
                    <a:pt x="7551252" y="108050"/>
                  </a:lnTo>
                  <a:lnTo>
                    <a:pt x="7551378" y="108050"/>
                  </a:lnTo>
                  <a:lnTo>
                    <a:pt x="7551505" y="108050"/>
                  </a:lnTo>
                  <a:lnTo>
                    <a:pt x="7551631" y="108050"/>
                  </a:lnTo>
                  <a:lnTo>
                    <a:pt x="7551757" y="108050"/>
                  </a:lnTo>
                  <a:lnTo>
                    <a:pt x="7551883" y="108050"/>
                  </a:lnTo>
                  <a:lnTo>
                    <a:pt x="7552010" y="108050"/>
                  </a:lnTo>
                  <a:lnTo>
                    <a:pt x="7552136" y="108050"/>
                  </a:lnTo>
                  <a:lnTo>
                    <a:pt x="7552262" y="108050"/>
                  </a:lnTo>
                  <a:lnTo>
                    <a:pt x="7552388" y="108050"/>
                  </a:lnTo>
                  <a:lnTo>
                    <a:pt x="7552515" y="108050"/>
                  </a:lnTo>
                  <a:lnTo>
                    <a:pt x="7552641" y="108050"/>
                  </a:lnTo>
                  <a:lnTo>
                    <a:pt x="7552767" y="108050"/>
                  </a:lnTo>
                  <a:lnTo>
                    <a:pt x="7552893" y="108050"/>
                  </a:lnTo>
                  <a:lnTo>
                    <a:pt x="7553020" y="108050"/>
                  </a:lnTo>
                  <a:lnTo>
                    <a:pt x="7553146" y="108050"/>
                  </a:lnTo>
                  <a:lnTo>
                    <a:pt x="7553272" y="108050"/>
                  </a:lnTo>
                  <a:lnTo>
                    <a:pt x="7553398" y="108050"/>
                  </a:lnTo>
                  <a:lnTo>
                    <a:pt x="7553525" y="108050"/>
                  </a:lnTo>
                  <a:lnTo>
                    <a:pt x="7553651" y="108050"/>
                  </a:lnTo>
                  <a:lnTo>
                    <a:pt x="7553777" y="108050"/>
                  </a:lnTo>
                  <a:lnTo>
                    <a:pt x="7553903" y="108050"/>
                  </a:lnTo>
                  <a:lnTo>
                    <a:pt x="7554030" y="108050"/>
                  </a:lnTo>
                  <a:lnTo>
                    <a:pt x="7554156" y="108050"/>
                  </a:lnTo>
                  <a:lnTo>
                    <a:pt x="7554282" y="108050"/>
                  </a:lnTo>
                  <a:lnTo>
                    <a:pt x="7554282" y="103138"/>
                  </a:lnTo>
                  <a:lnTo>
                    <a:pt x="7554408" y="103138"/>
                  </a:lnTo>
                  <a:lnTo>
                    <a:pt x="7554535" y="103138"/>
                  </a:lnTo>
                  <a:lnTo>
                    <a:pt x="7554661" y="103138"/>
                  </a:lnTo>
                  <a:lnTo>
                    <a:pt x="7554787" y="103138"/>
                  </a:lnTo>
                  <a:lnTo>
                    <a:pt x="7554913" y="103138"/>
                  </a:lnTo>
                  <a:lnTo>
                    <a:pt x="7555040" y="103138"/>
                  </a:lnTo>
                  <a:lnTo>
                    <a:pt x="7555166" y="103138"/>
                  </a:lnTo>
                  <a:lnTo>
                    <a:pt x="7555292" y="103138"/>
                  </a:lnTo>
                  <a:lnTo>
                    <a:pt x="7555418" y="103138"/>
                  </a:lnTo>
                  <a:lnTo>
                    <a:pt x="7555545" y="103138"/>
                  </a:lnTo>
                  <a:lnTo>
                    <a:pt x="7555671" y="103138"/>
                  </a:lnTo>
                  <a:lnTo>
                    <a:pt x="7555797" y="103138"/>
                  </a:lnTo>
                  <a:lnTo>
                    <a:pt x="7555923" y="103138"/>
                  </a:lnTo>
                  <a:lnTo>
                    <a:pt x="7556050" y="103138"/>
                  </a:lnTo>
                  <a:lnTo>
                    <a:pt x="7556176" y="103138"/>
                  </a:lnTo>
                  <a:lnTo>
                    <a:pt x="7556302" y="103138"/>
                  </a:lnTo>
                  <a:lnTo>
                    <a:pt x="7556428" y="103138"/>
                  </a:lnTo>
                  <a:lnTo>
                    <a:pt x="7556555" y="103138"/>
                  </a:lnTo>
                  <a:lnTo>
                    <a:pt x="7556681" y="103138"/>
                  </a:lnTo>
                  <a:lnTo>
                    <a:pt x="7556807" y="103138"/>
                  </a:lnTo>
                  <a:lnTo>
                    <a:pt x="7556934" y="103138"/>
                  </a:lnTo>
                  <a:lnTo>
                    <a:pt x="7557060" y="103138"/>
                  </a:lnTo>
                  <a:lnTo>
                    <a:pt x="7557186" y="103138"/>
                  </a:lnTo>
                  <a:lnTo>
                    <a:pt x="7557312" y="103138"/>
                  </a:lnTo>
                  <a:lnTo>
                    <a:pt x="7557439" y="103138"/>
                  </a:lnTo>
                  <a:lnTo>
                    <a:pt x="7557565" y="103138"/>
                  </a:lnTo>
                  <a:lnTo>
                    <a:pt x="7557565" y="98227"/>
                  </a:lnTo>
                  <a:lnTo>
                    <a:pt x="7557691" y="98227"/>
                  </a:lnTo>
                  <a:lnTo>
                    <a:pt x="7557817" y="98227"/>
                  </a:lnTo>
                  <a:lnTo>
                    <a:pt x="7557944" y="98227"/>
                  </a:lnTo>
                  <a:lnTo>
                    <a:pt x="7558070" y="98227"/>
                  </a:lnTo>
                  <a:lnTo>
                    <a:pt x="7558196" y="98227"/>
                  </a:lnTo>
                  <a:lnTo>
                    <a:pt x="7558322" y="98227"/>
                  </a:lnTo>
                  <a:lnTo>
                    <a:pt x="7558449" y="98227"/>
                  </a:lnTo>
                  <a:lnTo>
                    <a:pt x="7558575" y="98227"/>
                  </a:lnTo>
                  <a:lnTo>
                    <a:pt x="7558701" y="98227"/>
                  </a:lnTo>
                  <a:lnTo>
                    <a:pt x="7558827" y="98227"/>
                  </a:lnTo>
                  <a:lnTo>
                    <a:pt x="7558954" y="98227"/>
                  </a:lnTo>
                  <a:lnTo>
                    <a:pt x="7559080" y="98227"/>
                  </a:lnTo>
                  <a:lnTo>
                    <a:pt x="7559206" y="98227"/>
                  </a:lnTo>
                  <a:lnTo>
                    <a:pt x="7559332" y="98227"/>
                  </a:lnTo>
                  <a:lnTo>
                    <a:pt x="7559459" y="98227"/>
                  </a:lnTo>
                  <a:lnTo>
                    <a:pt x="7559585" y="98227"/>
                  </a:lnTo>
                  <a:lnTo>
                    <a:pt x="7559711" y="98227"/>
                  </a:lnTo>
                  <a:lnTo>
                    <a:pt x="7559837" y="98227"/>
                  </a:lnTo>
                  <a:lnTo>
                    <a:pt x="7559964" y="98227"/>
                  </a:lnTo>
                  <a:lnTo>
                    <a:pt x="7560090" y="98227"/>
                  </a:lnTo>
                  <a:lnTo>
                    <a:pt x="7560216" y="98227"/>
                  </a:lnTo>
                  <a:lnTo>
                    <a:pt x="7560342" y="98227"/>
                  </a:lnTo>
                  <a:lnTo>
                    <a:pt x="7560469" y="98227"/>
                  </a:lnTo>
                  <a:lnTo>
                    <a:pt x="7560595" y="98227"/>
                  </a:lnTo>
                  <a:lnTo>
                    <a:pt x="7560721" y="98227"/>
                  </a:lnTo>
                  <a:lnTo>
                    <a:pt x="7560847" y="98227"/>
                  </a:lnTo>
                  <a:lnTo>
                    <a:pt x="7560974" y="98227"/>
                  </a:lnTo>
                  <a:lnTo>
                    <a:pt x="7561100" y="98227"/>
                  </a:lnTo>
                  <a:lnTo>
                    <a:pt x="7561226" y="98227"/>
                  </a:lnTo>
                  <a:lnTo>
                    <a:pt x="7561352" y="98227"/>
                  </a:lnTo>
                  <a:lnTo>
                    <a:pt x="7561479" y="98227"/>
                  </a:lnTo>
                  <a:lnTo>
                    <a:pt x="7561605" y="98227"/>
                  </a:lnTo>
                  <a:lnTo>
                    <a:pt x="7561731" y="98227"/>
                  </a:lnTo>
                  <a:lnTo>
                    <a:pt x="7561858" y="98227"/>
                  </a:lnTo>
                  <a:lnTo>
                    <a:pt x="7561984" y="98227"/>
                  </a:lnTo>
                  <a:lnTo>
                    <a:pt x="7562110" y="98227"/>
                  </a:lnTo>
                  <a:lnTo>
                    <a:pt x="7562236" y="98227"/>
                  </a:lnTo>
                  <a:lnTo>
                    <a:pt x="7562363" y="98227"/>
                  </a:lnTo>
                  <a:lnTo>
                    <a:pt x="7562489" y="98227"/>
                  </a:lnTo>
                  <a:lnTo>
                    <a:pt x="7562615" y="98227"/>
                  </a:lnTo>
                  <a:lnTo>
                    <a:pt x="7562741" y="98227"/>
                  </a:lnTo>
                  <a:lnTo>
                    <a:pt x="7562868" y="98227"/>
                  </a:lnTo>
                  <a:lnTo>
                    <a:pt x="7562994" y="98227"/>
                  </a:lnTo>
                  <a:lnTo>
                    <a:pt x="7563120" y="98227"/>
                  </a:lnTo>
                  <a:lnTo>
                    <a:pt x="7563246" y="98227"/>
                  </a:lnTo>
                  <a:lnTo>
                    <a:pt x="7563373" y="98227"/>
                  </a:lnTo>
                  <a:lnTo>
                    <a:pt x="7563499" y="98227"/>
                  </a:lnTo>
                  <a:lnTo>
                    <a:pt x="7563625" y="98227"/>
                  </a:lnTo>
                  <a:lnTo>
                    <a:pt x="7563751" y="98227"/>
                  </a:lnTo>
                  <a:lnTo>
                    <a:pt x="7563878" y="98227"/>
                  </a:lnTo>
                  <a:lnTo>
                    <a:pt x="7564004" y="98227"/>
                  </a:lnTo>
                  <a:lnTo>
                    <a:pt x="7564130" y="98227"/>
                  </a:lnTo>
                  <a:lnTo>
                    <a:pt x="7564256" y="98227"/>
                  </a:lnTo>
                  <a:lnTo>
                    <a:pt x="7564383" y="98227"/>
                  </a:lnTo>
                  <a:lnTo>
                    <a:pt x="7564509" y="98227"/>
                  </a:lnTo>
                  <a:lnTo>
                    <a:pt x="7564635" y="98227"/>
                  </a:lnTo>
                  <a:lnTo>
                    <a:pt x="7564761" y="98227"/>
                  </a:lnTo>
                  <a:lnTo>
                    <a:pt x="7564888" y="98227"/>
                  </a:lnTo>
                  <a:lnTo>
                    <a:pt x="7565014" y="98227"/>
                  </a:lnTo>
                  <a:lnTo>
                    <a:pt x="7565140" y="98227"/>
                  </a:lnTo>
                  <a:lnTo>
                    <a:pt x="7565266" y="98227"/>
                  </a:lnTo>
                  <a:lnTo>
                    <a:pt x="7565393" y="98227"/>
                  </a:lnTo>
                  <a:lnTo>
                    <a:pt x="7565519" y="98227"/>
                  </a:lnTo>
                  <a:lnTo>
                    <a:pt x="7565645" y="98227"/>
                  </a:lnTo>
                  <a:lnTo>
                    <a:pt x="7565771" y="98227"/>
                  </a:lnTo>
                  <a:lnTo>
                    <a:pt x="7565898" y="98227"/>
                  </a:lnTo>
                  <a:lnTo>
                    <a:pt x="7566024" y="98227"/>
                  </a:lnTo>
                  <a:lnTo>
                    <a:pt x="7566150" y="98227"/>
                  </a:lnTo>
                  <a:lnTo>
                    <a:pt x="7566276" y="98227"/>
                  </a:lnTo>
                  <a:lnTo>
                    <a:pt x="7566403" y="98227"/>
                  </a:lnTo>
                  <a:lnTo>
                    <a:pt x="7566529" y="98227"/>
                  </a:lnTo>
                  <a:lnTo>
                    <a:pt x="7566655" y="98227"/>
                  </a:lnTo>
                  <a:lnTo>
                    <a:pt x="7566781" y="98227"/>
                  </a:lnTo>
                  <a:lnTo>
                    <a:pt x="7566908" y="98227"/>
                  </a:lnTo>
                  <a:lnTo>
                    <a:pt x="7567034" y="98227"/>
                  </a:lnTo>
                  <a:lnTo>
                    <a:pt x="7567160" y="98227"/>
                  </a:lnTo>
                  <a:lnTo>
                    <a:pt x="7567287" y="98227"/>
                  </a:lnTo>
                  <a:lnTo>
                    <a:pt x="7567413" y="98227"/>
                  </a:lnTo>
                  <a:lnTo>
                    <a:pt x="7567539" y="98227"/>
                  </a:lnTo>
                  <a:lnTo>
                    <a:pt x="7567665" y="98227"/>
                  </a:lnTo>
                  <a:lnTo>
                    <a:pt x="7567792" y="98227"/>
                  </a:lnTo>
                  <a:lnTo>
                    <a:pt x="7567918" y="98227"/>
                  </a:lnTo>
                  <a:lnTo>
                    <a:pt x="7568044" y="98227"/>
                  </a:lnTo>
                  <a:lnTo>
                    <a:pt x="7568170" y="98227"/>
                  </a:lnTo>
                  <a:lnTo>
                    <a:pt x="7568297" y="98227"/>
                  </a:lnTo>
                  <a:lnTo>
                    <a:pt x="7568423" y="98227"/>
                  </a:lnTo>
                  <a:lnTo>
                    <a:pt x="7568549" y="98227"/>
                  </a:lnTo>
                  <a:lnTo>
                    <a:pt x="7568675" y="98227"/>
                  </a:lnTo>
                  <a:lnTo>
                    <a:pt x="7568802" y="98227"/>
                  </a:lnTo>
                  <a:lnTo>
                    <a:pt x="7568928" y="98227"/>
                  </a:lnTo>
                  <a:lnTo>
                    <a:pt x="7569054" y="98227"/>
                  </a:lnTo>
                  <a:lnTo>
                    <a:pt x="7569180" y="98227"/>
                  </a:lnTo>
                  <a:lnTo>
                    <a:pt x="7569307" y="98227"/>
                  </a:lnTo>
                  <a:lnTo>
                    <a:pt x="7569433" y="98227"/>
                  </a:lnTo>
                  <a:lnTo>
                    <a:pt x="7569559" y="98227"/>
                  </a:lnTo>
                  <a:lnTo>
                    <a:pt x="7569685" y="98227"/>
                  </a:lnTo>
                  <a:lnTo>
                    <a:pt x="7569812" y="98227"/>
                  </a:lnTo>
                  <a:lnTo>
                    <a:pt x="7569938" y="98227"/>
                  </a:lnTo>
                  <a:lnTo>
                    <a:pt x="7570064" y="98227"/>
                  </a:lnTo>
                  <a:lnTo>
                    <a:pt x="7570190" y="98227"/>
                  </a:lnTo>
                  <a:lnTo>
                    <a:pt x="7570317" y="98227"/>
                  </a:lnTo>
                  <a:lnTo>
                    <a:pt x="7570443" y="98227"/>
                  </a:lnTo>
                  <a:lnTo>
                    <a:pt x="7570569" y="98227"/>
                  </a:lnTo>
                  <a:lnTo>
                    <a:pt x="7570695" y="98227"/>
                  </a:lnTo>
                  <a:lnTo>
                    <a:pt x="7570822" y="98227"/>
                  </a:lnTo>
                  <a:lnTo>
                    <a:pt x="7570948" y="98227"/>
                  </a:lnTo>
                  <a:lnTo>
                    <a:pt x="7571074" y="98227"/>
                  </a:lnTo>
                  <a:lnTo>
                    <a:pt x="7571200" y="98227"/>
                  </a:lnTo>
                  <a:lnTo>
                    <a:pt x="7571327" y="98227"/>
                  </a:lnTo>
                  <a:lnTo>
                    <a:pt x="7571453" y="98227"/>
                  </a:lnTo>
                  <a:lnTo>
                    <a:pt x="7571579" y="98227"/>
                  </a:lnTo>
                  <a:lnTo>
                    <a:pt x="7571705" y="98227"/>
                  </a:lnTo>
                  <a:lnTo>
                    <a:pt x="7571832" y="98227"/>
                  </a:lnTo>
                  <a:lnTo>
                    <a:pt x="7571958" y="98227"/>
                  </a:lnTo>
                  <a:lnTo>
                    <a:pt x="7572084" y="98227"/>
                  </a:lnTo>
                  <a:lnTo>
                    <a:pt x="7572211" y="98227"/>
                  </a:lnTo>
                  <a:lnTo>
                    <a:pt x="7572337" y="98227"/>
                  </a:lnTo>
                  <a:lnTo>
                    <a:pt x="7572463" y="98227"/>
                  </a:lnTo>
                  <a:lnTo>
                    <a:pt x="7572589" y="98227"/>
                  </a:lnTo>
                  <a:lnTo>
                    <a:pt x="7572716" y="98227"/>
                  </a:lnTo>
                  <a:lnTo>
                    <a:pt x="7572842" y="98227"/>
                  </a:lnTo>
                  <a:lnTo>
                    <a:pt x="7572968" y="98227"/>
                  </a:lnTo>
                  <a:lnTo>
                    <a:pt x="7573094" y="98227"/>
                  </a:lnTo>
                  <a:lnTo>
                    <a:pt x="7573221" y="98227"/>
                  </a:lnTo>
                  <a:lnTo>
                    <a:pt x="7573347" y="98227"/>
                  </a:lnTo>
                  <a:lnTo>
                    <a:pt x="7573473" y="98227"/>
                  </a:lnTo>
                  <a:lnTo>
                    <a:pt x="7573599" y="98227"/>
                  </a:lnTo>
                  <a:lnTo>
                    <a:pt x="7573726" y="98227"/>
                  </a:lnTo>
                  <a:lnTo>
                    <a:pt x="7573852" y="98227"/>
                  </a:lnTo>
                  <a:lnTo>
                    <a:pt x="7573978" y="98227"/>
                  </a:lnTo>
                  <a:lnTo>
                    <a:pt x="7574104" y="98227"/>
                  </a:lnTo>
                  <a:lnTo>
                    <a:pt x="7574231" y="98227"/>
                  </a:lnTo>
                  <a:lnTo>
                    <a:pt x="7574357" y="98227"/>
                  </a:lnTo>
                  <a:lnTo>
                    <a:pt x="7574483" y="98227"/>
                  </a:lnTo>
                  <a:lnTo>
                    <a:pt x="7574609" y="98227"/>
                  </a:lnTo>
                  <a:lnTo>
                    <a:pt x="7574736" y="98227"/>
                  </a:lnTo>
                  <a:lnTo>
                    <a:pt x="7574862" y="98227"/>
                  </a:lnTo>
                  <a:lnTo>
                    <a:pt x="7574988" y="98227"/>
                  </a:lnTo>
                  <a:lnTo>
                    <a:pt x="7574988" y="93316"/>
                  </a:lnTo>
                  <a:lnTo>
                    <a:pt x="7575114" y="93316"/>
                  </a:lnTo>
                  <a:lnTo>
                    <a:pt x="7575241" y="93316"/>
                  </a:lnTo>
                  <a:lnTo>
                    <a:pt x="7575367" y="93316"/>
                  </a:lnTo>
                  <a:lnTo>
                    <a:pt x="7575493" y="93316"/>
                  </a:lnTo>
                  <a:lnTo>
                    <a:pt x="7575619" y="93316"/>
                  </a:lnTo>
                  <a:lnTo>
                    <a:pt x="7575746" y="93316"/>
                  </a:lnTo>
                  <a:lnTo>
                    <a:pt x="7575872" y="93316"/>
                  </a:lnTo>
                  <a:lnTo>
                    <a:pt x="7575998" y="93316"/>
                  </a:lnTo>
                  <a:lnTo>
                    <a:pt x="7576124" y="93316"/>
                  </a:lnTo>
                  <a:lnTo>
                    <a:pt x="7576251" y="93316"/>
                  </a:lnTo>
                  <a:lnTo>
                    <a:pt x="7576377" y="93316"/>
                  </a:lnTo>
                  <a:lnTo>
                    <a:pt x="7576503" y="93316"/>
                  </a:lnTo>
                  <a:lnTo>
                    <a:pt x="7576629" y="93316"/>
                  </a:lnTo>
                  <a:lnTo>
                    <a:pt x="7576756" y="93316"/>
                  </a:lnTo>
                  <a:lnTo>
                    <a:pt x="7576882" y="93316"/>
                  </a:lnTo>
                  <a:lnTo>
                    <a:pt x="7577008" y="93316"/>
                  </a:lnTo>
                  <a:lnTo>
                    <a:pt x="7577134" y="93316"/>
                  </a:lnTo>
                  <a:lnTo>
                    <a:pt x="7577261" y="93316"/>
                  </a:lnTo>
                  <a:lnTo>
                    <a:pt x="7577387" y="93316"/>
                  </a:lnTo>
                  <a:lnTo>
                    <a:pt x="7577513" y="93316"/>
                  </a:lnTo>
                  <a:lnTo>
                    <a:pt x="7577640" y="93316"/>
                  </a:lnTo>
                  <a:lnTo>
                    <a:pt x="7577766" y="93316"/>
                  </a:lnTo>
                  <a:lnTo>
                    <a:pt x="7577892" y="93316"/>
                  </a:lnTo>
                  <a:lnTo>
                    <a:pt x="7578018" y="93316"/>
                  </a:lnTo>
                  <a:lnTo>
                    <a:pt x="7578145" y="93316"/>
                  </a:lnTo>
                  <a:lnTo>
                    <a:pt x="7578271" y="93316"/>
                  </a:lnTo>
                  <a:lnTo>
                    <a:pt x="7578397" y="93316"/>
                  </a:lnTo>
                  <a:lnTo>
                    <a:pt x="7578523" y="93316"/>
                  </a:lnTo>
                  <a:lnTo>
                    <a:pt x="7578650" y="93316"/>
                  </a:lnTo>
                  <a:lnTo>
                    <a:pt x="7578776" y="93316"/>
                  </a:lnTo>
                  <a:lnTo>
                    <a:pt x="7578902" y="93316"/>
                  </a:lnTo>
                  <a:lnTo>
                    <a:pt x="7579028" y="93316"/>
                  </a:lnTo>
                  <a:lnTo>
                    <a:pt x="7579155" y="93316"/>
                  </a:lnTo>
                  <a:lnTo>
                    <a:pt x="7579281" y="93316"/>
                  </a:lnTo>
                  <a:lnTo>
                    <a:pt x="7579407" y="93316"/>
                  </a:lnTo>
                  <a:lnTo>
                    <a:pt x="7579533" y="93316"/>
                  </a:lnTo>
                  <a:lnTo>
                    <a:pt x="7579660" y="93316"/>
                  </a:lnTo>
                  <a:lnTo>
                    <a:pt x="7579786" y="93316"/>
                  </a:lnTo>
                  <a:lnTo>
                    <a:pt x="7579912" y="93316"/>
                  </a:lnTo>
                  <a:lnTo>
                    <a:pt x="7580038" y="93316"/>
                  </a:lnTo>
                  <a:lnTo>
                    <a:pt x="7580165" y="93316"/>
                  </a:lnTo>
                  <a:lnTo>
                    <a:pt x="7580291" y="93316"/>
                  </a:lnTo>
                  <a:lnTo>
                    <a:pt x="7580417" y="93316"/>
                  </a:lnTo>
                  <a:lnTo>
                    <a:pt x="7580543" y="93316"/>
                  </a:lnTo>
                  <a:lnTo>
                    <a:pt x="7580670" y="93316"/>
                  </a:lnTo>
                  <a:lnTo>
                    <a:pt x="7580796" y="93316"/>
                  </a:lnTo>
                  <a:lnTo>
                    <a:pt x="7580922" y="93316"/>
                  </a:lnTo>
                  <a:lnTo>
                    <a:pt x="7581048" y="93316"/>
                  </a:lnTo>
                  <a:lnTo>
                    <a:pt x="7581175" y="93316"/>
                  </a:lnTo>
                  <a:lnTo>
                    <a:pt x="7581301" y="93316"/>
                  </a:lnTo>
                  <a:lnTo>
                    <a:pt x="7581427" y="93316"/>
                  </a:lnTo>
                  <a:lnTo>
                    <a:pt x="7581553" y="93316"/>
                  </a:lnTo>
                  <a:lnTo>
                    <a:pt x="7581680" y="93316"/>
                  </a:lnTo>
                  <a:lnTo>
                    <a:pt x="7581806" y="93316"/>
                  </a:lnTo>
                  <a:lnTo>
                    <a:pt x="7581932" y="93316"/>
                  </a:lnTo>
                  <a:lnTo>
                    <a:pt x="7582058" y="93316"/>
                  </a:lnTo>
                  <a:lnTo>
                    <a:pt x="7582185" y="93316"/>
                  </a:lnTo>
                  <a:lnTo>
                    <a:pt x="7582311" y="93316"/>
                  </a:lnTo>
                  <a:lnTo>
                    <a:pt x="7582437" y="93316"/>
                  </a:lnTo>
                  <a:lnTo>
                    <a:pt x="7582564" y="93316"/>
                  </a:lnTo>
                  <a:lnTo>
                    <a:pt x="7582690" y="93316"/>
                  </a:lnTo>
                  <a:lnTo>
                    <a:pt x="7582816" y="93316"/>
                  </a:lnTo>
                  <a:lnTo>
                    <a:pt x="7582942" y="93316"/>
                  </a:lnTo>
                  <a:lnTo>
                    <a:pt x="7583069" y="93316"/>
                  </a:lnTo>
                  <a:lnTo>
                    <a:pt x="7583195" y="93316"/>
                  </a:lnTo>
                  <a:lnTo>
                    <a:pt x="7583321" y="93316"/>
                  </a:lnTo>
                  <a:lnTo>
                    <a:pt x="7583447" y="93316"/>
                  </a:lnTo>
                  <a:lnTo>
                    <a:pt x="7583574" y="93316"/>
                  </a:lnTo>
                  <a:lnTo>
                    <a:pt x="7583700" y="93316"/>
                  </a:lnTo>
                  <a:lnTo>
                    <a:pt x="7583826" y="93316"/>
                  </a:lnTo>
                  <a:lnTo>
                    <a:pt x="7583952" y="93316"/>
                  </a:lnTo>
                  <a:lnTo>
                    <a:pt x="7584079" y="93316"/>
                  </a:lnTo>
                  <a:lnTo>
                    <a:pt x="7584205" y="93316"/>
                  </a:lnTo>
                  <a:lnTo>
                    <a:pt x="7584331" y="93316"/>
                  </a:lnTo>
                  <a:lnTo>
                    <a:pt x="7584457" y="93316"/>
                  </a:lnTo>
                  <a:lnTo>
                    <a:pt x="7584584" y="93316"/>
                  </a:lnTo>
                  <a:lnTo>
                    <a:pt x="7584710" y="93316"/>
                  </a:lnTo>
                  <a:lnTo>
                    <a:pt x="7584836" y="93316"/>
                  </a:lnTo>
                  <a:lnTo>
                    <a:pt x="7584962" y="93316"/>
                  </a:lnTo>
                  <a:lnTo>
                    <a:pt x="7585089" y="93316"/>
                  </a:lnTo>
                  <a:lnTo>
                    <a:pt x="7585215" y="93316"/>
                  </a:lnTo>
                  <a:lnTo>
                    <a:pt x="7585341" y="93316"/>
                  </a:lnTo>
                  <a:lnTo>
                    <a:pt x="7585467" y="93316"/>
                  </a:lnTo>
                  <a:lnTo>
                    <a:pt x="7585594" y="93316"/>
                  </a:lnTo>
                  <a:lnTo>
                    <a:pt x="7585720" y="93316"/>
                  </a:lnTo>
                  <a:lnTo>
                    <a:pt x="7585846" y="93316"/>
                  </a:lnTo>
                  <a:lnTo>
                    <a:pt x="7585972" y="93316"/>
                  </a:lnTo>
                  <a:lnTo>
                    <a:pt x="7586099" y="93316"/>
                  </a:lnTo>
                  <a:lnTo>
                    <a:pt x="7586225" y="93316"/>
                  </a:lnTo>
                  <a:lnTo>
                    <a:pt x="7586351" y="93316"/>
                  </a:lnTo>
                  <a:lnTo>
                    <a:pt x="7586477" y="93316"/>
                  </a:lnTo>
                  <a:lnTo>
                    <a:pt x="7586604" y="93316"/>
                  </a:lnTo>
                  <a:lnTo>
                    <a:pt x="7586730" y="93316"/>
                  </a:lnTo>
                  <a:lnTo>
                    <a:pt x="7586856" y="93316"/>
                  </a:lnTo>
                  <a:lnTo>
                    <a:pt x="7586982" y="93316"/>
                  </a:lnTo>
                  <a:lnTo>
                    <a:pt x="7587109" y="93316"/>
                  </a:lnTo>
                  <a:lnTo>
                    <a:pt x="7587235" y="93316"/>
                  </a:lnTo>
                  <a:lnTo>
                    <a:pt x="7587361" y="93316"/>
                  </a:lnTo>
                  <a:lnTo>
                    <a:pt x="7587487" y="93316"/>
                  </a:lnTo>
                  <a:lnTo>
                    <a:pt x="7587614" y="93316"/>
                  </a:lnTo>
                  <a:lnTo>
                    <a:pt x="7587740" y="93316"/>
                  </a:lnTo>
                  <a:lnTo>
                    <a:pt x="7587866" y="93316"/>
                  </a:lnTo>
                  <a:lnTo>
                    <a:pt x="7587993" y="93316"/>
                  </a:lnTo>
                  <a:lnTo>
                    <a:pt x="7588119" y="93316"/>
                  </a:lnTo>
                  <a:lnTo>
                    <a:pt x="7588245" y="93316"/>
                  </a:lnTo>
                  <a:lnTo>
                    <a:pt x="7588371" y="93316"/>
                  </a:lnTo>
                  <a:lnTo>
                    <a:pt x="7588498" y="93316"/>
                  </a:lnTo>
                  <a:lnTo>
                    <a:pt x="7588624" y="93316"/>
                  </a:lnTo>
                  <a:lnTo>
                    <a:pt x="7588750" y="93316"/>
                  </a:lnTo>
                  <a:lnTo>
                    <a:pt x="7588876" y="93316"/>
                  </a:lnTo>
                  <a:lnTo>
                    <a:pt x="7589003" y="93316"/>
                  </a:lnTo>
                  <a:lnTo>
                    <a:pt x="7589129" y="93316"/>
                  </a:lnTo>
                  <a:lnTo>
                    <a:pt x="7589255" y="93316"/>
                  </a:lnTo>
                  <a:lnTo>
                    <a:pt x="7589381" y="93316"/>
                  </a:lnTo>
                  <a:lnTo>
                    <a:pt x="7589508" y="93316"/>
                  </a:lnTo>
                  <a:lnTo>
                    <a:pt x="7589634" y="93316"/>
                  </a:lnTo>
                  <a:lnTo>
                    <a:pt x="7589760" y="93316"/>
                  </a:lnTo>
                  <a:lnTo>
                    <a:pt x="7589886" y="93316"/>
                  </a:lnTo>
                  <a:lnTo>
                    <a:pt x="7590013" y="93316"/>
                  </a:lnTo>
                  <a:lnTo>
                    <a:pt x="7590139" y="93316"/>
                  </a:lnTo>
                  <a:lnTo>
                    <a:pt x="7590265" y="93316"/>
                  </a:lnTo>
                  <a:lnTo>
                    <a:pt x="7590391" y="93316"/>
                  </a:lnTo>
                  <a:lnTo>
                    <a:pt x="7590518" y="93316"/>
                  </a:lnTo>
                  <a:lnTo>
                    <a:pt x="7590644" y="93316"/>
                  </a:lnTo>
                  <a:lnTo>
                    <a:pt x="7590770" y="93316"/>
                  </a:lnTo>
                  <a:lnTo>
                    <a:pt x="7590896" y="93316"/>
                  </a:lnTo>
                  <a:lnTo>
                    <a:pt x="7591023" y="93316"/>
                  </a:lnTo>
                  <a:lnTo>
                    <a:pt x="7591149" y="93316"/>
                  </a:lnTo>
                  <a:lnTo>
                    <a:pt x="7591275" y="93316"/>
                  </a:lnTo>
                  <a:lnTo>
                    <a:pt x="7591401" y="93316"/>
                  </a:lnTo>
                  <a:lnTo>
                    <a:pt x="7591528" y="93316"/>
                  </a:lnTo>
                  <a:lnTo>
                    <a:pt x="7591654" y="93316"/>
                  </a:lnTo>
                  <a:lnTo>
                    <a:pt x="7591780" y="93316"/>
                  </a:lnTo>
                  <a:lnTo>
                    <a:pt x="7591906" y="93316"/>
                  </a:lnTo>
                  <a:lnTo>
                    <a:pt x="7592033" y="93316"/>
                  </a:lnTo>
                  <a:lnTo>
                    <a:pt x="7592159" y="93316"/>
                  </a:lnTo>
                  <a:lnTo>
                    <a:pt x="7592285" y="93316"/>
                  </a:lnTo>
                  <a:lnTo>
                    <a:pt x="7592411" y="93316"/>
                  </a:lnTo>
                  <a:lnTo>
                    <a:pt x="7592538" y="93316"/>
                  </a:lnTo>
                  <a:lnTo>
                    <a:pt x="7592664" y="93316"/>
                  </a:lnTo>
                  <a:lnTo>
                    <a:pt x="7592790" y="93316"/>
                  </a:lnTo>
                  <a:lnTo>
                    <a:pt x="7592917" y="93316"/>
                  </a:lnTo>
                  <a:lnTo>
                    <a:pt x="7593043" y="93316"/>
                  </a:lnTo>
                  <a:lnTo>
                    <a:pt x="7593169" y="93316"/>
                  </a:lnTo>
                  <a:lnTo>
                    <a:pt x="7593295" y="93316"/>
                  </a:lnTo>
                  <a:lnTo>
                    <a:pt x="7593422" y="93316"/>
                  </a:lnTo>
                  <a:lnTo>
                    <a:pt x="7593548" y="93316"/>
                  </a:lnTo>
                  <a:lnTo>
                    <a:pt x="7593674" y="93316"/>
                  </a:lnTo>
                  <a:lnTo>
                    <a:pt x="7593800" y="93316"/>
                  </a:lnTo>
                  <a:lnTo>
                    <a:pt x="7593927" y="93316"/>
                  </a:lnTo>
                  <a:lnTo>
                    <a:pt x="7594053" y="93316"/>
                  </a:lnTo>
                  <a:lnTo>
                    <a:pt x="7594179" y="93316"/>
                  </a:lnTo>
                  <a:lnTo>
                    <a:pt x="7594305" y="93316"/>
                  </a:lnTo>
                  <a:lnTo>
                    <a:pt x="7594432" y="93316"/>
                  </a:lnTo>
                  <a:lnTo>
                    <a:pt x="7594558" y="93316"/>
                  </a:lnTo>
                  <a:lnTo>
                    <a:pt x="7594684" y="93316"/>
                  </a:lnTo>
                  <a:lnTo>
                    <a:pt x="7594810" y="93316"/>
                  </a:lnTo>
                  <a:lnTo>
                    <a:pt x="7594937" y="93316"/>
                  </a:lnTo>
                  <a:lnTo>
                    <a:pt x="7595063" y="93316"/>
                  </a:lnTo>
                  <a:lnTo>
                    <a:pt x="7595189" y="93316"/>
                  </a:lnTo>
                  <a:lnTo>
                    <a:pt x="7595315" y="93316"/>
                  </a:lnTo>
                  <a:lnTo>
                    <a:pt x="7595442" y="93316"/>
                  </a:lnTo>
                  <a:lnTo>
                    <a:pt x="7595568" y="93316"/>
                  </a:lnTo>
                  <a:lnTo>
                    <a:pt x="7595694" y="93316"/>
                  </a:lnTo>
                  <a:lnTo>
                    <a:pt x="7595820" y="93316"/>
                  </a:lnTo>
                  <a:lnTo>
                    <a:pt x="7595947" y="93316"/>
                  </a:lnTo>
                  <a:lnTo>
                    <a:pt x="7596073" y="93316"/>
                  </a:lnTo>
                  <a:lnTo>
                    <a:pt x="7596199" y="93316"/>
                  </a:lnTo>
                  <a:lnTo>
                    <a:pt x="7596325" y="93316"/>
                  </a:lnTo>
                  <a:lnTo>
                    <a:pt x="7596452" y="93316"/>
                  </a:lnTo>
                  <a:lnTo>
                    <a:pt x="7596452" y="88404"/>
                  </a:lnTo>
                  <a:lnTo>
                    <a:pt x="7596578" y="88404"/>
                  </a:lnTo>
                  <a:lnTo>
                    <a:pt x="7596704" y="88404"/>
                  </a:lnTo>
                  <a:lnTo>
                    <a:pt x="7596830" y="88404"/>
                  </a:lnTo>
                  <a:lnTo>
                    <a:pt x="7596957" y="88404"/>
                  </a:lnTo>
                  <a:lnTo>
                    <a:pt x="7597083" y="88404"/>
                  </a:lnTo>
                  <a:lnTo>
                    <a:pt x="7597209" y="88404"/>
                  </a:lnTo>
                  <a:lnTo>
                    <a:pt x="7597335" y="88404"/>
                  </a:lnTo>
                  <a:lnTo>
                    <a:pt x="7597462" y="88404"/>
                  </a:lnTo>
                  <a:lnTo>
                    <a:pt x="7597588" y="88404"/>
                  </a:lnTo>
                  <a:lnTo>
                    <a:pt x="7597714" y="88404"/>
                  </a:lnTo>
                  <a:lnTo>
                    <a:pt x="7597840" y="88404"/>
                  </a:lnTo>
                  <a:lnTo>
                    <a:pt x="7597967" y="88404"/>
                  </a:lnTo>
                  <a:lnTo>
                    <a:pt x="7598093" y="88404"/>
                  </a:lnTo>
                  <a:lnTo>
                    <a:pt x="7598219" y="88404"/>
                  </a:lnTo>
                  <a:lnTo>
                    <a:pt x="7598346" y="88404"/>
                  </a:lnTo>
                  <a:lnTo>
                    <a:pt x="7598472" y="88404"/>
                  </a:lnTo>
                  <a:lnTo>
                    <a:pt x="7598598" y="88404"/>
                  </a:lnTo>
                  <a:lnTo>
                    <a:pt x="7598724" y="88404"/>
                  </a:lnTo>
                  <a:lnTo>
                    <a:pt x="7598851" y="88404"/>
                  </a:lnTo>
                  <a:lnTo>
                    <a:pt x="7598977" y="88404"/>
                  </a:lnTo>
                  <a:lnTo>
                    <a:pt x="7599103" y="88404"/>
                  </a:lnTo>
                  <a:lnTo>
                    <a:pt x="7599229" y="88404"/>
                  </a:lnTo>
                  <a:lnTo>
                    <a:pt x="7599356" y="88404"/>
                  </a:lnTo>
                  <a:lnTo>
                    <a:pt x="7599482" y="88404"/>
                  </a:lnTo>
                  <a:lnTo>
                    <a:pt x="7599608" y="88404"/>
                  </a:lnTo>
                  <a:lnTo>
                    <a:pt x="7599734" y="88404"/>
                  </a:lnTo>
                  <a:lnTo>
                    <a:pt x="7599861" y="88404"/>
                  </a:lnTo>
                  <a:lnTo>
                    <a:pt x="7599987" y="88404"/>
                  </a:lnTo>
                  <a:lnTo>
                    <a:pt x="7600113" y="88404"/>
                  </a:lnTo>
                  <a:lnTo>
                    <a:pt x="7600239" y="88404"/>
                  </a:lnTo>
                  <a:lnTo>
                    <a:pt x="7600366" y="88404"/>
                  </a:lnTo>
                  <a:lnTo>
                    <a:pt x="7600492" y="88404"/>
                  </a:lnTo>
                  <a:lnTo>
                    <a:pt x="7600618" y="88404"/>
                  </a:lnTo>
                  <a:lnTo>
                    <a:pt x="7600744" y="88404"/>
                  </a:lnTo>
                  <a:lnTo>
                    <a:pt x="7600871" y="88404"/>
                  </a:lnTo>
                  <a:lnTo>
                    <a:pt x="7600997" y="88404"/>
                  </a:lnTo>
                  <a:lnTo>
                    <a:pt x="7600997" y="83493"/>
                  </a:lnTo>
                  <a:lnTo>
                    <a:pt x="7601123" y="83493"/>
                  </a:lnTo>
                  <a:lnTo>
                    <a:pt x="7601249" y="83493"/>
                  </a:lnTo>
                  <a:lnTo>
                    <a:pt x="7601376" y="83493"/>
                  </a:lnTo>
                  <a:lnTo>
                    <a:pt x="7601502" y="83493"/>
                  </a:lnTo>
                  <a:lnTo>
                    <a:pt x="7601628" y="83493"/>
                  </a:lnTo>
                  <a:lnTo>
                    <a:pt x="7601754" y="83493"/>
                  </a:lnTo>
                  <a:lnTo>
                    <a:pt x="7601881" y="83493"/>
                  </a:lnTo>
                  <a:lnTo>
                    <a:pt x="7602007" y="83493"/>
                  </a:lnTo>
                  <a:lnTo>
                    <a:pt x="7602133" y="83493"/>
                  </a:lnTo>
                  <a:lnTo>
                    <a:pt x="7602259" y="83493"/>
                  </a:lnTo>
                  <a:lnTo>
                    <a:pt x="7602386" y="83493"/>
                  </a:lnTo>
                  <a:lnTo>
                    <a:pt x="7602512" y="83493"/>
                  </a:lnTo>
                  <a:lnTo>
                    <a:pt x="7602638" y="83493"/>
                  </a:lnTo>
                  <a:lnTo>
                    <a:pt x="7602764" y="83493"/>
                  </a:lnTo>
                  <a:lnTo>
                    <a:pt x="7602891" y="83493"/>
                  </a:lnTo>
                  <a:lnTo>
                    <a:pt x="7603017" y="83493"/>
                  </a:lnTo>
                  <a:lnTo>
                    <a:pt x="7603143" y="83493"/>
                  </a:lnTo>
                  <a:lnTo>
                    <a:pt x="7603270" y="83493"/>
                  </a:lnTo>
                  <a:lnTo>
                    <a:pt x="7603396" y="83493"/>
                  </a:lnTo>
                  <a:lnTo>
                    <a:pt x="7603522" y="83493"/>
                  </a:lnTo>
                  <a:lnTo>
                    <a:pt x="7603648" y="83493"/>
                  </a:lnTo>
                  <a:lnTo>
                    <a:pt x="7603775" y="83493"/>
                  </a:lnTo>
                  <a:lnTo>
                    <a:pt x="7603901" y="83493"/>
                  </a:lnTo>
                  <a:lnTo>
                    <a:pt x="7604027" y="83493"/>
                  </a:lnTo>
                  <a:lnTo>
                    <a:pt x="7604153" y="83493"/>
                  </a:lnTo>
                  <a:lnTo>
                    <a:pt x="7604280" y="83493"/>
                  </a:lnTo>
                  <a:lnTo>
                    <a:pt x="7604406" y="83493"/>
                  </a:lnTo>
                  <a:lnTo>
                    <a:pt x="7604532" y="83493"/>
                  </a:lnTo>
                  <a:lnTo>
                    <a:pt x="7604658" y="83493"/>
                  </a:lnTo>
                  <a:lnTo>
                    <a:pt x="7604785" y="83493"/>
                  </a:lnTo>
                  <a:lnTo>
                    <a:pt x="7604911" y="83493"/>
                  </a:lnTo>
                  <a:lnTo>
                    <a:pt x="7605037" y="83493"/>
                  </a:lnTo>
                  <a:lnTo>
                    <a:pt x="7605163" y="83493"/>
                  </a:lnTo>
                  <a:lnTo>
                    <a:pt x="7605290" y="83493"/>
                  </a:lnTo>
                  <a:lnTo>
                    <a:pt x="7605416" y="83493"/>
                  </a:lnTo>
                  <a:lnTo>
                    <a:pt x="7605542" y="83493"/>
                  </a:lnTo>
                  <a:lnTo>
                    <a:pt x="7605668" y="83493"/>
                  </a:lnTo>
                  <a:lnTo>
                    <a:pt x="7605795" y="83493"/>
                  </a:lnTo>
                  <a:lnTo>
                    <a:pt x="7605921" y="83493"/>
                  </a:lnTo>
                  <a:lnTo>
                    <a:pt x="7606047" y="83493"/>
                  </a:lnTo>
                  <a:lnTo>
                    <a:pt x="7606173" y="83493"/>
                  </a:lnTo>
                  <a:lnTo>
                    <a:pt x="7606300" y="83493"/>
                  </a:lnTo>
                  <a:lnTo>
                    <a:pt x="7606426" y="83493"/>
                  </a:lnTo>
                  <a:lnTo>
                    <a:pt x="7606552" y="83493"/>
                  </a:lnTo>
                  <a:lnTo>
                    <a:pt x="7606678" y="83493"/>
                  </a:lnTo>
                  <a:lnTo>
                    <a:pt x="7606805" y="83493"/>
                  </a:lnTo>
                  <a:lnTo>
                    <a:pt x="7606931" y="83493"/>
                  </a:lnTo>
                  <a:lnTo>
                    <a:pt x="7607057" y="83493"/>
                  </a:lnTo>
                  <a:lnTo>
                    <a:pt x="7607183" y="83493"/>
                  </a:lnTo>
                  <a:lnTo>
                    <a:pt x="7607310" y="83493"/>
                  </a:lnTo>
                  <a:lnTo>
                    <a:pt x="7607436" y="83493"/>
                  </a:lnTo>
                  <a:lnTo>
                    <a:pt x="7607562" y="83493"/>
                  </a:lnTo>
                  <a:lnTo>
                    <a:pt x="7607688" y="83493"/>
                  </a:lnTo>
                  <a:lnTo>
                    <a:pt x="7607815" y="83493"/>
                  </a:lnTo>
                  <a:lnTo>
                    <a:pt x="7607941" y="83493"/>
                  </a:lnTo>
                  <a:lnTo>
                    <a:pt x="7608067" y="83493"/>
                  </a:lnTo>
                  <a:lnTo>
                    <a:pt x="7608194" y="83493"/>
                  </a:lnTo>
                  <a:lnTo>
                    <a:pt x="7608320" y="83493"/>
                  </a:lnTo>
                  <a:lnTo>
                    <a:pt x="7608446" y="83493"/>
                  </a:lnTo>
                  <a:lnTo>
                    <a:pt x="7608572" y="83493"/>
                  </a:lnTo>
                  <a:lnTo>
                    <a:pt x="7608699" y="83493"/>
                  </a:lnTo>
                  <a:lnTo>
                    <a:pt x="7608825" y="83493"/>
                  </a:lnTo>
                  <a:lnTo>
                    <a:pt x="7608951" y="83493"/>
                  </a:lnTo>
                  <a:lnTo>
                    <a:pt x="7609077" y="83493"/>
                  </a:lnTo>
                  <a:lnTo>
                    <a:pt x="7609204" y="83493"/>
                  </a:lnTo>
                  <a:lnTo>
                    <a:pt x="7609330" y="83493"/>
                  </a:lnTo>
                  <a:lnTo>
                    <a:pt x="7609456" y="83493"/>
                  </a:lnTo>
                  <a:lnTo>
                    <a:pt x="7609582" y="83493"/>
                  </a:lnTo>
                  <a:lnTo>
                    <a:pt x="7609709" y="83493"/>
                  </a:lnTo>
                  <a:lnTo>
                    <a:pt x="7609835" y="83493"/>
                  </a:lnTo>
                  <a:lnTo>
                    <a:pt x="7609961" y="83493"/>
                  </a:lnTo>
                  <a:lnTo>
                    <a:pt x="7610087" y="83493"/>
                  </a:lnTo>
                  <a:lnTo>
                    <a:pt x="7610214" y="83493"/>
                  </a:lnTo>
                  <a:lnTo>
                    <a:pt x="7610340" y="83493"/>
                  </a:lnTo>
                  <a:lnTo>
                    <a:pt x="7610466" y="83493"/>
                  </a:lnTo>
                  <a:lnTo>
                    <a:pt x="7610592" y="83493"/>
                  </a:lnTo>
                  <a:lnTo>
                    <a:pt x="7610719" y="83493"/>
                  </a:lnTo>
                  <a:lnTo>
                    <a:pt x="7610845" y="83493"/>
                  </a:lnTo>
                  <a:lnTo>
                    <a:pt x="7610971" y="83493"/>
                  </a:lnTo>
                  <a:lnTo>
                    <a:pt x="7611097" y="83493"/>
                  </a:lnTo>
                  <a:lnTo>
                    <a:pt x="7611224" y="83493"/>
                  </a:lnTo>
                  <a:lnTo>
                    <a:pt x="7611350" y="83493"/>
                  </a:lnTo>
                  <a:lnTo>
                    <a:pt x="7611476" y="83493"/>
                  </a:lnTo>
                  <a:lnTo>
                    <a:pt x="7611602" y="83493"/>
                  </a:lnTo>
                  <a:lnTo>
                    <a:pt x="7611729" y="83493"/>
                  </a:lnTo>
                  <a:lnTo>
                    <a:pt x="7611855" y="83493"/>
                  </a:lnTo>
                  <a:lnTo>
                    <a:pt x="7611981" y="83493"/>
                  </a:lnTo>
                  <a:lnTo>
                    <a:pt x="7612107" y="83493"/>
                  </a:lnTo>
                  <a:lnTo>
                    <a:pt x="7612234" y="83493"/>
                  </a:lnTo>
                  <a:lnTo>
                    <a:pt x="7612360" y="83493"/>
                  </a:lnTo>
                  <a:lnTo>
                    <a:pt x="7612486" y="83493"/>
                  </a:lnTo>
                  <a:lnTo>
                    <a:pt x="7612612" y="83493"/>
                  </a:lnTo>
                  <a:lnTo>
                    <a:pt x="7612739" y="83493"/>
                  </a:lnTo>
                  <a:lnTo>
                    <a:pt x="7612865" y="83493"/>
                  </a:lnTo>
                  <a:lnTo>
                    <a:pt x="7612991" y="83493"/>
                  </a:lnTo>
                  <a:lnTo>
                    <a:pt x="7613117" y="83493"/>
                  </a:lnTo>
                  <a:lnTo>
                    <a:pt x="7613244" y="83493"/>
                  </a:lnTo>
                  <a:lnTo>
                    <a:pt x="7613370" y="83493"/>
                  </a:lnTo>
                  <a:lnTo>
                    <a:pt x="7613496" y="83493"/>
                  </a:lnTo>
                  <a:lnTo>
                    <a:pt x="7613623" y="83493"/>
                  </a:lnTo>
                  <a:lnTo>
                    <a:pt x="7613749" y="83493"/>
                  </a:lnTo>
                  <a:lnTo>
                    <a:pt x="7613875" y="83493"/>
                  </a:lnTo>
                  <a:lnTo>
                    <a:pt x="7614001" y="83493"/>
                  </a:lnTo>
                  <a:lnTo>
                    <a:pt x="7614128" y="83493"/>
                  </a:lnTo>
                  <a:lnTo>
                    <a:pt x="7614254" y="83493"/>
                  </a:lnTo>
                  <a:lnTo>
                    <a:pt x="7614380" y="83493"/>
                  </a:lnTo>
                  <a:lnTo>
                    <a:pt x="7614506" y="83493"/>
                  </a:lnTo>
                  <a:lnTo>
                    <a:pt x="7614633" y="83493"/>
                  </a:lnTo>
                  <a:lnTo>
                    <a:pt x="7614759" y="83493"/>
                  </a:lnTo>
                  <a:lnTo>
                    <a:pt x="7614885" y="83493"/>
                  </a:lnTo>
                  <a:lnTo>
                    <a:pt x="7615011" y="83493"/>
                  </a:lnTo>
                  <a:lnTo>
                    <a:pt x="7615138" y="83493"/>
                  </a:lnTo>
                  <a:lnTo>
                    <a:pt x="7615264" y="83493"/>
                  </a:lnTo>
                  <a:lnTo>
                    <a:pt x="7615390" y="83493"/>
                  </a:lnTo>
                  <a:lnTo>
                    <a:pt x="7615516" y="83493"/>
                  </a:lnTo>
                  <a:lnTo>
                    <a:pt x="7615643" y="83493"/>
                  </a:lnTo>
                  <a:lnTo>
                    <a:pt x="7615769" y="83493"/>
                  </a:lnTo>
                  <a:lnTo>
                    <a:pt x="7615895" y="83493"/>
                  </a:lnTo>
                  <a:lnTo>
                    <a:pt x="7616021" y="83493"/>
                  </a:lnTo>
                  <a:lnTo>
                    <a:pt x="7616148" y="83493"/>
                  </a:lnTo>
                  <a:lnTo>
                    <a:pt x="7616274" y="83493"/>
                  </a:lnTo>
                  <a:lnTo>
                    <a:pt x="7616400" y="83493"/>
                  </a:lnTo>
                  <a:lnTo>
                    <a:pt x="7616526" y="83493"/>
                  </a:lnTo>
                  <a:lnTo>
                    <a:pt x="7616653" y="83493"/>
                  </a:lnTo>
                  <a:lnTo>
                    <a:pt x="7616653" y="78581"/>
                  </a:lnTo>
                  <a:lnTo>
                    <a:pt x="7616779" y="78581"/>
                  </a:lnTo>
                  <a:lnTo>
                    <a:pt x="7616905" y="78581"/>
                  </a:lnTo>
                  <a:lnTo>
                    <a:pt x="7617031" y="78581"/>
                  </a:lnTo>
                  <a:lnTo>
                    <a:pt x="7617158" y="78581"/>
                  </a:lnTo>
                  <a:lnTo>
                    <a:pt x="7617284" y="78581"/>
                  </a:lnTo>
                  <a:lnTo>
                    <a:pt x="7617410" y="78581"/>
                  </a:lnTo>
                  <a:lnTo>
                    <a:pt x="7617536" y="78581"/>
                  </a:lnTo>
                  <a:lnTo>
                    <a:pt x="7617663" y="78581"/>
                  </a:lnTo>
                  <a:lnTo>
                    <a:pt x="7617789" y="78581"/>
                  </a:lnTo>
                  <a:lnTo>
                    <a:pt x="7617915" y="78581"/>
                  </a:lnTo>
                  <a:lnTo>
                    <a:pt x="7618041" y="78581"/>
                  </a:lnTo>
                  <a:lnTo>
                    <a:pt x="7618168" y="78581"/>
                  </a:lnTo>
                  <a:lnTo>
                    <a:pt x="7618294" y="78581"/>
                  </a:lnTo>
                  <a:lnTo>
                    <a:pt x="7618420" y="78581"/>
                  </a:lnTo>
                  <a:lnTo>
                    <a:pt x="7618547" y="78581"/>
                  </a:lnTo>
                  <a:lnTo>
                    <a:pt x="7618673" y="78581"/>
                  </a:lnTo>
                  <a:lnTo>
                    <a:pt x="7618799" y="78581"/>
                  </a:lnTo>
                  <a:lnTo>
                    <a:pt x="7618925" y="78581"/>
                  </a:lnTo>
                  <a:lnTo>
                    <a:pt x="7619052" y="78581"/>
                  </a:lnTo>
                  <a:lnTo>
                    <a:pt x="7619178" y="78581"/>
                  </a:lnTo>
                  <a:lnTo>
                    <a:pt x="7619304" y="78581"/>
                  </a:lnTo>
                  <a:lnTo>
                    <a:pt x="7619430" y="78581"/>
                  </a:lnTo>
                  <a:lnTo>
                    <a:pt x="7619557" y="78581"/>
                  </a:lnTo>
                  <a:lnTo>
                    <a:pt x="7619683" y="78581"/>
                  </a:lnTo>
                  <a:lnTo>
                    <a:pt x="7619809" y="78581"/>
                  </a:lnTo>
                  <a:lnTo>
                    <a:pt x="7619935" y="78581"/>
                  </a:lnTo>
                  <a:lnTo>
                    <a:pt x="7620062" y="78581"/>
                  </a:lnTo>
                  <a:lnTo>
                    <a:pt x="7620188" y="78581"/>
                  </a:lnTo>
                  <a:lnTo>
                    <a:pt x="7620314" y="78581"/>
                  </a:lnTo>
                  <a:lnTo>
                    <a:pt x="7620440" y="78581"/>
                  </a:lnTo>
                  <a:lnTo>
                    <a:pt x="7620567" y="78581"/>
                  </a:lnTo>
                  <a:lnTo>
                    <a:pt x="7620693" y="78581"/>
                  </a:lnTo>
                  <a:lnTo>
                    <a:pt x="7620819" y="78581"/>
                  </a:lnTo>
                  <a:lnTo>
                    <a:pt x="7620945" y="78581"/>
                  </a:lnTo>
                  <a:lnTo>
                    <a:pt x="7621072" y="78581"/>
                  </a:lnTo>
                  <a:lnTo>
                    <a:pt x="7621198" y="78581"/>
                  </a:lnTo>
                  <a:lnTo>
                    <a:pt x="7621324" y="78581"/>
                  </a:lnTo>
                  <a:lnTo>
                    <a:pt x="7621450" y="78581"/>
                  </a:lnTo>
                  <a:lnTo>
                    <a:pt x="7621577" y="78581"/>
                  </a:lnTo>
                  <a:lnTo>
                    <a:pt x="7621703" y="78581"/>
                  </a:lnTo>
                  <a:lnTo>
                    <a:pt x="7621829" y="78581"/>
                  </a:lnTo>
                  <a:lnTo>
                    <a:pt x="7621955" y="78581"/>
                  </a:lnTo>
                  <a:lnTo>
                    <a:pt x="7622082" y="78581"/>
                  </a:lnTo>
                  <a:lnTo>
                    <a:pt x="7622208" y="78581"/>
                  </a:lnTo>
                  <a:lnTo>
                    <a:pt x="7622334" y="78581"/>
                  </a:lnTo>
                  <a:lnTo>
                    <a:pt x="7622460" y="78581"/>
                  </a:lnTo>
                  <a:lnTo>
                    <a:pt x="7622587" y="78581"/>
                  </a:lnTo>
                  <a:lnTo>
                    <a:pt x="7622713" y="78581"/>
                  </a:lnTo>
                  <a:lnTo>
                    <a:pt x="7622839" y="78581"/>
                  </a:lnTo>
                  <a:lnTo>
                    <a:pt x="7622965" y="78581"/>
                  </a:lnTo>
                  <a:lnTo>
                    <a:pt x="7623092" y="78581"/>
                  </a:lnTo>
                  <a:lnTo>
                    <a:pt x="7623218" y="78581"/>
                  </a:lnTo>
                  <a:lnTo>
                    <a:pt x="7623344" y="78581"/>
                  </a:lnTo>
                  <a:lnTo>
                    <a:pt x="7623470" y="78581"/>
                  </a:lnTo>
                  <a:lnTo>
                    <a:pt x="7623597" y="78581"/>
                  </a:lnTo>
                  <a:lnTo>
                    <a:pt x="7623723" y="78581"/>
                  </a:lnTo>
                  <a:lnTo>
                    <a:pt x="7623849" y="78581"/>
                  </a:lnTo>
                  <a:lnTo>
                    <a:pt x="7623976" y="78581"/>
                  </a:lnTo>
                  <a:lnTo>
                    <a:pt x="7624102" y="78581"/>
                  </a:lnTo>
                  <a:lnTo>
                    <a:pt x="7624228" y="78581"/>
                  </a:lnTo>
                  <a:lnTo>
                    <a:pt x="7624354" y="78581"/>
                  </a:lnTo>
                  <a:lnTo>
                    <a:pt x="7624481" y="78581"/>
                  </a:lnTo>
                  <a:lnTo>
                    <a:pt x="7624607" y="78581"/>
                  </a:lnTo>
                  <a:lnTo>
                    <a:pt x="7624733" y="78581"/>
                  </a:lnTo>
                  <a:lnTo>
                    <a:pt x="7624859" y="78581"/>
                  </a:lnTo>
                  <a:lnTo>
                    <a:pt x="7624986" y="78581"/>
                  </a:lnTo>
                  <a:lnTo>
                    <a:pt x="7625112" y="78581"/>
                  </a:lnTo>
                  <a:lnTo>
                    <a:pt x="7625238" y="78581"/>
                  </a:lnTo>
                  <a:lnTo>
                    <a:pt x="7625364" y="78581"/>
                  </a:lnTo>
                  <a:lnTo>
                    <a:pt x="7625491" y="78581"/>
                  </a:lnTo>
                  <a:lnTo>
                    <a:pt x="7625617" y="78581"/>
                  </a:lnTo>
                  <a:lnTo>
                    <a:pt x="7625743" y="78581"/>
                  </a:lnTo>
                  <a:lnTo>
                    <a:pt x="7625869" y="78581"/>
                  </a:lnTo>
                  <a:lnTo>
                    <a:pt x="7625996" y="78581"/>
                  </a:lnTo>
                  <a:lnTo>
                    <a:pt x="7626122" y="78581"/>
                  </a:lnTo>
                  <a:lnTo>
                    <a:pt x="7626248" y="78581"/>
                  </a:lnTo>
                  <a:lnTo>
                    <a:pt x="7626374" y="78581"/>
                  </a:lnTo>
                  <a:lnTo>
                    <a:pt x="7626501" y="78581"/>
                  </a:lnTo>
                  <a:lnTo>
                    <a:pt x="7626627" y="78581"/>
                  </a:lnTo>
                  <a:lnTo>
                    <a:pt x="7626753" y="78581"/>
                  </a:lnTo>
                  <a:lnTo>
                    <a:pt x="7626879" y="78581"/>
                  </a:lnTo>
                  <a:lnTo>
                    <a:pt x="7627006" y="78581"/>
                  </a:lnTo>
                  <a:lnTo>
                    <a:pt x="7627132" y="78581"/>
                  </a:lnTo>
                  <a:lnTo>
                    <a:pt x="7627258" y="78581"/>
                  </a:lnTo>
                  <a:lnTo>
                    <a:pt x="7627384" y="78581"/>
                  </a:lnTo>
                  <a:lnTo>
                    <a:pt x="7627511" y="78581"/>
                  </a:lnTo>
                  <a:lnTo>
                    <a:pt x="7627637" y="78581"/>
                  </a:lnTo>
                  <a:lnTo>
                    <a:pt x="7627763" y="78581"/>
                  </a:lnTo>
                  <a:lnTo>
                    <a:pt x="7627889" y="78581"/>
                  </a:lnTo>
                  <a:lnTo>
                    <a:pt x="7628016" y="78581"/>
                  </a:lnTo>
                  <a:lnTo>
                    <a:pt x="7628142" y="78581"/>
                  </a:lnTo>
                  <a:lnTo>
                    <a:pt x="7628268" y="78581"/>
                  </a:lnTo>
                  <a:lnTo>
                    <a:pt x="7628394" y="78581"/>
                  </a:lnTo>
                  <a:lnTo>
                    <a:pt x="7628521" y="78581"/>
                  </a:lnTo>
                  <a:lnTo>
                    <a:pt x="7628647" y="78581"/>
                  </a:lnTo>
                  <a:lnTo>
                    <a:pt x="7628773" y="78581"/>
                  </a:lnTo>
                  <a:lnTo>
                    <a:pt x="7628900" y="78581"/>
                  </a:lnTo>
                  <a:lnTo>
                    <a:pt x="7629026" y="78581"/>
                  </a:lnTo>
                  <a:lnTo>
                    <a:pt x="7629152" y="78581"/>
                  </a:lnTo>
                  <a:lnTo>
                    <a:pt x="7629278" y="78581"/>
                  </a:lnTo>
                  <a:lnTo>
                    <a:pt x="7629405" y="78581"/>
                  </a:lnTo>
                  <a:lnTo>
                    <a:pt x="7629531" y="78581"/>
                  </a:lnTo>
                  <a:lnTo>
                    <a:pt x="7629657" y="78581"/>
                  </a:lnTo>
                  <a:lnTo>
                    <a:pt x="7629783" y="78581"/>
                  </a:lnTo>
                  <a:lnTo>
                    <a:pt x="7629910" y="78581"/>
                  </a:lnTo>
                  <a:lnTo>
                    <a:pt x="7630036" y="78581"/>
                  </a:lnTo>
                  <a:lnTo>
                    <a:pt x="7630162" y="78581"/>
                  </a:lnTo>
                  <a:lnTo>
                    <a:pt x="7630288" y="78581"/>
                  </a:lnTo>
                  <a:lnTo>
                    <a:pt x="7630415" y="78581"/>
                  </a:lnTo>
                  <a:lnTo>
                    <a:pt x="7630541" y="78581"/>
                  </a:lnTo>
                  <a:lnTo>
                    <a:pt x="7630667" y="78581"/>
                  </a:lnTo>
                  <a:lnTo>
                    <a:pt x="7630793" y="78581"/>
                  </a:lnTo>
                  <a:lnTo>
                    <a:pt x="7630920" y="78581"/>
                  </a:lnTo>
                  <a:lnTo>
                    <a:pt x="7631046" y="78581"/>
                  </a:lnTo>
                  <a:lnTo>
                    <a:pt x="7631172" y="78581"/>
                  </a:lnTo>
                  <a:lnTo>
                    <a:pt x="7631298" y="78581"/>
                  </a:lnTo>
                  <a:lnTo>
                    <a:pt x="7631425" y="78581"/>
                  </a:lnTo>
                  <a:lnTo>
                    <a:pt x="7631551" y="78581"/>
                  </a:lnTo>
                  <a:lnTo>
                    <a:pt x="7631677" y="78581"/>
                  </a:lnTo>
                  <a:lnTo>
                    <a:pt x="7631803" y="78581"/>
                  </a:lnTo>
                  <a:lnTo>
                    <a:pt x="7631930" y="78581"/>
                  </a:lnTo>
                  <a:lnTo>
                    <a:pt x="7632056" y="78581"/>
                  </a:lnTo>
                  <a:lnTo>
                    <a:pt x="7632182" y="78581"/>
                  </a:lnTo>
                  <a:lnTo>
                    <a:pt x="7632308" y="78581"/>
                  </a:lnTo>
                  <a:lnTo>
                    <a:pt x="7632435" y="78581"/>
                  </a:lnTo>
                  <a:lnTo>
                    <a:pt x="7632561" y="78581"/>
                  </a:lnTo>
                  <a:lnTo>
                    <a:pt x="7632687" y="78581"/>
                  </a:lnTo>
                  <a:lnTo>
                    <a:pt x="7632813" y="78581"/>
                  </a:lnTo>
                  <a:lnTo>
                    <a:pt x="7632940" y="78581"/>
                  </a:lnTo>
                  <a:lnTo>
                    <a:pt x="7633066" y="78581"/>
                  </a:lnTo>
                  <a:lnTo>
                    <a:pt x="7633192" y="78581"/>
                  </a:lnTo>
                  <a:lnTo>
                    <a:pt x="7633318" y="78581"/>
                  </a:lnTo>
                  <a:lnTo>
                    <a:pt x="7633445" y="78581"/>
                  </a:lnTo>
                  <a:lnTo>
                    <a:pt x="7633571" y="78581"/>
                  </a:lnTo>
                  <a:lnTo>
                    <a:pt x="7633697" y="78581"/>
                  </a:lnTo>
                  <a:lnTo>
                    <a:pt x="7633823" y="78581"/>
                  </a:lnTo>
                  <a:lnTo>
                    <a:pt x="7633950" y="78581"/>
                  </a:lnTo>
                  <a:lnTo>
                    <a:pt x="7634076" y="78581"/>
                  </a:lnTo>
                  <a:lnTo>
                    <a:pt x="7634202" y="78581"/>
                  </a:lnTo>
                  <a:lnTo>
                    <a:pt x="7634329" y="78581"/>
                  </a:lnTo>
                  <a:lnTo>
                    <a:pt x="7634455" y="78581"/>
                  </a:lnTo>
                  <a:lnTo>
                    <a:pt x="7634581" y="78581"/>
                  </a:lnTo>
                  <a:lnTo>
                    <a:pt x="7634707" y="78581"/>
                  </a:lnTo>
                  <a:lnTo>
                    <a:pt x="7634834" y="78581"/>
                  </a:lnTo>
                  <a:lnTo>
                    <a:pt x="7634960" y="78581"/>
                  </a:lnTo>
                  <a:lnTo>
                    <a:pt x="7635086" y="78581"/>
                  </a:lnTo>
                  <a:lnTo>
                    <a:pt x="7635212" y="78581"/>
                  </a:lnTo>
                  <a:lnTo>
                    <a:pt x="7635339" y="78581"/>
                  </a:lnTo>
                  <a:lnTo>
                    <a:pt x="7635465" y="78581"/>
                  </a:lnTo>
                  <a:lnTo>
                    <a:pt x="7635591" y="78581"/>
                  </a:lnTo>
                  <a:lnTo>
                    <a:pt x="7635717" y="78581"/>
                  </a:lnTo>
                  <a:lnTo>
                    <a:pt x="7635844" y="78581"/>
                  </a:lnTo>
                  <a:lnTo>
                    <a:pt x="7635970" y="78581"/>
                  </a:lnTo>
                  <a:lnTo>
                    <a:pt x="7636096" y="78581"/>
                  </a:lnTo>
                  <a:lnTo>
                    <a:pt x="7636222" y="78581"/>
                  </a:lnTo>
                  <a:lnTo>
                    <a:pt x="7636349" y="78581"/>
                  </a:lnTo>
                  <a:lnTo>
                    <a:pt x="7636475" y="78581"/>
                  </a:lnTo>
                  <a:lnTo>
                    <a:pt x="7636601" y="78581"/>
                  </a:lnTo>
                  <a:lnTo>
                    <a:pt x="7636727" y="78581"/>
                  </a:lnTo>
                  <a:lnTo>
                    <a:pt x="7636854" y="78581"/>
                  </a:lnTo>
                  <a:lnTo>
                    <a:pt x="7636980" y="78581"/>
                  </a:lnTo>
                  <a:lnTo>
                    <a:pt x="7637106" y="78581"/>
                  </a:lnTo>
                  <a:lnTo>
                    <a:pt x="7637232" y="78581"/>
                  </a:lnTo>
                  <a:lnTo>
                    <a:pt x="7637359" y="78581"/>
                  </a:lnTo>
                  <a:lnTo>
                    <a:pt x="7637485" y="78581"/>
                  </a:lnTo>
                  <a:lnTo>
                    <a:pt x="7637611" y="78581"/>
                  </a:lnTo>
                  <a:lnTo>
                    <a:pt x="7637737" y="78581"/>
                  </a:lnTo>
                  <a:lnTo>
                    <a:pt x="7637864" y="78581"/>
                  </a:lnTo>
                  <a:lnTo>
                    <a:pt x="7637990" y="78581"/>
                  </a:lnTo>
                  <a:lnTo>
                    <a:pt x="7638116" y="78581"/>
                  </a:lnTo>
                  <a:lnTo>
                    <a:pt x="7638242" y="78581"/>
                  </a:lnTo>
                  <a:lnTo>
                    <a:pt x="7638369" y="78581"/>
                  </a:lnTo>
                  <a:lnTo>
                    <a:pt x="7638495" y="78581"/>
                  </a:lnTo>
                  <a:lnTo>
                    <a:pt x="7638621" y="78581"/>
                  </a:lnTo>
                  <a:lnTo>
                    <a:pt x="7638747" y="78581"/>
                  </a:lnTo>
                  <a:lnTo>
                    <a:pt x="7638874" y="78581"/>
                  </a:lnTo>
                  <a:lnTo>
                    <a:pt x="7639000" y="78581"/>
                  </a:lnTo>
                  <a:lnTo>
                    <a:pt x="7639126" y="78581"/>
                  </a:lnTo>
                  <a:lnTo>
                    <a:pt x="7639253" y="78581"/>
                  </a:lnTo>
                  <a:lnTo>
                    <a:pt x="7639379" y="78581"/>
                  </a:lnTo>
                  <a:lnTo>
                    <a:pt x="7639505" y="78581"/>
                  </a:lnTo>
                  <a:lnTo>
                    <a:pt x="7639631" y="78581"/>
                  </a:lnTo>
                  <a:lnTo>
                    <a:pt x="7639758" y="78581"/>
                  </a:lnTo>
                  <a:lnTo>
                    <a:pt x="7639884" y="78581"/>
                  </a:lnTo>
                  <a:lnTo>
                    <a:pt x="7640010" y="78581"/>
                  </a:lnTo>
                  <a:lnTo>
                    <a:pt x="7640136" y="78581"/>
                  </a:lnTo>
                  <a:lnTo>
                    <a:pt x="7640263" y="78581"/>
                  </a:lnTo>
                  <a:lnTo>
                    <a:pt x="7640389" y="78581"/>
                  </a:lnTo>
                  <a:lnTo>
                    <a:pt x="7640515" y="78581"/>
                  </a:lnTo>
                  <a:lnTo>
                    <a:pt x="7640641" y="78581"/>
                  </a:lnTo>
                  <a:lnTo>
                    <a:pt x="7640768" y="78581"/>
                  </a:lnTo>
                  <a:lnTo>
                    <a:pt x="7640894" y="78581"/>
                  </a:lnTo>
                  <a:lnTo>
                    <a:pt x="7641020" y="78581"/>
                  </a:lnTo>
                  <a:lnTo>
                    <a:pt x="7641146" y="78581"/>
                  </a:lnTo>
                  <a:lnTo>
                    <a:pt x="7641273" y="78581"/>
                  </a:lnTo>
                  <a:lnTo>
                    <a:pt x="7641399" y="78581"/>
                  </a:lnTo>
                  <a:lnTo>
                    <a:pt x="7641525" y="78581"/>
                  </a:lnTo>
                  <a:lnTo>
                    <a:pt x="7641651" y="78581"/>
                  </a:lnTo>
                  <a:lnTo>
                    <a:pt x="7641778" y="78581"/>
                  </a:lnTo>
                  <a:lnTo>
                    <a:pt x="7641904" y="78581"/>
                  </a:lnTo>
                  <a:lnTo>
                    <a:pt x="7642030" y="78581"/>
                  </a:lnTo>
                  <a:lnTo>
                    <a:pt x="7642156" y="78581"/>
                  </a:lnTo>
                  <a:lnTo>
                    <a:pt x="7642283" y="78581"/>
                  </a:lnTo>
                  <a:lnTo>
                    <a:pt x="7642409" y="78581"/>
                  </a:lnTo>
                  <a:lnTo>
                    <a:pt x="7642535" y="78581"/>
                  </a:lnTo>
                  <a:lnTo>
                    <a:pt x="7642661" y="78581"/>
                  </a:lnTo>
                  <a:lnTo>
                    <a:pt x="7642788" y="78581"/>
                  </a:lnTo>
                  <a:lnTo>
                    <a:pt x="7642914" y="78581"/>
                  </a:lnTo>
                  <a:lnTo>
                    <a:pt x="7643040" y="78581"/>
                  </a:lnTo>
                  <a:lnTo>
                    <a:pt x="7643166" y="78581"/>
                  </a:lnTo>
                  <a:lnTo>
                    <a:pt x="7643293" y="78581"/>
                  </a:lnTo>
                  <a:lnTo>
                    <a:pt x="7643419" y="78581"/>
                  </a:lnTo>
                  <a:lnTo>
                    <a:pt x="7643545" y="78581"/>
                  </a:lnTo>
                  <a:lnTo>
                    <a:pt x="7643671" y="78581"/>
                  </a:lnTo>
                  <a:lnTo>
                    <a:pt x="7643798" y="78581"/>
                  </a:lnTo>
                  <a:lnTo>
                    <a:pt x="7643924" y="78581"/>
                  </a:lnTo>
                  <a:lnTo>
                    <a:pt x="7644050" y="78581"/>
                  </a:lnTo>
                  <a:lnTo>
                    <a:pt x="7644176" y="78581"/>
                  </a:lnTo>
                  <a:lnTo>
                    <a:pt x="7644303" y="78581"/>
                  </a:lnTo>
                  <a:lnTo>
                    <a:pt x="7644429" y="78581"/>
                  </a:lnTo>
                  <a:lnTo>
                    <a:pt x="7644555" y="78581"/>
                  </a:lnTo>
                  <a:lnTo>
                    <a:pt x="7644682" y="78581"/>
                  </a:lnTo>
                  <a:lnTo>
                    <a:pt x="7644808" y="78581"/>
                  </a:lnTo>
                  <a:lnTo>
                    <a:pt x="7644934" y="78581"/>
                  </a:lnTo>
                  <a:lnTo>
                    <a:pt x="7645060" y="78581"/>
                  </a:lnTo>
                  <a:lnTo>
                    <a:pt x="7645187" y="78581"/>
                  </a:lnTo>
                  <a:lnTo>
                    <a:pt x="7645313" y="78581"/>
                  </a:lnTo>
                  <a:lnTo>
                    <a:pt x="7645439" y="78581"/>
                  </a:lnTo>
                  <a:lnTo>
                    <a:pt x="7645565" y="78581"/>
                  </a:lnTo>
                  <a:lnTo>
                    <a:pt x="7645692" y="78581"/>
                  </a:lnTo>
                  <a:lnTo>
                    <a:pt x="7645818" y="78581"/>
                  </a:lnTo>
                  <a:lnTo>
                    <a:pt x="7645944" y="78581"/>
                  </a:lnTo>
                  <a:lnTo>
                    <a:pt x="7646070" y="78581"/>
                  </a:lnTo>
                  <a:lnTo>
                    <a:pt x="7646197" y="78581"/>
                  </a:lnTo>
                  <a:lnTo>
                    <a:pt x="7646323" y="78581"/>
                  </a:lnTo>
                  <a:lnTo>
                    <a:pt x="7646449" y="78581"/>
                  </a:lnTo>
                  <a:lnTo>
                    <a:pt x="7646575" y="78581"/>
                  </a:lnTo>
                  <a:lnTo>
                    <a:pt x="7646702" y="78581"/>
                  </a:lnTo>
                  <a:lnTo>
                    <a:pt x="7646828" y="78581"/>
                  </a:lnTo>
                  <a:lnTo>
                    <a:pt x="7646954" y="78581"/>
                  </a:lnTo>
                  <a:lnTo>
                    <a:pt x="7647080" y="78581"/>
                  </a:lnTo>
                  <a:lnTo>
                    <a:pt x="7647207" y="78581"/>
                  </a:lnTo>
                  <a:lnTo>
                    <a:pt x="7647333" y="78581"/>
                  </a:lnTo>
                  <a:lnTo>
                    <a:pt x="7647459" y="78581"/>
                  </a:lnTo>
                  <a:lnTo>
                    <a:pt x="7647585" y="78581"/>
                  </a:lnTo>
                  <a:lnTo>
                    <a:pt x="7647712" y="78581"/>
                  </a:lnTo>
                  <a:lnTo>
                    <a:pt x="7647838" y="78581"/>
                  </a:lnTo>
                  <a:lnTo>
                    <a:pt x="7647964" y="78581"/>
                  </a:lnTo>
                  <a:lnTo>
                    <a:pt x="7648090" y="78581"/>
                  </a:lnTo>
                  <a:lnTo>
                    <a:pt x="7648217" y="78581"/>
                  </a:lnTo>
                  <a:lnTo>
                    <a:pt x="7648343" y="78581"/>
                  </a:lnTo>
                  <a:lnTo>
                    <a:pt x="7648469" y="78581"/>
                  </a:lnTo>
                  <a:lnTo>
                    <a:pt x="7648595" y="78581"/>
                  </a:lnTo>
                  <a:lnTo>
                    <a:pt x="7648722" y="78581"/>
                  </a:lnTo>
                  <a:lnTo>
                    <a:pt x="7648848" y="78581"/>
                  </a:lnTo>
                  <a:lnTo>
                    <a:pt x="7648974" y="78581"/>
                  </a:lnTo>
                  <a:lnTo>
                    <a:pt x="7649100" y="78581"/>
                  </a:lnTo>
                  <a:lnTo>
                    <a:pt x="7649227" y="78581"/>
                  </a:lnTo>
                  <a:lnTo>
                    <a:pt x="7649353" y="78581"/>
                  </a:lnTo>
                  <a:lnTo>
                    <a:pt x="7649479" y="78581"/>
                  </a:lnTo>
                  <a:lnTo>
                    <a:pt x="7649606" y="78581"/>
                  </a:lnTo>
                  <a:lnTo>
                    <a:pt x="7649732" y="78581"/>
                  </a:lnTo>
                  <a:lnTo>
                    <a:pt x="7649858" y="78581"/>
                  </a:lnTo>
                  <a:lnTo>
                    <a:pt x="7649984" y="78581"/>
                  </a:lnTo>
                  <a:lnTo>
                    <a:pt x="7650111" y="78581"/>
                  </a:lnTo>
                  <a:lnTo>
                    <a:pt x="7650237" y="78581"/>
                  </a:lnTo>
                  <a:lnTo>
                    <a:pt x="7650363" y="78581"/>
                  </a:lnTo>
                  <a:lnTo>
                    <a:pt x="7650489" y="78581"/>
                  </a:lnTo>
                  <a:lnTo>
                    <a:pt x="7650616" y="78581"/>
                  </a:lnTo>
                  <a:lnTo>
                    <a:pt x="7650742" y="78581"/>
                  </a:lnTo>
                  <a:lnTo>
                    <a:pt x="7650868" y="78581"/>
                  </a:lnTo>
                  <a:lnTo>
                    <a:pt x="7650994" y="78581"/>
                  </a:lnTo>
                  <a:lnTo>
                    <a:pt x="7651121" y="78581"/>
                  </a:lnTo>
                  <a:lnTo>
                    <a:pt x="7651247" y="78581"/>
                  </a:lnTo>
                  <a:lnTo>
                    <a:pt x="7651373" y="78581"/>
                  </a:lnTo>
                  <a:lnTo>
                    <a:pt x="7651499" y="78581"/>
                  </a:lnTo>
                  <a:lnTo>
                    <a:pt x="7651626" y="78581"/>
                  </a:lnTo>
                  <a:lnTo>
                    <a:pt x="7651752" y="78581"/>
                  </a:lnTo>
                  <a:lnTo>
                    <a:pt x="7651878" y="78581"/>
                  </a:lnTo>
                  <a:lnTo>
                    <a:pt x="7652004" y="78581"/>
                  </a:lnTo>
                  <a:lnTo>
                    <a:pt x="7652131" y="78581"/>
                  </a:lnTo>
                  <a:lnTo>
                    <a:pt x="7652257" y="78581"/>
                  </a:lnTo>
                  <a:lnTo>
                    <a:pt x="7652383" y="78581"/>
                  </a:lnTo>
                  <a:lnTo>
                    <a:pt x="7652509" y="78581"/>
                  </a:lnTo>
                  <a:lnTo>
                    <a:pt x="7652636" y="78581"/>
                  </a:lnTo>
                  <a:lnTo>
                    <a:pt x="7652762" y="78581"/>
                  </a:lnTo>
                  <a:lnTo>
                    <a:pt x="7652888" y="78581"/>
                  </a:lnTo>
                  <a:lnTo>
                    <a:pt x="7653014" y="78581"/>
                  </a:lnTo>
                  <a:lnTo>
                    <a:pt x="7653141" y="78581"/>
                  </a:lnTo>
                  <a:lnTo>
                    <a:pt x="7653267" y="78581"/>
                  </a:lnTo>
                  <a:lnTo>
                    <a:pt x="7653393" y="78581"/>
                  </a:lnTo>
                  <a:lnTo>
                    <a:pt x="7653519" y="78581"/>
                  </a:lnTo>
                  <a:lnTo>
                    <a:pt x="7653646" y="78581"/>
                  </a:lnTo>
                  <a:lnTo>
                    <a:pt x="7653772" y="78581"/>
                  </a:lnTo>
                  <a:lnTo>
                    <a:pt x="7653898" y="78581"/>
                  </a:lnTo>
                  <a:lnTo>
                    <a:pt x="7654024" y="78581"/>
                  </a:lnTo>
                  <a:lnTo>
                    <a:pt x="7654151" y="78581"/>
                  </a:lnTo>
                  <a:lnTo>
                    <a:pt x="7654277" y="78581"/>
                  </a:lnTo>
                  <a:lnTo>
                    <a:pt x="7654403" y="78581"/>
                  </a:lnTo>
                  <a:lnTo>
                    <a:pt x="7654529" y="78581"/>
                  </a:lnTo>
                  <a:lnTo>
                    <a:pt x="7654656" y="78581"/>
                  </a:lnTo>
                  <a:lnTo>
                    <a:pt x="7654782" y="78581"/>
                  </a:lnTo>
                  <a:lnTo>
                    <a:pt x="7654908" y="78581"/>
                  </a:lnTo>
                  <a:lnTo>
                    <a:pt x="7655035" y="78581"/>
                  </a:lnTo>
                  <a:lnTo>
                    <a:pt x="7655161" y="78581"/>
                  </a:lnTo>
                  <a:lnTo>
                    <a:pt x="7655287" y="78581"/>
                  </a:lnTo>
                  <a:lnTo>
                    <a:pt x="7655413" y="78581"/>
                  </a:lnTo>
                  <a:lnTo>
                    <a:pt x="7655540" y="78581"/>
                  </a:lnTo>
                  <a:lnTo>
                    <a:pt x="7655666" y="78581"/>
                  </a:lnTo>
                  <a:lnTo>
                    <a:pt x="7655792" y="78581"/>
                  </a:lnTo>
                  <a:lnTo>
                    <a:pt x="7655918" y="78581"/>
                  </a:lnTo>
                  <a:lnTo>
                    <a:pt x="7656045" y="78581"/>
                  </a:lnTo>
                  <a:lnTo>
                    <a:pt x="7656171" y="78581"/>
                  </a:lnTo>
                  <a:lnTo>
                    <a:pt x="7656297" y="78581"/>
                  </a:lnTo>
                  <a:lnTo>
                    <a:pt x="7656423" y="78581"/>
                  </a:lnTo>
                  <a:lnTo>
                    <a:pt x="7656550" y="78581"/>
                  </a:lnTo>
                  <a:lnTo>
                    <a:pt x="7656676" y="78581"/>
                  </a:lnTo>
                  <a:lnTo>
                    <a:pt x="7656802" y="78581"/>
                  </a:lnTo>
                  <a:lnTo>
                    <a:pt x="7656928" y="78581"/>
                  </a:lnTo>
                  <a:lnTo>
                    <a:pt x="7657055" y="78581"/>
                  </a:lnTo>
                  <a:lnTo>
                    <a:pt x="7657181" y="78581"/>
                  </a:lnTo>
                  <a:lnTo>
                    <a:pt x="7657307" y="78581"/>
                  </a:lnTo>
                  <a:lnTo>
                    <a:pt x="7657433" y="78581"/>
                  </a:lnTo>
                  <a:lnTo>
                    <a:pt x="7657560" y="78581"/>
                  </a:lnTo>
                  <a:lnTo>
                    <a:pt x="7657686" y="78581"/>
                  </a:lnTo>
                  <a:lnTo>
                    <a:pt x="7657812" y="78581"/>
                  </a:lnTo>
                  <a:lnTo>
                    <a:pt x="7657938" y="78581"/>
                  </a:lnTo>
                  <a:lnTo>
                    <a:pt x="7658065" y="78581"/>
                  </a:lnTo>
                  <a:lnTo>
                    <a:pt x="7658191" y="78581"/>
                  </a:lnTo>
                  <a:lnTo>
                    <a:pt x="7658317" y="78581"/>
                  </a:lnTo>
                  <a:lnTo>
                    <a:pt x="7658443" y="78581"/>
                  </a:lnTo>
                  <a:lnTo>
                    <a:pt x="7658570" y="78581"/>
                  </a:lnTo>
                  <a:lnTo>
                    <a:pt x="7658696" y="78581"/>
                  </a:lnTo>
                  <a:lnTo>
                    <a:pt x="7658822" y="78581"/>
                  </a:lnTo>
                  <a:lnTo>
                    <a:pt x="7658948" y="78581"/>
                  </a:lnTo>
                  <a:lnTo>
                    <a:pt x="7659075" y="78581"/>
                  </a:lnTo>
                  <a:lnTo>
                    <a:pt x="7659201" y="78581"/>
                  </a:lnTo>
                  <a:lnTo>
                    <a:pt x="7659327" y="78581"/>
                  </a:lnTo>
                  <a:lnTo>
                    <a:pt x="7659453" y="78581"/>
                  </a:lnTo>
                  <a:lnTo>
                    <a:pt x="7659580" y="78581"/>
                  </a:lnTo>
                  <a:lnTo>
                    <a:pt x="7659706" y="78581"/>
                  </a:lnTo>
                  <a:lnTo>
                    <a:pt x="7659832" y="78581"/>
                  </a:lnTo>
                  <a:lnTo>
                    <a:pt x="7659959" y="78581"/>
                  </a:lnTo>
                  <a:lnTo>
                    <a:pt x="7660085" y="78581"/>
                  </a:lnTo>
                  <a:lnTo>
                    <a:pt x="7660211" y="78581"/>
                  </a:lnTo>
                  <a:lnTo>
                    <a:pt x="7660337" y="78581"/>
                  </a:lnTo>
                  <a:lnTo>
                    <a:pt x="7660464" y="78581"/>
                  </a:lnTo>
                  <a:lnTo>
                    <a:pt x="7660590" y="78581"/>
                  </a:lnTo>
                  <a:lnTo>
                    <a:pt x="7660716" y="78581"/>
                  </a:lnTo>
                  <a:lnTo>
                    <a:pt x="7660842" y="78581"/>
                  </a:lnTo>
                  <a:lnTo>
                    <a:pt x="7660969" y="78581"/>
                  </a:lnTo>
                  <a:lnTo>
                    <a:pt x="7661095" y="78581"/>
                  </a:lnTo>
                  <a:lnTo>
                    <a:pt x="7661221" y="78581"/>
                  </a:lnTo>
                  <a:lnTo>
                    <a:pt x="7661347" y="78581"/>
                  </a:lnTo>
                  <a:lnTo>
                    <a:pt x="7661474" y="78581"/>
                  </a:lnTo>
                  <a:lnTo>
                    <a:pt x="7661600" y="78581"/>
                  </a:lnTo>
                  <a:lnTo>
                    <a:pt x="7661726" y="78581"/>
                  </a:lnTo>
                  <a:lnTo>
                    <a:pt x="7661852" y="78581"/>
                  </a:lnTo>
                  <a:lnTo>
                    <a:pt x="7661979" y="78581"/>
                  </a:lnTo>
                  <a:lnTo>
                    <a:pt x="7662105" y="78581"/>
                  </a:lnTo>
                  <a:lnTo>
                    <a:pt x="7662231" y="78581"/>
                  </a:lnTo>
                  <a:lnTo>
                    <a:pt x="7662357" y="78581"/>
                  </a:lnTo>
                  <a:lnTo>
                    <a:pt x="7662484" y="78581"/>
                  </a:lnTo>
                  <a:lnTo>
                    <a:pt x="7662610" y="78581"/>
                  </a:lnTo>
                  <a:lnTo>
                    <a:pt x="7662736" y="78581"/>
                  </a:lnTo>
                  <a:lnTo>
                    <a:pt x="7662862" y="78581"/>
                  </a:lnTo>
                  <a:lnTo>
                    <a:pt x="7662989" y="78581"/>
                  </a:lnTo>
                  <a:lnTo>
                    <a:pt x="7663115" y="78581"/>
                  </a:lnTo>
                  <a:lnTo>
                    <a:pt x="7663241" y="78581"/>
                  </a:lnTo>
                  <a:lnTo>
                    <a:pt x="7663367" y="78581"/>
                  </a:lnTo>
                  <a:lnTo>
                    <a:pt x="7663494" y="78581"/>
                  </a:lnTo>
                  <a:lnTo>
                    <a:pt x="7663620" y="78581"/>
                  </a:lnTo>
                  <a:lnTo>
                    <a:pt x="7663746" y="78581"/>
                  </a:lnTo>
                  <a:lnTo>
                    <a:pt x="7663872" y="78581"/>
                  </a:lnTo>
                  <a:lnTo>
                    <a:pt x="7663999" y="78581"/>
                  </a:lnTo>
                  <a:lnTo>
                    <a:pt x="7664125" y="78581"/>
                  </a:lnTo>
                  <a:lnTo>
                    <a:pt x="7664251" y="78581"/>
                  </a:lnTo>
                  <a:lnTo>
                    <a:pt x="7664377" y="78581"/>
                  </a:lnTo>
                  <a:lnTo>
                    <a:pt x="7664504" y="78581"/>
                  </a:lnTo>
                  <a:lnTo>
                    <a:pt x="7664630" y="78581"/>
                  </a:lnTo>
                  <a:lnTo>
                    <a:pt x="7664756" y="78581"/>
                  </a:lnTo>
                  <a:lnTo>
                    <a:pt x="7664883" y="78581"/>
                  </a:lnTo>
                  <a:lnTo>
                    <a:pt x="7665009" y="78581"/>
                  </a:lnTo>
                  <a:lnTo>
                    <a:pt x="7665135" y="78581"/>
                  </a:lnTo>
                  <a:lnTo>
                    <a:pt x="7665261" y="78581"/>
                  </a:lnTo>
                  <a:lnTo>
                    <a:pt x="7665388" y="78581"/>
                  </a:lnTo>
                  <a:lnTo>
                    <a:pt x="7665514" y="78581"/>
                  </a:lnTo>
                  <a:lnTo>
                    <a:pt x="7665640" y="78581"/>
                  </a:lnTo>
                  <a:lnTo>
                    <a:pt x="7665766" y="78581"/>
                  </a:lnTo>
                  <a:lnTo>
                    <a:pt x="7665893" y="78581"/>
                  </a:lnTo>
                  <a:lnTo>
                    <a:pt x="7666019" y="78581"/>
                  </a:lnTo>
                  <a:lnTo>
                    <a:pt x="7666145" y="78581"/>
                  </a:lnTo>
                  <a:lnTo>
                    <a:pt x="7666271" y="78581"/>
                  </a:lnTo>
                  <a:lnTo>
                    <a:pt x="7666398" y="78581"/>
                  </a:lnTo>
                  <a:lnTo>
                    <a:pt x="7666524" y="78581"/>
                  </a:lnTo>
                  <a:lnTo>
                    <a:pt x="7666650" y="78581"/>
                  </a:lnTo>
                  <a:lnTo>
                    <a:pt x="7666776" y="78581"/>
                  </a:lnTo>
                  <a:lnTo>
                    <a:pt x="7666903" y="78581"/>
                  </a:lnTo>
                  <a:lnTo>
                    <a:pt x="7667029" y="78581"/>
                  </a:lnTo>
                  <a:lnTo>
                    <a:pt x="7667155" y="78581"/>
                  </a:lnTo>
                  <a:lnTo>
                    <a:pt x="7667281" y="78581"/>
                  </a:lnTo>
                  <a:lnTo>
                    <a:pt x="7667408" y="78581"/>
                  </a:lnTo>
                  <a:lnTo>
                    <a:pt x="7667534" y="78581"/>
                  </a:lnTo>
                  <a:lnTo>
                    <a:pt x="7667660" y="78581"/>
                  </a:lnTo>
                  <a:lnTo>
                    <a:pt x="7667786" y="78581"/>
                  </a:lnTo>
                  <a:lnTo>
                    <a:pt x="7667913" y="78581"/>
                  </a:lnTo>
                  <a:lnTo>
                    <a:pt x="7668039" y="78581"/>
                  </a:lnTo>
                  <a:lnTo>
                    <a:pt x="7668165" y="78581"/>
                  </a:lnTo>
                  <a:lnTo>
                    <a:pt x="7668291" y="78581"/>
                  </a:lnTo>
                  <a:lnTo>
                    <a:pt x="7668418" y="78581"/>
                  </a:lnTo>
                  <a:lnTo>
                    <a:pt x="7668544" y="78581"/>
                  </a:lnTo>
                  <a:lnTo>
                    <a:pt x="7668670" y="78581"/>
                  </a:lnTo>
                  <a:lnTo>
                    <a:pt x="7668796" y="78581"/>
                  </a:lnTo>
                  <a:lnTo>
                    <a:pt x="7668923" y="78581"/>
                  </a:lnTo>
                  <a:lnTo>
                    <a:pt x="7669049" y="78581"/>
                  </a:lnTo>
                  <a:lnTo>
                    <a:pt x="7669175" y="78581"/>
                  </a:lnTo>
                  <a:lnTo>
                    <a:pt x="7669301" y="78581"/>
                  </a:lnTo>
                  <a:lnTo>
                    <a:pt x="7669428" y="78581"/>
                  </a:lnTo>
                  <a:lnTo>
                    <a:pt x="7669554" y="78581"/>
                  </a:lnTo>
                  <a:lnTo>
                    <a:pt x="7669680" y="78581"/>
                  </a:lnTo>
                  <a:lnTo>
                    <a:pt x="7669806" y="78581"/>
                  </a:lnTo>
                  <a:lnTo>
                    <a:pt x="7669933" y="78581"/>
                  </a:lnTo>
                  <a:lnTo>
                    <a:pt x="7670059" y="78581"/>
                  </a:lnTo>
                  <a:lnTo>
                    <a:pt x="7670185" y="78581"/>
                  </a:lnTo>
                  <a:lnTo>
                    <a:pt x="7670312" y="78581"/>
                  </a:lnTo>
                  <a:lnTo>
                    <a:pt x="7670438" y="78581"/>
                  </a:lnTo>
                  <a:lnTo>
                    <a:pt x="7670564" y="78581"/>
                  </a:lnTo>
                  <a:lnTo>
                    <a:pt x="7670690" y="78581"/>
                  </a:lnTo>
                  <a:lnTo>
                    <a:pt x="7670817" y="78581"/>
                  </a:lnTo>
                  <a:lnTo>
                    <a:pt x="7670943" y="78581"/>
                  </a:lnTo>
                  <a:lnTo>
                    <a:pt x="7671069" y="78581"/>
                  </a:lnTo>
                  <a:lnTo>
                    <a:pt x="7671195" y="78581"/>
                  </a:lnTo>
                  <a:lnTo>
                    <a:pt x="7671322" y="78581"/>
                  </a:lnTo>
                  <a:lnTo>
                    <a:pt x="7671448" y="78581"/>
                  </a:lnTo>
                  <a:lnTo>
                    <a:pt x="7671574" y="78581"/>
                  </a:lnTo>
                  <a:lnTo>
                    <a:pt x="7671700" y="78581"/>
                  </a:lnTo>
                  <a:lnTo>
                    <a:pt x="7671827" y="78581"/>
                  </a:lnTo>
                  <a:lnTo>
                    <a:pt x="7671953" y="78581"/>
                  </a:lnTo>
                  <a:lnTo>
                    <a:pt x="7672079" y="78581"/>
                  </a:lnTo>
                  <a:lnTo>
                    <a:pt x="7672205" y="78581"/>
                  </a:lnTo>
                  <a:lnTo>
                    <a:pt x="7672332" y="78581"/>
                  </a:lnTo>
                  <a:lnTo>
                    <a:pt x="7672458" y="78581"/>
                  </a:lnTo>
                  <a:lnTo>
                    <a:pt x="7672584" y="78581"/>
                  </a:lnTo>
                  <a:lnTo>
                    <a:pt x="7672710" y="78581"/>
                  </a:lnTo>
                  <a:lnTo>
                    <a:pt x="7672837" y="78581"/>
                  </a:lnTo>
                  <a:lnTo>
                    <a:pt x="7672963" y="78581"/>
                  </a:lnTo>
                  <a:lnTo>
                    <a:pt x="7673089" y="78581"/>
                  </a:lnTo>
                  <a:lnTo>
                    <a:pt x="7673215" y="78581"/>
                  </a:lnTo>
                  <a:lnTo>
                    <a:pt x="7673342" y="78581"/>
                  </a:lnTo>
                  <a:lnTo>
                    <a:pt x="7673468" y="78581"/>
                  </a:lnTo>
                  <a:lnTo>
                    <a:pt x="7673594" y="78581"/>
                  </a:lnTo>
                  <a:lnTo>
                    <a:pt x="7673720" y="78581"/>
                  </a:lnTo>
                  <a:lnTo>
                    <a:pt x="7673847" y="78581"/>
                  </a:lnTo>
                  <a:lnTo>
                    <a:pt x="7673973" y="78581"/>
                  </a:lnTo>
                  <a:lnTo>
                    <a:pt x="7674099" y="78581"/>
                  </a:lnTo>
                  <a:lnTo>
                    <a:pt x="7674225" y="78581"/>
                  </a:lnTo>
                  <a:lnTo>
                    <a:pt x="7674352" y="78581"/>
                  </a:lnTo>
                  <a:lnTo>
                    <a:pt x="7674478" y="78581"/>
                  </a:lnTo>
                  <a:lnTo>
                    <a:pt x="7674604" y="78581"/>
                  </a:lnTo>
                  <a:lnTo>
                    <a:pt x="7674730" y="78581"/>
                  </a:lnTo>
                  <a:lnTo>
                    <a:pt x="7674857" y="78581"/>
                  </a:lnTo>
                  <a:lnTo>
                    <a:pt x="7674983" y="78581"/>
                  </a:lnTo>
                  <a:lnTo>
                    <a:pt x="7675109" y="78581"/>
                  </a:lnTo>
                  <a:lnTo>
                    <a:pt x="7675236" y="78581"/>
                  </a:lnTo>
                  <a:lnTo>
                    <a:pt x="7675362" y="78581"/>
                  </a:lnTo>
                  <a:lnTo>
                    <a:pt x="7675488" y="78581"/>
                  </a:lnTo>
                  <a:lnTo>
                    <a:pt x="7675614" y="78581"/>
                  </a:lnTo>
                  <a:lnTo>
                    <a:pt x="7675741" y="78581"/>
                  </a:lnTo>
                  <a:lnTo>
                    <a:pt x="7675867" y="78581"/>
                  </a:lnTo>
                  <a:lnTo>
                    <a:pt x="7675993" y="78581"/>
                  </a:lnTo>
                  <a:lnTo>
                    <a:pt x="7676119" y="78581"/>
                  </a:lnTo>
                  <a:lnTo>
                    <a:pt x="7676246" y="78581"/>
                  </a:lnTo>
                  <a:lnTo>
                    <a:pt x="7676372" y="78581"/>
                  </a:lnTo>
                  <a:lnTo>
                    <a:pt x="7676498" y="78581"/>
                  </a:lnTo>
                  <a:lnTo>
                    <a:pt x="7676624" y="78581"/>
                  </a:lnTo>
                  <a:lnTo>
                    <a:pt x="7676751" y="78581"/>
                  </a:lnTo>
                  <a:lnTo>
                    <a:pt x="7676877" y="78581"/>
                  </a:lnTo>
                  <a:lnTo>
                    <a:pt x="7677003" y="78581"/>
                  </a:lnTo>
                  <a:lnTo>
                    <a:pt x="7677129" y="78581"/>
                  </a:lnTo>
                  <a:lnTo>
                    <a:pt x="7677256" y="78581"/>
                  </a:lnTo>
                  <a:lnTo>
                    <a:pt x="7677382" y="78581"/>
                  </a:lnTo>
                  <a:lnTo>
                    <a:pt x="7677508" y="78581"/>
                  </a:lnTo>
                  <a:lnTo>
                    <a:pt x="7677634" y="78581"/>
                  </a:lnTo>
                  <a:lnTo>
                    <a:pt x="7677761" y="78581"/>
                  </a:lnTo>
                  <a:lnTo>
                    <a:pt x="7677887" y="78581"/>
                  </a:lnTo>
                  <a:lnTo>
                    <a:pt x="7678013" y="78581"/>
                  </a:lnTo>
                  <a:lnTo>
                    <a:pt x="7678139" y="78581"/>
                  </a:lnTo>
                  <a:lnTo>
                    <a:pt x="7678266" y="78581"/>
                  </a:lnTo>
                  <a:lnTo>
                    <a:pt x="7678392" y="78581"/>
                  </a:lnTo>
                  <a:lnTo>
                    <a:pt x="7678518" y="78581"/>
                  </a:lnTo>
                  <a:lnTo>
                    <a:pt x="7678644" y="78581"/>
                  </a:lnTo>
                  <a:lnTo>
                    <a:pt x="7678771" y="78581"/>
                  </a:lnTo>
                  <a:lnTo>
                    <a:pt x="7678897" y="78581"/>
                  </a:lnTo>
                  <a:lnTo>
                    <a:pt x="7679023" y="78581"/>
                  </a:lnTo>
                  <a:lnTo>
                    <a:pt x="7679149" y="78581"/>
                  </a:lnTo>
                  <a:lnTo>
                    <a:pt x="7679276" y="78581"/>
                  </a:lnTo>
                  <a:lnTo>
                    <a:pt x="7679402" y="78581"/>
                  </a:lnTo>
                  <a:lnTo>
                    <a:pt x="7679528" y="78581"/>
                  </a:lnTo>
                  <a:lnTo>
                    <a:pt x="7679654" y="78581"/>
                  </a:lnTo>
                  <a:lnTo>
                    <a:pt x="7679781" y="78581"/>
                  </a:lnTo>
                  <a:lnTo>
                    <a:pt x="7679907" y="78581"/>
                  </a:lnTo>
                  <a:lnTo>
                    <a:pt x="7680033" y="78581"/>
                  </a:lnTo>
                  <a:lnTo>
                    <a:pt x="7680159" y="78581"/>
                  </a:lnTo>
                  <a:lnTo>
                    <a:pt x="7680286" y="78581"/>
                  </a:lnTo>
                  <a:lnTo>
                    <a:pt x="7680412" y="78581"/>
                  </a:lnTo>
                  <a:lnTo>
                    <a:pt x="7680538" y="78581"/>
                  </a:lnTo>
                  <a:lnTo>
                    <a:pt x="7680665" y="78581"/>
                  </a:lnTo>
                  <a:lnTo>
                    <a:pt x="7680791" y="78581"/>
                  </a:lnTo>
                  <a:lnTo>
                    <a:pt x="7680917" y="78581"/>
                  </a:lnTo>
                  <a:lnTo>
                    <a:pt x="7681043" y="78581"/>
                  </a:lnTo>
                  <a:lnTo>
                    <a:pt x="7681170" y="78581"/>
                  </a:lnTo>
                  <a:lnTo>
                    <a:pt x="7681296" y="78581"/>
                  </a:lnTo>
                  <a:lnTo>
                    <a:pt x="7681422" y="78581"/>
                  </a:lnTo>
                  <a:lnTo>
                    <a:pt x="7681548" y="78581"/>
                  </a:lnTo>
                  <a:lnTo>
                    <a:pt x="7681675" y="78581"/>
                  </a:lnTo>
                  <a:lnTo>
                    <a:pt x="7681801" y="78581"/>
                  </a:lnTo>
                  <a:lnTo>
                    <a:pt x="7681927" y="78581"/>
                  </a:lnTo>
                  <a:lnTo>
                    <a:pt x="7682053" y="78581"/>
                  </a:lnTo>
                  <a:lnTo>
                    <a:pt x="7682180" y="78581"/>
                  </a:lnTo>
                  <a:lnTo>
                    <a:pt x="7682306" y="78581"/>
                  </a:lnTo>
                  <a:lnTo>
                    <a:pt x="7682432" y="78581"/>
                  </a:lnTo>
                  <a:lnTo>
                    <a:pt x="7682558" y="78581"/>
                  </a:lnTo>
                  <a:lnTo>
                    <a:pt x="7682685" y="78581"/>
                  </a:lnTo>
                  <a:lnTo>
                    <a:pt x="7682811" y="78581"/>
                  </a:lnTo>
                  <a:lnTo>
                    <a:pt x="7682937" y="78581"/>
                  </a:lnTo>
                  <a:lnTo>
                    <a:pt x="7683063" y="78581"/>
                  </a:lnTo>
                  <a:lnTo>
                    <a:pt x="7683190" y="78581"/>
                  </a:lnTo>
                  <a:lnTo>
                    <a:pt x="7683316" y="78581"/>
                  </a:lnTo>
                  <a:lnTo>
                    <a:pt x="7683442" y="78581"/>
                  </a:lnTo>
                  <a:lnTo>
                    <a:pt x="7683568" y="78581"/>
                  </a:lnTo>
                  <a:lnTo>
                    <a:pt x="7683695" y="78581"/>
                  </a:lnTo>
                  <a:lnTo>
                    <a:pt x="7683821" y="78581"/>
                  </a:lnTo>
                  <a:lnTo>
                    <a:pt x="7683947" y="78581"/>
                  </a:lnTo>
                  <a:lnTo>
                    <a:pt x="7684073" y="78581"/>
                  </a:lnTo>
                  <a:lnTo>
                    <a:pt x="7684200" y="78581"/>
                  </a:lnTo>
                  <a:lnTo>
                    <a:pt x="7684326" y="78581"/>
                  </a:lnTo>
                  <a:lnTo>
                    <a:pt x="7684452" y="78581"/>
                  </a:lnTo>
                  <a:lnTo>
                    <a:pt x="7684578" y="78581"/>
                  </a:lnTo>
                  <a:lnTo>
                    <a:pt x="7684705" y="78581"/>
                  </a:lnTo>
                  <a:lnTo>
                    <a:pt x="7684831" y="78581"/>
                  </a:lnTo>
                  <a:lnTo>
                    <a:pt x="7684957" y="78581"/>
                  </a:lnTo>
                  <a:lnTo>
                    <a:pt x="7685083" y="78581"/>
                  </a:lnTo>
                  <a:lnTo>
                    <a:pt x="7685210" y="78581"/>
                  </a:lnTo>
                  <a:lnTo>
                    <a:pt x="7685336" y="78581"/>
                  </a:lnTo>
                  <a:lnTo>
                    <a:pt x="7685462" y="78581"/>
                  </a:lnTo>
                  <a:lnTo>
                    <a:pt x="7685589" y="78581"/>
                  </a:lnTo>
                  <a:lnTo>
                    <a:pt x="7685715" y="78581"/>
                  </a:lnTo>
                  <a:lnTo>
                    <a:pt x="7685841" y="78581"/>
                  </a:lnTo>
                  <a:lnTo>
                    <a:pt x="7685967" y="78581"/>
                  </a:lnTo>
                  <a:lnTo>
                    <a:pt x="7686094" y="78581"/>
                  </a:lnTo>
                  <a:lnTo>
                    <a:pt x="7686220" y="78581"/>
                  </a:lnTo>
                  <a:lnTo>
                    <a:pt x="7686346" y="78581"/>
                  </a:lnTo>
                  <a:lnTo>
                    <a:pt x="7686346" y="73670"/>
                  </a:lnTo>
                  <a:lnTo>
                    <a:pt x="7686472" y="73670"/>
                  </a:lnTo>
                  <a:lnTo>
                    <a:pt x="7686599" y="73670"/>
                  </a:lnTo>
                  <a:lnTo>
                    <a:pt x="7686725" y="73670"/>
                  </a:lnTo>
                  <a:lnTo>
                    <a:pt x="7686851" y="73670"/>
                  </a:lnTo>
                  <a:lnTo>
                    <a:pt x="7686977" y="73670"/>
                  </a:lnTo>
                  <a:lnTo>
                    <a:pt x="7687104" y="73670"/>
                  </a:lnTo>
                  <a:lnTo>
                    <a:pt x="7687230" y="73670"/>
                  </a:lnTo>
                  <a:lnTo>
                    <a:pt x="7687356" y="73670"/>
                  </a:lnTo>
                  <a:lnTo>
                    <a:pt x="7687482" y="73670"/>
                  </a:lnTo>
                  <a:lnTo>
                    <a:pt x="7687609" y="73670"/>
                  </a:lnTo>
                  <a:lnTo>
                    <a:pt x="7687735" y="73670"/>
                  </a:lnTo>
                  <a:lnTo>
                    <a:pt x="7687861" y="73670"/>
                  </a:lnTo>
                  <a:lnTo>
                    <a:pt x="7687987" y="73670"/>
                  </a:lnTo>
                  <a:lnTo>
                    <a:pt x="7688114" y="73670"/>
                  </a:lnTo>
                  <a:lnTo>
                    <a:pt x="7688240" y="73670"/>
                  </a:lnTo>
                  <a:lnTo>
                    <a:pt x="7688366" y="73670"/>
                  </a:lnTo>
                  <a:lnTo>
                    <a:pt x="7688492" y="73670"/>
                  </a:lnTo>
                  <a:lnTo>
                    <a:pt x="7688619" y="73670"/>
                  </a:lnTo>
                  <a:lnTo>
                    <a:pt x="7688745" y="73670"/>
                  </a:lnTo>
                  <a:lnTo>
                    <a:pt x="7688871" y="73670"/>
                  </a:lnTo>
                  <a:lnTo>
                    <a:pt x="7688997" y="73670"/>
                  </a:lnTo>
                  <a:lnTo>
                    <a:pt x="7689124" y="73670"/>
                  </a:lnTo>
                  <a:lnTo>
                    <a:pt x="7689250" y="73670"/>
                  </a:lnTo>
                  <a:lnTo>
                    <a:pt x="7689376" y="73670"/>
                  </a:lnTo>
                  <a:lnTo>
                    <a:pt x="7689502" y="73670"/>
                  </a:lnTo>
                  <a:lnTo>
                    <a:pt x="7689629" y="73670"/>
                  </a:lnTo>
                  <a:lnTo>
                    <a:pt x="7689755" y="73670"/>
                  </a:lnTo>
                  <a:lnTo>
                    <a:pt x="7689881" y="73670"/>
                  </a:lnTo>
                  <a:lnTo>
                    <a:pt x="7690007" y="73670"/>
                  </a:lnTo>
                  <a:lnTo>
                    <a:pt x="7690134" y="73670"/>
                  </a:lnTo>
                  <a:lnTo>
                    <a:pt x="7690260" y="73670"/>
                  </a:lnTo>
                  <a:lnTo>
                    <a:pt x="7690386" y="73670"/>
                  </a:lnTo>
                  <a:lnTo>
                    <a:pt x="7690512" y="73670"/>
                  </a:lnTo>
                  <a:lnTo>
                    <a:pt x="7690639" y="73670"/>
                  </a:lnTo>
                  <a:lnTo>
                    <a:pt x="7690765" y="73670"/>
                  </a:lnTo>
                  <a:lnTo>
                    <a:pt x="7690891" y="73670"/>
                  </a:lnTo>
                  <a:lnTo>
                    <a:pt x="7691018" y="73670"/>
                  </a:lnTo>
                  <a:lnTo>
                    <a:pt x="7691144" y="73670"/>
                  </a:lnTo>
                  <a:lnTo>
                    <a:pt x="7691270" y="73670"/>
                  </a:lnTo>
                  <a:lnTo>
                    <a:pt x="7691396" y="73670"/>
                  </a:lnTo>
                  <a:lnTo>
                    <a:pt x="7691523" y="73670"/>
                  </a:lnTo>
                  <a:lnTo>
                    <a:pt x="7691649" y="73670"/>
                  </a:lnTo>
                  <a:lnTo>
                    <a:pt x="7691775" y="73670"/>
                  </a:lnTo>
                  <a:lnTo>
                    <a:pt x="7691901" y="73670"/>
                  </a:lnTo>
                  <a:lnTo>
                    <a:pt x="7692028" y="73670"/>
                  </a:lnTo>
                  <a:lnTo>
                    <a:pt x="7692154" y="73670"/>
                  </a:lnTo>
                  <a:lnTo>
                    <a:pt x="7692280" y="73670"/>
                  </a:lnTo>
                  <a:lnTo>
                    <a:pt x="7692406" y="73670"/>
                  </a:lnTo>
                  <a:lnTo>
                    <a:pt x="7692533" y="73670"/>
                  </a:lnTo>
                  <a:lnTo>
                    <a:pt x="7692659" y="73670"/>
                  </a:lnTo>
                  <a:lnTo>
                    <a:pt x="7692785" y="73670"/>
                  </a:lnTo>
                  <a:lnTo>
                    <a:pt x="7692911" y="73670"/>
                  </a:lnTo>
                  <a:lnTo>
                    <a:pt x="7693038" y="73670"/>
                  </a:lnTo>
                  <a:lnTo>
                    <a:pt x="7693164" y="73670"/>
                  </a:lnTo>
                  <a:lnTo>
                    <a:pt x="7693290" y="73670"/>
                  </a:lnTo>
                  <a:lnTo>
                    <a:pt x="7693416" y="73670"/>
                  </a:lnTo>
                  <a:lnTo>
                    <a:pt x="7693543" y="73670"/>
                  </a:lnTo>
                  <a:lnTo>
                    <a:pt x="7693669" y="73670"/>
                  </a:lnTo>
                  <a:lnTo>
                    <a:pt x="7693795" y="73670"/>
                  </a:lnTo>
                  <a:lnTo>
                    <a:pt x="7693921" y="73670"/>
                  </a:lnTo>
                  <a:lnTo>
                    <a:pt x="7694048" y="73670"/>
                  </a:lnTo>
                  <a:lnTo>
                    <a:pt x="7694174" y="73670"/>
                  </a:lnTo>
                  <a:lnTo>
                    <a:pt x="7694300" y="73670"/>
                  </a:lnTo>
                  <a:lnTo>
                    <a:pt x="7694426" y="73670"/>
                  </a:lnTo>
                  <a:lnTo>
                    <a:pt x="7694553" y="73670"/>
                  </a:lnTo>
                  <a:lnTo>
                    <a:pt x="7694679" y="73670"/>
                  </a:lnTo>
                  <a:lnTo>
                    <a:pt x="7694805" y="73670"/>
                  </a:lnTo>
                  <a:lnTo>
                    <a:pt x="7694931" y="73670"/>
                  </a:lnTo>
                  <a:lnTo>
                    <a:pt x="7695058" y="73670"/>
                  </a:lnTo>
                  <a:lnTo>
                    <a:pt x="7695184" y="73670"/>
                  </a:lnTo>
                  <a:lnTo>
                    <a:pt x="7695310" y="73670"/>
                  </a:lnTo>
                  <a:lnTo>
                    <a:pt x="7695436" y="73670"/>
                  </a:lnTo>
                  <a:lnTo>
                    <a:pt x="7695563" y="73670"/>
                  </a:lnTo>
                  <a:lnTo>
                    <a:pt x="7695689" y="73670"/>
                  </a:lnTo>
                  <a:lnTo>
                    <a:pt x="7695815" y="73670"/>
                  </a:lnTo>
                  <a:lnTo>
                    <a:pt x="7695942" y="73670"/>
                  </a:lnTo>
                  <a:lnTo>
                    <a:pt x="7696068" y="73670"/>
                  </a:lnTo>
                  <a:lnTo>
                    <a:pt x="7696194" y="73670"/>
                  </a:lnTo>
                  <a:lnTo>
                    <a:pt x="7696320" y="73670"/>
                  </a:lnTo>
                  <a:lnTo>
                    <a:pt x="7696447" y="73670"/>
                  </a:lnTo>
                  <a:lnTo>
                    <a:pt x="7696573" y="73670"/>
                  </a:lnTo>
                  <a:lnTo>
                    <a:pt x="7696699" y="73670"/>
                  </a:lnTo>
                  <a:lnTo>
                    <a:pt x="7696825" y="73670"/>
                  </a:lnTo>
                  <a:lnTo>
                    <a:pt x="7696952" y="73670"/>
                  </a:lnTo>
                  <a:lnTo>
                    <a:pt x="7697078" y="73670"/>
                  </a:lnTo>
                  <a:lnTo>
                    <a:pt x="7697204" y="73670"/>
                  </a:lnTo>
                  <a:lnTo>
                    <a:pt x="7697330" y="73670"/>
                  </a:lnTo>
                  <a:lnTo>
                    <a:pt x="7697457" y="73670"/>
                  </a:lnTo>
                  <a:lnTo>
                    <a:pt x="7697583" y="73670"/>
                  </a:lnTo>
                  <a:lnTo>
                    <a:pt x="7697709" y="73670"/>
                  </a:lnTo>
                  <a:lnTo>
                    <a:pt x="7697835" y="73670"/>
                  </a:lnTo>
                  <a:lnTo>
                    <a:pt x="7697962" y="73670"/>
                  </a:lnTo>
                  <a:lnTo>
                    <a:pt x="7698088" y="73670"/>
                  </a:lnTo>
                  <a:lnTo>
                    <a:pt x="7698214" y="73670"/>
                  </a:lnTo>
                  <a:lnTo>
                    <a:pt x="7698340" y="73670"/>
                  </a:lnTo>
                  <a:lnTo>
                    <a:pt x="7698467" y="73670"/>
                  </a:lnTo>
                  <a:lnTo>
                    <a:pt x="7698593" y="73670"/>
                  </a:lnTo>
                  <a:lnTo>
                    <a:pt x="7698719" y="73670"/>
                  </a:lnTo>
                  <a:lnTo>
                    <a:pt x="7698845" y="73670"/>
                  </a:lnTo>
                  <a:lnTo>
                    <a:pt x="7698972" y="73670"/>
                  </a:lnTo>
                  <a:lnTo>
                    <a:pt x="7699098" y="73670"/>
                  </a:lnTo>
                  <a:lnTo>
                    <a:pt x="7699224" y="73670"/>
                  </a:lnTo>
                  <a:lnTo>
                    <a:pt x="7699350" y="73670"/>
                  </a:lnTo>
                  <a:lnTo>
                    <a:pt x="7699477" y="73670"/>
                  </a:lnTo>
                  <a:lnTo>
                    <a:pt x="7699603" y="73670"/>
                  </a:lnTo>
                  <a:lnTo>
                    <a:pt x="7699729" y="73670"/>
                  </a:lnTo>
                  <a:lnTo>
                    <a:pt x="7699855" y="73670"/>
                  </a:lnTo>
                  <a:lnTo>
                    <a:pt x="7699982" y="73670"/>
                  </a:lnTo>
                  <a:lnTo>
                    <a:pt x="7700108" y="73670"/>
                  </a:lnTo>
                  <a:lnTo>
                    <a:pt x="7700234" y="73670"/>
                  </a:lnTo>
                  <a:lnTo>
                    <a:pt x="7700360" y="73670"/>
                  </a:lnTo>
                  <a:lnTo>
                    <a:pt x="7700487" y="73670"/>
                  </a:lnTo>
                  <a:lnTo>
                    <a:pt x="7700613" y="73670"/>
                  </a:lnTo>
                  <a:lnTo>
                    <a:pt x="7700739" y="73670"/>
                  </a:lnTo>
                  <a:lnTo>
                    <a:pt x="7700865" y="73670"/>
                  </a:lnTo>
                  <a:lnTo>
                    <a:pt x="7700992" y="73670"/>
                  </a:lnTo>
                  <a:lnTo>
                    <a:pt x="7701118" y="73670"/>
                  </a:lnTo>
                  <a:lnTo>
                    <a:pt x="7701244" y="73670"/>
                  </a:lnTo>
                  <a:lnTo>
                    <a:pt x="7701371" y="73670"/>
                  </a:lnTo>
                  <a:lnTo>
                    <a:pt x="7701497" y="73670"/>
                  </a:lnTo>
                  <a:lnTo>
                    <a:pt x="7701623" y="73670"/>
                  </a:lnTo>
                  <a:lnTo>
                    <a:pt x="7701749" y="73670"/>
                  </a:lnTo>
                  <a:lnTo>
                    <a:pt x="7701876" y="73670"/>
                  </a:lnTo>
                  <a:lnTo>
                    <a:pt x="7702002" y="73670"/>
                  </a:lnTo>
                  <a:lnTo>
                    <a:pt x="7702128" y="73670"/>
                  </a:lnTo>
                  <a:lnTo>
                    <a:pt x="7702254" y="73670"/>
                  </a:lnTo>
                  <a:lnTo>
                    <a:pt x="7702381" y="73670"/>
                  </a:lnTo>
                  <a:lnTo>
                    <a:pt x="7702507" y="73670"/>
                  </a:lnTo>
                  <a:lnTo>
                    <a:pt x="7702633" y="73670"/>
                  </a:lnTo>
                  <a:lnTo>
                    <a:pt x="7702759" y="73670"/>
                  </a:lnTo>
                  <a:lnTo>
                    <a:pt x="7702886" y="73670"/>
                  </a:lnTo>
                  <a:lnTo>
                    <a:pt x="7703012" y="73670"/>
                  </a:lnTo>
                  <a:lnTo>
                    <a:pt x="7703138" y="73670"/>
                  </a:lnTo>
                  <a:lnTo>
                    <a:pt x="7703264" y="73670"/>
                  </a:lnTo>
                  <a:lnTo>
                    <a:pt x="7703391" y="73670"/>
                  </a:lnTo>
                  <a:lnTo>
                    <a:pt x="7703517" y="73670"/>
                  </a:lnTo>
                  <a:lnTo>
                    <a:pt x="7703643" y="73670"/>
                  </a:lnTo>
                  <a:lnTo>
                    <a:pt x="7703769" y="73670"/>
                  </a:lnTo>
                  <a:lnTo>
                    <a:pt x="7703896" y="73670"/>
                  </a:lnTo>
                  <a:lnTo>
                    <a:pt x="7704022" y="73670"/>
                  </a:lnTo>
                  <a:lnTo>
                    <a:pt x="7704148" y="73670"/>
                  </a:lnTo>
                  <a:lnTo>
                    <a:pt x="7704274" y="73670"/>
                  </a:lnTo>
                  <a:lnTo>
                    <a:pt x="7704401" y="73670"/>
                  </a:lnTo>
                  <a:lnTo>
                    <a:pt x="7704527" y="73670"/>
                  </a:lnTo>
                  <a:lnTo>
                    <a:pt x="7704653" y="73670"/>
                  </a:lnTo>
                  <a:lnTo>
                    <a:pt x="7704779" y="73670"/>
                  </a:lnTo>
                  <a:lnTo>
                    <a:pt x="7704906" y="73670"/>
                  </a:lnTo>
                  <a:lnTo>
                    <a:pt x="7705032" y="73670"/>
                  </a:lnTo>
                  <a:lnTo>
                    <a:pt x="7705158" y="73670"/>
                  </a:lnTo>
                  <a:lnTo>
                    <a:pt x="7705284" y="73670"/>
                  </a:lnTo>
                  <a:lnTo>
                    <a:pt x="7705411" y="73670"/>
                  </a:lnTo>
                  <a:lnTo>
                    <a:pt x="7705537" y="73670"/>
                  </a:lnTo>
                  <a:lnTo>
                    <a:pt x="7705663" y="73670"/>
                  </a:lnTo>
                  <a:lnTo>
                    <a:pt x="7705789" y="73670"/>
                  </a:lnTo>
                  <a:lnTo>
                    <a:pt x="7705916" y="73670"/>
                  </a:lnTo>
                  <a:lnTo>
                    <a:pt x="7706042" y="73670"/>
                  </a:lnTo>
                  <a:lnTo>
                    <a:pt x="7706168" y="73670"/>
                  </a:lnTo>
                  <a:lnTo>
                    <a:pt x="7706295" y="73670"/>
                  </a:lnTo>
                  <a:lnTo>
                    <a:pt x="7706421" y="73670"/>
                  </a:lnTo>
                  <a:lnTo>
                    <a:pt x="7706547" y="73670"/>
                  </a:lnTo>
                  <a:lnTo>
                    <a:pt x="7706673" y="73670"/>
                  </a:lnTo>
                  <a:lnTo>
                    <a:pt x="7706800" y="73670"/>
                  </a:lnTo>
                  <a:lnTo>
                    <a:pt x="7706926" y="73670"/>
                  </a:lnTo>
                  <a:lnTo>
                    <a:pt x="7707052" y="73670"/>
                  </a:lnTo>
                  <a:lnTo>
                    <a:pt x="7707178" y="73670"/>
                  </a:lnTo>
                  <a:lnTo>
                    <a:pt x="7707305" y="73670"/>
                  </a:lnTo>
                  <a:lnTo>
                    <a:pt x="7707431" y="73670"/>
                  </a:lnTo>
                  <a:lnTo>
                    <a:pt x="7707557" y="73670"/>
                  </a:lnTo>
                  <a:lnTo>
                    <a:pt x="7707683" y="73670"/>
                  </a:lnTo>
                  <a:lnTo>
                    <a:pt x="7707810" y="73670"/>
                  </a:lnTo>
                  <a:lnTo>
                    <a:pt x="7707936" y="73670"/>
                  </a:lnTo>
                  <a:lnTo>
                    <a:pt x="7708062" y="73670"/>
                  </a:lnTo>
                  <a:lnTo>
                    <a:pt x="7708188" y="73670"/>
                  </a:lnTo>
                  <a:lnTo>
                    <a:pt x="7708315" y="73670"/>
                  </a:lnTo>
                  <a:lnTo>
                    <a:pt x="7708441" y="73670"/>
                  </a:lnTo>
                  <a:lnTo>
                    <a:pt x="7708567" y="73670"/>
                  </a:lnTo>
                  <a:lnTo>
                    <a:pt x="7708693" y="73670"/>
                  </a:lnTo>
                  <a:lnTo>
                    <a:pt x="7708820" y="73670"/>
                  </a:lnTo>
                  <a:lnTo>
                    <a:pt x="7708946" y="73670"/>
                  </a:lnTo>
                  <a:lnTo>
                    <a:pt x="7709072" y="73670"/>
                  </a:lnTo>
                  <a:lnTo>
                    <a:pt x="7709198" y="73670"/>
                  </a:lnTo>
                  <a:lnTo>
                    <a:pt x="7709325" y="73670"/>
                  </a:lnTo>
                  <a:lnTo>
                    <a:pt x="7709451" y="73670"/>
                  </a:lnTo>
                  <a:lnTo>
                    <a:pt x="7709577" y="73670"/>
                  </a:lnTo>
                  <a:lnTo>
                    <a:pt x="7709703" y="73670"/>
                  </a:lnTo>
                  <a:lnTo>
                    <a:pt x="7709830" y="73670"/>
                  </a:lnTo>
                  <a:lnTo>
                    <a:pt x="7709956" y="73670"/>
                  </a:lnTo>
                  <a:lnTo>
                    <a:pt x="7710082" y="73670"/>
                  </a:lnTo>
                  <a:lnTo>
                    <a:pt x="7710208" y="73670"/>
                  </a:lnTo>
                  <a:lnTo>
                    <a:pt x="7710335" y="73670"/>
                  </a:lnTo>
                  <a:lnTo>
                    <a:pt x="7710461" y="73670"/>
                  </a:lnTo>
                  <a:lnTo>
                    <a:pt x="7710587" y="73670"/>
                  </a:lnTo>
                  <a:lnTo>
                    <a:pt x="7710713" y="73670"/>
                  </a:lnTo>
                  <a:lnTo>
                    <a:pt x="7710840" y="73670"/>
                  </a:lnTo>
                  <a:lnTo>
                    <a:pt x="7710966" y="73670"/>
                  </a:lnTo>
                  <a:lnTo>
                    <a:pt x="7711092" y="73670"/>
                  </a:lnTo>
                  <a:lnTo>
                    <a:pt x="7711218" y="73670"/>
                  </a:lnTo>
                  <a:lnTo>
                    <a:pt x="7711345" y="73670"/>
                  </a:lnTo>
                  <a:lnTo>
                    <a:pt x="7711471" y="73670"/>
                  </a:lnTo>
                  <a:lnTo>
                    <a:pt x="7711597" y="73670"/>
                  </a:lnTo>
                  <a:lnTo>
                    <a:pt x="7711724" y="73670"/>
                  </a:lnTo>
                  <a:lnTo>
                    <a:pt x="7711850" y="73670"/>
                  </a:lnTo>
                  <a:lnTo>
                    <a:pt x="7711976" y="73670"/>
                  </a:lnTo>
                  <a:lnTo>
                    <a:pt x="7712102" y="73670"/>
                  </a:lnTo>
                  <a:lnTo>
                    <a:pt x="7712229" y="73670"/>
                  </a:lnTo>
                  <a:lnTo>
                    <a:pt x="7712355" y="73670"/>
                  </a:lnTo>
                  <a:lnTo>
                    <a:pt x="7712481" y="73670"/>
                  </a:lnTo>
                  <a:lnTo>
                    <a:pt x="7712607" y="73670"/>
                  </a:lnTo>
                  <a:lnTo>
                    <a:pt x="7712734" y="73670"/>
                  </a:lnTo>
                  <a:lnTo>
                    <a:pt x="7712860" y="73670"/>
                  </a:lnTo>
                  <a:lnTo>
                    <a:pt x="7712986" y="73670"/>
                  </a:lnTo>
                  <a:lnTo>
                    <a:pt x="7713112" y="73670"/>
                  </a:lnTo>
                  <a:lnTo>
                    <a:pt x="7713239" y="73670"/>
                  </a:lnTo>
                  <a:lnTo>
                    <a:pt x="7713365" y="73670"/>
                  </a:lnTo>
                  <a:lnTo>
                    <a:pt x="7713491" y="73670"/>
                  </a:lnTo>
                  <a:lnTo>
                    <a:pt x="7713617" y="73670"/>
                  </a:lnTo>
                  <a:lnTo>
                    <a:pt x="7713744" y="73670"/>
                  </a:lnTo>
                  <a:lnTo>
                    <a:pt x="7713870" y="73670"/>
                  </a:lnTo>
                  <a:lnTo>
                    <a:pt x="7713996" y="73670"/>
                  </a:lnTo>
                  <a:lnTo>
                    <a:pt x="7714122" y="73670"/>
                  </a:lnTo>
                  <a:lnTo>
                    <a:pt x="7714249" y="73670"/>
                  </a:lnTo>
                  <a:lnTo>
                    <a:pt x="7714375" y="73670"/>
                  </a:lnTo>
                  <a:lnTo>
                    <a:pt x="7714501" y="73670"/>
                  </a:lnTo>
                  <a:lnTo>
                    <a:pt x="7714627" y="73670"/>
                  </a:lnTo>
                  <a:lnTo>
                    <a:pt x="7714754" y="73670"/>
                  </a:lnTo>
                  <a:lnTo>
                    <a:pt x="7714880" y="73670"/>
                  </a:lnTo>
                  <a:lnTo>
                    <a:pt x="7715006" y="73670"/>
                  </a:lnTo>
                  <a:lnTo>
                    <a:pt x="7715132" y="73670"/>
                  </a:lnTo>
                  <a:lnTo>
                    <a:pt x="7715259" y="73670"/>
                  </a:lnTo>
                  <a:lnTo>
                    <a:pt x="7715385" y="73670"/>
                  </a:lnTo>
                  <a:lnTo>
                    <a:pt x="7715511" y="73670"/>
                  </a:lnTo>
                  <a:lnTo>
                    <a:pt x="7715637" y="73670"/>
                  </a:lnTo>
                  <a:lnTo>
                    <a:pt x="7715764" y="73670"/>
                  </a:lnTo>
                  <a:lnTo>
                    <a:pt x="7715890" y="73670"/>
                  </a:lnTo>
                  <a:lnTo>
                    <a:pt x="7716016" y="73670"/>
                  </a:lnTo>
                  <a:lnTo>
                    <a:pt x="7716142" y="73670"/>
                  </a:lnTo>
                  <a:lnTo>
                    <a:pt x="7716269" y="73670"/>
                  </a:lnTo>
                  <a:lnTo>
                    <a:pt x="7716395" y="73670"/>
                  </a:lnTo>
                  <a:lnTo>
                    <a:pt x="7716521" y="73670"/>
                  </a:lnTo>
                  <a:lnTo>
                    <a:pt x="7716648" y="73670"/>
                  </a:lnTo>
                  <a:lnTo>
                    <a:pt x="7716774" y="73670"/>
                  </a:lnTo>
                  <a:lnTo>
                    <a:pt x="7716900" y="73670"/>
                  </a:lnTo>
                  <a:lnTo>
                    <a:pt x="7717026" y="73670"/>
                  </a:lnTo>
                  <a:lnTo>
                    <a:pt x="7717153" y="73670"/>
                  </a:lnTo>
                  <a:lnTo>
                    <a:pt x="7717279" y="73670"/>
                  </a:lnTo>
                  <a:lnTo>
                    <a:pt x="7717405" y="73670"/>
                  </a:lnTo>
                  <a:lnTo>
                    <a:pt x="7717531" y="73670"/>
                  </a:lnTo>
                  <a:lnTo>
                    <a:pt x="7717658" y="73670"/>
                  </a:lnTo>
                  <a:lnTo>
                    <a:pt x="7717784" y="73670"/>
                  </a:lnTo>
                  <a:lnTo>
                    <a:pt x="7717910" y="73670"/>
                  </a:lnTo>
                  <a:lnTo>
                    <a:pt x="7718036" y="73670"/>
                  </a:lnTo>
                  <a:lnTo>
                    <a:pt x="7718163" y="73670"/>
                  </a:lnTo>
                  <a:lnTo>
                    <a:pt x="7718289" y="73670"/>
                  </a:lnTo>
                  <a:lnTo>
                    <a:pt x="7718415" y="73670"/>
                  </a:lnTo>
                  <a:lnTo>
                    <a:pt x="7718541" y="73670"/>
                  </a:lnTo>
                  <a:lnTo>
                    <a:pt x="7718668" y="73670"/>
                  </a:lnTo>
                  <a:lnTo>
                    <a:pt x="7718794" y="73670"/>
                  </a:lnTo>
                  <a:lnTo>
                    <a:pt x="7718920" y="73670"/>
                  </a:lnTo>
                  <a:lnTo>
                    <a:pt x="7719046" y="73670"/>
                  </a:lnTo>
                  <a:lnTo>
                    <a:pt x="7719173" y="73670"/>
                  </a:lnTo>
                  <a:lnTo>
                    <a:pt x="7719299" y="73670"/>
                  </a:lnTo>
                  <a:lnTo>
                    <a:pt x="7719425" y="73670"/>
                  </a:lnTo>
                  <a:lnTo>
                    <a:pt x="7719551" y="73670"/>
                  </a:lnTo>
                  <a:lnTo>
                    <a:pt x="7719678" y="73670"/>
                  </a:lnTo>
                  <a:lnTo>
                    <a:pt x="7719804" y="73670"/>
                  </a:lnTo>
                  <a:lnTo>
                    <a:pt x="7719930" y="73670"/>
                  </a:lnTo>
                  <a:lnTo>
                    <a:pt x="7720056" y="73670"/>
                  </a:lnTo>
                  <a:lnTo>
                    <a:pt x="7720183" y="73670"/>
                  </a:lnTo>
                  <a:lnTo>
                    <a:pt x="7720309" y="73670"/>
                  </a:lnTo>
                  <a:lnTo>
                    <a:pt x="7720435" y="73670"/>
                  </a:lnTo>
                  <a:lnTo>
                    <a:pt x="7720561" y="73670"/>
                  </a:lnTo>
                  <a:lnTo>
                    <a:pt x="7720688" y="73670"/>
                  </a:lnTo>
                  <a:lnTo>
                    <a:pt x="7720814" y="73670"/>
                  </a:lnTo>
                  <a:lnTo>
                    <a:pt x="7720940" y="73670"/>
                  </a:lnTo>
                  <a:lnTo>
                    <a:pt x="7721066" y="73670"/>
                  </a:lnTo>
                  <a:lnTo>
                    <a:pt x="7721193" y="73670"/>
                  </a:lnTo>
                  <a:lnTo>
                    <a:pt x="7721319" y="73670"/>
                  </a:lnTo>
                  <a:lnTo>
                    <a:pt x="7721445" y="73670"/>
                  </a:lnTo>
                  <a:lnTo>
                    <a:pt x="7721572" y="73670"/>
                  </a:lnTo>
                  <a:lnTo>
                    <a:pt x="7721698" y="73670"/>
                  </a:lnTo>
                  <a:lnTo>
                    <a:pt x="7721824" y="73670"/>
                  </a:lnTo>
                  <a:lnTo>
                    <a:pt x="7721950" y="73670"/>
                  </a:lnTo>
                  <a:lnTo>
                    <a:pt x="7722077" y="73670"/>
                  </a:lnTo>
                  <a:lnTo>
                    <a:pt x="7722203" y="73670"/>
                  </a:lnTo>
                  <a:lnTo>
                    <a:pt x="7722329" y="73670"/>
                  </a:lnTo>
                  <a:lnTo>
                    <a:pt x="7722455" y="73670"/>
                  </a:lnTo>
                  <a:lnTo>
                    <a:pt x="7722582" y="73670"/>
                  </a:lnTo>
                  <a:lnTo>
                    <a:pt x="7722708" y="73670"/>
                  </a:lnTo>
                  <a:lnTo>
                    <a:pt x="7722834" y="73670"/>
                  </a:lnTo>
                  <a:lnTo>
                    <a:pt x="7722960" y="73670"/>
                  </a:lnTo>
                  <a:lnTo>
                    <a:pt x="7723087" y="73670"/>
                  </a:lnTo>
                  <a:lnTo>
                    <a:pt x="7723213" y="73670"/>
                  </a:lnTo>
                  <a:lnTo>
                    <a:pt x="7723339" y="73670"/>
                  </a:lnTo>
                  <a:lnTo>
                    <a:pt x="7723465" y="73670"/>
                  </a:lnTo>
                  <a:lnTo>
                    <a:pt x="7723592" y="73670"/>
                  </a:lnTo>
                  <a:lnTo>
                    <a:pt x="7723718" y="73670"/>
                  </a:lnTo>
                  <a:lnTo>
                    <a:pt x="7723844" y="73670"/>
                  </a:lnTo>
                  <a:lnTo>
                    <a:pt x="7723970" y="73670"/>
                  </a:lnTo>
                  <a:lnTo>
                    <a:pt x="7724097" y="73670"/>
                  </a:lnTo>
                  <a:lnTo>
                    <a:pt x="7724223" y="73670"/>
                  </a:lnTo>
                  <a:lnTo>
                    <a:pt x="7724349" y="73670"/>
                  </a:lnTo>
                  <a:lnTo>
                    <a:pt x="7724475" y="73670"/>
                  </a:lnTo>
                  <a:lnTo>
                    <a:pt x="7724602" y="73670"/>
                  </a:lnTo>
                  <a:lnTo>
                    <a:pt x="7724728" y="73670"/>
                  </a:lnTo>
                  <a:lnTo>
                    <a:pt x="7724854" y="73670"/>
                  </a:lnTo>
                  <a:lnTo>
                    <a:pt x="7724980" y="73670"/>
                  </a:lnTo>
                  <a:lnTo>
                    <a:pt x="7725107" y="73670"/>
                  </a:lnTo>
                  <a:lnTo>
                    <a:pt x="7725233" y="73670"/>
                  </a:lnTo>
                  <a:lnTo>
                    <a:pt x="7725359" y="73670"/>
                  </a:lnTo>
                  <a:lnTo>
                    <a:pt x="7725485" y="73670"/>
                  </a:lnTo>
                  <a:lnTo>
                    <a:pt x="7725612" y="73670"/>
                  </a:lnTo>
                  <a:lnTo>
                    <a:pt x="7725738" y="73670"/>
                  </a:lnTo>
                  <a:lnTo>
                    <a:pt x="7725864" y="73670"/>
                  </a:lnTo>
                  <a:lnTo>
                    <a:pt x="7725990" y="73670"/>
                  </a:lnTo>
                  <a:lnTo>
                    <a:pt x="7726117" y="73670"/>
                  </a:lnTo>
                  <a:lnTo>
                    <a:pt x="7726243" y="73670"/>
                  </a:lnTo>
                  <a:lnTo>
                    <a:pt x="7726369" y="73670"/>
                  </a:lnTo>
                  <a:lnTo>
                    <a:pt x="7726495" y="73670"/>
                  </a:lnTo>
                  <a:lnTo>
                    <a:pt x="7726622" y="73670"/>
                  </a:lnTo>
                  <a:lnTo>
                    <a:pt x="7726748" y="73670"/>
                  </a:lnTo>
                  <a:lnTo>
                    <a:pt x="7726874" y="73670"/>
                  </a:lnTo>
                  <a:lnTo>
                    <a:pt x="7727001" y="73670"/>
                  </a:lnTo>
                  <a:lnTo>
                    <a:pt x="7727127" y="73670"/>
                  </a:lnTo>
                  <a:lnTo>
                    <a:pt x="7727253" y="73670"/>
                  </a:lnTo>
                  <a:lnTo>
                    <a:pt x="7727379" y="73670"/>
                  </a:lnTo>
                  <a:lnTo>
                    <a:pt x="7727506" y="73670"/>
                  </a:lnTo>
                  <a:lnTo>
                    <a:pt x="7727632" y="73670"/>
                  </a:lnTo>
                  <a:lnTo>
                    <a:pt x="7727758" y="73670"/>
                  </a:lnTo>
                  <a:lnTo>
                    <a:pt x="7727884" y="73670"/>
                  </a:lnTo>
                  <a:lnTo>
                    <a:pt x="7728011" y="73670"/>
                  </a:lnTo>
                  <a:lnTo>
                    <a:pt x="7728137" y="73670"/>
                  </a:lnTo>
                  <a:lnTo>
                    <a:pt x="7728263" y="73670"/>
                  </a:lnTo>
                  <a:lnTo>
                    <a:pt x="7728389" y="73670"/>
                  </a:lnTo>
                  <a:lnTo>
                    <a:pt x="7728516" y="73670"/>
                  </a:lnTo>
                  <a:lnTo>
                    <a:pt x="7728642" y="73670"/>
                  </a:lnTo>
                  <a:lnTo>
                    <a:pt x="7728768" y="73670"/>
                  </a:lnTo>
                  <a:lnTo>
                    <a:pt x="7728894" y="73670"/>
                  </a:lnTo>
                  <a:lnTo>
                    <a:pt x="7729021" y="73670"/>
                  </a:lnTo>
                  <a:lnTo>
                    <a:pt x="7729147" y="73670"/>
                  </a:lnTo>
                  <a:lnTo>
                    <a:pt x="7729273" y="73670"/>
                  </a:lnTo>
                  <a:lnTo>
                    <a:pt x="7729399" y="73670"/>
                  </a:lnTo>
                  <a:lnTo>
                    <a:pt x="7729526" y="73670"/>
                  </a:lnTo>
                  <a:lnTo>
                    <a:pt x="7729652" y="73670"/>
                  </a:lnTo>
                  <a:lnTo>
                    <a:pt x="7729778" y="73670"/>
                  </a:lnTo>
                  <a:lnTo>
                    <a:pt x="7729904" y="73670"/>
                  </a:lnTo>
                  <a:lnTo>
                    <a:pt x="7730031" y="73670"/>
                  </a:lnTo>
                  <a:lnTo>
                    <a:pt x="7730157" y="73670"/>
                  </a:lnTo>
                  <a:lnTo>
                    <a:pt x="7730283" y="73670"/>
                  </a:lnTo>
                  <a:lnTo>
                    <a:pt x="7730409" y="73670"/>
                  </a:lnTo>
                  <a:lnTo>
                    <a:pt x="7730536" y="73670"/>
                  </a:lnTo>
                  <a:lnTo>
                    <a:pt x="7730662" y="73670"/>
                  </a:lnTo>
                  <a:lnTo>
                    <a:pt x="7730788" y="73670"/>
                  </a:lnTo>
                  <a:lnTo>
                    <a:pt x="7730914" y="73670"/>
                  </a:lnTo>
                  <a:lnTo>
                    <a:pt x="7731041" y="73670"/>
                  </a:lnTo>
                  <a:lnTo>
                    <a:pt x="7731167" y="73670"/>
                  </a:lnTo>
                  <a:lnTo>
                    <a:pt x="7731293" y="73670"/>
                  </a:lnTo>
                  <a:lnTo>
                    <a:pt x="7731419" y="73670"/>
                  </a:lnTo>
                  <a:lnTo>
                    <a:pt x="7731546" y="73670"/>
                  </a:lnTo>
                  <a:lnTo>
                    <a:pt x="7731672" y="73670"/>
                  </a:lnTo>
                  <a:lnTo>
                    <a:pt x="7731798" y="73670"/>
                  </a:lnTo>
                  <a:lnTo>
                    <a:pt x="7731925" y="73670"/>
                  </a:lnTo>
                  <a:lnTo>
                    <a:pt x="7732051" y="73670"/>
                  </a:lnTo>
                  <a:lnTo>
                    <a:pt x="7732177" y="73670"/>
                  </a:lnTo>
                  <a:lnTo>
                    <a:pt x="7732303" y="73670"/>
                  </a:lnTo>
                  <a:lnTo>
                    <a:pt x="7732430" y="73670"/>
                  </a:lnTo>
                  <a:lnTo>
                    <a:pt x="7732556" y="73670"/>
                  </a:lnTo>
                  <a:lnTo>
                    <a:pt x="7732682" y="73670"/>
                  </a:lnTo>
                  <a:lnTo>
                    <a:pt x="7732808" y="73670"/>
                  </a:lnTo>
                  <a:lnTo>
                    <a:pt x="7732935" y="73670"/>
                  </a:lnTo>
                  <a:lnTo>
                    <a:pt x="7733061" y="73670"/>
                  </a:lnTo>
                  <a:lnTo>
                    <a:pt x="7733187" y="73670"/>
                  </a:lnTo>
                  <a:lnTo>
                    <a:pt x="7733313" y="73670"/>
                  </a:lnTo>
                  <a:lnTo>
                    <a:pt x="7733440" y="73670"/>
                  </a:lnTo>
                  <a:lnTo>
                    <a:pt x="7733566" y="73670"/>
                  </a:lnTo>
                  <a:lnTo>
                    <a:pt x="7733692" y="73670"/>
                  </a:lnTo>
                  <a:lnTo>
                    <a:pt x="7733818" y="73670"/>
                  </a:lnTo>
                  <a:lnTo>
                    <a:pt x="7733945" y="73670"/>
                  </a:lnTo>
                  <a:lnTo>
                    <a:pt x="7734071" y="73670"/>
                  </a:lnTo>
                  <a:lnTo>
                    <a:pt x="7734197" y="73670"/>
                  </a:lnTo>
                  <a:lnTo>
                    <a:pt x="7734323" y="73670"/>
                  </a:lnTo>
                  <a:lnTo>
                    <a:pt x="7734450" y="73670"/>
                  </a:lnTo>
                  <a:lnTo>
                    <a:pt x="7734576" y="73670"/>
                  </a:lnTo>
                  <a:lnTo>
                    <a:pt x="7734702" y="73670"/>
                  </a:lnTo>
                  <a:lnTo>
                    <a:pt x="7734828" y="73670"/>
                  </a:lnTo>
                  <a:lnTo>
                    <a:pt x="7734955" y="73670"/>
                  </a:lnTo>
                  <a:lnTo>
                    <a:pt x="7735081" y="73670"/>
                  </a:lnTo>
                  <a:lnTo>
                    <a:pt x="7735207" y="73670"/>
                  </a:lnTo>
                  <a:lnTo>
                    <a:pt x="7735333" y="73670"/>
                  </a:lnTo>
                  <a:lnTo>
                    <a:pt x="7735460" y="73670"/>
                  </a:lnTo>
                  <a:lnTo>
                    <a:pt x="7735586" y="73670"/>
                  </a:lnTo>
                  <a:lnTo>
                    <a:pt x="7735712" y="73670"/>
                  </a:lnTo>
                  <a:lnTo>
                    <a:pt x="7735838" y="73670"/>
                  </a:lnTo>
                  <a:lnTo>
                    <a:pt x="7735965" y="73670"/>
                  </a:lnTo>
                  <a:lnTo>
                    <a:pt x="7736091" y="73670"/>
                  </a:lnTo>
                  <a:lnTo>
                    <a:pt x="7736217" y="73670"/>
                  </a:lnTo>
                  <a:lnTo>
                    <a:pt x="7736343" y="73670"/>
                  </a:lnTo>
                  <a:lnTo>
                    <a:pt x="7736470" y="73670"/>
                  </a:lnTo>
                  <a:lnTo>
                    <a:pt x="7736596" y="73670"/>
                  </a:lnTo>
                  <a:lnTo>
                    <a:pt x="7736722" y="73670"/>
                  </a:lnTo>
                  <a:lnTo>
                    <a:pt x="7736848" y="73670"/>
                  </a:lnTo>
                  <a:lnTo>
                    <a:pt x="7736975" y="73670"/>
                  </a:lnTo>
                  <a:lnTo>
                    <a:pt x="7737101" y="73670"/>
                  </a:lnTo>
                  <a:lnTo>
                    <a:pt x="7737227" y="73670"/>
                  </a:lnTo>
                  <a:lnTo>
                    <a:pt x="7737354" y="73670"/>
                  </a:lnTo>
                  <a:lnTo>
                    <a:pt x="7737480" y="73670"/>
                  </a:lnTo>
                  <a:lnTo>
                    <a:pt x="7737606" y="73670"/>
                  </a:lnTo>
                  <a:lnTo>
                    <a:pt x="7737732" y="73670"/>
                  </a:lnTo>
                  <a:lnTo>
                    <a:pt x="7737859" y="73670"/>
                  </a:lnTo>
                  <a:lnTo>
                    <a:pt x="7737985" y="73670"/>
                  </a:lnTo>
                  <a:lnTo>
                    <a:pt x="7738111" y="73670"/>
                  </a:lnTo>
                  <a:lnTo>
                    <a:pt x="7738237" y="73670"/>
                  </a:lnTo>
                  <a:lnTo>
                    <a:pt x="7738364" y="73670"/>
                  </a:lnTo>
                  <a:lnTo>
                    <a:pt x="7738490" y="73670"/>
                  </a:lnTo>
                  <a:lnTo>
                    <a:pt x="7738616" y="73670"/>
                  </a:lnTo>
                  <a:lnTo>
                    <a:pt x="7738742" y="73670"/>
                  </a:lnTo>
                  <a:lnTo>
                    <a:pt x="7738869" y="73670"/>
                  </a:lnTo>
                  <a:lnTo>
                    <a:pt x="7738995" y="73670"/>
                  </a:lnTo>
                  <a:lnTo>
                    <a:pt x="7739121" y="73670"/>
                  </a:lnTo>
                  <a:lnTo>
                    <a:pt x="7739247" y="73670"/>
                  </a:lnTo>
                  <a:lnTo>
                    <a:pt x="7739374" y="73670"/>
                  </a:lnTo>
                  <a:lnTo>
                    <a:pt x="7739500" y="73670"/>
                  </a:lnTo>
                  <a:lnTo>
                    <a:pt x="7739626" y="73670"/>
                  </a:lnTo>
                  <a:lnTo>
                    <a:pt x="7739752" y="73670"/>
                  </a:lnTo>
                  <a:lnTo>
                    <a:pt x="7739879" y="73670"/>
                  </a:lnTo>
                  <a:lnTo>
                    <a:pt x="7740005" y="73670"/>
                  </a:lnTo>
                  <a:lnTo>
                    <a:pt x="7740131" y="73670"/>
                  </a:lnTo>
                  <a:lnTo>
                    <a:pt x="7740257" y="73670"/>
                  </a:lnTo>
                  <a:lnTo>
                    <a:pt x="7740384" y="73670"/>
                  </a:lnTo>
                  <a:lnTo>
                    <a:pt x="7740510" y="73670"/>
                  </a:lnTo>
                  <a:lnTo>
                    <a:pt x="7740636" y="73670"/>
                  </a:lnTo>
                  <a:lnTo>
                    <a:pt x="7740762" y="73670"/>
                  </a:lnTo>
                  <a:lnTo>
                    <a:pt x="7740889" y="73670"/>
                  </a:lnTo>
                  <a:lnTo>
                    <a:pt x="7741015" y="73670"/>
                  </a:lnTo>
                  <a:lnTo>
                    <a:pt x="7741141" y="73670"/>
                  </a:lnTo>
                  <a:lnTo>
                    <a:pt x="7741267" y="73670"/>
                  </a:lnTo>
                  <a:lnTo>
                    <a:pt x="7741394" y="73670"/>
                  </a:lnTo>
                  <a:lnTo>
                    <a:pt x="7741520" y="73670"/>
                  </a:lnTo>
                  <a:lnTo>
                    <a:pt x="7741646" y="73670"/>
                  </a:lnTo>
                  <a:lnTo>
                    <a:pt x="7741772" y="73670"/>
                  </a:lnTo>
                  <a:lnTo>
                    <a:pt x="7741899" y="73670"/>
                  </a:lnTo>
                  <a:lnTo>
                    <a:pt x="7742025" y="73670"/>
                  </a:lnTo>
                  <a:lnTo>
                    <a:pt x="7742151" y="73670"/>
                  </a:lnTo>
                  <a:lnTo>
                    <a:pt x="7742278" y="73670"/>
                  </a:lnTo>
                  <a:lnTo>
                    <a:pt x="7742404" y="73670"/>
                  </a:lnTo>
                  <a:lnTo>
                    <a:pt x="7742530" y="73670"/>
                  </a:lnTo>
                  <a:lnTo>
                    <a:pt x="7742656" y="73670"/>
                  </a:lnTo>
                  <a:lnTo>
                    <a:pt x="7742783" y="73670"/>
                  </a:lnTo>
                  <a:lnTo>
                    <a:pt x="7742909" y="73670"/>
                  </a:lnTo>
                  <a:lnTo>
                    <a:pt x="7743035" y="73670"/>
                  </a:lnTo>
                  <a:lnTo>
                    <a:pt x="7743161" y="73670"/>
                  </a:lnTo>
                  <a:lnTo>
                    <a:pt x="7743288" y="73670"/>
                  </a:lnTo>
                  <a:lnTo>
                    <a:pt x="7743414" y="73670"/>
                  </a:lnTo>
                  <a:lnTo>
                    <a:pt x="7743540" y="73670"/>
                  </a:lnTo>
                  <a:lnTo>
                    <a:pt x="7743666" y="73670"/>
                  </a:lnTo>
                  <a:lnTo>
                    <a:pt x="7743793" y="73670"/>
                  </a:lnTo>
                  <a:lnTo>
                    <a:pt x="7743919" y="73670"/>
                  </a:lnTo>
                  <a:lnTo>
                    <a:pt x="7744045" y="73670"/>
                  </a:lnTo>
                  <a:lnTo>
                    <a:pt x="7744171" y="73670"/>
                  </a:lnTo>
                  <a:lnTo>
                    <a:pt x="7744298" y="73670"/>
                  </a:lnTo>
                  <a:lnTo>
                    <a:pt x="7744424" y="73670"/>
                  </a:lnTo>
                  <a:lnTo>
                    <a:pt x="7744550" y="73670"/>
                  </a:lnTo>
                  <a:lnTo>
                    <a:pt x="7744676" y="73670"/>
                  </a:lnTo>
                  <a:lnTo>
                    <a:pt x="7744803" y="73670"/>
                  </a:lnTo>
                  <a:lnTo>
                    <a:pt x="7744929" y="73670"/>
                  </a:lnTo>
                  <a:lnTo>
                    <a:pt x="7745055" y="73670"/>
                  </a:lnTo>
                  <a:lnTo>
                    <a:pt x="7745181" y="73670"/>
                  </a:lnTo>
                  <a:lnTo>
                    <a:pt x="7745308" y="73670"/>
                  </a:lnTo>
                  <a:lnTo>
                    <a:pt x="7745434" y="73670"/>
                  </a:lnTo>
                  <a:lnTo>
                    <a:pt x="7745560" y="73670"/>
                  </a:lnTo>
                  <a:lnTo>
                    <a:pt x="7745686" y="73670"/>
                  </a:lnTo>
                  <a:lnTo>
                    <a:pt x="7745813" y="73670"/>
                  </a:lnTo>
                  <a:lnTo>
                    <a:pt x="7745939" y="73670"/>
                  </a:lnTo>
                  <a:lnTo>
                    <a:pt x="7746065" y="73670"/>
                  </a:lnTo>
                  <a:lnTo>
                    <a:pt x="7746065" y="68759"/>
                  </a:lnTo>
                  <a:lnTo>
                    <a:pt x="7746191" y="68759"/>
                  </a:lnTo>
                  <a:lnTo>
                    <a:pt x="7746318" y="68759"/>
                  </a:lnTo>
                  <a:lnTo>
                    <a:pt x="7746444" y="68759"/>
                  </a:lnTo>
                  <a:lnTo>
                    <a:pt x="7746570" y="68759"/>
                  </a:lnTo>
                  <a:lnTo>
                    <a:pt x="7746696" y="68759"/>
                  </a:lnTo>
                  <a:lnTo>
                    <a:pt x="7746823" y="68759"/>
                  </a:lnTo>
                  <a:lnTo>
                    <a:pt x="7746949" y="68759"/>
                  </a:lnTo>
                  <a:lnTo>
                    <a:pt x="7747075" y="68759"/>
                  </a:lnTo>
                  <a:lnTo>
                    <a:pt x="7747201" y="68759"/>
                  </a:lnTo>
                  <a:lnTo>
                    <a:pt x="7747328" y="68759"/>
                  </a:lnTo>
                  <a:lnTo>
                    <a:pt x="7747454" y="68759"/>
                  </a:lnTo>
                  <a:lnTo>
                    <a:pt x="7747580" y="68759"/>
                  </a:lnTo>
                  <a:lnTo>
                    <a:pt x="7747707" y="68759"/>
                  </a:lnTo>
                  <a:lnTo>
                    <a:pt x="7747833" y="68759"/>
                  </a:lnTo>
                  <a:lnTo>
                    <a:pt x="7747959" y="68759"/>
                  </a:lnTo>
                  <a:lnTo>
                    <a:pt x="7748085" y="68759"/>
                  </a:lnTo>
                  <a:lnTo>
                    <a:pt x="7748212" y="68759"/>
                  </a:lnTo>
                  <a:lnTo>
                    <a:pt x="7748338" y="68759"/>
                  </a:lnTo>
                  <a:lnTo>
                    <a:pt x="7748464" y="68759"/>
                  </a:lnTo>
                  <a:lnTo>
                    <a:pt x="7748590" y="68759"/>
                  </a:lnTo>
                  <a:lnTo>
                    <a:pt x="7748717" y="68759"/>
                  </a:lnTo>
                  <a:lnTo>
                    <a:pt x="7748843" y="68759"/>
                  </a:lnTo>
                  <a:lnTo>
                    <a:pt x="7748969" y="68759"/>
                  </a:lnTo>
                  <a:lnTo>
                    <a:pt x="7749095" y="68759"/>
                  </a:lnTo>
                  <a:lnTo>
                    <a:pt x="7749222" y="68759"/>
                  </a:lnTo>
                  <a:lnTo>
                    <a:pt x="7749348" y="68759"/>
                  </a:lnTo>
                  <a:lnTo>
                    <a:pt x="7749474" y="68759"/>
                  </a:lnTo>
                  <a:lnTo>
                    <a:pt x="7749600" y="68759"/>
                  </a:lnTo>
                  <a:lnTo>
                    <a:pt x="7749727" y="68759"/>
                  </a:lnTo>
                  <a:lnTo>
                    <a:pt x="7749853" y="68759"/>
                  </a:lnTo>
                  <a:lnTo>
                    <a:pt x="7749979" y="68759"/>
                  </a:lnTo>
                  <a:lnTo>
                    <a:pt x="7750105" y="68759"/>
                  </a:lnTo>
                  <a:lnTo>
                    <a:pt x="7750232" y="68759"/>
                  </a:lnTo>
                  <a:lnTo>
                    <a:pt x="7750358" y="68759"/>
                  </a:lnTo>
                  <a:lnTo>
                    <a:pt x="7750484" y="68759"/>
                  </a:lnTo>
                  <a:lnTo>
                    <a:pt x="7750610" y="68759"/>
                  </a:lnTo>
                  <a:lnTo>
                    <a:pt x="7750737" y="68759"/>
                  </a:lnTo>
                  <a:lnTo>
                    <a:pt x="7750863" y="68759"/>
                  </a:lnTo>
                  <a:lnTo>
                    <a:pt x="7750989" y="68759"/>
                  </a:lnTo>
                  <a:lnTo>
                    <a:pt x="7751115" y="68759"/>
                  </a:lnTo>
                  <a:lnTo>
                    <a:pt x="7751242" y="68759"/>
                  </a:lnTo>
                  <a:lnTo>
                    <a:pt x="7751368" y="68759"/>
                  </a:lnTo>
                  <a:lnTo>
                    <a:pt x="7751494" y="68759"/>
                  </a:lnTo>
                  <a:lnTo>
                    <a:pt x="7751620" y="68759"/>
                  </a:lnTo>
                  <a:lnTo>
                    <a:pt x="7751747" y="68759"/>
                  </a:lnTo>
                  <a:lnTo>
                    <a:pt x="7751873" y="68759"/>
                  </a:lnTo>
                  <a:lnTo>
                    <a:pt x="7751999" y="68759"/>
                  </a:lnTo>
                  <a:lnTo>
                    <a:pt x="7752125" y="68759"/>
                  </a:lnTo>
                  <a:lnTo>
                    <a:pt x="7752252" y="68759"/>
                  </a:lnTo>
                  <a:lnTo>
                    <a:pt x="7752378" y="68759"/>
                  </a:lnTo>
                  <a:lnTo>
                    <a:pt x="7752504" y="68759"/>
                  </a:lnTo>
                  <a:lnTo>
                    <a:pt x="7752631" y="68759"/>
                  </a:lnTo>
                  <a:lnTo>
                    <a:pt x="7752757" y="68759"/>
                  </a:lnTo>
                  <a:lnTo>
                    <a:pt x="7752883" y="68759"/>
                  </a:lnTo>
                  <a:lnTo>
                    <a:pt x="7753009" y="68759"/>
                  </a:lnTo>
                  <a:lnTo>
                    <a:pt x="7753136" y="68759"/>
                  </a:lnTo>
                  <a:lnTo>
                    <a:pt x="7753262" y="68759"/>
                  </a:lnTo>
                  <a:lnTo>
                    <a:pt x="7753388" y="68759"/>
                  </a:lnTo>
                  <a:lnTo>
                    <a:pt x="7753514" y="68759"/>
                  </a:lnTo>
                  <a:lnTo>
                    <a:pt x="7753641" y="68759"/>
                  </a:lnTo>
                  <a:lnTo>
                    <a:pt x="7753767" y="68759"/>
                  </a:lnTo>
                  <a:lnTo>
                    <a:pt x="7753893" y="68759"/>
                  </a:lnTo>
                  <a:lnTo>
                    <a:pt x="7754019" y="68759"/>
                  </a:lnTo>
                  <a:lnTo>
                    <a:pt x="7754146" y="68759"/>
                  </a:lnTo>
                  <a:lnTo>
                    <a:pt x="7754272" y="68759"/>
                  </a:lnTo>
                  <a:lnTo>
                    <a:pt x="7754398" y="68759"/>
                  </a:lnTo>
                  <a:lnTo>
                    <a:pt x="7754524" y="68759"/>
                  </a:lnTo>
                  <a:lnTo>
                    <a:pt x="7754651" y="68759"/>
                  </a:lnTo>
                  <a:lnTo>
                    <a:pt x="7754777" y="68759"/>
                  </a:lnTo>
                  <a:lnTo>
                    <a:pt x="7754903" y="68759"/>
                  </a:lnTo>
                  <a:lnTo>
                    <a:pt x="7755029" y="68759"/>
                  </a:lnTo>
                  <a:lnTo>
                    <a:pt x="7755156" y="68759"/>
                  </a:lnTo>
                  <a:lnTo>
                    <a:pt x="7755282" y="68759"/>
                  </a:lnTo>
                  <a:lnTo>
                    <a:pt x="7755408" y="68759"/>
                  </a:lnTo>
                  <a:lnTo>
                    <a:pt x="7755534" y="68759"/>
                  </a:lnTo>
                  <a:lnTo>
                    <a:pt x="7755661" y="68759"/>
                  </a:lnTo>
                  <a:lnTo>
                    <a:pt x="7755787" y="68759"/>
                  </a:lnTo>
                  <a:lnTo>
                    <a:pt x="7755913" y="68759"/>
                  </a:lnTo>
                  <a:lnTo>
                    <a:pt x="7756039" y="68759"/>
                  </a:lnTo>
                  <a:lnTo>
                    <a:pt x="7756166" y="68759"/>
                  </a:lnTo>
                  <a:lnTo>
                    <a:pt x="7756292" y="68759"/>
                  </a:lnTo>
                  <a:lnTo>
                    <a:pt x="7756418" y="68759"/>
                  </a:lnTo>
                  <a:lnTo>
                    <a:pt x="7756544" y="68759"/>
                  </a:lnTo>
                  <a:lnTo>
                    <a:pt x="7756671" y="68759"/>
                  </a:lnTo>
                  <a:lnTo>
                    <a:pt x="7756797" y="68759"/>
                  </a:lnTo>
                  <a:lnTo>
                    <a:pt x="7756923" y="68759"/>
                  </a:lnTo>
                  <a:lnTo>
                    <a:pt x="7757049" y="68759"/>
                  </a:lnTo>
                  <a:lnTo>
                    <a:pt x="7757176" y="68759"/>
                  </a:lnTo>
                  <a:lnTo>
                    <a:pt x="7757302" y="68759"/>
                  </a:lnTo>
                  <a:lnTo>
                    <a:pt x="7757428" y="68759"/>
                  </a:lnTo>
                  <a:lnTo>
                    <a:pt x="7757554" y="68759"/>
                  </a:lnTo>
                  <a:lnTo>
                    <a:pt x="7757681" y="68759"/>
                  </a:lnTo>
                  <a:lnTo>
                    <a:pt x="7757807" y="68759"/>
                  </a:lnTo>
                  <a:lnTo>
                    <a:pt x="7757933" y="68759"/>
                  </a:lnTo>
                  <a:lnTo>
                    <a:pt x="7758060" y="68759"/>
                  </a:lnTo>
                  <a:lnTo>
                    <a:pt x="7758186" y="68759"/>
                  </a:lnTo>
                  <a:lnTo>
                    <a:pt x="7758312" y="68759"/>
                  </a:lnTo>
                  <a:lnTo>
                    <a:pt x="7758438" y="68759"/>
                  </a:lnTo>
                  <a:lnTo>
                    <a:pt x="7758565" y="68759"/>
                  </a:lnTo>
                  <a:lnTo>
                    <a:pt x="7758691" y="68759"/>
                  </a:lnTo>
                  <a:lnTo>
                    <a:pt x="7758817" y="68759"/>
                  </a:lnTo>
                  <a:lnTo>
                    <a:pt x="7758943" y="68759"/>
                  </a:lnTo>
                  <a:lnTo>
                    <a:pt x="7759070" y="68759"/>
                  </a:lnTo>
                  <a:lnTo>
                    <a:pt x="7759196" y="68759"/>
                  </a:lnTo>
                  <a:lnTo>
                    <a:pt x="7759322" y="68759"/>
                  </a:lnTo>
                  <a:lnTo>
                    <a:pt x="7759448" y="68759"/>
                  </a:lnTo>
                  <a:lnTo>
                    <a:pt x="7759575" y="68759"/>
                  </a:lnTo>
                  <a:lnTo>
                    <a:pt x="7759701" y="68759"/>
                  </a:lnTo>
                  <a:lnTo>
                    <a:pt x="7759827" y="68759"/>
                  </a:lnTo>
                  <a:lnTo>
                    <a:pt x="7759953" y="68759"/>
                  </a:lnTo>
                  <a:lnTo>
                    <a:pt x="7760080" y="68759"/>
                  </a:lnTo>
                  <a:lnTo>
                    <a:pt x="7760206" y="68759"/>
                  </a:lnTo>
                  <a:lnTo>
                    <a:pt x="7760332" y="68759"/>
                  </a:lnTo>
                  <a:lnTo>
                    <a:pt x="7760458" y="68759"/>
                  </a:lnTo>
                  <a:lnTo>
                    <a:pt x="7760585" y="68759"/>
                  </a:lnTo>
                  <a:lnTo>
                    <a:pt x="7760711" y="68759"/>
                  </a:lnTo>
                  <a:lnTo>
                    <a:pt x="7760837" y="68759"/>
                  </a:lnTo>
                  <a:lnTo>
                    <a:pt x="7760963" y="68759"/>
                  </a:lnTo>
                  <a:lnTo>
                    <a:pt x="7761090" y="68759"/>
                  </a:lnTo>
                  <a:lnTo>
                    <a:pt x="7761216" y="68759"/>
                  </a:lnTo>
                  <a:lnTo>
                    <a:pt x="7761342" y="68759"/>
                  </a:lnTo>
                  <a:lnTo>
                    <a:pt x="7761468" y="68759"/>
                  </a:lnTo>
                  <a:lnTo>
                    <a:pt x="7761595" y="68759"/>
                  </a:lnTo>
                  <a:lnTo>
                    <a:pt x="7761721" y="68759"/>
                  </a:lnTo>
                  <a:lnTo>
                    <a:pt x="7761847" y="68759"/>
                  </a:lnTo>
                  <a:lnTo>
                    <a:pt x="7761973" y="68759"/>
                  </a:lnTo>
                  <a:lnTo>
                    <a:pt x="7762100" y="68759"/>
                  </a:lnTo>
                  <a:lnTo>
                    <a:pt x="7762226" y="68759"/>
                  </a:lnTo>
                  <a:lnTo>
                    <a:pt x="7762352" y="68759"/>
                  </a:lnTo>
                  <a:lnTo>
                    <a:pt x="7762478" y="68759"/>
                  </a:lnTo>
                  <a:lnTo>
                    <a:pt x="7762605" y="68759"/>
                  </a:lnTo>
                  <a:lnTo>
                    <a:pt x="7762731" y="68759"/>
                  </a:lnTo>
                  <a:lnTo>
                    <a:pt x="7762857" y="68759"/>
                  </a:lnTo>
                  <a:lnTo>
                    <a:pt x="7762984" y="68759"/>
                  </a:lnTo>
                  <a:lnTo>
                    <a:pt x="7763110" y="68759"/>
                  </a:lnTo>
                  <a:lnTo>
                    <a:pt x="7763236" y="68759"/>
                  </a:lnTo>
                  <a:lnTo>
                    <a:pt x="7763362" y="68759"/>
                  </a:lnTo>
                  <a:lnTo>
                    <a:pt x="7763489" y="68759"/>
                  </a:lnTo>
                  <a:lnTo>
                    <a:pt x="7763615" y="68759"/>
                  </a:lnTo>
                  <a:lnTo>
                    <a:pt x="7763741" y="68759"/>
                  </a:lnTo>
                  <a:lnTo>
                    <a:pt x="7763867" y="68759"/>
                  </a:lnTo>
                  <a:lnTo>
                    <a:pt x="7763994" y="68759"/>
                  </a:lnTo>
                  <a:lnTo>
                    <a:pt x="7764120" y="68759"/>
                  </a:lnTo>
                  <a:lnTo>
                    <a:pt x="7764246" y="68759"/>
                  </a:lnTo>
                  <a:lnTo>
                    <a:pt x="7764372" y="68759"/>
                  </a:lnTo>
                  <a:lnTo>
                    <a:pt x="7764499" y="68759"/>
                  </a:lnTo>
                  <a:lnTo>
                    <a:pt x="7764625" y="68759"/>
                  </a:lnTo>
                  <a:lnTo>
                    <a:pt x="7764751" y="68759"/>
                  </a:lnTo>
                  <a:lnTo>
                    <a:pt x="7764877" y="68759"/>
                  </a:lnTo>
                  <a:lnTo>
                    <a:pt x="7765004" y="68759"/>
                  </a:lnTo>
                  <a:lnTo>
                    <a:pt x="7765130" y="68759"/>
                  </a:lnTo>
                  <a:lnTo>
                    <a:pt x="7765256" y="68759"/>
                  </a:lnTo>
                  <a:lnTo>
                    <a:pt x="7765382" y="68759"/>
                  </a:lnTo>
                  <a:lnTo>
                    <a:pt x="7765509" y="68759"/>
                  </a:lnTo>
                  <a:lnTo>
                    <a:pt x="7765635" y="68759"/>
                  </a:lnTo>
                  <a:lnTo>
                    <a:pt x="7765761" y="68759"/>
                  </a:lnTo>
                  <a:lnTo>
                    <a:pt x="7765887" y="68759"/>
                  </a:lnTo>
                  <a:lnTo>
                    <a:pt x="7766014" y="68759"/>
                  </a:lnTo>
                  <a:lnTo>
                    <a:pt x="7766140" y="68759"/>
                  </a:lnTo>
                  <a:lnTo>
                    <a:pt x="7766266" y="68759"/>
                  </a:lnTo>
                  <a:lnTo>
                    <a:pt x="7766392" y="68759"/>
                  </a:lnTo>
                  <a:lnTo>
                    <a:pt x="7766519" y="68759"/>
                  </a:lnTo>
                  <a:lnTo>
                    <a:pt x="7766645" y="68759"/>
                  </a:lnTo>
                  <a:lnTo>
                    <a:pt x="7766771" y="68759"/>
                  </a:lnTo>
                  <a:lnTo>
                    <a:pt x="7766897" y="68759"/>
                  </a:lnTo>
                  <a:lnTo>
                    <a:pt x="7767024" y="68759"/>
                  </a:lnTo>
                  <a:lnTo>
                    <a:pt x="7767150" y="68759"/>
                  </a:lnTo>
                  <a:lnTo>
                    <a:pt x="7767276" y="68759"/>
                  </a:lnTo>
                  <a:lnTo>
                    <a:pt x="7767402" y="68759"/>
                  </a:lnTo>
                  <a:lnTo>
                    <a:pt x="7767529" y="68759"/>
                  </a:lnTo>
                  <a:lnTo>
                    <a:pt x="7767655" y="68759"/>
                  </a:lnTo>
                  <a:lnTo>
                    <a:pt x="7767781" y="68759"/>
                  </a:lnTo>
                  <a:lnTo>
                    <a:pt x="7767907" y="68759"/>
                  </a:lnTo>
                  <a:lnTo>
                    <a:pt x="7768034" y="68759"/>
                  </a:lnTo>
                  <a:lnTo>
                    <a:pt x="7768160" y="68759"/>
                  </a:lnTo>
                  <a:lnTo>
                    <a:pt x="7768286" y="68759"/>
                  </a:lnTo>
                  <a:lnTo>
                    <a:pt x="7768413" y="68759"/>
                  </a:lnTo>
                  <a:lnTo>
                    <a:pt x="7768539" y="68759"/>
                  </a:lnTo>
                  <a:lnTo>
                    <a:pt x="7768665" y="68759"/>
                  </a:lnTo>
                  <a:lnTo>
                    <a:pt x="7768791" y="68759"/>
                  </a:lnTo>
                  <a:lnTo>
                    <a:pt x="7768918" y="68759"/>
                  </a:lnTo>
                  <a:lnTo>
                    <a:pt x="7769044" y="68759"/>
                  </a:lnTo>
                  <a:lnTo>
                    <a:pt x="7769170" y="68759"/>
                  </a:lnTo>
                  <a:lnTo>
                    <a:pt x="7769296" y="68759"/>
                  </a:lnTo>
                  <a:lnTo>
                    <a:pt x="7769423" y="68759"/>
                  </a:lnTo>
                  <a:lnTo>
                    <a:pt x="7769549" y="68759"/>
                  </a:lnTo>
                  <a:lnTo>
                    <a:pt x="7769675" y="68759"/>
                  </a:lnTo>
                  <a:lnTo>
                    <a:pt x="7769801" y="68759"/>
                  </a:lnTo>
                  <a:lnTo>
                    <a:pt x="7769928" y="68759"/>
                  </a:lnTo>
                  <a:lnTo>
                    <a:pt x="7770054" y="68759"/>
                  </a:lnTo>
                  <a:lnTo>
                    <a:pt x="7770180" y="68759"/>
                  </a:lnTo>
                  <a:lnTo>
                    <a:pt x="7770306" y="68759"/>
                  </a:lnTo>
                  <a:lnTo>
                    <a:pt x="7770433" y="68759"/>
                  </a:lnTo>
                  <a:lnTo>
                    <a:pt x="7770559" y="68759"/>
                  </a:lnTo>
                  <a:lnTo>
                    <a:pt x="7770685" y="68759"/>
                  </a:lnTo>
                  <a:lnTo>
                    <a:pt x="7770811" y="68759"/>
                  </a:lnTo>
                  <a:lnTo>
                    <a:pt x="7770938" y="68759"/>
                  </a:lnTo>
                  <a:lnTo>
                    <a:pt x="7771064" y="68759"/>
                  </a:lnTo>
                  <a:lnTo>
                    <a:pt x="7771190" y="68759"/>
                  </a:lnTo>
                  <a:lnTo>
                    <a:pt x="7771316" y="68759"/>
                  </a:lnTo>
                  <a:lnTo>
                    <a:pt x="7771443" y="68759"/>
                  </a:lnTo>
                  <a:lnTo>
                    <a:pt x="7771569" y="68759"/>
                  </a:lnTo>
                  <a:lnTo>
                    <a:pt x="7771695" y="68759"/>
                  </a:lnTo>
                  <a:lnTo>
                    <a:pt x="7771821" y="68759"/>
                  </a:lnTo>
                  <a:lnTo>
                    <a:pt x="7771948" y="68759"/>
                  </a:lnTo>
                  <a:lnTo>
                    <a:pt x="7772074" y="68759"/>
                  </a:lnTo>
                  <a:lnTo>
                    <a:pt x="7772200" y="68759"/>
                  </a:lnTo>
                  <a:lnTo>
                    <a:pt x="7772326" y="68759"/>
                  </a:lnTo>
                  <a:lnTo>
                    <a:pt x="7772453" y="68759"/>
                  </a:lnTo>
                  <a:lnTo>
                    <a:pt x="7772579" y="68759"/>
                  </a:lnTo>
                  <a:lnTo>
                    <a:pt x="7772705" y="68759"/>
                  </a:lnTo>
                  <a:lnTo>
                    <a:pt x="7772831" y="68759"/>
                  </a:lnTo>
                  <a:lnTo>
                    <a:pt x="7772958" y="68759"/>
                  </a:lnTo>
                  <a:lnTo>
                    <a:pt x="7773084" y="68759"/>
                  </a:lnTo>
                  <a:lnTo>
                    <a:pt x="7773210" y="68759"/>
                  </a:lnTo>
                  <a:lnTo>
                    <a:pt x="7773337" y="68759"/>
                  </a:lnTo>
                  <a:lnTo>
                    <a:pt x="7773463" y="68759"/>
                  </a:lnTo>
                  <a:lnTo>
                    <a:pt x="7773589" y="68759"/>
                  </a:lnTo>
                  <a:lnTo>
                    <a:pt x="7773715" y="68759"/>
                  </a:lnTo>
                  <a:lnTo>
                    <a:pt x="7773842" y="68759"/>
                  </a:lnTo>
                  <a:lnTo>
                    <a:pt x="7773968" y="68759"/>
                  </a:lnTo>
                  <a:lnTo>
                    <a:pt x="7774094" y="68759"/>
                  </a:lnTo>
                  <a:lnTo>
                    <a:pt x="7774220" y="68759"/>
                  </a:lnTo>
                  <a:lnTo>
                    <a:pt x="7774347" y="68759"/>
                  </a:lnTo>
                  <a:lnTo>
                    <a:pt x="7774473" y="68759"/>
                  </a:lnTo>
                  <a:lnTo>
                    <a:pt x="7774599" y="68759"/>
                  </a:lnTo>
                  <a:lnTo>
                    <a:pt x="7774725" y="68759"/>
                  </a:lnTo>
                  <a:lnTo>
                    <a:pt x="7774852" y="68759"/>
                  </a:lnTo>
                  <a:lnTo>
                    <a:pt x="7774978" y="68759"/>
                  </a:lnTo>
                  <a:lnTo>
                    <a:pt x="7775104" y="68759"/>
                  </a:lnTo>
                  <a:lnTo>
                    <a:pt x="7775230" y="68759"/>
                  </a:lnTo>
                  <a:lnTo>
                    <a:pt x="7775357" y="68759"/>
                  </a:lnTo>
                  <a:lnTo>
                    <a:pt x="7775483" y="68759"/>
                  </a:lnTo>
                  <a:lnTo>
                    <a:pt x="7775609" y="68759"/>
                  </a:lnTo>
                  <a:lnTo>
                    <a:pt x="7775735" y="68759"/>
                  </a:lnTo>
                  <a:lnTo>
                    <a:pt x="7775862" y="68759"/>
                  </a:lnTo>
                  <a:lnTo>
                    <a:pt x="7775988" y="68759"/>
                  </a:lnTo>
                  <a:lnTo>
                    <a:pt x="7776114" y="68759"/>
                  </a:lnTo>
                  <a:lnTo>
                    <a:pt x="7776240" y="68759"/>
                  </a:lnTo>
                  <a:lnTo>
                    <a:pt x="7776367" y="68759"/>
                  </a:lnTo>
                  <a:lnTo>
                    <a:pt x="7776493" y="68759"/>
                  </a:lnTo>
                  <a:lnTo>
                    <a:pt x="7776619" y="68759"/>
                  </a:lnTo>
                  <a:lnTo>
                    <a:pt x="7776745" y="68759"/>
                  </a:lnTo>
                  <a:lnTo>
                    <a:pt x="7776872" y="68759"/>
                  </a:lnTo>
                  <a:lnTo>
                    <a:pt x="7776998" y="68759"/>
                  </a:lnTo>
                  <a:lnTo>
                    <a:pt x="7777124" y="68759"/>
                  </a:lnTo>
                  <a:lnTo>
                    <a:pt x="7777250" y="68759"/>
                  </a:lnTo>
                  <a:lnTo>
                    <a:pt x="7777377" y="68759"/>
                  </a:lnTo>
                  <a:lnTo>
                    <a:pt x="7777503" y="68759"/>
                  </a:lnTo>
                  <a:lnTo>
                    <a:pt x="7777629" y="68759"/>
                  </a:lnTo>
                  <a:lnTo>
                    <a:pt x="7777755" y="68759"/>
                  </a:lnTo>
                  <a:lnTo>
                    <a:pt x="7777882" y="68759"/>
                  </a:lnTo>
                  <a:lnTo>
                    <a:pt x="7778008" y="68759"/>
                  </a:lnTo>
                  <a:lnTo>
                    <a:pt x="7778134" y="68759"/>
                  </a:lnTo>
                  <a:lnTo>
                    <a:pt x="7778260" y="68759"/>
                  </a:lnTo>
                  <a:lnTo>
                    <a:pt x="7778387" y="68759"/>
                  </a:lnTo>
                  <a:lnTo>
                    <a:pt x="7778513" y="68759"/>
                  </a:lnTo>
                  <a:lnTo>
                    <a:pt x="7778639" y="68759"/>
                  </a:lnTo>
                  <a:lnTo>
                    <a:pt x="7778766" y="68759"/>
                  </a:lnTo>
                  <a:lnTo>
                    <a:pt x="7778892" y="68759"/>
                  </a:lnTo>
                  <a:lnTo>
                    <a:pt x="7779018" y="68759"/>
                  </a:lnTo>
                  <a:lnTo>
                    <a:pt x="7779144" y="68759"/>
                  </a:lnTo>
                  <a:lnTo>
                    <a:pt x="7779271" y="68759"/>
                  </a:lnTo>
                  <a:lnTo>
                    <a:pt x="7779397" y="68759"/>
                  </a:lnTo>
                  <a:lnTo>
                    <a:pt x="7779523" y="68759"/>
                  </a:lnTo>
                  <a:lnTo>
                    <a:pt x="7779649" y="68759"/>
                  </a:lnTo>
                  <a:lnTo>
                    <a:pt x="7779776" y="68759"/>
                  </a:lnTo>
                  <a:lnTo>
                    <a:pt x="7779902" y="68759"/>
                  </a:lnTo>
                  <a:lnTo>
                    <a:pt x="7780028" y="68759"/>
                  </a:lnTo>
                  <a:lnTo>
                    <a:pt x="7780154" y="68759"/>
                  </a:lnTo>
                  <a:lnTo>
                    <a:pt x="7780281" y="68759"/>
                  </a:lnTo>
                  <a:lnTo>
                    <a:pt x="7780407" y="68759"/>
                  </a:lnTo>
                  <a:lnTo>
                    <a:pt x="7780533" y="68759"/>
                  </a:lnTo>
                  <a:lnTo>
                    <a:pt x="7780659" y="68759"/>
                  </a:lnTo>
                  <a:lnTo>
                    <a:pt x="7780786" y="68759"/>
                  </a:lnTo>
                  <a:lnTo>
                    <a:pt x="7780912" y="68759"/>
                  </a:lnTo>
                  <a:lnTo>
                    <a:pt x="7781038" y="68759"/>
                  </a:lnTo>
                  <a:lnTo>
                    <a:pt x="7781164" y="68759"/>
                  </a:lnTo>
                  <a:lnTo>
                    <a:pt x="7781291" y="68759"/>
                  </a:lnTo>
                  <a:lnTo>
                    <a:pt x="7781417" y="68759"/>
                  </a:lnTo>
                  <a:lnTo>
                    <a:pt x="7781543" y="68759"/>
                  </a:lnTo>
                  <a:lnTo>
                    <a:pt x="7781669" y="68759"/>
                  </a:lnTo>
                  <a:lnTo>
                    <a:pt x="7781796" y="68759"/>
                  </a:lnTo>
                  <a:lnTo>
                    <a:pt x="7781922" y="68759"/>
                  </a:lnTo>
                  <a:lnTo>
                    <a:pt x="7782048" y="68759"/>
                  </a:lnTo>
                  <a:lnTo>
                    <a:pt x="7782174" y="68759"/>
                  </a:lnTo>
                  <a:lnTo>
                    <a:pt x="7782301" y="68759"/>
                  </a:lnTo>
                  <a:lnTo>
                    <a:pt x="7782427" y="68759"/>
                  </a:lnTo>
                  <a:lnTo>
                    <a:pt x="7782553" y="68759"/>
                  </a:lnTo>
                  <a:lnTo>
                    <a:pt x="7782679" y="68759"/>
                  </a:lnTo>
                  <a:lnTo>
                    <a:pt x="7782806" y="68759"/>
                  </a:lnTo>
                  <a:lnTo>
                    <a:pt x="7782932" y="68759"/>
                  </a:lnTo>
                  <a:lnTo>
                    <a:pt x="7783058" y="68759"/>
                  </a:lnTo>
                  <a:lnTo>
                    <a:pt x="7783184" y="68759"/>
                  </a:lnTo>
                  <a:lnTo>
                    <a:pt x="7783311" y="68759"/>
                  </a:lnTo>
                  <a:lnTo>
                    <a:pt x="7783437" y="68759"/>
                  </a:lnTo>
                  <a:lnTo>
                    <a:pt x="7783563" y="68759"/>
                  </a:lnTo>
                  <a:lnTo>
                    <a:pt x="7783690" y="68759"/>
                  </a:lnTo>
                  <a:lnTo>
                    <a:pt x="7783816" y="68759"/>
                  </a:lnTo>
                  <a:lnTo>
                    <a:pt x="7783942" y="68759"/>
                  </a:lnTo>
                  <a:lnTo>
                    <a:pt x="7784068" y="68759"/>
                  </a:lnTo>
                  <a:lnTo>
                    <a:pt x="7784195" y="68759"/>
                  </a:lnTo>
                  <a:lnTo>
                    <a:pt x="7784321" y="68759"/>
                  </a:lnTo>
                  <a:lnTo>
                    <a:pt x="7784447" y="68759"/>
                  </a:lnTo>
                  <a:lnTo>
                    <a:pt x="7784573" y="68759"/>
                  </a:lnTo>
                  <a:lnTo>
                    <a:pt x="7784700" y="68759"/>
                  </a:lnTo>
                  <a:lnTo>
                    <a:pt x="7784826" y="68759"/>
                  </a:lnTo>
                  <a:lnTo>
                    <a:pt x="7784952" y="68759"/>
                  </a:lnTo>
                  <a:lnTo>
                    <a:pt x="7785078" y="68759"/>
                  </a:lnTo>
                  <a:lnTo>
                    <a:pt x="7785205" y="68759"/>
                  </a:lnTo>
                  <a:lnTo>
                    <a:pt x="7785331" y="68759"/>
                  </a:lnTo>
                  <a:lnTo>
                    <a:pt x="7785457" y="68759"/>
                  </a:lnTo>
                  <a:lnTo>
                    <a:pt x="7785583" y="68759"/>
                  </a:lnTo>
                  <a:lnTo>
                    <a:pt x="7785710" y="68759"/>
                  </a:lnTo>
                  <a:lnTo>
                    <a:pt x="7785836" y="68759"/>
                  </a:lnTo>
                  <a:lnTo>
                    <a:pt x="7785962" y="68759"/>
                  </a:lnTo>
                  <a:lnTo>
                    <a:pt x="7786088" y="68759"/>
                  </a:lnTo>
                  <a:lnTo>
                    <a:pt x="7786215" y="68759"/>
                  </a:lnTo>
                  <a:lnTo>
                    <a:pt x="7786341" y="68759"/>
                  </a:lnTo>
                  <a:lnTo>
                    <a:pt x="7786467" y="68759"/>
                  </a:lnTo>
                  <a:lnTo>
                    <a:pt x="7786593" y="68759"/>
                  </a:lnTo>
                  <a:lnTo>
                    <a:pt x="7786720" y="68759"/>
                  </a:lnTo>
                  <a:lnTo>
                    <a:pt x="7786846" y="68759"/>
                  </a:lnTo>
                  <a:lnTo>
                    <a:pt x="7786972" y="68759"/>
                  </a:lnTo>
                  <a:lnTo>
                    <a:pt x="7787098" y="68759"/>
                  </a:lnTo>
                  <a:lnTo>
                    <a:pt x="7787225" y="68759"/>
                  </a:lnTo>
                  <a:lnTo>
                    <a:pt x="7787351" y="68759"/>
                  </a:lnTo>
                  <a:lnTo>
                    <a:pt x="7787477" y="68759"/>
                  </a:lnTo>
                  <a:lnTo>
                    <a:pt x="7787603" y="68759"/>
                  </a:lnTo>
                  <a:lnTo>
                    <a:pt x="7787730" y="68759"/>
                  </a:lnTo>
                  <a:lnTo>
                    <a:pt x="7787856" y="68759"/>
                  </a:lnTo>
                  <a:lnTo>
                    <a:pt x="7787982" y="68759"/>
                  </a:lnTo>
                  <a:lnTo>
                    <a:pt x="7788108" y="68759"/>
                  </a:lnTo>
                  <a:lnTo>
                    <a:pt x="7788235" y="68759"/>
                  </a:lnTo>
                  <a:lnTo>
                    <a:pt x="7788361" y="68759"/>
                  </a:lnTo>
                  <a:lnTo>
                    <a:pt x="7788487" y="68759"/>
                  </a:lnTo>
                  <a:lnTo>
                    <a:pt x="7788614" y="68759"/>
                  </a:lnTo>
                  <a:lnTo>
                    <a:pt x="7788740" y="68759"/>
                  </a:lnTo>
                  <a:lnTo>
                    <a:pt x="7788866" y="68759"/>
                  </a:lnTo>
                  <a:lnTo>
                    <a:pt x="7788992" y="68759"/>
                  </a:lnTo>
                  <a:lnTo>
                    <a:pt x="7789119" y="68759"/>
                  </a:lnTo>
                  <a:lnTo>
                    <a:pt x="7789245" y="68759"/>
                  </a:lnTo>
                  <a:lnTo>
                    <a:pt x="7789371" y="68759"/>
                  </a:lnTo>
                  <a:lnTo>
                    <a:pt x="7789497" y="68759"/>
                  </a:lnTo>
                  <a:lnTo>
                    <a:pt x="7789624" y="68759"/>
                  </a:lnTo>
                  <a:lnTo>
                    <a:pt x="7789750" y="68759"/>
                  </a:lnTo>
                  <a:lnTo>
                    <a:pt x="7789876" y="68759"/>
                  </a:lnTo>
                  <a:lnTo>
                    <a:pt x="7790002" y="68759"/>
                  </a:lnTo>
                  <a:lnTo>
                    <a:pt x="7790129" y="68759"/>
                  </a:lnTo>
                  <a:lnTo>
                    <a:pt x="7790255" y="68759"/>
                  </a:lnTo>
                  <a:lnTo>
                    <a:pt x="7790381" y="68759"/>
                  </a:lnTo>
                  <a:lnTo>
                    <a:pt x="7790507" y="68759"/>
                  </a:lnTo>
                  <a:lnTo>
                    <a:pt x="7790634" y="68759"/>
                  </a:lnTo>
                  <a:lnTo>
                    <a:pt x="7790760" y="68759"/>
                  </a:lnTo>
                  <a:lnTo>
                    <a:pt x="7790886" y="68759"/>
                  </a:lnTo>
                  <a:lnTo>
                    <a:pt x="7791012" y="68759"/>
                  </a:lnTo>
                  <a:lnTo>
                    <a:pt x="7791139" y="68759"/>
                  </a:lnTo>
                  <a:lnTo>
                    <a:pt x="7791265" y="68759"/>
                  </a:lnTo>
                  <a:lnTo>
                    <a:pt x="7791391" y="68759"/>
                  </a:lnTo>
                  <a:lnTo>
                    <a:pt x="7791517" y="68759"/>
                  </a:lnTo>
                  <a:lnTo>
                    <a:pt x="7791644" y="68759"/>
                  </a:lnTo>
                  <a:lnTo>
                    <a:pt x="7791770" y="68759"/>
                  </a:lnTo>
                  <a:lnTo>
                    <a:pt x="7791896" y="68759"/>
                  </a:lnTo>
                  <a:lnTo>
                    <a:pt x="7792022" y="68759"/>
                  </a:lnTo>
                  <a:lnTo>
                    <a:pt x="7792149" y="68759"/>
                  </a:lnTo>
                  <a:lnTo>
                    <a:pt x="7792275" y="68759"/>
                  </a:lnTo>
                  <a:lnTo>
                    <a:pt x="7792401" y="68759"/>
                  </a:lnTo>
                  <a:lnTo>
                    <a:pt x="7792527" y="68759"/>
                  </a:lnTo>
                  <a:lnTo>
                    <a:pt x="7792654" y="68759"/>
                  </a:lnTo>
                  <a:lnTo>
                    <a:pt x="7792780" y="68759"/>
                  </a:lnTo>
                  <a:lnTo>
                    <a:pt x="7792906" y="68759"/>
                  </a:lnTo>
                  <a:lnTo>
                    <a:pt x="7793032" y="68759"/>
                  </a:lnTo>
                  <a:lnTo>
                    <a:pt x="7793159" y="68759"/>
                  </a:lnTo>
                  <a:lnTo>
                    <a:pt x="7793285" y="68759"/>
                  </a:lnTo>
                  <a:lnTo>
                    <a:pt x="7793411" y="68759"/>
                  </a:lnTo>
                  <a:lnTo>
                    <a:pt x="7793537" y="68759"/>
                  </a:lnTo>
                  <a:lnTo>
                    <a:pt x="7793664" y="68759"/>
                  </a:lnTo>
                  <a:lnTo>
                    <a:pt x="7793790" y="68759"/>
                  </a:lnTo>
                  <a:lnTo>
                    <a:pt x="7793916" y="68759"/>
                  </a:lnTo>
                  <a:lnTo>
                    <a:pt x="7794043" y="68759"/>
                  </a:lnTo>
                  <a:lnTo>
                    <a:pt x="7794169" y="68759"/>
                  </a:lnTo>
                  <a:lnTo>
                    <a:pt x="7794295" y="68759"/>
                  </a:lnTo>
                  <a:lnTo>
                    <a:pt x="7794421" y="68759"/>
                  </a:lnTo>
                  <a:lnTo>
                    <a:pt x="7794548" y="68759"/>
                  </a:lnTo>
                  <a:lnTo>
                    <a:pt x="7794674" y="68759"/>
                  </a:lnTo>
                  <a:lnTo>
                    <a:pt x="7794800" y="68759"/>
                  </a:lnTo>
                  <a:lnTo>
                    <a:pt x="7794926" y="68759"/>
                  </a:lnTo>
                  <a:lnTo>
                    <a:pt x="7795053" y="68759"/>
                  </a:lnTo>
                  <a:lnTo>
                    <a:pt x="7795179" y="68759"/>
                  </a:lnTo>
                  <a:lnTo>
                    <a:pt x="7795305" y="68759"/>
                  </a:lnTo>
                  <a:lnTo>
                    <a:pt x="7795431" y="68759"/>
                  </a:lnTo>
                  <a:lnTo>
                    <a:pt x="7795558" y="68759"/>
                  </a:lnTo>
                  <a:lnTo>
                    <a:pt x="7795684" y="68759"/>
                  </a:lnTo>
                  <a:lnTo>
                    <a:pt x="7795810" y="68759"/>
                  </a:lnTo>
                  <a:lnTo>
                    <a:pt x="7795936" y="68759"/>
                  </a:lnTo>
                  <a:lnTo>
                    <a:pt x="7796063" y="68759"/>
                  </a:lnTo>
                  <a:lnTo>
                    <a:pt x="7796189" y="68759"/>
                  </a:lnTo>
                  <a:lnTo>
                    <a:pt x="7796315" y="68759"/>
                  </a:lnTo>
                  <a:lnTo>
                    <a:pt x="7796441" y="68759"/>
                  </a:lnTo>
                  <a:lnTo>
                    <a:pt x="7796568" y="68759"/>
                  </a:lnTo>
                  <a:lnTo>
                    <a:pt x="7796694" y="68759"/>
                  </a:lnTo>
                  <a:lnTo>
                    <a:pt x="7796820" y="68759"/>
                  </a:lnTo>
                  <a:lnTo>
                    <a:pt x="7796946" y="68759"/>
                  </a:lnTo>
                  <a:lnTo>
                    <a:pt x="7797073" y="68759"/>
                  </a:lnTo>
                  <a:lnTo>
                    <a:pt x="7797199" y="68759"/>
                  </a:lnTo>
                  <a:lnTo>
                    <a:pt x="7797325" y="68759"/>
                  </a:lnTo>
                  <a:lnTo>
                    <a:pt x="7797451" y="68759"/>
                  </a:lnTo>
                  <a:lnTo>
                    <a:pt x="7797578" y="68759"/>
                  </a:lnTo>
                  <a:lnTo>
                    <a:pt x="7797704" y="68759"/>
                  </a:lnTo>
                  <a:lnTo>
                    <a:pt x="7797830" y="68759"/>
                  </a:lnTo>
                  <a:lnTo>
                    <a:pt x="7797956" y="68759"/>
                  </a:lnTo>
                  <a:lnTo>
                    <a:pt x="7798083" y="68759"/>
                  </a:lnTo>
                  <a:lnTo>
                    <a:pt x="7798209" y="68759"/>
                  </a:lnTo>
                  <a:lnTo>
                    <a:pt x="7798335" y="68759"/>
                  </a:lnTo>
                  <a:lnTo>
                    <a:pt x="7798461" y="68759"/>
                  </a:lnTo>
                  <a:lnTo>
                    <a:pt x="7798588" y="68759"/>
                  </a:lnTo>
                  <a:lnTo>
                    <a:pt x="7798714" y="68759"/>
                  </a:lnTo>
                  <a:lnTo>
                    <a:pt x="7798840" y="68759"/>
                  </a:lnTo>
                  <a:lnTo>
                    <a:pt x="7798967" y="68759"/>
                  </a:lnTo>
                  <a:lnTo>
                    <a:pt x="7799093" y="68759"/>
                  </a:lnTo>
                  <a:lnTo>
                    <a:pt x="7799219" y="68759"/>
                  </a:lnTo>
                  <a:lnTo>
                    <a:pt x="7799345" y="68759"/>
                  </a:lnTo>
                  <a:lnTo>
                    <a:pt x="7799472" y="68759"/>
                  </a:lnTo>
                  <a:lnTo>
                    <a:pt x="7799598" y="68759"/>
                  </a:lnTo>
                  <a:lnTo>
                    <a:pt x="7799724" y="68759"/>
                  </a:lnTo>
                  <a:lnTo>
                    <a:pt x="7799850" y="68759"/>
                  </a:lnTo>
                  <a:lnTo>
                    <a:pt x="7799977" y="68759"/>
                  </a:lnTo>
                  <a:lnTo>
                    <a:pt x="7800103" y="68759"/>
                  </a:lnTo>
                  <a:lnTo>
                    <a:pt x="7800229" y="68759"/>
                  </a:lnTo>
                  <a:lnTo>
                    <a:pt x="7800355" y="68759"/>
                  </a:lnTo>
                  <a:lnTo>
                    <a:pt x="7800482" y="68759"/>
                  </a:lnTo>
                  <a:lnTo>
                    <a:pt x="7800608" y="68759"/>
                  </a:lnTo>
                  <a:lnTo>
                    <a:pt x="7800734" y="68759"/>
                  </a:lnTo>
                  <a:lnTo>
                    <a:pt x="7800860" y="68759"/>
                  </a:lnTo>
                  <a:lnTo>
                    <a:pt x="7800987" y="68759"/>
                  </a:lnTo>
                  <a:lnTo>
                    <a:pt x="7801113" y="68759"/>
                  </a:lnTo>
                  <a:lnTo>
                    <a:pt x="7801239" y="68759"/>
                  </a:lnTo>
                  <a:lnTo>
                    <a:pt x="7801365" y="68759"/>
                  </a:lnTo>
                  <a:lnTo>
                    <a:pt x="7801492" y="68759"/>
                  </a:lnTo>
                  <a:lnTo>
                    <a:pt x="7801618" y="68759"/>
                  </a:lnTo>
                  <a:lnTo>
                    <a:pt x="7801744" y="68759"/>
                  </a:lnTo>
                  <a:lnTo>
                    <a:pt x="7801870" y="68759"/>
                  </a:lnTo>
                  <a:lnTo>
                    <a:pt x="7801997" y="68759"/>
                  </a:lnTo>
                  <a:lnTo>
                    <a:pt x="7802123" y="68759"/>
                  </a:lnTo>
                  <a:lnTo>
                    <a:pt x="7802249" y="68759"/>
                  </a:lnTo>
                  <a:lnTo>
                    <a:pt x="7802375" y="68759"/>
                  </a:lnTo>
                  <a:lnTo>
                    <a:pt x="7802502" y="68759"/>
                  </a:lnTo>
                  <a:lnTo>
                    <a:pt x="7802628" y="68759"/>
                  </a:lnTo>
                  <a:lnTo>
                    <a:pt x="7802754" y="68759"/>
                  </a:lnTo>
                  <a:lnTo>
                    <a:pt x="7802880" y="68759"/>
                  </a:lnTo>
                  <a:lnTo>
                    <a:pt x="7803007" y="68759"/>
                  </a:lnTo>
                  <a:lnTo>
                    <a:pt x="7803133" y="68759"/>
                  </a:lnTo>
                  <a:lnTo>
                    <a:pt x="7803259" y="68759"/>
                  </a:lnTo>
                  <a:lnTo>
                    <a:pt x="7803385" y="68759"/>
                  </a:lnTo>
                  <a:lnTo>
                    <a:pt x="7803512" y="68759"/>
                  </a:lnTo>
                  <a:lnTo>
                    <a:pt x="7803638" y="68759"/>
                  </a:lnTo>
                  <a:lnTo>
                    <a:pt x="7803764" y="68759"/>
                  </a:lnTo>
                  <a:lnTo>
                    <a:pt x="7803890" y="68759"/>
                  </a:lnTo>
                  <a:lnTo>
                    <a:pt x="7804017" y="68759"/>
                  </a:lnTo>
                  <a:lnTo>
                    <a:pt x="7804143" y="68759"/>
                  </a:lnTo>
                  <a:lnTo>
                    <a:pt x="7804269" y="68759"/>
                  </a:lnTo>
                  <a:lnTo>
                    <a:pt x="7804396" y="68759"/>
                  </a:lnTo>
                  <a:lnTo>
                    <a:pt x="7804522" y="68759"/>
                  </a:lnTo>
                  <a:lnTo>
                    <a:pt x="7804648" y="68759"/>
                  </a:lnTo>
                  <a:lnTo>
                    <a:pt x="7804774" y="68759"/>
                  </a:lnTo>
                  <a:lnTo>
                    <a:pt x="7804901" y="68759"/>
                  </a:lnTo>
                  <a:lnTo>
                    <a:pt x="7805027" y="68759"/>
                  </a:lnTo>
                  <a:lnTo>
                    <a:pt x="7805153" y="68759"/>
                  </a:lnTo>
                  <a:lnTo>
                    <a:pt x="7805279" y="68759"/>
                  </a:lnTo>
                  <a:lnTo>
                    <a:pt x="7805406" y="68759"/>
                  </a:lnTo>
                  <a:lnTo>
                    <a:pt x="7805532" y="68759"/>
                  </a:lnTo>
                  <a:lnTo>
                    <a:pt x="7805658" y="68759"/>
                  </a:lnTo>
                  <a:lnTo>
                    <a:pt x="7805784" y="68759"/>
                  </a:lnTo>
                  <a:lnTo>
                    <a:pt x="7805911" y="68759"/>
                  </a:lnTo>
                  <a:lnTo>
                    <a:pt x="7806037" y="68759"/>
                  </a:lnTo>
                  <a:lnTo>
                    <a:pt x="7806163" y="68759"/>
                  </a:lnTo>
                  <a:lnTo>
                    <a:pt x="7806289" y="68759"/>
                  </a:lnTo>
                  <a:lnTo>
                    <a:pt x="7806416" y="68759"/>
                  </a:lnTo>
                  <a:lnTo>
                    <a:pt x="7806542" y="68759"/>
                  </a:lnTo>
                  <a:lnTo>
                    <a:pt x="7806668" y="68759"/>
                  </a:lnTo>
                  <a:lnTo>
                    <a:pt x="7806794" y="68759"/>
                  </a:lnTo>
                  <a:lnTo>
                    <a:pt x="7806921" y="68759"/>
                  </a:lnTo>
                  <a:lnTo>
                    <a:pt x="7807047" y="68759"/>
                  </a:lnTo>
                  <a:lnTo>
                    <a:pt x="7807173" y="68759"/>
                  </a:lnTo>
                  <a:lnTo>
                    <a:pt x="7807299" y="68759"/>
                  </a:lnTo>
                  <a:lnTo>
                    <a:pt x="7807426" y="68759"/>
                  </a:lnTo>
                  <a:lnTo>
                    <a:pt x="7807552" y="68759"/>
                  </a:lnTo>
                  <a:lnTo>
                    <a:pt x="7807678" y="68759"/>
                  </a:lnTo>
                  <a:lnTo>
                    <a:pt x="7807804" y="68759"/>
                  </a:lnTo>
                  <a:lnTo>
                    <a:pt x="7807804" y="63847"/>
                  </a:lnTo>
                  <a:lnTo>
                    <a:pt x="7807931" y="63847"/>
                  </a:lnTo>
                  <a:lnTo>
                    <a:pt x="7808057" y="63847"/>
                  </a:lnTo>
                  <a:lnTo>
                    <a:pt x="7808183" y="63847"/>
                  </a:lnTo>
                  <a:lnTo>
                    <a:pt x="7808309" y="63847"/>
                  </a:lnTo>
                  <a:lnTo>
                    <a:pt x="7808436" y="63847"/>
                  </a:lnTo>
                  <a:lnTo>
                    <a:pt x="7808562" y="63847"/>
                  </a:lnTo>
                  <a:lnTo>
                    <a:pt x="7808688" y="63847"/>
                  </a:lnTo>
                  <a:lnTo>
                    <a:pt x="7808814" y="63847"/>
                  </a:lnTo>
                  <a:lnTo>
                    <a:pt x="7808941" y="63847"/>
                  </a:lnTo>
                  <a:lnTo>
                    <a:pt x="7809067" y="63847"/>
                  </a:lnTo>
                  <a:lnTo>
                    <a:pt x="7809193" y="63847"/>
                  </a:lnTo>
                  <a:lnTo>
                    <a:pt x="7809320" y="63847"/>
                  </a:lnTo>
                  <a:lnTo>
                    <a:pt x="7809446" y="63847"/>
                  </a:lnTo>
                  <a:lnTo>
                    <a:pt x="7809572" y="63847"/>
                  </a:lnTo>
                  <a:lnTo>
                    <a:pt x="7809698" y="63847"/>
                  </a:lnTo>
                  <a:lnTo>
                    <a:pt x="7809825" y="63847"/>
                  </a:lnTo>
                  <a:lnTo>
                    <a:pt x="7809825" y="58936"/>
                  </a:lnTo>
                  <a:lnTo>
                    <a:pt x="7809951" y="58936"/>
                  </a:lnTo>
                  <a:lnTo>
                    <a:pt x="7810077" y="58936"/>
                  </a:lnTo>
                  <a:lnTo>
                    <a:pt x="7810203" y="58936"/>
                  </a:lnTo>
                  <a:lnTo>
                    <a:pt x="7810330" y="58936"/>
                  </a:lnTo>
                  <a:lnTo>
                    <a:pt x="7810456" y="58936"/>
                  </a:lnTo>
                  <a:lnTo>
                    <a:pt x="7810582" y="58936"/>
                  </a:lnTo>
                  <a:lnTo>
                    <a:pt x="7810708" y="58936"/>
                  </a:lnTo>
                  <a:lnTo>
                    <a:pt x="7810835" y="58936"/>
                  </a:lnTo>
                  <a:lnTo>
                    <a:pt x="7810961" y="58936"/>
                  </a:lnTo>
                  <a:lnTo>
                    <a:pt x="7811087" y="58936"/>
                  </a:lnTo>
                  <a:lnTo>
                    <a:pt x="7811213" y="58936"/>
                  </a:lnTo>
                  <a:lnTo>
                    <a:pt x="7811340" y="58936"/>
                  </a:lnTo>
                  <a:lnTo>
                    <a:pt x="7811466" y="58936"/>
                  </a:lnTo>
                  <a:lnTo>
                    <a:pt x="7811592" y="58936"/>
                  </a:lnTo>
                  <a:lnTo>
                    <a:pt x="7811718" y="58936"/>
                  </a:lnTo>
                  <a:lnTo>
                    <a:pt x="7811845" y="58936"/>
                  </a:lnTo>
                  <a:lnTo>
                    <a:pt x="7811971" y="58936"/>
                  </a:lnTo>
                  <a:lnTo>
                    <a:pt x="7812097" y="58936"/>
                  </a:lnTo>
                  <a:lnTo>
                    <a:pt x="7812223" y="58936"/>
                  </a:lnTo>
                  <a:lnTo>
                    <a:pt x="7812350" y="58936"/>
                  </a:lnTo>
                  <a:lnTo>
                    <a:pt x="7812476" y="58936"/>
                  </a:lnTo>
                  <a:lnTo>
                    <a:pt x="7812602" y="58936"/>
                  </a:lnTo>
                  <a:lnTo>
                    <a:pt x="7812728" y="58936"/>
                  </a:lnTo>
                  <a:lnTo>
                    <a:pt x="7812855" y="58936"/>
                  </a:lnTo>
                  <a:lnTo>
                    <a:pt x="7812981" y="58936"/>
                  </a:lnTo>
                  <a:lnTo>
                    <a:pt x="7813107" y="58936"/>
                  </a:lnTo>
                  <a:lnTo>
                    <a:pt x="7813233" y="58936"/>
                  </a:lnTo>
                  <a:lnTo>
                    <a:pt x="7813360" y="58936"/>
                  </a:lnTo>
                  <a:lnTo>
                    <a:pt x="7813486" y="58936"/>
                  </a:lnTo>
                  <a:lnTo>
                    <a:pt x="7813612" y="58936"/>
                  </a:lnTo>
                  <a:lnTo>
                    <a:pt x="7813738" y="58936"/>
                  </a:lnTo>
                  <a:lnTo>
                    <a:pt x="7813865" y="58936"/>
                  </a:lnTo>
                  <a:lnTo>
                    <a:pt x="7813991" y="58936"/>
                  </a:lnTo>
                  <a:lnTo>
                    <a:pt x="7814117" y="58936"/>
                  </a:lnTo>
                  <a:lnTo>
                    <a:pt x="7814243" y="58936"/>
                  </a:lnTo>
                  <a:lnTo>
                    <a:pt x="7814370" y="58936"/>
                  </a:lnTo>
                  <a:lnTo>
                    <a:pt x="7814496" y="58936"/>
                  </a:lnTo>
                  <a:lnTo>
                    <a:pt x="7814622" y="58936"/>
                  </a:lnTo>
                  <a:lnTo>
                    <a:pt x="7814749" y="58936"/>
                  </a:lnTo>
                  <a:lnTo>
                    <a:pt x="7814875" y="58936"/>
                  </a:lnTo>
                  <a:lnTo>
                    <a:pt x="7815001" y="58936"/>
                  </a:lnTo>
                  <a:lnTo>
                    <a:pt x="7815127" y="58936"/>
                  </a:lnTo>
                  <a:lnTo>
                    <a:pt x="7815254" y="58936"/>
                  </a:lnTo>
                  <a:lnTo>
                    <a:pt x="7815380" y="58936"/>
                  </a:lnTo>
                  <a:lnTo>
                    <a:pt x="7815506" y="58936"/>
                  </a:lnTo>
                  <a:lnTo>
                    <a:pt x="7815632" y="58936"/>
                  </a:lnTo>
                  <a:lnTo>
                    <a:pt x="7815759" y="58936"/>
                  </a:lnTo>
                  <a:lnTo>
                    <a:pt x="7815885" y="58936"/>
                  </a:lnTo>
                  <a:lnTo>
                    <a:pt x="7816011" y="58936"/>
                  </a:lnTo>
                  <a:lnTo>
                    <a:pt x="7816137" y="58936"/>
                  </a:lnTo>
                  <a:lnTo>
                    <a:pt x="7816264" y="58936"/>
                  </a:lnTo>
                  <a:lnTo>
                    <a:pt x="7816390" y="58936"/>
                  </a:lnTo>
                  <a:lnTo>
                    <a:pt x="7816516" y="58936"/>
                  </a:lnTo>
                  <a:lnTo>
                    <a:pt x="7816642" y="58936"/>
                  </a:lnTo>
                  <a:lnTo>
                    <a:pt x="7816769" y="58936"/>
                  </a:lnTo>
                  <a:lnTo>
                    <a:pt x="7816895" y="58936"/>
                  </a:lnTo>
                  <a:lnTo>
                    <a:pt x="7817021" y="58936"/>
                  </a:lnTo>
                  <a:lnTo>
                    <a:pt x="7817147" y="58936"/>
                  </a:lnTo>
                  <a:lnTo>
                    <a:pt x="7817274" y="58936"/>
                  </a:lnTo>
                  <a:lnTo>
                    <a:pt x="7817400" y="58936"/>
                  </a:lnTo>
                  <a:lnTo>
                    <a:pt x="7817526" y="58936"/>
                  </a:lnTo>
                  <a:lnTo>
                    <a:pt x="7817652" y="58936"/>
                  </a:lnTo>
                  <a:lnTo>
                    <a:pt x="7817779" y="58936"/>
                  </a:lnTo>
                  <a:lnTo>
                    <a:pt x="7817905" y="58936"/>
                  </a:lnTo>
                  <a:lnTo>
                    <a:pt x="7818031" y="58936"/>
                  </a:lnTo>
                  <a:lnTo>
                    <a:pt x="7818157" y="58936"/>
                  </a:lnTo>
                  <a:lnTo>
                    <a:pt x="7818284" y="58936"/>
                  </a:lnTo>
                  <a:lnTo>
                    <a:pt x="7818410" y="58936"/>
                  </a:lnTo>
                  <a:lnTo>
                    <a:pt x="7818536" y="58936"/>
                  </a:lnTo>
                  <a:lnTo>
                    <a:pt x="7818662" y="58936"/>
                  </a:lnTo>
                  <a:lnTo>
                    <a:pt x="7818789" y="58936"/>
                  </a:lnTo>
                  <a:lnTo>
                    <a:pt x="7818915" y="58936"/>
                  </a:lnTo>
                  <a:lnTo>
                    <a:pt x="7819041" y="58936"/>
                  </a:lnTo>
                  <a:lnTo>
                    <a:pt x="7819167" y="58936"/>
                  </a:lnTo>
                  <a:lnTo>
                    <a:pt x="7819294" y="58936"/>
                  </a:lnTo>
                  <a:lnTo>
                    <a:pt x="7819420" y="58936"/>
                  </a:lnTo>
                  <a:lnTo>
                    <a:pt x="7819546" y="58936"/>
                  </a:lnTo>
                  <a:lnTo>
                    <a:pt x="7819673" y="58936"/>
                  </a:lnTo>
                  <a:lnTo>
                    <a:pt x="7819799" y="58936"/>
                  </a:lnTo>
                  <a:lnTo>
                    <a:pt x="7819925" y="58936"/>
                  </a:lnTo>
                  <a:lnTo>
                    <a:pt x="7820051" y="58936"/>
                  </a:lnTo>
                  <a:lnTo>
                    <a:pt x="7820178" y="58936"/>
                  </a:lnTo>
                  <a:lnTo>
                    <a:pt x="7820304" y="58936"/>
                  </a:lnTo>
                  <a:lnTo>
                    <a:pt x="7820430" y="58936"/>
                  </a:lnTo>
                  <a:lnTo>
                    <a:pt x="7820556" y="58936"/>
                  </a:lnTo>
                  <a:lnTo>
                    <a:pt x="7820683" y="58936"/>
                  </a:lnTo>
                  <a:lnTo>
                    <a:pt x="7820809" y="58936"/>
                  </a:lnTo>
                  <a:lnTo>
                    <a:pt x="7820935" y="58936"/>
                  </a:lnTo>
                  <a:lnTo>
                    <a:pt x="7821061" y="58936"/>
                  </a:lnTo>
                  <a:lnTo>
                    <a:pt x="7821188" y="58936"/>
                  </a:lnTo>
                  <a:lnTo>
                    <a:pt x="7821314" y="58936"/>
                  </a:lnTo>
                  <a:lnTo>
                    <a:pt x="7821440" y="58936"/>
                  </a:lnTo>
                  <a:lnTo>
                    <a:pt x="7821566" y="58936"/>
                  </a:lnTo>
                  <a:lnTo>
                    <a:pt x="7821693" y="58936"/>
                  </a:lnTo>
                  <a:lnTo>
                    <a:pt x="7821819" y="58936"/>
                  </a:lnTo>
                  <a:lnTo>
                    <a:pt x="7821945" y="58936"/>
                  </a:lnTo>
                  <a:lnTo>
                    <a:pt x="7822071" y="58936"/>
                  </a:lnTo>
                  <a:lnTo>
                    <a:pt x="7822198" y="58936"/>
                  </a:lnTo>
                  <a:lnTo>
                    <a:pt x="7822324" y="58936"/>
                  </a:lnTo>
                  <a:lnTo>
                    <a:pt x="7822450" y="58936"/>
                  </a:lnTo>
                  <a:lnTo>
                    <a:pt x="7822576" y="58936"/>
                  </a:lnTo>
                  <a:lnTo>
                    <a:pt x="7822703" y="58936"/>
                  </a:lnTo>
                  <a:lnTo>
                    <a:pt x="7822829" y="58936"/>
                  </a:lnTo>
                  <a:lnTo>
                    <a:pt x="7822955" y="58936"/>
                  </a:lnTo>
                  <a:lnTo>
                    <a:pt x="7823081" y="58936"/>
                  </a:lnTo>
                  <a:lnTo>
                    <a:pt x="7823208" y="58936"/>
                  </a:lnTo>
                  <a:lnTo>
                    <a:pt x="7823334" y="58936"/>
                  </a:lnTo>
                  <a:lnTo>
                    <a:pt x="7823460" y="58936"/>
                  </a:lnTo>
                  <a:lnTo>
                    <a:pt x="7823586" y="58936"/>
                  </a:lnTo>
                  <a:lnTo>
                    <a:pt x="7823713" y="58936"/>
                  </a:lnTo>
                  <a:lnTo>
                    <a:pt x="7823839" y="58936"/>
                  </a:lnTo>
                  <a:lnTo>
                    <a:pt x="7823965" y="58936"/>
                  </a:lnTo>
                  <a:lnTo>
                    <a:pt x="7824091" y="58936"/>
                  </a:lnTo>
                  <a:lnTo>
                    <a:pt x="7824218" y="58936"/>
                  </a:lnTo>
                  <a:lnTo>
                    <a:pt x="7824344" y="58936"/>
                  </a:lnTo>
                  <a:lnTo>
                    <a:pt x="7824470" y="58936"/>
                  </a:lnTo>
                  <a:lnTo>
                    <a:pt x="7824596" y="58936"/>
                  </a:lnTo>
                  <a:lnTo>
                    <a:pt x="7824723" y="58936"/>
                  </a:lnTo>
                  <a:lnTo>
                    <a:pt x="7824849" y="58936"/>
                  </a:lnTo>
                  <a:lnTo>
                    <a:pt x="7824975" y="58936"/>
                  </a:lnTo>
                  <a:lnTo>
                    <a:pt x="7825102" y="58936"/>
                  </a:lnTo>
                  <a:lnTo>
                    <a:pt x="7825228" y="58936"/>
                  </a:lnTo>
                  <a:lnTo>
                    <a:pt x="7825354" y="58936"/>
                  </a:lnTo>
                  <a:lnTo>
                    <a:pt x="7825480" y="58936"/>
                  </a:lnTo>
                  <a:lnTo>
                    <a:pt x="7825607" y="58936"/>
                  </a:lnTo>
                  <a:lnTo>
                    <a:pt x="7825733" y="58936"/>
                  </a:lnTo>
                  <a:lnTo>
                    <a:pt x="7825859" y="58936"/>
                  </a:lnTo>
                  <a:lnTo>
                    <a:pt x="7825985" y="58936"/>
                  </a:lnTo>
                  <a:lnTo>
                    <a:pt x="7826112" y="58936"/>
                  </a:lnTo>
                  <a:lnTo>
                    <a:pt x="7826238" y="58936"/>
                  </a:lnTo>
                  <a:lnTo>
                    <a:pt x="7826364" y="58936"/>
                  </a:lnTo>
                  <a:lnTo>
                    <a:pt x="7826490" y="58936"/>
                  </a:lnTo>
                  <a:lnTo>
                    <a:pt x="7826617" y="58936"/>
                  </a:lnTo>
                  <a:lnTo>
                    <a:pt x="7826743" y="58936"/>
                  </a:lnTo>
                  <a:lnTo>
                    <a:pt x="7826869" y="58936"/>
                  </a:lnTo>
                  <a:lnTo>
                    <a:pt x="7826995" y="58936"/>
                  </a:lnTo>
                  <a:lnTo>
                    <a:pt x="7827122" y="58936"/>
                  </a:lnTo>
                  <a:lnTo>
                    <a:pt x="7827248" y="58936"/>
                  </a:lnTo>
                  <a:lnTo>
                    <a:pt x="7827374" y="58936"/>
                  </a:lnTo>
                  <a:lnTo>
                    <a:pt x="7827500" y="58936"/>
                  </a:lnTo>
                  <a:lnTo>
                    <a:pt x="7827627" y="58936"/>
                  </a:lnTo>
                  <a:lnTo>
                    <a:pt x="7827753" y="58936"/>
                  </a:lnTo>
                  <a:lnTo>
                    <a:pt x="7827879" y="58936"/>
                  </a:lnTo>
                  <a:lnTo>
                    <a:pt x="7828005" y="58936"/>
                  </a:lnTo>
                  <a:lnTo>
                    <a:pt x="7828132" y="58936"/>
                  </a:lnTo>
                  <a:lnTo>
                    <a:pt x="7828258" y="58936"/>
                  </a:lnTo>
                  <a:lnTo>
                    <a:pt x="7828384" y="58936"/>
                  </a:lnTo>
                  <a:lnTo>
                    <a:pt x="7828510" y="58936"/>
                  </a:lnTo>
                  <a:lnTo>
                    <a:pt x="7828637" y="58936"/>
                  </a:lnTo>
                  <a:lnTo>
                    <a:pt x="7828763" y="58936"/>
                  </a:lnTo>
                  <a:lnTo>
                    <a:pt x="7828889" y="58936"/>
                  </a:lnTo>
                  <a:lnTo>
                    <a:pt x="7829015" y="58936"/>
                  </a:lnTo>
                  <a:lnTo>
                    <a:pt x="7829142" y="58936"/>
                  </a:lnTo>
                  <a:lnTo>
                    <a:pt x="7829268" y="58936"/>
                  </a:lnTo>
                  <a:lnTo>
                    <a:pt x="7829394" y="58936"/>
                  </a:lnTo>
                  <a:lnTo>
                    <a:pt x="7829520" y="58936"/>
                  </a:lnTo>
                  <a:lnTo>
                    <a:pt x="7829647" y="58936"/>
                  </a:lnTo>
                  <a:lnTo>
                    <a:pt x="7829773" y="58936"/>
                  </a:lnTo>
                  <a:lnTo>
                    <a:pt x="7829899" y="58936"/>
                  </a:lnTo>
                  <a:lnTo>
                    <a:pt x="7830026" y="58936"/>
                  </a:lnTo>
                  <a:lnTo>
                    <a:pt x="7830152" y="58936"/>
                  </a:lnTo>
                  <a:lnTo>
                    <a:pt x="7830278" y="58936"/>
                  </a:lnTo>
                  <a:lnTo>
                    <a:pt x="7830404" y="58936"/>
                  </a:lnTo>
                  <a:lnTo>
                    <a:pt x="7830531" y="58936"/>
                  </a:lnTo>
                  <a:lnTo>
                    <a:pt x="7830657" y="58936"/>
                  </a:lnTo>
                  <a:lnTo>
                    <a:pt x="7830783" y="58936"/>
                  </a:lnTo>
                  <a:lnTo>
                    <a:pt x="7830909" y="58936"/>
                  </a:lnTo>
                  <a:lnTo>
                    <a:pt x="7831036" y="58936"/>
                  </a:lnTo>
                  <a:lnTo>
                    <a:pt x="7831162" y="58936"/>
                  </a:lnTo>
                  <a:lnTo>
                    <a:pt x="7831288" y="58936"/>
                  </a:lnTo>
                  <a:lnTo>
                    <a:pt x="7831414" y="58936"/>
                  </a:lnTo>
                  <a:lnTo>
                    <a:pt x="7831541" y="58936"/>
                  </a:lnTo>
                  <a:lnTo>
                    <a:pt x="7831667" y="58936"/>
                  </a:lnTo>
                  <a:lnTo>
                    <a:pt x="7831793" y="58936"/>
                  </a:lnTo>
                  <a:lnTo>
                    <a:pt x="7831919" y="58936"/>
                  </a:lnTo>
                  <a:lnTo>
                    <a:pt x="7832046" y="58936"/>
                  </a:lnTo>
                  <a:lnTo>
                    <a:pt x="7832172" y="58936"/>
                  </a:lnTo>
                  <a:lnTo>
                    <a:pt x="7832298" y="58936"/>
                  </a:lnTo>
                  <a:lnTo>
                    <a:pt x="7832424" y="58936"/>
                  </a:lnTo>
                  <a:lnTo>
                    <a:pt x="7832551" y="58936"/>
                  </a:lnTo>
                  <a:lnTo>
                    <a:pt x="7832677" y="58936"/>
                  </a:lnTo>
                  <a:lnTo>
                    <a:pt x="7832803" y="58936"/>
                  </a:lnTo>
                  <a:lnTo>
                    <a:pt x="7832929" y="58936"/>
                  </a:lnTo>
                  <a:lnTo>
                    <a:pt x="7833056" y="58936"/>
                  </a:lnTo>
                  <a:lnTo>
                    <a:pt x="7833182" y="58936"/>
                  </a:lnTo>
                  <a:lnTo>
                    <a:pt x="7833308" y="58936"/>
                  </a:lnTo>
                  <a:lnTo>
                    <a:pt x="7833434" y="58936"/>
                  </a:lnTo>
                  <a:lnTo>
                    <a:pt x="7833561" y="58936"/>
                  </a:lnTo>
                  <a:lnTo>
                    <a:pt x="7833687" y="58936"/>
                  </a:lnTo>
                  <a:lnTo>
                    <a:pt x="7833813" y="58936"/>
                  </a:lnTo>
                  <a:lnTo>
                    <a:pt x="7833939" y="58936"/>
                  </a:lnTo>
                  <a:lnTo>
                    <a:pt x="7834066" y="58936"/>
                  </a:lnTo>
                  <a:lnTo>
                    <a:pt x="7834192" y="58936"/>
                  </a:lnTo>
                  <a:lnTo>
                    <a:pt x="7834318" y="58936"/>
                  </a:lnTo>
                  <a:lnTo>
                    <a:pt x="7834444" y="58936"/>
                  </a:lnTo>
                  <a:lnTo>
                    <a:pt x="7834571" y="58936"/>
                  </a:lnTo>
                  <a:lnTo>
                    <a:pt x="7834697" y="58936"/>
                  </a:lnTo>
                  <a:lnTo>
                    <a:pt x="7834823" y="58936"/>
                  </a:lnTo>
                  <a:lnTo>
                    <a:pt x="7834949" y="58936"/>
                  </a:lnTo>
                  <a:lnTo>
                    <a:pt x="7835076" y="58936"/>
                  </a:lnTo>
                  <a:lnTo>
                    <a:pt x="7835202" y="58936"/>
                  </a:lnTo>
                  <a:lnTo>
                    <a:pt x="7835328" y="58936"/>
                  </a:lnTo>
                  <a:lnTo>
                    <a:pt x="7835455" y="58936"/>
                  </a:lnTo>
                  <a:lnTo>
                    <a:pt x="7835581" y="58936"/>
                  </a:lnTo>
                  <a:lnTo>
                    <a:pt x="7835707" y="58936"/>
                  </a:lnTo>
                  <a:lnTo>
                    <a:pt x="7835833" y="58936"/>
                  </a:lnTo>
                  <a:lnTo>
                    <a:pt x="7835960" y="58936"/>
                  </a:lnTo>
                  <a:lnTo>
                    <a:pt x="7836086" y="58936"/>
                  </a:lnTo>
                  <a:lnTo>
                    <a:pt x="7836212" y="58936"/>
                  </a:lnTo>
                  <a:lnTo>
                    <a:pt x="7836338" y="58936"/>
                  </a:lnTo>
                  <a:lnTo>
                    <a:pt x="7836465" y="58936"/>
                  </a:lnTo>
                  <a:lnTo>
                    <a:pt x="7836591" y="58936"/>
                  </a:lnTo>
                  <a:lnTo>
                    <a:pt x="7836717" y="58936"/>
                  </a:lnTo>
                  <a:lnTo>
                    <a:pt x="7836843" y="58936"/>
                  </a:lnTo>
                  <a:lnTo>
                    <a:pt x="7836970" y="58936"/>
                  </a:lnTo>
                  <a:lnTo>
                    <a:pt x="7837096" y="58936"/>
                  </a:lnTo>
                  <a:lnTo>
                    <a:pt x="7837222" y="58936"/>
                  </a:lnTo>
                  <a:lnTo>
                    <a:pt x="7837348" y="58936"/>
                  </a:lnTo>
                  <a:lnTo>
                    <a:pt x="7837475" y="58936"/>
                  </a:lnTo>
                  <a:lnTo>
                    <a:pt x="7837601" y="58936"/>
                  </a:lnTo>
                  <a:lnTo>
                    <a:pt x="7837727" y="58936"/>
                  </a:lnTo>
                  <a:lnTo>
                    <a:pt x="7837853" y="58936"/>
                  </a:lnTo>
                  <a:lnTo>
                    <a:pt x="7837980" y="58936"/>
                  </a:lnTo>
                  <a:lnTo>
                    <a:pt x="7838106" y="58936"/>
                  </a:lnTo>
                  <a:lnTo>
                    <a:pt x="7838232" y="58936"/>
                  </a:lnTo>
                  <a:lnTo>
                    <a:pt x="7838358" y="58936"/>
                  </a:lnTo>
                  <a:lnTo>
                    <a:pt x="7838485" y="58936"/>
                  </a:lnTo>
                  <a:lnTo>
                    <a:pt x="7838611" y="58936"/>
                  </a:lnTo>
                  <a:lnTo>
                    <a:pt x="7838737" y="58936"/>
                  </a:lnTo>
                  <a:lnTo>
                    <a:pt x="7838863" y="58936"/>
                  </a:lnTo>
                  <a:lnTo>
                    <a:pt x="7838990" y="58936"/>
                  </a:lnTo>
                  <a:lnTo>
                    <a:pt x="7839116" y="58936"/>
                  </a:lnTo>
                  <a:lnTo>
                    <a:pt x="7839242" y="58936"/>
                  </a:lnTo>
                  <a:lnTo>
                    <a:pt x="7839368" y="58936"/>
                  </a:lnTo>
                  <a:lnTo>
                    <a:pt x="7839495" y="58936"/>
                  </a:lnTo>
                  <a:lnTo>
                    <a:pt x="7839621" y="58936"/>
                  </a:lnTo>
                  <a:lnTo>
                    <a:pt x="7839747" y="58936"/>
                  </a:lnTo>
                  <a:lnTo>
                    <a:pt x="7839873" y="58936"/>
                  </a:lnTo>
                  <a:lnTo>
                    <a:pt x="7840000" y="58936"/>
                  </a:lnTo>
                  <a:lnTo>
                    <a:pt x="7840126" y="58936"/>
                  </a:lnTo>
                  <a:lnTo>
                    <a:pt x="7840252" y="58936"/>
                  </a:lnTo>
                  <a:lnTo>
                    <a:pt x="7840379" y="58936"/>
                  </a:lnTo>
                  <a:lnTo>
                    <a:pt x="7840505" y="58936"/>
                  </a:lnTo>
                  <a:lnTo>
                    <a:pt x="7840631" y="58936"/>
                  </a:lnTo>
                  <a:lnTo>
                    <a:pt x="7840757" y="58936"/>
                  </a:lnTo>
                  <a:lnTo>
                    <a:pt x="7840884" y="58936"/>
                  </a:lnTo>
                  <a:lnTo>
                    <a:pt x="7841010" y="58936"/>
                  </a:lnTo>
                  <a:lnTo>
                    <a:pt x="7841136" y="58936"/>
                  </a:lnTo>
                  <a:lnTo>
                    <a:pt x="7841262" y="58936"/>
                  </a:lnTo>
                  <a:lnTo>
                    <a:pt x="7841389" y="58936"/>
                  </a:lnTo>
                  <a:lnTo>
                    <a:pt x="7841515" y="58936"/>
                  </a:lnTo>
                  <a:lnTo>
                    <a:pt x="7841641" y="58936"/>
                  </a:lnTo>
                  <a:lnTo>
                    <a:pt x="7841767" y="58936"/>
                  </a:lnTo>
                  <a:lnTo>
                    <a:pt x="7841894" y="58936"/>
                  </a:lnTo>
                  <a:lnTo>
                    <a:pt x="7842020" y="58936"/>
                  </a:lnTo>
                  <a:lnTo>
                    <a:pt x="7842146" y="58936"/>
                  </a:lnTo>
                  <a:lnTo>
                    <a:pt x="7842272" y="58936"/>
                  </a:lnTo>
                  <a:lnTo>
                    <a:pt x="7842399" y="58936"/>
                  </a:lnTo>
                  <a:lnTo>
                    <a:pt x="7842525" y="58936"/>
                  </a:lnTo>
                  <a:lnTo>
                    <a:pt x="7842651" y="58936"/>
                  </a:lnTo>
                  <a:lnTo>
                    <a:pt x="7842777" y="58936"/>
                  </a:lnTo>
                  <a:lnTo>
                    <a:pt x="7842904" y="58936"/>
                  </a:lnTo>
                  <a:lnTo>
                    <a:pt x="7843030" y="58936"/>
                  </a:lnTo>
                  <a:lnTo>
                    <a:pt x="7843156" y="58936"/>
                  </a:lnTo>
                  <a:lnTo>
                    <a:pt x="7843282" y="58936"/>
                  </a:lnTo>
                  <a:lnTo>
                    <a:pt x="7843409" y="58936"/>
                  </a:lnTo>
                  <a:lnTo>
                    <a:pt x="7843535" y="58936"/>
                  </a:lnTo>
                  <a:lnTo>
                    <a:pt x="7843661" y="58936"/>
                  </a:lnTo>
                  <a:lnTo>
                    <a:pt x="7843787" y="58936"/>
                  </a:lnTo>
                  <a:lnTo>
                    <a:pt x="7843914" y="58936"/>
                  </a:lnTo>
                  <a:lnTo>
                    <a:pt x="7844040" y="58936"/>
                  </a:lnTo>
                  <a:lnTo>
                    <a:pt x="7844166" y="58936"/>
                  </a:lnTo>
                  <a:lnTo>
                    <a:pt x="7844292" y="58936"/>
                  </a:lnTo>
                  <a:lnTo>
                    <a:pt x="7844419" y="58936"/>
                  </a:lnTo>
                  <a:lnTo>
                    <a:pt x="7844545" y="58936"/>
                  </a:lnTo>
                  <a:lnTo>
                    <a:pt x="7844671" y="58936"/>
                  </a:lnTo>
                  <a:lnTo>
                    <a:pt x="7844797" y="58936"/>
                  </a:lnTo>
                  <a:lnTo>
                    <a:pt x="7844924" y="58936"/>
                  </a:lnTo>
                  <a:lnTo>
                    <a:pt x="7845050" y="58936"/>
                  </a:lnTo>
                  <a:lnTo>
                    <a:pt x="7845176" y="58936"/>
                  </a:lnTo>
                  <a:lnTo>
                    <a:pt x="7845303" y="58936"/>
                  </a:lnTo>
                  <a:lnTo>
                    <a:pt x="7845429" y="58936"/>
                  </a:lnTo>
                  <a:lnTo>
                    <a:pt x="7845555" y="58936"/>
                  </a:lnTo>
                  <a:lnTo>
                    <a:pt x="7845681" y="58936"/>
                  </a:lnTo>
                  <a:lnTo>
                    <a:pt x="7845808" y="58936"/>
                  </a:lnTo>
                  <a:lnTo>
                    <a:pt x="7845934" y="58936"/>
                  </a:lnTo>
                  <a:lnTo>
                    <a:pt x="7846060" y="58936"/>
                  </a:lnTo>
                  <a:lnTo>
                    <a:pt x="7846186" y="58936"/>
                  </a:lnTo>
                  <a:lnTo>
                    <a:pt x="7846313" y="58936"/>
                  </a:lnTo>
                  <a:lnTo>
                    <a:pt x="7846439" y="58936"/>
                  </a:lnTo>
                  <a:lnTo>
                    <a:pt x="7846565" y="58936"/>
                  </a:lnTo>
                  <a:lnTo>
                    <a:pt x="7846691" y="58936"/>
                  </a:lnTo>
                  <a:lnTo>
                    <a:pt x="7846818" y="58936"/>
                  </a:lnTo>
                  <a:lnTo>
                    <a:pt x="7846944" y="58936"/>
                  </a:lnTo>
                  <a:lnTo>
                    <a:pt x="7847070" y="58936"/>
                  </a:lnTo>
                  <a:lnTo>
                    <a:pt x="7847196" y="58936"/>
                  </a:lnTo>
                  <a:lnTo>
                    <a:pt x="7847323" y="58936"/>
                  </a:lnTo>
                  <a:lnTo>
                    <a:pt x="7847449" y="58936"/>
                  </a:lnTo>
                  <a:lnTo>
                    <a:pt x="7847575" y="58936"/>
                  </a:lnTo>
                  <a:lnTo>
                    <a:pt x="7847701" y="58936"/>
                  </a:lnTo>
                  <a:lnTo>
                    <a:pt x="7847828" y="58936"/>
                  </a:lnTo>
                  <a:lnTo>
                    <a:pt x="7847954" y="58936"/>
                  </a:lnTo>
                  <a:lnTo>
                    <a:pt x="7848080" y="58936"/>
                  </a:lnTo>
                  <a:lnTo>
                    <a:pt x="7848206" y="58936"/>
                  </a:lnTo>
                  <a:lnTo>
                    <a:pt x="7848333" y="58936"/>
                  </a:lnTo>
                  <a:lnTo>
                    <a:pt x="7848459" y="58936"/>
                  </a:lnTo>
                  <a:lnTo>
                    <a:pt x="7848585" y="58936"/>
                  </a:lnTo>
                  <a:lnTo>
                    <a:pt x="7848711" y="58936"/>
                  </a:lnTo>
                  <a:lnTo>
                    <a:pt x="7848838" y="58936"/>
                  </a:lnTo>
                  <a:lnTo>
                    <a:pt x="7848964" y="58936"/>
                  </a:lnTo>
                  <a:lnTo>
                    <a:pt x="7849090" y="58936"/>
                  </a:lnTo>
                  <a:lnTo>
                    <a:pt x="7849216" y="58936"/>
                  </a:lnTo>
                  <a:lnTo>
                    <a:pt x="7849343" y="58936"/>
                  </a:lnTo>
                  <a:lnTo>
                    <a:pt x="7849469" y="58936"/>
                  </a:lnTo>
                  <a:lnTo>
                    <a:pt x="7849595" y="58936"/>
                  </a:lnTo>
                  <a:lnTo>
                    <a:pt x="7849721" y="58936"/>
                  </a:lnTo>
                  <a:lnTo>
                    <a:pt x="7849848" y="58936"/>
                  </a:lnTo>
                  <a:lnTo>
                    <a:pt x="7849974" y="58936"/>
                  </a:lnTo>
                  <a:lnTo>
                    <a:pt x="7850100" y="58936"/>
                  </a:lnTo>
                  <a:lnTo>
                    <a:pt x="7850226" y="58936"/>
                  </a:lnTo>
                  <a:lnTo>
                    <a:pt x="7850353" y="58936"/>
                  </a:lnTo>
                  <a:lnTo>
                    <a:pt x="7850479" y="58936"/>
                  </a:lnTo>
                  <a:lnTo>
                    <a:pt x="7850605" y="58936"/>
                  </a:lnTo>
                  <a:lnTo>
                    <a:pt x="7850732" y="58936"/>
                  </a:lnTo>
                  <a:lnTo>
                    <a:pt x="7850858" y="58936"/>
                  </a:lnTo>
                  <a:lnTo>
                    <a:pt x="7850984" y="58936"/>
                  </a:lnTo>
                  <a:lnTo>
                    <a:pt x="7851110" y="58936"/>
                  </a:lnTo>
                  <a:lnTo>
                    <a:pt x="7851237" y="58936"/>
                  </a:lnTo>
                  <a:lnTo>
                    <a:pt x="7851363" y="58936"/>
                  </a:lnTo>
                  <a:lnTo>
                    <a:pt x="7851489" y="58936"/>
                  </a:lnTo>
                  <a:lnTo>
                    <a:pt x="7851615" y="58936"/>
                  </a:lnTo>
                  <a:lnTo>
                    <a:pt x="7851742" y="58936"/>
                  </a:lnTo>
                  <a:lnTo>
                    <a:pt x="7851868" y="58936"/>
                  </a:lnTo>
                  <a:lnTo>
                    <a:pt x="7851994" y="58936"/>
                  </a:lnTo>
                  <a:lnTo>
                    <a:pt x="7852120" y="58936"/>
                  </a:lnTo>
                  <a:lnTo>
                    <a:pt x="7852247" y="58936"/>
                  </a:lnTo>
                  <a:lnTo>
                    <a:pt x="7852373" y="58936"/>
                  </a:lnTo>
                  <a:lnTo>
                    <a:pt x="7852499" y="58936"/>
                  </a:lnTo>
                  <a:lnTo>
                    <a:pt x="7852625" y="58936"/>
                  </a:lnTo>
                  <a:lnTo>
                    <a:pt x="7852752" y="58936"/>
                  </a:lnTo>
                  <a:lnTo>
                    <a:pt x="7852878" y="58936"/>
                  </a:lnTo>
                  <a:lnTo>
                    <a:pt x="7853004" y="58936"/>
                  </a:lnTo>
                  <a:lnTo>
                    <a:pt x="7853130" y="58936"/>
                  </a:lnTo>
                  <a:lnTo>
                    <a:pt x="7853257" y="58936"/>
                  </a:lnTo>
                  <a:lnTo>
                    <a:pt x="7853383" y="58936"/>
                  </a:lnTo>
                  <a:lnTo>
                    <a:pt x="7853509" y="58936"/>
                  </a:lnTo>
                  <a:lnTo>
                    <a:pt x="7853635" y="58936"/>
                  </a:lnTo>
                  <a:lnTo>
                    <a:pt x="7853762" y="58936"/>
                  </a:lnTo>
                  <a:lnTo>
                    <a:pt x="7853888" y="58936"/>
                  </a:lnTo>
                  <a:lnTo>
                    <a:pt x="7854014" y="58936"/>
                  </a:lnTo>
                  <a:lnTo>
                    <a:pt x="7854140" y="58936"/>
                  </a:lnTo>
                  <a:lnTo>
                    <a:pt x="7854267" y="58936"/>
                  </a:lnTo>
                  <a:lnTo>
                    <a:pt x="7854393" y="58936"/>
                  </a:lnTo>
                  <a:lnTo>
                    <a:pt x="7854519" y="58936"/>
                  </a:lnTo>
                  <a:lnTo>
                    <a:pt x="7854645" y="58936"/>
                  </a:lnTo>
                  <a:lnTo>
                    <a:pt x="7854772" y="58936"/>
                  </a:lnTo>
                  <a:lnTo>
                    <a:pt x="7854898" y="58936"/>
                  </a:lnTo>
                  <a:lnTo>
                    <a:pt x="7855024" y="58936"/>
                  </a:lnTo>
                  <a:lnTo>
                    <a:pt x="7855150" y="58936"/>
                  </a:lnTo>
                  <a:lnTo>
                    <a:pt x="7855277" y="58936"/>
                  </a:lnTo>
                  <a:lnTo>
                    <a:pt x="7855403" y="58936"/>
                  </a:lnTo>
                  <a:lnTo>
                    <a:pt x="7855529" y="58936"/>
                  </a:lnTo>
                  <a:lnTo>
                    <a:pt x="7855656" y="58936"/>
                  </a:lnTo>
                  <a:lnTo>
                    <a:pt x="7855782" y="58936"/>
                  </a:lnTo>
                  <a:lnTo>
                    <a:pt x="7855908" y="58936"/>
                  </a:lnTo>
                  <a:lnTo>
                    <a:pt x="7856034" y="58936"/>
                  </a:lnTo>
                  <a:lnTo>
                    <a:pt x="7856161" y="58936"/>
                  </a:lnTo>
                  <a:lnTo>
                    <a:pt x="7856287" y="58936"/>
                  </a:lnTo>
                  <a:lnTo>
                    <a:pt x="7856413" y="58936"/>
                  </a:lnTo>
                  <a:lnTo>
                    <a:pt x="7856539" y="58936"/>
                  </a:lnTo>
                  <a:lnTo>
                    <a:pt x="7856666" y="58936"/>
                  </a:lnTo>
                  <a:lnTo>
                    <a:pt x="7856792" y="58936"/>
                  </a:lnTo>
                  <a:lnTo>
                    <a:pt x="7856918" y="58936"/>
                  </a:lnTo>
                  <a:lnTo>
                    <a:pt x="7857044" y="58936"/>
                  </a:lnTo>
                  <a:lnTo>
                    <a:pt x="7857171" y="58936"/>
                  </a:lnTo>
                  <a:lnTo>
                    <a:pt x="7857297" y="58936"/>
                  </a:lnTo>
                  <a:lnTo>
                    <a:pt x="7857423" y="58936"/>
                  </a:lnTo>
                  <a:lnTo>
                    <a:pt x="7857549" y="58936"/>
                  </a:lnTo>
                  <a:lnTo>
                    <a:pt x="7857676" y="58936"/>
                  </a:lnTo>
                  <a:lnTo>
                    <a:pt x="7857802" y="58936"/>
                  </a:lnTo>
                  <a:lnTo>
                    <a:pt x="7857928" y="58936"/>
                  </a:lnTo>
                  <a:lnTo>
                    <a:pt x="7858054" y="58936"/>
                  </a:lnTo>
                  <a:lnTo>
                    <a:pt x="7858181" y="58936"/>
                  </a:lnTo>
                  <a:lnTo>
                    <a:pt x="7858307" y="58936"/>
                  </a:lnTo>
                  <a:lnTo>
                    <a:pt x="7858433" y="58936"/>
                  </a:lnTo>
                  <a:lnTo>
                    <a:pt x="7858559" y="58936"/>
                  </a:lnTo>
                  <a:lnTo>
                    <a:pt x="7858686" y="58936"/>
                  </a:lnTo>
                  <a:lnTo>
                    <a:pt x="7858812" y="58936"/>
                  </a:lnTo>
                  <a:lnTo>
                    <a:pt x="7858938" y="58936"/>
                  </a:lnTo>
                  <a:lnTo>
                    <a:pt x="7859064" y="58936"/>
                  </a:lnTo>
                  <a:lnTo>
                    <a:pt x="7859191" y="58936"/>
                  </a:lnTo>
                  <a:lnTo>
                    <a:pt x="7859317" y="58936"/>
                  </a:lnTo>
                  <a:lnTo>
                    <a:pt x="7859443" y="58936"/>
                  </a:lnTo>
                  <a:lnTo>
                    <a:pt x="7859569" y="58936"/>
                  </a:lnTo>
                  <a:lnTo>
                    <a:pt x="7859696" y="58936"/>
                  </a:lnTo>
                  <a:lnTo>
                    <a:pt x="7859822" y="58936"/>
                  </a:lnTo>
                  <a:lnTo>
                    <a:pt x="7859948" y="58936"/>
                  </a:lnTo>
                  <a:lnTo>
                    <a:pt x="7860074" y="58936"/>
                  </a:lnTo>
                  <a:lnTo>
                    <a:pt x="7860201" y="58936"/>
                  </a:lnTo>
                  <a:lnTo>
                    <a:pt x="7860327" y="58936"/>
                  </a:lnTo>
                  <a:lnTo>
                    <a:pt x="7860453" y="58936"/>
                  </a:lnTo>
                  <a:lnTo>
                    <a:pt x="7860579" y="58936"/>
                  </a:lnTo>
                  <a:lnTo>
                    <a:pt x="7860706" y="58936"/>
                  </a:lnTo>
                  <a:lnTo>
                    <a:pt x="7860832" y="58936"/>
                  </a:lnTo>
                  <a:lnTo>
                    <a:pt x="7860958" y="58936"/>
                  </a:lnTo>
                  <a:lnTo>
                    <a:pt x="7861085" y="58936"/>
                  </a:lnTo>
                  <a:lnTo>
                    <a:pt x="7861211" y="58936"/>
                  </a:lnTo>
                  <a:lnTo>
                    <a:pt x="7861337" y="58936"/>
                  </a:lnTo>
                  <a:lnTo>
                    <a:pt x="7861337" y="54025"/>
                  </a:lnTo>
                  <a:lnTo>
                    <a:pt x="7861463" y="54025"/>
                  </a:lnTo>
                  <a:lnTo>
                    <a:pt x="7861590" y="54025"/>
                  </a:lnTo>
                  <a:lnTo>
                    <a:pt x="7861716" y="54025"/>
                  </a:lnTo>
                  <a:lnTo>
                    <a:pt x="7861842" y="54025"/>
                  </a:lnTo>
                  <a:lnTo>
                    <a:pt x="7861968" y="54025"/>
                  </a:lnTo>
                  <a:lnTo>
                    <a:pt x="7862095" y="54025"/>
                  </a:lnTo>
                  <a:lnTo>
                    <a:pt x="7862221" y="54025"/>
                  </a:lnTo>
                  <a:lnTo>
                    <a:pt x="7862347" y="54025"/>
                  </a:lnTo>
                  <a:lnTo>
                    <a:pt x="7862473" y="54025"/>
                  </a:lnTo>
                  <a:lnTo>
                    <a:pt x="7862600" y="54025"/>
                  </a:lnTo>
                  <a:lnTo>
                    <a:pt x="7862726" y="54025"/>
                  </a:lnTo>
                  <a:lnTo>
                    <a:pt x="7862852" y="54025"/>
                  </a:lnTo>
                  <a:lnTo>
                    <a:pt x="7862978" y="54025"/>
                  </a:lnTo>
                  <a:lnTo>
                    <a:pt x="7863105" y="54025"/>
                  </a:lnTo>
                  <a:lnTo>
                    <a:pt x="7863231" y="54025"/>
                  </a:lnTo>
                  <a:lnTo>
                    <a:pt x="7863357" y="54025"/>
                  </a:lnTo>
                  <a:lnTo>
                    <a:pt x="7863483" y="54025"/>
                  </a:lnTo>
                  <a:lnTo>
                    <a:pt x="7863610" y="54025"/>
                  </a:lnTo>
                  <a:lnTo>
                    <a:pt x="7863736" y="54025"/>
                  </a:lnTo>
                  <a:lnTo>
                    <a:pt x="7863862" y="54025"/>
                  </a:lnTo>
                  <a:lnTo>
                    <a:pt x="7863988" y="54025"/>
                  </a:lnTo>
                  <a:lnTo>
                    <a:pt x="7864115" y="54025"/>
                  </a:lnTo>
                  <a:lnTo>
                    <a:pt x="7864241" y="54025"/>
                  </a:lnTo>
                  <a:lnTo>
                    <a:pt x="7864367" y="54025"/>
                  </a:lnTo>
                  <a:lnTo>
                    <a:pt x="7864493" y="54025"/>
                  </a:lnTo>
                  <a:lnTo>
                    <a:pt x="7864620" y="54025"/>
                  </a:lnTo>
                  <a:lnTo>
                    <a:pt x="7864746" y="54025"/>
                  </a:lnTo>
                  <a:lnTo>
                    <a:pt x="7864872" y="54025"/>
                  </a:lnTo>
                  <a:lnTo>
                    <a:pt x="7864998" y="54025"/>
                  </a:lnTo>
                  <a:lnTo>
                    <a:pt x="7865125" y="54025"/>
                  </a:lnTo>
                  <a:lnTo>
                    <a:pt x="7865251" y="54025"/>
                  </a:lnTo>
                  <a:lnTo>
                    <a:pt x="7865377" y="54025"/>
                  </a:lnTo>
                  <a:lnTo>
                    <a:pt x="7865503" y="54025"/>
                  </a:lnTo>
                  <a:lnTo>
                    <a:pt x="7865630" y="54025"/>
                  </a:lnTo>
                  <a:lnTo>
                    <a:pt x="7865756" y="54025"/>
                  </a:lnTo>
                  <a:lnTo>
                    <a:pt x="7865882" y="54025"/>
                  </a:lnTo>
                  <a:lnTo>
                    <a:pt x="7866009" y="54025"/>
                  </a:lnTo>
                  <a:lnTo>
                    <a:pt x="7866135" y="54025"/>
                  </a:lnTo>
                  <a:lnTo>
                    <a:pt x="7866261" y="54025"/>
                  </a:lnTo>
                  <a:lnTo>
                    <a:pt x="7866387" y="54025"/>
                  </a:lnTo>
                  <a:lnTo>
                    <a:pt x="7866514" y="54025"/>
                  </a:lnTo>
                  <a:lnTo>
                    <a:pt x="7866640" y="54025"/>
                  </a:lnTo>
                  <a:lnTo>
                    <a:pt x="7866766" y="54025"/>
                  </a:lnTo>
                  <a:lnTo>
                    <a:pt x="7866892" y="54025"/>
                  </a:lnTo>
                  <a:lnTo>
                    <a:pt x="7867019" y="54025"/>
                  </a:lnTo>
                  <a:lnTo>
                    <a:pt x="7867145" y="54025"/>
                  </a:lnTo>
                  <a:lnTo>
                    <a:pt x="7867271" y="54025"/>
                  </a:lnTo>
                  <a:lnTo>
                    <a:pt x="7867397" y="54025"/>
                  </a:lnTo>
                  <a:lnTo>
                    <a:pt x="7867524" y="54025"/>
                  </a:lnTo>
                  <a:lnTo>
                    <a:pt x="7867650" y="54025"/>
                  </a:lnTo>
                  <a:lnTo>
                    <a:pt x="7867776" y="54025"/>
                  </a:lnTo>
                  <a:lnTo>
                    <a:pt x="7867902" y="54025"/>
                  </a:lnTo>
                  <a:lnTo>
                    <a:pt x="7868029" y="54025"/>
                  </a:lnTo>
                  <a:lnTo>
                    <a:pt x="7868155" y="54025"/>
                  </a:lnTo>
                  <a:lnTo>
                    <a:pt x="7868281" y="54025"/>
                  </a:lnTo>
                  <a:lnTo>
                    <a:pt x="7868407" y="54025"/>
                  </a:lnTo>
                  <a:lnTo>
                    <a:pt x="7868534" y="54025"/>
                  </a:lnTo>
                  <a:lnTo>
                    <a:pt x="7868660" y="54025"/>
                  </a:lnTo>
                  <a:lnTo>
                    <a:pt x="7868786" y="54025"/>
                  </a:lnTo>
                  <a:lnTo>
                    <a:pt x="7868912" y="54025"/>
                  </a:lnTo>
                  <a:lnTo>
                    <a:pt x="7869039" y="54025"/>
                  </a:lnTo>
                  <a:lnTo>
                    <a:pt x="7869165" y="54025"/>
                  </a:lnTo>
                  <a:lnTo>
                    <a:pt x="7869291" y="54025"/>
                  </a:lnTo>
                  <a:lnTo>
                    <a:pt x="7869417" y="54025"/>
                  </a:lnTo>
                  <a:lnTo>
                    <a:pt x="7869544" y="54025"/>
                  </a:lnTo>
                  <a:lnTo>
                    <a:pt x="7869670" y="54025"/>
                  </a:lnTo>
                  <a:lnTo>
                    <a:pt x="7869796" y="54025"/>
                  </a:lnTo>
                  <a:lnTo>
                    <a:pt x="7869922" y="54025"/>
                  </a:lnTo>
                  <a:lnTo>
                    <a:pt x="7870049" y="54025"/>
                  </a:lnTo>
                  <a:lnTo>
                    <a:pt x="7870175" y="54025"/>
                  </a:lnTo>
                  <a:lnTo>
                    <a:pt x="7870301" y="54025"/>
                  </a:lnTo>
                  <a:lnTo>
                    <a:pt x="7870427" y="54025"/>
                  </a:lnTo>
                  <a:lnTo>
                    <a:pt x="7870554" y="54025"/>
                  </a:lnTo>
                  <a:lnTo>
                    <a:pt x="7870680" y="54025"/>
                  </a:lnTo>
                  <a:lnTo>
                    <a:pt x="7870806" y="54025"/>
                  </a:lnTo>
                  <a:lnTo>
                    <a:pt x="7870932" y="54025"/>
                  </a:lnTo>
                  <a:lnTo>
                    <a:pt x="7871059" y="54025"/>
                  </a:lnTo>
                  <a:lnTo>
                    <a:pt x="7871185" y="54025"/>
                  </a:lnTo>
                  <a:lnTo>
                    <a:pt x="7871311" y="54025"/>
                  </a:lnTo>
                  <a:lnTo>
                    <a:pt x="7871438" y="54025"/>
                  </a:lnTo>
                  <a:lnTo>
                    <a:pt x="7871564" y="54025"/>
                  </a:lnTo>
                  <a:lnTo>
                    <a:pt x="7871690" y="54025"/>
                  </a:lnTo>
                  <a:lnTo>
                    <a:pt x="7871816" y="54025"/>
                  </a:lnTo>
                  <a:lnTo>
                    <a:pt x="7871943" y="54025"/>
                  </a:lnTo>
                  <a:lnTo>
                    <a:pt x="7872069" y="54025"/>
                  </a:lnTo>
                  <a:lnTo>
                    <a:pt x="7872195" y="54025"/>
                  </a:lnTo>
                  <a:lnTo>
                    <a:pt x="7872321" y="54025"/>
                  </a:lnTo>
                  <a:lnTo>
                    <a:pt x="7872448" y="54025"/>
                  </a:lnTo>
                  <a:lnTo>
                    <a:pt x="7872574" y="54025"/>
                  </a:lnTo>
                  <a:lnTo>
                    <a:pt x="7872700" y="54025"/>
                  </a:lnTo>
                  <a:lnTo>
                    <a:pt x="7872826" y="54025"/>
                  </a:lnTo>
                  <a:lnTo>
                    <a:pt x="7872953" y="54025"/>
                  </a:lnTo>
                  <a:lnTo>
                    <a:pt x="7873079" y="54025"/>
                  </a:lnTo>
                  <a:lnTo>
                    <a:pt x="7873205" y="54025"/>
                  </a:lnTo>
                  <a:lnTo>
                    <a:pt x="7873331" y="54025"/>
                  </a:lnTo>
                  <a:lnTo>
                    <a:pt x="7873458" y="54025"/>
                  </a:lnTo>
                  <a:lnTo>
                    <a:pt x="7873584" y="54025"/>
                  </a:lnTo>
                  <a:lnTo>
                    <a:pt x="7873710" y="54025"/>
                  </a:lnTo>
                  <a:lnTo>
                    <a:pt x="7873836" y="54025"/>
                  </a:lnTo>
                  <a:lnTo>
                    <a:pt x="7873963" y="54025"/>
                  </a:lnTo>
                  <a:lnTo>
                    <a:pt x="7874089" y="54025"/>
                  </a:lnTo>
                  <a:lnTo>
                    <a:pt x="7874215" y="54025"/>
                  </a:lnTo>
                  <a:lnTo>
                    <a:pt x="7874341" y="54025"/>
                  </a:lnTo>
                  <a:lnTo>
                    <a:pt x="7874468" y="54025"/>
                  </a:lnTo>
                  <a:lnTo>
                    <a:pt x="7874594" y="54025"/>
                  </a:lnTo>
                  <a:lnTo>
                    <a:pt x="7874720" y="54025"/>
                  </a:lnTo>
                  <a:lnTo>
                    <a:pt x="7874846" y="54025"/>
                  </a:lnTo>
                  <a:lnTo>
                    <a:pt x="7874973" y="54025"/>
                  </a:lnTo>
                  <a:lnTo>
                    <a:pt x="7875099" y="54025"/>
                  </a:lnTo>
                  <a:lnTo>
                    <a:pt x="7875225" y="54025"/>
                  </a:lnTo>
                  <a:lnTo>
                    <a:pt x="7875351" y="54025"/>
                  </a:lnTo>
                  <a:lnTo>
                    <a:pt x="7875478" y="54025"/>
                  </a:lnTo>
                  <a:lnTo>
                    <a:pt x="7875604" y="54025"/>
                  </a:lnTo>
                  <a:lnTo>
                    <a:pt x="7875730" y="54025"/>
                  </a:lnTo>
                  <a:lnTo>
                    <a:pt x="7875856" y="54025"/>
                  </a:lnTo>
                  <a:lnTo>
                    <a:pt x="7875983" y="54025"/>
                  </a:lnTo>
                  <a:lnTo>
                    <a:pt x="7876109" y="54025"/>
                  </a:lnTo>
                  <a:lnTo>
                    <a:pt x="7876235" y="54025"/>
                  </a:lnTo>
                  <a:lnTo>
                    <a:pt x="7876362" y="54025"/>
                  </a:lnTo>
                  <a:lnTo>
                    <a:pt x="7876488" y="54025"/>
                  </a:lnTo>
                  <a:lnTo>
                    <a:pt x="7876614" y="54025"/>
                  </a:lnTo>
                  <a:lnTo>
                    <a:pt x="7876740" y="54025"/>
                  </a:lnTo>
                  <a:lnTo>
                    <a:pt x="7876867" y="54025"/>
                  </a:lnTo>
                  <a:lnTo>
                    <a:pt x="7876993" y="54025"/>
                  </a:lnTo>
                  <a:lnTo>
                    <a:pt x="7877119" y="54025"/>
                  </a:lnTo>
                  <a:lnTo>
                    <a:pt x="7877245" y="54025"/>
                  </a:lnTo>
                  <a:lnTo>
                    <a:pt x="7877372" y="54025"/>
                  </a:lnTo>
                  <a:lnTo>
                    <a:pt x="7877498" y="54025"/>
                  </a:lnTo>
                  <a:lnTo>
                    <a:pt x="7877624" y="54025"/>
                  </a:lnTo>
                  <a:lnTo>
                    <a:pt x="7877750" y="54025"/>
                  </a:lnTo>
                  <a:lnTo>
                    <a:pt x="7877877" y="54025"/>
                  </a:lnTo>
                  <a:lnTo>
                    <a:pt x="7878003" y="54025"/>
                  </a:lnTo>
                  <a:lnTo>
                    <a:pt x="7878129" y="54025"/>
                  </a:lnTo>
                  <a:lnTo>
                    <a:pt x="7878255" y="54025"/>
                  </a:lnTo>
                  <a:lnTo>
                    <a:pt x="7878382" y="54025"/>
                  </a:lnTo>
                  <a:lnTo>
                    <a:pt x="7878508" y="54025"/>
                  </a:lnTo>
                  <a:lnTo>
                    <a:pt x="7878634" y="54025"/>
                  </a:lnTo>
                  <a:lnTo>
                    <a:pt x="7878760" y="54025"/>
                  </a:lnTo>
                  <a:lnTo>
                    <a:pt x="7878887" y="54025"/>
                  </a:lnTo>
                  <a:lnTo>
                    <a:pt x="7879013" y="54025"/>
                  </a:lnTo>
                  <a:lnTo>
                    <a:pt x="7879139" y="54025"/>
                  </a:lnTo>
                  <a:lnTo>
                    <a:pt x="7879265" y="54025"/>
                  </a:lnTo>
                  <a:lnTo>
                    <a:pt x="7879392" y="54025"/>
                  </a:lnTo>
                  <a:lnTo>
                    <a:pt x="7879518" y="54025"/>
                  </a:lnTo>
                  <a:lnTo>
                    <a:pt x="7879644" y="54025"/>
                  </a:lnTo>
                  <a:lnTo>
                    <a:pt x="7879770" y="54025"/>
                  </a:lnTo>
                  <a:lnTo>
                    <a:pt x="7879897" y="54025"/>
                  </a:lnTo>
                  <a:lnTo>
                    <a:pt x="7880023" y="54025"/>
                  </a:lnTo>
                  <a:lnTo>
                    <a:pt x="7880149" y="54025"/>
                  </a:lnTo>
                  <a:lnTo>
                    <a:pt x="7880275" y="54025"/>
                  </a:lnTo>
                  <a:lnTo>
                    <a:pt x="7880402" y="54025"/>
                  </a:lnTo>
                  <a:lnTo>
                    <a:pt x="7880528" y="54025"/>
                  </a:lnTo>
                  <a:lnTo>
                    <a:pt x="7880654" y="54025"/>
                  </a:lnTo>
                  <a:lnTo>
                    <a:pt x="7880780" y="54025"/>
                  </a:lnTo>
                  <a:lnTo>
                    <a:pt x="7880907" y="54025"/>
                  </a:lnTo>
                  <a:lnTo>
                    <a:pt x="7881033" y="54025"/>
                  </a:lnTo>
                  <a:lnTo>
                    <a:pt x="7881159" y="54025"/>
                  </a:lnTo>
                  <a:lnTo>
                    <a:pt x="7881285" y="54025"/>
                  </a:lnTo>
                  <a:lnTo>
                    <a:pt x="7881412" y="54025"/>
                  </a:lnTo>
                  <a:lnTo>
                    <a:pt x="7881538" y="54025"/>
                  </a:lnTo>
                  <a:lnTo>
                    <a:pt x="7881664" y="54025"/>
                  </a:lnTo>
                  <a:lnTo>
                    <a:pt x="7881791" y="54025"/>
                  </a:lnTo>
                  <a:lnTo>
                    <a:pt x="7881917" y="54025"/>
                  </a:lnTo>
                  <a:lnTo>
                    <a:pt x="7882043" y="54025"/>
                  </a:lnTo>
                  <a:lnTo>
                    <a:pt x="7882169" y="54025"/>
                  </a:lnTo>
                  <a:lnTo>
                    <a:pt x="7882296" y="54025"/>
                  </a:lnTo>
                  <a:lnTo>
                    <a:pt x="7882422" y="54025"/>
                  </a:lnTo>
                  <a:lnTo>
                    <a:pt x="7882548" y="54025"/>
                  </a:lnTo>
                  <a:lnTo>
                    <a:pt x="7882674" y="54025"/>
                  </a:lnTo>
                  <a:lnTo>
                    <a:pt x="7882801" y="54025"/>
                  </a:lnTo>
                  <a:lnTo>
                    <a:pt x="7882927" y="54025"/>
                  </a:lnTo>
                  <a:lnTo>
                    <a:pt x="7883053" y="54025"/>
                  </a:lnTo>
                  <a:lnTo>
                    <a:pt x="7883179" y="54025"/>
                  </a:lnTo>
                  <a:lnTo>
                    <a:pt x="7883306" y="54025"/>
                  </a:lnTo>
                  <a:lnTo>
                    <a:pt x="7883432" y="54025"/>
                  </a:lnTo>
                  <a:lnTo>
                    <a:pt x="7883558" y="54025"/>
                  </a:lnTo>
                  <a:lnTo>
                    <a:pt x="7883684" y="54025"/>
                  </a:lnTo>
                  <a:lnTo>
                    <a:pt x="7883811" y="54025"/>
                  </a:lnTo>
                  <a:lnTo>
                    <a:pt x="7883937" y="54025"/>
                  </a:lnTo>
                  <a:lnTo>
                    <a:pt x="7884063" y="54025"/>
                  </a:lnTo>
                  <a:lnTo>
                    <a:pt x="7884189" y="54025"/>
                  </a:lnTo>
                  <a:lnTo>
                    <a:pt x="7884316" y="54025"/>
                  </a:lnTo>
                  <a:lnTo>
                    <a:pt x="7884442" y="54025"/>
                  </a:lnTo>
                  <a:lnTo>
                    <a:pt x="7884568" y="54025"/>
                  </a:lnTo>
                  <a:lnTo>
                    <a:pt x="7884694" y="54025"/>
                  </a:lnTo>
                  <a:lnTo>
                    <a:pt x="7884821" y="54025"/>
                  </a:lnTo>
                  <a:lnTo>
                    <a:pt x="7884947" y="54025"/>
                  </a:lnTo>
                  <a:lnTo>
                    <a:pt x="7885073" y="54025"/>
                  </a:lnTo>
                  <a:lnTo>
                    <a:pt x="7885199" y="54025"/>
                  </a:lnTo>
                  <a:lnTo>
                    <a:pt x="7885326" y="54025"/>
                  </a:lnTo>
                  <a:lnTo>
                    <a:pt x="7885452" y="54025"/>
                  </a:lnTo>
                  <a:lnTo>
                    <a:pt x="7885578" y="54025"/>
                  </a:lnTo>
                  <a:lnTo>
                    <a:pt x="7885704" y="54025"/>
                  </a:lnTo>
                  <a:lnTo>
                    <a:pt x="7885831" y="54025"/>
                  </a:lnTo>
                  <a:lnTo>
                    <a:pt x="7885957" y="54025"/>
                  </a:lnTo>
                  <a:lnTo>
                    <a:pt x="7886083" y="54025"/>
                  </a:lnTo>
                  <a:lnTo>
                    <a:pt x="7886209" y="54025"/>
                  </a:lnTo>
                  <a:lnTo>
                    <a:pt x="7886336" y="54025"/>
                  </a:lnTo>
                  <a:lnTo>
                    <a:pt x="7886462" y="54025"/>
                  </a:lnTo>
                  <a:lnTo>
                    <a:pt x="7886588" y="54025"/>
                  </a:lnTo>
                  <a:lnTo>
                    <a:pt x="7886715" y="54025"/>
                  </a:lnTo>
                  <a:lnTo>
                    <a:pt x="7886841" y="54025"/>
                  </a:lnTo>
                  <a:lnTo>
                    <a:pt x="7886967" y="54025"/>
                  </a:lnTo>
                  <a:lnTo>
                    <a:pt x="7887093" y="54025"/>
                  </a:lnTo>
                  <a:lnTo>
                    <a:pt x="7887220" y="54025"/>
                  </a:lnTo>
                  <a:lnTo>
                    <a:pt x="7887346" y="54025"/>
                  </a:lnTo>
                  <a:lnTo>
                    <a:pt x="7887472" y="54025"/>
                  </a:lnTo>
                  <a:lnTo>
                    <a:pt x="7887598" y="54025"/>
                  </a:lnTo>
                  <a:lnTo>
                    <a:pt x="7887725" y="54025"/>
                  </a:lnTo>
                  <a:lnTo>
                    <a:pt x="7887851" y="54025"/>
                  </a:lnTo>
                  <a:lnTo>
                    <a:pt x="7887977" y="54025"/>
                  </a:lnTo>
                  <a:lnTo>
                    <a:pt x="7888103" y="54025"/>
                  </a:lnTo>
                  <a:lnTo>
                    <a:pt x="7888230" y="54025"/>
                  </a:lnTo>
                  <a:lnTo>
                    <a:pt x="7888356" y="54025"/>
                  </a:lnTo>
                  <a:lnTo>
                    <a:pt x="7888482" y="54025"/>
                  </a:lnTo>
                  <a:lnTo>
                    <a:pt x="7888608" y="54025"/>
                  </a:lnTo>
                  <a:lnTo>
                    <a:pt x="7888735" y="54025"/>
                  </a:lnTo>
                  <a:lnTo>
                    <a:pt x="7888861" y="54025"/>
                  </a:lnTo>
                  <a:lnTo>
                    <a:pt x="7888987" y="54025"/>
                  </a:lnTo>
                  <a:lnTo>
                    <a:pt x="7889113" y="54025"/>
                  </a:lnTo>
                  <a:lnTo>
                    <a:pt x="7889240" y="54025"/>
                  </a:lnTo>
                  <a:lnTo>
                    <a:pt x="7889366" y="54025"/>
                  </a:lnTo>
                  <a:lnTo>
                    <a:pt x="7889492" y="54025"/>
                  </a:lnTo>
                  <a:lnTo>
                    <a:pt x="7889618" y="54025"/>
                  </a:lnTo>
                  <a:lnTo>
                    <a:pt x="7889745" y="54025"/>
                  </a:lnTo>
                  <a:lnTo>
                    <a:pt x="7889871" y="54025"/>
                  </a:lnTo>
                  <a:lnTo>
                    <a:pt x="7889997" y="54025"/>
                  </a:lnTo>
                  <a:lnTo>
                    <a:pt x="7890123" y="54025"/>
                  </a:lnTo>
                  <a:lnTo>
                    <a:pt x="7890250" y="54025"/>
                  </a:lnTo>
                  <a:lnTo>
                    <a:pt x="7890376" y="54025"/>
                  </a:lnTo>
                  <a:lnTo>
                    <a:pt x="7890502" y="54025"/>
                  </a:lnTo>
                  <a:lnTo>
                    <a:pt x="7890628" y="54025"/>
                  </a:lnTo>
                  <a:lnTo>
                    <a:pt x="7890755" y="54025"/>
                  </a:lnTo>
                  <a:lnTo>
                    <a:pt x="7890881" y="54025"/>
                  </a:lnTo>
                  <a:lnTo>
                    <a:pt x="7891007" y="54025"/>
                  </a:lnTo>
                  <a:lnTo>
                    <a:pt x="7891133" y="54025"/>
                  </a:lnTo>
                  <a:lnTo>
                    <a:pt x="7891260" y="54025"/>
                  </a:lnTo>
                  <a:lnTo>
                    <a:pt x="7891386" y="54025"/>
                  </a:lnTo>
                  <a:lnTo>
                    <a:pt x="7891512" y="54025"/>
                  </a:lnTo>
                  <a:lnTo>
                    <a:pt x="7891638" y="54025"/>
                  </a:lnTo>
                  <a:lnTo>
                    <a:pt x="7891765" y="54025"/>
                  </a:lnTo>
                  <a:lnTo>
                    <a:pt x="7891891" y="54025"/>
                  </a:lnTo>
                  <a:lnTo>
                    <a:pt x="7892017" y="54025"/>
                  </a:lnTo>
                  <a:lnTo>
                    <a:pt x="7892144" y="54025"/>
                  </a:lnTo>
                  <a:lnTo>
                    <a:pt x="7892270" y="54025"/>
                  </a:lnTo>
                  <a:lnTo>
                    <a:pt x="7892396" y="54025"/>
                  </a:lnTo>
                  <a:lnTo>
                    <a:pt x="7892522" y="54025"/>
                  </a:lnTo>
                  <a:lnTo>
                    <a:pt x="7892649" y="54025"/>
                  </a:lnTo>
                  <a:lnTo>
                    <a:pt x="7892775" y="54025"/>
                  </a:lnTo>
                  <a:lnTo>
                    <a:pt x="7892901" y="54025"/>
                  </a:lnTo>
                  <a:lnTo>
                    <a:pt x="7893027" y="54025"/>
                  </a:lnTo>
                  <a:lnTo>
                    <a:pt x="7893154" y="54025"/>
                  </a:lnTo>
                  <a:lnTo>
                    <a:pt x="7893280" y="54025"/>
                  </a:lnTo>
                  <a:lnTo>
                    <a:pt x="7893406" y="54025"/>
                  </a:lnTo>
                  <a:lnTo>
                    <a:pt x="7893532" y="54025"/>
                  </a:lnTo>
                  <a:lnTo>
                    <a:pt x="7893659" y="54025"/>
                  </a:lnTo>
                  <a:lnTo>
                    <a:pt x="7893785" y="54025"/>
                  </a:lnTo>
                  <a:lnTo>
                    <a:pt x="7893911" y="54025"/>
                  </a:lnTo>
                  <a:lnTo>
                    <a:pt x="7894037" y="54025"/>
                  </a:lnTo>
                  <a:lnTo>
                    <a:pt x="7894164" y="54025"/>
                  </a:lnTo>
                  <a:lnTo>
                    <a:pt x="7894290" y="54025"/>
                  </a:lnTo>
                  <a:lnTo>
                    <a:pt x="7894416" y="54025"/>
                  </a:lnTo>
                  <a:lnTo>
                    <a:pt x="7894542" y="54025"/>
                  </a:lnTo>
                  <a:lnTo>
                    <a:pt x="7894669" y="54025"/>
                  </a:lnTo>
                  <a:lnTo>
                    <a:pt x="7894795" y="54025"/>
                  </a:lnTo>
                  <a:lnTo>
                    <a:pt x="7894921" y="54025"/>
                  </a:lnTo>
                  <a:lnTo>
                    <a:pt x="7895047" y="54025"/>
                  </a:lnTo>
                  <a:lnTo>
                    <a:pt x="7895174" y="54025"/>
                  </a:lnTo>
                  <a:lnTo>
                    <a:pt x="7895300" y="54025"/>
                  </a:lnTo>
                  <a:lnTo>
                    <a:pt x="7895426" y="54025"/>
                  </a:lnTo>
                  <a:lnTo>
                    <a:pt x="7895552" y="54025"/>
                  </a:lnTo>
                  <a:lnTo>
                    <a:pt x="7895679" y="54025"/>
                  </a:lnTo>
                  <a:lnTo>
                    <a:pt x="7895805" y="54025"/>
                  </a:lnTo>
                  <a:lnTo>
                    <a:pt x="7895931" y="54025"/>
                  </a:lnTo>
                  <a:lnTo>
                    <a:pt x="7896057" y="54025"/>
                  </a:lnTo>
                  <a:lnTo>
                    <a:pt x="7896184" y="54025"/>
                  </a:lnTo>
                  <a:lnTo>
                    <a:pt x="7896310" y="54025"/>
                  </a:lnTo>
                  <a:lnTo>
                    <a:pt x="7896436" y="54025"/>
                  </a:lnTo>
                  <a:lnTo>
                    <a:pt x="7896562" y="54025"/>
                  </a:lnTo>
                  <a:lnTo>
                    <a:pt x="7896689" y="54025"/>
                  </a:lnTo>
                  <a:lnTo>
                    <a:pt x="7896815" y="54025"/>
                  </a:lnTo>
                  <a:lnTo>
                    <a:pt x="7896941" y="54025"/>
                  </a:lnTo>
                  <a:lnTo>
                    <a:pt x="7897068" y="54025"/>
                  </a:lnTo>
                  <a:lnTo>
                    <a:pt x="7897194" y="54025"/>
                  </a:lnTo>
                  <a:lnTo>
                    <a:pt x="7897320" y="54025"/>
                  </a:lnTo>
                  <a:lnTo>
                    <a:pt x="7897446" y="54025"/>
                  </a:lnTo>
                  <a:lnTo>
                    <a:pt x="7897573" y="54025"/>
                  </a:lnTo>
                  <a:lnTo>
                    <a:pt x="7897699" y="54025"/>
                  </a:lnTo>
                  <a:lnTo>
                    <a:pt x="7897825" y="54025"/>
                  </a:lnTo>
                  <a:lnTo>
                    <a:pt x="7897951" y="54025"/>
                  </a:lnTo>
                  <a:lnTo>
                    <a:pt x="7898078" y="54025"/>
                  </a:lnTo>
                  <a:lnTo>
                    <a:pt x="7898204" y="54025"/>
                  </a:lnTo>
                  <a:lnTo>
                    <a:pt x="7898204" y="49113"/>
                  </a:lnTo>
                  <a:lnTo>
                    <a:pt x="7898330" y="49113"/>
                  </a:lnTo>
                  <a:lnTo>
                    <a:pt x="7898456" y="49113"/>
                  </a:lnTo>
                  <a:lnTo>
                    <a:pt x="7898583" y="49113"/>
                  </a:lnTo>
                  <a:lnTo>
                    <a:pt x="7898709" y="49113"/>
                  </a:lnTo>
                  <a:lnTo>
                    <a:pt x="7898835" y="49113"/>
                  </a:lnTo>
                  <a:lnTo>
                    <a:pt x="7898961" y="49113"/>
                  </a:lnTo>
                  <a:lnTo>
                    <a:pt x="7899088" y="49113"/>
                  </a:lnTo>
                  <a:lnTo>
                    <a:pt x="7899214" y="49113"/>
                  </a:lnTo>
                  <a:lnTo>
                    <a:pt x="7899340" y="49113"/>
                  </a:lnTo>
                  <a:lnTo>
                    <a:pt x="7899466" y="49113"/>
                  </a:lnTo>
                  <a:lnTo>
                    <a:pt x="7899593" y="49113"/>
                  </a:lnTo>
                  <a:lnTo>
                    <a:pt x="7899719" y="49113"/>
                  </a:lnTo>
                  <a:lnTo>
                    <a:pt x="7899845" y="49113"/>
                  </a:lnTo>
                  <a:lnTo>
                    <a:pt x="7899971" y="49113"/>
                  </a:lnTo>
                  <a:lnTo>
                    <a:pt x="7900098" y="49113"/>
                  </a:lnTo>
                  <a:lnTo>
                    <a:pt x="7900224" y="49113"/>
                  </a:lnTo>
                  <a:lnTo>
                    <a:pt x="7900350" y="49113"/>
                  </a:lnTo>
                  <a:lnTo>
                    <a:pt x="7900476" y="49113"/>
                  </a:lnTo>
                  <a:lnTo>
                    <a:pt x="7900603" y="49113"/>
                  </a:lnTo>
                  <a:lnTo>
                    <a:pt x="7900729" y="49113"/>
                  </a:lnTo>
                  <a:lnTo>
                    <a:pt x="7900855" y="49113"/>
                  </a:lnTo>
                  <a:lnTo>
                    <a:pt x="7900981" y="49113"/>
                  </a:lnTo>
                  <a:lnTo>
                    <a:pt x="7901108" y="49113"/>
                  </a:lnTo>
                  <a:lnTo>
                    <a:pt x="7901234" y="49113"/>
                  </a:lnTo>
                  <a:lnTo>
                    <a:pt x="7901360" y="49113"/>
                  </a:lnTo>
                  <a:lnTo>
                    <a:pt x="7901486" y="49113"/>
                  </a:lnTo>
                  <a:lnTo>
                    <a:pt x="7901613" y="49113"/>
                  </a:lnTo>
                  <a:lnTo>
                    <a:pt x="7901739" y="49113"/>
                  </a:lnTo>
                  <a:lnTo>
                    <a:pt x="7901865" y="49113"/>
                  </a:lnTo>
                  <a:lnTo>
                    <a:pt x="7901992" y="49113"/>
                  </a:lnTo>
                  <a:lnTo>
                    <a:pt x="7902118" y="49113"/>
                  </a:lnTo>
                  <a:lnTo>
                    <a:pt x="7902244" y="49113"/>
                  </a:lnTo>
                  <a:lnTo>
                    <a:pt x="7902370" y="49113"/>
                  </a:lnTo>
                  <a:lnTo>
                    <a:pt x="7902497" y="49113"/>
                  </a:lnTo>
                  <a:lnTo>
                    <a:pt x="7902623" y="49113"/>
                  </a:lnTo>
                  <a:lnTo>
                    <a:pt x="7902749" y="49113"/>
                  </a:lnTo>
                  <a:lnTo>
                    <a:pt x="7902875" y="49113"/>
                  </a:lnTo>
                  <a:lnTo>
                    <a:pt x="7903002" y="49113"/>
                  </a:lnTo>
                  <a:lnTo>
                    <a:pt x="7903128" y="49113"/>
                  </a:lnTo>
                  <a:lnTo>
                    <a:pt x="7903254" y="49113"/>
                  </a:lnTo>
                  <a:lnTo>
                    <a:pt x="7903380" y="49113"/>
                  </a:lnTo>
                  <a:lnTo>
                    <a:pt x="7903507" y="49113"/>
                  </a:lnTo>
                  <a:lnTo>
                    <a:pt x="7903633" y="49113"/>
                  </a:lnTo>
                  <a:lnTo>
                    <a:pt x="7903759" y="49113"/>
                  </a:lnTo>
                  <a:lnTo>
                    <a:pt x="7903885" y="49113"/>
                  </a:lnTo>
                  <a:lnTo>
                    <a:pt x="7904012" y="49113"/>
                  </a:lnTo>
                  <a:lnTo>
                    <a:pt x="7904138" y="49113"/>
                  </a:lnTo>
                  <a:lnTo>
                    <a:pt x="7904264" y="49113"/>
                  </a:lnTo>
                  <a:lnTo>
                    <a:pt x="7904390" y="49113"/>
                  </a:lnTo>
                  <a:lnTo>
                    <a:pt x="7904517" y="49113"/>
                  </a:lnTo>
                  <a:lnTo>
                    <a:pt x="7904643" y="49113"/>
                  </a:lnTo>
                  <a:lnTo>
                    <a:pt x="7904769" y="49113"/>
                  </a:lnTo>
                  <a:lnTo>
                    <a:pt x="7904895" y="49113"/>
                  </a:lnTo>
                  <a:lnTo>
                    <a:pt x="7905022" y="49113"/>
                  </a:lnTo>
                  <a:lnTo>
                    <a:pt x="7905148" y="49113"/>
                  </a:lnTo>
                  <a:lnTo>
                    <a:pt x="7905274" y="49113"/>
                  </a:lnTo>
                  <a:lnTo>
                    <a:pt x="7905400" y="49113"/>
                  </a:lnTo>
                  <a:lnTo>
                    <a:pt x="7905527" y="49113"/>
                  </a:lnTo>
                  <a:lnTo>
                    <a:pt x="7905653" y="49113"/>
                  </a:lnTo>
                  <a:lnTo>
                    <a:pt x="7905779" y="49113"/>
                  </a:lnTo>
                  <a:lnTo>
                    <a:pt x="7905905" y="49113"/>
                  </a:lnTo>
                  <a:lnTo>
                    <a:pt x="7906032" y="49113"/>
                  </a:lnTo>
                  <a:lnTo>
                    <a:pt x="7906158" y="49113"/>
                  </a:lnTo>
                  <a:lnTo>
                    <a:pt x="7906284" y="49113"/>
                  </a:lnTo>
                  <a:lnTo>
                    <a:pt x="7906410" y="49113"/>
                  </a:lnTo>
                  <a:lnTo>
                    <a:pt x="7906537" y="49113"/>
                  </a:lnTo>
                  <a:lnTo>
                    <a:pt x="7906663" y="49113"/>
                  </a:lnTo>
                  <a:lnTo>
                    <a:pt x="7906789" y="49113"/>
                  </a:lnTo>
                  <a:lnTo>
                    <a:pt x="7906915" y="49113"/>
                  </a:lnTo>
                  <a:lnTo>
                    <a:pt x="7907042" y="49113"/>
                  </a:lnTo>
                  <a:lnTo>
                    <a:pt x="7907168" y="49113"/>
                  </a:lnTo>
                  <a:lnTo>
                    <a:pt x="7907294" y="49113"/>
                  </a:lnTo>
                  <a:lnTo>
                    <a:pt x="7907421" y="49113"/>
                  </a:lnTo>
                  <a:lnTo>
                    <a:pt x="7907547" y="49113"/>
                  </a:lnTo>
                  <a:lnTo>
                    <a:pt x="7907673" y="49113"/>
                  </a:lnTo>
                  <a:lnTo>
                    <a:pt x="7907799" y="49113"/>
                  </a:lnTo>
                  <a:lnTo>
                    <a:pt x="7907926" y="49113"/>
                  </a:lnTo>
                  <a:lnTo>
                    <a:pt x="7908052" y="49113"/>
                  </a:lnTo>
                  <a:lnTo>
                    <a:pt x="7908178" y="49113"/>
                  </a:lnTo>
                  <a:lnTo>
                    <a:pt x="7908304" y="49113"/>
                  </a:lnTo>
                  <a:lnTo>
                    <a:pt x="7908431" y="49113"/>
                  </a:lnTo>
                  <a:lnTo>
                    <a:pt x="7908557" y="49113"/>
                  </a:lnTo>
                  <a:lnTo>
                    <a:pt x="7908683" y="49113"/>
                  </a:lnTo>
                  <a:lnTo>
                    <a:pt x="7908809" y="49113"/>
                  </a:lnTo>
                  <a:lnTo>
                    <a:pt x="7908936" y="49113"/>
                  </a:lnTo>
                  <a:lnTo>
                    <a:pt x="7909062" y="49113"/>
                  </a:lnTo>
                  <a:lnTo>
                    <a:pt x="7909188" y="49113"/>
                  </a:lnTo>
                  <a:lnTo>
                    <a:pt x="7909314" y="49113"/>
                  </a:lnTo>
                  <a:lnTo>
                    <a:pt x="7909441" y="49113"/>
                  </a:lnTo>
                  <a:lnTo>
                    <a:pt x="7909567" y="49113"/>
                  </a:lnTo>
                  <a:lnTo>
                    <a:pt x="7909693" y="49113"/>
                  </a:lnTo>
                  <a:lnTo>
                    <a:pt x="7909819" y="49113"/>
                  </a:lnTo>
                  <a:lnTo>
                    <a:pt x="7909946" y="49113"/>
                  </a:lnTo>
                  <a:lnTo>
                    <a:pt x="7910072" y="49113"/>
                  </a:lnTo>
                  <a:lnTo>
                    <a:pt x="7910198" y="49113"/>
                  </a:lnTo>
                  <a:lnTo>
                    <a:pt x="7910324" y="49113"/>
                  </a:lnTo>
                  <a:lnTo>
                    <a:pt x="7910451" y="49113"/>
                  </a:lnTo>
                  <a:lnTo>
                    <a:pt x="7910577" y="49113"/>
                  </a:lnTo>
                  <a:lnTo>
                    <a:pt x="7910703" y="49113"/>
                  </a:lnTo>
                  <a:lnTo>
                    <a:pt x="7910829" y="49113"/>
                  </a:lnTo>
                  <a:lnTo>
                    <a:pt x="7910956" y="49113"/>
                  </a:lnTo>
                  <a:lnTo>
                    <a:pt x="7911082" y="49113"/>
                  </a:lnTo>
                  <a:lnTo>
                    <a:pt x="7911208" y="49113"/>
                  </a:lnTo>
                  <a:lnTo>
                    <a:pt x="7911334" y="49113"/>
                  </a:lnTo>
                  <a:lnTo>
                    <a:pt x="7911461" y="49113"/>
                  </a:lnTo>
                  <a:lnTo>
                    <a:pt x="7911587" y="49113"/>
                  </a:lnTo>
                  <a:lnTo>
                    <a:pt x="7911713" y="49113"/>
                  </a:lnTo>
                  <a:lnTo>
                    <a:pt x="7911839" y="49113"/>
                  </a:lnTo>
                  <a:lnTo>
                    <a:pt x="7911966" y="49113"/>
                  </a:lnTo>
                  <a:lnTo>
                    <a:pt x="7912092" y="49113"/>
                  </a:lnTo>
                  <a:lnTo>
                    <a:pt x="7912218" y="49113"/>
                  </a:lnTo>
                  <a:lnTo>
                    <a:pt x="7912345" y="49113"/>
                  </a:lnTo>
                  <a:lnTo>
                    <a:pt x="7912471" y="49113"/>
                  </a:lnTo>
                  <a:lnTo>
                    <a:pt x="7912597" y="49113"/>
                  </a:lnTo>
                  <a:lnTo>
                    <a:pt x="7912723" y="49113"/>
                  </a:lnTo>
                  <a:lnTo>
                    <a:pt x="7912850" y="49113"/>
                  </a:lnTo>
                  <a:lnTo>
                    <a:pt x="7912976" y="49113"/>
                  </a:lnTo>
                  <a:lnTo>
                    <a:pt x="7913102" y="49113"/>
                  </a:lnTo>
                  <a:lnTo>
                    <a:pt x="7913228" y="49113"/>
                  </a:lnTo>
                  <a:lnTo>
                    <a:pt x="7913355" y="49113"/>
                  </a:lnTo>
                  <a:lnTo>
                    <a:pt x="7913481" y="49113"/>
                  </a:lnTo>
                  <a:lnTo>
                    <a:pt x="7913607" y="49113"/>
                  </a:lnTo>
                  <a:lnTo>
                    <a:pt x="7913733" y="49113"/>
                  </a:lnTo>
                  <a:lnTo>
                    <a:pt x="7913860" y="49113"/>
                  </a:lnTo>
                  <a:lnTo>
                    <a:pt x="7913986" y="49113"/>
                  </a:lnTo>
                  <a:lnTo>
                    <a:pt x="7914112" y="49113"/>
                  </a:lnTo>
                  <a:lnTo>
                    <a:pt x="7914238" y="49113"/>
                  </a:lnTo>
                  <a:lnTo>
                    <a:pt x="7914365" y="49113"/>
                  </a:lnTo>
                  <a:lnTo>
                    <a:pt x="7914491" y="49113"/>
                  </a:lnTo>
                  <a:lnTo>
                    <a:pt x="7914617" y="49113"/>
                  </a:lnTo>
                  <a:lnTo>
                    <a:pt x="7914743" y="49113"/>
                  </a:lnTo>
                  <a:lnTo>
                    <a:pt x="7914870" y="49113"/>
                  </a:lnTo>
                  <a:lnTo>
                    <a:pt x="7914996" y="49113"/>
                  </a:lnTo>
                  <a:lnTo>
                    <a:pt x="7915122" y="49113"/>
                  </a:lnTo>
                  <a:lnTo>
                    <a:pt x="7915248" y="49113"/>
                  </a:lnTo>
                  <a:lnTo>
                    <a:pt x="7915375" y="49113"/>
                  </a:lnTo>
                  <a:lnTo>
                    <a:pt x="7915501" y="49113"/>
                  </a:lnTo>
                  <a:lnTo>
                    <a:pt x="7915627" y="49113"/>
                  </a:lnTo>
                  <a:lnTo>
                    <a:pt x="7915753" y="49113"/>
                  </a:lnTo>
                  <a:lnTo>
                    <a:pt x="7915880" y="49113"/>
                  </a:lnTo>
                  <a:lnTo>
                    <a:pt x="7916006" y="49113"/>
                  </a:lnTo>
                  <a:lnTo>
                    <a:pt x="7916132" y="49113"/>
                  </a:lnTo>
                  <a:lnTo>
                    <a:pt x="7916258" y="49113"/>
                  </a:lnTo>
                  <a:lnTo>
                    <a:pt x="7916385" y="49113"/>
                  </a:lnTo>
                  <a:lnTo>
                    <a:pt x="7916511" y="49113"/>
                  </a:lnTo>
                  <a:lnTo>
                    <a:pt x="7916637" y="49113"/>
                  </a:lnTo>
                  <a:lnTo>
                    <a:pt x="7916763" y="49113"/>
                  </a:lnTo>
                  <a:lnTo>
                    <a:pt x="7916890" y="49113"/>
                  </a:lnTo>
                  <a:lnTo>
                    <a:pt x="7917016" y="49113"/>
                  </a:lnTo>
                  <a:lnTo>
                    <a:pt x="7917142" y="49113"/>
                  </a:lnTo>
                  <a:lnTo>
                    <a:pt x="7917268" y="49113"/>
                  </a:lnTo>
                  <a:lnTo>
                    <a:pt x="7917395" y="49113"/>
                  </a:lnTo>
                  <a:lnTo>
                    <a:pt x="7917521" y="49113"/>
                  </a:lnTo>
                  <a:lnTo>
                    <a:pt x="7917647" y="49113"/>
                  </a:lnTo>
                  <a:lnTo>
                    <a:pt x="7917774" y="49113"/>
                  </a:lnTo>
                  <a:lnTo>
                    <a:pt x="7917900" y="49113"/>
                  </a:lnTo>
                  <a:lnTo>
                    <a:pt x="7918026" y="49113"/>
                  </a:lnTo>
                  <a:lnTo>
                    <a:pt x="7918152" y="49113"/>
                  </a:lnTo>
                  <a:lnTo>
                    <a:pt x="7918279" y="49113"/>
                  </a:lnTo>
                  <a:lnTo>
                    <a:pt x="7918405" y="49113"/>
                  </a:lnTo>
                  <a:lnTo>
                    <a:pt x="7918531" y="49113"/>
                  </a:lnTo>
                  <a:lnTo>
                    <a:pt x="7918657" y="49113"/>
                  </a:lnTo>
                  <a:lnTo>
                    <a:pt x="7918784" y="49113"/>
                  </a:lnTo>
                  <a:lnTo>
                    <a:pt x="7918910" y="49113"/>
                  </a:lnTo>
                  <a:lnTo>
                    <a:pt x="7919036" y="49113"/>
                  </a:lnTo>
                  <a:lnTo>
                    <a:pt x="7919162" y="49113"/>
                  </a:lnTo>
                  <a:lnTo>
                    <a:pt x="7919289" y="49113"/>
                  </a:lnTo>
                  <a:lnTo>
                    <a:pt x="7919415" y="49113"/>
                  </a:lnTo>
                  <a:lnTo>
                    <a:pt x="7919541" y="49113"/>
                  </a:lnTo>
                  <a:lnTo>
                    <a:pt x="7919667" y="49113"/>
                  </a:lnTo>
                  <a:lnTo>
                    <a:pt x="7919794" y="49113"/>
                  </a:lnTo>
                  <a:lnTo>
                    <a:pt x="7919920" y="49113"/>
                  </a:lnTo>
                  <a:lnTo>
                    <a:pt x="7920046" y="49113"/>
                  </a:lnTo>
                  <a:lnTo>
                    <a:pt x="7920172" y="49113"/>
                  </a:lnTo>
                  <a:lnTo>
                    <a:pt x="7920299" y="49113"/>
                  </a:lnTo>
                  <a:lnTo>
                    <a:pt x="7920425" y="49113"/>
                  </a:lnTo>
                  <a:lnTo>
                    <a:pt x="7920551" y="49113"/>
                  </a:lnTo>
                  <a:lnTo>
                    <a:pt x="7920677" y="49113"/>
                  </a:lnTo>
                  <a:lnTo>
                    <a:pt x="7920804" y="49113"/>
                  </a:lnTo>
                  <a:lnTo>
                    <a:pt x="7920930" y="49113"/>
                  </a:lnTo>
                  <a:lnTo>
                    <a:pt x="7921056" y="49113"/>
                  </a:lnTo>
                  <a:lnTo>
                    <a:pt x="7921182" y="49113"/>
                  </a:lnTo>
                  <a:lnTo>
                    <a:pt x="7921309" y="49113"/>
                  </a:lnTo>
                  <a:lnTo>
                    <a:pt x="7921435" y="49113"/>
                  </a:lnTo>
                  <a:lnTo>
                    <a:pt x="7921561" y="49113"/>
                  </a:lnTo>
                  <a:lnTo>
                    <a:pt x="7921687" y="49113"/>
                  </a:lnTo>
                  <a:lnTo>
                    <a:pt x="7921814" y="49113"/>
                  </a:lnTo>
                  <a:lnTo>
                    <a:pt x="7921940" y="49113"/>
                  </a:lnTo>
                  <a:lnTo>
                    <a:pt x="7922066" y="49113"/>
                  </a:lnTo>
                  <a:lnTo>
                    <a:pt x="7922192" y="49113"/>
                  </a:lnTo>
                  <a:lnTo>
                    <a:pt x="7922319" y="49113"/>
                  </a:lnTo>
                  <a:lnTo>
                    <a:pt x="7922445" y="49113"/>
                  </a:lnTo>
                  <a:lnTo>
                    <a:pt x="7922571" y="49113"/>
                  </a:lnTo>
                  <a:lnTo>
                    <a:pt x="7922698" y="49113"/>
                  </a:lnTo>
                  <a:lnTo>
                    <a:pt x="7922824" y="49113"/>
                  </a:lnTo>
                  <a:lnTo>
                    <a:pt x="7922950" y="49113"/>
                  </a:lnTo>
                  <a:lnTo>
                    <a:pt x="7923076" y="49113"/>
                  </a:lnTo>
                  <a:lnTo>
                    <a:pt x="7923203" y="49113"/>
                  </a:lnTo>
                  <a:lnTo>
                    <a:pt x="7923329" y="49113"/>
                  </a:lnTo>
                  <a:lnTo>
                    <a:pt x="7923455" y="49113"/>
                  </a:lnTo>
                  <a:lnTo>
                    <a:pt x="7923581" y="49113"/>
                  </a:lnTo>
                  <a:lnTo>
                    <a:pt x="7923708" y="49113"/>
                  </a:lnTo>
                  <a:lnTo>
                    <a:pt x="7923834" y="49113"/>
                  </a:lnTo>
                  <a:lnTo>
                    <a:pt x="7923960" y="49113"/>
                  </a:lnTo>
                  <a:lnTo>
                    <a:pt x="7924086" y="49113"/>
                  </a:lnTo>
                  <a:lnTo>
                    <a:pt x="7924213" y="49113"/>
                  </a:lnTo>
                  <a:lnTo>
                    <a:pt x="7924339" y="49113"/>
                  </a:lnTo>
                  <a:lnTo>
                    <a:pt x="7924465" y="49113"/>
                  </a:lnTo>
                  <a:lnTo>
                    <a:pt x="7924591" y="49113"/>
                  </a:lnTo>
                  <a:lnTo>
                    <a:pt x="7924718" y="49113"/>
                  </a:lnTo>
                  <a:lnTo>
                    <a:pt x="7924844" y="49113"/>
                  </a:lnTo>
                  <a:lnTo>
                    <a:pt x="7924970" y="49113"/>
                  </a:lnTo>
                  <a:lnTo>
                    <a:pt x="7925096" y="49113"/>
                  </a:lnTo>
                  <a:lnTo>
                    <a:pt x="7925223" y="49113"/>
                  </a:lnTo>
                  <a:lnTo>
                    <a:pt x="7925349" y="49113"/>
                  </a:lnTo>
                  <a:lnTo>
                    <a:pt x="7925475" y="49113"/>
                  </a:lnTo>
                  <a:lnTo>
                    <a:pt x="7925601" y="49113"/>
                  </a:lnTo>
                  <a:lnTo>
                    <a:pt x="7925728" y="49113"/>
                  </a:lnTo>
                  <a:lnTo>
                    <a:pt x="7925854" y="49113"/>
                  </a:lnTo>
                  <a:lnTo>
                    <a:pt x="7925980" y="49113"/>
                  </a:lnTo>
                  <a:lnTo>
                    <a:pt x="7926106" y="49113"/>
                  </a:lnTo>
                  <a:lnTo>
                    <a:pt x="7926233" y="49113"/>
                  </a:lnTo>
                  <a:lnTo>
                    <a:pt x="7926359" y="49113"/>
                  </a:lnTo>
                  <a:lnTo>
                    <a:pt x="7926485" y="49113"/>
                  </a:lnTo>
                  <a:lnTo>
                    <a:pt x="7926611" y="49113"/>
                  </a:lnTo>
                  <a:lnTo>
                    <a:pt x="7926738" y="49113"/>
                  </a:lnTo>
                  <a:lnTo>
                    <a:pt x="7926864" y="49113"/>
                  </a:lnTo>
                  <a:lnTo>
                    <a:pt x="7926864" y="44202"/>
                  </a:lnTo>
                  <a:lnTo>
                    <a:pt x="7926990" y="44202"/>
                  </a:lnTo>
                  <a:lnTo>
                    <a:pt x="7927116" y="44202"/>
                  </a:lnTo>
                  <a:lnTo>
                    <a:pt x="7927243" y="44202"/>
                  </a:lnTo>
                  <a:lnTo>
                    <a:pt x="7927369" y="44202"/>
                  </a:lnTo>
                  <a:lnTo>
                    <a:pt x="7927495" y="44202"/>
                  </a:lnTo>
                  <a:lnTo>
                    <a:pt x="7927621" y="44202"/>
                  </a:lnTo>
                  <a:lnTo>
                    <a:pt x="7927748" y="44202"/>
                  </a:lnTo>
                  <a:lnTo>
                    <a:pt x="7927874" y="44202"/>
                  </a:lnTo>
                  <a:lnTo>
                    <a:pt x="7928000" y="44202"/>
                  </a:lnTo>
                  <a:lnTo>
                    <a:pt x="7928127" y="44202"/>
                  </a:lnTo>
                  <a:lnTo>
                    <a:pt x="7928253" y="44202"/>
                  </a:lnTo>
                  <a:lnTo>
                    <a:pt x="7928379" y="44202"/>
                  </a:lnTo>
                  <a:lnTo>
                    <a:pt x="7928505" y="44202"/>
                  </a:lnTo>
                  <a:lnTo>
                    <a:pt x="7928632" y="44202"/>
                  </a:lnTo>
                  <a:lnTo>
                    <a:pt x="7928758" y="44202"/>
                  </a:lnTo>
                  <a:lnTo>
                    <a:pt x="7928884" y="44202"/>
                  </a:lnTo>
                  <a:lnTo>
                    <a:pt x="7929010" y="44202"/>
                  </a:lnTo>
                  <a:lnTo>
                    <a:pt x="7929137" y="44202"/>
                  </a:lnTo>
                  <a:lnTo>
                    <a:pt x="7929263" y="44202"/>
                  </a:lnTo>
                  <a:lnTo>
                    <a:pt x="7929389" y="44202"/>
                  </a:lnTo>
                  <a:lnTo>
                    <a:pt x="7929515" y="44202"/>
                  </a:lnTo>
                  <a:lnTo>
                    <a:pt x="7929642" y="44202"/>
                  </a:lnTo>
                  <a:lnTo>
                    <a:pt x="7929768" y="44202"/>
                  </a:lnTo>
                  <a:lnTo>
                    <a:pt x="7929894" y="44202"/>
                  </a:lnTo>
                  <a:lnTo>
                    <a:pt x="7930020" y="44202"/>
                  </a:lnTo>
                  <a:lnTo>
                    <a:pt x="7930147" y="44202"/>
                  </a:lnTo>
                  <a:lnTo>
                    <a:pt x="7930273" y="44202"/>
                  </a:lnTo>
                  <a:lnTo>
                    <a:pt x="7930399" y="44202"/>
                  </a:lnTo>
                  <a:lnTo>
                    <a:pt x="7930525" y="44202"/>
                  </a:lnTo>
                  <a:lnTo>
                    <a:pt x="7930652" y="44202"/>
                  </a:lnTo>
                  <a:lnTo>
                    <a:pt x="7930778" y="44202"/>
                  </a:lnTo>
                  <a:lnTo>
                    <a:pt x="7930904" y="44202"/>
                  </a:lnTo>
                  <a:lnTo>
                    <a:pt x="7931030" y="44202"/>
                  </a:lnTo>
                  <a:lnTo>
                    <a:pt x="7931157" y="44202"/>
                  </a:lnTo>
                  <a:lnTo>
                    <a:pt x="7931283" y="44202"/>
                  </a:lnTo>
                  <a:lnTo>
                    <a:pt x="7931409" y="44202"/>
                  </a:lnTo>
                  <a:lnTo>
                    <a:pt x="7931535" y="44202"/>
                  </a:lnTo>
                  <a:lnTo>
                    <a:pt x="7931662" y="44202"/>
                  </a:lnTo>
                  <a:lnTo>
                    <a:pt x="7931788" y="44202"/>
                  </a:lnTo>
                  <a:lnTo>
                    <a:pt x="7931914" y="44202"/>
                  </a:lnTo>
                  <a:lnTo>
                    <a:pt x="7932040" y="44202"/>
                  </a:lnTo>
                  <a:lnTo>
                    <a:pt x="7932167" y="44202"/>
                  </a:lnTo>
                  <a:lnTo>
                    <a:pt x="7932293" y="44202"/>
                  </a:lnTo>
                  <a:lnTo>
                    <a:pt x="7932419" y="44202"/>
                  </a:lnTo>
                  <a:lnTo>
                    <a:pt x="7932545" y="44202"/>
                  </a:lnTo>
                  <a:lnTo>
                    <a:pt x="7932672" y="44202"/>
                  </a:lnTo>
                  <a:lnTo>
                    <a:pt x="7932798" y="44202"/>
                  </a:lnTo>
                  <a:lnTo>
                    <a:pt x="7932924" y="44202"/>
                  </a:lnTo>
                  <a:lnTo>
                    <a:pt x="7933051" y="44202"/>
                  </a:lnTo>
                  <a:lnTo>
                    <a:pt x="7933177" y="44202"/>
                  </a:lnTo>
                  <a:lnTo>
                    <a:pt x="7933303" y="44202"/>
                  </a:lnTo>
                  <a:lnTo>
                    <a:pt x="7933429" y="44202"/>
                  </a:lnTo>
                  <a:lnTo>
                    <a:pt x="7933556" y="44202"/>
                  </a:lnTo>
                  <a:lnTo>
                    <a:pt x="7933682" y="44202"/>
                  </a:lnTo>
                  <a:lnTo>
                    <a:pt x="7933808" y="44202"/>
                  </a:lnTo>
                  <a:lnTo>
                    <a:pt x="7933934" y="44202"/>
                  </a:lnTo>
                  <a:lnTo>
                    <a:pt x="7934061" y="44202"/>
                  </a:lnTo>
                  <a:lnTo>
                    <a:pt x="7934187" y="44202"/>
                  </a:lnTo>
                  <a:lnTo>
                    <a:pt x="7934313" y="44202"/>
                  </a:lnTo>
                  <a:lnTo>
                    <a:pt x="7934439" y="44202"/>
                  </a:lnTo>
                  <a:lnTo>
                    <a:pt x="7934566" y="44202"/>
                  </a:lnTo>
                  <a:lnTo>
                    <a:pt x="7934692" y="44202"/>
                  </a:lnTo>
                  <a:lnTo>
                    <a:pt x="7934818" y="44202"/>
                  </a:lnTo>
                  <a:lnTo>
                    <a:pt x="7934944" y="44202"/>
                  </a:lnTo>
                  <a:lnTo>
                    <a:pt x="7935071" y="44202"/>
                  </a:lnTo>
                  <a:lnTo>
                    <a:pt x="7935197" y="44202"/>
                  </a:lnTo>
                  <a:lnTo>
                    <a:pt x="7935323" y="44202"/>
                  </a:lnTo>
                  <a:lnTo>
                    <a:pt x="7935449" y="44202"/>
                  </a:lnTo>
                  <a:lnTo>
                    <a:pt x="7935576" y="44202"/>
                  </a:lnTo>
                  <a:lnTo>
                    <a:pt x="7935702" y="44202"/>
                  </a:lnTo>
                  <a:lnTo>
                    <a:pt x="7935828" y="44202"/>
                  </a:lnTo>
                  <a:lnTo>
                    <a:pt x="7935954" y="44202"/>
                  </a:lnTo>
                  <a:lnTo>
                    <a:pt x="7936081" y="44202"/>
                  </a:lnTo>
                  <a:lnTo>
                    <a:pt x="7936207" y="44202"/>
                  </a:lnTo>
                  <a:lnTo>
                    <a:pt x="7936333" y="44202"/>
                  </a:lnTo>
                  <a:lnTo>
                    <a:pt x="7936459" y="44202"/>
                  </a:lnTo>
                  <a:lnTo>
                    <a:pt x="7936586" y="44202"/>
                  </a:lnTo>
                  <a:lnTo>
                    <a:pt x="7936712" y="44202"/>
                  </a:lnTo>
                  <a:lnTo>
                    <a:pt x="7936838" y="44202"/>
                  </a:lnTo>
                  <a:lnTo>
                    <a:pt x="7936964" y="44202"/>
                  </a:lnTo>
                  <a:lnTo>
                    <a:pt x="7937091" y="44202"/>
                  </a:lnTo>
                  <a:lnTo>
                    <a:pt x="7937217" y="44202"/>
                  </a:lnTo>
                  <a:lnTo>
                    <a:pt x="7937343" y="44202"/>
                  </a:lnTo>
                  <a:lnTo>
                    <a:pt x="7937469" y="44202"/>
                  </a:lnTo>
                  <a:lnTo>
                    <a:pt x="7937596" y="44202"/>
                  </a:lnTo>
                  <a:lnTo>
                    <a:pt x="7937722" y="44202"/>
                  </a:lnTo>
                  <a:lnTo>
                    <a:pt x="7937848" y="44202"/>
                  </a:lnTo>
                  <a:lnTo>
                    <a:pt x="7937974" y="44202"/>
                  </a:lnTo>
                  <a:lnTo>
                    <a:pt x="7938101" y="44202"/>
                  </a:lnTo>
                  <a:lnTo>
                    <a:pt x="7938227" y="44202"/>
                  </a:lnTo>
                  <a:lnTo>
                    <a:pt x="7938353" y="44202"/>
                  </a:lnTo>
                  <a:lnTo>
                    <a:pt x="7938480" y="44202"/>
                  </a:lnTo>
                  <a:lnTo>
                    <a:pt x="7938606" y="44202"/>
                  </a:lnTo>
                  <a:lnTo>
                    <a:pt x="7938732" y="44202"/>
                  </a:lnTo>
                  <a:lnTo>
                    <a:pt x="7938858" y="44202"/>
                  </a:lnTo>
                  <a:lnTo>
                    <a:pt x="7938985" y="44202"/>
                  </a:lnTo>
                  <a:lnTo>
                    <a:pt x="7939111" y="44202"/>
                  </a:lnTo>
                  <a:lnTo>
                    <a:pt x="7939237" y="44202"/>
                  </a:lnTo>
                  <a:lnTo>
                    <a:pt x="7939363" y="44202"/>
                  </a:lnTo>
                  <a:lnTo>
                    <a:pt x="7939490" y="44202"/>
                  </a:lnTo>
                  <a:lnTo>
                    <a:pt x="7939616" y="44202"/>
                  </a:lnTo>
                  <a:lnTo>
                    <a:pt x="7939742" y="44202"/>
                  </a:lnTo>
                  <a:lnTo>
                    <a:pt x="7939868" y="44202"/>
                  </a:lnTo>
                  <a:lnTo>
                    <a:pt x="7939995" y="44202"/>
                  </a:lnTo>
                  <a:lnTo>
                    <a:pt x="7940121" y="44202"/>
                  </a:lnTo>
                  <a:lnTo>
                    <a:pt x="7940247" y="44202"/>
                  </a:lnTo>
                  <a:lnTo>
                    <a:pt x="7940373" y="44202"/>
                  </a:lnTo>
                  <a:lnTo>
                    <a:pt x="7940500" y="44202"/>
                  </a:lnTo>
                  <a:lnTo>
                    <a:pt x="7940626" y="44202"/>
                  </a:lnTo>
                  <a:lnTo>
                    <a:pt x="7940752" y="44202"/>
                  </a:lnTo>
                  <a:lnTo>
                    <a:pt x="7940878" y="44202"/>
                  </a:lnTo>
                  <a:lnTo>
                    <a:pt x="7941005" y="44202"/>
                  </a:lnTo>
                  <a:lnTo>
                    <a:pt x="7941131" y="44202"/>
                  </a:lnTo>
                  <a:lnTo>
                    <a:pt x="7941257" y="44202"/>
                  </a:lnTo>
                  <a:lnTo>
                    <a:pt x="7941383" y="44202"/>
                  </a:lnTo>
                  <a:lnTo>
                    <a:pt x="7941510" y="44202"/>
                  </a:lnTo>
                  <a:lnTo>
                    <a:pt x="7941636" y="44202"/>
                  </a:lnTo>
                  <a:lnTo>
                    <a:pt x="7941762" y="44202"/>
                  </a:lnTo>
                  <a:lnTo>
                    <a:pt x="7941888" y="44202"/>
                  </a:lnTo>
                  <a:lnTo>
                    <a:pt x="7942015" y="44202"/>
                  </a:lnTo>
                  <a:lnTo>
                    <a:pt x="7942141" y="44202"/>
                  </a:lnTo>
                  <a:lnTo>
                    <a:pt x="7942267" y="44202"/>
                  </a:lnTo>
                  <a:lnTo>
                    <a:pt x="7942393" y="44202"/>
                  </a:lnTo>
                  <a:lnTo>
                    <a:pt x="7942520" y="44202"/>
                  </a:lnTo>
                  <a:lnTo>
                    <a:pt x="7942646" y="44202"/>
                  </a:lnTo>
                  <a:lnTo>
                    <a:pt x="7942772" y="44202"/>
                  </a:lnTo>
                  <a:lnTo>
                    <a:pt x="7942898" y="44202"/>
                  </a:lnTo>
                  <a:lnTo>
                    <a:pt x="7943025" y="44202"/>
                  </a:lnTo>
                  <a:lnTo>
                    <a:pt x="7943151" y="44202"/>
                  </a:lnTo>
                  <a:lnTo>
                    <a:pt x="7943277" y="44202"/>
                  </a:lnTo>
                  <a:lnTo>
                    <a:pt x="7943404" y="44202"/>
                  </a:lnTo>
                  <a:lnTo>
                    <a:pt x="7943530" y="44202"/>
                  </a:lnTo>
                  <a:lnTo>
                    <a:pt x="7943656" y="44202"/>
                  </a:lnTo>
                  <a:lnTo>
                    <a:pt x="7943782" y="44202"/>
                  </a:lnTo>
                  <a:lnTo>
                    <a:pt x="7943909" y="44202"/>
                  </a:lnTo>
                  <a:lnTo>
                    <a:pt x="7944035" y="44202"/>
                  </a:lnTo>
                  <a:lnTo>
                    <a:pt x="7944161" y="44202"/>
                  </a:lnTo>
                  <a:lnTo>
                    <a:pt x="7944287" y="44202"/>
                  </a:lnTo>
                  <a:lnTo>
                    <a:pt x="7944414" y="44202"/>
                  </a:lnTo>
                  <a:lnTo>
                    <a:pt x="7944540" y="44202"/>
                  </a:lnTo>
                  <a:lnTo>
                    <a:pt x="7944666" y="44202"/>
                  </a:lnTo>
                  <a:lnTo>
                    <a:pt x="7944792" y="44202"/>
                  </a:lnTo>
                  <a:lnTo>
                    <a:pt x="7944919" y="44202"/>
                  </a:lnTo>
                  <a:lnTo>
                    <a:pt x="7945045" y="44202"/>
                  </a:lnTo>
                  <a:lnTo>
                    <a:pt x="7945171" y="44202"/>
                  </a:lnTo>
                  <a:lnTo>
                    <a:pt x="7945297" y="44202"/>
                  </a:lnTo>
                  <a:lnTo>
                    <a:pt x="7945424" y="44202"/>
                  </a:lnTo>
                  <a:lnTo>
                    <a:pt x="7945550" y="44202"/>
                  </a:lnTo>
                  <a:lnTo>
                    <a:pt x="7945676" y="44202"/>
                  </a:lnTo>
                  <a:lnTo>
                    <a:pt x="7945802" y="44202"/>
                  </a:lnTo>
                  <a:lnTo>
                    <a:pt x="7945929" y="44202"/>
                  </a:lnTo>
                  <a:lnTo>
                    <a:pt x="7946055" y="44202"/>
                  </a:lnTo>
                  <a:lnTo>
                    <a:pt x="7946181" y="44202"/>
                  </a:lnTo>
                  <a:lnTo>
                    <a:pt x="7946307" y="44202"/>
                  </a:lnTo>
                  <a:lnTo>
                    <a:pt x="7946434" y="44202"/>
                  </a:lnTo>
                  <a:lnTo>
                    <a:pt x="7946560" y="44202"/>
                  </a:lnTo>
                  <a:lnTo>
                    <a:pt x="7946686" y="44202"/>
                  </a:lnTo>
                  <a:lnTo>
                    <a:pt x="7946812" y="44202"/>
                  </a:lnTo>
                  <a:lnTo>
                    <a:pt x="7946939" y="44202"/>
                  </a:lnTo>
                  <a:lnTo>
                    <a:pt x="7947065" y="44202"/>
                  </a:lnTo>
                  <a:lnTo>
                    <a:pt x="7947191" y="44202"/>
                  </a:lnTo>
                  <a:lnTo>
                    <a:pt x="7947317" y="44202"/>
                  </a:lnTo>
                  <a:lnTo>
                    <a:pt x="7947444" y="44202"/>
                  </a:lnTo>
                  <a:lnTo>
                    <a:pt x="7947570" y="44202"/>
                  </a:lnTo>
                  <a:lnTo>
                    <a:pt x="7947696" y="44202"/>
                  </a:lnTo>
                  <a:lnTo>
                    <a:pt x="7947822" y="44202"/>
                  </a:lnTo>
                  <a:lnTo>
                    <a:pt x="7947949" y="44202"/>
                  </a:lnTo>
                  <a:lnTo>
                    <a:pt x="7948075" y="44202"/>
                  </a:lnTo>
                  <a:lnTo>
                    <a:pt x="7948201" y="44202"/>
                  </a:lnTo>
                  <a:lnTo>
                    <a:pt x="7948327" y="44202"/>
                  </a:lnTo>
                  <a:lnTo>
                    <a:pt x="7948454" y="44202"/>
                  </a:lnTo>
                  <a:lnTo>
                    <a:pt x="7948580" y="44202"/>
                  </a:lnTo>
                  <a:lnTo>
                    <a:pt x="7948706" y="44202"/>
                  </a:lnTo>
                  <a:lnTo>
                    <a:pt x="7948833" y="44202"/>
                  </a:lnTo>
                  <a:lnTo>
                    <a:pt x="7948959" y="44202"/>
                  </a:lnTo>
                  <a:lnTo>
                    <a:pt x="7949085" y="44202"/>
                  </a:lnTo>
                  <a:lnTo>
                    <a:pt x="7949211" y="44202"/>
                  </a:lnTo>
                  <a:lnTo>
                    <a:pt x="7949338" y="44202"/>
                  </a:lnTo>
                  <a:lnTo>
                    <a:pt x="7949464" y="44202"/>
                  </a:lnTo>
                  <a:lnTo>
                    <a:pt x="7949590" y="44202"/>
                  </a:lnTo>
                  <a:lnTo>
                    <a:pt x="7949716" y="44202"/>
                  </a:lnTo>
                  <a:lnTo>
                    <a:pt x="7949843" y="44202"/>
                  </a:lnTo>
                  <a:lnTo>
                    <a:pt x="7949969" y="44202"/>
                  </a:lnTo>
                  <a:lnTo>
                    <a:pt x="7950095" y="44202"/>
                  </a:lnTo>
                  <a:lnTo>
                    <a:pt x="7950221" y="44202"/>
                  </a:lnTo>
                  <a:lnTo>
                    <a:pt x="7950348" y="44202"/>
                  </a:lnTo>
                  <a:lnTo>
                    <a:pt x="7950474" y="44202"/>
                  </a:lnTo>
                  <a:lnTo>
                    <a:pt x="7950600" y="44202"/>
                  </a:lnTo>
                  <a:lnTo>
                    <a:pt x="7950726" y="44202"/>
                  </a:lnTo>
                  <a:lnTo>
                    <a:pt x="7950853" y="44202"/>
                  </a:lnTo>
                  <a:lnTo>
                    <a:pt x="7950979" y="44202"/>
                  </a:lnTo>
                  <a:lnTo>
                    <a:pt x="7951105" y="44202"/>
                  </a:lnTo>
                  <a:lnTo>
                    <a:pt x="7951231" y="44202"/>
                  </a:lnTo>
                  <a:lnTo>
                    <a:pt x="7951358" y="44202"/>
                  </a:lnTo>
                  <a:lnTo>
                    <a:pt x="7951484" y="44202"/>
                  </a:lnTo>
                  <a:lnTo>
                    <a:pt x="7951484" y="39290"/>
                  </a:lnTo>
                  <a:lnTo>
                    <a:pt x="7951610" y="39290"/>
                  </a:lnTo>
                  <a:lnTo>
                    <a:pt x="7951736" y="39290"/>
                  </a:lnTo>
                  <a:lnTo>
                    <a:pt x="7951863" y="39290"/>
                  </a:lnTo>
                  <a:lnTo>
                    <a:pt x="7951989" y="39290"/>
                  </a:lnTo>
                  <a:lnTo>
                    <a:pt x="7952115" y="39290"/>
                  </a:lnTo>
                  <a:lnTo>
                    <a:pt x="7952241" y="39290"/>
                  </a:lnTo>
                  <a:lnTo>
                    <a:pt x="7952368" y="39290"/>
                  </a:lnTo>
                  <a:lnTo>
                    <a:pt x="7952494" y="39290"/>
                  </a:lnTo>
                  <a:lnTo>
                    <a:pt x="7952620" y="39290"/>
                  </a:lnTo>
                  <a:lnTo>
                    <a:pt x="7952746" y="39290"/>
                  </a:lnTo>
                  <a:lnTo>
                    <a:pt x="7952873" y="39290"/>
                  </a:lnTo>
                  <a:lnTo>
                    <a:pt x="7952999" y="39290"/>
                  </a:lnTo>
                  <a:lnTo>
                    <a:pt x="7953125" y="39290"/>
                  </a:lnTo>
                  <a:lnTo>
                    <a:pt x="7953251" y="39290"/>
                  </a:lnTo>
                  <a:lnTo>
                    <a:pt x="7953378" y="39290"/>
                  </a:lnTo>
                  <a:lnTo>
                    <a:pt x="7953504" y="39290"/>
                  </a:lnTo>
                  <a:lnTo>
                    <a:pt x="7953630" y="39290"/>
                  </a:lnTo>
                  <a:lnTo>
                    <a:pt x="7953757" y="39290"/>
                  </a:lnTo>
                  <a:lnTo>
                    <a:pt x="7953883" y="39290"/>
                  </a:lnTo>
                  <a:lnTo>
                    <a:pt x="7954009" y="39290"/>
                  </a:lnTo>
                  <a:lnTo>
                    <a:pt x="7954135" y="39290"/>
                  </a:lnTo>
                  <a:lnTo>
                    <a:pt x="7954262" y="39290"/>
                  </a:lnTo>
                  <a:lnTo>
                    <a:pt x="7954388" y="39290"/>
                  </a:lnTo>
                  <a:lnTo>
                    <a:pt x="7954514" y="39290"/>
                  </a:lnTo>
                  <a:lnTo>
                    <a:pt x="7954640" y="39290"/>
                  </a:lnTo>
                  <a:lnTo>
                    <a:pt x="7954767" y="39290"/>
                  </a:lnTo>
                  <a:lnTo>
                    <a:pt x="7954893" y="39290"/>
                  </a:lnTo>
                  <a:lnTo>
                    <a:pt x="7955019" y="39290"/>
                  </a:lnTo>
                  <a:lnTo>
                    <a:pt x="7955145" y="39290"/>
                  </a:lnTo>
                  <a:lnTo>
                    <a:pt x="7955272" y="39290"/>
                  </a:lnTo>
                  <a:lnTo>
                    <a:pt x="7955398" y="39290"/>
                  </a:lnTo>
                  <a:lnTo>
                    <a:pt x="7955524" y="39290"/>
                  </a:lnTo>
                  <a:lnTo>
                    <a:pt x="7955650" y="39290"/>
                  </a:lnTo>
                  <a:lnTo>
                    <a:pt x="7955777" y="39290"/>
                  </a:lnTo>
                  <a:lnTo>
                    <a:pt x="7955903" y="39290"/>
                  </a:lnTo>
                  <a:lnTo>
                    <a:pt x="7956029" y="39290"/>
                  </a:lnTo>
                  <a:lnTo>
                    <a:pt x="7956155" y="39290"/>
                  </a:lnTo>
                  <a:lnTo>
                    <a:pt x="7956282" y="39290"/>
                  </a:lnTo>
                  <a:lnTo>
                    <a:pt x="7956408" y="39290"/>
                  </a:lnTo>
                  <a:lnTo>
                    <a:pt x="7956534" y="39290"/>
                  </a:lnTo>
                  <a:lnTo>
                    <a:pt x="7956660" y="39290"/>
                  </a:lnTo>
                  <a:lnTo>
                    <a:pt x="7956787" y="39290"/>
                  </a:lnTo>
                  <a:lnTo>
                    <a:pt x="7956913" y="39290"/>
                  </a:lnTo>
                  <a:lnTo>
                    <a:pt x="7957039" y="39290"/>
                  </a:lnTo>
                  <a:lnTo>
                    <a:pt x="7957165" y="39290"/>
                  </a:lnTo>
                  <a:lnTo>
                    <a:pt x="7957292" y="39290"/>
                  </a:lnTo>
                  <a:lnTo>
                    <a:pt x="7957418" y="39290"/>
                  </a:lnTo>
                  <a:lnTo>
                    <a:pt x="7957544" y="39290"/>
                  </a:lnTo>
                  <a:lnTo>
                    <a:pt x="7957670" y="39290"/>
                  </a:lnTo>
                  <a:lnTo>
                    <a:pt x="7957797" y="39290"/>
                  </a:lnTo>
                  <a:lnTo>
                    <a:pt x="7957923" y="39290"/>
                  </a:lnTo>
                  <a:lnTo>
                    <a:pt x="7958049" y="39290"/>
                  </a:lnTo>
                  <a:lnTo>
                    <a:pt x="7958175" y="39290"/>
                  </a:lnTo>
                  <a:lnTo>
                    <a:pt x="7958302" y="39290"/>
                  </a:lnTo>
                  <a:lnTo>
                    <a:pt x="7958428" y="39290"/>
                  </a:lnTo>
                  <a:lnTo>
                    <a:pt x="7958554" y="39290"/>
                  </a:lnTo>
                  <a:lnTo>
                    <a:pt x="7958681" y="39290"/>
                  </a:lnTo>
                  <a:lnTo>
                    <a:pt x="7958807" y="39290"/>
                  </a:lnTo>
                  <a:lnTo>
                    <a:pt x="7958933" y="39290"/>
                  </a:lnTo>
                  <a:lnTo>
                    <a:pt x="7959059" y="39290"/>
                  </a:lnTo>
                  <a:lnTo>
                    <a:pt x="7959186" y="39290"/>
                  </a:lnTo>
                  <a:lnTo>
                    <a:pt x="7959312" y="39290"/>
                  </a:lnTo>
                  <a:lnTo>
                    <a:pt x="7959438" y="39290"/>
                  </a:lnTo>
                  <a:lnTo>
                    <a:pt x="7959564" y="39290"/>
                  </a:lnTo>
                  <a:lnTo>
                    <a:pt x="7959691" y="39290"/>
                  </a:lnTo>
                  <a:lnTo>
                    <a:pt x="7959817" y="39290"/>
                  </a:lnTo>
                  <a:lnTo>
                    <a:pt x="7959943" y="39290"/>
                  </a:lnTo>
                  <a:lnTo>
                    <a:pt x="7960069" y="39290"/>
                  </a:lnTo>
                  <a:lnTo>
                    <a:pt x="7960196" y="39290"/>
                  </a:lnTo>
                  <a:lnTo>
                    <a:pt x="7960322" y="39290"/>
                  </a:lnTo>
                  <a:lnTo>
                    <a:pt x="7960448" y="39290"/>
                  </a:lnTo>
                  <a:lnTo>
                    <a:pt x="7960574" y="39290"/>
                  </a:lnTo>
                  <a:lnTo>
                    <a:pt x="7960701" y="39290"/>
                  </a:lnTo>
                  <a:lnTo>
                    <a:pt x="7960827" y="39290"/>
                  </a:lnTo>
                  <a:lnTo>
                    <a:pt x="7960953" y="39290"/>
                  </a:lnTo>
                  <a:lnTo>
                    <a:pt x="7961079" y="39290"/>
                  </a:lnTo>
                  <a:lnTo>
                    <a:pt x="7961206" y="39290"/>
                  </a:lnTo>
                  <a:lnTo>
                    <a:pt x="7961332" y="39290"/>
                  </a:lnTo>
                  <a:lnTo>
                    <a:pt x="7961458" y="39290"/>
                  </a:lnTo>
                  <a:lnTo>
                    <a:pt x="7961584" y="39290"/>
                  </a:lnTo>
                  <a:lnTo>
                    <a:pt x="7961711" y="39290"/>
                  </a:lnTo>
                  <a:lnTo>
                    <a:pt x="7961837" y="39290"/>
                  </a:lnTo>
                  <a:lnTo>
                    <a:pt x="7961963" y="39290"/>
                  </a:lnTo>
                  <a:lnTo>
                    <a:pt x="7962089" y="39290"/>
                  </a:lnTo>
                  <a:lnTo>
                    <a:pt x="7962216" y="39290"/>
                  </a:lnTo>
                  <a:lnTo>
                    <a:pt x="7962342" y="39290"/>
                  </a:lnTo>
                  <a:lnTo>
                    <a:pt x="7962468" y="39290"/>
                  </a:lnTo>
                  <a:lnTo>
                    <a:pt x="7962594" y="39290"/>
                  </a:lnTo>
                  <a:lnTo>
                    <a:pt x="7962721" y="39290"/>
                  </a:lnTo>
                  <a:lnTo>
                    <a:pt x="7962847" y="39290"/>
                  </a:lnTo>
                  <a:lnTo>
                    <a:pt x="7962973" y="39290"/>
                  </a:lnTo>
                  <a:lnTo>
                    <a:pt x="7963099" y="39290"/>
                  </a:lnTo>
                  <a:lnTo>
                    <a:pt x="7963226" y="39290"/>
                  </a:lnTo>
                  <a:lnTo>
                    <a:pt x="7963352" y="39290"/>
                  </a:lnTo>
                  <a:lnTo>
                    <a:pt x="7963478" y="39290"/>
                  </a:lnTo>
                  <a:lnTo>
                    <a:pt x="7963604" y="39290"/>
                  </a:lnTo>
                  <a:lnTo>
                    <a:pt x="7963731" y="39290"/>
                  </a:lnTo>
                  <a:lnTo>
                    <a:pt x="7963857" y="39290"/>
                  </a:lnTo>
                  <a:lnTo>
                    <a:pt x="7963983" y="39290"/>
                  </a:lnTo>
                  <a:lnTo>
                    <a:pt x="7964110" y="39290"/>
                  </a:lnTo>
                  <a:lnTo>
                    <a:pt x="7964236" y="39290"/>
                  </a:lnTo>
                  <a:lnTo>
                    <a:pt x="7964362" y="39290"/>
                  </a:lnTo>
                  <a:lnTo>
                    <a:pt x="7964488" y="39290"/>
                  </a:lnTo>
                  <a:lnTo>
                    <a:pt x="7964615" y="39290"/>
                  </a:lnTo>
                  <a:lnTo>
                    <a:pt x="7964741" y="39290"/>
                  </a:lnTo>
                  <a:lnTo>
                    <a:pt x="7964867" y="39290"/>
                  </a:lnTo>
                  <a:lnTo>
                    <a:pt x="7964993" y="39290"/>
                  </a:lnTo>
                  <a:lnTo>
                    <a:pt x="7965120" y="39290"/>
                  </a:lnTo>
                  <a:lnTo>
                    <a:pt x="7965246" y="39290"/>
                  </a:lnTo>
                  <a:lnTo>
                    <a:pt x="7965372" y="39290"/>
                  </a:lnTo>
                  <a:lnTo>
                    <a:pt x="7965498" y="39290"/>
                  </a:lnTo>
                  <a:lnTo>
                    <a:pt x="7965625" y="39290"/>
                  </a:lnTo>
                  <a:lnTo>
                    <a:pt x="7965751" y="39290"/>
                  </a:lnTo>
                  <a:lnTo>
                    <a:pt x="7965877" y="39290"/>
                  </a:lnTo>
                  <a:lnTo>
                    <a:pt x="7966003" y="39290"/>
                  </a:lnTo>
                  <a:lnTo>
                    <a:pt x="7966130" y="39290"/>
                  </a:lnTo>
                  <a:lnTo>
                    <a:pt x="7966256" y="39290"/>
                  </a:lnTo>
                  <a:lnTo>
                    <a:pt x="7966382" y="39290"/>
                  </a:lnTo>
                  <a:lnTo>
                    <a:pt x="7966508" y="39290"/>
                  </a:lnTo>
                  <a:lnTo>
                    <a:pt x="7966635" y="39290"/>
                  </a:lnTo>
                  <a:lnTo>
                    <a:pt x="7966761" y="39290"/>
                  </a:lnTo>
                  <a:lnTo>
                    <a:pt x="7966887" y="39290"/>
                  </a:lnTo>
                  <a:lnTo>
                    <a:pt x="7967013" y="39290"/>
                  </a:lnTo>
                  <a:lnTo>
                    <a:pt x="7967140" y="39290"/>
                  </a:lnTo>
                  <a:lnTo>
                    <a:pt x="7967266" y="39290"/>
                  </a:lnTo>
                  <a:lnTo>
                    <a:pt x="7967392" y="39290"/>
                  </a:lnTo>
                  <a:lnTo>
                    <a:pt x="7967518" y="39290"/>
                  </a:lnTo>
                  <a:lnTo>
                    <a:pt x="7967645" y="39290"/>
                  </a:lnTo>
                  <a:lnTo>
                    <a:pt x="7967771" y="39290"/>
                  </a:lnTo>
                  <a:lnTo>
                    <a:pt x="7967897" y="39290"/>
                  </a:lnTo>
                  <a:lnTo>
                    <a:pt x="7968023" y="39290"/>
                  </a:lnTo>
                  <a:lnTo>
                    <a:pt x="7968150" y="39290"/>
                  </a:lnTo>
                  <a:lnTo>
                    <a:pt x="7968276" y="39290"/>
                  </a:lnTo>
                  <a:lnTo>
                    <a:pt x="7968402" y="39290"/>
                  </a:lnTo>
                  <a:lnTo>
                    <a:pt x="7968528" y="39290"/>
                  </a:lnTo>
                  <a:lnTo>
                    <a:pt x="7968655" y="39290"/>
                  </a:lnTo>
                  <a:lnTo>
                    <a:pt x="7968781" y="39290"/>
                  </a:lnTo>
                  <a:lnTo>
                    <a:pt x="7968907" y="39290"/>
                  </a:lnTo>
                  <a:lnTo>
                    <a:pt x="7969034" y="39290"/>
                  </a:lnTo>
                  <a:lnTo>
                    <a:pt x="7969160" y="39290"/>
                  </a:lnTo>
                  <a:lnTo>
                    <a:pt x="7969286" y="39290"/>
                  </a:lnTo>
                  <a:lnTo>
                    <a:pt x="7969412" y="39290"/>
                  </a:lnTo>
                  <a:lnTo>
                    <a:pt x="7969539" y="39290"/>
                  </a:lnTo>
                  <a:lnTo>
                    <a:pt x="7969665" y="39290"/>
                  </a:lnTo>
                  <a:lnTo>
                    <a:pt x="7969791" y="39290"/>
                  </a:lnTo>
                  <a:lnTo>
                    <a:pt x="7969917" y="39290"/>
                  </a:lnTo>
                  <a:lnTo>
                    <a:pt x="7970044" y="39290"/>
                  </a:lnTo>
                  <a:lnTo>
                    <a:pt x="7970170" y="39290"/>
                  </a:lnTo>
                  <a:lnTo>
                    <a:pt x="7970296" y="39290"/>
                  </a:lnTo>
                  <a:lnTo>
                    <a:pt x="7970422" y="39290"/>
                  </a:lnTo>
                  <a:lnTo>
                    <a:pt x="7970549" y="39290"/>
                  </a:lnTo>
                  <a:lnTo>
                    <a:pt x="7970675" y="39290"/>
                  </a:lnTo>
                  <a:lnTo>
                    <a:pt x="7970801" y="39290"/>
                  </a:lnTo>
                  <a:lnTo>
                    <a:pt x="7970927" y="39290"/>
                  </a:lnTo>
                  <a:lnTo>
                    <a:pt x="7971054" y="39290"/>
                  </a:lnTo>
                  <a:lnTo>
                    <a:pt x="7971180" y="39290"/>
                  </a:lnTo>
                  <a:lnTo>
                    <a:pt x="7971306" y="39290"/>
                  </a:lnTo>
                  <a:lnTo>
                    <a:pt x="7971432" y="39290"/>
                  </a:lnTo>
                  <a:lnTo>
                    <a:pt x="7971559" y="39290"/>
                  </a:lnTo>
                  <a:lnTo>
                    <a:pt x="7971685" y="39290"/>
                  </a:lnTo>
                  <a:lnTo>
                    <a:pt x="7971811" y="39290"/>
                  </a:lnTo>
                  <a:lnTo>
                    <a:pt x="7971937" y="39290"/>
                  </a:lnTo>
                  <a:lnTo>
                    <a:pt x="7972064" y="39290"/>
                  </a:lnTo>
                  <a:lnTo>
                    <a:pt x="7972190" y="39290"/>
                  </a:lnTo>
                  <a:lnTo>
                    <a:pt x="7972316" y="39290"/>
                  </a:lnTo>
                  <a:lnTo>
                    <a:pt x="7972442" y="39290"/>
                  </a:lnTo>
                  <a:lnTo>
                    <a:pt x="7972569" y="39290"/>
                  </a:lnTo>
                  <a:lnTo>
                    <a:pt x="7972695" y="39290"/>
                  </a:lnTo>
                  <a:lnTo>
                    <a:pt x="7972821" y="39290"/>
                  </a:lnTo>
                  <a:lnTo>
                    <a:pt x="7972947" y="39290"/>
                  </a:lnTo>
                  <a:lnTo>
                    <a:pt x="7973074" y="39290"/>
                  </a:lnTo>
                  <a:lnTo>
                    <a:pt x="7973200" y="39290"/>
                  </a:lnTo>
                  <a:lnTo>
                    <a:pt x="7973326" y="39290"/>
                  </a:lnTo>
                  <a:lnTo>
                    <a:pt x="7973452" y="39290"/>
                  </a:lnTo>
                  <a:lnTo>
                    <a:pt x="7973579" y="39290"/>
                  </a:lnTo>
                  <a:lnTo>
                    <a:pt x="7973705" y="39290"/>
                  </a:lnTo>
                  <a:lnTo>
                    <a:pt x="7973831" y="39290"/>
                  </a:lnTo>
                  <a:lnTo>
                    <a:pt x="7973957" y="39290"/>
                  </a:lnTo>
                  <a:lnTo>
                    <a:pt x="7974084" y="39290"/>
                  </a:lnTo>
                  <a:lnTo>
                    <a:pt x="7974210" y="39290"/>
                  </a:lnTo>
                  <a:lnTo>
                    <a:pt x="7974336" y="39290"/>
                  </a:lnTo>
                  <a:lnTo>
                    <a:pt x="7974463" y="39290"/>
                  </a:lnTo>
                  <a:lnTo>
                    <a:pt x="7974589" y="39290"/>
                  </a:lnTo>
                  <a:lnTo>
                    <a:pt x="7974715" y="39290"/>
                  </a:lnTo>
                  <a:lnTo>
                    <a:pt x="7974841" y="39290"/>
                  </a:lnTo>
                  <a:lnTo>
                    <a:pt x="7974968" y="39290"/>
                  </a:lnTo>
                  <a:lnTo>
                    <a:pt x="7975094" y="39290"/>
                  </a:lnTo>
                  <a:lnTo>
                    <a:pt x="7975220" y="39290"/>
                  </a:lnTo>
                  <a:lnTo>
                    <a:pt x="7975346" y="39290"/>
                  </a:lnTo>
                  <a:lnTo>
                    <a:pt x="7975473" y="39290"/>
                  </a:lnTo>
                  <a:lnTo>
                    <a:pt x="7975599" y="39290"/>
                  </a:lnTo>
                  <a:lnTo>
                    <a:pt x="7975725" y="39290"/>
                  </a:lnTo>
                  <a:lnTo>
                    <a:pt x="7975851" y="39290"/>
                  </a:lnTo>
                  <a:lnTo>
                    <a:pt x="7975978" y="39290"/>
                  </a:lnTo>
                  <a:lnTo>
                    <a:pt x="7976104" y="39290"/>
                  </a:lnTo>
                  <a:lnTo>
                    <a:pt x="7976230" y="39290"/>
                  </a:lnTo>
                  <a:lnTo>
                    <a:pt x="7976356" y="39290"/>
                  </a:lnTo>
                  <a:lnTo>
                    <a:pt x="7976483" y="39290"/>
                  </a:lnTo>
                  <a:lnTo>
                    <a:pt x="7976609" y="39290"/>
                  </a:lnTo>
                  <a:lnTo>
                    <a:pt x="7976735" y="39290"/>
                  </a:lnTo>
                  <a:lnTo>
                    <a:pt x="7976861" y="39290"/>
                  </a:lnTo>
                  <a:lnTo>
                    <a:pt x="7976988" y="39290"/>
                  </a:lnTo>
                  <a:lnTo>
                    <a:pt x="7977114" y="39290"/>
                  </a:lnTo>
                  <a:lnTo>
                    <a:pt x="7977240" y="39290"/>
                  </a:lnTo>
                  <a:lnTo>
                    <a:pt x="7977366" y="39290"/>
                  </a:lnTo>
                  <a:lnTo>
                    <a:pt x="7977493" y="39290"/>
                  </a:lnTo>
                  <a:lnTo>
                    <a:pt x="7977619" y="39290"/>
                  </a:lnTo>
                  <a:lnTo>
                    <a:pt x="7977745" y="39290"/>
                  </a:lnTo>
                  <a:lnTo>
                    <a:pt x="7977871" y="39290"/>
                  </a:lnTo>
                  <a:lnTo>
                    <a:pt x="7977998" y="39290"/>
                  </a:lnTo>
                  <a:lnTo>
                    <a:pt x="7978124" y="39290"/>
                  </a:lnTo>
                  <a:lnTo>
                    <a:pt x="7978250" y="39290"/>
                  </a:lnTo>
                  <a:lnTo>
                    <a:pt x="7978376" y="39290"/>
                  </a:lnTo>
                  <a:lnTo>
                    <a:pt x="7978503" y="39290"/>
                  </a:lnTo>
                  <a:lnTo>
                    <a:pt x="7978629" y="39290"/>
                  </a:lnTo>
                  <a:lnTo>
                    <a:pt x="7978755" y="39290"/>
                  </a:lnTo>
                  <a:lnTo>
                    <a:pt x="7978881" y="39290"/>
                  </a:lnTo>
                  <a:lnTo>
                    <a:pt x="7979008" y="39290"/>
                  </a:lnTo>
                  <a:lnTo>
                    <a:pt x="7979134" y="39290"/>
                  </a:lnTo>
                  <a:lnTo>
                    <a:pt x="7979260" y="39290"/>
                  </a:lnTo>
                  <a:lnTo>
                    <a:pt x="7979387" y="39290"/>
                  </a:lnTo>
                  <a:lnTo>
                    <a:pt x="7979513" y="39290"/>
                  </a:lnTo>
                  <a:lnTo>
                    <a:pt x="7979639" y="39290"/>
                  </a:lnTo>
                  <a:lnTo>
                    <a:pt x="7979765" y="39290"/>
                  </a:lnTo>
                  <a:lnTo>
                    <a:pt x="7979892" y="39290"/>
                  </a:lnTo>
                  <a:lnTo>
                    <a:pt x="7980018" y="39290"/>
                  </a:lnTo>
                  <a:lnTo>
                    <a:pt x="7980144" y="39290"/>
                  </a:lnTo>
                  <a:lnTo>
                    <a:pt x="7980270" y="39290"/>
                  </a:lnTo>
                  <a:lnTo>
                    <a:pt x="7980397" y="39290"/>
                  </a:lnTo>
                  <a:lnTo>
                    <a:pt x="7980523" y="39290"/>
                  </a:lnTo>
                  <a:lnTo>
                    <a:pt x="7980649" y="39290"/>
                  </a:lnTo>
                  <a:lnTo>
                    <a:pt x="7980775" y="39290"/>
                  </a:lnTo>
                  <a:lnTo>
                    <a:pt x="7980902" y="39290"/>
                  </a:lnTo>
                  <a:lnTo>
                    <a:pt x="7981028" y="39290"/>
                  </a:lnTo>
                  <a:lnTo>
                    <a:pt x="7981154" y="39290"/>
                  </a:lnTo>
                  <a:lnTo>
                    <a:pt x="7981280" y="39290"/>
                  </a:lnTo>
                  <a:lnTo>
                    <a:pt x="7981407" y="39290"/>
                  </a:lnTo>
                  <a:lnTo>
                    <a:pt x="7981533" y="39290"/>
                  </a:lnTo>
                  <a:lnTo>
                    <a:pt x="7981659" y="39290"/>
                  </a:lnTo>
                  <a:lnTo>
                    <a:pt x="7981785" y="39290"/>
                  </a:lnTo>
                  <a:lnTo>
                    <a:pt x="7981912" y="39290"/>
                  </a:lnTo>
                  <a:lnTo>
                    <a:pt x="7982038" y="39290"/>
                  </a:lnTo>
                  <a:lnTo>
                    <a:pt x="7982164" y="39290"/>
                  </a:lnTo>
                  <a:lnTo>
                    <a:pt x="7982290" y="39290"/>
                  </a:lnTo>
                  <a:lnTo>
                    <a:pt x="7982417" y="39290"/>
                  </a:lnTo>
                  <a:lnTo>
                    <a:pt x="7982543" y="39290"/>
                  </a:lnTo>
                  <a:lnTo>
                    <a:pt x="7982669" y="39290"/>
                  </a:lnTo>
                  <a:lnTo>
                    <a:pt x="7982795" y="39290"/>
                  </a:lnTo>
                  <a:lnTo>
                    <a:pt x="7982922" y="39290"/>
                  </a:lnTo>
                  <a:lnTo>
                    <a:pt x="7983048" y="39290"/>
                  </a:lnTo>
                  <a:lnTo>
                    <a:pt x="7983174" y="39290"/>
                  </a:lnTo>
                  <a:lnTo>
                    <a:pt x="7983300" y="39290"/>
                  </a:lnTo>
                  <a:lnTo>
                    <a:pt x="7983427" y="39290"/>
                  </a:lnTo>
                  <a:lnTo>
                    <a:pt x="7983553" y="39290"/>
                  </a:lnTo>
                  <a:lnTo>
                    <a:pt x="7983679" y="39290"/>
                  </a:lnTo>
                  <a:lnTo>
                    <a:pt x="7983805" y="39290"/>
                  </a:lnTo>
                  <a:lnTo>
                    <a:pt x="7983805" y="34379"/>
                  </a:lnTo>
                  <a:lnTo>
                    <a:pt x="7983932" y="34379"/>
                  </a:lnTo>
                  <a:lnTo>
                    <a:pt x="7984058" y="34379"/>
                  </a:lnTo>
                  <a:lnTo>
                    <a:pt x="7984184" y="34379"/>
                  </a:lnTo>
                  <a:lnTo>
                    <a:pt x="7984310" y="34379"/>
                  </a:lnTo>
                  <a:lnTo>
                    <a:pt x="7984437" y="34379"/>
                  </a:lnTo>
                  <a:lnTo>
                    <a:pt x="7984563" y="34379"/>
                  </a:lnTo>
                  <a:lnTo>
                    <a:pt x="7984689" y="34379"/>
                  </a:lnTo>
                  <a:lnTo>
                    <a:pt x="7984816" y="34379"/>
                  </a:lnTo>
                  <a:lnTo>
                    <a:pt x="7984942" y="34379"/>
                  </a:lnTo>
                  <a:lnTo>
                    <a:pt x="7985068" y="34379"/>
                  </a:lnTo>
                  <a:lnTo>
                    <a:pt x="7985194" y="34379"/>
                  </a:lnTo>
                  <a:lnTo>
                    <a:pt x="7985321" y="34379"/>
                  </a:lnTo>
                  <a:lnTo>
                    <a:pt x="7985447" y="34379"/>
                  </a:lnTo>
                  <a:lnTo>
                    <a:pt x="7985573" y="34379"/>
                  </a:lnTo>
                  <a:lnTo>
                    <a:pt x="7985699" y="34379"/>
                  </a:lnTo>
                  <a:lnTo>
                    <a:pt x="7985826" y="34379"/>
                  </a:lnTo>
                  <a:lnTo>
                    <a:pt x="7985952" y="34379"/>
                  </a:lnTo>
                  <a:lnTo>
                    <a:pt x="7986078" y="34379"/>
                  </a:lnTo>
                  <a:lnTo>
                    <a:pt x="7986204" y="34379"/>
                  </a:lnTo>
                  <a:lnTo>
                    <a:pt x="7986331" y="34379"/>
                  </a:lnTo>
                  <a:lnTo>
                    <a:pt x="7986457" y="34379"/>
                  </a:lnTo>
                  <a:lnTo>
                    <a:pt x="7986583" y="34379"/>
                  </a:lnTo>
                  <a:lnTo>
                    <a:pt x="7986709" y="34379"/>
                  </a:lnTo>
                  <a:lnTo>
                    <a:pt x="7986836" y="34379"/>
                  </a:lnTo>
                  <a:lnTo>
                    <a:pt x="7986962" y="34379"/>
                  </a:lnTo>
                  <a:lnTo>
                    <a:pt x="7987088" y="34379"/>
                  </a:lnTo>
                  <a:lnTo>
                    <a:pt x="7987214" y="34379"/>
                  </a:lnTo>
                  <a:lnTo>
                    <a:pt x="7987341" y="34379"/>
                  </a:lnTo>
                  <a:lnTo>
                    <a:pt x="7987467" y="34379"/>
                  </a:lnTo>
                  <a:lnTo>
                    <a:pt x="7987593" y="34379"/>
                  </a:lnTo>
                  <a:lnTo>
                    <a:pt x="7987719" y="34379"/>
                  </a:lnTo>
                  <a:lnTo>
                    <a:pt x="7987846" y="34379"/>
                  </a:lnTo>
                  <a:lnTo>
                    <a:pt x="7987972" y="34379"/>
                  </a:lnTo>
                  <a:lnTo>
                    <a:pt x="7988098" y="34379"/>
                  </a:lnTo>
                  <a:lnTo>
                    <a:pt x="7988224" y="34379"/>
                  </a:lnTo>
                  <a:lnTo>
                    <a:pt x="7988351" y="34379"/>
                  </a:lnTo>
                  <a:lnTo>
                    <a:pt x="7988477" y="34379"/>
                  </a:lnTo>
                  <a:lnTo>
                    <a:pt x="7988603" y="34379"/>
                  </a:lnTo>
                  <a:lnTo>
                    <a:pt x="7988729" y="34379"/>
                  </a:lnTo>
                  <a:lnTo>
                    <a:pt x="7988856" y="34379"/>
                  </a:lnTo>
                  <a:lnTo>
                    <a:pt x="7988982" y="34379"/>
                  </a:lnTo>
                  <a:lnTo>
                    <a:pt x="7989108" y="34379"/>
                  </a:lnTo>
                  <a:lnTo>
                    <a:pt x="7989234" y="34379"/>
                  </a:lnTo>
                  <a:lnTo>
                    <a:pt x="7989361" y="34379"/>
                  </a:lnTo>
                  <a:lnTo>
                    <a:pt x="7989487" y="34379"/>
                  </a:lnTo>
                  <a:lnTo>
                    <a:pt x="7989613" y="34379"/>
                  </a:lnTo>
                  <a:lnTo>
                    <a:pt x="7989740" y="34379"/>
                  </a:lnTo>
                  <a:lnTo>
                    <a:pt x="7989866" y="34379"/>
                  </a:lnTo>
                  <a:lnTo>
                    <a:pt x="7989992" y="34379"/>
                  </a:lnTo>
                  <a:lnTo>
                    <a:pt x="7990118" y="34379"/>
                  </a:lnTo>
                  <a:lnTo>
                    <a:pt x="7990245" y="34379"/>
                  </a:lnTo>
                  <a:lnTo>
                    <a:pt x="7990371" y="34379"/>
                  </a:lnTo>
                  <a:lnTo>
                    <a:pt x="7990497" y="34379"/>
                  </a:lnTo>
                  <a:lnTo>
                    <a:pt x="7990623" y="34379"/>
                  </a:lnTo>
                  <a:lnTo>
                    <a:pt x="7990750" y="34379"/>
                  </a:lnTo>
                  <a:lnTo>
                    <a:pt x="7990876" y="34379"/>
                  </a:lnTo>
                  <a:lnTo>
                    <a:pt x="7991002" y="34379"/>
                  </a:lnTo>
                  <a:lnTo>
                    <a:pt x="7991128" y="34379"/>
                  </a:lnTo>
                  <a:lnTo>
                    <a:pt x="7991255" y="34379"/>
                  </a:lnTo>
                  <a:lnTo>
                    <a:pt x="7991381" y="34379"/>
                  </a:lnTo>
                  <a:lnTo>
                    <a:pt x="7991507" y="34379"/>
                  </a:lnTo>
                  <a:lnTo>
                    <a:pt x="7991633" y="34379"/>
                  </a:lnTo>
                  <a:lnTo>
                    <a:pt x="7991760" y="34379"/>
                  </a:lnTo>
                  <a:lnTo>
                    <a:pt x="7991886" y="34379"/>
                  </a:lnTo>
                  <a:lnTo>
                    <a:pt x="7992012" y="34379"/>
                  </a:lnTo>
                  <a:lnTo>
                    <a:pt x="7992138" y="34379"/>
                  </a:lnTo>
                  <a:lnTo>
                    <a:pt x="7992265" y="34379"/>
                  </a:lnTo>
                  <a:lnTo>
                    <a:pt x="7992391" y="34379"/>
                  </a:lnTo>
                  <a:lnTo>
                    <a:pt x="7992517" y="34379"/>
                  </a:lnTo>
                  <a:lnTo>
                    <a:pt x="7992643" y="34379"/>
                  </a:lnTo>
                  <a:lnTo>
                    <a:pt x="7992770" y="34379"/>
                  </a:lnTo>
                  <a:lnTo>
                    <a:pt x="7992896" y="34379"/>
                  </a:lnTo>
                  <a:lnTo>
                    <a:pt x="7993022" y="34379"/>
                  </a:lnTo>
                  <a:lnTo>
                    <a:pt x="7993148" y="34379"/>
                  </a:lnTo>
                  <a:lnTo>
                    <a:pt x="7993275" y="34379"/>
                  </a:lnTo>
                  <a:lnTo>
                    <a:pt x="7993401" y="34379"/>
                  </a:lnTo>
                  <a:lnTo>
                    <a:pt x="7993527" y="34379"/>
                  </a:lnTo>
                  <a:lnTo>
                    <a:pt x="7993653" y="34379"/>
                  </a:lnTo>
                  <a:lnTo>
                    <a:pt x="7993780" y="34379"/>
                  </a:lnTo>
                  <a:lnTo>
                    <a:pt x="7993906" y="34379"/>
                  </a:lnTo>
                  <a:lnTo>
                    <a:pt x="7994032" y="34379"/>
                  </a:lnTo>
                  <a:lnTo>
                    <a:pt x="7994158" y="34379"/>
                  </a:lnTo>
                  <a:lnTo>
                    <a:pt x="7994285" y="34379"/>
                  </a:lnTo>
                  <a:lnTo>
                    <a:pt x="7994411" y="34379"/>
                  </a:lnTo>
                  <a:lnTo>
                    <a:pt x="7994537" y="34379"/>
                  </a:lnTo>
                  <a:lnTo>
                    <a:pt x="7994663" y="34379"/>
                  </a:lnTo>
                  <a:lnTo>
                    <a:pt x="7994790" y="34379"/>
                  </a:lnTo>
                  <a:lnTo>
                    <a:pt x="7994916" y="34379"/>
                  </a:lnTo>
                  <a:lnTo>
                    <a:pt x="7995042" y="34379"/>
                  </a:lnTo>
                  <a:lnTo>
                    <a:pt x="7995169" y="34379"/>
                  </a:lnTo>
                  <a:lnTo>
                    <a:pt x="7995295" y="34379"/>
                  </a:lnTo>
                  <a:lnTo>
                    <a:pt x="7995421" y="34379"/>
                  </a:lnTo>
                  <a:lnTo>
                    <a:pt x="7995547" y="34379"/>
                  </a:lnTo>
                  <a:lnTo>
                    <a:pt x="7995674" y="34379"/>
                  </a:lnTo>
                  <a:lnTo>
                    <a:pt x="7995800" y="34379"/>
                  </a:lnTo>
                  <a:lnTo>
                    <a:pt x="7995926" y="34379"/>
                  </a:lnTo>
                  <a:lnTo>
                    <a:pt x="7996052" y="34379"/>
                  </a:lnTo>
                  <a:lnTo>
                    <a:pt x="7996179" y="34379"/>
                  </a:lnTo>
                  <a:lnTo>
                    <a:pt x="7996305" y="34379"/>
                  </a:lnTo>
                  <a:lnTo>
                    <a:pt x="7996431" y="34379"/>
                  </a:lnTo>
                  <a:lnTo>
                    <a:pt x="7996557" y="34379"/>
                  </a:lnTo>
                  <a:lnTo>
                    <a:pt x="7996684" y="34379"/>
                  </a:lnTo>
                  <a:lnTo>
                    <a:pt x="7996810" y="34379"/>
                  </a:lnTo>
                  <a:lnTo>
                    <a:pt x="7996936" y="34379"/>
                  </a:lnTo>
                  <a:lnTo>
                    <a:pt x="7997062" y="34379"/>
                  </a:lnTo>
                  <a:lnTo>
                    <a:pt x="7997189" y="34379"/>
                  </a:lnTo>
                  <a:lnTo>
                    <a:pt x="7997315" y="34379"/>
                  </a:lnTo>
                  <a:lnTo>
                    <a:pt x="7997441" y="34379"/>
                  </a:lnTo>
                  <a:lnTo>
                    <a:pt x="7997567" y="34379"/>
                  </a:lnTo>
                  <a:lnTo>
                    <a:pt x="7997694" y="34379"/>
                  </a:lnTo>
                  <a:lnTo>
                    <a:pt x="7997820" y="34379"/>
                  </a:lnTo>
                  <a:lnTo>
                    <a:pt x="7997946" y="34379"/>
                  </a:lnTo>
                  <a:lnTo>
                    <a:pt x="7998072" y="34379"/>
                  </a:lnTo>
                  <a:lnTo>
                    <a:pt x="7998199" y="34379"/>
                  </a:lnTo>
                  <a:lnTo>
                    <a:pt x="7998325" y="34379"/>
                  </a:lnTo>
                  <a:lnTo>
                    <a:pt x="7998451" y="34379"/>
                  </a:lnTo>
                  <a:lnTo>
                    <a:pt x="7998577" y="34379"/>
                  </a:lnTo>
                  <a:lnTo>
                    <a:pt x="7998704" y="34379"/>
                  </a:lnTo>
                  <a:lnTo>
                    <a:pt x="7998830" y="34379"/>
                  </a:lnTo>
                  <a:lnTo>
                    <a:pt x="7998956" y="34379"/>
                  </a:lnTo>
                  <a:lnTo>
                    <a:pt x="7999082" y="34379"/>
                  </a:lnTo>
                  <a:lnTo>
                    <a:pt x="7999209" y="34379"/>
                  </a:lnTo>
                  <a:lnTo>
                    <a:pt x="7999335" y="34379"/>
                  </a:lnTo>
                  <a:lnTo>
                    <a:pt x="7999461" y="34379"/>
                  </a:lnTo>
                  <a:lnTo>
                    <a:pt x="7999587" y="34379"/>
                  </a:lnTo>
                  <a:lnTo>
                    <a:pt x="7999714" y="34379"/>
                  </a:lnTo>
                  <a:lnTo>
                    <a:pt x="7999840" y="34379"/>
                  </a:lnTo>
                  <a:lnTo>
                    <a:pt x="7999966" y="34379"/>
                  </a:lnTo>
                  <a:lnTo>
                    <a:pt x="8000093" y="34379"/>
                  </a:lnTo>
                  <a:lnTo>
                    <a:pt x="8000219" y="34379"/>
                  </a:lnTo>
                  <a:lnTo>
                    <a:pt x="8000345" y="34379"/>
                  </a:lnTo>
                  <a:lnTo>
                    <a:pt x="8000471" y="34379"/>
                  </a:lnTo>
                  <a:lnTo>
                    <a:pt x="8000598" y="34379"/>
                  </a:lnTo>
                  <a:lnTo>
                    <a:pt x="8000724" y="34379"/>
                  </a:lnTo>
                  <a:lnTo>
                    <a:pt x="8000850" y="34379"/>
                  </a:lnTo>
                  <a:lnTo>
                    <a:pt x="8000976" y="34379"/>
                  </a:lnTo>
                  <a:lnTo>
                    <a:pt x="8001103" y="34379"/>
                  </a:lnTo>
                  <a:lnTo>
                    <a:pt x="8001229" y="34379"/>
                  </a:lnTo>
                  <a:lnTo>
                    <a:pt x="8001355" y="34379"/>
                  </a:lnTo>
                  <a:lnTo>
                    <a:pt x="8001481" y="34379"/>
                  </a:lnTo>
                  <a:lnTo>
                    <a:pt x="8001608" y="34379"/>
                  </a:lnTo>
                  <a:lnTo>
                    <a:pt x="8001734" y="34379"/>
                  </a:lnTo>
                  <a:lnTo>
                    <a:pt x="8001860" y="34379"/>
                  </a:lnTo>
                  <a:lnTo>
                    <a:pt x="8001986" y="34379"/>
                  </a:lnTo>
                  <a:lnTo>
                    <a:pt x="8002113" y="34379"/>
                  </a:lnTo>
                  <a:lnTo>
                    <a:pt x="8002239" y="34379"/>
                  </a:lnTo>
                  <a:lnTo>
                    <a:pt x="8002365" y="34379"/>
                  </a:lnTo>
                  <a:lnTo>
                    <a:pt x="8002491" y="34379"/>
                  </a:lnTo>
                  <a:lnTo>
                    <a:pt x="8002618" y="34379"/>
                  </a:lnTo>
                  <a:lnTo>
                    <a:pt x="8002744" y="34379"/>
                  </a:lnTo>
                  <a:lnTo>
                    <a:pt x="8002870" y="34379"/>
                  </a:lnTo>
                  <a:lnTo>
                    <a:pt x="8002996" y="34379"/>
                  </a:lnTo>
                  <a:lnTo>
                    <a:pt x="8003123" y="34379"/>
                  </a:lnTo>
                  <a:lnTo>
                    <a:pt x="8003249" y="34379"/>
                  </a:lnTo>
                  <a:lnTo>
                    <a:pt x="8003375" y="34379"/>
                  </a:lnTo>
                  <a:lnTo>
                    <a:pt x="8003501" y="34379"/>
                  </a:lnTo>
                  <a:lnTo>
                    <a:pt x="8003628" y="34379"/>
                  </a:lnTo>
                  <a:lnTo>
                    <a:pt x="8003754" y="34379"/>
                  </a:lnTo>
                  <a:lnTo>
                    <a:pt x="8003880" y="34379"/>
                  </a:lnTo>
                  <a:lnTo>
                    <a:pt x="8004006" y="34379"/>
                  </a:lnTo>
                  <a:lnTo>
                    <a:pt x="8004133" y="34379"/>
                  </a:lnTo>
                  <a:lnTo>
                    <a:pt x="8004259" y="34379"/>
                  </a:lnTo>
                  <a:lnTo>
                    <a:pt x="8004385" y="34379"/>
                  </a:lnTo>
                  <a:lnTo>
                    <a:pt x="8004511" y="34379"/>
                  </a:lnTo>
                  <a:lnTo>
                    <a:pt x="8004638" y="34379"/>
                  </a:lnTo>
                  <a:lnTo>
                    <a:pt x="8004764" y="34379"/>
                  </a:lnTo>
                  <a:lnTo>
                    <a:pt x="8004890" y="34379"/>
                  </a:lnTo>
                  <a:lnTo>
                    <a:pt x="8005016" y="34379"/>
                  </a:lnTo>
                  <a:lnTo>
                    <a:pt x="8005143" y="34379"/>
                  </a:lnTo>
                  <a:lnTo>
                    <a:pt x="8005269" y="34379"/>
                  </a:lnTo>
                  <a:lnTo>
                    <a:pt x="8005395" y="34379"/>
                  </a:lnTo>
                  <a:lnTo>
                    <a:pt x="8005522" y="34379"/>
                  </a:lnTo>
                  <a:lnTo>
                    <a:pt x="8005648" y="34379"/>
                  </a:lnTo>
                  <a:lnTo>
                    <a:pt x="8005774" y="34379"/>
                  </a:lnTo>
                  <a:lnTo>
                    <a:pt x="8005900" y="34379"/>
                  </a:lnTo>
                  <a:lnTo>
                    <a:pt x="8006027" y="34379"/>
                  </a:lnTo>
                  <a:lnTo>
                    <a:pt x="8006153" y="34379"/>
                  </a:lnTo>
                  <a:lnTo>
                    <a:pt x="8006279" y="34379"/>
                  </a:lnTo>
                  <a:lnTo>
                    <a:pt x="8006405" y="34379"/>
                  </a:lnTo>
                  <a:lnTo>
                    <a:pt x="8006532" y="34379"/>
                  </a:lnTo>
                  <a:lnTo>
                    <a:pt x="8006658" y="34379"/>
                  </a:lnTo>
                  <a:lnTo>
                    <a:pt x="8006784" y="34379"/>
                  </a:lnTo>
                  <a:lnTo>
                    <a:pt x="8006910" y="34379"/>
                  </a:lnTo>
                  <a:lnTo>
                    <a:pt x="8007037" y="34379"/>
                  </a:lnTo>
                  <a:lnTo>
                    <a:pt x="8007163" y="34379"/>
                  </a:lnTo>
                  <a:lnTo>
                    <a:pt x="8007289" y="34379"/>
                  </a:lnTo>
                  <a:lnTo>
                    <a:pt x="8007415" y="34379"/>
                  </a:lnTo>
                  <a:lnTo>
                    <a:pt x="8007542" y="34379"/>
                  </a:lnTo>
                  <a:lnTo>
                    <a:pt x="8007668" y="34379"/>
                  </a:lnTo>
                  <a:lnTo>
                    <a:pt x="8007794" y="34379"/>
                  </a:lnTo>
                  <a:lnTo>
                    <a:pt x="8007920" y="34379"/>
                  </a:lnTo>
                  <a:lnTo>
                    <a:pt x="8008047" y="34379"/>
                  </a:lnTo>
                  <a:lnTo>
                    <a:pt x="8008173" y="34379"/>
                  </a:lnTo>
                  <a:lnTo>
                    <a:pt x="8008299" y="34379"/>
                  </a:lnTo>
                  <a:lnTo>
                    <a:pt x="8008425" y="34379"/>
                  </a:lnTo>
                  <a:lnTo>
                    <a:pt x="8008552" y="34379"/>
                  </a:lnTo>
                  <a:lnTo>
                    <a:pt x="8008678" y="34379"/>
                  </a:lnTo>
                  <a:lnTo>
                    <a:pt x="8008804" y="34379"/>
                  </a:lnTo>
                  <a:lnTo>
                    <a:pt x="8008930" y="34379"/>
                  </a:lnTo>
                  <a:lnTo>
                    <a:pt x="8009057" y="34379"/>
                  </a:lnTo>
                  <a:lnTo>
                    <a:pt x="8009183" y="34379"/>
                  </a:lnTo>
                  <a:lnTo>
                    <a:pt x="8009309" y="34379"/>
                  </a:lnTo>
                  <a:lnTo>
                    <a:pt x="8009435" y="34379"/>
                  </a:lnTo>
                  <a:lnTo>
                    <a:pt x="8009562" y="34379"/>
                  </a:lnTo>
                  <a:lnTo>
                    <a:pt x="8009688" y="34379"/>
                  </a:lnTo>
                  <a:lnTo>
                    <a:pt x="8009814" y="34379"/>
                  </a:lnTo>
                  <a:lnTo>
                    <a:pt x="8009940" y="34379"/>
                  </a:lnTo>
                  <a:lnTo>
                    <a:pt x="8010067" y="34379"/>
                  </a:lnTo>
                  <a:lnTo>
                    <a:pt x="8010193" y="34379"/>
                  </a:lnTo>
                  <a:lnTo>
                    <a:pt x="8010319" y="34379"/>
                  </a:lnTo>
                  <a:lnTo>
                    <a:pt x="8010446" y="34379"/>
                  </a:lnTo>
                  <a:lnTo>
                    <a:pt x="8010572" y="34379"/>
                  </a:lnTo>
                  <a:lnTo>
                    <a:pt x="8010698" y="34379"/>
                  </a:lnTo>
                  <a:lnTo>
                    <a:pt x="8010824" y="34379"/>
                  </a:lnTo>
                  <a:lnTo>
                    <a:pt x="8010951" y="34379"/>
                  </a:lnTo>
                  <a:lnTo>
                    <a:pt x="8011077" y="34379"/>
                  </a:lnTo>
                  <a:lnTo>
                    <a:pt x="8011203" y="34379"/>
                  </a:lnTo>
                  <a:lnTo>
                    <a:pt x="8011329" y="34379"/>
                  </a:lnTo>
                  <a:lnTo>
                    <a:pt x="8011456" y="34379"/>
                  </a:lnTo>
                  <a:lnTo>
                    <a:pt x="8011582" y="34379"/>
                  </a:lnTo>
                  <a:lnTo>
                    <a:pt x="8011708" y="34379"/>
                  </a:lnTo>
                  <a:lnTo>
                    <a:pt x="8011834" y="34379"/>
                  </a:lnTo>
                  <a:lnTo>
                    <a:pt x="8011961" y="34379"/>
                  </a:lnTo>
                  <a:lnTo>
                    <a:pt x="8012087" y="34379"/>
                  </a:lnTo>
                  <a:lnTo>
                    <a:pt x="8012213" y="34379"/>
                  </a:lnTo>
                  <a:lnTo>
                    <a:pt x="8012339" y="34379"/>
                  </a:lnTo>
                  <a:lnTo>
                    <a:pt x="8012466" y="34379"/>
                  </a:lnTo>
                  <a:lnTo>
                    <a:pt x="8012592" y="34379"/>
                  </a:lnTo>
                  <a:lnTo>
                    <a:pt x="8012718" y="34379"/>
                  </a:lnTo>
                  <a:lnTo>
                    <a:pt x="8012844" y="34379"/>
                  </a:lnTo>
                  <a:lnTo>
                    <a:pt x="8012971" y="34379"/>
                  </a:lnTo>
                  <a:lnTo>
                    <a:pt x="8013097" y="34379"/>
                  </a:lnTo>
                  <a:lnTo>
                    <a:pt x="8013223" y="34379"/>
                  </a:lnTo>
                  <a:lnTo>
                    <a:pt x="8013349" y="34379"/>
                  </a:lnTo>
                  <a:lnTo>
                    <a:pt x="8013476" y="34379"/>
                  </a:lnTo>
                  <a:lnTo>
                    <a:pt x="8013602" y="34379"/>
                  </a:lnTo>
                  <a:lnTo>
                    <a:pt x="8013728" y="34379"/>
                  </a:lnTo>
                  <a:lnTo>
                    <a:pt x="8013854" y="34379"/>
                  </a:lnTo>
                  <a:lnTo>
                    <a:pt x="8013981" y="34379"/>
                  </a:lnTo>
                  <a:lnTo>
                    <a:pt x="8014107" y="34379"/>
                  </a:lnTo>
                  <a:lnTo>
                    <a:pt x="8014233" y="34379"/>
                  </a:lnTo>
                  <a:lnTo>
                    <a:pt x="8014359" y="34379"/>
                  </a:lnTo>
                  <a:lnTo>
                    <a:pt x="8014486" y="34379"/>
                  </a:lnTo>
                  <a:lnTo>
                    <a:pt x="8014612" y="34379"/>
                  </a:lnTo>
                  <a:lnTo>
                    <a:pt x="8014738" y="34379"/>
                  </a:lnTo>
                  <a:lnTo>
                    <a:pt x="8014864" y="34379"/>
                  </a:lnTo>
                  <a:lnTo>
                    <a:pt x="8014991" y="34379"/>
                  </a:lnTo>
                  <a:lnTo>
                    <a:pt x="8015117" y="34379"/>
                  </a:lnTo>
                  <a:lnTo>
                    <a:pt x="8015243" y="34379"/>
                  </a:lnTo>
                  <a:lnTo>
                    <a:pt x="8015369" y="34379"/>
                  </a:lnTo>
                  <a:lnTo>
                    <a:pt x="8015496" y="34379"/>
                  </a:lnTo>
                  <a:lnTo>
                    <a:pt x="8015622" y="34379"/>
                  </a:lnTo>
                  <a:lnTo>
                    <a:pt x="8015748" y="34379"/>
                  </a:lnTo>
                  <a:lnTo>
                    <a:pt x="8015875" y="34379"/>
                  </a:lnTo>
                  <a:lnTo>
                    <a:pt x="8016001" y="34379"/>
                  </a:lnTo>
                  <a:lnTo>
                    <a:pt x="8016127" y="34379"/>
                  </a:lnTo>
                  <a:lnTo>
                    <a:pt x="8016253" y="34379"/>
                  </a:lnTo>
                  <a:lnTo>
                    <a:pt x="8016380" y="34379"/>
                  </a:lnTo>
                  <a:lnTo>
                    <a:pt x="8016506" y="34379"/>
                  </a:lnTo>
                  <a:lnTo>
                    <a:pt x="8016632" y="34379"/>
                  </a:lnTo>
                  <a:lnTo>
                    <a:pt x="8016758" y="34379"/>
                  </a:lnTo>
                  <a:lnTo>
                    <a:pt x="8016885" y="34379"/>
                  </a:lnTo>
                  <a:lnTo>
                    <a:pt x="8017011" y="34379"/>
                  </a:lnTo>
                  <a:lnTo>
                    <a:pt x="8017137" y="34379"/>
                  </a:lnTo>
                  <a:lnTo>
                    <a:pt x="8017263" y="34379"/>
                  </a:lnTo>
                  <a:lnTo>
                    <a:pt x="8017390" y="34379"/>
                  </a:lnTo>
                  <a:lnTo>
                    <a:pt x="8017516" y="34379"/>
                  </a:lnTo>
                  <a:lnTo>
                    <a:pt x="8017642" y="34379"/>
                  </a:lnTo>
                  <a:lnTo>
                    <a:pt x="8017768" y="34379"/>
                  </a:lnTo>
                  <a:lnTo>
                    <a:pt x="8017895" y="34379"/>
                  </a:lnTo>
                  <a:lnTo>
                    <a:pt x="8018021" y="34379"/>
                  </a:lnTo>
                  <a:lnTo>
                    <a:pt x="8018147" y="34379"/>
                  </a:lnTo>
                  <a:lnTo>
                    <a:pt x="8018273" y="34379"/>
                  </a:lnTo>
                  <a:lnTo>
                    <a:pt x="8018400" y="34379"/>
                  </a:lnTo>
                  <a:lnTo>
                    <a:pt x="8018526" y="34379"/>
                  </a:lnTo>
                  <a:lnTo>
                    <a:pt x="8018652" y="34379"/>
                  </a:lnTo>
                  <a:lnTo>
                    <a:pt x="8018778" y="34379"/>
                  </a:lnTo>
                  <a:lnTo>
                    <a:pt x="8018905" y="34379"/>
                  </a:lnTo>
                  <a:lnTo>
                    <a:pt x="8019031" y="34379"/>
                  </a:lnTo>
                  <a:lnTo>
                    <a:pt x="8019157" y="34379"/>
                  </a:lnTo>
                  <a:lnTo>
                    <a:pt x="8019283" y="34379"/>
                  </a:lnTo>
                  <a:lnTo>
                    <a:pt x="8019410" y="34379"/>
                  </a:lnTo>
                  <a:lnTo>
                    <a:pt x="8019536" y="34379"/>
                  </a:lnTo>
                  <a:lnTo>
                    <a:pt x="8019662" y="34379"/>
                  </a:lnTo>
                  <a:lnTo>
                    <a:pt x="8019788" y="34379"/>
                  </a:lnTo>
                  <a:lnTo>
                    <a:pt x="8019915" y="34379"/>
                  </a:lnTo>
                  <a:lnTo>
                    <a:pt x="8020041" y="34379"/>
                  </a:lnTo>
                  <a:lnTo>
                    <a:pt x="8020167" y="34379"/>
                  </a:lnTo>
                  <a:lnTo>
                    <a:pt x="8020167" y="29468"/>
                  </a:lnTo>
                  <a:lnTo>
                    <a:pt x="8020293" y="29468"/>
                  </a:lnTo>
                  <a:lnTo>
                    <a:pt x="8020420" y="29468"/>
                  </a:lnTo>
                  <a:lnTo>
                    <a:pt x="8020546" y="29468"/>
                  </a:lnTo>
                  <a:lnTo>
                    <a:pt x="8020672" y="29468"/>
                  </a:lnTo>
                  <a:lnTo>
                    <a:pt x="8020799" y="29468"/>
                  </a:lnTo>
                  <a:lnTo>
                    <a:pt x="8020925" y="29468"/>
                  </a:lnTo>
                  <a:lnTo>
                    <a:pt x="8021051" y="29468"/>
                  </a:lnTo>
                  <a:lnTo>
                    <a:pt x="8021177" y="29468"/>
                  </a:lnTo>
                  <a:lnTo>
                    <a:pt x="8021304" y="29468"/>
                  </a:lnTo>
                  <a:lnTo>
                    <a:pt x="8021430" y="29468"/>
                  </a:lnTo>
                  <a:lnTo>
                    <a:pt x="8021556" y="29468"/>
                  </a:lnTo>
                  <a:lnTo>
                    <a:pt x="8021682" y="29468"/>
                  </a:lnTo>
                  <a:lnTo>
                    <a:pt x="8021809" y="29468"/>
                  </a:lnTo>
                  <a:lnTo>
                    <a:pt x="8021935" y="29468"/>
                  </a:lnTo>
                  <a:lnTo>
                    <a:pt x="8022061" y="29468"/>
                  </a:lnTo>
                  <a:lnTo>
                    <a:pt x="8022187" y="29468"/>
                  </a:lnTo>
                  <a:lnTo>
                    <a:pt x="8022314" y="29468"/>
                  </a:lnTo>
                  <a:lnTo>
                    <a:pt x="8022440" y="29468"/>
                  </a:lnTo>
                  <a:lnTo>
                    <a:pt x="8022566" y="29468"/>
                  </a:lnTo>
                  <a:lnTo>
                    <a:pt x="8022692" y="29468"/>
                  </a:lnTo>
                  <a:lnTo>
                    <a:pt x="8022819" y="29468"/>
                  </a:lnTo>
                  <a:lnTo>
                    <a:pt x="8022945" y="29468"/>
                  </a:lnTo>
                  <a:lnTo>
                    <a:pt x="8023071" y="29468"/>
                  </a:lnTo>
                  <a:lnTo>
                    <a:pt x="8023197" y="29468"/>
                  </a:lnTo>
                  <a:lnTo>
                    <a:pt x="8023324" y="29468"/>
                  </a:lnTo>
                  <a:lnTo>
                    <a:pt x="8023450" y="29468"/>
                  </a:lnTo>
                  <a:lnTo>
                    <a:pt x="8023576" y="29468"/>
                  </a:lnTo>
                  <a:lnTo>
                    <a:pt x="8023702" y="29468"/>
                  </a:lnTo>
                  <a:lnTo>
                    <a:pt x="8023829" y="29468"/>
                  </a:lnTo>
                  <a:lnTo>
                    <a:pt x="8023955" y="29468"/>
                  </a:lnTo>
                  <a:lnTo>
                    <a:pt x="8024081" y="29468"/>
                  </a:lnTo>
                  <a:lnTo>
                    <a:pt x="8024207" y="29468"/>
                  </a:lnTo>
                  <a:lnTo>
                    <a:pt x="8024334" y="29468"/>
                  </a:lnTo>
                  <a:lnTo>
                    <a:pt x="8024460" y="29468"/>
                  </a:lnTo>
                  <a:lnTo>
                    <a:pt x="8024586" y="29468"/>
                  </a:lnTo>
                  <a:lnTo>
                    <a:pt x="8024712" y="29468"/>
                  </a:lnTo>
                  <a:lnTo>
                    <a:pt x="8024839" y="29468"/>
                  </a:lnTo>
                  <a:lnTo>
                    <a:pt x="8024965" y="29468"/>
                  </a:lnTo>
                  <a:lnTo>
                    <a:pt x="8025091" y="29468"/>
                  </a:lnTo>
                  <a:lnTo>
                    <a:pt x="8025217" y="29468"/>
                  </a:lnTo>
                  <a:lnTo>
                    <a:pt x="8025344" y="29468"/>
                  </a:lnTo>
                  <a:lnTo>
                    <a:pt x="8025470" y="29468"/>
                  </a:lnTo>
                  <a:lnTo>
                    <a:pt x="8025596" y="29468"/>
                  </a:lnTo>
                  <a:lnTo>
                    <a:pt x="8025723" y="29468"/>
                  </a:lnTo>
                  <a:lnTo>
                    <a:pt x="8025849" y="29468"/>
                  </a:lnTo>
                  <a:lnTo>
                    <a:pt x="8025975" y="29468"/>
                  </a:lnTo>
                  <a:lnTo>
                    <a:pt x="8026101" y="29468"/>
                  </a:lnTo>
                  <a:lnTo>
                    <a:pt x="8026228" y="29468"/>
                  </a:lnTo>
                  <a:lnTo>
                    <a:pt x="8026354" y="29468"/>
                  </a:lnTo>
                  <a:lnTo>
                    <a:pt x="8026480" y="29468"/>
                  </a:lnTo>
                  <a:lnTo>
                    <a:pt x="8026606" y="29468"/>
                  </a:lnTo>
                  <a:lnTo>
                    <a:pt x="8026733" y="29468"/>
                  </a:lnTo>
                  <a:lnTo>
                    <a:pt x="8026859" y="29468"/>
                  </a:lnTo>
                  <a:lnTo>
                    <a:pt x="8026985" y="29468"/>
                  </a:lnTo>
                  <a:lnTo>
                    <a:pt x="8027111" y="29468"/>
                  </a:lnTo>
                  <a:lnTo>
                    <a:pt x="8027238" y="29468"/>
                  </a:lnTo>
                  <a:lnTo>
                    <a:pt x="8027364" y="29468"/>
                  </a:lnTo>
                  <a:lnTo>
                    <a:pt x="8027490" y="29468"/>
                  </a:lnTo>
                  <a:lnTo>
                    <a:pt x="8027616" y="29468"/>
                  </a:lnTo>
                  <a:lnTo>
                    <a:pt x="8027743" y="29468"/>
                  </a:lnTo>
                  <a:lnTo>
                    <a:pt x="8027869" y="29468"/>
                  </a:lnTo>
                  <a:lnTo>
                    <a:pt x="8027995" y="29468"/>
                  </a:lnTo>
                  <a:lnTo>
                    <a:pt x="8028121" y="29468"/>
                  </a:lnTo>
                  <a:lnTo>
                    <a:pt x="8028248" y="29468"/>
                  </a:lnTo>
                  <a:lnTo>
                    <a:pt x="8028374" y="29468"/>
                  </a:lnTo>
                  <a:lnTo>
                    <a:pt x="8028500" y="29468"/>
                  </a:lnTo>
                  <a:lnTo>
                    <a:pt x="8028626" y="29468"/>
                  </a:lnTo>
                  <a:lnTo>
                    <a:pt x="8028753" y="29468"/>
                  </a:lnTo>
                  <a:lnTo>
                    <a:pt x="8028879" y="29468"/>
                  </a:lnTo>
                  <a:lnTo>
                    <a:pt x="8029005" y="29468"/>
                  </a:lnTo>
                  <a:lnTo>
                    <a:pt x="8029131" y="29468"/>
                  </a:lnTo>
                  <a:lnTo>
                    <a:pt x="8029258" y="29468"/>
                  </a:lnTo>
                  <a:lnTo>
                    <a:pt x="8029384" y="29468"/>
                  </a:lnTo>
                  <a:lnTo>
                    <a:pt x="8029510" y="29468"/>
                  </a:lnTo>
                  <a:lnTo>
                    <a:pt x="8029636" y="29468"/>
                  </a:lnTo>
                  <a:lnTo>
                    <a:pt x="8029763" y="29468"/>
                  </a:lnTo>
                  <a:lnTo>
                    <a:pt x="8029889" y="29468"/>
                  </a:lnTo>
                  <a:lnTo>
                    <a:pt x="8030015" y="29468"/>
                  </a:lnTo>
                  <a:lnTo>
                    <a:pt x="8030141" y="29468"/>
                  </a:lnTo>
                  <a:lnTo>
                    <a:pt x="8030268" y="29468"/>
                  </a:lnTo>
                  <a:lnTo>
                    <a:pt x="8030394" y="29468"/>
                  </a:lnTo>
                  <a:lnTo>
                    <a:pt x="8030520" y="29468"/>
                  </a:lnTo>
                  <a:lnTo>
                    <a:pt x="8030646" y="29468"/>
                  </a:lnTo>
                  <a:lnTo>
                    <a:pt x="8030773" y="29468"/>
                  </a:lnTo>
                  <a:lnTo>
                    <a:pt x="8030899" y="29468"/>
                  </a:lnTo>
                  <a:lnTo>
                    <a:pt x="8031025" y="29468"/>
                  </a:lnTo>
                  <a:lnTo>
                    <a:pt x="8031152" y="29468"/>
                  </a:lnTo>
                  <a:lnTo>
                    <a:pt x="8031278" y="29468"/>
                  </a:lnTo>
                  <a:lnTo>
                    <a:pt x="8031404" y="29468"/>
                  </a:lnTo>
                  <a:lnTo>
                    <a:pt x="8031530" y="29468"/>
                  </a:lnTo>
                  <a:lnTo>
                    <a:pt x="8031657" y="29468"/>
                  </a:lnTo>
                  <a:lnTo>
                    <a:pt x="8031783" y="29468"/>
                  </a:lnTo>
                  <a:lnTo>
                    <a:pt x="8031909" y="29468"/>
                  </a:lnTo>
                  <a:lnTo>
                    <a:pt x="8032035" y="29468"/>
                  </a:lnTo>
                  <a:lnTo>
                    <a:pt x="8032162" y="29468"/>
                  </a:lnTo>
                  <a:lnTo>
                    <a:pt x="8032288" y="29468"/>
                  </a:lnTo>
                  <a:lnTo>
                    <a:pt x="8032414" y="29468"/>
                  </a:lnTo>
                  <a:lnTo>
                    <a:pt x="8032540" y="29468"/>
                  </a:lnTo>
                  <a:lnTo>
                    <a:pt x="8032667" y="29468"/>
                  </a:lnTo>
                  <a:lnTo>
                    <a:pt x="8032793" y="29468"/>
                  </a:lnTo>
                  <a:lnTo>
                    <a:pt x="8032919" y="29468"/>
                  </a:lnTo>
                  <a:lnTo>
                    <a:pt x="8033045" y="29468"/>
                  </a:lnTo>
                  <a:lnTo>
                    <a:pt x="8033172" y="29468"/>
                  </a:lnTo>
                  <a:lnTo>
                    <a:pt x="8033298" y="29468"/>
                  </a:lnTo>
                  <a:lnTo>
                    <a:pt x="8033424" y="29468"/>
                  </a:lnTo>
                  <a:lnTo>
                    <a:pt x="8033550" y="29468"/>
                  </a:lnTo>
                  <a:lnTo>
                    <a:pt x="8033677" y="29468"/>
                  </a:lnTo>
                  <a:lnTo>
                    <a:pt x="8033803" y="29468"/>
                  </a:lnTo>
                  <a:lnTo>
                    <a:pt x="8033929" y="29468"/>
                  </a:lnTo>
                  <a:lnTo>
                    <a:pt x="8034055" y="29468"/>
                  </a:lnTo>
                  <a:lnTo>
                    <a:pt x="8034182" y="29468"/>
                  </a:lnTo>
                  <a:lnTo>
                    <a:pt x="8034308" y="29468"/>
                  </a:lnTo>
                  <a:lnTo>
                    <a:pt x="8034434" y="29468"/>
                  </a:lnTo>
                  <a:lnTo>
                    <a:pt x="8034560" y="29468"/>
                  </a:lnTo>
                  <a:lnTo>
                    <a:pt x="8034687" y="29468"/>
                  </a:lnTo>
                  <a:lnTo>
                    <a:pt x="8034813" y="29468"/>
                  </a:lnTo>
                  <a:lnTo>
                    <a:pt x="8034939" y="29468"/>
                  </a:lnTo>
                  <a:lnTo>
                    <a:pt x="8035065" y="29468"/>
                  </a:lnTo>
                  <a:lnTo>
                    <a:pt x="8035192" y="29468"/>
                  </a:lnTo>
                  <a:lnTo>
                    <a:pt x="8035318" y="29468"/>
                  </a:lnTo>
                  <a:lnTo>
                    <a:pt x="8035444" y="29468"/>
                  </a:lnTo>
                  <a:lnTo>
                    <a:pt x="8035570" y="29468"/>
                  </a:lnTo>
                  <a:lnTo>
                    <a:pt x="8035697" y="29468"/>
                  </a:lnTo>
                  <a:lnTo>
                    <a:pt x="8035823" y="29468"/>
                  </a:lnTo>
                  <a:lnTo>
                    <a:pt x="8035949" y="29468"/>
                  </a:lnTo>
                  <a:lnTo>
                    <a:pt x="8036076" y="29468"/>
                  </a:lnTo>
                  <a:lnTo>
                    <a:pt x="8036202" y="29468"/>
                  </a:lnTo>
                  <a:lnTo>
                    <a:pt x="8036328" y="29468"/>
                  </a:lnTo>
                  <a:lnTo>
                    <a:pt x="8036454" y="29468"/>
                  </a:lnTo>
                  <a:lnTo>
                    <a:pt x="8036581" y="29468"/>
                  </a:lnTo>
                  <a:lnTo>
                    <a:pt x="8036707" y="29468"/>
                  </a:lnTo>
                  <a:lnTo>
                    <a:pt x="8036833" y="29468"/>
                  </a:lnTo>
                  <a:lnTo>
                    <a:pt x="8036959" y="29468"/>
                  </a:lnTo>
                  <a:lnTo>
                    <a:pt x="8037086" y="29468"/>
                  </a:lnTo>
                  <a:lnTo>
                    <a:pt x="8037212" y="29468"/>
                  </a:lnTo>
                  <a:lnTo>
                    <a:pt x="8037338" y="29468"/>
                  </a:lnTo>
                  <a:lnTo>
                    <a:pt x="8037464" y="29468"/>
                  </a:lnTo>
                  <a:lnTo>
                    <a:pt x="8037591" y="29468"/>
                  </a:lnTo>
                  <a:lnTo>
                    <a:pt x="8037717" y="29468"/>
                  </a:lnTo>
                  <a:lnTo>
                    <a:pt x="8037843" y="29468"/>
                  </a:lnTo>
                  <a:lnTo>
                    <a:pt x="8037969" y="29468"/>
                  </a:lnTo>
                  <a:lnTo>
                    <a:pt x="8038096" y="29468"/>
                  </a:lnTo>
                  <a:lnTo>
                    <a:pt x="8038222" y="29468"/>
                  </a:lnTo>
                  <a:lnTo>
                    <a:pt x="8038348" y="29468"/>
                  </a:lnTo>
                  <a:lnTo>
                    <a:pt x="8038474" y="29468"/>
                  </a:lnTo>
                  <a:lnTo>
                    <a:pt x="8038601" y="29468"/>
                  </a:lnTo>
                  <a:lnTo>
                    <a:pt x="8038727" y="29468"/>
                  </a:lnTo>
                  <a:lnTo>
                    <a:pt x="8038853" y="29468"/>
                  </a:lnTo>
                  <a:lnTo>
                    <a:pt x="8038979" y="29468"/>
                  </a:lnTo>
                  <a:lnTo>
                    <a:pt x="8039106" y="29468"/>
                  </a:lnTo>
                  <a:lnTo>
                    <a:pt x="8039232" y="29468"/>
                  </a:lnTo>
                  <a:lnTo>
                    <a:pt x="8039358" y="29468"/>
                  </a:lnTo>
                  <a:lnTo>
                    <a:pt x="8039484" y="29468"/>
                  </a:lnTo>
                  <a:lnTo>
                    <a:pt x="8039611" y="29468"/>
                  </a:lnTo>
                  <a:lnTo>
                    <a:pt x="8039737" y="29468"/>
                  </a:lnTo>
                  <a:lnTo>
                    <a:pt x="8039863" y="29468"/>
                  </a:lnTo>
                  <a:lnTo>
                    <a:pt x="8039989" y="29468"/>
                  </a:lnTo>
                  <a:lnTo>
                    <a:pt x="8040116" y="29468"/>
                  </a:lnTo>
                  <a:lnTo>
                    <a:pt x="8040242" y="29468"/>
                  </a:lnTo>
                  <a:lnTo>
                    <a:pt x="8040368" y="29468"/>
                  </a:lnTo>
                  <a:lnTo>
                    <a:pt x="8040494" y="29468"/>
                  </a:lnTo>
                  <a:lnTo>
                    <a:pt x="8040621" y="29468"/>
                  </a:lnTo>
                  <a:lnTo>
                    <a:pt x="8040747" y="29468"/>
                  </a:lnTo>
                  <a:lnTo>
                    <a:pt x="8040873" y="29468"/>
                  </a:lnTo>
                  <a:lnTo>
                    <a:pt x="8040999" y="29468"/>
                  </a:lnTo>
                  <a:lnTo>
                    <a:pt x="8041126" y="29468"/>
                  </a:lnTo>
                  <a:lnTo>
                    <a:pt x="8041252" y="29468"/>
                  </a:lnTo>
                  <a:lnTo>
                    <a:pt x="8041378" y="29468"/>
                  </a:lnTo>
                  <a:lnTo>
                    <a:pt x="8041505" y="29468"/>
                  </a:lnTo>
                  <a:lnTo>
                    <a:pt x="8041631" y="29468"/>
                  </a:lnTo>
                  <a:lnTo>
                    <a:pt x="8041757" y="29468"/>
                  </a:lnTo>
                  <a:lnTo>
                    <a:pt x="8041883" y="29468"/>
                  </a:lnTo>
                  <a:lnTo>
                    <a:pt x="8042010" y="29468"/>
                  </a:lnTo>
                  <a:lnTo>
                    <a:pt x="8042136" y="29468"/>
                  </a:lnTo>
                  <a:lnTo>
                    <a:pt x="8042262" y="29468"/>
                  </a:lnTo>
                  <a:lnTo>
                    <a:pt x="8042388" y="29468"/>
                  </a:lnTo>
                  <a:lnTo>
                    <a:pt x="8042515" y="29468"/>
                  </a:lnTo>
                  <a:lnTo>
                    <a:pt x="8042641" y="29468"/>
                  </a:lnTo>
                  <a:lnTo>
                    <a:pt x="8042767" y="29468"/>
                  </a:lnTo>
                  <a:lnTo>
                    <a:pt x="8042893" y="29468"/>
                  </a:lnTo>
                  <a:lnTo>
                    <a:pt x="8043020" y="29468"/>
                  </a:lnTo>
                  <a:lnTo>
                    <a:pt x="8043146" y="29468"/>
                  </a:lnTo>
                  <a:lnTo>
                    <a:pt x="8043272" y="29468"/>
                  </a:lnTo>
                  <a:lnTo>
                    <a:pt x="8043398" y="29468"/>
                  </a:lnTo>
                  <a:lnTo>
                    <a:pt x="8043525" y="29468"/>
                  </a:lnTo>
                  <a:lnTo>
                    <a:pt x="8043651" y="29468"/>
                  </a:lnTo>
                  <a:lnTo>
                    <a:pt x="8043777" y="29468"/>
                  </a:lnTo>
                  <a:lnTo>
                    <a:pt x="8043903" y="29468"/>
                  </a:lnTo>
                  <a:lnTo>
                    <a:pt x="8044030" y="29468"/>
                  </a:lnTo>
                  <a:lnTo>
                    <a:pt x="8044156" y="29468"/>
                  </a:lnTo>
                  <a:lnTo>
                    <a:pt x="8044282" y="29468"/>
                  </a:lnTo>
                  <a:lnTo>
                    <a:pt x="8044408" y="29468"/>
                  </a:lnTo>
                  <a:lnTo>
                    <a:pt x="8044535" y="29468"/>
                  </a:lnTo>
                  <a:lnTo>
                    <a:pt x="8044661" y="29468"/>
                  </a:lnTo>
                  <a:lnTo>
                    <a:pt x="8044787" y="29468"/>
                  </a:lnTo>
                  <a:lnTo>
                    <a:pt x="8044913" y="29468"/>
                  </a:lnTo>
                  <a:lnTo>
                    <a:pt x="8045040" y="29468"/>
                  </a:lnTo>
                  <a:lnTo>
                    <a:pt x="8045166" y="29468"/>
                  </a:lnTo>
                  <a:lnTo>
                    <a:pt x="8045292" y="29468"/>
                  </a:lnTo>
                  <a:lnTo>
                    <a:pt x="8045418" y="29468"/>
                  </a:lnTo>
                  <a:lnTo>
                    <a:pt x="8045545" y="29468"/>
                  </a:lnTo>
                  <a:lnTo>
                    <a:pt x="8045671" y="29468"/>
                  </a:lnTo>
                  <a:lnTo>
                    <a:pt x="8045797" y="29468"/>
                  </a:lnTo>
                  <a:lnTo>
                    <a:pt x="8045923" y="29468"/>
                  </a:lnTo>
                  <a:lnTo>
                    <a:pt x="8046050" y="29468"/>
                  </a:lnTo>
                  <a:lnTo>
                    <a:pt x="8046176" y="29468"/>
                  </a:lnTo>
                  <a:lnTo>
                    <a:pt x="8046302" y="29468"/>
                  </a:lnTo>
                  <a:lnTo>
                    <a:pt x="8046429" y="29468"/>
                  </a:lnTo>
                  <a:lnTo>
                    <a:pt x="8046555" y="29468"/>
                  </a:lnTo>
                  <a:lnTo>
                    <a:pt x="8046681" y="29468"/>
                  </a:lnTo>
                  <a:lnTo>
                    <a:pt x="8046807" y="29468"/>
                  </a:lnTo>
                  <a:lnTo>
                    <a:pt x="8046934" y="29468"/>
                  </a:lnTo>
                  <a:lnTo>
                    <a:pt x="8047060" y="29468"/>
                  </a:lnTo>
                  <a:lnTo>
                    <a:pt x="8047186" y="29468"/>
                  </a:lnTo>
                  <a:lnTo>
                    <a:pt x="8047312" y="29468"/>
                  </a:lnTo>
                  <a:lnTo>
                    <a:pt x="8047439" y="29468"/>
                  </a:lnTo>
                  <a:lnTo>
                    <a:pt x="8047565" y="29468"/>
                  </a:lnTo>
                  <a:lnTo>
                    <a:pt x="8047691" y="29468"/>
                  </a:lnTo>
                  <a:lnTo>
                    <a:pt x="8047817" y="29468"/>
                  </a:lnTo>
                  <a:lnTo>
                    <a:pt x="8047944" y="29468"/>
                  </a:lnTo>
                  <a:lnTo>
                    <a:pt x="8048070" y="29468"/>
                  </a:lnTo>
                  <a:lnTo>
                    <a:pt x="8048196" y="29468"/>
                  </a:lnTo>
                  <a:lnTo>
                    <a:pt x="8048322" y="29468"/>
                  </a:lnTo>
                  <a:lnTo>
                    <a:pt x="8048449" y="29468"/>
                  </a:lnTo>
                  <a:lnTo>
                    <a:pt x="8048575" y="29468"/>
                  </a:lnTo>
                  <a:lnTo>
                    <a:pt x="8048701" y="29468"/>
                  </a:lnTo>
                  <a:lnTo>
                    <a:pt x="8048827" y="29468"/>
                  </a:lnTo>
                  <a:lnTo>
                    <a:pt x="8048954" y="29468"/>
                  </a:lnTo>
                  <a:lnTo>
                    <a:pt x="8049080" y="29468"/>
                  </a:lnTo>
                  <a:lnTo>
                    <a:pt x="8049206" y="29468"/>
                  </a:lnTo>
                  <a:lnTo>
                    <a:pt x="8049332" y="29468"/>
                  </a:lnTo>
                  <a:lnTo>
                    <a:pt x="8049459" y="29468"/>
                  </a:lnTo>
                  <a:lnTo>
                    <a:pt x="8049585" y="29468"/>
                  </a:lnTo>
                  <a:lnTo>
                    <a:pt x="8049711" y="29468"/>
                  </a:lnTo>
                  <a:lnTo>
                    <a:pt x="8049837" y="29468"/>
                  </a:lnTo>
                  <a:lnTo>
                    <a:pt x="8049964" y="29468"/>
                  </a:lnTo>
                  <a:lnTo>
                    <a:pt x="8050090" y="29468"/>
                  </a:lnTo>
                  <a:lnTo>
                    <a:pt x="8050216" y="29468"/>
                  </a:lnTo>
                  <a:lnTo>
                    <a:pt x="8050342" y="29468"/>
                  </a:lnTo>
                  <a:lnTo>
                    <a:pt x="8050469" y="29468"/>
                  </a:lnTo>
                  <a:lnTo>
                    <a:pt x="8050595" y="29468"/>
                  </a:lnTo>
                  <a:lnTo>
                    <a:pt x="8050721" y="29468"/>
                  </a:lnTo>
                  <a:lnTo>
                    <a:pt x="8050847" y="29468"/>
                  </a:lnTo>
                  <a:lnTo>
                    <a:pt x="8050974" y="29468"/>
                  </a:lnTo>
                  <a:lnTo>
                    <a:pt x="8051100" y="29468"/>
                  </a:lnTo>
                  <a:lnTo>
                    <a:pt x="8051226" y="29468"/>
                  </a:lnTo>
                  <a:lnTo>
                    <a:pt x="8051352" y="29468"/>
                  </a:lnTo>
                  <a:lnTo>
                    <a:pt x="8051479" y="29468"/>
                  </a:lnTo>
                  <a:lnTo>
                    <a:pt x="8051605" y="29468"/>
                  </a:lnTo>
                  <a:lnTo>
                    <a:pt x="8051731" y="29468"/>
                  </a:lnTo>
                  <a:lnTo>
                    <a:pt x="8051858" y="29468"/>
                  </a:lnTo>
                  <a:lnTo>
                    <a:pt x="8051984" y="29468"/>
                  </a:lnTo>
                  <a:lnTo>
                    <a:pt x="8052110" y="29468"/>
                  </a:lnTo>
                  <a:lnTo>
                    <a:pt x="8052236" y="29468"/>
                  </a:lnTo>
                  <a:lnTo>
                    <a:pt x="8052363" y="29468"/>
                  </a:lnTo>
                  <a:lnTo>
                    <a:pt x="8052489" y="29468"/>
                  </a:lnTo>
                  <a:lnTo>
                    <a:pt x="8052615" y="29468"/>
                  </a:lnTo>
                  <a:lnTo>
                    <a:pt x="8052741" y="29468"/>
                  </a:lnTo>
                  <a:lnTo>
                    <a:pt x="8052868" y="29468"/>
                  </a:lnTo>
                  <a:lnTo>
                    <a:pt x="8052994" y="29468"/>
                  </a:lnTo>
                  <a:lnTo>
                    <a:pt x="8053120" y="29468"/>
                  </a:lnTo>
                  <a:lnTo>
                    <a:pt x="8053246" y="29468"/>
                  </a:lnTo>
                  <a:lnTo>
                    <a:pt x="8053373" y="29468"/>
                  </a:lnTo>
                  <a:lnTo>
                    <a:pt x="8053499" y="29468"/>
                  </a:lnTo>
                  <a:lnTo>
                    <a:pt x="8053625" y="29468"/>
                  </a:lnTo>
                  <a:lnTo>
                    <a:pt x="8053751" y="29468"/>
                  </a:lnTo>
                  <a:lnTo>
                    <a:pt x="8053878" y="29468"/>
                  </a:lnTo>
                  <a:lnTo>
                    <a:pt x="8054004" y="29468"/>
                  </a:lnTo>
                  <a:lnTo>
                    <a:pt x="8054130" y="29468"/>
                  </a:lnTo>
                  <a:lnTo>
                    <a:pt x="8054256" y="29468"/>
                  </a:lnTo>
                  <a:lnTo>
                    <a:pt x="8054383" y="29468"/>
                  </a:lnTo>
                  <a:lnTo>
                    <a:pt x="8054509" y="29468"/>
                  </a:lnTo>
                  <a:lnTo>
                    <a:pt x="8054635" y="29468"/>
                  </a:lnTo>
                  <a:lnTo>
                    <a:pt x="8054761" y="29468"/>
                  </a:lnTo>
                  <a:lnTo>
                    <a:pt x="8054888" y="29468"/>
                  </a:lnTo>
                  <a:lnTo>
                    <a:pt x="8055014" y="29468"/>
                  </a:lnTo>
                  <a:lnTo>
                    <a:pt x="8055140" y="29468"/>
                  </a:lnTo>
                  <a:lnTo>
                    <a:pt x="8055266" y="29468"/>
                  </a:lnTo>
                  <a:lnTo>
                    <a:pt x="8055393" y="29468"/>
                  </a:lnTo>
                  <a:lnTo>
                    <a:pt x="8055519" y="29468"/>
                  </a:lnTo>
                  <a:lnTo>
                    <a:pt x="8055645" y="29468"/>
                  </a:lnTo>
                  <a:lnTo>
                    <a:pt x="8055771" y="29468"/>
                  </a:lnTo>
                  <a:lnTo>
                    <a:pt x="8055898" y="29468"/>
                  </a:lnTo>
                  <a:lnTo>
                    <a:pt x="8056024" y="29468"/>
                  </a:lnTo>
                  <a:lnTo>
                    <a:pt x="8056150" y="29468"/>
                  </a:lnTo>
                  <a:lnTo>
                    <a:pt x="8056276" y="29468"/>
                  </a:lnTo>
                  <a:lnTo>
                    <a:pt x="8056403" y="29468"/>
                  </a:lnTo>
                  <a:lnTo>
                    <a:pt x="8056529" y="29468"/>
                  </a:lnTo>
                  <a:lnTo>
                    <a:pt x="8056655" y="29468"/>
                  </a:lnTo>
                  <a:lnTo>
                    <a:pt x="8056782" y="29468"/>
                  </a:lnTo>
                  <a:lnTo>
                    <a:pt x="8056908" y="29468"/>
                  </a:lnTo>
                  <a:lnTo>
                    <a:pt x="8057034" y="29468"/>
                  </a:lnTo>
                  <a:lnTo>
                    <a:pt x="8057160" y="29468"/>
                  </a:lnTo>
                  <a:lnTo>
                    <a:pt x="8057287" y="29468"/>
                  </a:lnTo>
                  <a:lnTo>
                    <a:pt x="8057413" y="29468"/>
                  </a:lnTo>
                  <a:lnTo>
                    <a:pt x="8057539" y="29468"/>
                  </a:lnTo>
                  <a:lnTo>
                    <a:pt x="8057665" y="29468"/>
                  </a:lnTo>
                  <a:lnTo>
                    <a:pt x="8057792" y="29468"/>
                  </a:lnTo>
                  <a:lnTo>
                    <a:pt x="8057918" y="29468"/>
                  </a:lnTo>
                  <a:lnTo>
                    <a:pt x="8058044" y="29468"/>
                  </a:lnTo>
                  <a:lnTo>
                    <a:pt x="8058170" y="29468"/>
                  </a:lnTo>
                  <a:lnTo>
                    <a:pt x="8058297" y="29468"/>
                  </a:lnTo>
                  <a:lnTo>
                    <a:pt x="8058423" y="29468"/>
                  </a:lnTo>
                  <a:lnTo>
                    <a:pt x="8058549" y="29468"/>
                  </a:lnTo>
                  <a:lnTo>
                    <a:pt x="8058675" y="29468"/>
                  </a:lnTo>
                  <a:lnTo>
                    <a:pt x="8058802" y="29468"/>
                  </a:lnTo>
                  <a:lnTo>
                    <a:pt x="8058928" y="29468"/>
                  </a:lnTo>
                  <a:lnTo>
                    <a:pt x="8059054" y="29468"/>
                  </a:lnTo>
                  <a:lnTo>
                    <a:pt x="8059180" y="29468"/>
                  </a:lnTo>
                  <a:lnTo>
                    <a:pt x="8059307" y="29468"/>
                  </a:lnTo>
                  <a:lnTo>
                    <a:pt x="8059433" y="29468"/>
                  </a:lnTo>
                  <a:lnTo>
                    <a:pt x="8059559" y="29468"/>
                  </a:lnTo>
                  <a:lnTo>
                    <a:pt x="8059685" y="29468"/>
                  </a:lnTo>
                  <a:lnTo>
                    <a:pt x="8059812" y="29468"/>
                  </a:lnTo>
                  <a:lnTo>
                    <a:pt x="8059938" y="29468"/>
                  </a:lnTo>
                  <a:lnTo>
                    <a:pt x="8060064" y="29468"/>
                  </a:lnTo>
                  <a:lnTo>
                    <a:pt x="8060190" y="29468"/>
                  </a:lnTo>
                  <a:lnTo>
                    <a:pt x="8060317" y="29468"/>
                  </a:lnTo>
                  <a:lnTo>
                    <a:pt x="8060443" y="29468"/>
                  </a:lnTo>
                  <a:lnTo>
                    <a:pt x="8060569" y="29468"/>
                  </a:lnTo>
                  <a:lnTo>
                    <a:pt x="8060695" y="29468"/>
                  </a:lnTo>
                  <a:lnTo>
                    <a:pt x="8060822" y="29468"/>
                  </a:lnTo>
                  <a:lnTo>
                    <a:pt x="8060948" y="29468"/>
                  </a:lnTo>
                  <a:lnTo>
                    <a:pt x="8061074" y="29468"/>
                  </a:lnTo>
                  <a:lnTo>
                    <a:pt x="8061200" y="29468"/>
                  </a:lnTo>
                  <a:lnTo>
                    <a:pt x="8061327" y="29468"/>
                  </a:lnTo>
                  <a:lnTo>
                    <a:pt x="8061453" y="29468"/>
                  </a:lnTo>
                  <a:lnTo>
                    <a:pt x="8061579" y="29468"/>
                  </a:lnTo>
                  <a:lnTo>
                    <a:pt x="8061705" y="29468"/>
                  </a:lnTo>
                  <a:lnTo>
                    <a:pt x="8061832" y="29468"/>
                  </a:lnTo>
                  <a:lnTo>
                    <a:pt x="8061958" y="29468"/>
                  </a:lnTo>
                  <a:lnTo>
                    <a:pt x="8062084" y="29468"/>
                  </a:lnTo>
                  <a:lnTo>
                    <a:pt x="8062211" y="29468"/>
                  </a:lnTo>
                  <a:lnTo>
                    <a:pt x="8062337" y="29468"/>
                  </a:lnTo>
                  <a:lnTo>
                    <a:pt x="8062463" y="29468"/>
                  </a:lnTo>
                  <a:lnTo>
                    <a:pt x="8062589" y="29468"/>
                  </a:lnTo>
                  <a:lnTo>
                    <a:pt x="8062716" y="29468"/>
                  </a:lnTo>
                  <a:lnTo>
                    <a:pt x="8062842" y="29468"/>
                  </a:lnTo>
                  <a:lnTo>
                    <a:pt x="8062968" y="29468"/>
                  </a:lnTo>
                  <a:lnTo>
                    <a:pt x="8063094" y="29468"/>
                  </a:lnTo>
                  <a:lnTo>
                    <a:pt x="8063221" y="29468"/>
                  </a:lnTo>
                  <a:lnTo>
                    <a:pt x="8063347" y="29468"/>
                  </a:lnTo>
                  <a:lnTo>
                    <a:pt x="8063473" y="29468"/>
                  </a:lnTo>
                  <a:lnTo>
                    <a:pt x="8063599" y="29468"/>
                  </a:lnTo>
                  <a:lnTo>
                    <a:pt x="8063726" y="29468"/>
                  </a:lnTo>
                  <a:lnTo>
                    <a:pt x="8063852" y="29468"/>
                  </a:lnTo>
                  <a:lnTo>
                    <a:pt x="8063978" y="29468"/>
                  </a:lnTo>
                  <a:lnTo>
                    <a:pt x="8064104" y="29468"/>
                  </a:lnTo>
                  <a:lnTo>
                    <a:pt x="8064231" y="29468"/>
                  </a:lnTo>
                  <a:lnTo>
                    <a:pt x="8064357" y="29468"/>
                  </a:lnTo>
                  <a:lnTo>
                    <a:pt x="8064483" y="29468"/>
                  </a:lnTo>
                  <a:lnTo>
                    <a:pt x="8064609" y="29468"/>
                  </a:lnTo>
                  <a:lnTo>
                    <a:pt x="8064736" y="29468"/>
                  </a:lnTo>
                  <a:lnTo>
                    <a:pt x="8064862" y="29468"/>
                  </a:lnTo>
                  <a:lnTo>
                    <a:pt x="8064988" y="29468"/>
                  </a:lnTo>
                  <a:lnTo>
                    <a:pt x="8065114" y="29468"/>
                  </a:lnTo>
                  <a:lnTo>
                    <a:pt x="8065241" y="29468"/>
                  </a:lnTo>
                  <a:lnTo>
                    <a:pt x="8065367" y="29468"/>
                  </a:lnTo>
                  <a:lnTo>
                    <a:pt x="8065493" y="29468"/>
                  </a:lnTo>
                  <a:lnTo>
                    <a:pt x="8065619" y="29468"/>
                  </a:lnTo>
                  <a:lnTo>
                    <a:pt x="8065746" y="29468"/>
                  </a:lnTo>
                  <a:lnTo>
                    <a:pt x="8065872" y="29468"/>
                  </a:lnTo>
                  <a:lnTo>
                    <a:pt x="8065998" y="29468"/>
                  </a:lnTo>
                  <a:lnTo>
                    <a:pt x="8066124" y="29468"/>
                  </a:lnTo>
                  <a:lnTo>
                    <a:pt x="8066251" y="29468"/>
                  </a:lnTo>
                  <a:lnTo>
                    <a:pt x="8066377" y="29468"/>
                  </a:lnTo>
                  <a:lnTo>
                    <a:pt x="8066503" y="29468"/>
                  </a:lnTo>
                  <a:lnTo>
                    <a:pt x="8066629" y="29468"/>
                  </a:lnTo>
                  <a:lnTo>
                    <a:pt x="8066756" y="29468"/>
                  </a:lnTo>
                  <a:lnTo>
                    <a:pt x="8066882" y="29468"/>
                  </a:lnTo>
                  <a:lnTo>
                    <a:pt x="8067008" y="29468"/>
                  </a:lnTo>
                  <a:lnTo>
                    <a:pt x="8067135" y="29468"/>
                  </a:lnTo>
                  <a:lnTo>
                    <a:pt x="8067261" y="29468"/>
                  </a:lnTo>
                  <a:lnTo>
                    <a:pt x="8067387" y="29468"/>
                  </a:lnTo>
                  <a:lnTo>
                    <a:pt x="8067513" y="29468"/>
                  </a:lnTo>
                  <a:lnTo>
                    <a:pt x="8067640" y="29468"/>
                  </a:lnTo>
                  <a:lnTo>
                    <a:pt x="8067766" y="29468"/>
                  </a:lnTo>
                  <a:lnTo>
                    <a:pt x="8067892" y="29468"/>
                  </a:lnTo>
                  <a:lnTo>
                    <a:pt x="8068018" y="29468"/>
                  </a:lnTo>
                  <a:lnTo>
                    <a:pt x="8068145" y="29468"/>
                  </a:lnTo>
                  <a:lnTo>
                    <a:pt x="8068271" y="29468"/>
                  </a:lnTo>
                  <a:lnTo>
                    <a:pt x="8068397" y="29468"/>
                  </a:lnTo>
                  <a:lnTo>
                    <a:pt x="8068397" y="24556"/>
                  </a:lnTo>
                  <a:lnTo>
                    <a:pt x="8068523" y="24556"/>
                  </a:lnTo>
                  <a:lnTo>
                    <a:pt x="8068650" y="24556"/>
                  </a:lnTo>
                  <a:lnTo>
                    <a:pt x="8068776" y="24556"/>
                  </a:lnTo>
                  <a:lnTo>
                    <a:pt x="8068902" y="24556"/>
                  </a:lnTo>
                  <a:lnTo>
                    <a:pt x="8069028" y="24556"/>
                  </a:lnTo>
                  <a:lnTo>
                    <a:pt x="8069155" y="24556"/>
                  </a:lnTo>
                  <a:lnTo>
                    <a:pt x="8069281" y="24556"/>
                  </a:lnTo>
                  <a:lnTo>
                    <a:pt x="8069407" y="24556"/>
                  </a:lnTo>
                  <a:lnTo>
                    <a:pt x="8069533" y="24556"/>
                  </a:lnTo>
                  <a:lnTo>
                    <a:pt x="8069660" y="24556"/>
                  </a:lnTo>
                  <a:lnTo>
                    <a:pt x="8069786" y="24556"/>
                  </a:lnTo>
                  <a:lnTo>
                    <a:pt x="8069912" y="24556"/>
                  </a:lnTo>
                  <a:lnTo>
                    <a:pt x="8070038" y="24556"/>
                  </a:lnTo>
                  <a:lnTo>
                    <a:pt x="8070165" y="24556"/>
                  </a:lnTo>
                  <a:lnTo>
                    <a:pt x="8070291" y="24556"/>
                  </a:lnTo>
                  <a:lnTo>
                    <a:pt x="8070417" y="24556"/>
                  </a:lnTo>
                  <a:lnTo>
                    <a:pt x="8070543" y="24556"/>
                  </a:lnTo>
                  <a:lnTo>
                    <a:pt x="8070670" y="24556"/>
                  </a:lnTo>
                  <a:lnTo>
                    <a:pt x="8070796" y="24556"/>
                  </a:lnTo>
                  <a:lnTo>
                    <a:pt x="8070922" y="24556"/>
                  </a:lnTo>
                  <a:lnTo>
                    <a:pt x="8071048" y="24556"/>
                  </a:lnTo>
                  <a:lnTo>
                    <a:pt x="8071175" y="24556"/>
                  </a:lnTo>
                  <a:lnTo>
                    <a:pt x="8071301" y="24556"/>
                  </a:lnTo>
                  <a:lnTo>
                    <a:pt x="8071427" y="24556"/>
                  </a:lnTo>
                  <a:lnTo>
                    <a:pt x="8071553" y="24556"/>
                  </a:lnTo>
                  <a:lnTo>
                    <a:pt x="8071680" y="24556"/>
                  </a:lnTo>
                  <a:lnTo>
                    <a:pt x="8071806" y="24556"/>
                  </a:lnTo>
                  <a:lnTo>
                    <a:pt x="8071932" y="24556"/>
                  </a:lnTo>
                  <a:lnTo>
                    <a:pt x="8072058" y="24556"/>
                  </a:lnTo>
                  <a:lnTo>
                    <a:pt x="8072185" y="24556"/>
                  </a:lnTo>
                  <a:lnTo>
                    <a:pt x="8072311" y="24556"/>
                  </a:lnTo>
                  <a:lnTo>
                    <a:pt x="8072437" y="24556"/>
                  </a:lnTo>
                  <a:lnTo>
                    <a:pt x="8072564" y="24556"/>
                  </a:lnTo>
                  <a:lnTo>
                    <a:pt x="8072690" y="24556"/>
                  </a:lnTo>
                  <a:lnTo>
                    <a:pt x="8072816" y="24556"/>
                  </a:lnTo>
                  <a:lnTo>
                    <a:pt x="8072942" y="24556"/>
                  </a:lnTo>
                  <a:lnTo>
                    <a:pt x="8073069" y="24556"/>
                  </a:lnTo>
                  <a:lnTo>
                    <a:pt x="8073195" y="24556"/>
                  </a:lnTo>
                  <a:lnTo>
                    <a:pt x="8073321" y="24556"/>
                  </a:lnTo>
                  <a:lnTo>
                    <a:pt x="8073447" y="24556"/>
                  </a:lnTo>
                  <a:lnTo>
                    <a:pt x="8073574" y="24556"/>
                  </a:lnTo>
                  <a:lnTo>
                    <a:pt x="8073700" y="24556"/>
                  </a:lnTo>
                  <a:lnTo>
                    <a:pt x="8073826" y="24556"/>
                  </a:lnTo>
                  <a:lnTo>
                    <a:pt x="8073952" y="24556"/>
                  </a:lnTo>
                  <a:lnTo>
                    <a:pt x="8074079" y="24556"/>
                  </a:lnTo>
                  <a:lnTo>
                    <a:pt x="8074205" y="24556"/>
                  </a:lnTo>
                  <a:lnTo>
                    <a:pt x="8074331" y="24556"/>
                  </a:lnTo>
                  <a:lnTo>
                    <a:pt x="8074457" y="24556"/>
                  </a:lnTo>
                  <a:lnTo>
                    <a:pt x="8074584" y="24556"/>
                  </a:lnTo>
                  <a:lnTo>
                    <a:pt x="8074710" y="24556"/>
                  </a:lnTo>
                  <a:lnTo>
                    <a:pt x="8074836" y="24556"/>
                  </a:lnTo>
                  <a:lnTo>
                    <a:pt x="8074962" y="24556"/>
                  </a:lnTo>
                  <a:lnTo>
                    <a:pt x="8075089" y="24556"/>
                  </a:lnTo>
                  <a:lnTo>
                    <a:pt x="8075215" y="24556"/>
                  </a:lnTo>
                  <a:lnTo>
                    <a:pt x="8075341" y="24556"/>
                  </a:lnTo>
                  <a:lnTo>
                    <a:pt x="8075467" y="24556"/>
                  </a:lnTo>
                  <a:lnTo>
                    <a:pt x="8075594" y="24556"/>
                  </a:lnTo>
                  <a:lnTo>
                    <a:pt x="8075720" y="24556"/>
                  </a:lnTo>
                  <a:lnTo>
                    <a:pt x="8075846" y="24556"/>
                  </a:lnTo>
                  <a:lnTo>
                    <a:pt x="8075972" y="24556"/>
                  </a:lnTo>
                  <a:lnTo>
                    <a:pt x="8076099" y="24556"/>
                  </a:lnTo>
                  <a:lnTo>
                    <a:pt x="8076225" y="24556"/>
                  </a:lnTo>
                  <a:lnTo>
                    <a:pt x="8076351" y="24556"/>
                  </a:lnTo>
                  <a:lnTo>
                    <a:pt x="8076477" y="24556"/>
                  </a:lnTo>
                  <a:lnTo>
                    <a:pt x="8076604" y="24556"/>
                  </a:lnTo>
                  <a:lnTo>
                    <a:pt x="8076730" y="24556"/>
                  </a:lnTo>
                  <a:lnTo>
                    <a:pt x="8076856" y="24556"/>
                  </a:lnTo>
                  <a:lnTo>
                    <a:pt x="8076982" y="24556"/>
                  </a:lnTo>
                  <a:lnTo>
                    <a:pt x="8077109" y="24556"/>
                  </a:lnTo>
                  <a:lnTo>
                    <a:pt x="8077235" y="24556"/>
                  </a:lnTo>
                  <a:lnTo>
                    <a:pt x="8077361" y="24556"/>
                  </a:lnTo>
                  <a:lnTo>
                    <a:pt x="8077488" y="24556"/>
                  </a:lnTo>
                  <a:lnTo>
                    <a:pt x="8077614" y="24556"/>
                  </a:lnTo>
                  <a:lnTo>
                    <a:pt x="8077740" y="24556"/>
                  </a:lnTo>
                  <a:lnTo>
                    <a:pt x="8077866" y="24556"/>
                  </a:lnTo>
                  <a:lnTo>
                    <a:pt x="8077993" y="24556"/>
                  </a:lnTo>
                  <a:lnTo>
                    <a:pt x="8078119" y="24556"/>
                  </a:lnTo>
                  <a:lnTo>
                    <a:pt x="8078245" y="24556"/>
                  </a:lnTo>
                  <a:lnTo>
                    <a:pt x="8078371" y="24556"/>
                  </a:lnTo>
                  <a:lnTo>
                    <a:pt x="8078498" y="24556"/>
                  </a:lnTo>
                  <a:lnTo>
                    <a:pt x="8078624" y="24556"/>
                  </a:lnTo>
                  <a:lnTo>
                    <a:pt x="8078750" y="24556"/>
                  </a:lnTo>
                  <a:lnTo>
                    <a:pt x="8078876" y="24556"/>
                  </a:lnTo>
                  <a:lnTo>
                    <a:pt x="8079003" y="24556"/>
                  </a:lnTo>
                  <a:lnTo>
                    <a:pt x="8079129" y="24556"/>
                  </a:lnTo>
                  <a:lnTo>
                    <a:pt x="8079255" y="24556"/>
                  </a:lnTo>
                  <a:lnTo>
                    <a:pt x="8079381" y="24556"/>
                  </a:lnTo>
                  <a:lnTo>
                    <a:pt x="8079508" y="24556"/>
                  </a:lnTo>
                  <a:lnTo>
                    <a:pt x="8079634" y="24556"/>
                  </a:lnTo>
                  <a:lnTo>
                    <a:pt x="8079760" y="24556"/>
                  </a:lnTo>
                  <a:lnTo>
                    <a:pt x="8079886" y="24556"/>
                  </a:lnTo>
                  <a:lnTo>
                    <a:pt x="8080013" y="24556"/>
                  </a:lnTo>
                  <a:lnTo>
                    <a:pt x="8080139" y="24556"/>
                  </a:lnTo>
                  <a:lnTo>
                    <a:pt x="8080265" y="24556"/>
                  </a:lnTo>
                  <a:lnTo>
                    <a:pt x="8080391" y="24556"/>
                  </a:lnTo>
                  <a:lnTo>
                    <a:pt x="8080518" y="24556"/>
                  </a:lnTo>
                  <a:lnTo>
                    <a:pt x="8080644" y="24556"/>
                  </a:lnTo>
                  <a:lnTo>
                    <a:pt x="8080770" y="24556"/>
                  </a:lnTo>
                  <a:lnTo>
                    <a:pt x="8080896" y="24556"/>
                  </a:lnTo>
                  <a:lnTo>
                    <a:pt x="8081023" y="24556"/>
                  </a:lnTo>
                  <a:lnTo>
                    <a:pt x="8081149" y="24556"/>
                  </a:lnTo>
                  <a:lnTo>
                    <a:pt x="8081275" y="24556"/>
                  </a:lnTo>
                  <a:lnTo>
                    <a:pt x="8081401" y="24556"/>
                  </a:lnTo>
                  <a:lnTo>
                    <a:pt x="8081528" y="24556"/>
                  </a:lnTo>
                  <a:lnTo>
                    <a:pt x="8081654" y="24556"/>
                  </a:lnTo>
                  <a:lnTo>
                    <a:pt x="8081654" y="19645"/>
                  </a:lnTo>
                  <a:lnTo>
                    <a:pt x="8081780" y="19645"/>
                  </a:lnTo>
                  <a:lnTo>
                    <a:pt x="8081906" y="19645"/>
                  </a:lnTo>
                  <a:lnTo>
                    <a:pt x="8082033" y="19645"/>
                  </a:lnTo>
                  <a:lnTo>
                    <a:pt x="8082159" y="19645"/>
                  </a:lnTo>
                  <a:lnTo>
                    <a:pt x="8082285" y="19645"/>
                  </a:lnTo>
                  <a:lnTo>
                    <a:pt x="8082412" y="19645"/>
                  </a:lnTo>
                  <a:lnTo>
                    <a:pt x="8082538" y="19645"/>
                  </a:lnTo>
                  <a:lnTo>
                    <a:pt x="8082664" y="19645"/>
                  </a:lnTo>
                  <a:lnTo>
                    <a:pt x="8082790" y="19645"/>
                  </a:lnTo>
                  <a:lnTo>
                    <a:pt x="8082917" y="19645"/>
                  </a:lnTo>
                  <a:lnTo>
                    <a:pt x="8083043" y="19645"/>
                  </a:lnTo>
                  <a:lnTo>
                    <a:pt x="8083169" y="19645"/>
                  </a:lnTo>
                  <a:lnTo>
                    <a:pt x="8083295" y="19645"/>
                  </a:lnTo>
                  <a:lnTo>
                    <a:pt x="8083422" y="19645"/>
                  </a:lnTo>
                  <a:lnTo>
                    <a:pt x="8083548" y="19645"/>
                  </a:lnTo>
                  <a:lnTo>
                    <a:pt x="8083674" y="19645"/>
                  </a:lnTo>
                  <a:lnTo>
                    <a:pt x="8083800" y="19645"/>
                  </a:lnTo>
                  <a:lnTo>
                    <a:pt x="8083927" y="19645"/>
                  </a:lnTo>
                  <a:lnTo>
                    <a:pt x="8084053" y="19645"/>
                  </a:lnTo>
                  <a:lnTo>
                    <a:pt x="8084179" y="19645"/>
                  </a:lnTo>
                  <a:lnTo>
                    <a:pt x="8084305" y="19645"/>
                  </a:lnTo>
                  <a:lnTo>
                    <a:pt x="8084432" y="19645"/>
                  </a:lnTo>
                  <a:lnTo>
                    <a:pt x="8084558" y="19645"/>
                  </a:lnTo>
                  <a:lnTo>
                    <a:pt x="8084684" y="19645"/>
                  </a:lnTo>
                  <a:lnTo>
                    <a:pt x="8084810" y="19645"/>
                  </a:lnTo>
                  <a:lnTo>
                    <a:pt x="8084937" y="19645"/>
                  </a:lnTo>
                  <a:lnTo>
                    <a:pt x="8085063" y="19645"/>
                  </a:lnTo>
                  <a:lnTo>
                    <a:pt x="8085189" y="19645"/>
                  </a:lnTo>
                  <a:lnTo>
                    <a:pt x="8085315" y="19645"/>
                  </a:lnTo>
                  <a:lnTo>
                    <a:pt x="8085442" y="19645"/>
                  </a:lnTo>
                  <a:lnTo>
                    <a:pt x="8085568" y="19645"/>
                  </a:lnTo>
                  <a:lnTo>
                    <a:pt x="8085694" y="19645"/>
                  </a:lnTo>
                  <a:lnTo>
                    <a:pt x="8085820" y="19645"/>
                  </a:lnTo>
                  <a:lnTo>
                    <a:pt x="8085947" y="19645"/>
                  </a:lnTo>
                  <a:lnTo>
                    <a:pt x="8086073" y="19645"/>
                  </a:lnTo>
                  <a:lnTo>
                    <a:pt x="8086199" y="19645"/>
                  </a:lnTo>
                  <a:lnTo>
                    <a:pt x="8086325" y="19645"/>
                  </a:lnTo>
                  <a:lnTo>
                    <a:pt x="8086452" y="19645"/>
                  </a:lnTo>
                  <a:lnTo>
                    <a:pt x="8086578" y="19645"/>
                  </a:lnTo>
                  <a:lnTo>
                    <a:pt x="8086704" y="19645"/>
                  </a:lnTo>
                  <a:lnTo>
                    <a:pt x="8086830" y="19645"/>
                  </a:lnTo>
                  <a:lnTo>
                    <a:pt x="8086957" y="19645"/>
                  </a:lnTo>
                  <a:lnTo>
                    <a:pt x="8087083" y="19645"/>
                  </a:lnTo>
                  <a:lnTo>
                    <a:pt x="8087209" y="19645"/>
                  </a:lnTo>
                  <a:lnTo>
                    <a:pt x="8087335" y="19645"/>
                  </a:lnTo>
                  <a:lnTo>
                    <a:pt x="8087462" y="19645"/>
                  </a:lnTo>
                  <a:lnTo>
                    <a:pt x="8087588" y="19645"/>
                  </a:lnTo>
                  <a:lnTo>
                    <a:pt x="8087714" y="19645"/>
                  </a:lnTo>
                  <a:lnTo>
                    <a:pt x="8087841" y="19645"/>
                  </a:lnTo>
                  <a:lnTo>
                    <a:pt x="8087967" y="19645"/>
                  </a:lnTo>
                  <a:lnTo>
                    <a:pt x="8088093" y="19645"/>
                  </a:lnTo>
                  <a:lnTo>
                    <a:pt x="8088219" y="19645"/>
                  </a:lnTo>
                  <a:lnTo>
                    <a:pt x="8088346" y="19645"/>
                  </a:lnTo>
                  <a:lnTo>
                    <a:pt x="8088472" y="19645"/>
                  </a:lnTo>
                  <a:lnTo>
                    <a:pt x="8088598" y="19645"/>
                  </a:lnTo>
                  <a:lnTo>
                    <a:pt x="8088724" y="19645"/>
                  </a:lnTo>
                  <a:lnTo>
                    <a:pt x="8088851" y="19645"/>
                  </a:lnTo>
                  <a:lnTo>
                    <a:pt x="8088977" y="19645"/>
                  </a:lnTo>
                  <a:lnTo>
                    <a:pt x="8089103" y="19645"/>
                  </a:lnTo>
                  <a:lnTo>
                    <a:pt x="8089229" y="19645"/>
                  </a:lnTo>
                  <a:lnTo>
                    <a:pt x="8089356" y="19645"/>
                  </a:lnTo>
                  <a:lnTo>
                    <a:pt x="8089482" y="19645"/>
                  </a:lnTo>
                  <a:lnTo>
                    <a:pt x="8089608" y="19645"/>
                  </a:lnTo>
                  <a:lnTo>
                    <a:pt x="8089734" y="19645"/>
                  </a:lnTo>
                  <a:lnTo>
                    <a:pt x="8089861" y="19645"/>
                  </a:lnTo>
                  <a:lnTo>
                    <a:pt x="8089987" y="19645"/>
                  </a:lnTo>
                  <a:lnTo>
                    <a:pt x="8090113" y="19645"/>
                  </a:lnTo>
                  <a:lnTo>
                    <a:pt x="8090113" y="14734"/>
                  </a:lnTo>
                  <a:lnTo>
                    <a:pt x="8090239" y="14734"/>
                  </a:lnTo>
                  <a:lnTo>
                    <a:pt x="8090366" y="14734"/>
                  </a:lnTo>
                  <a:lnTo>
                    <a:pt x="8090492" y="14734"/>
                  </a:lnTo>
                  <a:lnTo>
                    <a:pt x="8090618" y="14734"/>
                  </a:lnTo>
                  <a:lnTo>
                    <a:pt x="8090744" y="14734"/>
                  </a:lnTo>
                  <a:lnTo>
                    <a:pt x="8090871" y="14734"/>
                  </a:lnTo>
                  <a:lnTo>
                    <a:pt x="8090997" y="14734"/>
                  </a:lnTo>
                  <a:lnTo>
                    <a:pt x="8091123" y="14734"/>
                  </a:lnTo>
                  <a:lnTo>
                    <a:pt x="8091249" y="14734"/>
                  </a:lnTo>
                  <a:lnTo>
                    <a:pt x="8091376" y="14734"/>
                  </a:lnTo>
                  <a:lnTo>
                    <a:pt x="8091502" y="14734"/>
                  </a:lnTo>
                  <a:lnTo>
                    <a:pt x="8091628" y="14734"/>
                  </a:lnTo>
                  <a:lnTo>
                    <a:pt x="8091754" y="14734"/>
                  </a:lnTo>
                  <a:lnTo>
                    <a:pt x="8091881" y="14734"/>
                  </a:lnTo>
                  <a:lnTo>
                    <a:pt x="8092007" y="14734"/>
                  </a:lnTo>
                  <a:lnTo>
                    <a:pt x="8092133" y="14734"/>
                  </a:lnTo>
                  <a:lnTo>
                    <a:pt x="8092259" y="14734"/>
                  </a:lnTo>
                  <a:lnTo>
                    <a:pt x="8092386" y="14734"/>
                  </a:lnTo>
                  <a:lnTo>
                    <a:pt x="8092512" y="14734"/>
                  </a:lnTo>
                  <a:lnTo>
                    <a:pt x="8092638" y="14734"/>
                  </a:lnTo>
                  <a:lnTo>
                    <a:pt x="8092765" y="14734"/>
                  </a:lnTo>
                  <a:lnTo>
                    <a:pt x="8092891" y="14734"/>
                  </a:lnTo>
                  <a:lnTo>
                    <a:pt x="8093017" y="14734"/>
                  </a:lnTo>
                  <a:lnTo>
                    <a:pt x="8093143" y="14734"/>
                  </a:lnTo>
                  <a:lnTo>
                    <a:pt x="8093270" y="14734"/>
                  </a:lnTo>
                  <a:lnTo>
                    <a:pt x="8093396" y="14734"/>
                  </a:lnTo>
                  <a:lnTo>
                    <a:pt x="8093522" y="14734"/>
                  </a:lnTo>
                  <a:lnTo>
                    <a:pt x="8093648" y="14734"/>
                  </a:lnTo>
                  <a:lnTo>
                    <a:pt x="8093775" y="14734"/>
                  </a:lnTo>
                  <a:lnTo>
                    <a:pt x="8093901" y="14734"/>
                  </a:lnTo>
                  <a:lnTo>
                    <a:pt x="8094027" y="14734"/>
                  </a:lnTo>
                  <a:lnTo>
                    <a:pt x="8094153" y="14734"/>
                  </a:lnTo>
                  <a:lnTo>
                    <a:pt x="8094280" y="14734"/>
                  </a:lnTo>
                  <a:lnTo>
                    <a:pt x="8094406" y="14734"/>
                  </a:lnTo>
                  <a:lnTo>
                    <a:pt x="8094532" y="14734"/>
                  </a:lnTo>
                  <a:lnTo>
                    <a:pt x="8094658" y="14734"/>
                  </a:lnTo>
                  <a:lnTo>
                    <a:pt x="8094785" y="14734"/>
                  </a:lnTo>
                  <a:lnTo>
                    <a:pt x="8094911" y="14734"/>
                  </a:lnTo>
                  <a:lnTo>
                    <a:pt x="8095037" y="14734"/>
                  </a:lnTo>
                  <a:lnTo>
                    <a:pt x="8095163" y="14734"/>
                  </a:lnTo>
                  <a:lnTo>
                    <a:pt x="8095290" y="14734"/>
                  </a:lnTo>
                  <a:lnTo>
                    <a:pt x="8095416" y="14734"/>
                  </a:lnTo>
                  <a:lnTo>
                    <a:pt x="8095542" y="14734"/>
                  </a:lnTo>
                  <a:lnTo>
                    <a:pt x="8095668" y="14734"/>
                  </a:lnTo>
                  <a:lnTo>
                    <a:pt x="8095795" y="14734"/>
                  </a:lnTo>
                  <a:lnTo>
                    <a:pt x="8095921" y="14734"/>
                  </a:lnTo>
                  <a:lnTo>
                    <a:pt x="8096047" y="14734"/>
                  </a:lnTo>
                  <a:lnTo>
                    <a:pt x="8096173" y="14734"/>
                  </a:lnTo>
                  <a:lnTo>
                    <a:pt x="8096300" y="14734"/>
                  </a:lnTo>
                  <a:lnTo>
                    <a:pt x="8096426" y="14734"/>
                  </a:lnTo>
                  <a:lnTo>
                    <a:pt x="8096552" y="14734"/>
                  </a:lnTo>
                  <a:lnTo>
                    <a:pt x="8096678" y="14734"/>
                  </a:lnTo>
                  <a:lnTo>
                    <a:pt x="8096805" y="14734"/>
                  </a:lnTo>
                  <a:lnTo>
                    <a:pt x="8096931" y="14734"/>
                  </a:lnTo>
                  <a:lnTo>
                    <a:pt x="8097057" y="14734"/>
                  </a:lnTo>
                  <a:lnTo>
                    <a:pt x="8097183" y="14734"/>
                  </a:lnTo>
                  <a:lnTo>
                    <a:pt x="8097310" y="14734"/>
                  </a:lnTo>
                  <a:lnTo>
                    <a:pt x="8097436" y="14734"/>
                  </a:lnTo>
                  <a:lnTo>
                    <a:pt x="8097562" y="14734"/>
                  </a:lnTo>
                  <a:lnTo>
                    <a:pt x="8097688" y="14734"/>
                  </a:lnTo>
                  <a:lnTo>
                    <a:pt x="8097815" y="14734"/>
                  </a:lnTo>
                  <a:lnTo>
                    <a:pt x="8097941" y="14734"/>
                  </a:lnTo>
                  <a:lnTo>
                    <a:pt x="8098067" y="14734"/>
                  </a:lnTo>
                  <a:lnTo>
                    <a:pt x="8098194" y="14734"/>
                  </a:lnTo>
                  <a:lnTo>
                    <a:pt x="8098320" y="14734"/>
                  </a:lnTo>
                  <a:lnTo>
                    <a:pt x="8098446" y="14734"/>
                  </a:lnTo>
                  <a:lnTo>
                    <a:pt x="8098572" y="14734"/>
                  </a:lnTo>
                  <a:lnTo>
                    <a:pt x="8098699" y="14734"/>
                  </a:lnTo>
                  <a:lnTo>
                    <a:pt x="8098825" y="14734"/>
                  </a:lnTo>
                  <a:lnTo>
                    <a:pt x="8098951" y="14734"/>
                  </a:lnTo>
                  <a:lnTo>
                    <a:pt x="8099077" y="14734"/>
                  </a:lnTo>
                  <a:lnTo>
                    <a:pt x="8099204" y="14734"/>
                  </a:lnTo>
                  <a:lnTo>
                    <a:pt x="8099330" y="14734"/>
                  </a:lnTo>
                  <a:lnTo>
                    <a:pt x="8099456" y="14734"/>
                  </a:lnTo>
                  <a:lnTo>
                    <a:pt x="8099582" y="14734"/>
                  </a:lnTo>
                  <a:lnTo>
                    <a:pt x="8099709" y="14734"/>
                  </a:lnTo>
                  <a:lnTo>
                    <a:pt x="8099835" y="14734"/>
                  </a:lnTo>
                  <a:lnTo>
                    <a:pt x="8099961" y="14734"/>
                  </a:lnTo>
                  <a:lnTo>
                    <a:pt x="8100087" y="14734"/>
                  </a:lnTo>
                  <a:lnTo>
                    <a:pt x="8100214" y="14734"/>
                  </a:lnTo>
                  <a:lnTo>
                    <a:pt x="8100340" y="14734"/>
                  </a:lnTo>
                  <a:lnTo>
                    <a:pt x="8100466" y="14734"/>
                  </a:lnTo>
                  <a:lnTo>
                    <a:pt x="8100592" y="14734"/>
                  </a:lnTo>
                  <a:lnTo>
                    <a:pt x="8100719" y="14734"/>
                  </a:lnTo>
                  <a:lnTo>
                    <a:pt x="8100845" y="14734"/>
                  </a:lnTo>
                  <a:lnTo>
                    <a:pt x="8100971" y="14734"/>
                  </a:lnTo>
                  <a:lnTo>
                    <a:pt x="8101097" y="14734"/>
                  </a:lnTo>
                  <a:lnTo>
                    <a:pt x="8101224" y="14734"/>
                  </a:lnTo>
                  <a:lnTo>
                    <a:pt x="8101350" y="14734"/>
                  </a:lnTo>
                  <a:lnTo>
                    <a:pt x="8101476" y="14734"/>
                  </a:lnTo>
                  <a:lnTo>
                    <a:pt x="8101602" y="14734"/>
                  </a:lnTo>
                  <a:lnTo>
                    <a:pt x="8101729" y="14734"/>
                  </a:lnTo>
                  <a:lnTo>
                    <a:pt x="8101855" y="14734"/>
                  </a:lnTo>
                  <a:lnTo>
                    <a:pt x="8101981" y="14734"/>
                  </a:lnTo>
                  <a:lnTo>
                    <a:pt x="8102107" y="14734"/>
                  </a:lnTo>
                  <a:lnTo>
                    <a:pt x="8102234" y="14734"/>
                  </a:lnTo>
                  <a:lnTo>
                    <a:pt x="8102360" y="14734"/>
                  </a:lnTo>
                  <a:lnTo>
                    <a:pt x="8102486" y="14734"/>
                  </a:lnTo>
                  <a:lnTo>
                    <a:pt x="8102612" y="14734"/>
                  </a:lnTo>
                  <a:lnTo>
                    <a:pt x="8102739" y="14734"/>
                  </a:lnTo>
                  <a:lnTo>
                    <a:pt x="8102865" y="14734"/>
                  </a:lnTo>
                  <a:lnTo>
                    <a:pt x="8102991" y="14734"/>
                  </a:lnTo>
                  <a:lnTo>
                    <a:pt x="8103118" y="14734"/>
                  </a:lnTo>
                  <a:lnTo>
                    <a:pt x="8103244" y="14734"/>
                  </a:lnTo>
                  <a:lnTo>
                    <a:pt x="8103370" y="14734"/>
                  </a:lnTo>
                  <a:lnTo>
                    <a:pt x="8103496" y="14734"/>
                  </a:lnTo>
                  <a:lnTo>
                    <a:pt x="8103623" y="14734"/>
                  </a:lnTo>
                  <a:lnTo>
                    <a:pt x="8103749" y="14734"/>
                  </a:lnTo>
                  <a:lnTo>
                    <a:pt x="8103875" y="14734"/>
                  </a:lnTo>
                  <a:lnTo>
                    <a:pt x="8104001" y="14734"/>
                  </a:lnTo>
                  <a:lnTo>
                    <a:pt x="8104128" y="14734"/>
                  </a:lnTo>
                  <a:lnTo>
                    <a:pt x="8104254" y="14734"/>
                  </a:lnTo>
                  <a:lnTo>
                    <a:pt x="8104380" y="14734"/>
                  </a:lnTo>
                  <a:lnTo>
                    <a:pt x="8104506" y="14734"/>
                  </a:lnTo>
                  <a:lnTo>
                    <a:pt x="8104633" y="14734"/>
                  </a:lnTo>
                  <a:lnTo>
                    <a:pt x="8104759" y="14734"/>
                  </a:lnTo>
                  <a:lnTo>
                    <a:pt x="8104885" y="14734"/>
                  </a:lnTo>
                  <a:lnTo>
                    <a:pt x="8105011" y="14734"/>
                  </a:lnTo>
                  <a:lnTo>
                    <a:pt x="8105138" y="14734"/>
                  </a:lnTo>
                  <a:lnTo>
                    <a:pt x="8105264" y="14734"/>
                  </a:lnTo>
                  <a:lnTo>
                    <a:pt x="8105390" y="14734"/>
                  </a:lnTo>
                  <a:lnTo>
                    <a:pt x="8105516" y="14734"/>
                  </a:lnTo>
                  <a:lnTo>
                    <a:pt x="8105643" y="14734"/>
                  </a:lnTo>
                  <a:lnTo>
                    <a:pt x="8105769" y="14734"/>
                  </a:lnTo>
                  <a:lnTo>
                    <a:pt x="8105895" y="14734"/>
                  </a:lnTo>
                  <a:lnTo>
                    <a:pt x="8106021" y="14734"/>
                  </a:lnTo>
                  <a:lnTo>
                    <a:pt x="8106148" y="14734"/>
                  </a:lnTo>
                  <a:lnTo>
                    <a:pt x="8106274" y="14734"/>
                  </a:lnTo>
                  <a:lnTo>
                    <a:pt x="8106400" y="14734"/>
                  </a:lnTo>
                  <a:lnTo>
                    <a:pt x="8106526" y="14734"/>
                  </a:lnTo>
                  <a:lnTo>
                    <a:pt x="8106653" y="14734"/>
                  </a:lnTo>
                  <a:lnTo>
                    <a:pt x="8106779" y="14734"/>
                  </a:lnTo>
                  <a:lnTo>
                    <a:pt x="8106905" y="14734"/>
                  </a:lnTo>
                  <a:lnTo>
                    <a:pt x="8107031" y="14734"/>
                  </a:lnTo>
                  <a:lnTo>
                    <a:pt x="8107158" y="14734"/>
                  </a:lnTo>
                  <a:lnTo>
                    <a:pt x="8107284" y="14734"/>
                  </a:lnTo>
                  <a:lnTo>
                    <a:pt x="8107410" y="14734"/>
                  </a:lnTo>
                  <a:lnTo>
                    <a:pt x="8107536" y="14734"/>
                  </a:lnTo>
                  <a:lnTo>
                    <a:pt x="8107663" y="14734"/>
                  </a:lnTo>
                  <a:lnTo>
                    <a:pt x="8107789" y="14734"/>
                  </a:lnTo>
                  <a:lnTo>
                    <a:pt x="8107915" y="14734"/>
                  </a:lnTo>
                  <a:lnTo>
                    <a:pt x="8108041" y="14734"/>
                  </a:lnTo>
                  <a:lnTo>
                    <a:pt x="8108168" y="14734"/>
                  </a:lnTo>
                  <a:lnTo>
                    <a:pt x="8108294" y="14734"/>
                  </a:lnTo>
                  <a:lnTo>
                    <a:pt x="8108420" y="14734"/>
                  </a:lnTo>
                  <a:lnTo>
                    <a:pt x="8108547" y="14734"/>
                  </a:lnTo>
                  <a:lnTo>
                    <a:pt x="8108673" y="14734"/>
                  </a:lnTo>
                  <a:lnTo>
                    <a:pt x="8108799" y="14734"/>
                  </a:lnTo>
                  <a:lnTo>
                    <a:pt x="8108925" y="14734"/>
                  </a:lnTo>
                  <a:lnTo>
                    <a:pt x="8109052" y="14734"/>
                  </a:lnTo>
                  <a:lnTo>
                    <a:pt x="8109178" y="14734"/>
                  </a:lnTo>
                  <a:lnTo>
                    <a:pt x="8109304" y="14734"/>
                  </a:lnTo>
                  <a:lnTo>
                    <a:pt x="8109430" y="14734"/>
                  </a:lnTo>
                  <a:lnTo>
                    <a:pt x="8109557" y="14734"/>
                  </a:lnTo>
                  <a:lnTo>
                    <a:pt x="8109683" y="14734"/>
                  </a:lnTo>
                  <a:lnTo>
                    <a:pt x="8109809" y="14734"/>
                  </a:lnTo>
                  <a:lnTo>
                    <a:pt x="8109935" y="14734"/>
                  </a:lnTo>
                  <a:lnTo>
                    <a:pt x="8110062" y="14734"/>
                  </a:lnTo>
                  <a:lnTo>
                    <a:pt x="8110188" y="14734"/>
                  </a:lnTo>
                  <a:lnTo>
                    <a:pt x="8110314" y="14734"/>
                  </a:lnTo>
                  <a:lnTo>
                    <a:pt x="8110440" y="14734"/>
                  </a:lnTo>
                  <a:lnTo>
                    <a:pt x="8110567" y="14734"/>
                  </a:lnTo>
                  <a:lnTo>
                    <a:pt x="8110693" y="14734"/>
                  </a:lnTo>
                  <a:lnTo>
                    <a:pt x="8110819" y="14734"/>
                  </a:lnTo>
                  <a:lnTo>
                    <a:pt x="8110945" y="14734"/>
                  </a:lnTo>
                  <a:lnTo>
                    <a:pt x="8111072" y="14734"/>
                  </a:lnTo>
                  <a:lnTo>
                    <a:pt x="8111198" y="14734"/>
                  </a:lnTo>
                  <a:lnTo>
                    <a:pt x="8111324" y="14734"/>
                  </a:lnTo>
                  <a:lnTo>
                    <a:pt x="8111450" y="14734"/>
                  </a:lnTo>
                  <a:lnTo>
                    <a:pt x="8111577" y="14734"/>
                  </a:lnTo>
                  <a:lnTo>
                    <a:pt x="8111703" y="14734"/>
                  </a:lnTo>
                  <a:lnTo>
                    <a:pt x="8111829" y="14734"/>
                  </a:lnTo>
                  <a:lnTo>
                    <a:pt x="8111955" y="14734"/>
                  </a:lnTo>
                  <a:lnTo>
                    <a:pt x="8112082" y="14734"/>
                  </a:lnTo>
                  <a:lnTo>
                    <a:pt x="8112208" y="14734"/>
                  </a:lnTo>
                  <a:lnTo>
                    <a:pt x="8112334" y="14734"/>
                  </a:lnTo>
                  <a:lnTo>
                    <a:pt x="8112460" y="14734"/>
                  </a:lnTo>
                  <a:lnTo>
                    <a:pt x="8112587" y="14734"/>
                  </a:lnTo>
                  <a:lnTo>
                    <a:pt x="8112713" y="14734"/>
                  </a:lnTo>
                  <a:lnTo>
                    <a:pt x="8112839" y="14734"/>
                  </a:lnTo>
                  <a:lnTo>
                    <a:pt x="8112965" y="14734"/>
                  </a:lnTo>
                  <a:lnTo>
                    <a:pt x="8113092" y="14734"/>
                  </a:lnTo>
                  <a:lnTo>
                    <a:pt x="8113218" y="14734"/>
                  </a:lnTo>
                  <a:lnTo>
                    <a:pt x="8113344" y="14734"/>
                  </a:lnTo>
                  <a:lnTo>
                    <a:pt x="8113471" y="14734"/>
                  </a:lnTo>
                  <a:lnTo>
                    <a:pt x="8113597" y="14734"/>
                  </a:lnTo>
                  <a:lnTo>
                    <a:pt x="8113723" y="14734"/>
                  </a:lnTo>
                  <a:lnTo>
                    <a:pt x="8113849" y="14734"/>
                  </a:lnTo>
                  <a:lnTo>
                    <a:pt x="8113976" y="14734"/>
                  </a:lnTo>
                  <a:lnTo>
                    <a:pt x="8114102" y="14734"/>
                  </a:lnTo>
                  <a:lnTo>
                    <a:pt x="8114228" y="14734"/>
                  </a:lnTo>
                  <a:lnTo>
                    <a:pt x="8114354" y="14734"/>
                  </a:lnTo>
                  <a:lnTo>
                    <a:pt x="8114481" y="14734"/>
                  </a:lnTo>
                  <a:lnTo>
                    <a:pt x="8114607" y="14734"/>
                  </a:lnTo>
                  <a:lnTo>
                    <a:pt x="8114733" y="14734"/>
                  </a:lnTo>
                  <a:lnTo>
                    <a:pt x="8114859" y="14734"/>
                  </a:lnTo>
                  <a:lnTo>
                    <a:pt x="8114986" y="14734"/>
                  </a:lnTo>
                  <a:lnTo>
                    <a:pt x="8115112" y="14734"/>
                  </a:lnTo>
                  <a:lnTo>
                    <a:pt x="8115238" y="14734"/>
                  </a:lnTo>
                  <a:lnTo>
                    <a:pt x="8115364" y="14734"/>
                  </a:lnTo>
                  <a:lnTo>
                    <a:pt x="8115491" y="14734"/>
                  </a:lnTo>
                  <a:lnTo>
                    <a:pt x="8115617" y="14734"/>
                  </a:lnTo>
                  <a:lnTo>
                    <a:pt x="8115743" y="14734"/>
                  </a:lnTo>
                  <a:lnTo>
                    <a:pt x="8115869" y="14734"/>
                  </a:lnTo>
                  <a:lnTo>
                    <a:pt x="8115996" y="14734"/>
                  </a:lnTo>
                  <a:lnTo>
                    <a:pt x="8116122" y="14734"/>
                  </a:lnTo>
                  <a:lnTo>
                    <a:pt x="8116248" y="14734"/>
                  </a:lnTo>
                  <a:lnTo>
                    <a:pt x="8116374" y="14734"/>
                  </a:lnTo>
                  <a:lnTo>
                    <a:pt x="8116501" y="14734"/>
                  </a:lnTo>
                  <a:lnTo>
                    <a:pt x="8116627" y="14734"/>
                  </a:lnTo>
                  <a:lnTo>
                    <a:pt x="8116753" y="14734"/>
                  </a:lnTo>
                  <a:lnTo>
                    <a:pt x="8116879" y="14734"/>
                  </a:lnTo>
                  <a:lnTo>
                    <a:pt x="8117006" y="14734"/>
                  </a:lnTo>
                  <a:lnTo>
                    <a:pt x="8117132" y="14734"/>
                  </a:lnTo>
                  <a:lnTo>
                    <a:pt x="8117258" y="14734"/>
                  </a:lnTo>
                  <a:lnTo>
                    <a:pt x="8117384" y="14734"/>
                  </a:lnTo>
                  <a:lnTo>
                    <a:pt x="8117511" y="14734"/>
                  </a:lnTo>
                  <a:lnTo>
                    <a:pt x="8117637" y="14734"/>
                  </a:lnTo>
                  <a:lnTo>
                    <a:pt x="8117763" y="14734"/>
                  </a:lnTo>
                  <a:lnTo>
                    <a:pt x="8117889" y="14734"/>
                  </a:lnTo>
                  <a:lnTo>
                    <a:pt x="8118016" y="14734"/>
                  </a:lnTo>
                  <a:lnTo>
                    <a:pt x="8118142" y="14734"/>
                  </a:lnTo>
                  <a:lnTo>
                    <a:pt x="8118268" y="14734"/>
                  </a:lnTo>
                  <a:lnTo>
                    <a:pt x="8118394" y="14734"/>
                  </a:lnTo>
                  <a:lnTo>
                    <a:pt x="8118521" y="14734"/>
                  </a:lnTo>
                  <a:lnTo>
                    <a:pt x="8118647" y="14734"/>
                  </a:lnTo>
                  <a:lnTo>
                    <a:pt x="8118773" y="14734"/>
                  </a:lnTo>
                  <a:lnTo>
                    <a:pt x="8118900" y="14734"/>
                  </a:lnTo>
                  <a:lnTo>
                    <a:pt x="8119026" y="14734"/>
                  </a:lnTo>
                  <a:lnTo>
                    <a:pt x="8119152" y="14734"/>
                  </a:lnTo>
                  <a:lnTo>
                    <a:pt x="8119278" y="14734"/>
                  </a:lnTo>
                  <a:lnTo>
                    <a:pt x="8119405" y="14734"/>
                  </a:lnTo>
                  <a:lnTo>
                    <a:pt x="8119531" y="14734"/>
                  </a:lnTo>
                  <a:lnTo>
                    <a:pt x="8119657" y="14734"/>
                  </a:lnTo>
                  <a:lnTo>
                    <a:pt x="8119783" y="14734"/>
                  </a:lnTo>
                  <a:lnTo>
                    <a:pt x="8119910" y="14734"/>
                  </a:lnTo>
                  <a:lnTo>
                    <a:pt x="8120036" y="14734"/>
                  </a:lnTo>
                  <a:lnTo>
                    <a:pt x="8120162" y="14734"/>
                  </a:lnTo>
                  <a:lnTo>
                    <a:pt x="8120288" y="14734"/>
                  </a:lnTo>
                  <a:lnTo>
                    <a:pt x="8120415" y="14734"/>
                  </a:lnTo>
                  <a:lnTo>
                    <a:pt x="8120541" y="14734"/>
                  </a:lnTo>
                  <a:lnTo>
                    <a:pt x="8120667" y="14734"/>
                  </a:lnTo>
                  <a:lnTo>
                    <a:pt x="8120793" y="14734"/>
                  </a:lnTo>
                  <a:lnTo>
                    <a:pt x="8120920" y="14734"/>
                  </a:lnTo>
                  <a:lnTo>
                    <a:pt x="8121046" y="14734"/>
                  </a:lnTo>
                  <a:lnTo>
                    <a:pt x="8121172" y="14734"/>
                  </a:lnTo>
                  <a:lnTo>
                    <a:pt x="8121298" y="14734"/>
                  </a:lnTo>
                  <a:lnTo>
                    <a:pt x="8121425" y="14734"/>
                  </a:lnTo>
                  <a:lnTo>
                    <a:pt x="8121551" y="14734"/>
                  </a:lnTo>
                  <a:lnTo>
                    <a:pt x="8121677" y="14734"/>
                  </a:lnTo>
                  <a:lnTo>
                    <a:pt x="8121803" y="14734"/>
                  </a:lnTo>
                  <a:lnTo>
                    <a:pt x="8121930" y="14734"/>
                  </a:lnTo>
                  <a:lnTo>
                    <a:pt x="8122056" y="14734"/>
                  </a:lnTo>
                  <a:lnTo>
                    <a:pt x="8122182" y="14734"/>
                  </a:lnTo>
                  <a:lnTo>
                    <a:pt x="8122308" y="14734"/>
                  </a:lnTo>
                  <a:lnTo>
                    <a:pt x="8122435" y="14734"/>
                  </a:lnTo>
                  <a:lnTo>
                    <a:pt x="8122561" y="14734"/>
                  </a:lnTo>
                  <a:lnTo>
                    <a:pt x="8122687" y="14734"/>
                  </a:lnTo>
                  <a:lnTo>
                    <a:pt x="8122813" y="14734"/>
                  </a:lnTo>
                  <a:lnTo>
                    <a:pt x="8122940" y="14734"/>
                  </a:lnTo>
                  <a:lnTo>
                    <a:pt x="8123066" y="14734"/>
                  </a:lnTo>
                  <a:lnTo>
                    <a:pt x="8123192" y="14734"/>
                  </a:lnTo>
                  <a:lnTo>
                    <a:pt x="8123318" y="14734"/>
                  </a:lnTo>
                  <a:lnTo>
                    <a:pt x="8123445" y="14734"/>
                  </a:lnTo>
                  <a:lnTo>
                    <a:pt x="8123571" y="14734"/>
                  </a:lnTo>
                  <a:lnTo>
                    <a:pt x="8123697" y="14734"/>
                  </a:lnTo>
                  <a:lnTo>
                    <a:pt x="8123824" y="14734"/>
                  </a:lnTo>
                  <a:lnTo>
                    <a:pt x="8123950" y="14734"/>
                  </a:lnTo>
                  <a:lnTo>
                    <a:pt x="8124076" y="14734"/>
                  </a:lnTo>
                  <a:lnTo>
                    <a:pt x="8124202" y="14734"/>
                  </a:lnTo>
                  <a:lnTo>
                    <a:pt x="8124329" y="14734"/>
                  </a:lnTo>
                  <a:lnTo>
                    <a:pt x="8124455" y="14734"/>
                  </a:lnTo>
                  <a:lnTo>
                    <a:pt x="8124581" y="14734"/>
                  </a:lnTo>
                  <a:lnTo>
                    <a:pt x="8124707" y="14734"/>
                  </a:lnTo>
                  <a:lnTo>
                    <a:pt x="8124834" y="14734"/>
                  </a:lnTo>
                  <a:lnTo>
                    <a:pt x="8124960" y="14734"/>
                  </a:lnTo>
                  <a:lnTo>
                    <a:pt x="8125086" y="14734"/>
                  </a:lnTo>
                  <a:lnTo>
                    <a:pt x="8125212" y="14734"/>
                  </a:lnTo>
                  <a:lnTo>
                    <a:pt x="8125339" y="14734"/>
                  </a:lnTo>
                  <a:lnTo>
                    <a:pt x="8125465" y="14734"/>
                  </a:lnTo>
                  <a:lnTo>
                    <a:pt x="8125591" y="14734"/>
                  </a:lnTo>
                  <a:lnTo>
                    <a:pt x="8125717" y="14734"/>
                  </a:lnTo>
                  <a:lnTo>
                    <a:pt x="8125844" y="14734"/>
                  </a:lnTo>
                  <a:lnTo>
                    <a:pt x="8125970" y="14734"/>
                  </a:lnTo>
                  <a:lnTo>
                    <a:pt x="8126096" y="14734"/>
                  </a:lnTo>
                  <a:lnTo>
                    <a:pt x="8126222" y="14734"/>
                  </a:lnTo>
                  <a:lnTo>
                    <a:pt x="8126349" y="14734"/>
                  </a:lnTo>
                  <a:lnTo>
                    <a:pt x="8126475" y="14734"/>
                  </a:lnTo>
                  <a:lnTo>
                    <a:pt x="8126601" y="14734"/>
                  </a:lnTo>
                  <a:lnTo>
                    <a:pt x="8126727" y="14734"/>
                  </a:lnTo>
                  <a:lnTo>
                    <a:pt x="8126854" y="14734"/>
                  </a:lnTo>
                  <a:lnTo>
                    <a:pt x="8126980" y="14734"/>
                  </a:lnTo>
                  <a:lnTo>
                    <a:pt x="8127106" y="14734"/>
                  </a:lnTo>
                  <a:lnTo>
                    <a:pt x="8127232" y="14734"/>
                  </a:lnTo>
                  <a:lnTo>
                    <a:pt x="8127359" y="14734"/>
                  </a:lnTo>
                  <a:lnTo>
                    <a:pt x="8127485" y="14734"/>
                  </a:lnTo>
                  <a:lnTo>
                    <a:pt x="8127611" y="14734"/>
                  </a:lnTo>
                  <a:lnTo>
                    <a:pt x="8127737" y="14734"/>
                  </a:lnTo>
                  <a:lnTo>
                    <a:pt x="8127864" y="14734"/>
                  </a:lnTo>
                  <a:lnTo>
                    <a:pt x="8127990" y="14734"/>
                  </a:lnTo>
                  <a:lnTo>
                    <a:pt x="8128116" y="14734"/>
                  </a:lnTo>
                  <a:lnTo>
                    <a:pt x="8128242" y="14734"/>
                  </a:lnTo>
                  <a:lnTo>
                    <a:pt x="8128369" y="14734"/>
                  </a:lnTo>
                  <a:lnTo>
                    <a:pt x="8128495" y="14734"/>
                  </a:lnTo>
                  <a:lnTo>
                    <a:pt x="8128621" y="14734"/>
                  </a:lnTo>
                  <a:lnTo>
                    <a:pt x="8128747" y="14734"/>
                  </a:lnTo>
                  <a:lnTo>
                    <a:pt x="8128874" y="14734"/>
                  </a:lnTo>
                  <a:lnTo>
                    <a:pt x="8129000" y="14734"/>
                  </a:lnTo>
                  <a:lnTo>
                    <a:pt x="8129126" y="14734"/>
                  </a:lnTo>
                  <a:lnTo>
                    <a:pt x="8129253" y="14734"/>
                  </a:lnTo>
                  <a:lnTo>
                    <a:pt x="8129379" y="14734"/>
                  </a:lnTo>
                  <a:lnTo>
                    <a:pt x="8129505" y="14734"/>
                  </a:lnTo>
                  <a:lnTo>
                    <a:pt x="8129631" y="14734"/>
                  </a:lnTo>
                  <a:lnTo>
                    <a:pt x="8129758" y="14734"/>
                  </a:lnTo>
                  <a:lnTo>
                    <a:pt x="8129884" y="14734"/>
                  </a:lnTo>
                  <a:lnTo>
                    <a:pt x="8130010" y="14734"/>
                  </a:lnTo>
                  <a:lnTo>
                    <a:pt x="8130136" y="14734"/>
                  </a:lnTo>
                  <a:lnTo>
                    <a:pt x="8130263" y="14734"/>
                  </a:lnTo>
                  <a:lnTo>
                    <a:pt x="8130389" y="14734"/>
                  </a:lnTo>
                  <a:lnTo>
                    <a:pt x="8130515" y="14734"/>
                  </a:lnTo>
                  <a:lnTo>
                    <a:pt x="8130641" y="14734"/>
                  </a:lnTo>
                  <a:lnTo>
                    <a:pt x="8130768" y="14734"/>
                  </a:lnTo>
                  <a:lnTo>
                    <a:pt x="8130894" y="14734"/>
                  </a:lnTo>
                  <a:lnTo>
                    <a:pt x="8131020" y="14734"/>
                  </a:lnTo>
                  <a:lnTo>
                    <a:pt x="8131146" y="14734"/>
                  </a:lnTo>
                  <a:lnTo>
                    <a:pt x="8131273" y="14734"/>
                  </a:lnTo>
                  <a:lnTo>
                    <a:pt x="8131399" y="14734"/>
                  </a:lnTo>
                  <a:lnTo>
                    <a:pt x="8131525" y="14734"/>
                  </a:lnTo>
                  <a:lnTo>
                    <a:pt x="8131651" y="14734"/>
                  </a:lnTo>
                  <a:lnTo>
                    <a:pt x="8131778" y="14734"/>
                  </a:lnTo>
                  <a:lnTo>
                    <a:pt x="8131904" y="14734"/>
                  </a:lnTo>
                  <a:lnTo>
                    <a:pt x="8132030" y="14734"/>
                  </a:lnTo>
                  <a:lnTo>
                    <a:pt x="8132156" y="14734"/>
                  </a:lnTo>
                  <a:lnTo>
                    <a:pt x="8132283" y="14734"/>
                  </a:lnTo>
                  <a:lnTo>
                    <a:pt x="8132409" y="14734"/>
                  </a:lnTo>
                  <a:lnTo>
                    <a:pt x="8132535" y="14734"/>
                  </a:lnTo>
                  <a:lnTo>
                    <a:pt x="8132661" y="14734"/>
                  </a:lnTo>
                  <a:lnTo>
                    <a:pt x="8132788" y="14734"/>
                  </a:lnTo>
                  <a:lnTo>
                    <a:pt x="8132914" y="14734"/>
                  </a:lnTo>
                  <a:lnTo>
                    <a:pt x="8133040" y="14734"/>
                  </a:lnTo>
                  <a:lnTo>
                    <a:pt x="8133166" y="14734"/>
                  </a:lnTo>
                  <a:lnTo>
                    <a:pt x="8133293" y="14734"/>
                  </a:lnTo>
                  <a:lnTo>
                    <a:pt x="8133419" y="14734"/>
                  </a:lnTo>
                  <a:lnTo>
                    <a:pt x="8133545" y="14734"/>
                  </a:lnTo>
                  <a:lnTo>
                    <a:pt x="8133671" y="14734"/>
                  </a:lnTo>
                  <a:lnTo>
                    <a:pt x="8133798" y="14734"/>
                  </a:lnTo>
                  <a:lnTo>
                    <a:pt x="8133924" y="14734"/>
                  </a:lnTo>
                  <a:lnTo>
                    <a:pt x="8134050" y="14734"/>
                  </a:lnTo>
                  <a:lnTo>
                    <a:pt x="8134177" y="14734"/>
                  </a:lnTo>
                  <a:lnTo>
                    <a:pt x="8134303" y="14734"/>
                  </a:lnTo>
                  <a:lnTo>
                    <a:pt x="8134429" y="14734"/>
                  </a:lnTo>
                  <a:lnTo>
                    <a:pt x="8134555" y="14734"/>
                  </a:lnTo>
                  <a:lnTo>
                    <a:pt x="8134682" y="14734"/>
                  </a:lnTo>
                  <a:lnTo>
                    <a:pt x="8134808" y="14734"/>
                  </a:lnTo>
                  <a:lnTo>
                    <a:pt x="8134934" y="14734"/>
                  </a:lnTo>
                  <a:lnTo>
                    <a:pt x="8135060" y="14734"/>
                  </a:lnTo>
                  <a:lnTo>
                    <a:pt x="8135187" y="14734"/>
                  </a:lnTo>
                  <a:lnTo>
                    <a:pt x="8135313" y="14734"/>
                  </a:lnTo>
                  <a:lnTo>
                    <a:pt x="8135439" y="14734"/>
                  </a:lnTo>
                  <a:lnTo>
                    <a:pt x="8135565" y="14734"/>
                  </a:lnTo>
                  <a:lnTo>
                    <a:pt x="8135692" y="14734"/>
                  </a:lnTo>
                  <a:lnTo>
                    <a:pt x="8135818" y="14734"/>
                  </a:lnTo>
                  <a:lnTo>
                    <a:pt x="8135944" y="14734"/>
                  </a:lnTo>
                  <a:lnTo>
                    <a:pt x="8136070" y="14734"/>
                  </a:lnTo>
                  <a:lnTo>
                    <a:pt x="8136197" y="14734"/>
                  </a:lnTo>
                  <a:lnTo>
                    <a:pt x="8136323" y="14734"/>
                  </a:lnTo>
                  <a:lnTo>
                    <a:pt x="8136449" y="14734"/>
                  </a:lnTo>
                  <a:lnTo>
                    <a:pt x="8136575" y="14734"/>
                  </a:lnTo>
                  <a:lnTo>
                    <a:pt x="8136702" y="14734"/>
                  </a:lnTo>
                  <a:lnTo>
                    <a:pt x="8136828" y="14734"/>
                  </a:lnTo>
                  <a:lnTo>
                    <a:pt x="8136954" y="14734"/>
                  </a:lnTo>
                  <a:lnTo>
                    <a:pt x="8137080" y="14734"/>
                  </a:lnTo>
                  <a:lnTo>
                    <a:pt x="8137207" y="14734"/>
                  </a:lnTo>
                  <a:lnTo>
                    <a:pt x="8137333" y="14734"/>
                  </a:lnTo>
                  <a:lnTo>
                    <a:pt x="8137459" y="14734"/>
                  </a:lnTo>
                  <a:lnTo>
                    <a:pt x="8137585" y="14734"/>
                  </a:lnTo>
                  <a:lnTo>
                    <a:pt x="8137712" y="14734"/>
                  </a:lnTo>
                  <a:lnTo>
                    <a:pt x="8137838" y="14734"/>
                  </a:lnTo>
                  <a:lnTo>
                    <a:pt x="8137964" y="14734"/>
                  </a:lnTo>
                  <a:lnTo>
                    <a:pt x="8138090" y="14734"/>
                  </a:lnTo>
                  <a:lnTo>
                    <a:pt x="8138217" y="14734"/>
                  </a:lnTo>
                  <a:lnTo>
                    <a:pt x="8138343" y="14734"/>
                  </a:lnTo>
                  <a:lnTo>
                    <a:pt x="8138469" y="14734"/>
                  </a:lnTo>
                  <a:lnTo>
                    <a:pt x="8138595" y="14734"/>
                  </a:lnTo>
                  <a:lnTo>
                    <a:pt x="8138722" y="14734"/>
                  </a:lnTo>
                  <a:lnTo>
                    <a:pt x="8138848" y="14734"/>
                  </a:lnTo>
                  <a:lnTo>
                    <a:pt x="8138974" y="14734"/>
                  </a:lnTo>
                  <a:lnTo>
                    <a:pt x="8139101" y="14734"/>
                  </a:lnTo>
                  <a:lnTo>
                    <a:pt x="8139227" y="14734"/>
                  </a:lnTo>
                  <a:lnTo>
                    <a:pt x="8139353" y="14734"/>
                  </a:lnTo>
                  <a:lnTo>
                    <a:pt x="8139479" y="14734"/>
                  </a:lnTo>
                  <a:lnTo>
                    <a:pt x="8139606" y="14734"/>
                  </a:lnTo>
                  <a:lnTo>
                    <a:pt x="8139732" y="14734"/>
                  </a:lnTo>
                  <a:lnTo>
                    <a:pt x="8139858" y="14734"/>
                  </a:lnTo>
                  <a:lnTo>
                    <a:pt x="8139984" y="14734"/>
                  </a:lnTo>
                  <a:lnTo>
                    <a:pt x="8140111" y="14734"/>
                  </a:lnTo>
                  <a:lnTo>
                    <a:pt x="8140237" y="14734"/>
                  </a:lnTo>
                  <a:lnTo>
                    <a:pt x="8140363" y="14734"/>
                  </a:lnTo>
                  <a:lnTo>
                    <a:pt x="8140489" y="14734"/>
                  </a:lnTo>
                  <a:lnTo>
                    <a:pt x="8140616" y="14734"/>
                  </a:lnTo>
                  <a:lnTo>
                    <a:pt x="8140742" y="14734"/>
                  </a:lnTo>
                  <a:lnTo>
                    <a:pt x="8140868" y="14734"/>
                  </a:lnTo>
                  <a:lnTo>
                    <a:pt x="8140994" y="14734"/>
                  </a:lnTo>
                  <a:lnTo>
                    <a:pt x="8141121" y="14734"/>
                  </a:lnTo>
                  <a:lnTo>
                    <a:pt x="8141247" y="14734"/>
                  </a:lnTo>
                  <a:lnTo>
                    <a:pt x="8141373" y="14734"/>
                  </a:lnTo>
                  <a:lnTo>
                    <a:pt x="8141499" y="14734"/>
                  </a:lnTo>
                  <a:lnTo>
                    <a:pt x="8141626" y="14734"/>
                  </a:lnTo>
                  <a:lnTo>
                    <a:pt x="8141752" y="14734"/>
                  </a:lnTo>
                  <a:lnTo>
                    <a:pt x="8141878" y="14734"/>
                  </a:lnTo>
                  <a:lnTo>
                    <a:pt x="8142004" y="14734"/>
                  </a:lnTo>
                  <a:lnTo>
                    <a:pt x="8142131" y="14734"/>
                  </a:lnTo>
                  <a:lnTo>
                    <a:pt x="8142257" y="14734"/>
                  </a:lnTo>
                  <a:lnTo>
                    <a:pt x="8142383" y="14734"/>
                  </a:lnTo>
                  <a:lnTo>
                    <a:pt x="8142509" y="14734"/>
                  </a:lnTo>
                  <a:lnTo>
                    <a:pt x="8142636" y="14734"/>
                  </a:lnTo>
                  <a:lnTo>
                    <a:pt x="8142762" y="14734"/>
                  </a:lnTo>
                  <a:lnTo>
                    <a:pt x="8142888" y="14734"/>
                  </a:lnTo>
                  <a:lnTo>
                    <a:pt x="8143014" y="14734"/>
                  </a:lnTo>
                  <a:lnTo>
                    <a:pt x="8143141" y="14734"/>
                  </a:lnTo>
                  <a:lnTo>
                    <a:pt x="8143267" y="14734"/>
                  </a:lnTo>
                  <a:lnTo>
                    <a:pt x="8143393" y="14734"/>
                  </a:lnTo>
                  <a:lnTo>
                    <a:pt x="8143519" y="14734"/>
                  </a:lnTo>
                  <a:lnTo>
                    <a:pt x="8143646" y="14734"/>
                  </a:lnTo>
                  <a:lnTo>
                    <a:pt x="8143772" y="14734"/>
                  </a:lnTo>
                  <a:lnTo>
                    <a:pt x="8143898" y="14734"/>
                  </a:lnTo>
                  <a:lnTo>
                    <a:pt x="8144024" y="14734"/>
                  </a:lnTo>
                  <a:lnTo>
                    <a:pt x="8144151" y="14734"/>
                  </a:lnTo>
                  <a:lnTo>
                    <a:pt x="8144277" y="14734"/>
                  </a:lnTo>
                  <a:lnTo>
                    <a:pt x="8144403" y="14734"/>
                  </a:lnTo>
                  <a:lnTo>
                    <a:pt x="8144530" y="14734"/>
                  </a:lnTo>
                  <a:lnTo>
                    <a:pt x="8144656" y="14734"/>
                  </a:lnTo>
                  <a:lnTo>
                    <a:pt x="8144782" y="14734"/>
                  </a:lnTo>
                  <a:lnTo>
                    <a:pt x="8144908" y="14734"/>
                  </a:lnTo>
                  <a:lnTo>
                    <a:pt x="8145035" y="14734"/>
                  </a:lnTo>
                  <a:lnTo>
                    <a:pt x="8145161" y="14734"/>
                  </a:lnTo>
                  <a:lnTo>
                    <a:pt x="8145287" y="14734"/>
                  </a:lnTo>
                  <a:lnTo>
                    <a:pt x="8145413" y="14734"/>
                  </a:lnTo>
                  <a:lnTo>
                    <a:pt x="8145540" y="14734"/>
                  </a:lnTo>
                  <a:lnTo>
                    <a:pt x="8145666" y="14734"/>
                  </a:lnTo>
                  <a:lnTo>
                    <a:pt x="8145792" y="14734"/>
                  </a:lnTo>
                  <a:lnTo>
                    <a:pt x="8145918" y="14734"/>
                  </a:lnTo>
                  <a:lnTo>
                    <a:pt x="8146045" y="14734"/>
                  </a:lnTo>
                  <a:lnTo>
                    <a:pt x="8146171" y="14734"/>
                  </a:lnTo>
                  <a:lnTo>
                    <a:pt x="8146297" y="14734"/>
                  </a:lnTo>
                  <a:lnTo>
                    <a:pt x="8146423" y="14734"/>
                  </a:lnTo>
                  <a:lnTo>
                    <a:pt x="8146550" y="14734"/>
                  </a:lnTo>
                  <a:lnTo>
                    <a:pt x="8146676" y="14734"/>
                  </a:lnTo>
                  <a:lnTo>
                    <a:pt x="8146802" y="14734"/>
                  </a:lnTo>
                  <a:lnTo>
                    <a:pt x="8146928" y="14734"/>
                  </a:lnTo>
                  <a:lnTo>
                    <a:pt x="8147055" y="14734"/>
                  </a:lnTo>
                  <a:lnTo>
                    <a:pt x="8147181" y="14734"/>
                  </a:lnTo>
                  <a:lnTo>
                    <a:pt x="8147307" y="14734"/>
                  </a:lnTo>
                  <a:lnTo>
                    <a:pt x="8147433" y="14734"/>
                  </a:lnTo>
                  <a:lnTo>
                    <a:pt x="8147560" y="14734"/>
                  </a:lnTo>
                  <a:lnTo>
                    <a:pt x="8147686" y="14734"/>
                  </a:lnTo>
                  <a:lnTo>
                    <a:pt x="8147812" y="14734"/>
                  </a:lnTo>
                  <a:lnTo>
                    <a:pt x="8147938" y="14734"/>
                  </a:lnTo>
                  <a:lnTo>
                    <a:pt x="8148065" y="14734"/>
                  </a:lnTo>
                  <a:lnTo>
                    <a:pt x="8148191" y="14734"/>
                  </a:lnTo>
                  <a:lnTo>
                    <a:pt x="8148317" y="14734"/>
                  </a:lnTo>
                  <a:lnTo>
                    <a:pt x="8148443" y="14734"/>
                  </a:lnTo>
                  <a:lnTo>
                    <a:pt x="8148570" y="14734"/>
                  </a:lnTo>
                  <a:lnTo>
                    <a:pt x="8148696" y="14734"/>
                  </a:lnTo>
                  <a:lnTo>
                    <a:pt x="8148822" y="14734"/>
                  </a:lnTo>
                  <a:lnTo>
                    <a:pt x="8148948" y="14734"/>
                  </a:lnTo>
                  <a:lnTo>
                    <a:pt x="8149075" y="14734"/>
                  </a:lnTo>
                  <a:lnTo>
                    <a:pt x="8149201" y="14734"/>
                  </a:lnTo>
                  <a:lnTo>
                    <a:pt x="8149327" y="14734"/>
                  </a:lnTo>
                  <a:lnTo>
                    <a:pt x="8149454" y="14734"/>
                  </a:lnTo>
                  <a:lnTo>
                    <a:pt x="8149580" y="14734"/>
                  </a:lnTo>
                  <a:lnTo>
                    <a:pt x="8149706" y="14734"/>
                  </a:lnTo>
                  <a:lnTo>
                    <a:pt x="8149832" y="14734"/>
                  </a:lnTo>
                  <a:lnTo>
                    <a:pt x="8149959" y="14734"/>
                  </a:lnTo>
                  <a:lnTo>
                    <a:pt x="8150085" y="14734"/>
                  </a:lnTo>
                  <a:lnTo>
                    <a:pt x="8150211" y="14734"/>
                  </a:lnTo>
                  <a:lnTo>
                    <a:pt x="8150337" y="14734"/>
                  </a:lnTo>
                  <a:lnTo>
                    <a:pt x="8150464" y="14734"/>
                  </a:lnTo>
                  <a:lnTo>
                    <a:pt x="8150590" y="14734"/>
                  </a:lnTo>
                  <a:lnTo>
                    <a:pt x="8150716" y="14734"/>
                  </a:lnTo>
                  <a:lnTo>
                    <a:pt x="8150842" y="14734"/>
                  </a:lnTo>
                  <a:lnTo>
                    <a:pt x="8150969" y="14734"/>
                  </a:lnTo>
                  <a:lnTo>
                    <a:pt x="8151095" y="14734"/>
                  </a:lnTo>
                  <a:lnTo>
                    <a:pt x="8151221" y="14734"/>
                  </a:lnTo>
                  <a:lnTo>
                    <a:pt x="8151347" y="14734"/>
                  </a:lnTo>
                  <a:lnTo>
                    <a:pt x="8151474" y="14734"/>
                  </a:lnTo>
                  <a:lnTo>
                    <a:pt x="8151600" y="14734"/>
                  </a:lnTo>
                  <a:lnTo>
                    <a:pt x="8151726" y="14734"/>
                  </a:lnTo>
                  <a:lnTo>
                    <a:pt x="8151852" y="14734"/>
                  </a:lnTo>
                  <a:lnTo>
                    <a:pt x="8151979" y="14734"/>
                  </a:lnTo>
                  <a:lnTo>
                    <a:pt x="8152105" y="14734"/>
                  </a:lnTo>
                  <a:lnTo>
                    <a:pt x="8152231" y="14734"/>
                  </a:lnTo>
                  <a:lnTo>
                    <a:pt x="8152357" y="14734"/>
                  </a:lnTo>
                  <a:lnTo>
                    <a:pt x="8152484" y="14734"/>
                  </a:lnTo>
                  <a:lnTo>
                    <a:pt x="8152610" y="14734"/>
                  </a:lnTo>
                  <a:lnTo>
                    <a:pt x="8152736" y="14734"/>
                  </a:lnTo>
                  <a:lnTo>
                    <a:pt x="8152862" y="14734"/>
                  </a:lnTo>
                  <a:lnTo>
                    <a:pt x="8152989" y="14734"/>
                  </a:lnTo>
                  <a:lnTo>
                    <a:pt x="8153115" y="14734"/>
                  </a:lnTo>
                  <a:lnTo>
                    <a:pt x="8153241" y="14734"/>
                  </a:lnTo>
                  <a:lnTo>
                    <a:pt x="8153367" y="14734"/>
                  </a:lnTo>
                  <a:lnTo>
                    <a:pt x="8153494" y="14734"/>
                  </a:lnTo>
                  <a:lnTo>
                    <a:pt x="8153620" y="14734"/>
                  </a:lnTo>
                  <a:lnTo>
                    <a:pt x="8153746" y="14734"/>
                  </a:lnTo>
                  <a:lnTo>
                    <a:pt x="8153872" y="14734"/>
                  </a:lnTo>
                  <a:lnTo>
                    <a:pt x="8153999" y="14734"/>
                  </a:lnTo>
                  <a:lnTo>
                    <a:pt x="8154125" y="14734"/>
                  </a:lnTo>
                  <a:lnTo>
                    <a:pt x="8154251" y="14734"/>
                  </a:lnTo>
                  <a:lnTo>
                    <a:pt x="8154377" y="14734"/>
                  </a:lnTo>
                  <a:lnTo>
                    <a:pt x="8154504" y="14734"/>
                  </a:lnTo>
                  <a:lnTo>
                    <a:pt x="8154630" y="14734"/>
                  </a:lnTo>
                  <a:lnTo>
                    <a:pt x="8154756" y="14734"/>
                  </a:lnTo>
                  <a:lnTo>
                    <a:pt x="8154883" y="14734"/>
                  </a:lnTo>
                  <a:lnTo>
                    <a:pt x="8155009" y="14734"/>
                  </a:lnTo>
                  <a:lnTo>
                    <a:pt x="8155135" y="14734"/>
                  </a:lnTo>
                  <a:lnTo>
                    <a:pt x="8155261" y="14734"/>
                  </a:lnTo>
                  <a:lnTo>
                    <a:pt x="8155388" y="14734"/>
                  </a:lnTo>
                  <a:lnTo>
                    <a:pt x="8155514" y="14734"/>
                  </a:lnTo>
                  <a:lnTo>
                    <a:pt x="8155640" y="14734"/>
                  </a:lnTo>
                  <a:lnTo>
                    <a:pt x="8155766" y="14734"/>
                  </a:lnTo>
                  <a:lnTo>
                    <a:pt x="8155893" y="14734"/>
                  </a:lnTo>
                  <a:lnTo>
                    <a:pt x="8156019" y="14734"/>
                  </a:lnTo>
                  <a:lnTo>
                    <a:pt x="8156145" y="14734"/>
                  </a:lnTo>
                  <a:lnTo>
                    <a:pt x="8156271" y="14734"/>
                  </a:lnTo>
                  <a:lnTo>
                    <a:pt x="8156398" y="14734"/>
                  </a:lnTo>
                  <a:lnTo>
                    <a:pt x="8156524" y="14734"/>
                  </a:lnTo>
                  <a:lnTo>
                    <a:pt x="8156650" y="14734"/>
                  </a:lnTo>
                  <a:lnTo>
                    <a:pt x="8156776" y="14734"/>
                  </a:lnTo>
                  <a:lnTo>
                    <a:pt x="8156903" y="14734"/>
                  </a:lnTo>
                  <a:lnTo>
                    <a:pt x="8157029" y="14734"/>
                  </a:lnTo>
                  <a:lnTo>
                    <a:pt x="8157155" y="14734"/>
                  </a:lnTo>
                  <a:lnTo>
                    <a:pt x="8157281" y="14734"/>
                  </a:lnTo>
                  <a:lnTo>
                    <a:pt x="8157408" y="14734"/>
                  </a:lnTo>
                  <a:lnTo>
                    <a:pt x="8157534" y="14734"/>
                  </a:lnTo>
                  <a:lnTo>
                    <a:pt x="8157660" y="14734"/>
                  </a:lnTo>
                  <a:lnTo>
                    <a:pt x="8157786" y="14734"/>
                  </a:lnTo>
                  <a:lnTo>
                    <a:pt x="8157913" y="14734"/>
                  </a:lnTo>
                  <a:lnTo>
                    <a:pt x="8158039" y="14734"/>
                  </a:lnTo>
                  <a:lnTo>
                    <a:pt x="8158165" y="14734"/>
                  </a:lnTo>
                  <a:lnTo>
                    <a:pt x="8158291" y="14734"/>
                  </a:lnTo>
                  <a:lnTo>
                    <a:pt x="8158418" y="14734"/>
                  </a:lnTo>
                  <a:lnTo>
                    <a:pt x="8158544" y="14734"/>
                  </a:lnTo>
                  <a:lnTo>
                    <a:pt x="8158670" y="14734"/>
                  </a:lnTo>
                  <a:lnTo>
                    <a:pt x="8158796" y="14734"/>
                  </a:lnTo>
                  <a:lnTo>
                    <a:pt x="8158923" y="14734"/>
                  </a:lnTo>
                  <a:lnTo>
                    <a:pt x="8159049" y="14734"/>
                  </a:lnTo>
                  <a:lnTo>
                    <a:pt x="8159175" y="14734"/>
                  </a:lnTo>
                  <a:lnTo>
                    <a:pt x="8159301" y="14734"/>
                  </a:lnTo>
                  <a:lnTo>
                    <a:pt x="8159428" y="14734"/>
                  </a:lnTo>
                  <a:lnTo>
                    <a:pt x="8159554" y="14734"/>
                  </a:lnTo>
                  <a:lnTo>
                    <a:pt x="8159680" y="14734"/>
                  </a:lnTo>
                  <a:lnTo>
                    <a:pt x="8159807" y="14734"/>
                  </a:lnTo>
                  <a:lnTo>
                    <a:pt x="8159933" y="14734"/>
                  </a:lnTo>
                  <a:lnTo>
                    <a:pt x="8160059" y="14734"/>
                  </a:lnTo>
                  <a:lnTo>
                    <a:pt x="8160185" y="14734"/>
                  </a:lnTo>
                  <a:lnTo>
                    <a:pt x="8160312" y="14734"/>
                  </a:lnTo>
                  <a:lnTo>
                    <a:pt x="8160438" y="14734"/>
                  </a:lnTo>
                  <a:lnTo>
                    <a:pt x="8160564" y="14734"/>
                  </a:lnTo>
                  <a:lnTo>
                    <a:pt x="8160690" y="14734"/>
                  </a:lnTo>
                  <a:lnTo>
                    <a:pt x="8160817" y="14734"/>
                  </a:lnTo>
                  <a:lnTo>
                    <a:pt x="8160943" y="14734"/>
                  </a:lnTo>
                  <a:lnTo>
                    <a:pt x="8161069" y="14734"/>
                  </a:lnTo>
                  <a:lnTo>
                    <a:pt x="8161195" y="14734"/>
                  </a:lnTo>
                  <a:lnTo>
                    <a:pt x="8161322" y="14734"/>
                  </a:lnTo>
                  <a:lnTo>
                    <a:pt x="8161448" y="14734"/>
                  </a:lnTo>
                  <a:lnTo>
                    <a:pt x="8161574" y="14734"/>
                  </a:lnTo>
                  <a:lnTo>
                    <a:pt x="8161700" y="14734"/>
                  </a:lnTo>
                  <a:lnTo>
                    <a:pt x="8161827" y="14734"/>
                  </a:lnTo>
                  <a:lnTo>
                    <a:pt x="8161953" y="14734"/>
                  </a:lnTo>
                  <a:lnTo>
                    <a:pt x="8162079" y="14734"/>
                  </a:lnTo>
                  <a:lnTo>
                    <a:pt x="8162205" y="14734"/>
                  </a:lnTo>
                  <a:lnTo>
                    <a:pt x="8162332" y="14734"/>
                  </a:lnTo>
                  <a:lnTo>
                    <a:pt x="8162458" y="14734"/>
                  </a:lnTo>
                  <a:lnTo>
                    <a:pt x="8162584" y="14734"/>
                  </a:lnTo>
                  <a:lnTo>
                    <a:pt x="8162710" y="14734"/>
                  </a:lnTo>
                  <a:lnTo>
                    <a:pt x="8162837" y="14734"/>
                  </a:lnTo>
                  <a:lnTo>
                    <a:pt x="8162963" y="14734"/>
                  </a:lnTo>
                  <a:lnTo>
                    <a:pt x="8163089" y="14734"/>
                  </a:lnTo>
                  <a:lnTo>
                    <a:pt x="8163215" y="14734"/>
                  </a:lnTo>
                  <a:lnTo>
                    <a:pt x="8163342" y="14734"/>
                  </a:lnTo>
                  <a:lnTo>
                    <a:pt x="8163468" y="14734"/>
                  </a:lnTo>
                  <a:lnTo>
                    <a:pt x="8163594" y="14734"/>
                  </a:lnTo>
                  <a:lnTo>
                    <a:pt x="8163720" y="14734"/>
                  </a:lnTo>
                  <a:lnTo>
                    <a:pt x="8163847" y="14734"/>
                  </a:lnTo>
                  <a:lnTo>
                    <a:pt x="8163973" y="14734"/>
                  </a:lnTo>
                  <a:lnTo>
                    <a:pt x="8164099" y="14734"/>
                  </a:lnTo>
                  <a:lnTo>
                    <a:pt x="8164225" y="14734"/>
                  </a:lnTo>
                  <a:lnTo>
                    <a:pt x="8164352" y="14734"/>
                  </a:lnTo>
                  <a:lnTo>
                    <a:pt x="8164478" y="14734"/>
                  </a:lnTo>
                  <a:lnTo>
                    <a:pt x="8164604" y="14734"/>
                  </a:lnTo>
                  <a:lnTo>
                    <a:pt x="8164730" y="14734"/>
                  </a:lnTo>
                  <a:lnTo>
                    <a:pt x="8164857" y="14734"/>
                  </a:lnTo>
                  <a:lnTo>
                    <a:pt x="8164983" y="14734"/>
                  </a:lnTo>
                  <a:lnTo>
                    <a:pt x="8165109" y="14734"/>
                  </a:lnTo>
                  <a:lnTo>
                    <a:pt x="8165236" y="14734"/>
                  </a:lnTo>
                  <a:lnTo>
                    <a:pt x="8165362" y="14734"/>
                  </a:lnTo>
                  <a:lnTo>
                    <a:pt x="8165488" y="14734"/>
                  </a:lnTo>
                  <a:lnTo>
                    <a:pt x="8165614" y="14734"/>
                  </a:lnTo>
                  <a:lnTo>
                    <a:pt x="8165741" y="14734"/>
                  </a:lnTo>
                  <a:lnTo>
                    <a:pt x="8165867" y="14734"/>
                  </a:lnTo>
                  <a:lnTo>
                    <a:pt x="8165993" y="14734"/>
                  </a:lnTo>
                  <a:lnTo>
                    <a:pt x="8166119" y="14734"/>
                  </a:lnTo>
                  <a:lnTo>
                    <a:pt x="8166246" y="14734"/>
                  </a:lnTo>
                  <a:lnTo>
                    <a:pt x="8166372" y="14734"/>
                  </a:lnTo>
                  <a:lnTo>
                    <a:pt x="8166498" y="14734"/>
                  </a:lnTo>
                  <a:lnTo>
                    <a:pt x="8166624" y="14734"/>
                  </a:lnTo>
                  <a:lnTo>
                    <a:pt x="8166751" y="14734"/>
                  </a:lnTo>
                  <a:lnTo>
                    <a:pt x="8166877" y="14734"/>
                  </a:lnTo>
                  <a:lnTo>
                    <a:pt x="8167003" y="14734"/>
                  </a:lnTo>
                  <a:lnTo>
                    <a:pt x="8167129" y="14734"/>
                  </a:lnTo>
                  <a:lnTo>
                    <a:pt x="8167256" y="14734"/>
                  </a:lnTo>
                  <a:lnTo>
                    <a:pt x="8167382" y="14734"/>
                  </a:lnTo>
                  <a:lnTo>
                    <a:pt x="8167508" y="14734"/>
                  </a:lnTo>
                  <a:lnTo>
                    <a:pt x="8167634" y="14734"/>
                  </a:lnTo>
                  <a:lnTo>
                    <a:pt x="8167761" y="14734"/>
                  </a:lnTo>
                  <a:lnTo>
                    <a:pt x="8167887" y="14734"/>
                  </a:lnTo>
                  <a:lnTo>
                    <a:pt x="8168013" y="14734"/>
                  </a:lnTo>
                  <a:lnTo>
                    <a:pt x="8168139" y="14734"/>
                  </a:lnTo>
                  <a:lnTo>
                    <a:pt x="8168266" y="14734"/>
                  </a:lnTo>
                  <a:lnTo>
                    <a:pt x="8168392" y="14734"/>
                  </a:lnTo>
                  <a:lnTo>
                    <a:pt x="8168518" y="14734"/>
                  </a:lnTo>
                  <a:lnTo>
                    <a:pt x="8168644" y="14734"/>
                  </a:lnTo>
                  <a:lnTo>
                    <a:pt x="8168771" y="14734"/>
                  </a:lnTo>
                  <a:lnTo>
                    <a:pt x="8168897" y="14734"/>
                  </a:lnTo>
                  <a:lnTo>
                    <a:pt x="8169023" y="14734"/>
                  </a:lnTo>
                  <a:lnTo>
                    <a:pt x="8169149" y="14734"/>
                  </a:lnTo>
                  <a:lnTo>
                    <a:pt x="8169276" y="14734"/>
                  </a:lnTo>
                  <a:lnTo>
                    <a:pt x="8169402" y="14734"/>
                  </a:lnTo>
                  <a:lnTo>
                    <a:pt x="8169528" y="14734"/>
                  </a:lnTo>
                  <a:lnTo>
                    <a:pt x="8169654" y="14734"/>
                  </a:lnTo>
                  <a:lnTo>
                    <a:pt x="8169781" y="14734"/>
                  </a:lnTo>
                  <a:lnTo>
                    <a:pt x="8169907" y="14734"/>
                  </a:lnTo>
                  <a:lnTo>
                    <a:pt x="8170033" y="14734"/>
                  </a:lnTo>
                  <a:lnTo>
                    <a:pt x="8170160" y="14734"/>
                  </a:lnTo>
                  <a:lnTo>
                    <a:pt x="8170286" y="14734"/>
                  </a:lnTo>
                  <a:lnTo>
                    <a:pt x="8170412" y="14734"/>
                  </a:lnTo>
                  <a:lnTo>
                    <a:pt x="8170538" y="14734"/>
                  </a:lnTo>
                  <a:lnTo>
                    <a:pt x="8170665" y="14734"/>
                  </a:lnTo>
                  <a:lnTo>
                    <a:pt x="8170791" y="14734"/>
                  </a:lnTo>
                  <a:lnTo>
                    <a:pt x="8170917" y="14734"/>
                  </a:lnTo>
                  <a:lnTo>
                    <a:pt x="8171043" y="14734"/>
                  </a:lnTo>
                  <a:lnTo>
                    <a:pt x="8171170" y="14734"/>
                  </a:lnTo>
                  <a:lnTo>
                    <a:pt x="8171296" y="14734"/>
                  </a:lnTo>
                  <a:lnTo>
                    <a:pt x="8171422" y="14734"/>
                  </a:lnTo>
                  <a:lnTo>
                    <a:pt x="8171548" y="14734"/>
                  </a:lnTo>
                  <a:lnTo>
                    <a:pt x="8171675" y="14734"/>
                  </a:lnTo>
                  <a:lnTo>
                    <a:pt x="8171801" y="14734"/>
                  </a:lnTo>
                  <a:lnTo>
                    <a:pt x="8171927" y="14734"/>
                  </a:lnTo>
                  <a:lnTo>
                    <a:pt x="8172053" y="14734"/>
                  </a:lnTo>
                  <a:lnTo>
                    <a:pt x="8172180" y="14734"/>
                  </a:lnTo>
                  <a:lnTo>
                    <a:pt x="8172306" y="14734"/>
                  </a:lnTo>
                  <a:lnTo>
                    <a:pt x="8172432" y="14734"/>
                  </a:lnTo>
                  <a:lnTo>
                    <a:pt x="8172558" y="14734"/>
                  </a:lnTo>
                  <a:lnTo>
                    <a:pt x="8172685" y="14734"/>
                  </a:lnTo>
                  <a:lnTo>
                    <a:pt x="8172811" y="14734"/>
                  </a:lnTo>
                  <a:lnTo>
                    <a:pt x="8172937" y="14734"/>
                  </a:lnTo>
                  <a:lnTo>
                    <a:pt x="8173063" y="14734"/>
                  </a:lnTo>
                  <a:lnTo>
                    <a:pt x="8173190" y="14734"/>
                  </a:lnTo>
                  <a:lnTo>
                    <a:pt x="8173316" y="14734"/>
                  </a:lnTo>
                  <a:lnTo>
                    <a:pt x="8173442" y="14734"/>
                  </a:lnTo>
                  <a:lnTo>
                    <a:pt x="8173568" y="14734"/>
                  </a:lnTo>
                  <a:lnTo>
                    <a:pt x="8173695" y="14734"/>
                  </a:lnTo>
                  <a:lnTo>
                    <a:pt x="8173821" y="14734"/>
                  </a:lnTo>
                  <a:lnTo>
                    <a:pt x="8173947" y="14734"/>
                  </a:lnTo>
                  <a:lnTo>
                    <a:pt x="8174073" y="14734"/>
                  </a:lnTo>
                  <a:lnTo>
                    <a:pt x="8174200" y="14734"/>
                  </a:lnTo>
                  <a:lnTo>
                    <a:pt x="8174326" y="14734"/>
                  </a:lnTo>
                  <a:lnTo>
                    <a:pt x="8174452" y="14734"/>
                  </a:lnTo>
                  <a:lnTo>
                    <a:pt x="8174578" y="14734"/>
                  </a:lnTo>
                  <a:lnTo>
                    <a:pt x="8174705" y="14734"/>
                  </a:lnTo>
                  <a:lnTo>
                    <a:pt x="8174831" y="14734"/>
                  </a:lnTo>
                  <a:lnTo>
                    <a:pt x="8174957" y="14734"/>
                  </a:lnTo>
                  <a:lnTo>
                    <a:pt x="8175083" y="14734"/>
                  </a:lnTo>
                  <a:lnTo>
                    <a:pt x="8175210" y="14734"/>
                  </a:lnTo>
                  <a:lnTo>
                    <a:pt x="8175336" y="14734"/>
                  </a:lnTo>
                  <a:lnTo>
                    <a:pt x="8175462" y="14734"/>
                  </a:lnTo>
                  <a:lnTo>
                    <a:pt x="8175589" y="14734"/>
                  </a:lnTo>
                  <a:lnTo>
                    <a:pt x="8175715" y="14734"/>
                  </a:lnTo>
                  <a:lnTo>
                    <a:pt x="8175841" y="14734"/>
                  </a:lnTo>
                  <a:lnTo>
                    <a:pt x="8175967" y="14734"/>
                  </a:lnTo>
                  <a:lnTo>
                    <a:pt x="8176094" y="14734"/>
                  </a:lnTo>
                  <a:lnTo>
                    <a:pt x="8176220" y="14734"/>
                  </a:lnTo>
                  <a:lnTo>
                    <a:pt x="8176346" y="14734"/>
                  </a:lnTo>
                  <a:lnTo>
                    <a:pt x="8176472" y="14734"/>
                  </a:lnTo>
                  <a:lnTo>
                    <a:pt x="8176599" y="14734"/>
                  </a:lnTo>
                  <a:lnTo>
                    <a:pt x="8176725" y="14734"/>
                  </a:lnTo>
                  <a:lnTo>
                    <a:pt x="8176851" y="14734"/>
                  </a:lnTo>
                  <a:lnTo>
                    <a:pt x="8176977" y="14734"/>
                  </a:lnTo>
                  <a:lnTo>
                    <a:pt x="8177104" y="14734"/>
                  </a:lnTo>
                  <a:lnTo>
                    <a:pt x="8177230" y="14734"/>
                  </a:lnTo>
                  <a:lnTo>
                    <a:pt x="8177356" y="14734"/>
                  </a:lnTo>
                  <a:lnTo>
                    <a:pt x="8177482" y="14734"/>
                  </a:lnTo>
                  <a:lnTo>
                    <a:pt x="8177609" y="14734"/>
                  </a:lnTo>
                  <a:lnTo>
                    <a:pt x="8177735" y="14734"/>
                  </a:lnTo>
                  <a:lnTo>
                    <a:pt x="8177861" y="14734"/>
                  </a:lnTo>
                  <a:lnTo>
                    <a:pt x="8177987" y="14734"/>
                  </a:lnTo>
                  <a:lnTo>
                    <a:pt x="8178114" y="14734"/>
                  </a:lnTo>
                  <a:lnTo>
                    <a:pt x="8178240" y="14734"/>
                  </a:lnTo>
                  <a:lnTo>
                    <a:pt x="8178366" y="14734"/>
                  </a:lnTo>
                  <a:lnTo>
                    <a:pt x="8178492" y="14734"/>
                  </a:lnTo>
                  <a:lnTo>
                    <a:pt x="8178619" y="14734"/>
                  </a:lnTo>
                  <a:lnTo>
                    <a:pt x="8178745" y="14734"/>
                  </a:lnTo>
                  <a:lnTo>
                    <a:pt x="8178871" y="14734"/>
                  </a:lnTo>
                  <a:lnTo>
                    <a:pt x="8178997" y="14734"/>
                  </a:lnTo>
                  <a:lnTo>
                    <a:pt x="8179124" y="14734"/>
                  </a:lnTo>
                  <a:lnTo>
                    <a:pt x="8179250" y="14734"/>
                  </a:lnTo>
                  <a:lnTo>
                    <a:pt x="8179376" y="14734"/>
                  </a:lnTo>
                  <a:lnTo>
                    <a:pt x="8179502" y="14734"/>
                  </a:lnTo>
                  <a:lnTo>
                    <a:pt x="8179629" y="14734"/>
                  </a:lnTo>
                  <a:lnTo>
                    <a:pt x="8179755" y="14734"/>
                  </a:lnTo>
                  <a:lnTo>
                    <a:pt x="8179881" y="14734"/>
                  </a:lnTo>
                  <a:lnTo>
                    <a:pt x="8180007" y="14734"/>
                  </a:lnTo>
                  <a:lnTo>
                    <a:pt x="8180134" y="14734"/>
                  </a:lnTo>
                  <a:lnTo>
                    <a:pt x="8180260" y="14734"/>
                  </a:lnTo>
                  <a:lnTo>
                    <a:pt x="8180386" y="14734"/>
                  </a:lnTo>
                  <a:lnTo>
                    <a:pt x="8180513" y="14734"/>
                  </a:lnTo>
                  <a:lnTo>
                    <a:pt x="8180639" y="14734"/>
                  </a:lnTo>
                  <a:lnTo>
                    <a:pt x="8180765" y="14734"/>
                  </a:lnTo>
                  <a:lnTo>
                    <a:pt x="8180891" y="14734"/>
                  </a:lnTo>
                  <a:lnTo>
                    <a:pt x="8181018" y="14734"/>
                  </a:lnTo>
                  <a:lnTo>
                    <a:pt x="8181144" y="14734"/>
                  </a:lnTo>
                  <a:lnTo>
                    <a:pt x="8181270" y="14734"/>
                  </a:lnTo>
                  <a:lnTo>
                    <a:pt x="8181396" y="14734"/>
                  </a:lnTo>
                  <a:lnTo>
                    <a:pt x="8181523" y="14734"/>
                  </a:lnTo>
                  <a:lnTo>
                    <a:pt x="8181649" y="14734"/>
                  </a:lnTo>
                  <a:lnTo>
                    <a:pt x="8181775" y="14734"/>
                  </a:lnTo>
                  <a:lnTo>
                    <a:pt x="8181901" y="14734"/>
                  </a:lnTo>
                  <a:lnTo>
                    <a:pt x="8182028" y="14734"/>
                  </a:lnTo>
                  <a:lnTo>
                    <a:pt x="8182154" y="14734"/>
                  </a:lnTo>
                  <a:lnTo>
                    <a:pt x="8182280" y="14734"/>
                  </a:lnTo>
                  <a:lnTo>
                    <a:pt x="8182406" y="14734"/>
                  </a:lnTo>
                  <a:lnTo>
                    <a:pt x="8182533" y="14734"/>
                  </a:lnTo>
                  <a:lnTo>
                    <a:pt x="8182659" y="14734"/>
                  </a:lnTo>
                  <a:lnTo>
                    <a:pt x="8182785" y="14734"/>
                  </a:lnTo>
                  <a:lnTo>
                    <a:pt x="8182911" y="14734"/>
                  </a:lnTo>
                  <a:lnTo>
                    <a:pt x="8183038" y="14734"/>
                  </a:lnTo>
                  <a:lnTo>
                    <a:pt x="8183164" y="14734"/>
                  </a:lnTo>
                  <a:lnTo>
                    <a:pt x="8183290" y="14734"/>
                  </a:lnTo>
                  <a:lnTo>
                    <a:pt x="8183416" y="14734"/>
                  </a:lnTo>
                  <a:lnTo>
                    <a:pt x="8183543" y="14734"/>
                  </a:lnTo>
                  <a:lnTo>
                    <a:pt x="8183669" y="14734"/>
                  </a:lnTo>
                  <a:lnTo>
                    <a:pt x="8183795" y="14734"/>
                  </a:lnTo>
                  <a:lnTo>
                    <a:pt x="8183921" y="14734"/>
                  </a:lnTo>
                  <a:lnTo>
                    <a:pt x="8184048" y="14734"/>
                  </a:lnTo>
                  <a:lnTo>
                    <a:pt x="8184174" y="14734"/>
                  </a:lnTo>
                  <a:lnTo>
                    <a:pt x="8184300" y="14734"/>
                  </a:lnTo>
                  <a:lnTo>
                    <a:pt x="8184426" y="14734"/>
                  </a:lnTo>
                  <a:lnTo>
                    <a:pt x="8184553" y="14734"/>
                  </a:lnTo>
                  <a:lnTo>
                    <a:pt x="8184679" y="14734"/>
                  </a:lnTo>
                  <a:lnTo>
                    <a:pt x="8184805" y="14734"/>
                  </a:lnTo>
                  <a:lnTo>
                    <a:pt x="8184931" y="14734"/>
                  </a:lnTo>
                  <a:lnTo>
                    <a:pt x="8185058" y="14734"/>
                  </a:lnTo>
                  <a:lnTo>
                    <a:pt x="8185184" y="14734"/>
                  </a:lnTo>
                  <a:lnTo>
                    <a:pt x="8185310" y="14734"/>
                  </a:lnTo>
                  <a:lnTo>
                    <a:pt x="8185436" y="14734"/>
                  </a:lnTo>
                  <a:lnTo>
                    <a:pt x="8185563" y="14734"/>
                  </a:lnTo>
                  <a:lnTo>
                    <a:pt x="8185689" y="14734"/>
                  </a:lnTo>
                  <a:lnTo>
                    <a:pt x="8185815" y="14734"/>
                  </a:lnTo>
                  <a:lnTo>
                    <a:pt x="8185942" y="14734"/>
                  </a:lnTo>
                  <a:lnTo>
                    <a:pt x="8186068" y="14734"/>
                  </a:lnTo>
                  <a:lnTo>
                    <a:pt x="8186194" y="14734"/>
                  </a:lnTo>
                  <a:lnTo>
                    <a:pt x="8186320" y="14734"/>
                  </a:lnTo>
                  <a:lnTo>
                    <a:pt x="8186447" y="14734"/>
                  </a:lnTo>
                  <a:lnTo>
                    <a:pt x="8186573" y="14734"/>
                  </a:lnTo>
                  <a:lnTo>
                    <a:pt x="8186699" y="14734"/>
                  </a:lnTo>
                  <a:lnTo>
                    <a:pt x="8186825" y="14734"/>
                  </a:lnTo>
                  <a:lnTo>
                    <a:pt x="8186952" y="14734"/>
                  </a:lnTo>
                  <a:lnTo>
                    <a:pt x="8187078" y="14734"/>
                  </a:lnTo>
                  <a:lnTo>
                    <a:pt x="8187204" y="14734"/>
                  </a:lnTo>
                  <a:lnTo>
                    <a:pt x="8187330" y="14734"/>
                  </a:lnTo>
                  <a:lnTo>
                    <a:pt x="8187457" y="14734"/>
                  </a:lnTo>
                  <a:lnTo>
                    <a:pt x="8187583" y="14734"/>
                  </a:lnTo>
                  <a:lnTo>
                    <a:pt x="8187709" y="14734"/>
                  </a:lnTo>
                  <a:lnTo>
                    <a:pt x="8187835" y="14734"/>
                  </a:lnTo>
                  <a:lnTo>
                    <a:pt x="8187962" y="14734"/>
                  </a:lnTo>
                  <a:lnTo>
                    <a:pt x="8188088" y="14734"/>
                  </a:lnTo>
                  <a:lnTo>
                    <a:pt x="8188214" y="14734"/>
                  </a:lnTo>
                  <a:lnTo>
                    <a:pt x="8188340" y="14734"/>
                  </a:lnTo>
                  <a:lnTo>
                    <a:pt x="8188467" y="14734"/>
                  </a:lnTo>
                  <a:lnTo>
                    <a:pt x="8188593" y="14734"/>
                  </a:lnTo>
                  <a:lnTo>
                    <a:pt x="8188719" y="14734"/>
                  </a:lnTo>
                  <a:lnTo>
                    <a:pt x="8188845" y="14734"/>
                  </a:lnTo>
                  <a:lnTo>
                    <a:pt x="8188972" y="14734"/>
                  </a:lnTo>
                  <a:lnTo>
                    <a:pt x="8189098" y="14734"/>
                  </a:lnTo>
                  <a:lnTo>
                    <a:pt x="8189224" y="14734"/>
                  </a:lnTo>
                  <a:lnTo>
                    <a:pt x="8189350" y="14734"/>
                  </a:lnTo>
                  <a:lnTo>
                    <a:pt x="8189477" y="14734"/>
                  </a:lnTo>
                  <a:lnTo>
                    <a:pt x="8189603" y="14734"/>
                  </a:lnTo>
                  <a:lnTo>
                    <a:pt x="8189729" y="14734"/>
                  </a:lnTo>
                  <a:lnTo>
                    <a:pt x="8189855" y="14734"/>
                  </a:lnTo>
                  <a:lnTo>
                    <a:pt x="8189982" y="14734"/>
                  </a:lnTo>
                  <a:lnTo>
                    <a:pt x="8190108" y="14734"/>
                  </a:lnTo>
                  <a:lnTo>
                    <a:pt x="8190234" y="14734"/>
                  </a:lnTo>
                  <a:lnTo>
                    <a:pt x="8190360" y="14734"/>
                  </a:lnTo>
                  <a:lnTo>
                    <a:pt x="8190487" y="14734"/>
                  </a:lnTo>
                  <a:lnTo>
                    <a:pt x="8190613" y="14734"/>
                  </a:lnTo>
                  <a:lnTo>
                    <a:pt x="8190739" y="14734"/>
                  </a:lnTo>
                  <a:lnTo>
                    <a:pt x="8190866" y="14734"/>
                  </a:lnTo>
                  <a:lnTo>
                    <a:pt x="8190992" y="14734"/>
                  </a:lnTo>
                  <a:lnTo>
                    <a:pt x="8191118" y="14734"/>
                  </a:lnTo>
                  <a:lnTo>
                    <a:pt x="8191244" y="14734"/>
                  </a:lnTo>
                  <a:lnTo>
                    <a:pt x="8191371" y="14734"/>
                  </a:lnTo>
                  <a:lnTo>
                    <a:pt x="8191497" y="14734"/>
                  </a:lnTo>
                  <a:lnTo>
                    <a:pt x="8191623" y="14734"/>
                  </a:lnTo>
                  <a:lnTo>
                    <a:pt x="8191749" y="14734"/>
                  </a:lnTo>
                  <a:lnTo>
                    <a:pt x="8191876" y="14734"/>
                  </a:lnTo>
                  <a:lnTo>
                    <a:pt x="8192002" y="14734"/>
                  </a:lnTo>
                  <a:lnTo>
                    <a:pt x="8192128" y="14734"/>
                  </a:lnTo>
                  <a:lnTo>
                    <a:pt x="8192254" y="14734"/>
                  </a:lnTo>
                  <a:lnTo>
                    <a:pt x="8192381" y="14734"/>
                  </a:lnTo>
                  <a:lnTo>
                    <a:pt x="8192507" y="14734"/>
                  </a:lnTo>
                  <a:lnTo>
                    <a:pt x="8192633" y="14734"/>
                  </a:lnTo>
                  <a:lnTo>
                    <a:pt x="8192759" y="14734"/>
                  </a:lnTo>
                  <a:lnTo>
                    <a:pt x="8192886" y="14734"/>
                  </a:lnTo>
                  <a:lnTo>
                    <a:pt x="8193012" y="14734"/>
                  </a:lnTo>
                  <a:lnTo>
                    <a:pt x="8193138" y="14734"/>
                  </a:lnTo>
                  <a:lnTo>
                    <a:pt x="8193264" y="14734"/>
                  </a:lnTo>
                  <a:lnTo>
                    <a:pt x="8193391" y="14734"/>
                  </a:lnTo>
                  <a:lnTo>
                    <a:pt x="8193517" y="14734"/>
                  </a:lnTo>
                  <a:lnTo>
                    <a:pt x="8193643" y="14734"/>
                  </a:lnTo>
                  <a:lnTo>
                    <a:pt x="8193769" y="14734"/>
                  </a:lnTo>
                  <a:lnTo>
                    <a:pt x="8193896" y="14734"/>
                  </a:lnTo>
                  <a:lnTo>
                    <a:pt x="8194022" y="14734"/>
                  </a:lnTo>
                  <a:lnTo>
                    <a:pt x="8194148" y="14734"/>
                  </a:lnTo>
                  <a:lnTo>
                    <a:pt x="8194274" y="14734"/>
                  </a:lnTo>
                  <a:lnTo>
                    <a:pt x="8194401" y="14734"/>
                  </a:lnTo>
                  <a:lnTo>
                    <a:pt x="8194527" y="14734"/>
                  </a:lnTo>
                  <a:lnTo>
                    <a:pt x="8194653" y="14734"/>
                  </a:lnTo>
                  <a:lnTo>
                    <a:pt x="8194779" y="14734"/>
                  </a:lnTo>
                  <a:lnTo>
                    <a:pt x="8194906" y="14734"/>
                  </a:lnTo>
                  <a:lnTo>
                    <a:pt x="8195032" y="14734"/>
                  </a:lnTo>
                  <a:lnTo>
                    <a:pt x="8195158" y="14734"/>
                  </a:lnTo>
                  <a:lnTo>
                    <a:pt x="8195284" y="14734"/>
                  </a:lnTo>
                  <a:lnTo>
                    <a:pt x="8195411" y="14734"/>
                  </a:lnTo>
                  <a:lnTo>
                    <a:pt x="8195537" y="14734"/>
                  </a:lnTo>
                  <a:lnTo>
                    <a:pt x="8195663" y="14734"/>
                  </a:lnTo>
                  <a:lnTo>
                    <a:pt x="8195790" y="14734"/>
                  </a:lnTo>
                  <a:lnTo>
                    <a:pt x="8195916" y="14734"/>
                  </a:lnTo>
                  <a:lnTo>
                    <a:pt x="8196042" y="14734"/>
                  </a:lnTo>
                  <a:lnTo>
                    <a:pt x="8196168" y="14734"/>
                  </a:lnTo>
                  <a:lnTo>
                    <a:pt x="8196295" y="14734"/>
                  </a:lnTo>
                  <a:lnTo>
                    <a:pt x="8196421" y="14734"/>
                  </a:lnTo>
                  <a:lnTo>
                    <a:pt x="8196547" y="14734"/>
                  </a:lnTo>
                  <a:lnTo>
                    <a:pt x="8196673" y="14734"/>
                  </a:lnTo>
                  <a:lnTo>
                    <a:pt x="8196800" y="14734"/>
                  </a:lnTo>
                  <a:lnTo>
                    <a:pt x="8196926" y="14734"/>
                  </a:lnTo>
                  <a:lnTo>
                    <a:pt x="8197052" y="14734"/>
                  </a:lnTo>
                  <a:lnTo>
                    <a:pt x="8197178" y="14734"/>
                  </a:lnTo>
                  <a:lnTo>
                    <a:pt x="8197305" y="14734"/>
                  </a:lnTo>
                  <a:lnTo>
                    <a:pt x="8197431" y="14734"/>
                  </a:lnTo>
                  <a:lnTo>
                    <a:pt x="8197557" y="14734"/>
                  </a:lnTo>
                  <a:lnTo>
                    <a:pt x="8197683" y="14734"/>
                  </a:lnTo>
                  <a:lnTo>
                    <a:pt x="8197810" y="14734"/>
                  </a:lnTo>
                  <a:lnTo>
                    <a:pt x="8197936" y="14734"/>
                  </a:lnTo>
                  <a:lnTo>
                    <a:pt x="8198062" y="14734"/>
                  </a:lnTo>
                  <a:lnTo>
                    <a:pt x="8198188" y="14734"/>
                  </a:lnTo>
                  <a:lnTo>
                    <a:pt x="8198315" y="14734"/>
                  </a:lnTo>
                  <a:lnTo>
                    <a:pt x="8198441" y="14734"/>
                  </a:lnTo>
                  <a:lnTo>
                    <a:pt x="8198567" y="14734"/>
                  </a:lnTo>
                  <a:lnTo>
                    <a:pt x="8198693" y="14734"/>
                  </a:lnTo>
                  <a:lnTo>
                    <a:pt x="8198820" y="14734"/>
                  </a:lnTo>
                  <a:lnTo>
                    <a:pt x="8198946" y="14734"/>
                  </a:lnTo>
                  <a:lnTo>
                    <a:pt x="8199072" y="14734"/>
                  </a:lnTo>
                  <a:lnTo>
                    <a:pt x="8199198" y="14734"/>
                  </a:lnTo>
                  <a:lnTo>
                    <a:pt x="8199325" y="14734"/>
                  </a:lnTo>
                  <a:lnTo>
                    <a:pt x="8199451" y="14734"/>
                  </a:lnTo>
                  <a:lnTo>
                    <a:pt x="8199577" y="14734"/>
                  </a:lnTo>
                  <a:lnTo>
                    <a:pt x="8199703" y="14734"/>
                  </a:lnTo>
                  <a:lnTo>
                    <a:pt x="8199830" y="14734"/>
                  </a:lnTo>
                  <a:lnTo>
                    <a:pt x="8199956" y="14734"/>
                  </a:lnTo>
                  <a:lnTo>
                    <a:pt x="8200082" y="14734"/>
                  </a:lnTo>
                  <a:lnTo>
                    <a:pt x="8200208" y="14734"/>
                  </a:lnTo>
                  <a:lnTo>
                    <a:pt x="8200335" y="14734"/>
                  </a:lnTo>
                  <a:lnTo>
                    <a:pt x="8200461" y="14734"/>
                  </a:lnTo>
                  <a:lnTo>
                    <a:pt x="8200587" y="14734"/>
                  </a:lnTo>
                  <a:lnTo>
                    <a:pt x="8200713" y="14734"/>
                  </a:lnTo>
                  <a:lnTo>
                    <a:pt x="8200840" y="14734"/>
                  </a:lnTo>
                  <a:lnTo>
                    <a:pt x="8200966" y="14734"/>
                  </a:lnTo>
                  <a:lnTo>
                    <a:pt x="8201092" y="14734"/>
                  </a:lnTo>
                  <a:lnTo>
                    <a:pt x="8201219" y="14734"/>
                  </a:lnTo>
                  <a:lnTo>
                    <a:pt x="8201345" y="14734"/>
                  </a:lnTo>
                  <a:lnTo>
                    <a:pt x="8201471" y="14734"/>
                  </a:lnTo>
                  <a:lnTo>
                    <a:pt x="8201597" y="14734"/>
                  </a:lnTo>
                  <a:lnTo>
                    <a:pt x="8201724" y="14734"/>
                  </a:lnTo>
                  <a:lnTo>
                    <a:pt x="8201850" y="14734"/>
                  </a:lnTo>
                  <a:lnTo>
                    <a:pt x="8201976" y="14734"/>
                  </a:lnTo>
                  <a:lnTo>
                    <a:pt x="8202102" y="14734"/>
                  </a:lnTo>
                  <a:lnTo>
                    <a:pt x="8202229" y="14734"/>
                  </a:lnTo>
                  <a:lnTo>
                    <a:pt x="8202355" y="14734"/>
                  </a:lnTo>
                  <a:lnTo>
                    <a:pt x="8202481" y="14734"/>
                  </a:lnTo>
                  <a:lnTo>
                    <a:pt x="8202607" y="14734"/>
                  </a:lnTo>
                  <a:lnTo>
                    <a:pt x="8202734" y="14734"/>
                  </a:lnTo>
                  <a:lnTo>
                    <a:pt x="8202860" y="14734"/>
                  </a:lnTo>
                  <a:lnTo>
                    <a:pt x="8202986" y="14734"/>
                  </a:lnTo>
                  <a:lnTo>
                    <a:pt x="8203112" y="14734"/>
                  </a:lnTo>
                  <a:lnTo>
                    <a:pt x="8203239" y="14734"/>
                  </a:lnTo>
                  <a:lnTo>
                    <a:pt x="8203365" y="14734"/>
                  </a:lnTo>
                  <a:lnTo>
                    <a:pt x="8203491" y="14734"/>
                  </a:lnTo>
                  <a:lnTo>
                    <a:pt x="8203617" y="14734"/>
                  </a:lnTo>
                  <a:lnTo>
                    <a:pt x="8203744" y="14734"/>
                  </a:lnTo>
                  <a:lnTo>
                    <a:pt x="8203870" y="14734"/>
                  </a:lnTo>
                  <a:lnTo>
                    <a:pt x="8203996" y="14734"/>
                  </a:lnTo>
                  <a:lnTo>
                    <a:pt x="8204122" y="14734"/>
                  </a:lnTo>
                  <a:lnTo>
                    <a:pt x="8204249" y="14734"/>
                  </a:lnTo>
                  <a:lnTo>
                    <a:pt x="8204375" y="14734"/>
                  </a:lnTo>
                  <a:lnTo>
                    <a:pt x="8204501" y="14734"/>
                  </a:lnTo>
                  <a:lnTo>
                    <a:pt x="8204627" y="14734"/>
                  </a:lnTo>
                  <a:lnTo>
                    <a:pt x="8204754" y="14734"/>
                  </a:lnTo>
                  <a:lnTo>
                    <a:pt x="8204880" y="14734"/>
                  </a:lnTo>
                  <a:lnTo>
                    <a:pt x="8205006" y="14734"/>
                  </a:lnTo>
                  <a:lnTo>
                    <a:pt x="8205132" y="14734"/>
                  </a:lnTo>
                  <a:lnTo>
                    <a:pt x="8205259" y="14734"/>
                  </a:lnTo>
                  <a:lnTo>
                    <a:pt x="8205385" y="14734"/>
                  </a:lnTo>
                  <a:lnTo>
                    <a:pt x="8205511" y="14734"/>
                  </a:lnTo>
                  <a:lnTo>
                    <a:pt x="8205637" y="14734"/>
                  </a:lnTo>
                  <a:lnTo>
                    <a:pt x="8205764" y="14734"/>
                  </a:lnTo>
                  <a:lnTo>
                    <a:pt x="8205890" y="14734"/>
                  </a:lnTo>
                  <a:lnTo>
                    <a:pt x="8206016" y="14734"/>
                  </a:lnTo>
                  <a:lnTo>
                    <a:pt x="8206143" y="14734"/>
                  </a:lnTo>
                  <a:lnTo>
                    <a:pt x="8206269" y="14734"/>
                  </a:lnTo>
                  <a:lnTo>
                    <a:pt x="8206395" y="14734"/>
                  </a:lnTo>
                  <a:lnTo>
                    <a:pt x="8206521" y="14734"/>
                  </a:lnTo>
                  <a:lnTo>
                    <a:pt x="8206648" y="14734"/>
                  </a:lnTo>
                  <a:lnTo>
                    <a:pt x="8206774" y="14734"/>
                  </a:lnTo>
                  <a:lnTo>
                    <a:pt x="8206900" y="14734"/>
                  </a:lnTo>
                  <a:lnTo>
                    <a:pt x="8207026" y="14734"/>
                  </a:lnTo>
                  <a:lnTo>
                    <a:pt x="8207153" y="14734"/>
                  </a:lnTo>
                  <a:lnTo>
                    <a:pt x="8207279" y="14734"/>
                  </a:lnTo>
                  <a:lnTo>
                    <a:pt x="8207405" y="14734"/>
                  </a:lnTo>
                  <a:lnTo>
                    <a:pt x="8207531" y="14734"/>
                  </a:lnTo>
                  <a:lnTo>
                    <a:pt x="8207658" y="14734"/>
                  </a:lnTo>
                  <a:lnTo>
                    <a:pt x="8207784" y="14734"/>
                  </a:lnTo>
                  <a:lnTo>
                    <a:pt x="8207910" y="14734"/>
                  </a:lnTo>
                  <a:lnTo>
                    <a:pt x="8208036" y="14734"/>
                  </a:lnTo>
                  <a:lnTo>
                    <a:pt x="8208163" y="14734"/>
                  </a:lnTo>
                  <a:lnTo>
                    <a:pt x="8208289" y="14734"/>
                  </a:lnTo>
                  <a:lnTo>
                    <a:pt x="8208415" y="14734"/>
                  </a:lnTo>
                  <a:lnTo>
                    <a:pt x="8208541" y="14734"/>
                  </a:lnTo>
                  <a:lnTo>
                    <a:pt x="8208668" y="14734"/>
                  </a:lnTo>
                  <a:lnTo>
                    <a:pt x="8208794" y="14734"/>
                  </a:lnTo>
                  <a:lnTo>
                    <a:pt x="8208920" y="14734"/>
                  </a:lnTo>
                  <a:lnTo>
                    <a:pt x="8209046" y="14734"/>
                  </a:lnTo>
                  <a:lnTo>
                    <a:pt x="8209173" y="14734"/>
                  </a:lnTo>
                  <a:lnTo>
                    <a:pt x="8209299" y="14734"/>
                  </a:lnTo>
                  <a:lnTo>
                    <a:pt x="8209425" y="14734"/>
                  </a:lnTo>
                  <a:lnTo>
                    <a:pt x="8209551" y="14734"/>
                  </a:lnTo>
                  <a:lnTo>
                    <a:pt x="8209678" y="14734"/>
                  </a:lnTo>
                  <a:lnTo>
                    <a:pt x="8209804" y="14734"/>
                  </a:lnTo>
                  <a:lnTo>
                    <a:pt x="8209930" y="14734"/>
                  </a:lnTo>
                  <a:lnTo>
                    <a:pt x="8210056" y="14734"/>
                  </a:lnTo>
                  <a:lnTo>
                    <a:pt x="8210183" y="14734"/>
                  </a:lnTo>
                  <a:lnTo>
                    <a:pt x="8210309" y="14734"/>
                  </a:lnTo>
                  <a:lnTo>
                    <a:pt x="8210435" y="14734"/>
                  </a:lnTo>
                  <a:lnTo>
                    <a:pt x="8210561" y="14734"/>
                  </a:lnTo>
                  <a:lnTo>
                    <a:pt x="8210688" y="14734"/>
                  </a:lnTo>
                  <a:lnTo>
                    <a:pt x="8210814" y="14734"/>
                  </a:lnTo>
                  <a:lnTo>
                    <a:pt x="8210940" y="14734"/>
                  </a:lnTo>
                  <a:lnTo>
                    <a:pt x="8211066" y="14734"/>
                  </a:lnTo>
                  <a:lnTo>
                    <a:pt x="8211193" y="14734"/>
                  </a:lnTo>
                  <a:lnTo>
                    <a:pt x="8211319" y="14734"/>
                  </a:lnTo>
                  <a:lnTo>
                    <a:pt x="8211445" y="14734"/>
                  </a:lnTo>
                  <a:lnTo>
                    <a:pt x="8211572" y="14734"/>
                  </a:lnTo>
                  <a:lnTo>
                    <a:pt x="8211698" y="14734"/>
                  </a:lnTo>
                  <a:lnTo>
                    <a:pt x="8211824" y="14734"/>
                  </a:lnTo>
                  <a:lnTo>
                    <a:pt x="8211950" y="14734"/>
                  </a:lnTo>
                  <a:lnTo>
                    <a:pt x="8212077" y="14734"/>
                  </a:lnTo>
                  <a:lnTo>
                    <a:pt x="8212203" y="14734"/>
                  </a:lnTo>
                  <a:lnTo>
                    <a:pt x="8212329" y="14734"/>
                  </a:lnTo>
                  <a:lnTo>
                    <a:pt x="8212455" y="14734"/>
                  </a:lnTo>
                  <a:lnTo>
                    <a:pt x="8212582" y="14734"/>
                  </a:lnTo>
                  <a:lnTo>
                    <a:pt x="8212708" y="14734"/>
                  </a:lnTo>
                  <a:lnTo>
                    <a:pt x="8212834" y="14734"/>
                  </a:lnTo>
                  <a:lnTo>
                    <a:pt x="8212960" y="14734"/>
                  </a:lnTo>
                  <a:lnTo>
                    <a:pt x="8213087" y="14734"/>
                  </a:lnTo>
                  <a:lnTo>
                    <a:pt x="8213213" y="14734"/>
                  </a:lnTo>
                  <a:lnTo>
                    <a:pt x="8213339" y="14734"/>
                  </a:lnTo>
                  <a:lnTo>
                    <a:pt x="8213465" y="14734"/>
                  </a:lnTo>
                  <a:lnTo>
                    <a:pt x="8213592" y="14734"/>
                  </a:lnTo>
                  <a:lnTo>
                    <a:pt x="8213718" y="14734"/>
                  </a:lnTo>
                  <a:lnTo>
                    <a:pt x="8213844" y="14734"/>
                  </a:lnTo>
                  <a:lnTo>
                    <a:pt x="8213970" y="14734"/>
                  </a:lnTo>
                  <a:lnTo>
                    <a:pt x="8214097" y="14734"/>
                  </a:lnTo>
                  <a:lnTo>
                    <a:pt x="8214223" y="14734"/>
                  </a:lnTo>
                  <a:lnTo>
                    <a:pt x="8214349" y="14734"/>
                  </a:lnTo>
                  <a:lnTo>
                    <a:pt x="8214475" y="14734"/>
                  </a:lnTo>
                  <a:lnTo>
                    <a:pt x="8214602" y="14734"/>
                  </a:lnTo>
                  <a:lnTo>
                    <a:pt x="8214728" y="14734"/>
                  </a:lnTo>
                  <a:lnTo>
                    <a:pt x="8214854" y="14734"/>
                  </a:lnTo>
                  <a:lnTo>
                    <a:pt x="8214980" y="14734"/>
                  </a:lnTo>
                  <a:lnTo>
                    <a:pt x="8215107" y="14734"/>
                  </a:lnTo>
                  <a:lnTo>
                    <a:pt x="8215233" y="14734"/>
                  </a:lnTo>
                  <a:lnTo>
                    <a:pt x="8215359" y="14734"/>
                  </a:lnTo>
                  <a:lnTo>
                    <a:pt x="8215485" y="14734"/>
                  </a:lnTo>
                  <a:lnTo>
                    <a:pt x="8215612" y="14734"/>
                  </a:lnTo>
                  <a:lnTo>
                    <a:pt x="8215738" y="14734"/>
                  </a:lnTo>
                  <a:lnTo>
                    <a:pt x="8215864" y="14734"/>
                  </a:lnTo>
                  <a:lnTo>
                    <a:pt x="8215990" y="14734"/>
                  </a:lnTo>
                  <a:lnTo>
                    <a:pt x="8216117" y="14734"/>
                  </a:lnTo>
                  <a:lnTo>
                    <a:pt x="8216243" y="14734"/>
                  </a:lnTo>
                  <a:lnTo>
                    <a:pt x="8216369" y="14734"/>
                  </a:lnTo>
                  <a:lnTo>
                    <a:pt x="8216496" y="14734"/>
                  </a:lnTo>
                  <a:lnTo>
                    <a:pt x="8216622" y="14734"/>
                  </a:lnTo>
                  <a:lnTo>
                    <a:pt x="8216748" y="14734"/>
                  </a:lnTo>
                  <a:lnTo>
                    <a:pt x="8216874" y="14734"/>
                  </a:lnTo>
                  <a:lnTo>
                    <a:pt x="8217001" y="14734"/>
                  </a:lnTo>
                  <a:lnTo>
                    <a:pt x="8217127" y="14734"/>
                  </a:lnTo>
                  <a:lnTo>
                    <a:pt x="8217253" y="14734"/>
                  </a:lnTo>
                  <a:lnTo>
                    <a:pt x="8217379" y="14734"/>
                  </a:lnTo>
                  <a:lnTo>
                    <a:pt x="8217506" y="14734"/>
                  </a:lnTo>
                  <a:lnTo>
                    <a:pt x="8217632" y="14734"/>
                  </a:lnTo>
                  <a:lnTo>
                    <a:pt x="8217758" y="14734"/>
                  </a:lnTo>
                  <a:lnTo>
                    <a:pt x="8217884" y="14734"/>
                  </a:lnTo>
                  <a:lnTo>
                    <a:pt x="8218011" y="14734"/>
                  </a:lnTo>
                  <a:lnTo>
                    <a:pt x="8218137" y="14734"/>
                  </a:lnTo>
                  <a:lnTo>
                    <a:pt x="8218263" y="14734"/>
                  </a:lnTo>
                  <a:lnTo>
                    <a:pt x="8218389" y="14734"/>
                  </a:lnTo>
                  <a:lnTo>
                    <a:pt x="8218516" y="14734"/>
                  </a:lnTo>
                  <a:lnTo>
                    <a:pt x="8218642" y="14734"/>
                  </a:lnTo>
                  <a:lnTo>
                    <a:pt x="8218768" y="14734"/>
                  </a:lnTo>
                  <a:lnTo>
                    <a:pt x="8218894" y="14734"/>
                  </a:lnTo>
                  <a:lnTo>
                    <a:pt x="8219021" y="14734"/>
                  </a:lnTo>
                  <a:lnTo>
                    <a:pt x="8219147" y="14734"/>
                  </a:lnTo>
                  <a:lnTo>
                    <a:pt x="8219273" y="14734"/>
                  </a:lnTo>
                  <a:lnTo>
                    <a:pt x="8219399" y="14734"/>
                  </a:lnTo>
                  <a:lnTo>
                    <a:pt x="8219526" y="14734"/>
                  </a:lnTo>
                  <a:lnTo>
                    <a:pt x="8219652" y="14734"/>
                  </a:lnTo>
                  <a:lnTo>
                    <a:pt x="8219778" y="14734"/>
                  </a:lnTo>
                  <a:lnTo>
                    <a:pt x="8219904" y="14734"/>
                  </a:lnTo>
                  <a:lnTo>
                    <a:pt x="8220031" y="14734"/>
                  </a:lnTo>
                  <a:lnTo>
                    <a:pt x="8220157" y="14734"/>
                  </a:lnTo>
                  <a:lnTo>
                    <a:pt x="8220283" y="14734"/>
                  </a:lnTo>
                  <a:lnTo>
                    <a:pt x="8220409" y="14734"/>
                  </a:lnTo>
                  <a:lnTo>
                    <a:pt x="8220536" y="14734"/>
                  </a:lnTo>
                  <a:lnTo>
                    <a:pt x="8220662" y="14734"/>
                  </a:lnTo>
                  <a:lnTo>
                    <a:pt x="8220788" y="14734"/>
                  </a:lnTo>
                  <a:lnTo>
                    <a:pt x="8220914" y="14734"/>
                  </a:lnTo>
                  <a:lnTo>
                    <a:pt x="8221041" y="14734"/>
                  </a:lnTo>
                  <a:lnTo>
                    <a:pt x="8221167" y="14734"/>
                  </a:lnTo>
                  <a:lnTo>
                    <a:pt x="8221293" y="14734"/>
                  </a:lnTo>
                  <a:lnTo>
                    <a:pt x="8221419" y="14734"/>
                  </a:lnTo>
                  <a:lnTo>
                    <a:pt x="8221546" y="14734"/>
                  </a:lnTo>
                  <a:lnTo>
                    <a:pt x="8221672" y="14734"/>
                  </a:lnTo>
                  <a:lnTo>
                    <a:pt x="8221798" y="14734"/>
                  </a:lnTo>
                  <a:lnTo>
                    <a:pt x="8221925" y="14734"/>
                  </a:lnTo>
                  <a:lnTo>
                    <a:pt x="8222051" y="14734"/>
                  </a:lnTo>
                  <a:lnTo>
                    <a:pt x="8222177" y="14734"/>
                  </a:lnTo>
                  <a:lnTo>
                    <a:pt x="8222303" y="14734"/>
                  </a:lnTo>
                  <a:lnTo>
                    <a:pt x="8222430" y="14734"/>
                  </a:lnTo>
                  <a:lnTo>
                    <a:pt x="8222556" y="14734"/>
                  </a:lnTo>
                  <a:lnTo>
                    <a:pt x="8222682" y="14734"/>
                  </a:lnTo>
                  <a:lnTo>
                    <a:pt x="8222808" y="14734"/>
                  </a:lnTo>
                  <a:lnTo>
                    <a:pt x="8222935" y="14734"/>
                  </a:lnTo>
                  <a:lnTo>
                    <a:pt x="8223061" y="14734"/>
                  </a:lnTo>
                  <a:lnTo>
                    <a:pt x="8223187" y="14734"/>
                  </a:lnTo>
                  <a:lnTo>
                    <a:pt x="8223313" y="14734"/>
                  </a:lnTo>
                  <a:lnTo>
                    <a:pt x="8223440" y="14734"/>
                  </a:lnTo>
                  <a:lnTo>
                    <a:pt x="8223566" y="14734"/>
                  </a:lnTo>
                  <a:lnTo>
                    <a:pt x="8223692" y="14734"/>
                  </a:lnTo>
                  <a:lnTo>
                    <a:pt x="8223818" y="14734"/>
                  </a:lnTo>
                  <a:lnTo>
                    <a:pt x="8223945" y="14734"/>
                  </a:lnTo>
                  <a:lnTo>
                    <a:pt x="8224071" y="14734"/>
                  </a:lnTo>
                  <a:lnTo>
                    <a:pt x="8224197" y="14734"/>
                  </a:lnTo>
                  <a:lnTo>
                    <a:pt x="8224323" y="14734"/>
                  </a:lnTo>
                  <a:lnTo>
                    <a:pt x="8224450" y="14734"/>
                  </a:lnTo>
                  <a:lnTo>
                    <a:pt x="8224576" y="14734"/>
                  </a:lnTo>
                  <a:lnTo>
                    <a:pt x="8224702" y="14734"/>
                  </a:lnTo>
                  <a:lnTo>
                    <a:pt x="8224828" y="14734"/>
                  </a:lnTo>
                  <a:lnTo>
                    <a:pt x="8224955" y="14734"/>
                  </a:lnTo>
                  <a:lnTo>
                    <a:pt x="8225081" y="14734"/>
                  </a:lnTo>
                  <a:lnTo>
                    <a:pt x="8225207" y="14734"/>
                  </a:lnTo>
                  <a:lnTo>
                    <a:pt x="8225333" y="14734"/>
                  </a:lnTo>
                  <a:lnTo>
                    <a:pt x="8225460" y="14734"/>
                  </a:lnTo>
                  <a:lnTo>
                    <a:pt x="8225586" y="14734"/>
                  </a:lnTo>
                  <a:lnTo>
                    <a:pt x="8225712" y="14734"/>
                  </a:lnTo>
                  <a:lnTo>
                    <a:pt x="8225838" y="14734"/>
                  </a:lnTo>
                  <a:lnTo>
                    <a:pt x="8225965" y="14734"/>
                  </a:lnTo>
                  <a:lnTo>
                    <a:pt x="8226091" y="14734"/>
                  </a:lnTo>
                  <a:lnTo>
                    <a:pt x="8226217" y="14734"/>
                  </a:lnTo>
                  <a:lnTo>
                    <a:pt x="8226343" y="14734"/>
                  </a:lnTo>
                  <a:lnTo>
                    <a:pt x="8226470" y="14734"/>
                  </a:lnTo>
                  <a:lnTo>
                    <a:pt x="8226596" y="14734"/>
                  </a:lnTo>
                  <a:lnTo>
                    <a:pt x="8226722" y="14734"/>
                  </a:lnTo>
                  <a:lnTo>
                    <a:pt x="8226849" y="14734"/>
                  </a:lnTo>
                  <a:lnTo>
                    <a:pt x="8226975" y="14734"/>
                  </a:lnTo>
                  <a:lnTo>
                    <a:pt x="8227101" y="14734"/>
                  </a:lnTo>
                  <a:lnTo>
                    <a:pt x="8227227" y="14734"/>
                  </a:lnTo>
                  <a:lnTo>
                    <a:pt x="8227354" y="14734"/>
                  </a:lnTo>
                  <a:lnTo>
                    <a:pt x="8227480" y="14734"/>
                  </a:lnTo>
                  <a:lnTo>
                    <a:pt x="8227606" y="14734"/>
                  </a:lnTo>
                  <a:lnTo>
                    <a:pt x="8227732" y="14734"/>
                  </a:lnTo>
                  <a:lnTo>
                    <a:pt x="8227859" y="14734"/>
                  </a:lnTo>
                  <a:lnTo>
                    <a:pt x="8227985" y="14734"/>
                  </a:lnTo>
                  <a:lnTo>
                    <a:pt x="8228111" y="14734"/>
                  </a:lnTo>
                  <a:lnTo>
                    <a:pt x="8228237" y="14734"/>
                  </a:lnTo>
                  <a:lnTo>
                    <a:pt x="8228364" y="14734"/>
                  </a:lnTo>
                  <a:lnTo>
                    <a:pt x="8228490" y="14734"/>
                  </a:lnTo>
                  <a:lnTo>
                    <a:pt x="8228616" y="14734"/>
                  </a:lnTo>
                  <a:lnTo>
                    <a:pt x="8228742" y="14734"/>
                  </a:lnTo>
                  <a:lnTo>
                    <a:pt x="8228869" y="14734"/>
                  </a:lnTo>
                  <a:lnTo>
                    <a:pt x="8228995" y="14734"/>
                  </a:lnTo>
                  <a:lnTo>
                    <a:pt x="8229121" y="14734"/>
                  </a:lnTo>
                  <a:lnTo>
                    <a:pt x="8229247" y="14734"/>
                  </a:lnTo>
                  <a:lnTo>
                    <a:pt x="8229374" y="14734"/>
                  </a:lnTo>
                  <a:lnTo>
                    <a:pt x="8229500" y="14734"/>
                  </a:lnTo>
                  <a:lnTo>
                    <a:pt x="8229626" y="14734"/>
                  </a:lnTo>
                  <a:lnTo>
                    <a:pt x="8229752" y="14734"/>
                  </a:lnTo>
                  <a:lnTo>
                    <a:pt x="8229879" y="14734"/>
                  </a:lnTo>
                  <a:lnTo>
                    <a:pt x="8230005" y="14734"/>
                  </a:lnTo>
                  <a:lnTo>
                    <a:pt x="8230131" y="14734"/>
                  </a:lnTo>
                  <a:lnTo>
                    <a:pt x="8230257" y="14734"/>
                  </a:lnTo>
                  <a:lnTo>
                    <a:pt x="8230384" y="14734"/>
                  </a:lnTo>
                  <a:lnTo>
                    <a:pt x="8230510" y="14734"/>
                  </a:lnTo>
                  <a:lnTo>
                    <a:pt x="8230636" y="14734"/>
                  </a:lnTo>
                  <a:lnTo>
                    <a:pt x="8230762" y="14734"/>
                  </a:lnTo>
                  <a:lnTo>
                    <a:pt x="8230889" y="14734"/>
                  </a:lnTo>
                  <a:lnTo>
                    <a:pt x="8231015" y="14734"/>
                  </a:lnTo>
                  <a:lnTo>
                    <a:pt x="8231141" y="14734"/>
                  </a:lnTo>
                  <a:lnTo>
                    <a:pt x="8231267" y="14734"/>
                  </a:lnTo>
                  <a:lnTo>
                    <a:pt x="8231394" y="14734"/>
                  </a:lnTo>
                  <a:lnTo>
                    <a:pt x="8231520" y="14734"/>
                  </a:lnTo>
                  <a:lnTo>
                    <a:pt x="8231646" y="14734"/>
                  </a:lnTo>
                  <a:lnTo>
                    <a:pt x="8231772" y="14734"/>
                  </a:lnTo>
                  <a:lnTo>
                    <a:pt x="8231899" y="14734"/>
                  </a:lnTo>
                  <a:lnTo>
                    <a:pt x="8232025" y="14734"/>
                  </a:lnTo>
                  <a:lnTo>
                    <a:pt x="8232151" y="14734"/>
                  </a:lnTo>
                  <a:lnTo>
                    <a:pt x="8232151" y="9822"/>
                  </a:lnTo>
                  <a:lnTo>
                    <a:pt x="8232278" y="9822"/>
                  </a:lnTo>
                  <a:lnTo>
                    <a:pt x="8232404" y="9822"/>
                  </a:lnTo>
                  <a:lnTo>
                    <a:pt x="8232530" y="9822"/>
                  </a:lnTo>
                  <a:lnTo>
                    <a:pt x="8232656" y="9822"/>
                  </a:lnTo>
                  <a:lnTo>
                    <a:pt x="8232783" y="9822"/>
                  </a:lnTo>
                  <a:lnTo>
                    <a:pt x="8232909" y="9822"/>
                  </a:lnTo>
                  <a:lnTo>
                    <a:pt x="8233035" y="9822"/>
                  </a:lnTo>
                  <a:lnTo>
                    <a:pt x="8233161" y="9822"/>
                  </a:lnTo>
                  <a:lnTo>
                    <a:pt x="8233288" y="9822"/>
                  </a:lnTo>
                  <a:lnTo>
                    <a:pt x="8233414" y="9822"/>
                  </a:lnTo>
                  <a:lnTo>
                    <a:pt x="8233540" y="9822"/>
                  </a:lnTo>
                  <a:lnTo>
                    <a:pt x="8233666" y="9822"/>
                  </a:lnTo>
                  <a:lnTo>
                    <a:pt x="8233793" y="9822"/>
                  </a:lnTo>
                  <a:lnTo>
                    <a:pt x="8233919" y="9822"/>
                  </a:lnTo>
                  <a:lnTo>
                    <a:pt x="8234045" y="9822"/>
                  </a:lnTo>
                  <a:lnTo>
                    <a:pt x="8234171" y="9822"/>
                  </a:lnTo>
                  <a:lnTo>
                    <a:pt x="8234298" y="9822"/>
                  </a:lnTo>
                  <a:lnTo>
                    <a:pt x="8234424" y="9822"/>
                  </a:lnTo>
                  <a:lnTo>
                    <a:pt x="8234550" y="9822"/>
                  </a:lnTo>
                  <a:lnTo>
                    <a:pt x="8234676" y="9822"/>
                  </a:lnTo>
                  <a:lnTo>
                    <a:pt x="8234803" y="9822"/>
                  </a:lnTo>
                  <a:lnTo>
                    <a:pt x="8234929" y="9822"/>
                  </a:lnTo>
                  <a:lnTo>
                    <a:pt x="8235055" y="9822"/>
                  </a:lnTo>
                  <a:lnTo>
                    <a:pt x="8235181" y="9822"/>
                  </a:lnTo>
                  <a:lnTo>
                    <a:pt x="8235308" y="9822"/>
                  </a:lnTo>
                  <a:lnTo>
                    <a:pt x="8235434" y="9822"/>
                  </a:lnTo>
                  <a:lnTo>
                    <a:pt x="8235560" y="9822"/>
                  </a:lnTo>
                  <a:lnTo>
                    <a:pt x="8235686" y="9822"/>
                  </a:lnTo>
                  <a:lnTo>
                    <a:pt x="8235813" y="9822"/>
                  </a:lnTo>
                  <a:lnTo>
                    <a:pt x="8235939" y="9822"/>
                  </a:lnTo>
                  <a:lnTo>
                    <a:pt x="8236065" y="9822"/>
                  </a:lnTo>
                  <a:lnTo>
                    <a:pt x="8236191" y="9822"/>
                  </a:lnTo>
                  <a:lnTo>
                    <a:pt x="8236318" y="9822"/>
                  </a:lnTo>
                  <a:lnTo>
                    <a:pt x="8236444" y="9822"/>
                  </a:lnTo>
                  <a:lnTo>
                    <a:pt x="8236570" y="9822"/>
                  </a:lnTo>
                  <a:lnTo>
                    <a:pt x="8236696" y="9822"/>
                  </a:lnTo>
                  <a:lnTo>
                    <a:pt x="8236823" y="9822"/>
                  </a:lnTo>
                  <a:lnTo>
                    <a:pt x="8236949" y="9822"/>
                  </a:lnTo>
                  <a:lnTo>
                    <a:pt x="8237075" y="9822"/>
                  </a:lnTo>
                  <a:lnTo>
                    <a:pt x="8237202" y="9822"/>
                  </a:lnTo>
                  <a:lnTo>
                    <a:pt x="8237328" y="9822"/>
                  </a:lnTo>
                  <a:lnTo>
                    <a:pt x="8237454" y="9822"/>
                  </a:lnTo>
                  <a:lnTo>
                    <a:pt x="8237580" y="9822"/>
                  </a:lnTo>
                  <a:lnTo>
                    <a:pt x="8237707" y="9822"/>
                  </a:lnTo>
                  <a:lnTo>
                    <a:pt x="8237833" y="9822"/>
                  </a:lnTo>
                  <a:lnTo>
                    <a:pt x="8237959" y="9822"/>
                  </a:lnTo>
                  <a:lnTo>
                    <a:pt x="8238085" y="9822"/>
                  </a:lnTo>
                  <a:lnTo>
                    <a:pt x="8238212" y="9822"/>
                  </a:lnTo>
                  <a:lnTo>
                    <a:pt x="8238338" y="9822"/>
                  </a:lnTo>
                  <a:lnTo>
                    <a:pt x="8238464" y="9822"/>
                  </a:lnTo>
                  <a:lnTo>
                    <a:pt x="8238590" y="9822"/>
                  </a:lnTo>
                  <a:lnTo>
                    <a:pt x="8238717" y="9822"/>
                  </a:lnTo>
                  <a:lnTo>
                    <a:pt x="8238843" y="9822"/>
                  </a:lnTo>
                  <a:lnTo>
                    <a:pt x="8238969" y="9822"/>
                  </a:lnTo>
                  <a:lnTo>
                    <a:pt x="8239095" y="9822"/>
                  </a:lnTo>
                  <a:lnTo>
                    <a:pt x="8239222" y="9822"/>
                  </a:lnTo>
                  <a:lnTo>
                    <a:pt x="8239348" y="9822"/>
                  </a:lnTo>
                  <a:lnTo>
                    <a:pt x="8239474" y="9822"/>
                  </a:lnTo>
                  <a:lnTo>
                    <a:pt x="8239600" y="9822"/>
                  </a:lnTo>
                  <a:lnTo>
                    <a:pt x="8239727" y="9822"/>
                  </a:lnTo>
                  <a:lnTo>
                    <a:pt x="8239853" y="9822"/>
                  </a:lnTo>
                  <a:lnTo>
                    <a:pt x="8239979" y="9822"/>
                  </a:lnTo>
                  <a:lnTo>
                    <a:pt x="8240105" y="9822"/>
                  </a:lnTo>
                  <a:lnTo>
                    <a:pt x="8240232" y="9822"/>
                  </a:lnTo>
                  <a:lnTo>
                    <a:pt x="8240358" y="9822"/>
                  </a:lnTo>
                  <a:lnTo>
                    <a:pt x="8240484" y="9822"/>
                  </a:lnTo>
                  <a:lnTo>
                    <a:pt x="8240610" y="9822"/>
                  </a:lnTo>
                  <a:lnTo>
                    <a:pt x="8240737" y="9822"/>
                  </a:lnTo>
                  <a:lnTo>
                    <a:pt x="8240863" y="9822"/>
                  </a:lnTo>
                  <a:lnTo>
                    <a:pt x="8240989" y="9822"/>
                  </a:lnTo>
                  <a:lnTo>
                    <a:pt x="8241115" y="9822"/>
                  </a:lnTo>
                  <a:lnTo>
                    <a:pt x="8241242" y="9822"/>
                  </a:lnTo>
                  <a:lnTo>
                    <a:pt x="8241368" y="9822"/>
                  </a:lnTo>
                  <a:lnTo>
                    <a:pt x="8241494" y="9822"/>
                  </a:lnTo>
                  <a:lnTo>
                    <a:pt x="8241620" y="9822"/>
                  </a:lnTo>
                  <a:lnTo>
                    <a:pt x="8241747" y="9822"/>
                  </a:lnTo>
                  <a:lnTo>
                    <a:pt x="8241873" y="9822"/>
                  </a:lnTo>
                  <a:lnTo>
                    <a:pt x="8241999" y="9822"/>
                  </a:lnTo>
                  <a:lnTo>
                    <a:pt x="8242125" y="9822"/>
                  </a:lnTo>
                  <a:lnTo>
                    <a:pt x="8242252" y="9822"/>
                  </a:lnTo>
                  <a:lnTo>
                    <a:pt x="8242378" y="9822"/>
                  </a:lnTo>
                  <a:lnTo>
                    <a:pt x="8242504" y="9822"/>
                  </a:lnTo>
                  <a:lnTo>
                    <a:pt x="8242631" y="9822"/>
                  </a:lnTo>
                  <a:lnTo>
                    <a:pt x="8242757" y="9822"/>
                  </a:lnTo>
                  <a:lnTo>
                    <a:pt x="8242883" y="9822"/>
                  </a:lnTo>
                  <a:lnTo>
                    <a:pt x="8243009" y="9822"/>
                  </a:lnTo>
                  <a:lnTo>
                    <a:pt x="8243136" y="9822"/>
                  </a:lnTo>
                  <a:lnTo>
                    <a:pt x="8243262" y="9822"/>
                  </a:lnTo>
                  <a:lnTo>
                    <a:pt x="8243388" y="9822"/>
                  </a:lnTo>
                  <a:lnTo>
                    <a:pt x="8243514" y="9822"/>
                  </a:lnTo>
                  <a:lnTo>
                    <a:pt x="8243641" y="9822"/>
                  </a:lnTo>
                  <a:lnTo>
                    <a:pt x="8243767" y="9822"/>
                  </a:lnTo>
                  <a:lnTo>
                    <a:pt x="8243893" y="9822"/>
                  </a:lnTo>
                  <a:lnTo>
                    <a:pt x="8244019" y="9822"/>
                  </a:lnTo>
                  <a:lnTo>
                    <a:pt x="8244146" y="9822"/>
                  </a:lnTo>
                  <a:lnTo>
                    <a:pt x="8244272" y="9822"/>
                  </a:lnTo>
                  <a:lnTo>
                    <a:pt x="8244398" y="9822"/>
                  </a:lnTo>
                  <a:lnTo>
                    <a:pt x="8244524" y="9822"/>
                  </a:lnTo>
                  <a:lnTo>
                    <a:pt x="8244651" y="9822"/>
                  </a:lnTo>
                  <a:lnTo>
                    <a:pt x="8244777" y="9822"/>
                  </a:lnTo>
                  <a:lnTo>
                    <a:pt x="8244903" y="9822"/>
                  </a:lnTo>
                  <a:lnTo>
                    <a:pt x="8245029" y="9822"/>
                  </a:lnTo>
                  <a:lnTo>
                    <a:pt x="8245156" y="9822"/>
                  </a:lnTo>
                  <a:lnTo>
                    <a:pt x="8245282" y="9822"/>
                  </a:lnTo>
                  <a:lnTo>
                    <a:pt x="8245408" y="9822"/>
                  </a:lnTo>
                  <a:lnTo>
                    <a:pt x="8245534" y="9822"/>
                  </a:lnTo>
                  <a:lnTo>
                    <a:pt x="8245661" y="9822"/>
                  </a:lnTo>
                  <a:lnTo>
                    <a:pt x="8245787" y="9822"/>
                  </a:lnTo>
                  <a:lnTo>
                    <a:pt x="8245913" y="9822"/>
                  </a:lnTo>
                  <a:lnTo>
                    <a:pt x="8246039" y="9822"/>
                  </a:lnTo>
                  <a:lnTo>
                    <a:pt x="8246166" y="9822"/>
                  </a:lnTo>
                  <a:lnTo>
                    <a:pt x="8246292" y="9822"/>
                  </a:lnTo>
                  <a:lnTo>
                    <a:pt x="8246418" y="9822"/>
                  </a:lnTo>
                  <a:lnTo>
                    <a:pt x="8246544" y="9822"/>
                  </a:lnTo>
                  <a:lnTo>
                    <a:pt x="8246671" y="9822"/>
                  </a:lnTo>
                  <a:lnTo>
                    <a:pt x="8246797" y="9822"/>
                  </a:lnTo>
                  <a:lnTo>
                    <a:pt x="8246923" y="9822"/>
                  </a:lnTo>
                  <a:lnTo>
                    <a:pt x="8247049" y="9822"/>
                  </a:lnTo>
                  <a:lnTo>
                    <a:pt x="8247176" y="9822"/>
                  </a:lnTo>
                  <a:lnTo>
                    <a:pt x="8247302" y="9822"/>
                  </a:lnTo>
                  <a:lnTo>
                    <a:pt x="8247428" y="9822"/>
                  </a:lnTo>
                  <a:lnTo>
                    <a:pt x="8247555" y="9822"/>
                  </a:lnTo>
                  <a:lnTo>
                    <a:pt x="8247681" y="9822"/>
                  </a:lnTo>
                  <a:lnTo>
                    <a:pt x="8247807" y="9822"/>
                  </a:lnTo>
                  <a:lnTo>
                    <a:pt x="8247933" y="9822"/>
                  </a:lnTo>
                  <a:lnTo>
                    <a:pt x="8248060" y="9822"/>
                  </a:lnTo>
                  <a:lnTo>
                    <a:pt x="8248186" y="9822"/>
                  </a:lnTo>
                  <a:lnTo>
                    <a:pt x="8248312" y="9822"/>
                  </a:lnTo>
                  <a:lnTo>
                    <a:pt x="8248438" y="9822"/>
                  </a:lnTo>
                  <a:lnTo>
                    <a:pt x="8248565" y="9822"/>
                  </a:lnTo>
                  <a:lnTo>
                    <a:pt x="8248691" y="9822"/>
                  </a:lnTo>
                  <a:lnTo>
                    <a:pt x="8248817" y="9822"/>
                  </a:lnTo>
                  <a:lnTo>
                    <a:pt x="8248943" y="9822"/>
                  </a:lnTo>
                  <a:lnTo>
                    <a:pt x="8249070" y="9822"/>
                  </a:lnTo>
                  <a:lnTo>
                    <a:pt x="8249196" y="9822"/>
                  </a:lnTo>
                  <a:lnTo>
                    <a:pt x="8249322" y="9822"/>
                  </a:lnTo>
                  <a:lnTo>
                    <a:pt x="8249448" y="9822"/>
                  </a:lnTo>
                  <a:lnTo>
                    <a:pt x="8249575" y="9822"/>
                  </a:lnTo>
                  <a:lnTo>
                    <a:pt x="8249701" y="9822"/>
                  </a:lnTo>
                  <a:lnTo>
                    <a:pt x="8249827" y="9822"/>
                  </a:lnTo>
                  <a:lnTo>
                    <a:pt x="8249953" y="9822"/>
                  </a:lnTo>
                  <a:lnTo>
                    <a:pt x="8250080" y="9822"/>
                  </a:lnTo>
                  <a:lnTo>
                    <a:pt x="8250206" y="9822"/>
                  </a:lnTo>
                  <a:lnTo>
                    <a:pt x="8250332" y="9822"/>
                  </a:lnTo>
                  <a:lnTo>
                    <a:pt x="8250458" y="9822"/>
                  </a:lnTo>
                  <a:lnTo>
                    <a:pt x="8250585" y="9822"/>
                  </a:lnTo>
                  <a:lnTo>
                    <a:pt x="8250711" y="9822"/>
                  </a:lnTo>
                  <a:lnTo>
                    <a:pt x="8250837" y="9822"/>
                  </a:lnTo>
                  <a:lnTo>
                    <a:pt x="8250963" y="9822"/>
                  </a:lnTo>
                  <a:lnTo>
                    <a:pt x="8251090" y="9822"/>
                  </a:lnTo>
                  <a:lnTo>
                    <a:pt x="8251216" y="9822"/>
                  </a:lnTo>
                  <a:lnTo>
                    <a:pt x="8251342" y="9822"/>
                  </a:lnTo>
                  <a:lnTo>
                    <a:pt x="8251468" y="9822"/>
                  </a:lnTo>
                  <a:lnTo>
                    <a:pt x="8251595" y="9822"/>
                  </a:lnTo>
                  <a:lnTo>
                    <a:pt x="8251721" y="9822"/>
                  </a:lnTo>
                  <a:lnTo>
                    <a:pt x="8251847" y="9822"/>
                  </a:lnTo>
                  <a:lnTo>
                    <a:pt x="8251973" y="9822"/>
                  </a:lnTo>
                  <a:lnTo>
                    <a:pt x="8252100" y="9822"/>
                  </a:lnTo>
                  <a:lnTo>
                    <a:pt x="8252226" y="9822"/>
                  </a:lnTo>
                  <a:lnTo>
                    <a:pt x="8252352" y="9822"/>
                  </a:lnTo>
                  <a:lnTo>
                    <a:pt x="8252478" y="9822"/>
                  </a:lnTo>
                  <a:lnTo>
                    <a:pt x="8252605" y="9822"/>
                  </a:lnTo>
                  <a:lnTo>
                    <a:pt x="8252731" y="9822"/>
                  </a:lnTo>
                  <a:lnTo>
                    <a:pt x="8252857" y="9822"/>
                  </a:lnTo>
                  <a:lnTo>
                    <a:pt x="8252984" y="9822"/>
                  </a:lnTo>
                  <a:lnTo>
                    <a:pt x="8253110" y="9822"/>
                  </a:lnTo>
                  <a:lnTo>
                    <a:pt x="8253236" y="9822"/>
                  </a:lnTo>
                  <a:lnTo>
                    <a:pt x="8253362" y="9822"/>
                  </a:lnTo>
                  <a:lnTo>
                    <a:pt x="8253489" y="9822"/>
                  </a:lnTo>
                  <a:lnTo>
                    <a:pt x="8253615" y="9822"/>
                  </a:lnTo>
                  <a:lnTo>
                    <a:pt x="8253741" y="9822"/>
                  </a:lnTo>
                  <a:lnTo>
                    <a:pt x="8253867" y="9822"/>
                  </a:lnTo>
                  <a:lnTo>
                    <a:pt x="8253994" y="9822"/>
                  </a:lnTo>
                  <a:lnTo>
                    <a:pt x="8254120" y="9822"/>
                  </a:lnTo>
                  <a:lnTo>
                    <a:pt x="8254246" y="9822"/>
                  </a:lnTo>
                  <a:lnTo>
                    <a:pt x="8254372" y="9822"/>
                  </a:lnTo>
                  <a:lnTo>
                    <a:pt x="8254499" y="9822"/>
                  </a:lnTo>
                  <a:lnTo>
                    <a:pt x="8254625" y="9822"/>
                  </a:lnTo>
                  <a:lnTo>
                    <a:pt x="8254751" y="9822"/>
                  </a:lnTo>
                  <a:lnTo>
                    <a:pt x="8254877" y="9822"/>
                  </a:lnTo>
                  <a:lnTo>
                    <a:pt x="8255004" y="9822"/>
                  </a:lnTo>
                  <a:lnTo>
                    <a:pt x="8255130" y="9822"/>
                  </a:lnTo>
                  <a:lnTo>
                    <a:pt x="8255256" y="9822"/>
                  </a:lnTo>
                  <a:lnTo>
                    <a:pt x="8255382" y="9822"/>
                  </a:lnTo>
                  <a:lnTo>
                    <a:pt x="8255509" y="9822"/>
                  </a:lnTo>
                  <a:lnTo>
                    <a:pt x="8255635" y="9822"/>
                  </a:lnTo>
                  <a:lnTo>
                    <a:pt x="8255761" y="9822"/>
                  </a:lnTo>
                  <a:lnTo>
                    <a:pt x="8255887" y="9822"/>
                  </a:lnTo>
                  <a:lnTo>
                    <a:pt x="8256014" y="9822"/>
                  </a:lnTo>
                  <a:lnTo>
                    <a:pt x="8256140" y="9822"/>
                  </a:lnTo>
                  <a:lnTo>
                    <a:pt x="8256266" y="9822"/>
                  </a:lnTo>
                  <a:lnTo>
                    <a:pt x="8256392" y="9822"/>
                  </a:lnTo>
                  <a:lnTo>
                    <a:pt x="8256519" y="9822"/>
                  </a:lnTo>
                  <a:lnTo>
                    <a:pt x="8256645" y="9822"/>
                  </a:lnTo>
                  <a:lnTo>
                    <a:pt x="8256771" y="9822"/>
                  </a:lnTo>
                  <a:lnTo>
                    <a:pt x="8256897" y="9822"/>
                  </a:lnTo>
                  <a:lnTo>
                    <a:pt x="8257024" y="9822"/>
                  </a:lnTo>
                  <a:lnTo>
                    <a:pt x="8257150" y="9822"/>
                  </a:lnTo>
                  <a:lnTo>
                    <a:pt x="8257276" y="9822"/>
                  </a:lnTo>
                  <a:lnTo>
                    <a:pt x="8257402" y="9822"/>
                  </a:lnTo>
                  <a:lnTo>
                    <a:pt x="8257529" y="9822"/>
                  </a:lnTo>
                  <a:lnTo>
                    <a:pt x="8257655" y="9822"/>
                  </a:lnTo>
                  <a:lnTo>
                    <a:pt x="8257781" y="9822"/>
                  </a:lnTo>
                  <a:lnTo>
                    <a:pt x="8257908" y="9822"/>
                  </a:lnTo>
                  <a:lnTo>
                    <a:pt x="8258034" y="9822"/>
                  </a:lnTo>
                  <a:lnTo>
                    <a:pt x="8258160" y="9822"/>
                  </a:lnTo>
                  <a:lnTo>
                    <a:pt x="8258286" y="9822"/>
                  </a:lnTo>
                  <a:lnTo>
                    <a:pt x="8258413" y="9822"/>
                  </a:lnTo>
                  <a:lnTo>
                    <a:pt x="8258539" y="9822"/>
                  </a:lnTo>
                  <a:lnTo>
                    <a:pt x="8258665" y="9822"/>
                  </a:lnTo>
                  <a:lnTo>
                    <a:pt x="8258791" y="9822"/>
                  </a:lnTo>
                  <a:lnTo>
                    <a:pt x="8258918" y="9822"/>
                  </a:lnTo>
                  <a:lnTo>
                    <a:pt x="8259044" y="9822"/>
                  </a:lnTo>
                  <a:lnTo>
                    <a:pt x="8259170" y="9822"/>
                  </a:lnTo>
                  <a:lnTo>
                    <a:pt x="8259296" y="9822"/>
                  </a:lnTo>
                  <a:lnTo>
                    <a:pt x="8259423" y="9822"/>
                  </a:lnTo>
                  <a:lnTo>
                    <a:pt x="8259549" y="9822"/>
                  </a:lnTo>
                  <a:lnTo>
                    <a:pt x="8259675" y="9822"/>
                  </a:lnTo>
                  <a:lnTo>
                    <a:pt x="8259801" y="9822"/>
                  </a:lnTo>
                  <a:lnTo>
                    <a:pt x="8259928" y="9822"/>
                  </a:lnTo>
                  <a:lnTo>
                    <a:pt x="8260054" y="9822"/>
                  </a:lnTo>
                  <a:lnTo>
                    <a:pt x="8260180" y="9822"/>
                  </a:lnTo>
                  <a:lnTo>
                    <a:pt x="8260306" y="9822"/>
                  </a:lnTo>
                  <a:lnTo>
                    <a:pt x="8260433" y="9822"/>
                  </a:lnTo>
                  <a:lnTo>
                    <a:pt x="8260559" y="9822"/>
                  </a:lnTo>
                  <a:lnTo>
                    <a:pt x="8260685" y="9822"/>
                  </a:lnTo>
                  <a:lnTo>
                    <a:pt x="8260811" y="9822"/>
                  </a:lnTo>
                  <a:lnTo>
                    <a:pt x="8260938" y="9822"/>
                  </a:lnTo>
                  <a:lnTo>
                    <a:pt x="8261064" y="9822"/>
                  </a:lnTo>
                  <a:lnTo>
                    <a:pt x="8261190" y="9822"/>
                  </a:lnTo>
                  <a:lnTo>
                    <a:pt x="8261316" y="9822"/>
                  </a:lnTo>
                  <a:lnTo>
                    <a:pt x="8261443" y="9822"/>
                  </a:lnTo>
                  <a:lnTo>
                    <a:pt x="8261569" y="9822"/>
                  </a:lnTo>
                  <a:lnTo>
                    <a:pt x="8261695" y="9822"/>
                  </a:lnTo>
                  <a:lnTo>
                    <a:pt x="8261821" y="9822"/>
                  </a:lnTo>
                  <a:lnTo>
                    <a:pt x="8261948" y="9822"/>
                  </a:lnTo>
                  <a:lnTo>
                    <a:pt x="8262074" y="9822"/>
                  </a:lnTo>
                  <a:lnTo>
                    <a:pt x="8262200" y="9822"/>
                  </a:lnTo>
                  <a:lnTo>
                    <a:pt x="8262326" y="9822"/>
                  </a:lnTo>
                  <a:lnTo>
                    <a:pt x="8262453" y="9822"/>
                  </a:lnTo>
                  <a:lnTo>
                    <a:pt x="8262579" y="9822"/>
                  </a:lnTo>
                  <a:lnTo>
                    <a:pt x="8262705" y="9822"/>
                  </a:lnTo>
                  <a:lnTo>
                    <a:pt x="8262832" y="9822"/>
                  </a:lnTo>
                  <a:lnTo>
                    <a:pt x="8262958" y="9822"/>
                  </a:lnTo>
                  <a:lnTo>
                    <a:pt x="8263084" y="9822"/>
                  </a:lnTo>
                  <a:lnTo>
                    <a:pt x="8263210" y="9822"/>
                  </a:lnTo>
                  <a:lnTo>
                    <a:pt x="8263337" y="9822"/>
                  </a:lnTo>
                  <a:lnTo>
                    <a:pt x="8263463" y="9822"/>
                  </a:lnTo>
                  <a:lnTo>
                    <a:pt x="8263589" y="9822"/>
                  </a:lnTo>
                  <a:lnTo>
                    <a:pt x="8263715" y="9822"/>
                  </a:lnTo>
                  <a:lnTo>
                    <a:pt x="8263842" y="9822"/>
                  </a:lnTo>
                  <a:lnTo>
                    <a:pt x="8263968" y="9822"/>
                  </a:lnTo>
                  <a:lnTo>
                    <a:pt x="8264094" y="9822"/>
                  </a:lnTo>
                  <a:lnTo>
                    <a:pt x="8264220" y="9822"/>
                  </a:lnTo>
                  <a:lnTo>
                    <a:pt x="8264347" y="9822"/>
                  </a:lnTo>
                  <a:lnTo>
                    <a:pt x="8264473" y="9822"/>
                  </a:lnTo>
                  <a:lnTo>
                    <a:pt x="8264599" y="9822"/>
                  </a:lnTo>
                  <a:lnTo>
                    <a:pt x="8264725" y="9822"/>
                  </a:lnTo>
                  <a:lnTo>
                    <a:pt x="8264852" y="9822"/>
                  </a:lnTo>
                  <a:lnTo>
                    <a:pt x="8264978" y="9822"/>
                  </a:lnTo>
                  <a:lnTo>
                    <a:pt x="8265104" y="9822"/>
                  </a:lnTo>
                  <a:lnTo>
                    <a:pt x="8265230" y="9822"/>
                  </a:lnTo>
                  <a:lnTo>
                    <a:pt x="8265357" y="9822"/>
                  </a:lnTo>
                  <a:lnTo>
                    <a:pt x="8265483" y="9822"/>
                  </a:lnTo>
                  <a:lnTo>
                    <a:pt x="8265609" y="9822"/>
                  </a:lnTo>
                  <a:lnTo>
                    <a:pt x="8265735" y="9822"/>
                  </a:lnTo>
                  <a:lnTo>
                    <a:pt x="8265862" y="9822"/>
                  </a:lnTo>
                  <a:lnTo>
                    <a:pt x="8265988" y="9822"/>
                  </a:lnTo>
                  <a:lnTo>
                    <a:pt x="8266114" y="9822"/>
                  </a:lnTo>
                  <a:lnTo>
                    <a:pt x="8266240" y="9822"/>
                  </a:lnTo>
                  <a:lnTo>
                    <a:pt x="8266367" y="9822"/>
                  </a:lnTo>
                  <a:lnTo>
                    <a:pt x="8266493" y="9822"/>
                  </a:lnTo>
                  <a:lnTo>
                    <a:pt x="8266619" y="9822"/>
                  </a:lnTo>
                  <a:lnTo>
                    <a:pt x="8266745" y="9822"/>
                  </a:lnTo>
                  <a:lnTo>
                    <a:pt x="8266872" y="9822"/>
                  </a:lnTo>
                  <a:lnTo>
                    <a:pt x="8266998" y="9822"/>
                  </a:lnTo>
                  <a:lnTo>
                    <a:pt x="8267124" y="9822"/>
                  </a:lnTo>
                  <a:lnTo>
                    <a:pt x="8267250" y="9822"/>
                  </a:lnTo>
                  <a:lnTo>
                    <a:pt x="8267377" y="9822"/>
                  </a:lnTo>
                  <a:lnTo>
                    <a:pt x="8267503" y="9822"/>
                  </a:lnTo>
                  <a:lnTo>
                    <a:pt x="8267629" y="9822"/>
                  </a:lnTo>
                  <a:lnTo>
                    <a:pt x="8267755" y="9822"/>
                  </a:lnTo>
                  <a:lnTo>
                    <a:pt x="8267882" y="9822"/>
                  </a:lnTo>
                  <a:lnTo>
                    <a:pt x="8268008" y="9822"/>
                  </a:lnTo>
                  <a:lnTo>
                    <a:pt x="8268134" y="9822"/>
                  </a:lnTo>
                  <a:lnTo>
                    <a:pt x="8268261" y="9822"/>
                  </a:lnTo>
                  <a:lnTo>
                    <a:pt x="8268387" y="9822"/>
                  </a:lnTo>
                  <a:lnTo>
                    <a:pt x="8268513" y="9822"/>
                  </a:lnTo>
                  <a:lnTo>
                    <a:pt x="8268639" y="9822"/>
                  </a:lnTo>
                  <a:lnTo>
                    <a:pt x="8268766" y="9822"/>
                  </a:lnTo>
                  <a:lnTo>
                    <a:pt x="8268892" y="9822"/>
                  </a:lnTo>
                  <a:lnTo>
                    <a:pt x="8269018" y="9822"/>
                  </a:lnTo>
                  <a:lnTo>
                    <a:pt x="8269144" y="9822"/>
                  </a:lnTo>
                  <a:lnTo>
                    <a:pt x="8269271" y="9822"/>
                  </a:lnTo>
                  <a:lnTo>
                    <a:pt x="8269397" y="9822"/>
                  </a:lnTo>
                  <a:lnTo>
                    <a:pt x="8269523" y="9822"/>
                  </a:lnTo>
                  <a:lnTo>
                    <a:pt x="8269649" y="9822"/>
                  </a:lnTo>
                  <a:lnTo>
                    <a:pt x="8269776" y="9822"/>
                  </a:lnTo>
                  <a:lnTo>
                    <a:pt x="8269902" y="9822"/>
                  </a:lnTo>
                  <a:lnTo>
                    <a:pt x="8270028" y="9822"/>
                  </a:lnTo>
                  <a:lnTo>
                    <a:pt x="8270154" y="9822"/>
                  </a:lnTo>
                  <a:lnTo>
                    <a:pt x="8270281" y="9822"/>
                  </a:lnTo>
                  <a:lnTo>
                    <a:pt x="8270407" y="9822"/>
                  </a:lnTo>
                  <a:lnTo>
                    <a:pt x="8270533" y="9822"/>
                  </a:lnTo>
                  <a:lnTo>
                    <a:pt x="8270659" y="9822"/>
                  </a:lnTo>
                  <a:lnTo>
                    <a:pt x="8270786" y="9822"/>
                  </a:lnTo>
                  <a:lnTo>
                    <a:pt x="8270912" y="9822"/>
                  </a:lnTo>
                  <a:lnTo>
                    <a:pt x="8271038" y="9822"/>
                  </a:lnTo>
                  <a:lnTo>
                    <a:pt x="8271164" y="9822"/>
                  </a:lnTo>
                  <a:lnTo>
                    <a:pt x="8271291" y="9822"/>
                  </a:lnTo>
                  <a:lnTo>
                    <a:pt x="8271417" y="9822"/>
                  </a:lnTo>
                  <a:lnTo>
                    <a:pt x="8271543" y="9822"/>
                  </a:lnTo>
                  <a:lnTo>
                    <a:pt x="8271669" y="9822"/>
                  </a:lnTo>
                  <a:lnTo>
                    <a:pt x="8271796" y="9822"/>
                  </a:lnTo>
                  <a:lnTo>
                    <a:pt x="8271922" y="9822"/>
                  </a:lnTo>
                  <a:lnTo>
                    <a:pt x="8272048" y="9822"/>
                  </a:lnTo>
                  <a:lnTo>
                    <a:pt x="8272174" y="9822"/>
                  </a:lnTo>
                  <a:lnTo>
                    <a:pt x="8272301" y="9822"/>
                  </a:lnTo>
                  <a:lnTo>
                    <a:pt x="8272427" y="9822"/>
                  </a:lnTo>
                  <a:lnTo>
                    <a:pt x="8272553" y="9822"/>
                  </a:lnTo>
                  <a:lnTo>
                    <a:pt x="8272679" y="9822"/>
                  </a:lnTo>
                  <a:lnTo>
                    <a:pt x="8272806" y="9822"/>
                  </a:lnTo>
                  <a:lnTo>
                    <a:pt x="8272932" y="9822"/>
                  </a:lnTo>
                  <a:lnTo>
                    <a:pt x="8273058" y="9822"/>
                  </a:lnTo>
                  <a:lnTo>
                    <a:pt x="8273185" y="9822"/>
                  </a:lnTo>
                  <a:lnTo>
                    <a:pt x="8273311" y="9822"/>
                  </a:lnTo>
                  <a:lnTo>
                    <a:pt x="8273437" y="9822"/>
                  </a:lnTo>
                  <a:lnTo>
                    <a:pt x="8273563" y="9822"/>
                  </a:lnTo>
                  <a:lnTo>
                    <a:pt x="8273690" y="9822"/>
                  </a:lnTo>
                  <a:lnTo>
                    <a:pt x="8273816" y="9822"/>
                  </a:lnTo>
                  <a:lnTo>
                    <a:pt x="8273942" y="9822"/>
                  </a:lnTo>
                  <a:lnTo>
                    <a:pt x="8274068" y="9822"/>
                  </a:lnTo>
                  <a:lnTo>
                    <a:pt x="8274195" y="9822"/>
                  </a:lnTo>
                  <a:lnTo>
                    <a:pt x="8274321" y="9822"/>
                  </a:lnTo>
                  <a:lnTo>
                    <a:pt x="8274447" y="9822"/>
                  </a:lnTo>
                  <a:lnTo>
                    <a:pt x="8274573" y="9822"/>
                  </a:lnTo>
                  <a:lnTo>
                    <a:pt x="8274700" y="9822"/>
                  </a:lnTo>
                  <a:lnTo>
                    <a:pt x="8274826" y="9822"/>
                  </a:lnTo>
                  <a:lnTo>
                    <a:pt x="8274952" y="9822"/>
                  </a:lnTo>
                  <a:lnTo>
                    <a:pt x="8275078" y="9822"/>
                  </a:lnTo>
                  <a:lnTo>
                    <a:pt x="8275205" y="9822"/>
                  </a:lnTo>
                  <a:lnTo>
                    <a:pt x="8275331" y="9822"/>
                  </a:lnTo>
                  <a:lnTo>
                    <a:pt x="8275457" y="9822"/>
                  </a:lnTo>
                  <a:lnTo>
                    <a:pt x="8275583" y="9822"/>
                  </a:lnTo>
                  <a:lnTo>
                    <a:pt x="8275710" y="9822"/>
                  </a:lnTo>
                  <a:lnTo>
                    <a:pt x="8275836" y="9822"/>
                  </a:lnTo>
                  <a:lnTo>
                    <a:pt x="8275962" y="9822"/>
                  </a:lnTo>
                  <a:lnTo>
                    <a:pt x="8276088" y="9822"/>
                  </a:lnTo>
                  <a:lnTo>
                    <a:pt x="8276215" y="9822"/>
                  </a:lnTo>
                  <a:lnTo>
                    <a:pt x="8276341" y="9822"/>
                  </a:lnTo>
                  <a:lnTo>
                    <a:pt x="8276467" y="9822"/>
                  </a:lnTo>
                  <a:lnTo>
                    <a:pt x="8276593" y="9822"/>
                  </a:lnTo>
                  <a:lnTo>
                    <a:pt x="8276720" y="9822"/>
                  </a:lnTo>
                  <a:lnTo>
                    <a:pt x="8276846" y="9822"/>
                  </a:lnTo>
                  <a:lnTo>
                    <a:pt x="8276972" y="9822"/>
                  </a:lnTo>
                  <a:lnTo>
                    <a:pt x="8277098" y="9822"/>
                  </a:lnTo>
                  <a:lnTo>
                    <a:pt x="8277225" y="9822"/>
                  </a:lnTo>
                  <a:lnTo>
                    <a:pt x="8277351" y="9822"/>
                  </a:lnTo>
                  <a:lnTo>
                    <a:pt x="8277477" y="9822"/>
                  </a:lnTo>
                  <a:lnTo>
                    <a:pt x="8277603" y="9822"/>
                  </a:lnTo>
                  <a:lnTo>
                    <a:pt x="8277730" y="9822"/>
                  </a:lnTo>
                  <a:lnTo>
                    <a:pt x="8277856" y="9822"/>
                  </a:lnTo>
                  <a:lnTo>
                    <a:pt x="8277982" y="9822"/>
                  </a:lnTo>
                  <a:lnTo>
                    <a:pt x="8278108" y="9822"/>
                  </a:lnTo>
                  <a:lnTo>
                    <a:pt x="8278235" y="9822"/>
                  </a:lnTo>
                  <a:lnTo>
                    <a:pt x="8278361" y="9822"/>
                  </a:lnTo>
                  <a:lnTo>
                    <a:pt x="8278487" y="9822"/>
                  </a:lnTo>
                  <a:lnTo>
                    <a:pt x="8278614" y="9822"/>
                  </a:lnTo>
                  <a:lnTo>
                    <a:pt x="8278740" y="9822"/>
                  </a:lnTo>
                  <a:lnTo>
                    <a:pt x="8278866" y="9822"/>
                  </a:lnTo>
                  <a:lnTo>
                    <a:pt x="8278992" y="9822"/>
                  </a:lnTo>
                  <a:lnTo>
                    <a:pt x="8279119" y="9822"/>
                  </a:lnTo>
                  <a:lnTo>
                    <a:pt x="8279245" y="9822"/>
                  </a:lnTo>
                  <a:lnTo>
                    <a:pt x="8279371" y="9822"/>
                  </a:lnTo>
                  <a:lnTo>
                    <a:pt x="8279497" y="9822"/>
                  </a:lnTo>
                  <a:lnTo>
                    <a:pt x="8279624" y="9822"/>
                  </a:lnTo>
                  <a:lnTo>
                    <a:pt x="8279750" y="9822"/>
                  </a:lnTo>
                  <a:lnTo>
                    <a:pt x="8279876" y="9822"/>
                  </a:lnTo>
                  <a:lnTo>
                    <a:pt x="8280002" y="9822"/>
                  </a:lnTo>
                  <a:lnTo>
                    <a:pt x="8280129" y="9822"/>
                  </a:lnTo>
                  <a:lnTo>
                    <a:pt x="8280255" y="9822"/>
                  </a:lnTo>
                  <a:lnTo>
                    <a:pt x="8280381" y="9822"/>
                  </a:lnTo>
                  <a:lnTo>
                    <a:pt x="8280507" y="9822"/>
                  </a:lnTo>
                  <a:lnTo>
                    <a:pt x="8280634" y="9822"/>
                  </a:lnTo>
                  <a:lnTo>
                    <a:pt x="8280760" y="9822"/>
                  </a:lnTo>
                  <a:lnTo>
                    <a:pt x="8280886" y="9822"/>
                  </a:lnTo>
                  <a:lnTo>
                    <a:pt x="8281012" y="9822"/>
                  </a:lnTo>
                  <a:lnTo>
                    <a:pt x="8281139" y="9822"/>
                  </a:lnTo>
                  <a:lnTo>
                    <a:pt x="8281265" y="9822"/>
                  </a:lnTo>
                  <a:lnTo>
                    <a:pt x="8281391" y="9822"/>
                  </a:lnTo>
                  <a:lnTo>
                    <a:pt x="8281517" y="9822"/>
                  </a:lnTo>
                  <a:lnTo>
                    <a:pt x="8281644" y="9822"/>
                  </a:lnTo>
                  <a:lnTo>
                    <a:pt x="8281770" y="9822"/>
                  </a:lnTo>
                  <a:lnTo>
                    <a:pt x="8281896" y="9822"/>
                  </a:lnTo>
                  <a:lnTo>
                    <a:pt x="8282022" y="9822"/>
                  </a:lnTo>
                  <a:lnTo>
                    <a:pt x="8282149" y="9822"/>
                  </a:lnTo>
                  <a:lnTo>
                    <a:pt x="8282275" y="9822"/>
                  </a:lnTo>
                  <a:lnTo>
                    <a:pt x="8282401" y="9822"/>
                  </a:lnTo>
                  <a:lnTo>
                    <a:pt x="8282527" y="9822"/>
                  </a:lnTo>
                  <a:lnTo>
                    <a:pt x="8282654" y="9822"/>
                  </a:lnTo>
                  <a:lnTo>
                    <a:pt x="8282780" y="9822"/>
                  </a:lnTo>
                  <a:lnTo>
                    <a:pt x="8282906" y="9822"/>
                  </a:lnTo>
                  <a:lnTo>
                    <a:pt x="8283032" y="9822"/>
                  </a:lnTo>
                  <a:lnTo>
                    <a:pt x="8283159" y="9822"/>
                  </a:lnTo>
                  <a:lnTo>
                    <a:pt x="8283285" y="9822"/>
                  </a:lnTo>
                  <a:lnTo>
                    <a:pt x="8283411" y="9822"/>
                  </a:lnTo>
                  <a:lnTo>
                    <a:pt x="8283538" y="9822"/>
                  </a:lnTo>
                  <a:lnTo>
                    <a:pt x="8283664" y="9822"/>
                  </a:lnTo>
                  <a:lnTo>
                    <a:pt x="8283790" y="9822"/>
                  </a:lnTo>
                  <a:lnTo>
                    <a:pt x="8283916" y="9822"/>
                  </a:lnTo>
                  <a:lnTo>
                    <a:pt x="8284043" y="9822"/>
                  </a:lnTo>
                  <a:lnTo>
                    <a:pt x="8284169" y="9822"/>
                  </a:lnTo>
                  <a:lnTo>
                    <a:pt x="8284295" y="9822"/>
                  </a:lnTo>
                  <a:lnTo>
                    <a:pt x="8284421" y="9822"/>
                  </a:lnTo>
                  <a:lnTo>
                    <a:pt x="8284548" y="9822"/>
                  </a:lnTo>
                  <a:lnTo>
                    <a:pt x="8284674" y="9822"/>
                  </a:lnTo>
                  <a:lnTo>
                    <a:pt x="8284800" y="9822"/>
                  </a:lnTo>
                  <a:lnTo>
                    <a:pt x="8284926" y="9822"/>
                  </a:lnTo>
                  <a:lnTo>
                    <a:pt x="8285053" y="9822"/>
                  </a:lnTo>
                  <a:lnTo>
                    <a:pt x="8285179" y="9822"/>
                  </a:lnTo>
                  <a:lnTo>
                    <a:pt x="8285305" y="9822"/>
                  </a:lnTo>
                  <a:lnTo>
                    <a:pt x="8285431" y="9822"/>
                  </a:lnTo>
                  <a:lnTo>
                    <a:pt x="8285558" y="9822"/>
                  </a:lnTo>
                  <a:lnTo>
                    <a:pt x="8285684" y="9822"/>
                  </a:lnTo>
                  <a:lnTo>
                    <a:pt x="8285810" y="9822"/>
                  </a:lnTo>
                  <a:lnTo>
                    <a:pt x="8285936" y="9822"/>
                  </a:lnTo>
                  <a:lnTo>
                    <a:pt x="8286063" y="9822"/>
                  </a:lnTo>
                  <a:lnTo>
                    <a:pt x="8286189" y="9822"/>
                  </a:lnTo>
                  <a:lnTo>
                    <a:pt x="8286315" y="9822"/>
                  </a:lnTo>
                  <a:lnTo>
                    <a:pt x="8286441" y="9822"/>
                  </a:lnTo>
                  <a:lnTo>
                    <a:pt x="8286568" y="9822"/>
                  </a:lnTo>
                  <a:lnTo>
                    <a:pt x="8286694" y="9822"/>
                  </a:lnTo>
                  <a:lnTo>
                    <a:pt x="8286820" y="9822"/>
                  </a:lnTo>
                  <a:lnTo>
                    <a:pt x="8286946" y="9822"/>
                  </a:lnTo>
                  <a:lnTo>
                    <a:pt x="8287073" y="9822"/>
                  </a:lnTo>
                  <a:lnTo>
                    <a:pt x="8287199" y="9822"/>
                  </a:lnTo>
                  <a:lnTo>
                    <a:pt x="8287325" y="9822"/>
                  </a:lnTo>
                  <a:lnTo>
                    <a:pt x="8287451" y="9822"/>
                  </a:lnTo>
                  <a:lnTo>
                    <a:pt x="8287578" y="9822"/>
                  </a:lnTo>
                  <a:lnTo>
                    <a:pt x="8287704" y="9822"/>
                  </a:lnTo>
                  <a:lnTo>
                    <a:pt x="8287830" y="9822"/>
                  </a:lnTo>
                  <a:lnTo>
                    <a:pt x="8287956" y="9822"/>
                  </a:lnTo>
                  <a:lnTo>
                    <a:pt x="8288083" y="9822"/>
                  </a:lnTo>
                  <a:lnTo>
                    <a:pt x="8288209" y="9822"/>
                  </a:lnTo>
                  <a:lnTo>
                    <a:pt x="8288335" y="9822"/>
                  </a:lnTo>
                  <a:lnTo>
                    <a:pt x="8288461" y="9822"/>
                  </a:lnTo>
                  <a:lnTo>
                    <a:pt x="8288588" y="9822"/>
                  </a:lnTo>
                  <a:lnTo>
                    <a:pt x="8288714" y="9822"/>
                  </a:lnTo>
                  <a:lnTo>
                    <a:pt x="8288840" y="9822"/>
                  </a:lnTo>
                  <a:lnTo>
                    <a:pt x="8288967" y="9822"/>
                  </a:lnTo>
                  <a:lnTo>
                    <a:pt x="8289093" y="9822"/>
                  </a:lnTo>
                  <a:lnTo>
                    <a:pt x="8289219" y="9822"/>
                  </a:lnTo>
                  <a:lnTo>
                    <a:pt x="8289345" y="9822"/>
                  </a:lnTo>
                  <a:lnTo>
                    <a:pt x="8289472" y="9822"/>
                  </a:lnTo>
                  <a:lnTo>
                    <a:pt x="8289598" y="9822"/>
                  </a:lnTo>
                  <a:lnTo>
                    <a:pt x="8289724" y="9822"/>
                  </a:lnTo>
                  <a:lnTo>
                    <a:pt x="8289850" y="9822"/>
                  </a:lnTo>
                  <a:lnTo>
                    <a:pt x="8289977" y="9822"/>
                  </a:lnTo>
                  <a:lnTo>
                    <a:pt x="8290103" y="9822"/>
                  </a:lnTo>
                  <a:lnTo>
                    <a:pt x="8290229" y="9822"/>
                  </a:lnTo>
                  <a:lnTo>
                    <a:pt x="8290355" y="9822"/>
                  </a:lnTo>
                  <a:lnTo>
                    <a:pt x="8290482" y="9822"/>
                  </a:lnTo>
                  <a:lnTo>
                    <a:pt x="8290608" y="9822"/>
                  </a:lnTo>
                  <a:lnTo>
                    <a:pt x="8290734" y="9822"/>
                  </a:lnTo>
                  <a:lnTo>
                    <a:pt x="8290860" y="9822"/>
                  </a:lnTo>
                  <a:lnTo>
                    <a:pt x="8290987" y="9822"/>
                  </a:lnTo>
                  <a:lnTo>
                    <a:pt x="8291113" y="9822"/>
                  </a:lnTo>
                  <a:lnTo>
                    <a:pt x="8291239" y="9822"/>
                  </a:lnTo>
                  <a:lnTo>
                    <a:pt x="8291365" y="9822"/>
                  </a:lnTo>
                  <a:lnTo>
                    <a:pt x="8291492" y="9822"/>
                  </a:lnTo>
                  <a:lnTo>
                    <a:pt x="8291618" y="9822"/>
                  </a:lnTo>
                  <a:lnTo>
                    <a:pt x="8291744" y="9822"/>
                  </a:lnTo>
                  <a:lnTo>
                    <a:pt x="8291870" y="9822"/>
                  </a:lnTo>
                  <a:lnTo>
                    <a:pt x="8291997" y="9822"/>
                  </a:lnTo>
                  <a:lnTo>
                    <a:pt x="8292123" y="9822"/>
                  </a:lnTo>
                  <a:lnTo>
                    <a:pt x="8292249" y="9822"/>
                  </a:lnTo>
                  <a:lnTo>
                    <a:pt x="8292375" y="9822"/>
                  </a:lnTo>
                  <a:lnTo>
                    <a:pt x="8292502" y="9822"/>
                  </a:lnTo>
                  <a:lnTo>
                    <a:pt x="8292628" y="9822"/>
                  </a:lnTo>
                  <a:lnTo>
                    <a:pt x="8292754" y="9822"/>
                  </a:lnTo>
                  <a:lnTo>
                    <a:pt x="8292880" y="9822"/>
                  </a:lnTo>
                  <a:lnTo>
                    <a:pt x="8293007" y="9822"/>
                  </a:lnTo>
                  <a:lnTo>
                    <a:pt x="8293133" y="9822"/>
                  </a:lnTo>
                  <a:lnTo>
                    <a:pt x="8293259" y="9822"/>
                  </a:lnTo>
                  <a:lnTo>
                    <a:pt x="8293385" y="9822"/>
                  </a:lnTo>
                  <a:lnTo>
                    <a:pt x="8293512" y="9822"/>
                  </a:lnTo>
                  <a:lnTo>
                    <a:pt x="8293638" y="9822"/>
                  </a:lnTo>
                  <a:lnTo>
                    <a:pt x="8293764" y="9822"/>
                  </a:lnTo>
                  <a:lnTo>
                    <a:pt x="8293891" y="9822"/>
                  </a:lnTo>
                  <a:lnTo>
                    <a:pt x="8294017" y="9822"/>
                  </a:lnTo>
                  <a:lnTo>
                    <a:pt x="8294143" y="9822"/>
                  </a:lnTo>
                  <a:lnTo>
                    <a:pt x="8294269" y="9822"/>
                  </a:lnTo>
                  <a:lnTo>
                    <a:pt x="8294396" y="9822"/>
                  </a:lnTo>
                  <a:lnTo>
                    <a:pt x="8294522" y="9822"/>
                  </a:lnTo>
                  <a:lnTo>
                    <a:pt x="8294648" y="9822"/>
                  </a:lnTo>
                  <a:lnTo>
                    <a:pt x="8294774" y="9822"/>
                  </a:lnTo>
                  <a:lnTo>
                    <a:pt x="8294901" y="9822"/>
                  </a:lnTo>
                  <a:lnTo>
                    <a:pt x="8295027" y="9822"/>
                  </a:lnTo>
                  <a:lnTo>
                    <a:pt x="8295153" y="9822"/>
                  </a:lnTo>
                  <a:lnTo>
                    <a:pt x="8295279" y="9822"/>
                  </a:lnTo>
                  <a:lnTo>
                    <a:pt x="8295406" y="9822"/>
                  </a:lnTo>
                  <a:lnTo>
                    <a:pt x="8295532" y="9822"/>
                  </a:lnTo>
                  <a:lnTo>
                    <a:pt x="8295658" y="9822"/>
                  </a:lnTo>
                  <a:lnTo>
                    <a:pt x="8295784" y="9822"/>
                  </a:lnTo>
                  <a:lnTo>
                    <a:pt x="8295911" y="9822"/>
                  </a:lnTo>
                  <a:lnTo>
                    <a:pt x="8296037" y="9822"/>
                  </a:lnTo>
                  <a:lnTo>
                    <a:pt x="8296163" y="9822"/>
                  </a:lnTo>
                  <a:lnTo>
                    <a:pt x="8296289" y="9822"/>
                  </a:lnTo>
                  <a:lnTo>
                    <a:pt x="8296416" y="9822"/>
                  </a:lnTo>
                  <a:lnTo>
                    <a:pt x="8296542" y="9822"/>
                  </a:lnTo>
                  <a:lnTo>
                    <a:pt x="8296668" y="9822"/>
                  </a:lnTo>
                  <a:lnTo>
                    <a:pt x="8296794" y="9822"/>
                  </a:lnTo>
                  <a:lnTo>
                    <a:pt x="8296921" y="9822"/>
                  </a:lnTo>
                  <a:lnTo>
                    <a:pt x="8297047" y="9822"/>
                  </a:lnTo>
                  <a:lnTo>
                    <a:pt x="8297173" y="9822"/>
                  </a:lnTo>
                  <a:lnTo>
                    <a:pt x="8297299" y="9822"/>
                  </a:lnTo>
                  <a:lnTo>
                    <a:pt x="8297426" y="9822"/>
                  </a:lnTo>
                  <a:lnTo>
                    <a:pt x="8297552" y="9822"/>
                  </a:lnTo>
                  <a:lnTo>
                    <a:pt x="8297678" y="9822"/>
                  </a:lnTo>
                  <a:lnTo>
                    <a:pt x="8297804" y="9822"/>
                  </a:lnTo>
                  <a:lnTo>
                    <a:pt x="8297931" y="9822"/>
                  </a:lnTo>
                  <a:lnTo>
                    <a:pt x="8298057" y="9822"/>
                  </a:lnTo>
                  <a:lnTo>
                    <a:pt x="8298183" y="9822"/>
                  </a:lnTo>
                  <a:lnTo>
                    <a:pt x="8298309" y="9822"/>
                  </a:lnTo>
                  <a:lnTo>
                    <a:pt x="8298436" y="9822"/>
                  </a:lnTo>
                  <a:lnTo>
                    <a:pt x="8298562" y="9822"/>
                  </a:lnTo>
                  <a:lnTo>
                    <a:pt x="8298688" y="9822"/>
                  </a:lnTo>
                  <a:lnTo>
                    <a:pt x="8298814" y="9822"/>
                  </a:lnTo>
                  <a:lnTo>
                    <a:pt x="8298941" y="9822"/>
                  </a:lnTo>
                  <a:lnTo>
                    <a:pt x="8299067" y="9822"/>
                  </a:lnTo>
                  <a:lnTo>
                    <a:pt x="8299193" y="9822"/>
                  </a:lnTo>
                  <a:lnTo>
                    <a:pt x="8299320" y="9822"/>
                  </a:lnTo>
                  <a:lnTo>
                    <a:pt x="8299446" y="9822"/>
                  </a:lnTo>
                  <a:lnTo>
                    <a:pt x="8299572" y="9822"/>
                  </a:lnTo>
                  <a:lnTo>
                    <a:pt x="8299698" y="9822"/>
                  </a:lnTo>
                  <a:lnTo>
                    <a:pt x="8299825" y="9822"/>
                  </a:lnTo>
                  <a:lnTo>
                    <a:pt x="8299951" y="9822"/>
                  </a:lnTo>
                  <a:lnTo>
                    <a:pt x="8300077" y="9822"/>
                  </a:lnTo>
                  <a:lnTo>
                    <a:pt x="8300203" y="9822"/>
                  </a:lnTo>
                  <a:lnTo>
                    <a:pt x="8300330" y="9822"/>
                  </a:lnTo>
                  <a:lnTo>
                    <a:pt x="8300456" y="9822"/>
                  </a:lnTo>
                  <a:lnTo>
                    <a:pt x="8300582" y="9822"/>
                  </a:lnTo>
                  <a:lnTo>
                    <a:pt x="8300708" y="9822"/>
                  </a:lnTo>
                  <a:lnTo>
                    <a:pt x="8300835" y="9822"/>
                  </a:lnTo>
                  <a:lnTo>
                    <a:pt x="8300961" y="9822"/>
                  </a:lnTo>
                  <a:lnTo>
                    <a:pt x="8301087" y="9822"/>
                  </a:lnTo>
                  <a:lnTo>
                    <a:pt x="8301213" y="9822"/>
                  </a:lnTo>
                  <a:lnTo>
                    <a:pt x="8301340" y="9822"/>
                  </a:lnTo>
                  <a:lnTo>
                    <a:pt x="8301466" y="9822"/>
                  </a:lnTo>
                  <a:lnTo>
                    <a:pt x="8301592" y="9822"/>
                  </a:lnTo>
                  <a:lnTo>
                    <a:pt x="8301718" y="9822"/>
                  </a:lnTo>
                  <a:lnTo>
                    <a:pt x="8301845" y="9822"/>
                  </a:lnTo>
                  <a:lnTo>
                    <a:pt x="8301971" y="9822"/>
                  </a:lnTo>
                  <a:lnTo>
                    <a:pt x="8302097" y="9822"/>
                  </a:lnTo>
                  <a:lnTo>
                    <a:pt x="8302223" y="9822"/>
                  </a:lnTo>
                  <a:lnTo>
                    <a:pt x="8302350" y="9822"/>
                  </a:lnTo>
                  <a:lnTo>
                    <a:pt x="8302476" y="9822"/>
                  </a:lnTo>
                  <a:lnTo>
                    <a:pt x="8302602" y="9822"/>
                  </a:lnTo>
                  <a:lnTo>
                    <a:pt x="8302728" y="9822"/>
                  </a:lnTo>
                  <a:lnTo>
                    <a:pt x="8302855" y="9822"/>
                  </a:lnTo>
                  <a:lnTo>
                    <a:pt x="8302981" y="9822"/>
                  </a:lnTo>
                  <a:lnTo>
                    <a:pt x="8303107" y="9822"/>
                  </a:lnTo>
                  <a:lnTo>
                    <a:pt x="8303233" y="9822"/>
                  </a:lnTo>
                  <a:lnTo>
                    <a:pt x="8303360" y="9822"/>
                  </a:lnTo>
                  <a:lnTo>
                    <a:pt x="8303486" y="9822"/>
                  </a:lnTo>
                  <a:lnTo>
                    <a:pt x="8303612" y="9822"/>
                  </a:lnTo>
                  <a:lnTo>
                    <a:pt x="8303738" y="9822"/>
                  </a:lnTo>
                  <a:lnTo>
                    <a:pt x="8303865" y="9822"/>
                  </a:lnTo>
                  <a:lnTo>
                    <a:pt x="8303991" y="9822"/>
                  </a:lnTo>
                  <a:lnTo>
                    <a:pt x="8304117" y="9822"/>
                  </a:lnTo>
                  <a:lnTo>
                    <a:pt x="8304244" y="9822"/>
                  </a:lnTo>
                  <a:lnTo>
                    <a:pt x="8304370" y="9822"/>
                  </a:lnTo>
                  <a:lnTo>
                    <a:pt x="8304496" y="9822"/>
                  </a:lnTo>
                  <a:lnTo>
                    <a:pt x="8304622" y="9822"/>
                  </a:lnTo>
                  <a:lnTo>
                    <a:pt x="8304749" y="9822"/>
                  </a:lnTo>
                  <a:lnTo>
                    <a:pt x="8304875" y="9822"/>
                  </a:lnTo>
                  <a:lnTo>
                    <a:pt x="8305001" y="9822"/>
                  </a:lnTo>
                  <a:lnTo>
                    <a:pt x="8305127" y="9822"/>
                  </a:lnTo>
                  <a:lnTo>
                    <a:pt x="8305254" y="9822"/>
                  </a:lnTo>
                  <a:lnTo>
                    <a:pt x="8305380" y="9822"/>
                  </a:lnTo>
                  <a:lnTo>
                    <a:pt x="8305506" y="9822"/>
                  </a:lnTo>
                  <a:lnTo>
                    <a:pt x="8305632" y="9822"/>
                  </a:lnTo>
                  <a:lnTo>
                    <a:pt x="8305759" y="9822"/>
                  </a:lnTo>
                  <a:lnTo>
                    <a:pt x="8305885" y="9822"/>
                  </a:lnTo>
                  <a:lnTo>
                    <a:pt x="8306011" y="9822"/>
                  </a:lnTo>
                  <a:lnTo>
                    <a:pt x="8306137" y="9822"/>
                  </a:lnTo>
                  <a:lnTo>
                    <a:pt x="8306264" y="9822"/>
                  </a:lnTo>
                  <a:lnTo>
                    <a:pt x="8306390" y="9822"/>
                  </a:lnTo>
                  <a:lnTo>
                    <a:pt x="8306516" y="9822"/>
                  </a:lnTo>
                  <a:lnTo>
                    <a:pt x="8306642" y="9822"/>
                  </a:lnTo>
                  <a:lnTo>
                    <a:pt x="8306769" y="9822"/>
                  </a:lnTo>
                  <a:lnTo>
                    <a:pt x="8306895" y="9822"/>
                  </a:lnTo>
                  <a:lnTo>
                    <a:pt x="8307021" y="9822"/>
                  </a:lnTo>
                  <a:lnTo>
                    <a:pt x="8307147" y="9822"/>
                  </a:lnTo>
                  <a:lnTo>
                    <a:pt x="8307274" y="9822"/>
                  </a:lnTo>
                  <a:lnTo>
                    <a:pt x="8307400" y="9822"/>
                  </a:lnTo>
                  <a:lnTo>
                    <a:pt x="8307526" y="9822"/>
                  </a:lnTo>
                  <a:lnTo>
                    <a:pt x="8307652" y="9822"/>
                  </a:lnTo>
                  <a:lnTo>
                    <a:pt x="8307779" y="9822"/>
                  </a:lnTo>
                  <a:lnTo>
                    <a:pt x="8307905" y="9822"/>
                  </a:lnTo>
                  <a:lnTo>
                    <a:pt x="8308031" y="9822"/>
                  </a:lnTo>
                  <a:lnTo>
                    <a:pt x="8308157" y="9822"/>
                  </a:lnTo>
                  <a:lnTo>
                    <a:pt x="8308284" y="9822"/>
                  </a:lnTo>
                  <a:lnTo>
                    <a:pt x="8308410" y="9822"/>
                  </a:lnTo>
                  <a:lnTo>
                    <a:pt x="8308536" y="9822"/>
                  </a:lnTo>
                  <a:lnTo>
                    <a:pt x="8308662" y="9822"/>
                  </a:lnTo>
                  <a:lnTo>
                    <a:pt x="8308789" y="9822"/>
                  </a:lnTo>
                  <a:lnTo>
                    <a:pt x="8308915" y="9822"/>
                  </a:lnTo>
                  <a:lnTo>
                    <a:pt x="8309041" y="9822"/>
                  </a:lnTo>
                  <a:lnTo>
                    <a:pt x="8309167" y="9822"/>
                  </a:lnTo>
                  <a:lnTo>
                    <a:pt x="8309294" y="9822"/>
                  </a:lnTo>
                  <a:lnTo>
                    <a:pt x="8309420" y="9822"/>
                  </a:lnTo>
                  <a:lnTo>
                    <a:pt x="8309546" y="9822"/>
                  </a:lnTo>
                  <a:lnTo>
                    <a:pt x="8309673" y="9822"/>
                  </a:lnTo>
                  <a:lnTo>
                    <a:pt x="8309799" y="9822"/>
                  </a:lnTo>
                  <a:lnTo>
                    <a:pt x="8309925" y="9822"/>
                  </a:lnTo>
                  <a:lnTo>
                    <a:pt x="8310051" y="9822"/>
                  </a:lnTo>
                  <a:lnTo>
                    <a:pt x="8310178" y="9822"/>
                  </a:lnTo>
                  <a:lnTo>
                    <a:pt x="8310304" y="9822"/>
                  </a:lnTo>
                  <a:lnTo>
                    <a:pt x="8310430" y="9822"/>
                  </a:lnTo>
                  <a:lnTo>
                    <a:pt x="8310556" y="9822"/>
                  </a:lnTo>
                  <a:lnTo>
                    <a:pt x="8310683" y="9822"/>
                  </a:lnTo>
                  <a:lnTo>
                    <a:pt x="8310809" y="9822"/>
                  </a:lnTo>
                  <a:lnTo>
                    <a:pt x="8310935" y="9822"/>
                  </a:lnTo>
                  <a:lnTo>
                    <a:pt x="8311061" y="9822"/>
                  </a:lnTo>
                  <a:lnTo>
                    <a:pt x="8311188" y="9822"/>
                  </a:lnTo>
                  <a:lnTo>
                    <a:pt x="8311314" y="9822"/>
                  </a:lnTo>
                  <a:lnTo>
                    <a:pt x="8311440" y="9822"/>
                  </a:lnTo>
                  <a:lnTo>
                    <a:pt x="8311566" y="9822"/>
                  </a:lnTo>
                  <a:lnTo>
                    <a:pt x="8311693" y="9822"/>
                  </a:lnTo>
                  <a:lnTo>
                    <a:pt x="8311819" y="9822"/>
                  </a:lnTo>
                  <a:lnTo>
                    <a:pt x="8311945" y="9822"/>
                  </a:lnTo>
                  <a:lnTo>
                    <a:pt x="8312071" y="9822"/>
                  </a:lnTo>
                  <a:lnTo>
                    <a:pt x="8312198" y="9822"/>
                  </a:lnTo>
                  <a:lnTo>
                    <a:pt x="8312324" y="9822"/>
                  </a:lnTo>
                  <a:lnTo>
                    <a:pt x="8312450" y="9822"/>
                  </a:lnTo>
                  <a:lnTo>
                    <a:pt x="8312576" y="9822"/>
                  </a:lnTo>
                  <a:lnTo>
                    <a:pt x="8312703" y="9822"/>
                  </a:lnTo>
                  <a:lnTo>
                    <a:pt x="8312829" y="9822"/>
                  </a:lnTo>
                  <a:lnTo>
                    <a:pt x="8312955" y="9822"/>
                  </a:lnTo>
                  <a:lnTo>
                    <a:pt x="8313081" y="9822"/>
                  </a:lnTo>
                  <a:lnTo>
                    <a:pt x="8313208" y="9822"/>
                  </a:lnTo>
                  <a:lnTo>
                    <a:pt x="8313334" y="9822"/>
                  </a:lnTo>
                  <a:lnTo>
                    <a:pt x="8313460" y="9822"/>
                  </a:lnTo>
                  <a:lnTo>
                    <a:pt x="8313586" y="9822"/>
                  </a:lnTo>
                  <a:lnTo>
                    <a:pt x="8313713" y="9822"/>
                  </a:lnTo>
                  <a:lnTo>
                    <a:pt x="8313839" y="9822"/>
                  </a:lnTo>
                  <a:lnTo>
                    <a:pt x="8313965" y="9822"/>
                  </a:lnTo>
                  <a:lnTo>
                    <a:pt x="8314091" y="9822"/>
                  </a:lnTo>
                  <a:lnTo>
                    <a:pt x="8314218" y="9822"/>
                  </a:lnTo>
                  <a:lnTo>
                    <a:pt x="8314344" y="9822"/>
                  </a:lnTo>
                  <a:lnTo>
                    <a:pt x="8314470" y="9822"/>
                  </a:lnTo>
                  <a:lnTo>
                    <a:pt x="8314597" y="9822"/>
                  </a:lnTo>
                  <a:lnTo>
                    <a:pt x="8314723" y="9822"/>
                  </a:lnTo>
                  <a:lnTo>
                    <a:pt x="8314849" y="9822"/>
                  </a:lnTo>
                  <a:lnTo>
                    <a:pt x="8314975" y="9822"/>
                  </a:lnTo>
                  <a:lnTo>
                    <a:pt x="8315102" y="9822"/>
                  </a:lnTo>
                  <a:lnTo>
                    <a:pt x="8315228" y="9822"/>
                  </a:lnTo>
                  <a:lnTo>
                    <a:pt x="8315354" y="9822"/>
                  </a:lnTo>
                  <a:lnTo>
                    <a:pt x="8315480" y="9822"/>
                  </a:lnTo>
                  <a:lnTo>
                    <a:pt x="8315607" y="9822"/>
                  </a:lnTo>
                  <a:lnTo>
                    <a:pt x="8315733" y="9822"/>
                  </a:lnTo>
                  <a:lnTo>
                    <a:pt x="8315859" y="9822"/>
                  </a:lnTo>
                  <a:lnTo>
                    <a:pt x="8315985" y="9822"/>
                  </a:lnTo>
                  <a:lnTo>
                    <a:pt x="8316112" y="9822"/>
                  </a:lnTo>
                  <a:lnTo>
                    <a:pt x="8316238" y="9822"/>
                  </a:lnTo>
                  <a:lnTo>
                    <a:pt x="8316364" y="9822"/>
                  </a:lnTo>
                  <a:lnTo>
                    <a:pt x="8316490" y="9822"/>
                  </a:lnTo>
                  <a:lnTo>
                    <a:pt x="8316617" y="9822"/>
                  </a:lnTo>
                  <a:lnTo>
                    <a:pt x="8316743" y="9822"/>
                  </a:lnTo>
                  <a:lnTo>
                    <a:pt x="8316869" y="9822"/>
                  </a:lnTo>
                  <a:lnTo>
                    <a:pt x="8316995" y="9822"/>
                  </a:lnTo>
                  <a:lnTo>
                    <a:pt x="8317122" y="9822"/>
                  </a:lnTo>
                  <a:lnTo>
                    <a:pt x="8317248" y="9822"/>
                  </a:lnTo>
                  <a:lnTo>
                    <a:pt x="8317374" y="9822"/>
                  </a:lnTo>
                  <a:lnTo>
                    <a:pt x="8317500" y="9822"/>
                  </a:lnTo>
                  <a:lnTo>
                    <a:pt x="8317627" y="9822"/>
                  </a:lnTo>
                  <a:lnTo>
                    <a:pt x="8317753" y="9822"/>
                  </a:lnTo>
                  <a:lnTo>
                    <a:pt x="8317879" y="9822"/>
                  </a:lnTo>
                  <a:lnTo>
                    <a:pt x="8318005" y="9822"/>
                  </a:lnTo>
                  <a:lnTo>
                    <a:pt x="8318132" y="9822"/>
                  </a:lnTo>
                  <a:lnTo>
                    <a:pt x="8318258" y="9822"/>
                  </a:lnTo>
                  <a:lnTo>
                    <a:pt x="8318384" y="9822"/>
                  </a:lnTo>
                  <a:lnTo>
                    <a:pt x="8318510" y="9822"/>
                  </a:lnTo>
                  <a:lnTo>
                    <a:pt x="8318637" y="9822"/>
                  </a:lnTo>
                  <a:lnTo>
                    <a:pt x="8318763" y="9822"/>
                  </a:lnTo>
                  <a:lnTo>
                    <a:pt x="8318889" y="9822"/>
                  </a:lnTo>
                  <a:lnTo>
                    <a:pt x="8319015" y="9822"/>
                  </a:lnTo>
                  <a:lnTo>
                    <a:pt x="8319142" y="9822"/>
                  </a:lnTo>
                  <a:lnTo>
                    <a:pt x="8319268" y="9822"/>
                  </a:lnTo>
                  <a:lnTo>
                    <a:pt x="8319394" y="9822"/>
                  </a:lnTo>
                  <a:lnTo>
                    <a:pt x="8319521" y="9822"/>
                  </a:lnTo>
                  <a:lnTo>
                    <a:pt x="8319647" y="9822"/>
                  </a:lnTo>
                  <a:lnTo>
                    <a:pt x="8319773" y="9822"/>
                  </a:lnTo>
                  <a:lnTo>
                    <a:pt x="8319899" y="9822"/>
                  </a:lnTo>
                  <a:lnTo>
                    <a:pt x="8320026" y="9822"/>
                  </a:lnTo>
                  <a:lnTo>
                    <a:pt x="8320152" y="9822"/>
                  </a:lnTo>
                  <a:lnTo>
                    <a:pt x="8320278" y="9822"/>
                  </a:lnTo>
                  <a:lnTo>
                    <a:pt x="8320404" y="9822"/>
                  </a:lnTo>
                  <a:lnTo>
                    <a:pt x="8320531" y="9822"/>
                  </a:lnTo>
                  <a:lnTo>
                    <a:pt x="8320657" y="9822"/>
                  </a:lnTo>
                  <a:lnTo>
                    <a:pt x="8320783" y="9822"/>
                  </a:lnTo>
                  <a:lnTo>
                    <a:pt x="8320909" y="9822"/>
                  </a:lnTo>
                  <a:lnTo>
                    <a:pt x="8321036" y="9822"/>
                  </a:lnTo>
                  <a:lnTo>
                    <a:pt x="8321162" y="9822"/>
                  </a:lnTo>
                  <a:lnTo>
                    <a:pt x="8321288" y="9822"/>
                  </a:lnTo>
                  <a:lnTo>
                    <a:pt x="8321414" y="9822"/>
                  </a:lnTo>
                  <a:lnTo>
                    <a:pt x="8321541" y="9822"/>
                  </a:lnTo>
                  <a:lnTo>
                    <a:pt x="8321667" y="9822"/>
                  </a:lnTo>
                  <a:lnTo>
                    <a:pt x="8321793" y="9822"/>
                  </a:lnTo>
                  <a:lnTo>
                    <a:pt x="8321919" y="9822"/>
                  </a:lnTo>
                  <a:lnTo>
                    <a:pt x="8322046" y="9822"/>
                  </a:lnTo>
                  <a:lnTo>
                    <a:pt x="8322172" y="9822"/>
                  </a:lnTo>
                  <a:lnTo>
                    <a:pt x="8322298" y="9822"/>
                  </a:lnTo>
                  <a:lnTo>
                    <a:pt x="8322424" y="9822"/>
                  </a:lnTo>
                  <a:lnTo>
                    <a:pt x="8322551" y="9822"/>
                  </a:lnTo>
                  <a:lnTo>
                    <a:pt x="8322677" y="9822"/>
                  </a:lnTo>
                  <a:lnTo>
                    <a:pt x="8322803" y="9822"/>
                  </a:lnTo>
                  <a:lnTo>
                    <a:pt x="8322929" y="9822"/>
                  </a:lnTo>
                  <a:lnTo>
                    <a:pt x="8323056" y="9822"/>
                  </a:lnTo>
                  <a:lnTo>
                    <a:pt x="8323182" y="9822"/>
                  </a:lnTo>
                  <a:lnTo>
                    <a:pt x="8323308" y="9822"/>
                  </a:lnTo>
                  <a:lnTo>
                    <a:pt x="8323434" y="9822"/>
                  </a:lnTo>
                  <a:lnTo>
                    <a:pt x="8323561" y="9822"/>
                  </a:lnTo>
                  <a:lnTo>
                    <a:pt x="8323687" y="9822"/>
                  </a:lnTo>
                  <a:lnTo>
                    <a:pt x="8323813" y="9822"/>
                  </a:lnTo>
                  <a:lnTo>
                    <a:pt x="8323939" y="9822"/>
                  </a:lnTo>
                  <a:lnTo>
                    <a:pt x="8324066" y="9822"/>
                  </a:lnTo>
                  <a:lnTo>
                    <a:pt x="8324192" y="9822"/>
                  </a:lnTo>
                  <a:lnTo>
                    <a:pt x="8324318" y="9822"/>
                  </a:lnTo>
                  <a:lnTo>
                    <a:pt x="8324444" y="9822"/>
                  </a:lnTo>
                  <a:lnTo>
                    <a:pt x="8324571" y="9822"/>
                  </a:lnTo>
                  <a:lnTo>
                    <a:pt x="8324697" y="9822"/>
                  </a:lnTo>
                  <a:lnTo>
                    <a:pt x="8324823" y="9822"/>
                  </a:lnTo>
                  <a:lnTo>
                    <a:pt x="8324950" y="9822"/>
                  </a:lnTo>
                  <a:lnTo>
                    <a:pt x="8325076" y="9822"/>
                  </a:lnTo>
                  <a:lnTo>
                    <a:pt x="8325202" y="9822"/>
                  </a:lnTo>
                  <a:lnTo>
                    <a:pt x="8325328" y="9822"/>
                  </a:lnTo>
                  <a:lnTo>
                    <a:pt x="8325455" y="9822"/>
                  </a:lnTo>
                  <a:lnTo>
                    <a:pt x="8325581" y="9822"/>
                  </a:lnTo>
                  <a:lnTo>
                    <a:pt x="8325707" y="9822"/>
                  </a:lnTo>
                  <a:lnTo>
                    <a:pt x="8325833" y="9822"/>
                  </a:lnTo>
                  <a:lnTo>
                    <a:pt x="8325960" y="9822"/>
                  </a:lnTo>
                  <a:lnTo>
                    <a:pt x="8326086" y="9822"/>
                  </a:lnTo>
                  <a:lnTo>
                    <a:pt x="8326212" y="9822"/>
                  </a:lnTo>
                  <a:lnTo>
                    <a:pt x="8326338" y="9822"/>
                  </a:lnTo>
                  <a:lnTo>
                    <a:pt x="8326465" y="9822"/>
                  </a:lnTo>
                  <a:lnTo>
                    <a:pt x="8326591" y="9822"/>
                  </a:lnTo>
                  <a:lnTo>
                    <a:pt x="8326717" y="9822"/>
                  </a:lnTo>
                  <a:lnTo>
                    <a:pt x="8326843" y="9822"/>
                  </a:lnTo>
                  <a:lnTo>
                    <a:pt x="8326970" y="9822"/>
                  </a:lnTo>
                  <a:lnTo>
                    <a:pt x="8327096" y="9822"/>
                  </a:lnTo>
                  <a:lnTo>
                    <a:pt x="8327222" y="9822"/>
                  </a:lnTo>
                  <a:lnTo>
                    <a:pt x="8327348" y="9822"/>
                  </a:lnTo>
                  <a:lnTo>
                    <a:pt x="8327475" y="9822"/>
                  </a:lnTo>
                  <a:lnTo>
                    <a:pt x="8327601" y="9822"/>
                  </a:lnTo>
                  <a:lnTo>
                    <a:pt x="8327727" y="9822"/>
                  </a:lnTo>
                  <a:lnTo>
                    <a:pt x="8327853" y="9822"/>
                  </a:lnTo>
                  <a:lnTo>
                    <a:pt x="8327980" y="9822"/>
                  </a:lnTo>
                  <a:lnTo>
                    <a:pt x="8328106" y="9822"/>
                  </a:lnTo>
                  <a:lnTo>
                    <a:pt x="8328232" y="9822"/>
                  </a:lnTo>
                  <a:lnTo>
                    <a:pt x="8328358" y="9822"/>
                  </a:lnTo>
                  <a:lnTo>
                    <a:pt x="8328485" y="9822"/>
                  </a:lnTo>
                  <a:lnTo>
                    <a:pt x="8328611" y="9822"/>
                  </a:lnTo>
                  <a:lnTo>
                    <a:pt x="8328737" y="9822"/>
                  </a:lnTo>
                  <a:lnTo>
                    <a:pt x="8328863" y="9822"/>
                  </a:lnTo>
                  <a:lnTo>
                    <a:pt x="8328990" y="9822"/>
                  </a:lnTo>
                  <a:lnTo>
                    <a:pt x="8329116" y="9822"/>
                  </a:lnTo>
                  <a:lnTo>
                    <a:pt x="8329242" y="9822"/>
                  </a:lnTo>
                  <a:lnTo>
                    <a:pt x="8329368" y="9822"/>
                  </a:lnTo>
                  <a:lnTo>
                    <a:pt x="8329495" y="9822"/>
                  </a:lnTo>
                  <a:lnTo>
                    <a:pt x="8329621" y="9822"/>
                  </a:lnTo>
                  <a:lnTo>
                    <a:pt x="8329747" y="9822"/>
                  </a:lnTo>
                  <a:lnTo>
                    <a:pt x="8329874" y="9822"/>
                  </a:lnTo>
                  <a:lnTo>
                    <a:pt x="8330000" y="9822"/>
                  </a:lnTo>
                  <a:lnTo>
                    <a:pt x="8330126" y="9822"/>
                  </a:lnTo>
                  <a:lnTo>
                    <a:pt x="8330252" y="9822"/>
                  </a:lnTo>
                  <a:lnTo>
                    <a:pt x="8330379" y="9822"/>
                  </a:lnTo>
                  <a:lnTo>
                    <a:pt x="8330505" y="9822"/>
                  </a:lnTo>
                  <a:lnTo>
                    <a:pt x="8330631" y="9822"/>
                  </a:lnTo>
                  <a:lnTo>
                    <a:pt x="8330757" y="9822"/>
                  </a:lnTo>
                  <a:lnTo>
                    <a:pt x="8330884" y="9822"/>
                  </a:lnTo>
                  <a:lnTo>
                    <a:pt x="8331010" y="9822"/>
                  </a:lnTo>
                  <a:lnTo>
                    <a:pt x="8331136" y="9822"/>
                  </a:lnTo>
                  <a:lnTo>
                    <a:pt x="8331262" y="9822"/>
                  </a:lnTo>
                  <a:lnTo>
                    <a:pt x="8331389" y="9822"/>
                  </a:lnTo>
                  <a:lnTo>
                    <a:pt x="8331515" y="9822"/>
                  </a:lnTo>
                  <a:lnTo>
                    <a:pt x="8331641" y="9822"/>
                  </a:lnTo>
                  <a:lnTo>
                    <a:pt x="8331767" y="9822"/>
                  </a:lnTo>
                  <a:lnTo>
                    <a:pt x="8331894" y="9822"/>
                  </a:lnTo>
                  <a:lnTo>
                    <a:pt x="8332020" y="9822"/>
                  </a:lnTo>
                  <a:lnTo>
                    <a:pt x="8332146" y="9822"/>
                  </a:lnTo>
                  <a:lnTo>
                    <a:pt x="8332272" y="9822"/>
                  </a:lnTo>
                  <a:lnTo>
                    <a:pt x="8332399" y="9822"/>
                  </a:lnTo>
                  <a:lnTo>
                    <a:pt x="8332525" y="9822"/>
                  </a:lnTo>
                  <a:lnTo>
                    <a:pt x="8332651" y="9822"/>
                  </a:lnTo>
                  <a:lnTo>
                    <a:pt x="8332777" y="9822"/>
                  </a:lnTo>
                  <a:lnTo>
                    <a:pt x="8332904" y="9822"/>
                  </a:lnTo>
                  <a:lnTo>
                    <a:pt x="8333030" y="9822"/>
                  </a:lnTo>
                  <a:lnTo>
                    <a:pt x="8333156" y="9822"/>
                  </a:lnTo>
                  <a:lnTo>
                    <a:pt x="8333282" y="9822"/>
                  </a:lnTo>
                  <a:lnTo>
                    <a:pt x="8333409" y="9822"/>
                  </a:lnTo>
                  <a:lnTo>
                    <a:pt x="8333535" y="9822"/>
                  </a:lnTo>
                  <a:lnTo>
                    <a:pt x="8333661" y="9822"/>
                  </a:lnTo>
                  <a:lnTo>
                    <a:pt x="8333787" y="9822"/>
                  </a:lnTo>
                  <a:lnTo>
                    <a:pt x="8333914" y="9822"/>
                  </a:lnTo>
                  <a:lnTo>
                    <a:pt x="8334040" y="9822"/>
                  </a:lnTo>
                  <a:lnTo>
                    <a:pt x="8334166" y="9822"/>
                  </a:lnTo>
                  <a:lnTo>
                    <a:pt x="8334292" y="9822"/>
                  </a:lnTo>
                  <a:lnTo>
                    <a:pt x="8334419" y="9822"/>
                  </a:lnTo>
                  <a:lnTo>
                    <a:pt x="8334545" y="9822"/>
                  </a:lnTo>
                  <a:lnTo>
                    <a:pt x="8334671" y="9822"/>
                  </a:lnTo>
                  <a:lnTo>
                    <a:pt x="8334797" y="9822"/>
                  </a:lnTo>
                  <a:lnTo>
                    <a:pt x="8334924" y="9822"/>
                  </a:lnTo>
                  <a:lnTo>
                    <a:pt x="8335050" y="9822"/>
                  </a:lnTo>
                  <a:lnTo>
                    <a:pt x="8335176" y="9822"/>
                  </a:lnTo>
                  <a:lnTo>
                    <a:pt x="8335303" y="9822"/>
                  </a:lnTo>
                  <a:lnTo>
                    <a:pt x="8335429" y="9822"/>
                  </a:lnTo>
                  <a:lnTo>
                    <a:pt x="8335555" y="9822"/>
                  </a:lnTo>
                  <a:lnTo>
                    <a:pt x="8335681" y="9822"/>
                  </a:lnTo>
                  <a:lnTo>
                    <a:pt x="8335808" y="9822"/>
                  </a:lnTo>
                  <a:lnTo>
                    <a:pt x="8335934" y="9822"/>
                  </a:lnTo>
                  <a:lnTo>
                    <a:pt x="8336060" y="9822"/>
                  </a:lnTo>
                  <a:lnTo>
                    <a:pt x="8336186" y="9822"/>
                  </a:lnTo>
                  <a:lnTo>
                    <a:pt x="8336313" y="9822"/>
                  </a:lnTo>
                  <a:lnTo>
                    <a:pt x="8336439" y="9822"/>
                  </a:lnTo>
                  <a:lnTo>
                    <a:pt x="8336565" y="9822"/>
                  </a:lnTo>
                  <a:lnTo>
                    <a:pt x="8336691" y="9822"/>
                  </a:lnTo>
                  <a:lnTo>
                    <a:pt x="8336818" y="9822"/>
                  </a:lnTo>
                  <a:lnTo>
                    <a:pt x="8336944" y="9822"/>
                  </a:lnTo>
                  <a:lnTo>
                    <a:pt x="8337070" y="9822"/>
                  </a:lnTo>
                  <a:lnTo>
                    <a:pt x="8337196" y="9822"/>
                  </a:lnTo>
                  <a:lnTo>
                    <a:pt x="8337323" y="9822"/>
                  </a:lnTo>
                  <a:lnTo>
                    <a:pt x="8337449" y="9822"/>
                  </a:lnTo>
                  <a:lnTo>
                    <a:pt x="8337575" y="9822"/>
                  </a:lnTo>
                  <a:lnTo>
                    <a:pt x="8337701" y="9822"/>
                  </a:lnTo>
                  <a:lnTo>
                    <a:pt x="8337828" y="9822"/>
                  </a:lnTo>
                  <a:lnTo>
                    <a:pt x="8337954" y="9822"/>
                  </a:lnTo>
                  <a:lnTo>
                    <a:pt x="8338080" y="9822"/>
                  </a:lnTo>
                  <a:lnTo>
                    <a:pt x="8338206" y="9822"/>
                  </a:lnTo>
                  <a:lnTo>
                    <a:pt x="8338333" y="9822"/>
                  </a:lnTo>
                  <a:lnTo>
                    <a:pt x="8338459" y="9822"/>
                  </a:lnTo>
                  <a:lnTo>
                    <a:pt x="8338585" y="9822"/>
                  </a:lnTo>
                  <a:lnTo>
                    <a:pt x="8338711" y="9822"/>
                  </a:lnTo>
                  <a:lnTo>
                    <a:pt x="8338838" y="9822"/>
                  </a:lnTo>
                  <a:lnTo>
                    <a:pt x="8338964" y="9822"/>
                  </a:lnTo>
                  <a:lnTo>
                    <a:pt x="8339090" y="9822"/>
                  </a:lnTo>
                  <a:lnTo>
                    <a:pt x="8339216" y="9822"/>
                  </a:lnTo>
                  <a:lnTo>
                    <a:pt x="8339343" y="9822"/>
                  </a:lnTo>
                  <a:lnTo>
                    <a:pt x="8339469" y="9822"/>
                  </a:lnTo>
                  <a:lnTo>
                    <a:pt x="8339595" y="9822"/>
                  </a:lnTo>
                  <a:lnTo>
                    <a:pt x="8339721" y="9822"/>
                  </a:lnTo>
                  <a:lnTo>
                    <a:pt x="8339848" y="9822"/>
                  </a:lnTo>
                  <a:lnTo>
                    <a:pt x="8339974" y="9822"/>
                  </a:lnTo>
                  <a:lnTo>
                    <a:pt x="8340100" y="9822"/>
                  </a:lnTo>
                  <a:lnTo>
                    <a:pt x="8340227" y="9822"/>
                  </a:lnTo>
                  <a:lnTo>
                    <a:pt x="8340353" y="9822"/>
                  </a:lnTo>
                  <a:lnTo>
                    <a:pt x="8340479" y="9822"/>
                  </a:lnTo>
                  <a:lnTo>
                    <a:pt x="8340605" y="9822"/>
                  </a:lnTo>
                  <a:lnTo>
                    <a:pt x="8340732" y="9822"/>
                  </a:lnTo>
                  <a:lnTo>
                    <a:pt x="8340858" y="9822"/>
                  </a:lnTo>
                  <a:lnTo>
                    <a:pt x="8340984" y="9822"/>
                  </a:lnTo>
                  <a:lnTo>
                    <a:pt x="8341110" y="9822"/>
                  </a:lnTo>
                  <a:lnTo>
                    <a:pt x="8341237" y="9822"/>
                  </a:lnTo>
                  <a:lnTo>
                    <a:pt x="8341363" y="9822"/>
                  </a:lnTo>
                  <a:lnTo>
                    <a:pt x="8341489" y="9822"/>
                  </a:lnTo>
                  <a:lnTo>
                    <a:pt x="8341615" y="9822"/>
                  </a:lnTo>
                  <a:lnTo>
                    <a:pt x="8341742" y="9822"/>
                  </a:lnTo>
                  <a:lnTo>
                    <a:pt x="8341868" y="9822"/>
                  </a:lnTo>
                  <a:lnTo>
                    <a:pt x="8341994" y="9822"/>
                  </a:lnTo>
                  <a:lnTo>
                    <a:pt x="8342120" y="9822"/>
                  </a:lnTo>
                  <a:lnTo>
                    <a:pt x="8342247" y="9822"/>
                  </a:lnTo>
                  <a:lnTo>
                    <a:pt x="8342373" y="9822"/>
                  </a:lnTo>
                  <a:lnTo>
                    <a:pt x="8342499" y="9822"/>
                  </a:lnTo>
                  <a:lnTo>
                    <a:pt x="8342625" y="9822"/>
                  </a:lnTo>
                  <a:lnTo>
                    <a:pt x="8342752" y="9822"/>
                  </a:lnTo>
                  <a:lnTo>
                    <a:pt x="8342878" y="9822"/>
                  </a:lnTo>
                  <a:lnTo>
                    <a:pt x="8343004" y="9822"/>
                  </a:lnTo>
                  <a:lnTo>
                    <a:pt x="8343130" y="9822"/>
                  </a:lnTo>
                  <a:lnTo>
                    <a:pt x="8343257" y="9822"/>
                  </a:lnTo>
                  <a:lnTo>
                    <a:pt x="8343383" y="9822"/>
                  </a:lnTo>
                  <a:lnTo>
                    <a:pt x="8343509" y="9822"/>
                  </a:lnTo>
                  <a:lnTo>
                    <a:pt x="8343635" y="9822"/>
                  </a:lnTo>
                  <a:lnTo>
                    <a:pt x="8343762" y="9822"/>
                  </a:lnTo>
                  <a:lnTo>
                    <a:pt x="8343888" y="9822"/>
                  </a:lnTo>
                  <a:lnTo>
                    <a:pt x="8344014" y="9822"/>
                  </a:lnTo>
                  <a:lnTo>
                    <a:pt x="8344140" y="9822"/>
                  </a:lnTo>
                  <a:lnTo>
                    <a:pt x="8344267" y="9822"/>
                  </a:lnTo>
                  <a:lnTo>
                    <a:pt x="8344393" y="9822"/>
                  </a:lnTo>
                  <a:lnTo>
                    <a:pt x="8344519" y="9822"/>
                  </a:lnTo>
                  <a:lnTo>
                    <a:pt x="8344645" y="9822"/>
                  </a:lnTo>
                  <a:lnTo>
                    <a:pt x="8344772" y="9822"/>
                  </a:lnTo>
                  <a:lnTo>
                    <a:pt x="8344898" y="9822"/>
                  </a:lnTo>
                  <a:lnTo>
                    <a:pt x="8345024" y="9822"/>
                  </a:lnTo>
                  <a:lnTo>
                    <a:pt x="8345150" y="9822"/>
                  </a:lnTo>
                  <a:lnTo>
                    <a:pt x="8345277" y="9822"/>
                  </a:lnTo>
                  <a:lnTo>
                    <a:pt x="8345403" y="9822"/>
                  </a:lnTo>
                  <a:lnTo>
                    <a:pt x="8345529" y="9822"/>
                  </a:lnTo>
                  <a:lnTo>
                    <a:pt x="8345656" y="9822"/>
                  </a:lnTo>
                  <a:lnTo>
                    <a:pt x="8345782" y="9822"/>
                  </a:lnTo>
                  <a:lnTo>
                    <a:pt x="8345908" y="9822"/>
                  </a:lnTo>
                  <a:lnTo>
                    <a:pt x="8346034" y="9822"/>
                  </a:lnTo>
                  <a:lnTo>
                    <a:pt x="8346161" y="9822"/>
                  </a:lnTo>
                  <a:lnTo>
                    <a:pt x="8346287" y="9822"/>
                  </a:lnTo>
                  <a:lnTo>
                    <a:pt x="8346413" y="9822"/>
                  </a:lnTo>
                  <a:lnTo>
                    <a:pt x="8346539" y="9822"/>
                  </a:lnTo>
                  <a:lnTo>
                    <a:pt x="8346666" y="9822"/>
                  </a:lnTo>
                  <a:lnTo>
                    <a:pt x="8346792" y="9822"/>
                  </a:lnTo>
                  <a:lnTo>
                    <a:pt x="8346918" y="9822"/>
                  </a:lnTo>
                  <a:lnTo>
                    <a:pt x="8347044" y="9822"/>
                  </a:lnTo>
                  <a:lnTo>
                    <a:pt x="8347171" y="9822"/>
                  </a:lnTo>
                  <a:lnTo>
                    <a:pt x="8347297" y="9822"/>
                  </a:lnTo>
                  <a:lnTo>
                    <a:pt x="8347423" y="9822"/>
                  </a:lnTo>
                  <a:lnTo>
                    <a:pt x="8347549" y="9822"/>
                  </a:lnTo>
                  <a:lnTo>
                    <a:pt x="8347676" y="9822"/>
                  </a:lnTo>
                  <a:lnTo>
                    <a:pt x="8347802" y="9822"/>
                  </a:lnTo>
                  <a:lnTo>
                    <a:pt x="8347928" y="9822"/>
                  </a:lnTo>
                  <a:lnTo>
                    <a:pt x="8348054" y="9822"/>
                  </a:lnTo>
                  <a:lnTo>
                    <a:pt x="8348181" y="9822"/>
                  </a:lnTo>
                  <a:lnTo>
                    <a:pt x="8348307" y="9822"/>
                  </a:lnTo>
                  <a:lnTo>
                    <a:pt x="8348433" y="9822"/>
                  </a:lnTo>
                  <a:lnTo>
                    <a:pt x="8348559" y="9822"/>
                  </a:lnTo>
                  <a:lnTo>
                    <a:pt x="8348686" y="9822"/>
                  </a:lnTo>
                  <a:lnTo>
                    <a:pt x="8348812" y="9822"/>
                  </a:lnTo>
                  <a:lnTo>
                    <a:pt x="8348938" y="9822"/>
                  </a:lnTo>
                  <a:lnTo>
                    <a:pt x="8349064" y="9822"/>
                  </a:lnTo>
                  <a:lnTo>
                    <a:pt x="8349191" y="9822"/>
                  </a:lnTo>
                  <a:lnTo>
                    <a:pt x="8349317" y="9822"/>
                  </a:lnTo>
                  <a:lnTo>
                    <a:pt x="8349443" y="9822"/>
                  </a:lnTo>
                  <a:lnTo>
                    <a:pt x="8349569" y="9822"/>
                  </a:lnTo>
                  <a:lnTo>
                    <a:pt x="8349696" y="9822"/>
                  </a:lnTo>
                  <a:lnTo>
                    <a:pt x="8349822" y="9822"/>
                  </a:lnTo>
                  <a:lnTo>
                    <a:pt x="8349948" y="9822"/>
                  </a:lnTo>
                  <a:lnTo>
                    <a:pt x="8350074" y="9822"/>
                  </a:lnTo>
                  <a:lnTo>
                    <a:pt x="8350201" y="9822"/>
                  </a:lnTo>
                  <a:lnTo>
                    <a:pt x="8350327" y="9822"/>
                  </a:lnTo>
                  <a:lnTo>
                    <a:pt x="8350453" y="9822"/>
                  </a:lnTo>
                  <a:lnTo>
                    <a:pt x="8350580" y="9822"/>
                  </a:lnTo>
                  <a:lnTo>
                    <a:pt x="8350706" y="9822"/>
                  </a:lnTo>
                  <a:lnTo>
                    <a:pt x="8350832" y="9822"/>
                  </a:lnTo>
                  <a:lnTo>
                    <a:pt x="8350958" y="9822"/>
                  </a:lnTo>
                  <a:lnTo>
                    <a:pt x="8351085" y="9822"/>
                  </a:lnTo>
                  <a:lnTo>
                    <a:pt x="8351211" y="9822"/>
                  </a:lnTo>
                  <a:lnTo>
                    <a:pt x="8351337" y="9822"/>
                  </a:lnTo>
                  <a:lnTo>
                    <a:pt x="8351463" y="9822"/>
                  </a:lnTo>
                  <a:lnTo>
                    <a:pt x="8351590" y="9822"/>
                  </a:lnTo>
                  <a:lnTo>
                    <a:pt x="8351716" y="9822"/>
                  </a:lnTo>
                  <a:lnTo>
                    <a:pt x="8351842" y="9822"/>
                  </a:lnTo>
                  <a:lnTo>
                    <a:pt x="8351968" y="9822"/>
                  </a:lnTo>
                  <a:lnTo>
                    <a:pt x="8352095" y="9822"/>
                  </a:lnTo>
                  <a:lnTo>
                    <a:pt x="8352221" y="9822"/>
                  </a:lnTo>
                  <a:lnTo>
                    <a:pt x="8352347" y="9822"/>
                  </a:lnTo>
                  <a:lnTo>
                    <a:pt x="8352473" y="9822"/>
                  </a:lnTo>
                  <a:lnTo>
                    <a:pt x="8352600" y="9822"/>
                  </a:lnTo>
                  <a:lnTo>
                    <a:pt x="8352726" y="9822"/>
                  </a:lnTo>
                  <a:lnTo>
                    <a:pt x="8352852" y="9822"/>
                  </a:lnTo>
                  <a:lnTo>
                    <a:pt x="8352978" y="9822"/>
                  </a:lnTo>
                  <a:lnTo>
                    <a:pt x="8353105" y="9822"/>
                  </a:lnTo>
                  <a:lnTo>
                    <a:pt x="8353231" y="9822"/>
                  </a:lnTo>
                  <a:lnTo>
                    <a:pt x="8353357" y="9822"/>
                  </a:lnTo>
                  <a:lnTo>
                    <a:pt x="8353483" y="9822"/>
                  </a:lnTo>
                  <a:lnTo>
                    <a:pt x="8353610" y="9822"/>
                  </a:lnTo>
                  <a:lnTo>
                    <a:pt x="8353736" y="9822"/>
                  </a:lnTo>
                  <a:lnTo>
                    <a:pt x="8353862" y="9822"/>
                  </a:lnTo>
                  <a:lnTo>
                    <a:pt x="8353988" y="9822"/>
                  </a:lnTo>
                  <a:lnTo>
                    <a:pt x="8354115" y="9822"/>
                  </a:lnTo>
                  <a:lnTo>
                    <a:pt x="8354241" y="9822"/>
                  </a:lnTo>
                  <a:lnTo>
                    <a:pt x="8354367" y="9822"/>
                  </a:lnTo>
                  <a:lnTo>
                    <a:pt x="8354493" y="9822"/>
                  </a:lnTo>
                  <a:lnTo>
                    <a:pt x="8354620" y="9822"/>
                  </a:lnTo>
                  <a:lnTo>
                    <a:pt x="8354746" y="9822"/>
                  </a:lnTo>
                  <a:lnTo>
                    <a:pt x="8354872" y="9822"/>
                  </a:lnTo>
                  <a:lnTo>
                    <a:pt x="8354998" y="9822"/>
                  </a:lnTo>
                  <a:lnTo>
                    <a:pt x="8355125" y="9822"/>
                  </a:lnTo>
                  <a:lnTo>
                    <a:pt x="8355251" y="9822"/>
                  </a:lnTo>
                  <a:lnTo>
                    <a:pt x="8355377" y="9822"/>
                  </a:lnTo>
                  <a:lnTo>
                    <a:pt x="8355503" y="9822"/>
                  </a:lnTo>
                  <a:lnTo>
                    <a:pt x="8355630" y="9822"/>
                  </a:lnTo>
                  <a:lnTo>
                    <a:pt x="8355756" y="9822"/>
                  </a:lnTo>
                  <a:lnTo>
                    <a:pt x="8355882" y="9822"/>
                  </a:lnTo>
                  <a:lnTo>
                    <a:pt x="8356009" y="9822"/>
                  </a:lnTo>
                  <a:lnTo>
                    <a:pt x="8356135" y="9822"/>
                  </a:lnTo>
                  <a:lnTo>
                    <a:pt x="8356261" y="9822"/>
                  </a:lnTo>
                  <a:lnTo>
                    <a:pt x="8356387" y="9822"/>
                  </a:lnTo>
                  <a:lnTo>
                    <a:pt x="8356514" y="9822"/>
                  </a:lnTo>
                  <a:lnTo>
                    <a:pt x="8356640" y="9822"/>
                  </a:lnTo>
                  <a:lnTo>
                    <a:pt x="8356766" y="9822"/>
                  </a:lnTo>
                  <a:lnTo>
                    <a:pt x="8356892" y="9822"/>
                  </a:lnTo>
                  <a:lnTo>
                    <a:pt x="8357019" y="9822"/>
                  </a:lnTo>
                  <a:lnTo>
                    <a:pt x="8357145" y="9822"/>
                  </a:lnTo>
                  <a:lnTo>
                    <a:pt x="8357271" y="9822"/>
                  </a:lnTo>
                  <a:lnTo>
                    <a:pt x="8357397" y="9822"/>
                  </a:lnTo>
                  <a:lnTo>
                    <a:pt x="8357524" y="9822"/>
                  </a:lnTo>
                  <a:lnTo>
                    <a:pt x="8357650" y="9822"/>
                  </a:lnTo>
                  <a:lnTo>
                    <a:pt x="8357776" y="9822"/>
                  </a:lnTo>
                  <a:lnTo>
                    <a:pt x="8357902" y="9822"/>
                  </a:lnTo>
                  <a:lnTo>
                    <a:pt x="8358029" y="9822"/>
                  </a:lnTo>
                  <a:lnTo>
                    <a:pt x="8358155" y="9822"/>
                  </a:lnTo>
                  <a:lnTo>
                    <a:pt x="8358281" y="9822"/>
                  </a:lnTo>
                  <a:lnTo>
                    <a:pt x="8358407" y="9822"/>
                  </a:lnTo>
                  <a:lnTo>
                    <a:pt x="8358534" y="9822"/>
                  </a:lnTo>
                  <a:lnTo>
                    <a:pt x="8358660" y="9822"/>
                  </a:lnTo>
                  <a:lnTo>
                    <a:pt x="8358786" y="9822"/>
                  </a:lnTo>
                  <a:lnTo>
                    <a:pt x="8358912" y="9822"/>
                  </a:lnTo>
                  <a:lnTo>
                    <a:pt x="8359039" y="9822"/>
                  </a:lnTo>
                  <a:lnTo>
                    <a:pt x="8359165" y="9822"/>
                  </a:lnTo>
                  <a:lnTo>
                    <a:pt x="8359291" y="9822"/>
                  </a:lnTo>
                  <a:lnTo>
                    <a:pt x="8359417" y="9822"/>
                  </a:lnTo>
                  <a:lnTo>
                    <a:pt x="8359544" y="9822"/>
                  </a:lnTo>
                  <a:lnTo>
                    <a:pt x="8359670" y="9822"/>
                  </a:lnTo>
                  <a:lnTo>
                    <a:pt x="8359796" y="9822"/>
                  </a:lnTo>
                  <a:lnTo>
                    <a:pt x="8359922" y="9822"/>
                  </a:lnTo>
                  <a:lnTo>
                    <a:pt x="8360049" y="9822"/>
                  </a:lnTo>
                  <a:lnTo>
                    <a:pt x="8360175" y="9822"/>
                  </a:lnTo>
                  <a:lnTo>
                    <a:pt x="8360301" y="9822"/>
                  </a:lnTo>
                  <a:lnTo>
                    <a:pt x="8360427" y="9822"/>
                  </a:lnTo>
                  <a:lnTo>
                    <a:pt x="8360554" y="9822"/>
                  </a:lnTo>
                  <a:lnTo>
                    <a:pt x="8360680" y="9822"/>
                  </a:lnTo>
                  <a:lnTo>
                    <a:pt x="8360806" y="9822"/>
                  </a:lnTo>
                  <a:lnTo>
                    <a:pt x="8360933" y="9822"/>
                  </a:lnTo>
                  <a:lnTo>
                    <a:pt x="8361059" y="9822"/>
                  </a:lnTo>
                  <a:lnTo>
                    <a:pt x="8361185" y="9822"/>
                  </a:lnTo>
                  <a:lnTo>
                    <a:pt x="8361311" y="9822"/>
                  </a:lnTo>
                  <a:lnTo>
                    <a:pt x="8361438" y="9822"/>
                  </a:lnTo>
                  <a:lnTo>
                    <a:pt x="8361564" y="9822"/>
                  </a:lnTo>
                  <a:lnTo>
                    <a:pt x="8361690" y="9822"/>
                  </a:lnTo>
                  <a:lnTo>
                    <a:pt x="8361816" y="9822"/>
                  </a:lnTo>
                  <a:lnTo>
                    <a:pt x="8361943" y="9822"/>
                  </a:lnTo>
                  <a:lnTo>
                    <a:pt x="8362069" y="9822"/>
                  </a:lnTo>
                  <a:lnTo>
                    <a:pt x="8362195" y="9822"/>
                  </a:lnTo>
                  <a:lnTo>
                    <a:pt x="8362321" y="9822"/>
                  </a:lnTo>
                  <a:lnTo>
                    <a:pt x="8362448" y="9822"/>
                  </a:lnTo>
                  <a:lnTo>
                    <a:pt x="8362574" y="9822"/>
                  </a:lnTo>
                  <a:lnTo>
                    <a:pt x="8362700" y="9822"/>
                  </a:lnTo>
                  <a:lnTo>
                    <a:pt x="8362826" y="9822"/>
                  </a:lnTo>
                  <a:lnTo>
                    <a:pt x="8362953" y="9822"/>
                  </a:lnTo>
                  <a:lnTo>
                    <a:pt x="8363079" y="9822"/>
                  </a:lnTo>
                  <a:lnTo>
                    <a:pt x="8363205" y="9822"/>
                  </a:lnTo>
                  <a:lnTo>
                    <a:pt x="8363331" y="9822"/>
                  </a:lnTo>
                  <a:lnTo>
                    <a:pt x="8363458" y="9822"/>
                  </a:lnTo>
                  <a:lnTo>
                    <a:pt x="8363584" y="9822"/>
                  </a:lnTo>
                  <a:lnTo>
                    <a:pt x="8363710" y="9822"/>
                  </a:lnTo>
                  <a:lnTo>
                    <a:pt x="8363836" y="9822"/>
                  </a:lnTo>
                  <a:lnTo>
                    <a:pt x="8363963" y="9822"/>
                  </a:lnTo>
                  <a:lnTo>
                    <a:pt x="8364089" y="9822"/>
                  </a:lnTo>
                  <a:lnTo>
                    <a:pt x="8364215" y="9822"/>
                  </a:lnTo>
                  <a:lnTo>
                    <a:pt x="8364341" y="9822"/>
                  </a:lnTo>
                  <a:lnTo>
                    <a:pt x="8364468" y="9822"/>
                  </a:lnTo>
                  <a:lnTo>
                    <a:pt x="8364594" y="9822"/>
                  </a:lnTo>
                  <a:lnTo>
                    <a:pt x="8364720" y="9822"/>
                  </a:lnTo>
                  <a:lnTo>
                    <a:pt x="8364846" y="9822"/>
                  </a:lnTo>
                  <a:lnTo>
                    <a:pt x="8364973" y="9822"/>
                  </a:lnTo>
                  <a:lnTo>
                    <a:pt x="8365099" y="9822"/>
                  </a:lnTo>
                  <a:lnTo>
                    <a:pt x="8365225" y="9822"/>
                  </a:lnTo>
                  <a:lnTo>
                    <a:pt x="8365351" y="9822"/>
                  </a:lnTo>
                  <a:lnTo>
                    <a:pt x="8365478" y="9822"/>
                  </a:lnTo>
                  <a:lnTo>
                    <a:pt x="8365604" y="9822"/>
                  </a:lnTo>
                  <a:lnTo>
                    <a:pt x="8365730" y="9822"/>
                  </a:lnTo>
                  <a:lnTo>
                    <a:pt x="8365856" y="9822"/>
                  </a:lnTo>
                  <a:lnTo>
                    <a:pt x="8365983" y="9822"/>
                  </a:lnTo>
                  <a:lnTo>
                    <a:pt x="8366109" y="9822"/>
                  </a:lnTo>
                  <a:lnTo>
                    <a:pt x="8366235" y="9822"/>
                  </a:lnTo>
                  <a:lnTo>
                    <a:pt x="8366362" y="9822"/>
                  </a:lnTo>
                  <a:lnTo>
                    <a:pt x="8366488" y="9822"/>
                  </a:lnTo>
                  <a:lnTo>
                    <a:pt x="8366614" y="9822"/>
                  </a:lnTo>
                  <a:lnTo>
                    <a:pt x="8366740" y="9822"/>
                  </a:lnTo>
                  <a:lnTo>
                    <a:pt x="8366867" y="9822"/>
                  </a:lnTo>
                  <a:lnTo>
                    <a:pt x="8366993" y="9822"/>
                  </a:lnTo>
                  <a:lnTo>
                    <a:pt x="8367119" y="9822"/>
                  </a:lnTo>
                  <a:lnTo>
                    <a:pt x="8367245" y="9822"/>
                  </a:lnTo>
                  <a:lnTo>
                    <a:pt x="8367372" y="9822"/>
                  </a:lnTo>
                  <a:lnTo>
                    <a:pt x="8367498" y="9822"/>
                  </a:lnTo>
                  <a:lnTo>
                    <a:pt x="8367624" y="9822"/>
                  </a:lnTo>
                  <a:lnTo>
                    <a:pt x="8367750" y="9822"/>
                  </a:lnTo>
                  <a:lnTo>
                    <a:pt x="8367877" y="9822"/>
                  </a:lnTo>
                  <a:lnTo>
                    <a:pt x="8368003" y="9822"/>
                  </a:lnTo>
                  <a:lnTo>
                    <a:pt x="8368129" y="9822"/>
                  </a:lnTo>
                  <a:lnTo>
                    <a:pt x="8368255" y="9822"/>
                  </a:lnTo>
                  <a:lnTo>
                    <a:pt x="8368382" y="9822"/>
                  </a:lnTo>
                  <a:lnTo>
                    <a:pt x="8368508" y="9822"/>
                  </a:lnTo>
                  <a:lnTo>
                    <a:pt x="8368634" y="9822"/>
                  </a:lnTo>
                  <a:lnTo>
                    <a:pt x="8368760" y="9822"/>
                  </a:lnTo>
                  <a:lnTo>
                    <a:pt x="8368887" y="9822"/>
                  </a:lnTo>
                  <a:lnTo>
                    <a:pt x="8369013" y="9822"/>
                  </a:lnTo>
                  <a:lnTo>
                    <a:pt x="8369139" y="9822"/>
                  </a:lnTo>
                  <a:lnTo>
                    <a:pt x="8369265" y="9822"/>
                  </a:lnTo>
                  <a:lnTo>
                    <a:pt x="8369392" y="9822"/>
                  </a:lnTo>
                  <a:lnTo>
                    <a:pt x="8369518" y="9822"/>
                  </a:lnTo>
                  <a:lnTo>
                    <a:pt x="8369644" y="9822"/>
                  </a:lnTo>
                  <a:lnTo>
                    <a:pt x="8369770" y="9822"/>
                  </a:lnTo>
                  <a:lnTo>
                    <a:pt x="8369897" y="9822"/>
                  </a:lnTo>
                  <a:lnTo>
                    <a:pt x="8370023" y="9822"/>
                  </a:lnTo>
                  <a:lnTo>
                    <a:pt x="8370149" y="9822"/>
                  </a:lnTo>
                  <a:lnTo>
                    <a:pt x="8370275" y="9822"/>
                  </a:lnTo>
                  <a:lnTo>
                    <a:pt x="8370402" y="9822"/>
                  </a:lnTo>
                  <a:lnTo>
                    <a:pt x="8370528" y="9822"/>
                  </a:lnTo>
                  <a:lnTo>
                    <a:pt x="8370654" y="9822"/>
                  </a:lnTo>
                  <a:lnTo>
                    <a:pt x="8370780" y="9822"/>
                  </a:lnTo>
                  <a:lnTo>
                    <a:pt x="8370907" y="9822"/>
                  </a:lnTo>
                  <a:lnTo>
                    <a:pt x="8371033" y="9822"/>
                  </a:lnTo>
                  <a:lnTo>
                    <a:pt x="8371159" y="9822"/>
                  </a:lnTo>
                  <a:lnTo>
                    <a:pt x="8371286" y="9822"/>
                  </a:lnTo>
                  <a:lnTo>
                    <a:pt x="8371412" y="9822"/>
                  </a:lnTo>
                  <a:lnTo>
                    <a:pt x="8371538" y="9822"/>
                  </a:lnTo>
                  <a:lnTo>
                    <a:pt x="8371664" y="9822"/>
                  </a:lnTo>
                  <a:lnTo>
                    <a:pt x="8371791" y="9822"/>
                  </a:lnTo>
                  <a:lnTo>
                    <a:pt x="8371917" y="9822"/>
                  </a:lnTo>
                  <a:lnTo>
                    <a:pt x="8372043" y="9822"/>
                  </a:lnTo>
                  <a:lnTo>
                    <a:pt x="8372169" y="9822"/>
                  </a:lnTo>
                  <a:lnTo>
                    <a:pt x="8372296" y="9822"/>
                  </a:lnTo>
                  <a:lnTo>
                    <a:pt x="8372422" y="9822"/>
                  </a:lnTo>
                  <a:lnTo>
                    <a:pt x="8372548" y="9822"/>
                  </a:lnTo>
                  <a:lnTo>
                    <a:pt x="8372674" y="9822"/>
                  </a:lnTo>
                  <a:lnTo>
                    <a:pt x="8372801" y="9822"/>
                  </a:lnTo>
                  <a:lnTo>
                    <a:pt x="8372927" y="9822"/>
                  </a:lnTo>
                  <a:lnTo>
                    <a:pt x="8373053" y="9822"/>
                  </a:lnTo>
                  <a:lnTo>
                    <a:pt x="8373179" y="9822"/>
                  </a:lnTo>
                  <a:lnTo>
                    <a:pt x="8373306" y="9822"/>
                  </a:lnTo>
                  <a:lnTo>
                    <a:pt x="8373432" y="9822"/>
                  </a:lnTo>
                  <a:lnTo>
                    <a:pt x="8373558" y="9822"/>
                  </a:lnTo>
                  <a:lnTo>
                    <a:pt x="8373684" y="9822"/>
                  </a:lnTo>
                  <a:lnTo>
                    <a:pt x="8373811" y="9822"/>
                  </a:lnTo>
                  <a:lnTo>
                    <a:pt x="8373937" y="9822"/>
                  </a:lnTo>
                  <a:lnTo>
                    <a:pt x="8374063" y="9822"/>
                  </a:lnTo>
                  <a:lnTo>
                    <a:pt x="8374189" y="9822"/>
                  </a:lnTo>
                  <a:lnTo>
                    <a:pt x="8374316" y="9822"/>
                  </a:lnTo>
                  <a:lnTo>
                    <a:pt x="8374442" y="9822"/>
                  </a:lnTo>
                  <a:lnTo>
                    <a:pt x="8374568" y="9822"/>
                  </a:lnTo>
                  <a:lnTo>
                    <a:pt x="8374694" y="9822"/>
                  </a:lnTo>
                  <a:lnTo>
                    <a:pt x="8374821" y="9822"/>
                  </a:lnTo>
                  <a:lnTo>
                    <a:pt x="8374947" y="9822"/>
                  </a:lnTo>
                  <a:lnTo>
                    <a:pt x="8375073" y="9822"/>
                  </a:lnTo>
                  <a:lnTo>
                    <a:pt x="8375199" y="9822"/>
                  </a:lnTo>
                  <a:lnTo>
                    <a:pt x="8375326" y="9822"/>
                  </a:lnTo>
                  <a:lnTo>
                    <a:pt x="8375452" y="9822"/>
                  </a:lnTo>
                  <a:lnTo>
                    <a:pt x="8375578" y="9822"/>
                  </a:lnTo>
                  <a:lnTo>
                    <a:pt x="8375704" y="9822"/>
                  </a:lnTo>
                  <a:lnTo>
                    <a:pt x="8375831" y="9822"/>
                  </a:lnTo>
                  <a:lnTo>
                    <a:pt x="8375957" y="9822"/>
                  </a:lnTo>
                  <a:lnTo>
                    <a:pt x="8376083" y="9822"/>
                  </a:lnTo>
                  <a:lnTo>
                    <a:pt x="8376210" y="9822"/>
                  </a:lnTo>
                  <a:lnTo>
                    <a:pt x="8376336" y="9822"/>
                  </a:lnTo>
                  <a:lnTo>
                    <a:pt x="8376462" y="9822"/>
                  </a:lnTo>
                  <a:lnTo>
                    <a:pt x="8376588" y="9822"/>
                  </a:lnTo>
                  <a:lnTo>
                    <a:pt x="8376715" y="9822"/>
                  </a:lnTo>
                  <a:lnTo>
                    <a:pt x="8376841" y="9822"/>
                  </a:lnTo>
                  <a:lnTo>
                    <a:pt x="8376967" y="9822"/>
                  </a:lnTo>
                  <a:lnTo>
                    <a:pt x="8377093" y="9822"/>
                  </a:lnTo>
                  <a:lnTo>
                    <a:pt x="8377220" y="9822"/>
                  </a:lnTo>
                  <a:lnTo>
                    <a:pt x="8377346" y="9822"/>
                  </a:lnTo>
                  <a:lnTo>
                    <a:pt x="8377472" y="9822"/>
                  </a:lnTo>
                  <a:lnTo>
                    <a:pt x="8377598" y="9822"/>
                  </a:lnTo>
                  <a:lnTo>
                    <a:pt x="8377725" y="9822"/>
                  </a:lnTo>
                  <a:lnTo>
                    <a:pt x="8377851" y="9822"/>
                  </a:lnTo>
                  <a:lnTo>
                    <a:pt x="8377977" y="9822"/>
                  </a:lnTo>
                  <a:lnTo>
                    <a:pt x="8378103" y="9822"/>
                  </a:lnTo>
                  <a:lnTo>
                    <a:pt x="8378230" y="9822"/>
                  </a:lnTo>
                  <a:lnTo>
                    <a:pt x="8378356" y="9822"/>
                  </a:lnTo>
                  <a:lnTo>
                    <a:pt x="8378482" y="9822"/>
                  </a:lnTo>
                  <a:lnTo>
                    <a:pt x="8378608" y="9822"/>
                  </a:lnTo>
                  <a:lnTo>
                    <a:pt x="8378735" y="9822"/>
                  </a:lnTo>
                  <a:lnTo>
                    <a:pt x="8378861" y="9822"/>
                  </a:lnTo>
                  <a:lnTo>
                    <a:pt x="8378987" y="9822"/>
                  </a:lnTo>
                  <a:lnTo>
                    <a:pt x="8379113" y="9822"/>
                  </a:lnTo>
                  <a:lnTo>
                    <a:pt x="8379240" y="9822"/>
                  </a:lnTo>
                  <a:lnTo>
                    <a:pt x="8379366" y="9822"/>
                  </a:lnTo>
                  <a:lnTo>
                    <a:pt x="8379492" y="9822"/>
                  </a:lnTo>
                  <a:lnTo>
                    <a:pt x="8379492" y="4911"/>
                  </a:lnTo>
                  <a:lnTo>
                    <a:pt x="8379618" y="4911"/>
                  </a:lnTo>
                  <a:lnTo>
                    <a:pt x="8379745" y="4911"/>
                  </a:lnTo>
                  <a:lnTo>
                    <a:pt x="8379871" y="4911"/>
                  </a:lnTo>
                  <a:lnTo>
                    <a:pt x="8379997" y="4911"/>
                  </a:lnTo>
                  <a:lnTo>
                    <a:pt x="8380123" y="4911"/>
                  </a:lnTo>
                  <a:lnTo>
                    <a:pt x="8380250" y="4911"/>
                  </a:lnTo>
                  <a:lnTo>
                    <a:pt x="8380376" y="4911"/>
                  </a:lnTo>
                  <a:lnTo>
                    <a:pt x="8380502" y="4911"/>
                  </a:lnTo>
                  <a:lnTo>
                    <a:pt x="8380628" y="4911"/>
                  </a:lnTo>
                  <a:lnTo>
                    <a:pt x="8380755" y="4911"/>
                  </a:lnTo>
                  <a:lnTo>
                    <a:pt x="8380881" y="4911"/>
                  </a:lnTo>
                  <a:lnTo>
                    <a:pt x="8381007" y="4911"/>
                  </a:lnTo>
                  <a:lnTo>
                    <a:pt x="8381133" y="4911"/>
                  </a:lnTo>
                  <a:lnTo>
                    <a:pt x="8381260" y="4911"/>
                  </a:lnTo>
                  <a:lnTo>
                    <a:pt x="8381386" y="4911"/>
                  </a:lnTo>
                  <a:lnTo>
                    <a:pt x="8381512" y="4911"/>
                  </a:lnTo>
                  <a:lnTo>
                    <a:pt x="8381639" y="4911"/>
                  </a:lnTo>
                  <a:lnTo>
                    <a:pt x="8381765" y="4911"/>
                  </a:lnTo>
                  <a:lnTo>
                    <a:pt x="8381891" y="4911"/>
                  </a:lnTo>
                  <a:lnTo>
                    <a:pt x="8382017" y="4911"/>
                  </a:lnTo>
                  <a:lnTo>
                    <a:pt x="8382144" y="4911"/>
                  </a:lnTo>
                  <a:lnTo>
                    <a:pt x="8382270" y="4911"/>
                  </a:lnTo>
                  <a:lnTo>
                    <a:pt x="8382396" y="4911"/>
                  </a:lnTo>
                  <a:lnTo>
                    <a:pt x="8382522" y="4911"/>
                  </a:lnTo>
                  <a:lnTo>
                    <a:pt x="8382649" y="4911"/>
                  </a:lnTo>
                  <a:lnTo>
                    <a:pt x="8382775" y="4911"/>
                  </a:lnTo>
                  <a:lnTo>
                    <a:pt x="8382901" y="4911"/>
                  </a:lnTo>
                  <a:lnTo>
                    <a:pt x="8383027" y="4911"/>
                  </a:lnTo>
                  <a:lnTo>
                    <a:pt x="8383154" y="4911"/>
                  </a:lnTo>
                  <a:lnTo>
                    <a:pt x="8383280" y="4911"/>
                  </a:lnTo>
                  <a:lnTo>
                    <a:pt x="8383406" y="4911"/>
                  </a:lnTo>
                  <a:lnTo>
                    <a:pt x="8383532" y="4911"/>
                  </a:lnTo>
                  <a:lnTo>
                    <a:pt x="8383659" y="4911"/>
                  </a:lnTo>
                  <a:lnTo>
                    <a:pt x="8383785" y="4911"/>
                  </a:lnTo>
                  <a:lnTo>
                    <a:pt x="8383911" y="4911"/>
                  </a:lnTo>
                  <a:lnTo>
                    <a:pt x="8384037" y="4911"/>
                  </a:lnTo>
                  <a:lnTo>
                    <a:pt x="8384164" y="4911"/>
                  </a:lnTo>
                  <a:lnTo>
                    <a:pt x="8384290" y="4911"/>
                  </a:lnTo>
                  <a:lnTo>
                    <a:pt x="8384416" y="4911"/>
                  </a:lnTo>
                  <a:lnTo>
                    <a:pt x="8384542" y="4911"/>
                  </a:lnTo>
                  <a:lnTo>
                    <a:pt x="8384669" y="4911"/>
                  </a:lnTo>
                  <a:lnTo>
                    <a:pt x="8384795" y="4911"/>
                  </a:lnTo>
                  <a:lnTo>
                    <a:pt x="8384921" y="4911"/>
                  </a:lnTo>
                  <a:lnTo>
                    <a:pt x="8385047" y="4911"/>
                  </a:lnTo>
                  <a:lnTo>
                    <a:pt x="8385174" y="4911"/>
                  </a:lnTo>
                  <a:lnTo>
                    <a:pt x="8385300" y="4911"/>
                  </a:lnTo>
                  <a:lnTo>
                    <a:pt x="8385426" y="4911"/>
                  </a:lnTo>
                  <a:lnTo>
                    <a:pt x="8385552" y="4911"/>
                  </a:lnTo>
                  <a:lnTo>
                    <a:pt x="8385679" y="4911"/>
                  </a:lnTo>
                  <a:lnTo>
                    <a:pt x="8385805" y="4911"/>
                  </a:lnTo>
                  <a:lnTo>
                    <a:pt x="8385931" y="4911"/>
                  </a:lnTo>
                  <a:lnTo>
                    <a:pt x="8386057" y="4911"/>
                  </a:lnTo>
                  <a:lnTo>
                    <a:pt x="8386184" y="4911"/>
                  </a:lnTo>
                  <a:lnTo>
                    <a:pt x="8386310" y="4911"/>
                  </a:lnTo>
                  <a:lnTo>
                    <a:pt x="8386436" y="4911"/>
                  </a:lnTo>
                  <a:lnTo>
                    <a:pt x="8386563" y="4911"/>
                  </a:lnTo>
                  <a:lnTo>
                    <a:pt x="8386689" y="4911"/>
                  </a:lnTo>
                  <a:lnTo>
                    <a:pt x="8386815" y="4911"/>
                  </a:lnTo>
                  <a:lnTo>
                    <a:pt x="8386941" y="4911"/>
                  </a:lnTo>
                  <a:lnTo>
                    <a:pt x="8387068" y="4911"/>
                  </a:lnTo>
                  <a:lnTo>
                    <a:pt x="8387194" y="4911"/>
                  </a:lnTo>
                  <a:lnTo>
                    <a:pt x="8387320" y="4911"/>
                  </a:lnTo>
                  <a:lnTo>
                    <a:pt x="8387446" y="4911"/>
                  </a:lnTo>
                  <a:lnTo>
                    <a:pt x="8387573" y="4911"/>
                  </a:lnTo>
                  <a:lnTo>
                    <a:pt x="8387699" y="4911"/>
                  </a:lnTo>
                  <a:lnTo>
                    <a:pt x="8387825" y="4911"/>
                  </a:lnTo>
                  <a:lnTo>
                    <a:pt x="8387951" y="4911"/>
                  </a:lnTo>
                  <a:lnTo>
                    <a:pt x="8388078" y="4911"/>
                  </a:lnTo>
                  <a:lnTo>
                    <a:pt x="8388204" y="4911"/>
                  </a:lnTo>
                  <a:lnTo>
                    <a:pt x="8388330" y="4911"/>
                  </a:lnTo>
                  <a:lnTo>
                    <a:pt x="8388456" y="4911"/>
                  </a:lnTo>
                  <a:lnTo>
                    <a:pt x="8388583" y="4911"/>
                  </a:lnTo>
                  <a:lnTo>
                    <a:pt x="8388709" y="4911"/>
                  </a:lnTo>
                  <a:lnTo>
                    <a:pt x="8388835" y="4911"/>
                  </a:lnTo>
                  <a:lnTo>
                    <a:pt x="8388961" y="4911"/>
                  </a:lnTo>
                  <a:lnTo>
                    <a:pt x="8389088" y="4911"/>
                  </a:lnTo>
                  <a:lnTo>
                    <a:pt x="8389214" y="4911"/>
                  </a:lnTo>
                  <a:lnTo>
                    <a:pt x="8389340" y="4911"/>
                  </a:lnTo>
                  <a:lnTo>
                    <a:pt x="8389466" y="4911"/>
                  </a:lnTo>
                  <a:lnTo>
                    <a:pt x="8389593" y="4911"/>
                  </a:lnTo>
                  <a:lnTo>
                    <a:pt x="8389719" y="4911"/>
                  </a:lnTo>
                  <a:lnTo>
                    <a:pt x="8389845" y="4911"/>
                  </a:lnTo>
                  <a:lnTo>
                    <a:pt x="8389971" y="4911"/>
                  </a:lnTo>
                  <a:lnTo>
                    <a:pt x="8390098" y="4911"/>
                  </a:lnTo>
                  <a:lnTo>
                    <a:pt x="8390224" y="4911"/>
                  </a:lnTo>
                  <a:lnTo>
                    <a:pt x="8390350" y="4911"/>
                  </a:lnTo>
                  <a:lnTo>
                    <a:pt x="8390476" y="4911"/>
                  </a:lnTo>
                  <a:lnTo>
                    <a:pt x="8390603" y="4911"/>
                  </a:lnTo>
                  <a:lnTo>
                    <a:pt x="8390729" y="4911"/>
                  </a:lnTo>
                  <a:lnTo>
                    <a:pt x="8390855" y="4911"/>
                  </a:lnTo>
                  <a:lnTo>
                    <a:pt x="8390981" y="4911"/>
                  </a:lnTo>
                  <a:lnTo>
                    <a:pt x="8391108" y="4911"/>
                  </a:lnTo>
                  <a:lnTo>
                    <a:pt x="8391234" y="4911"/>
                  </a:lnTo>
                  <a:lnTo>
                    <a:pt x="8391360" y="4911"/>
                  </a:lnTo>
                  <a:lnTo>
                    <a:pt x="8391486" y="4911"/>
                  </a:lnTo>
                  <a:lnTo>
                    <a:pt x="8391613" y="4911"/>
                  </a:lnTo>
                  <a:lnTo>
                    <a:pt x="8391739" y="4911"/>
                  </a:lnTo>
                  <a:lnTo>
                    <a:pt x="8391865" y="4911"/>
                  </a:lnTo>
                  <a:lnTo>
                    <a:pt x="8391992" y="4911"/>
                  </a:lnTo>
                  <a:lnTo>
                    <a:pt x="8392118" y="4911"/>
                  </a:lnTo>
                  <a:lnTo>
                    <a:pt x="8392244" y="4911"/>
                  </a:lnTo>
                  <a:lnTo>
                    <a:pt x="8392370" y="4911"/>
                  </a:lnTo>
                  <a:lnTo>
                    <a:pt x="8392497" y="4911"/>
                  </a:lnTo>
                  <a:lnTo>
                    <a:pt x="8392623" y="4911"/>
                  </a:lnTo>
                  <a:lnTo>
                    <a:pt x="8392749" y="4911"/>
                  </a:lnTo>
                  <a:lnTo>
                    <a:pt x="8392875" y="4911"/>
                  </a:lnTo>
                  <a:lnTo>
                    <a:pt x="8393002" y="4911"/>
                  </a:lnTo>
                  <a:lnTo>
                    <a:pt x="8393128" y="4911"/>
                  </a:lnTo>
                  <a:lnTo>
                    <a:pt x="8393254" y="4911"/>
                  </a:lnTo>
                  <a:lnTo>
                    <a:pt x="8393380" y="4911"/>
                  </a:lnTo>
                  <a:lnTo>
                    <a:pt x="8393507" y="4911"/>
                  </a:lnTo>
                  <a:lnTo>
                    <a:pt x="8393633" y="4911"/>
                  </a:lnTo>
                  <a:lnTo>
                    <a:pt x="8393759" y="4911"/>
                  </a:lnTo>
                  <a:lnTo>
                    <a:pt x="8393885" y="4911"/>
                  </a:lnTo>
                  <a:lnTo>
                    <a:pt x="8394012" y="4911"/>
                  </a:lnTo>
                  <a:lnTo>
                    <a:pt x="8394138" y="4911"/>
                  </a:lnTo>
                  <a:lnTo>
                    <a:pt x="8394264" y="4911"/>
                  </a:lnTo>
                  <a:lnTo>
                    <a:pt x="8394390" y="4911"/>
                  </a:lnTo>
                  <a:lnTo>
                    <a:pt x="8394517" y="4911"/>
                  </a:lnTo>
                  <a:lnTo>
                    <a:pt x="8394643" y="4911"/>
                  </a:lnTo>
                  <a:lnTo>
                    <a:pt x="8394769" y="4911"/>
                  </a:lnTo>
                  <a:lnTo>
                    <a:pt x="8394895" y="4911"/>
                  </a:lnTo>
                  <a:lnTo>
                    <a:pt x="8395022" y="4911"/>
                  </a:lnTo>
                  <a:lnTo>
                    <a:pt x="8395148" y="4911"/>
                  </a:lnTo>
                  <a:lnTo>
                    <a:pt x="8395274" y="4911"/>
                  </a:lnTo>
                  <a:lnTo>
                    <a:pt x="8395400" y="4911"/>
                  </a:lnTo>
                  <a:lnTo>
                    <a:pt x="8395527" y="4911"/>
                  </a:lnTo>
                  <a:lnTo>
                    <a:pt x="8395653" y="4911"/>
                  </a:lnTo>
                  <a:lnTo>
                    <a:pt x="8395779" y="4911"/>
                  </a:lnTo>
                  <a:lnTo>
                    <a:pt x="8395905" y="4911"/>
                  </a:lnTo>
                  <a:lnTo>
                    <a:pt x="8396032" y="4911"/>
                  </a:lnTo>
                  <a:lnTo>
                    <a:pt x="8396158" y="4911"/>
                  </a:lnTo>
                  <a:lnTo>
                    <a:pt x="8396284" y="4911"/>
                  </a:lnTo>
                  <a:lnTo>
                    <a:pt x="8396410" y="4911"/>
                  </a:lnTo>
                  <a:lnTo>
                    <a:pt x="8396537" y="4911"/>
                  </a:lnTo>
                  <a:lnTo>
                    <a:pt x="8396663" y="4911"/>
                  </a:lnTo>
                  <a:lnTo>
                    <a:pt x="8396789" y="4911"/>
                  </a:lnTo>
                  <a:lnTo>
                    <a:pt x="8396916" y="4911"/>
                  </a:lnTo>
                  <a:lnTo>
                    <a:pt x="8397042" y="4911"/>
                  </a:lnTo>
                  <a:lnTo>
                    <a:pt x="8397168" y="4911"/>
                  </a:lnTo>
                  <a:lnTo>
                    <a:pt x="8397294" y="4911"/>
                  </a:lnTo>
                  <a:lnTo>
                    <a:pt x="8397421" y="4911"/>
                  </a:lnTo>
                  <a:lnTo>
                    <a:pt x="8397547" y="4911"/>
                  </a:lnTo>
                  <a:lnTo>
                    <a:pt x="8397673" y="4911"/>
                  </a:lnTo>
                  <a:lnTo>
                    <a:pt x="8397799" y="4911"/>
                  </a:lnTo>
                  <a:lnTo>
                    <a:pt x="8397926" y="4911"/>
                  </a:lnTo>
                  <a:lnTo>
                    <a:pt x="8398052" y="4911"/>
                  </a:lnTo>
                  <a:lnTo>
                    <a:pt x="8398178" y="4911"/>
                  </a:lnTo>
                  <a:lnTo>
                    <a:pt x="8398304" y="4911"/>
                  </a:lnTo>
                  <a:lnTo>
                    <a:pt x="8398431" y="4911"/>
                  </a:lnTo>
                  <a:lnTo>
                    <a:pt x="8398557" y="4911"/>
                  </a:lnTo>
                  <a:lnTo>
                    <a:pt x="8398683" y="4911"/>
                  </a:lnTo>
                  <a:lnTo>
                    <a:pt x="8398809" y="4911"/>
                  </a:lnTo>
                  <a:lnTo>
                    <a:pt x="8398936" y="4911"/>
                  </a:lnTo>
                  <a:lnTo>
                    <a:pt x="8399062" y="4911"/>
                  </a:lnTo>
                  <a:lnTo>
                    <a:pt x="8399188" y="4911"/>
                  </a:lnTo>
                  <a:lnTo>
                    <a:pt x="8399314" y="4911"/>
                  </a:lnTo>
                  <a:lnTo>
                    <a:pt x="8399441" y="4911"/>
                  </a:lnTo>
                  <a:lnTo>
                    <a:pt x="8399567" y="4911"/>
                  </a:lnTo>
                  <a:lnTo>
                    <a:pt x="8399693" y="4911"/>
                  </a:lnTo>
                  <a:lnTo>
                    <a:pt x="8399819" y="4911"/>
                  </a:lnTo>
                  <a:lnTo>
                    <a:pt x="8399946" y="4911"/>
                  </a:lnTo>
                  <a:lnTo>
                    <a:pt x="8400072" y="4911"/>
                  </a:lnTo>
                  <a:lnTo>
                    <a:pt x="8400198" y="4911"/>
                  </a:lnTo>
                  <a:lnTo>
                    <a:pt x="8400324" y="4911"/>
                  </a:lnTo>
                  <a:lnTo>
                    <a:pt x="8400451" y="4911"/>
                  </a:lnTo>
                  <a:lnTo>
                    <a:pt x="8400577" y="4911"/>
                  </a:lnTo>
                  <a:lnTo>
                    <a:pt x="8400703" y="4911"/>
                  </a:lnTo>
                  <a:lnTo>
                    <a:pt x="8400829" y="4911"/>
                  </a:lnTo>
                  <a:lnTo>
                    <a:pt x="8400956" y="4911"/>
                  </a:lnTo>
                  <a:lnTo>
                    <a:pt x="8401082" y="4911"/>
                  </a:lnTo>
                  <a:lnTo>
                    <a:pt x="8401208" y="4911"/>
                  </a:lnTo>
                  <a:lnTo>
                    <a:pt x="8401334" y="4911"/>
                  </a:lnTo>
                  <a:lnTo>
                    <a:pt x="8401461" y="4911"/>
                  </a:lnTo>
                  <a:lnTo>
                    <a:pt x="8401587" y="4911"/>
                  </a:lnTo>
                  <a:lnTo>
                    <a:pt x="8401713" y="4911"/>
                  </a:lnTo>
                  <a:lnTo>
                    <a:pt x="8401839" y="4911"/>
                  </a:lnTo>
                  <a:lnTo>
                    <a:pt x="8401966" y="4911"/>
                  </a:lnTo>
                  <a:lnTo>
                    <a:pt x="8402092" y="4911"/>
                  </a:lnTo>
                  <a:lnTo>
                    <a:pt x="8402218" y="4911"/>
                  </a:lnTo>
                  <a:lnTo>
                    <a:pt x="8402345" y="4911"/>
                  </a:lnTo>
                  <a:lnTo>
                    <a:pt x="8402471" y="4911"/>
                  </a:lnTo>
                  <a:lnTo>
                    <a:pt x="8402597" y="4911"/>
                  </a:lnTo>
                  <a:lnTo>
                    <a:pt x="8402723" y="4911"/>
                  </a:lnTo>
                  <a:lnTo>
                    <a:pt x="8402850" y="4911"/>
                  </a:lnTo>
                  <a:lnTo>
                    <a:pt x="8402976" y="4911"/>
                  </a:lnTo>
                  <a:lnTo>
                    <a:pt x="8403102" y="4911"/>
                  </a:lnTo>
                  <a:lnTo>
                    <a:pt x="8403228" y="4911"/>
                  </a:lnTo>
                  <a:lnTo>
                    <a:pt x="8403355" y="4911"/>
                  </a:lnTo>
                  <a:lnTo>
                    <a:pt x="8403481" y="4911"/>
                  </a:lnTo>
                  <a:lnTo>
                    <a:pt x="8403607" y="4911"/>
                  </a:lnTo>
                  <a:lnTo>
                    <a:pt x="8403733" y="4911"/>
                  </a:lnTo>
                  <a:lnTo>
                    <a:pt x="8403860" y="4911"/>
                  </a:lnTo>
                  <a:lnTo>
                    <a:pt x="8403986" y="4911"/>
                  </a:lnTo>
                  <a:lnTo>
                    <a:pt x="8404112" y="4911"/>
                  </a:lnTo>
                  <a:lnTo>
                    <a:pt x="8404238" y="4911"/>
                  </a:lnTo>
                  <a:lnTo>
                    <a:pt x="8404365" y="4911"/>
                  </a:lnTo>
                  <a:lnTo>
                    <a:pt x="8404491" y="4911"/>
                  </a:lnTo>
                  <a:lnTo>
                    <a:pt x="8404617" y="4911"/>
                  </a:lnTo>
                  <a:lnTo>
                    <a:pt x="8404743" y="4911"/>
                  </a:lnTo>
                  <a:lnTo>
                    <a:pt x="8404870" y="4911"/>
                  </a:lnTo>
                  <a:lnTo>
                    <a:pt x="8404996" y="4911"/>
                  </a:lnTo>
                  <a:lnTo>
                    <a:pt x="8405122" y="4911"/>
                  </a:lnTo>
                  <a:lnTo>
                    <a:pt x="8405248" y="4911"/>
                  </a:lnTo>
                  <a:lnTo>
                    <a:pt x="8405375" y="4911"/>
                  </a:lnTo>
                  <a:lnTo>
                    <a:pt x="8405501" y="4911"/>
                  </a:lnTo>
                  <a:lnTo>
                    <a:pt x="8405627" y="4911"/>
                  </a:lnTo>
                  <a:lnTo>
                    <a:pt x="8405753" y="4911"/>
                  </a:lnTo>
                  <a:lnTo>
                    <a:pt x="8405880" y="4911"/>
                  </a:lnTo>
                  <a:lnTo>
                    <a:pt x="8406006" y="4911"/>
                  </a:lnTo>
                  <a:lnTo>
                    <a:pt x="8406132" y="4911"/>
                  </a:lnTo>
                  <a:lnTo>
                    <a:pt x="8406258" y="4911"/>
                  </a:lnTo>
                  <a:lnTo>
                    <a:pt x="8406385" y="4911"/>
                  </a:lnTo>
                  <a:lnTo>
                    <a:pt x="8406511" y="4911"/>
                  </a:lnTo>
                  <a:lnTo>
                    <a:pt x="8406637" y="4911"/>
                  </a:lnTo>
                  <a:lnTo>
                    <a:pt x="8406763" y="4911"/>
                  </a:lnTo>
                  <a:lnTo>
                    <a:pt x="8406890" y="4911"/>
                  </a:lnTo>
                  <a:lnTo>
                    <a:pt x="8407016" y="4911"/>
                  </a:lnTo>
                  <a:lnTo>
                    <a:pt x="8407142" y="4911"/>
                  </a:lnTo>
                  <a:lnTo>
                    <a:pt x="8407269" y="4911"/>
                  </a:lnTo>
                  <a:lnTo>
                    <a:pt x="8407395" y="4911"/>
                  </a:lnTo>
                  <a:lnTo>
                    <a:pt x="8407521" y="4911"/>
                  </a:lnTo>
                  <a:lnTo>
                    <a:pt x="8407647" y="4911"/>
                  </a:lnTo>
                  <a:lnTo>
                    <a:pt x="8407774" y="4911"/>
                  </a:lnTo>
                  <a:lnTo>
                    <a:pt x="8407900" y="4911"/>
                  </a:lnTo>
                  <a:lnTo>
                    <a:pt x="8408026" y="4911"/>
                  </a:lnTo>
                  <a:lnTo>
                    <a:pt x="8408152" y="4911"/>
                  </a:lnTo>
                  <a:lnTo>
                    <a:pt x="8408279" y="4911"/>
                  </a:lnTo>
                  <a:lnTo>
                    <a:pt x="8408405" y="4911"/>
                  </a:lnTo>
                  <a:lnTo>
                    <a:pt x="8408531" y="4911"/>
                  </a:lnTo>
                  <a:lnTo>
                    <a:pt x="8408657" y="4911"/>
                  </a:lnTo>
                  <a:lnTo>
                    <a:pt x="8408784" y="4911"/>
                  </a:lnTo>
                  <a:lnTo>
                    <a:pt x="8408910" y="4911"/>
                  </a:lnTo>
                  <a:lnTo>
                    <a:pt x="8409036" y="4911"/>
                  </a:lnTo>
                  <a:lnTo>
                    <a:pt x="8409162" y="4911"/>
                  </a:lnTo>
                  <a:lnTo>
                    <a:pt x="8409289" y="4911"/>
                  </a:lnTo>
                  <a:lnTo>
                    <a:pt x="8409415" y="4911"/>
                  </a:lnTo>
                  <a:lnTo>
                    <a:pt x="8409541" y="4911"/>
                  </a:lnTo>
                  <a:lnTo>
                    <a:pt x="8409667" y="4911"/>
                  </a:lnTo>
                  <a:lnTo>
                    <a:pt x="8409794" y="4911"/>
                  </a:lnTo>
                  <a:lnTo>
                    <a:pt x="8409920" y="4911"/>
                  </a:lnTo>
                  <a:lnTo>
                    <a:pt x="8410046" y="4911"/>
                  </a:lnTo>
                  <a:lnTo>
                    <a:pt x="8410172" y="4911"/>
                  </a:lnTo>
                  <a:lnTo>
                    <a:pt x="8410299" y="4911"/>
                  </a:lnTo>
                  <a:lnTo>
                    <a:pt x="8410425" y="4911"/>
                  </a:lnTo>
                  <a:lnTo>
                    <a:pt x="8410551" y="4911"/>
                  </a:lnTo>
                  <a:lnTo>
                    <a:pt x="8410677" y="4911"/>
                  </a:lnTo>
                  <a:lnTo>
                    <a:pt x="8410804" y="4911"/>
                  </a:lnTo>
                  <a:lnTo>
                    <a:pt x="8410930" y="4911"/>
                  </a:lnTo>
                  <a:lnTo>
                    <a:pt x="8411056" y="4911"/>
                  </a:lnTo>
                  <a:lnTo>
                    <a:pt x="8411182" y="4911"/>
                  </a:lnTo>
                  <a:lnTo>
                    <a:pt x="8411309" y="4911"/>
                  </a:lnTo>
                  <a:lnTo>
                    <a:pt x="8411435" y="4911"/>
                  </a:lnTo>
                  <a:lnTo>
                    <a:pt x="8411561" y="4911"/>
                  </a:lnTo>
                  <a:lnTo>
                    <a:pt x="8411687" y="4911"/>
                  </a:lnTo>
                  <a:lnTo>
                    <a:pt x="8411814" y="4911"/>
                  </a:lnTo>
                  <a:lnTo>
                    <a:pt x="8411940" y="4911"/>
                  </a:lnTo>
                  <a:lnTo>
                    <a:pt x="8412066" y="4911"/>
                  </a:lnTo>
                  <a:lnTo>
                    <a:pt x="8412192" y="4911"/>
                  </a:lnTo>
                  <a:lnTo>
                    <a:pt x="8412319" y="4911"/>
                  </a:lnTo>
                  <a:lnTo>
                    <a:pt x="8412445" y="4911"/>
                  </a:lnTo>
                  <a:lnTo>
                    <a:pt x="8412571" y="4911"/>
                  </a:lnTo>
                  <a:lnTo>
                    <a:pt x="8412698" y="4911"/>
                  </a:lnTo>
                  <a:lnTo>
                    <a:pt x="8412824" y="4911"/>
                  </a:lnTo>
                  <a:lnTo>
                    <a:pt x="8412950" y="4911"/>
                  </a:lnTo>
                  <a:lnTo>
                    <a:pt x="8413076" y="4911"/>
                  </a:lnTo>
                  <a:lnTo>
                    <a:pt x="8413203" y="4911"/>
                  </a:lnTo>
                  <a:lnTo>
                    <a:pt x="8413329" y="4911"/>
                  </a:lnTo>
                  <a:lnTo>
                    <a:pt x="8413455" y="4911"/>
                  </a:lnTo>
                  <a:lnTo>
                    <a:pt x="8413581" y="4911"/>
                  </a:lnTo>
                  <a:lnTo>
                    <a:pt x="8413708" y="4911"/>
                  </a:lnTo>
                  <a:lnTo>
                    <a:pt x="8413834" y="4911"/>
                  </a:lnTo>
                  <a:lnTo>
                    <a:pt x="8413960" y="4911"/>
                  </a:lnTo>
                  <a:lnTo>
                    <a:pt x="8414086" y="4911"/>
                  </a:lnTo>
                  <a:lnTo>
                    <a:pt x="8414213" y="4911"/>
                  </a:lnTo>
                  <a:lnTo>
                    <a:pt x="8414339" y="4911"/>
                  </a:lnTo>
                  <a:lnTo>
                    <a:pt x="8414465" y="4911"/>
                  </a:lnTo>
                  <a:lnTo>
                    <a:pt x="8414591" y="4911"/>
                  </a:lnTo>
                  <a:lnTo>
                    <a:pt x="8414718" y="4911"/>
                  </a:lnTo>
                  <a:lnTo>
                    <a:pt x="8414844" y="4911"/>
                  </a:lnTo>
                  <a:lnTo>
                    <a:pt x="8414970" y="4911"/>
                  </a:lnTo>
                  <a:lnTo>
                    <a:pt x="8415096" y="4911"/>
                  </a:lnTo>
                  <a:lnTo>
                    <a:pt x="8415223" y="4911"/>
                  </a:lnTo>
                  <a:lnTo>
                    <a:pt x="8415349" y="4911"/>
                  </a:lnTo>
                  <a:lnTo>
                    <a:pt x="8415475" y="4911"/>
                  </a:lnTo>
                  <a:lnTo>
                    <a:pt x="8415601" y="4911"/>
                  </a:lnTo>
                  <a:lnTo>
                    <a:pt x="8415728" y="4911"/>
                  </a:lnTo>
                  <a:lnTo>
                    <a:pt x="8415854" y="4911"/>
                  </a:lnTo>
                  <a:lnTo>
                    <a:pt x="8415980" y="4911"/>
                  </a:lnTo>
                  <a:lnTo>
                    <a:pt x="8416106" y="4911"/>
                  </a:lnTo>
                  <a:lnTo>
                    <a:pt x="8416233" y="4911"/>
                  </a:lnTo>
                  <a:lnTo>
                    <a:pt x="8416359" y="4911"/>
                  </a:lnTo>
                  <a:lnTo>
                    <a:pt x="8416485" y="4911"/>
                  </a:lnTo>
                  <a:lnTo>
                    <a:pt x="8416611" y="4911"/>
                  </a:lnTo>
                  <a:lnTo>
                    <a:pt x="8416738" y="4911"/>
                  </a:lnTo>
                  <a:lnTo>
                    <a:pt x="8416864" y="4911"/>
                  </a:lnTo>
                  <a:lnTo>
                    <a:pt x="8416990" y="4911"/>
                  </a:lnTo>
                  <a:lnTo>
                    <a:pt x="8417116" y="4911"/>
                  </a:lnTo>
                  <a:lnTo>
                    <a:pt x="8417243" y="4911"/>
                  </a:lnTo>
                  <a:lnTo>
                    <a:pt x="8417369" y="4911"/>
                  </a:lnTo>
                  <a:lnTo>
                    <a:pt x="8417495" y="4911"/>
                  </a:lnTo>
                  <a:lnTo>
                    <a:pt x="8417622" y="4911"/>
                  </a:lnTo>
                  <a:lnTo>
                    <a:pt x="8417748" y="4911"/>
                  </a:lnTo>
                  <a:lnTo>
                    <a:pt x="8417874" y="4911"/>
                  </a:lnTo>
                  <a:lnTo>
                    <a:pt x="8418000" y="4911"/>
                  </a:lnTo>
                  <a:lnTo>
                    <a:pt x="8418127" y="4911"/>
                  </a:lnTo>
                  <a:lnTo>
                    <a:pt x="8418253" y="4911"/>
                  </a:lnTo>
                  <a:lnTo>
                    <a:pt x="8418379" y="4911"/>
                  </a:lnTo>
                  <a:lnTo>
                    <a:pt x="8418505" y="4911"/>
                  </a:lnTo>
                  <a:lnTo>
                    <a:pt x="8418632" y="4911"/>
                  </a:lnTo>
                  <a:lnTo>
                    <a:pt x="8418758" y="4911"/>
                  </a:lnTo>
                  <a:lnTo>
                    <a:pt x="8418884" y="4911"/>
                  </a:lnTo>
                  <a:lnTo>
                    <a:pt x="8419010" y="4911"/>
                  </a:lnTo>
                  <a:lnTo>
                    <a:pt x="8419137" y="4911"/>
                  </a:lnTo>
                  <a:lnTo>
                    <a:pt x="8419263" y="4911"/>
                  </a:lnTo>
                  <a:lnTo>
                    <a:pt x="8419389" y="4911"/>
                  </a:lnTo>
                  <a:lnTo>
                    <a:pt x="8419515" y="4911"/>
                  </a:lnTo>
                  <a:lnTo>
                    <a:pt x="8419642" y="4911"/>
                  </a:lnTo>
                  <a:lnTo>
                    <a:pt x="8419768" y="4911"/>
                  </a:lnTo>
                  <a:lnTo>
                    <a:pt x="8419894" y="4911"/>
                  </a:lnTo>
                  <a:lnTo>
                    <a:pt x="8420020" y="4911"/>
                  </a:lnTo>
                  <a:lnTo>
                    <a:pt x="8420147" y="4911"/>
                  </a:lnTo>
                  <a:lnTo>
                    <a:pt x="8420273" y="4911"/>
                  </a:lnTo>
                  <a:lnTo>
                    <a:pt x="8420399" y="4911"/>
                  </a:lnTo>
                  <a:lnTo>
                    <a:pt x="8420525" y="4911"/>
                  </a:lnTo>
                  <a:lnTo>
                    <a:pt x="8420652" y="4911"/>
                  </a:lnTo>
                  <a:lnTo>
                    <a:pt x="8420778" y="4911"/>
                  </a:lnTo>
                  <a:lnTo>
                    <a:pt x="8420904" y="4911"/>
                  </a:lnTo>
                  <a:lnTo>
                    <a:pt x="8421030" y="4911"/>
                  </a:lnTo>
                  <a:lnTo>
                    <a:pt x="8421157" y="4911"/>
                  </a:lnTo>
                  <a:lnTo>
                    <a:pt x="8421283" y="4911"/>
                  </a:lnTo>
                  <a:lnTo>
                    <a:pt x="8421409" y="4911"/>
                  </a:lnTo>
                  <a:lnTo>
                    <a:pt x="8421535" y="4911"/>
                  </a:lnTo>
                  <a:lnTo>
                    <a:pt x="8421662" y="4911"/>
                  </a:lnTo>
                  <a:lnTo>
                    <a:pt x="8421788" y="4911"/>
                  </a:lnTo>
                  <a:lnTo>
                    <a:pt x="8421914" y="4911"/>
                  </a:lnTo>
                  <a:lnTo>
                    <a:pt x="8422040" y="4911"/>
                  </a:lnTo>
                  <a:lnTo>
                    <a:pt x="8422167" y="4911"/>
                  </a:lnTo>
                  <a:lnTo>
                    <a:pt x="8422293" y="4911"/>
                  </a:lnTo>
                  <a:lnTo>
                    <a:pt x="8422419" y="4911"/>
                  </a:lnTo>
                  <a:lnTo>
                    <a:pt x="8422545" y="4911"/>
                  </a:lnTo>
                  <a:lnTo>
                    <a:pt x="8422672" y="4911"/>
                  </a:lnTo>
                  <a:lnTo>
                    <a:pt x="8422798" y="4911"/>
                  </a:lnTo>
                  <a:lnTo>
                    <a:pt x="8422924" y="4911"/>
                  </a:lnTo>
                  <a:lnTo>
                    <a:pt x="8423051" y="4911"/>
                  </a:lnTo>
                  <a:lnTo>
                    <a:pt x="8423177" y="4911"/>
                  </a:lnTo>
                  <a:lnTo>
                    <a:pt x="8423303" y="4911"/>
                  </a:lnTo>
                  <a:lnTo>
                    <a:pt x="8423429" y="4911"/>
                  </a:lnTo>
                  <a:lnTo>
                    <a:pt x="8423556" y="4911"/>
                  </a:lnTo>
                  <a:lnTo>
                    <a:pt x="8423682" y="4911"/>
                  </a:lnTo>
                  <a:lnTo>
                    <a:pt x="8423808" y="4911"/>
                  </a:lnTo>
                  <a:lnTo>
                    <a:pt x="8423934" y="4911"/>
                  </a:lnTo>
                  <a:lnTo>
                    <a:pt x="8424061" y="4911"/>
                  </a:lnTo>
                  <a:lnTo>
                    <a:pt x="8424187" y="4911"/>
                  </a:lnTo>
                  <a:lnTo>
                    <a:pt x="8424313" y="4911"/>
                  </a:lnTo>
                  <a:lnTo>
                    <a:pt x="8424439" y="4911"/>
                  </a:lnTo>
                  <a:lnTo>
                    <a:pt x="8424566" y="4911"/>
                  </a:lnTo>
                  <a:lnTo>
                    <a:pt x="8424692" y="4911"/>
                  </a:lnTo>
                  <a:lnTo>
                    <a:pt x="8424818" y="4911"/>
                  </a:lnTo>
                  <a:lnTo>
                    <a:pt x="8424944" y="4911"/>
                  </a:lnTo>
                  <a:lnTo>
                    <a:pt x="8425071" y="4911"/>
                  </a:lnTo>
                  <a:lnTo>
                    <a:pt x="8425197" y="4911"/>
                  </a:lnTo>
                  <a:lnTo>
                    <a:pt x="8425323" y="4911"/>
                  </a:lnTo>
                  <a:lnTo>
                    <a:pt x="8425449" y="4911"/>
                  </a:lnTo>
                  <a:lnTo>
                    <a:pt x="8425576" y="4911"/>
                  </a:lnTo>
                  <a:lnTo>
                    <a:pt x="8425702" y="4911"/>
                  </a:lnTo>
                  <a:lnTo>
                    <a:pt x="8425828" y="4911"/>
                  </a:lnTo>
                  <a:lnTo>
                    <a:pt x="8425954" y="4911"/>
                  </a:lnTo>
                  <a:lnTo>
                    <a:pt x="8426081" y="4911"/>
                  </a:lnTo>
                  <a:lnTo>
                    <a:pt x="8426207" y="4911"/>
                  </a:lnTo>
                  <a:lnTo>
                    <a:pt x="8426333" y="4911"/>
                  </a:lnTo>
                  <a:lnTo>
                    <a:pt x="8426459" y="4911"/>
                  </a:lnTo>
                  <a:lnTo>
                    <a:pt x="8426586" y="4911"/>
                  </a:lnTo>
                  <a:lnTo>
                    <a:pt x="8426712" y="4911"/>
                  </a:lnTo>
                  <a:lnTo>
                    <a:pt x="8426838" y="4911"/>
                  </a:lnTo>
                  <a:lnTo>
                    <a:pt x="8426964" y="4911"/>
                  </a:lnTo>
                  <a:lnTo>
                    <a:pt x="8427091" y="4911"/>
                  </a:lnTo>
                  <a:lnTo>
                    <a:pt x="8427217" y="4911"/>
                  </a:lnTo>
                  <a:lnTo>
                    <a:pt x="8427343" y="4911"/>
                  </a:lnTo>
                  <a:lnTo>
                    <a:pt x="8427469" y="4911"/>
                  </a:lnTo>
                  <a:lnTo>
                    <a:pt x="8427596" y="4911"/>
                  </a:lnTo>
                  <a:lnTo>
                    <a:pt x="8427722" y="4911"/>
                  </a:lnTo>
                  <a:lnTo>
                    <a:pt x="8427848" y="4911"/>
                  </a:lnTo>
                  <a:lnTo>
                    <a:pt x="8427975" y="4911"/>
                  </a:lnTo>
                  <a:lnTo>
                    <a:pt x="8428101" y="4911"/>
                  </a:lnTo>
                  <a:lnTo>
                    <a:pt x="8428227" y="4911"/>
                  </a:lnTo>
                  <a:lnTo>
                    <a:pt x="8428353" y="4911"/>
                  </a:lnTo>
                  <a:lnTo>
                    <a:pt x="8428480" y="4911"/>
                  </a:lnTo>
                  <a:lnTo>
                    <a:pt x="8428606" y="4911"/>
                  </a:lnTo>
                  <a:lnTo>
                    <a:pt x="8428732" y="4911"/>
                  </a:lnTo>
                  <a:lnTo>
                    <a:pt x="8428858" y="4911"/>
                  </a:lnTo>
                  <a:lnTo>
                    <a:pt x="8428985" y="4911"/>
                  </a:lnTo>
                  <a:lnTo>
                    <a:pt x="8429111" y="4911"/>
                  </a:lnTo>
                  <a:lnTo>
                    <a:pt x="8429237" y="4911"/>
                  </a:lnTo>
                  <a:lnTo>
                    <a:pt x="8429363" y="4911"/>
                  </a:lnTo>
                  <a:lnTo>
                    <a:pt x="8429490" y="4911"/>
                  </a:lnTo>
                  <a:lnTo>
                    <a:pt x="8429616" y="4911"/>
                  </a:lnTo>
                  <a:lnTo>
                    <a:pt x="8429742" y="4911"/>
                  </a:lnTo>
                  <a:lnTo>
                    <a:pt x="8429868" y="4911"/>
                  </a:lnTo>
                  <a:lnTo>
                    <a:pt x="8429995" y="4911"/>
                  </a:lnTo>
                  <a:lnTo>
                    <a:pt x="8430121" y="4911"/>
                  </a:lnTo>
                  <a:lnTo>
                    <a:pt x="8430247" y="4911"/>
                  </a:lnTo>
                  <a:lnTo>
                    <a:pt x="8430373" y="4911"/>
                  </a:lnTo>
                  <a:lnTo>
                    <a:pt x="8430500" y="4911"/>
                  </a:lnTo>
                  <a:lnTo>
                    <a:pt x="8430626" y="4911"/>
                  </a:lnTo>
                  <a:lnTo>
                    <a:pt x="8430752" y="4911"/>
                  </a:lnTo>
                  <a:lnTo>
                    <a:pt x="8430878" y="4911"/>
                  </a:lnTo>
                  <a:lnTo>
                    <a:pt x="8431005" y="4911"/>
                  </a:lnTo>
                  <a:lnTo>
                    <a:pt x="8431131" y="4911"/>
                  </a:lnTo>
                  <a:lnTo>
                    <a:pt x="8431257" y="4911"/>
                  </a:lnTo>
                  <a:lnTo>
                    <a:pt x="8431383" y="4911"/>
                  </a:lnTo>
                  <a:lnTo>
                    <a:pt x="8431510" y="4911"/>
                  </a:lnTo>
                  <a:lnTo>
                    <a:pt x="8431636" y="4911"/>
                  </a:lnTo>
                  <a:lnTo>
                    <a:pt x="8431762" y="4911"/>
                  </a:lnTo>
                  <a:lnTo>
                    <a:pt x="8431888" y="4911"/>
                  </a:lnTo>
                  <a:lnTo>
                    <a:pt x="8432015" y="4911"/>
                  </a:lnTo>
                  <a:lnTo>
                    <a:pt x="8432141" y="4911"/>
                  </a:lnTo>
                  <a:lnTo>
                    <a:pt x="8432267" y="4911"/>
                  </a:lnTo>
                  <a:lnTo>
                    <a:pt x="8432393" y="4911"/>
                  </a:lnTo>
                  <a:lnTo>
                    <a:pt x="8432520" y="4911"/>
                  </a:lnTo>
                  <a:lnTo>
                    <a:pt x="8432646" y="4911"/>
                  </a:lnTo>
                  <a:lnTo>
                    <a:pt x="8432772" y="4911"/>
                  </a:lnTo>
                  <a:lnTo>
                    <a:pt x="8432899" y="4911"/>
                  </a:lnTo>
                  <a:lnTo>
                    <a:pt x="8433025" y="4911"/>
                  </a:lnTo>
                  <a:lnTo>
                    <a:pt x="8433151" y="4911"/>
                  </a:lnTo>
                  <a:lnTo>
                    <a:pt x="8433277" y="4911"/>
                  </a:lnTo>
                  <a:lnTo>
                    <a:pt x="8433404" y="4911"/>
                  </a:lnTo>
                  <a:lnTo>
                    <a:pt x="8433530" y="4911"/>
                  </a:lnTo>
                  <a:lnTo>
                    <a:pt x="8433656" y="4911"/>
                  </a:lnTo>
                  <a:lnTo>
                    <a:pt x="8433782" y="4911"/>
                  </a:lnTo>
                  <a:lnTo>
                    <a:pt x="8433909" y="4911"/>
                  </a:lnTo>
                  <a:lnTo>
                    <a:pt x="8434035" y="4911"/>
                  </a:lnTo>
                  <a:lnTo>
                    <a:pt x="8434161" y="4911"/>
                  </a:lnTo>
                  <a:lnTo>
                    <a:pt x="8434287" y="4911"/>
                  </a:lnTo>
                  <a:lnTo>
                    <a:pt x="8434414" y="4911"/>
                  </a:lnTo>
                  <a:lnTo>
                    <a:pt x="8434540" y="4911"/>
                  </a:lnTo>
                  <a:lnTo>
                    <a:pt x="8434666" y="4911"/>
                  </a:lnTo>
                  <a:lnTo>
                    <a:pt x="8434792" y="4911"/>
                  </a:lnTo>
                  <a:lnTo>
                    <a:pt x="8434919" y="4911"/>
                  </a:lnTo>
                  <a:lnTo>
                    <a:pt x="8435045" y="4911"/>
                  </a:lnTo>
                  <a:lnTo>
                    <a:pt x="8435171" y="4911"/>
                  </a:lnTo>
                  <a:lnTo>
                    <a:pt x="8435297" y="4911"/>
                  </a:lnTo>
                  <a:lnTo>
                    <a:pt x="8435424" y="4911"/>
                  </a:lnTo>
                  <a:lnTo>
                    <a:pt x="8435550" y="4911"/>
                  </a:lnTo>
                  <a:lnTo>
                    <a:pt x="8435676" y="4911"/>
                  </a:lnTo>
                  <a:lnTo>
                    <a:pt x="8435802" y="4911"/>
                  </a:lnTo>
                  <a:lnTo>
                    <a:pt x="8435929" y="4911"/>
                  </a:lnTo>
                  <a:lnTo>
                    <a:pt x="8436055" y="4911"/>
                  </a:lnTo>
                  <a:lnTo>
                    <a:pt x="8436181" y="4911"/>
                  </a:lnTo>
                  <a:lnTo>
                    <a:pt x="8436307" y="4911"/>
                  </a:lnTo>
                  <a:lnTo>
                    <a:pt x="8436434" y="4911"/>
                  </a:lnTo>
                  <a:lnTo>
                    <a:pt x="8436560" y="4911"/>
                  </a:lnTo>
                  <a:lnTo>
                    <a:pt x="8436686" y="4911"/>
                  </a:lnTo>
                  <a:lnTo>
                    <a:pt x="8436812" y="4911"/>
                  </a:lnTo>
                  <a:lnTo>
                    <a:pt x="8436939" y="4911"/>
                  </a:lnTo>
                  <a:lnTo>
                    <a:pt x="8437065" y="4911"/>
                  </a:lnTo>
                  <a:lnTo>
                    <a:pt x="8437191" y="4911"/>
                  </a:lnTo>
                  <a:lnTo>
                    <a:pt x="8437317" y="4911"/>
                  </a:lnTo>
                  <a:lnTo>
                    <a:pt x="8437444" y="4911"/>
                  </a:lnTo>
                  <a:lnTo>
                    <a:pt x="8437570" y="4911"/>
                  </a:lnTo>
                  <a:lnTo>
                    <a:pt x="8437696" y="4911"/>
                  </a:lnTo>
                  <a:lnTo>
                    <a:pt x="8437822" y="4911"/>
                  </a:lnTo>
                  <a:lnTo>
                    <a:pt x="8437949" y="4911"/>
                  </a:lnTo>
                  <a:lnTo>
                    <a:pt x="8438075" y="4911"/>
                  </a:lnTo>
                  <a:lnTo>
                    <a:pt x="8438201" y="4911"/>
                  </a:lnTo>
                  <a:lnTo>
                    <a:pt x="8438328" y="4911"/>
                  </a:lnTo>
                  <a:lnTo>
                    <a:pt x="8438454" y="4911"/>
                  </a:lnTo>
                  <a:lnTo>
                    <a:pt x="8438580" y="4911"/>
                  </a:lnTo>
                  <a:lnTo>
                    <a:pt x="8438706" y="4911"/>
                  </a:lnTo>
                  <a:lnTo>
                    <a:pt x="8438833" y="4911"/>
                  </a:lnTo>
                  <a:lnTo>
                    <a:pt x="8438959" y="4911"/>
                  </a:lnTo>
                  <a:lnTo>
                    <a:pt x="8439085" y="4911"/>
                  </a:lnTo>
                  <a:lnTo>
                    <a:pt x="8439211" y="4911"/>
                  </a:lnTo>
                  <a:lnTo>
                    <a:pt x="8439338" y="4911"/>
                  </a:lnTo>
                  <a:lnTo>
                    <a:pt x="8439464" y="4911"/>
                  </a:lnTo>
                  <a:lnTo>
                    <a:pt x="8439590" y="4911"/>
                  </a:lnTo>
                  <a:lnTo>
                    <a:pt x="8439716" y="4911"/>
                  </a:lnTo>
                  <a:lnTo>
                    <a:pt x="8439843" y="4911"/>
                  </a:lnTo>
                  <a:lnTo>
                    <a:pt x="8439969" y="4911"/>
                  </a:lnTo>
                  <a:lnTo>
                    <a:pt x="8440095" y="4911"/>
                  </a:lnTo>
                  <a:lnTo>
                    <a:pt x="8440221" y="4911"/>
                  </a:lnTo>
                  <a:lnTo>
                    <a:pt x="8440348" y="4911"/>
                  </a:lnTo>
                  <a:lnTo>
                    <a:pt x="8440474" y="4911"/>
                  </a:lnTo>
                  <a:lnTo>
                    <a:pt x="8440600" y="4911"/>
                  </a:lnTo>
                  <a:lnTo>
                    <a:pt x="8440726" y="4911"/>
                  </a:lnTo>
                  <a:lnTo>
                    <a:pt x="8440853" y="4911"/>
                  </a:lnTo>
                  <a:lnTo>
                    <a:pt x="8440979" y="4911"/>
                  </a:lnTo>
                  <a:lnTo>
                    <a:pt x="8441105" y="4911"/>
                  </a:lnTo>
                  <a:lnTo>
                    <a:pt x="8441231" y="4911"/>
                  </a:lnTo>
                  <a:lnTo>
                    <a:pt x="8441358" y="4911"/>
                  </a:lnTo>
                  <a:lnTo>
                    <a:pt x="8441484" y="4911"/>
                  </a:lnTo>
                  <a:lnTo>
                    <a:pt x="8441610" y="4911"/>
                  </a:lnTo>
                  <a:lnTo>
                    <a:pt x="8441736" y="4911"/>
                  </a:lnTo>
                  <a:lnTo>
                    <a:pt x="8441863" y="4911"/>
                  </a:lnTo>
                  <a:lnTo>
                    <a:pt x="8441989" y="4911"/>
                  </a:lnTo>
                  <a:lnTo>
                    <a:pt x="8442115" y="4911"/>
                  </a:lnTo>
                  <a:lnTo>
                    <a:pt x="8442241" y="4911"/>
                  </a:lnTo>
                  <a:lnTo>
                    <a:pt x="8442368" y="4911"/>
                  </a:lnTo>
                  <a:lnTo>
                    <a:pt x="8442494" y="4911"/>
                  </a:lnTo>
                  <a:lnTo>
                    <a:pt x="8442620" y="4911"/>
                  </a:lnTo>
                  <a:lnTo>
                    <a:pt x="8442746" y="4911"/>
                  </a:lnTo>
                  <a:lnTo>
                    <a:pt x="8442873" y="4911"/>
                  </a:lnTo>
                  <a:lnTo>
                    <a:pt x="8442999" y="4911"/>
                  </a:lnTo>
                  <a:lnTo>
                    <a:pt x="8443125" y="4911"/>
                  </a:lnTo>
                  <a:lnTo>
                    <a:pt x="8443252" y="4911"/>
                  </a:lnTo>
                  <a:lnTo>
                    <a:pt x="8443378" y="4911"/>
                  </a:lnTo>
                  <a:lnTo>
                    <a:pt x="8443504" y="4911"/>
                  </a:lnTo>
                  <a:lnTo>
                    <a:pt x="8443630" y="4911"/>
                  </a:lnTo>
                  <a:lnTo>
                    <a:pt x="8443757" y="4911"/>
                  </a:lnTo>
                  <a:lnTo>
                    <a:pt x="8443883" y="4911"/>
                  </a:lnTo>
                  <a:lnTo>
                    <a:pt x="8444009" y="4911"/>
                  </a:lnTo>
                  <a:lnTo>
                    <a:pt x="8444135" y="4911"/>
                  </a:lnTo>
                  <a:lnTo>
                    <a:pt x="8444262" y="4911"/>
                  </a:lnTo>
                  <a:lnTo>
                    <a:pt x="8444388" y="4911"/>
                  </a:lnTo>
                  <a:lnTo>
                    <a:pt x="8444514" y="4911"/>
                  </a:lnTo>
                  <a:lnTo>
                    <a:pt x="8444640" y="4911"/>
                  </a:lnTo>
                  <a:lnTo>
                    <a:pt x="8444767" y="4911"/>
                  </a:lnTo>
                  <a:lnTo>
                    <a:pt x="8444893" y="4911"/>
                  </a:lnTo>
                  <a:lnTo>
                    <a:pt x="8445019" y="4911"/>
                  </a:lnTo>
                  <a:lnTo>
                    <a:pt x="8445145" y="4911"/>
                  </a:lnTo>
                  <a:lnTo>
                    <a:pt x="8445272" y="4911"/>
                  </a:lnTo>
                  <a:lnTo>
                    <a:pt x="8445398" y="4911"/>
                  </a:lnTo>
                  <a:lnTo>
                    <a:pt x="8445524" y="4911"/>
                  </a:lnTo>
                  <a:lnTo>
                    <a:pt x="8445650" y="4911"/>
                  </a:lnTo>
                  <a:lnTo>
                    <a:pt x="8445777" y="4911"/>
                  </a:lnTo>
                  <a:lnTo>
                    <a:pt x="8445903" y="4911"/>
                  </a:lnTo>
                  <a:lnTo>
                    <a:pt x="8446029" y="4911"/>
                  </a:lnTo>
                  <a:lnTo>
                    <a:pt x="8446155" y="4911"/>
                  </a:lnTo>
                  <a:lnTo>
                    <a:pt x="8446282" y="4911"/>
                  </a:lnTo>
                  <a:lnTo>
                    <a:pt x="8446408" y="4911"/>
                  </a:lnTo>
                  <a:lnTo>
                    <a:pt x="8446534" y="4911"/>
                  </a:lnTo>
                  <a:lnTo>
                    <a:pt x="8446660" y="4911"/>
                  </a:lnTo>
                  <a:lnTo>
                    <a:pt x="8446787" y="4911"/>
                  </a:lnTo>
                  <a:lnTo>
                    <a:pt x="8446913" y="4911"/>
                  </a:lnTo>
                  <a:lnTo>
                    <a:pt x="8447039" y="4911"/>
                  </a:lnTo>
                  <a:lnTo>
                    <a:pt x="8447165" y="4911"/>
                  </a:lnTo>
                  <a:lnTo>
                    <a:pt x="8447292" y="4911"/>
                  </a:lnTo>
                  <a:lnTo>
                    <a:pt x="8447418" y="4911"/>
                  </a:lnTo>
                  <a:lnTo>
                    <a:pt x="8447544" y="4911"/>
                  </a:lnTo>
                  <a:lnTo>
                    <a:pt x="8447670" y="4911"/>
                  </a:lnTo>
                  <a:lnTo>
                    <a:pt x="8447797" y="4911"/>
                  </a:lnTo>
                  <a:lnTo>
                    <a:pt x="8447923" y="4911"/>
                  </a:lnTo>
                  <a:lnTo>
                    <a:pt x="8448049" y="4911"/>
                  </a:lnTo>
                  <a:lnTo>
                    <a:pt x="8448175" y="4911"/>
                  </a:lnTo>
                  <a:lnTo>
                    <a:pt x="8448302" y="4911"/>
                  </a:lnTo>
                  <a:lnTo>
                    <a:pt x="8448428" y="4911"/>
                  </a:lnTo>
                  <a:lnTo>
                    <a:pt x="8448554" y="4911"/>
                  </a:lnTo>
                  <a:lnTo>
                    <a:pt x="8448681" y="4911"/>
                  </a:lnTo>
                  <a:lnTo>
                    <a:pt x="8448807" y="4911"/>
                  </a:lnTo>
                  <a:lnTo>
                    <a:pt x="8448933" y="4911"/>
                  </a:lnTo>
                  <a:lnTo>
                    <a:pt x="8449059" y="4911"/>
                  </a:lnTo>
                  <a:lnTo>
                    <a:pt x="8449186" y="4911"/>
                  </a:lnTo>
                  <a:lnTo>
                    <a:pt x="8449312" y="4911"/>
                  </a:lnTo>
                  <a:lnTo>
                    <a:pt x="8449438" y="4911"/>
                  </a:lnTo>
                  <a:lnTo>
                    <a:pt x="8449564" y="4911"/>
                  </a:lnTo>
                  <a:lnTo>
                    <a:pt x="8449691" y="4911"/>
                  </a:lnTo>
                  <a:lnTo>
                    <a:pt x="8449817" y="4911"/>
                  </a:lnTo>
                  <a:lnTo>
                    <a:pt x="8449943" y="4911"/>
                  </a:lnTo>
                  <a:lnTo>
                    <a:pt x="8450069" y="4911"/>
                  </a:lnTo>
                  <a:lnTo>
                    <a:pt x="8450196" y="4911"/>
                  </a:lnTo>
                  <a:lnTo>
                    <a:pt x="8450322" y="4911"/>
                  </a:lnTo>
                  <a:lnTo>
                    <a:pt x="8450448" y="4911"/>
                  </a:lnTo>
                  <a:lnTo>
                    <a:pt x="8450574" y="4911"/>
                  </a:lnTo>
                  <a:lnTo>
                    <a:pt x="8450701" y="4911"/>
                  </a:lnTo>
                  <a:lnTo>
                    <a:pt x="8450827" y="4911"/>
                  </a:lnTo>
                  <a:lnTo>
                    <a:pt x="8450953" y="4911"/>
                  </a:lnTo>
                  <a:lnTo>
                    <a:pt x="8451079" y="4911"/>
                  </a:lnTo>
                  <a:lnTo>
                    <a:pt x="8451206" y="4911"/>
                  </a:lnTo>
                  <a:lnTo>
                    <a:pt x="8451332" y="4911"/>
                  </a:lnTo>
                  <a:lnTo>
                    <a:pt x="8451458" y="4911"/>
                  </a:lnTo>
                  <a:lnTo>
                    <a:pt x="8451584" y="4911"/>
                  </a:lnTo>
                  <a:lnTo>
                    <a:pt x="8451711" y="4911"/>
                  </a:lnTo>
                  <a:lnTo>
                    <a:pt x="8451837" y="4911"/>
                  </a:lnTo>
                  <a:lnTo>
                    <a:pt x="8451963" y="4911"/>
                  </a:lnTo>
                  <a:lnTo>
                    <a:pt x="8452089" y="4911"/>
                  </a:lnTo>
                  <a:lnTo>
                    <a:pt x="8452216" y="4911"/>
                  </a:lnTo>
                  <a:lnTo>
                    <a:pt x="8452342" y="4911"/>
                  </a:lnTo>
                  <a:lnTo>
                    <a:pt x="8452468" y="4911"/>
                  </a:lnTo>
                  <a:lnTo>
                    <a:pt x="8452594" y="4911"/>
                  </a:lnTo>
                  <a:lnTo>
                    <a:pt x="8452721" y="4911"/>
                  </a:lnTo>
                  <a:lnTo>
                    <a:pt x="8452847" y="4911"/>
                  </a:lnTo>
                  <a:lnTo>
                    <a:pt x="8452973" y="4911"/>
                  </a:lnTo>
                  <a:lnTo>
                    <a:pt x="8453099" y="4911"/>
                  </a:lnTo>
                  <a:lnTo>
                    <a:pt x="8453226" y="4911"/>
                  </a:lnTo>
                  <a:lnTo>
                    <a:pt x="8453352" y="4911"/>
                  </a:lnTo>
                  <a:lnTo>
                    <a:pt x="8453478" y="4911"/>
                  </a:lnTo>
                  <a:lnTo>
                    <a:pt x="8453605" y="4911"/>
                  </a:lnTo>
                  <a:lnTo>
                    <a:pt x="8453731" y="4911"/>
                  </a:lnTo>
                  <a:lnTo>
                    <a:pt x="8453857" y="4911"/>
                  </a:lnTo>
                  <a:lnTo>
                    <a:pt x="8453983" y="4911"/>
                  </a:lnTo>
                  <a:lnTo>
                    <a:pt x="8454110" y="4911"/>
                  </a:lnTo>
                  <a:lnTo>
                    <a:pt x="8454236" y="4911"/>
                  </a:lnTo>
                  <a:lnTo>
                    <a:pt x="8454362" y="4911"/>
                  </a:lnTo>
                  <a:lnTo>
                    <a:pt x="8454488" y="4911"/>
                  </a:lnTo>
                  <a:lnTo>
                    <a:pt x="8454615" y="4911"/>
                  </a:lnTo>
                  <a:lnTo>
                    <a:pt x="8454741" y="4911"/>
                  </a:lnTo>
                  <a:lnTo>
                    <a:pt x="8454867" y="4911"/>
                  </a:lnTo>
                  <a:lnTo>
                    <a:pt x="8454993" y="4911"/>
                  </a:lnTo>
                  <a:lnTo>
                    <a:pt x="8455120" y="4911"/>
                  </a:lnTo>
                  <a:lnTo>
                    <a:pt x="8455246" y="4911"/>
                  </a:lnTo>
                  <a:lnTo>
                    <a:pt x="8455372" y="4911"/>
                  </a:lnTo>
                  <a:lnTo>
                    <a:pt x="8455498" y="4911"/>
                  </a:lnTo>
                  <a:lnTo>
                    <a:pt x="8455625" y="4911"/>
                  </a:lnTo>
                  <a:lnTo>
                    <a:pt x="8455751" y="4911"/>
                  </a:lnTo>
                  <a:lnTo>
                    <a:pt x="8455877" y="4911"/>
                  </a:lnTo>
                  <a:lnTo>
                    <a:pt x="8456003" y="4911"/>
                  </a:lnTo>
                  <a:lnTo>
                    <a:pt x="8456130" y="4911"/>
                  </a:lnTo>
                  <a:lnTo>
                    <a:pt x="8456256" y="4911"/>
                  </a:lnTo>
                  <a:lnTo>
                    <a:pt x="8456382" y="4911"/>
                  </a:lnTo>
                  <a:lnTo>
                    <a:pt x="8456508" y="4911"/>
                  </a:lnTo>
                  <a:lnTo>
                    <a:pt x="8456635" y="4911"/>
                  </a:lnTo>
                  <a:lnTo>
                    <a:pt x="8456761" y="4911"/>
                  </a:lnTo>
                  <a:lnTo>
                    <a:pt x="8456887" y="4911"/>
                  </a:lnTo>
                  <a:lnTo>
                    <a:pt x="8457013" y="4911"/>
                  </a:lnTo>
                  <a:lnTo>
                    <a:pt x="8457140" y="4911"/>
                  </a:lnTo>
                  <a:lnTo>
                    <a:pt x="8457266" y="4911"/>
                  </a:lnTo>
                  <a:lnTo>
                    <a:pt x="8457392" y="4911"/>
                  </a:lnTo>
                  <a:lnTo>
                    <a:pt x="8457518" y="4911"/>
                  </a:lnTo>
                  <a:lnTo>
                    <a:pt x="8457645" y="4911"/>
                  </a:lnTo>
                  <a:lnTo>
                    <a:pt x="8457771" y="4911"/>
                  </a:lnTo>
                  <a:lnTo>
                    <a:pt x="8457897" y="4911"/>
                  </a:lnTo>
                  <a:lnTo>
                    <a:pt x="8458023" y="4911"/>
                  </a:lnTo>
                  <a:lnTo>
                    <a:pt x="8458150" y="4911"/>
                  </a:lnTo>
                  <a:lnTo>
                    <a:pt x="8458276" y="4911"/>
                  </a:lnTo>
                  <a:lnTo>
                    <a:pt x="8458402" y="4911"/>
                  </a:lnTo>
                  <a:lnTo>
                    <a:pt x="8458528" y="4911"/>
                  </a:lnTo>
                  <a:lnTo>
                    <a:pt x="8458655" y="4911"/>
                  </a:lnTo>
                  <a:lnTo>
                    <a:pt x="8458781" y="4911"/>
                  </a:lnTo>
                  <a:lnTo>
                    <a:pt x="8458907" y="4911"/>
                  </a:lnTo>
                  <a:lnTo>
                    <a:pt x="8459034" y="4911"/>
                  </a:lnTo>
                  <a:lnTo>
                    <a:pt x="8459160" y="4911"/>
                  </a:lnTo>
                  <a:lnTo>
                    <a:pt x="8459286" y="4911"/>
                  </a:lnTo>
                  <a:lnTo>
                    <a:pt x="8459412" y="4911"/>
                  </a:lnTo>
                  <a:lnTo>
                    <a:pt x="8459539" y="4911"/>
                  </a:lnTo>
                  <a:lnTo>
                    <a:pt x="8459665" y="4911"/>
                  </a:lnTo>
                  <a:lnTo>
                    <a:pt x="8459791" y="4911"/>
                  </a:lnTo>
                  <a:lnTo>
                    <a:pt x="8459917" y="4911"/>
                  </a:lnTo>
                  <a:lnTo>
                    <a:pt x="8460044" y="4911"/>
                  </a:lnTo>
                  <a:lnTo>
                    <a:pt x="8460170" y="4911"/>
                  </a:lnTo>
                  <a:lnTo>
                    <a:pt x="8460296" y="4911"/>
                  </a:lnTo>
                  <a:lnTo>
                    <a:pt x="8460422" y="4911"/>
                  </a:lnTo>
                  <a:lnTo>
                    <a:pt x="8460549" y="4911"/>
                  </a:lnTo>
                  <a:lnTo>
                    <a:pt x="8460675" y="4911"/>
                  </a:lnTo>
                  <a:lnTo>
                    <a:pt x="8460801" y="4911"/>
                  </a:lnTo>
                  <a:lnTo>
                    <a:pt x="8460927" y="4911"/>
                  </a:lnTo>
                  <a:lnTo>
                    <a:pt x="8461054" y="4911"/>
                  </a:lnTo>
                  <a:lnTo>
                    <a:pt x="8461180" y="4911"/>
                  </a:lnTo>
                  <a:lnTo>
                    <a:pt x="8461306" y="4911"/>
                  </a:lnTo>
                  <a:lnTo>
                    <a:pt x="8461432" y="4911"/>
                  </a:lnTo>
                  <a:lnTo>
                    <a:pt x="8461559" y="4911"/>
                  </a:lnTo>
                  <a:lnTo>
                    <a:pt x="8461685" y="4911"/>
                  </a:lnTo>
                  <a:lnTo>
                    <a:pt x="8461811" y="4911"/>
                  </a:lnTo>
                  <a:lnTo>
                    <a:pt x="8461937" y="4911"/>
                  </a:lnTo>
                  <a:lnTo>
                    <a:pt x="8462064" y="4911"/>
                  </a:lnTo>
                  <a:lnTo>
                    <a:pt x="8462190" y="4911"/>
                  </a:lnTo>
                  <a:lnTo>
                    <a:pt x="8462316" y="4911"/>
                  </a:lnTo>
                  <a:lnTo>
                    <a:pt x="8462442" y="4911"/>
                  </a:lnTo>
                  <a:lnTo>
                    <a:pt x="8462569" y="4911"/>
                  </a:lnTo>
                  <a:lnTo>
                    <a:pt x="8462695" y="4911"/>
                  </a:lnTo>
                  <a:lnTo>
                    <a:pt x="8462821" y="4911"/>
                  </a:lnTo>
                  <a:lnTo>
                    <a:pt x="8462947" y="4911"/>
                  </a:lnTo>
                  <a:lnTo>
                    <a:pt x="8463074" y="4911"/>
                  </a:lnTo>
                  <a:lnTo>
                    <a:pt x="8463200" y="4911"/>
                  </a:lnTo>
                  <a:lnTo>
                    <a:pt x="8463326" y="4911"/>
                  </a:lnTo>
                  <a:lnTo>
                    <a:pt x="8463452" y="4911"/>
                  </a:lnTo>
                  <a:lnTo>
                    <a:pt x="8463579" y="4911"/>
                  </a:lnTo>
                  <a:lnTo>
                    <a:pt x="8463705" y="4911"/>
                  </a:lnTo>
                  <a:lnTo>
                    <a:pt x="8463831" y="4911"/>
                  </a:lnTo>
                  <a:lnTo>
                    <a:pt x="8463958" y="4911"/>
                  </a:lnTo>
                  <a:lnTo>
                    <a:pt x="8464084" y="4911"/>
                  </a:lnTo>
                  <a:lnTo>
                    <a:pt x="8464210" y="4911"/>
                  </a:lnTo>
                  <a:lnTo>
                    <a:pt x="8464336" y="4911"/>
                  </a:lnTo>
                  <a:lnTo>
                    <a:pt x="8464463" y="4911"/>
                  </a:lnTo>
                  <a:lnTo>
                    <a:pt x="8464589" y="4911"/>
                  </a:lnTo>
                  <a:lnTo>
                    <a:pt x="8464715" y="4911"/>
                  </a:lnTo>
                  <a:lnTo>
                    <a:pt x="8464841" y="4911"/>
                  </a:lnTo>
                  <a:lnTo>
                    <a:pt x="8464968" y="4911"/>
                  </a:lnTo>
                  <a:lnTo>
                    <a:pt x="8465094" y="4911"/>
                  </a:lnTo>
                  <a:lnTo>
                    <a:pt x="8465220" y="4911"/>
                  </a:lnTo>
                  <a:lnTo>
                    <a:pt x="8465346" y="4911"/>
                  </a:lnTo>
                  <a:lnTo>
                    <a:pt x="8465473" y="4911"/>
                  </a:lnTo>
                  <a:lnTo>
                    <a:pt x="8465599" y="4911"/>
                  </a:lnTo>
                  <a:lnTo>
                    <a:pt x="8465725" y="4911"/>
                  </a:lnTo>
                  <a:lnTo>
                    <a:pt x="8465851" y="4911"/>
                  </a:lnTo>
                  <a:lnTo>
                    <a:pt x="8465978" y="4911"/>
                  </a:lnTo>
                  <a:lnTo>
                    <a:pt x="8466104" y="4911"/>
                  </a:lnTo>
                  <a:lnTo>
                    <a:pt x="8466230" y="4911"/>
                  </a:lnTo>
                  <a:lnTo>
                    <a:pt x="8466356" y="4911"/>
                  </a:lnTo>
                  <a:lnTo>
                    <a:pt x="8466483" y="4911"/>
                  </a:lnTo>
                  <a:lnTo>
                    <a:pt x="8466609" y="4911"/>
                  </a:lnTo>
                  <a:lnTo>
                    <a:pt x="8466735" y="4911"/>
                  </a:lnTo>
                  <a:lnTo>
                    <a:pt x="8466861" y="4911"/>
                  </a:lnTo>
                  <a:lnTo>
                    <a:pt x="8466988" y="4911"/>
                  </a:lnTo>
                  <a:lnTo>
                    <a:pt x="8467114" y="4911"/>
                  </a:lnTo>
                  <a:lnTo>
                    <a:pt x="8467240" y="4911"/>
                  </a:lnTo>
                  <a:lnTo>
                    <a:pt x="8467366" y="4911"/>
                  </a:lnTo>
                  <a:lnTo>
                    <a:pt x="8467493" y="4911"/>
                  </a:lnTo>
                  <a:lnTo>
                    <a:pt x="8467619" y="4911"/>
                  </a:lnTo>
                  <a:lnTo>
                    <a:pt x="8467745" y="4911"/>
                  </a:lnTo>
                  <a:lnTo>
                    <a:pt x="8467871" y="4911"/>
                  </a:lnTo>
                  <a:lnTo>
                    <a:pt x="8467998" y="4911"/>
                  </a:lnTo>
                  <a:lnTo>
                    <a:pt x="8468124" y="4911"/>
                  </a:lnTo>
                  <a:lnTo>
                    <a:pt x="8468250" y="4911"/>
                  </a:lnTo>
                  <a:lnTo>
                    <a:pt x="8468376" y="4911"/>
                  </a:lnTo>
                  <a:lnTo>
                    <a:pt x="8468503" y="4911"/>
                  </a:lnTo>
                  <a:lnTo>
                    <a:pt x="8468629" y="4911"/>
                  </a:lnTo>
                  <a:lnTo>
                    <a:pt x="8468755" y="4911"/>
                  </a:lnTo>
                  <a:lnTo>
                    <a:pt x="8468881" y="4911"/>
                  </a:lnTo>
                  <a:lnTo>
                    <a:pt x="8469008" y="4911"/>
                  </a:lnTo>
                  <a:lnTo>
                    <a:pt x="8469134" y="4911"/>
                  </a:lnTo>
                  <a:lnTo>
                    <a:pt x="8469260" y="4911"/>
                  </a:lnTo>
                  <a:lnTo>
                    <a:pt x="8469387" y="4911"/>
                  </a:lnTo>
                  <a:lnTo>
                    <a:pt x="8469513" y="4911"/>
                  </a:lnTo>
                  <a:lnTo>
                    <a:pt x="8469639" y="4911"/>
                  </a:lnTo>
                  <a:lnTo>
                    <a:pt x="8469765" y="4911"/>
                  </a:lnTo>
                  <a:lnTo>
                    <a:pt x="8469892" y="4911"/>
                  </a:lnTo>
                  <a:lnTo>
                    <a:pt x="8470018" y="4911"/>
                  </a:lnTo>
                  <a:lnTo>
                    <a:pt x="8470144" y="4911"/>
                  </a:lnTo>
                  <a:lnTo>
                    <a:pt x="8470270" y="4911"/>
                  </a:lnTo>
                  <a:lnTo>
                    <a:pt x="8470397" y="4911"/>
                  </a:lnTo>
                  <a:lnTo>
                    <a:pt x="8470523" y="4911"/>
                  </a:lnTo>
                  <a:lnTo>
                    <a:pt x="8470649" y="4911"/>
                  </a:lnTo>
                  <a:lnTo>
                    <a:pt x="8470775" y="4911"/>
                  </a:lnTo>
                  <a:lnTo>
                    <a:pt x="8470902" y="4911"/>
                  </a:lnTo>
                  <a:lnTo>
                    <a:pt x="8471028" y="4911"/>
                  </a:lnTo>
                  <a:lnTo>
                    <a:pt x="8471154" y="4911"/>
                  </a:lnTo>
                  <a:lnTo>
                    <a:pt x="8471280" y="4911"/>
                  </a:lnTo>
                  <a:lnTo>
                    <a:pt x="8471407" y="4911"/>
                  </a:lnTo>
                  <a:lnTo>
                    <a:pt x="8471533" y="4911"/>
                  </a:lnTo>
                  <a:lnTo>
                    <a:pt x="8471659" y="4911"/>
                  </a:lnTo>
                  <a:lnTo>
                    <a:pt x="8471785" y="4911"/>
                  </a:lnTo>
                  <a:lnTo>
                    <a:pt x="8471912" y="4911"/>
                  </a:lnTo>
                  <a:lnTo>
                    <a:pt x="8472038" y="4911"/>
                  </a:lnTo>
                  <a:lnTo>
                    <a:pt x="8472164" y="4911"/>
                  </a:lnTo>
                  <a:lnTo>
                    <a:pt x="8472290" y="4911"/>
                  </a:lnTo>
                  <a:lnTo>
                    <a:pt x="8472417" y="4911"/>
                  </a:lnTo>
                  <a:lnTo>
                    <a:pt x="8472543" y="4911"/>
                  </a:lnTo>
                  <a:lnTo>
                    <a:pt x="8472669" y="4911"/>
                  </a:lnTo>
                  <a:lnTo>
                    <a:pt x="8472795" y="4911"/>
                  </a:lnTo>
                  <a:lnTo>
                    <a:pt x="8472922" y="4911"/>
                  </a:lnTo>
                  <a:lnTo>
                    <a:pt x="8473048" y="4911"/>
                  </a:lnTo>
                  <a:lnTo>
                    <a:pt x="8473174" y="4911"/>
                  </a:lnTo>
                  <a:lnTo>
                    <a:pt x="8473300" y="4911"/>
                  </a:lnTo>
                  <a:lnTo>
                    <a:pt x="8473427" y="4911"/>
                  </a:lnTo>
                  <a:lnTo>
                    <a:pt x="8473553" y="4911"/>
                  </a:lnTo>
                  <a:lnTo>
                    <a:pt x="8473679" y="4911"/>
                  </a:lnTo>
                  <a:lnTo>
                    <a:pt x="8473805" y="4911"/>
                  </a:lnTo>
                  <a:lnTo>
                    <a:pt x="8473932" y="4911"/>
                  </a:lnTo>
                  <a:lnTo>
                    <a:pt x="8474058" y="4911"/>
                  </a:lnTo>
                  <a:lnTo>
                    <a:pt x="8474184" y="4911"/>
                  </a:lnTo>
                  <a:lnTo>
                    <a:pt x="8474311" y="4911"/>
                  </a:lnTo>
                  <a:lnTo>
                    <a:pt x="8474437" y="4911"/>
                  </a:lnTo>
                  <a:lnTo>
                    <a:pt x="8474563" y="4911"/>
                  </a:lnTo>
                  <a:lnTo>
                    <a:pt x="8474689" y="4911"/>
                  </a:lnTo>
                  <a:lnTo>
                    <a:pt x="8474816" y="4911"/>
                  </a:lnTo>
                  <a:lnTo>
                    <a:pt x="8474942" y="4911"/>
                  </a:lnTo>
                  <a:lnTo>
                    <a:pt x="8475068" y="4911"/>
                  </a:lnTo>
                  <a:lnTo>
                    <a:pt x="8475194" y="4911"/>
                  </a:lnTo>
                  <a:lnTo>
                    <a:pt x="8475321" y="4911"/>
                  </a:lnTo>
                  <a:lnTo>
                    <a:pt x="8475447" y="4911"/>
                  </a:lnTo>
                  <a:lnTo>
                    <a:pt x="8475573" y="4911"/>
                  </a:lnTo>
                  <a:lnTo>
                    <a:pt x="8475699" y="4911"/>
                  </a:lnTo>
                  <a:lnTo>
                    <a:pt x="8475826" y="4911"/>
                  </a:lnTo>
                  <a:lnTo>
                    <a:pt x="8475952" y="4911"/>
                  </a:lnTo>
                  <a:lnTo>
                    <a:pt x="8476078" y="4911"/>
                  </a:lnTo>
                  <a:lnTo>
                    <a:pt x="8476204" y="4911"/>
                  </a:lnTo>
                  <a:lnTo>
                    <a:pt x="8476331" y="4911"/>
                  </a:lnTo>
                  <a:lnTo>
                    <a:pt x="8476457" y="4911"/>
                  </a:lnTo>
                  <a:lnTo>
                    <a:pt x="8476583" y="4911"/>
                  </a:lnTo>
                  <a:lnTo>
                    <a:pt x="8476709" y="4911"/>
                  </a:lnTo>
                  <a:lnTo>
                    <a:pt x="8476836" y="4911"/>
                  </a:lnTo>
                  <a:lnTo>
                    <a:pt x="8476962" y="4911"/>
                  </a:lnTo>
                  <a:lnTo>
                    <a:pt x="8477088" y="4911"/>
                  </a:lnTo>
                  <a:lnTo>
                    <a:pt x="8477214" y="4911"/>
                  </a:lnTo>
                  <a:lnTo>
                    <a:pt x="8477341" y="4911"/>
                  </a:lnTo>
                  <a:lnTo>
                    <a:pt x="8477467" y="4911"/>
                  </a:lnTo>
                  <a:lnTo>
                    <a:pt x="8477593" y="4911"/>
                  </a:lnTo>
                  <a:lnTo>
                    <a:pt x="8477719" y="4911"/>
                  </a:lnTo>
                  <a:lnTo>
                    <a:pt x="8477846" y="4911"/>
                  </a:lnTo>
                  <a:lnTo>
                    <a:pt x="8477972" y="4911"/>
                  </a:lnTo>
                  <a:lnTo>
                    <a:pt x="8478098" y="4911"/>
                  </a:lnTo>
                  <a:lnTo>
                    <a:pt x="8478224" y="4911"/>
                  </a:lnTo>
                  <a:lnTo>
                    <a:pt x="8478351" y="4911"/>
                  </a:lnTo>
                  <a:lnTo>
                    <a:pt x="8478477" y="4911"/>
                  </a:lnTo>
                  <a:lnTo>
                    <a:pt x="8478603" y="4911"/>
                  </a:lnTo>
                  <a:lnTo>
                    <a:pt x="8478729" y="4911"/>
                  </a:lnTo>
                  <a:lnTo>
                    <a:pt x="8478856" y="4911"/>
                  </a:lnTo>
                  <a:lnTo>
                    <a:pt x="8478982" y="4911"/>
                  </a:lnTo>
                  <a:lnTo>
                    <a:pt x="8479108" y="4911"/>
                  </a:lnTo>
                  <a:lnTo>
                    <a:pt x="8479234" y="4911"/>
                  </a:lnTo>
                  <a:lnTo>
                    <a:pt x="8479361" y="4911"/>
                  </a:lnTo>
                  <a:lnTo>
                    <a:pt x="8479487" y="4911"/>
                  </a:lnTo>
                  <a:lnTo>
                    <a:pt x="8479613" y="4911"/>
                  </a:lnTo>
                  <a:lnTo>
                    <a:pt x="8479740" y="4911"/>
                  </a:lnTo>
                  <a:lnTo>
                    <a:pt x="8479866" y="4911"/>
                  </a:lnTo>
                  <a:lnTo>
                    <a:pt x="8479992" y="4911"/>
                  </a:lnTo>
                  <a:lnTo>
                    <a:pt x="8480118" y="4911"/>
                  </a:lnTo>
                  <a:lnTo>
                    <a:pt x="8480245" y="4911"/>
                  </a:lnTo>
                  <a:lnTo>
                    <a:pt x="8480371" y="4911"/>
                  </a:lnTo>
                  <a:lnTo>
                    <a:pt x="8480497" y="4911"/>
                  </a:lnTo>
                  <a:lnTo>
                    <a:pt x="8480623" y="4911"/>
                  </a:lnTo>
                  <a:lnTo>
                    <a:pt x="8480750" y="4911"/>
                  </a:lnTo>
                  <a:lnTo>
                    <a:pt x="8480876" y="4911"/>
                  </a:lnTo>
                  <a:lnTo>
                    <a:pt x="8481002" y="4911"/>
                  </a:lnTo>
                  <a:lnTo>
                    <a:pt x="8481128" y="4911"/>
                  </a:lnTo>
                  <a:lnTo>
                    <a:pt x="8481255" y="4911"/>
                  </a:lnTo>
                  <a:lnTo>
                    <a:pt x="8481381" y="4911"/>
                  </a:lnTo>
                  <a:lnTo>
                    <a:pt x="8481507" y="4911"/>
                  </a:lnTo>
                  <a:lnTo>
                    <a:pt x="8481633" y="4911"/>
                  </a:lnTo>
                  <a:lnTo>
                    <a:pt x="8481760" y="4911"/>
                  </a:lnTo>
                  <a:lnTo>
                    <a:pt x="8481886" y="4911"/>
                  </a:lnTo>
                  <a:lnTo>
                    <a:pt x="8482012" y="4911"/>
                  </a:lnTo>
                  <a:lnTo>
                    <a:pt x="8482138" y="4911"/>
                  </a:lnTo>
                  <a:lnTo>
                    <a:pt x="8482265" y="4911"/>
                  </a:lnTo>
                  <a:lnTo>
                    <a:pt x="8482391" y="4911"/>
                  </a:lnTo>
                  <a:lnTo>
                    <a:pt x="8482517" y="4911"/>
                  </a:lnTo>
                  <a:lnTo>
                    <a:pt x="8482643" y="4911"/>
                  </a:lnTo>
                  <a:lnTo>
                    <a:pt x="8482770" y="4911"/>
                  </a:lnTo>
                  <a:lnTo>
                    <a:pt x="8482896" y="4911"/>
                  </a:lnTo>
                  <a:lnTo>
                    <a:pt x="8483022" y="4911"/>
                  </a:lnTo>
                  <a:lnTo>
                    <a:pt x="8483148" y="4911"/>
                  </a:lnTo>
                  <a:lnTo>
                    <a:pt x="8483275" y="4911"/>
                  </a:lnTo>
                  <a:lnTo>
                    <a:pt x="8483401" y="4911"/>
                  </a:lnTo>
                  <a:lnTo>
                    <a:pt x="8483527" y="4911"/>
                  </a:lnTo>
                  <a:lnTo>
                    <a:pt x="8483653" y="4911"/>
                  </a:lnTo>
                  <a:lnTo>
                    <a:pt x="8483780" y="4911"/>
                  </a:lnTo>
                  <a:lnTo>
                    <a:pt x="8483906" y="4911"/>
                  </a:lnTo>
                  <a:lnTo>
                    <a:pt x="8484032" y="4911"/>
                  </a:lnTo>
                  <a:lnTo>
                    <a:pt x="8484158" y="4911"/>
                  </a:lnTo>
                  <a:lnTo>
                    <a:pt x="8484285" y="4911"/>
                  </a:lnTo>
                  <a:lnTo>
                    <a:pt x="8484411" y="4911"/>
                  </a:lnTo>
                  <a:lnTo>
                    <a:pt x="8484537" y="4911"/>
                  </a:lnTo>
                  <a:lnTo>
                    <a:pt x="8484664" y="4911"/>
                  </a:lnTo>
                  <a:lnTo>
                    <a:pt x="8484790" y="4911"/>
                  </a:lnTo>
                  <a:lnTo>
                    <a:pt x="8484916" y="4911"/>
                  </a:lnTo>
                  <a:lnTo>
                    <a:pt x="8485042" y="4911"/>
                  </a:lnTo>
                  <a:lnTo>
                    <a:pt x="8485169" y="4911"/>
                  </a:lnTo>
                  <a:lnTo>
                    <a:pt x="8485295" y="4911"/>
                  </a:lnTo>
                  <a:lnTo>
                    <a:pt x="8485421" y="4911"/>
                  </a:lnTo>
                  <a:lnTo>
                    <a:pt x="8485547" y="4911"/>
                  </a:lnTo>
                  <a:lnTo>
                    <a:pt x="8485674" y="4911"/>
                  </a:lnTo>
                  <a:lnTo>
                    <a:pt x="8485800" y="4911"/>
                  </a:lnTo>
                  <a:lnTo>
                    <a:pt x="8485926" y="4911"/>
                  </a:lnTo>
                  <a:lnTo>
                    <a:pt x="8486052" y="4911"/>
                  </a:lnTo>
                  <a:lnTo>
                    <a:pt x="8486179" y="4911"/>
                  </a:lnTo>
                  <a:lnTo>
                    <a:pt x="8486305" y="4911"/>
                  </a:lnTo>
                  <a:lnTo>
                    <a:pt x="8486431" y="4911"/>
                  </a:lnTo>
                  <a:lnTo>
                    <a:pt x="8486557" y="4911"/>
                  </a:lnTo>
                  <a:lnTo>
                    <a:pt x="8486684" y="4911"/>
                  </a:lnTo>
                  <a:lnTo>
                    <a:pt x="8486810" y="4911"/>
                  </a:lnTo>
                  <a:lnTo>
                    <a:pt x="8486936" y="4911"/>
                  </a:lnTo>
                  <a:lnTo>
                    <a:pt x="8487062" y="4911"/>
                  </a:lnTo>
                  <a:lnTo>
                    <a:pt x="8487189" y="4911"/>
                  </a:lnTo>
                  <a:lnTo>
                    <a:pt x="8487315" y="4911"/>
                  </a:lnTo>
                  <a:lnTo>
                    <a:pt x="8487441" y="4911"/>
                  </a:lnTo>
                  <a:lnTo>
                    <a:pt x="8487567" y="4911"/>
                  </a:lnTo>
                  <a:lnTo>
                    <a:pt x="8487694" y="4911"/>
                  </a:lnTo>
                  <a:lnTo>
                    <a:pt x="8487820" y="4911"/>
                  </a:lnTo>
                  <a:lnTo>
                    <a:pt x="8487946" y="4911"/>
                  </a:lnTo>
                  <a:lnTo>
                    <a:pt x="8488072" y="4911"/>
                  </a:lnTo>
                  <a:lnTo>
                    <a:pt x="8488199" y="4911"/>
                  </a:lnTo>
                  <a:lnTo>
                    <a:pt x="8488325" y="4911"/>
                  </a:lnTo>
                  <a:lnTo>
                    <a:pt x="8488451" y="4911"/>
                  </a:lnTo>
                  <a:lnTo>
                    <a:pt x="8488577" y="4911"/>
                  </a:lnTo>
                  <a:lnTo>
                    <a:pt x="8488704" y="4911"/>
                  </a:lnTo>
                  <a:lnTo>
                    <a:pt x="8488830" y="4911"/>
                  </a:lnTo>
                  <a:lnTo>
                    <a:pt x="8488956" y="4911"/>
                  </a:lnTo>
                  <a:lnTo>
                    <a:pt x="8489082" y="4911"/>
                  </a:lnTo>
                  <a:lnTo>
                    <a:pt x="8489209" y="4911"/>
                  </a:lnTo>
                  <a:lnTo>
                    <a:pt x="8489335" y="4911"/>
                  </a:lnTo>
                  <a:lnTo>
                    <a:pt x="8489461" y="4911"/>
                  </a:lnTo>
                  <a:lnTo>
                    <a:pt x="8489587" y="4911"/>
                  </a:lnTo>
                  <a:lnTo>
                    <a:pt x="8489714" y="4911"/>
                  </a:lnTo>
                  <a:lnTo>
                    <a:pt x="8489840" y="4911"/>
                  </a:lnTo>
                  <a:lnTo>
                    <a:pt x="8489966" y="4911"/>
                  </a:lnTo>
                  <a:lnTo>
                    <a:pt x="8490093" y="4911"/>
                  </a:lnTo>
                  <a:lnTo>
                    <a:pt x="8490219" y="4911"/>
                  </a:lnTo>
                  <a:lnTo>
                    <a:pt x="8490345" y="4911"/>
                  </a:lnTo>
                  <a:lnTo>
                    <a:pt x="8490471" y="4911"/>
                  </a:lnTo>
                  <a:lnTo>
                    <a:pt x="8490598" y="4911"/>
                  </a:lnTo>
                  <a:lnTo>
                    <a:pt x="8490724" y="4911"/>
                  </a:lnTo>
                  <a:lnTo>
                    <a:pt x="8490850" y="4911"/>
                  </a:lnTo>
                  <a:lnTo>
                    <a:pt x="8490976" y="4911"/>
                  </a:lnTo>
                  <a:lnTo>
                    <a:pt x="8491103" y="4911"/>
                  </a:lnTo>
                  <a:lnTo>
                    <a:pt x="8491229" y="4911"/>
                  </a:lnTo>
                  <a:lnTo>
                    <a:pt x="8491355" y="4911"/>
                  </a:lnTo>
                  <a:lnTo>
                    <a:pt x="8491481" y="4911"/>
                  </a:lnTo>
                  <a:lnTo>
                    <a:pt x="8491608" y="4911"/>
                  </a:lnTo>
                  <a:lnTo>
                    <a:pt x="8491734" y="4911"/>
                  </a:lnTo>
                  <a:lnTo>
                    <a:pt x="8491860" y="4911"/>
                  </a:lnTo>
                  <a:lnTo>
                    <a:pt x="8491986" y="4911"/>
                  </a:lnTo>
                  <a:lnTo>
                    <a:pt x="8492113" y="4911"/>
                  </a:lnTo>
                  <a:lnTo>
                    <a:pt x="8492239" y="4911"/>
                  </a:lnTo>
                  <a:lnTo>
                    <a:pt x="8492365" y="4911"/>
                  </a:lnTo>
                  <a:lnTo>
                    <a:pt x="8492491" y="4911"/>
                  </a:lnTo>
                  <a:lnTo>
                    <a:pt x="8492618" y="4911"/>
                  </a:lnTo>
                  <a:lnTo>
                    <a:pt x="8492744" y="4911"/>
                  </a:lnTo>
                  <a:lnTo>
                    <a:pt x="8492870" y="4911"/>
                  </a:lnTo>
                  <a:lnTo>
                    <a:pt x="8492996" y="4911"/>
                  </a:lnTo>
                  <a:lnTo>
                    <a:pt x="8493123" y="4911"/>
                  </a:lnTo>
                  <a:lnTo>
                    <a:pt x="8493249" y="4911"/>
                  </a:lnTo>
                  <a:lnTo>
                    <a:pt x="8493375" y="4911"/>
                  </a:lnTo>
                  <a:lnTo>
                    <a:pt x="8493501" y="4911"/>
                  </a:lnTo>
                  <a:lnTo>
                    <a:pt x="8493628" y="4911"/>
                  </a:lnTo>
                  <a:lnTo>
                    <a:pt x="8493754" y="4911"/>
                  </a:lnTo>
                  <a:lnTo>
                    <a:pt x="8493880" y="4911"/>
                  </a:lnTo>
                  <a:lnTo>
                    <a:pt x="8494006" y="4911"/>
                  </a:lnTo>
                  <a:lnTo>
                    <a:pt x="8494133" y="4911"/>
                  </a:lnTo>
                  <a:lnTo>
                    <a:pt x="8494259" y="4911"/>
                  </a:lnTo>
                  <a:lnTo>
                    <a:pt x="8494385" y="4911"/>
                  </a:lnTo>
                  <a:lnTo>
                    <a:pt x="8494511" y="4911"/>
                  </a:lnTo>
                  <a:lnTo>
                    <a:pt x="8494638" y="4911"/>
                  </a:lnTo>
                  <a:lnTo>
                    <a:pt x="8494764" y="4911"/>
                  </a:lnTo>
                  <a:lnTo>
                    <a:pt x="8494890" y="4911"/>
                  </a:lnTo>
                  <a:lnTo>
                    <a:pt x="8495017" y="4911"/>
                  </a:lnTo>
                  <a:lnTo>
                    <a:pt x="8495143" y="4911"/>
                  </a:lnTo>
                  <a:lnTo>
                    <a:pt x="8495269" y="4911"/>
                  </a:lnTo>
                  <a:lnTo>
                    <a:pt x="8495395" y="4911"/>
                  </a:lnTo>
                  <a:lnTo>
                    <a:pt x="8495522" y="4911"/>
                  </a:lnTo>
                  <a:lnTo>
                    <a:pt x="8495648" y="4911"/>
                  </a:lnTo>
                  <a:lnTo>
                    <a:pt x="8495774" y="4911"/>
                  </a:lnTo>
                  <a:lnTo>
                    <a:pt x="8495900" y="4911"/>
                  </a:lnTo>
                  <a:lnTo>
                    <a:pt x="8496027" y="4911"/>
                  </a:lnTo>
                  <a:lnTo>
                    <a:pt x="8496153" y="4911"/>
                  </a:lnTo>
                  <a:lnTo>
                    <a:pt x="8496279" y="4911"/>
                  </a:lnTo>
                  <a:lnTo>
                    <a:pt x="8496405" y="4911"/>
                  </a:lnTo>
                  <a:lnTo>
                    <a:pt x="8496532" y="4911"/>
                  </a:lnTo>
                  <a:lnTo>
                    <a:pt x="8496658" y="4911"/>
                  </a:lnTo>
                  <a:lnTo>
                    <a:pt x="8496784" y="4911"/>
                  </a:lnTo>
                  <a:lnTo>
                    <a:pt x="8496910" y="4911"/>
                  </a:lnTo>
                  <a:lnTo>
                    <a:pt x="8497037" y="4911"/>
                  </a:lnTo>
                  <a:lnTo>
                    <a:pt x="8497163" y="4911"/>
                  </a:lnTo>
                  <a:lnTo>
                    <a:pt x="8497289" y="4911"/>
                  </a:lnTo>
                  <a:lnTo>
                    <a:pt x="8497415" y="4911"/>
                  </a:lnTo>
                  <a:lnTo>
                    <a:pt x="8497542" y="4911"/>
                  </a:lnTo>
                  <a:lnTo>
                    <a:pt x="8497668" y="4911"/>
                  </a:lnTo>
                  <a:lnTo>
                    <a:pt x="8497794" y="4911"/>
                  </a:lnTo>
                  <a:lnTo>
                    <a:pt x="8497920" y="4911"/>
                  </a:lnTo>
                  <a:lnTo>
                    <a:pt x="8498047" y="4911"/>
                  </a:lnTo>
                  <a:lnTo>
                    <a:pt x="8498173" y="4911"/>
                  </a:lnTo>
                  <a:lnTo>
                    <a:pt x="8498299" y="4911"/>
                  </a:lnTo>
                  <a:lnTo>
                    <a:pt x="8498425" y="4911"/>
                  </a:lnTo>
                  <a:lnTo>
                    <a:pt x="8498552" y="4911"/>
                  </a:lnTo>
                  <a:lnTo>
                    <a:pt x="8498678" y="4911"/>
                  </a:lnTo>
                  <a:lnTo>
                    <a:pt x="8498804" y="4911"/>
                  </a:lnTo>
                  <a:lnTo>
                    <a:pt x="8498930" y="4911"/>
                  </a:lnTo>
                  <a:lnTo>
                    <a:pt x="8499057" y="4911"/>
                  </a:lnTo>
                  <a:lnTo>
                    <a:pt x="8499183" y="4911"/>
                  </a:lnTo>
                  <a:lnTo>
                    <a:pt x="8499309" y="4911"/>
                  </a:lnTo>
                  <a:lnTo>
                    <a:pt x="8499435" y="4911"/>
                  </a:lnTo>
                  <a:lnTo>
                    <a:pt x="8499562" y="4911"/>
                  </a:lnTo>
                  <a:lnTo>
                    <a:pt x="8499688" y="4911"/>
                  </a:lnTo>
                  <a:lnTo>
                    <a:pt x="8499814" y="4911"/>
                  </a:lnTo>
                  <a:lnTo>
                    <a:pt x="8499941" y="4911"/>
                  </a:lnTo>
                  <a:lnTo>
                    <a:pt x="8500067" y="4911"/>
                  </a:lnTo>
                  <a:lnTo>
                    <a:pt x="8500193" y="4911"/>
                  </a:lnTo>
                  <a:lnTo>
                    <a:pt x="8500319" y="4911"/>
                  </a:lnTo>
                  <a:lnTo>
                    <a:pt x="8500446" y="4911"/>
                  </a:lnTo>
                  <a:lnTo>
                    <a:pt x="8500572" y="4911"/>
                  </a:lnTo>
                  <a:lnTo>
                    <a:pt x="8500698" y="4911"/>
                  </a:lnTo>
                  <a:lnTo>
                    <a:pt x="8500824" y="4911"/>
                  </a:lnTo>
                  <a:lnTo>
                    <a:pt x="8500951" y="4911"/>
                  </a:lnTo>
                  <a:lnTo>
                    <a:pt x="8500951" y="0"/>
                  </a:lnTo>
                  <a:lnTo>
                    <a:pt x="8500951" y="0"/>
                  </a:lnTo>
                  <a:lnTo>
                    <a:pt x="8501077" y="0"/>
                  </a:lnTo>
                  <a:lnTo>
                    <a:pt x="8501203" y="0"/>
                  </a:lnTo>
                  <a:lnTo>
                    <a:pt x="8501329" y="0"/>
                  </a:lnTo>
                  <a:lnTo>
                    <a:pt x="8501456" y="0"/>
                  </a:lnTo>
                  <a:lnTo>
                    <a:pt x="8501582" y="0"/>
                  </a:lnTo>
                  <a:lnTo>
                    <a:pt x="8501708" y="0"/>
                  </a:lnTo>
                  <a:lnTo>
                    <a:pt x="8501834" y="0"/>
                  </a:lnTo>
                  <a:lnTo>
                    <a:pt x="8501961" y="0"/>
                  </a:lnTo>
                  <a:lnTo>
                    <a:pt x="8502087" y="0"/>
                  </a:lnTo>
                  <a:lnTo>
                    <a:pt x="8502213" y="0"/>
                  </a:lnTo>
                  <a:lnTo>
                    <a:pt x="8502339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252" y="6340585"/>
                  </a:lnTo>
                  <a:lnTo>
                    <a:pt x="378" y="6340585"/>
                  </a:lnTo>
                  <a:lnTo>
                    <a:pt x="505" y="6340585"/>
                  </a:lnTo>
                  <a:lnTo>
                    <a:pt x="631" y="6340585"/>
                  </a:lnTo>
                  <a:lnTo>
                    <a:pt x="757" y="6340585"/>
                  </a:lnTo>
                  <a:lnTo>
                    <a:pt x="883" y="6340585"/>
                  </a:lnTo>
                  <a:lnTo>
                    <a:pt x="1010" y="6340585"/>
                  </a:lnTo>
                  <a:lnTo>
                    <a:pt x="1136" y="6340585"/>
                  </a:lnTo>
                  <a:lnTo>
                    <a:pt x="1262" y="6340585"/>
                  </a:lnTo>
                  <a:lnTo>
                    <a:pt x="1388" y="6340585"/>
                  </a:lnTo>
                  <a:lnTo>
                    <a:pt x="1515" y="6340585"/>
                  </a:lnTo>
                  <a:lnTo>
                    <a:pt x="1641" y="6340585"/>
                  </a:lnTo>
                  <a:lnTo>
                    <a:pt x="1767" y="6340585"/>
                  </a:lnTo>
                  <a:lnTo>
                    <a:pt x="1893" y="6340585"/>
                  </a:lnTo>
                  <a:lnTo>
                    <a:pt x="2020" y="6340585"/>
                  </a:lnTo>
                  <a:lnTo>
                    <a:pt x="2146" y="6340585"/>
                  </a:lnTo>
                  <a:lnTo>
                    <a:pt x="2272" y="6340585"/>
                  </a:lnTo>
                  <a:lnTo>
                    <a:pt x="2398" y="6340585"/>
                  </a:lnTo>
                  <a:lnTo>
                    <a:pt x="2525" y="6340585"/>
                  </a:lnTo>
                  <a:lnTo>
                    <a:pt x="2651" y="6340585"/>
                  </a:lnTo>
                  <a:lnTo>
                    <a:pt x="2777" y="6340585"/>
                  </a:lnTo>
                  <a:lnTo>
                    <a:pt x="2903" y="6340585"/>
                  </a:lnTo>
                  <a:lnTo>
                    <a:pt x="3030" y="6340585"/>
                  </a:lnTo>
                  <a:lnTo>
                    <a:pt x="3156" y="6340585"/>
                  </a:lnTo>
                  <a:lnTo>
                    <a:pt x="3282" y="6340585"/>
                  </a:lnTo>
                  <a:lnTo>
                    <a:pt x="3408" y="6340585"/>
                  </a:lnTo>
                  <a:lnTo>
                    <a:pt x="3535" y="6340585"/>
                  </a:lnTo>
                  <a:lnTo>
                    <a:pt x="3661" y="6340585"/>
                  </a:lnTo>
                  <a:lnTo>
                    <a:pt x="3787" y="6340585"/>
                  </a:lnTo>
                  <a:lnTo>
                    <a:pt x="3913" y="6340585"/>
                  </a:lnTo>
                  <a:lnTo>
                    <a:pt x="4040" y="6340585"/>
                  </a:lnTo>
                  <a:lnTo>
                    <a:pt x="4166" y="6340585"/>
                  </a:lnTo>
                  <a:lnTo>
                    <a:pt x="4292" y="6340585"/>
                  </a:lnTo>
                  <a:lnTo>
                    <a:pt x="4418" y="6340585"/>
                  </a:lnTo>
                  <a:lnTo>
                    <a:pt x="4545" y="6340585"/>
                  </a:lnTo>
                  <a:lnTo>
                    <a:pt x="4671" y="6340585"/>
                  </a:lnTo>
                  <a:lnTo>
                    <a:pt x="4797" y="6340585"/>
                  </a:lnTo>
                  <a:lnTo>
                    <a:pt x="4923" y="6340585"/>
                  </a:lnTo>
                  <a:lnTo>
                    <a:pt x="5050" y="6340585"/>
                  </a:lnTo>
                  <a:lnTo>
                    <a:pt x="5176" y="6340585"/>
                  </a:lnTo>
                  <a:lnTo>
                    <a:pt x="5302" y="6340585"/>
                  </a:lnTo>
                  <a:lnTo>
                    <a:pt x="5429" y="6340585"/>
                  </a:lnTo>
                  <a:lnTo>
                    <a:pt x="5555" y="6340585"/>
                  </a:lnTo>
                  <a:lnTo>
                    <a:pt x="5681" y="6340585"/>
                  </a:lnTo>
                  <a:lnTo>
                    <a:pt x="5807" y="6340585"/>
                  </a:lnTo>
                  <a:lnTo>
                    <a:pt x="5934" y="6340585"/>
                  </a:lnTo>
                  <a:lnTo>
                    <a:pt x="6060" y="6340585"/>
                  </a:lnTo>
                  <a:lnTo>
                    <a:pt x="6186" y="6340585"/>
                  </a:lnTo>
                  <a:lnTo>
                    <a:pt x="6312" y="6340585"/>
                  </a:lnTo>
                  <a:lnTo>
                    <a:pt x="6439" y="6340585"/>
                  </a:lnTo>
                  <a:lnTo>
                    <a:pt x="6565" y="6340585"/>
                  </a:lnTo>
                  <a:lnTo>
                    <a:pt x="6691" y="6340585"/>
                  </a:lnTo>
                  <a:lnTo>
                    <a:pt x="6817" y="6340585"/>
                  </a:lnTo>
                  <a:lnTo>
                    <a:pt x="6944" y="6340585"/>
                  </a:lnTo>
                  <a:lnTo>
                    <a:pt x="7070" y="6340585"/>
                  </a:lnTo>
                  <a:lnTo>
                    <a:pt x="7196" y="6340585"/>
                  </a:lnTo>
                  <a:lnTo>
                    <a:pt x="7322" y="6340585"/>
                  </a:lnTo>
                  <a:lnTo>
                    <a:pt x="7449" y="6340585"/>
                  </a:lnTo>
                  <a:lnTo>
                    <a:pt x="7575" y="6340585"/>
                  </a:lnTo>
                  <a:lnTo>
                    <a:pt x="7575" y="6335673"/>
                  </a:lnTo>
                  <a:lnTo>
                    <a:pt x="7701" y="6335673"/>
                  </a:lnTo>
                  <a:lnTo>
                    <a:pt x="7827" y="6335673"/>
                  </a:lnTo>
                  <a:lnTo>
                    <a:pt x="7954" y="6335673"/>
                  </a:lnTo>
                  <a:lnTo>
                    <a:pt x="8080" y="6335673"/>
                  </a:lnTo>
                  <a:lnTo>
                    <a:pt x="8206" y="6335673"/>
                  </a:lnTo>
                  <a:lnTo>
                    <a:pt x="8332" y="6335673"/>
                  </a:lnTo>
                  <a:lnTo>
                    <a:pt x="8459" y="6335673"/>
                  </a:lnTo>
                  <a:lnTo>
                    <a:pt x="8585" y="6335673"/>
                  </a:lnTo>
                  <a:lnTo>
                    <a:pt x="8711" y="6335673"/>
                  </a:lnTo>
                  <a:lnTo>
                    <a:pt x="8837" y="6335673"/>
                  </a:lnTo>
                  <a:lnTo>
                    <a:pt x="8964" y="6335673"/>
                  </a:lnTo>
                  <a:lnTo>
                    <a:pt x="9090" y="6335673"/>
                  </a:lnTo>
                  <a:lnTo>
                    <a:pt x="9216" y="6335673"/>
                  </a:lnTo>
                  <a:lnTo>
                    <a:pt x="9342" y="6335673"/>
                  </a:lnTo>
                  <a:lnTo>
                    <a:pt x="9469" y="6335673"/>
                  </a:lnTo>
                  <a:lnTo>
                    <a:pt x="9595" y="6335673"/>
                  </a:lnTo>
                  <a:lnTo>
                    <a:pt x="9721" y="6335673"/>
                  </a:lnTo>
                  <a:lnTo>
                    <a:pt x="9847" y="6335673"/>
                  </a:lnTo>
                  <a:lnTo>
                    <a:pt x="9974" y="6335673"/>
                  </a:lnTo>
                  <a:lnTo>
                    <a:pt x="10100" y="6335673"/>
                  </a:lnTo>
                  <a:lnTo>
                    <a:pt x="10226" y="6335673"/>
                  </a:lnTo>
                  <a:lnTo>
                    <a:pt x="10353" y="6335673"/>
                  </a:lnTo>
                  <a:lnTo>
                    <a:pt x="10479" y="6335673"/>
                  </a:lnTo>
                  <a:lnTo>
                    <a:pt x="10605" y="6335673"/>
                  </a:lnTo>
                  <a:lnTo>
                    <a:pt x="10731" y="6335673"/>
                  </a:lnTo>
                  <a:lnTo>
                    <a:pt x="10858" y="6335673"/>
                  </a:lnTo>
                  <a:lnTo>
                    <a:pt x="10984" y="6335673"/>
                  </a:lnTo>
                  <a:lnTo>
                    <a:pt x="11110" y="6335673"/>
                  </a:lnTo>
                  <a:lnTo>
                    <a:pt x="11236" y="6335673"/>
                  </a:lnTo>
                  <a:lnTo>
                    <a:pt x="11363" y="6335673"/>
                  </a:lnTo>
                  <a:lnTo>
                    <a:pt x="11489" y="6335673"/>
                  </a:lnTo>
                  <a:lnTo>
                    <a:pt x="11615" y="6335673"/>
                  </a:lnTo>
                  <a:lnTo>
                    <a:pt x="11741" y="6335673"/>
                  </a:lnTo>
                  <a:lnTo>
                    <a:pt x="11868" y="6335673"/>
                  </a:lnTo>
                  <a:lnTo>
                    <a:pt x="11994" y="6335673"/>
                  </a:lnTo>
                  <a:lnTo>
                    <a:pt x="12120" y="6335673"/>
                  </a:lnTo>
                  <a:lnTo>
                    <a:pt x="12246" y="6335673"/>
                  </a:lnTo>
                  <a:lnTo>
                    <a:pt x="12373" y="6335673"/>
                  </a:lnTo>
                  <a:lnTo>
                    <a:pt x="12499" y="6335673"/>
                  </a:lnTo>
                  <a:lnTo>
                    <a:pt x="12625" y="6335673"/>
                  </a:lnTo>
                  <a:lnTo>
                    <a:pt x="12751" y="6335673"/>
                  </a:lnTo>
                  <a:lnTo>
                    <a:pt x="12878" y="6335673"/>
                  </a:lnTo>
                  <a:lnTo>
                    <a:pt x="13004" y="6335673"/>
                  </a:lnTo>
                  <a:lnTo>
                    <a:pt x="13130" y="6335673"/>
                  </a:lnTo>
                  <a:lnTo>
                    <a:pt x="13256" y="6335673"/>
                  </a:lnTo>
                  <a:lnTo>
                    <a:pt x="13383" y="6335673"/>
                  </a:lnTo>
                  <a:lnTo>
                    <a:pt x="13509" y="6335673"/>
                  </a:lnTo>
                  <a:lnTo>
                    <a:pt x="13635" y="6335673"/>
                  </a:lnTo>
                  <a:lnTo>
                    <a:pt x="13761" y="6335673"/>
                  </a:lnTo>
                  <a:lnTo>
                    <a:pt x="13888" y="6335673"/>
                  </a:lnTo>
                  <a:lnTo>
                    <a:pt x="14014" y="6335673"/>
                  </a:lnTo>
                  <a:lnTo>
                    <a:pt x="14140" y="6335673"/>
                  </a:lnTo>
                  <a:lnTo>
                    <a:pt x="14266" y="6335673"/>
                  </a:lnTo>
                  <a:lnTo>
                    <a:pt x="14393" y="6335673"/>
                  </a:lnTo>
                  <a:lnTo>
                    <a:pt x="14519" y="6335673"/>
                  </a:lnTo>
                  <a:lnTo>
                    <a:pt x="14645" y="6335673"/>
                  </a:lnTo>
                  <a:lnTo>
                    <a:pt x="14771" y="6335673"/>
                  </a:lnTo>
                  <a:lnTo>
                    <a:pt x="14898" y="6335673"/>
                  </a:lnTo>
                  <a:lnTo>
                    <a:pt x="15024" y="6335673"/>
                  </a:lnTo>
                  <a:lnTo>
                    <a:pt x="15150" y="6335673"/>
                  </a:lnTo>
                  <a:lnTo>
                    <a:pt x="15276" y="6335673"/>
                  </a:lnTo>
                  <a:lnTo>
                    <a:pt x="15403" y="6335673"/>
                  </a:lnTo>
                  <a:lnTo>
                    <a:pt x="15655" y="6335673"/>
                  </a:lnTo>
                  <a:lnTo>
                    <a:pt x="15782" y="6335673"/>
                  </a:lnTo>
                  <a:lnTo>
                    <a:pt x="15908" y="6335673"/>
                  </a:lnTo>
                  <a:lnTo>
                    <a:pt x="16034" y="6335673"/>
                  </a:lnTo>
                  <a:lnTo>
                    <a:pt x="16160" y="6335673"/>
                  </a:lnTo>
                  <a:lnTo>
                    <a:pt x="16287" y="6335673"/>
                  </a:lnTo>
                  <a:lnTo>
                    <a:pt x="16413" y="6335673"/>
                  </a:lnTo>
                  <a:lnTo>
                    <a:pt x="16539" y="6335673"/>
                  </a:lnTo>
                  <a:lnTo>
                    <a:pt x="16665" y="6335673"/>
                  </a:lnTo>
                  <a:lnTo>
                    <a:pt x="16792" y="6335673"/>
                  </a:lnTo>
                  <a:lnTo>
                    <a:pt x="16918" y="6335673"/>
                  </a:lnTo>
                  <a:lnTo>
                    <a:pt x="17044" y="6335673"/>
                  </a:lnTo>
                  <a:lnTo>
                    <a:pt x="17170" y="6335673"/>
                  </a:lnTo>
                  <a:lnTo>
                    <a:pt x="17297" y="6335673"/>
                  </a:lnTo>
                  <a:lnTo>
                    <a:pt x="17423" y="6335673"/>
                  </a:lnTo>
                  <a:lnTo>
                    <a:pt x="17549" y="6335673"/>
                  </a:lnTo>
                  <a:lnTo>
                    <a:pt x="17675" y="6335673"/>
                  </a:lnTo>
                  <a:lnTo>
                    <a:pt x="17802" y="6335673"/>
                  </a:lnTo>
                  <a:lnTo>
                    <a:pt x="17928" y="6335673"/>
                  </a:lnTo>
                  <a:lnTo>
                    <a:pt x="18054" y="6335673"/>
                  </a:lnTo>
                  <a:lnTo>
                    <a:pt x="18180" y="6335673"/>
                  </a:lnTo>
                  <a:lnTo>
                    <a:pt x="18307" y="6335673"/>
                  </a:lnTo>
                  <a:lnTo>
                    <a:pt x="18433" y="6335673"/>
                  </a:lnTo>
                  <a:lnTo>
                    <a:pt x="18559" y="6335673"/>
                  </a:lnTo>
                  <a:lnTo>
                    <a:pt x="18685" y="6335673"/>
                  </a:lnTo>
                  <a:lnTo>
                    <a:pt x="18812" y="6335673"/>
                  </a:lnTo>
                  <a:lnTo>
                    <a:pt x="18938" y="6335673"/>
                  </a:lnTo>
                  <a:lnTo>
                    <a:pt x="19064" y="6335673"/>
                  </a:lnTo>
                  <a:lnTo>
                    <a:pt x="19190" y="6335673"/>
                  </a:lnTo>
                  <a:lnTo>
                    <a:pt x="19317" y="6335673"/>
                  </a:lnTo>
                  <a:lnTo>
                    <a:pt x="19443" y="6335673"/>
                  </a:lnTo>
                  <a:lnTo>
                    <a:pt x="19569" y="6335673"/>
                  </a:lnTo>
                  <a:lnTo>
                    <a:pt x="19695" y="6335673"/>
                  </a:lnTo>
                  <a:lnTo>
                    <a:pt x="19822" y="6335673"/>
                  </a:lnTo>
                  <a:lnTo>
                    <a:pt x="19948" y="6335673"/>
                  </a:lnTo>
                  <a:lnTo>
                    <a:pt x="20074" y="6335673"/>
                  </a:lnTo>
                  <a:lnTo>
                    <a:pt x="20200" y="6335673"/>
                  </a:lnTo>
                  <a:lnTo>
                    <a:pt x="20327" y="6335673"/>
                  </a:lnTo>
                  <a:lnTo>
                    <a:pt x="20453" y="6335673"/>
                  </a:lnTo>
                  <a:lnTo>
                    <a:pt x="20579" y="6335673"/>
                  </a:lnTo>
                  <a:lnTo>
                    <a:pt x="20706" y="6335673"/>
                  </a:lnTo>
                  <a:lnTo>
                    <a:pt x="20832" y="6335673"/>
                  </a:lnTo>
                  <a:lnTo>
                    <a:pt x="20958" y="6335673"/>
                  </a:lnTo>
                  <a:lnTo>
                    <a:pt x="21084" y="6335673"/>
                  </a:lnTo>
                  <a:lnTo>
                    <a:pt x="21211" y="6335673"/>
                  </a:lnTo>
                  <a:lnTo>
                    <a:pt x="21337" y="6335673"/>
                  </a:lnTo>
                  <a:lnTo>
                    <a:pt x="21463" y="6335673"/>
                  </a:lnTo>
                  <a:lnTo>
                    <a:pt x="21589" y="6335673"/>
                  </a:lnTo>
                  <a:lnTo>
                    <a:pt x="21716" y="6335673"/>
                  </a:lnTo>
                  <a:lnTo>
                    <a:pt x="21842" y="6335673"/>
                  </a:lnTo>
                  <a:lnTo>
                    <a:pt x="21968" y="6335673"/>
                  </a:lnTo>
                  <a:lnTo>
                    <a:pt x="22094" y="6335673"/>
                  </a:lnTo>
                  <a:lnTo>
                    <a:pt x="22221" y="6335673"/>
                  </a:lnTo>
                  <a:lnTo>
                    <a:pt x="22347" y="6335673"/>
                  </a:lnTo>
                  <a:lnTo>
                    <a:pt x="22473" y="6335673"/>
                  </a:lnTo>
                  <a:lnTo>
                    <a:pt x="22599" y="6335673"/>
                  </a:lnTo>
                  <a:lnTo>
                    <a:pt x="22726" y="6335673"/>
                  </a:lnTo>
                  <a:lnTo>
                    <a:pt x="22852" y="6335673"/>
                  </a:lnTo>
                  <a:lnTo>
                    <a:pt x="22978" y="6335673"/>
                  </a:lnTo>
                  <a:lnTo>
                    <a:pt x="23104" y="6335673"/>
                  </a:lnTo>
                  <a:lnTo>
                    <a:pt x="23231" y="6335673"/>
                  </a:lnTo>
                  <a:lnTo>
                    <a:pt x="23231" y="6330762"/>
                  </a:lnTo>
                  <a:lnTo>
                    <a:pt x="23357" y="6330762"/>
                  </a:lnTo>
                  <a:lnTo>
                    <a:pt x="23483" y="6330762"/>
                  </a:lnTo>
                  <a:lnTo>
                    <a:pt x="23609" y="6330762"/>
                  </a:lnTo>
                  <a:lnTo>
                    <a:pt x="23736" y="6330762"/>
                  </a:lnTo>
                  <a:lnTo>
                    <a:pt x="23862" y="6330762"/>
                  </a:lnTo>
                  <a:lnTo>
                    <a:pt x="23988" y="6330762"/>
                  </a:lnTo>
                  <a:lnTo>
                    <a:pt x="24114" y="6330762"/>
                  </a:lnTo>
                  <a:lnTo>
                    <a:pt x="24241" y="6330762"/>
                  </a:lnTo>
                  <a:lnTo>
                    <a:pt x="24367" y="6330762"/>
                  </a:lnTo>
                  <a:lnTo>
                    <a:pt x="24493" y="6330762"/>
                  </a:lnTo>
                  <a:lnTo>
                    <a:pt x="24619" y="6330762"/>
                  </a:lnTo>
                  <a:lnTo>
                    <a:pt x="24746" y="6330762"/>
                  </a:lnTo>
                  <a:lnTo>
                    <a:pt x="24872" y="6330762"/>
                  </a:lnTo>
                  <a:lnTo>
                    <a:pt x="24998" y="6330762"/>
                  </a:lnTo>
                  <a:lnTo>
                    <a:pt x="25124" y="6330762"/>
                  </a:lnTo>
                  <a:lnTo>
                    <a:pt x="25251" y="6330762"/>
                  </a:lnTo>
                  <a:lnTo>
                    <a:pt x="25377" y="6330762"/>
                  </a:lnTo>
                  <a:lnTo>
                    <a:pt x="25503" y="6330762"/>
                  </a:lnTo>
                  <a:lnTo>
                    <a:pt x="25629" y="6330762"/>
                  </a:lnTo>
                  <a:lnTo>
                    <a:pt x="25756" y="6330762"/>
                  </a:lnTo>
                  <a:lnTo>
                    <a:pt x="25882" y="6330762"/>
                  </a:lnTo>
                  <a:lnTo>
                    <a:pt x="26008" y="6330762"/>
                  </a:lnTo>
                  <a:lnTo>
                    <a:pt x="26135" y="6330762"/>
                  </a:lnTo>
                  <a:lnTo>
                    <a:pt x="26261" y="6330762"/>
                  </a:lnTo>
                  <a:lnTo>
                    <a:pt x="26387" y="6330762"/>
                  </a:lnTo>
                  <a:lnTo>
                    <a:pt x="26513" y="6330762"/>
                  </a:lnTo>
                  <a:lnTo>
                    <a:pt x="26640" y="6330762"/>
                  </a:lnTo>
                  <a:lnTo>
                    <a:pt x="26766" y="6330762"/>
                  </a:lnTo>
                  <a:lnTo>
                    <a:pt x="27018" y="6330762"/>
                  </a:lnTo>
                  <a:lnTo>
                    <a:pt x="27145" y="6330762"/>
                  </a:lnTo>
                  <a:lnTo>
                    <a:pt x="27271" y="6330762"/>
                  </a:lnTo>
                  <a:lnTo>
                    <a:pt x="27397" y="6330762"/>
                  </a:lnTo>
                  <a:lnTo>
                    <a:pt x="27523" y="6330762"/>
                  </a:lnTo>
                  <a:lnTo>
                    <a:pt x="27650" y="6330762"/>
                  </a:lnTo>
                  <a:lnTo>
                    <a:pt x="27776" y="6330762"/>
                  </a:lnTo>
                  <a:lnTo>
                    <a:pt x="27902" y="6330762"/>
                  </a:lnTo>
                  <a:lnTo>
                    <a:pt x="28028" y="6330762"/>
                  </a:lnTo>
                  <a:lnTo>
                    <a:pt x="28155" y="6330762"/>
                  </a:lnTo>
                  <a:lnTo>
                    <a:pt x="28281" y="6330762"/>
                  </a:lnTo>
                  <a:lnTo>
                    <a:pt x="28407" y="6330762"/>
                  </a:lnTo>
                  <a:lnTo>
                    <a:pt x="28533" y="6330762"/>
                  </a:lnTo>
                  <a:lnTo>
                    <a:pt x="28660" y="6330762"/>
                  </a:lnTo>
                  <a:lnTo>
                    <a:pt x="28786" y="6330762"/>
                  </a:lnTo>
                  <a:lnTo>
                    <a:pt x="28912" y="6330762"/>
                  </a:lnTo>
                  <a:lnTo>
                    <a:pt x="29038" y="6330762"/>
                  </a:lnTo>
                  <a:lnTo>
                    <a:pt x="29165" y="6330762"/>
                  </a:lnTo>
                  <a:lnTo>
                    <a:pt x="29291" y="6330762"/>
                  </a:lnTo>
                  <a:lnTo>
                    <a:pt x="29417" y="6330762"/>
                  </a:lnTo>
                  <a:lnTo>
                    <a:pt x="29543" y="6330762"/>
                  </a:lnTo>
                  <a:lnTo>
                    <a:pt x="29670" y="6330762"/>
                  </a:lnTo>
                  <a:lnTo>
                    <a:pt x="29796" y="6330762"/>
                  </a:lnTo>
                  <a:lnTo>
                    <a:pt x="29922" y="6330762"/>
                  </a:lnTo>
                  <a:lnTo>
                    <a:pt x="30048" y="6330762"/>
                  </a:lnTo>
                  <a:lnTo>
                    <a:pt x="30175" y="6330762"/>
                  </a:lnTo>
                  <a:lnTo>
                    <a:pt x="30301" y="6330762"/>
                  </a:lnTo>
                  <a:lnTo>
                    <a:pt x="30427" y="6330762"/>
                  </a:lnTo>
                  <a:lnTo>
                    <a:pt x="30553" y="6330762"/>
                  </a:lnTo>
                  <a:lnTo>
                    <a:pt x="30680" y="6330762"/>
                  </a:lnTo>
                  <a:lnTo>
                    <a:pt x="30806" y="6330762"/>
                  </a:lnTo>
                  <a:lnTo>
                    <a:pt x="30932" y="6330762"/>
                  </a:lnTo>
                  <a:lnTo>
                    <a:pt x="31059" y="6330762"/>
                  </a:lnTo>
                  <a:lnTo>
                    <a:pt x="31185" y="6330762"/>
                  </a:lnTo>
                  <a:lnTo>
                    <a:pt x="31311" y="6330762"/>
                  </a:lnTo>
                  <a:lnTo>
                    <a:pt x="31437" y="6330762"/>
                  </a:lnTo>
                  <a:lnTo>
                    <a:pt x="31564" y="6330762"/>
                  </a:lnTo>
                  <a:lnTo>
                    <a:pt x="31690" y="6330762"/>
                  </a:lnTo>
                  <a:lnTo>
                    <a:pt x="31816" y="6330762"/>
                  </a:lnTo>
                  <a:lnTo>
                    <a:pt x="31942" y="6330762"/>
                  </a:lnTo>
                  <a:lnTo>
                    <a:pt x="32069" y="6330762"/>
                  </a:lnTo>
                  <a:lnTo>
                    <a:pt x="32195" y="6330762"/>
                  </a:lnTo>
                  <a:lnTo>
                    <a:pt x="32321" y="6330762"/>
                  </a:lnTo>
                  <a:lnTo>
                    <a:pt x="32447" y="6330762"/>
                  </a:lnTo>
                  <a:lnTo>
                    <a:pt x="32574" y="6330762"/>
                  </a:lnTo>
                  <a:lnTo>
                    <a:pt x="32700" y="6330762"/>
                  </a:lnTo>
                  <a:lnTo>
                    <a:pt x="32826" y="6330762"/>
                  </a:lnTo>
                  <a:lnTo>
                    <a:pt x="32952" y="6330762"/>
                  </a:lnTo>
                  <a:lnTo>
                    <a:pt x="33079" y="6330762"/>
                  </a:lnTo>
                  <a:lnTo>
                    <a:pt x="33205" y="6330762"/>
                  </a:lnTo>
                  <a:lnTo>
                    <a:pt x="33331" y="6330762"/>
                  </a:lnTo>
                  <a:lnTo>
                    <a:pt x="33457" y="6330762"/>
                  </a:lnTo>
                  <a:lnTo>
                    <a:pt x="33584" y="6330762"/>
                  </a:lnTo>
                  <a:lnTo>
                    <a:pt x="33710" y="6330762"/>
                  </a:lnTo>
                  <a:lnTo>
                    <a:pt x="33836" y="6330762"/>
                  </a:lnTo>
                  <a:lnTo>
                    <a:pt x="33962" y="6330762"/>
                  </a:lnTo>
                  <a:lnTo>
                    <a:pt x="34089" y="6330762"/>
                  </a:lnTo>
                  <a:lnTo>
                    <a:pt x="34215" y="6330762"/>
                  </a:lnTo>
                  <a:lnTo>
                    <a:pt x="34341" y="6330762"/>
                  </a:lnTo>
                  <a:lnTo>
                    <a:pt x="34467" y="6330762"/>
                  </a:lnTo>
                  <a:lnTo>
                    <a:pt x="34594" y="6330762"/>
                  </a:lnTo>
                  <a:lnTo>
                    <a:pt x="34720" y="6330762"/>
                  </a:lnTo>
                  <a:lnTo>
                    <a:pt x="34846" y="6330762"/>
                  </a:lnTo>
                  <a:lnTo>
                    <a:pt x="34972" y="6330762"/>
                  </a:lnTo>
                  <a:lnTo>
                    <a:pt x="35099" y="6330762"/>
                  </a:lnTo>
                  <a:lnTo>
                    <a:pt x="35225" y="6330762"/>
                  </a:lnTo>
                  <a:lnTo>
                    <a:pt x="35351" y="6330762"/>
                  </a:lnTo>
                  <a:lnTo>
                    <a:pt x="35477" y="6330762"/>
                  </a:lnTo>
                  <a:lnTo>
                    <a:pt x="35604" y="6330762"/>
                  </a:lnTo>
                  <a:lnTo>
                    <a:pt x="35730" y="6330762"/>
                  </a:lnTo>
                  <a:lnTo>
                    <a:pt x="35856" y="6330762"/>
                  </a:lnTo>
                  <a:lnTo>
                    <a:pt x="35982" y="6330762"/>
                  </a:lnTo>
                  <a:lnTo>
                    <a:pt x="36109" y="6330762"/>
                  </a:lnTo>
                  <a:lnTo>
                    <a:pt x="36235" y="6330762"/>
                  </a:lnTo>
                  <a:lnTo>
                    <a:pt x="36361" y="6330762"/>
                  </a:lnTo>
                  <a:lnTo>
                    <a:pt x="36488" y="6330762"/>
                  </a:lnTo>
                  <a:lnTo>
                    <a:pt x="36614" y="6330762"/>
                  </a:lnTo>
                  <a:lnTo>
                    <a:pt x="36740" y="6330762"/>
                  </a:lnTo>
                  <a:lnTo>
                    <a:pt x="36866" y="6330762"/>
                  </a:lnTo>
                  <a:lnTo>
                    <a:pt x="36993" y="6330762"/>
                  </a:lnTo>
                  <a:lnTo>
                    <a:pt x="36993" y="6325850"/>
                  </a:lnTo>
                  <a:lnTo>
                    <a:pt x="37119" y="6325850"/>
                  </a:lnTo>
                  <a:lnTo>
                    <a:pt x="37245" y="6325850"/>
                  </a:lnTo>
                  <a:lnTo>
                    <a:pt x="37371" y="6325850"/>
                  </a:lnTo>
                  <a:lnTo>
                    <a:pt x="37498" y="6325850"/>
                  </a:lnTo>
                  <a:lnTo>
                    <a:pt x="37624" y="6325850"/>
                  </a:lnTo>
                  <a:lnTo>
                    <a:pt x="37750" y="6325850"/>
                  </a:lnTo>
                  <a:lnTo>
                    <a:pt x="37876" y="6325850"/>
                  </a:lnTo>
                  <a:lnTo>
                    <a:pt x="38003" y="6325850"/>
                  </a:lnTo>
                  <a:lnTo>
                    <a:pt x="38129" y="6325850"/>
                  </a:lnTo>
                  <a:lnTo>
                    <a:pt x="38255" y="6325850"/>
                  </a:lnTo>
                  <a:lnTo>
                    <a:pt x="38381" y="6325850"/>
                  </a:lnTo>
                  <a:lnTo>
                    <a:pt x="38508" y="6325850"/>
                  </a:lnTo>
                  <a:lnTo>
                    <a:pt x="38634" y="6325850"/>
                  </a:lnTo>
                  <a:lnTo>
                    <a:pt x="38760" y="6325850"/>
                  </a:lnTo>
                  <a:lnTo>
                    <a:pt x="38886" y="6325850"/>
                  </a:lnTo>
                  <a:lnTo>
                    <a:pt x="39013" y="6325850"/>
                  </a:lnTo>
                  <a:lnTo>
                    <a:pt x="39139" y="6325850"/>
                  </a:lnTo>
                  <a:lnTo>
                    <a:pt x="39265" y="6325850"/>
                  </a:lnTo>
                  <a:lnTo>
                    <a:pt x="39391" y="6325850"/>
                  </a:lnTo>
                  <a:lnTo>
                    <a:pt x="39518" y="6325850"/>
                  </a:lnTo>
                  <a:lnTo>
                    <a:pt x="39644" y="6325850"/>
                  </a:lnTo>
                  <a:lnTo>
                    <a:pt x="39770" y="6325850"/>
                  </a:lnTo>
                  <a:lnTo>
                    <a:pt x="39770" y="6320939"/>
                  </a:lnTo>
                  <a:lnTo>
                    <a:pt x="39896" y="6320939"/>
                  </a:lnTo>
                  <a:lnTo>
                    <a:pt x="40023" y="6320939"/>
                  </a:lnTo>
                  <a:lnTo>
                    <a:pt x="40149" y="6320939"/>
                  </a:lnTo>
                  <a:lnTo>
                    <a:pt x="40275" y="6320939"/>
                  </a:lnTo>
                  <a:lnTo>
                    <a:pt x="40401" y="6320939"/>
                  </a:lnTo>
                  <a:lnTo>
                    <a:pt x="40528" y="6320939"/>
                  </a:lnTo>
                  <a:lnTo>
                    <a:pt x="40654" y="6320939"/>
                  </a:lnTo>
                  <a:lnTo>
                    <a:pt x="40780" y="6320939"/>
                  </a:lnTo>
                  <a:lnTo>
                    <a:pt x="40906" y="6320939"/>
                  </a:lnTo>
                  <a:lnTo>
                    <a:pt x="41033" y="6320939"/>
                  </a:lnTo>
                  <a:lnTo>
                    <a:pt x="41159" y="6320939"/>
                  </a:lnTo>
                  <a:lnTo>
                    <a:pt x="41285" y="6320939"/>
                  </a:lnTo>
                  <a:lnTo>
                    <a:pt x="41412" y="6320939"/>
                  </a:lnTo>
                  <a:lnTo>
                    <a:pt x="41538" y="6320939"/>
                  </a:lnTo>
                  <a:lnTo>
                    <a:pt x="41664" y="6320939"/>
                  </a:lnTo>
                  <a:lnTo>
                    <a:pt x="41790" y="6320939"/>
                  </a:lnTo>
                  <a:lnTo>
                    <a:pt x="41917" y="6320939"/>
                  </a:lnTo>
                  <a:lnTo>
                    <a:pt x="42043" y="6320939"/>
                  </a:lnTo>
                  <a:lnTo>
                    <a:pt x="42169" y="6320939"/>
                  </a:lnTo>
                  <a:lnTo>
                    <a:pt x="42295" y="6320939"/>
                  </a:lnTo>
                  <a:lnTo>
                    <a:pt x="42548" y="6316028"/>
                  </a:lnTo>
                  <a:lnTo>
                    <a:pt x="42674" y="6316028"/>
                  </a:lnTo>
                  <a:lnTo>
                    <a:pt x="42800" y="6316028"/>
                  </a:lnTo>
                  <a:lnTo>
                    <a:pt x="42927" y="6316028"/>
                  </a:lnTo>
                  <a:lnTo>
                    <a:pt x="43053" y="6316028"/>
                  </a:lnTo>
                  <a:lnTo>
                    <a:pt x="43179" y="6316028"/>
                  </a:lnTo>
                  <a:lnTo>
                    <a:pt x="43305" y="6316028"/>
                  </a:lnTo>
                  <a:lnTo>
                    <a:pt x="43432" y="6316028"/>
                  </a:lnTo>
                  <a:lnTo>
                    <a:pt x="43558" y="6316028"/>
                  </a:lnTo>
                  <a:lnTo>
                    <a:pt x="43684" y="6316028"/>
                  </a:lnTo>
                  <a:lnTo>
                    <a:pt x="43810" y="6316028"/>
                  </a:lnTo>
                  <a:lnTo>
                    <a:pt x="43937" y="6316028"/>
                  </a:lnTo>
                  <a:lnTo>
                    <a:pt x="44063" y="6316028"/>
                  </a:lnTo>
                  <a:lnTo>
                    <a:pt x="44189" y="6316028"/>
                  </a:lnTo>
                  <a:lnTo>
                    <a:pt x="44315" y="6316028"/>
                  </a:lnTo>
                  <a:lnTo>
                    <a:pt x="44442" y="6316028"/>
                  </a:lnTo>
                  <a:lnTo>
                    <a:pt x="44568" y="6316028"/>
                  </a:lnTo>
                  <a:lnTo>
                    <a:pt x="44694" y="6316028"/>
                  </a:lnTo>
                  <a:lnTo>
                    <a:pt x="44820" y="6316028"/>
                  </a:lnTo>
                  <a:lnTo>
                    <a:pt x="44947" y="6316028"/>
                  </a:lnTo>
                  <a:lnTo>
                    <a:pt x="45073" y="6316028"/>
                  </a:lnTo>
                  <a:lnTo>
                    <a:pt x="45199" y="6316028"/>
                  </a:lnTo>
                  <a:lnTo>
                    <a:pt x="45325" y="6316028"/>
                  </a:lnTo>
                  <a:lnTo>
                    <a:pt x="45452" y="6316028"/>
                  </a:lnTo>
                  <a:lnTo>
                    <a:pt x="45578" y="6316028"/>
                  </a:lnTo>
                  <a:lnTo>
                    <a:pt x="45704" y="6316028"/>
                  </a:lnTo>
                  <a:lnTo>
                    <a:pt x="45830" y="6316028"/>
                  </a:lnTo>
                  <a:lnTo>
                    <a:pt x="45957" y="6316028"/>
                  </a:lnTo>
                  <a:lnTo>
                    <a:pt x="46083" y="6316028"/>
                  </a:lnTo>
                  <a:lnTo>
                    <a:pt x="46209" y="6316028"/>
                  </a:lnTo>
                  <a:lnTo>
                    <a:pt x="46335" y="6316028"/>
                  </a:lnTo>
                  <a:lnTo>
                    <a:pt x="46462" y="6316028"/>
                  </a:lnTo>
                  <a:lnTo>
                    <a:pt x="46588" y="6316028"/>
                  </a:lnTo>
                  <a:lnTo>
                    <a:pt x="46714" y="6316028"/>
                  </a:lnTo>
                  <a:lnTo>
                    <a:pt x="46841" y="6316028"/>
                  </a:lnTo>
                  <a:lnTo>
                    <a:pt x="46967" y="6316028"/>
                  </a:lnTo>
                  <a:lnTo>
                    <a:pt x="47093" y="6316028"/>
                  </a:lnTo>
                  <a:lnTo>
                    <a:pt x="47219" y="6316028"/>
                  </a:lnTo>
                  <a:lnTo>
                    <a:pt x="47346" y="6316028"/>
                  </a:lnTo>
                  <a:lnTo>
                    <a:pt x="47472" y="6316028"/>
                  </a:lnTo>
                  <a:lnTo>
                    <a:pt x="47598" y="6316028"/>
                  </a:lnTo>
                  <a:lnTo>
                    <a:pt x="47724" y="6316028"/>
                  </a:lnTo>
                  <a:lnTo>
                    <a:pt x="47851" y="6316028"/>
                  </a:lnTo>
                  <a:lnTo>
                    <a:pt x="47977" y="6316028"/>
                  </a:lnTo>
                  <a:lnTo>
                    <a:pt x="48103" y="6316028"/>
                  </a:lnTo>
                  <a:lnTo>
                    <a:pt x="48103" y="6311116"/>
                  </a:lnTo>
                  <a:lnTo>
                    <a:pt x="48229" y="6311116"/>
                  </a:lnTo>
                  <a:lnTo>
                    <a:pt x="48356" y="6311116"/>
                  </a:lnTo>
                  <a:lnTo>
                    <a:pt x="48482" y="6311116"/>
                  </a:lnTo>
                  <a:lnTo>
                    <a:pt x="48608" y="6311116"/>
                  </a:lnTo>
                  <a:lnTo>
                    <a:pt x="48734" y="6311116"/>
                  </a:lnTo>
                  <a:lnTo>
                    <a:pt x="48861" y="6311116"/>
                  </a:lnTo>
                  <a:lnTo>
                    <a:pt x="48987" y="6311116"/>
                  </a:lnTo>
                  <a:lnTo>
                    <a:pt x="49113" y="6311116"/>
                  </a:lnTo>
                  <a:lnTo>
                    <a:pt x="49239" y="6311116"/>
                  </a:lnTo>
                  <a:lnTo>
                    <a:pt x="49366" y="6311116"/>
                  </a:lnTo>
                  <a:lnTo>
                    <a:pt x="49492" y="6311116"/>
                  </a:lnTo>
                  <a:lnTo>
                    <a:pt x="49618" y="6311116"/>
                  </a:lnTo>
                  <a:lnTo>
                    <a:pt x="49744" y="6311116"/>
                  </a:lnTo>
                  <a:lnTo>
                    <a:pt x="49871" y="6311116"/>
                  </a:lnTo>
                  <a:lnTo>
                    <a:pt x="49997" y="6311116"/>
                  </a:lnTo>
                  <a:lnTo>
                    <a:pt x="50123" y="6311116"/>
                  </a:lnTo>
                  <a:lnTo>
                    <a:pt x="50249" y="6311116"/>
                  </a:lnTo>
                  <a:lnTo>
                    <a:pt x="50376" y="6311116"/>
                  </a:lnTo>
                  <a:lnTo>
                    <a:pt x="50502" y="6311116"/>
                  </a:lnTo>
                  <a:lnTo>
                    <a:pt x="50628" y="6311116"/>
                  </a:lnTo>
                  <a:lnTo>
                    <a:pt x="50754" y="6311116"/>
                  </a:lnTo>
                  <a:lnTo>
                    <a:pt x="50881" y="6311116"/>
                  </a:lnTo>
                  <a:lnTo>
                    <a:pt x="51007" y="6311116"/>
                  </a:lnTo>
                  <a:lnTo>
                    <a:pt x="51133" y="6311116"/>
                  </a:lnTo>
                  <a:lnTo>
                    <a:pt x="51259" y="6311116"/>
                  </a:lnTo>
                  <a:lnTo>
                    <a:pt x="51386" y="6311116"/>
                  </a:lnTo>
                  <a:lnTo>
                    <a:pt x="51512" y="6311116"/>
                  </a:lnTo>
                  <a:lnTo>
                    <a:pt x="51638" y="6311116"/>
                  </a:lnTo>
                  <a:lnTo>
                    <a:pt x="51765" y="6311116"/>
                  </a:lnTo>
                  <a:lnTo>
                    <a:pt x="51891" y="6311116"/>
                  </a:lnTo>
                  <a:lnTo>
                    <a:pt x="52017" y="6311116"/>
                  </a:lnTo>
                  <a:lnTo>
                    <a:pt x="52143" y="6311116"/>
                  </a:lnTo>
                  <a:lnTo>
                    <a:pt x="52270" y="6311116"/>
                  </a:lnTo>
                  <a:lnTo>
                    <a:pt x="52396" y="6311116"/>
                  </a:lnTo>
                  <a:lnTo>
                    <a:pt x="52522" y="6311116"/>
                  </a:lnTo>
                  <a:lnTo>
                    <a:pt x="52648" y="6311116"/>
                  </a:lnTo>
                  <a:lnTo>
                    <a:pt x="52775" y="6311116"/>
                  </a:lnTo>
                  <a:lnTo>
                    <a:pt x="52901" y="6311116"/>
                  </a:lnTo>
                  <a:lnTo>
                    <a:pt x="53153" y="6311116"/>
                  </a:lnTo>
                  <a:lnTo>
                    <a:pt x="53280" y="6311116"/>
                  </a:lnTo>
                  <a:lnTo>
                    <a:pt x="53406" y="6311116"/>
                  </a:lnTo>
                  <a:lnTo>
                    <a:pt x="53532" y="6311116"/>
                  </a:lnTo>
                  <a:lnTo>
                    <a:pt x="53658" y="6311116"/>
                  </a:lnTo>
                  <a:lnTo>
                    <a:pt x="53785" y="6311116"/>
                  </a:lnTo>
                  <a:lnTo>
                    <a:pt x="53911" y="6311116"/>
                  </a:lnTo>
                  <a:lnTo>
                    <a:pt x="54037" y="6311116"/>
                  </a:lnTo>
                  <a:lnTo>
                    <a:pt x="54163" y="6311116"/>
                  </a:lnTo>
                  <a:lnTo>
                    <a:pt x="54290" y="6311116"/>
                  </a:lnTo>
                  <a:lnTo>
                    <a:pt x="54416" y="6311116"/>
                  </a:lnTo>
                  <a:lnTo>
                    <a:pt x="54542" y="6311116"/>
                  </a:lnTo>
                  <a:lnTo>
                    <a:pt x="54668" y="6311116"/>
                  </a:lnTo>
                  <a:lnTo>
                    <a:pt x="54795" y="6311116"/>
                  </a:lnTo>
                  <a:lnTo>
                    <a:pt x="54921" y="6311116"/>
                  </a:lnTo>
                  <a:lnTo>
                    <a:pt x="55047" y="6311116"/>
                  </a:lnTo>
                  <a:lnTo>
                    <a:pt x="55173" y="6311116"/>
                  </a:lnTo>
                  <a:lnTo>
                    <a:pt x="55300" y="6311116"/>
                  </a:lnTo>
                  <a:lnTo>
                    <a:pt x="55426" y="6311116"/>
                  </a:lnTo>
                  <a:lnTo>
                    <a:pt x="55552" y="6311116"/>
                  </a:lnTo>
                  <a:lnTo>
                    <a:pt x="55678" y="6311116"/>
                  </a:lnTo>
                  <a:lnTo>
                    <a:pt x="55805" y="6311116"/>
                  </a:lnTo>
                  <a:lnTo>
                    <a:pt x="55931" y="6311116"/>
                  </a:lnTo>
                  <a:lnTo>
                    <a:pt x="56057" y="6311116"/>
                  </a:lnTo>
                  <a:lnTo>
                    <a:pt x="56183" y="6311116"/>
                  </a:lnTo>
                  <a:lnTo>
                    <a:pt x="56310" y="6311116"/>
                  </a:lnTo>
                  <a:lnTo>
                    <a:pt x="56436" y="6311116"/>
                  </a:lnTo>
                  <a:lnTo>
                    <a:pt x="56562" y="6311116"/>
                  </a:lnTo>
                  <a:lnTo>
                    <a:pt x="56688" y="6311116"/>
                  </a:lnTo>
                  <a:lnTo>
                    <a:pt x="56815" y="6311116"/>
                  </a:lnTo>
                  <a:lnTo>
                    <a:pt x="56941" y="6311116"/>
                  </a:lnTo>
                  <a:lnTo>
                    <a:pt x="57067" y="6311116"/>
                  </a:lnTo>
                  <a:lnTo>
                    <a:pt x="57194" y="6311116"/>
                  </a:lnTo>
                  <a:lnTo>
                    <a:pt x="57320" y="6311116"/>
                  </a:lnTo>
                  <a:lnTo>
                    <a:pt x="57446" y="6311116"/>
                  </a:lnTo>
                  <a:lnTo>
                    <a:pt x="57572" y="6311116"/>
                  </a:lnTo>
                  <a:lnTo>
                    <a:pt x="57699" y="6311116"/>
                  </a:lnTo>
                  <a:lnTo>
                    <a:pt x="57825" y="6311116"/>
                  </a:lnTo>
                  <a:lnTo>
                    <a:pt x="57951" y="6311116"/>
                  </a:lnTo>
                  <a:lnTo>
                    <a:pt x="58077" y="6311116"/>
                  </a:lnTo>
                  <a:lnTo>
                    <a:pt x="58204" y="6311116"/>
                  </a:lnTo>
                  <a:lnTo>
                    <a:pt x="58330" y="6311116"/>
                  </a:lnTo>
                  <a:lnTo>
                    <a:pt x="58456" y="6311116"/>
                  </a:lnTo>
                  <a:lnTo>
                    <a:pt x="58582" y="6311116"/>
                  </a:lnTo>
                  <a:lnTo>
                    <a:pt x="58709" y="6311116"/>
                  </a:lnTo>
                  <a:lnTo>
                    <a:pt x="58835" y="6311116"/>
                  </a:lnTo>
                  <a:lnTo>
                    <a:pt x="58961" y="6311116"/>
                  </a:lnTo>
                  <a:lnTo>
                    <a:pt x="59087" y="6311116"/>
                  </a:lnTo>
                  <a:lnTo>
                    <a:pt x="59214" y="6311116"/>
                  </a:lnTo>
                  <a:lnTo>
                    <a:pt x="59340" y="6311116"/>
                  </a:lnTo>
                  <a:lnTo>
                    <a:pt x="59466" y="6311116"/>
                  </a:lnTo>
                  <a:lnTo>
                    <a:pt x="59592" y="6311116"/>
                  </a:lnTo>
                  <a:lnTo>
                    <a:pt x="59719" y="6311116"/>
                  </a:lnTo>
                  <a:lnTo>
                    <a:pt x="59845" y="6311116"/>
                  </a:lnTo>
                  <a:lnTo>
                    <a:pt x="59971" y="6311116"/>
                  </a:lnTo>
                  <a:lnTo>
                    <a:pt x="60097" y="6311116"/>
                  </a:lnTo>
                  <a:lnTo>
                    <a:pt x="60224" y="6311116"/>
                  </a:lnTo>
                  <a:lnTo>
                    <a:pt x="60350" y="6311116"/>
                  </a:lnTo>
                  <a:lnTo>
                    <a:pt x="60476" y="6311116"/>
                  </a:lnTo>
                  <a:lnTo>
                    <a:pt x="60602" y="6311116"/>
                  </a:lnTo>
                  <a:lnTo>
                    <a:pt x="60729" y="6311116"/>
                  </a:lnTo>
                  <a:lnTo>
                    <a:pt x="60855" y="6311116"/>
                  </a:lnTo>
                  <a:lnTo>
                    <a:pt x="60981" y="6311116"/>
                  </a:lnTo>
                  <a:lnTo>
                    <a:pt x="61107" y="6311116"/>
                  </a:lnTo>
                  <a:lnTo>
                    <a:pt x="61234" y="6311116"/>
                  </a:lnTo>
                  <a:lnTo>
                    <a:pt x="61360" y="6311116"/>
                  </a:lnTo>
                  <a:lnTo>
                    <a:pt x="61486" y="6311116"/>
                  </a:lnTo>
                  <a:lnTo>
                    <a:pt x="61612" y="6311116"/>
                  </a:lnTo>
                  <a:lnTo>
                    <a:pt x="61739" y="6311116"/>
                  </a:lnTo>
                  <a:lnTo>
                    <a:pt x="61865" y="6311116"/>
                  </a:lnTo>
                  <a:lnTo>
                    <a:pt x="61991" y="6311116"/>
                  </a:lnTo>
                  <a:lnTo>
                    <a:pt x="62118" y="6311116"/>
                  </a:lnTo>
                  <a:lnTo>
                    <a:pt x="62244" y="6311116"/>
                  </a:lnTo>
                  <a:lnTo>
                    <a:pt x="62370" y="6311116"/>
                  </a:lnTo>
                  <a:lnTo>
                    <a:pt x="62496" y="6311116"/>
                  </a:lnTo>
                  <a:lnTo>
                    <a:pt x="62623" y="6311116"/>
                  </a:lnTo>
                  <a:lnTo>
                    <a:pt x="62749" y="6311116"/>
                  </a:lnTo>
                  <a:lnTo>
                    <a:pt x="62875" y="6311116"/>
                  </a:lnTo>
                  <a:lnTo>
                    <a:pt x="63001" y="6311116"/>
                  </a:lnTo>
                  <a:lnTo>
                    <a:pt x="63128" y="6311116"/>
                  </a:lnTo>
                  <a:lnTo>
                    <a:pt x="63254" y="6311116"/>
                  </a:lnTo>
                  <a:lnTo>
                    <a:pt x="63380" y="6311116"/>
                  </a:lnTo>
                  <a:lnTo>
                    <a:pt x="63506" y="6311116"/>
                  </a:lnTo>
                  <a:lnTo>
                    <a:pt x="63633" y="6311116"/>
                  </a:lnTo>
                  <a:lnTo>
                    <a:pt x="63759" y="6311116"/>
                  </a:lnTo>
                  <a:lnTo>
                    <a:pt x="63885" y="6311116"/>
                  </a:lnTo>
                  <a:lnTo>
                    <a:pt x="64011" y="6311116"/>
                  </a:lnTo>
                  <a:lnTo>
                    <a:pt x="64138" y="6311116"/>
                  </a:lnTo>
                  <a:lnTo>
                    <a:pt x="64264" y="6311116"/>
                  </a:lnTo>
                  <a:lnTo>
                    <a:pt x="64390" y="6311116"/>
                  </a:lnTo>
                  <a:lnTo>
                    <a:pt x="64516" y="6311116"/>
                  </a:lnTo>
                  <a:lnTo>
                    <a:pt x="64643" y="6311116"/>
                  </a:lnTo>
                  <a:lnTo>
                    <a:pt x="64769" y="6311116"/>
                  </a:lnTo>
                  <a:lnTo>
                    <a:pt x="64895" y="6311116"/>
                  </a:lnTo>
                  <a:lnTo>
                    <a:pt x="65021" y="6311116"/>
                  </a:lnTo>
                  <a:lnTo>
                    <a:pt x="65148" y="6311116"/>
                  </a:lnTo>
                  <a:lnTo>
                    <a:pt x="65274" y="6311116"/>
                  </a:lnTo>
                  <a:lnTo>
                    <a:pt x="65400" y="6311116"/>
                  </a:lnTo>
                  <a:lnTo>
                    <a:pt x="65526" y="6311116"/>
                  </a:lnTo>
                  <a:lnTo>
                    <a:pt x="65653" y="6311116"/>
                  </a:lnTo>
                  <a:lnTo>
                    <a:pt x="65779" y="6311116"/>
                  </a:lnTo>
                  <a:lnTo>
                    <a:pt x="65905" y="6311116"/>
                  </a:lnTo>
                  <a:lnTo>
                    <a:pt x="66031" y="6311116"/>
                  </a:lnTo>
                  <a:lnTo>
                    <a:pt x="66158" y="6311116"/>
                  </a:lnTo>
                  <a:lnTo>
                    <a:pt x="66284" y="6311116"/>
                  </a:lnTo>
                  <a:lnTo>
                    <a:pt x="66410" y="6311116"/>
                  </a:lnTo>
                  <a:lnTo>
                    <a:pt x="66536" y="6311116"/>
                  </a:lnTo>
                  <a:lnTo>
                    <a:pt x="66663" y="6311116"/>
                  </a:lnTo>
                  <a:lnTo>
                    <a:pt x="66789" y="6311116"/>
                  </a:lnTo>
                  <a:lnTo>
                    <a:pt x="66915" y="6311116"/>
                  </a:lnTo>
                  <a:lnTo>
                    <a:pt x="67042" y="6311116"/>
                  </a:lnTo>
                  <a:lnTo>
                    <a:pt x="67168" y="6311116"/>
                  </a:lnTo>
                  <a:lnTo>
                    <a:pt x="67294" y="6311116"/>
                  </a:lnTo>
                  <a:lnTo>
                    <a:pt x="67420" y="6311116"/>
                  </a:lnTo>
                  <a:lnTo>
                    <a:pt x="67547" y="6311116"/>
                  </a:lnTo>
                  <a:lnTo>
                    <a:pt x="67673" y="6311116"/>
                  </a:lnTo>
                  <a:lnTo>
                    <a:pt x="67799" y="6311116"/>
                  </a:lnTo>
                  <a:lnTo>
                    <a:pt x="67925" y="6311116"/>
                  </a:lnTo>
                  <a:lnTo>
                    <a:pt x="68052" y="6311116"/>
                  </a:lnTo>
                  <a:lnTo>
                    <a:pt x="68178" y="6311116"/>
                  </a:lnTo>
                  <a:lnTo>
                    <a:pt x="68304" y="6311116"/>
                  </a:lnTo>
                  <a:lnTo>
                    <a:pt x="68430" y="6311116"/>
                  </a:lnTo>
                  <a:lnTo>
                    <a:pt x="68557" y="6311116"/>
                  </a:lnTo>
                  <a:lnTo>
                    <a:pt x="68683" y="6311116"/>
                  </a:lnTo>
                  <a:lnTo>
                    <a:pt x="68809" y="6311116"/>
                  </a:lnTo>
                  <a:lnTo>
                    <a:pt x="68935" y="6311116"/>
                  </a:lnTo>
                  <a:lnTo>
                    <a:pt x="69062" y="6311116"/>
                  </a:lnTo>
                  <a:lnTo>
                    <a:pt x="69188" y="6311116"/>
                  </a:lnTo>
                  <a:lnTo>
                    <a:pt x="69314" y="6311116"/>
                  </a:lnTo>
                  <a:lnTo>
                    <a:pt x="69440" y="6311116"/>
                  </a:lnTo>
                  <a:lnTo>
                    <a:pt x="69567" y="6311116"/>
                  </a:lnTo>
                  <a:lnTo>
                    <a:pt x="69693" y="6311116"/>
                  </a:lnTo>
                  <a:lnTo>
                    <a:pt x="69819" y="6311116"/>
                  </a:lnTo>
                  <a:lnTo>
                    <a:pt x="69945" y="6311116"/>
                  </a:lnTo>
                  <a:lnTo>
                    <a:pt x="70072" y="6311116"/>
                  </a:lnTo>
                  <a:lnTo>
                    <a:pt x="70324" y="6311116"/>
                  </a:lnTo>
                  <a:lnTo>
                    <a:pt x="70450" y="6311116"/>
                  </a:lnTo>
                  <a:lnTo>
                    <a:pt x="70577" y="6311116"/>
                  </a:lnTo>
                  <a:lnTo>
                    <a:pt x="70703" y="6311116"/>
                  </a:lnTo>
                  <a:lnTo>
                    <a:pt x="70829" y="6311116"/>
                  </a:lnTo>
                  <a:lnTo>
                    <a:pt x="70955" y="6311116"/>
                  </a:lnTo>
                  <a:lnTo>
                    <a:pt x="71082" y="6311116"/>
                  </a:lnTo>
                  <a:lnTo>
                    <a:pt x="71208" y="6311116"/>
                  </a:lnTo>
                  <a:lnTo>
                    <a:pt x="71334" y="6311116"/>
                  </a:lnTo>
                  <a:lnTo>
                    <a:pt x="71460" y="6311116"/>
                  </a:lnTo>
                  <a:lnTo>
                    <a:pt x="71587" y="6311116"/>
                  </a:lnTo>
                  <a:lnTo>
                    <a:pt x="71713" y="6311116"/>
                  </a:lnTo>
                  <a:lnTo>
                    <a:pt x="71839" y="6311116"/>
                  </a:lnTo>
                  <a:lnTo>
                    <a:pt x="71965" y="6311116"/>
                  </a:lnTo>
                  <a:lnTo>
                    <a:pt x="72092" y="6311116"/>
                  </a:lnTo>
                  <a:lnTo>
                    <a:pt x="72218" y="6311116"/>
                  </a:lnTo>
                  <a:lnTo>
                    <a:pt x="72344" y="6311116"/>
                  </a:lnTo>
                  <a:lnTo>
                    <a:pt x="72471" y="6311116"/>
                  </a:lnTo>
                  <a:lnTo>
                    <a:pt x="72597" y="6311116"/>
                  </a:lnTo>
                  <a:lnTo>
                    <a:pt x="72723" y="6311116"/>
                  </a:lnTo>
                  <a:lnTo>
                    <a:pt x="72849" y="6311116"/>
                  </a:lnTo>
                  <a:lnTo>
                    <a:pt x="72976" y="6311116"/>
                  </a:lnTo>
                  <a:lnTo>
                    <a:pt x="73102" y="6311116"/>
                  </a:lnTo>
                  <a:lnTo>
                    <a:pt x="73228" y="6311116"/>
                  </a:lnTo>
                  <a:lnTo>
                    <a:pt x="73354" y="6311116"/>
                  </a:lnTo>
                  <a:lnTo>
                    <a:pt x="73481" y="6311116"/>
                  </a:lnTo>
                  <a:lnTo>
                    <a:pt x="73607" y="6311116"/>
                  </a:lnTo>
                  <a:lnTo>
                    <a:pt x="73733" y="6311116"/>
                  </a:lnTo>
                  <a:lnTo>
                    <a:pt x="73859" y="6311116"/>
                  </a:lnTo>
                  <a:lnTo>
                    <a:pt x="73986" y="6311116"/>
                  </a:lnTo>
                  <a:lnTo>
                    <a:pt x="74112" y="6311116"/>
                  </a:lnTo>
                  <a:lnTo>
                    <a:pt x="74238" y="6311116"/>
                  </a:lnTo>
                  <a:lnTo>
                    <a:pt x="74364" y="6311116"/>
                  </a:lnTo>
                  <a:lnTo>
                    <a:pt x="74364" y="6306205"/>
                  </a:lnTo>
                  <a:lnTo>
                    <a:pt x="74491" y="6306205"/>
                  </a:lnTo>
                  <a:lnTo>
                    <a:pt x="74617" y="6306205"/>
                  </a:lnTo>
                  <a:lnTo>
                    <a:pt x="74743" y="6306205"/>
                  </a:lnTo>
                  <a:lnTo>
                    <a:pt x="74869" y="6306205"/>
                  </a:lnTo>
                  <a:lnTo>
                    <a:pt x="74996" y="6306205"/>
                  </a:lnTo>
                  <a:lnTo>
                    <a:pt x="75248" y="6306205"/>
                  </a:lnTo>
                  <a:lnTo>
                    <a:pt x="75374" y="6306205"/>
                  </a:lnTo>
                  <a:lnTo>
                    <a:pt x="75501" y="6306205"/>
                  </a:lnTo>
                  <a:lnTo>
                    <a:pt x="75627" y="6306205"/>
                  </a:lnTo>
                  <a:lnTo>
                    <a:pt x="75753" y="6306205"/>
                  </a:lnTo>
                  <a:lnTo>
                    <a:pt x="75879" y="6306205"/>
                  </a:lnTo>
                  <a:lnTo>
                    <a:pt x="76006" y="6306205"/>
                  </a:lnTo>
                  <a:lnTo>
                    <a:pt x="76258" y="6306205"/>
                  </a:lnTo>
                  <a:lnTo>
                    <a:pt x="76384" y="6306205"/>
                  </a:lnTo>
                  <a:lnTo>
                    <a:pt x="76511" y="6306205"/>
                  </a:lnTo>
                  <a:lnTo>
                    <a:pt x="76637" y="6306205"/>
                  </a:lnTo>
                  <a:lnTo>
                    <a:pt x="76763" y="6306205"/>
                  </a:lnTo>
                  <a:lnTo>
                    <a:pt x="76889" y="6306205"/>
                  </a:lnTo>
                  <a:lnTo>
                    <a:pt x="77016" y="6306205"/>
                  </a:lnTo>
                  <a:lnTo>
                    <a:pt x="77142" y="6306205"/>
                  </a:lnTo>
                  <a:lnTo>
                    <a:pt x="77268" y="6306205"/>
                  </a:lnTo>
                  <a:lnTo>
                    <a:pt x="77395" y="6306205"/>
                  </a:lnTo>
                  <a:lnTo>
                    <a:pt x="77521" y="6306205"/>
                  </a:lnTo>
                  <a:lnTo>
                    <a:pt x="77647" y="6306205"/>
                  </a:lnTo>
                  <a:lnTo>
                    <a:pt x="77773" y="6306205"/>
                  </a:lnTo>
                  <a:lnTo>
                    <a:pt x="77900" y="6306205"/>
                  </a:lnTo>
                  <a:lnTo>
                    <a:pt x="78026" y="6306205"/>
                  </a:lnTo>
                  <a:lnTo>
                    <a:pt x="78152" y="6306205"/>
                  </a:lnTo>
                  <a:lnTo>
                    <a:pt x="78278" y="6306205"/>
                  </a:lnTo>
                  <a:lnTo>
                    <a:pt x="78405" y="6306205"/>
                  </a:lnTo>
                  <a:lnTo>
                    <a:pt x="78531" y="6306205"/>
                  </a:lnTo>
                  <a:lnTo>
                    <a:pt x="78657" y="6306205"/>
                  </a:lnTo>
                  <a:lnTo>
                    <a:pt x="78783" y="6306205"/>
                  </a:lnTo>
                  <a:lnTo>
                    <a:pt x="78910" y="6306205"/>
                  </a:lnTo>
                  <a:lnTo>
                    <a:pt x="79036" y="6306205"/>
                  </a:lnTo>
                  <a:lnTo>
                    <a:pt x="79162" y="6306205"/>
                  </a:lnTo>
                  <a:lnTo>
                    <a:pt x="79288" y="6306205"/>
                  </a:lnTo>
                  <a:lnTo>
                    <a:pt x="79415" y="6306205"/>
                  </a:lnTo>
                  <a:lnTo>
                    <a:pt x="79541" y="6306205"/>
                  </a:lnTo>
                  <a:lnTo>
                    <a:pt x="79667" y="6306205"/>
                  </a:lnTo>
                  <a:lnTo>
                    <a:pt x="79920" y="6306205"/>
                  </a:lnTo>
                  <a:lnTo>
                    <a:pt x="79920" y="6301294"/>
                  </a:lnTo>
                  <a:lnTo>
                    <a:pt x="80046" y="6301294"/>
                  </a:lnTo>
                  <a:lnTo>
                    <a:pt x="80172" y="6301294"/>
                  </a:lnTo>
                  <a:lnTo>
                    <a:pt x="80298" y="6301294"/>
                  </a:lnTo>
                  <a:lnTo>
                    <a:pt x="80425" y="6301294"/>
                  </a:lnTo>
                  <a:lnTo>
                    <a:pt x="80551" y="6301294"/>
                  </a:lnTo>
                  <a:lnTo>
                    <a:pt x="80677" y="6301294"/>
                  </a:lnTo>
                  <a:lnTo>
                    <a:pt x="80803" y="6301294"/>
                  </a:lnTo>
                  <a:lnTo>
                    <a:pt x="80930" y="6301294"/>
                  </a:lnTo>
                  <a:lnTo>
                    <a:pt x="81056" y="6301294"/>
                  </a:lnTo>
                  <a:lnTo>
                    <a:pt x="81182" y="6301294"/>
                  </a:lnTo>
                  <a:lnTo>
                    <a:pt x="81308" y="6301294"/>
                  </a:lnTo>
                  <a:lnTo>
                    <a:pt x="81435" y="6301294"/>
                  </a:lnTo>
                  <a:lnTo>
                    <a:pt x="81561" y="6301294"/>
                  </a:lnTo>
                  <a:lnTo>
                    <a:pt x="81687" y="6301294"/>
                  </a:lnTo>
                  <a:lnTo>
                    <a:pt x="81813" y="6301294"/>
                  </a:lnTo>
                  <a:lnTo>
                    <a:pt x="81940" y="6301294"/>
                  </a:lnTo>
                  <a:lnTo>
                    <a:pt x="82066" y="6301294"/>
                  </a:lnTo>
                  <a:lnTo>
                    <a:pt x="82192" y="6301294"/>
                  </a:lnTo>
                  <a:lnTo>
                    <a:pt x="82318" y="6301294"/>
                  </a:lnTo>
                  <a:lnTo>
                    <a:pt x="82445" y="6301294"/>
                  </a:lnTo>
                  <a:lnTo>
                    <a:pt x="82571" y="6301294"/>
                  </a:lnTo>
                  <a:lnTo>
                    <a:pt x="82697" y="6301294"/>
                  </a:lnTo>
                  <a:lnTo>
                    <a:pt x="82824" y="6301294"/>
                  </a:lnTo>
                  <a:lnTo>
                    <a:pt x="82950" y="6301294"/>
                  </a:lnTo>
                  <a:lnTo>
                    <a:pt x="83076" y="6301294"/>
                  </a:lnTo>
                  <a:lnTo>
                    <a:pt x="83202" y="6301294"/>
                  </a:lnTo>
                  <a:lnTo>
                    <a:pt x="83329" y="6301294"/>
                  </a:lnTo>
                  <a:lnTo>
                    <a:pt x="83455" y="6301294"/>
                  </a:lnTo>
                  <a:lnTo>
                    <a:pt x="83581" y="6301294"/>
                  </a:lnTo>
                  <a:lnTo>
                    <a:pt x="83707" y="6301294"/>
                  </a:lnTo>
                  <a:lnTo>
                    <a:pt x="83834" y="6301294"/>
                  </a:lnTo>
                  <a:lnTo>
                    <a:pt x="83960" y="6301294"/>
                  </a:lnTo>
                  <a:lnTo>
                    <a:pt x="84086" y="6301294"/>
                  </a:lnTo>
                  <a:lnTo>
                    <a:pt x="84212" y="6301294"/>
                  </a:lnTo>
                  <a:lnTo>
                    <a:pt x="84339" y="6301294"/>
                  </a:lnTo>
                  <a:lnTo>
                    <a:pt x="84465" y="6301294"/>
                  </a:lnTo>
                  <a:lnTo>
                    <a:pt x="84591" y="6301294"/>
                  </a:lnTo>
                  <a:lnTo>
                    <a:pt x="84717" y="6301294"/>
                  </a:lnTo>
                  <a:lnTo>
                    <a:pt x="84844" y="6301294"/>
                  </a:lnTo>
                  <a:lnTo>
                    <a:pt x="84970" y="6301294"/>
                  </a:lnTo>
                  <a:lnTo>
                    <a:pt x="85096" y="6301294"/>
                  </a:lnTo>
                  <a:lnTo>
                    <a:pt x="85222" y="6301294"/>
                  </a:lnTo>
                  <a:lnTo>
                    <a:pt x="85349" y="6301294"/>
                  </a:lnTo>
                  <a:lnTo>
                    <a:pt x="85475" y="6301294"/>
                  </a:lnTo>
                  <a:lnTo>
                    <a:pt x="85601" y="6301294"/>
                  </a:lnTo>
                  <a:lnTo>
                    <a:pt x="85727" y="6301294"/>
                  </a:lnTo>
                  <a:lnTo>
                    <a:pt x="85854" y="6301294"/>
                  </a:lnTo>
                  <a:lnTo>
                    <a:pt x="85980" y="6301294"/>
                  </a:lnTo>
                  <a:lnTo>
                    <a:pt x="86106" y="6301294"/>
                  </a:lnTo>
                  <a:lnTo>
                    <a:pt x="86232" y="6301294"/>
                  </a:lnTo>
                  <a:lnTo>
                    <a:pt x="86359" y="6301294"/>
                  </a:lnTo>
                  <a:lnTo>
                    <a:pt x="86485" y="6301294"/>
                  </a:lnTo>
                  <a:lnTo>
                    <a:pt x="86611" y="6301294"/>
                  </a:lnTo>
                  <a:lnTo>
                    <a:pt x="86737" y="6301294"/>
                  </a:lnTo>
                  <a:lnTo>
                    <a:pt x="86864" y="6301294"/>
                  </a:lnTo>
                  <a:lnTo>
                    <a:pt x="87116" y="6301294"/>
                  </a:lnTo>
                  <a:lnTo>
                    <a:pt x="87242" y="6301294"/>
                  </a:lnTo>
                  <a:lnTo>
                    <a:pt x="87369" y="6301294"/>
                  </a:lnTo>
                  <a:lnTo>
                    <a:pt x="87495" y="6301294"/>
                  </a:lnTo>
                  <a:lnTo>
                    <a:pt x="87621" y="6301294"/>
                  </a:lnTo>
                  <a:lnTo>
                    <a:pt x="87748" y="6301294"/>
                  </a:lnTo>
                  <a:lnTo>
                    <a:pt x="87874" y="6301294"/>
                  </a:lnTo>
                  <a:lnTo>
                    <a:pt x="88000" y="6301294"/>
                  </a:lnTo>
                  <a:lnTo>
                    <a:pt x="88126" y="6301294"/>
                  </a:lnTo>
                  <a:lnTo>
                    <a:pt x="88253" y="6301294"/>
                  </a:lnTo>
                  <a:lnTo>
                    <a:pt x="88379" y="6301294"/>
                  </a:lnTo>
                  <a:lnTo>
                    <a:pt x="88505" y="6301294"/>
                  </a:lnTo>
                  <a:lnTo>
                    <a:pt x="88631" y="6301294"/>
                  </a:lnTo>
                  <a:lnTo>
                    <a:pt x="88758" y="6301294"/>
                  </a:lnTo>
                  <a:lnTo>
                    <a:pt x="88884" y="6301294"/>
                  </a:lnTo>
                  <a:lnTo>
                    <a:pt x="89010" y="6301294"/>
                  </a:lnTo>
                  <a:lnTo>
                    <a:pt x="89010" y="6296382"/>
                  </a:lnTo>
                  <a:lnTo>
                    <a:pt x="89136" y="6296382"/>
                  </a:lnTo>
                  <a:lnTo>
                    <a:pt x="89263" y="6296382"/>
                  </a:lnTo>
                  <a:lnTo>
                    <a:pt x="89389" y="6296382"/>
                  </a:lnTo>
                  <a:lnTo>
                    <a:pt x="89515" y="6296382"/>
                  </a:lnTo>
                  <a:lnTo>
                    <a:pt x="89641" y="6296382"/>
                  </a:lnTo>
                  <a:lnTo>
                    <a:pt x="89768" y="6296382"/>
                  </a:lnTo>
                  <a:lnTo>
                    <a:pt x="89894" y="6296382"/>
                  </a:lnTo>
                  <a:lnTo>
                    <a:pt x="90020" y="6296382"/>
                  </a:lnTo>
                  <a:lnTo>
                    <a:pt x="90146" y="6296382"/>
                  </a:lnTo>
                  <a:lnTo>
                    <a:pt x="90273" y="6296382"/>
                  </a:lnTo>
                  <a:lnTo>
                    <a:pt x="90399" y="6296382"/>
                  </a:lnTo>
                  <a:lnTo>
                    <a:pt x="90525" y="6296382"/>
                  </a:lnTo>
                  <a:lnTo>
                    <a:pt x="90651" y="6296382"/>
                  </a:lnTo>
                  <a:lnTo>
                    <a:pt x="90651" y="6291471"/>
                  </a:lnTo>
                  <a:lnTo>
                    <a:pt x="90778" y="6291471"/>
                  </a:lnTo>
                  <a:lnTo>
                    <a:pt x="90904" y="6291471"/>
                  </a:lnTo>
                  <a:lnTo>
                    <a:pt x="91030" y="6291471"/>
                  </a:lnTo>
                  <a:lnTo>
                    <a:pt x="91156" y="6291471"/>
                  </a:lnTo>
                  <a:lnTo>
                    <a:pt x="91283" y="6291471"/>
                  </a:lnTo>
                  <a:lnTo>
                    <a:pt x="91409" y="6291471"/>
                  </a:lnTo>
                  <a:lnTo>
                    <a:pt x="91535" y="6291471"/>
                  </a:lnTo>
                  <a:lnTo>
                    <a:pt x="91661" y="6291471"/>
                  </a:lnTo>
                  <a:lnTo>
                    <a:pt x="91914" y="6291471"/>
                  </a:lnTo>
                  <a:lnTo>
                    <a:pt x="92040" y="6291471"/>
                  </a:lnTo>
                  <a:lnTo>
                    <a:pt x="92166" y="6291471"/>
                  </a:lnTo>
                  <a:lnTo>
                    <a:pt x="92293" y="6291471"/>
                  </a:lnTo>
                  <a:lnTo>
                    <a:pt x="92419" y="6291471"/>
                  </a:lnTo>
                  <a:lnTo>
                    <a:pt x="92545" y="6291471"/>
                  </a:lnTo>
                  <a:lnTo>
                    <a:pt x="92671" y="6291471"/>
                  </a:lnTo>
                  <a:lnTo>
                    <a:pt x="92798" y="6291471"/>
                  </a:lnTo>
                  <a:lnTo>
                    <a:pt x="92924" y="6291471"/>
                  </a:lnTo>
                  <a:lnTo>
                    <a:pt x="93050" y="6291471"/>
                  </a:lnTo>
                  <a:lnTo>
                    <a:pt x="93177" y="6291471"/>
                  </a:lnTo>
                  <a:lnTo>
                    <a:pt x="93303" y="6291471"/>
                  </a:lnTo>
                  <a:lnTo>
                    <a:pt x="93429" y="6291471"/>
                  </a:lnTo>
                  <a:lnTo>
                    <a:pt x="93555" y="6291471"/>
                  </a:lnTo>
                  <a:lnTo>
                    <a:pt x="93682" y="6291471"/>
                  </a:lnTo>
                  <a:lnTo>
                    <a:pt x="93808" y="6291471"/>
                  </a:lnTo>
                  <a:lnTo>
                    <a:pt x="93934" y="6291471"/>
                  </a:lnTo>
                  <a:lnTo>
                    <a:pt x="94060" y="6291471"/>
                  </a:lnTo>
                  <a:lnTo>
                    <a:pt x="94187" y="6291471"/>
                  </a:lnTo>
                  <a:lnTo>
                    <a:pt x="94313" y="6291471"/>
                  </a:lnTo>
                  <a:lnTo>
                    <a:pt x="94439" y="6291471"/>
                  </a:lnTo>
                  <a:lnTo>
                    <a:pt x="94565" y="6291471"/>
                  </a:lnTo>
                  <a:lnTo>
                    <a:pt x="94692" y="6291471"/>
                  </a:lnTo>
                  <a:lnTo>
                    <a:pt x="94818" y="6291471"/>
                  </a:lnTo>
                  <a:lnTo>
                    <a:pt x="94944" y="6291471"/>
                  </a:lnTo>
                  <a:lnTo>
                    <a:pt x="95070" y="6291471"/>
                  </a:lnTo>
                  <a:lnTo>
                    <a:pt x="95197" y="6291471"/>
                  </a:lnTo>
                  <a:lnTo>
                    <a:pt x="95323" y="6291471"/>
                  </a:lnTo>
                  <a:lnTo>
                    <a:pt x="95449" y="6291471"/>
                  </a:lnTo>
                  <a:lnTo>
                    <a:pt x="95575" y="6291471"/>
                  </a:lnTo>
                  <a:lnTo>
                    <a:pt x="95702" y="6291471"/>
                  </a:lnTo>
                  <a:lnTo>
                    <a:pt x="95828" y="6291471"/>
                  </a:lnTo>
                  <a:lnTo>
                    <a:pt x="95954" y="6291471"/>
                  </a:lnTo>
                  <a:lnTo>
                    <a:pt x="96080" y="6291471"/>
                  </a:lnTo>
                  <a:lnTo>
                    <a:pt x="96207" y="6291471"/>
                  </a:lnTo>
                  <a:lnTo>
                    <a:pt x="96333" y="6291471"/>
                  </a:lnTo>
                  <a:lnTo>
                    <a:pt x="96459" y="6291471"/>
                  </a:lnTo>
                  <a:lnTo>
                    <a:pt x="96585" y="6291471"/>
                  </a:lnTo>
                  <a:lnTo>
                    <a:pt x="96712" y="6291471"/>
                  </a:lnTo>
                  <a:lnTo>
                    <a:pt x="96838" y="6291471"/>
                  </a:lnTo>
                  <a:lnTo>
                    <a:pt x="96964" y="6291471"/>
                  </a:lnTo>
                  <a:lnTo>
                    <a:pt x="97090" y="6291471"/>
                  </a:lnTo>
                  <a:lnTo>
                    <a:pt x="97217" y="6291471"/>
                  </a:lnTo>
                  <a:lnTo>
                    <a:pt x="97343" y="6291471"/>
                  </a:lnTo>
                  <a:lnTo>
                    <a:pt x="97469" y="6291471"/>
                  </a:lnTo>
                  <a:lnTo>
                    <a:pt x="97595" y="6291471"/>
                  </a:lnTo>
                  <a:lnTo>
                    <a:pt x="97722" y="6291471"/>
                  </a:lnTo>
                  <a:lnTo>
                    <a:pt x="97848" y="6291471"/>
                  </a:lnTo>
                  <a:lnTo>
                    <a:pt x="97974" y="6291471"/>
                  </a:lnTo>
                  <a:lnTo>
                    <a:pt x="98101" y="6291471"/>
                  </a:lnTo>
                  <a:lnTo>
                    <a:pt x="98227" y="6291471"/>
                  </a:lnTo>
                  <a:lnTo>
                    <a:pt x="98353" y="6291471"/>
                  </a:lnTo>
                  <a:lnTo>
                    <a:pt x="98479" y="6291471"/>
                  </a:lnTo>
                  <a:lnTo>
                    <a:pt x="98606" y="6291471"/>
                  </a:lnTo>
                  <a:lnTo>
                    <a:pt x="98732" y="6291471"/>
                  </a:lnTo>
                  <a:lnTo>
                    <a:pt x="98858" y="6291471"/>
                  </a:lnTo>
                  <a:lnTo>
                    <a:pt x="98984" y="6291471"/>
                  </a:lnTo>
                  <a:lnTo>
                    <a:pt x="99111" y="6291471"/>
                  </a:lnTo>
                  <a:lnTo>
                    <a:pt x="99237" y="6291471"/>
                  </a:lnTo>
                  <a:lnTo>
                    <a:pt x="99363" y="6291471"/>
                  </a:lnTo>
                  <a:lnTo>
                    <a:pt x="99489" y="6291471"/>
                  </a:lnTo>
                  <a:lnTo>
                    <a:pt x="99616" y="6291471"/>
                  </a:lnTo>
                  <a:lnTo>
                    <a:pt x="99742" y="6291471"/>
                  </a:lnTo>
                  <a:lnTo>
                    <a:pt x="99868" y="6291471"/>
                  </a:lnTo>
                  <a:lnTo>
                    <a:pt x="99994" y="6291471"/>
                  </a:lnTo>
                  <a:lnTo>
                    <a:pt x="100121" y="6291471"/>
                  </a:lnTo>
                  <a:lnTo>
                    <a:pt x="100121" y="6286559"/>
                  </a:lnTo>
                  <a:lnTo>
                    <a:pt x="100247" y="6286559"/>
                  </a:lnTo>
                  <a:lnTo>
                    <a:pt x="100373" y="6286559"/>
                  </a:lnTo>
                  <a:lnTo>
                    <a:pt x="100499" y="6286559"/>
                  </a:lnTo>
                  <a:lnTo>
                    <a:pt x="100626" y="6286559"/>
                  </a:lnTo>
                  <a:lnTo>
                    <a:pt x="100752" y="6286559"/>
                  </a:lnTo>
                  <a:lnTo>
                    <a:pt x="100878" y="6286559"/>
                  </a:lnTo>
                  <a:lnTo>
                    <a:pt x="101004" y="6286559"/>
                  </a:lnTo>
                  <a:lnTo>
                    <a:pt x="101257" y="6286559"/>
                  </a:lnTo>
                  <a:lnTo>
                    <a:pt x="101383" y="6286559"/>
                  </a:lnTo>
                  <a:lnTo>
                    <a:pt x="101509" y="6286559"/>
                  </a:lnTo>
                  <a:lnTo>
                    <a:pt x="101636" y="6286559"/>
                  </a:lnTo>
                  <a:lnTo>
                    <a:pt x="101762" y="6286559"/>
                  </a:lnTo>
                  <a:lnTo>
                    <a:pt x="101888" y="6286559"/>
                  </a:lnTo>
                  <a:lnTo>
                    <a:pt x="102014" y="6286559"/>
                  </a:lnTo>
                  <a:lnTo>
                    <a:pt x="102141" y="6286559"/>
                  </a:lnTo>
                  <a:lnTo>
                    <a:pt x="102267" y="6286559"/>
                  </a:lnTo>
                  <a:lnTo>
                    <a:pt x="102393" y="6286559"/>
                  </a:lnTo>
                  <a:lnTo>
                    <a:pt x="102519" y="6286559"/>
                  </a:lnTo>
                  <a:lnTo>
                    <a:pt x="102646" y="6286559"/>
                  </a:lnTo>
                  <a:lnTo>
                    <a:pt x="102772" y="6286559"/>
                  </a:lnTo>
                  <a:lnTo>
                    <a:pt x="102898" y="6286559"/>
                  </a:lnTo>
                  <a:lnTo>
                    <a:pt x="103024" y="6286559"/>
                  </a:lnTo>
                  <a:lnTo>
                    <a:pt x="103151" y="6286559"/>
                  </a:lnTo>
                  <a:lnTo>
                    <a:pt x="103277" y="6286559"/>
                  </a:lnTo>
                  <a:lnTo>
                    <a:pt x="103403" y="6286559"/>
                  </a:lnTo>
                  <a:lnTo>
                    <a:pt x="103530" y="6286559"/>
                  </a:lnTo>
                  <a:lnTo>
                    <a:pt x="103656" y="6286559"/>
                  </a:lnTo>
                  <a:lnTo>
                    <a:pt x="103782" y="6286559"/>
                  </a:lnTo>
                  <a:lnTo>
                    <a:pt x="103908" y="6286559"/>
                  </a:lnTo>
                  <a:lnTo>
                    <a:pt x="104035" y="6286559"/>
                  </a:lnTo>
                  <a:lnTo>
                    <a:pt x="104161" y="6286559"/>
                  </a:lnTo>
                  <a:lnTo>
                    <a:pt x="104287" y="6286559"/>
                  </a:lnTo>
                  <a:lnTo>
                    <a:pt x="104413" y="6286559"/>
                  </a:lnTo>
                  <a:lnTo>
                    <a:pt x="104540" y="6286559"/>
                  </a:lnTo>
                  <a:lnTo>
                    <a:pt x="104666" y="6286559"/>
                  </a:lnTo>
                  <a:lnTo>
                    <a:pt x="104666" y="6281648"/>
                  </a:lnTo>
                  <a:lnTo>
                    <a:pt x="104792" y="6281648"/>
                  </a:lnTo>
                  <a:lnTo>
                    <a:pt x="104918" y="6281648"/>
                  </a:lnTo>
                  <a:lnTo>
                    <a:pt x="105045" y="6281648"/>
                  </a:lnTo>
                  <a:lnTo>
                    <a:pt x="105171" y="6281648"/>
                  </a:lnTo>
                  <a:lnTo>
                    <a:pt x="105297" y="6281648"/>
                  </a:lnTo>
                  <a:lnTo>
                    <a:pt x="105423" y="6281648"/>
                  </a:lnTo>
                  <a:lnTo>
                    <a:pt x="105550" y="6281648"/>
                  </a:lnTo>
                  <a:lnTo>
                    <a:pt x="105676" y="6281648"/>
                  </a:lnTo>
                  <a:lnTo>
                    <a:pt x="105802" y="6281648"/>
                  </a:lnTo>
                  <a:lnTo>
                    <a:pt x="105928" y="6281648"/>
                  </a:lnTo>
                  <a:lnTo>
                    <a:pt x="106055" y="6281648"/>
                  </a:lnTo>
                  <a:lnTo>
                    <a:pt x="106181" y="6281648"/>
                  </a:lnTo>
                  <a:lnTo>
                    <a:pt x="106307" y="6281648"/>
                  </a:lnTo>
                  <a:lnTo>
                    <a:pt x="106433" y="6281648"/>
                  </a:lnTo>
                  <a:lnTo>
                    <a:pt x="106560" y="6281648"/>
                  </a:lnTo>
                  <a:lnTo>
                    <a:pt x="106686" y="6281648"/>
                  </a:lnTo>
                  <a:lnTo>
                    <a:pt x="106812" y="6281648"/>
                  </a:lnTo>
                  <a:lnTo>
                    <a:pt x="106938" y="6281648"/>
                  </a:lnTo>
                  <a:lnTo>
                    <a:pt x="107065" y="6281648"/>
                  </a:lnTo>
                  <a:lnTo>
                    <a:pt x="107191" y="6281648"/>
                  </a:lnTo>
                  <a:lnTo>
                    <a:pt x="107317" y="6281648"/>
                  </a:lnTo>
                  <a:lnTo>
                    <a:pt x="107443" y="6281648"/>
                  </a:lnTo>
                  <a:lnTo>
                    <a:pt x="107570" y="6281648"/>
                  </a:lnTo>
                  <a:lnTo>
                    <a:pt x="107696" y="6281648"/>
                  </a:lnTo>
                  <a:lnTo>
                    <a:pt x="107822" y="6281648"/>
                  </a:lnTo>
                  <a:lnTo>
                    <a:pt x="107948" y="6281648"/>
                  </a:lnTo>
                  <a:lnTo>
                    <a:pt x="108075" y="6281648"/>
                  </a:lnTo>
                  <a:lnTo>
                    <a:pt x="108201" y="6281648"/>
                  </a:lnTo>
                  <a:lnTo>
                    <a:pt x="108327" y="6281648"/>
                  </a:lnTo>
                  <a:lnTo>
                    <a:pt x="108454" y="6281648"/>
                  </a:lnTo>
                  <a:lnTo>
                    <a:pt x="108706" y="6281648"/>
                  </a:lnTo>
                  <a:lnTo>
                    <a:pt x="108832" y="6281648"/>
                  </a:lnTo>
                  <a:lnTo>
                    <a:pt x="108959" y="6281648"/>
                  </a:lnTo>
                  <a:lnTo>
                    <a:pt x="109085" y="6281648"/>
                  </a:lnTo>
                  <a:lnTo>
                    <a:pt x="109211" y="6281648"/>
                  </a:lnTo>
                  <a:lnTo>
                    <a:pt x="109337" y="6281648"/>
                  </a:lnTo>
                  <a:lnTo>
                    <a:pt x="109337" y="6276737"/>
                  </a:lnTo>
                  <a:lnTo>
                    <a:pt x="109464" y="6276737"/>
                  </a:lnTo>
                  <a:lnTo>
                    <a:pt x="109590" y="6276737"/>
                  </a:lnTo>
                  <a:lnTo>
                    <a:pt x="109716" y="6276737"/>
                  </a:lnTo>
                  <a:lnTo>
                    <a:pt x="109842" y="6276737"/>
                  </a:lnTo>
                  <a:lnTo>
                    <a:pt x="109969" y="6276737"/>
                  </a:lnTo>
                  <a:lnTo>
                    <a:pt x="110095" y="6276737"/>
                  </a:lnTo>
                  <a:lnTo>
                    <a:pt x="110221" y="6276737"/>
                  </a:lnTo>
                  <a:lnTo>
                    <a:pt x="110347" y="6276737"/>
                  </a:lnTo>
                  <a:lnTo>
                    <a:pt x="110474" y="6276737"/>
                  </a:lnTo>
                  <a:lnTo>
                    <a:pt x="110600" y="6276737"/>
                  </a:lnTo>
                  <a:lnTo>
                    <a:pt x="110726" y="6276737"/>
                  </a:lnTo>
                  <a:lnTo>
                    <a:pt x="110852" y="6276737"/>
                  </a:lnTo>
                  <a:lnTo>
                    <a:pt x="110979" y="6276737"/>
                  </a:lnTo>
                  <a:lnTo>
                    <a:pt x="111105" y="6276737"/>
                  </a:lnTo>
                  <a:lnTo>
                    <a:pt x="111231" y="6276737"/>
                  </a:lnTo>
                  <a:lnTo>
                    <a:pt x="111357" y="6276737"/>
                  </a:lnTo>
                  <a:lnTo>
                    <a:pt x="111484" y="6276737"/>
                  </a:lnTo>
                  <a:lnTo>
                    <a:pt x="111610" y="6276737"/>
                  </a:lnTo>
                  <a:lnTo>
                    <a:pt x="111736" y="6276737"/>
                  </a:lnTo>
                  <a:lnTo>
                    <a:pt x="111862" y="6276737"/>
                  </a:lnTo>
                  <a:lnTo>
                    <a:pt x="111989" y="6276737"/>
                  </a:lnTo>
                  <a:lnTo>
                    <a:pt x="112115" y="6276737"/>
                  </a:lnTo>
                  <a:lnTo>
                    <a:pt x="112241" y="6276737"/>
                  </a:lnTo>
                  <a:lnTo>
                    <a:pt x="112367" y="6276737"/>
                  </a:lnTo>
                  <a:lnTo>
                    <a:pt x="112494" y="6276737"/>
                  </a:lnTo>
                  <a:lnTo>
                    <a:pt x="112620" y="6276737"/>
                  </a:lnTo>
                  <a:lnTo>
                    <a:pt x="112746" y="6276737"/>
                  </a:lnTo>
                  <a:lnTo>
                    <a:pt x="112872" y="6276737"/>
                  </a:lnTo>
                  <a:lnTo>
                    <a:pt x="112999" y="6276737"/>
                  </a:lnTo>
                  <a:lnTo>
                    <a:pt x="113125" y="6276737"/>
                  </a:lnTo>
                  <a:lnTo>
                    <a:pt x="113251" y="6276737"/>
                  </a:lnTo>
                  <a:lnTo>
                    <a:pt x="113377" y="6276737"/>
                  </a:lnTo>
                  <a:lnTo>
                    <a:pt x="113504" y="6276737"/>
                  </a:lnTo>
                  <a:lnTo>
                    <a:pt x="113630" y="6276737"/>
                  </a:lnTo>
                  <a:lnTo>
                    <a:pt x="113756" y="6276737"/>
                  </a:lnTo>
                  <a:lnTo>
                    <a:pt x="113883" y="6276737"/>
                  </a:lnTo>
                  <a:lnTo>
                    <a:pt x="114009" y="6276737"/>
                  </a:lnTo>
                  <a:lnTo>
                    <a:pt x="114135" y="6276737"/>
                  </a:lnTo>
                  <a:lnTo>
                    <a:pt x="114261" y="6276737"/>
                  </a:lnTo>
                  <a:lnTo>
                    <a:pt x="114388" y="6276737"/>
                  </a:lnTo>
                  <a:lnTo>
                    <a:pt x="114514" y="6276737"/>
                  </a:lnTo>
                  <a:lnTo>
                    <a:pt x="114640" y="6276737"/>
                  </a:lnTo>
                  <a:lnTo>
                    <a:pt x="114766" y="6276737"/>
                  </a:lnTo>
                  <a:lnTo>
                    <a:pt x="114893" y="6276737"/>
                  </a:lnTo>
                  <a:lnTo>
                    <a:pt x="115019" y="6276737"/>
                  </a:lnTo>
                  <a:lnTo>
                    <a:pt x="115145" y="6276737"/>
                  </a:lnTo>
                  <a:lnTo>
                    <a:pt x="115271" y="6276737"/>
                  </a:lnTo>
                  <a:lnTo>
                    <a:pt x="115398" y="6276737"/>
                  </a:lnTo>
                  <a:lnTo>
                    <a:pt x="115524" y="6276737"/>
                  </a:lnTo>
                  <a:lnTo>
                    <a:pt x="115650" y="6276737"/>
                  </a:lnTo>
                  <a:lnTo>
                    <a:pt x="115776" y="6276737"/>
                  </a:lnTo>
                  <a:lnTo>
                    <a:pt x="115903" y="6276737"/>
                  </a:lnTo>
                  <a:lnTo>
                    <a:pt x="116029" y="6276737"/>
                  </a:lnTo>
                  <a:lnTo>
                    <a:pt x="116281" y="6276737"/>
                  </a:lnTo>
                  <a:lnTo>
                    <a:pt x="116408" y="6276737"/>
                  </a:lnTo>
                  <a:lnTo>
                    <a:pt x="116534" y="6276737"/>
                  </a:lnTo>
                  <a:lnTo>
                    <a:pt x="116660" y="6276737"/>
                  </a:lnTo>
                  <a:lnTo>
                    <a:pt x="116786" y="6276737"/>
                  </a:lnTo>
                  <a:lnTo>
                    <a:pt x="116913" y="6276737"/>
                  </a:lnTo>
                  <a:lnTo>
                    <a:pt x="117039" y="6276737"/>
                  </a:lnTo>
                  <a:lnTo>
                    <a:pt x="117165" y="6276737"/>
                  </a:lnTo>
                  <a:lnTo>
                    <a:pt x="117291" y="6276737"/>
                  </a:lnTo>
                  <a:lnTo>
                    <a:pt x="117418" y="6276737"/>
                  </a:lnTo>
                  <a:lnTo>
                    <a:pt x="117544" y="6276737"/>
                  </a:lnTo>
                  <a:lnTo>
                    <a:pt x="117670" y="6276737"/>
                  </a:lnTo>
                  <a:lnTo>
                    <a:pt x="117796" y="6276737"/>
                  </a:lnTo>
                  <a:lnTo>
                    <a:pt x="117923" y="6276737"/>
                  </a:lnTo>
                  <a:lnTo>
                    <a:pt x="118049" y="6276737"/>
                  </a:lnTo>
                  <a:lnTo>
                    <a:pt x="118175" y="6276737"/>
                  </a:lnTo>
                  <a:lnTo>
                    <a:pt x="118301" y="6276737"/>
                  </a:lnTo>
                  <a:lnTo>
                    <a:pt x="118428" y="6276737"/>
                  </a:lnTo>
                  <a:lnTo>
                    <a:pt x="118554" y="6276737"/>
                  </a:lnTo>
                  <a:lnTo>
                    <a:pt x="118680" y="6276737"/>
                  </a:lnTo>
                  <a:lnTo>
                    <a:pt x="118807" y="6276737"/>
                  </a:lnTo>
                  <a:lnTo>
                    <a:pt x="118933" y="6276737"/>
                  </a:lnTo>
                  <a:lnTo>
                    <a:pt x="119059" y="6276737"/>
                  </a:lnTo>
                  <a:lnTo>
                    <a:pt x="119312" y="6276737"/>
                  </a:lnTo>
                  <a:lnTo>
                    <a:pt x="119438" y="6276737"/>
                  </a:lnTo>
                  <a:lnTo>
                    <a:pt x="119564" y="6276737"/>
                  </a:lnTo>
                  <a:lnTo>
                    <a:pt x="119690" y="6276737"/>
                  </a:lnTo>
                  <a:lnTo>
                    <a:pt x="119817" y="6276737"/>
                  </a:lnTo>
                  <a:lnTo>
                    <a:pt x="119943" y="6276737"/>
                  </a:lnTo>
                  <a:lnTo>
                    <a:pt x="120069" y="6276737"/>
                  </a:lnTo>
                  <a:lnTo>
                    <a:pt x="120195" y="6276737"/>
                  </a:lnTo>
                  <a:lnTo>
                    <a:pt x="120322" y="6276737"/>
                  </a:lnTo>
                  <a:lnTo>
                    <a:pt x="120448" y="6276737"/>
                  </a:lnTo>
                  <a:lnTo>
                    <a:pt x="120574" y="6276737"/>
                  </a:lnTo>
                  <a:lnTo>
                    <a:pt x="120700" y="6276737"/>
                  </a:lnTo>
                  <a:lnTo>
                    <a:pt x="120827" y="6276737"/>
                  </a:lnTo>
                  <a:lnTo>
                    <a:pt x="120953" y="6276737"/>
                  </a:lnTo>
                  <a:lnTo>
                    <a:pt x="121079" y="6276737"/>
                  </a:lnTo>
                  <a:lnTo>
                    <a:pt x="121205" y="6276737"/>
                  </a:lnTo>
                  <a:lnTo>
                    <a:pt x="121332" y="6276737"/>
                  </a:lnTo>
                  <a:lnTo>
                    <a:pt x="121458" y="6276737"/>
                  </a:lnTo>
                  <a:lnTo>
                    <a:pt x="121584" y="6276737"/>
                  </a:lnTo>
                  <a:lnTo>
                    <a:pt x="121710" y="6276737"/>
                  </a:lnTo>
                  <a:lnTo>
                    <a:pt x="121837" y="6276737"/>
                  </a:lnTo>
                  <a:lnTo>
                    <a:pt x="121963" y="6276737"/>
                  </a:lnTo>
                  <a:lnTo>
                    <a:pt x="122089" y="6276737"/>
                  </a:lnTo>
                  <a:lnTo>
                    <a:pt x="122215" y="6276737"/>
                  </a:lnTo>
                  <a:lnTo>
                    <a:pt x="122342" y="6276737"/>
                  </a:lnTo>
                  <a:lnTo>
                    <a:pt x="122468" y="6276737"/>
                  </a:lnTo>
                  <a:lnTo>
                    <a:pt x="122594" y="6276737"/>
                  </a:lnTo>
                  <a:lnTo>
                    <a:pt x="122720" y="6276737"/>
                  </a:lnTo>
                  <a:lnTo>
                    <a:pt x="122847" y="6276737"/>
                  </a:lnTo>
                  <a:lnTo>
                    <a:pt x="122973" y="6276737"/>
                  </a:lnTo>
                  <a:lnTo>
                    <a:pt x="123099" y="6276737"/>
                  </a:lnTo>
                  <a:lnTo>
                    <a:pt x="123225" y="6276737"/>
                  </a:lnTo>
                  <a:lnTo>
                    <a:pt x="123352" y="6276737"/>
                  </a:lnTo>
                  <a:lnTo>
                    <a:pt x="123478" y="6276737"/>
                  </a:lnTo>
                  <a:lnTo>
                    <a:pt x="123604" y="6276737"/>
                  </a:lnTo>
                  <a:lnTo>
                    <a:pt x="123731" y="6276737"/>
                  </a:lnTo>
                  <a:lnTo>
                    <a:pt x="123857" y="6276737"/>
                  </a:lnTo>
                  <a:lnTo>
                    <a:pt x="123983" y="6276737"/>
                  </a:lnTo>
                  <a:lnTo>
                    <a:pt x="124109" y="6276737"/>
                  </a:lnTo>
                  <a:lnTo>
                    <a:pt x="124236" y="6276737"/>
                  </a:lnTo>
                  <a:lnTo>
                    <a:pt x="124362" y="6276737"/>
                  </a:lnTo>
                  <a:lnTo>
                    <a:pt x="124488" y="6276737"/>
                  </a:lnTo>
                  <a:lnTo>
                    <a:pt x="124614" y="6276737"/>
                  </a:lnTo>
                  <a:lnTo>
                    <a:pt x="124741" y="6276737"/>
                  </a:lnTo>
                  <a:lnTo>
                    <a:pt x="124867" y="6276737"/>
                  </a:lnTo>
                  <a:lnTo>
                    <a:pt x="124993" y="6276737"/>
                  </a:lnTo>
                  <a:lnTo>
                    <a:pt x="125119" y="6276737"/>
                  </a:lnTo>
                  <a:lnTo>
                    <a:pt x="125246" y="6276737"/>
                  </a:lnTo>
                  <a:lnTo>
                    <a:pt x="125372" y="6276737"/>
                  </a:lnTo>
                  <a:lnTo>
                    <a:pt x="125624" y="6276737"/>
                  </a:lnTo>
                  <a:lnTo>
                    <a:pt x="125751" y="6276737"/>
                  </a:lnTo>
                  <a:lnTo>
                    <a:pt x="125877" y="6276737"/>
                  </a:lnTo>
                  <a:lnTo>
                    <a:pt x="126003" y="6276737"/>
                  </a:lnTo>
                  <a:lnTo>
                    <a:pt x="126129" y="6276737"/>
                  </a:lnTo>
                  <a:lnTo>
                    <a:pt x="126256" y="6276737"/>
                  </a:lnTo>
                  <a:lnTo>
                    <a:pt x="126382" y="6276737"/>
                  </a:lnTo>
                  <a:lnTo>
                    <a:pt x="126508" y="6276737"/>
                  </a:lnTo>
                  <a:lnTo>
                    <a:pt x="126634" y="6276737"/>
                  </a:lnTo>
                  <a:lnTo>
                    <a:pt x="126761" y="6276737"/>
                  </a:lnTo>
                  <a:lnTo>
                    <a:pt x="126887" y="6276737"/>
                  </a:lnTo>
                  <a:lnTo>
                    <a:pt x="127013" y="6276737"/>
                  </a:lnTo>
                  <a:lnTo>
                    <a:pt x="127139" y="6276737"/>
                  </a:lnTo>
                  <a:lnTo>
                    <a:pt x="127266" y="6276737"/>
                  </a:lnTo>
                  <a:lnTo>
                    <a:pt x="127392" y="6276737"/>
                  </a:lnTo>
                  <a:lnTo>
                    <a:pt x="127518" y="6276737"/>
                  </a:lnTo>
                  <a:lnTo>
                    <a:pt x="127644" y="6276737"/>
                  </a:lnTo>
                  <a:lnTo>
                    <a:pt x="127771" y="6276737"/>
                  </a:lnTo>
                  <a:lnTo>
                    <a:pt x="127897" y="6276737"/>
                  </a:lnTo>
                  <a:lnTo>
                    <a:pt x="128023" y="6276737"/>
                  </a:lnTo>
                  <a:lnTo>
                    <a:pt x="128149" y="6276737"/>
                  </a:lnTo>
                  <a:lnTo>
                    <a:pt x="128276" y="6276737"/>
                  </a:lnTo>
                  <a:lnTo>
                    <a:pt x="128402" y="6276737"/>
                  </a:lnTo>
                  <a:lnTo>
                    <a:pt x="128528" y="6276737"/>
                  </a:lnTo>
                  <a:lnTo>
                    <a:pt x="128654" y="6276737"/>
                  </a:lnTo>
                  <a:lnTo>
                    <a:pt x="128781" y="6276737"/>
                  </a:lnTo>
                  <a:lnTo>
                    <a:pt x="128907" y="6276737"/>
                  </a:lnTo>
                  <a:lnTo>
                    <a:pt x="129033" y="6276737"/>
                  </a:lnTo>
                  <a:lnTo>
                    <a:pt x="129033" y="6271825"/>
                  </a:lnTo>
                  <a:lnTo>
                    <a:pt x="129160" y="6271825"/>
                  </a:lnTo>
                  <a:lnTo>
                    <a:pt x="129412" y="6271825"/>
                  </a:lnTo>
                  <a:lnTo>
                    <a:pt x="129538" y="6271825"/>
                  </a:lnTo>
                  <a:lnTo>
                    <a:pt x="129665" y="6271825"/>
                  </a:lnTo>
                  <a:lnTo>
                    <a:pt x="129791" y="6271825"/>
                  </a:lnTo>
                  <a:lnTo>
                    <a:pt x="129917" y="6271825"/>
                  </a:lnTo>
                  <a:lnTo>
                    <a:pt x="130043" y="6271825"/>
                  </a:lnTo>
                  <a:lnTo>
                    <a:pt x="130170" y="6271825"/>
                  </a:lnTo>
                  <a:lnTo>
                    <a:pt x="130422" y="6271825"/>
                  </a:lnTo>
                  <a:lnTo>
                    <a:pt x="130548" y="6271825"/>
                  </a:lnTo>
                  <a:lnTo>
                    <a:pt x="130675" y="6271825"/>
                  </a:lnTo>
                  <a:lnTo>
                    <a:pt x="130801" y="6271825"/>
                  </a:lnTo>
                  <a:lnTo>
                    <a:pt x="130927" y="6271825"/>
                  </a:lnTo>
                  <a:lnTo>
                    <a:pt x="131053" y="6271825"/>
                  </a:lnTo>
                  <a:lnTo>
                    <a:pt x="131180" y="6271825"/>
                  </a:lnTo>
                  <a:lnTo>
                    <a:pt x="131306" y="6271825"/>
                  </a:lnTo>
                  <a:lnTo>
                    <a:pt x="131432" y="6271825"/>
                  </a:lnTo>
                  <a:lnTo>
                    <a:pt x="131558" y="6271825"/>
                  </a:lnTo>
                  <a:lnTo>
                    <a:pt x="131685" y="6271825"/>
                  </a:lnTo>
                  <a:lnTo>
                    <a:pt x="131811" y="6271825"/>
                  </a:lnTo>
                  <a:lnTo>
                    <a:pt x="131937" y="6271825"/>
                  </a:lnTo>
                  <a:lnTo>
                    <a:pt x="132063" y="6271825"/>
                  </a:lnTo>
                  <a:lnTo>
                    <a:pt x="132190" y="6271825"/>
                  </a:lnTo>
                  <a:lnTo>
                    <a:pt x="132316" y="6271825"/>
                  </a:lnTo>
                  <a:lnTo>
                    <a:pt x="132442" y="6271825"/>
                  </a:lnTo>
                  <a:lnTo>
                    <a:pt x="132568" y="6271825"/>
                  </a:lnTo>
                  <a:lnTo>
                    <a:pt x="132695" y="6271825"/>
                  </a:lnTo>
                  <a:lnTo>
                    <a:pt x="132821" y="6271825"/>
                  </a:lnTo>
                  <a:lnTo>
                    <a:pt x="132947" y="6271825"/>
                  </a:lnTo>
                  <a:lnTo>
                    <a:pt x="133073" y="6271825"/>
                  </a:lnTo>
                  <a:lnTo>
                    <a:pt x="133200" y="6271825"/>
                  </a:lnTo>
                  <a:lnTo>
                    <a:pt x="133326" y="6271825"/>
                  </a:lnTo>
                  <a:lnTo>
                    <a:pt x="133452" y="6271825"/>
                  </a:lnTo>
                  <a:lnTo>
                    <a:pt x="133578" y="6271825"/>
                  </a:lnTo>
                  <a:lnTo>
                    <a:pt x="133705" y="6271825"/>
                  </a:lnTo>
                  <a:lnTo>
                    <a:pt x="133831" y="6271825"/>
                  </a:lnTo>
                  <a:lnTo>
                    <a:pt x="133957" y="6271825"/>
                  </a:lnTo>
                  <a:lnTo>
                    <a:pt x="134084" y="6271825"/>
                  </a:lnTo>
                  <a:lnTo>
                    <a:pt x="134210" y="6271825"/>
                  </a:lnTo>
                  <a:lnTo>
                    <a:pt x="134336" y="6271825"/>
                  </a:lnTo>
                  <a:lnTo>
                    <a:pt x="134462" y="6271825"/>
                  </a:lnTo>
                  <a:lnTo>
                    <a:pt x="134589" y="6271825"/>
                  </a:lnTo>
                  <a:lnTo>
                    <a:pt x="134715" y="6271825"/>
                  </a:lnTo>
                  <a:lnTo>
                    <a:pt x="134841" y="6271825"/>
                  </a:lnTo>
                  <a:lnTo>
                    <a:pt x="134967" y="6271825"/>
                  </a:lnTo>
                  <a:lnTo>
                    <a:pt x="134967" y="6266914"/>
                  </a:lnTo>
                  <a:lnTo>
                    <a:pt x="135094" y="6266914"/>
                  </a:lnTo>
                  <a:lnTo>
                    <a:pt x="135220" y="6266914"/>
                  </a:lnTo>
                  <a:lnTo>
                    <a:pt x="135346" y="6266914"/>
                  </a:lnTo>
                  <a:lnTo>
                    <a:pt x="135472" y="6266914"/>
                  </a:lnTo>
                  <a:lnTo>
                    <a:pt x="135599" y="6266914"/>
                  </a:lnTo>
                  <a:lnTo>
                    <a:pt x="135725" y="6266914"/>
                  </a:lnTo>
                  <a:lnTo>
                    <a:pt x="135851" y="6266914"/>
                  </a:lnTo>
                  <a:lnTo>
                    <a:pt x="135977" y="6266914"/>
                  </a:lnTo>
                  <a:lnTo>
                    <a:pt x="136104" y="6266914"/>
                  </a:lnTo>
                  <a:lnTo>
                    <a:pt x="136356" y="6266914"/>
                  </a:lnTo>
                  <a:lnTo>
                    <a:pt x="136482" y="6266914"/>
                  </a:lnTo>
                  <a:lnTo>
                    <a:pt x="136609" y="6266914"/>
                  </a:lnTo>
                  <a:lnTo>
                    <a:pt x="136735" y="6266914"/>
                  </a:lnTo>
                  <a:lnTo>
                    <a:pt x="136861" y="6266914"/>
                  </a:lnTo>
                  <a:lnTo>
                    <a:pt x="136987" y="6266914"/>
                  </a:lnTo>
                  <a:lnTo>
                    <a:pt x="137114" y="6266914"/>
                  </a:lnTo>
                  <a:lnTo>
                    <a:pt x="137240" y="6266914"/>
                  </a:lnTo>
                  <a:lnTo>
                    <a:pt x="137366" y="6266914"/>
                  </a:lnTo>
                  <a:lnTo>
                    <a:pt x="137366" y="6262003"/>
                  </a:lnTo>
                  <a:lnTo>
                    <a:pt x="137492" y="6262003"/>
                  </a:lnTo>
                  <a:lnTo>
                    <a:pt x="137619" y="6262003"/>
                  </a:lnTo>
                  <a:lnTo>
                    <a:pt x="137745" y="6262003"/>
                  </a:lnTo>
                  <a:lnTo>
                    <a:pt x="137871" y="6262003"/>
                  </a:lnTo>
                  <a:lnTo>
                    <a:pt x="137997" y="6262003"/>
                  </a:lnTo>
                  <a:lnTo>
                    <a:pt x="138124" y="6262003"/>
                  </a:lnTo>
                  <a:lnTo>
                    <a:pt x="138250" y="6262003"/>
                  </a:lnTo>
                  <a:lnTo>
                    <a:pt x="138376" y="6262003"/>
                  </a:lnTo>
                  <a:lnTo>
                    <a:pt x="138502" y="6262003"/>
                  </a:lnTo>
                  <a:lnTo>
                    <a:pt x="138629" y="6262003"/>
                  </a:lnTo>
                  <a:lnTo>
                    <a:pt x="138755" y="6262003"/>
                  </a:lnTo>
                  <a:lnTo>
                    <a:pt x="138881" y="6262003"/>
                  </a:lnTo>
                  <a:lnTo>
                    <a:pt x="139007" y="6262003"/>
                  </a:lnTo>
                  <a:lnTo>
                    <a:pt x="139260" y="6262003"/>
                  </a:lnTo>
                  <a:lnTo>
                    <a:pt x="139386" y="6262003"/>
                  </a:lnTo>
                  <a:lnTo>
                    <a:pt x="139513" y="6262003"/>
                  </a:lnTo>
                  <a:lnTo>
                    <a:pt x="139639" y="6262003"/>
                  </a:lnTo>
                  <a:lnTo>
                    <a:pt x="139765" y="6262003"/>
                  </a:lnTo>
                  <a:lnTo>
                    <a:pt x="139891" y="6262003"/>
                  </a:lnTo>
                  <a:lnTo>
                    <a:pt x="140018" y="6262003"/>
                  </a:lnTo>
                  <a:lnTo>
                    <a:pt x="140144" y="6262003"/>
                  </a:lnTo>
                  <a:lnTo>
                    <a:pt x="140270" y="6262003"/>
                  </a:lnTo>
                  <a:lnTo>
                    <a:pt x="140396" y="6262003"/>
                  </a:lnTo>
                  <a:lnTo>
                    <a:pt x="140523" y="6262003"/>
                  </a:lnTo>
                  <a:lnTo>
                    <a:pt x="140649" y="6262003"/>
                  </a:lnTo>
                  <a:lnTo>
                    <a:pt x="140775" y="6262003"/>
                  </a:lnTo>
                  <a:lnTo>
                    <a:pt x="140901" y="6262003"/>
                  </a:lnTo>
                  <a:lnTo>
                    <a:pt x="141028" y="6262003"/>
                  </a:lnTo>
                  <a:lnTo>
                    <a:pt x="141154" y="6262003"/>
                  </a:lnTo>
                  <a:lnTo>
                    <a:pt x="141280" y="6262003"/>
                  </a:lnTo>
                  <a:lnTo>
                    <a:pt x="141533" y="6262003"/>
                  </a:lnTo>
                  <a:lnTo>
                    <a:pt x="141659" y="6262003"/>
                  </a:lnTo>
                  <a:lnTo>
                    <a:pt x="141785" y="6262003"/>
                  </a:lnTo>
                  <a:lnTo>
                    <a:pt x="141911" y="6262003"/>
                  </a:lnTo>
                  <a:lnTo>
                    <a:pt x="142038" y="6262003"/>
                  </a:lnTo>
                  <a:lnTo>
                    <a:pt x="142164" y="6262003"/>
                  </a:lnTo>
                  <a:lnTo>
                    <a:pt x="142290" y="6262003"/>
                  </a:lnTo>
                  <a:lnTo>
                    <a:pt x="142416" y="6262003"/>
                  </a:lnTo>
                  <a:lnTo>
                    <a:pt x="142543" y="6262003"/>
                  </a:lnTo>
                  <a:lnTo>
                    <a:pt x="142669" y="6262003"/>
                  </a:lnTo>
                  <a:lnTo>
                    <a:pt x="142795" y="6262003"/>
                  </a:lnTo>
                  <a:lnTo>
                    <a:pt x="142921" y="6262003"/>
                  </a:lnTo>
                  <a:lnTo>
                    <a:pt x="143048" y="6262003"/>
                  </a:lnTo>
                  <a:lnTo>
                    <a:pt x="143174" y="6262003"/>
                  </a:lnTo>
                  <a:lnTo>
                    <a:pt x="143300" y="6262003"/>
                  </a:lnTo>
                  <a:lnTo>
                    <a:pt x="143426" y="6262003"/>
                  </a:lnTo>
                  <a:lnTo>
                    <a:pt x="143553" y="6262003"/>
                  </a:lnTo>
                  <a:lnTo>
                    <a:pt x="143679" y="6262003"/>
                  </a:lnTo>
                  <a:lnTo>
                    <a:pt x="143805" y="6262003"/>
                  </a:lnTo>
                  <a:lnTo>
                    <a:pt x="143931" y="6262003"/>
                  </a:lnTo>
                  <a:lnTo>
                    <a:pt x="144058" y="6262003"/>
                  </a:lnTo>
                  <a:lnTo>
                    <a:pt x="144184" y="6262003"/>
                  </a:lnTo>
                  <a:lnTo>
                    <a:pt x="144310" y="6262003"/>
                  </a:lnTo>
                  <a:lnTo>
                    <a:pt x="144437" y="6262003"/>
                  </a:lnTo>
                  <a:lnTo>
                    <a:pt x="144563" y="6262003"/>
                  </a:lnTo>
                  <a:lnTo>
                    <a:pt x="144689" y="6262003"/>
                  </a:lnTo>
                  <a:lnTo>
                    <a:pt x="144815" y="6262003"/>
                  </a:lnTo>
                  <a:lnTo>
                    <a:pt x="144942" y="6262003"/>
                  </a:lnTo>
                  <a:lnTo>
                    <a:pt x="145068" y="6262003"/>
                  </a:lnTo>
                  <a:lnTo>
                    <a:pt x="145194" y="6262003"/>
                  </a:lnTo>
                  <a:lnTo>
                    <a:pt x="145320" y="6262003"/>
                  </a:lnTo>
                  <a:lnTo>
                    <a:pt x="145573" y="6262003"/>
                  </a:lnTo>
                  <a:lnTo>
                    <a:pt x="145699" y="6262003"/>
                  </a:lnTo>
                  <a:lnTo>
                    <a:pt x="145825" y="6262003"/>
                  </a:lnTo>
                  <a:lnTo>
                    <a:pt x="145952" y="6262003"/>
                  </a:lnTo>
                  <a:lnTo>
                    <a:pt x="146078" y="6262003"/>
                  </a:lnTo>
                  <a:lnTo>
                    <a:pt x="146204" y="6262003"/>
                  </a:lnTo>
                  <a:lnTo>
                    <a:pt x="146330" y="6262003"/>
                  </a:lnTo>
                  <a:lnTo>
                    <a:pt x="146457" y="6262003"/>
                  </a:lnTo>
                  <a:lnTo>
                    <a:pt x="146583" y="6262003"/>
                  </a:lnTo>
                  <a:lnTo>
                    <a:pt x="146709" y="6262003"/>
                  </a:lnTo>
                  <a:lnTo>
                    <a:pt x="147214" y="6262003"/>
                  </a:lnTo>
                  <a:lnTo>
                    <a:pt x="147340" y="6262003"/>
                  </a:lnTo>
                  <a:lnTo>
                    <a:pt x="147467" y="6262003"/>
                  </a:lnTo>
                  <a:lnTo>
                    <a:pt x="147593" y="6262003"/>
                  </a:lnTo>
                  <a:lnTo>
                    <a:pt x="147845" y="6262003"/>
                  </a:lnTo>
                  <a:lnTo>
                    <a:pt x="147972" y="6262003"/>
                  </a:lnTo>
                  <a:lnTo>
                    <a:pt x="148098" y="6262003"/>
                  </a:lnTo>
                  <a:lnTo>
                    <a:pt x="148224" y="6262003"/>
                  </a:lnTo>
                  <a:lnTo>
                    <a:pt x="148350" y="6262003"/>
                  </a:lnTo>
                  <a:lnTo>
                    <a:pt x="148477" y="6262003"/>
                  </a:lnTo>
                  <a:lnTo>
                    <a:pt x="148603" y="6262003"/>
                  </a:lnTo>
                  <a:lnTo>
                    <a:pt x="148729" y="6262003"/>
                  </a:lnTo>
                  <a:lnTo>
                    <a:pt x="148855" y="6262003"/>
                  </a:lnTo>
                  <a:lnTo>
                    <a:pt x="148982" y="6262003"/>
                  </a:lnTo>
                  <a:lnTo>
                    <a:pt x="149108" y="6262003"/>
                  </a:lnTo>
                  <a:lnTo>
                    <a:pt x="149234" y="6262003"/>
                  </a:lnTo>
                  <a:lnTo>
                    <a:pt x="149360" y="6262003"/>
                  </a:lnTo>
                  <a:lnTo>
                    <a:pt x="149487" y="6262003"/>
                  </a:lnTo>
                  <a:lnTo>
                    <a:pt x="149613" y="6262003"/>
                  </a:lnTo>
                  <a:lnTo>
                    <a:pt x="149739" y="6262003"/>
                  </a:lnTo>
                  <a:lnTo>
                    <a:pt x="149866" y="6262003"/>
                  </a:lnTo>
                  <a:lnTo>
                    <a:pt x="149992" y="6262003"/>
                  </a:lnTo>
                  <a:lnTo>
                    <a:pt x="150118" y="6262003"/>
                  </a:lnTo>
                  <a:lnTo>
                    <a:pt x="150244" y="6262003"/>
                  </a:lnTo>
                  <a:lnTo>
                    <a:pt x="150371" y="6262003"/>
                  </a:lnTo>
                  <a:lnTo>
                    <a:pt x="150497" y="6262003"/>
                  </a:lnTo>
                  <a:lnTo>
                    <a:pt x="150623" y="6262003"/>
                  </a:lnTo>
                  <a:lnTo>
                    <a:pt x="150749" y="6262003"/>
                  </a:lnTo>
                  <a:lnTo>
                    <a:pt x="150876" y="6262003"/>
                  </a:lnTo>
                  <a:lnTo>
                    <a:pt x="151002" y="6262003"/>
                  </a:lnTo>
                  <a:lnTo>
                    <a:pt x="151128" y="6262003"/>
                  </a:lnTo>
                  <a:lnTo>
                    <a:pt x="151254" y="6262003"/>
                  </a:lnTo>
                  <a:lnTo>
                    <a:pt x="151381" y="6262003"/>
                  </a:lnTo>
                  <a:lnTo>
                    <a:pt x="151507" y="6262003"/>
                  </a:lnTo>
                  <a:lnTo>
                    <a:pt x="151633" y="6262003"/>
                  </a:lnTo>
                  <a:lnTo>
                    <a:pt x="151759" y="6262003"/>
                  </a:lnTo>
                  <a:lnTo>
                    <a:pt x="152012" y="6262003"/>
                  </a:lnTo>
                  <a:lnTo>
                    <a:pt x="152138" y="6262003"/>
                  </a:lnTo>
                  <a:lnTo>
                    <a:pt x="152264" y="6262003"/>
                  </a:lnTo>
                  <a:lnTo>
                    <a:pt x="152391" y="6262003"/>
                  </a:lnTo>
                  <a:lnTo>
                    <a:pt x="152517" y="6262003"/>
                  </a:lnTo>
                  <a:lnTo>
                    <a:pt x="152643" y="6262003"/>
                  </a:lnTo>
                  <a:lnTo>
                    <a:pt x="152769" y="6262003"/>
                  </a:lnTo>
                  <a:lnTo>
                    <a:pt x="152896" y="6262003"/>
                  </a:lnTo>
                  <a:lnTo>
                    <a:pt x="153022" y="6262003"/>
                  </a:lnTo>
                  <a:lnTo>
                    <a:pt x="153148" y="6262003"/>
                  </a:lnTo>
                  <a:lnTo>
                    <a:pt x="153274" y="6262003"/>
                  </a:lnTo>
                  <a:lnTo>
                    <a:pt x="153401" y="6262003"/>
                  </a:lnTo>
                  <a:lnTo>
                    <a:pt x="153527" y="6262003"/>
                  </a:lnTo>
                  <a:lnTo>
                    <a:pt x="153653" y="6262003"/>
                  </a:lnTo>
                  <a:lnTo>
                    <a:pt x="153779" y="6262003"/>
                  </a:lnTo>
                  <a:lnTo>
                    <a:pt x="153906" y="6262003"/>
                  </a:lnTo>
                  <a:lnTo>
                    <a:pt x="154032" y="6262003"/>
                  </a:lnTo>
                  <a:lnTo>
                    <a:pt x="154158" y="6262003"/>
                  </a:lnTo>
                  <a:lnTo>
                    <a:pt x="154284" y="6262003"/>
                  </a:lnTo>
                  <a:lnTo>
                    <a:pt x="154411" y="6262003"/>
                  </a:lnTo>
                  <a:lnTo>
                    <a:pt x="154537" y="6262003"/>
                  </a:lnTo>
                  <a:lnTo>
                    <a:pt x="154663" y="6262003"/>
                  </a:lnTo>
                  <a:lnTo>
                    <a:pt x="154790" y="6262003"/>
                  </a:lnTo>
                  <a:lnTo>
                    <a:pt x="154916" y="6262003"/>
                  </a:lnTo>
                  <a:lnTo>
                    <a:pt x="155042" y="6262003"/>
                  </a:lnTo>
                  <a:lnTo>
                    <a:pt x="155168" y="6262003"/>
                  </a:lnTo>
                  <a:lnTo>
                    <a:pt x="155421" y="6262003"/>
                  </a:lnTo>
                  <a:lnTo>
                    <a:pt x="155547" y="6262003"/>
                  </a:lnTo>
                  <a:lnTo>
                    <a:pt x="155673" y="6262003"/>
                  </a:lnTo>
                  <a:lnTo>
                    <a:pt x="155800" y="6262003"/>
                  </a:lnTo>
                  <a:lnTo>
                    <a:pt x="155926" y="6262003"/>
                  </a:lnTo>
                  <a:lnTo>
                    <a:pt x="156052" y="6262003"/>
                  </a:lnTo>
                  <a:lnTo>
                    <a:pt x="156178" y="6262003"/>
                  </a:lnTo>
                  <a:lnTo>
                    <a:pt x="156178" y="6257091"/>
                  </a:lnTo>
                  <a:lnTo>
                    <a:pt x="156305" y="6257091"/>
                  </a:lnTo>
                  <a:lnTo>
                    <a:pt x="156431" y="6257091"/>
                  </a:lnTo>
                  <a:lnTo>
                    <a:pt x="156557" y="6257091"/>
                  </a:lnTo>
                  <a:lnTo>
                    <a:pt x="156683" y="6257091"/>
                  </a:lnTo>
                  <a:lnTo>
                    <a:pt x="156810" y="6257091"/>
                  </a:lnTo>
                  <a:lnTo>
                    <a:pt x="156936" y="6257091"/>
                  </a:lnTo>
                  <a:lnTo>
                    <a:pt x="157062" y="6257091"/>
                  </a:lnTo>
                  <a:lnTo>
                    <a:pt x="157188" y="6257091"/>
                  </a:lnTo>
                  <a:lnTo>
                    <a:pt x="157315" y="6257091"/>
                  </a:lnTo>
                  <a:lnTo>
                    <a:pt x="157441" y="6257091"/>
                  </a:lnTo>
                  <a:lnTo>
                    <a:pt x="157567" y="6257091"/>
                  </a:lnTo>
                  <a:lnTo>
                    <a:pt x="157693" y="6257091"/>
                  </a:lnTo>
                  <a:lnTo>
                    <a:pt x="157820" y="6257091"/>
                  </a:lnTo>
                  <a:lnTo>
                    <a:pt x="157946" y="6257091"/>
                  </a:lnTo>
                  <a:lnTo>
                    <a:pt x="158072" y="6257091"/>
                  </a:lnTo>
                  <a:lnTo>
                    <a:pt x="158198" y="6257091"/>
                  </a:lnTo>
                  <a:lnTo>
                    <a:pt x="158325" y="6257091"/>
                  </a:lnTo>
                  <a:lnTo>
                    <a:pt x="158451" y="6257091"/>
                  </a:lnTo>
                  <a:lnTo>
                    <a:pt x="158577" y="6257091"/>
                  </a:lnTo>
                  <a:lnTo>
                    <a:pt x="158703" y="6257091"/>
                  </a:lnTo>
                  <a:lnTo>
                    <a:pt x="158830" y="6257091"/>
                  </a:lnTo>
                  <a:lnTo>
                    <a:pt x="158956" y="6257091"/>
                  </a:lnTo>
                  <a:lnTo>
                    <a:pt x="159082" y="6257091"/>
                  </a:lnTo>
                  <a:lnTo>
                    <a:pt x="159208" y="6257091"/>
                  </a:lnTo>
                  <a:lnTo>
                    <a:pt x="159335" y="6257091"/>
                  </a:lnTo>
                  <a:lnTo>
                    <a:pt x="159461" y="6257091"/>
                  </a:lnTo>
                  <a:lnTo>
                    <a:pt x="159587" y="6257091"/>
                  </a:lnTo>
                  <a:lnTo>
                    <a:pt x="159713" y="6257091"/>
                  </a:lnTo>
                  <a:lnTo>
                    <a:pt x="159840" y="6257091"/>
                  </a:lnTo>
                  <a:lnTo>
                    <a:pt x="159966" y="6257091"/>
                  </a:lnTo>
                  <a:lnTo>
                    <a:pt x="160092" y="6257091"/>
                  </a:lnTo>
                  <a:lnTo>
                    <a:pt x="160219" y="6257091"/>
                  </a:lnTo>
                  <a:lnTo>
                    <a:pt x="160345" y="6257091"/>
                  </a:lnTo>
                  <a:lnTo>
                    <a:pt x="160471" y="6257091"/>
                  </a:lnTo>
                  <a:lnTo>
                    <a:pt x="160597" y="6257091"/>
                  </a:lnTo>
                  <a:lnTo>
                    <a:pt x="160724" y="6257091"/>
                  </a:lnTo>
                  <a:lnTo>
                    <a:pt x="160976" y="6257091"/>
                  </a:lnTo>
                  <a:lnTo>
                    <a:pt x="161102" y="6257091"/>
                  </a:lnTo>
                  <a:lnTo>
                    <a:pt x="161229" y="6257091"/>
                  </a:lnTo>
                  <a:lnTo>
                    <a:pt x="161481" y="6257091"/>
                  </a:lnTo>
                  <a:lnTo>
                    <a:pt x="161607" y="6257091"/>
                  </a:lnTo>
                  <a:lnTo>
                    <a:pt x="161734" y="6257091"/>
                  </a:lnTo>
                  <a:lnTo>
                    <a:pt x="161860" y="6257091"/>
                  </a:lnTo>
                  <a:lnTo>
                    <a:pt x="161986" y="6257091"/>
                  </a:lnTo>
                  <a:lnTo>
                    <a:pt x="162112" y="6257091"/>
                  </a:lnTo>
                  <a:lnTo>
                    <a:pt x="162239" y="6257091"/>
                  </a:lnTo>
                  <a:lnTo>
                    <a:pt x="162365" y="6257091"/>
                  </a:lnTo>
                  <a:lnTo>
                    <a:pt x="162491" y="6257091"/>
                  </a:lnTo>
                  <a:lnTo>
                    <a:pt x="162744" y="6257091"/>
                  </a:lnTo>
                  <a:lnTo>
                    <a:pt x="162870" y="6257091"/>
                  </a:lnTo>
                  <a:lnTo>
                    <a:pt x="162996" y="6257091"/>
                  </a:lnTo>
                  <a:lnTo>
                    <a:pt x="163122" y="6257091"/>
                  </a:lnTo>
                  <a:lnTo>
                    <a:pt x="163249" y="6257091"/>
                  </a:lnTo>
                  <a:lnTo>
                    <a:pt x="163249" y="6252180"/>
                  </a:lnTo>
                  <a:lnTo>
                    <a:pt x="163375" y="6252180"/>
                  </a:lnTo>
                  <a:lnTo>
                    <a:pt x="163501" y="6252180"/>
                  </a:lnTo>
                  <a:lnTo>
                    <a:pt x="163627" y="6252180"/>
                  </a:lnTo>
                  <a:lnTo>
                    <a:pt x="163754" y="6252180"/>
                  </a:lnTo>
                  <a:lnTo>
                    <a:pt x="163880" y="6252180"/>
                  </a:lnTo>
                  <a:lnTo>
                    <a:pt x="164006" y="6252180"/>
                  </a:lnTo>
                  <a:lnTo>
                    <a:pt x="164132" y="6252180"/>
                  </a:lnTo>
                  <a:lnTo>
                    <a:pt x="164259" y="6252180"/>
                  </a:lnTo>
                  <a:lnTo>
                    <a:pt x="164385" y="6252180"/>
                  </a:lnTo>
                  <a:lnTo>
                    <a:pt x="164511" y="6252180"/>
                  </a:lnTo>
                  <a:lnTo>
                    <a:pt x="164637" y="6252180"/>
                  </a:lnTo>
                  <a:lnTo>
                    <a:pt x="164764" y="6252180"/>
                  </a:lnTo>
                  <a:lnTo>
                    <a:pt x="164890" y="6252180"/>
                  </a:lnTo>
                  <a:lnTo>
                    <a:pt x="165016" y="6252180"/>
                  </a:lnTo>
                  <a:lnTo>
                    <a:pt x="165143" y="6252180"/>
                  </a:lnTo>
                  <a:lnTo>
                    <a:pt x="165269" y="6252180"/>
                  </a:lnTo>
                  <a:lnTo>
                    <a:pt x="165395" y="6252180"/>
                  </a:lnTo>
                  <a:lnTo>
                    <a:pt x="165521" y="6252180"/>
                  </a:lnTo>
                  <a:lnTo>
                    <a:pt x="165521" y="6247268"/>
                  </a:lnTo>
                  <a:lnTo>
                    <a:pt x="165900" y="6247268"/>
                  </a:lnTo>
                  <a:lnTo>
                    <a:pt x="166026" y="6247268"/>
                  </a:lnTo>
                  <a:lnTo>
                    <a:pt x="166153" y="6247268"/>
                  </a:lnTo>
                  <a:lnTo>
                    <a:pt x="166279" y="6247268"/>
                  </a:lnTo>
                  <a:lnTo>
                    <a:pt x="166405" y="6247268"/>
                  </a:lnTo>
                  <a:lnTo>
                    <a:pt x="166531" y="6247268"/>
                  </a:lnTo>
                  <a:lnTo>
                    <a:pt x="166658" y="6247268"/>
                  </a:lnTo>
                  <a:lnTo>
                    <a:pt x="166784" y="6247268"/>
                  </a:lnTo>
                  <a:lnTo>
                    <a:pt x="166910" y="6247268"/>
                  </a:lnTo>
                  <a:lnTo>
                    <a:pt x="167036" y="6247268"/>
                  </a:lnTo>
                  <a:lnTo>
                    <a:pt x="167289" y="6247268"/>
                  </a:lnTo>
                  <a:lnTo>
                    <a:pt x="167415" y="6247268"/>
                  </a:lnTo>
                  <a:lnTo>
                    <a:pt x="167541" y="6247268"/>
                  </a:lnTo>
                  <a:lnTo>
                    <a:pt x="167668" y="6247268"/>
                  </a:lnTo>
                  <a:lnTo>
                    <a:pt x="167794" y="6247268"/>
                  </a:lnTo>
                  <a:lnTo>
                    <a:pt x="168046" y="6247268"/>
                  </a:lnTo>
                  <a:lnTo>
                    <a:pt x="168173" y="6247268"/>
                  </a:lnTo>
                  <a:lnTo>
                    <a:pt x="168299" y="6247268"/>
                  </a:lnTo>
                  <a:lnTo>
                    <a:pt x="168425" y="6247268"/>
                  </a:lnTo>
                  <a:lnTo>
                    <a:pt x="168551" y="6247268"/>
                  </a:lnTo>
                  <a:lnTo>
                    <a:pt x="168678" y="6247268"/>
                  </a:lnTo>
                  <a:lnTo>
                    <a:pt x="168678" y="6242357"/>
                  </a:lnTo>
                  <a:lnTo>
                    <a:pt x="168804" y="6242357"/>
                  </a:lnTo>
                  <a:lnTo>
                    <a:pt x="168930" y="6242357"/>
                  </a:lnTo>
                  <a:lnTo>
                    <a:pt x="169056" y="6242357"/>
                  </a:lnTo>
                  <a:lnTo>
                    <a:pt x="169183" y="6242357"/>
                  </a:lnTo>
                  <a:lnTo>
                    <a:pt x="169309" y="6242357"/>
                  </a:lnTo>
                  <a:lnTo>
                    <a:pt x="169435" y="6242357"/>
                  </a:lnTo>
                  <a:lnTo>
                    <a:pt x="169561" y="6242357"/>
                  </a:lnTo>
                  <a:lnTo>
                    <a:pt x="169688" y="6242357"/>
                  </a:lnTo>
                  <a:lnTo>
                    <a:pt x="169814" y="6242357"/>
                  </a:lnTo>
                  <a:lnTo>
                    <a:pt x="169940" y="6242357"/>
                  </a:lnTo>
                  <a:lnTo>
                    <a:pt x="170193" y="6242357"/>
                  </a:lnTo>
                  <a:lnTo>
                    <a:pt x="170319" y="6242357"/>
                  </a:lnTo>
                  <a:lnTo>
                    <a:pt x="170445" y="6242357"/>
                  </a:lnTo>
                  <a:lnTo>
                    <a:pt x="170572" y="6242357"/>
                  </a:lnTo>
                  <a:lnTo>
                    <a:pt x="170698" y="6242357"/>
                  </a:lnTo>
                  <a:lnTo>
                    <a:pt x="170824" y="6242357"/>
                  </a:lnTo>
                  <a:lnTo>
                    <a:pt x="170950" y="6242357"/>
                  </a:lnTo>
                  <a:lnTo>
                    <a:pt x="171077" y="6242357"/>
                  </a:lnTo>
                  <a:lnTo>
                    <a:pt x="171203" y="6242357"/>
                  </a:lnTo>
                  <a:lnTo>
                    <a:pt x="171329" y="6242357"/>
                  </a:lnTo>
                  <a:lnTo>
                    <a:pt x="171455" y="6242357"/>
                  </a:lnTo>
                  <a:lnTo>
                    <a:pt x="171582" y="6242357"/>
                  </a:lnTo>
                  <a:lnTo>
                    <a:pt x="171708" y="6242357"/>
                  </a:lnTo>
                  <a:lnTo>
                    <a:pt x="171834" y="6242357"/>
                  </a:lnTo>
                  <a:lnTo>
                    <a:pt x="171960" y="6242357"/>
                  </a:lnTo>
                  <a:lnTo>
                    <a:pt x="172087" y="6242357"/>
                  </a:lnTo>
                  <a:lnTo>
                    <a:pt x="172213" y="6242357"/>
                  </a:lnTo>
                  <a:lnTo>
                    <a:pt x="172339" y="6242357"/>
                  </a:lnTo>
                  <a:lnTo>
                    <a:pt x="172465" y="6242357"/>
                  </a:lnTo>
                  <a:lnTo>
                    <a:pt x="172592" y="6242357"/>
                  </a:lnTo>
                  <a:lnTo>
                    <a:pt x="172718" y="6242357"/>
                  </a:lnTo>
                  <a:lnTo>
                    <a:pt x="172844" y="6242357"/>
                  </a:lnTo>
                  <a:lnTo>
                    <a:pt x="172970" y="6242357"/>
                  </a:lnTo>
                  <a:lnTo>
                    <a:pt x="173097" y="6242357"/>
                  </a:lnTo>
                  <a:lnTo>
                    <a:pt x="173223" y="6242357"/>
                  </a:lnTo>
                  <a:lnTo>
                    <a:pt x="173349" y="6242357"/>
                  </a:lnTo>
                  <a:lnTo>
                    <a:pt x="173475" y="6242357"/>
                  </a:lnTo>
                  <a:lnTo>
                    <a:pt x="173602" y="6242357"/>
                  </a:lnTo>
                  <a:lnTo>
                    <a:pt x="173728" y="6242357"/>
                  </a:lnTo>
                  <a:lnTo>
                    <a:pt x="173854" y="6242357"/>
                  </a:lnTo>
                  <a:lnTo>
                    <a:pt x="173854" y="6237446"/>
                  </a:lnTo>
                  <a:lnTo>
                    <a:pt x="173980" y="6237446"/>
                  </a:lnTo>
                  <a:lnTo>
                    <a:pt x="174107" y="6237446"/>
                  </a:lnTo>
                  <a:lnTo>
                    <a:pt x="174233" y="6237446"/>
                  </a:lnTo>
                  <a:lnTo>
                    <a:pt x="174359" y="6237446"/>
                  </a:lnTo>
                  <a:lnTo>
                    <a:pt x="174485" y="6237446"/>
                  </a:lnTo>
                  <a:lnTo>
                    <a:pt x="174612" y="6237446"/>
                  </a:lnTo>
                  <a:lnTo>
                    <a:pt x="174738" y="6237446"/>
                  </a:lnTo>
                  <a:lnTo>
                    <a:pt x="174864" y="6237446"/>
                  </a:lnTo>
                  <a:lnTo>
                    <a:pt x="174990" y="6237446"/>
                  </a:lnTo>
                  <a:lnTo>
                    <a:pt x="175117" y="6237446"/>
                  </a:lnTo>
                  <a:lnTo>
                    <a:pt x="175243" y="6237446"/>
                  </a:lnTo>
                  <a:lnTo>
                    <a:pt x="175369" y="6237446"/>
                  </a:lnTo>
                  <a:lnTo>
                    <a:pt x="175496" y="6237446"/>
                  </a:lnTo>
                  <a:lnTo>
                    <a:pt x="175622" y="6237446"/>
                  </a:lnTo>
                  <a:lnTo>
                    <a:pt x="175748" y="6237446"/>
                  </a:lnTo>
                  <a:lnTo>
                    <a:pt x="175874" y="6237446"/>
                  </a:lnTo>
                  <a:lnTo>
                    <a:pt x="176001" y="6232534"/>
                  </a:lnTo>
                  <a:lnTo>
                    <a:pt x="176127" y="6232534"/>
                  </a:lnTo>
                  <a:lnTo>
                    <a:pt x="176253" y="6232534"/>
                  </a:lnTo>
                  <a:lnTo>
                    <a:pt x="176379" y="6232534"/>
                  </a:lnTo>
                  <a:lnTo>
                    <a:pt x="176506" y="6232534"/>
                  </a:lnTo>
                  <a:lnTo>
                    <a:pt x="176632" y="6232534"/>
                  </a:lnTo>
                  <a:lnTo>
                    <a:pt x="176758" y="6232534"/>
                  </a:lnTo>
                  <a:lnTo>
                    <a:pt x="176884" y="6232534"/>
                  </a:lnTo>
                  <a:lnTo>
                    <a:pt x="177011" y="6232534"/>
                  </a:lnTo>
                  <a:lnTo>
                    <a:pt x="177137" y="6232534"/>
                  </a:lnTo>
                  <a:lnTo>
                    <a:pt x="177263" y="6232534"/>
                  </a:lnTo>
                  <a:lnTo>
                    <a:pt x="177389" y="6232534"/>
                  </a:lnTo>
                  <a:lnTo>
                    <a:pt x="177516" y="6232534"/>
                  </a:lnTo>
                  <a:lnTo>
                    <a:pt x="177642" y="6232534"/>
                  </a:lnTo>
                  <a:lnTo>
                    <a:pt x="177768" y="6232534"/>
                  </a:lnTo>
                  <a:lnTo>
                    <a:pt x="177894" y="6232534"/>
                  </a:lnTo>
                  <a:lnTo>
                    <a:pt x="178021" y="6232534"/>
                  </a:lnTo>
                  <a:lnTo>
                    <a:pt x="178147" y="6232534"/>
                  </a:lnTo>
                  <a:lnTo>
                    <a:pt x="178273" y="6232534"/>
                  </a:lnTo>
                  <a:lnTo>
                    <a:pt x="178399" y="6232534"/>
                  </a:lnTo>
                  <a:lnTo>
                    <a:pt x="178526" y="6232534"/>
                  </a:lnTo>
                  <a:lnTo>
                    <a:pt x="178652" y="6232534"/>
                  </a:lnTo>
                  <a:lnTo>
                    <a:pt x="178778" y="6232534"/>
                  </a:lnTo>
                  <a:lnTo>
                    <a:pt x="178904" y="6232534"/>
                  </a:lnTo>
                  <a:lnTo>
                    <a:pt x="179031" y="6232534"/>
                  </a:lnTo>
                  <a:lnTo>
                    <a:pt x="179157" y="6232534"/>
                  </a:lnTo>
                  <a:lnTo>
                    <a:pt x="179283" y="6232534"/>
                  </a:lnTo>
                  <a:lnTo>
                    <a:pt x="179409" y="6232534"/>
                  </a:lnTo>
                  <a:lnTo>
                    <a:pt x="179409" y="6227623"/>
                  </a:lnTo>
                  <a:lnTo>
                    <a:pt x="179536" y="6227623"/>
                  </a:lnTo>
                  <a:lnTo>
                    <a:pt x="179662" y="6227623"/>
                  </a:lnTo>
                  <a:lnTo>
                    <a:pt x="179788" y="6227623"/>
                  </a:lnTo>
                  <a:lnTo>
                    <a:pt x="179914" y="6227623"/>
                  </a:lnTo>
                  <a:lnTo>
                    <a:pt x="180041" y="6227623"/>
                  </a:lnTo>
                  <a:lnTo>
                    <a:pt x="180167" y="6227623"/>
                  </a:lnTo>
                  <a:lnTo>
                    <a:pt x="180420" y="6227623"/>
                  </a:lnTo>
                  <a:lnTo>
                    <a:pt x="180546" y="6227623"/>
                  </a:lnTo>
                  <a:lnTo>
                    <a:pt x="180672" y="6227623"/>
                  </a:lnTo>
                  <a:lnTo>
                    <a:pt x="180798" y="6227623"/>
                  </a:lnTo>
                  <a:lnTo>
                    <a:pt x="180925" y="6227623"/>
                  </a:lnTo>
                  <a:lnTo>
                    <a:pt x="181051" y="6227623"/>
                  </a:lnTo>
                  <a:lnTo>
                    <a:pt x="181177" y="6227623"/>
                  </a:lnTo>
                  <a:lnTo>
                    <a:pt x="181303" y="6227623"/>
                  </a:lnTo>
                  <a:lnTo>
                    <a:pt x="181430" y="6227623"/>
                  </a:lnTo>
                  <a:lnTo>
                    <a:pt x="181556" y="6227623"/>
                  </a:lnTo>
                  <a:lnTo>
                    <a:pt x="181682" y="6227623"/>
                  </a:lnTo>
                  <a:lnTo>
                    <a:pt x="181808" y="6227623"/>
                  </a:lnTo>
                  <a:lnTo>
                    <a:pt x="181935" y="6227623"/>
                  </a:lnTo>
                  <a:lnTo>
                    <a:pt x="182061" y="6227623"/>
                  </a:lnTo>
                  <a:lnTo>
                    <a:pt x="182187" y="6227623"/>
                  </a:lnTo>
                  <a:lnTo>
                    <a:pt x="182313" y="6227623"/>
                  </a:lnTo>
                  <a:lnTo>
                    <a:pt x="182440" y="6227623"/>
                  </a:lnTo>
                  <a:lnTo>
                    <a:pt x="182692" y="6227623"/>
                  </a:lnTo>
                  <a:lnTo>
                    <a:pt x="182818" y="6227623"/>
                  </a:lnTo>
                  <a:lnTo>
                    <a:pt x="182945" y="6227623"/>
                  </a:lnTo>
                  <a:lnTo>
                    <a:pt x="183071" y="6227623"/>
                  </a:lnTo>
                  <a:lnTo>
                    <a:pt x="183197" y="6227623"/>
                  </a:lnTo>
                  <a:lnTo>
                    <a:pt x="183323" y="6227623"/>
                  </a:lnTo>
                  <a:lnTo>
                    <a:pt x="183450" y="6227623"/>
                  </a:lnTo>
                  <a:lnTo>
                    <a:pt x="183576" y="6227623"/>
                  </a:lnTo>
                  <a:lnTo>
                    <a:pt x="183702" y="6227623"/>
                  </a:lnTo>
                  <a:lnTo>
                    <a:pt x="183828" y="6227623"/>
                  </a:lnTo>
                  <a:lnTo>
                    <a:pt x="183955" y="6227623"/>
                  </a:lnTo>
                  <a:lnTo>
                    <a:pt x="184586" y="6227623"/>
                  </a:lnTo>
                  <a:lnTo>
                    <a:pt x="184712" y="6227623"/>
                  </a:lnTo>
                  <a:lnTo>
                    <a:pt x="184838" y="6227623"/>
                  </a:lnTo>
                  <a:lnTo>
                    <a:pt x="184965" y="6227623"/>
                  </a:lnTo>
                  <a:lnTo>
                    <a:pt x="185091" y="6227623"/>
                  </a:lnTo>
                  <a:lnTo>
                    <a:pt x="185217" y="6227623"/>
                  </a:lnTo>
                  <a:lnTo>
                    <a:pt x="185343" y="6227623"/>
                  </a:lnTo>
                  <a:lnTo>
                    <a:pt x="185596" y="6227623"/>
                  </a:lnTo>
                  <a:lnTo>
                    <a:pt x="185722" y="6227623"/>
                  </a:lnTo>
                  <a:lnTo>
                    <a:pt x="185849" y="6227623"/>
                  </a:lnTo>
                  <a:lnTo>
                    <a:pt x="186101" y="6227623"/>
                  </a:lnTo>
                  <a:lnTo>
                    <a:pt x="186227" y="6227623"/>
                  </a:lnTo>
                  <a:lnTo>
                    <a:pt x="186354" y="6227623"/>
                  </a:lnTo>
                  <a:lnTo>
                    <a:pt x="186480" y="6227623"/>
                  </a:lnTo>
                  <a:lnTo>
                    <a:pt x="186606" y="6227623"/>
                  </a:lnTo>
                  <a:lnTo>
                    <a:pt x="186732" y="6227623"/>
                  </a:lnTo>
                  <a:lnTo>
                    <a:pt x="186859" y="6227623"/>
                  </a:lnTo>
                  <a:lnTo>
                    <a:pt x="187111" y="6227623"/>
                  </a:lnTo>
                  <a:lnTo>
                    <a:pt x="187237" y="6227623"/>
                  </a:lnTo>
                  <a:lnTo>
                    <a:pt x="187364" y="6227623"/>
                  </a:lnTo>
                  <a:lnTo>
                    <a:pt x="187490" y="6227623"/>
                  </a:lnTo>
                  <a:lnTo>
                    <a:pt x="187616" y="6227623"/>
                  </a:lnTo>
                  <a:lnTo>
                    <a:pt x="187742" y="6227623"/>
                  </a:lnTo>
                  <a:lnTo>
                    <a:pt x="187869" y="6227623"/>
                  </a:lnTo>
                  <a:lnTo>
                    <a:pt x="187995" y="6227623"/>
                  </a:lnTo>
                  <a:lnTo>
                    <a:pt x="187995" y="6222712"/>
                  </a:lnTo>
                  <a:lnTo>
                    <a:pt x="188121" y="6222712"/>
                  </a:lnTo>
                  <a:lnTo>
                    <a:pt x="188247" y="6222712"/>
                  </a:lnTo>
                  <a:lnTo>
                    <a:pt x="188374" y="6222712"/>
                  </a:lnTo>
                  <a:lnTo>
                    <a:pt x="188500" y="6222712"/>
                  </a:lnTo>
                  <a:lnTo>
                    <a:pt x="188626" y="6222712"/>
                  </a:lnTo>
                  <a:lnTo>
                    <a:pt x="188752" y="6222712"/>
                  </a:lnTo>
                  <a:lnTo>
                    <a:pt x="188879" y="6222712"/>
                  </a:lnTo>
                  <a:lnTo>
                    <a:pt x="189005" y="6222712"/>
                  </a:lnTo>
                  <a:lnTo>
                    <a:pt x="189131" y="6222712"/>
                  </a:lnTo>
                  <a:lnTo>
                    <a:pt x="189257" y="6222712"/>
                  </a:lnTo>
                  <a:lnTo>
                    <a:pt x="189384" y="6222712"/>
                  </a:lnTo>
                  <a:lnTo>
                    <a:pt x="189510" y="6222712"/>
                  </a:lnTo>
                  <a:lnTo>
                    <a:pt x="189636" y="6222712"/>
                  </a:lnTo>
                  <a:lnTo>
                    <a:pt x="189762" y="6222712"/>
                  </a:lnTo>
                  <a:lnTo>
                    <a:pt x="189889" y="6222712"/>
                  </a:lnTo>
                  <a:lnTo>
                    <a:pt x="190015" y="6222712"/>
                  </a:lnTo>
                  <a:lnTo>
                    <a:pt x="190141" y="6222712"/>
                  </a:lnTo>
                  <a:lnTo>
                    <a:pt x="190267" y="6222712"/>
                  </a:lnTo>
                  <a:lnTo>
                    <a:pt x="190394" y="6222712"/>
                  </a:lnTo>
                  <a:lnTo>
                    <a:pt x="190646" y="6222712"/>
                  </a:lnTo>
                  <a:lnTo>
                    <a:pt x="190773" y="6222712"/>
                  </a:lnTo>
                  <a:lnTo>
                    <a:pt x="191025" y="6222712"/>
                  </a:lnTo>
                  <a:lnTo>
                    <a:pt x="191151" y="6222712"/>
                  </a:lnTo>
                  <a:lnTo>
                    <a:pt x="191278" y="6222712"/>
                  </a:lnTo>
                  <a:lnTo>
                    <a:pt x="191404" y="6222712"/>
                  </a:lnTo>
                  <a:lnTo>
                    <a:pt x="191530" y="6222712"/>
                  </a:lnTo>
                  <a:lnTo>
                    <a:pt x="191656" y="6222712"/>
                  </a:lnTo>
                  <a:lnTo>
                    <a:pt x="191783" y="6222712"/>
                  </a:lnTo>
                  <a:lnTo>
                    <a:pt x="191909" y="6222712"/>
                  </a:lnTo>
                  <a:lnTo>
                    <a:pt x="192035" y="6222712"/>
                  </a:lnTo>
                  <a:lnTo>
                    <a:pt x="192288" y="6222712"/>
                  </a:lnTo>
                  <a:lnTo>
                    <a:pt x="192414" y="6222712"/>
                  </a:lnTo>
                  <a:lnTo>
                    <a:pt x="192540" y="6222712"/>
                  </a:lnTo>
                  <a:lnTo>
                    <a:pt x="192666" y="6222712"/>
                  </a:lnTo>
                  <a:lnTo>
                    <a:pt x="192793" y="6222712"/>
                  </a:lnTo>
                  <a:lnTo>
                    <a:pt x="192919" y="6222712"/>
                  </a:lnTo>
                  <a:lnTo>
                    <a:pt x="193045" y="6222712"/>
                  </a:lnTo>
                  <a:lnTo>
                    <a:pt x="193171" y="6222712"/>
                  </a:lnTo>
                  <a:lnTo>
                    <a:pt x="193298" y="6222712"/>
                  </a:lnTo>
                  <a:lnTo>
                    <a:pt x="193424" y="6222712"/>
                  </a:lnTo>
                  <a:lnTo>
                    <a:pt x="193550" y="6222712"/>
                  </a:lnTo>
                  <a:lnTo>
                    <a:pt x="193676" y="6222712"/>
                  </a:lnTo>
                  <a:lnTo>
                    <a:pt x="193803" y="6222712"/>
                  </a:lnTo>
                  <a:lnTo>
                    <a:pt x="193929" y="6222712"/>
                  </a:lnTo>
                  <a:lnTo>
                    <a:pt x="194055" y="6222712"/>
                  </a:lnTo>
                  <a:lnTo>
                    <a:pt x="194055" y="6217800"/>
                  </a:lnTo>
                  <a:lnTo>
                    <a:pt x="194181" y="6217800"/>
                  </a:lnTo>
                  <a:lnTo>
                    <a:pt x="194308" y="6217800"/>
                  </a:lnTo>
                  <a:lnTo>
                    <a:pt x="194434" y="6217800"/>
                  </a:lnTo>
                  <a:lnTo>
                    <a:pt x="194560" y="6217800"/>
                  </a:lnTo>
                  <a:lnTo>
                    <a:pt x="194686" y="6217800"/>
                  </a:lnTo>
                  <a:lnTo>
                    <a:pt x="194813" y="6217800"/>
                  </a:lnTo>
                  <a:lnTo>
                    <a:pt x="194939" y="6217800"/>
                  </a:lnTo>
                  <a:lnTo>
                    <a:pt x="195065" y="6217800"/>
                  </a:lnTo>
                  <a:lnTo>
                    <a:pt x="195318" y="6217800"/>
                  </a:lnTo>
                  <a:lnTo>
                    <a:pt x="195444" y="6217800"/>
                  </a:lnTo>
                  <a:lnTo>
                    <a:pt x="195570" y="6217800"/>
                  </a:lnTo>
                  <a:lnTo>
                    <a:pt x="195696" y="6217800"/>
                  </a:lnTo>
                  <a:lnTo>
                    <a:pt x="195823" y="6217800"/>
                  </a:lnTo>
                  <a:lnTo>
                    <a:pt x="195949" y="6217800"/>
                  </a:lnTo>
                  <a:lnTo>
                    <a:pt x="196075" y="6217800"/>
                  </a:lnTo>
                  <a:lnTo>
                    <a:pt x="196202" y="6217800"/>
                  </a:lnTo>
                  <a:lnTo>
                    <a:pt x="196328" y="6217800"/>
                  </a:lnTo>
                  <a:lnTo>
                    <a:pt x="196580" y="6217800"/>
                  </a:lnTo>
                  <a:lnTo>
                    <a:pt x="196707" y="6217800"/>
                  </a:lnTo>
                  <a:lnTo>
                    <a:pt x="196833" y="6217800"/>
                  </a:lnTo>
                  <a:lnTo>
                    <a:pt x="196959" y="6217800"/>
                  </a:lnTo>
                  <a:lnTo>
                    <a:pt x="197085" y="6217800"/>
                  </a:lnTo>
                  <a:lnTo>
                    <a:pt x="197212" y="6217800"/>
                  </a:lnTo>
                  <a:lnTo>
                    <a:pt x="197338" y="6217800"/>
                  </a:lnTo>
                  <a:lnTo>
                    <a:pt x="197590" y="6217800"/>
                  </a:lnTo>
                  <a:lnTo>
                    <a:pt x="197717" y="6217800"/>
                  </a:lnTo>
                  <a:lnTo>
                    <a:pt x="197843" y="6217800"/>
                  </a:lnTo>
                  <a:lnTo>
                    <a:pt x="197969" y="6217800"/>
                  </a:lnTo>
                  <a:lnTo>
                    <a:pt x="198095" y="6217800"/>
                  </a:lnTo>
                  <a:lnTo>
                    <a:pt x="198222" y="6217800"/>
                  </a:lnTo>
                  <a:lnTo>
                    <a:pt x="198348" y="6217800"/>
                  </a:lnTo>
                  <a:lnTo>
                    <a:pt x="198474" y="6217800"/>
                  </a:lnTo>
                  <a:lnTo>
                    <a:pt x="198600" y="6217800"/>
                  </a:lnTo>
                  <a:lnTo>
                    <a:pt x="198727" y="6217800"/>
                  </a:lnTo>
                  <a:lnTo>
                    <a:pt x="198853" y="6217800"/>
                  </a:lnTo>
                  <a:lnTo>
                    <a:pt x="198979" y="6217800"/>
                  </a:lnTo>
                  <a:lnTo>
                    <a:pt x="199105" y="6217800"/>
                  </a:lnTo>
                  <a:lnTo>
                    <a:pt x="199232" y="6217800"/>
                  </a:lnTo>
                  <a:lnTo>
                    <a:pt x="199358" y="6217800"/>
                  </a:lnTo>
                  <a:lnTo>
                    <a:pt x="199484" y="6217800"/>
                  </a:lnTo>
                  <a:lnTo>
                    <a:pt x="199484" y="6212889"/>
                  </a:lnTo>
                  <a:lnTo>
                    <a:pt x="199610" y="6212889"/>
                  </a:lnTo>
                  <a:lnTo>
                    <a:pt x="199737" y="6212889"/>
                  </a:lnTo>
                  <a:lnTo>
                    <a:pt x="199863" y="6212889"/>
                  </a:lnTo>
                  <a:lnTo>
                    <a:pt x="199989" y="6212889"/>
                  </a:lnTo>
                  <a:lnTo>
                    <a:pt x="200115" y="6212889"/>
                  </a:lnTo>
                  <a:lnTo>
                    <a:pt x="200242" y="6212889"/>
                  </a:lnTo>
                  <a:lnTo>
                    <a:pt x="200368" y="6212889"/>
                  </a:lnTo>
                  <a:lnTo>
                    <a:pt x="200620" y="6212889"/>
                  </a:lnTo>
                  <a:lnTo>
                    <a:pt x="200747" y="6212889"/>
                  </a:lnTo>
                  <a:lnTo>
                    <a:pt x="200873" y="6212889"/>
                  </a:lnTo>
                  <a:lnTo>
                    <a:pt x="200999" y="6212889"/>
                  </a:lnTo>
                  <a:lnTo>
                    <a:pt x="201252" y="6212889"/>
                  </a:lnTo>
                  <a:lnTo>
                    <a:pt x="201378" y="6212889"/>
                  </a:lnTo>
                  <a:lnTo>
                    <a:pt x="201504" y="6212889"/>
                  </a:lnTo>
                  <a:lnTo>
                    <a:pt x="201504" y="6207977"/>
                  </a:lnTo>
                  <a:lnTo>
                    <a:pt x="201631" y="6207977"/>
                  </a:lnTo>
                  <a:lnTo>
                    <a:pt x="201757" y="6207977"/>
                  </a:lnTo>
                  <a:lnTo>
                    <a:pt x="201883" y="6207977"/>
                  </a:lnTo>
                  <a:lnTo>
                    <a:pt x="202009" y="6207977"/>
                  </a:lnTo>
                  <a:lnTo>
                    <a:pt x="202136" y="6207977"/>
                  </a:lnTo>
                  <a:lnTo>
                    <a:pt x="202262" y="6207977"/>
                  </a:lnTo>
                  <a:lnTo>
                    <a:pt x="202388" y="6207977"/>
                  </a:lnTo>
                  <a:lnTo>
                    <a:pt x="202514" y="6207977"/>
                  </a:lnTo>
                  <a:lnTo>
                    <a:pt x="202641" y="6207977"/>
                  </a:lnTo>
                  <a:lnTo>
                    <a:pt x="202767" y="6207977"/>
                  </a:lnTo>
                  <a:lnTo>
                    <a:pt x="203019" y="6207977"/>
                  </a:lnTo>
                  <a:lnTo>
                    <a:pt x="203146" y="6207977"/>
                  </a:lnTo>
                  <a:lnTo>
                    <a:pt x="203272" y="6207977"/>
                  </a:lnTo>
                  <a:lnTo>
                    <a:pt x="203398" y="6207977"/>
                  </a:lnTo>
                  <a:lnTo>
                    <a:pt x="203524" y="6207977"/>
                  </a:lnTo>
                  <a:lnTo>
                    <a:pt x="203651" y="6207977"/>
                  </a:lnTo>
                  <a:lnTo>
                    <a:pt x="203777" y="6207977"/>
                  </a:lnTo>
                  <a:lnTo>
                    <a:pt x="203903" y="6207977"/>
                  </a:lnTo>
                  <a:lnTo>
                    <a:pt x="204029" y="6207977"/>
                  </a:lnTo>
                  <a:lnTo>
                    <a:pt x="204156" y="6207977"/>
                  </a:lnTo>
                  <a:lnTo>
                    <a:pt x="204282" y="6207977"/>
                  </a:lnTo>
                  <a:lnTo>
                    <a:pt x="204408" y="6207977"/>
                  </a:lnTo>
                  <a:lnTo>
                    <a:pt x="204534" y="6207977"/>
                  </a:lnTo>
                  <a:lnTo>
                    <a:pt x="204661" y="6207977"/>
                  </a:lnTo>
                  <a:lnTo>
                    <a:pt x="204787" y="6207977"/>
                  </a:lnTo>
                  <a:lnTo>
                    <a:pt x="204913" y="6207977"/>
                  </a:lnTo>
                  <a:lnTo>
                    <a:pt x="205039" y="6207977"/>
                  </a:lnTo>
                  <a:lnTo>
                    <a:pt x="205166" y="6207977"/>
                  </a:lnTo>
                  <a:lnTo>
                    <a:pt x="205292" y="6207977"/>
                  </a:lnTo>
                  <a:lnTo>
                    <a:pt x="205418" y="6207977"/>
                  </a:lnTo>
                  <a:lnTo>
                    <a:pt x="205544" y="6207977"/>
                  </a:lnTo>
                  <a:lnTo>
                    <a:pt x="205671" y="6207977"/>
                  </a:lnTo>
                  <a:lnTo>
                    <a:pt x="205797" y="6207977"/>
                  </a:lnTo>
                  <a:lnTo>
                    <a:pt x="206049" y="6207977"/>
                  </a:lnTo>
                  <a:lnTo>
                    <a:pt x="206176" y="6207977"/>
                  </a:lnTo>
                  <a:lnTo>
                    <a:pt x="206302" y="6207977"/>
                  </a:lnTo>
                  <a:lnTo>
                    <a:pt x="206428" y="6207977"/>
                  </a:lnTo>
                  <a:lnTo>
                    <a:pt x="206681" y="6207977"/>
                  </a:lnTo>
                  <a:lnTo>
                    <a:pt x="206807" y="6207977"/>
                  </a:lnTo>
                  <a:lnTo>
                    <a:pt x="206933" y="6207977"/>
                  </a:lnTo>
                  <a:lnTo>
                    <a:pt x="207060" y="6207977"/>
                  </a:lnTo>
                  <a:lnTo>
                    <a:pt x="207186" y="6207977"/>
                  </a:lnTo>
                  <a:lnTo>
                    <a:pt x="207312" y="6207977"/>
                  </a:lnTo>
                  <a:lnTo>
                    <a:pt x="207438" y="6207977"/>
                  </a:lnTo>
                  <a:lnTo>
                    <a:pt x="207565" y="6207977"/>
                  </a:lnTo>
                  <a:lnTo>
                    <a:pt x="207691" y="6207977"/>
                  </a:lnTo>
                  <a:lnTo>
                    <a:pt x="207817" y="6207977"/>
                  </a:lnTo>
                  <a:lnTo>
                    <a:pt x="207943" y="6207977"/>
                  </a:lnTo>
                  <a:lnTo>
                    <a:pt x="208070" y="6207977"/>
                  </a:lnTo>
                  <a:lnTo>
                    <a:pt x="208196" y="6207977"/>
                  </a:lnTo>
                  <a:lnTo>
                    <a:pt x="208322" y="6207977"/>
                  </a:lnTo>
                  <a:lnTo>
                    <a:pt x="208448" y="6207977"/>
                  </a:lnTo>
                  <a:lnTo>
                    <a:pt x="208575" y="6207977"/>
                  </a:lnTo>
                  <a:lnTo>
                    <a:pt x="208575" y="6203066"/>
                  </a:lnTo>
                  <a:lnTo>
                    <a:pt x="208701" y="6203066"/>
                  </a:lnTo>
                  <a:lnTo>
                    <a:pt x="208827" y="6203066"/>
                  </a:lnTo>
                  <a:lnTo>
                    <a:pt x="208953" y="6203066"/>
                  </a:lnTo>
                  <a:lnTo>
                    <a:pt x="209080" y="6203066"/>
                  </a:lnTo>
                  <a:lnTo>
                    <a:pt x="209206" y="6203066"/>
                  </a:lnTo>
                  <a:lnTo>
                    <a:pt x="209332" y="6203066"/>
                  </a:lnTo>
                  <a:lnTo>
                    <a:pt x="209458" y="6203066"/>
                  </a:lnTo>
                  <a:lnTo>
                    <a:pt x="209458" y="6198155"/>
                  </a:lnTo>
                  <a:lnTo>
                    <a:pt x="209585" y="6198155"/>
                  </a:lnTo>
                  <a:lnTo>
                    <a:pt x="209711" y="6198155"/>
                  </a:lnTo>
                  <a:lnTo>
                    <a:pt x="209837" y="6198155"/>
                  </a:lnTo>
                  <a:lnTo>
                    <a:pt x="209963" y="6198155"/>
                  </a:lnTo>
                  <a:lnTo>
                    <a:pt x="210090" y="6198155"/>
                  </a:lnTo>
                  <a:lnTo>
                    <a:pt x="210216" y="6198155"/>
                  </a:lnTo>
                  <a:lnTo>
                    <a:pt x="210342" y="6198155"/>
                  </a:lnTo>
                  <a:lnTo>
                    <a:pt x="210468" y="6198155"/>
                  </a:lnTo>
                  <a:lnTo>
                    <a:pt x="210595" y="6198155"/>
                  </a:lnTo>
                  <a:lnTo>
                    <a:pt x="210721" y="6198155"/>
                  </a:lnTo>
                  <a:lnTo>
                    <a:pt x="210847" y="6198155"/>
                  </a:lnTo>
                  <a:lnTo>
                    <a:pt x="210973" y="6198155"/>
                  </a:lnTo>
                  <a:lnTo>
                    <a:pt x="211100" y="6198155"/>
                  </a:lnTo>
                  <a:lnTo>
                    <a:pt x="211226" y="6198155"/>
                  </a:lnTo>
                  <a:lnTo>
                    <a:pt x="211352" y="6198155"/>
                  </a:lnTo>
                  <a:lnTo>
                    <a:pt x="211479" y="6198155"/>
                  </a:lnTo>
                  <a:lnTo>
                    <a:pt x="211605" y="6198155"/>
                  </a:lnTo>
                  <a:lnTo>
                    <a:pt x="211731" y="6198155"/>
                  </a:lnTo>
                  <a:lnTo>
                    <a:pt x="211857" y="6198155"/>
                  </a:lnTo>
                  <a:lnTo>
                    <a:pt x="211984" y="6198155"/>
                  </a:lnTo>
                  <a:lnTo>
                    <a:pt x="212110" y="6198155"/>
                  </a:lnTo>
                  <a:lnTo>
                    <a:pt x="212236" y="6198155"/>
                  </a:lnTo>
                  <a:lnTo>
                    <a:pt x="212362" y="6198155"/>
                  </a:lnTo>
                  <a:lnTo>
                    <a:pt x="212489" y="6198155"/>
                  </a:lnTo>
                  <a:lnTo>
                    <a:pt x="212615" y="6198155"/>
                  </a:lnTo>
                  <a:lnTo>
                    <a:pt x="212741" y="6198155"/>
                  </a:lnTo>
                  <a:lnTo>
                    <a:pt x="212867" y="6198155"/>
                  </a:lnTo>
                  <a:lnTo>
                    <a:pt x="212994" y="6198155"/>
                  </a:lnTo>
                  <a:lnTo>
                    <a:pt x="213120" y="6198155"/>
                  </a:lnTo>
                  <a:lnTo>
                    <a:pt x="213246" y="6198155"/>
                  </a:lnTo>
                  <a:lnTo>
                    <a:pt x="213372" y="6198155"/>
                  </a:lnTo>
                  <a:lnTo>
                    <a:pt x="213499" y="6198155"/>
                  </a:lnTo>
                  <a:lnTo>
                    <a:pt x="213625" y="6198155"/>
                  </a:lnTo>
                  <a:lnTo>
                    <a:pt x="213751" y="6198155"/>
                  </a:lnTo>
                  <a:lnTo>
                    <a:pt x="213877" y="6198155"/>
                  </a:lnTo>
                  <a:lnTo>
                    <a:pt x="214004" y="6198155"/>
                  </a:lnTo>
                  <a:lnTo>
                    <a:pt x="214130" y="6198155"/>
                  </a:lnTo>
                  <a:lnTo>
                    <a:pt x="214256" y="6198155"/>
                  </a:lnTo>
                  <a:lnTo>
                    <a:pt x="214382" y="6198155"/>
                  </a:lnTo>
                  <a:lnTo>
                    <a:pt x="214509" y="6198155"/>
                  </a:lnTo>
                  <a:lnTo>
                    <a:pt x="214635" y="6198155"/>
                  </a:lnTo>
                  <a:lnTo>
                    <a:pt x="214761" y="6198155"/>
                  </a:lnTo>
                  <a:lnTo>
                    <a:pt x="214887" y="6198155"/>
                  </a:lnTo>
                  <a:lnTo>
                    <a:pt x="215014" y="6198155"/>
                  </a:lnTo>
                  <a:lnTo>
                    <a:pt x="215014" y="6193243"/>
                  </a:lnTo>
                  <a:lnTo>
                    <a:pt x="215140" y="6193243"/>
                  </a:lnTo>
                  <a:lnTo>
                    <a:pt x="215266" y="6193243"/>
                  </a:lnTo>
                  <a:lnTo>
                    <a:pt x="215392" y="6193243"/>
                  </a:lnTo>
                  <a:lnTo>
                    <a:pt x="215519" y="6193243"/>
                  </a:lnTo>
                  <a:lnTo>
                    <a:pt x="215645" y="6193243"/>
                  </a:lnTo>
                  <a:lnTo>
                    <a:pt x="215771" y="6193243"/>
                  </a:lnTo>
                  <a:lnTo>
                    <a:pt x="215897" y="6193243"/>
                  </a:lnTo>
                  <a:lnTo>
                    <a:pt x="216024" y="6193243"/>
                  </a:lnTo>
                  <a:lnTo>
                    <a:pt x="216150" y="6193243"/>
                  </a:lnTo>
                  <a:lnTo>
                    <a:pt x="216276" y="6193243"/>
                  </a:lnTo>
                  <a:lnTo>
                    <a:pt x="216402" y="6193243"/>
                  </a:lnTo>
                  <a:lnTo>
                    <a:pt x="216529" y="6193243"/>
                  </a:lnTo>
                  <a:lnTo>
                    <a:pt x="216655" y="6193243"/>
                  </a:lnTo>
                  <a:lnTo>
                    <a:pt x="216908" y="6193243"/>
                  </a:lnTo>
                  <a:lnTo>
                    <a:pt x="217034" y="6193243"/>
                  </a:lnTo>
                  <a:lnTo>
                    <a:pt x="217160" y="6193243"/>
                  </a:lnTo>
                  <a:lnTo>
                    <a:pt x="217286" y="6193243"/>
                  </a:lnTo>
                  <a:lnTo>
                    <a:pt x="217413" y="6193243"/>
                  </a:lnTo>
                  <a:lnTo>
                    <a:pt x="217413" y="6188332"/>
                  </a:lnTo>
                  <a:lnTo>
                    <a:pt x="217539" y="6188332"/>
                  </a:lnTo>
                  <a:lnTo>
                    <a:pt x="217665" y="6188332"/>
                  </a:lnTo>
                  <a:lnTo>
                    <a:pt x="217791" y="6188332"/>
                  </a:lnTo>
                  <a:lnTo>
                    <a:pt x="217918" y="6188332"/>
                  </a:lnTo>
                  <a:lnTo>
                    <a:pt x="218044" y="6188332"/>
                  </a:lnTo>
                  <a:lnTo>
                    <a:pt x="218170" y="6188332"/>
                  </a:lnTo>
                  <a:lnTo>
                    <a:pt x="218296" y="6188332"/>
                  </a:lnTo>
                  <a:lnTo>
                    <a:pt x="218423" y="6188332"/>
                  </a:lnTo>
                  <a:lnTo>
                    <a:pt x="218549" y="6188332"/>
                  </a:lnTo>
                  <a:lnTo>
                    <a:pt x="218675" y="6188332"/>
                  </a:lnTo>
                  <a:lnTo>
                    <a:pt x="218801" y="6188332"/>
                  </a:lnTo>
                  <a:lnTo>
                    <a:pt x="218928" y="6188332"/>
                  </a:lnTo>
                  <a:lnTo>
                    <a:pt x="219054" y="6188332"/>
                  </a:lnTo>
                  <a:lnTo>
                    <a:pt x="219180" y="6188332"/>
                  </a:lnTo>
                  <a:lnTo>
                    <a:pt x="219306" y="6188332"/>
                  </a:lnTo>
                  <a:lnTo>
                    <a:pt x="219433" y="6188332"/>
                  </a:lnTo>
                  <a:lnTo>
                    <a:pt x="219559" y="6188332"/>
                  </a:lnTo>
                  <a:lnTo>
                    <a:pt x="219685" y="6188332"/>
                  </a:lnTo>
                  <a:lnTo>
                    <a:pt x="219811" y="6188332"/>
                  </a:lnTo>
                  <a:lnTo>
                    <a:pt x="219938" y="6188332"/>
                  </a:lnTo>
                  <a:lnTo>
                    <a:pt x="220064" y="6188332"/>
                  </a:lnTo>
                  <a:lnTo>
                    <a:pt x="220190" y="6188332"/>
                  </a:lnTo>
                  <a:lnTo>
                    <a:pt x="220316" y="6188332"/>
                  </a:lnTo>
                  <a:lnTo>
                    <a:pt x="220443" y="6188332"/>
                  </a:lnTo>
                  <a:lnTo>
                    <a:pt x="220569" y="6188332"/>
                  </a:lnTo>
                  <a:lnTo>
                    <a:pt x="220695" y="6188332"/>
                  </a:lnTo>
                  <a:lnTo>
                    <a:pt x="220821" y="6188332"/>
                  </a:lnTo>
                  <a:lnTo>
                    <a:pt x="220948" y="6188332"/>
                  </a:lnTo>
                  <a:lnTo>
                    <a:pt x="221074" y="6188332"/>
                  </a:lnTo>
                  <a:lnTo>
                    <a:pt x="221200" y="6188332"/>
                  </a:lnTo>
                  <a:lnTo>
                    <a:pt x="221326" y="6188332"/>
                  </a:lnTo>
                  <a:lnTo>
                    <a:pt x="221453" y="6188332"/>
                  </a:lnTo>
                  <a:lnTo>
                    <a:pt x="221579" y="6188332"/>
                  </a:lnTo>
                  <a:lnTo>
                    <a:pt x="221705" y="6188332"/>
                  </a:lnTo>
                  <a:lnTo>
                    <a:pt x="221832" y="6188332"/>
                  </a:lnTo>
                  <a:lnTo>
                    <a:pt x="221958" y="6188332"/>
                  </a:lnTo>
                  <a:lnTo>
                    <a:pt x="222084" y="6188332"/>
                  </a:lnTo>
                  <a:lnTo>
                    <a:pt x="222210" y="6188332"/>
                  </a:lnTo>
                  <a:lnTo>
                    <a:pt x="222337" y="6188332"/>
                  </a:lnTo>
                  <a:lnTo>
                    <a:pt x="222463" y="6188332"/>
                  </a:lnTo>
                  <a:lnTo>
                    <a:pt x="222589" y="6188332"/>
                  </a:lnTo>
                  <a:lnTo>
                    <a:pt x="222715" y="6188332"/>
                  </a:lnTo>
                  <a:lnTo>
                    <a:pt x="222842" y="6188332"/>
                  </a:lnTo>
                  <a:lnTo>
                    <a:pt x="222968" y="6188332"/>
                  </a:lnTo>
                  <a:lnTo>
                    <a:pt x="223094" y="6188332"/>
                  </a:lnTo>
                  <a:lnTo>
                    <a:pt x="223094" y="6183421"/>
                  </a:lnTo>
                  <a:lnTo>
                    <a:pt x="223220" y="6183421"/>
                  </a:lnTo>
                  <a:lnTo>
                    <a:pt x="223347" y="6183421"/>
                  </a:lnTo>
                  <a:lnTo>
                    <a:pt x="223473" y="6183421"/>
                  </a:lnTo>
                  <a:lnTo>
                    <a:pt x="223599" y="6183421"/>
                  </a:lnTo>
                  <a:lnTo>
                    <a:pt x="223725" y="6183421"/>
                  </a:lnTo>
                  <a:lnTo>
                    <a:pt x="223852" y="6183421"/>
                  </a:lnTo>
                  <a:lnTo>
                    <a:pt x="223978" y="6183421"/>
                  </a:lnTo>
                  <a:lnTo>
                    <a:pt x="224230" y="6183421"/>
                  </a:lnTo>
                  <a:lnTo>
                    <a:pt x="224483" y="6183421"/>
                  </a:lnTo>
                  <a:lnTo>
                    <a:pt x="224609" y="6183421"/>
                  </a:lnTo>
                  <a:lnTo>
                    <a:pt x="224735" y="6183421"/>
                  </a:lnTo>
                  <a:lnTo>
                    <a:pt x="224862" y="6183421"/>
                  </a:lnTo>
                  <a:lnTo>
                    <a:pt x="224988" y="6183421"/>
                  </a:lnTo>
                  <a:lnTo>
                    <a:pt x="225114" y="6183421"/>
                  </a:lnTo>
                  <a:lnTo>
                    <a:pt x="225240" y="6183421"/>
                  </a:lnTo>
                  <a:lnTo>
                    <a:pt x="225367" y="6183421"/>
                  </a:lnTo>
                  <a:lnTo>
                    <a:pt x="225619" y="6183421"/>
                  </a:lnTo>
                  <a:lnTo>
                    <a:pt x="225745" y="6183421"/>
                  </a:lnTo>
                  <a:lnTo>
                    <a:pt x="225872" y="6183421"/>
                  </a:lnTo>
                  <a:lnTo>
                    <a:pt x="225998" y="6183421"/>
                  </a:lnTo>
                  <a:lnTo>
                    <a:pt x="226124" y="6183421"/>
                  </a:lnTo>
                  <a:lnTo>
                    <a:pt x="226250" y="6183421"/>
                  </a:lnTo>
                  <a:lnTo>
                    <a:pt x="226629" y="6183421"/>
                  </a:lnTo>
                  <a:lnTo>
                    <a:pt x="226755" y="6183421"/>
                  </a:lnTo>
                  <a:lnTo>
                    <a:pt x="226882" y="6183421"/>
                  </a:lnTo>
                  <a:lnTo>
                    <a:pt x="227008" y="6183421"/>
                  </a:lnTo>
                  <a:lnTo>
                    <a:pt x="227134" y="6183421"/>
                  </a:lnTo>
                  <a:lnTo>
                    <a:pt x="227261" y="6183421"/>
                  </a:lnTo>
                  <a:lnTo>
                    <a:pt x="227387" y="6183421"/>
                  </a:lnTo>
                  <a:lnTo>
                    <a:pt x="227513" y="6183421"/>
                  </a:lnTo>
                  <a:lnTo>
                    <a:pt x="227639" y="6183421"/>
                  </a:lnTo>
                  <a:lnTo>
                    <a:pt x="227766" y="6183421"/>
                  </a:lnTo>
                  <a:lnTo>
                    <a:pt x="227892" y="6183421"/>
                  </a:lnTo>
                  <a:lnTo>
                    <a:pt x="228018" y="6183421"/>
                  </a:lnTo>
                  <a:lnTo>
                    <a:pt x="228144" y="6183421"/>
                  </a:lnTo>
                  <a:lnTo>
                    <a:pt x="228397" y="6183421"/>
                  </a:lnTo>
                  <a:lnTo>
                    <a:pt x="228523" y="6183421"/>
                  </a:lnTo>
                  <a:lnTo>
                    <a:pt x="228649" y="6183421"/>
                  </a:lnTo>
                  <a:lnTo>
                    <a:pt x="228776" y="6183421"/>
                  </a:lnTo>
                  <a:lnTo>
                    <a:pt x="228902" y="6183421"/>
                  </a:lnTo>
                  <a:lnTo>
                    <a:pt x="229028" y="6183421"/>
                  </a:lnTo>
                  <a:lnTo>
                    <a:pt x="229154" y="6183421"/>
                  </a:lnTo>
                  <a:lnTo>
                    <a:pt x="229281" y="6183421"/>
                  </a:lnTo>
                  <a:lnTo>
                    <a:pt x="229407" y="6183421"/>
                  </a:lnTo>
                  <a:lnTo>
                    <a:pt x="229533" y="6183421"/>
                  </a:lnTo>
                  <a:lnTo>
                    <a:pt x="229659" y="6183421"/>
                  </a:lnTo>
                  <a:lnTo>
                    <a:pt x="229786" y="6183421"/>
                  </a:lnTo>
                  <a:lnTo>
                    <a:pt x="229912" y="6183421"/>
                  </a:lnTo>
                  <a:lnTo>
                    <a:pt x="230038" y="6183421"/>
                  </a:lnTo>
                  <a:lnTo>
                    <a:pt x="230164" y="6183421"/>
                  </a:lnTo>
                  <a:lnTo>
                    <a:pt x="230291" y="6183421"/>
                  </a:lnTo>
                  <a:lnTo>
                    <a:pt x="230417" y="6183421"/>
                  </a:lnTo>
                  <a:lnTo>
                    <a:pt x="230543" y="6183421"/>
                  </a:lnTo>
                  <a:lnTo>
                    <a:pt x="230669" y="6183421"/>
                  </a:lnTo>
                  <a:lnTo>
                    <a:pt x="230796" y="6183421"/>
                  </a:lnTo>
                  <a:lnTo>
                    <a:pt x="230922" y="6183421"/>
                  </a:lnTo>
                  <a:lnTo>
                    <a:pt x="231048" y="6183421"/>
                  </a:lnTo>
                  <a:lnTo>
                    <a:pt x="231174" y="6183421"/>
                  </a:lnTo>
                  <a:lnTo>
                    <a:pt x="231301" y="6183421"/>
                  </a:lnTo>
                  <a:lnTo>
                    <a:pt x="231427" y="6183421"/>
                  </a:lnTo>
                  <a:lnTo>
                    <a:pt x="231553" y="6183421"/>
                  </a:lnTo>
                  <a:lnTo>
                    <a:pt x="231679" y="6183421"/>
                  </a:lnTo>
                  <a:lnTo>
                    <a:pt x="231806" y="6183421"/>
                  </a:lnTo>
                  <a:lnTo>
                    <a:pt x="231932" y="6183421"/>
                  </a:lnTo>
                  <a:lnTo>
                    <a:pt x="232058" y="6183421"/>
                  </a:lnTo>
                  <a:lnTo>
                    <a:pt x="232185" y="6183421"/>
                  </a:lnTo>
                  <a:lnTo>
                    <a:pt x="232311" y="6183421"/>
                  </a:lnTo>
                  <a:lnTo>
                    <a:pt x="232437" y="6183421"/>
                  </a:lnTo>
                  <a:lnTo>
                    <a:pt x="232563" y="6183421"/>
                  </a:lnTo>
                  <a:lnTo>
                    <a:pt x="232690" y="6183421"/>
                  </a:lnTo>
                  <a:lnTo>
                    <a:pt x="232816" y="6183421"/>
                  </a:lnTo>
                  <a:lnTo>
                    <a:pt x="232942" y="6183421"/>
                  </a:lnTo>
                  <a:lnTo>
                    <a:pt x="233068" y="6183421"/>
                  </a:lnTo>
                  <a:lnTo>
                    <a:pt x="233195" y="6183421"/>
                  </a:lnTo>
                  <a:lnTo>
                    <a:pt x="233447" y="6183421"/>
                  </a:lnTo>
                  <a:lnTo>
                    <a:pt x="233573" y="6183421"/>
                  </a:lnTo>
                  <a:lnTo>
                    <a:pt x="233700" y="6183421"/>
                  </a:lnTo>
                  <a:lnTo>
                    <a:pt x="233826" y="6183421"/>
                  </a:lnTo>
                  <a:lnTo>
                    <a:pt x="233952" y="6183421"/>
                  </a:lnTo>
                  <a:lnTo>
                    <a:pt x="234078" y="6183421"/>
                  </a:lnTo>
                  <a:lnTo>
                    <a:pt x="234205" y="6183421"/>
                  </a:lnTo>
                  <a:lnTo>
                    <a:pt x="234331" y="6183421"/>
                  </a:lnTo>
                  <a:lnTo>
                    <a:pt x="234457" y="6183421"/>
                  </a:lnTo>
                  <a:lnTo>
                    <a:pt x="234583" y="6183421"/>
                  </a:lnTo>
                  <a:lnTo>
                    <a:pt x="234710" y="6183421"/>
                  </a:lnTo>
                  <a:lnTo>
                    <a:pt x="234962" y="6183421"/>
                  </a:lnTo>
                  <a:lnTo>
                    <a:pt x="235088" y="6183421"/>
                  </a:lnTo>
                  <a:lnTo>
                    <a:pt x="235215" y="6183421"/>
                  </a:lnTo>
                  <a:lnTo>
                    <a:pt x="235341" y="6183421"/>
                  </a:lnTo>
                  <a:lnTo>
                    <a:pt x="235467" y="6183421"/>
                  </a:lnTo>
                  <a:lnTo>
                    <a:pt x="235593" y="6183421"/>
                  </a:lnTo>
                  <a:lnTo>
                    <a:pt x="235720" y="6183421"/>
                  </a:lnTo>
                  <a:lnTo>
                    <a:pt x="235846" y="6183421"/>
                  </a:lnTo>
                  <a:lnTo>
                    <a:pt x="235972" y="6183421"/>
                  </a:lnTo>
                  <a:lnTo>
                    <a:pt x="236098" y="6183421"/>
                  </a:lnTo>
                  <a:lnTo>
                    <a:pt x="236225" y="6183421"/>
                  </a:lnTo>
                  <a:lnTo>
                    <a:pt x="236351" y="6183421"/>
                  </a:lnTo>
                  <a:lnTo>
                    <a:pt x="236477" y="6183421"/>
                  </a:lnTo>
                  <a:lnTo>
                    <a:pt x="236603" y="6183421"/>
                  </a:lnTo>
                  <a:lnTo>
                    <a:pt x="236730" y="6183421"/>
                  </a:lnTo>
                  <a:lnTo>
                    <a:pt x="236856" y="6183421"/>
                  </a:lnTo>
                  <a:lnTo>
                    <a:pt x="236982" y="6183421"/>
                  </a:lnTo>
                  <a:lnTo>
                    <a:pt x="237108" y="6183421"/>
                  </a:lnTo>
                  <a:lnTo>
                    <a:pt x="237235" y="6183421"/>
                  </a:lnTo>
                  <a:lnTo>
                    <a:pt x="237361" y="6183421"/>
                  </a:lnTo>
                  <a:lnTo>
                    <a:pt x="237487" y="6183421"/>
                  </a:lnTo>
                  <a:lnTo>
                    <a:pt x="237614" y="6183421"/>
                  </a:lnTo>
                  <a:lnTo>
                    <a:pt x="237740" y="6183421"/>
                  </a:lnTo>
                  <a:lnTo>
                    <a:pt x="237866" y="6183421"/>
                  </a:lnTo>
                  <a:lnTo>
                    <a:pt x="237992" y="6183421"/>
                  </a:lnTo>
                  <a:lnTo>
                    <a:pt x="238119" y="6183421"/>
                  </a:lnTo>
                  <a:lnTo>
                    <a:pt x="238245" y="6183421"/>
                  </a:lnTo>
                  <a:lnTo>
                    <a:pt x="238371" y="6183421"/>
                  </a:lnTo>
                  <a:lnTo>
                    <a:pt x="238497" y="6183421"/>
                  </a:lnTo>
                  <a:lnTo>
                    <a:pt x="238624" y="6183421"/>
                  </a:lnTo>
                  <a:lnTo>
                    <a:pt x="238750" y="6183421"/>
                  </a:lnTo>
                  <a:lnTo>
                    <a:pt x="238750" y="6178509"/>
                  </a:lnTo>
                  <a:lnTo>
                    <a:pt x="238876" y="6178509"/>
                  </a:lnTo>
                  <a:lnTo>
                    <a:pt x="239002" y="6178509"/>
                  </a:lnTo>
                  <a:lnTo>
                    <a:pt x="239129" y="6178509"/>
                  </a:lnTo>
                  <a:lnTo>
                    <a:pt x="239255" y="6178509"/>
                  </a:lnTo>
                  <a:lnTo>
                    <a:pt x="239381" y="6178509"/>
                  </a:lnTo>
                  <a:lnTo>
                    <a:pt x="239507" y="6178509"/>
                  </a:lnTo>
                  <a:lnTo>
                    <a:pt x="239634" y="6178509"/>
                  </a:lnTo>
                  <a:lnTo>
                    <a:pt x="239760" y="6178509"/>
                  </a:lnTo>
                  <a:lnTo>
                    <a:pt x="239886" y="6178509"/>
                  </a:lnTo>
                  <a:lnTo>
                    <a:pt x="240012" y="6178509"/>
                  </a:lnTo>
                  <a:lnTo>
                    <a:pt x="240139" y="6178509"/>
                  </a:lnTo>
                  <a:lnTo>
                    <a:pt x="240265" y="6178509"/>
                  </a:lnTo>
                  <a:lnTo>
                    <a:pt x="240391" y="6178509"/>
                  </a:lnTo>
                  <a:lnTo>
                    <a:pt x="240517" y="6178509"/>
                  </a:lnTo>
                  <a:lnTo>
                    <a:pt x="240770" y="6178509"/>
                  </a:lnTo>
                  <a:lnTo>
                    <a:pt x="240896" y="6178509"/>
                  </a:lnTo>
                  <a:lnTo>
                    <a:pt x="241022" y="6178509"/>
                  </a:lnTo>
                  <a:lnTo>
                    <a:pt x="241149" y="6178509"/>
                  </a:lnTo>
                  <a:lnTo>
                    <a:pt x="241275" y="6178509"/>
                  </a:lnTo>
                  <a:lnTo>
                    <a:pt x="241527" y="6178509"/>
                  </a:lnTo>
                  <a:lnTo>
                    <a:pt x="241654" y="6178509"/>
                  </a:lnTo>
                  <a:lnTo>
                    <a:pt x="241780" y="6178509"/>
                  </a:lnTo>
                  <a:lnTo>
                    <a:pt x="241780" y="6173598"/>
                  </a:lnTo>
                  <a:lnTo>
                    <a:pt x="241906" y="6173598"/>
                  </a:lnTo>
                  <a:lnTo>
                    <a:pt x="242032" y="6173598"/>
                  </a:lnTo>
                  <a:lnTo>
                    <a:pt x="242159" y="6173598"/>
                  </a:lnTo>
                  <a:lnTo>
                    <a:pt x="242285" y="6173598"/>
                  </a:lnTo>
                  <a:lnTo>
                    <a:pt x="242411" y="6173598"/>
                  </a:lnTo>
                  <a:lnTo>
                    <a:pt x="242664" y="6173598"/>
                  </a:lnTo>
                  <a:lnTo>
                    <a:pt x="242790" y="6173598"/>
                  </a:lnTo>
                  <a:lnTo>
                    <a:pt x="242916" y="6173598"/>
                  </a:lnTo>
                  <a:lnTo>
                    <a:pt x="243043" y="6173598"/>
                  </a:lnTo>
                  <a:lnTo>
                    <a:pt x="243169" y="6173598"/>
                  </a:lnTo>
                  <a:lnTo>
                    <a:pt x="243295" y="6173598"/>
                  </a:lnTo>
                  <a:lnTo>
                    <a:pt x="243421" y="6173598"/>
                  </a:lnTo>
                  <a:lnTo>
                    <a:pt x="243548" y="6173598"/>
                  </a:lnTo>
                  <a:lnTo>
                    <a:pt x="243674" y="6173598"/>
                  </a:lnTo>
                  <a:lnTo>
                    <a:pt x="243800" y="6173598"/>
                  </a:lnTo>
                  <a:lnTo>
                    <a:pt x="243926" y="6173598"/>
                  </a:lnTo>
                  <a:lnTo>
                    <a:pt x="244053" y="6173598"/>
                  </a:lnTo>
                  <a:lnTo>
                    <a:pt x="244179" y="6173598"/>
                  </a:lnTo>
                  <a:lnTo>
                    <a:pt x="244305" y="6173598"/>
                  </a:lnTo>
                  <a:lnTo>
                    <a:pt x="244431" y="6173598"/>
                  </a:lnTo>
                  <a:lnTo>
                    <a:pt x="244558" y="6173598"/>
                  </a:lnTo>
                  <a:lnTo>
                    <a:pt x="244684" y="6173598"/>
                  </a:lnTo>
                  <a:lnTo>
                    <a:pt x="244810" y="6173598"/>
                  </a:lnTo>
                  <a:lnTo>
                    <a:pt x="244936" y="6173598"/>
                  </a:lnTo>
                  <a:lnTo>
                    <a:pt x="245063" y="6173598"/>
                  </a:lnTo>
                  <a:lnTo>
                    <a:pt x="245189" y="6173598"/>
                  </a:lnTo>
                  <a:lnTo>
                    <a:pt x="245315" y="6173598"/>
                  </a:lnTo>
                  <a:lnTo>
                    <a:pt x="245441" y="6173598"/>
                  </a:lnTo>
                  <a:lnTo>
                    <a:pt x="245568" y="6173598"/>
                  </a:lnTo>
                  <a:lnTo>
                    <a:pt x="245694" y="6173598"/>
                  </a:lnTo>
                  <a:lnTo>
                    <a:pt x="245820" y="6173598"/>
                  </a:lnTo>
                  <a:lnTo>
                    <a:pt x="245946" y="6173598"/>
                  </a:lnTo>
                  <a:lnTo>
                    <a:pt x="246073" y="6173598"/>
                  </a:lnTo>
                  <a:lnTo>
                    <a:pt x="246199" y="6173598"/>
                  </a:lnTo>
                  <a:lnTo>
                    <a:pt x="246325" y="6173598"/>
                  </a:lnTo>
                  <a:lnTo>
                    <a:pt x="246451" y="6173598"/>
                  </a:lnTo>
                  <a:lnTo>
                    <a:pt x="246578" y="6173598"/>
                  </a:lnTo>
                  <a:lnTo>
                    <a:pt x="246704" y="6173598"/>
                  </a:lnTo>
                  <a:lnTo>
                    <a:pt x="246830" y="6173598"/>
                  </a:lnTo>
                  <a:lnTo>
                    <a:pt x="246956" y="6173598"/>
                  </a:lnTo>
                  <a:lnTo>
                    <a:pt x="247083" y="6173598"/>
                  </a:lnTo>
                  <a:lnTo>
                    <a:pt x="247209" y="6173598"/>
                  </a:lnTo>
                  <a:lnTo>
                    <a:pt x="247335" y="6173598"/>
                  </a:lnTo>
                  <a:lnTo>
                    <a:pt x="247462" y="6173598"/>
                  </a:lnTo>
                  <a:lnTo>
                    <a:pt x="247588" y="6173598"/>
                  </a:lnTo>
                  <a:lnTo>
                    <a:pt x="247714" y="6173598"/>
                  </a:lnTo>
                  <a:lnTo>
                    <a:pt x="247967" y="6173598"/>
                  </a:lnTo>
                  <a:lnTo>
                    <a:pt x="248093" y="6173598"/>
                  </a:lnTo>
                  <a:lnTo>
                    <a:pt x="248219" y="6173598"/>
                  </a:lnTo>
                  <a:lnTo>
                    <a:pt x="248345" y="6173598"/>
                  </a:lnTo>
                  <a:lnTo>
                    <a:pt x="248472" y="6173598"/>
                  </a:lnTo>
                  <a:lnTo>
                    <a:pt x="248598" y="6173598"/>
                  </a:lnTo>
                  <a:lnTo>
                    <a:pt x="248724" y="6173598"/>
                  </a:lnTo>
                  <a:lnTo>
                    <a:pt x="248850" y="6173598"/>
                  </a:lnTo>
                  <a:lnTo>
                    <a:pt x="248977" y="6173598"/>
                  </a:lnTo>
                  <a:lnTo>
                    <a:pt x="249103" y="6173598"/>
                  </a:lnTo>
                  <a:lnTo>
                    <a:pt x="249229" y="6173598"/>
                  </a:lnTo>
                  <a:lnTo>
                    <a:pt x="249355" y="6173598"/>
                  </a:lnTo>
                  <a:lnTo>
                    <a:pt x="249608" y="6173598"/>
                  </a:lnTo>
                  <a:lnTo>
                    <a:pt x="249734" y="6173598"/>
                  </a:lnTo>
                  <a:lnTo>
                    <a:pt x="249860" y="6173598"/>
                  </a:lnTo>
                  <a:lnTo>
                    <a:pt x="249987" y="6173598"/>
                  </a:lnTo>
                  <a:lnTo>
                    <a:pt x="250113" y="6173598"/>
                  </a:lnTo>
                  <a:lnTo>
                    <a:pt x="250239" y="6173598"/>
                  </a:lnTo>
                  <a:lnTo>
                    <a:pt x="250365" y="6173598"/>
                  </a:lnTo>
                  <a:lnTo>
                    <a:pt x="250492" y="6173598"/>
                  </a:lnTo>
                  <a:lnTo>
                    <a:pt x="250870" y="6173598"/>
                  </a:lnTo>
                  <a:lnTo>
                    <a:pt x="250997" y="6173598"/>
                  </a:lnTo>
                  <a:lnTo>
                    <a:pt x="251123" y="6173598"/>
                  </a:lnTo>
                  <a:lnTo>
                    <a:pt x="251249" y="6173598"/>
                  </a:lnTo>
                  <a:lnTo>
                    <a:pt x="251628" y="6173598"/>
                  </a:lnTo>
                  <a:lnTo>
                    <a:pt x="251754" y="6173598"/>
                  </a:lnTo>
                  <a:lnTo>
                    <a:pt x="251880" y="6173598"/>
                  </a:lnTo>
                  <a:lnTo>
                    <a:pt x="252007" y="6173598"/>
                  </a:lnTo>
                  <a:lnTo>
                    <a:pt x="252133" y="6173598"/>
                  </a:lnTo>
                  <a:lnTo>
                    <a:pt x="252259" y="6173598"/>
                  </a:lnTo>
                  <a:lnTo>
                    <a:pt x="252385" y="6173598"/>
                  </a:lnTo>
                  <a:lnTo>
                    <a:pt x="252385" y="6168686"/>
                  </a:lnTo>
                  <a:lnTo>
                    <a:pt x="252512" y="6163775"/>
                  </a:lnTo>
                  <a:lnTo>
                    <a:pt x="252638" y="6163775"/>
                  </a:lnTo>
                  <a:lnTo>
                    <a:pt x="252764" y="6163775"/>
                  </a:lnTo>
                  <a:lnTo>
                    <a:pt x="252891" y="6163775"/>
                  </a:lnTo>
                  <a:lnTo>
                    <a:pt x="253017" y="6163775"/>
                  </a:lnTo>
                  <a:lnTo>
                    <a:pt x="253269" y="6163775"/>
                  </a:lnTo>
                  <a:lnTo>
                    <a:pt x="253396" y="6163775"/>
                  </a:lnTo>
                  <a:lnTo>
                    <a:pt x="253522" y="6163775"/>
                  </a:lnTo>
                  <a:lnTo>
                    <a:pt x="253648" y="6163775"/>
                  </a:lnTo>
                  <a:lnTo>
                    <a:pt x="253774" y="6163775"/>
                  </a:lnTo>
                  <a:lnTo>
                    <a:pt x="253901" y="6163775"/>
                  </a:lnTo>
                  <a:lnTo>
                    <a:pt x="254153" y="6163775"/>
                  </a:lnTo>
                  <a:lnTo>
                    <a:pt x="254279" y="6163775"/>
                  </a:lnTo>
                  <a:lnTo>
                    <a:pt x="254406" y="6163775"/>
                  </a:lnTo>
                  <a:lnTo>
                    <a:pt x="254532" y="6163775"/>
                  </a:lnTo>
                  <a:lnTo>
                    <a:pt x="254658" y="6163775"/>
                  </a:lnTo>
                  <a:lnTo>
                    <a:pt x="254784" y="6163775"/>
                  </a:lnTo>
                  <a:lnTo>
                    <a:pt x="255037" y="6163775"/>
                  </a:lnTo>
                  <a:lnTo>
                    <a:pt x="255163" y="6163775"/>
                  </a:lnTo>
                  <a:lnTo>
                    <a:pt x="255289" y="6163775"/>
                  </a:lnTo>
                  <a:lnTo>
                    <a:pt x="255416" y="6163775"/>
                  </a:lnTo>
                  <a:lnTo>
                    <a:pt x="255668" y="6163775"/>
                  </a:lnTo>
                  <a:lnTo>
                    <a:pt x="255794" y="6163775"/>
                  </a:lnTo>
                  <a:lnTo>
                    <a:pt x="255921" y="6163775"/>
                  </a:lnTo>
                  <a:lnTo>
                    <a:pt x="256047" y="6163775"/>
                  </a:lnTo>
                  <a:lnTo>
                    <a:pt x="256173" y="6163775"/>
                  </a:lnTo>
                  <a:lnTo>
                    <a:pt x="256299" y="6163775"/>
                  </a:lnTo>
                  <a:lnTo>
                    <a:pt x="256426" y="6163775"/>
                  </a:lnTo>
                  <a:lnTo>
                    <a:pt x="256552" y="6163775"/>
                  </a:lnTo>
                  <a:lnTo>
                    <a:pt x="256678" y="6163775"/>
                  </a:lnTo>
                  <a:lnTo>
                    <a:pt x="256804" y="6163775"/>
                  </a:lnTo>
                  <a:lnTo>
                    <a:pt x="257057" y="6163775"/>
                  </a:lnTo>
                  <a:lnTo>
                    <a:pt x="257183" y="6163775"/>
                  </a:lnTo>
                  <a:lnTo>
                    <a:pt x="257309" y="6163775"/>
                  </a:lnTo>
                  <a:lnTo>
                    <a:pt x="257436" y="6163775"/>
                  </a:lnTo>
                  <a:lnTo>
                    <a:pt x="257562" y="6163775"/>
                  </a:lnTo>
                  <a:lnTo>
                    <a:pt x="257688" y="6163775"/>
                  </a:lnTo>
                  <a:lnTo>
                    <a:pt x="257815" y="6163775"/>
                  </a:lnTo>
                  <a:lnTo>
                    <a:pt x="257941" y="6163775"/>
                  </a:lnTo>
                  <a:lnTo>
                    <a:pt x="258067" y="6163775"/>
                  </a:lnTo>
                  <a:lnTo>
                    <a:pt x="258193" y="6163775"/>
                  </a:lnTo>
                  <a:lnTo>
                    <a:pt x="258320" y="6163775"/>
                  </a:lnTo>
                  <a:lnTo>
                    <a:pt x="258446" y="6163775"/>
                  </a:lnTo>
                  <a:lnTo>
                    <a:pt x="258572" y="6163775"/>
                  </a:lnTo>
                  <a:lnTo>
                    <a:pt x="258825" y="6163775"/>
                  </a:lnTo>
                  <a:lnTo>
                    <a:pt x="259077" y="6163775"/>
                  </a:lnTo>
                  <a:lnTo>
                    <a:pt x="259203" y="6163775"/>
                  </a:lnTo>
                  <a:lnTo>
                    <a:pt x="259330" y="6163775"/>
                  </a:lnTo>
                  <a:lnTo>
                    <a:pt x="259456" y="6163775"/>
                  </a:lnTo>
                  <a:lnTo>
                    <a:pt x="259582" y="6163775"/>
                  </a:lnTo>
                  <a:lnTo>
                    <a:pt x="259708" y="6163775"/>
                  </a:lnTo>
                  <a:lnTo>
                    <a:pt x="259835" y="6163775"/>
                  </a:lnTo>
                  <a:lnTo>
                    <a:pt x="259961" y="6163775"/>
                  </a:lnTo>
                  <a:lnTo>
                    <a:pt x="260087" y="6163775"/>
                  </a:lnTo>
                  <a:lnTo>
                    <a:pt x="260213" y="6163775"/>
                  </a:lnTo>
                  <a:lnTo>
                    <a:pt x="260340" y="6163775"/>
                  </a:lnTo>
                  <a:lnTo>
                    <a:pt x="260466" y="6163775"/>
                  </a:lnTo>
                  <a:lnTo>
                    <a:pt x="260592" y="6163775"/>
                  </a:lnTo>
                  <a:lnTo>
                    <a:pt x="260718" y="6163775"/>
                  </a:lnTo>
                  <a:lnTo>
                    <a:pt x="260845" y="6163775"/>
                  </a:lnTo>
                  <a:lnTo>
                    <a:pt x="261097" y="6163775"/>
                  </a:lnTo>
                  <a:lnTo>
                    <a:pt x="261223" y="6163775"/>
                  </a:lnTo>
                  <a:lnTo>
                    <a:pt x="261350" y="6163775"/>
                  </a:lnTo>
                  <a:lnTo>
                    <a:pt x="261728" y="6163775"/>
                  </a:lnTo>
                  <a:lnTo>
                    <a:pt x="261855" y="6163775"/>
                  </a:lnTo>
                  <a:lnTo>
                    <a:pt x="261981" y="6163775"/>
                  </a:lnTo>
                  <a:lnTo>
                    <a:pt x="262107" y="6163775"/>
                  </a:lnTo>
                  <a:lnTo>
                    <a:pt x="262233" y="6163775"/>
                  </a:lnTo>
                  <a:lnTo>
                    <a:pt x="262360" y="6163775"/>
                  </a:lnTo>
                  <a:lnTo>
                    <a:pt x="262486" y="6163775"/>
                  </a:lnTo>
                  <a:lnTo>
                    <a:pt x="262612" y="6163775"/>
                  </a:lnTo>
                  <a:lnTo>
                    <a:pt x="262738" y="6163775"/>
                  </a:lnTo>
                  <a:lnTo>
                    <a:pt x="262865" y="6163775"/>
                  </a:lnTo>
                  <a:lnTo>
                    <a:pt x="263117" y="6163775"/>
                  </a:lnTo>
                  <a:lnTo>
                    <a:pt x="263244" y="6163775"/>
                  </a:lnTo>
                  <a:lnTo>
                    <a:pt x="263370" y="6163775"/>
                  </a:lnTo>
                  <a:lnTo>
                    <a:pt x="263496" y="6163775"/>
                  </a:lnTo>
                  <a:lnTo>
                    <a:pt x="263622" y="6163775"/>
                  </a:lnTo>
                  <a:lnTo>
                    <a:pt x="263749" y="6163775"/>
                  </a:lnTo>
                  <a:lnTo>
                    <a:pt x="263875" y="6163775"/>
                  </a:lnTo>
                  <a:lnTo>
                    <a:pt x="264001" y="6163775"/>
                  </a:lnTo>
                  <a:lnTo>
                    <a:pt x="264127" y="6163775"/>
                  </a:lnTo>
                  <a:lnTo>
                    <a:pt x="264254" y="6163775"/>
                  </a:lnTo>
                  <a:lnTo>
                    <a:pt x="264380" y="6163775"/>
                  </a:lnTo>
                  <a:lnTo>
                    <a:pt x="264506" y="6163775"/>
                  </a:lnTo>
                  <a:lnTo>
                    <a:pt x="264632" y="6163775"/>
                  </a:lnTo>
                  <a:lnTo>
                    <a:pt x="264759" y="6163775"/>
                  </a:lnTo>
                  <a:lnTo>
                    <a:pt x="264885" y="6163775"/>
                  </a:lnTo>
                  <a:lnTo>
                    <a:pt x="265011" y="6163775"/>
                  </a:lnTo>
                  <a:lnTo>
                    <a:pt x="265137" y="6163775"/>
                  </a:lnTo>
                  <a:lnTo>
                    <a:pt x="265264" y="6163775"/>
                  </a:lnTo>
                  <a:lnTo>
                    <a:pt x="265516" y="6163775"/>
                  </a:lnTo>
                  <a:lnTo>
                    <a:pt x="265642" y="6163775"/>
                  </a:lnTo>
                  <a:lnTo>
                    <a:pt x="265769" y="6163775"/>
                  </a:lnTo>
                  <a:lnTo>
                    <a:pt x="265895" y="6163775"/>
                  </a:lnTo>
                  <a:lnTo>
                    <a:pt x="266021" y="6163775"/>
                  </a:lnTo>
                  <a:lnTo>
                    <a:pt x="266147" y="6163775"/>
                  </a:lnTo>
                  <a:lnTo>
                    <a:pt x="266274" y="6163775"/>
                  </a:lnTo>
                  <a:lnTo>
                    <a:pt x="266400" y="6163775"/>
                  </a:lnTo>
                  <a:lnTo>
                    <a:pt x="266526" y="6163775"/>
                  </a:lnTo>
                  <a:lnTo>
                    <a:pt x="266652" y="6163775"/>
                  </a:lnTo>
                  <a:lnTo>
                    <a:pt x="266779" y="6163775"/>
                  </a:lnTo>
                  <a:lnTo>
                    <a:pt x="266905" y="6163775"/>
                  </a:lnTo>
                  <a:lnTo>
                    <a:pt x="267031" y="6163775"/>
                  </a:lnTo>
                  <a:lnTo>
                    <a:pt x="267157" y="6163775"/>
                  </a:lnTo>
                  <a:lnTo>
                    <a:pt x="267284" y="6163775"/>
                  </a:lnTo>
                  <a:lnTo>
                    <a:pt x="267410" y="6163775"/>
                  </a:lnTo>
                  <a:lnTo>
                    <a:pt x="267536" y="6163775"/>
                  </a:lnTo>
                  <a:lnTo>
                    <a:pt x="267662" y="6163775"/>
                  </a:lnTo>
                  <a:lnTo>
                    <a:pt x="267789" y="6163775"/>
                  </a:lnTo>
                  <a:lnTo>
                    <a:pt x="267915" y="6163775"/>
                  </a:lnTo>
                  <a:lnTo>
                    <a:pt x="268041" y="6163775"/>
                  </a:lnTo>
                  <a:lnTo>
                    <a:pt x="268168" y="6163775"/>
                  </a:lnTo>
                  <a:lnTo>
                    <a:pt x="268294" y="6163775"/>
                  </a:lnTo>
                  <a:lnTo>
                    <a:pt x="268420" y="6163775"/>
                  </a:lnTo>
                  <a:lnTo>
                    <a:pt x="268673" y="6163775"/>
                  </a:lnTo>
                  <a:lnTo>
                    <a:pt x="268799" y="6163775"/>
                  </a:lnTo>
                  <a:lnTo>
                    <a:pt x="268925" y="6163775"/>
                  </a:lnTo>
                  <a:lnTo>
                    <a:pt x="269051" y="6163775"/>
                  </a:lnTo>
                  <a:lnTo>
                    <a:pt x="269178" y="6163775"/>
                  </a:lnTo>
                  <a:lnTo>
                    <a:pt x="269304" y="6163775"/>
                  </a:lnTo>
                  <a:lnTo>
                    <a:pt x="269430" y="6163775"/>
                  </a:lnTo>
                  <a:lnTo>
                    <a:pt x="269556" y="6163775"/>
                  </a:lnTo>
                  <a:lnTo>
                    <a:pt x="269683" y="6163775"/>
                  </a:lnTo>
                  <a:lnTo>
                    <a:pt x="269809" y="6163775"/>
                  </a:lnTo>
                  <a:lnTo>
                    <a:pt x="269935" y="6163775"/>
                  </a:lnTo>
                  <a:lnTo>
                    <a:pt x="270061" y="6163775"/>
                  </a:lnTo>
                  <a:lnTo>
                    <a:pt x="270188" y="6163775"/>
                  </a:lnTo>
                  <a:lnTo>
                    <a:pt x="270440" y="6163775"/>
                  </a:lnTo>
                  <a:lnTo>
                    <a:pt x="270566" y="6163775"/>
                  </a:lnTo>
                  <a:lnTo>
                    <a:pt x="270693" y="6163775"/>
                  </a:lnTo>
                  <a:lnTo>
                    <a:pt x="270819" y="6163775"/>
                  </a:lnTo>
                  <a:lnTo>
                    <a:pt x="270945" y="6163775"/>
                  </a:lnTo>
                  <a:lnTo>
                    <a:pt x="271071" y="6163775"/>
                  </a:lnTo>
                  <a:lnTo>
                    <a:pt x="271198" y="6163775"/>
                  </a:lnTo>
                  <a:lnTo>
                    <a:pt x="271324" y="6163775"/>
                  </a:lnTo>
                  <a:lnTo>
                    <a:pt x="271450" y="6163775"/>
                  </a:lnTo>
                  <a:lnTo>
                    <a:pt x="271576" y="6163775"/>
                  </a:lnTo>
                  <a:lnTo>
                    <a:pt x="271703" y="6163775"/>
                  </a:lnTo>
                  <a:lnTo>
                    <a:pt x="271829" y="6163775"/>
                  </a:lnTo>
                  <a:lnTo>
                    <a:pt x="271955" y="6163775"/>
                  </a:lnTo>
                  <a:lnTo>
                    <a:pt x="272081" y="6163775"/>
                  </a:lnTo>
                  <a:lnTo>
                    <a:pt x="272334" y="6163775"/>
                  </a:lnTo>
                  <a:lnTo>
                    <a:pt x="272586" y="6163775"/>
                  </a:lnTo>
                  <a:lnTo>
                    <a:pt x="272713" y="6163775"/>
                  </a:lnTo>
                  <a:lnTo>
                    <a:pt x="272839" y="6163775"/>
                  </a:lnTo>
                  <a:lnTo>
                    <a:pt x="273091" y="6163775"/>
                  </a:lnTo>
                  <a:lnTo>
                    <a:pt x="273218" y="6163775"/>
                  </a:lnTo>
                  <a:lnTo>
                    <a:pt x="273344" y="6163775"/>
                  </a:lnTo>
                  <a:lnTo>
                    <a:pt x="273470" y="6163775"/>
                  </a:lnTo>
                  <a:lnTo>
                    <a:pt x="273597" y="6163775"/>
                  </a:lnTo>
                  <a:lnTo>
                    <a:pt x="273723" y="6163775"/>
                  </a:lnTo>
                  <a:lnTo>
                    <a:pt x="273849" y="6163775"/>
                  </a:lnTo>
                  <a:lnTo>
                    <a:pt x="273975" y="6163775"/>
                  </a:lnTo>
                  <a:lnTo>
                    <a:pt x="274354" y="6163775"/>
                  </a:lnTo>
                  <a:lnTo>
                    <a:pt x="274607" y="6163775"/>
                  </a:lnTo>
                  <a:lnTo>
                    <a:pt x="274733" y="6163775"/>
                  </a:lnTo>
                  <a:lnTo>
                    <a:pt x="274859" y="6163775"/>
                  </a:lnTo>
                  <a:lnTo>
                    <a:pt x="274985" y="6163775"/>
                  </a:lnTo>
                  <a:lnTo>
                    <a:pt x="275112" y="6163775"/>
                  </a:lnTo>
                  <a:lnTo>
                    <a:pt x="275238" y="6163775"/>
                  </a:lnTo>
                  <a:lnTo>
                    <a:pt x="275490" y="6163775"/>
                  </a:lnTo>
                  <a:lnTo>
                    <a:pt x="275617" y="6163775"/>
                  </a:lnTo>
                  <a:lnTo>
                    <a:pt x="275743" y="6163775"/>
                  </a:lnTo>
                  <a:lnTo>
                    <a:pt x="275869" y="6163775"/>
                  </a:lnTo>
                  <a:lnTo>
                    <a:pt x="275995" y="6163775"/>
                  </a:lnTo>
                  <a:lnTo>
                    <a:pt x="276122" y="6163775"/>
                  </a:lnTo>
                  <a:lnTo>
                    <a:pt x="276248" y="6163775"/>
                  </a:lnTo>
                  <a:lnTo>
                    <a:pt x="276248" y="6158864"/>
                  </a:lnTo>
                  <a:lnTo>
                    <a:pt x="276374" y="6158864"/>
                  </a:lnTo>
                  <a:lnTo>
                    <a:pt x="276500" y="6158864"/>
                  </a:lnTo>
                  <a:lnTo>
                    <a:pt x="276627" y="6158864"/>
                  </a:lnTo>
                  <a:lnTo>
                    <a:pt x="276753" y="6153952"/>
                  </a:lnTo>
                  <a:lnTo>
                    <a:pt x="276879" y="6153952"/>
                  </a:lnTo>
                  <a:lnTo>
                    <a:pt x="277005" y="6153952"/>
                  </a:lnTo>
                  <a:lnTo>
                    <a:pt x="277132" y="6153952"/>
                  </a:lnTo>
                  <a:lnTo>
                    <a:pt x="277258" y="6153952"/>
                  </a:lnTo>
                  <a:lnTo>
                    <a:pt x="277384" y="6153952"/>
                  </a:lnTo>
                  <a:lnTo>
                    <a:pt x="277510" y="6153952"/>
                  </a:lnTo>
                  <a:lnTo>
                    <a:pt x="277637" y="6153952"/>
                  </a:lnTo>
                  <a:lnTo>
                    <a:pt x="277763" y="6153952"/>
                  </a:lnTo>
                  <a:lnTo>
                    <a:pt x="277889" y="6153952"/>
                  </a:lnTo>
                  <a:lnTo>
                    <a:pt x="278015" y="6153952"/>
                  </a:lnTo>
                  <a:lnTo>
                    <a:pt x="278142" y="6153952"/>
                  </a:lnTo>
                  <a:lnTo>
                    <a:pt x="278268" y="6153952"/>
                  </a:lnTo>
                  <a:lnTo>
                    <a:pt x="278394" y="6153952"/>
                  </a:lnTo>
                  <a:lnTo>
                    <a:pt x="278647" y="6153952"/>
                  </a:lnTo>
                  <a:lnTo>
                    <a:pt x="278773" y="6153952"/>
                  </a:lnTo>
                  <a:lnTo>
                    <a:pt x="278899" y="6153952"/>
                  </a:lnTo>
                  <a:lnTo>
                    <a:pt x="279026" y="6153952"/>
                  </a:lnTo>
                  <a:lnTo>
                    <a:pt x="279152" y="6153952"/>
                  </a:lnTo>
                  <a:lnTo>
                    <a:pt x="279278" y="6153952"/>
                  </a:lnTo>
                  <a:lnTo>
                    <a:pt x="279531" y="6153952"/>
                  </a:lnTo>
                  <a:lnTo>
                    <a:pt x="279657" y="6153952"/>
                  </a:lnTo>
                  <a:lnTo>
                    <a:pt x="279783" y="6153952"/>
                  </a:lnTo>
                  <a:lnTo>
                    <a:pt x="279909" y="6153952"/>
                  </a:lnTo>
                  <a:lnTo>
                    <a:pt x="280036" y="6153952"/>
                  </a:lnTo>
                  <a:lnTo>
                    <a:pt x="280162" y="6153952"/>
                  </a:lnTo>
                  <a:lnTo>
                    <a:pt x="280414" y="6153952"/>
                  </a:lnTo>
                  <a:lnTo>
                    <a:pt x="280541" y="6153952"/>
                  </a:lnTo>
                  <a:lnTo>
                    <a:pt x="280667" y="6153952"/>
                  </a:lnTo>
                  <a:lnTo>
                    <a:pt x="280793" y="6153952"/>
                  </a:lnTo>
                  <a:lnTo>
                    <a:pt x="280919" y="6153952"/>
                  </a:lnTo>
                  <a:lnTo>
                    <a:pt x="280919" y="6149041"/>
                  </a:lnTo>
                  <a:lnTo>
                    <a:pt x="281046" y="6149041"/>
                  </a:lnTo>
                  <a:lnTo>
                    <a:pt x="281172" y="6149041"/>
                  </a:lnTo>
                  <a:lnTo>
                    <a:pt x="281298" y="6149041"/>
                  </a:lnTo>
                  <a:lnTo>
                    <a:pt x="281424" y="6149041"/>
                  </a:lnTo>
                  <a:lnTo>
                    <a:pt x="281551" y="6149041"/>
                  </a:lnTo>
                  <a:lnTo>
                    <a:pt x="281677" y="6149041"/>
                  </a:lnTo>
                  <a:lnTo>
                    <a:pt x="281803" y="6149041"/>
                  </a:lnTo>
                  <a:lnTo>
                    <a:pt x="281929" y="6149041"/>
                  </a:lnTo>
                  <a:lnTo>
                    <a:pt x="282056" y="6149041"/>
                  </a:lnTo>
                  <a:lnTo>
                    <a:pt x="282182" y="6149041"/>
                  </a:lnTo>
                  <a:lnTo>
                    <a:pt x="282308" y="6149041"/>
                  </a:lnTo>
                  <a:lnTo>
                    <a:pt x="282434" y="6149041"/>
                  </a:lnTo>
                  <a:lnTo>
                    <a:pt x="282687" y="6149041"/>
                  </a:lnTo>
                  <a:lnTo>
                    <a:pt x="282939" y="6149041"/>
                  </a:lnTo>
                  <a:lnTo>
                    <a:pt x="283066" y="6149041"/>
                  </a:lnTo>
                  <a:lnTo>
                    <a:pt x="283192" y="6149041"/>
                  </a:lnTo>
                  <a:lnTo>
                    <a:pt x="283318" y="6149041"/>
                  </a:lnTo>
                  <a:lnTo>
                    <a:pt x="283444" y="6149041"/>
                  </a:lnTo>
                  <a:lnTo>
                    <a:pt x="283571" y="6149041"/>
                  </a:lnTo>
                  <a:lnTo>
                    <a:pt x="283697" y="6149041"/>
                  </a:lnTo>
                  <a:lnTo>
                    <a:pt x="283823" y="6149041"/>
                  </a:lnTo>
                  <a:lnTo>
                    <a:pt x="283950" y="6149041"/>
                  </a:lnTo>
                  <a:lnTo>
                    <a:pt x="284076" y="6149041"/>
                  </a:lnTo>
                  <a:lnTo>
                    <a:pt x="284202" y="6149041"/>
                  </a:lnTo>
                  <a:lnTo>
                    <a:pt x="284202" y="6144130"/>
                  </a:lnTo>
                  <a:lnTo>
                    <a:pt x="284328" y="6144130"/>
                  </a:lnTo>
                  <a:lnTo>
                    <a:pt x="284455" y="6144130"/>
                  </a:lnTo>
                  <a:lnTo>
                    <a:pt x="284581" y="6144130"/>
                  </a:lnTo>
                  <a:lnTo>
                    <a:pt x="284707" y="6144130"/>
                  </a:lnTo>
                  <a:lnTo>
                    <a:pt x="284833" y="6144130"/>
                  </a:lnTo>
                  <a:lnTo>
                    <a:pt x="284960" y="6144130"/>
                  </a:lnTo>
                  <a:lnTo>
                    <a:pt x="285086" y="6144130"/>
                  </a:lnTo>
                  <a:lnTo>
                    <a:pt x="285338" y="6144130"/>
                  </a:lnTo>
                  <a:lnTo>
                    <a:pt x="285465" y="6144130"/>
                  </a:lnTo>
                  <a:lnTo>
                    <a:pt x="285591" y="6144130"/>
                  </a:lnTo>
                  <a:lnTo>
                    <a:pt x="285717" y="6144130"/>
                  </a:lnTo>
                  <a:lnTo>
                    <a:pt x="285970" y="6144130"/>
                  </a:lnTo>
                  <a:lnTo>
                    <a:pt x="286096" y="6144130"/>
                  </a:lnTo>
                  <a:lnTo>
                    <a:pt x="286222" y="6144130"/>
                  </a:lnTo>
                  <a:lnTo>
                    <a:pt x="286222" y="6139218"/>
                  </a:lnTo>
                  <a:lnTo>
                    <a:pt x="286348" y="6139218"/>
                  </a:lnTo>
                  <a:lnTo>
                    <a:pt x="286348" y="6134307"/>
                  </a:lnTo>
                  <a:lnTo>
                    <a:pt x="286475" y="6134307"/>
                  </a:lnTo>
                  <a:lnTo>
                    <a:pt x="286601" y="6134307"/>
                  </a:lnTo>
                  <a:lnTo>
                    <a:pt x="286853" y="6134307"/>
                  </a:lnTo>
                  <a:lnTo>
                    <a:pt x="286980" y="6134307"/>
                  </a:lnTo>
                  <a:lnTo>
                    <a:pt x="287106" y="6134307"/>
                  </a:lnTo>
                  <a:lnTo>
                    <a:pt x="287485" y="6134307"/>
                  </a:lnTo>
                  <a:lnTo>
                    <a:pt x="287611" y="6134307"/>
                  </a:lnTo>
                  <a:lnTo>
                    <a:pt x="287737" y="6134307"/>
                  </a:lnTo>
                  <a:lnTo>
                    <a:pt x="287863" y="6134307"/>
                  </a:lnTo>
                  <a:lnTo>
                    <a:pt x="287990" y="6134307"/>
                  </a:lnTo>
                  <a:lnTo>
                    <a:pt x="288116" y="6134307"/>
                  </a:lnTo>
                  <a:lnTo>
                    <a:pt x="288242" y="6134307"/>
                  </a:lnTo>
                  <a:lnTo>
                    <a:pt x="288368" y="6134307"/>
                  </a:lnTo>
                  <a:lnTo>
                    <a:pt x="288747" y="6134307"/>
                  </a:lnTo>
                  <a:lnTo>
                    <a:pt x="288874" y="6134307"/>
                  </a:lnTo>
                  <a:lnTo>
                    <a:pt x="289000" y="6134307"/>
                  </a:lnTo>
                  <a:lnTo>
                    <a:pt x="289126" y="6134307"/>
                  </a:lnTo>
                  <a:lnTo>
                    <a:pt x="289252" y="6134307"/>
                  </a:lnTo>
                  <a:lnTo>
                    <a:pt x="289379" y="6134307"/>
                  </a:lnTo>
                  <a:lnTo>
                    <a:pt x="289505" y="6134307"/>
                  </a:lnTo>
                  <a:lnTo>
                    <a:pt x="289631" y="6134307"/>
                  </a:lnTo>
                  <a:lnTo>
                    <a:pt x="289757" y="6134307"/>
                  </a:lnTo>
                  <a:lnTo>
                    <a:pt x="290010" y="6134307"/>
                  </a:lnTo>
                  <a:lnTo>
                    <a:pt x="290136" y="6134307"/>
                  </a:lnTo>
                  <a:lnTo>
                    <a:pt x="290262" y="6134307"/>
                  </a:lnTo>
                  <a:lnTo>
                    <a:pt x="290389" y="6134307"/>
                  </a:lnTo>
                  <a:lnTo>
                    <a:pt x="290515" y="6134307"/>
                  </a:lnTo>
                  <a:lnTo>
                    <a:pt x="290767" y="6134307"/>
                  </a:lnTo>
                  <a:lnTo>
                    <a:pt x="290894" y="6134307"/>
                  </a:lnTo>
                  <a:lnTo>
                    <a:pt x="291020" y="6134307"/>
                  </a:lnTo>
                  <a:lnTo>
                    <a:pt x="291146" y="6134307"/>
                  </a:lnTo>
                  <a:lnTo>
                    <a:pt x="291272" y="6134307"/>
                  </a:lnTo>
                  <a:lnTo>
                    <a:pt x="291399" y="6134307"/>
                  </a:lnTo>
                  <a:lnTo>
                    <a:pt x="291525" y="6134307"/>
                  </a:lnTo>
                  <a:lnTo>
                    <a:pt x="291651" y="6134307"/>
                  </a:lnTo>
                  <a:lnTo>
                    <a:pt x="291777" y="6134307"/>
                  </a:lnTo>
                  <a:lnTo>
                    <a:pt x="291904" y="6134307"/>
                  </a:lnTo>
                  <a:lnTo>
                    <a:pt x="292030" y="6134307"/>
                  </a:lnTo>
                  <a:lnTo>
                    <a:pt x="292156" y="6134307"/>
                  </a:lnTo>
                  <a:lnTo>
                    <a:pt x="292282" y="6134307"/>
                  </a:lnTo>
                  <a:lnTo>
                    <a:pt x="292409" y="6134307"/>
                  </a:lnTo>
                  <a:lnTo>
                    <a:pt x="292535" y="6134307"/>
                  </a:lnTo>
                  <a:lnTo>
                    <a:pt x="292914" y="6134307"/>
                  </a:lnTo>
                  <a:lnTo>
                    <a:pt x="293166" y="6134307"/>
                  </a:lnTo>
                  <a:lnTo>
                    <a:pt x="293292" y="6134307"/>
                  </a:lnTo>
                  <a:lnTo>
                    <a:pt x="293419" y="6134307"/>
                  </a:lnTo>
                  <a:lnTo>
                    <a:pt x="293671" y="6134307"/>
                  </a:lnTo>
                  <a:lnTo>
                    <a:pt x="293797" y="6134307"/>
                  </a:lnTo>
                  <a:lnTo>
                    <a:pt x="293924" y="6134307"/>
                  </a:lnTo>
                  <a:lnTo>
                    <a:pt x="294050" y="6134307"/>
                  </a:lnTo>
                  <a:lnTo>
                    <a:pt x="294176" y="6134307"/>
                  </a:lnTo>
                  <a:lnTo>
                    <a:pt x="294176" y="6129395"/>
                  </a:lnTo>
                  <a:lnTo>
                    <a:pt x="294303" y="6129395"/>
                  </a:lnTo>
                  <a:lnTo>
                    <a:pt x="294429" y="6129395"/>
                  </a:lnTo>
                  <a:lnTo>
                    <a:pt x="294681" y="6129395"/>
                  </a:lnTo>
                  <a:lnTo>
                    <a:pt x="294808" y="6129395"/>
                  </a:lnTo>
                  <a:lnTo>
                    <a:pt x="294934" y="6129395"/>
                  </a:lnTo>
                  <a:lnTo>
                    <a:pt x="295060" y="6129395"/>
                  </a:lnTo>
                  <a:lnTo>
                    <a:pt x="295186" y="6129395"/>
                  </a:lnTo>
                  <a:lnTo>
                    <a:pt x="295313" y="6129395"/>
                  </a:lnTo>
                  <a:lnTo>
                    <a:pt x="295439" y="6129395"/>
                  </a:lnTo>
                  <a:lnTo>
                    <a:pt x="295691" y="6129395"/>
                  </a:lnTo>
                  <a:lnTo>
                    <a:pt x="295818" y="6129395"/>
                  </a:lnTo>
                  <a:lnTo>
                    <a:pt x="296070" y="6129395"/>
                  </a:lnTo>
                  <a:lnTo>
                    <a:pt x="296196" y="6129395"/>
                  </a:lnTo>
                  <a:lnTo>
                    <a:pt x="296196" y="6124484"/>
                  </a:lnTo>
                  <a:lnTo>
                    <a:pt x="296449" y="6124484"/>
                  </a:lnTo>
                  <a:lnTo>
                    <a:pt x="296575" y="6124484"/>
                  </a:lnTo>
                  <a:lnTo>
                    <a:pt x="296701" y="6124484"/>
                  </a:lnTo>
                  <a:lnTo>
                    <a:pt x="296828" y="6124484"/>
                  </a:lnTo>
                  <a:lnTo>
                    <a:pt x="296954" y="6124484"/>
                  </a:lnTo>
                  <a:lnTo>
                    <a:pt x="297080" y="6124484"/>
                  </a:lnTo>
                  <a:lnTo>
                    <a:pt x="297206" y="6124484"/>
                  </a:lnTo>
                  <a:lnTo>
                    <a:pt x="297206" y="6119573"/>
                  </a:lnTo>
                  <a:lnTo>
                    <a:pt x="297333" y="6119573"/>
                  </a:lnTo>
                  <a:lnTo>
                    <a:pt x="297585" y="6119573"/>
                  </a:lnTo>
                  <a:lnTo>
                    <a:pt x="297711" y="6119573"/>
                  </a:lnTo>
                  <a:lnTo>
                    <a:pt x="297838" y="6119573"/>
                  </a:lnTo>
                  <a:lnTo>
                    <a:pt x="297964" y="6119573"/>
                  </a:lnTo>
                  <a:lnTo>
                    <a:pt x="298090" y="6119573"/>
                  </a:lnTo>
                  <a:lnTo>
                    <a:pt x="298216" y="6119573"/>
                  </a:lnTo>
                  <a:lnTo>
                    <a:pt x="298343" y="6119573"/>
                  </a:lnTo>
                  <a:lnTo>
                    <a:pt x="298469" y="6119573"/>
                  </a:lnTo>
                  <a:lnTo>
                    <a:pt x="298595" y="6119573"/>
                  </a:lnTo>
                  <a:lnTo>
                    <a:pt x="298721" y="6119573"/>
                  </a:lnTo>
                  <a:lnTo>
                    <a:pt x="298848" y="6119573"/>
                  </a:lnTo>
                  <a:lnTo>
                    <a:pt x="298974" y="6119573"/>
                  </a:lnTo>
                  <a:lnTo>
                    <a:pt x="299100" y="6119573"/>
                  </a:lnTo>
                  <a:lnTo>
                    <a:pt x="299227" y="6119573"/>
                  </a:lnTo>
                  <a:lnTo>
                    <a:pt x="299353" y="6119573"/>
                  </a:lnTo>
                  <a:lnTo>
                    <a:pt x="299479" y="6119573"/>
                  </a:lnTo>
                  <a:lnTo>
                    <a:pt x="299605" y="6119573"/>
                  </a:lnTo>
                  <a:lnTo>
                    <a:pt x="299858" y="6119573"/>
                  </a:lnTo>
                  <a:lnTo>
                    <a:pt x="299984" y="6119573"/>
                  </a:lnTo>
                  <a:lnTo>
                    <a:pt x="300110" y="6119573"/>
                  </a:lnTo>
                  <a:lnTo>
                    <a:pt x="300237" y="6119573"/>
                  </a:lnTo>
                  <a:lnTo>
                    <a:pt x="300489" y="6119573"/>
                  </a:lnTo>
                  <a:lnTo>
                    <a:pt x="300615" y="6119573"/>
                  </a:lnTo>
                  <a:lnTo>
                    <a:pt x="300742" y="6119573"/>
                  </a:lnTo>
                  <a:lnTo>
                    <a:pt x="301752" y="6119573"/>
                  </a:lnTo>
                  <a:lnTo>
                    <a:pt x="302004" y="6119573"/>
                  </a:lnTo>
                  <a:lnTo>
                    <a:pt x="302130" y="6119573"/>
                  </a:lnTo>
                  <a:lnTo>
                    <a:pt x="302257" y="6119573"/>
                  </a:lnTo>
                  <a:lnTo>
                    <a:pt x="302383" y="6119573"/>
                  </a:lnTo>
                  <a:lnTo>
                    <a:pt x="302509" y="6119573"/>
                  </a:lnTo>
                  <a:lnTo>
                    <a:pt x="302635" y="6119573"/>
                  </a:lnTo>
                  <a:lnTo>
                    <a:pt x="302762" y="6119573"/>
                  </a:lnTo>
                  <a:lnTo>
                    <a:pt x="302888" y="6119573"/>
                  </a:lnTo>
                  <a:lnTo>
                    <a:pt x="303014" y="6119573"/>
                  </a:lnTo>
                  <a:lnTo>
                    <a:pt x="303140" y="6119573"/>
                  </a:lnTo>
                  <a:lnTo>
                    <a:pt x="303267" y="6119573"/>
                  </a:lnTo>
                  <a:lnTo>
                    <a:pt x="303393" y="6119573"/>
                  </a:lnTo>
                  <a:lnTo>
                    <a:pt x="303519" y="6119573"/>
                  </a:lnTo>
                  <a:lnTo>
                    <a:pt x="303645" y="6119573"/>
                  </a:lnTo>
                  <a:lnTo>
                    <a:pt x="303772" y="6119573"/>
                  </a:lnTo>
                  <a:lnTo>
                    <a:pt x="303898" y="6119573"/>
                  </a:lnTo>
                  <a:lnTo>
                    <a:pt x="304024" y="6119573"/>
                  </a:lnTo>
                  <a:lnTo>
                    <a:pt x="304277" y="6119573"/>
                  </a:lnTo>
                  <a:lnTo>
                    <a:pt x="304403" y="6119573"/>
                  </a:lnTo>
                  <a:lnTo>
                    <a:pt x="304529" y="6119573"/>
                  </a:lnTo>
                  <a:lnTo>
                    <a:pt x="304656" y="6119573"/>
                  </a:lnTo>
                  <a:lnTo>
                    <a:pt x="304782" y="6119573"/>
                  </a:lnTo>
                  <a:lnTo>
                    <a:pt x="304908" y="6119573"/>
                  </a:lnTo>
                  <a:lnTo>
                    <a:pt x="305034" y="6119573"/>
                  </a:lnTo>
                  <a:lnTo>
                    <a:pt x="305161" y="6119573"/>
                  </a:lnTo>
                  <a:lnTo>
                    <a:pt x="305287" y="6119573"/>
                  </a:lnTo>
                  <a:lnTo>
                    <a:pt x="305413" y="6119573"/>
                  </a:lnTo>
                  <a:lnTo>
                    <a:pt x="305539" y="6119573"/>
                  </a:lnTo>
                  <a:lnTo>
                    <a:pt x="305666" y="6119573"/>
                  </a:lnTo>
                  <a:lnTo>
                    <a:pt x="305918" y="6119573"/>
                  </a:lnTo>
                  <a:lnTo>
                    <a:pt x="306044" y="6119573"/>
                  </a:lnTo>
                  <a:lnTo>
                    <a:pt x="306171" y="6119573"/>
                  </a:lnTo>
                  <a:lnTo>
                    <a:pt x="306297" y="6119573"/>
                  </a:lnTo>
                  <a:lnTo>
                    <a:pt x="306423" y="6119573"/>
                  </a:lnTo>
                  <a:lnTo>
                    <a:pt x="306549" y="6119573"/>
                  </a:lnTo>
                  <a:lnTo>
                    <a:pt x="306676" y="6119573"/>
                  </a:lnTo>
                  <a:lnTo>
                    <a:pt x="306802" y="6119573"/>
                  </a:lnTo>
                  <a:lnTo>
                    <a:pt x="306928" y="6119573"/>
                  </a:lnTo>
                  <a:lnTo>
                    <a:pt x="307054" y="6119573"/>
                  </a:lnTo>
                  <a:lnTo>
                    <a:pt x="307181" y="6119573"/>
                  </a:lnTo>
                  <a:lnTo>
                    <a:pt x="307181" y="6114661"/>
                  </a:lnTo>
                  <a:lnTo>
                    <a:pt x="307307" y="6114661"/>
                  </a:lnTo>
                  <a:lnTo>
                    <a:pt x="307433" y="6114661"/>
                  </a:lnTo>
                  <a:lnTo>
                    <a:pt x="307433" y="6109750"/>
                  </a:lnTo>
                  <a:lnTo>
                    <a:pt x="307559" y="6109750"/>
                  </a:lnTo>
                  <a:lnTo>
                    <a:pt x="307686" y="6109750"/>
                  </a:lnTo>
                  <a:lnTo>
                    <a:pt x="307812" y="6109750"/>
                  </a:lnTo>
                  <a:lnTo>
                    <a:pt x="307938" y="6109750"/>
                  </a:lnTo>
                  <a:lnTo>
                    <a:pt x="308191" y="6109750"/>
                  </a:lnTo>
                  <a:lnTo>
                    <a:pt x="308317" y="6109750"/>
                  </a:lnTo>
                  <a:lnTo>
                    <a:pt x="308443" y="6109750"/>
                  </a:lnTo>
                  <a:lnTo>
                    <a:pt x="308569" y="6109750"/>
                  </a:lnTo>
                  <a:lnTo>
                    <a:pt x="308696" y="6109750"/>
                  </a:lnTo>
                  <a:lnTo>
                    <a:pt x="308948" y="6109750"/>
                  </a:lnTo>
                  <a:lnTo>
                    <a:pt x="309201" y="6109750"/>
                  </a:lnTo>
                  <a:lnTo>
                    <a:pt x="309327" y="6109750"/>
                  </a:lnTo>
                  <a:lnTo>
                    <a:pt x="309453" y="6109750"/>
                  </a:lnTo>
                  <a:lnTo>
                    <a:pt x="309580" y="6109750"/>
                  </a:lnTo>
                  <a:lnTo>
                    <a:pt x="309706" y="6109750"/>
                  </a:lnTo>
                  <a:lnTo>
                    <a:pt x="309832" y="6109750"/>
                  </a:lnTo>
                  <a:lnTo>
                    <a:pt x="309958" y="6109750"/>
                  </a:lnTo>
                  <a:lnTo>
                    <a:pt x="310085" y="6109750"/>
                  </a:lnTo>
                  <a:lnTo>
                    <a:pt x="310337" y="6109750"/>
                  </a:lnTo>
                  <a:lnTo>
                    <a:pt x="310463" y="6109750"/>
                  </a:lnTo>
                  <a:lnTo>
                    <a:pt x="310590" y="6109750"/>
                  </a:lnTo>
                  <a:lnTo>
                    <a:pt x="310716" y="6109750"/>
                  </a:lnTo>
                  <a:lnTo>
                    <a:pt x="310842" y="6109750"/>
                  </a:lnTo>
                  <a:lnTo>
                    <a:pt x="310968" y="6109750"/>
                  </a:lnTo>
                  <a:lnTo>
                    <a:pt x="311095" y="6109750"/>
                  </a:lnTo>
                  <a:lnTo>
                    <a:pt x="311221" y="6109750"/>
                  </a:lnTo>
                  <a:lnTo>
                    <a:pt x="311347" y="6109750"/>
                  </a:lnTo>
                  <a:lnTo>
                    <a:pt x="311347" y="6104839"/>
                  </a:lnTo>
                  <a:lnTo>
                    <a:pt x="311473" y="6104839"/>
                  </a:lnTo>
                  <a:lnTo>
                    <a:pt x="311600" y="6104839"/>
                  </a:lnTo>
                  <a:lnTo>
                    <a:pt x="311726" y="6104839"/>
                  </a:lnTo>
                  <a:lnTo>
                    <a:pt x="311852" y="6104839"/>
                  </a:lnTo>
                  <a:lnTo>
                    <a:pt x="311978" y="6104839"/>
                  </a:lnTo>
                  <a:lnTo>
                    <a:pt x="312105" y="6104839"/>
                  </a:lnTo>
                  <a:lnTo>
                    <a:pt x="312357" y="6104839"/>
                  </a:lnTo>
                  <a:lnTo>
                    <a:pt x="312483" y="6104839"/>
                  </a:lnTo>
                  <a:lnTo>
                    <a:pt x="312610" y="6104839"/>
                  </a:lnTo>
                  <a:lnTo>
                    <a:pt x="312736" y="6104839"/>
                  </a:lnTo>
                  <a:lnTo>
                    <a:pt x="312862" y="6104839"/>
                  </a:lnTo>
                  <a:lnTo>
                    <a:pt x="312988" y="6104839"/>
                  </a:lnTo>
                  <a:lnTo>
                    <a:pt x="313115" y="6104839"/>
                  </a:lnTo>
                  <a:lnTo>
                    <a:pt x="313241" y="6104839"/>
                  </a:lnTo>
                  <a:lnTo>
                    <a:pt x="313367" y="6104839"/>
                  </a:lnTo>
                  <a:lnTo>
                    <a:pt x="313493" y="6104839"/>
                  </a:lnTo>
                  <a:lnTo>
                    <a:pt x="313746" y="6104839"/>
                  </a:lnTo>
                  <a:lnTo>
                    <a:pt x="313746" y="6095016"/>
                  </a:lnTo>
                  <a:lnTo>
                    <a:pt x="313872" y="6095016"/>
                  </a:lnTo>
                  <a:lnTo>
                    <a:pt x="313998" y="6095016"/>
                  </a:lnTo>
                  <a:lnTo>
                    <a:pt x="314125" y="6095016"/>
                  </a:lnTo>
                  <a:lnTo>
                    <a:pt x="314251" y="6095016"/>
                  </a:lnTo>
                  <a:lnTo>
                    <a:pt x="314377" y="6095016"/>
                  </a:lnTo>
                  <a:lnTo>
                    <a:pt x="314504" y="6095016"/>
                  </a:lnTo>
                  <a:lnTo>
                    <a:pt x="314630" y="6095016"/>
                  </a:lnTo>
                  <a:lnTo>
                    <a:pt x="314756" y="6095016"/>
                  </a:lnTo>
                  <a:lnTo>
                    <a:pt x="315009" y="6095016"/>
                  </a:lnTo>
                  <a:lnTo>
                    <a:pt x="315135" y="6095016"/>
                  </a:lnTo>
                  <a:lnTo>
                    <a:pt x="315261" y="6095016"/>
                  </a:lnTo>
                  <a:lnTo>
                    <a:pt x="315387" y="6095016"/>
                  </a:lnTo>
                  <a:lnTo>
                    <a:pt x="315640" y="6095016"/>
                  </a:lnTo>
                  <a:lnTo>
                    <a:pt x="315766" y="6095016"/>
                  </a:lnTo>
                  <a:lnTo>
                    <a:pt x="315892" y="6095016"/>
                  </a:lnTo>
                  <a:lnTo>
                    <a:pt x="316019" y="6095016"/>
                  </a:lnTo>
                  <a:lnTo>
                    <a:pt x="316145" y="6095016"/>
                  </a:lnTo>
                  <a:lnTo>
                    <a:pt x="316271" y="6095016"/>
                  </a:lnTo>
                  <a:lnTo>
                    <a:pt x="316397" y="6095016"/>
                  </a:lnTo>
                  <a:lnTo>
                    <a:pt x="316524" y="6095016"/>
                  </a:lnTo>
                  <a:lnTo>
                    <a:pt x="316776" y="6095016"/>
                  </a:lnTo>
                  <a:lnTo>
                    <a:pt x="316902" y="6095016"/>
                  </a:lnTo>
                  <a:lnTo>
                    <a:pt x="317029" y="6095016"/>
                  </a:lnTo>
                  <a:lnTo>
                    <a:pt x="317155" y="6095016"/>
                  </a:lnTo>
                  <a:lnTo>
                    <a:pt x="317281" y="6095016"/>
                  </a:lnTo>
                  <a:lnTo>
                    <a:pt x="317660" y="6095016"/>
                  </a:lnTo>
                  <a:lnTo>
                    <a:pt x="317786" y="6095016"/>
                  </a:lnTo>
                  <a:lnTo>
                    <a:pt x="317912" y="6095016"/>
                  </a:lnTo>
                  <a:lnTo>
                    <a:pt x="318039" y="6095016"/>
                  </a:lnTo>
                  <a:lnTo>
                    <a:pt x="318165" y="6095016"/>
                  </a:lnTo>
                  <a:lnTo>
                    <a:pt x="318291" y="6095016"/>
                  </a:lnTo>
                  <a:lnTo>
                    <a:pt x="318417" y="6095016"/>
                  </a:lnTo>
                  <a:lnTo>
                    <a:pt x="318544" y="6095016"/>
                  </a:lnTo>
                  <a:lnTo>
                    <a:pt x="318670" y="6095016"/>
                  </a:lnTo>
                  <a:lnTo>
                    <a:pt x="318796" y="6095016"/>
                  </a:lnTo>
                  <a:lnTo>
                    <a:pt x="318922" y="6095016"/>
                  </a:lnTo>
                  <a:lnTo>
                    <a:pt x="319049" y="6095016"/>
                  </a:lnTo>
                  <a:lnTo>
                    <a:pt x="319175" y="6095016"/>
                  </a:lnTo>
                  <a:lnTo>
                    <a:pt x="319301" y="6095016"/>
                  </a:lnTo>
                  <a:lnTo>
                    <a:pt x="319427" y="6095016"/>
                  </a:lnTo>
                  <a:lnTo>
                    <a:pt x="319554" y="6095016"/>
                  </a:lnTo>
                  <a:lnTo>
                    <a:pt x="319806" y="6095016"/>
                  </a:lnTo>
                  <a:lnTo>
                    <a:pt x="319933" y="6095016"/>
                  </a:lnTo>
                  <a:lnTo>
                    <a:pt x="320059" y="6095016"/>
                  </a:lnTo>
                  <a:lnTo>
                    <a:pt x="320059" y="6090104"/>
                  </a:lnTo>
                  <a:lnTo>
                    <a:pt x="320185" y="6090104"/>
                  </a:lnTo>
                  <a:lnTo>
                    <a:pt x="320311" y="6090104"/>
                  </a:lnTo>
                  <a:lnTo>
                    <a:pt x="320438" y="6090104"/>
                  </a:lnTo>
                  <a:lnTo>
                    <a:pt x="320564" y="6090104"/>
                  </a:lnTo>
                  <a:lnTo>
                    <a:pt x="320690" y="6090104"/>
                  </a:lnTo>
                  <a:lnTo>
                    <a:pt x="320816" y="6090104"/>
                  </a:lnTo>
                  <a:lnTo>
                    <a:pt x="321195" y="6090104"/>
                  </a:lnTo>
                  <a:lnTo>
                    <a:pt x="321448" y="6090104"/>
                  </a:lnTo>
                  <a:lnTo>
                    <a:pt x="321574" y="6090104"/>
                  </a:lnTo>
                  <a:lnTo>
                    <a:pt x="321700" y="6090104"/>
                  </a:lnTo>
                  <a:lnTo>
                    <a:pt x="321826" y="6090104"/>
                  </a:lnTo>
                  <a:lnTo>
                    <a:pt x="321953" y="6090104"/>
                  </a:lnTo>
                  <a:lnTo>
                    <a:pt x="322079" y="6090104"/>
                  </a:lnTo>
                  <a:lnTo>
                    <a:pt x="322205" y="6090104"/>
                  </a:lnTo>
                  <a:lnTo>
                    <a:pt x="322331" y="6090104"/>
                  </a:lnTo>
                  <a:lnTo>
                    <a:pt x="322458" y="6090104"/>
                  </a:lnTo>
                  <a:lnTo>
                    <a:pt x="322584" y="6090104"/>
                  </a:lnTo>
                  <a:lnTo>
                    <a:pt x="323089" y="6090104"/>
                  </a:lnTo>
                  <a:lnTo>
                    <a:pt x="323215" y="6090104"/>
                  </a:lnTo>
                  <a:lnTo>
                    <a:pt x="323341" y="6090104"/>
                  </a:lnTo>
                  <a:lnTo>
                    <a:pt x="323468" y="6090104"/>
                  </a:lnTo>
                  <a:lnTo>
                    <a:pt x="323594" y="6090104"/>
                  </a:lnTo>
                  <a:lnTo>
                    <a:pt x="323720" y="6090104"/>
                  </a:lnTo>
                  <a:lnTo>
                    <a:pt x="323973" y="6090104"/>
                  </a:lnTo>
                  <a:lnTo>
                    <a:pt x="324099" y="6090104"/>
                  </a:lnTo>
                  <a:lnTo>
                    <a:pt x="324225" y="6090104"/>
                  </a:lnTo>
                  <a:lnTo>
                    <a:pt x="324351" y="6090104"/>
                  </a:lnTo>
                  <a:lnTo>
                    <a:pt x="324478" y="6090104"/>
                  </a:lnTo>
                  <a:lnTo>
                    <a:pt x="324604" y="6090104"/>
                  </a:lnTo>
                  <a:lnTo>
                    <a:pt x="324857" y="6090104"/>
                  </a:lnTo>
                  <a:lnTo>
                    <a:pt x="324983" y="6090104"/>
                  </a:lnTo>
                  <a:lnTo>
                    <a:pt x="325109" y="6090104"/>
                  </a:lnTo>
                  <a:lnTo>
                    <a:pt x="325235" y="6090104"/>
                  </a:lnTo>
                  <a:lnTo>
                    <a:pt x="325362" y="6090104"/>
                  </a:lnTo>
                  <a:lnTo>
                    <a:pt x="325488" y="6090104"/>
                  </a:lnTo>
                  <a:lnTo>
                    <a:pt x="325614" y="6090104"/>
                  </a:lnTo>
                  <a:lnTo>
                    <a:pt x="325740" y="6090104"/>
                  </a:lnTo>
                  <a:lnTo>
                    <a:pt x="325867" y="6090104"/>
                  </a:lnTo>
                  <a:lnTo>
                    <a:pt x="325993" y="6090104"/>
                  </a:lnTo>
                  <a:lnTo>
                    <a:pt x="326119" y="6090104"/>
                  </a:lnTo>
                  <a:lnTo>
                    <a:pt x="326245" y="6090104"/>
                  </a:lnTo>
                  <a:lnTo>
                    <a:pt x="326372" y="6090104"/>
                  </a:lnTo>
                  <a:lnTo>
                    <a:pt x="326498" y="6090104"/>
                  </a:lnTo>
                  <a:lnTo>
                    <a:pt x="326624" y="6090104"/>
                  </a:lnTo>
                  <a:lnTo>
                    <a:pt x="326750" y="6090104"/>
                  </a:lnTo>
                  <a:lnTo>
                    <a:pt x="327003" y="6090104"/>
                  </a:lnTo>
                  <a:lnTo>
                    <a:pt x="327129" y="6090104"/>
                  </a:lnTo>
                  <a:lnTo>
                    <a:pt x="327255" y="6090104"/>
                  </a:lnTo>
                  <a:lnTo>
                    <a:pt x="327382" y="6090104"/>
                  </a:lnTo>
                  <a:lnTo>
                    <a:pt x="327508" y="6090104"/>
                  </a:lnTo>
                  <a:lnTo>
                    <a:pt x="327508" y="6085193"/>
                  </a:lnTo>
                  <a:lnTo>
                    <a:pt x="327634" y="6085193"/>
                  </a:lnTo>
                  <a:lnTo>
                    <a:pt x="327760" y="6085193"/>
                  </a:lnTo>
                  <a:lnTo>
                    <a:pt x="327887" y="6085193"/>
                  </a:lnTo>
                  <a:lnTo>
                    <a:pt x="328013" y="6085193"/>
                  </a:lnTo>
                  <a:lnTo>
                    <a:pt x="328139" y="6085193"/>
                  </a:lnTo>
                  <a:lnTo>
                    <a:pt x="328265" y="6085193"/>
                  </a:lnTo>
                  <a:lnTo>
                    <a:pt x="328392" y="6085193"/>
                  </a:lnTo>
                  <a:lnTo>
                    <a:pt x="328644" y="6085193"/>
                  </a:lnTo>
                  <a:lnTo>
                    <a:pt x="328897" y="6085193"/>
                  </a:lnTo>
                  <a:lnTo>
                    <a:pt x="329023" y="6085193"/>
                  </a:lnTo>
                  <a:lnTo>
                    <a:pt x="329149" y="6085193"/>
                  </a:lnTo>
                  <a:lnTo>
                    <a:pt x="329275" y="6085193"/>
                  </a:lnTo>
                  <a:lnTo>
                    <a:pt x="329402" y="6085193"/>
                  </a:lnTo>
                  <a:lnTo>
                    <a:pt x="329402" y="6080282"/>
                  </a:lnTo>
                  <a:lnTo>
                    <a:pt x="329528" y="6080282"/>
                  </a:lnTo>
                  <a:lnTo>
                    <a:pt x="329654" y="6080282"/>
                  </a:lnTo>
                  <a:lnTo>
                    <a:pt x="329780" y="6080282"/>
                  </a:lnTo>
                  <a:lnTo>
                    <a:pt x="329907" y="6080282"/>
                  </a:lnTo>
                  <a:lnTo>
                    <a:pt x="330033" y="6080282"/>
                  </a:lnTo>
                  <a:lnTo>
                    <a:pt x="330159" y="6080282"/>
                  </a:lnTo>
                  <a:lnTo>
                    <a:pt x="330286" y="6080282"/>
                  </a:lnTo>
                  <a:lnTo>
                    <a:pt x="330412" y="6080282"/>
                  </a:lnTo>
                  <a:lnTo>
                    <a:pt x="330538" y="6080282"/>
                  </a:lnTo>
                  <a:lnTo>
                    <a:pt x="330538" y="6075370"/>
                  </a:lnTo>
                  <a:lnTo>
                    <a:pt x="330664" y="6075370"/>
                  </a:lnTo>
                  <a:lnTo>
                    <a:pt x="330917" y="6075370"/>
                  </a:lnTo>
                  <a:lnTo>
                    <a:pt x="331043" y="6075370"/>
                  </a:lnTo>
                  <a:lnTo>
                    <a:pt x="331169" y="6075370"/>
                  </a:lnTo>
                  <a:lnTo>
                    <a:pt x="331296" y="6075370"/>
                  </a:lnTo>
                  <a:lnTo>
                    <a:pt x="331422" y="6075370"/>
                  </a:lnTo>
                  <a:lnTo>
                    <a:pt x="331548" y="6075370"/>
                  </a:lnTo>
                  <a:lnTo>
                    <a:pt x="331674" y="6075370"/>
                  </a:lnTo>
                  <a:lnTo>
                    <a:pt x="331801" y="6075370"/>
                  </a:lnTo>
                  <a:lnTo>
                    <a:pt x="331927" y="6075370"/>
                  </a:lnTo>
                  <a:lnTo>
                    <a:pt x="332053" y="6075370"/>
                  </a:lnTo>
                  <a:lnTo>
                    <a:pt x="332179" y="6075370"/>
                  </a:lnTo>
                  <a:lnTo>
                    <a:pt x="332179" y="6070459"/>
                  </a:lnTo>
                  <a:lnTo>
                    <a:pt x="332306" y="6070459"/>
                  </a:lnTo>
                  <a:lnTo>
                    <a:pt x="332432" y="6070459"/>
                  </a:lnTo>
                  <a:lnTo>
                    <a:pt x="332558" y="6070459"/>
                  </a:lnTo>
                  <a:lnTo>
                    <a:pt x="332684" y="6070459"/>
                  </a:lnTo>
                  <a:lnTo>
                    <a:pt x="332811" y="6070459"/>
                  </a:lnTo>
                  <a:lnTo>
                    <a:pt x="333189" y="6070459"/>
                  </a:lnTo>
                  <a:lnTo>
                    <a:pt x="333316" y="6070459"/>
                  </a:lnTo>
                  <a:lnTo>
                    <a:pt x="333442" y="6070459"/>
                  </a:lnTo>
                  <a:lnTo>
                    <a:pt x="333568" y="6070459"/>
                  </a:lnTo>
                  <a:lnTo>
                    <a:pt x="333694" y="6070459"/>
                  </a:lnTo>
                  <a:lnTo>
                    <a:pt x="333947" y="6070459"/>
                  </a:lnTo>
                  <a:lnTo>
                    <a:pt x="334073" y="6070459"/>
                  </a:lnTo>
                  <a:lnTo>
                    <a:pt x="334199" y="6070459"/>
                  </a:lnTo>
                  <a:lnTo>
                    <a:pt x="334452" y="6070459"/>
                  </a:lnTo>
                  <a:lnTo>
                    <a:pt x="334578" y="6070459"/>
                  </a:lnTo>
                  <a:lnTo>
                    <a:pt x="334704" y="6070459"/>
                  </a:lnTo>
                  <a:lnTo>
                    <a:pt x="334831" y="6070459"/>
                  </a:lnTo>
                  <a:lnTo>
                    <a:pt x="334957" y="6070459"/>
                  </a:lnTo>
                  <a:lnTo>
                    <a:pt x="335336" y="6070459"/>
                  </a:lnTo>
                  <a:lnTo>
                    <a:pt x="335462" y="6070459"/>
                  </a:lnTo>
                  <a:lnTo>
                    <a:pt x="335588" y="6070459"/>
                  </a:lnTo>
                  <a:lnTo>
                    <a:pt x="335841" y="6070459"/>
                  </a:lnTo>
                  <a:lnTo>
                    <a:pt x="335967" y="6070459"/>
                  </a:lnTo>
                  <a:lnTo>
                    <a:pt x="336093" y="6070459"/>
                  </a:lnTo>
                  <a:lnTo>
                    <a:pt x="336220" y="6070459"/>
                  </a:lnTo>
                  <a:lnTo>
                    <a:pt x="336346" y="6070459"/>
                  </a:lnTo>
                  <a:lnTo>
                    <a:pt x="336472" y="6070459"/>
                  </a:lnTo>
                  <a:lnTo>
                    <a:pt x="336598" y="6070459"/>
                  </a:lnTo>
                  <a:lnTo>
                    <a:pt x="336725" y="6070459"/>
                  </a:lnTo>
                  <a:lnTo>
                    <a:pt x="336851" y="6070459"/>
                  </a:lnTo>
                  <a:lnTo>
                    <a:pt x="336977" y="6070459"/>
                  </a:lnTo>
                  <a:lnTo>
                    <a:pt x="337103" y="6070459"/>
                  </a:lnTo>
                  <a:lnTo>
                    <a:pt x="337230" y="6070459"/>
                  </a:lnTo>
                  <a:lnTo>
                    <a:pt x="337356" y="6070459"/>
                  </a:lnTo>
                  <a:lnTo>
                    <a:pt x="337482" y="6070459"/>
                  </a:lnTo>
                  <a:lnTo>
                    <a:pt x="337608" y="6070459"/>
                  </a:lnTo>
                  <a:lnTo>
                    <a:pt x="337735" y="6070459"/>
                  </a:lnTo>
                  <a:lnTo>
                    <a:pt x="338113" y="6070459"/>
                  </a:lnTo>
                  <a:lnTo>
                    <a:pt x="338240" y="6070459"/>
                  </a:lnTo>
                  <a:lnTo>
                    <a:pt x="338366" y="6070459"/>
                  </a:lnTo>
                  <a:lnTo>
                    <a:pt x="338366" y="6065548"/>
                  </a:lnTo>
                  <a:lnTo>
                    <a:pt x="338492" y="6065548"/>
                  </a:lnTo>
                  <a:lnTo>
                    <a:pt x="338618" y="6065548"/>
                  </a:lnTo>
                  <a:lnTo>
                    <a:pt x="338745" y="6065548"/>
                  </a:lnTo>
                  <a:lnTo>
                    <a:pt x="338871" y="6065548"/>
                  </a:lnTo>
                  <a:lnTo>
                    <a:pt x="338997" y="6065548"/>
                  </a:lnTo>
                  <a:lnTo>
                    <a:pt x="339250" y="6065548"/>
                  </a:lnTo>
                  <a:lnTo>
                    <a:pt x="339376" y="6065548"/>
                  </a:lnTo>
                  <a:lnTo>
                    <a:pt x="339502" y="6065548"/>
                  </a:lnTo>
                  <a:lnTo>
                    <a:pt x="339628" y="6065548"/>
                  </a:lnTo>
                  <a:lnTo>
                    <a:pt x="339755" y="6065548"/>
                  </a:lnTo>
                  <a:lnTo>
                    <a:pt x="339881" y="6065548"/>
                  </a:lnTo>
                  <a:lnTo>
                    <a:pt x="340007" y="6065548"/>
                  </a:lnTo>
                  <a:lnTo>
                    <a:pt x="340133" y="6065548"/>
                  </a:lnTo>
                  <a:lnTo>
                    <a:pt x="340260" y="6065548"/>
                  </a:lnTo>
                  <a:lnTo>
                    <a:pt x="340512" y="6065548"/>
                  </a:lnTo>
                  <a:lnTo>
                    <a:pt x="340639" y="6065548"/>
                  </a:lnTo>
                  <a:lnTo>
                    <a:pt x="340765" y="6065548"/>
                  </a:lnTo>
                  <a:lnTo>
                    <a:pt x="340891" y="6065548"/>
                  </a:lnTo>
                  <a:lnTo>
                    <a:pt x="341017" y="6065548"/>
                  </a:lnTo>
                  <a:lnTo>
                    <a:pt x="341270" y="6065548"/>
                  </a:lnTo>
                  <a:lnTo>
                    <a:pt x="341396" y="6065548"/>
                  </a:lnTo>
                  <a:lnTo>
                    <a:pt x="341522" y="6065548"/>
                  </a:lnTo>
                  <a:lnTo>
                    <a:pt x="341649" y="6065548"/>
                  </a:lnTo>
                  <a:lnTo>
                    <a:pt x="341775" y="6065548"/>
                  </a:lnTo>
                  <a:lnTo>
                    <a:pt x="341901" y="6065548"/>
                  </a:lnTo>
                  <a:lnTo>
                    <a:pt x="342027" y="6065548"/>
                  </a:lnTo>
                  <a:lnTo>
                    <a:pt x="342154" y="6065548"/>
                  </a:lnTo>
                  <a:lnTo>
                    <a:pt x="342406" y="6065548"/>
                  </a:lnTo>
                  <a:lnTo>
                    <a:pt x="342532" y="6065548"/>
                  </a:lnTo>
                  <a:lnTo>
                    <a:pt x="342659" y="6065548"/>
                  </a:lnTo>
                  <a:lnTo>
                    <a:pt x="342785" y="6065548"/>
                  </a:lnTo>
                  <a:lnTo>
                    <a:pt x="342911" y="6065548"/>
                  </a:lnTo>
                  <a:lnTo>
                    <a:pt x="343037" y="6065548"/>
                  </a:lnTo>
                  <a:lnTo>
                    <a:pt x="343164" y="6065548"/>
                  </a:lnTo>
                  <a:lnTo>
                    <a:pt x="343290" y="6065548"/>
                  </a:lnTo>
                  <a:lnTo>
                    <a:pt x="343290" y="6060636"/>
                  </a:lnTo>
                  <a:lnTo>
                    <a:pt x="343416" y="6060636"/>
                  </a:lnTo>
                  <a:lnTo>
                    <a:pt x="343542" y="6060636"/>
                  </a:lnTo>
                  <a:lnTo>
                    <a:pt x="343795" y="6060636"/>
                  </a:lnTo>
                  <a:lnTo>
                    <a:pt x="343921" y="6060636"/>
                  </a:lnTo>
                  <a:lnTo>
                    <a:pt x="344047" y="6060636"/>
                  </a:lnTo>
                  <a:lnTo>
                    <a:pt x="344174" y="6060636"/>
                  </a:lnTo>
                  <a:lnTo>
                    <a:pt x="344300" y="6060636"/>
                  </a:lnTo>
                  <a:lnTo>
                    <a:pt x="344426" y="6060636"/>
                  </a:lnTo>
                  <a:lnTo>
                    <a:pt x="344552" y="6060636"/>
                  </a:lnTo>
                  <a:lnTo>
                    <a:pt x="344679" y="6060636"/>
                  </a:lnTo>
                  <a:lnTo>
                    <a:pt x="344805" y="6060636"/>
                  </a:lnTo>
                  <a:lnTo>
                    <a:pt x="344931" y="6060636"/>
                  </a:lnTo>
                  <a:lnTo>
                    <a:pt x="345057" y="6060636"/>
                  </a:lnTo>
                  <a:lnTo>
                    <a:pt x="345184" y="6060636"/>
                  </a:lnTo>
                  <a:lnTo>
                    <a:pt x="345310" y="6060636"/>
                  </a:lnTo>
                  <a:lnTo>
                    <a:pt x="345436" y="6060636"/>
                  </a:lnTo>
                  <a:lnTo>
                    <a:pt x="345689" y="6060636"/>
                  </a:lnTo>
                  <a:lnTo>
                    <a:pt x="345815" y="6060636"/>
                  </a:lnTo>
                  <a:lnTo>
                    <a:pt x="346068" y="6060636"/>
                  </a:lnTo>
                  <a:lnTo>
                    <a:pt x="346194" y="6060636"/>
                  </a:lnTo>
                  <a:lnTo>
                    <a:pt x="346320" y="6060636"/>
                  </a:lnTo>
                  <a:lnTo>
                    <a:pt x="346573" y="6060636"/>
                  </a:lnTo>
                  <a:lnTo>
                    <a:pt x="346699" y="6060636"/>
                  </a:lnTo>
                  <a:lnTo>
                    <a:pt x="346825" y="6060636"/>
                  </a:lnTo>
                  <a:lnTo>
                    <a:pt x="346951" y="6060636"/>
                  </a:lnTo>
                  <a:lnTo>
                    <a:pt x="347330" y="6060636"/>
                  </a:lnTo>
                  <a:lnTo>
                    <a:pt x="347583" y="6060636"/>
                  </a:lnTo>
                  <a:lnTo>
                    <a:pt x="347835" y="6060636"/>
                  </a:lnTo>
                  <a:lnTo>
                    <a:pt x="347961" y="6060636"/>
                  </a:lnTo>
                  <a:lnTo>
                    <a:pt x="348088" y="6060636"/>
                  </a:lnTo>
                  <a:lnTo>
                    <a:pt x="348214" y="6060636"/>
                  </a:lnTo>
                  <a:lnTo>
                    <a:pt x="348340" y="6060636"/>
                  </a:lnTo>
                  <a:lnTo>
                    <a:pt x="348466" y="6060636"/>
                  </a:lnTo>
                  <a:lnTo>
                    <a:pt x="348593" y="6060636"/>
                  </a:lnTo>
                  <a:lnTo>
                    <a:pt x="348719" y="6060636"/>
                  </a:lnTo>
                  <a:lnTo>
                    <a:pt x="348845" y="6060636"/>
                  </a:lnTo>
                  <a:lnTo>
                    <a:pt x="348971" y="6060636"/>
                  </a:lnTo>
                  <a:lnTo>
                    <a:pt x="349098" y="6060636"/>
                  </a:lnTo>
                  <a:lnTo>
                    <a:pt x="349224" y="6060636"/>
                  </a:lnTo>
                  <a:lnTo>
                    <a:pt x="349350" y="6060636"/>
                  </a:lnTo>
                  <a:lnTo>
                    <a:pt x="349476" y="6060636"/>
                  </a:lnTo>
                  <a:lnTo>
                    <a:pt x="349603" y="6060636"/>
                  </a:lnTo>
                  <a:lnTo>
                    <a:pt x="349729" y="6060636"/>
                  </a:lnTo>
                  <a:lnTo>
                    <a:pt x="349855" y="6060636"/>
                  </a:lnTo>
                  <a:lnTo>
                    <a:pt x="349981" y="6060636"/>
                  </a:lnTo>
                  <a:lnTo>
                    <a:pt x="350108" y="6060636"/>
                  </a:lnTo>
                  <a:lnTo>
                    <a:pt x="350234" y="6060636"/>
                  </a:lnTo>
                  <a:lnTo>
                    <a:pt x="350360" y="6060636"/>
                  </a:lnTo>
                  <a:lnTo>
                    <a:pt x="350486" y="6060636"/>
                  </a:lnTo>
                  <a:lnTo>
                    <a:pt x="350613" y="6060636"/>
                  </a:lnTo>
                  <a:lnTo>
                    <a:pt x="350739" y="6060636"/>
                  </a:lnTo>
                  <a:lnTo>
                    <a:pt x="350865" y="6060636"/>
                  </a:lnTo>
                  <a:lnTo>
                    <a:pt x="350992" y="6060636"/>
                  </a:lnTo>
                  <a:lnTo>
                    <a:pt x="351118" y="6060636"/>
                  </a:lnTo>
                  <a:lnTo>
                    <a:pt x="351244" y="6060636"/>
                  </a:lnTo>
                  <a:lnTo>
                    <a:pt x="351370" y="6060636"/>
                  </a:lnTo>
                  <a:lnTo>
                    <a:pt x="351497" y="6060636"/>
                  </a:lnTo>
                  <a:lnTo>
                    <a:pt x="351623" y="6060636"/>
                  </a:lnTo>
                  <a:lnTo>
                    <a:pt x="351749" y="6060636"/>
                  </a:lnTo>
                  <a:lnTo>
                    <a:pt x="352002" y="6060636"/>
                  </a:lnTo>
                  <a:lnTo>
                    <a:pt x="352128" y="6060636"/>
                  </a:lnTo>
                  <a:lnTo>
                    <a:pt x="352254" y="6060636"/>
                  </a:lnTo>
                  <a:lnTo>
                    <a:pt x="352380" y="6060636"/>
                  </a:lnTo>
                  <a:lnTo>
                    <a:pt x="352507" y="6060636"/>
                  </a:lnTo>
                  <a:lnTo>
                    <a:pt x="352633" y="6060636"/>
                  </a:lnTo>
                  <a:lnTo>
                    <a:pt x="352885" y="6060636"/>
                  </a:lnTo>
                  <a:lnTo>
                    <a:pt x="352885" y="6055725"/>
                  </a:lnTo>
                  <a:lnTo>
                    <a:pt x="353264" y="6055725"/>
                  </a:lnTo>
                  <a:lnTo>
                    <a:pt x="353517" y="6055725"/>
                  </a:lnTo>
                  <a:lnTo>
                    <a:pt x="353643" y="6055725"/>
                  </a:lnTo>
                  <a:lnTo>
                    <a:pt x="353769" y="6055725"/>
                  </a:lnTo>
                  <a:lnTo>
                    <a:pt x="353895" y="6055725"/>
                  </a:lnTo>
                  <a:lnTo>
                    <a:pt x="354022" y="6055725"/>
                  </a:lnTo>
                  <a:lnTo>
                    <a:pt x="354274" y="6055725"/>
                  </a:lnTo>
                  <a:lnTo>
                    <a:pt x="354400" y="6055725"/>
                  </a:lnTo>
                  <a:lnTo>
                    <a:pt x="354527" y="6055725"/>
                  </a:lnTo>
                  <a:lnTo>
                    <a:pt x="354779" y="6055725"/>
                  </a:lnTo>
                  <a:lnTo>
                    <a:pt x="355032" y="6055725"/>
                  </a:lnTo>
                  <a:lnTo>
                    <a:pt x="355158" y="6055725"/>
                  </a:lnTo>
                  <a:lnTo>
                    <a:pt x="355410" y="6055725"/>
                  </a:lnTo>
                  <a:lnTo>
                    <a:pt x="355537" y="6055725"/>
                  </a:lnTo>
                  <a:lnTo>
                    <a:pt x="355663" y="6055725"/>
                  </a:lnTo>
                  <a:lnTo>
                    <a:pt x="355916" y="6055725"/>
                  </a:lnTo>
                  <a:lnTo>
                    <a:pt x="356042" y="6055725"/>
                  </a:lnTo>
                  <a:lnTo>
                    <a:pt x="356168" y="6055725"/>
                  </a:lnTo>
                  <a:lnTo>
                    <a:pt x="356294" y="6055725"/>
                  </a:lnTo>
                  <a:lnTo>
                    <a:pt x="356421" y="6055725"/>
                  </a:lnTo>
                  <a:lnTo>
                    <a:pt x="356673" y="6055725"/>
                  </a:lnTo>
                  <a:lnTo>
                    <a:pt x="356799" y="6055725"/>
                  </a:lnTo>
                  <a:lnTo>
                    <a:pt x="356926" y="6055725"/>
                  </a:lnTo>
                  <a:lnTo>
                    <a:pt x="357052" y="6055725"/>
                  </a:lnTo>
                  <a:lnTo>
                    <a:pt x="357178" y="6055725"/>
                  </a:lnTo>
                  <a:lnTo>
                    <a:pt x="357304" y="6055725"/>
                  </a:lnTo>
                  <a:lnTo>
                    <a:pt x="357431" y="6055725"/>
                  </a:lnTo>
                  <a:lnTo>
                    <a:pt x="357557" y="6055725"/>
                  </a:lnTo>
                  <a:lnTo>
                    <a:pt x="357683" y="6055725"/>
                  </a:lnTo>
                  <a:lnTo>
                    <a:pt x="357809" y="6055725"/>
                  </a:lnTo>
                  <a:lnTo>
                    <a:pt x="357936" y="6055725"/>
                  </a:lnTo>
                  <a:lnTo>
                    <a:pt x="358062" y="6055725"/>
                  </a:lnTo>
                  <a:lnTo>
                    <a:pt x="358188" y="6055725"/>
                  </a:lnTo>
                  <a:lnTo>
                    <a:pt x="358314" y="6055725"/>
                  </a:lnTo>
                  <a:lnTo>
                    <a:pt x="358441" y="6055725"/>
                  </a:lnTo>
                  <a:lnTo>
                    <a:pt x="358567" y="6055725"/>
                  </a:lnTo>
                  <a:lnTo>
                    <a:pt x="358693" y="6055725"/>
                  </a:lnTo>
                  <a:lnTo>
                    <a:pt x="358819" y="6055725"/>
                  </a:lnTo>
                  <a:lnTo>
                    <a:pt x="358946" y="6055725"/>
                  </a:lnTo>
                  <a:lnTo>
                    <a:pt x="359072" y="6055725"/>
                  </a:lnTo>
                  <a:lnTo>
                    <a:pt x="359198" y="6055725"/>
                  </a:lnTo>
                  <a:lnTo>
                    <a:pt x="359324" y="6050813"/>
                  </a:lnTo>
                  <a:lnTo>
                    <a:pt x="359703" y="6050813"/>
                  </a:lnTo>
                  <a:lnTo>
                    <a:pt x="359829" y="6050813"/>
                  </a:lnTo>
                  <a:lnTo>
                    <a:pt x="359829" y="6045902"/>
                  </a:lnTo>
                  <a:lnTo>
                    <a:pt x="359956" y="6045902"/>
                  </a:lnTo>
                  <a:lnTo>
                    <a:pt x="360208" y="6045902"/>
                  </a:lnTo>
                  <a:lnTo>
                    <a:pt x="360334" y="6045902"/>
                  </a:lnTo>
                  <a:lnTo>
                    <a:pt x="360461" y="6045902"/>
                  </a:lnTo>
                  <a:lnTo>
                    <a:pt x="360587" y="6045902"/>
                  </a:lnTo>
                  <a:lnTo>
                    <a:pt x="360840" y="6045902"/>
                  </a:lnTo>
                  <a:lnTo>
                    <a:pt x="360966" y="6045902"/>
                  </a:lnTo>
                  <a:lnTo>
                    <a:pt x="361092" y="6045902"/>
                  </a:lnTo>
                  <a:lnTo>
                    <a:pt x="361218" y="6045902"/>
                  </a:lnTo>
                  <a:lnTo>
                    <a:pt x="361471" y="6045902"/>
                  </a:lnTo>
                  <a:lnTo>
                    <a:pt x="361597" y="6045902"/>
                  </a:lnTo>
                  <a:lnTo>
                    <a:pt x="361850" y="6045902"/>
                  </a:lnTo>
                  <a:lnTo>
                    <a:pt x="361976" y="6045902"/>
                  </a:lnTo>
                  <a:lnTo>
                    <a:pt x="362228" y="6045902"/>
                  </a:lnTo>
                  <a:lnTo>
                    <a:pt x="362355" y="6045902"/>
                  </a:lnTo>
                  <a:lnTo>
                    <a:pt x="362481" y="6045902"/>
                  </a:lnTo>
                  <a:lnTo>
                    <a:pt x="362607" y="6045902"/>
                  </a:lnTo>
                  <a:lnTo>
                    <a:pt x="362733" y="6045902"/>
                  </a:lnTo>
                  <a:lnTo>
                    <a:pt x="362860" y="6045902"/>
                  </a:lnTo>
                  <a:lnTo>
                    <a:pt x="363617" y="6045902"/>
                  </a:lnTo>
                  <a:lnTo>
                    <a:pt x="363870" y="6040991"/>
                  </a:lnTo>
                  <a:lnTo>
                    <a:pt x="363996" y="6040991"/>
                  </a:lnTo>
                  <a:lnTo>
                    <a:pt x="364122" y="6040991"/>
                  </a:lnTo>
                  <a:lnTo>
                    <a:pt x="364248" y="6040991"/>
                  </a:lnTo>
                  <a:lnTo>
                    <a:pt x="364375" y="6040991"/>
                  </a:lnTo>
                  <a:lnTo>
                    <a:pt x="364501" y="6040991"/>
                  </a:lnTo>
                  <a:lnTo>
                    <a:pt x="364627" y="6040991"/>
                  </a:lnTo>
                  <a:lnTo>
                    <a:pt x="364753" y="6040991"/>
                  </a:lnTo>
                  <a:lnTo>
                    <a:pt x="364880" y="6040991"/>
                  </a:lnTo>
                  <a:lnTo>
                    <a:pt x="365006" y="6040991"/>
                  </a:lnTo>
                  <a:lnTo>
                    <a:pt x="365132" y="6040991"/>
                  </a:lnTo>
                  <a:lnTo>
                    <a:pt x="365258" y="6040991"/>
                  </a:lnTo>
                  <a:lnTo>
                    <a:pt x="365385" y="6040991"/>
                  </a:lnTo>
                  <a:lnTo>
                    <a:pt x="365511" y="6040991"/>
                  </a:lnTo>
                  <a:lnTo>
                    <a:pt x="365637" y="6040991"/>
                  </a:lnTo>
                  <a:lnTo>
                    <a:pt x="365763" y="6040991"/>
                  </a:lnTo>
                  <a:lnTo>
                    <a:pt x="365890" y="6040991"/>
                  </a:lnTo>
                  <a:lnTo>
                    <a:pt x="366016" y="6040991"/>
                  </a:lnTo>
                  <a:lnTo>
                    <a:pt x="366142" y="6040991"/>
                  </a:lnTo>
                  <a:lnTo>
                    <a:pt x="366269" y="6040991"/>
                  </a:lnTo>
                  <a:lnTo>
                    <a:pt x="366395" y="6040991"/>
                  </a:lnTo>
                  <a:lnTo>
                    <a:pt x="366521" y="6040991"/>
                  </a:lnTo>
                  <a:lnTo>
                    <a:pt x="366774" y="6040991"/>
                  </a:lnTo>
                  <a:lnTo>
                    <a:pt x="366900" y="6040991"/>
                  </a:lnTo>
                  <a:lnTo>
                    <a:pt x="367026" y="6040991"/>
                  </a:lnTo>
                  <a:lnTo>
                    <a:pt x="367279" y="6040991"/>
                  </a:lnTo>
                  <a:lnTo>
                    <a:pt x="367405" y="6040991"/>
                  </a:lnTo>
                  <a:lnTo>
                    <a:pt x="367531" y="6040991"/>
                  </a:lnTo>
                  <a:lnTo>
                    <a:pt x="367657" y="6040991"/>
                  </a:lnTo>
                  <a:lnTo>
                    <a:pt x="367784" y="6040991"/>
                  </a:lnTo>
                  <a:lnTo>
                    <a:pt x="368036" y="6040991"/>
                  </a:lnTo>
                  <a:lnTo>
                    <a:pt x="368289" y="6040991"/>
                  </a:lnTo>
                  <a:lnTo>
                    <a:pt x="368415" y="6040991"/>
                  </a:lnTo>
                  <a:lnTo>
                    <a:pt x="368541" y="6040991"/>
                  </a:lnTo>
                  <a:lnTo>
                    <a:pt x="368667" y="6040991"/>
                  </a:lnTo>
                  <a:lnTo>
                    <a:pt x="368920" y="6040991"/>
                  </a:lnTo>
                  <a:lnTo>
                    <a:pt x="369046" y="6040991"/>
                  </a:lnTo>
                  <a:lnTo>
                    <a:pt x="369172" y="6040991"/>
                  </a:lnTo>
                  <a:lnTo>
                    <a:pt x="369425" y="6040991"/>
                  </a:lnTo>
                  <a:lnTo>
                    <a:pt x="369551" y="6040991"/>
                  </a:lnTo>
                  <a:lnTo>
                    <a:pt x="369677" y="6040991"/>
                  </a:lnTo>
                  <a:lnTo>
                    <a:pt x="369804" y="6040991"/>
                  </a:lnTo>
                  <a:lnTo>
                    <a:pt x="369930" y="6040991"/>
                  </a:lnTo>
                  <a:lnTo>
                    <a:pt x="370056" y="6040991"/>
                  </a:lnTo>
                  <a:lnTo>
                    <a:pt x="370309" y="6040991"/>
                  </a:lnTo>
                  <a:lnTo>
                    <a:pt x="370435" y="6040991"/>
                  </a:lnTo>
                  <a:lnTo>
                    <a:pt x="370561" y="6040991"/>
                  </a:lnTo>
                  <a:lnTo>
                    <a:pt x="370687" y="6040991"/>
                  </a:lnTo>
                  <a:lnTo>
                    <a:pt x="370814" y="6040991"/>
                  </a:lnTo>
                  <a:lnTo>
                    <a:pt x="370940" y="6040991"/>
                  </a:lnTo>
                  <a:lnTo>
                    <a:pt x="371066" y="6040991"/>
                  </a:lnTo>
                  <a:lnTo>
                    <a:pt x="371319" y="6040991"/>
                  </a:lnTo>
                  <a:lnTo>
                    <a:pt x="371445" y="6040991"/>
                  </a:lnTo>
                  <a:lnTo>
                    <a:pt x="371698" y="6040991"/>
                  </a:lnTo>
                  <a:lnTo>
                    <a:pt x="371824" y="6040991"/>
                  </a:lnTo>
                  <a:lnTo>
                    <a:pt x="371950" y="6040991"/>
                  </a:lnTo>
                  <a:lnTo>
                    <a:pt x="372076" y="6040991"/>
                  </a:lnTo>
                  <a:lnTo>
                    <a:pt x="372329" y="6040991"/>
                  </a:lnTo>
                  <a:lnTo>
                    <a:pt x="372581" y="6040991"/>
                  </a:lnTo>
                  <a:lnTo>
                    <a:pt x="372834" y="6040991"/>
                  </a:lnTo>
                  <a:lnTo>
                    <a:pt x="372960" y="6040991"/>
                  </a:lnTo>
                  <a:lnTo>
                    <a:pt x="373086" y="6040991"/>
                  </a:lnTo>
                  <a:lnTo>
                    <a:pt x="373213" y="6040991"/>
                  </a:lnTo>
                  <a:lnTo>
                    <a:pt x="373339" y="6040991"/>
                  </a:lnTo>
                  <a:lnTo>
                    <a:pt x="373465" y="6040991"/>
                  </a:lnTo>
                  <a:lnTo>
                    <a:pt x="373591" y="6040991"/>
                  </a:lnTo>
                  <a:lnTo>
                    <a:pt x="373718" y="6040991"/>
                  </a:lnTo>
                  <a:lnTo>
                    <a:pt x="373844" y="6040991"/>
                  </a:lnTo>
                  <a:lnTo>
                    <a:pt x="373970" y="6040991"/>
                  </a:lnTo>
                  <a:lnTo>
                    <a:pt x="374096" y="6040991"/>
                  </a:lnTo>
                  <a:lnTo>
                    <a:pt x="374223" y="6040991"/>
                  </a:lnTo>
                  <a:lnTo>
                    <a:pt x="374349" y="6040991"/>
                  </a:lnTo>
                  <a:lnTo>
                    <a:pt x="374601" y="6040991"/>
                  </a:lnTo>
                  <a:lnTo>
                    <a:pt x="374728" y="6040991"/>
                  </a:lnTo>
                  <a:lnTo>
                    <a:pt x="374854" y="6040991"/>
                  </a:lnTo>
                  <a:lnTo>
                    <a:pt x="374980" y="6040991"/>
                  </a:lnTo>
                  <a:lnTo>
                    <a:pt x="375106" y="6040991"/>
                  </a:lnTo>
                  <a:lnTo>
                    <a:pt x="375233" y="6040991"/>
                  </a:lnTo>
                  <a:lnTo>
                    <a:pt x="375359" y="6040991"/>
                  </a:lnTo>
                  <a:lnTo>
                    <a:pt x="375485" y="6040991"/>
                  </a:lnTo>
                  <a:lnTo>
                    <a:pt x="375611" y="6040991"/>
                  </a:lnTo>
                  <a:lnTo>
                    <a:pt x="375738" y="6040991"/>
                  </a:lnTo>
                  <a:lnTo>
                    <a:pt x="375864" y="6040991"/>
                  </a:lnTo>
                  <a:lnTo>
                    <a:pt x="375990" y="6040991"/>
                  </a:lnTo>
                  <a:lnTo>
                    <a:pt x="376116" y="6040991"/>
                  </a:lnTo>
                  <a:lnTo>
                    <a:pt x="376243" y="6040991"/>
                  </a:lnTo>
                  <a:lnTo>
                    <a:pt x="376369" y="6040991"/>
                  </a:lnTo>
                  <a:lnTo>
                    <a:pt x="376495" y="6040991"/>
                  </a:lnTo>
                  <a:lnTo>
                    <a:pt x="376622" y="6040991"/>
                  </a:lnTo>
                  <a:lnTo>
                    <a:pt x="376748" y="6040991"/>
                  </a:lnTo>
                  <a:lnTo>
                    <a:pt x="376874" y="6040991"/>
                  </a:lnTo>
                  <a:lnTo>
                    <a:pt x="377000" y="6040991"/>
                  </a:lnTo>
                  <a:lnTo>
                    <a:pt x="377127" y="6040991"/>
                  </a:lnTo>
                  <a:lnTo>
                    <a:pt x="377253" y="6040991"/>
                  </a:lnTo>
                  <a:lnTo>
                    <a:pt x="377379" y="6040991"/>
                  </a:lnTo>
                  <a:lnTo>
                    <a:pt x="377505" y="6040991"/>
                  </a:lnTo>
                  <a:lnTo>
                    <a:pt x="377632" y="6040991"/>
                  </a:lnTo>
                  <a:lnTo>
                    <a:pt x="377758" y="6040991"/>
                  </a:lnTo>
                  <a:lnTo>
                    <a:pt x="377884" y="6040991"/>
                  </a:lnTo>
                  <a:lnTo>
                    <a:pt x="378137" y="6040991"/>
                  </a:lnTo>
                  <a:lnTo>
                    <a:pt x="378263" y="6040991"/>
                  </a:lnTo>
                  <a:lnTo>
                    <a:pt x="378389" y="6040991"/>
                  </a:lnTo>
                  <a:lnTo>
                    <a:pt x="378642" y="6040991"/>
                  </a:lnTo>
                  <a:lnTo>
                    <a:pt x="378768" y="6040991"/>
                  </a:lnTo>
                  <a:lnTo>
                    <a:pt x="379147" y="6040991"/>
                  </a:lnTo>
                  <a:lnTo>
                    <a:pt x="379273" y="6040991"/>
                  </a:lnTo>
                  <a:lnTo>
                    <a:pt x="379399" y="6040991"/>
                  </a:lnTo>
                  <a:lnTo>
                    <a:pt x="379652" y="6040991"/>
                  </a:lnTo>
                  <a:lnTo>
                    <a:pt x="379778" y="6040991"/>
                  </a:lnTo>
                  <a:lnTo>
                    <a:pt x="379904" y="6040991"/>
                  </a:lnTo>
                  <a:lnTo>
                    <a:pt x="380030" y="6040991"/>
                  </a:lnTo>
                  <a:lnTo>
                    <a:pt x="380283" y="6040991"/>
                  </a:lnTo>
                  <a:lnTo>
                    <a:pt x="380409" y="6040991"/>
                  </a:lnTo>
                  <a:lnTo>
                    <a:pt x="380535" y="6040991"/>
                  </a:lnTo>
                  <a:lnTo>
                    <a:pt x="380662" y="6040991"/>
                  </a:lnTo>
                  <a:lnTo>
                    <a:pt x="380788" y="6040991"/>
                  </a:lnTo>
                  <a:lnTo>
                    <a:pt x="380914" y="6040991"/>
                  </a:lnTo>
                  <a:lnTo>
                    <a:pt x="381040" y="6040991"/>
                  </a:lnTo>
                  <a:lnTo>
                    <a:pt x="381167" y="6040991"/>
                  </a:lnTo>
                  <a:lnTo>
                    <a:pt x="381293" y="6040991"/>
                  </a:lnTo>
                  <a:lnTo>
                    <a:pt x="381419" y="6040991"/>
                  </a:lnTo>
                  <a:lnTo>
                    <a:pt x="381419" y="6036079"/>
                  </a:lnTo>
                  <a:lnTo>
                    <a:pt x="381546" y="6036079"/>
                  </a:lnTo>
                  <a:lnTo>
                    <a:pt x="381672" y="6036079"/>
                  </a:lnTo>
                  <a:lnTo>
                    <a:pt x="381798" y="6036079"/>
                  </a:lnTo>
                  <a:lnTo>
                    <a:pt x="381924" y="6036079"/>
                  </a:lnTo>
                  <a:lnTo>
                    <a:pt x="382051" y="6036079"/>
                  </a:lnTo>
                  <a:lnTo>
                    <a:pt x="382177" y="6036079"/>
                  </a:lnTo>
                  <a:lnTo>
                    <a:pt x="382303" y="6036079"/>
                  </a:lnTo>
                  <a:lnTo>
                    <a:pt x="382429" y="6036079"/>
                  </a:lnTo>
                  <a:lnTo>
                    <a:pt x="382682" y="6036079"/>
                  </a:lnTo>
                  <a:lnTo>
                    <a:pt x="382808" y="6036079"/>
                  </a:lnTo>
                  <a:lnTo>
                    <a:pt x="382934" y="6036079"/>
                  </a:lnTo>
                  <a:lnTo>
                    <a:pt x="383187" y="6036079"/>
                  </a:lnTo>
                  <a:lnTo>
                    <a:pt x="383313" y="6036079"/>
                  </a:lnTo>
                  <a:lnTo>
                    <a:pt x="383439" y="6036079"/>
                  </a:lnTo>
                  <a:lnTo>
                    <a:pt x="383566" y="6036079"/>
                  </a:lnTo>
                  <a:lnTo>
                    <a:pt x="383692" y="6036079"/>
                  </a:lnTo>
                  <a:lnTo>
                    <a:pt x="383818" y="6036079"/>
                  </a:lnTo>
                  <a:lnTo>
                    <a:pt x="384071" y="6036079"/>
                  </a:lnTo>
                  <a:lnTo>
                    <a:pt x="384197" y="6036079"/>
                  </a:lnTo>
                  <a:lnTo>
                    <a:pt x="384323" y="6036079"/>
                  </a:lnTo>
                  <a:lnTo>
                    <a:pt x="384449" y="6036079"/>
                  </a:lnTo>
                  <a:lnTo>
                    <a:pt x="384702" y="6036079"/>
                  </a:lnTo>
                  <a:lnTo>
                    <a:pt x="384828" y="6036079"/>
                  </a:lnTo>
                  <a:lnTo>
                    <a:pt x="385207" y="6036079"/>
                  </a:lnTo>
                  <a:lnTo>
                    <a:pt x="385333" y="6036079"/>
                  </a:lnTo>
                  <a:lnTo>
                    <a:pt x="385459" y="6036079"/>
                  </a:lnTo>
                  <a:lnTo>
                    <a:pt x="385586" y="6036079"/>
                  </a:lnTo>
                  <a:lnTo>
                    <a:pt x="385712" y="6036079"/>
                  </a:lnTo>
                  <a:lnTo>
                    <a:pt x="385838" y="6036079"/>
                  </a:lnTo>
                  <a:lnTo>
                    <a:pt x="385964" y="6036079"/>
                  </a:lnTo>
                  <a:lnTo>
                    <a:pt x="386091" y="6036079"/>
                  </a:lnTo>
                  <a:lnTo>
                    <a:pt x="386217" y="6036079"/>
                  </a:lnTo>
                  <a:lnTo>
                    <a:pt x="386343" y="6036079"/>
                  </a:lnTo>
                  <a:lnTo>
                    <a:pt x="386469" y="6036079"/>
                  </a:lnTo>
                  <a:lnTo>
                    <a:pt x="386596" y="6036079"/>
                  </a:lnTo>
                  <a:lnTo>
                    <a:pt x="386722" y="6036079"/>
                  </a:lnTo>
                  <a:lnTo>
                    <a:pt x="386848" y="6036079"/>
                  </a:lnTo>
                  <a:lnTo>
                    <a:pt x="386975" y="6036079"/>
                  </a:lnTo>
                  <a:lnTo>
                    <a:pt x="387101" y="6036079"/>
                  </a:lnTo>
                  <a:lnTo>
                    <a:pt x="387353" y="6036079"/>
                  </a:lnTo>
                  <a:lnTo>
                    <a:pt x="387480" y="6036079"/>
                  </a:lnTo>
                  <a:lnTo>
                    <a:pt x="387606" y="6036079"/>
                  </a:lnTo>
                  <a:lnTo>
                    <a:pt x="387858" y="6036079"/>
                  </a:lnTo>
                  <a:lnTo>
                    <a:pt x="388111" y="6036079"/>
                  </a:lnTo>
                  <a:lnTo>
                    <a:pt x="388111" y="6031168"/>
                  </a:lnTo>
                  <a:lnTo>
                    <a:pt x="388237" y="6031168"/>
                  </a:lnTo>
                  <a:lnTo>
                    <a:pt x="388616" y="6031168"/>
                  </a:lnTo>
                  <a:lnTo>
                    <a:pt x="388742" y="6031168"/>
                  </a:lnTo>
                  <a:lnTo>
                    <a:pt x="388868" y="6031168"/>
                  </a:lnTo>
                  <a:lnTo>
                    <a:pt x="388995" y="6031168"/>
                  </a:lnTo>
                  <a:lnTo>
                    <a:pt x="389121" y="6031168"/>
                  </a:lnTo>
                  <a:lnTo>
                    <a:pt x="389121" y="6026257"/>
                  </a:lnTo>
                  <a:lnTo>
                    <a:pt x="389247" y="6026257"/>
                  </a:lnTo>
                  <a:lnTo>
                    <a:pt x="389373" y="6026257"/>
                  </a:lnTo>
                  <a:lnTo>
                    <a:pt x="389626" y="6026257"/>
                  </a:lnTo>
                  <a:lnTo>
                    <a:pt x="389752" y="6026257"/>
                  </a:lnTo>
                  <a:lnTo>
                    <a:pt x="389878" y="6026257"/>
                  </a:lnTo>
                  <a:lnTo>
                    <a:pt x="390005" y="6026257"/>
                  </a:lnTo>
                  <a:lnTo>
                    <a:pt x="390131" y="6026257"/>
                  </a:lnTo>
                  <a:lnTo>
                    <a:pt x="390257" y="6026257"/>
                  </a:lnTo>
                  <a:lnTo>
                    <a:pt x="390383" y="6026257"/>
                  </a:lnTo>
                  <a:lnTo>
                    <a:pt x="390510" y="6026257"/>
                  </a:lnTo>
                  <a:lnTo>
                    <a:pt x="390762" y="6026257"/>
                  </a:lnTo>
                  <a:lnTo>
                    <a:pt x="390888" y="6026257"/>
                  </a:lnTo>
                  <a:lnTo>
                    <a:pt x="391015" y="6026257"/>
                  </a:lnTo>
                  <a:lnTo>
                    <a:pt x="391141" y="6026257"/>
                  </a:lnTo>
                  <a:lnTo>
                    <a:pt x="391267" y="6026257"/>
                  </a:lnTo>
                  <a:lnTo>
                    <a:pt x="391520" y="6026257"/>
                  </a:lnTo>
                  <a:lnTo>
                    <a:pt x="391646" y="6026257"/>
                  </a:lnTo>
                  <a:lnTo>
                    <a:pt x="391772" y="6026257"/>
                  </a:lnTo>
                  <a:lnTo>
                    <a:pt x="392025" y="6026257"/>
                  </a:lnTo>
                  <a:lnTo>
                    <a:pt x="392151" y="6026257"/>
                  </a:lnTo>
                  <a:lnTo>
                    <a:pt x="392151" y="6021345"/>
                  </a:lnTo>
                  <a:lnTo>
                    <a:pt x="392404" y="6021345"/>
                  </a:lnTo>
                  <a:lnTo>
                    <a:pt x="392530" y="6021345"/>
                  </a:lnTo>
                  <a:lnTo>
                    <a:pt x="392656" y="6021345"/>
                  </a:lnTo>
                  <a:lnTo>
                    <a:pt x="392782" y="6021345"/>
                  </a:lnTo>
                  <a:lnTo>
                    <a:pt x="392909" y="6021345"/>
                  </a:lnTo>
                  <a:lnTo>
                    <a:pt x="393035" y="6021345"/>
                  </a:lnTo>
                  <a:lnTo>
                    <a:pt x="393161" y="6021345"/>
                  </a:lnTo>
                  <a:lnTo>
                    <a:pt x="393287" y="6021345"/>
                  </a:lnTo>
                  <a:lnTo>
                    <a:pt x="393414" y="6021345"/>
                  </a:lnTo>
                  <a:lnTo>
                    <a:pt x="393540" y="6021345"/>
                  </a:lnTo>
                  <a:lnTo>
                    <a:pt x="393666" y="6021345"/>
                  </a:lnTo>
                  <a:lnTo>
                    <a:pt x="393666" y="6016434"/>
                  </a:lnTo>
                  <a:lnTo>
                    <a:pt x="393919" y="6016434"/>
                  </a:lnTo>
                  <a:lnTo>
                    <a:pt x="394045" y="6016434"/>
                  </a:lnTo>
                  <a:lnTo>
                    <a:pt x="394171" y="6016434"/>
                  </a:lnTo>
                  <a:lnTo>
                    <a:pt x="394297" y="6016434"/>
                  </a:lnTo>
                  <a:lnTo>
                    <a:pt x="394424" y="6016434"/>
                  </a:lnTo>
                  <a:lnTo>
                    <a:pt x="394550" y="6016434"/>
                  </a:lnTo>
                  <a:lnTo>
                    <a:pt x="394676" y="6016434"/>
                  </a:lnTo>
                  <a:lnTo>
                    <a:pt x="394802" y="6016434"/>
                  </a:lnTo>
                  <a:lnTo>
                    <a:pt x="394929" y="6016434"/>
                  </a:lnTo>
                  <a:lnTo>
                    <a:pt x="395055" y="6016434"/>
                  </a:lnTo>
                  <a:lnTo>
                    <a:pt x="395181" y="6016434"/>
                  </a:lnTo>
                  <a:lnTo>
                    <a:pt x="395307" y="6016434"/>
                  </a:lnTo>
                  <a:lnTo>
                    <a:pt x="395560" y="6016434"/>
                  </a:lnTo>
                  <a:lnTo>
                    <a:pt x="395686" y="6016434"/>
                  </a:lnTo>
                  <a:lnTo>
                    <a:pt x="395812" y="6016434"/>
                  </a:lnTo>
                  <a:lnTo>
                    <a:pt x="395939" y="6016434"/>
                  </a:lnTo>
                  <a:lnTo>
                    <a:pt x="396065" y="6016434"/>
                  </a:lnTo>
                  <a:lnTo>
                    <a:pt x="396191" y="6016434"/>
                  </a:lnTo>
                  <a:lnTo>
                    <a:pt x="396317" y="6016434"/>
                  </a:lnTo>
                  <a:lnTo>
                    <a:pt x="396570" y="6016434"/>
                  </a:lnTo>
                  <a:lnTo>
                    <a:pt x="396696" y="6016434"/>
                  </a:lnTo>
                  <a:lnTo>
                    <a:pt x="396822" y="6016434"/>
                  </a:lnTo>
                  <a:lnTo>
                    <a:pt x="396949" y="6016434"/>
                  </a:lnTo>
                  <a:lnTo>
                    <a:pt x="397075" y="6016434"/>
                  </a:lnTo>
                  <a:lnTo>
                    <a:pt x="397328" y="6016434"/>
                  </a:lnTo>
                  <a:lnTo>
                    <a:pt x="397454" y="6016434"/>
                  </a:lnTo>
                  <a:lnTo>
                    <a:pt x="397580" y="6016434"/>
                  </a:lnTo>
                  <a:lnTo>
                    <a:pt x="397706" y="6016434"/>
                  </a:lnTo>
                  <a:lnTo>
                    <a:pt x="397833" y="6016434"/>
                  </a:lnTo>
                  <a:lnTo>
                    <a:pt x="397959" y="6016434"/>
                  </a:lnTo>
                  <a:lnTo>
                    <a:pt x="398338" y="6016434"/>
                  </a:lnTo>
                  <a:lnTo>
                    <a:pt x="398464" y="6016434"/>
                  </a:lnTo>
                  <a:lnTo>
                    <a:pt x="398590" y="6016434"/>
                  </a:lnTo>
                  <a:lnTo>
                    <a:pt x="398716" y="6016434"/>
                  </a:lnTo>
                  <a:lnTo>
                    <a:pt x="398843" y="6016434"/>
                  </a:lnTo>
                  <a:lnTo>
                    <a:pt x="398969" y="6016434"/>
                  </a:lnTo>
                  <a:lnTo>
                    <a:pt x="399095" y="6016434"/>
                  </a:lnTo>
                  <a:lnTo>
                    <a:pt x="399221" y="6016434"/>
                  </a:lnTo>
                  <a:lnTo>
                    <a:pt x="399474" y="6016434"/>
                  </a:lnTo>
                  <a:lnTo>
                    <a:pt x="399600" y="6016434"/>
                  </a:lnTo>
                  <a:lnTo>
                    <a:pt x="399726" y="6016434"/>
                  </a:lnTo>
                  <a:lnTo>
                    <a:pt x="399853" y="6016434"/>
                  </a:lnTo>
                  <a:lnTo>
                    <a:pt x="400105" y="6016434"/>
                  </a:lnTo>
                  <a:lnTo>
                    <a:pt x="400231" y="6016434"/>
                  </a:lnTo>
                  <a:lnTo>
                    <a:pt x="400358" y="6016434"/>
                  </a:lnTo>
                  <a:lnTo>
                    <a:pt x="400484" y="6016434"/>
                  </a:lnTo>
                  <a:lnTo>
                    <a:pt x="400610" y="6016434"/>
                  </a:lnTo>
                  <a:lnTo>
                    <a:pt x="400610" y="6011522"/>
                  </a:lnTo>
                  <a:lnTo>
                    <a:pt x="400863" y="6011522"/>
                  </a:lnTo>
                  <a:lnTo>
                    <a:pt x="400989" y="6011522"/>
                  </a:lnTo>
                  <a:lnTo>
                    <a:pt x="401115" y="6011522"/>
                  </a:lnTo>
                  <a:lnTo>
                    <a:pt x="401241" y="6011522"/>
                  </a:lnTo>
                  <a:lnTo>
                    <a:pt x="401368" y="6011522"/>
                  </a:lnTo>
                  <a:lnTo>
                    <a:pt x="401494" y="6011522"/>
                  </a:lnTo>
                  <a:lnTo>
                    <a:pt x="401620" y="6011522"/>
                  </a:lnTo>
                  <a:lnTo>
                    <a:pt x="402504" y="6011522"/>
                  </a:lnTo>
                  <a:lnTo>
                    <a:pt x="402630" y="6011522"/>
                  </a:lnTo>
                  <a:lnTo>
                    <a:pt x="402757" y="6011522"/>
                  </a:lnTo>
                  <a:lnTo>
                    <a:pt x="402883" y="6011522"/>
                  </a:lnTo>
                  <a:lnTo>
                    <a:pt x="403135" y="6011522"/>
                  </a:lnTo>
                  <a:lnTo>
                    <a:pt x="403262" y="6011522"/>
                  </a:lnTo>
                  <a:lnTo>
                    <a:pt x="403388" y="6011522"/>
                  </a:lnTo>
                  <a:lnTo>
                    <a:pt x="403514" y="6011522"/>
                  </a:lnTo>
                  <a:lnTo>
                    <a:pt x="403640" y="6011522"/>
                  </a:lnTo>
                  <a:lnTo>
                    <a:pt x="403767" y="6011522"/>
                  </a:lnTo>
                  <a:lnTo>
                    <a:pt x="403893" y="6011522"/>
                  </a:lnTo>
                  <a:lnTo>
                    <a:pt x="404019" y="6011522"/>
                  </a:lnTo>
                  <a:lnTo>
                    <a:pt x="404145" y="6011522"/>
                  </a:lnTo>
                  <a:lnTo>
                    <a:pt x="404272" y="6011522"/>
                  </a:lnTo>
                  <a:lnTo>
                    <a:pt x="404398" y="6011522"/>
                  </a:lnTo>
                  <a:lnTo>
                    <a:pt x="404524" y="6011522"/>
                  </a:lnTo>
                  <a:lnTo>
                    <a:pt x="404650" y="6011522"/>
                  </a:lnTo>
                  <a:lnTo>
                    <a:pt x="404777" y="6011522"/>
                  </a:lnTo>
                  <a:lnTo>
                    <a:pt x="404903" y="6011522"/>
                  </a:lnTo>
                  <a:lnTo>
                    <a:pt x="405029" y="6011522"/>
                  </a:lnTo>
                  <a:lnTo>
                    <a:pt x="405282" y="6011522"/>
                  </a:lnTo>
                  <a:lnTo>
                    <a:pt x="405408" y="6011522"/>
                  </a:lnTo>
                  <a:lnTo>
                    <a:pt x="405534" y="6011522"/>
                  </a:lnTo>
                  <a:lnTo>
                    <a:pt x="405660" y="6011522"/>
                  </a:lnTo>
                  <a:lnTo>
                    <a:pt x="405787" y="6011522"/>
                  </a:lnTo>
                  <a:lnTo>
                    <a:pt x="405913" y="6011522"/>
                  </a:lnTo>
                  <a:lnTo>
                    <a:pt x="406165" y="6011522"/>
                  </a:lnTo>
                  <a:lnTo>
                    <a:pt x="406292" y="6011522"/>
                  </a:lnTo>
                  <a:lnTo>
                    <a:pt x="406544" y="6011522"/>
                  </a:lnTo>
                  <a:lnTo>
                    <a:pt x="406670" y="6011522"/>
                  </a:lnTo>
                  <a:lnTo>
                    <a:pt x="406797" y="6011522"/>
                  </a:lnTo>
                  <a:lnTo>
                    <a:pt x="406923" y="6011522"/>
                  </a:lnTo>
                  <a:lnTo>
                    <a:pt x="407175" y="6011522"/>
                  </a:lnTo>
                  <a:lnTo>
                    <a:pt x="407302" y="6011522"/>
                  </a:lnTo>
                  <a:lnTo>
                    <a:pt x="407428" y="6011522"/>
                  </a:lnTo>
                  <a:lnTo>
                    <a:pt x="407554" y="6011522"/>
                  </a:lnTo>
                  <a:lnTo>
                    <a:pt x="407681" y="6011522"/>
                  </a:lnTo>
                  <a:lnTo>
                    <a:pt x="407807" y="6011522"/>
                  </a:lnTo>
                  <a:lnTo>
                    <a:pt x="407933" y="6011522"/>
                  </a:lnTo>
                  <a:lnTo>
                    <a:pt x="408059" y="6011522"/>
                  </a:lnTo>
                  <a:lnTo>
                    <a:pt x="408186" y="6011522"/>
                  </a:lnTo>
                  <a:lnTo>
                    <a:pt x="408312" y="6011522"/>
                  </a:lnTo>
                  <a:lnTo>
                    <a:pt x="408438" y="6011522"/>
                  </a:lnTo>
                  <a:lnTo>
                    <a:pt x="408564" y="6011522"/>
                  </a:lnTo>
                  <a:lnTo>
                    <a:pt x="408691" y="6011522"/>
                  </a:lnTo>
                  <a:lnTo>
                    <a:pt x="408817" y="6011522"/>
                  </a:lnTo>
                  <a:lnTo>
                    <a:pt x="408943" y="6011522"/>
                  </a:lnTo>
                  <a:lnTo>
                    <a:pt x="409069" y="6011522"/>
                  </a:lnTo>
                  <a:lnTo>
                    <a:pt x="409196" y="6011522"/>
                  </a:lnTo>
                  <a:lnTo>
                    <a:pt x="409322" y="6011522"/>
                  </a:lnTo>
                  <a:lnTo>
                    <a:pt x="409448" y="6011522"/>
                  </a:lnTo>
                  <a:lnTo>
                    <a:pt x="409574" y="6011522"/>
                  </a:lnTo>
                  <a:lnTo>
                    <a:pt x="409701" y="6011522"/>
                  </a:lnTo>
                  <a:lnTo>
                    <a:pt x="409827" y="6011522"/>
                  </a:lnTo>
                  <a:lnTo>
                    <a:pt x="409953" y="6011522"/>
                  </a:lnTo>
                  <a:lnTo>
                    <a:pt x="410206" y="6011522"/>
                  </a:lnTo>
                  <a:lnTo>
                    <a:pt x="410332" y="6011522"/>
                  </a:lnTo>
                  <a:lnTo>
                    <a:pt x="410458" y="6011522"/>
                  </a:lnTo>
                  <a:lnTo>
                    <a:pt x="410584" y="6011522"/>
                  </a:lnTo>
                  <a:lnTo>
                    <a:pt x="410837" y="6011522"/>
                  </a:lnTo>
                  <a:lnTo>
                    <a:pt x="410963" y="6011522"/>
                  </a:lnTo>
                  <a:lnTo>
                    <a:pt x="411216" y="6011522"/>
                  </a:lnTo>
                  <a:lnTo>
                    <a:pt x="411342" y="6011522"/>
                  </a:lnTo>
                  <a:lnTo>
                    <a:pt x="411468" y="6011522"/>
                  </a:lnTo>
                  <a:lnTo>
                    <a:pt x="411721" y="6011522"/>
                  </a:lnTo>
                  <a:lnTo>
                    <a:pt x="411973" y="6011522"/>
                  </a:lnTo>
                  <a:lnTo>
                    <a:pt x="412099" y="6011522"/>
                  </a:lnTo>
                  <a:lnTo>
                    <a:pt x="412226" y="6011522"/>
                  </a:lnTo>
                  <a:lnTo>
                    <a:pt x="412352" y="6011522"/>
                  </a:lnTo>
                  <a:lnTo>
                    <a:pt x="412478" y="6011522"/>
                  </a:lnTo>
                  <a:lnTo>
                    <a:pt x="412605" y="6011522"/>
                  </a:lnTo>
                  <a:lnTo>
                    <a:pt x="412731" y="6011522"/>
                  </a:lnTo>
                  <a:lnTo>
                    <a:pt x="412857" y="6011522"/>
                  </a:lnTo>
                  <a:lnTo>
                    <a:pt x="412983" y="6011522"/>
                  </a:lnTo>
                  <a:lnTo>
                    <a:pt x="413110" y="6011522"/>
                  </a:lnTo>
                  <a:lnTo>
                    <a:pt x="413236" y="6011522"/>
                  </a:lnTo>
                  <a:lnTo>
                    <a:pt x="413362" y="6011522"/>
                  </a:lnTo>
                  <a:lnTo>
                    <a:pt x="413488" y="6011522"/>
                  </a:lnTo>
                  <a:lnTo>
                    <a:pt x="413615" y="6011522"/>
                  </a:lnTo>
                  <a:lnTo>
                    <a:pt x="413741" y="6011522"/>
                  </a:lnTo>
                  <a:lnTo>
                    <a:pt x="413867" y="6011522"/>
                  </a:lnTo>
                  <a:lnTo>
                    <a:pt x="413993" y="6011522"/>
                  </a:lnTo>
                  <a:lnTo>
                    <a:pt x="414120" y="6011522"/>
                  </a:lnTo>
                  <a:lnTo>
                    <a:pt x="414246" y="6011522"/>
                  </a:lnTo>
                  <a:lnTo>
                    <a:pt x="414498" y="6011522"/>
                  </a:lnTo>
                  <a:lnTo>
                    <a:pt x="414625" y="6011522"/>
                  </a:lnTo>
                  <a:lnTo>
                    <a:pt x="414751" y="6011522"/>
                  </a:lnTo>
                  <a:lnTo>
                    <a:pt x="414877" y="6011522"/>
                  </a:lnTo>
                  <a:lnTo>
                    <a:pt x="415003" y="6011522"/>
                  </a:lnTo>
                  <a:lnTo>
                    <a:pt x="415130" y="6011522"/>
                  </a:lnTo>
                  <a:lnTo>
                    <a:pt x="415256" y="6011522"/>
                  </a:lnTo>
                  <a:lnTo>
                    <a:pt x="415382" y="6011522"/>
                  </a:lnTo>
                  <a:lnTo>
                    <a:pt x="415761" y="6011522"/>
                  </a:lnTo>
                  <a:lnTo>
                    <a:pt x="415887" y="6011522"/>
                  </a:lnTo>
                  <a:lnTo>
                    <a:pt x="416013" y="6011522"/>
                  </a:lnTo>
                  <a:lnTo>
                    <a:pt x="416140" y="6011522"/>
                  </a:lnTo>
                  <a:lnTo>
                    <a:pt x="416266" y="6011522"/>
                  </a:lnTo>
                  <a:lnTo>
                    <a:pt x="416645" y="6011522"/>
                  </a:lnTo>
                  <a:lnTo>
                    <a:pt x="416771" y="6011522"/>
                  </a:lnTo>
                  <a:lnTo>
                    <a:pt x="416897" y="6011522"/>
                  </a:lnTo>
                  <a:lnTo>
                    <a:pt x="417023" y="6011522"/>
                  </a:lnTo>
                  <a:lnTo>
                    <a:pt x="417150" y="6011522"/>
                  </a:lnTo>
                  <a:lnTo>
                    <a:pt x="417276" y="6011522"/>
                  </a:lnTo>
                  <a:lnTo>
                    <a:pt x="417402" y="6011522"/>
                  </a:lnTo>
                  <a:lnTo>
                    <a:pt x="417529" y="6011522"/>
                  </a:lnTo>
                  <a:lnTo>
                    <a:pt x="417655" y="6011522"/>
                  </a:lnTo>
                  <a:lnTo>
                    <a:pt x="417781" y="6011522"/>
                  </a:lnTo>
                  <a:lnTo>
                    <a:pt x="417907" y="6011522"/>
                  </a:lnTo>
                  <a:lnTo>
                    <a:pt x="418034" y="6011522"/>
                  </a:lnTo>
                  <a:lnTo>
                    <a:pt x="418412" y="6011522"/>
                  </a:lnTo>
                  <a:lnTo>
                    <a:pt x="418539" y="6011522"/>
                  </a:lnTo>
                  <a:lnTo>
                    <a:pt x="418665" y="6011522"/>
                  </a:lnTo>
                  <a:lnTo>
                    <a:pt x="418791" y="6011522"/>
                  </a:lnTo>
                  <a:lnTo>
                    <a:pt x="418917" y="6011522"/>
                  </a:lnTo>
                  <a:lnTo>
                    <a:pt x="419044" y="6011522"/>
                  </a:lnTo>
                  <a:lnTo>
                    <a:pt x="419170" y="6011522"/>
                  </a:lnTo>
                  <a:lnTo>
                    <a:pt x="419422" y="6011522"/>
                  </a:lnTo>
                  <a:lnTo>
                    <a:pt x="419801" y="6006611"/>
                  </a:lnTo>
                  <a:lnTo>
                    <a:pt x="419927" y="6006611"/>
                  </a:lnTo>
                  <a:lnTo>
                    <a:pt x="420054" y="6006611"/>
                  </a:lnTo>
                  <a:lnTo>
                    <a:pt x="420180" y="6006611"/>
                  </a:lnTo>
                  <a:lnTo>
                    <a:pt x="420432" y="6006611"/>
                  </a:lnTo>
                  <a:lnTo>
                    <a:pt x="420559" y="6006611"/>
                  </a:lnTo>
                  <a:lnTo>
                    <a:pt x="420685" y="6006611"/>
                  </a:lnTo>
                  <a:lnTo>
                    <a:pt x="420811" y="6006611"/>
                  </a:lnTo>
                  <a:lnTo>
                    <a:pt x="420937" y="6006611"/>
                  </a:lnTo>
                  <a:lnTo>
                    <a:pt x="421064" y="6006611"/>
                  </a:lnTo>
                  <a:lnTo>
                    <a:pt x="421190" y="6006611"/>
                  </a:lnTo>
                  <a:lnTo>
                    <a:pt x="421316" y="6006611"/>
                  </a:lnTo>
                  <a:lnTo>
                    <a:pt x="421442" y="6006611"/>
                  </a:lnTo>
                  <a:lnTo>
                    <a:pt x="421569" y="6006611"/>
                  </a:lnTo>
                  <a:lnTo>
                    <a:pt x="421821" y="6006611"/>
                  </a:lnTo>
                  <a:lnTo>
                    <a:pt x="421947" y="6006611"/>
                  </a:lnTo>
                  <a:lnTo>
                    <a:pt x="422074" y="6006611"/>
                  </a:lnTo>
                  <a:lnTo>
                    <a:pt x="422200" y="6006611"/>
                  </a:lnTo>
                  <a:lnTo>
                    <a:pt x="422326" y="6006611"/>
                  </a:lnTo>
                  <a:lnTo>
                    <a:pt x="422452" y="6006611"/>
                  </a:lnTo>
                  <a:lnTo>
                    <a:pt x="422579" y="6006611"/>
                  </a:lnTo>
                  <a:lnTo>
                    <a:pt x="422705" y="6006611"/>
                  </a:lnTo>
                  <a:lnTo>
                    <a:pt x="422958" y="6006611"/>
                  </a:lnTo>
                  <a:lnTo>
                    <a:pt x="423084" y="6006611"/>
                  </a:lnTo>
                  <a:lnTo>
                    <a:pt x="423210" y="6006611"/>
                  </a:lnTo>
                  <a:lnTo>
                    <a:pt x="423336" y="6006611"/>
                  </a:lnTo>
                  <a:lnTo>
                    <a:pt x="423589" y="6006611"/>
                  </a:lnTo>
                  <a:lnTo>
                    <a:pt x="423968" y="6006611"/>
                  </a:lnTo>
                  <a:lnTo>
                    <a:pt x="424094" y="6006611"/>
                  </a:lnTo>
                  <a:lnTo>
                    <a:pt x="424220" y="6006611"/>
                  </a:lnTo>
                  <a:lnTo>
                    <a:pt x="424346" y="6006611"/>
                  </a:lnTo>
                  <a:lnTo>
                    <a:pt x="424346" y="6001700"/>
                  </a:lnTo>
                  <a:lnTo>
                    <a:pt x="424473" y="6001700"/>
                  </a:lnTo>
                  <a:lnTo>
                    <a:pt x="424599" y="6001700"/>
                  </a:lnTo>
                  <a:lnTo>
                    <a:pt x="424725" y="6001700"/>
                  </a:lnTo>
                  <a:lnTo>
                    <a:pt x="424851" y="6001700"/>
                  </a:lnTo>
                  <a:lnTo>
                    <a:pt x="424978" y="6001700"/>
                  </a:lnTo>
                  <a:lnTo>
                    <a:pt x="425104" y="6001700"/>
                  </a:lnTo>
                  <a:lnTo>
                    <a:pt x="425230" y="6001700"/>
                  </a:lnTo>
                  <a:lnTo>
                    <a:pt x="425483" y="6001700"/>
                  </a:lnTo>
                  <a:lnTo>
                    <a:pt x="425735" y="6001700"/>
                  </a:lnTo>
                  <a:lnTo>
                    <a:pt x="425988" y="6001700"/>
                  </a:lnTo>
                  <a:lnTo>
                    <a:pt x="426114" y="6001700"/>
                  </a:lnTo>
                  <a:lnTo>
                    <a:pt x="426240" y="6001700"/>
                  </a:lnTo>
                  <a:lnTo>
                    <a:pt x="426366" y="6001700"/>
                  </a:lnTo>
                  <a:lnTo>
                    <a:pt x="426493" y="6001700"/>
                  </a:lnTo>
                  <a:lnTo>
                    <a:pt x="426619" y="6001700"/>
                  </a:lnTo>
                  <a:lnTo>
                    <a:pt x="426745" y="6001700"/>
                  </a:lnTo>
                  <a:lnTo>
                    <a:pt x="426871" y="6001700"/>
                  </a:lnTo>
                  <a:lnTo>
                    <a:pt x="426998" y="6001700"/>
                  </a:lnTo>
                  <a:lnTo>
                    <a:pt x="427124" y="6001700"/>
                  </a:lnTo>
                  <a:lnTo>
                    <a:pt x="427250" y="6001700"/>
                  </a:lnTo>
                  <a:lnTo>
                    <a:pt x="427376" y="6001700"/>
                  </a:lnTo>
                  <a:lnTo>
                    <a:pt x="427503" y="6001700"/>
                  </a:lnTo>
                  <a:lnTo>
                    <a:pt x="427629" y="6001700"/>
                  </a:lnTo>
                  <a:lnTo>
                    <a:pt x="427755" y="6001700"/>
                  </a:lnTo>
                  <a:lnTo>
                    <a:pt x="427882" y="6001700"/>
                  </a:lnTo>
                  <a:lnTo>
                    <a:pt x="428008" y="6001700"/>
                  </a:lnTo>
                  <a:lnTo>
                    <a:pt x="428134" y="6001700"/>
                  </a:lnTo>
                  <a:lnTo>
                    <a:pt x="428260" y="6001700"/>
                  </a:lnTo>
                  <a:lnTo>
                    <a:pt x="428387" y="6001700"/>
                  </a:lnTo>
                  <a:lnTo>
                    <a:pt x="428513" y="6001700"/>
                  </a:lnTo>
                  <a:lnTo>
                    <a:pt x="428639" y="6001700"/>
                  </a:lnTo>
                  <a:lnTo>
                    <a:pt x="428765" y="6001700"/>
                  </a:lnTo>
                  <a:lnTo>
                    <a:pt x="428892" y="6001700"/>
                  </a:lnTo>
                  <a:lnTo>
                    <a:pt x="429018" y="6001700"/>
                  </a:lnTo>
                  <a:lnTo>
                    <a:pt x="429144" y="6001700"/>
                  </a:lnTo>
                  <a:lnTo>
                    <a:pt x="429270" y="6001700"/>
                  </a:lnTo>
                  <a:lnTo>
                    <a:pt x="429397" y="6001700"/>
                  </a:lnTo>
                  <a:lnTo>
                    <a:pt x="429649" y="6001700"/>
                  </a:lnTo>
                  <a:lnTo>
                    <a:pt x="429775" y="6001700"/>
                  </a:lnTo>
                  <a:lnTo>
                    <a:pt x="429902" y="6001700"/>
                  </a:lnTo>
                  <a:lnTo>
                    <a:pt x="430028" y="6001700"/>
                  </a:lnTo>
                  <a:lnTo>
                    <a:pt x="430280" y="6001700"/>
                  </a:lnTo>
                  <a:lnTo>
                    <a:pt x="430407" y="6001700"/>
                  </a:lnTo>
                  <a:lnTo>
                    <a:pt x="430533" y="6001700"/>
                  </a:lnTo>
                  <a:lnTo>
                    <a:pt x="430659" y="6001700"/>
                  </a:lnTo>
                  <a:lnTo>
                    <a:pt x="430785" y="6001700"/>
                  </a:lnTo>
                  <a:lnTo>
                    <a:pt x="430912" y="6001700"/>
                  </a:lnTo>
                  <a:lnTo>
                    <a:pt x="431038" y="6001700"/>
                  </a:lnTo>
                  <a:lnTo>
                    <a:pt x="431164" y="6001700"/>
                  </a:lnTo>
                  <a:lnTo>
                    <a:pt x="431290" y="6001700"/>
                  </a:lnTo>
                  <a:lnTo>
                    <a:pt x="431543" y="6001700"/>
                  </a:lnTo>
                  <a:lnTo>
                    <a:pt x="431795" y="6001700"/>
                  </a:lnTo>
                  <a:lnTo>
                    <a:pt x="431922" y="6001700"/>
                  </a:lnTo>
                  <a:lnTo>
                    <a:pt x="432174" y="6001700"/>
                  </a:lnTo>
                  <a:lnTo>
                    <a:pt x="432427" y="6001700"/>
                  </a:lnTo>
                  <a:lnTo>
                    <a:pt x="432553" y="6001700"/>
                  </a:lnTo>
                  <a:lnTo>
                    <a:pt x="432679" y="6001700"/>
                  </a:lnTo>
                  <a:lnTo>
                    <a:pt x="432805" y="6001700"/>
                  </a:lnTo>
                  <a:lnTo>
                    <a:pt x="432932" y="6001700"/>
                  </a:lnTo>
                  <a:lnTo>
                    <a:pt x="433058" y="6001700"/>
                  </a:lnTo>
                  <a:lnTo>
                    <a:pt x="433184" y="6001700"/>
                  </a:lnTo>
                  <a:lnTo>
                    <a:pt x="433311" y="6001700"/>
                  </a:lnTo>
                  <a:lnTo>
                    <a:pt x="433437" y="6001700"/>
                  </a:lnTo>
                  <a:lnTo>
                    <a:pt x="433563" y="6001700"/>
                  </a:lnTo>
                  <a:lnTo>
                    <a:pt x="433689" y="6001700"/>
                  </a:lnTo>
                  <a:lnTo>
                    <a:pt x="433816" y="6001700"/>
                  </a:lnTo>
                  <a:lnTo>
                    <a:pt x="434068" y="6001700"/>
                  </a:lnTo>
                  <a:lnTo>
                    <a:pt x="434194" y="6001700"/>
                  </a:lnTo>
                  <a:lnTo>
                    <a:pt x="434321" y="6001700"/>
                  </a:lnTo>
                  <a:lnTo>
                    <a:pt x="434573" y="6001700"/>
                  </a:lnTo>
                  <a:lnTo>
                    <a:pt x="434699" y="6001700"/>
                  </a:lnTo>
                  <a:lnTo>
                    <a:pt x="434826" y="6001700"/>
                  </a:lnTo>
                  <a:lnTo>
                    <a:pt x="435331" y="6001700"/>
                  </a:lnTo>
                  <a:lnTo>
                    <a:pt x="435457" y="6001700"/>
                  </a:lnTo>
                  <a:lnTo>
                    <a:pt x="435583" y="6001700"/>
                  </a:lnTo>
                  <a:lnTo>
                    <a:pt x="435709" y="6001700"/>
                  </a:lnTo>
                  <a:lnTo>
                    <a:pt x="435836" y="6001700"/>
                  </a:lnTo>
                  <a:lnTo>
                    <a:pt x="435836" y="5996788"/>
                  </a:lnTo>
                  <a:lnTo>
                    <a:pt x="435962" y="5996788"/>
                  </a:lnTo>
                  <a:lnTo>
                    <a:pt x="436088" y="5996788"/>
                  </a:lnTo>
                  <a:lnTo>
                    <a:pt x="436214" y="5996788"/>
                  </a:lnTo>
                  <a:lnTo>
                    <a:pt x="436341" y="5996788"/>
                  </a:lnTo>
                  <a:lnTo>
                    <a:pt x="436467" y="5996788"/>
                  </a:lnTo>
                  <a:lnTo>
                    <a:pt x="436593" y="5996788"/>
                  </a:lnTo>
                  <a:lnTo>
                    <a:pt x="436719" y="5996788"/>
                  </a:lnTo>
                  <a:lnTo>
                    <a:pt x="436846" y="5996788"/>
                  </a:lnTo>
                  <a:lnTo>
                    <a:pt x="437098" y="5996788"/>
                  </a:lnTo>
                  <a:lnTo>
                    <a:pt x="437224" y="5996788"/>
                  </a:lnTo>
                  <a:lnTo>
                    <a:pt x="437351" y="5996788"/>
                  </a:lnTo>
                  <a:lnTo>
                    <a:pt x="437477" y="5996788"/>
                  </a:lnTo>
                  <a:lnTo>
                    <a:pt x="437603" y="5996788"/>
                  </a:lnTo>
                  <a:lnTo>
                    <a:pt x="437856" y="5996788"/>
                  </a:lnTo>
                  <a:lnTo>
                    <a:pt x="437982" y="5996788"/>
                  </a:lnTo>
                  <a:lnTo>
                    <a:pt x="438108" y="5996788"/>
                  </a:lnTo>
                  <a:lnTo>
                    <a:pt x="438235" y="5996788"/>
                  </a:lnTo>
                  <a:lnTo>
                    <a:pt x="438361" y="5996788"/>
                  </a:lnTo>
                  <a:lnTo>
                    <a:pt x="438487" y="5996788"/>
                  </a:lnTo>
                  <a:lnTo>
                    <a:pt x="438613" y="5996788"/>
                  </a:lnTo>
                  <a:lnTo>
                    <a:pt x="438740" y="5996788"/>
                  </a:lnTo>
                  <a:lnTo>
                    <a:pt x="438866" y="5996788"/>
                  </a:lnTo>
                  <a:lnTo>
                    <a:pt x="438992" y="5996788"/>
                  </a:lnTo>
                  <a:lnTo>
                    <a:pt x="439245" y="5996788"/>
                  </a:lnTo>
                  <a:lnTo>
                    <a:pt x="439371" y="5996788"/>
                  </a:lnTo>
                  <a:lnTo>
                    <a:pt x="439497" y="5996788"/>
                  </a:lnTo>
                  <a:lnTo>
                    <a:pt x="439623" y="5996788"/>
                  </a:lnTo>
                  <a:lnTo>
                    <a:pt x="439750" y="5996788"/>
                  </a:lnTo>
                  <a:lnTo>
                    <a:pt x="439876" y="5996788"/>
                  </a:lnTo>
                  <a:lnTo>
                    <a:pt x="440002" y="5996788"/>
                  </a:lnTo>
                  <a:lnTo>
                    <a:pt x="440128" y="5996788"/>
                  </a:lnTo>
                  <a:lnTo>
                    <a:pt x="440381" y="5996788"/>
                  </a:lnTo>
                  <a:lnTo>
                    <a:pt x="440633" y="5996788"/>
                  </a:lnTo>
                  <a:lnTo>
                    <a:pt x="440760" y="5996788"/>
                  </a:lnTo>
                  <a:lnTo>
                    <a:pt x="440886" y="5996788"/>
                  </a:lnTo>
                  <a:lnTo>
                    <a:pt x="441012" y="5996788"/>
                  </a:lnTo>
                  <a:lnTo>
                    <a:pt x="441138" y="5996788"/>
                  </a:lnTo>
                  <a:lnTo>
                    <a:pt x="441265" y="5996788"/>
                  </a:lnTo>
                  <a:lnTo>
                    <a:pt x="441391" y="5996788"/>
                  </a:lnTo>
                  <a:lnTo>
                    <a:pt x="441517" y="5996788"/>
                  </a:lnTo>
                  <a:lnTo>
                    <a:pt x="441643" y="5996788"/>
                  </a:lnTo>
                  <a:lnTo>
                    <a:pt x="441770" y="5996788"/>
                  </a:lnTo>
                  <a:lnTo>
                    <a:pt x="441896" y="5996788"/>
                  </a:lnTo>
                  <a:lnTo>
                    <a:pt x="442022" y="5996788"/>
                  </a:lnTo>
                  <a:lnTo>
                    <a:pt x="442275" y="5996788"/>
                  </a:lnTo>
                  <a:lnTo>
                    <a:pt x="442401" y="5996788"/>
                  </a:lnTo>
                  <a:lnTo>
                    <a:pt x="442653" y="5996788"/>
                  </a:lnTo>
                  <a:lnTo>
                    <a:pt x="442780" y="5996788"/>
                  </a:lnTo>
                  <a:lnTo>
                    <a:pt x="442906" y="5996788"/>
                  </a:lnTo>
                  <a:lnTo>
                    <a:pt x="443032" y="5996788"/>
                  </a:lnTo>
                  <a:lnTo>
                    <a:pt x="443158" y="5996788"/>
                  </a:lnTo>
                  <a:lnTo>
                    <a:pt x="443285" y="5996788"/>
                  </a:lnTo>
                  <a:lnTo>
                    <a:pt x="443411" y="5996788"/>
                  </a:lnTo>
                  <a:lnTo>
                    <a:pt x="443537" y="5996788"/>
                  </a:lnTo>
                  <a:lnTo>
                    <a:pt x="443790" y="5996788"/>
                  </a:lnTo>
                  <a:lnTo>
                    <a:pt x="443916" y="5996788"/>
                  </a:lnTo>
                  <a:lnTo>
                    <a:pt x="444042" y="5996788"/>
                  </a:lnTo>
                  <a:lnTo>
                    <a:pt x="444169" y="5996788"/>
                  </a:lnTo>
                  <a:lnTo>
                    <a:pt x="444295" y="5996788"/>
                  </a:lnTo>
                  <a:lnTo>
                    <a:pt x="444421" y="5996788"/>
                  </a:lnTo>
                  <a:lnTo>
                    <a:pt x="444547" y="5996788"/>
                  </a:lnTo>
                  <a:lnTo>
                    <a:pt x="444674" y="5996788"/>
                  </a:lnTo>
                  <a:lnTo>
                    <a:pt x="444800" y="5996788"/>
                  </a:lnTo>
                  <a:lnTo>
                    <a:pt x="445052" y="5996788"/>
                  </a:lnTo>
                  <a:lnTo>
                    <a:pt x="445179" y="5996788"/>
                  </a:lnTo>
                  <a:lnTo>
                    <a:pt x="445305" y="5996788"/>
                  </a:lnTo>
                  <a:lnTo>
                    <a:pt x="445431" y="5996788"/>
                  </a:lnTo>
                  <a:lnTo>
                    <a:pt x="445557" y="5996788"/>
                  </a:lnTo>
                  <a:lnTo>
                    <a:pt x="445684" y="5996788"/>
                  </a:lnTo>
                  <a:lnTo>
                    <a:pt x="445810" y="5996788"/>
                  </a:lnTo>
                  <a:lnTo>
                    <a:pt x="445936" y="5996788"/>
                  </a:lnTo>
                  <a:lnTo>
                    <a:pt x="446189" y="5996788"/>
                  </a:lnTo>
                  <a:lnTo>
                    <a:pt x="446315" y="5996788"/>
                  </a:lnTo>
                  <a:lnTo>
                    <a:pt x="446441" y="5996788"/>
                  </a:lnTo>
                  <a:lnTo>
                    <a:pt x="446567" y="5996788"/>
                  </a:lnTo>
                  <a:lnTo>
                    <a:pt x="446694" y="5996788"/>
                  </a:lnTo>
                  <a:lnTo>
                    <a:pt x="446820" y="5996788"/>
                  </a:lnTo>
                  <a:lnTo>
                    <a:pt x="446946" y="5996788"/>
                  </a:lnTo>
                  <a:lnTo>
                    <a:pt x="447199" y="5996788"/>
                  </a:lnTo>
                  <a:lnTo>
                    <a:pt x="447199" y="5991877"/>
                  </a:lnTo>
                  <a:lnTo>
                    <a:pt x="447325" y="5991877"/>
                  </a:lnTo>
                  <a:lnTo>
                    <a:pt x="447451" y="5991877"/>
                  </a:lnTo>
                  <a:lnTo>
                    <a:pt x="447577" y="5991877"/>
                  </a:lnTo>
                  <a:lnTo>
                    <a:pt x="447704" y="5986966"/>
                  </a:lnTo>
                  <a:lnTo>
                    <a:pt x="447830" y="5986966"/>
                  </a:lnTo>
                  <a:lnTo>
                    <a:pt x="447956" y="5986966"/>
                  </a:lnTo>
                  <a:lnTo>
                    <a:pt x="448082" y="5986966"/>
                  </a:lnTo>
                  <a:lnTo>
                    <a:pt x="448209" y="5986966"/>
                  </a:lnTo>
                  <a:lnTo>
                    <a:pt x="448335" y="5986966"/>
                  </a:lnTo>
                  <a:lnTo>
                    <a:pt x="448461" y="5986966"/>
                  </a:lnTo>
                  <a:lnTo>
                    <a:pt x="448588" y="5986966"/>
                  </a:lnTo>
                  <a:lnTo>
                    <a:pt x="448714" y="5986966"/>
                  </a:lnTo>
                  <a:lnTo>
                    <a:pt x="448714" y="5982054"/>
                  </a:lnTo>
                  <a:lnTo>
                    <a:pt x="448840" y="5982054"/>
                  </a:lnTo>
                  <a:lnTo>
                    <a:pt x="449219" y="5982054"/>
                  </a:lnTo>
                  <a:lnTo>
                    <a:pt x="449471" y="5982054"/>
                  </a:lnTo>
                  <a:lnTo>
                    <a:pt x="449598" y="5982054"/>
                  </a:lnTo>
                  <a:lnTo>
                    <a:pt x="449850" y="5982054"/>
                  </a:lnTo>
                  <a:lnTo>
                    <a:pt x="449976" y="5982054"/>
                  </a:lnTo>
                  <a:lnTo>
                    <a:pt x="450103" y="5982054"/>
                  </a:lnTo>
                  <a:lnTo>
                    <a:pt x="450229" y="5982054"/>
                  </a:lnTo>
                  <a:lnTo>
                    <a:pt x="450355" y="5982054"/>
                  </a:lnTo>
                  <a:lnTo>
                    <a:pt x="450481" y="5982054"/>
                  </a:lnTo>
                  <a:lnTo>
                    <a:pt x="450608" y="5982054"/>
                  </a:lnTo>
                  <a:lnTo>
                    <a:pt x="450734" y="5982054"/>
                  </a:lnTo>
                  <a:lnTo>
                    <a:pt x="450986" y="5982054"/>
                  </a:lnTo>
                  <a:lnTo>
                    <a:pt x="451113" y="5982054"/>
                  </a:lnTo>
                  <a:lnTo>
                    <a:pt x="451239" y="5982054"/>
                  </a:lnTo>
                  <a:lnTo>
                    <a:pt x="451365" y="5982054"/>
                  </a:lnTo>
                  <a:lnTo>
                    <a:pt x="451491" y="5982054"/>
                  </a:lnTo>
                  <a:lnTo>
                    <a:pt x="451744" y="5982054"/>
                  </a:lnTo>
                  <a:lnTo>
                    <a:pt x="451996" y="5982054"/>
                  </a:lnTo>
                  <a:lnTo>
                    <a:pt x="452123" y="5982054"/>
                  </a:lnTo>
                  <a:lnTo>
                    <a:pt x="452249" y="5982054"/>
                  </a:lnTo>
                  <a:lnTo>
                    <a:pt x="452375" y="5982054"/>
                  </a:lnTo>
                  <a:lnTo>
                    <a:pt x="452501" y="5982054"/>
                  </a:lnTo>
                  <a:lnTo>
                    <a:pt x="452628" y="5982054"/>
                  </a:lnTo>
                  <a:lnTo>
                    <a:pt x="452754" y="5982054"/>
                  </a:lnTo>
                  <a:lnTo>
                    <a:pt x="452880" y="5982054"/>
                  </a:lnTo>
                  <a:lnTo>
                    <a:pt x="453006" y="5982054"/>
                  </a:lnTo>
                  <a:lnTo>
                    <a:pt x="453259" y="5982054"/>
                  </a:lnTo>
                  <a:lnTo>
                    <a:pt x="453385" y="5982054"/>
                  </a:lnTo>
                  <a:lnTo>
                    <a:pt x="453511" y="5982054"/>
                  </a:lnTo>
                  <a:lnTo>
                    <a:pt x="453638" y="5982054"/>
                  </a:lnTo>
                  <a:lnTo>
                    <a:pt x="453890" y="5982054"/>
                  </a:lnTo>
                  <a:lnTo>
                    <a:pt x="454017" y="5982054"/>
                  </a:lnTo>
                  <a:lnTo>
                    <a:pt x="454143" y="5982054"/>
                  </a:lnTo>
                  <a:lnTo>
                    <a:pt x="454395" y="5982054"/>
                  </a:lnTo>
                  <a:lnTo>
                    <a:pt x="454648" y="5982054"/>
                  </a:lnTo>
                  <a:lnTo>
                    <a:pt x="454774" y="5982054"/>
                  </a:lnTo>
                  <a:lnTo>
                    <a:pt x="455027" y="5982054"/>
                  </a:lnTo>
                  <a:lnTo>
                    <a:pt x="455405" y="5982054"/>
                  </a:lnTo>
                  <a:lnTo>
                    <a:pt x="455532" y="5982054"/>
                  </a:lnTo>
                  <a:lnTo>
                    <a:pt x="455658" y="5982054"/>
                  </a:lnTo>
                  <a:lnTo>
                    <a:pt x="455784" y="5982054"/>
                  </a:lnTo>
                  <a:lnTo>
                    <a:pt x="455910" y="5982054"/>
                  </a:lnTo>
                  <a:lnTo>
                    <a:pt x="456037" y="5982054"/>
                  </a:lnTo>
                  <a:lnTo>
                    <a:pt x="456163" y="5982054"/>
                  </a:lnTo>
                  <a:lnTo>
                    <a:pt x="456289" y="5982054"/>
                  </a:lnTo>
                  <a:lnTo>
                    <a:pt x="456415" y="5982054"/>
                  </a:lnTo>
                  <a:lnTo>
                    <a:pt x="456542" y="5982054"/>
                  </a:lnTo>
                  <a:lnTo>
                    <a:pt x="456668" y="5982054"/>
                  </a:lnTo>
                  <a:lnTo>
                    <a:pt x="456794" y="5982054"/>
                  </a:lnTo>
                  <a:lnTo>
                    <a:pt x="457047" y="5982054"/>
                  </a:lnTo>
                  <a:lnTo>
                    <a:pt x="457173" y="5982054"/>
                  </a:lnTo>
                  <a:lnTo>
                    <a:pt x="457299" y="5982054"/>
                  </a:lnTo>
                  <a:lnTo>
                    <a:pt x="457425" y="5982054"/>
                  </a:lnTo>
                  <a:lnTo>
                    <a:pt x="457678" y="5982054"/>
                  </a:lnTo>
                  <a:lnTo>
                    <a:pt x="457804" y="5982054"/>
                  </a:lnTo>
                  <a:lnTo>
                    <a:pt x="457930" y="5982054"/>
                  </a:lnTo>
                  <a:lnTo>
                    <a:pt x="458057" y="5982054"/>
                  </a:lnTo>
                  <a:lnTo>
                    <a:pt x="458435" y="5982054"/>
                  </a:lnTo>
                  <a:lnTo>
                    <a:pt x="458562" y="5982054"/>
                  </a:lnTo>
                  <a:lnTo>
                    <a:pt x="458688" y="5982054"/>
                  </a:lnTo>
                  <a:lnTo>
                    <a:pt x="458814" y="5982054"/>
                  </a:lnTo>
                  <a:lnTo>
                    <a:pt x="458941" y="5982054"/>
                  </a:lnTo>
                  <a:lnTo>
                    <a:pt x="459067" y="5982054"/>
                  </a:lnTo>
                  <a:lnTo>
                    <a:pt x="459319" y="5982054"/>
                  </a:lnTo>
                  <a:lnTo>
                    <a:pt x="459572" y="5982054"/>
                  </a:lnTo>
                  <a:lnTo>
                    <a:pt x="459698" y="5982054"/>
                  </a:lnTo>
                  <a:lnTo>
                    <a:pt x="459824" y="5982054"/>
                  </a:lnTo>
                  <a:lnTo>
                    <a:pt x="460077" y="5982054"/>
                  </a:lnTo>
                  <a:lnTo>
                    <a:pt x="460203" y="5982054"/>
                  </a:lnTo>
                  <a:lnTo>
                    <a:pt x="460329" y="5982054"/>
                  </a:lnTo>
                  <a:lnTo>
                    <a:pt x="460456" y="5982054"/>
                  </a:lnTo>
                  <a:lnTo>
                    <a:pt x="460582" y="5982054"/>
                  </a:lnTo>
                  <a:lnTo>
                    <a:pt x="460708" y="5982054"/>
                  </a:lnTo>
                  <a:lnTo>
                    <a:pt x="460834" y="5982054"/>
                  </a:lnTo>
                  <a:lnTo>
                    <a:pt x="460961" y="5982054"/>
                  </a:lnTo>
                  <a:lnTo>
                    <a:pt x="461087" y="5982054"/>
                  </a:lnTo>
                  <a:lnTo>
                    <a:pt x="461213" y="5982054"/>
                  </a:lnTo>
                  <a:lnTo>
                    <a:pt x="461339" y="5982054"/>
                  </a:lnTo>
                  <a:lnTo>
                    <a:pt x="461466" y="5982054"/>
                  </a:lnTo>
                  <a:lnTo>
                    <a:pt x="461718" y="5982054"/>
                  </a:lnTo>
                  <a:lnTo>
                    <a:pt x="461971" y="5982054"/>
                  </a:lnTo>
                  <a:lnTo>
                    <a:pt x="462223" y="5982054"/>
                  </a:lnTo>
                  <a:lnTo>
                    <a:pt x="462349" y="5982054"/>
                  </a:lnTo>
                  <a:lnTo>
                    <a:pt x="462476" y="5982054"/>
                  </a:lnTo>
                  <a:lnTo>
                    <a:pt x="462602" y="5982054"/>
                  </a:lnTo>
                  <a:lnTo>
                    <a:pt x="462728" y="5982054"/>
                  </a:lnTo>
                  <a:lnTo>
                    <a:pt x="462854" y="5982054"/>
                  </a:lnTo>
                  <a:lnTo>
                    <a:pt x="463107" y="5982054"/>
                  </a:lnTo>
                  <a:lnTo>
                    <a:pt x="463233" y="5982054"/>
                  </a:lnTo>
                  <a:lnTo>
                    <a:pt x="463486" y="5982054"/>
                  </a:lnTo>
                  <a:lnTo>
                    <a:pt x="463612" y="5982054"/>
                  </a:lnTo>
                  <a:lnTo>
                    <a:pt x="463738" y="5982054"/>
                  </a:lnTo>
                  <a:lnTo>
                    <a:pt x="463864" y="5982054"/>
                  </a:lnTo>
                  <a:lnTo>
                    <a:pt x="463991" y="5982054"/>
                  </a:lnTo>
                  <a:lnTo>
                    <a:pt x="464243" y="5982054"/>
                  </a:lnTo>
                  <a:lnTo>
                    <a:pt x="464496" y="5982054"/>
                  </a:lnTo>
                  <a:lnTo>
                    <a:pt x="464622" y="5982054"/>
                  </a:lnTo>
                  <a:lnTo>
                    <a:pt x="464748" y="5982054"/>
                  </a:lnTo>
                  <a:lnTo>
                    <a:pt x="464875" y="5982054"/>
                  </a:lnTo>
                  <a:lnTo>
                    <a:pt x="465001" y="5982054"/>
                  </a:lnTo>
                  <a:lnTo>
                    <a:pt x="465127" y="5982054"/>
                  </a:lnTo>
                  <a:lnTo>
                    <a:pt x="465253" y="5982054"/>
                  </a:lnTo>
                  <a:lnTo>
                    <a:pt x="465380" y="5982054"/>
                  </a:lnTo>
                  <a:lnTo>
                    <a:pt x="465380" y="5977143"/>
                  </a:lnTo>
                  <a:lnTo>
                    <a:pt x="465506" y="5977143"/>
                  </a:lnTo>
                  <a:lnTo>
                    <a:pt x="465632" y="5977143"/>
                  </a:lnTo>
                  <a:lnTo>
                    <a:pt x="465758" y="5977143"/>
                  </a:lnTo>
                  <a:lnTo>
                    <a:pt x="465885" y="5977143"/>
                  </a:lnTo>
                  <a:lnTo>
                    <a:pt x="466011" y="5977143"/>
                  </a:lnTo>
                  <a:lnTo>
                    <a:pt x="466137" y="5977143"/>
                  </a:lnTo>
                  <a:lnTo>
                    <a:pt x="466263" y="5977143"/>
                  </a:lnTo>
                  <a:lnTo>
                    <a:pt x="466390" y="5977143"/>
                  </a:lnTo>
                  <a:lnTo>
                    <a:pt x="466516" y="5977143"/>
                  </a:lnTo>
                  <a:lnTo>
                    <a:pt x="466642" y="5977143"/>
                  </a:lnTo>
                  <a:lnTo>
                    <a:pt x="466768" y="5977143"/>
                  </a:lnTo>
                  <a:lnTo>
                    <a:pt x="467021" y="5977143"/>
                  </a:lnTo>
                  <a:lnTo>
                    <a:pt x="467147" y="5977143"/>
                  </a:lnTo>
                  <a:lnTo>
                    <a:pt x="467273" y="5977143"/>
                  </a:lnTo>
                  <a:lnTo>
                    <a:pt x="467400" y="5977143"/>
                  </a:lnTo>
                  <a:lnTo>
                    <a:pt x="467526" y="5977143"/>
                  </a:lnTo>
                  <a:lnTo>
                    <a:pt x="467778" y="5977143"/>
                  </a:lnTo>
                  <a:lnTo>
                    <a:pt x="467905" y="5977143"/>
                  </a:lnTo>
                  <a:lnTo>
                    <a:pt x="468031" y="5977143"/>
                  </a:lnTo>
                  <a:lnTo>
                    <a:pt x="468157" y="5977143"/>
                  </a:lnTo>
                  <a:lnTo>
                    <a:pt x="468157" y="5972231"/>
                  </a:lnTo>
                  <a:lnTo>
                    <a:pt x="468283" y="5972231"/>
                  </a:lnTo>
                  <a:lnTo>
                    <a:pt x="468410" y="5972231"/>
                  </a:lnTo>
                  <a:lnTo>
                    <a:pt x="468536" y="5972231"/>
                  </a:lnTo>
                  <a:lnTo>
                    <a:pt x="468662" y="5972231"/>
                  </a:lnTo>
                  <a:lnTo>
                    <a:pt x="468788" y="5972231"/>
                  </a:lnTo>
                  <a:lnTo>
                    <a:pt x="468915" y="5972231"/>
                  </a:lnTo>
                  <a:lnTo>
                    <a:pt x="469041" y="5972231"/>
                  </a:lnTo>
                  <a:lnTo>
                    <a:pt x="469294" y="5972231"/>
                  </a:lnTo>
                  <a:lnTo>
                    <a:pt x="469420" y="5972231"/>
                  </a:lnTo>
                  <a:lnTo>
                    <a:pt x="469546" y="5972231"/>
                  </a:lnTo>
                  <a:lnTo>
                    <a:pt x="469672" y="5972231"/>
                  </a:lnTo>
                  <a:lnTo>
                    <a:pt x="469799" y="5972231"/>
                  </a:lnTo>
                  <a:lnTo>
                    <a:pt x="469925" y="5972231"/>
                  </a:lnTo>
                  <a:lnTo>
                    <a:pt x="470051" y="5972231"/>
                  </a:lnTo>
                  <a:lnTo>
                    <a:pt x="470177" y="5972231"/>
                  </a:lnTo>
                  <a:lnTo>
                    <a:pt x="470304" y="5972231"/>
                  </a:lnTo>
                  <a:lnTo>
                    <a:pt x="470430" y="5972231"/>
                  </a:lnTo>
                  <a:lnTo>
                    <a:pt x="470556" y="5972231"/>
                  </a:lnTo>
                  <a:lnTo>
                    <a:pt x="470682" y="5972231"/>
                  </a:lnTo>
                  <a:lnTo>
                    <a:pt x="470809" y="5972231"/>
                  </a:lnTo>
                  <a:lnTo>
                    <a:pt x="470935" y="5972231"/>
                  </a:lnTo>
                  <a:lnTo>
                    <a:pt x="471187" y="5972231"/>
                  </a:lnTo>
                  <a:lnTo>
                    <a:pt x="471314" y="5972231"/>
                  </a:lnTo>
                  <a:lnTo>
                    <a:pt x="471440" y="5972231"/>
                  </a:lnTo>
                  <a:lnTo>
                    <a:pt x="471566" y="5972231"/>
                  </a:lnTo>
                  <a:lnTo>
                    <a:pt x="471692" y="5972231"/>
                  </a:lnTo>
                  <a:lnTo>
                    <a:pt x="471819" y="5972231"/>
                  </a:lnTo>
                  <a:lnTo>
                    <a:pt x="471945" y="5972231"/>
                  </a:lnTo>
                  <a:lnTo>
                    <a:pt x="472071" y="5972231"/>
                  </a:lnTo>
                  <a:lnTo>
                    <a:pt x="472197" y="5972231"/>
                  </a:lnTo>
                  <a:lnTo>
                    <a:pt x="472324" y="5972231"/>
                  </a:lnTo>
                  <a:lnTo>
                    <a:pt x="472450" y="5972231"/>
                  </a:lnTo>
                  <a:lnTo>
                    <a:pt x="472576" y="5972231"/>
                  </a:lnTo>
                  <a:lnTo>
                    <a:pt x="472702" y="5972231"/>
                  </a:lnTo>
                  <a:lnTo>
                    <a:pt x="472829" y="5972231"/>
                  </a:lnTo>
                  <a:lnTo>
                    <a:pt x="472955" y="5972231"/>
                  </a:lnTo>
                  <a:lnTo>
                    <a:pt x="473081" y="5972231"/>
                  </a:lnTo>
                  <a:lnTo>
                    <a:pt x="473207" y="5972231"/>
                  </a:lnTo>
                  <a:lnTo>
                    <a:pt x="473334" y="5972231"/>
                  </a:lnTo>
                  <a:lnTo>
                    <a:pt x="473334" y="5967320"/>
                  </a:lnTo>
                  <a:lnTo>
                    <a:pt x="473460" y="5967320"/>
                  </a:lnTo>
                  <a:lnTo>
                    <a:pt x="473586" y="5967320"/>
                  </a:lnTo>
                  <a:lnTo>
                    <a:pt x="473712" y="5967320"/>
                  </a:lnTo>
                  <a:lnTo>
                    <a:pt x="473839" y="5967320"/>
                  </a:lnTo>
                  <a:lnTo>
                    <a:pt x="473965" y="5967320"/>
                  </a:lnTo>
                  <a:lnTo>
                    <a:pt x="474217" y="5967320"/>
                  </a:lnTo>
                  <a:lnTo>
                    <a:pt x="474344" y="5967320"/>
                  </a:lnTo>
                  <a:lnTo>
                    <a:pt x="474470" y="5967320"/>
                  </a:lnTo>
                  <a:lnTo>
                    <a:pt x="474596" y="5967320"/>
                  </a:lnTo>
                  <a:lnTo>
                    <a:pt x="474723" y="5967320"/>
                  </a:lnTo>
                  <a:lnTo>
                    <a:pt x="474849" y="5967320"/>
                  </a:lnTo>
                  <a:lnTo>
                    <a:pt x="474975" y="5967320"/>
                  </a:lnTo>
                  <a:lnTo>
                    <a:pt x="475101" y="5967320"/>
                  </a:lnTo>
                  <a:lnTo>
                    <a:pt x="475228" y="5967320"/>
                  </a:lnTo>
                  <a:lnTo>
                    <a:pt x="475354" y="5967320"/>
                  </a:lnTo>
                  <a:lnTo>
                    <a:pt x="475480" y="5967320"/>
                  </a:lnTo>
                  <a:lnTo>
                    <a:pt x="475606" y="5967320"/>
                  </a:lnTo>
                  <a:lnTo>
                    <a:pt x="475733" y="5967320"/>
                  </a:lnTo>
                  <a:lnTo>
                    <a:pt x="475859" y="5967320"/>
                  </a:lnTo>
                  <a:lnTo>
                    <a:pt x="475985" y="5967320"/>
                  </a:lnTo>
                  <a:lnTo>
                    <a:pt x="476111" y="5967320"/>
                  </a:lnTo>
                  <a:lnTo>
                    <a:pt x="476238" y="5967320"/>
                  </a:lnTo>
                  <a:lnTo>
                    <a:pt x="476364" y="5967320"/>
                  </a:lnTo>
                  <a:lnTo>
                    <a:pt x="476490" y="5967320"/>
                  </a:lnTo>
                  <a:lnTo>
                    <a:pt x="476616" y="5967320"/>
                  </a:lnTo>
                  <a:lnTo>
                    <a:pt x="476743" y="5967320"/>
                  </a:lnTo>
                  <a:lnTo>
                    <a:pt x="476869" y="5967320"/>
                  </a:lnTo>
                  <a:lnTo>
                    <a:pt x="476995" y="5967320"/>
                  </a:lnTo>
                  <a:lnTo>
                    <a:pt x="477121" y="5967320"/>
                  </a:lnTo>
                  <a:lnTo>
                    <a:pt x="477248" y="5967320"/>
                  </a:lnTo>
                  <a:lnTo>
                    <a:pt x="477626" y="5967320"/>
                  </a:lnTo>
                  <a:lnTo>
                    <a:pt x="477753" y="5967320"/>
                  </a:lnTo>
                  <a:lnTo>
                    <a:pt x="477879" y="5967320"/>
                  </a:lnTo>
                  <a:lnTo>
                    <a:pt x="478005" y="5967320"/>
                  </a:lnTo>
                  <a:lnTo>
                    <a:pt x="478131" y="5967320"/>
                  </a:lnTo>
                  <a:lnTo>
                    <a:pt x="478258" y="5967320"/>
                  </a:lnTo>
                  <a:lnTo>
                    <a:pt x="478384" y="5967320"/>
                  </a:lnTo>
                  <a:lnTo>
                    <a:pt x="479015" y="5967320"/>
                  </a:lnTo>
                  <a:lnTo>
                    <a:pt x="479141" y="5967320"/>
                  </a:lnTo>
                  <a:lnTo>
                    <a:pt x="479268" y="5967320"/>
                  </a:lnTo>
                  <a:lnTo>
                    <a:pt x="479394" y="5967320"/>
                  </a:lnTo>
                  <a:lnTo>
                    <a:pt x="479520" y="5967320"/>
                  </a:lnTo>
                  <a:lnTo>
                    <a:pt x="479647" y="5967320"/>
                  </a:lnTo>
                  <a:lnTo>
                    <a:pt x="479773" y="5967320"/>
                  </a:lnTo>
                  <a:lnTo>
                    <a:pt x="479899" y="5967320"/>
                  </a:lnTo>
                  <a:lnTo>
                    <a:pt x="480025" y="5967320"/>
                  </a:lnTo>
                  <a:lnTo>
                    <a:pt x="480152" y="5967320"/>
                  </a:lnTo>
                  <a:lnTo>
                    <a:pt x="480278" y="5967320"/>
                  </a:lnTo>
                  <a:lnTo>
                    <a:pt x="480404" y="5967320"/>
                  </a:lnTo>
                  <a:lnTo>
                    <a:pt x="480530" y="5967320"/>
                  </a:lnTo>
                  <a:lnTo>
                    <a:pt x="480657" y="5967320"/>
                  </a:lnTo>
                  <a:lnTo>
                    <a:pt x="480783" y="5967320"/>
                  </a:lnTo>
                  <a:lnTo>
                    <a:pt x="480909" y="5967320"/>
                  </a:lnTo>
                  <a:lnTo>
                    <a:pt x="481035" y="5967320"/>
                  </a:lnTo>
                  <a:lnTo>
                    <a:pt x="481162" y="5967320"/>
                  </a:lnTo>
                  <a:lnTo>
                    <a:pt x="481414" y="5967320"/>
                  </a:lnTo>
                  <a:lnTo>
                    <a:pt x="481540" y="5967320"/>
                  </a:lnTo>
                  <a:lnTo>
                    <a:pt x="481667" y="5967320"/>
                  </a:lnTo>
                  <a:lnTo>
                    <a:pt x="481793" y="5962409"/>
                  </a:lnTo>
                  <a:lnTo>
                    <a:pt x="482045" y="5962409"/>
                  </a:lnTo>
                  <a:lnTo>
                    <a:pt x="482172" y="5962409"/>
                  </a:lnTo>
                  <a:lnTo>
                    <a:pt x="482298" y="5962409"/>
                  </a:lnTo>
                  <a:lnTo>
                    <a:pt x="482929" y="5962409"/>
                  </a:lnTo>
                  <a:lnTo>
                    <a:pt x="483308" y="5962409"/>
                  </a:lnTo>
                  <a:lnTo>
                    <a:pt x="483434" y="5962409"/>
                  </a:lnTo>
                  <a:lnTo>
                    <a:pt x="483560" y="5962409"/>
                  </a:lnTo>
                  <a:lnTo>
                    <a:pt x="483687" y="5962409"/>
                  </a:lnTo>
                  <a:lnTo>
                    <a:pt x="483813" y="5962409"/>
                  </a:lnTo>
                  <a:lnTo>
                    <a:pt x="483939" y="5962409"/>
                  </a:lnTo>
                  <a:lnTo>
                    <a:pt x="484192" y="5962409"/>
                  </a:lnTo>
                  <a:lnTo>
                    <a:pt x="484318" y="5962409"/>
                  </a:lnTo>
                  <a:lnTo>
                    <a:pt x="484444" y="5962409"/>
                  </a:lnTo>
                  <a:lnTo>
                    <a:pt x="484571" y="5962409"/>
                  </a:lnTo>
                  <a:lnTo>
                    <a:pt x="484697" y="5962409"/>
                  </a:lnTo>
                  <a:lnTo>
                    <a:pt x="484823" y="5962409"/>
                  </a:lnTo>
                  <a:lnTo>
                    <a:pt x="484949" y="5962409"/>
                  </a:lnTo>
                  <a:lnTo>
                    <a:pt x="485076" y="5962409"/>
                  </a:lnTo>
                  <a:lnTo>
                    <a:pt x="485202" y="5962409"/>
                  </a:lnTo>
                  <a:lnTo>
                    <a:pt x="485328" y="5962409"/>
                  </a:lnTo>
                  <a:lnTo>
                    <a:pt x="485454" y="5957497"/>
                  </a:lnTo>
                  <a:lnTo>
                    <a:pt x="485581" y="5957497"/>
                  </a:lnTo>
                  <a:lnTo>
                    <a:pt x="485707" y="5957497"/>
                  </a:lnTo>
                  <a:lnTo>
                    <a:pt x="485833" y="5957497"/>
                  </a:lnTo>
                  <a:lnTo>
                    <a:pt x="486086" y="5957497"/>
                  </a:lnTo>
                  <a:lnTo>
                    <a:pt x="486338" y="5957497"/>
                  </a:lnTo>
                  <a:lnTo>
                    <a:pt x="486464" y="5957497"/>
                  </a:lnTo>
                  <a:lnTo>
                    <a:pt x="486591" y="5957497"/>
                  </a:lnTo>
                  <a:lnTo>
                    <a:pt x="486717" y="5957497"/>
                  </a:lnTo>
                  <a:lnTo>
                    <a:pt x="486843" y="5957497"/>
                  </a:lnTo>
                  <a:lnTo>
                    <a:pt x="486969" y="5957497"/>
                  </a:lnTo>
                  <a:lnTo>
                    <a:pt x="487348" y="5957497"/>
                  </a:lnTo>
                  <a:lnTo>
                    <a:pt x="487474" y="5957497"/>
                  </a:lnTo>
                  <a:lnTo>
                    <a:pt x="487601" y="5957497"/>
                  </a:lnTo>
                  <a:lnTo>
                    <a:pt x="487727" y="5957497"/>
                  </a:lnTo>
                  <a:lnTo>
                    <a:pt x="487853" y="5957497"/>
                  </a:lnTo>
                  <a:lnTo>
                    <a:pt x="487979" y="5957497"/>
                  </a:lnTo>
                  <a:lnTo>
                    <a:pt x="488106" y="5957497"/>
                  </a:lnTo>
                  <a:lnTo>
                    <a:pt x="488232" y="5957497"/>
                  </a:lnTo>
                  <a:lnTo>
                    <a:pt x="488358" y="5957497"/>
                  </a:lnTo>
                  <a:lnTo>
                    <a:pt x="488611" y="5957497"/>
                  </a:lnTo>
                  <a:lnTo>
                    <a:pt x="488737" y="5957497"/>
                  </a:lnTo>
                  <a:lnTo>
                    <a:pt x="488863" y="5957497"/>
                  </a:lnTo>
                  <a:lnTo>
                    <a:pt x="488989" y="5957497"/>
                  </a:lnTo>
                  <a:lnTo>
                    <a:pt x="489242" y="5957497"/>
                  </a:lnTo>
                  <a:lnTo>
                    <a:pt x="489368" y="5957497"/>
                  </a:lnTo>
                  <a:lnTo>
                    <a:pt x="489494" y="5957497"/>
                  </a:lnTo>
                  <a:lnTo>
                    <a:pt x="489621" y="5957497"/>
                  </a:lnTo>
                  <a:lnTo>
                    <a:pt x="489747" y="5957497"/>
                  </a:lnTo>
                  <a:lnTo>
                    <a:pt x="489873" y="5957497"/>
                  </a:lnTo>
                  <a:lnTo>
                    <a:pt x="490000" y="5957497"/>
                  </a:lnTo>
                  <a:lnTo>
                    <a:pt x="490126" y="5957497"/>
                  </a:lnTo>
                  <a:lnTo>
                    <a:pt x="490252" y="5957497"/>
                  </a:lnTo>
                  <a:lnTo>
                    <a:pt x="490378" y="5957497"/>
                  </a:lnTo>
                  <a:lnTo>
                    <a:pt x="490505" y="5957497"/>
                  </a:lnTo>
                  <a:lnTo>
                    <a:pt x="490631" y="5957497"/>
                  </a:lnTo>
                  <a:lnTo>
                    <a:pt x="490757" y="5957497"/>
                  </a:lnTo>
                  <a:lnTo>
                    <a:pt x="490883" y="5957497"/>
                  </a:lnTo>
                  <a:lnTo>
                    <a:pt x="491010" y="5957497"/>
                  </a:lnTo>
                  <a:lnTo>
                    <a:pt x="491388" y="5957497"/>
                  </a:lnTo>
                  <a:lnTo>
                    <a:pt x="491515" y="5957497"/>
                  </a:lnTo>
                  <a:lnTo>
                    <a:pt x="491767" y="5957497"/>
                  </a:lnTo>
                  <a:lnTo>
                    <a:pt x="491893" y="5957497"/>
                  </a:lnTo>
                  <a:lnTo>
                    <a:pt x="492020" y="5957497"/>
                  </a:lnTo>
                  <a:lnTo>
                    <a:pt x="492146" y="5957497"/>
                  </a:lnTo>
                  <a:lnTo>
                    <a:pt x="492272" y="5957497"/>
                  </a:lnTo>
                  <a:lnTo>
                    <a:pt x="492398" y="5957497"/>
                  </a:lnTo>
                  <a:lnTo>
                    <a:pt x="492525" y="5957497"/>
                  </a:lnTo>
                  <a:lnTo>
                    <a:pt x="492651" y="5957497"/>
                  </a:lnTo>
                  <a:lnTo>
                    <a:pt x="492777" y="5957497"/>
                  </a:lnTo>
                  <a:lnTo>
                    <a:pt x="492903" y="5957497"/>
                  </a:lnTo>
                  <a:lnTo>
                    <a:pt x="493030" y="5957497"/>
                  </a:lnTo>
                  <a:lnTo>
                    <a:pt x="493156" y="5957497"/>
                  </a:lnTo>
                  <a:lnTo>
                    <a:pt x="493282" y="5957497"/>
                  </a:lnTo>
                  <a:lnTo>
                    <a:pt x="493408" y="5957497"/>
                  </a:lnTo>
                  <a:lnTo>
                    <a:pt x="493535" y="5957497"/>
                  </a:lnTo>
                  <a:lnTo>
                    <a:pt x="493661" y="5957497"/>
                  </a:lnTo>
                  <a:lnTo>
                    <a:pt x="493787" y="5957497"/>
                  </a:lnTo>
                  <a:lnTo>
                    <a:pt x="493913" y="5957497"/>
                  </a:lnTo>
                  <a:lnTo>
                    <a:pt x="494040" y="5957497"/>
                  </a:lnTo>
                  <a:lnTo>
                    <a:pt x="494545" y="5957497"/>
                  </a:lnTo>
                  <a:lnTo>
                    <a:pt x="494671" y="5957497"/>
                  </a:lnTo>
                  <a:lnTo>
                    <a:pt x="494797" y="5957497"/>
                  </a:lnTo>
                  <a:lnTo>
                    <a:pt x="494924" y="5957497"/>
                  </a:lnTo>
                  <a:lnTo>
                    <a:pt x="495050" y="5957497"/>
                  </a:lnTo>
                  <a:lnTo>
                    <a:pt x="495302" y="5957497"/>
                  </a:lnTo>
                  <a:lnTo>
                    <a:pt x="495429" y="5957497"/>
                  </a:lnTo>
                  <a:lnTo>
                    <a:pt x="495555" y="5957497"/>
                  </a:lnTo>
                  <a:lnTo>
                    <a:pt x="495681" y="5957497"/>
                  </a:lnTo>
                  <a:lnTo>
                    <a:pt x="495807" y="5957497"/>
                  </a:lnTo>
                  <a:lnTo>
                    <a:pt x="495934" y="5957497"/>
                  </a:lnTo>
                  <a:lnTo>
                    <a:pt x="496060" y="5957497"/>
                  </a:lnTo>
                  <a:lnTo>
                    <a:pt x="496186" y="5957497"/>
                  </a:lnTo>
                  <a:lnTo>
                    <a:pt x="496312" y="5957497"/>
                  </a:lnTo>
                  <a:lnTo>
                    <a:pt x="496439" y="5957497"/>
                  </a:lnTo>
                  <a:lnTo>
                    <a:pt x="496565" y="5957497"/>
                  </a:lnTo>
                  <a:lnTo>
                    <a:pt x="496691" y="5957497"/>
                  </a:lnTo>
                  <a:lnTo>
                    <a:pt x="496817" y="5957497"/>
                  </a:lnTo>
                  <a:lnTo>
                    <a:pt x="497196" y="5957497"/>
                  </a:lnTo>
                  <a:lnTo>
                    <a:pt x="497322" y="5957497"/>
                  </a:lnTo>
                  <a:lnTo>
                    <a:pt x="497449" y="5957497"/>
                  </a:lnTo>
                  <a:lnTo>
                    <a:pt x="497575" y="5957497"/>
                  </a:lnTo>
                  <a:lnTo>
                    <a:pt x="497701" y="5957497"/>
                  </a:lnTo>
                  <a:lnTo>
                    <a:pt x="497827" y="5957497"/>
                  </a:lnTo>
                  <a:lnTo>
                    <a:pt x="498080" y="5957497"/>
                  </a:lnTo>
                  <a:lnTo>
                    <a:pt x="498332" y="5957497"/>
                  </a:lnTo>
                  <a:lnTo>
                    <a:pt x="498585" y="5957497"/>
                  </a:lnTo>
                  <a:lnTo>
                    <a:pt x="498711" y="5957497"/>
                  </a:lnTo>
                  <a:lnTo>
                    <a:pt x="498837" y="5957497"/>
                  </a:lnTo>
                  <a:lnTo>
                    <a:pt x="498964" y="5957497"/>
                  </a:lnTo>
                  <a:lnTo>
                    <a:pt x="499090" y="5957497"/>
                  </a:lnTo>
                  <a:lnTo>
                    <a:pt x="499216" y="5957497"/>
                  </a:lnTo>
                  <a:lnTo>
                    <a:pt x="499342" y="5957497"/>
                  </a:lnTo>
                  <a:lnTo>
                    <a:pt x="499469" y="5957497"/>
                  </a:lnTo>
                  <a:lnTo>
                    <a:pt x="499595" y="5957497"/>
                  </a:lnTo>
                  <a:lnTo>
                    <a:pt x="499721" y="5957497"/>
                  </a:lnTo>
                  <a:lnTo>
                    <a:pt x="499847" y="5957497"/>
                  </a:lnTo>
                  <a:lnTo>
                    <a:pt x="500100" y="5957497"/>
                  </a:lnTo>
                  <a:lnTo>
                    <a:pt x="500226" y="5957497"/>
                  </a:lnTo>
                  <a:lnTo>
                    <a:pt x="500353" y="5957497"/>
                  </a:lnTo>
                  <a:lnTo>
                    <a:pt x="500479" y="5957497"/>
                  </a:lnTo>
                  <a:lnTo>
                    <a:pt x="500605" y="5957497"/>
                  </a:lnTo>
                  <a:lnTo>
                    <a:pt x="500731" y="5957497"/>
                  </a:lnTo>
                  <a:lnTo>
                    <a:pt x="500858" y="5957497"/>
                  </a:lnTo>
                  <a:lnTo>
                    <a:pt x="500858" y="5952586"/>
                  </a:lnTo>
                  <a:lnTo>
                    <a:pt x="500984" y="5952586"/>
                  </a:lnTo>
                  <a:lnTo>
                    <a:pt x="501110" y="5952586"/>
                  </a:lnTo>
                  <a:lnTo>
                    <a:pt x="501236" y="5952586"/>
                  </a:lnTo>
                  <a:lnTo>
                    <a:pt x="501363" y="5952586"/>
                  </a:lnTo>
                  <a:lnTo>
                    <a:pt x="501489" y="5952586"/>
                  </a:lnTo>
                  <a:lnTo>
                    <a:pt x="501615" y="5952586"/>
                  </a:lnTo>
                  <a:lnTo>
                    <a:pt x="501741" y="5952586"/>
                  </a:lnTo>
                  <a:lnTo>
                    <a:pt x="501994" y="5952586"/>
                  </a:lnTo>
                  <a:lnTo>
                    <a:pt x="502120" y="5952586"/>
                  </a:lnTo>
                  <a:lnTo>
                    <a:pt x="502246" y="5952586"/>
                  </a:lnTo>
                  <a:lnTo>
                    <a:pt x="502373" y="5952586"/>
                  </a:lnTo>
                  <a:lnTo>
                    <a:pt x="502499" y="5952586"/>
                  </a:lnTo>
                  <a:lnTo>
                    <a:pt x="502625" y="5952586"/>
                  </a:lnTo>
                  <a:lnTo>
                    <a:pt x="502751" y="5952586"/>
                  </a:lnTo>
                  <a:lnTo>
                    <a:pt x="502878" y="5952586"/>
                  </a:lnTo>
                  <a:lnTo>
                    <a:pt x="503004" y="5952586"/>
                  </a:lnTo>
                  <a:lnTo>
                    <a:pt x="503130" y="5952586"/>
                  </a:lnTo>
                  <a:lnTo>
                    <a:pt x="503256" y="5952586"/>
                  </a:lnTo>
                  <a:lnTo>
                    <a:pt x="503383" y="5952586"/>
                  </a:lnTo>
                  <a:lnTo>
                    <a:pt x="503509" y="5952586"/>
                  </a:lnTo>
                  <a:lnTo>
                    <a:pt x="503635" y="5952586"/>
                  </a:lnTo>
                  <a:lnTo>
                    <a:pt x="503761" y="5952586"/>
                  </a:lnTo>
                  <a:lnTo>
                    <a:pt x="503888" y="5952586"/>
                  </a:lnTo>
                  <a:lnTo>
                    <a:pt x="504014" y="5952586"/>
                  </a:lnTo>
                  <a:lnTo>
                    <a:pt x="504393" y="5952586"/>
                  </a:lnTo>
                  <a:lnTo>
                    <a:pt x="504519" y="5952586"/>
                  </a:lnTo>
                  <a:lnTo>
                    <a:pt x="504645" y="5952586"/>
                  </a:lnTo>
                  <a:lnTo>
                    <a:pt x="504771" y="5952586"/>
                  </a:lnTo>
                  <a:lnTo>
                    <a:pt x="504898" y="5952586"/>
                  </a:lnTo>
                  <a:lnTo>
                    <a:pt x="505024" y="5952586"/>
                  </a:lnTo>
                  <a:lnTo>
                    <a:pt x="505150" y="5952586"/>
                  </a:lnTo>
                  <a:lnTo>
                    <a:pt x="505403" y="5952586"/>
                  </a:lnTo>
                  <a:lnTo>
                    <a:pt x="505529" y="5952586"/>
                  </a:lnTo>
                  <a:lnTo>
                    <a:pt x="505655" y="5952586"/>
                  </a:lnTo>
                  <a:lnTo>
                    <a:pt x="506160" y="5952586"/>
                  </a:lnTo>
                  <a:lnTo>
                    <a:pt x="506287" y="5952586"/>
                  </a:lnTo>
                  <a:lnTo>
                    <a:pt x="506413" y="5952586"/>
                  </a:lnTo>
                  <a:lnTo>
                    <a:pt x="506539" y="5952586"/>
                  </a:lnTo>
                  <a:lnTo>
                    <a:pt x="506665" y="5952586"/>
                  </a:lnTo>
                  <a:lnTo>
                    <a:pt x="506792" y="5952586"/>
                  </a:lnTo>
                  <a:lnTo>
                    <a:pt x="507044" y="5952586"/>
                  </a:lnTo>
                  <a:lnTo>
                    <a:pt x="507170" y="5952586"/>
                  </a:lnTo>
                  <a:lnTo>
                    <a:pt x="507297" y="5952586"/>
                  </a:lnTo>
                  <a:lnTo>
                    <a:pt x="507423" y="5952586"/>
                  </a:lnTo>
                  <a:lnTo>
                    <a:pt x="507549" y="5952586"/>
                  </a:lnTo>
                  <a:lnTo>
                    <a:pt x="507675" y="5952586"/>
                  </a:lnTo>
                  <a:lnTo>
                    <a:pt x="507802" y="5952586"/>
                  </a:lnTo>
                  <a:lnTo>
                    <a:pt x="507928" y="5952586"/>
                  </a:lnTo>
                  <a:lnTo>
                    <a:pt x="508054" y="5952586"/>
                  </a:lnTo>
                  <a:lnTo>
                    <a:pt x="508307" y="5952586"/>
                  </a:lnTo>
                  <a:lnTo>
                    <a:pt x="508812" y="5952586"/>
                  </a:lnTo>
                  <a:lnTo>
                    <a:pt x="508938" y="5952586"/>
                  </a:lnTo>
                  <a:lnTo>
                    <a:pt x="509064" y="5952586"/>
                  </a:lnTo>
                  <a:lnTo>
                    <a:pt x="509190" y="5952586"/>
                  </a:lnTo>
                  <a:lnTo>
                    <a:pt x="509317" y="5947675"/>
                  </a:lnTo>
                  <a:lnTo>
                    <a:pt x="509443" y="5947675"/>
                  </a:lnTo>
                  <a:lnTo>
                    <a:pt x="509569" y="5947675"/>
                  </a:lnTo>
                  <a:lnTo>
                    <a:pt x="509695" y="5947675"/>
                  </a:lnTo>
                  <a:lnTo>
                    <a:pt x="509822" y="5947675"/>
                  </a:lnTo>
                  <a:lnTo>
                    <a:pt x="509948" y="5947675"/>
                  </a:lnTo>
                  <a:lnTo>
                    <a:pt x="510074" y="5947675"/>
                  </a:lnTo>
                  <a:lnTo>
                    <a:pt x="510200" y="5947675"/>
                  </a:lnTo>
                  <a:lnTo>
                    <a:pt x="510327" y="5947675"/>
                  </a:lnTo>
                  <a:lnTo>
                    <a:pt x="510453" y="5947675"/>
                  </a:lnTo>
                  <a:lnTo>
                    <a:pt x="510453" y="5942763"/>
                  </a:lnTo>
                  <a:lnTo>
                    <a:pt x="510579" y="5942763"/>
                  </a:lnTo>
                  <a:lnTo>
                    <a:pt x="510832" y="5942763"/>
                  </a:lnTo>
                  <a:lnTo>
                    <a:pt x="510958" y="5942763"/>
                  </a:lnTo>
                  <a:lnTo>
                    <a:pt x="511211" y="5942763"/>
                  </a:lnTo>
                  <a:lnTo>
                    <a:pt x="511337" y="5942763"/>
                  </a:lnTo>
                  <a:lnTo>
                    <a:pt x="511463" y="5942763"/>
                  </a:lnTo>
                  <a:lnTo>
                    <a:pt x="511589" y="5942763"/>
                  </a:lnTo>
                  <a:lnTo>
                    <a:pt x="511716" y="5942763"/>
                  </a:lnTo>
                  <a:lnTo>
                    <a:pt x="511842" y="5942763"/>
                  </a:lnTo>
                  <a:lnTo>
                    <a:pt x="511968" y="5942763"/>
                  </a:lnTo>
                  <a:lnTo>
                    <a:pt x="512094" y="5942763"/>
                  </a:lnTo>
                  <a:lnTo>
                    <a:pt x="512347" y="5942763"/>
                  </a:lnTo>
                  <a:lnTo>
                    <a:pt x="512978" y="5942763"/>
                  </a:lnTo>
                  <a:lnTo>
                    <a:pt x="513104" y="5942763"/>
                  </a:lnTo>
                  <a:lnTo>
                    <a:pt x="513231" y="5942763"/>
                  </a:lnTo>
                  <a:lnTo>
                    <a:pt x="513357" y="5942763"/>
                  </a:lnTo>
                  <a:lnTo>
                    <a:pt x="513483" y="5942763"/>
                  </a:lnTo>
                  <a:lnTo>
                    <a:pt x="513609" y="5942763"/>
                  </a:lnTo>
                  <a:lnTo>
                    <a:pt x="513736" y="5942763"/>
                  </a:lnTo>
                  <a:lnTo>
                    <a:pt x="513862" y="5942763"/>
                  </a:lnTo>
                  <a:lnTo>
                    <a:pt x="513988" y="5942763"/>
                  </a:lnTo>
                  <a:lnTo>
                    <a:pt x="514114" y="5942763"/>
                  </a:lnTo>
                  <a:lnTo>
                    <a:pt x="514241" y="5942763"/>
                  </a:lnTo>
                  <a:lnTo>
                    <a:pt x="514367" y="5942763"/>
                  </a:lnTo>
                  <a:lnTo>
                    <a:pt x="514493" y="5942763"/>
                  </a:lnTo>
                  <a:lnTo>
                    <a:pt x="514619" y="5942763"/>
                  </a:lnTo>
                  <a:lnTo>
                    <a:pt x="514746" y="5942763"/>
                  </a:lnTo>
                  <a:lnTo>
                    <a:pt x="514872" y="5942763"/>
                  </a:lnTo>
                  <a:lnTo>
                    <a:pt x="514998" y="5942763"/>
                  </a:lnTo>
                  <a:lnTo>
                    <a:pt x="515251" y="5942763"/>
                  </a:lnTo>
                  <a:lnTo>
                    <a:pt x="515377" y="5942763"/>
                  </a:lnTo>
                  <a:lnTo>
                    <a:pt x="515503" y="5942763"/>
                  </a:lnTo>
                  <a:lnTo>
                    <a:pt x="515630" y="5942763"/>
                  </a:lnTo>
                  <a:lnTo>
                    <a:pt x="515756" y="5942763"/>
                  </a:lnTo>
                  <a:lnTo>
                    <a:pt x="515882" y="5942763"/>
                  </a:lnTo>
                  <a:lnTo>
                    <a:pt x="516008" y="5942763"/>
                  </a:lnTo>
                  <a:lnTo>
                    <a:pt x="516261" y="5942763"/>
                  </a:lnTo>
                  <a:lnTo>
                    <a:pt x="516387" y="5942763"/>
                  </a:lnTo>
                  <a:lnTo>
                    <a:pt x="516513" y="5942763"/>
                  </a:lnTo>
                  <a:lnTo>
                    <a:pt x="516640" y="5942763"/>
                  </a:lnTo>
                  <a:lnTo>
                    <a:pt x="516766" y="5942763"/>
                  </a:lnTo>
                  <a:lnTo>
                    <a:pt x="516892" y="5942763"/>
                  </a:lnTo>
                  <a:lnTo>
                    <a:pt x="517018" y="5942763"/>
                  </a:lnTo>
                  <a:lnTo>
                    <a:pt x="517145" y="5942763"/>
                  </a:lnTo>
                  <a:lnTo>
                    <a:pt x="517271" y="5942763"/>
                  </a:lnTo>
                  <a:lnTo>
                    <a:pt x="517397" y="5942763"/>
                  </a:lnTo>
                  <a:lnTo>
                    <a:pt x="517902" y="5942763"/>
                  </a:lnTo>
                  <a:lnTo>
                    <a:pt x="518028" y="5942763"/>
                  </a:lnTo>
                  <a:lnTo>
                    <a:pt x="518155" y="5942763"/>
                  </a:lnTo>
                  <a:lnTo>
                    <a:pt x="518281" y="5942763"/>
                  </a:lnTo>
                  <a:lnTo>
                    <a:pt x="518407" y="5942763"/>
                  </a:lnTo>
                  <a:lnTo>
                    <a:pt x="518533" y="5942763"/>
                  </a:lnTo>
                  <a:lnTo>
                    <a:pt x="518660" y="5942763"/>
                  </a:lnTo>
                  <a:lnTo>
                    <a:pt x="518786" y="5942763"/>
                  </a:lnTo>
                  <a:lnTo>
                    <a:pt x="518912" y="5942763"/>
                  </a:lnTo>
                  <a:lnTo>
                    <a:pt x="519038" y="5942763"/>
                  </a:lnTo>
                  <a:lnTo>
                    <a:pt x="519291" y="5942763"/>
                  </a:lnTo>
                  <a:lnTo>
                    <a:pt x="519417" y="5942763"/>
                  </a:lnTo>
                  <a:lnTo>
                    <a:pt x="519543" y="5942763"/>
                  </a:lnTo>
                  <a:lnTo>
                    <a:pt x="519670" y="5942763"/>
                  </a:lnTo>
                  <a:lnTo>
                    <a:pt x="519796" y="5942763"/>
                  </a:lnTo>
                  <a:lnTo>
                    <a:pt x="520301" y="5942763"/>
                  </a:lnTo>
                  <a:lnTo>
                    <a:pt x="520427" y="5942763"/>
                  </a:lnTo>
                  <a:lnTo>
                    <a:pt x="520553" y="5942763"/>
                  </a:lnTo>
                  <a:lnTo>
                    <a:pt x="520553" y="5937852"/>
                  </a:lnTo>
                  <a:lnTo>
                    <a:pt x="520680" y="5937852"/>
                  </a:lnTo>
                  <a:lnTo>
                    <a:pt x="520932" y="5937852"/>
                  </a:lnTo>
                  <a:lnTo>
                    <a:pt x="521059" y="5937852"/>
                  </a:lnTo>
                  <a:lnTo>
                    <a:pt x="521185" y="5937852"/>
                  </a:lnTo>
                  <a:lnTo>
                    <a:pt x="521311" y="5937852"/>
                  </a:lnTo>
                  <a:lnTo>
                    <a:pt x="521437" y="5937852"/>
                  </a:lnTo>
                  <a:lnTo>
                    <a:pt x="521690" y="5937852"/>
                  </a:lnTo>
                  <a:lnTo>
                    <a:pt x="521816" y="5937852"/>
                  </a:lnTo>
                  <a:lnTo>
                    <a:pt x="521942" y="5937852"/>
                  </a:lnTo>
                  <a:lnTo>
                    <a:pt x="522069" y="5937852"/>
                  </a:lnTo>
                  <a:lnTo>
                    <a:pt x="522195" y="5937852"/>
                  </a:lnTo>
                  <a:lnTo>
                    <a:pt x="522321" y="5937852"/>
                  </a:lnTo>
                  <a:lnTo>
                    <a:pt x="522574" y="5937852"/>
                  </a:lnTo>
                  <a:lnTo>
                    <a:pt x="522700" y="5937852"/>
                  </a:lnTo>
                  <a:lnTo>
                    <a:pt x="522826" y="5937852"/>
                  </a:lnTo>
                  <a:lnTo>
                    <a:pt x="523205" y="5937852"/>
                  </a:lnTo>
                  <a:lnTo>
                    <a:pt x="523331" y="5937852"/>
                  </a:lnTo>
                  <a:lnTo>
                    <a:pt x="523584" y="5937852"/>
                  </a:lnTo>
                  <a:lnTo>
                    <a:pt x="523710" y="5937852"/>
                  </a:lnTo>
                  <a:lnTo>
                    <a:pt x="523836" y="5937852"/>
                  </a:lnTo>
                  <a:lnTo>
                    <a:pt x="523836" y="5932940"/>
                  </a:lnTo>
                  <a:lnTo>
                    <a:pt x="523962" y="5932940"/>
                  </a:lnTo>
                  <a:lnTo>
                    <a:pt x="524215" y="5932940"/>
                  </a:lnTo>
                  <a:lnTo>
                    <a:pt x="524341" y="5932940"/>
                  </a:lnTo>
                  <a:lnTo>
                    <a:pt x="524594" y="5932940"/>
                  </a:lnTo>
                  <a:lnTo>
                    <a:pt x="524720" y="5932940"/>
                  </a:lnTo>
                  <a:lnTo>
                    <a:pt x="524846" y="5932940"/>
                  </a:lnTo>
                  <a:lnTo>
                    <a:pt x="524972" y="5932940"/>
                  </a:lnTo>
                  <a:lnTo>
                    <a:pt x="525099" y="5932940"/>
                  </a:lnTo>
                  <a:lnTo>
                    <a:pt x="525225" y="5932940"/>
                  </a:lnTo>
                  <a:lnTo>
                    <a:pt x="525477" y="5932940"/>
                  </a:lnTo>
                  <a:lnTo>
                    <a:pt x="525730" y="5932940"/>
                  </a:lnTo>
                  <a:lnTo>
                    <a:pt x="525856" y="5932940"/>
                  </a:lnTo>
                  <a:lnTo>
                    <a:pt x="525983" y="5932940"/>
                  </a:lnTo>
                  <a:lnTo>
                    <a:pt x="526109" y="5932940"/>
                  </a:lnTo>
                  <a:lnTo>
                    <a:pt x="526235" y="5932940"/>
                  </a:lnTo>
                  <a:lnTo>
                    <a:pt x="526361" y="5932940"/>
                  </a:lnTo>
                  <a:lnTo>
                    <a:pt x="526614" y="5932940"/>
                  </a:lnTo>
                  <a:lnTo>
                    <a:pt x="526740" y="5932940"/>
                  </a:lnTo>
                  <a:lnTo>
                    <a:pt x="526866" y="5932940"/>
                  </a:lnTo>
                  <a:lnTo>
                    <a:pt x="526993" y="5932940"/>
                  </a:lnTo>
                  <a:lnTo>
                    <a:pt x="526993" y="5923118"/>
                  </a:lnTo>
                  <a:lnTo>
                    <a:pt x="527371" y="5923118"/>
                  </a:lnTo>
                  <a:lnTo>
                    <a:pt x="527498" y="5923118"/>
                  </a:lnTo>
                  <a:lnTo>
                    <a:pt x="527624" y="5923118"/>
                  </a:lnTo>
                  <a:lnTo>
                    <a:pt x="527750" y="5923118"/>
                  </a:lnTo>
                  <a:lnTo>
                    <a:pt x="527876" y="5923118"/>
                  </a:lnTo>
                  <a:lnTo>
                    <a:pt x="528255" y="5923118"/>
                  </a:lnTo>
                  <a:lnTo>
                    <a:pt x="528381" y="5923118"/>
                  </a:lnTo>
                  <a:lnTo>
                    <a:pt x="528508" y="5923118"/>
                  </a:lnTo>
                  <a:lnTo>
                    <a:pt x="528634" y="5923118"/>
                  </a:lnTo>
                  <a:lnTo>
                    <a:pt x="528760" y="5923118"/>
                  </a:lnTo>
                  <a:lnTo>
                    <a:pt x="528886" y="5923118"/>
                  </a:lnTo>
                  <a:lnTo>
                    <a:pt x="529013" y="5923118"/>
                  </a:lnTo>
                  <a:lnTo>
                    <a:pt x="529139" y="5923118"/>
                  </a:lnTo>
                  <a:lnTo>
                    <a:pt x="529265" y="5923118"/>
                  </a:lnTo>
                  <a:lnTo>
                    <a:pt x="529391" y="5923118"/>
                  </a:lnTo>
                  <a:lnTo>
                    <a:pt x="529518" y="5923118"/>
                  </a:lnTo>
                  <a:lnTo>
                    <a:pt x="529644" y="5923118"/>
                  </a:lnTo>
                  <a:lnTo>
                    <a:pt x="529896" y="5923118"/>
                  </a:lnTo>
                  <a:lnTo>
                    <a:pt x="530023" y="5923118"/>
                  </a:lnTo>
                  <a:lnTo>
                    <a:pt x="530149" y="5923118"/>
                  </a:lnTo>
                  <a:lnTo>
                    <a:pt x="530401" y="5923118"/>
                  </a:lnTo>
                  <a:lnTo>
                    <a:pt x="530528" y="5923118"/>
                  </a:lnTo>
                  <a:lnTo>
                    <a:pt x="530906" y="5923118"/>
                  </a:lnTo>
                  <a:lnTo>
                    <a:pt x="531033" y="5923118"/>
                  </a:lnTo>
                  <a:lnTo>
                    <a:pt x="531159" y="5923118"/>
                  </a:lnTo>
                  <a:lnTo>
                    <a:pt x="531285" y="5923118"/>
                  </a:lnTo>
                  <a:lnTo>
                    <a:pt x="531412" y="5923118"/>
                  </a:lnTo>
                  <a:lnTo>
                    <a:pt x="531538" y="5923118"/>
                  </a:lnTo>
                  <a:lnTo>
                    <a:pt x="531664" y="5923118"/>
                  </a:lnTo>
                  <a:lnTo>
                    <a:pt x="531790" y="5923118"/>
                  </a:lnTo>
                  <a:lnTo>
                    <a:pt x="531917" y="5923118"/>
                  </a:lnTo>
                  <a:lnTo>
                    <a:pt x="532043" y="5923118"/>
                  </a:lnTo>
                  <a:lnTo>
                    <a:pt x="532169" y="5923118"/>
                  </a:lnTo>
                  <a:lnTo>
                    <a:pt x="532295" y="5923118"/>
                  </a:lnTo>
                  <a:lnTo>
                    <a:pt x="532548" y="5923118"/>
                  </a:lnTo>
                  <a:lnTo>
                    <a:pt x="532674" y="5923118"/>
                  </a:lnTo>
                  <a:lnTo>
                    <a:pt x="532800" y="5923118"/>
                  </a:lnTo>
                  <a:lnTo>
                    <a:pt x="532927" y="5923118"/>
                  </a:lnTo>
                  <a:lnTo>
                    <a:pt x="533053" y="5923118"/>
                  </a:lnTo>
                  <a:lnTo>
                    <a:pt x="533179" y="5923118"/>
                  </a:lnTo>
                  <a:lnTo>
                    <a:pt x="533305" y="5923118"/>
                  </a:lnTo>
                  <a:lnTo>
                    <a:pt x="533432" y="5923118"/>
                  </a:lnTo>
                  <a:lnTo>
                    <a:pt x="533558" y="5923118"/>
                  </a:lnTo>
                  <a:lnTo>
                    <a:pt x="533684" y="5923118"/>
                  </a:lnTo>
                  <a:lnTo>
                    <a:pt x="533810" y="5923118"/>
                  </a:lnTo>
                  <a:lnTo>
                    <a:pt x="533937" y="5923118"/>
                  </a:lnTo>
                  <a:lnTo>
                    <a:pt x="534063" y="5923118"/>
                  </a:lnTo>
                  <a:lnTo>
                    <a:pt x="534189" y="5923118"/>
                  </a:lnTo>
                  <a:lnTo>
                    <a:pt x="534315" y="5923118"/>
                  </a:lnTo>
                  <a:lnTo>
                    <a:pt x="534442" y="5923118"/>
                  </a:lnTo>
                  <a:lnTo>
                    <a:pt x="534568" y="5923118"/>
                  </a:lnTo>
                  <a:lnTo>
                    <a:pt x="534694" y="5923118"/>
                  </a:lnTo>
                  <a:lnTo>
                    <a:pt x="534820" y="5923118"/>
                  </a:lnTo>
                  <a:lnTo>
                    <a:pt x="534947" y="5923118"/>
                  </a:lnTo>
                  <a:lnTo>
                    <a:pt x="535073" y="5923118"/>
                  </a:lnTo>
                  <a:lnTo>
                    <a:pt x="535325" y="5923118"/>
                  </a:lnTo>
                  <a:lnTo>
                    <a:pt x="535452" y="5923118"/>
                  </a:lnTo>
                  <a:lnTo>
                    <a:pt x="535578" y="5923118"/>
                  </a:lnTo>
                  <a:lnTo>
                    <a:pt x="535830" y="5923118"/>
                  </a:lnTo>
                  <a:lnTo>
                    <a:pt x="535957" y="5923118"/>
                  </a:lnTo>
                  <a:lnTo>
                    <a:pt x="536083" y="5923118"/>
                  </a:lnTo>
                  <a:lnTo>
                    <a:pt x="536209" y="5923118"/>
                  </a:lnTo>
                  <a:lnTo>
                    <a:pt x="536336" y="5923118"/>
                  </a:lnTo>
                  <a:lnTo>
                    <a:pt x="536588" y="5923118"/>
                  </a:lnTo>
                  <a:lnTo>
                    <a:pt x="536714" y="5923118"/>
                  </a:lnTo>
                  <a:lnTo>
                    <a:pt x="536967" y="5923118"/>
                  </a:lnTo>
                  <a:lnTo>
                    <a:pt x="537093" y="5923118"/>
                  </a:lnTo>
                  <a:lnTo>
                    <a:pt x="537093" y="5918206"/>
                  </a:lnTo>
                  <a:lnTo>
                    <a:pt x="537219" y="5918206"/>
                  </a:lnTo>
                  <a:lnTo>
                    <a:pt x="537346" y="5918206"/>
                  </a:lnTo>
                  <a:lnTo>
                    <a:pt x="537472" y="5918206"/>
                  </a:lnTo>
                  <a:lnTo>
                    <a:pt x="537598" y="5918206"/>
                  </a:lnTo>
                  <a:lnTo>
                    <a:pt x="537724" y="5918206"/>
                  </a:lnTo>
                  <a:lnTo>
                    <a:pt x="537851" y="5918206"/>
                  </a:lnTo>
                  <a:lnTo>
                    <a:pt x="537977" y="5918206"/>
                  </a:lnTo>
                  <a:lnTo>
                    <a:pt x="538103" y="5918206"/>
                  </a:lnTo>
                  <a:lnTo>
                    <a:pt x="538229" y="5918206"/>
                  </a:lnTo>
                  <a:lnTo>
                    <a:pt x="538356" y="5918206"/>
                  </a:lnTo>
                  <a:lnTo>
                    <a:pt x="538482" y="5918206"/>
                  </a:lnTo>
                  <a:lnTo>
                    <a:pt x="538608" y="5918206"/>
                  </a:lnTo>
                  <a:lnTo>
                    <a:pt x="538734" y="5918206"/>
                  </a:lnTo>
                  <a:lnTo>
                    <a:pt x="538861" y="5918206"/>
                  </a:lnTo>
                  <a:lnTo>
                    <a:pt x="538987" y="5918206"/>
                  </a:lnTo>
                  <a:lnTo>
                    <a:pt x="539113" y="5918206"/>
                  </a:lnTo>
                  <a:lnTo>
                    <a:pt x="539239" y="5918206"/>
                  </a:lnTo>
                  <a:lnTo>
                    <a:pt x="539366" y="5918206"/>
                  </a:lnTo>
                  <a:lnTo>
                    <a:pt x="539492" y="5918206"/>
                  </a:lnTo>
                  <a:lnTo>
                    <a:pt x="539618" y="5918206"/>
                  </a:lnTo>
                  <a:lnTo>
                    <a:pt x="539618" y="5913295"/>
                  </a:lnTo>
                  <a:lnTo>
                    <a:pt x="539871" y="5913295"/>
                  </a:lnTo>
                  <a:lnTo>
                    <a:pt x="539997" y="5913295"/>
                  </a:lnTo>
                  <a:lnTo>
                    <a:pt x="540123" y="5913295"/>
                  </a:lnTo>
                  <a:lnTo>
                    <a:pt x="540249" y="5913295"/>
                  </a:lnTo>
                  <a:lnTo>
                    <a:pt x="540376" y="5913295"/>
                  </a:lnTo>
                  <a:lnTo>
                    <a:pt x="540628" y="5913295"/>
                  </a:lnTo>
                  <a:lnTo>
                    <a:pt x="540754" y="5913295"/>
                  </a:lnTo>
                  <a:lnTo>
                    <a:pt x="540881" y="5913295"/>
                  </a:lnTo>
                  <a:lnTo>
                    <a:pt x="541007" y="5913295"/>
                  </a:lnTo>
                  <a:lnTo>
                    <a:pt x="541133" y="5913295"/>
                  </a:lnTo>
                  <a:lnTo>
                    <a:pt x="541260" y="5913295"/>
                  </a:lnTo>
                  <a:lnTo>
                    <a:pt x="541386" y="5913295"/>
                  </a:lnTo>
                  <a:lnTo>
                    <a:pt x="541638" y="5913295"/>
                  </a:lnTo>
                  <a:lnTo>
                    <a:pt x="541765" y="5913295"/>
                  </a:lnTo>
                  <a:lnTo>
                    <a:pt x="541891" y="5913295"/>
                  </a:lnTo>
                  <a:lnTo>
                    <a:pt x="542017" y="5913295"/>
                  </a:lnTo>
                  <a:lnTo>
                    <a:pt x="542143" y="5913295"/>
                  </a:lnTo>
                  <a:lnTo>
                    <a:pt x="542270" y="5913295"/>
                  </a:lnTo>
                  <a:lnTo>
                    <a:pt x="542396" y="5913295"/>
                  </a:lnTo>
                  <a:lnTo>
                    <a:pt x="542648" y="5913295"/>
                  </a:lnTo>
                  <a:lnTo>
                    <a:pt x="542775" y="5913295"/>
                  </a:lnTo>
                  <a:lnTo>
                    <a:pt x="542901" y="5913295"/>
                  </a:lnTo>
                  <a:lnTo>
                    <a:pt x="543027" y="5913295"/>
                  </a:lnTo>
                  <a:lnTo>
                    <a:pt x="543153" y="5913295"/>
                  </a:lnTo>
                  <a:lnTo>
                    <a:pt x="543280" y="5913295"/>
                  </a:lnTo>
                  <a:lnTo>
                    <a:pt x="543406" y="5913295"/>
                  </a:lnTo>
                  <a:lnTo>
                    <a:pt x="543532" y="5913295"/>
                  </a:lnTo>
                  <a:lnTo>
                    <a:pt x="543532" y="5908384"/>
                  </a:lnTo>
                  <a:lnTo>
                    <a:pt x="543658" y="5908384"/>
                  </a:lnTo>
                  <a:lnTo>
                    <a:pt x="543785" y="5908384"/>
                  </a:lnTo>
                  <a:lnTo>
                    <a:pt x="543911" y="5908384"/>
                  </a:lnTo>
                  <a:lnTo>
                    <a:pt x="544290" y="5908384"/>
                  </a:lnTo>
                  <a:lnTo>
                    <a:pt x="544416" y="5908384"/>
                  </a:lnTo>
                  <a:lnTo>
                    <a:pt x="544542" y="5908384"/>
                  </a:lnTo>
                  <a:lnTo>
                    <a:pt x="544795" y="5908384"/>
                  </a:lnTo>
                  <a:lnTo>
                    <a:pt x="545047" y="5908384"/>
                  </a:lnTo>
                  <a:lnTo>
                    <a:pt x="545173" y="5908384"/>
                  </a:lnTo>
                  <a:lnTo>
                    <a:pt x="545300" y="5908384"/>
                  </a:lnTo>
                  <a:lnTo>
                    <a:pt x="545426" y="5908384"/>
                  </a:lnTo>
                  <a:lnTo>
                    <a:pt x="545552" y="5908384"/>
                  </a:lnTo>
                  <a:lnTo>
                    <a:pt x="545678" y="5908384"/>
                  </a:lnTo>
                  <a:lnTo>
                    <a:pt x="545805" y="5908384"/>
                  </a:lnTo>
                  <a:lnTo>
                    <a:pt x="545931" y="5908384"/>
                  </a:lnTo>
                  <a:lnTo>
                    <a:pt x="546941" y="5908384"/>
                  </a:lnTo>
                  <a:lnTo>
                    <a:pt x="547067" y="5908384"/>
                  </a:lnTo>
                  <a:lnTo>
                    <a:pt x="547194" y="5908384"/>
                  </a:lnTo>
                  <a:lnTo>
                    <a:pt x="547320" y="5908384"/>
                  </a:lnTo>
                  <a:lnTo>
                    <a:pt x="547446" y="5908384"/>
                  </a:lnTo>
                  <a:lnTo>
                    <a:pt x="547572" y="5908384"/>
                  </a:lnTo>
                  <a:lnTo>
                    <a:pt x="547699" y="5908384"/>
                  </a:lnTo>
                  <a:lnTo>
                    <a:pt x="547825" y="5908384"/>
                  </a:lnTo>
                  <a:lnTo>
                    <a:pt x="547951" y="5908384"/>
                  </a:lnTo>
                  <a:lnTo>
                    <a:pt x="548077" y="5908384"/>
                  </a:lnTo>
                  <a:lnTo>
                    <a:pt x="548204" y="5908384"/>
                  </a:lnTo>
                  <a:lnTo>
                    <a:pt x="548456" y="5908384"/>
                  </a:lnTo>
                  <a:lnTo>
                    <a:pt x="548582" y="5908384"/>
                  </a:lnTo>
                  <a:lnTo>
                    <a:pt x="548709" y="5908384"/>
                  </a:lnTo>
                  <a:lnTo>
                    <a:pt x="549087" y="5908384"/>
                  </a:lnTo>
                  <a:lnTo>
                    <a:pt x="549214" y="5908384"/>
                  </a:lnTo>
                  <a:lnTo>
                    <a:pt x="549340" y="5908384"/>
                  </a:lnTo>
                  <a:lnTo>
                    <a:pt x="549592" y="5908384"/>
                  </a:lnTo>
                  <a:lnTo>
                    <a:pt x="550097" y="5908384"/>
                  </a:lnTo>
                  <a:lnTo>
                    <a:pt x="550224" y="5908384"/>
                  </a:lnTo>
                  <a:lnTo>
                    <a:pt x="550476" y="5908384"/>
                  </a:lnTo>
                  <a:lnTo>
                    <a:pt x="550855" y="5908384"/>
                  </a:lnTo>
                  <a:lnTo>
                    <a:pt x="550981" y="5908384"/>
                  </a:lnTo>
                  <a:lnTo>
                    <a:pt x="551107" y="5908384"/>
                  </a:lnTo>
                  <a:lnTo>
                    <a:pt x="551234" y="5908384"/>
                  </a:lnTo>
                  <a:lnTo>
                    <a:pt x="551486" y="5908384"/>
                  </a:lnTo>
                  <a:lnTo>
                    <a:pt x="551613" y="5908384"/>
                  </a:lnTo>
                  <a:lnTo>
                    <a:pt x="551739" y="5908384"/>
                  </a:lnTo>
                  <a:lnTo>
                    <a:pt x="551865" y="5908384"/>
                  </a:lnTo>
                  <a:lnTo>
                    <a:pt x="551991" y="5908384"/>
                  </a:lnTo>
                  <a:lnTo>
                    <a:pt x="552118" y="5908384"/>
                  </a:lnTo>
                  <a:lnTo>
                    <a:pt x="552244" y="5908384"/>
                  </a:lnTo>
                  <a:lnTo>
                    <a:pt x="552496" y="5908384"/>
                  </a:lnTo>
                  <a:lnTo>
                    <a:pt x="552623" y="5908384"/>
                  </a:lnTo>
                  <a:lnTo>
                    <a:pt x="552749" y="5908384"/>
                  </a:lnTo>
                  <a:lnTo>
                    <a:pt x="552875" y="5908384"/>
                  </a:lnTo>
                  <a:lnTo>
                    <a:pt x="553128" y="5908384"/>
                  </a:lnTo>
                  <a:lnTo>
                    <a:pt x="553380" y="5908384"/>
                  </a:lnTo>
                  <a:lnTo>
                    <a:pt x="553506" y="5908384"/>
                  </a:lnTo>
                  <a:lnTo>
                    <a:pt x="553633" y="5908384"/>
                  </a:lnTo>
                  <a:lnTo>
                    <a:pt x="553759" y="5908384"/>
                  </a:lnTo>
                  <a:lnTo>
                    <a:pt x="553885" y="5908384"/>
                  </a:lnTo>
                  <a:lnTo>
                    <a:pt x="554011" y="5908384"/>
                  </a:lnTo>
                  <a:lnTo>
                    <a:pt x="554138" y="5908384"/>
                  </a:lnTo>
                  <a:lnTo>
                    <a:pt x="554264" y="5908384"/>
                  </a:lnTo>
                  <a:lnTo>
                    <a:pt x="554390" y="5908384"/>
                  </a:lnTo>
                  <a:lnTo>
                    <a:pt x="554516" y="5908384"/>
                  </a:lnTo>
                  <a:lnTo>
                    <a:pt x="554769" y="5908384"/>
                  </a:lnTo>
                  <a:lnTo>
                    <a:pt x="554895" y="5908384"/>
                  </a:lnTo>
                  <a:lnTo>
                    <a:pt x="555021" y="5908384"/>
                  </a:lnTo>
                  <a:lnTo>
                    <a:pt x="555274" y="5908384"/>
                  </a:lnTo>
                  <a:lnTo>
                    <a:pt x="555400" y="5908384"/>
                  </a:lnTo>
                  <a:lnTo>
                    <a:pt x="555526" y="5908384"/>
                  </a:lnTo>
                  <a:lnTo>
                    <a:pt x="555653" y="5908384"/>
                  </a:lnTo>
                  <a:lnTo>
                    <a:pt x="555779" y="5908384"/>
                  </a:lnTo>
                  <a:lnTo>
                    <a:pt x="556031" y="5908384"/>
                  </a:lnTo>
                  <a:lnTo>
                    <a:pt x="556158" y="5908384"/>
                  </a:lnTo>
                  <a:lnTo>
                    <a:pt x="556284" y="5908384"/>
                  </a:lnTo>
                  <a:lnTo>
                    <a:pt x="556410" y="5908384"/>
                  </a:lnTo>
                  <a:lnTo>
                    <a:pt x="556663" y="5908384"/>
                  </a:lnTo>
                  <a:lnTo>
                    <a:pt x="556789" y="5908384"/>
                  </a:lnTo>
                  <a:lnTo>
                    <a:pt x="557042" y="5908384"/>
                  </a:lnTo>
                  <a:lnTo>
                    <a:pt x="557168" y="5908384"/>
                  </a:lnTo>
                  <a:lnTo>
                    <a:pt x="557294" y="5908384"/>
                  </a:lnTo>
                  <a:lnTo>
                    <a:pt x="557420" y="5908384"/>
                  </a:lnTo>
                  <a:lnTo>
                    <a:pt x="557547" y="5908384"/>
                  </a:lnTo>
                  <a:lnTo>
                    <a:pt x="557673" y="5908384"/>
                  </a:lnTo>
                  <a:lnTo>
                    <a:pt x="557799" y="5908384"/>
                  </a:lnTo>
                  <a:lnTo>
                    <a:pt x="557925" y="5908384"/>
                  </a:lnTo>
                  <a:lnTo>
                    <a:pt x="558052" y="5908384"/>
                  </a:lnTo>
                  <a:lnTo>
                    <a:pt x="558178" y="5908384"/>
                  </a:lnTo>
                  <a:lnTo>
                    <a:pt x="558304" y="5908384"/>
                  </a:lnTo>
                  <a:lnTo>
                    <a:pt x="558430" y="5908384"/>
                  </a:lnTo>
                  <a:lnTo>
                    <a:pt x="558557" y="5908384"/>
                  </a:lnTo>
                  <a:lnTo>
                    <a:pt x="558683" y="5908384"/>
                  </a:lnTo>
                  <a:lnTo>
                    <a:pt x="558809" y="5908384"/>
                  </a:lnTo>
                  <a:lnTo>
                    <a:pt x="558935" y="5908384"/>
                  </a:lnTo>
                  <a:lnTo>
                    <a:pt x="558935" y="5903472"/>
                  </a:lnTo>
                  <a:lnTo>
                    <a:pt x="559062" y="5903472"/>
                  </a:lnTo>
                  <a:lnTo>
                    <a:pt x="559188" y="5903472"/>
                  </a:lnTo>
                  <a:lnTo>
                    <a:pt x="559314" y="5903472"/>
                  </a:lnTo>
                  <a:lnTo>
                    <a:pt x="559440" y="5903472"/>
                  </a:lnTo>
                  <a:lnTo>
                    <a:pt x="559693" y="5903472"/>
                  </a:lnTo>
                  <a:lnTo>
                    <a:pt x="559819" y="5903472"/>
                  </a:lnTo>
                  <a:lnTo>
                    <a:pt x="559945" y="5903472"/>
                  </a:lnTo>
                  <a:lnTo>
                    <a:pt x="560072" y="5903472"/>
                  </a:lnTo>
                  <a:lnTo>
                    <a:pt x="560198" y="5903472"/>
                  </a:lnTo>
                  <a:lnTo>
                    <a:pt x="560324" y="5903472"/>
                  </a:lnTo>
                  <a:lnTo>
                    <a:pt x="560450" y="5903472"/>
                  </a:lnTo>
                  <a:lnTo>
                    <a:pt x="560577" y="5903472"/>
                  </a:lnTo>
                  <a:lnTo>
                    <a:pt x="560703" y="5903472"/>
                  </a:lnTo>
                  <a:lnTo>
                    <a:pt x="560829" y="5903472"/>
                  </a:lnTo>
                  <a:lnTo>
                    <a:pt x="560955" y="5903472"/>
                  </a:lnTo>
                  <a:lnTo>
                    <a:pt x="561082" y="5903472"/>
                  </a:lnTo>
                  <a:lnTo>
                    <a:pt x="561208" y="5903472"/>
                  </a:lnTo>
                  <a:lnTo>
                    <a:pt x="561460" y="5903472"/>
                  </a:lnTo>
                  <a:lnTo>
                    <a:pt x="561587" y="5903472"/>
                  </a:lnTo>
                  <a:lnTo>
                    <a:pt x="561839" y="5903472"/>
                  </a:lnTo>
                  <a:lnTo>
                    <a:pt x="561966" y="5903472"/>
                  </a:lnTo>
                  <a:lnTo>
                    <a:pt x="562092" y="5903472"/>
                  </a:lnTo>
                  <a:lnTo>
                    <a:pt x="562218" y="5903472"/>
                  </a:lnTo>
                  <a:lnTo>
                    <a:pt x="562344" y="5903472"/>
                  </a:lnTo>
                  <a:lnTo>
                    <a:pt x="562597" y="5903472"/>
                  </a:lnTo>
                  <a:lnTo>
                    <a:pt x="562723" y="5903472"/>
                  </a:lnTo>
                  <a:lnTo>
                    <a:pt x="562849" y="5903472"/>
                  </a:lnTo>
                  <a:lnTo>
                    <a:pt x="563228" y="5903472"/>
                  </a:lnTo>
                  <a:lnTo>
                    <a:pt x="563354" y="5903472"/>
                  </a:lnTo>
                  <a:lnTo>
                    <a:pt x="563481" y="5903472"/>
                  </a:lnTo>
                  <a:lnTo>
                    <a:pt x="563607" y="5903472"/>
                  </a:lnTo>
                  <a:lnTo>
                    <a:pt x="563733" y="5903472"/>
                  </a:lnTo>
                  <a:lnTo>
                    <a:pt x="563859" y="5903472"/>
                  </a:lnTo>
                  <a:lnTo>
                    <a:pt x="563986" y="5903472"/>
                  </a:lnTo>
                  <a:lnTo>
                    <a:pt x="564112" y="5903472"/>
                  </a:lnTo>
                  <a:lnTo>
                    <a:pt x="564238" y="5903472"/>
                  </a:lnTo>
                  <a:lnTo>
                    <a:pt x="564364" y="5903472"/>
                  </a:lnTo>
                  <a:lnTo>
                    <a:pt x="564491" y="5903472"/>
                  </a:lnTo>
                  <a:lnTo>
                    <a:pt x="564617" y="5903472"/>
                  </a:lnTo>
                  <a:lnTo>
                    <a:pt x="564743" y="5903472"/>
                  </a:lnTo>
                  <a:lnTo>
                    <a:pt x="564869" y="5903472"/>
                  </a:lnTo>
                  <a:lnTo>
                    <a:pt x="564996" y="5898561"/>
                  </a:lnTo>
                  <a:lnTo>
                    <a:pt x="565122" y="5898561"/>
                  </a:lnTo>
                  <a:lnTo>
                    <a:pt x="565374" y="5898561"/>
                  </a:lnTo>
                  <a:lnTo>
                    <a:pt x="565627" y="5898561"/>
                  </a:lnTo>
                  <a:lnTo>
                    <a:pt x="565879" y="5898561"/>
                  </a:lnTo>
                  <a:lnTo>
                    <a:pt x="566006" y="5898561"/>
                  </a:lnTo>
                  <a:lnTo>
                    <a:pt x="566258" y="5898561"/>
                  </a:lnTo>
                  <a:lnTo>
                    <a:pt x="566384" y="5898561"/>
                  </a:lnTo>
                  <a:lnTo>
                    <a:pt x="566511" y="5898561"/>
                  </a:lnTo>
                  <a:lnTo>
                    <a:pt x="566637" y="5898561"/>
                  </a:lnTo>
                  <a:lnTo>
                    <a:pt x="566763" y="5898561"/>
                  </a:lnTo>
                  <a:lnTo>
                    <a:pt x="567016" y="5898561"/>
                  </a:lnTo>
                  <a:lnTo>
                    <a:pt x="567142" y="5898561"/>
                  </a:lnTo>
                  <a:lnTo>
                    <a:pt x="567268" y="5898561"/>
                  </a:lnTo>
                  <a:lnTo>
                    <a:pt x="567647" y="5898561"/>
                  </a:lnTo>
                  <a:lnTo>
                    <a:pt x="567900" y="5898561"/>
                  </a:lnTo>
                  <a:lnTo>
                    <a:pt x="568026" y="5898561"/>
                  </a:lnTo>
                  <a:lnTo>
                    <a:pt x="568152" y="5898561"/>
                  </a:lnTo>
                  <a:lnTo>
                    <a:pt x="568278" y="5898561"/>
                  </a:lnTo>
                  <a:lnTo>
                    <a:pt x="568405" y="5898561"/>
                  </a:lnTo>
                  <a:lnTo>
                    <a:pt x="568405" y="5893649"/>
                  </a:lnTo>
                  <a:lnTo>
                    <a:pt x="568531" y="5893649"/>
                  </a:lnTo>
                  <a:lnTo>
                    <a:pt x="568657" y="5893649"/>
                  </a:lnTo>
                  <a:lnTo>
                    <a:pt x="568783" y="5893649"/>
                  </a:lnTo>
                  <a:lnTo>
                    <a:pt x="568910" y="5893649"/>
                  </a:lnTo>
                  <a:lnTo>
                    <a:pt x="569036" y="5893649"/>
                  </a:lnTo>
                  <a:lnTo>
                    <a:pt x="569162" y="5893649"/>
                  </a:lnTo>
                  <a:lnTo>
                    <a:pt x="569288" y="5893649"/>
                  </a:lnTo>
                  <a:lnTo>
                    <a:pt x="569415" y="5893649"/>
                  </a:lnTo>
                  <a:lnTo>
                    <a:pt x="569541" y="5893649"/>
                  </a:lnTo>
                  <a:lnTo>
                    <a:pt x="569667" y="5893649"/>
                  </a:lnTo>
                  <a:lnTo>
                    <a:pt x="569793" y="5893649"/>
                  </a:lnTo>
                  <a:lnTo>
                    <a:pt x="569920" y="5888738"/>
                  </a:lnTo>
                  <a:lnTo>
                    <a:pt x="570046" y="5888738"/>
                  </a:lnTo>
                  <a:lnTo>
                    <a:pt x="570172" y="5888738"/>
                  </a:lnTo>
                  <a:lnTo>
                    <a:pt x="570425" y="5888738"/>
                  </a:lnTo>
                  <a:lnTo>
                    <a:pt x="570551" y="5888738"/>
                  </a:lnTo>
                  <a:lnTo>
                    <a:pt x="570677" y="5888738"/>
                  </a:lnTo>
                  <a:lnTo>
                    <a:pt x="570803" y="5888738"/>
                  </a:lnTo>
                  <a:lnTo>
                    <a:pt x="570930" y="5888738"/>
                  </a:lnTo>
                  <a:lnTo>
                    <a:pt x="571056" y="5888738"/>
                  </a:lnTo>
                  <a:lnTo>
                    <a:pt x="571182" y="5888738"/>
                  </a:lnTo>
                  <a:lnTo>
                    <a:pt x="571308" y="5888738"/>
                  </a:lnTo>
                  <a:lnTo>
                    <a:pt x="571435" y="5888738"/>
                  </a:lnTo>
                  <a:lnTo>
                    <a:pt x="571561" y="5888738"/>
                  </a:lnTo>
                  <a:lnTo>
                    <a:pt x="571687" y="5888738"/>
                  </a:lnTo>
                  <a:lnTo>
                    <a:pt x="571813" y="5888738"/>
                  </a:lnTo>
                  <a:lnTo>
                    <a:pt x="571940" y="5888738"/>
                  </a:lnTo>
                  <a:lnTo>
                    <a:pt x="572066" y="5888738"/>
                  </a:lnTo>
                  <a:lnTo>
                    <a:pt x="572192" y="5888738"/>
                  </a:lnTo>
                  <a:lnTo>
                    <a:pt x="572319" y="5888738"/>
                  </a:lnTo>
                  <a:lnTo>
                    <a:pt x="572445" y="5888738"/>
                  </a:lnTo>
                  <a:lnTo>
                    <a:pt x="572571" y="5888738"/>
                  </a:lnTo>
                  <a:lnTo>
                    <a:pt x="573076" y="5888738"/>
                  </a:lnTo>
                  <a:lnTo>
                    <a:pt x="573202" y="5888738"/>
                  </a:lnTo>
                  <a:lnTo>
                    <a:pt x="573329" y="5888738"/>
                  </a:lnTo>
                  <a:lnTo>
                    <a:pt x="573455" y="5888738"/>
                  </a:lnTo>
                  <a:lnTo>
                    <a:pt x="573581" y="5888738"/>
                  </a:lnTo>
                  <a:lnTo>
                    <a:pt x="573707" y="5888738"/>
                  </a:lnTo>
                  <a:lnTo>
                    <a:pt x="573960" y="5888738"/>
                  </a:lnTo>
                  <a:lnTo>
                    <a:pt x="574086" y="5888738"/>
                  </a:lnTo>
                  <a:lnTo>
                    <a:pt x="574212" y="5888738"/>
                  </a:lnTo>
                  <a:lnTo>
                    <a:pt x="574339" y="5888738"/>
                  </a:lnTo>
                  <a:lnTo>
                    <a:pt x="574591" y="5888738"/>
                  </a:lnTo>
                  <a:lnTo>
                    <a:pt x="574717" y="5888738"/>
                  </a:lnTo>
                  <a:lnTo>
                    <a:pt x="574844" y="5888738"/>
                  </a:lnTo>
                  <a:lnTo>
                    <a:pt x="574970" y="5883827"/>
                  </a:lnTo>
                  <a:lnTo>
                    <a:pt x="575096" y="5883827"/>
                  </a:lnTo>
                  <a:lnTo>
                    <a:pt x="575222" y="5883827"/>
                  </a:lnTo>
                  <a:lnTo>
                    <a:pt x="575601" y="5883827"/>
                  </a:lnTo>
                  <a:lnTo>
                    <a:pt x="575727" y="5883827"/>
                  </a:lnTo>
                  <a:lnTo>
                    <a:pt x="575854" y="5883827"/>
                  </a:lnTo>
                  <a:lnTo>
                    <a:pt x="575980" y="5883827"/>
                  </a:lnTo>
                  <a:lnTo>
                    <a:pt x="576106" y="5883827"/>
                  </a:lnTo>
                  <a:lnTo>
                    <a:pt x="576232" y="5883827"/>
                  </a:lnTo>
                  <a:lnTo>
                    <a:pt x="576611" y="5883827"/>
                  </a:lnTo>
                  <a:lnTo>
                    <a:pt x="576990" y="5883827"/>
                  </a:lnTo>
                  <a:lnTo>
                    <a:pt x="577116" y="5883827"/>
                  </a:lnTo>
                  <a:lnTo>
                    <a:pt x="577242" y="5883827"/>
                  </a:lnTo>
                  <a:lnTo>
                    <a:pt x="577495" y="5883827"/>
                  </a:lnTo>
                  <a:lnTo>
                    <a:pt x="577621" y="5883827"/>
                  </a:lnTo>
                  <a:lnTo>
                    <a:pt x="577748" y="5883827"/>
                  </a:lnTo>
                  <a:lnTo>
                    <a:pt x="577874" y="5883827"/>
                  </a:lnTo>
                  <a:lnTo>
                    <a:pt x="578126" y="5883827"/>
                  </a:lnTo>
                  <a:lnTo>
                    <a:pt x="578253" y="5883827"/>
                  </a:lnTo>
                  <a:lnTo>
                    <a:pt x="578379" y="5883827"/>
                  </a:lnTo>
                  <a:lnTo>
                    <a:pt x="578505" y="5883827"/>
                  </a:lnTo>
                  <a:lnTo>
                    <a:pt x="578884" y="5883827"/>
                  </a:lnTo>
                  <a:lnTo>
                    <a:pt x="579010" y="5883827"/>
                  </a:lnTo>
                  <a:lnTo>
                    <a:pt x="579136" y="5883827"/>
                  </a:lnTo>
                  <a:lnTo>
                    <a:pt x="579263" y="5883827"/>
                  </a:lnTo>
                  <a:lnTo>
                    <a:pt x="579515" y="5883827"/>
                  </a:lnTo>
                  <a:lnTo>
                    <a:pt x="579641" y="5883827"/>
                  </a:lnTo>
                  <a:lnTo>
                    <a:pt x="579894" y="5883827"/>
                  </a:lnTo>
                  <a:lnTo>
                    <a:pt x="580020" y="5883827"/>
                  </a:lnTo>
                  <a:lnTo>
                    <a:pt x="580146" y="5883827"/>
                  </a:lnTo>
                  <a:lnTo>
                    <a:pt x="580273" y="5883827"/>
                  </a:lnTo>
                  <a:lnTo>
                    <a:pt x="580399" y="5883827"/>
                  </a:lnTo>
                  <a:lnTo>
                    <a:pt x="580525" y="5883827"/>
                  </a:lnTo>
                  <a:lnTo>
                    <a:pt x="580778" y="5883827"/>
                  </a:lnTo>
                  <a:lnTo>
                    <a:pt x="580904" y="5883827"/>
                  </a:lnTo>
                  <a:lnTo>
                    <a:pt x="581030" y="5883827"/>
                  </a:lnTo>
                  <a:lnTo>
                    <a:pt x="581156" y="5883827"/>
                  </a:lnTo>
                  <a:lnTo>
                    <a:pt x="581283" y="5883827"/>
                  </a:lnTo>
                  <a:lnTo>
                    <a:pt x="581409" y="5883827"/>
                  </a:lnTo>
                  <a:lnTo>
                    <a:pt x="581661" y="5883827"/>
                  </a:lnTo>
                  <a:lnTo>
                    <a:pt x="581788" y="5883827"/>
                  </a:lnTo>
                  <a:lnTo>
                    <a:pt x="581914" y="5883827"/>
                  </a:lnTo>
                  <a:lnTo>
                    <a:pt x="582293" y="5883827"/>
                  </a:lnTo>
                  <a:lnTo>
                    <a:pt x="582545" y="5883827"/>
                  </a:lnTo>
                  <a:lnTo>
                    <a:pt x="582924" y="5883827"/>
                  </a:lnTo>
                  <a:lnTo>
                    <a:pt x="583177" y="5883827"/>
                  </a:lnTo>
                  <a:lnTo>
                    <a:pt x="583303" y="5883827"/>
                  </a:lnTo>
                  <a:lnTo>
                    <a:pt x="583555" y="5883827"/>
                  </a:lnTo>
                  <a:lnTo>
                    <a:pt x="583682" y="5883827"/>
                  </a:lnTo>
                  <a:lnTo>
                    <a:pt x="583808" y="5883827"/>
                  </a:lnTo>
                  <a:lnTo>
                    <a:pt x="584060" y="5883827"/>
                  </a:lnTo>
                  <a:lnTo>
                    <a:pt x="584187" y="5883827"/>
                  </a:lnTo>
                  <a:lnTo>
                    <a:pt x="584313" y="5883827"/>
                  </a:lnTo>
                  <a:lnTo>
                    <a:pt x="584439" y="5883827"/>
                  </a:lnTo>
                  <a:lnTo>
                    <a:pt x="584692" y="5883827"/>
                  </a:lnTo>
                  <a:lnTo>
                    <a:pt x="584818" y="5883827"/>
                  </a:lnTo>
                  <a:lnTo>
                    <a:pt x="584944" y="5883827"/>
                  </a:lnTo>
                  <a:lnTo>
                    <a:pt x="585070" y="5883827"/>
                  </a:lnTo>
                  <a:lnTo>
                    <a:pt x="585197" y="5883827"/>
                  </a:lnTo>
                  <a:lnTo>
                    <a:pt x="585323" y="5883827"/>
                  </a:lnTo>
                  <a:lnTo>
                    <a:pt x="585449" y="5883827"/>
                  </a:lnTo>
                  <a:lnTo>
                    <a:pt x="585702" y="5883827"/>
                  </a:lnTo>
                  <a:lnTo>
                    <a:pt x="585828" y="5883827"/>
                  </a:lnTo>
                  <a:lnTo>
                    <a:pt x="585954" y="5883827"/>
                  </a:lnTo>
                  <a:lnTo>
                    <a:pt x="586080" y="5883827"/>
                  </a:lnTo>
                  <a:lnTo>
                    <a:pt x="586207" y="5883827"/>
                  </a:lnTo>
                  <a:lnTo>
                    <a:pt x="586333" y="5883827"/>
                  </a:lnTo>
                  <a:lnTo>
                    <a:pt x="586712" y="5883827"/>
                  </a:lnTo>
                  <a:lnTo>
                    <a:pt x="586964" y="5883827"/>
                  </a:lnTo>
                  <a:lnTo>
                    <a:pt x="587090" y="5883827"/>
                  </a:lnTo>
                  <a:lnTo>
                    <a:pt x="587217" y="5883827"/>
                  </a:lnTo>
                  <a:lnTo>
                    <a:pt x="587343" y="5883827"/>
                  </a:lnTo>
                  <a:lnTo>
                    <a:pt x="587469" y="5883827"/>
                  </a:lnTo>
                  <a:lnTo>
                    <a:pt x="587595" y="5883827"/>
                  </a:lnTo>
                  <a:lnTo>
                    <a:pt x="588101" y="5883827"/>
                  </a:lnTo>
                  <a:lnTo>
                    <a:pt x="588353" y="5883827"/>
                  </a:lnTo>
                  <a:lnTo>
                    <a:pt x="588479" y="5883827"/>
                  </a:lnTo>
                  <a:lnTo>
                    <a:pt x="588606" y="5883827"/>
                  </a:lnTo>
                  <a:lnTo>
                    <a:pt x="588732" y="5883827"/>
                  </a:lnTo>
                  <a:lnTo>
                    <a:pt x="588858" y="5883827"/>
                  </a:lnTo>
                  <a:lnTo>
                    <a:pt x="588984" y="5883827"/>
                  </a:lnTo>
                  <a:lnTo>
                    <a:pt x="589237" y="5883827"/>
                  </a:lnTo>
                  <a:lnTo>
                    <a:pt x="589363" y="5883827"/>
                  </a:lnTo>
                  <a:lnTo>
                    <a:pt x="589489" y="5883827"/>
                  </a:lnTo>
                  <a:lnTo>
                    <a:pt x="589616" y="5883827"/>
                  </a:lnTo>
                  <a:lnTo>
                    <a:pt x="589742" y="5883827"/>
                  </a:lnTo>
                  <a:lnTo>
                    <a:pt x="589868" y="5883827"/>
                  </a:lnTo>
                  <a:lnTo>
                    <a:pt x="589994" y="5883827"/>
                  </a:lnTo>
                  <a:lnTo>
                    <a:pt x="590247" y="5883827"/>
                  </a:lnTo>
                  <a:lnTo>
                    <a:pt x="590373" y="5883827"/>
                  </a:lnTo>
                  <a:lnTo>
                    <a:pt x="590499" y="5883827"/>
                  </a:lnTo>
                  <a:lnTo>
                    <a:pt x="590626" y="5883827"/>
                  </a:lnTo>
                  <a:lnTo>
                    <a:pt x="590752" y="5883827"/>
                  </a:lnTo>
                  <a:lnTo>
                    <a:pt x="590878" y="5883827"/>
                  </a:lnTo>
                  <a:lnTo>
                    <a:pt x="591004" y="5883827"/>
                  </a:lnTo>
                  <a:lnTo>
                    <a:pt x="591131" y="5883827"/>
                  </a:lnTo>
                  <a:lnTo>
                    <a:pt x="591257" y="5883827"/>
                  </a:lnTo>
                  <a:lnTo>
                    <a:pt x="591383" y="5883827"/>
                  </a:lnTo>
                  <a:lnTo>
                    <a:pt x="591509" y="5883827"/>
                  </a:lnTo>
                  <a:lnTo>
                    <a:pt x="591636" y="5883827"/>
                  </a:lnTo>
                  <a:lnTo>
                    <a:pt x="591888" y="5883827"/>
                  </a:lnTo>
                  <a:lnTo>
                    <a:pt x="592014" y="5883827"/>
                  </a:lnTo>
                  <a:lnTo>
                    <a:pt x="592141" y="5883827"/>
                  </a:lnTo>
                  <a:lnTo>
                    <a:pt x="592267" y="5883827"/>
                  </a:lnTo>
                  <a:lnTo>
                    <a:pt x="592393" y="5883827"/>
                  </a:lnTo>
                  <a:lnTo>
                    <a:pt x="592519" y="5883827"/>
                  </a:lnTo>
                  <a:lnTo>
                    <a:pt x="592646" y="5883827"/>
                  </a:lnTo>
                  <a:lnTo>
                    <a:pt x="592772" y="5883827"/>
                  </a:lnTo>
                  <a:lnTo>
                    <a:pt x="592898" y="5883827"/>
                  </a:lnTo>
                  <a:lnTo>
                    <a:pt x="593025" y="5883827"/>
                  </a:lnTo>
                  <a:lnTo>
                    <a:pt x="593151" y="5883827"/>
                  </a:lnTo>
                  <a:lnTo>
                    <a:pt x="593277" y="5883827"/>
                  </a:lnTo>
                  <a:lnTo>
                    <a:pt x="593403" y="5883827"/>
                  </a:lnTo>
                  <a:lnTo>
                    <a:pt x="593530" y="5883827"/>
                  </a:lnTo>
                  <a:lnTo>
                    <a:pt x="593656" y="5883827"/>
                  </a:lnTo>
                  <a:lnTo>
                    <a:pt x="593782" y="5883827"/>
                  </a:lnTo>
                  <a:lnTo>
                    <a:pt x="593908" y="5883827"/>
                  </a:lnTo>
                  <a:lnTo>
                    <a:pt x="594035" y="5883827"/>
                  </a:lnTo>
                  <a:lnTo>
                    <a:pt x="594161" y="5883827"/>
                  </a:lnTo>
                  <a:lnTo>
                    <a:pt x="594413" y="5883827"/>
                  </a:lnTo>
                  <a:lnTo>
                    <a:pt x="594540" y="5883827"/>
                  </a:lnTo>
                  <a:lnTo>
                    <a:pt x="594666" y="5883827"/>
                  </a:lnTo>
                  <a:lnTo>
                    <a:pt x="594792" y="5883827"/>
                  </a:lnTo>
                  <a:lnTo>
                    <a:pt x="594918" y="5883827"/>
                  </a:lnTo>
                  <a:lnTo>
                    <a:pt x="595045" y="5883827"/>
                  </a:lnTo>
                  <a:lnTo>
                    <a:pt x="595297" y="5883827"/>
                  </a:lnTo>
                  <a:lnTo>
                    <a:pt x="595550" y="5883827"/>
                  </a:lnTo>
                  <a:lnTo>
                    <a:pt x="595802" y="5883827"/>
                  </a:lnTo>
                  <a:lnTo>
                    <a:pt x="595928" y="5883827"/>
                  </a:lnTo>
                  <a:lnTo>
                    <a:pt x="596055" y="5883827"/>
                  </a:lnTo>
                  <a:lnTo>
                    <a:pt x="596307" y="5878915"/>
                  </a:lnTo>
                  <a:lnTo>
                    <a:pt x="596433" y="5878915"/>
                  </a:lnTo>
                  <a:lnTo>
                    <a:pt x="596560" y="5878915"/>
                  </a:lnTo>
                  <a:lnTo>
                    <a:pt x="596686" y="5874004"/>
                  </a:lnTo>
                  <a:lnTo>
                    <a:pt x="596938" y="5874004"/>
                  </a:lnTo>
                  <a:lnTo>
                    <a:pt x="597443" y="5874004"/>
                  </a:lnTo>
                  <a:lnTo>
                    <a:pt x="597570" y="5874004"/>
                  </a:lnTo>
                  <a:lnTo>
                    <a:pt x="597696" y="5874004"/>
                  </a:lnTo>
                  <a:lnTo>
                    <a:pt x="597822" y="5874004"/>
                  </a:lnTo>
                  <a:lnTo>
                    <a:pt x="597949" y="5874004"/>
                  </a:lnTo>
                  <a:lnTo>
                    <a:pt x="598075" y="5874004"/>
                  </a:lnTo>
                  <a:lnTo>
                    <a:pt x="598454" y="5874004"/>
                  </a:lnTo>
                  <a:lnTo>
                    <a:pt x="598706" y="5874004"/>
                  </a:lnTo>
                  <a:lnTo>
                    <a:pt x="598832" y="5874004"/>
                  </a:lnTo>
                  <a:lnTo>
                    <a:pt x="599464" y="5874004"/>
                  </a:lnTo>
                  <a:lnTo>
                    <a:pt x="599716" y="5874004"/>
                  </a:lnTo>
                  <a:lnTo>
                    <a:pt x="599842" y="5874004"/>
                  </a:lnTo>
                  <a:lnTo>
                    <a:pt x="599969" y="5874004"/>
                  </a:lnTo>
                  <a:lnTo>
                    <a:pt x="600095" y="5874004"/>
                  </a:lnTo>
                  <a:lnTo>
                    <a:pt x="600221" y="5874004"/>
                  </a:lnTo>
                  <a:lnTo>
                    <a:pt x="600347" y="5874004"/>
                  </a:lnTo>
                  <a:lnTo>
                    <a:pt x="600347" y="5869093"/>
                  </a:lnTo>
                  <a:lnTo>
                    <a:pt x="600600" y="5869093"/>
                  </a:lnTo>
                  <a:lnTo>
                    <a:pt x="600979" y="5869093"/>
                  </a:lnTo>
                  <a:lnTo>
                    <a:pt x="601105" y="5869093"/>
                  </a:lnTo>
                  <a:lnTo>
                    <a:pt x="601231" y="5869093"/>
                  </a:lnTo>
                  <a:lnTo>
                    <a:pt x="601357" y="5869093"/>
                  </a:lnTo>
                  <a:lnTo>
                    <a:pt x="601484" y="5869093"/>
                  </a:lnTo>
                  <a:lnTo>
                    <a:pt x="601610" y="5869093"/>
                  </a:lnTo>
                  <a:lnTo>
                    <a:pt x="601736" y="5869093"/>
                  </a:lnTo>
                  <a:lnTo>
                    <a:pt x="601862" y="5869093"/>
                  </a:lnTo>
                  <a:lnTo>
                    <a:pt x="601989" y="5869093"/>
                  </a:lnTo>
                  <a:lnTo>
                    <a:pt x="602115" y="5869093"/>
                  </a:lnTo>
                  <a:lnTo>
                    <a:pt x="602241" y="5869093"/>
                  </a:lnTo>
                  <a:lnTo>
                    <a:pt x="602367" y="5869093"/>
                  </a:lnTo>
                  <a:lnTo>
                    <a:pt x="602494" y="5869093"/>
                  </a:lnTo>
                  <a:lnTo>
                    <a:pt x="602746" y="5869093"/>
                  </a:lnTo>
                  <a:lnTo>
                    <a:pt x="602999" y="5869093"/>
                  </a:lnTo>
                  <a:lnTo>
                    <a:pt x="603251" y="5869093"/>
                  </a:lnTo>
                  <a:lnTo>
                    <a:pt x="603378" y="5869093"/>
                  </a:lnTo>
                  <a:lnTo>
                    <a:pt x="603504" y="5869093"/>
                  </a:lnTo>
                  <a:lnTo>
                    <a:pt x="603756" y="5869093"/>
                  </a:lnTo>
                  <a:lnTo>
                    <a:pt x="603883" y="5869093"/>
                  </a:lnTo>
                  <a:lnTo>
                    <a:pt x="604135" y="5869093"/>
                  </a:lnTo>
                  <a:lnTo>
                    <a:pt x="604261" y="5869093"/>
                  </a:lnTo>
                  <a:lnTo>
                    <a:pt x="604388" y="5869093"/>
                  </a:lnTo>
                  <a:lnTo>
                    <a:pt x="604514" y="5869093"/>
                  </a:lnTo>
                  <a:lnTo>
                    <a:pt x="604640" y="5869093"/>
                  </a:lnTo>
                  <a:lnTo>
                    <a:pt x="604766" y="5869093"/>
                  </a:lnTo>
                  <a:lnTo>
                    <a:pt x="604893" y="5869093"/>
                  </a:lnTo>
                  <a:lnTo>
                    <a:pt x="605145" y="5869093"/>
                  </a:lnTo>
                  <a:lnTo>
                    <a:pt x="605271" y="5869093"/>
                  </a:lnTo>
                  <a:lnTo>
                    <a:pt x="605398" y="5869093"/>
                  </a:lnTo>
                  <a:lnTo>
                    <a:pt x="605524" y="5869093"/>
                  </a:lnTo>
                  <a:lnTo>
                    <a:pt x="605650" y="5869093"/>
                  </a:lnTo>
                  <a:lnTo>
                    <a:pt x="605776" y="5869093"/>
                  </a:lnTo>
                  <a:lnTo>
                    <a:pt x="605903" y="5869093"/>
                  </a:lnTo>
                  <a:lnTo>
                    <a:pt x="606155" y="5869093"/>
                  </a:lnTo>
                  <a:lnTo>
                    <a:pt x="606281" y="5869093"/>
                  </a:lnTo>
                  <a:lnTo>
                    <a:pt x="606408" y="5869093"/>
                  </a:lnTo>
                  <a:lnTo>
                    <a:pt x="606534" y="5864181"/>
                  </a:lnTo>
                  <a:lnTo>
                    <a:pt x="606660" y="5864181"/>
                  </a:lnTo>
                  <a:lnTo>
                    <a:pt x="606786" y="5864181"/>
                  </a:lnTo>
                  <a:lnTo>
                    <a:pt x="607165" y="5864181"/>
                  </a:lnTo>
                  <a:lnTo>
                    <a:pt x="607418" y="5864181"/>
                  </a:lnTo>
                  <a:lnTo>
                    <a:pt x="607670" y="5864181"/>
                  </a:lnTo>
                  <a:lnTo>
                    <a:pt x="607796" y="5864181"/>
                  </a:lnTo>
                  <a:lnTo>
                    <a:pt x="608049" y="5864181"/>
                  </a:lnTo>
                  <a:lnTo>
                    <a:pt x="608175" y="5864181"/>
                  </a:lnTo>
                  <a:lnTo>
                    <a:pt x="608554" y="5864181"/>
                  </a:lnTo>
                  <a:lnTo>
                    <a:pt x="608807" y="5864181"/>
                  </a:lnTo>
                  <a:lnTo>
                    <a:pt x="608933" y="5864181"/>
                  </a:lnTo>
                  <a:lnTo>
                    <a:pt x="609059" y="5864181"/>
                  </a:lnTo>
                  <a:lnTo>
                    <a:pt x="609185" y="5864181"/>
                  </a:lnTo>
                  <a:lnTo>
                    <a:pt x="609312" y="5864181"/>
                  </a:lnTo>
                  <a:lnTo>
                    <a:pt x="609438" y="5864181"/>
                  </a:lnTo>
                  <a:lnTo>
                    <a:pt x="609564" y="5864181"/>
                  </a:lnTo>
                  <a:lnTo>
                    <a:pt x="609690" y="5864181"/>
                  </a:lnTo>
                  <a:lnTo>
                    <a:pt x="609817" y="5864181"/>
                  </a:lnTo>
                  <a:lnTo>
                    <a:pt x="609943" y="5864181"/>
                  </a:lnTo>
                  <a:lnTo>
                    <a:pt x="610195" y="5864181"/>
                  </a:lnTo>
                  <a:lnTo>
                    <a:pt x="610322" y="5864181"/>
                  </a:lnTo>
                  <a:lnTo>
                    <a:pt x="610448" y="5864181"/>
                  </a:lnTo>
                  <a:lnTo>
                    <a:pt x="610574" y="5864181"/>
                  </a:lnTo>
                  <a:lnTo>
                    <a:pt x="610700" y="5864181"/>
                  </a:lnTo>
                  <a:lnTo>
                    <a:pt x="610827" y="5864181"/>
                  </a:lnTo>
                  <a:lnTo>
                    <a:pt x="610953" y="5864181"/>
                  </a:lnTo>
                  <a:lnTo>
                    <a:pt x="611079" y="5864181"/>
                  </a:lnTo>
                  <a:lnTo>
                    <a:pt x="611205" y="5864181"/>
                  </a:lnTo>
                  <a:lnTo>
                    <a:pt x="611584" y="5864181"/>
                  </a:lnTo>
                  <a:lnTo>
                    <a:pt x="611710" y="5864181"/>
                  </a:lnTo>
                  <a:lnTo>
                    <a:pt x="611837" y="5864181"/>
                  </a:lnTo>
                  <a:lnTo>
                    <a:pt x="611963" y="5864181"/>
                  </a:lnTo>
                  <a:lnTo>
                    <a:pt x="612089" y="5864181"/>
                  </a:lnTo>
                  <a:lnTo>
                    <a:pt x="612215" y="5864181"/>
                  </a:lnTo>
                  <a:lnTo>
                    <a:pt x="612342" y="5864181"/>
                  </a:lnTo>
                  <a:lnTo>
                    <a:pt x="612468" y="5864181"/>
                  </a:lnTo>
                  <a:lnTo>
                    <a:pt x="612594" y="5864181"/>
                  </a:lnTo>
                  <a:lnTo>
                    <a:pt x="612720" y="5864181"/>
                  </a:lnTo>
                  <a:lnTo>
                    <a:pt x="612847" y="5864181"/>
                  </a:lnTo>
                  <a:lnTo>
                    <a:pt x="612973" y="5864181"/>
                  </a:lnTo>
                  <a:lnTo>
                    <a:pt x="613099" y="5864181"/>
                  </a:lnTo>
                  <a:lnTo>
                    <a:pt x="613225" y="5864181"/>
                  </a:lnTo>
                  <a:lnTo>
                    <a:pt x="613352" y="5864181"/>
                  </a:lnTo>
                  <a:lnTo>
                    <a:pt x="613478" y="5864181"/>
                  </a:lnTo>
                  <a:lnTo>
                    <a:pt x="613731" y="5864181"/>
                  </a:lnTo>
                  <a:lnTo>
                    <a:pt x="613983" y="5864181"/>
                  </a:lnTo>
                  <a:lnTo>
                    <a:pt x="614236" y="5864181"/>
                  </a:lnTo>
                  <a:lnTo>
                    <a:pt x="614362" y="5864181"/>
                  </a:lnTo>
                  <a:lnTo>
                    <a:pt x="614741" y="5864181"/>
                  </a:lnTo>
                  <a:lnTo>
                    <a:pt x="614867" y="5864181"/>
                  </a:lnTo>
                  <a:lnTo>
                    <a:pt x="614993" y="5864181"/>
                  </a:lnTo>
                  <a:lnTo>
                    <a:pt x="615119" y="5864181"/>
                  </a:lnTo>
                  <a:lnTo>
                    <a:pt x="615246" y="5864181"/>
                  </a:lnTo>
                  <a:lnTo>
                    <a:pt x="615372" y="5864181"/>
                  </a:lnTo>
                  <a:lnTo>
                    <a:pt x="615624" y="5864181"/>
                  </a:lnTo>
                  <a:lnTo>
                    <a:pt x="615877" y="5864181"/>
                  </a:lnTo>
                  <a:lnTo>
                    <a:pt x="616003" y="5864181"/>
                  </a:lnTo>
                  <a:lnTo>
                    <a:pt x="616382" y="5864181"/>
                  </a:lnTo>
                  <a:lnTo>
                    <a:pt x="616508" y="5864181"/>
                  </a:lnTo>
                  <a:lnTo>
                    <a:pt x="616634" y="5864181"/>
                  </a:lnTo>
                  <a:lnTo>
                    <a:pt x="616761" y="5864181"/>
                  </a:lnTo>
                  <a:lnTo>
                    <a:pt x="616887" y="5864181"/>
                  </a:lnTo>
                  <a:lnTo>
                    <a:pt x="617013" y="5864181"/>
                  </a:lnTo>
                  <a:lnTo>
                    <a:pt x="617139" y="5864181"/>
                  </a:lnTo>
                  <a:lnTo>
                    <a:pt x="617266" y="5864181"/>
                  </a:lnTo>
                  <a:lnTo>
                    <a:pt x="617392" y="5864181"/>
                  </a:lnTo>
                  <a:lnTo>
                    <a:pt x="617518" y="5864181"/>
                  </a:lnTo>
                  <a:lnTo>
                    <a:pt x="617644" y="5864181"/>
                  </a:lnTo>
                  <a:lnTo>
                    <a:pt x="617771" y="5864181"/>
                  </a:lnTo>
                  <a:lnTo>
                    <a:pt x="617897" y="5864181"/>
                  </a:lnTo>
                  <a:lnTo>
                    <a:pt x="618023" y="5864181"/>
                  </a:lnTo>
                  <a:lnTo>
                    <a:pt x="618149" y="5864181"/>
                  </a:lnTo>
                  <a:lnTo>
                    <a:pt x="618276" y="5864181"/>
                  </a:lnTo>
                  <a:lnTo>
                    <a:pt x="618402" y="5864181"/>
                  </a:lnTo>
                  <a:lnTo>
                    <a:pt x="618528" y="5864181"/>
                  </a:lnTo>
                  <a:lnTo>
                    <a:pt x="618655" y="5864181"/>
                  </a:lnTo>
                  <a:lnTo>
                    <a:pt x="618781" y="5864181"/>
                  </a:lnTo>
                  <a:lnTo>
                    <a:pt x="618907" y="5864181"/>
                  </a:lnTo>
                  <a:lnTo>
                    <a:pt x="619033" y="5864181"/>
                  </a:lnTo>
                  <a:lnTo>
                    <a:pt x="619160" y="5859270"/>
                  </a:lnTo>
                  <a:lnTo>
                    <a:pt x="620043" y="5859270"/>
                  </a:lnTo>
                  <a:lnTo>
                    <a:pt x="620170" y="5859270"/>
                  </a:lnTo>
                  <a:lnTo>
                    <a:pt x="620296" y="5859270"/>
                  </a:lnTo>
                  <a:lnTo>
                    <a:pt x="620422" y="5859270"/>
                  </a:lnTo>
                  <a:lnTo>
                    <a:pt x="620675" y="5859270"/>
                  </a:lnTo>
                  <a:lnTo>
                    <a:pt x="620927" y="5859270"/>
                  </a:lnTo>
                  <a:lnTo>
                    <a:pt x="621053" y="5859270"/>
                  </a:lnTo>
                  <a:lnTo>
                    <a:pt x="621180" y="5859270"/>
                  </a:lnTo>
                  <a:lnTo>
                    <a:pt x="621306" y="5859270"/>
                  </a:lnTo>
                  <a:lnTo>
                    <a:pt x="621558" y="5859270"/>
                  </a:lnTo>
                  <a:lnTo>
                    <a:pt x="621811" y="5859270"/>
                  </a:lnTo>
                  <a:lnTo>
                    <a:pt x="621937" y="5859270"/>
                  </a:lnTo>
                  <a:lnTo>
                    <a:pt x="622063" y="5859270"/>
                  </a:lnTo>
                  <a:lnTo>
                    <a:pt x="622190" y="5859270"/>
                  </a:lnTo>
                  <a:lnTo>
                    <a:pt x="622316" y="5859270"/>
                  </a:lnTo>
                  <a:lnTo>
                    <a:pt x="622442" y="5859270"/>
                  </a:lnTo>
                  <a:lnTo>
                    <a:pt x="622568" y="5859270"/>
                  </a:lnTo>
                  <a:lnTo>
                    <a:pt x="622695" y="5859270"/>
                  </a:lnTo>
                  <a:lnTo>
                    <a:pt x="622821" y="5859270"/>
                  </a:lnTo>
                  <a:lnTo>
                    <a:pt x="622947" y="5859270"/>
                  </a:lnTo>
                  <a:lnTo>
                    <a:pt x="623073" y="5859270"/>
                  </a:lnTo>
                  <a:lnTo>
                    <a:pt x="623200" y="5859270"/>
                  </a:lnTo>
                  <a:lnTo>
                    <a:pt x="623326" y="5859270"/>
                  </a:lnTo>
                  <a:lnTo>
                    <a:pt x="623452" y="5859270"/>
                  </a:lnTo>
                  <a:lnTo>
                    <a:pt x="623578" y="5859270"/>
                  </a:lnTo>
                  <a:lnTo>
                    <a:pt x="623705" y="5859270"/>
                  </a:lnTo>
                  <a:lnTo>
                    <a:pt x="623831" y="5859270"/>
                  </a:lnTo>
                  <a:lnTo>
                    <a:pt x="623957" y="5859270"/>
                  </a:lnTo>
                  <a:lnTo>
                    <a:pt x="624084" y="5859270"/>
                  </a:lnTo>
                  <a:lnTo>
                    <a:pt x="624336" y="5859270"/>
                  </a:lnTo>
                  <a:lnTo>
                    <a:pt x="624462" y="5859270"/>
                  </a:lnTo>
                  <a:lnTo>
                    <a:pt x="624589" y="5859270"/>
                  </a:lnTo>
                  <a:lnTo>
                    <a:pt x="624715" y="5859270"/>
                  </a:lnTo>
                  <a:lnTo>
                    <a:pt x="624841" y="5859270"/>
                  </a:lnTo>
                  <a:lnTo>
                    <a:pt x="625220" y="5859270"/>
                  </a:lnTo>
                  <a:lnTo>
                    <a:pt x="625346" y="5859270"/>
                  </a:lnTo>
                  <a:lnTo>
                    <a:pt x="625472" y="5859270"/>
                  </a:lnTo>
                  <a:lnTo>
                    <a:pt x="625599" y="5859270"/>
                  </a:lnTo>
                  <a:lnTo>
                    <a:pt x="625725" y="5859270"/>
                  </a:lnTo>
                  <a:lnTo>
                    <a:pt x="625851" y="5859270"/>
                  </a:lnTo>
                  <a:lnTo>
                    <a:pt x="625977" y="5859270"/>
                  </a:lnTo>
                  <a:lnTo>
                    <a:pt x="626230" y="5859270"/>
                  </a:lnTo>
                  <a:lnTo>
                    <a:pt x="626356" y="5859270"/>
                  </a:lnTo>
                  <a:lnTo>
                    <a:pt x="626482" y="5859270"/>
                  </a:lnTo>
                  <a:lnTo>
                    <a:pt x="626609" y="5859270"/>
                  </a:lnTo>
                  <a:lnTo>
                    <a:pt x="626735" y="5859270"/>
                  </a:lnTo>
                  <a:lnTo>
                    <a:pt x="626861" y="5859270"/>
                  </a:lnTo>
                  <a:lnTo>
                    <a:pt x="626987" y="5859270"/>
                  </a:lnTo>
                  <a:lnTo>
                    <a:pt x="627114" y="5859270"/>
                  </a:lnTo>
                  <a:lnTo>
                    <a:pt x="627240" y="5859270"/>
                  </a:lnTo>
                  <a:lnTo>
                    <a:pt x="627492" y="5859270"/>
                  </a:lnTo>
                  <a:lnTo>
                    <a:pt x="627619" y="5859270"/>
                  </a:lnTo>
                  <a:lnTo>
                    <a:pt x="627871" y="5859270"/>
                  </a:lnTo>
                  <a:lnTo>
                    <a:pt x="628376" y="5859270"/>
                  </a:lnTo>
                  <a:lnTo>
                    <a:pt x="628502" y="5859270"/>
                  </a:lnTo>
                  <a:lnTo>
                    <a:pt x="628629" y="5859270"/>
                  </a:lnTo>
                  <a:lnTo>
                    <a:pt x="629008" y="5859270"/>
                  </a:lnTo>
                  <a:lnTo>
                    <a:pt x="629134" y="5859270"/>
                  </a:lnTo>
                  <a:lnTo>
                    <a:pt x="629260" y="5859270"/>
                  </a:lnTo>
                  <a:lnTo>
                    <a:pt x="629386" y="5859270"/>
                  </a:lnTo>
                  <a:lnTo>
                    <a:pt x="629513" y="5859270"/>
                  </a:lnTo>
                  <a:lnTo>
                    <a:pt x="629891" y="5859270"/>
                  </a:lnTo>
                  <a:lnTo>
                    <a:pt x="630270" y="5859270"/>
                  </a:lnTo>
                  <a:lnTo>
                    <a:pt x="630523" y="5859270"/>
                  </a:lnTo>
                  <a:lnTo>
                    <a:pt x="630649" y="5859270"/>
                  </a:lnTo>
                  <a:lnTo>
                    <a:pt x="630775" y="5859270"/>
                  </a:lnTo>
                  <a:lnTo>
                    <a:pt x="630901" y="5859270"/>
                  </a:lnTo>
                  <a:lnTo>
                    <a:pt x="631028" y="5859270"/>
                  </a:lnTo>
                  <a:lnTo>
                    <a:pt x="631154" y="5859270"/>
                  </a:lnTo>
                  <a:lnTo>
                    <a:pt x="631280" y="5859270"/>
                  </a:lnTo>
                  <a:lnTo>
                    <a:pt x="631406" y="5859270"/>
                  </a:lnTo>
                  <a:lnTo>
                    <a:pt x="631533" y="5859270"/>
                  </a:lnTo>
                  <a:lnTo>
                    <a:pt x="631659" y="5859270"/>
                  </a:lnTo>
                  <a:lnTo>
                    <a:pt x="631785" y="5859270"/>
                  </a:lnTo>
                  <a:lnTo>
                    <a:pt x="631911" y="5859270"/>
                  </a:lnTo>
                  <a:lnTo>
                    <a:pt x="632038" y="5859270"/>
                  </a:lnTo>
                  <a:lnTo>
                    <a:pt x="632164" y="5859270"/>
                  </a:lnTo>
                  <a:lnTo>
                    <a:pt x="632290" y="5859270"/>
                  </a:lnTo>
                  <a:lnTo>
                    <a:pt x="632416" y="5859270"/>
                  </a:lnTo>
                  <a:lnTo>
                    <a:pt x="632543" y="5859270"/>
                  </a:lnTo>
                  <a:lnTo>
                    <a:pt x="632669" y="5859270"/>
                  </a:lnTo>
                  <a:lnTo>
                    <a:pt x="632795" y="5859270"/>
                  </a:lnTo>
                  <a:lnTo>
                    <a:pt x="632921" y="5859270"/>
                  </a:lnTo>
                  <a:lnTo>
                    <a:pt x="633048" y="5859270"/>
                  </a:lnTo>
                  <a:lnTo>
                    <a:pt x="633174" y="5859270"/>
                  </a:lnTo>
                  <a:lnTo>
                    <a:pt x="633300" y="5859270"/>
                  </a:lnTo>
                  <a:lnTo>
                    <a:pt x="633426" y="5859270"/>
                  </a:lnTo>
                  <a:lnTo>
                    <a:pt x="633553" y="5859270"/>
                  </a:lnTo>
                  <a:lnTo>
                    <a:pt x="633805" y="5859270"/>
                  </a:lnTo>
                  <a:lnTo>
                    <a:pt x="633931" y="5859270"/>
                  </a:lnTo>
                  <a:lnTo>
                    <a:pt x="634058" y="5859270"/>
                  </a:lnTo>
                  <a:lnTo>
                    <a:pt x="634184" y="5859270"/>
                  </a:lnTo>
                  <a:lnTo>
                    <a:pt x="634310" y="5859270"/>
                  </a:lnTo>
                  <a:lnTo>
                    <a:pt x="634437" y="5859270"/>
                  </a:lnTo>
                  <a:lnTo>
                    <a:pt x="634563" y="5859270"/>
                  </a:lnTo>
                  <a:lnTo>
                    <a:pt x="634689" y="5859270"/>
                  </a:lnTo>
                  <a:lnTo>
                    <a:pt x="634942" y="5859270"/>
                  </a:lnTo>
                  <a:lnTo>
                    <a:pt x="635068" y="5859270"/>
                  </a:lnTo>
                  <a:lnTo>
                    <a:pt x="635194" y="5859270"/>
                  </a:lnTo>
                  <a:lnTo>
                    <a:pt x="635320" y="5859270"/>
                  </a:lnTo>
                  <a:lnTo>
                    <a:pt x="635447" y="5859270"/>
                  </a:lnTo>
                  <a:lnTo>
                    <a:pt x="635573" y="5859270"/>
                  </a:lnTo>
                  <a:lnTo>
                    <a:pt x="635699" y="5859270"/>
                  </a:lnTo>
                  <a:lnTo>
                    <a:pt x="635825" y="5859270"/>
                  </a:lnTo>
                  <a:lnTo>
                    <a:pt x="636078" y="5859270"/>
                  </a:lnTo>
                  <a:lnTo>
                    <a:pt x="636204" y="5859270"/>
                  </a:lnTo>
                  <a:lnTo>
                    <a:pt x="636330" y="5859270"/>
                  </a:lnTo>
                  <a:lnTo>
                    <a:pt x="636330" y="5854358"/>
                  </a:lnTo>
                  <a:lnTo>
                    <a:pt x="636457" y="5854358"/>
                  </a:lnTo>
                  <a:lnTo>
                    <a:pt x="636583" y="5854358"/>
                  </a:lnTo>
                  <a:lnTo>
                    <a:pt x="636709" y="5854358"/>
                  </a:lnTo>
                  <a:lnTo>
                    <a:pt x="636835" y="5854358"/>
                  </a:lnTo>
                  <a:lnTo>
                    <a:pt x="636962" y="5854358"/>
                  </a:lnTo>
                  <a:lnTo>
                    <a:pt x="637088" y="5854358"/>
                  </a:lnTo>
                  <a:lnTo>
                    <a:pt x="637340" y="5854358"/>
                  </a:lnTo>
                  <a:lnTo>
                    <a:pt x="637467" y="5854358"/>
                  </a:lnTo>
                  <a:lnTo>
                    <a:pt x="637593" y="5854358"/>
                  </a:lnTo>
                  <a:lnTo>
                    <a:pt x="637845" y="5854358"/>
                  </a:lnTo>
                  <a:lnTo>
                    <a:pt x="638098" y="5854358"/>
                  </a:lnTo>
                  <a:lnTo>
                    <a:pt x="638224" y="5854358"/>
                  </a:lnTo>
                  <a:lnTo>
                    <a:pt x="638350" y="5854358"/>
                  </a:lnTo>
                  <a:lnTo>
                    <a:pt x="638477" y="5854358"/>
                  </a:lnTo>
                  <a:lnTo>
                    <a:pt x="638603" y="5854358"/>
                  </a:lnTo>
                  <a:lnTo>
                    <a:pt x="638729" y="5854358"/>
                  </a:lnTo>
                  <a:lnTo>
                    <a:pt x="638855" y="5854358"/>
                  </a:lnTo>
                  <a:lnTo>
                    <a:pt x="638982" y="5854358"/>
                  </a:lnTo>
                  <a:lnTo>
                    <a:pt x="639487" y="5854358"/>
                  </a:lnTo>
                  <a:lnTo>
                    <a:pt x="639613" y="5854358"/>
                  </a:lnTo>
                  <a:lnTo>
                    <a:pt x="639739" y="5854358"/>
                  </a:lnTo>
                  <a:lnTo>
                    <a:pt x="639866" y="5854358"/>
                  </a:lnTo>
                  <a:lnTo>
                    <a:pt x="639992" y="5854358"/>
                  </a:lnTo>
                  <a:lnTo>
                    <a:pt x="640118" y="5854358"/>
                  </a:lnTo>
                  <a:lnTo>
                    <a:pt x="640371" y="5854358"/>
                  </a:lnTo>
                  <a:lnTo>
                    <a:pt x="640497" y="5854358"/>
                  </a:lnTo>
                  <a:lnTo>
                    <a:pt x="640623" y="5854358"/>
                  </a:lnTo>
                  <a:lnTo>
                    <a:pt x="640749" y="5854358"/>
                  </a:lnTo>
                  <a:lnTo>
                    <a:pt x="640876" y="5854358"/>
                  </a:lnTo>
                  <a:lnTo>
                    <a:pt x="641002" y="5854358"/>
                  </a:lnTo>
                  <a:lnTo>
                    <a:pt x="641128" y="5854358"/>
                  </a:lnTo>
                  <a:lnTo>
                    <a:pt x="641254" y="5854358"/>
                  </a:lnTo>
                  <a:lnTo>
                    <a:pt x="641381" y="5854358"/>
                  </a:lnTo>
                  <a:lnTo>
                    <a:pt x="641507" y="5854358"/>
                  </a:lnTo>
                  <a:lnTo>
                    <a:pt x="641633" y="5854358"/>
                  </a:lnTo>
                  <a:lnTo>
                    <a:pt x="641886" y="5854358"/>
                  </a:lnTo>
                  <a:lnTo>
                    <a:pt x="642138" y="5854358"/>
                  </a:lnTo>
                  <a:lnTo>
                    <a:pt x="642264" y="5854358"/>
                  </a:lnTo>
                  <a:lnTo>
                    <a:pt x="642391" y="5854358"/>
                  </a:lnTo>
                  <a:lnTo>
                    <a:pt x="642391" y="5849447"/>
                  </a:lnTo>
                  <a:lnTo>
                    <a:pt x="642517" y="5849447"/>
                  </a:lnTo>
                  <a:lnTo>
                    <a:pt x="642643" y="5849447"/>
                  </a:lnTo>
                  <a:lnTo>
                    <a:pt x="642769" y="5849447"/>
                  </a:lnTo>
                  <a:lnTo>
                    <a:pt x="642896" y="5849447"/>
                  </a:lnTo>
                  <a:lnTo>
                    <a:pt x="643148" y="5849447"/>
                  </a:lnTo>
                  <a:lnTo>
                    <a:pt x="643274" y="5849447"/>
                  </a:lnTo>
                  <a:lnTo>
                    <a:pt x="643401" y="5849447"/>
                  </a:lnTo>
                  <a:lnTo>
                    <a:pt x="643653" y="5849447"/>
                  </a:lnTo>
                  <a:lnTo>
                    <a:pt x="643906" y="5849447"/>
                  </a:lnTo>
                  <a:lnTo>
                    <a:pt x="644032" y="5849447"/>
                  </a:lnTo>
                  <a:lnTo>
                    <a:pt x="644032" y="5844536"/>
                  </a:lnTo>
                  <a:lnTo>
                    <a:pt x="644158" y="5844536"/>
                  </a:lnTo>
                  <a:lnTo>
                    <a:pt x="644790" y="5844536"/>
                  </a:lnTo>
                  <a:lnTo>
                    <a:pt x="644916" y="5844536"/>
                  </a:lnTo>
                  <a:lnTo>
                    <a:pt x="645168" y="5844536"/>
                  </a:lnTo>
                  <a:lnTo>
                    <a:pt x="645295" y="5844536"/>
                  </a:lnTo>
                  <a:lnTo>
                    <a:pt x="645421" y="5844536"/>
                  </a:lnTo>
                  <a:lnTo>
                    <a:pt x="645547" y="5844536"/>
                  </a:lnTo>
                  <a:lnTo>
                    <a:pt x="645926" y="5844536"/>
                  </a:lnTo>
                  <a:lnTo>
                    <a:pt x="646052" y="5844536"/>
                  </a:lnTo>
                  <a:lnTo>
                    <a:pt x="646052" y="5839624"/>
                  </a:lnTo>
                  <a:lnTo>
                    <a:pt x="646178" y="5839624"/>
                  </a:lnTo>
                  <a:lnTo>
                    <a:pt x="646431" y="5839624"/>
                  </a:lnTo>
                  <a:lnTo>
                    <a:pt x="646557" y="5839624"/>
                  </a:lnTo>
                  <a:lnTo>
                    <a:pt x="646683" y="5839624"/>
                  </a:lnTo>
                  <a:lnTo>
                    <a:pt x="646936" y="5839624"/>
                  </a:lnTo>
                  <a:lnTo>
                    <a:pt x="647062" y="5839624"/>
                  </a:lnTo>
                  <a:lnTo>
                    <a:pt x="647188" y="5839624"/>
                  </a:lnTo>
                  <a:lnTo>
                    <a:pt x="647315" y="5839624"/>
                  </a:lnTo>
                  <a:lnTo>
                    <a:pt x="647441" y="5839624"/>
                  </a:lnTo>
                  <a:lnTo>
                    <a:pt x="647567" y="5839624"/>
                  </a:lnTo>
                  <a:lnTo>
                    <a:pt x="647693" y="5839624"/>
                  </a:lnTo>
                  <a:lnTo>
                    <a:pt x="647820" y="5839624"/>
                  </a:lnTo>
                  <a:lnTo>
                    <a:pt x="647946" y="5839624"/>
                  </a:lnTo>
                  <a:lnTo>
                    <a:pt x="648072" y="5839624"/>
                  </a:lnTo>
                  <a:lnTo>
                    <a:pt x="648198" y="5839624"/>
                  </a:lnTo>
                  <a:lnTo>
                    <a:pt x="648325" y="5839624"/>
                  </a:lnTo>
                  <a:lnTo>
                    <a:pt x="648830" y="5839624"/>
                  </a:lnTo>
                  <a:lnTo>
                    <a:pt x="648956" y="5839624"/>
                  </a:lnTo>
                  <a:lnTo>
                    <a:pt x="649335" y="5839624"/>
                  </a:lnTo>
                  <a:lnTo>
                    <a:pt x="649335" y="5834713"/>
                  </a:lnTo>
                  <a:lnTo>
                    <a:pt x="649587" y="5834713"/>
                  </a:lnTo>
                  <a:lnTo>
                    <a:pt x="649714" y="5834713"/>
                  </a:lnTo>
                  <a:lnTo>
                    <a:pt x="649840" y="5834713"/>
                  </a:lnTo>
                  <a:lnTo>
                    <a:pt x="649966" y="5834713"/>
                  </a:lnTo>
                  <a:lnTo>
                    <a:pt x="650092" y="5834713"/>
                  </a:lnTo>
                  <a:lnTo>
                    <a:pt x="650219" y="5834713"/>
                  </a:lnTo>
                  <a:lnTo>
                    <a:pt x="650345" y="5834713"/>
                  </a:lnTo>
                  <a:lnTo>
                    <a:pt x="650471" y="5834713"/>
                  </a:lnTo>
                  <a:lnTo>
                    <a:pt x="650724" y="5834713"/>
                  </a:lnTo>
                  <a:lnTo>
                    <a:pt x="650850" y="5834713"/>
                  </a:lnTo>
                  <a:lnTo>
                    <a:pt x="650976" y="5834713"/>
                  </a:lnTo>
                  <a:lnTo>
                    <a:pt x="651102" y="5834713"/>
                  </a:lnTo>
                  <a:lnTo>
                    <a:pt x="651229" y="5834713"/>
                  </a:lnTo>
                  <a:lnTo>
                    <a:pt x="651355" y="5834713"/>
                  </a:lnTo>
                  <a:lnTo>
                    <a:pt x="651481" y="5834713"/>
                  </a:lnTo>
                  <a:lnTo>
                    <a:pt x="651607" y="5834713"/>
                  </a:lnTo>
                  <a:lnTo>
                    <a:pt x="651860" y="5834713"/>
                  </a:lnTo>
                  <a:lnTo>
                    <a:pt x="651986" y="5834713"/>
                  </a:lnTo>
                  <a:lnTo>
                    <a:pt x="652112" y="5834713"/>
                  </a:lnTo>
                  <a:lnTo>
                    <a:pt x="652239" y="5834713"/>
                  </a:lnTo>
                  <a:lnTo>
                    <a:pt x="652365" y="5834713"/>
                  </a:lnTo>
                  <a:lnTo>
                    <a:pt x="652491" y="5834713"/>
                  </a:lnTo>
                  <a:lnTo>
                    <a:pt x="652617" y="5834713"/>
                  </a:lnTo>
                  <a:lnTo>
                    <a:pt x="652870" y="5834713"/>
                  </a:lnTo>
                  <a:lnTo>
                    <a:pt x="652996" y="5834713"/>
                  </a:lnTo>
                  <a:lnTo>
                    <a:pt x="653122" y="5834713"/>
                  </a:lnTo>
                  <a:lnTo>
                    <a:pt x="653249" y="5834713"/>
                  </a:lnTo>
                  <a:lnTo>
                    <a:pt x="653375" y="5834713"/>
                  </a:lnTo>
                  <a:lnTo>
                    <a:pt x="653501" y="5834713"/>
                  </a:lnTo>
                  <a:lnTo>
                    <a:pt x="653627" y="5834713"/>
                  </a:lnTo>
                  <a:lnTo>
                    <a:pt x="653754" y="5834713"/>
                  </a:lnTo>
                  <a:lnTo>
                    <a:pt x="653880" y="5834713"/>
                  </a:lnTo>
                  <a:lnTo>
                    <a:pt x="654006" y="5834713"/>
                  </a:lnTo>
                  <a:lnTo>
                    <a:pt x="654132" y="5834713"/>
                  </a:lnTo>
                  <a:lnTo>
                    <a:pt x="654259" y="5834713"/>
                  </a:lnTo>
                  <a:lnTo>
                    <a:pt x="654385" y="5834713"/>
                  </a:lnTo>
                  <a:lnTo>
                    <a:pt x="654511" y="5829802"/>
                  </a:lnTo>
                  <a:lnTo>
                    <a:pt x="654638" y="5829802"/>
                  </a:lnTo>
                  <a:lnTo>
                    <a:pt x="654764" y="5829802"/>
                  </a:lnTo>
                  <a:lnTo>
                    <a:pt x="654890" y="5829802"/>
                  </a:lnTo>
                  <a:lnTo>
                    <a:pt x="655143" y="5829802"/>
                  </a:lnTo>
                  <a:lnTo>
                    <a:pt x="655269" y="5829802"/>
                  </a:lnTo>
                  <a:lnTo>
                    <a:pt x="655395" y="5829802"/>
                  </a:lnTo>
                  <a:lnTo>
                    <a:pt x="655521" y="5829802"/>
                  </a:lnTo>
                  <a:lnTo>
                    <a:pt x="655648" y="5829802"/>
                  </a:lnTo>
                  <a:lnTo>
                    <a:pt x="655774" y="5829802"/>
                  </a:lnTo>
                  <a:lnTo>
                    <a:pt x="655900" y="5819979"/>
                  </a:lnTo>
                  <a:lnTo>
                    <a:pt x="656153" y="5819979"/>
                  </a:lnTo>
                  <a:lnTo>
                    <a:pt x="656279" y="5819979"/>
                  </a:lnTo>
                  <a:lnTo>
                    <a:pt x="656405" y="5819979"/>
                  </a:lnTo>
                  <a:lnTo>
                    <a:pt x="656531" y="5819979"/>
                  </a:lnTo>
                  <a:lnTo>
                    <a:pt x="656658" y="5819979"/>
                  </a:lnTo>
                  <a:lnTo>
                    <a:pt x="656784" y="5819979"/>
                  </a:lnTo>
                  <a:lnTo>
                    <a:pt x="656910" y="5819979"/>
                  </a:lnTo>
                  <a:lnTo>
                    <a:pt x="657036" y="5819979"/>
                  </a:lnTo>
                  <a:lnTo>
                    <a:pt x="657289" y="5819979"/>
                  </a:lnTo>
                  <a:lnTo>
                    <a:pt x="657415" y="5819979"/>
                  </a:lnTo>
                  <a:lnTo>
                    <a:pt x="657541" y="5819979"/>
                  </a:lnTo>
                  <a:lnTo>
                    <a:pt x="657668" y="5819979"/>
                  </a:lnTo>
                  <a:lnTo>
                    <a:pt x="657794" y="5819979"/>
                  </a:lnTo>
                  <a:lnTo>
                    <a:pt x="657920" y="5819979"/>
                  </a:lnTo>
                  <a:lnTo>
                    <a:pt x="658046" y="5819979"/>
                  </a:lnTo>
                  <a:lnTo>
                    <a:pt x="658173" y="5819979"/>
                  </a:lnTo>
                  <a:lnTo>
                    <a:pt x="658299" y="5819979"/>
                  </a:lnTo>
                  <a:lnTo>
                    <a:pt x="658425" y="5819979"/>
                  </a:lnTo>
                  <a:lnTo>
                    <a:pt x="658551" y="5819979"/>
                  </a:lnTo>
                  <a:lnTo>
                    <a:pt x="658678" y="5819979"/>
                  </a:lnTo>
                  <a:lnTo>
                    <a:pt x="658804" y="5815067"/>
                  </a:lnTo>
                  <a:lnTo>
                    <a:pt x="658930" y="5815067"/>
                  </a:lnTo>
                  <a:lnTo>
                    <a:pt x="659056" y="5815067"/>
                  </a:lnTo>
                  <a:lnTo>
                    <a:pt x="659183" y="5815067"/>
                  </a:lnTo>
                  <a:lnTo>
                    <a:pt x="659309" y="5815067"/>
                  </a:lnTo>
                  <a:lnTo>
                    <a:pt x="659309" y="5810156"/>
                  </a:lnTo>
                  <a:lnTo>
                    <a:pt x="659435" y="5810156"/>
                  </a:lnTo>
                  <a:lnTo>
                    <a:pt x="659561" y="5810156"/>
                  </a:lnTo>
                  <a:lnTo>
                    <a:pt x="659940" y="5810156"/>
                  </a:lnTo>
                  <a:lnTo>
                    <a:pt x="660067" y="5810156"/>
                  </a:lnTo>
                  <a:lnTo>
                    <a:pt x="660193" y="5810156"/>
                  </a:lnTo>
                  <a:lnTo>
                    <a:pt x="660445" y="5810156"/>
                  </a:lnTo>
                  <a:lnTo>
                    <a:pt x="660572" y="5810156"/>
                  </a:lnTo>
                  <a:lnTo>
                    <a:pt x="660824" y="5810156"/>
                  </a:lnTo>
                  <a:lnTo>
                    <a:pt x="660950" y="5810156"/>
                  </a:lnTo>
                  <a:lnTo>
                    <a:pt x="661077" y="5810156"/>
                  </a:lnTo>
                  <a:lnTo>
                    <a:pt x="661203" y="5810156"/>
                  </a:lnTo>
                  <a:lnTo>
                    <a:pt x="661329" y="5810156"/>
                  </a:lnTo>
                  <a:lnTo>
                    <a:pt x="661582" y="5810156"/>
                  </a:lnTo>
                  <a:lnTo>
                    <a:pt x="661708" y="5810156"/>
                  </a:lnTo>
                  <a:lnTo>
                    <a:pt x="661834" y="5810156"/>
                  </a:lnTo>
                  <a:lnTo>
                    <a:pt x="661960" y="5810156"/>
                  </a:lnTo>
                  <a:lnTo>
                    <a:pt x="662087" y="5810156"/>
                  </a:lnTo>
                  <a:lnTo>
                    <a:pt x="662213" y="5810156"/>
                  </a:lnTo>
                  <a:lnTo>
                    <a:pt x="662339" y="5810156"/>
                  </a:lnTo>
                  <a:lnTo>
                    <a:pt x="662465" y="5810156"/>
                  </a:lnTo>
                  <a:lnTo>
                    <a:pt x="662592" y="5810156"/>
                  </a:lnTo>
                  <a:lnTo>
                    <a:pt x="662718" y="5810156"/>
                  </a:lnTo>
                  <a:lnTo>
                    <a:pt x="662844" y="5810156"/>
                  </a:lnTo>
                  <a:lnTo>
                    <a:pt x="662970" y="5810156"/>
                  </a:lnTo>
                  <a:lnTo>
                    <a:pt x="663097" y="5810156"/>
                  </a:lnTo>
                  <a:lnTo>
                    <a:pt x="663223" y="5810156"/>
                  </a:lnTo>
                  <a:lnTo>
                    <a:pt x="663349" y="5810156"/>
                  </a:lnTo>
                  <a:lnTo>
                    <a:pt x="663475" y="5810156"/>
                  </a:lnTo>
                  <a:lnTo>
                    <a:pt x="663602" y="5810156"/>
                  </a:lnTo>
                  <a:lnTo>
                    <a:pt x="663854" y="5810156"/>
                  </a:lnTo>
                  <a:lnTo>
                    <a:pt x="663980" y="5810156"/>
                  </a:lnTo>
                  <a:lnTo>
                    <a:pt x="664107" y="5810156"/>
                  </a:lnTo>
                  <a:lnTo>
                    <a:pt x="664359" y="5810156"/>
                  </a:lnTo>
                  <a:lnTo>
                    <a:pt x="664612" y="5810156"/>
                  </a:lnTo>
                  <a:lnTo>
                    <a:pt x="664738" y="5810156"/>
                  </a:lnTo>
                  <a:lnTo>
                    <a:pt x="664864" y="5810156"/>
                  </a:lnTo>
                  <a:lnTo>
                    <a:pt x="665117" y="5810156"/>
                  </a:lnTo>
                  <a:lnTo>
                    <a:pt x="665243" y="5810156"/>
                  </a:lnTo>
                  <a:lnTo>
                    <a:pt x="665369" y="5810156"/>
                  </a:lnTo>
                  <a:lnTo>
                    <a:pt x="665496" y="5810156"/>
                  </a:lnTo>
                  <a:lnTo>
                    <a:pt x="665622" y="5810156"/>
                  </a:lnTo>
                  <a:lnTo>
                    <a:pt x="665748" y="5810156"/>
                  </a:lnTo>
                  <a:lnTo>
                    <a:pt x="666001" y="5810156"/>
                  </a:lnTo>
                  <a:lnTo>
                    <a:pt x="666127" y="5810156"/>
                  </a:lnTo>
                  <a:lnTo>
                    <a:pt x="666253" y="5810156"/>
                  </a:lnTo>
                  <a:lnTo>
                    <a:pt x="666379" y="5810156"/>
                  </a:lnTo>
                  <a:lnTo>
                    <a:pt x="666506" y="5810156"/>
                  </a:lnTo>
                  <a:lnTo>
                    <a:pt x="666632" y="5810156"/>
                  </a:lnTo>
                  <a:lnTo>
                    <a:pt x="666758" y="5810156"/>
                  </a:lnTo>
                  <a:lnTo>
                    <a:pt x="666884" y="5810156"/>
                  </a:lnTo>
                  <a:lnTo>
                    <a:pt x="667263" y="5810156"/>
                  </a:lnTo>
                  <a:lnTo>
                    <a:pt x="667389" y="5810156"/>
                  </a:lnTo>
                  <a:lnTo>
                    <a:pt x="667516" y="5810156"/>
                  </a:lnTo>
                  <a:lnTo>
                    <a:pt x="667642" y="5810156"/>
                  </a:lnTo>
                  <a:lnTo>
                    <a:pt x="667768" y="5810156"/>
                  </a:lnTo>
                  <a:lnTo>
                    <a:pt x="667894" y="5810156"/>
                  </a:lnTo>
                  <a:lnTo>
                    <a:pt x="668021" y="5810156"/>
                  </a:lnTo>
                  <a:lnTo>
                    <a:pt x="668147" y="5810156"/>
                  </a:lnTo>
                  <a:lnTo>
                    <a:pt x="668273" y="5810156"/>
                  </a:lnTo>
                  <a:lnTo>
                    <a:pt x="668399" y="5810156"/>
                  </a:lnTo>
                  <a:lnTo>
                    <a:pt x="668526" y="5810156"/>
                  </a:lnTo>
                  <a:lnTo>
                    <a:pt x="668652" y="5810156"/>
                  </a:lnTo>
                  <a:lnTo>
                    <a:pt x="668778" y="5810156"/>
                  </a:lnTo>
                  <a:lnTo>
                    <a:pt x="669031" y="5810156"/>
                  </a:lnTo>
                  <a:lnTo>
                    <a:pt x="669536" y="5810156"/>
                  </a:lnTo>
                  <a:lnTo>
                    <a:pt x="669662" y="5810156"/>
                  </a:lnTo>
                  <a:lnTo>
                    <a:pt x="669788" y="5810156"/>
                  </a:lnTo>
                  <a:lnTo>
                    <a:pt x="670041" y="5810156"/>
                  </a:lnTo>
                  <a:lnTo>
                    <a:pt x="670167" y="5810156"/>
                  </a:lnTo>
                  <a:lnTo>
                    <a:pt x="670420" y="5810156"/>
                  </a:lnTo>
                  <a:lnTo>
                    <a:pt x="670546" y="5810156"/>
                  </a:lnTo>
                  <a:lnTo>
                    <a:pt x="670672" y="5810156"/>
                  </a:lnTo>
                  <a:lnTo>
                    <a:pt x="670925" y="5810156"/>
                  </a:lnTo>
                  <a:lnTo>
                    <a:pt x="671177" y="5810156"/>
                  </a:lnTo>
                  <a:lnTo>
                    <a:pt x="671303" y="5810156"/>
                  </a:lnTo>
                  <a:lnTo>
                    <a:pt x="671430" y="5810156"/>
                  </a:lnTo>
                  <a:lnTo>
                    <a:pt x="671556" y="5810156"/>
                  </a:lnTo>
                  <a:lnTo>
                    <a:pt x="671682" y="5810156"/>
                  </a:lnTo>
                  <a:lnTo>
                    <a:pt x="671935" y="5810156"/>
                  </a:lnTo>
                  <a:lnTo>
                    <a:pt x="672061" y="5810156"/>
                  </a:lnTo>
                  <a:lnTo>
                    <a:pt x="672187" y="5810156"/>
                  </a:lnTo>
                  <a:lnTo>
                    <a:pt x="672313" y="5810156"/>
                  </a:lnTo>
                  <a:lnTo>
                    <a:pt x="672692" y="5810156"/>
                  </a:lnTo>
                  <a:lnTo>
                    <a:pt x="672945" y="5810156"/>
                  </a:lnTo>
                  <a:lnTo>
                    <a:pt x="673197" y="5810156"/>
                  </a:lnTo>
                  <a:lnTo>
                    <a:pt x="673450" y="5810156"/>
                  </a:lnTo>
                  <a:lnTo>
                    <a:pt x="673450" y="5805245"/>
                  </a:lnTo>
                  <a:lnTo>
                    <a:pt x="673576" y="5805245"/>
                  </a:lnTo>
                  <a:lnTo>
                    <a:pt x="673828" y="5805245"/>
                  </a:lnTo>
                  <a:lnTo>
                    <a:pt x="673955" y="5805245"/>
                  </a:lnTo>
                  <a:lnTo>
                    <a:pt x="674081" y="5805245"/>
                  </a:lnTo>
                  <a:lnTo>
                    <a:pt x="674207" y="5805245"/>
                  </a:lnTo>
                  <a:lnTo>
                    <a:pt x="674333" y="5805245"/>
                  </a:lnTo>
                  <a:lnTo>
                    <a:pt x="674460" y="5805245"/>
                  </a:lnTo>
                  <a:lnTo>
                    <a:pt x="674586" y="5805245"/>
                  </a:lnTo>
                  <a:lnTo>
                    <a:pt x="674712" y="5805245"/>
                  </a:lnTo>
                  <a:lnTo>
                    <a:pt x="674965" y="5805245"/>
                  </a:lnTo>
                  <a:lnTo>
                    <a:pt x="675091" y="5805245"/>
                  </a:lnTo>
                  <a:lnTo>
                    <a:pt x="675217" y="5805245"/>
                  </a:lnTo>
                  <a:lnTo>
                    <a:pt x="675344" y="5805245"/>
                  </a:lnTo>
                  <a:lnTo>
                    <a:pt x="675470" y="5805245"/>
                  </a:lnTo>
                  <a:lnTo>
                    <a:pt x="675596" y="5800333"/>
                  </a:lnTo>
                  <a:lnTo>
                    <a:pt x="675722" y="5795422"/>
                  </a:lnTo>
                  <a:lnTo>
                    <a:pt x="675849" y="5795422"/>
                  </a:lnTo>
                  <a:lnTo>
                    <a:pt x="676101" y="5795422"/>
                  </a:lnTo>
                  <a:lnTo>
                    <a:pt x="676227" y="5795422"/>
                  </a:lnTo>
                  <a:lnTo>
                    <a:pt x="676227" y="5790511"/>
                  </a:lnTo>
                  <a:lnTo>
                    <a:pt x="676480" y="5790511"/>
                  </a:lnTo>
                  <a:lnTo>
                    <a:pt x="676606" y="5790511"/>
                  </a:lnTo>
                  <a:lnTo>
                    <a:pt x="676732" y="5790511"/>
                  </a:lnTo>
                  <a:lnTo>
                    <a:pt x="676859" y="5790511"/>
                  </a:lnTo>
                  <a:lnTo>
                    <a:pt x="676985" y="5790511"/>
                  </a:lnTo>
                  <a:lnTo>
                    <a:pt x="677111" y="5790511"/>
                  </a:lnTo>
                  <a:lnTo>
                    <a:pt x="677237" y="5790511"/>
                  </a:lnTo>
                  <a:lnTo>
                    <a:pt x="677490" y="5790511"/>
                  </a:lnTo>
                  <a:lnTo>
                    <a:pt x="677616" y="5790511"/>
                  </a:lnTo>
                  <a:lnTo>
                    <a:pt x="677742" y="5790511"/>
                  </a:lnTo>
                  <a:lnTo>
                    <a:pt x="677995" y="5790511"/>
                  </a:lnTo>
                  <a:lnTo>
                    <a:pt x="678121" y="5790511"/>
                  </a:lnTo>
                  <a:lnTo>
                    <a:pt x="678247" y="5790511"/>
                  </a:lnTo>
                  <a:lnTo>
                    <a:pt x="678374" y="5790511"/>
                  </a:lnTo>
                  <a:lnTo>
                    <a:pt x="679131" y="5790511"/>
                  </a:lnTo>
                  <a:lnTo>
                    <a:pt x="679257" y="5790511"/>
                  </a:lnTo>
                  <a:lnTo>
                    <a:pt x="679384" y="5790511"/>
                  </a:lnTo>
                  <a:lnTo>
                    <a:pt x="679510" y="5790511"/>
                  </a:lnTo>
                  <a:lnTo>
                    <a:pt x="679889" y="5790511"/>
                  </a:lnTo>
                  <a:lnTo>
                    <a:pt x="680015" y="5790511"/>
                  </a:lnTo>
                  <a:lnTo>
                    <a:pt x="680141" y="5790511"/>
                  </a:lnTo>
                  <a:lnTo>
                    <a:pt x="680267" y="5785599"/>
                  </a:lnTo>
                  <a:lnTo>
                    <a:pt x="680394" y="5785599"/>
                  </a:lnTo>
                  <a:lnTo>
                    <a:pt x="680520" y="5785599"/>
                  </a:lnTo>
                  <a:lnTo>
                    <a:pt x="680899" y="5785599"/>
                  </a:lnTo>
                  <a:lnTo>
                    <a:pt x="681025" y="5785599"/>
                  </a:lnTo>
                  <a:lnTo>
                    <a:pt x="681151" y="5785599"/>
                  </a:lnTo>
                  <a:lnTo>
                    <a:pt x="681278" y="5785599"/>
                  </a:lnTo>
                  <a:lnTo>
                    <a:pt x="681404" y="5785599"/>
                  </a:lnTo>
                  <a:lnTo>
                    <a:pt x="681530" y="5785599"/>
                  </a:lnTo>
                  <a:lnTo>
                    <a:pt x="681656" y="5785599"/>
                  </a:lnTo>
                  <a:lnTo>
                    <a:pt x="681909" y="5785599"/>
                  </a:lnTo>
                  <a:lnTo>
                    <a:pt x="682540" y="5785599"/>
                  </a:lnTo>
                  <a:lnTo>
                    <a:pt x="682666" y="5785599"/>
                  </a:lnTo>
                  <a:lnTo>
                    <a:pt x="682793" y="5785599"/>
                  </a:lnTo>
                  <a:lnTo>
                    <a:pt x="682919" y="5785599"/>
                  </a:lnTo>
                  <a:lnTo>
                    <a:pt x="683045" y="5785599"/>
                  </a:lnTo>
                  <a:lnTo>
                    <a:pt x="683298" y="5785599"/>
                  </a:lnTo>
                  <a:lnTo>
                    <a:pt x="683550" y="5785599"/>
                  </a:lnTo>
                  <a:lnTo>
                    <a:pt x="683676" y="5785599"/>
                  </a:lnTo>
                  <a:lnTo>
                    <a:pt x="683929" y="5785599"/>
                  </a:lnTo>
                  <a:lnTo>
                    <a:pt x="684055" y="5785599"/>
                  </a:lnTo>
                  <a:lnTo>
                    <a:pt x="684181" y="5785599"/>
                  </a:lnTo>
                  <a:lnTo>
                    <a:pt x="684308" y="5785599"/>
                  </a:lnTo>
                  <a:lnTo>
                    <a:pt x="684434" y="5785599"/>
                  </a:lnTo>
                  <a:lnTo>
                    <a:pt x="684560" y="5785599"/>
                  </a:lnTo>
                  <a:lnTo>
                    <a:pt x="684686" y="5785599"/>
                  </a:lnTo>
                  <a:lnTo>
                    <a:pt x="684813" y="5785599"/>
                  </a:lnTo>
                  <a:lnTo>
                    <a:pt x="684939" y="5785599"/>
                  </a:lnTo>
                  <a:lnTo>
                    <a:pt x="685065" y="5785599"/>
                  </a:lnTo>
                  <a:lnTo>
                    <a:pt x="685191" y="5785599"/>
                  </a:lnTo>
                  <a:lnTo>
                    <a:pt x="685444" y="5785599"/>
                  </a:lnTo>
                  <a:lnTo>
                    <a:pt x="685570" y="5785599"/>
                  </a:lnTo>
                  <a:lnTo>
                    <a:pt x="685697" y="5785599"/>
                  </a:lnTo>
                  <a:lnTo>
                    <a:pt x="685949" y="5785599"/>
                  </a:lnTo>
                  <a:lnTo>
                    <a:pt x="686075" y="5785599"/>
                  </a:lnTo>
                  <a:lnTo>
                    <a:pt x="686202" y="5785599"/>
                  </a:lnTo>
                  <a:lnTo>
                    <a:pt x="686328" y="5785599"/>
                  </a:lnTo>
                  <a:lnTo>
                    <a:pt x="686454" y="5785599"/>
                  </a:lnTo>
                  <a:lnTo>
                    <a:pt x="686580" y="5785599"/>
                  </a:lnTo>
                  <a:lnTo>
                    <a:pt x="686707" y="5785599"/>
                  </a:lnTo>
                  <a:lnTo>
                    <a:pt x="686833" y="5785599"/>
                  </a:lnTo>
                  <a:lnTo>
                    <a:pt x="686959" y="5785599"/>
                  </a:lnTo>
                  <a:lnTo>
                    <a:pt x="687085" y="5785599"/>
                  </a:lnTo>
                  <a:lnTo>
                    <a:pt x="687338" y="5785599"/>
                  </a:lnTo>
                  <a:lnTo>
                    <a:pt x="687464" y="5785599"/>
                  </a:lnTo>
                  <a:lnTo>
                    <a:pt x="687843" y="5785599"/>
                  </a:lnTo>
                  <a:lnTo>
                    <a:pt x="687969" y="5785599"/>
                  </a:lnTo>
                  <a:lnTo>
                    <a:pt x="688095" y="5785599"/>
                  </a:lnTo>
                  <a:lnTo>
                    <a:pt x="688348" y="5785599"/>
                  </a:lnTo>
                  <a:lnTo>
                    <a:pt x="688727" y="5785599"/>
                  </a:lnTo>
                  <a:lnTo>
                    <a:pt x="688853" y="5785599"/>
                  </a:lnTo>
                  <a:lnTo>
                    <a:pt x="688979" y="5785599"/>
                  </a:lnTo>
                  <a:lnTo>
                    <a:pt x="689105" y="5785599"/>
                  </a:lnTo>
                  <a:lnTo>
                    <a:pt x="689232" y="5785599"/>
                  </a:lnTo>
                  <a:lnTo>
                    <a:pt x="689484" y="5785599"/>
                  </a:lnTo>
                  <a:lnTo>
                    <a:pt x="689737" y="5785599"/>
                  </a:lnTo>
                  <a:lnTo>
                    <a:pt x="689863" y="5785599"/>
                  </a:lnTo>
                  <a:lnTo>
                    <a:pt x="689989" y="5785599"/>
                  </a:lnTo>
                  <a:lnTo>
                    <a:pt x="690242" y="5785599"/>
                  </a:lnTo>
                  <a:lnTo>
                    <a:pt x="690368" y="5785599"/>
                  </a:lnTo>
                  <a:lnTo>
                    <a:pt x="690494" y="5785599"/>
                  </a:lnTo>
                  <a:lnTo>
                    <a:pt x="690747" y="5785599"/>
                  </a:lnTo>
                  <a:lnTo>
                    <a:pt x="690873" y="5785599"/>
                  </a:lnTo>
                  <a:lnTo>
                    <a:pt x="690999" y="5785599"/>
                  </a:lnTo>
                  <a:lnTo>
                    <a:pt x="691504" y="5785599"/>
                  </a:lnTo>
                  <a:lnTo>
                    <a:pt x="691631" y="5785599"/>
                  </a:lnTo>
                  <a:lnTo>
                    <a:pt x="691883" y="5785599"/>
                  </a:lnTo>
                  <a:lnTo>
                    <a:pt x="692136" y="5785599"/>
                  </a:lnTo>
                  <a:lnTo>
                    <a:pt x="692262" y="5785599"/>
                  </a:lnTo>
                  <a:lnTo>
                    <a:pt x="692388" y="5785599"/>
                  </a:lnTo>
                  <a:lnTo>
                    <a:pt x="692767" y="5785599"/>
                  </a:lnTo>
                  <a:lnTo>
                    <a:pt x="692893" y="5785599"/>
                  </a:lnTo>
                  <a:lnTo>
                    <a:pt x="693019" y="5785599"/>
                  </a:lnTo>
                  <a:lnTo>
                    <a:pt x="693146" y="5785599"/>
                  </a:lnTo>
                  <a:lnTo>
                    <a:pt x="693272" y="5785599"/>
                  </a:lnTo>
                  <a:lnTo>
                    <a:pt x="693398" y="5785599"/>
                  </a:lnTo>
                  <a:lnTo>
                    <a:pt x="693524" y="5785599"/>
                  </a:lnTo>
                  <a:lnTo>
                    <a:pt x="693651" y="5785599"/>
                  </a:lnTo>
                  <a:lnTo>
                    <a:pt x="693777" y="5785599"/>
                  </a:lnTo>
                  <a:lnTo>
                    <a:pt x="693903" y="5785599"/>
                  </a:lnTo>
                  <a:lnTo>
                    <a:pt x="694029" y="5785599"/>
                  </a:lnTo>
                  <a:lnTo>
                    <a:pt x="694156" y="5785599"/>
                  </a:lnTo>
                  <a:lnTo>
                    <a:pt x="694282" y="5785599"/>
                  </a:lnTo>
                  <a:lnTo>
                    <a:pt x="694408" y="5785599"/>
                  </a:lnTo>
                  <a:lnTo>
                    <a:pt x="694534" y="5785599"/>
                  </a:lnTo>
                  <a:lnTo>
                    <a:pt x="694661" y="5785599"/>
                  </a:lnTo>
                  <a:lnTo>
                    <a:pt x="694787" y="5785599"/>
                  </a:lnTo>
                  <a:lnTo>
                    <a:pt x="694913" y="5785599"/>
                  </a:lnTo>
                  <a:lnTo>
                    <a:pt x="695039" y="5785599"/>
                  </a:lnTo>
                  <a:lnTo>
                    <a:pt x="695671" y="5785599"/>
                  </a:lnTo>
                  <a:lnTo>
                    <a:pt x="695797" y="5785599"/>
                  </a:lnTo>
                  <a:lnTo>
                    <a:pt x="695923" y="5785599"/>
                  </a:lnTo>
                  <a:lnTo>
                    <a:pt x="696050" y="5785599"/>
                  </a:lnTo>
                  <a:lnTo>
                    <a:pt x="696176" y="5785599"/>
                  </a:lnTo>
                  <a:lnTo>
                    <a:pt x="696302" y="5785599"/>
                  </a:lnTo>
                  <a:lnTo>
                    <a:pt x="696555" y="5785599"/>
                  </a:lnTo>
                  <a:lnTo>
                    <a:pt x="696807" y="5785599"/>
                  </a:lnTo>
                  <a:lnTo>
                    <a:pt x="697312" y="5785599"/>
                  </a:lnTo>
                  <a:lnTo>
                    <a:pt x="697438" y="5785599"/>
                  </a:lnTo>
                  <a:lnTo>
                    <a:pt x="697565" y="5785599"/>
                  </a:lnTo>
                  <a:lnTo>
                    <a:pt x="697691" y="5785599"/>
                  </a:lnTo>
                  <a:lnTo>
                    <a:pt x="697817" y="5785599"/>
                  </a:lnTo>
                  <a:lnTo>
                    <a:pt x="697943" y="5785599"/>
                  </a:lnTo>
                  <a:lnTo>
                    <a:pt x="698196" y="5785599"/>
                  </a:lnTo>
                  <a:lnTo>
                    <a:pt x="698575" y="5785599"/>
                  </a:lnTo>
                  <a:lnTo>
                    <a:pt x="698701" y="5785599"/>
                  </a:lnTo>
                  <a:lnTo>
                    <a:pt x="698701" y="5780688"/>
                  </a:lnTo>
                  <a:lnTo>
                    <a:pt x="698827" y="5780688"/>
                  </a:lnTo>
                  <a:lnTo>
                    <a:pt x="698953" y="5780688"/>
                  </a:lnTo>
                  <a:lnTo>
                    <a:pt x="699080" y="5780688"/>
                  </a:lnTo>
                  <a:lnTo>
                    <a:pt x="699206" y="5780688"/>
                  </a:lnTo>
                  <a:lnTo>
                    <a:pt x="699332" y="5780688"/>
                  </a:lnTo>
                  <a:lnTo>
                    <a:pt x="699585" y="5780688"/>
                  </a:lnTo>
                  <a:lnTo>
                    <a:pt x="699711" y="5780688"/>
                  </a:lnTo>
                  <a:lnTo>
                    <a:pt x="699837" y="5780688"/>
                  </a:lnTo>
                  <a:lnTo>
                    <a:pt x="699963" y="5780688"/>
                  </a:lnTo>
                  <a:lnTo>
                    <a:pt x="700090" y="5780688"/>
                  </a:lnTo>
                  <a:lnTo>
                    <a:pt x="700216" y="5780688"/>
                  </a:lnTo>
                  <a:lnTo>
                    <a:pt x="700342" y="5780688"/>
                  </a:lnTo>
                  <a:lnTo>
                    <a:pt x="700595" y="5780688"/>
                  </a:lnTo>
                  <a:lnTo>
                    <a:pt x="700847" y="5780688"/>
                  </a:lnTo>
                  <a:lnTo>
                    <a:pt x="700973" y="5780688"/>
                  </a:lnTo>
                  <a:lnTo>
                    <a:pt x="701100" y="5780688"/>
                  </a:lnTo>
                  <a:lnTo>
                    <a:pt x="701226" y="5780688"/>
                  </a:lnTo>
                  <a:lnTo>
                    <a:pt x="701352" y="5780688"/>
                  </a:lnTo>
                  <a:lnTo>
                    <a:pt x="701479" y="5780688"/>
                  </a:lnTo>
                  <a:lnTo>
                    <a:pt x="701605" y="5780688"/>
                  </a:lnTo>
                  <a:lnTo>
                    <a:pt x="701857" y="5780688"/>
                  </a:lnTo>
                  <a:lnTo>
                    <a:pt x="702110" y="5780688"/>
                  </a:lnTo>
                  <a:lnTo>
                    <a:pt x="702236" y="5780688"/>
                  </a:lnTo>
                  <a:lnTo>
                    <a:pt x="702362" y="5780688"/>
                  </a:lnTo>
                  <a:lnTo>
                    <a:pt x="702489" y="5780688"/>
                  </a:lnTo>
                  <a:lnTo>
                    <a:pt x="702867" y="5780688"/>
                  </a:lnTo>
                  <a:lnTo>
                    <a:pt x="702994" y="5780688"/>
                  </a:lnTo>
                  <a:lnTo>
                    <a:pt x="703120" y="5780688"/>
                  </a:lnTo>
                  <a:lnTo>
                    <a:pt x="703499" y="5780688"/>
                  </a:lnTo>
                  <a:lnTo>
                    <a:pt x="703625" y="5780688"/>
                  </a:lnTo>
                  <a:lnTo>
                    <a:pt x="703751" y="5780688"/>
                  </a:lnTo>
                  <a:lnTo>
                    <a:pt x="703877" y="5780688"/>
                  </a:lnTo>
                  <a:lnTo>
                    <a:pt x="704004" y="5780688"/>
                  </a:lnTo>
                  <a:lnTo>
                    <a:pt x="704130" y="5780688"/>
                  </a:lnTo>
                  <a:lnTo>
                    <a:pt x="704256" y="5780688"/>
                  </a:lnTo>
                  <a:lnTo>
                    <a:pt x="704382" y="5780688"/>
                  </a:lnTo>
                  <a:lnTo>
                    <a:pt x="704509" y="5780688"/>
                  </a:lnTo>
                  <a:lnTo>
                    <a:pt x="704761" y="5780688"/>
                  </a:lnTo>
                  <a:lnTo>
                    <a:pt x="704887" y="5780688"/>
                  </a:lnTo>
                  <a:lnTo>
                    <a:pt x="705014" y="5780688"/>
                  </a:lnTo>
                  <a:lnTo>
                    <a:pt x="705140" y="5780688"/>
                  </a:lnTo>
                  <a:lnTo>
                    <a:pt x="705392" y="5780688"/>
                  </a:lnTo>
                  <a:lnTo>
                    <a:pt x="705519" y="5780688"/>
                  </a:lnTo>
                  <a:lnTo>
                    <a:pt x="705645" y="5780688"/>
                  </a:lnTo>
                  <a:lnTo>
                    <a:pt x="706276" y="5780688"/>
                  </a:lnTo>
                  <a:lnTo>
                    <a:pt x="706403" y="5780688"/>
                  </a:lnTo>
                  <a:lnTo>
                    <a:pt x="706529" y="5780688"/>
                  </a:lnTo>
                  <a:lnTo>
                    <a:pt x="706655" y="5780688"/>
                  </a:lnTo>
                  <a:lnTo>
                    <a:pt x="706781" y="5780688"/>
                  </a:lnTo>
                  <a:lnTo>
                    <a:pt x="706908" y="5780688"/>
                  </a:lnTo>
                  <a:lnTo>
                    <a:pt x="707034" y="5780688"/>
                  </a:lnTo>
                  <a:lnTo>
                    <a:pt x="707160" y="5780688"/>
                  </a:lnTo>
                  <a:lnTo>
                    <a:pt x="707413" y="5780688"/>
                  </a:lnTo>
                  <a:lnTo>
                    <a:pt x="707791" y="5780688"/>
                  </a:lnTo>
                  <a:lnTo>
                    <a:pt x="707918" y="5780688"/>
                  </a:lnTo>
                  <a:lnTo>
                    <a:pt x="708170" y="5780688"/>
                  </a:lnTo>
                  <a:lnTo>
                    <a:pt x="708423" y="5780688"/>
                  </a:lnTo>
                  <a:lnTo>
                    <a:pt x="708549" y="5780688"/>
                  </a:lnTo>
                  <a:lnTo>
                    <a:pt x="708928" y="5780688"/>
                  </a:lnTo>
                  <a:lnTo>
                    <a:pt x="709054" y="5780688"/>
                  </a:lnTo>
                  <a:lnTo>
                    <a:pt x="709180" y="5780688"/>
                  </a:lnTo>
                  <a:lnTo>
                    <a:pt x="709306" y="5780688"/>
                  </a:lnTo>
                  <a:lnTo>
                    <a:pt x="709559" y="5780688"/>
                  </a:lnTo>
                  <a:lnTo>
                    <a:pt x="709685" y="5780688"/>
                  </a:lnTo>
                  <a:lnTo>
                    <a:pt x="709811" y="5780688"/>
                  </a:lnTo>
                  <a:lnTo>
                    <a:pt x="709938" y="5780688"/>
                  </a:lnTo>
                  <a:lnTo>
                    <a:pt x="710064" y="5780688"/>
                  </a:lnTo>
                  <a:lnTo>
                    <a:pt x="710443" y="5780688"/>
                  </a:lnTo>
                  <a:lnTo>
                    <a:pt x="710821" y="5780688"/>
                  </a:lnTo>
                  <a:lnTo>
                    <a:pt x="711074" y="5780688"/>
                  </a:lnTo>
                  <a:lnTo>
                    <a:pt x="711200" y="5780688"/>
                  </a:lnTo>
                  <a:lnTo>
                    <a:pt x="711326" y="5780688"/>
                  </a:lnTo>
                  <a:lnTo>
                    <a:pt x="711326" y="5775776"/>
                  </a:lnTo>
                  <a:lnTo>
                    <a:pt x="711579" y="5775776"/>
                  </a:lnTo>
                  <a:lnTo>
                    <a:pt x="711832" y="5775776"/>
                  </a:lnTo>
                  <a:lnTo>
                    <a:pt x="712210" y="5775776"/>
                  </a:lnTo>
                  <a:lnTo>
                    <a:pt x="712463" y="5775776"/>
                  </a:lnTo>
                  <a:lnTo>
                    <a:pt x="712589" y="5775776"/>
                  </a:lnTo>
                  <a:lnTo>
                    <a:pt x="712715" y="5775776"/>
                  </a:lnTo>
                  <a:lnTo>
                    <a:pt x="712842" y="5775776"/>
                  </a:lnTo>
                  <a:lnTo>
                    <a:pt x="712968" y="5775776"/>
                  </a:lnTo>
                  <a:lnTo>
                    <a:pt x="713094" y="5775776"/>
                  </a:lnTo>
                  <a:lnTo>
                    <a:pt x="713220" y="5775776"/>
                  </a:lnTo>
                  <a:lnTo>
                    <a:pt x="713347" y="5775776"/>
                  </a:lnTo>
                  <a:lnTo>
                    <a:pt x="713473" y="5775776"/>
                  </a:lnTo>
                  <a:lnTo>
                    <a:pt x="713599" y="5775776"/>
                  </a:lnTo>
                  <a:lnTo>
                    <a:pt x="713725" y="5775776"/>
                  </a:lnTo>
                  <a:lnTo>
                    <a:pt x="713852" y="5775776"/>
                  </a:lnTo>
                  <a:lnTo>
                    <a:pt x="713978" y="5775776"/>
                  </a:lnTo>
                  <a:lnTo>
                    <a:pt x="714104" y="5775776"/>
                  </a:lnTo>
                  <a:lnTo>
                    <a:pt x="714230" y="5775776"/>
                  </a:lnTo>
                  <a:lnTo>
                    <a:pt x="714357" y="5775776"/>
                  </a:lnTo>
                  <a:lnTo>
                    <a:pt x="714483" y="5775776"/>
                  </a:lnTo>
                  <a:lnTo>
                    <a:pt x="714609" y="5775776"/>
                  </a:lnTo>
                  <a:lnTo>
                    <a:pt x="714735" y="5775776"/>
                  </a:lnTo>
                  <a:lnTo>
                    <a:pt x="714988" y="5775776"/>
                  </a:lnTo>
                  <a:lnTo>
                    <a:pt x="715114" y="5775776"/>
                  </a:lnTo>
                  <a:lnTo>
                    <a:pt x="715240" y="5775776"/>
                  </a:lnTo>
                  <a:lnTo>
                    <a:pt x="715367" y="5775776"/>
                  </a:lnTo>
                  <a:lnTo>
                    <a:pt x="715493" y="5775776"/>
                  </a:lnTo>
                  <a:lnTo>
                    <a:pt x="715998" y="5775776"/>
                  </a:lnTo>
                  <a:lnTo>
                    <a:pt x="716124" y="5775776"/>
                  </a:lnTo>
                  <a:lnTo>
                    <a:pt x="716377" y="5775776"/>
                  </a:lnTo>
                  <a:lnTo>
                    <a:pt x="716503" y="5775776"/>
                  </a:lnTo>
                  <a:lnTo>
                    <a:pt x="716629" y="5775776"/>
                  </a:lnTo>
                  <a:lnTo>
                    <a:pt x="716882" y="5775776"/>
                  </a:lnTo>
                  <a:lnTo>
                    <a:pt x="717008" y="5775776"/>
                  </a:lnTo>
                  <a:lnTo>
                    <a:pt x="717134" y="5775776"/>
                  </a:lnTo>
                  <a:lnTo>
                    <a:pt x="717261" y="5775776"/>
                  </a:lnTo>
                  <a:lnTo>
                    <a:pt x="717387" y="5775776"/>
                  </a:lnTo>
                  <a:lnTo>
                    <a:pt x="717513" y="5775776"/>
                  </a:lnTo>
                  <a:lnTo>
                    <a:pt x="717639" y="5775776"/>
                  </a:lnTo>
                  <a:lnTo>
                    <a:pt x="717766" y="5775776"/>
                  </a:lnTo>
                  <a:lnTo>
                    <a:pt x="718144" y="5775776"/>
                  </a:lnTo>
                  <a:lnTo>
                    <a:pt x="718271" y="5775776"/>
                  </a:lnTo>
                  <a:lnTo>
                    <a:pt x="718397" y="5775776"/>
                  </a:lnTo>
                  <a:lnTo>
                    <a:pt x="718523" y="5775776"/>
                  </a:lnTo>
                  <a:lnTo>
                    <a:pt x="718649" y="5775776"/>
                  </a:lnTo>
                  <a:lnTo>
                    <a:pt x="718902" y="5775776"/>
                  </a:lnTo>
                  <a:lnTo>
                    <a:pt x="719028" y="5775776"/>
                  </a:lnTo>
                  <a:lnTo>
                    <a:pt x="719154" y="5775776"/>
                  </a:lnTo>
                  <a:lnTo>
                    <a:pt x="719281" y="5775776"/>
                  </a:lnTo>
                  <a:lnTo>
                    <a:pt x="719533" y="5775776"/>
                  </a:lnTo>
                  <a:lnTo>
                    <a:pt x="719786" y="5775776"/>
                  </a:lnTo>
                  <a:lnTo>
                    <a:pt x="720038" y="5775776"/>
                  </a:lnTo>
                  <a:lnTo>
                    <a:pt x="720164" y="5775776"/>
                  </a:lnTo>
                  <a:lnTo>
                    <a:pt x="720164" y="5770865"/>
                  </a:lnTo>
                  <a:lnTo>
                    <a:pt x="720291" y="5770865"/>
                  </a:lnTo>
                  <a:lnTo>
                    <a:pt x="720543" y="5770865"/>
                  </a:lnTo>
                  <a:lnTo>
                    <a:pt x="720669" y="5770865"/>
                  </a:lnTo>
                  <a:lnTo>
                    <a:pt x="720796" y="5770865"/>
                  </a:lnTo>
                  <a:lnTo>
                    <a:pt x="721048" y="5770865"/>
                  </a:lnTo>
                  <a:lnTo>
                    <a:pt x="721174" y="5770865"/>
                  </a:lnTo>
                  <a:lnTo>
                    <a:pt x="721174" y="5765954"/>
                  </a:lnTo>
                  <a:lnTo>
                    <a:pt x="721174" y="5761042"/>
                  </a:lnTo>
                  <a:lnTo>
                    <a:pt x="721301" y="5761042"/>
                  </a:lnTo>
                  <a:lnTo>
                    <a:pt x="721427" y="5761042"/>
                  </a:lnTo>
                  <a:lnTo>
                    <a:pt x="721680" y="5761042"/>
                  </a:lnTo>
                  <a:lnTo>
                    <a:pt x="721806" y="5761042"/>
                  </a:lnTo>
                  <a:lnTo>
                    <a:pt x="721932" y="5761042"/>
                  </a:lnTo>
                  <a:lnTo>
                    <a:pt x="722311" y="5761042"/>
                  </a:lnTo>
                  <a:lnTo>
                    <a:pt x="722437" y="5761042"/>
                  </a:lnTo>
                  <a:lnTo>
                    <a:pt x="722563" y="5761042"/>
                  </a:lnTo>
                  <a:lnTo>
                    <a:pt x="722690" y="5761042"/>
                  </a:lnTo>
                  <a:lnTo>
                    <a:pt x="723321" y="5761042"/>
                  </a:lnTo>
                  <a:lnTo>
                    <a:pt x="723573" y="5761042"/>
                  </a:lnTo>
                  <a:lnTo>
                    <a:pt x="723952" y="5761042"/>
                  </a:lnTo>
                  <a:lnTo>
                    <a:pt x="724078" y="5761042"/>
                  </a:lnTo>
                  <a:lnTo>
                    <a:pt x="724457" y="5761042"/>
                  </a:lnTo>
                  <a:lnTo>
                    <a:pt x="724710" y="5761042"/>
                  </a:lnTo>
                  <a:lnTo>
                    <a:pt x="724836" y="5761042"/>
                  </a:lnTo>
                  <a:lnTo>
                    <a:pt x="724962" y="5761042"/>
                  </a:lnTo>
                  <a:lnTo>
                    <a:pt x="725341" y="5761042"/>
                  </a:lnTo>
                  <a:lnTo>
                    <a:pt x="725720" y="5761042"/>
                  </a:lnTo>
                  <a:lnTo>
                    <a:pt x="725972" y="5761042"/>
                  </a:lnTo>
                  <a:lnTo>
                    <a:pt x="726225" y="5761042"/>
                  </a:lnTo>
                  <a:lnTo>
                    <a:pt x="726351" y="5761042"/>
                  </a:lnTo>
                  <a:lnTo>
                    <a:pt x="726477" y="5761042"/>
                  </a:lnTo>
                  <a:lnTo>
                    <a:pt x="726603" y="5761042"/>
                  </a:lnTo>
                  <a:lnTo>
                    <a:pt x="726856" y="5761042"/>
                  </a:lnTo>
                  <a:lnTo>
                    <a:pt x="726982" y="5761042"/>
                  </a:lnTo>
                  <a:lnTo>
                    <a:pt x="727235" y="5761042"/>
                  </a:lnTo>
                  <a:lnTo>
                    <a:pt x="727361" y="5761042"/>
                  </a:lnTo>
                  <a:lnTo>
                    <a:pt x="727487" y="5761042"/>
                  </a:lnTo>
                  <a:lnTo>
                    <a:pt x="727614" y="5761042"/>
                  </a:lnTo>
                  <a:lnTo>
                    <a:pt x="727740" y="5761042"/>
                  </a:lnTo>
                  <a:lnTo>
                    <a:pt x="727866" y="5761042"/>
                  </a:lnTo>
                  <a:lnTo>
                    <a:pt x="727992" y="5761042"/>
                  </a:lnTo>
                  <a:lnTo>
                    <a:pt x="728119" y="5761042"/>
                  </a:lnTo>
                  <a:lnTo>
                    <a:pt x="728245" y="5761042"/>
                  </a:lnTo>
                  <a:lnTo>
                    <a:pt x="728371" y="5761042"/>
                  </a:lnTo>
                  <a:lnTo>
                    <a:pt x="728497" y="5761042"/>
                  </a:lnTo>
                  <a:lnTo>
                    <a:pt x="728624" y="5761042"/>
                  </a:lnTo>
                  <a:lnTo>
                    <a:pt x="728750" y="5761042"/>
                  </a:lnTo>
                  <a:lnTo>
                    <a:pt x="728876" y="5761042"/>
                  </a:lnTo>
                  <a:lnTo>
                    <a:pt x="729002" y="5761042"/>
                  </a:lnTo>
                  <a:lnTo>
                    <a:pt x="729129" y="5761042"/>
                  </a:lnTo>
                  <a:lnTo>
                    <a:pt x="729255" y="5761042"/>
                  </a:lnTo>
                  <a:lnTo>
                    <a:pt x="729507" y="5761042"/>
                  </a:lnTo>
                  <a:lnTo>
                    <a:pt x="729634" y="5761042"/>
                  </a:lnTo>
                  <a:lnTo>
                    <a:pt x="729886" y="5761042"/>
                  </a:lnTo>
                  <a:lnTo>
                    <a:pt x="730012" y="5761042"/>
                  </a:lnTo>
                  <a:lnTo>
                    <a:pt x="730139" y="5761042"/>
                  </a:lnTo>
                  <a:lnTo>
                    <a:pt x="730265" y="5761042"/>
                  </a:lnTo>
                  <a:lnTo>
                    <a:pt x="730391" y="5761042"/>
                  </a:lnTo>
                  <a:lnTo>
                    <a:pt x="730517" y="5761042"/>
                  </a:lnTo>
                  <a:lnTo>
                    <a:pt x="730644" y="5761042"/>
                  </a:lnTo>
                  <a:lnTo>
                    <a:pt x="731022" y="5761042"/>
                  </a:lnTo>
                  <a:lnTo>
                    <a:pt x="731149" y="5761042"/>
                  </a:lnTo>
                  <a:lnTo>
                    <a:pt x="731275" y="5761042"/>
                  </a:lnTo>
                  <a:lnTo>
                    <a:pt x="731275" y="5756131"/>
                  </a:lnTo>
                  <a:lnTo>
                    <a:pt x="731401" y="5756131"/>
                  </a:lnTo>
                  <a:lnTo>
                    <a:pt x="731654" y="5756131"/>
                  </a:lnTo>
                  <a:lnTo>
                    <a:pt x="731780" y="5756131"/>
                  </a:lnTo>
                  <a:lnTo>
                    <a:pt x="732033" y="5756131"/>
                  </a:lnTo>
                  <a:lnTo>
                    <a:pt x="732159" y="5756131"/>
                  </a:lnTo>
                  <a:lnTo>
                    <a:pt x="732285" y="5756131"/>
                  </a:lnTo>
                  <a:lnTo>
                    <a:pt x="732664" y="5756131"/>
                  </a:lnTo>
                  <a:lnTo>
                    <a:pt x="732790" y="5756131"/>
                  </a:lnTo>
                  <a:lnTo>
                    <a:pt x="733169" y="5756131"/>
                  </a:lnTo>
                  <a:lnTo>
                    <a:pt x="733295" y="5756131"/>
                  </a:lnTo>
                  <a:lnTo>
                    <a:pt x="733421" y="5756131"/>
                  </a:lnTo>
                  <a:lnTo>
                    <a:pt x="733800" y="5756131"/>
                  </a:lnTo>
                  <a:lnTo>
                    <a:pt x="733926" y="5756131"/>
                  </a:lnTo>
                  <a:lnTo>
                    <a:pt x="734053" y="5756131"/>
                  </a:lnTo>
                  <a:lnTo>
                    <a:pt x="734179" y="5756131"/>
                  </a:lnTo>
                  <a:lnTo>
                    <a:pt x="734431" y="5751220"/>
                  </a:lnTo>
                  <a:lnTo>
                    <a:pt x="734558" y="5751220"/>
                  </a:lnTo>
                  <a:lnTo>
                    <a:pt x="734684" y="5751220"/>
                  </a:lnTo>
                  <a:lnTo>
                    <a:pt x="734936" y="5751220"/>
                  </a:lnTo>
                  <a:lnTo>
                    <a:pt x="735063" y="5751220"/>
                  </a:lnTo>
                  <a:lnTo>
                    <a:pt x="735315" y="5751220"/>
                  </a:lnTo>
                  <a:lnTo>
                    <a:pt x="735441" y="5751220"/>
                  </a:lnTo>
                  <a:lnTo>
                    <a:pt x="735568" y="5751220"/>
                  </a:lnTo>
                  <a:lnTo>
                    <a:pt x="735946" y="5751220"/>
                  </a:lnTo>
                  <a:lnTo>
                    <a:pt x="736073" y="5751220"/>
                  </a:lnTo>
                  <a:lnTo>
                    <a:pt x="736199" y="5751220"/>
                  </a:lnTo>
                  <a:lnTo>
                    <a:pt x="736325" y="5751220"/>
                  </a:lnTo>
                  <a:lnTo>
                    <a:pt x="736451" y="5751220"/>
                  </a:lnTo>
                  <a:lnTo>
                    <a:pt x="736578" y="5741397"/>
                  </a:lnTo>
                  <a:lnTo>
                    <a:pt x="736830" y="5741397"/>
                  </a:lnTo>
                  <a:lnTo>
                    <a:pt x="736956" y="5741397"/>
                  </a:lnTo>
                  <a:lnTo>
                    <a:pt x="737083" y="5741397"/>
                  </a:lnTo>
                  <a:lnTo>
                    <a:pt x="737209" y="5741397"/>
                  </a:lnTo>
                  <a:lnTo>
                    <a:pt x="737335" y="5741397"/>
                  </a:lnTo>
                  <a:lnTo>
                    <a:pt x="737462" y="5741397"/>
                  </a:lnTo>
                  <a:lnTo>
                    <a:pt x="737588" y="5741397"/>
                  </a:lnTo>
                  <a:lnTo>
                    <a:pt x="737840" y="5741397"/>
                  </a:lnTo>
                  <a:lnTo>
                    <a:pt x="737967" y="5741397"/>
                  </a:lnTo>
                  <a:lnTo>
                    <a:pt x="738093" y="5741397"/>
                  </a:lnTo>
                  <a:lnTo>
                    <a:pt x="738219" y="5741397"/>
                  </a:lnTo>
                  <a:lnTo>
                    <a:pt x="738345" y="5741397"/>
                  </a:lnTo>
                  <a:lnTo>
                    <a:pt x="738472" y="5741397"/>
                  </a:lnTo>
                  <a:lnTo>
                    <a:pt x="738598" y="5741397"/>
                  </a:lnTo>
                  <a:lnTo>
                    <a:pt x="738724" y="5741397"/>
                  </a:lnTo>
                  <a:lnTo>
                    <a:pt x="738977" y="5741397"/>
                  </a:lnTo>
                  <a:lnTo>
                    <a:pt x="739229" y="5741397"/>
                  </a:lnTo>
                  <a:lnTo>
                    <a:pt x="739355" y="5741397"/>
                  </a:lnTo>
                  <a:lnTo>
                    <a:pt x="739482" y="5741397"/>
                  </a:lnTo>
                  <a:lnTo>
                    <a:pt x="739482" y="5736485"/>
                  </a:lnTo>
                  <a:lnTo>
                    <a:pt x="739608" y="5736485"/>
                  </a:lnTo>
                  <a:lnTo>
                    <a:pt x="739734" y="5736485"/>
                  </a:lnTo>
                  <a:lnTo>
                    <a:pt x="739860" y="5736485"/>
                  </a:lnTo>
                  <a:lnTo>
                    <a:pt x="739987" y="5736485"/>
                  </a:lnTo>
                  <a:lnTo>
                    <a:pt x="740113" y="5736485"/>
                  </a:lnTo>
                  <a:lnTo>
                    <a:pt x="740239" y="5731574"/>
                  </a:lnTo>
                  <a:lnTo>
                    <a:pt x="740365" y="5726663"/>
                  </a:lnTo>
                  <a:lnTo>
                    <a:pt x="740492" y="5726663"/>
                  </a:lnTo>
                  <a:lnTo>
                    <a:pt x="740618" y="5726663"/>
                  </a:lnTo>
                  <a:lnTo>
                    <a:pt x="740744" y="5726663"/>
                  </a:lnTo>
                  <a:lnTo>
                    <a:pt x="740870" y="5726663"/>
                  </a:lnTo>
                  <a:lnTo>
                    <a:pt x="741375" y="5726663"/>
                  </a:lnTo>
                  <a:lnTo>
                    <a:pt x="741502" y="5726663"/>
                  </a:lnTo>
                  <a:lnTo>
                    <a:pt x="741628" y="5726663"/>
                  </a:lnTo>
                  <a:lnTo>
                    <a:pt x="741754" y="5726663"/>
                  </a:lnTo>
                  <a:lnTo>
                    <a:pt x="741880" y="5726663"/>
                  </a:lnTo>
                  <a:lnTo>
                    <a:pt x="742007" y="5726663"/>
                  </a:lnTo>
                  <a:lnTo>
                    <a:pt x="742133" y="5726663"/>
                  </a:lnTo>
                  <a:lnTo>
                    <a:pt x="742259" y="5726663"/>
                  </a:lnTo>
                  <a:lnTo>
                    <a:pt x="742386" y="5726663"/>
                  </a:lnTo>
                  <a:lnTo>
                    <a:pt x="742512" y="5726663"/>
                  </a:lnTo>
                  <a:lnTo>
                    <a:pt x="742638" y="5726663"/>
                  </a:lnTo>
                  <a:lnTo>
                    <a:pt x="742764" y="5726663"/>
                  </a:lnTo>
                  <a:lnTo>
                    <a:pt x="742891" y="5726663"/>
                  </a:lnTo>
                  <a:lnTo>
                    <a:pt x="743017" y="5726663"/>
                  </a:lnTo>
                  <a:lnTo>
                    <a:pt x="743269" y="5726663"/>
                  </a:lnTo>
                  <a:lnTo>
                    <a:pt x="743396" y="5726663"/>
                  </a:lnTo>
                  <a:lnTo>
                    <a:pt x="743522" y="5726663"/>
                  </a:lnTo>
                  <a:lnTo>
                    <a:pt x="744027" y="5726663"/>
                  </a:lnTo>
                  <a:lnTo>
                    <a:pt x="744153" y="5726663"/>
                  </a:lnTo>
                  <a:lnTo>
                    <a:pt x="744279" y="5726663"/>
                  </a:lnTo>
                  <a:lnTo>
                    <a:pt x="744406" y="5726663"/>
                  </a:lnTo>
                  <a:lnTo>
                    <a:pt x="744532" y="5726663"/>
                  </a:lnTo>
                  <a:lnTo>
                    <a:pt x="744658" y="5726663"/>
                  </a:lnTo>
                  <a:lnTo>
                    <a:pt x="744911" y="5726663"/>
                  </a:lnTo>
                  <a:lnTo>
                    <a:pt x="745037" y="5726663"/>
                  </a:lnTo>
                  <a:lnTo>
                    <a:pt x="745163" y="5726663"/>
                  </a:lnTo>
                  <a:lnTo>
                    <a:pt x="745289" y="5726663"/>
                  </a:lnTo>
                  <a:lnTo>
                    <a:pt x="745416" y="5726663"/>
                  </a:lnTo>
                  <a:lnTo>
                    <a:pt x="745542" y="5726663"/>
                  </a:lnTo>
                  <a:lnTo>
                    <a:pt x="745668" y="5726663"/>
                  </a:lnTo>
                  <a:lnTo>
                    <a:pt x="745794" y="5726663"/>
                  </a:lnTo>
                  <a:lnTo>
                    <a:pt x="745921" y="5726663"/>
                  </a:lnTo>
                  <a:lnTo>
                    <a:pt x="746047" y="5726663"/>
                  </a:lnTo>
                  <a:lnTo>
                    <a:pt x="746173" y="5726663"/>
                  </a:lnTo>
                  <a:lnTo>
                    <a:pt x="746299" y="5726663"/>
                  </a:lnTo>
                  <a:lnTo>
                    <a:pt x="746426" y="5726663"/>
                  </a:lnTo>
                  <a:lnTo>
                    <a:pt x="746552" y="5726663"/>
                  </a:lnTo>
                  <a:lnTo>
                    <a:pt x="746678" y="5726663"/>
                  </a:lnTo>
                  <a:lnTo>
                    <a:pt x="746804" y="5726663"/>
                  </a:lnTo>
                  <a:lnTo>
                    <a:pt x="746931" y="5726663"/>
                  </a:lnTo>
                  <a:lnTo>
                    <a:pt x="747057" y="5726663"/>
                  </a:lnTo>
                  <a:lnTo>
                    <a:pt x="747183" y="5726663"/>
                  </a:lnTo>
                  <a:lnTo>
                    <a:pt x="747309" y="5726663"/>
                  </a:lnTo>
                  <a:lnTo>
                    <a:pt x="747436" y="5726663"/>
                  </a:lnTo>
                  <a:lnTo>
                    <a:pt x="747562" y="5726663"/>
                  </a:lnTo>
                  <a:lnTo>
                    <a:pt x="747688" y="5726663"/>
                  </a:lnTo>
                  <a:lnTo>
                    <a:pt x="748067" y="5726663"/>
                  </a:lnTo>
                  <a:lnTo>
                    <a:pt x="748320" y="5726663"/>
                  </a:lnTo>
                  <a:lnTo>
                    <a:pt x="748572" y="5726663"/>
                  </a:lnTo>
                  <a:lnTo>
                    <a:pt x="748698" y="5726663"/>
                  </a:lnTo>
                  <a:lnTo>
                    <a:pt x="748951" y="5726663"/>
                  </a:lnTo>
                  <a:lnTo>
                    <a:pt x="749077" y="5726663"/>
                  </a:lnTo>
                  <a:lnTo>
                    <a:pt x="749203" y="5726663"/>
                  </a:lnTo>
                  <a:lnTo>
                    <a:pt x="749330" y="5726663"/>
                  </a:lnTo>
                  <a:lnTo>
                    <a:pt x="749582" y="5726663"/>
                  </a:lnTo>
                  <a:lnTo>
                    <a:pt x="749835" y="5726663"/>
                  </a:lnTo>
                  <a:lnTo>
                    <a:pt x="750087" y="5726663"/>
                  </a:lnTo>
                  <a:lnTo>
                    <a:pt x="750213" y="5726663"/>
                  </a:lnTo>
                  <a:lnTo>
                    <a:pt x="750340" y="5726663"/>
                  </a:lnTo>
                  <a:lnTo>
                    <a:pt x="750466" y="5726663"/>
                  </a:lnTo>
                  <a:lnTo>
                    <a:pt x="750718" y="5726663"/>
                  </a:lnTo>
                  <a:lnTo>
                    <a:pt x="750971" y="5726663"/>
                  </a:lnTo>
                  <a:lnTo>
                    <a:pt x="751223" y="5726663"/>
                  </a:lnTo>
                  <a:lnTo>
                    <a:pt x="751350" y="5726663"/>
                  </a:lnTo>
                  <a:lnTo>
                    <a:pt x="751476" y="5726663"/>
                  </a:lnTo>
                  <a:lnTo>
                    <a:pt x="751602" y="5726663"/>
                  </a:lnTo>
                  <a:lnTo>
                    <a:pt x="751728" y="5726663"/>
                  </a:lnTo>
                  <a:lnTo>
                    <a:pt x="752107" y="5726663"/>
                  </a:lnTo>
                  <a:lnTo>
                    <a:pt x="752233" y="5726663"/>
                  </a:lnTo>
                  <a:lnTo>
                    <a:pt x="752360" y="5726663"/>
                  </a:lnTo>
                  <a:lnTo>
                    <a:pt x="752486" y="5726663"/>
                  </a:lnTo>
                  <a:lnTo>
                    <a:pt x="752612" y="5726663"/>
                  </a:lnTo>
                  <a:lnTo>
                    <a:pt x="752865" y="5726663"/>
                  </a:lnTo>
                  <a:lnTo>
                    <a:pt x="752991" y="5721751"/>
                  </a:lnTo>
                  <a:lnTo>
                    <a:pt x="753117" y="5721751"/>
                  </a:lnTo>
                  <a:lnTo>
                    <a:pt x="753244" y="5721751"/>
                  </a:lnTo>
                  <a:lnTo>
                    <a:pt x="753370" y="5721751"/>
                  </a:lnTo>
                  <a:lnTo>
                    <a:pt x="753496" y="5721751"/>
                  </a:lnTo>
                  <a:lnTo>
                    <a:pt x="753622" y="5721751"/>
                  </a:lnTo>
                  <a:lnTo>
                    <a:pt x="753749" y="5721751"/>
                  </a:lnTo>
                  <a:lnTo>
                    <a:pt x="754001" y="5721751"/>
                  </a:lnTo>
                  <a:lnTo>
                    <a:pt x="754254" y="5721751"/>
                  </a:lnTo>
                  <a:lnTo>
                    <a:pt x="754380" y="5721751"/>
                  </a:lnTo>
                  <a:lnTo>
                    <a:pt x="754506" y="5721751"/>
                  </a:lnTo>
                  <a:lnTo>
                    <a:pt x="754632" y="5721751"/>
                  </a:lnTo>
                  <a:lnTo>
                    <a:pt x="754759" y="5721751"/>
                  </a:lnTo>
                  <a:lnTo>
                    <a:pt x="755516" y="5721751"/>
                  </a:lnTo>
                  <a:lnTo>
                    <a:pt x="755642" y="5721751"/>
                  </a:lnTo>
                  <a:lnTo>
                    <a:pt x="755769" y="5721751"/>
                  </a:lnTo>
                  <a:lnTo>
                    <a:pt x="755895" y="5721751"/>
                  </a:lnTo>
                  <a:lnTo>
                    <a:pt x="756021" y="5721751"/>
                  </a:lnTo>
                  <a:lnTo>
                    <a:pt x="756400" y="5721751"/>
                  </a:lnTo>
                  <a:lnTo>
                    <a:pt x="756652" y="5721751"/>
                  </a:lnTo>
                  <a:lnTo>
                    <a:pt x="756779" y="5721751"/>
                  </a:lnTo>
                  <a:lnTo>
                    <a:pt x="757031" y="5716840"/>
                  </a:lnTo>
                  <a:lnTo>
                    <a:pt x="757410" y="5716840"/>
                  </a:lnTo>
                  <a:lnTo>
                    <a:pt x="757536" y="5716840"/>
                  </a:lnTo>
                  <a:lnTo>
                    <a:pt x="757662" y="5716840"/>
                  </a:lnTo>
                  <a:lnTo>
                    <a:pt x="757789" y="5716840"/>
                  </a:lnTo>
                  <a:lnTo>
                    <a:pt x="758041" y="5716840"/>
                  </a:lnTo>
                  <a:lnTo>
                    <a:pt x="758294" y="5716840"/>
                  </a:lnTo>
                  <a:lnTo>
                    <a:pt x="758420" y="5716840"/>
                  </a:lnTo>
                  <a:lnTo>
                    <a:pt x="758546" y="5716840"/>
                  </a:lnTo>
                  <a:lnTo>
                    <a:pt x="758673" y="5716840"/>
                  </a:lnTo>
                  <a:lnTo>
                    <a:pt x="758799" y="5716840"/>
                  </a:lnTo>
                  <a:lnTo>
                    <a:pt x="758925" y="5716840"/>
                  </a:lnTo>
                  <a:lnTo>
                    <a:pt x="759051" y="5716840"/>
                  </a:lnTo>
                  <a:lnTo>
                    <a:pt x="759178" y="5716840"/>
                  </a:lnTo>
                  <a:lnTo>
                    <a:pt x="759304" y="5716840"/>
                  </a:lnTo>
                  <a:lnTo>
                    <a:pt x="759304" y="5711929"/>
                  </a:lnTo>
                  <a:lnTo>
                    <a:pt x="759430" y="5711929"/>
                  </a:lnTo>
                  <a:lnTo>
                    <a:pt x="759556" y="5711929"/>
                  </a:lnTo>
                  <a:lnTo>
                    <a:pt x="759935" y="5711929"/>
                  </a:lnTo>
                  <a:lnTo>
                    <a:pt x="760061" y="5711929"/>
                  </a:lnTo>
                  <a:lnTo>
                    <a:pt x="760188" y="5711929"/>
                  </a:lnTo>
                  <a:lnTo>
                    <a:pt x="760440" y="5711929"/>
                  </a:lnTo>
                  <a:lnTo>
                    <a:pt x="760566" y="5711929"/>
                  </a:lnTo>
                  <a:lnTo>
                    <a:pt x="760693" y="5711929"/>
                  </a:lnTo>
                  <a:lnTo>
                    <a:pt x="760819" y="5711929"/>
                  </a:lnTo>
                  <a:lnTo>
                    <a:pt x="760945" y="5711929"/>
                  </a:lnTo>
                  <a:lnTo>
                    <a:pt x="761198" y="5711929"/>
                  </a:lnTo>
                  <a:lnTo>
                    <a:pt x="761324" y="5711929"/>
                  </a:lnTo>
                  <a:lnTo>
                    <a:pt x="761576" y="5711929"/>
                  </a:lnTo>
                  <a:lnTo>
                    <a:pt x="761703" y="5711929"/>
                  </a:lnTo>
                  <a:lnTo>
                    <a:pt x="761955" y="5711929"/>
                  </a:lnTo>
                  <a:lnTo>
                    <a:pt x="762081" y="5707017"/>
                  </a:lnTo>
                  <a:lnTo>
                    <a:pt x="762208" y="5707017"/>
                  </a:lnTo>
                  <a:lnTo>
                    <a:pt x="762334" y="5707017"/>
                  </a:lnTo>
                  <a:lnTo>
                    <a:pt x="762460" y="5707017"/>
                  </a:lnTo>
                  <a:lnTo>
                    <a:pt x="762586" y="5707017"/>
                  </a:lnTo>
                  <a:lnTo>
                    <a:pt x="762839" y="5707017"/>
                  </a:lnTo>
                  <a:lnTo>
                    <a:pt x="763092" y="5707017"/>
                  </a:lnTo>
                  <a:lnTo>
                    <a:pt x="763218" y="5707017"/>
                  </a:lnTo>
                  <a:lnTo>
                    <a:pt x="763344" y="5707017"/>
                  </a:lnTo>
                  <a:lnTo>
                    <a:pt x="763470" y="5707017"/>
                  </a:lnTo>
                  <a:lnTo>
                    <a:pt x="763597" y="5707017"/>
                  </a:lnTo>
                  <a:lnTo>
                    <a:pt x="763723" y="5707017"/>
                  </a:lnTo>
                  <a:lnTo>
                    <a:pt x="763849" y="5707017"/>
                  </a:lnTo>
                  <a:lnTo>
                    <a:pt x="763975" y="5707017"/>
                  </a:lnTo>
                  <a:lnTo>
                    <a:pt x="764102" y="5707017"/>
                  </a:lnTo>
                  <a:lnTo>
                    <a:pt x="764354" y="5707017"/>
                  </a:lnTo>
                  <a:lnTo>
                    <a:pt x="764480" y="5702106"/>
                  </a:lnTo>
                  <a:lnTo>
                    <a:pt x="764859" y="5702106"/>
                  </a:lnTo>
                  <a:lnTo>
                    <a:pt x="764985" y="5702106"/>
                  </a:lnTo>
                  <a:lnTo>
                    <a:pt x="765112" y="5702106"/>
                  </a:lnTo>
                  <a:lnTo>
                    <a:pt x="765238" y="5702106"/>
                  </a:lnTo>
                  <a:lnTo>
                    <a:pt x="765364" y="5702106"/>
                  </a:lnTo>
                  <a:lnTo>
                    <a:pt x="765490" y="5702106"/>
                  </a:lnTo>
                  <a:lnTo>
                    <a:pt x="765869" y="5702106"/>
                  </a:lnTo>
                  <a:lnTo>
                    <a:pt x="765995" y="5702106"/>
                  </a:lnTo>
                  <a:lnTo>
                    <a:pt x="766122" y="5702106"/>
                  </a:lnTo>
                  <a:lnTo>
                    <a:pt x="766248" y="5702106"/>
                  </a:lnTo>
                  <a:lnTo>
                    <a:pt x="766374" y="5702106"/>
                  </a:lnTo>
                  <a:lnTo>
                    <a:pt x="766500" y="5702106"/>
                  </a:lnTo>
                  <a:lnTo>
                    <a:pt x="766627" y="5702106"/>
                  </a:lnTo>
                  <a:lnTo>
                    <a:pt x="766753" y="5702106"/>
                  </a:lnTo>
                  <a:lnTo>
                    <a:pt x="766879" y="5702106"/>
                  </a:lnTo>
                  <a:lnTo>
                    <a:pt x="767005" y="5702106"/>
                  </a:lnTo>
                  <a:lnTo>
                    <a:pt x="767132" y="5702106"/>
                  </a:lnTo>
                  <a:lnTo>
                    <a:pt x="767258" y="5702106"/>
                  </a:lnTo>
                  <a:lnTo>
                    <a:pt x="767637" y="5702106"/>
                  </a:lnTo>
                  <a:lnTo>
                    <a:pt x="767763" y="5702106"/>
                  </a:lnTo>
                  <a:lnTo>
                    <a:pt x="767889" y="5702106"/>
                  </a:lnTo>
                  <a:lnTo>
                    <a:pt x="768015" y="5702106"/>
                  </a:lnTo>
                  <a:lnTo>
                    <a:pt x="768142" y="5702106"/>
                  </a:lnTo>
                  <a:lnTo>
                    <a:pt x="768268" y="5702106"/>
                  </a:lnTo>
                  <a:lnTo>
                    <a:pt x="768394" y="5702106"/>
                  </a:lnTo>
                  <a:lnTo>
                    <a:pt x="768647" y="5702106"/>
                  </a:lnTo>
                  <a:lnTo>
                    <a:pt x="768773" y="5702106"/>
                  </a:lnTo>
                  <a:lnTo>
                    <a:pt x="768899" y="5702106"/>
                  </a:lnTo>
                  <a:lnTo>
                    <a:pt x="769278" y="5702106"/>
                  </a:lnTo>
                  <a:lnTo>
                    <a:pt x="769657" y="5702106"/>
                  </a:lnTo>
                  <a:lnTo>
                    <a:pt x="769783" y="5702106"/>
                  </a:lnTo>
                  <a:lnTo>
                    <a:pt x="769909" y="5702106"/>
                  </a:lnTo>
                  <a:lnTo>
                    <a:pt x="770036" y="5702106"/>
                  </a:lnTo>
                  <a:lnTo>
                    <a:pt x="770162" y="5702106"/>
                  </a:lnTo>
                  <a:lnTo>
                    <a:pt x="770288" y="5702106"/>
                  </a:lnTo>
                  <a:lnTo>
                    <a:pt x="770541" y="5702106"/>
                  </a:lnTo>
                  <a:lnTo>
                    <a:pt x="770793" y="5702106"/>
                  </a:lnTo>
                  <a:lnTo>
                    <a:pt x="770919" y="5702106"/>
                  </a:lnTo>
                  <a:lnTo>
                    <a:pt x="771046" y="5702106"/>
                  </a:lnTo>
                  <a:lnTo>
                    <a:pt x="771298" y="5702106"/>
                  </a:lnTo>
                  <a:lnTo>
                    <a:pt x="771424" y="5702106"/>
                  </a:lnTo>
                  <a:lnTo>
                    <a:pt x="771551" y="5702106"/>
                  </a:lnTo>
                  <a:lnTo>
                    <a:pt x="771677" y="5702106"/>
                  </a:lnTo>
                  <a:lnTo>
                    <a:pt x="771929" y="5702106"/>
                  </a:lnTo>
                  <a:lnTo>
                    <a:pt x="772056" y="5702106"/>
                  </a:lnTo>
                  <a:lnTo>
                    <a:pt x="772182" y="5702106"/>
                  </a:lnTo>
                  <a:lnTo>
                    <a:pt x="772308" y="5702106"/>
                  </a:lnTo>
                  <a:lnTo>
                    <a:pt x="772434" y="5702106"/>
                  </a:lnTo>
                  <a:lnTo>
                    <a:pt x="772561" y="5702106"/>
                  </a:lnTo>
                  <a:lnTo>
                    <a:pt x="772687" y="5702106"/>
                  </a:lnTo>
                  <a:lnTo>
                    <a:pt x="772813" y="5702106"/>
                  </a:lnTo>
                  <a:lnTo>
                    <a:pt x="772939" y="5702106"/>
                  </a:lnTo>
                  <a:lnTo>
                    <a:pt x="773066" y="5702106"/>
                  </a:lnTo>
                  <a:lnTo>
                    <a:pt x="773192" y="5702106"/>
                  </a:lnTo>
                  <a:lnTo>
                    <a:pt x="773318" y="5702106"/>
                  </a:lnTo>
                  <a:lnTo>
                    <a:pt x="773445" y="5702106"/>
                  </a:lnTo>
                  <a:lnTo>
                    <a:pt x="773571" y="5702106"/>
                  </a:lnTo>
                  <a:lnTo>
                    <a:pt x="773697" y="5702106"/>
                  </a:lnTo>
                  <a:lnTo>
                    <a:pt x="773697" y="5697194"/>
                  </a:lnTo>
                  <a:lnTo>
                    <a:pt x="773950" y="5697194"/>
                  </a:lnTo>
                  <a:lnTo>
                    <a:pt x="774076" y="5697194"/>
                  </a:lnTo>
                  <a:lnTo>
                    <a:pt x="774202" y="5697194"/>
                  </a:lnTo>
                  <a:lnTo>
                    <a:pt x="774328" y="5697194"/>
                  </a:lnTo>
                  <a:lnTo>
                    <a:pt x="774455" y="5697194"/>
                  </a:lnTo>
                  <a:lnTo>
                    <a:pt x="774581" y="5697194"/>
                  </a:lnTo>
                  <a:lnTo>
                    <a:pt x="774707" y="5692283"/>
                  </a:lnTo>
                  <a:lnTo>
                    <a:pt x="774833" y="5692283"/>
                  </a:lnTo>
                  <a:lnTo>
                    <a:pt x="774960" y="5692283"/>
                  </a:lnTo>
                  <a:lnTo>
                    <a:pt x="775212" y="5692283"/>
                  </a:lnTo>
                  <a:lnTo>
                    <a:pt x="775338" y="5692283"/>
                  </a:lnTo>
                  <a:lnTo>
                    <a:pt x="775465" y="5692283"/>
                  </a:lnTo>
                  <a:lnTo>
                    <a:pt x="775591" y="5692283"/>
                  </a:lnTo>
                  <a:lnTo>
                    <a:pt x="775843" y="5692283"/>
                  </a:lnTo>
                  <a:lnTo>
                    <a:pt x="775970" y="5692283"/>
                  </a:lnTo>
                  <a:lnTo>
                    <a:pt x="776096" y="5692283"/>
                  </a:lnTo>
                  <a:lnTo>
                    <a:pt x="776348" y="5692283"/>
                  </a:lnTo>
                  <a:lnTo>
                    <a:pt x="776475" y="5692283"/>
                  </a:lnTo>
                  <a:lnTo>
                    <a:pt x="776601" y="5692283"/>
                  </a:lnTo>
                  <a:lnTo>
                    <a:pt x="776980" y="5692283"/>
                  </a:lnTo>
                  <a:lnTo>
                    <a:pt x="777106" y="5692283"/>
                  </a:lnTo>
                  <a:lnTo>
                    <a:pt x="777232" y="5692283"/>
                  </a:lnTo>
                  <a:lnTo>
                    <a:pt x="777358" y="5692283"/>
                  </a:lnTo>
                  <a:lnTo>
                    <a:pt x="777485" y="5692283"/>
                  </a:lnTo>
                  <a:lnTo>
                    <a:pt x="777611" y="5692283"/>
                  </a:lnTo>
                  <a:lnTo>
                    <a:pt x="777737" y="5692283"/>
                  </a:lnTo>
                  <a:lnTo>
                    <a:pt x="777863" y="5692283"/>
                  </a:lnTo>
                  <a:lnTo>
                    <a:pt x="777990" y="5692283"/>
                  </a:lnTo>
                  <a:lnTo>
                    <a:pt x="778116" y="5687372"/>
                  </a:lnTo>
                  <a:lnTo>
                    <a:pt x="778242" y="5687372"/>
                  </a:lnTo>
                  <a:lnTo>
                    <a:pt x="778369" y="5687372"/>
                  </a:lnTo>
                  <a:lnTo>
                    <a:pt x="778495" y="5687372"/>
                  </a:lnTo>
                  <a:lnTo>
                    <a:pt x="778621" y="5687372"/>
                  </a:lnTo>
                  <a:lnTo>
                    <a:pt x="778874" y="5687372"/>
                  </a:lnTo>
                  <a:lnTo>
                    <a:pt x="779000" y="5687372"/>
                  </a:lnTo>
                  <a:lnTo>
                    <a:pt x="779126" y="5687372"/>
                  </a:lnTo>
                  <a:lnTo>
                    <a:pt x="779379" y="5687372"/>
                  </a:lnTo>
                  <a:lnTo>
                    <a:pt x="779505" y="5687372"/>
                  </a:lnTo>
                  <a:lnTo>
                    <a:pt x="779631" y="5687372"/>
                  </a:lnTo>
                  <a:lnTo>
                    <a:pt x="779757" y="5687372"/>
                  </a:lnTo>
                  <a:lnTo>
                    <a:pt x="779884" y="5687372"/>
                  </a:lnTo>
                  <a:lnTo>
                    <a:pt x="780010" y="5687372"/>
                  </a:lnTo>
                  <a:lnTo>
                    <a:pt x="780262" y="5687372"/>
                  </a:lnTo>
                  <a:lnTo>
                    <a:pt x="780389" y="5687372"/>
                  </a:lnTo>
                  <a:lnTo>
                    <a:pt x="780515" y="5687372"/>
                  </a:lnTo>
                  <a:lnTo>
                    <a:pt x="780641" y="5687372"/>
                  </a:lnTo>
                  <a:lnTo>
                    <a:pt x="780767" y="5687372"/>
                  </a:lnTo>
                  <a:lnTo>
                    <a:pt x="780894" y="5687372"/>
                  </a:lnTo>
                  <a:lnTo>
                    <a:pt x="781020" y="5687372"/>
                  </a:lnTo>
                  <a:lnTo>
                    <a:pt x="783671" y="5682460"/>
                  </a:lnTo>
                  <a:lnTo>
                    <a:pt x="783798" y="5682460"/>
                  </a:lnTo>
                  <a:lnTo>
                    <a:pt x="783924" y="5682460"/>
                  </a:lnTo>
                  <a:lnTo>
                    <a:pt x="784050" y="5682460"/>
                  </a:lnTo>
                  <a:lnTo>
                    <a:pt x="784176" y="5682460"/>
                  </a:lnTo>
                  <a:lnTo>
                    <a:pt x="784429" y="5682460"/>
                  </a:lnTo>
                  <a:lnTo>
                    <a:pt x="784555" y="5682460"/>
                  </a:lnTo>
                  <a:lnTo>
                    <a:pt x="784681" y="5682460"/>
                  </a:lnTo>
                  <a:lnTo>
                    <a:pt x="784681" y="5677549"/>
                  </a:lnTo>
                  <a:lnTo>
                    <a:pt x="784808" y="5677549"/>
                  </a:lnTo>
                  <a:lnTo>
                    <a:pt x="785186" y="5677549"/>
                  </a:lnTo>
                  <a:lnTo>
                    <a:pt x="785313" y="5677549"/>
                  </a:lnTo>
                  <a:lnTo>
                    <a:pt x="785439" y="5677549"/>
                  </a:lnTo>
                  <a:lnTo>
                    <a:pt x="785691" y="5677549"/>
                  </a:lnTo>
                  <a:lnTo>
                    <a:pt x="785818" y="5672638"/>
                  </a:lnTo>
                  <a:lnTo>
                    <a:pt x="785944" y="5672638"/>
                  </a:lnTo>
                  <a:lnTo>
                    <a:pt x="786070" y="5672638"/>
                  </a:lnTo>
                  <a:lnTo>
                    <a:pt x="786196" y="5672638"/>
                  </a:lnTo>
                  <a:lnTo>
                    <a:pt x="786323" y="5672638"/>
                  </a:lnTo>
                  <a:lnTo>
                    <a:pt x="786449" y="5672638"/>
                  </a:lnTo>
                  <a:lnTo>
                    <a:pt x="786575" y="5672638"/>
                  </a:lnTo>
                  <a:lnTo>
                    <a:pt x="786701" y="5672638"/>
                  </a:lnTo>
                  <a:lnTo>
                    <a:pt x="786954" y="5672638"/>
                  </a:lnTo>
                  <a:lnTo>
                    <a:pt x="787080" y="5672638"/>
                  </a:lnTo>
                  <a:lnTo>
                    <a:pt x="787206" y="5672638"/>
                  </a:lnTo>
                  <a:lnTo>
                    <a:pt x="787206" y="5667726"/>
                  </a:lnTo>
                  <a:lnTo>
                    <a:pt x="787333" y="5667726"/>
                  </a:lnTo>
                  <a:lnTo>
                    <a:pt x="787459" y="5667726"/>
                  </a:lnTo>
                  <a:lnTo>
                    <a:pt x="787585" y="5667726"/>
                  </a:lnTo>
                  <a:lnTo>
                    <a:pt x="787711" y="5667726"/>
                  </a:lnTo>
                  <a:lnTo>
                    <a:pt x="787838" y="5667726"/>
                  </a:lnTo>
                  <a:lnTo>
                    <a:pt x="787964" y="5667726"/>
                  </a:lnTo>
                  <a:lnTo>
                    <a:pt x="788090" y="5667726"/>
                  </a:lnTo>
                  <a:lnTo>
                    <a:pt x="788216" y="5667726"/>
                  </a:lnTo>
                  <a:lnTo>
                    <a:pt x="788595" y="5667726"/>
                  </a:lnTo>
                  <a:lnTo>
                    <a:pt x="788722" y="5667726"/>
                  </a:lnTo>
                  <a:lnTo>
                    <a:pt x="788848" y="5667726"/>
                  </a:lnTo>
                  <a:lnTo>
                    <a:pt x="788974" y="5667726"/>
                  </a:lnTo>
                  <a:lnTo>
                    <a:pt x="789353" y="5667726"/>
                  </a:lnTo>
                  <a:lnTo>
                    <a:pt x="789732" y="5667726"/>
                  </a:lnTo>
                  <a:lnTo>
                    <a:pt x="789858" y="5667726"/>
                  </a:lnTo>
                  <a:lnTo>
                    <a:pt x="789984" y="5667726"/>
                  </a:lnTo>
                  <a:lnTo>
                    <a:pt x="790237" y="5667726"/>
                  </a:lnTo>
                  <a:lnTo>
                    <a:pt x="790363" y="5667726"/>
                  </a:lnTo>
                  <a:lnTo>
                    <a:pt x="790489" y="5667726"/>
                  </a:lnTo>
                  <a:lnTo>
                    <a:pt x="790742" y="5662815"/>
                  </a:lnTo>
                  <a:lnTo>
                    <a:pt x="790868" y="5662815"/>
                  </a:lnTo>
                  <a:lnTo>
                    <a:pt x="790994" y="5662815"/>
                  </a:lnTo>
                  <a:lnTo>
                    <a:pt x="791120" y="5662815"/>
                  </a:lnTo>
                  <a:lnTo>
                    <a:pt x="791373" y="5662815"/>
                  </a:lnTo>
                  <a:lnTo>
                    <a:pt x="791752" y="5662815"/>
                  </a:lnTo>
                  <a:lnTo>
                    <a:pt x="791878" y="5662815"/>
                  </a:lnTo>
                  <a:lnTo>
                    <a:pt x="792004" y="5662815"/>
                  </a:lnTo>
                  <a:lnTo>
                    <a:pt x="792130" y="5662815"/>
                  </a:lnTo>
                  <a:lnTo>
                    <a:pt x="792257" y="5662815"/>
                  </a:lnTo>
                  <a:lnTo>
                    <a:pt x="792509" y="5662815"/>
                  </a:lnTo>
                  <a:lnTo>
                    <a:pt x="792635" y="5662815"/>
                  </a:lnTo>
                  <a:lnTo>
                    <a:pt x="792762" y="5662815"/>
                  </a:lnTo>
                  <a:lnTo>
                    <a:pt x="792888" y="5662815"/>
                  </a:lnTo>
                  <a:lnTo>
                    <a:pt x="792888" y="5657903"/>
                  </a:lnTo>
                  <a:lnTo>
                    <a:pt x="793014" y="5657903"/>
                  </a:lnTo>
                  <a:lnTo>
                    <a:pt x="793140" y="5657903"/>
                  </a:lnTo>
                  <a:lnTo>
                    <a:pt x="793267" y="5657903"/>
                  </a:lnTo>
                  <a:lnTo>
                    <a:pt x="793393" y="5657903"/>
                  </a:lnTo>
                  <a:lnTo>
                    <a:pt x="793645" y="5657903"/>
                  </a:lnTo>
                  <a:lnTo>
                    <a:pt x="793772" y="5657903"/>
                  </a:lnTo>
                  <a:lnTo>
                    <a:pt x="793898" y="5657903"/>
                  </a:lnTo>
                  <a:lnTo>
                    <a:pt x="794024" y="5657903"/>
                  </a:lnTo>
                  <a:lnTo>
                    <a:pt x="794277" y="5657903"/>
                  </a:lnTo>
                  <a:lnTo>
                    <a:pt x="794403" y="5657903"/>
                  </a:lnTo>
                  <a:lnTo>
                    <a:pt x="794529" y="5657903"/>
                  </a:lnTo>
                  <a:lnTo>
                    <a:pt x="794656" y="5657903"/>
                  </a:lnTo>
                  <a:lnTo>
                    <a:pt x="794782" y="5657903"/>
                  </a:lnTo>
                  <a:lnTo>
                    <a:pt x="794908" y="5657903"/>
                  </a:lnTo>
                  <a:lnTo>
                    <a:pt x="795161" y="5657903"/>
                  </a:lnTo>
                  <a:lnTo>
                    <a:pt x="795413" y="5657903"/>
                  </a:lnTo>
                  <a:lnTo>
                    <a:pt x="795539" y="5657903"/>
                  </a:lnTo>
                  <a:lnTo>
                    <a:pt x="795792" y="5657903"/>
                  </a:lnTo>
                  <a:lnTo>
                    <a:pt x="795918" y="5657903"/>
                  </a:lnTo>
                  <a:lnTo>
                    <a:pt x="796044" y="5657903"/>
                  </a:lnTo>
                  <a:lnTo>
                    <a:pt x="796423" y="5657903"/>
                  </a:lnTo>
                  <a:lnTo>
                    <a:pt x="796549" y="5657903"/>
                  </a:lnTo>
                  <a:lnTo>
                    <a:pt x="796802" y="5657903"/>
                  </a:lnTo>
                  <a:lnTo>
                    <a:pt x="797054" y="5657903"/>
                  </a:lnTo>
                  <a:lnTo>
                    <a:pt x="797181" y="5657903"/>
                  </a:lnTo>
                  <a:lnTo>
                    <a:pt x="797181" y="5652992"/>
                  </a:lnTo>
                  <a:lnTo>
                    <a:pt x="797307" y="5652992"/>
                  </a:lnTo>
                  <a:lnTo>
                    <a:pt x="797559" y="5652992"/>
                  </a:lnTo>
                  <a:lnTo>
                    <a:pt x="797686" y="5652992"/>
                  </a:lnTo>
                  <a:lnTo>
                    <a:pt x="797812" y="5652992"/>
                  </a:lnTo>
                  <a:lnTo>
                    <a:pt x="797938" y="5652992"/>
                  </a:lnTo>
                  <a:lnTo>
                    <a:pt x="798064" y="5652992"/>
                  </a:lnTo>
                  <a:lnTo>
                    <a:pt x="798191" y="5652992"/>
                  </a:lnTo>
                  <a:lnTo>
                    <a:pt x="798317" y="5652992"/>
                  </a:lnTo>
                  <a:lnTo>
                    <a:pt x="798317" y="5648081"/>
                  </a:lnTo>
                  <a:lnTo>
                    <a:pt x="798569" y="5648081"/>
                  </a:lnTo>
                  <a:lnTo>
                    <a:pt x="798696" y="5648081"/>
                  </a:lnTo>
                  <a:lnTo>
                    <a:pt x="798822" y="5648081"/>
                  </a:lnTo>
                  <a:lnTo>
                    <a:pt x="799075" y="5648081"/>
                  </a:lnTo>
                  <a:lnTo>
                    <a:pt x="799201" y="5648081"/>
                  </a:lnTo>
                  <a:lnTo>
                    <a:pt x="799327" y="5648081"/>
                  </a:lnTo>
                  <a:lnTo>
                    <a:pt x="799453" y="5648081"/>
                  </a:lnTo>
                  <a:lnTo>
                    <a:pt x="799580" y="5648081"/>
                  </a:lnTo>
                  <a:lnTo>
                    <a:pt x="799832" y="5648081"/>
                  </a:lnTo>
                  <a:lnTo>
                    <a:pt x="800085" y="5648081"/>
                  </a:lnTo>
                  <a:lnTo>
                    <a:pt x="800211" y="5648081"/>
                  </a:lnTo>
                  <a:lnTo>
                    <a:pt x="800337" y="5648081"/>
                  </a:lnTo>
                  <a:lnTo>
                    <a:pt x="800590" y="5648081"/>
                  </a:lnTo>
                  <a:lnTo>
                    <a:pt x="801221" y="5648081"/>
                  </a:lnTo>
                  <a:lnTo>
                    <a:pt x="801347" y="5648081"/>
                  </a:lnTo>
                  <a:lnTo>
                    <a:pt x="801600" y="5648081"/>
                  </a:lnTo>
                  <a:lnTo>
                    <a:pt x="801726" y="5648081"/>
                  </a:lnTo>
                  <a:lnTo>
                    <a:pt x="801726" y="5643169"/>
                  </a:lnTo>
                  <a:lnTo>
                    <a:pt x="801852" y="5643169"/>
                  </a:lnTo>
                  <a:lnTo>
                    <a:pt x="801978" y="5643169"/>
                  </a:lnTo>
                  <a:lnTo>
                    <a:pt x="802105" y="5643169"/>
                  </a:lnTo>
                  <a:lnTo>
                    <a:pt x="802357" y="5643169"/>
                  </a:lnTo>
                  <a:lnTo>
                    <a:pt x="802483" y="5643169"/>
                  </a:lnTo>
                  <a:lnTo>
                    <a:pt x="802736" y="5643169"/>
                  </a:lnTo>
                  <a:lnTo>
                    <a:pt x="802862" y="5643169"/>
                  </a:lnTo>
                  <a:lnTo>
                    <a:pt x="803241" y="5643169"/>
                  </a:lnTo>
                  <a:lnTo>
                    <a:pt x="803620" y="5643169"/>
                  </a:lnTo>
                  <a:lnTo>
                    <a:pt x="803746" y="5643169"/>
                  </a:lnTo>
                  <a:lnTo>
                    <a:pt x="803872" y="5643169"/>
                  </a:lnTo>
                  <a:lnTo>
                    <a:pt x="803998" y="5643169"/>
                  </a:lnTo>
                  <a:lnTo>
                    <a:pt x="804125" y="5643169"/>
                  </a:lnTo>
                  <a:lnTo>
                    <a:pt x="804251" y="5643169"/>
                  </a:lnTo>
                  <a:lnTo>
                    <a:pt x="804630" y="5643169"/>
                  </a:lnTo>
                  <a:lnTo>
                    <a:pt x="804882" y="5643169"/>
                  </a:lnTo>
                  <a:lnTo>
                    <a:pt x="805261" y="5643169"/>
                  </a:lnTo>
                  <a:lnTo>
                    <a:pt x="805387" y="5643169"/>
                  </a:lnTo>
                  <a:lnTo>
                    <a:pt x="805514" y="5643169"/>
                  </a:lnTo>
                  <a:lnTo>
                    <a:pt x="805640" y="5643169"/>
                  </a:lnTo>
                  <a:lnTo>
                    <a:pt x="805766" y="5643169"/>
                  </a:lnTo>
                  <a:lnTo>
                    <a:pt x="805892" y="5643169"/>
                  </a:lnTo>
                  <a:lnTo>
                    <a:pt x="806019" y="5643169"/>
                  </a:lnTo>
                  <a:lnTo>
                    <a:pt x="806145" y="5643169"/>
                  </a:lnTo>
                  <a:lnTo>
                    <a:pt x="806524" y="5643169"/>
                  </a:lnTo>
                  <a:lnTo>
                    <a:pt x="806650" y="5643169"/>
                  </a:lnTo>
                  <a:lnTo>
                    <a:pt x="806650" y="5638258"/>
                  </a:lnTo>
                  <a:lnTo>
                    <a:pt x="806650" y="5633347"/>
                  </a:lnTo>
                  <a:lnTo>
                    <a:pt x="806776" y="5633347"/>
                  </a:lnTo>
                  <a:lnTo>
                    <a:pt x="806902" y="5633347"/>
                  </a:lnTo>
                  <a:lnTo>
                    <a:pt x="807281" y="5633347"/>
                  </a:lnTo>
                  <a:lnTo>
                    <a:pt x="807407" y="5633347"/>
                  </a:lnTo>
                  <a:lnTo>
                    <a:pt x="807534" y="5633347"/>
                  </a:lnTo>
                  <a:lnTo>
                    <a:pt x="807660" y="5633347"/>
                  </a:lnTo>
                  <a:lnTo>
                    <a:pt x="807912" y="5633347"/>
                  </a:lnTo>
                  <a:lnTo>
                    <a:pt x="808039" y="5633347"/>
                  </a:lnTo>
                  <a:lnTo>
                    <a:pt x="808291" y="5633347"/>
                  </a:lnTo>
                  <a:lnTo>
                    <a:pt x="808417" y="5633347"/>
                  </a:lnTo>
                  <a:lnTo>
                    <a:pt x="808544" y="5633347"/>
                  </a:lnTo>
                  <a:lnTo>
                    <a:pt x="808670" y="5633347"/>
                  </a:lnTo>
                  <a:lnTo>
                    <a:pt x="808796" y="5633347"/>
                  </a:lnTo>
                  <a:lnTo>
                    <a:pt x="809049" y="5633347"/>
                  </a:lnTo>
                  <a:lnTo>
                    <a:pt x="809301" y="5633347"/>
                  </a:lnTo>
                  <a:lnTo>
                    <a:pt x="809554" y="5633347"/>
                  </a:lnTo>
                  <a:lnTo>
                    <a:pt x="809680" y="5633347"/>
                  </a:lnTo>
                  <a:lnTo>
                    <a:pt x="809933" y="5633347"/>
                  </a:lnTo>
                  <a:lnTo>
                    <a:pt x="810059" y="5633347"/>
                  </a:lnTo>
                  <a:lnTo>
                    <a:pt x="810311" y="5633347"/>
                  </a:lnTo>
                  <a:lnTo>
                    <a:pt x="810438" y="5633347"/>
                  </a:lnTo>
                  <a:lnTo>
                    <a:pt x="810564" y="5633347"/>
                  </a:lnTo>
                  <a:lnTo>
                    <a:pt x="810690" y="5633347"/>
                  </a:lnTo>
                  <a:lnTo>
                    <a:pt x="810943" y="5628435"/>
                  </a:lnTo>
                  <a:lnTo>
                    <a:pt x="811321" y="5628435"/>
                  </a:lnTo>
                  <a:lnTo>
                    <a:pt x="811574" y="5628435"/>
                  </a:lnTo>
                  <a:lnTo>
                    <a:pt x="811700" y="5628435"/>
                  </a:lnTo>
                  <a:lnTo>
                    <a:pt x="811826" y="5628435"/>
                  </a:lnTo>
                  <a:lnTo>
                    <a:pt x="811953" y="5628435"/>
                  </a:lnTo>
                  <a:lnTo>
                    <a:pt x="812079" y="5628435"/>
                  </a:lnTo>
                  <a:lnTo>
                    <a:pt x="812205" y="5628435"/>
                  </a:lnTo>
                  <a:lnTo>
                    <a:pt x="812331" y="5628435"/>
                  </a:lnTo>
                  <a:lnTo>
                    <a:pt x="812584" y="5628435"/>
                  </a:lnTo>
                  <a:lnTo>
                    <a:pt x="812710" y="5628435"/>
                  </a:lnTo>
                  <a:lnTo>
                    <a:pt x="812963" y="5628435"/>
                  </a:lnTo>
                  <a:lnTo>
                    <a:pt x="813089" y="5628435"/>
                  </a:lnTo>
                  <a:lnTo>
                    <a:pt x="813215" y="5628435"/>
                  </a:lnTo>
                  <a:lnTo>
                    <a:pt x="813468" y="5628435"/>
                  </a:lnTo>
                  <a:lnTo>
                    <a:pt x="813594" y="5628435"/>
                  </a:lnTo>
                  <a:lnTo>
                    <a:pt x="813846" y="5628435"/>
                  </a:lnTo>
                  <a:lnTo>
                    <a:pt x="813973" y="5628435"/>
                  </a:lnTo>
                  <a:lnTo>
                    <a:pt x="814099" y="5628435"/>
                  </a:lnTo>
                  <a:lnTo>
                    <a:pt x="814351" y="5628435"/>
                  </a:lnTo>
                  <a:lnTo>
                    <a:pt x="814478" y="5628435"/>
                  </a:lnTo>
                  <a:lnTo>
                    <a:pt x="814604" y="5628435"/>
                  </a:lnTo>
                  <a:lnTo>
                    <a:pt x="814857" y="5628435"/>
                  </a:lnTo>
                  <a:lnTo>
                    <a:pt x="815109" y="5628435"/>
                  </a:lnTo>
                  <a:lnTo>
                    <a:pt x="815235" y="5628435"/>
                  </a:lnTo>
                  <a:lnTo>
                    <a:pt x="815362" y="5628435"/>
                  </a:lnTo>
                  <a:lnTo>
                    <a:pt x="815614" y="5628435"/>
                  </a:lnTo>
                  <a:lnTo>
                    <a:pt x="815740" y="5628435"/>
                  </a:lnTo>
                  <a:lnTo>
                    <a:pt x="815867" y="5628435"/>
                  </a:lnTo>
                  <a:lnTo>
                    <a:pt x="816119" y="5628435"/>
                  </a:lnTo>
                  <a:lnTo>
                    <a:pt x="816245" y="5628435"/>
                  </a:lnTo>
                  <a:lnTo>
                    <a:pt x="816877" y="5628435"/>
                  </a:lnTo>
                  <a:lnTo>
                    <a:pt x="817003" y="5628435"/>
                  </a:lnTo>
                  <a:lnTo>
                    <a:pt x="817129" y="5628435"/>
                  </a:lnTo>
                  <a:lnTo>
                    <a:pt x="817382" y="5628435"/>
                  </a:lnTo>
                  <a:lnTo>
                    <a:pt x="817508" y="5628435"/>
                  </a:lnTo>
                  <a:lnTo>
                    <a:pt x="817634" y="5628435"/>
                  </a:lnTo>
                  <a:lnTo>
                    <a:pt x="817887" y="5628435"/>
                  </a:lnTo>
                  <a:lnTo>
                    <a:pt x="818139" y="5628435"/>
                  </a:lnTo>
                  <a:lnTo>
                    <a:pt x="818392" y="5628435"/>
                  </a:lnTo>
                  <a:lnTo>
                    <a:pt x="818518" y="5628435"/>
                  </a:lnTo>
                  <a:lnTo>
                    <a:pt x="819023" y="5628435"/>
                  </a:lnTo>
                  <a:lnTo>
                    <a:pt x="819149" y="5628435"/>
                  </a:lnTo>
                  <a:lnTo>
                    <a:pt x="819402" y="5628435"/>
                  </a:lnTo>
                  <a:lnTo>
                    <a:pt x="819907" y="5628435"/>
                  </a:lnTo>
                  <a:lnTo>
                    <a:pt x="820033" y="5628435"/>
                  </a:lnTo>
                  <a:lnTo>
                    <a:pt x="820159" y="5628435"/>
                  </a:lnTo>
                  <a:lnTo>
                    <a:pt x="820286" y="5628435"/>
                  </a:lnTo>
                  <a:lnTo>
                    <a:pt x="820412" y="5628435"/>
                  </a:lnTo>
                  <a:lnTo>
                    <a:pt x="820538" y="5628435"/>
                  </a:lnTo>
                  <a:lnTo>
                    <a:pt x="820791" y="5628435"/>
                  </a:lnTo>
                  <a:lnTo>
                    <a:pt x="821043" y="5628435"/>
                  </a:lnTo>
                  <a:lnTo>
                    <a:pt x="821422" y="5628435"/>
                  </a:lnTo>
                  <a:lnTo>
                    <a:pt x="821548" y="5628435"/>
                  </a:lnTo>
                  <a:lnTo>
                    <a:pt x="821674" y="5628435"/>
                  </a:lnTo>
                  <a:lnTo>
                    <a:pt x="821801" y="5628435"/>
                  </a:lnTo>
                  <a:lnTo>
                    <a:pt x="821927" y="5628435"/>
                  </a:lnTo>
                  <a:lnTo>
                    <a:pt x="822053" y="5628435"/>
                  </a:lnTo>
                  <a:lnTo>
                    <a:pt x="822179" y="5628435"/>
                  </a:lnTo>
                  <a:lnTo>
                    <a:pt x="822306" y="5628435"/>
                  </a:lnTo>
                  <a:lnTo>
                    <a:pt x="822432" y="5628435"/>
                  </a:lnTo>
                  <a:lnTo>
                    <a:pt x="822558" y="5628435"/>
                  </a:lnTo>
                  <a:lnTo>
                    <a:pt x="822684" y="5628435"/>
                  </a:lnTo>
                  <a:lnTo>
                    <a:pt x="822811" y="5628435"/>
                  </a:lnTo>
                  <a:lnTo>
                    <a:pt x="822937" y="5628435"/>
                  </a:lnTo>
                  <a:lnTo>
                    <a:pt x="823063" y="5628435"/>
                  </a:lnTo>
                  <a:lnTo>
                    <a:pt x="823189" y="5628435"/>
                  </a:lnTo>
                  <a:lnTo>
                    <a:pt x="823316" y="5623524"/>
                  </a:lnTo>
                  <a:lnTo>
                    <a:pt x="823442" y="5623524"/>
                  </a:lnTo>
                  <a:lnTo>
                    <a:pt x="823568" y="5623524"/>
                  </a:lnTo>
                  <a:lnTo>
                    <a:pt x="823694" y="5623524"/>
                  </a:lnTo>
                  <a:lnTo>
                    <a:pt x="823821" y="5623524"/>
                  </a:lnTo>
                  <a:lnTo>
                    <a:pt x="823947" y="5623524"/>
                  </a:lnTo>
                  <a:lnTo>
                    <a:pt x="824073" y="5623524"/>
                  </a:lnTo>
                  <a:lnTo>
                    <a:pt x="824452" y="5623524"/>
                  </a:lnTo>
                  <a:lnTo>
                    <a:pt x="824578" y="5623524"/>
                  </a:lnTo>
                  <a:lnTo>
                    <a:pt x="824831" y="5623524"/>
                  </a:lnTo>
                  <a:lnTo>
                    <a:pt x="824957" y="5623524"/>
                  </a:lnTo>
                  <a:lnTo>
                    <a:pt x="825083" y="5623524"/>
                  </a:lnTo>
                  <a:lnTo>
                    <a:pt x="825210" y="5623524"/>
                  </a:lnTo>
                  <a:lnTo>
                    <a:pt x="825336" y="5623524"/>
                  </a:lnTo>
                  <a:lnTo>
                    <a:pt x="825462" y="5623524"/>
                  </a:lnTo>
                  <a:lnTo>
                    <a:pt x="825967" y="5623524"/>
                  </a:lnTo>
                  <a:lnTo>
                    <a:pt x="826093" y="5623524"/>
                  </a:lnTo>
                  <a:lnTo>
                    <a:pt x="826220" y="5623524"/>
                  </a:lnTo>
                  <a:lnTo>
                    <a:pt x="826598" y="5623524"/>
                  </a:lnTo>
                  <a:lnTo>
                    <a:pt x="826851" y="5623524"/>
                  </a:lnTo>
                  <a:lnTo>
                    <a:pt x="826977" y="5623524"/>
                  </a:lnTo>
                  <a:lnTo>
                    <a:pt x="827735" y="5623524"/>
                  </a:lnTo>
                  <a:lnTo>
                    <a:pt x="827861" y="5623524"/>
                  </a:lnTo>
                  <a:lnTo>
                    <a:pt x="827987" y="5623524"/>
                  </a:lnTo>
                  <a:lnTo>
                    <a:pt x="828113" y="5623524"/>
                  </a:lnTo>
                  <a:lnTo>
                    <a:pt x="828240" y="5623524"/>
                  </a:lnTo>
                  <a:lnTo>
                    <a:pt x="828366" y="5623524"/>
                  </a:lnTo>
                  <a:lnTo>
                    <a:pt x="828492" y="5623524"/>
                  </a:lnTo>
                  <a:lnTo>
                    <a:pt x="828618" y="5623524"/>
                  </a:lnTo>
                  <a:lnTo>
                    <a:pt x="828871" y="5623524"/>
                  </a:lnTo>
                  <a:lnTo>
                    <a:pt x="828997" y="5623524"/>
                  </a:lnTo>
                  <a:lnTo>
                    <a:pt x="829123" y="5623524"/>
                  </a:lnTo>
                  <a:lnTo>
                    <a:pt x="829376" y="5618612"/>
                  </a:lnTo>
                  <a:lnTo>
                    <a:pt x="829628" y="5618612"/>
                  </a:lnTo>
                  <a:lnTo>
                    <a:pt x="830007" y="5618612"/>
                  </a:lnTo>
                  <a:lnTo>
                    <a:pt x="830134" y="5618612"/>
                  </a:lnTo>
                  <a:lnTo>
                    <a:pt x="830260" y="5618612"/>
                  </a:lnTo>
                  <a:lnTo>
                    <a:pt x="830512" y="5618612"/>
                  </a:lnTo>
                  <a:lnTo>
                    <a:pt x="830639" y="5613701"/>
                  </a:lnTo>
                  <a:lnTo>
                    <a:pt x="830765" y="5613701"/>
                  </a:lnTo>
                  <a:lnTo>
                    <a:pt x="830891" y="5613701"/>
                  </a:lnTo>
                  <a:lnTo>
                    <a:pt x="831144" y="5613701"/>
                  </a:lnTo>
                  <a:lnTo>
                    <a:pt x="831270" y="5613701"/>
                  </a:lnTo>
                  <a:lnTo>
                    <a:pt x="831396" y="5613701"/>
                  </a:lnTo>
                  <a:lnTo>
                    <a:pt x="831649" y="5613701"/>
                  </a:lnTo>
                  <a:lnTo>
                    <a:pt x="831775" y="5613701"/>
                  </a:lnTo>
                  <a:lnTo>
                    <a:pt x="831901" y="5613701"/>
                  </a:lnTo>
                  <a:lnTo>
                    <a:pt x="832154" y="5613701"/>
                  </a:lnTo>
                  <a:lnTo>
                    <a:pt x="832280" y="5613701"/>
                  </a:lnTo>
                  <a:lnTo>
                    <a:pt x="832406" y="5613701"/>
                  </a:lnTo>
                  <a:lnTo>
                    <a:pt x="832406" y="5608790"/>
                  </a:lnTo>
                  <a:lnTo>
                    <a:pt x="832785" y="5608790"/>
                  </a:lnTo>
                  <a:lnTo>
                    <a:pt x="833037" y="5608790"/>
                  </a:lnTo>
                  <a:lnTo>
                    <a:pt x="833164" y="5608790"/>
                  </a:lnTo>
                  <a:lnTo>
                    <a:pt x="833542" y="5608790"/>
                  </a:lnTo>
                  <a:lnTo>
                    <a:pt x="833669" y="5608790"/>
                  </a:lnTo>
                  <a:lnTo>
                    <a:pt x="833921" y="5608790"/>
                  </a:lnTo>
                  <a:lnTo>
                    <a:pt x="834047" y="5608790"/>
                  </a:lnTo>
                  <a:lnTo>
                    <a:pt x="834174" y="5608790"/>
                  </a:lnTo>
                  <a:lnTo>
                    <a:pt x="834300" y="5608790"/>
                  </a:lnTo>
                  <a:lnTo>
                    <a:pt x="834426" y="5608790"/>
                  </a:lnTo>
                  <a:lnTo>
                    <a:pt x="834552" y="5608790"/>
                  </a:lnTo>
                  <a:lnTo>
                    <a:pt x="834552" y="5603878"/>
                  </a:lnTo>
                  <a:lnTo>
                    <a:pt x="834805" y="5603878"/>
                  </a:lnTo>
                  <a:lnTo>
                    <a:pt x="835058" y="5603878"/>
                  </a:lnTo>
                  <a:lnTo>
                    <a:pt x="835184" y="5603878"/>
                  </a:lnTo>
                  <a:lnTo>
                    <a:pt x="835310" y="5603878"/>
                  </a:lnTo>
                  <a:lnTo>
                    <a:pt x="835689" y="5603878"/>
                  </a:lnTo>
                  <a:lnTo>
                    <a:pt x="835815" y="5603878"/>
                  </a:lnTo>
                  <a:lnTo>
                    <a:pt x="835815" y="5598967"/>
                  </a:lnTo>
                  <a:lnTo>
                    <a:pt x="835941" y="5598967"/>
                  </a:lnTo>
                  <a:lnTo>
                    <a:pt x="836068" y="5598967"/>
                  </a:lnTo>
                  <a:lnTo>
                    <a:pt x="836194" y="5598967"/>
                  </a:lnTo>
                  <a:lnTo>
                    <a:pt x="836446" y="5598967"/>
                  </a:lnTo>
                  <a:lnTo>
                    <a:pt x="836573" y="5598967"/>
                  </a:lnTo>
                  <a:lnTo>
                    <a:pt x="836699" y="5598967"/>
                  </a:lnTo>
                  <a:lnTo>
                    <a:pt x="836825" y="5598967"/>
                  </a:lnTo>
                  <a:lnTo>
                    <a:pt x="836951" y="5598967"/>
                  </a:lnTo>
                  <a:lnTo>
                    <a:pt x="837330" y="5598967"/>
                  </a:lnTo>
                  <a:lnTo>
                    <a:pt x="837835" y="5598967"/>
                  </a:lnTo>
                  <a:lnTo>
                    <a:pt x="838214" y="5598967"/>
                  </a:lnTo>
                  <a:lnTo>
                    <a:pt x="838466" y="5598967"/>
                  </a:lnTo>
                  <a:lnTo>
                    <a:pt x="838593" y="5598967"/>
                  </a:lnTo>
                  <a:lnTo>
                    <a:pt x="838719" y="5598967"/>
                  </a:lnTo>
                  <a:lnTo>
                    <a:pt x="838845" y="5598967"/>
                  </a:lnTo>
                  <a:lnTo>
                    <a:pt x="839098" y="5598967"/>
                  </a:lnTo>
                  <a:lnTo>
                    <a:pt x="839224" y="5598967"/>
                  </a:lnTo>
                  <a:lnTo>
                    <a:pt x="839476" y="5598967"/>
                  </a:lnTo>
                  <a:lnTo>
                    <a:pt x="839729" y="5598967"/>
                  </a:lnTo>
                  <a:lnTo>
                    <a:pt x="839981" y="5598967"/>
                  </a:lnTo>
                  <a:lnTo>
                    <a:pt x="840108" y="5598967"/>
                  </a:lnTo>
                  <a:lnTo>
                    <a:pt x="840360" y="5594056"/>
                  </a:lnTo>
                  <a:lnTo>
                    <a:pt x="840613" y="5594056"/>
                  </a:lnTo>
                  <a:lnTo>
                    <a:pt x="840739" y="5594056"/>
                  </a:lnTo>
                  <a:lnTo>
                    <a:pt x="840865" y="5594056"/>
                  </a:lnTo>
                  <a:lnTo>
                    <a:pt x="840992" y="5594056"/>
                  </a:lnTo>
                  <a:lnTo>
                    <a:pt x="841497" y="5594056"/>
                  </a:lnTo>
                  <a:lnTo>
                    <a:pt x="841623" y="5594056"/>
                  </a:lnTo>
                  <a:lnTo>
                    <a:pt x="841749" y="5594056"/>
                  </a:lnTo>
                  <a:lnTo>
                    <a:pt x="841875" y="5594056"/>
                  </a:lnTo>
                  <a:lnTo>
                    <a:pt x="842002" y="5594056"/>
                  </a:lnTo>
                  <a:lnTo>
                    <a:pt x="842254" y="5594056"/>
                  </a:lnTo>
                  <a:lnTo>
                    <a:pt x="842380" y="5594056"/>
                  </a:lnTo>
                  <a:lnTo>
                    <a:pt x="842633" y="5594056"/>
                  </a:lnTo>
                  <a:lnTo>
                    <a:pt x="842759" y="5594056"/>
                  </a:lnTo>
                  <a:lnTo>
                    <a:pt x="842885" y="5594056"/>
                  </a:lnTo>
                  <a:lnTo>
                    <a:pt x="843138" y="5594056"/>
                  </a:lnTo>
                  <a:lnTo>
                    <a:pt x="843264" y="5594056"/>
                  </a:lnTo>
                  <a:lnTo>
                    <a:pt x="843390" y="5594056"/>
                  </a:lnTo>
                  <a:lnTo>
                    <a:pt x="843517" y="5594056"/>
                  </a:lnTo>
                  <a:lnTo>
                    <a:pt x="843769" y="5594056"/>
                  </a:lnTo>
                  <a:lnTo>
                    <a:pt x="843895" y="5594056"/>
                  </a:lnTo>
                  <a:lnTo>
                    <a:pt x="844148" y="5594056"/>
                  </a:lnTo>
                  <a:lnTo>
                    <a:pt x="844274" y="5594056"/>
                  </a:lnTo>
                  <a:lnTo>
                    <a:pt x="844653" y="5594056"/>
                  </a:lnTo>
                  <a:lnTo>
                    <a:pt x="844779" y="5594056"/>
                  </a:lnTo>
                  <a:lnTo>
                    <a:pt x="845032" y="5594056"/>
                  </a:lnTo>
                  <a:lnTo>
                    <a:pt x="845158" y="5594056"/>
                  </a:lnTo>
                  <a:lnTo>
                    <a:pt x="845284" y="5594056"/>
                  </a:lnTo>
                  <a:lnTo>
                    <a:pt x="845411" y="5589144"/>
                  </a:lnTo>
                  <a:lnTo>
                    <a:pt x="845537" y="5589144"/>
                  </a:lnTo>
                  <a:lnTo>
                    <a:pt x="845663" y="5589144"/>
                  </a:lnTo>
                  <a:lnTo>
                    <a:pt x="845789" y="5589144"/>
                  </a:lnTo>
                  <a:lnTo>
                    <a:pt x="845916" y="5589144"/>
                  </a:lnTo>
                  <a:lnTo>
                    <a:pt x="846168" y="5589144"/>
                  </a:lnTo>
                  <a:lnTo>
                    <a:pt x="846294" y="5589144"/>
                  </a:lnTo>
                  <a:lnTo>
                    <a:pt x="846421" y="5589144"/>
                  </a:lnTo>
                  <a:lnTo>
                    <a:pt x="846547" y="5589144"/>
                  </a:lnTo>
                  <a:lnTo>
                    <a:pt x="846799" y="5589144"/>
                  </a:lnTo>
                  <a:lnTo>
                    <a:pt x="846926" y="5589144"/>
                  </a:lnTo>
                  <a:lnTo>
                    <a:pt x="847052" y="5589144"/>
                  </a:lnTo>
                  <a:lnTo>
                    <a:pt x="847178" y="5589144"/>
                  </a:lnTo>
                  <a:lnTo>
                    <a:pt x="847431" y="5589144"/>
                  </a:lnTo>
                  <a:lnTo>
                    <a:pt x="847683" y="5584233"/>
                  </a:lnTo>
                  <a:lnTo>
                    <a:pt x="847936" y="5584233"/>
                  </a:lnTo>
                  <a:lnTo>
                    <a:pt x="848062" y="5584233"/>
                  </a:lnTo>
                  <a:lnTo>
                    <a:pt x="848188" y="5584233"/>
                  </a:lnTo>
                  <a:lnTo>
                    <a:pt x="848314" y="5584233"/>
                  </a:lnTo>
                  <a:lnTo>
                    <a:pt x="848441" y="5584233"/>
                  </a:lnTo>
                  <a:lnTo>
                    <a:pt x="848567" y="5584233"/>
                  </a:lnTo>
                  <a:lnTo>
                    <a:pt x="848693" y="5584233"/>
                  </a:lnTo>
                  <a:lnTo>
                    <a:pt x="848819" y="5584233"/>
                  </a:lnTo>
                  <a:lnTo>
                    <a:pt x="848946" y="5584233"/>
                  </a:lnTo>
                  <a:lnTo>
                    <a:pt x="849198" y="5584233"/>
                  </a:lnTo>
                  <a:lnTo>
                    <a:pt x="849324" y="5584233"/>
                  </a:lnTo>
                  <a:lnTo>
                    <a:pt x="849577" y="5584233"/>
                  </a:lnTo>
                  <a:lnTo>
                    <a:pt x="849703" y="5584233"/>
                  </a:lnTo>
                  <a:lnTo>
                    <a:pt x="849829" y="5584233"/>
                  </a:lnTo>
                  <a:lnTo>
                    <a:pt x="849956" y="5584233"/>
                  </a:lnTo>
                  <a:lnTo>
                    <a:pt x="850208" y="5584233"/>
                  </a:lnTo>
                  <a:lnTo>
                    <a:pt x="850334" y="5584233"/>
                  </a:lnTo>
                  <a:lnTo>
                    <a:pt x="850587" y="5584233"/>
                  </a:lnTo>
                  <a:lnTo>
                    <a:pt x="850713" y="5584233"/>
                  </a:lnTo>
                  <a:lnTo>
                    <a:pt x="850840" y="5584233"/>
                  </a:lnTo>
                  <a:lnTo>
                    <a:pt x="850966" y="5584233"/>
                  </a:lnTo>
                  <a:lnTo>
                    <a:pt x="851092" y="5584233"/>
                  </a:lnTo>
                  <a:lnTo>
                    <a:pt x="851345" y="5584233"/>
                  </a:lnTo>
                  <a:lnTo>
                    <a:pt x="851471" y="5584233"/>
                  </a:lnTo>
                  <a:lnTo>
                    <a:pt x="851723" y="5584233"/>
                  </a:lnTo>
                  <a:lnTo>
                    <a:pt x="851850" y="5584233"/>
                  </a:lnTo>
                  <a:lnTo>
                    <a:pt x="851976" y="5584233"/>
                  </a:lnTo>
                  <a:lnTo>
                    <a:pt x="852102" y="5584233"/>
                  </a:lnTo>
                  <a:lnTo>
                    <a:pt x="852228" y="5584233"/>
                  </a:lnTo>
                  <a:lnTo>
                    <a:pt x="852355" y="5584233"/>
                  </a:lnTo>
                  <a:lnTo>
                    <a:pt x="852860" y="5584233"/>
                  </a:lnTo>
                  <a:lnTo>
                    <a:pt x="853112" y="5584233"/>
                  </a:lnTo>
                  <a:lnTo>
                    <a:pt x="853238" y="5584233"/>
                  </a:lnTo>
                  <a:lnTo>
                    <a:pt x="853491" y="5584233"/>
                  </a:lnTo>
                  <a:lnTo>
                    <a:pt x="853617" y="5584233"/>
                  </a:lnTo>
                  <a:lnTo>
                    <a:pt x="853743" y="5584233"/>
                  </a:lnTo>
                  <a:lnTo>
                    <a:pt x="853870" y="5584233"/>
                  </a:lnTo>
                  <a:lnTo>
                    <a:pt x="853996" y="5584233"/>
                  </a:lnTo>
                  <a:lnTo>
                    <a:pt x="854122" y="5584233"/>
                  </a:lnTo>
                  <a:lnTo>
                    <a:pt x="854248" y="5584233"/>
                  </a:lnTo>
                  <a:lnTo>
                    <a:pt x="854627" y="5584233"/>
                  </a:lnTo>
                  <a:lnTo>
                    <a:pt x="854880" y="5584233"/>
                  </a:lnTo>
                  <a:lnTo>
                    <a:pt x="855006" y="5584233"/>
                  </a:lnTo>
                  <a:lnTo>
                    <a:pt x="855132" y="5584233"/>
                  </a:lnTo>
                  <a:lnTo>
                    <a:pt x="855258" y="5584233"/>
                  </a:lnTo>
                  <a:lnTo>
                    <a:pt x="855511" y="5584233"/>
                  </a:lnTo>
                  <a:lnTo>
                    <a:pt x="856395" y="5584233"/>
                  </a:lnTo>
                  <a:lnTo>
                    <a:pt x="856521" y="5584233"/>
                  </a:lnTo>
                  <a:lnTo>
                    <a:pt x="856774" y="5584233"/>
                  </a:lnTo>
                  <a:lnTo>
                    <a:pt x="856900" y="5584233"/>
                  </a:lnTo>
                  <a:lnTo>
                    <a:pt x="857026" y="5584233"/>
                  </a:lnTo>
                  <a:lnTo>
                    <a:pt x="857279" y="5584233"/>
                  </a:lnTo>
                  <a:lnTo>
                    <a:pt x="857531" y="5584233"/>
                  </a:lnTo>
                  <a:lnTo>
                    <a:pt x="857657" y="5584233"/>
                  </a:lnTo>
                  <a:lnTo>
                    <a:pt x="857784" y="5579321"/>
                  </a:lnTo>
                  <a:lnTo>
                    <a:pt x="857910" y="5579321"/>
                  </a:lnTo>
                  <a:lnTo>
                    <a:pt x="858036" y="5579321"/>
                  </a:lnTo>
                  <a:lnTo>
                    <a:pt x="858162" y="5579321"/>
                  </a:lnTo>
                  <a:lnTo>
                    <a:pt x="858289" y="5579321"/>
                  </a:lnTo>
                  <a:lnTo>
                    <a:pt x="858415" y="5579321"/>
                  </a:lnTo>
                  <a:lnTo>
                    <a:pt x="858541" y="5579321"/>
                  </a:lnTo>
                  <a:lnTo>
                    <a:pt x="858667" y="5579321"/>
                  </a:lnTo>
                  <a:lnTo>
                    <a:pt x="858794" y="5579321"/>
                  </a:lnTo>
                  <a:lnTo>
                    <a:pt x="858920" y="5579321"/>
                  </a:lnTo>
                  <a:lnTo>
                    <a:pt x="859172" y="5579321"/>
                  </a:lnTo>
                  <a:lnTo>
                    <a:pt x="859299" y="5579321"/>
                  </a:lnTo>
                  <a:lnTo>
                    <a:pt x="859425" y="5579321"/>
                  </a:lnTo>
                  <a:lnTo>
                    <a:pt x="859551" y="5579321"/>
                  </a:lnTo>
                  <a:lnTo>
                    <a:pt x="859677" y="5579321"/>
                  </a:lnTo>
                  <a:lnTo>
                    <a:pt x="859804" y="5579321"/>
                  </a:lnTo>
                  <a:lnTo>
                    <a:pt x="859930" y="5579321"/>
                  </a:lnTo>
                  <a:lnTo>
                    <a:pt x="860056" y="5579321"/>
                  </a:lnTo>
                  <a:lnTo>
                    <a:pt x="860309" y="5579321"/>
                  </a:lnTo>
                  <a:lnTo>
                    <a:pt x="860435" y="5579321"/>
                  </a:lnTo>
                  <a:lnTo>
                    <a:pt x="860814" y="5579321"/>
                  </a:lnTo>
                  <a:lnTo>
                    <a:pt x="861066" y="5579321"/>
                  </a:lnTo>
                  <a:lnTo>
                    <a:pt x="861319" y="5579321"/>
                  </a:lnTo>
                  <a:lnTo>
                    <a:pt x="861571" y="5579321"/>
                  </a:lnTo>
                  <a:lnTo>
                    <a:pt x="861698" y="5579321"/>
                  </a:lnTo>
                  <a:lnTo>
                    <a:pt x="861824" y="5579321"/>
                  </a:lnTo>
                  <a:lnTo>
                    <a:pt x="861950" y="5579321"/>
                  </a:lnTo>
                  <a:lnTo>
                    <a:pt x="862076" y="5579321"/>
                  </a:lnTo>
                  <a:lnTo>
                    <a:pt x="862203" y="5579321"/>
                  </a:lnTo>
                  <a:lnTo>
                    <a:pt x="862329" y="5579321"/>
                  </a:lnTo>
                  <a:lnTo>
                    <a:pt x="862455" y="5579321"/>
                  </a:lnTo>
                  <a:lnTo>
                    <a:pt x="863718" y="5579321"/>
                  </a:lnTo>
                  <a:lnTo>
                    <a:pt x="863844" y="5579321"/>
                  </a:lnTo>
                  <a:lnTo>
                    <a:pt x="863970" y="5579321"/>
                  </a:lnTo>
                  <a:lnTo>
                    <a:pt x="864096" y="5579321"/>
                  </a:lnTo>
                  <a:lnTo>
                    <a:pt x="864223" y="5579321"/>
                  </a:lnTo>
                  <a:lnTo>
                    <a:pt x="864349" y="5579321"/>
                  </a:lnTo>
                  <a:lnTo>
                    <a:pt x="864475" y="5579321"/>
                  </a:lnTo>
                  <a:lnTo>
                    <a:pt x="864601" y="5579321"/>
                  </a:lnTo>
                  <a:lnTo>
                    <a:pt x="864728" y="5579321"/>
                  </a:lnTo>
                  <a:lnTo>
                    <a:pt x="864980" y="5579321"/>
                  </a:lnTo>
                  <a:lnTo>
                    <a:pt x="865106" y="5579321"/>
                  </a:lnTo>
                  <a:lnTo>
                    <a:pt x="865233" y="5579321"/>
                  </a:lnTo>
                  <a:lnTo>
                    <a:pt x="865359" y="5579321"/>
                  </a:lnTo>
                  <a:lnTo>
                    <a:pt x="865485" y="5579321"/>
                  </a:lnTo>
                  <a:lnTo>
                    <a:pt x="865864" y="5579321"/>
                  </a:lnTo>
                  <a:lnTo>
                    <a:pt x="865990" y="5579321"/>
                  </a:lnTo>
                  <a:lnTo>
                    <a:pt x="866117" y="5579321"/>
                  </a:lnTo>
                  <a:lnTo>
                    <a:pt x="866243" y="5579321"/>
                  </a:lnTo>
                  <a:lnTo>
                    <a:pt x="866495" y="5574410"/>
                  </a:lnTo>
                  <a:lnTo>
                    <a:pt x="866622" y="5574410"/>
                  </a:lnTo>
                  <a:lnTo>
                    <a:pt x="866748" y="5574410"/>
                  </a:lnTo>
                  <a:lnTo>
                    <a:pt x="866874" y="5574410"/>
                  </a:lnTo>
                  <a:lnTo>
                    <a:pt x="867000" y="5574410"/>
                  </a:lnTo>
                  <a:lnTo>
                    <a:pt x="867127" y="5574410"/>
                  </a:lnTo>
                  <a:lnTo>
                    <a:pt x="867505" y="5574410"/>
                  </a:lnTo>
                  <a:lnTo>
                    <a:pt x="867632" y="5574410"/>
                  </a:lnTo>
                  <a:lnTo>
                    <a:pt x="867758" y="5574410"/>
                  </a:lnTo>
                  <a:lnTo>
                    <a:pt x="868010" y="5574410"/>
                  </a:lnTo>
                  <a:lnTo>
                    <a:pt x="868137" y="5574410"/>
                  </a:lnTo>
                  <a:lnTo>
                    <a:pt x="868389" y="5574410"/>
                  </a:lnTo>
                  <a:lnTo>
                    <a:pt x="868515" y="5574410"/>
                  </a:lnTo>
                  <a:lnTo>
                    <a:pt x="868642" y="5574410"/>
                  </a:lnTo>
                  <a:lnTo>
                    <a:pt x="868894" y="5574410"/>
                  </a:lnTo>
                  <a:lnTo>
                    <a:pt x="869147" y="5574410"/>
                  </a:lnTo>
                  <a:lnTo>
                    <a:pt x="869273" y="5574410"/>
                  </a:lnTo>
                  <a:lnTo>
                    <a:pt x="869399" y="5574410"/>
                  </a:lnTo>
                  <a:lnTo>
                    <a:pt x="869525" y="5574410"/>
                  </a:lnTo>
                  <a:lnTo>
                    <a:pt x="869904" y="5574410"/>
                  </a:lnTo>
                  <a:lnTo>
                    <a:pt x="870157" y="5574410"/>
                  </a:lnTo>
                  <a:lnTo>
                    <a:pt x="870283" y="5574410"/>
                  </a:lnTo>
                  <a:lnTo>
                    <a:pt x="870409" y="5574410"/>
                  </a:lnTo>
                  <a:lnTo>
                    <a:pt x="870535" y="5574410"/>
                  </a:lnTo>
                  <a:lnTo>
                    <a:pt x="870662" y="5574410"/>
                  </a:lnTo>
                  <a:lnTo>
                    <a:pt x="870914" y="5574410"/>
                  </a:lnTo>
                  <a:lnTo>
                    <a:pt x="871040" y="5574410"/>
                  </a:lnTo>
                  <a:lnTo>
                    <a:pt x="871293" y="5574410"/>
                  </a:lnTo>
                  <a:lnTo>
                    <a:pt x="871419" y="5574410"/>
                  </a:lnTo>
                  <a:lnTo>
                    <a:pt x="871546" y="5574410"/>
                  </a:lnTo>
                  <a:lnTo>
                    <a:pt x="871672" y="5574410"/>
                  </a:lnTo>
                  <a:lnTo>
                    <a:pt x="872051" y="5574410"/>
                  </a:lnTo>
                  <a:lnTo>
                    <a:pt x="872177" y="5574410"/>
                  </a:lnTo>
                  <a:lnTo>
                    <a:pt x="872429" y="5574410"/>
                  </a:lnTo>
                  <a:lnTo>
                    <a:pt x="872556" y="5574410"/>
                  </a:lnTo>
                  <a:lnTo>
                    <a:pt x="872682" y="5574410"/>
                  </a:lnTo>
                  <a:lnTo>
                    <a:pt x="872934" y="5574410"/>
                  </a:lnTo>
                  <a:lnTo>
                    <a:pt x="873061" y="5574410"/>
                  </a:lnTo>
                  <a:lnTo>
                    <a:pt x="873061" y="5569499"/>
                  </a:lnTo>
                  <a:lnTo>
                    <a:pt x="873566" y="5569499"/>
                  </a:lnTo>
                  <a:lnTo>
                    <a:pt x="873692" y="5569499"/>
                  </a:lnTo>
                  <a:lnTo>
                    <a:pt x="873818" y="5569499"/>
                  </a:lnTo>
                  <a:lnTo>
                    <a:pt x="874071" y="5569499"/>
                  </a:lnTo>
                  <a:lnTo>
                    <a:pt x="874197" y="5569499"/>
                  </a:lnTo>
                  <a:lnTo>
                    <a:pt x="874323" y="5569499"/>
                  </a:lnTo>
                  <a:lnTo>
                    <a:pt x="874449" y="5569499"/>
                  </a:lnTo>
                  <a:lnTo>
                    <a:pt x="874576" y="5564587"/>
                  </a:lnTo>
                  <a:lnTo>
                    <a:pt x="874702" y="5564587"/>
                  </a:lnTo>
                  <a:lnTo>
                    <a:pt x="874828" y="5564587"/>
                  </a:lnTo>
                  <a:lnTo>
                    <a:pt x="875081" y="5564587"/>
                  </a:lnTo>
                  <a:lnTo>
                    <a:pt x="875207" y="5564587"/>
                  </a:lnTo>
                  <a:lnTo>
                    <a:pt x="875459" y="5564587"/>
                  </a:lnTo>
                  <a:lnTo>
                    <a:pt x="875586" y="5564587"/>
                  </a:lnTo>
                  <a:lnTo>
                    <a:pt x="875712" y="5564587"/>
                  </a:lnTo>
                  <a:lnTo>
                    <a:pt x="875838" y="5564587"/>
                  </a:lnTo>
                  <a:lnTo>
                    <a:pt x="876091" y="5564587"/>
                  </a:lnTo>
                  <a:lnTo>
                    <a:pt x="876217" y="5564587"/>
                  </a:lnTo>
                  <a:lnTo>
                    <a:pt x="876343" y="5564587"/>
                  </a:lnTo>
                  <a:lnTo>
                    <a:pt x="876596" y="5564587"/>
                  </a:lnTo>
                  <a:lnTo>
                    <a:pt x="876722" y="5564587"/>
                  </a:lnTo>
                  <a:lnTo>
                    <a:pt x="876848" y="5559676"/>
                  </a:lnTo>
                  <a:lnTo>
                    <a:pt x="876975" y="5559676"/>
                  </a:lnTo>
                  <a:lnTo>
                    <a:pt x="877101" y="5559676"/>
                  </a:lnTo>
                  <a:lnTo>
                    <a:pt x="877227" y="5559676"/>
                  </a:lnTo>
                  <a:lnTo>
                    <a:pt x="877353" y="5559676"/>
                  </a:lnTo>
                  <a:lnTo>
                    <a:pt x="877480" y="5559676"/>
                  </a:lnTo>
                  <a:lnTo>
                    <a:pt x="877732" y="5559676"/>
                  </a:lnTo>
                  <a:lnTo>
                    <a:pt x="877732" y="5554765"/>
                  </a:lnTo>
                  <a:lnTo>
                    <a:pt x="877858" y="5554765"/>
                  </a:lnTo>
                  <a:lnTo>
                    <a:pt x="877985" y="5554765"/>
                  </a:lnTo>
                  <a:lnTo>
                    <a:pt x="878111" y="5554765"/>
                  </a:lnTo>
                  <a:lnTo>
                    <a:pt x="878237" y="5554765"/>
                  </a:lnTo>
                  <a:lnTo>
                    <a:pt x="878363" y="5554765"/>
                  </a:lnTo>
                  <a:lnTo>
                    <a:pt x="878616" y="5554765"/>
                  </a:lnTo>
                  <a:lnTo>
                    <a:pt x="878742" y="5554765"/>
                  </a:lnTo>
                  <a:lnTo>
                    <a:pt x="878995" y="5549853"/>
                  </a:lnTo>
                  <a:lnTo>
                    <a:pt x="879121" y="5549853"/>
                  </a:lnTo>
                  <a:lnTo>
                    <a:pt x="879121" y="5544942"/>
                  </a:lnTo>
                  <a:lnTo>
                    <a:pt x="879247" y="5544942"/>
                  </a:lnTo>
                  <a:lnTo>
                    <a:pt x="879500" y="5544942"/>
                  </a:lnTo>
                  <a:lnTo>
                    <a:pt x="879626" y="5544942"/>
                  </a:lnTo>
                  <a:lnTo>
                    <a:pt x="879878" y="5544942"/>
                  </a:lnTo>
                  <a:lnTo>
                    <a:pt x="880005" y="5544942"/>
                  </a:lnTo>
                  <a:lnTo>
                    <a:pt x="880257" y="5544942"/>
                  </a:lnTo>
                  <a:lnTo>
                    <a:pt x="880383" y="5544942"/>
                  </a:lnTo>
                  <a:lnTo>
                    <a:pt x="880510" y="5544942"/>
                  </a:lnTo>
                  <a:lnTo>
                    <a:pt x="880762" y="5544942"/>
                  </a:lnTo>
                  <a:lnTo>
                    <a:pt x="880888" y="5544942"/>
                  </a:lnTo>
                  <a:lnTo>
                    <a:pt x="881015" y="5544942"/>
                  </a:lnTo>
                  <a:lnTo>
                    <a:pt x="881393" y="5544942"/>
                  </a:lnTo>
                  <a:lnTo>
                    <a:pt x="881520" y="5544942"/>
                  </a:lnTo>
                  <a:lnTo>
                    <a:pt x="881646" y="5544942"/>
                  </a:lnTo>
                  <a:lnTo>
                    <a:pt x="881899" y="5544942"/>
                  </a:lnTo>
                  <a:lnTo>
                    <a:pt x="881899" y="5540030"/>
                  </a:lnTo>
                  <a:lnTo>
                    <a:pt x="882025" y="5540030"/>
                  </a:lnTo>
                  <a:lnTo>
                    <a:pt x="882277" y="5540030"/>
                  </a:lnTo>
                  <a:lnTo>
                    <a:pt x="882404" y="5540030"/>
                  </a:lnTo>
                  <a:lnTo>
                    <a:pt x="882530" y="5540030"/>
                  </a:lnTo>
                  <a:lnTo>
                    <a:pt x="882656" y="5540030"/>
                  </a:lnTo>
                  <a:lnTo>
                    <a:pt x="882909" y="5540030"/>
                  </a:lnTo>
                  <a:lnTo>
                    <a:pt x="883035" y="5540030"/>
                  </a:lnTo>
                  <a:lnTo>
                    <a:pt x="883161" y="5540030"/>
                  </a:lnTo>
                  <a:lnTo>
                    <a:pt x="883287" y="5540030"/>
                  </a:lnTo>
                  <a:lnTo>
                    <a:pt x="883414" y="5540030"/>
                  </a:lnTo>
                  <a:lnTo>
                    <a:pt x="883666" y="5540030"/>
                  </a:lnTo>
                  <a:lnTo>
                    <a:pt x="883792" y="5540030"/>
                  </a:lnTo>
                  <a:lnTo>
                    <a:pt x="883919" y="5540030"/>
                  </a:lnTo>
                  <a:lnTo>
                    <a:pt x="884045" y="5540030"/>
                  </a:lnTo>
                  <a:lnTo>
                    <a:pt x="884171" y="5540030"/>
                  </a:lnTo>
                  <a:lnTo>
                    <a:pt x="884297" y="5540030"/>
                  </a:lnTo>
                  <a:lnTo>
                    <a:pt x="884424" y="5540030"/>
                  </a:lnTo>
                  <a:lnTo>
                    <a:pt x="884550" y="5540030"/>
                  </a:lnTo>
                  <a:lnTo>
                    <a:pt x="884676" y="5540030"/>
                  </a:lnTo>
                  <a:lnTo>
                    <a:pt x="884802" y="5540030"/>
                  </a:lnTo>
                  <a:lnTo>
                    <a:pt x="884929" y="5540030"/>
                  </a:lnTo>
                  <a:lnTo>
                    <a:pt x="885181" y="5540030"/>
                  </a:lnTo>
                  <a:lnTo>
                    <a:pt x="885181" y="5535119"/>
                  </a:lnTo>
                  <a:lnTo>
                    <a:pt x="885434" y="5535119"/>
                  </a:lnTo>
                  <a:lnTo>
                    <a:pt x="885686" y="5535119"/>
                  </a:lnTo>
                  <a:lnTo>
                    <a:pt x="885812" y="5535119"/>
                  </a:lnTo>
                  <a:lnTo>
                    <a:pt x="886065" y="5535119"/>
                  </a:lnTo>
                  <a:lnTo>
                    <a:pt x="886191" y="5535119"/>
                  </a:lnTo>
                  <a:lnTo>
                    <a:pt x="886317" y="5535119"/>
                  </a:lnTo>
                  <a:lnTo>
                    <a:pt x="886444" y="5535119"/>
                  </a:lnTo>
                  <a:lnTo>
                    <a:pt x="887328" y="5535119"/>
                  </a:lnTo>
                  <a:lnTo>
                    <a:pt x="887454" y="5535119"/>
                  </a:lnTo>
                  <a:lnTo>
                    <a:pt x="887580" y="5535119"/>
                  </a:lnTo>
                  <a:lnTo>
                    <a:pt x="887706" y="5535119"/>
                  </a:lnTo>
                  <a:lnTo>
                    <a:pt x="887833" y="5535119"/>
                  </a:lnTo>
                  <a:lnTo>
                    <a:pt x="887959" y="5535119"/>
                  </a:lnTo>
                  <a:lnTo>
                    <a:pt x="888085" y="5530208"/>
                  </a:lnTo>
                  <a:lnTo>
                    <a:pt x="888211" y="5530208"/>
                  </a:lnTo>
                  <a:lnTo>
                    <a:pt x="888338" y="5530208"/>
                  </a:lnTo>
                  <a:lnTo>
                    <a:pt x="888590" y="5530208"/>
                  </a:lnTo>
                  <a:lnTo>
                    <a:pt x="888716" y="5530208"/>
                  </a:lnTo>
                  <a:lnTo>
                    <a:pt x="888843" y="5530208"/>
                  </a:lnTo>
                  <a:lnTo>
                    <a:pt x="888969" y="5530208"/>
                  </a:lnTo>
                  <a:lnTo>
                    <a:pt x="889221" y="5530208"/>
                  </a:lnTo>
                  <a:lnTo>
                    <a:pt x="889348" y="5530208"/>
                  </a:lnTo>
                  <a:lnTo>
                    <a:pt x="889474" y="5530208"/>
                  </a:lnTo>
                  <a:lnTo>
                    <a:pt x="889600" y="5530208"/>
                  </a:lnTo>
                  <a:lnTo>
                    <a:pt x="889726" y="5530208"/>
                  </a:lnTo>
                  <a:lnTo>
                    <a:pt x="889853" y="5530208"/>
                  </a:lnTo>
                  <a:lnTo>
                    <a:pt x="889979" y="5530208"/>
                  </a:lnTo>
                  <a:lnTo>
                    <a:pt x="890105" y="5530208"/>
                  </a:lnTo>
                  <a:lnTo>
                    <a:pt x="890231" y="5530208"/>
                  </a:lnTo>
                  <a:lnTo>
                    <a:pt x="890358" y="5530208"/>
                  </a:lnTo>
                  <a:lnTo>
                    <a:pt x="890484" y="5530208"/>
                  </a:lnTo>
                  <a:lnTo>
                    <a:pt x="890610" y="5530208"/>
                  </a:lnTo>
                  <a:lnTo>
                    <a:pt x="891368" y="5525296"/>
                  </a:lnTo>
                  <a:lnTo>
                    <a:pt x="891494" y="5525296"/>
                  </a:lnTo>
                  <a:lnTo>
                    <a:pt x="891620" y="5525296"/>
                  </a:lnTo>
                  <a:lnTo>
                    <a:pt x="891747" y="5525296"/>
                  </a:lnTo>
                  <a:lnTo>
                    <a:pt x="891873" y="5525296"/>
                  </a:lnTo>
                  <a:lnTo>
                    <a:pt x="891999" y="5525296"/>
                  </a:lnTo>
                  <a:lnTo>
                    <a:pt x="892125" y="5525296"/>
                  </a:lnTo>
                  <a:lnTo>
                    <a:pt x="892252" y="5525296"/>
                  </a:lnTo>
                  <a:lnTo>
                    <a:pt x="892378" y="5525296"/>
                  </a:lnTo>
                  <a:lnTo>
                    <a:pt x="892504" y="5525296"/>
                  </a:lnTo>
                  <a:lnTo>
                    <a:pt x="892630" y="5525296"/>
                  </a:lnTo>
                  <a:lnTo>
                    <a:pt x="892757" y="5525296"/>
                  </a:lnTo>
                  <a:lnTo>
                    <a:pt x="892883" y="5525296"/>
                  </a:lnTo>
                  <a:lnTo>
                    <a:pt x="893009" y="5525296"/>
                  </a:lnTo>
                  <a:lnTo>
                    <a:pt x="893135" y="5525296"/>
                  </a:lnTo>
                  <a:lnTo>
                    <a:pt x="893388" y="5525296"/>
                  </a:lnTo>
                  <a:lnTo>
                    <a:pt x="893640" y="5525296"/>
                  </a:lnTo>
                  <a:lnTo>
                    <a:pt x="894019" y="5525296"/>
                  </a:lnTo>
                  <a:lnTo>
                    <a:pt x="894019" y="5520385"/>
                  </a:lnTo>
                  <a:lnTo>
                    <a:pt x="894145" y="5520385"/>
                  </a:lnTo>
                  <a:lnTo>
                    <a:pt x="894272" y="5520385"/>
                  </a:lnTo>
                  <a:lnTo>
                    <a:pt x="894524" y="5520385"/>
                  </a:lnTo>
                  <a:lnTo>
                    <a:pt x="894650" y="5520385"/>
                  </a:lnTo>
                  <a:lnTo>
                    <a:pt x="894777" y="5520385"/>
                  </a:lnTo>
                  <a:lnTo>
                    <a:pt x="894903" y="5520385"/>
                  </a:lnTo>
                  <a:lnTo>
                    <a:pt x="895029" y="5520385"/>
                  </a:lnTo>
                  <a:lnTo>
                    <a:pt x="895155" y="5520385"/>
                  </a:lnTo>
                  <a:lnTo>
                    <a:pt x="895282" y="5520385"/>
                  </a:lnTo>
                  <a:lnTo>
                    <a:pt x="895787" y="5520385"/>
                  </a:lnTo>
                  <a:lnTo>
                    <a:pt x="896039" y="5515474"/>
                  </a:lnTo>
                  <a:lnTo>
                    <a:pt x="896165" y="5515474"/>
                  </a:lnTo>
                  <a:lnTo>
                    <a:pt x="896292" y="5515474"/>
                  </a:lnTo>
                  <a:lnTo>
                    <a:pt x="896418" y="5515474"/>
                  </a:lnTo>
                  <a:lnTo>
                    <a:pt x="896797" y="5515474"/>
                  </a:lnTo>
                  <a:lnTo>
                    <a:pt x="896923" y="5515474"/>
                  </a:lnTo>
                  <a:lnTo>
                    <a:pt x="897049" y="5515474"/>
                  </a:lnTo>
                  <a:lnTo>
                    <a:pt x="897176" y="5515474"/>
                  </a:lnTo>
                  <a:lnTo>
                    <a:pt x="897302" y="5515474"/>
                  </a:lnTo>
                  <a:lnTo>
                    <a:pt x="897428" y="5515474"/>
                  </a:lnTo>
                  <a:lnTo>
                    <a:pt x="897554" y="5515474"/>
                  </a:lnTo>
                  <a:lnTo>
                    <a:pt x="897681" y="5515474"/>
                  </a:lnTo>
                  <a:lnTo>
                    <a:pt x="898059" y="5515474"/>
                  </a:lnTo>
                  <a:lnTo>
                    <a:pt x="898186" y="5515474"/>
                  </a:lnTo>
                  <a:lnTo>
                    <a:pt x="898438" y="5515474"/>
                  </a:lnTo>
                  <a:lnTo>
                    <a:pt x="898564" y="5515474"/>
                  </a:lnTo>
                  <a:lnTo>
                    <a:pt x="898817" y="5515474"/>
                  </a:lnTo>
                  <a:lnTo>
                    <a:pt x="899069" y="5515474"/>
                  </a:lnTo>
                  <a:lnTo>
                    <a:pt x="899196" y="5515474"/>
                  </a:lnTo>
                  <a:lnTo>
                    <a:pt x="899322" y="5515474"/>
                  </a:lnTo>
                  <a:lnTo>
                    <a:pt x="899574" y="5515474"/>
                  </a:lnTo>
                  <a:lnTo>
                    <a:pt x="899701" y="5515474"/>
                  </a:lnTo>
                  <a:lnTo>
                    <a:pt x="899827" y="5515474"/>
                  </a:lnTo>
                  <a:lnTo>
                    <a:pt x="899953" y="5515474"/>
                  </a:lnTo>
                  <a:lnTo>
                    <a:pt x="900206" y="5515474"/>
                  </a:lnTo>
                  <a:lnTo>
                    <a:pt x="900584" y="5515474"/>
                  </a:lnTo>
                  <a:lnTo>
                    <a:pt x="900711" y="5510562"/>
                  </a:lnTo>
                  <a:lnTo>
                    <a:pt x="900837" y="5510562"/>
                  </a:lnTo>
                  <a:lnTo>
                    <a:pt x="901089" y="5510562"/>
                  </a:lnTo>
                  <a:lnTo>
                    <a:pt x="901216" y="5510562"/>
                  </a:lnTo>
                  <a:lnTo>
                    <a:pt x="901594" y="5510562"/>
                  </a:lnTo>
                  <a:lnTo>
                    <a:pt x="901721" y="5510562"/>
                  </a:lnTo>
                  <a:lnTo>
                    <a:pt x="901847" y="5510562"/>
                  </a:lnTo>
                  <a:lnTo>
                    <a:pt x="902226" y="5510562"/>
                  </a:lnTo>
                  <a:lnTo>
                    <a:pt x="902352" y="5510562"/>
                  </a:lnTo>
                  <a:lnTo>
                    <a:pt x="902478" y="5510562"/>
                  </a:lnTo>
                  <a:lnTo>
                    <a:pt x="902605" y="5505651"/>
                  </a:lnTo>
                  <a:lnTo>
                    <a:pt x="902731" y="5505651"/>
                  </a:lnTo>
                  <a:lnTo>
                    <a:pt x="902983" y="5505651"/>
                  </a:lnTo>
                  <a:lnTo>
                    <a:pt x="903236" y="5505651"/>
                  </a:lnTo>
                  <a:lnTo>
                    <a:pt x="903615" y="5505651"/>
                  </a:lnTo>
                  <a:lnTo>
                    <a:pt x="903867" y="5505651"/>
                  </a:lnTo>
                  <a:lnTo>
                    <a:pt x="903993" y="5505651"/>
                  </a:lnTo>
                  <a:lnTo>
                    <a:pt x="904246" y="5505651"/>
                  </a:lnTo>
                  <a:lnTo>
                    <a:pt x="904372" y="5505651"/>
                  </a:lnTo>
                  <a:lnTo>
                    <a:pt x="904625" y="5505651"/>
                  </a:lnTo>
                  <a:lnTo>
                    <a:pt x="904751" y="5505651"/>
                  </a:lnTo>
                  <a:lnTo>
                    <a:pt x="904877" y="5505651"/>
                  </a:lnTo>
                  <a:lnTo>
                    <a:pt x="905003" y="5505651"/>
                  </a:lnTo>
                  <a:lnTo>
                    <a:pt x="905256" y="5505651"/>
                  </a:lnTo>
                  <a:lnTo>
                    <a:pt x="905635" y="5505651"/>
                  </a:lnTo>
                  <a:lnTo>
                    <a:pt x="905761" y="5505651"/>
                  </a:lnTo>
                  <a:lnTo>
                    <a:pt x="905887" y="5505651"/>
                  </a:lnTo>
                  <a:lnTo>
                    <a:pt x="906013" y="5505651"/>
                  </a:lnTo>
                  <a:lnTo>
                    <a:pt x="906140" y="5505651"/>
                  </a:lnTo>
                  <a:lnTo>
                    <a:pt x="906266" y="5505651"/>
                  </a:lnTo>
                  <a:lnTo>
                    <a:pt x="906392" y="5505651"/>
                  </a:lnTo>
                  <a:lnTo>
                    <a:pt x="906518" y="5505651"/>
                  </a:lnTo>
                  <a:lnTo>
                    <a:pt x="906771" y="5505651"/>
                  </a:lnTo>
                  <a:lnTo>
                    <a:pt x="906897" y="5505651"/>
                  </a:lnTo>
                  <a:lnTo>
                    <a:pt x="907023" y="5505651"/>
                  </a:lnTo>
                  <a:lnTo>
                    <a:pt x="907150" y="5505651"/>
                  </a:lnTo>
                  <a:lnTo>
                    <a:pt x="907402" y="5505651"/>
                  </a:lnTo>
                  <a:lnTo>
                    <a:pt x="907781" y="5505651"/>
                  </a:lnTo>
                  <a:lnTo>
                    <a:pt x="907907" y="5505651"/>
                  </a:lnTo>
                  <a:lnTo>
                    <a:pt x="908034" y="5505651"/>
                  </a:lnTo>
                  <a:lnTo>
                    <a:pt x="908160" y="5505651"/>
                  </a:lnTo>
                  <a:lnTo>
                    <a:pt x="908286" y="5505651"/>
                  </a:lnTo>
                  <a:lnTo>
                    <a:pt x="908412" y="5505651"/>
                  </a:lnTo>
                  <a:lnTo>
                    <a:pt x="908539" y="5505651"/>
                  </a:lnTo>
                  <a:lnTo>
                    <a:pt x="908665" y="5505651"/>
                  </a:lnTo>
                  <a:lnTo>
                    <a:pt x="908791" y="5505651"/>
                  </a:lnTo>
                  <a:lnTo>
                    <a:pt x="908917" y="5505651"/>
                  </a:lnTo>
                  <a:lnTo>
                    <a:pt x="909044" y="5505651"/>
                  </a:lnTo>
                  <a:lnTo>
                    <a:pt x="909422" y="5505651"/>
                  </a:lnTo>
                  <a:lnTo>
                    <a:pt x="909549" y="5505651"/>
                  </a:lnTo>
                  <a:lnTo>
                    <a:pt x="909675" y="5505651"/>
                  </a:lnTo>
                  <a:lnTo>
                    <a:pt x="909801" y="5505651"/>
                  </a:lnTo>
                  <a:lnTo>
                    <a:pt x="910054" y="5505651"/>
                  </a:lnTo>
                  <a:lnTo>
                    <a:pt x="910306" y="5505651"/>
                  </a:lnTo>
                  <a:lnTo>
                    <a:pt x="910432" y="5505651"/>
                  </a:lnTo>
                  <a:lnTo>
                    <a:pt x="910559" y="5505651"/>
                  </a:lnTo>
                  <a:lnTo>
                    <a:pt x="910685" y="5505651"/>
                  </a:lnTo>
                  <a:lnTo>
                    <a:pt x="910811" y="5505651"/>
                  </a:lnTo>
                  <a:lnTo>
                    <a:pt x="910937" y="5505651"/>
                  </a:lnTo>
                  <a:lnTo>
                    <a:pt x="911064" y="5505651"/>
                  </a:lnTo>
                  <a:lnTo>
                    <a:pt x="911316" y="5505651"/>
                  </a:lnTo>
                  <a:lnTo>
                    <a:pt x="911442" y="5505651"/>
                  </a:lnTo>
                  <a:lnTo>
                    <a:pt x="911569" y="5505651"/>
                  </a:lnTo>
                  <a:lnTo>
                    <a:pt x="911695" y="5505651"/>
                  </a:lnTo>
                  <a:lnTo>
                    <a:pt x="911821" y="5505651"/>
                  </a:lnTo>
                  <a:lnTo>
                    <a:pt x="911947" y="5505651"/>
                  </a:lnTo>
                  <a:lnTo>
                    <a:pt x="912453" y="5505651"/>
                  </a:lnTo>
                  <a:lnTo>
                    <a:pt x="912579" y="5505651"/>
                  </a:lnTo>
                  <a:lnTo>
                    <a:pt x="912705" y="5505651"/>
                  </a:lnTo>
                  <a:lnTo>
                    <a:pt x="912831" y="5505651"/>
                  </a:lnTo>
                  <a:lnTo>
                    <a:pt x="912958" y="5505651"/>
                  </a:lnTo>
                  <a:lnTo>
                    <a:pt x="913084" y="5505651"/>
                  </a:lnTo>
                  <a:lnTo>
                    <a:pt x="913210" y="5505651"/>
                  </a:lnTo>
                  <a:lnTo>
                    <a:pt x="913463" y="5495828"/>
                  </a:lnTo>
                  <a:lnTo>
                    <a:pt x="913841" y="5495828"/>
                  </a:lnTo>
                  <a:lnTo>
                    <a:pt x="913968" y="5495828"/>
                  </a:lnTo>
                  <a:lnTo>
                    <a:pt x="914094" y="5495828"/>
                  </a:lnTo>
                  <a:lnTo>
                    <a:pt x="914220" y="5495828"/>
                  </a:lnTo>
                  <a:lnTo>
                    <a:pt x="914346" y="5495828"/>
                  </a:lnTo>
                  <a:lnTo>
                    <a:pt x="914473" y="5495828"/>
                  </a:lnTo>
                  <a:lnTo>
                    <a:pt x="914599" y="5495828"/>
                  </a:lnTo>
                  <a:lnTo>
                    <a:pt x="914725" y="5495828"/>
                  </a:lnTo>
                  <a:lnTo>
                    <a:pt x="914978" y="5495828"/>
                  </a:lnTo>
                  <a:lnTo>
                    <a:pt x="915104" y="5495828"/>
                  </a:lnTo>
                  <a:lnTo>
                    <a:pt x="915356" y="5495828"/>
                  </a:lnTo>
                  <a:lnTo>
                    <a:pt x="915483" y="5495828"/>
                  </a:lnTo>
                  <a:lnTo>
                    <a:pt x="915609" y="5495828"/>
                  </a:lnTo>
                  <a:lnTo>
                    <a:pt x="915735" y="5495828"/>
                  </a:lnTo>
                  <a:lnTo>
                    <a:pt x="915988" y="5495828"/>
                  </a:lnTo>
                  <a:lnTo>
                    <a:pt x="916240" y="5495828"/>
                  </a:lnTo>
                  <a:lnTo>
                    <a:pt x="916366" y="5495828"/>
                  </a:lnTo>
                  <a:lnTo>
                    <a:pt x="916619" y="5495828"/>
                  </a:lnTo>
                  <a:lnTo>
                    <a:pt x="916745" y="5495828"/>
                  </a:lnTo>
                  <a:lnTo>
                    <a:pt x="916871" y="5490917"/>
                  </a:lnTo>
                  <a:lnTo>
                    <a:pt x="916998" y="5490917"/>
                  </a:lnTo>
                  <a:lnTo>
                    <a:pt x="917250" y="5490917"/>
                  </a:lnTo>
                  <a:lnTo>
                    <a:pt x="917376" y="5490917"/>
                  </a:lnTo>
                  <a:lnTo>
                    <a:pt x="917629" y="5490917"/>
                  </a:lnTo>
                  <a:lnTo>
                    <a:pt x="917755" y="5490917"/>
                  </a:lnTo>
                  <a:lnTo>
                    <a:pt x="917882" y="5490917"/>
                  </a:lnTo>
                  <a:lnTo>
                    <a:pt x="918008" y="5490917"/>
                  </a:lnTo>
                  <a:lnTo>
                    <a:pt x="918260" y="5490917"/>
                  </a:lnTo>
                  <a:lnTo>
                    <a:pt x="918387" y="5490917"/>
                  </a:lnTo>
                  <a:lnTo>
                    <a:pt x="918639" y="5490917"/>
                  </a:lnTo>
                  <a:lnTo>
                    <a:pt x="918765" y="5490917"/>
                  </a:lnTo>
                  <a:lnTo>
                    <a:pt x="918892" y="5490917"/>
                  </a:lnTo>
                  <a:lnTo>
                    <a:pt x="919018" y="5490917"/>
                  </a:lnTo>
                  <a:lnTo>
                    <a:pt x="919144" y="5490917"/>
                  </a:lnTo>
                  <a:lnTo>
                    <a:pt x="919649" y="5490917"/>
                  </a:lnTo>
                  <a:lnTo>
                    <a:pt x="919775" y="5490917"/>
                  </a:lnTo>
                  <a:lnTo>
                    <a:pt x="920028" y="5490917"/>
                  </a:lnTo>
                  <a:lnTo>
                    <a:pt x="920154" y="5490917"/>
                  </a:lnTo>
                  <a:lnTo>
                    <a:pt x="920407" y="5490917"/>
                  </a:lnTo>
                  <a:lnTo>
                    <a:pt x="920533" y="5490917"/>
                  </a:lnTo>
                  <a:lnTo>
                    <a:pt x="920659" y="5490917"/>
                  </a:lnTo>
                  <a:lnTo>
                    <a:pt x="920785" y="5490917"/>
                  </a:lnTo>
                  <a:lnTo>
                    <a:pt x="920912" y="5490917"/>
                  </a:lnTo>
                  <a:lnTo>
                    <a:pt x="921038" y="5490917"/>
                  </a:lnTo>
                  <a:lnTo>
                    <a:pt x="921795" y="5490917"/>
                  </a:lnTo>
                  <a:lnTo>
                    <a:pt x="921922" y="5490917"/>
                  </a:lnTo>
                  <a:lnTo>
                    <a:pt x="922048" y="5490917"/>
                  </a:lnTo>
                  <a:lnTo>
                    <a:pt x="922174" y="5490917"/>
                  </a:lnTo>
                  <a:lnTo>
                    <a:pt x="922427" y="5490917"/>
                  </a:lnTo>
                  <a:lnTo>
                    <a:pt x="922553" y="5490917"/>
                  </a:lnTo>
                  <a:lnTo>
                    <a:pt x="922679" y="5490917"/>
                  </a:lnTo>
                  <a:lnTo>
                    <a:pt x="922806" y="5490917"/>
                  </a:lnTo>
                  <a:lnTo>
                    <a:pt x="922932" y="5490917"/>
                  </a:lnTo>
                  <a:lnTo>
                    <a:pt x="923184" y="5490917"/>
                  </a:lnTo>
                  <a:lnTo>
                    <a:pt x="923311" y="5490917"/>
                  </a:lnTo>
                  <a:lnTo>
                    <a:pt x="923563" y="5490917"/>
                  </a:lnTo>
                  <a:lnTo>
                    <a:pt x="923816" y="5490917"/>
                  </a:lnTo>
                  <a:lnTo>
                    <a:pt x="923942" y="5490917"/>
                  </a:lnTo>
                  <a:lnTo>
                    <a:pt x="924447" y="5490917"/>
                  </a:lnTo>
                  <a:lnTo>
                    <a:pt x="924952" y="5490917"/>
                  </a:lnTo>
                  <a:lnTo>
                    <a:pt x="925078" y="5490917"/>
                  </a:lnTo>
                  <a:lnTo>
                    <a:pt x="925331" y="5490917"/>
                  </a:lnTo>
                  <a:lnTo>
                    <a:pt x="925457" y="5490917"/>
                  </a:lnTo>
                  <a:lnTo>
                    <a:pt x="925583" y="5490917"/>
                  </a:lnTo>
                  <a:lnTo>
                    <a:pt x="925709" y="5490917"/>
                  </a:lnTo>
                  <a:lnTo>
                    <a:pt x="925836" y="5490917"/>
                  </a:lnTo>
                  <a:lnTo>
                    <a:pt x="925962" y="5490917"/>
                  </a:lnTo>
                  <a:lnTo>
                    <a:pt x="926088" y="5490917"/>
                  </a:lnTo>
                  <a:lnTo>
                    <a:pt x="926341" y="5490917"/>
                  </a:lnTo>
                  <a:lnTo>
                    <a:pt x="926467" y="5490917"/>
                  </a:lnTo>
                  <a:lnTo>
                    <a:pt x="926593" y="5490917"/>
                  </a:lnTo>
                  <a:lnTo>
                    <a:pt x="926593" y="5486005"/>
                  </a:lnTo>
                  <a:lnTo>
                    <a:pt x="926972" y="5486005"/>
                  </a:lnTo>
                  <a:lnTo>
                    <a:pt x="927098" y="5486005"/>
                  </a:lnTo>
                  <a:lnTo>
                    <a:pt x="927224" y="5486005"/>
                  </a:lnTo>
                  <a:lnTo>
                    <a:pt x="927351" y="5486005"/>
                  </a:lnTo>
                  <a:lnTo>
                    <a:pt x="927477" y="5486005"/>
                  </a:lnTo>
                  <a:lnTo>
                    <a:pt x="927603" y="5486005"/>
                  </a:lnTo>
                  <a:lnTo>
                    <a:pt x="927729" y="5486005"/>
                  </a:lnTo>
                  <a:lnTo>
                    <a:pt x="928235" y="5486005"/>
                  </a:lnTo>
                  <a:lnTo>
                    <a:pt x="928487" y="5486005"/>
                  </a:lnTo>
                  <a:lnTo>
                    <a:pt x="928613" y="5486005"/>
                  </a:lnTo>
                  <a:lnTo>
                    <a:pt x="928992" y="5486005"/>
                  </a:lnTo>
                  <a:lnTo>
                    <a:pt x="929118" y="5486005"/>
                  </a:lnTo>
                  <a:lnTo>
                    <a:pt x="929371" y="5486005"/>
                  </a:lnTo>
                  <a:lnTo>
                    <a:pt x="929623" y="5486005"/>
                  </a:lnTo>
                  <a:lnTo>
                    <a:pt x="929750" y="5486005"/>
                  </a:lnTo>
                  <a:lnTo>
                    <a:pt x="929876" y="5486005"/>
                  </a:lnTo>
                  <a:lnTo>
                    <a:pt x="929876" y="5481094"/>
                  </a:lnTo>
                  <a:lnTo>
                    <a:pt x="930128" y="5481094"/>
                  </a:lnTo>
                  <a:lnTo>
                    <a:pt x="930255" y="5481094"/>
                  </a:lnTo>
                  <a:lnTo>
                    <a:pt x="930381" y="5481094"/>
                  </a:lnTo>
                  <a:lnTo>
                    <a:pt x="930507" y="5481094"/>
                  </a:lnTo>
                  <a:lnTo>
                    <a:pt x="930760" y="5481094"/>
                  </a:lnTo>
                  <a:lnTo>
                    <a:pt x="930886" y="5481094"/>
                  </a:lnTo>
                  <a:lnTo>
                    <a:pt x="931012" y="5481094"/>
                  </a:lnTo>
                  <a:lnTo>
                    <a:pt x="931138" y="5481094"/>
                  </a:lnTo>
                  <a:lnTo>
                    <a:pt x="931265" y="5481094"/>
                  </a:lnTo>
                  <a:lnTo>
                    <a:pt x="931391" y="5481094"/>
                  </a:lnTo>
                  <a:lnTo>
                    <a:pt x="931517" y="5481094"/>
                  </a:lnTo>
                  <a:lnTo>
                    <a:pt x="931643" y="5481094"/>
                  </a:lnTo>
                  <a:lnTo>
                    <a:pt x="931770" y="5481094"/>
                  </a:lnTo>
                  <a:lnTo>
                    <a:pt x="931896" y="5481094"/>
                  </a:lnTo>
                  <a:lnTo>
                    <a:pt x="932022" y="5481094"/>
                  </a:lnTo>
                  <a:lnTo>
                    <a:pt x="932148" y="5481094"/>
                  </a:lnTo>
                  <a:lnTo>
                    <a:pt x="932527" y="5481094"/>
                  </a:lnTo>
                  <a:lnTo>
                    <a:pt x="933032" y="5481094"/>
                  </a:lnTo>
                  <a:lnTo>
                    <a:pt x="933159" y="5481094"/>
                  </a:lnTo>
                  <a:lnTo>
                    <a:pt x="933285" y="5481094"/>
                  </a:lnTo>
                  <a:lnTo>
                    <a:pt x="933537" y="5481094"/>
                  </a:lnTo>
                  <a:lnTo>
                    <a:pt x="933664" y="5481094"/>
                  </a:lnTo>
                  <a:lnTo>
                    <a:pt x="933790" y="5481094"/>
                  </a:lnTo>
                  <a:lnTo>
                    <a:pt x="933916" y="5481094"/>
                  </a:lnTo>
                  <a:lnTo>
                    <a:pt x="934169" y="5481094"/>
                  </a:lnTo>
                  <a:lnTo>
                    <a:pt x="934295" y="5481094"/>
                  </a:lnTo>
                  <a:lnTo>
                    <a:pt x="934421" y="5481094"/>
                  </a:lnTo>
                  <a:lnTo>
                    <a:pt x="934547" y="5481094"/>
                  </a:lnTo>
                  <a:lnTo>
                    <a:pt x="934674" y="5481094"/>
                  </a:lnTo>
                  <a:lnTo>
                    <a:pt x="934800" y="5481094"/>
                  </a:lnTo>
                  <a:lnTo>
                    <a:pt x="934926" y="5481094"/>
                  </a:lnTo>
                  <a:lnTo>
                    <a:pt x="935052" y="5481094"/>
                  </a:lnTo>
                  <a:lnTo>
                    <a:pt x="935052" y="5476183"/>
                  </a:lnTo>
                  <a:lnTo>
                    <a:pt x="935179" y="5476183"/>
                  </a:lnTo>
                  <a:lnTo>
                    <a:pt x="935431" y="5476183"/>
                  </a:lnTo>
                  <a:lnTo>
                    <a:pt x="935557" y="5476183"/>
                  </a:lnTo>
                  <a:lnTo>
                    <a:pt x="936062" y="5471271"/>
                  </a:lnTo>
                  <a:lnTo>
                    <a:pt x="936189" y="5471271"/>
                  </a:lnTo>
                  <a:lnTo>
                    <a:pt x="936315" y="5471271"/>
                  </a:lnTo>
                  <a:lnTo>
                    <a:pt x="936441" y="5471271"/>
                  </a:lnTo>
                  <a:lnTo>
                    <a:pt x="936567" y="5471271"/>
                  </a:lnTo>
                  <a:lnTo>
                    <a:pt x="936820" y="5471271"/>
                  </a:lnTo>
                  <a:lnTo>
                    <a:pt x="936946" y="5471271"/>
                  </a:lnTo>
                  <a:lnTo>
                    <a:pt x="937072" y="5471271"/>
                  </a:lnTo>
                  <a:lnTo>
                    <a:pt x="937325" y="5471271"/>
                  </a:lnTo>
                  <a:lnTo>
                    <a:pt x="937451" y="5471271"/>
                  </a:lnTo>
                  <a:lnTo>
                    <a:pt x="937830" y="5466360"/>
                  </a:lnTo>
                  <a:lnTo>
                    <a:pt x="937956" y="5466360"/>
                  </a:lnTo>
                  <a:lnTo>
                    <a:pt x="938082" y="5466360"/>
                  </a:lnTo>
                  <a:lnTo>
                    <a:pt x="938335" y="5466360"/>
                  </a:lnTo>
                  <a:lnTo>
                    <a:pt x="938461" y="5461448"/>
                  </a:lnTo>
                  <a:lnTo>
                    <a:pt x="938840" y="5461448"/>
                  </a:lnTo>
                  <a:lnTo>
                    <a:pt x="938966" y="5461448"/>
                  </a:lnTo>
                  <a:lnTo>
                    <a:pt x="939093" y="5461448"/>
                  </a:lnTo>
                  <a:lnTo>
                    <a:pt x="939219" y="5461448"/>
                  </a:lnTo>
                  <a:lnTo>
                    <a:pt x="939345" y="5461448"/>
                  </a:lnTo>
                  <a:lnTo>
                    <a:pt x="939471" y="5461448"/>
                  </a:lnTo>
                  <a:lnTo>
                    <a:pt x="939598" y="5461448"/>
                  </a:lnTo>
                  <a:lnTo>
                    <a:pt x="939976" y="5461448"/>
                  </a:lnTo>
                  <a:lnTo>
                    <a:pt x="940103" y="5461448"/>
                  </a:lnTo>
                  <a:lnTo>
                    <a:pt x="940229" y="5461448"/>
                  </a:lnTo>
                  <a:lnTo>
                    <a:pt x="940355" y="5461448"/>
                  </a:lnTo>
                  <a:lnTo>
                    <a:pt x="940986" y="5461448"/>
                  </a:lnTo>
                  <a:lnTo>
                    <a:pt x="941113" y="5461448"/>
                  </a:lnTo>
                  <a:lnTo>
                    <a:pt x="941239" y="5461448"/>
                  </a:lnTo>
                  <a:lnTo>
                    <a:pt x="941365" y="5456537"/>
                  </a:lnTo>
                  <a:lnTo>
                    <a:pt x="941491" y="5456537"/>
                  </a:lnTo>
                  <a:lnTo>
                    <a:pt x="941618" y="5456537"/>
                  </a:lnTo>
                  <a:lnTo>
                    <a:pt x="941744" y="5456537"/>
                  </a:lnTo>
                  <a:lnTo>
                    <a:pt x="941870" y="5456537"/>
                  </a:lnTo>
                  <a:lnTo>
                    <a:pt x="941996" y="5456537"/>
                  </a:lnTo>
                  <a:lnTo>
                    <a:pt x="942123" y="5456537"/>
                  </a:lnTo>
                  <a:lnTo>
                    <a:pt x="942249" y="5456537"/>
                  </a:lnTo>
                  <a:lnTo>
                    <a:pt x="942375" y="5456537"/>
                  </a:lnTo>
                  <a:lnTo>
                    <a:pt x="942628" y="5456537"/>
                  </a:lnTo>
                  <a:lnTo>
                    <a:pt x="942880" y="5456537"/>
                  </a:lnTo>
                  <a:lnTo>
                    <a:pt x="943006" y="5456537"/>
                  </a:lnTo>
                  <a:lnTo>
                    <a:pt x="943133" y="5456537"/>
                  </a:lnTo>
                  <a:lnTo>
                    <a:pt x="943638" y="5456537"/>
                  </a:lnTo>
                  <a:lnTo>
                    <a:pt x="943764" y="5456537"/>
                  </a:lnTo>
                  <a:lnTo>
                    <a:pt x="944017" y="5456537"/>
                  </a:lnTo>
                  <a:lnTo>
                    <a:pt x="944143" y="5456537"/>
                  </a:lnTo>
                  <a:lnTo>
                    <a:pt x="944269" y="5456537"/>
                  </a:lnTo>
                  <a:lnTo>
                    <a:pt x="944522" y="5456537"/>
                  </a:lnTo>
                  <a:lnTo>
                    <a:pt x="944648" y="5456537"/>
                  </a:lnTo>
                  <a:lnTo>
                    <a:pt x="944774" y="5456537"/>
                  </a:lnTo>
                  <a:lnTo>
                    <a:pt x="944900" y="5456537"/>
                  </a:lnTo>
                  <a:lnTo>
                    <a:pt x="945027" y="5456537"/>
                  </a:lnTo>
                  <a:lnTo>
                    <a:pt x="945153" y="5456537"/>
                  </a:lnTo>
                  <a:lnTo>
                    <a:pt x="945279" y="5456537"/>
                  </a:lnTo>
                  <a:lnTo>
                    <a:pt x="945405" y="5456537"/>
                  </a:lnTo>
                  <a:lnTo>
                    <a:pt x="945532" y="5456537"/>
                  </a:lnTo>
                  <a:lnTo>
                    <a:pt x="945658" y="5456537"/>
                  </a:lnTo>
                  <a:lnTo>
                    <a:pt x="947173" y="5456537"/>
                  </a:lnTo>
                  <a:lnTo>
                    <a:pt x="947299" y="5456537"/>
                  </a:lnTo>
                  <a:lnTo>
                    <a:pt x="947425" y="5456537"/>
                  </a:lnTo>
                  <a:lnTo>
                    <a:pt x="947552" y="5456537"/>
                  </a:lnTo>
                  <a:lnTo>
                    <a:pt x="947678" y="5456537"/>
                  </a:lnTo>
                  <a:lnTo>
                    <a:pt x="947804" y="5456537"/>
                  </a:lnTo>
                  <a:lnTo>
                    <a:pt x="947930" y="5456537"/>
                  </a:lnTo>
                  <a:lnTo>
                    <a:pt x="948057" y="5456537"/>
                  </a:lnTo>
                  <a:lnTo>
                    <a:pt x="948183" y="5456537"/>
                  </a:lnTo>
                  <a:lnTo>
                    <a:pt x="948309" y="5456537"/>
                  </a:lnTo>
                  <a:lnTo>
                    <a:pt x="948435" y="5456537"/>
                  </a:lnTo>
                  <a:lnTo>
                    <a:pt x="948562" y="5456537"/>
                  </a:lnTo>
                  <a:lnTo>
                    <a:pt x="948688" y="5456537"/>
                  </a:lnTo>
                  <a:lnTo>
                    <a:pt x="948941" y="5456537"/>
                  </a:lnTo>
                  <a:lnTo>
                    <a:pt x="949067" y="5456537"/>
                  </a:lnTo>
                  <a:lnTo>
                    <a:pt x="949193" y="5456537"/>
                  </a:lnTo>
                  <a:lnTo>
                    <a:pt x="949319" y="5456537"/>
                  </a:lnTo>
                  <a:lnTo>
                    <a:pt x="949446" y="5456537"/>
                  </a:lnTo>
                  <a:lnTo>
                    <a:pt x="949572" y="5456537"/>
                  </a:lnTo>
                  <a:lnTo>
                    <a:pt x="949824" y="5456537"/>
                  </a:lnTo>
                  <a:lnTo>
                    <a:pt x="950582" y="5456537"/>
                  </a:lnTo>
                  <a:lnTo>
                    <a:pt x="950834" y="5456537"/>
                  </a:lnTo>
                  <a:lnTo>
                    <a:pt x="951087" y="5456537"/>
                  </a:lnTo>
                  <a:lnTo>
                    <a:pt x="951213" y="5456537"/>
                  </a:lnTo>
                  <a:lnTo>
                    <a:pt x="951466" y="5456537"/>
                  </a:lnTo>
                  <a:lnTo>
                    <a:pt x="951718" y="5456537"/>
                  </a:lnTo>
                  <a:lnTo>
                    <a:pt x="951844" y="5456537"/>
                  </a:lnTo>
                  <a:lnTo>
                    <a:pt x="952097" y="5456537"/>
                  </a:lnTo>
                  <a:lnTo>
                    <a:pt x="952349" y="5456537"/>
                  </a:lnTo>
                  <a:lnTo>
                    <a:pt x="952728" y="5456537"/>
                  </a:lnTo>
                  <a:lnTo>
                    <a:pt x="952854" y="5456537"/>
                  </a:lnTo>
                  <a:lnTo>
                    <a:pt x="953107" y="5456537"/>
                  </a:lnTo>
                  <a:lnTo>
                    <a:pt x="953233" y="5456537"/>
                  </a:lnTo>
                  <a:lnTo>
                    <a:pt x="953359" y="5456537"/>
                  </a:lnTo>
                  <a:lnTo>
                    <a:pt x="953486" y="5456537"/>
                  </a:lnTo>
                  <a:lnTo>
                    <a:pt x="953612" y="5456537"/>
                  </a:lnTo>
                  <a:lnTo>
                    <a:pt x="953865" y="5456537"/>
                  </a:lnTo>
                  <a:lnTo>
                    <a:pt x="953991" y="5456537"/>
                  </a:lnTo>
                  <a:lnTo>
                    <a:pt x="954117" y="5456537"/>
                  </a:lnTo>
                  <a:lnTo>
                    <a:pt x="954243" y="5456537"/>
                  </a:lnTo>
                  <a:lnTo>
                    <a:pt x="954496" y="5456537"/>
                  </a:lnTo>
                  <a:lnTo>
                    <a:pt x="954622" y="5456537"/>
                  </a:lnTo>
                  <a:lnTo>
                    <a:pt x="954748" y="5456537"/>
                  </a:lnTo>
                  <a:lnTo>
                    <a:pt x="954875" y="5456537"/>
                  </a:lnTo>
                  <a:lnTo>
                    <a:pt x="955001" y="5456537"/>
                  </a:lnTo>
                  <a:lnTo>
                    <a:pt x="955127" y="5456537"/>
                  </a:lnTo>
                  <a:lnTo>
                    <a:pt x="955380" y="5456537"/>
                  </a:lnTo>
                  <a:lnTo>
                    <a:pt x="955758" y="5456537"/>
                  </a:lnTo>
                  <a:lnTo>
                    <a:pt x="955885" y="5456537"/>
                  </a:lnTo>
                  <a:lnTo>
                    <a:pt x="956011" y="5456537"/>
                  </a:lnTo>
                  <a:lnTo>
                    <a:pt x="956263" y="5456537"/>
                  </a:lnTo>
                  <a:lnTo>
                    <a:pt x="956390" y="5456537"/>
                  </a:lnTo>
                  <a:lnTo>
                    <a:pt x="956642" y="5456537"/>
                  </a:lnTo>
                  <a:lnTo>
                    <a:pt x="956895" y="5456537"/>
                  </a:lnTo>
                  <a:lnTo>
                    <a:pt x="957273" y="5456537"/>
                  </a:lnTo>
                  <a:lnTo>
                    <a:pt x="957400" y="5456537"/>
                  </a:lnTo>
                  <a:lnTo>
                    <a:pt x="957526" y="5456537"/>
                  </a:lnTo>
                  <a:lnTo>
                    <a:pt x="957652" y="5456537"/>
                  </a:lnTo>
                  <a:lnTo>
                    <a:pt x="957778" y="5456537"/>
                  </a:lnTo>
                  <a:lnTo>
                    <a:pt x="957778" y="5451626"/>
                  </a:lnTo>
                  <a:lnTo>
                    <a:pt x="958031" y="5451626"/>
                  </a:lnTo>
                  <a:lnTo>
                    <a:pt x="958157" y="5451626"/>
                  </a:lnTo>
                  <a:lnTo>
                    <a:pt x="958283" y="5451626"/>
                  </a:lnTo>
                  <a:lnTo>
                    <a:pt x="958410" y="5451626"/>
                  </a:lnTo>
                  <a:lnTo>
                    <a:pt x="958789" y="5451626"/>
                  </a:lnTo>
                  <a:lnTo>
                    <a:pt x="958915" y="5451626"/>
                  </a:lnTo>
                  <a:lnTo>
                    <a:pt x="959041" y="5451626"/>
                  </a:lnTo>
                  <a:lnTo>
                    <a:pt x="959167" y="5451626"/>
                  </a:lnTo>
                  <a:lnTo>
                    <a:pt x="959294" y="5451626"/>
                  </a:lnTo>
                  <a:lnTo>
                    <a:pt x="959420" y="5451626"/>
                  </a:lnTo>
                  <a:lnTo>
                    <a:pt x="959546" y="5451626"/>
                  </a:lnTo>
                  <a:lnTo>
                    <a:pt x="959672" y="5446714"/>
                  </a:lnTo>
                  <a:lnTo>
                    <a:pt x="959799" y="5446714"/>
                  </a:lnTo>
                  <a:lnTo>
                    <a:pt x="960177" y="5446714"/>
                  </a:lnTo>
                  <a:lnTo>
                    <a:pt x="960556" y="5446714"/>
                  </a:lnTo>
                  <a:lnTo>
                    <a:pt x="960682" y="5446714"/>
                  </a:lnTo>
                  <a:lnTo>
                    <a:pt x="960809" y="5446714"/>
                  </a:lnTo>
                  <a:lnTo>
                    <a:pt x="961061" y="5446714"/>
                  </a:lnTo>
                  <a:lnTo>
                    <a:pt x="961187" y="5446714"/>
                  </a:lnTo>
                  <a:lnTo>
                    <a:pt x="961314" y="5446714"/>
                  </a:lnTo>
                  <a:lnTo>
                    <a:pt x="961819" y="5441803"/>
                  </a:lnTo>
                  <a:lnTo>
                    <a:pt x="961945" y="5441803"/>
                  </a:lnTo>
                  <a:lnTo>
                    <a:pt x="962197" y="5441803"/>
                  </a:lnTo>
                  <a:lnTo>
                    <a:pt x="962324" y="5441803"/>
                  </a:lnTo>
                  <a:lnTo>
                    <a:pt x="962450" y="5441803"/>
                  </a:lnTo>
                  <a:lnTo>
                    <a:pt x="962576" y="5441803"/>
                  </a:lnTo>
                  <a:lnTo>
                    <a:pt x="963081" y="5441803"/>
                  </a:lnTo>
                  <a:lnTo>
                    <a:pt x="963207" y="5441803"/>
                  </a:lnTo>
                  <a:lnTo>
                    <a:pt x="963460" y="5441803"/>
                  </a:lnTo>
                  <a:lnTo>
                    <a:pt x="963586" y="5441803"/>
                  </a:lnTo>
                  <a:lnTo>
                    <a:pt x="963712" y="5441803"/>
                  </a:lnTo>
                  <a:lnTo>
                    <a:pt x="963712" y="5431980"/>
                  </a:lnTo>
                  <a:lnTo>
                    <a:pt x="964091" y="5431980"/>
                  </a:lnTo>
                  <a:lnTo>
                    <a:pt x="964344" y="5431980"/>
                  </a:lnTo>
                  <a:lnTo>
                    <a:pt x="964470" y="5431980"/>
                  </a:lnTo>
                  <a:lnTo>
                    <a:pt x="964723" y="5431980"/>
                  </a:lnTo>
                  <a:lnTo>
                    <a:pt x="964849" y="5431980"/>
                  </a:lnTo>
                  <a:lnTo>
                    <a:pt x="964975" y="5431980"/>
                  </a:lnTo>
                  <a:lnTo>
                    <a:pt x="965228" y="5431980"/>
                  </a:lnTo>
                  <a:lnTo>
                    <a:pt x="965354" y="5431980"/>
                  </a:lnTo>
                  <a:lnTo>
                    <a:pt x="965480" y="5431980"/>
                  </a:lnTo>
                  <a:lnTo>
                    <a:pt x="965606" y="5431980"/>
                  </a:lnTo>
                  <a:lnTo>
                    <a:pt x="965733" y="5431980"/>
                  </a:lnTo>
                  <a:lnTo>
                    <a:pt x="965859" y="5431980"/>
                  </a:lnTo>
                  <a:lnTo>
                    <a:pt x="965985" y="5431980"/>
                  </a:lnTo>
                  <a:lnTo>
                    <a:pt x="966238" y="5431980"/>
                  </a:lnTo>
                  <a:lnTo>
                    <a:pt x="966364" y="5431980"/>
                  </a:lnTo>
                  <a:lnTo>
                    <a:pt x="966490" y="5431980"/>
                  </a:lnTo>
                  <a:lnTo>
                    <a:pt x="966616" y="5431980"/>
                  </a:lnTo>
                  <a:lnTo>
                    <a:pt x="966743" y="5431980"/>
                  </a:lnTo>
                  <a:lnTo>
                    <a:pt x="967248" y="5431980"/>
                  </a:lnTo>
                  <a:lnTo>
                    <a:pt x="967374" y="5431980"/>
                  </a:lnTo>
                  <a:lnTo>
                    <a:pt x="967626" y="5427069"/>
                  </a:lnTo>
                  <a:lnTo>
                    <a:pt x="967753" y="5427069"/>
                  </a:lnTo>
                  <a:lnTo>
                    <a:pt x="967879" y="5427069"/>
                  </a:lnTo>
                  <a:lnTo>
                    <a:pt x="968005" y="5427069"/>
                  </a:lnTo>
                  <a:lnTo>
                    <a:pt x="968131" y="5427069"/>
                  </a:lnTo>
                  <a:lnTo>
                    <a:pt x="968131" y="5422157"/>
                  </a:lnTo>
                  <a:lnTo>
                    <a:pt x="968258" y="5422157"/>
                  </a:lnTo>
                  <a:lnTo>
                    <a:pt x="968384" y="5422157"/>
                  </a:lnTo>
                  <a:lnTo>
                    <a:pt x="968636" y="5422157"/>
                  </a:lnTo>
                  <a:lnTo>
                    <a:pt x="968763" y="5422157"/>
                  </a:lnTo>
                  <a:lnTo>
                    <a:pt x="969015" y="5422157"/>
                  </a:lnTo>
                  <a:lnTo>
                    <a:pt x="969142" y="5422157"/>
                  </a:lnTo>
                  <a:lnTo>
                    <a:pt x="969268" y="5422157"/>
                  </a:lnTo>
                  <a:lnTo>
                    <a:pt x="969394" y="5422157"/>
                  </a:lnTo>
                  <a:lnTo>
                    <a:pt x="969520" y="5422157"/>
                  </a:lnTo>
                  <a:lnTo>
                    <a:pt x="969647" y="5422157"/>
                  </a:lnTo>
                  <a:lnTo>
                    <a:pt x="969773" y="5422157"/>
                  </a:lnTo>
                  <a:lnTo>
                    <a:pt x="970025" y="5422157"/>
                  </a:lnTo>
                  <a:lnTo>
                    <a:pt x="970152" y="5422157"/>
                  </a:lnTo>
                  <a:lnTo>
                    <a:pt x="970404" y="5422157"/>
                  </a:lnTo>
                  <a:lnTo>
                    <a:pt x="970657" y="5422157"/>
                  </a:lnTo>
                  <a:lnTo>
                    <a:pt x="971035" y="5422157"/>
                  </a:lnTo>
                  <a:lnTo>
                    <a:pt x="971162" y="5422157"/>
                  </a:lnTo>
                  <a:lnTo>
                    <a:pt x="971414" y="5422157"/>
                  </a:lnTo>
                  <a:lnTo>
                    <a:pt x="971540" y="5422157"/>
                  </a:lnTo>
                  <a:lnTo>
                    <a:pt x="971667" y="5422157"/>
                  </a:lnTo>
                  <a:lnTo>
                    <a:pt x="971793" y="5422157"/>
                  </a:lnTo>
                  <a:lnTo>
                    <a:pt x="971919" y="5422157"/>
                  </a:lnTo>
                  <a:lnTo>
                    <a:pt x="972172" y="5422157"/>
                  </a:lnTo>
                  <a:lnTo>
                    <a:pt x="972298" y="5422157"/>
                  </a:lnTo>
                  <a:lnTo>
                    <a:pt x="972424" y="5422157"/>
                  </a:lnTo>
                  <a:lnTo>
                    <a:pt x="972550" y="5422157"/>
                  </a:lnTo>
                  <a:lnTo>
                    <a:pt x="972677" y="5422157"/>
                  </a:lnTo>
                  <a:lnTo>
                    <a:pt x="972803" y="5422157"/>
                  </a:lnTo>
                  <a:lnTo>
                    <a:pt x="972929" y="5422157"/>
                  </a:lnTo>
                  <a:lnTo>
                    <a:pt x="973055" y="5422157"/>
                  </a:lnTo>
                  <a:lnTo>
                    <a:pt x="973560" y="5417246"/>
                  </a:lnTo>
                  <a:lnTo>
                    <a:pt x="973687" y="5417246"/>
                  </a:lnTo>
                  <a:lnTo>
                    <a:pt x="973939" y="5417246"/>
                  </a:lnTo>
                  <a:lnTo>
                    <a:pt x="974065" y="5417246"/>
                  </a:lnTo>
                  <a:lnTo>
                    <a:pt x="974192" y="5417246"/>
                  </a:lnTo>
                  <a:lnTo>
                    <a:pt x="974444" y="5417246"/>
                  </a:lnTo>
                  <a:lnTo>
                    <a:pt x="974697" y="5417246"/>
                  </a:lnTo>
                  <a:lnTo>
                    <a:pt x="974823" y="5417246"/>
                  </a:lnTo>
                  <a:lnTo>
                    <a:pt x="974949" y="5417246"/>
                  </a:lnTo>
                  <a:lnTo>
                    <a:pt x="975076" y="5417246"/>
                  </a:lnTo>
                  <a:lnTo>
                    <a:pt x="975328" y="5417246"/>
                  </a:lnTo>
                  <a:lnTo>
                    <a:pt x="975454" y="5417246"/>
                  </a:lnTo>
                  <a:lnTo>
                    <a:pt x="975707" y="5417246"/>
                  </a:lnTo>
                  <a:lnTo>
                    <a:pt x="975833" y="5417246"/>
                  </a:lnTo>
                  <a:lnTo>
                    <a:pt x="975959" y="5417246"/>
                  </a:lnTo>
                  <a:lnTo>
                    <a:pt x="976212" y="5417246"/>
                  </a:lnTo>
                  <a:lnTo>
                    <a:pt x="976464" y="5417246"/>
                  </a:lnTo>
                  <a:lnTo>
                    <a:pt x="976591" y="5417246"/>
                  </a:lnTo>
                  <a:lnTo>
                    <a:pt x="977222" y="5412335"/>
                  </a:lnTo>
                  <a:lnTo>
                    <a:pt x="977727" y="5412335"/>
                  </a:lnTo>
                  <a:lnTo>
                    <a:pt x="977979" y="5412335"/>
                  </a:lnTo>
                  <a:lnTo>
                    <a:pt x="978106" y="5412335"/>
                  </a:lnTo>
                  <a:lnTo>
                    <a:pt x="978232" y="5412335"/>
                  </a:lnTo>
                  <a:lnTo>
                    <a:pt x="978358" y="5412335"/>
                  </a:lnTo>
                  <a:lnTo>
                    <a:pt x="978737" y="5412335"/>
                  </a:lnTo>
                  <a:lnTo>
                    <a:pt x="978863" y="5412335"/>
                  </a:lnTo>
                  <a:lnTo>
                    <a:pt x="978989" y="5412335"/>
                  </a:lnTo>
                  <a:lnTo>
                    <a:pt x="979116" y="5412335"/>
                  </a:lnTo>
                  <a:lnTo>
                    <a:pt x="979368" y="5412335"/>
                  </a:lnTo>
                  <a:lnTo>
                    <a:pt x="979495" y="5412335"/>
                  </a:lnTo>
                  <a:lnTo>
                    <a:pt x="979621" y="5412335"/>
                  </a:lnTo>
                  <a:lnTo>
                    <a:pt x="980631" y="5412335"/>
                  </a:lnTo>
                  <a:lnTo>
                    <a:pt x="980757" y="5412335"/>
                  </a:lnTo>
                  <a:lnTo>
                    <a:pt x="980883" y="5412335"/>
                  </a:lnTo>
                  <a:lnTo>
                    <a:pt x="981136" y="5412335"/>
                  </a:lnTo>
                  <a:lnTo>
                    <a:pt x="981388" y="5412335"/>
                  </a:lnTo>
                  <a:lnTo>
                    <a:pt x="981767" y="5412335"/>
                  </a:lnTo>
                  <a:lnTo>
                    <a:pt x="982020" y="5412335"/>
                  </a:lnTo>
                  <a:lnTo>
                    <a:pt x="982272" y="5412335"/>
                  </a:lnTo>
                  <a:lnTo>
                    <a:pt x="982398" y="5412335"/>
                  </a:lnTo>
                  <a:lnTo>
                    <a:pt x="982525" y="5412335"/>
                  </a:lnTo>
                  <a:lnTo>
                    <a:pt x="982651" y="5412335"/>
                  </a:lnTo>
                  <a:lnTo>
                    <a:pt x="982903" y="5412335"/>
                  </a:lnTo>
                  <a:lnTo>
                    <a:pt x="983282" y="5412335"/>
                  </a:lnTo>
                  <a:lnTo>
                    <a:pt x="983408" y="5412335"/>
                  </a:lnTo>
                  <a:lnTo>
                    <a:pt x="983535" y="5412335"/>
                  </a:lnTo>
                  <a:lnTo>
                    <a:pt x="983661" y="5412335"/>
                  </a:lnTo>
                  <a:lnTo>
                    <a:pt x="984292" y="5412335"/>
                  </a:lnTo>
                  <a:lnTo>
                    <a:pt x="984418" y="5412335"/>
                  </a:lnTo>
                  <a:lnTo>
                    <a:pt x="984545" y="5412335"/>
                  </a:lnTo>
                  <a:lnTo>
                    <a:pt x="985302" y="5412335"/>
                  </a:lnTo>
                  <a:lnTo>
                    <a:pt x="985429" y="5412335"/>
                  </a:lnTo>
                  <a:lnTo>
                    <a:pt x="985807" y="5407423"/>
                  </a:lnTo>
                  <a:lnTo>
                    <a:pt x="985934" y="5407423"/>
                  </a:lnTo>
                  <a:lnTo>
                    <a:pt x="986060" y="5407423"/>
                  </a:lnTo>
                  <a:lnTo>
                    <a:pt x="986186" y="5407423"/>
                  </a:lnTo>
                  <a:lnTo>
                    <a:pt x="986312" y="5407423"/>
                  </a:lnTo>
                  <a:lnTo>
                    <a:pt x="986565" y="5407423"/>
                  </a:lnTo>
                  <a:lnTo>
                    <a:pt x="986691" y="5407423"/>
                  </a:lnTo>
                  <a:lnTo>
                    <a:pt x="986817" y="5407423"/>
                  </a:lnTo>
                  <a:lnTo>
                    <a:pt x="986944" y="5407423"/>
                  </a:lnTo>
                  <a:lnTo>
                    <a:pt x="987070" y="5407423"/>
                  </a:lnTo>
                  <a:lnTo>
                    <a:pt x="987196" y="5407423"/>
                  </a:lnTo>
                  <a:lnTo>
                    <a:pt x="987322" y="5407423"/>
                  </a:lnTo>
                  <a:lnTo>
                    <a:pt x="987449" y="5407423"/>
                  </a:lnTo>
                  <a:lnTo>
                    <a:pt x="987575" y="5407423"/>
                  </a:lnTo>
                  <a:lnTo>
                    <a:pt x="987701" y="5407423"/>
                  </a:lnTo>
                  <a:lnTo>
                    <a:pt x="988080" y="5407423"/>
                  </a:lnTo>
                  <a:lnTo>
                    <a:pt x="988206" y="5407423"/>
                  </a:lnTo>
                  <a:lnTo>
                    <a:pt x="988332" y="5407423"/>
                  </a:lnTo>
                  <a:lnTo>
                    <a:pt x="988459" y="5407423"/>
                  </a:lnTo>
                  <a:lnTo>
                    <a:pt x="988585" y="5407423"/>
                  </a:lnTo>
                  <a:lnTo>
                    <a:pt x="989216" y="5407423"/>
                  </a:lnTo>
                  <a:lnTo>
                    <a:pt x="989342" y="5407423"/>
                  </a:lnTo>
                  <a:lnTo>
                    <a:pt x="989469" y="5407423"/>
                  </a:lnTo>
                  <a:lnTo>
                    <a:pt x="989595" y="5407423"/>
                  </a:lnTo>
                  <a:lnTo>
                    <a:pt x="989721" y="5407423"/>
                  </a:lnTo>
                  <a:lnTo>
                    <a:pt x="989848" y="5407423"/>
                  </a:lnTo>
                  <a:lnTo>
                    <a:pt x="990226" y="5407423"/>
                  </a:lnTo>
                  <a:lnTo>
                    <a:pt x="990353" y="5407423"/>
                  </a:lnTo>
                  <a:lnTo>
                    <a:pt x="990479" y="5407423"/>
                  </a:lnTo>
                  <a:lnTo>
                    <a:pt x="991110" y="5407423"/>
                  </a:lnTo>
                  <a:lnTo>
                    <a:pt x="991363" y="5407423"/>
                  </a:lnTo>
                  <a:lnTo>
                    <a:pt x="991489" y="5407423"/>
                  </a:lnTo>
                  <a:lnTo>
                    <a:pt x="991994" y="5407423"/>
                  </a:lnTo>
                  <a:lnTo>
                    <a:pt x="992120" y="5407423"/>
                  </a:lnTo>
                  <a:lnTo>
                    <a:pt x="992246" y="5407423"/>
                  </a:lnTo>
                  <a:lnTo>
                    <a:pt x="992373" y="5407423"/>
                  </a:lnTo>
                  <a:lnTo>
                    <a:pt x="992751" y="5407423"/>
                  </a:lnTo>
                  <a:lnTo>
                    <a:pt x="992878" y="5407423"/>
                  </a:lnTo>
                  <a:lnTo>
                    <a:pt x="993004" y="5407423"/>
                  </a:lnTo>
                  <a:lnTo>
                    <a:pt x="993383" y="5407423"/>
                  </a:lnTo>
                  <a:lnTo>
                    <a:pt x="993383" y="5402512"/>
                  </a:lnTo>
                  <a:lnTo>
                    <a:pt x="993509" y="5402512"/>
                  </a:lnTo>
                  <a:lnTo>
                    <a:pt x="993635" y="5402512"/>
                  </a:lnTo>
                  <a:lnTo>
                    <a:pt x="993761" y="5402512"/>
                  </a:lnTo>
                  <a:lnTo>
                    <a:pt x="993888" y="5402512"/>
                  </a:lnTo>
                  <a:lnTo>
                    <a:pt x="994140" y="5402512"/>
                  </a:lnTo>
                  <a:lnTo>
                    <a:pt x="994266" y="5402512"/>
                  </a:lnTo>
                  <a:lnTo>
                    <a:pt x="994519" y="5397601"/>
                  </a:lnTo>
                  <a:lnTo>
                    <a:pt x="994645" y="5397601"/>
                  </a:lnTo>
                  <a:lnTo>
                    <a:pt x="994771" y="5397601"/>
                  </a:lnTo>
                  <a:lnTo>
                    <a:pt x="995403" y="5397601"/>
                  </a:lnTo>
                  <a:lnTo>
                    <a:pt x="995529" y="5397601"/>
                  </a:lnTo>
                  <a:lnTo>
                    <a:pt x="995655" y="5397601"/>
                  </a:lnTo>
                  <a:lnTo>
                    <a:pt x="995782" y="5397601"/>
                  </a:lnTo>
                  <a:lnTo>
                    <a:pt x="995908" y="5397601"/>
                  </a:lnTo>
                  <a:lnTo>
                    <a:pt x="996034" y="5397601"/>
                  </a:lnTo>
                  <a:lnTo>
                    <a:pt x="996539" y="5397601"/>
                  </a:lnTo>
                  <a:lnTo>
                    <a:pt x="996792" y="5397601"/>
                  </a:lnTo>
                  <a:lnTo>
                    <a:pt x="996792" y="5392689"/>
                  </a:lnTo>
                  <a:lnTo>
                    <a:pt x="996918" y="5392689"/>
                  </a:lnTo>
                  <a:lnTo>
                    <a:pt x="997044" y="5392689"/>
                  </a:lnTo>
                  <a:lnTo>
                    <a:pt x="997170" y="5392689"/>
                  </a:lnTo>
                  <a:lnTo>
                    <a:pt x="997297" y="5392689"/>
                  </a:lnTo>
                  <a:lnTo>
                    <a:pt x="997549" y="5392689"/>
                  </a:lnTo>
                  <a:lnTo>
                    <a:pt x="998307" y="5392689"/>
                  </a:lnTo>
                  <a:lnTo>
                    <a:pt x="998559" y="5392689"/>
                  </a:lnTo>
                  <a:lnTo>
                    <a:pt x="998812" y="5392689"/>
                  </a:lnTo>
                  <a:lnTo>
                    <a:pt x="999064" y="5392689"/>
                  </a:lnTo>
                  <a:lnTo>
                    <a:pt x="999317" y="5392689"/>
                  </a:lnTo>
                  <a:lnTo>
                    <a:pt x="999443" y="5392689"/>
                  </a:lnTo>
                  <a:lnTo>
                    <a:pt x="999569" y="5392689"/>
                  </a:lnTo>
                  <a:lnTo>
                    <a:pt x="999695" y="5392689"/>
                  </a:lnTo>
                  <a:lnTo>
                    <a:pt x="999822" y="5392689"/>
                  </a:lnTo>
                  <a:lnTo>
                    <a:pt x="999948" y="5392689"/>
                  </a:lnTo>
                  <a:lnTo>
                    <a:pt x="999948" y="5387778"/>
                  </a:lnTo>
                  <a:lnTo>
                    <a:pt x="1000201" y="5387778"/>
                  </a:lnTo>
                  <a:lnTo>
                    <a:pt x="1000327" y="5387778"/>
                  </a:lnTo>
                  <a:lnTo>
                    <a:pt x="1000327" y="5382866"/>
                  </a:lnTo>
                  <a:lnTo>
                    <a:pt x="1000453" y="5382866"/>
                  </a:lnTo>
                  <a:lnTo>
                    <a:pt x="1000706" y="5382866"/>
                  </a:lnTo>
                  <a:lnTo>
                    <a:pt x="1000832" y="5382866"/>
                  </a:lnTo>
                  <a:lnTo>
                    <a:pt x="1000958" y="5382866"/>
                  </a:lnTo>
                  <a:lnTo>
                    <a:pt x="1001211" y="5382866"/>
                  </a:lnTo>
                  <a:lnTo>
                    <a:pt x="1001463" y="5382866"/>
                  </a:lnTo>
                  <a:lnTo>
                    <a:pt x="1001589" y="5382866"/>
                  </a:lnTo>
                  <a:lnTo>
                    <a:pt x="1001842" y="5382866"/>
                  </a:lnTo>
                  <a:lnTo>
                    <a:pt x="1001968" y="5382866"/>
                  </a:lnTo>
                  <a:lnTo>
                    <a:pt x="1002094" y="5382866"/>
                  </a:lnTo>
                  <a:lnTo>
                    <a:pt x="1002221" y="5382866"/>
                  </a:lnTo>
                  <a:lnTo>
                    <a:pt x="1002473" y="5382866"/>
                  </a:lnTo>
                  <a:lnTo>
                    <a:pt x="1002599" y="5382866"/>
                  </a:lnTo>
                  <a:lnTo>
                    <a:pt x="1002978" y="5382866"/>
                  </a:lnTo>
                  <a:lnTo>
                    <a:pt x="1003104" y="5382866"/>
                  </a:lnTo>
                  <a:lnTo>
                    <a:pt x="1003231" y="5382866"/>
                  </a:lnTo>
                  <a:lnTo>
                    <a:pt x="1003357" y="5382866"/>
                  </a:lnTo>
                  <a:lnTo>
                    <a:pt x="1003483" y="5382866"/>
                  </a:lnTo>
                  <a:lnTo>
                    <a:pt x="1003609" y="5382866"/>
                  </a:lnTo>
                  <a:lnTo>
                    <a:pt x="1003736" y="5382866"/>
                  </a:lnTo>
                  <a:lnTo>
                    <a:pt x="1003988" y="5382866"/>
                  </a:lnTo>
                  <a:lnTo>
                    <a:pt x="1004114" y="5382866"/>
                  </a:lnTo>
                  <a:lnTo>
                    <a:pt x="1004241" y="5382866"/>
                  </a:lnTo>
                  <a:lnTo>
                    <a:pt x="1004367" y="5382866"/>
                  </a:lnTo>
                  <a:lnTo>
                    <a:pt x="1004619" y="5382866"/>
                  </a:lnTo>
                  <a:lnTo>
                    <a:pt x="1004746" y="5382866"/>
                  </a:lnTo>
                  <a:lnTo>
                    <a:pt x="1004998" y="5382866"/>
                  </a:lnTo>
                  <a:lnTo>
                    <a:pt x="1005124" y="5382866"/>
                  </a:lnTo>
                  <a:lnTo>
                    <a:pt x="1005251" y="5382866"/>
                  </a:lnTo>
                  <a:lnTo>
                    <a:pt x="1005377" y="5382866"/>
                  </a:lnTo>
                  <a:lnTo>
                    <a:pt x="1005503" y="5382866"/>
                  </a:lnTo>
                  <a:lnTo>
                    <a:pt x="1006008" y="5382866"/>
                  </a:lnTo>
                  <a:lnTo>
                    <a:pt x="1006261" y="5382866"/>
                  </a:lnTo>
                  <a:lnTo>
                    <a:pt x="1006387" y="5382866"/>
                  </a:lnTo>
                  <a:lnTo>
                    <a:pt x="1006513" y="5382866"/>
                  </a:lnTo>
                  <a:lnTo>
                    <a:pt x="1006640" y="5382866"/>
                  </a:lnTo>
                  <a:lnTo>
                    <a:pt x="1006766" y="5382866"/>
                  </a:lnTo>
                  <a:lnTo>
                    <a:pt x="1006892" y="5382866"/>
                  </a:lnTo>
                  <a:lnTo>
                    <a:pt x="1007018" y="5382866"/>
                  </a:lnTo>
                  <a:lnTo>
                    <a:pt x="1007145" y="5382866"/>
                  </a:lnTo>
                  <a:lnTo>
                    <a:pt x="1007397" y="5382866"/>
                  </a:lnTo>
                  <a:lnTo>
                    <a:pt x="1007523" y="5382866"/>
                  </a:lnTo>
                  <a:lnTo>
                    <a:pt x="1007650" y="5382866"/>
                  </a:lnTo>
                  <a:lnTo>
                    <a:pt x="1007776" y="5377955"/>
                  </a:lnTo>
                  <a:lnTo>
                    <a:pt x="1007902" y="5377955"/>
                  </a:lnTo>
                  <a:lnTo>
                    <a:pt x="1008028" y="5377955"/>
                  </a:lnTo>
                  <a:lnTo>
                    <a:pt x="1008155" y="5377955"/>
                  </a:lnTo>
                  <a:lnTo>
                    <a:pt x="1008533" y="5377955"/>
                  </a:lnTo>
                  <a:lnTo>
                    <a:pt x="1008660" y="5377955"/>
                  </a:lnTo>
                  <a:lnTo>
                    <a:pt x="1008786" y="5377955"/>
                  </a:lnTo>
                  <a:lnTo>
                    <a:pt x="1009038" y="5377955"/>
                  </a:lnTo>
                  <a:lnTo>
                    <a:pt x="1009165" y="5377955"/>
                  </a:lnTo>
                  <a:lnTo>
                    <a:pt x="1009291" y="5377955"/>
                  </a:lnTo>
                  <a:lnTo>
                    <a:pt x="1009543" y="5377955"/>
                  </a:lnTo>
                  <a:lnTo>
                    <a:pt x="1009670" y="5377955"/>
                  </a:lnTo>
                  <a:lnTo>
                    <a:pt x="1009796" y="5377955"/>
                  </a:lnTo>
                  <a:lnTo>
                    <a:pt x="1009922" y="5377955"/>
                  </a:lnTo>
                  <a:lnTo>
                    <a:pt x="1010048" y="5377955"/>
                  </a:lnTo>
                  <a:lnTo>
                    <a:pt x="1010301" y="5377955"/>
                  </a:lnTo>
                  <a:lnTo>
                    <a:pt x="1010427" y="5377955"/>
                  </a:lnTo>
                  <a:lnTo>
                    <a:pt x="1010554" y="5373044"/>
                  </a:lnTo>
                  <a:lnTo>
                    <a:pt x="1010554" y="5368132"/>
                  </a:lnTo>
                  <a:lnTo>
                    <a:pt x="1011059" y="5368132"/>
                  </a:lnTo>
                  <a:lnTo>
                    <a:pt x="1011185" y="5368132"/>
                  </a:lnTo>
                  <a:lnTo>
                    <a:pt x="1011437" y="5368132"/>
                  </a:lnTo>
                  <a:lnTo>
                    <a:pt x="1011564" y="5368132"/>
                  </a:lnTo>
                  <a:lnTo>
                    <a:pt x="1011690" y="5368132"/>
                  </a:lnTo>
                  <a:lnTo>
                    <a:pt x="1011816" y="5368132"/>
                  </a:lnTo>
                  <a:lnTo>
                    <a:pt x="1011942" y="5368132"/>
                  </a:lnTo>
                  <a:lnTo>
                    <a:pt x="1012195" y="5368132"/>
                  </a:lnTo>
                  <a:lnTo>
                    <a:pt x="1012574" y="5368132"/>
                  </a:lnTo>
                  <a:lnTo>
                    <a:pt x="1012826" y="5368132"/>
                  </a:lnTo>
                  <a:lnTo>
                    <a:pt x="1012952" y="5368132"/>
                  </a:lnTo>
                  <a:lnTo>
                    <a:pt x="1013331" y="5368132"/>
                  </a:lnTo>
                  <a:lnTo>
                    <a:pt x="1013710" y="5368132"/>
                  </a:lnTo>
                  <a:lnTo>
                    <a:pt x="1013836" y="5368132"/>
                  </a:lnTo>
                  <a:lnTo>
                    <a:pt x="1014089" y="5368132"/>
                  </a:lnTo>
                  <a:lnTo>
                    <a:pt x="1014215" y="5363221"/>
                  </a:lnTo>
                  <a:lnTo>
                    <a:pt x="1014341" y="5363221"/>
                  </a:lnTo>
                  <a:lnTo>
                    <a:pt x="1014467" y="5363221"/>
                  </a:lnTo>
                  <a:lnTo>
                    <a:pt x="1014594" y="5363221"/>
                  </a:lnTo>
                  <a:lnTo>
                    <a:pt x="1014972" y="5363221"/>
                  </a:lnTo>
                  <a:lnTo>
                    <a:pt x="1015099" y="5363221"/>
                  </a:lnTo>
                  <a:lnTo>
                    <a:pt x="1015225" y="5363221"/>
                  </a:lnTo>
                  <a:lnTo>
                    <a:pt x="1015351" y="5358310"/>
                  </a:lnTo>
                  <a:lnTo>
                    <a:pt x="1015478" y="5358310"/>
                  </a:lnTo>
                  <a:lnTo>
                    <a:pt x="1015730" y="5358310"/>
                  </a:lnTo>
                  <a:lnTo>
                    <a:pt x="1016235" y="5358310"/>
                  </a:lnTo>
                  <a:lnTo>
                    <a:pt x="1016361" y="5358310"/>
                  </a:lnTo>
                  <a:lnTo>
                    <a:pt x="1016488" y="5358310"/>
                  </a:lnTo>
                  <a:lnTo>
                    <a:pt x="1016614" y="5358310"/>
                  </a:lnTo>
                  <a:lnTo>
                    <a:pt x="1016740" y="5358310"/>
                  </a:lnTo>
                  <a:lnTo>
                    <a:pt x="1016993" y="5358310"/>
                  </a:lnTo>
                  <a:lnTo>
                    <a:pt x="1017119" y="5358310"/>
                  </a:lnTo>
                  <a:lnTo>
                    <a:pt x="1017245" y="5358310"/>
                  </a:lnTo>
                  <a:lnTo>
                    <a:pt x="1017498" y="5358310"/>
                  </a:lnTo>
                  <a:lnTo>
                    <a:pt x="1017624" y="5358310"/>
                  </a:lnTo>
                  <a:lnTo>
                    <a:pt x="1017750" y="5358310"/>
                  </a:lnTo>
                  <a:lnTo>
                    <a:pt x="1018003" y="5358310"/>
                  </a:lnTo>
                  <a:lnTo>
                    <a:pt x="1018129" y="5358310"/>
                  </a:lnTo>
                  <a:lnTo>
                    <a:pt x="1018255" y="5358310"/>
                  </a:lnTo>
                  <a:lnTo>
                    <a:pt x="1018381" y="5358310"/>
                  </a:lnTo>
                  <a:lnTo>
                    <a:pt x="1018508" y="5358310"/>
                  </a:lnTo>
                  <a:lnTo>
                    <a:pt x="1018634" y="5358310"/>
                  </a:lnTo>
                  <a:lnTo>
                    <a:pt x="1018886" y="5358310"/>
                  </a:lnTo>
                  <a:lnTo>
                    <a:pt x="1019265" y="5358310"/>
                  </a:lnTo>
                  <a:lnTo>
                    <a:pt x="1019391" y="5358310"/>
                  </a:lnTo>
                  <a:lnTo>
                    <a:pt x="1019518" y="5358310"/>
                  </a:lnTo>
                  <a:lnTo>
                    <a:pt x="1019770" y="5358310"/>
                  </a:lnTo>
                  <a:lnTo>
                    <a:pt x="1020023" y="5358310"/>
                  </a:lnTo>
                  <a:lnTo>
                    <a:pt x="1020149" y="5358310"/>
                  </a:lnTo>
                  <a:lnTo>
                    <a:pt x="1020780" y="5358310"/>
                  </a:lnTo>
                  <a:lnTo>
                    <a:pt x="1020907" y="5358310"/>
                  </a:lnTo>
                  <a:lnTo>
                    <a:pt x="1021033" y="5358310"/>
                  </a:lnTo>
                  <a:lnTo>
                    <a:pt x="1021285" y="5358310"/>
                  </a:lnTo>
                  <a:lnTo>
                    <a:pt x="1021412" y="5358310"/>
                  </a:lnTo>
                  <a:lnTo>
                    <a:pt x="1021538" y="5358310"/>
                  </a:lnTo>
                  <a:lnTo>
                    <a:pt x="1022169" y="5358310"/>
                  </a:lnTo>
                  <a:lnTo>
                    <a:pt x="1022295" y="5358310"/>
                  </a:lnTo>
                  <a:lnTo>
                    <a:pt x="1022422" y="5358310"/>
                  </a:lnTo>
                  <a:lnTo>
                    <a:pt x="1022548" y="5358310"/>
                  </a:lnTo>
                  <a:lnTo>
                    <a:pt x="1022674" y="5358310"/>
                  </a:lnTo>
                  <a:lnTo>
                    <a:pt x="1022800" y="5358310"/>
                  </a:lnTo>
                  <a:lnTo>
                    <a:pt x="1022927" y="5358310"/>
                  </a:lnTo>
                  <a:lnTo>
                    <a:pt x="1023053" y="5358310"/>
                  </a:lnTo>
                  <a:lnTo>
                    <a:pt x="1023179" y="5358310"/>
                  </a:lnTo>
                  <a:lnTo>
                    <a:pt x="1023305" y="5358310"/>
                  </a:lnTo>
                  <a:lnTo>
                    <a:pt x="1023432" y="5358310"/>
                  </a:lnTo>
                  <a:lnTo>
                    <a:pt x="1023558" y="5358310"/>
                  </a:lnTo>
                  <a:lnTo>
                    <a:pt x="1023810" y="5358310"/>
                  </a:lnTo>
                  <a:lnTo>
                    <a:pt x="1023937" y="5358310"/>
                  </a:lnTo>
                  <a:lnTo>
                    <a:pt x="1024063" y="5358310"/>
                  </a:lnTo>
                  <a:lnTo>
                    <a:pt x="1024189" y="5358310"/>
                  </a:lnTo>
                  <a:lnTo>
                    <a:pt x="1024820" y="5358310"/>
                  </a:lnTo>
                  <a:lnTo>
                    <a:pt x="1024947" y="5358310"/>
                  </a:lnTo>
                  <a:lnTo>
                    <a:pt x="1025073" y="5358310"/>
                  </a:lnTo>
                  <a:lnTo>
                    <a:pt x="1025199" y="5358310"/>
                  </a:lnTo>
                  <a:lnTo>
                    <a:pt x="1025452" y="5358310"/>
                  </a:lnTo>
                  <a:lnTo>
                    <a:pt x="1025578" y="5358310"/>
                  </a:lnTo>
                  <a:lnTo>
                    <a:pt x="1025831" y="5358310"/>
                  </a:lnTo>
                  <a:lnTo>
                    <a:pt x="1026083" y="5358310"/>
                  </a:lnTo>
                  <a:lnTo>
                    <a:pt x="1026209" y="5358310"/>
                  </a:lnTo>
                  <a:lnTo>
                    <a:pt x="1026336" y="5358310"/>
                  </a:lnTo>
                  <a:lnTo>
                    <a:pt x="1026462" y="5358310"/>
                  </a:lnTo>
                  <a:lnTo>
                    <a:pt x="1026588" y="5358310"/>
                  </a:lnTo>
                  <a:lnTo>
                    <a:pt x="1026714" y="5358310"/>
                  </a:lnTo>
                  <a:lnTo>
                    <a:pt x="1026841" y="5358310"/>
                  </a:lnTo>
                  <a:lnTo>
                    <a:pt x="1026967" y="5358310"/>
                  </a:lnTo>
                  <a:lnTo>
                    <a:pt x="1027219" y="5358310"/>
                  </a:lnTo>
                  <a:lnTo>
                    <a:pt x="1027346" y="5358310"/>
                  </a:lnTo>
                  <a:lnTo>
                    <a:pt x="1027472" y="5358310"/>
                  </a:lnTo>
                  <a:lnTo>
                    <a:pt x="1027598" y="5358310"/>
                  </a:lnTo>
                  <a:lnTo>
                    <a:pt x="1027724" y="5358310"/>
                  </a:lnTo>
                  <a:lnTo>
                    <a:pt x="1027851" y="5358310"/>
                  </a:lnTo>
                  <a:lnTo>
                    <a:pt x="1028608" y="5358310"/>
                  </a:lnTo>
                  <a:lnTo>
                    <a:pt x="1028734" y="5358310"/>
                  </a:lnTo>
                  <a:lnTo>
                    <a:pt x="1028861" y="5358310"/>
                  </a:lnTo>
                  <a:lnTo>
                    <a:pt x="1028987" y="5358310"/>
                  </a:lnTo>
                  <a:lnTo>
                    <a:pt x="1029113" y="5358310"/>
                  </a:lnTo>
                  <a:lnTo>
                    <a:pt x="1029366" y="5358310"/>
                  </a:lnTo>
                  <a:lnTo>
                    <a:pt x="1029492" y="5358310"/>
                  </a:lnTo>
                  <a:lnTo>
                    <a:pt x="1029618" y="5358310"/>
                  </a:lnTo>
                  <a:lnTo>
                    <a:pt x="1029744" y="5358310"/>
                  </a:lnTo>
                  <a:lnTo>
                    <a:pt x="1029871" y="5353398"/>
                  </a:lnTo>
                  <a:lnTo>
                    <a:pt x="1029997" y="5353398"/>
                  </a:lnTo>
                  <a:lnTo>
                    <a:pt x="1030123" y="5353398"/>
                  </a:lnTo>
                  <a:lnTo>
                    <a:pt x="1030376" y="5353398"/>
                  </a:lnTo>
                  <a:lnTo>
                    <a:pt x="1030502" y="5353398"/>
                  </a:lnTo>
                  <a:lnTo>
                    <a:pt x="1030628" y="5353398"/>
                  </a:lnTo>
                  <a:lnTo>
                    <a:pt x="1030754" y="5353398"/>
                  </a:lnTo>
                  <a:lnTo>
                    <a:pt x="1030881" y="5353398"/>
                  </a:lnTo>
                  <a:lnTo>
                    <a:pt x="1031007" y="5353398"/>
                  </a:lnTo>
                  <a:lnTo>
                    <a:pt x="1031260" y="5353398"/>
                  </a:lnTo>
                  <a:lnTo>
                    <a:pt x="1031386" y="5353398"/>
                  </a:lnTo>
                  <a:lnTo>
                    <a:pt x="1031512" y="5353398"/>
                  </a:lnTo>
                  <a:lnTo>
                    <a:pt x="1031638" y="5353398"/>
                  </a:lnTo>
                  <a:lnTo>
                    <a:pt x="1032648" y="5353398"/>
                  </a:lnTo>
                  <a:lnTo>
                    <a:pt x="1032648" y="5348487"/>
                  </a:lnTo>
                  <a:lnTo>
                    <a:pt x="1032775" y="5348487"/>
                  </a:lnTo>
                  <a:lnTo>
                    <a:pt x="1032901" y="5348487"/>
                  </a:lnTo>
                  <a:lnTo>
                    <a:pt x="1033027" y="5348487"/>
                  </a:lnTo>
                  <a:lnTo>
                    <a:pt x="1033153" y="5348487"/>
                  </a:lnTo>
                  <a:lnTo>
                    <a:pt x="1033280" y="5348487"/>
                  </a:lnTo>
                  <a:lnTo>
                    <a:pt x="1033406" y="5348487"/>
                  </a:lnTo>
                  <a:lnTo>
                    <a:pt x="1033658" y="5348487"/>
                  </a:lnTo>
                  <a:lnTo>
                    <a:pt x="1033785" y="5348487"/>
                  </a:lnTo>
                  <a:lnTo>
                    <a:pt x="1034290" y="5348487"/>
                  </a:lnTo>
                  <a:lnTo>
                    <a:pt x="1034416" y="5348487"/>
                  </a:lnTo>
                  <a:lnTo>
                    <a:pt x="1034542" y="5348487"/>
                  </a:lnTo>
                  <a:lnTo>
                    <a:pt x="1034668" y="5348487"/>
                  </a:lnTo>
                  <a:lnTo>
                    <a:pt x="1034795" y="5348487"/>
                  </a:lnTo>
                  <a:lnTo>
                    <a:pt x="1034921" y="5348487"/>
                  </a:lnTo>
                  <a:lnTo>
                    <a:pt x="1035173" y="5348487"/>
                  </a:lnTo>
                  <a:lnTo>
                    <a:pt x="1035300" y="5348487"/>
                  </a:lnTo>
                  <a:lnTo>
                    <a:pt x="1035552" y="5348487"/>
                  </a:lnTo>
                  <a:lnTo>
                    <a:pt x="1035678" y="5348487"/>
                  </a:lnTo>
                  <a:lnTo>
                    <a:pt x="1035805" y="5348487"/>
                  </a:lnTo>
                  <a:lnTo>
                    <a:pt x="1035931" y="5348487"/>
                  </a:lnTo>
                  <a:lnTo>
                    <a:pt x="1036057" y="5348487"/>
                  </a:lnTo>
                  <a:lnTo>
                    <a:pt x="1036310" y="5348487"/>
                  </a:lnTo>
                  <a:lnTo>
                    <a:pt x="1036436" y="5348487"/>
                  </a:lnTo>
                  <a:lnTo>
                    <a:pt x="1036562" y="5348487"/>
                  </a:lnTo>
                  <a:lnTo>
                    <a:pt x="1036941" y="5348487"/>
                  </a:lnTo>
                  <a:lnTo>
                    <a:pt x="1037067" y="5348487"/>
                  </a:lnTo>
                  <a:lnTo>
                    <a:pt x="1037194" y="5348487"/>
                  </a:lnTo>
                  <a:lnTo>
                    <a:pt x="1037446" y="5348487"/>
                  </a:lnTo>
                  <a:lnTo>
                    <a:pt x="1037699" y="5348487"/>
                  </a:lnTo>
                  <a:lnTo>
                    <a:pt x="1037825" y="5348487"/>
                  </a:lnTo>
                  <a:lnTo>
                    <a:pt x="1037951" y="5348487"/>
                  </a:lnTo>
                  <a:lnTo>
                    <a:pt x="1038077" y="5348487"/>
                  </a:lnTo>
                  <a:lnTo>
                    <a:pt x="1038204" y="5348487"/>
                  </a:lnTo>
                  <a:lnTo>
                    <a:pt x="1038330" y="5348487"/>
                  </a:lnTo>
                  <a:lnTo>
                    <a:pt x="1038582" y="5348487"/>
                  </a:lnTo>
                  <a:lnTo>
                    <a:pt x="1038835" y="5348487"/>
                  </a:lnTo>
                  <a:lnTo>
                    <a:pt x="1039214" y="5343575"/>
                  </a:lnTo>
                  <a:lnTo>
                    <a:pt x="1039340" y="5343575"/>
                  </a:lnTo>
                  <a:lnTo>
                    <a:pt x="1039466" y="5343575"/>
                  </a:lnTo>
                  <a:lnTo>
                    <a:pt x="1039845" y="5343575"/>
                  </a:lnTo>
                  <a:lnTo>
                    <a:pt x="1040097" y="5343575"/>
                  </a:lnTo>
                  <a:lnTo>
                    <a:pt x="1040224" y="5343575"/>
                  </a:lnTo>
                  <a:lnTo>
                    <a:pt x="1040350" y="5343575"/>
                  </a:lnTo>
                  <a:lnTo>
                    <a:pt x="1040476" y="5343575"/>
                  </a:lnTo>
                  <a:lnTo>
                    <a:pt x="1040602" y="5343575"/>
                  </a:lnTo>
                  <a:lnTo>
                    <a:pt x="1041360" y="5343575"/>
                  </a:lnTo>
                  <a:lnTo>
                    <a:pt x="1041486" y="5343575"/>
                  </a:lnTo>
                  <a:lnTo>
                    <a:pt x="1041613" y="5343575"/>
                  </a:lnTo>
                  <a:lnTo>
                    <a:pt x="1041865" y="5343575"/>
                  </a:lnTo>
                  <a:lnTo>
                    <a:pt x="1042118" y="5343575"/>
                  </a:lnTo>
                  <a:lnTo>
                    <a:pt x="1042244" y="5343575"/>
                  </a:lnTo>
                  <a:lnTo>
                    <a:pt x="1042370" y="5343575"/>
                  </a:lnTo>
                  <a:lnTo>
                    <a:pt x="1042496" y="5343575"/>
                  </a:lnTo>
                  <a:lnTo>
                    <a:pt x="1042623" y="5343575"/>
                  </a:lnTo>
                  <a:lnTo>
                    <a:pt x="1042749" y="5343575"/>
                  </a:lnTo>
                  <a:lnTo>
                    <a:pt x="1042875" y="5343575"/>
                  </a:lnTo>
                  <a:lnTo>
                    <a:pt x="1043001" y="5343575"/>
                  </a:lnTo>
                  <a:lnTo>
                    <a:pt x="1043128" y="5343575"/>
                  </a:lnTo>
                  <a:lnTo>
                    <a:pt x="1043254" y="5343575"/>
                  </a:lnTo>
                  <a:lnTo>
                    <a:pt x="1043506" y="5343575"/>
                  </a:lnTo>
                  <a:lnTo>
                    <a:pt x="1043633" y="5343575"/>
                  </a:lnTo>
                  <a:lnTo>
                    <a:pt x="1043759" y="5343575"/>
                  </a:lnTo>
                  <a:lnTo>
                    <a:pt x="1044138" y="5343575"/>
                  </a:lnTo>
                  <a:lnTo>
                    <a:pt x="1044264" y="5343575"/>
                  </a:lnTo>
                  <a:lnTo>
                    <a:pt x="1044390" y="5343575"/>
                  </a:lnTo>
                  <a:lnTo>
                    <a:pt x="1044643" y="5343575"/>
                  </a:lnTo>
                  <a:lnTo>
                    <a:pt x="1044769" y="5343575"/>
                  </a:lnTo>
                  <a:lnTo>
                    <a:pt x="1044895" y="5343575"/>
                  </a:lnTo>
                  <a:lnTo>
                    <a:pt x="1045021" y="5343575"/>
                  </a:lnTo>
                  <a:lnTo>
                    <a:pt x="1045148" y="5343575"/>
                  </a:lnTo>
                  <a:lnTo>
                    <a:pt x="1045526" y="5343575"/>
                  </a:lnTo>
                  <a:lnTo>
                    <a:pt x="1045653" y="5343575"/>
                  </a:lnTo>
                  <a:lnTo>
                    <a:pt x="1045779" y="5343575"/>
                  </a:lnTo>
                  <a:lnTo>
                    <a:pt x="1046031" y="5343575"/>
                  </a:lnTo>
                  <a:lnTo>
                    <a:pt x="1046158" y="5343575"/>
                  </a:lnTo>
                  <a:lnTo>
                    <a:pt x="1046284" y="5343575"/>
                  </a:lnTo>
                  <a:lnTo>
                    <a:pt x="1046410" y="5343575"/>
                  </a:lnTo>
                  <a:lnTo>
                    <a:pt x="1046537" y="5343575"/>
                  </a:lnTo>
                  <a:lnTo>
                    <a:pt x="1046663" y="5343575"/>
                  </a:lnTo>
                  <a:lnTo>
                    <a:pt x="1046915" y="5343575"/>
                  </a:lnTo>
                  <a:lnTo>
                    <a:pt x="1047168" y="5343575"/>
                  </a:lnTo>
                  <a:lnTo>
                    <a:pt x="1047294" y="5343575"/>
                  </a:lnTo>
                  <a:lnTo>
                    <a:pt x="1047547" y="5343575"/>
                  </a:lnTo>
                  <a:lnTo>
                    <a:pt x="1047673" y="5343575"/>
                  </a:lnTo>
                  <a:lnTo>
                    <a:pt x="1047799" y="5343575"/>
                  </a:lnTo>
                  <a:lnTo>
                    <a:pt x="1047925" y="5343575"/>
                  </a:lnTo>
                  <a:lnTo>
                    <a:pt x="1048178" y="5343575"/>
                  </a:lnTo>
                  <a:lnTo>
                    <a:pt x="1048557" y="5343575"/>
                  </a:lnTo>
                  <a:lnTo>
                    <a:pt x="1048683" y="5343575"/>
                  </a:lnTo>
                  <a:lnTo>
                    <a:pt x="1048809" y="5343575"/>
                  </a:lnTo>
                  <a:lnTo>
                    <a:pt x="1049188" y="5343575"/>
                  </a:lnTo>
                  <a:lnTo>
                    <a:pt x="1049314" y="5343575"/>
                  </a:lnTo>
                  <a:lnTo>
                    <a:pt x="1049440" y="5338664"/>
                  </a:lnTo>
                  <a:lnTo>
                    <a:pt x="1049693" y="5338664"/>
                  </a:lnTo>
                  <a:lnTo>
                    <a:pt x="1049819" y="5338664"/>
                  </a:lnTo>
                  <a:lnTo>
                    <a:pt x="1049945" y="5338664"/>
                  </a:lnTo>
                  <a:lnTo>
                    <a:pt x="1050324" y="5338664"/>
                  </a:lnTo>
                  <a:lnTo>
                    <a:pt x="1050703" y="5338664"/>
                  </a:lnTo>
                  <a:lnTo>
                    <a:pt x="1050829" y="5338664"/>
                  </a:lnTo>
                  <a:lnTo>
                    <a:pt x="1050955" y="5338664"/>
                  </a:lnTo>
                  <a:lnTo>
                    <a:pt x="1051082" y="5338664"/>
                  </a:lnTo>
                  <a:lnTo>
                    <a:pt x="1051208" y="5338664"/>
                  </a:lnTo>
                  <a:lnTo>
                    <a:pt x="1051334" y="5338664"/>
                  </a:lnTo>
                  <a:lnTo>
                    <a:pt x="1051460" y="5338664"/>
                  </a:lnTo>
                  <a:lnTo>
                    <a:pt x="1051713" y="5338664"/>
                  </a:lnTo>
                  <a:lnTo>
                    <a:pt x="1051839" y="5338664"/>
                  </a:lnTo>
                  <a:lnTo>
                    <a:pt x="1051966" y="5338664"/>
                  </a:lnTo>
                  <a:lnTo>
                    <a:pt x="1052092" y="5338664"/>
                  </a:lnTo>
                  <a:lnTo>
                    <a:pt x="1052218" y="5338664"/>
                  </a:lnTo>
                  <a:lnTo>
                    <a:pt x="1052976" y="5338664"/>
                  </a:lnTo>
                  <a:lnTo>
                    <a:pt x="1053102" y="5338664"/>
                  </a:lnTo>
                  <a:lnTo>
                    <a:pt x="1053228" y="5338664"/>
                  </a:lnTo>
                  <a:lnTo>
                    <a:pt x="1053481" y="5338664"/>
                  </a:lnTo>
                  <a:lnTo>
                    <a:pt x="1053607" y="5338664"/>
                  </a:lnTo>
                  <a:lnTo>
                    <a:pt x="1053733" y="5338664"/>
                  </a:lnTo>
                  <a:lnTo>
                    <a:pt x="1053986" y="5338664"/>
                  </a:lnTo>
                  <a:lnTo>
                    <a:pt x="1054112" y="5338664"/>
                  </a:lnTo>
                  <a:lnTo>
                    <a:pt x="1054743" y="5338664"/>
                  </a:lnTo>
                  <a:lnTo>
                    <a:pt x="1054869" y="5338664"/>
                  </a:lnTo>
                  <a:lnTo>
                    <a:pt x="1054996" y="5338664"/>
                  </a:lnTo>
                  <a:lnTo>
                    <a:pt x="1055122" y="5338664"/>
                  </a:lnTo>
                  <a:lnTo>
                    <a:pt x="1055248" y="5338664"/>
                  </a:lnTo>
                  <a:lnTo>
                    <a:pt x="1055501" y="5338664"/>
                  </a:lnTo>
                  <a:lnTo>
                    <a:pt x="1055627" y="5338664"/>
                  </a:lnTo>
                  <a:lnTo>
                    <a:pt x="1055879" y="5338664"/>
                  </a:lnTo>
                  <a:lnTo>
                    <a:pt x="1056006" y="5338664"/>
                  </a:lnTo>
                  <a:lnTo>
                    <a:pt x="1056132" y="5338664"/>
                  </a:lnTo>
                  <a:lnTo>
                    <a:pt x="1056258" y="5338664"/>
                  </a:lnTo>
                  <a:lnTo>
                    <a:pt x="1056384" y="5338664"/>
                  </a:lnTo>
                  <a:lnTo>
                    <a:pt x="1056511" y="5338664"/>
                  </a:lnTo>
                  <a:lnTo>
                    <a:pt x="1057016" y="5338664"/>
                  </a:lnTo>
                  <a:lnTo>
                    <a:pt x="1057268" y="5338664"/>
                  </a:lnTo>
                  <a:lnTo>
                    <a:pt x="1057773" y="5338664"/>
                  </a:lnTo>
                  <a:lnTo>
                    <a:pt x="1057900" y="5338664"/>
                  </a:lnTo>
                  <a:lnTo>
                    <a:pt x="1058152" y="5338664"/>
                  </a:lnTo>
                  <a:lnTo>
                    <a:pt x="1058405" y="5338664"/>
                  </a:lnTo>
                  <a:lnTo>
                    <a:pt x="1058657" y="5338664"/>
                  </a:lnTo>
                  <a:lnTo>
                    <a:pt x="1058783" y="5338664"/>
                  </a:lnTo>
                  <a:lnTo>
                    <a:pt x="1058910" y="5338664"/>
                  </a:lnTo>
                  <a:lnTo>
                    <a:pt x="1059036" y="5338664"/>
                  </a:lnTo>
                  <a:lnTo>
                    <a:pt x="1059162" y="5338664"/>
                  </a:lnTo>
                  <a:lnTo>
                    <a:pt x="1059415" y="5338664"/>
                  </a:lnTo>
                  <a:lnTo>
                    <a:pt x="1059667" y="5338664"/>
                  </a:lnTo>
                  <a:lnTo>
                    <a:pt x="1060046" y="5338664"/>
                  </a:lnTo>
                  <a:lnTo>
                    <a:pt x="1060172" y="5338664"/>
                  </a:lnTo>
                  <a:lnTo>
                    <a:pt x="1060425" y="5338664"/>
                  </a:lnTo>
                  <a:lnTo>
                    <a:pt x="1060551" y="5338664"/>
                  </a:lnTo>
                  <a:lnTo>
                    <a:pt x="1060677" y="5338664"/>
                  </a:lnTo>
                  <a:lnTo>
                    <a:pt x="1060803" y="5338664"/>
                  </a:lnTo>
                  <a:lnTo>
                    <a:pt x="1061056" y="5338664"/>
                  </a:lnTo>
                  <a:lnTo>
                    <a:pt x="1061308" y="5338664"/>
                  </a:lnTo>
                  <a:lnTo>
                    <a:pt x="1061687" y="5338664"/>
                  </a:lnTo>
                  <a:lnTo>
                    <a:pt x="1061813" y="5333753"/>
                  </a:lnTo>
                  <a:lnTo>
                    <a:pt x="1061940" y="5333753"/>
                  </a:lnTo>
                  <a:lnTo>
                    <a:pt x="1062192" y="5333753"/>
                  </a:lnTo>
                  <a:lnTo>
                    <a:pt x="1062445" y="5333753"/>
                  </a:lnTo>
                  <a:lnTo>
                    <a:pt x="1062571" y="5333753"/>
                  </a:lnTo>
                  <a:lnTo>
                    <a:pt x="1062697" y="5333753"/>
                  </a:lnTo>
                  <a:lnTo>
                    <a:pt x="1062824" y="5333753"/>
                  </a:lnTo>
                  <a:lnTo>
                    <a:pt x="1062950" y="5333753"/>
                  </a:lnTo>
                  <a:lnTo>
                    <a:pt x="1063329" y="5333753"/>
                  </a:lnTo>
                  <a:lnTo>
                    <a:pt x="1063455" y="5333753"/>
                  </a:lnTo>
                  <a:lnTo>
                    <a:pt x="1063834" y="5333753"/>
                  </a:lnTo>
                  <a:lnTo>
                    <a:pt x="1064086" y="5333753"/>
                  </a:lnTo>
                  <a:lnTo>
                    <a:pt x="1064212" y="5333753"/>
                  </a:lnTo>
                  <a:lnTo>
                    <a:pt x="1064465" y="5333753"/>
                  </a:lnTo>
                  <a:lnTo>
                    <a:pt x="1064591" y="5333753"/>
                  </a:lnTo>
                  <a:lnTo>
                    <a:pt x="1064844" y="5333753"/>
                  </a:lnTo>
                  <a:lnTo>
                    <a:pt x="1064970" y="5333753"/>
                  </a:lnTo>
                  <a:lnTo>
                    <a:pt x="1065096" y="5333753"/>
                  </a:lnTo>
                  <a:lnTo>
                    <a:pt x="1065222" y="5333753"/>
                  </a:lnTo>
                  <a:lnTo>
                    <a:pt x="1065349" y="5333753"/>
                  </a:lnTo>
                  <a:lnTo>
                    <a:pt x="1065475" y="5333753"/>
                  </a:lnTo>
                  <a:lnTo>
                    <a:pt x="1065727" y="5333753"/>
                  </a:lnTo>
                  <a:lnTo>
                    <a:pt x="1065980" y="5333753"/>
                  </a:lnTo>
                  <a:lnTo>
                    <a:pt x="1066232" y="5333753"/>
                  </a:lnTo>
                  <a:lnTo>
                    <a:pt x="1066359" y="5333753"/>
                  </a:lnTo>
                  <a:lnTo>
                    <a:pt x="1066611" y="5333753"/>
                  </a:lnTo>
                  <a:lnTo>
                    <a:pt x="1066737" y="5333753"/>
                  </a:lnTo>
                  <a:lnTo>
                    <a:pt x="1066990" y="5333753"/>
                  </a:lnTo>
                  <a:lnTo>
                    <a:pt x="1067116" y="5333753"/>
                  </a:lnTo>
                  <a:lnTo>
                    <a:pt x="1067243" y="5333753"/>
                  </a:lnTo>
                  <a:lnTo>
                    <a:pt x="1067369" y="5333753"/>
                  </a:lnTo>
                  <a:lnTo>
                    <a:pt x="1067495" y="5333753"/>
                  </a:lnTo>
                  <a:lnTo>
                    <a:pt x="1067621" y="5333753"/>
                  </a:lnTo>
                  <a:lnTo>
                    <a:pt x="1067748" y="5333753"/>
                  </a:lnTo>
                  <a:lnTo>
                    <a:pt x="1067874" y="5333753"/>
                  </a:lnTo>
                  <a:lnTo>
                    <a:pt x="1068000" y="5333753"/>
                  </a:lnTo>
                  <a:lnTo>
                    <a:pt x="1068126" y="5333753"/>
                  </a:lnTo>
                  <a:lnTo>
                    <a:pt x="1068253" y="5333753"/>
                  </a:lnTo>
                  <a:lnTo>
                    <a:pt x="1068505" y="5333753"/>
                  </a:lnTo>
                  <a:lnTo>
                    <a:pt x="1068631" y="5333753"/>
                  </a:lnTo>
                  <a:lnTo>
                    <a:pt x="1068758" y="5333753"/>
                  </a:lnTo>
                  <a:lnTo>
                    <a:pt x="1068884" y="5333753"/>
                  </a:lnTo>
                  <a:lnTo>
                    <a:pt x="1069263" y="5333753"/>
                  </a:lnTo>
                  <a:lnTo>
                    <a:pt x="1069389" y="5333753"/>
                  </a:lnTo>
                  <a:lnTo>
                    <a:pt x="1069768" y="5333753"/>
                  </a:lnTo>
                  <a:lnTo>
                    <a:pt x="1069894" y="5333753"/>
                  </a:lnTo>
                  <a:lnTo>
                    <a:pt x="1070020" y="5333753"/>
                  </a:lnTo>
                  <a:lnTo>
                    <a:pt x="1070146" y="5333753"/>
                  </a:lnTo>
                  <a:lnTo>
                    <a:pt x="1070273" y="5333753"/>
                  </a:lnTo>
                  <a:lnTo>
                    <a:pt x="1070525" y="5333753"/>
                  </a:lnTo>
                  <a:lnTo>
                    <a:pt x="1070651" y="5333753"/>
                  </a:lnTo>
                  <a:lnTo>
                    <a:pt x="1070778" y="5333753"/>
                  </a:lnTo>
                  <a:lnTo>
                    <a:pt x="1070904" y="5333753"/>
                  </a:lnTo>
                  <a:lnTo>
                    <a:pt x="1071030" y="5333753"/>
                  </a:lnTo>
                  <a:lnTo>
                    <a:pt x="1071156" y="5333753"/>
                  </a:lnTo>
                  <a:lnTo>
                    <a:pt x="1071409" y="5333753"/>
                  </a:lnTo>
                  <a:lnTo>
                    <a:pt x="1071535" y="5333753"/>
                  </a:lnTo>
                  <a:lnTo>
                    <a:pt x="1071661" y="5333753"/>
                  </a:lnTo>
                  <a:lnTo>
                    <a:pt x="1071788" y="5333753"/>
                  </a:lnTo>
                  <a:lnTo>
                    <a:pt x="1071914" y="5333753"/>
                  </a:lnTo>
                  <a:lnTo>
                    <a:pt x="1072040" y="5333753"/>
                  </a:lnTo>
                  <a:lnTo>
                    <a:pt x="1072293" y="5333753"/>
                  </a:lnTo>
                  <a:lnTo>
                    <a:pt x="1072419" y="5333753"/>
                  </a:lnTo>
                  <a:lnTo>
                    <a:pt x="1072798" y="5333753"/>
                  </a:lnTo>
                  <a:lnTo>
                    <a:pt x="1073050" y="5333753"/>
                  </a:lnTo>
                  <a:lnTo>
                    <a:pt x="1073177" y="5333753"/>
                  </a:lnTo>
                  <a:lnTo>
                    <a:pt x="1073429" y="5333753"/>
                  </a:lnTo>
                  <a:lnTo>
                    <a:pt x="1073682" y="5333753"/>
                  </a:lnTo>
                  <a:lnTo>
                    <a:pt x="1073808" y="5333753"/>
                  </a:lnTo>
                  <a:lnTo>
                    <a:pt x="1073934" y="5333753"/>
                  </a:lnTo>
                  <a:lnTo>
                    <a:pt x="1074187" y="5333753"/>
                  </a:lnTo>
                  <a:lnTo>
                    <a:pt x="1074565" y="5333753"/>
                  </a:lnTo>
                  <a:lnTo>
                    <a:pt x="1074692" y="5333753"/>
                  </a:lnTo>
                  <a:lnTo>
                    <a:pt x="1074818" y="5333753"/>
                  </a:lnTo>
                  <a:lnTo>
                    <a:pt x="1074944" y="5328841"/>
                  </a:lnTo>
                  <a:lnTo>
                    <a:pt x="1075070" y="5328841"/>
                  </a:lnTo>
                  <a:lnTo>
                    <a:pt x="1075323" y="5328841"/>
                  </a:lnTo>
                  <a:lnTo>
                    <a:pt x="1075449" y="5328841"/>
                  </a:lnTo>
                  <a:lnTo>
                    <a:pt x="1075575" y="5328841"/>
                  </a:lnTo>
                  <a:lnTo>
                    <a:pt x="1076080" y="5328841"/>
                  </a:lnTo>
                  <a:lnTo>
                    <a:pt x="1076207" y="5328841"/>
                  </a:lnTo>
                  <a:lnTo>
                    <a:pt x="1076459" y="5328841"/>
                  </a:lnTo>
                  <a:lnTo>
                    <a:pt x="1076712" y="5328841"/>
                  </a:lnTo>
                  <a:lnTo>
                    <a:pt x="1076964" y="5328841"/>
                  </a:lnTo>
                  <a:lnTo>
                    <a:pt x="1077090" y="5328841"/>
                  </a:lnTo>
                  <a:lnTo>
                    <a:pt x="1077217" y="5328841"/>
                  </a:lnTo>
                  <a:lnTo>
                    <a:pt x="1077343" y="5328841"/>
                  </a:lnTo>
                  <a:lnTo>
                    <a:pt x="1077469" y="5328841"/>
                  </a:lnTo>
                  <a:lnTo>
                    <a:pt x="1077848" y="5328841"/>
                  </a:lnTo>
                  <a:lnTo>
                    <a:pt x="1078227" y="5328841"/>
                  </a:lnTo>
                  <a:lnTo>
                    <a:pt x="1078353" y="5328841"/>
                  </a:lnTo>
                  <a:lnTo>
                    <a:pt x="1078479" y="5328841"/>
                  </a:lnTo>
                  <a:lnTo>
                    <a:pt x="1078606" y="5328841"/>
                  </a:lnTo>
                  <a:lnTo>
                    <a:pt x="1078858" y="5328841"/>
                  </a:lnTo>
                  <a:lnTo>
                    <a:pt x="1078984" y="5328841"/>
                  </a:lnTo>
                  <a:lnTo>
                    <a:pt x="1079237" y="5328841"/>
                  </a:lnTo>
                  <a:lnTo>
                    <a:pt x="1079489" y="5328841"/>
                  </a:lnTo>
                  <a:lnTo>
                    <a:pt x="1079868" y="5328841"/>
                  </a:lnTo>
                  <a:lnTo>
                    <a:pt x="1079994" y="5328841"/>
                  </a:lnTo>
                  <a:lnTo>
                    <a:pt x="1080121" y="5328841"/>
                  </a:lnTo>
                  <a:lnTo>
                    <a:pt x="1080247" y="5328841"/>
                  </a:lnTo>
                  <a:lnTo>
                    <a:pt x="1080373" y="5328841"/>
                  </a:lnTo>
                  <a:lnTo>
                    <a:pt x="1080626" y="5328841"/>
                  </a:lnTo>
                  <a:lnTo>
                    <a:pt x="1081004" y="5328841"/>
                  </a:lnTo>
                  <a:lnTo>
                    <a:pt x="1081257" y="5328841"/>
                  </a:lnTo>
                  <a:lnTo>
                    <a:pt x="1081257" y="5323930"/>
                  </a:lnTo>
                  <a:lnTo>
                    <a:pt x="1081509" y="5323930"/>
                  </a:lnTo>
                  <a:lnTo>
                    <a:pt x="1081636" y="5323930"/>
                  </a:lnTo>
                  <a:lnTo>
                    <a:pt x="1081762" y="5323930"/>
                  </a:lnTo>
                  <a:lnTo>
                    <a:pt x="1081888" y="5323930"/>
                  </a:lnTo>
                  <a:lnTo>
                    <a:pt x="1082141" y="5323930"/>
                  </a:lnTo>
                  <a:lnTo>
                    <a:pt x="1082267" y="5323930"/>
                  </a:lnTo>
                  <a:lnTo>
                    <a:pt x="1082520" y="5323930"/>
                  </a:lnTo>
                  <a:lnTo>
                    <a:pt x="1082646" y="5323930"/>
                  </a:lnTo>
                  <a:lnTo>
                    <a:pt x="1082772" y="5323930"/>
                  </a:lnTo>
                  <a:lnTo>
                    <a:pt x="1083025" y="5323930"/>
                  </a:lnTo>
                  <a:lnTo>
                    <a:pt x="1083151" y="5323930"/>
                  </a:lnTo>
                  <a:lnTo>
                    <a:pt x="1083277" y="5323930"/>
                  </a:lnTo>
                  <a:lnTo>
                    <a:pt x="1083782" y="5323930"/>
                  </a:lnTo>
                  <a:lnTo>
                    <a:pt x="1083908" y="5323930"/>
                  </a:lnTo>
                  <a:lnTo>
                    <a:pt x="1084161" y="5323930"/>
                  </a:lnTo>
                  <a:lnTo>
                    <a:pt x="1084413" y="5323930"/>
                  </a:lnTo>
                  <a:lnTo>
                    <a:pt x="1084540" y="5323930"/>
                  </a:lnTo>
                  <a:lnTo>
                    <a:pt x="1084666" y="5323930"/>
                  </a:lnTo>
                  <a:lnTo>
                    <a:pt x="1084792" y="5323930"/>
                  </a:lnTo>
                  <a:lnTo>
                    <a:pt x="1084918" y="5323930"/>
                  </a:lnTo>
                  <a:lnTo>
                    <a:pt x="1085171" y="5323930"/>
                  </a:lnTo>
                  <a:lnTo>
                    <a:pt x="1085297" y="5323930"/>
                  </a:lnTo>
                  <a:lnTo>
                    <a:pt x="1085550" y="5323930"/>
                  </a:lnTo>
                  <a:lnTo>
                    <a:pt x="1085676" y="5323930"/>
                  </a:lnTo>
                  <a:lnTo>
                    <a:pt x="1085802" y="5323930"/>
                  </a:lnTo>
                  <a:lnTo>
                    <a:pt x="1086055" y="5323930"/>
                  </a:lnTo>
                  <a:lnTo>
                    <a:pt x="1086181" y="5323930"/>
                  </a:lnTo>
                  <a:lnTo>
                    <a:pt x="1086307" y="5323930"/>
                  </a:lnTo>
                  <a:lnTo>
                    <a:pt x="1086686" y="5319019"/>
                  </a:lnTo>
                  <a:lnTo>
                    <a:pt x="1086812" y="5319019"/>
                  </a:lnTo>
                  <a:lnTo>
                    <a:pt x="1086938" y="5319019"/>
                  </a:lnTo>
                  <a:lnTo>
                    <a:pt x="1087065" y="5319019"/>
                  </a:lnTo>
                  <a:lnTo>
                    <a:pt x="1087191" y="5319019"/>
                  </a:lnTo>
                  <a:lnTo>
                    <a:pt x="1087317" y="5319019"/>
                  </a:lnTo>
                  <a:lnTo>
                    <a:pt x="1087443" y="5319019"/>
                  </a:lnTo>
                  <a:lnTo>
                    <a:pt x="1087570" y="5319019"/>
                  </a:lnTo>
                  <a:lnTo>
                    <a:pt x="1087696" y="5319019"/>
                  </a:lnTo>
                  <a:lnTo>
                    <a:pt x="1087822" y="5319019"/>
                  </a:lnTo>
                  <a:lnTo>
                    <a:pt x="1087949" y="5319019"/>
                  </a:lnTo>
                  <a:lnTo>
                    <a:pt x="1088075" y="5319019"/>
                  </a:lnTo>
                  <a:lnTo>
                    <a:pt x="1088327" y="5319019"/>
                  </a:lnTo>
                  <a:lnTo>
                    <a:pt x="1088580" y="5319019"/>
                  </a:lnTo>
                  <a:lnTo>
                    <a:pt x="1088706" y="5319019"/>
                  </a:lnTo>
                  <a:lnTo>
                    <a:pt x="1088832" y="5319019"/>
                  </a:lnTo>
                  <a:lnTo>
                    <a:pt x="1088959" y="5319019"/>
                  </a:lnTo>
                  <a:lnTo>
                    <a:pt x="1089085" y="5319019"/>
                  </a:lnTo>
                  <a:lnTo>
                    <a:pt x="1089211" y="5319019"/>
                  </a:lnTo>
                  <a:lnTo>
                    <a:pt x="1089337" y="5319019"/>
                  </a:lnTo>
                  <a:lnTo>
                    <a:pt x="1089464" y="5319019"/>
                  </a:lnTo>
                  <a:lnTo>
                    <a:pt x="1089590" y="5319019"/>
                  </a:lnTo>
                  <a:lnTo>
                    <a:pt x="1089716" y="5319019"/>
                  </a:lnTo>
                  <a:lnTo>
                    <a:pt x="1089969" y="5319019"/>
                  </a:lnTo>
                  <a:lnTo>
                    <a:pt x="1090095" y="5319019"/>
                  </a:lnTo>
                  <a:lnTo>
                    <a:pt x="1090221" y="5319019"/>
                  </a:lnTo>
                  <a:lnTo>
                    <a:pt x="1090347" y="5319019"/>
                  </a:lnTo>
                  <a:lnTo>
                    <a:pt x="1090852" y="5319019"/>
                  </a:lnTo>
                  <a:lnTo>
                    <a:pt x="1090979" y="5319019"/>
                  </a:lnTo>
                  <a:lnTo>
                    <a:pt x="1091231" y="5319019"/>
                  </a:lnTo>
                  <a:lnTo>
                    <a:pt x="1091357" y="5319019"/>
                  </a:lnTo>
                  <a:lnTo>
                    <a:pt x="1091484" y="5319019"/>
                  </a:lnTo>
                  <a:lnTo>
                    <a:pt x="1091610" y="5319019"/>
                  </a:lnTo>
                  <a:lnTo>
                    <a:pt x="1091736" y="5319019"/>
                  </a:lnTo>
                  <a:lnTo>
                    <a:pt x="1091862" y="5319019"/>
                  </a:lnTo>
                  <a:lnTo>
                    <a:pt x="1091989" y="5319019"/>
                  </a:lnTo>
                  <a:lnTo>
                    <a:pt x="1092115" y="5319019"/>
                  </a:lnTo>
                  <a:lnTo>
                    <a:pt x="1092241" y="5319019"/>
                  </a:lnTo>
                  <a:lnTo>
                    <a:pt x="1092367" y="5319019"/>
                  </a:lnTo>
                  <a:lnTo>
                    <a:pt x="1092494" y="5319019"/>
                  </a:lnTo>
                  <a:lnTo>
                    <a:pt x="1092746" y="5319019"/>
                  </a:lnTo>
                  <a:lnTo>
                    <a:pt x="1092746" y="5314107"/>
                  </a:lnTo>
                  <a:lnTo>
                    <a:pt x="1093504" y="5314107"/>
                  </a:lnTo>
                  <a:lnTo>
                    <a:pt x="1093756" y="5314107"/>
                  </a:lnTo>
                  <a:lnTo>
                    <a:pt x="1093883" y="5314107"/>
                  </a:lnTo>
                  <a:lnTo>
                    <a:pt x="1094009" y="5314107"/>
                  </a:lnTo>
                  <a:lnTo>
                    <a:pt x="1094135" y="5314107"/>
                  </a:lnTo>
                  <a:lnTo>
                    <a:pt x="1094261" y="5309196"/>
                  </a:lnTo>
                  <a:lnTo>
                    <a:pt x="1094388" y="5309196"/>
                  </a:lnTo>
                  <a:lnTo>
                    <a:pt x="1094514" y="5309196"/>
                  </a:lnTo>
                  <a:lnTo>
                    <a:pt x="1094640" y="5309196"/>
                  </a:lnTo>
                  <a:lnTo>
                    <a:pt x="1094766" y="5309196"/>
                  </a:lnTo>
                  <a:lnTo>
                    <a:pt x="1094893" y="5309196"/>
                  </a:lnTo>
                  <a:lnTo>
                    <a:pt x="1095145" y="5309196"/>
                  </a:lnTo>
                  <a:lnTo>
                    <a:pt x="1095271" y="5309196"/>
                  </a:lnTo>
                  <a:lnTo>
                    <a:pt x="1095398" y="5309196"/>
                  </a:lnTo>
                  <a:lnTo>
                    <a:pt x="1095650" y="5309196"/>
                  </a:lnTo>
                  <a:lnTo>
                    <a:pt x="1095903" y="5304284"/>
                  </a:lnTo>
                  <a:lnTo>
                    <a:pt x="1096029" y="5304284"/>
                  </a:lnTo>
                  <a:lnTo>
                    <a:pt x="1096155" y="5304284"/>
                  </a:lnTo>
                  <a:lnTo>
                    <a:pt x="1096281" y="5304284"/>
                  </a:lnTo>
                  <a:lnTo>
                    <a:pt x="1096408" y="5304284"/>
                  </a:lnTo>
                  <a:lnTo>
                    <a:pt x="1096534" y="5304284"/>
                  </a:lnTo>
                  <a:lnTo>
                    <a:pt x="1096660" y="5304284"/>
                  </a:lnTo>
                  <a:lnTo>
                    <a:pt x="1096913" y="5304284"/>
                  </a:lnTo>
                  <a:lnTo>
                    <a:pt x="1097039" y="5304284"/>
                  </a:lnTo>
                  <a:lnTo>
                    <a:pt x="1097165" y="5304284"/>
                  </a:lnTo>
                  <a:lnTo>
                    <a:pt x="1097291" y="5304284"/>
                  </a:lnTo>
                  <a:lnTo>
                    <a:pt x="1097544" y="5304284"/>
                  </a:lnTo>
                  <a:lnTo>
                    <a:pt x="1097670" y="5304284"/>
                  </a:lnTo>
                  <a:lnTo>
                    <a:pt x="1097923" y="5304284"/>
                  </a:lnTo>
                  <a:lnTo>
                    <a:pt x="1098049" y="5304284"/>
                  </a:lnTo>
                  <a:lnTo>
                    <a:pt x="1098049" y="5299373"/>
                  </a:lnTo>
                  <a:lnTo>
                    <a:pt x="1098302" y="5299373"/>
                  </a:lnTo>
                  <a:lnTo>
                    <a:pt x="1098428" y="5299373"/>
                  </a:lnTo>
                  <a:lnTo>
                    <a:pt x="1098554" y="5299373"/>
                  </a:lnTo>
                  <a:lnTo>
                    <a:pt x="1098680" y="5299373"/>
                  </a:lnTo>
                  <a:lnTo>
                    <a:pt x="1098807" y="5299373"/>
                  </a:lnTo>
                  <a:lnTo>
                    <a:pt x="1098933" y="5299373"/>
                  </a:lnTo>
                  <a:lnTo>
                    <a:pt x="1099059" y="5299373"/>
                  </a:lnTo>
                  <a:lnTo>
                    <a:pt x="1099185" y="5299373"/>
                  </a:lnTo>
                  <a:lnTo>
                    <a:pt x="1099312" y="5299373"/>
                  </a:lnTo>
                  <a:lnTo>
                    <a:pt x="1099438" y="5299373"/>
                  </a:lnTo>
                  <a:lnTo>
                    <a:pt x="1099690" y="5299373"/>
                  </a:lnTo>
                  <a:lnTo>
                    <a:pt x="1099817" y="5299373"/>
                  </a:lnTo>
                  <a:lnTo>
                    <a:pt x="1099943" y="5299373"/>
                  </a:lnTo>
                  <a:lnTo>
                    <a:pt x="1100069" y="5299373"/>
                  </a:lnTo>
                  <a:lnTo>
                    <a:pt x="1100322" y="5299373"/>
                  </a:lnTo>
                  <a:lnTo>
                    <a:pt x="1100448" y="5299373"/>
                  </a:lnTo>
                  <a:lnTo>
                    <a:pt x="1100574" y="5299373"/>
                  </a:lnTo>
                  <a:lnTo>
                    <a:pt x="1100700" y="5299373"/>
                  </a:lnTo>
                  <a:lnTo>
                    <a:pt x="1100953" y="5299373"/>
                  </a:lnTo>
                  <a:lnTo>
                    <a:pt x="1101079" y="5299373"/>
                  </a:lnTo>
                  <a:lnTo>
                    <a:pt x="1101205" y="5299373"/>
                  </a:lnTo>
                  <a:lnTo>
                    <a:pt x="1101332" y="5299373"/>
                  </a:lnTo>
                  <a:lnTo>
                    <a:pt x="1101458" y="5299373"/>
                  </a:lnTo>
                  <a:lnTo>
                    <a:pt x="1101584" y="5299373"/>
                  </a:lnTo>
                  <a:lnTo>
                    <a:pt x="1101837" y="5299373"/>
                  </a:lnTo>
                  <a:lnTo>
                    <a:pt x="1102215" y="5299373"/>
                  </a:lnTo>
                  <a:lnTo>
                    <a:pt x="1102468" y="5299373"/>
                  </a:lnTo>
                  <a:lnTo>
                    <a:pt x="1103099" y="5299373"/>
                  </a:lnTo>
                  <a:lnTo>
                    <a:pt x="1103226" y="5299373"/>
                  </a:lnTo>
                  <a:lnTo>
                    <a:pt x="1103352" y="5299373"/>
                  </a:lnTo>
                  <a:lnTo>
                    <a:pt x="1103478" y="5299373"/>
                  </a:lnTo>
                  <a:lnTo>
                    <a:pt x="1103604" y="5299373"/>
                  </a:lnTo>
                  <a:lnTo>
                    <a:pt x="1103731" y="5299373"/>
                  </a:lnTo>
                  <a:lnTo>
                    <a:pt x="1103857" y="5299373"/>
                  </a:lnTo>
                  <a:lnTo>
                    <a:pt x="1103983" y="5299373"/>
                  </a:lnTo>
                  <a:lnTo>
                    <a:pt x="1104109" y="5299373"/>
                  </a:lnTo>
                  <a:lnTo>
                    <a:pt x="1104236" y="5299373"/>
                  </a:lnTo>
                  <a:lnTo>
                    <a:pt x="1104362" y="5299373"/>
                  </a:lnTo>
                  <a:lnTo>
                    <a:pt x="1104488" y="5299373"/>
                  </a:lnTo>
                  <a:lnTo>
                    <a:pt x="1104614" y="5299373"/>
                  </a:lnTo>
                  <a:lnTo>
                    <a:pt x="1104614" y="5294462"/>
                  </a:lnTo>
                  <a:lnTo>
                    <a:pt x="1104741" y="5294462"/>
                  </a:lnTo>
                  <a:lnTo>
                    <a:pt x="1104867" y="5294462"/>
                  </a:lnTo>
                  <a:lnTo>
                    <a:pt x="1104993" y="5294462"/>
                  </a:lnTo>
                  <a:lnTo>
                    <a:pt x="1105246" y="5294462"/>
                  </a:lnTo>
                  <a:lnTo>
                    <a:pt x="1105372" y="5294462"/>
                  </a:lnTo>
                  <a:lnTo>
                    <a:pt x="1105877" y="5294462"/>
                  </a:lnTo>
                  <a:lnTo>
                    <a:pt x="1106003" y="5294462"/>
                  </a:lnTo>
                  <a:lnTo>
                    <a:pt x="1106382" y="5294462"/>
                  </a:lnTo>
                  <a:lnTo>
                    <a:pt x="1106508" y="5294462"/>
                  </a:lnTo>
                  <a:lnTo>
                    <a:pt x="1106634" y="5294462"/>
                  </a:lnTo>
                  <a:lnTo>
                    <a:pt x="1106761" y="5294462"/>
                  </a:lnTo>
                  <a:lnTo>
                    <a:pt x="1106887" y="5294462"/>
                  </a:lnTo>
                  <a:lnTo>
                    <a:pt x="1107392" y="5294462"/>
                  </a:lnTo>
                  <a:lnTo>
                    <a:pt x="1107518" y="5294462"/>
                  </a:lnTo>
                  <a:lnTo>
                    <a:pt x="1107644" y="5294462"/>
                  </a:lnTo>
                  <a:lnTo>
                    <a:pt x="1107897" y="5294462"/>
                  </a:lnTo>
                  <a:lnTo>
                    <a:pt x="1108149" y="5294462"/>
                  </a:lnTo>
                  <a:lnTo>
                    <a:pt x="1108276" y="5294462"/>
                  </a:lnTo>
                  <a:lnTo>
                    <a:pt x="1108402" y="5294462"/>
                  </a:lnTo>
                  <a:lnTo>
                    <a:pt x="1108528" y="5294462"/>
                  </a:lnTo>
                  <a:lnTo>
                    <a:pt x="1108655" y="5294462"/>
                  </a:lnTo>
                  <a:lnTo>
                    <a:pt x="1108781" y="5294462"/>
                  </a:lnTo>
                  <a:lnTo>
                    <a:pt x="1108907" y="5294462"/>
                  </a:lnTo>
                  <a:lnTo>
                    <a:pt x="1109033" y="5294462"/>
                  </a:lnTo>
                  <a:lnTo>
                    <a:pt x="1109412" y="5294462"/>
                  </a:lnTo>
                  <a:lnTo>
                    <a:pt x="1109538" y="5294462"/>
                  </a:lnTo>
                  <a:lnTo>
                    <a:pt x="1109665" y="5294462"/>
                  </a:lnTo>
                  <a:lnTo>
                    <a:pt x="1109791" y="5294462"/>
                  </a:lnTo>
                  <a:lnTo>
                    <a:pt x="1109917" y="5294462"/>
                  </a:lnTo>
                  <a:lnTo>
                    <a:pt x="1110043" y="5294462"/>
                  </a:lnTo>
                  <a:lnTo>
                    <a:pt x="1110296" y="5294462"/>
                  </a:lnTo>
                  <a:lnTo>
                    <a:pt x="1110548" y="5294462"/>
                  </a:lnTo>
                  <a:lnTo>
                    <a:pt x="1110675" y="5294462"/>
                  </a:lnTo>
                  <a:lnTo>
                    <a:pt x="1110801" y="5294462"/>
                  </a:lnTo>
                  <a:lnTo>
                    <a:pt x="1110927" y="5294462"/>
                  </a:lnTo>
                  <a:lnTo>
                    <a:pt x="1111432" y="5294462"/>
                  </a:lnTo>
                  <a:lnTo>
                    <a:pt x="1111558" y="5294462"/>
                  </a:lnTo>
                  <a:lnTo>
                    <a:pt x="1111811" y="5294462"/>
                  </a:lnTo>
                  <a:lnTo>
                    <a:pt x="1111937" y="5294462"/>
                  </a:lnTo>
                  <a:lnTo>
                    <a:pt x="1112063" y="5294462"/>
                  </a:lnTo>
                  <a:lnTo>
                    <a:pt x="1112190" y="5294462"/>
                  </a:lnTo>
                  <a:lnTo>
                    <a:pt x="1112316" y="5294462"/>
                  </a:lnTo>
                  <a:lnTo>
                    <a:pt x="1112442" y="5294462"/>
                  </a:lnTo>
                  <a:lnTo>
                    <a:pt x="1112568" y="5294462"/>
                  </a:lnTo>
                  <a:lnTo>
                    <a:pt x="1112695" y="5294462"/>
                  </a:lnTo>
                  <a:lnTo>
                    <a:pt x="1112821" y="5294462"/>
                  </a:lnTo>
                  <a:lnTo>
                    <a:pt x="1112947" y="5294462"/>
                  </a:lnTo>
                  <a:lnTo>
                    <a:pt x="1113073" y="5294462"/>
                  </a:lnTo>
                  <a:lnTo>
                    <a:pt x="1113200" y="5294462"/>
                  </a:lnTo>
                  <a:lnTo>
                    <a:pt x="1113326" y="5294462"/>
                  </a:lnTo>
                  <a:lnTo>
                    <a:pt x="1113579" y="5294462"/>
                  </a:lnTo>
                  <a:lnTo>
                    <a:pt x="1113705" y="5294462"/>
                  </a:lnTo>
                  <a:lnTo>
                    <a:pt x="1113831" y="5294462"/>
                  </a:lnTo>
                  <a:lnTo>
                    <a:pt x="1113957" y="5289550"/>
                  </a:lnTo>
                  <a:lnTo>
                    <a:pt x="1114084" y="5289550"/>
                  </a:lnTo>
                  <a:lnTo>
                    <a:pt x="1114210" y="5289550"/>
                  </a:lnTo>
                  <a:lnTo>
                    <a:pt x="1114336" y="5289550"/>
                  </a:lnTo>
                  <a:lnTo>
                    <a:pt x="1114462" y="5289550"/>
                  </a:lnTo>
                  <a:lnTo>
                    <a:pt x="1114589" y="5289550"/>
                  </a:lnTo>
                  <a:lnTo>
                    <a:pt x="1114715" y="5289550"/>
                  </a:lnTo>
                  <a:lnTo>
                    <a:pt x="1114967" y="5289550"/>
                  </a:lnTo>
                  <a:lnTo>
                    <a:pt x="1115094" y="5289550"/>
                  </a:lnTo>
                  <a:lnTo>
                    <a:pt x="1115220" y="5289550"/>
                  </a:lnTo>
                  <a:lnTo>
                    <a:pt x="1115346" y="5289550"/>
                  </a:lnTo>
                  <a:lnTo>
                    <a:pt x="1115472" y="5289550"/>
                  </a:lnTo>
                  <a:lnTo>
                    <a:pt x="1115599" y="5289550"/>
                  </a:lnTo>
                  <a:lnTo>
                    <a:pt x="1115725" y="5289550"/>
                  </a:lnTo>
                  <a:lnTo>
                    <a:pt x="1115851" y="5289550"/>
                  </a:lnTo>
                  <a:lnTo>
                    <a:pt x="1116104" y="5289550"/>
                  </a:lnTo>
                  <a:lnTo>
                    <a:pt x="1116230" y="5289550"/>
                  </a:lnTo>
                  <a:lnTo>
                    <a:pt x="1116356" y="5289550"/>
                  </a:lnTo>
                  <a:lnTo>
                    <a:pt x="1116482" y="5289550"/>
                  </a:lnTo>
                  <a:lnTo>
                    <a:pt x="1116735" y="5289550"/>
                  </a:lnTo>
                  <a:lnTo>
                    <a:pt x="1116861" y="5289550"/>
                  </a:lnTo>
                  <a:lnTo>
                    <a:pt x="1117114" y="5289550"/>
                  </a:lnTo>
                  <a:lnTo>
                    <a:pt x="1117366" y="5289550"/>
                  </a:lnTo>
                  <a:lnTo>
                    <a:pt x="1117619" y="5289550"/>
                  </a:lnTo>
                  <a:lnTo>
                    <a:pt x="1117745" y="5289550"/>
                  </a:lnTo>
                  <a:lnTo>
                    <a:pt x="1117871" y="5289550"/>
                  </a:lnTo>
                  <a:lnTo>
                    <a:pt x="1117997" y="5289550"/>
                  </a:lnTo>
                  <a:lnTo>
                    <a:pt x="1118376" y="5289550"/>
                  </a:lnTo>
                  <a:lnTo>
                    <a:pt x="1118502" y="5289550"/>
                  </a:lnTo>
                  <a:lnTo>
                    <a:pt x="1118755" y="5289550"/>
                  </a:lnTo>
                  <a:lnTo>
                    <a:pt x="1118881" y="5289550"/>
                  </a:lnTo>
                  <a:lnTo>
                    <a:pt x="1119008" y="5289550"/>
                  </a:lnTo>
                  <a:lnTo>
                    <a:pt x="1119386" y="5289550"/>
                  </a:lnTo>
                  <a:lnTo>
                    <a:pt x="1119513" y="5289550"/>
                  </a:lnTo>
                  <a:lnTo>
                    <a:pt x="1119765" y="5289550"/>
                  </a:lnTo>
                  <a:lnTo>
                    <a:pt x="1119891" y="5289550"/>
                  </a:lnTo>
                  <a:lnTo>
                    <a:pt x="1120270" y="5289550"/>
                  </a:lnTo>
                  <a:lnTo>
                    <a:pt x="1120523" y="5289550"/>
                  </a:lnTo>
                  <a:lnTo>
                    <a:pt x="1120775" y="5289550"/>
                  </a:lnTo>
                  <a:lnTo>
                    <a:pt x="1120901" y="5289550"/>
                  </a:lnTo>
                  <a:lnTo>
                    <a:pt x="1121028" y="5289550"/>
                  </a:lnTo>
                  <a:lnTo>
                    <a:pt x="1121280" y="5289550"/>
                  </a:lnTo>
                  <a:lnTo>
                    <a:pt x="1121406" y="5289550"/>
                  </a:lnTo>
                  <a:lnTo>
                    <a:pt x="1121533" y="5289550"/>
                  </a:lnTo>
                  <a:lnTo>
                    <a:pt x="1121659" y="5289550"/>
                  </a:lnTo>
                  <a:lnTo>
                    <a:pt x="1121785" y="5289550"/>
                  </a:lnTo>
                  <a:lnTo>
                    <a:pt x="1121911" y="5289550"/>
                  </a:lnTo>
                  <a:lnTo>
                    <a:pt x="1122038" y="5289550"/>
                  </a:lnTo>
                  <a:lnTo>
                    <a:pt x="1122416" y="5289550"/>
                  </a:lnTo>
                  <a:lnTo>
                    <a:pt x="1122669" y="5284639"/>
                  </a:lnTo>
                  <a:lnTo>
                    <a:pt x="1122795" y="5284639"/>
                  </a:lnTo>
                  <a:lnTo>
                    <a:pt x="1123048" y="5284639"/>
                  </a:lnTo>
                  <a:lnTo>
                    <a:pt x="1123174" y="5284639"/>
                  </a:lnTo>
                  <a:lnTo>
                    <a:pt x="1123553" y="5284639"/>
                  </a:lnTo>
                  <a:lnTo>
                    <a:pt x="1123679" y="5284639"/>
                  </a:lnTo>
                  <a:lnTo>
                    <a:pt x="1123805" y="5284639"/>
                  </a:lnTo>
                  <a:lnTo>
                    <a:pt x="1123932" y="5284639"/>
                  </a:lnTo>
                  <a:lnTo>
                    <a:pt x="1124184" y="5284639"/>
                  </a:lnTo>
                  <a:lnTo>
                    <a:pt x="1124437" y="5284639"/>
                  </a:lnTo>
                  <a:lnTo>
                    <a:pt x="1124563" y="5284639"/>
                  </a:lnTo>
                  <a:lnTo>
                    <a:pt x="1124689" y="5284639"/>
                  </a:lnTo>
                  <a:lnTo>
                    <a:pt x="1124942" y="5284639"/>
                  </a:lnTo>
                  <a:lnTo>
                    <a:pt x="1125194" y="5284639"/>
                  </a:lnTo>
                  <a:lnTo>
                    <a:pt x="1125320" y="5284639"/>
                  </a:lnTo>
                  <a:lnTo>
                    <a:pt x="1125699" y="5284639"/>
                  </a:lnTo>
                  <a:lnTo>
                    <a:pt x="1125825" y="5284639"/>
                  </a:lnTo>
                  <a:lnTo>
                    <a:pt x="1125952" y="5284639"/>
                  </a:lnTo>
                  <a:lnTo>
                    <a:pt x="1126078" y="5284639"/>
                  </a:lnTo>
                  <a:lnTo>
                    <a:pt x="1126457" y="5284639"/>
                  </a:lnTo>
                  <a:lnTo>
                    <a:pt x="1126583" y="5284639"/>
                  </a:lnTo>
                  <a:lnTo>
                    <a:pt x="1126709" y="5284639"/>
                  </a:lnTo>
                  <a:lnTo>
                    <a:pt x="1126835" y="5284639"/>
                  </a:lnTo>
                  <a:lnTo>
                    <a:pt x="1126962" y="5284639"/>
                  </a:lnTo>
                  <a:lnTo>
                    <a:pt x="1127088" y="5284639"/>
                  </a:lnTo>
                  <a:lnTo>
                    <a:pt x="1127214" y="5284639"/>
                  </a:lnTo>
                  <a:lnTo>
                    <a:pt x="1127340" y="5284639"/>
                  </a:lnTo>
                  <a:lnTo>
                    <a:pt x="1127467" y="5284639"/>
                  </a:lnTo>
                  <a:lnTo>
                    <a:pt x="1127593" y="5284639"/>
                  </a:lnTo>
                  <a:lnTo>
                    <a:pt x="1127719" y="5284639"/>
                  </a:lnTo>
                  <a:lnTo>
                    <a:pt x="1127845" y="5284639"/>
                  </a:lnTo>
                  <a:lnTo>
                    <a:pt x="1127972" y="5284639"/>
                  </a:lnTo>
                  <a:lnTo>
                    <a:pt x="1128098" y="5284639"/>
                  </a:lnTo>
                  <a:lnTo>
                    <a:pt x="1128603" y="5284639"/>
                  </a:lnTo>
                  <a:lnTo>
                    <a:pt x="1128729" y="5284639"/>
                  </a:lnTo>
                  <a:lnTo>
                    <a:pt x="1128856" y="5284639"/>
                  </a:lnTo>
                  <a:lnTo>
                    <a:pt x="1128982" y="5284639"/>
                  </a:lnTo>
                  <a:lnTo>
                    <a:pt x="1129108" y="5284639"/>
                  </a:lnTo>
                  <a:lnTo>
                    <a:pt x="1129234" y="5284639"/>
                  </a:lnTo>
                  <a:lnTo>
                    <a:pt x="1129361" y="5284639"/>
                  </a:lnTo>
                  <a:lnTo>
                    <a:pt x="1129487" y="5284639"/>
                  </a:lnTo>
                  <a:lnTo>
                    <a:pt x="1129613" y="5284639"/>
                  </a:lnTo>
                  <a:lnTo>
                    <a:pt x="1129866" y="5284639"/>
                  </a:lnTo>
                  <a:lnTo>
                    <a:pt x="1129992" y="5284639"/>
                  </a:lnTo>
                  <a:lnTo>
                    <a:pt x="1130118" y="5284639"/>
                  </a:lnTo>
                  <a:lnTo>
                    <a:pt x="1130244" y="5284639"/>
                  </a:lnTo>
                  <a:lnTo>
                    <a:pt x="1130371" y="5284639"/>
                  </a:lnTo>
                  <a:lnTo>
                    <a:pt x="1130497" y="5284639"/>
                  </a:lnTo>
                  <a:lnTo>
                    <a:pt x="1130623" y="5284639"/>
                  </a:lnTo>
                  <a:lnTo>
                    <a:pt x="1130749" y="5284639"/>
                  </a:lnTo>
                  <a:lnTo>
                    <a:pt x="1130876" y="5284639"/>
                  </a:lnTo>
                  <a:lnTo>
                    <a:pt x="1131002" y="5284639"/>
                  </a:lnTo>
                  <a:lnTo>
                    <a:pt x="1131128" y="5284639"/>
                  </a:lnTo>
                  <a:lnTo>
                    <a:pt x="1131254" y="5284639"/>
                  </a:lnTo>
                  <a:lnTo>
                    <a:pt x="1131381" y="5284639"/>
                  </a:lnTo>
                  <a:lnTo>
                    <a:pt x="1131381" y="5279728"/>
                  </a:lnTo>
                  <a:lnTo>
                    <a:pt x="1131507" y="5279728"/>
                  </a:lnTo>
                  <a:lnTo>
                    <a:pt x="1131759" y="5279728"/>
                  </a:lnTo>
                  <a:lnTo>
                    <a:pt x="1131886" y="5279728"/>
                  </a:lnTo>
                  <a:lnTo>
                    <a:pt x="1132012" y="5279728"/>
                  </a:lnTo>
                  <a:lnTo>
                    <a:pt x="1132138" y="5279728"/>
                  </a:lnTo>
                  <a:lnTo>
                    <a:pt x="1132264" y="5279728"/>
                  </a:lnTo>
                  <a:lnTo>
                    <a:pt x="1132517" y="5279728"/>
                  </a:lnTo>
                  <a:lnTo>
                    <a:pt x="1132769" y="5279728"/>
                  </a:lnTo>
                  <a:lnTo>
                    <a:pt x="1132896" y="5279728"/>
                  </a:lnTo>
                  <a:lnTo>
                    <a:pt x="1133022" y="5279728"/>
                  </a:lnTo>
                  <a:lnTo>
                    <a:pt x="1133148" y="5279728"/>
                  </a:lnTo>
                  <a:lnTo>
                    <a:pt x="1133274" y="5279728"/>
                  </a:lnTo>
                  <a:lnTo>
                    <a:pt x="1133653" y="5279728"/>
                  </a:lnTo>
                  <a:lnTo>
                    <a:pt x="1134032" y="5279728"/>
                  </a:lnTo>
                  <a:lnTo>
                    <a:pt x="1134411" y="5279728"/>
                  </a:lnTo>
                  <a:lnTo>
                    <a:pt x="1134537" y="5279728"/>
                  </a:lnTo>
                  <a:lnTo>
                    <a:pt x="1134663" y="5279728"/>
                  </a:lnTo>
                  <a:lnTo>
                    <a:pt x="1135421" y="5279728"/>
                  </a:lnTo>
                  <a:lnTo>
                    <a:pt x="1135547" y="5279728"/>
                  </a:lnTo>
                  <a:lnTo>
                    <a:pt x="1135800" y="5279728"/>
                  </a:lnTo>
                  <a:lnTo>
                    <a:pt x="1136178" y="5279728"/>
                  </a:lnTo>
                  <a:lnTo>
                    <a:pt x="1136431" y="5279728"/>
                  </a:lnTo>
                  <a:lnTo>
                    <a:pt x="1136936" y="5279728"/>
                  </a:lnTo>
                  <a:lnTo>
                    <a:pt x="1137062" y="5279728"/>
                  </a:lnTo>
                  <a:lnTo>
                    <a:pt x="1137441" y="5279728"/>
                  </a:lnTo>
                  <a:lnTo>
                    <a:pt x="1137567" y="5279728"/>
                  </a:lnTo>
                  <a:lnTo>
                    <a:pt x="1137820" y="5279728"/>
                  </a:lnTo>
                  <a:lnTo>
                    <a:pt x="1138072" y="5279728"/>
                  </a:lnTo>
                  <a:lnTo>
                    <a:pt x="1138703" y="5279728"/>
                  </a:lnTo>
                  <a:lnTo>
                    <a:pt x="1139209" y="5279728"/>
                  </a:lnTo>
                  <a:lnTo>
                    <a:pt x="1139335" y="5279728"/>
                  </a:lnTo>
                  <a:lnTo>
                    <a:pt x="1139587" y="5279728"/>
                  </a:lnTo>
                  <a:lnTo>
                    <a:pt x="1139714" y="5279728"/>
                  </a:lnTo>
                  <a:lnTo>
                    <a:pt x="1139840" y="5279728"/>
                  </a:lnTo>
                  <a:lnTo>
                    <a:pt x="1139966" y="5279728"/>
                  </a:lnTo>
                  <a:lnTo>
                    <a:pt x="1140092" y="5279728"/>
                  </a:lnTo>
                  <a:lnTo>
                    <a:pt x="1140345" y="5279728"/>
                  </a:lnTo>
                  <a:lnTo>
                    <a:pt x="1140471" y="5279728"/>
                  </a:lnTo>
                  <a:lnTo>
                    <a:pt x="1140724" y="5279728"/>
                  </a:lnTo>
                  <a:lnTo>
                    <a:pt x="1140850" y="5279728"/>
                  </a:lnTo>
                  <a:lnTo>
                    <a:pt x="1141102" y="5279728"/>
                  </a:lnTo>
                  <a:lnTo>
                    <a:pt x="1141229" y="5279728"/>
                  </a:lnTo>
                  <a:lnTo>
                    <a:pt x="1141355" y="5279728"/>
                  </a:lnTo>
                  <a:lnTo>
                    <a:pt x="1141481" y="5279728"/>
                  </a:lnTo>
                  <a:lnTo>
                    <a:pt x="1141734" y="5279728"/>
                  </a:lnTo>
                  <a:lnTo>
                    <a:pt x="1141860" y="5279728"/>
                  </a:lnTo>
                  <a:lnTo>
                    <a:pt x="1141986" y="5279728"/>
                  </a:lnTo>
                  <a:lnTo>
                    <a:pt x="1142239" y="5279728"/>
                  </a:lnTo>
                  <a:lnTo>
                    <a:pt x="1142365" y="5279728"/>
                  </a:lnTo>
                  <a:lnTo>
                    <a:pt x="1142617" y="5279728"/>
                  </a:lnTo>
                  <a:lnTo>
                    <a:pt x="1142744" y="5279728"/>
                  </a:lnTo>
                  <a:lnTo>
                    <a:pt x="1142870" y="5279728"/>
                  </a:lnTo>
                  <a:lnTo>
                    <a:pt x="1143249" y="5279728"/>
                  </a:lnTo>
                  <a:lnTo>
                    <a:pt x="1143375" y="5279728"/>
                  </a:lnTo>
                  <a:lnTo>
                    <a:pt x="1143501" y="5279728"/>
                  </a:lnTo>
                  <a:lnTo>
                    <a:pt x="1143627" y="5279728"/>
                  </a:lnTo>
                  <a:lnTo>
                    <a:pt x="1143754" y="5279728"/>
                  </a:lnTo>
                  <a:lnTo>
                    <a:pt x="1143880" y="5279728"/>
                  </a:lnTo>
                  <a:lnTo>
                    <a:pt x="1144006" y="5279728"/>
                  </a:lnTo>
                  <a:lnTo>
                    <a:pt x="1144259" y="5279728"/>
                  </a:lnTo>
                  <a:lnTo>
                    <a:pt x="1144385" y="5279728"/>
                  </a:lnTo>
                  <a:lnTo>
                    <a:pt x="1144511" y="5279728"/>
                  </a:lnTo>
                  <a:lnTo>
                    <a:pt x="1144638" y="5279728"/>
                  </a:lnTo>
                  <a:lnTo>
                    <a:pt x="1144764" y="5279728"/>
                  </a:lnTo>
                  <a:lnTo>
                    <a:pt x="1144890" y="5279728"/>
                  </a:lnTo>
                  <a:lnTo>
                    <a:pt x="1145016" y="5279728"/>
                  </a:lnTo>
                  <a:lnTo>
                    <a:pt x="1145143" y="5279728"/>
                  </a:lnTo>
                  <a:lnTo>
                    <a:pt x="1145269" y="5279728"/>
                  </a:lnTo>
                  <a:lnTo>
                    <a:pt x="1145521" y="5279728"/>
                  </a:lnTo>
                  <a:lnTo>
                    <a:pt x="1145648" y="5279728"/>
                  </a:lnTo>
                  <a:lnTo>
                    <a:pt x="1145774" y="5279728"/>
                  </a:lnTo>
                  <a:lnTo>
                    <a:pt x="1145900" y="5279728"/>
                  </a:lnTo>
                  <a:lnTo>
                    <a:pt x="1146153" y="5279728"/>
                  </a:lnTo>
                  <a:lnTo>
                    <a:pt x="1146531" y="5279728"/>
                  </a:lnTo>
                  <a:lnTo>
                    <a:pt x="1146658" y="5279728"/>
                  </a:lnTo>
                  <a:lnTo>
                    <a:pt x="1146658" y="5274816"/>
                  </a:lnTo>
                  <a:lnTo>
                    <a:pt x="1146784" y="5274816"/>
                  </a:lnTo>
                  <a:lnTo>
                    <a:pt x="1146910" y="5274816"/>
                  </a:lnTo>
                  <a:lnTo>
                    <a:pt x="1147036" y="5274816"/>
                  </a:lnTo>
                  <a:lnTo>
                    <a:pt x="1151203" y="5264993"/>
                  </a:lnTo>
                  <a:lnTo>
                    <a:pt x="1151329" y="5264993"/>
                  </a:lnTo>
                  <a:lnTo>
                    <a:pt x="1151455" y="5264993"/>
                  </a:lnTo>
                  <a:lnTo>
                    <a:pt x="1151582" y="5264993"/>
                  </a:lnTo>
                  <a:lnTo>
                    <a:pt x="1151708" y="5264993"/>
                  </a:lnTo>
                  <a:lnTo>
                    <a:pt x="1151834" y="5264993"/>
                  </a:lnTo>
                  <a:lnTo>
                    <a:pt x="1152087" y="5264993"/>
                  </a:lnTo>
                  <a:lnTo>
                    <a:pt x="1152213" y="5264993"/>
                  </a:lnTo>
                  <a:lnTo>
                    <a:pt x="1152339" y="5264993"/>
                  </a:lnTo>
                  <a:lnTo>
                    <a:pt x="1152718" y="5264993"/>
                  </a:lnTo>
                  <a:lnTo>
                    <a:pt x="1152844" y="5264993"/>
                  </a:lnTo>
                  <a:lnTo>
                    <a:pt x="1153097" y="5264993"/>
                  </a:lnTo>
                  <a:lnTo>
                    <a:pt x="1153223" y="5264993"/>
                  </a:lnTo>
                  <a:lnTo>
                    <a:pt x="1153349" y="5264993"/>
                  </a:lnTo>
                  <a:lnTo>
                    <a:pt x="1153475" y="5264993"/>
                  </a:lnTo>
                  <a:lnTo>
                    <a:pt x="1153602" y="5264993"/>
                  </a:lnTo>
                  <a:lnTo>
                    <a:pt x="1153728" y="5264993"/>
                  </a:lnTo>
                  <a:lnTo>
                    <a:pt x="1154233" y="5264993"/>
                  </a:lnTo>
                  <a:lnTo>
                    <a:pt x="1154359" y="5264993"/>
                  </a:lnTo>
                  <a:lnTo>
                    <a:pt x="1154485" y="5264993"/>
                  </a:lnTo>
                  <a:lnTo>
                    <a:pt x="1154612" y="5264993"/>
                  </a:lnTo>
                  <a:lnTo>
                    <a:pt x="1154738" y="5264993"/>
                  </a:lnTo>
                  <a:lnTo>
                    <a:pt x="1154864" y="5264993"/>
                  </a:lnTo>
                  <a:lnTo>
                    <a:pt x="1155117" y="5264993"/>
                  </a:lnTo>
                  <a:lnTo>
                    <a:pt x="1155243" y="5264993"/>
                  </a:lnTo>
                  <a:lnTo>
                    <a:pt x="1155369" y="5264993"/>
                  </a:lnTo>
                  <a:lnTo>
                    <a:pt x="1155369" y="5260082"/>
                  </a:lnTo>
                  <a:lnTo>
                    <a:pt x="1155622" y="5260082"/>
                  </a:lnTo>
                  <a:lnTo>
                    <a:pt x="1155748" y="5260082"/>
                  </a:lnTo>
                  <a:lnTo>
                    <a:pt x="1155874" y="5260082"/>
                  </a:lnTo>
                  <a:lnTo>
                    <a:pt x="1156001" y="5260082"/>
                  </a:lnTo>
                  <a:lnTo>
                    <a:pt x="1156127" y="5260082"/>
                  </a:lnTo>
                  <a:lnTo>
                    <a:pt x="1156127" y="5255171"/>
                  </a:lnTo>
                  <a:lnTo>
                    <a:pt x="1156379" y="5255171"/>
                  </a:lnTo>
                  <a:lnTo>
                    <a:pt x="1156506" y="5255171"/>
                  </a:lnTo>
                  <a:lnTo>
                    <a:pt x="1156758" y="5255171"/>
                  </a:lnTo>
                  <a:lnTo>
                    <a:pt x="1156884" y="5255171"/>
                  </a:lnTo>
                  <a:lnTo>
                    <a:pt x="1157011" y="5255171"/>
                  </a:lnTo>
                  <a:lnTo>
                    <a:pt x="1157137" y="5255171"/>
                  </a:lnTo>
                  <a:lnTo>
                    <a:pt x="1157516" y="5255171"/>
                  </a:lnTo>
                  <a:lnTo>
                    <a:pt x="1157642" y="5255171"/>
                  </a:lnTo>
                  <a:lnTo>
                    <a:pt x="1157768" y="5255171"/>
                  </a:lnTo>
                  <a:lnTo>
                    <a:pt x="1157894" y="5255171"/>
                  </a:lnTo>
                  <a:lnTo>
                    <a:pt x="1158021" y="5255171"/>
                  </a:lnTo>
                  <a:lnTo>
                    <a:pt x="1158147" y="5255171"/>
                  </a:lnTo>
                  <a:lnTo>
                    <a:pt x="1158399" y="5255171"/>
                  </a:lnTo>
                  <a:lnTo>
                    <a:pt x="1158526" y="5255171"/>
                  </a:lnTo>
                  <a:lnTo>
                    <a:pt x="1158778" y="5255171"/>
                  </a:lnTo>
                  <a:lnTo>
                    <a:pt x="1158904" y="5255171"/>
                  </a:lnTo>
                  <a:lnTo>
                    <a:pt x="1159031" y="5255171"/>
                  </a:lnTo>
                  <a:lnTo>
                    <a:pt x="1159157" y="5255171"/>
                  </a:lnTo>
                  <a:lnTo>
                    <a:pt x="1159283" y="5255171"/>
                  </a:lnTo>
                  <a:lnTo>
                    <a:pt x="1159662" y="5255171"/>
                  </a:lnTo>
                  <a:lnTo>
                    <a:pt x="1160041" y="5255171"/>
                  </a:lnTo>
                  <a:lnTo>
                    <a:pt x="1160167" y="5255171"/>
                  </a:lnTo>
                  <a:lnTo>
                    <a:pt x="1160293" y="5255171"/>
                  </a:lnTo>
                  <a:lnTo>
                    <a:pt x="1160546" y="5255171"/>
                  </a:lnTo>
                  <a:lnTo>
                    <a:pt x="1160672" y="5255171"/>
                  </a:lnTo>
                  <a:lnTo>
                    <a:pt x="1160798" y="5255171"/>
                  </a:lnTo>
                  <a:lnTo>
                    <a:pt x="1160925" y="5255171"/>
                  </a:lnTo>
                  <a:lnTo>
                    <a:pt x="1161177" y="5255171"/>
                  </a:lnTo>
                  <a:lnTo>
                    <a:pt x="1161303" y="5255171"/>
                  </a:lnTo>
                  <a:lnTo>
                    <a:pt x="1161430" y="5250259"/>
                  </a:lnTo>
                  <a:lnTo>
                    <a:pt x="1161556" y="5250259"/>
                  </a:lnTo>
                  <a:lnTo>
                    <a:pt x="1161808" y="5250259"/>
                  </a:lnTo>
                  <a:lnTo>
                    <a:pt x="1161935" y="5250259"/>
                  </a:lnTo>
                  <a:lnTo>
                    <a:pt x="1162187" y="5250259"/>
                  </a:lnTo>
                  <a:lnTo>
                    <a:pt x="1162313" y="5250259"/>
                  </a:lnTo>
                  <a:lnTo>
                    <a:pt x="1162440" y="5250259"/>
                  </a:lnTo>
                  <a:lnTo>
                    <a:pt x="1162566" y="5245348"/>
                  </a:lnTo>
                  <a:lnTo>
                    <a:pt x="1162692" y="5240437"/>
                  </a:lnTo>
                  <a:lnTo>
                    <a:pt x="1162945" y="5240437"/>
                  </a:lnTo>
                  <a:lnTo>
                    <a:pt x="1162945" y="5235525"/>
                  </a:lnTo>
                  <a:lnTo>
                    <a:pt x="1163071" y="5235525"/>
                  </a:lnTo>
                  <a:lnTo>
                    <a:pt x="1163197" y="5235525"/>
                  </a:lnTo>
                  <a:lnTo>
                    <a:pt x="1163450" y="5235525"/>
                  </a:lnTo>
                  <a:lnTo>
                    <a:pt x="1163702" y="5235525"/>
                  </a:lnTo>
                  <a:lnTo>
                    <a:pt x="1163955" y="5235525"/>
                  </a:lnTo>
                  <a:lnTo>
                    <a:pt x="1164207" y="5235525"/>
                  </a:lnTo>
                  <a:lnTo>
                    <a:pt x="1164333" y="5235525"/>
                  </a:lnTo>
                  <a:lnTo>
                    <a:pt x="1164460" y="5235525"/>
                  </a:lnTo>
                  <a:lnTo>
                    <a:pt x="1164586" y="5235525"/>
                  </a:lnTo>
                  <a:lnTo>
                    <a:pt x="1164712" y="5235525"/>
                  </a:lnTo>
                  <a:lnTo>
                    <a:pt x="1164838" y="5235525"/>
                  </a:lnTo>
                  <a:lnTo>
                    <a:pt x="1164965" y="5235525"/>
                  </a:lnTo>
                  <a:lnTo>
                    <a:pt x="1165217" y="5230614"/>
                  </a:lnTo>
                  <a:lnTo>
                    <a:pt x="1165344" y="5230614"/>
                  </a:lnTo>
                  <a:lnTo>
                    <a:pt x="1165470" y="5230614"/>
                  </a:lnTo>
                  <a:lnTo>
                    <a:pt x="1165596" y="5230614"/>
                  </a:lnTo>
                  <a:lnTo>
                    <a:pt x="1165722" y="5230614"/>
                  </a:lnTo>
                  <a:lnTo>
                    <a:pt x="1165849" y="5230614"/>
                  </a:lnTo>
                  <a:lnTo>
                    <a:pt x="1165975" y="5230614"/>
                  </a:lnTo>
                  <a:lnTo>
                    <a:pt x="1166101" y="5230614"/>
                  </a:lnTo>
                  <a:lnTo>
                    <a:pt x="1166227" y="5230614"/>
                  </a:lnTo>
                  <a:lnTo>
                    <a:pt x="1166354" y="5230614"/>
                  </a:lnTo>
                  <a:lnTo>
                    <a:pt x="1166480" y="5230614"/>
                  </a:lnTo>
                  <a:lnTo>
                    <a:pt x="1166985" y="5230614"/>
                  </a:lnTo>
                  <a:lnTo>
                    <a:pt x="1167111" y="5230614"/>
                  </a:lnTo>
                  <a:lnTo>
                    <a:pt x="1167237" y="5230614"/>
                  </a:lnTo>
                  <a:lnTo>
                    <a:pt x="1167616" y="5230614"/>
                  </a:lnTo>
                  <a:lnTo>
                    <a:pt x="1167869" y="5230614"/>
                  </a:lnTo>
                  <a:lnTo>
                    <a:pt x="1167995" y="5230614"/>
                  </a:lnTo>
                  <a:lnTo>
                    <a:pt x="1168374" y="5230614"/>
                  </a:lnTo>
                  <a:lnTo>
                    <a:pt x="1169005" y="5230614"/>
                  </a:lnTo>
                  <a:lnTo>
                    <a:pt x="1169131" y="5230614"/>
                  </a:lnTo>
                  <a:lnTo>
                    <a:pt x="1169384" y="5230614"/>
                  </a:lnTo>
                  <a:lnTo>
                    <a:pt x="1169510" y="5230614"/>
                  </a:lnTo>
                  <a:lnTo>
                    <a:pt x="1169636" y="5230614"/>
                  </a:lnTo>
                  <a:lnTo>
                    <a:pt x="1169762" y="5230614"/>
                  </a:lnTo>
                  <a:lnTo>
                    <a:pt x="1169889" y="5225702"/>
                  </a:lnTo>
                  <a:lnTo>
                    <a:pt x="1170015" y="5225702"/>
                  </a:lnTo>
                  <a:lnTo>
                    <a:pt x="1170394" y="5225702"/>
                  </a:lnTo>
                  <a:lnTo>
                    <a:pt x="1170520" y="5225702"/>
                  </a:lnTo>
                  <a:lnTo>
                    <a:pt x="1170646" y="5225702"/>
                  </a:lnTo>
                  <a:lnTo>
                    <a:pt x="1170773" y="5225702"/>
                  </a:lnTo>
                  <a:lnTo>
                    <a:pt x="1171025" y="5225702"/>
                  </a:lnTo>
                  <a:lnTo>
                    <a:pt x="1171278" y="5225702"/>
                  </a:lnTo>
                  <a:lnTo>
                    <a:pt x="1171656" y="5225702"/>
                  </a:lnTo>
                  <a:lnTo>
                    <a:pt x="1171909" y="5225702"/>
                  </a:lnTo>
                  <a:lnTo>
                    <a:pt x="1172288" y="5225702"/>
                  </a:lnTo>
                  <a:lnTo>
                    <a:pt x="1172666" y="5225702"/>
                  </a:lnTo>
                  <a:lnTo>
                    <a:pt x="1172919" y="5225702"/>
                  </a:lnTo>
                  <a:lnTo>
                    <a:pt x="1173045" y="5225702"/>
                  </a:lnTo>
                  <a:lnTo>
                    <a:pt x="1173171" y="5225702"/>
                  </a:lnTo>
                  <a:lnTo>
                    <a:pt x="1173298" y="5225702"/>
                  </a:lnTo>
                  <a:lnTo>
                    <a:pt x="1173550" y="5225702"/>
                  </a:lnTo>
                  <a:lnTo>
                    <a:pt x="1173803" y="5225702"/>
                  </a:lnTo>
                  <a:lnTo>
                    <a:pt x="1174181" y="5225702"/>
                  </a:lnTo>
                  <a:lnTo>
                    <a:pt x="1174308" y="5225702"/>
                  </a:lnTo>
                  <a:lnTo>
                    <a:pt x="1174560" y="5225702"/>
                  </a:lnTo>
                  <a:lnTo>
                    <a:pt x="1174686" y="5225702"/>
                  </a:lnTo>
                  <a:lnTo>
                    <a:pt x="1175191" y="5225702"/>
                  </a:lnTo>
                  <a:lnTo>
                    <a:pt x="1175570" y="5225702"/>
                  </a:lnTo>
                  <a:lnTo>
                    <a:pt x="1175697" y="5225702"/>
                  </a:lnTo>
                  <a:lnTo>
                    <a:pt x="1175823" y="5225702"/>
                  </a:lnTo>
                  <a:lnTo>
                    <a:pt x="1175949" y="5225702"/>
                  </a:lnTo>
                  <a:lnTo>
                    <a:pt x="1176075" y="5225702"/>
                  </a:lnTo>
                  <a:lnTo>
                    <a:pt x="1176202" y="5225702"/>
                  </a:lnTo>
                  <a:lnTo>
                    <a:pt x="1176328" y="5225702"/>
                  </a:lnTo>
                  <a:lnTo>
                    <a:pt x="1176454" y="5225702"/>
                  </a:lnTo>
                  <a:lnTo>
                    <a:pt x="1176707" y="5225702"/>
                  </a:lnTo>
                  <a:lnTo>
                    <a:pt x="1176833" y="5225702"/>
                  </a:lnTo>
                  <a:lnTo>
                    <a:pt x="1176959" y="5225702"/>
                  </a:lnTo>
                  <a:lnTo>
                    <a:pt x="1177085" y="5225702"/>
                  </a:lnTo>
                  <a:lnTo>
                    <a:pt x="1177212" y="5225702"/>
                  </a:lnTo>
                  <a:lnTo>
                    <a:pt x="1177464" y="5225702"/>
                  </a:lnTo>
                  <a:lnTo>
                    <a:pt x="1177717" y="5225702"/>
                  </a:lnTo>
                  <a:lnTo>
                    <a:pt x="1177969" y="5225702"/>
                  </a:lnTo>
                  <a:lnTo>
                    <a:pt x="1178095" y="5225702"/>
                  </a:lnTo>
                  <a:lnTo>
                    <a:pt x="1178222" y="5225702"/>
                  </a:lnTo>
                  <a:lnTo>
                    <a:pt x="1178348" y="5225702"/>
                  </a:lnTo>
                  <a:lnTo>
                    <a:pt x="1178600" y="5225702"/>
                  </a:lnTo>
                  <a:lnTo>
                    <a:pt x="1178727" y="5220791"/>
                  </a:lnTo>
                  <a:lnTo>
                    <a:pt x="1178979" y="5220791"/>
                  </a:lnTo>
                  <a:lnTo>
                    <a:pt x="1179105" y="5220791"/>
                  </a:lnTo>
                  <a:lnTo>
                    <a:pt x="1179358" y="5220791"/>
                  </a:lnTo>
                  <a:lnTo>
                    <a:pt x="1179484" y="5220791"/>
                  </a:lnTo>
                  <a:lnTo>
                    <a:pt x="1179610" y="5220791"/>
                  </a:lnTo>
                  <a:lnTo>
                    <a:pt x="1179863" y="5220791"/>
                  </a:lnTo>
                  <a:lnTo>
                    <a:pt x="1179989" y="5220791"/>
                  </a:lnTo>
                  <a:lnTo>
                    <a:pt x="1180115" y="5220791"/>
                  </a:lnTo>
                  <a:lnTo>
                    <a:pt x="1180368" y="5220791"/>
                  </a:lnTo>
                  <a:lnTo>
                    <a:pt x="1180621" y="5220791"/>
                  </a:lnTo>
                  <a:lnTo>
                    <a:pt x="1180747" y="5220791"/>
                  </a:lnTo>
                  <a:lnTo>
                    <a:pt x="1180873" y="5220791"/>
                  </a:lnTo>
                  <a:lnTo>
                    <a:pt x="1181378" y="5220791"/>
                  </a:lnTo>
                  <a:lnTo>
                    <a:pt x="1181504" y="5220791"/>
                  </a:lnTo>
                  <a:lnTo>
                    <a:pt x="1181631" y="5220791"/>
                  </a:lnTo>
                  <a:lnTo>
                    <a:pt x="1181631" y="5215880"/>
                  </a:lnTo>
                  <a:lnTo>
                    <a:pt x="1181757" y="5215880"/>
                  </a:lnTo>
                  <a:lnTo>
                    <a:pt x="1181883" y="5215880"/>
                  </a:lnTo>
                  <a:lnTo>
                    <a:pt x="1182009" y="5215880"/>
                  </a:lnTo>
                  <a:lnTo>
                    <a:pt x="1182136" y="5215880"/>
                  </a:lnTo>
                  <a:lnTo>
                    <a:pt x="1182388" y="5215880"/>
                  </a:lnTo>
                  <a:lnTo>
                    <a:pt x="1182514" y="5215880"/>
                  </a:lnTo>
                  <a:lnTo>
                    <a:pt x="1182641" y="5215880"/>
                  </a:lnTo>
                  <a:lnTo>
                    <a:pt x="1182893" y="5215880"/>
                  </a:lnTo>
                  <a:lnTo>
                    <a:pt x="1183146" y="5215880"/>
                  </a:lnTo>
                  <a:lnTo>
                    <a:pt x="1183272" y="5210968"/>
                  </a:lnTo>
                  <a:lnTo>
                    <a:pt x="1183272" y="5206057"/>
                  </a:lnTo>
                  <a:lnTo>
                    <a:pt x="1183524" y="5206057"/>
                  </a:lnTo>
                  <a:lnTo>
                    <a:pt x="1184029" y="5206057"/>
                  </a:lnTo>
                  <a:lnTo>
                    <a:pt x="1184282" y="5206057"/>
                  </a:lnTo>
                  <a:lnTo>
                    <a:pt x="1184408" y="5206057"/>
                  </a:lnTo>
                  <a:lnTo>
                    <a:pt x="1184534" y="5206057"/>
                  </a:lnTo>
                  <a:lnTo>
                    <a:pt x="1184787" y="5206057"/>
                  </a:lnTo>
                  <a:lnTo>
                    <a:pt x="1185039" y="5206057"/>
                  </a:lnTo>
                  <a:lnTo>
                    <a:pt x="1185166" y="5206057"/>
                  </a:lnTo>
                  <a:lnTo>
                    <a:pt x="1185292" y="5206057"/>
                  </a:lnTo>
                  <a:lnTo>
                    <a:pt x="1185418" y="5206057"/>
                  </a:lnTo>
                  <a:lnTo>
                    <a:pt x="1185544" y="5206057"/>
                  </a:lnTo>
                  <a:lnTo>
                    <a:pt x="1185671" y="5206057"/>
                  </a:lnTo>
                  <a:lnTo>
                    <a:pt x="1185797" y="5206057"/>
                  </a:lnTo>
                  <a:lnTo>
                    <a:pt x="1186176" y="5206057"/>
                  </a:lnTo>
                  <a:lnTo>
                    <a:pt x="1186302" y="5206057"/>
                  </a:lnTo>
                  <a:lnTo>
                    <a:pt x="1186555" y="5206057"/>
                  </a:lnTo>
                  <a:lnTo>
                    <a:pt x="1186933" y="5206057"/>
                  </a:lnTo>
                  <a:lnTo>
                    <a:pt x="1186933" y="5201146"/>
                  </a:lnTo>
                  <a:lnTo>
                    <a:pt x="1187060" y="5201146"/>
                  </a:lnTo>
                  <a:lnTo>
                    <a:pt x="1187186" y="5201146"/>
                  </a:lnTo>
                  <a:lnTo>
                    <a:pt x="1187312" y="5201146"/>
                  </a:lnTo>
                  <a:lnTo>
                    <a:pt x="1187438" y="5201146"/>
                  </a:lnTo>
                  <a:lnTo>
                    <a:pt x="1187565" y="5201146"/>
                  </a:lnTo>
                  <a:lnTo>
                    <a:pt x="1187691" y="5201146"/>
                  </a:lnTo>
                  <a:lnTo>
                    <a:pt x="1188070" y="5201146"/>
                  </a:lnTo>
                  <a:lnTo>
                    <a:pt x="1188196" y="5201146"/>
                  </a:lnTo>
                  <a:lnTo>
                    <a:pt x="1188575" y="5201146"/>
                  </a:lnTo>
                  <a:lnTo>
                    <a:pt x="1188701" y="5201146"/>
                  </a:lnTo>
                  <a:lnTo>
                    <a:pt x="1188827" y="5201146"/>
                  </a:lnTo>
                  <a:lnTo>
                    <a:pt x="1188953" y="5201146"/>
                  </a:lnTo>
                  <a:lnTo>
                    <a:pt x="1189080" y="5201146"/>
                  </a:lnTo>
                  <a:lnTo>
                    <a:pt x="1189332" y="5201146"/>
                  </a:lnTo>
                  <a:lnTo>
                    <a:pt x="1189458" y="5201146"/>
                  </a:lnTo>
                  <a:lnTo>
                    <a:pt x="1189585" y="5201146"/>
                  </a:lnTo>
                  <a:lnTo>
                    <a:pt x="1190342" y="5201146"/>
                  </a:lnTo>
                  <a:lnTo>
                    <a:pt x="1190468" y="5201146"/>
                  </a:lnTo>
                  <a:lnTo>
                    <a:pt x="1190595" y="5201146"/>
                  </a:lnTo>
                  <a:lnTo>
                    <a:pt x="1190847" y="5201146"/>
                  </a:lnTo>
                  <a:lnTo>
                    <a:pt x="1190974" y="5201146"/>
                  </a:lnTo>
                  <a:lnTo>
                    <a:pt x="1191100" y="5201146"/>
                  </a:lnTo>
                  <a:lnTo>
                    <a:pt x="1191226" y="5201146"/>
                  </a:lnTo>
                  <a:lnTo>
                    <a:pt x="1191352" y="5201146"/>
                  </a:lnTo>
                  <a:lnTo>
                    <a:pt x="1191479" y="5201146"/>
                  </a:lnTo>
                  <a:lnTo>
                    <a:pt x="1191605" y="5201146"/>
                  </a:lnTo>
                  <a:lnTo>
                    <a:pt x="1191731" y="5201146"/>
                  </a:lnTo>
                  <a:lnTo>
                    <a:pt x="1191857" y="5201146"/>
                  </a:lnTo>
                  <a:lnTo>
                    <a:pt x="1191984" y="5201146"/>
                  </a:lnTo>
                  <a:lnTo>
                    <a:pt x="1192236" y="5201146"/>
                  </a:lnTo>
                  <a:lnTo>
                    <a:pt x="1192362" y="5191323"/>
                  </a:lnTo>
                  <a:lnTo>
                    <a:pt x="1192489" y="5191323"/>
                  </a:lnTo>
                  <a:lnTo>
                    <a:pt x="1192615" y="5191323"/>
                  </a:lnTo>
                  <a:lnTo>
                    <a:pt x="1192741" y="5191323"/>
                  </a:lnTo>
                  <a:lnTo>
                    <a:pt x="1192867" y="5191323"/>
                  </a:lnTo>
                  <a:lnTo>
                    <a:pt x="1193120" y="5191323"/>
                  </a:lnTo>
                  <a:lnTo>
                    <a:pt x="1193246" y="5191323"/>
                  </a:lnTo>
                  <a:lnTo>
                    <a:pt x="1193372" y="5191323"/>
                  </a:lnTo>
                  <a:lnTo>
                    <a:pt x="1193499" y="5191323"/>
                  </a:lnTo>
                  <a:lnTo>
                    <a:pt x="1193625" y="5191323"/>
                  </a:lnTo>
                  <a:lnTo>
                    <a:pt x="1193751" y="5191323"/>
                  </a:lnTo>
                  <a:lnTo>
                    <a:pt x="1193877" y="5191323"/>
                  </a:lnTo>
                  <a:lnTo>
                    <a:pt x="1194004" y="5191323"/>
                  </a:lnTo>
                  <a:lnTo>
                    <a:pt x="1194509" y="5191323"/>
                  </a:lnTo>
                  <a:lnTo>
                    <a:pt x="1194635" y="5191323"/>
                  </a:lnTo>
                  <a:lnTo>
                    <a:pt x="1194761" y="5191323"/>
                  </a:lnTo>
                  <a:lnTo>
                    <a:pt x="1195140" y="5191323"/>
                  </a:lnTo>
                  <a:lnTo>
                    <a:pt x="1195645" y="5191323"/>
                  </a:lnTo>
                  <a:lnTo>
                    <a:pt x="1195771" y="5191323"/>
                  </a:lnTo>
                  <a:lnTo>
                    <a:pt x="1195898" y="5191323"/>
                  </a:lnTo>
                  <a:lnTo>
                    <a:pt x="1196024" y="5191323"/>
                  </a:lnTo>
                  <a:lnTo>
                    <a:pt x="1196276" y="5191323"/>
                  </a:lnTo>
                  <a:lnTo>
                    <a:pt x="1196529" y="5191323"/>
                  </a:lnTo>
                  <a:lnTo>
                    <a:pt x="1196781" y="5191323"/>
                  </a:lnTo>
                  <a:lnTo>
                    <a:pt x="1196908" y="5191323"/>
                  </a:lnTo>
                  <a:lnTo>
                    <a:pt x="1197034" y="5191323"/>
                  </a:lnTo>
                  <a:lnTo>
                    <a:pt x="1197413" y="5191323"/>
                  </a:lnTo>
                  <a:lnTo>
                    <a:pt x="1197665" y="5191323"/>
                  </a:lnTo>
                  <a:lnTo>
                    <a:pt x="1197791" y="5191323"/>
                  </a:lnTo>
                  <a:lnTo>
                    <a:pt x="1197918" y="5191323"/>
                  </a:lnTo>
                  <a:lnTo>
                    <a:pt x="1198044" y="5191323"/>
                  </a:lnTo>
                  <a:lnTo>
                    <a:pt x="1198170" y="5191323"/>
                  </a:lnTo>
                  <a:lnTo>
                    <a:pt x="1198296" y="5191323"/>
                  </a:lnTo>
                  <a:lnTo>
                    <a:pt x="1198801" y="5186411"/>
                  </a:lnTo>
                  <a:lnTo>
                    <a:pt x="1199054" y="5186411"/>
                  </a:lnTo>
                  <a:lnTo>
                    <a:pt x="1199180" y="5186411"/>
                  </a:lnTo>
                  <a:lnTo>
                    <a:pt x="1199306" y="5186411"/>
                  </a:lnTo>
                  <a:lnTo>
                    <a:pt x="1199433" y="5186411"/>
                  </a:lnTo>
                  <a:lnTo>
                    <a:pt x="1199685" y="5186411"/>
                  </a:lnTo>
                  <a:lnTo>
                    <a:pt x="1199811" y="5181500"/>
                  </a:lnTo>
                  <a:lnTo>
                    <a:pt x="1199938" y="5181500"/>
                  </a:lnTo>
                  <a:lnTo>
                    <a:pt x="1200064" y="5181500"/>
                  </a:lnTo>
                  <a:lnTo>
                    <a:pt x="1200316" y="5181500"/>
                  </a:lnTo>
                  <a:lnTo>
                    <a:pt x="1201074" y="5181500"/>
                  </a:lnTo>
                  <a:lnTo>
                    <a:pt x="1201327" y="5181500"/>
                  </a:lnTo>
                  <a:lnTo>
                    <a:pt x="1201453" y="5181500"/>
                  </a:lnTo>
                  <a:lnTo>
                    <a:pt x="1201579" y="5181500"/>
                  </a:lnTo>
                  <a:lnTo>
                    <a:pt x="1201958" y="5181500"/>
                  </a:lnTo>
                  <a:lnTo>
                    <a:pt x="1202084" y="5181500"/>
                  </a:lnTo>
                  <a:lnTo>
                    <a:pt x="1202337" y="5181500"/>
                  </a:lnTo>
                  <a:lnTo>
                    <a:pt x="1202463" y="5181500"/>
                  </a:lnTo>
                  <a:lnTo>
                    <a:pt x="1202589" y="5181500"/>
                  </a:lnTo>
                  <a:lnTo>
                    <a:pt x="1202715" y="5181500"/>
                  </a:lnTo>
                  <a:lnTo>
                    <a:pt x="1202968" y="5181500"/>
                  </a:lnTo>
                  <a:lnTo>
                    <a:pt x="1203220" y="5181500"/>
                  </a:lnTo>
                  <a:lnTo>
                    <a:pt x="1203473" y="5181500"/>
                  </a:lnTo>
                  <a:lnTo>
                    <a:pt x="1203599" y="5181500"/>
                  </a:lnTo>
                  <a:lnTo>
                    <a:pt x="1203725" y="5181500"/>
                  </a:lnTo>
                  <a:lnTo>
                    <a:pt x="1203978" y="5181500"/>
                  </a:lnTo>
                  <a:lnTo>
                    <a:pt x="1204230" y="5181500"/>
                  </a:lnTo>
                  <a:lnTo>
                    <a:pt x="1204357" y="5181500"/>
                  </a:lnTo>
                  <a:lnTo>
                    <a:pt x="1204483" y="5181500"/>
                  </a:lnTo>
                  <a:lnTo>
                    <a:pt x="1204735" y="5181500"/>
                  </a:lnTo>
                  <a:lnTo>
                    <a:pt x="1204735" y="5176589"/>
                  </a:lnTo>
                  <a:lnTo>
                    <a:pt x="1204862" y="5176589"/>
                  </a:lnTo>
                  <a:lnTo>
                    <a:pt x="1204988" y="5176589"/>
                  </a:lnTo>
                  <a:lnTo>
                    <a:pt x="1205114" y="5176589"/>
                  </a:lnTo>
                  <a:lnTo>
                    <a:pt x="1205493" y="5176589"/>
                  </a:lnTo>
                  <a:lnTo>
                    <a:pt x="1205745" y="5176589"/>
                  </a:lnTo>
                  <a:lnTo>
                    <a:pt x="1205998" y="5176589"/>
                  </a:lnTo>
                  <a:lnTo>
                    <a:pt x="1206124" y="5176589"/>
                  </a:lnTo>
                  <a:lnTo>
                    <a:pt x="1206251" y="5176589"/>
                  </a:lnTo>
                  <a:lnTo>
                    <a:pt x="1206377" y="5176589"/>
                  </a:lnTo>
                  <a:lnTo>
                    <a:pt x="1206377" y="5171677"/>
                  </a:lnTo>
                  <a:lnTo>
                    <a:pt x="1206629" y="5171677"/>
                  </a:lnTo>
                  <a:lnTo>
                    <a:pt x="1206756" y="5171677"/>
                  </a:lnTo>
                  <a:lnTo>
                    <a:pt x="1207008" y="5171677"/>
                  </a:lnTo>
                  <a:lnTo>
                    <a:pt x="1207134" y="5171677"/>
                  </a:lnTo>
                  <a:lnTo>
                    <a:pt x="1207261" y="5171677"/>
                  </a:lnTo>
                  <a:lnTo>
                    <a:pt x="1207387" y="5171677"/>
                  </a:lnTo>
                  <a:lnTo>
                    <a:pt x="1207639" y="5171677"/>
                  </a:lnTo>
                  <a:lnTo>
                    <a:pt x="1207766" y="5171677"/>
                  </a:lnTo>
                  <a:lnTo>
                    <a:pt x="1208018" y="5171677"/>
                  </a:lnTo>
                  <a:lnTo>
                    <a:pt x="1208144" y="5171677"/>
                  </a:lnTo>
                  <a:lnTo>
                    <a:pt x="1208271" y="5171677"/>
                  </a:lnTo>
                  <a:lnTo>
                    <a:pt x="1208523" y="5171677"/>
                  </a:lnTo>
                  <a:lnTo>
                    <a:pt x="1208649" y="5171677"/>
                  </a:lnTo>
                  <a:lnTo>
                    <a:pt x="1208776" y="5171677"/>
                  </a:lnTo>
                  <a:lnTo>
                    <a:pt x="1208902" y="5171677"/>
                  </a:lnTo>
                  <a:lnTo>
                    <a:pt x="1209154" y="5171677"/>
                  </a:lnTo>
                  <a:lnTo>
                    <a:pt x="1209281" y="5171677"/>
                  </a:lnTo>
                  <a:lnTo>
                    <a:pt x="1209407" y="5171677"/>
                  </a:lnTo>
                  <a:lnTo>
                    <a:pt x="1209533" y="5171677"/>
                  </a:lnTo>
                  <a:lnTo>
                    <a:pt x="1209659" y="5171677"/>
                  </a:lnTo>
                  <a:lnTo>
                    <a:pt x="1209912" y="5171677"/>
                  </a:lnTo>
                  <a:lnTo>
                    <a:pt x="1210038" y="5171677"/>
                  </a:lnTo>
                  <a:lnTo>
                    <a:pt x="1210164" y="5171677"/>
                  </a:lnTo>
                  <a:lnTo>
                    <a:pt x="1210417" y="5171677"/>
                  </a:lnTo>
                  <a:lnTo>
                    <a:pt x="1211174" y="5171677"/>
                  </a:lnTo>
                  <a:lnTo>
                    <a:pt x="1211301" y="5171677"/>
                  </a:lnTo>
                  <a:lnTo>
                    <a:pt x="1211553" y="5171677"/>
                  </a:lnTo>
                  <a:lnTo>
                    <a:pt x="1211680" y="5171677"/>
                  </a:lnTo>
                  <a:lnTo>
                    <a:pt x="1211932" y="5171677"/>
                  </a:lnTo>
                  <a:lnTo>
                    <a:pt x="1212058" y="5171677"/>
                  </a:lnTo>
                  <a:lnTo>
                    <a:pt x="1212185" y="5171677"/>
                  </a:lnTo>
                  <a:lnTo>
                    <a:pt x="1212311" y="5171677"/>
                  </a:lnTo>
                  <a:lnTo>
                    <a:pt x="1212437" y="5171677"/>
                  </a:lnTo>
                  <a:lnTo>
                    <a:pt x="1212690" y="5171677"/>
                  </a:lnTo>
                  <a:lnTo>
                    <a:pt x="1212942" y="5166766"/>
                  </a:lnTo>
                  <a:lnTo>
                    <a:pt x="1213068" y="5166766"/>
                  </a:lnTo>
                  <a:lnTo>
                    <a:pt x="1213195" y="5166766"/>
                  </a:lnTo>
                  <a:lnTo>
                    <a:pt x="1213447" y="5166766"/>
                  </a:lnTo>
                  <a:lnTo>
                    <a:pt x="1213573" y="5166766"/>
                  </a:lnTo>
                  <a:lnTo>
                    <a:pt x="1213826" y="5166766"/>
                  </a:lnTo>
                  <a:lnTo>
                    <a:pt x="1213952" y="5166766"/>
                  </a:lnTo>
                  <a:lnTo>
                    <a:pt x="1214078" y="5166766"/>
                  </a:lnTo>
                  <a:lnTo>
                    <a:pt x="1214836" y="5166766"/>
                  </a:lnTo>
                  <a:lnTo>
                    <a:pt x="1214962" y="5166766"/>
                  </a:lnTo>
                  <a:lnTo>
                    <a:pt x="1215088" y="5166766"/>
                  </a:lnTo>
                  <a:lnTo>
                    <a:pt x="1215341" y="5166766"/>
                  </a:lnTo>
                  <a:lnTo>
                    <a:pt x="1215467" y="5166766"/>
                  </a:lnTo>
                  <a:lnTo>
                    <a:pt x="1215720" y="5166766"/>
                  </a:lnTo>
                  <a:lnTo>
                    <a:pt x="1215972" y="5166766"/>
                  </a:lnTo>
                  <a:lnTo>
                    <a:pt x="1216225" y="5166766"/>
                  </a:lnTo>
                  <a:lnTo>
                    <a:pt x="1216351" y="5166766"/>
                  </a:lnTo>
                  <a:lnTo>
                    <a:pt x="1216730" y="5166766"/>
                  </a:lnTo>
                  <a:lnTo>
                    <a:pt x="1216856" y="5166766"/>
                  </a:lnTo>
                  <a:lnTo>
                    <a:pt x="1216982" y="5166766"/>
                  </a:lnTo>
                  <a:lnTo>
                    <a:pt x="1217109" y="5166766"/>
                  </a:lnTo>
                  <a:lnTo>
                    <a:pt x="1217235" y="5166766"/>
                  </a:lnTo>
                  <a:lnTo>
                    <a:pt x="1217361" y="5166766"/>
                  </a:lnTo>
                  <a:lnTo>
                    <a:pt x="1217487" y="5166766"/>
                  </a:lnTo>
                  <a:lnTo>
                    <a:pt x="1217614" y="5161855"/>
                  </a:lnTo>
                  <a:lnTo>
                    <a:pt x="1217866" y="5161855"/>
                  </a:lnTo>
                  <a:lnTo>
                    <a:pt x="1217992" y="5161855"/>
                  </a:lnTo>
                  <a:lnTo>
                    <a:pt x="1218245" y="5161855"/>
                  </a:lnTo>
                  <a:lnTo>
                    <a:pt x="1218497" y="5161855"/>
                  </a:lnTo>
                  <a:lnTo>
                    <a:pt x="1218750" y="5161855"/>
                  </a:lnTo>
                  <a:lnTo>
                    <a:pt x="1219002" y="5161855"/>
                  </a:lnTo>
                  <a:lnTo>
                    <a:pt x="1219129" y="5161855"/>
                  </a:lnTo>
                  <a:lnTo>
                    <a:pt x="1219255" y="5161855"/>
                  </a:lnTo>
                  <a:lnTo>
                    <a:pt x="1219507" y="5161855"/>
                  </a:lnTo>
                  <a:lnTo>
                    <a:pt x="1219634" y="5161855"/>
                  </a:lnTo>
                  <a:lnTo>
                    <a:pt x="1219760" y="5161855"/>
                  </a:lnTo>
                  <a:lnTo>
                    <a:pt x="1220265" y="5161855"/>
                  </a:lnTo>
                  <a:lnTo>
                    <a:pt x="1220391" y="5161855"/>
                  </a:lnTo>
                  <a:lnTo>
                    <a:pt x="1221022" y="5161855"/>
                  </a:lnTo>
                  <a:lnTo>
                    <a:pt x="1221149" y="5161855"/>
                  </a:lnTo>
                  <a:lnTo>
                    <a:pt x="1221149" y="5156943"/>
                  </a:lnTo>
                  <a:lnTo>
                    <a:pt x="1221275" y="5156943"/>
                  </a:lnTo>
                  <a:lnTo>
                    <a:pt x="1221401" y="5156943"/>
                  </a:lnTo>
                  <a:lnTo>
                    <a:pt x="1221654" y="5156943"/>
                  </a:lnTo>
                  <a:lnTo>
                    <a:pt x="1221906" y="5156943"/>
                  </a:lnTo>
                  <a:lnTo>
                    <a:pt x="1222159" y="5156943"/>
                  </a:lnTo>
                  <a:lnTo>
                    <a:pt x="1222411" y="5156943"/>
                  </a:lnTo>
                  <a:lnTo>
                    <a:pt x="1222538" y="5156943"/>
                  </a:lnTo>
                  <a:lnTo>
                    <a:pt x="1222790" y="5156943"/>
                  </a:lnTo>
                  <a:lnTo>
                    <a:pt x="1222916" y="5156943"/>
                  </a:lnTo>
                  <a:lnTo>
                    <a:pt x="1223043" y="5156943"/>
                  </a:lnTo>
                  <a:lnTo>
                    <a:pt x="1223169" y="5156943"/>
                  </a:lnTo>
                  <a:lnTo>
                    <a:pt x="1223548" y="5156943"/>
                  </a:lnTo>
                  <a:lnTo>
                    <a:pt x="1223800" y="5156943"/>
                  </a:lnTo>
                  <a:lnTo>
                    <a:pt x="1223926" y="5156943"/>
                  </a:lnTo>
                  <a:lnTo>
                    <a:pt x="1224053" y="5156943"/>
                  </a:lnTo>
                  <a:lnTo>
                    <a:pt x="1224179" y="5156943"/>
                  </a:lnTo>
                  <a:lnTo>
                    <a:pt x="1224431" y="5156943"/>
                  </a:lnTo>
                  <a:lnTo>
                    <a:pt x="1224558" y="5156943"/>
                  </a:lnTo>
                  <a:lnTo>
                    <a:pt x="1224684" y="5156943"/>
                  </a:lnTo>
                  <a:lnTo>
                    <a:pt x="1224810" y="5156943"/>
                  </a:lnTo>
                  <a:lnTo>
                    <a:pt x="1224936" y="5156943"/>
                  </a:lnTo>
                  <a:lnTo>
                    <a:pt x="1225063" y="5156943"/>
                  </a:lnTo>
                  <a:lnTo>
                    <a:pt x="1225315" y="5156943"/>
                  </a:lnTo>
                  <a:lnTo>
                    <a:pt x="1225441" y="5156943"/>
                  </a:lnTo>
                  <a:lnTo>
                    <a:pt x="1225568" y="5156943"/>
                  </a:lnTo>
                  <a:lnTo>
                    <a:pt x="1225694" y="5156943"/>
                  </a:lnTo>
                  <a:lnTo>
                    <a:pt x="1225820" y="5156943"/>
                  </a:lnTo>
                  <a:lnTo>
                    <a:pt x="1225946" y="5156943"/>
                  </a:lnTo>
                  <a:lnTo>
                    <a:pt x="1226073" y="5156943"/>
                  </a:lnTo>
                  <a:lnTo>
                    <a:pt x="1226199" y="5156943"/>
                  </a:lnTo>
                  <a:lnTo>
                    <a:pt x="1226325" y="5156943"/>
                  </a:lnTo>
                  <a:lnTo>
                    <a:pt x="1226451" y="5156943"/>
                  </a:lnTo>
                  <a:lnTo>
                    <a:pt x="1226957" y="5156943"/>
                  </a:lnTo>
                  <a:lnTo>
                    <a:pt x="1227083" y="5156943"/>
                  </a:lnTo>
                  <a:lnTo>
                    <a:pt x="1227462" y="5156943"/>
                  </a:lnTo>
                  <a:lnTo>
                    <a:pt x="1227714" y="5156943"/>
                  </a:lnTo>
                  <a:lnTo>
                    <a:pt x="1227840" y="5156943"/>
                  </a:lnTo>
                  <a:lnTo>
                    <a:pt x="1227967" y="5156943"/>
                  </a:lnTo>
                  <a:lnTo>
                    <a:pt x="1228093" y="5156943"/>
                  </a:lnTo>
                  <a:lnTo>
                    <a:pt x="1228219" y="5156943"/>
                  </a:lnTo>
                  <a:lnTo>
                    <a:pt x="1228345" y="5156943"/>
                  </a:lnTo>
                  <a:lnTo>
                    <a:pt x="1228724" y="5156943"/>
                  </a:lnTo>
                  <a:lnTo>
                    <a:pt x="1229103" y="5156943"/>
                  </a:lnTo>
                  <a:lnTo>
                    <a:pt x="1229229" y="5156943"/>
                  </a:lnTo>
                  <a:lnTo>
                    <a:pt x="1229355" y="5156943"/>
                  </a:lnTo>
                  <a:lnTo>
                    <a:pt x="1229482" y="5156943"/>
                  </a:lnTo>
                  <a:lnTo>
                    <a:pt x="1229608" y="5156943"/>
                  </a:lnTo>
                  <a:lnTo>
                    <a:pt x="1229608" y="5152032"/>
                  </a:lnTo>
                  <a:lnTo>
                    <a:pt x="1229860" y="5152032"/>
                  </a:lnTo>
                  <a:lnTo>
                    <a:pt x="1229987" y="5152032"/>
                  </a:lnTo>
                  <a:lnTo>
                    <a:pt x="1230113" y="5152032"/>
                  </a:lnTo>
                  <a:lnTo>
                    <a:pt x="1230239" y="5152032"/>
                  </a:lnTo>
                  <a:lnTo>
                    <a:pt x="1230365" y="5152032"/>
                  </a:lnTo>
                  <a:lnTo>
                    <a:pt x="1230744" y="5152032"/>
                  </a:lnTo>
                  <a:lnTo>
                    <a:pt x="1230997" y="5152032"/>
                  </a:lnTo>
                  <a:lnTo>
                    <a:pt x="1231249" y="5152032"/>
                  </a:lnTo>
                  <a:lnTo>
                    <a:pt x="1231375" y="5152032"/>
                  </a:lnTo>
                  <a:lnTo>
                    <a:pt x="1231628" y="5152032"/>
                  </a:lnTo>
                  <a:lnTo>
                    <a:pt x="1231754" y="5152032"/>
                  </a:lnTo>
                  <a:lnTo>
                    <a:pt x="1231880" y="5152032"/>
                  </a:lnTo>
                  <a:lnTo>
                    <a:pt x="1232007" y="5152032"/>
                  </a:lnTo>
                  <a:lnTo>
                    <a:pt x="1232133" y="5152032"/>
                  </a:lnTo>
                  <a:lnTo>
                    <a:pt x="1232638" y="5152032"/>
                  </a:lnTo>
                  <a:lnTo>
                    <a:pt x="1232764" y="5152032"/>
                  </a:lnTo>
                  <a:lnTo>
                    <a:pt x="1232891" y="5152032"/>
                  </a:lnTo>
                  <a:lnTo>
                    <a:pt x="1233017" y="5152032"/>
                  </a:lnTo>
                  <a:lnTo>
                    <a:pt x="1233269" y="5152032"/>
                  </a:lnTo>
                  <a:lnTo>
                    <a:pt x="1233396" y="5152032"/>
                  </a:lnTo>
                  <a:lnTo>
                    <a:pt x="1233522" y="5152032"/>
                  </a:lnTo>
                  <a:lnTo>
                    <a:pt x="1233774" y="5152032"/>
                  </a:lnTo>
                  <a:lnTo>
                    <a:pt x="1233901" y="5152032"/>
                  </a:lnTo>
                  <a:lnTo>
                    <a:pt x="1234153" y="5152032"/>
                  </a:lnTo>
                  <a:lnTo>
                    <a:pt x="1234279" y="5152032"/>
                  </a:lnTo>
                  <a:lnTo>
                    <a:pt x="1234406" y="5152032"/>
                  </a:lnTo>
                  <a:lnTo>
                    <a:pt x="1235289" y="5152032"/>
                  </a:lnTo>
                  <a:lnTo>
                    <a:pt x="1235416" y="5152032"/>
                  </a:lnTo>
                  <a:lnTo>
                    <a:pt x="1235542" y="5152032"/>
                  </a:lnTo>
                  <a:lnTo>
                    <a:pt x="1235668" y="5152032"/>
                  </a:lnTo>
                  <a:lnTo>
                    <a:pt x="1235668" y="5147120"/>
                  </a:lnTo>
                  <a:lnTo>
                    <a:pt x="1235794" y="5147120"/>
                  </a:lnTo>
                  <a:lnTo>
                    <a:pt x="1236047" y="5147120"/>
                  </a:lnTo>
                  <a:lnTo>
                    <a:pt x="1236299" y="5147120"/>
                  </a:lnTo>
                  <a:lnTo>
                    <a:pt x="1236426" y="5147120"/>
                  </a:lnTo>
                  <a:lnTo>
                    <a:pt x="1236552" y="5147120"/>
                  </a:lnTo>
                  <a:lnTo>
                    <a:pt x="1236678" y="5147120"/>
                  </a:lnTo>
                  <a:lnTo>
                    <a:pt x="1236804" y="5147120"/>
                  </a:lnTo>
                  <a:lnTo>
                    <a:pt x="1236931" y="5147120"/>
                  </a:lnTo>
                  <a:lnTo>
                    <a:pt x="1237310" y="5147120"/>
                  </a:lnTo>
                  <a:lnTo>
                    <a:pt x="1237688" y="5147120"/>
                  </a:lnTo>
                  <a:lnTo>
                    <a:pt x="1237815" y="5147120"/>
                  </a:lnTo>
                  <a:lnTo>
                    <a:pt x="1237941" y="5147120"/>
                  </a:lnTo>
                  <a:lnTo>
                    <a:pt x="1238067" y="5147120"/>
                  </a:lnTo>
                  <a:lnTo>
                    <a:pt x="1238446" y="5147120"/>
                  </a:lnTo>
                  <a:lnTo>
                    <a:pt x="1238825" y="5147120"/>
                  </a:lnTo>
                  <a:lnTo>
                    <a:pt x="1238951" y="5147120"/>
                  </a:lnTo>
                  <a:lnTo>
                    <a:pt x="1239330" y="5147120"/>
                  </a:lnTo>
                  <a:lnTo>
                    <a:pt x="1239582" y="5147120"/>
                  </a:lnTo>
                  <a:lnTo>
                    <a:pt x="1239708" y="5147120"/>
                  </a:lnTo>
                  <a:lnTo>
                    <a:pt x="1239835" y="5147120"/>
                  </a:lnTo>
                  <a:lnTo>
                    <a:pt x="1239961" y="5147120"/>
                  </a:lnTo>
                  <a:lnTo>
                    <a:pt x="1240087" y="5147120"/>
                  </a:lnTo>
                  <a:lnTo>
                    <a:pt x="1240213" y="5147120"/>
                  </a:lnTo>
                  <a:lnTo>
                    <a:pt x="1240340" y="5147120"/>
                  </a:lnTo>
                  <a:lnTo>
                    <a:pt x="1240466" y="5147120"/>
                  </a:lnTo>
                  <a:lnTo>
                    <a:pt x="1240845" y="5147120"/>
                  </a:lnTo>
                  <a:lnTo>
                    <a:pt x="1240971" y="5147120"/>
                  </a:lnTo>
                  <a:lnTo>
                    <a:pt x="1241223" y="5147120"/>
                  </a:lnTo>
                  <a:lnTo>
                    <a:pt x="1241602" y="5147120"/>
                  </a:lnTo>
                  <a:lnTo>
                    <a:pt x="1241728" y="5147120"/>
                  </a:lnTo>
                  <a:lnTo>
                    <a:pt x="1241855" y="5147120"/>
                  </a:lnTo>
                  <a:lnTo>
                    <a:pt x="1242612" y="5147120"/>
                  </a:lnTo>
                  <a:lnTo>
                    <a:pt x="1242865" y="5147120"/>
                  </a:lnTo>
                  <a:lnTo>
                    <a:pt x="1243370" y="5147120"/>
                  </a:lnTo>
                  <a:lnTo>
                    <a:pt x="1243496" y="5147120"/>
                  </a:lnTo>
                  <a:lnTo>
                    <a:pt x="1243622" y="5147120"/>
                  </a:lnTo>
                  <a:lnTo>
                    <a:pt x="1243749" y="5147120"/>
                  </a:lnTo>
                  <a:lnTo>
                    <a:pt x="1243875" y="5142209"/>
                  </a:lnTo>
                  <a:lnTo>
                    <a:pt x="1244127" y="5142209"/>
                  </a:lnTo>
                  <a:lnTo>
                    <a:pt x="1244380" y="5142209"/>
                  </a:lnTo>
                  <a:lnTo>
                    <a:pt x="1244632" y="5142209"/>
                  </a:lnTo>
                  <a:lnTo>
                    <a:pt x="1244759" y="5142209"/>
                  </a:lnTo>
                  <a:lnTo>
                    <a:pt x="1245137" y="5142209"/>
                  </a:lnTo>
                  <a:lnTo>
                    <a:pt x="1245390" y="5142209"/>
                  </a:lnTo>
                  <a:lnTo>
                    <a:pt x="1245390" y="5137298"/>
                  </a:lnTo>
                  <a:lnTo>
                    <a:pt x="1245516" y="5137298"/>
                  </a:lnTo>
                  <a:lnTo>
                    <a:pt x="1246021" y="5132386"/>
                  </a:lnTo>
                  <a:lnTo>
                    <a:pt x="1246147" y="5132386"/>
                  </a:lnTo>
                  <a:lnTo>
                    <a:pt x="1246274" y="5132386"/>
                  </a:lnTo>
                  <a:lnTo>
                    <a:pt x="1246400" y="5132386"/>
                  </a:lnTo>
                  <a:lnTo>
                    <a:pt x="1246652" y="5132386"/>
                  </a:lnTo>
                  <a:lnTo>
                    <a:pt x="1246779" y="5132386"/>
                  </a:lnTo>
                  <a:lnTo>
                    <a:pt x="1246905" y="5132386"/>
                  </a:lnTo>
                  <a:lnTo>
                    <a:pt x="1247031" y="5132386"/>
                  </a:lnTo>
                  <a:lnTo>
                    <a:pt x="1247157" y="5132386"/>
                  </a:lnTo>
                  <a:lnTo>
                    <a:pt x="1247284" y="5132386"/>
                  </a:lnTo>
                  <a:lnTo>
                    <a:pt x="1247410" y="5132386"/>
                  </a:lnTo>
                  <a:lnTo>
                    <a:pt x="1247789" y="5132386"/>
                  </a:lnTo>
                  <a:lnTo>
                    <a:pt x="1247915" y="5132386"/>
                  </a:lnTo>
                  <a:lnTo>
                    <a:pt x="1248041" y="5132386"/>
                  </a:lnTo>
                  <a:lnTo>
                    <a:pt x="1248420" y="5132386"/>
                  </a:lnTo>
                  <a:lnTo>
                    <a:pt x="1249556" y="5132386"/>
                  </a:lnTo>
                  <a:lnTo>
                    <a:pt x="1249683" y="5132386"/>
                  </a:lnTo>
                  <a:lnTo>
                    <a:pt x="1249809" y="5132386"/>
                  </a:lnTo>
                  <a:lnTo>
                    <a:pt x="1250188" y="5132386"/>
                  </a:lnTo>
                  <a:lnTo>
                    <a:pt x="1250440" y="5132386"/>
                  </a:lnTo>
                  <a:lnTo>
                    <a:pt x="1250566" y="5132386"/>
                  </a:lnTo>
                  <a:lnTo>
                    <a:pt x="1250819" y="5132386"/>
                  </a:lnTo>
                  <a:lnTo>
                    <a:pt x="1251071" y="5132386"/>
                  </a:lnTo>
                  <a:lnTo>
                    <a:pt x="1251198" y="5132386"/>
                  </a:lnTo>
                  <a:lnTo>
                    <a:pt x="1251324" y="5132386"/>
                  </a:lnTo>
                  <a:lnTo>
                    <a:pt x="1251450" y="5132386"/>
                  </a:lnTo>
                  <a:lnTo>
                    <a:pt x="1251576" y="5132386"/>
                  </a:lnTo>
                  <a:lnTo>
                    <a:pt x="1251703" y="5132386"/>
                  </a:lnTo>
                  <a:lnTo>
                    <a:pt x="1252208" y="5132386"/>
                  </a:lnTo>
                  <a:lnTo>
                    <a:pt x="1252334" y="5132386"/>
                  </a:lnTo>
                  <a:lnTo>
                    <a:pt x="1252460" y="5132386"/>
                  </a:lnTo>
                  <a:lnTo>
                    <a:pt x="1252587" y="5132386"/>
                  </a:lnTo>
                  <a:lnTo>
                    <a:pt x="1252839" y="5127475"/>
                  </a:lnTo>
                  <a:lnTo>
                    <a:pt x="1252965" y="5127475"/>
                  </a:lnTo>
                  <a:lnTo>
                    <a:pt x="1253092" y="5127475"/>
                  </a:lnTo>
                  <a:lnTo>
                    <a:pt x="1253344" y="5127475"/>
                  </a:lnTo>
                  <a:lnTo>
                    <a:pt x="1253597" y="5127475"/>
                  </a:lnTo>
                  <a:lnTo>
                    <a:pt x="1253723" y="5127475"/>
                  </a:lnTo>
                  <a:lnTo>
                    <a:pt x="1253975" y="5127475"/>
                  </a:lnTo>
                  <a:lnTo>
                    <a:pt x="1254102" y="5127475"/>
                  </a:lnTo>
                  <a:lnTo>
                    <a:pt x="1254228" y="5127475"/>
                  </a:lnTo>
                  <a:lnTo>
                    <a:pt x="1254480" y="5127475"/>
                  </a:lnTo>
                  <a:lnTo>
                    <a:pt x="1254733" y="5127475"/>
                  </a:lnTo>
                  <a:lnTo>
                    <a:pt x="1254985" y="5127475"/>
                  </a:lnTo>
                  <a:lnTo>
                    <a:pt x="1255364" y="5127475"/>
                  </a:lnTo>
                  <a:lnTo>
                    <a:pt x="1255617" y="5127475"/>
                  </a:lnTo>
                  <a:lnTo>
                    <a:pt x="1255995" y="5127475"/>
                  </a:lnTo>
                  <a:lnTo>
                    <a:pt x="1256122" y="5127475"/>
                  </a:lnTo>
                  <a:lnTo>
                    <a:pt x="1256627" y="5127475"/>
                  </a:lnTo>
                  <a:lnTo>
                    <a:pt x="1256879" y="5127475"/>
                  </a:lnTo>
                  <a:lnTo>
                    <a:pt x="1257132" y="5127475"/>
                  </a:lnTo>
                  <a:lnTo>
                    <a:pt x="1257384" y="5127475"/>
                  </a:lnTo>
                  <a:lnTo>
                    <a:pt x="1257510" y="5127475"/>
                  </a:lnTo>
                  <a:lnTo>
                    <a:pt x="1257637" y="5127475"/>
                  </a:lnTo>
                  <a:lnTo>
                    <a:pt x="1257763" y="5127475"/>
                  </a:lnTo>
                  <a:lnTo>
                    <a:pt x="1258142" y="5127475"/>
                  </a:lnTo>
                  <a:lnTo>
                    <a:pt x="1258268" y="5127475"/>
                  </a:lnTo>
                  <a:lnTo>
                    <a:pt x="1258521" y="5127475"/>
                  </a:lnTo>
                  <a:lnTo>
                    <a:pt x="1258647" y="5127475"/>
                  </a:lnTo>
                  <a:lnTo>
                    <a:pt x="1258899" y="5127475"/>
                  </a:lnTo>
                  <a:lnTo>
                    <a:pt x="1259026" y="5127475"/>
                  </a:lnTo>
                  <a:lnTo>
                    <a:pt x="1259152" y="5127475"/>
                  </a:lnTo>
                  <a:lnTo>
                    <a:pt x="1259278" y="5127475"/>
                  </a:lnTo>
                  <a:lnTo>
                    <a:pt x="1259404" y="5127475"/>
                  </a:lnTo>
                  <a:lnTo>
                    <a:pt x="1259531" y="5127475"/>
                  </a:lnTo>
                  <a:lnTo>
                    <a:pt x="1259657" y="5127475"/>
                  </a:lnTo>
                  <a:lnTo>
                    <a:pt x="1259783" y="5127475"/>
                  </a:lnTo>
                  <a:lnTo>
                    <a:pt x="1259909" y="5127475"/>
                  </a:lnTo>
                  <a:lnTo>
                    <a:pt x="1260036" y="5127475"/>
                  </a:lnTo>
                  <a:lnTo>
                    <a:pt x="1260162" y="5127475"/>
                  </a:lnTo>
                  <a:lnTo>
                    <a:pt x="1260288" y="5122564"/>
                  </a:lnTo>
                  <a:lnTo>
                    <a:pt x="1260414" y="5122564"/>
                  </a:lnTo>
                  <a:lnTo>
                    <a:pt x="1260541" y="5122564"/>
                  </a:lnTo>
                  <a:lnTo>
                    <a:pt x="1261046" y="5122564"/>
                  </a:lnTo>
                  <a:lnTo>
                    <a:pt x="1261172" y="5122564"/>
                  </a:lnTo>
                  <a:lnTo>
                    <a:pt x="1261298" y="5122564"/>
                  </a:lnTo>
                  <a:lnTo>
                    <a:pt x="1261424" y="5122564"/>
                  </a:lnTo>
                  <a:lnTo>
                    <a:pt x="1261677" y="5122564"/>
                  </a:lnTo>
                  <a:lnTo>
                    <a:pt x="1261803" y="5122564"/>
                  </a:lnTo>
                  <a:lnTo>
                    <a:pt x="1261929" y="5122564"/>
                  </a:lnTo>
                  <a:lnTo>
                    <a:pt x="1262056" y="5122564"/>
                  </a:lnTo>
                  <a:lnTo>
                    <a:pt x="1262308" y="5122564"/>
                  </a:lnTo>
                  <a:lnTo>
                    <a:pt x="1262561" y="5122564"/>
                  </a:lnTo>
                  <a:lnTo>
                    <a:pt x="1262687" y="5122564"/>
                  </a:lnTo>
                  <a:lnTo>
                    <a:pt x="1262813" y="5122564"/>
                  </a:lnTo>
                  <a:lnTo>
                    <a:pt x="1263066" y="5122564"/>
                  </a:lnTo>
                  <a:lnTo>
                    <a:pt x="1263445" y="5122564"/>
                  </a:lnTo>
                  <a:lnTo>
                    <a:pt x="1263697" y="5122564"/>
                  </a:lnTo>
                  <a:lnTo>
                    <a:pt x="1263823" y="5122564"/>
                  </a:lnTo>
                  <a:lnTo>
                    <a:pt x="1264076" y="5122564"/>
                  </a:lnTo>
                  <a:lnTo>
                    <a:pt x="1264328" y="5122564"/>
                  </a:lnTo>
                  <a:lnTo>
                    <a:pt x="1264455" y="5122564"/>
                  </a:lnTo>
                  <a:lnTo>
                    <a:pt x="1264581" y="5122564"/>
                  </a:lnTo>
                  <a:lnTo>
                    <a:pt x="1264707" y="5122564"/>
                  </a:lnTo>
                  <a:lnTo>
                    <a:pt x="1264833" y="5122564"/>
                  </a:lnTo>
                  <a:lnTo>
                    <a:pt x="1265086" y="5122564"/>
                  </a:lnTo>
                  <a:lnTo>
                    <a:pt x="1265212" y="5122564"/>
                  </a:lnTo>
                  <a:lnTo>
                    <a:pt x="1265338" y="5122564"/>
                  </a:lnTo>
                  <a:lnTo>
                    <a:pt x="1265465" y="5122564"/>
                  </a:lnTo>
                  <a:lnTo>
                    <a:pt x="1265591" y="5122564"/>
                  </a:lnTo>
                  <a:lnTo>
                    <a:pt x="1265717" y="5122564"/>
                  </a:lnTo>
                  <a:lnTo>
                    <a:pt x="1265843" y="5122564"/>
                  </a:lnTo>
                  <a:lnTo>
                    <a:pt x="1265970" y="5122564"/>
                  </a:lnTo>
                  <a:lnTo>
                    <a:pt x="1266096" y="5122564"/>
                  </a:lnTo>
                  <a:lnTo>
                    <a:pt x="1266222" y="5122564"/>
                  </a:lnTo>
                  <a:lnTo>
                    <a:pt x="1266348" y="5122564"/>
                  </a:lnTo>
                  <a:lnTo>
                    <a:pt x="1266601" y="5122564"/>
                  </a:lnTo>
                  <a:lnTo>
                    <a:pt x="1266727" y="5122564"/>
                  </a:lnTo>
                  <a:lnTo>
                    <a:pt x="1266853" y="5122564"/>
                  </a:lnTo>
                  <a:lnTo>
                    <a:pt x="1266980" y="5122564"/>
                  </a:lnTo>
                  <a:lnTo>
                    <a:pt x="1267106" y="5122564"/>
                  </a:lnTo>
                  <a:lnTo>
                    <a:pt x="1267232" y="5122564"/>
                  </a:lnTo>
                  <a:lnTo>
                    <a:pt x="1267358" y="5122564"/>
                  </a:lnTo>
                  <a:lnTo>
                    <a:pt x="1267485" y="5122564"/>
                  </a:lnTo>
                  <a:lnTo>
                    <a:pt x="1267737" y="5122564"/>
                  </a:lnTo>
                  <a:lnTo>
                    <a:pt x="1268242" y="5122564"/>
                  </a:lnTo>
                  <a:lnTo>
                    <a:pt x="1268369" y="5122564"/>
                  </a:lnTo>
                  <a:lnTo>
                    <a:pt x="1268621" y="5117652"/>
                  </a:lnTo>
                  <a:lnTo>
                    <a:pt x="1268747" y="5117652"/>
                  </a:lnTo>
                  <a:lnTo>
                    <a:pt x="1268874" y="5117652"/>
                  </a:lnTo>
                  <a:lnTo>
                    <a:pt x="1269126" y="5117652"/>
                  </a:lnTo>
                  <a:lnTo>
                    <a:pt x="1269252" y="5117652"/>
                  </a:lnTo>
                  <a:lnTo>
                    <a:pt x="1269379" y="5117652"/>
                  </a:lnTo>
                  <a:lnTo>
                    <a:pt x="1269631" y="5117652"/>
                  </a:lnTo>
                  <a:lnTo>
                    <a:pt x="1269757" y="5117652"/>
                  </a:lnTo>
                  <a:lnTo>
                    <a:pt x="1269884" y="5117652"/>
                  </a:lnTo>
                  <a:lnTo>
                    <a:pt x="1270010" y="5117652"/>
                  </a:lnTo>
                  <a:lnTo>
                    <a:pt x="1270136" y="5117652"/>
                  </a:lnTo>
                  <a:lnTo>
                    <a:pt x="1270262" y="5117652"/>
                  </a:lnTo>
                  <a:lnTo>
                    <a:pt x="1270389" y="5117652"/>
                  </a:lnTo>
                  <a:lnTo>
                    <a:pt x="1270515" y="5117652"/>
                  </a:lnTo>
                  <a:lnTo>
                    <a:pt x="1270641" y="5117652"/>
                  </a:lnTo>
                  <a:lnTo>
                    <a:pt x="1270767" y="5117652"/>
                  </a:lnTo>
                  <a:lnTo>
                    <a:pt x="1270894" y="5117652"/>
                  </a:lnTo>
                  <a:lnTo>
                    <a:pt x="1271146" y="5117652"/>
                  </a:lnTo>
                  <a:lnTo>
                    <a:pt x="1271272" y="5117652"/>
                  </a:lnTo>
                  <a:lnTo>
                    <a:pt x="1271399" y="5117652"/>
                  </a:lnTo>
                  <a:lnTo>
                    <a:pt x="1273040" y="5117652"/>
                  </a:lnTo>
                  <a:lnTo>
                    <a:pt x="1273166" y="5117652"/>
                  </a:lnTo>
                  <a:lnTo>
                    <a:pt x="1273293" y="5117652"/>
                  </a:lnTo>
                  <a:lnTo>
                    <a:pt x="1273545" y="5117652"/>
                  </a:lnTo>
                  <a:lnTo>
                    <a:pt x="1273671" y="5117652"/>
                  </a:lnTo>
                  <a:lnTo>
                    <a:pt x="1273798" y="5117652"/>
                  </a:lnTo>
                  <a:lnTo>
                    <a:pt x="1273924" y="5117652"/>
                  </a:lnTo>
                  <a:lnTo>
                    <a:pt x="1274050" y="5117652"/>
                  </a:lnTo>
                  <a:lnTo>
                    <a:pt x="1274176" y="5117652"/>
                  </a:lnTo>
                  <a:lnTo>
                    <a:pt x="1274429" y="5117652"/>
                  </a:lnTo>
                  <a:lnTo>
                    <a:pt x="1274681" y="5117652"/>
                  </a:lnTo>
                  <a:lnTo>
                    <a:pt x="1274808" y="5117652"/>
                  </a:lnTo>
                  <a:lnTo>
                    <a:pt x="1274934" y="5117652"/>
                  </a:lnTo>
                  <a:lnTo>
                    <a:pt x="1275060" y="5117652"/>
                  </a:lnTo>
                  <a:lnTo>
                    <a:pt x="1275313" y="5117652"/>
                  </a:lnTo>
                  <a:lnTo>
                    <a:pt x="1275439" y="5117652"/>
                  </a:lnTo>
                  <a:lnTo>
                    <a:pt x="1275565" y="5117652"/>
                  </a:lnTo>
                  <a:lnTo>
                    <a:pt x="1275818" y="5117652"/>
                  </a:lnTo>
                  <a:lnTo>
                    <a:pt x="1275944" y="5117652"/>
                  </a:lnTo>
                  <a:lnTo>
                    <a:pt x="1276070" y="5117652"/>
                  </a:lnTo>
                  <a:lnTo>
                    <a:pt x="1276196" y="5117652"/>
                  </a:lnTo>
                  <a:lnTo>
                    <a:pt x="1276323" y="5117652"/>
                  </a:lnTo>
                  <a:lnTo>
                    <a:pt x="1276575" y="5117652"/>
                  </a:lnTo>
                  <a:lnTo>
                    <a:pt x="1276701" y="5117652"/>
                  </a:lnTo>
                  <a:lnTo>
                    <a:pt x="1276954" y="5112741"/>
                  </a:lnTo>
                  <a:lnTo>
                    <a:pt x="1277333" y="5112741"/>
                  </a:lnTo>
                  <a:lnTo>
                    <a:pt x="1277459" y="5112741"/>
                  </a:lnTo>
                  <a:lnTo>
                    <a:pt x="1277711" y="5112741"/>
                  </a:lnTo>
                  <a:lnTo>
                    <a:pt x="1277964" y="5112741"/>
                  </a:lnTo>
                  <a:lnTo>
                    <a:pt x="1278090" y="5112741"/>
                  </a:lnTo>
                  <a:lnTo>
                    <a:pt x="1278216" y="5112741"/>
                  </a:lnTo>
                  <a:lnTo>
                    <a:pt x="1278343" y="5112741"/>
                  </a:lnTo>
                  <a:lnTo>
                    <a:pt x="1278469" y="5112741"/>
                  </a:lnTo>
                  <a:lnTo>
                    <a:pt x="1278722" y="5112741"/>
                  </a:lnTo>
                  <a:lnTo>
                    <a:pt x="1278848" y="5112741"/>
                  </a:lnTo>
                  <a:lnTo>
                    <a:pt x="1279100" y="5107829"/>
                  </a:lnTo>
                  <a:lnTo>
                    <a:pt x="1279353" y="5107829"/>
                  </a:lnTo>
                  <a:lnTo>
                    <a:pt x="1279479" y="5107829"/>
                  </a:lnTo>
                  <a:lnTo>
                    <a:pt x="1279605" y="5107829"/>
                  </a:lnTo>
                  <a:lnTo>
                    <a:pt x="1279858" y="5107829"/>
                  </a:lnTo>
                  <a:lnTo>
                    <a:pt x="1280237" y="5107829"/>
                  </a:lnTo>
                  <a:lnTo>
                    <a:pt x="1280363" y="5107829"/>
                  </a:lnTo>
                  <a:lnTo>
                    <a:pt x="1280489" y="5107829"/>
                  </a:lnTo>
                  <a:lnTo>
                    <a:pt x="1280615" y="5107829"/>
                  </a:lnTo>
                  <a:lnTo>
                    <a:pt x="1280868" y="5107829"/>
                  </a:lnTo>
                  <a:lnTo>
                    <a:pt x="1281120" y="5107829"/>
                  </a:lnTo>
                  <a:lnTo>
                    <a:pt x="1281373" y="5107829"/>
                  </a:lnTo>
                  <a:lnTo>
                    <a:pt x="1281499" y="5107829"/>
                  </a:lnTo>
                  <a:lnTo>
                    <a:pt x="1281625" y="5107829"/>
                  </a:lnTo>
                  <a:lnTo>
                    <a:pt x="1282004" y="5107829"/>
                  </a:lnTo>
                  <a:lnTo>
                    <a:pt x="1282257" y="5107829"/>
                  </a:lnTo>
                  <a:lnTo>
                    <a:pt x="1282635" y="5107829"/>
                  </a:lnTo>
                  <a:lnTo>
                    <a:pt x="1282762" y="5107829"/>
                  </a:lnTo>
                  <a:lnTo>
                    <a:pt x="1282888" y="5107829"/>
                  </a:lnTo>
                  <a:lnTo>
                    <a:pt x="1283140" y="5107829"/>
                  </a:lnTo>
                  <a:lnTo>
                    <a:pt x="1283267" y="5107829"/>
                  </a:lnTo>
                  <a:lnTo>
                    <a:pt x="1283519" y="5107829"/>
                  </a:lnTo>
                  <a:lnTo>
                    <a:pt x="1283646" y="5107829"/>
                  </a:lnTo>
                  <a:lnTo>
                    <a:pt x="1284151" y="5107829"/>
                  </a:lnTo>
                  <a:lnTo>
                    <a:pt x="1284277" y="5107829"/>
                  </a:lnTo>
                  <a:lnTo>
                    <a:pt x="1284403" y="5107829"/>
                  </a:lnTo>
                  <a:lnTo>
                    <a:pt x="1284529" y="5107829"/>
                  </a:lnTo>
                  <a:lnTo>
                    <a:pt x="1284656" y="5107829"/>
                  </a:lnTo>
                  <a:lnTo>
                    <a:pt x="1284908" y="5107829"/>
                  </a:lnTo>
                  <a:lnTo>
                    <a:pt x="1285034" y="5107829"/>
                  </a:lnTo>
                  <a:lnTo>
                    <a:pt x="1285161" y="5107829"/>
                  </a:lnTo>
                  <a:lnTo>
                    <a:pt x="1285287" y="5107829"/>
                  </a:lnTo>
                  <a:lnTo>
                    <a:pt x="1285413" y="5107829"/>
                  </a:lnTo>
                  <a:lnTo>
                    <a:pt x="1285666" y="5107829"/>
                  </a:lnTo>
                  <a:lnTo>
                    <a:pt x="1286044" y="5107829"/>
                  </a:lnTo>
                  <a:lnTo>
                    <a:pt x="1286171" y="5107829"/>
                  </a:lnTo>
                  <a:lnTo>
                    <a:pt x="1286549" y="5107829"/>
                  </a:lnTo>
                  <a:lnTo>
                    <a:pt x="1286802" y="5107829"/>
                  </a:lnTo>
                  <a:lnTo>
                    <a:pt x="1287054" y="5107829"/>
                  </a:lnTo>
                  <a:lnTo>
                    <a:pt x="1287181" y="5107829"/>
                  </a:lnTo>
                  <a:lnTo>
                    <a:pt x="1287433" y="5107829"/>
                  </a:lnTo>
                  <a:lnTo>
                    <a:pt x="1287686" y="5107829"/>
                  </a:lnTo>
                  <a:lnTo>
                    <a:pt x="1287812" y="5107829"/>
                  </a:lnTo>
                  <a:lnTo>
                    <a:pt x="1287938" y="5107829"/>
                  </a:lnTo>
                  <a:lnTo>
                    <a:pt x="1288064" y="5107829"/>
                  </a:lnTo>
                  <a:lnTo>
                    <a:pt x="1288317" y="5107829"/>
                  </a:lnTo>
                  <a:lnTo>
                    <a:pt x="1288822" y="5107829"/>
                  </a:lnTo>
                  <a:lnTo>
                    <a:pt x="1289075" y="5107829"/>
                  </a:lnTo>
                  <a:lnTo>
                    <a:pt x="1289201" y="5107829"/>
                  </a:lnTo>
                  <a:lnTo>
                    <a:pt x="1289201" y="5102918"/>
                  </a:lnTo>
                  <a:lnTo>
                    <a:pt x="1289453" y="5102918"/>
                  </a:lnTo>
                  <a:lnTo>
                    <a:pt x="1289706" y="5102918"/>
                  </a:lnTo>
                  <a:lnTo>
                    <a:pt x="1289832" y="5102918"/>
                  </a:lnTo>
                  <a:lnTo>
                    <a:pt x="1289958" y="5098007"/>
                  </a:lnTo>
                  <a:lnTo>
                    <a:pt x="1290085" y="5098007"/>
                  </a:lnTo>
                  <a:lnTo>
                    <a:pt x="1290211" y="5093095"/>
                  </a:lnTo>
                  <a:lnTo>
                    <a:pt x="1290463" y="5093095"/>
                  </a:lnTo>
                  <a:lnTo>
                    <a:pt x="1290842" y="5093095"/>
                  </a:lnTo>
                  <a:lnTo>
                    <a:pt x="1290968" y="5093095"/>
                  </a:lnTo>
                  <a:lnTo>
                    <a:pt x="1291347" y="5093095"/>
                  </a:lnTo>
                  <a:lnTo>
                    <a:pt x="1291473" y="5093095"/>
                  </a:lnTo>
                  <a:lnTo>
                    <a:pt x="1291600" y="5093095"/>
                  </a:lnTo>
                  <a:lnTo>
                    <a:pt x="1291726" y="5093095"/>
                  </a:lnTo>
                  <a:lnTo>
                    <a:pt x="1292105" y="5093095"/>
                  </a:lnTo>
                  <a:lnTo>
                    <a:pt x="1292231" y="5093095"/>
                  </a:lnTo>
                  <a:lnTo>
                    <a:pt x="1292357" y="5093095"/>
                  </a:lnTo>
                  <a:lnTo>
                    <a:pt x="1292610" y="5093095"/>
                  </a:lnTo>
                  <a:lnTo>
                    <a:pt x="1292736" y="5093095"/>
                  </a:lnTo>
                  <a:lnTo>
                    <a:pt x="1292862" y="5093095"/>
                  </a:lnTo>
                  <a:lnTo>
                    <a:pt x="1292988" y="5093095"/>
                  </a:lnTo>
                  <a:lnTo>
                    <a:pt x="1293241" y="5093095"/>
                  </a:lnTo>
                  <a:lnTo>
                    <a:pt x="1293367" y="5093095"/>
                  </a:lnTo>
                  <a:lnTo>
                    <a:pt x="1293620" y="5093095"/>
                  </a:lnTo>
                  <a:lnTo>
                    <a:pt x="1293872" y="5093095"/>
                  </a:lnTo>
                  <a:lnTo>
                    <a:pt x="1293999" y="5093095"/>
                  </a:lnTo>
                  <a:lnTo>
                    <a:pt x="1294125" y="5093095"/>
                  </a:lnTo>
                  <a:lnTo>
                    <a:pt x="1294251" y="5093095"/>
                  </a:lnTo>
                  <a:lnTo>
                    <a:pt x="1294377" y="5093095"/>
                  </a:lnTo>
                  <a:lnTo>
                    <a:pt x="1294504" y="5093095"/>
                  </a:lnTo>
                  <a:lnTo>
                    <a:pt x="1295261" y="5093095"/>
                  </a:lnTo>
                  <a:lnTo>
                    <a:pt x="1295514" y="5093095"/>
                  </a:lnTo>
                  <a:lnTo>
                    <a:pt x="1295766" y="5093095"/>
                  </a:lnTo>
                  <a:lnTo>
                    <a:pt x="1295892" y="5093095"/>
                  </a:lnTo>
                  <a:lnTo>
                    <a:pt x="1296145" y="5093095"/>
                  </a:lnTo>
                  <a:lnTo>
                    <a:pt x="1296271" y="5093095"/>
                  </a:lnTo>
                  <a:lnTo>
                    <a:pt x="1296524" y="5093095"/>
                  </a:lnTo>
                  <a:lnTo>
                    <a:pt x="1296776" y="5093095"/>
                  </a:lnTo>
                  <a:lnTo>
                    <a:pt x="1296902" y="5093095"/>
                  </a:lnTo>
                  <a:lnTo>
                    <a:pt x="1297281" y="5093095"/>
                  </a:lnTo>
                  <a:lnTo>
                    <a:pt x="1297407" y="5093095"/>
                  </a:lnTo>
                  <a:lnTo>
                    <a:pt x="1297786" y="5093095"/>
                  </a:lnTo>
                  <a:lnTo>
                    <a:pt x="1297912" y="5093095"/>
                  </a:lnTo>
                  <a:lnTo>
                    <a:pt x="1298039" y="5088184"/>
                  </a:lnTo>
                  <a:lnTo>
                    <a:pt x="1298291" y="5088184"/>
                  </a:lnTo>
                  <a:lnTo>
                    <a:pt x="1298417" y="5088184"/>
                  </a:lnTo>
                  <a:lnTo>
                    <a:pt x="1298544" y="5088184"/>
                  </a:lnTo>
                  <a:lnTo>
                    <a:pt x="1298670" y="5088184"/>
                  </a:lnTo>
                  <a:lnTo>
                    <a:pt x="1298796" y="5088184"/>
                  </a:lnTo>
                  <a:lnTo>
                    <a:pt x="1299049" y="5088184"/>
                  </a:lnTo>
                  <a:lnTo>
                    <a:pt x="1299175" y="5088184"/>
                  </a:lnTo>
                  <a:lnTo>
                    <a:pt x="1299301" y="5088184"/>
                  </a:lnTo>
                  <a:lnTo>
                    <a:pt x="1299428" y="5088184"/>
                  </a:lnTo>
                  <a:lnTo>
                    <a:pt x="1299933" y="5088184"/>
                  </a:lnTo>
                  <a:lnTo>
                    <a:pt x="1300059" y="5088184"/>
                  </a:lnTo>
                  <a:lnTo>
                    <a:pt x="1300564" y="5088184"/>
                  </a:lnTo>
                  <a:lnTo>
                    <a:pt x="1300943" y="5088184"/>
                  </a:lnTo>
                  <a:lnTo>
                    <a:pt x="1301069" y="5088184"/>
                  </a:lnTo>
                  <a:lnTo>
                    <a:pt x="1301321" y="5088184"/>
                  </a:lnTo>
                  <a:lnTo>
                    <a:pt x="1301448" y="5088184"/>
                  </a:lnTo>
                  <a:lnTo>
                    <a:pt x="1301448" y="5083273"/>
                  </a:lnTo>
                  <a:lnTo>
                    <a:pt x="1301574" y="5083273"/>
                  </a:lnTo>
                  <a:lnTo>
                    <a:pt x="1301826" y="5083273"/>
                  </a:lnTo>
                  <a:lnTo>
                    <a:pt x="1302079" y="5083273"/>
                  </a:lnTo>
                  <a:lnTo>
                    <a:pt x="1302205" y="5083273"/>
                  </a:lnTo>
                  <a:lnTo>
                    <a:pt x="1302331" y="5083273"/>
                  </a:lnTo>
                  <a:lnTo>
                    <a:pt x="1302963" y="5083273"/>
                  </a:lnTo>
                  <a:lnTo>
                    <a:pt x="1303215" y="5083273"/>
                  </a:lnTo>
                  <a:lnTo>
                    <a:pt x="1303341" y="5083273"/>
                  </a:lnTo>
                  <a:lnTo>
                    <a:pt x="1303468" y="5083273"/>
                  </a:lnTo>
                  <a:lnTo>
                    <a:pt x="1303594" y="5083273"/>
                  </a:lnTo>
                  <a:lnTo>
                    <a:pt x="1303720" y="5083273"/>
                  </a:lnTo>
                  <a:lnTo>
                    <a:pt x="1304099" y="5083273"/>
                  </a:lnTo>
                  <a:lnTo>
                    <a:pt x="1304352" y="5083273"/>
                  </a:lnTo>
                  <a:lnTo>
                    <a:pt x="1304857" y="5083273"/>
                  </a:lnTo>
                  <a:lnTo>
                    <a:pt x="1304983" y="5083273"/>
                  </a:lnTo>
                  <a:lnTo>
                    <a:pt x="1305109" y="5083273"/>
                  </a:lnTo>
                  <a:lnTo>
                    <a:pt x="1305235" y="5083273"/>
                  </a:lnTo>
                  <a:lnTo>
                    <a:pt x="1305362" y="5083273"/>
                  </a:lnTo>
                  <a:lnTo>
                    <a:pt x="1305614" y="5083273"/>
                  </a:lnTo>
                  <a:lnTo>
                    <a:pt x="1305867" y="5083273"/>
                  </a:lnTo>
                  <a:lnTo>
                    <a:pt x="1305993" y="5083273"/>
                  </a:lnTo>
                  <a:lnTo>
                    <a:pt x="1306119" y="5083273"/>
                  </a:lnTo>
                  <a:lnTo>
                    <a:pt x="1306498" y="5083273"/>
                  </a:lnTo>
                  <a:lnTo>
                    <a:pt x="1306498" y="5078361"/>
                  </a:lnTo>
                  <a:lnTo>
                    <a:pt x="1306624" y="5078361"/>
                  </a:lnTo>
                  <a:lnTo>
                    <a:pt x="1306877" y="5078361"/>
                  </a:lnTo>
                  <a:lnTo>
                    <a:pt x="1307003" y="5078361"/>
                  </a:lnTo>
                  <a:lnTo>
                    <a:pt x="1307129" y="5078361"/>
                  </a:lnTo>
                  <a:lnTo>
                    <a:pt x="1307255" y="5078361"/>
                  </a:lnTo>
                  <a:lnTo>
                    <a:pt x="1307508" y="5078361"/>
                  </a:lnTo>
                  <a:lnTo>
                    <a:pt x="1307508" y="5073450"/>
                  </a:lnTo>
                  <a:lnTo>
                    <a:pt x="1307887" y="5073450"/>
                  </a:lnTo>
                  <a:lnTo>
                    <a:pt x="1308013" y="5073450"/>
                  </a:lnTo>
                  <a:lnTo>
                    <a:pt x="1308265" y="5073450"/>
                  </a:lnTo>
                  <a:lnTo>
                    <a:pt x="1308518" y="5073450"/>
                  </a:lnTo>
                  <a:lnTo>
                    <a:pt x="1308770" y="5073450"/>
                  </a:lnTo>
                  <a:lnTo>
                    <a:pt x="1309149" y="5073450"/>
                  </a:lnTo>
                  <a:lnTo>
                    <a:pt x="1309276" y="5073450"/>
                  </a:lnTo>
                  <a:lnTo>
                    <a:pt x="1309654" y="5073450"/>
                  </a:lnTo>
                  <a:lnTo>
                    <a:pt x="1309781" y="5073450"/>
                  </a:lnTo>
                  <a:lnTo>
                    <a:pt x="1309907" y="5073450"/>
                  </a:lnTo>
                  <a:lnTo>
                    <a:pt x="1310033" y="5073450"/>
                  </a:lnTo>
                  <a:lnTo>
                    <a:pt x="1310159" y="5073450"/>
                  </a:lnTo>
                  <a:lnTo>
                    <a:pt x="1310791" y="5073450"/>
                  </a:lnTo>
                  <a:lnTo>
                    <a:pt x="1310917" y="5073450"/>
                  </a:lnTo>
                  <a:lnTo>
                    <a:pt x="1311169" y="5073450"/>
                  </a:lnTo>
                  <a:lnTo>
                    <a:pt x="1311296" y="5073450"/>
                  </a:lnTo>
                  <a:lnTo>
                    <a:pt x="1311422" y="5073450"/>
                  </a:lnTo>
                  <a:lnTo>
                    <a:pt x="1311548" y="5073450"/>
                  </a:lnTo>
                  <a:lnTo>
                    <a:pt x="1311801" y="5073450"/>
                  </a:lnTo>
                  <a:lnTo>
                    <a:pt x="1312053" y="5073450"/>
                  </a:lnTo>
                  <a:lnTo>
                    <a:pt x="1312179" y="5073450"/>
                  </a:lnTo>
                  <a:lnTo>
                    <a:pt x="1312306" y="5073450"/>
                  </a:lnTo>
                  <a:lnTo>
                    <a:pt x="1312432" y="5068538"/>
                  </a:lnTo>
                  <a:lnTo>
                    <a:pt x="1312558" y="5068538"/>
                  </a:lnTo>
                  <a:lnTo>
                    <a:pt x="1312684" y="5068538"/>
                  </a:lnTo>
                  <a:lnTo>
                    <a:pt x="1312811" y="5068538"/>
                  </a:lnTo>
                  <a:lnTo>
                    <a:pt x="1313063" y="5068538"/>
                  </a:lnTo>
                  <a:lnTo>
                    <a:pt x="1313442" y="5068538"/>
                  </a:lnTo>
                  <a:lnTo>
                    <a:pt x="1313568" y="5068538"/>
                  </a:lnTo>
                  <a:lnTo>
                    <a:pt x="1313694" y="5068538"/>
                  </a:lnTo>
                  <a:lnTo>
                    <a:pt x="1313821" y="5068538"/>
                  </a:lnTo>
                  <a:lnTo>
                    <a:pt x="1313947" y="5068538"/>
                  </a:lnTo>
                  <a:lnTo>
                    <a:pt x="1314073" y="5068538"/>
                  </a:lnTo>
                  <a:lnTo>
                    <a:pt x="1314326" y="5068538"/>
                  </a:lnTo>
                  <a:lnTo>
                    <a:pt x="1314452" y="5068538"/>
                  </a:lnTo>
                  <a:lnTo>
                    <a:pt x="1314578" y="5068538"/>
                  </a:lnTo>
                  <a:lnTo>
                    <a:pt x="1314705" y="5068538"/>
                  </a:lnTo>
                  <a:lnTo>
                    <a:pt x="1314831" y="5068538"/>
                  </a:lnTo>
                  <a:lnTo>
                    <a:pt x="1315083" y="5068538"/>
                  </a:lnTo>
                  <a:lnTo>
                    <a:pt x="1315210" y="5068538"/>
                  </a:lnTo>
                  <a:lnTo>
                    <a:pt x="1315462" y="5068538"/>
                  </a:lnTo>
                  <a:lnTo>
                    <a:pt x="1315715" y="5068538"/>
                  </a:lnTo>
                  <a:lnTo>
                    <a:pt x="1315841" y="5068538"/>
                  </a:lnTo>
                  <a:lnTo>
                    <a:pt x="1315967" y="5068538"/>
                  </a:lnTo>
                  <a:lnTo>
                    <a:pt x="1316093" y="5068538"/>
                  </a:lnTo>
                  <a:lnTo>
                    <a:pt x="1316220" y="5068538"/>
                  </a:lnTo>
                  <a:lnTo>
                    <a:pt x="1316346" y="5068538"/>
                  </a:lnTo>
                  <a:lnTo>
                    <a:pt x="1316598" y="5068538"/>
                  </a:lnTo>
                  <a:lnTo>
                    <a:pt x="1316725" y="5068538"/>
                  </a:lnTo>
                  <a:lnTo>
                    <a:pt x="1316851" y="5068538"/>
                  </a:lnTo>
                  <a:lnTo>
                    <a:pt x="1316977" y="5068538"/>
                  </a:lnTo>
                  <a:lnTo>
                    <a:pt x="1317103" y="5068538"/>
                  </a:lnTo>
                  <a:lnTo>
                    <a:pt x="1317103" y="5063627"/>
                  </a:lnTo>
                  <a:lnTo>
                    <a:pt x="1317230" y="5063627"/>
                  </a:lnTo>
                  <a:lnTo>
                    <a:pt x="1317356" y="5063627"/>
                  </a:lnTo>
                  <a:lnTo>
                    <a:pt x="1319250" y="5063627"/>
                  </a:lnTo>
                  <a:lnTo>
                    <a:pt x="1319376" y="5063627"/>
                  </a:lnTo>
                  <a:lnTo>
                    <a:pt x="1319502" y="5063627"/>
                  </a:lnTo>
                  <a:lnTo>
                    <a:pt x="1319629" y="5063627"/>
                  </a:lnTo>
                  <a:lnTo>
                    <a:pt x="1319755" y="5063627"/>
                  </a:lnTo>
                  <a:lnTo>
                    <a:pt x="1319881" y="5058716"/>
                  </a:lnTo>
                  <a:lnTo>
                    <a:pt x="1320007" y="5058716"/>
                  </a:lnTo>
                  <a:lnTo>
                    <a:pt x="1320260" y="5058716"/>
                  </a:lnTo>
                  <a:lnTo>
                    <a:pt x="1320386" y="5058716"/>
                  </a:lnTo>
                  <a:lnTo>
                    <a:pt x="1320512" y="5058716"/>
                  </a:lnTo>
                  <a:lnTo>
                    <a:pt x="1320765" y="5058716"/>
                  </a:lnTo>
                  <a:lnTo>
                    <a:pt x="1320891" y="5058716"/>
                  </a:lnTo>
                  <a:lnTo>
                    <a:pt x="1321017" y="5058716"/>
                  </a:lnTo>
                  <a:lnTo>
                    <a:pt x="1321144" y="5058716"/>
                  </a:lnTo>
                  <a:lnTo>
                    <a:pt x="1321396" y="5058716"/>
                  </a:lnTo>
                  <a:lnTo>
                    <a:pt x="1321522" y="5058716"/>
                  </a:lnTo>
                  <a:lnTo>
                    <a:pt x="1321649" y="5058716"/>
                  </a:lnTo>
                  <a:lnTo>
                    <a:pt x="1321775" y="5058716"/>
                  </a:lnTo>
                  <a:lnTo>
                    <a:pt x="1322027" y="5058716"/>
                  </a:lnTo>
                  <a:lnTo>
                    <a:pt x="1322406" y="5058716"/>
                  </a:lnTo>
                  <a:lnTo>
                    <a:pt x="1322532" y="5058716"/>
                  </a:lnTo>
                  <a:lnTo>
                    <a:pt x="1322659" y="5058716"/>
                  </a:lnTo>
                  <a:lnTo>
                    <a:pt x="1323037" y="5053804"/>
                  </a:lnTo>
                  <a:lnTo>
                    <a:pt x="1323164" y="5053804"/>
                  </a:lnTo>
                  <a:lnTo>
                    <a:pt x="1323290" y="5053804"/>
                  </a:lnTo>
                  <a:lnTo>
                    <a:pt x="1323416" y="5053804"/>
                  </a:lnTo>
                  <a:lnTo>
                    <a:pt x="1323542" y="5053804"/>
                  </a:lnTo>
                  <a:lnTo>
                    <a:pt x="1323669" y="5053804"/>
                  </a:lnTo>
                  <a:lnTo>
                    <a:pt x="1323795" y="5053804"/>
                  </a:lnTo>
                  <a:lnTo>
                    <a:pt x="1324047" y="5053804"/>
                  </a:lnTo>
                  <a:lnTo>
                    <a:pt x="1324174" y="5053804"/>
                  </a:lnTo>
                  <a:lnTo>
                    <a:pt x="1324426" y="5053804"/>
                  </a:lnTo>
                  <a:lnTo>
                    <a:pt x="1324552" y="5053804"/>
                  </a:lnTo>
                  <a:lnTo>
                    <a:pt x="1324931" y="5053804"/>
                  </a:lnTo>
                  <a:lnTo>
                    <a:pt x="1325058" y="5053804"/>
                  </a:lnTo>
                  <a:lnTo>
                    <a:pt x="1325184" y="5053804"/>
                  </a:lnTo>
                  <a:lnTo>
                    <a:pt x="1325310" y="5053804"/>
                  </a:lnTo>
                  <a:lnTo>
                    <a:pt x="1325436" y="5053804"/>
                  </a:lnTo>
                  <a:lnTo>
                    <a:pt x="1325689" y="5053804"/>
                  </a:lnTo>
                  <a:lnTo>
                    <a:pt x="1325815" y="5053804"/>
                  </a:lnTo>
                  <a:lnTo>
                    <a:pt x="1325941" y="5053804"/>
                  </a:lnTo>
                  <a:lnTo>
                    <a:pt x="1326068" y="5053804"/>
                  </a:lnTo>
                  <a:lnTo>
                    <a:pt x="1326194" y="5053804"/>
                  </a:lnTo>
                  <a:lnTo>
                    <a:pt x="1326573" y="5053804"/>
                  </a:lnTo>
                  <a:lnTo>
                    <a:pt x="1326699" y="5053804"/>
                  </a:lnTo>
                  <a:lnTo>
                    <a:pt x="1326825" y="5053804"/>
                  </a:lnTo>
                  <a:lnTo>
                    <a:pt x="1327078" y="5053804"/>
                  </a:lnTo>
                  <a:lnTo>
                    <a:pt x="1327204" y="5053804"/>
                  </a:lnTo>
                  <a:lnTo>
                    <a:pt x="1327583" y="5053804"/>
                  </a:lnTo>
                  <a:lnTo>
                    <a:pt x="1327709" y="5053804"/>
                  </a:lnTo>
                  <a:lnTo>
                    <a:pt x="1328088" y="5053804"/>
                  </a:lnTo>
                  <a:lnTo>
                    <a:pt x="1328340" y="5053804"/>
                  </a:lnTo>
                  <a:lnTo>
                    <a:pt x="1328466" y="5053804"/>
                  </a:lnTo>
                  <a:lnTo>
                    <a:pt x="1328593" y="5053804"/>
                  </a:lnTo>
                  <a:lnTo>
                    <a:pt x="1328719" y="5053804"/>
                  </a:lnTo>
                  <a:lnTo>
                    <a:pt x="1328845" y="5053804"/>
                  </a:lnTo>
                  <a:lnTo>
                    <a:pt x="1328971" y="5048893"/>
                  </a:lnTo>
                  <a:lnTo>
                    <a:pt x="1329098" y="5048893"/>
                  </a:lnTo>
                  <a:lnTo>
                    <a:pt x="1329224" y="5048893"/>
                  </a:lnTo>
                  <a:lnTo>
                    <a:pt x="1329350" y="5048893"/>
                  </a:lnTo>
                  <a:lnTo>
                    <a:pt x="1329476" y="5048893"/>
                  </a:lnTo>
                  <a:lnTo>
                    <a:pt x="1329729" y="5048893"/>
                  </a:lnTo>
                  <a:lnTo>
                    <a:pt x="1329982" y="5048893"/>
                  </a:lnTo>
                  <a:lnTo>
                    <a:pt x="1330108" y="5048893"/>
                  </a:lnTo>
                  <a:lnTo>
                    <a:pt x="1330234" y="5048893"/>
                  </a:lnTo>
                  <a:lnTo>
                    <a:pt x="1330360" y="5048893"/>
                  </a:lnTo>
                  <a:lnTo>
                    <a:pt x="1330739" y="5048893"/>
                  </a:lnTo>
                  <a:lnTo>
                    <a:pt x="1330865" y="5048893"/>
                  </a:lnTo>
                  <a:lnTo>
                    <a:pt x="1330992" y="5048893"/>
                  </a:lnTo>
                  <a:lnTo>
                    <a:pt x="1331244" y="5048893"/>
                  </a:lnTo>
                  <a:lnTo>
                    <a:pt x="1331497" y="5048893"/>
                  </a:lnTo>
                  <a:lnTo>
                    <a:pt x="1331623" y="5048893"/>
                  </a:lnTo>
                  <a:lnTo>
                    <a:pt x="1331749" y="5048893"/>
                  </a:lnTo>
                  <a:lnTo>
                    <a:pt x="1331875" y="5048893"/>
                  </a:lnTo>
                  <a:lnTo>
                    <a:pt x="1332002" y="5048893"/>
                  </a:lnTo>
                  <a:lnTo>
                    <a:pt x="1332128" y="5048893"/>
                  </a:lnTo>
                  <a:lnTo>
                    <a:pt x="1332254" y="5048893"/>
                  </a:lnTo>
                  <a:lnTo>
                    <a:pt x="1332885" y="5048893"/>
                  </a:lnTo>
                  <a:lnTo>
                    <a:pt x="1333012" y="5048893"/>
                  </a:lnTo>
                  <a:lnTo>
                    <a:pt x="1333138" y="5048893"/>
                  </a:lnTo>
                  <a:lnTo>
                    <a:pt x="1333390" y="5048893"/>
                  </a:lnTo>
                  <a:lnTo>
                    <a:pt x="1333517" y="5048893"/>
                  </a:lnTo>
                  <a:lnTo>
                    <a:pt x="1333643" y="5048893"/>
                  </a:lnTo>
                  <a:lnTo>
                    <a:pt x="1333769" y="5048893"/>
                  </a:lnTo>
                  <a:lnTo>
                    <a:pt x="1334022" y="5048893"/>
                  </a:lnTo>
                  <a:lnTo>
                    <a:pt x="1334653" y="5048893"/>
                  </a:lnTo>
                  <a:lnTo>
                    <a:pt x="1334779" y="5048893"/>
                  </a:lnTo>
                  <a:lnTo>
                    <a:pt x="1334905" y="5048893"/>
                  </a:lnTo>
                  <a:lnTo>
                    <a:pt x="1335158" y="5048893"/>
                  </a:lnTo>
                  <a:lnTo>
                    <a:pt x="1335411" y="5048893"/>
                  </a:lnTo>
                  <a:lnTo>
                    <a:pt x="1335537" y="5048893"/>
                  </a:lnTo>
                  <a:lnTo>
                    <a:pt x="1335789" y="5048893"/>
                  </a:lnTo>
                  <a:lnTo>
                    <a:pt x="1336042" y="5048893"/>
                  </a:lnTo>
                  <a:lnTo>
                    <a:pt x="1336294" y="5048893"/>
                  </a:lnTo>
                  <a:lnTo>
                    <a:pt x="1336673" y="5048893"/>
                  </a:lnTo>
                  <a:lnTo>
                    <a:pt x="1336799" y="5048893"/>
                  </a:lnTo>
                  <a:lnTo>
                    <a:pt x="1336926" y="5048893"/>
                  </a:lnTo>
                  <a:lnTo>
                    <a:pt x="1337178" y="5048893"/>
                  </a:lnTo>
                  <a:lnTo>
                    <a:pt x="1337683" y="5048893"/>
                  </a:lnTo>
                  <a:lnTo>
                    <a:pt x="1338062" y="5048893"/>
                  </a:lnTo>
                  <a:lnTo>
                    <a:pt x="1338062" y="5043982"/>
                  </a:lnTo>
                  <a:lnTo>
                    <a:pt x="1338441" y="5043982"/>
                  </a:lnTo>
                  <a:lnTo>
                    <a:pt x="1338567" y="5043982"/>
                  </a:lnTo>
                  <a:lnTo>
                    <a:pt x="1338819" y="5043982"/>
                  </a:lnTo>
                  <a:lnTo>
                    <a:pt x="1338946" y="5043982"/>
                  </a:lnTo>
                  <a:lnTo>
                    <a:pt x="1339072" y="5043982"/>
                  </a:lnTo>
                  <a:lnTo>
                    <a:pt x="1339324" y="5043982"/>
                  </a:lnTo>
                  <a:lnTo>
                    <a:pt x="1339451" y="5043982"/>
                  </a:lnTo>
                  <a:lnTo>
                    <a:pt x="1339703" y="5043982"/>
                  </a:lnTo>
                  <a:lnTo>
                    <a:pt x="1339829" y="5043982"/>
                  </a:lnTo>
                  <a:lnTo>
                    <a:pt x="1340082" y="5043982"/>
                  </a:lnTo>
                  <a:lnTo>
                    <a:pt x="1340335" y="5043982"/>
                  </a:lnTo>
                  <a:lnTo>
                    <a:pt x="1340461" y="5043982"/>
                  </a:lnTo>
                  <a:lnTo>
                    <a:pt x="1340587" y="5043982"/>
                  </a:lnTo>
                  <a:lnTo>
                    <a:pt x="1340713" y="5043982"/>
                  </a:lnTo>
                  <a:lnTo>
                    <a:pt x="1340840" y="5043982"/>
                  </a:lnTo>
                  <a:lnTo>
                    <a:pt x="1340966" y="5043982"/>
                  </a:lnTo>
                  <a:lnTo>
                    <a:pt x="1341092" y="5034159"/>
                  </a:lnTo>
                  <a:lnTo>
                    <a:pt x="1341218" y="5034159"/>
                  </a:lnTo>
                  <a:lnTo>
                    <a:pt x="1341471" y="5034159"/>
                  </a:lnTo>
                  <a:lnTo>
                    <a:pt x="1342355" y="5034159"/>
                  </a:lnTo>
                  <a:lnTo>
                    <a:pt x="1342481" y="5034159"/>
                  </a:lnTo>
                  <a:lnTo>
                    <a:pt x="1342607" y="5034159"/>
                  </a:lnTo>
                  <a:lnTo>
                    <a:pt x="1342733" y="5034159"/>
                  </a:lnTo>
                  <a:lnTo>
                    <a:pt x="1343112" y="5034159"/>
                  </a:lnTo>
                  <a:lnTo>
                    <a:pt x="1343365" y="5034159"/>
                  </a:lnTo>
                  <a:lnTo>
                    <a:pt x="1343491" y="5034159"/>
                  </a:lnTo>
                  <a:lnTo>
                    <a:pt x="1343743" y="5034159"/>
                  </a:lnTo>
                  <a:lnTo>
                    <a:pt x="1343996" y="5034159"/>
                  </a:lnTo>
                  <a:lnTo>
                    <a:pt x="1343996" y="5029247"/>
                  </a:lnTo>
                  <a:lnTo>
                    <a:pt x="1344122" y="5029247"/>
                  </a:lnTo>
                  <a:lnTo>
                    <a:pt x="1344248" y="5029247"/>
                  </a:lnTo>
                  <a:lnTo>
                    <a:pt x="1344375" y="5029247"/>
                  </a:lnTo>
                  <a:lnTo>
                    <a:pt x="1344627" y="5029247"/>
                  </a:lnTo>
                  <a:lnTo>
                    <a:pt x="1344753" y="5029247"/>
                  </a:lnTo>
                  <a:lnTo>
                    <a:pt x="1344880" y="5029247"/>
                  </a:lnTo>
                  <a:lnTo>
                    <a:pt x="1345006" y="5029247"/>
                  </a:lnTo>
                  <a:lnTo>
                    <a:pt x="1345132" y="5029247"/>
                  </a:lnTo>
                  <a:lnTo>
                    <a:pt x="1345385" y="5029247"/>
                  </a:lnTo>
                  <a:lnTo>
                    <a:pt x="1345511" y="5029247"/>
                  </a:lnTo>
                  <a:lnTo>
                    <a:pt x="1345637" y="5029247"/>
                  </a:lnTo>
                  <a:lnTo>
                    <a:pt x="1346142" y="5029247"/>
                  </a:lnTo>
                  <a:lnTo>
                    <a:pt x="1346269" y="5029247"/>
                  </a:lnTo>
                  <a:lnTo>
                    <a:pt x="1346395" y="5029247"/>
                  </a:lnTo>
                  <a:lnTo>
                    <a:pt x="1346521" y="5029247"/>
                  </a:lnTo>
                  <a:lnTo>
                    <a:pt x="1346647" y="5029247"/>
                  </a:lnTo>
                  <a:lnTo>
                    <a:pt x="1347026" y="5029247"/>
                  </a:lnTo>
                  <a:lnTo>
                    <a:pt x="1347152" y="5029247"/>
                  </a:lnTo>
                  <a:lnTo>
                    <a:pt x="1347279" y="5029247"/>
                  </a:lnTo>
                  <a:lnTo>
                    <a:pt x="1347405" y="5029247"/>
                  </a:lnTo>
                  <a:lnTo>
                    <a:pt x="1347531" y="5029247"/>
                  </a:lnTo>
                  <a:lnTo>
                    <a:pt x="1347657" y="5029247"/>
                  </a:lnTo>
                  <a:lnTo>
                    <a:pt x="1347784" y="5029247"/>
                  </a:lnTo>
                  <a:lnTo>
                    <a:pt x="1348036" y="5029247"/>
                  </a:lnTo>
                  <a:lnTo>
                    <a:pt x="1348162" y="5029247"/>
                  </a:lnTo>
                  <a:lnTo>
                    <a:pt x="1348289" y="5029247"/>
                  </a:lnTo>
                  <a:lnTo>
                    <a:pt x="1348541" y="5029247"/>
                  </a:lnTo>
                  <a:lnTo>
                    <a:pt x="1348667" y="5029247"/>
                  </a:lnTo>
                  <a:lnTo>
                    <a:pt x="1348794" y="5029247"/>
                  </a:lnTo>
                  <a:lnTo>
                    <a:pt x="1349172" y="5029247"/>
                  </a:lnTo>
                  <a:lnTo>
                    <a:pt x="1349425" y="5029247"/>
                  </a:lnTo>
                  <a:lnTo>
                    <a:pt x="1349551" y="5029247"/>
                  </a:lnTo>
                  <a:lnTo>
                    <a:pt x="1349804" y="5029247"/>
                  </a:lnTo>
                  <a:lnTo>
                    <a:pt x="1349930" y="5029247"/>
                  </a:lnTo>
                  <a:lnTo>
                    <a:pt x="1350182" y="5029247"/>
                  </a:lnTo>
                  <a:lnTo>
                    <a:pt x="1350309" y="5029247"/>
                  </a:lnTo>
                  <a:lnTo>
                    <a:pt x="1350561" y="5029247"/>
                  </a:lnTo>
                  <a:lnTo>
                    <a:pt x="1350814" y="5029247"/>
                  </a:lnTo>
                  <a:lnTo>
                    <a:pt x="1350940" y="5029247"/>
                  </a:lnTo>
                  <a:lnTo>
                    <a:pt x="1351193" y="5029247"/>
                  </a:lnTo>
                  <a:lnTo>
                    <a:pt x="1351571" y="5029247"/>
                  </a:lnTo>
                  <a:lnTo>
                    <a:pt x="1351950" y="5029247"/>
                  </a:lnTo>
                  <a:lnTo>
                    <a:pt x="1352076" y="5029247"/>
                  </a:lnTo>
                  <a:lnTo>
                    <a:pt x="1352455" y="5029247"/>
                  </a:lnTo>
                  <a:lnTo>
                    <a:pt x="1352708" y="5029247"/>
                  </a:lnTo>
                  <a:lnTo>
                    <a:pt x="1352960" y="5029247"/>
                  </a:lnTo>
                  <a:lnTo>
                    <a:pt x="1353339" y="5029247"/>
                  </a:lnTo>
                  <a:lnTo>
                    <a:pt x="1353465" y="5029247"/>
                  </a:lnTo>
                  <a:lnTo>
                    <a:pt x="1353718" y="5029247"/>
                  </a:lnTo>
                  <a:lnTo>
                    <a:pt x="1354223" y="5029247"/>
                  </a:lnTo>
                  <a:lnTo>
                    <a:pt x="1354475" y="5029247"/>
                  </a:lnTo>
                  <a:lnTo>
                    <a:pt x="1354601" y="5029247"/>
                  </a:lnTo>
                  <a:lnTo>
                    <a:pt x="1354980" y="5029247"/>
                  </a:lnTo>
                  <a:lnTo>
                    <a:pt x="1355233" y="5029247"/>
                  </a:lnTo>
                  <a:lnTo>
                    <a:pt x="1355359" y="5029247"/>
                  </a:lnTo>
                  <a:lnTo>
                    <a:pt x="1355611" y="5029247"/>
                  </a:lnTo>
                  <a:lnTo>
                    <a:pt x="1355738" y="5029247"/>
                  </a:lnTo>
                  <a:lnTo>
                    <a:pt x="1355864" y="5029247"/>
                  </a:lnTo>
                  <a:lnTo>
                    <a:pt x="1355990" y="5029247"/>
                  </a:lnTo>
                  <a:lnTo>
                    <a:pt x="1356117" y="5029247"/>
                  </a:lnTo>
                  <a:lnTo>
                    <a:pt x="1356243" y="5029247"/>
                  </a:lnTo>
                  <a:lnTo>
                    <a:pt x="1356495" y="5029247"/>
                  </a:lnTo>
                  <a:lnTo>
                    <a:pt x="1356748" y="5029247"/>
                  </a:lnTo>
                  <a:lnTo>
                    <a:pt x="1356874" y="5029247"/>
                  </a:lnTo>
                  <a:lnTo>
                    <a:pt x="1357379" y="5029247"/>
                  </a:lnTo>
                  <a:lnTo>
                    <a:pt x="1357505" y="5029247"/>
                  </a:lnTo>
                  <a:lnTo>
                    <a:pt x="1357632" y="5029247"/>
                  </a:lnTo>
                  <a:lnTo>
                    <a:pt x="1357758" y="5029247"/>
                  </a:lnTo>
                  <a:lnTo>
                    <a:pt x="1357884" y="5029247"/>
                  </a:lnTo>
                  <a:lnTo>
                    <a:pt x="1358010" y="5029247"/>
                  </a:lnTo>
                  <a:lnTo>
                    <a:pt x="1358137" y="5029247"/>
                  </a:lnTo>
                  <a:lnTo>
                    <a:pt x="1358263" y="5029247"/>
                  </a:lnTo>
                  <a:lnTo>
                    <a:pt x="1358389" y="5029247"/>
                  </a:lnTo>
                  <a:lnTo>
                    <a:pt x="1358389" y="5024336"/>
                  </a:lnTo>
                  <a:lnTo>
                    <a:pt x="1358515" y="5024336"/>
                  </a:lnTo>
                  <a:lnTo>
                    <a:pt x="1358642" y="5024336"/>
                  </a:lnTo>
                  <a:lnTo>
                    <a:pt x="1358768" y="5024336"/>
                  </a:lnTo>
                  <a:lnTo>
                    <a:pt x="1358894" y="5024336"/>
                  </a:lnTo>
                  <a:lnTo>
                    <a:pt x="1359147" y="5024336"/>
                  </a:lnTo>
                  <a:lnTo>
                    <a:pt x="1359652" y="5024336"/>
                  </a:lnTo>
                  <a:lnTo>
                    <a:pt x="1359778" y="5024336"/>
                  </a:lnTo>
                  <a:lnTo>
                    <a:pt x="1359904" y="5024336"/>
                  </a:lnTo>
                  <a:lnTo>
                    <a:pt x="1360030" y="5024336"/>
                  </a:lnTo>
                  <a:lnTo>
                    <a:pt x="1360157" y="5024336"/>
                  </a:lnTo>
                  <a:lnTo>
                    <a:pt x="1360157" y="5019425"/>
                  </a:lnTo>
                  <a:lnTo>
                    <a:pt x="1360283" y="5019425"/>
                  </a:lnTo>
                  <a:lnTo>
                    <a:pt x="1360788" y="5019425"/>
                  </a:lnTo>
                  <a:lnTo>
                    <a:pt x="1361167" y="5019425"/>
                  </a:lnTo>
                  <a:lnTo>
                    <a:pt x="1361293" y="5019425"/>
                  </a:lnTo>
                  <a:lnTo>
                    <a:pt x="1361419" y="5019425"/>
                  </a:lnTo>
                  <a:lnTo>
                    <a:pt x="1361546" y="5019425"/>
                  </a:lnTo>
                  <a:lnTo>
                    <a:pt x="1361672" y="5019425"/>
                  </a:lnTo>
                  <a:lnTo>
                    <a:pt x="1361924" y="5019425"/>
                  </a:lnTo>
                  <a:lnTo>
                    <a:pt x="1362808" y="5019425"/>
                  </a:lnTo>
                  <a:lnTo>
                    <a:pt x="1362934" y="5019425"/>
                  </a:lnTo>
                  <a:lnTo>
                    <a:pt x="1363061" y="5019425"/>
                  </a:lnTo>
                  <a:lnTo>
                    <a:pt x="1363187" y="5019425"/>
                  </a:lnTo>
                  <a:lnTo>
                    <a:pt x="1363313" y="5019425"/>
                  </a:lnTo>
                  <a:lnTo>
                    <a:pt x="1363692" y="5019425"/>
                  </a:lnTo>
                  <a:lnTo>
                    <a:pt x="1363818" y="5019425"/>
                  </a:lnTo>
                  <a:lnTo>
                    <a:pt x="1364071" y="5014513"/>
                  </a:lnTo>
                  <a:lnTo>
                    <a:pt x="1364323" y="5014513"/>
                  </a:lnTo>
                  <a:lnTo>
                    <a:pt x="1364449" y="5014513"/>
                  </a:lnTo>
                  <a:lnTo>
                    <a:pt x="1364702" y="5014513"/>
                  </a:lnTo>
                  <a:lnTo>
                    <a:pt x="1364828" y="5014513"/>
                  </a:lnTo>
                  <a:lnTo>
                    <a:pt x="1364954" y="5014513"/>
                  </a:lnTo>
                  <a:lnTo>
                    <a:pt x="1365081" y="5014513"/>
                  </a:lnTo>
                  <a:lnTo>
                    <a:pt x="1365207" y="5014513"/>
                  </a:lnTo>
                  <a:lnTo>
                    <a:pt x="1365333" y="5014513"/>
                  </a:lnTo>
                  <a:lnTo>
                    <a:pt x="1365586" y="5014513"/>
                  </a:lnTo>
                  <a:lnTo>
                    <a:pt x="1365965" y="5014513"/>
                  </a:lnTo>
                  <a:lnTo>
                    <a:pt x="1366091" y="5014513"/>
                  </a:lnTo>
                  <a:lnTo>
                    <a:pt x="1366343" y="5014513"/>
                  </a:lnTo>
                  <a:lnTo>
                    <a:pt x="1366596" y="5014513"/>
                  </a:lnTo>
                  <a:lnTo>
                    <a:pt x="1366596" y="5009602"/>
                  </a:lnTo>
                  <a:lnTo>
                    <a:pt x="1366848" y="5009602"/>
                  </a:lnTo>
                  <a:lnTo>
                    <a:pt x="1367101" y="5009602"/>
                  </a:lnTo>
                  <a:lnTo>
                    <a:pt x="1367227" y="5009602"/>
                  </a:lnTo>
                  <a:lnTo>
                    <a:pt x="1367732" y="5009602"/>
                  </a:lnTo>
                  <a:lnTo>
                    <a:pt x="1367858" y="5009602"/>
                  </a:lnTo>
                  <a:lnTo>
                    <a:pt x="1368111" y="5009602"/>
                  </a:lnTo>
                  <a:lnTo>
                    <a:pt x="1368237" y="5009602"/>
                  </a:lnTo>
                  <a:lnTo>
                    <a:pt x="1368616" y="5009602"/>
                  </a:lnTo>
                  <a:lnTo>
                    <a:pt x="1368868" y="5009602"/>
                  </a:lnTo>
                  <a:lnTo>
                    <a:pt x="1369247" y="5009602"/>
                  </a:lnTo>
                  <a:lnTo>
                    <a:pt x="1369373" y="5009602"/>
                  </a:lnTo>
                  <a:lnTo>
                    <a:pt x="1369752" y="5009602"/>
                  </a:lnTo>
                  <a:lnTo>
                    <a:pt x="1370005" y="5009602"/>
                  </a:lnTo>
                  <a:lnTo>
                    <a:pt x="1370131" y="5009602"/>
                  </a:lnTo>
                  <a:lnTo>
                    <a:pt x="1370383" y="5009602"/>
                  </a:lnTo>
                  <a:lnTo>
                    <a:pt x="1370636" y="5009602"/>
                  </a:lnTo>
                  <a:lnTo>
                    <a:pt x="1370762" y="5009602"/>
                  </a:lnTo>
                  <a:lnTo>
                    <a:pt x="1371141" y="5009602"/>
                  </a:lnTo>
                  <a:lnTo>
                    <a:pt x="1371267" y="5009602"/>
                  </a:lnTo>
                  <a:lnTo>
                    <a:pt x="1371394" y="5009602"/>
                  </a:lnTo>
                  <a:lnTo>
                    <a:pt x="1371520" y="5009602"/>
                  </a:lnTo>
                  <a:lnTo>
                    <a:pt x="1371646" y="5009602"/>
                  </a:lnTo>
                  <a:lnTo>
                    <a:pt x="1371772" y="5009602"/>
                  </a:lnTo>
                  <a:lnTo>
                    <a:pt x="1372404" y="5009602"/>
                  </a:lnTo>
                  <a:lnTo>
                    <a:pt x="1372530" y="5009602"/>
                  </a:lnTo>
                  <a:lnTo>
                    <a:pt x="1372782" y="5009602"/>
                  </a:lnTo>
                  <a:lnTo>
                    <a:pt x="1372909" y="5009602"/>
                  </a:lnTo>
                  <a:lnTo>
                    <a:pt x="1373161" y="5009602"/>
                  </a:lnTo>
                  <a:lnTo>
                    <a:pt x="1373287" y="5004691"/>
                  </a:lnTo>
                  <a:lnTo>
                    <a:pt x="1373540" y="5004691"/>
                  </a:lnTo>
                  <a:lnTo>
                    <a:pt x="1373666" y="5004691"/>
                  </a:lnTo>
                  <a:lnTo>
                    <a:pt x="1374045" y="5004691"/>
                  </a:lnTo>
                  <a:lnTo>
                    <a:pt x="1374171" y="5004691"/>
                  </a:lnTo>
                  <a:lnTo>
                    <a:pt x="1374297" y="5004691"/>
                  </a:lnTo>
                  <a:lnTo>
                    <a:pt x="1374424" y="5004691"/>
                  </a:lnTo>
                  <a:lnTo>
                    <a:pt x="1374550" y="5004691"/>
                  </a:lnTo>
                  <a:lnTo>
                    <a:pt x="1374676" y="5004691"/>
                  </a:lnTo>
                  <a:lnTo>
                    <a:pt x="1374802" y="5004691"/>
                  </a:lnTo>
                  <a:lnTo>
                    <a:pt x="1374802" y="4999779"/>
                  </a:lnTo>
                  <a:lnTo>
                    <a:pt x="1375055" y="4999779"/>
                  </a:lnTo>
                  <a:lnTo>
                    <a:pt x="1375181" y="4999779"/>
                  </a:lnTo>
                  <a:lnTo>
                    <a:pt x="1375434" y="4999779"/>
                  </a:lnTo>
                  <a:lnTo>
                    <a:pt x="1375686" y="4999779"/>
                  </a:lnTo>
                  <a:lnTo>
                    <a:pt x="1375812" y="4999779"/>
                  </a:lnTo>
                  <a:lnTo>
                    <a:pt x="1375939" y="4999779"/>
                  </a:lnTo>
                  <a:lnTo>
                    <a:pt x="1376065" y="4999779"/>
                  </a:lnTo>
                  <a:lnTo>
                    <a:pt x="1376318" y="4999779"/>
                  </a:lnTo>
                  <a:lnTo>
                    <a:pt x="1376444" y="4999779"/>
                  </a:lnTo>
                  <a:lnTo>
                    <a:pt x="1376949" y="4999779"/>
                  </a:lnTo>
                  <a:lnTo>
                    <a:pt x="1377075" y="4999779"/>
                  </a:lnTo>
                  <a:lnTo>
                    <a:pt x="1377580" y="4999779"/>
                  </a:lnTo>
                  <a:lnTo>
                    <a:pt x="1377706" y="4999779"/>
                  </a:lnTo>
                  <a:lnTo>
                    <a:pt x="1377833" y="4999779"/>
                  </a:lnTo>
                  <a:lnTo>
                    <a:pt x="1378085" y="4999779"/>
                  </a:lnTo>
                  <a:lnTo>
                    <a:pt x="1378211" y="4999779"/>
                  </a:lnTo>
                  <a:lnTo>
                    <a:pt x="1378338" y="4999779"/>
                  </a:lnTo>
                  <a:lnTo>
                    <a:pt x="1378464" y="4999779"/>
                  </a:lnTo>
                  <a:lnTo>
                    <a:pt x="1378590" y="4999779"/>
                  </a:lnTo>
                  <a:lnTo>
                    <a:pt x="1378716" y="4994868"/>
                  </a:lnTo>
                  <a:lnTo>
                    <a:pt x="1378716" y="4989956"/>
                  </a:lnTo>
                  <a:lnTo>
                    <a:pt x="1378843" y="4989956"/>
                  </a:lnTo>
                  <a:lnTo>
                    <a:pt x="1378969" y="4989956"/>
                  </a:lnTo>
                  <a:lnTo>
                    <a:pt x="1379221" y="4989956"/>
                  </a:lnTo>
                  <a:lnTo>
                    <a:pt x="1379348" y="4989956"/>
                  </a:lnTo>
                  <a:lnTo>
                    <a:pt x="1379474" y="4989956"/>
                  </a:lnTo>
                  <a:lnTo>
                    <a:pt x="1379600" y="4989956"/>
                  </a:lnTo>
                  <a:lnTo>
                    <a:pt x="1379726" y="4989956"/>
                  </a:lnTo>
                  <a:lnTo>
                    <a:pt x="1379853" y="4989956"/>
                  </a:lnTo>
                  <a:lnTo>
                    <a:pt x="1379979" y="4989956"/>
                  </a:lnTo>
                  <a:lnTo>
                    <a:pt x="1380231" y="4989956"/>
                  </a:lnTo>
                  <a:lnTo>
                    <a:pt x="1380358" y="4989956"/>
                  </a:lnTo>
                  <a:lnTo>
                    <a:pt x="1380863" y="4989956"/>
                  </a:lnTo>
                  <a:lnTo>
                    <a:pt x="1380989" y="4989956"/>
                  </a:lnTo>
                  <a:lnTo>
                    <a:pt x="1381115" y="4989956"/>
                  </a:lnTo>
                  <a:lnTo>
                    <a:pt x="1381368" y="4989956"/>
                  </a:lnTo>
                  <a:lnTo>
                    <a:pt x="1381494" y="4989956"/>
                  </a:lnTo>
                  <a:lnTo>
                    <a:pt x="1381747" y="4989956"/>
                  </a:lnTo>
                  <a:lnTo>
                    <a:pt x="1381873" y="4989956"/>
                  </a:lnTo>
                  <a:lnTo>
                    <a:pt x="1381999" y="4985045"/>
                  </a:lnTo>
                  <a:lnTo>
                    <a:pt x="1382125" y="4985045"/>
                  </a:lnTo>
                  <a:lnTo>
                    <a:pt x="1382252" y="4985045"/>
                  </a:lnTo>
                  <a:lnTo>
                    <a:pt x="1382504" y="4985045"/>
                  </a:lnTo>
                  <a:lnTo>
                    <a:pt x="1382630" y="4985045"/>
                  </a:lnTo>
                  <a:lnTo>
                    <a:pt x="1382757" y="4985045"/>
                  </a:lnTo>
                  <a:lnTo>
                    <a:pt x="1383135" y="4985045"/>
                  </a:lnTo>
                  <a:lnTo>
                    <a:pt x="1383262" y="4985045"/>
                  </a:lnTo>
                  <a:lnTo>
                    <a:pt x="1383388" y="4985045"/>
                  </a:lnTo>
                  <a:lnTo>
                    <a:pt x="1383514" y="4985045"/>
                  </a:lnTo>
                  <a:lnTo>
                    <a:pt x="1383767" y="4985045"/>
                  </a:lnTo>
                  <a:lnTo>
                    <a:pt x="1383893" y="4985045"/>
                  </a:lnTo>
                  <a:lnTo>
                    <a:pt x="1384145" y="4985045"/>
                  </a:lnTo>
                  <a:lnTo>
                    <a:pt x="1384272" y="4985045"/>
                  </a:lnTo>
                  <a:lnTo>
                    <a:pt x="1384398" y="4985045"/>
                  </a:lnTo>
                  <a:lnTo>
                    <a:pt x="1384524" y="4985045"/>
                  </a:lnTo>
                  <a:lnTo>
                    <a:pt x="1384650" y="4985045"/>
                  </a:lnTo>
                  <a:lnTo>
                    <a:pt x="1385029" y="4985045"/>
                  </a:lnTo>
                  <a:lnTo>
                    <a:pt x="1385155" y="4985045"/>
                  </a:lnTo>
                  <a:lnTo>
                    <a:pt x="1385534" y="4985045"/>
                  </a:lnTo>
                  <a:lnTo>
                    <a:pt x="1385660" y="4985045"/>
                  </a:lnTo>
                  <a:lnTo>
                    <a:pt x="1386165" y="4985045"/>
                  </a:lnTo>
                  <a:lnTo>
                    <a:pt x="1386418" y="4985045"/>
                  </a:lnTo>
                  <a:lnTo>
                    <a:pt x="1386544" y="4985045"/>
                  </a:lnTo>
                  <a:lnTo>
                    <a:pt x="1386671" y="4985045"/>
                  </a:lnTo>
                  <a:lnTo>
                    <a:pt x="1387176" y="4980134"/>
                  </a:lnTo>
                  <a:lnTo>
                    <a:pt x="1387428" y="4980134"/>
                  </a:lnTo>
                  <a:lnTo>
                    <a:pt x="1387554" y="4980134"/>
                  </a:lnTo>
                  <a:lnTo>
                    <a:pt x="1387807" y="4980134"/>
                  </a:lnTo>
                  <a:lnTo>
                    <a:pt x="1388312" y="4980134"/>
                  </a:lnTo>
                  <a:lnTo>
                    <a:pt x="1388564" y="4980134"/>
                  </a:lnTo>
                  <a:lnTo>
                    <a:pt x="1388817" y="4980134"/>
                  </a:lnTo>
                  <a:lnTo>
                    <a:pt x="1388943" y="4980134"/>
                  </a:lnTo>
                  <a:lnTo>
                    <a:pt x="1389322" y="4980134"/>
                  </a:lnTo>
                  <a:lnTo>
                    <a:pt x="1389574" y="4980134"/>
                  </a:lnTo>
                  <a:lnTo>
                    <a:pt x="1389701" y="4980134"/>
                  </a:lnTo>
                  <a:lnTo>
                    <a:pt x="1389953" y="4980134"/>
                  </a:lnTo>
                  <a:lnTo>
                    <a:pt x="1390206" y="4980134"/>
                  </a:lnTo>
                  <a:lnTo>
                    <a:pt x="1390458" y="4980134"/>
                  </a:lnTo>
                  <a:lnTo>
                    <a:pt x="1390584" y="4980134"/>
                  </a:lnTo>
                  <a:lnTo>
                    <a:pt x="1390837" y="4980134"/>
                  </a:lnTo>
                  <a:lnTo>
                    <a:pt x="1390837" y="4975222"/>
                  </a:lnTo>
                  <a:lnTo>
                    <a:pt x="1391089" y="4975222"/>
                  </a:lnTo>
                  <a:lnTo>
                    <a:pt x="1391216" y="4975222"/>
                  </a:lnTo>
                  <a:lnTo>
                    <a:pt x="1391342" y="4975222"/>
                  </a:lnTo>
                  <a:lnTo>
                    <a:pt x="1391468" y="4975222"/>
                  </a:lnTo>
                  <a:lnTo>
                    <a:pt x="1391594" y="4975222"/>
                  </a:lnTo>
                  <a:lnTo>
                    <a:pt x="1391847" y="4975222"/>
                  </a:lnTo>
                  <a:lnTo>
                    <a:pt x="1392100" y="4975222"/>
                  </a:lnTo>
                  <a:lnTo>
                    <a:pt x="1392478" y="4975222"/>
                  </a:lnTo>
                  <a:lnTo>
                    <a:pt x="1392983" y="4975222"/>
                  </a:lnTo>
                  <a:lnTo>
                    <a:pt x="1393362" y="4975222"/>
                  </a:lnTo>
                  <a:lnTo>
                    <a:pt x="1393488" y="4975222"/>
                  </a:lnTo>
                  <a:lnTo>
                    <a:pt x="1393741" y="4975222"/>
                  </a:lnTo>
                  <a:lnTo>
                    <a:pt x="1393867" y="4975222"/>
                  </a:lnTo>
                  <a:lnTo>
                    <a:pt x="1393993" y="4975222"/>
                  </a:lnTo>
                  <a:lnTo>
                    <a:pt x="1394120" y="4970311"/>
                  </a:lnTo>
                  <a:lnTo>
                    <a:pt x="1394246" y="4970311"/>
                  </a:lnTo>
                  <a:lnTo>
                    <a:pt x="1394372" y="4970311"/>
                  </a:lnTo>
                  <a:lnTo>
                    <a:pt x="1394498" y="4970311"/>
                  </a:lnTo>
                  <a:lnTo>
                    <a:pt x="1394751" y="4970311"/>
                  </a:lnTo>
                  <a:lnTo>
                    <a:pt x="1395130" y="4965400"/>
                  </a:lnTo>
                  <a:lnTo>
                    <a:pt x="1395382" y="4965400"/>
                  </a:lnTo>
                  <a:lnTo>
                    <a:pt x="1395508" y="4965400"/>
                  </a:lnTo>
                  <a:lnTo>
                    <a:pt x="1395761" y="4965400"/>
                  </a:lnTo>
                  <a:lnTo>
                    <a:pt x="1395887" y="4965400"/>
                  </a:lnTo>
                  <a:lnTo>
                    <a:pt x="1396013" y="4965400"/>
                  </a:lnTo>
                  <a:lnTo>
                    <a:pt x="1396140" y="4960488"/>
                  </a:lnTo>
                  <a:lnTo>
                    <a:pt x="1396266" y="4960488"/>
                  </a:lnTo>
                  <a:lnTo>
                    <a:pt x="1396645" y="4960488"/>
                  </a:lnTo>
                  <a:lnTo>
                    <a:pt x="1396771" y="4960488"/>
                  </a:lnTo>
                  <a:lnTo>
                    <a:pt x="1396897" y="4960488"/>
                  </a:lnTo>
                  <a:lnTo>
                    <a:pt x="1397024" y="4960488"/>
                  </a:lnTo>
                  <a:lnTo>
                    <a:pt x="1397655" y="4960488"/>
                  </a:lnTo>
                  <a:lnTo>
                    <a:pt x="1397781" y="4960488"/>
                  </a:lnTo>
                  <a:lnTo>
                    <a:pt x="1398160" y="4960488"/>
                  </a:lnTo>
                  <a:lnTo>
                    <a:pt x="1398539" y="4960488"/>
                  </a:lnTo>
                  <a:lnTo>
                    <a:pt x="1398665" y="4960488"/>
                  </a:lnTo>
                  <a:lnTo>
                    <a:pt x="1398791" y="4960488"/>
                  </a:lnTo>
                  <a:lnTo>
                    <a:pt x="1398917" y="4960488"/>
                  </a:lnTo>
                  <a:lnTo>
                    <a:pt x="1399044" y="4960488"/>
                  </a:lnTo>
                  <a:lnTo>
                    <a:pt x="1399170" y="4960488"/>
                  </a:lnTo>
                  <a:lnTo>
                    <a:pt x="1399801" y="4960488"/>
                  </a:lnTo>
                  <a:lnTo>
                    <a:pt x="1400306" y="4960488"/>
                  </a:lnTo>
                  <a:lnTo>
                    <a:pt x="1400432" y="4960488"/>
                  </a:lnTo>
                  <a:lnTo>
                    <a:pt x="1400559" y="4960488"/>
                  </a:lnTo>
                  <a:lnTo>
                    <a:pt x="1400685" y="4960488"/>
                  </a:lnTo>
                  <a:lnTo>
                    <a:pt x="1400811" y="4960488"/>
                  </a:lnTo>
                  <a:lnTo>
                    <a:pt x="1401190" y="4960488"/>
                  </a:lnTo>
                  <a:lnTo>
                    <a:pt x="1401316" y="4960488"/>
                  </a:lnTo>
                  <a:lnTo>
                    <a:pt x="1401569" y="4960488"/>
                  </a:lnTo>
                  <a:lnTo>
                    <a:pt x="1401695" y="4960488"/>
                  </a:lnTo>
                  <a:lnTo>
                    <a:pt x="1401821" y="4960488"/>
                  </a:lnTo>
                  <a:lnTo>
                    <a:pt x="1401947" y="4960488"/>
                  </a:lnTo>
                  <a:lnTo>
                    <a:pt x="1402074" y="4960488"/>
                  </a:lnTo>
                  <a:lnTo>
                    <a:pt x="1402453" y="4960488"/>
                  </a:lnTo>
                  <a:lnTo>
                    <a:pt x="1402579" y="4960488"/>
                  </a:lnTo>
                  <a:lnTo>
                    <a:pt x="1402705" y="4960488"/>
                  </a:lnTo>
                  <a:lnTo>
                    <a:pt x="1403084" y="4960488"/>
                  </a:lnTo>
                  <a:lnTo>
                    <a:pt x="1403210" y="4960488"/>
                  </a:lnTo>
                  <a:lnTo>
                    <a:pt x="1403336" y="4960488"/>
                  </a:lnTo>
                  <a:lnTo>
                    <a:pt x="1403463" y="4960488"/>
                  </a:lnTo>
                  <a:lnTo>
                    <a:pt x="1403841" y="4960488"/>
                  </a:lnTo>
                  <a:lnTo>
                    <a:pt x="1404094" y="4960488"/>
                  </a:lnTo>
                  <a:lnTo>
                    <a:pt x="1404220" y="4960488"/>
                  </a:lnTo>
                  <a:lnTo>
                    <a:pt x="1404220" y="4955577"/>
                  </a:lnTo>
                  <a:lnTo>
                    <a:pt x="1404473" y="4955577"/>
                  </a:lnTo>
                  <a:lnTo>
                    <a:pt x="1404599" y="4955577"/>
                  </a:lnTo>
                  <a:lnTo>
                    <a:pt x="1404725" y="4955577"/>
                  </a:lnTo>
                  <a:lnTo>
                    <a:pt x="1404851" y="4955577"/>
                  </a:lnTo>
                  <a:lnTo>
                    <a:pt x="1405104" y="4955577"/>
                  </a:lnTo>
                  <a:lnTo>
                    <a:pt x="1405230" y="4955577"/>
                  </a:lnTo>
                  <a:lnTo>
                    <a:pt x="1405356" y="4955577"/>
                  </a:lnTo>
                  <a:lnTo>
                    <a:pt x="1405356" y="4950665"/>
                  </a:lnTo>
                  <a:lnTo>
                    <a:pt x="1405483" y="4950665"/>
                  </a:lnTo>
                  <a:lnTo>
                    <a:pt x="1405735" y="4950665"/>
                  </a:lnTo>
                  <a:lnTo>
                    <a:pt x="1405861" y="4950665"/>
                  </a:lnTo>
                  <a:lnTo>
                    <a:pt x="1406240" y="4950665"/>
                  </a:lnTo>
                  <a:lnTo>
                    <a:pt x="1406493" y="4950665"/>
                  </a:lnTo>
                  <a:lnTo>
                    <a:pt x="1406619" y="4950665"/>
                  </a:lnTo>
                  <a:lnTo>
                    <a:pt x="1406871" y="4950665"/>
                  </a:lnTo>
                  <a:lnTo>
                    <a:pt x="1406998" y="4950665"/>
                  </a:lnTo>
                  <a:lnTo>
                    <a:pt x="1407124" y="4950665"/>
                  </a:lnTo>
                  <a:lnTo>
                    <a:pt x="1407503" y="4950665"/>
                  </a:lnTo>
                  <a:lnTo>
                    <a:pt x="1407629" y="4950665"/>
                  </a:lnTo>
                  <a:lnTo>
                    <a:pt x="1407755" y="4950665"/>
                  </a:lnTo>
                  <a:lnTo>
                    <a:pt x="1408008" y="4950665"/>
                  </a:lnTo>
                  <a:lnTo>
                    <a:pt x="1408260" y="4950665"/>
                  </a:lnTo>
                  <a:lnTo>
                    <a:pt x="1408387" y="4950665"/>
                  </a:lnTo>
                  <a:lnTo>
                    <a:pt x="1408513" y="4950665"/>
                  </a:lnTo>
                  <a:lnTo>
                    <a:pt x="1408765" y="4950665"/>
                  </a:lnTo>
                  <a:lnTo>
                    <a:pt x="1408892" y="4950665"/>
                  </a:lnTo>
                  <a:lnTo>
                    <a:pt x="1409018" y="4950665"/>
                  </a:lnTo>
                  <a:lnTo>
                    <a:pt x="1409144" y="4950665"/>
                  </a:lnTo>
                  <a:lnTo>
                    <a:pt x="1409775" y="4950665"/>
                  </a:lnTo>
                  <a:lnTo>
                    <a:pt x="1410028" y="4950665"/>
                  </a:lnTo>
                  <a:lnTo>
                    <a:pt x="1410154" y="4950665"/>
                  </a:lnTo>
                  <a:lnTo>
                    <a:pt x="1410280" y="4950665"/>
                  </a:lnTo>
                  <a:lnTo>
                    <a:pt x="1410407" y="4950665"/>
                  </a:lnTo>
                  <a:lnTo>
                    <a:pt x="1410407" y="4945754"/>
                  </a:lnTo>
                  <a:lnTo>
                    <a:pt x="1410533" y="4945754"/>
                  </a:lnTo>
                  <a:lnTo>
                    <a:pt x="1410659" y="4945754"/>
                  </a:lnTo>
                  <a:lnTo>
                    <a:pt x="1410785" y="4945754"/>
                  </a:lnTo>
                  <a:lnTo>
                    <a:pt x="1410912" y="4945754"/>
                  </a:lnTo>
                  <a:lnTo>
                    <a:pt x="1411038" y="4945754"/>
                  </a:lnTo>
                  <a:lnTo>
                    <a:pt x="1411290" y="4945754"/>
                  </a:lnTo>
                  <a:lnTo>
                    <a:pt x="1411417" y="4945754"/>
                  </a:lnTo>
                  <a:lnTo>
                    <a:pt x="1411543" y="4945754"/>
                  </a:lnTo>
                  <a:lnTo>
                    <a:pt x="1411669" y="4945754"/>
                  </a:lnTo>
                  <a:lnTo>
                    <a:pt x="1411922" y="4945754"/>
                  </a:lnTo>
                  <a:lnTo>
                    <a:pt x="1412048" y="4945754"/>
                  </a:lnTo>
                  <a:lnTo>
                    <a:pt x="1412300" y="4945754"/>
                  </a:lnTo>
                  <a:lnTo>
                    <a:pt x="1412427" y="4940843"/>
                  </a:lnTo>
                  <a:lnTo>
                    <a:pt x="1412679" y="4940843"/>
                  </a:lnTo>
                  <a:lnTo>
                    <a:pt x="1412932" y="4940843"/>
                  </a:lnTo>
                  <a:lnTo>
                    <a:pt x="1413184" y="4940843"/>
                  </a:lnTo>
                  <a:lnTo>
                    <a:pt x="1413689" y="4940843"/>
                  </a:lnTo>
                  <a:lnTo>
                    <a:pt x="1413816" y="4940843"/>
                  </a:lnTo>
                  <a:lnTo>
                    <a:pt x="1413942" y="4940843"/>
                  </a:lnTo>
                  <a:lnTo>
                    <a:pt x="1414068" y="4940843"/>
                  </a:lnTo>
                  <a:lnTo>
                    <a:pt x="1414447" y="4940843"/>
                  </a:lnTo>
                  <a:lnTo>
                    <a:pt x="1414573" y="4940843"/>
                  </a:lnTo>
                  <a:lnTo>
                    <a:pt x="1414699" y="4940843"/>
                  </a:lnTo>
                  <a:lnTo>
                    <a:pt x="1414826" y="4940843"/>
                  </a:lnTo>
                  <a:lnTo>
                    <a:pt x="1414952" y="4940843"/>
                  </a:lnTo>
                  <a:lnTo>
                    <a:pt x="1415078" y="4935931"/>
                  </a:lnTo>
                  <a:lnTo>
                    <a:pt x="1415204" y="4935931"/>
                  </a:lnTo>
                  <a:lnTo>
                    <a:pt x="1417224" y="4935931"/>
                  </a:lnTo>
                  <a:lnTo>
                    <a:pt x="1417730" y="4935931"/>
                  </a:lnTo>
                  <a:lnTo>
                    <a:pt x="1417856" y="4935931"/>
                  </a:lnTo>
                  <a:lnTo>
                    <a:pt x="1418108" y="4935931"/>
                  </a:lnTo>
                  <a:lnTo>
                    <a:pt x="1418235" y="4935931"/>
                  </a:lnTo>
                  <a:lnTo>
                    <a:pt x="1418361" y="4935931"/>
                  </a:lnTo>
                  <a:lnTo>
                    <a:pt x="1418487" y="4935931"/>
                  </a:lnTo>
                  <a:lnTo>
                    <a:pt x="1418740" y="4935931"/>
                  </a:lnTo>
                  <a:lnTo>
                    <a:pt x="1418866" y="4935931"/>
                  </a:lnTo>
                  <a:lnTo>
                    <a:pt x="1419118" y="4935931"/>
                  </a:lnTo>
                  <a:lnTo>
                    <a:pt x="1419245" y="4935931"/>
                  </a:lnTo>
                  <a:lnTo>
                    <a:pt x="1419371" y="4935931"/>
                  </a:lnTo>
                  <a:lnTo>
                    <a:pt x="1419497" y="4935931"/>
                  </a:lnTo>
                  <a:lnTo>
                    <a:pt x="1419750" y="4935931"/>
                  </a:lnTo>
                  <a:lnTo>
                    <a:pt x="1419876" y="4935931"/>
                  </a:lnTo>
                  <a:lnTo>
                    <a:pt x="1420128" y="4935931"/>
                  </a:lnTo>
                  <a:lnTo>
                    <a:pt x="1420255" y="4935931"/>
                  </a:lnTo>
                  <a:lnTo>
                    <a:pt x="1420381" y="4935931"/>
                  </a:lnTo>
                  <a:lnTo>
                    <a:pt x="1420507" y="4935931"/>
                  </a:lnTo>
                  <a:lnTo>
                    <a:pt x="1420760" y="4935931"/>
                  </a:lnTo>
                  <a:lnTo>
                    <a:pt x="1421012" y="4935931"/>
                  </a:lnTo>
                  <a:lnTo>
                    <a:pt x="1421138" y="4935931"/>
                  </a:lnTo>
                  <a:lnTo>
                    <a:pt x="1421265" y="4931020"/>
                  </a:lnTo>
                  <a:lnTo>
                    <a:pt x="1421391" y="4931020"/>
                  </a:lnTo>
                  <a:lnTo>
                    <a:pt x="1421517" y="4931020"/>
                  </a:lnTo>
                  <a:lnTo>
                    <a:pt x="1421643" y="4931020"/>
                  </a:lnTo>
                  <a:lnTo>
                    <a:pt x="1421896" y="4931020"/>
                  </a:lnTo>
                  <a:lnTo>
                    <a:pt x="1422022" y="4931020"/>
                  </a:lnTo>
                  <a:lnTo>
                    <a:pt x="1422148" y="4926109"/>
                  </a:lnTo>
                  <a:lnTo>
                    <a:pt x="1422401" y="4926109"/>
                  </a:lnTo>
                  <a:lnTo>
                    <a:pt x="1422653" y="4926109"/>
                  </a:lnTo>
                  <a:lnTo>
                    <a:pt x="1422780" y="4926109"/>
                  </a:lnTo>
                  <a:lnTo>
                    <a:pt x="1422906" y="4926109"/>
                  </a:lnTo>
                  <a:lnTo>
                    <a:pt x="1423285" y="4926109"/>
                  </a:lnTo>
                  <a:lnTo>
                    <a:pt x="1423664" y="4926109"/>
                  </a:lnTo>
                  <a:lnTo>
                    <a:pt x="1423790" y="4926109"/>
                  </a:lnTo>
                  <a:lnTo>
                    <a:pt x="1423916" y="4926109"/>
                  </a:lnTo>
                  <a:lnTo>
                    <a:pt x="1424042" y="4926109"/>
                  </a:lnTo>
                  <a:lnTo>
                    <a:pt x="1424674" y="4926109"/>
                  </a:lnTo>
                  <a:lnTo>
                    <a:pt x="1424800" y="4926109"/>
                  </a:lnTo>
                  <a:lnTo>
                    <a:pt x="1424926" y="4926109"/>
                  </a:lnTo>
                  <a:lnTo>
                    <a:pt x="1425305" y="4926109"/>
                  </a:lnTo>
                  <a:lnTo>
                    <a:pt x="1425431" y="4926109"/>
                  </a:lnTo>
                  <a:lnTo>
                    <a:pt x="1425684" y="4926109"/>
                  </a:lnTo>
                  <a:lnTo>
                    <a:pt x="1425936" y="4926109"/>
                  </a:lnTo>
                  <a:lnTo>
                    <a:pt x="1426062" y="4926109"/>
                  </a:lnTo>
                  <a:lnTo>
                    <a:pt x="1426315" y="4926109"/>
                  </a:lnTo>
                  <a:lnTo>
                    <a:pt x="1426567" y="4926109"/>
                  </a:lnTo>
                  <a:lnTo>
                    <a:pt x="1426820" y="4926109"/>
                  </a:lnTo>
                  <a:lnTo>
                    <a:pt x="1426946" y="4926109"/>
                  </a:lnTo>
                  <a:lnTo>
                    <a:pt x="1427072" y="4926109"/>
                  </a:lnTo>
                  <a:lnTo>
                    <a:pt x="1427199" y="4926109"/>
                  </a:lnTo>
                  <a:lnTo>
                    <a:pt x="1427451" y="4926109"/>
                  </a:lnTo>
                  <a:lnTo>
                    <a:pt x="1427577" y="4926109"/>
                  </a:lnTo>
                  <a:lnTo>
                    <a:pt x="1427704" y="4926109"/>
                  </a:lnTo>
                  <a:lnTo>
                    <a:pt x="1427830" y="4926109"/>
                  </a:lnTo>
                  <a:lnTo>
                    <a:pt x="1427956" y="4926109"/>
                  </a:lnTo>
                  <a:lnTo>
                    <a:pt x="1428083" y="4926109"/>
                  </a:lnTo>
                  <a:lnTo>
                    <a:pt x="1428335" y="4926109"/>
                  </a:lnTo>
                  <a:lnTo>
                    <a:pt x="1428461" y="4926109"/>
                  </a:lnTo>
                  <a:lnTo>
                    <a:pt x="1428840" y="4926109"/>
                  </a:lnTo>
                  <a:lnTo>
                    <a:pt x="1428966" y="4926109"/>
                  </a:lnTo>
                  <a:lnTo>
                    <a:pt x="1429093" y="4926109"/>
                  </a:lnTo>
                  <a:lnTo>
                    <a:pt x="1429219" y="4926109"/>
                  </a:lnTo>
                  <a:lnTo>
                    <a:pt x="1429345" y="4926109"/>
                  </a:lnTo>
                  <a:lnTo>
                    <a:pt x="1429471" y="4926109"/>
                  </a:lnTo>
                  <a:lnTo>
                    <a:pt x="1429598" y="4926109"/>
                  </a:lnTo>
                  <a:lnTo>
                    <a:pt x="1429724" y="4926109"/>
                  </a:lnTo>
                  <a:lnTo>
                    <a:pt x="1429976" y="4926109"/>
                  </a:lnTo>
                  <a:lnTo>
                    <a:pt x="1430103" y="4926109"/>
                  </a:lnTo>
                  <a:lnTo>
                    <a:pt x="1430734" y="4926109"/>
                  </a:lnTo>
                  <a:lnTo>
                    <a:pt x="1430860" y="4926109"/>
                  </a:lnTo>
                  <a:lnTo>
                    <a:pt x="1430986" y="4926109"/>
                  </a:lnTo>
                  <a:lnTo>
                    <a:pt x="1431618" y="4926109"/>
                  </a:lnTo>
                  <a:lnTo>
                    <a:pt x="1431744" y="4926109"/>
                  </a:lnTo>
                  <a:lnTo>
                    <a:pt x="1431870" y="4926109"/>
                  </a:lnTo>
                  <a:lnTo>
                    <a:pt x="1432123" y="4921197"/>
                  </a:lnTo>
                  <a:lnTo>
                    <a:pt x="1432249" y="4921197"/>
                  </a:lnTo>
                  <a:lnTo>
                    <a:pt x="1432375" y="4921197"/>
                  </a:lnTo>
                  <a:lnTo>
                    <a:pt x="1432501" y="4921197"/>
                  </a:lnTo>
                  <a:lnTo>
                    <a:pt x="1432628" y="4921197"/>
                  </a:lnTo>
                  <a:lnTo>
                    <a:pt x="1432754" y="4921197"/>
                  </a:lnTo>
                  <a:lnTo>
                    <a:pt x="1433007" y="4921197"/>
                  </a:lnTo>
                  <a:lnTo>
                    <a:pt x="1433638" y="4921197"/>
                  </a:lnTo>
                  <a:lnTo>
                    <a:pt x="1433764" y="4921197"/>
                  </a:lnTo>
                  <a:lnTo>
                    <a:pt x="1434017" y="4921197"/>
                  </a:lnTo>
                  <a:lnTo>
                    <a:pt x="1434395" y="4921197"/>
                  </a:lnTo>
                  <a:lnTo>
                    <a:pt x="1434522" y="4921197"/>
                  </a:lnTo>
                  <a:lnTo>
                    <a:pt x="1434648" y="4921197"/>
                  </a:lnTo>
                  <a:lnTo>
                    <a:pt x="1435027" y="4921197"/>
                  </a:lnTo>
                  <a:lnTo>
                    <a:pt x="1435153" y="4921197"/>
                  </a:lnTo>
                  <a:lnTo>
                    <a:pt x="1435279" y="4921197"/>
                  </a:lnTo>
                  <a:lnTo>
                    <a:pt x="1435532" y="4921197"/>
                  </a:lnTo>
                  <a:lnTo>
                    <a:pt x="1435784" y="4921197"/>
                  </a:lnTo>
                  <a:lnTo>
                    <a:pt x="1436542" y="4921197"/>
                  </a:lnTo>
                  <a:lnTo>
                    <a:pt x="1436794" y="4921197"/>
                  </a:lnTo>
                  <a:lnTo>
                    <a:pt x="1436920" y="4921197"/>
                  </a:lnTo>
                  <a:lnTo>
                    <a:pt x="1437173" y="4921197"/>
                  </a:lnTo>
                  <a:lnTo>
                    <a:pt x="1437299" y="4921197"/>
                  </a:lnTo>
                  <a:lnTo>
                    <a:pt x="1437425" y="4921197"/>
                  </a:lnTo>
                  <a:lnTo>
                    <a:pt x="1437678" y="4921197"/>
                  </a:lnTo>
                  <a:lnTo>
                    <a:pt x="1437804" y="4921197"/>
                  </a:lnTo>
                  <a:lnTo>
                    <a:pt x="1437930" y="4921197"/>
                  </a:lnTo>
                  <a:lnTo>
                    <a:pt x="1438057" y="4921197"/>
                  </a:lnTo>
                  <a:lnTo>
                    <a:pt x="1438183" y="4921197"/>
                  </a:lnTo>
                  <a:lnTo>
                    <a:pt x="1438309" y="4921197"/>
                  </a:lnTo>
                  <a:lnTo>
                    <a:pt x="1438436" y="4921197"/>
                  </a:lnTo>
                  <a:lnTo>
                    <a:pt x="1438688" y="4921197"/>
                  </a:lnTo>
                  <a:lnTo>
                    <a:pt x="1438814" y="4921197"/>
                  </a:lnTo>
                  <a:lnTo>
                    <a:pt x="1439067" y="4921197"/>
                  </a:lnTo>
                  <a:lnTo>
                    <a:pt x="1439193" y="4921197"/>
                  </a:lnTo>
                  <a:lnTo>
                    <a:pt x="1439698" y="4921197"/>
                  </a:lnTo>
                  <a:lnTo>
                    <a:pt x="1439824" y="4921197"/>
                  </a:lnTo>
                  <a:lnTo>
                    <a:pt x="1439951" y="4921197"/>
                  </a:lnTo>
                  <a:lnTo>
                    <a:pt x="1440077" y="4921197"/>
                  </a:lnTo>
                  <a:lnTo>
                    <a:pt x="1440329" y="4921197"/>
                  </a:lnTo>
                  <a:lnTo>
                    <a:pt x="1440582" y="4921197"/>
                  </a:lnTo>
                  <a:lnTo>
                    <a:pt x="1441087" y="4921197"/>
                  </a:lnTo>
                  <a:lnTo>
                    <a:pt x="1441213" y="4921197"/>
                  </a:lnTo>
                  <a:lnTo>
                    <a:pt x="1441844" y="4921197"/>
                  </a:lnTo>
                  <a:lnTo>
                    <a:pt x="1441971" y="4921197"/>
                  </a:lnTo>
                  <a:lnTo>
                    <a:pt x="1442097" y="4921197"/>
                  </a:lnTo>
                  <a:lnTo>
                    <a:pt x="1442223" y="4921197"/>
                  </a:lnTo>
                  <a:lnTo>
                    <a:pt x="1442349" y="4921197"/>
                  </a:lnTo>
                  <a:lnTo>
                    <a:pt x="1442728" y="4921197"/>
                  </a:lnTo>
                  <a:lnTo>
                    <a:pt x="1442854" y="4921197"/>
                  </a:lnTo>
                  <a:lnTo>
                    <a:pt x="1443107" y="4921197"/>
                  </a:lnTo>
                  <a:lnTo>
                    <a:pt x="1443612" y="4921197"/>
                  </a:lnTo>
                  <a:lnTo>
                    <a:pt x="1443865" y="4921197"/>
                  </a:lnTo>
                  <a:lnTo>
                    <a:pt x="1443991" y="4921197"/>
                  </a:lnTo>
                  <a:lnTo>
                    <a:pt x="1444117" y="4921197"/>
                  </a:lnTo>
                  <a:lnTo>
                    <a:pt x="1444243" y="4921197"/>
                  </a:lnTo>
                  <a:lnTo>
                    <a:pt x="1444370" y="4921197"/>
                  </a:lnTo>
                  <a:lnTo>
                    <a:pt x="1444496" y="4921197"/>
                  </a:lnTo>
                  <a:lnTo>
                    <a:pt x="1444622" y="4921197"/>
                  </a:lnTo>
                  <a:lnTo>
                    <a:pt x="1445001" y="4921197"/>
                  </a:lnTo>
                  <a:lnTo>
                    <a:pt x="1445127" y="4921197"/>
                  </a:lnTo>
                  <a:lnTo>
                    <a:pt x="1445127" y="4916286"/>
                  </a:lnTo>
                  <a:lnTo>
                    <a:pt x="1445253" y="4916286"/>
                  </a:lnTo>
                  <a:lnTo>
                    <a:pt x="1445632" y="4916286"/>
                  </a:lnTo>
                  <a:lnTo>
                    <a:pt x="1445758" y="4916286"/>
                  </a:lnTo>
                  <a:lnTo>
                    <a:pt x="1446011" y="4916286"/>
                  </a:lnTo>
                  <a:lnTo>
                    <a:pt x="1446263" y="4916286"/>
                  </a:lnTo>
                  <a:lnTo>
                    <a:pt x="1446642" y="4916286"/>
                  </a:lnTo>
                  <a:lnTo>
                    <a:pt x="1446768" y="4916286"/>
                  </a:lnTo>
                  <a:lnTo>
                    <a:pt x="1446895" y="4916286"/>
                  </a:lnTo>
                  <a:lnTo>
                    <a:pt x="1447021" y="4916286"/>
                  </a:lnTo>
                  <a:lnTo>
                    <a:pt x="1447652" y="4916286"/>
                  </a:lnTo>
                  <a:lnTo>
                    <a:pt x="1447778" y="4916286"/>
                  </a:lnTo>
                  <a:lnTo>
                    <a:pt x="1447905" y="4916286"/>
                  </a:lnTo>
                  <a:lnTo>
                    <a:pt x="1448031" y="4916286"/>
                  </a:lnTo>
                  <a:lnTo>
                    <a:pt x="1448283" y="4916286"/>
                  </a:lnTo>
                  <a:lnTo>
                    <a:pt x="1448410" y="4916286"/>
                  </a:lnTo>
                  <a:lnTo>
                    <a:pt x="1448662" y="4916286"/>
                  </a:lnTo>
                  <a:lnTo>
                    <a:pt x="1448789" y="4911374"/>
                  </a:lnTo>
                  <a:lnTo>
                    <a:pt x="1448915" y="4911374"/>
                  </a:lnTo>
                  <a:lnTo>
                    <a:pt x="1449041" y="4911374"/>
                  </a:lnTo>
                  <a:lnTo>
                    <a:pt x="1449167" y="4911374"/>
                  </a:lnTo>
                  <a:lnTo>
                    <a:pt x="1449294" y="4911374"/>
                  </a:lnTo>
                  <a:lnTo>
                    <a:pt x="1449799" y="4911374"/>
                  </a:lnTo>
                  <a:lnTo>
                    <a:pt x="1450051" y="4911374"/>
                  </a:lnTo>
                  <a:lnTo>
                    <a:pt x="1450177" y="4911374"/>
                  </a:lnTo>
                  <a:lnTo>
                    <a:pt x="1450430" y="4911374"/>
                  </a:lnTo>
                  <a:lnTo>
                    <a:pt x="1450809" y="4911374"/>
                  </a:lnTo>
                  <a:lnTo>
                    <a:pt x="1450935" y="4911374"/>
                  </a:lnTo>
                  <a:lnTo>
                    <a:pt x="1451061" y="4911374"/>
                  </a:lnTo>
                  <a:lnTo>
                    <a:pt x="1451314" y="4911374"/>
                  </a:lnTo>
                  <a:lnTo>
                    <a:pt x="1451440" y="4911374"/>
                  </a:lnTo>
                  <a:lnTo>
                    <a:pt x="1451692" y="4911374"/>
                  </a:lnTo>
                  <a:lnTo>
                    <a:pt x="1451819" y="4911374"/>
                  </a:lnTo>
                  <a:lnTo>
                    <a:pt x="1451945" y="4911374"/>
                  </a:lnTo>
                  <a:lnTo>
                    <a:pt x="1452071" y="4911374"/>
                  </a:lnTo>
                  <a:lnTo>
                    <a:pt x="1452450" y="4911374"/>
                  </a:lnTo>
                  <a:lnTo>
                    <a:pt x="1452576" y="4911374"/>
                  </a:lnTo>
                  <a:lnTo>
                    <a:pt x="1452702" y="4911374"/>
                  </a:lnTo>
                  <a:lnTo>
                    <a:pt x="1452829" y="4911374"/>
                  </a:lnTo>
                  <a:lnTo>
                    <a:pt x="1453207" y="4911374"/>
                  </a:lnTo>
                  <a:lnTo>
                    <a:pt x="1453334" y="4911374"/>
                  </a:lnTo>
                  <a:lnTo>
                    <a:pt x="1453586" y="4911374"/>
                  </a:lnTo>
                  <a:lnTo>
                    <a:pt x="1453713" y="4911374"/>
                  </a:lnTo>
                  <a:lnTo>
                    <a:pt x="1454218" y="4911374"/>
                  </a:lnTo>
                  <a:lnTo>
                    <a:pt x="1454344" y="4911374"/>
                  </a:lnTo>
                  <a:lnTo>
                    <a:pt x="1454470" y="4911374"/>
                  </a:lnTo>
                  <a:lnTo>
                    <a:pt x="1454470" y="4906463"/>
                  </a:lnTo>
                  <a:lnTo>
                    <a:pt x="1454596" y="4906463"/>
                  </a:lnTo>
                  <a:lnTo>
                    <a:pt x="1454849" y="4906463"/>
                  </a:lnTo>
                  <a:lnTo>
                    <a:pt x="1455354" y="4906463"/>
                  </a:lnTo>
                  <a:lnTo>
                    <a:pt x="1455606" y="4906463"/>
                  </a:lnTo>
                  <a:lnTo>
                    <a:pt x="1455859" y="4906463"/>
                  </a:lnTo>
                  <a:lnTo>
                    <a:pt x="1455985" y="4906463"/>
                  </a:lnTo>
                  <a:lnTo>
                    <a:pt x="1456111" y="4906463"/>
                  </a:lnTo>
                  <a:lnTo>
                    <a:pt x="1456364" y="4901552"/>
                  </a:lnTo>
                  <a:lnTo>
                    <a:pt x="1456616" y="4901552"/>
                  </a:lnTo>
                  <a:lnTo>
                    <a:pt x="1456995" y="4901552"/>
                  </a:lnTo>
                  <a:lnTo>
                    <a:pt x="1457248" y="4901552"/>
                  </a:lnTo>
                  <a:lnTo>
                    <a:pt x="1457374" y="4901552"/>
                  </a:lnTo>
                  <a:lnTo>
                    <a:pt x="1457500" y="4901552"/>
                  </a:lnTo>
                  <a:lnTo>
                    <a:pt x="1457626" y="4901552"/>
                  </a:lnTo>
                  <a:lnTo>
                    <a:pt x="1457753" y="4901552"/>
                  </a:lnTo>
                  <a:lnTo>
                    <a:pt x="1457879" y="4901552"/>
                  </a:lnTo>
                  <a:lnTo>
                    <a:pt x="1458131" y="4901552"/>
                  </a:lnTo>
                  <a:lnTo>
                    <a:pt x="1458258" y="4901552"/>
                  </a:lnTo>
                  <a:lnTo>
                    <a:pt x="1458636" y="4901552"/>
                  </a:lnTo>
                  <a:lnTo>
                    <a:pt x="1458763" y="4901552"/>
                  </a:lnTo>
                  <a:lnTo>
                    <a:pt x="1458889" y="4901552"/>
                  </a:lnTo>
                  <a:lnTo>
                    <a:pt x="1459142" y="4901552"/>
                  </a:lnTo>
                  <a:lnTo>
                    <a:pt x="1459394" y="4901552"/>
                  </a:lnTo>
                  <a:lnTo>
                    <a:pt x="1459520" y="4901552"/>
                  </a:lnTo>
                  <a:lnTo>
                    <a:pt x="1459647" y="4901552"/>
                  </a:lnTo>
                  <a:lnTo>
                    <a:pt x="1459899" y="4901552"/>
                  </a:lnTo>
                  <a:lnTo>
                    <a:pt x="1460025" y="4901552"/>
                  </a:lnTo>
                  <a:lnTo>
                    <a:pt x="1460657" y="4901552"/>
                  </a:lnTo>
                  <a:lnTo>
                    <a:pt x="1460909" y="4901552"/>
                  </a:lnTo>
                  <a:lnTo>
                    <a:pt x="1461035" y="4901552"/>
                  </a:lnTo>
                  <a:lnTo>
                    <a:pt x="1461540" y="4901552"/>
                  </a:lnTo>
                  <a:lnTo>
                    <a:pt x="1462172" y="4901552"/>
                  </a:lnTo>
                  <a:lnTo>
                    <a:pt x="1462298" y="4901552"/>
                  </a:lnTo>
                  <a:lnTo>
                    <a:pt x="1462424" y="4901552"/>
                  </a:lnTo>
                  <a:lnTo>
                    <a:pt x="1462550" y="4901552"/>
                  </a:lnTo>
                  <a:lnTo>
                    <a:pt x="1462550" y="4896640"/>
                  </a:lnTo>
                  <a:lnTo>
                    <a:pt x="1462803" y="4896640"/>
                  </a:lnTo>
                  <a:lnTo>
                    <a:pt x="1462929" y="4896640"/>
                  </a:lnTo>
                  <a:lnTo>
                    <a:pt x="1463939" y="4896640"/>
                  </a:lnTo>
                  <a:lnTo>
                    <a:pt x="1464066" y="4896640"/>
                  </a:lnTo>
                  <a:lnTo>
                    <a:pt x="1464192" y="4896640"/>
                  </a:lnTo>
                  <a:lnTo>
                    <a:pt x="1464318" y="4896640"/>
                  </a:lnTo>
                  <a:lnTo>
                    <a:pt x="1464444" y="4896640"/>
                  </a:lnTo>
                  <a:lnTo>
                    <a:pt x="1464697" y="4896640"/>
                  </a:lnTo>
                  <a:lnTo>
                    <a:pt x="1464949" y="4896640"/>
                  </a:lnTo>
                  <a:lnTo>
                    <a:pt x="1465076" y="4896640"/>
                  </a:lnTo>
                  <a:lnTo>
                    <a:pt x="1465328" y="4896640"/>
                  </a:lnTo>
                  <a:lnTo>
                    <a:pt x="1465454" y="4896640"/>
                  </a:lnTo>
                  <a:lnTo>
                    <a:pt x="1465581" y="4896640"/>
                  </a:lnTo>
                  <a:lnTo>
                    <a:pt x="1466086" y="4896640"/>
                  </a:lnTo>
                  <a:lnTo>
                    <a:pt x="1466212" y="4896640"/>
                  </a:lnTo>
                  <a:lnTo>
                    <a:pt x="1466338" y="4896640"/>
                  </a:lnTo>
                  <a:lnTo>
                    <a:pt x="1466464" y="4896640"/>
                  </a:lnTo>
                  <a:lnTo>
                    <a:pt x="1466717" y="4896640"/>
                  </a:lnTo>
                  <a:lnTo>
                    <a:pt x="1466969" y="4896640"/>
                  </a:lnTo>
                  <a:lnTo>
                    <a:pt x="1467096" y="4896640"/>
                  </a:lnTo>
                  <a:lnTo>
                    <a:pt x="1467348" y="4896640"/>
                  </a:lnTo>
                  <a:lnTo>
                    <a:pt x="1467601" y="4896640"/>
                  </a:lnTo>
                  <a:lnTo>
                    <a:pt x="1467727" y="4896640"/>
                  </a:lnTo>
                  <a:lnTo>
                    <a:pt x="1467853" y="4896640"/>
                  </a:lnTo>
                  <a:lnTo>
                    <a:pt x="1468232" y="4896640"/>
                  </a:lnTo>
                  <a:lnTo>
                    <a:pt x="1468358" y="4896640"/>
                  </a:lnTo>
                  <a:lnTo>
                    <a:pt x="1468484" y="4896640"/>
                  </a:lnTo>
                  <a:lnTo>
                    <a:pt x="1468737" y="4896640"/>
                  </a:lnTo>
                  <a:lnTo>
                    <a:pt x="1469368" y="4896640"/>
                  </a:lnTo>
                  <a:lnTo>
                    <a:pt x="1469495" y="4896640"/>
                  </a:lnTo>
                  <a:lnTo>
                    <a:pt x="1469621" y="4896640"/>
                  </a:lnTo>
                  <a:lnTo>
                    <a:pt x="1470126" y="4896640"/>
                  </a:lnTo>
                  <a:lnTo>
                    <a:pt x="1470378" y="4896640"/>
                  </a:lnTo>
                  <a:lnTo>
                    <a:pt x="1470883" y="4896640"/>
                  </a:lnTo>
                  <a:lnTo>
                    <a:pt x="1471136" y="4896640"/>
                  </a:lnTo>
                  <a:lnTo>
                    <a:pt x="1471262" y="4896640"/>
                  </a:lnTo>
                  <a:lnTo>
                    <a:pt x="1471641" y="4896640"/>
                  </a:lnTo>
                  <a:lnTo>
                    <a:pt x="1471767" y="4896640"/>
                  </a:lnTo>
                  <a:lnTo>
                    <a:pt x="1471893" y="4896640"/>
                  </a:lnTo>
                  <a:lnTo>
                    <a:pt x="1472020" y="4896640"/>
                  </a:lnTo>
                  <a:lnTo>
                    <a:pt x="1472272" y="4896640"/>
                  </a:lnTo>
                  <a:lnTo>
                    <a:pt x="1472398" y="4896640"/>
                  </a:lnTo>
                  <a:lnTo>
                    <a:pt x="1472525" y="4896640"/>
                  </a:lnTo>
                  <a:lnTo>
                    <a:pt x="1472651" y="4896640"/>
                  </a:lnTo>
                  <a:lnTo>
                    <a:pt x="1472777" y="4896640"/>
                  </a:lnTo>
                  <a:lnTo>
                    <a:pt x="1472903" y="4896640"/>
                  </a:lnTo>
                  <a:lnTo>
                    <a:pt x="1473282" y="4896640"/>
                  </a:lnTo>
                  <a:lnTo>
                    <a:pt x="1473408" y="4896640"/>
                  </a:lnTo>
                  <a:lnTo>
                    <a:pt x="1473913" y="4896640"/>
                  </a:lnTo>
                  <a:lnTo>
                    <a:pt x="1474166" y="4896640"/>
                  </a:lnTo>
                  <a:lnTo>
                    <a:pt x="1474419" y="4896640"/>
                  </a:lnTo>
                  <a:lnTo>
                    <a:pt x="1474545" y="4896640"/>
                  </a:lnTo>
                  <a:lnTo>
                    <a:pt x="1474671" y="4896640"/>
                  </a:lnTo>
                  <a:lnTo>
                    <a:pt x="1474924" y="4896640"/>
                  </a:lnTo>
                  <a:lnTo>
                    <a:pt x="1475050" y="4896640"/>
                  </a:lnTo>
                  <a:lnTo>
                    <a:pt x="1475176" y="4896640"/>
                  </a:lnTo>
                  <a:lnTo>
                    <a:pt x="1475302" y="4896640"/>
                  </a:lnTo>
                  <a:lnTo>
                    <a:pt x="1475429" y="4896640"/>
                  </a:lnTo>
                  <a:lnTo>
                    <a:pt x="1475681" y="4896640"/>
                  </a:lnTo>
                  <a:lnTo>
                    <a:pt x="1475934" y="4896640"/>
                  </a:lnTo>
                  <a:lnTo>
                    <a:pt x="1476060" y="4896640"/>
                  </a:lnTo>
                  <a:lnTo>
                    <a:pt x="1476186" y="4896640"/>
                  </a:lnTo>
                  <a:lnTo>
                    <a:pt x="1476312" y="4896640"/>
                  </a:lnTo>
                  <a:lnTo>
                    <a:pt x="1476565" y="4896640"/>
                  </a:lnTo>
                  <a:lnTo>
                    <a:pt x="1476817" y="4896640"/>
                  </a:lnTo>
                  <a:lnTo>
                    <a:pt x="1477070" y="4896640"/>
                  </a:lnTo>
                  <a:lnTo>
                    <a:pt x="1477196" y="4896640"/>
                  </a:lnTo>
                  <a:lnTo>
                    <a:pt x="1477449" y="4896640"/>
                  </a:lnTo>
                  <a:lnTo>
                    <a:pt x="1477575" y="4896640"/>
                  </a:lnTo>
                  <a:lnTo>
                    <a:pt x="1477701" y="4896640"/>
                  </a:lnTo>
                  <a:lnTo>
                    <a:pt x="1477827" y="4896640"/>
                  </a:lnTo>
                  <a:lnTo>
                    <a:pt x="1478080" y="4896640"/>
                  </a:lnTo>
                  <a:lnTo>
                    <a:pt x="1478206" y="4891729"/>
                  </a:lnTo>
                  <a:lnTo>
                    <a:pt x="1478332" y="4891729"/>
                  </a:lnTo>
                  <a:lnTo>
                    <a:pt x="1478459" y="4891729"/>
                  </a:lnTo>
                  <a:lnTo>
                    <a:pt x="1478837" y="4891729"/>
                  </a:lnTo>
                  <a:lnTo>
                    <a:pt x="1478964" y="4891729"/>
                  </a:lnTo>
                  <a:lnTo>
                    <a:pt x="1479090" y="4891729"/>
                  </a:lnTo>
                  <a:lnTo>
                    <a:pt x="1479216" y="4891729"/>
                  </a:lnTo>
                  <a:lnTo>
                    <a:pt x="1479342" y="4891729"/>
                  </a:lnTo>
                  <a:lnTo>
                    <a:pt x="1479595" y="4891729"/>
                  </a:lnTo>
                  <a:lnTo>
                    <a:pt x="1480100" y="4891729"/>
                  </a:lnTo>
                  <a:lnTo>
                    <a:pt x="1480226" y="4891729"/>
                  </a:lnTo>
                  <a:lnTo>
                    <a:pt x="1480353" y="4891729"/>
                  </a:lnTo>
                  <a:lnTo>
                    <a:pt x="1480479" y="4891729"/>
                  </a:lnTo>
                  <a:lnTo>
                    <a:pt x="1480605" y="4891729"/>
                  </a:lnTo>
                  <a:lnTo>
                    <a:pt x="1480731" y="4891729"/>
                  </a:lnTo>
                  <a:lnTo>
                    <a:pt x="1480984" y="4891729"/>
                  </a:lnTo>
                  <a:lnTo>
                    <a:pt x="1481110" y="4891729"/>
                  </a:lnTo>
                  <a:lnTo>
                    <a:pt x="1481741" y="4891729"/>
                  </a:lnTo>
                  <a:lnTo>
                    <a:pt x="1481868" y="4891729"/>
                  </a:lnTo>
                  <a:lnTo>
                    <a:pt x="1482246" y="4891729"/>
                  </a:lnTo>
                  <a:lnTo>
                    <a:pt x="1482373" y="4891729"/>
                  </a:lnTo>
                  <a:lnTo>
                    <a:pt x="1482878" y="4891729"/>
                  </a:lnTo>
                  <a:lnTo>
                    <a:pt x="1483004" y="4891729"/>
                  </a:lnTo>
                  <a:lnTo>
                    <a:pt x="1483130" y="4891729"/>
                  </a:lnTo>
                  <a:lnTo>
                    <a:pt x="1483383" y="4891729"/>
                  </a:lnTo>
                  <a:lnTo>
                    <a:pt x="1483509" y="4891729"/>
                  </a:lnTo>
                  <a:lnTo>
                    <a:pt x="1483635" y="4891729"/>
                  </a:lnTo>
                  <a:lnTo>
                    <a:pt x="1483761" y="4891729"/>
                  </a:lnTo>
                  <a:lnTo>
                    <a:pt x="1484898" y="4891729"/>
                  </a:lnTo>
                  <a:lnTo>
                    <a:pt x="1485024" y="4891729"/>
                  </a:lnTo>
                  <a:lnTo>
                    <a:pt x="1485150" y="4891729"/>
                  </a:lnTo>
                  <a:lnTo>
                    <a:pt x="1485277" y="4891729"/>
                  </a:lnTo>
                  <a:lnTo>
                    <a:pt x="1485403" y="4891729"/>
                  </a:lnTo>
                  <a:lnTo>
                    <a:pt x="1485529" y="4891729"/>
                  </a:lnTo>
                  <a:lnTo>
                    <a:pt x="1485655" y="4891729"/>
                  </a:lnTo>
                  <a:lnTo>
                    <a:pt x="1485782" y="4891729"/>
                  </a:lnTo>
                  <a:lnTo>
                    <a:pt x="1486034" y="4891729"/>
                  </a:lnTo>
                  <a:lnTo>
                    <a:pt x="1486160" y="4891729"/>
                  </a:lnTo>
                  <a:lnTo>
                    <a:pt x="1486287" y="4891729"/>
                  </a:lnTo>
                  <a:lnTo>
                    <a:pt x="1486413" y="4891729"/>
                  </a:lnTo>
                  <a:lnTo>
                    <a:pt x="1486665" y="4891729"/>
                  </a:lnTo>
                  <a:lnTo>
                    <a:pt x="1486792" y="4891729"/>
                  </a:lnTo>
                  <a:lnTo>
                    <a:pt x="1486918" y="4891729"/>
                  </a:lnTo>
                  <a:lnTo>
                    <a:pt x="1487044" y="4891729"/>
                  </a:lnTo>
                  <a:lnTo>
                    <a:pt x="1487297" y="4891729"/>
                  </a:lnTo>
                  <a:lnTo>
                    <a:pt x="1487423" y="4891729"/>
                  </a:lnTo>
                  <a:lnTo>
                    <a:pt x="1487549" y="4891729"/>
                  </a:lnTo>
                  <a:lnTo>
                    <a:pt x="1487675" y="4891729"/>
                  </a:lnTo>
                  <a:lnTo>
                    <a:pt x="1487802" y="4891729"/>
                  </a:lnTo>
                  <a:lnTo>
                    <a:pt x="1488180" y="4891729"/>
                  </a:lnTo>
                  <a:lnTo>
                    <a:pt x="1488559" y="4891729"/>
                  </a:lnTo>
                  <a:lnTo>
                    <a:pt x="1488812" y="4891729"/>
                  </a:lnTo>
                  <a:lnTo>
                    <a:pt x="1488938" y="4891729"/>
                  </a:lnTo>
                  <a:lnTo>
                    <a:pt x="1488938" y="4886818"/>
                  </a:lnTo>
                  <a:lnTo>
                    <a:pt x="1489190" y="4886818"/>
                  </a:lnTo>
                  <a:lnTo>
                    <a:pt x="1489317" y="4886818"/>
                  </a:lnTo>
                  <a:lnTo>
                    <a:pt x="1489569" y="4886818"/>
                  </a:lnTo>
                  <a:lnTo>
                    <a:pt x="1489696" y="4886818"/>
                  </a:lnTo>
                  <a:lnTo>
                    <a:pt x="1490074" y="4886818"/>
                  </a:lnTo>
                  <a:lnTo>
                    <a:pt x="1490201" y="4886818"/>
                  </a:lnTo>
                  <a:lnTo>
                    <a:pt x="1490327" y="4886818"/>
                  </a:lnTo>
                  <a:lnTo>
                    <a:pt x="1490832" y="4886818"/>
                  </a:lnTo>
                  <a:lnTo>
                    <a:pt x="1490958" y="4886818"/>
                  </a:lnTo>
                  <a:lnTo>
                    <a:pt x="1491084" y="4886818"/>
                  </a:lnTo>
                  <a:lnTo>
                    <a:pt x="1491211" y="4886818"/>
                  </a:lnTo>
                  <a:lnTo>
                    <a:pt x="1491337" y="4886818"/>
                  </a:lnTo>
                  <a:lnTo>
                    <a:pt x="1491463" y="4886818"/>
                  </a:lnTo>
                  <a:lnTo>
                    <a:pt x="1491716" y="4886818"/>
                  </a:lnTo>
                  <a:lnTo>
                    <a:pt x="1492221" y="4886818"/>
                  </a:lnTo>
                  <a:lnTo>
                    <a:pt x="1492347" y="4886818"/>
                  </a:lnTo>
                  <a:lnTo>
                    <a:pt x="1492599" y="4886818"/>
                  </a:lnTo>
                  <a:lnTo>
                    <a:pt x="1493104" y="4886818"/>
                  </a:lnTo>
                  <a:lnTo>
                    <a:pt x="1493231" y="4886818"/>
                  </a:lnTo>
                  <a:lnTo>
                    <a:pt x="1493483" y="4886818"/>
                  </a:lnTo>
                  <a:lnTo>
                    <a:pt x="1493862" y="4886818"/>
                  </a:lnTo>
                  <a:lnTo>
                    <a:pt x="1494367" y="4886818"/>
                  </a:lnTo>
                  <a:lnTo>
                    <a:pt x="1494493" y="4886818"/>
                  </a:lnTo>
                  <a:lnTo>
                    <a:pt x="1494746" y="4886818"/>
                  </a:lnTo>
                  <a:lnTo>
                    <a:pt x="1494872" y="4886818"/>
                  </a:lnTo>
                  <a:lnTo>
                    <a:pt x="1495251" y="4886818"/>
                  </a:lnTo>
                  <a:lnTo>
                    <a:pt x="1495377" y="4886818"/>
                  </a:lnTo>
                  <a:lnTo>
                    <a:pt x="1495756" y="4886818"/>
                  </a:lnTo>
                  <a:lnTo>
                    <a:pt x="1495882" y="4886818"/>
                  </a:lnTo>
                  <a:lnTo>
                    <a:pt x="1496008" y="4886818"/>
                  </a:lnTo>
                  <a:lnTo>
                    <a:pt x="1496261" y="4886818"/>
                  </a:lnTo>
                  <a:lnTo>
                    <a:pt x="1496640" y="4886818"/>
                  </a:lnTo>
                  <a:lnTo>
                    <a:pt x="1496766" y="4886818"/>
                  </a:lnTo>
                  <a:lnTo>
                    <a:pt x="1497271" y="4886818"/>
                  </a:lnTo>
                  <a:lnTo>
                    <a:pt x="1497397" y="4886818"/>
                  </a:lnTo>
                  <a:lnTo>
                    <a:pt x="1497523" y="4886818"/>
                  </a:lnTo>
                  <a:lnTo>
                    <a:pt x="1498155" y="4886818"/>
                  </a:lnTo>
                  <a:lnTo>
                    <a:pt x="1498407" y="4886818"/>
                  </a:lnTo>
                  <a:lnTo>
                    <a:pt x="1498533" y="4886818"/>
                  </a:lnTo>
                  <a:lnTo>
                    <a:pt x="1498660" y="4886818"/>
                  </a:lnTo>
                  <a:lnTo>
                    <a:pt x="1498912" y="4886818"/>
                  </a:lnTo>
                  <a:lnTo>
                    <a:pt x="1499038" y="4886818"/>
                  </a:lnTo>
                  <a:lnTo>
                    <a:pt x="1499291" y="4886818"/>
                  </a:lnTo>
                  <a:lnTo>
                    <a:pt x="1499670" y="4886818"/>
                  </a:lnTo>
                  <a:lnTo>
                    <a:pt x="1500806" y="4886818"/>
                  </a:lnTo>
                  <a:lnTo>
                    <a:pt x="1500932" y="4886818"/>
                  </a:lnTo>
                  <a:lnTo>
                    <a:pt x="1501059" y="4886818"/>
                  </a:lnTo>
                  <a:lnTo>
                    <a:pt x="1501311" y="4886818"/>
                  </a:lnTo>
                  <a:lnTo>
                    <a:pt x="1501437" y="4886818"/>
                  </a:lnTo>
                  <a:lnTo>
                    <a:pt x="1501564" y="4886818"/>
                  </a:lnTo>
                  <a:lnTo>
                    <a:pt x="1501690" y="4886818"/>
                  </a:lnTo>
                  <a:lnTo>
                    <a:pt x="1501816" y="4886818"/>
                  </a:lnTo>
                  <a:lnTo>
                    <a:pt x="1502069" y="4886818"/>
                  </a:lnTo>
                  <a:lnTo>
                    <a:pt x="1502195" y="4886818"/>
                  </a:lnTo>
                  <a:lnTo>
                    <a:pt x="1502195" y="4881906"/>
                  </a:lnTo>
                  <a:lnTo>
                    <a:pt x="1502574" y="4881906"/>
                  </a:lnTo>
                  <a:lnTo>
                    <a:pt x="1502700" y="4881906"/>
                  </a:lnTo>
                  <a:lnTo>
                    <a:pt x="1502826" y="4881906"/>
                  </a:lnTo>
                  <a:lnTo>
                    <a:pt x="1502952" y="4881906"/>
                  </a:lnTo>
                  <a:lnTo>
                    <a:pt x="1503205" y="4881906"/>
                  </a:lnTo>
                  <a:lnTo>
                    <a:pt x="1503331" y="4881906"/>
                  </a:lnTo>
                  <a:lnTo>
                    <a:pt x="1503584" y="4881906"/>
                  </a:lnTo>
                  <a:lnTo>
                    <a:pt x="1503836" y="4881906"/>
                  </a:lnTo>
                  <a:lnTo>
                    <a:pt x="1504089" y="4881906"/>
                  </a:lnTo>
                  <a:lnTo>
                    <a:pt x="1504215" y="4881906"/>
                  </a:lnTo>
                  <a:lnTo>
                    <a:pt x="1504341" y="4881906"/>
                  </a:lnTo>
                  <a:lnTo>
                    <a:pt x="1504467" y="4881906"/>
                  </a:lnTo>
                  <a:lnTo>
                    <a:pt x="1504720" y="4881906"/>
                  </a:lnTo>
                  <a:lnTo>
                    <a:pt x="1504846" y="4881906"/>
                  </a:lnTo>
                  <a:lnTo>
                    <a:pt x="1504972" y="4881906"/>
                  </a:lnTo>
                  <a:lnTo>
                    <a:pt x="1505099" y="4881906"/>
                  </a:lnTo>
                  <a:lnTo>
                    <a:pt x="1505099" y="4876995"/>
                  </a:lnTo>
                  <a:lnTo>
                    <a:pt x="1505478" y="4876995"/>
                  </a:lnTo>
                  <a:lnTo>
                    <a:pt x="1505604" y="4876995"/>
                  </a:lnTo>
                  <a:lnTo>
                    <a:pt x="1505730" y="4876995"/>
                  </a:lnTo>
                  <a:lnTo>
                    <a:pt x="1506235" y="4876995"/>
                  </a:lnTo>
                  <a:lnTo>
                    <a:pt x="1506488" y="4876995"/>
                  </a:lnTo>
                  <a:lnTo>
                    <a:pt x="1506740" y="4876995"/>
                  </a:lnTo>
                  <a:lnTo>
                    <a:pt x="1506866" y="4876995"/>
                  </a:lnTo>
                  <a:lnTo>
                    <a:pt x="1506993" y="4876995"/>
                  </a:lnTo>
                  <a:lnTo>
                    <a:pt x="1507245" y="4876995"/>
                  </a:lnTo>
                  <a:lnTo>
                    <a:pt x="1507371" y="4876995"/>
                  </a:lnTo>
                  <a:lnTo>
                    <a:pt x="1507498" y="4876995"/>
                  </a:lnTo>
                  <a:lnTo>
                    <a:pt x="1507750" y="4876995"/>
                  </a:lnTo>
                  <a:lnTo>
                    <a:pt x="1508129" y="4876995"/>
                  </a:lnTo>
                  <a:lnTo>
                    <a:pt x="1508508" y="4876995"/>
                  </a:lnTo>
                  <a:lnTo>
                    <a:pt x="1508508" y="4867172"/>
                  </a:lnTo>
                  <a:lnTo>
                    <a:pt x="1509265" y="4867172"/>
                  </a:lnTo>
                  <a:lnTo>
                    <a:pt x="1509518" y="4867172"/>
                  </a:lnTo>
                  <a:lnTo>
                    <a:pt x="1509644" y="4867172"/>
                  </a:lnTo>
                  <a:lnTo>
                    <a:pt x="1509896" y="4867172"/>
                  </a:lnTo>
                  <a:lnTo>
                    <a:pt x="1510275" y="4862261"/>
                  </a:lnTo>
                  <a:lnTo>
                    <a:pt x="1510528" y="4862261"/>
                  </a:lnTo>
                  <a:lnTo>
                    <a:pt x="1510907" y="4862261"/>
                  </a:lnTo>
                  <a:lnTo>
                    <a:pt x="1511033" y="4862261"/>
                  </a:lnTo>
                  <a:lnTo>
                    <a:pt x="1511412" y="4862261"/>
                  </a:lnTo>
                  <a:lnTo>
                    <a:pt x="1511538" y="4862261"/>
                  </a:lnTo>
                  <a:lnTo>
                    <a:pt x="1511664" y="4862261"/>
                  </a:lnTo>
                  <a:lnTo>
                    <a:pt x="1511917" y="4862261"/>
                  </a:lnTo>
                  <a:lnTo>
                    <a:pt x="1512043" y="4862261"/>
                  </a:lnTo>
                  <a:lnTo>
                    <a:pt x="1512295" y="4862261"/>
                  </a:lnTo>
                  <a:lnTo>
                    <a:pt x="1512422" y="4862261"/>
                  </a:lnTo>
                  <a:lnTo>
                    <a:pt x="1512674" y="4862261"/>
                  </a:lnTo>
                  <a:lnTo>
                    <a:pt x="1512800" y="4862261"/>
                  </a:lnTo>
                  <a:lnTo>
                    <a:pt x="1512927" y="4862261"/>
                  </a:lnTo>
                  <a:lnTo>
                    <a:pt x="1513179" y="4862261"/>
                  </a:lnTo>
                  <a:lnTo>
                    <a:pt x="1513305" y="4862261"/>
                  </a:lnTo>
                  <a:lnTo>
                    <a:pt x="1513432" y="4862261"/>
                  </a:lnTo>
                  <a:lnTo>
                    <a:pt x="1513810" y="4862261"/>
                  </a:lnTo>
                  <a:lnTo>
                    <a:pt x="1513937" y="4862261"/>
                  </a:lnTo>
                  <a:lnTo>
                    <a:pt x="1514063" y="4862261"/>
                  </a:lnTo>
                  <a:lnTo>
                    <a:pt x="1514189" y="4862261"/>
                  </a:lnTo>
                  <a:lnTo>
                    <a:pt x="1514315" y="4862261"/>
                  </a:lnTo>
                  <a:lnTo>
                    <a:pt x="1514568" y="4862261"/>
                  </a:lnTo>
                  <a:lnTo>
                    <a:pt x="1514820" y="4862261"/>
                  </a:lnTo>
                  <a:lnTo>
                    <a:pt x="1515325" y="4862261"/>
                  </a:lnTo>
                  <a:lnTo>
                    <a:pt x="1515578" y="4857349"/>
                  </a:lnTo>
                  <a:lnTo>
                    <a:pt x="1515704" y="4857349"/>
                  </a:lnTo>
                  <a:lnTo>
                    <a:pt x="1515831" y="4857349"/>
                  </a:lnTo>
                  <a:lnTo>
                    <a:pt x="1515957" y="4857349"/>
                  </a:lnTo>
                  <a:lnTo>
                    <a:pt x="1516083" y="4857349"/>
                  </a:lnTo>
                  <a:lnTo>
                    <a:pt x="1516336" y="4857349"/>
                  </a:lnTo>
                  <a:lnTo>
                    <a:pt x="1516462" y="4857349"/>
                  </a:lnTo>
                  <a:lnTo>
                    <a:pt x="1516714" y="4857349"/>
                  </a:lnTo>
                  <a:lnTo>
                    <a:pt x="1516967" y="4857349"/>
                  </a:lnTo>
                  <a:lnTo>
                    <a:pt x="1517093" y="4857349"/>
                  </a:lnTo>
                  <a:lnTo>
                    <a:pt x="1517219" y="4857349"/>
                  </a:lnTo>
                  <a:lnTo>
                    <a:pt x="1517346" y="4857349"/>
                  </a:lnTo>
                  <a:lnTo>
                    <a:pt x="1517472" y="4857349"/>
                  </a:lnTo>
                  <a:lnTo>
                    <a:pt x="1517724" y="4857349"/>
                  </a:lnTo>
                  <a:lnTo>
                    <a:pt x="1517851" y="4857349"/>
                  </a:lnTo>
                  <a:lnTo>
                    <a:pt x="1518103" y="4857349"/>
                  </a:lnTo>
                  <a:lnTo>
                    <a:pt x="1518229" y="4857349"/>
                  </a:lnTo>
                  <a:lnTo>
                    <a:pt x="1518861" y="4857349"/>
                  </a:lnTo>
                  <a:lnTo>
                    <a:pt x="1518987" y="4857349"/>
                  </a:lnTo>
                  <a:lnTo>
                    <a:pt x="1519239" y="4857349"/>
                  </a:lnTo>
                  <a:lnTo>
                    <a:pt x="1519366" y="4857349"/>
                  </a:lnTo>
                  <a:lnTo>
                    <a:pt x="1519492" y="4857349"/>
                  </a:lnTo>
                  <a:lnTo>
                    <a:pt x="1519618" y="4857349"/>
                  </a:lnTo>
                  <a:lnTo>
                    <a:pt x="1519871" y="4857349"/>
                  </a:lnTo>
                  <a:lnTo>
                    <a:pt x="1519997" y="4857349"/>
                  </a:lnTo>
                  <a:lnTo>
                    <a:pt x="1520249" y="4852438"/>
                  </a:lnTo>
                  <a:lnTo>
                    <a:pt x="1520376" y="4852438"/>
                  </a:lnTo>
                  <a:lnTo>
                    <a:pt x="1520502" y="4852438"/>
                  </a:lnTo>
                  <a:lnTo>
                    <a:pt x="1520628" y="4852438"/>
                  </a:lnTo>
                  <a:lnTo>
                    <a:pt x="1521007" y="4852438"/>
                  </a:lnTo>
                  <a:lnTo>
                    <a:pt x="1521133" y="4852438"/>
                  </a:lnTo>
                  <a:lnTo>
                    <a:pt x="1521133" y="4847527"/>
                  </a:lnTo>
                  <a:lnTo>
                    <a:pt x="1521386" y="4847527"/>
                  </a:lnTo>
                  <a:lnTo>
                    <a:pt x="1521638" y="4847527"/>
                  </a:lnTo>
                  <a:lnTo>
                    <a:pt x="1521891" y="4847527"/>
                  </a:lnTo>
                  <a:lnTo>
                    <a:pt x="1522017" y="4847527"/>
                  </a:lnTo>
                  <a:lnTo>
                    <a:pt x="1522143" y="4847527"/>
                  </a:lnTo>
                  <a:lnTo>
                    <a:pt x="1522270" y="4847527"/>
                  </a:lnTo>
                  <a:lnTo>
                    <a:pt x="1522522" y="4847527"/>
                  </a:lnTo>
                  <a:lnTo>
                    <a:pt x="1522775" y="4847527"/>
                  </a:lnTo>
                  <a:lnTo>
                    <a:pt x="1523280" y="4847527"/>
                  </a:lnTo>
                  <a:lnTo>
                    <a:pt x="1523658" y="4847527"/>
                  </a:lnTo>
                  <a:lnTo>
                    <a:pt x="1523785" y="4847527"/>
                  </a:lnTo>
                  <a:lnTo>
                    <a:pt x="1523911" y="4847527"/>
                  </a:lnTo>
                  <a:lnTo>
                    <a:pt x="1524037" y="4847527"/>
                  </a:lnTo>
                  <a:lnTo>
                    <a:pt x="1524290" y="4847527"/>
                  </a:lnTo>
                  <a:lnTo>
                    <a:pt x="1524416" y="4847527"/>
                  </a:lnTo>
                  <a:lnTo>
                    <a:pt x="1524542" y="4847527"/>
                  </a:lnTo>
                  <a:lnTo>
                    <a:pt x="1524795" y="4847527"/>
                  </a:lnTo>
                  <a:lnTo>
                    <a:pt x="1524921" y="4847527"/>
                  </a:lnTo>
                  <a:lnTo>
                    <a:pt x="1525047" y="4847527"/>
                  </a:lnTo>
                  <a:lnTo>
                    <a:pt x="1525173" y="4847527"/>
                  </a:lnTo>
                  <a:lnTo>
                    <a:pt x="1525300" y="4847527"/>
                  </a:lnTo>
                  <a:lnTo>
                    <a:pt x="1525426" y="4847527"/>
                  </a:lnTo>
                  <a:lnTo>
                    <a:pt x="1525552" y="4847527"/>
                  </a:lnTo>
                  <a:lnTo>
                    <a:pt x="1525678" y="4847527"/>
                  </a:lnTo>
                  <a:lnTo>
                    <a:pt x="1526184" y="4847527"/>
                  </a:lnTo>
                  <a:lnTo>
                    <a:pt x="1526310" y="4847527"/>
                  </a:lnTo>
                  <a:lnTo>
                    <a:pt x="1526436" y="4847527"/>
                  </a:lnTo>
                  <a:lnTo>
                    <a:pt x="1529087" y="4847527"/>
                  </a:lnTo>
                  <a:lnTo>
                    <a:pt x="1529466" y="4842615"/>
                  </a:lnTo>
                  <a:lnTo>
                    <a:pt x="1529719" y="4842615"/>
                  </a:lnTo>
                  <a:lnTo>
                    <a:pt x="1529845" y="4842615"/>
                  </a:lnTo>
                  <a:lnTo>
                    <a:pt x="1529971" y="4842615"/>
                  </a:lnTo>
                  <a:lnTo>
                    <a:pt x="1530097" y="4842615"/>
                  </a:lnTo>
                  <a:lnTo>
                    <a:pt x="1530224" y="4842615"/>
                  </a:lnTo>
                  <a:lnTo>
                    <a:pt x="1530350" y="4842615"/>
                  </a:lnTo>
                  <a:lnTo>
                    <a:pt x="1530476" y="4842615"/>
                  </a:lnTo>
                  <a:lnTo>
                    <a:pt x="1530602" y="4842615"/>
                  </a:lnTo>
                  <a:lnTo>
                    <a:pt x="1530729" y="4842615"/>
                  </a:lnTo>
                  <a:lnTo>
                    <a:pt x="1530855" y="4842615"/>
                  </a:lnTo>
                  <a:lnTo>
                    <a:pt x="1530981" y="4842615"/>
                  </a:lnTo>
                  <a:lnTo>
                    <a:pt x="1531108" y="4842615"/>
                  </a:lnTo>
                  <a:lnTo>
                    <a:pt x="1531234" y="4842615"/>
                  </a:lnTo>
                  <a:lnTo>
                    <a:pt x="1531739" y="4842615"/>
                  </a:lnTo>
                  <a:lnTo>
                    <a:pt x="1531991" y="4842615"/>
                  </a:lnTo>
                  <a:lnTo>
                    <a:pt x="1532118" y="4842615"/>
                  </a:lnTo>
                  <a:lnTo>
                    <a:pt x="1532244" y="4842615"/>
                  </a:lnTo>
                  <a:lnTo>
                    <a:pt x="1532370" y="4842615"/>
                  </a:lnTo>
                  <a:lnTo>
                    <a:pt x="1532623" y="4842615"/>
                  </a:lnTo>
                  <a:lnTo>
                    <a:pt x="1533001" y="4842615"/>
                  </a:lnTo>
                  <a:lnTo>
                    <a:pt x="1533254" y="4842615"/>
                  </a:lnTo>
                  <a:lnTo>
                    <a:pt x="1533380" y="4842615"/>
                  </a:lnTo>
                  <a:lnTo>
                    <a:pt x="1533506" y="4842615"/>
                  </a:lnTo>
                  <a:lnTo>
                    <a:pt x="1533759" y="4842615"/>
                  </a:lnTo>
                  <a:lnTo>
                    <a:pt x="1533885" y="4842615"/>
                  </a:lnTo>
                  <a:lnTo>
                    <a:pt x="1534011" y="4842615"/>
                  </a:lnTo>
                  <a:lnTo>
                    <a:pt x="1534138" y="4842615"/>
                  </a:lnTo>
                  <a:lnTo>
                    <a:pt x="1534390" y="4842615"/>
                  </a:lnTo>
                  <a:lnTo>
                    <a:pt x="1534516" y="4842615"/>
                  </a:lnTo>
                  <a:lnTo>
                    <a:pt x="1534643" y="4842615"/>
                  </a:lnTo>
                  <a:lnTo>
                    <a:pt x="1534769" y="4842615"/>
                  </a:lnTo>
                  <a:lnTo>
                    <a:pt x="1535021" y="4842615"/>
                  </a:lnTo>
                  <a:lnTo>
                    <a:pt x="1535148" y="4842615"/>
                  </a:lnTo>
                  <a:lnTo>
                    <a:pt x="1535400" y="4842615"/>
                  </a:lnTo>
                  <a:lnTo>
                    <a:pt x="1535653" y="4842615"/>
                  </a:lnTo>
                  <a:lnTo>
                    <a:pt x="1535779" y="4842615"/>
                  </a:lnTo>
                  <a:lnTo>
                    <a:pt x="1535905" y="4842615"/>
                  </a:lnTo>
                  <a:lnTo>
                    <a:pt x="1536158" y="4842615"/>
                  </a:lnTo>
                  <a:lnTo>
                    <a:pt x="1536284" y="4842615"/>
                  </a:lnTo>
                  <a:lnTo>
                    <a:pt x="1536410" y="4842615"/>
                  </a:lnTo>
                  <a:lnTo>
                    <a:pt x="1536537" y="4842615"/>
                  </a:lnTo>
                  <a:lnTo>
                    <a:pt x="1536663" y="4842615"/>
                  </a:lnTo>
                  <a:lnTo>
                    <a:pt x="1536789" y="4842615"/>
                  </a:lnTo>
                  <a:lnTo>
                    <a:pt x="1536915" y="4842615"/>
                  </a:lnTo>
                  <a:lnTo>
                    <a:pt x="1537294" y="4842615"/>
                  </a:lnTo>
                  <a:lnTo>
                    <a:pt x="1537420" y="4842615"/>
                  </a:lnTo>
                  <a:lnTo>
                    <a:pt x="1537547" y="4842615"/>
                  </a:lnTo>
                  <a:lnTo>
                    <a:pt x="1538304" y="4842615"/>
                  </a:lnTo>
                  <a:lnTo>
                    <a:pt x="1538557" y="4842615"/>
                  </a:lnTo>
                  <a:lnTo>
                    <a:pt x="1538935" y="4842615"/>
                  </a:lnTo>
                  <a:lnTo>
                    <a:pt x="1539062" y="4842615"/>
                  </a:lnTo>
                  <a:lnTo>
                    <a:pt x="1539693" y="4842615"/>
                  </a:lnTo>
                  <a:lnTo>
                    <a:pt x="1539693" y="4837704"/>
                  </a:lnTo>
                  <a:lnTo>
                    <a:pt x="1539945" y="4837704"/>
                  </a:lnTo>
                  <a:lnTo>
                    <a:pt x="1540198" y="4837704"/>
                  </a:lnTo>
                  <a:lnTo>
                    <a:pt x="1540324" y="4837704"/>
                  </a:lnTo>
                  <a:lnTo>
                    <a:pt x="1540450" y="4837704"/>
                  </a:lnTo>
                  <a:lnTo>
                    <a:pt x="1540577" y="4837704"/>
                  </a:lnTo>
                  <a:lnTo>
                    <a:pt x="1540703" y="4837704"/>
                  </a:lnTo>
                  <a:lnTo>
                    <a:pt x="1540829" y="4837704"/>
                  </a:lnTo>
                  <a:lnTo>
                    <a:pt x="1540955" y="4837704"/>
                  </a:lnTo>
                  <a:lnTo>
                    <a:pt x="1541082" y="4837704"/>
                  </a:lnTo>
                  <a:lnTo>
                    <a:pt x="1541461" y="4837704"/>
                  </a:lnTo>
                  <a:lnTo>
                    <a:pt x="1541587" y="4837704"/>
                  </a:lnTo>
                  <a:lnTo>
                    <a:pt x="1541713" y="4837704"/>
                  </a:lnTo>
                  <a:lnTo>
                    <a:pt x="1541839" y="4837704"/>
                  </a:lnTo>
                  <a:lnTo>
                    <a:pt x="1542218" y="4837704"/>
                  </a:lnTo>
                  <a:lnTo>
                    <a:pt x="1542344" y="4837704"/>
                  </a:lnTo>
                  <a:lnTo>
                    <a:pt x="1542471" y="4837704"/>
                  </a:lnTo>
                  <a:lnTo>
                    <a:pt x="1542597" y="4837704"/>
                  </a:lnTo>
                  <a:lnTo>
                    <a:pt x="1542723" y="4837704"/>
                  </a:lnTo>
                  <a:lnTo>
                    <a:pt x="1543102" y="4837704"/>
                  </a:lnTo>
                  <a:lnTo>
                    <a:pt x="1543228" y="4837704"/>
                  </a:lnTo>
                  <a:lnTo>
                    <a:pt x="1543354" y="4837704"/>
                  </a:lnTo>
                  <a:lnTo>
                    <a:pt x="1543481" y="4837704"/>
                  </a:lnTo>
                  <a:lnTo>
                    <a:pt x="1543607" y="4837704"/>
                  </a:lnTo>
                  <a:lnTo>
                    <a:pt x="1543733" y="4837704"/>
                  </a:lnTo>
                  <a:lnTo>
                    <a:pt x="1543859" y="4837704"/>
                  </a:lnTo>
                  <a:lnTo>
                    <a:pt x="1544238" y="4837704"/>
                  </a:lnTo>
                  <a:lnTo>
                    <a:pt x="1544617" y="4837704"/>
                  </a:lnTo>
                  <a:lnTo>
                    <a:pt x="1544743" y="4837704"/>
                  </a:lnTo>
                  <a:lnTo>
                    <a:pt x="1544996" y="4837704"/>
                  </a:lnTo>
                  <a:lnTo>
                    <a:pt x="1545248" y="4837704"/>
                  </a:lnTo>
                  <a:lnTo>
                    <a:pt x="1545627" y="4837704"/>
                  </a:lnTo>
                  <a:lnTo>
                    <a:pt x="1545753" y="4837704"/>
                  </a:lnTo>
                  <a:lnTo>
                    <a:pt x="1546006" y="4832792"/>
                  </a:lnTo>
                  <a:lnTo>
                    <a:pt x="1546132" y="4832792"/>
                  </a:lnTo>
                  <a:lnTo>
                    <a:pt x="1546258" y="4832792"/>
                  </a:lnTo>
                  <a:lnTo>
                    <a:pt x="1546637" y="4832792"/>
                  </a:lnTo>
                  <a:lnTo>
                    <a:pt x="1546890" y="4832792"/>
                  </a:lnTo>
                  <a:lnTo>
                    <a:pt x="1547395" y="4832792"/>
                  </a:lnTo>
                  <a:lnTo>
                    <a:pt x="1547647" y="4832792"/>
                  </a:lnTo>
                  <a:lnTo>
                    <a:pt x="1547773" y="4832792"/>
                  </a:lnTo>
                  <a:lnTo>
                    <a:pt x="1547773" y="4827881"/>
                  </a:lnTo>
                  <a:lnTo>
                    <a:pt x="1547900" y="4827881"/>
                  </a:lnTo>
                  <a:lnTo>
                    <a:pt x="1548278" y="4827881"/>
                  </a:lnTo>
                  <a:lnTo>
                    <a:pt x="1548405" y="4827881"/>
                  </a:lnTo>
                  <a:lnTo>
                    <a:pt x="1548531" y="4827881"/>
                  </a:lnTo>
                  <a:lnTo>
                    <a:pt x="1549415" y="4827881"/>
                  </a:lnTo>
                  <a:lnTo>
                    <a:pt x="1549541" y="4827881"/>
                  </a:lnTo>
                  <a:lnTo>
                    <a:pt x="1549667" y="4827881"/>
                  </a:lnTo>
                  <a:lnTo>
                    <a:pt x="1549793" y="4827881"/>
                  </a:lnTo>
                  <a:lnTo>
                    <a:pt x="1550046" y="4827881"/>
                  </a:lnTo>
                  <a:lnTo>
                    <a:pt x="1550172" y="4827881"/>
                  </a:lnTo>
                  <a:lnTo>
                    <a:pt x="1550298" y="4827881"/>
                  </a:lnTo>
                  <a:lnTo>
                    <a:pt x="1550551" y="4822970"/>
                  </a:lnTo>
                  <a:lnTo>
                    <a:pt x="1550803" y="4822970"/>
                  </a:lnTo>
                  <a:lnTo>
                    <a:pt x="1550930" y="4822970"/>
                  </a:lnTo>
                  <a:lnTo>
                    <a:pt x="1551056" y="4822970"/>
                  </a:lnTo>
                  <a:lnTo>
                    <a:pt x="1551182" y="4822970"/>
                  </a:lnTo>
                  <a:lnTo>
                    <a:pt x="1551308" y="4822970"/>
                  </a:lnTo>
                  <a:lnTo>
                    <a:pt x="1551940" y="4822970"/>
                  </a:lnTo>
                  <a:lnTo>
                    <a:pt x="1552066" y="4822970"/>
                  </a:lnTo>
                  <a:lnTo>
                    <a:pt x="1552192" y="4822970"/>
                  </a:lnTo>
                  <a:lnTo>
                    <a:pt x="1552319" y="4822970"/>
                  </a:lnTo>
                  <a:lnTo>
                    <a:pt x="1552445" y="4822970"/>
                  </a:lnTo>
                  <a:lnTo>
                    <a:pt x="1552571" y="4822970"/>
                  </a:lnTo>
                  <a:lnTo>
                    <a:pt x="1552697" y="4822970"/>
                  </a:lnTo>
                  <a:lnTo>
                    <a:pt x="1552950" y="4822970"/>
                  </a:lnTo>
                  <a:lnTo>
                    <a:pt x="1553076" y="4822970"/>
                  </a:lnTo>
                  <a:lnTo>
                    <a:pt x="1553202" y="4822970"/>
                  </a:lnTo>
                  <a:lnTo>
                    <a:pt x="1553455" y="4822970"/>
                  </a:lnTo>
                  <a:lnTo>
                    <a:pt x="1553581" y="4822970"/>
                  </a:lnTo>
                  <a:lnTo>
                    <a:pt x="1553707" y="4822970"/>
                  </a:lnTo>
                  <a:lnTo>
                    <a:pt x="1553834" y="4822970"/>
                  </a:lnTo>
                  <a:lnTo>
                    <a:pt x="1553960" y="4822970"/>
                  </a:lnTo>
                  <a:lnTo>
                    <a:pt x="1554339" y="4822970"/>
                  </a:lnTo>
                  <a:lnTo>
                    <a:pt x="1554465" y="4822970"/>
                  </a:lnTo>
                  <a:lnTo>
                    <a:pt x="1554717" y="4822970"/>
                  </a:lnTo>
                  <a:lnTo>
                    <a:pt x="1554970" y="4822970"/>
                  </a:lnTo>
                  <a:lnTo>
                    <a:pt x="1555475" y="4822970"/>
                  </a:lnTo>
                  <a:lnTo>
                    <a:pt x="1555727" y="4822970"/>
                  </a:lnTo>
                  <a:lnTo>
                    <a:pt x="1555980" y="4822970"/>
                  </a:lnTo>
                  <a:lnTo>
                    <a:pt x="1556106" y="4822970"/>
                  </a:lnTo>
                  <a:lnTo>
                    <a:pt x="1556232" y="4822970"/>
                  </a:lnTo>
                  <a:lnTo>
                    <a:pt x="1556485" y="4822970"/>
                  </a:lnTo>
                  <a:lnTo>
                    <a:pt x="1556611" y="4822970"/>
                  </a:lnTo>
                  <a:lnTo>
                    <a:pt x="1556864" y="4822970"/>
                  </a:lnTo>
                  <a:lnTo>
                    <a:pt x="1557243" y="4822970"/>
                  </a:lnTo>
                  <a:lnTo>
                    <a:pt x="1557495" y="4822970"/>
                  </a:lnTo>
                  <a:lnTo>
                    <a:pt x="1557621" y="4822970"/>
                  </a:lnTo>
                  <a:lnTo>
                    <a:pt x="1557748" y="4822970"/>
                  </a:lnTo>
                  <a:lnTo>
                    <a:pt x="1557874" y="4822970"/>
                  </a:lnTo>
                  <a:lnTo>
                    <a:pt x="1558000" y="4822970"/>
                  </a:lnTo>
                  <a:lnTo>
                    <a:pt x="1558253" y="4822970"/>
                  </a:lnTo>
                  <a:lnTo>
                    <a:pt x="1558379" y="4822970"/>
                  </a:lnTo>
                  <a:lnTo>
                    <a:pt x="1558505" y="4822970"/>
                  </a:lnTo>
                  <a:lnTo>
                    <a:pt x="1558631" y="4822970"/>
                  </a:lnTo>
                  <a:lnTo>
                    <a:pt x="1559010" y="4822970"/>
                  </a:lnTo>
                  <a:lnTo>
                    <a:pt x="1559010" y="4818058"/>
                  </a:lnTo>
                  <a:lnTo>
                    <a:pt x="1559894" y="4818058"/>
                  </a:lnTo>
                  <a:lnTo>
                    <a:pt x="1560020" y="4818058"/>
                  </a:lnTo>
                  <a:lnTo>
                    <a:pt x="1560273" y="4818058"/>
                  </a:lnTo>
                  <a:lnTo>
                    <a:pt x="1560399" y="4818058"/>
                  </a:lnTo>
                  <a:lnTo>
                    <a:pt x="1560525" y="4818058"/>
                  </a:lnTo>
                  <a:lnTo>
                    <a:pt x="1560651" y="4818058"/>
                  </a:lnTo>
                  <a:lnTo>
                    <a:pt x="1560778" y="4818058"/>
                  </a:lnTo>
                  <a:lnTo>
                    <a:pt x="1560904" y="4818058"/>
                  </a:lnTo>
                  <a:lnTo>
                    <a:pt x="1561030" y="4818058"/>
                  </a:lnTo>
                  <a:lnTo>
                    <a:pt x="1561409" y="4818058"/>
                  </a:lnTo>
                  <a:lnTo>
                    <a:pt x="1561788" y="4818058"/>
                  </a:lnTo>
                  <a:lnTo>
                    <a:pt x="1562040" y="4818058"/>
                  </a:lnTo>
                  <a:lnTo>
                    <a:pt x="1562419" y="4818058"/>
                  </a:lnTo>
                  <a:lnTo>
                    <a:pt x="1562798" y="4818058"/>
                  </a:lnTo>
                  <a:lnTo>
                    <a:pt x="1562924" y="4818058"/>
                  </a:lnTo>
                  <a:lnTo>
                    <a:pt x="1563050" y="4818058"/>
                  </a:lnTo>
                  <a:lnTo>
                    <a:pt x="1563177" y="4818058"/>
                  </a:lnTo>
                  <a:lnTo>
                    <a:pt x="1563303" y="4818058"/>
                  </a:lnTo>
                  <a:lnTo>
                    <a:pt x="1563555" y="4818058"/>
                  </a:lnTo>
                  <a:lnTo>
                    <a:pt x="1563934" y="4818058"/>
                  </a:lnTo>
                  <a:lnTo>
                    <a:pt x="1564187" y="4818058"/>
                  </a:lnTo>
                  <a:lnTo>
                    <a:pt x="1564313" y="4818058"/>
                  </a:lnTo>
                  <a:lnTo>
                    <a:pt x="1564439" y="4818058"/>
                  </a:lnTo>
                  <a:lnTo>
                    <a:pt x="1564565" y="4818058"/>
                  </a:lnTo>
                  <a:lnTo>
                    <a:pt x="1564944" y="4818058"/>
                  </a:lnTo>
                  <a:lnTo>
                    <a:pt x="1565323" y="4818058"/>
                  </a:lnTo>
                  <a:lnTo>
                    <a:pt x="1565449" y="4818058"/>
                  </a:lnTo>
                  <a:lnTo>
                    <a:pt x="1565575" y="4818058"/>
                  </a:lnTo>
                  <a:lnTo>
                    <a:pt x="1565954" y="4818058"/>
                  </a:lnTo>
                  <a:lnTo>
                    <a:pt x="1566080" y="4818058"/>
                  </a:lnTo>
                  <a:lnTo>
                    <a:pt x="1566459" y="4818058"/>
                  </a:lnTo>
                  <a:lnTo>
                    <a:pt x="1566585" y="4818058"/>
                  </a:lnTo>
                  <a:lnTo>
                    <a:pt x="1566838" y="4818058"/>
                  </a:lnTo>
                  <a:lnTo>
                    <a:pt x="1567596" y="4818058"/>
                  </a:lnTo>
                  <a:lnTo>
                    <a:pt x="1567974" y="4818058"/>
                  </a:lnTo>
                  <a:lnTo>
                    <a:pt x="1568101" y="4818058"/>
                  </a:lnTo>
                  <a:lnTo>
                    <a:pt x="1568227" y="4818058"/>
                  </a:lnTo>
                  <a:lnTo>
                    <a:pt x="1568353" y="4818058"/>
                  </a:lnTo>
                  <a:lnTo>
                    <a:pt x="1568984" y="4813147"/>
                  </a:lnTo>
                  <a:lnTo>
                    <a:pt x="1569111" y="4813147"/>
                  </a:lnTo>
                  <a:lnTo>
                    <a:pt x="1569237" y="4813147"/>
                  </a:lnTo>
                  <a:lnTo>
                    <a:pt x="1569363" y="4808236"/>
                  </a:lnTo>
                  <a:lnTo>
                    <a:pt x="1569489" y="4808236"/>
                  </a:lnTo>
                  <a:lnTo>
                    <a:pt x="1569616" y="4808236"/>
                  </a:lnTo>
                  <a:lnTo>
                    <a:pt x="1569868" y="4808236"/>
                  </a:lnTo>
                  <a:lnTo>
                    <a:pt x="1570247" y="4808236"/>
                  </a:lnTo>
                  <a:lnTo>
                    <a:pt x="1570626" y="4808236"/>
                  </a:lnTo>
                  <a:lnTo>
                    <a:pt x="1570878" y="4808236"/>
                  </a:lnTo>
                  <a:lnTo>
                    <a:pt x="1571004" y="4808236"/>
                  </a:lnTo>
                  <a:lnTo>
                    <a:pt x="1571131" y="4808236"/>
                  </a:lnTo>
                  <a:lnTo>
                    <a:pt x="1571257" y="4808236"/>
                  </a:lnTo>
                  <a:lnTo>
                    <a:pt x="1571509" y="4808236"/>
                  </a:lnTo>
                  <a:lnTo>
                    <a:pt x="1571762" y="4808236"/>
                  </a:lnTo>
                  <a:lnTo>
                    <a:pt x="1572267" y="4808236"/>
                  </a:lnTo>
                  <a:lnTo>
                    <a:pt x="1572393" y="4808236"/>
                  </a:lnTo>
                  <a:lnTo>
                    <a:pt x="1572520" y="4808236"/>
                  </a:lnTo>
                  <a:lnTo>
                    <a:pt x="1572646" y="4803324"/>
                  </a:lnTo>
                  <a:lnTo>
                    <a:pt x="1573403" y="4803324"/>
                  </a:lnTo>
                  <a:lnTo>
                    <a:pt x="1573656" y="4803324"/>
                  </a:lnTo>
                  <a:lnTo>
                    <a:pt x="1573782" y="4803324"/>
                  </a:lnTo>
                  <a:lnTo>
                    <a:pt x="1573908" y="4803324"/>
                  </a:lnTo>
                  <a:lnTo>
                    <a:pt x="1574035" y="4803324"/>
                  </a:lnTo>
                  <a:lnTo>
                    <a:pt x="1574287" y="4803324"/>
                  </a:lnTo>
                  <a:lnTo>
                    <a:pt x="1574666" y="4803324"/>
                  </a:lnTo>
                  <a:lnTo>
                    <a:pt x="1575171" y="4803324"/>
                  </a:lnTo>
                  <a:lnTo>
                    <a:pt x="1575297" y="4803324"/>
                  </a:lnTo>
                  <a:lnTo>
                    <a:pt x="1575423" y="4803324"/>
                  </a:lnTo>
                  <a:lnTo>
                    <a:pt x="1575550" y="4803324"/>
                  </a:lnTo>
                  <a:lnTo>
                    <a:pt x="1575802" y="4803324"/>
                  </a:lnTo>
                  <a:lnTo>
                    <a:pt x="1575928" y="4803324"/>
                  </a:lnTo>
                  <a:lnTo>
                    <a:pt x="1576181" y="4803324"/>
                  </a:lnTo>
                  <a:lnTo>
                    <a:pt x="1576433" y="4803324"/>
                  </a:lnTo>
                  <a:lnTo>
                    <a:pt x="1576686" y="4803324"/>
                  </a:lnTo>
                  <a:lnTo>
                    <a:pt x="1576812" y="4803324"/>
                  </a:lnTo>
                  <a:lnTo>
                    <a:pt x="1576938" y="4803324"/>
                  </a:lnTo>
                  <a:lnTo>
                    <a:pt x="1577065" y="4803324"/>
                  </a:lnTo>
                  <a:lnTo>
                    <a:pt x="1577191" y="4803324"/>
                  </a:lnTo>
                  <a:lnTo>
                    <a:pt x="1577317" y="4803324"/>
                  </a:lnTo>
                  <a:lnTo>
                    <a:pt x="1577444" y="4803324"/>
                  </a:lnTo>
                  <a:lnTo>
                    <a:pt x="1577696" y="4803324"/>
                  </a:lnTo>
                  <a:lnTo>
                    <a:pt x="1578201" y="4803324"/>
                  </a:lnTo>
                  <a:lnTo>
                    <a:pt x="1578454" y="4803324"/>
                  </a:lnTo>
                  <a:lnTo>
                    <a:pt x="1578706" y="4803324"/>
                  </a:lnTo>
                  <a:lnTo>
                    <a:pt x="1578832" y="4803324"/>
                  </a:lnTo>
                  <a:lnTo>
                    <a:pt x="1578959" y="4803324"/>
                  </a:lnTo>
                  <a:lnTo>
                    <a:pt x="1579211" y="4803324"/>
                  </a:lnTo>
                  <a:lnTo>
                    <a:pt x="1579337" y="4803324"/>
                  </a:lnTo>
                  <a:lnTo>
                    <a:pt x="1579464" y="4803324"/>
                  </a:lnTo>
                  <a:lnTo>
                    <a:pt x="1580095" y="4803324"/>
                  </a:lnTo>
                  <a:lnTo>
                    <a:pt x="1580221" y="4803324"/>
                  </a:lnTo>
                  <a:lnTo>
                    <a:pt x="1580347" y="4803324"/>
                  </a:lnTo>
                  <a:lnTo>
                    <a:pt x="1580474" y="4803324"/>
                  </a:lnTo>
                  <a:lnTo>
                    <a:pt x="1580726" y="4803324"/>
                  </a:lnTo>
                  <a:lnTo>
                    <a:pt x="1580852" y="4803324"/>
                  </a:lnTo>
                  <a:lnTo>
                    <a:pt x="1580979" y="4803324"/>
                  </a:lnTo>
                  <a:lnTo>
                    <a:pt x="1581231" y="4798413"/>
                  </a:lnTo>
                  <a:lnTo>
                    <a:pt x="1581357" y="4798413"/>
                  </a:lnTo>
                  <a:lnTo>
                    <a:pt x="1581484" y="4798413"/>
                  </a:lnTo>
                  <a:lnTo>
                    <a:pt x="1581610" y="4798413"/>
                  </a:lnTo>
                  <a:lnTo>
                    <a:pt x="1581736" y="4798413"/>
                  </a:lnTo>
                  <a:lnTo>
                    <a:pt x="1581989" y="4798413"/>
                  </a:lnTo>
                  <a:lnTo>
                    <a:pt x="1582115" y="4798413"/>
                  </a:lnTo>
                  <a:lnTo>
                    <a:pt x="1582241" y="4798413"/>
                  </a:lnTo>
                  <a:lnTo>
                    <a:pt x="1582367" y="4798413"/>
                  </a:lnTo>
                  <a:lnTo>
                    <a:pt x="1582494" y="4798413"/>
                  </a:lnTo>
                  <a:lnTo>
                    <a:pt x="1582746" y="4798413"/>
                  </a:lnTo>
                  <a:lnTo>
                    <a:pt x="1582999" y="4798413"/>
                  </a:lnTo>
                  <a:lnTo>
                    <a:pt x="1583630" y="4798413"/>
                  </a:lnTo>
                  <a:lnTo>
                    <a:pt x="1583883" y="4798413"/>
                  </a:lnTo>
                  <a:lnTo>
                    <a:pt x="1584135" y="4798413"/>
                  </a:lnTo>
                  <a:lnTo>
                    <a:pt x="1584261" y="4798413"/>
                  </a:lnTo>
                  <a:lnTo>
                    <a:pt x="1584388" y="4798413"/>
                  </a:lnTo>
                  <a:lnTo>
                    <a:pt x="1584640" y="4798413"/>
                  </a:lnTo>
                  <a:lnTo>
                    <a:pt x="1584766" y="4798413"/>
                  </a:lnTo>
                  <a:lnTo>
                    <a:pt x="1584893" y="4798413"/>
                  </a:lnTo>
                  <a:lnTo>
                    <a:pt x="1585019" y="4798413"/>
                  </a:lnTo>
                  <a:lnTo>
                    <a:pt x="1585145" y="4798413"/>
                  </a:lnTo>
                  <a:lnTo>
                    <a:pt x="1585271" y="4798413"/>
                  </a:lnTo>
                  <a:lnTo>
                    <a:pt x="1585650" y="4798413"/>
                  </a:lnTo>
                  <a:lnTo>
                    <a:pt x="1585776" y="4798413"/>
                  </a:lnTo>
                  <a:lnTo>
                    <a:pt x="1585903" y="4798413"/>
                  </a:lnTo>
                  <a:lnTo>
                    <a:pt x="1586029" y="4798413"/>
                  </a:lnTo>
                  <a:lnTo>
                    <a:pt x="1586786" y="4798413"/>
                  </a:lnTo>
                  <a:lnTo>
                    <a:pt x="1586913" y="4798413"/>
                  </a:lnTo>
                  <a:lnTo>
                    <a:pt x="1587039" y="4798413"/>
                  </a:lnTo>
                  <a:lnTo>
                    <a:pt x="1587165" y="4798413"/>
                  </a:lnTo>
                  <a:lnTo>
                    <a:pt x="1587291" y="4798413"/>
                  </a:lnTo>
                  <a:lnTo>
                    <a:pt x="1587418" y="4798413"/>
                  </a:lnTo>
                  <a:lnTo>
                    <a:pt x="1587544" y="4798413"/>
                  </a:lnTo>
                  <a:lnTo>
                    <a:pt x="1587923" y="4798413"/>
                  </a:lnTo>
                  <a:lnTo>
                    <a:pt x="1588049" y="4798413"/>
                  </a:lnTo>
                  <a:lnTo>
                    <a:pt x="1588175" y="4798413"/>
                  </a:lnTo>
                  <a:lnTo>
                    <a:pt x="1588302" y="4798413"/>
                  </a:lnTo>
                  <a:lnTo>
                    <a:pt x="1588428" y="4798413"/>
                  </a:lnTo>
                  <a:lnTo>
                    <a:pt x="1588554" y="4798413"/>
                  </a:lnTo>
                  <a:lnTo>
                    <a:pt x="1588680" y="4798413"/>
                  </a:lnTo>
                  <a:lnTo>
                    <a:pt x="1588807" y="4798413"/>
                  </a:lnTo>
                  <a:lnTo>
                    <a:pt x="1589059" y="4793501"/>
                  </a:lnTo>
                  <a:lnTo>
                    <a:pt x="1589438" y="4793501"/>
                  </a:lnTo>
                  <a:lnTo>
                    <a:pt x="1589564" y="4793501"/>
                  </a:lnTo>
                  <a:lnTo>
                    <a:pt x="1589690" y="4793501"/>
                  </a:lnTo>
                  <a:lnTo>
                    <a:pt x="1589943" y="4793501"/>
                  </a:lnTo>
                  <a:lnTo>
                    <a:pt x="1590069" y="4793501"/>
                  </a:lnTo>
                  <a:lnTo>
                    <a:pt x="1590448" y="4793501"/>
                  </a:lnTo>
                  <a:lnTo>
                    <a:pt x="1590953" y="4793501"/>
                  </a:lnTo>
                  <a:lnTo>
                    <a:pt x="1591079" y="4793501"/>
                  </a:lnTo>
                  <a:lnTo>
                    <a:pt x="1591332" y="4793501"/>
                  </a:lnTo>
                  <a:lnTo>
                    <a:pt x="1591458" y="4793501"/>
                  </a:lnTo>
                  <a:lnTo>
                    <a:pt x="1591584" y="4793501"/>
                  </a:lnTo>
                  <a:lnTo>
                    <a:pt x="1591710" y="4793501"/>
                  </a:lnTo>
                  <a:lnTo>
                    <a:pt x="1592089" y="4793501"/>
                  </a:lnTo>
                  <a:lnTo>
                    <a:pt x="1592215" y="4793501"/>
                  </a:lnTo>
                  <a:lnTo>
                    <a:pt x="1592594" y="4793501"/>
                  </a:lnTo>
                  <a:lnTo>
                    <a:pt x="1592720" y="4793501"/>
                  </a:lnTo>
                  <a:lnTo>
                    <a:pt x="1593099" y="4793501"/>
                  </a:lnTo>
                  <a:lnTo>
                    <a:pt x="1593226" y="4793501"/>
                  </a:lnTo>
                  <a:lnTo>
                    <a:pt x="1593478" y="4793501"/>
                  </a:lnTo>
                  <a:lnTo>
                    <a:pt x="1593731" y="4793501"/>
                  </a:lnTo>
                  <a:lnTo>
                    <a:pt x="1593983" y="4793501"/>
                  </a:lnTo>
                  <a:lnTo>
                    <a:pt x="1594109" y="4793501"/>
                  </a:lnTo>
                  <a:lnTo>
                    <a:pt x="1594236" y="4793501"/>
                  </a:lnTo>
                  <a:lnTo>
                    <a:pt x="1594867" y="4793501"/>
                  </a:lnTo>
                  <a:lnTo>
                    <a:pt x="1594993" y="4793501"/>
                  </a:lnTo>
                  <a:lnTo>
                    <a:pt x="1595246" y="4783679"/>
                  </a:lnTo>
                  <a:lnTo>
                    <a:pt x="1595372" y="4783679"/>
                  </a:lnTo>
                  <a:lnTo>
                    <a:pt x="1595498" y="4783679"/>
                  </a:lnTo>
                  <a:lnTo>
                    <a:pt x="1595498" y="4778767"/>
                  </a:lnTo>
                  <a:lnTo>
                    <a:pt x="1595624" y="4778767"/>
                  </a:lnTo>
                  <a:lnTo>
                    <a:pt x="1596003" y="4778767"/>
                  </a:lnTo>
                  <a:lnTo>
                    <a:pt x="1596256" y="4778767"/>
                  </a:lnTo>
                  <a:lnTo>
                    <a:pt x="1596382" y="4778767"/>
                  </a:lnTo>
                  <a:lnTo>
                    <a:pt x="1596634" y="4778767"/>
                  </a:lnTo>
                  <a:lnTo>
                    <a:pt x="1597266" y="4778767"/>
                  </a:lnTo>
                  <a:lnTo>
                    <a:pt x="1597392" y="4778767"/>
                  </a:lnTo>
                  <a:lnTo>
                    <a:pt x="1597518" y="4778767"/>
                  </a:lnTo>
                  <a:lnTo>
                    <a:pt x="1597644" y="4778767"/>
                  </a:lnTo>
                  <a:lnTo>
                    <a:pt x="1598023" y="4778767"/>
                  </a:lnTo>
                  <a:lnTo>
                    <a:pt x="1598276" y="4778767"/>
                  </a:lnTo>
                  <a:lnTo>
                    <a:pt x="1598528" y="4778767"/>
                  </a:lnTo>
                  <a:lnTo>
                    <a:pt x="1598781" y="4778767"/>
                  </a:lnTo>
                  <a:lnTo>
                    <a:pt x="1598907" y="4778767"/>
                  </a:lnTo>
                  <a:lnTo>
                    <a:pt x="1599033" y="4778767"/>
                  </a:lnTo>
                  <a:lnTo>
                    <a:pt x="1599412" y="4778767"/>
                  </a:lnTo>
                  <a:lnTo>
                    <a:pt x="1599538" y="4778767"/>
                  </a:lnTo>
                  <a:lnTo>
                    <a:pt x="1599665" y="4773856"/>
                  </a:lnTo>
                  <a:lnTo>
                    <a:pt x="1599917" y="4773856"/>
                  </a:lnTo>
                  <a:lnTo>
                    <a:pt x="1600043" y="4773856"/>
                  </a:lnTo>
                  <a:lnTo>
                    <a:pt x="1600170" y="4773856"/>
                  </a:lnTo>
                  <a:lnTo>
                    <a:pt x="1600422" y="4773856"/>
                  </a:lnTo>
                  <a:lnTo>
                    <a:pt x="1601180" y="4773856"/>
                  </a:lnTo>
                  <a:lnTo>
                    <a:pt x="1601306" y="4773856"/>
                  </a:lnTo>
                  <a:lnTo>
                    <a:pt x="1601685" y="4773856"/>
                  </a:lnTo>
                  <a:lnTo>
                    <a:pt x="1601811" y="4773856"/>
                  </a:lnTo>
                  <a:lnTo>
                    <a:pt x="1602063" y="4773856"/>
                  </a:lnTo>
                  <a:lnTo>
                    <a:pt x="1602190" y="4773856"/>
                  </a:lnTo>
                  <a:lnTo>
                    <a:pt x="1602190" y="4768945"/>
                  </a:lnTo>
                  <a:lnTo>
                    <a:pt x="1602316" y="4768945"/>
                  </a:lnTo>
                  <a:lnTo>
                    <a:pt x="1602442" y="4768945"/>
                  </a:lnTo>
                  <a:lnTo>
                    <a:pt x="1602695" y="4768945"/>
                  </a:lnTo>
                  <a:lnTo>
                    <a:pt x="1602821" y="4768945"/>
                  </a:lnTo>
                  <a:lnTo>
                    <a:pt x="1602947" y="4768945"/>
                  </a:lnTo>
                  <a:lnTo>
                    <a:pt x="1603073" y="4768945"/>
                  </a:lnTo>
                  <a:lnTo>
                    <a:pt x="1603200" y="4768945"/>
                  </a:lnTo>
                  <a:lnTo>
                    <a:pt x="1603452" y="4768945"/>
                  </a:lnTo>
                  <a:lnTo>
                    <a:pt x="1603579" y="4768945"/>
                  </a:lnTo>
                  <a:lnTo>
                    <a:pt x="1603705" y="4768945"/>
                  </a:lnTo>
                  <a:lnTo>
                    <a:pt x="1603831" y="4768945"/>
                  </a:lnTo>
                  <a:lnTo>
                    <a:pt x="1604084" y="4768945"/>
                  </a:lnTo>
                  <a:lnTo>
                    <a:pt x="1604336" y="4768945"/>
                  </a:lnTo>
                  <a:lnTo>
                    <a:pt x="1604715" y="4768945"/>
                  </a:lnTo>
                  <a:lnTo>
                    <a:pt x="1604841" y="4768945"/>
                  </a:lnTo>
                  <a:lnTo>
                    <a:pt x="1605094" y="4768945"/>
                  </a:lnTo>
                  <a:lnTo>
                    <a:pt x="1605346" y="4768945"/>
                  </a:lnTo>
                  <a:lnTo>
                    <a:pt x="1605472" y="4768945"/>
                  </a:lnTo>
                  <a:lnTo>
                    <a:pt x="1605851" y="4768945"/>
                  </a:lnTo>
                  <a:lnTo>
                    <a:pt x="1605977" y="4768945"/>
                  </a:lnTo>
                  <a:lnTo>
                    <a:pt x="1606230" y="4768945"/>
                  </a:lnTo>
                  <a:lnTo>
                    <a:pt x="1606356" y="4768945"/>
                  </a:lnTo>
                  <a:lnTo>
                    <a:pt x="1606482" y="4768945"/>
                  </a:lnTo>
                  <a:lnTo>
                    <a:pt x="1606609" y="4768945"/>
                  </a:lnTo>
                  <a:lnTo>
                    <a:pt x="1606735" y="4768945"/>
                  </a:lnTo>
                  <a:lnTo>
                    <a:pt x="1606861" y="4768945"/>
                  </a:lnTo>
                  <a:lnTo>
                    <a:pt x="1607114" y="4768945"/>
                  </a:lnTo>
                  <a:lnTo>
                    <a:pt x="1607240" y="4768945"/>
                  </a:lnTo>
                  <a:lnTo>
                    <a:pt x="1607366" y="4768945"/>
                  </a:lnTo>
                  <a:lnTo>
                    <a:pt x="1607619" y="4764033"/>
                  </a:lnTo>
                  <a:lnTo>
                    <a:pt x="1607871" y="4764033"/>
                  </a:lnTo>
                  <a:lnTo>
                    <a:pt x="1608124" y="4764033"/>
                  </a:lnTo>
                  <a:lnTo>
                    <a:pt x="1608250" y="4764033"/>
                  </a:lnTo>
                  <a:lnTo>
                    <a:pt x="1608376" y="4764033"/>
                  </a:lnTo>
                  <a:lnTo>
                    <a:pt x="1608503" y="4764033"/>
                  </a:lnTo>
                  <a:lnTo>
                    <a:pt x="1608881" y="4764033"/>
                  </a:lnTo>
                  <a:lnTo>
                    <a:pt x="1609008" y="4764033"/>
                  </a:lnTo>
                  <a:lnTo>
                    <a:pt x="1609639" y="4759122"/>
                  </a:lnTo>
                  <a:lnTo>
                    <a:pt x="1610018" y="4759122"/>
                  </a:lnTo>
                  <a:lnTo>
                    <a:pt x="1610270" y="4759122"/>
                  </a:lnTo>
                  <a:lnTo>
                    <a:pt x="1610396" y="4759122"/>
                  </a:lnTo>
                  <a:lnTo>
                    <a:pt x="1610649" y="4759122"/>
                  </a:lnTo>
                  <a:lnTo>
                    <a:pt x="1610775" y="4759122"/>
                  </a:lnTo>
                  <a:lnTo>
                    <a:pt x="1610901" y="4759122"/>
                  </a:lnTo>
                  <a:lnTo>
                    <a:pt x="1611028" y="4759122"/>
                  </a:lnTo>
                  <a:lnTo>
                    <a:pt x="1611154" y="4759122"/>
                  </a:lnTo>
                  <a:lnTo>
                    <a:pt x="1611280" y="4759122"/>
                  </a:lnTo>
                  <a:lnTo>
                    <a:pt x="1611406" y="4759122"/>
                  </a:lnTo>
                  <a:lnTo>
                    <a:pt x="1611533" y="4759122"/>
                  </a:lnTo>
                  <a:lnTo>
                    <a:pt x="1611659" y="4759122"/>
                  </a:lnTo>
                  <a:lnTo>
                    <a:pt x="1611785" y="4759122"/>
                  </a:lnTo>
                  <a:lnTo>
                    <a:pt x="1611911" y="4759122"/>
                  </a:lnTo>
                  <a:lnTo>
                    <a:pt x="1612038" y="4759122"/>
                  </a:lnTo>
                  <a:lnTo>
                    <a:pt x="1612290" y="4759122"/>
                  </a:lnTo>
                  <a:lnTo>
                    <a:pt x="1612669" y="4759122"/>
                  </a:lnTo>
                  <a:lnTo>
                    <a:pt x="1612795" y="4759122"/>
                  </a:lnTo>
                  <a:lnTo>
                    <a:pt x="1612921" y="4759122"/>
                  </a:lnTo>
                  <a:lnTo>
                    <a:pt x="1613048" y="4759122"/>
                  </a:lnTo>
                  <a:lnTo>
                    <a:pt x="1613174" y="4759122"/>
                  </a:lnTo>
                  <a:lnTo>
                    <a:pt x="1613300" y="4759122"/>
                  </a:lnTo>
                  <a:lnTo>
                    <a:pt x="1613427" y="4759122"/>
                  </a:lnTo>
                  <a:lnTo>
                    <a:pt x="1613932" y="4759122"/>
                  </a:lnTo>
                  <a:lnTo>
                    <a:pt x="1614058" y="4759122"/>
                  </a:lnTo>
                  <a:lnTo>
                    <a:pt x="1614437" y="4759122"/>
                  </a:lnTo>
                  <a:lnTo>
                    <a:pt x="1614563" y="4759122"/>
                  </a:lnTo>
                  <a:lnTo>
                    <a:pt x="1614815" y="4759122"/>
                  </a:lnTo>
                  <a:lnTo>
                    <a:pt x="1614942" y="4759122"/>
                  </a:lnTo>
                  <a:lnTo>
                    <a:pt x="1615068" y="4759122"/>
                  </a:lnTo>
                  <a:lnTo>
                    <a:pt x="1615320" y="4759122"/>
                  </a:lnTo>
                  <a:lnTo>
                    <a:pt x="1615447" y="4759122"/>
                  </a:lnTo>
                  <a:lnTo>
                    <a:pt x="1617467" y="4759122"/>
                  </a:lnTo>
                  <a:lnTo>
                    <a:pt x="1617593" y="4759122"/>
                  </a:lnTo>
                  <a:lnTo>
                    <a:pt x="1617719" y="4759122"/>
                  </a:lnTo>
                  <a:lnTo>
                    <a:pt x="1617845" y="4759122"/>
                  </a:lnTo>
                  <a:lnTo>
                    <a:pt x="1618098" y="4759122"/>
                  </a:lnTo>
                  <a:lnTo>
                    <a:pt x="1618224" y="4759122"/>
                  </a:lnTo>
                  <a:lnTo>
                    <a:pt x="1618350" y="4759122"/>
                  </a:lnTo>
                  <a:lnTo>
                    <a:pt x="1618603" y="4759122"/>
                  </a:lnTo>
                  <a:lnTo>
                    <a:pt x="1618982" y="4759122"/>
                  </a:lnTo>
                  <a:lnTo>
                    <a:pt x="1619108" y="4759122"/>
                  </a:lnTo>
                  <a:lnTo>
                    <a:pt x="1619739" y="4759122"/>
                  </a:lnTo>
                  <a:lnTo>
                    <a:pt x="1619992" y="4759122"/>
                  </a:lnTo>
                  <a:lnTo>
                    <a:pt x="1620371" y="4759122"/>
                  </a:lnTo>
                  <a:lnTo>
                    <a:pt x="1620497" y="4759122"/>
                  </a:lnTo>
                  <a:lnTo>
                    <a:pt x="1620623" y="4759122"/>
                  </a:lnTo>
                  <a:lnTo>
                    <a:pt x="1621002" y="4759122"/>
                  </a:lnTo>
                  <a:lnTo>
                    <a:pt x="1621128" y="4759122"/>
                  </a:lnTo>
                  <a:lnTo>
                    <a:pt x="1621254" y="4759122"/>
                  </a:lnTo>
                  <a:lnTo>
                    <a:pt x="1621381" y="4759122"/>
                  </a:lnTo>
                  <a:lnTo>
                    <a:pt x="1621507" y="4759122"/>
                  </a:lnTo>
                  <a:lnTo>
                    <a:pt x="1621633" y="4759122"/>
                  </a:lnTo>
                  <a:lnTo>
                    <a:pt x="1621759" y="4759122"/>
                  </a:lnTo>
                  <a:lnTo>
                    <a:pt x="1621886" y="4759122"/>
                  </a:lnTo>
                  <a:lnTo>
                    <a:pt x="1622012" y="4759122"/>
                  </a:lnTo>
                  <a:lnTo>
                    <a:pt x="1622391" y="4759122"/>
                  </a:lnTo>
                  <a:lnTo>
                    <a:pt x="1622517" y="4759122"/>
                  </a:lnTo>
                  <a:lnTo>
                    <a:pt x="1622643" y="4759122"/>
                  </a:lnTo>
                  <a:lnTo>
                    <a:pt x="1622769" y="4759122"/>
                  </a:lnTo>
                  <a:lnTo>
                    <a:pt x="1622896" y="4759122"/>
                  </a:lnTo>
                  <a:lnTo>
                    <a:pt x="1623148" y="4759122"/>
                  </a:lnTo>
                  <a:lnTo>
                    <a:pt x="1623274" y="4759122"/>
                  </a:lnTo>
                  <a:lnTo>
                    <a:pt x="1623401" y="4754210"/>
                  </a:lnTo>
                  <a:lnTo>
                    <a:pt x="1623653" y="4754210"/>
                  </a:lnTo>
                  <a:lnTo>
                    <a:pt x="1623780" y="4754210"/>
                  </a:lnTo>
                  <a:lnTo>
                    <a:pt x="1623780" y="4749299"/>
                  </a:lnTo>
                  <a:lnTo>
                    <a:pt x="1623780" y="4744388"/>
                  </a:lnTo>
                  <a:lnTo>
                    <a:pt x="1623906" y="4744388"/>
                  </a:lnTo>
                  <a:lnTo>
                    <a:pt x="1624158" y="4744388"/>
                  </a:lnTo>
                  <a:lnTo>
                    <a:pt x="1624285" y="4744388"/>
                  </a:lnTo>
                  <a:lnTo>
                    <a:pt x="1624790" y="4744388"/>
                  </a:lnTo>
                  <a:lnTo>
                    <a:pt x="1625042" y="4744388"/>
                  </a:lnTo>
                  <a:lnTo>
                    <a:pt x="1625168" y="4744388"/>
                  </a:lnTo>
                  <a:lnTo>
                    <a:pt x="1625547" y="4744388"/>
                  </a:lnTo>
                  <a:lnTo>
                    <a:pt x="1626052" y="4744388"/>
                  </a:lnTo>
                  <a:lnTo>
                    <a:pt x="1626305" y="4744388"/>
                  </a:lnTo>
                  <a:lnTo>
                    <a:pt x="1626557" y="4744388"/>
                  </a:lnTo>
                  <a:lnTo>
                    <a:pt x="1626810" y="4744388"/>
                  </a:lnTo>
                  <a:lnTo>
                    <a:pt x="1626936" y="4744388"/>
                  </a:lnTo>
                  <a:lnTo>
                    <a:pt x="1627062" y="4744388"/>
                  </a:lnTo>
                  <a:lnTo>
                    <a:pt x="1627188" y="4744388"/>
                  </a:lnTo>
                  <a:lnTo>
                    <a:pt x="1627441" y="4744388"/>
                  </a:lnTo>
                  <a:lnTo>
                    <a:pt x="1627820" y="4744388"/>
                  </a:lnTo>
                  <a:lnTo>
                    <a:pt x="1628072" y="4744388"/>
                  </a:lnTo>
                  <a:lnTo>
                    <a:pt x="1628198" y="4744388"/>
                  </a:lnTo>
                  <a:lnTo>
                    <a:pt x="1628325" y="4744388"/>
                  </a:lnTo>
                  <a:lnTo>
                    <a:pt x="1628451" y="4744388"/>
                  </a:lnTo>
                  <a:lnTo>
                    <a:pt x="1628956" y="4744388"/>
                  </a:lnTo>
                  <a:lnTo>
                    <a:pt x="1629082" y="4744388"/>
                  </a:lnTo>
                  <a:lnTo>
                    <a:pt x="1629335" y="4744388"/>
                  </a:lnTo>
                  <a:lnTo>
                    <a:pt x="1629461" y="4744388"/>
                  </a:lnTo>
                  <a:lnTo>
                    <a:pt x="1629461" y="4739476"/>
                  </a:lnTo>
                  <a:lnTo>
                    <a:pt x="1629587" y="4739476"/>
                  </a:lnTo>
                  <a:lnTo>
                    <a:pt x="1629966" y="4739476"/>
                  </a:lnTo>
                  <a:lnTo>
                    <a:pt x="1630597" y="4739476"/>
                  </a:lnTo>
                  <a:lnTo>
                    <a:pt x="1630724" y="4739476"/>
                  </a:lnTo>
                  <a:lnTo>
                    <a:pt x="1630850" y="4739476"/>
                  </a:lnTo>
                  <a:lnTo>
                    <a:pt x="1630976" y="4739476"/>
                  </a:lnTo>
                  <a:lnTo>
                    <a:pt x="1631102" y="4739476"/>
                  </a:lnTo>
                  <a:lnTo>
                    <a:pt x="1631355" y="4739476"/>
                  </a:lnTo>
                  <a:lnTo>
                    <a:pt x="1631986" y="4739476"/>
                  </a:lnTo>
                  <a:lnTo>
                    <a:pt x="1632112" y="4739476"/>
                  </a:lnTo>
                  <a:lnTo>
                    <a:pt x="1632365" y="4739476"/>
                  </a:lnTo>
                  <a:lnTo>
                    <a:pt x="1632491" y="4739476"/>
                  </a:lnTo>
                  <a:lnTo>
                    <a:pt x="1632744" y="4739476"/>
                  </a:lnTo>
                  <a:lnTo>
                    <a:pt x="1632870" y="4739476"/>
                  </a:lnTo>
                  <a:lnTo>
                    <a:pt x="1633122" y="4739476"/>
                  </a:lnTo>
                  <a:lnTo>
                    <a:pt x="1633249" y="4739476"/>
                  </a:lnTo>
                  <a:lnTo>
                    <a:pt x="1633375" y="4739476"/>
                  </a:lnTo>
                  <a:lnTo>
                    <a:pt x="1633501" y="4739476"/>
                  </a:lnTo>
                  <a:lnTo>
                    <a:pt x="1634385" y="4739476"/>
                  </a:lnTo>
                  <a:lnTo>
                    <a:pt x="1634511" y="4739476"/>
                  </a:lnTo>
                  <a:lnTo>
                    <a:pt x="1634638" y="4739476"/>
                  </a:lnTo>
                  <a:lnTo>
                    <a:pt x="1635143" y="4739476"/>
                  </a:lnTo>
                  <a:lnTo>
                    <a:pt x="1635521" y="4739476"/>
                  </a:lnTo>
                  <a:lnTo>
                    <a:pt x="1635648" y="4739476"/>
                  </a:lnTo>
                  <a:lnTo>
                    <a:pt x="1635900" y="4739476"/>
                  </a:lnTo>
                  <a:lnTo>
                    <a:pt x="1636153" y="4739476"/>
                  </a:lnTo>
                  <a:lnTo>
                    <a:pt x="1636279" y="4739476"/>
                  </a:lnTo>
                  <a:lnTo>
                    <a:pt x="1636658" y="4739476"/>
                  </a:lnTo>
                  <a:lnTo>
                    <a:pt x="1636910" y="4739476"/>
                  </a:lnTo>
                  <a:lnTo>
                    <a:pt x="1637163" y="4739476"/>
                  </a:lnTo>
                  <a:lnTo>
                    <a:pt x="1637289" y="4739476"/>
                  </a:lnTo>
                  <a:lnTo>
                    <a:pt x="1637415" y="4739476"/>
                  </a:lnTo>
                  <a:lnTo>
                    <a:pt x="1637920" y="4739476"/>
                  </a:lnTo>
                  <a:lnTo>
                    <a:pt x="1638046" y="4739476"/>
                  </a:lnTo>
                  <a:lnTo>
                    <a:pt x="1638173" y="4739476"/>
                  </a:lnTo>
                  <a:lnTo>
                    <a:pt x="1638299" y="4739476"/>
                  </a:lnTo>
                  <a:lnTo>
                    <a:pt x="1638804" y="4739476"/>
                  </a:lnTo>
                  <a:lnTo>
                    <a:pt x="1638930" y="4739476"/>
                  </a:lnTo>
                  <a:lnTo>
                    <a:pt x="1639183" y="4739476"/>
                  </a:lnTo>
                  <a:lnTo>
                    <a:pt x="1639309" y="4739476"/>
                  </a:lnTo>
                  <a:lnTo>
                    <a:pt x="1639435" y="4739476"/>
                  </a:lnTo>
                  <a:lnTo>
                    <a:pt x="1639562" y="4739476"/>
                  </a:lnTo>
                  <a:lnTo>
                    <a:pt x="1639688" y="4739476"/>
                  </a:lnTo>
                  <a:lnTo>
                    <a:pt x="1639814" y="4739476"/>
                  </a:lnTo>
                  <a:lnTo>
                    <a:pt x="1640067" y="4739476"/>
                  </a:lnTo>
                  <a:lnTo>
                    <a:pt x="1640319" y="4739476"/>
                  </a:lnTo>
                  <a:lnTo>
                    <a:pt x="1641455" y="4739476"/>
                  </a:lnTo>
                  <a:lnTo>
                    <a:pt x="1641708" y="4739476"/>
                  </a:lnTo>
                  <a:lnTo>
                    <a:pt x="1641834" y="4739476"/>
                  </a:lnTo>
                  <a:lnTo>
                    <a:pt x="1642087" y="4739476"/>
                  </a:lnTo>
                  <a:lnTo>
                    <a:pt x="1642213" y="4739476"/>
                  </a:lnTo>
                  <a:lnTo>
                    <a:pt x="1642465" y="4739476"/>
                  </a:lnTo>
                  <a:lnTo>
                    <a:pt x="1642844" y="4739476"/>
                  </a:lnTo>
                  <a:lnTo>
                    <a:pt x="1642970" y="4739476"/>
                  </a:lnTo>
                  <a:lnTo>
                    <a:pt x="1643349" y="4739476"/>
                  </a:lnTo>
                  <a:lnTo>
                    <a:pt x="1643602" y="4739476"/>
                  </a:lnTo>
                  <a:lnTo>
                    <a:pt x="1644107" y="4739476"/>
                  </a:lnTo>
                  <a:lnTo>
                    <a:pt x="1644233" y="4739476"/>
                  </a:lnTo>
                  <a:lnTo>
                    <a:pt x="1644486" y="4739476"/>
                  </a:lnTo>
                  <a:lnTo>
                    <a:pt x="1644864" y="4739476"/>
                  </a:lnTo>
                  <a:lnTo>
                    <a:pt x="1644991" y="4739476"/>
                  </a:lnTo>
                  <a:lnTo>
                    <a:pt x="1645117" y="4739476"/>
                  </a:lnTo>
                  <a:lnTo>
                    <a:pt x="1645369" y="4739476"/>
                  </a:lnTo>
                  <a:lnTo>
                    <a:pt x="1645496" y="4739476"/>
                  </a:lnTo>
                  <a:lnTo>
                    <a:pt x="1645622" y="4739476"/>
                  </a:lnTo>
                  <a:lnTo>
                    <a:pt x="1645874" y="4739476"/>
                  </a:lnTo>
                  <a:lnTo>
                    <a:pt x="1646127" y="4739476"/>
                  </a:lnTo>
                  <a:lnTo>
                    <a:pt x="1646253" y="4739476"/>
                  </a:lnTo>
                  <a:lnTo>
                    <a:pt x="1646379" y="4739476"/>
                  </a:lnTo>
                  <a:lnTo>
                    <a:pt x="1646632" y="4739476"/>
                  </a:lnTo>
                  <a:lnTo>
                    <a:pt x="1646758" y="4739476"/>
                  </a:lnTo>
                  <a:lnTo>
                    <a:pt x="1646884" y="4739476"/>
                  </a:lnTo>
                  <a:lnTo>
                    <a:pt x="1647011" y="4739476"/>
                  </a:lnTo>
                  <a:lnTo>
                    <a:pt x="1647137" y="4739476"/>
                  </a:lnTo>
                  <a:lnTo>
                    <a:pt x="1647263" y="4739476"/>
                  </a:lnTo>
                  <a:lnTo>
                    <a:pt x="1647642" y="4739476"/>
                  </a:lnTo>
                  <a:lnTo>
                    <a:pt x="1648021" y="4739476"/>
                  </a:lnTo>
                  <a:lnTo>
                    <a:pt x="1648147" y="4739476"/>
                  </a:lnTo>
                  <a:lnTo>
                    <a:pt x="1648652" y="4739476"/>
                  </a:lnTo>
                  <a:lnTo>
                    <a:pt x="1648778" y="4739476"/>
                  </a:lnTo>
                  <a:lnTo>
                    <a:pt x="1648778" y="4734565"/>
                  </a:lnTo>
                  <a:lnTo>
                    <a:pt x="1648904" y="4734565"/>
                  </a:lnTo>
                  <a:lnTo>
                    <a:pt x="1649031" y="4734565"/>
                  </a:lnTo>
                  <a:lnTo>
                    <a:pt x="1649157" y="4734565"/>
                  </a:lnTo>
                  <a:lnTo>
                    <a:pt x="1649283" y="4734565"/>
                  </a:lnTo>
                  <a:lnTo>
                    <a:pt x="1649788" y="4734565"/>
                  </a:lnTo>
                  <a:lnTo>
                    <a:pt x="1649915" y="4734565"/>
                  </a:lnTo>
                  <a:lnTo>
                    <a:pt x="1650420" y="4734565"/>
                  </a:lnTo>
                  <a:lnTo>
                    <a:pt x="1650546" y="4734565"/>
                  </a:lnTo>
                  <a:lnTo>
                    <a:pt x="1650672" y="4734565"/>
                  </a:lnTo>
                  <a:lnTo>
                    <a:pt x="1650798" y="4734565"/>
                  </a:lnTo>
                  <a:lnTo>
                    <a:pt x="1650925" y="4734565"/>
                  </a:lnTo>
                  <a:lnTo>
                    <a:pt x="1651051" y="4734565"/>
                  </a:lnTo>
                  <a:lnTo>
                    <a:pt x="1651682" y="4734565"/>
                  </a:lnTo>
                  <a:lnTo>
                    <a:pt x="1651935" y="4734565"/>
                  </a:lnTo>
                  <a:lnTo>
                    <a:pt x="1652061" y="4734565"/>
                  </a:lnTo>
                  <a:lnTo>
                    <a:pt x="1652692" y="4734565"/>
                  </a:lnTo>
                  <a:lnTo>
                    <a:pt x="1652818" y="4734565"/>
                  </a:lnTo>
                  <a:lnTo>
                    <a:pt x="1653323" y="4734565"/>
                  </a:lnTo>
                  <a:lnTo>
                    <a:pt x="1653576" y="4734565"/>
                  </a:lnTo>
                  <a:lnTo>
                    <a:pt x="1653702" y="4734565"/>
                  </a:lnTo>
                  <a:lnTo>
                    <a:pt x="1653828" y="4734565"/>
                  </a:lnTo>
                  <a:lnTo>
                    <a:pt x="1654081" y="4734565"/>
                  </a:lnTo>
                  <a:lnTo>
                    <a:pt x="1654081" y="4729654"/>
                  </a:lnTo>
                  <a:lnTo>
                    <a:pt x="1654207" y="4729654"/>
                  </a:lnTo>
                  <a:lnTo>
                    <a:pt x="1654333" y="4729654"/>
                  </a:lnTo>
                  <a:lnTo>
                    <a:pt x="1654460" y="4729654"/>
                  </a:lnTo>
                  <a:lnTo>
                    <a:pt x="1654586" y="4729654"/>
                  </a:lnTo>
                  <a:lnTo>
                    <a:pt x="1654712" y="4729654"/>
                  </a:lnTo>
                  <a:lnTo>
                    <a:pt x="1654839" y="4729654"/>
                  </a:lnTo>
                  <a:lnTo>
                    <a:pt x="1655217" y="4729654"/>
                  </a:lnTo>
                  <a:lnTo>
                    <a:pt x="1655344" y="4729654"/>
                  </a:lnTo>
                  <a:lnTo>
                    <a:pt x="1655470" y="4729654"/>
                  </a:lnTo>
                  <a:lnTo>
                    <a:pt x="1655722" y="4729654"/>
                  </a:lnTo>
                  <a:lnTo>
                    <a:pt x="1655849" y="4729654"/>
                  </a:lnTo>
                  <a:lnTo>
                    <a:pt x="1656101" y="4729654"/>
                  </a:lnTo>
                  <a:lnTo>
                    <a:pt x="1656227" y="4729654"/>
                  </a:lnTo>
                  <a:lnTo>
                    <a:pt x="1656354" y="4729654"/>
                  </a:lnTo>
                  <a:lnTo>
                    <a:pt x="1656480" y="4729654"/>
                  </a:lnTo>
                  <a:lnTo>
                    <a:pt x="1656606" y="4729654"/>
                  </a:lnTo>
                  <a:lnTo>
                    <a:pt x="1656732" y="4729654"/>
                  </a:lnTo>
                  <a:lnTo>
                    <a:pt x="1656859" y="4729654"/>
                  </a:lnTo>
                  <a:lnTo>
                    <a:pt x="1657995" y="4729654"/>
                  </a:lnTo>
                  <a:lnTo>
                    <a:pt x="1658121" y="4729654"/>
                  </a:lnTo>
                  <a:lnTo>
                    <a:pt x="1658500" y="4729654"/>
                  </a:lnTo>
                  <a:lnTo>
                    <a:pt x="1658626" y="4729654"/>
                  </a:lnTo>
                  <a:lnTo>
                    <a:pt x="1658752" y="4729654"/>
                  </a:lnTo>
                  <a:lnTo>
                    <a:pt x="1658879" y="4729654"/>
                  </a:lnTo>
                  <a:lnTo>
                    <a:pt x="1659005" y="4729654"/>
                  </a:lnTo>
                  <a:lnTo>
                    <a:pt x="1659131" y="4729654"/>
                  </a:lnTo>
                  <a:lnTo>
                    <a:pt x="1660015" y="4729654"/>
                  </a:lnTo>
                  <a:lnTo>
                    <a:pt x="1660268" y="4729654"/>
                  </a:lnTo>
                  <a:lnTo>
                    <a:pt x="1660394" y="4729654"/>
                  </a:lnTo>
                  <a:lnTo>
                    <a:pt x="1660646" y="4729654"/>
                  </a:lnTo>
                  <a:lnTo>
                    <a:pt x="1660646" y="4724742"/>
                  </a:lnTo>
                  <a:lnTo>
                    <a:pt x="1660773" y="4724742"/>
                  </a:lnTo>
                  <a:lnTo>
                    <a:pt x="1661404" y="4724742"/>
                  </a:lnTo>
                  <a:lnTo>
                    <a:pt x="1661530" y="4724742"/>
                  </a:lnTo>
                  <a:lnTo>
                    <a:pt x="1661783" y="4724742"/>
                  </a:lnTo>
                  <a:lnTo>
                    <a:pt x="1662161" y="4719831"/>
                  </a:lnTo>
                  <a:lnTo>
                    <a:pt x="1662540" y="4719831"/>
                  </a:lnTo>
                  <a:lnTo>
                    <a:pt x="1662793" y="4719831"/>
                  </a:lnTo>
                  <a:lnTo>
                    <a:pt x="1662919" y="4719831"/>
                  </a:lnTo>
                  <a:lnTo>
                    <a:pt x="1663298" y="4719831"/>
                  </a:lnTo>
                  <a:lnTo>
                    <a:pt x="1663424" y="4719831"/>
                  </a:lnTo>
                  <a:lnTo>
                    <a:pt x="1663550" y="4719831"/>
                  </a:lnTo>
                  <a:lnTo>
                    <a:pt x="1663676" y="4719831"/>
                  </a:lnTo>
                  <a:lnTo>
                    <a:pt x="1663803" y="4719831"/>
                  </a:lnTo>
                  <a:lnTo>
                    <a:pt x="1663929" y="4719831"/>
                  </a:lnTo>
                  <a:lnTo>
                    <a:pt x="1664055" y="4719831"/>
                  </a:lnTo>
                  <a:lnTo>
                    <a:pt x="1664434" y="4719831"/>
                  </a:lnTo>
                  <a:lnTo>
                    <a:pt x="1664560" y="4719831"/>
                  </a:lnTo>
                  <a:lnTo>
                    <a:pt x="1664686" y="4719831"/>
                  </a:lnTo>
                  <a:lnTo>
                    <a:pt x="1664939" y="4719831"/>
                  </a:lnTo>
                  <a:lnTo>
                    <a:pt x="1665318" y="4719831"/>
                  </a:lnTo>
                  <a:lnTo>
                    <a:pt x="1665570" y="4719831"/>
                  </a:lnTo>
                  <a:lnTo>
                    <a:pt x="1665823" y="4719831"/>
                  </a:lnTo>
                  <a:lnTo>
                    <a:pt x="1665949" y="4719831"/>
                  </a:lnTo>
                  <a:lnTo>
                    <a:pt x="1666328" y="4719831"/>
                  </a:lnTo>
                  <a:lnTo>
                    <a:pt x="1666454" y="4719831"/>
                  </a:lnTo>
                  <a:lnTo>
                    <a:pt x="1666580" y="4719831"/>
                  </a:lnTo>
                  <a:lnTo>
                    <a:pt x="1666833" y="4714919"/>
                  </a:lnTo>
                  <a:lnTo>
                    <a:pt x="1667212" y="4714919"/>
                  </a:lnTo>
                  <a:lnTo>
                    <a:pt x="1667338" y="4714919"/>
                  </a:lnTo>
                  <a:lnTo>
                    <a:pt x="1667464" y="4714919"/>
                  </a:lnTo>
                  <a:lnTo>
                    <a:pt x="1667590" y="4714919"/>
                  </a:lnTo>
                  <a:lnTo>
                    <a:pt x="1667969" y="4714919"/>
                  </a:lnTo>
                  <a:lnTo>
                    <a:pt x="1668095" y="4714919"/>
                  </a:lnTo>
                  <a:lnTo>
                    <a:pt x="1668474" y="4714919"/>
                  </a:lnTo>
                  <a:lnTo>
                    <a:pt x="1668727" y="4714919"/>
                  </a:lnTo>
                  <a:lnTo>
                    <a:pt x="1668853" y="4714919"/>
                  </a:lnTo>
                  <a:lnTo>
                    <a:pt x="1668979" y="4714919"/>
                  </a:lnTo>
                  <a:lnTo>
                    <a:pt x="1669484" y="4714919"/>
                  </a:lnTo>
                  <a:lnTo>
                    <a:pt x="1669610" y="4714919"/>
                  </a:lnTo>
                  <a:lnTo>
                    <a:pt x="1669737" y="4714919"/>
                  </a:lnTo>
                  <a:lnTo>
                    <a:pt x="1669989" y="4714919"/>
                  </a:lnTo>
                  <a:lnTo>
                    <a:pt x="1670116" y="4714919"/>
                  </a:lnTo>
                  <a:lnTo>
                    <a:pt x="1670999" y="4714919"/>
                  </a:lnTo>
                  <a:lnTo>
                    <a:pt x="1671126" y="4714919"/>
                  </a:lnTo>
                  <a:lnTo>
                    <a:pt x="1671252" y="4714919"/>
                  </a:lnTo>
                  <a:lnTo>
                    <a:pt x="1671378" y="4714919"/>
                  </a:lnTo>
                  <a:lnTo>
                    <a:pt x="1671631" y="4714919"/>
                  </a:lnTo>
                  <a:lnTo>
                    <a:pt x="1671757" y="4714919"/>
                  </a:lnTo>
                  <a:lnTo>
                    <a:pt x="1672136" y="4714919"/>
                  </a:lnTo>
                  <a:lnTo>
                    <a:pt x="1672262" y="4714919"/>
                  </a:lnTo>
                  <a:lnTo>
                    <a:pt x="1672388" y="4714919"/>
                  </a:lnTo>
                  <a:lnTo>
                    <a:pt x="1672514" y="4714919"/>
                  </a:lnTo>
                  <a:lnTo>
                    <a:pt x="1672767" y="4714919"/>
                  </a:lnTo>
                  <a:lnTo>
                    <a:pt x="1672893" y="4714919"/>
                  </a:lnTo>
                  <a:lnTo>
                    <a:pt x="1673146" y="4714919"/>
                  </a:lnTo>
                  <a:lnTo>
                    <a:pt x="1673272" y="4714919"/>
                  </a:lnTo>
                  <a:lnTo>
                    <a:pt x="1673651" y="4714919"/>
                  </a:lnTo>
                  <a:lnTo>
                    <a:pt x="1673777" y="4714919"/>
                  </a:lnTo>
                  <a:lnTo>
                    <a:pt x="1673903" y="4714919"/>
                  </a:lnTo>
                  <a:lnTo>
                    <a:pt x="1674029" y="4714919"/>
                  </a:lnTo>
                  <a:lnTo>
                    <a:pt x="1674156" y="4714919"/>
                  </a:lnTo>
                  <a:lnTo>
                    <a:pt x="1674282" y="4714919"/>
                  </a:lnTo>
                  <a:lnTo>
                    <a:pt x="1674661" y="4714919"/>
                  </a:lnTo>
                  <a:lnTo>
                    <a:pt x="1674787" y="4714919"/>
                  </a:lnTo>
                  <a:lnTo>
                    <a:pt x="1674913" y="4714919"/>
                  </a:lnTo>
                  <a:lnTo>
                    <a:pt x="1675292" y="4714919"/>
                  </a:lnTo>
                  <a:lnTo>
                    <a:pt x="1675418" y="4714919"/>
                  </a:lnTo>
                  <a:lnTo>
                    <a:pt x="1675545" y="4714919"/>
                  </a:lnTo>
                  <a:lnTo>
                    <a:pt x="1675671" y="4714919"/>
                  </a:lnTo>
                  <a:lnTo>
                    <a:pt x="1675797" y="4714919"/>
                  </a:lnTo>
                  <a:lnTo>
                    <a:pt x="1676302" y="4714919"/>
                  </a:lnTo>
                  <a:lnTo>
                    <a:pt x="1676555" y="4714919"/>
                  </a:lnTo>
                  <a:lnTo>
                    <a:pt x="1676681" y="4714919"/>
                  </a:lnTo>
                  <a:lnTo>
                    <a:pt x="1677060" y="4714919"/>
                  </a:lnTo>
                  <a:lnTo>
                    <a:pt x="1677186" y="4714919"/>
                  </a:lnTo>
                  <a:lnTo>
                    <a:pt x="1677438" y="4714919"/>
                  </a:lnTo>
                  <a:lnTo>
                    <a:pt x="1677817" y="4714919"/>
                  </a:lnTo>
                  <a:lnTo>
                    <a:pt x="1678070" y="4714919"/>
                  </a:lnTo>
                  <a:lnTo>
                    <a:pt x="1678196" y="4714919"/>
                  </a:lnTo>
                  <a:lnTo>
                    <a:pt x="1678448" y="4714919"/>
                  </a:lnTo>
                  <a:lnTo>
                    <a:pt x="1678827" y="4714919"/>
                  </a:lnTo>
                  <a:lnTo>
                    <a:pt x="1679080" y="4714919"/>
                  </a:lnTo>
                  <a:lnTo>
                    <a:pt x="1679206" y="4714919"/>
                  </a:lnTo>
                  <a:lnTo>
                    <a:pt x="1679332" y="4714919"/>
                  </a:lnTo>
                  <a:lnTo>
                    <a:pt x="1679711" y="4714919"/>
                  </a:lnTo>
                  <a:lnTo>
                    <a:pt x="1679837" y="4714919"/>
                  </a:lnTo>
                  <a:lnTo>
                    <a:pt x="1680342" y="4714919"/>
                  </a:lnTo>
                  <a:lnTo>
                    <a:pt x="1680469" y="4710008"/>
                  </a:lnTo>
                  <a:lnTo>
                    <a:pt x="1680595" y="4710008"/>
                  </a:lnTo>
                  <a:lnTo>
                    <a:pt x="1680721" y="4710008"/>
                  </a:lnTo>
                  <a:lnTo>
                    <a:pt x="1680847" y="4710008"/>
                  </a:lnTo>
                  <a:lnTo>
                    <a:pt x="1681352" y="4710008"/>
                  </a:lnTo>
                  <a:lnTo>
                    <a:pt x="1681857" y="4710008"/>
                  </a:lnTo>
                  <a:lnTo>
                    <a:pt x="1681857" y="4705097"/>
                  </a:lnTo>
                  <a:lnTo>
                    <a:pt x="1682110" y="4705097"/>
                  </a:lnTo>
                  <a:lnTo>
                    <a:pt x="1682362" y="4700185"/>
                  </a:lnTo>
                  <a:lnTo>
                    <a:pt x="1682489" y="4700185"/>
                  </a:lnTo>
                  <a:lnTo>
                    <a:pt x="1682994" y="4700185"/>
                  </a:lnTo>
                  <a:lnTo>
                    <a:pt x="1683120" y="4700185"/>
                  </a:lnTo>
                  <a:lnTo>
                    <a:pt x="1683246" y="4700185"/>
                  </a:lnTo>
                  <a:lnTo>
                    <a:pt x="1683372" y="4700185"/>
                  </a:lnTo>
                  <a:lnTo>
                    <a:pt x="1683499" y="4700185"/>
                  </a:lnTo>
                  <a:lnTo>
                    <a:pt x="1683751" y="4700185"/>
                  </a:lnTo>
                  <a:lnTo>
                    <a:pt x="1684130" y="4700185"/>
                  </a:lnTo>
                  <a:lnTo>
                    <a:pt x="1684256" y="4700185"/>
                  </a:lnTo>
                  <a:lnTo>
                    <a:pt x="1684382" y="4700185"/>
                  </a:lnTo>
                  <a:lnTo>
                    <a:pt x="1684509" y="4700185"/>
                  </a:lnTo>
                  <a:lnTo>
                    <a:pt x="1684635" y="4700185"/>
                  </a:lnTo>
                  <a:lnTo>
                    <a:pt x="1684887" y="4700185"/>
                  </a:lnTo>
                  <a:lnTo>
                    <a:pt x="1685014" y="4700185"/>
                  </a:lnTo>
                  <a:lnTo>
                    <a:pt x="1685519" y="4700185"/>
                  </a:lnTo>
                  <a:lnTo>
                    <a:pt x="1685771" y="4700185"/>
                  </a:lnTo>
                  <a:lnTo>
                    <a:pt x="1686150" y="4700185"/>
                  </a:lnTo>
                  <a:lnTo>
                    <a:pt x="1686276" y="4700185"/>
                  </a:lnTo>
                  <a:lnTo>
                    <a:pt x="1686529" y="4700185"/>
                  </a:lnTo>
                  <a:lnTo>
                    <a:pt x="1686781" y="4700185"/>
                  </a:lnTo>
                  <a:lnTo>
                    <a:pt x="1686908" y="4700185"/>
                  </a:lnTo>
                  <a:lnTo>
                    <a:pt x="1687160" y="4700185"/>
                  </a:lnTo>
                  <a:lnTo>
                    <a:pt x="1687413" y="4700185"/>
                  </a:lnTo>
                  <a:lnTo>
                    <a:pt x="1687413" y="4695274"/>
                  </a:lnTo>
                  <a:lnTo>
                    <a:pt x="1687665" y="4695274"/>
                  </a:lnTo>
                  <a:lnTo>
                    <a:pt x="1687918" y="4695274"/>
                  </a:lnTo>
                  <a:lnTo>
                    <a:pt x="1688044" y="4695274"/>
                  </a:lnTo>
                  <a:lnTo>
                    <a:pt x="1688170" y="4695274"/>
                  </a:lnTo>
                  <a:lnTo>
                    <a:pt x="1688296" y="4695274"/>
                  </a:lnTo>
                  <a:lnTo>
                    <a:pt x="1688423" y="4695274"/>
                  </a:lnTo>
                  <a:lnTo>
                    <a:pt x="1688549" y="4695274"/>
                  </a:lnTo>
                  <a:lnTo>
                    <a:pt x="1689306" y="4695274"/>
                  </a:lnTo>
                  <a:lnTo>
                    <a:pt x="1689433" y="4695274"/>
                  </a:lnTo>
                  <a:lnTo>
                    <a:pt x="1689559" y="4695274"/>
                  </a:lnTo>
                  <a:lnTo>
                    <a:pt x="1689685" y="4695274"/>
                  </a:lnTo>
                  <a:lnTo>
                    <a:pt x="1689811" y="4695274"/>
                  </a:lnTo>
                  <a:lnTo>
                    <a:pt x="1689938" y="4695274"/>
                  </a:lnTo>
                  <a:lnTo>
                    <a:pt x="1690064" y="4695274"/>
                  </a:lnTo>
                  <a:lnTo>
                    <a:pt x="1690190" y="4695274"/>
                  </a:lnTo>
                  <a:lnTo>
                    <a:pt x="1690316" y="4695274"/>
                  </a:lnTo>
                  <a:lnTo>
                    <a:pt x="1690443" y="4695274"/>
                  </a:lnTo>
                  <a:lnTo>
                    <a:pt x="1690695" y="4695274"/>
                  </a:lnTo>
                  <a:lnTo>
                    <a:pt x="1690948" y="4695274"/>
                  </a:lnTo>
                  <a:lnTo>
                    <a:pt x="1691074" y="4695274"/>
                  </a:lnTo>
                  <a:lnTo>
                    <a:pt x="1691200" y="4695274"/>
                  </a:lnTo>
                  <a:lnTo>
                    <a:pt x="1691327" y="4695274"/>
                  </a:lnTo>
                  <a:lnTo>
                    <a:pt x="1691832" y="4690363"/>
                  </a:lnTo>
                  <a:lnTo>
                    <a:pt x="1692210" y="4690363"/>
                  </a:lnTo>
                  <a:lnTo>
                    <a:pt x="1692589" y="4690363"/>
                  </a:lnTo>
                  <a:lnTo>
                    <a:pt x="1692968" y="4690363"/>
                  </a:lnTo>
                  <a:lnTo>
                    <a:pt x="1693094" y="4690363"/>
                  </a:lnTo>
                  <a:lnTo>
                    <a:pt x="1693220" y="4690363"/>
                  </a:lnTo>
                  <a:lnTo>
                    <a:pt x="1693473" y="4690363"/>
                  </a:lnTo>
                  <a:lnTo>
                    <a:pt x="1693599" y="4690363"/>
                  </a:lnTo>
                  <a:lnTo>
                    <a:pt x="1693725" y="4690363"/>
                  </a:lnTo>
                  <a:lnTo>
                    <a:pt x="1693852" y="4690363"/>
                  </a:lnTo>
                  <a:lnTo>
                    <a:pt x="1694230" y="4690363"/>
                  </a:lnTo>
                  <a:lnTo>
                    <a:pt x="1694357" y="4690363"/>
                  </a:lnTo>
                  <a:lnTo>
                    <a:pt x="1694862" y="4690363"/>
                  </a:lnTo>
                  <a:lnTo>
                    <a:pt x="1695240" y="4690363"/>
                  </a:lnTo>
                  <a:lnTo>
                    <a:pt x="1695367" y="4690363"/>
                  </a:lnTo>
                  <a:lnTo>
                    <a:pt x="1695493" y="4685451"/>
                  </a:lnTo>
                  <a:lnTo>
                    <a:pt x="1695619" y="4685451"/>
                  </a:lnTo>
                  <a:lnTo>
                    <a:pt x="1695872" y="4685451"/>
                  </a:lnTo>
                  <a:lnTo>
                    <a:pt x="1696124" y="4685451"/>
                  </a:lnTo>
                  <a:lnTo>
                    <a:pt x="1696251" y="4685451"/>
                  </a:lnTo>
                  <a:lnTo>
                    <a:pt x="1696503" y="4685451"/>
                  </a:lnTo>
                  <a:lnTo>
                    <a:pt x="1697008" y="4685451"/>
                  </a:lnTo>
                  <a:lnTo>
                    <a:pt x="1697008" y="4680540"/>
                  </a:lnTo>
                  <a:lnTo>
                    <a:pt x="1697261" y="4680540"/>
                  </a:lnTo>
                  <a:lnTo>
                    <a:pt x="1697387" y="4680540"/>
                  </a:lnTo>
                  <a:lnTo>
                    <a:pt x="1697639" y="4680540"/>
                  </a:lnTo>
                  <a:lnTo>
                    <a:pt x="1697766" y="4680540"/>
                  </a:lnTo>
                  <a:lnTo>
                    <a:pt x="1697892" y="4680540"/>
                  </a:lnTo>
                  <a:lnTo>
                    <a:pt x="1698271" y="4680540"/>
                  </a:lnTo>
                  <a:lnTo>
                    <a:pt x="1698397" y="4680540"/>
                  </a:lnTo>
                  <a:lnTo>
                    <a:pt x="1698523" y="4680540"/>
                  </a:lnTo>
                  <a:lnTo>
                    <a:pt x="1698902" y="4680540"/>
                  </a:lnTo>
                  <a:lnTo>
                    <a:pt x="1699028" y="4680540"/>
                  </a:lnTo>
                  <a:lnTo>
                    <a:pt x="1699154" y="4680540"/>
                  </a:lnTo>
                  <a:lnTo>
                    <a:pt x="1699281" y="4680540"/>
                  </a:lnTo>
                  <a:lnTo>
                    <a:pt x="1699281" y="4675628"/>
                  </a:lnTo>
                  <a:lnTo>
                    <a:pt x="1699533" y="4675628"/>
                  </a:lnTo>
                  <a:lnTo>
                    <a:pt x="1699659" y="4675628"/>
                  </a:lnTo>
                  <a:lnTo>
                    <a:pt x="1699786" y="4675628"/>
                  </a:lnTo>
                  <a:lnTo>
                    <a:pt x="1699912" y="4675628"/>
                  </a:lnTo>
                  <a:lnTo>
                    <a:pt x="1700291" y="4675628"/>
                  </a:lnTo>
                  <a:lnTo>
                    <a:pt x="1700417" y="4675628"/>
                  </a:lnTo>
                  <a:lnTo>
                    <a:pt x="1700543" y="4675628"/>
                  </a:lnTo>
                  <a:lnTo>
                    <a:pt x="1700669" y="4675628"/>
                  </a:lnTo>
                  <a:lnTo>
                    <a:pt x="1700796" y="4675628"/>
                  </a:lnTo>
                  <a:lnTo>
                    <a:pt x="1700922" y="4675628"/>
                  </a:lnTo>
                  <a:lnTo>
                    <a:pt x="1701048" y="4675628"/>
                  </a:lnTo>
                  <a:lnTo>
                    <a:pt x="1701427" y="4675628"/>
                  </a:lnTo>
                  <a:lnTo>
                    <a:pt x="1701553" y="4675628"/>
                  </a:lnTo>
                  <a:lnTo>
                    <a:pt x="1701680" y="4675628"/>
                  </a:lnTo>
                  <a:lnTo>
                    <a:pt x="1701806" y="4675628"/>
                  </a:lnTo>
                  <a:lnTo>
                    <a:pt x="1702058" y="4675628"/>
                  </a:lnTo>
                  <a:lnTo>
                    <a:pt x="1702311" y="4675628"/>
                  </a:lnTo>
                  <a:lnTo>
                    <a:pt x="1702563" y="4675628"/>
                  </a:lnTo>
                  <a:lnTo>
                    <a:pt x="1702690" y="4675628"/>
                  </a:lnTo>
                  <a:lnTo>
                    <a:pt x="1702942" y="4675628"/>
                  </a:lnTo>
                  <a:lnTo>
                    <a:pt x="1703321" y="4675628"/>
                  </a:lnTo>
                  <a:lnTo>
                    <a:pt x="1703952" y="4675628"/>
                  </a:lnTo>
                  <a:lnTo>
                    <a:pt x="1704205" y="4675628"/>
                  </a:lnTo>
                  <a:lnTo>
                    <a:pt x="1704331" y="4675628"/>
                  </a:lnTo>
                  <a:lnTo>
                    <a:pt x="1704583" y="4675628"/>
                  </a:lnTo>
                  <a:lnTo>
                    <a:pt x="1704710" y="4675628"/>
                  </a:lnTo>
                  <a:lnTo>
                    <a:pt x="1705215" y="4675628"/>
                  </a:lnTo>
                  <a:lnTo>
                    <a:pt x="1705341" y="4675628"/>
                  </a:lnTo>
                  <a:lnTo>
                    <a:pt x="1705467" y="4675628"/>
                  </a:lnTo>
                  <a:lnTo>
                    <a:pt x="1705593" y="4675628"/>
                  </a:lnTo>
                  <a:lnTo>
                    <a:pt x="1705846" y="4675628"/>
                  </a:lnTo>
                  <a:lnTo>
                    <a:pt x="1706098" y="4675628"/>
                  </a:lnTo>
                  <a:lnTo>
                    <a:pt x="1706225" y="4675628"/>
                  </a:lnTo>
                  <a:lnTo>
                    <a:pt x="1706351" y="4675628"/>
                  </a:lnTo>
                  <a:lnTo>
                    <a:pt x="1706477" y="4675628"/>
                  </a:lnTo>
                  <a:lnTo>
                    <a:pt x="1706730" y="4675628"/>
                  </a:lnTo>
                  <a:lnTo>
                    <a:pt x="1706856" y="4675628"/>
                  </a:lnTo>
                  <a:lnTo>
                    <a:pt x="1706982" y="4675628"/>
                  </a:lnTo>
                  <a:lnTo>
                    <a:pt x="1707109" y="4675628"/>
                  </a:lnTo>
                  <a:lnTo>
                    <a:pt x="1707487" y="4675628"/>
                  </a:lnTo>
                  <a:lnTo>
                    <a:pt x="1707614" y="4675628"/>
                  </a:lnTo>
                  <a:lnTo>
                    <a:pt x="1707740" y="4675628"/>
                  </a:lnTo>
                  <a:lnTo>
                    <a:pt x="1707992" y="4675628"/>
                  </a:lnTo>
                  <a:lnTo>
                    <a:pt x="1708245" y="4675628"/>
                  </a:lnTo>
                  <a:lnTo>
                    <a:pt x="1708371" y="4675628"/>
                  </a:lnTo>
                  <a:lnTo>
                    <a:pt x="1708497" y="4675628"/>
                  </a:lnTo>
                  <a:lnTo>
                    <a:pt x="1708624" y="4675628"/>
                  </a:lnTo>
                  <a:lnTo>
                    <a:pt x="1708876" y="4675628"/>
                  </a:lnTo>
                  <a:lnTo>
                    <a:pt x="1709002" y="4675628"/>
                  </a:lnTo>
                  <a:lnTo>
                    <a:pt x="1709255" y="4675628"/>
                  </a:lnTo>
                  <a:lnTo>
                    <a:pt x="1709507" y="4675628"/>
                  </a:lnTo>
                  <a:lnTo>
                    <a:pt x="1709634" y="4675628"/>
                  </a:lnTo>
                  <a:lnTo>
                    <a:pt x="1709886" y="4675628"/>
                  </a:lnTo>
                  <a:lnTo>
                    <a:pt x="1710391" y="4670717"/>
                  </a:lnTo>
                  <a:lnTo>
                    <a:pt x="1710517" y="4670717"/>
                  </a:lnTo>
                  <a:lnTo>
                    <a:pt x="1710644" y="4670717"/>
                  </a:lnTo>
                  <a:lnTo>
                    <a:pt x="1710770" y="4670717"/>
                  </a:lnTo>
                  <a:lnTo>
                    <a:pt x="1710896" y="4665806"/>
                  </a:lnTo>
                  <a:lnTo>
                    <a:pt x="1711022" y="4665806"/>
                  </a:lnTo>
                  <a:lnTo>
                    <a:pt x="1711149" y="4665806"/>
                  </a:lnTo>
                  <a:lnTo>
                    <a:pt x="1711275" y="4665806"/>
                  </a:lnTo>
                  <a:lnTo>
                    <a:pt x="1711401" y="4665806"/>
                  </a:lnTo>
                  <a:lnTo>
                    <a:pt x="1711906" y="4665806"/>
                  </a:lnTo>
                  <a:lnTo>
                    <a:pt x="1712033" y="4665806"/>
                  </a:lnTo>
                  <a:lnTo>
                    <a:pt x="1712159" y="4665806"/>
                  </a:lnTo>
                  <a:lnTo>
                    <a:pt x="1712411" y="4665806"/>
                  </a:lnTo>
                  <a:lnTo>
                    <a:pt x="1712664" y="4665806"/>
                  </a:lnTo>
                  <a:lnTo>
                    <a:pt x="1712790" y="4665806"/>
                  </a:lnTo>
                  <a:lnTo>
                    <a:pt x="1712916" y="4665806"/>
                  </a:lnTo>
                  <a:lnTo>
                    <a:pt x="1713295" y="4665806"/>
                  </a:lnTo>
                  <a:lnTo>
                    <a:pt x="1713421" y="4665806"/>
                  </a:lnTo>
                  <a:lnTo>
                    <a:pt x="1713548" y="4665806"/>
                  </a:lnTo>
                  <a:lnTo>
                    <a:pt x="1713674" y="4665806"/>
                  </a:lnTo>
                  <a:lnTo>
                    <a:pt x="1713800" y="4665806"/>
                  </a:lnTo>
                  <a:lnTo>
                    <a:pt x="1714053" y="4665806"/>
                  </a:lnTo>
                  <a:lnTo>
                    <a:pt x="1714558" y="4665806"/>
                  </a:lnTo>
                  <a:lnTo>
                    <a:pt x="1714684" y="4665806"/>
                  </a:lnTo>
                  <a:lnTo>
                    <a:pt x="1714810" y="4665806"/>
                  </a:lnTo>
                  <a:lnTo>
                    <a:pt x="1715315" y="4665806"/>
                  </a:lnTo>
                  <a:lnTo>
                    <a:pt x="1715441" y="4665806"/>
                  </a:lnTo>
                  <a:lnTo>
                    <a:pt x="1715568" y="4665806"/>
                  </a:lnTo>
                  <a:lnTo>
                    <a:pt x="1715820" y="4665806"/>
                  </a:lnTo>
                  <a:lnTo>
                    <a:pt x="1715946" y="4665806"/>
                  </a:lnTo>
                  <a:lnTo>
                    <a:pt x="1716073" y="4665806"/>
                  </a:lnTo>
                  <a:lnTo>
                    <a:pt x="1716199" y="4665806"/>
                  </a:lnTo>
                  <a:lnTo>
                    <a:pt x="1716325" y="4665806"/>
                  </a:lnTo>
                  <a:lnTo>
                    <a:pt x="1716451" y="4665806"/>
                  </a:lnTo>
                  <a:lnTo>
                    <a:pt x="1716578" y="4665806"/>
                  </a:lnTo>
                  <a:lnTo>
                    <a:pt x="1716957" y="4665806"/>
                  </a:lnTo>
                  <a:lnTo>
                    <a:pt x="1717083" y="4665806"/>
                  </a:lnTo>
                  <a:lnTo>
                    <a:pt x="1717209" y="4665806"/>
                  </a:lnTo>
                  <a:lnTo>
                    <a:pt x="1717335" y="4665806"/>
                  </a:lnTo>
                  <a:lnTo>
                    <a:pt x="1717462" y="4665806"/>
                  </a:lnTo>
                  <a:lnTo>
                    <a:pt x="1717714" y="4665806"/>
                  </a:lnTo>
                  <a:lnTo>
                    <a:pt x="1717840" y="4665806"/>
                  </a:lnTo>
                  <a:lnTo>
                    <a:pt x="1718093" y="4665806"/>
                  </a:lnTo>
                  <a:lnTo>
                    <a:pt x="1718219" y="4665806"/>
                  </a:lnTo>
                  <a:lnTo>
                    <a:pt x="1718345" y="4665806"/>
                  </a:lnTo>
                  <a:lnTo>
                    <a:pt x="1718472" y="4660894"/>
                  </a:lnTo>
                  <a:lnTo>
                    <a:pt x="1718850" y="4660894"/>
                  </a:lnTo>
                  <a:lnTo>
                    <a:pt x="1718977" y="4660894"/>
                  </a:lnTo>
                  <a:lnTo>
                    <a:pt x="1719103" y="4660894"/>
                  </a:lnTo>
                  <a:lnTo>
                    <a:pt x="1719229" y="4660894"/>
                  </a:lnTo>
                  <a:lnTo>
                    <a:pt x="1719608" y="4660894"/>
                  </a:lnTo>
                  <a:lnTo>
                    <a:pt x="1719734" y="4660894"/>
                  </a:lnTo>
                  <a:lnTo>
                    <a:pt x="1719860" y="4660894"/>
                  </a:lnTo>
                  <a:lnTo>
                    <a:pt x="1719987" y="4660894"/>
                  </a:lnTo>
                  <a:lnTo>
                    <a:pt x="1720113" y="4660894"/>
                  </a:lnTo>
                  <a:lnTo>
                    <a:pt x="1720239" y="4660894"/>
                  </a:lnTo>
                  <a:lnTo>
                    <a:pt x="1720365" y="4660894"/>
                  </a:lnTo>
                  <a:lnTo>
                    <a:pt x="1720870" y="4660894"/>
                  </a:lnTo>
                  <a:lnTo>
                    <a:pt x="1720997" y="4660894"/>
                  </a:lnTo>
                  <a:lnTo>
                    <a:pt x="1721123" y="4660894"/>
                  </a:lnTo>
                  <a:lnTo>
                    <a:pt x="1721249" y="4660894"/>
                  </a:lnTo>
                  <a:lnTo>
                    <a:pt x="1721502" y="4660894"/>
                  </a:lnTo>
                  <a:lnTo>
                    <a:pt x="1721628" y="4660894"/>
                  </a:lnTo>
                  <a:lnTo>
                    <a:pt x="1721881" y="4660894"/>
                  </a:lnTo>
                  <a:lnTo>
                    <a:pt x="1722007" y="4660894"/>
                  </a:lnTo>
                  <a:lnTo>
                    <a:pt x="1722386" y="4660894"/>
                  </a:lnTo>
                  <a:lnTo>
                    <a:pt x="1722638" y="4660894"/>
                  </a:lnTo>
                  <a:lnTo>
                    <a:pt x="1723143" y="4660894"/>
                  </a:lnTo>
                  <a:lnTo>
                    <a:pt x="1723648" y="4660894"/>
                  </a:lnTo>
                  <a:lnTo>
                    <a:pt x="1723901" y="4660894"/>
                  </a:lnTo>
                  <a:lnTo>
                    <a:pt x="1724153" y="4660894"/>
                  </a:lnTo>
                  <a:lnTo>
                    <a:pt x="1724658" y="4660894"/>
                  </a:lnTo>
                  <a:lnTo>
                    <a:pt x="1724784" y="4660894"/>
                  </a:lnTo>
                  <a:lnTo>
                    <a:pt x="1725037" y="4660894"/>
                  </a:lnTo>
                  <a:lnTo>
                    <a:pt x="1725163" y="4660894"/>
                  </a:lnTo>
                  <a:lnTo>
                    <a:pt x="1725668" y="4660894"/>
                  </a:lnTo>
                  <a:lnTo>
                    <a:pt x="1725921" y="4660894"/>
                  </a:lnTo>
                  <a:lnTo>
                    <a:pt x="1726173" y="4655983"/>
                  </a:lnTo>
                  <a:lnTo>
                    <a:pt x="1726426" y="4655983"/>
                  </a:lnTo>
                  <a:lnTo>
                    <a:pt x="1726552" y="4655983"/>
                  </a:lnTo>
                  <a:lnTo>
                    <a:pt x="1726678" y="4655983"/>
                  </a:lnTo>
                  <a:lnTo>
                    <a:pt x="1726931" y="4655983"/>
                  </a:lnTo>
                  <a:lnTo>
                    <a:pt x="1727183" y="4655983"/>
                  </a:lnTo>
                  <a:lnTo>
                    <a:pt x="1727436" y="4655983"/>
                  </a:lnTo>
                  <a:lnTo>
                    <a:pt x="1728320" y="4655983"/>
                  </a:lnTo>
                  <a:lnTo>
                    <a:pt x="1728446" y="4655983"/>
                  </a:lnTo>
                  <a:lnTo>
                    <a:pt x="1728825" y="4655983"/>
                  </a:lnTo>
                  <a:lnTo>
                    <a:pt x="1728951" y="4655983"/>
                  </a:lnTo>
                  <a:lnTo>
                    <a:pt x="1729077" y="4655983"/>
                  </a:lnTo>
                  <a:lnTo>
                    <a:pt x="1729203" y="4655983"/>
                  </a:lnTo>
                  <a:lnTo>
                    <a:pt x="1729330" y="4655983"/>
                  </a:lnTo>
                  <a:lnTo>
                    <a:pt x="1729456" y="4655983"/>
                  </a:lnTo>
                  <a:lnTo>
                    <a:pt x="1729582" y="4655983"/>
                  </a:lnTo>
                  <a:lnTo>
                    <a:pt x="1729835" y="4655983"/>
                  </a:lnTo>
                  <a:lnTo>
                    <a:pt x="1730213" y="4655983"/>
                  </a:lnTo>
                  <a:lnTo>
                    <a:pt x="1730466" y="4655983"/>
                  </a:lnTo>
                  <a:lnTo>
                    <a:pt x="1730592" y="4655983"/>
                  </a:lnTo>
                  <a:lnTo>
                    <a:pt x="1730845" y="4655983"/>
                  </a:lnTo>
                  <a:lnTo>
                    <a:pt x="1730971" y="4655983"/>
                  </a:lnTo>
                  <a:lnTo>
                    <a:pt x="1731350" y="4655983"/>
                  </a:lnTo>
                  <a:lnTo>
                    <a:pt x="1731476" y="4655983"/>
                  </a:lnTo>
                  <a:lnTo>
                    <a:pt x="1731602" y="4655983"/>
                  </a:lnTo>
                  <a:lnTo>
                    <a:pt x="1731855" y="4655983"/>
                  </a:lnTo>
                  <a:lnTo>
                    <a:pt x="1731981" y="4655983"/>
                  </a:lnTo>
                  <a:lnTo>
                    <a:pt x="1732486" y="4655983"/>
                  </a:lnTo>
                  <a:lnTo>
                    <a:pt x="1732612" y="4655983"/>
                  </a:lnTo>
                  <a:lnTo>
                    <a:pt x="1732739" y="4655983"/>
                  </a:lnTo>
                  <a:lnTo>
                    <a:pt x="1732865" y="4655983"/>
                  </a:lnTo>
                  <a:lnTo>
                    <a:pt x="1732991" y="4655983"/>
                  </a:lnTo>
                  <a:lnTo>
                    <a:pt x="1733244" y="4655983"/>
                  </a:lnTo>
                  <a:lnTo>
                    <a:pt x="1733370" y="4655983"/>
                  </a:lnTo>
                  <a:lnTo>
                    <a:pt x="1733496" y="4655983"/>
                  </a:lnTo>
                  <a:lnTo>
                    <a:pt x="1733622" y="4655983"/>
                  </a:lnTo>
                  <a:lnTo>
                    <a:pt x="1733749" y="4655983"/>
                  </a:lnTo>
                  <a:lnTo>
                    <a:pt x="1734127" y="4655983"/>
                  </a:lnTo>
                  <a:lnTo>
                    <a:pt x="1734254" y="4655983"/>
                  </a:lnTo>
                  <a:lnTo>
                    <a:pt x="1734506" y="4655983"/>
                  </a:lnTo>
                  <a:lnTo>
                    <a:pt x="1734632" y="4655983"/>
                  </a:lnTo>
                  <a:lnTo>
                    <a:pt x="1734759" y="4655983"/>
                  </a:lnTo>
                  <a:lnTo>
                    <a:pt x="1734885" y="4655983"/>
                  </a:lnTo>
                  <a:lnTo>
                    <a:pt x="1735011" y="4655983"/>
                  </a:lnTo>
                  <a:lnTo>
                    <a:pt x="1735264" y="4655983"/>
                  </a:lnTo>
                  <a:lnTo>
                    <a:pt x="1735895" y="4655983"/>
                  </a:lnTo>
                  <a:lnTo>
                    <a:pt x="1736274" y="4655983"/>
                  </a:lnTo>
                  <a:lnTo>
                    <a:pt x="1736526" y="4655983"/>
                  </a:lnTo>
                  <a:lnTo>
                    <a:pt x="1736652" y="4655983"/>
                  </a:lnTo>
                  <a:lnTo>
                    <a:pt x="1737031" y="4655983"/>
                  </a:lnTo>
                  <a:lnTo>
                    <a:pt x="1737158" y="4655983"/>
                  </a:lnTo>
                  <a:lnTo>
                    <a:pt x="1737284" y="4655983"/>
                  </a:lnTo>
                  <a:lnTo>
                    <a:pt x="1737663" y="4655983"/>
                  </a:lnTo>
                  <a:lnTo>
                    <a:pt x="1737789" y="4655983"/>
                  </a:lnTo>
                  <a:lnTo>
                    <a:pt x="1738041" y="4655983"/>
                  </a:lnTo>
                  <a:lnTo>
                    <a:pt x="1738420" y="4655983"/>
                  </a:lnTo>
                  <a:lnTo>
                    <a:pt x="1738673" y="4655983"/>
                  </a:lnTo>
                  <a:lnTo>
                    <a:pt x="1738925" y="4655983"/>
                  </a:lnTo>
                  <a:lnTo>
                    <a:pt x="1739051" y="4655983"/>
                  </a:lnTo>
                  <a:lnTo>
                    <a:pt x="1739178" y="4655983"/>
                  </a:lnTo>
                  <a:lnTo>
                    <a:pt x="1739304" y="4655983"/>
                  </a:lnTo>
                  <a:lnTo>
                    <a:pt x="1739683" y="4655983"/>
                  </a:lnTo>
                  <a:lnTo>
                    <a:pt x="1740314" y="4655983"/>
                  </a:lnTo>
                  <a:lnTo>
                    <a:pt x="1740440" y="4655983"/>
                  </a:lnTo>
                  <a:lnTo>
                    <a:pt x="1740693" y="4655983"/>
                  </a:lnTo>
                  <a:lnTo>
                    <a:pt x="1740819" y="4655983"/>
                  </a:lnTo>
                  <a:lnTo>
                    <a:pt x="1741071" y="4655983"/>
                  </a:lnTo>
                  <a:lnTo>
                    <a:pt x="1741198" y="4655983"/>
                  </a:lnTo>
                  <a:lnTo>
                    <a:pt x="1742081" y="4655983"/>
                  </a:lnTo>
                  <a:lnTo>
                    <a:pt x="1742334" y="4655983"/>
                  </a:lnTo>
                  <a:lnTo>
                    <a:pt x="1742460" y="4655983"/>
                  </a:lnTo>
                  <a:lnTo>
                    <a:pt x="1742587" y="4655983"/>
                  </a:lnTo>
                  <a:lnTo>
                    <a:pt x="1743218" y="4655983"/>
                  </a:lnTo>
                  <a:lnTo>
                    <a:pt x="1743344" y="4655983"/>
                  </a:lnTo>
                  <a:lnTo>
                    <a:pt x="1743723" y="4655983"/>
                  </a:lnTo>
                  <a:lnTo>
                    <a:pt x="1744102" y="4655983"/>
                  </a:lnTo>
                  <a:lnTo>
                    <a:pt x="1744228" y="4655983"/>
                  </a:lnTo>
                  <a:lnTo>
                    <a:pt x="1744354" y="4655983"/>
                  </a:lnTo>
                  <a:lnTo>
                    <a:pt x="1744859" y="4655983"/>
                  </a:lnTo>
                  <a:lnTo>
                    <a:pt x="1745112" y="4655983"/>
                  </a:lnTo>
                  <a:lnTo>
                    <a:pt x="1745364" y="4655983"/>
                  </a:lnTo>
                  <a:lnTo>
                    <a:pt x="1745490" y="4655983"/>
                  </a:lnTo>
                  <a:lnTo>
                    <a:pt x="1745995" y="4655983"/>
                  </a:lnTo>
                  <a:lnTo>
                    <a:pt x="1746122" y="4655983"/>
                  </a:lnTo>
                  <a:lnTo>
                    <a:pt x="1746248" y="4651072"/>
                  </a:lnTo>
                  <a:lnTo>
                    <a:pt x="1746374" y="4646160"/>
                  </a:lnTo>
                  <a:lnTo>
                    <a:pt x="1746879" y="4646160"/>
                  </a:lnTo>
                  <a:lnTo>
                    <a:pt x="1747005" y="4646160"/>
                  </a:lnTo>
                  <a:lnTo>
                    <a:pt x="1747132" y="4646160"/>
                  </a:lnTo>
                  <a:lnTo>
                    <a:pt x="1747384" y="4646160"/>
                  </a:lnTo>
                  <a:lnTo>
                    <a:pt x="1747511" y="4646160"/>
                  </a:lnTo>
                  <a:lnTo>
                    <a:pt x="1747637" y="4646160"/>
                  </a:lnTo>
                  <a:lnTo>
                    <a:pt x="1747889" y="4646160"/>
                  </a:lnTo>
                  <a:lnTo>
                    <a:pt x="1748016" y="4646160"/>
                  </a:lnTo>
                  <a:lnTo>
                    <a:pt x="1748142" y="4646160"/>
                  </a:lnTo>
                  <a:lnTo>
                    <a:pt x="1748268" y="4646160"/>
                  </a:lnTo>
                  <a:lnTo>
                    <a:pt x="1748394" y="4646160"/>
                  </a:lnTo>
                  <a:lnTo>
                    <a:pt x="1748521" y="4646160"/>
                  </a:lnTo>
                  <a:lnTo>
                    <a:pt x="1748647" y="4646160"/>
                  </a:lnTo>
                  <a:lnTo>
                    <a:pt x="1748773" y="4646160"/>
                  </a:lnTo>
                  <a:lnTo>
                    <a:pt x="1748899" y="4646160"/>
                  </a:lnTo>
                  <a:lnTo>
                    <a:pt x="1749026" y="4646160"/>
                  </a:lnTo>
                  <a:lnTo>
                    <a:pt x="1749152" y="4646160"/>
                  </a:lnTo>
                  <a:lnTo>
                    <a:pt x="1749278" y="4646160"/>
                  </a:lnTo>
                  <a:lnTo>
                    <a:pt x="1749531" y="4646160"/>
                  </a:lnTo>
                  <a:lnTo>
                    <a:pt x="1749783" y="4646160"/>
                  </a:lnTo>
                  <a:lnTo>
                    <a:pt x="1749909" y="4646160"/>
                  </a:lnTo>
                  <a:lnTo>
                    <a:pt x="1750036" y="4646160"/>
                  </a:lnTo>
                  <a:lnTo>
                    <a:pt x="1750288" y="4646160"/>
                  </a:lnTo>
                  <a:lnTo>
                    <a:pt x="1750541" y="4646160"/>
                  </a:lnTo>
                  <a:lnTo>
                    <a:pt x="1750667" y="4636337"/>
                  </a:lnTo>
                  <a:lnTo>
                    <a:pt x="1750793" y="4636337"/>
                  </a:lnTo>
                  <a:lnTo>
                    <a:pt x="1751172" y="4636337"/>
                  </a:lnTo>
                  <a:lnTo>
                    <a:pt x="1751298" y="4636337"/>
                  </a:lnTo>
                  <a:lnTo>
                    <a:pt x="1751424" y="4636337"/>
                  </a:lnTo>
                  <a:lnTo>
                    <a:pt x="1751551" y="4636337"/>
                  </a:lnTo>
                  <a:lnTo>
                    <a:pt x="1751677" y="4636337"/>
                  </a:lnTo>
                  <a:lnTo>
                    <a:pt x="1751929" y="4636337"/>
                  </a:lnTo>
                  <a:lnTo>
                    <a:pt x="1752056" y="4636337"/>
                  </a:lnTo>
                  <a:lnTo>
                    <a:pt x="1752308" y="4636337"/>
                  </a:lnTo>
                  <a:lnTo>
                    <a:pt x="1752434" y="4636337"/>
                  </a:lnTo>
                  <a:lnTo>
                    <a:pt x="1752687" y="4636337"/>
                  </a:lnTo>
                  <a:lnTo>
                    <a:pt x="1752813" y="4631426"/>
                  </a:lnTo>
                  <a:lnTo>
                    <a:pt x="1753066" y="4631426"/>
                  </a:lnTo>
                  <a:lnTo>
                    <a:pt x="1753192" y="4631426"/>
                  </a:lnTo>
                  <a:lnTo>
                    <a:pt x="1753318" y="4631426"/>
                  </a:lnTo>
                  <a:lnTo>
                    <a:pt x="1753445" y="4631426"/>
                  </a:lnTo>
                  <a:lnTo>
                    <a:pt x="1753571" y="4631426"/>
                  </a:lnTo>
                  <a:lnTo>
                    <a:pt x="1753697" y="4631426"/>
                  </a:lnTo>
                  <a:lnTo>
                    <a:pt x="1753950" y="4631426"/>
                  </a:lnTo>
                  <a:lnTo>
                    <a:pt x="1754076" y="4631426"/>
                  </a:lnTo>
                  <a:lnTo>
                    <a:pt x="1754328" y="4631426"/>
                  </a:lnTo>
                  <a:lnTo>
                    <a:pt x="1754455" y="4631426"/>
                  </a:lnTo>
                  <a:lnTo>
                    <a:pt x="1754960" y="4631426"/>
                  </a:lnTo>
                  <a:lnTo>
                    <a:pt x="1755212" y="4631426"/>
                  </a:lnTo>
                  <a:lnTo>
                    <a:pt x="1755338" y="4631426"/>
                  </a:lnTo>
                  <a:lnTo>
                    <a:pt x="1755591" y="4631426"/>
                  </a:lnTo>
                  <a:lnTo>
                    <a:pt x="1755843" y="4631426"/>
                  </a:lnTo>
                  <a:lnTo>
                    <a:pt x="1755843" y="4626515"/>
                  </a:lnTo>
                  <a:lnTo>
                    <a:pt x="1755970" y="4626515"/>
                  </a:lnTo>
                  <a:lnTo>
                    <a:pt x="1756222" y="4626515"/>
                  </a:lnTo>
                  <a:lnTo>
                    <a:pt x="1756348" y="4626515"/>
                  </a:lnTo>
                  <a:lnTo>
                    <a:pt x="1756475" y="4626515"/>
                  </a:lnTo>
                  <a:lnTo>
                    <a:pt x="1756601" y="4626515"/>
                  </a:lnTo>
                  <a:lnTo>
                    <a:pt x="1764050" y="4621603"/>
                  </a:lnTo>
                  <a:lnTo>
                    <a:pt x="1764303" y="4616692"/>
                  </a:lnTo>
                  <a:lnTo>
                    <a:pt x="1764429" y="4616692"/>
                  </a:lnTo>
                  <a:lnTo>
                    <a:pt x="1764808" y="4616692"/>
                  </a:lnTo>
                  <a:lnTo>
                    <a:pt x="1764934" y="4616692"/>
                  </a:lnTo>
                  <a:lnTo>
                    <a:pt x="1765313" y="4616692"/>
                  </a:lnTo>
                  <a:lnTo>
                    <a:pt x="1765439" y="4616692"/>
                  </a:lnTo>
                  <a:lnTo>
                    <a:pt x="1765565" y="4616692"/>
                  </a:lnTo>
                  <a:lnTo>
                    <a:pt x="1765691" y="4616692"/>
                  </a:lnTo>
                  <a:lnTo>
                    <a:pt x="1765818" y="4616692"/>
                  </a:lnTo>
                  <a:lnTo>
                    <a:pt x="1765944" y="4616692"/>
                  </a:lnTo>
                  <a:lnTo>
                    <a:pt x="1766070" y="4616692"/>
                  </a:lnTo>
                  <a:lnTo>
                    <a:pt x="1766323" y="4616692"/>
                  </a:lnTo>
                  <a:lnTo>
                    <a:pt x="1766449" y="4616692"/>
                  </a:lnTo>
                  <a:lnTo>
                    <a:pt x="1766575" y="4616692"/>
                  </a:lnTo>
                  <a:lnTo>
                    <a:pt x="1766701" y="4616692"/>
                  </a:lnTo>
                  <a:lnTo>
                    <a:pt x="1766954" y="4616692"/>
                  </a:lnTo>
                  <a:lnTo>
                    <a:pt x="1767080" y="4616692"/>
                  </a:lnTo>
                  <a:lnTo>
                    <a:pt x="1767206" y="4616692"/>
                  </a:lnTo>
                  <a:lnTo>
                    <a:pt x="1767333" y="4616692"/>
                  </a:lnTo>
                  <a:lnTo>
                    <a:pt x="1767838" y="4616692"/>
                  </a:lnTo>
                  <a:lnTo>
                    <a:pt x="1768090" y="4616692"/>
                  </a:lnTo>
                  <a:lnTo>
                    <a:pt x="1768469" y="4611781"/>
                  </a:lnTo>
                  <a:lnTo>
                    <a:pt x="1768595" y="4611781"/>
                  </a:lnTo>
                  <a:lnTo>
                    <a:pt x="1768722" y="4611781"/>
                  </a:lnTo>
                  <a:lnTo>
                    <a:pt x="1768974" y="4611781"/>
                  </a:lnTo>
                  <a:lnTo>
                    <a:pt x="1769100" y="4611781"/>
                  </a:lnTo>
                  <a:lnTo>
                    <a:pt x="1769353" y="4611781"/>
                  </a:lnTo>
                  <a:lnTo>
                    <a:pt x="1769353" y="4606869"/>
                  </a:lnTo>
                  <a:lnTo>
                    <a:pt x="1769479" y="4606869"/>
                  </a:lnTo>
                  <a:lnTo>
                    <a:pt x="1769732" y="4606869"/>
                  </a:lnTo>
                  <a:lnTo>
                    <a:pt x="1769858" y="4606869"/>
                  </a:lnTo>
                  <a:lnTo>
                    <a:pt x="1769984" y="4606869"/>
                  </a:lnTo>
                  <a:lnTo>
                    <a:pt x="1770237" y="4606869"/>
                  </a:lnTo>
                  <a:lnTo>
                    <a:pt x="1770489" y="4606869"/>
                  </a:lnTo>
                  <a:lnTo>
                    <a:pt x="1770742" y="4606869"/>
                  </a:lnTo>
                  <a:lnTo>
                    <a:pt x="1770868" y="4606869"/>
                  </a:lnTo>
                  <a:lnTo>
                    <a:pt x="1770994" y="4606869"/>
                  </a:lnTo>
                  <a:lnTo>
                    <a:pt x="1771120" y="4606869"/>
                  </a:lnTo>
                  <a:lnTo>
                    <a:pt x="1771247" y="4606869"/>
                  </a:lnTo>
                  <a:lnTo>
                    <a:pt x="1771373" y="4606869"/>
                  </a:lnTo>
                  <a:lnTo>
                    <a:pt x="1771499" y="4606869"/>
                  </a:lnTo>
                  <a:lnTo>
                    <a:pt x="1771625" y="4606869"/>
                  </a:lnTo>
                  <a:lnTo>
                    <a:pt x="1771878" y="4606869"/>
                  </a:lnTo>
                  <a:lnTo>
                    <a:pt x="1772004" y="4606869"/>
                  </a:lnTo>
                  <a:lnTo>
                    <a:pt x="1772257" y="4606869"/>
                  </a:lnTo>
                  <a:lnTo>
                    <a:pt x="1772509" y="4606869"/>
                  </a:lnTo>
                  <a:lnTo>
                    <a:pt x="1772888" y="4606869"/>
                  </a:lnTo>
                  <a:lnTo>
                    <a:pt x="1773014" y="4606869"/>
                  </a:lnTo>
                  <a:lnTo>
                    <a:pt x="1773140" y="4606869"/>
                  </a:lnTo>
                  <a:lnTo>
                    <a:pt x="1773393" y="4606869"/>
                  </a:lnTo>
                  <a:lnTo>
                    <a:pt x="1773646" y="4606869"/>
                  </a:lnTo>
                  <a:lnTo>
                    <a:pt x="1773898" y="4606869"/>
                  </a:lnTo>
                  <a:lnTo>
                    <a:pt x="1774024" y="4606869"/>
                  </a:lnTo>
                  <a:lnTo>
                    <a:pt x="1774277" y="4606869"/>
                  </a:lnTo>
                  <a:lnTo>
                    <a:pt x="1774403" y="4606869"/>
                  </a:lnTo>
                  <a:lnTo>
                    <a:pt x="1774656" y="4606869"/>
                  </a:lnTo>
                  <a:lnTo>
                    <a:pt x="1774908" y="4606869"/>
                  </a:lnTo>
                  <a:lnTo>
                    <a:pt x="1775287" y="4606869"/>
                  </a:lnTo>
                  <a:lnTo>
                    <a:pt x="1775539" y="4606869"/>
                  </a:lnTo>
                  <a:lnTo>
                    <a:pt x="1775918" y="4606869"/>
                  </a:lnTo>
                  <a:lnTo>
                    <a:pt x="1776044" y="4606869"/>
                  </a:lnTo>
                  <a:lnTo>
                    <a:pt x="1776549" y="4606869"/>
                  </a:lnTo>
                  <a:lnTo>
                    <a:pt x="1776676" y="4606869"/>
                  </a:lnTo>
                  <a:lnTo>
                    <a:pt x="1776802" y="4606869"/>
                  </a:lnTo>
                  <a:lnTo>
                    <a:pt x="1776928" y="4606869"/>
                  </a:lnTo>
                  <a:lnTo>
                    <a:pt x="1777181" y="4606869"/>
                  </a:lnTo>
                  <a:lnTo>
                    <a:pt x="1777686" y="4606869"/>
                  </a:lnTo>
                  <a:lnTo>
                    <a:pt x="1777812" y="4606869"/>
                  </a:lnTo>
                  <a:lnTo>
                    <a:pt x="1778064" y="4606869"/>
                  </a:lnTo>
                  <a:lnTo>
                    <a:pt x="1778317" y="4606869"/>
                  </a:lnTo>
                  <a:lnTo>
                    <a:pt x="1778443" y="4606869"/>
                  </a:lnTo>
                  <a:lnTo>
                    <a:pt x="1778443" y="4601958"/>
                  </a:lnTo>
                  <a:lnTo>
                    <a:pt x="1778696" y="4601958"/>
                  </a:lnTo>
                  <a:lnTo>
                    <a:pt x="1778948" y="4601958"/>
                  </a:lnTo>
                  <a:lnTo>
                    <a:pt x="1779075" y="4601958"/>
                  </a:lnTo>
                  <a:lnTo>
                    <a:pt x="1779327" y="4601958"/>
                  </a:lnTo>
                  <a:lnTo>
                    <a:pt x="1779958" y="4601958"/>
                  </a:lnTo>
                  <a:lnTo>
                    <a:pt x="1780463" y="4601958"/>
                  </a:lnTo>
                  <a:lnTo>
                    <a:pt x="1780590" y="4601958"/>
                  </a:lnTo>
                  <a:lnTo>
                    <a:pt x="1780842" y="4601958"/>
                  </a:lnTo>
                  <a:lnTo>
                    <a:pt x="1780968" y="4601958"/>
                  </a:lnTo>
                  <a:lnTo>
                    <a:pt x="1781221" y="4601958"/>
                  </a:lnTo>
                  <a:lnTo>
                    <a:pt x="1781726" y="4601958"/>
                  </a:lnTo>
                  <a:lnTo>
                    <a:pt x="1782105" y="4601958"/>
                  </a:lnTo>
                  <a:lnTo>
                    <a:pt x="1782483" y="4601958"/>
                  </a:lnTo>
                  <a:lnTo>
                    <a:pt x="1783115" y="4601958"/>
                  </a:lnTo>
                  <a:lnTo>
                    <a:pt x="1783241" y="4601958"/>
                  </a:lnTo>
                  <a:lnTo>
                    <a:pt x="1783620" y="4597046"/>
                  </a:lnTo>
                  <a:lnTo>
                    <a:pt x="1783872" y="4597046"/>
                  </a:lnTo>
                  <a:lnTo>
                    <a:pt x="1783999" y="4597046"/>
                  </a:lnTo>
                  <a:lnTo>
                    <a:pt x="1784125" y="4597046"/>
                  </a:lnTo>
                  <a:lnTo>
                    <a:pt x="1784377" y="4597046"/>
                  </a:lnTo>
                  <a:lnTo>
                    <a:pt x="1784504" y="4597046"/>
                  </a:lnTo>
                  <a:lnTo>
                    <a:pt x="1784756" y="4597046"/>
                  </a:lnTo>
                  <a:lnTo>
                    <a:pt x="1785261" y="4597046"/>
                  </a:lnTo>
                  <a:lnTo>
                    <a:pt x="1785387" y="4597046"/>
                  </a:lnTo>
                  <a:lnTo>
                    <a:pt x="1785514" y="4597046"/>
                  </a:lnTo>
                  <a:lnTo>
                    <a:pt x="1785766" y="4597046"/>
                  </a:lnTo>
                  <a:lnTo>
                    <a:pt x="1785892" y="4597046"/>
                  </a:lnTo>
                  <a:lnTo>
                    <a:pt x="1786019" y="4597046"/>
                  </a:lnTo>
                  <a:lnTo>
                    <a:pt x="1786271" y="4597046"/>
                  </a:lnTo>
                  <a:lnTo>
                    <a:pt x="1786524" y="4597046"/>
                  </a:lnTo>
                  <a:lnTo>
                    <a:pt x="1786650" y="4597046"/>
                  </a:lnTo>
                  <a:lnTo>
                    <a:pt x="1786776" y="4597046"/>
                  </a:lnTo>
                  <a:lnTo>
                    <a:pt x="1786902" y="4597046"/>
                  </a:lnTo>
                  <a:lnTo>
                    <a:pt x="1787029" y="4597046"/>
                  </a:lnTo>
                  <a:lnTo>
                    <a:pt x="1787281" y="4597046"/>
                  </a:lnTo>
                  <a:lnTo>
                    <a:pt x="1787281" y="4592135"/>
                  </a:lnTo>
                  <a:lnTo>
                    <a:pt x="1787407" y="4592135"/>
                  </a:lnTo>
                  <a:lnTo>
                    <a:pt x="1787534" y="4592135"/>
                  </a:lnTo>
                  <a:lnTo>
                    <a:pt x="1787660" y="4592135"/>
                  </a:lnTo>
                  <a:lnTo>
                    <a:pt x="1788039" y="4592135"/>
                  </a:lnTo>
                  <a:lnTo>
                    <a:pt x="1788291" y="4592135"/>
                  </a:lnTo>
                  <a:lnTo>
                    <a:pt x="1788417" y="4592135"/>
                  </a:lnTo>
                  <a:lnTo>
                    <a:pt x="1788544" y="4592135"/>
                  </a:lnTo>
                  <a:lnTo>
                    <a:pt x="1788796" y="4592135"/>
                  </a:lnTo>
                  <a:lnTo>
                    <a:pt x="1789680" y="4592135"/>
                  </a:lnTo>
                  <a:lnTo>
                    <a:pt x="1789806" y="4592135"/>
                  </a:lnTo>
                  <a:lnTo>
                    <a:pt x="1789933" y="4592135"/>
                  </a:lnTo>
                  <a:lnTo>
                    <a:pt x="1790059" y="4592135"/>
                  </a:lnTo>
                  <a:lnTo>
                    <a:pt x="1790185" y="4592135"/>
                  </a:lnTo>
                  <a:lnTo>
                    <a:pt x="1790311" y="4592135"/>
                  </a:lnTo>
                  <a:lnTo>
                    <a:pt x="1790690" y="4592135"/>
                  </a:lnTo>
                  <a:lnTo>
                    <a:pt x="1790816" y="4592135"/>
                  </a:lnTo>
                  <a:lnTo>
                    <a:pt x="1791069" y="4592135"/>
                  </a:lnTo>
                  <a:lnTo>
                    <a:pt x="1791195" y="4592135"/>
                  </a:lnTo>
                  <a:lnTo>
                    <a:pt x="1791321" y="4592135"/>
                  </a:lnTo>
                  <a:lnTo>
                    <a:pt x="1791448" y="4592135"/>
                  </a:lnTo>
                  <a:lnTo>
                    <a:pt x="1791953" y="4592135"/>
                  </a:lnTo>
                  <a:lnTo>
                    <a:pt x="1792079" y="4592135"/>
                  </a:lnTo>
                  <a:lnTo>
                    <a:pt x="1792458" y="4592135"/>
                  </a:lnTo>
                  <a:lnTo>
                    <a:pt x="1792710" y="4592135"/>
                  </a:lnTo>
                  <a:lnTo>
                    <a:pt x="1792836" y="4592135"/>
                  </a:lnTo>
                  <a:lnTo>
                    <a:pt x="1793089" y="4592135"/>
                  </a:lnTo>
                  <a:lnTo>
                    <a:pt x="1793468" y="4592135"/>
                  </a:lnTo>
                  <a:lnTo>
                    <a:pt x="1793720" y="4592135"/>
                  </a:lnTo>
                  <a:lnTo>
                    <a:pt x="1793847" y="4592135"/>
                  </a:lnTo>
                  <a:lnTo>
                    <a:pt x="1794352" y="4592135"/>
                  </a:lnTo>
                  <a:lnTo>
                    <a:pt x="1794478" y="4592135"/>
                  </a:lnTo>
                  <a:lnTo>
                    <a:pt x="1794604" y="4592135"/>
                  </a:lnTo>
                  <a:lnTo>
                    <a:pt x="1795109" y="4592135"/>
                  </a:lnTo>
                  <a:lnTo>
                    <a:pt x="1795235" y="4592135"/>
                  </a:lnTo>
                  <a:lnTo>
                    <a:pt x="1795362" y="4592135"/>
                  </a:lnTo>
                  <a:lnTo>
                    <a:pt x="1795614" y="4592135"/>
                  </a:lnTo>
                  <a:lnTo>
                    <a:pt x="1796119" y="4587224"/>
                  </a:lnTo>
                  <a:lnTo>
                    <a:pt x="1796245" y="4587224"/>
                  </a:lnTo>
                  <a:lnTo>
                    <a:pt x="1796750" y="4587224"/>
                  </a:lnTo>
                  <a:lnTo>
                    <a:pt x="1796877" y="4587224"/>
                  </a:lnTo>
                  <a:lnTo>
                    <a:pt x="1797129" y="4587224"/>
                  </a:lnTo>
                  <a:lnTo>
                    <a:pt x="1797634" y="4587224"/>
                  </a:lnTo>
                  <a:lnTo>
                    <a:pt x="1797887" y="4587224"/>
                  </a:lnTo>
                  <a:lnTo>
                    <a:pt x="1798013" y="4587224"/>
                  </a:lnTo>
                  <a:lnTo>
                    <a:pt x="1798139" y="4587224"/>
                  </a:lnTo>
                  <a:lnTo>
                    <a:pt x="1798644" y="4587224"/>
                  </a:lnTo>
                  <a:lnTo>
                    <a:pt x="1798770" y="4587224"/>
                  </a:lnTo>
                  <a:lnTo>
                    <a:pt x="1798897" y="4587224"/>
                  </a:lnTo>
                  <a:lnTo>
                    <a:pt x="1799402" y="4587224"/>
                  </a:lnTo>
                  <a:lnTo>
                    <a:pt x="1799654" y="4587224"/>
                  </a:lnTo>
                  <a:lnTo>
                    <a:pt x="1799781" y="4587224"/>
                  </a:lnTo>
                  <a:lnTo>
                    <a:pt x="1800286" y="4587224"/>
                  </a:lnTo>
                  <a:lnTo>
                    <a:pt x="1800412" y="4587224"/>
                  </a:lnTo>
                  <a:lnTo>
                    <a:pt x="1800538" y="4587224"/>
                  </a:lnTo>
                  <a:lnTo>
                    <a:pt x="1800791" y="4587224"/>
                  </a:lnTo>
                  <a:lnTo>
                    <a:pt x="1801548" y="4587224"/>
                  </a:lnTo>
                  <a:lnTo>
                    <a:pt x="1801801" y="4587224"/>
                  </a:lnTo>
                  <a:lnTo>
                    <a:pt x="1801927" y="4587224"/>
                  </a:lnTo>
                  <a:lnTo>
                    <a:pt x="1802053" y="4587224"/>
                  </a:lnTo>
                  <a:lnTo>
                    <a:pt x="1802179" y="4587224"/>
                  </a:lnTo>
                  <a:lnTo>
                    <a:pt x="1802306" y="4587224"/>
                  </a:lnTo>
                  <a:lnTo>
                    <a:pt x="1802432" y="4587224"/>
                  </a:lnTo>
                  <a:lnTo>
                    <a:pt x="1803189" y="4587224"/>
                  </a:lnTo>
                  <a:lnTo>
                    <a:pt x="1803442" y="4587224"/>
                  </a:lnTo>
                  <a:lnTo>
                    <a:pt x="1803568" y="4587224"/>
                  </a:lnTo>
                  <a:lnTo>
                    <a:pt x="1803694" y="4587224"/>
                  </a:lnTo>
                  <a:lnTo>
                    <a:pt x="1804073" y="4587224"/>
                  </a:lnTo>
                  <a:lnTo>
                    <a:pt x="1804200" y="4587224"/>
                  </a:lnTo>
                  <a:lnTo>
                    <a:pt x="1804326" y="4587224"/>
                  </a:lnTo>
                  <a:lnTo>
                    <a:pt x="1804705" y="4587224"/>
                  </a:lnTo>
                  <a:lnTo>
                    <a:pt x="1805083" y="4587224"/>
                  </a:lnTo>
                  <a:lnTo>
                    <a:pt x="1805210" y="4587224"/>
                  </a:lnTo>
                  <a:lnTo>
                    <a:pt x="1805462" y="4587224"/>
                  </a:lnTo>
                  <a:lnTo>
                    <a:pt x="1805715" y="4587224"/>
                  </a:lnTo>
                  <a:lnTo>
                    <a:pt x="1805841" y="4587224"/>
                  </a:lnTo>
                  <a:lnTo>
                    <a:pt x="1805967" y="4587224"/>
                  </a:lnTo>
                  <a:lnTo>
                    <a:pt x="1806093" y="4587224"/>
                  </a:lnTo>
                  <a:lnTo>
                    <a:pt x="1806472" y="4587224"/>
                  </a:lnTo>
                  <a:lnTo>
                    <a:pt x="1806725" y="4587224"/>
                  </a:lnTo>
                  <a:lnTo>
                    <a:pt x="1806851" y="4587224"/>
                  </a:lnTo>
                  <a:lnTo>
                    <a:pt x="1806977" y="4587224"/>
                  </a:lnTo>
                  <a:lnTo>
                    <a:pt x="1807230" y="4587224"/>
                  </a:lnTo>
                  <a:lnTo>
                    <a:pt x="1807356" y="4587224"/>
                  </a:lnTo>
                  <a:lnTo>
                    <a:pt x="1807608" y="4587224"/>
                  </a:lnTo>
                  <a:lnTo>
                    <a:pt x="1807735" y="4587224"/>
                  </a:lnTo>
                  <a:lnTo>
                    <a:pt x="1807861" y="4587224"/>
                  </a:lnTo>
                  <a:lnTo>
                    <a:pt x="1807987" y="4587224"/>
                  </a:lnTo>
                  <a:lnTo>
                    <a:pt x="1808492" y="4587224"/>
                  </a:lnTo>
                  <a:lnTo>
                    <a:pt x="1808745" y="4587224"/>
                  </a:lnTo>
                  <a:lnTo>
                    <a:pt x="1809123" y="4587224"/>
                  </a:lnTo>
                  <a:lnTo>
                    <a:pt x="1809250" y="4587224"/>
                  </a:lnTo>
                  <a:lnTo>
                    <a:pt x="1809502" y="4587224"/>
                  </a:lnTo>
                  <a:lnTo>
                    <a:pt x="1809629" y="4587224"/>
                  </a:lnTo>
                  <a:lnTo>
                    <a:pt x="1809881" y="4587224"/>
                  </a:lnTo>
                  <a:lnTo>
                    <a:pt x="1810007" y="4587224"/>
                  </a:lnTo>
                  <a:lnTo>
                    <a:pt x="1810386" y="4587224"/>
                  </a:lnTo>
                  <a:lnTo>
                    <a:pt x="1810512" y="4587224"/>
                  </a:lnTo>
                  <a:lnTo>
                    <a:pt x="1810765" y="4587224"/>
                  </a:lnTo>
                  <a:lnTo>
                    <a:pt x="1810891" y="4587224"/>
                  </a:lnTo>
                  <a:lnTo>
                    <a:pt x="1811017" y="4587224"/>
                  </a:lnTo>
                  <a:lnTo>
                    <a:pt x="1811144" y="4587224"/>
                  </a:lnTo>
                  <a:lnTo>
                    <a:pt x="1811396" y="4587224"/>
                  </a:lnTo>
                  <a:lnTo>
                    <a:pt x="1812154" y="4587224"/>
                  </a:lnTo>
                  <a:lnTo>
                    <a:pt x="1812280" y="4587224"/>
                  </a:lnTo>
                  <a:lnTo>
                    <a:pt x="1812532" y="4587224"/>
                  </a:lnTo>
                  <a:lnTo>
                    <a:pt x="1812659" y="4587224"/>
                  </a:lnTo>
                  <a:lnTo>
                    <a:pt x="1812785" y="4587224"/>
                  </a:lnTo>
                  <a:lnTo>
                    <a:pt x="1812911" y="4587224"/>
                  </a:lnTo>
                  <a:lnTo>
                    <a:pt x="1813164" y="4587224"/>
                  </a:lnTo>
                  <a:lnTo>
                    <a:pt x="1813290" y="4587224"/>
                  </a:lnTo>
                  <a:lnTo>
                    <a:pt x="1813416" y="4587224"/>
                  </a:lnTo>
                  <a:lnTo>
                    <a:pt x="1813669" y="4587224"/>
                  </a:lnTo>
                  <a:lnTo>
                    <a:pt x="1813921" y="4587224"/>
                  </a:lnTo>
                  <a:lnTo>
                    <a:pt x="1814047" y="4587224"/>
                  </a:lnTo>
                  <a:lnTo>
                    <a:pt x="1814300" y="4587224"/>
                  </a:lnTo>
                  <a:lnTo>
                    <a:pt x="1814553" y="4587224"/>
                  </a:lnTo>
                  <a:lnTo>
                    <a:pt x="1814679" y="4587224"/>
                  </a:lnTo>
                  <a:lnTo>
                    <a:pt x="1814805" y="4587224"/>
                  </a:lnTo>
                  <a:lnTo>
                    <a:pt x="1814931" y="4587224"/>
                  </a:lnTo>
                  <a:lnTo>
                    <a:pt x="1815058" y="4587224"/>
                  </a:lnTo>
                  <a:lnTo>
                    <a:pt x="1815689" y="4587224"/>
                  </a:lnTo>
                  <a:lnTo>
                    <a:pt x="1816194" y="4587224"/>
                  </a:lnTo>
                  <a:lnTo>
                    <a:pt x="1816320" y="4587224"/>
                  </a:lnTo>
                  <a:lnTo>
                    <a:pt x="1816446" y="4587224"/>
                  </a:lnTo>
                  <a:lnTo>
                    <a:pt x="1816573" y="4587224"/>
                  </a:lnTo>
                  <a:lnTo>
                    <a:pt x="1816951" y="4582312"/>
                  </a:lnTo>
                  <a:lnTo>
                    <a:pt x="1817078" y="4582312"/>
                  </a:lnTo>
                  <a:lnTo>
                    <a:pt x="1817204" y="4582312"/>
                  </a:lnTo>
                  <a:lnTo>
                    <a:pt x="1817330" y="4582312"/>
                  </a:lnTo>
                  <a:lnTo>
                    <a:pt x="1817456" y="4582312"/>
                  </a:lnTo>
                  <a:lnTo>
                    <a:pt x="1817583" y="4577401"/>
                  </a:lnTo>
                  <a:lnTo>
                    <a:pt x="1818088" y="4577401"/>
                  </a:lnTo>
                  <a:lnTo>
                    <a:pt x="1818214" y="4577401"/>
                  </a:lnTo>
                  <a:lnTo>
                    <a:pt x="1818593" y="4577401"/>
                  </a:lnTo>
                  <a:lnTo>
                    <a:pt x="1818719" y="4577401"/>
                  </a:lnTo>
                  <a:lnTo>
                    <a:pt x="1818845" y="4577401"/>
                  </a:lnTo>
                  <a:lnTo>
                    <a:pt x="1819476" y="4577401"/>
                  </a:lnTo>
                  <a:lnTo>
                    <a:pt x="1819855" y="4577401"/>
                  </a:lnTo>
                  <a:lnTo>
                    <a:pt x="1819982" y="4577401"/>
                  </a:lnTo>
                  <a:lnTo>
                    <a:pt x="1820108" y="4577401"/>
                  </a:lnTo>
                  <a:lnTo>
                    <a:pt x="1820360" y="4577401"/>
                  </a:lnTo>
                  <a:lnTo>
                    <a:pt x="1820487" y="4577401"/>
                  </a:lnTo>
                  <a:lnTo>
                    <a:pt x="1820613" y="4577401"/>
                  </a:lnTo>
                  <a:lnTo>
                    <a:pt x="1820865" y="4577401"/>
                  </a:lnTo>
                  <a:lnTo>
                    <a:pt x="1820992" y="4577401"/>
                  </a:lnTo>
                  <a:lnTo>
                    <a:pt x="1821370" y="4577401"/>
                  </a:lnTo>
                  <a:lnTo>
                    <a:pt x="1821497" y="4577401"/>
                  </a:lnTo>
                  <a:lnTo>
                    <a:pt x="1821749" y="4577401"/>
                  </a:lnTo>
                  <a:lnTo>
                    <a:pt x="1822002" y="4577401"/>
                  </a:lnTo>
                  <a:lnTo>
                    <a:pt x="1822128" y="4577401"/>
                  </a:lnTo>
                  <a:lnTo>
                    <a:pt x="1822254" y="4577401"/>
                  </a:lnTo>
                  <a:lnTo>
                    <a:pt x="1822380" y="4577401"/>
                  </a:lnTo>
                  <a:lnTo>
                    <a:pt x="1822633" y="4577401"/>
                  </a:lnTo>
                  <a:lnTo>
                    <a:pt x="1823138" y="4577401"/>
                  </a:lnTo>
                  <a:lnTo>
                    <a:pt x="1823517" y="4577401"/>
                  </a:lnTo>
                  <a:lnTo>
                    <a:pt x="1823769" y="4577401"/>
                  </a:lnTo>
                  <a:lnTo>
                    <a:pt x="1823895" y="4577401"/>
                  </a:lnTo>
                  <a:lnTo>
                    <a:pt x="1824022" y="4577401"/>
                  </a:lnTo>
                  <a:lnTo>
                    <a:pt x="1824400" y="4577401"/>
                  </a:lnTo>
                  <a:lnTo>
                    <a:pt x="1824527" y="4577401"/>
                  </a:lnTo>
                  <a:lnTo>
                    <a:pt x="1824653" y="4577401"/>
                  </a:lnTo>
                  <a:lnTo>
                    <a:pt x="1824906" y="4577401"/>
                  </a:lnTo>
                  <a:lnTo>
                    <a:pt x="1825032" y="4577401"/>
                  </a:lnTo>
                  <a:lnTo>
                    <a:pt x="1825663" y="4577401"/>
                  </a:lnTo>
                  <a:lnTo>
                    <a:pt x="1826294" y="4577401"/>
                  </a:lnTo>
                  <a:lnTo>
                    <a:pt x="1826547" y="4577401"/>
                  </a:lnTo>
                  <a:lnTo>
                    <a:pt x="1826799" y="4577401"/>
                  </a:lnTo>
                  <a:lnTo>
                    <a:pt x="1826926" y="4577401"/>
                  </a:lnTo>
                  <a:lnTo>
                    <a:pt x="1827052" y="4577401"/>
                  </a:lnTo>
                  <a:lnTo>
                    <a:pt x="1827304" y="4577401"/>
                  </a:lnTo>
                  <a:lnTo>
                    <a:pt x="1827683" y="4577401"/>
                  </a:lnTo>
                  <a:lnTo>
                    <a:pt x="1827809" y="4577401"/>
                  </a:lnTo>
                  <a:lnTo>
                    <a:pt x="1828441" y="4577401"/>
                  </a:lnTo>
                  <a:lnTo>
                    <a:pt x="1828693" y="4577401"/>
                  </a:lnTo>
                  <a:lnTo>
                    <a:pt x="1828819" y="4577401"/>
                  </a:lnTo>
                  <a:lnTo>
                    <a:pt x="1829451" y="4577401"/>
                  </a:lnTo>
                  <a:lnTo>
                    <a:pt x="1829703" y="4577401"/>
                  </a:lnTo>
                  <a:lnTo>
                    <a:pt x="1829829" y="4577401"/>
                  </a:lnTo>
                  <a:lnTo>
                    <a:pt x="1830082" y="4577401"/>
                  </a:lnTo>
                  <a:lnTo>
                    <a:pt x="1830208" y="4577401"/>
                  </a:lnTo>
                  <a:lnTo>
                    <a:pt x="1830335" y="4577401"/>
                  </a:lnTo>
                  <a:lnTo>
                    <a:pt x="1830461" y="4577401"/>
                  </a:lnTo>
                  <a:lnTo>
                    <a:pt x="1830840" y="4577401"/>
                  </a:lnTo>
                  <a:lnTo>
                    <a:pt x="1830966" y="4577401"/>
                  </a:lnTo>
                  <a:lnTo>
                    <a:pt x="1831218" y="4577401"/>
                  </a:lnTo>
                  <a:lnTo>
                    <a:pt x="1831345" y="4577401"/>
                  </a:lnTo>
                  <a:lnTo>
                    <a:pt x="1831471" y="4577401"/>
                  </a:lnTo>
                  <a:lnTo>
                    <a:pt x="1831850" y="4577401"/>
                  </a:lnTo>
                  <a:lnTo>
                    <a:pt x="1831976" y="4577401"/>
                  </a:lnTo>
                  <a:lnTo>
                    <a:pt x="1832102" y="4577401"/>
                  </a:lnTo>
                  <a:lnTo>
                    <a:pt x="1832228" y="4577401"/>
                  </a:lnTo>
                  <a:lnTo>
                    <a:pt x="1832355" y="4577401"/>
                  </a:lnTo>
                  <a:lnTo>
                    <a:pt x="1832481" y="4577401"/>
                  </a:lnTo>
                  <a:lnTo>
                    <a:pt x="1832733" y="4577401"/>
                  </a:lnTo>
                  <a:lnTo>
                    <a:pt x="1832860" y="4577401"/>
                  </a:lnTo>
                  <a:lnTo>
                    <a:pt x="1832986" y="4577401"/>
                  </a:lnTo>
                  <a:lnTo>
                    <a:pt x="1833870" y="4577401"/>
                  </a:lnTo>
                  <a:lnTo>
                    <a:pt x="1834122" y="4577401"/>
                  </a:lnTo>
                  <a:lnTo>
                    <a:pt x="1834248" y="4577401"/>
                  </a:lnTo>
                  <a:lnTo>
                    <a:pt x="1834375" y="4577401"/>
                  </a:lnTo>
                  <a:lnTo>
                    <a:pt x="1834880" y="4577401"/>
                  </a:lnTo>
                  <a:lnTo>
                    <a:pt x="1835006" y="4577401"/>
                  </a:lnTo>
                  <a:lnTo>
                    <a:pt x="1835259" y="4577401"/>
                  </a:lnTo>
                  <a:lnTo>
                    <a:pt x="1835385" y="4577401"/>
                  </a:lnTo>
                  <a:lnTo>
                    <a:pt x="1835511" y="4577401"/>
                  </a:lnTo>
                  <a:lnTo>
                    <a:pt x="1835637" y="4577401"/>
                  </a:lnTo>
                  <a:lnTo>
                    <a:pt x="1836016" y="4577401"/>
                  </a:lnTo>
                  <a:lnTo>
                    <a:pt x="1836142" y="4577401"/>
                  </a:lnTo>
                  <a:lnTo>
                    <a:pt x="1836647" y="4577401"/>
                  </a:lnTo>
                  <a:lnTo>
                    <a:pt x="1836774" y="4577401"/>
                  </a:lnTo>
                  <a:lnTo>
                    <a:pt x="1837026" y="4577401"/>
                  </a:lnTo>
                  <a:lnTo>
                    <a:pt x="1837279" y="4577401"/>
                  </a:lnTo>
                  <a:lnTo>
                    <a:pt x="1837405" y="4577401"/>
                  </a:lnTo>
                  <a:lnTo>
                    <a:pt x="1837531" y="4577401"/>
                  </a:lnTo>
                  <a:lnTo>
                    <a:pt x="1837657" y="4577401"/>
                  </a:lnTo>
                  <a:lnTo>
                    <a:pt x="1838036" y="4577401"/>
                  </a:lnTo>
                  <a:lnTo>
                    <a:pt x="1838289" y="4577401"/>
                  </a:lnTo>
                  <a:lnTo>
                    <a:pt x="1838667" y="4577401"/>
                  </a:lnTo>
                  <a:lnTo>
                    <a:pt x="1838794" y="4577401"/>
                  </a:lnTo>
                  <a:lnTo>
                    <a:pt x="1838920" y="4577401"/>
                  </a:lnTo>
                  <a:lnTo>
                    <a:pt x="1839046" y="4577401"/>
                  </a:lnTo>
                  <a:lnTo>
                    <a:pt x="1839172" y="4577401"/>
                  </a:lnTo>
                  <a:lnTo>
                    <a:pt x="1839299" y="4577401"/>
                  </a:lnTo>
                  <a:lnTo>
                    <a:pt x="1839425" y="4577401"/>
                  </a:lnTo>
                  <a:lnTo>
                    <a:pt x="1839930" y="4577401"/>
                  </a:lnTo>
                  <a:lnTo>
                    <a:pt x="1840309" y="4577401"/>
                  </a:lnTo>
                  <a:lnTo>
                    <a:pt x="1840435" y="4577401"/>
                  </a:lnTo>
                  <a:lnTo>
                    <a:pt x="1840561" y="4577401"/>
                  </a:lnTo>
                  <a:lnTo>
                    <a:pt x="1841066" y="4577401"/>
                  </a:lnTo>
                  <a:lnTo>
                    <a:pt x="1841193" y="4577401"/>
                  </a:lnTo>
                  <a:lnTo>
                    <a:pt x="1841319" y="4577401"/>
                  </a:lnTo>
                  <a:lnTo>
                    <a:pt x="1841445" y="4577401"/>
                  </a:lnTo>
                  <a:lnTo>
                    <a:pt x="1841571" y="4577401"/>
                  </a:lnTo>
                  <a:lnTo>
                    <a:pt x="1841698" y="4577401"/>
                  </a:lnTo>
                  <a:lnTo>
                    <a:pt x="1841950" y="4577401"/>
                  </a:lnTo>
                  <a:lnTo>
                    <a:pt x="1842076" y="4577401"/>
                  </a:lnTo>
                  <a:lnTo>
                    <a:pt x="1842329" y="4577401"/>
                  </a:lnTo>
                  <a:lnTo>
                    <a:pt x="1842708" y="4577401"/>
                  </a:lnTo>
                  <a:lnTo>
                    <a:pt x="1843086" y="4577401"/>
                  </a:lnTo>
                  <a:lnTo>
                    <a:pt x="1843213" y="4577401"/>
                  </a:lnTo>
                  <a:lnTo>
                    <a:pt x="1843339" y="4577401"/>
                  </a:lnTo>
                  <a:lnTo>
                    <a:pt x="1843465" y="4577401"/>
                  </a:lnTo>
                  <a:lnTo>
                    <a:pt x="1843591" y="4577401"/>
                  </a:lnTo>
                  <a:lnTo>
                    <a:pt x="1843718" y="4577401"/>
                  </a:lnTo>
                  <a:lnTo>
                    <a:pt x="1843970" y="4577401"/>
                  </a:lnTo>
                  <a:lnTo>
                    <a:pt x="1844223" y="4577401"/>
                  </a:lnTo>
                  <a:lnTo>
                    <a:pt x="1844601" y="4577401"/>
                  </a:lnTo>
                  <a:lnTo>
                    <a:pt x="1844728" y="4577401"/>
                  </a:lnTo>
                  <a:lnTo>
                    <a:pt x="1844854" y="4577401"/>
                  </a:lnTo>
                  <a:lnTo>
                    <a:pt x="1844980" y="4577401"/>
                  </a:lnTo>
                  <a:lnTo>
                    <a:pt x="1845612" y="4577401"/>
                  </a:lnTo>
                  <a:lnTo>
                    <a:pt x="1846243" y="4577401"/>
                  </a:lnTo>
                  <a:lnTo>
                    <a:pt x="1846369" y="4577401"/>
                  </a:lnTo>
                  <a:lnTo>
                    <a:pt x="1846495" y="4577401"/>
                  </a:lnTo>
                  <a:lnTo>
                    <a:pt x="1846622" y="4577401"/>
                  </a:lnTo>
                  <a:lnTo>
                    <a:pt x="1846874" y="4577401"/>
                  </a:lnTo>
                  <a:lnTo>
                    <a:pt x="1847000" y="4577401"/>
                  </a:lnTo>
                  <a:lnTo>
                    <a:pt x="1847127" y="4577401"/>
                  </a:lnTo>
                  <a:lnTo>
                    <a:pt x="1847379" y="4577401"/>
                  </a:lnTo>
                  <a:lnTo>
                    <a:pt x="1847505" y="4577401"/>
                  </a:lnTo>
                  <a:lnTo>
                    <a:pt x="1847758" y="4577401"/>
                  </a:lnTo>
                  <a:lnTo>
                    <a:pt x="1847884" y="4577401"/>
                  </a:lnTo>
                  <a:lnTo>
                    <a:pt x="1848137" y="4577401"/>
                  </a:lnTo>
                  <a:lnTo>
                    <a:pt x="1848263" y="4577401"/>
                  </a:lnTo>
                  <a:lnTo>
                    <a:pt x="1848642" y="4577401"/>
                  </a:lnTo>
                  <a:lnTo>
                    <a:pt x="1848768" y="4577401"/>
                  </a:lnTo>
                  <a:lnTo>
                    <a:pt x="1848894" y="4577401"/>
                  </a:lnTo>
                  <a:lnTo>
                    <a:pt x="1849147" y="4577401"/>
                  </a:lnTo>
                  <a:lnTo>
                    <a:pt x="1849273" y="4577401"/>
                  </a:lnTo>
                  <a:lnTo>
                    <a:pt x="1849399" y="4572490"/>
                  </a:lnTo>
                  <a:lnTo>
                    <a:pt x="1849652" y="4572490"/>
                  </a:lnTo>
                  <a:lnTo>
                    <a:pt x="1850157" y="4572490"/>
                  </a:lnTo>
                  <a:lnTo>
                    <a:pt x="1850283" y="4572490"/>
                  </a:lnTo>
                  <a:lnTo>
                    <a:pt x="1850409" y="4572490"/>
                  </a:lnTo>
                  <a:lnTo>
                    <a:pt x="1850662" y="4572490"/>
                  </a:lnTo>
                  <a:lnTo>
                    <a:pt x="1850788" y="4572490"/>
                  </a:lnTo>
                  <a:lnTo>
                    <a:pt x="1850914" y="4572490"/>
                  </a:lnTo>
                  <a:lnTo>
                    <a:pt x="1851041" y="4572490"/>
                  </a:lnTo>
                  <a:lnTo>
                    <a:pt x="1851167" y="4572490"/>
                  </a:lnTo>
                  <a:lnTo>
                    <a:pt x="1851419" y="4572490"/>
                  </a:lnTo>
                  <a:lnTo>
                    <a:pt x="1851546" y="4572490"/>
                  </a:lnTo>
                  <a:lnTo>
                    <a:pt x="1851672" y="4572490"/>
                  </a:lnTo>
                  <a:lnTo>
                    <a:pt x="1852429" y="4572490"/>
                  </a:lnTo>
                  <a:lnTo>
                    <a:pt x="1852808" y="4572490"/>
                  </a:lnTo>
                  <a:lnTo>
                    <a:pt x="1853187" y="4572490"/>
                  </a:lnTo>
                  <a:lnTo>
                    <a:pt x="1853439" y="4572490"/>
                  </a:lnTo>
                  <a:lnTo>
                    <a:pt x="1853566" y="4572490"/>
                  </a:lnTo>
                  <a:lnTo>
                    <a:pt x="1854071" y="4572490"/>
                  </a:lnTo>
                  <a:lnTo>
                    <a:pt x="1854197" y="4572490"/>
                  </a:lnTo>
                  <a:lnTo>
                    <a:pt x="1854323" y="4572490"/>
                  </a:lnTo>
                  <a:lnTo>
                    <a:pt x="1854449" y="4572490"/>
                  </a:lnTo>
                  <a:lnTo>
                    <a:pt x="1854576" y="4572490"/>
                  </a:lnTo>
                  <a:lnTo>
                    <a:pt x="1854702" y="4572490"/>
                  </a:lnTo>
                  <a:lnTo>
                    <a:pt x="1854828" y="4572490"/>
                  </a:lnTo>
                  <a:lnTo>
                    <a:pt x="1855207" y="4572490"/>
                  </a:lnTo>
                  <a:lnTo>
                    <a:pt x="1855712" y="4572490"/>
                  </a:lnTo>
                  <a:lnTo>
                    <a:pt x="1855838" y="4572490"/>
                  </a:lnTo>
                  <a:lnTo>
                    <a:pt x="1855965" y="4572490"/>
                  </a:lnTo>
                  <a:lnTo>
                    <a:pt x="1856217" y="4572490"/>
                  </a:lnTo>
                  <a:lnTo>
                    <a:pt x="1856470" y="4572490"/>
                  </a:lnTo>
                  <a:lnTo>
                    <a:pt x="1856596" y="4572490"/>
                  </a:lnTo>
                  <a:lnTo>
                    <a:pt x="1856848" y="4567578"/>
                  </a:lnTo>
                  <a:lnTo>
                    <a:pt x="1856975" y="4567578"/>
                  </a:lnTo>
                  <a:lnTo>
                    <a:pt x="1857101" y="4567578"/>
                  </a:lnTo>
                  <a:lnTo>
                    <a:pt x="1857227" y="4567578"/>
                  </a:lnTo>
                  <a:lnTo>
                    <a:pt x="1857353" y="4567578"/>
                  </a:lnTo>
                  <a:lnTo>
                    <a:pt x="1857606" y="4567578"/>
                  </a:lnTo>
                  <a:lnTo>
                    <a:pt x="1857985" y="4567578"/>
                  </a:lnTo>
                  <a:lnTo>
                    <a:pt x="1858111" y="4567578"/>
                  </a:lnTo>
                  <a:lnTo>
                    <a:pt x="1858237" y="4567578"/>
                  </a:lnTo>
                  <a:lnTo>
                    <a:pt x="1858363" y="4567578"/>
                  </a:lnTo>
                  <a:lnTo>
                    <a:pt x="1858490" y="4567578"/>
                  </a:lnTo>
                  <a:lnTo>
                    <a:pt x="1859121" y="4567578"/>
                  </a:lnTo>
                  <a:lnTo>
                    <a:pt x="1859500" y="4567578"/>
                  </a:lnTo>
                  <a:lnTo>
                    <a:pt x="1859626" y="4567578"/>
                  </a:lnTo>
                  <a:lnTo>
                    <a:pt x="1859752" y="4567578"/>
                  </a:lnTo>
                  <a:lnTo>
                    <a:pt x="1860005" y="4567578"/>
                  </a:lnTo>
                  <a:lnTo>
                    <a:pt x="1860131" y="4567578"/>
                  </a:lnTo>
                  <a:lnTo>
                    <a:pt x="1860257" y="4567578"/>
                  </a:lnTo>
                  <a:lnTo>
                    <a:pt x="1860383" y="4567578"/>
                  </a:lnTo>
                  <a:lnTo>
                    <a:pt x="1860383" y="4562667"/>
                  </a:lnTo>
                  <a:lnTo>
                    <a:pt x="1860636" y="4562667"/>
                  </a:lnTo>
                  <a:lnTo>
                    <a:pt x="1861394" y="4562667"/>
                  </a:lnTo>
                  <a:lnTo>
                    <a:pt x="1861520" y="4562667"/>
                  </a:lnTo>
                  <a:lnTo>
                    <a:pt x="1861646" y="4562667"/>
                  </a:lnTo>
                  <a:lnTo>
                    <a:pt x="1861772" y="4562667"/>
                  </a:lnTo>
                  <a:lnTo>
                    <a:pt x="1861899" y="4562667"/>
                  </a:lnTo>
                  <a:lnTo>
                    <a:pt x="1862025" y="4562667"/>
                  </a:lnTo>
                  <a:lnTo>
                    <a:pt x="1862151" y="4562667"/>
                  </a:lnTo>
                  <a:lnTo>
                    <a:pt x="1862277" y="4562667"/>
                  </a:lnTo>
                  <a:lnTo>
                    <a:pt x="1862404" y="4562667"/>
                  </a:lnTo>
                  <a:lnTo>
                    <a:pt x="1862782" y="4562667"/>
                  </a:lnTo>
                  <a:lnTo>
                    <a:pt x="1863035" y="4562667"/>
                  </a:lnTo>
                  <a:lnTo>
                    <a:pt x="1863161" y="4562667"/>
                  </a:lnTo>
                  <a:lnTo>
                    <a:pt x="1863287" y="4562667"/>
                  </a:lnTo>
                  <a:lnTo>
                    <a:pt x="1863414" y="4562667"/>
                  </a:lnTo>
                  <a:lnTo>
                    <a:pt x="1863540" y="4562667"/>
                  </a:lnTo>
                  <a:lnTo>
                    <a:pt x="1863792" y="4562667"/>
                  </a:lnTo>
                  <a:lnTo>
                    <a:pt x="1863919" y="4562667"/>
                  </a:lnTo>
                  <a:lnTo>
                    <a:pt x="1863919" y="4557755"/>
                  </a:lnTo>
                  <a:lnTo>
                    <a:pt x="1864171" y="4557755"/>
                  </a:lnTo>
                  <a:lnTo>
                    <a:pt x="1864424" y="4557755"/>
                  </a:lnTo>
                  <a:lnTo>
                    <a:pt x="1864802" y="4557755"/>
                  </a:lnTo>
                  <a:lnTo>
                    <a:pt x="1864929" y="4557755"/>
                  </a:lnTo>
                  <a:lnTo>
                    <a:pt x="1865181" y="4557755"/>
                  </a:lnTo>
                  <a:lnTo>
                    <a:pt x="1865434" y="4557755"/>
                  </a:lnTo>
                  <a:lnTo>
                    <a:pt x="1865686" y="4557755"/>
                  </a:lnTo>
                  <a:lnTo>
                    <a:pt x="1865812" y="4557755"/>
                  </a:lnTo>
                  <a:lnTo>
                    <a:pt x="1865939" y="4557755"/>
                  </a:lnTo>
                  <a:lnTo>
                    <a:pt x="1866065" y="4557755"/>
                  </a:lnTo>
                  <a:lnTo>
                    <a:pt x="1866444" y="4557755"/>
                  </a:lnTo>
                  <a:lnTo>
                    <a:pt x="1866949" y="4557755"/>
                  </a:lnTo>
                  <a:lnTo>
                    <a:pt x="1867075" y="4557755"/>
                  </a:lnTo>
                  <a:lnTo>
                    <a:pt x="1867328" y="4557755"/>
                  </a:lnTo>
                  <a:lnTo>
                    <a:pt x="1867454" y="4557755"/>
                  </a:lnTo>
                  <a:lnTo>
                    <a:pt x="1867706" y="4557755"/>
                  </a:lnTo>
                  <a:lnTo>
                    <a:pt x="1867833" y="4557755"/>
                  </a:lnTo>
                  <a:lnTo>
                    <a:pt x="1867959" y="4557755"/>
                  </a:lnTo>
                  <a:lnTo>
                    <a:pt x="1868085" y="4557755"/>
                  </a:lnTo>
                  <a:lnTo>
                    <a:pt x="1868590" y="4557755"/>
                  </a:lnTo>
                  <a:lnTo>
                    <a:pt x="1868843" y="4557755"/>
                  </a:lnTo>
                  <a:lnTo>
                    <a:pt x="1868969" y="4552844"/>
                  </a:lnTo>
                  <a:lnTo>
                    <a:pt x="1869095" y="4552844"/>
                  </a:lnTo>
                  <a:lnTo>
                    <a:pt x="1869600" y="4552844"/>
                  </a:lnTo>
                  <a:lnTo>
                    <a:pt x="1869726" y="4552844"/>
                  </a:lnTo>
                  <a:lnTo>
                    <a:pt x="1869853" y="4552844"/>
                  </a:lnTo>
                  <a:lnTo>
                    <a:pt x="1869979" y="4552844"/>
                  </a:lnTo>
                  <a:lnTo>
                    <a:pt x="1870105" y="4552844"/>
                  </a:lnTo>
                  <a:lnTo>
                    <a:pt x="1870358" y="4552844"/>
                  </a:lnTo>
                  <a:lnTo>
                    <a:pt x="1870610" y="4552844"/>
                  </a:lnTo>
                  <a:lnTo>
                    <a:pt x="1870863" y="4552844"/>
                  </a:lnTo>
                  <a:lnTo>
                    <a:pt x="1870989" y="4552844"/>
                  </a:lnTo>
                  <a:lnTo>
                    <a:pt x="1871115" y="4552844"/>
                  </a:lnTo>
                  <a:lnTo>
                    <a:pt x="1871242" y="4552844"/>
                  </a:lnTo>
                  <a:lnTo>
                    <a:pt x="1871620" y="4552844"/>
                  </a:lnTo>
                  <a:lnTo>
                    <a:pt x="1871747" y="4552844"/>
                  </a:lnTo>
                  <a:lnTo>
                    <a:pt x="1871873" y="4552844"/>
                  </a:lnTo>
                  <a:lnTo>
                    <a:pt x="1872125" y="4552844"/>
                  </a:lnTo>
                  <a:lnTo>
                    <a:pt x="1872252" y="4552844"/>
                  </a:lnTo>
                  <a:lnTo>
                    <a:pt x="1872378" y="4552844"/>
                  </a:lnTo>
                  <a:lnTo>
                    <a:pt x="1872504" y="4552844"/>
                  </a:lnTo>
                  <a:lnTo>
                    <a:pt x="1873135" y="4552844"/>
                  </a:lnTo>
                  <a:lnTo>
                    <a:pt x="1873262" y="4552844"/>
                  </a:lnTo>
                  <a:lnTo>
                    <a:pt x="1874398" y="4552844"/>
                  </a:lnTo>
                  <a:lnTo>
                    <a:pt x="1874777" y="4552844"/>
                  </a:lnTo>
                  <a:lnTo>
                    <a:pt x="1875155" y="4552844"/>
                  </a:lnTo>
                  <a:lnTo>
                    <a:pt x="1875282" y="4552844"/>
                  </a:lnTo>
                  <a:lnTo>
                    <a:pt x="1875408" y="4552844"/>
                  </a:lnTo>
                  <a:lnTo>
                    <a:pt x="1875534" y="4552844"/>
                  </a:lnTo>
                  <a:lnTo>
                    <a:pt x="1875660" y="4547933"/>
                  </a:lnTo>
                  <a:lnTo>
                    <a:pt x="1876165" y="4547933"/>
                  </a:lnTo>
                  <a:lnTo>
                    <a:pt x="1876292" y="4547933"/>
                  </a:lnTo>
                  <a:lnTo>
                    <a:pt x="1876671" y="4547933"/>
                  </a:lnTo>
                  <a:lnTo>
                    <a:pt x="1876797" y="4547933"/>
                  </a:lnTo>
                  <a:lnTo>
                    <a:pt x="1876923" y="4547933"/>
                  </a:lnTo>
                  <a:lnTo>
                    <a:pt x="1877176" y="4543021"/>
                  </a:lnTo>
                  <a:lnTo>
                    <a:pt x="1877302" y="4543021"/>
                  </a:lnTo>
                  <a:lnTo>
                    <a:pt x="1877428" y="4543021"/>
                  </a:lnTo>
                  <a:lnTo>
                    <a:pt x="1877554" y="4543021"/>
                  </a:lnTo>
                  <a:lnTo>
                    <a:pt x="1877681" y="4543021"/>
                  </a:lnTo>
                  <a:lnTo>
                    <a:pt x="1877933" y="4543021"/>
                  </a:lnTo>
                  <a:lnTo>
                    <a:pt x="1878059" y="4543021"/>
                  </a:lnTo>
                  <a:lnTo>
                    <a:pt x="1878438" y="4543021"/>
                  </a:lnTo>
                  <a:lnTo>
                    <a:pt x="1878564" y="4543021"/>
                  </a:lnTo>
                  <a:lnTo>
                    <a:pt x="1878817" y="4543021"/>
                  </a:lnTo>
                  <a:lnTo>
                    <a:pt x="1878943" y="4543021"/>
                  </a:lnTo>
                  <a:lnTo>
                    <a:pt x="1879069" y="4543021"/>
                  </a:lnTo>
                  <a:lnTo>
                    <a:pt x="1879322" y="4538110"/>
                  </a:lnTo>
                  <a:lnTo>
                    <a:pt x="1879448" y="4538110"/>
                  </a:lnTo>
                  <a:lnTo>
                    <a:pt x="1879448" y="4533199"/>
                  </a:lnTo>
                  <a:lnTo>
                    <a:pt x="1879701" y="4533199"/>
                  </a:lnTo>
                  <a:lnTo>
                    <a:pt x="1879953" y="4533199"/>
                  </a:lnTo>
                  <a:lnTo>
                    <a:pt x="1880332" y="4533199"/>
                  </a:lnTo>
                  <a:lnTo>
                    <a:pt x="1880458" y="4533199"/>
                  </a:lnTo>
                  <a:lnTo>
                    <a:pt x="1880711" y="4533199"/>
                  </a:lnTo>
                  <a:lnTo>
                    <a:pt x="1880963" y="4533199"/>
                  </a:lnTo>
                  <a:lnTo>
                    <a:pt x="1881342" y="4533199"/>
                  </a:lnTo>
                  <a:lnTo>
                    <a:pt x="1881468" y="4533199"/>
                  </a:lnTo>
                  <a:lnTo>
                    <a:pt x="1881595" y="4533199"/>
                  </a:lnTo>
                  <a:lnTo>
                    <a:pt x="1881847" y="4533199"/>
                  </a:lnTo>
                  <a:lnTo>
                    <a:pt x="1881973" y="4533199"/>
                  </a:lnTo>
                  <a:lnTo>
                    <a:pt x="1882100" y="4533199"/>
                  </a:lnTo>
                  <a:lnTo>
                    <a:pt x="1882226" y="4533199"/>
                  </a:lnTo>
                  <a:lnTo>
                    <a:pt x="1883110" y="4533199"/>
                  </a:lnTo>
                  <a:lnTo>
                    <a:pt x="1883236" y="4533199"/>
                  </a:lnTo>
                  <a:lnTo>
                    <a:pt x="1883488" y="4533199"/>
                  </a:lnTo>
                  <a:lnTo>
                    <a:pt x="1883741" y="4533199"/>
                  </a:lnTo>
                  <a:lnTo>
                    <a:pt x="1883867" y="4533199"/>
                  </a:lnTo>
                  <a:lnTo>
                    <a:pt x="1883993" y="4533199"/>
                  </a:lnTo>
                  <a:lnTo>
                    <a:pt x="1884120" y="4533199"/>
                  </a:lnTo>
                  <a:lnTo>
                    <a:pt x="1884246" y="4533199"/>
                  </a:lnTo>
                  <a:lnTo>
                    <a:pt x="1884372" y="4533199"/>
                  </a:lnTo>
                  <a:lnTo>
                    <a:pt x="1884498" y="4533199"/>
                  </a:lnTo>
                  <a:lnTo>
                    <a:pt x="1884625" y="4533199"/>
                  </a:lnTo>
                  <a:lnTo>
                    <a:pt x="1884751" y="4533199"/>
                  </a:lnTo>
                  <a:lnTo>
                    <a:pt x="1885003" y="4533199"/>
                  </a:lnTo>
                  <a:lnTo>
                    <a:pt x="1885130" y="4533199"/>
                  </a:lnTo>
                  <a:lnTo>
                    <a:pt x="1885256" y="4533199"/>
                  </a:lnTo>
                  <a:lnTo>
                    <a:pt x="1885635" y="4533199"/>
                  </a:lnTo>
                  <a:lnTo>
                    <a:pt x="1885761" y="4533199"/>
                  </a:lnTo>
                  <a:lnTo>
                    <a:pt x="1886013" y="4533199"/>
                  </a:lnTo>
                  <a:lnTo>
                    <a:pt x="1886140" y="4533199"/>
                  </a:lnTo>
                  <a:lnTo>
                    <a:pt x="1886392" y="4533199"/>
                  </a:lnTo>
                  <a:lnTo>
                    <a:pt x="1887024" y="4533199"/>
                  </a:lnTo>
                  <a:lnTo>
                    <a:pt x="1887276" y="4533199"/>
                  </a:lnTo>
                  <a:lnTo>
                    <a:pt x="1887402" y="4533199"/>
                  </a:lnTo>
                  <a:lnTo>
                    <a:pt x="1887781" y="4533199"/>
                  </a:lnTo>
                  <a:lnTo>
                    <a:pt x="1887907" y="4533199"/>
                  </a:lnTo>
                  <a:lnTo>
                    <a:pt x="1888034" y="4533199"/>
                  </a:lnTo>
                  <a:lnTo>
                    <a:pt x="1888286" y="4533199"/>
                  </a:lnTo>
                  <a:lnTo>
                    <a:pt x="1888412" y="4533199"/>
                  </a:lnTo>
                  <a:lnTo>
                    <a:pt x="1888539" y="4533199"/>
                  </a:lnTo>
                  <a:lnTo>
                    <a:pt x="1888917" y="4533199"/>
                  </a:lnTo>
                  <a:lnTo>
                    <a:pt x="1889170" y="4533199"/>
                  </a:lnTo>
                  <a:lnTo>
                    <a:pt x="1889549" y="4533199"/>
                  </a:lnTo>
                  <a:lnTo>
                    <a:pt x="1890054" y="4533199"/>
                  </a:lnTo>
                  <a:lnTo>
                    <a:pt x="1890306" y="4533199"/>
                  </a:lnTo>
                  <a:lnTo>
                    <a:pt x="1890432" y="4533199"/>
                  </a:lnTo>
                  <a:lnTo>
                    <a:pt x="1890559" y="4533199"/>
                  </a:lnTo>
                  <a:lnTo>
                    <a:pt x="1890811" y="4533199"/>
                  </a:lnTo>
                  <a:lnTo>
                    <a:pt x="1890937" y="4533199"/>
                  </a:lnTo>
                  <a:lnTo>
                    <a:pt x="1891064" y="4533199"/>
                  </a:lnTo>
                  <a:lnTo>
                    <a:pt x="1891190" y="4533199"/>
                  </a:lnTo>
                  <a:lnTo>
                    <a:pt x="1891442" y="4533199"/>
                  </a:lnTo>
                  <a:lnTo>
                    <a:pt x="1892453" y="4533199"/>
                  </a:lnTo>
                  <a:lnTo>
                    <a:pt x="1892831" y="4533199"/>
                  </a:lnTo>
                  <a:lnTo>
                    <a:pt x="1892958" y="4533199"/>
                  </a:lnTo>
                  <a:lnTo>
                    <a:pt x="1893210" y="4533199"/>
                  </a:lnTo>
                  <a:lnTo>
                    <a:pt x="1893336" y="4533199"/>
                  </a:lnTo>
                  <a:lnTo>
                    <a:pt x="1893715" y="4533199"/>
                  </a:lnTo>
                  <a:lnTo>
                    <a:pt x="1893841" y="4533199"/>
                  </a:lnTo>
                  <a:lnTo>
                    <a:pt x="1894094" y="4533199"/>
                  </a:lnTo>
                  <a:lnTo>
                    <a:pt x="1894220" y="4533199"/>
                  </a:lnTo>
                  <a:lnTo>
                    <a:pt x="1894725" y="4533199"/>
                  </a:lnTo>
                  <a:lnTo>
                    <a:pt x="1895104" y="4533199"/>
                  </a:lnTo>
                  <a:lnTo>
                    <a:pt x="1895735" y="4533199"/>
                  </a:lnTo>
                  <a:lnTo>
                    <a:pt x="1896114" y="4533199"/>
                  </a:lnTo>
                  <a:lnTo>
                    <a:pt x="1896240" y="4533199"/>
                  </a:lnTo>
                  <a:lnTo>
                    <a:pt x="1896366" y="4533199"/>
                  </a:lnTo>
                  <a:lnTo>
                    <a:pt x="1896619" y="4533199"/>
                  </a:lnTo>
                  <a:lnTo>
                    <a:pt x="1896745" y="4533199"/>
                  </a:lnTo>
                  <a:lnTo>
                    <a:pt x="1896871" y="4533199"/>
                  </a:lnTo>
                  <a:lnTo>
                    <a:pt x="1897377" y="4533199"/>
                  </a:lnTo>
                  <a:lnTo>
                    <a:pt x="1897503" y="4533199"/>
                  </a:lnTo>
                  <a:lnTo>
                    <a:pt x="1897755" y="4533199"/>
                  </a:lnTo>
                  <a:lnTo>
                    <a:pt x="1897882" y="4533199"/>
                  </a:lnTo>
                  <a:lnTo>
                    <a:pt x="1898134" y="4533199"/>
                  </a:lnTo>
                  <a:lnTo>
                    <a:pt x="1898260" y="4533199"/>
                  </a:lnTo>
                  <a:lnTo>
                    <a:pt x="1898639" y="4533199"/>
                  </a:lnTo>
                  <a:lnTo>
                    <a:pt x="1898765" y="4533199"/>
                  </a:lnTo>
                  <a:lnTo>
                    <a:pt x="1898892" y="4533199"/>
                  </a:lnTo>
                  <a:lnTo>
                    <a:pt x="1899018" y="4533199"/>
                  </a:lnTo>
                  <a:lnTo>
                    <a:pt x="1899270" y="4533199"/>
                  </a:lnTo>
                  <a:lnTo>
                    <a:pt x="1900028" y="4533199"/>
                  </a:lnTo>
                  <a:lnTo>
                    <a:pt x="1900154" y="4533199"/>
                  </a:lnTo>
                  <a:lnTo>
                    <a:pt x="1900407" y="4533199"/>
                  </a:lnTo>
                  <a:lnTo>
                    <a:pt x="1900785" y="4533199"/>
                  </a:lnTo>
                  <a:lnTo>
                    <a:pt x="1901038" y="4533199"/>
                  </a:lnTo>
                  <a:lnTo>
                    <a:pt x="1901164" y="4533199"/>
                  </a:lnTo>
                  <a:lnTo>
                    <a:pt x="1901543" y="4533199"/>
                  </a:lnTo>
                  <a:lnTo>
                    <a:pt x="1901669" y="4533199"/>
                  </a:lnTo>
                  <a:lnTo>
                    <a:pt x="1901922" y="4533199"/>
                  </a:lnTo>
                  <a:lnTo>
                    <a:pt x="1902174" y="4533199"/>
                  </a:lnTo>
                  <a:lnTo>
                    <a:pt x="1902553" y="4533199"/>
                  </a:lnTo>
                  <a:lnTo>
                    <a:pt x="1902679" y="4533199"/>
                  </a:lnTo>
                  <a:lnTo>
                    <a:pt x="1902806" y="4533199"/>
                  </a:lnTo>
                  <a:lnTo>
                    <a:pt x="1902932" y="4533199"/>
                  </a:lnTo>
                  <a:lnTo>
                    <a:pt x="1903058" y="4528287"/>
                  </a:lnTo>
                  <a:lnTo>
                    <a:pt x="1903437" y="4528287"/>
                  </a:lnTo>
                  <a:lnTo>
                    <a:pt x="1903689" y="4528287"/>
                  </a:lnTo>
                  <a:lnTo>
                    <a:pt x="1903942" y="4528287"/>
                  </a:lnTo>
                  <a:lnTo>
                    <a:pt x="1904194" y="4528287"/>
                  </a:lnTo>
                  <a:lnTo>
                    <a:pt x="1904447" y="4528287"/>
                  </a:lnTo>
                  <a:lnTo>
                    <a:pt x="1904826" y="4528287"/>
                  </a:lnTo>
                  <a:lnTo>
                    <a:pt x="1905078" y="4528287"/>
                  </a:lnTo>
                  <a:lnTo>
                    <a:pt x="1905204" y="4528287"/>
                  </a:lnTo>
                  <a:lnTo>
                    <a:pt x="1905331" y="4528287"/>
                  </a:lnTo>
                  <a:lnTo>
                    <a:pt x="1905457" y="4528287"/>
                  </a:lnTo>
                  <a:lnTo>
                    <a:pt x="1905583" y="4528287"/>
                  </a:lnTo>
                  <a:lnTo>
                    <a:pt x="1905709" y="4528287"/>
                  </a:lnTo>
                  <a:lnTo>
                    <a:pt x="1906593" y="4528287"/>
                  </a:lnTo>
                  <a:lnTo>
                    <a:pt x="1906719" y="4528287"/>
                  </a:lnTo>
                  <a:lnTo>
                    <a:pt x="1906846" y="4528287"/>
                  </a:lnTo>
                  <a:lnTo>
                    <a:pt x="1906972" y="4528287"/>
                  </a:lnTo>
                  <a:lnTo>
                    <a:pt x="1907098" y="4528287"/>
                  </a:lnTo>
                  <a:lnTo>
                    <a:pt x="1907225" y="4528287"/>
                  </a:lnTo>
                  <a:lnTo>
                    <a:pt x="1907351" y="4528287"/>
                  </a:lnTo>
                  <a:lnTo>
                    <a:pt x="1907603" y="4528287"/>
                  </a:lnTo>
                  <a:lnTo>
                    <a:pt x="1907856" y="4528287"/>
                  </a:lnTo>
                  <a:lnTo>
                    <a:pt x="1908108" y="4528287"/>
                  </a:lnTo>
                  <a:lnTo>
                    <a:pt x="1908235" y="4528287"/>
                  </a:lnTo>
                  <a:lnTo>
                    <a:pt x="1908361" y="4528287"/>
                  </a:lnTo>
                  <a:lnTo>
                    <a:pt x="1908487" y="4528287"/>
                  </a:lnTo>
                  <a:lnTo>
                    <a:pt x="1908740" y="4523376"/>
                  </a:lnTo>
                  <a:lnTo>
                    <a:pt x="1908992" y="4523376"/>
                  </a:lnTo>
                  <a:lnTo>
                    <a:pt x="1909118" y="4523376"/>
                  </a:lnTo>
                  <a:lnTo>
                    <a:pt x="1909245" y="4523376"/>
                  </a:lnTo>
                  <a:lnTo>
                    <a:pt x="1909497" y="4523376"/>
                  </a:lnTo>
                  <a:lnTo>
                    <a:pt x="1909623" y="4523376"/>
                  </a:lnTo>
                  <a:lnTo>
                    <a:pt x="1910002" y="4518464"/>
                  </a:lnTo>
                  <a:lnTo>
                    <a:pt x="1910255" y="4518464"/>
                  </a:lnTo>
                  <a:lnTo>
                    <a:pt x="1910381" y="4518464"/>
                  </a:lnTo>
                  <a:lnTo>
                    <a:pt x="1910507" y="4518464"/>
                  </a:lnTo>
                  <a:lnTo>
                    <a:pt x="1910886" y="4518464"/>
                  </a:lnTo>
                  <a:lnTo>
                    <a:pt x="1911012" y="4518464"/>
                  </a:lnTo>
                  <a:lnTo>
                    <a:pt x="1911138" y="4518464"/>
                  </a:lnTo>
                  <a:lnTo>
                    <a:pt x="1911265" y="4518464"/>
                  </a:lnTo>
                  <a:lnTo>
                    <a:pt x="1911391" y="4518464"/>
                  </a:lnTo>
                  <a:lnTo>
                    <a:pt x="1911517" y="4518464"/>
                  </a:lnTo>
                  <a:lnTo>
                    <a:pt x="1911643" y="4518464"/>
                  </a:lnTo>
                  <a:lnTo>
                    <a:pt x="1912022" y="4518464"/>
                  </a:lnTo>
                  <a:lnTo>
                    <a:pt x="1912275" y="4518464"/>
                  </a:lnTo>
                  <a:lnTo>
                    <a:pt x="1912654" y="4518464"/>
                  </a:lnTo>
                  <a:lnTo>
                    <a:pt x="1912780" y="4518464"/>
                  </a:lnTo>
                  <a:lnTo>
                    <a:pt x="1912906" y="4518464"/>
                  </a:lnTo>
                  <a:lnTo>
                    <a:pt x="1912906" y="4513553"/>
                  </a:lnTo>
                  <a:lnTo>
                    <a:pt x="1913285" y="4513553"/>
                  </a:lnTo>
                  <a:lnTo>
                    <a:pt x="1913537" y="4513553"/>
                  </a:lnTo>
                  <a:lnTo>
                    <a:pt x="1913790" y="4513553"/>
                  </a:lnTo>
                  <a:lnTo>
                    <a:pt x="1913916" y="4513553"/>
                  </a:lnTo>
                  <a:lnTo>
                    <a:pt x="1914042" y="4513553"/>
                  </a:lnTo>
                  <a:lnTo>
                    <a:pt x="1914674" y="4513553"/>
                  </a:lnTo>
                  <a:lnTo>
                    <a:pt x="1914800" y="4513553"/>
                  </a:lnTo>
                  <a:lnTo>
                    <a:pt x="1914926" y="4513553"/>
                  </a:lnTo>
                  <a:lnTo>
                    <a:pt x="1915305" y="4513553"/>
                  </a:lnTo>
                  <a:lnTo>
                    <a:pt x="1915431" y="4513553"/>
                  </a:lnTo>
                  <a:lnTo>
                    <a:pt x="1915684" y="4513553"/>
                  </a:lnTo>
                  <a:lnTo>
                    <a:pt x="1915936" y="4513553"/>
                  </a:lnTo>
                  <a:lnTo>
                    <a:pt x="1916062" y="4513553"/>
                  </a:lnTo>
                  <a:lnTo>
                    <a:pt x="1916189" y="4513553"/>
                  </a:lnTo>
                  <a:lnTo>
                    <a:pt x="1916946" y="4513553"/>
                  </a:lnTo>
                  <a:lnTo>
                    <a:pt x="1917451" y="4513553"/>
                  </a:lnTo>
                  <a:lnTo>
                    <a:pt x="1917578" y="4513553"/>
                  </a:lnTo>
                  <a:lnTo>
                    <a:pt x="1917578" y="4508642"/>
                  </a:lnTo>
                  <a:lnTo>
                    <a:pt x="1917956" y="4508642"/>
                  </a:lnTo>
                  <a:lnTo>
                    <a:pt x="1918083" y="4508642"/>
                  </a:lnTo>
                  <a:lnTo>
                    <a:pt x="1918335" y="4508642"/>
                  </a:lnTo>
                  <a:lnTo>
                    <a:pt x="1918461" y="4508642"/>
                  </a:lnTo>
                  <a:lnTo>
                    <a:pt x="1918588" y="4508642"/>
                  </a:lnTo>
                  <a:lnTo>
                    <a:pt x="1918714" y="4508642"/>
                  </a:lnTo>
                  <a:lnTo>
                    <a:pt x="1919219" y="4508642"/>
                  </a:lnTo>
                  <a:lnTo>
                    <a:pt x="1919471" y="4508642"/>
                  </a:lnTo>
                  <a:lnTo>
                    <a:pt x="1919850" y="4508642"/>
                  </a:lnTo>
                  <a:lnTo>
                    <a:pt x="1921618" y="4508642"/>
                  </a:lnTo>
                  <a:lnTo>
                    <a:pt x="1921618" y="4503730"/>
                  </a:lnTo>
                  <a:lnTo>
                    <a:pt x="1921870" y="4503730"/>
                  </a:lnTo>
                  <a:lnTo>
                    <a:pt x="1921996" y="4503730"/>
                  </a:lnTo>
                  <a:lnTo>
                    <a:pt x="1922123" y="4503730"/>
                  </a:lnTo>
                  <a:lnTo>
                    <a:pt x="1922375" y="4503730"/>
                  </a:lnTo>
                  <a:lnTo>
                    <a:pt x="1922501" y="4503730"/>
                  </a:lnTo>
                  <a:lnTo>
                    <a:pt x="1922754" y="4503730"/>
                  </a:lnTo>
                  <a:lnTo>
                    <a:pt x="1922880" y="4503730"/>
                  </a:lnTo>
                  <a:lnTo>
                    <a:pt x="1923007" y="4503730"/>
                  </a:lnTo>
                  <a:lnTo>
                    <a:pt x="1923385" y="4503730"/>
                  </a:lnTo>
                  <a:lnTo>
                    <a:pt x="1923638" y="4503730"/>
                  </a:lnTo>
                  <a:lnTo>
                    <a:pt x="1923764" y="4503730"/>
                  </a:lnTo>
                  <a:lnTo>
                    <a:pt x="1923890" y="4503730"/>
                  </a:lnTo>
                  <a:lnTo>
                    <a:pt x="1924143" y="4503730"/>
                  </a:lnTo>
                  <a:lnTo>
                    <a:pt x="1924395" y="4503730"/>
                  </a:lnTo>
                  <a:lnTo>
                    <a:pt x="1924648" y="4503730"/>
                  </a:lnTo>
                  <a:lnTo>
                    <a:pt x="1924900" y="4503730"/>
                  </a:lnTo>
                  <a:lnTo>
                    <a:pt x="1925532" y="4503730"/>
                  </a:lnTo>
                  <a:lnTo>
                    <a:pt x="1925658" y="4503730"/>
                  </a:lnTo>
                  <a:lnTo>
                    <a:pt x="1925784" y="4503730"/>
                  </a:lnTo>
                  <a:lnTo>
                    <a:pt x="1926037" y="4498819"/>
                  </a:lnTo>
                  <a:lnTo>
                    <a:pt x="1926163" y="4498819"/>
                  </a:lnTo>
                  <a:lnTo>
                    <a:pt x="1926289" y="4498819"/>
                  </a:lnTo>
                  <a:lnTo>
                    <a:pt x="1926415" y="4498819"/>
                  </a:lnTo>
                  <a:lnTo>
                    <a:pt x="1926668" y="4498819"/>
                  </a:lnTo>
                  <a:lnTo>
                    <a:pt x="1926794" y="4498819"/>
                  </a:lnTo>
                  <a:lnTo>
                    <a:pt x="1926920" y="4498819"/>
                  </a:lnTo>
                  <a:lnTo>
                    <a:pt x="1927299" y="4498819"/>
                  </a:lnTo>
                  <a:lnTo>
                    <a:pt x="1927425" y="4498819"/>
                  </a:lnTo>
                  <a:lnTo>
                    <a:pt x="1927425" y="4493908"/>
                  </a:lnTo>
                  <a:lnTo>
                    <a:pt x="1927678" y="4493908"/>
                  </a:lnTo>
                  <a:lnTo>
                    <a:pt x="1927804" y="4493908"/>
                  </a:lnTo>
                  <a:lnTo>
                    <a:pt x="1928436" y="4493908"/>
                  </a:lnTo>
                  <a:lnTo>
                    <a:pt x="1928562" y="4493908"/>
                  </a:lnTo>
                  <a:lnTo>
                    <a:pt x="1928941" y="4488996"/>
                  </a:lnTo>
                  <a:lnTo>
                    <a:pt x="1929067" y="4488996"/>
                  </a:lnTo>
                  <a:lnTo>
                    <a:pt x="1929193" y="4488996"/>
                  </a:lnTo>
                  <a:lnTo>
                    <a:pt x="1929319" y="4488996"/>
                  </a:lnTo>
                  <a:lnTo>
                    <a:pt x="1930077" y="4488996"/>
                  </a:lnTo>
                  <a:lnTo>
                    <a:pt x="1930203" y="4488996"/>
                  </a:lnTo>
                  <a:lnTo>
                    <a:pt x="1930456" y="4488996"/>
                  </a:lnTo>
                  <a:lnTo>
                    <a:pt x="1930582" y="4488996"/>
                  </a:lnTo>
                  <a:lnTo>
                    <a:pt x="1930708" y="4488996"/>
                  </a:lnTo>
                  <a:lnTo>
                    <a:pt x="1930834" y="4488996"/>
                  </a:lnTo>
                  <a:lnTo>
                    <a:pt x="1931466" y="4488996"/>
                  </a:lnTo>
                  <a:lnTo>
                    <a:pt x="1931592" y="4488996"/>
                  </a:lnTo>
                  <a:lnTo>
                    <a:pt x="1931718" y="4488996"/>
                  </a:lnTo>
                  <a:lnTo>
                    <a:pt x="1931971" y="4488996"/>
                  </a:lnTo>
                  <a:lnTo>
                    <a:pt x="1932223" y="4488996"/>
                  </a:lnTo>
                  <a:lnTo>
                    <a:pt x="1932476" y="4488996"/>
                  </a:lnTo>
                  <a:lnTo>
                    <a:pt x="1932602" y="4488996"/>
                  </a:lnTo>
                  <a:lnTo>
                    <a:pt x="1932728" y="4488996"/>
                  </a:lnTo>
                  <a:lnTo>
                    <a:pt x="1933107" y="4488996"/>
                  </a:lnTo>
                  <a:lnTo>
                    <a:pt x="1933360" y="4488996"/>
                  </a:lnTo>
                  <a:lnTo>
                    <a:pt x="1933486" y="4488996"/>
                  </a:lnTo>
                  <a:lnTo>
                    <a:pt x="1933738" y="4488996"/>
                  </a:lnTo>
                  <a:lnTo>
                    <a:pt x="1933991" y="4488996"/>
                  </a:lnTo>
                  <a:lnTo>
                    <a:pt x="1934117" y="4488996"/>
                  </a:lnTo>
                  <a:lnTo>
                    <a:pt x="1934748" y="4484085"/>
                  </a:lnTo>
                  <a:lnTo>
                    <a:pt x="1934748" y="4479173"/>
                  </a:lnTo>
                  <a:lnTo>
                    <a:pt x="1935127" y="4479173"/>
                  </a:lnTo>
                  <a:lnTo>
                    <a:pt x="1935253" y="4479173"/>
                  </a:lnTo>
                  <a:lnTo>
                    <a:pt x="1935632" y="4479173"/>
                  </a:lnTo>
                  <a:lnTo>
                    <a:pt x="1935885" y="4479173"/>
                  </a:lnTo>
                  <a:lnTo>
                    <a:pt x="1936263" y="4479173"/>
                  </a:lnTo>
                  <a:lnTo>
                    <a:pt x="1936516" y="4479173"/>
                  </a:lnTo>
                  <a:lnTo>
                    <a:pt x="1936895" y="4479173"/>
                  </a:lnTo>
                  <a:lnTo>
                    <a:pt x="1937021" y="4479173"/>
                  </a:lnTo>
                  <a:lnTo>
                    <a:pt x="1937147" y="4479173"/>
                  </a:lnTo>
                  <a:lnTo>
                    <a:pt x="1937273" y="4479173"/>
                  </a:lnTo>
                  <a:lnTo>
                    <a:pt x="1937400" y="4479173"/>
                  </a:lnTo>
                  <a:lnTo>
                    <a:pt x="1937526" y="4479173"/>
                  </a:lnTo>
                  <a:lnTo>
                    <a:pt x="1937652" y="4479173"/>
                  </a:lnTo>
                  <a:lnTo>
                    <a:pt x="1937778" y="4479173"/>
                  </a:lnTo>
                  <a:lnTo>
                    <a:pt x="1937905" y="4479173"/>
                  </a:lnTo>
                  <a:lnTo>
                    <a:pt x="1938157" y="4479173"/>
                  </a:lnTo>
                  <a:lnTo>
                    <a:pt x="1938284" y="4479173"/>
                  </a:lnTo>
                  <a:lnTo>
                    <a:pt x="1938410" y="4479173"/>
                  </a:lnTo>
                  <a:lnTo>
                    <a:pt x="1938410" y="4474262"/>
                  </a:lnTo>
                  <a:lnTo>
                    <a:pt x="1938662" y="4474262"/>
                  </a:lnTo>
                  <a:lnTo>
                    <a:pt x="1938789" y="4474262"/>
                  </a:lnTo>
                  <a:lnTo>
                    <a:pt x="1939167" y="4474262"/>
                  </a:lnTo>
                  <a:lnTo>
                    <a:pt x="1939294" y="4474262"/>
                  </a:lnTo>
                  <a:lnTo>
                    <a:pt x="1939420" y="4474262"/>
                  </a:lnTo>
                  <a:lnTo>
                    <a:pt x="1939546" y="4474262"/>
                  </a:lnTo>
                  <a:lnTo>
                    <a:pt x="1939672" y="4474262"/>
                  </a:lnTo>
                  <a:lnTo>
                    <a:pt x="1939799" y="4474262"/>
                  </a:lnTo>
                  <a:lnTo>
                    <a:pt x="1939925" y="4474262"/>
                  </a:lnTo>
                  <a:lnTo>
                    <a:pt x="1940051" y="4474262"/>
                  </a:lnTo>
                  <a:lnTo>
                    <a:pt x="1940430" y="4474262"/>
                  </a:lnTo>
                  <a:lnTo>
                    <a:pt x="1940556" y="4474262"/>
                  </a:lnTo>
                  <a:lnTo>
                    <a:pt x="1940809" y="4474262"/>
                  </a:lnTo>
                  <a:lnTo>
                    <a:pt x="1941314" y="4469351"/>
                  </a:lnTo>
                  <a:lnTo>
                    <a:pt x="1941440" y="4469351"/>
                  </a:lnTo>
                  <a:lnTo>
                    <a:pt x="1941692" y="4469351"/>
                  </a:lnTo>
                  <a:lnTo>
                    <a:pt x="1941945" y="4469351"/>
                  </a:lnTo>
                  <a:lnTo>
                    <a:pt x="1942071" y="4469351"/>
                  </a:lnTo>
                  <a:lnTo>
                    <a:pt x="1942197" y="4469351"/>
                  </a:lnTo>
                  <a:lnTo>
                    <a:pt x="1942450" y="4469351"/>
                  </a:lnTo>
                  <a:lnTo>
                    <a:pt x="1942829" y="4469351"/>
                  </a:lnTo>
                  <a:lnTo>
                    <a:pt x="1943081" y="4469351"/>
                  </a:lnTo>
                  <a:lnTo>
                    <a:pt x="1943334" y="4469351"/>
                  </a:lnTo>
                  <a:lnTo>
                    <a:pt x="1943460" y="4469351"/>
                  </a:lnTo>
                  <a:lnTo>
                    <a:pt x="1943713" y="4469351"/>
                  </a:lnTo>
                  <a:lnTo>
                    <a:pt x="1943839" y="4469351"/>
                  </a:lnTo>
                  <a:lnTo>
                    <a:pt x="1944091" y="4469351"/>
                  </a:lnTo>
                  <a:lnTo>
                    <a:pt x="1944218" y="4469351"/>
                  </a:lnTo>
                  <a:lnTo>
                    <a:pt x="1944596" y="4469351"/>
                  </a:lnTo>
                  <a:lnTo>
                    <a:pt x="1944849" y="4469351"/>
                  </a:lnTo>
                  <a:lnTo>
                    <a:pt x="1945101" y="4469351"/>
                  </a:lnTo>
                  <a:lnTo>
                    <a:pt x="1945228" y="4469351"/>
                  </a:lnTo>
                  <a:lnTo>
                    <a:pt x="1945606" y="4464439"/>
                  </a:lnTo>
                  <a:lnTo>
                    <a:pt x="1946111" y="4464439"/>
                  </a:lnTo>
                  <a:lnTo>
                    <a:pt x="1946238" y="4464439"/>
                  </a:lnTo>
                  <a:lnTo>
                    <a:pt x="1946490" y="4464439"/>
                  </a:lnTo>
                  <a:lnTo>
                    <a:pt x="1946869" y="4464439"/>
                  </a:lnTo>
                  <a:lnTo>
                    <a:pt x="1946995" y="4464439"/>
                  </a:lnTo>
                  <a:lnTo>
                    <a:pt x="1947121" y="4464439"/>
                  </a:lnTo>
                  <a:lnTo>
                    <a:pt x="1947248" y="4464439"/>
                  </a:lnTo>
                  <a:lnTo>
                    <a:pt x="1947500" y="4464439"/>
                  </a:lnTo>
                  <a:lnTo>
                    <a:pt x="1948258" y="4459528"/>
                  </a:lnTo>
                  <a:lnTo>
                    <a:pt x="1948384" y="4459528"/>
                  </a:lnTo>
                  <a:lnTo>
                    <a:pt x="1948637" y="4459528"/>
                  </a:lnTo>
                  <a:lnTo>
                    <a:pt x="1949015" y="4459528"/>
                  </a:lnTo>
                  <a:lnTo>
                    <a:pt x="1949142" y="4459528"/>
                  </a:lnTo>
                  <a:lnTo>
                    <a:pt x="1949268" y="4454617"/>
                  </a:lnTo>
                  <a:lnTo>
                    <a:pt x="1949394" y="4454617"/>
                  </a:lnTo>
                  <a:lnTo>
                    <a:pt x="1949773" y="4454617"/>
                  </a:lnTo>
                  <a:lnTo>
                    <a:pt x="1950025" y="4454617"/>
                  </a:lnTo>
                  <a:lnTo>
                    <a:pt x="1950152" y="4454617"/>
                  </a:lnTo>
                  <a:lnTo>
                    <a:pt x="1950530" y="4449705"/>
                  </a:lnTo>
                  <a:lnTo>
                    <a:pt x="1950657" y="4449705"/>
                  </a:lnTo>
                  <a:lnTo>
                    <a:pt x="1950783" y="4449705"/>
                  </a:lnTo>
                  <a:lnTo>
                    <a:pt x="1950909" y="4449705"/>
                  </a:lnTo>
                  <a:lnTo>
                    <a:pt x="1951035" y="4449705"/>
                  </a:lnTo>
                  <a:lnTo>
                    <a:pt x="1951162" y="4449705"/>
                  </a:lnTo>
                  <a:lnTo>
                    <a:pt x="1951288" y="4444794"/>
                  </a:lnTo>
                  <a:lnTo>
                    <a:pt x="1951288" y="4439882"/>
                  </a:lnTo>
                  <a:lnTo>
                    <a:pt x="1951667" y="4434971"/>
                  </a:lnTo>
                  <a:lnTo>
                    <a:pt x="1951793" y="4434971"/>
                  </a:lnTo>
                  <a:lnTo>
                    <a:pt x="1951919" y="4434971"/>
                  </a:lnTo>
                  <a:lnTo>
                    <a:pt x="1952045" y="4434971"/>
                  </a:lnTo>
                  <a:lnTo>
                    <a:pt x="1952172" y="4434971"/>
                  </a:lnTo>
                  <a:lnTo>
                    <a:pt x="1952298" y="4434971"/>
                  </a:lnTo>
                  <a:lnTo>
                    <a:pt x="1952424" y="4434971"/>
                  </a:lnTo>
                  <a:lnTo>
                    <a:pt x="1952929" y="4434971"/>
                  </a:lnTo>
                  <a:lnTo>
                    <a:pt x="1953434" y="4434971"/>
                  </a:lnTo>
                  <a:lnTo>
                    <a:pt x="1953687" y="4434971"/>
                  </a:lnTo>
                  <a:lnTo>
                    <a:pt x="1953813" y="4434971"/>
                  </a:lnTo>
                  <a:lnTo>
                    <a:pt x="1954192" y="4434971"/>
                  </a:lnTo>
                  <a:lnTo>
                    <a:pt x="1954571" y="4434971"/>
                  </a:lnTo>
                  <a:lnTo>
                    <a:pt x="1954697" y="4434971"/>
                  </a:lnTo>
                  <a:lnTo>
                    <a:pt x="1954949" y="4434971"/>
                  </a:lnTo>
                  <a:lnTo>
                    <a:pt x="1955581" y="4434971"/>
                  </a:lnTo>
                  <a:lnTo>
                    <a:pt x="1955707" y="4434971"/>
                  </a:lnTo>
                  <a:lnTo>
                    <a:pt x="1955833" y="4434971"/>
                  </a:lnTo>
                  <a:lnTo>
                    <a:pt x="1955959" y="4434971"/>
                  </a:lnTo>
                  <a:lnTo>
                    <a:pt x="1956086" y="4434971"/>
                  </a:lnTo>
                  <a:lnTo>
                    <a:pt x="1956086" y="4430060"/>
                  </a:lnTo>
                  <a:lnTo>
                    <a:pt x="1956212" y="4430060"/>
                  </a:lnTo>
                  <a:lnTo>
                    <a:pt x="1956338" y="4430060"/>
                  </a:lnTo>
                  <a:lnTo>
                    <a:pt x="1956464" y="4430060"/>
                  </a:lnTo>
                  <a:lnTo>
                    <a:pt x="1956591" y="4430060"/>
                  </a:lnTo>
                  <a:lnTo>
                    <a:pt x="1956969" y="4430060"/>
                  </a:lnTo>
                  <a:lnTo>
                    <a:pt x="1957096" y="4430060"/>
                  </a:lnTo>
                  <a:lnTo>
                    <a:pt x="1957222" y="4430060"/>
                  </a:lnTo>
                  <a:lnTo>
                    <a:pt x="1957348" y="4430060"/>
                  </a:lnTo>
                  <a:lnTo>
                    <a:pt x="1957601" y="4430060"/>
                  </a:lnTo>
                  <a:lnTo>
                    <a:pt x="1957727" y="4430060"/>
                  </a:lnTo>
                  <a:lnTo>
                    <a:pt x="1957979" y="4430060"/>
                  </a:lnTo>
                  <a:lnTo>
                    <a:pt x="1958232" y="4430060"/>
                  </a:lnTo>
                  <a:lnTo>
                    <a:pt x="1958358" y="4430060"/>
                  </a:lnTo>
                  <a:lnTo>
                    <a:pt x="1958990" y="4430060"/>
                  </a:lnTo>
                  <a:lnTo>
                    <a:pt x="1959242" y="4430060"/>
                  </a:lnTo>
                  <a:lnTo>
                    <a:pt x="1959368" y="4430060"/>
                  </a:lnTo>
                  <a:lnTo>
                    <a:pt x="1959495" y="4430060"/>
                  </a:lnTo>
                  <a:lnTo>
                    <a:pt x="1959747" y="4430060"/>
                  </a:lnTo>
                  <a:lnTo>
                    <a:pt x="1960000" y="4430060"/>
                  </a:lnTo>
                  <a:lnTo>
                    <a:pt x="1960505" y="4430060"/>
                  </a:lnTo>
                  <a:lnTo>
                    <a:pt x="1960757" y="4430060"/>
                  </a:lnTo>
                  <a:lnTo>
                    <a:pt x="1961010" y="4430060"/>
                  </a:lnTo>
                  <a:lnTo>
                    <a:pt x="1961136" y="4430060"/>
                  </a:lnTo>
                  <a:lnTo>
                    <a:pt x="1961136" y="4425148"/>
                  </a:lnTo>
                  <a:lnTo>
                    <a:pt x="1961388" y="4425148"/>
                  </a:lnTo>
                  <a:lnTo>
                    <a:pt x="1961515" y="4425148"/>
                  </a:lnTo>
                  <a:lnTo>
                    <a:pt x="1961893" y="4425148"/>
                  </a:lnTo>
                  <a:lnTo>
                    <a:pt x="1962398" y="4425148"/>
                  </a:lnTo>
                  <a:lnTo>
                    <a:pt x="1962525" y="4425148"/>
                  </a:lnTo>
                  <a:lnTo>
                    <a:pt x="1962777" y="4425148"/>
                  </a:lnTo>
                  <a:lnTo>
                    <a:pt x="1963156" y="4425148"/>
                  </a:lnTo>
                  <a:lnTo>
                    <a:pt x="1963282" y="4425148"/>
                  </a:lnTo>
                  <a:lnTo>
                    <a:pt x="1963408" y="4425148"/>
                  </a:lnTo>
                  <a:lnTo>
                    <a:pt x="1963535" y="4425148"/>
                  </a:lnTo>
                  <a:lnTo>
                    <a:pt x="1963787" y="4425148"/>
                  </a:lnTo>
                  <a:lnTo>
                    <a:pt x="1965429" y="4425148"/>
                  </a:lnTo>
                  <a:lnTo>
                    <a:pt x="1965555" y="4425148"/>
                  </a:lnTo>
                  <a:lnTo>
                    <a:pt x="1965681" y="4425148"/>
                  </a:lnTo>
                  <a:lnTo>
                    <a:pt x="1965807" y="4425148"/>
                  </a:lnTo>
                  <a:lnTo>
                    <a:pt x="1965934" y="4425148"/>
                  </a:lnTo>
                  <a:lnTo>
                    <a:pt x="1966060" y="4425148"/>
                  </a:lnTo>
                  <a:lnTo>
                    <a:pt x="1966186" y="4425148"/>
                  </a:lnTo>
                  <a:lnTo>
                    <a:pt x="1966312" y="4425148"/>
                  </a:lnTo>
                  <a:lnTo>
                    <a:pt x="1966439" y="4425148"/>
                  </a:lnTo>
                  <a:lnTo>
                    <a:pt x="1966691" y="4425148"/>
                  </a:lnTo>
                  <a:lnTo>
                    <a:pt x="1966817" y="4425148"/>
                  </a:lnTo>
                  <a:lnTo>
                    <a:pt x="1966944" y="4425148"/>
                  </a:lnTo>
                  <a:lnTo>
                    <a:pt x="1967070" y="4425148"/>
                  </a:lnTo>
                  <a:lnTo>
                    <a:pt x="1967196" y="4425148"/>
                  </a:lnTo>
                  <a:lnTo>
                    <a:pt x="1967322" y="4425148"/>
                  </a:lnTo>
                  <a:lnTo>
                    <a:pt x="1967575" y="4425148"/>
                  </a:lnTo>
                  <a:lnTo>
                    <a:pt x="1967827" y="4425148"/>
                  </a:lnTo>
                  <a:lnTo>
                    <a:pt x="1967954" y="4425148"/>
                  </a:lnTo>
                  <a:lnTo>
                    <a:pt x="1968080" y="4425148"/>
                  </a:lnTo>
                  <a:lnTo>
                    <a:pt x="1968206" y="4425148"/>
                  </a:lnTo>
                  <a:lnTo>
                    <a:pt x="1968332" y="4425148"/>
                  </a:lnTo>
                  <a:lnTo>
                    <a:pt x="1968459" y="4425148"/>
                  </a:lnTo>
                  <a:lnTo>
                    <a:pt x="1968585" y="4425148"/>
                  </a:lnTo>
                  <a:lnTo>
                    <a:pt x="1968711" y="4425148"/>
                  </a:lnTo>
                  <a:lnTo>
                    <a:pt x="1968964" y="4425148"/>
                  </a:lnTo>
                  <a:lnTo>
                    <a:pt x="1969090" y="4425148"/>
                  </a:lnTo>
                  <a:lnTo>
                    <a:pt x="1969343" y="4425148"/>
                  </a:lnTo>
                  <a:lnTo>
                    <a:pt x="1969469" y="4425148"/>
                  </a:lnTo>
                  <a:lnTo>
                    <a:pt x="1969721" y="4420237"/>
                  </a:lnTo>
                  <a:lnTo>
                    <a:pt x="1970226" y="4415326"/>
                  </a:lnTo>
                  <a:lnTo>
                    <a:pt x="1970479" y="4415326"/>
                  </a:lnTo>
                  <a:lnTo>
                    <a:pt x="1970605" y="4415326"/>
                  </a:lnTo>
                  <a:lnTo>
                    <a:pt x="1970731" y="4415326"/>
                  </a:lnTo>
                  <a:lnTo>
                    <a:pt x="1971110" y="4415326"/>
                  </a:lnTo>
                  <a:lnTo>
                    <a:pt x="1971236" y="4415326"/>
                  </a:lnTo>
                  <a:lnTo>
                    <a:pt x="1971363" y="4415326"/>
                  </a:lnTo>
                  <a:lnTo>
                    <a:pt x="1971489" y="4415326"/>
                  </a:lnTo>
                  <a:lnTo>
                    <a:pt x="1971615" y="4415326"/>
                  </a:lnTo>
                  <a:lnTo>
                    <a:pt x="1971741" y="4415326"/>
                  </a:lnTo>
                  <a:lnTo>
                    <a:pt x="1971868" y="4415326"/>
                  </a:lnTo>
                  <a:lnTo>
                    <a:pt x="1972246" y="4415326"/>
                  </a:lnTo>
                  <a:lnTo>
                    <a:pt x="1972373" y="4415326"/>
                  </a:lnTo>
                  <a:lnTo>
                    <a:pt x="1972499" y="4415326"/>
                  </a:lnTo>
                  <a:lnTo>
                    <a:pt x="1972625" y="4415326"/>
                  </a:lnTo>
                  <a:lnTo>
                    <a:pt x="1972751" y="4415326"/>
                  </a:lnTo>
                  <a:lnTo>
                    <a:pt x="1972878" y="4415326"/>
                  </a:lnTo>
                  <a:lnTo>
                    <a:pt x="1973130" y="4415326"/>
                  </a:lnTo>
                  <a:lnTo>
                    <a:pt x="1973256" y="4415326"/>
                  </a:lnTo>
                  <a:lnTo>
                    <a:pt x="1973383" y="4415326"/>
                  </a:lnTo>
                  <a:lnTo>
                    <a:pt x="1973761" y="4410414"/>
                  </a:lnTo>
                  <a:lnTo>
                    <a:pt x="1973888" y="4410414"/>
                  </a:lnTo>
                  <a:lnTo>
                    <a:pt x="1974014" y="4410414"/>
                  </a:lnTo>
                  <a:lnTo>
                    <a:pt x="1974645" y="4410414"/>
                  </a:lnTo>
                  <a:lnTo>
                    <a:pt x="1974772" y="4410414"/>
                  </a:lnTo>
                  <a:lnTo>
                    <a:pt x="1975024" y="4410414"/>
                  </a:lnTo>
                  <a:lnTo>
                    <a:pt x="1975403" y="4410414"/>
                  </a:lnTo>
                  <a:lnTo>
                    <a:pt x="1975908" y="4410414"/>
                  </a:lnTo>
                  <a:lnTo>
                    <a:pt x="1976034" y="4410414"/>
                  </a:lnTo>
                  <a:lnTo>
                    <a:pt x="1976160" y="4410414"/>
                  </a:lnTo>
                  <a:lnTo>
                    <a:pt x="1976287" y="4410414"/>
                  </a:lnTo>
                  <a:lnTo>
                    <a:pt x="1976413" y="4410414"/>
                  </a:lnTo>
                  <a:lnTo>
                    <a:pt x="1976918" y="4410414"/>
                  </a:lnTo>
                  <a:lnTo>
                    <a:pt x="1977044" y="4410414"/>
                  </a:lnTo>
                  <a:lnTo>
                    <a:pt x="1977170" y="4410414"/>
                  </a:lnTo>
                  <a:lnTo>
                    <a:pt x="1977297" y="4410414"/>
                  </a:lnTo>
                  <a:lnTo>
                    <a:pt x="1977549" y="4410414"/>
                  </a:lnTo>
                  <a:lnTo>
                    <a:pt x="1977928" y="4410414"/>
                  </a:lnTo>
                  <a:lnTo>
                    <a:pt x="1978180" y="4410414"/>
                  </a:lnTo>
                  <a:lnTo>
                    <a:pt x="1978433" y="4410414"/>
                  </a:lnTo>
                  <a:lnTo>
                    <a:pt x="1978559" y="4410414"/>
                  </a:lnTo>
                  <a:lnTo>
                    <a:pt x="1978685" y="4410414"/>
                  </a:lnTo>
                  <a:lnTo>
                    <a:pt x="1978812" y="4410414"/>
                  </a:lnTo>
                  <a:lnTo>
                    <a:pt x="1979443" y="4410414"/>
                  </a:lnTo>
                  <a:lnTo>
                    <a:pt x="1979696" y="4410414"/>
                  </a:lnTo>
                  <a:lnTo>
                    <a:pt x="1979948" y="4410414"/>
                  </a:lnTo>
                  <a:lnTo>
                    <a:pt x="1980074" y="4410414"/>
                  </a:lnTo>
                  <a:lnTo>
                    <a:pt x="1980327" y="4410414"/>
                  </a:lnTo>
                  <a:lnTo>
                    <a:pt x="1980453" y="4410414"/>
                  </a:lnTo>
                  <a:lnTo>
                    <a:pt x="1980832" y="4410414"/>
                  </a:lnTo>
                  <a:lnTo>
                    <a:pt x="1980958" y="4410414"/>
                  </a:lnTo>
                  <a:lnTo>
                    <a:pt x="1981337" y="4410414"/>
                  </a:lnTo>
                  <a:lnTo>
                    <a:pt x="1981463" y="4410414"/>
                  </a:lnTo>
                  <a:lnTo>
                    <a:pt x="1981589" y="4410414"/>
                  </a:lnTo>
                  <a:lnTo>
                    <a:pt x="1982094" y="4410414"/>
                  </a:lnTo>
                  <a:lnTo>
                    <a:pt x="1982473" y="4410414"/>
                  </a:lnTo>
                  <a:lnTo>
                    <a:pt x="1982599" y="4410414"/>
                  </a:lnTo>
                  <a:lnTo>
                    <a:pt x="1982726" y="4410414"/>
                  </a:lnTo>
                  <a:lnTo>
                    <a:pt x="1982852" y="4410414"/>
                  </a:lnTo>
                  <a:lnTo>
                    <a:pt x="1983104" y="4410414"/>
                  </a:lnTo>
                  <a:lnTo>
                    <a:pt x="1983231" y="4410414"/>
                  </a:lnTo>
                  <a:lnTo>
                    <a:pt x="1983357" y="4410414"/>
                  </a:lnTo>
                  <a:lnTo>
                    <a:pt x="1983483" y="4410414"/>
                  </a:lnTo>
                  <a:lnTo>
                    <a:pt x="1983609" y="4410414"/>
                  </a:lnTo>
                  <a:lnTo>
                    <a:pt x="1984114" y="4405503"/>
                  </a:lnTo>
                  <a:lnTo>
                    <a:pt x="1984241" y="4405503"/>
                  </a:lnTo>
                  <a:lnTo>
                    <a:pt x="1984367" y="4405503"/>
                  </a:lnTo>
                  <a:lnTo>
                    <a:pt x="1984620" y="4405503"/>
                  </a:lnTo>
                  <a:lnTo>
                    <a:pt x="1984746" y="4405503"/>
                  </a:lnTo>
                  <a:lnTo>
                    <a:pt x="1984998" y="4405503"/>
                  </a:lnTo>
                  <a:lnTo>
                    <a:pt x="1985125" y="4405503"/>
                  </a:lnTo>
                  <a:lnTo>
                    <a:pt x="1985377" y="4405503"/>
                  </a:lnTo>
                  <a:lnTo>
                    <a:pt x="1985503" y="4405503"/>
                  </a:lnTo>
                  <a:lnTo>
                    <a:pt x="1985630" y="4405503"/>
                  </a:lnTo>
                  <a:lnTo>
                    <a:pt x="1985756" y="4405503"/>
                  </a:lnTo>
                  <a:lnTo>
                    <a:pt x="1986387" y="4405503"/>
                  </a:lnTo>
                  <a:lnTo>
                    <a:pt x="1986513" y="4405503"/>
                  </a:lnTo>
                  <a:lnTo>
                    <a:pt x="1986766" y="4405503"/>
                  </a:lnTo>
                  <a:lnTo>
                    <a:pt x="1986892" y="4405503"/>
                  </a:lnTo>
                  <a:lnTo>
                    <a:pt x="1987145" y="4405503"/>
                  </a:lnTo>
                  <a:lnTo>
                    <a:pt x="1987397" y="4405503"/>
                  </a:lnTo>
                  <a:lnTo>
                    <a:pt x="1987523" y="4405503"/>
                  </a:lnTo>
                  <a:lnTo>
                    <a:pt x="1987776" y="4405503"/>
                  </a:lnTo>
                  <a:lnTo>
                    <a:pt x="1987902" y="4405503"/>
                  </a:lnTo>
                  <a:lnTo>
                    <a:pt x="1988028" y="4405503"/>
                  </a:lnTo>
                  <a:lnTo>
                    <a:pt x="1988155" y="4405503"/>
                  </a:lnTo>
                  <a:lnTo>
                    <a:pt x="1988407" y="4405503"/>
                  </a:lnTo>
                  <a:lnTo>
                    <a:pt x="1988786" y="4405503"/>
                  </a:lnTo>
                  <a:lnTo>
                    <a:pt x="1988912" y="4405503"/>
                  </a:lnTo>
                  <a:lnTo>
                    <a:pt x="1989417" y="4405503"/>
                  </a:lnTo>
                  <a:lnTo>
                    <a:pt x="1989796" y="4405503"/>
                  </a:lnTo>
                  <a:lnTo>
                    <a:pt x="1989922" y="4405503"/>
                  </a:lnTo>
                  <a:lnTo>
                    <a:pt x="1990049" y="4405503"/>
                  </a:lnTo>
                  <a:lnTo>
                    <a:pt x="1990175" y="4405503"/>
                  </a:lnTo>
                  <a:lnTo>
                    <a:pt x="1990301" y="4405503"/>
                  </a:lnTo>
                  <a:lnTo>
                    <a:pt x="1990427" y="4405503"/>
                  </a:lnTo>
                  <a:lnTo>
                    <a:pt x="1990680" y="4405503"/>
                  </a:lnTo>
                  <a:lnTo>
                    <a:pt x="1990806" y="4405503"/>
                  </a:lnTo>
                  <a:lnTo>
                    <a:pt x="1990932" y="4405503"/>
                  </a:lnTo>
                  <a:lnTo>
                    <a:pt x="1991059" y="4405503"/>
                  </a:lnTo>
                  <a:lnTo>
                    <a:pt x="1991311" y="4405503"/>
                  </a:lnTo>
                  <a:lnTo>
                    <a:pt x="1991437" y="4405503"/>
                  </a:lnTo>
                  <a:lnTo>
                    <a:pt x="1991816" y="4405503"/>
                  </a:lnTo>
                  <a:lnTo>
                    <a:pt x="1992826" y="4405503"/>
                  </a:lnTo>
                  <a:lnTo>
                    <a:pt x="1992952" y="4405503"/>
                  </a:lnTo>
                  <a:lnTo>
                    <a:pt x="1993205" y="4405503"/>
                  </a:lnTo>
                  <a:lnTo>
                    <a:pt x="1993331" y="4405503"/>
                  </a:lnTo>
                  <a:lnTo>
                    <a:pt x="1993457" y="4405503"/>
                  </a:lnTo>
                  <a:lnTo>
                    <a:pt x="1993584" y="4405503"/>
                  </a:lnTo>
                  <a:lnTo>
                    <a:pt x="1993710" y="4405503"/>
                  </a:lnTo>
                  <a:lnTo>
                    <a:pt x="1993836" y="4405503"/>
                  </a:lnTo>
                  <a:lnTo>
                    <a:pt x="1994215" y="4405503"/>
                  </a:lnTo>
                  <a:lnTo>
                    <a:pt x="1995604" y="4405503"/>
                  </a:lnTo>
                  <a:lnTo>
                    <a:pt x="1995730" y="4405503"/>
                  </a:lnTo>
                  <a:lnTo>
                    <a:pt x="1995856" y="4405503"/>
                  </a:lnTo>
                  <a:lnTo>
                    <a:pt x="1995983" y="4405503"/>
                  </a:lnTo>
                  <a:lnTo>
                    <a:pt x="1996235" y="4405503"/>
                  </a:lnTo>
                  <a:lnTo>
                    <a:pt x="1996361" y="4405503"/>
                  </a:lnTo>
                  <a:lnTo>
                    <a:pt x="1996488" y="4405503"/>
                  </a:lnTo>
                  <a:lnTo>
                    <a:pt x="1996740" y="4405503"/>
                  </a:lnTo>
                  <a:lnTo>
                    <a:pt x="1996866" y="4405503"/>
                  </a:lnTo>
                  <a:lnTo>
                    <a:pt x="1996993" y="4405503"/>
                  </a:lnTo>
                  <a:lnTo>
                    <a:pt x="1997119" y="4405503"/>
                  </a:lnTo>
                  <a:lnTo>
                    <a:pt x="1997245" y="4405503"/>
                  </a:lnTo>
                  <a:lnTo>
                    <a:pt x="1997371" y="4405503"/>
                  </a:lnTo>
                  <a:lnTo>
                    <a:pt x="1997750" y="4405503"/>
                  </a:lnTo>
                  <a:lnTo>
                    <a:pt x="1998129" y="4405503"/>
                  </a:lnTo>
                  <a:lnTo>
                    <a:pt x="1998508" y="4405503"/>
                  </a:lnTo>
                  <a:lnTo>
                    <a:pt x="1998760" y="4405503"/>
                  </a:lnTo>
                  <a:lnTo>
                    <a:pt x="1998886" y="4405503"/>
                  </a:lnTo>
                  <a:lnTo>
                    <a:pt x="1999013" y="4405503"/>
                  </a:lnTo>
                  <a:lnTo>
                    <a:pt x="1999139" y="4405503"/>
                  </a:lnTo>
                  <a:lnTo>
                    <a:pt x="1999391" y="4405503"/>
                  </a:lnTo>
                  <a:lnTo>
                    <a:pt x="1999518" y="4405503"/>
                  </a:lnTo>
                  <a:lnTo>
                    <a:pt x="1999896" y="4405503"/>
                  </a:lnTo>
                  <a:lnTo>
                    <a:pt x="2000023" y="4405503"/>
                  </a:lnTo>
                  <a:lnTo>
                    <a:pt x="2000275" y="4405503"/>
                  </a:lnTo>
                  <a:lnTo>
                    <a:pt x="2000402" y="4405503"/>
                  </a:lnTo>
                  <a:lnTo>
                    <a:pt x="2000907" y="4405503"/>
                  </a:lnTo>
                  <a:lnTo>
                    <a:pt x="2001033" y="4405503"/>
                  </a:lnTo>
                  <a:lnTo>
                    <a:pt x="2001285" y="4405503"/>
                  </a:lnTo>
                  <a:lnTo>
                    <a:pt x="2001412" y="4405503"/>
                  </a:lnTo>
                  <a:lnTo>
                    <a:pt x="2001664" y="4405503"/>
                  </a:lnTo>
                  <a:lnTo>
                    <a:pt x="2001790" y="4405503"/>
                  </a:lnTo>
                  <a:lnTo>
                    <a:pt x="2001917" y="4405503"/>
                  </a:lnTo>
                  <a:lnTo>
                    <a:pt x="2002295" y="4405503"/>
                  </a:lnTo>
                  <a:lnTo>
                    <a:pt x="2002422" y="4405503"/>
                  </a:lnTo>
                  <a:lnTo>
                    <a:pt x="2002548" y="4405503"/>
                  </a:lnTo>
                  <a:lnTo>
                    <a:pt x="2002674" y="4405503"/>
                  </a:lnTo>
                  <a:lnTo>
                    <a:pt x="2002800" y="4405503"/>
                  </a:lnTo>
                  <a:lnTo>
                    <a:pt x="2002927" y="4400591"/>
                  </a:lnTo>
                  <a:lnTo>
                    <a:pt x="2003053" y="4400591"/>
                  </a:lnTo>
                  <a:lnTo>
                    <a:pt x="2003305" y="4400591"/>
                  </a:lnTo>
                  <a:lnTo>
                    <a:pt x="2003432" y="4400591"/>
                  </a:lnTo>
                  <a:lnTo>
                    <a:pt x="2003432" y="4395680"/>
                  </a:lnTo>
                  <a:lnTo>
                    <a:pt x="2003684" y="4395680"/>
                  </a:lnTo>
                  <a:lnTo>
                    <a:pt x="2003937" y="4395680"/>
                  </a:lnTo>
                  <a:lnTo>
                    <a:pt x="2004063" y="4395680"/>
                  </a:lnTo>
                  <a:lnTo>
                    <a:pt x="2004189" y="4395680"/>
                  </a:lnTo>
                  <a:lnTo>
                    <a:pt x="2004315" y="4395680"/>
                  </a:lnTo>
                  <a:lnTo>
                    <a:pt x="2004442" y="4395680"/>
                  </a:lnTo>
                  <a:lnTo>
                    <a:pt x="2004568" y="4395680"/>
                  </a:lnTo>
                  <a:lnTo>
                    <a:pt x="2004694" y="4395680"/>
                  </a:lnTo>
                  <a:lnTo>
                    <a:pt x="2004947" y="4395680"/>
                  </a:lnTo>
                  <a:lnTo>
                    <a:pt x="2005073" y="4395680"/>
                  </a:lnTo>
                  <a:lnTo>
                    <a:pt x="2005199" y="4395680"/>
                  </a:lnTo>
                  <a:lnTo>
                    <a:pt x="2005704" y="4395680"/>
                  </a:lnTo>
                  <a:lnTo>
                    <a:pt x="2005831" y="4395680"/>
                  </a:lnTo>
                  <a:lnTo>
                    <a:pt x="2006462" y="4395680"/>
                  </a:lnTo>
                  <a:lnTo>
                    <a:pt x="2006588" y="4395680"/>
                  </a:lnTo>
                  <a:lnTo>
                    <a:pt x="2006841" y="4395680"/>
                  </a:lnTo>
                  <a:lnTo>
                    <a:pt x="2007346" y="4395680"/>
                  </a:lnTo>
                  <a:lnTo>
                    <a:pt x="2007724" y="4395680"/>
                  </a:lnTo>
                  <a:lnTo>
                    <a:pt x="2007851" y="4395680"/>
                  </a:lnTo>
                  <a:lnTo>
                    <a:pt x="2008229" y="4395680"/>
                  </a:lnTo>
                  <a:lnTo>
                    <a:pt x="2008356" y="4395680"/>
                  </a:lnTo>
                  <a:lnTo>
                    <a:pt x="2008482" y="4390769"/>
                  </a:lnTo>
                  <a:lnTo>
                    <a:pt x="2008734" y="4390769"/>
                  </a:lnTo>
                  <a:lnTo>
                    <a:pt x="2008987" y="4390769"/>
                  </a:lnTo>
                  <a:lnTo>
                    <a:pt x="2009239" y="4390769"/>
                  </a:lnTo>
                  <a:lnTo>
                    <a:pt x="2009492" y="4390769"/>
                  </a:lnTo>
                  <a:lnTo>
                    <a:pt x="2009618" y="4390769"/>
                  </a:lnTo>
                  <a:lnTo>
                    <a:pt x="2009744" y="4390769"/>
                  </a:lnTo>
                  <a:lnTo>
                    <a:pt x="2009871" y="4390769"/>
                  </a:lnTo>
                  <a:lnTo>
                    <a:pt x="2010249" y="4390769"/>
                  </a:lnTo>
                  <a:lnTo>
                    <a:pt x="2010755" y="4390769"/>
                  </a:lnTo>
                  <a:lnTo>
                    <a:pt x="2011007" y="4390769"/>
                  </a:lnTo>
                  <a:lnTo>
                    <a:pt x="2011133" y="4390769"/>
                  </a:lnTo>
                  <a:lnTo>
                    <a:pt x="2011260" y="4390769"/>
                  </a:lnTo>
                  <a:lnTo>
                    <a:pt x="2011386" y="4390769"/>
                  </a:lnTo>
                  <a:lnTo>
                    <a:pt x="2011512" y="4390769"/>
                  </a:lnTo>
                  <a:lnTo>
                    <a:pt x="2011638" y="4390769"/>
                  </a:lnTo>
                  <a:lnTo>
                    <a:pt x="2011765" y="4390769"/>
                  </a:lnTo>
                  <a:lnTo>
                    <a:pt x="2011891" y="4390769"/>
                  </a:lnTo>
                  <a:lnTo>
                    <a:pt x="2012017" y="4390769"/>
                  </a:lnTo>
                  <a:lnTo>
                    <a:pt x="2012143" y="4390769"/>
                  </a:lnTo>
                  <a:lnTo>
                    <a:pt x="2012522" y="4390769"/>
                  </a:lnTo>
                  <a:lnTo>
                    <a:pt x="2012901" y="4385857"/>
                  </a:lnTo>
                  <a:lnTo>
                    <a:pt x="2013027" y="4385857"/>
                  </a:lnTo>
                  <a:lnTo>
                    <a:pt x="2013153" y="4385857"/>
                  </a:lnTo>
                  <a:lnTo>
                    <a:pt x="2013658" y="4385857"/>
                  </a:lnTo>
                  <a:lnTo>
                    <a:pt x="2014163" y="4385857"/>
                  </a:lnTo>
                  <a:lnTo>
                    <a:pt x="2014290" y="4385857"/>
                  </a:lnTo>
                  <a:lnTo>
                    <a:pt x="2014668" y="4385857"/>
                  </a:lnTo>
                  <a:lnTo>
                    <a:pt x="2014921" y="4385857"/>
                  </a:lnTo>
                  <a:lnTo>
                    <a:pt x="2015047" y="4385857"/>
                  </a:lnTo>
                  <a:lnTo>
                    <a:pt x="2015173" y="4385857"/>
                  </a:lnTo>
                  <a:lnTo>
                    <a:pt x="2015300" y="4385857"/>
                  </a:lnTo>
                  <a:lnTo>
                    <a:pt x="2015552" y="4385857"/>
                  </a:lnTo>
                  <a:lnTo>
                    <a:pt x="2015805" y="4385857"/>
                  </a:lnTo>
                  <a:lnTo>
                    <a:pt x="2015931" y="4385857"/>
                  </a:lnTo>
                  <a:lnTo>
                    <a:pt x="2016057" y="4385857"/>
                  </a:lnTo>
                  <a:lnTo>
                    <a:pt x="2017067" y="4385857"/>
                  </a:lnTo>
                  <a:lnTo>
                    <a:pt x="2017194" y="4385857"/>
                  </a:lnTo>
                  <a:lnTo>
                    <a:pt x="2017320" y="4385857"/>
                  </a:lnTo>
                  <a:lnTo>
                    <a:pt x="2017446" y="4385857"/>
                  </a:lnTo>
                  <a:lnTo>
                    <a:pt x="2017572" y="4385857"/>
                  </a:lnTo>
                  <a:lnTo>
                    <a:pt x="2017951" y="4385857"/>
                  </a:lnTo>
                  <a:lnTo>
                    <a:pt x="2018077" y="4385857"/>
                  </a:lnTo>
                  <a:lnTo>
                    <a:pt x="2018330" y="4385857"/>
                  </a:lnTo>
                  <a:lnTo>
                    <a:pt x="2018582" y="4385857"/>
                  </a:lnTo>
                  <a:lnTo>
                    <a:pt x="2018709" y="4385857"/>
                  </a:lnTo>
                  <a:lnTo>
                    <a:pt x="2018835" y="4385857"/>
                  </a:lnTo>
                  <a:lnTo>
                    <a:pt x="2019214" y="4385857"/>
                  </a:lnTo>
                  <a:lnTo>
                    <a:pt x="2020097" y="4380946"/>
                  </a:lnTo>
                  <a:lnTo>
                    <a:pt x="2020224" y="4380946"/>
                  </a:lnTo>
                  <a:lnTo>
                    <a:pt x="2020476" y="4380946"/>
                  </a:lnTo>
                  <a:lnTo>
                    <a:pt x="2020603" y="4380946"/>
                  </a:lnTo>
                  <a:lnTo>
                    <a:pt x="2020603" y="4376035"/>
                  </a:lnTo>
                  <a:lnTo>
                    <a:pt x="2020729" y="4376035"/>
                  </a:lnTo>
                  <a:lnTo>
                    <a:pt x="2021613" y="4376035"/>
                  </a:lnTo>
                  <a:lnTo>
                    <a:pt x="2021739" y="4376035"/>
                  </a:lnTo>
                  <a:lnTo>
                    <a:pt x="2022118" y="4371123"/>
                  </a:lnTo>
                  <a:lnTo>
                    <a:pt x="2022370" y="4371123"/>
                  </a:lnTo>
                  <a:lnTo>
                    <a:pt x="2022496" y="4371123"/>
                  </a:lnTo>
                  <a:lnTo>
                    <a:pt x="2022623" y="4371123"/>
                  </a:lnTo>
                  <a:lnTo>
                    <a:pt x="2022875" y="4371123"/>
                  </a:lnTo>
                  <a:lnTo>
                    <a:pt x="2023128" y="4371123"/>
                  </a:lnTo>
                  <a:lnTo>
                    <a:pt x="2023254" y="4371123"/>
                  </a:lnTo>
                  <a:lnTo>
                    <a:pt x="2023633" y="4371123"/>
                  </a:lnTo>
                  <a:lnTo>
                    <a:pt x="2023885" y="4371123"/>
                  </a:lnTo>
                  <a:lnTo>
                    <a:pt x="2024138" y="4371123"/>
                  </a:lnTo>
                  <a:lnTo>
                    <a:pt x="2024264" y="4371123"/>
                  </a:lnTo>
                  <a:lnTo>
                    <a:pt x="2024390" y="4371123"/>
                  </a:lnTo>
                  <a:lnTo>
                    <a:pt x="2024516" y="4371123"/>
                  </a:lnTo>
                  <a:lnTo>
                    <a:pt x="2024769" y="4371123"/>
                  </a:lnTo>
                  <a:lnTo>
                    <a:pt x="2025021" y="4371123"/>
                  </a:lnTo>
                  <a:lnTo>
                    <a:pt x="2025148" y="4371123"/>
                  </a:lnTo>
                  <a:lnTo>
                    <a:pt x="2025400" y="4371123"/>
                  </a:lnTo>
                  <a:lnTo>
                    <a:pt x="2025526" y="4371123"/>
                  </a:lnTo>
                  <a:lnTo>
                    <a:pt x="2025779" y="4371123"/>
                  </a:lnTo>
                  <a:lnTo>
                    <a:pt x="2025905" y="4371123"/>
                  </a:lnTo>
                  <a:lnTo>
                    <a:pt x="2026284" y="4371123"/>
                  </a:lnTo>
                  <a:lnTo>
                    <a:pt x="2026537" y="4371123"/>
                  </a:lnTo>
                  <a:lnTo>
                    <a:pt x="2026663" y="4371123"/>
                  </a:lnTo>
                  <a:lnTo>
                    <a:pt x="2027042" y="4371123"/>
                  </a:lnTo>
                  <a:lnTo>
                    <a:pt x="2027168" y="4371123"/>
                  </a:lnTo>
                  <a:lnTo>
                    <a:pt x="2027420" y="4371123"/>
                  </a:lnTo>
                  <a:lnTo>
                    <a:pt x="2027547" y="4371123"/>
                  </a:lnTo>
                  <a:lnTo>
                    <a:pt x="2027925" y="4371123"/>
                  </a:lnTo>
                  <a:lnTo>
                    <a:pt x="2028304" y="4371123"/>
                  </a:lnTo>
                  <a:lnTo>
                    <a:pt x="2028557" y="4371123"/>
                  </a:lnTo>
                  <a:lnTo>
                    <a:pt x="2028809" y="4371123"/>
                  </a:lnTo>
                  <a:lnTo>
                    <a:pt x="2029693" y="4366212"/>
                  </a:lnTo>
                  <a:lnTo>
                    <a:pt x="2030072" y="4366212"/>
                  </a:lnTo>
                  <a:lnTo>
                    <a:pt x="2030324" y="4366212"/>
                  </a:lnTo>
                  <a:lnTo>
                    <a:pt x="2030450" y="4366212"/>
                  </a:lnTo>
                  <a:lnTo>
                    <a:pt x="2030577" y="4366212"/>
                  </a:lnTo>
                  <a:lnTo>
                    <a:pt x="2030703" y="4366212"/>
                  </a:lnTo>
                  <a:lnTo>
                    <a:pt x="2030829" y="4366212"/>
                  </a:lnTo>
                  <a:lnTo>
                    <a:pt x="2031082" y="4366212"/>
                  </a:lnTo>
                  <a:lnTo>
                    <a:pt x="2031461" y="4366212"/>
                  </a:lnTo>
                  <a:lnTo>
                    <a:pt x="2031587" y="4366212"/>
                  </a:lnTo>
                  <a:lnTo>
                    <a:pt x="2031713" y="4366212"/>
                  </a:lnTo>
                  <a:lnTo>
                    <a:pt x="2031839" y="4366212"/>
                  </a:lnTo>
                  <a:lnTo>
                    <a:pt x="2031966" y="4366212"/>
                  </a:lnTo>
                  <a:lnTo>
                    <a:pt x="2032092" y="4366212"/>
                  </a:lnTo>
                  <a:lnTo>
                    <a:pt x="2032218" y="4366212"/>
                  </a:lnTo>
                  <a:lnTo>
                    <a:pt x="2032344" y="4366212"/>
                  </a:lnTo>
                  <a:lnTo>
                    <a:pt x="2032471" y="4366212"/>
                  </a:lnTo>
                  <a:lnTo>
                    <a:pt x="2032723" y="4366212"/>
                  </a:lnTo>
                  <a:lnTo>
                    <a:pt x="2032849" y="4366212"/>
                  </a:lnTo>
                  <a:lnTo>
                    <a:pt x="2032976" y="4366212"/>
                  </a:lnTo>
                  <a:lnTo>
                    <a:pt x="2033102" y="4366212"/>
                  </a:lnTo>
                  <a:lnTo>
                    <a:pt x="2033354" y="4366212"/>
                  </a:lnTo>
                  <a:lnTo>
                    <a:pt x="2033607" y="4366212"/>
                  </a:lnTo>
                  <a:lnTo>
                    <a:pt x="2033733" y="4366212"/>
                  </a:lnTo>
                  <a:lnTo>
                    <a:pt x="2033859" y="4361300"/>
                  </a:lnTo>
                  <a:lnTo>
                    <a:pt x="2033986" y="4361300"/>
                  </a:lnTo>
                  <a:lnTo>
                    <a:pt x="2034238" y="4361300"/>
                  </a:lnTo>
                  <a:lnTo>
                    <a:pt x="2037142" y="4361300"/>
                  </a:lnTo>
                  <a:lnTo>
                    <a:pt x="2037268" y="4361300"/>
                  </a:lnTo>
                  <a:lnTo>
                    <a:pt x="2037521" y="4361300"/>
                  </a:lnTo>
                  <a:lnTo>
                    <a:pt x="2038152" y="4361300"/>
                  </a:lnTo>
                  <a:lnTo>
                    <a:pt x="2038910" y="4361300"/>
                  </a:lnTo>
                  <a:lnTo>
                    <a:pt x="2039288" y="4361300"/>
                  </a:lnTo>
                  <a:lnTo>
                    <a:pt x="2039667" y="4361300"/>
                  </a:lnTo>
                  <a:lnTo>
                    <a:pt x="2039793" y="4361300"/>
                  </a:lnTo>
                  <a:lnTo>
                    <a:pt x="2039920" y="4361300"/>
                  </a:lnTo>
                  <a:lnTo>
                    <a:pt x="2040046" y="4361300"/>
                  </a:lnTo>
                  <a:lnTo>
                    <a:pt x="2040425" y="4361300"/>
                  </a:lnTo>
                  <a:lnTo>
                    <a:pt x="2040551" y="4361300"/>
                  </a:lnTo>
                  <a:lnTo>
                    <a:pt x="2040677" y="4361300"/>
                  </a:lnTo>
                  <a:lnTo>
                    <a:pt x="2040803" y="4361300"/>
                  </a:lnTo>
                  <a:lnTo>
                    <a:pt x="2040930" y="4361300"/>
                  </a:lnTo>
                  <a:lnTo>
                    <a:pt x="2041056" y="4361300"/>
                  </a:lnTo>
                  <a:lnTo>
                    <a:pt x="2041182" y="4361300"/>
                  </a:lnTo>
                  <a:lnTo>
                    <a:pt x="2041309" y="4361300"/>
                  </a:lnTo>
                  <a:lnTo>
                    <a:pt x="2041561" y="4361300"/>
                  </a:lnTo>
                  <a:lnTo>
                    <a:pt x="2041687" y="4361300"/>
                  </a:lnTo>
                  <a:lnTo>
                    <a:pt x="2042445" y="4361300"/>
                  </a:lnTo>
                  <a:lnTo>
                    <a:pt x="2042571" y="4361300"/>
                  </a:lnTo>
                  <a:lnTo>
                    <a:pt x="2042697" y="4361300"/>
                  </a:lnTo>
                  <a:lnTo>
                    <a:pt x="2042950" y="4361300"/>
                  </a:lnTo>
                  <a:lnTo>
                    <a:pt x="2043329" y="4361300"/>
                  </a:lnTo>
                  <a:lnTo>
                    <a:pt x="2043455" y="4361300"/>
                  </a:lnTo>
                  <a:lnTo>
                    <a:pt x="2043581" y="4361300"/>
                  </a:lnTo>
                  <a:lnTo>
                    <a:pt x="2043707" y="4361300"/>
                  </a:lnTo>
                  <a:lnTo>
                    <a:pt x="2043834" y="4361300"/>
                  </a:lnTo>
                  <a:lnTo>
                    <a:pt x="2044212" y="4361300"/>
                  </a:lnTo>
                  <a:lnTo>
                    <a:pt x="2044339" y="4361300"/>
                  </a:lnTo>
                  <a:lnTo>
                    <a:pt x="2044339" y="4356389"/>
                  </a:lnTo>
                  <a:lnTo>
                    <a:pt x="2044465" y="4356389"/>
                  </a:lnTo>
                  <a:lnTo>
                    <a:pt x="2044591" y="4356389"/>
                  </a:lnTo>
                  <a:lnTo>
                    <a:pt x="2044717" y="4356389"/>
                  </a:lnTo>
                  <a:lnTo>
                    <a:pt x="2044844" y="4356389"/>
                  </a:lnTo>
                  <a:lnTo>
                    <a:pt x="2044970" y="4356389"/>
                  </a:lnTo>
                  <a:lnTo>
                    <a:pt x="2044970" y="4351478"/>
                  </a:lnTo>
                  <a:lnTo>
                    <a:pt x="2045096" y="4351478"/>
                  </a:lnTo>
                  <a:lnTo>
                    <a:pt x="2045222" y="4351478"/>
                  </a:lnTo>
                  <a:lnTo>
                    <a:pt x="2045475" y="4351478"/>
                  </a:lnTo>
                  <a:lnTo>
                    <a:pt x="2045601" y="4351478"/>
                  </a:lnTo>
                  <a:lnTo>
                    <a:pt x="2045727" y="4351478"/>
                  </a:lnTo>
                  <a:lnTo>
                    <a:pt x="2045854" y="4351478"/>
                  </a:lnTo>
                  <a:lnTo>
                    <a:pt x="2046232" y="4346566"/>
                  </a:lnTo>
                  <a:lnTo>
                    <a:pt x="2046359" y="4346566"/>
                  </a:lnTo>
                  <a:lnTo>
                    <a:pt x="2046485" y="4346566"/>
                  </a:lnTo>
                  <a:lnTo>
                    <a:pt x="2046738" y="4346566"/>
                  </a:lnTo>
                  <a:lnTo>
                    <a:pt x="2046864" y="4346566"/>
                  </a:lnTo>
                  <a:lnTo>
                    <a:pt x="2046990" y="4346566"/>
                  </a:lnTo>
                  <a:lnTo>
                    <a:pt x="2047243" y="4346566"/>
                  </a:lnTo>
                  <a:lnTo>
                    <a:pt x="2047748" y="4346566"/>
                  </a:lnTo>
                  <a:lnTo>
                    <a:pt x="2048126" y="4346566"/>
                  </a:lnTo>
                  <a:lnTo>
                    <a:pt x="2048505" y="4346566"/>
                  </a:lnTo>
                  <a:lnTo>
                    <a:pt x="2048758" y="4346566"/>
                  </a:lnTo>
                  <a:lnTo>
                    <a:pt x="2048884" y="4346566"/>
                  </a:lnTo>
                  <a:lnTo>
                    <a:pt x="2049389" y="4346566"/>
                  </a:lnTo>
                  <a:lnTo>
                    <a:pt x="2049641" y="4346566"/>
                  </a:lnTo>
                  <a:lnTo>
                    <a:pt x="2049768" y="4346566"/>
                  </a:lnTo>
                  <a:lnTo>
                    <a:pt x="2049894" y="4346566"/>
                  </a:lnTo>
                  <a:lnTo>
                    <a:pt x="2050020" y="4346566"/>
                  </a:lnTo>
                  <a:lnTo>
                    <a:pt x="2050273" y="4346566"/>
                  </a:lnTo>
                  <a:lnTo>
                    <a:pt x="2050399" y="4346566"/>
                  </a:lnTo>
                  <a:lnTo>
                    <a:pt x="2050525" y="4346566"/>
                  </a:lnTo>
                  <a:lnTo>
                    <a:pt x="2050778" y="4346566"/>
                  </a:lnTo>
                  <a:lnTo>
                    <a:pt x="2051283" y="4346566"/>
                  </a:lnTo>
                  <a:lnTo>
                    <a:pt x="2051535" y="4346566"/>
                  </a:lnTo>
                  <a:lnTo>
                    <a:pt x="2051662" y="4346566"/>
                  </a:lnTo>
                  <a:lnTo>
                    <a:pt x="2051788" y="4346566"/>
                  </a:lnTo>
                  <a:lnTo>
                    <a:pt x="2051914" y="4346566"/>
                  </a:lnTo>
                  <a:lnTo>
                    <a:pt x="2052167" y="4346566"/>
                  </a:lnTo>
                  <a:lnTo>
                    <a:pt x="2052545" y="4346566"/>
                  </a:lnTo>
                  <a:lnTo>
                    <a:pt x="2052924" y="4346566"/>
                  </a:lnTo>
                  <a:lnTo>
                    <a:pt x="2053177" y="4346566"/>
                  </a:lnTo>
                  <a:lnTo>
                    <a:pt x="2053429" y="4346566"/>
                  </a:lnTo>
                  <a:lnTo>
                    <a:pt x="2053934" y="4346566"/>
                  </a:lnTo>
                  <a:lnTo>
                    <a:pt x="2054060" y="4346566"/>
                  </a:lnTo>
                  <a:lnTo>
                    <a:pt x="2054187" y="4346566"/>
                  </a:lnTo>
                  <a:lnTo>
                    <a:pt x="2054692" y="4346566"/>
                  </a:lnTo>
                  <a:lnTo>
                    <a:pt x="2054944" y="4346566"/>
                  </a:lnTo>
                  <a:lnTo>
                    <a:pt x="2055070" y="4346566"/>
                  </a:lnTo>
                  <a:lnTo>
                    <a:pt x="2055323" y="4346566"/>
                  </a:lnTo>
                  <a:lnTo>
                    <a:pt x="2055449" y="4346566"/>
                  </a:lnTo>
                  <a:lnTo>
                    <a:pt x="2055828" y="4346566"/>
                  </a:lnTo>
                  <a:lnTo>
                    <a:pt x="2056207" y="4346566"/>
                  </a:lnTo>
                  <a:lnTo>
                    <a:pt x="2056333" y="4346566"/>
                  </a:lnTo>
                  <a:lnTo>
                    <a:pt x="2056459" y="4346566"/>
                  </a:lnTo>
                  <a:lnTo>
                    <a:pt x="2056459" y="4341655"/>
                  </a:lnTo>
                  <a:lnTo>
                    <a:pt x="2056712" y="4341655"/>
                  </a:lnTo>
                  <a:lnTo>
                    <a:pt x="2056964" y="4341655"/>
                  </a:lnTo>
                  <a:lnTo>
                    <a:pt x="2057091" y="4341655"/>
                  </a:lnTo>
                  <a:lnTo>
                    <a:pt x="2057217" y="4341655"/>
                  </a:lnTo>
                  <a:lnTo>
                    <a:pt x="2057343" y="4341655"/>
                  </a:lnTo>
                  <a:lnTo>
                    <a:pt x="2057596" y="4341655"/>
                  </a:lnTo>
                  <a:lnTo>
                    <a:pt x="2057974" y="4341655"/>
                  </a:lnTo>
                  <a:lnTo>
                    <a:pt x="2058353" y="4341655"/>
                  </a:lnTo>
                  <a:lnTo>
                    <a:pt x="2058479" y="4341655"/>
                  </a:lnTo>
                  <a:lnTo>
                    <a:pt x="2058732" y="4341655"/>
                  </a:lnTo>
                  <a:lnTo>
                    <a:pt x="2059111" y="4341655"/>
                  </a:lnTo>
                  <a:lnTo>
                    <a:pt x="2059237" y="4341655"/>
                  </a:lnTo>
                  <a:lnTo>
                    <a:pt x="2059616" y="4341655"/>
                  </a:lnTo>
                  <a:lnTo>
                    <a:pt x="2059742" y="4341655"/>
                  </a:lnTo>
                  <a:lnTo>
                    <a:pt x="2059994" y="4341655"/>
                  </a:lnTo>
                  <a:lnTo>
                    <a:pt x="2060373" y="4341655"/>
                  </a:lnTo>
                  <a:lnTo>
                    <a:pt x="2062141" y="4341655"/>
                  </a:lnTo>
                  <a:lnTo>
                    <a:pt x="2062267" y="4341655"/>
                  </a:lnTo>
                  <a:lnTo>
                    <a:pt x="2062520" y="4341655"/>
                  </a:lnTo>
                  <a:lnTo>
                    <a:pt x="2062646" y="4341655"/>
                  </a:lnTo>
                  <a:lnTo>
                    <a:pt x="2062772" y="4341655"/>
                  </a:lnTo>
                  <a:lnTo>
                    <a:pt x="2062898" y="4341655"/>
                  </a:lnTo>
                  <a:lnTo>
                    <a:pt x="2063151" y="4341655"/>
                  </a:lnTo>
                  <a:lnTo>
                    <a:pt x="2063530" y="4341655"/>
                  </a:lnTo>
                  <a:lnTo>
                    <a:pt x="2063656" y="4341655"/>
                  </a:lnTo>
                  <a:lnTo>
                    <a:pt x="2063782" y="4341655"/>
                  </a:lnTo>
                  <a:lnTo>
                    <a:pt x="2064035" y="4341655"/>
                  </a:lnTo>
                  <a:lnTo>
                    <a:pt x="2064161" y="4341655"/>
                  </a:lnTo>
                  <a:lnTo>
                    <a:pt x="2064161" y="4336744"/>
                  </a:lnTo>
                  <a:lnTo>
                    <a:pt x="2064666" y="4336744"/>
                  </a:lnTo>
                  <a:lnTo>
                    <a:pt x="2064918" y="4336744"/>
                  </a:lnTo>
                  <a:lnTo>
                    <a:pt x="2065045" y="4336744"/>
                  </a:lnTo>
                  <a:lnTo>
                    <a:pt x="2065171" y="4336744"/>
                  </a:lnTo>
                  <a:lnTo>
                    <a:pt x="2065297" y="4336744"/>
                  </a:lnTo>
                  <a:lnTo>
                    <a:pt x="2065676" y="4331832"/>
                  </a:lnTo>
                  <a:lnTo>
                    <a:pt x="2065802" y="4331832"/>
                  </a:lnTo>
                  <a:lnTo>
                    <a:pt x="2065928" y="4331832"/>
                  </a:lnTo>
                  <a:lnTo>
                    <a:pt x="2067065" y="4331832"/>
                  </a:lnTo>
                  <a:lnTo>
                    <a:pt x="2067191" y="4331832"/>
                  </a:lnTo>
                  <a:lnTo>
                    <a:pt x="2067317" y="4331832"/>
                  </a:lnTo>
                  <a:lnTo>
                    <a:pt x="2067444" y="4331832"/>
                  </a:lnTo>
                  <a:lnTo>
                    <a:pt x="2067949" y="4331832"/>
                  </a:lnTo>
                  <a:lnTo>
                    <a:pt x="2068201" y="4331832"/>
                  </a:lnTo>
                  <a:lnTo>
                    <a:pt x="2068327" y="4331832"/>
                  </a:lnTo>
                  <a:lnTo>
                    <a:pt x="2068580" y="4331832"/>
                  </a:lnTo>
                  <a:lnTo>
                    <a:pt x="2068706" y="4331832"/>
                  </a:lnTo>
                  <a:lnTo>
                    <a:pt x="2069085" y="4331832"/>
                  </a:lnTo>
                  <a:lnTo>
                    <a:pt x="2069337" y="4331832"/>
                  </a:lnTo>
                  <a:lnTo>
                    <a:pt x="2069464" y="4331832"/>
                  </a:lnTo>
                  <a:lnTo>
                    <a:pt x="2069716" y="4331832"/>
                  </a:lnTo>
                  <a:lnTo>
                    <a:pt x="2069716" y="4326921"/>
                  </a:lnTo>
                  <a:lnTo>
                    <a:pt x="2070095" y="4326921"/>
                  </a:lnTo>
                  <a:lnTo>
                    <a:pt x="2070221" y="4326921"/>
                  </a:lnTo>
                  <a:lnTo>
                    <a:pt x="2070347" y="4326921"/>
                  </a:lnTo>
                  <a:lnTo>
                    <a:pt x="2070600" y="4326921"/>
                  </a:lnTo>
                  <a:lnTo>
                    <a:pt x="2070726" y="4326921"/>
                  </a:lnTo>
                  <a:lnTo>
                    <a:pt x="2070852" y="4326921"/>
                  </a:lnTo>
                  <a:lnTo>
                    <a:pt x="2070979" y="4326921"/>
                  </a:lnTo>
                  <a:lnTo>
                    <a:pt x="2071231" y="4326921"/>
                  </a:lnTo>
                  <a:lnTo>
                    <a:pt x="2071610" y="4326921"/>
                  </a:lnTo>
                  <a:lnTo>
                    <a:pt x="2071736" y="4326921"/>
                  </a:lnTo>
                  <a:lnTo>
                    <a:pt x="2071989" y="4326921"/>
                  </a:lnTo>
                  <a:lnTo>
                    <a:pt x="2072115" y="4326921"/>
                  </a:lnTo>
                  <a:lnTo>
                    <a:pt x="2072368" y="4326921"/>
                  </a:lnTo>
                  <a:lnTo>
                    <a:pt x="2072873" y="4326921"/>
                  </a:lnTo>
                  <a:lnTo>
                    <a:pt x="2072999" y="4326921"/>
                  </a:lnTo>
                  <a:lnTo>
                    <a:pt x="2073125" y="4326921"/>
                  </a:lnTo>
                  <a:lnTo>
                    <a:pt x="2073251" y="4326921"/>
                  </a:lnTo>
                  <a:lnTo>
                    <a:pt x="2073630" y="4326921"/>
                  </a:lnTo>
                  <a:lnTo>
                    <a:pt x="2073756" y="4326921"/>
                  </a:lnTo>
                  <a:lnTo>
                    <a:pt x="2073883" y="4326921"/>
                  </a:lnTo>
                  <a:lnTo>
                    <a:pt x="2074009" y="4326921"/>
                  </a:lnTo>
                  <a:lnTo>
                    <a:pt x="2074261" y="4322009"/>
                  </a:lnTo>
                  <a:lnTo>
                    <a:pt x="2074514" y="4322009"/>
                  </a:lnTo>
                  <a:lnTo>
                    <a:pt x="2075019" y="4322009"/>
                  </a:lnTo>
                  <a:lnTo>
                    <a:pt x="2075145" y="4322009"/>
                  </a:lnTo>
                  <a:lnTo>
                    <a:pt x="2075398" y="4322009"/>
                  </a:lnTo>
                  <a:lnTo>
                    <a:pt x="2075776" y="4322009"/>
                  </a:lnTo>
                  <a:lnTo>
                    <a:pt x="2075903" y="4322009"/>
                  </a:lnTo>
                  <a:lnTo>
                    <a:pt x="2076408" y="4322009"/>
                  </a:lnTo>
                  <a:lnTo>
                    <a:pt x="2076786" y="4322009"/>
                  </a:lnTo>
                  <a:lnTo>
                    <a:pt x="2077039" y="4322009"/>
                  </a:lnTo>
                  <a:lnTo>
                    <a:pt x="2077418" y="4322009"/>
                  </a:lnTo>
                  <a:lnTo>
                    <a:pt x="2077797" y="4322009"/>
                  </a:lnTo>
                  <a:lnTo>
                    <a:pt x="2078049" y="4322009"/>
                  </a:lnTo>
                  <a:lnTo>
                    <a:pt x="2078428" y="4322009"/>
                  </a:lnTo>
                  <a:lnTo>
                    <a:pt x="2078554" y="4322009"/>
                  </a:lnTo>
                  <a:lnTo>
                    <a:pt x="2078680" y="4322009"/>
                  </a:lnTo>
                  <a:lnTo>
                    <a:pt x="2078933" y="4322009"/>
                  </a:lnTo>
                  <a:lnTo>
                    <a:pt x="2079185" y="4322009"/>
                  </a:lnTo>
                  <a:lnTo>
                    <a:pt x="2079312" y="4322009"/>
                  </a:lnTo>
                  <a:lnTo>
                    <a:pt x="2079438" y="4322009"/>
                  </a:lnTo>
                  <a:lnTo>
                    <a:pt x="2079564" y="4322009"/>
                  </a:lnTo>
                  <a:lnTo>
                    <a:pt x="2079690" y="4322009"/>
                  </a:lnTo>
                  <a:lnTo>
                    <a:pt x="2080069" y="4322009"/>
                  </a:lnTo>
                  <a:lnTo>
                    <a:pt x="2080574" y="4322009"/>
                  </a:lnTo>
                  <a:lnTo>
                    <a:pt x="2080700" y="4322009"/>
                  </a:lnTo>
                  <a:lnTo>
                    <a:pt x="2081079" y="4322009"/>
                  </a:lnTo>
                  <a:lnTo>
                    <a:pt x="2081205" y="4322009"/>
                  </a:lnTo>
                  <a:lnTo>
                    <a:pt x="2081458" y="4322009"/>
                  </a:lnTo>
                  <a:lnTo>
                    <a:pt x="2081837" y="4322009"/>
                  </a:lnTo>
                  <a:lnTo>
                    <a:pt x="2082594" y="4322009"/>
                  </a:lnTo>
                  <a:lnTo>
                    <a:pt x="2083099" y="4322009"/>
                  </a:lnTo>
                  <a:lnTo>
                    <a:pt x="2083352" y="4322009"/>
                  </a:lnTo>
                  <a:lnTo>
                    <a:pt x="2083478" y="4322009"/>
                  </a:lnTo>
                  <a:lnTo>
                    <a:pt x="2083983" y="4322009"/>
                  </a:lnTo>
                  <a:lnTo>
                    <a:pt x="2084109" y="4322009"/>
                  </a:lnTo>
                  <a:lnTo>
                    <a:pt x="2084236" y="4322009"/>
                  </a:lnTo>
                  <a:lnTo>
                    <a:pt x="2084362" y="4322009"/>
                  </a:lnTo>
                  <a:lnTo>
                    <a:pt x="2084993" y="4322009"/>
                  </a:lnTo>
                  <a:lnTo>
                    <a:pt x="2085119" y="4322009"/>
                  </a:lnTo>
                  <a:lnTo>
                    <a:pt x="2085372" y="4322009"/>
                  </a:lnTo>
                  <a:lnTo>
                    <a:pt x="2085624" y="4322009"/>
                  </a:lnTo>
                  <a:lnTo>
                    <a:pt x="2085877" y="4322009"/>
                  </a:lnTo>
                  <a:lnTo>
                    <a:pt x="2086256" y="4322009"/>
                  </a:lnTo>
                  <a:lnTo>
                    <a:pt x="2086382" y="4322009"/>
                  </a:lnTo>
                  <a:lnTo>
                    <a:pt x="2086508" y="4322009"/>
                  </a:lnTo>
                  <a:lnTo>
                    <a:pt x="2086761" y="4322009"/>
                  </a:lnTo>
                  <a:lnTo>
                    <a:pt x="2086887" y="4322009"/>
                  </a:lnTo>
                  <a:lnTo>
                    <a:pt x="2087013" y="4322009"/>
                  </a:lnTo>
                  <a:lnTo>
                    <a:pt x="2087266" y="4322009"/>
                  </a:lnTo>
                  <a:lnTo>
                    <a:pt x="2087392" y="4322009"/>
                  </a:lnTo>
                  <a:lnTo>
                    <a:pt x="2087518" y="4322009"/>
                  </a:lnTo>
                  <a:lnTo>
                    <a:pt x="2087645" y="4322009"/>
                  </a:lnTo>
                  <a:lnTo>
                    <a:pt x="2087897" y="4322009"/>
                  </a:lnTo>
                  <a:lnTo>
                    <a:pt x="2088402" y="4322009"/>
                  </a:lnTo>
                  <a:lnTo>
                    <a:pt x="2088655" y="4322009"/>
                  </a:lnTo>
                  <a:lnTo>
                    <a:pt x="2088781" y="4322009"/>
                  </a:lnTo>
                  <a:lnTo>
                    <a:pt x="2088907" y="4322009"/>
                  </a:lnTo>
                  <a:lnTo>
                    <a:pt x="2089160" y="4322009"/>
                  </a:lnTo>
                  <a:lnTo>
                    <a:pt x="2089412" y="4322009"/>
                  </a:lnTo>
                  <a:lnTo>
                    <a:pt x="2089791" y="4322009"/>
                  </a:lnTo>
                  <a:lnTo>
                    <a:pt x="2089917" y="4322009"/>
                  </a:lnTo>
                  <a:lnTo>
                    <a:pt x="2090043" y="4322009"/>
                  </a:lnTo>
                  <a:lnTo>
                    <a:pt x="2090170" y="4322009"/>
                  </a:lnTo>
                  <a:lnTo>
                    <a:pt x="2090548" y="4322009"/>
                  </a:lnTo>
                  <a:lnTo>
                    <a:pt x="2091432" y="4322009"/>
                  </a:lnTo>
                  <a:lnTo>
                    <a:pt x="2091811" y="4322009"/>
                  </a:lnTo>
                  <a:lnTo>
                    <a:pt x="2091937" y="4322009"/>
                  </a:lnTo>
                  <a:lnTo>
                    <a:pt x="2092063" y="4322009"/>
                  </a:lnTo>
                  <a:lnTo>
                    <a:pt x="2092442" y="4322009"/>
                  </a:lnTo>
                  <a:lnTo>
                    <a:pt x="2092568" y="4322009"/>
                  </a:lnTo>
                  <a:lnTo>
                    <a:pt x="2092695" y="4322009"/>
                  </a:lnTo>
                  <a:lnTo>
                    <a:pt x="2092821" y="4322009"/>
                  </a:lnTo>
                  <a:lnTo>
                    <a:pt x="2092947" y="4322009"/>
                  </a:lnTo>
                  <a:lnTo>
                    <a:pt x="2093074" y="4322009"/>
                  </a:lnTo>
                  <a:lnTo>
                    <a:pt x="2093452" y="4322009"/>
                  </a:lnTo>
                  <a:lnTo>
                    <a:pt x="2094084" y="4317098"/>
                  </a:lnTo>
                  <a:lnTo>
                    <a:pt x="2094210" y="4317098"/>
                  </a:lnTo>
                  <a:lnTo>
                    <a:pt x="2094336" y="4317098"/>
                  </a:lnTo>
                  <a:lnTo>
                    <a:pt x="2094462" y="4317098"/>
                  </a:lnTo>
                  <a:lnTo>
                    <a:pt x="2095346" y="4317098"/>
                  </a:lnTo>
                  <a:lnTo>
                    <a:pt x="2095599" y="4317098"/>
                  </a:lnTo>
                  <a:lnTo>
                    <a:pt x="2095851" y="4317098"/>
                  </a:lnTo>
                  <a:lnTo>
                    <a:pt x="2096230" y="4317098"/>
                  </a:lnTo>
                  <a:lnTo>
                    <a:pt x="2096609" y="4317098"/>
                  </a:lnTo>
                  <a:lnTo>
                    <a:pt x="2096987" y="4317098"/>
                  </a:lnTo>
                  <a:lnTo>
                    <a:pt x="2097114" y="4317098"/>
                  </a:lnTo>
                  <a:lnTo>
                    <a:pt x="2097492" y="4317098"/>
                  </a:lnTo>
                  <a:lnTo>
                    <a:pt x="2097619" y="4317098"/>
                  </a:lnTo>
                  <a:lnTo>
                    <a:pt x="2097745" y="4317098"/>
                  </a:lnTo>
                  <a:lnTo>
                    <a:pt x="2097871" y="4317098"/>
                  </a:lnTo>
                  <a:lnTo>
                    <a:pt x="2097998" y="4317098"/>
                  </a:lnTo>
                  <a:lnTo>
                    <a:pt x="2098376" y="4317098"/>
                  </a:lnTo>
                  <a:lnTo>
                    <a:pt x="2098755" y="4317098"/>
                  </a:lnTo>
                  <a:lnTo>
                    <a:pt x="2099008" y="4317098"/>
                  </a:lnTo>
                  <a:lnTo>
                    <a:pt x="2099134" y="4317098"/>
                  </a:lnTo>
                  <a:lnTo>
                    <a:pt x="2099260" y="4317098"/>
                  </a:lnTo>
                  <a:lnTo>
                    <a:pt x="2099386" y="4317098"/>
                  </a:lnTo>
                  <a:lnTo>
                    <a:pt x="2099513" y="4317098"/>
                  </a:lnTo>
                  <a:lnTo>
                    <a:pt x="2100144" y="4317098"/>
                  </a:lnTo>
                  <a:lnTo>
                    <a:pt x="2100523" y="4317098"/>
                  </a:lnTo>
                  <a:lnTo>
                    <a:pt x="2101028" y="4317098"/>
                  </a:lnTo>
                  <a:lnTo>
                    <a:pt x="2101154" y="4317098"/>
                  </a:lnTo>
                  <a:lnTo>
                    <a:pt x="2101280" y="4312187"/>
                  </a:lnTo>
                  <a:lnTo>
                    <a:pt x="2101533" y="4312187"/>
                  </a:lnTo>
                  <a:lnTo>
                    <a:pt x="2101785" y="4312187"/>
                  </a:lnTo>
                  <a:lnTo>
                    <a:pt x="2101911" y="4312187"/>
                  </a:lnTo>
                  <a:lnTo>
                    <a:pt x="2102038" y="4312187"/>
                  </a:lnTo>
                  <a:lnTo>
                    <a:pt x="2102164" y="4312187"/>
                  </a:lnTo>
                  <a:lnTo>
                    <a:pt x="2102416" y="4312187"/>
                  </a:lnTo>
                  <a:lnTo>
                    <a:pt x="2102543" y="4312187"/>
                  </a:lnTo>
                  <a:lnTo>
                    <a:pt x="2102795" y="4312187"/>
                  </a:lnTo>
                  <a:lnTo>
                    <a:pt x="2102795" y="4307275"/>
                  </a:lnTo>
                  <a:lnTo>
                    <a:pt x="2102921" y="4307275"/>
                  </a:lnTo>
                  <a:lnTo>
                    <a:pt x="2103553" y="4307275"/>
                  </a:lnTo>
                  <a:lnTo>
                    <a:pt x="2103679" y="4307275"/>
                  </a:lnTo>
                  <a:lnTo>
                    <a:pt x="2104184" y="4307275"/>
                  </a:lnTo>
                  <a:lnTo>
                    <a:pt x="2104437" y="4307275"/>
                  </a:lnTo>
                  <a:lnTo>
                    <a:pt x="2105320" y="4307275"/>
                  </a:lnTo>
                  <a:lnTo>
                    <a:pt x="2105699" y="4302364"/>
                  </a:lnTo>
                  <a:lnTo>
                    <a:pt x="2105952" y="4302364"/>
                  </a:lnTo>
                  <a:lnTo>
                    <a:pt x="2106078" y="4302364"/>
                  </a:lnTo>
                  <a:lnTo>
                    <a:pt x="2106204" y="4302364"/>
                  </a:lnTo>
                  <a:lnTo>
                    <a:pt x="2106330" y="4302364"/>
                  </a:lnTo>
                  <a:lnTo>
                    <a:pt x="2106457" y="4302364"/>
                  </a:lnTo>
                  <a:lnTo>
                    <a:pt x="2106835" y="4302364"/>
                  </a:lnTo>
                  <a:lnTo>
                    <a:pt x="2106962" y="4302364"/>
                  </a:lnTo>
                  <a:lnTo>
                    <a:pt x="2107340" y="4302364"/>
                  </a:lnTo>
                  <a:lnTo>
                    <a:pt x="2107593" y="4302364"/>
                  </a:lnTo>
                  <a:lnTo>
                    <a:pt x="2107719" y="4302364"/>
                  </a:lnTo>
                  <a:lnTo>
                    <a:pt x="2108224" y="4302364"/>
                  </a:lnTo>
                  <a:lnTo>
                    <a:pt x="2108351" y="4302364"/>
                  </a:lnTo>
                  <a:lnTo>
                    <a:pt x="2108477" y="4302364"/>
                  </a:lnTo>
                  <a:lnTo>
                    <a:pt x="2108729" y="4302364"/>
                  </a:lnTo>
                  <a:lnTo>
                    <a:pt x="2109234" y="4302364"/>
                  </a:lnTo>
                  <a:lnTo>
                    <a:pt x="2109487" y="4302364"/>
                  </a:lnTo>
                  <a:lnTo>
                    <a:pt x="2109866" y="4302364"/>
                  </a:lnTo>
                  <a:lnTo>
                    <a:pt x="2110118" y="4302364"/>
                  </a:lnTo>
                  <a:lnTo>
                    <a:pt x="2110371" y="4302364"/>
                  </a:lnTo>
                  <a:lnTo>
                    <a:pt x="2110623" y="4302364"/>
                  </a:lnTo>
                  <a:lnTo>
                    <a:pt x="2110749" y="4302364"/>
                  </a:lnTo>
                  <a:lnTo>
                    <a:pt x="2110876" y="4302364"/>
                  </a:lnTo>
                  <a:lnTo>
                    <a:pt x="2111254" y="4302364"/>
                  </a:lnTo>
                  <a:lnTo>
                    <a:pt x="2111507" y="4302364"/>
                  </a:lnTo>
                  <a:lnTo>
                    <a:pt x="2111886" y="4302364"/>
                  </a:lnTo>
                  <a:lnTo>
                    <a:pt x="2112012" y="4302364"/>
                  </a:lnTo>
                  <a:lnTo>
                    <a:pt x="2112138" y="4297453"/>
                  </a:lnTo>
                  <a:lnTo>
                    <a:pt x="2112264" y="4297453"/>
                  </a:lnTo>
                  <a:lnTo>
                    <a:pt x="2112391" y="4297453"/>
                  </a:lnTo>
                  <a:lnTo>
                    <a:pt x="2112517" y="4297453"/>
                  </a:lnTo>
                  <a:lnTo>
                    <a:pt x="2112643" y="4297453"/>
                  </a:lnTo>
                  <a:lnTo>
                    <a:pt x="2113022" y="4297453"/>
                  </a:lnTo>
                  <a:lnTo>
                    <a:pt x="2113401" y="4297453"/>
                  </a:lnTo>
                  <a:lnTo>
                    <a:pt x="2113527" y="4297453"/>
                  </a:lnTo>
                  <a:lnTo>
                    <a:pt x="2113780" y="4292541"/>
                  </a:lnTo>
                  <a:lnTo>
                    <a:pt x="2114285" y="4287630"/>
                  </a:lnTo>
                  <a:lnTo>
                    <a:pt x="2114663" y="4287630"/>
                  </a:lnTo>
                  <a:lnTo>
                    <a:pt x="2115042" y="4287630"/>
                  </a:lnTo>
                  <a:lnTo>
                    <a:pt x="2115168" y="4287630"/>
                  </a:lnTo>
                  <a:lnTo>
                    <a:pt x="2115673" y="4287630"/>
                  </a:lnTo>
                  <a:lnTo>
                    <a:pt x="2115800" y="4287630"/>
                  </a:lnTo>
                  <a:lnTo>
                    <a:pt x="2116052" y="4287630"/>
                  </a:lnTo>
                  <a:lnTo>
                    <a:pt x="2116431" y="4287630"/>
                  </a:lnTo>
                  <a:lnTo>
                    <a:pt x="2116557" y="4287630"/>
                  </a:lnTo>
                  <a:lnTo>
                    <a:pt x="2116810" y="4287630"/>
                  </a:lnTo>
                  <a:lnTo>
                    <a:pt x="2116936" y="4287630"/>
                  </a:lnTo>
                  <a:lnTo>
                    <a:pt x="2117188" y="4287630"/>
                  </a:lnTo>
                  <a:lnTo>
                    <a:pt x="2117315" y="4287630"/>
                  </a:lnTo>
                  <a:lnTo>
                    <a:pt x="2117441" y="4282718"/>
                  </a:lnTo>
                  <a:lnTo>
                    <a:pt x="2117820" y="4282718"/>
                  </a:lnTo>
                  <a:lnTo>
                    <a:pt x="2118198" y="4282718"/>
                  </a:lnTo>
                  <a:lnTo>
                    <a:pt x="2118325" y="4282718"/>
                  </a:lnTo>
                  <a:lnTo>
                    <a:pt x="2118577" y="4282718"/>
                  </a:lnTo>
                  <a:lnTo>
                    <a:pt x="2118830" y="4282718"/>
                  </a:lnTo>
                  <a:lnTo>
                    <a:pt x="2119209" y="4282718"/>
                  </a:lnTo>
                  <a:lnTo>
                    <a:pt x="2119335" y="4282718"/>
                  </a:lnTo>
                  <a:lnTo>
                    <a:pt x="2119461" y="4282718"/>
                  </a:lnTo>
                  <a:lnTo>
                    <a:pt x="2119587" y="4282718"/>
                  </a:lnTo>
                  <a:lnTo>
                    <a:pt x="2119714" y="4282718"/>
                  </a:lnTo>
                  <a:lnTo>
                    <a:pt x="2119840" y="4282718"/>
                  </a:lnTo>
                  <a:lnTo>
                    <a:pt x="2119966" y="4282718"/>
                  </a:lnTo>
                  <a:lnTo>
                    <a:pt x="2120219" y="4282718"/>
                  </a:lnTo>
                  <a:lnTo>
                    <a:pt x="2120597" y="4282718"/>
                  </a:lnTo>
                  <a:lnTo>
                    <a:pt x="2120850" y="4282718"/>
                  </a:lnTo>
                  <a:lnTo>
                    <a:pt x="2120976" y="4282718"/>
                  </a:lnTo>
                  <a:lnTo>
                    <a:pt x="2121102" y="4282718"/>
                  </a:lnTo>
                  <a:lnTo>
                    <a:pt x="2121355" y="4282718"/>
                  </a:lnTo>
                  <a:lnTo>
                    <a:pt x="2121481" y="4282718"/>
                  </a:lnTo>
                  <a:lnTo>
                    <a:pt x="2121607" y="4282718"/>
                  </a:lnTo>
                  <a:lnTo>
                    <a:pt x="2121860" y="4282718"/>
                  </a:lnTo>
                  <a:lnTo>
                    <a:pt x="2121986" y="4282718"/>
                  </a:lnTo>
                  <a:lnTo>
                    <a:pt x="2122112" y="4282718"/>
                  </a:lnTo>
                  <a:lnTo>
                    <a:pt x="2122239" y="4282718"/>
                  </a:lnTo>
                  <a:lnTo>
                    <a:pt x="2122365" y="4282718"/>
                  </a:lnTo>
                  <a:lnTo>
                    <a:pt x="2122491" y="4282718"/>
                  </a:lnTo>
                  <a:lnTo>
                    <a:pt x="2122744" y="4282718"/>
                  </a:lnTo>
                  <a:lnTo>
                    <a:pt x="2122870" y="4282718"/>
                  </a:lnTo>
                  <a:lnTo>
                    <a:pt x="2123375" y="4282718"/>
                  </a:lnTo>
                  <a:lnTo>
                    <a:pt x="2123501" y="4282718"/>
                  </a:lnTo>
                  <a:lnTo>
                    <a:pt x="2125395" y="4282718"/>
                  </a:lnTo>
                  <a:lnTo>
                    <a:pt x="2125648" y="4282718"/>
                  </a:lnTo>
                  <a:lnTo>
                    <a:pt x="2125774" y="4282718"/>
                  </a:lnTo>
                  <a:lnTo>
                    <a:pt x="2125900" y="4282718"/>
                  </a:lnTo>
                  <a:lnTo>
                    <a:pt x="2126279" y="4282718"/>
                  </a:lnTo>
                  <a:lnTo>
                    <a:pt x="2126658" y="4282718"/>
                  </a:lnTo>
                  <a:lnTo>
                    <a:pt x="2126910" y="4282718"/>
                  </a:lnTo>
                  <a:lnTo>
                    <a:pt x="2127163" y="4282718"/>
                  </a:lnTo>
                  <a:lnTo>
                    <a:pt x="2127668" y="4282718"/>
                  </a:lnTo>
                  <a:lnTo>
                    <a:pt x="2127920" y="4282718"/>
                  </a:lnTo>
                  <a:lnTo>
                    <a:pt x="2127920" y="4277807"/>
                  </a:lnTo>
                  <a:lnTo>
                    <a:pt x="2128173" y="4277807"/>
                  </a:lnTo>
                  <a:lnTo>
                    <a:pt x="2128299" y="4277807"/>
                  </a:lnTo>
                  <a:lnTo>
                    <a:pt x="2128551" y="4277807"/>
                  </a:lnTo>
                  <a:lnTo>
                    <a:pt x="2129183" y="4277807"/>
                  </a:lnTo>
                  <a:lnTo>
                    <a:pt x="2129435" y="4277807"/>
                  </a:lnTo>
                  <a:lnTo>
                    <a:pt x="2129814" y="4277807"/>
                  </a:lnTo>
                  <a:lnTo>
                    <a:pt x="2129814" y="4272896"/>
                  </a:lnTo>
                  <a:lnTo>
                    <a:pt x="2129940" y="4272896"/>
                  </a:lnTo>
                  <a:lnTo>
                    <a:pt x="2130193" y="4272896"/>
                  </a:lnTo>
                  <a:lnTo>
                    <a:pt x="2130445" y="4272896"/>
                  </a:lnTo>
                  <a:lnTo>
                    <a:pt x="2130572" y="4272896"/>
                  </a:lnTo>
                  <a:lnTo>
                    <a:pt x="2130950" y="4272896"/>
                  </a:lnTo>
                  <a:lnTo>
                    <a:pt x="2131455" y="4272896"/>
                  </a:lnTo>
                  <a:lnTo>
                    <a:pt x="2131582" y="4272896"/>
                  </a:lnTo>
                  <a:lnTo>
                    <a:pt x="2131708" y="4272896"/>
                  </a:lnTo>
                  <a:lnTo>
                    <a:pt x="2131834" y="4272896"/>
                  </a:lnTo>
                  <a:lnTo>
                    <a:pt x="2132339" y="4272896"/>
                  </a:lnTo>
                  <a:lnTo>
                    <a:pt x="2132465" y="4272896"/>
                  </a:lnTo>
                  <a:lnTo>
                    <a:pt x="2132592" y="4272896"/>
                  </a:lnTo>
                  <a:lnTo>
                    <a:pt x="2132844" y="4272896"/>
                  </a:lnTo>
                  <a:lnTo>
                    <a:pt x="2132970" y="4272896"/>
                  </a:lnTo>
                  <a:lnTo>
                    <a:pt x="2133223" y="4272896"/>
                  </a:lnTo>
                  <a:lnTo>
                    <a:pt x="2133475" y="4272896"/>
                  </a:lnTo>
                  <a:lnTo>
                    <a:pt x="2133602" y="4272896"/>
                  </a:lnTo>
                  <a:lnTo>
                    <a:pt x="2133854" y="4272896"/>
                  </a:lnTo>
                  <a:lnTo>
                    <a:pt x="2134233" y="4267984"/>
                  </a:lnTo>
                  <a:lnTo>
                    <a:pt x="2134359" y="4267984"/>
                  </a:lnTo>
                  <a:lnTo>
                    <a:pt x="2134738" y="4267984"/>
                  </a:lnTo>
                  <a:lnTo>
                    <a:pt x="2134864" y="4267984"/>
                  </a:lnTo>
                  <a:lnTo>
                    <a:pt x="2134991" y="4267984"/>
                  </a:lnTo>
                  <a:lnTo>
                    <a:pt x="2135243" y="4267984"/>
                  </a:lnTo>
                  <a:lnTo>
                    <a:pt x="2135369" y="4267984"/>
                  </a:lnTo>
                  <a:lnTo>
                    <a:pt x="2135496" y="4267984"/>
                  </a:lnTo>
                  <a:lnTo>
                    <a:pt x="2135622" y="4267984"/>
                  </a:lnTo>
                  <a:lnTo>
                    <a:pt x="2135748" y="4267984"/>
                  </a:lnTo>
                  <a:lnTo>
                    <a:pt x="2136001" y="4267984"/>
                  </a:lnTo>
                  <a:lnTo>
                    <a:pt x="2136506" y="4267984"/>
                  </a:lnTo>
                  <a:lnTo>
                    <a:pt x="2136632" y="4267984"/>
                  </a:lnTo>
                  <a:lnTo>
                    <a:pt x="2136884" y="4267984"/>
                  </a:lnTo>
                  <a:lnTo>
                    <a:pt x="2137011" y="4267984"/>
                  </a:lnTo>
                  <a:lnTo>
                    <a:pt x="2137263" y="4267984"/>
                  </a:lnTo>
                  <a:lnTo>
                    <a:pt x="2138147" y="4267984"/>
                  </a:lnTo>
                  <a:lnTo>
                    <a:pt x="2138399" y="4267984"/>
                  </a:lnTo>
                  <a:lnTo>
                    <a:pt x="2138526" y="4267984"/>
                  </a:lnTo>
                  <a:lnTo>
                    <a:pt x="2138652" y="4267984"/>
                  </a:lnTo>
                  <a:lnTo>
                    <a:pt x="2138652" y="4263073"/>
                  </a:lnTo>
                  <a:lnTo>
                    <a:pt x="2138904" y="4263073"/>
                  </a:lnTo>
                  <a:lnTo>
                    <a:pt x="2139157" y="4263073"/>
                  </a:lnTo>
                  <a:lnTo>
                    <a:pt x="2139410" y="4263073"/>
                  </a:lnTo>
                  <a:lnTo>
                    <a:pt x="2139662" y="4263073"/>
                  </a:lnTo>
                  <a:lnTo>
                    <a:pt x="2140167" y="4263073"/>
                  </a:lnTo>
                  <a:lnTo>
                    <a:pt x="2140293" y="4263073"/>
                  </a:lnTo>
                  <a:lnTo>
                    <a:pt x="2140925" y="4258162"/>
                  </a:lnTo>
                  <a:lnTo>
                    <a:pt x="2141051" y="4258162"/>
                  </a:lnTo>
                  <a:lnTo>
                    <a:pt x="2141177" y="4258162"/>
                  </a:lnTo>
                  <a:lnTo>
                    <a:pt x="2141556" y="4258162"/>
                  </a:lnTo>
                  <a:lnTo>
                    <a:pt x="2141682" y="4258162"/>
                  </a:lnTo>
                  <a:lnTo>
                    <a:pt x="2141808" y="4258162"/>
                  </a:lnTo>
                  <a:lnTo>
                    <a:pt x="2141935" y="4258162"/>
                  </a:lnTo>
                  <a:lnTo>
                    <a:pt x="2142061" y="4258162"/>
                  </a:lnTo>
                  <a:lnTo>
                    <a:pt x="2142440" y="4258162"/>
                  </a:lnTo>
                  <a:lnTo>
                    <a:pt x="2142818" y="4258162"/>
                  </a:lnTo>
                  <a:lnTo>
                    <a:pt x="2143323" y="4258162"/>
                  </a:lnTo>
                  <a:lnTo>
                    <a:pt x="2143450" y="4258162"/>
                  </a:lnTo>
                  <a:lnTo>
                    <a:pt x="2143828" y="4258162"/>
                  </a:lnTo>
                  <a:lnTo>
                    <a:pt x="2143955" y="4258162"/>
                  </a:lnTo>
                  <a:lnTo>
                    <a:pt x="2144081" y="4258162"/>
                  </a:lnTo>
                  <a:lnTo>
                    <a:pt x="2144334" y="4258162"/>
                  </a:lnTo>
                  <a:lnTo>
                    <a:pt x="2144586" y="4258162"/>
                  </a:lnTo>
                  <a:lnTo>
                    <a:pt x="2144839" y="4258162"/>
                  </a:lnTo>
                  <a:lnTo>
                    <a:pt x="2145091" y="4258162"/>
                  </a:lnTo>
                  <a:lnTo>
                    <a:pt x="2145217" y="4258162"/>
                  </a:lnTo>
                  <a:lnTo>
                    <a:pt x="2145596" y="4258162"/>
                  </a:lnTo>
                  <a:lnTo>
                    <a:pt x="2145849" y="4258162"/>
                  </a:lnTo>
                  <a:lnTo>
                    <a:pt x="2146101" y="4258162"/>
                  </a:lnTo>
                  <a:lnTo>
                    <a:pt x="2146227" y="4258162"/>
                  </a:lnTo>
                  <a:lnTo>
                    <a:pt x="2146354" y="4258162"/>
                  </a:lnTo>
                  <a:lnTo>
                    <a:pt x="2146480" y="4258162"/>
                  </a:lnTo>
                  <a:lnTo>
                    <a:pt x="2146732" y="4258162"/>
                  </a:lnTo>
                  <a:lnTo>
                    <a:pt x="2147237" y="4258162"/>
                  </a:lnTo>
                  <a:lnTo>
                    <a:pt x="2148500" y="4258162"/>
                  </a:lnTo>
                  <a:lnTo>
                    <a:pt x="2148626" y="4258162"/>
                  </a:lnTo>
                  <a:lnTo>
                    <a:pt x="2148752" y="4253250"/>
                  </a:lnTo>
                  <a:lnTo>
                    <a:pt x="2149005" y="4253250"/>
                  </a:lnTo>
                  <a:lnTo>
                    <a:pt x="2149384" y="4253250"/>
                  </a:lnTo>
                  <a:lnTo>
                    <a:pt x="2149636" y="4253250"/>
                  </a:lnTo>
                  <a:lnTo>
                    <a:pt x="2149763" y="4253250"/>
                  </a:lnTo>
                  <a:lnTo>
                    <a:pt x="2150141" y="4253250"/>
                  </a:lnTo>
                  <a:lnTo>
                    <a:pt x="2150394" y="4253250"/>
                  </a:lnTo>
                  <a:lnTo>
                    <a:pt x="2150646" y="4253250"/>
                  </a:lnTo>
                  <a:lnTo>
                    <a:pt x="2150773" y="4253250"/>
                  </a:lnTo>
                  <a:lnTo>
                    <a:pt x="2151151" y="4253250"/>
                  </a:lnTo>
                  <a:lnTo>
                    <a:pt x="2151656" y="4253250"/>
                  </a:lnTo>
                  <a:lnTo>
                    <a:pt x="2152035" y="4253250"/>
                  </a:lnTo>
                  <a:lnTo>
                    <a:pt x="2152161" y="4253250"/>
                  </a:lnTo>
                  <a:lnTo>
                    <a:pt x="2152288" y="4253250"/>
                  </a:lnTo>
                  <a:lnTo>
                    <a:pt x="2152666" y="4253250"/>
                  </a:lnTo>
                  <a:lnTo>
                    <a:pt x="2152793" y="4253250"/>
                  </a:lnTo>
                  <a:lnTo>
                    <a:pt x="2152919" y="4253250"/>
                  </a:lnTo>
                  <a:lnTo>
                    <a:pt x="2153045" y="4253250"/>
                  </a:lnTo>
                  <a:lnTo>
                    <a:pt x="2153298" y="4253250"/>
                  </a:lnTo>
                  <a:lnTo>
                    <a:pt x="2153550" y="4253250"/>
                  </a:lnTo>
                  <a:lnTo>
                    <a:pt x="2153676" y="4253250"/>
                  </a:lnTo>
                  <a:lnTo>
                    <a:pt x="2153803" y="4253250"/>
                  </a:lnTo>
                  <a:lnTo>
                    <a:pt x="2154055" y="4253250"/>
                  </a:lnTo>
                  <a:lnTo>
                    <a:pt x="2154181" y="4253250"/>
                  </a:lnTo>
                  <a:lnTo>
                    <a:pt x="2154308" y="4253250"/>
                  </a:lnTo>
                  <a:lnTo>
                    <a:pt x="2154434" y="4253250"/>
                  </a:lnTo>
                  <a:lnTo>
                    <a:pt x="2154560" y="4253250"/>
                  </a:lnTo>
                  <a:lnTo>
                    <a:pt x="2154687" y="4253250"/>
                  </a:lnTo>
                  <a:lnTo>
                    <a:pt x="2154813" y="4253250"/>
                  </a:lnTo>
                  <a:lnTo>
                    <a:pt x="2155192" y="4253250"/>
                  </a:lnTo>
                  <a:lnTo>
                    <a:pt x="2155823" y="4253250"/>
                  </a:lnTo>
                  <a:lnTo>
                    <a:pt x="2155949" y="4253250"/>
                  </a:lnTo>
                  <a:lnTo>
                    <a:pt x="2156075" y="4253250"/>
                  </a:lnTo>
                  <a:lnTo>
                    <a:pt x="2156202" y="4253250"/>
                  </a:lnTo>
                  <a:lnTo>
                    <a:pt x="2156580" y="4253250"/>
                  </a:lnTo>
                  <a:lnTo>
                    <a:pt x="2156707" y="4253250"/>
                  </a:lnTo>
                  <a:lnTo>
                    <a:pt x="2156833" y="4253250"/>
                  </a:lnTo>
                  <a:lnTo>
                    <a:pt x="2157085" y="4253250"/>
                  </a:lnTo>
                  <a:lnTo>
                    <a:pt x="2157464" y="4253250"/>
                  </a:lnTo>
                  <a:lnTo>
                    <a:pt x="2157969" y="4253250"/>
                  </a:lnTo>
                  <a:lnTo>
                    <a:pt x="2158095" y="4253250"/>
                  </a:lnTo>
                  <a:lnTo>
                    <a:pt x="2158222" y="4253250"/>
                  </a:lnTo>
                  <a:lnTo>
                    <a:pt x="2158474" y="4253250"/>
                  </a:lnTo>
                  <a:lnTo>
                    <a:pt x="2158727" y="4253250"/>
                  </a:lnTo>
                  <a:lnTo>
                    <a:pt x="2159232" y="4253250"/>
                  </a:lnTo>
                  <a:lnTo>
                    <a:pt x="2159358" y="4253250"/>
                  </a:lnTo>
                  <a:lnTo>
                    <a:pt x="2159484" y="4253250"/>
                  </a:lnTo>
                  <a:lnTo>
                    <a:pt x="2159610" y="4253250"/>
                  </a:lnTo>
                  <a:lnTo>
                    <a:pt x="2159737" y="4253250"/>
                  </a:lnTo>
                  <a:lnTo>
                    <a:pt x="2159989" y="4253250"/>
                  </a:lnTo>
                  <a:lnTo>
                    <a:pt x="2160242" y="4253250"/>
                  </a:lnTo>
                  <a:lnTo>
                    <a:pt x="2160494" y="4253250"/>
                  </a:lnTo>
                  <a:lnTo>
                    <a:pt x="2160621" y="4253250"/>
                  </a:lnTo>
                  <a:lnTo>
                    <a:pt x="2160747" y="4253250"/>
                  </a:lnTo>
                  <a:lnTo>
                    <a:pt x="2160873" y="4253250"/>
                  </a:lnTo>
                  <a:lnTo>
                    <a:pt x="2161126" y="4253250"/>
                  </a:lnTo>
                  <a:lnTo>
                    <a:pt x="2161631" y="4253250"/>
                  </a:lnTo>
                  <a:lnTo>
                    <a:pt x="2161757" y="4253250"/>
                  </a:lnTo>
                  <a:lnTo>
                    <a:pt x="2161883" y="4253250"/>
                  </a:lnTo>
                  <a:lnTo>
                    <a:pt x="2162009" y="4253250"/>
                  </a:lnTo>
                  <a:lnTo>
                    <a:pt x="2162262" y="4253250"/>
                  </a:lnTo>
                  <a:lnTo>
                    <a:pt x="2162388" y="4253250"/>
                  </a:lnTo>
                  <a:lnTo>
                    <a:pt x="2162641" y="4253250"/>
                  </a:lnTo>
                  <a:lnTo>
                    <a:pt x="2162767" y="4253250"/>
                  </a:lnTo>
                  <a:lnTo>
                    <a:pt x="2162893" y="4253250"/>
                  </a:lnTo>
                  <a:lnTo>
                    <a:pt x="2163019" y="4253250"/>
                  </a:lnTo>
                  <a:lnTo>
                    <a:pt x="2163272" y="4253250"/>
                  </a:lnTo>
                  <a:lnTo>
                    <a:pt x="2163398" y="4253250"/>
                  </a:lnTo>
                  <a:lnTo>
                    <a:pt x="2163524" y="4253250"/>
                  </a:lnTo>
                  <a:lnTo>
                    <a:pt x="2163651" y="4253250"/>
                  </a:lnTo>
                  <a:lnTo>
                    <a:pt x="2163903" y="4253250"/>
                  </a:lnTo>
                  <a:lnTo>
                    <a:pt x="2164156" y="4253250"/>
                  </a:lnTo>
                  <a:lnTo>
                    <a:pt x="2164282" y="4253250"/>
                  </a:lnTo>
                  <a:lnTo>
                    <a:pt x="2164408" y="4253250"/>
                  </a:lnTo>
                  <a:lnTo>
                    <a:pt x="2164661" y="4253250"/>
                  </a:lnTo>
                  <a:lnTo>
                    <a:pt x="2165040" y="4253250"/>
                  </a:lnTo>
                  <a:lnTo>
                    <a:pt x="2165166" y="4253250"/>
                  </a:lnTo>
                  <a:lnTo>
                    <a:pt x="2165292" y="4253250"/>
                  </a:lnTo>
                  <a:lnTo>
                    <a:pt x="2165797" y="4253250"/>
                  </a:lnTo>
                  <a:lnTo>
                    <a:pt x="2166302" y="4253250"/>
                  </a:lnTo>
                  <a:lnTo>
                    <a:pt x="2166428" y="4253250"/>
                  </a:lnTo>
                  <a:lnTo>
                    <a:pt x="2166555" y="4253250"/>
                  </a:lnTo>
                  <a:lnTo>
                    <a:pt x="2166681" y="4253250"/>
                  </a:lnTo>
                  <a:lnTo>
                    <a:pt x="2167438" y="4248339"/>
                  </a:lnTo>
                  <a:lnTo>
                    <a:pt x="2167565" y="4248339"/>
                  </a:lnTo>
                  <a:lnTo>
                    <a:pt x="2167943" y="4248339"/>
                  </a:lnTo>
                  <a:lnTo>
                    <a:pt x="2168701" y="4248339"/>
                  </a:lnTo>
                  <a:lnTo>
                    <a:pt x="2168827" y="4243427"/>
                  </a:lnTo>
                  <a:lnTo>
                    <a:pt x="2168953" y="4243427"/>
                  </a:lnTo>
                  <a:lnTo>
                    <a:pt x="2169206" y="4243427"/>
                  </a:lnTo>
                  <a:lnTo>
                    <a:pt x="2170216" y="4243427"/>
                  </a:lnTo>
                  <a:lnTo>
                    <a:pt x="2170469" y="4243427"/>
                  </a:lnTo>
                  <a:lnTo>
                    <a:pt x="2170469" y="4238516"/>
                  </a:lnTo>
                  <a:lnTo>
                    <a:pt x="2170847" y="4238516"/>
                  </a:lnTo>
                  <a:lnTo>
                    <a:pt x="2170974" y="4238516"/>
                  </a:lnTo>
                  <a:lnTo>
                    <a:pt x="2171100" y="4238516"/>
                  </a:lnTo>
                  <a:lnTo>
                    <a:pt x="2171226" y="4238516"/>
                  </a:lnTo>
                  <a:lnTo>
                    <a:pt x="2171352" y="4238516"/>
                  </a:lnTo>
                  <a:lnTo>
                    <a:pt x="2171479" y="4238516"/>
                  </a:lnTo>
                  <a:lnTo>
                    <a:pt x="2171605" y="4238516"/>
                  </a:lnTo>
                  <a:lnTo>
                    <a:pt x="2171731" y="4238516"/>
                  </a:lnTo>
                  <a:lnTo>
                    <a:pt x="2172236" y="4238516"/>
                  </a:lnTo>
                  <a:lnTo>
                    <a:pt x="2172489" y="4238516"/>
                  </a:lnTo>
                  <a:lnTo>
                    <a:pt x="2172615" y="4238516"/>
                  </a:lnTo>
                  <a:lnTo>
                    <a:pt x="2172867" y="4238516"/>
                  </a:lnTo>
                  <a:lnTo>
                    <a:pt x="2173120" y="4238516"/>
                  </a:lnTo>
                  <a:lnTo>
                    <a:pt x="2173625" y="4238516"/>
                  </a:lnTo>
                  <a:lnTo>
                    <a:pt x="2173877" y="4238516"/>
                  </a:lnTo>
                  <a:lnTo>
                    <a:pt x="2174382" y="4238516"/>
                  </a:lnTo>
                  <a:lnTo>
                    <a:pt x="2174509" y="4238516"/>
                  </a:lnTo>
                  <a:lnTo>
                    <a:pt x="2174635" y="4238516"/>
                  </a:lnTo>
                  <a:lnTo>
                    <a:pt x="2174761" y="4238516"/>
                  </a:lnTo>
                  <a:lnTo>
                    <a:pt x="2175014" y="4238516"/>
                  </a:lnTo>
                  <a:lnTo>
                    <a:pt x="2175014" y="4233605"/>
                  </a:lnTo>
                  <a:lnTo>
                    <a:pt x="2175266" y="4233605"/>
                  </a:lnTo>
                  <a:lnTo>
                    <a:pt x="2175771" y="4233605"/>
                  </a:lnTo>
                  <a:lnTo>
                    <a:pt x="2175898" y="4233605"/>
                  </a:lnTo>
                  <a:lnTo>
                    <a:pt x="2176024" y="4233605"/>
                  </a:lnTo>
                  <a:lnTo>
                    <a:pt x="2176276" y="4233605"/>
                  </a:lnTo>
                  <a:lnTo>
                    <a:pt x="2176403" y="4233605"/>
                  </a:lnTo>
                  <a:lnTo>
                    <a:pt x="2176655" y="4233605"/>
                  </a:lnTo>
                  <a:lnTo>
                    <a:pt x="2176781" y="4233605"/>
                  </a:lnTo>
                  <a:lnTo>
                    <a:pt x="2176908" y="4233605"/>
                  </a:lnTo>
                  <a:lnTo>
                    <a:pt x="2177160" y="4233605"/>
                  </a:lnTo>
                  <a:lnTo>
                    <a:pt x="2177286" y="4233605"/>
                  </a:lnTo>
                  <a:lnTo>
                    <a:pt x="2177413" y="4233605"/>
                  </a:lnTo>
                  <a:lnTo>
                    <a:pt x="2177539" y="4233605"/>
                  </a:lnTo>
                  <a:lnTo>
                    <a:pt x="2177665" y="4233605"/>
                  </a:lnTo>
                  <a:lnTo>
                    <a:pt x="2177918" y="4233605"/>
                  </a:lnTo>
                  <a:lnTo>
                    <a:pt x="2178423" y="4233605"/>
                  </a:lnTo>
                  <a:lnTo>
                    <a:pt x="2179054" y="4228693"/>
                  </a:lnTo>
                  <a:lnTo>
                    <a:pt x="2179180" y="4228693"/>
                  </a:lnTo>
                  <a:lnTo>
                    <a:pt x="2179433" y="4228693"/>
                  </a:lnTo>
                  <a:lnTo>
                    <a:pt x="2179685" y="4228693"/>
                  </a:lnTo>
                  <a:lnTo>
                    <a:pt x="2179938" y="4228693"/>
                  </a:lnTo>
                  <a:lnTo>
                    <a:pt x="2180316" y="4228693"/>
                  </a:lnTo>
                  <a:lnTo>
                    <a:pt x="2180822" y="4228693"/>
                  </a:lnTo>
                  <a:lnTo>
                    <a:pt x="2180948" y="4228693"/>
                  </a:lnTo>
                  <a:lnTo>
                    <a:pt x="2181453" y="4228693"/>
                  </a:lnTo>
                  <a:lnTo>
                    <a:pt x="2181579" y="4228693"/>
                  </a:lnTo>
                  <a:lnTo>
                    <a:pt x="2182210" y="4228693"/>
                  </a:lnTo>
                  <a:lnTo>
                    <a:pt x="2182463" y="4228693"/>
                  </a:lnTo>
                  <a:lnTo>
                    <a:pt x="2182968" y="4228693"/>
                  </a:lnTo>
                  <a:lnTo>
                    <a:pt x="2183094" y="4228693"/>
                  </a:lnTo>
                  <a:lnTo>
                    <a:pt x="2183220" y="4228693"/>
                  </a:lnTo>
                  <a:lnTo>
                    <a:pt x="2183473" y="4228693"/>
                  </a:lnTo>
                  <a:lnTo>
                    <a:pt x="2183599" y="4228693"/>
                  </a:lnTo>
                  <a:lnTo>
                    <a:pt x="2183852" y="4228693"/>
                  </a:lnTo>
                  <a:lnTo>
                    <a:pt x="2183978" y="4228693"/>
                  </a:lnTo>
                  <a:lnTo>
                    <a:pt x="2184483" y="4228693"/>
                  </a:lnTo>
                  <a:lnTo>
                    <a:pt x="2184609" y="4228693"/>
                  </a:lnTo>
                  <a:lnTo>
                    <a:pt x="2185114" y="4228693"/>
                  </a:lnTo>
                  <a:lnTo>
                    <a:pt x="2185493" y="4228693"/>
                  </a:lnTo>
                  <a:lnTo>
                    <a:pt x="2185619" y="4228693"/>
                  </a:lnTo>
                  <a:lnTo>
                    <a:pt x="2185872" y="4228693"/>
                  </a:lnTo>
                  <a:lnTo>
                    <a:pt x="2185998" y="4228693"/>
                  </a:lnTo>
                  <a:lnTo>
                    <a:pt x="2186124" y="4228693"/>
                  </a:lnTo>
                  <a:lnTo>
                    <a:pt x="2186629" y="4228693"/>
                  </a:lnTo>
                  <a:lnTo>
                    <a:pt x="2186756" y="4228693"/>
                  </a:lnTo>
                  <a:lnTo>
                    <a:pt x="2186882" y="4228693"/>
                  </a:lnTo>
                  <a:lnTo>
                    <a:pt x="2187008" y="4228693"/>
                  </a:lnTo>
                  <a:lnTo>
                    <a:pt x="2187387" y="4228693"/>
                  </a:lnTo>
                  <a:lnTo>
                    <a:pt x="2187513" y="4228693"/>
                  </a:lnTo>
                  <a:lnTo>
                    <a:pt x="2187639" y="4228693"/>
                  </a:lnTo>
                  <a:lnTo>
                    <a:pt x="2187766" y="4228693"/>
                  </a:lnTo>
                  <a:lnTo>
                    <a:pt x="2187892" y="4228693"/>
                  </a:lnTo>
                  <a:lnTo>
                    <a:pt x="2188144" y="4228693"/>
                  </a:lnTo>
                  <a:lnTo>
                    <a:pt x="2188523" y="4228693"/>
                  </a:lnTo>
                  <a:lnTo>
                    <a:pt x="2188649" y="4228693"/>
                  </a:lnTo>
                  <a:lnTo>
                    <a:pt x="2189028" y="4228693"/>
                  </a:lnTo>
                  <a:lnTo>
                    <a:pt x="2189281" y="4228693"/>
                  </a:lnTo>
                  <a:lnTo>
                    <a:pt x="2189407" y="4228693"/>
                  </a:lnTo>
                  <a:lnTo>
                    <a:pt x="2189912" y="4223782"/>
                  </a:lnTo>
                  <a:lnTo>
                    <a:pt x="2190543" y="4223782"/>
                  </a:lnTo>
                  <a:lnTo>
                    <a:pt x="2190669" y="4223782"/>
                  </a:lnTo>
                  <a:lnTo>
                    <a:pt x="2190922" y="4223782"/>
                  </a:lnTo>
                  <a:lnTo>
                    <a:pt x="2191175" y="4223782"/>
                  </a:lnTo>
                  <a:lnTo>
                    <a:pt x="2194205" y="4218871"/>
                  </a:lnTo>
                  <a:lnTo>
                    <a:pt x="2194583" y="4218871"/>
                  </a:lnTo>
                  <a:lnTo>
                    <a:pt x="2194710" y="4218871"/>
                  </a:lnTo>
                  <a:lnTo>
                    <a:pt x="2194962" y="4218871"/>
                  </a:lnTo>
                  <a:lnTo>
                    <a:pt x="2195088" y="4218871"/>
                  </a:lnTo>
                  <a:lnTo>
                    <a:pt x="2195341" y="4218871"/>
                  </a:lnTo>
                  <a:lnTo>
                    <a:pt x="2195593" y="4218871"/>
                  </a:lnTo>
                  <a:lnTo>
                    <a:pt x="2195720" y="4218871"/>
                  </a:lnTo>
                  <a:lnTo>
                    <a:pt x="2196225" y="4218871"/>
                  </a:lnTo>
                  <a:lnTo>
                    <a:pt x="2196730" y="4218871"/>
                  </a:lnTo>
                  <a:lnTo>
                    <a:pt x="2196982" y="4218871"/>
                  </a:lnTo>
                  <a:lnTo>
                    <a:pt x="2197361" y="4213959"/>
                  </a:lnTo>
                  <a:lnTo>
                    <a:pt x="2197487" y="4213959"/>
                  </a:lnTo>
                  <a:lnTo>
                    <a:pt x="2197614" y="4213959"/>
                  </a:lnTo>
                  <a:lnTo>
                    <a:pt x="2197992" y="4213959"/>
                  </a:lnTo>
                  <a:lnTo>
                    <a:pt x="2198119" y="4213959"/>
                  </a:lnTo>
                  <a:lnTo>
                    <a:pt x="2198245" y="4213959"/>
                  </a:lnTo>
                  <a:lnTo>
                    <a:pt x="2198497" y="4213959"/>
                  </a:lnTo>
                  <a:lnTo>
                    <a:pt x="2198750" y="4213959"/>
                  </a:lnTo>
                  <a:lnTo>
                    <a:pt x="2198876" y="4213959"/>
                  </a:lnTo>
                  <a:lnTo>
                    <a:pt x="2199129" y="4209048"/>
                  </a:lnTo>
                  <a:lnTo>
                    <a:pt x="2199255" y="4209048"/>
                  </a:lnTo>
                  <a:lnTo>
                    <a:pt x="2199381" y="4209048"/>
                  </a:lnTo>
                  <a:lnTo>
                    <a:pt x="2199507" y="4209048"/>
                  </a:lnTo>
                  <a:lnTo>
                    <a:pt x="2199634" y="4209048"/>
                  </a:lnTo>
                  <a:lnTo>
                    <a:pt x="2199760" y="4209048"/>
                  </a:lnTo>
                  <a:lnTo>
                    <a:pt x="2200012" y="4209048"/>
                  </a:lnTo>
                  <a:lnTo>
                    <a:pt x="2200139" y="4209048"/>
                  </a:lnTo>
                  <a:lnTo>
                    <a:pt x="2200265" y="4209048"/>
                  </a:lnTo>
                  <a:lnTo>
                    <a:pt x="2200391" y="4209048"/>
                  </a:lnTo>
                  <a:lnTo>
                    <a:pt x="2200644" y="4209048"/>
                  </a:lnTo>
                  <a:lnTo>
                    <a:pt x="2200896" y="4209048"/>
                  </a:lnTo>
                  <a:lnTo>
                    <a:pt x="2200896" y="4204136"/>
                  </a:lnTo>
                  <a:lnTo>
                    <a:pt x="2201023" y="4204136"/>
                  </a:lnTo>
                  <a:lnTo>
                    <a:pt x="2201149" y="4204136"/>
                  </a:lnTo>
                  <a:lnTo>
                    <a:pt x="2201275" y="4204136"/>
                  </a:lnTo>
                  <a:lnTo>
                    <a:pt x="2201401" y="4204136"/>
                  </a:lnTo>
                  <a:lnTo>
                    <a:pt x="2201654" y="4204136"/>
                  </a:lnTo>
                  <a:lnTo>
                    <a:pt x="2202033" y="4204136"/>
                  </a:lnTo>
                  <a:lnTo>
                    <a:pt x="2202159" y="4204136"/>
                  </a:lnTo>
                  <a:lnTo>
                    <a:pt x="2202285" y="4204136"/>
                  </a:lnTo>
                  <a:lnTo>
                    <a:pt x="2202411" y="4204136"/>
                  </a:lnTo>
                  <a:lnTo>
                    <a:pt x="2202538" y="4204136"/>
                  </a:lnTo>
                  <a:lnTo>
                    <a:pt x="2202916" y="4204136"/>
                  </a:lnTo>
                  <a:lnTo>
                    <a:pt x="2203043" y="4204136"/>
                  </a:lnTo>
                  <a:lnTo>
                    <a:pt x="2203295" y="4204136"/>
                  </a:lnTo>
                  <a:lnTo>
                    <a:pt x="2203421" y="4204136"/>
                  </a:lnTo>
                  <a:lnTo>
                    <a:pt x="2204179" y="4204136"/>
                  </a:lnTo>
                  <a:lnTo>
                    <a:pt x="2204431" y="4204136"/>
                  </a:lnTo>
                  <a:lnTo>
                    <a:pt x="2205063" y="4204136"/>
                  </a:lnTo>
                  <a:lnTo>
                    <a:pt x="2205315" y="4204136"/>
                  </a:lnTo>
                  <a:lnTo>
                    <a:pt x="2205820" y="4204136"/>
                  </a:lnTo>
                  <a:lnTo>
                    <a:pt x="2206073" y="4204136"/>
                  </a:lnTo>
                  <a:lnTo>
                    <a:pt x="2206199" y="4204136"/>
                  </a:lnTo>
                  <a:lnTo>
                    <a:pt x="2206704" y="4204136"/>
                  </a:lnTo>
                  <a:lnTo>
                    <a:pt x="2206957" y="4204136"/>
                  </a:lnTo>
                  <a:lnTo>
                    <a:pt x="2207083" y="4204136"/>
                  </a:lnTo>
                  <a:lnTo>
                    <a:pt x="2207335" y="4199225"/>
                  </a:lnTo>
                  <a:lnTo>
                    <a:pt x="2207462" y="4199225"/>
                  </a:lnTo>
                  <a:lnTo>
                    <a:pt x="2207588" y="4199225"/>
                  </a:lnTo>
                  <a:lnTo>
                    <a:pt x="2207840" y="4199225"/>
                  </a:lnTo>
                  <a:lnTo>
                    <a:pt x="2208093" y="4199225"/>
                  </a:lnTo>
                  <a:lnTo>
                    <a:pt x="2208345" y="4199225"/>
                  </a:lnTo>
                  <a:lnTo>
                    <a:pt x="2208472" y="4199225"/>
                  </a:lnTo>
                  <a:lnTo>
                    <a:pt x="2208724" y="4199225"/>
                  </a:lnTo>
                  <a:lnTo>
                    <a:pt x="2209103" y="4199225"/>
                  </a:lnTo>
                  <a:lnTo>
                    <a:pt x="2209229" y="4199225"/>
                  </a:lnTo>
                  <a:lnTo>
                    <a:pt x="2209355" y="4199225"/>
                  </a:lnTo>
                  <a:lnTo>
                    <a:pt x="2209482" y="4199225"/>
                  </a:lnTo>
                  <a:lnTo>
                    <a:pt x="2209608" y="4199225"/>
                  </a:lnTo>
                  <a:lnTo>
                    <a:pt x="2209734" y="4199225"/>
                  </a:lnTo>
                  <a:lnTo>
                    <a:pt x="2209860" y="4199225"/>
                  </a:lnTo>
                  <a:lnTo>
                    <a:pt x="2209987" y="4199225"/>
                  </a:lnTo>
                  <a:lnTo>
                    <a:pt x="2210113" y="4199225"/>
                  </a:lnTo>
                  <a:lnTo>
                    <a:pt x="2210239" y="4199225"/>
                  </a:lnTo>
                  <a:lnTo>
                    <a:pt x="2210365" y="4199225"/>
                  </a:lnTo>
                  <a:lnTo>
                    <a:pt x="2210492" y="4199225"/>
                  </a:lnTo>
                  <a:lnTo>
                    <a:pt x="2210744" y="4199225"/>
                  </a:lnTo>
                  <a:lnTo>
                    <a:pt x="2210997" y="4199225"/>
                  </a:lnTo>
                  <a:lnTo>
                    <a:pt x="2211123" y="4199225"/>
                  </a:lnTo>
                  <a:lnTo>
                    <a:pt x="2211123" y="4194314"/>
                  </a:lnTo>
                  <a:lnTo>
                    <a:pt x="2211376" y="4194314"/>
                  </a:lnTo>
                  <a:lnTo>
                    <a:pt x="2211502" y="4194314"/>
                  </a:lnTo>
                  <a:lnTo>
                    <a:pt x="2211628" y="4194314"/>
                  </a:lnTo>
                  <a:lnTo>
                    <a:pt x="2211754" y="4194314"/>
                  </a:lnTo>
                  <a:lnTo>
                    <a:pt x="2211881" y="4194314"/>
                  </a:lnTo>
                  <a:lnTo>
                    <a:pt x="2212007" y="4194314"/>
                  </a:lnTo>
                  <a:lnTo>
                    <a:pt x="2212133" y="4194314"/>
                  </a:lnTo>
                  <a:lnTo>
                    <a:pt x="2212764" y="4194314"/>
                  </a:lnTo>
                  <a:lnTo>
                    <a:pt x="2213269" y="4194314"/>
                  </a:lnTo>
                  <a:lnTo>
                    <a:pt x="2213396" y="4194314"/>
                  </a:lnTo>
                  <a:lnTo>
                    <a:pt x="2213522" y="4194314"/>
                  </a:lnTo>
                  <a:lnTo>
                    <a:pt x="2213648" y="4194314"/>
                  </a:lnTo>
                  <a:lnTo>
                    <a:pt x="2213774" y="4194314"/>
                  </a:lnTo>
                  <a:lnTo>
                    <a:pt x="2214027" y="4194314"/>
                  </a:lnTo>
                  <a:lnTo>
                    <a:pt x="2214153" y="4194314"/>
                  </a:lnTo>
                  <a:lnTo>
                    <a:pt x="2214279" y="4194314"/>
                  </a:lnTo>
                  <a:lnTo>
                    <a:pt x="2214658" y="4194314"/>
                  </a:lnTo>
                  <a:lnTo>
                    <a:pt x="2215921" y="4194314"/>
                  </a:lnTo>
                  <a:lnTo>
                    <a:pt x="2216299" y="4194314"/>
                  </a:lnTo>
                  <a:lnTo>
                    <a:pt x="2216678" y="4194314"/>
                  </a:lnTo>
                  <a:lnTo>
                    <a:pt x="2217057" y="4194314"/>
                  </a:lnTo>
                  <a:lnTo>
                    <a:pt x="2217183" y="4194314"/>
                  </a:lnTo>
                  <a:lnTo>
                    <a:pt x="2217310" y="4194314"/>
                  </a:lnTo>
                  <a:lnTo>
                    <a:pt x="2217688" y="4194314"/>
                  </a:lnTo>
                  <a:lnTo>
                    <a:pt x="2217815" y="4194314"/>
                  </a:lnTo>
                  <a:lnTo>
                    <a:pt x="2218320" y="4194314"/>
                  </a:lnTo>
                  <a:lnTo>
                    <a:pt x="2218698" y="4194314"/>
                  </a:lnTo>
                  <a:lnTo>
                    <a:pt x="2218951" y="4189402"/>
                  </a:lnTo>
                  <a:lnTo>
                    <a:pt x="2219077" y="4189402"/>
                  </a:lnTo>
                  <a:lnTo>
                    <a:pt x="2219330" y="4189402"/>
                  </a:lnTo>
                  <a:lnTo>
                    <a:pt x="2219456" y="4189402"/>
                  </a:lnTo>
                  <a:lnTo>
                    <a:pt x="2219835" y="4189402"/>
                  </a:lnTo>
                  <a:lnTo>
                    <a:pt x="2220213" y="4189402"/>
                  </a:lnTo>
                  <a:lnTo>
                    <a:pt x="2220466" y="4189402"/>
                  </a:lnTo>
                  <a:lnTo>
                    <a:pt x="2220592" y="4189402"/>
                  </a:lnTo>
                  <a:lnTo>
                    <a:pt x="2221097" y="4189402"/>
                  </a:lnTo>
                  <a:lnTo>
                    <a:pt x="2221223" y="4189402"/>
                  </a:lnTo>
                  <a:lnTo>
                    <a:pt x="2221350" y="4189402"/>
                  </a:lnTo>
                  <a:lnTo>
                    <a:pt x="2222107" y="4189402"/>
                  </a:lnTo>
                  <a:lnTo>
                    <a:pt x="2222612" y="4189402"/>
                  </a:lnTo>
                  <a:lnTo>
                    <a:pt x="2222739" y="4189402"/>
                  </a:lnTo>
                  <a:lnTo>
                    <a:pt x="2223117" y="4189402"/>
                  </a:lnTo>
                  <a:lnTo>
                    <a:pt x="2223244" y="4189402"/>
                  </a:lnTo>
                  <a:lnTo>
                    <a:pt x="2223370" y="4189402"/>
                  </a:lnTo>
                  <a:lnTo>
                    <a:pt x="2223496" y="4189402"/>
                  </a:lnTo>
                  <a:lnTo>
                    <a:pt x="2224001" y="4189402"/>
                  </a:lnTo>
                  <a:lnTo>
                    <a:pt x="2224127" y="4189402"/>
                  </a:lnTo>
                  <a:lnTo>
                    <a:pt x="2224254" y="4189402"/>
                  </a:lnTo>
                  <a:lnTo>
                    <a:pt x="2224759" y="4189402"/>
                  </a:lnTo>
                  <a:lnTo>
                    <a:pt x="2224885" y="4189402"/>
                  </a:lnTo>
                  <a:lnTo>
                    <a:pt x="2225516" y="4189402"/>
                  </a:lnTo>
                  <a:lnTo>
                    <a:pt x="2225642" y="4189402"/>
                  </a:lnTo>
                  <a:lnTo>
                    <a:pt x="2226147" y="4189402"/>
                  </a:lnTo>
                  <a:lnTo>
                    <a:pt x="2226274" y="4189402"/>
                  </a:lnTo>
                  <a:lnTo>
                    <a:pt x="2226400" y="4189402"/>
                  </a:lnTo>
                  <a:lnTo>
                    <a:pt x="2227031" y="4189402"/>
                  </a:lnTo>
                  <a:lnTo>
                    <a:pt x="2227284" y="4189402"/>
                  </a:lnTo>
                  <a:lnTo>
                    <a:pt x="2227536" y="4189402"/>
                  </a:lnTo>
                  <a:lnTo>
                    <a:pt x="2227663" y="4189402"/>
                  </a:lnTo>
                  <a:lnTo>
                    <a:pt x="2227789" y="4189402"/>
                  </a:lnTo>
                  <a:lnTo>
                    <a:pt x="2227915" y="4189402"/>
                  </a:lnTo>
                  <a:lnTo>
                    <a:pt x="2228294" y="4189402"/>
                  </a:lnTo>
                  <a:lnTo>
                    <a:pt x="2228546" y="4189402"/>
                  </a:lnTo>
                  <a:lnTo>
                    <a:pt x="2228799" y="4189402"/>
                  </a:lnTo>
                  <a:lnTo>
                    <a:pt x="2228925" y="4189402"/>
                  </a:lnTo>
                  <a:lnTo>
                    <a:pt x="2229178" y="4189402"/>
                  </a:lnTo>
                  <a:lnTo>
                    <a:pt x="2229304" y="4189402"/>
                  </a:lnTo>
                  <a:lnTo>
                    <a:pt x="2229556" y="4189402"/>
                  </a:lnTo>
                  <a:lnTo>
                    <a:pt x="2229683" y="4189402"/>
                  </a:lnTo>
                  <a:lnTo>
                    <a:pt x="2230061" y="4189402"/>
                  </a:lnTo>
                  <a:lnTo>
                    <a:pt x="2230188" y="4189402"/>
                  </a:lnTo>
                  <a:lnTo>
                    <a:pt x="2230693" y="4189402"/>
                  </a:lnTo>
                  <a:lnTo>
                    <a:pt x="2230945" y="4189402"/>
                  </a:lnTo>
                  <a:lnTo>
                    <a:pt x="2231071" y="4189402"/>
                  </a:lnTo>
                  <a:lnTo>
                    <a:pt x="2232082" y="4189402"/>
                  </a:lnTo>
                  <a:lnTo>
                    <a:pt x="2232208" y="4189402"/>
                  </a:lnTo>
                  <a:lnTo>
                    <a:pt x="2232334" y="4189402"/>
                  </a:lnTo>
                  <a:lnTo>
                    <a:pt x="2232460" y="4189402"/>
                  </a:lnTo>
                  <a:lnTo>
                    <a:pt x="2232965" y="4189402"/>
                  </a:lnTo>
                  <a:lnTo>
                    <a:pt x="2233470" y="4189402"/>
                  </a:lnTo>
                  <a:lnTo>
                    <a:pt x="2233849" y="4189402"/>
                  </a:lnTo>
                  <a:lnTo>
                    <a:pt x="2233975" y="4189402"/>
                  </a:lnTo>
                  <a:lnTo>
                    <a:pt x="2234228" y="4189402"/>
                  </a:lnTo>
                  <a:lnTo>
                    <a:pt x="2234354" y="4189402"/>
                  </a:lnTo>
                  <a:lnTo>
                    <a:pt x="2234480" y="4189402"/>
                  </a:lnTo>
                  <a:lnTo>
                    <a:pt x="2234607" y="4189402"/>
                  </a:lnTo>
                  <a:lnTo>
                    <a:pt x="2234733" y="4189402"/>
                  </a:lnTo>
                  <a:lnTo>
                    <a:pt x="2234985" y="4189402"/>
                  </a:lnTo>
                  <a:lnTo>
                    <a:pt x="2235112" y="4189402"/>
                  </a:lnTo>
                  <a:lnTo>
                    <a:pt x="2235238" y="4189402"/>
                  </a:lnTo>
                  <a:lnTo>
                    <a:pt x="2235617" y="4189402"/>
                  </a:lnTo>
                  <a:lnTo>
                    <a:pt x="2235743" y="4189402"/>
                  </a:lnTo>
                  <a:lnTo>
                    <a:pt x="2235869" y="4189402"/>
                  </a:lnTo>
                  <a:lnTo>
                    <a:pt x="2235995" y="4189402"/>
                  </a:lnTo>
                  <a:lnTo>
                    <a:pt x="2236122" y="4189402"/>
                  </a:lnTo>
                  <a:lnTo>
                    <a:pt x="2236248" y="4189402"/>
                  </a:lnTo>
                  <a:lnTo>
                    <a:pt x="2236374" y="4189402"/>
                  </a:lnTo>
                  <a:lnTo>
                    <a:pt x="2236500" y="4189402"/>
                  </a:lnTo>
                  <a:lnTo>
                    <a:pt x="2236753" y="4189402"/>
                  </a:lnTo>
                  <a:lnTo>
                    <a:pt x="2237005" y="4189402"/>
                  </a:lnTo>
                  <a:lnTo>
                    <a:pt x="2237258" y="4189402"/>
                  </a:lnTo>
                  <a:lnTo>
                    <a:pt x="2237384" y="4189402"/>
                  </a:lnTo>
                  <a:lnTo>
                    <a:pt x="2237511" y="4189402"/>
                  </a:lnTo>
                  <a:lnTo>
                    <a:pt x="2238899" y="4189402"/>
                  </a:lnTo>
                  <a:lnTo>
                    <a:pt x="2239152" y="4189402"/>
                  </a:lnTo>
                  <a:lnTo>
                    <a:pt x="2239278" y="4189402"/>
                  </a:lnTo>
                  <a:lnTo>
                    <a:pt x="2239531" y="4189402"/>
                  </a:lnTo>
                  <a:lnTo>
                    <a:pt x="2239657" y="4189402"/>
                  </a:lnTo>
                  <a:lnTo>
                    <a:pt x="2240036" y="4189402"/>
                  </a:lnTo>
                  <a:lnTo>
                    <a:pt x="2240162" y="4189402"/>
                  </a:lnTo>
                  <a:lnTo>
                    <a:pt x="2240288" y="4189402"/>
                  </a:lnTo>
                  <a:lnTo>
                    <a:pt x="2240414" y="4189402"/>
                  </a:lnTo>
                  <a:lnTo>
                    <a:pt x="2240667" y="4189402"/>
                  </a:lnTo>
                  <a:lnTo>
                    <a:pt x="2240793" y="4189402"/>
                  </a:lnTo>
                  <a:lnTo>
                    <a:pt x="2241172" y="4189402"/>
                  </a:lnTo>
                  <a:lnTo>
                    <a:pt x="2241298" y="4189402"/>
                  </a:lnTo>
                  <a:lnTo>
                    <a:pt x="2241551" y="4189402"/>
                  </a:lnTo>
                  <a:lnTo>
                    <a:pt x="2241677" y="4189402"/>
                  </a:lnTo>
                  <a:lnTo>
                    <a:pt x="2241929" y="4189402"/>
                  </a:lnTo>
                  <a:lnTo>
                    <a:pt x="2242308" y="4189402"/>
                  </a:lnTo>
                  <a:lnTo>
                    <a:pt x="2242435" y="4189402"/>
                  </a:lnTo>
                  <a:lnTo>
                    <a:pt x="2242561" y="4189402"/>
                  </a:lnTo>
                  <a:lnTo>
                    <a:pt x="2242813" y="4189402"/>
                  </a:lnTo>
                  <a:lnTo>
                    <a:pt x="2242940" y="4189402"/>
                  </a:lnTo>
                  <a:lnTo>
                    <a:pt x="2243318" y="4184491"/>
                  </a:lnTo>
                  <a:lnTo>
                    <a:pt x="2243445" y="4184491"/>
                  </a:lnTo>
                  <a:lnTo>
                    <a:pt x="2243571" y="4184491"/>
                  </a:lnTo>
                  <a:lnTo>
                    <a:pt x="2243823" y="4184491"/>
                  </a:lnTo>
                  <a:lnTo>
                    <a:pt x="2244076" y="4184491"/>
                  </a:lnTo>
                  <a:lnTo>
                    <a:pt x="2244202" y="4184491"/>
                  </a:lnTo>
                  <a:lnTo>
                    <a:pt x="2244328" y="4184491"/>
                  </a:lnTo>
                  <a:lnTo>
                    <a:pt x="2244455" y="4184491"/>
                  </a:lnTo>
                  <a:lnTo>
                    <a:pt x="2245212" y="4184491"/>
                  </a:lnTo>
                  <a:lnTo>
                    <a:pt x="2245338" y="4184491"/>
                  </a:lnTo>
                  <a:lnTo>
                    <a:pt x="2245465" y="4184491"/>
                  </a:lnTo>
                  <a:lnTo>
                    <a:pt x="2245465" y="4179580"/>
                  </a:lnTo>
                  <a:lnTo>
                    <a:pt x="2245591" y="4179580"/>
                  </a:lnTo>
                  <a:lnTo>
                    <a:pt x="2245717" y="4179580"/>
                  </a:lnTo>
                  <a:lnTo>
                    <a:pt x="2246222" y="4179580"/>
                  </a:lnTo>
                  <a:lnTo>
                    <a:pt x="2246348" y="4179580"/>
                  </a:lnTo>
                  <a:lnTo>
                    <a:pt x="2246475" y="4179580"/>
                  </a:lnTo>
                  <a:lnTo>
                    <a:pt x="2247106" y="4179580"/>
                  </a:lnTo>
                  <a:lnTo>
                    <a:pt x="2247232" y="4179580"/>
                  </a:lnTo>
                  <a:lnTo>
                    <a:pt x="2247485" y="4179580"/>
                  </a:lnTo>
                  <a:lnTo>
                    <a:pt x="2247611" y="4179580"/>
                  </a:lnTo>
                  <a:lnTo>
                    <a:pt x="2247737" y="4179580"/>
                  </a:lnTo>
                  <a:lnTo>
                    <a:pt x="2247864" y="4179580"/>
                  </a:lnTo>
                  <a:lnTo>
                    <a:pt x="2247990" y="4179580"/>
                  </a:lnTo>
                  <a:lnTo>
                    <a:pt x="2248116" y="4179580"/>
                  </a:lnTo>
                  <a:lnTo>
                    <a:pt x="2248874" y="4179580"/>
                  </a:lnTo>
                  <a:lnTo>
                    <a:pt x="2249000" y="4179580"/>
                  </a:lnTo>
                  <a:lnTo>
                    <a:pt x="2249126" y="4179580"/>
                  </a:lnTo>
                  <a:lnTo>
                    <a:pt x="2249884" y="4179580"/>
                  </a:lnTo>
                  <a:lnTo>
                    <a:pt x="2250515" y="4179580"/>
                  </a:lnTo>
                  <a:lnTo>
                    <a:pt x="2250641" y="4179580"/>
                  </a:lnTo>
                  <a:lnTo>
                    <a:pt x="2250894" y="4179580"/>
                  </a:lnTo>
                  <a:lnTo>
                    <a:pt x="2251146" y="4179580"/>
                  </a:lnTo>
                  <a:lnTo>
                    <a:pt x="2251399" y="4179580"/>
                  </a:lnTo>
                  <a:lnTo>
                    <a:pt x="2251651" y="4179580"/>
                  </a:lnTo>
                  <a:lnTo>
                    <a:pt x="2252156" y="4174668"/>
                  </a:lnTo>
                  <a:lnTo>
                    <a:pt x="2252282" y="4174668"/>
                  </a:lnTo>
                  <a:lnTo>
                    <a:pt x="2252535" y="4174668"/>
                  </a:lnTo>
                  <a:lnTo>
                    <a:pt x="2252788" y="4174668"/>
                  </a:lnTo>
                  <a:lnTo>
                    <a:pt x="2253040" y="4174668"/>
                  </a:lnTo>
                  <a:lnTo>
                    <a:pt x="2253293" y="4174668"/>
                  </a:lnTo>
                  <a:lnTo>
                    <a:pt x="2253419" y="4174668"/>
                  </a:lnTo>
                  <a:lnTo>
                    <a:pt x="2253545" y="4174668"/>
                  </a:lnTo>
                  <a:lnTo>
                    <a:pt x="2253671" y="4174668"/>
                  </a:lnTo>
                  <a:lnTo>
                    <a:pt x="2253798" y="4174668"/>
                  </a:lnTo>
                  <a:lnTo>
                    <a:pt x="2253924" y="4174668"/>
                  </a:lnTo>
                  <a:lnTo>
                    <a:pt x="2254050" y="4174668"/>
                  </a:lnTo>
                  <a:lnTo>
                    <a:pt x="2254176" y="4174668"/>
                  </a:lnTo>
                  <a:lnTo>
                    <a:pt x="2254303" y="4174668"/>
                  </a:lnTo>
                  <a:lnTo>
                    <a:pt x="2254429" y="4174668"/>
                  </a:lnTo>
                  <a:lnTo>
                    <a:pt x="2254555" y="4174668"/>
                  </a:lnTo>
                  <a:lnTo>
                    <a:pt x="2254681" y="4174668"/>
                  </a:lnTo>
                  <a:lnTo>
                    <a:pt x="2254808" y="4174668"/>
                  </a:lnTo>
                  <a:lnTo>
                    <a:pt x="2254934" y="4174668"/>
                  </a:lnTo>
                  <a:lnTo>
                    <a:pt x="2255060" y="4174668"/>
                  </a:lnTo>
                  <a:lnTo>
                    <a:pt x="2255186" y="4174668"/>
                  </a:lnTo>
                  <a:lnTo>
                    <a:pt x="2255313" y="4174668"/>
                  </a:lnTo>
                  <a:lnTo>
                    <a:pt x="2255818" y="4174668"/>
                  </a:lnTo>
                  <a:lnTo>
                    <a:pt x="2256070" y="4174668"/>
                  </a:lnTo>
                  <a:lnTo>
                    <a:pt x="2256196" y="4174668"/>
                  </a:lnTo>
                  <a:lnTo>
                    <a:pt x="2256575" y="4174668"/>
                  </a:lnTo>
                  <a:lnTo>
                    <a:pt x="2256701" y="4169757"/>
                  </a:lnTo>
                  <a:lnTo>
                    <a:pt x="2257080" y="4169757"/>
                  </a:lnTo>
                  <a:lnTo>
                    <a:pt x="2257206" y="4169757"/>
                  </a:lnTo>
                  <a:lnTo>
                    <a:pt x="2257333" y="4169757"/>
                  </a:lnTo>
                  <a:lnTo>
                    <a:pt x="2257712" y="4169757"/>
                  </a:lnTo>
                  <a:lnTo>
                    <a:pt x="2257838" y="4169757"/>
                  </a:lnTo>
                  <a:lnTo>
                    <a:pt x="2257964" y="4169757"/>
                  </a:lnTo>
                  <a:lnTo>
                    <a:pt x="2258217" y="4169757"/>
                  </a:lnTo>
                  <a:lnTo>
                    <a:pt x="2258343" y="4169757"/>
                  </a:lnTo>
                  <a:lnTo>
                    <a:pt x="2258722" y="4164845"/>
                  </a:lnTo>
                  <a:lnTo>
                    <a:pt x="2258848" y="4164845"/>
                  </a:lnTo>
                  <a:lnTo>
                    <a:pt x="2258974" y="4164845"/>
                  </a:lnTo>
                  <a:lnTo>
                    <a:pt x="2259227" y="4164845"/>
                  </a:lnTo>
                  <a:lnTo>
                    <a:pt x="2259353" y="4164845"/>
                  </a:lnTo>
                  <a:lnTo>
                    <a:pt x="2259479" y="4164845"/>
                  </a:lnTo>
                  <a:lnTo>
                    <a:pt x="2259605" y="4164845"/>
                  </a:lnTo>
                  <a:lnTo>
                    <a:pt x="2259858" y="4164845"/>
                  </a:lnTo>
                  <a:lnTo>
                    <a:pt x="2259984" y="4164845"/>
                  </a:lnTo>
                  <a:lnTo>
                    <a:pt x="2260110" y="4164845"/>
                  </a:lnTo>
                  <a:lnTo>
                    <a:pt x="2260363" y="4164845"/>
                  </a:lnTo>
                  <a:lnTo>
                    <a:pt x="2260868" y="4164845"/>
                  </a:lnTo>
                  <a:lnTo>
                    <a:pt x="2261247" y="4164845"/>
                  </a:lnTo>
                  <a:lnTo>
                    <a:pt x="2261499" y="4164845"/>
                  </a:lnTo>
                  <a:lnTo>
                    <a:pt x="2261625" y="4164845"/>
                  </a:lnTo>
                  <a:lnTo>
                    <a:pt x="2261752" y="4164845"/>
                  </a:lnTo>
                  <a:lnTo>
                    <a:pt x="2262004" y="4164845"/>
                  </a:lnTo>
                  <a:lnTo>
                    <a:pt x="2262130" y="4164845"/>
                  </a:lnTo>
                  <a:lnTo>
                    <a:pt x="2262257" y="4164845"/>
                  </a:lnTo>
                  <a:lnTo>
                    <a:pt x="2262888" y="4164845"/>
                  </a:lnTo>
                  <a:lnTo>
                    <a:pt x="2263014" y="4164845"/>
                  </a:lnTo>
                  <a:lnTo>
                    <a:pt x="2263141" y="4164845"/>
                  </a:lnTo>
                  <a:lnTo>
                    <a:pt x="2263267" y="4164845"/>
                  </a:lnTo>
                  <a:lnTo>
                    <a:pt x="2263519" y="4164845"/>
                  </a:lnTo>
                  <a:lnTo>
                    <a:pt x="2263898" y="4164845"/>
                  </a:lnTo>
                  <a:lnTo>
                    <a:pt x="2265034" y="4164845"/>
                  </a:lnTo>
                  <a:lnTo>
                    <a:pt x="2265287" y="4164845"/>
                  </a:lnTo>
                  <a:lnTo>
                    <a:pt x="2265539" y="4164845"/>
                  </a:lnTo>
                  <a:lnTo>
                    <a:pt x="2265792" y="4164845"/>
                  </a:lnTo>
                  <a:lnTo>
                    <a:pt x="2266044" y="4164845"/>
                  </a:lnTo>
                  <a:lnTo>
                    <a:pt x="2266171" y="4164845"/>
                  </a:lnTo>
                  <a:lnTo>
                    <a:pt x="2266297" y="4164845"/>
                  </a:lnTo>
                  <a:lnTo>
                    <a:pt x="2266549" y="4164845"/>
                  </a:lnTo>
                  <a:lnTo>
                    <a:pt x="2266802" y="4164845"/>
                  </a:lnTo>
                  <a:lnTo>
                    <a:pt x="2267054" y="4164845"/>
                  </a:lnTo>
                  <a:lnTo>
                    <a:pt x="2267181" y="4164845"/>
                  </a:lnTo>
                  <a:lnTo>
                    <a:pt x="2267433" y="4164845"/>
                  </a:lnTo>
                  <a:lnTo>
                    <a:pt x="2267686" y="4164845"/>
                  </a:lnTo>
                  <a:lnTo>
                    <a:pt x="2268570" y="4164845"/>
                  </a:lnTo>
                  <a:lnTo>
                    <a:pt x="2268948" y="4164845"/>
                  </a:lnTo>
                  <a:lnTo>
                    <a:pt x="2269075" y="4164845"/>
                  </a:lnTo>
                  <a:lnTo>
                    <a:pt x="2269453" y="4164845"/>
                  </a:lnTo>
                  <a:lnTo>
                    <a:pt x="2269580" y="4164845"/>
                  </a:lnTo>
                  <a:lnTo>
                    <a:pt x="2269580" y="4159934"/>
                  </a:lnTo>
                  <a:lnTo>
                    <a:pt x="2270085" y="4159934"/>
                  </a:lnTo>
                  <a:lnTo>
                    <a:pt x="2270463" y="4159934"/>
                  </a:lnTo>
                  <a:lnTo>
                    <a:pt x="2270716" y="4159934"/>
                  </a:lnTo>
                  <a:lnTo>
                    <a:pt x="2271347" y="4159934"/>
                  </a:lnTo>
                  <a:lnTo>
                    <a:pt x="2271726" y="4159934"/>
                  </a:lnTo>
                  <a:lnTo>
                    <a:pt x="2271852" y="4159934"/>
                  </a:lnTo>
                  <a:lnTo>
                    <a:pt x="2271978" y="4159934"/>
                  </a:lnTo>
                  <a:lnTo>
                    <a:pt x="2272231" y="4155023"/>
                  </a:lnTo>
                  <a:lnTo>
                    <a:pt x="2272357" y="4155023"/>
                  </a:lnTo>
                  <a:lnTo>
                    <a:pt x="2272483" y="4155023"/>
                  </a:lnTo>
                  <a:lnTo>
                    <a:pt x="2272610" y="4155023"/>
                  </a:lnTo>
                  <a:lnTo>
                    <a:pt x="2272736" y="4155023"/>
                  </a:lnTo>
                  <a:lnTo>
                    <a:pt x="2272862" y="4155023"/>
                  </a:lnTo>
                  <a:lnTo>
                    <a:pt x="2272988" y="4155023"/>
                  </a:lnTo>
                  <a:lnTo>
                    <a:pt x="2273620" y="4155023"/>
                  </a:lnTo>
                  <a:lnTo>
                    <a:pt x="2274125" y="4155023"/>
                  </a:lnTo>
                  <a:lnTo>
                    <a:pt x="2274377" y="4155023"/>
                  </a:lnTo>
                  <a:lnTo>
                    <a:pt x="2274630" y="4155023"/>
                  </a:lnTo>
                  <a:lnTo>
                    <a:pt x="2275135" y="4155023"/>
                  </a:lnTo>
                  <a:lnTo>
                    <a:pt x="2275261" y="4155023"/>
                  </a:lnTo>
                  <a:lnTo>
                    <a:pt x="2275387" y="4155023"/>
                  </a:lnTo>
                  <a:lnTo>
                    <a:pt x="2275514" y="4155023"/>
                  </a:lnTo>
                  <a:lnTo>
                    <a:pt x="2276019" y="4155023"/>
                  </a:lnTo>
                  <a:lnTo>
                    <a:pt x="2276145" y="4155023"/>
                  </a:lnTo>
                  <a:lnTo>
                    <a:pt x="2276145" y="4150111"/>
                  </a:lnTo>
                  <a:lnTo>
                    <a:pt x="2276524" y="4150111"/>
                  </a:lnTo>
                  <a:lnTo>
                    <a:pt x="2277155" y="4150111"/>
                  </a:lnTo>
                  <a:lnTo>
                    <a:pt x="2277281" y="4150111"/>
                  </a:lnTo>
                  <a:lnTo>
                    <a:pt x="2277407" y="4150111"/>
                  </a:lnTo>
                  <a:lnTo>
                    <a:pt x="2277534" y="4150111"/>
                  </a:lnTo>
                  <a:lnTo>
                    <a:pt x="2277786" y="4150111"/>
                  </a:lnTo>
                  <a:lnTo>
                    <a:pt x="2278291" y="4150111"/>
                  </a:lnTo>
                  <a:lnTo>
                    <a:pt x="2278418" y="4150111"/>
                  </a:lnTo>
                  <a:lnTo>
                    <a:pt x="2278670" y="4150111"/>
                  </a:lnTo>
                  <a:lnTo>
                    <a:pt x="2279049" y="4150111"/>
                  </a:lnTo>
                  <a:lnTo>
                    <a:pt x="2279175" y="4150111"/>
                  </a:lnTo>
                  <a:lnTo>
                    <a:pt x="2279301" y="4150111"/>
                  </a:lnTo>
                  <a:lnTo>
                    <a:pt x="2279428" y="4150111"/>
                  </a:lnTo>
                  <a:lnTo>
                    <a:pt x="2279680" y="4145200"/>
                  </a:lnTo>
                  <a:lnTo>
                    <a:pt x="2279933" y="4145200"/>
                  </a:lnTo>
                  <a:lnTo>
                    <a:pt x="2280059" y="4145200"/>
                  </a:lnTo>
                  <a:lnTo>
                    <a:pt x="2280185" y="4145200"/>
                  </a:lnTo>
                  <a:lnTo>
                    <a:pt x="2280564" y="4145200"/>
                  </a:lnTo>
                  <a:lnTo>
                    <a:pt x="2280690" y="4145200"/>
                  </a:lnTo>
                  <a:lnTo>
                    <a:pt x="2280816" y="4145200"/>
                  </a:lnTo>
                  <a:lnTo>
                    <a:pt x="2280943" y="4145200"/>
                  </a:lnTo>
                  <a:lnTo>
                    <a:pt x="2281574" y="4145200"/>
                  </a:lnTo>
                  <a:lnTo>
                    <a:pt x="2281700" y="4145200"/>
                  </a:lnTo>
                  <a:lnTo>
                    <a:pt x="2281953" y="4145200"/>
                  </a:lnTo>
                  <a:lnTo>
                    <a:pt x="2282205" y="4145200"/>
                  </a:lnTo>
                  <a:lnTo>
                    <a:pt x="2282458" y="4145200"/>
                  </a:lnTo>
                  <a:lnTo>
                    <a:pt x="2282710" y="4145200"/>
                  </a:lnTo>
                  <a:lnTo>
                    <a:pt x="2283215" y="4140289"/>
                  </a:lnTo>
                  <a:lnTo>
                    <a:pt x="2283341" y="4140289"/>
                  </a:lnTo>
                  <a:lnTo>
                    <a:pt x="2283468" y="4140289"/>
                  </a:lnTo>
                  <a:lnTo>
                    <a:pt x="2284478" y="4135377"/>
                  </a:lnTo>
                  <a:lnTo>
                    <a:pt x="2284604" y="4135377"/>
                  </a:lnTo>
                  <a:lnTo>
                    <a:pt x="2284730" y="4135377"/>
                  </a:lnTo>
                  <a:lnTo>
                    <a:pt x="2284983" y="4135377"/>
                  </a:lnTo>
                  <a:lnTo>
                    <a:pt x="2285109" y="4135377"/>
                  </a:lnTo>
                  <a:lnTo>
                    <a:pt x="2285235" y="4135377"/>
                  </a:lnTo>
                  <a:lnTo>
                    <a:pt x="2285488" y="4135377"/>
                  </a:lnTo>
                  <a:lnTo>
                    <a:pt x="2285740" y="4135377"/>
                  </a:lnTo>
                  <a:lnTo>
                    <a:pt x="2285993" y="4135377"/>
                  </a:lnTo>
                  <a:lnTo>
                    <a:pt x="2286624" y="4135377"/>
                  </a:lnTo>
                  <a:lnTo>
                    <a:pt x="2287129" y="4135377"/>
                  </a:lnTo>
                  <a:lnTo>
                    <a:pt x="2287382" y="4135377"/>
                  </a:lnTo>
                  <a:lnTo>
                    <a:pt x="2287508" y="4135377"/>
                  </a:lnTo>
                  <a:lnTo>
                    <a:pt x="2287760" y="4135377"/>
                  </a:lnTo>
                  <a:lnTo>
                    <a:pt x="2288013" y="4135377"/>
                  </a:lnTo>
                  <a:lnTo>
                    <a:pt x="2288265" y="4135377"/>
                  </a:lnTo>
                  <a:lnTo>
                    <a:pt x="2288392" y="4135377"/>
                  </a:lnTo>
                  <a:lnTo>
                    <a:pt x="2288897" y="4135377"/>
                  </a:lnTo>
                  <a:lnTo>
                    <a:pt x="2289654" y="4135377"/>
                  </a:lnTo>
                  <a:lnTo>
                    <a:pt x="2289781" y="4135377"/>
                  </a:lnTo>
                  <a:lnTo>
                    <a:pt x="2289907" y="4135377"/>
                  </a:lnTo>
                  <a:lnTo>
                    <a:pt x="2290033" y="4135377"/>
                  </a:lnTo>
                  <a:lnTo>
                    <a:pt x="2290286" y="4135377"/>
                  </a:lnTo>
                  <a:lnTo>
                    <a:pt x="2290538" y="4135377"/>
                  </a:lnTo>
                  <a:lnTo>
                    <a:pt x="2290791" y="4135377"/>
                  </a:lnTo>
                  <a:lnTo>
                    <a:pt x="2290917" y="4135377"/>
                  </a:lnTo>
                  <a:lnTo>
                    <a:pt x="2291422" y="4135377"/>
                  </a:lnTo>
                  <a:lnTo>
                    <a:pt x="2291801" y="4135377"/>
                  </a:lnTo>
                  <a:lnTo>
                    <a:pt x="2292179" y="4135377"/>
                  </a:lnTo>
                  <a:lnTo>
                    <a:pt x="2292306" y="4135377"/>
                  </a:lnTo>
                  <a:lnTo>
                    <a:pt x="2292684" y="4135377"/>
                  </a:lnTo>
                  <a:lnTo>
                    <a:pt x="2293063" y="4135377"/>
                  </a:lnTo>
                  <a:lnTo>
                    <a:pt x="2293189" y="4135377"/>
                  </a:lnTo>
                  <a:lnTo>
                    <a:pt x="2293694" y="4135377"/>
                  </a:lnTo>
                  <a:lnTo>
                    <a:pt x="2293821" y="4135377"/>
                  </a:lnTo>
                  <a:lnTo>
                    <a:pt x="2293947" y="4135377"/>
                  </a:lnTo>
                  <a:lnTo>
                    <a:pt x="2294073" y="4135377"/>
                  </a:lnTo>
                  <a:lnTo>
                    <a:pt x="2294200" y="4135377"/>
                  </a:lnTo>
                  <a:lnTo>
                    <a:pt x="2294326" y="4135377"/>
                  </a:lnTo>
                  <a:lnTo>
                    <a:pt x="2294578" y="4135377"/>
                  </a:lnTo>
                  <a:lnTo>
                    <a:pt x="2294705" y="4135377"/>
                  </a:lnTo>
                  <a:lnTo>
                    <a:pt x="2295083" y="4130466"/>
                  </a:lnTo>
                  <a:lnTo>
                    <a:pt x="2295210" y="4130466"/>
                  </a:lnTo>
                  <a:lnTo>
                    <a:pt x="2296725" y="4130466"/>
                  </a:lnTo>
                  <a:lnTo>
                    <a:pt x="2296851" y="4130466"/>
                  </a:lnTo>
                  <a:lnTo>
                    <a:pt x="2296977" y="4130466"/>
                  </a:lnTo>
                  <a:lnTo>
                    <a:pt x="2297103" y="4130466"/>
                  </a:lnTo>
                  <a:lnTo>
                    <a:pt x="2297230" y="4130466"/>
                  </a:lnTo>
                  <a:lnTo>
                    <a:pt x="2297608" y="4130466"/>
                  </a:lnTo>
                  <a:lnTo>
                    <a:pt x="2297861" y="4130466"/>
                  </a:lnTo>
                  <a:lnTo>
                    <a:pt x="2298240" y="4130466"/>
                  </a:lnTo>
                  <a:lnTo>
                    <a:pt x="2298366" y="4130466"/>
                  </a:lnTo>
                  <a:lnTo>
                    <a:pt x="2298492" y="4130466"/>
                  </a:lnTo>
                  <a:lnTo>
                    <a:pt x="2298618" y="4130466"/>
                  </a:lnTo>
                  <a:lnTo>
                    <a:pt x="2298871" y="4130466"/>
                  </a:lnTo>
                  <a:lnTo>
                    <a:pt x="2299124" y="4130466"/>
                  </a:lnTo>
                  <a:lnTo>
                    <a:pt x="2299250" y="4130466"/>
                  </a:lnTo>
                  <a:lnTo>
                    <a:pt x="2299502" y="4130466"/>
                  </a:lnTo>
                  <a:lnTo>
                    <a:pt x="2299629" y="4130466"/>
                  </a:lnTo>
                  <a:lnTo>
                    <a:pt x="2299755" y="4130466"/>
                  </a:lnTo>
                  <a:lnTo>
                    <a:pt x="2299881" y="4130466"/>
                  </a:lnTo>
                  <a:lnTo>
                    <a:pt x="2300134" y="4130466"/>
                  </a:lnTo>
                  <a:lnTo>
                    <a:pt x="2300260" y="4130466"/>
                  </a:lnTo>
                  <a:lnTo>
                    <a:pt x="2300386" y="4130466"/>
                  </a:lnTo>
                  <a:lnTo>
                    <a:pt x="2300512" y="4130466"/>
                  </a:lnTo>
                  <a:lnTo>
                    <a:pt x="2300639" y="4130466"/>
                  </a:lnTo>
                  <a:lnTo>
                    <a:pt x="2300765" y="4130466"/>
                  </a:lnTo>
                  <a:lnTo>
                    <a:pt x="2301270" y="4130466"/>
                  </a:lnTo>
                  <a:lnTo>
                    <a:pt x="2301396" y="4130466"/>
                  </a:lnTo>
                  <a:lnTo>
                    <a:pt x="2301775" y="4130466"/>
                  </a:lnTo>
                  <a:lnTo>
                    <a:pt x="2301901" y="4130466"/>
                  </a:lnTo>
                  <a:lnTo>
                    <a:pt x="2302027" y="4130466"/>
                  </a:lnTo>
                  <a:lnTo>
                    <a:pt x="2302406" y="4130466"/>
                  </a:lnTo>
                  <a:lnTo>
                    <a:pt x="2302406" y="4125554"/>
                  </a:lnTo>
                  <a:lnTo>
                    <a:pt x="2302532" y="4125554"/>
                  </a:lnTo>
                  <a:lnTo>
                    <a:pt x="2302659" y="4125554"/>
                  </a:lnTo>
                  <a:lnTo>
                    <a:pt x="2302785" y="4125554"/>
                  </a:lnTo>
                  <a:lnTo>
                    <a:pt x="2303037" y="4125554"/>
                  </a:lnTo>
                  <a:lnTo>
                    <a:pt x="2303416" y="4125554"/>
                  </a:lnTo>
                  <a:lnTo>
                    <a:pt x="2303795" y="4125554"/>
                  </a:lnTo>
                  <a:lnTo>
                    <a:pt x="2304300" y="4125554"/>
                  </a:lnTo>
                  <a:lnTo>
                    <a:pt x="2304553" y="4125554"/>
                  </a:lnTo>
                  <a:lnTo>
                    <a:pt x="2304679" y="4125554"/>
                  </a:lnTo>
                  <a:lnTo>
                    <a:pt x="2305184" y="4125554"/>
                  </a:lnTo>
                  <a:lnTo>
                    <a:pt x="2305436" y="4125554"/>
                  </a:lnTo>
                  <a:lnTo>
                    <a:pt x="2305941" y="4125554"/>
                  </a:lnTo>
                  <a:lnTo>
                    <a:pt x="2306068" y="4125554"/>
                  </a:lnTo>
                  <a:lnTo>
                    <a:pt x="2306825" y="4125554"/>
                  </a:lnTo>
                  <a:lnTo>
                    <a:pt x="2307330" y="4125554"/>
                  </a:lnTo>
                  <a:lnTo>
                    <a:pt x="2307583" y="4125554"/>
                  </a:lnTo>
                  <a:lnTo>
                    <a:pt x="2307835" y="4125554"/>
                  </a:lnTo>
                  <a:lnTo>
                    <a:pt x="2308214" y="4125554"/>
                  </a:lnTo>
                  <a:lnTo>
                    <a:pt x="2308340" y="4125554"/>
                  </a:lnTo>
                  <a:lnTo>
                    <a:pt x="2308466" y="4125554"/>
                  </a:lnTo>
                  <a:lnTo>
                    <a:pt x="2308719" y="4125554"/>
                  </a:lnTo>
                  <a:lnTo>
                    <a:pt x="2308845" y="4125554"/>
                  </a:lnTo>
                  <a:lnTo>
                    <a:pt x="2309224" y="4125554"/>
                  </a:lnTo>
                  <a:lnTo>
                    <a:pt x="2309855" y="4125554"/>
                  </a:lnTo>
                  <a:lnTo>
                    <a:pt x="2310234" y="4125554"/>
                  </a:lnTo>
                  <a:lnTo>
                    <a:pt x="2310487" y="4125554"/>
                  </a:lnTo>
                  <a:lnTo>
                    <a:pt x="2310613" y="4120643"/>
                  </a:lnTo>
                  <a:lnTo>
                    <a:pt x="2310739" y="4120643"/>
                  </a:lnTo>
                  <a:lnTo>
                    <a:pt x="2310865" y="4120643"/>
                  </a:lnTo>
                  <a:lnTo>
                    <a:pt x="2311118" y="4120643"/>
                  </a:lnTo>
                  <a:lnTo>
                    <a:pt x="2311749" y="4120643"/>
                  </a:lnTo>
                  <a:lnTo>
                    <a:pt x="2311875" y="4120643"/>
                  </a:lnTo>
                  <a:lnTo>
                    <a:pt x="2312128" y="4120643"/>
                  </a:lnTo>
                  <a:lnTo>
                    <a:pt x="2312507" y="4120643"/>
                  </a:lnTo>
                  <a:lnTo>
                    <a:pt x="2312759" y="4120643"/>
                  </a:lnTo>
                  <a:lnTo>
                    <a:pt x="2312759" y="4115732"/>
                  </a:lnTo>
                  <a:lnTo>
                    <a:pt x="2313138" y="4115732"/>
                  </a:lnTo>
                  <a:lnTo>
                    <a:pt x="2313264" y="4115732"/>
                  </a:lnTo>
                  <a:lnTo>
                    <a:pt x="2313264" y="4110820"/>
                  </a:lnTo>
                  <a:lnTo>
                    <a:pt x="2313517" y="4110820"/>
                  </a:lnTo>
                  <a:lnTo>
                    <a:pt x="2313895" y="4110820"/>
                  </a:lnTo>
                  <a:lnTo>
                    <a:pt x="2314022" y="4110820"/>
                  </a:lnTo>
                  <a:lnTo>
                    <a:pt x="2314148" y="4110820"/>
                  </a:lnTo>
                  <a:lnTo>
                    <a:pt x="2314148" y="4105909"/>
                  </a:lnTo>
                  <a:lnTo>
                    <a:pt x="2315158" y="4105909"/>
                  </a:lnTo>
                  <a:lnTo>
                    <a:pt x="2315537" y="4105909"/>
                  </a:lnTo>
                  <a:lnTo>
                    <a:pt x="2315663" y="4105909"/>
                  </a:lnTo>
                  <a:lnTo>
                    <a:pt x="2315916" y="4105909"/>
                  </a:lnTo>
                  <a:lnTo>
                    <a:pt x="2316042" y="4105909"/>
                  </a:lnTo>
                  <a:lnTo>
                    <a:pt x="2316168" y="4105909"/>
                  </a:lnTo>
                  <a:lnTo>
                    <a:pt x="2316294" y="4105909"/>
                  </a:lnTo>
                  <a:lnTo>
                    <a:pt x="2316926" y="4105909"/>
                  </a:lnTo>
                  <a:lnTo>
                    <a:pt x="2317052" y="4105909"/>
                  </a:lnTo>
                  <a:lnTo>
                    <a:pt x="2317557" y="4105909"/>
                  </a:lnTo>
                  <a:lnTo>
                    <a:pt x="2317936" y="4105909"/>
                  </a:lnTo>
                  <a:lnTo>
                    <a:pt x="2318062" y="4105909"/>
                  </a:lnTo>
                  <a:lnTo>
                    <a:pt x="2318188" y="4105909"/>
                  </a:lnTo>
                  <a:lnTo>
                    <a:pt x="2318314" y="4105909"/>
                  </a:lnTo>
                  <a:lnTo>
                    <a:pt x="2318441" y="4105909"/>
                  </a:lnTo>
                  <a:lnTo>
                    <a:pt x="2319072" y="4105909"/>
                  </a:lnTo>
                  <a:lnTo>
                    <a:pt x="2319198" y="4105909"/>
                  </a:lnTo>
                  <a:lnTo>
                    <a:pt x="2319324" y="4105909"/>
                  </a:lnTo>
                  <a:lnTo>
                    <a:pt x="2319451" y="4105909"/>
                  </a:lnTo>
                  <a:lnTo>
                    <a:pt x="2320208" y="4105909"/>
                  </a:lnTo>
                  <a:lnTo>
                    <a:pt x="2320335" y="4105909"/>
                  </a:lnTo>
                  <a:lnTo>
                    <a:pt x="2320840" y="4105909"/>
                  </a:lnTo>
                  <a:lnTo>
                    <a:pt x="2320966" y="4105909"/>
                  </a:lnTo>
                  <a:lnTo>
                    <a:pt x="2321092" y="4105909"/>
                  </a:lnTo>
                  <a:lnTo>
                    <a:pt x="2321218" y="4105909"/>
                  </a:lnTo>
                  <a:lnTo>
                    <a:pt x="2321345" y="4105909"/>
                  </a:lnTo>
                  <a:lnTo>
                    <a:pt x="2321471" y="4105909"/>
                  </a:lnTo>
                  <a:lnTo>
                    <a:pt x="2321976" y="4105909"/>
                  </a:lnTo>
                  <a:lnTo>
                    <a:pt x="2322481" y="4105909"/>
                  </a:lnTo>
                  <a:lnTo>
                    <a:pt x="2322607" y="4105909"/>
                  </a:lnTo>
                  <a:lnTo>
                    <a:pt x="2322860" y="4100998"/>
                  </a:lnTo>
                  <a:lnTo>
                    <a:pt x="2322986" y="4100998"/>
                  </a:lnTo>
                  <a:lnTo>
                    <a:pt x="2323112" y="4100998"/>
                  </a:lnTo>
                  <a:lnTo>
                    <a:pt x="2323491" y="4100998"/>
                  </a:lnTo>
                  <a:lnTo>
                    <a:pt x="2323743" y="4100998"/>
                  </a:lnTo>
                  <a:lnTo>
                    <a:pt x="2324375" y="4100998"/>
                  </a:lnTo>
                  <a:lnTo>
                    <a:pt x="2324627" y="4100998"/>
                  </a:lnTo>
                  <a:lnTo>
                    <a:pt x="2325006" y="4100998"/>
                  </a:lnTo>
                  <a:lnTo>
                    <a:pt x="2325259" y="4100998"/>
                  </a:lnTo>
                  <a:lnTo>
                    <a:pt x="2325637" y="4100998"/>
                  </a:lnTo>
                  <a:lnTo>
                    <a:pt x="2325764" y="4100998"/>
                  </a:lnTo>
                  <a:lnTo>
                    <a:pt x="2325890" y="4100998"/>
                  </a:lnTo>
                  <a:lnTo>
                    <a:pt x="2326142" y="4100998"/>
                  </a:lnTo>
                  <a:lnTo>
                    <a:pt x="2326395" y="4100998"/>
                  </a:lnTo>
                  <a:lnTo>
                    <a:pt x="2326521" y="4100998"/>
                  </a:lnTo>
                  <a:lnTo>
                    <a:pt x="2327026" y="4100998"/>
                  </a:lnTo>
                  <a:lnTo>
                    <a:pt x="2327279" y="4100998"/>
                  </a:lnTo>
                  <a:lnTo>
                    <a:pt x="2327405" y="4100998"/>
                  </a:lnTo>
                  <a:lnTo>
                    <a:pt x="2327784" y="4100998"/>
                  </a:lnTo>
                  <a:lnTo>
                    <a:pt x="2327910" y="4100998"/>
                  </a:lnTo>
                  <a:lnTo>
                    <a:pt x="2328415" y="4100998"/>
                  </a:lnTo>
                  <a:lnTo>
                    <a:pt x="2328794" y="4100998"/>
                  </a:lnTo>
                  <a:lnTo>
                    <a:pt x="2328920" y="4100998"/>
                  </a:lnTo>
                  <a:lnTo>
                    <a:pt x="2329172" y="4100998"/>
                  </a:lnTo>
                  <a:lnTo>
                    <a:pt x="2329425" y="4100998"/>
                  </a:lnTo>
                  <a:lnTo>
                    <a:pt x="2329677" y="4100998"/>
                  </a:lnTo>
                  <a:lnTo>
                    <a:pt x="2329930" y="4100998"/>
                  </a:lnTo>
                  <a:lnTo>
                    <a:pt x="2330056" y="4100998"/>
                  </a:lnTo>
                  <a:lnTo>
                    <a:pt x="2330183" y="4100998"/>
                  </a:lnTo>
                  <a:lnTo>
                    <a:pt x="2330309" y="4100998"/>
                  </a:lnTo>
                  <a:lnTo>
                    <a:pt x="2330814" y="4100998"/>
                  </a:lnTo>
                  <a:lnTo>
                    <a:pt x="2331445" y="4100998"/>
                  </a:lnTo>
                  <a:lnTo>
                    <a:pt x="2331698" y="4100998"/>
                  </a:lnTo>
                  <a:lnTo>
                    <a:pt x="2331824" y="4100998"/>
                  </a:lnTo>
                  <a:lnTo>
                    <a:pt x="2331950" y="4100998"/>
                  </a:lnTo>
                  <a:lnTo>
                    <a:pt x="2332076" y="4100998"/>
                  </a:lnTo>
                  <a:lnTo>
                    <a:pt x="2332329" y="4100998"/>
                  </a:lnTo>
                  <a:lnTo>
                    <a:pt x="2332455" y="4100998"/>
                  </a:lnTo>
                  <a:lnTo>
                    <a:pt x="2332834" y="4100998"/>
                  </a:lnTo>
                  <a:lnTo>
                    <a:pt x="2332960" y="4100998"/>
                  </a:lnTo>
                  <a:lnTo>
                    <a:pt x="2333213" y="4100998"/>
                  </a:lnTo>
                  <a:lnTo>
                    <a:pt x="2333844" y="4100998"/>
                  </a:lnTo>
                  <a:lnTo>
                    <a:pt x="2333970" y="4100998"/>
                  </a:lnTo>
                  <a:lnTo>
                    <a:pt x="2334096" y="4100998"/>
                  </a:lnTo>
                  <a:lnTo>
                    <a:pt x="2334223" y="4100998"/>
                  </a:lnTo>
                  <a:lnTo>
                    <a:pt x="2334475" y="4100998"/>
                  </a:lnTo>
                  <a:lnTo>
                    <a:pt x="2334601" y="4100998"/>
                  </a:lnTo>
                  <a:lnTo>
                    <a:pt x="2334728" y="4100998"/>
                  </a:lnTo>
                  <a:lnTo>
                    <a:pt x="2334980" y="4100998"/>
                  </a:lnTo>
                  <a:lnTo>
                    <a:pt x="2334980" y="4096086"/>
                  </a:lnTo>
                  <a:lnTo>
                    <a:pt x="2335107" y="4096086"/>
                  </a:lnTo>
                  <a:lnTo>
                    <a:pt x="2335359" y="4096086"/>
                  </a:lnTo>
                  <a:lnTo>
                    <a:pt x="2335485" y="4096086"/>
                  </a:lnTo>
                  <a:lnTo>
                    <a:pt x="2335738" y="4096086"/>
                  </a:lnTo>
                  <a:lnTo>
                    <a:pt x="2335864" y="4096086"/>
                  </a:lnTo>
                  <a:lnTo>
                    <a:pt x="2336117" y="4096086"/>
                  </a:lnTo>
                  <a:lnTo>
                    <a:pt x="2336243" y="4096086"/>
                  </a:lnTo>
                  <a:lnTo>
                    <a:pt x="2336495" y="4096086"/>
                  </a:lnTo>
                  <a:lnTo>
                    <a:pt x="2336622" y="4096086"/>
                  </a:lnTo>
                  <a:lnTo>
                    <a:pt x="2336748" y="4096086"/>
                  </a:lnTo>
                  <a:lnTo>
                    <a:pt x="2336874" y="4096086"/>
                  </a:lnTo>
                  <a:lnTo>
                    <a:pt x="2337127" y="4096086"/>
                  </a:lnTo>
                  <a:lnTo>
                    <a:pt x="2337632" y="4096086"/>
                  </a:lnTo>
                  <a:lnTo>
                    <a:pt x="2337758" y="4096086"/>
                  </a:lnTo>
                  <a:lnTo>
                    <a:pt x="2338010" y="4096086"/>
                  </a:lnTo>
                  <a:lnTo>
                    <a:pt x="2338642" y="4091175"/>
                  </a:lnTo>
                  <a:lnTo>
                    <a:pt x="2339147" y="4091175"/>
                  </a:lnTo>
                  <a:lnTo>
                    <a:pt x="2339525" y="4091175"/>
                  </a:lnTo>
                  <a:lnTo>
                    <a:pt x="2339652" y="4091175"/>
                  </a:lnTo>
                  <a:lnTo>
                    <a:pt x="2339904" y="4091175"/>
                  </a:lnTo>
                  <a:lnTo>
                    <a:pt x="2340030" y="4091175"/>
                  </a:lnTo>
                  <a:lnTo>
                    <a:pt x="2340157" y="4091175"/>
                  </a:lnTo>
                  <a:lnTo>
                    <a:pt x="2340283" y="4091175"/>
                  </a:lnTo>
                  <a:lnTo>
                    <a:pt x="2340914" y="4091175"/>
                  </a:lnTo>
                  <a:lnTo>
                    <a:pt x="2341041" y="4091175"/>
                  </a:lnTo>
                  <a:lnTo>
                    <a:pt x="2341167" y="4091175"/>
                  </a:lnTo>
                  <a:lnTo>
                    <a:pt x="2341293" y="4091175"/>
                  </a:lnTo>
                  <a:lnTo>
                    <a:pt x="2341419" y="4091175"/>
                  </a:lnTo>
                  <a:lnTo>
                    <a:pt x="2341546" y="4091175"/>
                  </a:lnTo>
                  <a:lnTo>
                    <a:pt x="2341672" y="4091175"/>
                  </a:lnTo>
                  <a:lnTo>
                    <a:pt x="2341798" y="4091175"/>
                  </a:lnTo>
                  <a:lnTo>
                    <a:pt x="2342051" y="4091175"/>
                  </a:lnTo>
                  <a:lnTo>
                    <a:pt x="2342303" y="4091175"/>
                  </a:lnTo>
                  <a:lnTo>
                    <a:pt x="2342429" y="4091175"/>
                  </a:lnTo>
                  <a:lnTo>
                    <a:pt x="2342556" y="4091175"/>
                  </a:lnTo>
                  <a:lnTo>
                    <a:pt x="2343061" y="4091175"/>
                  </a:lnTo>
                  <a:lnTo>
                    <a:pt x="2343187" y="4091175"/>
                  </a:lnTo>
                  <a:lnTo>
                    <a:pt x="2343313" y="4091175"/>
                  </a:lnTo>
                  <a:lnTo>
                    <a:pt x="2343818" y="4091175"/>
                  </a:lnTo>
                  <a:lnTo>
                    <a:pt x="2344197" y="4086263"/>
                  </a:lnTo>
                  <a:lnTo>
                    <a:pt x="2344449" y="4086263"/>
                  </a:lnTo>
                  <a:lnTo>
                    <a:pt x="2344576" y="4086263"/>
                  </a:lnTo>
                  <a:lnTo>
                    <a:pt x="2344702" y="4086263"/>
                  </a:lnTo>
                  <a:lnTo>
                    <a:pt x="2344828" y="4086263"/>
                  </a:lnTo>
                  <a:lnTo>
                    <a:pt x="2344954" y="4086263"/>
                  </a:lnTo>
                  <a:lnTo>
                    <a:pt x="2345081" y="4086263"/>
                  </a:lnTo>
                  <a:lnTo>
                    <a:pt x="2345207" y="4086263"/>
                  </a:lnTo>
                  <a:lnTo>
                    <a:pt x="2345333" y="4086263"/>
                  </a:lnTo>
                  <a:lnTo>
                    <a:pt x="2345460" y="4086263"/>
                  </a:lnTo>
                  <a:lnTo>
                    <a:pt x="2345712" y="4086263"/>
                  </a:lnTo>
                  <a:lnTo>
                    <a:pt x="2346217" y="4086263"/>
                  </a:lnTo>
                  <a:lnTo>
                    <a:pt x="2346343" y="4086263"/>
                  </a:lnTo>
                  <a:lnTo>
                    <a:pt x="2346596" y="4086263"/>
                  </a:lnTo>
                  <a:lnTo>
                    <a:pt x="2346848" y="4086263"/>
                  </a:lnTo>
                  <a:lnTo>
                    <a:pt x="2346975" y="4086263"/>
                  </a:lnTo>
                  <a:lnTo>
                    <a:pt x="2347353" y="4086263"/>
                  </a:lnTo>
                  <a:lnTo>
                    <a:pt x="2347606" y="4086263"/>
                  </a:lnTo>
                  <a:lnTo>
                    <a:pt x="2347732" y="4086263"/>
                  </a:lnTo>
                  <a:lnTo>
                    <a:pt x="2347858" y="4086263"/>
                  </a:lnTo>
                  <a:lnTo>
                    <a:pt x="2347985" y="4086263"/>
                  </a:lnTo>
                  <a:lnTo>
                    <a:pt x="2348363" y="4081352"/>
                  </a:lnTo>
                  <a:lnTo>
                    <a:pt x="2349121" y="4081352"/>
                  </a:lnTo>
                  <a:lnTo>
                    <a:pt x="2349247" y="4081352"/>
                  </a:lnTo>
                  <a:lnTo>
                    <a:pt x="2349500" y="4081352"/>
                  </a:lnTo>
                  <a:lnTo>
                    <a:pt x="2349626" y="4081352"/>
                  </a:lnTo>
                  <a:lnTo>
                    <a:pt x="2349878" y="4081352"/>
                  </a:lnTo>
                  <a:lnTo>
                    <a:pt x="2350131" y="4081352"/>
                  </a:lnTo>
                  <a:lnTo>
                    <a:pt x="2350257" y="4081352"/>
                  </a:lnTo>
                  <a:lnTo>
                    <a:pt x="2350383" y="4081352"/>
                  </a:lnTo>
                  <a:lnTo>
                    <a:pt x="2350889" y="4081352"/>
                  </a:lnTo>
                  <a:lnTo>
                    <a:pt x="2351015" y="4081352"/>
                  </a:lnTo>
                  <a:lnTo>
                    <a:pt x="2351267" y="4081352"/>
                  </a:lnTo>
                  <a:lnTo>
                    <a:pt x="2351772" y="4076441"/>
                  </a:lnTo>
                  <a:lnTo>
                    <a:pt x="2351899" y="4076441"/>
                  </a:lnTo>
                  <a:lnTo>
                    <a:pt x="2352404" y="4076441"/>
                  </a:lnTo>
                  <a:lnTo>
                    <a:pt x="2352530" y="4076441"/>
                  </a:lnTo>
                  <a:lnTo>
                    <a:pt x="2352909" y="4076441"/>
                  </a:lnTo>
                  <a:lnTo>
                    <a:pt x="2353035" y="4076441"/>
                  </a:lnTo>
                  <a:lnTo>
                    <a:pt x="2353161" y="4076441"/>
                  </a:lnTo>
                  <a:lnTo>
                    <a:pt x="2353792" y="4076441"/>
                  </a:lnTo>
                  <a:lnTo>
                    <a:pt x="2353919" y="4076441"/>
                  </a:lnTo>
                  <a:lnTo>
                    <a:pt x="2354045" y="4076441"/>
                  </a:lnTo>
                  <a:lnTo>
                    <a:pt x="2354171" y="4076441"/>
                  </a:lnTo>
                  <a:lnTo>
                    <a:pt x="2354424" y="4076441"/>
                  </a:lnTo>
                  <a:lnTo>
                    <a:pt x="2354802" y="4076441"/>
                  </a:lnTo>
                  <a:lnTo>
                    <a:pt x="2354929" y="4076441"/>
                  </a:lnTo>
                  <a:lnTo>
                    <a:pt x="2355181" y="4076441"/>
                  </a:lnTo>
                  <a:lnTo>
                    <a:pt x="2355307" y="4076441"/>
                  </a:lnTo>
                  <a:lnTo>
                    <a:pt x="2355434" y="4076441"/>
                  </a:lnTo>
                  <a:lnTo>
                    <a:pt x="2355560" y="4076441"/>
                  </a:lnTo>
                  <a:lnTo>
                    <a:pt x="2355686" y="4076441"/>
                  </a:lnTo>
                  <a:lnTo>
                    <a:pt x="2355813" y="4076441"/>
                  </a:lnTo>
                  <a:lnTo>
                    <a:pt x="2355939" y="4076441"/>
                  </a:lnTo>
                  <a:lnTo>
                    <a:pt x="2356444" y="4071529"/>
                  </a:lnTo>
                  <a:lnTo>
                    <a:pt x="2356570" y="4071529"/>
                  </a:lnTo>
                  <a:lnTo>
                    <a:pt x="2356696" y="4071529"/>
                  </a:lnTo>
                  <a:lnTo>
                    <a:pt x="2357075" y="4071529"/>
                  </a:lnTo>
                  <a:lnTo>
                    <a:pt x="2357201" y="4071529"/>
                  </a:lnTo>
                  <a:lnTo>
                    <a:pt x="2357328" y="4071529"/>
                  </a:lnTo>
                  <a:lnTo>
                    <a:pt x="2357454" y="4071529"/>
                  </a:lnTo>
                  <a:lnTo>
                    <a:pt x="2357833" y="4071529"/>
                  </a:lnTo>
                  <a:lnTo>
                    <a:pt x="2358211" y="4071529"/>
                  </a:lnTo>
                  <a:lnTo>
                    <a:pt x="2358464" y="4071529"/>
                  </a:lnTo>
                  <a:lnTo>
                    <a:pt x="2358590" y="4071529"/>
                  </a:lnTo>
                  <a:lnTo>
                    <a:pt x="2358716" y="4071529"/>
                  </a:lnTo>
                  <a:lnTo>
                    <a:pt x="2358843" y="4071529"/>
                  </a:lnTo>
                  <a:lnTo>
                    <a:pt x="2359095" y="4071529"/>
                  </a:lnTo>
                  <a:lnTo>
                    <a:pt x="2359348" y="4071529"/>
                  </a:lnTo>
                  <a:lnTo>
                    <a:pt x="2359853" y="4071529"/>
                  </a:lnTo>
                  <a:lnTo>
                    <a:pt x="2360105" y="4071529"/>
                  </a:lnTo>
                  <a:lnTo>
                    <a:pt x="2360231" y="4071529"/>
                  </a:lnTo>
                  <a:lnTo>
                    <a:pt x="2360358" y="4071529"/>
                  </a:lnTo>
                  <a:lnTo>
                    <a:pt x="2360484" y="4071529"/>
                  </a:lnTo>
                  <a:lnTo>
                    <a:pt x="2360610" y="4071529"/>
                  </a:lnTo>
                  <a:lnTo>
                    <a:pt x="2360736" y="4071529"/>
                  </a:lnTo>
                  <a:lnTo>
                    <a:pt x="2360863" y="4071529"/>
                  </a:lnTo>
                  <a:lnTo>
                    <a:pt x="2360989" y="4071529"/>
                  </a:lnTo>
                  <a:lnTo>
                    <a:pt x="2361494" y="4071529"/>
                  </a:lnTo>
                  <a:lnTo>
                    <a:pt x="2361873" y="4071529"/>
                  </a:lnTo>
                  <a:lnTo>
                    <a:pt x="2361999" y="4071529"/>
                  </a:lnTo>
                  <a:lnTo>
                    <a:pt x="2362252" y="4071529"/>
                  </a:lnTo>
                  <a:lnTo>
                    <a:pt x="2362883" y="4071529"/>
                  </a:lnTo>
                  <a:lnTo>
                    <a:pt x="2363009" y="4071529"/>
                  </a:lnTo>
                  <a:lnTo>
                    <a:pt x="2363135" y="4071529"/>
                  </a:lnTo>
                  <a:lnTo>
                    <a:pt x="2363514" y="4071529"/>
                  </a:lnTo>
                  <a:lnTo>
                    <a:pt x="2363893" y="4071529"/>
                  </a:lnTo>
                  <a:lnTo>
                    <a:pt x="2364019" y="4071529"/>
                  </a:lnTo>
                  <a:lnTo>
                    <a:pt x="2364145" y="4071529"/>
                  </a:lnTo>
                  <a:lnTo>
                    <a:pt x="2364398" y="4071529"/>
                  </a:lnTo>
                  <a:lnTo>
                    <a:pt x="2364524" y="4071529"/>
                  </a:lnTo>
                  <a:lnTo>
                    <a:pt x="2364650" y="4071529"/>
                  </a:lnTo>
                  <a:lnTo>
                    <a:pt x="2367428" y="4071529"/>
                  </a:lnTo>
                  <a:lnTo>
                    <a:pt x="2367554" y="4071529"/>
                  </a:lnTo>
                  <a:lnTo>
                    <a:pt x="2367681" y="4071529"/>
                  </a:lnTo>
                  <a:lnTo>
                    <a:pt x="2367933" y="4071529"/>
                  </a:lnTo>
                  <a:lnTo>
                    <a:pt x="2368186" y="4071529"/>
                  </a:lnTo>
                  <a:lnTo>
                    <a:pt x="2368438" y="4071529"/>
                  </a:lnTo>
                  <a:lnTo>
                    <a:pt x="2368564" y="4071529"/>
                  </a:lnTo>
                  <a:lnTo>
                    <a:pt x="2368691" y="4071529"/>
                  </a:lnTo>
                  <a:lnTo>
                    <a:pt x="2368817" y="4071529"/>
                  </a:lnTo>
                  <a:lnTo>
                    <a:pt x="2369069" y="4071529"/>
                  </a:lnTo>
                  <a:lnTo>
                    <a:pt x="2369322" y="4071529"/>
                  </a:lnTo>
                  <a:lnTo>
                    <a:pt x="2369448" y="4071529"/>
                  </a:lnTo>
                  <a:lnTo>
                    <a:pt x="2369701" y="4071529"/>
                  </a:lnTo>
                  <a:lnTo>
                    <a:pt x="2369827" y="4071529"/>
                  </a:lnTo>
                  <a:lnTo>
                    <a:pt x="2369953" y="4071529"/>
                  </a:lnTo>
                  <a:lnTo>
                    <a:pt x="2370079" y="4071529"/>
                  </a:lnTo>
                  <a:lnTo>
                    <a:pt x="2370206" y="4071529"/>
                  </a:lnTo>
                  <a:lnTo>
                    <a:pt x="2370458" y="4071529"/>
                  </a:lnTo>
                  <a:lnTo>
                    <a:pt x="2370711" y="4071529"/>
                  </a:lnTo>
                  <a:lnTo>
                    <a:pt x="2370837" y="4071529"/>
                  </a:lnTo>
                  <a:lnTo>
                    <a:pt x="2371089" y="4071529"/>
                  </a:lnTo>
                  <a:lnTo>
                    <a:pt x="2371216" y="4071529"/>
                  </a:lnTo>
                  <a:lnTo>
                    <a:pt x="2371468" y="4071529"/>
                  </a:lnTo>
                  <a:lnTo>
                    <a:pt x="2371721" y="4071529"/>
                  </a:lnTo>
                  <a:lnTo>
                    <a:pt x="2371847" y="4071529"/>
                  </a:lnTo>
                  <a:lnTo>
                    <a:pt x="2372352" y="4071529"/>
                  </a:lnTo>
                  <a:lnTo>
                    <a:pt x="2372857" y="4071529"/>
                  </a:lnTo>
                  <a:lnTo>
                    <a:pt x="2372983" y="4071529"/>
                  </a:lnTo>
                  <a:lnTo>
                    <a:pt x="2373488" y="4071529"/>
                  </a:lnTo>
                  <a:lnTo>
                    <a:pt x="2373615" y="4066618"/>
                  </a:lnTo>
                  <a:lnTo>
                    <a:pt x="2373741" y="4066618"/>
                  </a:lnTo>
                  <a:lnTo>
                    <a:pt x="2374246" y="4066618"/>
                  </a:lnTo>
                  <a:lnTo>
                    <a:pt x="2374625" y="4061707"/>
                  </a:lnTo>
                  <a:lnTo>
                    <a:pt x="2375003" y="4061707"/>
                  </a:lnTo>
                  <a:lnTo>
                    <a:pt x="2375761" y="4061707"/>
                  </a:lnTo>
                  <a:lnTo>
                    <a:pt x="2376013" y="4061707"/>
                  </a:lnTo>
                  <a:lnTo>
                    <a:pt x="2376266" y="4061707"/>
                  </a:lnTo>
                  <a:lnTo>
                    <a:pt x="2376519" y="4061707"/>
                  </a:lnTo>
                  <a:lnTo>
                    <a:pt x="2376897" y="4061707"/>
                  </a:lnTo>
                  <a:lnTo>
                    <a:pt x="2377024" y="4061707"/>
                  </a:lnTo>
                  <a:lnTo>
                    <a:pt x="2377150" y="4061707"/>
                  </a:lnTo>
                  <a:lnTo>
                    <a:pt x="2377402" y="4061707"/>
                  </a:lnTo>
                  <a:lnTo>
                    <a:pt x="2377529" y="4061707"/>
                  </a:lnTo>
                  <a:lnTo>
                    <a:pt x="2377655" y="4061707"/>
                  </a:lnTo>
                  <a:lnTo>
                    <a:pt x="2377907" y="4061707"/>
                  </a:lnTo>
                  <a:lnTo>
                    <a:pt x="2378034" y="4061707"/>
                  </a:lnTo>
                  <a:lnTo>
                    <a:pt x="2378412" y="4061707"/>
                  </a:lnTo>
                  <a:lnTo>
                    <a:pt x="2378665" y="4061707"/>
                  </a:lnTo>
                  <a:lnTo>
                    <a:pt x="2379044" y="4061707"/>
                  </a:lnTo>
                  <a:lnTo>
                    <a:pt x="2379296" y="4061707"/>
                  </a:lnTo>
                  <a:lnTo>
                    <a:pt x="2379422" y="4061707"/>
                  </a:lnTo>
                  <a:lnTo>
                    <a:pt x="2379675" y="4061707"/>
                  </a:lnTo>
                  <a:lnTo>
                    <a:pt x="2380180" y="4061707"/>
                  </a:lnTo>
                  <a:lnTo>
                    <a:pt x="2380306" y="4061707"/>
                  </a:lnTo>
                  <a:lnTo>
                    <a:pt x="2380559" y="4061707"/>
                  </a:lnTo>
                  <a:lnTo>
                    <a:pt x="2380685" y="4061707"/>
                  </a:lnTo>
                  <a:lnTo>
                    <a:pt x="2380811" y="4061707"/>
                  </a:lnTo>
                  <a:lnTo>
                    <a:pt x="2381190" y="4061707"/>
                  </a:lnTo>
                  <a:lnTo>
                    <a:pt x="2381316" y="4061707"/>
                  </a:lnTo>
                  <a:lnTo>
                    <a:pt x="2382074" y="4061707"/>
                  </a:lnTo>
                  <a:lnTo>
                    <a:pt x="2382326" y="4061707"/>
                  </a:lnTo>
                  <a:lnTo>
                    <a:pt x="2382705" y="4061707"/>
                  </a:lnTo>
                  <a:lnTo>
                    <a:pt x="2382958" y="4061707"/>
                  </a:lnTo>
                  <a:lnTo>
                    <a:pt x="2383336" y="4061707"/>
                  </a:lnTo>
                  <a:lnTo>
                    <a:pt x="2383589" y="4061707"/>
                  </a:lnTo>
                  <a:lnTo>
                    <a:pt x="2383968" y="4061707"/>
                  </a:lnTo>
                  <a:lnTo>
                    <a:pt x="2384094" y="4061707"/>
                  </a:lnTo>
                  <a:lnTo>
                    <a:pt x="2384346" y="4061707"/>
                  </a:lnTo>
                  <a:lnTo>
                    <a:pt x="2384473" y="4061707"/>
                  </a:lnTo>
                  <a:lnTo>
                    <a:pt x="2384725" y="4061707"/>
                  </a:lnTo>
                  <a:lnTo>
                    <a:pt x="2384851" y="4061707"/>
                  </a:lnTo>
                  <a:lnTo>
                    <a:pt x="2384978" y="4061707"/>
                  </a:lnTo>
                  <a:lnTo>
                    <a:pt x="2385104" y="4061707"/>
                  </a:lnTo>
                  <a:lnTo>
                    <a:pt x="2385483" y="4061707"/>
                  </a:lnTo>
                  <a:lnTo>
                    <a:pt x="2385735" y="4056795"/>
                  </a:lnTo>
                  <a:lnTo>
                    <a:pt x="2385988" y="4056795"/>
                  </a:lnTo>
                  <a:lnTo>
                    <a:pt x="2386114" y="4056795"/>
                  </a:lnTo>
                  <a:lnTo>
                    <a:pt x="2386240" y="4056795"/>
                  </a:lnTo>
                  <a:lnTo>
                    <a:pt x="2386619" y="4056795"/>
                  </a:lnTo>
                  <a:lnTo>
                    <a:pt x="2386872" y="4056795"/>
                  </a:lnTo>
                  <a:lnTo>
                    <a:pt x="2387124" y="4056795"/>
                  </a:lnTo>
                  <a:lnTo>
                    <a:pt x="2387250" y="4056795"/>
                  </a:lnTo>
                  <a:lnTo>
                    <a:pt x="2387377" y="4056795"/>
                  </a:lnTo>
                  <a:lnTo>
                    <a:pt x="2387755" y="4051884"/>
                  </a:lnTo>
                  <a:lnTo>
                    <a:pt x="2387882" y="4051884"/>
                  </a:lnTo>
                  <a:lnTo>
                    <a:pt x="2388008" y="4051884"/>
                  </a:lnTo>
                  <a:lnTo>
                    <a:pt x="2388134" y="4051884"/>
                  </a:lnTo>
                  <a:lnTo>
                    <a:pt x="2388260" y="4051884"/>
                  </a:lnTo>
                  <a:lnTo>
                    <a:pt x="2388387" y="4051884"/>
                  </a:lnTo>
                  <a:lnTo>
                    <a:pt x="2388639" y="4051884"/>
                  </a:lnTo>
                  <a:lnTo>
                    <a:pt x="2388892" y="4051884"/>
                  </a:lnTo>
                  <a:lnTo>
                    <a:pt x="2389270" y="4051884"/>
                  </a:lnTo>
                  <a:lnTo>
                    <a:pt x="2389649" y="4051884"/>
                  </a:lnTo>
                  <a:lnTo>
                    <a:pt x="2389775" y="4051884"/>
                  </a:lnTo>
                  <a:lnTo>
                    <a:pt x="2389902" y="4051884"/>
                  </a:lnTo>
                  <a:lnTo>
                    <a:pt x="2390028" y="4051884"/>
                  </a:lnTo>
                  <a:lnTo>
                    <a:pt x="2390533" y="4051884"/>
                  </a:lnTo>
                  <a:lnTo>
                    <a:pt x="2391164" y="4051884"/>
                  </a:lnTo>
                  <a:lnTo>
                    <a:pt x="2391543" y="4051884"/>
                  </a:lnTo>
                  <a:lnTo>
                    <a:pt x="2391669" y="4051884"/>
                  </a:lnTo>
                  <a:lnTo>
                    <a:pt x="2392048" y="4046972"/>
                  </a:lnTo>
                  <a:lnTo>
                    <a:pt x="2392174" y="4046972"/>
                  </a:lnTo>
                  <a:lnTo>
                    <a:pt x="2392301" y="4046972"/>
                  </a:lnTo>
                  <a:lnTo>
                    <a:pt x="2392427" y="4046972"/>
                  </a:lnTo>
                  <a:lnTo>
                    <a:pt x="2392679" y="4046972"/>
                  </a:lnTo>
                  <a:lnTo>
                    <a:pt x="2392806" y="4046972"/>
                  </a:lnTo>
                  <a:lnTo>
                    <a:pt x="2393311" y="4046972"/>
                  </a:lnTo>
                  <a:lnTo>
                    <a:pt x="2393437" y="4046972"/>
                  </a:lnTo>
                  <a:lnTo>
                    <a:pt x="2394068" y="4046972"/>
                  </a:lnTo>
                  <a:lnTo>
                    <a:pt x="2394573" y="4046972"/>
                  </a:lnTo>
                  <a:lnTo>
                    <a:pt x="2394699" y="4046972"/>
                  </a:lnTo>
                  <a:lnTo>
                    <a:pt x="2394952" y="4046972"/>
                  </a:lnTo>
                  <a:lnTo>
                    <a:pt x="2395709" y="4046972"/>
                  </a:lnTo>
                  <a:lnTo>
                    <a:pt x="2395836" y="4046972"/>
                  </a:lnTo>
                  <a:lnTo>
                    <a:pt x="2395962" y="4046972"/>
                  </a:lnTo>
                  <a:lnTo>
                    <a:pt x="2396214" y="4046972"/>
                  </a:lnTo>
                  <a:lnTo>
                    <a:pt x="2396341" y="4046972"/>
                  </a:lnTo>
                  <a:lnTo>
                    <a:pt x="2396467" y="4046972"/>
                  </a:lnTo>
                  <a:lnTo>
                    <a:pt x="2396846" y="4046972"/>
                  </a:lnTo>
                  <a:lnTo>
                    <a:pt x="2396972" y="4046972"/>
                  </a:lnTo>
                  <a:lnTo>
                    <a:pt x="2397098" y="4046972"/>
                  </a:lnTo>
                  <a:lnTo>
                    <a:pt x="2397225" y="4046972"/>
                  </a:lnTo>
                  <a:lnTo>
                    <a:pt x="2397603" y="4046972"/>
                  </a:lnTo>
                  <a:lnTo>
                    <a:pt x="2397730" y="4046972"/>
                  </a:lnTo>
                  <a:lnTo>
                    <a:pt x="2397982" y="4046972"/>
                  </a:lnTo>
                  <a:lnTo>
                    <a:pt x="2398235" y="4046972"/>
                  </a:lnTo>
                  <a:lnTo>
                    <a:pt x="2398361" y="4046972"/>
                  </a:lnTo>
                  <a:lnTo>
                    <a:pt x="2398487" y="4046972"/>
                  </a:lnTo>
                  <a:lnTo>
                    <a:pt x="2398740" y="4046972"/>
                  </a:lnTo>
                  <a:lnTo>
                    <a:pt x="2398866" y="4046972"/>
                  </a:lnTo>
                  <a:lnTo>
                    <a:pt x="2398992" y="4046972"/>
                  </a:lnTo>
                  <a:lnTo>
                    <a:pt x="2399497" y="4046972"/>
                  </a:lnTo>
                  <a:lnTo>
                    <a:pt x="2399623" y="4046972"/>
                  </a:lnTo>
                  <a:lnTo>
                    <a:pt x="2399750" y="4046972"/>
                  </a:lnTo>
                  <a:lnTo>
                    <a:pt x="2399876" y="4046972"/>
                  </a:lnTo>
                  <a:lnTo>
                    <a:pt x="2400128" y="4046972"/>
                  </a:lnTo>
                  <a:lnTo>
                    <a:pt x="2400633" y="4046972"/>
                  </a:lnTo>
                  <a:lnTo>
                    <a:pt x="2400760" y="4046972"/>
                  </a:lnTo>
                  <a:lnTo>
                    <a:pt x="2400886" y="4046972"/>
                  </a:lnTo>
                  <a:lnTo>
                    <a:pt x="2401012" y="4046972"/>
                  </a:lnTo>
                  <a:lnTo>
                    <a:pt x="2401265" y="4046972"/>
                  </a:lnTo>
                  <a:lnTo>
                    <a:pt x="2402275" y="4046972"/>
                  </a:lnTo>
                  <a:lnTo>
                    <a:pt x="2402401" y="4046972"/>
                  </a:lnTo>
                  <a:lnTo>
                    <a:pt x="2402527" y="4046972"/>
                  </a:lnTo>
                  <a:lnTo>
                    <a:pt x="2402654" y="4046972"/>
                  </a:lnTo>
                  <a:lnTo>
                    <a:pt x="2402906" y="4046972"/>
                  </a:lnTo>
                  <a:lnTo>
                    <a:pt x="2403159" y="4046972"/>
                  </a:lnTo>
                  <a:lnTo>
                    <a:pt x="2403664" y="4046972"/>
                  </a:lnTo>
                  <a:lnTo>
                    <a:pt x="2403790" y="4046972"/>
                  </a:lnTo>
                  <a:lnTo>
                    <a:pt x="2404295" y="4046972"/>
                  </a:lnTo>
                  <a:lnTo>
                    <a:pt x="2404926" y="4046972"/>
                  </a:lnTo>
                  <a:lnTo>
                    <a:pt x="2405052" y="4046972"/>
                  </a:lnTo>
                  <a:lnTo>
                    <a:pt x="2405305" y="4046972"/>
                  </a:lnTo>
                  <a:lnTo>
                    <a:pt x="2405431" y="4046972"/>
                  </a:lnTo>
                  <a:lnTo>
                    <a:pt x="2405557" y="4046972"/>
                  </a:lnTo>
                  <a:lnTo>
                    <a:pt x="2405684" y="4046972"/>
                  </a:lnTo>
                  <a:lnTo>
                    <a:pt x="2405936" y="4046972"/>
                  </a:lnTo>
                  <a:lnTo>
                    <a:pt x="2406062" y="4046972"/>
                  </a:lnTo>
                  <a:lnTo>
                    <a:pt x="2406189" y="4046972"/>
                  </a:lnTo>
                  <a:lnTo>
                    <a:pt x="2406441" y="4042061"/>
                  </a:lnTo>
                  <a:lnTo>
                    <a:pt x="2406820" y="4037150"/>
                  </a:lnTo>
                  <a:lnTo>
                    <a:pt x="2407199" y="4037150"/>
                  </a:lnTo>
                  <a:lnTo>
                    <a:pt x="2407704" y="4037150"/>
                  </a:lnTo>
                  <a:lnTo>
                    <a:pt x="2407704" y="4032238"/>
                  </a:lnTo>
                  <a:lnTo>
                    <a:pt x="2407830" y="4032238"/>
                  </a:lnTo>
                  <a:lnTo>
                    <a:pt x="2407956" y="4032238"/>
                  </a:lnTo>
                  <a:lnTo>
                    <a:pt x="2408209" y="4032238"/>
                  </a:lnTo>
                  <a:lnTo>
                    <a:pt x="2408588" y="4032238"/>
                  </a:lnTo>
                  <a:lnTo>
                    <a:pt x="2408714" y="4032238"/>
                  </a:lnTo>
                  <a:lnTo>
                    <a:pt x="2408840" y="4032238"/>
                  </a:lnTo>
                  <a:lnTo>
                    <a:pt x="2409219" y="4032238"/>
                  </a:lnTo>
                  <a:lnTo>
                    <a:pt x="2409471" y="4032238"/>
                  </a:lnTo>
                  <a:lnTo>
                    <a:pt x="2410355" y="4032238"/>
                  </a:lnTo>
                  <a:lnTo>
                    <a:pt x="2410734" y="4032238"/>
                  </a:lnTo>
                  <a:lnTo>
                    <a:pt x="2411113" y="4032238"/>
                  </a:lnTo>
                  <a:lnTo>
                    <a:pt x="2411239" y="4032238"/>
                  </a:lnTo>
                  <a:lnTo>
                    <a:pt x="2411365" y="4032238"/>
                  </a:lnTo>
                  <a:lnTo>
                    <a:pt x="2412249" y="4032238"/>
                  </a:lnTo>
                  <a:lnTo>
                    <a:pt x="2412375" y="4032238"/>
                  </a:lnTo>
                  <a:lnTo>
                    <a:pt x="2412880" y="4032238"/>
                  </a:lnTo>
                  <a:lnTo>
                    <a:pt x="2413385" y="4032238"/>
                  </a:lnTo>
                  <a:lnTo>
                    <a:pt x="2413764" y="4032238"/>
                  </a:lnTo>
                  <a:lnTo>
                    <a:pt x="2413890" y="4032238"/>
                  </a:lnTo>
                  <a:lnTo>
                    <a:pt x="2414269" y="4032238"/>
                  </a:lnTo>
                  <a:lnTo>
                    <a:pt x="2414522" y="4032238"/>
                  </a:lnTo>
                  <a:lnTo>
                    <a:pt x="2414648" y="4032238"/>
                  </a:lnTo>
                  <a:lnTo>
                    <a:pt x="2414774" y="4032238"/>
                  </a:lnTo>
                  <a:lnTo>
                    <a:pt x="2414900" y="4032238"/>
                  </a:lnTo>
                  <a:lnTo>
                    <a:pt x="2415279" y="4032238"/>
                  </a:lnTo>
                  <a:lnTo>
                    <a:pt x="2415405" y="4032238"/>
                  </a:lnTo>
                  <a:lnTo>
                    <a:pt x="2415910" y="4027327"/>
                  </a:lnTo>
                  <a:lnTo>
                    <a:pt x="2416163" y="4027327"/>
                  </a:lnTo>
                  <a:lnTo>
                    <a:pt x="2416163" y="4022416"/>
                  </a:lnTo>
                  <a:lnTo>
                    <a:pt x="2416794" y="4022416"/>
                  </a:lnTo>
                  <a:lnTo>
                    <a:pt x="2417047" y="4022416"/>
                  </a:lnTo>
                  <a:lnTo>
                    <a:pt x="2417425" y="4022416"/>
                  </a:lnTo>
                  <a:lnTo>
                    <a:pt x="2417678" y="4022416"/>
                  </a:lnTo>
                  <a:lnTo>
                    <a:pt x="2417804" y="4022416"/>
                  </a:lnTo>
                  <a:lnTo>
                    <a:pt x="2417931" y="4022416"/>
                  </a:lnTo>
                  <a:lnTo>
                    <a:pt x="2418057" y="4022416"/>
                  </a:lnTo>
                  <a:lnTo>
                    <a:pt x="2418183" y="4022416"/>
                  </a:lnTo>
                  <a:lnTo>
                    <a:pt x="2418436" y="4022416"/>
                  </a:lnTo>
                  <a:lnTo>
                    <a:pt x="2418562" y="4022416"/>
                  </a:lnTo>
                  <a:lnTo>
                    <a:pt x="2418688" y="4022416"/>
                  </a:lnTo>
                  <a:lnTo>
                    <a:pt x="2419067" y="4022416"/>
                  </a:lnTo>
                  <a:lnTo>
                    <a:pt x="2419193" y="4022416"/>
                  </a:lnTo>
                  <a:lnTo>
                    <a:pt x="2419319" y="4022416"/>
                  </a:lnTo>
                  <a:lnTo>
                    <a:pt x="2419446" y="4022416"/>
                  </a:lnTo>
                  <a:lnTo>
                    <a:pt x="2419698" y="4022416"/>
                  </a:lnTo>
                  <a:lnTo>
                    <a:pt x="2421339" y="4012593"/>
                  </a:lnTo>
                  <a:lnTo>
                    <a:pt x="2421466" y="4012593"/>
                  </a:lnTo>
                  <a:lnTo>
                    <a:pt x="2421844" y="4012593"/>
                  </a:lnTo>
                  <a:lnTo>
                    <a:pt x="2422223" y="4012593"/>
                  </a:lnTo>
                  <a:lnTo>
                    <a:pt x="2422349" y="4012593"/>
                  </a:lnTo>
                  <a:lnTo>
                    <a:pt x="2422476" y="4012593"/>
                  </a:lnTo>
                  <a:lnTo>
                    <a:pt x="2422728" y="4012593"/>
                  </a:lnTo>
                  <a:lnTo>
                    <a:pt x="2422855" y="4012593"/>
                  </a:lnTo>
                  <a:lnTo>
                    <a:pt x="2423107" y="4012593"/>
                  </a:lnTo>
                  <a:lnTo>
                    <a:pt x="2423233" y="4012593"/>
                  </a:lnTo>
                  <a:lnTo>
                    <a:pt x="2423486" y="4012593"/>
                  </a:lnTo>
                  <a:lnTo>
                    <a:pt x="2423612" y="4012593"/>
                  </a:lnTo>
                  <a:lnTo>
                    <a:pt x="2423738" y="4012593"/>
                  </a:lnTo>
                  <a:lnTo>
                    <a:pt x="2424243" y="4012593"/>
                  </a:lnTo>
                  <a:lnTo>
                    <a:pt x="2424875" y="4012593"/>
                  </a:lnTo>
                  <a:lnTo>
                    <a:pt x="2425001" y="4012593"/>
                  </a:lnTo>
                  <a:lnTo>
                    <a:pt x="2425253" y="4012593"/>
                  </a:lnTo>
                  <a:lnTo>
                    <a:pt x="2425885" y="4012593"/>
                  </a:lnTo>
                  <a:lnTo>
                    <a:pt x="2426011" y="4012593"/>
                  </a:lnTo>
                  <a:lnTo>
                    <a:pt x="2426137" y="4012593"/>
                  </a:lnTo>
                  <a:lnTo>
                    <a:pt x="2426263" y="4012593"/>
                  </a:lnTo>
                  <a:lnTo>
                    <a:pt x="2426390" y="4012593"/>
                  </a:lnTo>
                  <a:lnTo>
                    <a:pt x="2426642" y="4012593"/>
                  </a:lnTo>
                  <a:lnTo>
                    <a:pt x="2426768" y="4012593"/>
                  </a:lnTo>
                  <a:lnTo>
                    <a:pt x="2427147" y="4012593"/>
                  </a:lnTo>
                  <a:lnTo>
                    <a:pt x="2427400" y="4012593"/>
                  </a:lnTo>
                  <a:lnTo>
                    <a:pt x="2427905" y="4007681"/>
                  </a:lnTo>
                  <a:lnTo>
                    <a:pt x="2428031" y="4007681"/>
                  </a:lnTo>
                  <a:lnTo>
                    <a:pt x="2428157" y="4007681"/>
                  </a:lnTo>
                  <a:lnTo>
                    <a:pt x="2428536" y="4007681"/>
                  </a:lnTo>
                  <a:lnTo>
                    <a:pt x="2428789" y="4007681"/>
                  </a:lnTo>
                  <a:lnTo>
                    <a:pt x="2428915" y="4007681"/>
                  </a:lnTo>
                  <a:lnTo>
                    <a:pt x="2429041" y="4007681"/>
                  </a:lnTo>
                  <a:lnTo>
                    <a:pt x="2429167" y="4007681"/>
                  </a:lnTo>
                  <a:lnTo>
                    <a:pt x="2429294" y="4007681"/>
                  </a:lnTo>
                  <a:lnTo>
                    <a:pt x="2429799" y="4007681"/>
                  </a:lnTo>
                  <a:lnTo>
                    <a:pt x="2429925" y="4007681"/>
                  </a:lnTo>
                  <a:lnTo>
                    <a:pt x="2430051" y="4007681"/>
                  </a:lnTo>
                  <a:lnTo>
                    <a:pt x="2430682" y="4007681"/>
                  </a:lnTo>
                  <a:lnTo>
                    <a:pt x="2430809" y="4007681"/>
                  </a:lnTo>
                  <a:lnTo>
                    <a:pt x="2430935" y="4007681"/>
                  </a:lnTo>
                  <a:lnTo>
                    <a:pt x="2431061" y="4002770"/>
                  </a:lnTo>
                  <a:lnTo>
                    <a:pt x="2431187" y="4002770"/>
                  </a:lnTo>
                  <a:lnTo>
                    <a:pt x="2431314" y="4002770"/>
                  </a:lnTo>
                  <a:lnTo>
                    <a:pt x="2431440" y="4002770"/>
                  </a:lnTo>
                  <a:lnTo>
                    <a:pt x="2431566" y="4002770"/>
                  </a:lnTo>
                  <a:lnTo>
                    <a:pt x="2431819" y="4002770"/>
                  </a:lnTo>
                  <a:lnTo>
                    <a:pt x="2432197" y="4002770"/>
                  </a:lnTo>
                  <a:lnTo>
                    <a:pt x="2432324" y="4002770"/>
                  </a:lnTo>
                  <a:lnTo>
                    <a:pt x="2432576" y="4002770"/>
                  </a:lnTo>
                  <a:lnTo>
                    <a:pt x="2432702" y="4002770"/>
                  </a:lnTo>
                  <a:lnTo>
                    <a:pt x="2432829" y="4002770"/>
                  </a:lnTo>
                  <a:lnTo>
                    <a:pt x="2433081" y="4002770"/>
                  </a:lnTo>
                  <a:lnTo>
                    <a:pt x="2433208" y="4002770"/>
                  </a:lnTo>
                  <a:lnTo>
                    <a:pt x="2433334" y="4002770"/>
                  </a:lnTo>
                  <a:lnTo>
                    <a:pt x="2433460" y="4002770"/>
                  </a:lnTo>
                  <a:lnTo>
                    <a:pt x="2433965" y="3997859"/>
                  </a:lnTo>
                  <a:lnTo>
                    <a:pt x="2434091" y="3997859"/>
                  </a:lnTo>
                  <a:lnTo>
                    <a:pt x="2434218" y="3997859"/>
                  </a:lnTo>
                  <a:lnTo>
                    <a:pt x="2434344" y="3997859"/>
                  </a:lnTo>
                  <a:lnTo>
                    <a:pt x="2434596" y="3997859"/>
                  </a:lnTo>
                  <a:lnTo>
                    <a:pt x="2434723" y="3997859"/>
                  </a:lnTo>
                  <a:lnTo>
                    <a:pt x="2434849" y="3997859"/>
                  </a:lnTo>
                  <a:lnTo>
                    <a:pt x="2434975" y="3997859"/>
                  </a:lnTo>
                  <a:lnTo>
                    <a:pt x="2435480" y="3997859"/>
                  </a:lnTo>
                  <a:lnTo>
                    <a:pt x="2435733" y="3997859"/>
                  </a:lnTo>
                  <a:lnTo>
                    <a:pt x="2435859" y="3997859"/>
                  </a:lnTo>
                  <a:lnTo>
                    <a:pt x="2436616" y="3997859"/>
                  </a:lnTo>
                  <a:lnTo>
                    <a:pt x="2436743" y="3997859"/>
                  </a:lnTo>
                  <a:lnTo>
                    <a:pt x="2436869" y="3988036"/>
                  </a:lnTo>
                  <a:lnTo>
                    <a:pt x="2437248" y="3988036"/>
                  </a:lnTo>
                  <a:lnTo>
                    <a:pt x="2437374" y="3988036"/>
                  </a:lnTo>
                  <a:lnTo>
                    <a:pt x="2437500" y="3988036"/>
                  </a:lnTo>
                  <a:lnTo>
                    <a:pt x="2437626" y="3988036"/>
                  </a:lnTo>
                  <a:lnTo>
                    <a:pt x="2437879" y="3988036"/>
                  </a:lnTo>
                  <a:lnTo>
                    <a:pt x="2438005" y="3988036"/>
                  </a:lnTo>
                  <a:lnTo>
                    <a:pt x="2438258" y="3988036"/>
                  </a:lnTo>
                  <a:lnTo>
                    <a:pt x="2438384" y="3988036"/>
                  </a:lnTo>
                  <a:lnTo>
                    <a:pt x="2439268" y="3988036"/>
                  </a:lnTo>
                  <a:lnTo>
                    <a:pt x="2439394" y="3988036"/>
                  </a:lnTo>
                  <a:lnTo>
                    <a:pt x="2439647" y="3988036"/>
                  </a:lnTo>
                  <a:lnTo>
                    <a:pt x="2439773" y="3988036"/>
                  </a:lnTo>
                  <a:lnTo>
                    <a:pt x="2439899" y="3988036"/>
                  </a:lnTo>
                  <a:lnTo>
                    <a:pt x="2440152" y="3988036"/>
                  </a:lnTo>
                  <a:lnTo>
                    <a:pt x="2440404" y="3988036"/>
                  </a:lnTo>
                  <a:lnTo>
                    <a:pt x="2440530" y="3988036"/>
                  </a:lnTo>
                  <a:lnTo>
                    <a:pt x="2440657" y="3988036"/>
                  </a:lnTo>
                  <a:lnTo>
                    <a:pt x="2440783" y="3983125"/>
                  </a:lnTo>
                  <a:lnTo>
                    <a:pt x="2440909" y="3983125"/>
                  </a:lnTo>
                  <a:lnTo>
                    <a:pt x="2441035" y="3983125"/>
                  </a:lnTo>
                  <a:lnTo>
                    <a:pt x="2441540" y="3983125"/>
                  </a:lnTo>
                  <a:lnTo>
                    <a:pt x="2441919" y="3983125"/>
                  </a:lnTo>
                  <a:lnTo>
                    <a:pt x="2442045" y="3983125"/>
                  </a:lnTo>
                  <a:lnTo>
                    <a:pt x="2442298" y="3983125"/>
                  </a:lnTo>
                  <a:lnTo>
                    <a:pt x="2442424" y="3983125"/>
                  </a:lnTo>
                  <a:lnTo>
                    <a:pt x="2442550" y="3983125"/>
                  </a:lnTo>
                  <a:lnTo>
                    <a:pt x="2442929" y="3983125"/>
                  </a:lnTo>
                  <a:lnTo>
                    <a:pt x="2443308" y="3983125"/>
                  </a:lnTo>
                  <a:lnTo>
                    <a:pt x="2443308" y="3978213"/>
                  </a:lnTo>
                  <a:lnTo>
                    <a:pt x="2443434" y="3978213"/>
                  </a:lnTo>
                  <a:lnTo>
                    <a:pt x="2443561" y="3978213"/>
                  </a:lnTo>
                  <a:lnTo>
                    <a:pt x="2443939" y="3978213"/>
                  </a:lnTo>
                  <a:lnTo>
                    <a:pt x="2444697" y="3978213"/>
                  </a:lnTo>
                  <a:lnTo>
                    <a:pt x="2444949" y="3978213"/>
                  </a:lnTo>
                  <a:lnTo>
                    <a:pt x="2445076" y="3978213"/>
                  </a:lnTo>
                  <a:lnTo>
                    <a:pt x="2445202" y="3978213"/>
                  </a:lnTo>
                  <a:lnTo>
                    <a:pt x="2445707" y="3978213"/>
                  </a:lnTo>
                  <a:lnTo>
                    <a:pt x="2445833" y="3978213"/>
                  </a:lnTo>
                  <a:lnTo>
                    <a:pt x="2445959" y="3978213"/>
                  </a:lnTo>
                  <a:lnTo>
                    <a:pt x="2446086" y="3978213"/>
                  </a:lnTo>
                  <a:lnTo>
                    <a:pt x="2447222" y="3978213"/>
                  </a:lnTo>
                  <a:lnTo>
                    <a:pt x="2447348" y="3978213"/>
                  </a:lnTo>
                  <a:lnTo>
                    <a:pt x="2447474" y="3978213"/>
                  </a:lnTo>
                  <a:lnTo>
                    <a:pt x="2447853" y="3978213"/>
                  </a:lnTo>
                  <a:lnTo>
                    <a:pt x="2448106" y="3978213"/>
                  </a:lnTo>
                  <a:lnTo>
                    <a:pt x="2448232" y="3978213"/>
                  </a:lnTo>
                  <a:lnTo>
                    <a:pt x="2449116" y="3978213"/>
                  </a:lnTo>
                  <a:lnTo>
                    <a:pt x="2449242" y="3978213"/>
                  </a:lnTo>
                  <a:lnTo>
                    <a:pt x="2449368" y="3978213"/>
                  </a:lnTo>
                  <a:lnTo>
                    <a:pt x="2449495" y="3978213"/>
                  </a:lnTo>
                  <a:lnTo>
                    <a:pt x="2449621" y="3978213"/>
                  </a:lnTo>
                  <a:lnTo>
                    <a:pt x="2450126" y="3978213"/>
                  </a:lnTo>
                  <a:lnTo>
                    <a:pt x="2450631" y="3978213"/>
                  </a:lnTo>
                  <a:lnTo>
                    <a:pt x="2450883" y="3978213"/>
                  </a:lnTo>
                  <a:lnTo>
                    <a:pt x="2451010" y="3978213"/>
                  </a:lnTo>
                  <a:lnTo>
                    <a:pt x="2451136" y="3978213"/>
                  </a:lnTo>
                  <a:lnTo>
                    <a:pt x="2451262" y="3978213"/>
                  </a:lnTo>
                  <a:lnTo>
                    <a:pt x="2451641" y="3973302"/>
                  </a:lnTo>
                  <a:lnTo>
                    <a:pt x="2451767" y="3973302"/>
                  </a:lnTo>
                  <a:lnTo>
                    <a:pt x="2451893" y="3973302"/>
                  </a:lnTo>
                  <a:lnTo>
                    <a:pt x="2452020" y="3968390"/>
                  </a:lnTo>
                  <a:lnTo>
                    <a:pt x="2452020" y="3963479"/>
                  </a:lnTo>
                  <a:lnTo>
                    <a:pt x="2452146" y="3963479"/>
                  </a:lnTo>
                  <a:lnTo>
                    <a:pt x="2452272" y="3963479"/>
                  </a:lnTo>
                  <a:lnTo>
                    <a:pt x="2452398" y="3963479"/>
                  </a:lnTo>
                  <a:lnTo>
                    <a:pt x="2452651" y="3963479"/>
                  </a:lnTo>
                  <a:lnTo>
                    <a:pt x="2453030" y="3963479"/>
                  </a:lnTo>
                  <a:lnTo>
                    <a:pt x="2453156" y="3963479"/>
                  </a:lnTo>
                  <a:lnTo>
                    <a:pt x="2453408" y="3963479"/>
                  </a:lnTo>
                  <a:lnTo>
                    <a:pt x="2453914" y="3963479"/>
                  </a:lnTo>
                  <a:lnTo>
                    <a:pt x="2454040" y="3963479"/>
                  </a:lnTo>
                  <a:lnTo>
                    <a:pt x="2454166" y="3958568"/>
                  </a:lnTo>
                  <a:lnTo>
                    <a:pt x="2454924" y="3958568"/>
                  </a:lnTo>
                  <a:lnTo>
                    <a:pt x="2455050" y="3958568"/>
                  </a:lnTo>
                  <a:lnTo>
                    <a:pt x="2455176" y="3958568"/>
                  </a:lnTo>
                  <a:lnTo>
                    <a:pt x="2455302" y="3958568"/>
                  </a:lnTo>
                  <a:lnTo>
                    <a:pt x="2455555" y="3958568"/>
                  </a:lnTo>
                  <a:lnTo>
                    <a:pt x="2456060" y="3958568"/>
                  </a:lnTo>
                  <a:lnTo>
                    <a:pt x="2456186" y="3958568"/>
                  </a:lnTo>
                  <a:lnTo>
                    <a:pt x="2456312" y="3958568"/>
                  </a:lnTo>
                  <a:lnTo>
                    <a:pt x="2456439" y="3958568"/>
                  </a:lnTo>
                  <a:lnTo>
                    <a:pt x="2456565" y="3958568"/>
                  </a:lnTo>
                  <a:lnTo>
                    <a:pt x="2456817" y="3958568"/>
                  </a:lnTo>
                  <a:lnTo>
                    <a:pt x="2457449" y="3958568"/>
                  </a:lnTo>
                  <a:lnTo>
                    <a:pt x="2457954" y="3958568"/>
                  </a:lnTo>
                  <a:lnTo>
                    <a:pt x="2458206" y="3958568"/>
                  </a:lnTo>
                  <a:lnTo>
                    <a:pt x="2458585" y="3958568"/>
                  </a:lnTo>
                  <a:lnTo>
                    <a:pt x="2458711" y="3958568"/>
                  </a:lnTo>
                  <a:lnTo>
                    <a:pt x="2458838" y="3958568"/>
                  </a:lnTo>
                  <a:lnTo>
                    <a:pt x="2459090" y="3958568"/>
                  </a:lnTo>
                  <a:lnTo>
                    <a:pt x="2459343" y="3958568"/>
                  </a:lnTo>
                  <a:lnTo>
                    <a:pt x="2459721" y="3953656"/>
                  </a:lnTo>
                  <a:lnTo>
                    <a:pt x="2460100" y="3953656"/>
                  </a:lnTo>
                  <a:lnTo>
                    <a:pt x="2460353" y="3953656"/>
                  </a:lnTo>
                  <a:lnTo>
                    <a:pt x="2463509" y="3948745"/>
                  </a:lnTo>
                  <a:lnTo>
                    <a:pt x="2463761" y="3948745"/>
                  </a:lnTo>
                  <a:lnTo>
                    <a:pt x="2463888" y="3948745"/>
                  </a:lnTo>
                  <a:lnTo>
                    <a:pt x="2464014" y="3948745"/>
                  </a:lnTo>
                  <a:lnTo>
                    <a:pt x="2464140" y="3943834"/>
                  </a:lnTo>
                  <a:lnTo>
                    <a:pt x="2464519" y="3943834"/>
                  </a:lnTo>
                  <a:lnTo>
                    <a:pt x="2464772" y="3943834"/>
                  </a:lnTo>
                  <a:lnTo>
                    <a:pt x="2464898" y="3943834"/>
                  </a:lnTo>
                  <a:lnTo>
                    <a:pt x="2465024" y="3943834"/>
                  </a:lnTo>
                  <a:lnTo>
                    <a:pt x="2465150" y="3943834"/>
                  </a:lnTo>
                  <a:lnTo>
                    <a:pt x="2465529" y="3943834"/>
                  </a:lnTo>
                  <a:lnTo>
                    <a:pt x="2465655" y="3943834"/>
                  </a:lnTo>
                  <a:lnTo>
                    <a:pt x="2465782" y="3943834"/>
                  </a:lnTo>
                  <a:lnTo>
                    <a:pt x="2466034" y="3943834"/>
                  </a:lnTo>
                  <a:lnTo>
                    <a:pt x="2466160" y="3943834"/>
                  </a:lnTo>
                  <a:lnTo>
                    <a:pt x="2466287" y="3938922"/>
                  </a:lnTo>
                  <a:lnTo>
                    <a:pt x="2466413" y="3938922"/>
                  </a:lnTo>
                  <a:lnTo>
                    <a:pt x="2466539" y="3938922"/>
                  </a:lnTo>
                  <a:lnTo>
                    <a:pt x="2466918" y="3938922"/>
                  </a:lnTo>
                  <a:lnTo>
                    <a:pt x="2466918" y="3934011"/>
                  </a:lnTo>
                  <a:lnTo>
                    <a:pt x="2467170" y="3934011"/>
                  </a:lnTo>
                  <a:lnTo>
                    <a:pt x="2467297" y="3934011"/>
                  </a:lnTo>
                  <a:lnTo>
                    <a:pt x="2467423" y="3934011"/>
                  </a:lnTo>
                  <a:lnTo>
                    <a:pt x="2467802" y="3924188"/>
                  </a:lnTo>
                  <a:lnTo>
                    <a:pt x="2468812" y="3924188"/>
                  </a:lnTo>
                  <a:lnTo>
                    <a:pt x="2469191" y="3924188"/>
                  </a:lnTo>
                  <a:lnTo>
                    <a:pt x="2469696" y="3924188"/>
                  </a:lnTo>
                  <a:lnTo>
                    <a:pt x="2470074" y="3924188"/>
                  </a:lnTo>
                  <a:lnTo>
                    <a:pt x="2470201" y="3924188"/>
                  </a:lnTo>
                  <a:lnTo>
                    <a:pt x="2470327" y="3924188"/>
                  </a:lnTo>
                  <a:lnTo>
                    <a:pt x="2471084" y="3924188"/>
                  </a:lnTo>
                  <a:lnTo>
                    <a:pt x="2471211" y="3924188"/>
                  </a:lnTo>
                  <a:lnTo>
                    <a:pt x="2471337" y="3924188"/>
                  </a:lnTo>
                  <a:lnTo>
                    <a:pt x="2471463" y="3924188"/>
                  </a:lnTo>
                  <a:lnTo>
                    <a:pt x="2471842" y="3924188"/>
                  </a:lnTo>
                  <a:lnTo>
                    <a:pt x="2471968" y="3924188"/>
                  </a:lnTo>
                  <a:lnTo>
                    <a:pt x="2472221" y="3924188"/>
                  </a:lnTo>
                  <a:lnTo>
                    <a:pt x="2472599" y="3924188"/>
                  </a:lnTo>
                  <a:lnTo>
                    <a:pt x="2472726" y="3924188"/>
                  </a:lnTo>
                  <a:lnTo>
                    <a:pt x="2472852" y="3924188"/>
                  </a:lnTo>
                  <a:lnTo>
                    <a:pt x="2473231" y="3919277"/>
                  </a:lnTo>
                  <a:lnTo>
                    <a:pt x="2473483" y="3919277"/>
                  </a:lnTo>
                  <a:lnTo>
                    <a:pt x="2473862" y="3919277"/>
                  </a:lnTo>
                  <a:lnTo>
                    <a:pt x="2473988" y="3919277"/>
                  </a:lnTo>
                  <a:lnTo>
                    <a:pt x="2474114" y="3919277"/>
                  </a:lnTo>
                  <a:lnTo>
                    <a:pt x="2474620" y="3919277"/>
                  </a:lnTo>
                  <a:lnTo>
                    <a:pt x="2474998" y="3919277"/>
                  </a:lnTo>
                  <a:lnTo>
                    <a:pt x="2475125" y="3919277"/>
                  </a:lnTo>
                  <a:lnTo>
                    <a:pt x="2475503" y="3919277"/>
                  </a:lnTo>
                  <a:lnTo>
                    <a:pt x="2475630" y="3919277"/>
                  </a:lnTo>
                  <a:lnTo>
                    <a:pt x="2476008" y="3919277"/>
                  </a:lnTo>
                  <a:lnTo>
                    <a:pt x="2476135" y="3919277"/>
                  </a:lnTo>
                  <a:lnTo>
                    <a:pt x="2476513" y="3919277"/>
                  </a:lnTo>
                  <a:lnTo>
                    <a:pt x="2476640" y="3919277"/>
                  </a:lnTo>
                  <a:lnTo>
                    <a:pt x="2476892" y="3919277"/>
                  </a:lnTo>
                  <a:lnTo>
                    <a:pt x="2477271" y="3919277"/>
                  </a:lnTo>
                  <a:lnTo>
                    <a:pt x="2477523" y="3914365"/>
                  </a:lnTo>
                  <a:lnTo>
                    <a:pt x="2477902" y="3914365"/>
                  </a:lnTo>
                  <a:lnTo>
                    <a:pt x="2478028" y="3914365"/>
                  </a:lnTo>
                  <a:lnTo>
                    <a:pt x="2478281" y="3914365"/>
                  </a:lnTo>
                  <a:lnTo>
                    <a:pt x="2478407" y="3914365"/>
                  </a:lnTo>
                  <a:lnTo>
                    <a:pt x="2478533" y="3914365"/>
                  </a:lnTo>
                  <a:lnTo>
                    <a:pt x="2479670" y="3914365"/>
                  </a:lnTo>
                  <a:lnTo>
                    <a:pt x="2480049" y="3914365"/>
                  </a:lnTo>
                  <a:lnTo>
                    <a:pt x="2480175" y="3914365"/>
                  </a:lnTo>
                  <a:lnTo>
                    <a:pt x="2480301" y="3914365"/>
                  </a:lnTo>
                  <a:lnTo>
                    <a:pt x="2480427" y="3914365"/>
                  </a:lnTo>
                  <a:lnTo>
                    <a:pt x="2480806" y="3914365"/>
                  </a:lnTo>
                  <a:lnTo>
                    <a:pt x="2481564" y="3914365"/>
                  </a:lnTo>
                  <a:lnTo>
                    <a:pt x="2482069" y="3914365"/>
                  </a:lnTo>
                  <a:lnTo>
                    <a:pt x="2482195" y="3914365"/>
                  </a:lnTo>
                  <a:lnTo>
                    <a:pt x="2482447" y="3914365"/>
                  </a:lnTo>
                  <a:lnTo>
                    <a:pt x="2483079" y="3914365"/>
                  </a:lnTo>
                  <a:lnTo>
                    <a:pt x="2483457" y="3914365"/>
                  </a:lnTo>
                  <a:lnTo>
                    <a:pt x="2483584" y="3914365"/>
                  </a:lnTo>
                  <a:lnTo>
                    <a:pt x="2483710" y="3914365"/>
                  </a:lnTo>
                  <a:lnTo>
                    <a:pt x="2483836" y="3914365"/>
                  </a:lnTo>
                  <a:lnTo>
                    <a:pt x="2484341" y="3914365"/>
                  </a:lnTo>
                  <a:lnTo>
                    <a:pt x="2484467" y="3914365"/>
                  </a:lnTo>
                  <a:lnTo>
                    <a:pt x="2484846" y="3914365"/>
                  </a:lnTo>
                  <a:lnTo>
                    <a:pt x="2484973" y="3914365"/>
                  </a:lnTo>
                  <a:lnTo>
                    <a:pt x="2485478" y="3909454"/>
                  </a:lnTo>
                  <a:lnTo>
                    <a:pt x="2485604" y="3909454"/>
                  </a:lnTo>
                  <a:lnTo>
                    <a:pt x="2485730" y="3909454"/>
                  </a:lnTo>
                  <a:lnTo>
                    <a:pt x="2485983" y="3904543"/>
                  </a:lnTo>
                  <a:lnTo>
                    <a:pt x="2486109" y="3904543"/>
                  </a:lnTo>
                  <a:lnTo>
                    <a:pt x="2486235" y="3904543"/>
                  </a:lnTo>
                  <a:lnTo>
                    <a:pt x="2486361" y="3904543"/>
                  </a:lnTo>
                  <a:lnTo>
                    <a:pt x="2486614" y="3904543"/>
                  </a:lnTo>
                  <a:lnTo>
                    <a:pt x="2487750" y="3904543"/>
                  </a:lnTo>
                  <a:lnTo>
                    <a:pt x="2487876" y="3904543"/>
                  </a:lnTo>
                  <a:lnTo>
                    <a:pt x="2488129" y="3904543"/>
                  </a:lnTo>
                  <a:lnTo>
                    <a:pt x="2488255" y="3904543"/>
                  </a:lnTo>
                  <a:lnTo>
                    <a:pt x="2488508" y="3904543"/>
                  </a:lnTo>
                  <a:lnTo>
                    <a:pt x="2488634" y="3904543"/>
                  </a:lnTo>
                  <a:lnTo>
                    <a:pt x="2489013" y="3904543"/>
                  </a:lnTo>
                  <a:lnTo>
                    <a:pt x="2489518" y="3904543"/>
                  </a:lnTo>
                  <a:lnTo>
                    <a:pt x="2490654" y="3904543"/>
                  </a:lnTo>
                  <a:lnTo>
                    <a:pt x="2490907" y="3904543"/>
                  </a:lnTo>
                  <a:lnTo>
                    <a:pt x="2491159" y="3904543"/>
                  </a:lnTo>
                  <a:lnTo>
                    <a:pt x="2491285" y="3899631"/>
                  </a:lnTo>
                  <a:lnTo>
                    <a:pt x="2491412" y="3899631"/>
                  </a:lnTo>
                  <a:lnTo>
                    <a:pt x="2491538" y="3899631"/>
                  </a:lnTo>
                  <a:lnTo>
                    <a:pt x="2491664" y="3899631"/>
                  </a:lnTo>
                  <a:lnTo>
                    <a:pt x="2491790" y="3899631"/>
                  </a:lnTo>
                  <a:lnTo>
                    <a:pt x="2492169" y="3899631"/>
                  </a:lnTo>
                  <a:lnTo>
                    <a:pt x="2492800" y="3899631"/>
                  </a:lnTo>
                  <a:lnTo>
                    <a:pt x="2493053" y="3899631"/>
                  </a:lnTo>
                  <a:lnTo>
                    <a:pt x="2493810" y="3899631"/>
                  </a:lnTo>
                  <a:lnTo>
                    <a:pt x="2493937" y="3899631"/>
                  </a:lnTo>
                  <a:lnTo>
                    <a:pt x="2494063" y="3899631"/>
                  </a:lnTo>
                  <a:lnTo>
                    <a:pt x="2494442" y="3899631"/>
                  </a:lnTo>
                  <a:lnTo>
                    <a:pt x="2494568" y="3899631"/>
                  </a:lnTo>
                  <a:lnTo>
                    <a:pt x="2494694" y="3899631"/>
                  </a:lnTo>
                  <a:lnTo>
                    <a:pt x="2494947" y="3899631"/>
                  </a:lnTo>
                  <a:lnTo>
                    <a:pt x="2495073" y="3899631"/>
                  </a:lnTo>
                  <a:lnTo>
                    <a:pt x="2495199" y="3899631"/>
                  </a:lnTo>
                  <a:lnTo>
                    <a:pt x="2495704" y="3899631"/>
                  </a:lnTo>
                  <a:lnTo>
                    <a:pt x="2495831" y="3899631"/>
                  </a:lnTo>
                  <a:lnTo>
                    <a:pt x="2496336" y="3899631"/>
                  </a:lnTo>
                  <a:lnTo>
                    <a:pt x="2496462" y="3899631"/>
                  </a:lnTo>
                  <a:lnTo>
                    <a:pt x="2496588" y="3899631"/>
                  </a:lnTo>
                  <a:lnTo>
                    <a:pt x="2496714" y="3899631"/>
                  </a:lnTo>
                  <a:lnTo>
                    <a:pt x="2496841" y="3899631"/>
                  </a:lnTo>
                  <a:lnTo>
                    <a:pt x="2496841" y="3894720"/>
                  </a:lnTo>
                  <a:lnTo>
                    <a:pt x="2497093" y="3894720"/>
                  </a:lnTo>
                  <a:lnTo>
                    <a:pt x="2497219" y="3894720"/>
                  </a:lnTo>
                  <a:lnTo>
                    <a:pt x="2497346" y="3894720"/>
                  </a:lnTo>
                  <a:lnTo>
                    <a:pt x="2497472" y="3894720"/>
                  </a:lnTo>
                  <a:lnTo>
                    <a:pt x="2497724" y="3894720"/>
                  </a:lnTo>
                  <a:lnTo>
                    <a:pt x="2498103" y="3894720"/>
                  </a:lnTo>
                  <a:lnTo>
                    <a:pt x="2498229" y="3894720"/>
                  </a:lnTo>
                  <a:lnTo>
                    <a:pt x="2498608" y="3894720"/>
                  </a:lnTo>
                  <a:lnTo>
                    <a:pt x="2498861" y="3894720"/>
                  </a:lnTo>
                  <a:lnTo>
                    <a:pt x="2499997" y="3894720"/>
                  </a:lnTo>
                  <a:lnTo>
                    <a:pt x="2500376" y="3894720"/>
                  </a:lnTo>
                  <a:lnTo>
                    <a:pt x="2500628" y="3894720"/>
                  </a:lnTo>
                  <a:lnTo>
                    <a:pt x="2500755" y="3894720"/>
                  </a:lnTo>
                  <a:lnTo>
                    <a:pt x="2500881" y="3894720"/>
                  </a:lnTo>
                  <a:lnTo>
                    <a:pt x="2501133" y="3889808"/>
                  </a:lnTo>
                  <a:lnTo>
                    <a:pt x="2501260" y="3884897"/>
                  </a:lnTo>
                  <a:lnTo>
                    <a:pt x="2501386" y="3884897"/>
                  </a:lnTo>
                  <a:lnTo>
                    <a:pt x="2501765" y="3884897"/>
                  </a:lnTo>
                  <a:lnTo>
                    <a:pt x="2501891" y="3884897"/>
                  </a:lnTo>
                  <a:lnTo>
                    <a:pt x="2502017" y="3884897"/>
                  </a:lnTo>
                  <a:lnTo>
                    <a:pt x="2502143" y="3884897"/>
                  </a:lnTo>
                  <a:lnTo>
                    <a:pt x="2502270" y="3884897"/>
                  </a:lnTo>
                  <a:lnTo>
                    <a:pt x="2502522" y="3884897"/>
                  </a:lnTo>
                  <a:lnTo>
                    <a:pt x="2502648" y="3884897"/>
                  </a:lnTo>
                  <a:lnTo>
                    <a:pt x="2502775" y="3884897"/>
                  </a:lnTo>
                  <a:lnTo>
                    <a:pt x="2502901" y="3884897"/>
                  </a:lnTo>
                  <a:lnTo>
                    <a:pt x="2503280" y="3884897"/>
                  </a:lnTo>
                  <a:lnTo>
                    <a:pt x="2503406" y="3884897"/>
                  </a:lnTo>
                  <a:lnTo>
                    <a:pt x="2503785" y="3884897"/>
                  </a:lnTo>
                  <a:lnTo>
                    <a:pt x="2504163" y="3884897"/>
                  </a:lnTo>
                  <a:lnTo>
                    <a:pt x="2504416" y="3884897"/>
                  </a:lnTo>
                  <a:lnTo>
                    <a:pt x="2504795" y="3884897"/>
                  </a:lnTo>
                  <a:lnTo>
                    <a:pt x="2505047" y="3884897"/>
                  </a:lnTo>
                  <a:lnTo>
                    <a:pt x="2505174" y="3884897"/>
                  </a:lnTo>
                  <a:lnTo>
                    <a:pt x="2505300" y="3884897"/>
                  </a:lnTo>
                  <a:lnTo>
                    <a:pt x="2505552" y="3884897"/>
                  </a:lnTo>
                  <a:lnTo>
                    <a:pt x="2505679" y="3884897"/>
                  </a:lnTo>
                  <a:lnTo>
                    <a:pt x="2506184" y="3884897"/>
                  </a:lnTo>
                  <a:lnTo>
                    <a:pt x="2506310" y="3884897"/>
                  </a:lnTo>
                  <a:lnTo>
                    <a:pt x="2506436" y="3884897"/>
                  </a:lnTo>
                  <a:lnTo>
                    <a:pt x="2507194" y="3884897"/>
                  </a:lnTo>
                  <a:lnTo>
                    <a:pt x="2507320" y="3884897"/>
                  </a:lnTo>
                  <a:lnTo>
                    <a:pt x="2507699" y="3879986"/>
                  </a:lnTo>
                  <a:lnTo>
                    <a:pt x="2507825" y="3879986"/>
                  </a:lnTo>
                  <a:lnTo>
                    <a:pt x="2508204" y="3879986"/>
                  </a:lnTo>
                  <a:lnTo>
                    <a:pt x="2508330" y="3879986"/>
                  </a:lnTo>
                  <a:lnTo>
                    <a:pt x="2508582" y="3879986"/>
                  </a:lnTo>
                  <a:lnTo>
                    <a:pt x="2508961" y="3879986"/>
                  </a:lnTo>
                  <a:lnTo>
                    <a:pt x="2509214" y="3879986"/>
                  </a:lnTo>
                  <a:lnTo>
                    <a:pt x="2509340" y="3879986"/>
                  </a:lnTo>
                  <a:lnTo>
                    <a:pt x="2509845" y="3879986"/>
                  </a:lnTo>
                  <a:lnTo>
                    <a:pt x="2509971" y="3879986"/>
                  </a:lnTo>
                  <a:lnTo>
                    <a:pt x="2510224" y="3879986"/>
                  </a:lnTo>
                  <a:lnTo>
                    <a:pt x="2510476" y="3879986"/>
                  </a:lnTo>
                  <a:lnTo>
                    <a:pt x="2510603" y="3879986"/>
                  </a:lnTo>
                  <a:lnTo>
                    <a:pt x="2510729" y="3879986"/>
                  </a:lnTo>
                  <a:lnTo>
                    <a:pt x="2510855" y="3879986"/>
                  </a:lnTo>
                  <a:lnTo>
                    <a:pt x="2511108" y="3875074"/>
                  </a:lnTo>
                  <a:lnTo>
                    <a:pt x="2511360" y="3875074"/>
                  </a:lnTo>
                  <a:lnTo>
                    <a:pt x="2511360" y="3870163"/>
                  </a:lnTo>
                  <a:lnTo>
                    <a:pt x="2511739" y="3870163"/>
                  </a:lnTo>
                  <a:lnTo>
                    <a:pt x="2511991" y="3870163"/>
                  </a:lnTo>
                  <a:lnTo>
                    <a:pt x="2512118" y="3865252"/>
                  </a:lnTo>
                  <a:lnTo>
                    <a:pt x="2512370" y="3865252"/>
                  </a:lnTo>
                  <a:lnTo>
                    <a:pt x="2512875" y="3865252"/>
                  </a:lnTo>
                  <a:lnTo>
                    <a:pt x="2513001" y="3865252"/>
                  </a:lnTo>
                  <a:lnTo>
                    <a:pt x="2513128" y="3865252"/>
                  </a:lnTo>
                  <a:lnTo>
                    <a:pt x="2513633" y="3865252"/>
                  </a:lnTo>
                  <a:lnTo>
                    <a:pt x="2514138" y="3865252"/>
                  </a:lnTo>
                  <a:lnTo>
                    <a:pt x="2515527" y="3865252"/>
                  </a:lnTo>
                  <a:lnTo>
                    <a:pt x="2515779" y="3865252"/>
                  </a:lnTo>
                  <a:lnTo>
                    <a:pt x="2515905" y="3865252"/>
                  </a:lnTo>
                  <a:lnTo>
                    <a:pt x="2516032" y="3865252"/>
                  </a:lnTo>
                  <a:lnTo>
                    <a:pt x="2516158" y="3865252"/>
                  </a:lnTo>
                  <a:lnTo>
                    <a:pt x="2516284" y="3865252"/>
                  </a:lnTo>
                  <a:lnTo>
                    <a:pt x="2516663" y="3865252"/>
                  </a:lnTo>
                  <a:lnTo>
                    <a:pt x="2517042" y="3865252"/>
                  </a:lnTo>
                  <a:lnTo>
                    <a:pt x="2517294" y="3865252"/>
                  </a:lnTo>
                  <a:lnTo>
                    <a:pt x="2517420" y="3865252"/>
                  </a:lnTo>
                  <a:lnTo>
                    <a:pt x="2517547" y="3865252"/>
                  </a:lnTo>
                  <a:lnTo>
                    <a:pt x="2517673" y="3865252"/>
                  </a:lnTo>
                  <a:lnTo>
                    <a:pt x="2518052" y="3865252"/>
                  </a:lnTo>
                  <a:lnTo>
                    <a:pt x="2518178" y="3865252"/>
                  </a:lnTo>
                  <a:lnTo>
                    <a:pt x="2518557" y="3860340"/>
                  </a:lnTo>
                  <a:lnTo>
                    <a:pt x="2519062" y="3860340"/>
                  </a:lnTo>
                  <a:lnTo>
                    <a:pt x="2519945" y="3860340"/>
                  </a:lnTo>
                  <a:lnTo>
                    <a:pt x="2520198" y="3860340"/>
                  </a:lnTo>
                  <a:lnTo>
                    <a:pt x="2520577" y="3860340"/>
                  </a:lnTo>
                  <a:lnTo>
                    <a:pt x="2520829" y="3860340"/>
                  </a:lnTo>
                  <a:lnTo>
                    <a:pt x="2521082" y="3860340"/>
                  </a:lnTo>
                  <a:lnTo>
                    <a:pt x="2521334" y="3860340"/>
                  </a:lnTo>
                  <a:lnTo>
                    <a:pt x="2521713" y="3860340"/>
                  </a:lnTo>
                  <a:lnTo>
                    <a:pt x="2521966" y="3860340"/>
                  </a:lnTo>
                  <a:lnTo>
                    <a:pt x="2522218" y="3860340"/>
                  </a:lnTo>
                  <a:lnTo>
                    <a:pt x="2522344" y="3860340"/>
                  </a:lnTo>
                  <a:lnTo>
                    <a:pt x="2522723" y="3860340"/>
                  </a:lnTo>
                  <a:lnTo>
                    <a:pt x="2523354" y="3860340"/>
                  </a:lnTo>
                  <a:lnTo>
                    <a:pt x="2523481" y="3860340"/>
                  </a:lnTo>
                  <a:lnTo>
                    <a:pt x="2523607" y="3860340"/>
                  </a:lnTo>
                  <a:lnTo>
                    <a:pt x="2526006" y="3855429"/>
                  </a:lnTo>
                  <a:lnTo>
                    <a:pt x="2526132" y="3855429"/>
                  </a:lnTo>
                  <a:lnTo>
                    <a:pt x="2526258" y="3855429"/>
                  </a:lnTo>
                  <a:lnTo>
                    <a:pt x="2526637" y="3855429"/>
                  </a:lnTo>
                  <a:lnTo>
                    <a:pt x="2526763" y="3855429"/>
                  </a:lnTo>
                  <a:lnTo>
                    <a:pt x="2526890" y="3855429"/>
                  </a:lnTo>
                  <a:lnTo>
                    <a:pt x="2527268" y="3855429"/>
                  </a:lnTo>
                  <a:lnTo>
                    <a:pt x="2527395" y="3855429"/>
                  </a:lnTo>
                  <a:lnTo>
                    <a:pt x="2527521" y="3855429"/>
                  </a:lnTo>
                  <a:lnTo>
                    <a:pt x="2527647" y="3855429"/>
                  </a:lnTo>
                  <a:lnTo>
                    <a:pt x="2527773" y="3855429"/>
                  </a:lnTo>
                  <a:lnTo>
                    <a:pt x="2527900" y="3855429"/>
                  </a:lnTo>
                  <a:lnTo>
                    <a:pt x="2528026" y="3855429"/>
                  </a:lnTo>
                  <a:lnTo>
                    <a:pt x="2528152" y="3855429"/>
                  </a:lnTo>
                  <a:lnTo>
                    <a:pt x="2528278" y="3855429"/>
                  </a:lnTo>
                  <a:lnTo>
                    <a:pt x="2528405" y="3855429"/>
                  </a:lnTo>
                  <a:lnTo>
                    <a:pt x="2528657" y="3855429"/>
                  </a:lnTo>
                  <a:lnTo>
                    <a:pt x="2529036" y="3855429"/>
                  </a:lnTo>
                  <a:lnTo>
                    <a:pt x="2529541" y="3855429"/>
                  </a:lnTo>
                  <a:lnTo>
                    <a:pt x="2529667" y="3855429"/>
                  </a:lnTo>
                  <a:lnTo>
                    <a:pt x="2529793" y="3855429"/>
                  </a:lnTo>
                  <a:lnTo>
                    <a:pt x="2530298" y="3855429"/>
                  </a:lnTo>
                  <a:lnTo>
                    <a:pt x="2530425" y="3855429"/>
                  </a:lnTo>
                  <a:lnTo>
                    <a:pt x="2530551" y="3855429"/>
                  </a:lnTo>
                  <a:lnTo>
                    <a:pt x="2530677" y="3855429"/>
                  </a:lnTo>
                  <a:lnTo>
                    <a:pt x="2531056" y="3855429"/>
                  </a:lnTo>
                  <a:lnTo>
                    <a:pt x="2531435" y="3855429"/>
                  </a:lnTo>
                  <a:lnTo>
                    <a:pt x="2531561" y="3855429"/>
                  </a:lnTo>
                  <a:lnTo>
                    <a:pt x="2531687" y="3855429"/>
                  </a:lnTo>
                  <a:lnTo>
                    <a:pt x="2531814" y="3855429"/>
                  </a:lnTo>
                  <a:lnTo>
                    <a:pt x="2531940" y="3855429"/>
                  </a:lnTo>
                  <a:lnTo>
                    <a:pt x="2532066" y="3855429"/>
                  </a:lnTo>
                  <a:lnTo>
                    <a:pt x="2532192" y="3855429"/>
                  </a:lnTo>
                  <a:lnTo>
                    <a:pt x="2532319" y="3855429"/>
                  </a:lnTo>
                  <a:lnTo>
                    <a:pt x="2532445" y="3855429"/>
                  </a:lnTo>
                  <a:lnTo>
                    <a:pt x="2532571" y="3855429"/>
                  </a:lnTo>
                  <a:lnTo>
                    <a:pt x="2533076" y="3855429"/>
                  </a:lnTo>
                  <a:lnTo>
                    <a:pt x="2533202" y="3855429"/>
                  </a:lnTo>
                  <a:lnTo>
                    <a:pt x="2533581" y="3855429"/>
                  </a:lnTo>
                  <a:lnTo>
                    <a:pt x="2533834" y="3855429"/>
                  </a:lnTo>
                  <a:lnTo>
                    <a:pt x="2534086" y="3855429"/>
                  </a:lnTo>
                  <a:lnTo>
                    <a:pt x="2534212" y="3855429"/>
                  </a:lnTo>
                  <a:lnTo>
                    <a:pt x="2534339" y="3855429"/>
                  </a:lnTo>
                  <a:lnTo>
                    <a:pt x="2534717" y="3855429"/>
                  </a:lnTo>
                  <a:lnTo>
                    <a:pt x="2534970" y="3855429"/>
                  </a:lnTo>
                  <a:lnTo>
                    <a:pt x="2535096" y="3855429"/>
                  </a:lnTo>
                  <a:lnTo>
                    <a:pt x="2535475" y="3855429"/>
                  </a:lnTo>
                  <a:lnTo>
                    <a:pt x="2536359" y="3855429"/>
                  </a:lnTo>
                  <a:lnTo>
                    <a:pt x="2536611" y="3855429"/>
                  </a:lnTo>
                  <a:lnTo>
                    <a:pt x="2536738" y="3855429"/>
                  </a:lnTo>
                  <a:lnTo>
                    <a:pt x="2536864" y="3855429"/>
                  </a:lnTo>
                  <a:lnTo>
                    <a:pt x="2537495" y="3855429"/>
                  </a:lnTo>
                  <a:lnTo>
                    <a:pt x="2537748" y="3855429"/>
                  </a:lnTo>
                  <a:lnTo>
                    <a:pt x="2538631" y="3855429"/>
                  </a:lnTo>
                  <a:lnTo>
                    <a:pt x="2538884" y="3855429"/>
                  </a:lnTo>
                  <a:lnTo>
                    <a:pt x="2539010" y="3855429"/>
                  </a:lnTo>
                  <a:lnTo>
                    <a:pt x="2539515" y="3855429"/>
                  </a:lnTo>
                  <a:lnTo>
                    <a:pt x="2539894" y="3855429"/>
                  </a:lnTo>
                  <a:lnTo>
                    <a:pt x="2540020" y="3855429"/>
                  </a:lnTo>
                  <a:lnTo>
                    <a:pt x="2540146" y="3855429"/>
                  </a:lnTo>
                  <a:lnTo>
                    <a:pt x="2540146" y="3850517"/>
                  </a:lnTo>
                  <a:lnTo>
                    <a:pt x="2540273" y="3850517"/>
                  </a:lnTo>
                  <a:lnTo>
                    <a:pt x="2540651" y="3845606"/>
                  </a:lnTo>
                  <a:lnTo>
                    <a:pt x="2540778" y="3845606"/>
                  </a:lnTo>
                  <a:lnTo>
                    <a:pt x="2540904" y="3845606"/>
                  </a:lnTo>
                  <a:lnTo>
                    <a:pt x="2541030" y="3845606"/>
                  </a:lnTo>
                  <a:lnTo>
                    <a:pt x="2541156" y="3845606"/>
                  </a:lnTo>
                  <a:lnTo>
                    <a:pt x="2541283" y="3845606"/>
                  </a:lnTo>
                  <a:lnTo>
                    <a:pt x="2541409" y="3845606"/>
                  </a:lnTo>
                  <a:lnTo>
                    <a:pt x="2541662" y="3845606"/>
                  </a:lnTo>
                  <a:lnTo>
                    <a:pt x="2541914" y="3845606"/>
                  </a:lnTo>
                  <a:lnTo>
                    <a:pt x="2542167" y="3845606"/>
                  </a:lnTo>
                  <a:lnTo>
                    <a:pt x="2542545" y="3845606"/>
                  </a:lnTo>
                  <a:lnTo>
                    <a:pt x="2542798" y="3845606"/>
                  </a:lnTo>
                  <a:lnTo>
                    <a:pt x="2542924" y="3845606"/>
                  </a:lnTo>
                  <a:lnTo>
                    <a:pt x="2543177" y="3845606"/>
                  </a:lnTo>
                  <a:lnTo>
                    <a:pt x="2543429" y="3845606"/>
                  </a:lnTo>
                  <a:lnTo>
                    <a:pt x="2543808" y="3845606"/>
                  </a:lnTo>
                  <a:lnTo>
                    <a:pt x="2544313" y="3845606"/>
                  </a:lnTo>
                  <a:lnTo>
                    <a:pt x="2544439" y="3845606"/>
                  </a:lnTo>
                  <a:lnTo>
                    <a:pt x="2544565" y="3845606"/>
                  </a:lnTo>
                  <a:lnTo>
                    <a:pt x="2544692" y="3845606"/>
                  </a:lnTo>
                  <a:lnTo>
                    <a:pt x="2545323" y="3845606"/>
                  </a:lnTo>
                  <a:lnTo>
                    <a:pt x="2545702" y="3845606"/>
                  </a:lnTo>
                  <a:lnTo>
                    <a:pt x="2545828" y="3845606"/>
                  </a:lnTo>
                  <a:lnTo>
                    <a:pt x="2545954" y="3845606"/>
                  </a:lnTo>
                  <a:lnTo>
                    <a:pt x="2546080" y="3845606"/>
                  </a:lnTo>
                  <a:lnTo>
                    <a:pt x="2546333" y="3845606"/>
                  </a:lnTo>
                  <a:lnTo>
                    <a:pt x="2546459" y="3845606"/>
                  </a:lnTo>
                  <a:lnTo>
                    <a:pt x="2546586" y="3845606"/>
                  </a:lnTo>
                  <a:lnTo>
                    <a:pt x="2548101" y="3845606"/>
                  </a:lnTo>
                  <a:lnTo>
                    <a:pt x="2548479" y="3845606"/>
                  </a:lnTo>
                  <a:lnTo>
                    <a:pt x="2548606" y="3845606"/>
                  </a:lnTo>
                  <a:lnTo>
                    <a:pt x="2548606" y="3840695"/>
                  </a:lnTo>
                  <a:lnTo>
                    <a:pt x="2548732" y="3840695"/>
                  </a:lnTo>
                  <a:lnTo>
                    <a:pt x="2548858" y="3840695"/>
                  </a:lnTo>
                  <a:lnTo>
                    <a:pt x="2549237" y="3835783"/>
                  </a:lnTo>
                  <a:lnTo>
                    <a:pt x="2549489" y="3835783"/>
                  </a:lnTo>
                  <a:lnTo>
                    <a:pt x="2550121" y="3835783"/>
                  </a:lnTo>
                  <a:lnTo>
                    <a:pt x="2550247" y="3835783"/>
                  </a:lnTo>
                  <a:lnTo>
                    <a:pt x="2550373" y="3835783"/>
                  </a:lnTo>
                  <a:lnTo>
                    <a:pt x="2550499" y="3835783"/>
                  </a:lnTo>
                  <a:lnTo>
                    <a:pt x="2550626" y="3835783"/>
                  </a:lnTo>
                  <a:lnTo>
                    <a:pt x="2550752" y="3835783"/>
                  </a:lnTo>
                  <a:lnTo>
                    <a:pt x="2551131" y="3835783"/>
                  </a:lnTo>
                  <a:lnTo>
                    <a:pt x="2551888" y="3835783"/>
                  </a:lnTo>
                  <a:lnTo>
                    <a:pt x="2552015" y="3835783"/>
                  </a:lnTo>
                  <a:lnTo>
                    <a:pt x="2552393" y="3835783"/>
                  </a:lnTo>
                  <a:lnTo>
                    <a:pt x="2552646" y="3835783"/>
                  </a:lnTo>
                  <a:lnTo>
                    <a:pt x="2553403" y="3835783"/>
                  </a:lnTo>
                  <a:lnTo>
                    <a:pt x="2553656" y="3835783"/>
                  </a:lnTo>
                  <a:lnTo>
                    <a:pt x="2553908" y="3835783"/>
                  </a:lnTo>
                  <a:lnTo>
                    <a:pt x="2554035" y="3835783"/>
                  </a:lnTo>
                  <a:lnTo>
                    <a:pt x="2554287" y="3835783"/>
                  </a:lnTo>
                  <a:lnTo>
                    <a:pt x="2554413" y="3835783"/>
                  </a:lnTo>
                  <a:lnTo>
                    <a:pt x="2554918" y="3830872"/>
                  </a:lnTo>
                  <a:lnTo>
                    <a:pt x="2555297" y="3830872"/>
                  </a:lnTo>
                  <a:lnTo>
                    <a:pt x="2555550" y="3830872"/>
                  </a:lnTo>
                  <a:lnTo>
                    <a:pt x="2555676" y="3830872"/>
                  </a:lnTo>
                  <a:lnTo>
                    <a:pt x="2555802" y="3830872"/>
                  </a:lnTo>
                  <a:lnTo>
                    <a:pt x="2555928" y="3830872"/>
                  </a:lnTo>
                  <a:lnTo>
                    <a:pt x="2556307" y="3830872"/>
                  </a:lnTo>
                  <a:lnTo>
                    <a:pt x="2557065" y="3830872"/>
                  </a:lnTo>
                  <a:lnTo>
                    <a:pt x="2557191" y="3830872"/>
                  </a:lnTo>
                  <a:lnTo>
                    <a:pt x="2557444" y="3830872"/>
                  </a:lnTo>
                  <a:lnTo>
                    <a:pt x="2557696" y="3825961"/>
                  </a:lnTo>
                  <a:lnTo>
                    <a:pt x="2558075" y="3825961"/>
                  </a:lnTo>
                  <a:lnTo>
                    <a:pt x="2558327" y="3825961"/>
                  </a:lnTo>
                  <a:lnTo>
                    <a:pt x="2558580" y="3825961"/>
                  </a:lnTo>
                  <a:lnTo>
                    <a:pt x="2558832" y="3825961"/>
                  </a:lnTo>
                  <a:lnTo>
                    <a:pt x="2559085" y="3825961"/>
                  </a:lnTo>
                  <a:lnTo>
                    <a:pt x="2559211" y="3825961"/>
                  </a:lnTo>
                  <a:lnTo>
                    <a:pt x="2559590" y="3825961"/>
                  </a:lnTo>
                  <a:lnTo>
                    <a:pt x="2559842" y="3825961"/>
                  </a:lnTo>
                  <a:lnTo>
                    <a:pt x="2559969" y="3825961"/>
                  </a:lnTo>
                  <a:lnTo>
                    <a:pt x="2560095" y="3825961"/>
                  </a:lnTo>
                  <a:lnTo>
                    <a:pt x="2560221" y="3825961"/>
                  </a:lnTo>
                  <a:lnTo>
                    <a:pt x="2560347" y="3825961"/>
                  </a:lnTo>
                  <a:lnTo>
                    <a:pt x="2561231" y="3825961"/>
                  </a:lnTo>
                  <a:lnTo>
                    <a:pt x="2561484" y="3825961"/>
                  </a:lnTo>
                  <a:lnTo>
                    <a:pt x="2561989" y="3825961"/>
                  </a:lnTo>
                  <a:lnTo>
                    <a:pt x="2562115" y="3825961"/>
                  </a:lnTo>
                  <a:lnTo>
                    <a:pt x="2562494" y="3825961"/>
                  </a:lnTo>
                  <a:lnTo>
                    <a:pt x="2562620" y="3825961"/>
                  </a:lnTo>
                  <a:lnTo>
                    <a:pt x="2562999" y="3825961"/>
                  </a:lnTo>
                  <a:lnTo>
                    <a:pt x="2563125" y="3825961"/>
                  </a:lnTo>
                  <a:lnTo>
                    <a:pt x="2563378" y="3825961"/>
                  </a:lnTo>
                  <a:lnTo>
                    <a:pt x="2563504" y="3825961"/>
                  </a:lnTo>
                  <a:lnTo>
                    <a:pt x="2563883" y="3825961"/>
                  </a:lnTo>
                  <a:lnTo>
                    <a:pt x="2564135" y="3825961"/>
                  </a:lnTo>
                  <a:lnTo>
                    <a:pt x="2564261" y="3825961"/>
                  </a:lnTo>
                  <a:lnTo>
                    <a:pt x="2564388" y="3825961"/>
                  </a:lnTo>
                  <a:lnTo>
                    <a:pt x="2564640" y="3825961"/>
                  </a:lnTo>
                  <a:lnTo>
                    <a:pt x="2564766" y="3825961"/>
                  </a:lnTo>
                  <a:lnTo>
                    <a:pt x="2565903" y="3825961"/>
                  </a:lnTo>
                  <a:lnTo>
                    <a:pt x="2566155" y="3825961"/>
                  </a:lnTo>
                  <a:lnTo>
                    <a:pt x="2566281" y="3825961"/>
                  </a:lnTo>
                  <a:lnTo>
                    <a:pt x="2566281" y="3821049"/>
                  </a:lnTo>
                  <a:lnTo>
                    <a:pt x="2566408" y="3821049"/>
                  </a:lnTo>
                  <a:lnTo>
                    <a:pt x="2566660" y="3821049"/>
                  </a:lnTo>
                  <a:lnTo>
                    <a:pt x="2567165" y="3821049"/>
                  </a:lnTo>
                  <a:lnTo>
                    <a:pt x="2567797" y="3821049"/>
                  </a:lnTo>
                  <a:lnTo>
                    <a:pt x="2567923" y="3821049"/>
                  </a:lnTo>
                  <a:lnTo>
                    <a:pt x="2568175" y="3821049"/>
                  </a:lnTo>
                  <a:lnTo>
                    <a:pt x="2568428" y="3821049"/>
                  </a:lnTo>
                  <a:lnTo>
                    <a:pt x="2568807" y="3821049"/>
                  </a:lnTo>
                  <a:lnTo>
                    <a:pt x="2568933" y="3821049"/>
                  </a:lnTo>
                  <a:lnTo>
                    <a:pt x="2569059" y="3821049"/>
                  </a:lnTo>
                  <a:lnTo>
                    <a:pt x="2569185" y="3821049"/>
                  </a:lnTo>
                  <a:lnTo>
                    <a:pt x="2569312" y="3821049"/>
                  </a:lnTo>
                  <a:lnTo>
                    <a:pt x="2569564" y="3821049"/>
                  </a:lnTo>
                  <a:lnTo>
                    <a:pt x="2569817" y="3821049"/>
                  </a:lnTo>
                  <a:lnTo>
                    <a:pt x="2570195" y="3821049"/>
                  </a:lnTo>
                  <a:lnTo>
                    <a:pt x="2570574" y="3821049"/>
                  </a:lnTo>
                  <a:lnTo>
                    <a:pt x="2570827" y="3821049"/>
                  </a:lnTo>
                  <a:lnTo>
                    <a:pt x="2571079" y="3821049"/>
                  </a:lnTo>
                  <a:lnTo>
                    <a:pt x="2571205" y="3821049"/>
                  </a:lnTo>
                  <a:lnTo>
                    <a:pt x="2571710" y="3821049"/>
                  </a:lnTo>
                  <a:lnTo>
                    <a:pt x="2571837" y="3821049"/>
                  </a:lnTo>
                  <a:lnTo>
                    <a:pt x="2572342" y="3821049"/>
                  </a:lnTo>
                  <a:lnTo>
                    <a:pt x="2572468" y="3821049"/>
                  </a:lnTo>
                  <a:lnTo>
                    <a:pt x="2572594" y="3821049"/>
                  </a:lnTo>
                  <a:lnTo>
                    <a:pt x="2572721" y="3821049"/>
                  </a:lnTo>
                  <a:lnTo>
                    <a:pt x="2572973" y="3821049"/>
                  </a:lnTo>
                  <a:lnTo>
                    <a:pt x="2573099" y="3821049"/>
                  </a:lnTo>
                  <a:lnTo>
                    <a:pt x="2573226" y="3821049"/>
                  </a:lnTo>
                  <a:lnTo>
                    <a:pt x="2573352" y="3821049"/>
                  </a:lnTo>
                  <a:lnTo>
                    <a:pt x="2573604" y="3821049"/>
                  </a:lnTo>
                  <a:lnTo>
                    <a:pt x="2573857" y="3821049"/>
                  </a:lnTo>
                  <a:lnTo>
                    <a:pt x="2574109" y="3821049"/>
                  </a:lnTo>
                  <a:lnTo>
                    <a:pt x="2574236" y="3821049"/>
                  </a:lnTo>
                  <a:lnTo>
                    <a:pt x="2574488" y="3821049"/>
                  </a:lnTo>
                  <a:lnTo>
                    <a:pt x="2574741" y="3821049"/>
                  </a:lnTo>
                  <a:lnTo>
                    <a:pt x="2574867" y="3821049"/>
                  </a:lnTo>
                  <a:lnTo>
                    <a:pt x="2574993" y="3821049"/>
                  </a:lnTo>
                  <a:lnTo>
                    <a:pt x="2575246" y="3821049"/>
                  </a:lnTo>
                  <a:lnTo>
                    <a:pt x="2575372" y="3821049"/>
                  </a:lnTo>
                  <a:lnTo>
                    <a:pt x="2575624" y="3816138"/>
                  </a:lnTo>
                  <a:lnTo>
                    <a:pt x="2576003" y="3816138"/>
                  </a:lnTo>
                  <a:lnTo>
                    <a:pt x="2576129" y="3816138"/>
                  </a:lnTo>
                  <a:lnTo>
                    <a:pt x="2576382" y="3816138"/>
                  </a:lnTo>
                  <a:lnTo>
                    <a:pt x="2576634" y="3816138"/>
                  </a:lnTo>
                  <a:lnTo>
                    <a:pt x="2576887" y="3816138"/>
                  </a:lnTo>
                  <a:lnTo>
                    <a:pt x="2577013" y="3816138"/>
                  </a:lnTo>
                  <a:lnTo>
                    <a:pt x="2577266" y="3816138"/>
                  </a:lnTo>
                  <a:lnTo>
                    <a:pt x="2577392" y="3816138"/>
                  </a:lnTo>
                  <a:lnTo>
                    <a:pt x="2577645" y="3816138"/>
                  </a:lnTo>
                  <a:lnTo>
                    <a:pt x="2577897" y="3816138"/>
                  </a:lnTo>
                  <a:lnTo>
                    <a:pt x="2578655" y="3816138"/>
                  </a:lnTo>
                  <a:lnTo>
                    <a:pt x="2579033" y="3811226"/>
                  </a:lnTo>
                  <a:lnTo>
                    <a:pt x="2579160" y="3811226"/>
                  </a:lnTo>
                  <a:lnTo>
                    <a:pt x="2579412" y="3811226"/>
                  </a:lnTo>
                  <a:lnTo>
                    <a:pt x="2580170" y="3811226"/>
                  </a:lnTo>
                  <a:lnTo>
                    <a:pt x="2580927" y="3811226"/>
                  </a:lnTo>
                  <a:lnTo>
                    <a:pt x="2580927" y="3806315"/>
                  </a:lnTo>
                  <a:lnTo>
                    <a:pt x="2581053" y="3806315"/>
                  </a:lnTo>
                  <a:lnTo>
                    <a:pt x="2581811" y="3806315"/>
                  </a:lnTo>
                  <a:lnTo>
                    <a:pt x="2582947" y="3806315"/>
                  </a:lnTo>
                  <a:lnTo>
                    <a:pt x="2583074" y="3806315"/>
                  </a:lnTo>
                  <a:lnTo>
                    <a:pt x="2583200" y="3806315"/>
                  </a:lnTo>
                  <a:lnTo>
                    <a:pt x="2583326" y="3806315"/>
                  </a:lnTo>
                  <a:lnTo>
                    <a:pt x="2583326" y="3801404"/>
                  </a:lnTo>
                  <a:lnTo>
                    <a:pt x="2583705" y="3801404"/>
                  </a:lnTo>
                  <a:lnTo>
                    <a:pt x="2583957" y="3801404"/>
                  </a:lnTo>
                  <a:lnTo>
                    <a:pt x="2584084" y="3801404"/>
                  </a:lnTo>
                  <a:lnTo>
                    <a:pt x="2584841" y="3801404"/>
                  </a:lnTo>
                  <a:lnTo>
                    <a:pt x="2585094" y="3801404"/>
                  </a:lnTo>
                  <a:lnTo>
                    <a:pt x="2585220" y="3801404"/>
                  </a:lnTo>
                  <a:lnTo>
                    <a:pt x="2585472" y="3801404"/>
                  </a:lnTo>
                  <a:lnTo>
                    <a:pt x="2585725" y="3801404"/>
                  </a:lnTo>
                  <a:lnTo>
                    <a:pt x="2586104" y="3796492"/>
                  </a:lnTo>
                  <a:lnTo>
                    <a:pt x="2586230" y="3796492"/>
                  </a:lnTo>
                  <a:lnTo>
                    <a:pt x="2586735" y="3791581"/>
                  </a:lnTo>
                  <a:lnTo>
                    <a:pt x="2586861" y="3791581"/>
                  </a:lnTo>
                  <a:lnTo>
                    <a:pt x="2587492" y="3791581"/>
                  </a:lnTo>
                  <a:lnTo>
                    <a:pt x="2587619" y="3791581"/>
                  </a:lnTo>
                  <a:lnTo>
                    <a:pt x="2587998" y="3791581"/>
                  </a:lnTo>
                  <a:lnTo>
                    <a:pt x="2588124" y="3791581"/>
                  </a:lnTo>
                  <a:lnTo>
                    <a:pt x="2588376" y="3791581"/>
                  </a:lnTo>
                  <a:lnTo>
                    <a:pt x="2588503" y="3791581"/>
                  </a:lnTo>
                  <a:lnTo>
                    <a:pt x="2588755" y="3781758"/>
                  </a:lnTo>
                  <a:lnTo>
                    <a:pt x="2589386" y="3781758"/>
                  </a:lnTo>
                  <a:lnTo>
                    <a:pt x="2589891" y="3781758"/>
                  </a:lnTo>
                  <a:lnTo>
                    <a:pt x="2590018" y="3781758"/>
                  </a:lnTo>
                  <a:lnTo>
                    <a:pt x="2590144" y="3781758"/>
                  </a:lnTo>
                  <a:lnTo>
                    <a:pt x="2590270" y="3781758"/>
                  </a:lnTo>
                  <a:lnTo>
                    <a:pt x="2591280" y="3781758"/>
                  </a:lnTo>
                  <a:lnTo>
                    <a:pt x="2591406" y="3781758"/>
                  </a:lnTo>
                  <a:lnTo>
                    <a:pt x="2591659" y="3781758"/>
                  </a:lnTo>
                  <a:lnTo>
                    <a:pt x="2591785" y="3781758"/>
                  </a:lnTo>
                  <a:lnTo>
                    <a:pt x="2591911" y="3781758"/>
                  </a:lnTo>
                  <a:lnTo>
                    <a:pt x="2592922" y="3781758"/>
                  </a:lnTo>
                  <a:lnTo>
                    <a:pt x="2593174" y="3781758"/>
                  </a:lnTo>
                  <a:lnTo>
                    <a:pt x="2593300" y="3781758"/>
                  </a:lnTo>
                  <a:lnTo>
                    <a:pt x="2593427" y="3781758"/>
                  </a:lnTo>
                  <a:lnTo>
                    <a:pt x="2593679" y="3781758"/>
                  </a:lnTo>
                  <a:lnTo>
                    <a:pt x="2593932" y="3781758"/>
                  </a:lnTo>
                  <a:lnTo>
                    <a:pt x="2594058" y="3776847"/>
                  </a:lnTo>
                  <a:lnTo>
                    <a:pt x="2594184" y="3776847"/>
                  </a:lnTo>
                  <a:lnTo>
                    <a:pt x="2594310" y="3776847"/>
                  </a:lnTo>
                  <a:lnTo>
                    <a:pt x="2594437" y="3776847"/>
                  </a:lnTo>
                  <a:lnTo>
                    <a:pt x="2595447" y="3776847"/>
                  </a:lnTo>
                  <a:lnTo>
                    <a:pt x="2595699" y="3776847"/>
                  </a:lnTo>
                  <a:lnTo>
                    <a:pt x="2595825" y="3776847"/>
                  </a:lnTo>
                  <a:lnTo>
                    <a:pt x="2596078" y="3776847"/>
                  </a:lnTo>
                  <a:lnTo>
                    <a:pt x="2596583" y="3776847"/>
                  </a:lnTo>
                  <a:lnTo>
                    <a:pt x="2596709" y="3776847"/>
                  </a:lnTo>
                  <a:lnTo>
                    <a:pt x="2596962" y="3776847"/>
                  </a:lnTo>
                  <a:lnTo>
                    <a:pt x="2597214" y="3776847"/>
                  </a:lnTo>
                  <a:lnTo>
                    <a:pt x="2597593" y="3776847"/>
                  </a:lnTo>
                  <a:lnTo>
                    <a:pt x="2598098" y="3776847"/>
                  </a:lnTo>
                  <a:lnTo>
                    <a:pt x="2598603" y="3776847"/>
                  </a:lnTo>
                  <a:lnTo>
                    <a:pt x="2598856" y="3776847"/>
                  </a:lnTo>
                  <a:lnTo>
                    <a:pt x="2598982" y="3776847"/>
                  </a:lnTo>
                  <a:lnTo>
                    <a:pt x="2599108" y="3776847"/>
                  </a:lnTo>
                  <a:lnTo>
                    <a:pt x="2599234" y="3776847"/>
                  </a:lnTo>
                  <a:lnTo>
                    <a:pt x="2599487" y="3776847"/>
                  </a:lnTo>
                  <a:lnTo>
                    <a:pt x="2599613" y="3776847"/>
                  </a:lnTo>
                  <a:lnTo>
                    <a:pt x="2599739" y="3776847"/>
                  </a:lnTo>
                  <a:lnTo>
                    <a:pt x="2600118" y="3776847"/>
                  </a:lnTo>
                  <a:lnTo>
                    <a:pt x="2600623" y="3776847"/>
                  </a:lnTo>
                  <a:lnTo>
                    <a:pt x="2600876" y="3776847"/>
                  </a:lnTo>
                  <a:lnTo>
                    <a:pt x="2601002" y="3776847"/>
                  </a:lnTo>
                  <a:lnTo>
                    <a:pt x="2601381" y="3776847"/>
                  </a:lnTo>
                  <a:lnTo>
                    <a:pt x="2602138" y="3776847"/>
                  </a:lnTo>
                  <a:lnTo>
                    <a:pt x="2602391" y="3776847"/>
                  </a:lnTo>
                  <a:lnTo>
                    <a:pt x="2602517" y="3776847"/>
                  </a:lnTo>
                  <a:lnTo>
                    <a:pt x="2602643" y="3776847"/>
                  </a:lnTo>
                  <a:lnTo>
                    <a:pt x="2603022" y="3776847"/>
                  </a:lnTo>
                  <a:lnTo>
                    <a:pt x="2603148" y="3776847"/>
                  </a:lnTo>
                  <a:lnTo>
                    <a:pt x="2603275" y="3776847"/>
                  </a:lnTo>
                  <a:lnTo>
                    <a:pt x="2603527" y="3776847"/>
                  </a:lnTo>
                  <a:lnTo>
                    <a:pt x="2603527" y="3771935"/>
                  </a:lnTo>
                  <a:lnTo>
                    <a:pt x="2603653" y="3771935"/>
                  </a:lnTo>
                  <a:lnTo>
                    <a:pt x="2603780" y="3771935"/>
                  </a:lnTo>
                  <a:lnTo>
                    <a:pt x="2603906" y="3771935"/>
                  </a:lnTo>
                  <a:lnTo>
                    <a:pt x="2604032" y="3771935"/>
                  </a:lnTo>
                  <a:lnTo>
                    <a:pt x="2604411" y="3771935"/>
                  </a:lnTo>
                  <a:lnTo>
                    <a:pt x="2604663" y="3771935"/>
                  </a:lnTo>
                  <a:lnTo>
                    <a:pt x="2605042" y="3771935"/>
                  </a:lnTo>
                  <a:lnTo>
                    <a:pt x="2605168" y="3771935"/>
                  </a:lnTo>
                  <a:lnTo>
                    <a:pt x="2605421" y="3771935"/>
                  </a:lnTo>
                  <a:lnTo>
                    <a:pt x="2605673" y="3771935"/>
                  </a:lnTo>
                  <a:lnTo>
                    <a:pt x="2605800" y="3771935"/>
                  </a:lnTo>
                  <a:lnTo>
                    <a:pt x="2606178" y="3771935"/>
                  </a:lnTo>
                  <a:lnTo>
                    <a:pt x="2606305" y="3771935"/>
                  </a:lnTo>
                  <a:lnTo>
                    <a:pt x="2606431" y="3771935"/>
                  </a:lnTo>
                  <a:lnTo>
                    <a:pt x="2606683" y="3771935"/>
                  </a:lnTo>
                  <a:lnTo>
                    <a:pt x="2607441" y="3771935"/>
                  </a:lnTo>
                  <a:lnTo>
                    <a:pt x="2607567" y="3771935"/>
                  </a:lnTo>
                  <a:lnTo>
                    <a:pt x="2607820" y="3771935"/>
                  </a:lnTo>
                  <a:lnTo>
                    <a:pt x="2607946" y="3771935"/>
                  </a:lnTo>
                  <a:lnTo>
                    <a:pt x="2608072" y="3771935"/>
                  </a:lnTo>
                  <a:lnTo>
                    <a:pt x="2608198" y="3771935"/>
                  </a:lnTo>
                  <a:lnTo>
                    <a:pt x="2608325" y="3771935"/>
                  </a:lnTo>
                  <a:lnTo>
                    <a:pt x="2608451" y="3771935"/>
                  </a:lnTo>
                  <a:lnTo>
                    <a:pt x="2608830" y="3771935"/>
                  </a:lnTo>
                  <a:lnTo>
                    <a:pt x="2609209" y="3771935"/>
                  </a:lnTo>
                  <a:lnTo>
                    <a:pt x="2609461" y="3771935"/>
                  </a:lnTo>
                  <a:lnTo>
                    <a:pt x="2609587" y="3771935"/>
                  </a:lnTo>
                  <a:lnTo>
                    <a:pt x="2609966" y="3771935"/>
                  </a:lnTo>
                  <a:lnTo>
                    <a:pt x="2610597" y="3771935"/>
                  </a:lnTo>
                  <a:lnTo>
                    <a:pt x="2610724" y="3771935"/>
                  </a:lnTo>
                  <a:lnTo>
                    <a:pt x="2611481" y="3771935"/>
                  </a:lnTo>
                  <a:lnTo>
                    <a:pt x="2611607" y="3771935"/>
                  </a:lnTo>
                  <a:lnTo>
                    <a:pt x="2611986" y="3771935"/>
                  </a:lnTo>
                  <a:lnTo>
                    <a:pt x="2612112" y="3771935"/>
                  </a:lnTo>
                  <a:lnTo>
                    <a:pt x="2612491" y="3771935"/>
                  </a:lnTo>
                  <a:lnTo>
                    <a:pt x="2612870" y="3771935"/>
                  </a:lnTo>
                  <a:lnTo>
                    <a:pt x="2612996" y="3771935"/>
                  </a:lnTo>
                  <a:lnTo>
                    <a:pt x="2613249" y="3771935"/>
                  </a:lnTo>
                  <a:lnTo>
                    <a:pt x="2613249" y="3767024"/>
                  </a:lnTo>
                  <a:lnTo>
                    <a:pt x="2613375" y="3767024"/>
                  </a:lnTo>
                  <a:lnTo>
                    <a:pt x="2613754" y="3767024"/>
                  </a:lnTo>
                  <a:lnTo>
                    <a:pt x="2614259" y="3767024"/>
                  </a:lnTo>
                  <a:lnTo>
                    <a:pt x="2614385" y="3767024"/>
                  </a:lnTo>
                  <a:lnTo>
                    <a:pt x="2614764" y="3767024"/>
                  </a:lnTo>
                  <a:lnTo>
                    <a:pt x="2614890" y="3767024"/>
                  </a:lnTo>
                  <a:lnTo>
                    <a:pt x="2615016" y="3767024"/>
                  </a:lnTo>
                  <a:lnTo>
                    <a:pt x="2615143" y="3767024"/>
                  </a:lnTo>
                  <a:lnTo>
                    <a:pt x="2615521" y="3767024"/>
                  </a:lnTo>
                  <a:lnTo>
                    <a:pt x="2615900" y="3767024"/>
                  </a:lnTo>
                  <a:lnTo>
                    <a:pt x="2616026" y="3767024"/>
                  </a:lnTo>
                  <a:lnTo>
                    <a:pt x="2616531" y="3767024"/>
                  </a:lnTo>
                  <a:lnTo>
                    <a:pt x="2616658" y="3767024"/>
                  </a:lnTo>
                  <a:lnTo>
                    <a:pt x="2616784" y="3767024"/>
                  </a:lnTo>
                  <a:lnTo>
                    <a:pt x="2616910" y="3767024"/>
                  </a:lnTo>
                  <a:lnTo>
                    <a:pt x="2617163" y="3767024"/>
                  </a:lnTo>
                  <a:lnTo>
                    <a:pt x="2617289" y="3767024"/>
                  </a:lnTo>
                  <a:lnTo>
                    <a:pt x="2618678" y="3762113"/>
                  </a:lnTo>
                  <a:lnTo>
                    <a:pt x="2618804" y="3762113"/>
                  </a:lnTo>
                  <a:lnTo>
                    <a:pt x="2618930" y="3762113"/>
                  </a:lnTo>
                  <a:lnTo>
                    <a:pt x="2619057" y="3762113"/>
                  </a:lnTo>
                  <a:lnTo>
                    <a:pt x="2619183" y="3762113"/>
                  </a:lnTo>
                  <a:lnTo>
                    <a:pt x="2619309" y="3762113"/>
                  </a:lnTo>
                  <a:lnTo>
                    <a:pt x="2619435" y="3762113"/>
                  </a:lnTo>
                  <a:lnTo>
                    <a:pt x="2619688" y="3762113"/>
                  </a:lnTo>
                  <a:lnTo>
                    <a:pt x="2619814" y="3762113"/>
                  </a:lnTo>
                  <a:lnTo>
                    <a:pt x="2619940" y="3762113"/>
                  </a:lnTo>
                  <a:lnTo>
                    <a:pt x="2620067" y="3762113"/>
                  </a:lnTo>
                  <a:lnTo>
                    <a:pt x="2620319" y="3762113"/>
                  </a:lnTo>
                  <a:lnTo>
                    <a:pt x="2620824" y="3762113"/>
                  </a:lnTo>
                  <a:lnTo>
                    <a:pt x="2620950" y="3762113"/>
                  </a:lnTo>
                  <a:lnTo>
                    <a:pt x="2621708" y="3762113"/>
                  </a:lnTo>
                  <a:lnTo>
                    <a:pt x="2622087" y="3762113"/>
                  </a:lnTo>
                  <a:lnTo>
                    <a:pt x="2622213" y="3762113"/>
                  </a:lnTo>
                  <a:lnTo>
                    <a:pt x="2622465" y="3762113"/>
                  </a:lnTo>
                  <a:lnTo>
                    <a:pt x="2622592" y="3762113"/>
                  </a:lnTo>
                  <a:lnTo>
                    <a:pt x="2622970" y="3762113"/>
                  </a:lnTo>
                  <a:lnTo>
                    <a:pt x="2623097" y="3762113"/>
                  </a:lnTo>
                  <a:lnTo>
                    <a:pt x="2623223" y="3762113"/>
                  </a:lnTo>
                  <a:lnTo>
                    <a:pt x="2623349" y="3762113"/>
                  </a:lnTo>
                  <a:lnTo>
                    <a:pt x="2623475" y="3762113"/>
                  </a:lnTo>
                  <a:lnTo>
                    <a:pt x="2623728" y="3762113"/>
                  </a:lnTo>
                  <a:lnTo>
                    <a:pt x="2624107" y="3762113"/>
                  </a:lnTo>
                  <a:lnTo>
                    <a:pt x="2624233" y="3762113"/>
                  </a:lnTo>
                  <a:lnTo>
                    <a:pt x="2624359" y="3762113"/>
                  </a:lnTo>
                  <a:lnTo>
                    <a:pt x="2624486" y="3762113"/>
                  </a:lnTo>
                  <a:lnTo>
                    <a:pt x="2624612" y="3762113"/>
                  </a:lnTo>
                  <a:lnTo>
                    <a:pt x="2624864" y="3757201"/>
                  </a:lnTo>
                  <a:lnTo>
                    <a:pt x="2624991" y="3757201"/>
                  </a:lnTo>
                  <a:lnTo>
                    <a:pt x="2625622" y="3757201"/>
                  </a:lnTo>
                  <a:lnTo>
                    <a:pt x="2625874" y="3757201"/>
                  </a:lnTo>
                  <a:lnTo>
                    <a:pt x="2626001" y="3757201"/>
                  </a:lnTo>
                  <a:lnTo>
                    <a:pt x="2626127" y="3757201"/>
                  </a:lnTo>
                  <a:lnTo>
                    <a:pt x="2626379" y="3757201"/>
                  </a:lnTo>
                  <a:lnTo>
                    <a:pt x="2626632" y="3752290"/>
                  </a:lnTo>
                  <a:lnTo>
                    <a:pt x="2627137" y="3752290"/>
                  </a:lnTo>
                  <a:lnTo>
                    <a:pt x="2627389" y="3752290"/>
                  </a:lnTo>
                  <a:lnTo>
                    <a:pt x="2627516" y="3752290"/>
                  </a:lnTo>
                  <a:lnTo>
                    <a:pt x="2627768" y="3752290"/>
                  </a:lnTo>
                  <a:lnTo>
                    <a:pt x="2628021" y="3752290"/>
                  </a:lnTo>
                  <a:lnTo>
                    <a:pt x="2628399" y="3752290"/>
                  </a:lnTo>
                  <a:lnTo>
                    <a:pt x="2628652" y="3752290"/>
                  </a:lnTo>
                  <a:lnTo>
                    <a:pt x="2628778" y="3752290"/>
                  </a:lnTo>
                  <a:lnTo>
                    <a:pt x="2628778" y="3747379"/>
                  </a:lnTo>
                  <a:lnTo>
                    <a:pt x="2629031" y="3747379"/>
                  </a:lnTo>
                  <a:lnTo>
                    <a:pt x="2629662" y="3747379"/>
                  </a:lnTo>
                  <a:lnTo>
                    <a:pt x="2629788" y="3747379"/>
                  </a:lnTo>
                  <a:lnTo>
                    <a:pt x="2630041" y="3747379"/>
                  </a:lnTo>
                  <a:lnTo>
                    <a:pt x="2630167" y="3747379"/>
                  </a:lnTo>
                  <a:lnTo>
                    <a:pt x="2630293" y="3747379"/>
                  </a:lnTo>
                  <a:lnTo>
                    <a:pt x="2630420" y="3747379"/>
                  </a:lnTo>
                  <a:lnTo>
                    <a:pt x="2630798" y="3747379"/>
                  </a:lnTo>
                  <a:lnTo>
                    <a:pt x="2631303" y="3747379"/>
                  </a:lnTo>
                  <a:lnTo>
                    <a:pt x="2631556" y="3747379"/>
                  </a:lnTo>
                  <a:lnTo>
                    <a:pt x="2631935" y="3747379"/>
                  </a:lnTo>
                  <a:lnTo>
                    <a:pt x="2632061" y="3747379"/>
                  </a:lnTo>
                  <a:lnTo>
                    <a:pt x="2632187" y="3747379"/>
                  </a:lnTo>
                  <a:lnTo>
                    <a:pt x="2632692" y="3747379"/>
                  </a:lnTo>
                  <a:lnTo>
                    <a:pt x="2632818" y="3747379"/>
                  </a:lnTo>
                  <a:lnTo>
                    <a:pt x="2632945" y="3742467"/>
                  </a:lnTo>
                  <a:lnTo>
                    <a:pt x="2633071" y="3742467"/>
                  </a:lnTo>
                  <a:lnTo>
                    <a:pt x="2633197" y="3742467"/>
                  </a:lnTo>
                  <a:lnTo>
                    <a:pt x="2633450" y="3742467"/>
                  </a:lnTo>
                  <a:lnTo>
                    <a:pt x="2633576" y="3742467"/>
                  </a:lnTo>
                  <a:lnTo>
                    <a:pt x="2633828" y="3742467"/>
                  </a:lnTo>
                  <a:lnTo>
                    <a:pt x="2633955" y="3742467"/>
                  </a:lnTo>
                  <a:lnTo>
                    <a:pt x="2634081" y="3742467"/>
                  </a:lnTo>
                  <a:lnTo>
                    <a:pt x="2635470" y="3742467"/>
                  </a:lnTo>
                  <a:lnTo>
                    <a:pt x="2635596" y="3742467"/>
                  </a:lnTo>
                  <a:lnTo>
                    <a:pt x="2635722" y="3742467"/>
                  </a:lnTo>
                  <a:lnTo>
                    <a:pt x="2635975" y="3742467"/>
                  </a:lnTo>
                  <a:lnTo>
                    <a:pt x="2636101" y="3742467"/>
                  </a:lnTo>
                  <a:lnTo>
                    <a:pt x="2636354" y="3742467"/>
                  </a:lnTo>
                  <a:lnTo>
                    <a:pt x="2636480" y="3742467"/>
                  </a:lnTo>
                  <a:lnTo>
                    <a:pt x="2636606" y="3742467"/>
                  </a:lnTo>
                  <a:lnTo>
                    <a:pt x="2636732" y="3742467"/>
                  </a:lnTo>
                  <a:lnTo>
                    <a:pt x="2637111" y="3742467"/>
                  </a:lnTo>
                  <a:lnTo>
                    <a:pt x="2637364" y="3742467"/>
                  </a:lnTo>
                  <a:lnTo>
                    <a:pt x="2637490" y="3742467"/>
                  </a:lnTo>
                  <a:lnTo>
                    <a:pt x="2637995" y="3737556"/>
                  </a:lnTo>
                  <a:lnTo>
                    <a:pt x="2638374" y="3737556"/>
                  </a:lnTo>
                  <a:lnTo>
                    <a:pt x="2638752" y="3737556"/>
                  </a:lnTo>
                  <a:lnTo>
                    <a:pt x="2639258" y="3737556"/>
                  </a:lnTo>
                  <a:lnTo>
                    <a:pt x="2639510" y="3737556"/>
                  </a:lnTo>
                  <a:lnTo>
                    <a:pt x="2639763" y="3737556"/>
                  </a:lnTo>
                  <a:lnTo>
                    <a:pt x="2639889" y="3737556"/>
                  </a:lnTo>
                  <a:lnTo>
                    <a:pt x="2640015" y="3737556"/>
                  </a:lnTo>
                  <a:lnTo>
                    <a:pt x="2640268" y="3737556"/>
                  </a:lnTo>
                  <a:lnTo>
                    <a:pt x="2640394" y="3737556"/>
                  </a:lnTo>
                  <a:lnTo>
                    <a:pt x="2640520" y="3737556"/>
                  </a:lnTo>
                  <a:lnTo>
                    <a:pt x="2640646" y="3737556"/>
                  </a:lnTo>
                  <a:lnTo>
                    <a:pt x="2640773" y="3737556"/>
                  </a:lnTo>
                  <a:lnTo>
                    <a:pt x="2641151" y="3737556"/>
                  </a:lnTo>
                  <a:lnTo>
                    <a:pt x="2641530" y="3737556"/>
                  </a:lnTo>
                  <a:lnTo>
                    <a:pt x="2641656" y="3737556"/>
                  </a:lnTo>
                  <a:lnTo>
                    <a:pt x="2641783" y="3737556"/>
                  </a:lnTo>
                  <a:lnTo>
                    <a:pt x="2642793" y="3737556"/>
                  </a:lnTo>
                  <a:lnTo>
                    <a:pt x="2642919" y="3737556"/>
                  </a:lnTo>
                  <a:lnTo>
                    <a:pt x="2643298" y="3737556"/>
                  </a:lnTo>
                  <a:lnTo>
                    <a:pt x="2643424" y="3737556"/>
                  </a:lnTo>
                  <a:lnTo>
                    <a:pt x="2643929" y="3732644"/>
                  </a:lnTo>
                  <a:lnTo>
                    <a:pt x="2644055" y="3732644"/>
                  </a:lnTo>
                  <a:lnTo>
                    <a:pt x="2644181" y="3732644"/>
                  </a:lnTo>
                  <a:lnTo>
                    <a:pt x="2644308" y="3732644"/>
                  </a:lnTo>
                  <a:lnTo>
                    <a:pt x="2644434" y="3732644"/>
                  </a:lnTo>
                  <a:lnTo>
                    <a:pt x="2644560" y="3732644"/>
                  </a:lnTo>
                  <a:lnTo>
                    <a:pt x="2644687" y="3732644"/>
                  </a:lnTo>
                  <a:lnTo>
                    <a:pt x="2645065" y="3727733"/>
                  </a:lnTo>
                  <a:lnTo>
                    <a:pt x="2645192" y="3727733"/>
                  </a:lnTo>
                  <a:lnTo>
                    <a:pt x="2645444" y="3722822"/>
                  </a:lnTo>
                  <a:lnTo>
                    <a:pt x="2645697" y="3722822"/>
                  </a:lnTo>
                  <a:lnTo>
                    <a:pt x="2645949" y="3722822"/>
                  </a:lnTo>
                  <a:lnTo>
                    <a:pt x="2646075" y="3722822"/>
                  </a:lnTo>
                  <a:lnTo>
                    <a:pt x="2646202" y="3722822"/>
                  </a:lnTo>
                  <a:lnTo>
                    <a:pt x="2646202" y="3717910"/>
                  </a:lnTo>
                  <a:lnTo>
                    <a:pt x="2646328" y="3717910"/>
                  </a:lnTo>
                  <a:lnTo>
                    <a:pt x="2646454" y="3717910"/>
                  </a:lnTo>
                  <a:lnTo>
                    <a:pt x="2646833" y="3717910"/>
                  </a:lnTo>
                  <a:lnTo>
                    <a:pt x="2647085" y="3717910"/>
                  </a:lnTo>
                  <a:lnTo>
                    <a:pt x="2647212" y="3717910"/>
                  </a:lnTo>
                  <a:lnTo>
                    <a:pt x="2648853" y="3712999"/>
                  </a:lnTo>
                  <a:lnTo>
                    <a:pt x="2649358" y="3712999"/>
                  </a:lnTo>
                  <a:lnTo>
                    <a:pt x="2649484" y="3712999"/>
                  </a:lnTo>
                  <a:lnTo>
                    <a:pt x="2649611" y="3712999"/>
                  </a:lnTo>
                  <a:lnTo>
                    <a:pt x="2649737" y="3712999"/>
                  </a:lnTo>
                  <a:lnTo>
                    <a:pt x="2649989" y="3712999"/>
                  </a:lnTo>
                  <a:lnTo>
                    <a:pt x="2650116" y="3708088"/>
                  </a:lnTo>
                  <a:lnTo>
                    <a:pt x="2650242" y="3708088"/>
                  </a:lnTo>
                  <a:lnTo>
                    <a:pt x="2650368" y="3708088"/>
                  </a:lnTo>
                  <a:lnTo>
                    <a:pt x="2650494" y="3703176"/>
                  </a:lnTo>
                  <a:lnTo>
                    <a:pt x="2650621" y="3703176"/>
                  </a:lnTo>
                  <a:lnTo>
                    <a:pt x="2650873" y="3703176"/>
                  </a:lnTo>
                  <a:lnTo>
                    <a:pt x="2651252" y="3703176"/>
                  </a:lnTo>
                  <a:lnTo>
                    <a:pt x="2651378" y="3703176"/>
                  </a:lnTo>
                  <a:lnTo>
                    <a:pt x="2651883" y="3703176"/>
                  </a:lnTo>
                  <a:lnTo>
                    <a:pt x="2652009" y="3703176"/>
                  </a:lnTo>
                  <a:lnTo>
                    <a:pt x="2652136" y="3703176"/>
                  </a:lnTo>
                  <a:lnTo>
                    <a:pt x="2652262" y="3703176"/>
                  </a:lnTo>
                  <a:lnTo>
                    <a:pt x="2652388" y="3703176"/>
                  </a:lnTo>
                  <a:lnTo>
                    <a:pt x="2652514" y="3703176"/>
                  </a:lnTo>
                  <a:lnTo>
                    <a:pt x="2652893" y="3703176"/>
                  </a:lnTo>
                  <a:lnTo>
                    <a:pt x="2653146" y="3703176"/>
                  </a:lnTo>
                  <a:lnTo>
                    <a:pt x="2653398" y="3703176"/>
                  </a:lnTo>
                  <a:lnTo>
                    <a:pt x="2654029" y="3703176"/>
                  </a:lnTo>
                  <a:lnTo>
                    <a:pt x="2655040" y="3703176"/>
                  </a:lnTo>
                  <a:lnTo>
                    <a:pt x="2655166" y="3703176"/>
                  </a:lnTo>
                  <a:lnTo>
                    <a:pt x="2655292" y="3703176"/>
                  </a:lnTo>
                  <a:lnTo>
                    <a:pt x="2655797" y="3703176"/>
                  </a:lnTo>
                  <a:lnTo>
                    <a:pt x="2656176" y="3703176"/>
                  </a:lnTo>
                  <a:lnTo>
                    <a:pt x="2656681" y="3703176"/>
                  </a:lnTo>
                  <a:lnTo>
                    <a:pt x="2657312" y="3703176"/>
                  </a:lnTo>
                  <a:lnTo>
                    <a:pt x="2657438" y="3703176"/>
                  </a:lnTo>
                  <a:lnTo>
                    <a:pt x="2657565" y="3703176"/>
                  </a:lnTo>
                  <a:lnTo>
                    <a:pt x="2658070" y="3703176"/>
                  </a:lnTo>
                  <a:lnTo>
                    <a:pt x="2658322" y="3703176"/>
                  </a:lnTo>
                  <a:lnTo>
                    <a:pt x="2658448" y="3703176"/>
                  </a:lnTo>
                  <a:lnTo>
                    <a:pt x="2658575" y="3703176"/>
                  </a:lnTo>
                  <a:lnTo>
                    <a:pt x="2658701" y="3703176"/>
                  </a:lnTo>
                  <a:lnTo>
                    <a:pt x="2658827" y="3703176"/>
                  </a:lnTo>
                  <a:lnTo>
                    <a:pt x="2658953" y="3703176"/>
                  </a:lnTo>
                  <a:lnTo>
                    <a:pt x="2660090" y="3703176"/>
                  </a:lnTo>
                  <a:lnTo>
                    <a:pt x="2660216" y="3703176"/>
                  </a:lnTo>
                  <a:lnTo>
                    <a:pt x="2660721" y="3703176"/>
                  </a:lnTo>
                  <a:lnTo>
                    <a:pt x="2660847" y="3703176"/>
                  </a:lnTo>
                  <a:lnTo>
                    <a:pt x="2660974" y="3703176"/>
                  </a:lnTo>
                  <a:lnTo>
                    <a:pt x="2661100" y="3703176"/>
                  </a:lnTo>
                  <a:lnTo>
                    <a:pt x="2661857" y="3703176"/>
                  </a:lnTo>
                  <a:lnTo>
                    <a:pt x="2662362" y="3703176"/>
                  </a:lnTo>
                  <a:lnTo>
                    <a:pt x="2662489" y="3703176"/>
                  </a:lnTo>
                  <a:lnTo>
                    <a:pt x="2662615" y="3703176"/>
                  </a:lnTo>
                  <a:lnTo>
                    <a:pt x="2662741" y="3703176"/>
                  </a:lnTo>
                  <a:lnTo>
                    <a:pt x="2663246" y="3703176"/>
                  </a:lnTo>
                  <a:lnTo>
                    <a:pt x="2663625" y="3703176"/>
                  </a:lnTo>
                  <a:lnTo>
                    <a:pt x="2663751" y="3703176"/>
                  </a:lnTo>
                  <a:lnTo>
                    <a:pt x="2663877" y="3703176"/>
                  </a:lnTo>
                  <a:lnTo>
                    <a:pt x="2664130" y="3703176"/>
                  </a:lnTo>
                  <a:lnTo>
                    <a:pt x="2664382" y="3703176"/>
                  </a:lnTo>
                  <a:lnTo>
                    <a:pt x="2664887" y="3703176"/>
                  </a:lnTo>
                  <a:lnTo>
                    <a:pt x="2665014" y="3703176"/>
                  </a:lnTo>
                  <a:lnTo>
                    <a:pt x="2665266" y="3698265"/>
                  </a:lnTo>
                  <a:lnTo>
                    <a:pt x="2665393" y="3698265"/>
                  </a:lnTo>
                  <a:lnTo>
                    <a:pt x="2665645" y="3698265"/>
                  </a:lnTo>
                  <a:lnTo>
                    <a:pt x="2666024" y="3698265"/>
                  </a:lnTo>
                  <a:lnTo>
                    <a:pt x="2666403" y="3698265"/>
                  </a:lnTo>
                  <a:lnTo>
                    <a:pt x="2666529" y="3698265"/>
                  </a:lnTo>
                  <a:lnTo>
                    <a:pt x="2666655" y="3698265"/>
                  </a:lnTo>
                  <a:lnTo>
                    <a:pt x="2666781" y="3698265"/>
                  </a:lnTo>
                  <a:lnTo>
                    <a:pt x="2666908" y="3698265"/>
                  </a:lnTo>
                  <a:lnTo>
                    <a:pt x="2667160" y="3698265"/>
                  </a:lnTo>
                  <a:lnTo>
                    <a:pt x="2667665" y="3698265"/>
                  </a:lnTo>
                  <a:lnTo>
                    <a:pt x="2668423" y="3698265"/>
                  </a:lnTo>
                  <a:lnTo>
                    <a:pt x="2668801" y="3698265"/>
                  </a:lnTo>
                  <a:lnTo>
                    <a:pt x="2669054" y="3698265"/>
                  </a:lnTo>
                  <a:lnTo>
                    <a:pt x="2669433" y="3698265"/>
                  </a:lnTo>
                  <a:lnTo>
                    <a:pt x="2669559" y="3698265"/>
                  </a:lnTo>
                  <a:lnTo>
                    <a:pt x="2669811" y="3698265"/>
                  </a:lnTo>
                  <a:lnTo>
                    <a:pt x="2669938" y="3698265"/>
                  </a:lnTo>
                  <a:lnTo>
                    <a:pt x="2670064" y="3698265"/>
                  </a:lnTo>
                  <a:lnTo>
                    <a:pt x="2670317" y="3698265"/>
                  </a:lnTo>
                  <a:lnTo>
                    <a:pt x="2670569" y="3698265"/>
                  </a:lnTo>
                  <a:lnTo>
                    <a:pt x="2670695" y="3698265"/>
                  </a:lnTo>
                  <a:lnTo>
                    <a:pt x="2670822" y="3698265"/>
                  </a:lnTo>
                  <a:lnTo>
                    <a:pt x="2670948" y="3698265"/>
                  </a:lnTo>
                  <a:lnTo>
                    <a:pt x="2671074" y="3698265"/>
                  </a:lnTo>
                  <a:lnTo>
                    <a:pt x="2671453" y="3698265"/>
                  </a:lnTo>
                  <a:lnTo>
                    <a:pt x="2671705" y="3698265"/>
                  </a:lnTo>
                  <a:lnTo>
                    <a:pt x="2671832" y="3698265"/>
                  </a:lnTo>
                  <a:lnTo>
                    <a:pt x="2671958" y="3698265"/>
                  </a:lnTo>
                  <a:lnTo>
                    <a:pt x="2672084" y="3698265"/>
                  </a:lnTo>
                  <a:lnTo>
                    <a:pt x="2672589" y="3698265"/>
                  </a:lnTo>
                  <a:lnTo>
                    <a:pt x="2672715" y="3698265"/>
                  </a:lnTo>
                  <a:lnTo>
                    <a:pt x="2672842" y="3698265"/>
                  </a:lnTo>
                  <a:lnTo>
                    <a:pt x="2673094" y="3698265"/>
                  </a:lnTo>
                  <a:lnTo>
                    <a:pt x="2673347" y="3698265"/>
                  </a:lnTo>
                  <a:lnTo>
                    <a:pt x="2673473" y="3698265"/>
                  </a:lnTo>
                  <a:lnTo>
                    <a:pt x="2673599" y="3698265"/>
                  </a:lnTo>
                  <a:lnTo>
                    <a:pt x="2673852" y="3698265"/>
                  </a:lnTo>
                  <a:lnTo>
                    <a:pt x="2673978" y="3698265"/>
                  </a:lnTo>
                  <a:lnTo>
                    <a:pt x="2674230" y="3698265"/>
                  </a:lnTo>
                  <a:lnTo>
                    <a:pt x="2674609" y="3698265"/>
                  </a:lnTo>
                  <a:lnTo>
                    <a:pt x="2674988" y="3693353"/>
                  </a:lnTo>
                  <a:lnTo>
                    <a:pt x="2675114" y="3693353"/>
                  </a:lnTo>
                  <a:lnTo>
                    <a:pt x="2675241" y="3693353"/>
                  </a:lnTo>
                  <a:lnTo>
                    <a:pt x="2675746" y="3693353"/>
                  </a:lnTo>
                  <a:lnTo>
                    <a:pt x="2675872" y="3693353"/>
                  </a:lnTo>
                  <a:lnTo>
                    <a:pt x="2676503" y="3693353"/>
                  </a:lnTo>
                  <a:lnTo>
                    <a:pt x="2676629" y="3693353"/>
                  </a:lnTo>
                  <a:lnTo>
                    <a:pt x="2677008" y="3693353"/>
                  </a:lnTo>
                  <a:lnTo>
                    <a:pt x="2677892" y="3693353"/>
                  </a:lnTo>
                  <a:lnTo>
                    <a:pt x="2678271" y="3693353"/>
                  </a:lnTo>
                  <a:lnTo>
                    <a:pt x="2678397" y="3693353"/>
                  </a:lnTo>
                  <a:lnTo>
                    <a:pt x="2678523" y="3693353"/>
                  </a:lnTo>
                  <a:lnTo>
                    <a:pt x="2678649" y="3693353"/>
                  </a:lnTo>
                  <a:lnTo>
                    <a:pt x="2678776" y="3693353"/>
                  </a:lnTo>
                  <a:lnTo>
                    <a:pt x="2679028" y="3693353"/>
                  </a:lnTo>
                  <a:lnTo>
                    <a:pt x="2679154" y="3693353"/>
                  </a:lnTo>
                  <a:lnTo>
                    <a:pt x="2679281" y="3693353"/>
                  </a:lnTo>
                  <a:lnTo>
                    <a:pt x="2679659" y="3693353"/>
                  </a:lnTo>
                  <a:lnTo>
                    <a:pt x="2679912" y="3688442"/>
                  </a:lnTo>
                  <a:lnTo>
                    <a:pt x="2680543" y="3688442"/>
                  </a:lnTo>
                  <a:lnTo>
                    <a:pt x="2680670" y="3688442"/>
                  </a:lnTo>
                  <a:lnTo>
                    <a:pt x="2680796" y="3688442"/>
                  </a:lnTo>
                  <a:lnTo>
                    <a:pt x="2681048" y="3688442"/>
                  </a:lnTo>
                  <a:lnTo>
                    <a:pt x="2681175" y="3688442"/>
                  </a:lnTo>
                  <a:lnTo>
                    <a:pt x="2681301" y="3688442"/>
                  </a:lnTo>
                  <a:lnTo>
                    <a:pt x="2681427" y="3688442"/>
                  </a:lnTo>
                  <a:lnTo>
                    <a:pt x="2681806" y="3688442"/>
                  </a:lnTo>
                  <a:lnTo>
                    <a:pt x="2681932" y="3688442"/>
                  </a:lnTo>
                  <a:lnTo>
                    <a:pt x="2682058" y="3688442"/>
                  </a:lnTo>
                  <a:lnTo>
                    <a:pt x="2682311" y="3688442"/>
                  </a:lnTo>
                  <a:lnTo>
                    <a:pt x="2682437" y="3688442"/>
                  </a:lnTo>
                  <a:lnTo>
                    <a:pt x="2682942" y="3688442"/>
                  </a:lnTo>
                  <a:lnTo>
                    <a:pt x="2683195" y="3688442"/>
                  </a:lnTo>
                  <a:lnTo>
                    <a:pt x="2683447" y="3688442"/>
                  </a:lnTo>
                  <a:lnTo>
                    <a:pt x="2683573" y="3688442"/>
                  </a:lnTo>
                  <a:lnTo>
                    <a:pt x="2684583" y="3683531"/>
                  </a:lnTo>
                  <a:lnTo>
                    <a:pt x="2685088" y="3683531"/>
                  </a:lnTo>
                  <a:lnTo>
                    <a:pt x="2685215" y="3683531"/>
                  </a:lnTo>
                  <a:lnTo>
                    <a:pt x="2685467" y="3683531"/>
                  </a:lnTo>
                  <a:lnTo>
                    <a:pt x="2685720" y="3683531"/>
                  </a:lnTo>
                  <a:lnTo>
                    <a:pt x="2686099" y="3683531"/>
                  </a:lnTo>
                  <a:lnTo>
                    <a:pt x="2686225" y="3683531"/>
                  </a:lnTo>
                  <a:lnTo>
                    <a:pt x="2686351" y="3683531"/>
                  </a:lnTo>
                  <a:lnTo>
                    <a:pt x="2687109" y="3683531"/>
                  </a:lnTo>
                  <a:lnTo>
                    <a:pt x="2687235" y="3683531"/>
                  </a:lnTo>
                  <a:lnTo>
                    <a:pt x="2687361" y="3683531"/>
                  </a:lnTo>
                  <a:lnTo>
                    <a:pt x="2687487" y="3683531"/>
                  </a:lnTo>
                  <a:lnTo>
                    <a:pt x="2687992" y="3683531"/>
                  </a:lnTo>
                  <a:lnTo>
                    <a:pt x="2688119" y="3683531"/>
                  </a:lnTo>
                  <a:lnTo>
                    <a:pt x="2688245" y="3683531"/>
                  </a:lnTo>
                  <a:lnTo>
                    <a:pt x="2688371" y="3683531"/>
                  </a:lnTo>
                  <a:lnTo>
                    <a:pt x="2688497" y="3683531"/>
                  </a:lnTo>
                  <a:lnTo>
                    <a:pt x="2689381" y="3683531"/>
                  </a:lnTo>
                  <a:lnTo>
                    <a:pt x="2689507" y="3683531"/>
                  </a:lnTo>
                  <a:lnTo>
                    <a:pt x="2689886" y="3683531"/>
                  </a:lnTo>
                  <a:lnTo>
                    <a:pt x="2690012" y="3683531"/>
                  </a:lnTo>
                  <a:lnTo>
                    <a:pt x="2690265" y="3683531"/>
                  </a:lnTo>
                  <a:lnTo>
                    <a:pt x="2690391" y="3683531"/>
                  </a:lnTo>
                  <a:lnTo>
                    <a:pt x="2690770" y="3683531"/>
                  </a:lnTo>
                  <a:lnTo>
                    <a:pt x="2690896" y="3683531"/>
                  </a:lnTo>
                  <a:lnTo>
                    <a:pt x="2691275" y="3683531"/>
                  </a:lnTo>
                  <a:lnTo>
                    <a:pt x="2691401" y="3683531"/>
                  </a:lnTo>
                  <a:lnTo>
                    <a:pt x="2691780" y="3683531"/>
                  </a:lnTo>
                  <a:lnTo>
                    <a:pt x="2691906" y="3683531"/>
                  </a:lnTo>
                  <a:lnTo>
                    <a:pt x="2692033" y="3683531"/>
                  </a:lnTo>
                  <a:lnTo>
                    <a:pt x="2692159" y="3683531"/>
                  </a:lnTo>
                  <a:lnTo>
                    <a:pt x="2692411" y="3683531"/>
                  </a:lnTo>
                  <a:lnTo>
                    <a:pt x="2692664" y="3683531"/>
                  </a:lnTo>
                  <a:lnTo>
                    <a:pt x="2692790" y="3683531"/>
                  </a:lnTo>
                  <a:lnTo>
                    <a:pt x="2694053" y="3683531"/>
                  </a:lnTo>
                  <a:lnTo>
                    <a:pt x="2694431" y="3683531"/>
                  </a:lnTo>
                  <a:lnTo>
                    <a:pt x="2694684" y="3683531"/>
                  </a:lnTo>
                  <a:lnTo>
                    <a:pt x="2695063" y="3683531"/>
                  </a:lnTo>
                  <a:lnTo>
                    <a:pt x="2695315" y="3683531"/>
                  </a:lnTo>
                  <a:lnTo>
                    <a:pt x="2695441" y="3678619"/>
                  </a:lnTo>
                  <a:lnTo>
                    <a:pt x="2695568" y="3678619"/>
                  </a:lnTo>
                  <a:lnTo>
                    <a:pt x="2695694" y="3678619"/>
                  </a:lnTo>
                  <a:lnTo>
                    <a:pt x="2695947" y="3678619"/>
                  </a:lnTo>
                  <a:lnTo>
                    <a:pt x="2696199" y="3678619"/>
                  </a:lnTo>
                  <a:lnTo>
                    <a:pt x="2696325" y="3678619"/>
                  </a:lnTo>
                  <a:lnTo>
                    <a:pt x="2696578" y="3678619"/>
                  </a:lnTo>
                  <a:lnTo>
                    <a:pt x="2696704" y="3678619"/>
                  </a:lnTo>
                  <a:lnTo>
                    <a:pt x="2696830" y="3678619"/>
                  </a:lnTo>
                  <a:lnTo>
                    <a:pt x="2696957" y="3678619"/>
                  </a:lnTo>
                  <a:lnTo>
                    <a:pt x="2697083" y="3678619"/>
                  </a:lnTo>
                  <a:lnTo>
                    <a:pt x="2697209" y="3678619"/>
                  </a:lnTo>
                  <a:lnTo>
                    <a:pt x="2697335" y="3678619"/>
                  </a:lnTo>
                  <a:lnTo>
                    <a:pt x="2697462" y="3673708"/>
                  </a:lnTo>
                  <a:lnTo>
                    <a:pt x="2697714" y="3673708"/>
                  </a:lnTo>
                  <a:lnTo>
                    <a:pt x="2697840" y="3673708"/>
                  </a:lnTo>
                  <a:lnTo>
                    <a:pt x="2697967" y="3673708"/>
                  </a:lnTo>
                  <a:lnTo>
                    <a:pt x="2698724" y="3673708"/>
                  </a:lnTo>
                  <a:lnTo>
                    <a:pt x="2698850" y="3673708"/>
                  </a:lnTo>
                  <a:lnTo>
                    <a:pt x="2699355" y="3673708"/>
                  </a:lnTo>
                  <a:lnTo>
                    <a:pt x="2699482" y="3673708"/>
                  </a:lnTo>
                  <a:lnTo>
                    <a:pt x="2699608" y="3673708"/>
                  </a:lnTo>
                  <a:lnTo>
                    <a:pt x="2699734" y="3673708"/>
                  </a:lnTo>
                  <a:lnTo>
                    <a:pt x="2699987" y="3673708"/>
                  </a:lnTo>
                  <a:lnTo>
                    <a:pt x="2700113" y="3673708"/>
                  </a:lnTo>
                  <a:lnTo>
                    <a:pt x="2700618" y="3673708"/>
                  </a:lnTo>
                  <a:lnTo>
                    <a:pt x="2700997" y="3673708"/>
                  </a:lnTo>
                  <a:lnTo>
                    <a:pt x="2701123" y="3673708"/>
                  </a:lnTo>
                  <a:lnTo>
                    <a:pt x="2701249" y="3673708"/>
                  </a:lnTo>
                  <a:lnTo>
                    <a:pt x="2701376" y="3673708"/>
                  </a:lnTo>
                  <a:lnTo>
                    <a:pt x="2701754" y="3673708"/>
                  </a:lnTo>
                  <a:lnTo>
                    <a:pt x="2702007" y="3673708"/>
                  </a:lnTo>
                  <a:lnTo>
                    <a:pt x="2702133" y="3673708"/>
                  </a:lnTo>
                  <a:lnTo>
                    <a:pt x="2702386" y="3673708"/>
                  </a:lnTo>
                  <a:lnTo>
                    <a:pt x="2702512" y="3673708"/>
                  </a:lnTo>
                  <a:lnTo>
                    <a:pt x="2702764" y="3668797"/>
                  </a:lnTo>
                  <a:lnTo>
                    <a:pt x="2702891" y="3668797"/>
                  </a:lnTo>
                  <a:lnTo>
                    <a:pt x="2703143" y="3668797"/>
                  </a:lnTo>
                  <a:lnTo>
                    <a:pt x="2703269" y="3668797"/>
                  </a:lnTo>
                  <a:lnTo>
                    <a:pt x="2703522" y="3668797"/>
                  </a:lnTo>
                  <a:lnTo>
                    <a:pt x="2703774" y="3668797"/>
                  </a:lnTo>
                  <a:lnTo>
                    <a:pt x="2704279" y="3668797"/>
                  </a:lnTo>
                  <a:lnTo>
                    <a:pt x="2704406" y="3668797"/>
                  </a:lnTo>
                  <a:lnTo>
                    <a:pt x="2704532" y="3668797"/>
                  </a:lnTo>
                  <a:lnTo>
                    <a:pt x="2704658" y="3668797"/>
                  </a:lnTo>
                  <a:lnTo>
                    <a:pt x="2704784" y="3668797"/>
                  </a:lnTo>
                  <a:lnTo>
                    <a:pt x="2705163" y="3668797"/>
                  </a:lnTo>
                  <a:lnTo>
                    <a:pt x="2705416" y="3668797"/>
                  </a:lnTo>
                  <a:lnTo>
                    <a:pt x="2705542" y="3668797"/>
                  </a:lnTo>
                  <a:lnTo>
                    <a:pt x="2705668" y="3668797"/>
                  </a:lnTo>
                  <a:lnTo>
                    <a:pt x="2705921" y="3668797"/>
                  </a:lnTo>
                  <a:lnTo>
                    <a:pt x="2706300" y="3668797"/>
                  </a:lnTo>
                  <a:lnTo>
                    <a:pt x="2706552" y="3668797"/>
                  </a:lnTo>
                  <a:lnTo>
                    <a:pt x="2706678" y="3668797"/>
                  </a:lnTo>
                  <a:lnTo>
                    <a:pt x="2706931" y="3668797"/>
                  </a:lnTo>
                  <a:lnTo>
                    <a:pt x="2707436" y="3668797"/>
                  </a:lnTo>
                  <a:lnTo>
                    <a:pt x="2707562" y="3663885"/>
                  </a:lnTo>
                  <a:lnTo>
                    <a:pt x="2707688" y="3663885"/>
                  </a:lnTo>
                  <a:lnTo>
                    <a:pt x="2707815" y="3663885"/>
                  </a:lnTo>
                  <a:lnTo>
                    <a:pt x="2708193" y="3663885"/>
                  </a:lnTo>
                  <a:lnTo>
                    <a:pt x="2708951" y="3663885"/>
                  </a:lnTo>
                  <a:lnTo>
                    <a:pt x="2709203" y="3663885"/>
                  </a:lnTo>
                  <a:lnTo>
                    <a:pt x="2709330" y="3663885"/>
                  </a:lnTo>
                  <a:lnTo>
                    <a:pt x="2709456" y="3663885"/>
                  </a:lnTo>
                  <a:lnTo>
                    <a:pt x="2709582" y="3663885"/>
                  </a:lnTo>
                  <a:lnTo>
                    <a:pt x="2710087" y="3663885"/>
                  </a:lnTo>
                  <a:lnTo>
                    <a:pt x="2710340" y="3663885"/>
                  </a:lnTo>
                  <a:lnTo>
                    <a:pt x="2710592" y="3663885"/>
                  </a:lnTo>
                  <a:lnTo>
                    <a:pt x="2710592" y="3658974"/>
                  </a:lnTo>
                  <a:lnTo>
                    <a:pt x="2710718" y="3658974"/>
                  </a:lnTo>
                  <a:lnTo>
                    <a:pt x="2711350" y="3658974"/>
                  </a:lnTo>
                  <a:lnTo>
                    <a:pt x="2711855" y="3658974"/>
                  </a:lnTo>
                  <a:lnTo>
                    <a:pt x="2711981" y="3658974"/>
                  </a:lnTo>
                  <a:lnTo>
                    <a:pt x="2712360" y="3658974"/>
                  </a:lnTo>
                  <a:lnTo>
                    <a:pt x="2712865" y="3649151"/>
                  </a:lnTo>
                  <a:lnTo>
                    <a:pt x="2713244" y="3649151"/>
                  </a:lnTo>
                  <a:lnTo>
                    <a:pt x="2713370" y="3649151"/>
                  </a:lnTo>
                  <a:lnTo>
                    <a:pt x="2713622" y="3649151"/>
                  </a:lnTo>
                  <a:lnTo>
                    <a:pt x="2713749" y="3649151"/>
                  </a:lnTo>
                  <a:lnTo>
                    <a:pt x="2714001" y="3649151"/>
                  </a:lnTo>
                  <a:lnTo>
                    <a:pt x="2714127" y="3649151"/>
                  </a:lnTo>
                  <a:lnTo>
                    <a:pt x="2714632" y="3649151"/>
                  </a:lnTo>
                  <a:lnTo>
                    <a:pt x="2715011" y="3649151"/>
                  </a:lnTo>
                  <a:lnTo>
                    <a:pt x="2715390" y="3649151"/>
                  </a:lnTo>
                  <a:lnTo>
                    <a:pt x="2715516" y="3649151"/>
                  </a:lnTo>
                  <a:lnTo>
                    <a:pt x="2716021" y="3649151"/>
                  </a:lnTo>
                  <a:lnTo>
                    <a:pt x="2716274" y="3649151"/>
                  </a:lnTo>
                  <a:lnTo>
                    <a:pt x="2716400" y="3649151"/>
                  </a:lnTo>
                  <a:lnTo>
                    <a:pt x="2716526" y="3649151"/>
                  </a:lnTo>
                  <a:lnTo>
                    <a:pt x="2717663" y="3649151"/>
                  </a:lnTo>
                  <a:lnTo>
                    <a:pt x="2717789" y="3649151"/>
                  </a:lnTo>
                  <a:lnTo>
                    <a:pt x="2717789" y="3644240"/>
                  </a:lnTo>
                  <a:lnTo>
                    <a:pt x="2718041" y="3644240"/>
                  </a:lnTo>
                  <a:lnTo>
                    <a:pt x="2718168" y="3644240"/>
                  </a:lnTo>
                  <a:lnTo>
                    <a:pt x="2718294" y="3644240"/>
                  </a:lnTo>
                  <a:lnTo>
                    <a:pt x="2718420" y="3644240"/>
                  </a:lnTo>
                  <a:lnTo>
                    <a:pt x="2718546" y="3644240"/>
                  </a:lnTo>
                  <a:lnTo>
                    <a:pt x="2718925" y="3644240"/>
                  </a:lnTo>
                  <a:lnTo>
                    <a:pt x="2718925" y="3639328"/>
                  </a:lnTo>
                  <a:lnTo>
                    <a:pt x="2719051" y="3639328"/>
                  </a:lnTo>
                  <a:lnTo>
                    <a:pt x="2719304" y="3634417"/>
                  </a:lnTo>
                  <a:lnTo>
                    <a:pt x="2719556" y="3634417"/>
                  </a:lnTo>
                  <a:lnTo>
                    <a:pt x="2719935" y="3634417"/>
                  </a:lnTo>
                  <a:lnTo>
                    <a:pt x="2720188" y="3634417"/>
                  </a:lnTo>
                  <a:lnTo>
                    <a:pt x="2720440" y="3634417"/>
                  </a:lnTo>
                  <a:lnTo>
                    <a:pt x="2720566" y="3634417"/>
                  </a:lnTo>
                  <a:lnTo>
                    <a:pt x="2720945" y="3634417"/>
                  </a:lnTo>
                  <a:lnTo>
                    <a:pt x="2721576" y="3629506"/>
                  </a:lnTo>
                  <a:lnTo>
                    <a:pt x="2721703" y="3629506"/>
                  </a:lnTo>
                  <a:lnTo>
                    <a:pt x="2722082" y="3629506"/>
                  </a:lnTo>
                  <a:lnTo>
                    <a:pt x="2722208" y="3629506"/>
                  </a:lnTo>
                  <a:lnTo>
                    <a:pt x="2722713" y="3629506"/>
                  </a:lnTo>
                  <a:lnTo>
                    <a:pt x="2722965" y="3629506"/>
                  </a:lnTo>
                  <a:lnTo>
                    <a:pt x="2723092" y="3629506"/>
                  </a:lnTo>
                  <a:lnTo>
                    <a:pt x="2723218" y="3629506"/>
                  </a:lnTo>
                  <a:lnTo>
                    <a:pt x="2723344" y="3629506"/>
                  </a:lnTo>
                  <a:lnTo>
                    <a:pt x="2723597" y="3624594"/>
                  </a:lnTo>
                  <a:lnTo>
                    <a:pt x="2723723" y="3624594"/>
                  </a:lnTo>
                  <a:lnTo>
                    <a:pt x="2724102" y="3624594"/>
                  </a:lnTo>
                  <a:lnTo>
                    <a:pt x="2724607" y="3624594"/>
                  </a:lnTo>
                  <a:lnTo>
                    <a:pt x="2724859" y="3624594"/>
                  </a:lnTo>
                  <a:lnTo>
                    <a:pt x="2724985" y="3624594"/>
                  </a:lnTo>
                  <a:lnTo>
                    <a:pt x="2725112" y="3624594"/>
                  </a:lnTo>
                  <a:lnTo>
                    <a:pt x="2725112" y="3619683"/>
                  </a:lnTo>
                  <a:lnTo>
                    <a:pt x="2725238" y="3619683"/>
                  </a:lnTo>
                  <a:lnTo>
                    <a:pt x="2725743" y="3619683"/>
                  </a:lnTo>
                  <a:lnTo>
                    <a:pt x="2726122" y="3619683"/>
                  </a:lnTo>
                  <a:lnTo>
                    <a:pt x="2726374" y="3619683"/>
                  </a:lnTo>
                  <a:lnTo>
                    <a:pt x="2726753" y="3619683"/>
                  </a:lnTo>
                  <a:lnTo>
                    <a:pt x="2727006" y="3619683"/>
                  </a:lnTo>
                  <a:lnTo>
                    <a:pt x="2727132" y="3619683"/>
                  </a:lnTo>
                  <a:lnTo>
                    <a:pt x="2727258" y="3619683"/>
                  </a:lnTo>
                  <a:lnTo>
                    <a:pt x="2727637" y="3619683"/>
                  </a:lnTo>
                  <a:lnTo>
                    <a:pt x="2727889" y="3619683"/>
                  </a:lnTo>
                  <a:lnTo>
                    <a:pt x="2728268" y="3619683"/>
                  </a:lnTo>
                  <a:lnTo>
                    <a:pt x="2728521" y="3619683"/>
                  </a:lnTo>
                  <a:lnTo>
                    <a:pt x="2728647" y="3619683"/>
                  </a:lnTo>
                  <a:lnTo>
                    <a:pt x="2728773" y="3619683"/>
                  </a:lnTo>
                  <a:lnTo>
                    <a:pt x="2728899" y="3619683"/>
                  </a:lnTo>
                  <a:lnTo>
                    <a:pt x="2729531" y="3619683"/>
                  </a:lnTo>
                  <a:lnTo>
                    <a:pt x="2729783" y="3619683"/>
                  </a:lnTo>
                  <a:lnTo>
                    <a:pt x="2730288" y="3619683"/>
                  </a:lnTo>
                  <a:lnTo>
                    <a:pt x="2730541" y="3619683"/>
                  </a:lnTo>
                  <a:lnTo>
                    <a:pt x="2730667" y="3619683"/>
                  </a:lnTo>
                  <a:lnTo>
                    <a:pt x="2730919" y="3619683"/>
                  </a:lnTo>
                  <a:lnTo>
                    <a:pt x="2731172" y="3619683"/>
                  </a:lnTo>
                  <a:lnTo>
                    <a:pt x="2731298" y="3619683"/>
                  </a:lnTo>
                  <a:lnTo>
                    <a:pt x="2731424" y="3619683"/>
                  </a:lnTo>
                  <a:lnTo>
                    <a:pt x="2731803" y="3619683"/>
                  </a:lnTo>
                  <a:lnTo>
                    <a:pt x="2731930" y="3619683"/>
                  </a:lnTo>
                  <a:lnTo>
                    <a:pt x="2732182" y="3619683"/>
                  </a:lnTo>
                  <a:lnTo>
                    <a:pt x="2732308" y="3619683"/>
                  </a:lnTo>
                  <a:lnTo>
                    <a:pt x="2732435" y="3619683"/>
                  </a:lnTo>
                  <a:lnTo>
                    <a:pt x="2732561" y="3619683"/>
                  </a:lnTo>
                  <a:lnTo>
                    <a:pt x="2732940" y="3619683"/>
                  </a:lnTo>
                  <a:lnTo>
                    <a:pt x="2733318" y="3619683"/>
                  </a:lnTo>
                  <a:lnTo>
                    <a:pt x="2733571" y="3619683"/>
                  </a:lnTo>
                  <a:lnTo>
                    <a:pt x="2733823" y="3619683"/>
                  </a:lnTo>
                  <a:lnTo>
                    <a:pt x="2733950" y="3619683"/>
                  </a:lnTo>
                  <a:lnTo>
                    <a:pt x="2734076" y="3619683"/>
                  </a:lnTo>
                  <a:lnTo>
                    <a:pt x="2734328" y="3619683"/>
                  </a:lnTo>
                  <a:lnTo>
                    <a:pt x="2734581" y="3619683"/>
                  </a:lnTo>
                  <a:lnTo>
                    <a:pt x="2734707" y="3619683"/>
                  </a:lnTo>
                  <a:lnTo>
                    <a:pt x="2734833" y="3619683"/>
                  </a:lnTo>
                  <a:lnTo>
                    <a:pt x="2734960" y="3619683"/>
                  </a:lnTo>
                  <a:lnTo>
                    <a:pt x="2735338" y="3619683"/>
                  </a:lnTo>
                  <a:lnTo>
                    <a:pt x="2735465" y="3619683"/>
                  </a:lnTo>
                  <a:lnTo>
                    <a:pt x="2735591" y="3619683"/>
                  </a:lnTo>
                  <a:lnTo>
                    <a:pt x="2735717" y="3619683"/>
                  </a:lnTo>
                  <a:lnTo>
                    <a:pt x="2736348" y="3619683"/>
                  </a:lnTo>
                  <a:lnTo>
                    <a:pt x="2736475" y="3619683"/>
                  </a:lnTo>
                  <a:lnTo>
                    <a:pt x="2736601" y="3619683"/>
                  </a:lnTo>
                  <a:lnTo>
                    <a:pt x="2736853" y="3619683"/>
                  </a:lnTo>
                  <a:lnTo>
                    <a:pt x="2737232" y="3619683"/>
                  </a:lnTo>
                  <a:lnTo>
                    <a:pt x="2737485" y="3619683"/>
                  </a:lnTo>
                  <a:lnTo>
                    <a:pt x="2737611" y="3619683"/>
                  </a:lnTo>
                  <a:lnTo>
                    <a:pt x="2738116" y="3619683"/>
                  </a:lnTo>
                  <a:lnTo>
                    <a:pt x="2738495" y="3619683"/>
                  </a:lnTo>
                  <a:lnTo>
                    <a:pt x="2738621" y="3619683"/>
                  </a:lnTo>
                  <a:lnTo>
                    <a:pt x="2738747" y="3619683"/>
                  </a:lnTo>
                  <a:lnTo>
                    <a:pt x="2739505" y="3619683"/>
                  </a:lnTo>
                  <a:lnTo>
                    <a:pt x="2739757" y="3619683"/>
                  </a:lnTo>
                  <a:lnTo>
                    <a:pt x="2740010" y="3619683"/>
                  </a:lnTo>
                  <a:lnTo>
                    <a:pt x="2740389" y="3619683"/>
                  </a:lnTo>
                  <a:lnTo>
                    <a:pt x="2741272" y="3619683"/>
                  </a:lnTo>
                  <a:lnTo>
                    <a:pt x="2741525" y="3619683"/>
                  </a:lnTo>
                  <a:lnTo>
                    <a:pt x="2741651" y="3619683"/>
                  </a:lnTo>
                  <a:lnTo>
                    <a:pt x="2742409" y="3619683"/>
                  </a:lnTo>
                  <a:lnTo>
                    <a:pt x="2742788" y="3619683"/>
                  </a:lnTo>
                  <a:lnTo>
                    <a:pt x="2742914" y="3619683"/>
                  </a:lnTo>
                  <a:lnTo>
                    <a:pt x="2743040" y="3619683"/>
                  </a:lnTo>
                  <a:lnTo>
                    <a:pt x="2743166" y="3619683"/>
                  </a:lnTo>
                  <a:lnTo>
                    <a:pt x="2743671" y="3619683"/>
                  </a:lnTo>
                  <a:lnTo>
                    <a:pt x="2744303" y="3619683"/>
                  </a:lnTo>
                  <a:lnTo>
                    <a:pt x="2744429" y="3619683"/>
                  </a:lnTo>
                  <a:lnTo>
                    <a:pt x="2744934" y="3619683"/>
                  </a:lnTo>
                  <a:lnTo>
                    <a:pt x="2745186" y="3619683"/>
                  </a:lnTo>
                  <a:lnTo>
                    <a:pt x="2745313" y="3619683"/>
                  </a:lnTo>
                  <a:lnTo>
                    <a:pt x="2745439" y="3619683"/>
                  </a:lnTo>
                  <a:lnTo>
                    <a:pt x="2745818" y="3619683"/>
                  </a:lnTo>
                  <a:lnTo>
                    <a:pt x="2746070" y="3619683"/>
                  </a:lnTo>
                  <a:lnTo>
                    <a:pt x="2746449" y="3619683"/>
                  </a:lnTo>
                  <a:lnTo>
                    <a:pt x="2746701" y="3619683"/>
                  </a:lnTo>
                  <a:lnTo>
                    <a:pt x="2747206" y="3619683"/>
                  </a:lnTo>
                  <a:lnTo>
                    <a:pt x="2747459" y="3619683"/>
                  </a:lnTo>
                  <a:lnTo>
                    <a:pt x="2747585" y="3619683"/>
                  </a:lnTo>
                  <a:lnTo>
                    <a:pt x="2748469" y="3619683"/>
                  </a:lnTo>
                  <a:lnTo>
                    <a:pt x="2748848" y="3619683"/>
                  </a:lnTo>
                  <a:lnTo>
                    <a:pt x="2749100" y="3619683"/>
                  </a:lnTo>
                  <a:lnTo>
                    <a:pt x="2749227" y="3619683"/>
                  </a:lnTo>
                  <a:lnTo>
                    <a:pt x="2749479" y="3619683"/>
                  </a:lnTo>
                  <a:lnTo>
                    <a:pt x="2749984" y="3619683"/>
                  </a:lnTo>
                  <a:lnTo>
                    <a:pt x="2750363" y="3619683"/>
                  </a:lnTo>
                  <a:lnTo>
                    <a:pt x="2750742" y="3619683"/>
                  </a:lnTo>
                  <a:lnTo>
                    <a:pt x="2750994" y="3619683"/>
                  </a:lnTo>
                  <a:lnTo>
                    <a:pt x="2751499" y="3619683"/>
                  </a:lnTo>
                  <a:lnTo>
                    <a:pt x="2751625" y="3619683"/>
                  </a:lnTo>
                  <a:lnTo>
                    <a:pt x="2751878" y="3619683"/>
                  </a:lnTo>
                  <a:lnTo>
                    <a:pt x="2752130" y="3619683"/>
                  </a:lnTo>
                  <a:lnTo>
                    <a:pt x="2752636" y="3619683"/>
                  </a:lnTo>
                  <a:lnTo>
                    <a:pt x="2752762" y="3619683"/>
                  </a:lnTo>
                  <a:lnTo>
                    <a:pt x="2752762" y="3614771"/>
                  </a:lnTo>
                  <a:lnTo>
                    <a:pt x="2753141" y="3614771"/>
                  </a:lnTo>
                  <a:lnTo>
                    <a:pt x="2753393" y="3614771"/>
                  </a:lnTo>
                  <a:lnTo>
                    <a:pt x="2753772" y="3614771"/>
                  </a:lnTo>
                  <a:lnTo>
                    <a:pt x="2753898" y="3614771"/>
                  </a:lnTo>
                  <a:lnTo>
                    <a:pt x="2754151" y="3614771"/>
                  </a:lnTo>
                  <a:lnTo>
                    <a:pt x="2754277" y="3614771"/>
                  </a:lnTo>
                  <a:lnTo>
                    <a:pt x="2754656" y="3614771"/>
                  </a:lnTo>
                  <a:lnTo>
                    <a:pt x="2754782" y="3614771"/>
                  </a:lnTo>
                  <a:lnTo>
                    <a:pt x="2754908" y="3614771"/>
                  </a:lnTo>
                  <a:lnTo>
                    <a:pt x="2755034" y="3614771"/>
                  </a:lnTo>
                  <a:lnTo>
                    <a:pt x="2755287" y="3614771"/>
                  </a:lnTo>
                  <a:lnTo>
                    <a:pt x="2755413" y="3614771"/>
                  </a:lnTo>
                  <a:lnTo>
                    <a:pt x="2755539" y="3614771"/>
                  </a:lnTo>
                  <a:lnTo>
                    <a:pt x="2755666" y="3614771"/>
                  </a:lnTo>
                  <a:lnTo>
                    <a:pt x="2755792" y="3614771"/>
                  </a:lnTo>
                  <a:lnTo>
                    <a:pt x="2755918" y="3614771"/>
                  </a:lnTo>
                  <a:lnTo>
                    <a:pt x="2756171" y="3614771"/>
                  </a:lnTo>
                  <a:lnTo>
                    <a:pt x="2756423" y="3614771"/>
                  </a:lnTo>
                  <a:lnTo>
                    <a:pt x="2756549" y="3614771"/>
                  </a:lnTo>
                  <a:lnTo>
                    <a:pt x="2756802" y="3614771"/>
                  </a:lnTo>
                  <a:lnTo>
                    <a:pt x="2756928" y="3614771"/>
                  </a:lnTo>
                  <a:lnTo>
                    <a:pt x="2757054" y="3614771"/>
                  </a:lnTo>
                  <a:lnTo>
                    <a:pt x="2757307" y="3614771"/>
                  </a:lnTo>
                  <a:lnTo>
                    <a:pt x="2757433" y="3614771"/>
                  </a:lnTo>
                  <a:lnTo>
                    <a:pt x="2757559" y="3614771"/>
                  </a:lnTo>
                  <a:lnTo>
                    <a:pt x="2757686" y="3614771"/>
                  </a:lnTo>
                  <a:lnTo>
                    <a:pt x="2757812" y="3614771"/>
                  </a:lnTo>
                  <a:lnTo>
                    <a:pt x="2758317" y="3614771"/>
                  </a:lnTo>
                  <a:lnTo>
                    <a:pt x="2758570" y="3614771"/>
                  </a:lnTo>
                  <a:lnTo>
                    <a:pt x="2759075" y="3614771"/>
                  </a:lnTo>
                  <a:lnTo>
                    <a:pt x="2759327" y="3614771"/>
                  </a:lnTo>
                  <a:lnTo>
                    <a:pt x="2759453" y="3614771"/>
                  </a:lnTo>
                  <a:lnTo>
                    <a:pt x="2759706" y="3614771"/>
                  </a:lnTo>
                  <a:lnTo>
                    <a:pt x="2760085" y="3614771"/>
                  </a:lnTo>
                  <a:lnTo>
                    <a:pt x="2760211" y="3614771"/>
                  </a:lnTo>
                  <a:lnTo>
                    <a:pt x="2760337" y="3614771"/>
                  </a:lnTo>
                  <a:lnTo>
                    <a:pt x="2760842" y="3614771"/>
                  </a:lnTo>
                  <a:lnTo>
                    <a:pt x="2760968" y="3614771"/>
                  </a:lnTo>
                  <a:lnTo>
                    <a:pt x="2761095" y="3614771"/>
                  </a:lnTo>
                  <a:lnTo>
                    <a:pt x="2761221" y="3614771"/>
                  </a:lnTo>
                  <a:lnTo>
                    <a:pt x="2761347" y="3614771"/>
                  </a:lnTo>
                  <a:lnTo>
                    <a:pt x="2761473" y="3614771"/>
                  </a:lnTo>
                  <a:lnTo>
                    <a:pt x="2761726" y="3614771"/>
                  </a:lnTo>
                  <a:lnTo>
                    <a:pt x="2761852" y="3614771"/>
                  </a:lnTo>
                  <a:lnTo>
                    <a:pt x="2762610" y="3614771"/>
                  </a:lnTo>
                  <a:lnTo>
                    <a:pt x="2762989" y="3614771"/>
                  </a:lnTo>
                  <a:lnTo>
                    <a:pt x="2763241" y="3614771"/>
                  </a:lnTo>
                  <a:lnTo>
                    <a:pt x="2763367" y="3614771"/>
                  </a:lnTo>
                  <a:lnTo>
                    <a:pt x="2763746" y="3614771"/>
                  </a:lnTo>
                  <a:lnTo>
                    <a:pt x="2763872" y="3614771"/>
                  </a:lnTo>
                  <a:lnTo>
                    <a:pt x="2763999" y="3614771"/>
                  </a:lnTo>
                  <a:lnTo>
                    <a:pt x="2764377" y="3614771"/>
                  </a:lnTo>
                  <a:lnTo>
                    <a:pt x="2764504" y="3614771"/>
                  </a:lnTo>
                  <a:lnTo>
                    <a:pt x="2764756" y="3614771"/>
                  </a:lnTo>
                  <a:lnTo>
                    <a:pt x="2764882" y="3614771"/>
                  </a:lnTo>
                  <a:lnTo>
                    <a:pt x="2765261" y="3614771"/>
                  </a:lnTo>
                  <a:lnTo>
                    <a:pt x="2765514" y="3614771"/>
                  </a:lnTo>
                  <a:lnTo>
                    <a:pt x="2765766" y="3614771"/>
                  </a:lnTo>
                  <a:lnTo>
                    <a:pt x="2766271" y="3614771"/>
                  </a:lnTo>
                  <a:lnTo>
                    <a:pt x="2766397" y="3609860"/>
                  </a:lnTo>
                  <a:lnTo>
                    <a:pt x="2766524" y="3609860"/>
                  </a:lnTo>
                  <a:lnTo>
                    <a:pt x="2766650" y="3609860"/>
                  </a:lnTo>
                  <a:lnTo>
                    <a:pt x="2766776" y="3609860"/>
                  </a:lnTo>
                  <a:lnTo>
                    <a:pt x="2767281" y="3609860"/>
                  </a:lnTo>
                  <a:lnTo>
                    <a:pt x="2767407" y="3609860"/>
                  </a:lnTo>
                  <a:lnTo>
                    <a:pt x="2767660" y="3609860"/>
                  </a:lnTo>
                  <a:lnTo>
                    <a:pt x="2767786" y="3609860"/>
                  </a:lnTo>
                  <a:lnTo>
                    <a:pt x="2768039" y="3609860"/>
                  </a:lnTo>
                  <a:lnTo>
                    <a:pt x="2768165" y="3609860"/>
                  </a:lnTo>
                  <a:lnTo>
                    <a:pt x="2768291" y="3609860"/>
                  </a:lnTo>
                  <a:lnTo>
                    <a:pt x="2768670" y="3609860"/>
                  </a:lnTo>
                  <a:lnTo>
                    <a:pt x="2768796" y="3609860"/>
                  </a:lnTo>
                  <a:lnTo>
                    <a:pt x="2769175" y="3609860"/>
                  </a:lnTo>
                  <a:lnTo>
                    <a:pt x="2769428" y="3609860"/>
                  </a:lnTo>
                  <a:lnTo>
                    <a:pt x="2770185" y="3609860"/>
                  </a:lnTo>
                  <a:lnTo>
                    <a:pt x="2780917" y="3600037"/>
                  </a:lnTo>
                  <a:lnTo>
                    <a:pt x="2781043" y="3600037"/>
                  </a:lnTo>
                  <a:lnTo>
                    <a:pt x="2781169" y="3600037"/>
                  </a:lnTo>
                  <a:lnTo>
                    <a:pt x="2781296" y="3600037"/>
                  </a:lnTo>
                  <a:lnTo>
                    <a:pt x="2781422" y="3600037"/>
                  </a:lnTo>
                  <a:lnTo>
                    <a:pt x="2781927" y="3600037"/>
                  </a:lnTo>
                  <a:lnTo>
                    <a:pt x="2782179" y="3600037"/>
                  </a:lnTo>
                  <a:lnTo>
                    <a:pt x="2782684" y="3600037"/>
                  </a:lnTo>
                  <a:lnTo>
                    <a:pt x="2782937" y="3600037"/>
                  </a:lnTo>
                  <a:lnTo>
                    <a:pt x="2783063" y="3600037"/>
                  </a:lnTo>
                  <a:lnTo>
                    <a:pt x="2783316" y="3595126"/>
                  </a:lnTo>
                  <a:lnTo>
                    <a:pt x="2783442" y="3595126"/>
                  </a:lnTo>
                  <a:lnTo>
                    <a:pt x="2783568" y="3595126"/>
                  </a:lnTo>
                  <a:lnTo>
                    <a:pt x="2783695" y="3595126"/>
                  </a:lnTo>
                  <a:lnTo>
                    <a:pt x="2783821" y="3595126"/>
                  </a:lnTo>
                  <a:lnTo>
                    <a:pt x="2783947" y="3595126"/>
                  </a:lnTo>
                  <a:lnTo>
                    <a:pt x="2784073" y="3595126"/>
                  </a:lnTo>
                  <a:lnTo>
                    <a:pt x="2784326" y="3595126"/>
                  </a:lnTo>
                  <a:lnTo>
                    <a:pt x="2784452" y="3595126"/>
                  </a:lnTo>
                  <a:lnTo>
                    <a:pt x="2784831" y="3595126"/>
                  </a:lnTo>
                  <a:lnTo>
                    <a:pt x="2784957" y="3595126"/>
                  </a:lnTo>
                  <a:lnTo>
                    <a:pt x="2785083" y="3595126"/>
                  </a:lnTo>
                  <a:lnTo>
                    <a:pt x="2785336" y="3595126"/>
                  </a:lnTo>
                  <a:lnTo>
                    <a:pt x="2785462" y="3595126"/>
                  </a:lnTo>
                  <a:lnTo>
                    <a:pt x="2785588" y="3595126"/>
                  </a:lnTo>
                  <a:lnTo>
                    <a:pt x="2785967" y="3595126"/>
                  </a:lnTo>
                  <a:lnTo>
                    <a:pt x="2786093" y="3595126"/>
                  </a:lnTo>
                  <a:lnTo>
                    <a:pt x="2786220" y="3595126"/>
                  </a:lnTo>
                  <a:lnTo>
                    <a:pt x="2786346" y="3595126"/>
                  </a:lnTo>
                  <a:lnTo>
                    <a:pt x="2787103" y="3595126"/>
                  </a:lnTo>
                  <a:lnTo>
                    <a:pt x="2787608" y="3595126"/>
                  </a:lnTo>
                  <a:lnTo>
                    <a:pt x="2787735" y="3595126"/>
                  </a:lnTo>
                  <a:lnTo>
                    <a:pt x="2787987" y="3595126"/>
                  </a:lnTo>
                  <a:lnTo>
                    <a:pt x="2788113" y="3595126"/>
                  </a:lnTo>
                  <a:lnTo>
                    <a:pt x="2788240" y="3595126"/>
                  </a:lnTo>
                  <a:lnTo>
                    <a:pt x="2788366" y="3595126"/>
                  </a:lnTo>
                  <a:lnTo>
                    <a:pt x="2788745" y="3595126"/>
                  </a:lnTo>
                  <a:lnTo>
                    <a:pt x="2788871" y="3595126"/>
                  </a:lnTo>
                  <a:lnTo>
                    <a:pt x="2788997" y="3595126"/>
                  </a:lnTo>
                  <a:lnTo>
                    <a:pt x="2789250" y="3595126"/>
                  </a:lnTo>
                  <a:lnTo>
                    <a:pt x="2789376" y="3595126"/>
                  </a:lnTo>
                  <a:lnTo>
                    <a:pt x="2789502" y="3595126"/>
                  </a:lnTo>
                  <a:lnTo>
                    <a:pt x="2789629" y="3595126"/>
                  </a:lnTo>
                  <a:lnTo>
                    <a:pt x="2789881" y="3595126"/>
                  </a:lnTo>
                  <a:lnTo>
                    <a:pt x="2790134" y="3595126"/>
                  </a:lnTo>
                  <a:lnTo>
                    <a:pt x="2790260" y="3595126"/>
                  </a:lnTo>
                  <a:lnTo>
                    <a:pt x="2790512" y="3595126"/>
                  </a:lnTo>
                  <a:lnTo>
                    <a:pt x="2790891" y="3595126"/>
                  </a:lnTo>
                  <a:lnTo>
                    <a:pt x="2791017" y="3595126"/>
                  </a:lnTo>
                  <a:lnTo>
                    <a:pt x="2791144" y="3595126"/>
                  </a:lnTo>
                  <a:lnTo>
                    <a:pt x="2791270" y="3595126"/>
                  </a:lnTo>
                  <a:lnTo>
                    <a:pt x="2791396" y="3595126"/>
                  </a:lnTo>
                  <a:lnTo>
                    <a:pt x="2791522" y="3595126"/>
                  </a:lnTo>
                  <a:lnTo>
                    <a:pt x="2791649" y="3595126"/>
                  </a:lnTo>
                  <a:lnTo>
                    <a:pt x="2791901" y="3595126"/>
                  </a:lnTo>
                  <a:lnTo>
                    <a:pt x="2792027" y="3595126"/>
                  </a:lnTo>
                  <a:lnTo>
                    <a:pt x="2792154" y="3595126"/>
                  </a:lnTo>
                  <a:lnTo>
                    <a:pt x="2792280" y="3595126"/>
                  </a:lnTo>
                  <a:lnTo>
                    <a:pt x="2792406" y="3590215"/>
                  </a:lnTo>
                  <a:lnTo>
                    <a:pt x="2792785" y="3590215"/>
                  </a:lnTo>
                  <a:lnTo>
                    <a:pt x="2793037" y="3590215"/>
                  </a:lnTo>
                  <a:lnTo>
                    <a:pt x="2793164" y="3590215"/>
                  </a:lnTo>
                  <a:lnTo>
                    <a:pt x="2793290" y="3590215"/>
                  </a:lnTo>
                  <a:lnTo>
                    <a:pt x="2793669" y="3590215"/>
                  </a:lnTo>
                  <a:lnTo>
                    <a:pt x="2794048" y="3585303"/>
                  </a:lnTo>
                  <a:lnTo>
                    <a:pt x="2794426" y="3585303"/>
                  </a:lnTo>
                  <a:lnTo>
                    <a:pt x="2794931" y="3585303"/>
                  </a:lnTo>
                  <a:lnTo>
                    <a:pt x="2795184" y="3585303"/>
                  </a:lnTo>
                  <a:lnTo>
                    <a:pt x="2795310" y="3585303"/>
                  </a:lnTo>
                  <a:lnTo>
                    <a:pt x="2795563" y="3585303"/>
                  </a:lnTo>
                  <a:lnTo>
                    <a:pt x="2796068" y="3585303"/>
                  </a:lnTo>
                  <a:lnTo>
                    <a:pt x="2796194" y="3585303"/>
                  </a:lnTo>
                  <a:lnTo>
                    <a:pt x="2796446" y="3585303"/>
                  </a:lnTo>
                  <a:lnTo>
                    <a:pt x="2796699" y="3585303"/>
                  </a:lnTo>
                  <a:lnTo>
                    <a:pt x="2796951" y="3585303"/>
                  </a:lnTo>
                  <a:lnTo>
                    <a:pt x="2797456" y="3585303"/>
                  </a:lnTo>
                  <a:lnTo>
                    <a:pt x="2797583" y="3585303"/>
                  </a:lnTo>
                  <a:lnTo>
                    <a:pt x="2797709" y="3585303"/>
                  </a:lnTo>
                  <a:lnTo>
                    <a:pt x="2797961" y="3585303"/>
                  </a:lnTo>
                  <a:lnTo>
                    <a:pt x="2798088" y="3585303"/>
                  </a:lnTo>
                  <a:lnTo>
                    <a:pt x="2798214" y="3585303"/>
                  </a:lnTo>
                  <a:lnTo>
                    <a:pt x="2798340" y="3580392"/>
                  </a:lnTo>
                  <a:lnTo>
                    <a:pt x="2798719" y="3580392"/>
                  </a:lnTo>
                  <a:lnTo>
                    <a:pt x="2799098" y="3580392"/>
                  </a:lnTo>
                  <a:lnTo>
                    <a:pt x="2799350" y="3580392"/>
                  </a:lnTo>
                  <a:lnTo>
                    <a:pt x="2799603" y="3580392"/>
                  </a:lnTo>
                  <a:lnTo>
                    <a:pt x="2799855" y="3580392"/>
                  </a:lnTo>
                  <a:lnTo>
                    <a:pt x="2799982" y="3580392"/>
                  </a:lnTo>
                  <a:lnTo>
                    <a:pt x="2800487" y="3580392"/>
                  </a:lnTo>
                  <a:lnTo>
                    <a:pt x="2801244" y="3575480"/>
                  </a:lnTo>
                  <a:lnTo>
                    <a:pt x="2801370" y="3575480"/>
                  </a:lnTo>
                  <a:lnTo>
                    <a:pt x="2802254" y="3575480"/>
                  </a:lnTo>
                  <a:lnTo>
                    <a:pt x="2802380" y="3575480"/>
                  </a:lnTo>
                  <a:lnTo>
                    <a:pt x="2802507" y="3575480"/>
                  </a:lnTo>
                  <a:lnTo>
                    <a:pt x="2802885" y="3575480"/>
                  </a:lnTo>
                  <a:lnTo>
                    <a:pt x="2803012" y="3575480"/>
                  </a:lnTo>
                  <a:lnTo>
                    <a:pt x="2803390" y="3575480"/>
                  </a:lnTo>
                  <a:lnTo>
                    <a:pt x="2803517" y="3575480"/>
                  </a:lnTo>
                  <a:lnTo>
                    <a:pt x="2803769" y="3575480"/>
                  </a:lnTo>
                  <a:lnTo>
                    <a:pt x="2804527" y="3575480"/>
                  </a:lnTo>
                  <a:lnTo>
                    <a:pt x="2805158" y="3575480"/>
                  </a:lnTo>
                  <a:lnTo>
                    <a:pt x="2805789" y="3575480"/>
                  </a:lnTo>
                  <a:lnTo>
                    <a:pt x="2806168" y="3575480"/>
                  </a:lnTo>
                  <a:lnTo>
                    <a:pt x="2806294" y="3575480"/>
                  </a:lnTo>
                  <a:lnTo>
                    <a:pt x="2807052" y="3575480"/>
                  </a:lnTo>
                  <a:lnTo>
                    <a:pt x="2807178" y="3575480"/>
                  </a:lnTo>
                  <a:lnTo>
                    <a:pt x="2807304" y="3575480"/>
                  </a:lnTo>
                  <a:lnTo>
                    <a:pt x="2807557" y="3575480"/>
                  </a:lnTo>
                  <a:lnTo>
                    <a:pt x="2807809" y="3575480"/>
                  </a:lnTo>
                  <a:lnTo>
                    <a:pt x="2808062" y="3575480"/>
                  </a:lnTo>
                  <a:lnTo>
                    <a:pt x="2808567" y="3575480"/>
                  </a:lnTo>
                  <a:lnTo>
                    <a:pt x="2808819" y="3575480"/>
                  </a:lnTo>
                  <a:lnTo>
                    <a:pt x="2808946" y="3575480"/>
                  </a:lnTo>
                  <a:lnTo>
                    <a:pt x="2808946" y="3570569"/>
                  </a:lnTo>
                  <a:lnTo>
                    <a:pt x="2809072" y="3570569"/>
                  </a:lnTo>
                  <a:lnTo>
                    <a:pt x="2809198" y="3570569"/>
                  </a:lnTo>
                  <a:lnTo>
                    <a:pt x="2809830" y="3570569"/>
                  </a:lnTo>
                  <a:lnTo>
                    <a:pt x="2809956" y="3570569"/>
                  </a:lnTo>
                  <a:lnTo>
                    <a:pt x="2810713" y="3570569"/>
                  </a:lnTo>
                  <a:lnTo>
                    <a:pt x="2810840" y="3570569"/>
                  </a:lnTo>
                  <a:lnTo>
                    <a:pt x="2810966" y="3570569"/>
                  </a:lnTo>
                  <a:lnTo>
                    <a:pt x="2811218" y="3570569"/>
                  </a:lnTo>
                  <a:lnTo>
                    <a:pt x="2811345" y="3570569"/>
                  </a:lnTo>
                  <a:lnTo>
                    <a:pt x="2811471" y="3570569"/>
                  </a:lnTo>
                  <a:lnTo>
                    <a:pt x="2812228" y="3570569"/>
                  </a:lnTo>
                  <a:lnTo>
                    <a:pt x="2812481" y="3570569"/>
                  </a:lnTo>
                  <a:lnTo>
                    <a:pt x="2812607" y="3570569"/>
                  </a:lnTo>
                  <a:lnTo>
                    <a:pt x="2812733" y="3570569"/>
                  </a:lnTo>
                  <a:lnTo>
                    <a:pt x="2812860" y="3570569"/>
                  </a:lnTo>
                  <a:lnTo>
                    <a:pt x="2812986" y="3570569"/>
                  </a:lnTo>
                  <a:lnTo>
                    <a:pt x="2813112" y="3570569"/>
                  </a:lnTo>
                  <a:lnTo>
                    <a:pt x="2813617" y="3570569"/>
                  </a:lnTo>
                  <a:lnTo>
                    <a:pt x="2813743" y="3570569"/>
                  </a:lnTo>
                  <a:lnTo>
                    <a:pt x="2814122" y="3570569"/>
                  </a:lnTo>
                  <a:lnTo>
                    <a:pt x="2814754" y="3570569"/>
                  </a:lnTo>
                  <a:lnTo>
                    <a:pt x="2815132" y="3570569"/>
                  </a:lnTo>
                  <a:lnTo>
                    <a:pt x="2815259" y="3570569"/>
                  </a:lnTo>
                  <a:lnTo>
                    <a:pt x="2815385" y="3570569"/>
                  </a:lnTo>
                  <a:lnTo>
                    <a:pt x="2815511" y="3570569"/>
                  </a:lnTo>
                  <a:lnTo>
                    <a:pt x="2815764" y="3570569"/>
                  </a:lnTo>
                  <a:lnTo>
                    <a:pt x="2815890" y="3570569"/>
                  </a:lnTo>
                  <a:lnTo>
                    <a:pt x="2816016" y="3570569"/>
                  </a:lnTo>
                  <a:lnTo>
                    <a:pt x="2816142" y="3570569"/>
                  </a:lnTo>
                  <a:lnTo>
                    <a:pt x="2816269" y="3570569"/>
                  </a:lnTo>
                  <a:lnTo>
                    <a:pt x="2816395" y="3570569"/>
                  </a:lnTo>
                  <a:lnTo>
                    <a:pt x="2816647" y="3570569"/>
                  </a:lnTo>
                  <a:lnTo>
                    <a:pt x="2817279" y="3570569"/>
                  </a:lnTo>
                  <a:lnTo>
                    <a:pt x="2817531" y="3570569"/>
                  </a:lnTo>
                  <a:lnTo>
                    <a:pt x="2817657" y="3570569"/>
                  </a:lnTo>
                  <a:lnTo>
                    <a:pt x="2817910" y="3570569"/>
                  </a:lnTo>
                  <a:lnTo>
                    <a:pt x="2818162" y="3565658"/>
                  </a:lnTo>
                  <a:lnTo>
                    <a:pt x="2818289" y="3565658"/>
                  </a:lnTo>
                  <a:lnTo>
                    <a:pt x="2818415" y="3565658"/>
                  </a:lnTo>
                  <a:lnTo>
                    <a:pt x="2818541" y="3565658"/>
                  </a:lnTo>
                  <a:lnTo>
                    <a:pt x="2818667" y="3565658"/>
                  </a:lnTo>
                  <a:lnTo>
                    <a:pt x="2818794" y="3565658"/>
                  </a:lnTo>
                  <a:lnTo>
                    <a:pt x="2818920" y="3565658"/>
                  </a:lnTo>
                  <a:lnTo>
                    <a:pt x="2819172" y="3565658"/>
                  </a:lnTo>
                  <a:lnTo>
                    <a:pt x="2819299" y="3565658"/>
                  </a:lnTo>
                  <a:lnTo>
                    <a:pt x="2819425" y="3565658"/>
                  </a:lnTo>
                  <a:lnTo>
                    <a:pt x="2819551" y="3565658"/>
                  </a:lnTo>
                  <a:lnTo>
                    <a:pt x="2819804" y="3565658"/>
                  </a:lnTo>
                  <a:lnTo>
                    <a:pt x="2819930" y="3565658"/>
                  </a:lnTo>
                  <a:lnTo>
                    <a:pt x="2820056" y="3565658"/>
                  </a:lnTo>
                  <a:lnTo>
                    <a:pt x="2820183" y="3565658"/>
                  </a:lnTo>
                  <a:lnTo>
                    <a:pt x="2820309" y="3565658"/>
                  </a:lnTo>
                  <a:lnTo>
                    <a:pt x="2820688" y="3565658"/>
                  </a:lnTo>
                  <a:lnTo>
                    <a:pt x="2820814" y="3565658"/>
                  </a:lnTo>
                  <a:lnTo>
                    <a:pt x="2821193" y="3565658"/>
                  </a:lnTo>
                  <a:lnTo>
                    <a:pt x="2821445" y="3565658"/>
                  </a:lnTo>
                  <a:lnTo>
                    <a:pt x="2821950" y="3565658"/>
                  </a:lnTo>
                  <a:lnTo>
                    <a:pt x="2822203" y="3565658"/>
                  </a:lnTo>
                  <a:lnTo>
                    <a:pt x="2822581" y="3565658"/>
                  </a:lnTo>
                  <a:lnTo>
                    <a:pt x="2822834" y="3565658"/>
                  </a:lnTo>
                  <a:lnTo>
                    <a:pt x="2822960" y="3565658"/>
                  </a:lnTo>
                  <a:lnTo>
                    <a:pt x="2823213" y="3565658"/>
                  </a:lnTo>
                  <a:lnTo>
                    <a:pt x="2823591" y="3565658"/>
                  </a:lnTo>
                  <a:lnTo>
                    <a:pt x="2823718" y="3565658"/>
                  </a:lnTo>
                  <a:lnTo>
                    <a:pt x="2823844" y="3565658"/>
                  </a:lnTo>
                  <a:lnTo>
                    <a:pt x="2824096" y="3565658"/>
                  </a:lnTo>
                  <a:lnTo>
                    <a:pt x="2824475" y="3560746"/>
                  </a:lnTo>
                  <a:lnTo>
                    <a:pt x="2824601" y="3560746"/>
                  </a:lnTo>
                  <a:lnTo>
                    <a:pt x="2824728" y="3560746"/>
                  </a:lnTo>
                  <a:lnTo>
                    <a:pt x="2824854" y="3560746"/>
                  </a:lnTo>
                  <a:lnTo>
                    <a:pt x="2824980" y="3560746"/>
                  </a:lnTo>
                  <a:lnTo>
                    <a:pt x="2825738" y="3560746"/>
                  </a:lnTo>
                  <a:lnTo>
                    <a:pt x="2825990" y="3560746"/>
                  </a:lnTo>
                  <a:lnTo>
                    <a:pt x="2826117" y="3560746"/>
                  </a:lnTo>
                  <a:lnTo>
                    <a:pt x="2826243" y="3560746"/>
                  </a:lnTo>
                  <a:lnTo>
                    <a:pt x="2826243" y="3555835"/>
                  </a:lnTo>
                  <a:lnTo>
                    <a:pt x="2826369" y="3555835"/>
                  </a:lnTo>
                  <a:lnTo>
                    <a:pt x="2826874" y="3555835"/>
                  </a:lnTo>
                  <a:lnTo>
                    <a:pt x="2827000" y="3555835"/>
                  </a:lnTo>
                  <a:lnTo>
                    <a:pt x="2827253" y="3555835"/>
                  </a:lnTo>
                  <a:lnTo>
                    <a:pt x="2827884" y="3550924"/>
                  </a:lnTo>
                  <a:lnTo>
                    <a:pt x="2828389" y="3550924"/>
                  </a:lnTo>
                  <a:lnTo>
                    <a:pt x="2828515" y="3550924"/>
                  </a:lnTo>
                  <a:lnTo>
                    <a:pt x="2828642" y="3550924"/>
                  </a:lnTo>
                  <a:lnTo>
                    <a:pt x="2829147" y="3550924"/>
                  </a:lnTo>
                  <a:lnTo>
                    <a:pt x="2829399" y="3550924"/>
                  </a:lnTo>
                  <a:lnTo>
                    <a:pt x="2829652" y="3550924"/>
                  </a:lnTo>
                  <a:lnTo>
                    <a:pt x="2830031" y="3550924"/>
                  </a:lnTo>
                  <a:lnTo>
                    <a:pt x="2830283" y="3550924"/>
                  </a:lnTo>
                  <a:lnTo>
                    <a:pt x="2830409" y="3550924"/>
                  </a:lnTo>
                  <a:lnTo>
                    <a:pt x="2830662" y="3550924"/>
                  </a:lnTo>
                  <a:lnTo>
                    <a:pt x="2830914" y="3550924"/>
                  </a:lnTo>
                  <a:lnTo>
                    <a:pt x="2831041" y="3550924"/>
                  </a:lnTo>
                  <a:lnTo>
                    <a:pt x="2831672" y="3550924"/>
                  </a:lnTo>
                  <a:lnTo>
                    <a:pt x="2831924" y="3550924"/>
                  </a:lnTo>
                  <a:lnTo>
                    <a:pt x="2832051" y="3550924"/>
                  </a:lnTo>
                  <a:lnTo>
                    <a:pt x="2832303" y="3550924"/>
                  </a:lnTo>
                  <a:lnTo>
                    <a:pt x="2832429" y="3550924"/>
                  </a:lnTo>
                  <a:lnTo>
                    <a:pt x="2833061" y="3550924"/>
                  </a:lnTo>
                  <a:lnTo>
                    <a:pt x="2833187" y="3550924"/>
                  </a:lnTo>
                  <a:lnTo>
                    <a:pt x="2833313" y="3550924"/>
                  </a:lnTo>
                  <a:lnTo>
                    <a:pt x="2833439" y="3550924"/>
                  </a:lnTo>
                  <a:lnTo>
                    <a:pt x="2833566" y="3550924"/>
                  </a:lnTo>
                  <a:lnTo>
                    <a:pt x="2833692" y="3550924"/>
                  </a:lnTo>
                  <a:lnTo>
                    <a:pt x="2834197" y="3546012"/>
                  </a:lnTo>
                  <a:lnTo>
                    <a:pt x="2834576" y="3546012"/>
                  </a:lnTo>
                  <a:lnTo>
                    <a:pt x="2835081" y="3546012"/>
                  </a:lnTo>
                  <a:lnTo>
                    <a:pt x="2835586" y="3541101"/>
                  </a:lnTo>
                  <a:lnTo>
                    <a:pt x="2835712" y="3541101"/>
                  </a:lnTo>
                  <a:lnTo>
                    <a:pt x="2836091" y="3541101"/>
                  </a:lnTo>
                  <a:lnTo>
                    <a:pt x="2836217" y="3541101"/>
                  </a:lnTo>
                  <a:lnTo>
                    <a:pt x="2836470" y="3541101"/>
                  </a:lnTo>
                  <a:lnTo>
                    <a:pt x="2836848" y="3541101"/>
                  </a:lnTo>
                  <a:lnTo>
                    <a:pt x="2837732" y="3541101"/>
                  </a:lnTo>
                  <a:lnTo>
                    <a:pt x="2837858" y="3541101"/>
                  </a:lnTo>
                  <a:lnTo>
                    <a:pt x="2838111" y="3541101"/>
                  </a:lnTo>
                  <a:lnTo>
                    <a:pt x="2838363" y="3541101"/>
                  </a:lnTo>
                  <a:lnTo>
                    <a:pt x="2838868" y="3541101"/>
                  </a:lnTo>
                  <a:lnTo>
                    <a:pt x="2839373" y="3541101"/>
                  </a:lnTo>
                  <a:lnTo>
                    <a:pt x="2840384" y="3541101"/>
                  </a:lnTo>
                  <a:lnTo>
                    <a:pt x="2840510" y="3541101"/>
                  </a:lnTo>
                  <a:lnTo>
                    <a:pt x="2840636" y="3541101"/>
                  </a:lnTo>
                  <a:lnTo>
                    <a:pt x="2840762" y="3541101"/>
                  </a:lnTo>
                  <a:lnTo>
                    <a:pt x="2841015" y="3541101"/>
                  </a:lnTo>
                  <a:lnTo>
                    <a:pt x="2841267" y="3536189"/>
                  </a:lnTo>
                  <a:lnTo>
                    <a:pt x="2841772" y="3536189"/>
                  </a:lnTo>
                  <a:lnTo>
                    <a:pt x="2841899" y="3536189"/>
                  </a:lnTo>
                  <a:lnTo>
                    <a:pt x="2841899" y="3531278"/>
                  </a:lnTo>
                  <a:lnTo>
                    <a:pt x="2842025" y="3531278"/>
                  </a:lnTo>
                  <a:lnTo>
                    <a:pt x="2842277" y="3531278"/>
                  </a:lnTo>
                  <a:lnTo>
                    <a:pt x="2842404" y="3531278"/>
                  </a:lnTo>
                  <a:lnTo>
                    <a:pt x="2842782" y="3531278"/>
                  </a:lnTo>
                  <a:lnTo>
                    <a:pt x="2843540" y="3526367"/>
                  </a:lnTo>
                  <a:lnTo>
                    <a:pt x="2843666" y="3526367"/>
                  </a:lnTo>
                  <a:lnTo>
                    <a:pt x="2844297" y="3526367"/>
                  </a:lnTo>
                  <a:lnTo>
                    <a:pt x="2844424" y="3526367"/>
                  </a:lnTo>
                  <a:lnTo>
                    <a:pt x="2844676" y="3526367"/>
                  </a:lnTo>
                  <a:lnTo>
                    <a:pt x="2844802" y="3526367"/>
                  </a:lnTo>
                  <a:lnTo>
                    <a:pt x="2844929" y="3526367"/>
                  </a:lnTo>
                  <a:lnTo>
                    <a:pt x="2845055" y="3526367"/>
                  </a:lnTo>
                  <a:lnTo>
                    <a:pt x="2845686" y="3526367"/>
                  </a:lnTo>
                  <a:lnTo>
                    <a:pt x="2845813" y="3526367"/>
                  </a:lnTo>
                  <a:lnTo>
                    <a:pt x="2845939" y="3526367"/>
                  </a:lnTo>
                  <a:lnTo>
                    <a:pt x="2846318" y="3526367"/>
                  </a:lnTo>
                  <a:lnTo>
                    <a:pt x="2846444" y="3526367"/>
                  </a:lnTo>
                  <a:lnTo>
                    <a:pt x="2846823" y="3526367"/>
                  </a:lnTo>
                  <a:lnTo>
                    <a:pt x="2846949" y="3526367"/>
                  </a:lnTo>
                  <a:lnTo>
                    <a:pt x="2847075" y="3526367"/>
                  </a:lnTo>
                  <a:lnTo>
                    <a:pt x="2847454" y="3526367"/>
                  </a:lnTo>
                  <a:lnTo>
                    <a:pt x="2848085" y="3526367"/>
                  </a:lnTo>
                  <a:lnTo>
                    <a:pt x="2848211" y="3521455"/>
                  </a:lnTo>
                  <a:lnTo>
                    <a:pt x="2848338" y="3521455"/>
                  </a:lnTo>
                  <a:lnTo>
                    <a:pt x="2848590" y="3521455"/>
                  </a:lnTo>
                  <a:lnTo>
                    <a:pt x="2848716" y="3521455"/>
                  </a:lnTo>
                  <a:lnTo>
                    <a:pt x="2848969" y="3521455"/>
                  </a:lnTo>
                  <a:lnTo>
                    <a:pt x="2849726" y="3521455"/>
                  </a:lnTo>
                  <a:lnTo>
                    <a:pt x="2849979" y="3521455"/>
                  </a:lnTo>
                  <a:lnTo>
                    <a:pt x="2850105" y="3521455"/>
                  </a:lnTo>
                  <a:lnTo>
                    <a:pt x="2850484" y="3521455"/>
                  </a:lnTo>
                  <a:lnTo>
                    <a:pt x="2850610" y="3521455"/>
                  </a:lnTo>
                  <a:lnTo>
                    <a:pt x="2850737" y="3521455"/>
                  </a:lnTo>
                  <a:lnTo>
                    <a:pt x="2850863" y="3521455"/>
                  </a:lnTo>
                  <a:lnTo>
                    <a:pt x="2851115" y="3521455"/>
                  </a:lnTo>
                  <a:lnTo>
                    <a:pt x="2851494" y="3521455"/>
                  </a:lnTo>
                  <a:lnTo>
                    <a:pt x="2851620" y="3521455"/>
                  </a:lnTo>
                  <a:lnTo>
                    <a:pt x="2851873" y="3521455"/>
                  </a:lnTo>
                  <a:lnTo>
                    <a:pt x="2851999" y="3521455"/>
                  </a:lnTo>
                  <a:lnTo>
                    <a:pt x="2852378" y="3516544"/>
                  </a:lnTo>
                  <a:lnTo>
                    <a:pt x="2852630" y="3516544"/>
                  </a:lnTo>
                  <a:lnTo>
                    <a:pt x="2853009" y="3516544"/>
                  </a:lnTo>
                  <a:lnTo>
                    <a:pt x="2853262" y="3516544"/>
                  </a:lnTo>
                  <a:lnTo>
                    <a:pt x="2853640" y="3516544"/>
                  </a:lnTo>
                  <a:lnTo>
                    <a:pt x="2853767" y="3516544"/>
                  </a:lnTo>
                  <a:lnTo>
                    <a:pt x="2853893" y="3516544"/>
                  </a:lnTo>
                  <a:lnTo>
                    <a:pt x="2854145" y="3516544"/>
                  </a:lnTo>
                  <a:lnTo>
                    <a:pt x="2854524" y="3511633"/>
                  </a:lnTo>
                  <a:lnTo>
                    <a:pt x="2854650" y="3511633"/>
                  </a:lnTo>
                  <a:lnTo>
                    <a:pt x="2855155" y="3511633"/>
                  </a:lnTo>
                  <a:lnTo>
                    <a:pt x="2855408" y="3511633"/>
                  </a:lnTo>
                  <a:lnTo>
                    <a:pt x="2855661" y="3511633"/>
                  </a:lnTo>
                  <a:lnTo>
                    <a:pt x="2855787" y="3511633"/>
                  </a:lnTo>
                  <a:lnTo>
                    <a:pt x="2855913" y="3511633"/>
                  </a:lnTo>
                  <a:lnTo>
                    <a:pt x="2856418" y="3511633"/>
                  </a:lnTo>
                  <a:lnTo>
                    <a:pt x="2856797" y="3511633"/>
                  </a:lnTo>
                  <a:lnTo>
                    <a:pt x="2857302" y="3511633"/>
                  </a:lnTo>
                  <a:lnTo>
                    <a:pt x="2857554" y="3511633"/>
                  </a:lnTo>
                  <a:lnTo>
                    <a:pt x="2857681" y="3511633"/>
                  </a:lnTo>
                  <a:lnTo>
                    <a:pt x="2857807" y="3511633"/>
                  </a:lnTo>
                  <a:lnTo>
                    <a:pt x="2858059" y="3511633"/>
                  </a:lnTo>
                  <a:lnTo>
                    <a:pt x="2858059" y="3506721"/>
                  </a:lnTo>
                  <a:lnTo>
                    <a:pt x="2858312" y="3506721"/>
                  </a:lnTo>
                  <a:lnTo>
                    <a:pt x="2858691" y="3506721"/>
                  </a:lnTo>
                  <a:lnTo>
                    <a:pt x="2859827" y="3506721"/>
                  </a:lnTo>
                  <a:lnTo>
                    <a:pt x="2859953" y="3506721"/>
                  </a:lnTo>
                  <a:lnTo>
                    <a:pt x="2860079" y="3506721"/>
                  </a:lnTo>
                  <a:lnTo>
                    <a:pt x="2860711" y="3506721"/>
                  </a:lnTo>
                  <a:lnTo>
                    <a:pt x="2861468" y="3506721"/>
                  </a:lnTo>
                  <a:lnTo>
                    <a:pt x="2862100" y="3506721"/>
                  </a:lnTo>
                  <a:lnTo>
                    <a:pt x="2862226" y="3506721"/>
                  </a:lnTo>
                  <a:lnTo>
                    <a:pt x="2862605" y="3506721"/>
                  </a:lnTo>
                  <a:lnTo>
                    <a:pt x="2862731" y="3506721"/>
                  </a:lnTo>
                  <a:lnTo>
                    <a:pt x="2862857" y="3506721"/>
                  </a:lnTo>
                  <a:lnTo>
                    <a:pt x="2863362" y="3506721"/>
                  </a:lnTo>
                  <a:lnTo>
                    <a:pt x="2863867" y="3506721"/>
                  </a:lnTo>
                  <a:lnTo>
                    <a:pt x="2863993" y="3501810"/>
                  </a:lnTo>
                  <a:lnTo>
                    <a:pt x="2864120" y="3496898"/>
                  </a:lnTo>
                  <a:lnTo>
                    <a:pt x="2865256" y="3496898"/>
                  </a:lnTo>
                  <a:lnTo>
                    <a:pt x="2865382" y="3496898"/>
                  </a:lnTo>
                  <a:lnTo>
                    <a:pt x="2865635" y="3496898"/>
                  </a:lnTo>
                  <a:lnTo>
                    <a:pt x="2865887" y="3496898"/>
                  </a:lnTo>
                  <a:lnTo>
                    <a:pt x="2866519" y="3496898"/>
                  </a:lnTo>
                  <a:lnTo>
                    <a:pt x="2866645" y="3496898"/>
                  </a:lnTo>
                  <a:lnTo>
                    <a:pt x="2866897" y="3496898"/>
                  </a:lnTo>
                  <a:lnTo>
                    <a:pt x="2867781" y="3496898"/>
                  </a:lnTo>
                  <a:lnTo>
                    <a:pt x="2867907" y="3496898"/>
                  </a:lnTo>
                  <a:lnTo>
                    <a:pt x="2868412" y="3496898"/>
                  </a:lnTo>
                  <a:lnTo>
                    <a:pt x="2868539" y="3496898"/>
                  </a:lnTo>
                  <a:lnTo>
                    <a:pt x="2869044" y="3491987"/>
                  </a:lnTo>
                  <a:lnTo>
                    <a:pt x="2869422" y="3491987"/>
                  </a:lnTo>
                  <a:lnTo>
                    <a:pt x="2869549" y="3491987"/>
                  </a:lnTo>
                  <a:lnTo>
                    <a:pt x="2870937" y="3491987"/>
                  </a:lnTo>
                  <a:lnTo>
                    <a:pt x="2871064" y="3491987"/>
                  </a:lnTo>
                  <a:lnTo>
                    <a:pt x="2871316" y="3491987"/>
                  </a:lnTo>
                  <a:lnTo>
                    <a:pt x="2871443" y="3491987"/>
                  </a:lnTo>
                  <a:lnTo>
                    <a:pt x="2871695" y="3491987"/>
                  </a:lnTo>
                  <a:lnTo>
                    <a:pt x="2871948" y="3491987"/>
                  </a:lnTo>
                  <a:lnTo>
                    <a:pt x="2872326" y="3491987"/>
                  </a:lnTo>
                  <a:lnTo>
                    <a:pt x="2872453" y="3491987"/>
                  </a:lnTo>
                  <a:lnTo>
                    <a:pt x="2872579" y="3491987"/>
                  </a:lnTo>
                  <a:lnTo>
                    <a:pt x="2873210" y="3491987"/>
                  </a:lnTo>
                  <a:lnTo>
                    <a:pt x="2874094" y="3491987"/>
                  </a:lnTo>
                  <a:lnTo>
                    <a:pt x="2874473" y="3491987"/>
                  </a:lnTo>
                  <a:lnTo>
                    <a:pt x="2874978" y="3491987"/>
                  </a:lnTo>
                  <a:lnTo>
                    <a:pt x="2875230" y="3491987"/>
                  </a:lnTo>
                  <a:lnTo>
                    <a:pt x="2875356" y="3491987"/>
                  </a:lnTo>
                  <a:lnTo>
                    <a:pt x="2875483" y="3491987"/>
                  </a:lnTo>
                  <a:lnTo>
                    <a:pt x="2876114" y="3491987"/>
                  </a:lnTo>
                  <a:lnTo>
                    <a:pt x="2876367" y="3491987"/>
                  </a:lnTo>
                  <a:lnTo>
                    <a:pt x="2876493" y="3491987"/>
                  </a:lnTo>
                  <a:lnTo>
                    <a:pt x="2876619" y="3491987"/>
                  </a:lnTo>
                  <a:lnTo>
                    <a:pt x="2876998" y="3491987"/>
                  </a:lnTo>
                  <a:lnTo>
                    <a:pt x="2877377" y="3491987"/>
                  </a:lnTo>
                  <a:lnTo>
                    <a:pt x="2877503" y="3491987"/>
                  </a:lnTo>
                  <a:lnTo>
                    <a:pt x="2877629" y="3491987"/>
                  </a:lnTo>
                  <a:lnTo>
                    <a:pt x="2878260" y="3491987"/>
                  </a:lnTo>
                  <a:lnTo>
                    <a:pt x="2878513" y="3491987"/>
                  </a:lnTo>
                  <a:lnTo>
                    <a:pt x="2878892" y="3491987"/>
                  </a:lnTo>
                  <a:lnTo>
                    <a:pt x="2879018" y="3491987"/>
                  </a:lnTo>
                  <a:lnTo>
                    <a:pt x="2879144" y="3491987"/>
                  </a:lnTo>
                  <a:lnTo>
                    <a:pt x="2879523" y="3491987"/>
                  </a:lnTo>
                  <a:lnTo>
                    <a:pt x="2879649" y="3491987"/>
                  </a:lnTo>
                  <a:lnTo>
                    <a:pt x="2879775" y="3491987"/>
                  </a:lnTo>
                  <a:lnTo>
                    <a:pt x="2880028" y="3491987"/>
                  </a:lnTo>
                  <a:lnTo>
                    <a:pt x="2880154" y="3491987"/>
                  </a:lnTo>
                  <a:lnTo>
                    <a:pt x="2880533" y="3491987"/>
                  </a:lnTo>
                  <a:lnTo>
                    <a:pt x="2880912" y="3491987"/>
                  </a:lnTo>
                  <a:lnTo>
                    <a:pt x="2881038" y="3491987"/>
                  </a:lnTo>
                  <a:lnTo>
                    <a:pt x="2881164" y="3491987"/>
                  </a:lnTo>
                  <a:lnTo>
                    <a:pt x="2881290" y="3491987"/>
                  </a:lnTo>
                  <a:lnTo>
                    <a:pt x="2881417" y="3491987"/>
                  </a:lnTo>
                  <a:lnTo>
                    <a:pt x="2881543" y="3491987"/>
                  </a:lnTo>
                  <a:lnTo>
                    <a:pt x="2881922" y="3491987"/>
                  </a:lnTo>
                  <a:lnTo>
                    <a:pt x="2882301" y="3491987"/>
                  </a:lnTo>
                  <a:lnTo>
                    <a:pt x="2882427" y="3491987"/>
                  </a:lnTo>
                  <a:lnTo>
                    <a:pt x="2882679" y="3491987"/>
                  </a:lnTo>
                  <a:lnTo>
                    <a:pt x="2882932" y="3491987"/>
                  </a:lnTo>
                  <a:lnTo>
                    <a:pt x="2883058" y="3491987"/>
                  </a:lnTo>
                  <a:lnTo>
                    <a:pt x="2883437" y="3491987"/>
                  </a:lnTo>
                  <a:lnTo>
                    <a:pt x="2883563" y="3491987"/>
                  </a:lnTo>
                  <a:lnTo>
                    <a:pt x="2883816" y="3491987"/>
                  </a:lnTo>
                  <a:lnTo>
                    <a:pt x="2883942" y="3491987"/>
                  </a:lnTo>
                  <a:lnTo>
                    <a:pt x="2884068" y="3491987"/>
                  </a:lnTo>
                  <a:lnTo>
                    <a:pt x="2884194" y="3491987"/>
                  </a:lnTo>
                  <a:lnTo>
                    <a:pt x="2884321" y="3491987"/>
                  </a:lnTo>
                  <a:lnTo>
                    <a:pt x="2884447" y="3491987"/>
                  </a:lnTo>
                  <a:lnTo>
                    <a:pt x="2884573" y="3491987"/>
                  </a:lnTo>
                  <a:lnTo>
                    <a:pt x="2885078" y="3491987"/>
                  </a:lnTo>
                  <a:lnTo>
                    <a:pt x="2885204" y="3491987"/>
                  </a:lnTo>
                  <a:lnTo>
                    <a:pt x="2885709" y="3491987"/>
                  </a:lnTo>
                  <a:lnTo>
                    <a:pt x="2886088" y="3491987"/>
                  </a:lnTo>
                  <a:lnTo>
                    <a:pt x="2886341" y="3491987"/>
                  </a:lnTo>
                  <a:lnTo>
                    <a:pt x="2886467" y="3491987"/>
                  </a:lnTo>
                  <a:lnTo>
                    <a:pt x="2886720" y="3491987"/>
                  </a:lnTo>
                  <a:lnTo>
                    <a:pt x="2886846" y="3491987"/>
                  </a:lnTo>
                  <a:lnTo>
                    <a:pt x="2887225" y="3491987"/>
                  </a:lnTo>
                  <a:lnTo>
                    <a:pt x="2887730" y="3491987"/>
                  </a:lnTo>
                  <a:lnTo>
                    <a:pt x="2887856" y="3491987"/>
                  </a:lnTo>
                  <a:lnTo>
                    <a:pt x="2888992" y="3491987"/>
                  </a:lnTo>
                  <a:lnTo>
                    <a:pt x="2889118" y="3491987"/>
                  </a:lnTo>
                  <a:lnTo>
                    <a:pt x="2889245" y="3491987"/>
                  </a:lnTo>
                  <a:lnTo>
                    <a:pt x="2889371" y="3491987"/>
                  </a:lnTo>
                  <a:lnTo>
                    <a:pt x="2889876" y="3487076"/>
                  </a:lnTo>
                  <a:lnTo>
                    <a:pt x="2890002" y="3487076"/>
                  </a:lnTo>
                  <a:lnTo>
                    <a:pt x="2890128" y="3487076"/>
                  </a:lnTo>
                  <a:lnTo>
                    <a:pt x="2890255" y="3487076"/>
                  </a:lnTo>
                  <a:lnTo>
                    <a:pt x="2890381" y="3487076"/>
                  </a:lnTo>
                  <a:lnTo>
                    <a:pt x="2891138" y="3487076"/>
                  </a:lnTo>
                  <a:lnTo>
                    <a:pt x="2891643" y="3487076"/>
                  </a:lnTo>
                  <a:lnTo>
                    <a:pt x="2891770" y="3487076"/>
                  </a:lnTo>
                  <a:lnTo>
                    <a:pt x="2891896" y="3487076"/>
                  </a:lnTo>
                  <a:lnTo>
                    <a:pt x="2892022" y="3487076"/>
                  </a:lnTo>
                  <a:lnTo>
                    <a:pt x="2892275" y="3487076"/>
                  </a:lnTo>
                  <a:lnTo>
                    <a:pt x="2892527" y="3487076"/>
                  </a:lnTo>
                  <a:lnTo>
                    <a:pt x="2892906" y="3487076"/>
                  </a:lnTo>
                  <a:lnTo>
                    <a:pt x="2893032" y="3487076"/>
                  </a:lnTo>
                  <a:lnTo>
                    <a:pt x="2893159" y="3487076"/>
                  </a:lnTo>
                  <a:lnTo>
                    <a:pt x="2893285" y="3487076"/>
                  </a:lnTo>
                  <a:lnTo>
                    <a:pt x="2893916" y="3487076"/>
                  </a:lnTo>
                  <a:lnTo>
                    <a:pt x="2894169" y="3487076"/>
                  </a:lnTo>
                  <a:lnTo>
                    <a:pt x="2894295" y="3487076"/>
                  </a:lnTo>
                  <a:lnTo>
                    <a:pt x="2894421" y="3487076"/>
                  </a:lnTo>
                  <a:lnTo>
                    <a:pt x="2894674" y="3487076"/>
                  </a:lnTo>
                  <a:lnTo>
                    <a:pt x="2894800" y="3487076"/>
                  </a:lnTo>
                  <a:lnTo>
                    <a:pt x="2894926" y="3487076"/>
                  </a:lnTo>
                  <a:lnTo>
                    <a:pt x="2895305" y="3487076"/>
                  </a:lnTo>
                  <a:lnTo>
                    <a:pt x="2895936" y="3487076"/>
                  </a:lnTo>
                  <a:lnTo>
                    <a:pt x="2896189" y="3487076"/>
                  </a:lnTo>
                  <a:lnTo>
                    <a:pt x="2896315" y="3487076"/>
                  </a:lnTo>
                  <a:lnTo>
                    <a:pt x="2896441" y="3487076"/>
                  </a:lnTo>
                  <a:lnTo>
                    <a:pt x="2896820" y="3487076"/>
                  </a:lnTo>
                  <a:lnTo>
                    <a:pt x="2896946" y="3487076"/>
                  </a:lnTo>
                  <a:lnTo>
                    <a:pt x="2897073" y="3487076"/>
                  </a:lnTo>
                  <a:lnTo>
                    <a:pt x="2897199" y="3487076"/>
                  </a:lnTo>
                  <a:lnTo>
                    <a:pt x="2897325" y="3487076"/>
                  </a:lnTo>
                  <a:lnTo>
                    <a:pt x="2897578" y="3487076"/>
                  </a:lnTo>
                  <a:lnTo>
                    <a:pt x="2897704" y="3487076"/>
                  </a:lnTo>
                  <a:lnTo>
                    <a:pt x="2898083" y="3487076"/>
                  </a:lnTo>
                  <a:lnTo>
                    <a:pt x="2898335" y="3487076"/>
                  </a:lnTo>
                  <a:lnTo>
                    <a:pt x="2898588" y="3487076"/>
                  </a:lnTo>
                  <a:lnTo>
                    <a:pt x="2899219" y="3487076"/>
                  </a:lnTo>
                  <a:lnTo>
                    <a:pt x="2899471" y="3487076"/>
                  </a:lnTo>
                  <a:lnTo>
                    <a:pt x="2899850" y="3487076"/>
                  </a:lnTo>
                  <a:lnTo>
                    <a:pt x="2899976" y="3487076"/>
                  </a:lnTo>
                  <a:lnTo>
                    <a:pt x="2900103" y="3487076"/>
                  </a:lnTo>
                  <a:lnTo>
                    <a:pt x="2900229" y="3487076"/>
                  </a:lnTo>
                  <a:lnTo>
                    <a:pt x="2900355" y="3487076"/>
                  </a:lnTo>
                  <a:lnTo>
                    <a:pt x="2900986" y="3487076"/>
                  </a:lnTo>
                  <a:lnTo>
                    <a:pt x="2901113" y="3487076"/>
                  </a:lnTo>
                  <a:lnTo>
                    <a:pt x="2901239" y="3487076"/>
                  </a:lnTo>
                  <a:lnTo>
                    <a:pt x="2901365" y="3487076"/>
                  </a:lnTo>
                  <a:lnTo>
                    <a:pt x="2901618" y="3487076"/>
                  </a:lnTo>
                  <a:lnTo>
                    <a:pt x="2901870" y="3487076"/>
                  </a:lnTo>
                  <a:lnTo>
                    <a:pt x="2902249" y="3487076"/>
                  </a:lnTo>
                  <a:lnTo>
                    <a:pt x="2902375" y="3487076"/>
                  </a:lnTo>
                  <a:lnTo>
                    <a:pt x="2902754" y="3487076"/>
                  </a:lnTo>
                  <a:lnTo>
                    <a:pt x="2903133" y="3487076"/>
                  </a:lnTo>
                  <a:lnTo>
                    <a:pt x="2903259" y="3487076"/>
                  </a:lnTo>
                  <a:lnTo>
                    <a:pt x="2903385" y="3487076"/>
                  </a:lnTo>
                  <a:lnTo>
                    <a:pt x="2903512" y="3487076"/>
                  </a:lnTo>
                  <a:lnTo>
                    <a:pt x="2904017" y="3487076"/>
                  </a:lnTo>
                  <a:lnTo>
                    <a:pt x="2904269" y="3487076"/>
                  </a:lnTo>
                  <a:lnTo>
                    <a:pt x="2904522" y="3487076"/>
                  </a:lnTo>
                  <a:lnTo>
                    <a:pt x="2905279" y="3487076"/>
                  </a:lnTo>
                  <a:lnTo>
                    <a:pt x="2905405" y="3487076"/>
                  </a:lnTo>
                  <a:lnTo>
                    <a:pt x="2905532" y="3487076"/>
                  </a:lnTo>
                  <a:lnTo>
                    <a:pt x="2905784" y="3482164"/>
                  </a:lnTo>
                  <a:lnTo>
                    <a:pt x="2906037" y="3482164"/>
                  </a:lnTo>
                  <a:lnTo>
                    <a:pt x="2906163" y="3482164"/>
                  </a:lnTo>
                  <a:lnTo>
                    <a:pt x="2906542" y="3482164"/>
                  </a:lnTo>
                  <a:lnTo>
                    <a:pt x="2906668" y="3482164"/>
                  </a:lnTo>
                  <a:lnTo>
                    <a:pt x="2907299" y="3482164"/>
                  </a:lnTo>
                  <a:lnTo>
                    <a:pt x="2907426" y="3482164"/>
                  </a:lnTo>
                  <a:lnTo>
                    <a:pt x="2907552" y="3482164"/>
                  </a:lnTo>
                  <a:lnTo>
                    <a:pt x="2907931" y="3482164"/>
                  </a:lnTo>
                  <a:lnTo>
                    <a:pt x="2909067" y="3482164"/>
                  </a:lnTo>
                  <a:lnTo>
                    <a:pt x="2909319" y="3482164"/>
                  </a:lnTo>
                  <a:lnTo>
                    <a:pt x="2909446" y="3482164"/>
                  </a:lnTo>
                  <a:lnTo>
                    <a:pt x="2909572" y="3482164"/>
                  </a:lnTo>
                  <a:lnTo>
                    <a:pt x="2909951" y="3482164"/>
                  </a:lnTo>
                  <a:lnTo>
                    <a:pt x="2910077" y="3482164"/>
                  </a:lnTo>
                  <a:lnTo>
                    <a:pt x="2910203" y="3482164"/>
                  </a:lnTo>
                  <a:lnTo>
                    <a:pt x="2910329" y="3482164"/>
                  </a:lnTo>
                  <a:lnTo>
                    <a:pt x="2910456" y="3482164"/>
                  </a:lnTo>
                  <a:lnTo>
                    <a:pt x="2911339" y="3482164"/>
                  </a:lnTo>
                  <a:lnTo>
                    <a:pt x="2911466" y="3482164"/>
                  </a:lnTo>
                  <a:lnTo>
                    <a:pt x="2911592" y="3482164"/>
                  </a:lnTo>
                  <a:lnTo>
                    <a:pt x="2912728" y="3482164"/>
                  </a:lnTo>
                  <a:lnTo>
                    <a:pt x="2913107" y="3482164"/>
                  </a:lnTo>
                  <a:lnTo>
                    <a:pt x="2913233" y="3482164"/>
                  </a:lnTo>
                  <a:lnTo>
                    <a:pt x="2913360" y="3482164"/>
                  </a:lnTo>
                  <a:lnTo>
                    <a:pt x="2913486" y="3482164"/>
                  </a:lnTo>
                  <a:lnTo>
                    <a:pt x="2913612" y="3482164"/>
                  </a:lnTo>
                  <a:lnTo>
                    <a:pt x="2913738" y="3482164"/>
                  </a:lnTo>
                  <a:lnTo>
                    <a:pt x="2913865" y="3482164"/>
                  </a:lnTo>
                  <a:lnTo>
                    <a:pt x="2913991" y="3482164"/>
                  </a:lnTo>
                  <a:lnTo>
                    <a:pt x="2914243" y="3482164"/>
                  </a:lnTo>
                  <a:lnTo>
                    <a:pt x="2914370" y="3482164"/>
                  </a:lnTo>
                  <a:lnTo>
                    <a:pt x="2914496" y="3482164"/>
                  </a:lnTo>
                  <a:lnTo>
                    <a:pt x="2914748" y="3482164"/>
                  </a:lnTo>
                  <a:lnTo>
                    <a:pt x="2915253" y="3482164"/>
                  </a:lnTo>
                  <a:lnTo>
                    <a:pt x="2915632" y="3482164"/>
                  </a:lnTo>
                  <a:lnTo>
                    <a:pt x="2915885" y="3477253"/>
                  </a:lnTo>
                  <a:lnTo>
                    <a:pt x="2916263" y="3477253"/>
                  </a:lnTo>
                  <a:lnTo>
                    <a:pt x="2916390" y="3477253"/>
                  </a:lnTo>
                  <a:lnTo>
                    <a:pt x="2916516" y="3477253"/>
                  </a:lnTo>
                  <a:lnTo>
                    <a:pt x="2916768" y="3477253"/>
                  </a:lnTo>
                  <a:lnTo>
                    <a:pt x="2917021" y="3477253"/>
                  </a:lnTo>
                  <a:lnTo>
                    <a:pt x="2917273" y="3477253"/>
                  </a:lnTo>
                  <a:lnTo>
                    <a:pt x="2917905" y="3477253"/>
                  </a:lnTo>
                  <a:lnTo>
                    <a:pt x="2918157" y="3477253"/>
                  </a:lnTo>
                  <a:lnTo>
                    <a:pt x="2918284" y="3477253"/>
                  </a:lnTo>
                  <a:lnTo>
                    <a:pt x="2918915" y="3477253"/>
                  </a:lnTo>
                  <a:lnTo>
                    <a:pt x="2919041" y="3477253"/>
                  </a:lnTo>
                  <a:lnTo>
                    <a:pt x="2919294" y="3477253"/>
                  </a:lnTo>
                  <a:lnTo>
                    <a:pt x="2919420" y="3477253"/>
                  </a:lnTo>
                  <a:lnTo>
                    <a:pt x="2919546" y="3477253"/>
                  </a:lnTo>
                  <a:lnTo>
                    <a:pt x="2919672" y="3477253"/>
                  </a:lnTo>
                  <a:lnTo>
                    <a:pt x="2920177" y="3477253"/>
                  </a:lnTo>
                  <a:lnTo>
                    <a:pt x="2920304" y="3477253"/>
                  </a:lnTo>
                  <a:lnTo>
                    <a:pt x="2920430" y="3477253"/>
                  </a:lnTo>
                  <a:lnTo>
                    <a:pt x="2920556" y="3477253"/>
                  </a:lnTo>
                  <a:lnTo>
                    <a:pt x="2920682" y="3477253"/>
                  </a:lnTo>
                  <a:lnTo>
                    <a:pt x="2920809" y="3477253"/>
                  </a:lnTo>
                  <a:lnTo>
                    <a:pt x="2920935" y="3477253"/>
                  </a:lnTo>
                  <a:lnTo>
                    <a:pt x="2921440" y="3477253"/>
                  </a:lnTo>
                  <a:lnTo>
                    <a:pt x="2921566" y="3477253"/>
                  </a:lnTo>
                  <a:lnTo>
                    <a:pt x="2922071" y="3472342"/>
                  </a:lnTo>
                  <a:lnTo>
                    <a:pt x="2922324" y="3472342"/>
                  </a:lnTo>
                  <a:lnTo>
                    <a:pt x="2922450" y="3472342"/>
                  </a:lnTo>
                  <a:lnTo>
                    <a:pt x="2922576" y="3472342"/>
                  </a:lnTo>
                  <a:lnTo>
                    <a:pt x="2922703" y="3472342"/>
                  </a:lnTo>
                  <a:lnTo>
                    <a:pt x="2922829" y="3472342"/>
                  </a:lnTo>
                  <a:lnTo>
                    <a:pt x="2922955" y="3472342"/>
                  </a:lnTo>
                  <a:lnTo>
                    <a:pt x="2923208" y="3472342"/>
                  </a:lnTo>
                  <a:lnTo>
                    <a:pt x="2923334" y="3472342"/>
                  </a:lnTo>
                  <a:lnTo>
                    <a:pt x="2923460" y="3472342"/>
                  </a:lnTo>
                  <a:lnTo>
                    <a:pt x="2923965" y="3472342"/>
                  </a:lnTo>
                  <a:lnTo>
                    <a:pt x="2924091" y="3472342"/>
                  </a:lnTo>
                  <a:lnTo>
                    <a:pt x="2924344" y="3472342"/>
                  </a:lnTo>
                  <a:lnTo>
                    <a:pt x="2924723" y="3472342"/>
                  </a:lnTo>
                  <a:lnTo>
                    <a:pt x="2925228" y="3472342"/>
                  </a:lnTo>
                  <a:lnTo>
                    <a:pt x="2925354" y="3472342"/>
                  </a:lnTo>
                  <a:lnTo>
                    <a:pt x="2926743" y="3472342"/>
                  </a:lnTo>
                  <a:lnTo>
                    <a:pt x="2926869" y="3472342"/>
                  </a:lnTo>
                  <a:lnTo>
                    <a:pt x="2927248" y="3472342"/>
                  </a:lnTo>
                  <a:lnTo>
                    <a:pt x="2927374" y="3472342"/>
                  </a:lnTo>
                  <a:lnTo>
                    <a:pt x="2927879" y="3472342"/>
                  </a:lnTo>
                  <a:lnTo>
                    <a:pt x="2928510" y="3472342"/>
                  </a:lnTo>
                  <a:lnTo>
                    <a:pt x="2928637" y="3472342"/>
                  </a:lnTo>
                  <a:lnTo>
                    <a:pt x="2928763" y="3472342"/>
                  </a:lnTo>
                  <a:lnTo>
                    <a:pt x="2929268" y="3472342"/>
                  </a:lnTo>
                  <a:lnTo>
                    <a:pt x="2929394" y="3472342"/>
                  </a:lnTo>
                  <a:lnTo>
                    <a:pt x="2929520" y="3472342"/>
                  </a:lnTo>
                  <a:lnTo>
                    <a:pt x="2930025" y="3472342"/>
                  </a:lnTo>
                  <a:lnTo>
                    <a:pt x="2930152" y="3472342"/>
                  </a:lnTo>
                  <a:lnTo>
                    <a:pt x="2930278" y="3472342"/>
                  </a:lnTo>
                  <a:lnTo>
                    <a:pt x="2930404" y="3472342"/>
                  </a:lnTo>
                  <a:lnTo>
                    <a:pt x="2930404" y="3467430"/>
                  </a:lnTo>
                  <a:lnTo>
                    <a:pt x="2930657" y="3467430"/>
                  </a:lnTo>
                  <a:lnTo>
                    <a:pt x="2931288" y="3467430"/>
                  </a:lnTo>
                  <a:lnTo>
                    <a:pt x="2931414" y="3467430"/>
                  </a:lnTo>
                  <a:lnTo>
                    <a:pt x="2931540" y="3467430"/>
                  </a:lnTo>
                  <a:lnTo>
                    <a:pt x="2931919" y="3467430"/>
                  </a:lnTo>
                  <a:lnTo>
                    <a:pt x="2932045" y="3467430"/>
                  </a:lnTo>
                  <a:lnTo>
                    <a:pt x="2932550" y="3467430"/>
                  </a:lnTo>
                  <a:lnTo>
                    <a:pt x="2932803" y="3467430"/>
                  </a:lnTo>
                  <a:lnTo>
                    <a:pt x="2933182" y="3467430"/>
                  </a:lnTo>
                  <a:lnTo>
                    <a:pt x="2933813" y="3467430"/>
                  </a:lnTo>
                  <a:lnTo>
                    <a:pt x="2933939" y="3467430"/>
                  </a:lnTo>
                  <a:lnTo>
                    <a:pt x="2934066" y="3467430"/>
                  </a:lnTo>
                  <a:lnTo>
                    <a:pt x="2934192" y="3467430"/>
                  </a:lnTo>
                  <a:lnTo>
                    <a:pt x="2934823" y="3467430"/>
                  </a:lnTo>
                  <a:lnTo>
                    <a:pt x="2935454" y="3467430"/>
                  </a:lnTo>
                  <a:lnTo>
                    <a:pt x="2935581" y="3467430"/>
                  </a:lnTo>
                  <a:lnTo>
                    <a:pt x="2935707" y="3467430"/>
                  </a:lnTo>
                  <a:lnTo>
                    <a:pt x="2935833" y="3467430"/>
                  </a:lnTo>
                  <a:lnTo>
                    <a:pt x="2935833" y="3462519"/>
                  </a:lnTo>
                  <a:lnTo>
                    <a:pt x="2936086" y="3462519"/>
                  </a:lnTo>
                  <a:lnTo>
                    <a:pt x="2936212" y="3462519"/>
                  </a:lnTo>
                  <a:lnTo>
                    <a:pt x="2936591" y="3462519"/>
                  </a:lnTo>
                  <a:lnTo>
                    <a:pt x="2936717" y="3462519"/>
                  </a:lnTo>
                  <a:lnTo>
                    <a:pt x="2936843" y="3462519"/>
                  </a:lnTo>
                  <a:lnTo>
                    <a:pt x="2936969" y="3462519"/>
                  </a:lnTo>
                  <a:lnTo>
                    <a:pt x="2937853" y="3462519"/>
                  </a:lnTo>
                  <a:lnTo>
                    <a:pt x="2937979" y="3462519"/>
                  </a:lnTo>
                  <a:lnTo>
                    <a:pt x="2938106" y="3462519"/>
                  </a:lnTo>
                  <a:lnTo>
                    <a:pt x="2938232" y="3462519"/>
                  </a:lnTo>
                  <a:lnTo>
                    <a:pt x="2938611" y="3462519"/>
                  </a:lnTo>
                  <a:lnTo>
                    <a:pt x="2938737" y="3462519"/>
                  </a:lnTo>
                  <a:lnTo>
                    <a:pt x="2939368" y="3462519"/>
                  </a:lnTo>
                  <a:lnTo>
                    <a:pt x="2939495" y="3462519"/>
                  </a:lnTo>
                  <a:lnTo>
                    <a:pt x="2939873" y="3462519"/>
                  </a:lnTo>
                  <a:lnTo>
                    <a:pt x="2940000" y="3462519"/>
                  </a:lnTo>
                  <a:lnTo>
                    <a:pt x="2940883" y="3462519"/>
                  </a:lnTo>
                  <a:lnTo>
                    <a:pt x="2941010" y="3462519"/>
                  </a:lnTo>
                  <a:lnTo>
                    <a:pt x="2941136" y="3462519"/>
                  </a:lnTo>
                  <a:lnTo>
                    <a:pt x="2941515" y="3462519"/>
                  </a:lnTo>
                  <a:lnTo>
                    <a:pt x="2941641" y="3462519"/>
                  </a:lnTo>
                  <a:lnTo>
                    <a:pt x="2941767" y="3462519"/>
                  </a:lnTo>
                  <a:lnTo>
                    <a:pt x="2941893" y="3462519"/>
                  </a:lnTo>
                  <a:lnTo>
                    <a:pt x="2942146" y="3462519"/>
                  </a:lnTo>
                  <a:lnTo>
                    <a:pt x="2942398" y="3462519"/>
                  </a:lnTo>
                  <a:lnTo>
                    <a:pt x="2942525" y="3457607"/>
                  </a:lnTo>
                  <a:lnTo>
                    <a:pt x="2942777" y="3457607"/>
                  </a:lnTo>
                  <a:lnTo>
                    <a:pt x="2942903" y="3457607"/>
                  </a:lnTo>
                  <a:lnTo>
                    <a:pt x="2943156" y="3457607"/>
                  </a:lnTo>
                  <a:lnTo>
                    <a:pt x="2943661" y="3457607"/>
                  </a:lnTo>
                  <a:lnTo>
                    <a:pt x="2943914" y="3457607"/>
                  </a:lnTo>
                  <a:lnTo>
                    <a:pt x="2944671" y="3457607"/>
                  </a:lnTo>
                  <a:lnTo>
                    <a:pt x="2945050" y="3457607"/>
                  </a:lnTo>
                  <a:lnTo>
                    <a:pt x="2945176" y="3457607"/>
                  </a:lnTo>
                  <a:lnTo>
                    <a:pt x="2945555" y="3457607"/>
                  </a:lnTo>
                  <a:lnTo>
                    <a:pt x="2946439" y="3457607"/>
                  </a:lnTo>
                  <a:lnTo>
                    <a:pt x="2946817" y="3457607"/>
                  </a:lnTo>
                  <a:lnTo>
                    <a:pt x="2947070" y="3457607"/>
                  </a:lnTo>
                  <a:lnTo>
                    <a:pt x="2947322" y="3457607"/>
                  </a:lnTo>
                  <a:lnTo>
                    <a:pt x="2947449" y="3457607"/>
                  </a:lnTo>
                  <a:lnTo>
                    <a:pt x="2948206" y="3457607"/>
                  </a:lnTo>
                  <a:lnTo>
                    <a:pt x="2948711" y="3452696"/>
                  </a:lnTo>
                  <a:lnTo>
                    <a:pt x="2948838" y="3447785"/>
                  </a:lnTo>
                  <a:lnTo>
                    <a:pt x="2949090" y="3447785"/>
                  </a:lnTo>
                  <a:lnTo>
                    <a:pt x="2949216" y="3447785"/>
                  </a:lnTo>
                  <a:lnTo>
                    <a:pt x="2949343" y="3447785"/>
                  </a:lnTo>
                  <a:lnTo>
                    <a:pt x="2949469" y="3447785"/>
                  </a:lnTo>
                  <a:lnTo>
                    <a:pt x="2949721" y="3447785"/>
                  </a:lnTo>
                  <a:lnTo>
                    <a:pt x="2950100" y="3447785"/>
                  </a:lnTo>
                  <a:lnTo>
                    <a:pt x="2950226" y="3447785"/>
                  </a:lnTo>
                  <a:lnTo>
                    <a:pt x="2950353" y="3447785"/>
                  </a:lnTo>
                  <a:lnTo>
                    <a:pt x="2950858" y="3447785"/>
                  </a:lnTo>
                  <a:lnTo>
                    <a:pt x="2951363" y="3447785"/>
                  </a:lnTo>
                  <a:lnTo>
                    <a:pt x="2951489" y="3447785"/>
                  </a:lnTo>
                  <a:lnTo>
                    <a:pt x="2952120" y="3442873"/>
                  </a:lnTo>
                  <a:lnTo>
                    <a:pt x="2952878" y="3442873"/>
                  </a:lnTo>
                  <a:lnTo>
                    <a:pt x="2953004" y="3442873"/>
                  </a:lnTo>
                  <a:lnTo>
                    <a:pt x="2953130" y="3442873"/>
                  </a:lnTo>
                  <a:lnTo>
                    <a:pt x="2953509" y="3442873"/>
                  </a:lnTo>
                  <a:lnTo>
                    <a:pt x="2954014" y="3442873"/>
                  </a:lnTo>
                  <a:lnTo>
                    <a:pt x="2954140" y="3442873"/>
                  </a:lnTo>
                  <a:lnTo>
                    <a:pt x="2954898" y="3442873"/>
                  </a:lnTo>
                  <a:lnTo>
                    <a:pt x="2955150" y="3442873"/>
                  </a:lnTo>
                  <a:lnTo>
                    <a:pt x="2955277" y="3442873"/>
                  </a:lnTo>
                  <a:lnTo>
                    <a:pt x="2955403" y="3442873"/>
                  </a:lnTo>
                  <a:lnTo>
                    <a:pt x="2955529" y="3442873"/>
                  </a:lnTo>
                  <a:lnTo>
                    <a:pt x="2955782" y="3442873"/>
                  </a:lnTo>
                  <a:lnTo>
                    <a:pt x="2956160" y="3442873"/>
                  </a:lnTo>
                  <a:lnTo>
                    <a:pt x="2956413" y="3442873"/>
                  </a:lnTo>
                  <a:lnTo>
                    <a:pt x="2957170" y="3442873"/>
                  </a:lnTo>
                  <a:lnTo>
                    <a:pt x="2957297" y="3442873"/>
                  </a:lnTo>
                  <a:lnTo>
                    <a:pt x="2957423" y="3442873"/>
                  </a:lnTo>
                  <a:lnTo>
                    <a:pt x="2957675" y="3442873"/>
                  </a:lnTo>
                  <a:lnTo>
                    <a:pt x="2957802" y="3442873"/>
                  </a:lnTo>
                  <a:lnTo>
                    <a:pt x="2958054" y="3442873"/>
                  </a:lnTo>
                  <a:lnTo>
                    <a:pt x="2958307" y="3442873"/>
                  </a:lnTo>
                  <a:lnTo>
                    <a:pt x="2959064" y="3442873"/>
                  </a:lnTo>
                  <a:lnTo>
                    <a:pt x="2959191" y="3442873"/>
                  </a:lnTo>
                  <a:lnTo>
                    <a:pt x="2959696" y="3442873"/>
                  </a:lnTo>
                  <a:lnTo>
                    <a:pt x="2959822" y="3442873"/>
                  </a:lnTo>
                  <a:lnTo>
                    <a:pt x="2960453" y="3442873"/>
                  </a:lnTo>
                  <a:lnTo>
                    <a:pt x="2960706" y="3442873"/>
                  </a:lnTo>
                  <a:lnTo>
                    <a:pt x="2961084" y="3442873"/>
                  </a:lnTo>
                  <a:lnTo>
                    <a:pt x="2961463" y="3442873"/>
                  </a:lnTo>
                  <a:lnTo>
                    <a:pt x="2961589" y="3442873"/>
                  </a:lnTo>
                  <a:lnTo>
                    <a:pt x="2961716" y="3442873"/>
                  </a:lnTo>
                  <a:lnTo>
                    <a:pt x="2962094" y="3437962"/>
                  </a:lnTo>
                  <a:lnTo>
                    <a:pt x="2962221" y="3437962"/>
                  </a:lnTo>
                  <a:lnTo>
                    <a:pt x="2962473" y="3437962"/>
                  </a:lnTo>
                  <a:lnTo>
                    <a:pt x="2962599" y="3437962"/>
                  </a:lnTo>
                  <a:lnTo>
                    <a:pt x="2962852" y="3437962"/>
                  </a:lnTo>
                  <a:lnTo>
                    <a:pt x="2962978" y="3437962"/>
                  </a:lnTo>
                  <a:lnTo>
                    <a:pt x="2963104" y="3437962"/>
                  </a:lnTo>
                  <a:lnTo>
                    <a:pt x="2963231" y="3437962"/>
                  </a:lnTo>
                  <a:lnTo>
                    <a:pt x="2963483" y="3437962"/>
                  </a:lnTo>
                  <a:lnTo>
                    <a:pt x="2963609" y="3437962"/>
                  </a:lnTo>
                  <a:lnTo>
                    <a:pt x="2964241" y="3437962"/>
                  </a:lnTo>
                  <a:lnTo>
                    <a:pt x="2964493" y="3437962"/>
                  </a:lnTo>
                  <a:lnTo>
                    <a:pt x="2964620" y="3437962"/>
                  </a:lnTo>
                  <a:lnTo>
                    <a:pt x="2964620" y="3433051"/>
                  </a:lnTo>
                  <a:lnTo>
                    <a:pt x="2964872" y="3433051"/>
                  </a:lnTo>
                  <a:lnTo>
                    <a:pt x="2964998" y="3433051"/>
                  </a:lnTo>
                  <a:lnTo>
                    <a:pt x="2965125" y="3433051"/>
                  </a:lnTo>
                  <a:lnTo>
                    <a:pt x="2965251" y="3433051"/>
                  </a:lnTo>
                  <a:lnTo>
                    <a:pt x="2965503" y="3433051"/>
                  </a:lnTo>
                  <a:lnTo>
                    <a:pt x="2965630" y="3433051"/>
                  </a:lnTo>
                  <a:lnTo>
                    <a:pt x="2966008" y="3433051"/>
                  </a:lnTo>
                  <a:lnTo>
                    <a:pt x="2966135" y="3433051"/>
                  </a:lnTo>
                  <a:lnTo>
                    <a:pt x="2966261" y="3433051"/>
                  </a:lnTo>
                  <a:lnTo>
                    <a:pt x="2966387" y="3428139"/>
                  </a:lnTo>
                  <a:lnTo>
                    <a:pt x="2966513" y="3428139"/>
                  </a:lnTo>
                  <a:lnTo>
                    <a:pt x="2967018" y="3423228"/>
                  </a:lnTo>
                  <a:lnTo>
                    <a:pt x="2967145" y="3423228"/>
                  </a:lnTo>
                  <a:lnTo>
                    <a:pt x="2967397" y="3423228"/>
                  </a:lnTo>
                  <a:lnTo>
                    <a:pt x="2968155" y="3423228"/>
                  </a:lnTo>
                  <a:lnTo>
                    <a:pt x="2968407" y="3423228"/>
                  </a:lnTo>
                  <a:lnTo>
                    <a:pt x="2968912" y="3423228"/>
                  </a:lnTo>
                  <a:lnTo>
                    <a:pt x="2969544" y="3423228"/>
                  </a:lnTo>
                  <a:lnTo>
                    <a:pt x="2969796" y="3423228"/>
                  </a:lnTo>
                  <a:lnTo>
                    <a:pt x="2969922" y="3423228"/>
                  </a:lnTo>
                  <a:lnTo>
                    <a:pt x="2969922" y="3418316"/>
                  </a:lnTo>
                  <a:lnTo>
                    <a:pt x="2970049" y="3418316"/>
                  </a:lnTo>
                  <a:lnTo>
                    <a:pt x="2970680" y="3418316"/>
                  </a:lnTo>
                  <a:lnTo>
                    <a:pt x="2970932" y="3418316"/>
                  </a:lnTo>
                  <a:lnTo>
                    <a:pt x="2971059" y="3418316"/>
                  </a:lnTo>
                  <a:lnTo>
                    <a:pt x="2971564" y="3418316"/>
                  </a:lnTo>
                  <a:lnTo>
                    <a:pt x="2972826" y="3413405"/>
                  </a:lnTo>
                  <a:lnTo>
                    <a:pt x="2972952" y="3413405"/>
                  </a:lnTo>
                  <a:lnTo>
                    <a:pt x="2973079" y="3413405"/>
                  </a:lnTo>
                  <a:lnTo>
                    <a:pt x="2973205" y="3413405"/>
                  </a:lnTo>
                  <a:lnTo>
                    <a:pt x="2973584" y="3413405"/>
                  </a:lnTo>
                  <a:lnTo>
                    <a:pt x="2973710" y="3413405"/>
                  </a:lnTo>
                  <a:lnTo>
                    <a:pt x="2973710" y="3408494"/>
                  </a:lnTo>
                  <a:lnTo>
                    <a:pt x="2973836" y="3408494"/>
                  </a:lnTo>
                  <a:lnTo>
                    <a:pt x="2974089" y="3408494"/>
                  </a:lnTo>
                  <a:lnTo>
                    <a:pt x="2974215" y="3408494"/>
                  </a:lnTo>
                  <a:lnTo>
                    <a:pt x="2974594" y="3408494"/>
                  </a:lnTo>
                  <a:lnTo>
                    <a:pt x="2974973" y="3408494"/>
                  </a:lnTo>
                  <a:lnTo>
                    <a:pt x="2975099" y="3408494"/>
                  </a:lnTo>
                  <a:lnTo>
                    <a:pt x="2975225" y="3408494"/>
                  </a:lnTo>
                  <a:lnTo>
                    <a:pt x="2975478" y="3408494"/>
                  </a:lnTo>
                  <a:lnTo>
                    <a:pt x="2975604" y="3408494"/>
                  </a:lnTo>
                  <a:lnTo>
                    <a:pt x="2975856" y="3408494"/>
                  </a:lnTo>
                  <a:lnTo>
                    <a:pt x="2976235" y="3408494"/>
                  </a:lnTo>
                  <a:lnTo>
                    <a:pt x="2976361" y="3408494"/>
                  </a:lnTo>
                  <a:lnTo>
                    <a:pt x="2976740" y="3408494"/>
                  </a:lnTo>
                  <a:lnTo>
                    <a:pt x="2976866" y="3408494"/>
                  </a:lnTo>
                  <a:lnTo>
                    <a:pt x="2977498" y="3408494"/>
                  </a:lnTo>
                  <a:lnTo>
                    <a:pt x="2977624" y="3408494"/>
                  </a:lnTo>
                  <a:lnTo>
                    <a:pt x="2978255" y="3408494"/>
                  </a:lnTo>
                  <a:lnTo>
                    <a:pt x="2978508" y="3408494"/>
                  </a:lnTo>
                  <a:lnTo>
                    <a:pt x="2979013" y="3408494"/>
                  </a:lnTo>
                  <a:lnTo>
                    <a:pt x="2979392" y="3408494"/>
                  </a:lnTo>
                  <a:lnTo>
                    <a:pt x="2979518" y="3408494"/>
                  </a:lnTo>
                  <a:lnTo>
                    <a:pt x="2979644" y="3408494"/>
                  </a:lnTo>
                  <a:lnTo>
                    <a:pt x="2979770" y="3408494"/>
                  </a:lnTo>
                  <a:lnTo>
                    <a:pt x="2979770" y="3403582"/>
                  </a:lnTo>
                  <a:lnTo>
                    <a:pt x="2980275" y="3403582"/>
                  </a:lnTo>
                  <a:lnTo>
                    <a:pt x="2980528" y="3403582"/>
                  </a:lnTo>
                  <a:lnTo>
                    <a:pt x="2980654" y="3403582"/>
                  </a:lnTo>
                  <a:lnTo>
                    <a:pt x="2980907" y="3403582"/>
                  </a:lnTo>
                  <a:lnTo>
                    <a:pt x="2981159" y="3403582"/>
                  </a:lnTo>
                  <a:lnTo>
                    <a:pt x="2981412" y="3403582"/>
                  </a:lnTo>
                  <a:lnTo>
                    <a:pt x="2981664" y="3403582"/>
                  </a:lnTo>
                  <a:lnTo>
                    <a:pt x="2982169" y="3403582"/>
                  </a:lnTo>
                  <a:lnTo>
                    <a:pt x="2982422" y="3403582"/>
                  </a:lnTo>
                  <a:lnTo>
                    <a:pt x="2982548" y="3403582"/>
                  </a:lnTo>
                  <a:lnTo>
                    <a:pt x="2982800" y="3403582"/>
                  </a:lnTo>
                  <a:lnTo>
                    <a:pt x="2982927" y="3403582"/>
                  </a:lnTo>
                  <a:lnTo>
                    <a:pt x="2983179" y="3403582"/>
                  </a:lnTo>
                  <a:lnTo>
                    <a:pt x="2983305" y="3403582"/>
                  </a:lnTo>
                  <a:lnTo>
                    <a:pt x="2983432" y="3403582"/>
                  </a:lnTo>
                  <a:lnTo>
                    <a:pt x="2983558" y="3403582"/>
                  </a:lnTo>
                  <a:lnTo>
                    <a:pt x="2983684" y="3403582"/>
                  </a:lnTo>
                  <a:lnTo>
                    <a:pt x="2983810" y="3403582"/>
                  </a:lnTo>
                  <a:lnTo>
                    <a:pt x="2984063" y="3403582"/>
                  </a:lnTo>
                  <a:lnTo>
                    <a:pt x="2984189" y="3403582"/>
                  </a:lnTo>
                  <a:lnTo>
                    <a:pt x="2984315" y="3403582"/>
                  </a:lnTo>
                  <a:lnTo>
                    <a:pt x="2984568" y="3403582"/>
                  </a:lnTo>
                  <a:lnTo>
                    <a:pt x="2985073" y="3403582"/>
                  </a:lnTo>
                  <a:lnTo>
                    <a:pt x="2985199" y="3403582"/>
                  </a:lnTo>
                  <a:lnTo>
                    <a:pt x="2985326" y="3403582"/>
                  </a:lnTo>
                  <a:lnTo>
                    <a:pt x="2985452" y="3403582"/>
                  </a:lnTo>
                  <a:lnTo>
                    <a:pt x="2985578" y="3403582"/>
                  </a:lnTo>
                  <a:lnTo>
                    <a:pt x="2985704" y="3403582"/>
                  </a:lnTo>
                  <a:lnTo>
                    <a:pt x="2986336" y="3398671"/>
                  </a:lnTo>
                  <a:lnTo>
                    <a:pt x="2986588" y="3398671"/>
                  </a:lnTo>
                  <a:lnTo>
                    <a:pt x="2986714" y="3398671"/>
                  </a:lnTo>
                  <a:lnTo>
                    <a:pt x="2986967" y="3398671"/>
                  </a:lnTo>
                  <a:lnTo>
                    <a:pt x="2987219" y="3398671"/>
                  </a:lnTo>
                  <a:lnTo>
                    <a:pt x="2987472" y="3398671"/>
                  </a:lnTo>
                  <a:lnTo>
                    <a:pt x="2987598" y="3398671"/>
                  </a:lnTo>
                  <a:lnTo>
                    <a:pt x="2988229" y="3398671"/>
                  </a:lnTo>
                  <a:lnTo>
                    <a:pt x="2988734" y="3398671"/>
                  </a:lnTo>
                  <a:lnTo>
                    <a:pt x="2988861" y="3398671"/>
                  </a:lnTo>
                  <a:lnTo>
                    <a:pt x="2989239" y="3398671"/>
                  </a:lnTo>
                  <a:lnTo>
                    <a:pt x="2989366" y="3398671"/>
                  </a:lnTo>
                  <a:lnTo>
                    <a:pt x="2989492" y="3398671"/>
                  </a:lnTo>
                  <a:lnTo>
                    <a:pt x="2989745" y="3398671"/>
                  </a:lnTo>
                  <a:lnTo>
                    <a:pt x="2989871" y="3398671"/>
                  </a:lnTo>
                  <a:lnTo>
                    <a:pt x="2989997" y="3398671"/>
                  </a:lnTo>
                  <a:lnTo>
                    <a:pt x="2990376" y="3398671"/>
                  </a:lnTo>
                  <a:lnTo>
                    <a:pt x="2990376" y="3393760"/>
                  </a:lnTo>
                  <a:lnTo>
                    <a:pt x="2990881" y="3393760"/>
                  </a:lnTo>
                  <a:lnTo>
                    <a:pt x="2991007" y="3393760"/>
                  </a:lnTo>
                  <a:lnTo>
                    <a:pt x="2991133" y="3393760"/>
                  </a:lnTo>
                  <a:lnTo>
                    <a:pt x="2991386" y="3393760"/>
                  </a:lnTo>
                  <a:lnTo>
                    <a:pt x="2991512" y="3393760"/>
                  </a:lnTo>
                  <a:lnTo>
                    <a:pt x="2991638" y="3393760"/>
                  </a:lnTo>
                  <a:lnTo>
                    <a:pt x="2992143" y="3388848"/>
                  </a:lnTo>
                  <a:lnTo>
                    <a:pt x="2992396" y="3388848"/>
                  </a:lnTo>
                  <a:lnTo>
                    <a:pt x="2992522" y="3388848"/>
                  </a:lnTo>
                  <a:lnTo>
                    <a:pt x="2993153" y="3383937"/>
                  </a:lnTo>
                  <a:lnTo>
                    <a:pt x="2993280" y="3383937"/>
                  </a:lnTo>
                  <a:lnTo>
                    <a:pt x="2993911" y="3383937"/>
                  </a:lnTo>
                  <a:lnTo>
                    <a:pt x="2994037" y="3383937"/>
                  </a:lnTo>
                  <a:lnTo>
                    <a:pt x="2994290" y="3383937"/>
                  </a:lnTo>
                  <a:lnTo>
                    <a:pt x="2994416" y="3383937"/>
                  </a:lnTo>
                  <a:lnTo>
                    <a:pt x="2995426" y="3383937"/>
                  </a:lnTo>
                  <a:lnTo>
                    <a:pt x="2995679" y="3383937"/>
                  </a:lnTo>
                  <a:lnTo>
                    <a:pt x="2995805" y="3383937"/>
                  </a:lnTo>
                  <a:lnTo>
                    <a:pt x="2995931" y="3383937"/>
                  </a:lnTo>
                  <a:lnTo>
                    <a:pt x="2995931" y="3379025"/>
                  </a:lnTo>
                  <a:lnTo>
                    <a:pt x="2996436" y="3379025"/>
                  </a:lnTo>
                  <a:lnTo>
                    <a:pt x="2996689" y="3379025"/>
                  </a:lnTo>
                  <a:lnTo>
                    <a:pt x="2996941" y="3379025"/>
                  </a:lnTo>
                  <a:lnTo>
                    <a:pt x="2997194" y="3379025"/>
                  </a:lnTo>
                  <a:lnTo>
                    <a:pt x="2997572" y="3379025"/>
                  </a:lnTo>
                  <a:lnTo>
                    <a:pt x="2997825" y="3379025"/>
                  </a:lnTo>
                  <a:lnTo>
                    <a:pt x="2997951" y="3379025"/>
                  </a:lnTo>
                  <a:lnTo>
                    <a:pt x="2998204" y="3379025"/>
                  </a:lnTo>
                  <a:lnTo>
                    <a:pt x="2998582" y="3379025"/>
                  </a:lnTo>
                  <a:lnTo>
                    <a:pt x="2998835" y="3379025"/>
                  </a:lnTo>
                  <a:lnTo>
                    <a:pt x="2998961" y="3379025"/>
                  </a:lnTo>
                  <a:lnTo>
                    <a:pt x="2999087" y="3379025"/>
                  </a:lnTo>
                  <a:lnTo>
                    <a:pt x="2999214" y="3379025"/>
                  </a:lnTo>
                  <a:lnTo>
                    <a:pt x="2999340" y="3379025"/>
                  </a:lnTo>
                  <a:lnTo>
                    <a:pt x="2999466" y="3379025"/>
                  </a:lnTo>
                  <a:lnTo>
                    <a:pt x="2999592" y="3379025"/>
                  </a:lnTo>
                  <a:lnTo>
                    <a:pt x="2999719" y="3379025"/>
                  </a:lnTo>
                  <a:lnTo>
                    <a:pt x="2999845" y="3379025"/>
                  </a:lnTo>
                  <a:lnTo>
                    <a:pt x="3000224" y="3379025"/>
                  </a:lnTo>
                  <a:lnTo>
                    <a:pt x="3000603" y="3379025"/>
                  </a:lnTo>
                  <a:lnTo>
                    <a:pt x="3000981" y="3379025"/>
                  </a:lnTo>
                  <a:lnTo>
                    <a:pt x="3001108" y="3379025"/>
                  </a:lnTo>
                  <a:lnTo>
                    <a:pt x="3001234" y="3379025"/>
                  </a:lnTo>
                  <a:lnTo>
                    <a:pt x="3001360" y="3379025"/>
                  </a:lnTo>
                  <a:lnTo>
                    <a:pt x="3001486" y="3379025"/>
                  </a:lnTo>
                  <a:lnTo>
                    <a:pt x="3002118" y="3379025"/>
                  </a:lnTo>
                  <a:lnTo>
                    <a:pt x="3002496" y="3379025"/>
                  </a:lnTo>
                  <a:lnTo>
                    <a:pt x="3002749" y="3379025"/>
                  </a:lnTo>
                  <a:lnTo>
                    <a:pt x="3002875" y="3379025"/>
                  </a:lnTo>
                  <a:lnTo>
                    <a:pt x="3003128" y="3379025"/>
                  </a:lnTo>
                  <a:lnTo>
                    <a:pt x="3003380" y="3379025"/>
                  </a:lnTo>
                  <a:lnTo>
                    <a:pt x="3003506" y="3379025"/>
                  </a:lnTo>
                  <a:lnTo>
                    <a:pt x="3003633" y="3379025"/>
                  </a:lnTo>
                  <a:lnTo>
                    <a:pt x="3003759" y="3379025"/>
                  </a:lnTo>
                  <a:lnTo>
                    <a:pt x="3003885" y="3379025"/>
                  </a:lnTo>
                  <a:lnTo>
                    <a:pt x="3004011" y="3379025"/>
                  </a:lnTo>
                  <a:lnTo>
                    <a:pt x="3004138" y="3379025"/>
                  </a:lnTo>
                  <a:lnTo>
                    <a:pt x="3004264" y="3379025"/>
                  </a:lnTo>
                  <a:lnTo>
                    <a:pt x="3005527" y="3379025"/>
                  </a:lnTo>
                  <a:lnTo>
                    <a:pt x="3005653" y="3379025"/>
                  </a:lnTo>
                  <a:lnTo>
                    <a:pt x="3005779" y="3379025"/>
                  </a:lnTo>
                  <a:lnTo>
                    <a:pt x="3006158" y="3379025"/>
                  </a:lnTo>
                  <a:lnTo>
                    <a:pt x="3006284" y="3379025"/>
                  </a:lnTo>
                  <a:lnTo>
                    <a:pt x="3006410" y="3379025"/>
                  </a:lnTo>
                  <a:lnTo>
                    <a:pt x="3006537" y="3379025"/>
                  </a:lnTo>
                  <a:lnTo>
                    <a:pt x="3007042" y="3379025"/>
                  </a:lnTo>
                  <a:lnTo>
                    <a:pt x="3007294" y="3379025"/>
                  </a:lnTo>
                  <a:lnTo>
                    <a:pt x="3007294" y="3374114"/>
                  </a:lnTo>
                  <a:lnTo>
                    <a:pt x="3007673" y="3374114"/>
                  </a:lnTo>
                  <a:lnTo>
                    <a:pt x="3007799" y="3374114"/>
                  </a:lnTo>
                  <a:lnTo>
                    <a:pt x="3007925" y="3374114"/>
                  </a:lnTo>
                  <a:lnTo>
                    <a:pt x="3008052" y="3374114"/>
                  </a:lnTo>
                  <a:lnTo>
                    <a:pt x="3008178" y="3374114"/>
                  </a:lnTo>
                  <a:lnTo>
                    <a:pt x="3008557" y="3374114"/>
                  </a:lnTo>
                  <a:lnTo>
                    <a:pt x="3009314" y="3374114"/>
                  </a:lnTo>
                  <a:lnTo>
                    <a:pt x="3009440" y="3374114"/>
                  </a:lnTo>
                  <a:lnTo>
                    <a:pt x="3009567" y="3374114"/>
                  </a:lnTo>
                  <a:lnTo>
                    <a:pt x="3009819" y="3374114"/>
                  </a:lnTo>
                  <a:lnTo>
                    <a:pt x="3010577" y="3374114"/>
                  </a:lnTo>
                  <a:lnTo>
                    <a:pt x="3010956" y="3374114"/>
                  </a:lnTo>
                  <a:lnTo>
                    <a:pt x="3011082" y="3374114"/>
                  </a:lnTo>
                  <a:lnTo>
                    <a:pt x="3011334" y="3374114"/>
                  </a:lnTo>
                  <a:lnTo>
                    <a:pt x="3011334" y="3369203"/>
                  </a:lnTo>
                  <a:lnTo>
                    <a:pt x="3011461" y="3369203"/>
                  </a:lnTo>
                  <a:lnTo>
                    <a:pt x="3011587" y="3369203"/>
                  </a:lnTo>
                  <a:lnTo>
                    <a:pt x="3011713" y="3369203"/>
                  </a:lnTo>
                  <a:lnTo>
                    <a:pt x="3012092" y="3369203"/>
                  </a:lnTo>
                  <a:lnTo>
                    <a:pt x="3012344" y="3369203"/>
                  </a:lnTo>
                  <a:lnTo>
                    <a:pt x="3012471" y="3369203"/>
                  </a:lnTo>
                  <a:lnTo>
                    <a:pt x="3012849" y="3369203"/>
                  </a:lnTo>
                  <a:lnTo>
                    <a:pt x="3012976" y="3369203"/>
                  </a:lnTo>
                  <a:lnTo>
                    <a:pt x="3013354" y="3369203"/>
                  </a:lnTo>
                  <a:lnTo>
                    <a:pt x="3013481" y="3369203"/>
                  </a:lnTo>
                  <a:lnTo>
                    <a:pt x="3013607" y="3369203"/>
                  </a:lnTo>
                  <a:lnTo>
                    <a:pt x="3013733" y="3369203"/>
                  </a:lnTo>
                  <a:lnTo>
                    <a:pt x="3013986" y="3369203"/>
                  </a:lnTo>
                  <a:lnTo>
                    <a:pt x="3014364" y="3369203"/>
                  </a:lnTo>
                  <a:lnTo>
                    <a:pt x="3014617" y="3369203"/>
                  </a:lnTo>
                  <a:lnTo>
                    <a:pt x="3014743" y="3369203"/>
                  </a:lnTo>
                  <a:lnTo>
                    <a:pt x="3015122" y="3369203"/>
                  </a:lnTo>
                  <a:lnTo>
                    <a:pt x="3015501" y="3369203"/>
                  </a:lnTo>
                  <a:lnTo>
                    <a:pt x="3015627" y="3369203"/>
                  </a:lnTo>
                  <a:lnTo>
                    <a:pt x="3015753" y="3369203"/>
                  </a:lnTo>
                  <a:lnTo>
                    <a:pt x="3016258" y="3369203"/>
                  </a:lnTo>
                  <a:lnTo>
                    <a:pt x="3016385" y="3369203"/>
                  </a:lnTo>
                  <a:lnTo>
                    <a:pt x="3016511" y="3369203"/>
                  </a:lnTo>
                  <a:lnTo>
                    <a:pt x="3016637" y="3369203"/>
                  </a:lnTo>
                  <a:lnTo>
                    <a:pt x="3016763" y="3369203"/>
                  </a:lnTo>
                  <a:lnTo>
                    <a:pt x="3017016" y="3369203"/>
                  </a:lnTo>
                  <a:lnTo>
                    <a:pt x="3017142" y="3369203"/>
                  </a:lnTo>
                  <a:lnTo>
                    <a:pt x="3017268" y="3369203"/>
                  </a:lnTo>
                  <a:lnTo>
                    <a:pt x="3017521" y="3369203"/>
                  </a:lnTo>
                  <a:lnTo>
                    <a:pt x="3017647" y="3369203"/>
                  </a:lnTo>
                  <a:lnTo>
                    <a:pt x="3018405" y="3369203"/>
                  </a:lnTo>
                  <a:lnTo>
                    <a:pt x="3018531" y="3369203"/>
                  </a:lnTo>
                  <a:lnTo>
                    <a:pt x="3018783" y="3369203"/>
                  </a:lnTo>
                  <a:lnTo>
                    <a:pt x="3018910" y="3369203"/>
                  </a:lnTo>
                  <a:lnTo>
                    <a:pt x="3019036" y="3369203"/>
                  </a:lnTo>
                  <a:lnTo>
                    <a:pt x="3019162" y="3369203"/>
                  </a:lnTo>
                  <a:lnTo>
                    <a:pt x="3019541" y="3369203"/>
                  </a:lnTo>
                  <a:lnTo>
                    <a:pt x="3019667" y="3369203"/>
                  </a:lnTo>
                  <a:lnTo>
                    <a:pt x="3019793" y="3369203"/>
                  </a:lnTo>
                  <a:lnTo>
                    <a:pt x="3020551" y="3369203"/>
                  </a:lnTo>
                  <a:lnTo>
                    <a:pt x="3020930" y="3369203"/>
                  </a:lnTo>
                  <a:lnTo>
                    <a:pt x="3021056" y="3369203"/>
                  </a:lnTo>
                  <a:lnTo>
                    <a:pt x="3021182" y="3369203"/>
                  </a:lnTo>
                  <a:lnTo>
                    <a:pt x="3021309" y="3369203"/>
                  </a:lnTo>
                  <a:lnTo>
                    <a:pt x="3021814" y="3369203"/>
                  </a:lnTo>
                  <a:lnTo>
                    <a:pt x="3021940" y="3369203"/>
                  </a:lnTo>
                  <a:lnTo>
                    <a:pt x="3022066" y="3369203"/>
                  </a:lnTo>
                  <a:lnTo>
                    <a:pt x="3022319" y="3364291"/>
                  </a:lnTo>
                  <a:lnTo>
                    <a:pt x="3022445" y="3359380"/>
                  </a:lnTo>
                  <a:lnTo>
                    <a:pt x="3022571" y="3354469"/>
                  </a:lnTo>
                  <a:lnTo>
                    <a:pt x="3022697" y="3354469"/>
                  </a:lnTo>
                  <a:lnTo>
                    <a:pt x="3023076" y="3354469"/>
                  </a:lnTo>
                  <a:lnTo>
                    <a:pt x="3023076" y="3349557"/>
                  </a:lnTo>
                  <a:lnTo>
                    <a:pt x="3023202" y="3349557"/>
                  </a:lnTo>
                  <a:lnTo>
                    <a:pt x="3023329" y="3344646"/>
                  </a:lnTo>
                  <a:lnTo>
                    <a:pt x="3023455" y="3344646"/>
                  </a:lnTo>
                  <a:lnTo>
                    <a:pt x="3023581" y="3344646"/>
                  </a:lnTo>
                  <a:lnTo>
                    <a:pt x="3023707" y="3344646"/>
                  </a:lnTo>
                  <a:lnTo>
                    <a:pt x="3024212" y="3344646"/>
                  </a:lnTo>
                  <a:lnTo>
                    <a:pt x="3024465" y="3344646"/>
                  </a:lnTo>
                  <a:lnTo>
                    <a:pt x="3025349" y="3344646"/>
                  </a:lnTo>
                  <a:lnTo>
                    <a:pt x="3025475" y="3344646"/>
                  </a:lnTo>
                  <a:lnTo>
                    <a:pt x="3025601" y="3344646"/>
                  </a:lnTo>
                  <a:lnTo>
                    <a:pt x="3025980" y="3344646"/>
                  </a:lnTo>
                  <a:lnTo>
                    <a:pt x="3026233" y="3344646"/>
                  </a:lnTo>
                  <a:lnTo>
                    <a:pt x="3026485" y="3344646"/>
                  </a:lnTo>
                  <a:lnTo>
                    <a:pt x="3026738" y="3344646"/>
                  </a:lnTo>
                  <a:lnTo>
                    <a:pt x="3026864" y="3344646"/>
                  </a:lnTo>
                  <a:lnTo>
                    <a:pt x="3026990" y="3344646"/>
                  </a:lnTo>
                  <a:lnTo>
                    <a:pt x="3027369" y="3344646"/>
                  </a:lnTo>
                  <a:lnTo>
                    <a:pt x="3027495" y="3344646"/>
                  </a:lnTo>
                  <a:lnTo>
                    <a:pt x="3027621" y="3344646"/>
                  </a:lnTo>
                  <a:lnTo>
                    <a:pt x="3027748" y="3344646"/>
                  </a:lnTo>
                  <a:lnTo>
                    <a:pt x="3028000" y="3344646"/>
                  </a:lnTo>
                  <a:lnTo>
                    <a:pt x="3028126" y="3344646"/>
                  </a:lnTo>
                  <a:lnTo>
                    <a:pt x="3028379" y="3344646"/>
                  </a:lnTo>
                  <a:lnTo>
                    <a:pt x="3028884" y="3344646"/>
                  </a:lnTo>
                  <a:lnTo>
                    <a:pt x="3029136" y="3344646"/>
                  </a:lnTo>
                  <a:lnTo>
                    <a:pt x="3029389" y="3344646"/>
                  </a:lnTo>
                  <a:lnTo>
                    <a:pt x="3029389" y="3339734"/>
                  </a:lnTo>
                  <a:lnTo>
                    <a:pt x="3029641" y="3339734"/>
                  </a:lnTo>
                  <a:lnTo>
                    <a:pt x="3030146" y="3339734"/>
                  </a:lnTo>
                  <a:lnTo>
                    <a:pt x="3030273" y="3339734"/>
                  </a:lnTo>
                  <a:lnTo>
                    <a:pt x="3030651" y="3339734"/>
                  </a:lnTo>
                  <a:lnTo>
                    <a:pt x="3030904" y="3339734"/>
                  </a:lnTo>
                  <a:lnTo>
                    <a:pt x="3031030" y="3339734"/>
                  </a:lnTo>
                  <a:lnTo>
                    <a:pt x="3031157" y="3339734"/>
                  </a:lnTo>
                  <a:lnTo>
                    <a:pt x="3031283" y="3339734"/>
                  </a:lnTo>
                  <a:lnTo>
                    <a:pt x="3032293" y="3339734"/>
                  </a:lnTo>
                  <a:lnTo>
                    <a:pt x="3032419" y="3334823"/>
                  </a:lnTo>
                  <a:lnTo>
                    <a:pt x="3032545" y="3334823"/>
                  </a:lnTo>
                  <a:lnTo>
                    <a:pt x="3032798" y="3334823"/>
                  </a:lnTo>
                  <a:lnTo>
                    <a:pt x="3032924" y="3334823"/>
                  </a:lnTo>
                  <a:lnTo>
                    <a:pt x="3033555" y="3334823"/>
                  </a:lnTo>
                  <a:lnTo>
                    <a:pt x="3033808" y="3334823"/>
                  </a:lnTo>
                  <a:lnTo>
                    <a:pt x="3033934" y="3334823"/>
                  </a:lnTo>
                  <a:lnTo>
                    <a:pt x="3034187" y="3334823"/>
                  </a:lnTo>
                  <a:lnTo>
                    <a:pt x="3034313" y="3334823"/>
                  </a:lnTo>
                  <a:lnTo>
                    <a:pt x="3034565" y="3334823"/>
                  </a:lnTo>
                  <a:lnTo>
                    <a:pt x="3034692" y="3334823"/>
                  </a:lnTo>
                  <a:lnTo>
                    <a:pt x="3034818" y="3334823"/>
                  </a:lnTo>
                  <a:lnTo>
                    <a:pt x="3035197" y="3334823"/>
                  </a:lnTo>
                  <a:lnTo>
                    <a:pt x="3035575" y="3334823"/>
                  </a:lnTo>
                  <a:lnTo>
                    <a:pt x="3035828" y="3334823"/>
                  </a:lnTo>
                  <a:lnTo>
                    <a:pt x="3035954" y="3334823"/>
                  </a:lnTo>
                  <a:lnTo>
                    <a:pt x="3036081" y="3334823"/>
                  </a:lnTo>
                  <a:lnTo>
                    <a:pt x="3036333" y="3334823"/>
                  </a:lnTo>
                  <a:lnTo>
                    <a:pt x="3036459" y="3334823"/>
                  </a:lnTo>
                  <a:lnTo>
                    <a:pt x="3036964" y="3329912"/>
                  </a:lnTo>
                  <a:lnTo>
                    <a:pt x="3037343" y="3329912"/>
                  </a:lnTo>
                  <a:lnTo>
                    <a:pt x="3037722" y="3329912"/>
                  </a:lnTo>
                  <a:lnTo>
                    <a:pt x="3037848" y="3329912"/>
                  </a:lnTo>
                  <a:lnTo>
                    <a:pt x="3038353" y="3329912"/>
                  </a:lnTo>
                  <a:lnTo>
                    <a:pt x="3038606" y="3329912"/>
                  </a:lnTo>
                  <a:lnTo>
                    <a:pt x="3039616" y="3329912"/>
                  </a:lnTo>
                  <a:lnTo>
                    <a:pt x="3039742" y="3329912"/>
                  </a:lnTo>
                  <a:lnTo>
                    <a:pt x="3039994" y="3329912"/>
                  </a:lnTo>
                  <a:lnTo>
                    <a:pt x="3040626" y="3329912"/>
                  </a:lnTo>
                  <a:lnTo>
                    <a:pt x="3040878" y="3329912"/>
                  </a:lnTo>
                  <a:lnTo>
                    <a:pt x="3041510" y="3329912"/>
                  </a:lnTo>
                  <a:lnTo>
                    <a:pt x="3041762" y="3329912"/>
                  </a:lnTo>
                  <a:lnTo>
                    <a:pt x="3041888" y="3329912"/>
                  </a:lnTo>
                  <a:lnTo>
                    <a:pt x="3042141" y="3329912"/>
                  </a:lnTo>
                  <a:lnTo>
                    <a:pt x="3042393" y="3329912"/>
                  </a:lnTo>
                  <a:lnTo>
                    <a:pt x="3042520" y="3329912"/>
                  </a:lnTo>
                  <a:lnTo>
                    <a:pt x="3042646" y="3329912"/>
                  </a:lnTo>
                  <a:lnTo>
                    <a:pt x="3042772" y="3329912"/>
                  </a:lnTo>
                  <a:lnTo>
                    <a:pt x="3043025" y="3329912"/>
                  </a:lnTo>
                  <a:lnTo>
                    <a:pt x="3043151" y="3329912"/>
                  </a:lnTo>
                  <a:lnTo>
                    <a:pt x="3043277" y="3329912"/>
                  </a:lnTo>
                  <a:lnTo>
                    <a:pt x="3043530" y="3329912"/>
                  </a:lnTo>
                  <a:lnTo>
                    <a:pt x="3044413" y="3325000"/>
                  </a:lnTo>
                  <a:lnTo>
                    <a:pt x="3044666" y="3325000"/>
                  </a:lnTo>
                  <a:lnTo>
                    <a:pt x="3045045" y="3325000"/>
                  </a:lnTo>
                  <a:lnTo>
                    <a:pt x="3045171" y="3325000"/>
                  </a:lnTo>
                  <a:lnTo>
                    <a:pt x="3045297" y="3325000"/>
                  </a:lnTo>
                  <a:lnTo>
                    <a:pt x="3045676" y="3325000"/>
                  </a:lnTo>
                  <a:lnTo>
                    <a:pt x="3045802" y="3325000"/>
                  </a:lnTo>
                  <a:lnTo>
                    <a:pt x="3046055" y="3325000"/>
                  </a:lnTo>
                  <a:lnTo>
                    <a:pt x="3046434" y="3325000"/>
                  </a:lnTo>
                  <a:lnTo>
                    <a:pt x="3046560" y="3325000"/>
                  </a:lnTo>
                  <a:lnTo>
                    <a:pt x="3047065" y="3325000"/>
                  </a:lnTo>
                  <a:lnTo>
                    <a:pt x="3047191" y="3325000"/>
                  </a:lnTo>
                  <a:lnTo>
                    <a:pt x="3047317" y="3325000"/>
                  </a:lnTo>
                  <a:lnTo>
                    <a:pt x="3047696" y="3325000"/>
                  </a:lnTo>
                  <a:lnTo>
                    <a:pt x="3047822" y="3325000"/>
                  </a:lnTo>
                  <a:lnTo>
                    <a:pt x="3047949" y="3325000"/>
                  </a:lnTo>
                  <a:lnTo>
                    <a:pt x="3048201" y="3325000"/>
                  </a:lnTo>
                  <a:lnTo>
                    <a:pt x="3048454" y="3325000"/>
                  </a:lnTo>
                  <a:lnTo>
                    <a:pt x="3048580" y="3325000"/>
                  </a:lnTo>
                  <a:lnTo>
                    <a:pt x="3048706" y="3325000"/>
                  </a:lnTo>
                  <a:lnTo>
                    <a:pt x="3050979" y="3315178"/>
                  </a:lnTo>
                  <a:lnTo>
                    <a:pt x="3051105" y="3315178"/>
                  </a:lnTo>
                  <a:lnTo>
                    <a:pt x="3051357" y="3315178"/>
                  </a:lnTo>
                  <a:lnTo>
                    <a:pt x="3051610" y="3315178"/>
                  </a:lnTo>
                  <a:lnTo>
                    <a:pt x="3051989" y="3315178"/>
                  </a:lnTo>
                  <a:lnTo>
                    <a:pt x="3052368" y="3315178"/>
                  </a:lnTo>
                  <a:lnTo>
                    <a:pt x="3052873" y="3315178"/>
                  </a:lnTo>
                  <a:lnTo>
                    <a:pt x="3053251" y="3315178"/>
                  </a:lnTo>
                  <a:lnTo>
                    <a:pt x="3053504" y="3315178"/>
                  </a:lnTo>
                  <a:lnTo>
                    <a:pt x="3053630" y="3315178"/>
                  </a:lnTo>
                  <a:lnTo>
                    <a:pt x="3053756" y="3315178"/>
                  </a:lnTo>
                  <a:lnTo>
                    <a:pt x="3054135" y="3315178"/>
                  </a:lnTo>
                  <a:lnTo>
                    <a:pt x="3054388" y="3315178"/>
                  </a:lnTo>
                  <a:lnTo>
                    <a:pt x="3054388" y="3310266"/>
                  </a:lnTo>
                  <a:lnTo>
                    <a:pt x="3054514" y="3310266"/>
                  </a:lnTo>
                  <a:lnTo>
                    <a:pt x="3054766" y="3310266"/>
                  </a:lnTo>
                  <a:lnTo>
                    <a:pt x="3054893" y="3310266"/>
                  </a:lnTo>
                  <a:lnTo>
                    <a:pt x="3055145" y="3310266"/>
                  </a:lnTo>
                  <a:lnTo>
                    <a:pt x="3055271" y="3310266"/>
                  </a:lnTo>
                  <a:lnTo>
                    <a:pt x="3055524" y="3310266"/>
                  </a:lnTo>
                  <a:lnTo>
                    <a:pt x="3055903" y="3310266"/>
                  </a:lnTo>
                  <a:lnTo>
                    <a:pt x="3056660" y="3310266"/>
                  </a:lnTo>
                  <a:lnTo>
                    <a:pt x="3057544" y="3305355"/>
                  </a:lnTo>
                  <a:lnTo>
                    <a:pt x="3058302" y="3305355"/>
                  </a:lnTo>
                  <a:lnTo>
                    <a:pt x="3058680" y="3305355"/>
                  </a:lnTo>
                  <a:lnTo>
                    <a:pt x="3058807" y="3305355"/>
                  </a:lnTo>
                  <a:lnTo>
                    <a:pt x="3059185" y="3305355"/>
                  </a:lnTo>
                  <a:lnTo>
                    <a:pt x="3059312" y="3305355"/>
                  </a:lnTo>
                  <a:lnTo>
                    <a:pt x="3059438" y="3305355"/>
                  </a:lnTo>
                  <a:lnTo>
                    <a:pt x="3059564" y="3305355"/>
                  </a:lnTo>
                  <a:lnTo>
                    <a:pt x="3059690" y="3305355"/>
                  </a:lnTo>
                  <a:lnTo>
                    <a:pt x="3059817" y="3305355"/>
                  </a:lnTo>
                  <a:lnTo>
                    <a:pt x="3060195" y="3305355"/>
                  </a:lnTo>
                  <a:lnTo>
                    <a:pt x="3060322" y="3305355"/>
                  </a:lnTo>
                  <a:lnTo>
                    <a:pt x="3060574" y="3305355"/>
                  </a:lnTo>
                  <a:lnTo>
                    <a:pt x="3060953" y="3300443"/>
                  </a:lnTo>
                  <a:lnTo>
                    <a:pt x="3061079" y="3300443"/>
                  </a:lnTo>
                  <a:lnTo>
                    <a:pt x="3061205" y="3300443"/>
                  </a:lnTo>
                  <a:lnTo>
                    <a:pt x="3061332" y="3300443"/>
                  </a:lnTo>
                  <a:lnTo>
                    <a:pt x="3061584" y="3300443"/>
                  </a:lnTo>
                  <a:lnTo>
                    <a:pt x="3061710" y="3300443"/>
                  </a:lnTo>
                  <a:lnTo>
                    <a:pt x="3061963" y="3295532"/>
                  </a:lnTo>
                  <a:lnTo>
                    <a:pt x="3062216" y="3295532"/>
                  </a:lnTo>
                  <a:lnTo>
                    <a:pt x="3062468" y="3295532"/>
                  </a:lnTo>
                  <a:lnTo>
                    <a:pt x="3062721" y="3295532"/>
                  </a:lnTo>
                  <a:lnTo>
                    <a:pt x="3063099" y="3295532"/>
                  </a:lnTo>
                  <a:lnTo>
                    <a:pt x="3063857" y="3295532"/>
                  </a:lnTo>
                  <a:lnTo>
                    <a:pt x="3063983" y="3295532"/>
                  </a:lnTo>
                  <a:lnTo>
                    <a:pt x="3064109" y="3295532"/>
                  </a:lnTo>
                  <a:lnTo>
                    <a:pt x="3064236" y="3295532"/>
                  </a:lnTo>
                  <a:lnTo>
                    <a:pt x="3064362" y="3295532"/>
                  </a:lnTo>
                  <a:lnTo>
                    <a:pt x="3064488" y="3295532"/>
                  </a:lnTo>
                  <a:lnTo>
                    <a:pt x="3064614" y="3295532"/>
                  </a:lnTo>
                  <a:lnTo>
                    <a:pt x="3064993" y="3295532"/>
                  </a:lnTo>
                  <a:lnTo>
                    <a:pt x="3065498" y="3295532"/>
                  </a:lnTo>
                  <a:lnTo>
                    <a:pt x="3065751" y="3295532"/>
                  </a:lnTo>
                  <a:lnTo>
                    <a:pt x="3065877" y="3295532"/>
                  </a:lnTo>
                  <a:lnTo>
                    <a:pt x="3066256" y="3295532"/>
                  </a:lnTo>
                  <a:lnTo>
                    <a:pt x="3066887" y="3295532"/>
                  </a:lnTo>
                  <a:lnTo>
                    <a:pt x="3067013" y="3295532"/>
                  </a:lnTo>
                  <a:lnTo>
                    <a:pt x="3067140" y="3295532"/>
                  </a:lnTo>
                  <a:lnTo>
                    <a:pt x="3067266" y="3295532"/>
                  </a:lnTo>
                  <a:lnTo>
                    <a:pt x="3067392" y="3295532"/>
                  </a:lnTo>
                  <a:lnTo>
                    <a:pt x="3067645" y="3295532"/>
                  </a:lnTo>
                  <a:lnTo>
                    <a:pt x="3067897" y="3295532"/>
                  </a:lnTo>
                  <a:lnTo>
                    <a:pt x="3068402" y="3295532"/>
                  </a:lnTo>
                  <a:lnTo>
                    <a:pt x="3069665" y="3295532"/>
                  </a:lnTo>
                  <a:lnTo>
                    <a:pt x="3070043" y="3295532"/>
                  </a:lnTo>
                  <a:lnTo>
                    <a:pt x="3070296" y="3295532"/>
                  </a:lnTo>
                  <a:lnTo>
                    <a:pt x="3070548" y="3295532"/>
                  </a:lnTo>
                  <a:lnTo>
                    <a:pt x="3070675" y="3295532"/>
                  </a:lnTo>
                  <a:lnTo>
                    <a:pt x="3071306" y="3295532"/>
                  </a:lnTo>
                  <a:lnTo>
                    <a:pt x="3071558" y="3295532"/>
                  </a:lnTo>
                  <a:lnTo>
                    <a:pt x="3071685" y="3295532"/>
                  </a:lnTo>
                  <a:lnTo>
                    <a:pt x="3072316" y="3295532"/>
                  </a:lnTo>
                  <a:lnTo>
                    <a:pt x="3072695" y="3295532"/>
                  </a:lnTo>
                  <a:lnTo>
                    <a:pt x="3072821" y="3295532"/>
                  </a:lnTo>
                  <a:lnTo>
                    <a:pt x="3073200" y="3295532"/>
                  </a:lnTo>
                  <a:lnTo>
                    <a:pt x="3073452" y="3295532"/>
                  </a:lnTo>
                  <a:lnTo>
                    <a:pt x="3073957" y="3295532"/>
                  </a:lnTo>
                  <a:lnTo>
                    <a:pt x="3074084" y="3295532"/>
                  </a:lnTo>
                  <a:lnTo>
                    <a:pt x="3074210" y="3295532"/>
                  </a:lnTo>
                  <a:lnTo>
                    <a:pt x="3074336" y="3295532"/>
                  </a:lnTo>
                  <a:lnTo>
                    <a:pt x="3074841" y="3290621"/>
                  </a:lnTo>
                  <a:lnTo>
                    <a:pt x="3074967" y="3290621"/>
                  </a:lnTo>
                  <a:lnTo>
                    <a:pt x="3075094" y="3290621"/>
                  </a:lnTo>
                  <a:lnTo>
                    <a:pt x="3075346" y="3290621"/>
                  </a:lnTo>
                  <a:lnTo>
                    <a:pt x="3075472" y="3290621"/>
                  </a:lnTo>
                  <a:lnTo>
                    <a:pt x="3075725" y="3290621"/>
                  </a:lnTo>
                  <a:lnTo>
                    <a:pt x="3076356" y="3285709"/>
                  </a:lnTo>
                  <a:lnTo>
                    <a:pt x="3076482" y="3285709"/>
                  </a:lnTo>
                  <a:lnTo>
                    <a:pt x="3076482" y="3280798"/>
                  </a:lnTo>
                  <a:lnTo>
                    <a:pt x="3076609" y="3280798"/>
                  </a:lnTo>
                  <a:lnTo>
                    <a:pt x="3076861" y="3275887"/>
                  </a:lnTo>
                  <a:lnTo>
                    <a:pt x="3077366" y="3275887"/>
                  </a:lnTo>
                  <a:lnTo>
                    <a:pt x="3078124" y="3275887"/>
                  </a:lnTo>
                  <a:lnTo>
                    <a:pt x="3078376" y="3275887"/>
                  </a:lnTo>
                  <a:lnTo>
                    <a:pt x="3078503" y="3275887"/>
                  </a:lnTo>
                  <a:lnTo>
                    <a:pt x="3078755" y="3270975"/>
                  </a:lnTo>
                  <a:lnTo>
                    <a:pt x="3079008" y="3270975"/>
                  </a:lnTo>
                  <a:lnTo>
                    <a:pt x="3079639" y="3270975"/>
                  </a:lnTo>
                  <a:lnTo>
                    <a:pt x="3079765" y="3270975"/>
                  </a:lnTo>
                  <a:lnTo>
                    <a:pt x="3080144" y="3270975"/>
                  </a:lnTo>
                  <a:lnTo>
                    <a:pt x="3080270" y="3270975"/>
                  </a:lnTo>
                  <a:lnTo>
                    <a:pt x="3080396" y="3270975"/>
                  </a:lnTo>
                  <a:lnTo>
                    <a:pt x="3080523" y="3270975"/>
                  </a:lnTo>
                  <a:lnTo>
                    <a:pt x="3080649" y="3270975"/>
                  </a:lnTo>
                  <a:lnTo>
                    <a:pt x="3080775" y="3270975"/>
                  </a:lnTo>
                  <a:lnTo>
                    <a:pt x="3081028" y="3270975"/>
                  </a:lnTo>
                  <a:lnTo>
                    <a:pt x="3081154" y="3270975"/>
                  </a:lnTo>
                  <a:lnTo>
                    <a:pt x="3081659" y="3270975"/>
                  </a:lnTo>
                  <a:lnTo>
                    <a:pt x="3081911" y="3266064"/>
                  </a:lnTo>
                  <a:lnTo>
                    <a:pt x="3083427" y="3261152"/>
                  </a:lnTo>
                  <a:lnTo>
                    <a:pt x="3083553" y="3261152"/>
                  </a:lnTo>
                  <a:lnTo>
                    <a:pt x="3083805" y="3261152"/>
                  </a:lnTo>
                  <a:lnTo>
                    <a:pt x="3083932" y="3261152"/>
                  </a:lnTo>
                  <a:lnTo>
                    <a:pt x="3084058" y="3256241"/>
                  </a:lnTo>
                  <a:lnTo>
                    <a:pt x="3084184" y="3256241"/>
                  </a:lnTo>
                  <a:lnTo>
                    <a:pt x="3084689" y="3256241"/>
                  </a:lnTo>
                  <a:lnTo>
                    <a:pt x="3084815" y="3256241"/>
                  </a:lnTo>
                  <a:lnTo>
                    <a:pt x="3084942" y="3256241"/>
                  </a:lnTo>
                  <a:lnTo>
                    <a:pt x="3085068" y="3256241"/>
                  </a:lnTo>
                  <a:lnTo>
                    <a:pt x="3085194" y="3256241"/>
                  </a:lnTo>
                  <a:lnTo>
                    <a:pt x="3085320" y="3256241"/>
                  </a:lnTo>
                  <a:lnTo>
                    <a:pt x="3085699" y="3256241"/>
                  </a:lnTo>
                  <a:lnTo>
                    <a:pt x="3086204" y="3256241"/>
                  </a:lnTo>
                  <a:lnTo>
                    <a:pt x="3086330" y="3256241"/>
                  </a:lnTo>
                  <a:lnTo>
                    <a:pt x="3086457" y="3256241"/>
                  </a:lnTo>
                  <a:lnTo>
                    <a:pt x="3087214" y="3256241"/>
                  </a:lnTo>
                  <a:lnTo>
                    <a:pt x="3087340" y="3256241"/>
                  </a:lnTo>
                  <a:lnTo>
                    <a:pt x="3087467" y="3256241"/>
                  </a:lnTo>
                  <a:lnTo>
                    <a:pt x="3087593" y="3256241"/>
                  </a:lnTo>
                  <a:lnTo>
                    <a:pt x="3087972" y="3256241"/>
                  </a:lnTo>
                  <a:lnTo>
                    <a:pt x="3088224" y="3256241"/>
                  </a:lnTo>
                  <a:lnTo>
                    <a:pt x="3088477" y="3256241"/>
                  </a:lnTo>
                  <a:lnTo>
                    <a:pt x="3089361" y="3256241"/>
                  </a:lnTo>
                  <a:lnTo>
                    <a:pt x="3089739" y="3256241"/>
                  </a:lnTo>
                  <a:lnTo>
                    <a:pt x="3089992" y="3256241"/>
                  </a:lnTo>
                  <a:lnTo>
                    <a:pt x="3090623" y="3256241"/>
                  </a:lnTo>
                  <a:lnTo>
                    <a:pt x="3090876" y="3256241"/>
                  </a:lnTo>
                  <a:lnTo>
                    <a:pt x="3091254" y="3251330"/>
                  </a:lnTo>
                  <a:lnTo>
                    <a:pt x="3091381" y="3251330"/>
                  </a:lnTo>
                  <a:lnTo>
                    <a:pt x="3091633" y="3251330"/>
                  </a:lnTo>
                  <a:lnTo>
                    <a:pt x="3091886" y="3251330"/>
                  </a:lnTo>
                  <a:lnTo>
                    <a:pt x="3092138" y="3251330"/>
                  </a:lnTo>
                  <a:lnTo>
                    <a:pt x="3092264" y="3251330"/>
                  </a:lnTo>
                  <a:lnTo>
                    <a:pt x="3092517" y="3251330"/>
                  </a:lnTo>
                  <a:lnTo>
                    <a:pt x="3092643" y="3251330"/>
                  </a:lnTo>
                  <a:lnTo>
                    <a:pt x="3092770" y="3251330"/>
                  </a:lnTo>
                  <a:lnTo>
                    <a:pt x="3093022" y="3251330"/>
                  </a:lnTo>
                  <a:lnTo>
                    <a:pt x="3093148" y="3251330"/>
                  </a:lnTo>
                  <a:lnTo>
                    <a:pt x="3093401" y="3251330"/>
                  </a:lnTo>
                  <a:lnTo>
                    <a:pt x="3093653" y="3251330"/>
                  </a:lnTo>
                  <a:lnTo>
                    <a:pt x="3093780" y="3251330"/>
                  </a:lnTo>
                  <a:lnTo>
                    <a:pt x="3094285" y="3251330"/>
                  </a:lnTo>
                  <a:lnTo>
                    <a:pt x="3095547" y="3246418"/>
                  </a:lnTo>
                  <a:lnTo>
                    <a:pt x="3095800" y="3246418"/>
                  </a:lnTo>
                  <a:lnTo>
                    <a:pt x="3095926" y="3246418"/>
                  </a:lnTo>
                  <a:lnTo>
                    <a:pt x="3096305" y="3246418"/>
                  </a:lnTo>
                  <a:lnTo>
                    <a:pt x="3096431" y="3246418"/>
                  </a:lnTo>
                  <a:lnTo>
                    <a:pt x="3096557" y="3246418"/>
                  </a:lnTo>
                  <a:lnTo>
                    <a:pt x="3096683" y="3246418"/>
                  </a:lnTo>
                  <a:lnTo>
                    <a:pt x="3097188" y="3246418"/>
                  </a:lnTo>
                  <a:lnTo>
                    <a:pt x="3097315" y="3246418"/>
                  </a:lnTo>
                  <a:lnTo>
                    <a:pt x="3097820" y="3246418"/>
                  </a:lnTo>
                  <a:lnTo>
                    <a:pt x="3098199" y="3246418"/>
                  </a:lnTo>
                  <a:lnTo>
                    <a:pt x="3098325" y="3246418"/>
                  </a:lnTo>
                  <a:lnTo>
                    <a:pt x="3098451" y="3246418"/>
                  </a:lnTo>
                  <a:lnTo>
                    <a:pt x="3098577" y="3246418"/>
                  </a:lnTo>
                  <a:lnTo>
                    <a:pt x="3098830" y="3246418"/>
                  </a:lnTo>
                  <a:lnTo>
                    <a:pt x="3099082" y="3246418"/>
                  </a:lnTo>
                  <a:lnTo>
                    <a:pt x="3099840" y="3246418"/>
                  </a:lnTo>
                  <a:lnTo>
                    <a:pt x="3100092" y="3246418"/>
                  </a:lnTo>
                  <a:lnTo>
                    <a:pt x="3100219" y="3246418"/>
                  </a:lnTo>
                  <a:lnTo>
                    <a:pt x="3100976" y="3246418"/>
                  </a:lnTo>
                  <a:lnTo>
                    <a:pt x="3101102" y="3246418"/>
                  </a:lnTo>
                  <a:lnTo>
                    <a:pt x="3101229" y="3246418"/>
                  </a:lnTo>
                  <a:lnTo>
                    <a:pt x="3101355" y="3246418"/>
                  </a:lnTo>
                  <a:lnTo>
                    <a:pt x="3101481" y="3246418"/>
                  </a:lnTo>
                  <a:lnTo>
                    <a:pt x="3101607" y="3246418"/>
                  </a:lnTo>
                  <a:lnTo>
                    <a:pt x="3101860" y="3246418"/>
                  </a:lnTo>
                  <a:lnTo>
                    <a:pt x="3102617" y="3246418"/>
                  </a:lnTo>
                  <a:lnTo>
                    <a:pt x="3102996" y="3246418"/>
                  </a:lnTo>
                  <a:lnTo>
                    <a:pt x="3103123" y="3246418"/>
                  </a:lnTo>
                  <a:lnTo>
                    <a:pt x="3103249" y="3246418"/>
                  </a:lnTo>
                  <a:lnTo>
                    <a:pt x="3103628" y="3246418"/>
                  </a:lnTo>
                  <a:lnTo>
                    <a:pt x="3103754" y="3246418"/>
                  </a:lnTo>
                  <a:lnTo>
                    <a:pt x="3104133" y="3246418"/>
                  </a:lnTo>
                  <a:lnTo>
                    <a:pt x="3104259" y="3246418"/>
                  </a:lnTo>
                  <a:lnTo>
                    <a:pt x="3104385" y="3246418"/>
                  </a:lnTo>
                  <a:lnTo>
                    <a:pt x="3104638" y="3246418"/>
                  </a:lnTo>
                  <a:lnTo>
                    <a:pt x="3104764" y="3246418"/>
                  </a:lnTo>
                  <a:lnTo>
                    <a:pt x="3104890" y="3246418"/>
                  </a:lnTo>
                  <a:lnTo>
                    <a:pt x="3105016" y="3246418"/>
                  </a:lnTo>
                  <a:lnTo>
                    <a:pt x="3105143" y="3246418"/>
                  </a:lnTo>
                  <a:lnTo>
                    <a:pt x="3105648" y="3246418"/>
                  </a:lnTo>
                  <a:lnTo>
                    <a:pt x="3105774" y="3246418"/>
                  </a:lnTo>
                  <a:lnTo>
                    <a:pt x="3106153" y="3241507"/>
                  </a:lnTo>
                  <a:lnTo>
                    <a:pt x="3106405" y="3241507"/>
                  </a:lnTo>
                  <a:lnTo>
                    <a:pt x="3106531" y="3241507"/>
                  </a:lnTo>
                  <a:lnTo>
                    <a:pt x="3106784" y="3241507"/>
                  </a:lnTo>
                  <a:lnTo>
                    <a:pt x="3107036" y="3241507"/>
                  </a:lnTo>
                  <a:lnTo>
                    <a:pt x="3107163" y="3241507"/>
                  </a:lnTo>
                  <a:lnTo>
                    <a:pt x="3107668" y="3241507"/>
                  </a:lnTo>
                  <a:lnTo>
                    <a:pt x="3107794" y="3241507"/>
                  </a:lnTo>
                  <a:lnTo>
                    <a:pt x="3108046" y="3241507"/>
                  </a:lnTo>
                  <a:lnTo>
                    <a:pt x="3108678" y="3241507"/>
                  </a:lnTo>
                  <a:lnTo>
                    <a:pt x="3108804" y="3241507"/>
                  </a:lnTo>
                  <a:lnTo>
                    <a:pt x="3108930" y="3241507"/>
                  </a:lnTo>
                  <a:lnTo>
                    <a:pt x="3109057" y="3241507"/>
                  </a:lnTo>
                  <a:lnTo>
                    <a:pt x="3109309" y="3241507"/>
                  </a:lnTo>
                  <a:lnTo>
                    <a:pt x="3109435" y="3241507"/>
                  </a:lnTo>
                  <a:lnTo>
                    <a:pt x="3109562" y="3241507"/>
                  </a:lnTo>
                  <a:lnTo>
                    <a:pt x="3109688" y="3241507"/>
                  </a:lnTo>
                  <a:lnTo>
                    <a:pt x="3109940" y="3241507"/>
                  </a:lnTo>
                  <a:lnTo>
                    <a:pt x="3110067" y="3241507"/>
                  </a:lnTo>
                  <a:lnTo>
                    <a:pt x="3110319" y="3241507"/>
                  </a:lnTo>
                  <a:lnTo>
                    <a:pt x="3110572" y="3241507"/>
                  </a:lnTo>
                  <a:lnTo>
                    <a:pt x="3110698" y="3241507"/>
                  </a:lnTo>
                  <a:lnTo>
                    <a:pt x="3110950" y="3241507"/>
                  </a:lnTo>
                  <a:lnTo>
                    <a:pt x="3111077" y="3241507"/>
                  </a:lnTo>
                  <a:lnTo>
                    <a:pt x="3111329" y="3241507"/>
                  </a:lnTo>
                  <a:lnTo>
                    <a:pt x="3111455" y="3241507"/>
                  </a:lnTo>
                  <a:lnTo>
                    <a:pt x="3111708" y="3241507"/>
                  </a:lnTo>
                  <a:lnTo>
                    <a:pt x="3112339" y="3241507"/>
                  </a:lnTo>
                  <a:lnTo>
                    <a:pt x="3112465" y="3241507"/>
                  </a:lnTo>
                  <a:lnTo>
                    <a:pt x="3112844" y="3241507"/>
                  </a:lnTo>
                  <a:lnTo>
                    <a:pt x="3113097" y="3241507"/>
                  </a:lnTo>
                  <a:lnTo>
                    <a:pt x="3113223" y="3241507"/>
                  </a:lnTo>
                  <a:lnTo>
                    <a:pt x="3113349" y="3241507"/>
                  </a:lnTo>
                  <a:lnTo>
                    <a:pt x="3113728" y="3241507"/>
                  </a:lnTo>
                  <a:lnTo>
                    <a:pt x="3114107" y="3241507"/>
                  </a:lnTo>
                  <a:lnTo>
                    <a:pt x="3114612" y="3241507"/>
                  </a:lnTo>
                  <a:lnTo>
                    <a:pt x="3116506" y="3241507"/>
                  </a:lnTo>
                  <a:lnTo>
                    <a:pt x="3116632" y="3241507"/>
                  </a:lnTo>
                  <a:lnTo>
                    <a:pt x="3116758" y="3241507"/>
                  </a:lnTo>
                  <a:lnTo>
                    <a:pt x="3117137" y="3241507"/>
                  </a:lnTo>
                  <a:lnTo>
                    <a:pt x="3117389" y="3241507"/>
                  </a:lnTo>
                  <a:lnTo>
                    <a:pt x="3117768" y="3241507"/>
                  </a:lnTo>
                  <a:lnTo>
                    <a:pt x="3118021" y="3241507"/>
                  </a:lnTo>
                  <a:lnTo>
                    <a:pt x="3118147" y="3241507"/>
                  </a:lnTo>
                  <a:lnTo>
                    <a:pt x="3118399" y="3241507"/>
                  </a:lnTo>
                  <a:lnTo>
                    <a:pt x="3118652" y="3241507"/>
                  </a:lnTo>
                  <a:lnTo>
                    <a:pt x="3119157" y="3236596"/>
                  </a:lnTo>
                  <a:lnTo>
                    <a:pt x="3119662" y="3236596"/>
                  </a:lnTo>
                  <a:lnTo>
                    <a:pt x="3119915" y="3236596"/>
                  </a:lnTo>
                  <a:lnTo>
                    <a:pt x="3120293" y="3236596"/>
                  </a:lnTo>
                  <a:lnTo>
                    <a:pt x="3120420" y="3236596"/>
                  </a:lnTo>
                  <a:lnTo>
                    <a:pt x="3120546" y="3236596"/>
                  </a:lnTo>
                  <a:lnTo>
                    <a:pt x="3120672" y="3236596"/>
                  </a:lnTo>
                  <a:lnTo>
                    <a:pt x="3120798" y="3236596"/>
                  </a:lnTo>
                  <a:lnTo>
                    <a:pt x="3121177" y="3236596"/>
                  </a:lnTo>
                  <a:lnTo>
                    <a:pt x="3121430" y="3236596"/>
                  </a:lnTo>
                  <a:lnTo>
                    <a:pt x="3121556" y="3236596"/>
                  </a:lnTo>
                  <a:lnTo>
                    <a:pt x="3121682" y="3236596"/>
                  </a:lnTo>
                  <a:lnTo>
                    <a:pt x="3121808" y="3236596"/>
                  </a:lnTo>
                  <a:lnTo>
                    <a:pt x="3121935" y="3236596"/>
                  </a:lnTo>
                  <a:lnTo>
                    <a:pt x="3122187" y="3231684"/>
                  </a:lnTo>
                  <a:lnTo>
                    <a:pt x="3125091" y="3221861"/>
                  </a:lnTo>
                  <a:lnTo>
                    <a:pt x="3125344" y="3221861"/>
                  </a:lnTo>
                  <a:lnTo>
                    <a:pt x="3125470" y="3221861"/>
                  </a:lnTo>
                  <a:lnTo>
                    <a:pt x="3125596" y="3221861"/>
                  </a:lnTo>
                  <a:lnTo>
                    <a:pt x="3125849" y="3221861"/>
                  </a:lnTo>
                  <a:lnTo>
                    <a:pt x="3125975" y="3221861"/>
                  </a:lnTo>
                  <a:lnTo>
                    <a:pt x="3126101" y="3221861"/>
                  </a:lnTo>
                  <a:lnTo>
                    <a:pt x="3126354" y="3221861"/>
                  </a:lnTo>
                  <a:lnTo>
                    <a:pt x="3126606" y="3221861"/>
                  </a:lnTo>
                  <a:lnTo>
                    <a:pt x="3126859" y="3221861"/>
                  </a:lnTo>
                  <a:lnTo>
                    <a:pt x="3127111" y="3221861"/>
                  </a:lnTo>
                  <a:lnTo>
                    <a:pt x="3127364" y="3221861"/>
                  </a:lnTo>
                  <a:lnTo>
                    <a:pt x="3127742" y="3221861"/>
                  </a:lnTo>
                  <a:lnTo>
                    <a:pt x="3127995" y="3221861"/>
                  </a:lnTo>
                  <a:lnTo>
                    <a:pt x="3128247" y="3221861"/>
                  </a:lnTo>
                  <a:lnTo>
                    <a:pt x="3128374" y="3216950"/>
                  </a:lnTo>
                  <a:lnTo>
                    <a:pt x="3128626" y="3216950"/>
                  </a:lnTo>
                  <a:lnTo>
                    <a:pt x="3128752" y="3216950"/>
                  </a:lnTo>
                  <a:lnTo>
                    <a:pt x="3128879" y="3216950"/>
                  </a:lnTo>
                  <a:lnTo>
                    <a:pt x="3129258" y="3216950"/>
                  </a:lnTo>
                  <a:lnTo>
                    <a:pt x="3129384" y="3216950"/>
                  </a:lnTo>
                  <a:lnTo>
                    <a:pt x="3129510" y="3216950"/>
                  </a:lnTo>
                  <a:lnTo>
                    <a:pt x="3129636" y="3216950"/>
                  </a:lnTo>
                  <a:lnTo>
                    <a:pt x="3129763" y="3216950"/>
                  </a:lnTo>
                  <a:lnTo>
                    <a:pt x="3130394" y="3216950"/>
                  </a:lnTo>
                  <a:lnTo>
                    <a:pt x="3130646" y="3216950"/>
                  </a:lnTo>
                  <a:lnTo>
                    <a:pt x="3131278" y="3216950"/>
                  </a:lnTo>
                  <a:lnTo>
                    <a:pt x="3131530" y="3216950"/>
                  </a:lnTo>
                  <a:lnTo>
                    <a:pt x="3131656" y="3216950"/>
                  </a:lnTo>
                  <a:lnTo>
                    <a:pt x="3131909" y="3216950"/>
                  </a:lnTo>
                  <a:lnTo>
                    <a:pt x="3132793" y="3216950"/>
                  </a:lnTo>
                  <a:lnTo>
                    <a:pt x="3133171" y="3216950"/>
                  </a:lnTo>
                  <a:lnTo>
                    <a:pt x="3133676" y="3216950"/>
                  </a:lnTo>
                  <a:lnTo>
                    <a:pt x="3134182" y="3216950"/>
                  </a:lnTo>
                  <a:lnTo>
                    <a:pt x="3134813" y="3216950"/>
                  </a:lnTo>
                  <a:lnTo>
                    <a:pt x="3134939" y="3216950"/>
                  </a:lnTo>
                  <a:lnTo>
                    <a:pt x="3135444" y="3216950"/>
                  </a:lnTo>
                  <a:lnTo>
                    <a:pt x="3135570" y="3216950"/>
                  </a:lnTo>
                  <a:lnTo>
                    <a:pt x="3135697" y="3216950"/>
                  </a:lnTo>
                  <a:lnTo>
                    <a:pt x="3135949" y="3216950"/>
                  </a:lnTo>
                  <a:lnTo>
                    <a:pt x="3136075" y="3216950"/>
                  </a:lnTo>
                  <a:lnTo>
                    <a:pt x="3136454" y="3216950"/>
                  </a:lnTo>
                  <a:lnTo>
                    <a:pt x="3136580" y="3216950"/>
                  </a:lnTo>
                  <a:lnTo>
                    <a:pt x="3136707" y="3216950"/>
                  </a:lnTo>
                  <a:lnTo>
                    <a:pt x="3136833" y="3216950"/>
                  </a:lnTo>
                  <a:lnTo>
                    <a:pt x="3137212" y="3216950"/>
                  </a:lnTo>
                  <a:lnTo>
                    <a:pt x="3137464" y="3216950"/>
                  </a:lnTo>
                  <a:lnTo>
                    <a:pt x="3137590" y="3216950"/>
                  </a:lnTo>
                  <a:lnTo>
                    <a:pt x="3138474" y="3216950"/>
                  </a:lnTo>
                  <a:lnTo>
                    <a:pt x="3138600" y="3216950"/>
                  </a:lnTo>
                  <a:lnTo>
                    <a:pt x="3138727" y="3216950"/>
                  </a:lnTo>
                  <a:lnTo>
                    <a:pt x="3138853" y="3216950"/>
                  </a:lnTo>
                  <a:lnTo>
                    <a:pt x="3139484" y="3216950"/>
                  </a:lnTo>
                  <a:lnTo>
                    <a:pt x="3139484" y="3212039"/>
                  </a:lnTo>
                  <a:lnTo>
                    <a:pt x="3139611" y="3212039"/>
                  </a:lnTo>
                  <a:lnTo>
                    <a:pt x="3139737" y="3212039"/>
                  </a:lnTo>
                  <a:lnTo>
                    <a:pt x="3139863" y="3212039"/>
                  </a:lnTo>
                  <a:lnTo>
                    <a:pt x="3139989" y="3212039"/>
                  </a:lnTo>
                  <a:lnTo>
                    <a:pt x="3140116" y="3212039"/>
                  </a:lnTo>
                  <a:lnTo>
                    <a:pt x="3140494" y="3212039"/>
                  </a:lnTo>
                  <a:lnTo>
                    <a:pt x="3141126" y="3212039"/>
                  </a:lnTo>
                  <a:lnTo>
                    <a:pt x="3141378" y="3212039"/>
                  </a:lnTo>
                  <a:lnTo>
                    <a:pt x="3141504" y="3212039"/>
                  </a:lnTo>
                  <a:lnTo>
                    <a:pt x="3141631" y="3212039"/>
                  </a:lnTo>
                  <a:lnTo>
                    <a:pt x="3141883" y="3212039"/>
                  </a:lnTo>
                  <a:lnTo>
                    <a:pt x="3142388" y="3212039"/>
                  </a:lnTo>
                  <a:lnTo>
                    <a:pt x="3142514" y="3212039"/>
                  </a:lnTo>
                  <a:lnTo>
                    <a:pt x="3142893" y="3212039"/>
                  </a:lnTo>
                  <a:lnTo>
                    <a:pt x="3143272" y="3212039"/>
                  </a:lnTo>
                  <a:lnTo>
                    <a:pt x="3143524" y="3212039"/>
                  </a:lnTo>
                  <a:lnTo>
                    <a:pt x="3143777" y="3212039"/>
                  </a:lnTo>
                  <a:lnTo>
                    <a:pt x="3144029" y="3212039"/>
                  </a:lnTo>
                  <a:lnTo>
                    <a:pt x="3144156" y="3212039"/>
                  </a:lnTo>
                  <a:lnTo>
                    <a:pt x="3144661" y="3212039"/>
                  </a:lnTo>
                  <a:lnTo>
                    <a:pt x="3144787" y="3212039"/>
                  </a:lnTo>
                  <a:lnTo>
                    <a:pt x="3145418" y="3212039"/>
                  </a:lnTo>
                  <a:lnTo>
                    <a:pt x="3145545" y="3212039"/>
                  </a:lnTo>
                  <a:lnTo>
                    <a:pt x="3145671" y="3212039"/>
                  </a:lnTo>
                  <a:lnTo>
                    <a:pt x="3145923" y="3212039"/>
                  </a:lnTo>
                  <a:lnTo>
                    <a:pt x="3146302" y="3212039"/>
                  </a:lnTo>
                  <a:lnTo>
                    <a:pt x="3146428" y="3212039"/>
                  </a:lnTo>
                  <a:lnTo>
                    <a:pt x="3146807" y="3212039"/>
                  </a:lnTo>
                  <a:lnTo>
                    <a:pt x="3147817" y="3212039"/>
                  </a:lnTo>
                  <a:lnTo>
                    <a:pt x="3147943" y="3212039"/>
                  </a:lnTo>
                  <a:lnTo>
                    <a:pt x="3148070" y="3212039"/>
                  </a:lnTo>
                  <a:lnTo>
                    <a:pt x="3148322" y="3212039"/>
                  </a:lnTo>
                  <a:lnTo>
                    <a:pt x="3148448" y="3212039"/>
                  </a:lnTo>
                  <a:lnTo>
                    <a:pt x="3148701" y="3212039"/>
                  </a:lnTo>
                  <a:lnTo>
                    <a:pt x="3149585" y="3212039"/>
                  </a:lnTo>
                  <a:lnTo>
                    <a:pt x="3149711" y="3212039"/>
                  </a:lnTo>
                  <a:lnTo>
                    <a:pt x="3149837" y="3212039"/>
                  </a:lnTo>
                  <a:lnTo>
                    <a:pt x="3149964" y="3212039"/>
                  </a:lnTo>
                  <a:lnTo>
                    <a:pt x="3150090" y="3212039"/>
                  </a:lnTo>
                  <a:lnTo>
                    <a:pt x="3150595" y="3212039"/>
                  </a:lnTo>
                  <a:lnTo>
                    <a:pt x="3151479" y="3212039"/>
                  </a:lnTo>
                  <a:lnTo>
                    <a:pt x="3151731" y="3212039"/>
                  </a:lnTo>
                  <a:lnTo>
                    <a:pt x="3152110" y="3212039"/>
                  </a:lnTo>
                  <a:lnTo>
                    <a:pt x="3152236" y="3212039"/>
                  </a:lnTo>
                  <a:lnTo>
                    <a:pt x="3152362" y="3212039"/>
                  </a:lnTo>
                  <a:lnTo>
                    <a:pt x="3152615" y="3212039"/>
                  </a:lnTo>
                  <a:lnTo>
                    <a:pt x="3152867" y="3212039"/>
                  </a:lnTo>
                  <a:lnTo>
                    <a:pt x="3153246" y="3212039"/>
                  </a:lnTo>
                  <a:lnTo>
                    <a:pt x="3153372" y="3212039"/>
                  </a:lnTo>
                  <a:lnTo>
                    <a:pt x="3153877" y="3212039"/>
                  </a:lnTo>
                  <a:lnTo>
                    <a:pt x="3154004" y="3212039"/>
                  </a:lnTo>
                  <a:lnTo>
                    <a:pt x="3154256" y="3212039"/>
                  </a:lnTo>
                  <a:lnTo>
                    <a:pt x="3154382" y="3212039"/>
                  </a:lnTo>
                  <a:lnTo>
                    <a:pt x="3155140" y="3212039"/>
                  </a:lnTo>
                  <a:lnTo>
                    <a:pt x="3155266" y="3212039"/>
                  </a:lnTo>
                  <a:lnTo>
                    <a:pt x="3155393" y="3212039"/>
                  </a:lnTo>
                  <a:lnTo>
                    <a:pt x="3155898" y="3207127"/>
                  </a:lnTo>
                  <a:lnTo>
                    <a:pt x="3156024" y="3207127"/>
                  </a:lnTo>
                  <a:lnTo>
                    <a:pt x="3156403" y="3207127"/>
                  </a:lnTo>
                  <a:lnTo>
                    <a:pt x="3157034" y="3207127"/>
                  </a:lnTo>
                  <a:lnTo>
                    <a:pt x="3157160" y="3207127"/>
                  </a:lnTo>
                  <a:lnTo>
                    <a:pt x="3157665" y="3207127"/>
                  </a:lnTo>
                  <a:lnTo>
                    <a:pt x="3157918" y="3207127"/>
                  </a:lnTo>
                  <a:lnTo>
                    <a:pt x="3158044" y="3207127"/>
                  </a:lnTo>
                  <a:lnTo>
                    <a:pt x="3158170" y="3207127"/>
                  </a:lnTo>
                  <a:lnTo>
                    <a:pt x="3158423" y="3207127"/>
                  </a:lnTo>
                  <a:lnTo>
                    <a:pt x="3158801" y="3207127"/>
                  </a:lnTo>
                  <a:lnTo>
                    <a:pt x="3159559" y="3202216"/>
                  </a:lnTo>
                  <a:lnTo>
                    <a:pt x="3159812" y="3202216"/>
                  </a:lnTo>
                  <a:lnTo>
                    <a:pt x="3159938" y="3202216"/>
                  </a:lnTo>
                  <a:lnTo>
                    <a:pt x="3160569" y="3202216"/>
                  </a:lnTo>
                  <a:lnTo>
                    <a:pt x="3160695" y="3202216"/>
                  </a:lnTo>
                  <a:lnTo>
                    <a:pt x="3160948" y="3202216"/>
                  </a:lnTo>
                  <a:lnTo>
                    <a:pt x="3161327" y="3197305"/>
                  </a:lnTo>
                  <a:lnTo>
                    <a:pt x="3161453" y="3197305"/>
                  </a:lnTo>
                  <a:lnTo>
                    <a:pt x="3161832" y="3197305"/>
                  </a:lnTo>
                  <a:lnTo>
                    <a:pt x="3161958" y="3197305"/>
                  </a:lnTo>
                  <a:lnTo>
                    <a:pt x="3161958" y="3192393"/>
                  </a:lnTo>
                  <a:lnTo>
                    <a:pt x="3162463" y="3192393"/>
                  </a:lnTo>
                  <a:lnTo>
                    <a:pt x="3162589" y="3192393"/>
                  </a:lnTo>
                  <a:lnTo>
                    <a:pt x="3163599" y="3192393"/>
                  </a:lnTo>
                  <a:lnTo>
                    <a:pt x="3163725" y="3192393"/>
                  </a:lnTo>
                  <a:lnTo>
                    <a:pt x="3164104" y="3192393"/>
                  </a:lnTo>
                  <a:lnTo>
                    <a:pt x="3164357" y="3192393"/>
                  </a:lnTo>
                  <a:lnTo>
                    <a:pt x="3165114" y="3192393"/>
                  </a:lnTo>
                  <a:lnTo>
                    <a:pt x="3165493" y="3192393"/>
                  </a:lnTo>
                  <a:lnTo>
                    <a:pt x="3165746" y="3192393"/>
                  </a:lnTo>
                  <a:lnTo>
                    <a:pt x="3165872" y="3192393"/>
                  </a:lnTo>
                  <a:lnTo>
                    <a:pt x="3165998" y="3192393"/>
                  </a:lnTo>
                  <a:lnTo>
                    <a:pt x="3166251" y="3192393"/>
                  </a:lnTo>
                  <a:lnTo>
                    <a:pt x="3166377" y="3192393"/>
                  </a:lnTo>
                  <a:lnTo>
                    <a:pt x="3166503" y="3192393"/>
                  </a:lnTo>
                  <a:lnTo>
                    <a:pt x="3166756" y="3192393"/>
                  </a:lnTo>
                  <a:lnTo>
                    <a:pt x="3166882" y="3192393"/>
                  </a:lnTo>
                  <a:lnTo>
                    <a:pt x="3167134" y="3192393"/>
                  </a:lnTo>
                  <a:lnTo>
                    <a:pt x="3167261" y="3192393"/>
                  </a:lnTo>
                  <a:lnTo>
                    <a:pt x="3167387" y="3192393"/>
                  </a:lnTo>
                  <a:lnTo>
                    <a:pt x="3167639" y="3192393"/>
                  </a:lnTo>
                  <a:lnTo>
                    <a:pt x="3168397" y="3192393"/>
                  </a:lnTo>
                  <a:lnTo>
                    <a:pt x="3168649" y="3192393"/>
                  </a:lnTo>
                  <a:lnTo>
                    <a:pt x="3168776" y="3192393"/>
                  </a:lnTo>
                  <a:lnTo>
                    <a:pt x="3169407" y="3192393"/>
                  </a:lnTo>
                  <a:lnTo>
                    <a:pt x="3169659" y="3192393"/>
                  </a:lnTo>
                  <a:lnTo>
                    <a:pt x="3169786" y="3192393"/>
                  </a:lnTo>
                  <a:lnTo>
                    <a:pt x="3170038" y="3187482"/>
                  </a:lnTo>
                  <a:lnTo>
                    <a:pt x="3170417" y="3187482"/>
                  </a:lnTo>
                  <a:lnTo>
                    <a:pt x="3170543" y="3187482"/>
                  </a:lnTo>
                  <a:lnTo>
                    <a:pt x="3170670" y="3187482"/>
                  </a:lnTo>
                  <a:lnTo>
                    <a:pt x="3171806" y="3182570"/>
                  </a:lnTo>
                  <a:lnTo>
                    <a:pt x="3172185" y="3182570"/>
                  </a:lnTo>
                  <a:lnTo>
                    <a:pt x="3172563" y="3182570"/>
                  </a:lnTo>
                  <a:lnTo>
                    <a:pt x="3172690" y="3182570"/>
                  </a:lnTo>
                  <a:lnTo>
                    <a:pt x="3172816" y="3177659"/>
                  </a:lnTo>
                  <a:lnTo>
                    <a:pt x="3172942" y="3177659"/>
                  </a:lnTo>
                  <a:lnTo>
                    <a:pt x="3173195" y="3177659"/>
                  </a:lnTo>
                  <a:lnTo>
                    <a:pt x="3173321" y="3177659"/>
                  </a:lnTo>
                  <a:lnTo>
                    <a:pt x="3174205" y="3177659"/>
                  </a:lnTo>
                  <a:lnTo>
                    <a:pt x="3174331" y="3177659"/>
                  </a:lnTo>
                  <a:lnTo>
                    <a:pt x="3174457" y="3177659"/>
                  </a:lnTo>
                  <a:lnTo>
                    <a:pt x="3174710" y="3177659"/>
                  </a:lnTo>
                  <a:lnTo>
                    <a:pt x="3174836" y="3177659"/>
                  </a:lnTo>
                  <a:lnTo>
                    <a:pt x="3175088" y="3177659"/>
                  </a:lnTo>
                  <a:lnTo>
                    <a:pt x="3175215" y="3177659"/>
                  </a:lnTo>
                  <a:lnTo>
                    <a:pt x="3175341" y="3177659"/>
                  </a:lnTo>
                  <a:lnTo>
                    <a:pt x="3175594" y="3177659"/>
                  </a:lnTo>
                  <a:lnTo>
                    <a:pt x="3175720" y="3177659"/>
                  </a:lnTo>
                  <a:lnTo>
                    <a:pt x="3177361" y="3177659"/>
                  </a:lnTo>
                  <a:lnTo>
                    <a:pt x="3177487" y="3177659"/>
                  </a:lnTo>
                  <a:lnTo>
                    <a:pt x="3177614" y="3177659"/>
                  </a:lnTo>
                  <a:lnTo>
                    <a:pt x="3177740" y="3177659"/>
                  </a:lnTo>
                  <a:lnTo>
                    <a:pt x="3177866" y="3177659"/>
                  </a:lnTo>
                  <a:lnTo>
                    <a:pt x="3177992" y="3177659"/>
                  </a:lnTo>
                  <a:lnTo>
                    <a:pt x="3178119" y="3177659"/>
                  </a:lnTo>
                  <a:lnTo>
                    <a:pt x="3178245" y="3177659"/>
                  </a:lnTo>
                  <a:lnTo>
                    <a:pt x="3178497" y="3177659"/>
                  </a:lnTo>
                  <a:lnTo>
                    <a:pt x="3178750" y="3177659"/>
                  </a:lnTo>
                  <a:lnTo>
                    <a:pt x="3179002" y="3177659"/>
                  </a:lnTo>
                  <a:lnTo>
                    <a:pt x="3179129" y="3177659"/>
                  </a:lnTo>
                  <a:lnTo>
                    <a:pt x="3179255" y="3177659"/>
                  </a:lnTo>
                  <a:lnTo>
                    <a:pt x="3179760" y="3177659"/>
                  </a:lnTo>
                  <a:lnTo>
                    <a:pt x="3179886" y="3177659"/>
                  </a:lnTo>
                  <a:lnTo>
                    <a:pt x="3180518" y="3177659"/>
                  </a:lnTo>
                  <a:lnTo>
                    <a:pt x="3180644" y="3177659"/>
                  </a:lnTo>
                  <a:lnTo>
                    <a:pt x="3180770" y="3177659"/>
                  </a:lnTo>
                  <a:lnTo>
                    <a:pt x="3181023" y="3172748"/>
                  </a:lnTo>
                  <a:lnTo>
                    <a:pt x="3182033" y="3172748"/>
                  </a:lnTo>
                  <a:lnTo>
                    <a:pt x="3182285" y="3172748"/>
                  </a:lnTo>
                  <a:lnTo>
                    <a:pt x="3182411" y="3172748"/>
                  </a:lnTo>
                  <a:lnTo>
                    <a:pt x="3182538" y="3172748"/>
                  </a:lnTo>
                  <a:lnTo>
                    <a:pt x="3182538" y="3167836"/>
                  </a:lnTo>
                  <a:lnTo>
                    <a:pt x="3182664" y="3167836"/>
                  </a:lnTo>
                  <a:lnTo>
                    <a:pt x="3183043" y="3167836"/>
                  </a:lnTo>
                  <a:lnTo>
                    <a:pt x="3183169" y="3167836"/>
                  </a:lnTo>
                  <a:lnTo>
                    <a:pt x="3183926" y="3167836"/>
                  </a:lnTo>
                  <a:lnTo>
                    <a:pt x="3184305" y="3167836"/>
                  </a:lnTo>
                  <a:lnTo>
                    <a:pt x="3184431" y="3167836"/>
                  </a:lnTo>
                  <a:lnTo>
                    <a:pt x="3184684" y="3167836"/>
                  </a:lnTo>
                  <a:lnTo>
                    <a:pt x="3184810" y="3167836"/>
                  </a:lnTo>
                  <a:lnTo>
                    <a:pt x="3185189" y="3167836"/>
                  </a:lnTo>
                  <a:lnTo>
                    <a:pt x="3185315" y="3167836"/>
                  </a:lnTo>
                  <a:lnTo>
                    <a:pt x="3186073" y="3167836"/>
                  </a:lnTo>
                  <a:lnTo>
                    <a:pt x="3187588" y="3162925"/>
                  </a:lnTo>
                  <a:lnTo>
                    <a:pt x="3187714" y="3162925"/>
                  </a:lnTo>
                  <a:lnTo>
                    <a:pt x="3187967" y="3162925"/>
                  </a:lnTo>
                  <a:lnTo>
                    <a:pt x="3188598" y="3162925"/>
                  </a:lnTo>
                  <a:lnTo>
                    <a:pt x="3188850" y="3162925"/>
                  </a:lnTo>
                  <a:lnTo>
                    <a:pt x="3189103" y="3162925"/>
                  </a:lnTo>
                  <a:lnTo>
                    <a:pt x="3189355" y="3162925"/>
                  </a:lnTo>
                  <a:lnTo>
                    <a:pt x="3189482" y="3162925"/>
                  </a:lnTo>
                  <a:lnTo>
                    <a:pt x="3190492" y="3162925"/>
                  </a:lnTo>
                  <a:lnTo>
                    <a:pt x="3190744" y="3162925"/>
                  </a:lnTo>
                  <a:lnTo>
                    <a:pt x="3190871" y="3162925"/>
                  </a:lnTo>
                  <a:lnTo>
                    <a:pt x="3190997" y="3162925"/>
                  </a:lnTo>
                  <a:lnTo>
                    <a:pt x="3191123" y="3162925"/>
                  </a:lnTo>
                  <a:lnTo>
                    <a:pt x="3191249" y="3162925"/>
                  </a:lnTo>
                  <a:lnTo>
                    <a:pt x="3191376" y="3162925"/>
                  </a:lnTo>
                  <a:lnTo>
                    <a:pt x="3191628" y="3162925"/>
                  </a:lnTo>
                  <a:lnTo>
                    <a:pt x="3192007" y="3162925"/>
                  </a:lnTo>
                  <a:lnTo>
                    <a:pt x="3192386" y="3162925"/>
                  </a:lnTo>
                  <a:lnTo>
                    <a:pt x="3192638" y="3162925"/>
                  </a:lnTo>
                  <a:lnTo>
                    <a:pt x="3193017" y="3162925"/>
                  </a:lnTo>
                  <a:lnTo>
                    <a:pt x="3193143" y="3162925"/>
                  </a:lnTo>
                  <a:lnTo>
                    <a:pt x="3193774" y="3162925"/>
                  </a:lnTo>
                  <a:lnTo>
                    <a:pt x="3194279" y="3162925"/>
                  </a:lnTo>
                  <a:lnTo>
                    <a:pt x="3194406" y="3162925"/>
                  </a:lnTo>
                  <a:lnTo>
                    <a:pt x="3195163" y="3162925"/>
                  </a:lnTo>
                  <a:lnTo>
                    <a:pt x="3195289" y="3162925"/>
                  </a:lnTo>
                  <a:lnTo>
                    <a:pt x="3195542" y="3162925"/>
                  </a:lnTo>
                  <a:lnTo>
                    <a:pt x="3195668" y="3162925"/>
                  </a:lnTo>
                  <a:lnTo>
                    <a:pt x="3195794" y="3162925"/>
                  </a:lnTo>
                  <a:lnTo>
                    <a:pt x="3196047" y="3162925"/>
                  </a:lnTo>
                  <a:lnTo>
                    <a:pt x="3196173" y="3162925"/>
                  </a:lnTo>
                  <a:lnTo>
                    <a:pt x="3196426" y="3162925"/>
                  </a:lnTo>
                  <a:lnTo>
                    <a:pt x="3196552" y="3162925"/>
                  </a:lnTo>
                  <a:lnTo>
                    <a:pt x="3197183" y="3162925"/>
                  </a:lnTo>
                  <a:lnTo>
                    <a:pt x="3197436" y="3162925"/>
                  </a:lnTo>
                  <a:lnTo>
                    <a:pt x="3197562" y="3162925"/>
                  </a:lnTo>
                  <a:lnTo>
                    <a:pt x="3197688" y="3162925"/>
                  </a:lnTo>
                  <a:lnTo>
                    <a:pt x="3198320" y="3162925"/>
                  </a:lnTo>
                  <a:lnTo>
                    <a:pt x="3198698" y="3162925"/>
                  </a:lnTo>
                  <a:lnTo>
                    <a:pt x="3198951" y="3162925"/>
                  </a:lnTo>
                  <a:lnTo>
                    <a:pt x="3199203" y="3162925"/>
                  </a:lnTo>
                  <a:lnTo>
                    <a:pt x="3199330" y="3162925"/>
                  </a:lnTo>
                  <a:lnTo>
                    <a:pt x="3199456" y="3162925"/>
                  </a:lnTo>
                  <a:lnTo>
                    <a:pt x="3199582" y="3162925"/>
                  </a:lnTo>
                  <a:lnTo>
                    <a:pt x="3200592" y="3162925"/>
                  </a:lnTo>
                  <a:lnTo>
                    <a:pt x="3200718" y="3162925"/>
                  </a:lnTo>
                  <a:lnTo>
                    <a:pt x="3200845" y="3162925"/>
                  </a:lnTo>
                  <a:lnTo>
                    <a:pt x="3200971" y="3162925"/>
                  </a:lnTo>
                  <a:lnTo>
                    <a:pt x="3201097" y="3162925"/>
                  </a:lnTo>
                  <a:lnTo>
                    <a:pt x="3201476" y="3162925"/>
                  </a:lnTo>
                  <a:lnTo>
                    <a:pt x="3201981" y="3162925"/>
                  </a:lnTo>
                  <a:lnTo>
                    <a:pt x="3202234" y="3162925"/>
                  </a:lnTo>
                  <a:lnTo>
                    <a:pt x="3202360" y="3162925"/>
                  </a:lnTo>
                  <a:lnTo>
                    <a:pt x="3202612" y="3162925"/>
                  </a:lnTo>
                  <a:lnTo>
                    <a:pt x="3202865" y="3162925"/>
                  </a:lnTo>
                  <a:lnTo>
                    <a:pt x="3203117" y="3162925"/>
                  </a:lnTo>
                  <a:lnTo>
                    <a:pt x="3203496" y="3162925"/>
                  </a:lnTo>
                  <a:lnTo>
                    <a:pt x="3204254" y="3162925"/>
                  </a:lnTo>
                  <a:lnTo>
                    <a:pt x="3204254" y="3158014"/>
                  </a:lnTo>
                  <a:lnTo>
                    <a:pt x="3205011" y="3158014"/>
                  </a:lnTo>
                  <a:lnTo>
                    <a:pt x="3205264" y="3158014"/>
                  </a:lnTo>
                  <a:lnTo>
                    <a:pt x="3205390" y="3158014"/>
                  </a:lnTo>
                  <a:lnTo>
                    <a:pt x="3205516" y="3158014"/>
                  </a:lnTo>
                  <a:lnTo>
                    <a:pt x="3205642" y="3158014"/>
                  </a:lnTo>
                  <a:lnTo>
                    <a:pt x="3205895" y="3158014"/>
                  </a:lnTo>
                  <a:lnTo>
                    <a:pt x="3206021" y="3158014"/>
                  </a:lnTo>
                  <a:lnTo>
                    <a:pt x="3206779" y="3158014"/>
                  </a:lnTo>
                  <a:lnTo>
                    <a:pt x="3207031" y="3158014"/>
                  </a:lnTo>
                  <a:lnTo>
                    <a:pt x="3207158" y="3158014"/>
                  </a:lnTo>
                  <a:lnTo>
                    <a:pt x="3207663" y="3158014"/>
                  </a:lnTo>
                  <a:lnTo>
                    <a:pt x="3207789" y="3158014"/>
                  </a:lnTo>
                  <a:lnTo>
                    <a:pt x="3207915" y="3158014"/>
                  </a:lnTo>
                  <a:lnTo>
                    <a:pt x="3208041" y="3158014"/>
                  </a:lnTo>
                  <a:lnTo>
                    <a:pt x="3208294" y="3158014"/>
                  </a:lnTo>
                  <a:lnTo>
                    <a:pt x="3208420" y="3158014"/>
                  </a:lnTo>
                  <a:lnTo>
                    <a:pt x="3208546" y="3158014"/>
                  </a:lnTo>
                  <a:lnTo>
                    <a:pt x="3208799" y="3158014"/>
                  </a:lnTo>
                  <a:lnTo>
                    <a:pt x="3208925" y="3158014"/>
                  </a:lnTo>
                  <a:lnTo>
                    <a:pt x="3209430" y="3158014"/>
                  </a:lnTo>
                  <a:lnTo>
                    <a:pt x="3210188" y="3153102"/>
                  </a:lnTo>
                  <a:lnTo>
                    <a:pt x="3210693" y="3153102"/>
                  </a:lnTo>
                  <a:lnTo>
                    <a:pt x="3210819" y="3153102"/>
                  </a:lnTo>
                  <a:lnTo>
                    <a:pt x="3210945" y="3153102"/>
                  </a:lnTo>
                  <a:lnTo>
                    <a:pt x="3211071" y="3153102"/>
                  </a:lnTo>
                  <a:lnTo>
                    <a:pt x="3211198" y="3153102"/>
                  </a:lnTo>
                  <a:lnTo>
                    <a:pt x="3211450" y="3153102"/>
                  </a:lnTo>
                  <a:lnTo>
                    <a:pt x="3211829" y="3153102"/>
                  </a:lnTo>
                  <a:lnTo>
                    <a:pt x="3211955" y="3153102"/>
                  </a:lnTo>
                  <a:lnTo>
                    <a:pt x="3212334" y="3153102"/>
                  </a:lnTo>
                  <a:lnTo>
                    <a:pt x="3212460" y="3153102"/>
                  </a:lnTo>
                  <a:lnTo>
                    <a:pt x="3213597" y="3153102"/>
                  </a:lnTo>
                  <a:lnTo>
                    <a:pt x="3213849" y="3153102"/>
                  </a:lnTo>
                  <a:lnTo>
                    <a:pt x="3213975" y="3153102"/>
                  </a:lnTo>
                  <a:lnTo>
                    <a:pt x="3214228" y="3153102"/>
                  </a:lnTo>
                  <a:lnTo>
                    <a:pt x="3214480" y="3153102"/>
                  </a:lnTo>
                  <a:lnTo>
                    <a:pt x="3214733" y="3153102"/>
                  </a:lnTo>
                  <a:lnTo>
                    <a:pt x="3214859" y="3153102"/>
                  </a:lnTo>
                  <a:lnTo>
                    <a:pt x="3214985" y="3153102"/>
                  </a:lnTo>
                  <a:lnTo>
                    <a:pt x="3215617" y="3153102"/>
                  </a:lnTo>
                  <a:lnTo>
                    <a:pt x="3215995" y="3153102"/>
                  </a:lnTo>
                  <a:lnTo>
                    <a:pt x="3216248" y="3153102"/>
                  </a:lnTo>
                  <a:lnTo>
                    <a:pt x="3216501" y="3153102"/>
                  </a:lnTo>
                  <a:lnTo>
                    <a:pt x="3216753" y="3153102"/>
                  </a:lnTo>
                  <a:lnTo>
                    <a:pt x="3217006" y="3153102"/>
                  </a:lnTo>
                  <a:lnTo>
                    <a:pt x="3217132" y="3153102"/>
                  </a:lnTo>
                  <a:lnTo>
                    <a:pt x="3217258" y="3153102"/>
                  </a:lnTo>
                  <a:lnTo>
                    <a:pt x="3217763" y="3148191"/>
                  </a:lnTo>
                  <a:lnTo>
                    <a:pt x="3217889" y="3148191"/>
                  </a:lnTo>
                  <a:lnTo>
                    <a:pt x="3218016" y="3148191"/>
                  </a:lnTo>
                  <a:lnTo>
                    <a:pt x="3218899" y="3148191"/>
                  </a:lnTo>
                  <a:lnTo>
                    <a:pt x="3219026" y="3148191"/>
                  </a:lnTo>
                  <a:lnTo>
                    <a:pt x="3219278" y="3148191"/>
                  </a:lnTo>
                  <a:lnTo>
                    <a:pt x="3219404" y="3148191"/>
                  </a:lnTo>
                  <a:lnTo>
                    <a:pt x="3220036" y="3148191"/>
                  </a:lnTo>
                  <a:lnTo>
                    <a:pt x="3220162" y="3143279"/>
                  </a:lnTo>
                  <a:lnTo>
                    <a:pt x="3220288" y="3143279"/>
                  </a:lnTo>
                  <a:lnTo>
                    <a:pt x="3220541" y="3143279"/>
                  </a:lnTo>
                  <a:lnTo>
                    <a:pt x="3220667" y="3143279"/>
                  </a:lnTo>
                  <a:lnTo>
                    <a:pt x="3220793" y="3143279"/>
                  </a:lnTo>
                  <a:lnTo>
                    <a:pt x="3221172" y="3143279"/>
                  </a:lnTo>
                  <a:lnTo>
                    <a:pt x="3221424" y="3138368"/>
                  </a:lnTo>
                  <a:lnTo>
                    <a:pt x="3221803" y="3138368"/>
                  </a:lnTo>
                  <a:lnTo>
                    <a:pt x="3222182" y="3138368"/>
                  </a:lnTo>
                  <a:lnTo>
                    <a:pt x="3222308" y="3138368"/>
                  </a:lnTo>
                  <a:lnTo>
                    <a:pt x="3222435" y="3138368"/>
                  </a:lnTo>
                  <a:lnTo>
                    <a:pt x="3222687" y="3138368"/>
                  </a:lnTo>
                  <a:lnTo>
                    <a:pt x="3223697" y="3138368"/>
                  </a:lnTo>
                  <a:lnTo>
                    <a:pt x="3223823" y="3138368"/>
                  </a:lnTo>
                  <a:lnTo>
                    <a:pt x="3223950" y="3138368"/>
                  </a:lnTo>
                  <a:lnTo>
                    <a:pt x="3223950" y="3133457"/>
                  </a:lnTo>
                  <a:lnTo>
                    <a:pt x="3224202" y="3133457"/>
                  </a:lnTo>
                  <a:lnTo>
                    <a:pt x="3224328" y="3133457"/>
                  </a:lnTo>
                  <a:lnTo>
                    <a:pt x="3224455" y="3133457"/>
                  </a:lnTo>
                  <a:lnTo>
                    <a:pt x="3224833" y="3133457"/>
                  </a:lnTo>
                  <a:lnTo>
                    <a:pt x="3224960" y="3133457"/>
                  </a:lnTo>
                  <a:lnTo>
                    <a:pt x="3225338" y="3133457"/>
                  </a:lnTo>
                  <a:lnTo>
                    <a:pt x="3225465" y="3133457"/>
                  </a:lnTo>
                  <a:lnTo>
                    <a:pt x="3225843" y="3133457"/>
                  </a:lnTo>
                  <a:lnTo>
                    <a:pt x="3225970" y="3133457"/>
                  </a:lnTo>
                  <a:lnTo>
                    <a:pt x="3226096" y="3133457"/>
                  </a:lnTo>
                  <a:lnTo>
                    <a:pt x="3226222" y="3133457"/>
                  </a:lnTo>
                  <a:lnTo>
                    <a:pt x="3226980" y="3133457"/>
                  </a:lnTo>
                  <a:lnTo>
                    <a:pt x="3227106" y="3133457"/>
                  </a:lnTo>
                  <a:lnTo>
                    <a:pt x="3227359" y="3133457"/>
                  </a:lnTo>
                  <a:lnTo>
                    <a:pt x="3227864" y="3133457"/>
                  </a:lnTo>
                  <a:lnTo>
                    <a:pt x="3227990" y="3133457"/>
                  </a:lnTo>
                  <a:lnTo>
                    <a:pt x="3228116" y="3133457"/>
                  </a:lnTo>
                  <a:lnTo>
                    <a:pt x="3228621" y="3133457"/>
                  </a:lnTo>
                  <a:lnTo>
                    <a:pt x="3229000" y="3133457"/>
                  </a:lnTo>
                  <a:lnTo>
                    <a:pt x="3229126" y="3133457"/>
                  </a:lnTo>
                  <a:lnTo>
                    <a:pt x="3229252" y="3133457"/>
                  </a:lnTo>
                  <a:lnTo>
                    <a:pt x="3229505" y="3133457"/>
                  </a:lnTo>
                  <a:lnTo>
                    <a:pt x="3229631" y="3133457"/>
                  </a:lnTo>
                  <a:lnTo>
                    <a:pt x="3229757" y="3133457"/>
                  </a:lnTo>
                  <a:lnTo>
                    <a:pt x="3229884" y="3133457"/>
                  </a:lnTo>
                  <a:lnTo>
                    <a:pt x="3230262" y="3133457"/>
                  </a:lnTo>
                  <a:lnTo>
                    <a:pt x="3230515" y="3133457"/>
                  </a:lnTo>
                  <a:lnTo>
                    <a:pt x="3230641" y="3133457"/>
                  </a:lnTo>
                  <a:lnTo>
                    <a:pt x="3231777" y="3133457"/>
                  </a:lnTo>
                  <a:lnTo>
                    <a:pt x="3232283" y="3133457"/>
                  </a:lnTo>
                  <a:lnTo>
                    <a:pt x="3233166" y="3133457"/>
                  </a:lnTo>
                  <a:lnTo>
                    <a:pt x="3233419" y="3133457"/>
                  </a:lnTo>
                  <a:lnTo>
                    <a:pt x="3233545" y="3133457"/>
                  </a:lnTo>
                  <a:lnTo>
                    <a:pt x="3233671" y="3128545"/>
                  </a:lnTo>
                  <a:lnTo>
                    <a:pt x="3233798" y="3128545"/>
                  </a:lnTo>
                  <a:lnTo>
                    <a:pt x="3233924" y="3128545"/>
                  </a:lnTo>
                  <a:lnTo>
                    <a:pt x="3234050" y="3128545"/>
                  </a:lnTo>
                  <a:lnTo>
                    <a:pt x="3234176" y="3128545"/>
                  </a:lnTo>
                  <a:lnTo>
                    <a:pt x="3234303" y="3128545"/>
                  </a:lnTo>
                  <a:lnTo>
                    <a:pt x="3234429" y="3128545"/>
                  </a:lnTo>
                  <a:lnTo>
                    <a:pt x="3234555" y="3128545"/>
                  </a:lnTo>
                  <a:lnTo>
                    <a:pt x="3234681" y="3128545"/>
                  </a:lnTo>
                  <a:lnTo>
                    <a:pt x="3235186" y="3128545"/>
                  </a:lnTo>
                  <a:lnTo>
                    <a:pt x="3235313" y="3128545"/>
                  </a:lnTo>
                  <a:lnTo>
                    <a:pt x="3235691" y="3128545"/>
                  </a:lnTo>
                  <a:lnTo>
                    <a:pt x="3235944" y="3128545"/>
                  </a:lnTo>
                  <a:lnTo>
                    <a:pt x="3236070" y="3123634"/>
                  </a:lnTo>
                  <a:lnTo>
                    <a:pt x="3236575" y="3123634"/>
                  </a:lnTo>
                  <a:lnTo>
                    <a:pt x="3236701" y="3123634"/>
                  </a:lnTo>
                  <a:lnTo>
                    <a:pt x="3236828" y="3123634"/>
                  </a:lnTo>
                  <a:lnTo>
                    <a:pt x="3237080" y="3123634"/>
                  </a:lnTo>
                  <a:lnTo>
                    <a:pt x="3237459" y="3123634"/>
                  </a:lnTo>
                  <a:lnTo>
                    <a:pt x="3237585" y="3123634"/>
                  </a:lnTo>
                  <a:lnTo>
                    <a:pt x="3237712" y="3123634"/>
                  </a:lnTo>
                  <a:lnTo>
                    <a:pt x="3238469" y="3123634"/>
                  </a:lnTo>
                  <a:lnTo>
                    <a:pt x="3238595" y="3123634"/>
                  </a:lnTo>
                  <a:lnTo>
                    <a:pt x="3238722" y="3123634"/>
                  </a:lnTo>
                  <a:lnTo>
                    <a:pt x="3239100" y="3123634"/>
                  </a:lnTo>
                  <a:lnTo>
                    <a:pt x="3239605" y="3118723"/>
                  </a:lnTo>
                  <a:lnTo>
                    <a:pt x="3239858" y="3118723"/>
                  </a:lnTo>
                  <a:lnTo>
                    <a:pt x="3239984" y="3118723"/>
                  </a:lnTo>
                  <a:lnTo>
                    <a:pt x="3240363" y="3118723"/>
                  </a:lnTo>
                  <a:lnTo>
                    <a:pt x="3240615" y="3118723"/>
                  </a:lnTo>
                  <a:lnTo>
                    <a:pt x="3240742" y="3118723"/>
                  </a:lnTo>
                  <a:lnTo>
                    <a:pt x="3240868" y="3118723"/>
                  </a:lnTo>
                  <a:lnTo>
                    <a:pt x="3241120" y="3118723"/>
                  </a:lnTo>
                  <a:lnTo>
                    <a:pt x="3241247" y="3118723"/>
                  </a:lnTo>
                  <a:lnTo>
                    <a:pt x="3241373" y="3118723"/>
                  </a:lnTo>
                  <a:lnTo>
                    <a:pt x="3241625" y="3118723"/>
                  </a:lnTo>
                  <a:lnTo>
                    <a:pt x="3241752" y="3118723"/>
                  </a:lnTo>
                  <a:lnTo>
                    <a:pt x="3241878" y="3118723"/>
                  </a:lnTo>
                  <a:lnTo>
                    <a:pt x="3242130" y="3118723"/>
                  </a:lnTo>
                  <a:lnTo>
                    <a:pt x="3242383" y="3118723"/>
                  </a:lnTo>
                  <a:lnTo>
                    <a:pt x="3242509" y="3118723"/>
                  </a:lnTo>
                  <a:lnTo>
                    <a:pt x="3242888" y="3118723"/>
                  </a:lnTo>
                  <a:lnTo>
                    <a:pt x="3243014" y="3118723"/>
                  </a:lnTo>
                  <a:lnTo>
                    <a:pt x="3243267" y="3118723"/>
                  </a:lnTo>
                  <a:lnTo>
                    <a:pt x="3243393" y="3118723"/>
                  </a:lnTo>
                  <a:lnTo>
                    <a:pt x="3243772" y="3118723"/>
                  </a:lnTo>
                  <a:lnTo>
                    <a:pt x="3243898" y="3118723"/>
                  </a:lnTo>
                  <a:lnTo>
                    <a:pt x="3244151" y="3118723"/>
                  </a:lnTo>
                  <a:lnTo>
                    <a:pt x="3244277" y="3118723"/>
                  </a:lnTo>
                  <a:lnTo>
                    <a:pt x="3244529" y="3118723"/>
                  </a:lnTo>
                  <a:lnTo>
                    <a:pt x="3244656" y="3118723"/>
                  </a:lnTo>
                  <a:lnTo>
                    <a:pt x="3244782" y="3118723"/>
                  </a:lnTo>
                  <a:lnTo>
                    <a:pt x="3245034" y="3118723"/>
                  </a:lnTo>
                  <a:lnTo>
                    <a:pt x="3245287" y="3118723"/>
                  </a:lnTo>
                  <a:lnTo>
                    <a:pt x="3245539" y="3118723"/>
                  </a:lnTo>
                  <a:lnTo>
                    <a:pt x="3245918" y="3118723"/>
                  </a:lnTo>
                  <a:lnTo>
                    <a:pt x="3246044" y="3118723"/>
                  </a:lnTo>
                  <a:lnTo>
                    <a:pt x="3246297" y="3118723"/>
                  </a:lnTo>
                  <a:lnTo>
                    <a:pt x="3246423" y="3118723"/>
                  </a:lnTo>
                  <a:lnTo>
                    <a:pt x="3246549" y="3118723"/>
                  </a:lnTo>
                  <a:lnTo>
                    <a:pt x="3246676" y="3118723"/>
                  </a:lnTo>
                  <a:lnTo>
                    <a:pt x="3246802" y="3118723"/>
                  </a:lnTo>
                  <a:lnTo>
                    <a:pt x="3247307" y="3118723"/>
                  </a:lnTo>
                  <a:lnTo>
                    <a:pt x="3251852" y="3108900"/>
                  </a:lnTo>
                  <a:lnTo>
                    <a:pt x="3252105" y="3108900"/>
                  </a:lnTo>
                  <a:lnTo>
                    <a:pt x="3252610" y="3108900"/>
                  </a:lnTo>
                  <a:lnTo>
                    <a:pt x="3252989" y="3108900"/>
                  </a:lnTo>
                  <a:lnTo>
                    <a:pt x="3253115" y="3108900"/>
                  </a:lnTo>
                  <a:lnTo>
                    <a:pt x="3253241" y="3108900"/>
                  </a:lnTo>
                  <a:lnTo>
                    <a:pt x="3253367" y="3108900"/>
                  </a:lnTo>
                  <a:lnTo>
                    <a:pt x="3253746" y="3108900"/>
                  </a:lnTo>
                  <a:lnTo>
                    <a:pt x="3254251" y="3108900"/>
                  </a:lnTo>
                  <a:lnTo>
                    <a:pt x="3254377" y="3108900"/>
                  </a:lnTo>
                  <a:lnTo>
                    <a:pt x="3254504" y="3108900"/>
                  </a:lnTo>
                  <a:lnTo>
                    <a:pt x="3255135" y="3108900"/>
                  </a:lnTo>
                  <a:lnTo>
                    <a:pt x="3255640" y="3103988"/>
                  </a:lnTo>
                  <a:lnTo>
                    <a:pt x="3255766" y="3103988"/>
                  </a:lnTo>
                  <a:lnTo>
                    <a:pt x="3256145" y="3103988"/>
                  </a:lnTo>
                  <a:lnTo>
                    <a:pt x="3256271" y="3103988"/>
                  </a:lnTo>
                  <a:lnTo>
                    <a:pt x="3256776" y="3103988"/>
                  </a:lnTo>
                  <a:lnTo>
                    <a:pt x="3256902" y="3103988"/>
                  </a:lnTo>
                  <a:lnTo>
                    <a:pt x="3257029" y="3103988"/>
                  </a:lnTo>
                  <a:lnTo>
                    <a:pt x="3257155" y="3103988"/>
                  </a:lnTo>
                  <a:lnTo>
                    <a:pt x="3257534" y="3103988"/>
                  </a:lnTo>
                  <a:lnTo>
                    <a:pt x="3257660" y="3103988"/>
                  </a:lnTo>
                  <a:lnTo>
                    <a:pt x="3257913" y="3103988"/>
                  </a:lnTo>
                  <a:lnTo>
                    <a:pt x="3258039" y="3103988"/>
                  </a:lnTo>
                  <a:lnTo>
                    <a:pt x="3258544" y="3103988"/>
                  </a:lnTo>
                  <a:lnTo>
                    <a:pt x="3259175" y="3103988"/>
                  </a:lnTo>
                  <a:lnTo>
                    <a:pt x="3259301" y="3103988"/>
                  </a:lnTo>
                  <a:lnTo>
                    <a:pt x="3260059" y="3103988"/>
                  </a:lnTo>
                  <a:lnTo>
                    <a:pt x="3260690" y="3103988"/>
                  </a:lnTo>
                  <a:lnTo>
                    <a:pt x="3261069" y="3103988"/>
                  </a:lnTo>
                  <a:lnTo>
                    <a:pt x="3261574" y="3103988"/>
                  </a:lnTo>
                  <a:lnTo>
                    <a:pt x="3261700" y="3103988"/>
                  </a:lnTo>
                  <a:lnTo>
                    <a:pt x="3262079" y="3099077"/>
                  </a:lnTo>
                  <a:lnTo>
                    <a:pt x="3262205" y="3099077"/>
                  </a:lnTo>
                  <a:lnTo>
                    <a:pt x="3262458" y="3099077"/>
                  </a:lnTo>
                  <a:lnTo>
                    <a:pt x="3263215" y="3099077"/>
                  </a:lnTo>
                  <a:lnTo>
                    <a:pt x="3263468" y="3099077"/>
                  </a:lnTo>
                  <a:lnTo>
                    <a:pt x="3263847" y="3099077"/>
                  </a:lnTo>
                  <a:lnTo>
                    <a:pt x="3264604" y="3099077"/>
                  </a:lnTo>
                  <a:lnTo>
                    <a:pt x="3265109" y="3099077"/>
                  </a:lnTo>
                  <a:lnTo>
                    <a:pt x="3265109" y="3094166"/>
                  </a:lnTo>
                  <a:lnTo>
                    <a:pt x="3265235" y="3094166"/>
                  </a:lnTo>
                  <a:lnTo>
                    <a:pt x="3265488" y="3094166"/>
                  </a:lnTo>
                  <a:lnTo>
                    <a:pt x="3265614" y="3094166"/>
                  </a:lnTo>
                  <a:lnTo>
                    <a:pt x="3265867" y="3094166"/>
                  </a:lnTo>
                  <a:lnTo>
                    <a:pt x="3265993" y="3094166"/>
                  </a:lnTo>
                  <a:lnTo>
                    <a:pt x="3266498" y="3094166"/>
                  </a:lnTo>
                  <a:lnTo>
                    <a:pt x="3266624" y="3094166"/>
                  </a:lnTo>
                  <a:lnTo>
                    <a:pt x="3266877" y="3094166"/>
                  </a:lnTo>
                  <a:lnTo>
                    <a:pt x="3267003" y="3094166"/>
                  </a:lnTo>
                  <a:lnTo>
                    <a:pt x="3267129" y="3094166"/>
                  </a:lnTo>
                  <a:lnTo>
                    <a:pt x="3267382" y="3094166"/>
                  </a:lnTo>
                  <a:lnTo>
                    <a:pt x="3267508" y="3094166"/>
                  </a:lnTo>
                  <a:lnTo>
                    <a:pt x="3267887" y="3094166"/>
                  </a:lnTo>
                  <a:lnTo>
                    <a:pt x="3268013" y="3094166"/>
                  </a:lnTo>
                  <a:lnTo>
                    <a:pt x="3268139" y="3094166"/>
                  </a:lnTo>
                  <a:lnTo>
                    <a:pt x="3268392" y="3094166"/>
                  </a:lnTo>
                  <a:lnTo>
                    <a:pt x="3268771" y="3094166"/>
                  </a:lnTo>
                  <a:lnTo>
                    <a:pt x="3268897" y="3094166"/>
                  </a:lnTo>
                  <a:lnTo>
                    <a:pt x="3269023" y="3094166"/>
                  </a:lnTo>
                  <a:lnTo>
                    <a:pt x="3269149" y="3094166"/>
                  </a:lnTo>
                  <a:lnTo>
                    <a:pt x="3269276" y="3094166"/>
                  </a:lnTo>
                  <a:lnTo>
                    <a:pt x="3269654" y="3094166"/>
                  </a:lnTo>
                  <a:lnTo>
                    <a:pt x="3269781" y="3094166"/>
                  </a:lnTo>
                  <a:lnTo>
                    <a:pt x="3270159" y="3094166"/>
                  </a:lnTo>
                  <a:lnTo>
                    <a:pt x="3270286" y="3094166"/>
                  </a:lnTo>
                  <a:lnTo>
                    <a:pt x="3271169" y="3094166"/>
                  </a:lnTo>
                  <a:lnTo>
                    <a:pt x="3271927" y="3094166"/>
                  </a:lnTo>
                  <a:lnTo>
                    <a:pt x="3272432" y="3094166"/>
                  </a:lnTo>
                  <a:lnTo>
                    <a:pt x="3272811" y="3094166"/>
                  </a:lnTo>
                  <a:lnTo>
                    <a:pt x="3273190" y="3094166"/>
                  </a:lnTo>
                  <a:lnTo>
                    <a:pt x="3274073" y="3089254"/>
                  </a:lnTo>
                  <a:lnTo>
                    <a:pt x="3274452" y="3089254"/>
                  </a:lnTo>
                  <a:lnTo>
                    <a:pt x="3275083" y="3089254"/>
                  </a:lnTo>
                  <a:lnTo>
                    <a:pt x="3275210" y="3089254"/>
                  </a:lnTo>
                  <a:lnTo>
                    <a:pt x="3275336" y="3089254"/>
                  </a:lnTo>
                  <a:lnTo>
                    <a:pt x="3275462" y="3089254"/>
                  </a:lnTo>
                  <a:lnTo>
                    <a:pt x="3275588" y="3089254"/>
                  </a:lnTo>
                  <a:lnTo>
                    <a:pt x="3276220" y="3089254"/>
                  </a:lnTo>
                  <a:lnTo>
                    <a:pt x="3276598" y="3089254"/>
                  </a:lnTo>
                  <a:lnTo>
                    <a:pt x="3276725" y="3089254"/>
                  </a:lnTo>
                  <a:lnTo>
                    <a:pt x="3276851" y="3089254"/>
                  </a:lnTo>
                  <a:lnTo>
                    <a:pt x="3276977" y="3089254"/>
                  </a:lnTo>
                  <a:lnTo>
                    <a:pt x="3277103" y="3089254"/>
                  </a:lnTo>
                  <a:lnTo>
                    <a:pt x="3277356" y="3089254"/>
                  </a:lnTo>
                  <a:lnTo>
                    <a:pt x="3277608" y="3089254"/>
                  </a:lnTo>
                  <a:lnTo>
                    <a:pt x="3277861" y="3089254"/>
                  </a:lnTo>
                  <a:lnTo>
                    <a:pt x="3277987" y="3089254"/>
                  </a:lnTo>
                  <a:lnTo>
                    <a:pt x="3278366" y="3089254"/>
                  </a:lnTo>
                  <a:lnTo>
                    <a:pt x="3278492" y="3089254"/>
                  </a:lnTo>
                  <a:lnTo>
                    <a:pt x="3279629" y="3089254"/>
                  </a:lnTo>
                  <a:lnTo>
                    <a:pt x="3279881" y="3089254"/>
                  </a:lnTo>
                  <a:lnTo>
                    <a:pt x="3280007" y="3089254"/>
                  </a:lnTo>
                  <a:lnTo>
                    <a:pt x="3280134" y="3089254"/>
                  </a:lnTo>
                  <a:lnTo>
                    <a:pt x="3280386" y="3089254"/>
                  </a:lnTo>
                  <a:lnTo>
                    <a:pt x="3280512" y="3089254"/>
                  </a:lnTo>
                  <a:lnTo>
                    <a:pt x="3280765" y="3089254"/>
                  </a:lnTo>
                  <a:lnTo>
                    <a:pt x="3281144" y="3089254"/>
                  </a:lnTo>
                  <a:lnTo>
                    <a:pt x="3281522" y="3089254"/>
                  </a:lnTo>
                  <a:lnTo>
                    <a:pt x="3281649" y="3089254"/>
                  </a:lnTo>
                  <a:lnTo>
                    <a:pt x="3281901" y="3089254"/>
                  </a:lnTo>
                  <a:lnTo>
                    <a:pt x="3282027" y="3089254"/>
                  </a:lnTo>
                  <a:lnTo>
                    <a:pt x="3282154" y="3089254"/>
                  </a:lnTo>
                  <a:lnTo>
                    <a:pt x="3282280" y="3084343"/>
                  </a:lnTo>
                  <a:lnTo>
                    <a:pt x="3282659" y="3084343"/>
                  </a:lnTo>
                  <a:lnTo>
                    <a:pt x="3282911" y="3084343"/>
                  </a:lnTo>
                  <a:lnTo>
                    <a:pt x="3283290" y="3079432"/>
                  </a:lnTo>
                  <a:lnTo>
                    <a:pt x="3283669" y="3079432"/>
                  </a:lnTo>
                  <a:lnTo>
                    <a:pt x="3283795" y="3079432"/>
                  </a:lnTo>
                  <a:lnTo>
                    <a:pt x="3283921" y="3079432"/>
                  </a:lnTo>
                  <a:lnTo>
                    <a:pt x="3284048" y="3079432"/>
                  </a:lnTo>
                  <a:lnTo>
                    <a:pt x="3284174" y="3079432"/>
                  </a:lnTo>
                  <a:lnTo>
                    <a:pt x="3284426" y="3079432"/>
                  </a:lnTo>
                  <a:lnTo>
                    <a:pt x="3284679" y="3079432"/>
                  </a:lnTo>
                  <a:lnTo>
                    <a:pt x="3285563" y="3074520"/>
                  </a:lnTo>
                  <a:lnTo>
                    <a:pt x="3285689" y="3074520"/>
                  </a:lnTo>
                  <a:lnTo>
                    <a:pt x="3285815" y="3074520"/>
                  </a:lnTo>
                  <a:lnTo>
                    <a:pt x="3285941" y="3074520"/>
                  </a:lnTo>
                  <a:lnTo>
                    <a:pt x="3286068" y="3074520"/>
                  </a:lnTo>
                  <a:lnTo>
                    <a:pt x="3286194" y="3074520"/>
                  </a:lnTo>
                  <a:lnTo>
                    <a:pt x="3286573" y="3074520"/>
                  </a:lnTo>
                  <a:lnTo>
                    <a:pt x="3286699" y="3074520"/>
                  </a:lnTo>
                  <a:lnTo>
                    <a:pt x="3286825" y="3074520"/>
                  </a:lnTo>
                  <a:lnTo>
                    <a:pt x="3286951" y="3074520"/>
                  </a:lnTo>
                  <a:lnTo>
                    <a:pt x="3287204" y="3074520"/>
                  </a:lnTo>
                  <a:lnTo>
                    <a:pt x="3287456" y="3074520"/>
                  </a:lnTo>
                  <a:lnTo>
                    <a:pt x="3287583" y="3074520"/>
                  </a:lnTo>
                  <a:lnTo>
                    <a:pt x="3287709" y="3074520"/>
                  </a:lnTo>
                  <a:lnTo>
                    <a:pt x="3287835" y="3074520"/>
                  </a:lnTo>
                  <a:lnTo>
                    <a:pt x="3287961" y="3074520"/>
                  </a:lnTo>
                  <a:lnTo>
                    <a:pt x="3288088" y="3074520"/>
                  </a:lnTo>
                  <a:lnTo>
                    <a:pt x="3288972" y="3074520"/>
                  </a:lnTo>
                  <a:lnTo>
                    <a:pt x="3289098" y="3074520"/>
                  </a:lnTo>
                  <a:lnTo>
                    <a:pt x="3289350" y="3074520"/>
                  </a:lnTo>
                  <a:lnTo>
                    <a:pt x="3289477" y="3074520"/>
                  </a:lnTo>
                  <a:lnTo>
                    <a:pt x="3289603" y="3074520"/>
                  </a:lnTo>
                  <a:lnTo>
                    <a:pt x="3289855" y="3074520"/>
                  </a:lnTo>
                  <a:lnTo>
                    <a:pt x="3290108" y="3074520"/>
                  </a:lnTo>
                  <a:lnTo>
                    <a:pt x="3290234" y="3074520"/>
                  </a:lnTo>
                  <a:lnTo>
                    <a:pt x="3291370" y="3074520"/>
                  </a:lnTo>
                  <a:lnTo>
                    <a:pt x="3292002" y="3074520"/>
                  </a:lnTo>
                  <a:lnTo>
                    <a:pt x="3292128" y="3074520"/>
                  </a:lnTo>
                  <a:lnTo>
                    <a:pt x="3293012" y="3069609"/>
                  </a:lnTo>
                  <a:lnTo>
                    <a:pt x="3293517" y="3069609"/>
                  </a:lnTo>
                  <a:lnTo>
                    <a:pt x="3293643" y="3069609"/>
                  </a:lnTo>
                  <a:lnTo>
                    <a:pt x="3293896" y="3069609"/>
                  </a:lnTo>
                  <a:lnTo>
                    <a:pt x="3294148" y="3069609"/>
                  </a:lnTo>
                  <a:lnTo>
                    <a:pt x="3294527" y="3069609"/>
                  </a:lnTo>
                  <a:lnTo>
                    <a:pt x="3295158" y="3069609"/>
                  </a:lnTo>
                  <a:lnTo>
                    <a:pt x="3295537" y="3069609"/>
                  </a:lnTo>
                  <a:lnTo>
                    <a:pt x="3295663" y="3069609"/>
                  </a:lnTo>
                  <a:lnTo>
                    <a:pt x="3295916" y="3069609"/>
                  </a:lnTo>
                  <a:lnTo>
                    <a:pt x="3295916" y="3064697"/>
                  </a:lnTo>
                  <a:lnTo>
                    <a:pt x="3296042" y="3064697"/>
                  </a:lnTo>
                  <a:lnTo>
                    <a:pt x="3296168" y="3064697"/>
                  </a:lnTo>
                  <a:lnTo>
                    <a:pt x="3296421" y="3064697"/>
                  </a:lnTo>
                  <a:lnTo>
                    <a:pt x="3296547" y="3064697"/>
                  </a:lnTo>
                  <a:lnTo>
                    <a:pt x="3297052" y="3064697"/>
                  </a:lnTo>
                  <a:lnTo>
                    <a:pt x="3297304" y="3064697"/>
                  </a:lnTo>
                  <a:lnTo>
                    <a:pt x="3297431" y="3064697"/>
                  </a:lnTo>
                  <a:lnTo>
                    <a:pt x="3297683" y="3064697"/>
                  </a:lnTo>
                  <a:lnTo>
                    <a:pt x="3298062" y="3064697"/>
                  </a:lnTo>
                  <a:lnTo>
                    <a:pt x="3298188" y="3064697"/>
                  </a:lnTo>
                  <a:lnTo>
                    <a:pt x="3298314" y="3064697"/>
                  </a:lnTo>
                  <a:lnTo>
                    <a:pt x="3298693" y="3064697"/>
                  </a:lnTo>
                  <a:lnTo>
                    <a:pt x="3298819" y="3064697"/>
                  </a:lnTo>
                  <a:lnTo>
                    <a:pt x="3299198" y="3059786"/>
                  </a:lnTo>
                  <a:lnTo>
                    <a:pt x="3299451" y="3059786"/>
                  </a:lnTo>
                  <a:lnTo>
                    <a:pt x="3299577" y="3059786"/>
                  </a:lnTo>
                  <a:lnTo>
                    <a:pt x="3299956" y="3059786"/>
                  </a:lnTo>
                  <a:lnTo>
                    <a:pt x="3300461" y="3059786"/>
                  </a:lnTo>
                  <a:lnTo>
                    <a:pt x="3300587" y="3059786"/>
                  </a:lnTo>
                  <a:lnTo>
                    <a:pt x="3300840" y="3059786"/>
                  </a:lnTo>
                  <a:lnTo>
                    <a:pt x="3301345" y="3059786"/>
                  </a:lnTo>
                  <a:lnTo>
                    <a:pt x="3301597" y="3059786"/>
                  </a:lnTo>
                  <a:lnTo>
                    <a:pt x="3301723" y="3059786"/>
                  </a:lnTo>
                  <a:lnTo>
                    <a:pt x="3301850" y="3059786"/>
                  </a:lnTo>
                  <a:lnTo>
                    <a:pt x="3302607" y="3059786"/>
                  </a:lnTo>
                  <a:lnTo>
                    <a:pt x="3302733" y="3059786"/>
                  </a:lnTo>
                  <a:lnTo>
                    <a:pt x="3302860" y="3059786"/>
                  </a:lnTo>
                  <a:lnTo>
                    <a:pt x="3302986" y="3059786"/>
                  </a:lnTo>
                  <a:lnTo>
                    <a:pt x="3303112" y="3059786"/>
                  </a:lnTo>
                  <a:lnTo>
                    <a:pt x="3303238" y="3059786"/>
                  </a:lnTo>
                  <a:lnTo>
                    <a:pt x="3303743" y="3059786"/>
                  </a:lnTo>
                  <a:lnTo>
                    <a:pt x="3303996" y="3059786"/>
                  </a:lnTo>
                  <a:lnTo>
                    <a:pt x="3304122" y="3059786"/>
                  </a:lnTo>
                  <a:lnTo>
                    <a:pt x="3304249" y="3059786"/>
                  </a:lnTo>
                  <a:lnTo>
                    <a:pt x="3304375" y="3059786"/>
                  </a:lnTo>
                  <a:lnTo>
                    <a:pt x="3304880" y="3059786"/>
                  </a:lnTo>
                  <a:lnTo>
                    <a:pt x="3305006" y="3059786"/>
                  </a:lnTo>
                  <a:lnTo>
                    <a:pt x="3305511" y="3059786"/>
                  </a:lnTo>
                  <a:lnTo>
                    <a:pt x="3306395" y="3059786"/>
                  </a:lnTo>
                  <a:lnTo>
                    <a:pt x="3306521" y="3059786"/>
                  </a:lnTo>
                  <a:lnTo>
                    <a:pt x="3306774" y="3059786"/>
                  </a:lnTo>
                  <a:lnTo>
                    <a:pt x="3307152" y="3059786"/>
                  </a:lnTo>
                  <a:lnTo>
                    <a:pt x="3307531" y="3059786"/>
                  </a:lnTo>
                  <a:lnTo>
                    <a:pt x="3307910" y="3059786"/>
                  </a:lnTo>
                  <a:lnTo>
                    <a:pt x="3308036" y="3059786"/>
                  </a:lnTo>
                  <a:lnTo>
                    <a:pt x="3308162" y="3059786"/>
                  </a:lnTo>
                  <a:lnTo>
                    <a:pt x="3308289" y="3059786"/>
                  </a:lnTo>
                  <a:lnTo>
                    <a:pt x="3308415" y="3059786"/>
                  </a:lnTo>
                  <a:lnTo>
                    <a:pt x="3308541" y="3059786"/>
                  </a:lnTo>
                  <a:lnTo>
                    <a:pt x="3308794" y="3059786"/>
                  </a:lnTo>
                  <a:lnTo>
                    <a:pt x="3309299" y="3059786"/>
                  </a:lnTo>
                  <a:lnTo>
                    <a:pt x="3309804" y="3059786"/>
                  </a:lnTo>
                  <a:lnTo>
                    <a:pt x="3309930" y="3059786"/>
                  </a:lnTo>
                  <a:lnTo>
                    <a:pt x="3310814" y="3059786"/>
                  </a:lnTo>
                  <a:lnTo>
                    <a:pt x="3310940" y="3059786"/>
                  </a:lnTo>
                  <a:lnTo>
                    <a:pt x="3311193" y="3059786"/>
                  </a:lnTo>
                  <a:lnTo>
                    <a:pt x="3311571" y="3059786"/>
                  </a:lnTo>
                  <a:lnTo>
                    <a:pt x="3311950" y="3059786"/>
                  </a:lnTo>
                  <a:lnTo>
                    <a:pt x="3312076" y="3059786"/>
                  </a:lnTo>
                  <a:lnTo>
                    <a:pt x="3312203" y="3059786"/>
                  </a:lnTo>
                  <a:lnTo>
                    <a:pt x="3312329" y="3059786"/>
                  </a:lnTo>
                  <a:lnTo>
                    <a:pt x="3312960" y="3059786"/>
                  </a:lnTo>
                  <a:lnTo>
                    <a:pt x="3313086" y="3059786"/>
                  </a:lnTo>
                  <a:lnTo>
                    <a:pt x="3313718" y="3059786"/>
                  </a:lnTo>
                  <a:lnTo>
                    <a:pt x="3313844" y="3059786"/>
                  </a:lnTo>
                  <a:lnTo>
                    <a:pt x="3314223" y="3059786"/>
                  </a:lnTo>
                  <a:lnTo>
                    <a:pt x="3314349" y="3059786"/>
                  </a:lnTo>
                  <a:lnTo>
                    <a:pt x="3314854" y="3059786"/>
                  </a:lnTo>
                  <a:lnTo>
                    <a:pt x="3315107" y="3059786"/>
                  </a:lnTo>
                  <a:lnTo>
                    <a:pt x="3315233" y="3059786"/>
                  </a:lnTo>
                  <a:lnTo>
                    <a:pt x="3315612" y="3059786"/>
                  </a:lnTo>
                  <a:lnTo>
                    <a:pt x="3315738" y="3059786"/>
                  </a:lnTo>
                  <a:lnTo>
                    <a:pt x="3315864" y="3059786"/>
                  </a:lnTo>
                  <a:lnTo>
                    <a:pt x="3315990" y="3059786"/>
                  </a:lnTo>
                  <a:lnTo>
                    <a:pt x="3316243" y="3059786"/>
                  </a:lnTo>
                  <a:lnTo>
                    <a:pt x="3317000" y="3059786"/>
                  </a:lnTo>
                  <a:lnTo>
                    <a:pt x="3317505" y="3059786"/>
                  </a:lnTo>
                  <a:lnTo>
                    <a:pt x="3318010" y="3059786"/>
                  </a:lnTo>
                  <a:lnTo>
                    <a:pt x="3318137" y="3059786"/>
                  </a:lnTo>
                  <a:lnTo>
                    <a:pt x="3318768" y="3059786"/>
                  </a:lnTo>
                  <a:lnTo>
                    <a:pt x="3319399" y="3059786"/>
                  </a:lnTo>
                  <a:lnTo>
                    <a:pt x="3319525" y="3059786"/>
                  </a:lnTo>
                  <a:lnTo>
                    <a:pt x="3319652" y="3059786"/>
                  </a:lnTo>
                  <a:lnTo>
                    <a:pt x="3319778" y="3059786"/>
                  </a:lnTo>
                  <a:lnTo>
                    <a:pt x="3319904" y="3059786"/>
                  </a:lnTo>
                  <a:lnTo>
                    <a:pt x="3320031" y="3059786"/>
                  </a:lnTo>
                  <a:lnTo>
                    <a:pt x="3320157" y="3059786"/>
                  </a:lnTo>
                  <a:lnTo>
                    <a:pt x="3321293" y="3059786"/>
                  </a:lnTo>
                  <a:lnTo>
                    <a:pt x="3321419" y="3059786"/>
                  </a:lnTo>
                  <a:lnTo>
                    <a:pt x="3321672" y="3059786"/>
                  </a:lnTo>
                  <a:lnTo>
                    <a:pt x="3322177" y="3059786"/>
                  </a:lnTo>
                  <a:lnTo>
                    <a:pt x="3322303" y="3059786"/>
                  </a:lnTo>
                  <a:lnTo>
                    <a:pt x="3322556" y="3059786"/>
                  </a:lnTo>
                  <a:lnTo>
                    <a:pt x="3322682" y="3059786"/>
                  </a:lnTo>
                  <a:lnTo>
                    <a:pt x="3322808" y="3059786"/>
                  </a:lnTo>
                  <a:lnTo>
                    <a:pt x="3322934" y="3059786"/>
                  </a:lnTo>
                  <a:lnTo>
                    <a:pt x="3323061" y="3059786"/>
                  </a:lnTo>
                  <a:lnTo>
                    <a:pt x="3323187" y="3059786"/>
                  </a:lnTo>
                  <a:lnTo>
                    <a:pt x="3323692" y="3059786"/>
                  </a:lnTo>
                  <a:lnTo>
                    <a:pt x="3323944" y="3059786"/>
                  </a:lnTo>
                  <a:lnTo>
                    <a:pt x="3324071" y="3059786"/>
                  </a:lnTo>
                  <a:lnTo>
                    <a:pt x="3324197" y="3059786"/>
                  </a:lnTo>
                  <a:lnTo>
                    <a:pt x="3324449" y="3059786"/>
                  </a:lnTo>
                  <a:lnTo>
                    <a:pt x="3324576" y="3059786"/>
                  </a:lnTo>
                  <a:lnTo>
                    <a:pt x="3324702" y="3059786"/>
                  </a:lnTo>
                  <a:lnTo>
                    <a:pt x="3324955" y="3059786"/>
                  </a:lnTo>
                  <a:lnTo>
                    <a:pt x="3325333" y="3059786"/>
                  </a:lnTo>
                  <a:lnTo>
                    <a:pt x="3325586" y="3059786"/>
                  </a:lnTo>
                  <a:lnTo>
                    <a:pt x="3325838" y="3059786"/>
                  </a:lnTo>
                  <a:lnTo>
                    <a:pt x="3325965" y="3059786"/>
                  </a:lnTo>
                  <a:lnTo>
                    <a:pt x="3326091" y="3059786"/>
                  </a:lnTo>
                  <a:lnTo>
                    <a:pt x="3326596" y="3059786"/>
                  </a:lnTo>
                  <a:lnTo>
                    <a:pt x="3326975" y="3059786"/>
                  </a:lnTo>
                  <a:lnTo>
                    <a:pt x="3327101" y="3059786"/>
                  </a:lnTo>
                  <a:lnTo>
                    <a:pt x="3327480" y="3059786"/>
                  </a:lnTo>
                  <a:lnTo>
                    <a:pt x="3327985" y="3049963"/>
                  </a:lnTo>
                  <a:lnTo>
                    <a:pt x="3328111" y="3049963"/>
                  </a:lnTo>
                  <a:lnTo>
                    <a:pt x="3328237" y="3045052"/>
                  </a:lnTo>
                  <a:lnTo>
                    <a:pt x="3328616" y="3045052"/>
                  </a:lnTo>
                  <a:lnTo>
                    <a:pt x="3329121" y="3045052"/>
                  </a:lnTo>
                  <a:lnTo>
                    <a:pt x="3329626" y="3045052"/>
                  </a:lnTo>
                  <a:lnTo>
                    <a:pt x="3329752" y="3045052"/>
                  </a:lnTo>
                  <a:lnTo>
                    <a:pt x="3330005" y="3045052"/>
                  </a:lnTo>
                  <a:lnTo>
                    <a:pt x="3330889" y="3045052"/>
                  </a:lnTo>
                  <a:lnTo>
                    <a:pt x="3331015" y="3045052"/>
                  </a:lnTo>
                  <a:lnTo>
                    <a:pt x="3331267" y="3045052"/>
                  </a:lnTo>
                  <a:lnTo>
                    <a:pt x="3331394" y="3045052"/>
                  </a:lnTo>
                  <a:lnTo>
                    <a:pt x="3331646" y="3045052"/>
                  </a:lnTo>
                  <a:lnTo>
                    <a:pt x="3332530" y="3040141"/>
                  </a:lnTo>
                  <a:lnTo>
                    <a:pt x="3332656" y="3040141"/>
                  </a:lnTo>
                  <a:lnTo>
                    <a:pt x="3332909" y="3040141"/>
                  </a:lnTo>
                  <a:lnTo>
                    <a:pt x="3333035" y="3040141"/>
                  </a:lnTo>
                  <a:lnTo>
                    <a:pt x="3333161" y="3040141"/>
                  </a:lnTo>
                  <a:lnTo>
                    <a:pt x="3333287" y="3040141"/>
                  </a:lnTo>
                  <a:lnTo>
                    <a:pt x="3333540" y="3040141"/>
                  </a:lnTo>
                  <a:lnTo>
                    <a:pt x="3333919" y="3035229"/>
                  </a:lnTo>
                  <a:lnTo>
                    <a:pt x="3334045" y="3035229"/>
                  </a:lnTo>
                  <a:lnTo>
                    <a:pt x="3334550" y="3035229"/>
                  </a:lnTo>
                  <a:lnTo>
                    <a:pt x="3335686" y="3035229"/>
                  </a:lnTo>
                  <a:lnTo>
                    <a:pt x="3335813" y="3035229"/>
                  </a:lnTo>
                  <a:lnTo>
                    <a:pt x="3336065" y="3035229"/>
                  </a:lnTo>
                  <a:lnTo>
                    <a:pt x="3336191" y="3035229"/>
                  </a:lnTo>
                  <a:lnTo>
                    <a:pt x="3336444" y="3035229"/>
                  </a:lnTo>
                  <a:lnTo>
                    <a:pt x="3336823" y="3035229"/>
                  </a:lnTo>
                  <a:lnTo>
                    <a:pt x="3336949" y="3035229"/>
                  </a:lnTo>
                  <a:lnTo>
                    <a:pt x="3337580" y="3035229"/>
                  </a:lnTo>
                  <a:lnTo>
                    <a:pt x="3337706" y="3035229"/>
                  </a:lnTo>
                  <a:lnTo>
                    <a:pt x="3337833" y="3035229"/>
                  </a:lnTo>
                  <a:lnTo>
                    <a:pt x="3338085" y="3035229"/>
                  </a:lnTo>
                  <a:lnTo>
                    <a:pt x="3338338" y="3035229"/>
                  </a:lnTo>
                  <a:lnTo>
                    <a:pt x="3338464" y="3035229"/>
                  </a:lnTo>
                  <a:lnTo>
                    <a:pt x="3338590" y="3035229"/>
                  </a:lnTo>
                  <a:lnTo>
                    <a:pt x="3338843" y="3035229"/>
                  </a:lnTo>
                  <a:lnTo>
                    <a:pt x="3338969" y="3035229"/>
                  </a:lnTo>
                  <a:lnTo>
                    <a:pt x="3339348" y="3035229"/>
                  </a:lnTo>
                  <a:lnTo>
                    <a:pt x="3339348" y="3030318"/>
                  </a:lnTo>
                  <a:lnTo>
                    <a:pt x="3339474" y="3030318"/>
                  </a:lnTo>
                  <a:lnTo>
                    <a:pt x="3339726" y="3030318"/>
                  </a:lnTo>
                  <a:lnTo>
                    <a:pt x="3339853" y="3030318"/>
                  </a:lnTo>
                  <a:lnTo>
                    <a:pt x="3340105" y="3030318"/>
                  </a:lnTo>
                  <a:lnTo>
                    <a:pt x="3340484" y="3030318"/>
                  </a:lnTo>
                  <a:lnTo>
                    <a:pt x="3340610" y="3030318"/>
                  </a:lnTo>
                  <a:lnTo>
                    <a:pt x="3340737" y="3030318"/>
                  </a:lnTo>
                  <a:lnTo>
                    <a:pt x="3340989" y="3030318"/>
                  </a:lnTo>
                  <a:lnTo>
                    <a:pt x="3341242" y="3030318"/>
                  </a:lnTo>
                  <a:lnTo>
                    <a:pt x="3341368" y="3030318"/>
                  </a:lnTo>
                  <a:lnTo>
                    <a:pt x="3341494" y="3030318"/>
                  </a:lnTo>
                  <a:lnTo>
                    <a:pt x="3341873" y="3030318"/>
                  </a:lnTo>
                  <a:lnTo>
                    <a:pt x="3341999" y="3030318"/>
                  </a:lnTo>
                  <a:lnTo>
                    <a:pt x="3342125" y="3030318"/>
                  </a:lnTo>
                  <a:lnTo>
                    <a:pt x="3342378" y="3030318"/>
                  </a:lnTo>
                  <a:lnTo>
                    <a:pt x="3342757" y="3030318"/>
                  </a:lnTo>
                  <a:lnTo>
                    <a:pt x="3342883" y="3030318"/>
                  </a:lnTo>
                  <a:lnTo>
                    <a:pt x="3343262" y="3030318"/>
                  </a:lnTo>
                  <a:lnTo>
                    <a:pt x="3343388" y="3030318"/>
                  </a:lnTo>
                  <a:lnTo>
                    <a:pt x="3343640" y="3030318"/>
                  </a:lnTo>
                  <a:lnTo>
                    <a:pt x="3343767" y="3030318"/>
                  </a:lnTo>
                  <a:lnTo>
                    <a:pt x="3344145" y="3030318"/>
                  </a:lnTo>
                  <a:lnTo>
                    <a:pt x="3344272" y="3030318"/>
                  </a:lnTo>
                  <a:lnTo>
                    <a:pt x="3344650" y="3030318"/>
                  </a:lnTo>
                  <a:lnTo>
                    <a:pt x="3345534" y="3030318"/>
                  </a:lnTo>
                  <a:lnTo>
                    <a:pt x="3345661" y="3030318"/>
                  </a:lnTo>
                  <a:lnTo>
                    <a:pt x="3345787" y="3030318"/>
                  </a:lnTo>
                  <a:lnTo>
                    <a:pt x="3346039" y="3030318"/>
                  </a:lnTo>
                  <a:lnTo>
                    <a:pt x="3346166" y="3030318"/>
                  </a:lnTo>
                  <a:lnTo>
                    <a:pt x="3346292" y="3030318"/>
                  </a:lnTo>
                  <a:lnTo>
                    <a:pt x="3346292" y="3025406"/>
                  </a:lnTo>
                  <a:lnTo>
                    <a:pt x="3346418" y="3025406"/>
                  </a:lnTo>
                  <a:lnTo>
                    <a:pt x="3346923" y="3025406"/>
                  </a:lnTo>
                  <a:lnTo>
                    <a:pt x="3347049" y="3025406"/>
                  </a:lnTo>
                  <a:lnTo>
                    <a:pt x="3347302" y="3025406"/>
                  </a:lnTo>
                  <a:lnTo>
                    <a:pt x="3347428" y="3025406"/>
                  </a:lnTo>
                  <a:lnTo>
                    <a:pt x="3347554" y="3025406"/>
                  </a:lnTo>
                  <a:lnTo>
                    <a:pt x="3347807" y="3025406"/>
                  </a:lnTo>
                  <a:lnTo>
                    <a:pt x="3348186" y="3025406"/>
                  </a:lnTo>
                  <a:lnTo>
                    <a:pt x="3348438" y="3025406"/>
                  </a:lnTo>
                  <a:lnTo>
                    <a:pt x="3348564" y="3020495"/>
                  </a:lnTo>
                  <a:lnTo>
                    <a:pt x="3349196" y="3020495"/>
                  </a:lnTo>
                  <a:lnTo>
                    <a:pt x="3349574" y="3020495"/>
                  </a:lnTo>
                  <a:lnTo>
                    <a:pt x="3350079" y="3020495"/>
                  </a:lnTo>
                  <a:lnTo>
                    <a:pt x="3350206" y="3020495"/>
                  </a:lnTo>
                  <a:lnTo>
                    <a:pt x="3350711" y="3020495"/>
                  </a:lnTo>
                  <a:lnTo>
                    <a:pt x="3350837" y="3020495"/>
                  </a:lnTo>
                  <a:lnTo>
                    <a:pt x="3351216" y="3015584"/>
                  </a:lnTo>
                  <a:lnTo>
                    <a:pt x="3351595" y="3015584"/>
                  </a:lnTo>
                  <a:lnTo>
                    <a:pt x="3351847" y="3015584"/>
                  </a:lnTo>
                  <a:lnTo>
                    <a:pt x="3351973" y="3015584"/>
                  </a:lnTo>
                  <a:lnTo>
                    <a:pt x="3352100" y="3015584"/>
                  </a:lnTo>
                  <a:lnTo>
                    <a:pt x="3352226" y="3015584"/>
                  </a:lnTo>
                  <a:lnTo>
                    <a:pt x="3352352" y="3015584"/>
                  </a:lnTo>
                  <a:lnTo>
                    <a:pt x="3352478" y="3015584"/>
                  </a:lnTo>
                  <a:lnTo>
                    <a:pt x="3352731" y="3015584"/>
                  </a:lnTo>
                  <a:lnTo>
                    <a:pt x="3352857" y="3015584"/>
                  </a:lnTo>
                  <a:lnTo>
                    <a:pt x="3352983" y="3015584"/>
                  </a:lnTo>
                  <a:lnTo>
                    <a:pt x="3353110" y="3015584"/>
                  </a:lnTo>
                  <a:lnTo>
                    <a:pt x="3353362" y="3015584"/>
                  </a:lnTo>
                  <a:lnTo>
                    <a:pt x="3353488" y="3015584"/>
                  </a:lnTo>
                  <a:lnTo>
                    <a:pt x="3353615" y="3015584"/>
                  </a:lnTo>
                  <a:lnTo>
                    <a:pt x="3353867" y="3015584"/>
                  </a:lnTo>
                  <a:lnTo>
                    <a:pt x="3353993" y="3015584"/>
                  </a:lnTo>
                  <a:lnTo>
                    <a:pt x="3354246" y="3015584"/>
                  </a:lnTo>
                  <a:lnTo>
                    <a:pt x="3354625" y="3015584"/>
                  </a:lnTo>
                  <a:lnTo>
                    <a:pt x="3354877" y="3015584"/>
                  </a:lnTo>
                  <a:lnTo>
                    <a:pt x="3355003" y="3015584"/>
                  </a:lnTo>
                  <a:lnTo>
                    <a:pt x="3355130" y="3015584"/>
                  </a:lnTo>
                  <a:lnTo>
                    <a:pt x="3357529" y="3015584"/>
                  </a:lnTo>
                  <a:lnTo>
                    <a:pt x="3358034" y="3015584"/>
                  </a:lnTo>
                  <a:lnTo>
                    <a:pt x="3358160" y="3015584"/>
                  </a:lnTo>
                  <a:lnTo>
                    <a:pt x="3358286" y="3015584"/>
                  </a:lnTo>
                  <a:lnTo>
                    <a:pt x="3358412" y="3015584"/>
                  </a:lnTo>
                  <a:lnTo>
                    <a:pt x="3358539" y="3015584"/>
                  </a:lnTo>
                  <a:lnTo>
                    <a:pt x="3358665" y="3015584"/>
                  </a:lnTo>
                  <a:lnTo>
                    <a:pt x="3359422" y="3015584"/>
                  </a:lnTo>
                  <a:lnTo>
                    <a:pt x="3359549" y="3015584"/>
                  </a:lnTo>
                  <a:lnTo>
                    <a:pt x="3359927" y="3015584"/>
                  </a:lnTo>
                  <a:lnTo>
                    <a:pt x="3360054" y="3015584"/>
                  </a:lnTo>
                  <a:lnTo>
                    <a:pt x="3360306" y="3015584"/>
                  </a:lnTo>
                  <a:lnTo>
                    <a:pt x="3360432" y="3015584"/>
                  </a:lnTo>
                  <a:lnTo>
                    <a:pt x="3360559" y="3015584"/>
                  </a:lnTo>
                  <a:lnTo>
                    <a:pt x="3360685" y="3015584"/>
                  </a:lnTo>
                  <a:lnTo>
                    <a:pt x="3360811" y="3015584"/>
                  </a:lnTo>
                  <a:lnTo>
                    <a:pt x="3360938" y="3015584"/>
                  </a:lnTo>
                  <a:lnTo>
                    <a:pt x="3361190" y="3015584"/>
                  </a:lnTo>
                  <a:lnTo>
                    <a:pt x="3361569" y="3015584"/>
                  </a:lnTo>
                  <a:lnTo>
                    <a:pt x="3362074" y="3015584"/>
                  </a:lnTo>
                  <a:lnTo>
                    <a:pt x="3362579" y="3015584"/>
                  </a:lnTo>
                  <a:lnTo>
                    <a:pt x="3362831" y="3015584"/>
                  </a:lnTo>
                  <a:lnTo>
                    <a:pt x="3363084" y="3015584"/>
                  </a:lnTo>
                  <a:lnTo>
                    <a:pt x="3363210" y="3015584"/>
                  </a:lnTo>
                  <a:lnTo>
                    <a:pt x="3363336" y="3015584"/>
                  </a:lnTo>
                  <a:lnTo>
                    <a:pt x="3363715" y="3015584"/>
                  </a:lnTo>
                  <a:lnTo>
                    <a:pt x="3364094" y="3015584"/>
                  </a:lnTo>
                  <a:lnTo>
                    <a:pt x="3364599" y="3015584"/>
                  </a:lnTo>
                  <a:lnTo>
                    <a:pt x="3365104" y="3015584"/>
                  </a:lnTo>
                  <a:lnTo>
                    <a:pt x="3365356" y="3015584"/>
                  </a:lnTo>
                  <a:lnTo>
                    <a:pt x="3365609" y="3015584"/>
                  </a:lnTo>
                  <a:lnTo>
                    <a:pt x="3365861" y="3015584"/>
                  </a:lnTo>
                  <a:lnTo>
                    <a:pt x="3365988" y="3015584"/>
                  </a:lnTo>
                  <a:lnTo>
                    <a:pt x="3366114" y="3015584"/>
                  </a:lnTo>
                  <a:lnTo>
                    <a:pt x="3366240" y="3015584"/>
                  </a:lnTo>
                  <a:lnTo>
                    <a:pt x="3366619" y="3015584"/>
                  </a:lnTo>
                  <a:lnTo>
                    <a:pt x="3366745" y="3015584"/>
                  </a:lnTo>
                  <a:lnTo>
                    <a:pt x="3366872" y="3015584"/>
                  </a:lnTo>
                  <a:lnTo>
                    <a:pt x="3366998" y="3015584"/>
                  </a:lnTo>
                  <a:lnTo>
                    <a:pt x="3367124" y="3015584"/>
                  </a:lnTo>
                  <a:lnTo>
                    <a:pt x="3367629" y="3015584"/>
                  </a:lnTo>
                  <a:lnTo>
                    <a:pt x="3368260" y="3015584"/>
                  </a:lnTo>
                  <a:lnTo>
                    <a:pt x="3368387" y="3015584"/>
                  </a:lnTo>
                  <a:lnTo>
                    <a:pt x="3368639" y="3015584"/>
                  </a:lnTo>
                  <a:lnTo>
                    <a:pt x="3368765" y="3015584"/>
                  </a:lnTo>
                  <a:lnTo>
                    <a:pt x="3369018" y="3015584"/>
                  </a:lnTo>
                  <a:lnTo>
                    <a:pt x="3369270" y="3015584"/>
                  </a:lnTo>
                  <a:lnTo>
                    <a:pt x="3369397" y="3015584"/>
                  </a:lnTo>
                  <a:lnTo>
                    <a:pt x="3369523" y="3015584"/>
                  </a:lnTo>
                  <a:lnTo>
                    <a:pt x="3370154" y="3015584"/>
                  </a:lnTo>
                  <a:lnTo>
                    <a:pt x="3370407" y="3015584"/>
                  </a:lnTo>
                  <a:lnTo>
                    <a:pt x="3370659" y="3015584"/>
                  </a:lnTo>
                  <a:lnTo>
                    <a:pt x="3371669" y="3010672"/>
                  </a:lnTo>
                  <a:lnTo>
                    <a:pt x="3371796" y="3010672"/>
                  </a:lnTo>
                  <a:lnTo>
                    <a:pt x="3371922" y="3010672"/>
                  </a:lnTo>
                  <a:lnTo>
                    <a:pt x="3372048" y="3010672"/>
                  </a:lnTo>
                  <a:lnTo>
                    <a:pt x="3372174" y="3010672"/>
                  </a:lnTo>
                  <a:lnTo>
                    <a:pt x="3372301" y="3010672"/>
                  </a:lnTo>
                  <a:lnTo>
                    <a:pt x="3372427" y="3010672"/>
                  </a:lnTo>
                  <a:lnTo>
                    <a:pt x="3372553" y="3010672"/>
                  </a:lnTo>
                  <a:lnTo>
                    <a:pt x="3373184" y="3010672"/>
                  </a:lnTo>
                  <a:lnTo>
                    <a:pt x="3373437" y="3010672"/>
                  </a:lnTo>
                  <a:lnTo>
                    <a:pt x="3373689" y="3010672"/>
                  </a:lnTo>
                  <a:lnTo>
                    <a:pt x="3374068" y="3010672"/>
                  </a:lnTo>
                  <a:lnTo>
                    <a:pt x="3374447" y="3010672"/>
                  </a:lnTo>
                  <a:lnTo>
                    <a:pt x="3374573" y="3010672"/>
                  </a:lnTo>
                  <a:lnTo>
                    <a:pt x="3374699" y="3010672"/>
                  </a:lnTo>
                  <a:lnTo>
                    <a:pt x="3374952" y="3010672"/>
                  </a:lnTo>
                  <a:lnTo>
                    <a:pt x="3375078" y="3010672"/>
                  </a:lnTo>
                  <a:lnTo>
                    <a:pt x="3375204" y="3010672"/>
                  </a:lnTo>
                  <a:lnTo>
                    <a:pt x="3376214" y="3010672"/>
                  </a:lnTo>
                  <a:lnTo>
                    <a:pt x="3376720" y="3010672"/>
                  </a:lnTo>
                  <a:lnTo>
                    <a:pt x="3376972" y="3010672"/>
                  </a:lnTo>
                  <a:lnTo>
                    <a:pt x="3377351" y="3010672"/>
                  </a:lnTo>
                  <a:lnTo>
                    <a:pt x="3378235" y="3010672"/>
                  </a:lnTo>
                  <a:lnTo>
                    <a:pt x="3378361" y="3010672"/>
                  </a:lnTo>
                  <a:lnTo>
                    <a:pt x="3378613" y="3010672"/>
                  </a:lnTo>
                  <a:lnTo>
                    <a:pt x="3378866" y="3010672"/>
                  </a:lnTo>
                  <a:lnTo>
                    <a:pt x="3379118" y="3010672"/>
                  </a:lnTo>
                  <a:lnTo>
                    <a:pt x="3379371" y="3010672"/>
                  </a:lnTo>
                  <a:lnTo>
                    <a:pt x="3379497" y="3010672"/>
                  </a:lnTo>
                  <a:lnTo>
                    <a:pt x="3380002" y="3010672"/>
                  </a:lnTo>
                  <a:lnTo>
                    <a:pt x="3380255" y="3010672"/>
                  </a:lnTo>
                  <a:lnTo>
                    <a:pt x="3380633" y="3010672"/>
                  </a:lnTo>
                  <a:lnTo>
                    <a:pt x="3380760" y="3010672"/>
                  </a:lnTo>
                  <a:lnTo>
                    <a:pt x="3380886" y="3010672"/>
                  </a:lnTo>
                  <a:lnTo>
                    <a:pt x="3381265" y="3010672"/>
                  </a:lnTo>
                  <a:lnTo>
                    <a:pt x="3381517" y="3010672"/>
                  </a:lnTo>
                  <a:lnTo>
                    <a:pt x="3381644" y="3010672"/>
                  </a:lnTo>
                  <a:lnTo>
                    <a:pt x="3381896" y="3010672"/>
                  </a:lnTo>
                  <a:lnTo>
                    <a:pt x="3382022" y="3010672"/>
                  </a:lnTo>
                  <a:lnTo>
                    <a:pt x="3382149" y="3010672"/>
                  </a:lnTo>
                  <a:lnTo>
                    <a:pt x="3382654" y="3010672"/>
                  </a:lnTo>
                  <a:lnTo>
                    <a:pt x="3382906" y="3010672"/>
                  </a:lnTo>
                  <a:lnTo>
                    <a:pt x="3383790" y="3010672"/>
                  </a:lnTo>
                  <a:lnTo>
                    <a:pt x="3384042" y="3010672"/>
                  </a:lnTo>
                  <a:lnTo>
                    <a:pt x="3384295" y="3010672"/>
                  </a:lnTo>
                  <a:lnTo>
                    <a:pt x="3384421" y="3010672"/>
                  </a:lnTo>
                  <a:lnTo>
                    <a:pt x="3384674" y="3010672"/>
                  </a:lnTo>
                  <a:lnTo>
                    <a:pt x="3384800" y="3010672"/>
                  </a:lnTo>
                  <a:lnTo>
                    <a:pt x="3385052" y="3010672"/>
                  </a:lnTo>
                  <a:lnTo>
                    <a:pt x="3385179" y="3010672"/>
                  </a:lnTo>
                  <a:lnTo>
                    <a:pt x="3385431" y="3010672"/>
                  </a:lnTo>
                  <a:lnTo>
                    <a:pt x="3385557" y="3010672"/>
                  </a:lnTo>
                  <a:lnTo>
                    <a:pt x="3385936" y="3010672"/>
                  </a:lnTo>
                  <a:lnTo>
                    <a:pt x="3386189" y="3010672"/>
                  </a:lnTo>
                  <a:lnTo>
                    <a:pt x="3386315" y="3010672"/>
                  </a:lnTo>
                  <a:lnTo>
                    <a:pt x="3386568" y="3010672"/>
                  </a:lnTo>
                  <a:lnTo>
                    <a:pt x="3386946" y="3010672"/>
                  </a:lnTo>
                  <a:lnTo>
                    <a:pt x="3387073" y="3010672"/>
                  </a:lnTo>
                  <a:lnTo>
                    <a:pt x="3387199" y="3010672"/>
                  </a:lnTo>
                  <a:lnTo>
                    <a:pt x="3387325" y="3010672"/>
                  </a:lnTo>
                  <a:lnTo>
                    <a:pt x="3387451" y="3010672"/>
                  </a:lnTo>
                  <a:lnTo>
                    <a:pt x="3387956" y="3010672"/>
                  </a:lnTo>
                  <a:lnTo>
                    <a:pt x="3388083" y="3010672"/>
                  </a:lnTo>
                  <a:lnTo>
                    <a:pt x="3388588" y="3010672"/>
                  </a:lnTo>
                  <a:lnTo>
                    <a:pt x="3388714" y="3010672"/>
                  </a:lnTo>
                  <a:lnTo>
                    <a:pt x="3388840" y="3010672"/>
                  </a:lnTo>
                  <a:lnTo>
                    <a:pt x="3388966" y="3010672"/>
                  </a:lnTo>
                  <a:lnTo>
                    <a:pt x="3389093" y="3010672"/>
                  </a:lnTo>
                  <a:lnTo>
                    <a:pt x="3389598" y="3010672"/>
                  </a:lnTo>
                  <a:lnTo>
                    <a:pt x="3389850" y="3010672"/>
                  </a:lnTo>
                  <a:lnTo>
                    <a:pt x="3390103" y="3010672"/>
                  </a:lnTo>
                  <a:lnTo>
                    <a:pt x="3390229" y="3010672"/>
                  </a:lnTo>
                  <a:lnTo>
                    <a:pt x="3390608" y="3010672"/>
                  </a:lnTo>
                  <a:lnTo>
                    <a:pt x="3391365" y="3010672"/>
                  </a:lnTo>
                  <a:lnTo>
                    <a:pt x="3391618" y="3010672"/>
                  </a:lnTo>
                  <a:lnTo>
                    <a:pt x="3391997" y="3010672"/>
                  </a:lnTo>
                  <a:lnTo>
                    <a:pt x="3392123" y="3010672"/>
                  </a:lnTo>
                  <a:lnTo>
                    <a:pt x="3392249" y="3010672"/>
                  </a:lnTo>
                  <a:lnTo>
                    <a:pt x="3392628" y="3010672"/>
                  </a:lnTo>
                  <a:lnTo>
                    <a:pt x="3392754" y="3010672"/>
                  </a:lnTo>
                  <a:lnTo>
                    <a:pt x="3392880" y="3010672"/>
                  </a:lnTo>
                  <a:lnTo>
                    <a:pt x="3392880" y="3005761"/>
                  </a:lnTo>
                  <a:lnTo>
                    <a:pt x="3393007" y="3005761"/>
                  </a:lnTo>
                  <a:lnTo>
                    <a:pt x="3393133" y="3005761"/>
                  </a:lnTo>
                  <a:lnTo>
                    <a:pt x="3393638" y="3005761"/>
                  </a:lnTo>
                  <a:lnTo>
                    <a:pt x="3393764" y="3005761"/>
                  </a:lnTo>
                  <a:lnTo>
                    <a:pt x="3395027" y="3000850"/>
                  </a:lnTo>
                  <a:lnTo>
                    <a:pt x="3395153" y="3000850"/>
                  </a:lnTo>
                  <a:lnTo>
                    <a:pt x="3395405" y="3000850"/>
                  </a:lnTo>
                  <a:lnTo>
                    <a:pt x="3395658" y="3000850"/>
                  </a:lnTo>
                  <a:lnTo>
                    <a:pt x="3396289" y="3000850"/>
                  </a:lnTo>
                  <a:lnTo>
                    <a:pt x="3396415" y="3000850"/>
                  </a:lnTo>
                  <a:lnTo>
                    <a:pt x="3396668" y="3000850"/>
                  </a:lnTo>
                  <a:lnTo>
                    <a:pt x="3396921" y="3000850"/>
                  </a:lnTo>
                  <a:lnTo>
                    <a:pt x="3396921" y="2995938"/>
                  </a:lnTo>
                  <a:lnTo>
                    <a:pt x="3397173" y="2995938"/>
                  </a:lnTo>
                  <a:lnTo>
                    <a:pt x="3397552" y="2995938"/>
                  </a:lnTo>
                  <a:lnTo>
                    <a:pt x="3397678" y="2995938"/>
                  </a:lnTo>
                  <a:lnTo>
                    <a:pt x="3398183" y="2995938"/>
                  </a:lnTo>
                  <a:lnTo>
                    <a:pt x="3398309" y="2995938"/>
                  </a:lnTo>
                  <a:lnTo>
                    <a:pt x="3398436" y="2995938"/>
                  </a:lnTo>
                  <a:lnTo>
                    <a:pt x="3398562" y="2991027"/>
                  </a:lnTo>
                  <a:lnTo>
                    <a:pt x="3398814" y="2991027"/>
                  </a:lnTo>
                  <a:lnTo>
                    <a:pt x="3399824" y="2986115"/>
                  </a:lnTo>
                  <a:lnTo>
                    <a:pt x="3400203" y="2986115"/>
                  </a:lnTo>
                  <a:lnTo>
                    <a:pt x="3400329" y="2986115"/>
                  </a:lnTo>
                  <a:lnTo>
                    <a:pt x="3400582" y="2986115"/>
                  </a:lnTo>
                  <a:lnTo>
                    <a:pt x="3400708" y="2986115"/>
                  </a:lnTo>
                  <a:lnTo>
                    <a:pt x="3400961" y="2986115"/>
                  </a:lnTo>
                  <a:lnTo>
                    <a:pt x="3401087" y="2986115"/>
                  </a:lnTo>
                  <a:lnTo>
                    <a:pt x="3401466" y="2986115"/>
                  </a:lnTo>
                  <a:lnTo>
                    <a:pt x="3401718" y="2981204"/>
                  </a:lnTo>
                  <a:lnTo>
                    <a:pt x="3401844" y="2981204"/>
                  </a:lnTo>
                  <a:lnTo>
                    <a:pt x="3402097" y="2981204"/>
                  </a:lnTo>
                  <a:lnTo>
                    <a:pt x="3402223" y="2981204"/>
                  </a:lnTo>
                  <a:lnTo>
                    <a:pt x="3402855" y="2981204"/>
                  </a:lnTo>
                  <a:lnTo>
                    <a:pt x="3403233" y="2981204"/>
                  </a:lnTo>
                  <a:lnTo>
                    <a:pt x="3403865" y="2981204"/>
                  </a:lnTo>
                  <a:lnTo>
                    <a:pt x="3403991" y="2981204"/>
                  </a:lnTo>
                  <a:lnTo>
                    <a:pt x="3404117" y="2981204"/>
                  </a:lnTo>
                  <a:lnTo>
                    <a:pt x="3404622" y="2981204"/>
                  </a:lnTo>
                  <a:lnTo>
                    <a:pt x="3404748" y="2981204"/>
                  </a:lnTo>
                  <a:lnTo>
                    <a:pt x="3404875" y="2981204"/>
                  </a:lnTo>
                  <a:lnTo>
                    <a:pt x="3405253" y="2981204"/>
                  </a:lnTo>
                  <a:lnTo>
                    <a:pt x="3405758" y="2981204"/>
                  </a:lnTo>
                  <a:lnTo>
                    <a:pt x="3406011" y="2981204"/>
                  </a:lnTo>
                  <a:lnTo>
                    <a:pt x="3406390" y="2981204"/>
                  </a:lnTo>
                  <a:lnTo>
                    <a:pt x="3406768" y="2981204"/>
                  </a:lnTo>
                  <a:lnTo>
                    <a:pt x="3406895" y="2981204"/>
                  </a:lnTo>
                  <a:lnTo>
                    <a:pt x="3407021" y="2981204"/>
                  </a:lnTo>
                  <a:lnTo>
                    <a:pt x="3407147" y="2981204"/>
                  </a:lnTo>
                  <a:lnTo>
                    <a:pt x="3407652" y="2981204"/>
                  </a:lnTo>
                  <a:lnTo>
                    <a:pt x="3407905" y="2981204"/>
                  </a:lnTo>
                  <a:lnTo>
                    <a:pt x="3408284" y="2981204"/>
                  </a:lnTo>
                  <a:lnTo>
                    <a:pt x="3408410" y="2981204"/>
                  </a:lnTo>
                  <a:lnTo>
                    <a:pt x="3408536" y="2981204"/>
                  </a:lnTo>
                  <a:lnTo>
                    <a:pt x="3408662" y="2981204"/>
                  </a:lnTo>
                  <a:lnTo>
                    <a:pt x="3408789" y="2981204"/>
                  </a:lnTo>
                  <a:lnTo>
                    <a:pt x="3408915" y="2981204"/>
                  </a:lnTo>
                  <a:lnTo>
                    <a:pt x="3409294" y="2981204"/>
                  </a:lnTo>
                  <a:lnTo>
                    <a:pt x="3409546" y="2981204"/>
                  </a:lnTo>
                  <a:lnTo>
                    <a:pt x="3409672" y="2981204"/>
                  </a:lnTo>
                  <a:lnTo>
                    <a:pt x="3409799" y="2981204"/>
                  </a:lnTo>
                  <a:lnTo>
                    <a:pt x="3409925" y="2976293"/>
                  </a:lnTo>
                  <a:lnTo>
                    <a:pt x="3410430" y="2976293"/>
                  </a:lnTo>
                  <a:lnTo>
                    <a:pt x="3410809" y="2976293"/>
                  </a:lnTo>
                  <a:lnTo>
                    <a:pt x="3411187" y="2976293"/>
                  </a:lnTo>
                  <a:lnTo>
                    <a:pt x="3411819" y="2976293"/>
                  </a:lnTo>
                  <a:lnTo>
                    <a:pt x="3412324" y="2976293"/>
                  </a:lnTo>
                  <a:lnTo>
                    <a:pt x="3412829" y="2971381"/>
                  </a:lnTo>
                  <a:lnTo>
                    <a:pt x="3412955" y="2971381"/>
                  </a:lnTo>
                  <a:lnTo>
                    <a:pt x="3413081" y="2971381"/>
                  </a:lnTo>
                  <a:lnTo>
                    <a:pt x="3413334" y="2971381"/>
                  </a:lnTo>
                  <a:lnTo>
                    <a:pt x="3413586" y="2971381"/>
                  </a:lnTo>
                  <a:lnTo>
                    <a:pt x="3413713" y="2971381"/>
                  </a:lnTo>
                  <a:lnTo>
                    <a:pt x="3413839" y="2971381"/>
                  </a:lnTo>
                  <a:lnTo>
                    <a:pt x="3413965" y="2971381"/>
                  </a:lnTo>
                  <a:lnTo>
                    <a:pt x="3414218" y="2971381"/>
                  </a:lnTo>
                  <a:lnTo>
                    <a:pt x="3414344" y="2971381"/>
                  </a:lnTo>
                  <a:lnTo>
                    <a:pt x="3414470" y="2971381"/>
                  </a:lnTo>
                  <a:lnTo>
                    <a:pt x="3414723" y="2971381"/>
                  </a:lnTo>
                  <a:lnTo>
                    <a:pt x="3415101" y="2971381"/>
                  </a:lnTo>
                  <a:lnTo>
                    <a:pt x="3415228" y="2971381"/>
                  </a:lnTo>
                  <a:lnTo>
                    <a:pt x="3415480" y="2971381"/>
                  </a:lnTo>
                  <a:lnTo>
                    <a:pt x="3415733" y="2971381"/>
                  </a:lnTo>
                  <a:lnTo>
                    <a:pt x="3415985" y="2971381"/>
                  </a:lnTo>
                  <a:lnTo>
                    <a:pt x="3417121" y="2971381"/>
                  </a:lnTo>
                  <a:lnTo>
                    <a:pt x="3417374" y="2971381"/>
                  </a:lnTo>
                  <a:lnTo>
                    <a:pt x="3417753" y="2971381"/>
                  </a:lnTo>
                  <a:lnTo>
                    <a:pt x="3418132" y="2971381"/>
                  </a:lnTo>
                  <a:lnTo>
                    <a:pt x="3418258" y="2971381"/>
                  </a:lnTo>
                  <a:lnTo>
                    <a:pt x="3418510" y="2971381"/>
                  </a:lnTo>
                  <a:lnTo>
                    <a:pt x="3418637" y="2971381"/>
                  </a:lnTo>
                  <a:lnTo>
                    <a:pt x="3418637" y="2966470"/>
                  </a:lnTo>
                  <a:lnTo>
                    <a:pt x="3419015" y="2966470"/>
                  </a:lnTo>
                  <a:lnTo>
                    <a:pt x="3419394" y="2966470"/>
                  </a:lnTo>
                  <a:lnTo>
                    <a:pt x="3419647" y="2966470"/>
                  </a:lnTo>
                  <a:lnTo>
                    <a:pt x="3420152" y="2966470"/>
                  </a:lnTo>
                  <a:lnTo>
                    <a:pt x="3420278" y="2966470"/>
                  </a:lnTo>
                  <a:lnTo>
                    <a:pt x="3420657" y="2966470"/>
                  </a:lnTo>
                  <a:lnTo>
                    <a:pt x="3420783" y="2966470"/>
                  </a:lnTo>
                  <a:lnTo>
                    <a:pt x="3421035" y="2966470"/>
                  </a:lnTo>
                  <a:lnTo>
                    <a:pt x="3422172" y="2966470"/>
                  </a:lnTo>
                  <a:lnTo>
                    <a:pt x="3422298" y="2966470"/>
                  </a:lnTo>
                  <a:lnTo>
                    <a:pt x="3422424" y="2966470"/>
                  </a:lnTo>
                  <a:lnTo>
                    <a:pt x="3422550" y="2966470"/>
                  </a:lnTo>
                  <a:lnTo>
                    <a:pt x="3422677" y="2966470"/>
                  </a:lnTo>
                  <a:lnTo>
                    <a:pt x="3422803" y="2966470"/>
                  </a:lnTo>
                  <a:lnTo>
                    <a:pt x="3423056" y="2966470"/>
                  </a:lnTo>
                  <a:lnTo>
                    <a:pt x="3423182" y="2966470"/>
                  </a:lnTo>
                  <a:lnTo>
                    <a:pt x="3423434" y="2966470"/>
                  </a:lnTo>
                  <a:lnTo>
                    <a:pt x="3423561" y="2966470"/>
                  </a:lnTo>
                  <a:lnTo>
                    <a:pt x="3423939" y="2966470"/>
                  </a:lnTo>
                  <a:lnTo>
                    <a:pt x="3424571" y="2961559"/>
                  </a:lnTo>
                  <a:lnTo>
                    <a:pt x="3425328" y="2961559"/>
                  </a:lnTo>
                  <a:lnTo>
                    <a:pt x="3425454" y="2961559"/>
                  </a:lnTo>
                  <a:lnTo>
                    <a:pt x="3425581" y="2961559"/>
                  </a:lnTo>
                  <a:lnTo>
                    <a:pt x="3425959" y="2961559"/>
                  </a:lnTo>
                  <a:lnTo>
                    <a:pt x="3426212" y="2961559"/>
                  </a:lnTo>
                  <a:lnTo>
                    <a:pt x="3427096" y="2961559"/>
                  </a:lnTo>
                  <a:lnTo>
                    <a:pt x="3427222" y="2961559"/>
                  </a:lnTo>
                  <a:lnTo>
                    <a:pt x="3427727" y="2961559"/>
                  </a:lnTo>
                  <a:lnTo>
                    <a:pt x="3427853" y="2961559"/>
                  </a:lnTo>
                  <a:lnTo>
                    <a:pt x="3428106" y="2961559"/>
                  </a:lnTo>
                  <a:lnTo>
                    <a:pt x="3428232" y="2961559"/>
                  </a:lnTo>
                  <a:lnTo>
                    <a:pt x="3428485" y="2961559"/>
                  </a:lnTo>
                  <a:lnTo>
                    <a:pt x="3428611" y="2961559"/>
                  </a:lnTo>
                  <a:lnTo>
                    <a:pt x="3428737" y="2961559"/>
                  </a:lnTo>
                  <a:lnTo>
                    <a:pt x="3429116" y="2951736"/>
                  </a:lnTo>
                  <a:lnTo>
                    <a:pt x="3429621" y="2951736"/>
                  </a:lnTo>
                  <a:lnTo>
                    <a:pt x="3429747" y="2951736"/>
                  </a:lnTo>
                  <a:lnTo>
                    <a:pt x="3430126" y="2951736"/>
                  </a:lnTo>
                  <a:lnTo>
                    <a:pt x="3430505" y="2951736"/>
                  </a:lnTo>
                  <a:lnTo>
                    <a:pt x="3430631" y="2951736"/>
                  </a:lnTo>
                  <a:lnTo>
                    <a:pt x="3431136" y="2951736"/>
                  </a:lnTo>
                  <a:lnTo>
                    <a:pt x="3431262" y="2951736"/>
                  </a:lnTo>
                  <a:lnTo>
                    <a:pt x="3431515" y="2951736"/>
                  </a:lnTo>
                  <a:lnTo>
                    <a:pt x="3431767" y="2951736"/>
                  </a:lnTo>
                  <a:lnTo>
                    <a:pt x="3432020" y="2951736"/>
                  </a:lnTo>
                  <a:lnTo>
                    <a:pt x="3432020" y="2946824"/>
                  </a:lnTo>
                  <a:lnTo>
                    <a:pt x="3432272" y="2946824"/>
                  </a:lnTo>
                  <a:lnTo>
                    <a:pt x="3432398" y="2946824"/>
                  </a:lnTo>
                  <a:lnTo>
                    <a:pt x="3432525" y="2941913"/>
                  </a:lnTo>
                  <a:lnTo>
                    <a:pt x="3432651" y="2941913"/>
                  </a:lnTo>
                  <a:lnTo>
                    <a:pt x="3432777" y="2941913"/>
                  </a:lnTo>
                  <a:lnTo>
                    <a:pt x="3432903" y="2941913"/>
                  </a:lnTo>
                  <a:lnTo>
                    <a:pt x="3433409" y="2941913"/>
                  </a:lnTo>
                  <a:lnTo>
                    <a:pt x="3434040" y="2941913"/>
                  </a:lnTo>
                  <a:lnTo>
                    <a:pt x="3434166" y="2941913"/>
                  </a:lnTo>
                  <a:lnTo>
                    <a:pt x="3434292" y="2941913"/>
                  </a:lnTo>
                  <a:lnTo>
                    <a:pt x="3434419" y="2941913"/>
                  </a:lnTo>
                  <a:lnTo>
                    <a:pt x="3434419" y="2937002"/>
                  </a:lnTo>
                  <a:lnTo>
                    <a:pt x="3434545" y="2937002"/>
                  </a:lnTo>
                  <a:lnTo>
                    <a:pt x="3435050" y="2937002"/>
                  </a:lnTo>
                  <a:lnTo>
                    <a:pt x="3435681" y="2937002"/>
                  </a:lnTo>
                  <a:lnTo>
                    <a:pt x="3435681" y="2932090"/>
                  </a:lnTo>
                  <a:lnTo>
                    <a:pt x="3435807" y="2932090"/>
                  </a:lnTo>
                  <a:lnTo>
                    <a:pt x="3435934" y="2932090"/>
                  </a:lnTo>
                  <a:lnTo>
                    <a:pt x="3436186" y="2932090"/>
                  </a:lnTo>
                  <a:lnTo>
                    <a:pt x="3436312" y="2932090"/>
                  </a:lnTo>
                  <a:lnTo>
                    <a:pt x="3437827" y="2932090"/>
                  </a:lnTo>
                  <a:lnTo>
                    <a:pt x="3438080" y="2932090"/>
                  </a:lnTo>
                  <a:lnTo>
                    <a:pt x="3438206" y="2932090"/>
                  </a:lnTo>
                  <a:lnTo>
                    <a:pt x="3438333" y="2932090"/>
                  </a:lnTo>
                  <a:lnTo>
                    <a:pt x="3438711" y="2932090"/>
                  </a:lnTo>
                  <a:lnTo>
                    <a:pt x="3438838" y="2932090"/>
                  </a:lnTo>
                  <a:lnTo>
                    <a:pt x="3439216" y="2932090"/>
                  </a:lnTo>
                  <a:lnTo>
                    <a:pt x="3439343" y="2932090"/>
                  </a:lnTo>
                  <a:lnTo>
                    <a:pt x="3439974" y="2932090"/>
                  </a:lnTo>
                  <a:lnTo>
                    <a:pt x="3440479" y="2932090"/>
                  </a:lnTo>
                  <a:lnTo>
                    <a:pt x="3440605" y="2932090"/>
                  </a:lnTo>
                  <a:lnTo>
                    <a:pt x="3440731" y="2932090"/>
                  </a:lnTo>
                  <a:lnTo>
                    <a:pt x="3440858" y="2932090"/>
                  </a:lnTo>
                  <a:lnTo>
                    <a:pt x="3440984" y="2932090"/>
                  </a:lnTo>
                  <a:lnTo>
                    <a:pt x="3441110" y="2932090"/>
                  </a:lnTo>
                  <a:lnTo>
                    <a:pt x="3441236" y="2932090"/>
                  </a:lnTo>
                  <a:lnTo>
                    <a:pt x="3441363" y="2932090"/>
                  </a:lnTo>
                  <a:lnTo>
                    <a:pt x="3441868" y="2932090"/>
                  </a:lnTo>
                  <a:lnTo>
                    <a:pt x="3442120" y="2932090"/>
                  </a:lnTo>
                  <a:lnTo>
                    <a:pt x="3443256" y="2932090"/>
                  </a:lnTo>
                  <a:lnTo>
                    <a:pt x="3443509" y="2932090"/>
                  </a:lnTo>
                  <a:lnTo>
                    <a:pt x="3443888" y="2932090"/>
                  </a:lnTo>
                  <a:lnTo>
                    <a:pt x="3444140" y="2932090"/>
                  </a:lnTo>
                  <a:lnTo>
                    <a:pt x="3444267" y="2932090"/>
                  </a:lnTo>
                  <a:lnTo>
                    <a:pt x="3444645" y="2932090"/>
                  </a:lnTo>
                  <a:lnTo>
                    <a:pt x="3444772" y="2932090"/>
                  </a:lnTo>
                  <a:lnTo>
                    <a:pt x="3444898" y="2932090"/>
                  </a:lnTo>
                  <a:lnTo>
                    <a:pt x="3444898" y="2927179"/>
                  </a:lnTo>
                  <a:lnTo>
                    <a:pt x="3445277" y="2922268"/>
                  </a:lnTo>
                  <a:lnTo>
                    <a:pt x="3445403" y="2922268"/>
                  </a:lnTo>
                  <a:lnTo>
                    <a:pt x="3446539" y="2917356"/>
                  </a:lnTo>
                  <a:lnTo>
                    <a:pt x="3446665" y="2917356"/>
                  </a:lnTo>
                  <a:lnTo>
                    <a:pt x="3447044" y="2917356"/>
                  </a:lnTo>
                  <a:lnTo>
                    <a:pt x="3447170" y="2917356"/>
                  </a:lnTo>
                  <a:lnTo>
                    <a:pt x="3447297" y="2917356"/>
                  </a:lnTo>
                  <a:lnTo>
                    <a:pt x="3447423" y="2917356"/>
                  </a:lnTo>
                  <a:lnTo>
                    <a:pt x="3447549" y="2917356"/>
                  </a:lnTo>
                  <a:lnTo>
                    <a:pt x="3448054" y="2917356"/>
                  </a:lnTo>
                  <a:lnTo>
                    <a:pt x="3448686" y="2917356"/>
                  </a:lnTo>
                  <a:lnTo>
                    <a:pt x="3449443" y="2917356"/>
                  </a:lnTo>
                  <a:lnTo>
                    <a:pt x="3449696" y="2917356"/>
                  </a:lnTo>
                  <a:lnTo>
                    <a:pt x="3450074" y="2917356"/>
                  </a:lnTo>
                  <a:lnTo>
                    <a:pt x="3450327" y="2917356"/>
                  </a:lnTo>
                  <a:lnTo>
                    <a:pt x="3450579" y="2917356"/>
                  </a:lnTo>
                  <a:lnTo>
                    <a:pt x="3451211" y="2917356"/>
                  </a:lnTo>
                  <a:lnTo>
                    <a:pt x="3452094" y="2917356"/>
                  </a:lnTo>
                  <a:lnTo>
                    <a:pt x="3452599" y="2917356"/>
                  </a:lnTo>
                  <a:lnTo>
                    <a:pt x="3453104" y="2917356"/>
                  </a:lnTo>
                  <a:lnTo>
                    <a:pt x="3453231" y="2917356"/>
                  </a:lnTo>
                  <a:lnTo>
                    <a:pt x="3453357" y="2917356"/>
                  </a:lnTo>
                  <a:lnTo>
                    <a:pt x="3453610" y="2917356"/>
                  </a:lnTo>
                  <a:lnTo>
                    <a:pt x="3453736" y="2917356"/>
                  </a:lnTo>
                  <a:lnTo>
                    <a:pt x="3453988" y="2917356"/>
                  </a:lnTo>
                  <a:lnTo>
                    <a:pt x="3454367" y="2917356"/>
                  </a:lnTo>
                  <a:lnTo>
                    <a:pt x="3454493" y="2917356"/>
                  </a:lnTo>
                  <a:lnTo>
                    <a:pt x="3455251" y="2917356"/>
                  </a:lnTo>
                  <a:lnTo>
                    <a:pt x="3455377" y="2917356"/>
                  </a:lnTo>
                  <a:lnTo>
                    <a:pt x="3455503" y="2917356"/>
                  </a:lnTo>
                  <a:lnTo>
                    <a:pt x="3455882" y="2917356"/>
                  </a:lnTo>
                  <a:lnTo>
                    <a:pt x="3456008" y="2917356"/>
                  </a:lnTo>
                  <a:lnTo>
                    <a:pt x="3456135" y="2917356"/>
                  </a:lnTo>
                  <a:lnTo>
                    <a:pt x="3456261" y="2917356"/>
                  </a:lnTo>
                  <a:lnTo>
                    <a:pt x="3457776" y="2917356"/>
                  </a:lnTo>
                  <a:lnTo>
                    <a:pt x="3458155" y="2917356"/>
                  </a:lnTo>
                  <a:lnTo>
                    <a:pt x="3458281" y="2917356"/>
                  </a:lnTo>
                  <a:lnTo>
                    <a:pt x="3458407" y="2917356"/>
                  </a:lnTo>
                  <a:lnTo>
                    <a:pt x="3458660" y="2917356"/>
                  </a:lnTo>
                  <a:lnTo>
                    <a:pt x="3458912" y="2917356"/>
                  </a:lnTo>
                  <a:lnTo>
                    <a:pt x="3459039" y="2917356"/>
                  </a:lnTo>
                  <a:lnTo>
                    <a:pt x="3459670" y="2912445"/>
                  </a:lnTo>
                  <a:lnTo>
                    <a:pt x="3460427" y="2907533"/>
                  </a:lnTo>
                  <a:lnTo>
                    <a:pt x="3460680" y="2907533"/>
                  </a:lnTo>
                  <a:lnTo>
                    <a:pt x="3460806" y="2907533"/>
                  </a:lnTo>
                  <a:lnTo>
                    <a:pt x="3461059" y="2907533"/>
                  </a:lnTo>
                  <a:lnTo>
                    <a:pt x="3461437" y="2902622"/>
                  </a:lnTo>
                  <a:lnTo>
                    <a:pt x="3461564" y="2902622"/>
                  </a:lnTo>
                  <a:lnTo>
                    <a:pt x="3461690" y="2902622"/>
                  </a:lnTo>
                  <a:lnTo>
                    <a:pt x="3461816" y="2902622"/>
                  </a:lnTo>
                  <a:lnTo>
                    <a:pt x="3461942" y="2902622"/>
                  </a:lnTo>
                  <a:lnTo>
                    <a:pt x="3462069" y="2902622"/>
                  </a:lnTo>
                  <a:lnTo>
                    <a:pt x="3462447" y="2902622"/>
                  </a:lnTo>
                  <a:lnTo>
                    <a:pt x="3462700" y="2902622"/>
                  </a:lnTo>
                  <a:lnTo>
                    <a:pt x="3462826" y="2902622"/>
                  </a:lnTo>
                  <a:lnTo>
                    <a:pt x="3462952" y="2902622"/>
                  </a:lnTo>
                  <a:lnTo>
                    <a:pt x="3463205" y="2902622"/>
                  </a:lnTo>
                  <a:lnTo>
                    <a:pt x="3463331" y="2902622"/>
                  </a:lnTo>
                  <a:lnTo>
                    <a:pt x="3463710" y="2902622"/>
                  </a:lnTo>
                  <a:lnTo>
                    <a:pt x="3463963" y="2902622"/>
                  </a:lnTo>
                  <a:lnTo>
                    <a:pt x="3464341" y="2902622"/>
                  </a:lnTo>
                  <a:lnTo>
                    <a:pt x="3464468" y="2902622"/>
                  </a:lnTo>
                  <a:lnTo>
                    <a:pt x="3464846" y="2902622"/>
                  </a:lnTo>
                  <a:lnTo>
                    <a:pt x="3464973" y="2902622"/>
                  </a:lnTo>
                  <a:lnTo>
                    <a:pt x="3465099" y="2902622"/>
                  </a:lnTo>
                  <a:lnTo>
                    <a:pt x="3465478" y="2902622"/>
                  </a:lnTo>
                  <a:lnTo>
                    <a:pt x="3465604" y="2902622"/>
                  </a:lnTo>
                  <a:lnTo>
                    <a:pt x="3465730" y="2902622"/>
                  </a:lnTo>
                  <a:lnTo>
                    <a:pt x="3466614" y="2902622"/>
                  </a:lnTo>
                  <a:lnTo>
                    <a:pt x="3467245" y="2902622"/>
                  </a:lnTo>
                  <a:lnTo>
                    <a:pt x="3467371" y="2902622"/>
                  </a:lnTo>
                  <a:lnTo>
                    <a:pt x="3467624" y="2902622"/>
                  </a:lnTo>
                  <a:lnTo>
                    <a:pt x="3468129" y="2902622"/>
                  </a:lnTo>
                  <a:lnTo>
                    <a:pt x="3468508" y="2902622"/>
                  </a:lnTo>
                  <a:lnTo>
                    <a:pt x="3469139" y="2902622"/>
                  </a:lnTo>
                  <a:lnTo>
                    <a:pt x="3469265" y="2902622"/>
                  </a:lnTo>
                  <a:lnTo>
                    <a:pt x="3469392" y="2902622"/>
                  </a:lnTo>
                  <a:lnTo>
                    <a:pt x="3469644" y="2902622"/>
                  </a:lnTo>
                  <a:lnTo>
                    <a:pt x="3470023" y="2902622"/>
                  </a:lnTo>
                  <a:lnTo>
                    <a:pt x="3470149" y="2902622"/>
                  </a:lnTo>
                  <a:lnTo>
                    <a:pt x="3470402" y="2902622"/>
                  </a:lnTo>
                  <a:lnTo>
                    <a:pt x="3470528" y="2902622"/>
                  </a:lnTo>
                  <a:lnTo>
                    <a:pt x="3471033" y="2902622"/>
                  </a:lnTo>
                  <a:lnTo>
                    <a:pt x="3471790" y="2902622"/>
                  </a:lnTo>
                  <a:lnTo>
                    <a:pt x="3471917" y="2902622"/>
                  </a:lnTo>
                  <a:lnTo>
                    <a:pt x="3472169" y="2902622"/>
                  </a:lnTo>
                  <a:lnTo>
                    <a:pt x="3472422" y="2902622"/>
                  </a:lnTo>
                  <a:lnTo>
                    <a:pt x="3472800" y="2902622"/>
                  </a:lnTo>
                  <a:lnTo>
                    <a:pt x="3473053" y="2902622"/>
                  </a:lnTo>
                  <a:lnTo>
                    <a:pt x="3473179" y="2902622"/>
                  </a:lnTo>
                  <a:lnTo>
                    <a:pt x="3473810" y="2902622"/>
                  </a:lnTo>
                  <a:lnTo>
                    <a:pt x="3474063" y="2892799"/>
                  </a:lnTo>
                  <a:lnTo>
                    <a:pt x="3474316" y="2892799"/>
                  </a:lnTo>
                  <a:lnTo>
                    <a:pt x="3474694" y="2892799"/>
                  </a:lnTo>
                  <a:lnTo>
                    <a:pt x="3475326" y="2892799"/>
                  </a:lnTo>
                  <a:lnTo>
                    <a:pt x="3475704" y="2892799"/>
                  </a:lnTo>
                  <a:lnTo>
                    <a:pt x="3476083" y="2892799"/>
                  </a:lnTo>
                  <a:lnTo>
                    <a:pt x="3476209" y="2892799"/>
                  </a:lnTo>
                  <a:lnTo>
                    <a:pt x="3476336" y="2892799"/>
                  </a:lnTo>
                  <a:lnTo>
                    <a:pt x="3476462" y="2892799"/>
                  </a:lnTo>
                  <a:lnTo>
                    <a:pt x="3477598" y="2892799"/>
                  </a:lnTo>
                  <a:lnTo>
                    <a:pt x="3477977" y="2892799"/>
                  </a:lnTo>
                  <a:lnTo>
                    <a:pt x="3478356" y="2892799"/>
                  </a:lnTo>
                  <a:lnTo>
                    <a:pt x="3478734" y="2892799"/>
                  </a:lnTo>
                  <a:lnTo>
                    <a:pt x="3479366" y="2892799"/>
                  </a:lnTo>
                  <a:lnTo>
                    <a:pt x="3479492" y="2892799"/>
                  </a:lnTo>
                  <a:lnTo>
                    <a:pt x="3479745" y="2892799"/>
                  </a:lnTo>
                  <a:lnTo>
                    <a:pt x="3479871" y="2892799"/>
                  </a:lnTo>
                  <a:lnTo>
                    <a:pt x="3479997" y="2892799"/>
                  </a:lnTo>
                  <a:lnTo>
                    <a:pt x="3480250" y="2892799"/>
                  </a:lnTo>
                  <a:lnTo>
                    <a:pt x="3480376" y="2892799"/>
                  </a:lnTo>
                  <a:lnTo>
                    <a:pt x="3480502" y="2892799"/>
                  </a:lnTo>
                  <a:lnTo>
                    <a:pt x="3480628" y="2892799"/>
                  </a:lnTo>
                  <a:lnTo>
                    <a:pt x="3481007" y="2892799"/>
                  </a:lnTo>
                  <a:lnTo>
                    <a:pt x="3481133" y="2892799"/>
                  </a:lnTo>
                  <a:lnTo>
                    <a:pt x="3481638" y="2892799"/>
                  </a:lnTo>
                  <a:lnTo>
                    <a:pt x="3482270" y="2892799"/>
                  </a:lnTo>
                  <a:lnTo>
                    <a:pt x="3482775" y="2892799"/>
                  </a:lnTo>
                  <a:lnTo>
                    <a:pt x="3483027" y="2892799"/>
                  </a:lnTo>
                  <a:lnTo>
                    <a:pt x="3483153" y="2892799"/>
                  </a:lnTo>
                  <a:lnTo>
                    <a:pt x="3483406" y="2892799"/>
                  </a:lnTo>
                  <a:lnTo>
                    <a:pt x="3483532" y="2892799"/>
                  </a:lnTo>
                  <a:lnTo>
                    <a:pt x="3483658" y="2892799"/>
                  </a:lnTo>
                  <a:lnTo>
                    <a:pt x="3483785" y="2892799"/>
                  </a:lnTo>
                  <a:lnTo>
                    <a:pt x="3484037" y="2892799"/>
                  </a:lnTo>
                  <a:lnTo>
                    <a:pt x="3484290" y="2892799"/>
                  </a:lnTo>
                  <a:lnTo>
                    <a:pt x="3484416" y="2892799"/>
                  </a:lnTo>
                  <a:lnTo>
                    <a:pt x="3484669" y="2892799"/>
                  </a:lnTo>
                  <a:lnTo>
                    <a:pt x="3484795" y="2892799"/>
                  </a:lnTo>
                  <a:lnTo>
                    <a:pt x="3484921" y="2892799"/>
                  </a:lnTo>
                  <a:lnTo>
                    <a:pt x="3485047" y="2892799"/>
                  </a:lnTo>
                  <a:lnTo>
                    <a:pt x="3485174" y="2892799"/>
                  </a:lnTo>
                  <a:lnTo>
                    <a:pt x="3485300" y="2892799"/>
                  </a:lnTo>
                  <a:lnTo>
                    <a:pt x="3485931" y="2892799"/>
                  </a:lnTo>
                  <a:lnTo>
                    <a:pt x="3486057" y="2892799"/>
                  </a:lnTo>
                  <a:lnTo>
                    <a:pt x="3486184" y="2892799"/>
                  </a:lnTo>
                  <a:lnTo>
                    <a:pt x="3486310" y="2892799"/>
                  </a:lnTo>
                  <a:lnTo>
                    <a:pt x="3486562" y="2892799"/>
                  </a:lnTo>
                  <a:lnTo>
                    <a:pt x="3487067" y="2892799"/>
                  </a:lnTo>
                  <a:lnTo>
                    <a:pt x="3487320" y="2892799"/>
                  </a:lnTo>
                  <a:lnTo>
                    <a:pt x="3487446" y="2892799"/>
                  </a:lnTo>
                  <a:lnTo>
                    <a:pt x="3488204" y="2892799"/>
                  </a:lnTo>
                  <a:lnTo>
                    <a:pt x="3488330" y="2892799"/>
                  </a:lnTo>
                  <a:lnTo>
                    <a:pt x="3488582" y="2892799"/>
                  </a:lnTo>
                  <a:lnTo>
                    <a:pt x="3488709" y="2892799"/>
                  </a:lnTo>
                  <a:lnTo>
                    <a:pt x="3489592" y="2892799"/>
                  </a:lnTo>
                  <a:lnTo>
                    <a:pt x="3489845" y="2892799"/>
                  </a:lnTo>
                  <a:lnTo>
                    <a:pt x="3490729" y="2892799"/>
                  </a:lnTo>
                  <a:lnTo>
                    <a:pt x="3490855" y="2892799"/>
                  </a:lnTo>
                  <a:lnTo>
                    <a:pt x="3490981" y="2892799"/>
                  </a:lnTo>
                  <a:lnTo>
                    <a:pt x="3492118" y="2892799"/>
                  </a:lnTo>
                  <a:lnTo>
                    <a:pt x="3492370" y="2892799"/>
                  </a:lnTo>
                  <a:lnTo>
                    <a:pt x="3492496" y="2892799"/>
                  </a:lnTo>
                  <a:lnTo>
                    <a:pt x="3493633" y="2892799"/>
                  </a:lnTo>
                  <a:lnTo>
                    <a:pt x="3493759" y="2892799"/>
                  </a:lnTo>
                  <a:lnTo>
                    <a:pt x="3493885" y="2892799"/>
                  </a:lnTo>
                  <a:lnTo>
                    <a:pt x="3494138" y="2892799"/>
                  </a:lnTo>
                  <a:lnTo>
                    <a:pt x="3495274" y="2892799"/>
                  </a:lnTo>
                  <a:lnTo>
                    <a:pt x="3495400" y="2892799"/>
                  </a:lnTo>
                  <a:lnTo>
                    <a:pt x="3495779" y="2892799"/>
                  </a:lnTo>
                  <a:lnTo>
                    <a:pt x="3496663" y="2892799"/>
                  </a:lnTo>
                  <a:lnTo>
                    <a:pt x="3496663" y="2887888"/>
                  </a:lnTo>
                  <a:lnTo>
                    <a:pt x="3496789" y="2887888"/>
                  </a:lnTo>
                  <a:lnTo>
                    <a:pt x="3497042" y="2887888"/>
                  </a:lnTo>
                  <a:lnTo>
                    <a:pt x="3497168" y="2887888"/>
                  </a:lnTo>
                  <a:lnTo>
                    <a:pt x="3497420" y="2887888"/>
                  </a:lnTo>
                  <a:lnTo>
                    <a:pt x="3497925" y="2887888"/>
                  </a:lnTo>
                  <a:lnTo>
                    <a:pt x="3498052" y="2887888"/>
                  </a:lnTo>
                  <a:lnTo>
                    <a:pt x="3498178" y="2887888"/>
                  </a:lnTo>
                  <a:lnTo>
                    <a:pt x="3498683" y="2887888"/>
                  </a:lnTo>
                  <a:lnTo>
                    <a:pt x="3498809" y="2887888"/>
                  </a:lnTo>
                  <a:lnTo>
                    <a:pt x="3499188" y="2887888"/>
                  </a:lnTo>
                  <a:lnTo>
                    <a:pt x="3499314" y="2887888"/>
                  </a:lnTo>
                  <a:lnTo>
                    <a:pt x="3499440" y="2887888"/>
                  </a:lnTo>
                  <a:lnTo>
                    <a:pt x="3499567" y="2887888"/>
                  </a:lnTo>
                  <a:lnTo>
                    <a:pt x="3500198" y="2887888"/>
                  </a:lnTo>
                  <a:lnTo>
                    <a:pt x="3500324" y="2887888"/>
                  </a:lnTo>
                  <a:lnTo>
                    <a:pt x="3500703" y="2887888"/>
                  </a:lnTo>
                  <a:lnTo>
                    <a:pt x="3500956" y="2887888"/>
                  </a:lnTo>
                  <a:lnTo>
                    <a:pt x="3501208" y="2887888"/>
                  </a:lnTo>
                  <a:lnTo>
                    <a:pt x="3501334" y="2887888"/>
                  </a:lnTo>
                  <a:lnTo>
                    <a:pt x="3501461" y="2887888"/>
                  </a:lnTo>
                  <a:lnTo>
                    <a:pt x="3501713" y="2887888"/>
                  </a:lnTo>
                  <a:lnTo>
                    <a:pt x="3501966" y="2887888"/>
                  </a:lnTo>
                  <a:lnTo>
                    <a:pt x="3501966" y="2882977"/>
                  </a:lnTo>
                  <a:lnTo>
                    <a:pt x="3502092" y="2882977"/>
                  </a:lnTo>
                  <a:lnTo>
                    <a:pt x="3502471" y="2882977"/>
                  </a:lnTo>
                  <a:lnTo>
                    <a:pt x="3502723" y="2882977"/>
                  </a:lnTo>
                  <a:lnTo>
                    <a:pt x="3503102" y="2882977"/>
                  </a:lnTo>
                  <a:lnTo>
                    <a:pt x="3503228" y="2882977"/>
                  </a:lnTo>
                  <a:lnTo>
                    <a:pt x="3503481" y="2882977"/>
                  </a:lnTo>
                  <a:lnTo>
                    <a:pt x="3503859" y="2882977"/>
                  </a:lnTo>
                  <a:lnTo>
                    <a:pt x="3503986" y="2882977"/>
                  </a:lnTo>
                  <a:lnTo>
                    <a:pt x="3504238" y="2882977"/>
                  </a:lnTo>
                  <a:lnTo>
                    <a:pt x="3504491" y="2882977"/>
                  </a:lnTo>
                  <a:lnTo>
                    <a:pt x="3504743" y="2882977"/>
                  </a:lnTo>
                  <a:lnTo>
                    <a:pt x="3504869" y="2882977"/>
                  </a:lnTo>
                  <a:lnTo>
                    <a:pt x="3504996" y="2882977"/>
                  </a:lnTo>
                  <a:lnTo>
                    <a:pt x="3505501" y="2882977"/>
                  </a:lnTo>
                  <a:lnTo>
                    <a:pt x="3505753" y="2882977"/>
                  </a:lnTo>
                  <a:lnTo>
                    <a:pt x="3506132" y="2882977"/>
                  </a:lnTo>
                  <a:lnTo>
                    <a:pt x="3506637" y="2882977"/>
                  </a:lnTo>
                  <a:lnTo>
                    <a:pt x="3506637" y="2878065"/>
                  </a:lnTo>
                  <a:lnTo>
                    <a:pt x="3506890" y="2878065"/>
                  </a:lnTo>
                  <a:lnTo>
                    <a:pt x="3507016" y="2878065"/>
                  </a:lnTo>
                  <a:lnTo>
                    <a:pt x="3507268" y="2878065"/>
                  </a:lnTo>
                  <a:lnTo>
                    <a:pt x="3507395" y="2878065"/>
                  </a:lnTo>
                  <a:lnTo>
                    <a:pt x="3507647" y="2878065"/>
                  </a:lnTo>
                  <a:lnTo>
                    <a:pt x="3507773" y="2878065"/>
                  </a:lnTo>
                  <a:lnTo>
                    <a:pt x="3508278" y="2878065"/>
                  </a:lnTo>
                  <a:lnTo>
                    <a:pt x="3508531" y="2878065"/>
                  </a:lnTo>
                  <a:lnTo>
                    <a:pt x="3508783" y="2878065"/>
                  </a:lnTo>
                  <a:lnTo>
                    <a:pt x="3509036" y="2878065"/>
                  </a:lnTo>
                  <a:lnTo>
                    <a:pt x="3509162" y="2878065"/>
                  </a:lnTo>
                  <a:lnTo>
                    <a:pt x="3509415" y="2878065"/>
                  </a:lnTo>
                  <a:lnTo>
                    <a:pt x="3509541" y="2878065"/>
                  </a:lnTo>
                  <a:lnTo>
                    <a:pt x="3509667" y="2878065"/>
                  </a:lnTo>
                  <a:lnTo>
                    <a:pt x="3509920" y="2878065"/>
                  </a:lnTo>
                  <a:lnTo>
                    <a:pt x="3510172" y="2878065"/>
                  </a:lnTo>
                  <a:lnTo>
                    <a:pt x="3510551" y="2878065"/>
                  </a:lnTo>
                  <a:lnTo>
                    <a:pt x="3510677" y="2878065"/>
                  </a:lnTo>
                  <a:lnTo>
                    <a:pt x="3510804" y="2878065"/>
                  </a:lnTo>
                  <a:lnTo>
                    <a:pt x="3510930" y="2873154"/>
                  </a:lnTo>
                  <a:lnTo>
                    <a:pt x="3511056" y="2873154"/>
                  </a:lnTo>
                  <a:lnTo>
                    <a:pt x="3511182" y="2873154"/>
                  </a:lnTo>
                  <a:lnTo>
                    <a:pt x="3517748" y="2863331"/>
                  </a:lnTo>
                  <a:lnTo>
                    <a:pt x="3518000" y="2863331"/>
                  </a:lnTo>
                  <a:lnTo>
                    <a:pt x="3518126" y="2863331"/>
                  </a:lnTo>
                  <a:lnTo>
                    <a:pt x="3518379" y="2863331"/>
                  </a:lnTo>
                  <a:lnTo>
                    <a:pt x="3518631" y="2863331"/>
                  </a:lnTo>
                  <a:lnTo>
                    <a:pt x="3518884" y="2863331"/>
                  </a:lnTo>
                  <a:lnTo>
                    <a:pt x="3519010" y="2863331"/>
                  </a:lnTo>
                  <a:lnTo>
                    <a:pt x="3519389" y="2863331"/>
                  </a:lnTo>
                  <a:lnTo>
                    <a:pt x="3519515" y="2863331"/>
                  </a:lnTo>
                  <a:lnTo>
                    <a:pt x="3519641" y="2863331"/>
                  </a:lnTo>
                  <a:lnTo>
                    <a:pt x="3519894" y="2863331"/>
                  </a:lnTo>
                  <a:lnTo>
                    <a:pt x="3520399" y="2863331"/>
                  </a:lnTo>
                  <a:lnTo>
                    <a:pt x="3520652" y="2863331"/>
                  </a:lnTo>
                  <a:lnTo>
                    <a:pt x="3521157" y="2863331"/>
                  </a:lnTo>
                  <a:lnTo>
                    <a:pt x="3521283" y="2863331"/>
                  </a:lnTo>
                  <a:lnTo>
                    <a:pt x="3521535" y="2863331"/>
                  </a:lnTo>
                  <a:lnTo>
                    <a:pt x="3521535" y="2858420"/>
                  </a:lnTo>
                  <a:lnTo>
                    <a:pt x="3521662" y="2858420"/>
                  </a:lnTo>
                  <a:lnTo>
                    <a:pt x="3522040" y="2858420"/>
                  </a:lnTo>
                  <a:lnTo>
                    <a:pt x="3522167" y="2858420"/>
                  </a:lnTo>
                  <a:lnTo>
                    <a:pt x="3522419" y="2858420"/>
                  </a:lnTo>
                  <a:lnTo>
                    <a:pt x="3522545" y="2858420"/>
                  </a:lnTo>
                  <a:lnTo>
                    <a:pt x="3522924" y="2858420"/>
                  </a:lnTo>
                  <a:lnTo>
                    <a:pt x="3523303" y="2858420"/>
                  </a:lnTo>
                  <a:lnTo>
                    <a:pt x="3523429" y="2858420"/>
                  </a:lnTo>
                  <a:lnTo>
                    <a:pt x="3523555" y="2858420"/>
                  </a:lnTo>
                  <a:lnTo>
                    <a:pt x="3523934" y="2858420"/>
                  </a:lnTo>
                  <a:lnTo>
                    <a:pt x="3524313" y="2858420"/>
                  </a:lnTo>
                  <a:lnTo>
                    <a:pt x="3524692" y="2858420"/>
                  </a:lnTo>
                  <a:lnTo>
                    <a:pt x="3524944" y="2858420"/>
                  </a:lnTo>
                  <a:lnTo>
                    <a:pt x="3525070" y="2858420"/>
                  </a:lnTo>
                  <a:lnTo>
                    <a:pt x="3525575" y="2858420"/>
                  </a:lnTo>
                  <a:lnTo>
                    <a:pt x="3525954" y="2858420"/>
                  </a:lnTo>
                  <a:lnTo>
                    <a:pt x="3526207" y="2858420"/>
                  </a:lnTo>
                  <a:lnTo>
                    <a:pt x="3526333" y="2858420"/>
                  </a:lnTo>
                  <a:lnTo>
                    <a:pt x="3527217" y="2853508"/>
                  </a:lnTo>
                  <a:lnTo>
                    <a:pt x="3527469" y="2853508"/>
                  </a:lnTo>
                  <a:lnTo>
                    <a:pt x="3527596" y="2853508"/>
                  </a:lnTo>
                  <a:lnTo>
                    <a:pt x="3527974" y="2853508"/>
                  </a:lnTo>
                  <a:lnTo>
                    <a:pt x="3528606" y="2853508"/>
                  </a:lnTo>
                  <a:lnTo>
                    <a:pt x="3528858" y="2853508"/>
                  </a:lnTo>
                  <a:lnTo>
                    <a:pt x="3529111" y="2853508"/>
                  </a:lnTo>
                  <a:lnTo>
                    <a:pt x="3529868" y="2853508"/>
                  </a:lnTo>
                  <a:lnTo>
                    <a:pt x="3530121" y="2853508"/>
                  </a:lnTo>
                  <a:lnTo>
                    <a:pt x="3530247" y="2853508"/>
                  </a:lnTo>
                  <a:lnTo>
                    <a:pt x="3530499" y="2853508"/>
                  </a:lnTo>
                  <a:lnTo>
                    <a:pt x="3530626" y="2853508"/>
                  </a:lnTo>
                  <a:lnTo>
                    <a:pt x="3530752" y="2853508"/>
                  </a:lnTo>
                  <a:lnTo>
                    <a:pt x="3531005" y="2853508"/>
                  </a:lnTo>
                  <a:lnTo>
                    <a:pt x="3531131" y="2853508"/>
                  </a:lnTo>
                  <a:lnTo>
                    <a:pt x="3531510" y="2853508"/>
                  </a:lnTo>
                  <a:lnTo>
                    <a:pt x="3531636" y="2848597"/>
                  </a:lnTo>
                  <a:lnTo>
                    <a:pt x="3531888" y="2848597"/>
                  </a:lnTo>
                  <a:lnTo>
                    <a:pt x="3532646" y="2848597"/>
                  </a:lnTo>
                  <a:lnTo>
                    <a:pt x="3533277" y="2848597"/>
                  </a:lnTo>
                  <a:lnTo>
                    <a:pt x="3533403" y="2848597"/>
                  </a:lnTo>
                  <a:lnTo>
                    <a:pt x="3533530" y="2848597"/>
                  </a:lnTo>
                  <a:lnTo>
                    <a:pt x="3534287" y="2848597"/>
                  </a:lnTo>
                  <a:lnTo>
                    <a:pt x="3534666" y="2848597"/>
                  </a:lnTo>
                  <a:lnTo>
                    <a:pt x="3534792" y="2848597"/>
                  </a:lnTo>
                  <a:lnTo>
                    <a:pt x="3534918" y="2848597"/>
                  </a:lnTo>
                  <a:lnTo>
                    <a:pt x="3535550" y="2848597"/>
                  </a:lnTo>
                  <a:lnTo>
                    <a:pt x="3536055" y="2848597"/>
                  </a:lnTo>
                  <a:lnTo>
                    <a:pt x="3536560" y="2848597"/>
                  </a:lnTo>
                  <a:lnTo>
                    <a:pt x="3536812" y="2848597"/>
                  </a:lnTo>
                  <a:lnTo>
                    <a:pt x="3536939" y="2848597"/>
                  </a:lnTo>
                  <a:lnTo>
                    <a:pt x="3537065" y="2848597"/>
                  </a:lnTo>
                  <a:lnTo>
                    <a:pt x="3537444" y="2848597"/>
                  </a:lnTo>
                  <a:lnTo>
                    <a:pt x="3537570" y="2848597"/>
                  </a:lnTo>
                  <a:lnTo>
                    <a:pt x="3537822" y="2848597"/>
                  </a:lnTo>
                  <a:lnTo>
                    <a:pt x="3537822" y="2843686"/>
                  </a:lnTo>
                  <a:lnTo>
                    <a:pt x="3537949" y="2843686"/>
                  </a:lnTo>
                  <a:lnTo>
                    <a:pt x="3538075" y="2843686"/>
                  </a:lnTo>
                  <a:lnTo>
                    <a:pt x="3539590" y="2843686"/>
                  </a:lnTo>
                  <a:lnTo>
                    <a:pt x="3539969" y="2843686"/>
                  </a:lnTo>
                  <a:lnTo>
                    <a:pt x="3540095" y="2843686"/>
                  </a:lnTo>
                  <a:lnTo>
                    <a:pt x="3540221" y="2843686"/>
                  </a:lnTo>
                  <a:lnTo>
                    <a:pt x="3540347" y="2843686"/>
                  </a:lnTo>
                  <a:lnTo>
                    <a:pt x="3540979" y="2843686"/>
                  </a:lnTo>
                  <a:lnTo>
                    <a:pt x="3541231" y="2843686"/>
                  </a:lnTo>
                  <a:lnTo>
                    <a:pt x="3541358" y="2843686"/>
                  </a:lnTo>
                  <a:lnTo>
                    <a:pt x="3541484" y="2843686"/>
                  </a:lnTo>
                  <a:lnTo>
                    <a:pt x="3541989" y="2843686"/>
                  </a:lnTo>
                  <a:lnTo>
                    <a:pt x="3542115" y="2843686"/>
                  </a:lnTo>
                  <a:lnTo>
                    <a:pt x="3542241" y="2843686"/>
                  </a:lnTo>
                  <a:lnTo>
                    <a:pt x="3542241" y="2838774"/>
                  </a:lnTo>
                  <a:lnTo>
                    <a:pt x="3542368" y="2838774"/>
                  </a:lnTo>
                  <a:lnTo>
                    <a:pt x="3543378" y="2838774"/>
                  </a:lnTo>
                  <a:lnTo>
                    <a:pt x="3543378" y="2833863"/>
                  </a:lnTo>
                  <a:lnTo>
                    <a:pt x="3543504" y="2833863"/>
                  </a:lnTo>
                  <a:lnTo>
                    <a:pt x="3543630" y="2833863"/>
                  </a:lnTo>
                  <a:lnTo>
                    <a:pt x="3543883" y="2833863"/>
                  </a:lnTo>
                  <a:lnTo>
                    <a:pt x="3544009" y="2833863"/>
                  </a:lnTo>
                  <a:lnTo>
                    <a:pt x="3544135" y="2833863"/>
                  </a:lnTo>
                  <a:lnTo>
                    <a:pt x="3544388" y="2833863"/>
                  </a:lnTo>
                  <a:lnTo>
                    <a:pt x="3544514" y="2833863"/>
                  </a:lnTo>
                  <a:lnTo>
                    <a:pt x="3544766" y="2833863"/>
                  </a:lnTo>
                  <a:lnTo>
                    <a:pt x="3544893" y="2833863"/>
                  </a:lnTo>
                  <a:lnTo>
                    <a:pt x="3545398" y="2833863"/>
                  </a:lnTo>
                  <a:lnTo>
                    <a:pt x="3545524" y="2833863"/>
                  </a:lnTo>
                  <a:lnTo>
                    <a:pt x="3545650" y="2833863"/>
                  </a:lnTo>
                  <a:lnTo>
                    <a:pt x="3545776" y="2833863"/>
                  </a:lnTo>
                  <a:lnTo>
                    <a:pt x="3545903" y="2833863"/>
                  </a:lnTo>
                  <a:lnTo>
                    <a:pt x="3546029" y="2833863"/>
                  </a:lnTo>
                  <a:lnTo>
                    <a:pt x="3546408" y="2833863"/>
                  </a:lnTo>
                  <a:lnTo>
                    <a:pt x="3546534" y="2833863"/>
                  </a:lnTo>
                  <a:lnTo>
                    <a:pt x="3546660" y="2833863"/>
                  </a:lnTo>
                  <a:lnTo>
                    <a:pt x="3546913" y="2833863"/>
                  </a:lnTo>
                  <a:lnTo>
                    <a:pt x="3547544" y="2833863"/>
                  </a:lnTo>
                  <a:lnTo>
                    <a:pt x="3547797" y="2833863"/>
                  </a:lnTo>
                  <a:lnTo>
                    <a:pt x="3548175" y="2833863"/>
                  </a:lnTo>
                  <a:lnTo>
                    <a:pt x="3548302" y="2833863"/>
                  </a:lnTo>
                  <a:lnTo>
                    <a:pt x="3548554" y="2833863"/>
                  </a:lnTo>
                  <a:lnTo>
                    <a:pt x="3548680" y="2833863"/>
                  </a:lnTo>
                  <a:lnTo>
                    <a:pt x="3549059" y="2833863"/>
                  </a:lnTo>
                  <a:lnTo>
                    <a:pt x="3549185" y="2833863"/>
                  </a:lnTo>
                  <a:lnTo>
                    <a:pt x="3549564" y="2833863"/>
                  </a:lnTo>
                  <a:lnTo>
                    <a:pt x="3549690" y="2833863"/>
                  </a:lnTo>
                  <a:lnTo>
                    <a:pt x="3550069" y="2833863"/>
                  </a:lnTo>
                  <a:lnTo>
                    <a:pt x="3550574" y="2833863"/>
                  </a:lnTo>
                  <a:lnTo>
                    <a:pt x="3550700" y="2833863"/>
                  </a:lnTo>
                  <a:lnTo>
                    <a:pt x="3550827" y="2833863"/>
                  </a:lnTo>
                  <a:lnTo>
                    <a:pt x="3551837" y="2833863"/>
                  </a:lnTo>
                  <a:lnTo>
                    <a:pt x="3551963" y="2833863"/>
                  </a:lnTo>
                  <a:lnTo>
                    <a:pt x="3552468" y="2833863"/>
                  </a:lnTo>
                  <a:lnTo>
                    <a:pt x="3553731" y="2833863"/>
                  </a:lnTo>
                  <a:lnTo>
                    <a:pt x="3553983" y="2833863"/>
                  </a:lnTo>
                  <a:lnTo>
                    <a:pt x="3553983" y="2828951"/>
                  </a:lnTo>
                  <a:lnTo>
                    <a:pt x="3554614" y="2828951"/>
                  </a:lnTo>
                  <a:lnTo>
                    <a:pt x="3555246" y="2819129"/>
                  </a:lnTo>
                  <a:lnTo>
                    <a:pt x="3555498" y="2819129"/>
                  </a:lnTo>
                  <a:lnTo>
                    <a:pt x="3556382" y="2819129"/>
                  </a:lnTo>
                  <a:lnTo>
                    <a:pt x="3556634" y="2819129"/>
                  </a:lnTo>
                  <a:lnTo>
                    <a:pt x="3557013" y="2819129"/>
                  </a:lnTo>
                  <a:lnTo>
                    <a:pt x="3557645" y="2819129"/>
                  </a:lnTo>
                  <a:lnTo>
                    <a:pt x="3557897" y="2819129"/>
                  </a:lnTo>
                  <a:lnTo>
                    <a:pt x="3558023" y="2819129"/>
                  </a:lnTo>
                  <a:lnTo>
                    <a:pt x="3558276" y="2819129"/>
                  </a:lnTo>
                  <a:lnTo>
                    <a:pt x="3558402" y="2819129"/>
                  </a:lnTo>
                  <a:lnTo>
                    <a:pt x="3558781" y="2819129"/>
                  </a:lnTo>
                  <a:lnTo>
                    <a:pt x="3558907" y="2814217"/>
                  </a:lnTo>
                  <a:lnTo>
                    <a:pt x="3559033" y="2814217"/>
                  </a:lnTo>
                  <a:lnTo>
                    <a:pt x="3559412" y="2809306"/>
                  </a:lnTo>
                  <a:lnTo>
                    <a:pt x="3560170" y="2809306"/>
                  </a:lnTo>
                  <a:lnTo>
                    <a:pt x="3560296" y="2809306"/>
                  </a:lnTo>
                  <a:lnTo>
                    <a:pt x="3560422" y="2809306"/>
                  </a:lnTo>
                  <a:lnTo>
                    <a:pt x="3560675" y="2809306"/>
                  </a:lnTo>
                  <a:lnTo>
                    <a:pt x="3560927" y="2809306"/>
                  </a:lnTo>
                  <a:lnTo>
                    <a:pt x="3561558" y="2809306"/>
                  </a:lnTo>
                  <a:lnTo>
                    <a:pt x="3561685" y="2804395"/>
                  </a:lnTo>
                  <a:lnTo>
                    <a:pt x="3561811" y="2804395"/>
                  </a:lnTo>
                  <a:lnTo>
                    <a:pt x="3562064" y="2804395"/>
                  </a:lnTo>
                  <a:lnTo>
                    <a:pt x="3562190" y="2804395"/>
                  </a:lnTo>
                  <a:lnTo>
                    <a:pt x="3562316" y="2804395"/>
                  </a:lnTo>
                  <a:lnTo>
                    <a:pt x="3562442" y="2804395"/>
                  </a:lnTo>
                  <a:lnTo>
                    <a:pt x="3562569" y="2804395"/>
                  </a:lnTo>
                  <a:lnTo>
                    <a:pt x="3562695" y="2804395"/>
                  </a:lnTo>
                  <a:lnTo>
                    <a:pt x="3562821" y="2804395"/>
                  </a:lnTo>
                  <a:lnTo>
                    <a:pt x="3562947" y="2804395"/>
                  </a:lnTo>
                  <a:lnTo>
                    <a:pt x="3563074" y="2804395"/>
                  </a:lnTo>
                  <a:lnTo>
                    <a:pt x="3563326" y="2804395"/>
                  </a:lnTo>
                  <a:lnTo>
                    <a:pt x="3563579" y="2804395"/>
                  </a:lnTo>
                  <a:lnTo>
                    <a:pt x="3563957" y="2804395"/>
                  </a:lnTo>
                  <a:lnTo>
                    <a:pt x="3564336" y="2804395"/>
                  </a:lnTo>
                  <a:lnTo>
                    <a:pt x="3564589" y="2804395"/>
                  </a:lnTo>
                  <a:lnTo>
                    <a:pt x="3565220" y="2804395"/>
                  </a:lnTo>
                  <a:lnTo>
                    <a:pt x="3565599" y="2804395"/>
                  </a:lnTo>
                  <a:lnTo>
                    <a:pt x="3566356" y="2804395"/>
                  </a:lnTo>
                  <a:lnTo>
                    <a:pt x="3566609" y="2804395"/>
                  </a:lnTo>
                  <a:lnTo>
                    <a:pt x="3566735" y="2804395"/>
                  </a:lnTo>
                  <a:lnTo>
                    <a:pt x="3567366" y="2799483"/>
                  </a:lnTo>
                  <a:lnTo>
                    <a:pt x="3567619" y="2794572"/>
                  </a:lnTo>
                  <a:lnTo>
                    <a:pt x="3567745" y="2794572"/>
                  </a:lnTo>
                  <a:lnTo>
                    <a:pt x="3567871" y="2794572"/>
                  </a:lnTo>
                  <a:lnTo>
                    <a:pt x="3567998" y="2794572"/>
                  </a:lnTo>
                  <a:lnTo>
                    <a:pt x="3568124" y="2794572"/>
                  </a:lnTo>
                  <a:lnTo>
                    <a:pt x="3569513" y="2794572"/>
                  </a:lnTo>
                  <a:lnTo>
                    <a:pt x="3569765" y="2794572"/>
                  </a:lnTo>
                  <a:lnTo>
                    <a:pt x="3570144" y="2794572"/>
                  </a:lnTo>
                  <a:lnTo>
                    <a:pt x="3570270" y="2794572"/>
                  </a:lnTo>
                  <a:lnTo>
                    <a:pt x="3570396" y="2794572"/>
                  </a:lnTo>
                  <a:lnTo>
                    <a:pt x="3570523" y="2794572"/>
                  </a:lnTo>
                  <a:lnTo>
                    <a:pt x="3571533" y="2794572"/>
                  </a:lnTo>
                  <a:lnTo>
                    <a:pt x="3571659" y="2794572"/>
                  </a:lnTo>
                  <a:lnTo>
                    <a:pt x="3572038" y="2794572"/>
                  </a:lnTo>
                  <a:lnTo>
                    <a:pt x="3572164" y="2794572"/>
                  </a:lnTo>
                  <a:lnTo>
                    <a:pt x="3572543" y="2794572"/>
                  </a:lnTo>
                  <a:lnTo>
                    <a:pt x="3572795" y="2789660"/>
                  </a:lnTo>
                  <a:lnTo>
                    <a:pt x="3573300" y="2784749"/>
                  </a:lnTo>
                  <a:lnTo>
                    <a:pt x="3573553" y="2784749"/>
                  </a:lnTo>
                  <a:lnTo>
                    <a:pt x="3573805" y="2784749"/>
                  </a:lnTo>
                  <a:lnTo>
                    <a:pt x="3574058" y="2784749"/>
                  </a:lnTo>
                  <a:lnTo>
                    <a:pt x="3574310" y="2784749"/>
                  </a:lnTo>
                  <a:lnTo>
                    <a:pt x="3574437" y="2779838"/>
                  </a:lnTo>
                  <a:lnTo>
                    <a:pt x="3575320" y="2779838"/>
                  </a:lnTo>
                  <a:lnTo>
                    <a:pt x="3575952" y="2774926"/>
                  </a:lnTo>
                  <a:lnTo>
                    <a:pt x="3576078" y="2774926"/>
                  </a:lnTo>
                  <a:lnTo>
                    <a:pt x="3576204" y="2774926"/>
                  </a:lnTo>
                  <a:lnTo>
                    <a:pt x="3576962" y="2774926"/>
                  </a:lnTo>
                  <a:lnTo>
                    <a:pt x="3577088" y="2774926"/>
                  </a:lnTo>
                  <a:lnTo>
                    <a:pt x="3577214" y="2774926"/>
                  </a:lnTo>
                  <a:lnTo>
                    <a:pt x="3577593" y="2774926"/>
                  </a:lnTo>
                  <a:lnTo>
                    <a:pt x="3578098" y="2770015"/>
                  </a:lnTo>
                  <a:lnTo>
                    <a:pt x="3578224" y="2770015"/>
                  </a:lnTo>
                  <a:lnTo>
                    <a:pt x="3578603" y="2770015"/>
                  </a:lnTo>
                  <a:lnTo>
                    <a:pt x="3578729" y="2770015"/>
                  </a:lnTo>
                  <a:lnTo>
                    <a:pt x="3578982" y="2770015"/>
                  </a:lnTo>
                  <a:lnTo>
                    <a:pt x="3579108" y="2770015"/>
                  </a:lnTo>
                  <a:lnTo>
                    <a:pt x="3579361" y="2770015"/>
                  </a:lnTo>
                  <a:lnTo>
                    <a:pt x="3579992" y="2770015"/>
                  </a:lnTo>
                  <a:lnTo>
                    <a:pt x="3580244" y="2770015"/>
                  </a:lnTo>
                  <a:lnTo>
                    <a:pt x="3580371" y="2770015"/>
                  </a:lnTo>
                  <a:lnTo>
                    <a:pt x="3580497" y="2770015"/>
                  </a:lnTo>
                  <a:lnTo>
                    <a:pt x="3581002" y="2770015"/>
                  </a:lnTo>
                  <a:lnTo>
                    <a:pt x="3581128" y="2770015"/>
                  </a:lnTo>
                  <a:lnTo>
                    <a:pt x="3581254" y="2770015"/>
                  </a:lnTo>
                  <a:lnTo>
                    <a:pt x="3582517" y="2770015"/>
                  </a:lnTo>
                  <a:lnTo>
                    <a:pt x="3582643" y="2770015"/>
                  </a:lnTo>
                  <a:lnTo>
                    <a:pt x="3583148" y="2770015"/>
                  </a:lnTo>
                  <a:lnTo>
                    <a:pt x="3583527" y="2770015"/>
                  </a:lnTo>
                  <a:lnTo>
                    <a:pt x="3583780" y="2770015"/>
                  </a:lnTo>
                  <a:lnTo>
                    <a:pt x="3583906" y="2770015"/>
                  </a:lnTo>
                  <a:lnTo>
                    <a:pt x="3584285" y="2770015"/>
                  </a:lnTo>
                  <a:lnTo>
                    <a:pt x="3584537" y="2770015"/>
                  </a:lnTo>
                  <a:lnTo>
                    <a:pt x="3584790" y="2770015"/>
                  </a:lnTo>
                  <a:lnTo>
                    <a:pt x="3585168" y="2770015"/>
                  </a:lnTo>
                  <a:lnTo>
                    <a:pt x="3585295" y="2770015"/>
                  </a:lnTo>
                  <a:lnTo>
                    <a:pt x="3585421" y="2770015"/>
                  </a:lnTo>
                  <a:lnTo>
                    <a:pt x="3586052" y="2770015"/>
                  </a:lnTo>
                  <a:lnTo>
                    <a:pt x="3586178" y="2770015"/>
                  </a:lnTo>
                  <a:lnTo>
                    <a:pt x="3586557" y="2770015"/>
                  </a:lnTo>
                  <a:lnTo>
                    <a:pt x="3586810" y="2770015"/>
                  </a:lnTo>
                  <a:lnTo>
                    <a:pt x="3586936" y="2770015"/>
                  </a:lnTo>
                  <a:lnTo>
                    <a:pt x="3587441" y="2770015"/>
                  </a:lnTo>
                  <a:lnTo>
                    <a:pt x="3588072" y="2770015"/>
                  </a:lnTo>
                  <a:lnTo>
                    <a:pt x="3588199" y="2770015"/>
                  </a:lnTo>
                  <a:lnTo>
                    <a:pt x="3588830" y="2770015"/>
                  </a:lnTo>
                  <a:lnTo>
                    <a:pt x="3588956" y="2770015"/>
                  </a:lnTo>
                  <a:lnTo>
                    <a:pt x="3589082" y="2770015"/>
                  </a:lnTo>
                  <a:lnTo>
                    <a:pt x="3589209" y="2770015"/>
                  </a:lnTo>
                  <a:lnTo>
                    <a:pt x="3589714" y="2770015"/>
                  </a:lnTo>
                  <a:lnTo>
                    <a:pt x="3589840" y="2770015"/>
                  </a:lnTo>
                  <a:lnTo>
                    <a:pt x="3589966" y="2770015"/>
                  </a:lnTo>
                  <a:lnTo>
                    <a:pt x="3590345" y="2770015"/>
                  </a:lnTo>
                  <a:lnTo>
                    <a:pt x="3591481" y="2765104"/>
                  </a:lnTo>
                  <a:lnTo>
                    <a:pt x="3591734" y="2760192"/>
                  </a:lnTo>
                  <a:lnTo>
                    <a:pt x="3592112" y="2760192"/>
                  </a:lnTo>
                  <a:lnTo>
                    <a:pt x="3592365" y="2760192"/>
                  </a:lnTo>
                  <a:lnTo>
                    <a:pt x="3592617" y="2760192"/>
                  </a:lnTo>
                  <a:lnTo>
                    <a:pt x="3592744" y="2760192"/>
                  </a:lnTo>
                  <a:lnTo>
                    <a:pt x="3593375" y="2760192"/>
                  </a:lnTo>
                  <a:lnTo>
                    <a:pt x="3593880" y="2760192"/>
                  </a:lnTo>
                  <a:lnTo>
                    <a:pt x="3594006" y="2760192"/>
                  </a:lnTo>
                  <a:lnTo>
                    <a:pt x="3594133" y="2760192"/>
                  </a:lnTo>
                  <a:lnTo>
                    <a:pt x="3594385" y="2760192"/>
                  </a:lnTo>
                  <a:lnTo>
                    <a:pt x="3594638" y="2760192"/>
                  </a:lnTo>
                  <a:lnTo>
                    <a:pt x="3594764" y="2760192"/>
                  </a:lnTo>
                  <a:lnTo>
                    <a:pt x="3595016" y="2760192"/>
                  </a:lnTo>
                  <a:lnTo>
                    <a:pt x="3595395" y="2760192"/>
                  </a:lnTo>
                  <a:lnTo>
                    <a:pt x="3595521" y="2760192"/>
                  </a:lnTo>
                  <a:lnTo>
                    <a:pt x="3595648" y="2760192"/>
                  </a:lnTo>
                  <a:lnTo>
                    <a:pt x="3595774" y="2760192"/>
                  </a:lnTo>
                  <a:lnTo>
                    <a:pt x="3597794" y="2760192"/>
                  </a:lnTo>
                  <a:lnTo>
                    <a:pt x="3598047" y="2755281"/>
                  </a:lnTo>
                  <a:lnTo>
                    <a:pt x="3598173" y="2755281"/>
                  </a:lnTo>
                  <a:lnTo>
                    <a:pt x="3598299" y="2755281"/>
                  </a:lnTo>
                  <a:lnTo>
                    <a:pt x="3598425" y="2755281"/>
                  </a:lnTo>
                  <a:lnTo>
                    <a:pt x="3599057" y="2755281"/>
                  </a:lnTo>
                  <a:lnTo>
                    <a:pt x="3599183" y="2755281"/>
                  </a:lnTo>
                  <a:lnTo>
                    <a:pt x="3599435" y="2755281"/>
                  </a:lnTo>
                  <a:lnTo>
                    <a:pt x="3599562" y="2755281"/>
                  </a:lnTo>
                  <a:lnTo>
                    <a:pt x="3599688" y="2755281"/>
                  </a:lnTo>
                  <a:lnTo>
                    <a:pt x="3599940" y="2750369"/>
                  </a:lnTo>
                  <a:lnTo>
                    <a:pt x="3600319" y="2750369"/>
                  </a:lnTo>
                  <a:lnTo>
                    <a:pt x="3601455" y="2750369"/>
                  </a:lnTo>
                  <a:lnTo>
                    <a:pt x="3601708" y="2750369"/>
                  </a:lnTo>
                  <a:lnTo>
                    <a:pt x="3601960" y="2750369"/>
                  </a:lnTo>
                  <a:lnTo>
                    <a:pt x="3602087" y="2750369"/>
                  </a:lnTo>
                  <a:lnTo>
                    <a:pt x="3603223" y="2745458"/>
                  </a:lnTo>
                  <a:lnTo>
                    <a:pt x="3603349" y="2745458"/>
                  </a:lnTo>
                  <a:lnTo>
                    <a:pt x="3603602" y="2745458"/>
                  </a:lnTo>
                  <a:lnTo>
                    <a:pt x="3603854" y="2745458"/>
                  </a:lnTo>
                  <a:lnTo>
                    <a:pt x="3604233" y="2745458"/>
                  </a:lnTo>
                  <a:lnTo>
                    <a:pt x="3604612" y="2745458"/>
                  </a:lnTo>
                  <a:lnTo>
                    <a:pt x="3604738" y="2745458"/>
                  </a:lnTo>
                  <a:lnTo>
                    <a:pt x="3604864" y="2745458"/>
                  </a:lnTo>
                  <a:lnTo>
                    <a:pt x="3605243" y="2745458"/>
                  </a:lnTo>
                  <a:lnTo>
                    <a:pt x="3605369" y="2745458"/>
                  </a:lnTo>
                  <a:lnTo>
                    <a:pt x="3605874" y="2745458"/>
                  </a:lnTo>
                  <a:lnTo>
                    <a:pt x="3606253" y="2740547"/>
                  </a:lnTo>
                  <a:lnTo>
                    <a:pt x="3606379" y="2740547"/>
                  </a:lnTo>
                  <a:lnTo>
                    <a:pt x="3607011" y="2740547"/>
                  </a:lnTo>
                  <a:lnTo>
                    <a:pt x="3607642" y="2740547"/>
                  </a:lnTo>
                  <a:lnTo>
                    <a:pt x="3607768" y="2740547"/>
                  </a:lnTo>
                  <a:lnTo>
                    <a:pt x="3608147" y="2740547"/>
                  </a:lnTo>
                  <a:lnTo>
                    <a:pt x="3608400" y="2740547"/>
                  </a:lnTo>
                  <a:lnTo>
                    <a:pt x="3608778" y="2740547"/>
                  </a:lnTo>
                  <a:lnTo>
                    <a:pt x="3608905" y="2740547"/>
                  </a:lnTo>
                  <a:lnTo>
                    <a:pt x="3609031" y="2740547"/>
                  </a:lnTo>
                  <a:lnTo>
                    <a:pt x="3609283" y="2740547"/>
                  </a:lnTo>
                  <a:lnTo>
                    <a:pt x="3609410" y="2735635"/>
                  </a:lnTo>
                  <a:lnTo>
                    <a:pt x="3609662" y="2735635"/>
                  </a:lnTo>
                  <a:lnTo>
                    <a:pt x="3610167" y="2735635"/>
                  </a:lnTo>
                  <a:lnTo>
                    <a:pt x="3610293" y="2735635"/>
                  </a:lnTo>
                  <a:lnTo>
                    <a:pt x="3610798" y="2735635"/>
                  </a:lnTo>
                  <a:lnTo>
                    <a:pt x="3610925" y="2735635"/>
                  </a:lnTo>
                  <a:lnTo>
                    <a:pt x="3611430" y="2735635"/>
                  </a:lnTo>
                  <a:lnTo>
                    <a:pt x="3611682" y="2735635"/>
                  </a:lnTo>
                  <a:lnTo>
                    <a:pt x="3612061" y="2735635"/>
                  </a:lnTo>
                  <a:lnTo>
                    <a:pt x="3612313" y="2735635"/>
                  </a:lnTo>
                  <a:lnTo>
                    <a:pt x="3612566" y="2735635"/>
                  </a:lnTo>
                  <a:lnTo>
                    <a:pt x="3612692" y="2735635"/>
                  </a:lnTo>
                  <a:lnTo>
                    <a:pt x="3612945" y="2735635"/>
                  </a:lnTo>
                  <a:lnTo>
                    <a:pt x="3613071" y="2735635"/>
                  </a:lnTo>
                  <a:lnTo>
                    <a:pt x="3613197" y="2735635"/>
                  </a:lnTo>
                  <a:lnTo>
                    <a:pt x="3613323" y="2735635"/>
                  </a:lnTo>
                  <a:lnTo>
                    <a:pt x="3613829" y="2735635"/>
                  </a:lnTo>
                  <a:lnTo>
                    <a:pt x="3614081" y="2735635"/>
                  </a:lnTo>
                  <a:lnTo>
                    <a:pt x="3614965" y="2735635"/>
                  </a:lnTo>
                  <a:lnTo>
                    <a:pt x="3615091" y="2735635"/>
                  </a:lnTo>
                  <a:lnTo>
                    <a:pt x="3615217" y="2735635"/>
                  </a:lnTo>
                  <a:lnTo>
                    <a:pt x="3615344" y="2735635"/>
                  </a:lnTo>
                  <a:lnTo>
                    <a:pt x="3615722" y="2735635"/>
                  </a:lnTo>
                  <a:lnTo>
                    <a:pt x="3615849" y="2735635"/>
                  </a:lnTo>
                  <a:lnTo>
                    <a:pt x="3616354" y="2735635"/>
                  </a:lnTo>
                  <a:lnTo>
                    <a:pt x="3616480" y="2735635"/>
                  </a:lnTo>
                  <a:lnTo>
                    <a:pt x="3616859" y="2735635"/>
                  </a:lnTo>
                  <a:lnTo>
                    <a:pt x="3617111" y="2735635"/>
                  </a:lnTo>
                  <a:lnTo>
                    <a:pt x="3617364" y="2735635"/>
                  </a:lnTo>
                  <a:lnTo>
                    <a:pt x="3617490" y="2735635"/>
                  </a:lnTo>
                  <a:lnTo>
                    <a:pt x="3617616" y="2735635"/>
                  </a:lnTo>
                  <a:lnTo>
                    <a:pt x="3617995" y="2735635"/>
                  </a:lnTo>
                  <a:lnTo>
                    <a:pt x="3618121" y="2730724"/>
                  </a:lnTo>
                  <a:lnTo>
                    <a:pt x="3618500" y="2730724"/>
                  </a:lnTo>
                  <a:lnTo>
                    <a:pt x="3618753" y="2730724"/>
                  </a:lnTo>
                  <a:lnTo>
                    <a:pt x="3619005" y="2730724"/>
                  </a:lnTo>
                  <a:lnTo>
                    <a:pt x="3619131" y="2730724"/>
                  </a:lnTo>
                  <a:lnTo>
                    <a:pt x="3619763" y="2730724"/>
                  </a:lnTo>
                  <a:lnTo>
                    <a:pt x="3619889" y="2730724"/>
                  </a:lnTo>
                  <a:lnTo>
                    <a:pt x="3620015" y="2730724"/>
                  </a:lnTo>
                  <a:lnTo>
                    <a:pt x="3620141" y="2730724"/>
                  </a:lnTo>
                  <a:lnTo>
                    <a:pt x="3620394" y="2730724"/>
                  </a:lnTo>
                  <a:lnTo>
                    <a:pt x="3620646" y="2730724"/>
                  </a:lnTo>
                  <a:lnTo>
                    <a:pt x="3620773" y="2730724"/>
                  </a:lnTo>
                  <a:lnTo>
                    <a:pt x="3621278" y="2730724"/>
                  </a:lnTo>
                  <a:lnTo>
                    <a:pt x="3621530" y="2730724"/>
                  </a:lnTo>
                  <a:lnTo>
                    <a:pt x="3621909" y="2730724"/>
                  </a:lnTo>
                  <a:lnTo>
                    <a:pt x="3622161" y="2730724"/>
                  </a:lnTo>
                  <a:lnTo>
                    <a:pt x="3622288" y="2730724"/>
                  </a:lnTo>
                  <a:lnTo>
                    <a:pt x="3622414" y="2730724"/>
                  </a:lnTo>
                  <a:lnTo>
                    <a:pt x="3622540" y="2730724"/>
                  </a:lnTo>
                  <a:lnTo>
                    <a:pt x="3622666" y="2730724"/>
                  </a:lnTo>
                  <a:lnTo>
                    <a:pt x="3623045" y="2730724"/>
                  </a:lnTo>
                  <a:lnTo>
                    <a:pt x="3623550" y="2730724"/>
                  </a:lnTo>
                  <a:lnTo>
                    <a:pt x="3623677" y="2730724"/>
                  </a:lnTo>
                  <a:lnTo>
                    <a:pt x="3624182" y="2730724"/>
                  </a:lnTo>
                  <a:lnTo>
                    <a:pt x="3624308" y="2730724"/>
                  </a:lnTo>
                  <a:lnTo>
                    <a:pt x="3624434" y="2725813"/>
                  </a:lnTo>
                  <a:lnTo>
                    <a:pt x="3624687" y="2725813"/>
                  </a:lnTo>
                  <a:lnTo>
                    <a:pt x="3624939" y="2725813"/>
                  </a:lnTo>
                  <a:lnTo>
                    <a:pt x="3625318" y="2720901"/>
                  </a:lnTo>
                  <a:lnTo>
                    <a:pt x="3625823" y="2720901"/>
                  </a:lnTo>
                  <a:lnTo>
                    <a:pt x="3626075" y="2720901"/>
                  </a:lnTo>
                  <a:lnTo>
                    <a:pt x="3626202" y="2720901"/>
                  </a:lnTo>
                  <a:lnTo>
                    <a:pt x="3626328" y="2720901"/>
                  </a:lnTo>
                  <a:lnTo>
                    <a:pt x="3626580" y="2720901"/>
                  </a:lnTo>
                  <a:lnTo>
                    <a:pt x="3626707" y="2720901"/>
                  </a:lnTo>
                  <a:lnTo>
                    <a:pt x="3627085" y="2720901"/>
                  </a:lnTo>
                  <a:lnTo>
                    <a:pt x="3627212" y="2720901"/>
                  </a:lnTo>
                  <a:lnTo>
                    <a:pt x="3627843" y="2720901"/>
                  </a:lnTo>
                  <a:lnTo>
                    <a:pt x="3627969" y="2720901"/>
                  </a:lnTo>
                  <a:lnTo>
                    <a:pt x="3628348" y="2720901"/>
                  </a:lnTo>
                  <a:lnTo>
                    <a:pt x="3628474" y="2720901"/>
                  </a:lnTo>
                  <a:lnTo>
                    <a:pt x="3628600" y="2720901"/>
                  </a:lnTo>
                  <a:lnTo>
                    <a:pt x="3628853" y="2720901"/>
                  </a:lnTo>
                  <a:lnTo>
                    <a:pt x="3629106" y="2720901"/>
                  </a:lnTo>
                  <a:lnTo>
                    <a:pt x="3629232" y="2720901"/>
                  </a:lnTo>
                  <a:lnTo>
                    <a:pt x="3629358" y="2715990"/>
                  </a:lnTo>
                  <a:lnTo>
                    <a:pt x="3629737" y="2715990"/>
                  </a:lnTo>
                  <a:lnTo>
                    <a:pt x="3629863" y="2715990"/>
                  </a:lnTo>
                  <a:lnTo>
                    <a:pt x="3630116" y="2715990"/>
                  </a:lnTo>
                  <a:lnTo>
                    <a:pt x="3630368" y="2715990"/>
                  </a:lnTo>
                  <a:lnTo>
                    <a:pt x="3630747" y="2715990"/>
                  </a:lnTo>
                  <a:lnTo>
                    <a:pt x="3630873" y="2715990"/>
                  </a:lnTo>
                  <a:lnTo>
                    <a:pt x="3631126" y="2715990"/>
                  </a:lnTo>
                  <a:lnTo>
                    <a:pt x="3631504" y="2715990"/>
                  </a:lnTo>
                  <a:lnTo>
                    <a:pt x="3631757" y="2715990"/>
                  </a:lnTo>
                  <a:lnTo>
                    <a:pt x="3631883" y="2715990"/>
                  </a:lnTo>
                  <a:lnTo>
                    <a:pt x="3632009" y="2715990"/>
                  </a:lnTo>
                  <a:lnTo>
                    <a:pt x="3632262" y="2715990"/>
                  </a:lnTo>
                  <a:lnTo>
                    <a:pt x="3632388" y="2715990"/>
                  </a:lnTo>
                  <a:lnTo>
                    <a:pt x="3633019" y="2715990"/>
                  </a:lnTo>
                  <a:lnTo>
                    <a:pt x="3633146" y="2715990"/>
                  </a:lnTo>
                  <a:lnTo>
                    <a:pt x="3633398" y="2711078"/>
                  </a:lnTo>
                  <a:lnTo>
                    <a:pt x="3633524" y="2711078"/>
                  </a:lnTo>
                  <a:lnTo>
                    <a:pt x="3633651" y="2711078"/>
                  </a:lnTo>
                  <a:lnTo>
                    <a:pt x="3634030" y="2711078"/>
                  </a:lnTo>
                  <a:lnTo>
                    <a:pt x="3634156" y="2711078"/>
                  </a:lnTo>
                  <a:lnTo>
                    <a:pt x="3634282" y="2711078"/>
                  </a:lnTo>
                  <a:lnTo>
                    <a:pt x="3634661" y="2711078"/>
                  </a:lnTo>
                  <a:lnTo>
                    <a:pt x="3634913" y="2711078"/>
                  </a:lnTo>
                  <a:lnTo>
                    <a:pt x="3635040" y="2711078"/>
                  </a:lnTo>
                  <a:lnTo>
                    <a:pt x="3635166" y="2711078"/>
                  </a:lnTo>
                  <a:lnTo>
                    <a:pt x="3635292" y="2711078"/>
                  </a:lnTo>
                  <a:lnTo>
                    <a:pt x="3635671" y="2711078"/>
                  </a:lnTo>
                  <a:lnTo>
                    <a:pt x="3635797" y="2711078"/>
                  </a:lnTo>
                  <a:lnTo>
                    <a:pt x="3635923" y="2711078"/>
                  </a:lnTo>
                  <a:lnTo>
                    <a:pt x="3636050" y="2711078"/>
                  </a:lnTo>
                  <a:lnTo>
                    <a:pt x="3636681" y="2711078"/>
                  </a:lnTo>
                  <a:lnTo>
                    <a:pt x="3636807" y="2711078"/>
                  </a:lnTo>
                  <a:lnTo>
                    <a:pt x="3638575" y="2711078"/>
                  </a:lnTo>
                  <a:lnTo>
                    <a:pt x="3638701" y="2711078"/>
                  </a:lnTo>
                  <a:lnTo>
                    <a:pt x="3638827" y="2711078"/>
                  </a:lnTo>
                  <a:lnTo>
                    <a:pt x="3639080" y="2711078"/>
                  </a:lnTo>
                  <a:lnTo>
                    <a:pt x="3639585" y="2711078"/>
                  </a:lnTo>
                  <a:lnTo>
                    <a:pt x="3639711" y="2711078"/>
                  </a:lnTo>
                  <a:lnTo>
                    <a:pt x="3639837" y="2711078"/>
                  </a:lnTo>
                  <a:lnTo>
                    <a:pt x="3640216" y="2711078"/>
                  </a:lnTo>
                  <a:lnTo>
                    <a:pt x="3640342" y="2711078"/>
                  </a:lnTo>
                  <a:lnTo>
                    <a:pt x="3640595" y="2711078"/>
                  </a:lnTo>
                  <a:lnTo>
                    <a:pt x="3640721" y="2711078"/>
                  </a:lnTo>
                  <a:lnTo>
                    <a:pt x="3641226" y="2711078"/>
                  </a:lnTo>
                  <a:lnTo>
                    <a:pt x="3641352" y="2711078"/>
                  </a:lnTo>
                  <a:lnTo>
                    <a:pt x="3641731" y="2711078"/>
                  </a:lnTo>
                  <a:lnTo>
                    <a:pt x="3641984" y="2711078"/>
                  </a:lnTo>
                  <a:lnTo>
                    <a:pt x="3642867" y="2711078"/>
                  </a:lnTo>
                  <a:lnTo>
                    <a:pt x="3642994" y="2711078"/>
                  </a:lnTo>
                  <a:lnTo>
                    <a:pt x="3643246" y="2711078"/>
                  </a:lnTo>
                  <a:lnTo>
                    <a:pt x="3643499" y="2706167"/>
                  </a:lnTo>
                  <a:lnTo>
                    <a:pt x="3643625" y="2706167"/>
                  </a:lnTo>
                  <a:lnTo>
                    <a:pt x="3643877" y="2706167"/>
                  </a:lnTo>
                  <a:lnTo>
                    <a:pt x="3644256" y="2706167"/>
                  </a:lnTo>
                  <a:lnTo>
                    <a:pt x="3644383" y="2706167"/>
                  </a:lnTo>
                  <a:lnTo>
                    <a:pt x="3644509" y="2706167"/>
                  </a:lnTo>
                  <a:lnTo>
                    <a:pt x="3644635" y="2706167"/>
                  </a:lnTo>
                  <a:lnTo>
                    <a:pt x="3645014" y="2706167"/>
                  </a:lnTo>
                  <a:lnTo>
                    <a:pt x="3645266" y="2706167"/>
                  </a:lnTo>
                  <a:lnTo>
                    <a:pt x="3645519" y="2701256"/>
                  </a:lnTo>
                  <a:lnTo>
                    <a:pt x="3646150" y="2701256"/>
                  </a:lnTo>
                  <a:lnTo>
                    <a:pt x="3646403" y="2701256"/>
                  </a:lnTo>
                  <a:lnTo>
                    <a:pt x="3647034" y="2701256"/>
                  </a:lnTo>
                  <a:lnTo>
                    <a:pt x="3647160" y="2701256"/>
                  </a:lnTo>
                  <a:lnTo>
                    <a:pt x="3647413" y="2701256"/>
                  </a:lnTo>
                  <a:lnTo>
                    <a:pt x="3647539" y="2701256"/>
                  </a:lnTo>
                  <a:lnTo>
                    <a:pt x="3647918" y="2701256"/>
                  </a:lnTo>
                  <a:lnTo>
                    <a:pt x="3648044" y="2701256"/>
                  </a:lnTo>
                  <a:lnTo>
                    <a:pt x="3648423" y="2701256"/>
                  </a:lnTo>
                  <a:lnTo>
                    <a:pt x="3648549" y="2701256"/>
                  </a:lnTo>
                  <a:lnTo>
                    <a:pt x="3649559" y="2701256"/>
                  </a:lnTo>
                  <a:lnTo>
                    <a:pt x="3649685" y="2701256"/>
                  </a:lnTo>
                  <a:lnTo>
                    <a:pt x="3649938" y="2701256"/>
                  </a:lnTo>
                  <a:lnTo>
                    <a:pt x="3650443" y="2701256"/>
                  </a:lnTo>
                  <a:lnTo>
                    <a:pt x="3650569" y="2701256"/>
                  </a:lnTo>
                  <a:lnTo>
                    <a:pt x="3651327" y="2701256"/>
                  </a:lnTo>
                  <a:lnTo>
                    <a:pt x="3651579" y="2701256"/>
                  </a:lnTo>
                  <a:lnTo>
                    <a:pt x="3652842" y="2701256"/>
                  </a:lnTo>
                  <a:lnTo>
                    <a:pt x="3653094" y="2701256"/>
                  </a:lnTo>
                  <a:lnTo>
                    <a:pt x="3653220" y="2701256"/>
                  </a:lnTo>
                  <a:lnTo>
                    <a:pt x="3653473" y="2701256"/>
                  </a:lnTo>
                  <a:lnTo>
                    <a:pt x="3653978" y="2701256"/>
                  </a:lnTo>
                  <a:lnTo>
                    <a:pt x="3654104" y="2701256"/>
                  </a:lnTo>
                  <a:lnTo>
                    <a:pt x="3654230" y="2701256"/>
                  </a:lnTo>
                  <a:lnTo>
                    <a:pt x="3654483" y="2701256"/>
                  </a:lnTo>
                  <a:lnTo>
                    <a:pt x="3654988" y="2701256"/>
                  </a:lnTo>
                  <a:lnTo>
                    <a:pt x="3655114" y="2701256"/>
                  </a:lnTo>
                  <a:lnTo>
                    <a:pt x="3655493" y="2701256"/>
                  </a:lnTo>
                  <a:lnTo>
                    <a:pt x="3655619" y="2701256"/>
                  </a:lnTo>
                  <a:lnTo>
                    <a:pt x="3655746" y="2701256"/>
                  </a:lnTo>
                  <a:lnTo>
                    <a:pt x="3655872" y="2701256"/>
                  </a:lnTo>
                  <a:lnTo>
                    <a:pt x="3655998" y="2701256"/>
                  </a:lnTo>
                  <a:lnTo>
                    <a:pt x="3656124" y="2701256"/>
                  </a:lnTo>
                  <a:lnTo>
                    <a:pt x="3656377" y="2701256"/>
                  </a:lnTo>
                  <a:lnTo>
                    <a:pt x="3656503" y="2701256"/>
                  </a:lnTo>
                  <a:lnTo>
                    <a:pt x="3657261" y="2701256"/>
                  </a:lnTo>
                  <a:lnTo>
                    <a:pt x="3657387" y="2701256"/>
                  </a:lnTo>
                  <a:lnTo>
                    <a:pt x="3657766" y="2701256"/>
                  </a:lnTo>
                  <a:lnTo>
                    <a:pt x="3657892" y="2701256"/>
                  </a:lnTo>
                  <a:lnTo>
                    <a:pt x="3658018" y="2701256"/>
                  </a:lnTo>
                  <a:lnTo>
                    <a:pt x="3659912" y="2701256"/>
                  </a:lnTo>
                  <a:lnTo>
                    <a:pt x="3660417" y="2701256"/>
                  </a:lnTo>
                  <a:lnTo>
                    <a:pt x="3660543" y="2701256"/>
                  </a:lnTo>
                  <a:lnTo>
                    <a:pt x="3660670" y="2701256"/>
                  </a:lnTo>
                  <a:lnTo>
                    <a:pt x="3661175" y="2701256"/>
                  </a:lnTo>
                  <a:lnTo>
                    <a:pt x="3662058" y="2701256"/>
                  </a:lnTo>
                  <a:lnTo>
                    <a:pt x="3662690" y="2701256"/>
                  </a:lnTo>
                  <a:lnTo>
                    <a:pt x="3663195" y="2701256"/>
                  </a:lnTo>
                  <a:lnTo>
                    <a:pt x="3663700" y="2701256"/>
                  </a:lnTo>
                  <a:lnTo>
                    <a:pt x="3663826" y="2701256"/>
                  </a:lnTo>
                  <a:lnTo>
                    <a:pt x="3663952" y="2701256"/>
                  </a:lnTo>
                  <a:lnTo>
                    <a:pt x="3664078" y="2701256"/>
                  </a:lnTo>
                  <a:lnTo>
                    <a:pt x="3664457" y="2696344"/>
                  </a:lnTo>
                  <a:lnTo>
                    <a:pt x="3664583" y="2696344"/>
                  </a:lnTo>
                  <a:lnTo>
                    <a:pt x="3664962" y="2696344"/>
                  </a:lnTo>
                  <a:lnTo>
                    <a:pt x="3665215" y="2696344"/>
                  </a:lnTo>
                  <a:lnTo>
                    <a:pt x="3666477" y="2696344"/>
                  </a:lnTo>
                  <a:lnTo>
                    <a:pt x="3666730" y="2696344"/>
                  </a:lnTo>
                  <a:lnTo>
                    <a:pt x="3666982" y="2696344"/>
                  </a:lnTo>
                  <a:lnTo>
                    <a:pt x="3667109" y="2696344"/>
                  </a:lnTo>
                  <a:lnTo>
                    <a:pt x="3667235" y="2696344"/>
                  </a:lnTo>
                  <a:lnTo>
                    <a:pt x="3667740" y="2696344"/>
                  </a:lnTo>
                  <a:lnTo>
                    <a:pt x="3667866" y="2696344"/>
                  </a:lnTo>
                  <a:lnTo>
                    <a:pt x="3667992" y="2696344"/>
                  </a:lnTo>
                  <a:lnTo>
                    <a:pt x="3668245" y="2696344"/>
                  </a:lnTo>
                  <a:lnTo>
                    <a:pt x="3668371" y="2696344"/>
                  </a:lnTo>
                  <a:lnTo>
                    <a:pt x="3668497" y="2696344"/>
                  </a:lnTo>
                  <a:lnTo>
                    <a:pt x="3669255" y="2696344"/>
                  </a:lnTo>
                  <a:lnTo>
                    <a:pt x="3669634" y="2696344"/>
                  </a:lnTo>
                  <a:lnTo>
                    <a:pt x="3669760" y="2696344"/>
                  </a:lnTo>
                  <a:lnTo>
                    <a:pt x="3669886" y="2696344"/>
                  </a:lnTo>
                  <a:lnTo>
                    <a:pt x="3670139" y="2696344"/>
                  </a:lnTo>
                  <a:lnTo>
                    <a:pt x="3670391" y="2696344"/>
                  </a:lnTo>
                  <a:lnTo>
                    <a:pt x="3670518" y="2696344"/>
                  </a:lnTo>
                  <a:lnTo>
                    <a:pt x="3670896" y="2696344"/>
                  </a:lnTo>
                  <a:lnTo>
                    <a:pt x="3671023" y="2696344"/>
                  </a:lnTo>
                  <a:lnTo>
                    <a:pt x="3671275" y="2696344"/>
                  </a:lnTo>
                  <a:lnTo>
                    <a:pt x="3671654" y="2696344"/>
                  </a:lnTo>
                  <a:lnTo>
                    <a:pt x="3671906" y="2696344"/>
                  </a:lnTo>
                  <a:lnTo>
                    <a:pt x="3672033" y="2696344"/>
                  </a:lnTo>
                  <a:lnTo>
                    <a:pt x="3672538" y="2696344"/>
                  </a:lnTo>
                  <a:lnTo>
                    <a:pt x="3672664" y="2696344"/>
                  </a:lnTo>
                  <a:lnTo>
                    <a:pt x="3672664" y="2691433"/>
                  </a:lnTo>
                  <a:lnTo>
                    <a:pt x="3672790" y="2691433"/>
                  </a:lnTo>
                  <a:lnTo>
                    <a:pt x="3673169" y="2691433"/>
                  </a:lnTo>
                  <a:lnTo>
                    <a:pt x="3673295" y="2691433"/>
                  </a:lnTo>
                  <a:lnTo>
                    <a:pt x="3674558" y="2691433"/>
                  </a:lnTo>
                  <a:lnTo>
                    <a:pt x="3674684" y="2691433"/>
                  </a:lnTo>
                  <a:lnTo>
                    <a:pt x="3674810" y="2691433"/>
                  </a:lnTo>
                  <a:lnTo>
                    <a:pt x="3675315" y="2686522"/>
                  </a:lnTo>
                  <a:lnTo>
                    <a:pt x="3675442" y="2686522"/>
                  </a:lnTo>
                  <a:lnTo>
                    <a:pt x="3675568" y="2686522"/>
                  </a:lnTo>
                  <a:lnTo>
                    <a:pt x="3675820" y="2686522"/>
                  </a:lnTo>
                  <a:lnTo>
                    <a:pt x="3675947" y="2686522"/>
                  </a:lnTo>
                  <a:lnTo>
                    <a:pt x="3676325" y="2686522"/>
                  </a:lnTo>
                  <a:lnTo>
                    <a:pt x="3676830" y="2681610"/>
                  </a:lnTo>
                  <a:lnTo>
                    <a:pt x="3676957" y="2681610"/>
                  </a:lnTo>
                  <a:lnTo>
                    <a:pt x="3677083" y="2681610"/>
                  </a:lnTo>
                  <a:lnTo>
                    <a:pt x="3677335" y="2681610"/>
                  </a:lnTo>
                  <a:lnTo>
                    <a:pt x="3677462" y="2681610"/>
                  </a:lnTo>
                  <a:lnTo>
                    <a:pt x="3677588" y="2681610"/>
                  </a:lnTo>
                  <a:lnTo>
                    <a:pt x="3677714" y="2681610"/>
                  </a:lnTo>
                  <a:lnTo>
                    <a:pt x="3678219" y="2681610"/>
                  </a:lnTo>
                  <a:lnTo>
                    <a:pt x="3678850" y="2676699"/>
                  </a:lnTo>
                  <a:lnTo>
                    <a:pt x="3679229" y="2676699"/>
                  </a:lnTo>
                  <a:lnTo>
                    <a:pt x="3679482" y="2676699"/>
                  </a:lnTo>
                  <a:lnTo>
                    <a:pt x="3680113" y="2676699"/>
                  </a:lnTo>
                  <a:lnTo>
                    <a:pt x="3680744" y="2676699"/>
                  </a:lnTo>
                  <a:lnTo>
                    <a:pt x="3681376" y="2676699"/>
                  </a:lnTo>
                  <a:lnTo>
                    <a:pt x="3681376" y="2671787"/>
                  </a:lnTo>
                  <a:lnTo>
                    <a:pt x="3681502" y="2671787"/>
                  </a:lnTo>
                  <a:lnTo>
                    <a:pt x="3681628" y="2671787"/>
                  </a:lnTo>
                  <a:lnTo>
                    <a:pt x="3681754" y="2671787"/>
                  </a:lnTo>
                  <a:lnTo>
                    <a:pt x="3682638" y="2671787"/>
                  </a:lnTo>
                  <a:lnTo>
                    <a:pt x="3683648" y="2671787"/>
                  </a:lnTo>
                  <a:lnTo>
                    <a:pt x="3683774" y="2671787"/>
                  </a:lnTo>
                  <a:lnTo>
                    <a:pt x="3683901" y="2671787"/>
                  </a:lnTo>
                  <a:lnTo>
                    <a:pt x="3684658" y="2671787"/>
                  </a:lnTo>
                  <a:lnTo>
                    <a:pt x="3684784" y="2671787"/>
                  </a:lnTo>
                  <a:lnTo>
                    <a:pt x="3685037" y="2671787"/>
                  </a:lnTo>
                  <a:lnTo>
                    <a:pt x="3685163" y="2671787"/>
                  </a:lnTo>
                  <a:lnTo>
                    <a:pt x="3685542" y="2671787"/>
                  </a:lnTo>
                  <a:lnTo>
                    <a:pt x="3685921" y="2671787"/>
                  </a:lnTo>
                  <a:lnTo>
                    <a:pt x="3686300" y="2671787"/>
                  </a:lnTo>
                  <a:lnTo>
                    <a:pt x="3686426" y="2671787"/>
                  </a:lnTo>
                  <a:lnTo>
                    <a:pt x="3686678" y="2671787"/>
                  </a:lnTo>
                  <a:lnTo>
                    <a:pt x="3686805" y="2671787"/>
                  </a:lnTo>
                  <a:lnTo>
                    <a:pt x="3687057" y="2671787"/>
                  </a:lnTo>
                  <a:lnTo>
                    <a:pt x="3687183" y="2671787"/>
                  </a:lnTo>
                  <a:lnTo>
                    <a:pt x="3687310" y="2671787"/>
                  </a:lnTo>
                  <a:lnTo>
                    <a:pt x="3687436" y="2671787"/>
                  </a:lnTo>
                  <a:lnTo>
                    <a:pt x="3687562" y="2671787"/>
                  </a:lnTo>
                  <a:lnTo>
                    <a:pt x="3687688" y="2671787"/>
                  </a:lnTo>
                  <a:lnTo>
                    <a:pt x="3687815" y="2671787"/>
                  </a:lnTo>
                  <a:lnTo>
                    <a:pt x="3688067" y="2671787"/>
                  </a:lnTo>
                  <a:lnTo>
                    <a:pt x="3691097" y="2666876"/>
                  </a:lnTo>
                  <a:lnTo>
                    <a:pt x="3691224" y="2666876"/>
                  </a:lnTo>
                  <a:lnTo>
                    <a:pt x="3691602" y="2666876"/>
                  </a:lnTo>
                  <a:lnTo>
                    <a:pt x="3691855" y="2666876"/>
                  </a:lnTo>
                  <a:lnTo>
                    <a:pt x="3692234" y="2666876"/>
                  </a:lnTo>
                  <a:lnTo>
                    <a:pt x="3692360" y="2666876"/>
                  </a:lnTo>
                  <a:lnTo>
                    <a:pt x="3692612" y="2666876"/>
                  </a:lnTo>
                  <a:lnTo>
                    <a:pt x="3692991" y="2666876"/>
                  </a:lnTo>
                  <a:lnTo>
                    <a:pt x="3693117" y="2666876"/>
                  </a:lnTo>
                  <a:lnTo>
                    <a:pt x="3693496" y="2666876"/>
                  </a:lnTo>
                  <a:lnTo>
                    <a:pt x="3693622" y="2666876"/>
                  </a:lnTo>
                  <a:lnTo>
                    <a:pt x="3693749" y="2666876"/>
                  </a:lnTo>
                  <a:lnTo>
                    <a:pt x="3693875" y="2666876"/>
                  </a:lnTo>
                  <a:lnTo>
                    <a:pt x="3694001" y="2666876"/>
                  </a:lnTo>
                  <a:lnTo>
                    <a:pt x="3694380" y="2666876"/>
                  </a:lnTo>
                  <a:lnTo>
                    <a:pt x="3694632" y="2666876"/>
                  </a:lnTo>
                  <a:lnTo>
                    <a:pt x="3694885" y="2666876"/>
                  </a:lnTo>
                  <a:lnTo>
                    <a:pt x="3695516" y="2666876"/>
                  </a:lnTo>
                  <a:lnTo>
                    <a:pt x="3695642" y="2666876"/>
                  </a:lnTo>
                  <a:lnTo>
                    <a:pt x="3695769" y="2666876"/>
                  </a:lnTo>
                  <a:lnTo>
                    <a:pt x="3696148" y="2666876"/>
                  </a:lnTo>
                  <a:lnTo>
                    <a:pt x="3696400" y="2666876"/>
                  </a:lnTo>
                  <a:lnTo>
                    <a:pt x="3696779" y="2666876"/>
                  </a:lnTo>
                  <a:lnTo>
                    <a:pt x="3696905" y="2666876"/>
                  </a:lnTo>
                  <a:lnTo>
                    <a:pt x="3697031" y="2666876"/>
                  </a:lnTo>
                  <a:lnTo>
                    <a:pt x="3697410" y="2666876"/>
                  </a:lnTo>
                  <a:lnTo>
                    <a:pt x="3697915" y="2666876"/>
                  </a:lnTo>
                  <a:lnTo>
                    <a:pt x="3698420" y="2666876"/>
                  </a:lnTo>
                  <a:lnTo>
                    <a:pt x="3698925" y="2661965"/>
                  </a:lnTo>
                  <a:lnTo>
                    <a:pt x="3699051" y="2661965"/>
                  </a:lnTo>
                  <a:lnTo>
                    <a:pt x="3699178" y="2661965"/>
                  </a:lnTo>
                  <a:lnTo>
                    <a:pt x="3699304" y="2661965"/>
                  </a:lnTo>
                  <a:lnTo>
                    <a:pt x="3699809" y="2661965"/>
                  </a:lnTo>
                  <a:lnTo>
                    <a:pt x="3700188" y="2661965"/>
                  </a:lnTo>
                  <a:lnTo>
                    <a:pt x="3700314" y="2657053"/>
                  </a:lnTo>
                  <a:lnTo>
                    <a:pt x="3700693" y="2657053"/>
                  </a:lnTo>
                  <a:lnTo>
                    <a:pt x="3701072" y="2657053"/>
                  </a:lnTo>
                  <a:lnTo>
                    <a:pt x="3701577" y="2657053"/>
                  </a:lnTo>
                  <a:lnTo>
                    <a:pt x="3702082" y="2657053"/>
                  </a:lnTo>
                  <a:lnTo>
                    <a:pt x="3702460" y="2657053"/>
                  </a:lnTo>
                  <a:lnTo>
                    <a:pt x="3702839" y="2657053"/>
                  </a:lnTo>
                  <a:lnTo>
                    <a:pt x="3702965" y="2657053"/>
                  </a:lnTo>
                  <a:lnTo>
                    <a:pt x="3703092" y="2657053"/>
                  </a:lnTo>
                  <a:lnTo>
                    <a:pt x="3703218" y="2657053"/>
                  </a:lnTo>
                  <a:lnTo>
                    <a:pt x="3703344" y="2657053"/>
                  </a:lnTo>
                  <a:lnTo>
                    <a:pt x="3703470" y="2657053"/>
                  </a:lnTo>
                  <a:lnTo>
                    <a:pt x="3703597" y="2657053"/>
                  </a:lnTo>
                  <a:lnTo>
                    <a:pt x="3703975" y="2657053"/>
                  </a:lnTo>
                  <a:lnTo>
                    <a:pt x="3704480" y="2657053"/>
                  </a:lnTo>
                  <a:lnTo>
                    <a:pt x="3704607" y="2657053"/>
                  </a:lnTo>
                  <a:lnTo>
                    <a:pt x="3704733" y="2657053"/>
                  </a:lnTo>
                  <a:lnTo>
                    <a:pt x="3705238" y="2657053"/>
                  </a:lnTo>
                  <a:lnTo>
                    <a:pt x="3705869" y="2657053"/>
                  </a:lnTo>
                  <a:lnTo>
                    <a:pt x="3705995" y="2657053"/>
                  </a:lnTo>
                  <a:lnTo>
                    <a:pt x="3706374" y="2657053"/>
                  </a:lnTo>
                  <a:lnTo>
                    <a:pt x="3707511" y="2652142"/>
                  </a:lnTo>
                  <a:lnTo>
                    <a:pt x="3707889" y="2652142"/>
                  </a:lnTo>
                  <a:lnTo>
                    <a:pt x="3708016" y="2652142"/>
                  </a:lnTo>
                  <a:lnTo>
                    <a:pt x="3708142" y="2652142"/>
                  </a:lnTo>
                  <a:lnTo>
                    <a:pt x="3708394" y="2652142"/>
                  </a:lnTo>
                  <a:lnTo>
                    <a:pt x="3708899" y="2652142"/>
                  </a:lnTo>
                  <a:lnTo>
                    <a:pt x="3709026" y="2647231"/>
                  </a:lnTo>
                  <a:lnTo>
                    <a:pt x="3709531" y="2647231"/>
                  </a:lnTo>
                  <a:lnTo>
                    <a:pt x="3709783" y="2642319"/>
                  </a:lnTo>
                  <a:lnTo>
                    <a:pt x="3710036" y="2642319"/>
                  </a:lnTo>
                  <a:lnTo>
                    <a:pt x="3710162" y="2642319"/>
                  </a:lnTo>
                  <a:lnTo>
                    <a:pt x="3710288" y="2642319"/>
                  </a:lnTo>
                  <a:lnTo>
                    <a:pt x="3710414" y="2642319"/>
                  </a:lnTo>
                  <a:lnTo>
                    <a:pt x="3710793" y="2642319"/>
                  </a:lnTo>
                  <a:lnTo>
                    <a:pt x="3710919" y="2642319"/>
                  </a:lnTo>
                  <a:lnTo>
                    <a:pt x="3711046" y="2642319"/>
                  </a:lnTo>
                  <a:lnTo>
                    <a:pt x="3711298" y="2642319"/>
                  </a:lnTo>
                  <a:lnTo>
                    <a:pt x="3712056" y="2642319"/>
                  </a:lnTo>
                  <a:lnTo>
                    <a:pt x="3712308" y="2642319"/>
                  </a:lnTo>
                  <a:lnTo>
                    <a:pt x="3712435" y="2642319"/>
                  </a:lnTo>
                  <a:lnTo>
                    <a:pt x="3712561" y="2642319"/>
                  </a:lnTo>
                  <a:lnTo>
                    <a:pt x="3712687" y="2642319"/>
                  </a:lnTo>
                  <a:lnTo>
                    <a:pt x="3712813" y="2642319"/>
                  </a:lnTo>
                  <a:lnTo>
                    <a:pt x="3713066" y="2642319"/>
                  </a:lnTo>
                  <a:lnTo>
                    <a:pt x="3713445" y="2642319"/>
                  </a:lnTo>
                  <a:lnTo>
                    <a:pt x="3713697" y="2642319"/>
                  </a:lnTo>
                  <a:lnTo>
                    <a:pt x="3713823" y="2642319"/>
                  </a:lnTo>
                  <a:lnTo>
                    <a:pt x="3714076" y="2642319"/>
                  </a:lnTo>
                  <a:lnTo>
                    <a:pt x="3714202" y="2642319"/>
                  </a:lnTo>
                  <a:lnTo>
                    <a:pt x="3714455" y="2642319"/>
                  </a:lnTo>
                  <a:lnTo>
                    <a:pt x="3714707" y="2642319"/>
                  </a:lnTo>
                  <a:lnTo>
                    <a:pt x="3715212" y="2642319"/>
                  </a:lnTo>
                  <a:lnTo>
                    <a:pt x="3715591" y="2642319"/>
                  </a:lnTo>
                  <a:lnTo>
                    <a:pt x="3715843" y="2642319"/>
                  </a:lnTo>
                  <a:lnTo>
                    <a:pt x="3716096" y="2642319"/>
                  </a:lnTo>
                  <a:lnTo>
                    <a:pt x="3716348" y="2642319"/>
                  </a:lnTo>
                  <a:lnTo>
                    <a:pt x="3716727" y="2642319"/>
                  </a:lnTo>
                  <a:lnTo>
                    <a:pt x="3716854" y="2642319"/>
                  </a:lnTo>
                  <a:lnTo>
                    <a:pt x="3716980" y="2642319"/>
                  </a:lnTo>
                  <a:lnTo>
                    <a:pt x="3717359" y="2642319"/>
                  </a:lnTo>
                  <a:lnTo>
                    <a:pt x="3717737" y="2642319"/>
                  </a:lnTo>
                  <a:lnTo>
                    <a:pt x="3718621" y="2642319"/>
                  </a:lnTo>
                  <a:lnTo>
                    <a:pt x="3718747" y="2642319"/>
                  </a:lnTo>
                  <a:lnTo>
                    <a:pt x="3718874" y="2642319"/>
                  </a:lnTo>
                  <a:lnTo>
                    <a:pt x="3719000" y="2642319"/>
                  </a:lnTo>
                  <a:lnTo>
                    <a:pt x="3719126" y="2642319"/>
                  </a:lnTo>
                  <a:lnTo>
                    <a:pt x="3719252" y="2642319"/>
                  </a:lnTo>
                  <a:lnTo>
                    <a:pt x="3719884" y="2637408"/>
                  </a:lnTo>
                  <a:lnTo>
                    <a:pt x="3720010" y="2637408"/>
                  </a:lnTo>
                  <a:lnTo>
                    <a:pt x="3720262" y="2637408"/>
                  </a:lnTo>
                  <a:lnTo>
                    <a:pt x="3720641" y="2637408"/>
                  </a:lnTo>
                  <a:lnTo>
                    <a:pt x="3721020" y="2637408"/>
                  </a:lnTo>
                  <a:lnTo>
                    <a:pt x="3721651" y="2637408"/>
                  </a:lnTo>
                  <a:lnTo>
                    <a:pt x="3721778" y="2637408"/>
                  </a:lnTo>
                  <a:lnTo>
                    <a:pt x="3721904" y="2637408"/>
                  </a:lnTo>
                  <a:lnTo>
                    <a:pt x="3722030" y="2637408"/>
                  </a:lnTo>
                  <a:lnTo>
                    <a:pt x="3722409" y="2637408"/>
                  </a:lnTo>
                  <a:lnTo>
                    <a:pt x="3722535" y="2637408"/>
                  </a:lnTo>
                  <a:lnTo>
                    <a:pt x="3722788" y="2637408"/>
                  </a:lnTo>
                  <a:lnTo>
                    <a:pt x="3723040" y="2637408"/>
                  </a:lnTo>
                  <a:lnTo>
                    <a:pt x="3723166" y="2637408"/>
                  </a:lnTo>
                  <a:lnTo>
                    <a:pt x="3723924" y="2637408"/>
                  </a:lnTo>
                  <a:lnTo>
                    <a:pt x="3724050" y="2637408"/>
                  </a:lnTo>
                  <a:lnTo>
                    <a:pt x="3724176" y="2637408"/>
                  </a:lnTo>
                  <a:lnTo>
                    <a:pt x="3724303" y="2637408"/>
                  </a:lnTo>
                  <a:lnTo>
                    <a:pt x="3724555" y="2637408"/>
                  </a:lnTo>
                  <a:lnTo>
                    <a:pt x="3725313" y="2637408"/>
                  </a:lnTo>
                  <a:lnTo>
                    <a:pt x="3725439" y="2637408"/>
                  </a:lnTo>
                  <a:lnTo>
                    <a:pt x="3725691" y="2637408"/>
                  </a:lnTo>
                  <a:lnTo>
                    <a:pt x="3726196" y="2637408"/>
                  </a:lnTo>
                  <a:lnTo>
                    <a:pt x="3726449" y="2637408"/>
                  </a:lnTo>
                  <a:lnTo>
                    <a:pt x="3726954" y="2637408"/>
                  </a:lnTo>
                  <a:lnTo>
                    <a:pt x="3727207" y="2637408"/>
                  </a:lnTo>
                  <a:lnTo>
                    <a:pt x="3727333" y="2632496"/>
                  </a:lnTo>
                  <a:lnTo>
                    <a:pt x="3727459" y="2632496"/>
                  </a:lnTo>
                  <a:lnTo>
                    <a:pt x="3727585" y="2632496"/>
                  </a:lnTo>
                  <a:lnTo>
                    <a:pt x="3727838" y="2632496"/>
                  </a:lnTo>
                  <a:lnTo>
                    <a:pt x="3728469" y="2632496"/>
                  </a:lnTo>
                  <a:lnTo>
                    <a:pt x="3728722" y="2632496"/>
                  </a:lnTo>
                  <a:lnTo>
                    <a:pt x="3728848" y="2632496"/>
                  </a:lnTo>
                  <a:lnTo>
                    <a:pt x="3729227" y="2632496"/>
                  </a:lnTo>
                  <a:lnTo>
                    <a:pt x="3729858" y="2632496"/>
                  </a:lnTo>
                  <a:lnTo>
                    <a:pt x="3730110" y="2632496"/>
                  </a:lnTo>
                  <a:lnTo>
                    <a:pt x="3730994" y="2632496"/>
                  </a:lnTo>
                  <a:lnTo>
                    <a:pt x="3731120" y="2632496"/>
                  </a:lnTo>
                  <a:lnTo>
                    <a:pt x="3731247" y="2632496"/>
                  </a:lnTo>
                  <a:lnTo>
                    <a:pt x="3731373" y="2632496"/>
                  </a:lnTo>
                  <a:lnTo>
                    <a:pt x="3731499" y="2632496"/>
                  </a:lnTo>
                  <a:lnTo>
                    <a:pt x="3731752" y="2632496"/>
                  </a:lnTo>
                  <a:lnTo>
                    <a:pt x="3731878" y="2632496"/>
                  </a:lnTo>
                  <a:lnTo>
                    <a:pt x="3732004" y="2632496"/>
                  </a:lnTo>
                  <a:lnTo>
                    <a:pt x="3732131" y="2632496"/>
                  </a:lnTo>
                  <a:lnTo>
                    <a:pt x="3732257" y="2627585"/>
                  </a:lnTo>
                  <a:lnTo>
                    <a:pt x="3732509" y="2627585"/>
                  </a:lnTo>
                  <a:lnTo>
                    <a:pt x="3732636" y="2627585"/>
                  </a:lnTo>
                  <a:lnTo>
                    <a:pt x="3732762" y="2627585"/>
                  </a:lnTo>
                  <a:lnTo>
                    <a:pt x="3732888" y="2627585"/>
                  </a:lnTo>
                  <a:lnTo>
                    <a:pt x="3733014" y="2627585"/>
                  </a:lnTo>
                  <a:lnTo>
                    <a:pt x="3733646" y="2627585"/>
                  </a:lnTo>
                  <a:lnTo>
                    <a:pt x="3735413" y="2627585"/>
                  </a:lnTo>
                  <a:lnTo>
                    <a:pt x="3735539" y="2627585"/>
                  </a:lnTo>
                  <a:lnTo>
                    <a:pt x="3735918" y="2627585"/>
                  </a:lnTo>
                  <a:lnTo>
                    <a:pt x="3736044" y="2627585"/>
                  </a:lnTo>
                  <a:lnTo>
                    <a:pt x="3736297" y="2627585"/>
                  </a:lnTo>
                  <a:lnTo>
                    <a:pt x="3736423" y="2627585"/>
                  </a:lnTo>
                  <a:lnTo>
                    <a:pt x="3736549" y="2627585"/>
                  </a:lnTo>
                  <a:lnTo>
                    <a:pt x="3736676" y="2627585"/>
                  </a:lnTo>
                  <a:lnTo>
                    <a:pt x="3736802" y="2627585"/>
                  </a:lnTo>
                  <a:lnTo>
                    <a:pt x="3737054" y="2627585"/>
                  </a:lnTo>
                  <a:lnTo>
                    <a:pt x="3737181" y="2627585"/>
                  </a:lnTo>
                  <a:lnTo>
                    <a:pt x="3737938" y="2627585"/>
                  </a:lnTo>
                  <a:lnTo>
                    <a:pt x="3738696" y="2627585"/>
                  </a:lnTo>
                  <a:lnTo>
                    <a:pt x="3738822" y="2627585"/>
                  </a:lnTo>
                  <a:lnTo>
                    <a:pt x="3738948" y="2627585"/>
                  </a:lnTo>
                  <a:lnTo>
                    <a:pt x="3739075" y="2627585"/>
                  </a:lnTo>
                  <a:lnTo>
                    <a:pt x="3739580" y="2627585"/>
                  </a:lnTo>
                  <a:lnTo>
                    <a:pt x="3739832" y="2627585"/>
                  </a:lnTo>
                  <a:lnTo>
                    <a:pt x="3740211" y="2627585"/>
                  </a:lnTo>
                  <a:lnTo>
                    <a:pt x="3740463" y="2627585"/>
                  </a:lnTo>
                  <a:lnTo>
                    <a:pt x="3740590" y="2627585"/>
                  </a:lnTo>
                  <a:lnTo>
                    <a:pt x="3740716" y="2622674"/>
                  </a:lnTo>
                  <a:lnTo>
                    <a:pt x="3740968" y="2622674"/>
                  </a:lnTo>
                  <a:lnTo>
                    <a:pt x="3741095" y="2622674"/>
                  </a:lnTo>
                  <a:lnTo>
                    <a:pt x="3741221" y="2622674"/>
                  </a:lnTo>
                  <a:lnTo>
                    <a:pt x="3741852" y="2622674"/>
                  </a:lnTo>
                  <a:lnTo>
                    <a:pt x="3741978" y="2622674"/>
                  </a:lnTo>
                  <a:lnTo>
                    <a:pt x="3742862" y="2622674"/>
                  </a:lnTo>
                  <a:lnTo>
                    <a:pt x="3742989" y="2622674"/>
                  </a:lnTo>
                  <a:lnTo>
                    <a:pt x="3743241" y="2622674"/>
                  </a:lnTo>
                  <a:lnTo>
                    <a:pt x="3743367" y="2622674"/>
                  </a:lnTo>
                  <a:lnTo>
                    <a:pt x="3743494" y="2622674"/>
                  </a:lnTo>
                  <a:lnTo>
                    <a:pt x="3743872" y="2622674"/>
                  </a:lnTo>
                  <a:lnTo>
                    <a:pt x="3743999" y="2622674"/>
                  </a:lnTo>
                  <a:lnTo>
                    <a:pt x="3744125" y="2622674"/>
                  </a:lnTo>
                  <a:lnTo>
                    <a:pt x="3744377" y="2622674"/>
                  </a:lnTo>
                  <a:lnTo>
                    <a:pt x="3744377" y="2617762"/>
                  </a:lnTo>
                  <a:lnTo>
                    <a:pt x="3745261" y="2612851"/>
                  </a:lnTo>
                  <a:lnTo>
                    <a:pt x="3745514" y="2612851"/>
                  </a:lnTo>
                  <a:lnTo>
                    <a:pt x="3746145" y="2612851"/>
                  </a:lnTo>
                  <a:lnTo>
                    <a:pt x="3746397" y="2612851"/>
                  </a:lnTo>
                  <a:lnTo>
                    <a:pt x="3746524" y="2612851"/>
                  </a:lnTo>
                  <a:lnTo>
                    <a:pt x="3747029" y="2612851"/>
                  </a:lnTo>
                  <a:lnTo>
                    <a:pt x="3747408" y="2612851"/>
                  </a:lnTo>
                  <a:lnTo>
                    <a:pt x="3747534" y="2612851"/>
                  </a:lnTo>
                  <a:lnTo>
                    <a:pt x="3747786" y="2612851"/>
                  </a:lnTo>
                  <a:lnTo>
                    <a:pt x="3748165" y="2612851"/>
                  </a:lnTo>
                  <a:lnTo>
                    <a:pt x="3748291" y="2612851"/>
                  </a:lnTo>
                  <a:lnTo>
                    <a:pt x="3748923" y="2612851"/>
                  </a:lnTo>
                  <a:lnTo>
                    <a:pt x="3749428" y="2612851"/>
                  </a:lnTo>
                  <a:lnTo>
                    <a:pt x="3749554" y="2612851"/>
                  </a:lnTo>
                  <a:lnTo>
                    <a:pt x="3749680" y="2612851"/>
                  </a:lnTo>
                  <a:lnTo>
                    <a:pt x="3749806" y="2612851"/>
                  </a:lnTo>
                  <a:lnTo>
                    <a:pt x="3749933" y="2612851"/>
                  </a:lnTo>
                  <a:lnTo>
                    <a:pt x="3750438" y="2612851"/>
                  </a:lnTo>
                  <a:lnTo>
                    <a:pt x="3751069" y="2612851"/>
                  </a:lnTo>
                  <a:lnTo>
                    <a:pt x="3751195" y="2612851"/>
                  </a:lnTo>
                  <a:lnTo>
                    <a:pt x="3751321" y="2612851"/>
                  </a:lnTo>
                  <a:lnTo>
                    <a:pt x="3751448" y="2612851"/>
                  </a:lnTo>
                  <a:lnTo>
                    <a:pt x="3751574" y="2612851"/>
                  </a:lnTo>
                  <a:lnTo>
                    <a:pt x="3751826" y="2612851"/>
                  </a:lnTo>
                  <a:lnTo>
                    <a:pt x="3752079" y="2612851"/>
                  </a:lnTo>
                  <a:lnTo>
                    <a:pt x="3752205" y="2612851"/>
                  </a:lnTo>
                  <a:lnTo>
                    <a:pt x="3752331" y="2612851"/>
                  </a:lnTo>
                  <a:lnTo>
                    <a:pt x="3752584" y="2612851"/>
                  </a:lnTo>
                  <a:lnTo>
                    <a:pt x="3752710" y="2612851"/>
                  </a:lnTo>
                  <a:lnTo>
                    <a:pt x="3753215" y="2612851"/>
                  </a:lnTo>
                  <a:lnTo>
                    <a:pt x="3753342" y="2612851"/>
                  </a:lnTo>
                  <a:lnTo>
                    <a:pt x="3754225" y="2612851"/>
                  </a:lnTo>
                  <a:lnTo>
                    <a:pt x="3754352" y="2612851"/>
                  </a:lnTo>
                  <a:lnTo>
                    <a:pt x="3754604" y="2612851"/>
                  </a:lnTo>
                  <a:lnTo>
                    <a:pt x="3755235" y="2612851"/>
                  </a:lnTo>
                  <a:lnTo>
                    <a:pt x="3755488" y="2612851"/>
                  </a:lnTo>
                  <a:lnTo>
                    <a:pt x="3755614" y="2612851"/>
                  </a:lnTo>
                  <a:lnTo>
                    <a:pt x="3755740" y="2612851"/>
                  </a:lnTo>
                  <a:lnTo>
                    <a:pt x="3755867" y="2612851"/>
                  </a:lnTo>
                  <a:lnTo>
                    <a:pt x="3755993" y="2612851"/>
                  </a:lnTo>
                  <a:lnTo>
                    <a:pt x="3756372" y="2612851"/>
                  </a:lnTo>
                  <a:lnTo>
                    <a:pt x="3756877" y="2612851"/>
                  </a:lnTo>
                  <a:lnTo>
                    <a:pt x="3757003" y="2612851"/>
                  </a:lnTo>
                  <a:lnTo>
                    <a:pt x="3757382" y="2612851"/>
                  </a:lnTo>
                  <a:lnTo>
                    <a:pt x="3757761" y="2612851"/>
                  </a:lnTo>
                  <a:lnTo>
                    <a:pt x="3757887" y="2612851"/>
                  </a:lnTo>
                  <a:lnTo>
                    <a:pt x="3758139" y="2612851"/>
                  </a:lnTo>
                  <a:lnTo>
                    <a:pt x="3758771" y="2612851"/>
                  </a:lnTo>
                  <a:lnTo>
                    <a:pt x="3759402" y="2612851"/>
                  </a:lnTo>
                  <a:lnTo>
                    <a:pt x="3759654" y="2612851"/>
                  </a:lnTo>
                  <a:lnTo>
                    <a:pt x="3759781" y="2612851"/>
                  </a:lnTo>
                  <a:lnTo>
                    <a:pt x="3759907" y="2612851"/>
                  </a:lnTo>
                  <a:lnTo>
                    <a:pt x="3760033" y="2612851"/>
                  </a:lnTo>
                  <a:lnTo>
                    <a:pt x="3760412" y="2612851"/>
                  </a:lnTo>
                  <a:lnTo>
                    <a:pt x="3761169" y="2612851"/>
                  </a:lnTo>
                  <a:lnTo>
                    <a:pt x="3761296" y="2612851"/>
                  </a:lnTo>
                  <a:lnTo>
                    <a:pt x="3761548" y="2612851"/>
                  </a:lnTo>
                  <a:lnTo>
                    <a:pt x="3761674" y="2612851"/>
                  </a:lnTo>
                  <a:lnTo>
                    <a:pt x="3762053" y="2612851"/>
                  </a:lnTo>
                  <a:lnTo>
                    <a:pt x="3762306" y="2612851"/>
                  </a:lnTo>
                  <a:lnTo>
                    <a:pt x="3762811" y="2612851"/>
                  </a:lnTo>
                  <a:lnTo>
                    <a:pt x="3763190" y="2612851"/>
                  </a:lnTo>
                  <a:lnTo>
                    <a:pt x="3763190" y="2607940"/>
                  </a:lnTo>
                  <a:lnTo>
                    <a:pt x="3763442" y="2607940"/>
                  </a:lnTo>
                  <a:lnTo>
                    <a:pt x="3763568" y="2607940"/>
                  </a:lnTo>
                  <a:lnTo>
                    <a:pt x="3763695" y="2607940"/>
                  </a:lnTo>
                  <a:lnTo>
                    <a:pt x="3763821" y="2607940"/>
                  </a:lnTo>
                  <a:lnTo>
                    <a:pt x="3764073" y="2607940"/>
                  </a:lnTo>
                  <a:lnTo>
                    <a:pt x="3765588" y="2607940"/>
                  </a:lnTo>
                  <a:lnTo>
                    <a:pt x="3765715" y="2607940"/>
                  </a:lnTo>
                  <a:lnTo>
                    <a:pt x="3765841" y="2607940"/>
                  </a:lnTo>
                  <a:lnTo>
                    <a:pt x="3766093" y="2607940"/>
                  </a:lnTo>
                  <a:lnTo>
                    <a:pt x="3766346" y="2607940"/>
                  </a:lnTo>
                  <a:lnTo>
                    <a:pt x="3766725" y="2607940"/>
                  </a:lnTo>
                  <a:lnTo>
                    <a:pt x="3766851" y="2607940"/>
                  </a:lnTo>
                  <a:lnTo>
                    <a:pt x="3767103" y="2607940"/>
                  </a:lnTo>
                  <a:lnTo>
                    <a:pt x="3767230" y="2607940"/>
                  </a:lnTo>
                  <a:lnTo>
                    <a:pt x="3767356" y="2607940"/>
                  </a:lnTo>
                  <a:lnTo>
                    <a:pt x="3768619" y="2607940"/>
                  </a:lnTo>
                  <a:lnTo>
                    <a:pt x="3769124" y="2607940"/>
                  </a:lnTo>
                  <a:lnTo>
                    <a:pt x="3769376" y="2607940"/>
                  </a:lnTo>
                  <a:lnTo>
                    <a:pt x="3769502" y="2607940"/>
                  </a:lnTo>
                  <a:lnTo>
                    <a:pt x="3769755" y="2607940"/>
                  </a:lnTo>
                  <a:lnTo>
                    <a:pt x="3770007" y="2607940"/>
                  </a:lnTo>
                  <a:lnTo>
                    <a:pt x="3770134" y="2607940"/>
                  </a:lnTo>
                  <a:lnTo>
                    <a:pt x="3770260" y="2607940"/>
                  </a:lnTo>
                  <a:lnTo>
                    <a:pt x="3771144" y="2607940"/>
                  </a:lnTo>
                  <a:lnTo>
                    <a:pt x="3771270" y="2607940"/>
                  </a:lnTo>
                  <a:lnTo>
                    <a:pt x="3771270" y="2603028"/>
                  </a:lnTo>
                  <a:lnTo>
                    <a:pt x="3771396" y="2603028"/>
                  </a:lnTo>
                  <a:lnTo>
                    <a:pt x="3771522" y="2603028"/>
                  </a:lnTo>
                  <a:lnTo>
                    <a:pt x="3771775" y="2603028"/>
                  </a:lnTo>
                  <a:lnTo>
                    <a:pt x="3772027" y="2603028"/>
                  </a:lnTo>
                  <a:lnTo>
                    <a:pt x="3772154" y="2603028"/>
                  </a:lnTo>
                  <a:lnTo>
                    <a:pt x="3772406" y="2603028"/>
                  </a:lnTo>
                  <a:lnTo>
                    <a:pt x="3772532" y="2603028"/>
                  </a:lnTo>
                  <a:lnTo>
                    <a:pt x="3772659" y="2603028"/>
                  </a:lnTo>
                  <a:lnTo>
                    <a:pt x="3772785" y="2603028"/>
                  </a:lnTo>
                  <a:lnTo>
                    <a:pt x="3773669" y="2603028"/>
                  </a:lnTo>
                  <a:lnTo>
                    <a:pt x="3773795" y="2603028"/>
                  </a:lnTo>
                  <a:lnTo>
                    <a:pt x="3773921" y="2603028"/>
                  </a:lnTo>
                  <a:lnTo>
                    <a:pt x="3774174" y="2603028"/>
                  </a:lnTo>
                  <a:lnTo>
                    <a:pt x="3774931" y="2603028"/>
                  </a:lnTo>
                  <a:lnTo>
                    <a:pt x="3775058" y="2603028"/>
                  </a:lnTo>
                  <a:lnTo>
                    <a:pt x="3775184" y="2603028"/>
                  </a:lnTo>
                  <a:lnTo>
                    <a:pt x="3775310" y="2603028"/>
                  </a:lnTo>
                  <a:lnTo>
                    <a:pt x="3775941" y="2603028"/>
                  </a:lnTo>
                  <a:lnTo>
                    <a:pt x="3776320" y="2603028"/>
                  </a:lnTo>
                  <a:lnTo>
                    <a:pt x="3776573" y="2603028"/>
                  </a:lnTo>
                  <a:lnTo>
                    <a:pt x="3777078" y="2603028"/>
                  </a:lnTo>
                  <a:lnTo>
                    <a:pt x="3777204" y="2603028"/>
                  </a:lnTo>
                  <a:lnTo>
                    <a:pt x="3777456" y="2603028"/>
                  </a:lnTo>
                  <a:lnTo>
                    <a:pt x="3777456" y="2598117"/>
                  </a:lnTo>
                  <a:lnTo>
                    <a:pt x="3777709" y="2598117"/>
                  </a:lnTo>
                  <a:lnTo>
                    <a:pt x="3777961" y="2593205"/>
                  </a:lnTo>
                  <a:lnTo>
                    <a:pt x="3778467" y="2593205"/>
                  </a:lnTo>
                  <a:lnTo>
                    <a:pt x="3778845" y="2593205"/>
                  </a:lnTo>
                  <a:lnTo>
                    <a:pt x="3778972" y="2593205"/>
                  </a:lnTo>
                  <a:lnTo>
                    <a:pt x="3779098" y="2593205"/>
                  </a:lnTo>
                  <a:lnTo>
                    <a:pt x="3779224" y="2593205"/>
                  </a:lnTo>
                  <a:lnTo>
                    <a:pt x="3779350" y="2593205"/>
                  </a:lnTo>
                  <a:lnTo>
                    <a:pt x="3779477" y="2593205"/>
                  </a:lnTo>
                  <a:lnTo>
                    <a:pt x="3779982" y="2593205"/>
                  </a:lnTo>
                  <a:lnTo>
                    <a:pt x="3780360" y="2593205"/>
                  </a:lnTo>
                  <a:lnTo>
                    <a:pt x="3780487" y="2593205"/>
                  </a:lnTo>
                  <a:lnTo>
                    <a:pt x="3781118" y="2593205"/>
                  </a:lnTo>
                  <a:lnTo>
                    <a:pt x="3781244" y="2593205"/>
                  </a:lnTo>
                  <a:lnTo>
                    <a:pt x="3782254" y="2593205"/>
                  </a:lnTo>
                  <a:lnTo>
                    <a:pt x="3782380" y="2593205"/>
                  </a:lnTo>
                  <a:lnTo>
                    <a:pt x="3782507" y="2593205"/>
                  </a:lnTo>
                  <a:lnTo>
                    <a:pt x="3782759" y="2593205"/>
                  </a:lnTo>
                  <a:lnTo>
                    <a:pt x="3782885" y="2593205"/>
                  </a:lnTo>
                  <a:lnTo>
                    <a:pt x="3783012" y="2593205"/>
                  </a:lnTo>
                  <a:lnTo>
                    <a:pt x="3783264" y="2593205"/>
                  </a:lnTo>
                  <a:lnTo>
                    <a:pt x="3784148" y="2593205"/>
                  </a:lnTo>
                  <a:lnTo>
                    <a:pt x="3784527" y="2593205"/>
                  </a:lnTo>
                  <a:lnTo>
                    <a:pt x="3784779" y="2593205"/>
                  </a:lnTo>
                  <a:lnTo>
                    <a:pt x="3784906" y="2593205"/>
                  </a:lnTo>
                  <a:lnTo>
                    <a:pt x="3785032" y="2593205"/>
                  </a:lnTo>
                  <a:lnTo>
                    <a:pt x="3785916" y="2593205"/>
                  </a:lnTo>
                  <a:lnTo>
                    <a:pt x="3786168" y="2593205"/>
                  </a:lnTo>
                  <a:lnTo>
                    <a:pt x="3786547" y="2593205"/>
                  </a:lnTo>
                  <a:lnTo>
                    <a:pt x="3786673" y="2593205"/>
                  </a:lnTo>
                  <a:lnTo>
                    <a:pt x="3786799" y="2593205"/>
                  </a:lnTo>
                  <a:lnTo>
                    <a:pt x="3786926" y="2593205"/>
                  </a:lnTo>
                  <a:lnTo>
                    <a:pt x="3787052" y="2593205"/>
                  </a:lnTo>
                  <a:lnTo>
                    <a:pt x="3787304" y="2593205"/>
                  </a:lnTo>
                  <a:lnTo>
                    <a:pt x="3787809" y="2593205"/>
                  </a:lnTo>
                  <a:lnTo>
                    <a:pt x="3787936" y="2593205"/>
                  </a:lnTo>
                  <a:lnTo>
                    <a:pt x="3788188" y="2593205"/>
                  </a:lnTo>
                  <a:lnTo>
                    <a:pt x="3788693" y="2593205"/>
                  </a:lnTo>
                  <a:lnTo>
                    <a:pt x="3788820" y="2593205"/>
                  </a:lnTo>
                  <a:lnTo>
                    <a:pt x="3788946" y="2593205"/>
                  </a:lnTo>
                  <a:lnTo>
                    <a:pt x="3789577" y="2593205"/>
                  </a:lnTo>
                  <a:lnTo>
                    <a:pt x="3789830" y="2593205"/>
                  </a:lnTo>
                  <a:lnTo>
                    <a:pt x="3789956" y="2593205"/>
                  </a:lnTo>
                  <a:lnTo>
                    <a:pt x="3790335" y="2593205"/>
                  </a:lnTo>
                  <a:lnTo>
                    <a:pt x="3790461" y="2593205"/>
                  </a:lnTo>
                  <a:lnTo>
                    <a:pt x="3790966" y="2593205"/>
                  </a:lnTo>
                  <a:lnTo>
                    <a:pt x="3791092" y="2593205"/>
                  </a:lnTo>
                  <a:lnTo>
                    <a:pt x="3791345" y="2593205"/>
                  </a:lnTo>
                  <a:lnTo>
                    <a:pt x="3791597" y="2593205"/>
                  </a:lnTo>
                  <a:lnTo>
                    <a:pt x="3792228" y="2593205"/>
                  </a:lnTo>
                  <a:lnTo>
                    <a:pt x="3792355" y="2593205"/>
                  </a:lnTo>
                  <a:lnTo>
                    <a:pt x="3792481" y="2593205"/>
                  </a:lnTo>
                  <a:lnTo>
                    <a:pt x="3792607" y="2593205"/>
                  </a:lnTo>
                  <a:lnTo>
                    <a:pt x="3792607" y="2588294"/>
                  </a:lnTo>
                  <a:lnTo>
                    <a:pt x="3792860" y="2583383"/>
                  </a:lnTo>
                  <a:lnTo>
                    <a:pt x="3792986" y="2583383"/>
                  </a:lnTo>
                  <a:lnTo>
                    <a:pt x="3793491" y="2583383"/>
                  </a:lnTo>
                  <a:lnTo>
                    <a:pt x="3793870" y="2583383"/>
                  </a:lnTo>
                  <a:lnTo>
                    <a:pt x="3793996" y="2583383"/>
                  </a:lnTo>
                  <a:lnTo>
                    <a:pt x="3794375" y="2583383"/>
                  </a:lnTo>
                  <a:lnTo>
                    <a:pt x="3794501" y="2583383"/>
                  </a:lnTo>
                  <a:lnTo>
                    <a:pt x="3795006" y="2583383"/>
                  </a:lnTo>
                  <a:lnTo>
                    <a:pt x="3795385" y="2583383"/>
                  </a:lnTo>
                  <a:lnTo>
                    <a:pt x="3795764" y="2583383"/>
                  </a:lnTo>
                  <a:lnTo>
                    <a:pt x="3796269" y="2583383"/>
                  </a:lnTo>
                  <a:lnTo>
                    <a:pt x="3796395" y="2583383"/>
                  </a:lnTo>
                  <a:lnTo>
                    <a:pt x="3796647" y="2583383"/>
                  </a:lnTo>
                  <a:lnTo>
                    <a:pt x="3797405" y="2583383"/>
                  </a:lnTo>
                  <a:lnTo>
                    <a:pt x="3797784" y="2583383"/>
                  </a:lnTo>
                  <a:lnTo>
                    <a:pt x="3797910" y="2583383"/>
                  </a:lnTo>
                  <a:lnTo>
                    <a:pt x="3798920" y="2583383"/>
                  </a:lnTo>
                  <a:lnTo>
                    <a:pt x="3799299" y="2583383"/>
                  </a:lnTo>
                  <a:lnTo>
                    <a:pt x="3799551" y="2583383"/>
                  </a:lnTo>
                  <a:lnTo>
                    <a:pt x="3800183" y="2583383"/>
                  </a:lnTo>
                  <a:lnTo>
                    <a:pt x="3800309" y="2583383"/>
                  </a:lnTo>
                  <a:lnTo>
                    <a:pt x="3800561" y="2583383"/>
                  </a:lnTo>
                  <a:lnTo>
                    <a:pt x="3800688" y="2583383"/>
                  </a:lnTo>
                  <a:lnTo>
                    <a:pt x="3801319" y="2583383"/>
                  </a:lnTo>
                  <a:lnTo>
                    <a:pt x="3801571" y="2583383"/>
                  </a:lnTo>
                  <a:lnTo>
                    <a:pt x="3802076" y="2583383"/>
                  </a:lnTo>
                  <a:lnTo>
                    <a:pt x="3802203" y="2583383"/>
                  </a:lnTo>
                  <a:lnTo>
                    <a:pt x="3802329" y="2583383"/>
                  </a:lnTo>
                  <a:lnTo>
                    <a:pt x="3802455" y="2583383"/>
                  </a:lnTo>
                  <a:lnTo>
                    <a:pt x="3802581" y="2583383"/>
                  </a:lnTo>
                  <a:lnTo>
                    <a:pt x="3802708" y="2583383"/>
                  </a:lnTo>
                  <a:lnTo>
                    <a:pt x="3802960" y="2583383"/>
                  </a:lnTo>
                  <a:lnTo>
                    <a:pt x="3803213" y="2583383"/>
                  </a:lnTo>
                  <a:lnTo>
                    <a:pt x="3803339" y="2583383"/>
                  </a:lnTo>
                  <a:lnTo>
                    <a:pt x="3803465" y="2583383"/>
                  </a:lnTo>
                  <a:lnTo>
                    <a:pt x="3803591" y="2578471"/>
                  </a:lnTo>
                  <a:lnTo>
                    <a:pt x="3803718" y="2578471"/>
                  </a:lnTo>
                  <a:lnTo>
                    <a:pt x="3803844" y="2578471"/>
                  </a:lnTo>
                  <a:lnTo>
                    <a:pt x="3804097" y="2578471"/>
                  </a:lnTo>
                  <a:lnTo>
                    <a:pt x="3804475" y="2578471"/>
                  </a:lnTo>
                  <a:lnTo>
                    <a:pt x="3804602" y="2578471"/>
                  </a:lnTo>
                  <a:lnTo>
                    <a:pt x="3804728" y="2578471"/>
                  </a:lnTo>
                  <a:lnTo>
                    <a:pt x="3804854" y="2578471"/>
                  </a:lnTo>
                  <a:lnTo>
                    <a:pt x="3805359" y="2578471"/>
                  </a:lnTo>
                  <a:lnTo>
                    <a:pt x="3805485" y="2573560"/>
                  </a:lnTo>
                  <a:lnTo>
                    <a:pt x="3805612" y="2573560"/>
                  </a:lnTo>
                  <a:lnTo>
                    <a:pt x="3806369" y="2573560"/>
                  </a:lnTo>
                  <a:lnTo>
                    <a:pt x="3806495" y="2573560"/>
                  </a:lnTo>
                  <a:lnTo>
                    <a:pt x="3806748" y="2568649"/>
                  </a:lnTo>
                  <a:lnTo>
                    <a:pt x="3807379" y="2568649"/>
                  </a:lnTo>
                  <a:lnTo>
                    <a:pt x="3807758" y="2568649"/>
                  </a:lnTo>
                  <a:lnTo>
                    <a:pt x="3807884" y="2568649"/>
                  </a:lnTo>
                  <a:lnTo>
                    <a:pt x="3808263" y="2568649"/>
                  </a:lnTo>
                  <a:lnTo>
                    <a:pt x="3808515" y="2568649"/>
                  </a:lnTo>
                  <a:lnTo>
                    <a:pt x="3809147" y="2568649"/>
                  </a:lnTo>
                  <a:lnTo>
                    <a:pt x="3809273" y="2568649"/>
                  </a:lnTo>
                  <a:lnTo>
                    <a:pt x="3809399" y="2568649"/>
                  </a:lnTo>
                  <a:lnTo>
                    <a:pt x="3809904" y="2568649"/>
                  </a:lnTo>
                  <a:lnTo>
                    <a:pt x="3810283" y="2568649"/>
                  </a:lnTo>
                  <a:lnTo>
                    <a:pt x="3810409" y="2568649"/>
                  </a:lnTo>
                  <a:lnTo>
                    <a:pt x="3810536" y="2568649"/>
                  </a:lnTo>
                  <a:lnTo>
                    <a:pt x="3814828" y="2568649"/>
                  </a:lnTo>
                  <a:lnTo>
                    <a:pt x="3815333" y="2568649"/>
                  </a:lnTo>
                  <a:lnTo>
                    <a:pt x="3815460" y="2568649"/>
                  </a:lnTo>
                  <a:lnTo>
                    <a:pt x="3815586" y="2568649"/>
                  </a:lnTo>
                  <a:lnTo>
                    <a:pt x="3815712" y="2568649"/>
                  </a:lnTo>
                  <a:lnTo>
                    <a:pt x="3815965" y="2568649"/>
                  </a:lnTo>
                  <a:lnTo>
                    <a:pt x="3816722" y="2568649"/>
                  </a:lnTo>
                  <a:lnTo>
                    <a:pt x="3816848" y="2568649"/>
                  </a:lnTo>
                  <a:lnTo>
                    <a:pt x="3817227" y="2568649"/>
                  </a:lnTo>
                  <a:lnTo>
                    <a:pt x="3817606" y="2568649"/>
                  </a:lnTo>
                  <a:lnTo>
                    <a:pt x="3817732" y="2568649"/>
                  </a:lnTo>
                  <a:lnTo>
                    <a:pt x="3817858" y="2568649"/>
                  </a:lnTo>
                  <a:lnTo>
                    <a:pt x="3817985" y="2568649"/>
                  </a:lnTo>
                  <a:lnTo>
                    <a:pt x="3818237" y="2568649"/>
                  </a:lnTo>
                  <a:lnTo>
                    <a:pt x="3818742" y="2568649"/>
                  </a:lnTo>
                  <a:lnTo>
                    <a:pt x="3819121" y="2568649"/>
                  </a:lnTo>
                  <a:lnTo>
                    <a:pt x="3819247" y="2568649"/>
                  </a:lnTo>
                  <a:lnTo>
                    <a:pt x="3819626" y="2568649"/>
                  </a:lnTo>
                  <a:lnTo>
                    <a:pt x="3820005" y="2568649"/>
                  </a:lnTo>
                  <a:lnTo>
                    <a:pt x="3820384" y="2568649"/>
                  </a:lnTo>
                  <a:lnTo>
                    <a:pt x="3820510" y="2568649"/>
                  </a:lnTo>
                  <a:lnTo>
                    <a:pt x="3820889" y="2568649"/>
                  </a:lnTo>
                  <a:lnTo>
                    <a:pt x="3821015" y="2568649"/>
                  </a:lnTo>
                  <a:lnTo>
                    <a:pt x="3821141" y="2568649"/>
                  </a:lnTo>
                  <a:lnTo>
                    <a:pt x="3821267" y="2568649"/>
                  </a:lnTo>
                  <a:lnTo>
                    <a:pt x="3821646" y="2568649"/>
                  </a:lnTo>
                  <a:lnTo>
                    <a:pt x="3821772" y="2568649"/>
                  </a:lnTo>
                  <a:lnTo>
                    <a:pt x="3821899" y="2568649"/>
                  </a:lnTo>
                  <a:lnTo>
                    <a:pt x="3822025" y="2568649"/>
                  </a:lnTo>
                  <a:lnTo>
                    <a:pt x="3822151" y="2568649"/>
                  </a:lnTo>
                  <a:lnTo>
                    <a:pt x="3822404" y="2568649"/>
                  </a:lnTo>
                  <a:lnTo>
                    <a:pt x="3822530" y="2568649"/>
                  </a:lnTo>
                  <a:lnTo>
                    <a:pt x="3822782" y="2568649"/>
                  </a:lnTo>
                  <a:lnTo>
                    <a:pt x="3823035" y="2568649"/>
                  </a:lnTo>
                  <a:lnTo>
                    <a:pt x="3823161" y="2568649"/>
                  </a:lnTo>
                  <a:lnTo>
                    <a:pt x="3823414" y="2568649"/>
                  </a:lnTo>
                  <a:lnTo>
                    <a:pt x="3823540" y="2568649"/>
                  </a:lnTo>
                  <a:lnTo>
                    <a:pt x="3823792" y="2568649"/>
                  </a:lnTo>
                  <a:lnTo>
                    <a:pt x="3824171" y="2568649"/>
                  </a:lnTo>
                  <a:lnTo>
                    <a:pt x="3824550" y="2568649"/>
                  </a:lnTo>
                  <a:lnTo>
                    <a:pt x="3824929" y="2568649"/>
                  </a:lnTo>
                  <a:lnTo>
                    <a:pt x="3825055" y="2568649"/>
                  </a:lnTo>
                  <a:lnTo>
                    <a:pt x="3825181" y="2568649"/>
                  </a:lnTo>
                  <a:lnTo>
                    <a:pt x="3826191" y="2568649"/>
                  </a:lnTo>
                  <a:lnTo>
                    <a:pt x="3826570" y="2568649"/>
                  </a:lnTo>
                  <a:lnTo>
                    <a:pt x="3826696" y="2568649"/>
                  </a:lnTo>
                  <a:lnTo>
                    <a:pt x="3827833" y="2568649"/>
                  </a:lnTo>
                  <a:lnTo>
                    <a:pt x="3827833" y="2563737"/>
                  </a:lnTo>
                  <a:lnTo>
                    <a:pt x="3827959" y="2563737"/>
                  </a:lnTo>
                  <a:lnTo>
                    <a:pt x="3828843" y="2563737"/>
                  </a:lnTo>
                  <a:lnTo>
                    <a:pt x="3828969" y="2563737"/>
                  </a:lnTo>
                  <a:lnTo>
                    <a:pt x="3829221" y="2563737"/>
                  </a:lnTo>
                  <a:lnTo>
                    <a:pt x="3829348" y="2563737"/>
                  </a:lnTo>
                  <a:lnTo>
                    <a:pt x="3829853" y="2563737"/>
                  </a:lnTo>
                  <a:lnTo>
                    <a:pt x="3830358" y="2563737"/>
                  </a:lnTo>
                  <a:lnTo>
                    <a:pt x="3830989" y="2563737"/>
                  </a:lnTo>
                  <a:lnTo>
                    <a:pt x="3831368" y="2563737"/>
                  </a:lnTo>
                  <a:lnTo>
                    <a:pt x="3831873" y="2563737"/>
                  </a:lnTo>
                  <a:lnTo>
                    <a:pt x="3832378" y="2563737"/>
                  </a:lnTo>
                  <a:lnTo>
                    <a:pt x="3832504" y="2563737"/>
                  </a:lnTo>
                  <a:lnTo>
                    <a:pt x="3832630" y="2563737"/>
                  </a:lnTo>
                  <a:lnTo>
                    <a:pt x="3832757" y="2563737"/>
                  </a:lnTo>
                  <a:lnTo>
                    <a:pt x="3832883" y="2563737"/>
                  </a:lnTo>
                  <a:lnTo>
                    <a:pt x="3833135" y="2563737"/>
                  </a:lnTo>
                  <a:lnTo>
                    <a:pt x="3833388" y="2563737"/>
                  </a:lnTo>
                  <a:lnTo>
                    <a:pt x="3833514" y="2563737"/>
                  </a:lnTo>
                  <a:lnTo>
                    <a:pt x="3834019" y="2563737"/>
                  </a:lnTo>
                  <a:lnTo>
                    <a:pt x="3834398" y="2563737"/>
                  </a:lnTo>
                  <a:lnTo>
                    <a:pt x="3834777" y="2563737"/>
                  </a:lnTo>
                  <a:lnTo>
                    <a:pt x="3834903" y="2563737"/>
                  </a:lnTo>
                  <a:lnTo>
                    <a:pt x="3835156" y="2563737"/>
                  </a:lnTo>
                  <a:lnTo>
                    <a:pt x="3835913" y="2563737"/>
                  </a:lnTo>
                  <a:lnTo>
                    <a:pt x="3836039" y="2563737"/>
                  </a:lnTo>
                  <a:lnTo>
                    <a:pt x="3836166" y="2563737"/>
                  </a:lnTo>
                  <a:lnTo>
                    <a:pt x="3836418" y="2563737"/>
                  </a:lnTo>
                  <a:lnTo>
                    <a:pt x="3836923" y="2563737"/>
                  </a:lnTo>
                  <a:lnTo>
                    <a:pt x="3837302" y="2563737"/>
                  </a:lnTo>
                  <a:lnTo>
                    <a:pt x="3837554" y="2563737"/>
                  </a:lnTo>
                  <a:lnTo>
                    <a:pt x="3837681" y="2563737"/>
                  </a:lnTo>
                  <a:lnTo>
                    <a:pt x="3838312" y="2563737"/>
                  </a:lnTo>
                  <a:lnTo>
                    <a:pt x="3838691" y="2563737"/>
                  </a:lnTo>
                  <a:lnTo>
                    <a:pt x="3838817" y="2563737"/>
                  </a:lnTo>
                  <a:lnTo>
                    <a:pt x="3839069" y="2563737"/>
                  </a:lnTo>
                  <a:lnTo>
                    <a:pt x="3839196" y="2563737"/>
                  </a:lnTo>
                  <a:lnTo>
                    <a:pt x="3839322" y="2563737"/>
                  </a:lnTo>
                  <a:lnTo>
                    <a:pt x="3839827" y="2563737"/>
                  </a:lnTo>
                  <a:lnTo>
                    <a:pt x="3840332" y="2563737"/>
                  </a:lnTo>
                  <a:lnTo>
                    <a:pt x="3840837" y="2563737"/>
                  </a:lnTo>
                  <a:lnTo>
                    <a:pt x="3840963" y="2563737"/>
                  </a:lnTo>
                  <a:lnTo>
                    <a:pt x="3841342" y="2563737"/>
                  </a:lnTo>
                  <a:lnTo>
                    <a:pt x="3841468" y="2563737"/>
                  </a:lnTo>
                  <a:lnTo>
                    <a:pt x="3841595" y="2563737"/>
                  </a:lnTo>
                  <a:lnTo>
                    <a:pt x="3841847" y="2563737"/>
                  </a:lnTo>
                  <a:lnTo>
                    <a:pt x="3841973" y="2563737"/>
                  </a:lnTo>
                  <a:lnTo>
                    <a:pt x="3842100" y="2563737"/>
                  </a:lnTo>
                  <a:lnTo>
                    <a:pt x="3842478" y="2563737"/>
                  </a:lnTo>
                  <a:lnTo>
                    <a:pt x="3843236" y="2563737"/>
                  </a:lnTo>
                  <a:lnTo>
                    <a:pt x="3843362" y="2563737"/>
                  </a:lnTo>
                  <a:lnTo>
                    <a:pt x="3843615" y="2563737"/>
                  </a:lnTo>
                  <a:lnTo>
                    <a:pt x="3843741" y="2563737"/>
                  </a:lnTo>
                  <a:lnTo>
                    <a:pt x="3843867" y="2563737"/>
                  </a:lnTo>
                  <a:lnTo>
                    <a:pt x="3843993" y="2563737"/>
                  </a:lnTo>
                  <a:lnTo>
                    <a:pt x="3844246" y="2558826"/>
                  </a:lnTo>
                  <a:lnTo>
                    <a:pt x="3844751" y="2558826"/>
                  </a:lnTo>
                  <a:lnTo>
                    <a:pt x="3845382" y="2558826"/>
                  </a:lnTo>
                  <a:lnTo>
                    <a:pt x="3845635" y="2558826"/>
                  </a:lnTo>
                  <a:lnTo>
                    <a:pt x="3845761" y="2558826"/>
                  </a:lnTo>
                  <a:lnTo>
                    <a:pt x="3845887" y="2558826"/>
                  </a:lnTo>
                  <a:lnTo>
                    <a:pt x="3846266" y="2558826"/>
                  </a:lnTo>
                  <a:lnTo>
                    <a:pt x="3846519" y="2558826"/>
                  </a:lnTo>
                  <a:lnTo>
                    <a:pt x="3846645" y="2558826"/>
                  </a:lnTo>
                  <a:lnTo>
                    <a:pt x="3846771" y="2558826"/>
                  </a:lnTo>
                  <a:lnTo>
                    <a:pt x="3847276" y="2553914"/>
                  </a:lnTo>
                  <a:lnTo>
                    <a:pt x="3847907" y="2553914"/>
                  </a:lnTo>
                  <a:lnTo>
                    <a:pt x="3848034" y="2553914"/>
                  </a:lnTo>
                  <a:lnTo>
                    <a:pt x="3848160" y="2553914"/>
                  </a:lnTo>
                  <a:lnTo>
                    <a:pt x="3848286" y="2553914"/>
                  </a:lnTo>
                  <a:lnTo>
                    <a:pt x="3848412" y="2553914"/>
                  </a:lnTo>
                  <a:lnTo>
                    <a:pt x="3848539" y="2553914"/>
                  </a:lnTo>
                  <a:lnTo>
                    <a:pt x="3848917" y="2553914"/>
                  </a:lnTo>
                  <a:lnTo>
                    <a:pt x="3849044" y="2553914"/>
                  </a:lnTo>
                  <a:lnTo>
                    <a:pt x="3849170" y="2553914"/>
                  </a:lnTo>
                  <a:lnTo>
                    <a:pt x="3849927" y="2553914"/>
                  </a:lnTo>
                  <a:lnTo>
                    <a:pt x="3850054" y="2553914"/>
                  </a:lnTo>
                  <a:lnTo>
                    <a:pt x="3850180" y="2553914"/>
                  </a:lnTo>
                  <a:lnTo>
                    <a:pt x="3850938" y="2553914"/>
                  </a:lnTo>
                  <a:lnTo>
                    <a:pt x="3851064" y="2553914"/>
                  </a:lnTo>
                  <a:lnTo>
                    <a:pt x="3851316" y="2553914"/>
                  </a:lnTo>
                  <a:lnTo>
                    <a:pt x="3851569" y="2553914"/>
                  </a:lnTo>
                  <a:lnTo>
                    <a:pt x="3852958" y="2553914"/>
                  </a:lnTo>
                  <a:lnTo>
                    <a:pt x="3853084" y="2553914"/>
                  </a:lnTo>
                  <a:lnTo>
                    <a:pt x="3853210" y="2553914"/>
                  </a:lnTo>
                  <a:lnTo>
                    <a:pt x="3853336" y="2553914"/>
                  </a:lnTo>
                  <a:lnTo>
                    <a:pt x="3853463" y="2553914"/>
                  </a:lnTo>
                  <a:lnTo>
                    <a:pt x="3854725" y="2553914"/>
                  </a:lnTo>
                  <a:lnTo>
                    <a:pt x="3855230" y="2553914"/>
                  </a:lnTo>
                  <a:lnTo>
                    <a:pt x="3855483" y="2553914"/>
                  </a:lnTo>
                  <a:lnTo>
                    <a:pt x="3855988" y="2553914"/>
                  </a:lnTo>
                  <a:lnTo>
                    <a:pt x="3856114" y="2553914"/>
                  </a:lnTo>
                  <a:lnTo>
                    <a:pt x="3856240" y="2553914"/>
                  </a:lnTo>
                  <a:lnTo>
                    <a:pt x="3856619" y="2553914"/>
                  </a:lnTo>
                  <a:lnTo>
                    <a:pt x="3856745" y="2553914"/>
                  </a:lnTo>
                  <a:lnTo>
                    <a:pt x="3857377" y="2553914"/>
                  </a:lnTo>
                  <a:lnTo>
                    <a:pt x="3857503" y="2553914"/>
                  </a:lnTo>
                  <a:lnTo>
                    <a:pt x="3857755" y="2553914"/>
                  </a:lnTo>
                  <a:lnTo>
                    <a:pt x="3857882" y="2553914"/>
                  </a:lnTo>
                  <a:lnTo>
                    <a:pt x="3858260" y="2553914"/>
                  </a:lnTo>
                  <a:lnTo>
                    <a:pt x="3858765" y="2553914"/>
                  </a:lnTo>
                  <a:lnTo>
                    <a:pt x="3858892" y="2553914"/>
                  </a:lnTo>
                  <a:lnTo>
                    <a:pt x="3859523" y="2553914"/>
                  </a:lnTo>
                  <a:lnTo>
                    <a:pt x="3860028" y="2553914"/>
                  </a:lnTo>
                  <a:lnTo>
                    <a:pt x="3861291" y="2553914"/>
                  </a:lnTo>
                  <a:lnTo>
                    <a:pt x="3861543" y="2553914"/>
                  </a:lnTo>
                  <a:lnTo>
                    <a:pt x="3861669" y="2553914"/>
                  </a:lnTo>
                  <a:lnTo>
                    <a:pt x="3861922" y="2553914"/>
                  </a:lnTo>
                  <a:lnTo>
                    <a:pt x="3862427" y="2553914"/>
                  </a:lnTo>
                  <a:lnTo>
                    <a:pt x="3863816" y="2553914"/>
                  </a:lnTo>
                  <a:lnTo>
                    <a:pt x="3863942" y="2553914"/>
                  </a:lnTo>
                  <a:lnTo>
                    <a:pt x="3864068" y="2553914"/>
                  </a:lnTo>
                  <a:lnTo>
                    <a:pt x="3864194" y="2553914"/>
                  </a:lnTo>
                  <a:lnTo>
                    <a:pt x="3864321" y="2553914"/>
                  </a:lnTo>
                  <a:lnTo>
                    <a:pt x="3864573" y="2553914"/>
                  </a:lnTo>
                  <a:lnTo>
                    <a:pt x="3864826" y="2553914"/>
                  </a:lnTo>
                  <a:lnTo>
                    <a:pt x="3865457" y="2549003"/>
                  </a:lnTo>
                  <a:lnTo>
                    <a:pt x="3865583" y="2549003"/>
                  </a:lnTo>
                  <a:lnTo>
                    <a:pt x="3866341" y="2549003"/>
                  </a:lnTo>
                  <a:lnTo>
                    <a:pt x="3866593" y="2549003"/>
                  </a:lnTo>
                  <a:lnTo>
                    <a:pt x="3866720" y="2549003"/>
                  </a:lnTo>
                  <a:lnTo>
                    <a:pt x="3867098" y="2549003"/>
                  </a:lnTo>
                  <a:lnTo>
                    <a:pt x="3867225" y="2549003"/>
                  </a:lnTo>
                  <a:lnTo>
                    <a:pt x="3867477" y="2549003"/>
                  </a:lnTo>
                  <a:lnTo>
                    <a:pt x="3867982" y="2549003"/>
                  </a:lnTo>
                  <a:lnTo>
                    <a:pt x="3868108" y="2549003"/>
                  </a:lnTo>
                  <a:lnTo>
                    <a:pt x="3868487" y="2549003"/>
                  </a:lnTo>
                  <a:lnTo>
                    <a:pt x="3868613" y="2549003"/>
                  </a:lnTo>
                  <a:lnTo>
                    <a:pt x="3868866" y="2549003"/>
                  </a:lnTo>
                  <a:lnTo>
                    <a:pt x="3868992" y="2549003"/>
                  </a:lnTo>
                  <a:lnTo>
                    <a:pt x="3869371" y="2549003"/>
                  </a:lnTo>
                  <a:lnTo>
                    <a:pt x="3869497" y="2549003"/>
                  </a:lnTo>
                  <a:lnTo>
                    <a:pt x="3869750" y="2549003"/>
                  </a:lnTo>
                  <a:lnTo>
                    <a:pt x="3869876" y="2549003"/>
                  </a:lnTo>
                  <a:lnTo>
                    <a:pt x="3870255" y="2549003"/>
                  </a:lnTo>
                  <a:lnTo>
                    <a:pt x="3870381" y="2549003"/>
                  </a:lnTo>
                  <a:lnTo>
                    <a:pt x="3870760" y="2549003"/>
                  </a:lnTo>
                  <a:lnTo>
                    <a:pt x="3871012" y="2549003"/>
                  </a:lnTo>
                  <a:lnTo>
                    <a:pt x="3871517" y="2549003"/>
                  </a:lnTo>
                  <a:lnTo>
                    <a:pt x="3871644" y="2549003"/>
                  </a:lnTo>
                  <a:lnTo>
                    <a:pt x="3871770" y="2549003"/>
                  </a:lnTo>
                  <a:lnTo>
                    <a:pt x="3871896" y="2549003"/>
                  </a:lnTo>
                  <a:lnTo>
                    <a:pt x="3872401" y="2544092"/>
                  </a:lnTo>
                  <a:lnTo>
                    <a:pt x="3872780" y="2539180"/>
                  </a:lnTo>
                  <a:lnTo>
                    <a:pt x="3873032" y="2539180"/>
                  </a:lnTo>
                  <a:lnTo>
                    <a:pt x="3873411" y="2539180"/>
                  </a:lnTo>
                  <a:lnTo>
                    <a:pt x="3873537" y="2539180"/>
                  </a:lnTo>
                  <a:lnTo>
                    <a:pt x="3874295" y="2539180"/>
                  </a:lnTo>
                  <a:lnTo>
                    <a:pt x="3874547" y="2539180"/>
                  </a:lnTo>
                  <a:lnTo>
                    <a:pt x="3874926" y="2539180"/>
                  </a:lnTo>
                  <a:lnTo>
                    <a:pt x="3875052" y="2539180"/>
                  </a:lnTo>
                  <a:lnTo>
                    <a:pt x="3875936" y="2539180"/>
                  </a:lnTo>
                  <a:lnTo>
                    <a:pt x="3876315" y="2539180"/>
                  </a:lnTo>
                  <a:lnTo>
                    <a:pt x="3877073" y="2539180"/>
                  </a:lnTo>
                  <a:lnTo>
                    <a:pt x="3877451" y="2539180"/>
                  </a:lnTo>
                  <a:lnTo>
                    <a:pt x="3877578" y="2539180"/>
                  </a:lnTo>
                  <a:lnTo>
                    <a:pt x="3877830" y="2539180"/>
                  </a:lnTo>
                  <a:lnTo>
                    <a:pt x="3878588" y="2539180"/>
                  </a:lnTo>
                  <a:lnTo>
                    <a:pt x="3879345" y="2539180"/>
                  </a:lnTo>
                  <a:lnTo>
                    <a:pt x="3879598" y="2539180"/>
                  </a:lnTo>
                  <a:lnTo>
                    <a:pt x="3879724" y="2539180"/>
                  </a:lnTo>
                  <a:lnTo>
                    <a:pt x="3879850" y="2539180"/>
                  </a:lnTo>
                  <a:lnTo>
                    <a:pt x="3880229" y="2539180"/>
                  </a:lnTo>
                  <a:lnTo>
                    <a:pt x="3880734" y="2539180"/>
                  </a:lnTo>
                  <a:lnTo>
                    <a:pt x="3881239" y="2539180"/>
                  </a:lnTo>
                  <a:lnTo>
                    <a:pt x="3881365" y="2539180"/>
                  </a:lnTo>
                  <a:lnTo>
                    <a:pt x="3881492" y="2539180"/>
                  </a:lnTo>
                  <a:lnTo>
                    <a:pt x="3881744" y="2539180"/>
                  </a:lnTo>
                  <a:lnTo>
                    <a:pt x="3883259" y="2539180"/>
                  </a:lnTo>
                  <a:lnTo>
                    <a:pt x="3883385" y="2539180"/>
                  </a:lnTo>
                  <a:lnTo>
                    <a:pt x="3883764" y="2539180"/>
                  </a:lnTo>
                  <a:lnTo>
                    <a:pt x="3883890" y="2539180"/>
                  </a:lnTo>
                  <a:lnTo>
                    <a:pt x="3884143" y="2539180"/>
                  </a:lnTo>
                  <a:lnTo>
                    <a:pt x="3884269" y="2539180"/>
                  </a:lnTo>
                  <a:lnTo>
                    <a:pt x="3884395" y="2539180"/>
                  </a:lnTo>
                  <a:lnTo>
                    <a:pt x="3884648" y="2539180"/>
                  </a:lnTo>
                  <a:lnTo>
                    <a:pt x="3884774" y="2539180"/>
                  </a:lnTo>
                  <a:lnTo>
                    <a:pt x="3885027" y="2539180"/>
                  </a:lnTo>
                  <a:lnTo>
                    <a:pt x="3885405" y="2539180"/>
                  </a:lnTo>
                  <a:lnTo>
                    <a:pt x="3885532" y="2539180"/>
                  </a:lnTo>
                  <a:lnTo>
                    <a:pt x="3885658" y="2539180"/>
                  </a:lnTo>
                  <a:lnTo>
                    <a:pt x="3885784" y="2539180"/>
                  </a:lnTo>
                  <a:lnTo>
                    <a:pt x="3886163" y="2539180"/>
                  </a:lnTo>
                  <a:lnTo>
                    <a:pt x="3887047" y="2539180"/>
                  </a:lnTo>
                  <a:lnTo>
                    <a:pt x="3887173" y="2539180"/>
                  </a:lnTo>
                  <a:lnTo>
                    <a:pt x="3887426" y="2539180"/>
                  </a:lnTo>
                  <a:lnTo>
                    <a:pt x="3887678" y="2539180"/>
                  </a:lnTo>
                  <a:lnTo>
                    <a:pt x="3888183" y="2539180"/>
                  </a:lnTo>
                  <a:lnTo>
                    <a:pt x="3888309" y="2539180"/>
                  </a:lnTo>
                  <a:lnTo>
                    <a:pt x="3888436" y="2539180"/>
                  </a:lnTo>
                  <a:lnTo>
                    <a:pt x="3888814" y="2539180"/>
                  </a:lnTo>
                  <a:lnTo>
                    <a:pt x="3889067" y="2539180"/>
                  </a:lnTo>
                  <a:lnTo>
                    <a:pt x="3889698" y="2539180"/>
                  </a:lnTo>
                  <a:lnTo>
                    <a:pt x="3890456" y="2539180"/>
                  </a:lnTo>
                  <a:lnTo>
                    <a:pt x="3890582" y="2539180"/>
                  </a:lnTo>
                  <a:lnTo>
                    <a:pt x="3890708" y="2539180"/>
                  </a:lnTo>
                  <a:lnTo>
                    <a:pt x="3891087" y="2539180"/>
                  </a:lnTo>
                  <a:lnTo>
                    <a:pt x="3891213" y="2539180"/>
                  </a:lnTo>
                  <a:lnTo>
                    <a:pt x="3891466" y="2539180"/>
                  </a:lnTo>
                  <a:lnTo>
                    <a:pt x="3891592" y="2539180"/>
                  </a:lnTo>
                  <a:lnTo>
                    <a:pt x="3891718" y="2539180"/>
                  </a:lnTo>
                  <a:lnTo>
                    <a:pt x="3892350" y="2539180"/>
                  </a:lnTo>
                  <a:lnTo>
                    <a:pt x="3892728" y="2539180"/>
                  </a:lnTo>
                  <a:lnTo>
                    <a:pt x="3893738" y="2534269"/>
                  </a:lnTo>
                  <a:lnTo>
                    <a:pt x="3893865" y="2534269"/>
                  </a:lnTo>
                  <a:lnTo>
                    <a:pt x="3893991" y="2534269"/>
                  </a:lnTo>
                  <a:lnTo>
                    <a:pt x="3894117" y="2534269"/>
                  </a:lnTo>
                  <a:lnTo>
                    <a:pt x="3894243" y="2534269"/>
                  </a:lnTo>
                  <a:lnTo>
                    <a:pt x="3894496" y="2534269"/>
                  </a:lnTo>
                  <a:lnTo>
                    <a:pt x="3894748" y="2534269"/>
                  </a:lnTo>
                  <a:lnTo>
                    <a:pt x="3895253" y="2534269"/>
                  </a:lnTo>
                  <a:lnTo>
                    <a:pt x="3895380" y="2534269"/>
                  </a:lnTo>
                  <a:lnTo>
                    <a:pt x="3895506" y="2534269"/>
                  </a:lnTo>
                  <a:lnTo>
                    <a:pt x="3895885" y="2534269"/>
                  </a:lnTo>
                  <a:lnTo>
                    <a:pt x="3896011" y="2534269"/>
                  </a:lnTo>
                  <a:lnTo>
                    <a:pt x="3896137" y="2534269"/>
                  </a:lnTo>
                  <a:lnTo>
                    <a:pt x="3896263" y="2534269"/>
                  </a:lnTo>
                  <a:lnTo>
                    <a:pt x="3896390" y="2534269"/>
                  </a:lnTo>
                  <a:lnTo>
                    <a:pt x="3896642" y="2534269"/>
                  </a:lnTo>
                  <a:lnTo>
                    <a:pt x="3896768" y="2534269"/>
                  </a:lnTo>
                  <a:lnTo>
                    <a:pt x="3896895" y="2534269"/>
                  </a:lnTo>
                  <a:lnTo>
                    <a:pt x="3897147" y="2534269"/>
                  </a:lnTo>
                  <a:lnTo>
                    <a:pt x="3897526" y="2534269"/>
                  </a:lnTo>
                  <a:lnTo>
                    <a:pt x="3897652" y="2534269"/>
                  </a:lnTo>
                  <a:lnTo>
                    <a:pt x="3898284" y="2534269"/>
                  </a:lnTo>
                  <a:lnTo>
                    <a:pt x="3898789" y="2534269"/>
                  </a:lnTo>
                  <a:lnTo>
                    <a:pt x="3898915" y="2534269"/>
                  </a:lnTo>
                  <a:lnTo>
                    <a:pt x="3899041" y="2534269"/>
                  </a:lnTo>
                  <a:lnTo>
                    <a:pt x="3899546" y="2534269"/>
                  </a:lnTo>
                  <a:lnTo>
                    <a:pt x="3900682" y="2534269"/>
                  </a:lnTo>
                  <a:lnTo>
                    <a:pt x="3901187" y="2534269"/>
                  </a:lnTo>
                  <a:lnTo>
                    <a:pt x="3901819" y="2534269"/>
                  </a:lnTo>
                  <a:lnTo>
                    <a:pt x="3902071" y="2534269"/>
                  </a:lnTo>
                  <a:lnTo>
                    <a:pt x="3902576" y="2534269"/>
                  </a:lnTo>
                  <a:lnTo>
                    <a:pt x="3902829" y="2534269"/>
                  </a:lnTo>
                  <a:lnTo>
                    <a:pt x="3903334" y="2534269"/>
                  </a:lnTo>
                  <a:lnTo>
                    <a:pt x="3903586" y="2534269"/>
                  </a:lnTo>
                  <a:lnTo>
                    <a:pt x="3903713" y="2534269"/>
                  </a:lnTo>
                  <a:lnTo>
                    <a:pt x="3903965" y="2534269"/>
                  </a:lnTo>
                  <a:lnTo>
                    <a:pt x="3904218" y="2534269"/>
                  </a:lnTo>
                  <a:lnTo>
                    <a:pt x="3904596" y="2534269"/>
                  </a:lnTo>
                  <a:lnTo>
                    <a:pt x="3904723" y="2534269"/>
                  </a:lnTo>
                  <a:lnTo>
                    <a:pt x="3906490" y="2534269"/>
                  </a:lnTo>
                  <a:lnTo>
                    <a:pt x="3906869" y="2534269"/>
                  </a:lnTo>
                  <a:lnTo>
                    <a:pt x="3906995" y="2534269"/>
                  </a:lnTo>
                  <a:lnTo>
                    <a:pt x="3907121" y="2529358"/>
                  </a:lnTo>
                  <a:lnTo>
                    <a:pt x="3907374" y="2529358"/>
                  </a:lnTo>
                  <a:lnTo>
                    <a:pt x="3907500" y="2529358"/>
                  </a:lnTo>
                  <a:lnTo>
                    <a:pt x="3907627" y="2529358"/>
                  </a:lnTo>
                  <a:lnTo>
                    <a:pt x="3908384" y="2529358"/>
                  </a:lnTo>
                  <a:lnTo>
                    <a:pt x="3908637" y="2529358"/>
                  </a:lnTo>
                  <a:lnTo>
                    <a:pt x="3908763" y="2529358"/>
                  </a:lnTo>
                  <a:lnTo>
                    <a:pt x="3908889" y="2529358"/>
                  </a:lnTo>
                  <a:lnTo>
                    <a:pt x="3909268" y="2529358"/>
                  </a:lnTo>
                  <a:lnTo>
                    <a:pt x="3909520" y="2529358"/>
                  </a:lnTo>
                  <a:lnTo>
                    <a:pt x="3909647" y="2529358"/>
                  </a:lnTo>
                  <a:lnTo>
                    <a:pt x="3909899" y="2529358"/>
                  </a:lnTo>
                  <a:lnTo>
                    <a:pt x="3910025" y="2529358"/>
                  </a:lnTo>
                  <a:lnTo>
                    <a:pt x="3910657" y="2529358"/>
                  </a:lnTo>
                  <a:lnTo>
                    <a:pt x="3910783" y="2529358"/>
                  </a:lnTo>
                  <a:lnTo>
                    <a:pt x="3911793" y="2529358"/>
                  </a:lnTo>
                  <a:lnTo>
                    <a:pt x="3911919" y="2529358"/>
                  </a:lnTo>
                  <a:lnTo>
                    <a:pt x="3912045" y="2529358"/>
                  </a:lnTo>
                  <a:lnTo>
                    <a:pt x="3912298" y="2529358"/>
                  </a:lnTo>
                  <a:lnTo>
                    <a:pt x="3912551" y="2529358"/>
                  </a:lnTo>
                  <a:lnTo>
                    <a:pt x="3912677" y="2529358"/>
                  </a:lnTo>
                  <a:lnTo>
                    <a:pt x="3912929" y="2529358"/>
                  </a:lnTo>
                  <a:lnTo>
                    <a:pt x="3913561" y="2529358"/>
                  </a:lnTo>
                  <a:lnTo>
                    <a:pt x="3913687" y="2529358"/>
                  </a:lnTo>
                  <a:lnTo>
                    <a:pt x="3913939" y="2529358"/>
                  </a:lnTo>
                  <a:lnTo>
                    <a:pt x="3914192" y="2529358"/>
                  </a:lnTo>
                  <a:lnTo>
                    <a:pt x="3914697" y="2529358"/>
                  </a:lnTo>
                  <a:lnTo>
                    <a:pt x="3915202" y="2529358"/>
                  </a:lnTo>
                  <a:lnTo>
                    <a:pt x="3915454" y="2529358"/>
                  </a:lnTo>
                  <a:lnTo>
                    <a:pt x="3915833" y="2529358"/>
                  </a:lnTo>
                  <a:lnTo>
                    <a:pt x="3916464" y="2529358"/>
                  </a:lnTo>
                  <a:lnTo>
                    <a:pt x="3916843" y="2529358"/>
                  </a:lnTo>
                  <a:lnTo>
                    <a:pt x="3917474" y="2529358"/>
                  </a:lnTo>
                  <a:lnTo>
                    <a:pt x="3917601" y="2529358"/>
                  </a:lnTo>
                  <a:lnTo>
                    <a:pt x="3917853" y="2529358"/>
                  </a:lnTo>
                  <a:lnTo>
                    <a:pt x="3918358" y="2529358"/>
                  </a:lnTo>
                  <a:lnTo>
                    <a:pt x="3918737" y="2529358"/>
                  </a:lnTo>
                  <a:lnTo>
                    <a:pt x="3919621" y="2529358"/>
                  </a:lnTo>
                  <a:lnTo>
                    <a:pt x="3919873" y="2529358"/>
                  </a:lnTo>
                  <a:lnTo>
                    <a:pt x="3920505" y="2524446"/>
                  </a:lnTo>
                  <a:lnTo>
                    <a:pt x="3920757" y="2524446"/>
                  </a:lnTo>
                  <a:lnTo>
                    <a:pt x="3921010" y="2524446"/>
                  </a:lnTo>
                  <a:lnTo>
                    <a:pt x="3921262" y="2524446"/>
                  </a:lnTo>
                  <a:lnTo>
                    <a:pt x="3921893" y="2524446"/>
                  </a:lnTo>
                  <a:lnTo>
                    <a:pt x="3922146" y="2524446"/>
                  </a:lnTo>
                  <a:lnTo>
                    <a:pt x="3922651" y="2524446"/>
                  </a:lnTo>
                  <a:lnTo>
                    <a:pt x="3923535" y="2524446"/>
                  </a:lnTo>
                  <a:lnTo>
                    <a:pt x="3924040" y="2524446"/>
                  </a:lnTo>
                  <a:lnTo>
                    <a:pt x="3924166" y="2524446"/>
                  </a:lnTo>
                  <a:lnTo>
                    <a:pt x="3924671" y="2524446"/>
                  </a:lnTo>
                  <a:lnTo>
                    <a:pt x="3924797" y="2524446"/>
                  </a:lnTo>
                  <a:lnTo>
                    <a:pt x="3924924" y="2524446"/>
                  </a:lnTo>
                  <a:lnTo>
                    <a:pt x="3925176" y="2524446"/>
                  </a:lnTo>
                  <a:lnTo>
                    <a:pt x="3925555" y="2524446"/>
                  </a:lnTo>
                  <a:lnTo>
                    <a:pt x="3926817" y="2524446"/>
                  </a:lnTo>
                  <a:lnTo>
                    <a:pt x="3927070" y="2524446"/>
                  </a:lnTo>
                  <a:lnTo>
                    <a:pt x="3927322" y="2524446"/>
                  </a:lnTo>
                  <a:lnTo>
                    <a:pt x="3927449" y="2524446"/>
                  </a:lnTo>
                  <a:lnTo>
                    <a:pt x="3927954" y="2519535"/>
                  </a:lnTo>
                  <a:lnTo>
                    <a:pt x="3928080" y="2519535"/>
                  </a:lnTo>
                  <a:lnTo>
                    <a:pt x="3928206" y="2519535"/>
                  </a:lnTo>
                  <a:lnTo>
                    <a:pt x="3928333" y="2519535"/>
                  </a:lnTo>
                  <a:lnTo>
                    <a:pt x="3929090" y="2514623"/>
                  </a:lnTo>
                  <a:lnTo>
                    <a:pt x="3929216" y="2514623"/>
                  </a:lnTo>
                  <a:lnTo>
                    <a:pt x="3929469" y="2514623"/>
                  </a:lnTo>
                  <a:lnTo>
                    <a:pt x="3930100" y="2514623"/>
                  </a:lnTo>
                  <a:lnTo>
                    <a:pt x="3930226" y="2514623"/>
                  </a:lnTo>
                  <a:lnTo>
                    <a:pt x="3930858" y="2514623"/>
                  </a:lnTo>
                  <a:lnTo>
                    <a:pt x="3931236" y="2514623"/>
                  </a:lnTo>
                  <a:lnTo>
                    <a:pt x="3931363" y="2514623"/>
                  </a:lnTo>
                  <a:lnTo>
                    <a:pt x="3931489" y="2514623"/>
                  </a:lnTo>
                  <a:lnTo>
                    <a:pt x="3931615" y="2514623"/>
                  </a:lnTo>
                  <a:lnTo>
                    <a:pt x="3932120" y="2514623"/>
                  </a:lnTo>
                  <a:lnTo>
                    <a:pt x="3932373" y="2514623"/>
                  </a:lnTo>
                  <a:lnTo>
                    <a:pt x="3932751" y="2514623"/>
                  </a:lnTo>
                  <a:lnTo>
                    <a:pt x="3933130" y="2514623"/>
                  </a:lnTo>
                  <a:lnTo>
                    <a:pt x="3933257" y="2514623"/>
                  </a:lnTo>
                  <a:lnTo>
                    <a:pt x="3933383" y="2509712"/>
                  </a:lnTo>
                  <a:lnTo>
                    <a:pt x="3933635" y="2509712"/>
                  </a:lnTo>
                  <a:lnTo>
                    <a:pt x="3933762" y="2509712"/>
                  </a:lnTo>
                  <a:lnTo>
                    <a:pt x="3933888" y="2504801"/>
                  </a:lnTo>
                  <a:lnTo>
                    <a:pt x="3934014" y="2504801"/>
                  </a:lnTo>
                  <a:lnTo>
                    <a:pt x="3934140" y="2504801"/>
                  </a:lnTo>
                  <a:lnTo>
                    <a:pt x="3934267" y="2504801"/>
                  </a:lnTo>
                  <a:lnTo>
                    <a:pt x="3936413" y="2504801"/>
                  </a:lnTo>
                  <a:lnTo>
                    <a:pt x="3936792" y="2499889"/>
                  </a:lnTo>
                  <a:lnTo>
                    <a:pt x="3936918" y="2499889"/>
                  </a:lnTo>
                  <a:lnTo>
                    <a:pt x="3937170" y="2499889"/>
                  </a:lnTo>
                  <a:lnTo>
                    <a:pt x="3937423" y="2499889"/>
                  </a:lnTo>
                  <a:lnTo>
                    <a:pt x="3937549" y="2499889"/>
                  </a:lnTo>
                  <a:lnTo>
                    <a:pt x="3938307" y="2499889"/>
                  </a:lnTo>
                  <a:lnTo>
                    <a:pt x="3938433" y="2499889"/>
                  </a:lnTo>
                  <a:lnTo>
                    <a:pt x="3938559" y="2499889"/>
                  </a:lnTo>
                  <a:lnTo>
                    <a:pt x="3938812" y="2494978"/>
                  </a:lnTo>
                  <a:lnTo>
                    <a:pt x="3939191" y="2494978"/>
                  </a:lnTo>
                  <a:lnTo>
                    <a:pt x="3939191" y="2490067"/>
                  </a:lnTo>
                  <a:lnTo>
                    <a:pt x="3939317" y="2490067"/>
                  </a:lnTo>
                  <a:lnTo>
                    <a:pt x="3940074" y="2490067"/>
                  </a:lnTo>
                  <a:lnTo>
                    <a:pt x="3940201" y="2490067"/>
                  </a:lnTo>
                  <a:lnTo>
                    <a:pt x="3940327" y="2490067"/>
                  </a:lnTo>
                  <a:lnTo>
                    <a:pt x="3940453" y="2490067"/>
                  </a:lnTo>
                  <a:lnTo>
                    <a:pt x="3941084" y="2490067"/>
                  </a:lnTo>
                  <a:lnTo>
                    <a:pt x="3941211" y="2490067"/>
                  </a:lnTo>
                  <a:lnTo>
                    <a:pt x="3941337" y="2490067"/>
                  </a:lnTo>
                  <a:lnTo>
                    <a:pt x="3941716" y="2490067"/>
                  </a:lnTo>
                  <a:lnTo>
                    <a:pt x="3941842" y="2490067"/>
                  </a:lnTo>
                  <a:lnTo>
                    <a:pt x="3941968" y="2490067"/>
                  </a:lnTo>
                  <a:lnTo>
                    <a:pt x="3942221" y="2490067"/>
                  </a:lnTo>
                  <a:lnTo>
                    <a:pt x="3942347" y="2485155"/>
                  </a:lnTo>
                  <a:lnTo>
                    <a:pt x="3942599" y="2485155"/>
                  </a:lnTo>
                  <a:lnTo>
                    <a:pt x="3942852" y="2485155"/>
                  </a:lnTo>
                  <a:lnTo>
                    <a:pt x="3943104" y="2485155"/>
                  </a:lnTo>
                  <a:lnTo>
                    <a:pt x="3943357" y="2485155"/>
                  </a:lnTo>
                  <a:lnTo>
                    <a:pt x="3943483" y="2485155"/>
                  </a:lnTo>
                  <a:lnTo>
                    <a:pt x="3943610" y="2485155"/>
                  </a:lnTo>
                  <a:lnTo>
                    <a:pt x="3943862" y="2485155"/>
                  </a:lnTo>
                  <a:lnTo>
                    <a:pt x="3944998" y="2485155"/>
                  </a:lnTo>
                  <a:lnTo>
                    <a:pt x="3945125" y="2485155"/>
                  </a:lnTo>
                  <a:lnTo>
                    <a:pt x="3945377" y="2485155"/>
                  </a:lnTo>
                  <a:lnTo>
                    <a:pt x="3945503" y="2485155"/>
                  </a:lnTo>
                  <a:lnTo>
                    <a:pt x="3945630" y="2485155"/>
                  </a:lnTo>
                  <a:lnTo>
                    <a:pt x="3945756" y="2485155"/>
                  </a:lnTo>
                  <a:lnTo>
                    <a:pt x="3945882" y="2485155"/>
                  </a:lnTo>
                  <a:lnTo>
                    <a:pt x="3946008" y="2485155"/>
                  </a:lnTo>
                  <a:lnTo>
                    <a:pt x="3946513" y="2485155"/>
                  </a:lnTo>
                  <a:lnTo>
                    <a:pt x="3946640" y="2485155"/>
                  </a:lnTo>
                  <a:lnTo>
                    <a:pt x="3946766" y="2485155"/>
                  </a:lnTo>
                  <a:lnTo>
                    <a:pt x="3946892" y="2485155"/>
                  </a:lnTo>
                  <a:lnTo>
                    <a:pt x="3947145" y="2485155"/>
                  </a:lnTo>
                  <a:lnTo>
                    <a:pt x="3947902" y="2485155"/>
                  </a:lnTo>
                  <a:lnTo>
                    <a:pt x="3948155" y="2485155"/>
                  </a:lnTo>
                  <a:lnTo>
                    <a:pt x="3948407" y="2485155"/>
                  </a:lnTo>
                  <a:lnTo>
                    <a:pt x="3948660" y="2485155"/>
                  </a:lnTo>
                  <a:lnTo>
                    <a:pt x="3948786" y="2485155"/>
                  </a:lnTo>
                  <a:lnTo>
                    <a:pt x="3948912" y="2485155"/>
                  </a:lnTo>
                  <a:lnTo>
                    <a:pt x="3949039" y="2485155"/>
                  </a:lnTo>
                  <a:lnTo>
                    <a:pt x="3949165" y="2485155"/>
                  </a:lnTo>
                  <a:lnTo>
                    <a:pt x="3949291" y="2485155"/>
                  </a:lnTo>
                  <a:lnTo>
                    <a:pt x="3949417" y="2485155"/>
                  </a:lnTo>
                  <a:lnTo>
                    <a:pt x="3949670" y="2480244"/>
                  </a:lnTo>
                  <a:lnTo>
                    <a:pt x="3950175" y="2480244"/>
                  </a:lnTo>
                  <a:lnTo>
                    <a:pt x="3950301" y="2480244"/>
                  </a:lnTo>
                  <a:lnTo>
                    <a:pt x="3950427" y="2480244"/>
                  </a:lnTo>
                  <a:lnTo>
                    <a:pt x="3950554" y="2480244"/>
                  </a:lnTo>
                  <a:lnTo>
                    <a:pt x="3951059" y="2475332"/>
                  </a:lnTo>
                  <a:lnTo>
                    <a:pt x="3951564" y="2475332"/>
                  </a:lnTo>
                  <a:lnTo>
                    <a:pt x="3952195" y="2475332"/>
                  </a:lnTo>
                  <a:lnTo>
                    <a:pt x="3952321" y="2475332"/>
                  </a:lnTo>
                  <a:lnTo>
                    <a:pt x="3953205" y="2475332"/>
                  </a:lnTo>
                  <a:lnTo>
                    <a:pt x="3953584" y="2475332"/>
                  </a:lnTo>
                  <a:lnTo>
                    <a:pt x="3953710" y="2475332"/>
                  </a:lnTo>
                  <a:lnTo>
                    <a:pt x="3953963" y="2475332"/>
                  </a:lnTo>
                  <a:lnTo>
                    <a:pt x="3954215" y="2475332"/>
                  </a:lnTo>
                  <a:lnTo>
                    <a:pt x="3954594" y="2475332"/>
                  </a:lnTo>
                  <a:lnTo>
                    <a:pt x="3955099" y="2475332"/>
                  </a:lnTo>
                  <a:lnTo>
                    <a:pt x="3955604" y="2475332"/>
                  </a:lnTo>
                  <a:lnTo>
                    <a:pt x="3955730" y="2475332"/>
                  </a:lnTo>
                  <a:lnTo>
                    <a:pt x="3955983" y="2475332"/>
                  </a:lnTo>
                  <a:lnTo>
                    <a:pt x="3956109" y="2475332"/>
                  </a:lnTo>
                  <a:lnTo>
                    <a:pt x="3956361" y="2475332"/>
                  </a:lnTo>
                  <a:lnTo>
                    <a:pt x="3956488" y="2475332"/>
                  </a:lnTo>
                  <a:lnTo>
                    <a:pt x="3956993" y="2475332"/>
                  </a:lnTo>
                  <a:lnTo>
                    <a:pt x="3957750" y="2475332"/>
                  </a:lnTo>
                  <a:lnTo>
                    <a:pt x="3958003" y="2470421"/>
                  </a:lnTo>
                  <a:lnTo>
                    <a:pt x="3958634" y="2470421"/>
                  </a:lnTo>
                  <a:lnTo>
                    <a:pt x="3958887" y="2470421"/>
                  </a:lnTo>
                  <a:lnTo>
                    <a:pt x="3959013" y="2470421"/>
                  </a:lnTo>
                  <a:lnTo>
                    <a:pt x="3959897" y="2470421"/>
                  </a:lnTo>
                  <a:lnTo>
                    <a:pt x="3960149" y="2470421"/>
                  </a:lnTo>
                  <a:lnTo>
                    <a:pt x="3960907" y="2470421"/>
                  </a:lnTo>
                  <a:lnTo>
                    <a:pt x="3961033" y="2470421"/>
                  </a:lnTo>
                  <a:lnTo>
                    <a:pt x="3961412" y="2470421"/>
                  </a:lnTo>
                  <a:lnTo>
                    <a:pt x="3961917" y="2470421"/>
                  </a:lnTo>
                  <a:lnTo>
                    <a:pt x="3962043" y="2470421"/>
                  </a:lnTo>
                  <a:lnTo>
                    <a:pt x="3962422" y="2470421"/>
                  </a:lnTo>
                  <a:lnTo>
                    <a:pt x="3962548" y="2470421"/>
                  </a:lnTo>
                  <a:lnTo>
                    <a:pt x="3962927" y="2470421"/>
                  </a:lnTo>
                  <a:lnTo>
                    <a:pt x="3963305" y="2470421"/>
                  </a:lnTo>
                  <a:lnTo>
                    <a:pt x="3963684" y="2470421"/>
                  </a:lnTo>
                  <a:lnTo>
                    <a:pt x="3963810" y="2470421"/>
                  </a:lnTo>
                  <a:lnTo>
                    <a:pt x="3964063" y="2470421"/>
                  </a:lnTo>
                  <a:lnTo>
                    <a:pt x="3964442" y="2470421"/>
                  </a:lnTo>
                  <a:lnTo>
                    <a:pt x="3964694" y="2470421"/>
                  </a:lnTo>
                  <a:lnTo>
                    <a:pt x="3966083" y="2470421"/>
                  </a:lnTo>
                  <a:lnTo>
                    <a:pt x="3966336" y="2470421"/>
                  </a:lnTo>
                  <a:lnTo>
                    <a:pt x="3966967" y="2470421"/>
                  </a:lnTo>
                  <a:lnTo>
                    <a:pt x="3967093" y="2470421"/>
                  </a:lnTo>
                  <a:lnTo>
                    <a:pt x="3967977" y="2470421"/>
                  </a:lnTo>
                  <a:lnTo>
                    <a:pt x="3968482" y="2470421"/>
                  </a:lnTo>
                  <a:lnTo>
                    <a:pt x="3969113" y="2470421"/>
                  </a:lnTo>
                  <a:lnTo>
                    <a:pt x="3969240" y="2470421"/>
                  </a:lnTo>
                  <a:lnTo>
                    <a:pt x="3970123" y="2470421"/>
                  </a:lnTo>
                  <a:lnTo>
                    <a:pt x="3970250" y="2470421"/>
                  </a:lnTo>
                  <a:lnTo>
                    <a:pt x="3970376" y="2470421"/>
                  </a:lnTo>
                  <a:lnTo>
                    <a:pt x="3970502" y="2470421"/>
                  </a:lnTo>
                  <a:lnTo>
                    <a:pt x="3970628" y="2470421"/>
                  </a:lnTo>
                  <a:lnTo>
                    <a:pt x="3971007" y="2470421"/>
                  </a:lnTo>
                  <a:lnTo>
                    <a:pt x="3971133" y="2470421"/>
                  </a:lnTo>
                  <a:lnTo>
                    <a:pt x="3971260" y="2470421"/>
                  </a:lnTo>
                  <a:lnTo>
                    <a:pt x="3971638" y="2470421"/>
                  </a:lnTo>
                  <a:lnTo>
                    <a:pt x="3972143" y="2470421"/>
                  </a:lnTo>
                  <a:lnTo>
                    <a:pt x="3972270" y="2470421"/>
                  </a:lnTo>
                  <a:lnTo>
                    <a:pt x="3972901" y="2470421"/>
                  </a:lnTo>
                  <a:lnTo>
                    <a:pt x="3973027" y="2470421"/>
                  </a:lnTo>
                  <a:lnTo>
                    <a:pt x="3973280" y="2470421"/>
                  </a:lnTo>
                  <a:lnTo>
                    <a:pt x="3973911" y="2470421"/>
                  </a:lnTo>
                  <a:lnTo>
                    <a:pt x="3974416" y="2470421"/>
                  </a:lnTo>
                  <a:lnTo>
                    <a:pt x="3974542" y="2470421"/>
                  </a:lnTo>
                  <a:lnTo>
                    <a:pt x="3974669" y="2470421"/>
                  </a:lnTo>
                  <a:lnTo>
                    <a:pt x="3975174" y="2470421"/>
                  </a:lnTo>
                  <a:lnTo>
                    <a:pt x="3975300" y="2470421"/>
                  </a:lnTo>
                  <a:lnTo>
                    <a:pt x="3975426" y="2470421"/>
                  </a:lnTo>
                  <a:lnTo>
                    <a:pt x="3975552" y="2470421"/>
                  </a:lnTo>
                  <a:lnTo>
                    <a:pt x="3975931" y="2470421"/>
                  </a:lnTo>
                  <a:lnTo>
                    <a:pt x="3976057" y="2470421"/>
                  </a:lnTo>
                  <a:lnTo>
                    <a:pt x="3976184" y="2470421"/>
                  </a:lnTo>
                  <a:lnTo>
                    <a:pt x="3976941" y="2470421"/>
                  </a:lnTo>
                  <a:lnTo>
                    <a:pt x="3977067" y="2470421"/>
                  </a:lnTo>
                  <a:lnTo>
                    <a:pt x="3977194" y="2470421"/>
                  </a:lnTo>
                  <a:lnTo>
                    <a:pt x="3977320" y="2470421"/>
                  </a:lnTo>
                  <a:lnTo>
                    <a:pt x="3977446" y="2470421"/>
                  </a:lnTo>
                  <a:lnTo>
                    <a:pt x="3977699" y="2470421"/>
                  </a:lnTo>
                  <a:lnTo>
                    <a:pt x="3978077" y="2470421"/>
                  </a:lnTo>
                  <a:lnTo>
                    <a:pt x="3982118" y="2450776"/>
                  </a:lnTo>
                  <a:lnTo>
                    <a:pt x="3982623" y="2450776"/>
                  </a:lnTo>
                  <a:lnTo>
                    <a:pt x="3982875" y="2450776"/>
                  </a:lnTo>
                  <a:lnTo>
                    <a:pt x="3983001" y="2445864"/>
                  </a:lnTo>
                  <a:lnTo>
                    <a:pt x="3983128" y="2445864"/>
                  </a:lnTo>
                  <a:lnTo>
                    <a:pt x="3983254" y="2445864"/>
                  </a:lnTo>
                  <a:lnTo>
                    <a:pt x="3983506" y="2445864"/>
                  </a:lnTo>
                  <a:lnTo>
                    <a:pt x="3983633" y="2445864"/>
                  </a:lnTo>
                  <a:lnTo>
                    <a:pt x="3983759" y="2445864"/>
                  </a:lnTo>
                  <a:lnTo>
                    <a:pt x="3983885" y="2445864"/>
                  </a:lnTo>
                  <a:lnTo>
                    <a:pt x="3984011" y="2445864"/>
                  </a:lnTo>
                  <a:lnTo>
                    <a:pt x="3984390" y="2445864"/>
                  </a:lnTo>
                  <a:lnTo>
                    <a:pt x="3984643" y="2445864"/>
                  </a:lnTo>
                  <a:lnTo>
                    <a:pt x="3984895" y="2445864"/>
                  </a:lnTo>
                  <a:lnTo>
                    <a:pt x="3985148" y="2445864"/>
                  </a:lnTo>
                  <a:lnTo>
                    <a:pt x="3985653" y="2445864"/>
                  </a:lnTo>
                  <a:lnTo>
                    <a:pt x="3986158" y="2445864"/>
                  </a:lnTo>
                  <a:lnTo>
                    <a:pt x="3986284" y="2445864"/>
                  </a:lnTo>
                  <a:lnTo>
                    <a:pt x="3986410" y="2445864"/>
                  </a:lnTo>
                  <a:lnTo>
                    <a:pt x="3986537" y="2445864"/>
                  </a:lnTo>
                  <a:lnTo>
                    <a:pt x="3986663" y="2445864"/>
                  </a:lnTo>
                  <a:lnTo>
                    <a:pt x="3986915" y="2445864"/>
                  </a:lnTo>
                  <a:lnTo>
                    <a:pt x="3987168" y="2445864"/>
                  </a:lnTo>
                  <a:lnTo>
                    <a:pt x="3987294" y="2445864"/>
                  </a:lnTo>
                  <a:lnTo>
                    <a:pt x="3987547" y="2445864"/>
                  </a:lnTo>
                  <a:lnTo>
                    <a:pt x="3987925" y="2440953"/>
                  </a:lnTo>
                  <a:lnTo>
                    <a:pt x="3988178" y="2440953"/>
                  </a:lnTo>
                  <a:lnTo>
                    <a:pt x="3988935" y="2440953"/>
                  </a:lnTo>
                  <a:lnTo>
                    <a:pt x="3989062" y="2440953"/>
                  </a:lnTo>
                  <a:lnTo>
                    <a:pt x="3989693" y="2440953"/>
                  </a:lnTo>
                  <a:lnTo>
                    <a:pt x="3990451" y="2440953"/>
                  </a:lnTo>
                  <a:lnTo>
                    <a:pt x="3990577" y="2440953"/>
                  </a:lnTo>
                  <a:lnTo>
                    <a:pt x="3990703" y="2440953"/>
                  </a:lnTo>
                  <a:lnTo>
                    <a:pt x="3990829" y="2440953"/>
                  </a:lnTo>
                  <a:lnTo>
                    <a:pt x="3990956" y="2440953"/>
                  </a:lnTo>
                  <a:lnTo>
                    <a:pt x="3991713" y="2440953"/>
                  </a:lnTo>
                  <a:lnTo>
                    <a:pt x="3991839" y="2440953"/>
                  </a:lnTo>
                  <a:lnTo>
                    <a:pt x="3992218" y="2440953"/>
                  </a:lnTo>
                  <a:lnTo>
                    <a:pt x="3992723" y="2440953"/>
                  </a:lnTo>
                  <a:lnTo>
                    <a:pt x="3993354" y="2440953"/>
                  </a:lnTo>
                  <a:lnTo>
                    <a:pt x="3993607" y="2440953"/>
                  </a:lnTo>
                  <a:lnTo>
                    <a:pt x="3993859" y="2440953"/>
                  </a:lnTo>
                  <a:lnTo>
                    <a:pt x="3993986" y="2440953"/>
                  </a:lnTo>
                  <a:lnTo>
                    <a:pt x="3994112" y="2440953"/>
                  </a:lnTo>
                  <a:lnTo>
                    <a:pt x="3994238" y="2440953"/>
                  </a:lnTo>
                  <a:lnTo>
                    <a:pt x="3994364" y="2440953"/>
                  </a:lnTo>
                  <a:lnTo>
                    <a:pt x="3994743" y="2440953"/>
                  </a:lnTo>
                  <a:lnTo>
                    <a:pt x="3994996" y="2440953"/>
                  </a:lnTo>
                  <a:lnTo>
                    <a:pt x="3995248" y="2440953"/>
                  </a:lnTo>
                  <a:lnTo>
                    <a:pt x="3995627" y="2440953"/>
                  </a:lnTo>
                  <a:lnTo>
                    <a:pt x="3995753" y="2440953"/>
                  </a:lnTo>
                  <a:lnTo>
                    <a:pt x="3996132" y="2440953"/>
                  </a:lnTo>
                  <a:lnTo>
                    <a:pt x="3996258" y="2440953"/>
                  </a:lnTo>
                  <a:lnTo>
                    <a:pt x="3996385" y="2440953"/>
                  </a:lnTo>
                  <a:lnTo>
                    <a:pt x="3996637" y="2440953"/>
                  </a:lnTo>
                  <a:lnTo>
                    <a:pt x="3996763" y="2440953"/>
                  </a:lnTo>
                  <a:lnTo>
                    <a:pt x="3996890" y="2440953"/>
                  </a:lnTo>
                  <a:lnTo>
                    <a:pt x="3997142" y="2440953"/>
                  </a:lnTo>
                  <a:lnTo>
                    <a:pt x="3997268" y="2440953"/>
                  </a:lnTo>
                  <a:lnTo>
                    <a:pt x="3997395" y="2440953"/>
                  </a:lnTo>
                  <a:lnTo>
                    <a:pt x="3997521" y="2436041"/>
                  </a:lnTo>
                  <a:lnTo>
                    <a:pt x="3998531" y="2436041"/>
                  </a:lnTo>
                  <a:lnTo>
                    <a:pt x="3999162" y="2436041"/>
                  </a:lnTo>
                  <a:lnTo>
                    <a:pt x="3999920" y="2436041"/>
                  </a:lnTo>
                  <a:lnTo>
                    <a:pt x="4000046" y="2436041"/>
                  </a:lnTo>
                  <a:lnTo>
                    <a:pt x="4000425" y="2436041"/>
                  </a:lnTo>
                  <a:lnTo>
                    <a:pt x="4000804" y="2436041"/>
                  </a:lnTo>
                  <a:lnTo>
                    <a:pt x="4001056" y="2431130"/>
                  </a:lnTo>
                  <a:lnTo>
                    <a:pt x="4001182" y="2431130"/>
                  </a:lnTo>
                  <a:lnTo>
                    <a:pt x="4002445" y="2431130"/>
                  </a:lnTo>
                  <a:lnTo>
                    <a:pt x="4002571" y="2431130"/>
                  </a:lnTo>
                  <a:lnTo>
                    <a:pt x="4002697" y="2431130"/>
                  </a:lnTo>
                  <a:lnTo>
                    <a:pt x="4002950" y="2431130"/>
                  </a:lnTo>
                  <a:lnTo>
                    <a:pt x="4003581" y="2431130"/>
                  </a:lnTo>
                  <a:lnTo>
                    <a:pt x="4003834" y="2431130"/>
                  </a:lnTo>
                  <a:lnTo>
                    <a:pt x="4003960" y="2431130"/>
                  </a:lnTo>
                  <a:lnTo>
                    <a:pt x="4004465" y="2431130"/>
                  </a:lnTo>
                  <a:lnTo>
                    <a:pt x="4004591" y="2431130"/>
                  </a:lnTo>
                  <a:lnTo>
                    <a:pt x="4005096" y="2431130"/>
                  </a:lnTo>
                  <a:lnTo>
                    <a:pt x="4005349" y="2431130"/>
                  </a:lnTo>
                  <a:lnTo>
                    <a:pt x="4005475" y="2431130"/>
                  </a:lnTo>
                  <a:lnTo>
                    <a:pt x="4005728" y="2431130"/>
                  </a:lnTo>
                  <a:lnTo>
                    <a:pt x="4005854" y="2431130"/>
                  </a:lnTo>
                  <a:lnTo>
                    <a:pt x="4006106" y="2431130"/>
                  </a:lnTo>
                  <a:lnTo>
                    <a:pt x="4006485" y="2431130"/>
                  </a:lnTo>
                  <a:lnTo>
                    <a:pt x="4006611" y="2431130"/>
                  </a:lnTo>
                  <a:lnTo>
                    <a:pt x="4006611" y="2421307"/>
                  </a:lnTo>
                  <a:lnTo>
                    <a:pt x="4006738" y="2421307"/>
                  </a:lnTo>
                  <a:lnTo>
                    <a:pt x="4007243" y="2421307"/>
                  </a:lnTo>
                  <a:lnTo>
                    <a:pt x="4007495" y="2421307"/>
                  </a:lnTo>
                  <a:lnTo>
                    <a:pt x="4007621" y="2421307"/>
                  </a:lnTo>
                  <a:lnTo>
                    <a:pt x="4007748" y="2421307"/>
                  </a:lnTo>
                  <a:lnTo>
                    <a:pt x="4008379" y="2421307"/>
                  </a:lnTo>
                  <a:lnTo>
                    <a:pt x="4008884" y="2421307"/>
                  </a:lnTo>
                  <a:lnTo>
                    <a:pt x="4009389" y="2421307"/>
                  </a:lnTo>
                  <a:lnTo>
                    <a:pt x="4010020" y="2421307"/>
                  </a:lnTo>
                  <a:lnTo>
                    <a:pt x="4010146" y="2421307"/>
                  </a:lnTo>
                  <a:lnTo>
                    <a:pt x="4010778" y="2421307"/>
                  </a:lnTo>
                  <a:lnTo>
                    <a:pt x="4010904" y="2421307"/>
                  </a:lnTo>
                  <a:lnTo>
                    <a:pt x="4011662" y="2421307"/>
                  </a:lnTo>
                  <a:lnTo>
                    <a:pt x="4012167" y="2421307"/>
                  </a:lnTo>
                  <a:lnTo>
                    <a:pt x="4012672" y="2421307"/>
                  </a:lnTo>
                  <a:lnTo>
                    <a:pt x="4012924" y="2416396"/>
                  </a:lnTo>
                  <a:lnTo>
                    <a:pt x="4013303" y="2416396"/>
                  </a:lnTo>
                  <a:lnTo>
                    <a:pt x="4013682" y="2416396"/>
                  </a:lnTo>
                  <a:lnTo>
                    <a:pt x="4013934" y="2416396"/>
                  </a:lnTo>
                  <a:lnTo>
                    <a:pt x="4014565" y="2411485"/>
                  </a:lnTo>
                  <a:lnTo>
                    <a:pt x="4014944" y="2411485"/>
                  </a:lnTo>
                  <a:lnTo>
                    <a:pt x="4015070" y="2411485"/>
                  </a:lnTo>
                  <a:lnTo>
                    <a:pt x="4015197" y="2411485"/>
                  </a:lnTo>
                  <a:lnTo>
                    <a:pt x="4015323" y="2411485"/>
                  </a:lnTo>
                  <a:lnTo>
                    <a:pt x="4015828" y="2411485"/>
                  </a:lnTo>
                  <a:lnTo>
                    <a:pt x="4016333" y="2411485"/>
                  </a:lnTo>
                  <a:lnTo>
                    <a:pt x="4016459" y="2411485"/>
                  </a:lnTo>
                  <a:lnTo>
                    <a:pt x="4017848" y="2411485"/>
                  </a:lnTo>
                  <a:lnTo>
                    <a:pt x="4017974" y="2411485"/>
                  </a:lnTo>
                  <a:lnTo>
                    <a:pt x="4018101" y="2411485"/>
                  </a:lnTo>
                  <a:lnTo>
                    <a:pt x="4018732" y="2411485"/>
                  </a:lnTo>
                  <a:lnTo>
                    <a:pt x="4018984" y="2411485"/>
                  </a:lnTo>
                  <a:lnTo>
                    <a:pt x="4019111" y="2411485"/>
                  </a:lnTo>
                  <a:lnTo>
                    <a:pt x="4019237" y="2411485"/>
                  </a:lnTo>
                  <a:lnTo>
                    <a:pt x="4019489" y="2411485"/>
                  </a:lnTo>
                  <a:lnTo>
                    <a:pt x="4019616" y="2411485"/>
                  </a:lnTo>
                  <a:lnTo>
                    <a:pt x="4019868" y="2411485"/>
                  </a:lnTo>
                  <a:lnTo>
                    <a:pt x="4020499" y="2411485"/>
                  </a:lnTo>
                  <a:lnTo>
                    <a:pt x="4020752" y="2411485"/>
                  </a:lnTo>
                  <a:lnTo>
                    <a:pt x="4020878" y="2411485"/>
                  </a:lnTo>
                  <a:lnTo>
                    <a:pt x="4021257" y="2411485"/>
                  </a:lnTo>
                  <a:lnTo>
                    <a:pt x="4021383" y="2411485"/>
                  </a:lnTo>
                  <a:lnTo>
                    <a:pt x="4021762" y="2411485"/>
                  </a:lnTo>
                  <a:lnTo>
                    <a:pt x="4021888" y="2411485"/>
                  </a:lnTo>
                  <a:lnTo>
                    <a:pt x="4022015" y="2411485"/>
                  </a:lnTo>
                  <a:lnTo>
                    <a:pt x="4022520" y="2411485"/>
                  </a:lnTo>
                  <a:lnTo>
                    <a:pt x="4022772" y="2411485"/>
                  </a:lnTo>
                  <a:lnTo>
                    <a:pt x="4022898" y="2411485"/>
                  </a:lnTo>
                  <a:lnTo>
                    <a:pt x="4023025" y="2411485"/>
                  </a:lnTo>
                  <a:lnTo>
                    <a:pt x="4023908" y="2411485"/>
                  </a:lnTo>
                  <a:lnTo>
                    <a:pt x="4024161" y="2411485"/>
                  </a:lnTo>
                  <a:lnTo>
                    <a:pt x="4024666" y="2411485"/>
                  </a:lnTo>
                  <a:lnTo>
                    <a:pt x="4024792" y="2411485"/>
                  </a:lnTo>
                  <a:lnTo>
                    <a:pt x="4024918" y="2411485"/>
                  </a:lnTo>
                  <a:lnTo>
                    <a:pt x="4025297" y="2411485"/>
                  </a:lnTo>
                  <a:lnTo>
                    <a:pt x="4025676" y="2411485"/>
                  </a:lnTo>
                  <a:lnTo>
                    <a:pt x="4025929" y="2411485"/>
                  </a:lnTo>
                  <a:lnTo>
                    <a:pt x="4026307" y="2411485"/>
                  </a:lnTo>
                  <a:lnTo>
                    <a:pt x="4026434" y="2411485"/>
                  </a:lnTo>
                  <a:lnTo>
                    <a:pt x="4026560" y="2411485"/>
                  </a:lnTo>
                  <a:lnTo>
                    <a:pt x="4027065" y="2406573"/>
                  </a:lnTo>
                  <a:lnTo>
                    <a:pt x="4027191" y="2406573"/>
                  </a:lnTo>
                  <a:lnTo>
                    <a:pt x="4027317" y="2406573"/>
                  </a:lnTo>
                  <a:lnTo>
                    <a:pt x="4027444" y="2401662"/>
                  </a:lnTo>
                  <a:lnTo>
                    <a:pt x="4027696" y="2401662"/>
                  </a:lnTo>
                  <a:lnTo>
                    <a:pt x="4027822" y="2401662"/>
                  </a:lnTo>
                  <a:lnTo>
                    <a:pt x="4028201" y="2401662"/>
                  </a:lnTo>
                  <a:lnTo>
                    <a:pt x="4028327" y="2401662"/>
                  </a:lnTo>
                  <a:lnTo>
                    <a:pt x="4028706" y="2401662"/>
                  </a:lnTo>
                  <a:lnTo>
                    <a:pt x="4028832" y="2401662"/>
                  </a:lnTo>
                  <a:lnTo>
                    <a:pt x="4029085" y="2401662"/>
                  </a:lnTo>
                  <a:lnTo>
                    <a:pt x="4029211" y="2401662"/>
                  </a:lnTo>
                  <a:lnTo>
                    <a:pt x="4029337" y="2401662"/>
                  </a:lnTo>
                  <a:lnTo>
                    <a:pt x="4029464" y="2401662"/>
                  </a:lnTo>
                  <a:lnTo>
                    <a:pt x="4029716" y="2401662"/>
                  </a:lnTo>
                  <a:lnTo>
                    <a:pt x="4029969" y="2396750"/>
                  </a:lnTo>
                  <a:lnTo>
                    <a:pt x="4030221" y="2396750"/>
                  </a:lnTo>
                  <a:lnTo>
                    <a:pt x="4030600" y="2396750"/>
                  </a:lnTo>
                  <a:lnTo>
                    <a:pt x="4030726" y="2396750"/>
                  </a:lnTo>
                  <a:lnTo>
                    <a:pt x="4030852" y="2396750"/>
                  </a:lnTo>
                  <a:lnTo>
                    <a:pt x="4031105" y="2396750"/>
                  </a:lnTo>
                  <a:lnTo>
                    <a:pt x="4031484" y="2396750"/>
                  </a:lnTo>
                  <a:lnTo>
                    <a:pt x="4031736" y="2396750"/>
                  </a:lnTo>
                  <a:lnTo>
                    <a:pt x="4031863" y="2396750"/>
                  </a:lnTo>
                  <a:lnTo>
                    <a:pt x="4032873" y="2391839"/>
                  </a:lnTo>
                  <a:lnTo>
                    <a:pt x="4032999" y="2391839"/>
                  </a:lnTo>
                  <a:lnTo>
                    <a:pt x="4033125" y="2391839"/>
                  </a:lnTo>
                  <a:lnTo>
                    <a:pt x="4033378" y="2391839"/>
                  </a:lnTo>
                  <a:lnTo>
                    <a:pt x="4033504" y="2391839"/>
                  </a:lnTo>
                  <a:lnTo>
                    <a:pt x="4033756" y="2391839"/>
                  </a:lnTo>
                  <a:lnTo>
                    <a:pt x="4033883" y="2391839"/>
                  </a:lnTo>
                  <a:lnTo>
                    <a:pt x="4034009" y="2391839"/>
                  </a:lnTo>
                  <a:lnTo>
                    <a:pt x="4034261" y="2391839"/>
                  </a:lnTo>
                  <a:lnTo>
                    <a:pt x="4034388" y="2391839"/>
                  </a:lnTo>
                  <a:lnTo>
                    <a:pt x="4034514" y="2391839"/>
                  </a:lnTo>
                  <a:lnTo>
                    <a:pt x="4034893" y="2391839"/>
                  </a:lnTo>
                  <a:lnTo>
                    <a:pt x="4035145" y="2391839"/>
                  </a:lnTo>
                  <a:lnTo>
                    <a:pt x="4035271" y="2391839"/>
                  </a:lnTo>
                  <a:lnTo>
                    <a:pt x="4035524" y="2391839"/>
                  </a:lnTo>
                  <a:lnTo>
                    <a:pt x="4035650" y="2391839"/>
                  </a:lnTo>
                  <a:lnTo>
                    <a:pt x="4036787" y="2391839"/>
                  </a:lnTo>
                  <a:lnTo>
                    <a:pt x="4037039" y="2391839"/>
                  </a:lnTo>
                  <a:lnTo>
                    <a:pt x="4037544" y="2391839"/>
                  </a:lnTo>
                  <a:lnTo>
                    <a:pt x="4037923" y="2391839"/>
                  </a:lnTo>
                  <a:lnTo>
                    <a:pt x="4038049" y="2391839"/>
                  </a:lnTo>
                  <a:lnTo>
                    <a:pt x="4038049" y="2386928"/>
                  </a:lnTo>
                  <a:lnTo>
                    <a:pt x="4038175" y="2382016"/>
                  </a:lnTo>
                  <a:lnTo>
                    <a:pt x="4038302" y="2382016"/>
                  </a:lnTo>
                  <a:lnTo>
                    <a:pt x="4038807" y="2382016"/>
                  </a:lnTo>
                  <a:lnTo>
                    <a:pt x="4039564" y="2382016"/>
                  </a:lnTo>
                  <a:lnTo>
                    <a:pt x="4039690" y="2382016"/>
                  </a:lnTo>
                  <a:lnTo>
                    <a:pt x="4039817" y="2382016"/>
                  </a:lnTo>
                  <a:lnTo>
                    <a:pt x="4040069" y="2377105"/>
                  </a:lnTo>
                  <a:lnTo>
                    <a:pt x="4040195" y="2377105"/>
                  </a:lnTo>
                  <a:lnTo>
                    <a:pt x="4040700" y="2377105"/>
                  </a:lnTo>
                  <a:lnTo>
                    <a:pt x="4040827" y="2377105"/>
                  </a:lnTo>
                  <a:lnTo>
                    <a:pt x="4041079" y="2377105"/>
                  </a:lnTo>
                  <a:lnTo>
                    <a:pt x="4041206" y="2377105"/>
                  </a:lnTo>
                  <a:lnTo>
                    <a:pt x="4041963" y="2377105"/>
                  </a:lnTo>
                  <a:lnTo>
                    <a:pt x="4042089" y="2377105"/>
                  </a:lnTo>
                  <a:lnTo>
                    <a:pt x="4042216" y="2377105"/>
                  </a:lnTo>
                  <a:lnTo>
                    <a:pt x="4042468" y="2377105"/>
                  </a:lnTo>
                  <a:lnTo>
                    <a:pt x="4042847" y="2377105"/>
                  </a:lnTo>
                  <a:lnTo>
                    <a:pt x="4042973" y="2377105"/>
                  </a:lnTo>
                  <a:lnTo>
                    <a:pt x="4043099" y="2377105"/>
                  </a:lnTo>
                  <a:lnTo>
                    <a:pt x="4043478" y="2377105"/>
                  </a:lnTo>
                  <a:lnTo>
                    <a:pt x="4043983" y="2377105"/>
                  </a:lnTo>
                  <a:lnTo>
                    <a:pt x="4044109" y="2377105"/>
                  </a:lnTo>
                  <a:lnTo>
                    <a:pt x="4044741" y="2377105"/>
                  </a:lnTo>
                  <a:lnTo>
                    <a:pt x="4045119" y="2377105"/>
                  </a:lnTo>
                  <a:lnTo>
                    <a:pt x="4045624" y="2377105"/>
                  </a:lnTo>
                  <a:lnTo>
                    <a:pt x="4045751" y="2377105"/>
                  </a:lnTo>
                  <a:lnTo>
                    <a:pt x="4045877" y="2377105"/>
                  </a:lnTo>
                  <a:lnTo>
                    <a:pt x="4046129" y="2377105"/>
                  </a:lnTo>
                  <a:lnTo>
                    <a:pt x="4046256" y="2377105"/>
                  </a:lnTo>
                  <a:lnTo>
                    <a:pt x="4046761" y="2377105"/>
                  </a:lnTo>
                  <a:lnTo>
                    <a:pt x="4046887" y="2377105"/>
                  </a:lnTo>
                  <a:lnTo>
                    <a:pt x="4048276" y="2377105"/>
                  </a:lnTo>
                  <a:lnTo>
                    <a:pt x="4048655" y="2377105"/>
                  </a:lnTo>
                  <a:lnTo>
                    <a:pt x="4048781" y="2377105"/>
                  </a:lnTo>
                  <a:lnTo>
                    <a:pt x="4049033" y="2377105"/>
                  </a:lnTo>
                  <a:lnTo>
                    <a:pt x="4049160" y="2377105"/>
                  </a:lnTo>
                  <a:lnTo>
                    <a:pt x="4049538" y="2377105"/>
                  </a:lnTo>
                  <a:lnTo>
                    <a:pt x="4049665" y="2377105"/>
                  </a:lnTo>
                  <a:lnTo>
                    <a:pt x="4050043" y="2377105"/>
                  </a:lnTo>
                  <a:lnTo>
                    <a:pt x="4050170" y="2377105"/>
                  </a:lnTo>
                  <a:lnTo>
                    <a:pt x="4050296" y="2377105"/>
                  </a:lnTo>
                  <a:lnTo>
                    <a:pt x="4051180" y="2377105"/>
                  </a:lnTo>
                  <a:lnTo>
                    <a:pt x="4051306" y="2377105"/>
                  </a:lnTo>
                  <a:lnTo>
                    <a:pt x="4051432" y="2377105"/>
                  </a:lnTo>
                  <a:lnTo>
                    <a:pt x="4051811" y="2377105"/>
                  </a:lnTo>
                  <a:lnTo>
                    <a:pt x="4052190" y="2377105"/>
                  </a:lnTo>
                  <a:lnTo>
                    <a:pt x="4052316" y="2377105"/>
                  </a:lnTo>
                  <a:lnTo>
                    <a:pt x="4053074" y="2377105"/>
                  </a:lnTo>
                  <a:lnTo>
                    <a:pt x="4053579" y="2377105"/>
                  </a:lnTo>
                  <a:lnTo>
                    <a:pt x="4053957" y="2377105"/>
                  </a:lnTo>
                  <a:lnTo>
                    <a:pt x="4054210" y="2377105"/>
                  </a:lnTo>
                  <a:lnTo>
                    <a:pt x="4054462" y="2377105"/>
                  </a:lnTo>
                  <a:lnTo>
                    <a:pt x="4054589" y="2377105"/>
                  </a:lnTo>
                  <a:lnTo>
                    <a:pt x="4054967" y="2377105"/>
                  </a:lnTo>
                  <a:lnTo>
                    <a:pt x="4055094" y="2377105"/>
                  </a:lnTo>
                  <a:lnTo>
                    <a:pt x="4055472" y="2377105"/>
                  </a:lnTo>
                  <a:lnTo>
                    <a:pt x="4055725" y="2377105"/>
                  </a:lnTo>
                  <a:lnTo>
                    <a:pt x="4055977" y="2377105"/>
                  </a:lnTo>
                  <a:lnTo>
                    <a:pt x="4056104" y="2377105"/>
                  </a:lnTo>
                  <a:lnTo>
                    <a:pt x="4056609" y="2377105"/>
                  </a:lnTo>
                  <a:lnTo>
                    <a:pt x="4056735" y="2377105"/>
                  </a:lnTo>
                  <a:lnTo>
                    <a:pt x="4056988" y="2377105"/>
                  </a:lnTo>
                  <a:lnTo>
                    <a:pt x="4057114" y="2377105"/>
                  </a:lnTo>
                  <a:lnTo>
                    <a:pt x="4057619" y="2377105"/>
                  </a:lnTo>
                  <a:lnTo>
                    <a:pt x="4057745" y="2377105"/>
                  </a:lnTo>
                  <a:lnTo>
                    <a:pt x="4057998" y="2377105"/>
                  </a:lnTo>
                  <a:lnTo>
                    <a:pt x="4058124" y="2377105"/>
                  </a:lnTo>
                  <a:lnTo>
                    <a:pt x="4058376" y="2377105"/>
                  </a:lnTo>
                  <a:lnTo>
                    <a:pt x="4058503" y="2377105"/>
                  </a:lnTo>
                  <a:lnTo>
                    <a:pt x="4058629" y="2377105"/>
                  </a:lnTo>
                  <a:lnTo>
                    <a:pt x="4058755" y="2377105"/>
                  </a:lnTo>
                  <a:lnTo>
                    <a:pt x="4059765" y="2377105"/>
                  </a:lnTo>
                  <a:lnTo>
                    <a:pt x="4060396" y="2377105"/>
                  </a:lnTo>
                  <a:lnTo>
                    <a:pt x="4060649" y="2377105"/>
                  </a:lnTo>
                  <a:lnTo>
                    <a:pt x="4061280" y="2377105"/>
                  </a:lnTo>
                  <a:lnTo>
                    <a:pt x="4061659" y="2377105"/>
                  </a:lnTo>
                  <a:lnTo>
                    <a:pt x="4062038" y="2377105"/>
                  </a:lnTo>
                  <a:lnTo>
                    <a:pt x="4062164" y="2377105"/>
                  </a:lnTo>
                  <a:lnTo>
                    <a:pt x="4062543" y="2377105"/>
                  </a:lnTo>
                  <a:lnTo>
                    <a:pt x="4062795" y="2377105"/>
                  </a:lnTo>
                  <a:lnTo>
                    <a:pt x="4063427" y="2377105"/>
                  </a:lnTo>
                  <a:lnTo>
                    <a:pt x="4063553" y="2377105"/>
                  </a:lnTo>
                  <a:lnTo>
                    <a:pt x="4063679" y="2377105"/>
                  </a:lnTo>
                  <a:lnTo>
                    <a:pt x="4064310" y="2377105"/>
                  </a:lnTo>
                  <a:lnTo>
                    <a:pt x="4064563" y="2377105"/>
                  </a:lnTo>
                  <a:lnTo>
                    <a:pt x="4064942" y="2377105"/>
                  </a:lnTo>
                  <a:lnTo>
                    <a:pt x="4065068" y="2377105"/>
                  </a:lnTo>
                  <a:lnTo>
                    <a:pt x="4065320" y="2377105"/>
                  </a:lnTo>
                  <a:lnTo>
                    <a:pt x="4065825" y="2377105"/>
                  </a:lnTo>
                  <a:lnTo>
                    <a:pt x="4065952" y="2377105"/>
                  </a:lnTo>
                  <a:lnTo>
                    <a:pt x="4066204" y="2372194"/>
                  </a:lnTo>
                  <a:lnTo>
                    <a:pt x="4066330" y="2372194"/>
                  </a:lnTo>
                  <a:lnTo>
                    <a:pt x="4067214" y="2372194"/>
                  </a:lnTo>
                  <a:lnTo>
                    <a:pt x="4067341" y="2372194"/>
                  </a:lnTo>
                  <a:lnTo>
                    <a:pt x="4067467" y="2372194"/>
                  </a:lnTo>
                  <a:lnTo>
                    <a:pt x="4067972" y="2372194"/>
                  </a:lnTo>
                  <a:lnTo>
                    <a:pt x="4068224" y="2372194"/>
                  </a:lnTo>
                  <a:lnTo>
                    <a:pt x="4068477" y="2372194"/>
                  </a:lnTo>
                  <a:lnTo>
                    <a:pt x="4068856" y="2372194"/>
                  </a:lnTo>
                  <a:lnTo>
                    <a:pt x="4068982" y="2372194"/>
                  </a:lnTo>
                  <a:lnTo>
                    <a:pt x="4069361" y="2372194"/>
                  </a:lnTo>
                  <a:lnTo>
                    <a:pt x="4069361" y="2367282"/>
                  </a:lnTo>
                  <a:lnTo>
                    <a:pt x="4069487" y="2367282"/>
                  </a:lnTo>
                  <a:lnTo>
                    <a:pt x="4069613" y="2367282"/>
                  </a:lnTo>
                  <a:lnTo>
                    <a:pt x="4070118" y="2367282"/>
                  </a:lnTo>
                  <a:lnTo>
                    <a:pt x="4070244" y="2367282"/>
                  </a:lnTo>
                  <a:lnTo>
                    <a:pt x="4070371" y="2367282"/>
                  </a:lnTo>
                  <a:lnTo>
                    <a:pt x="4070623" y="2367282"/>
                  </a:lnTo>
                  <a:lnTo>
                    <a:pt x="4070749" y="2367282"/>
                  </a:lnTo>
                  <a:lnTo>
                    <a:pt x="4071002" y="2367282"/>
                  </a:lnTo>
                  <a:lnTo>
                    <a:pt x="4071507" y="2367282"/>
                  </a:lnTo>
                  <a:lnTo>
                    <a:pt x="4071507" y="2362371"/>
                  </a:lnTo>
                  <a:lnTo>
                    <a:pt x="4072012" y="2362371"/>
                  </a:lnTo>
                  <a:lnTo>
                    <a:pt x="4072265" y="2362371"/>
                  </a:lnTo>
                  <a:lnTo>
                    <a:pt x="4072391" y="2362371"/>
                  </a:lnTo>
                  <a:lnTo>
                    <a:pt x="4072517" y="2362371"/>
                  </a:lnTo>
                  <a:lnTo>
                    <a:pt x="4074790" y="2362371"/>
                  </a:lnTo>
                  <a:lnTo>
                    <a:pt x="4075168" y="2362371"/>
                  </a:lnTo>
                  <a:lnTo>
                    <a:pt x="4075421" y="2362371"/>
                  </a:lnTo>
                  <a:lnTo>
                    <a:pt x="4075673" y="2362371"/>
                  </a:lnTo>
                  <a:lnTo>
                    <a:pt x="4075926" y="2362371"/>
                  </a:lnTo>
                  <a:lnTo>
                    <a:pt x="4076305" y="2362371"/>
                  </a:lnTo>
                  <a:lnTo>
                    <a:pt x="4076431" y="2362371"/>
                  </a:lnTo>
                  <a:lnTo>
                    <a:pt x="4076557" y="2362371"/>
                  </a:lnTo>
                  <a:lnTo>
                    <a:pt x="4076683" y="2362371"/>
                  </a:lnTo>
                  <a:lnTo>
                    <a:pt x="4077062" y="2362371"/>
                  </a:lnTo>
                  <a:lnTo>
                    <a:pt x="4077820" y="2362371"/>
                  </a:lnTo>
                  <a:lnTo>
                    <a:pt x="4078451" y="2362371"/>
                  </a:lnTo>
                  <a:lnTo>
                    <a:pt x="4078704" y="2362371"/>
                  </a:lnTo>
                  <a:lnTo>
                    <a:pt x="4078956" y="2357459"/>
                  </a:lnTo>
                  <a:lnTo>
                    <a:pt x="4079209" y="2357459"/>
                  </a:lnTo>
                  <a:lnTo>
                    <a:pt x="4079335" y="2357459"/>
                  </a:lnTo>
                  <a:lnTo>
                    <a:pt x="4079587" y="2357459"/>
                  </a:lnTo>
                  <a:lnTo>
                    <a:pt x="4079714" y="2357459"/>
                  </a:lnTo>
                  <a:lnTo>
                    <a:pt x="4079840" y="2357459"/>
                  </a:lnTo>
                  <a:lnTo>
                    <a:pt x="4079966" y="2357459"/>
                  </a:lnTo>
                  <a:lnTo>
                    <a:pt x="4080092" y="2357459"/>
                  </a:lnTo>
                  <a:lnTo>
                    <a:pt x="4080345" y="2357459"/>
                  </a:lnTo>
                  <a:lnTo>
                    <a:pt x="4080345" y="2352548"/>
                  </a:lnTo>
                  <a:lnTo>
                    <a:pt x="4080597" y="2352548"/>
                  </a:lnTo>
                  <a:lnTo>
                    <a:pt x="4080976" y="2352548"/>
                  </a:lnTo>
                  <a:lnTo>
                    <a:pt x="4081102" y="2347637"/>
                  </a:lnTo>
                  <a:lnTo>
                    <a:pt x="4081229" y="2347637"/>
                  </a:lnTo>
                  <a:lnTo>
                    <a:pt x="4081607" y="2347637"/>
                  </a:lnTo>
                  <a:lnTo>
                    <a:pt x="4081860" y="2347637"/>
                  </a:lnTo>
                  <a:lnTo>
                    <a:pt x="4081986" y="2347637"/>
                  </a:lnTo>
                  <a:lnTo>
                    <a:pt x="4082112" y="2347637"/>
                  </a:lnTo>
                  <a:lnTo>
                    <a:pt x="4082744" y="2342725"/>
                  </a:lnTo>
                  <a:lnTo>
                    <a:pt x="4082870" y="2342725"/>
                  </a:lnTo>
                  <a:lnTo>
                    <a:pt x="4082996" y="2342725"/>
                  </a:lnTo>
                  <a:lnTo>
                    <a:pt x="4083375" y="2342725"/>
                  </a:lnTo>
                  <a:lnTo>
                    <a:pt x="4083880" y="2342725"/>
                  </a:lnTo>
                  <a:lnTo>
                    <a:pt x="4084133" y="2342725"/>
                  </a:lnTo>
                  <a:lnTo>
                    <a:pt x="4084638" y="2342725"/>
                  </a:lnTo>
                  <a:lnTo>
                    <a:pt x="4085395" y="2342725"/>
                  </a:lnTo>
                  <a:lnTo>
                    <a:pt x="4085521" y="2342725"/>
                  </a:lnTo>
                  <a:lnTo>
                    <a:pt x="4085774" y="2342725"/>
                  </a:lnTo>
                  <a:lnTo>
                    <a:pt x="4086153" y="2342725"/>
                  </a:lnTo>
                  <a:lnTo>
                    <a:pt x="4086279" y="2342725"/>
                  </a:lnTo>
                  <a:lnTo>
                    <a:pt x="4086531" y="2342725"/>
                  </a:lnTo>
                  <a:lnTo>
                    <a:pt x="4086784" y="2342725"/>
                  </a:lnTo>
                  <a:lnTo>
                    <a:pt x="4087289" y="2342725"/>
                  </a:lnTo>
                  <a:lnTo>
                    <a:pt x="4087415" y="2342725"/>
                  </a:lnTo>
                  <a:lnTo>
                    <a:pt x="4088047" y="2342725"/>
                  </a:lnTo>
                  <a:lnTo>
                    <a:pt x="4088299" y="2342725"/>
                  </a:lnTo>
                  <a:lnTo>
                    <a:pt x="4088552" y="2342725"/>
                  </a:lnTo>
                  <a:lnTo>
                    <a:pt x="4088678" y="2342725"/>
                  </a:lnTo>
                  <a:lnTo>
                    <a:pt x="4089183" y="2337814"/>
                  </a:lnTo>
                  <a:lnTo>
                    <a:pt x="4089435" y="2337814"/>
                  </a:lnTo>
                  <a:lnTo>
                    <a:pt x="4090193" y="2332903"/>
                  </a:lnTo>
                  <a:lnTo>
                    <a:pt x="4090319" y="2332903"/>
                  </a:lnTo>
                  <a:lnTo>
                    <a:pt x="4090698" y="2332903"/>
                  </a:lnTo>
                  <a:lnTo>
                    <a:pt x="4090824" y="2332903"/>
                  </a:lnTo>
                  <a:lnTo>
                    <a:pt x="4091960" y="2332903"/>
                  </a:lnTo>
                  <a:lnTo>
                    <a:pt x="4092339" y="2332903"/>
                  </a:lnTo>
                  <a:lnTo>
                    <a:pt x="4092971" y="2332903"/>
                  </a:lnTo>
                  <a:lnTo>
                    <a:pt x="4093097" y="2332903"/>
                  </a:lnTo>
                  <a:lnTo>
                    <a:pt x="4093349" y="2332903"/>
                  </a:lnTo>
                  <a:lnTo>
                    <a:pt x="4093476" y="2332903"/>
                  </a:lnTo>
                  <a:lnTo>
                    <a:pt x="4093854" y="2332903"/>
                  </a:lnTo>
                  <a:lnTo>
                    <a:pt x="4093981" y="2327991"/>
                  </a:lnTo>
                  <a:lnTo>
                    <a:pt x="4094107" y="2327991"/>
                  </a:lnTo>
                  <a:lnTo>
                    <a:pt x="4094233" y="2327991"/>
                  </a:lnTo>
                  <a:lnTo>
                    <a:pt x="4094486" y="2327991"/>
                  </a:lnTo>
                  <a:lnTo>
                    <a:pt x="4094612" y="2327991"/>
                  </a:lnTo>
                  <a:lnTo>
                    <a:pt x="4095117" y="2327991"/>
                  </a:lnTo>
                  <a:lnTo>
                    <a:pt x="4095496" y="2327991"/>
                  </a:lnTo>
                  <a:lnTo>
                    <a:pt x="4095622" y="2327991"/>
                  </a:lnTo>
                  <a:lnTo>
                    <a:pt x="4096632" y="2327991"/>
                  </a:lnTo>
                  <a:lnTo>
                    <a:pt x="4096884" y="2327991"/>
                  </a:lnTo>
                  <a:lnTo>
                    <a:pt x="4097011" y="2327991"/>
                  </a:lnTo>
                  <a:lnTo>
                    <a:pt x="4097263" y="2327991"/>
                  </a:lnTo>
                  <a:lnTo>
                    <a:pt x="4097516" y="2327991"/>
                  </a:lnTo>
                  <a:lnTo>
                    <a:pt x="4097642" y="2327991"/>
                  </a:lnTo>
                  <a:lnTo>
                    <a:pt x="4098147" y="2327991"/>
                  </a:lnTo>
                  <a:lnTo>
                    <a:pt x="4098273" y="2327991"/>
                  </a:lnTo>
                  <a:lnTo>
                    <a:pt x="4099788" y="2327991"/>
                  </a:lnTo>
                  <a:lnTo>
                    <a:pt x="4099915" y="2327991"/>
                  </a:lnTo>
                  <a:lnTo>
                    <a:pt x="4100167" y="2327991"/>
                  </a:lnTo>
                  <a:lnTo>
                    <a:pt x="4100420" y="2327991"/>
                  </a:lnTo>
                  <a:lnTo>
                    <a:pt x="4100672" y="2327991"/>
                  </a:lnTo>
                  <a:lnTo>
                    <a:pt x="4101051" y="2327991"/>
                  </a:lnTo>
                  <a:lnTo>
                    <a:pt x="4101556" y="2327991"/>
                  </a:lnTo>
                  <a:lnTo>
                    <a:pt x="4102061" y="2327991"/>
                  </a:lnTo>
                  <a:lnTo>
                    <a:pt x="4102440" y="2327991"/>
                  </a:lnTo>
                  <a:lnTo>
                    <a:pt x="4102566" y="2327991"/>
                  </a:lnTo>
                  <a:lnTo>
                    <a:pt x="4103071" y="2327991"/>
                  </a:lnTo>
                  <a:lnTo>
                    <a:pt x="4103324" y="2327991"/>
                  </a:lnTo>
                  <a:lnTo>
                    <a:pt x="4103450" y="2327991"/>
                  </a:lnTo>
                  <a:lnTo>
                    <a:pt x="4103829" y="2327991"/>
                  </a:lnTo>
                  <a:lnTo>
                    <a:pt x="4104334" y="2323080"/>
                  </a:lnTo>
                  <a:lnTo>
                    <a:pt x="4104839" y="2318168"/>
                  </a:lnTo>
                  <a:lnTo>
                    <a:pt x="4105344" y="2318168"/>
                  </a:lnTo>
                  <a:lnTo>
                    <a:pt x="4105470" y="2318168"/>
                  </a:lnTo>
                  <a:lnTo>
                    <a:pt x="4105596" y="2318168"/>
                  </a:lnTo>
                  <a:lnTo>
                    <a:pt x="4105975" y="2318168"/>
                  </a:lnTo>
                  <a:lnTo>
                    <a:pt x="4106354" y="2318168"/>
                  </a:lnTo>
                  <a:lnTo>
                    <a:pt x="4106480" y="2318168"/>
                  </a:lnTo>
                  <a:lnTo>
                    <a:pt x="4106606" y="2318168"/>
                  </a:lnTo>
                  <a:lnTo>
                    <a:pt x="4106732" y="2318168"/>
                  </a:lnTo>
                  <a:lnTo>
                    <a:pt x="4107111" y="2318168"/>
                  </a:lnTo>
                  <a:lnTo>
                    <a:pt x="4107237" y="2318168"/>
                  </a:lnTo>
                  <a:lnTo>
                    <a:pt x="4107364" y="2318168"/>
                  </a:lnTo>
                  <a:lnTo>
                    <a:pt x="4108374" y="2318168"/>
                  </a:lnTo>
                  <a:lnTo>
                    <a:pt x="4108626" y="2318168"/>
                  </a:lnTo>
                  <a:lnTo>
                    <a:pt x="4109005" y="2318168"/>
                  </a:lnTo>
                  <a:lnTo>
                    <a:pt x="4109131" y="2318168"/>
                  </a:lnTo>
                  <a:lnTo>
                    <a:pt x="4109636" y="2313257"/>
                  </a:lnTo>
                  <a:lnTo>
                    <a:pt x="4109763" y="2313257"/>
                  </a:lnTo>
                  <a:lnTo>
                    <a:pt x="4109889" y="2313257"/>
                  </a:lnTo>
                  <a:lnTo>
                    <a:pt x="4109889" y="2308346"/>
                  </a:lnTo>
                  <a:lnTo>
                    <a:pt x="4110141" y="2308346"/>
                  </a:lnTo>
                  <a:lnTo>
                    <a:pt x="4110520" y="2308346"/>
                  </a:lnTo>
                  <a:lnTo>
                    <a:pt x="4111783" y="2298523"/>
                  </a:lnTo>
                  <a:lnTo>
                    <a:pt x="4112288" y="2298523"/>
                  </a:lnTo>
                  <a:lnTo>
                    <a:pt x="4113045" y="2298523"/>
                  </a:lnTo>
                  <a:lnTo>
                    <a:pt x="4113171" y="2298523"/>
                  </a:lnTo>
                  <a:lnTo>
                    <a:pt x="4113424" y="2298523"/>
                  </a:lnTo>
                  <a:lnTo>
                    <a:pt x="4113677" y="2293612"/>
                  </a:lnTo>
                  <a:lnTo>
                    <a:pt x="4114434" y="2293612"/>
                  </a:lnTo>
                  <a:lnTo>
                    <a:pt x="4114939" y="2293612"/>
                  </a:lnTo>
                  <a:lnTo>
                    <a:pt x="4115570" y="2293612"/>
                  </a:lnTo>
                  <a:lnTo>
                    <a:pt x="4115697" y="2293612"/>
                  </a:lnTo>
                  <a:lnTo>
                    <a:pt x="4115823" y="2293612"/>
                  </a:lnTo>
                  <a:lnTo>
                    <a:pt x="4115949" y="2293612"/>
                  </a:lnTo>
                  <a:lnTo>
                    <a:pt x="4117338" y="2293612"/>
                  </a:lnTo>
                  <a:lnTo>
                    <a:pt x="4117464" y="2293612"/>
                  </a:lnTo>
                  <a:lnTo>
                    <a:pt x="4117717" y="2293612"/>
                  </a:lnTo>
                  <a:lnTo>
                    <a:pt x="4117843" y="2293612"/>
                  </a:lnTo>
                  <a:lnTo>
                    <a:pt x="4118348" y="2293612"/>
                  </a:lnTo>
                  <a:lnTo>
                    <a:pt x="4118979" y="2293612"/>
                  </a:lnTo>
                  <a:lnTo>
                    <a:pt x="4119106" y="2293612"/>
                  </a:lnTo>
                  <a:lnTo>
                    <a:pt x="4119611" y="2293612"/>
                  </a:lnTo>
                  <a:lnTo>
                    <a:pt x="4119863" y="2293612"/>
                  </a:lnTo>
                  <a:lnTo>
                    <a:pt x="4119989" y="2293612"/>
                  </a:lnTo>
                  <a:lnTo>
                    <a:pt x="4120116" y="2293612"/>
                  </a:lnTo>
                  <a:lnTo>
                    <a:pt x="4120242" y="2293612"/>
                  </a:lnTo>
                  <a:lnTo>
                    <a:pt x="4120368" y="2293612"/>
                  </a:lnTo>
                  <a:lnTo>
                    <a:pt x="4120747" y="2293612"/>
                  </a:lnTo>
                  <a:lnTo>
                    <a:pt x="4121883" y="2293612"/>
                  </a:lnTo>
                  <a:lnTo>
                    <a:pt x="4122009" y="2293612"/>
                  </a:lnTo>
                  <a:lnTo>
                    <a:pt x="4122388" y="2293612"/>
                  </a:lnTo>
                  <a:lnTo>
                    <a:pt x="4122514" y="2293612"/>
                  </a:lnTo>
                  <a:lnTo>
                    <a:pt x="4123019" y="2293612"/>
                  </a:lnTo>
                  <a:lnTo>
                    <a:pt x="4123272" y="2293612"/>
                  </a:lnTo>
                  <a:lnTo>
                    <a:pt x="4123524" y="2293612"/>
                  </a:lnTo>
                  <a:lnTo>
                    <a:pt x="4123651" y="2293612"/>
                  </a:lnTo>
                  <a:lnTo>
                    <a:pt x="4123777" y="2293612"/>
                  </a:lnTo>
                  <a:lnTo>
                    <a:pt x="4124030" y="2293612"/>
                  </a:lnTo>
                  <a:lnTo>
                    <a:pt x="4124913" y="2293612"/>
                  </a:lnTo>
                  <a:lnTo>
                    <a:pt x="4125040" y="2293612"/>
                  </a:lnTo>
                  <a:lnTo>
                    <a:pt x="4125166" y="2293612"/>
                  </a:lnTo>
                  <a:lnTo>
                    <a:pt x="4125545" y="2293612"/>
                  </a:lnTo>
                  <a:lnTo>
                    <a:pt x="4126428" y="2293612"/>
                  </a:lnTo>
                  <a:lnTo>
                    <a:pt x="4126807" y="2293612"/>
                  </a:lnTo>
                  <a:lnTo>
                    <a:pt x="4126933" y="2293612"/>
                  </a:lnTo>
                  <a:lnTo>
                    <a:pt x="4127312" y="2293612"/>
                  </a:lnTo>
                  <a:lnTo>
                    <a:pt x="4127565" y="2293612"/>
                  </a:lnTo>
                  <a:lnTo>
                    <a:pt x="4128070" y="2293612"/>
                  </a:lnTo>
                  <a:lnTo>
                    <a:pt x="4128322" y="2293612"/>
                  </a:lnTo>
                  <a:lnTo>
                    <a:pt x="4128575" y="2293612"/>
                  </a:lnTo>
                  <a:lnTo>
                    <a:pt x="4128827" y="2293612"/>
                  </a:lnTo>
                  <a:lnTo>
                    <a:pt x="4128954" y="2293612"/>
                  </a:lnTo>
                  <a:lnTo>
                    <a:pt x="4129080" y="2293612"/>
                  </a:lnTo>
                  <a:lnTo>
                    <a:pt x="4129206" y="2293612"/>
                  </a:lnTo>
                  <a:lnTo>
                    <a:pt x="4129711" y="2293612"/>
                  </a:lnTo>
                  <a:lnTo>
                    <a:pt x="4130342" y="2293612"/>
                  </a:lnTo>
                  <a:lnTo>
                    <a:pt x="4130469" y="2293612"/>
                  </a:lnTo>
                  <a:lnTo>
                    <a:pt x="4130595" y="2293612"/>
                  </a:lnTo>
                  <a:lnTo>
                    <a:pt x="4131352" y="2293612"/>
                  </a:lnTo>
                  <a:lnTo>
                    <a:pt x="4131857" y="2293612"/>
                  </a:lnTo>
                  <a:lnTo>
                    <a:pt x="4132236" y="2293612"/>
                  </a:lnTo>
                  <a:lnTo>
                    <a:pt x="4133120" y="2293612"/>
                  </a:lnTo>
                  <a:lnTo>
                    <a:pt x="4133625" y="2293612"/>
                  </a:lnTo>
                  <a:lnTo>
                    <a:pt x="4133877" y="2293612"/>
                  </a:lnTo>
                  <a:lnTo>
                    <a:pt x="4134004" y="2293612"/>
                  </a:lnTo>
                  <a:lnTo>
                    <a:pt x="4134130" y="2293612"/>
                  </a:lnTo>
                  <a:lnTo>
                    <a:pt x="4134509" y="2293612"/>
                  </a:lnTo>
                  <a:lnTo>
                    <a:pt x="4134635" y="2293612"/>
                  </a:lnTo>
                  <a:lnTo>
                    <a:pt x="4134761" y="2293612"/>
                  </a:lnTo>
                  <a:lnTo>
                    <a:pt x="4135266" y="2288700"/>
                  </a:lnTo>
                  <a:lnTo>
                    <a:pt x="4135393" y="2288700"/>
                  </a:lnTo>
                  <a:lnTo>
                    <a:pt x="4135519" y="2288700"/>
                  </a:lnTo>
                  <a:lnTo>
                    <a:pt x="4135898" y="2288700"/>
                  </a:lnTo>
                  <a:lnTo>
                    <a:pt x="4137034" y="2288700"/>
                  </a:lnTo>
                  <a:lnTo>
                    <a:pt x="4137665" y="2288700"/>
                  </a:lnTo>
                  <a:lnTo>
                    <a:pt x="4137791" y="2288700"/>
                  </a:lnTo>
                  <a:lnTo>
                    <a:pt x="4138044" y="2288700"/>
                  </a:lnTo>
                  <a:lnTo>
                    <a:pt x="4138170" y="2288700"/>
                  </a:lnTo>
                  <a:lnTo>
                    <a:pt x="4138549" y="2288700"/>
                  </a:lnTo>
                  <a:lnTo>
                    <a:pt x="4138675" y="2288700"/>
                  </a:lnTo>
                  <a:lnTo>
                    <a:pt x="4138801" y="2288700"/>
                  </a:lnTo>
                  <a:lnTo>
                    <a:pt x="4138928" y="2288700"/>
                  </a:lnTo>
                  <a:lnTo>
                    <a:pt x="4139180" y="2288700"/>
                  </a:lnTo>
                  <a:lnTo>
                    <a:pt x="4140190" y="2288700"/>
                  </a:lnTo>
                  <a:lnTo>
                    <a:pt x="4140317" y="2288700"/>
                  </a:lnTo>
                  <a:lnTo>
                    <a:pt x="4140443" y="2288700"/>
                  </a:lnTo>
                  <a:lnTo>
                    <a:pt x="4140695" y="2288700"/>
                  </a:lnTo>
                  <a:lnTo>
                    <a:pt x="4140822" y="2288700"/>
                  </a:lnTo>
                  <a:lnTo>
                    <a:pt x="4141200" y="2288700"/>
                  </a:lnTo>
                  <a:lnTo>
                    <a:pt x="4141453" y="2288700"/>
                  </a:lnTo>
                  <a:lnTo>
                    <a:pt x="4141832" y="2288700"/>
                  </a:lnTo>
                  <a:lnTo>
                    <a:pt x="4141958" y="2288700"/>
                  </a:lnTo>
                  <a:lnTo>
                    <a:pt x="4142337" y="2288700"/>
                  </a:lnTo>
                  <a:lnTo>
                    <a:pt x="4142715" y="2288700"/>
                  </a:lnTo>
                  <a:lnTo>
                    <a:pt x="4142968" y="2288700"/>
                  </a:lnTo>
                  <a:lnTo>
                    <a:pt x="4143094" y="2288700"/>
                  </a:lnTo>
                  <a:lnTo>
                    <a:pt x="4143599" y="2288700"/>
                  </a:lnTo>
                  <a:lnTo>
                    <a:pt x="4143725" y="2288700"/>
                  </a:lnTo>
                  <a:lnTo>
                    <a:pt x="4143852" y="2288700"/>
                  </a:lnTo>
                  <a:lnTo>
                    <a:pt x="4145746" y="2288700"/>
                  </a:lnTo>
                  <a:lnTo>
                    <a:pt x="4146377" y="2288700"/>
                  </a:lnTo>
                  <a:lnTo>
                    <a:pt x="4146629" y="2288700"/>
                  </a:lnTo>
                  <a:lnTo>
                    <a:pt x="4147008" y="2288700"/>
                  </a:lnTo>
                  <a:lnTo>
                    <a:pt x="4147261" y="2288700"/>
                  </a:lnTo>
                  <a:lnTo>
                    <a:pt x="4147639" y="2288700"/>
                  </a:lnTo>
                  <a:lnTo>
                    <a:pt x="4147766" y="2288700"/>
                  </a:lnTo>
                  <a:lnTo>
                    <a:pt x="4147892" y="2288700"/>
                  </a:lnTo>
                  <a:lnTo>
                    <a:pt x="4148144" y="2288700"/>
                  </a:lnTo>
                  <a:lnTo>
                    <a:pt x="4148649" y="2288700"/>
                  </a:lnTo>
                  <a:lnTo>
                    <a:pt x="4148902" y="2288700"/>
                  </a:lnTo>
                  <a:lnTo>
                    <a:pt x="4149028" y="2288700"/>
                  </a:lnTo>
                  <a:lnTo>
                    <a:pt x="4149281" y="2288700"/>
                  </a:lnTo>
                  <a:lnTo>
                    <a:pt x="4149407" y="2288700"/>
                  </a:lnTo>
                  <a:lnTo>
                    <a:pt x="4150038" y="2288700"/>
                  </a:lnTo>
                  <a:lnTo>
                    <a:pt x="4150417" y="2288700"/>
                  </a:lnTo>
                  <a:lnTo>
                    <a:pt x="4150670" y="2288700"/>
                  </a:lnTo>
                  <a:lnTo>
                    <a:pt x="4151048" y="2288700"/>
                  </a:lnTo>
                  <a:lnTo>
                    <a:pt x="4151553" y="2288700"/>
                  </a:lnTo>
                  <a:lnTo>
                    <a:pt x="4152185" y="2288700"/>
                  </a:lnTo>
                  <a:lnTo>
                    <a:pt x="4152311" y="2283789"/>
                  </a:lnTo>
                  <a:lnTo>
                    <a:pt x="4153700" y="2283789"/>
                  </a:lnTo>
                  <a:lnTo>
                    <a:pt x="4153826" y="2283789"/>
                  </a:lnTo>
                  <a:lnTo>
                    <a:pt x="4154078" y="2278877"/>
                  </a:lnTo>
                  <a:lnTo>
                    <a:pt x="4154710" y="2278877"/>
                  </a:lnTo>
                  <a:lnTo>
                    <a:pt x="4154962" y="2278877"/>
                  </a:lnTo>
                  <a:lnTo>
                    <a:pt x="4155089" y="2278877"/>
                  </a:lnTo>
                  <a:lnTo>
                    <a:pt x="4155341" y="2278877"/>
                  </a:lnTo>
                  <a:lnTo>
                    <a:pt x="4155467" y="2278877"/>
                  </a:lnTo>
                  <a:lnTo>
                    <a:pt x="4155720" y="2278877"/>
                  </a:lnTo>
                  <a:lnTo>
                    <a:pt x="4156099" y="2278877"/>
                  </a:lnTo>
                  <a:lnTo>
                    <a:pt x="4156351" y="2278877"/>
                  </a:lnTo>
                  <a:lnTo>
                    <a:pt x="4156477" y="2278877"/>
                  </a:lnTo>
                  <a:lnTo>
                    <a:pt x="4156856" y="2278877"/>
                  </a:lnTo>
                  <a:lnTo>
                    <a:pt x="4156982" y="2273966"/>
                  </a:lnTo>
                  <a:lnTo>
                    <a:pt x="4157361" y="2273966"/>
                  </a:lnTo>
                  <a:lnTo>
                    <a:pt x="4157740" y="2273966"/>
                  </a:lnTo>
                  <a:lnTo>
                    <a:pt x="4158119" y="2273966"/>
                  </a:lnTo>
                  <a:lnTo>
                    <a:pt x="4158624" y="2273966"/>
                  </a:lnTo>
                  <a:lnTo>
                    <a:pt x="4158750" y="2273966"/>
                  </a:lnTo>
                  <a:lnTo>
                    <a:pt x="4159002" y="2273966"/>
                  </a:lnTo>
                  <a:lnTo>
                    <a:pt x="4159507" y="2273966"/>
                  </a:lnTo>
                  <a:lnTo>
                    <a:pt x="4159760" y="2273966"/>
                  </a:lnTo>
                  <a:lnTo>
                    <a:pt x="4160013" y="2273966"/>
                  </a:lnTo>
                  <a:lnTo>
                    <a:pt x="4160265" y="2269055"/>
                  </a:lnTo>
                  <a:lnTo>
                    <a:pt x="4161149" y="2269055"/>
                  </a:lnTo>
                  <a:lnTo>
                    <a:pt x="4161401" y="2269055"/>
                  </a:lnTo>
                  <a:lnTo>
                    <a:pt x="4161528" y="2269055"/>
                  </a:lnTo>
                  <a:lnTo>
                    <a:pt x="4161654" y="2269055"/>
                  </a:lnTo>
                  <a:lnTo>
                    <a:pt x="4162033" y="2264143"/>
                  </a:lnTo>
                  <a:lnTo>
                    <a:pt x="4162159" y="2264143"/>
                  </a:lnTo>
                  <a:lnTo>
                    <a:pt x="4162411" y="2264143"/>
                  </a:lnTo>
                  <a:lnTo>
                    <a:pt x="4162538" y="2264143"/>
                  </a:lnTo>
                  <a:lnTo>
                    <a:pt x="4163295" y="2264143"/>
                  </a:lnTo>
                  <a:lnTo>
                    <a:pt x="4163548" y="2264143"/>
                  </a:lnTo>
                  <a:lnTo>
                    <a:pt x="4163800" y="2264143"/>
                  </a:lnTo>
                  <a:lnTo>
                    <a:pt x="4164179" y="2264143"/>
                  </a:lnTo>
                  <a:lnTo>
                    <a:pt x="4164558" y="2264143"/>
                  </a:lnTo>
                  <a:lnTo>
                    <a:pt x="4164684" y="2264143"/>
                  </a:lnTo>
                  <a:lnTo>
                    <a:pt x="4165063" y="2264143"/>
                  </a:lnTo>
                  <a:lnTo>
                    <a:pt x="4165189" y="2264143"/>
                  </a:lnTo>
                  <a:lnTo>
                    <a:pt x="4165315" y="2264143"/>
                  </a:lnTo>
                  <a:lnTo>
                    <a:pt x="4165442" y="2264143"/>
                  </a:lnTo>
                  <a:lnTo>
                    <a:pt x="4165694" y="2264143"/>
                  </a:lnTo>
                  <a:lnTo>
                    <a:pt x="4165820" y="2264143"/>
                  </a:lnTo>
                  <a:lnTo>
                    <a:pt x="4165947" y="2264143"/>
                  </a:lnTo>
                  <a:lnTo>
                    <a:pt x="4166578" y="2264143"/>
                  </a:lnTo>
                  <a:lnTo>
                    <a:pt x="4166704" y="2264143"/>
                  </a:lnTo>
                  <a:lnTo>
                    <a:pt x="4166830" y="2264143"/>
                  </a:lnTo>
                  <a:lnTo>
                    <a:pt x="4167462" y="2264143"/>
                  </a:lnTo>
                  <a:lnTo>
                    <a:pt x="4168472" y="2264143"/>
                  </a:lnTo>
                  <a:lnTo>
                    <a:pt x="4168850" y="2264143"/>
                  </a:lnTo>
                  <a:lnTo>
                    <a:pt x="4169229" y="2264143"/>
                  </a:lnTo>
                  <a:lnTo>
                    <a:pt x="4169608" y="2264143"/>
                  </a:lnTo>
                  <a:lnTo>
                    <a:pt x="4169987" y="2264143"/>
                  </a:lnTo>
                  <a:lnTo>
                    <a:pt x="4170871" y="2264143"/>
                  </a:lnTo>
                  <a:lnTo>
                    <a:pt x="4170871" y="2259232"/>
                  </a:lnTo>
                  <a:lnTo>
                    <a:pt x="4170997" y="2259232"/>
                  </a:lnTo>
                  <a:lnTo>
                    <a:pt x="4171249" y="2259232"/>
                  </a:lnTo>
                  <a:lnTo>
                    <a:pt x="4171376" y="2259232"/>
                  </a:lnTo>
                  <a:lnTo>
                    <a:pt x="4171628" y="2259232"/>
                  </a:lnTo>
                  <a:lnTo>
                    <a:pt x="4171754" y="2259232"/>
                  </a:lnTo>
                  <a:lnTo>
                    <a:pt x="4171881" y="2259232"/>
                  </a:lnTo>
                  <a:lnTo>
                    <a:pt x="4172259" y="2259232"/>
                  </a:lnTo>
                  <a:lnTo>
                    <a:pt x="4172764" y="2259232"/>
                  </a:lnTo>
                  <a:lnTo>
                    <a:pt x="4173143" y="2259232"/>
                  </a:lnTo>
                  <a:lnTo>
                    <a:pt x="4173774" y="2259232"/>
                  </a:lnTo>
                  <a:lnTo>
                    <a:pt x="4174153" y="2259232"/>
                  </a:lnTo>
                  <a:lnTo>
                    <a:pt x="4174658" y="2259232"/>
                  </a:lnTo>
                  <a:lnTo>
                    <a:pt x="4174911" y="2259232"/>
                  </a:lnTo>
                  <a:lnTo>
                    <a:pt x="4175037" y="2259232"/>
                  </a:lnTo>
                  <a:lnTo>
                    <a:pt x="4175163" y="2259232"/>
                  </a:lnTo>
                  <a:lnTo>
                    <a:pt x="4175542" y="2254321"/>
                  </a:lnTo>
                  <a:lnTo>
                    <a:pt x="4176047" y="2254321"/>
                  </a:lnTo>
                  <a:lnTo>
                    <a:pt x="4176173" y="2249409"/>
                  </a:lnTo>
                  <a:lnTo>
                    <a:pt x="4176300" y="2249409"/>
                  </a:lnTo>
                  <a:lnTo>
                    <a:pt x="4176552" y="2249409"/>
                  </a:lnTo>
                  <a:lnTo>
                    <a:pt x="4176678" y="2249409"/>
                  </a:lnTo>
                  <a:lnTo>
                    <a:pt x="4177941" y="2249409"/>
                  </a:lnTo>
                  <a:lnTo>
                    <a:pt x="4178067" y="2249409"/>
                  </a:lnTo>
                  <a:lnTo>
                    <a:pt x="4178193" y="2249409"/>
                  </a:lnTo>
                  <a:lnTo>
                    <a:pt x="4178572" y="2249409"/>
                  </a:lnTo>
                  <a:lnTo>
                    <a:pt x="4178698" y="2249409"/>
                  </a:lnTo>
                  <a:lnTo>
                    <a:pt x="4179203" y="2249409"/>
                  </a:lnTo>
                  <a:lnTo>
                    <a:pt x="4179961" y="2249409"/>
                  </a:lnTo>
                  <a:lnTo>
                    <a:pt x="4180340" y="2249409"/>
                  </a:lnTo>
                  <a:lnTo>
                    <a:pt x="4180719" y="2249409"/>
                  </a:lnTo>
                  <a:lnTo>
                    <a:pt x="4180845" y="2249409"/>
                  </a:lnTo>
                  <a:lnTo>
                    <a:pt x="4181729" y="2249409"/>
                  </a:lnTo>
                  <a:lnTo>
                    <a:pt x="4181855" y="2249409"/>
                  </a:lnTo>
                  <a:lnTo>
                    <a:pt x="4182612" y="2249409"/>
                  </a:lnTo>
                  <a:lnTo>
                    <a:pt x="4182991" y="2249409"/>
                  </a:lnTo>
                  <a:lnTo>
                    <a:pt x="4183117" y="2249409"/>
                  </a:lnTo>
                  <a:lnTo>
                    <a:pt x="4183244" y="2249409"/>
                  </a:lnTo>
                  <a:lnTo>
                    <a:pt x="4183496" y="2249409"/>
                  </a:lnTo>
                  <a:lnTo>
                    <a:pt x="4183622" y="2249409"/>
                  </a:lnTo>
                  <a:lnTo>
                    <a:pt x="4183749" y="2249409"/>
                  </a:lnTo>
                  <a:lnTo>
                    <a:pt x="4184127" y="2249409"/>
                  </a:lnTo>
                  <a:lnTo>
                    <a:pt x="4184254" y="2249409"/>
                  </a:lnTo>
                  <a:lnTo>
                    <a:pt x="4184506" y="2244498"/>
                  </a:lnTo>
                  <a:lnTo>
                    <a:pt x="4184632" y="2244498"/>
                  </a:lnTo>
                  <a:lnTo>
                    <a:pt x="4185137" y="2244498"/>
                  </a:lnTo>
                  <a:lnTo>
                    <a:pt x="4185516" y="2244498"/>
                  </a:lnTo>
                  <a:lnTo>
                    <a:pt x="4186021" y="2244498"/>
                  </a:lnTo>
                  <a:lnTo>
                    <a:pt x="4186274" y="2244498"/>
                  </a:lnTo>
                  <a:lnTo>
                    <a:pt x="4187284" y="2244498"/>
                  </a:lnTo>
                  <a:lnTo>
                    <a:pt x="4187536" y="2244498"/>
                  </a:lnTo>
                  <a:lnTo>
                    <a:pt x="4188041" y="2244498"/>
                  </a:lnTo>
                  <a:lnTo>
                    <a:pt x="4188294" y="2244498"/>
                  </a:lnTo>
                  <a:lnTo>
                    <a:pt x="4188546" y="2244498"/>
                  </a:lnTo>
                  <a:lnTo>
                    <a:pt x="4188673" y="2244498"/>
                  </a:lnTo>
                  <a:lnTo>
                    <a:pt x="4188925" y="2244498"/>
                  </a:lnTo>
                  <a:lnTo>
                    <a:pt x="4189051" y="2244498"/>
                  </a:lnTo>
                  <a:lnTo>
                    <a:pt x="4189178" y="2244498"/>
                  </a:lnTo>
                  <a:lnTo>
                    <a:pt x="4189430" y="2244498"/>
                  </a:lnTo>
                  <a:lnTo>
                    <a:pt x="4189683" y="2244498"/>
                  </a:lnTo>
                  <a:lnTo>
                    <a:pt x="4190188" y="2244498"/>
                  </a:lnTo>
                  <a:lnTo>
                    <a:pt x="4190314" y="2244498"/>
                  </a:lnTo>
                  <a:lnTo>
                    <a:pt x="4190566" y="2239586"/>
                  </a:lnTo>
                  <a:lnTo>
                    <a:pt x="4190693" y="2239586"/>
                  </a:lnTo>
                  <a:lnTo>
                    <a:pt x="4190819" y="2239586"/>
                  </a:lnTo>
                  <a:lnTo>
                    <a:pt x="4191324" y="2239586"/>
                  </a:lnTo>
                  <a:lnTo>
                    <a:pt x="4191450" y="2239586"/>
                  </a:lnTo>
                  <a:lnTo>
                    <a:pt x="4191577" y="2239586"/>
                  </a:lnTo>
                  <a:lnTo>
                    <a:pt x="4191703" y="2239586"/>
                  </a:lnTo>
                  <a:lnTo>
                    <a:pt x="4191955" y="2239586"/>
                  </a:lnTo>
                  <a:lnTo>
                    <a:pt x="4192082" y="2239586"/>
                  </a:lnTo>
                  <a:lnTo>
                    <a:pt x="4194354" y="2239586"/>
                  </a:lnTo>
                  <a:lnTo>
                    <a:pt x="4194480" y="2239586"/>
                  </a:lnTo>
                  <a:lnTo>
                    <a:pt x="4194607" y="2239586"/>
                  </a:lnTo>
                  <a:lnTo>
                    <a:pt x="4195238" y="2239586"/>
                  </a:lnTo>
                  <a:lnTo>
                    <a:pt x="4195364" y="2239586"/>
                  </a:lnTo>
                  <a:lnTo>
                    <a:pt x="4195490" y="2239586"/>
                  </a:lnTo>
                  <a:lnTo>
                    <a:pt x="4195743" y="2234675"/>
                  </a:lnTo>
                  <a:lnTo>
                    <a:pt x="4195869" y="2234675"/>
                  </a:lnTo>
                  <a:lnTo>
                    <a:pt x="4195996" y="2234675"/>
                  </a:lnTo>
                  <a:lnTo>
                    <a:pt x="4196248" y="2234675"/>
                  </a:lnTo>
                  <a:lnTo>
                    <a:pt x="4196501" y="2234675"/>
                  </a:lnTo>
                  <a:lnTo>
                    <a:pt x="4196753" y="2229764"/>
                  </a:lnTo>
                  <a:lnTo>
                    <a:pt x="4197006" y="2229764"/>
                  </a:lnTo>
                  <a:lnTo>
                    <a:pt x="4197132" y="2229764"/>
                  </a:lnTo>
                  <a:lnTo>
                    <a:pt x="4198394" y="2229764"/>
                  </a:lnTo>
                  <a:lnTo>
                    <a:pt x="4198394" y="2224852"/>
                  </a:lnTo>
                  <a:lnTo>
                    <a:pt x="4198647" y="2224852"/>
                  </a:lnTo>
                  <a:lnTo>
                    <a:pt x="4199909" y="2224852"/>
                  </a:lnTo>
                  <a:lnTo>
                    <a:pt x="4200288" y="2219941"/>
                  </a:lnTo>
                  <a:lnTo>
                    <a:pt x="4200414" y="2219941"/>
                  </a:lnTo>
                  <a:lnTo>
                    <a:pt x="4200793" y="2219941"/>
                  </a:lnTo>
                  <a:lnTo>
                    <a:pt x="4200919" y="2215030"/>
                  </a:lnTo>
                  <a:lnTo>
                    <a:pt x="4201551" y="2215030"/>
                  </a:lnTo>
                  <a:lnTo>
                    <a:pt x="4201803" y="2215030"/>
                  </a:lnTo>
                  <a:lnTo>
                    <a:pt x="4202182" y="2215030"/>
                  </a:lnTo>
                  <a:lnTo>
                    <a:pt x="4202308" y="2215030"/>
                  </a:lnTo>
                  <a:lnTo>
                    <a:pt x="4202435" y="2215030"/>
                  </a:lnTo>
                  <a:lnTo>
                    <a:pt x="4202813" y="2215030"/>
                  </a:lnTo>
                  <a:lnTo>
                    <a:pt x="4202940" y="2215030"/>
                  </a:lnTo>
                  <a:lnTo>
                    <a:pt x="4203445" y="2215030"/>
                  </a:lnTo>
                  <a:lnTo>
                    <a:pt x="4203823" y="2215030"/>
                  </a:lnTo>
                  <a:lnTo>
                    <a:pt x="4203950" y="2215030"/>
                  </a:lnTo>
                  <a:lnTo>
                    <a:pt x="4204076" y="2215030"/>
                  </a:lnTo>
                  <a:lnTo>
                    <a:pt x="4204202" y="2215030"/>
                  </a:lnTo>
                  <a:lnTo>
                    <a:pt x="4204328" y="2215030"/>
                  </a:lnTo>
                  <a:lnTo>
                    <a:pt x="4204833" y="2215030"/>
                  </a:lnTo>
                  <a:lnTo>
                    <a:pt x="4205086" y="2215030"/>
                  </a:lnTo>
                  <a:lnTo>
                    <a:pt x="4206222" y="2215030"/>
                  </a:lnTo>
                  <a:lnTo>
                    <a:pt x="4206601" y="2215030"/>
                  </a:lnTo>
                  <a:lnTo>
                    <a:pt x="4206980" y="2215030"/>
                  </a:lnTo>
                  <a:lnTo>
                    <a:pt x="4207232" y="2215030"/>
                  </a:lnTo>
                  <a:lnTo>
                    <a:pt x="4207864" y="2215030"/>
                  </a:lnTo>
                  <a:lnTo>
                    <a:pt x="4207990" y="2215030"/>
                  </a:lnTo>
                  <a:lnTo>
                    <a:pt x="4208495" y="2215030"/>
                  </a:lnTo>
                  <a:lnTo>
                    <a:pt x="4208621" y="2215030"/>
                  </a:lnTo>
                  <a:lnTo>
                    <a:pt x="4208747" y="2215030"/>
                  </a:lnTo>
                  <a:lnTo>
                    <a:pt x="4208874" y="2215030"/>
                  </a:lnTo>
                  <a:lnTo>
                    <a:pt x="4209252" y="2215030"/>
                  </a:lnTo>
                  <a:lnTo>
                    <a:pt x="4209379" y="2215030"/>
                  </a:lnTo>
                  <a:lnTo>
                    <a:pt x="4209631" y="2215030"/>
                  </a:lnTo>
                  <a:lnTo>
                    <a:pt x="4209884" y="2215030"/>
                  </a:lnTo>
                  <a:lnTo>
                    <a:pt x="4210767" y="2210118"/>
                  </a:lnTo>
                  <a:lnTo>
                    <a:pt x="4210894" y="2210118"/>
                  </a:lnTo>
                  <a:lnTo>
                    <a:pt x="4211146" y="2210118"/>
                  </a:lnTo>
                  <a:lnTo>
                    <a:pt x="4211146" y="2205207"/>
                  </a:lnTo>
                  <a:lnTo>
                    <a:pt x="4212283" y="2205207"/>
                  </a:lnTo>
                  <a:lnTo>
                    <a:pt x="4212409" y="2205207"/>
                  </a:lnTo>
                  <a:lnTo>
                    <a:pt x="4213166" y="2205207"/>
                  </a:lnTo>
                  <a:lnTo>
                    <a:pt x="4213545" y="2205207"/>
                  </a:lnTo>
                  <a:lnTo>
                    <a:pt x="4213798" y="2205207"/>
                  </a:lnTo>
                  <a:lnTo>
                    <a:pt x="4214429" y="2205207"/>
                  </a:lnTo>
                  <a:lnTo>
                    <a:pt x="4214934" y="2205207"/>
                  </a:lnTo>
                  <a:lnTo>
                    <a:pt x="4215186" y="2205207"/>
                  </a:lnTo>
                  <a:lnTo>
                    <a:pt x="4215313" y="2205207"/>
                  </a:lnTo>
                  <a:lnTo>
                    <a:pt x="4215818" y="2205207"/>
                  </a:lnTo>
                  <a:lnTo>
                    <a:pt x="4216196" y="2205207"/>
                  </a:lnTo>
                  <a:lnTo>
                    <a:pt x="4216323" y="2200295"/>
                  </a:lnTo>
                  <a:lnTo>
                    <a:pt x="4217080" y="2200295"/>
                  </a:lnTo>
                  <a:lnTo>
                    <a:pt x="4217207" y="2200295"/>
                  </a:lnTo>
                  <a:lnTo>
                    <a:pt x="4217459" y="2200295"/>
                  </a:lnTo>
                  <a:lnTo>
                    <a:pt x="4217585" y="2195384"/>
                  </a:lnTo>
                  <a:lnTo>
                    <a:pt x="4218217" y="2195384"/>
                  </a:lnTo>
                  <a:lnTo>
                    <a:pt x="4218343" y="2195384"/>
                  </a:lnTo>
                  <a:lnTo>
                    <a:pt x="4218469" y="2195384"/>
                  </a:lnTo>
                  <a:lnTo>
                    <a:pt x="4218848" y="2195384"/>
                  </a:lnTo>
                  <a:lnTo>
                    <a:pt x="4219353" y="2195384"/>
                  </a:lnTo>
                  <a:lnTo>
                    <a:pt x="4219479" y="2195384"/>
                  </a:lnTo>
                  <a:lnTo>
                    <a:pt x="4219605" y="2195384"/>
                  </a:lnTo>
                  <a:lnTo>
                    <a:pt x="4219732" y="2195384"/>
                  </a:lnTo>
                  <a:lnTo>
                    <a:pt x="4220110" y="2195384"/>
                  </a:lnTo>
                  <a:lnTo>
                    <a:pt x="4220237" y="2195384"/>
                  </a:lnTo>
                  <a:lnTo>
                    <a:pt x="4220868" y="2195384"/>
                  </a:lnTo>
                  <a:lnTo>
                    <a:pt x="4221120" y="2195384"/>
                  </a:lnTo>
                  <a:lnTo>
                    <a:pt x="4221247" y="2195384"/>
                  </a:lnTo>
                  <a:lnTo>
                    <a:pt x="4221373" y="2195384"/>
                  </a:lnTo>
                  <a:lnTo>
                    <a:pt x="4221878" y="2195384"/>
                  </a:lnTo>
                  <a:lnTo>
                    <a:pt x="4222004" y="2195384"/>
                  </a:lnTo>
                  <a:lnTo>
                    <a:pt x="4222131" y="2195384"/>
                  </a:lnTo>
                  <a:lnTo>
                    <a:pt x="4222636" y="2195384"/>
                  </a:lnTo>
                  <a:lnTo>
                    <a:pt x="4223267" y="2190473"/>
                  </a:lnTo>
                  <a:lnTo>
                    <a:pt x="4224656" y="2190473"/>
                  </a:lnTo>
                  <a:lnTo>
                    <a:pt x="4224782" y="2190473"/>
                  </a:lnTo>
                  <a:lnTo>
                    <a:pt x="4224908" y="2190473"/>
                  </a:lnTo>
                  <a:lnTo>
                    <a:pt x="4225034" y="2190473"/>
                  </a:lnTo>
                  <a:lnTo>
                    <a:pt x="4225161" y="2190473"/>
                  </a:lnTo>
                  <a:lnTo>
                    <a:pt x="4225413" y="2190473"/>
                  </a:lnTo>
                  <a:lnTo>
                    <a:pt x="4225539" y="2190473"/>
                  </a:lnTo>
                  <a:lnTo>
                    <a:pt x="4225666" y="2190473"/>
                  </a:lnTo>
                  <a:lnTo>
                    <a:pt x="4225792" y="2190473"/>
                  </a:lnTo>
                  <a:lnTo>
                    <a:pt x="4225918" y="2190473"/>
                  </a:lnTo>
                  <a:lnTo>
                    <a:pt x="4226044" y="2190473"/>
                  </a:lnTo>
                  <a:lnTo>
                    <a:pt x="4226171" y="2190473"/>
                  </a:lnTo>
                  <a:lnTo>
                    <a:pt x="4226549" y="2190473"/>
                  </a:lnTo>
                  <a:lnTo>
                    <a:pt x="4226549" y="2185561"/>
                  </a:lnTo>
                  <a:lnTo>
                    <a:pt x="4229327" y="2185561"/>
                  </a:lnTo>
                  <a:lnTo>
                    <a:pt x="4229453" y="2185561"/>
                  </a:lnTo>
                  <a:lnTo>
                    <a:pt x="4229580" y="2185561"/>
                  </a:lnTo>
                  <a:lnTo>
                    <a:pt x="4229958" y="2185561"/>
                  </a:lnTo>
                  <a:lnTo>
                    <a:pt x="4230211" y="2185561"/>
                  </a:lnTo>
                  <a:lnTo>
                    <a:pt x="4230337" y="2185561"/>
                  </a:lnTo>
                  <a:lnTo>
                    <a:pt x="4230590" y="2185561"/>
                  </a:lnTo>
                  <a:lnTo>
                    <a:pt x="4230716" y="2185561"/>
                  </a:lnTo>
                  <a:lnTo>
                    <a:pt x="4230842" y="2185561"/>
                  </a:lnTo>
                  <a:lnTo>
                    <a:pt x="4231221" y="2185561"/>
                  </a:lnTo>
                  <a:lnTo>
                    <a:pt x="4231347" y="2185561"/>
                  </a:lnTo>
                  <a:lnTo>
                    <a:pt x="4231726" y="2185561"/>
                  </a:lnTo>
                  <a:lnTo>
                    <a:pt x="4232357" y="2185561"/>
                  </a:lnTo>
                  <a:lnTo>
                    <a:pt x="4232484" y="2185561"/>
                  </a:lnTo>
                  <a:lnTo>
                    <a:pt x="4232610" y="2185561"/>
                  </a:lnTo>
                  <a:lnTo>
                    <a:pt x="4232989" y="2185561"/>
                  </a:lnTo>
                  <a:lnTo>
                    <a:pt x="4233241" y="2185561"/>
                  </a:lnTo>
                  <a:lnTo>
                    <a:pt x="4233494" y="2185561"/>
                  </a:lnTo>
                  <a:lnTo>
                    <a:pt x="4233872" y="2185561"/>
                  </a:lnTo>
                  <a:lnTo>
                    <a:pt x="4233999" y="2185561"/>
                  </a:lnTo>
                  <a:lnTo>
                    <a:pt x="4234251" y="2185561"/>
                  </a:lnTo>
                  <a:lnTo>
                    <a:pt x="4234377" y="2185561"/>
                  </a:lnTo>
                  <a:lnTo>
                    <a:pt x="4234882" y="2185561"/>
                  </a:lnTo>
                  <a:lnTo>
                    <a:pt x="4235135" y="2185561"/>
                  </a:lnTo>
                  <a:lnTo>
                    <a:pt x="4235892" y="2185561"/>
                  </a:lnTo>
                  <a:lnTo>
                    <a:pt x="4236019" y="2185561"/>
                  </a:lnTo>
                  <a:lnTo>
                    <a:pt x="4236271" y="2185561"/>
                  </a:lnTo>
                  <a:lnTo>
                    <a:pt x="4236397" y="2185561"/>
                  </a:lnTo>
                  <a:lnTo>
                    <a:pt x="4236776" y="2185561"/>
                  </a:lnTo>
                  <a:lnTo>
                    <a:pt x="4236902" y="2185561"/>
                  </a:lnTo>
                  <a:lnTo>
                    <a:pt x="4237155" y="2185561"/>
                  </a:lnTo>
                  <a:lnTo>
                    <a:pt x="4237281" y="2180650"/>
                  </a:lnTo>
                  <a:lnTo>
                    <a:pt x="4237913" y="2180650"/>
                  </a:lnTo>
                  <a:lnTo>
                    <a:pt x="4238039" y="2180650"/>
                  </a:lnTo>
                  <a:lnTo>
                    <a:pt x="4238923" y="2180650"/>
                  </a:lnTo>
                  <a:lnTo>
                    <a:pt x="4239806" y="2175739"/>
                  </a:lnTo>
                  <a:lnTo>
                    <a:pt x="4240816" y="2175739"/>
                  </a:lnTo>
                  <a:lnTo>
                    <a:pt x="4240943" y="2175739"/>
                  </a:lnTo>
                  <a:lnTo>
                    <a:pt x="4241195" y="2175739"/>
                  </a:lnTo>
                  <a:lnTo>
                    <a:pt x="4241321" y="2175739"/>
                  </a:lnTo>
                  <a:lnTo>
                    <a:pt x="4241574" y="2175739"/>
                  </a:lnTo>
                  <a:lnTo>
                    <a:pt x="4241700" y="2175739"/>
                  </a:lnTo>
                  <a:lnTo>
                    <a:pt x="4241953" y="2175739"/>
                  </a:lnTo>
                  <a:lnTo>
                    <a:pt x="4243973" y="2175739"/>
                  </a:lnTo>
                  <a:lnTo>
                    <a:pt x="4244225" y="2175739"/>
                  </a:lnTo>
                  <a:lnTo>
                    <a:pt x="4244352" y="2175739"/>
                  </a:lnTo>
                  <a:lnTo>
                    <a:pt x="4244604" y="2175739"/>
                  </a:lnTo>
                  <a:lnTo>
                    <a:pt x="4244730" y="2175739"/>
                  </a:lnTo>
                  <a:lnTo>
                    <a:pt x="4244857" y="2175739"/>
                  </a:lnTo>
                  <a:lnTo>
                    <a:pt x="4244983" y="2175739"/>
                  </a:lnTo>
                  <a:lnTo>
                    <a:pt x="4245362" y="2175739"/>
                  </a:lnTo>
                  <a:lnTo>
                    <a:pt x="4245614" y="2175739"/>
                  </a:lnTo>
                  <a:lnTo>
                    <a:pt x="4245740" y="2175739"/>
                  </a:lnTo>
                  <a:lnTo>
                    <a:pt x="4245867" y="2175739"/>
                  </a:lnTo>
                  <a:lnTo>
                    <a:pt x="4246119" y="2175739"/>
                  </a:lnTo>
                  <a:lnTo>
                    <a:pt x="4246750" y="2175739"/>
                  </a:lnTo>
                  <a:lnTo>
                    <a:pt x="4247003" y="2175739"/>
                  </a:lnTo>
                  <a:lnTo>
                    <a:pt x="4247255" y="2175739"/>
                  </a:lnTo>
                  <a:lnTo>
                    <a:pt x="4247382" y="2175739"/>
                  </a:lnTo>
                  <a:lnTo>
                    <a:pt x="4247634" y="2175739"/>
                  </a:lnTo>
                  <a:lnTo>
                    <a:pt x="4248266" y="2175739"/>
                  </a:lnTo>
                  <a:lnTo>
                    <a:pt x="4248392" y="2175739"/>
                  </a:lnTo>
                  <a:lnTo>
                    <a:pt x="4248518" y="2175739"/>
                  </a:lnTo>
                  <a:lnTo>
                    <a:pt x="4248771" y="2175739"/>
                  </a:lnTo>
                  <a:lnTo>
                    <a:pt x="4249149" y="2170827"/>
                  </a:lnTo>
                  <a:lnTo>
                    <a:pt x="4249276" y="2165916"/>
                  </a:lnTo>
                  <a:lnTo>
                    <a:pt x="4249654" y="2165916"/>
                  </a:lnTo>
                  <a:lnTo>
                    <a:pt x="4250538" y="2165916"/>
                  </a:lnTo>
                  <a:lnTo>
                    <a:pt x="4251043" y="2165916"/>
                  </a:lnTo>
                  <a:lnTo>
                    <a:pt x="4251169" y="2165916"/>
                  </a:lnTo>
                  <a:lnTo>
                    <a:pt x="4251422" y="2165916"/>
                  </a:lnTo>
                  <a:lnTo>
                    <a:pt x="4251801" y="2165916"/>
                  </a:lnTo>
                  <a:lnTo>
                    <a:pt x="4252179" y="2165916"/>
                  </a:lnTo>
                  <a:lnTo>
                    <a:pt x="4252558" y="2165916"/>
                  </a:lnTo>
                  <a:lnTo>
                    <a:pt x="4252685" y="2165916"/>
                  </a:lnTo>
                  <a:lnTo>
                    <a:pt x="4252811" y="2165916"/>
                  </a:lnTo>
                  <a:lnTo>
                    <a:pt x="4252937" y="2165916"/>
                  </a:lnTo>
                  <a:lnTo>
                    <a:pt x="4253947" y="2165916"/>
                  </a:lnTo>
                  <a:lnTo>
                    <a:pt x="4254073" y="2165916"/>
                  </a:lnTo>
                  <a:lnTo>
                    <a:pt x="4254326" y="2165916"/>
                  </a:lnTo>
                  <a:lnTo>
                    <a:pt x="4254452" y="2165916"/>
                  </a:lnTo>
                  <a:lnTo>
                    <a:pt x="4255336" y="2165916"/>
                  </a:lnTo>
                  <a:lnTo>
                    <a:pt x="4255715" y="2165916"/>
                  </a:lnTo>
                  <a:lnTo>
                    <a:pt x="4255967" y="2165916"/>
                  </a:lnTo>
                  <a:lnTo>
                    <a:pt x="4256220" y="2165916"/>
                  </a:lnTo>
                  <a:lnTo>
                    <a:pt x="4256472" y="2161004"/>
                  </a:lnTo>
                  <a:lnTo>
                    <a:pt x="4256598" y="2161004"/>
                  </a:lnTo>
                  <a:lnTo>
                    <a:pt x="4256851" y="2161004"/>
                  </a:lnTo>
                  <a:lnTo>
                    <a:pt x="4257103" y="2161004"/>
                  </a:lnTo>
                  <a:lnTo>
                    <a:pt x="4257356" y="2161004"/>
                  </a:lnTo>
                  <a:lnTo>
                    <a:pt x="4257735" y="2156093"/>
                  </a:lnTo>
                  <a:lnTo>
                    <a:pt x="4257861" y="2156093"/>
                  </a:lnTo>
                  <a:lnTo>
                    <a:pt x="4257987" y="2156093"/>
                  </a:lnTo>
                  <a:lnTo>
                    <a:pt x="4258114" y="2156093"/>
                  </a:lnTo>
                  <a:lnTo>
                    <a:pt x="4258240" y="2156093"/>
                  </a:lnTo>
                  <a:lnTo>
                    <a:pt x="4259755" y="2156093"/>
                  </a:lnTo>
                  <a:lnTo>
                    <a:pt x="4259881" y="2156093"/>
                  </a:lnTo>
                  <a:lnTo>
                    <a:pt x="4260260" y="2156093"/>
                  </a:lnTo>
                  <a:lnTo>
                    <a:pt x="4260386" y="2156093"/>
                  </a:lnTo>
                  <a:lnTo>
                    <a:pt x="4260512" y="2156093"/>
                  </a:lnTo>
                  <a:lnTo>
                    <a:pt x="4260765" y="2156093"/>
                  </a:lnTo>
                  <a:lnTo>
                    <a:pt x="4260891" y="2156093"/>
                  </a:lnTo>
                  <a:lnTo>
                    <a:pt x="4261649" y="2156093"/>
                  </a:lnTo>
                  <a:lnTo>
                    <a:pt x="4261775" y="2156093"/>
                  </a:lnTo>
                  <a:lnTo>
                    <a:pt x="4262027" y="2156093"/>
                  </a:lnTo>
                  <a:lnTo>
                    <a:pt x="4262532" y="2156093"/>
                  </a:lnTo>
                  <a:lnTo>
                    <a:pt x="4262785" y="2156093"/>
                  </a:lnTo>
                  <a:lnTo>
                    <a:pt x="4263164" y="2156093"/>
                  </a:lnTo>
                  <a:lnTo>
                    <a:pt x="4263416" y="2151182"/>
                  </a:lnTo>
                  <a:lnTo>
                    <a:pt x="4263543" y="2151182"/>
                  </a:lnTo>
                  <a:lnTo>
                    <a:pt x="4263795" y="2151182"/>
                  </a:lnTo>
                  <a:lnTo>
                    <a:pt x="4264048" y="2151182"/>
                  </a:lnTo>
                  <a:lnTo>
                    <a:pt x="4264174" y="2151182"/>
                  </a:lnTo>
                  <a:lnTo>
                    <a:pt x="4264553" y="2151182"/>
                  </a:lnTo>
                  <a:lnTo>
                    <a:pt x="4265184" y="2151182"/>
                  </a:lnTo>
                  <a:lnTo>
                    <a:pt x="4265310" y="2151182"/>
                  </a:lnTo>
                  <a:lnTo>
                    <a:pt x="4265815" y="2151182"/>
                  </a:lnTo>
                  <a:lnTo>
                    <a:pt x="4266699" y="2151182"/>
                  </a:lnTo>
                  <a:lnTo>
                    <a:pt x="4267078" y="2151182"/>
                  </a:lnTo>
                  <a:lnTo>
                    <a:pt x="4267204" y="2151182"/>
                  </a:lnTo>
                  <a:lnTo>
                    <a:pt x="4267709" y="2151182"/>
                  </a:lnTo>
                  <a:lnTo>
                    <a:pt x="4267961" y="2151182"/>
                  </a:lnTo>
                  <a:lnTo>
                    <a:pt x="4268214" y="2151182"/>
                  </a:lnTo>
                  <a:lnTo>
                    <a:pt x="4269603" y="2151182"/>
                  </a:lnTo>
                  <a:lnTo>
                    <a:pt x="4269855" y="2151182"/>
                  </a:lnTo>
                  <a:lnTo>
                    <a:pt x="4269982" y="2151182"/>
                  </a:lnTo>
                  <a:lnTo>
                    <a:pt x="4270234" y="2151182"/>
                  </a:lnTo>
                  <a:lnTo>
                    <a:pt x="4270613" y="2151182"/>
                  </a:lnTo>
                  <a:lnTo>
                    <a:pt x="4272002" y="2146270"/>
                  </a:lnTo>
                  <a:lnTo>
                    <a:pt x="4272254" y="2146270"/>
                  </a:lnTo>
                  <a:lnTo>
                    <a:pt x="4272759" y="2146270"/>
                  </a:lnTo>
                  <a:lnTo>
                    <a:pt x="4272885" y="2146270"/>
                  </a:lnTo>
                  <a:lnTo>
                    <a:pt x="4273138" y="2146270"/>
                  </a:lnTo>
                  <a:lnTo>
                    <a:pt x="4273517" y="2146270"/>
                  </a:lnTo>
                  <a:lnTo>
                    <a:pt x="4273769" y="2146270"/>
                  </a:lnTo>
                  <a:lnTo>
                    <a:pt x="4274527" y="2146270"/>
                  </a:lnTo>
                  <a:lnTo>
                    <a:pt x="4274779" y="2146270"/>
                  </a:lnTo>
                  <a:lnTo>
                    <a:pt x="4274906" y="2146270"/>
                  </a:lnTo>
                  <a:lnTo>
                    <a:pt x="4275032" y="2146270"/>
                  </a:lnTo>
                  <a:lnTo>
                    <a:pt x="4275537" y="2146270"/>
                  </a:lnTo>
                  <a:lnTo>
                    <a:pt x="4275916" y="2146270"/>
                  </a:lnTo>
                  <a:lnTo>
                    <a:pt x="4276042" y="2146270"/>
                  </a:lnTo>
                  <a:lnTo>
                    <a:pt x="4276168" y="2146270"/>
                  </a:lnTo>
                  <a:lnTo>
                    <a:pt x="4276926" y="2146270"/>
                  </a:lnTo>
                  <a:lnTo>
                    <a:pt x="4277052" y="2146270"/>
                  </a:lnTo>
                  <a:lnTo>
                    <a:pt x="4277178" y="2146270"/>
                  </a:lnTo>
                  <a:lnTo>
                    <a:pt x="4277304" y="2146270"/>
                  </a:lnTo>
                  <a:lnTo>
                    <a:pt x="4277557" y="2146270"/>
                  </a:lnTo>
                  <a:lnTo>
                    <a:pt x="4277683" y="2146270"/>
                  </a:lnTo>
                  <a:lnTo>
                    <a:pt x="4277809" y="2146270"/>
                  </a:lnTo>
                  <a:lnTo>
                    <a:pt x="4278062" y="2146270"/>
                  </a:lnTo>
                  <a:lnTo>
                    <a:pt x="4279325" y="2146270"/>
                  </a:lnTo>
                  <a:lnTo>
                    <a:pt x="4279451" y="2146270"/>
                  </a:lnTo>
                  <a:lnTo>
                    <a:pt x="4280082" y="2146270"/>
                  </a:lnTo>
                  <a:lnTo>
                    <a:pt x="4280208" y="2146270"/>
                  </a:lnTo>
                  <a:lnTo>
                    <a:pt x="4280461" y="2146270"/>
                  </a:lnTo>
                  <a:lnTo>
                    <a:pt x="4280713" y="2146270"/>
                  </a:lnTo>
                  <a:lnTo>
                    <a:pt x="4280840" y="2146270"/>
                  </a:lnTo>
                  <a:lnTo>
                    <a:pt x="4281218" y="2146270"/>
                  </a:lnTo>
                  <a:lnTo>
                    <a:pt x="4281850" y="2146270"/>
                  </a:lnTo>
                  <a:lnTo>
                    <a:pt x="4282228" y="2146270"/>
                  </a:lnTo>
                  <a:lnTo>
                    <a:pt x="4282355" y="2146270"/>
                  </a:lnTo>
                  <a:lnTo>
                    <a:pt x="4282481" y="2146270"/>
                  </a:lnTo>
                  <a:lnTo>
                    <a:pt x="4282607" y="2146270"/>
                  </a:lnTo>
                  <a:lnTo>
                    <a:pt x="4283365" y="2146270"/>
                  </a:lnTo>
                  <a:lnTo>
                    <a:pt x="4283617" y="2146270"/>
                  </a:lnTo>
                  <a:lnTo>
                    <a:pt x="4284122" y="2146270"/>
                  </a:lnTo>
                  <a:lnTo>
                    <a:pt x="4284249" y="2146270"/>
                  </a:lnTo>
                  <a:lnTo>
                    <a:pt x="4284375" y="2146270"/>
                  </a:lnTo>
                  <a:lnTo>
                    <a:pt x="4284501" y="2146270"/>
                  </a:lnTo>
                  <a:lnTo>
                    <a:pt x="4284627" y="2146270"/>
                  </a:lnTo>
                  <a:lnTo>
                    <a:pt x="4285132" y="2146270"/>
                  </a:lnTo>
                  <a:lnTo>
                    <a:pt x="4285637" y="2146270"/>
                  </a:lnTo>
                  <a:lnTo>
                    <a:pt x="4285764" y="2146270"/>
                  </a:lnTo>
                  <a:lnTo>
                    <a:pt x="4285890" y="2146270"/>
                  </a:lnTo>
                  <a:lnTo>
                    <a:pt x="4286016" y="2146270"/>
                  </a:lnTo>
                  <a:lnTo>
                    <a:pt x="4286142" y="2146270"/>
                  </a:lnTo>
                  <a:lnTo>
                    <a:pt x="4286647" y="2146270"/>
                  </a:lnTo>
                  <a:lnTo>
                    <a:pt x="4286900" y="2146270"/>
                  </a:lnTo>
                  <a:lnTo>
                    <a:pt x="4287279" y="2146270"/>
                  </a:lnTo>
                  <a:lnTo>
                    <a:pt x="4287405" y="2146270"/>
                  </a:lnTo>
                  <a:lnTo>
                    <a:pt x="4287657" y="2146270"/>
                  </a:lnTo>
                  <a:lnTo>
                    <a:pt x="4288162" y="2146270"/>
                  </a:lnTo>
                  <a:lnTo>
                    <a:pt x="4288289" y="2146270"/>
                  </a:lnTo>
                  <a:lnTo>
                    <a:pt x="4289046" y="2146270"/>
                  </a:lnTo>
                  <a:lnTo>
                    <a:pt x="4289425" y="2146270"/>
                  </a:lnTo>
                  <a:lnTo>
                    <a:pt x="4289678" y="2146270"/>
                  </a:lnTo>
                  <a:lnTo>
                    <a:pt x="4289804" y="2146270"/>
                  </a:lnTo>
                  <a:lnTo>
                    <a:pt x="4289930" y="2146270"/>
                  </a:lnTo>
                  <a:lnTo>
                    <a:pt x="4290309" y="2146270"/>
                  </a:lnTo>
                  <a:lnTo>
                    <a:pt x="4290688" y="2146270"/>
                  </a:lnTo>
                  <a:lnTo>
                    <a:pt x="4291319" y="2146270"/>
                  </a:lnTo>
                  <a:lnTo>
                    <a:pt x="4291698" y="2146270"/>
                  </a:lnTo>
                  <a:lnTo>
                    <a:pt x="4292329" y="2146270"/>
                  </a:lnTo>
                  <a:lnTo>
                    <a:pt x="4292834" y="2146270"/>
                  </a:lnTo>
                  <a:lnTo>
                    <a:pt x="4293339" y="2146270"/>
                  </a:lnTo>
                  <a:lnTo>
                    <a:pt x="4293718" y="2141359"/>
                  </a:lnTo>
                  <a:lnTo>
                    <a:pt x="4294097" y="2141359"/>
                  </a:lnTo>
                  <a:lnTo>
                    <a:pt x="4294349" y="2141359"/>
                  </a:lnTo>
                  <a:lnTo>
                    <a:pt x="4294728" y="2141359"/>
                  </a:lnTo>
                  <a:lnTo>
                    <a:pt x="4294980" y="2141359"/>
                  </a:lnTo>
                  <a:lnTo>
                    <a:pt x="4295107" y="2141359"/>
                  </a:lnTo>
                  <a:lnTo>
                    <a:pt x="4295359" y="2141359"/>
                  </a:lnTo>
                  <a:lnTo>
                    <a:pt x="4295738" y="2141359"/>
                  </a:lnTo>
                  <a:lnTo>
                    <a:pt x="4295990" y="2141359"/>
                  </a:lnTo>
                  <a:lnTo>
                    <a:pt x="4296117" y="2141359"/>
                  </a:lnTo>
                  <a:lnTo>
                    <a:pt x="4296748" y="2141359"/>
                  </a:lnTo>
                  <a:lnTo>
                    <a:pt x="4296874" y="2141359"/>
                  </a:lnTo>
                  <a:lnTo>
                    <a:pt x="4297000" y="2141359"/>
                  </a:lnTo>
                  <a:lnTo>
                    <a:pt x="4297505" y="2141359"/>
                  </a:lnTo>
                  <a:lnTo>
                    <a:pt x="4297884" y="2141359"/>
                  </a:lnTo>
                  <a:lnTo>
                    <a:pt x="4298389" y="2141359"/>
                  </a:lnTo>
                  <a:lnTo>
                    <a:pt x="4298515" y="2141359"/>
                  </a:lnTo>
                  <a:lnTo>
                    <a:pt x="4299273" y="2141359"/>
                  </a:lnTo>
                  <a:lnTo>
                    <a:pt x="4299399" y="2141359"/>
                  </a:lnTo>
                  <a:lnTo>
                    <a:pt x="4299778" y="2141359"/>
                  </a:lnTo>
                  <a:lnTo>
                    <a:pt x="4299904" y="2141359"/>
                  </a:lnTo>
                  <a:lnTo>
                    <a:pt x="4300157" y="2141359"/>
                  </a:lnTo>
                  <a:lnTo>
                    <a:pt x="4300283" y="2141359"/>
                  </a:lnTo>
                  <a:lnTo>
                    <a:pt x="4300409" y="2141359"/>
                  </a:lnTo>
                  <a:lnTo>
                    <a:pt x="4300914" y="2141359"/>
                  </a:lnTo>
                  <a:lnTo>
                    <a:pt x="4301041" y="2141359"/>
                  </a:lnTo>
                  <a:lnTo>
                    <a:pt x="4301419" y="2141359"/>
                  </a:lnTo>
                  <a:lnTo>
                    <a:pt x="4302303" y="2141359"/>
                  </a:lnTo>
                  <a:lnTo>
                    <a:pt x="4302429" y="2141359"/>
                  </a:lnTo>
                  <a:lnTo>
                    <a:pt x="4302808" y="2141359"/>
                  </a:lnTo>
                  <a:lnTo>
                    <a:pt x="4302934" y="2141359"/>
                  </a:lnTo>
                  <a:lnTo>
                    <a:pt x="4303313" y="2141359"/>
                  </a:lnTo>
                  <a:lnTo>
                    <a:pt x="4303944" y="2141359"/>
                  </a:lnTo>
                  <a:lnTo>
                    <a:pt x="4304071" y="2141359"/>
                  </a:lnTo>
                  <a:lnTo>
                    <a:pt x="4304828" y="2141359"/>
                  </a:lnTo>
                  <a:lnTo>
                    <a:pt x="4305460" y="2141359"/>
                  </a:lnTo>
                  <a:lnTo>
                    <a:pt x="4305586" y="2141359"/>
                  </a:lnTo>
                  <a:lnTo>
                    <a:pt x="4306343" y="2141359"/>
                  </a:lnTo>
                  <a:lnTo>
                    <a:pt x="4306470" y="2141359"/>
                  </a:lnTo>
                  <a:lnTo>
                    <a:pt x="4307101" y="2141359"/>
                  </a:lnTo>
                  <a:lnTo>
                    <a:pt x="4307227" y="2141359"/>
                  </a:lnTo>
                  <a:lnTo>
                    <a:pt x="4307858" y="2141359"/>
                  </a:lnTo>
                  <a:lnTo>
                    <a:pt x="4308742" y="2141359"/>
                  </a:lnTo>
                  <a:lnTo>
                    <a:pt x="4309247" y="2141359"/>
                  </a:lnTo>
                  <a:lnTo>
                    <a:pt x="4309374" y="2141359"/>
                  </a:lnTo>
                  <a:lnTo>
                    <a:pt x="4309626" y="2141359"/>
                  </a:lnTo>
                  <a:lnTo>
                    <a:pt x="4310131" y="2141359"/>
                  </a:lnTo>
                  <a:lnTo>
                    <a:pt x="4310636" y="2141359"/>
                  </a:lnTo>
                  <a:lnTo>
                    <a:pt x="4310762" y="2141359"/>
                  </a:lnTo>
                  <a:lnTo>
                    <a:pt x="4311015" y="2141359"/>
                  </a:lnTo>
                  <a:lnTo>
                    <a:pt x="4311267" y="2141359"/>
                  </a:lnTo>
                  <a:lnTo>
                    <a:pt x="4311646" y="2141359"/>
                  </a:lnTo>
                  <a:lnTo>
                    <a:pt x="4312782" y="2141359"/>
                  </a:lnTo>
                  <a:lnTo>
                    <a:pt x="4312909" y="2141359"/>
                  </a:lnTo>
                  <a:lnTo>
                    <a:pt x="4313035" y="2141359"/>
                  </a:lnTo>
                  <a:lnTo>
                    <a:pt x="4313161" y="2141359"/>
                  </a:lnTo>
                  <a:lnTo>
                    <a:pt x="4313287" y="2141359"/>
                  </a:lnTo>
                  <a:lnTo>
                    <a:pt x="4313666" y="2141359"/>
                  </a:lnTo>
                  <a:lnTo>
                    <a:pt x="4314045" y="2136448"/>
                  </a:lnTo>
                  <a:lnTo>
                    <a:pt x="4314171" y="2136448"/>
                  </a:lnTo>
                  <a:lnTo>
                    <a:pt x="4314550" y="2136448"/>
                  </a:lnTo>
                  <a:lnTo>
                    <a:pt x="4315055" y="2136448"/>
                  </a:lnTo>
                  <a:lnTo>
                    <a:pt x="4315181" y="2136448"/>
                  </a:lnTo>
                  <a:lnTo>
                    <a:pt x="4315308" y="2136448"/>
                  </a:lnTo>
                  <a:lnTo>
                    <a:pt x="4316191" y="2136448"/>
                  </a:lnTo>
                  <a:lnTo>
                    <a:pt x="4316696" y="2136448"/>
                  </a:lnTo>
                  <a:lnTo>
                    <a:pt x="4316823" y="2136448"/>
                  </a:lnTo>
                  <a:lnTo>
                    <a:pt x="4316949" y="2136448"/>
                  </a:lnTo>
                  <a:lnTo>
                    <a:pt x="4317075" y="2136448"/>
                  </a:lnTo>
                  <a:lnTo>
                    <a:pt x="4317454" y="2136448"/>
                  </a:lnTo>
                  <a:lnTo>
                    <a:pt x="4317706" y="2136448"/>
                  </a:lnTo>
                  <a:lnTo>
                    <a:pt x="4317833" y="2136448"/>
                  </a:lnTo>
                  <a:lnTo>
                    <a:pt x="4318969" y="2136448"/>
                  </a:lnTo>
                  <a:lnTo>
                    <a:pt x="4319095" y="2136448"/>
                  </a:lnTo>
                  <a:lnTo>
                    <a:pt x="4319221" y="2136448"/>
                  </a:lnTo>
                  <a:lnTo>
                    <a:pt x="4319600" y="2136448"/>
                  </a:lnTo>
                  <a:lnTo>
                    <a:pt x="4319979" y="2136448"/>
                  </a:lnTo>
                  <a:lnTo>
                    <a:pt x="4320610" y="2136448"/>
                  </a:lnTo>
                  <a:lnTo>
                    <a:pt x="4320737" y="2136448"/>
                  </a:lnTo>
                  <a:lnTo>
                    <a:pt x="4321368" y="2136448"/>
                  </a:lnTo>
                  <a:lnTo>
                    <a:pt x="4321747" y="2136448"/>
                  </a:lnTo>
                  <a:lnTo>
                    <a:pt x="4322757" y="2136448"/>
                  </a:lnTo>
                  <a:lnTo>
                    <a:pt x="4324019" y="2136448"/>
                  </a:lnTo>
                  <a:lnTo>
                    <a:pt x="4324145" y="2136448"/>
                  </a:lnTo>
                  <a:lnTo>
                    <a:pt x="4324272" y="2136448"/>
                  </a:lnTo>
                  <a:lnTo>
                    <a:pt x="4324398" y="2136448"/>
                  </a:lnTo>
                  <a:lnTo>
                    <a:pt x="4324524" y="2136448"/>
                  </a:lnTo>
                  <a:lnTo>
                    <a:pt x="4324903" y="2136448"/>
                  </a:lnTo>
                  <a:lnTo>
                    <a:pt x="4325029" y="2136448"/>
                  </a:lnTo>
                  <a:lnTo>
                    <a:pt x="4325282" y="2136448"/>
                  </a:lnTo>
                  <a:lnTo>
                    <a:pt x="4325534" y="2136448"/>
                  </a:lnTo>
                  <a:lnTo>
                    <a:pt x="4325913" y="2136448"/>
                  </a:lnTo>
                  <a:lnTo>
                    <a:pt x="4326039" y="2136448"/>
                  </a:lnTo>
                  <a:lnTo>
                    <a:pt x="4326166" y="2136448"/>
                  </a:lnTo>
                  <a:lnTo>
                    <a:pt x="4326418" y="2136448"/>
                  </a:lnTo>
                  <a:lnTo>
                    <a:pt x="4326671" y="2136448"/>
                  </a:lnTo>
                  <a:lnTo>
                    <a:pt x="4326797" y="2136448"/>
                  </a:lnTo>
                  <a:lnTo>
                    <a:pt x="4326923" y="2136448"/>
                  </a:lnTo>
                  <a:lnTo>
                    <a:pt x="4328312" y="2136448"/>
                  </a:lnTo>
                  <a:lnTo>
                    <a:pt x="4328438" y="2136448"/>
                  </a:lnTo>
                  <a:lnTo>
                    <a:pt x="4328691" y="2136448"/>
                  </a:lnTo>
                  <a:lnTo>
                    <a:pt x="4328817" y="2136448"/>
                  </a:lnTo>
                  <a:lnTo>
                    <a:pt x="4328943" y="2136448"/>
                  </a:lnTo>
                  <a:lnTo>
                    <a:pt x="4329196" y="2136448"/>
                  </a:lnTo>
                  <a:lnTo>
                    <a:pt x="4329448" y="2136448"/>
                  </a:lnTo>
                  <a:lnTo>
                    <a:pt x="4329701" y="2136448"/>
                  </a:lnTo>
                  <a:lnTo>
                    <a:pt x="4330080" y="2136448"/>
                  </a:lnTo>
                  <a:lnTo>
                    <a:pt x="4330206" y="2136448"/>
                  </a:lnTo>
                  <a:lnTo>
                    <a:pt x="4331973" y="2136448"/>
                  </a:lnTo>
                  <a:lnTo>
                    <a:pt x="4332352" y="2136448"/>
                  </a:lnTo>
                  <a:lnTo>
                    <a:pt x="4332731" y="2136448"/>
                  </a:lnTo>
                  <a:lnTo>
                    <a:pt x="4332983" y="2136448"/>
                  </a:lnTo>
                  <a:lnTo>
                    <a:pt x="4333110" y="2136448"/>
                  </a:lnTo>
                  <a:lnTo>
                    <a:pt x="4333236" y="2136448"/>
                  </a:lnTo>
                  <a:lnTo>
                    <a:pt x="4333615" y="2136448"/>
                  </a:lnTo>
                  <a:lnTo>
                    <a:pt x="4333741" y="2131536"/>
                  </a:lnTo>
                  <a:lnTo>
                    <a:pt x="4334120" y="2131536"/>
                  </a:lnTo>
                  <a:lnTo>
                    <a:pt x="4334246" y="2131536"/>
                  </a:lnTo>
                  <a:lnTo>
                    <a:pt x="4334372" y="2131536"/>
                  </a:lnTo>
                  <a:lnTo>
                    <a:pt x="4334625" y="2131536"/>
                  </a:lnTo>
                  <a:lnTo>
                    <a:pt x="4334751" y="2131536"/>
                  </a:lnTo>
                  <a:lnTo>
                    <a:pt x="4335761" y="2131536"/>
                  </a:lnTo>
                  <a:lnTo>
                    <a:pt x="4335887" y="2131536"/>
                  </a:lnTo>
                  <a:lnTo>
                    <a:pt x="4336519" y="2131536"/>
                  </a:lnTo>
                  <a:lnTo>
                    <a:pt x="4337150" y="2131536"/>
                  </a:lnTo>
                  <a:lnTo>
                    <a:pt x="4337907" y="2131536"/>
                  </a:lnTo>
                  <a:lnTo>
                    <a:pt x="4338034" y="2131536"/>
                  </a:lnTo>
                  <a:lnTo>
                    <a:pt x="4338286" y="2131536"/>
                  </a:lnTo>
                  <a:lnTo>
                    <a:pt x="4338917" y="2131536"/>
                  </a:lnTo>
                  <a:lnTo>
                    <a:pt x="4339296" y="2131536"/>
                  </a:lnTo>
                  <a:lnTo>
                    <a:pt x="4339422" y="2131536"/>
                  </a:lnTo>
                  <a:lnTo>
                    <a:pt x="4339675" y="2131536"/>
                  </a:lnTo>
                  <a:lnTo>
                    <a:pt x="4339801" y="2131536"/>
                  </a:lnTo>
                  <a:lnTo>
                    <a:pt x="4339927" y="2131536"/>
                  </a:lnTo>
                  <a:lnTo>
                    <a:pt x="4340054" y="2131536"/>
                  </a:lnTo>
                  <a:lnTo>
                    <a:pt x="4340306" y="2131536"/>
                  </a:lnTo>
                  <a:lnTo>
                    <a:pt x="4340433" y="2131536"/>
                  </a:lnTo>
                  <a:lnTo>
                    <a:pt x="4340811" y="2131536"/>
                  </a:lnTo>
                  <a:lnTo>
                    <a:pt x="4341190" y="2131536"/>
                  </a:lnTo>
                  <a:lnTo>
                    <a:pt x="4341821" y="2131536"/>
                  </a:lnTo>
                  <a:lnTo>
                    <a:pt x="4341948" y="2131536"/>
                  </a:lnTo>
                  <a:lnTo>
                    <a:pt x="4342074" y="2131536"/>
                  </a:lnTo>
                  <a:lnTo>
                    <a:pt x="4342326" y="2131536"/>
                  </a:lnTo>
                  <a:lnTo>
                    <a:pt x="4342705" y="2131536"/>
                  </a:lnTo>
                  <a:lnTo>
                    <a:pt x="4342958" y="2131536"/>
                  </a:lnTo>
                  <a:lnTo>
                    <a:pt x="4343210" y="2131536"/>
                  </a:lnTo>
                  <a:lnTo>
                    <a:pt x="4344094" y="2131536"/>
                  </a:lnTo>
                  <a:lnTo>
                    <a:pt x="4344220" y="2131536"/>
                  </a:lnTo>
                  <a:lnTo>
                    <a:pt x="4344473" y="2131536"/>
                  </a:lnTo>
                  <a:lnTo>
                    <a:pt x="4344978" y="2131536"/>
                  </a:lnTo>
                  <a:lnTo>
                    <a:pt x="4345483" y="2131536"/>
                  </a:lnTo>
                  <a:lnTo>
                    <a:pt x="4345988" y="2131536"/>
                  </a:lnTo>
                  <a:lnTo>
                    <a:pt x="4346240" y="2131536"/>
                  </a:lnTo>
                  <a:lnTo>
                    <a:pt x="4346367" y="2131536"/>
                  </a:lnTo>
                  <a:lnTo>
                    <a:pt x="4346493" y="2131536"/>
                  </a:lnTo>
                  <a:lnTo>
                    <a:pt x="4346872" y="2131536"/>
                  </a:lnTo>
                  <a:lnTo>
                    <a:pt x="4347882" y="2131536"/>
                  </a:lnTo>
                  <a:lnTo>
                    <a:pt x="4348134" y="2131536"/>
                  </a:lnTo>
                  <a:lnTo>
                    <a:pt x="4348765" y="2131536"/>
                  </a:lnTo>
                  <a:lnTo>
                    <a:pt x="4348892" y="2131536"/>
                  </a:lnTo>
                  <a:lnTo>
                    <a:pt x="4349018" y="2131536"/>
                  </a:lnTo>
                  <a:lnTo>
                    <a:pt x="4349270" y="2131536"/>
                  </a:lnTo>
                  <a:lnTo>
                    <a:pt x="4349649" y="2131536"/>
                  </a:lnTo>
                  <a:lnTo>
                    <a:pt x="4350028" y="2131536"/>
                  </a:lnTo>
                  <a:lnTo>
                    <a:pt x="4350154" y="2131536"/>
                  </a:lnTo>
                  <a:lnTo>
                    <a:pt x="4350786" y="2131536"/>
                  </a:lnTo>
                  <a:lnTo>
                    <a:pt x="4351291" y="2131536"/>
                  </a:lnTo>
                  <a:lnTo>
                    <a:pt x="4351417" y="2131536"/>
                  </a:lnTo>
                  <a:lnTo>
                    <a:pt x="4352301" y="2131536"/>
                  </a:lnTo>
                  <a:lnTo>
                    <a:pt x="4352427" y="2131536"/>
                  </a:lnTo>
                  <a:lnTo>
                    <a:pt x="4352806" y="2131536"/>
                  </a:lnTo>
                  <a:lnTo>
                    <a:pt x="4352806" y="2126625"/>
                  </a:lnTo>
                  <a:lnTo>
                    <a:pt x="4352932" y="2126625"/>
                  </a:lnTo>
                  <a:lnTo>
                    <a:pt x="4353311" y="2126625"/>
                  </a:lnTo>
                  <a:lnTo>
                    <a:pt x="4353689" y="2126625"/>
                  </a:lnTo>
                  <a:lnTo>
                    <a:pt x="4354194" y="2126625"/>
                  </a:lnTo>
                  <a:lnTo>
                    <a:pt x="4354447" y="2126625"/>
                  </a:lnTo>
                  <a:lnTo>
                    <a:pt x="4355078" y="2126625"/>
                  </a:lnTo>
                  <a:lnTo>
                    <a:pt x="4355331" y="2126625"/>
                  </a:lnTo>
                  <a:lnTo>
                    <a:pt x="4355457" y="2126625"/>
                  </a:lnTo>
                  <a:lnTo>
                    <a:pt x="4355710" y="2126625"/>
                  </a:lnTo>
                  <a:lnTo>
                    <a:pt x="4356215" y="2121713"/>
                  </a:lnTo>
                  <a:lnTo>
                    <a:pt x="4356341" y="2121713"/>
                  </a:lnTo>
                  <a:lnTo>
                    <a:pt x="4356593" y="2121713"/>
                  </a:lnTo>
                  <a:lnTo>
                    <a:pt x="4356720" y="2121713"/>
                  </a:lnTo>
                  <a:lnTo>
                    <a:pt x="4356846" y="2121713"/>
                  </a:lnTo>
                  <a:lnTo>
                    <a:pt x="4357351" y="2121713"/>
                  </a:lnTo>
                  <a:lnTo>
                    <a:pt x="4357856" y="2121713"/>
                  </a:lnTo>
                  <a:lnTo>
                    <a:pt x="4358235" y="2121713"/>
                  </a:lnTo>
                  <a:lnTo>
                    <a:pt x="4358866" y="2121713"/>
                  </a:lnTo>
                  <a:lnTo>
                    <a:pt x="4358992" y="2121713"/>
                  </a:lnTo>
                  <a:lnTo>
                    <a:pt x="4359245" y="2121713"/>
                  </a:lnTo>
                  <a:lnTo>
                    <a:pt x="4360255" y="2121713"/>
                  </a:lnTo>
                  <a:lnTo>
                    <a:pt x="4360381" y="2121713"/>
                  </a:lnTo>
                  <a:lnTo>
                    <a:pt x="4360507" y="2121713"/>
                  </a:lnTo>
                  <a:lnTo>
                    <a:pt x="4360760" y="2121713"/>
                  </a:lnTo>
                  <a:lnTo>
                    <a:pt x="4360886" y="2121713"/>
                  </a:lnTo>
                  <a:lnTo>
                    <a:pt x="4361265" y="2121713"/>
                  </a:lnTo>
                  <a:lnTo>
                    <a:pt x="4361391" y="2121713"/>
                  </a:lnTo>
                  <a:lnTo>
                    <a:pt x="4361517" y="2121713"/>
                  </a:lnTo>
                  <a:lnTo>
                    <a:pt x="4361644" y="2121713"/>
                  </a:lnTo>
                  <a:lnTo>
                    <a:pt x="4361896" y="2121713"/>
                  </a:lnTo>
                  <a:lnTo>
                    <a:pt x="4362022" y="2121713"/>
                  </a:lnTo>
                  <a:lnTo>
                    <a:pt x="4362906" y="2121713"/>
                  </a:lnTo>
                  <a:lnTo>
                    <a:pt x="4363159" y="2121713"/>
                  </a:lnTo>
                  <a:lnTo>
                    <a:pt x="4363537" y="2121713"/>
                  </a:lnTo>
                  <a:lnTo>
                    <a:pt x="4363790" y="2121713"/>
                  </a:lnTo>
                  <a:lnTo>
                    <a:pt x="4364421" y="2121713"/>
                  </a:lnTo>
                  <a:lnTo>
                    <a:pt x="4364547" y="2121713"/>
                  </a:lnTo>
                  <a:lnTo>
                    <a:pt x="4364674" y="2121713"/>
                  </a:lnTo>
                  <a:lnTo>
                    <a:pt x="4364926" y="2121713"/>
                  </a:lnTo>
                  <a:lnTo>
                    <a:pt x="4365179" y="2121713"/>
                  </a:lnTo>
                  <a:lnTo>
                    <a:pt x="4365684" y="2121713"/>
                  </a:lnTo>
                  <a:lnTo>
                    <a:pt x="4365810" y="2121713"/>
                  </a:lnTo>
                  <a:lnTo>
                    <a:pt x="4365936" y="2121713"/>
                  </a:lnTo>
                  <a:lnTo>
                    <a:pt x="4366063" y="2121713"/>
                  </a:lnTo>
                  <a:lnTo>
                    <a:pt x="4366189" y="2121713"/>
                  </a:lnTo>
                  <a:lnTo>
                    <a:pt x="4366694" y="2116802"/>
                  </a:lnTo>
                  <a:lnTo>
                    <a:pt x="4368083" y="2116802"/>
                  </a:lnTo>
                  <a:lnTo>
                    <a:pt x="4368209" y="2116802"/>
                  </a:lnTo>
                  <a:lnTo>
                    <a:pt x="4368335" y="2116802"/>
                  </a:lnTo>
                  <a:lnTo>
                    <a:pt x="4368461" y="2116802"/>
                  </a:lnTo>
                  <a:lnTo>
                    <a:pt x="4368588" y="2116802"/>
                  </a:lnTo>
                  <a:lnTo>
                    <a:pt x="4368966" y="2116802"/>
                  </a:lnTo>
                  <a:lnTo>
                    <a:pt x="4369219" y="2116802"/>
                  </a:lnTo>
                  <a:lnTo>
                    <a:pt x="4369345" y="2116802"/>
                  </a:lnTo>
                  <a:lnTo>
                    <a:pt x="4370355" y="2116802"/>
                  </a:lnTo>
                  <a:lnTo>
                    <a:pt x="4370860" y="2116802"/>
                  </a:lnTo>
                  <a:lnTo>
                    <a:pt x="4370986" y="2116802"/>
                  </a:lnTo>
                  <a:lnTo>
                    <a:pt x="4371365" y="2116802"/>
                  </a:lnTo>
                  <a:lnTo>
                    <a:pt x="4371492" y="2116802"/>
                  </a:lnTo>
                  <a:lnTo>
                    <a:pt x="4372375" y="2116802"/>
                  </a:lnTo>
                  <a:lnTo>
                    <a:pt x="4372502" y="2116802"/>
                  </a:lnTo>
                  <a:lnTo>
                    <a:pt x="4372628" y="2116802"/>
                  </a:lnTo>
                  <a:lnTo>
                    <a:pt x="4373133" y="2116802"/>
                  </a:lnTo>
                  <a:lnTo>
                    <a:pt x="4373638" y="2116802"/>
                  </a:lnTo>
                  <a:lnTo>
                    <a:pt x="4373764" y="2116802"/>
                  </a:lnTo>
                  <a:lnTo>
                    <a:pt x="4374017" y="2116802"/>
                  </a:lnTo>
                  <a:lnTo>
                    <a:pt x="4374143" y="2116802"/>
                  </a:lnTo>
                  <a:lnTo>
                    <a:pt x="4374648" y="2116802"/>
                  </a:lnTo>
                  <a:lnTo>
                    <a:pt x="4374900" y="2111891"/>
                  </a:lnTo>
                  <a:lnTo>
                    <a:pt x="4375027" y="2111891"/>
                  </a:lnTo>
                  <a:lnTo>
                    <a:pt x="4375279" y="2111891"/>
                  </a:lnTo>
                  <a:lnTo>
                    <a:pt x="4375405" y="2111891"/>
                  </a:lnTo>
                  <a:lnTo>
                    <a:pt x="4375658" y="2111891"/>
                  </a:lnTo>
                  <a:lnTo>
                    <a:pt x="4375784" y="2111891"/>
                  </a:lnTo>
                  <a:lnTo>
                    <a:pt x="4376163" y="2111891"/>
                  </a:lnTo>
                  <a:lnTo>
                    <a:pt x="4376289" y="2111891"/>
                  </a:lnTo>
                  <a:lnTo>
                    <a:pt x="4376416" y="2111891"/>
                  </a:lnTo>
                  <a:lnTo>
                    <a:pt x="4376668" y="2111891"/>
                  </a:lnTo>
                  <a:lnTo>
                    <a:pt x="4377299" y="2106979"/>
                  </a:lnTo>
                  <a:lnTo>
                    <a:pt x="4377426" y="2106979"/>
                  </a:lnTo>
                  <a:lnTo>
                    <a:pt x="4377678" y="2106979"/>
                  </a:lnTo>
                  <a:lnTo>
                    <a:pt x="4377804" y="2106979"/>
                  </a:lnTo>
                  <a:lnTo>
                    <a:pt x="4378057" y="2106979"/>
                  </a:lnTo>
                  <a:lnTo>
                    <a:pt x="4379319" y="2106979"/>
                  </a:lnTo>
                  <a:lnTo>
                    <a:pt x="4379824" y="2106979"/>
                  </a:lnTo>
                  <a:lnTo>
                    <a:pt x="4380456" y="2106979"/>
                  </a:lnTo>
                  <a:lnTo>
                    <a:pt x="4380582" y="2106979"/>
                  </a:lnTo>
                  <a:lnTo>
                    <a:pt x="4380708" y="2106979"/>
                  </a:lnTo>
                  <a:lnTo>
                    <a:pt x="4380834" y="2106979"/>
                  </a:lnTo>
                  <a:lnTo>
                    <a:pt x="4381087" y="2106979"/>
                  </a:lnTo>
                  <a:lnTo>
                    <a:pt x="4381466" y="2106979"/>
                  </a:lnTo>
                  <a:lnTo>
                    <a:pt x="4381845" y="2102068"/>
                  </a:lnTo>
                  <a:lnTo>
                    <a:pt x="4382097" y="2102068"/>
                  </a:lnTo>
                  <a:lnTo>
                    <a:pt x="4382350" y="2102068"/>
                  </a:lnTo>
                  <a:lnTo>
                    <a:pt x="4382476" y="2102068"/>
                  </a:lnTo>
                  <a:lnTo>
                    <a:pt x="4383107" y="2102068"/>
                  </a:lnTo>
                  <a:lnTo>
                    <a:pt x="4383360" y="2102068"/>
                  </a:lnTo>
                  <a:lnTo>
                    <a:pt x="4383486" y="2102068"/>
                  </a:lnTo>
                  <a:lnTo>
                    <a:pt x="4383612" y="2102068"/>
                  </a:lnTo>
                  <a:lnTo>
                    <a:pt x="4383738" y="2102068"/>
                  </a:lnTo>
                  <a:lnTo>
                    <a:pt x="4384243" y="2102068"/>
                  </a:lnTo>
                  <a:lnTo>
                    <a:pt x="4384496" y="2102068"/>
                  </a:lnTo>
                  <a:lnTo>
                    <a:pt x="4384875" y="2102068"/>
                  </a:lnTo>
                  <a:lnTo>
                    <a:pt x="4385253" y="2102068"/>
                  </a:lnTo>
                  <a:lnTo>
                    <a:pt x="4385506" y="2102068"/>
                  </a:lnTo>
                  <a:lnTo>
                    <a:pt x="4386137" y="2102068"/>
                  </a:lnTo>
                  <a:lnTo>
                    <a:pt x="4386263" y="2102068"/>
                  </a:lnTo>
                  <a:lnTo>
                    <a:pt x="4386390" y="2102068"/>
                  </a:lnTo>
                  <a:lnTo>
                    <a:pt x="4386895" y="2102068"/>
                  </a:lnTo>
                  <a:lnTo>
                    <a:pt x="4387021" y="2102068"/>
                  </a:lnTo>
                  <a:lnTo>
                    <a:pt x="4387147" y="2102068"/>
                  </a:lnTo>
                  <a:lnTo>
                    <a:pt x="4387274" y="2102068"/>
                  </a:lnTo>
                  <a:lnTo>
                    <a:pt x="4387400" y="2102068"/>
                  </a:lnTo>
                  <a:lnTo>
                    <a:pt x="4387526" y="2102068"/>
                  </a:lnTo>
                  <a:lnTo>
                    <a:pt x="4388031" y="2102068"/>
                  </a:lnTo>
                  <a:lnTo>
                    <a:pt x="4388157" y="2102068"/>
                  </a:lnTo>
                  <a:lnTo>
                    <a:pt x="4388284" y="2102068"/>
                  </a:lnTo>
                  <a:lnTo>
                    <a:pt x="4388410" y="2102068"/>
                  </a:lnTo>
                  <a:lnTo>
                    <a:pt x="4388789" y="2102068"/>
                  </a:lnTo>
                  <a:lnTo>
                    <a:pt x="4389420" y="2102068"/>
                  </a:lnTo>
                  <a:lnTo>
                    <a:pt x="4389672" y="2102068"/>
                  </a:lnTo>
                  <a:lnTo>
                    <a:pt x="4389799" y="2102068"/>
                  </a:lnTo>
                  <a:lnTo>
                    <a:pt x="4389925" y="2102068"/>
                  </a:lnTo>
                  <a:lnTo>
                    <a:pt x="4390177" y="2102068"/>
                  </a:lnTo>
                  <a:lnTo>
                    <a:pt x="4390304" y="2102068"/>
                  </a:lnTo>
                  <a:lnTo>
                    <a:pt x="4390935" y="2097157"/>
                  </a:lnTo>
                  <a:lnTo>
                    <a:pt x="4391314" y="2097157"/>
                  </a:lnTo>
                  <a:lnTo>
                    <a:pt x="4391440" y="2097157"/>
                  </a:lnTo>
                  <a:lnTo>
                    <a:pt x="4391566" y="2097157"/>
                  </a:lnTo>
                  <a:lnTo>
                    <a:pt x="4391819" y="2092245"/>
                  </a:lnTo>
                  <a:lnTo>
                    <a:pt x="4391945" y="2092245"/>
                  </a:lnTo>
                  <a:lnTo>
                    <a:pt x="4392324" y="2092245"/>
                  </a:lnTo>
                  <a:lnTo>
                    <a:pt x="4392829" y="2092245"/>
                  </a:lnTo>
                  <a:lnTo>
                    <a:pt x="4393081" y="2092245"/>
                  </a:lnTo>
                  <a:lnTo>
                    <a:pt x="4393208" y="2092245"/>
                  </a:lnTo>
                  <a:lnTo>
                    <a:pt x="4393586" y="2092245"/>
                  </a:lnTo>
                  <a:lnTo>
                    <a:pt x="4393713" y="2092245"/>
                  </a:lnTo>
                  <a:lnTo>
                    <a:pt x="4394344" y="2092245"/>
                  </a:lnTo>
                  <a:lnTo>
                    <a:pt x="4394723" y="2092245"/>
                  </a:lnTo>
                  <a:lnTo>
                    <a:pt x="4394849" y="2092245"/>
                  </a:lnTo>
                  <a:lnTo>
                    <a:pt x="4395101" y="2092245"/>
                  </a:lnTo>
                  <a:lnTo>
                    <a:pt x="4395606" y="2092245"/>
                  </a:lnTo>
                  <a:lnTo>
                    <a:pt x="4396238" y="2092245"/>
                  </a:lnTo>
                  <a:lnTo>
                    <a:pt x="4396616" y="2092245"/>
                  </a:lnTo>
                  <a:lnTo>
                    <a:pt x="4396995" y="2092245"/>
                  </a:lnTo>
                  <a:lnTo>
                    <a:pt x="4397248" y="2092245"/>
                  </a:lnTo>
                  <a:lnTo>
                    <a:pt x="4397374" y="2092245"/>
                  </a:lnTo>
                  <a:lnTo>
                    <a:pt x="4397500" y="2092245"/>
                  </a:lnTo>
                  <a:lnTo>
                    <a:pt x="4398005" y="2092245"/>
                  </a:lnTo>
                  <a:lnTo>
                    <a:pt x="4398637" y="2092245"/>
                  </a:lnTo>
                  <a:lnTo>
                    <a:pt x="4399015" y="2092245"/>
                  </a:lnTo>
                  <a:lnTo>
                    <a:pt x="4399142" y="2092245"/>
                  </a:lnTo>
                  <a:lnTo>
                    <a:pt x="4399520" y="2092245"/>
                  </a:lnTo>
                  <a:lnTo>
                    <a:pt x="4399647" y="2092245"/>
                  </a:lnTo>
                  <a:lnTo>
                    <a:pt x="4399899" y="2092245"/>
                  </a:lnTo>
                  <a:lnTo>
                    <a:pt x="4400025" y="2092245"/>
                  </a:lnTo>
                  <a:lnTo>
                    <a:pt x="4400152" y="2092245"/>
                  </a:lnTo>
                  <a:lnTo>
                    <a:pt x="4400530" y="2092245"/>
                  </a:lnTo>
                  <a:lnTo>
                    <a:pt x="4400657" y="2092245"/>
                  </a:lnTo>
                  <a:lnTo>
                    <a:pt x="4401414" y="2092245"/>
                  </a:lnTo>
                  <a:lnTo>
                    <a:pt x="4401793" y="2092245"/>
                  </a:lnTo>
                  <a:lnTo>
                    <a:pt x="4402424" y="2092245"/>
                  </a:lnTo>
                  <a:lnTo>
                    <a:pt x="4402551" y="2092245"/>
                  </a:lnTo>
                  <a:lnTo>
                    <a:pt x="4402677" y="2092245"/>
                  </a:lnTo>
                  <a:lnTo>
                    <a:pt x="4403434" y="2087334"/>
                  </a:lnTo>
                  <a:lnTo>
                    <a:pt x="4403687" y="2087334"/>
                  </a:lnTo>
                  <a:lnTo>
                    <a:pt x="4403813" y="2087334"/>
                  </a:lnTo>
                  <a:lnTo>
                    <a:pt x="4403939" y="2087334"/>
                  </a:lnTo>
                  <a:lnTo>
                    <a:pt x="4404318" y="2087334"/>
                  </a:lnTo>
                  <a:lnTo>
                    <a:pt x="4405076" y="2087334"/>
                  </a:lnTo>
                  <a:lnTo>
                    <a:pt x="4405202" y="2087334"/>
                  </a:lnTo>
                  <a:lnTo>
                    <a:pt x="4406086" y="2082422"/>
                  </a:lnTo>
                  <a:lnTo>
                    <a:pt x="4406212" y="2082422"/>
                  </a:lnTo>
                  <a:lnTo>
                    <a:pt x="4406338" y="2082422"/>
                  </a:lnTo>
                  <a:lnTo>
                    <a:pt x="4406464" y="2082422"/>
                  </a:lnTo>
                  <a:lnTo>
                    <a:pt x="4406591" y="2082422"/>
                  </a:lnTo>
                  <a:lnTo>
                    <a:pt x="4406717" y="2082422"/>
                  </a:lnTo>
                  <a:lnTo>
                    <a:pt x="4407727" y="2082422"/>
                  </a:lnTo>
                  <a:lnTo>
                    <a:pt x="4407980" y="2082422"/>
                  </a:lnTo>
                  <a:lnTo>
                    <a:pt x="4408106" y="2082422"/>
                  </a:lnTo>
                  <a:lnTo>
                    <a:pt x="4408485" y="2082422"/>
                  </a:lnTo>
                  <a:lnTo>
                    <a:pt x="4408611" y="2082422"/>
                  </a:lnTo>
                  <a:lnTo>
                    <a:pt x="4408737" y="2082422"/>
                  </a:lnTo>
                  <a:lnTo>
                    <a:pt x="4410000" y="2082422"/>
                  </a:lnTo>
                  <a:lnTo>
                    <a:pt x="4410252" y="2082422"/>
                  </a:lnTo>
                  <a:lnTo>
                    <a:pt x="4410505" y="2082422"/>
                  </a:lnTo>
                  <a:lnTo>
                    <a:pt x="4410631" y="2082422"/>
                  </a:lnTo>
                  <a:lnTo>
                    <a:pt x="4411262" y="2082422"/>
                  </a:lnTo>
                  <a:lnTo>
                    <a:pt x="4412525" y="2082422"/>
                  </a:lnTo>
                  <a:lnTo>
                    <a:pt x="4412651" y="2082422"/>
                  </a:lnTo>
                  <a:lnTo>
                    <a:pt x="4413914" y="2082422"/>
                  </a:lnTo>
                  <a:lnTo>
                    <a:pt x="4414040" y="2082422"/>
                  </a:lnTo>
                  <a:lnTo>
                    <a:pt x="4414292" y="2082422"/>
                  </a:lnTo>
                  <a:lnTo>
                    <a:pt x="4414419" y="2082422"/>
                  </a:lnTo>
                  <a:lnTo>
                    <a:pt x="4415681" y="2082422"/>
                  </a:lnTo>
                  <a:lnTo>
                    <a:pt x="4416439" y="2077511"/>
                  </a:lnTo>
                  <a:lnTo>
                    <a:pt x="4417070" y="2077511"/>
                  </a:lnTo>
                  <a:lnTo>
                    <a:pt x="4417196" y="2077511"/>
                  </a:lnTo>
                  <a:lnTo>
                    <a:pt x="4417322" y="2077511"/>
                  </a:lnTo>
                  <a:lnTo>
                    <a:pt x="4417449" y="2077511"/>
                  </a:lnTo>
                  <a:lnTo>
                    <a:pt x="4418333" y="2072600"/>
                  </a:lnTo>
                  <a:lnTo>
                    <a:pt x="4418459" y="2072600"/>
                  </a:lnTo>
                  <a:lnTo>
                    <a:pt x="4418838" y="2072600"/>
                  </a:lnTo>
                  <a:lnTo>
                    <a:pt x="4419216" y="2072600"/>
                  </a:lnTo>
                  <a:lnTo>
                    <a:pt x="4419469" y="2072600"/>
                  </a:lnTo>
                  <a:lnTo>
                    <a:pt x="4419595" y="2072600"/>
                  </a:lnTo>
                  <a:lnTo>
                    <a:pt x="4419721" y="2072600"/>
                  </a:lnTo>
                  <a:lnTo>
                    <a:pt x="4419848" y="2072600"/>
                  </a:lnTo>
                  <a:lnTo>
                    <a:pt x="4420479" y="2072600"/>
                  </a:lnTo>
                  <a:lnTo>
                    <a:pt x="4420605" y="2072600"/>
                  </a:lnTo>
                  <a:lnTo>
                    <a:pt x="4421236" y="2072600"/>
                  </a:lnTo>
                  <a:lnTo>
                    <a:pt x="4421363" y="2072600"/>
                  </a:lnTo>
                  <a:lnTo>
                    <a:pt x="4421489" y="2072600"/>
                  </a:lnTo>
                  <a:lnTo>
                    <a:pt x="4422120" y="2072600"/>
                  </a:lnTo>
                  <a:lnTo>
                    <a:pt x="4422246" y="2072600"/>
                  </a:lnTo>
                  <a:lnTo>
                    <a:pt x="4422373" y="2072600"/>
                  </a:lnTo>
                  <a:lnTo>
                    <a:pt x="4422625" y="2072600"/>
                  </a:lnTo>
                  <a:lnTo>
                    <a:pt x="4422752" y="2072600"/>
                  </a:lnTo>
                  <a:lnTo>
                    <a:pt x="4423004" y="2072600"/>
                  </a:lnTo>
                  <a:lnTo>
                    <a:pt x="4423130" y="2072600"/>
                  </a:lnTo>
                  <a:lnTo>
                    <a:pt x="4423762" y="2072600"/>
                  </a:lnTo>
                  <a:lnTo>
                    <a:pt x="4423888" y="2072600"/>
                  </a:lnTo>
                  <a:lnTo>
                    <a:pt x="4424267" y="2072600"/>
                  </a:lnTo>
                  <a:lnTo>
                    <a:pt x="4424898" y="2072600"/>
                  </a:lnTo>
                  <a:lnTo>
                    <a:pt x="4425024" y="2072600"/>
                  </a:lnTo>
                  <a:lnTo>
                    <a:pt x="4425150" y="2072600"/>
                  </a:lnTo>
                  <a:lnTo>
                    <a:pt x="4425403" y="2072600"/>
                  </a:lnTo>
                  <a:lnTo>
                    <a:pt x="4425782" y="2072600"/>
                  </a:lnTo>
                  <a:lnTo>
                    <a:pt x="4426539" y="2072600"/>
                  </a:lnTo>
                  <a:lnTo>
                    <a:pt x="4426665" y="2072600"/>
                  </a:lnTo>
                  <a:lnTo>
                    <a:pt x="4426792" y="2072600"/>
                  </a:lnTo>
                  <a:lnTo>
                    <a:pt x="4426918" y="2072600"/>
                  </a:lnTo>
                  <a:lnTo>
                    <a:pt x="4427170" y="2072600"/>
                  </a:lnTo>
                  <a:lnTo>
                    <a:pt x="4427423" y="2072600"/>
                  </a:lnTo>
                  <a:lnTo>
                    <a:pt x="4427549" y="2072600"/>
                  </a:lnTo>
                  <a:lnTo>
                    <a:pt x="4427802" y="2072600"/>
                  </a:lnTo>
                  <a:lnTo>
                    <a:pt x="4427928" y="2072600"/>
                  </a:lnTo>
                  <a:lnTo>
                    <a:pt x="4428181" y="2072600"/>
                  </a:lnTo>
                  <a:lnTo>
                    <a:pt x="4428433" y="2072600"/>
                  </a:lnTo>
                  <a:lnTo>
                    <a:pt x="4428812" y="2072600"/>
                  </a:lnTo>
                  <a:lnTo>
                    <a:pt x="4428938" y="2072600"/>
                  </a:lnTo>
                  <a:lnTo>
                    <a:pt x="4429064" y="2072600"/>
                  </a:lnTo>
                  <a:lnTo>
                    <a:pt x="4429191" y="2072600"/>
                  </a:lnTo>
                  <a:lnTo>
                    <a:pt x="4429822" y="2072600"/>
                  </a:lnTo>
                  <a:lnTo>
                    <a:pt x="4429948" y="2072600"/>
                  </a:lnTo>
                  <a:lnTo>
                    <a:pt x="4430074" y="2072600"/>
                  </a:lnTo>
                  <a:lnTo>
                    <a:pt x="4430327" y="2072600"/>
                  </a:lnTo>
                  <a:lnTo>
                    <a:pt x="4431084" y="2072600"/>
                  </a:lnTo>
                  <a:lnTo>
                    <a:pt x="4431211" y="2072600"/>
                  </a:lnTo>
                  <a:lnTo>
                    <a:pt x="4431589" y="2072600"/>
                  </a:lnTo>
                  <a:lnTo>
                    <a:pt x="4431716" y="2072600"/>
                  </a:lnTo>
                  <a:lnTo>
                    <a:pt x="4431842" y="2072600"/>
                  </a:lnTo>
                  <a:lnTo>
                    <a:pt x="4431968" y="2072600"/>
                  </a:lnTo>
                  <a:lnTo>
                    <a:pt x="4432347" y="2072600"/>
                  </a:lnTo>
                  <a:lnTo>
                    <a:pt x="4432473" y="2072600"/>
                  </a:lnTo>
                  <a:lnTo>
                    <a:pt x="4432726" y="2072600"/>
                  </a:lnTo>
                  <a:lnTo>
                    <a:pt x="4432852" y="2072600"/>
                  </a:lnTo>
                  <a:lnTo>
                    <a:pt x="4432978" y="2072600"/>
                  </a:lnTo>
                  <a:lnTo>
                    <a:pt x="4433105" y="2072600"/>
                  </a:lnTo>
                  <a:lnTo>
                    <a:pt x="4433483" y="2072600"/>
                  </a:lnTo>
                  <a:lnTo>
                    <a:pt x="4433736" y="2072600"/>
                  </a:lnTo>
                  <a:lnTo>
                    <a:pt x="4433862" y="2072600"/>
                  </a:lnTo>
                  <a:lnTo>
                    <a:pt x="4434493" y="2072600"/>
                  </a:lnTo>
                  <a:lnTo>
                    <a:pt x="4434620" y="2067688"/>
                  </a:lnTo>
                  <a:lnTo>
                    <a:pt x="4434872" y="2067688"/>
                  </a:lnTo>
                  <a:lnTo>
                    <a:pt x="4435377" y="2067688"/>
                  </a:lnTo>
                  <a:lnTo>
                    <a:pt x="4435503" y="2067688"/>
                  </a:lnTo>
                  <a:lnTo>
                    <a:pt x="4435756" y="2067688"/>
                  </a:lnTo>
                  <a:lnTo>
                    <a:pt x="4435882" y="2067688"/>
                  </a:lnTo>
                  <a:lnTo>
                    <a:pt x="4436135" y="2067688"/>
                  </a:lnTo>
                  <a:lnTo>
                    <a:pt x="4436261" y="2067688"/>
                  </a:lnTo>
                  <a:lnTo>
                    <a:pt x="4436640" y="2067688"/>
                  </a:lnTo>
                  <a:lnTo>
                    <a:pt x="4436892" y="2067688"/>
                  </a:lnTo>
                  <a:lnTo>
                    <a:pt x="4437271" y="2067688"/>
                  </a:lnTo>
                  <a:lnTo>
                    <a:pt x="4437776" y="2067688"/>
                  </a:lnTo>
                  <a:lnTo>
                    <a:pt x="4437902" y="2067688"/>
                  </a:lnTo>
                  <a:lnTo>
                    <a:pt x="4438155" y="2067688"/>
                  </a:lnTo>
                  <a:lnTo>
                    <a:pt x="4438281" y="2067688"/>
                  </a:lnTo>
                  <a:lnTo>
                    <a:pt x="4438407" y="2067688"/>
                  </a:lnTo>
                  <a:lnTo>
                    <a:pt x="4438534" y="2067688"/>
                  </a:lnTo>
                  <a:lnTo>
                    <a:pt x="4438912" y="2067688"/>
                  </a:lnTo>
                  <a:lnTo>
                    <a:pt x="4439291" y="2067688"/>
                  </a:lnTo>
                  <a:lnTo>
                    <a:pt x="4439417" y="2067688"/>
                  </a:lnTo>
                  <a:lnTo>
                    <a:pt x="4439544" y="2067688"/>
                  </a:lnTo>
                  <a:lnTo>
                    <a:pt x="4439670" y="2062777"/>
                  </a:lnTo>
                  <a:lnTo>
                    <a:pt x="4439796" y="2062777"/>
                  </a:lnTo>
                  <a:lnTo>
                    <a:pt x="4439922" y="2062777"/>
                  </a:lnTo>
                  <a:lnTo>
                    <a:pt x="4440427" y="2062777"/>
                  </a:lnTo>
                  <a:lnTo>
                    <a:pt x="4440554" y="2062777"/>
                  </a:lnTo>
                  <a:lnTo>
                    <a:pt x="4441059" y="2062777"/>
                  </a:lnTo>
                  <a:lnTo>
                    <a:pt x="4441185" y="2062777"/>
                  </a:lnTo>
                  <a:lnTo>
                    <a:pt x="4441437" y="2062777"/>
                  </a:lnTo>
                  <a:lnTo>
                    <a:pt x="4441564" y="2062777"/>
                  </a:lnTo>
                  <a:lnTo>
                    <a:pt x="4441690" y="2062777"/>
                  </a:lnTo>
                  <a:lnTo>
                    <a:pt x="4442447" y="2062777"/>
                  </a:lnTo>
                  <a:lnTo>
                    <a:pt x="4442574" y="2062777"/>
                  </a:lnTo>
                  <a:lnTo>
                    <a:pt x="4442826" y="2062777"/>
                  </a:lnTo>
                  <a:lnTo>
                    <a:pt x="4443205" y="2062777"/>
                  </a:lnTo>
                  <a:lnTo>
                    <a:pt x="4443710" y="2062777"/>
                  </a:lnTo>
                  <a:lnTo>
                    <a:pt x="4443963" y="2062777"/>
                  </a:lnTo>
                  <a:lnTo>
                    <a:pt x="4444089" y="2062777"/>
                  </a:lnTo>
                  <a:lnTo>
                    <a:pt x="4444468" y="2062777"/>
                  </a:lnTo>
                  <a:lnTo>
                    <a:pt x="4444594" y="2062777"/>
                  </a:lnTo>
                  <a:lnTo>
                    <a:pt x="4444846" y="2062777"/>
                  </a:lnTo>
                  <a:lnTo>
                    <a:pt x="4445099" y="2062777"/>
                  </a:lnTo>
                  <a:lnTo>
                    <a:pt x="4445351" y="2062777"/>
                  </a:lnTo>
                  <a:lnTo>
                    <a:pt x="4445983" y="2062777"/>
                  </a:lnTo>
                  <a:lnTo>
                    <a:pt x="4446488" y="2062777"/>
                  </a:lnTo>
                  <a:lnTo>
                    <a:pt x="4446740" y="2062777"/>
                  </a:lnTo>
                  <a:lnTo>
                    <a:pt x="4446866" y="2062777"/>
                  </a:lnTo>
                  <a:lnTo>
                    <a:pt x="4447119" y="2062777"/>
                  </a:lnTo>
                  <a:lnTo>
                    <a:pt x="4447371" y="2062777"/>
                  </a:lnTo>
                  <a:lnTo>
                    <a:pt x="4447876" y="2062777"/>
                  </a:lnTo>
                  <a:lnTo>
                    <a:pt x="4448129" y="2062777"/>
                  </a:lnTo>
                  <a:lnTo>
                    <a:pt x="4448255" y="2062777"/>
                  </a:lnTo>
                  <a:lnTo>
                    <a:pt x="4448381" y="2062777"/>
                  </a:lnTo>
                  <a:lnTo>
                    <a:pt x="4449013" y="2062777"/>
                  </a:lnTo>
                  <a:lnTo>
                    <a:pt x="4449139" y="2062777"/>
                  </a:lnTo>
                  <a:lnTo>
                    <a:pt x="4449265" y="2062777"/>
                  </a:lnTo>
                  <a:lnTo>
                    <a:pt x="4449897" y="2062777"/>
                  </a:lnTo>
                  <a:lnTo>
                    <a:pt x="4450023" y="2062777"/>
                  </a:lnTo>
                  <a:lnTo>
                    <a:pt x="4450402" y="2062777"/>
                  </a:lnTo>
                  <a:lnTo>
                    <a:pt x="4450654" y="2062777"/>
                  </a:lnTo>
                  <a:lnTo>
                    <a:pt x="4450780" y="2062777"/>
                  </a:lnTo>
                  <a:lnTo>
                    <a:pt x="4451033" y="2062777"/>
                  </a:lnTo>
                  <a:lnTo>
                    <a:pt x="4451159" y="2062777"/>
                  </a:lnTo>
                  <a:lnTo>
                    <a:pt x="4451664" y="2062777"/>
                  </a:lnTo>
                  <a:lnTo>
                    <a:pt x="4451790" y="2062777"/>
                  </a:lnTo>
                  <a:lnTo>
                    <a:pt x="4452800" y="2062777"/>
                  </a:lnTo>
                  <a:lnTo>
                    <a:pt x="4453432" y="2062777"/>
                  </a:lnTo>
                  <a:lnTo>
                    <a:pt x="4454316" y="2062777"/>
                  </a:lnTo>
                  <a:lnTo>
                    <a:pt x="4454442" y="2062777"/>
                  </a:lnTo>
                  <a:lnTo>
                    <a:pt x="4455199" y="2062777"/>
                  </a:lnTo>
                  <a:lnTo>
                    <a:pt x="4456083" y="2062777"/>
                  </a:lnTo>
                  <a:lnTo>
                    <a:pt x="4456714" y="2062777"/>
                  </a:lnTo>
                  <a:lnTo>
                    <a:pt x="4457346" y="2062777"/>
                  </a:lnTo>
                  <a:lnTo>
                    <a:pt x="4457598" y="2062777"/>
                  </a:lnTo>
                  <a:lnTo>
                    <a:pt x="4458229" y="2062777"/>
                  </a:lnTo>
                  <a:lnTo>
                    <a:pt x="4458987" y="2062777"/>
                  </a:lnTo>
                  <a:lnTo>
                    <a:pt x="4459492" y="2062777"/>
                  </a:lnTo>
                  <a:lnTo>
                    <a:pt x="4459745" y="2062777"/>
                  </a:lnTo>
                  <a:lnTo>
                    <a:pt x="4460376" y="2062777"/>
                  </a:lnTo>
                  <a:lnTo>
                    <a:pt x="4460502" y="2062777"/>
                  </a:lnTo>
                  <a:lnTo>
                    <a:pt x="4460881" y="2062777"/>
                  </a:lnTo>
                  <a:lnTo>
                    <a:pt x="4461007" y="2062777"/>
                  </a:lnTo>
                  <a:lnTo>
                    <a:pt x="4461512" y="2062777"/>
                  </a:lnTo>
                  <a:lnTo>
                    <a:pt x="4461638" y="2062777"/>
                  </a:lnTo>
                  <a:lnTo>
                    <a:pt x="4462270" y="2057866"/>
                  </a:lnTo>
                  <a:lnTo>
                    <a:pt x="4462396" y="2057866"/>
                  </a:lnTo>
                  <a:lnTo>
                    <a:pt x="4462522" y="2057866"/>
                  </a:lnTo>
                  <a:lnTo>
                    <a:pt x="4462775" y="2057866"/>
                  </a:lnTo>
                  <a:lnTo>
                    <a:pt x="4462901" y="2057866"/>
                  </a:lnTo>
                  <a:lnTo>
                    <a:pt x="4463027" y="2057866"/>
                  </a:lnTo>
                  <a:lnTo>
                    <a:pt x="4463153" y="2057866"/>
                  </a:lnTo>
                  <a:lnTo>
                    <a:pt x="4463532" y="2057866"/>
                  </a:lnTo>
                  <a:lnTo>
                    <a:pt x="4463911" y="2057866"/>
                  </a:lnTo>
                  <a:lnTo>
                    <a:pt x="4464037" y="2057866"/>
                  </a:lnTo>
                  <a:lnTo>
                    <a:pt x="4464164" y="2057866"/>
                  </a:lnTo>
                  <a:lnTo>
                    <a:pt x="4464669" y="2057866"/>
                  </a:lnTo>
                  <a:lnTo>
                    <a:pt x="4464921" y="2057866"/>
                  </a:lnTo>
                  <a:lnTo>
                    <a:pt x="4465174" y="2057866"/>
                  </a:lnTo>
                  <a:lnTo>
                    <a:pt x="4465300" y="2057866"/>
                  </a:lnTo>
                  <a:lnTo>
                    <a:pt x="4465552" y="2057866"/>
                  </a:lnTo>
                  <a:lnTo>
                    <a:pt x="4465805" y="2057866"/>
                  </a:lnTo>
                  <a:lnTo>
                    <a:pt x="4466562" y="2057866"/>
                  </a:lnTo>
                  <a:lnTo>
                    <a:pt x="4466689" y="2057866"/>
                  </a:lnTo>
                  <a:lnTo>
                    <a:pt x="4466941" y="2057866"/>
                  </a:lnTo>
                  <a:lnTo>
                    <a:pt x="4467067" y="2057866"/>
                  </a:lnTo>
                  <a:lnTo>
                    <a:pt x="4467320" y="2057866"/>
                  </a:lnTo>
                  <a:lnTo>
                    <a:pt x="4467446" y="2057866"/>
                  </a:lnTo>
                  <a:lnTo>
                    <a:pt x="4467699" y="2057866"/>
                  </a:lnTo>
                  <a:lnTo>
                    <a:pt x="4467825" y="2057866"/>
                  </a:lnTo>
                  <a:lnTo>
                    <a:pt x="4467951" y="2057866"/>
                  </a:lnTo>
                  <a:lnTo>
                    <a:pt x="4468582" y="2057866"/>
                  </a:lnTo>
                  <a:lnTo>
                    <a:pt x="4468835" y="2057866"/>
                  </a:lnTo>
                  <a:lnTo>
                    <a:pt x="4468961" y="2057866"/>
                  </a:lnTo>
                  <a:lnTo>
                    <a:pt x="4469088" y="2057866"/>
                  </a:lnTo>
                  <a:lnTo>
                    <a:pt x="4469214" y="2057866"/>
                  </a:lnTo>
                  <a:lnTo>
                    <a:pt x="4469340" y="2057866"/>
                  </a:lnTo>
                  <a:lnTo>
                    <a:pt x="4469466" y="2057866"/>
                  </a:lnTo>
                  <a:lnTo>
                    <a:pt x="4469845" y="2052954"/>
                  </a:lnTo>
                  <a:lnTo>
                    <a:pt x="4469971" y="2052954"/>
                  </a:lnTo>
                  <a:lnTo>
                    <a:pt x="4470098" y="2052954"/>
                  </a:lnTo>
                  <a:lnTo>
                    <a:pt x="4470476" y="2052954"/>
                  </a:lnTo>
                  <a:lnTo>
                    <a:pt x="4470855" y="2048043"/>
                  </a:lnTo>
                  <a:lnTo>
                    <a:pt x="4470981" y="2048043"/>
                  </a:lnTo>
                  <a:lnTo>
                    <a:pt x="4471108" y="2048043"/>
                  </a:lnTo>
                  <a:lnTo>
                    <a:pt x="4471234" y="2048043"/>
                  </a:lnTo>
                  <a:lnTo>
                    <a:pt x="4471360" y="2048043"/>
                  </a:lnTo>
                  <a:lnTo>
                    <a:pt x="4471613" y="2048043"/>
                  </a:lnTo>
                  <a:lnTo>
                    <a:pt x="4471865" y="2048043"/>
                  </a:lnTo>
                  <a:lnTo>
                    <a:pt x="4472118" y="2048043"/>
                  </a:lnTo>
                  <a:lnTo>
                    <a:pt x="4472118" y="2043131"/>
                  </a:lnTo>
                  <a:lnTo>
                    <a:pt x="4472244" y="2043131"/>
                  </a:lnTo>
                  <a:lnTo>
                    <a:pt x="4472370" y="2043131"/>
                  </a:lnTo>
                  <a:lnTo>
                    <a:pt x="4472496" y="2043131"/>
                  </a:lnTo>
                  <a:lnTo>
                    <a:pt x="4472623" y="2043131"/>
                  </a:lnTo>
                  <a:lnTo>
                    <a:pt x="4472749" y="2043131"/>
                  </a:lnTo>
                  <a:lnTo>
                    <a:pt x="4472875" y="2043131"/>
                  </a:lnTo>
                  <a:lnTo>
                    <a:pt x="4473001" y="2043131"/>
                  </a:lnTo>
                  <a:lnTo>
                    <a:pt x="4473506" y="2043131"/>
                  </a:lnTo>
                  <a:lnTo>
                    <a:pt x="4473759" y="2043131"/>
                  </a:lnTo>
                  <a:lnTo>
                    <a:pt x="4474011" y="2043131"/>
                  </a:lnTo>
                  <a:lnTo>
                    <a:pt x="4474390" y="2043131"/>
                  </a:lnTo>
                  <a:lnTo>
                    <a:pt x="4474769" y="2043131"/>
                  </a:lnTo>
                  <a:lnTo>
                    <a:pt x="4474895" y="2043131"/>
                  </a:lnTo>
                  <a:lnTo>
                    <a:pt x="4475148" y="2043131"/>
                  </a:lnTo>
                  <a:lnTo>
                    <a:pt x="4475653" y="2043131"/>
                  </a:lnTo>
                  <a:lnTo>
                    <a:pt x="4475905" y="2043131"/>
                  </a:lnTo>
                  <a:lnTo>
                    <a:pt x="4476284" y="2043131"/>
                  </a:lnTo>
                  <a:lnTo>
                    <a:pt x="4476410" y="2043131"/>
                  </a:lnTo>
                  <a:lnTo>
                    <a:pt x="4476663" y="2043131"/>
                  </a:lnTo>
                  <a:lnTo>
                    <a:pt x="4476789" y="2043131"/>
                  </a:lnTo>
                  <a:lnTo>
                    <a:pt x="4476915" y="2043131"/>
                  </a:lnTo>
                  <a:lnTo>
                    <a:pt x="4477042" y="2043131"/>
                  </a:lnTo>
                  <a:lnTo>
                    <a:pt x="4477294" y="2043131"/>
                  </a:lnTo>
                  <a:lnTo>
                    <a:pt x="4477925" y="2043131"/>
                  </a:lnTo>
                  <a:lnTo>
                    <a:pt x="4478052" y="2043131"/>
                  </a:lnTo>
                  <a:lnTo>
                    <a:pt x="4478304" y="2043131"/>
                  </a:lnTo>
                  <a:lnTo>
                    <a:pt x="4478430" y="2043131"/>
                  </a:lnTo>
                  <a:lnTo>
                    <a:pt x="4478935" y="2043131"/>
                  </a:lnTo>
                  <a:lnTo>
                    <a:pt x="4479062" y="2043131"/>
                  </a:lnTo>
                  <a:lnTo>
                    <a:pt x="4479693" y="2043131"/>
                  </a:lnTo>
                  <a:lnTo>
                    <a:pt x="4479819" y="2043131"/>
                  </a:lnTo>
                  <a:lnTo>
                    <a:pt x="4480198" y="2043131"/>
                  </a:lnTo>
                  <a:lnTo>
                    <a:pt x="4480324" y="2043131"/>
                  </a:lnTo>
                  <a:lnTo>
                    <a:pt x="4480451" y="2043131"/>
                  </a:lnTo>
                  <a:lnTo>
                    <a:pt x="4480577" y="2043131"/>
                  </a:lnTo>
                  <a:lnTo>
                    <a:pt x="4480703" y="2043131"/>
                  </a:lnTo>
                  <a:lnTo>
                    <a:pt x="4480829" y="2043131"/>
                  </a:lnTo>
                  <a:lnTo>
                    <a:pt x="4481082" y="2043131"/>
                  </a:lnTo>
                  <a:lnTo>
                    <a:pt x="4481208" y="2043131"/>
                  </a:lnTo>
                  <a:lnTo>
                    <a:pt x="4481713" y="2043131"/>
                  </a:lnTo>
                  <a:lnTo>
                    <a:pt x="4481966" y="2043131"/>
                  </a:lnTo>
                  <a:lnTo>
                    <a:pt x="4482218" y="2043131"/>
                  </a:lnTo>
                  <a:lnTo>
                    <a:pt x="4482471" y="2043131"/>
                  </a:lnTo>
                  <a:lnTo>
                    <a:pt x="4483102" y="2043131"/>
                  </a:lnTo>
                  <a:lnTo>
                    <a:pt x="4483733" y="2043131"/>
                  </a:lnTo>
                  <a:lnTo>
                    <a:pt x="4484112" y="2043131"/>
                  </a:lnTo>
                  <a:lnTo>
                    <a:pt x="4484238" y="2043131"/>
                  </a:lnTo>
                  <a:lnTo>
                    <a:pt x="4484364" y="2043131"/>
                  </a:lnTo>
                  <a:lnTo>
                    <a:pt x="4484491" y="2043131"/>
                  </a:lnTo>
                  <a:lnTo>
                    <a:pt x="4484617" y="2043131"/>
                  </a:lnTo>
                  <a:lnTo>
                    <a:pt x="4484870" y="2043131"/>
                  </a:lnTo>
                  <a:lnTo>
                    <a:pt x="4485122" y="2043131"/>
                  </a:lnTo>
                  <a:lnTo>
                    <a:pt x="4485501" y="2038220"/>
                  </a:lnTo>
                  <a:lnTo>
                    <a:pt x="4485627" y="2038220"/>
                  </a:lnTo>
                  <a:lnTo>
                    <a:pt x="4485753" y="2038220"/>
                  </a:lnTo>
                  <a:lnTo>
                    <a:pt x="4486006" y="2038220"/>
                  </a:lnTo>
                  <a:lnTo>
                    <a:pt x="4486132" y="2038220"/>
                  </a:lnTo>
                  <a:lnTo>
                    <a:pt x="4486258" y="2038220"/>
                  </a:lnTo>
                  <a:lnTo>
                    <a:pt x="4486385" y="2038220"/>
                  </a:lnTo>
                  <a:lnTo>
                    <a:pt x="4501788" y="2018575"/>
                  </a:lnTo>
                  <a:lnTo>
                    <a:pt x="4502798" y="2018575"/>
                  </a:lnTo>
                  <a:lnTo>
                    <a:pt x="4502924" y="2018575"/>
                  </a:lnTo>
                  <a:lnTo>
                    <a:pt x="4503050" y="2018575"/>
                  </a:lnTo>
                  <a:lnTo>
                    <a:pt x="4503177" y="2018575"/>
                  </a:lnTo>
                  <a:lnTo>
                    <a:pt x="4503555" y="2018575"/>
                  </a:lnTo>
                  <a:lnTo>
                    <a:pt x="4503682" y="2018575"/>
                  </a:lnTo>
                  <a:lnTo>
                    <a:pt x="4503808" y="2018575"/>
                  </a:lnTo>
                  <a:lnTo>
                    <a:pt x="4503934" y="2018575"/>
                  </a:lnTo>
                  <a:lnTo>
                    <a:pt x="4504187" y="2018575"/>
                  </a:lnTo>
                  <a:lnTo>
                    <a:pt x="4505070" y="2013663"/>
                  </a:lnTo>
                  <a:lnTo>
                    <a:pt x="4505449" y="2013663"/>
                  </a:lnTo>
                  <a:lnTo>
                    <a:pt x="4505702" y="2013663"/>
                  </a:lnTo>
                  <a:lnTo>
                    <a:pt x="4505828" y="2013663"/>
                  </a:lnTo>
                  <a:lnTo>
                    <a:pt x="4505954" y="2013663"/>
                  </a:lnTo>
                  <a:lnTo>
                    <a:pt x="4506459" y="2013663"/>
                  </a:lnTo>
                  <a:lnTo>
                    <a:pt x="4506586" y="2013663"/>
                  </a:lnTo>
                  <a:lnTo>
                    <a:pt x="4506712" y="2013663"/>
                  </a:lnTo>
                  <a:lnTo>
                    <a:pt x="4507722" y="2013663"/>
                  </a:lnTo>
                  <a:lnTo>
                    <a:pt x="4507848" y="2013663"/>
                  </a:lnTo>
                  <a:lnTo>
                    <a:pt x="4507974" y="2013663"/>
                  </a:lnTo>
                  <a:lnTo>
                    <a:pt x="4508101" y="2013663"/>
                  </a:lnTo>
                  <a:lnTo>
                    <a:pt x="4508479" y="2013663"/>
                  </a:lnTo>
                  <a:lnTo>
                    <a:pt x="4508606" y="2013663"/>
                  </a:lnTo>
                  <a:lnTo>
                    <a:pt x="4508732" y="2013663"/>
                  </a:lnTo>
                  <a:lnTo>
                    <a:pt x="4508858" y="2013663"/>
                  </a:lnTo>
                  <a:lnTo>
                    <a:pt x="4508984" y="2013663"/>
                  </a:lnTo>
                  <a:lnTo>
                    <a:pt x="4509111" y="2013663"/>
                  </a:lnTo>
                  <a:lnTo>
                    <a:pt x="4509489" y="2013663"/>
                  </a:lnTo>
                  <a:lnTo>
                    <a:pt x="4509616" y="2013663"/>
                  </a:lnTo>
                  <a:lnTo>
                    <a:pt x="4509868" y="2013663"/>
                  </a:lnTo>
                  <a:lnTo>
                    <a:pt x="4509994" y="2013663"/>
                  </a:lnTo>
                  <a:lnTo>
                    <a:pt x="4510247" y="2013663"/>
                  </a:lnTo>
                  <a:lnTo>
                    <a:pt x="4510373" y="2013663"/>
                  </a:lnTo>
                  <a:lnTo>
                    <a:pt x="4510500" y="2013663"/>
                  </a:lnTo>
                  <a:lnTo>
                    <a:pt x="4510626" y="2013663"/>
                  </a:lnTo>
                  <a:lnTo>
                    <a:pt x="4510878" y="2013663"/>
                  </a:lnTo>
                  <a:lnTo>
                    <a:pt x="4511005" y="2013663"/>
                  </a:lnTo>
                  <a:lnTo>
                    <a:pt x="4511131" y="2013663"/>
                  </a:lnTo>
                  <a:lnTo>
                    <a:pt x="4511510" y="2013663"/>
                  </a:lnTo>
                  <a:lnTo>
                    <a:pt x="4511636" y="2013663"/>
                  </a:lnTo>
                  <a:lnTo>
                    <a:pt x="4512393" y="2008752"/>
                  </a:lnTo>
                  <a:lnTo>
                    <a:pt x="4512520" y="2008752"/>
                  </a:lnTo>
                  <a:lnTo>
                    <a:pt x="4513025" y="2008752"/>
                  </a:lnTo>
                  <a:lnTo>
                    <a:pt x="4513530" y="2008752"/>
                  </a:lnTo>
                  <a:lnTo>
                    <a:pt x="4513656" y="2008752"/>
                  </a:lnTo>
                  <a:lnTo>
                    <a:pt x="4513782" y="2008752"/>
                  </a:lnTo>
                  <a:lnTo>
                    <a:pt x="4513908" y="2008752"/>
                  </a:lnTo>
                  <a:lnTo>
                    <a:pt x="4514035" y="2008752"/>
                  </a:lnTo>
                  <a:lnTo>
                    <a:pt x="4514161" y="2008752"/>
                  </a:lnTo>
                  <a:lnTo>
                    <a:pt x="4514413" y="2008752"/>
                  </a:lnTo>
                  <a:lnTo>
                    <a:pt x="4514540" y="2008752"/>
                  </a:lnTo>
                  <a:lnTo>
                    <a:pt x="4514666" y="2008752"/>
                  </a:lnTo>
                  <a:lnTo>
                    <a:pt x="4515171" y="2008752"/>
                  </a:lnTo>
                  <a:lnTo>
                    <a:pt x="4515297" y="2008752"/>
                  </a:lnTo>
                  <a:lnTo>
                    <a:pt x="4515550" y="2008752"/>
                  </a:lnTo>
                  <a:lnTo>
                    <a:pt x="4515676" y="2008752"/>
                  </a:lnTo>
                  <a:lnTo>
                    <a:pt x="4515676" y="2003840"/>
                  </a:lnTo>
                  <a:lnTo>
                    <a:pt x="4515929" y="2003840"/>
                  </a:lnTo>
                  <a:lnTo>
                    <a:pt x="4516055" y="2003840"/>
                  </a:lnTo>
                  <a:lnTo>
                    <a:pt x="4516181" y="2003840"/>
                  </a:lnTo>
                  <a:lnTo>
                    <a:pt x="4516434" y="2003840"/>
                  </a:lnTo>
                  <a:lnTo>
                    <a:pt x="4517065" y="2003840"/>
                  </a:lnTo>
                  <a:lnTo>
                    <a:pt x="4517191" y="2003840"/>
                  </a:lnTo>
                  <a:lnTo>
                    <a:pt x="4517696" y="2003840"/>
                  </a:lnTo>
                  <a:lnTo>
                    <a:pt x="4517822" y="2003840"/>
                  </a:lnTo>
                  <a:lnTo>
                    <a:pt x="4517949" y="2003840"/>
                  </a:lnTo>
                  <a:lnTo>
                    <a:pt x="4518327" y="2003840"/>
                  </a:lnTo>
                  <a:lnTo>
                    <a:pt x="4518706" y="2003840"/>
                  </a:lnTo>
                  <a:lnTo>
                    <a:pt x="4519337" y="2003840"/>
                  </a:lnTo>
                  <a:lnTo>
                    <a:pt x="4519464" y="2003840"/>
                  </a:lnTo>
                  <a:lnTo>
                    <a:pt x="4519716" y="2003840"/>
                  </a:lnTo>
                  <a:lnTo>
                    <a:pt x="4519842" y="2003840"/>
                  </a:lnTo>
                  <a:lnTo>
                    <a:pt x="4519969" y="2003840"/>
                  </a:lnTo>
                  <a:lnTo>
                    <a:pt x="4520095" y="2003840"/>
                  </a:lnTo>
                  <a:lnTo>
                    <a:pt x="4520221" y="2003840"/>
                  </a:lnTo>
                  <a:lnTo>
                    <a:pt x="4520474" y="2003840"/>
                  </a:lnTo>
                  <a:lnTo>
                    <a:pt x="4521105" y="2003840"/>
                  </a:lnTo>
                  <a:lnTo>
                    <a:pt x="4521610" y="2003840"/>
                  </a:lnTo>
                  <a:lnTo>
                    <a:pt x="4521736" y="2003840"/>
                  </a:lnTo>
                  <a:lnTo>
                    <a:pt x="4521989" y="2003840"/>
                  </a:lnTo>
                  <a:lnTo>
                    <a:pt x="4522368" y="2003840"/>
                  </a:lnTo>
                  <a:lnTo>
                    <a:pt x="4522873" y="2003840"/>
                  </a:lnTo>
                  <a:lnTo>
                    <a:pt x="4523251" y="2003840"/>
                  </a:lnTo>
                  <a:lnTo>
                    <a:pt x="4524009" y="1998929"/>
                  </a:lnTo>
                  <a:lnTo>
                    <a:pt x="4524135" y="1998929"/>
                  </a:lnTo>
                  <a:lnTo>
                    <a:pt x="4524388" y="1998929"/>
                  </a:lnTo>
                  <a:lnTo>
                    <a:pt x="4525019" y="1998929"/>
                  </a:lnTo>
                  <a:lnTo>
                    <a:pt x="4525524" y="1998929"/>
                  </a:lnTo>
                  <a:lnTo>
                    <a:pt x="4525903" y="1998929"/>
                  </a:lnTo>
                  <a:lnTo>
                    <a:pt x="4526282" y="1994018"/>
                  </a:lnTo>
                  <a:lnTo>
                    <a:pt x="4526408" y="1994018"/>
                  </a:lnTo>
                  <a:lnTo>
                    <a:pt x="4526913" y="1994018"/>
                  </a:lnTo>
                  <a:lnTo>
                    <a:pt x="4527292" y="1994018"/>
                  </a:lnTo>
                  <a:lnTo>
                    <a:pt x="4527544" y="1994018"/>
                  </a:lnTo>
                  <a:lnTo>
                    <a:pt x="4527670" y="1994018"/>
                  </a:lnTo>
                  <a:lnTo>
                    <a:pt x="4528428" y="1994018"/>
                  </a:lnTo>
                  <a:lnTo>
                    <a:pt x="4528554" y="1994018"/>
                  </a:lnTo>
                  <a:lnTo>
                    <a:pt x="4529059" y="1994018"/>
                  </a:lnTo>
                  <a:lnTo>
                    <a:pt x="4529312" y="1994018"/>
                  </a:lnTo>
                  <a:lnTo>
                    <a:pt x="4529564" y="1994018"/>
                  </a:lnTo>
                  <a:lnTo>
                    <a:pt x="4529690" y="1994018"/>
                  </a:lnTo>
                  <a:lnTo>
                    <a:pt x="4530069" y="1994018"/>
                  </a:lnTo>
                  <a:lnTo>
                    <a:pt x="4530195" y="1994018"/>
                  </a:lnTo>
                  <a:lnTo>
                    <a:pt x="4530574" y="1994018"/>
                  </a:lnTo>
                  <a:lnTo>
                    <a:pt x="4530953" y="1994018"/>
                  </a:lnTo>
                  <a:lnTo>
                    <a:pt x="4531079" y="1994018"/>
                  </a:lnTo>
                  <a:lnTo>
                    <a:pt x="4531206" y="1994018"/>
                  </a:lnTo>
                  <a:lnTo>
                    <a:pt x="4531332" y="1994018"/>
                  </a:lnTo>
                  <a:lnTo>
                    <a:pt x="4531458" y="1994018"/>
                  </a:lnTo>
                  <a:lnTo>
                    <a:pt x="4531584" y="1994018"/>
                  </a:lnTo>
                  <a:lnTo>
                    <a:pt x="4531711" y="1994018"/>
                  </a:lnTo>
                  <a:lnTo>
                    <a:pt x="4531837" y="1994018"/>
                  </a:lnTo>
                  <a:lnTo>
                    <a:pt x="4531963" y="1994018"/>
                  </a:lnTo>
                  <a:lnTo>
                    <a:pt x="4532089" y="1994018"/>
                  </a:lnTo>
                  <a:lnTo>
                    <a:pt x="4532216" y="1994018"/>
                  </a:lnTo>
                  <a:lnTo>
                    <a:pt x="4532342" y="1994018"/>
                  </a:lnTo>
                  <a:lnTo>
                    <a:pt x="4532468" y="1994018"/>
                  </a:lnTo>
                  <a:lnTo>
                    <a:pt x="4532594" y="1994018"/>
                  </a:lnTo>
                  <a:lnTo>
                    <a:pt x="4532721" y="1994018"/>
                  </a:lnTo>
                  <a:lnTo>
                    <a:pt x="4533478" y="1994018"/>
                  </a:lnTo>
                  <a:lnTo>
                    <a:pt x="4533731" y="1994018"/>
                  </a:lnTo>
                  <a:lnTo>
                    <a:pt x="4533857" y="1994018"/>
                  </a:lnTo>
                  <a:lnTo>
                    <a:pt x="4534362" y="1994018"/>
                  </a:lnTo>
                  <a:lnTo>
                    <a:pt x="4534867" y="1994018"/>
                  </a:lnTo>
                  <a:lnTo>
                    <a:pt x="4535624" y="1994018"/>
                  </a:lnTo>
                  <a:lnTo>
                    <a:pt x="4535751" y="1984195"/>
                  </a:lnTo>
                  <a:lnTo>
                    <a:pt x="4535877" y="1984195"/>
                  </a:lnTo>
                  <a:lnTo>
                    <a:pt x="4536508" y="1984195"/>
                  </a:lnTo>
                  <a:lnTo>
                    <a:pt x="4536887" y="1984195"/>
                  </a:lnTo>
                  <a:lnTo>
                    <a:pt x="4537013" y="1984195"/>
                  </a:lnTo>
                  <a:lnTo>
                    <a:pt x="4537645" y="1979284"/>
                  </a:lnTo>
                  <a:lnTo>
                    <a:pt x="4537771" y="1979284"/>
                  </a:lnTo>
                  <a:lnTo>
                    <a:pt x="4538023" y="1979284"/>
                  </a:lnTo>
                  <a:lnTo>
                    <a:pt x="4538402" y="1979284"/>
                  </a:lnTo>
                  <a:lnTo>
                    <a:pt x="4538655" y="1979284"/>
                  </a:lnTo>
                  <a:lnTo>
                    <a:pt x="4539160" y="1979284"/>
                  </a:lnTo>
                  <a:lnTo>
                    <a:pt x="4540422" y="1979284"/>
                  </a:lnTo>
                  <a:lnTo>
                    <a:pt x="4540801" y="1979284"/>
                  </a:lnTo>
                  <a:lnTo>
                    <a:pt x="4540927" y="1979284"/>
                  </a:lnTo>
                  <a:lnTo>
                    <a:pt x="4541180" y="1979284"/>
                  </a:lnTo>
                  <a:lnTo>
                    <a:pt x="4541306" y="1979284"/>
                  </a:lnTo>
                  <a:lnTo>
                    <a:pt x="4541811" y="1979284"/>
                  </a:lnTo>
                  <a:lnTo>
                    <a:pt x="4542947" y="1979284"/>
                  </a:lnTo>
                  <a:lnTo>
                    <a:pt x="4543705" y="1979284"/>
                  </a:lnTo>
                  <a:lnTo>
                    <a:pt x="4543831" y="1979284"/>
                  </a:lnTo>
                  <a:lnTo>
                    <a:pt x="4544336" y="1979284"/>
                  </a:lnTo>
                  <a:lnTo>
                    <a:pt x="4544462" y="1979284"/>
                  </a:lnTo>
                  <a:lnTo>
                    <a:pt x="4544841" y="1979284"/>
                  </a:lnTo>
                  <a:lnTo>
                    <a:pt x="4546230" y="1979284"/>
                  </a:lnTo>
                  <a:lnTo>
                    <a:pt x="4546735" y="1979284"/>
                  </a:lnTo>
                  <a:lnTo>
                    <a:pt x="4546988" y="1979284"/>
                  </a:lnTo>
                  <a:lnTo>
                    <a:pt x="4547114" y="1979284"/>
                  </a:lnTo>
                  <a:lnTo>
                    <a:pt x="4547871" y="1979284"/>
                  </a:lnTo>
                  <a:lnTo>
                    <a:pt x="4548503" y="1979284"/>
                  </a:lnTo>
                  <a:lnTo>
                    <a:pt x="4548755" y="1979284"/>
                  </a:lnTo>
                  <a:lnTo>
                    <a:pt x="4548881" y="1979284"/>
                  </a:lnTo>
                  <a:lnTo>
                    <a:pt x="4549513" y="1979284"/>
                  </a:lnTo>
                  <a:lnTo>
                    <a:pt x="4549765" y="1979284"/>
                  </a:lnTo>
                  <a:lnTo>
                    <a:pt x="4550144" y="1979284"/>
                  </a:lnTo>
                  <a:lnTo>
                    <a:pt x="4550270" y="1979284"/>
                  </a:lnTo>
                  <a:lnTo>
                    <a:pt x="4551154" y="1979284"/>
                  </a:lnTo>
                  <a:lnTo>
                    <a:pt x="4551280" y="1979284"/>
                  </a:lnTo>
                  <a:lnTo>
                    <a:pt x="4551659" y="1979284"/>
                  </a:lnTo>
                  <a:lnTo>
                    <a:pt x="4551785" y="1979284"/>
                  </a:lnTo>
                  <a:lnTo>
                    <a:pt x="4552290" y="1979284"/>
                  </a:lnTo>
                  <a:lnTo>
                    <a:pt x="4552669" y="1979284"/>
                  </a:lnTo>
                  <a:lnTo>
                    <a:pt x="4552922" y="1979284"/>
                  </a:lnTo>
                  <a:lnTo>
                    <a:pt x="4553048" y="1979284"/>
                  </a:lnTo>
                  <a:lnTo>
                    <a:pt x="4553174" y="1979284"/>
                  </a:lnTo>
                  <a:lnTo>
                    <a:pt x="4553932" y="1974372"/>
                  </a:lnTo>
                  <a:lnTo>
                    <a:pt x="4554058" y="1974372"/>
                  </a:lnTo>
                  <a:lnTo>
                    <a:pt x="4554310" y="1974372"/>
                  </a:lnTo>
                  <a:lnTo>
                    <a:pt x="4554942" y="1974372"/>
                  </a:lnTo>
                  <a:lnTo>
                    <a:pt x="4555194" y="1974372"/>
                  </a:lnTo>
                  <a:lnTo>
                    <a:pt x="4555447" y="1974372"/>
                  </a:lnTo>
                  <a:lnTo>
                    <a:pt x="4555573" y="1974372"/>
                  </a:lnTo>
                  <a:lnTo>
                    <a:pt x="4555699" y="1974372"/>
                  </a:lnTo>
                  <a:lnTo>
                    <a:pt x="4555825" y="1974372"/>
                  </a:lnTo>
                  <a:lnTo>
                    <a:pt x="4555952" y="1974372"/>
                  </a:lnTo>
                  <a:lnTo>
                    <a:pt x="4556709" y="1974372"/>
                  </a:lnTo>
                  <a:lnTo>
                    <a:pt x="4556836" y="1974372"/>
                  </a:lnTo>
                  <a:lnTo>
                    <a:pt x="4556962" y="1974372"/>
                  </a:lnTo>
                  <a:lnTo>
                    <a:pt x="4557341" y="1974372"/>
                  </a:lnTo>
                  <a:lnTo>
                    <a:pt x="4557719" y="1969461"/>
                  </a:lnTo>
                  <a:lnTo>
                    <a:pt x="4557846" y="1969461"/>
                  </a:lnTo>
                  <a:lnTo>
                    <a:pt x="4557972" y="1969461"/>
                  </a:lnTo>
                  <a:lnTo>
                    <a:pt x="4558351" y="1969461"/>
                  </a:lnTo>
                  <a:lnTo>
                    <a:pt x="4558477" y="1969461"/>
                  </a:lnTo>
                  <a:lnTo>
                    <a:pt x="4559361" y="1969461"/>
                  </a:lnTo>
                  <a:lnTo>
                    <a:pt x="4559613" y="1969461"/>
                  </a:lnTo>
                  <a:lnTo>
                    <a:pt x="4559866" y="1969461"/>
                  </a:lnTo>
                  <a:lnTo>
                    <a:pt x="4560244" y="1969461"/>
                  </a:lnTo>
                  <a:lnTo>
                    <a:pt x="4560497" y="1969461"/>
                  </a:lnTo>
                  <a:lnTo>
                    <a:pt x="4561002" y="1969461"/>
                  </a:lnTo>
                  <a:lnTo>
                    <a:pt x="4561254" y="1969461"/>
                  </a:lnTo>
                  <a:lnTo>
                    <a:pt x="4561507" y="1969461"/>
                  </a:lnTo>
                  <a:lnTo>
                    <a:pt x="4561886" y="1969461"/>
                  </a:lnTo>
                  <a:lnTo>
                    <a:pt x="4562012" y="1969461"/>
                  </a:lnTo>
                  <a:lnTo>
                    <a:pt x="4562265" y="1969461"/>
                  </a:lnTo>
                  <a:lnTo>
                    <a:pt x="4562517" y="1969461"/>
                  </a:lnTo>
                  <a:lnTo>
                    <a:pt x="4562770" y="1969461"/>
                  </a:lnTo>
                  <a:lnTo>
                    <a:pt x="4563275" y="1969461"/>
                  </a:lnTo>
                  <a:lnTo>
                    <a:pt x="4563527" y="1969461"/>
                  </a:lnTo>
                  <a:lnTo>
                    <a:pt x="4563653" y="1969461"/>
                  </a:lnTo>
                  <a:lnTo>
                    <a:pt x="4563780" y="1969461"/>
                  </a:lnTo>
                  <a:lnTo>
                    <a:pt x="4564158" y="1969461"/>
                  </a:lnTo>
                  <a:lnTo>
                    <a:pt x="4564411" y="1969461"/>
                  </a:lnTo>
                  <a:lnTo>
                    <a:pt x="4564537" y="1969461"/>
                  </a:lnTo>
                  <a:lnTo>
                    <a:pt x="4564790" y="1969461"/>
                  </a:lnTo>
                  <a:lnTo>
                    <a:pt x="4565168" y="1969461"/>
                  </a:lnTo>
                  <a:lnTo>
                    <a:pt x="4565421" y="1969461"/>
                  </a:lnTo>
                  <a:lnTo>
                    <a:pt x="4565547" y="1969461"/>
                  </a:lnTo>
                  <a:lnTo>
                    <a:pt x="4565673" y="1969461"/>
                  </a:lnTo>
                  <a:lnTo>
                    <a:pt x="4566052" y="1969461"/>
                  </a:lnTo>
                  <a:lnTo>
                    <a:pt x="4566305" y="1969461"/>
                  </a:lnTo>
                  <a:lnTo>
                    <a:pt x="4566810" y="1969461"/>
                  </a:lnTo>
                  <a:lnTo>
                    <a:pt x="4566936" y="1969461"/>
                  </a:lnTo>
                  <a:lnTo>
                    <a:pt x="4567189" y="1964549"/>
                  </a:lnTo>
                  <a:lnTo>
                    <a:pt x="4567441" y="1964549"/>
                  </a:lnTo>
                  <a:lnTo>
                    <a:pt x="4567694" y="1964549"/>
                  </a:lnTo>
                  <a:lnTo>
                    <a:pt x="4568704" y="1964549"/>
                  </a:lnTo>
                  <a:lnTo>
                    <a:pt x="4568830" y="1964549"/>
                  </a:lnTo>
                  <a:lnTo>
                    <a:pt x="4568956" y="1964549"/>
                  </a:lnTo>
                  <a:lnTo>
                    <a:pt x="4569209" y="1964549"/>
                  </a:lnTo>
                  <a:lnTo>
                    <a:pt x="4569335" y="1964549"/>
                  </a:lnTo>
                  <a:lnTo>
                    <a:pt x="4569587" y="1964549"/>
                  </a:lnTo>
                  <a:lnTo>
                    <a:pt x="4569840" y="1964549"/>
                  </a:lnTo>
                  <a:lnTo>
                    <a:pt x="4569966" y="1964549"/>
                  </a:lnTo>
                  <a:lnTo>
                    <a:pt x="4570345" y="1964549"/>
                  </a:lnTo>
                  <a:lnTo>
                    <a:pt x="4570850" y="1964549"/>
                  </a:lnTo>
                  <a:lnTo>
                    <a:pt x="4570976" y="1964549"/>
                  </a:lnTo>
                  <a:lnTo>
                    <a:pt x="4571355" y="1964549"/>
                  </a:lnTo>
                  <a:lnTo>
                    <a:pt x="4571607" y="1964549"/>
                  </a:lnTo>
                  <a:lnTo>
                    <a:pt x="4571986" y="1964549"/>
                  </a:lnTo>
                  <a:lnTo>
                    <a:pt x="4572491" y="1964549"/>
                  </a:lnTo>
                  <a:lnTo>
                    <a:pt x="4572618" y="1964549"/>
                  </a:lnTo>
                  <a:lnTo>
                    <a:pt x="4572744" y="1964549"/>
                  </a:lnTo>
                  <a:lnTo>
                    <a:pt x="4573123" y="1964549"/>
                  </a:lnTo>
                  <a:lnTo>
                    <a:pt x="4573375" y="1964549"/>
                  </a:lnTo>
                  <a:lnTo>
                    <a:pt x="4573880" y="1964549"/>
                  </a:lnTo>
                  <a:lnTo>
                    <a:pt x="4574259" y="1964549"/>
                  </a:lnTo>
                  <a:lnTo>
                    <a:pt x="4574764" y="1964549"/>
                  </a:lnTo>
                  <a:lnTo>
                    <a:pt x="4575900" y="1964549"/>
                  </a:lnTo>
                  <a:lnTo>
                    <a:pt x="4576279" y="1964549"/>
                  </a:lnTo>
                  <a:lnTo>
                    <a:pt x="4576531" y="1964549"/>
                  </a:lnTo>
                  <a:lnTo>
                    <a:pt x="4576784" y="1964549"/>
                  </a:lnTo>
                  <a:lnTo>
                    <a:pt x="4577289" y="1964549"/>
                  </a:lnTo>
                  <a:lnTo>
                    <a:pt x="4577415" y="1964549"/>
                  </a:lnTo>
                  <a:lnTo>
                    <a:pt x="4577920" y="1959638"/>
                  </a:lnTo>
                  <a:lnTo>
                    <a:pt x="4578930" y="1959638"/>
                  </a:lnTo>
                  <a:lnTo>
                    <a:pt x="4579309" y="1954727"/>
                  </a:lnTo>
                  <a:lnTo>
                    <a:pt x="4579562" y="1954727"/>
                  </a:lnTo>
                  <a:lnTo>
                    <a:pt x="4579940" y="1954727"/>
                  </a:lnTo>
                  <a:lnTo>
                    <a:pt x="4580824" y="1954727"/>
                  </a:lnTo>
                  <a:lnTo>
                    <a:pt x="4580950" y="1954727"/>
                  </a:lnTo>
                  <a:lnTo>
                    <a:pt x="4581203" y="1954727"/>
                  </a:lnTo>
                  <a:lnTo>
                    <a:pt x="4581455" y="1954727"/>
                  </a:lnTo>
                  <a:lnTo>
                    <a:pt x="4581582" y="1954727"/>
                  </a:lnTo>
                  <a:lnTo>
                    <a:pt x="4581708" y="1954727"/>
                  </a:lnTo>
                  <a:lnTo>
                    <a:pt x="4582466" y="1954727"/>
                  </a:lnTo>
                  <a:lnTo>
                    <a:pt x="4582592" y="1954727"/>
                  </a:lnTo>
                  <a:lnTo>
                    <a:pt x="4582718" y="1954727"/>
                  </a:lnTo>
                  <a:lnTo>
                    <a:pt x="4582844" y="1954727"/>
                  </a:lnTo>
                  <a:lnTo>
                    <a:pt x="4582971" y="1954727"/>
                  </a:lnTo>
                  <a:lnTo>
                    <a:pt x="4583097" y="1954727"/>
                  </a:lnTo>
                  <a:lnTo>
                    <a:pt x="4583223" y="1954727"/>
                  </a:lnTo>
                  <a:lnTo>
                    <a:pt x="4583349" y="1954727"/>
                  </a:lnTo>
                  <a:lnTo>
                    <a:pt x="4583476" y="1954727"/>
                  </a:lnTo>
                  <a:lnTo>
                    <a:pt x="4584612" y="1954727"/>
                  </a:lnTo>
                  <a:lnTo>
                    <a:pt x="4584738" y="1954727"/>
                  </a:lnTo>
                  <a:lnTo>
                    <a:pt x="4584864" y="1954727"/>
                  </a:lnTo>
                  <a:lnTo>
                    <a:pt x="4584991" y="1954727"/>
                  </a:lnTo>
                  <a:lnTo>
                    <a:pt x="4585117" y="1954727"/>
                  </a:lnTo>
                  <a:lnTo>
                    <a:pt x="4585243" y="1954727"/>
                  </a:lnTo>
                  <a:lnTo>
                    <a:pt x="4585369" y="1954727"/>
                  </a:lnTo>
                  <a:lnTo>
                    <a:pt x="4585496" y="1954727"/>
                  </a:lnTo>
                  <a:lnTo>
                    <a:pt x="4586506" y="1954727"/>
                  </a:lnTo>
                  <a:lnTo>
                    <a:pt x="4586758" y="1954727"/>
                  </a:lnTo>
                  <a:lnTo>
                    <a:pt x="4586884" y="1954727"/>
                  </a:lnTo>
                  <a:lnTo>
                    <a:pt x="4587389" y="1954727"/>
                  </a:lnTo>
                  <a:lnTo>
                    <a:pt x="4587516" y="1954727"/>
                  </a:lnTo>
                  <a:lnTo>
                    <a:pt x="4587768" y="1954727"/>
                  </a:lnTo>
                  <a:lnTo>
                    <a:pt x="4588652" y="1954727"/>
                  </a:lnTo>
                  <a:lnTo>
                    <a:pt x="4588778" y="1954727"/>
                  </a:lnTo>
                  <a:lnTo>
                    <a:pt x="4588905" y="1954727"/>
                  </a:lnTo>
                  <a:lnTo>
                    <a:pt x="4589157" y="1954727"/>
                  </a:lnTo>
                  <a:lnTo>
                    <a:pt x="4589283" y="1954727"/>
                  </a:lnTo>
                  <a:lnTo>
                    <a:pt x="4590167" y="1954727"/>
                  </a:lnTo>
                  <a:lnTo>
                    <a:pt x="4591177" y="1954727"/>
                  </a:lnTo>
                  <a:lnTo>
                    <a:pt x="4591303" y="1954727"/>
                  </a:lnTo>
                  <a:lnTo>
                    <a:pt x="4591430" y="1954727"/>
                  </a:lnTo>
                  <a:lnTo>
                    <a:pt x="4591682" y="1954727"/>
                  </a:lnTo>
                  <a:lnTo>
                    <a:pt x="4591808" y="1954727"/>
                  </a:lnTo>
                  <a:lnTo>
                    <a:pt x="4592692" y="1949815"/>
                  </a:lnTo>
                  <a:lnTo>
                    <a:pt x="4592819" y="1949815"/>
                  </a:lnTo>
                  <a:lnTo>
                    <a:pt x="4593450" y="1949815"/>
                  </a:lnTo>
                  <a:lnTo>
                    <a:pt x="4594207" y="1949815"/>
                  </a:lnTo>
                  <a:lnTo>
                    <a:pt x="4594334" y="1949815"/>
                  </a:lnTo>
                  <a:lnTo>
                    <a:pt x="4594460" y="1949815"/>
                  </a:lnTo>
                  <a:lnTo>
                    <a:pt x="4595470" y="1949815"/>
                  </a:lnTo>
                  <a:lnTo>
                    <a:pt x="4595596" y="1949815"/>
                  </a:lnTo>
                  <a:lnTo>
                    <a:pt x="4595849" y="1949815"/>
                  </a:lnTo>
                  <a:lnTo>
                    <a:pt x="4595975" y="1949815"/>
                  </a:lnTo>
                  <a:lnTo>
                    <a:pt x="4596354" y="1949815"/>
                  </a:lnTo>
                  <a:lnTo>
                    <a:pt x="4597111" y="1949815"/>
                  </a:lnTo>
                  <a:lnTo>
                    <a:pt x="4597237" y="1949815"/>
                  </a:lnTo>
                  <a:lnTo>
                    <a:pt x="4597364" y="1949815"/>
                  </a:lnTo>
                  <a:lnTo>
                    <a:pt x="4597490" y="1949815"/>
                  </a:lnTo>
                  <a:lnTo>
                    <a:pt x="4597616" y="1949815"/>
                  </a:lnTo>
                  <a:lnTo>
                    <a:pt x="4597742" y="1949815"/>
                  </a:lnTo>
                  <a:lnTo>
                    <a:pt x="4598121" y="1949815"/>
                  </a:lnTo>
                  <a:lnTo>
                    <a:pt x="4599636" y="1949815"/>
                  </a:lnTo>
                  <a:lnTo>
                    <a:pt x="4600015" y="1949815"/>
                  </a:lnTo>
                  <a:lnTo>
                    <a:pt x="4600141" y="1949815"/>
                  </a:lnTo>
                  <a:lnTo>
                    <a:pt x="4600268" y="1949815"/>
                  </a:lnTo>
                  <a:lnTo>
                    <a:pt x="4600646" y="1949815"/>
                  </a:lnTo>
                  <a:lnTo>
                    <a:pt x="4600773" y="1949815"/>
                  </a:lnTo>
                  <a:lnTo>
                    <a:pt x="4600899" y="1949815"/>
                  </a:lnTo>
                  <a:lnTo>
                    <a:pt x="4601404" y="1949815"/>
                  </a:lnTo>
                  <a:lnTo>
                    <a:pt x="4601530" y="1939993"/>
                  </a:lnTo>
                  <a:lnTo>
                    <a:pt x="4601656" y="1939993"/>
                  </a:lnTo>
                  <a:lnTo>
                    <a:pt x="4601783" y="1939993"/>
                  </a:lnTo>
                  <a:lnTo>
                    <a:pt x="4602919" y="1939993"/>
                  </a:lnTo>
                  <a:lnTo>
                    <a:pt x="4603172" y="1939993"/>
                  </a:lnTo>
                  <a:lnTo>
                    <a:pt x="4603298" y="1939993"/>
                  </a:lnTo>
                  <a:lnTo>
                    <a:pt x="4603677" y="1939993"/>
                  </a:lnTo>
                  <a:lnTo>
                    <a:pt x="4603803" y="1939993"/>
                  </a:lnTo>
                  <a:lnTo>
                    <a:pt x="4603929" y="1939993"/>
                  </a:lnTo>
                  <a:lnTo>
                    <a:pt x="4604434" y="1939993"/>
                  </a:lnTo>
                  <a:lnTo>
                    <a:pt x="4604560" y="1939993"/>
                  </a:lnTo>
                  <a:lnTo>
                    <a:pt x="4604813" y="1939993"/>
                  </a:lnTo>
                  <a:lnTo>
                    <a:pt x="4605318" y="1939993"/>
                  </a:lnTo>
                  <a:lnTo>
                    <a:pt x="4605570" y="1939993"/>
                  </a:lnTo>
                  <a:lnTo>
                    <a:pt x="4605949" y="1939993"/>
                  </a:lnTo>
                  <a:lnTo>
                    <a:pt x="4606075" y="1939993"/>
                  </a:lnTo>
                  <a:lnTo>
                    <a:pt x="4606202" y="1939993"/>
                  </a:lnTo>
                  <a:lnTo>
                    <a:pt x="4606328" y="1939993"/>
                  </a:lnTo>
                  <a:lnTo>
                    <a:pt x="4606454" y="1939993"/>
                  </a:lnTo>
                  <a:lnTo>
                    <a:pt x="4606580" y="1939993"/>
                  </a:lnTo>
                  <a:lnTo>
                    <a:pt x="4606959" y="1935081"/>
                  </a:lnTo>
                  <a:lnTo>
                    <a:pt x="4607338" y="1935081"/>
                  </a:lnTo>
                  <a:lnTo>
                    <a:pt x="4607590" y="1935081"/>
                  </a:lnTo>
                  <a:lnTo>
                    <a:pt x="4607843" y="1935081"/>
                  </a:lnTo>
                  <a:lnTo>
                    <a:pt x="4607969" y="1935081"/>
                  </a:lnTo>
                  <a:lnTo>
                    <a:pt x="4608474" y="1935081"/>
                  </a:lnTo>
                  <a:lnTo>
                    <a:pt x="4608727" y="1935081"/>
                  </a:lnTo>
                  <a:lnTo>
                    <a:pt x="4608979" y="1935081"/>
                  </a:lnTo>
                  <a:lnTo>
                    <a:pt x="4609106" y="1935081"/>
                  </a:lnTo>
                  <a:lnTo>
                    <a:pt x="4609737" y="1935081"/>
                  </a:lnTo>
                  <a:lnTo>
                    <a:pt x="4609863" y="1935081"/>
                  </a:lnTo>
                  <a:lnTo>
                    <a:pt x="4610116" y="1935081"/>
                  </a:lnTo>
                  <a:lnTo>
                    <a:pt x="4610242" y="1935081"/>
                  </a:lnTo>
                  <a:lnTo>
                    <a:pt x="4610368" y="1930170"/>
                  </a:lnTo>
                  <a:lnTo>
                    <a:pt x="4610747" y="1925258"/>
                  </a:lnTo>
                  <a:lnTo>
                    <a:pt x="4610999" y="1925258"/>
                  </a:lnTo>
                  <a:lnTo>
                    <a:pt x="4611252" y="1925258"/>
                  </a:lnTo>
                  <a:lnTo>
                    <a:pt x="4611504" y="1925258"/>
                  </a:lnTo>
                  <a:lnTo>
                    <a:pt x="4611631" y="1925258"/>
                  </a:lnTo>
                  <a:lnTo>
                    <a:pt x="4612262" y="1925258"/>
                  </a:lnTo>
                  <a:lnTo>
                    <a:pt x="4613651" y="1925258"/>
                  </a:lnTo>
                  <a:lnTo>
                    <a:pt x="4614156" y="1920347"/>
                  </a:lnTo>
                  <a:lnTo>
                    <a:pt x="4614282" y="1920347"/>
                  </a:lnTo>
                  <a:lnTo>
                    <a:pt x="4614535" y="1915436"/>
                  </a:lnTo>
                  <a:lnTo>
                    <a:pt x="4614661" y="1915436"/>
                  </a:lnTo>
                  <a:lnTo>
                    <a:pt x="4614913" y="1915436"/>
                  </a:lnTo>
                  <a:lnTo>
                    <a:pt x="4615040" y="1915436"/>
                  </a:lnTo>
                  <a:lnTo>
                    <a:pt x="4615292" y="1915436"/>
                  </a:lnTo>
                  <a:lnTo>
                    <a:pt x="4615418" y="1915436"/>
                  </a:lnTo>
                  <a:lnTo>
                    <a:pt x="4615797" y="1915436"/>
                  </a:lnTo>
                  <a:lnTo>
                    <a:pt x="4616050" y="1915436"/>
                  </a:lnTo>
                  <a:lnTo>
                    <a:pt x="4616176" y="1915436"/>
                  </a:lnTo>
                  <a:lnTo>
                    <a:pt x="4616302" y="1915436"/>
                  </a:lnTo>
                  <a:lnTo>
                    <a:pt x="4616681" y="1915436"/>
                  </a:lnTo>
                  <a:lnTo>
                    <a:pt x="4616807" y="1915436"/>
                  </a:lnTo>
                  <a:lnTo>
                    <a:pt x="4617565" y="1910524"/>
                  </a:lnTo>
                  <a:lnTo>
                    <a:pt x="4617691" y="1910524"/>
                  </a:lnTo>
                  <a:lnTo>
                    <a:pt x="4617817" y="1910524"/>
                  </a:lnTo>
                  <a:lnTo>
                    <a:pt x="4618196" y="1910524"/>
                  </a:lnTo>
                  <a:lnTo>
                    <a:pt x="4618827" y="1910524"/>
                  </a:lnTo>
                  <a:lnTo>
                    <a:pt x="4618954" y="1910524"/>
                  </a:lnTo>
                  <a:lnTo>
                    <a:pt x="4619080" y="1910524"/>
                  </a:lnTo>
                  <a:lnTo>
                    <a:pt x="4619711" y="1910524"/>
                  </a:lnTo>
                  <a:lnTo>
                    <a:pt x="4621226" y="1905613"/>
                  </a:lnTo>
                  <a:lnTo>
                    <a:pt x="4621352" y="1900702"/>
                  </a:lnTo>
                  <a:lnTo>
                    <a:pt x="4621605" y="1900702"/>
                  </a:lnTo>
                  <a:lnTo>
                    <a:pt x="4621731" y="1900702"/>
                  </a:lnTo>
                  <a:lnTo>
                    <a:pt x="4622362" y="1900702"/>
                  </a:lnTo>
                  <a:lnTo>
                    <a:pt x="4622615" y="1900702"/>
                  </a:lnTo>
                  <a:lnTo>
                    <a:pt x="4622994" y="1900702"/>
                  </a:lnTo>
                  <a:lnTo>
                    <a:pt x="4623120" y="1900702"/>
                  </a:lnTo>
                  <a:lnTo>
                    <a:pt x="4623246" y="1900702"/>
                  </a:lnTo>
                  <a:lnTo>
                    <a:pt x="4623372" y="1900702"/>
                  </a:lnTo>
                  <a:lnTo>
                    <a:pt x="4624383" y="1900702"/>
                  </a:lnTo>
                  <a:lnTo>
                    <a:pt x="4624888" y="1900702"/>
                  </a:lnTo>
                  <a:lnTo>
                    <a:pt x="4625014" y="1900702"/>
                  </a:lnTo>
                  <a:lnTo>
                    <a:pt x="4625140" y="1900702"/>
                  </a:lnTo>
                  <a:lnTo>
                    <a:pt x="4625393" y="1900702"/>
                  </a:lnTo>
                  <a:lnTo>
                    <a:pt x="4625645" y="1900702"/>
                  </a:lnTo>
                  <a:lnTo>
                    <a:pt x="4625771" y="1900702"/>
                  </a:lnTo>
                  <a:lnTo>
                    <a:pt x="4626024" y="1900702"/>
                  </a:lnTo>
                  <a:lnTo>
                    <a:pt x="4626529" y="1900702"/>
                  </a:lnTo>
                  <a:lnTo>
                    <a:pt x="4626781" y="1900702"/>
                  </a:lnTo>
                  <a:lnTo>
                    <a:pt x="4627791" y="1900702"/>
                  </a:lnTo>
                  <a:lnTo>
                    <a:pt x="4627918" y="1900702"/>
                  </a:lnTo>
                  <a:lnTo>
                    <a:pt x="4628170" y="1900702"/>
                  </a:lnTo>
                  <a:lnTo>
                    <a:pt x="4628423" y="1900702"/>
                  </a:lnTo>
                  <a:lnTo>
                    <a:pt x="4628549" y="1900702"/>
                  </a:lnTo>
                  <a:lnTo>
                    <a:pt x="4628801" y="1900702"/>
                  </a:lnTo>
                  <a:lnTo>
                    <a:pt x="4629433" y="1900702"/>
                  </a:lnTo>
                  <a:lnTo>
                    <a:pt x="4629685" y="1900702"/>
                  </a:lnTo>
                  <a:lnTo>
                    <a:pt x="4629812" y="1900702"/>
                  </a:lnTo>
                  <a:lnTo>
                    <a:pt x="4629938" y="1900702"/>
                  </a:lnTo>
                  <a:lnTo>
                    <a:pt x="4630317" y="1900702"/>
                  </a:lnTo>
                  <a:lnTo>
                    <a:pt x="4630443" y="1900702"/>
                  </a:lnTo>
                  <a:lnTo>
                    <a:pt x="4630822" y="1900702"/>
                  </a:lnTo>
                  <a:lnTo>
                    <a:pt x="4631327" y="1900702"/>
                  </a:lnTo>
                  <a:lnTo>
                    <a:pt x="4631453" y="1900702"/>
                  </a:lnTo>
                  <a:lnTo>
                    <a:pt x="4631705" y="1900702"/>
                  </a:lnTo>
                  <a:lnTo>
                    <a:pt x="4631832" y="1900702"/>
                  </a:lnTo>
                  <a:lnTo>
                    <a:pt x="4632210" y="1900702"/>
                  </a:lnTo>
                  <a:lnTo>
                    <a:pt x="4632337" y="1900702"/>
                  </a:lnTo>
                  <a:lnTo>
                    <a:pt x="4632715" y="1900702"/>
                  </a:lnTo>
                  <a:lnTo>
                    <a:pt x="4632842" y="1900702"/>
                  </a:lnTo>
                  <a:lnTo>
                    <a:pt x="4633094" y="1895790"/>
                  </a:lnTo>
                  <a:lnTo>
                    <a:pt x="4634231" y="1890879"/>
                  </a:lnTo>
                  <a:lnTo>
                    <a:pt x="4634357" y="1890879"/>
                  </a:lnTo>
                  <a:lnTo>
                    <a:pt x="4634862" y="1890879"/>
                  </a:lnTo>
                  <a:lnTo>
                    <a:pt x="4635114" y="1890879"/>
                  </a:lnTo>
                  <a:lnTo>
                    <a:pt x="4635746" y="1890879"/>
                  </a:lnTo>
                  <a:lnTo>
                    <a:pt x="4635998" y="1890879"/>
                  </a:lnTo>
                  <a:lnTo>
                    <a:pt x="4636377" y="1890879"/>
                  </a:lnTo>
                  <a:lnTo>
                    <a:pt x="4636503" y="1890879"/>
                  </a:lnTo>
                  <a:lnTo>
                    <a:pt x="4636756" y="1890879"/>
                  </a:lnTo>
                  <a:lnTo>
                    <a:pt x="4636882" y="1890879"/>
                  </a:lnTo>
                  <a:lnTo>
                    <a:pt x="4637639" y="1890879"/>
                  </a:lnTo>
                  <a:lnTo>
                    <a:pt x="4637892" y="1890879"/>
                  </a:lnTo>
                  <a:lnTo>
                    <a:pt x="4638271" y="1890879"/>
                  </a:lnTo>
                  <a:lnTo>
                    <a:pt x="4638397" y="1890879"/>
                  </a:lnTo>
                  <a:lnTo>
                    <a:pt x="4638776" y="1890879"/>
                  </a:lnTo>
                  <a:lnTo>
                    <a:pt x="4639028" y="1885967"/>
                  </a:lnTo>
                  <a:lnTo>
                    <a:pt x="4639155" y="1885967"/>
                  </a:lnTo>
                  <a:lnTo>
                    <a:pt x="4639912" y="1885967"/>
                  </a:lnTo>
                  <a:lnTo>
                    <a:pt x="4640796" y="1885967"/>
                  </a:lnTo>
                  <a:lnTo>
                    <a:pt x="4641048" y="1885967"/>
                  </a:lnTo>
                  <a:lnTo>
                    <a:pt x="4641301" y="1885967"/>
                  </a:lnTo>
                  <a:lnTo>
                    <a:pt x="4641427" y="1885967"/>
                  </a:lnTo>
                  <a:lnTo>
                    <a:pt x="4641680" y="1885967"/>
                  </a:lnTo>
                  <a:lnTo>
                    <a:pt x="4641932" y="1885967"/>
                  </a:lnTo>
                  <a:lnTo>
                    <a:pt x="4642058" y="1885967"/>
                  </a:lnTo>
                  <a:lnTo>
                    <a:pt x="4642185" y="1885967"/>
                  </a:lnTo>
                  <a:lnTo>
                    <a:pt x="4642437" y="1885967"/>
                  </a:lnTo>
                  <a:lnTo>
                    <a:pt x="4642690" y="1885967"/>
                  </a:lnTo>
                  <a:lnTo>
                    <a:pt x="4644331" y="1885967"/>
                  </a:lnTo>
                  <a:lnTo>
                    <a:pt x="4644457" y="1885967"/>
                  </a:lnTo>
                  <a:lnTo>
                    <a:pt x="4644710" y="1885967"/>
                  </a:lnTo>
                  <a:lnTo>
                    <a:pt x="4645215" y="1885967"/>
                  </a:lnTo>
                  <a:lnTo>
                    <a:pt x="4645341" y="1885967"/>
                  </a:lnTo>
                  <a:lnTo>
                    <a:pt x="4645467" y="1885967"/>
                  </a:lnTo>
                  <a:lnTo>
                    <a:pt x="4645594" y="1885967"/>
                  </a:lnTo>
                  <a:lnTo>
                    <a:pt x="4645972" y="1885967"/>
                  </a:lnTo>
                  <a:lnTo>
                    <a:pt x="4646099" y="1885967"/>
                  </a:lnTo>
                  <a:lnTo>
                    <a:pt x="4647109" y="1885967"/>
                  </a:lnTo>
                  <a:lnTo>
                    <a:pt x="4647235" y="1885967"/>
                  </a:lnTo>
                  <a:lnTo>
                    <a:pt x="4647866" y="1885967"/>
                  </a:lnTo>
                  <a:lnTo>
                    <a:pt x="4647992" y="1885967"/>
                  </a:lnTo>
                  <a:lnTo>
                    <a:pt x="4648245" y="1885967"/>
                  </a:lnTo>
                  <a:lnTo>
                    <a:pt x="4648371" y="1885967"/>
                  </a:lnTo>
                  <a:lnTo>
                    <a:pt x="4648624" y="1885967"/>
                  </a:lnTo>
                  <a:lnTo>
                    <a:pt x="4649129" y="1885967"/>
                  </a:lnTo>
                  <a:lnTo>
                    <a:pt x="4649255" y="1885967"/>
                  </a:lnTo>
                  <a:lnTo>
                    <a:pt x="4649760" y="1885967"/>
                  </a:lnTo>
                  <a:lnTo>
                    <a:pt x="4649886" y="1885967"/>
                  </a:lnTo>
                  <a:lnTo>
                    <a:pt x="4650265" y="1885967"/>
                  </a:lnTo>
                  <a:lnTo>
                    <a:pt x="4650391" y="1885967"/>
                  </a:lnTo>
                  <a:lnTo>
                    <a:pt x="4650644" y="1885967"/>
                  </a:lnTo>
                  <a:lnTo>
                    <a:pt x="4651149" y="1885967"/>
                  </a:lnTo>
                  <a:lnTo>
                    <a:pt x="4651275" y="1885967"/>
                  </a:lnTo>
                  <a:lnTo>
                    <a:pt x="4651528" y="1885967"/>
                  </a:lnTo>
                  <a:lnTo>
                    <a:pt x="4651654" y="1885967"/>
                  </a:lnTo>
                  <a:lnTo>
                    <a:pt x="4651654" y="1881056"/>
                  </a:lnTo>
                  <a:lnTo>
                    <a:pt x="4651780" y="1881056"/>
                  </a:lnTo>
                  <a:lnTo>
                    <a:pt x="4652159" y="1881056"/>
                  </a:lnTo>
                  <a:lnTo>
                    <a:pt x="4652790" y="1881056"/>
                  </a:lnTo>
                  <a:lnTo>
                    <a:pt x="4652916" y="1881056"/>
                  </a:lnTo>
                  <a:lnTo>
                    <a:pt x="4654305" y="1881056"/>
                  </a:lnTo>
                  <a:lnTo>
                    <a:pt x="4654431" y="1881056"/>
                  </a:lnTo>
                  <a:lnTo>
                    <a:pt x="4654684" y="1881056"/>
                  </a:lnTo>
                  <a:lnTo>
                    <a:pt x="4654810" y="1881056"/>
                  </a:lnTo>
                  <a:lnTo>
                    <a:pt x="4654937" y="1881056"/>
                  </a:lnTo>
                  <a:lnTo>
                    <a:pt x="4655947" y="1881056"/>
                  </a:lnTo>
                  <a:lnTo>
                    <a:pt x="4656325" y="1881056"/>
                  </a:lnTo>
                  <a:lnTo>
                    <a:pt x="4656452" y="1881056"/>
                  </a:lnTo>
                  <a:lnTo>
                    <a:pt x="4656957" y="1881056"/>
                  </a:lnTo>
                  <a:lnTo>
                    <a:pt x="4657083" y="1881056"/>
                  </a:lnTo>
                  <a:lnTo>
                    <a:pt x="4657209" y="1881056"/>
                  </a:lnTo>
                  <a:lnTo>
                    <a:pt x="4657335" y="1881056"/>
                  </a:lnTo>
                  <a:lnTo>
                    <a:pt x="4657462" y="1881056"/>
                  </a:lnTo>
                  <a:lnTo>
                    <a:pt x="4657714" y="1881056"/>
                  </a:lnTo>
                  <a:lnTo>
                    <a:pt x="4657840" y="1881056"/>
                  </a:lnTo>
                  <a:lnTo>
                    <a:pt x="4657967" y="1881056"/>
                  </a:lnTo>
                  <a:lnTo>
                    <a:pt x="4658219" y="1881056"/>
                  </a:lnTo>
                  <a:lnTo>
                    <a:pt x="4658850" y="1881056"/>
                  </a:lnTo>
                  <a:lnTo>
                    <a:pt x="4659482" y="1881056"/>
                  </a:lnTo>
                  <a:lnTo>
                    <a:pt x="4659987" y="1881056"/>
                  </a:lnTo>
                  <a:lnTo>
                    <a:pt x="4660113" y="1881056"/>
                  </a:lnTo>
                  <a:lnTo>
                    <a:pt x="4660239" y="1881056"/>
                  </a:lnTo>
                  <a:lnTo>
                    <a:pt x="4660366" y="1881056"/>
                  </a:lnTo>
                  <a:lnTo>
                    <a:pt x="4660492" y="1881056"/>
                  </a:lnTo>
                  <a:lnTo>
                    <a:pt x="4660618" y="1881056"/>
                  </a:lnTo>
                  <a:lnTo>
                    <a:pt x="4660871" y="1871233"/>
                  </a:lnTo>
                  <a:lnTo>
                    <a:pt x="4661628" y="1871233"/>
                  </a:lnTo>
                  <a:lnTo>
                    <a:pt x="4662259" y="1871233"/>
                  </a:lnTo>
                  <a:lnTo>
                    <a:pt x="4662512" y="1871233"/>
                  </a:lnTo>
                  <a:lnTo>
                    <a:pt x="4662891" y="1871233"/>
                  </a:lnTo>
                  <a:lnTo>
                    <a:pt x="4663522" y="1871233"/>
                  </a:lnTo>
                  <a:lnTo>
                    <a:pt x="4663648" y="1871233"/>
                  </a:lnTo>
                  <a:lnTo>
                    <a:pt x="4663774" y="1871233"/>
                  </a:lnTo>
                  <a:lnTo>
                    <a:pt x="4664658" y="1866322"/>
                  </a:lnTo>
                  <a:lnTo>
                    <a:pt x="4665163" y="1861411"/>
                  </a:lnTo>
                  <a:lnTo>
                    <a:pt x="4665416" y="1861411"/>
                  </a:lnTo>
                  <a:lnTo>
                    <a:pt x="4665795" y="1861411"/>
                  </a:lnTo>
                  <a:lnTo>
                    <a:pt x="4665921" y="1861411"/>
                  </a:lnTo>
                  <a:lnTo>
                    <a:pt x="4666047" y="1861411"/>
                  </a:lnTo>
                  <a:lnTo>
                    <a:pt x="4666300" y="1861411"/>
                  </a:lnTo>
                  <a:lnTo>
                    <a:pt x="4666552" y="1861411"/>
                  </a:lnTo>
                  <a:lnTo>
                    <a:pt x="4666805" y="1861411"/>
                  </a:lnTo>
                  <a:lnTo>
                    <a:pt x="4666931" y="1861411"/>
                  </a:lnTo>
                  <a:lnTo>
                    <a:pt x="4667057" y="1861411"/>
                  </a:lnTo>
                  <a:lnTo>
                    <a:pt x="4667436" y="1861411"/>
                  </a:lnTo>
                  <a:lnTo>
                    <a:pt x="4667688" y="1861411"/>
                  </a:lnTo>
                  <a:lnTo>
                    <a:pt x="4668193" y="1861411"/>
                  </a:lnTo>
                  <a:lnTo>
                    <a:pt x="4668446" y="1856499"/>
                  </a:lnTo>
                  <a:lnTo>
                    <a:pt x="4668572" y="1856499"/>
                  </a:lnTo>
                  <a:lnTo>
                    <a:pt x="4668825" y="1856499"/>
                  </a:lnTo>
                  <a:lnTo>
                    <a:pt x="4669077" y="1856499"/>
                  </a:lnTo>
                  <a:lnTo>
                    <a:pt x="4669203" y="1856499"/>
                  </a:lnTo>
                  <a:lnTo>
                    <a:pt x="4669330" y="1856499"/>
                  </a:lnTo>
                  <a:lnTo>
                    <a:pt x="4669708" y="1856499"/>
                  </a:lnTo>
                  <a:lnTo>
                    <a:pt x="4669835" y="1856499"/>
                  </a:lnTo>
                  <a:lnTo>
                    <a:pt x="4670340" y="1856499"/>
                  </a:lnTo>
                  <a:lnTo>
                    <a:pt x="4670466" y="1856499"/>
                  </a:lnTo>
                  <a:lnTo>
                    <a:pt x="4670971" y="1856499"/>
                  </a:lnTo>
                  <a:lnTo>
                    <a:pt x="4671476" y="1856499"/>
                  </a:lnTo>
                  <a:lnTo>
                    <a:pt x="4671981" y="1856499"/>
                  </a:lnTo>
                  <a:lnTo>
                    <a:pt x="4672107" y="1856499"/>
                  </a:lnTo>
                  <a:lnTo>
                    <a:pt x="4673244" y="1856499"/>
                  </a:lnTo>
                  <a:lnTo>
                    <a:pt x="4674001" y="1856499"/>
                  </a:lnTo>
                  <a:lnTo>
                    <a:pt x="4674127" y="1856499"/>
                  </a:lnTo>
                  <a:lnTo>
                    <a:pt x="4674254" y="1856499"/>
                  </a:lnTo>
                  <a:lnTo>
                    <a:pt x="4674885" y="1856499"/>
                  </a:lnTo>
                  <a:lnTo>
                    <a:pt x="4675011" y="1856499"/>
                  </a:lnTo>
                  <a:lnTo>
                    <a:pt x="4675643" y="1856499"/>
                  </a:lnTo>
                  <a:lnTo>
                    <a:pt x="4676274" y="1856499"/>
                  </a:lnTo>
                  <a:lnTo>
                    <a:pt x="4676400" y="1856499"/>
                  </a:lnTo>
                  <a:lnTo>
                    <a:pt x="4677536" y="1856499"/>
                  </a:lnTo>
                  <a:lnTo>
                    <a:pt x="4677663" y="1856499"/>
                  </a:lnTo>
                  <a:lnTo>
                    <a:pt x="4679556" y="1856499"/>
                  </a:lnTo>
                  <a:lnTo>
                    <a:pt x="4679683" y="1856499"/>
                  </a:lnTo>
                  <a:lnTo>
                    <a:pt x="4679935" y="1856499"/>
                  </a:lnTo>
                  <a:lnTo>
                    <a:pt x="4680061" y="1856499"/>
                  </a:lnTo>
                  <a:lnTo>
                    <a:pt x="4680188" y="1856499"/>
                  </a:lnTo>
                  <a:lnTo>
                    <a:pt x="4680440" y="1856499"/>
                  </a:lnTo>
                  <a:lnTo>
                    <a:pt x="4680945" y="1856499"/>
                  </a:lnTo>
                  <a:lnTo>
                    <a:pt x="4681450" y="1856499"/>
                  </a:lnTo>
                  <a:lnTo>
                    <a:pt x="4681577" y="1856499"/>
                  </a:lnTo>
                  <a:lnTo>
                    <a:pt x="4681829" y="1856499"/>
                  </a:lnTo>
                  <a:lnTo>
                    <a:pt x="4681955" y="1856499"/>
                  </a:lnTo>
                  <a:lnTo>
                    <a:pt x="4682587" y="1856499"/>
                  </a:lnTo>
                  <a:lnTo>
                    <a:pt x="4682713" y="1856499"/>
                  </a:lnTo>
                  <a:lnTo>
                    <a:pt x="4682965" y="1856499"/>
                  </a:lnTo>
                  <a:lnTo>
                    <a:pt x="4683092" y="1856499"/>
                  </a:lnTo>
                  <a:lnTo>
                    <a:pt x="4683344" y="1856499"/>
                  </a:lnTo>
                  <a:lnTo>
                    <a:pt x="4683470" y="1856499"/>
                  </a:lnTo>
                  <a:lnTo>
                    <a:pt x="4683597" y="1856499"/>
                  </a:lnTo>
                  <a:lnTo>
                    <a:pt x="4684354" y="1856499"/>
                  </a:lnTo>
                  <a:lnTo>
                    <a:pt x="4684607" y="1856499"/>
                  </a:lnTo>
                  <a:lnTo>
                    <a:pt x="4685617" y="1856499"/>
                  </a:lnTo>
                  <a:lnTo>
                    <a:pt x="4685996" y="1856499"/>
                  </a:lnTo>
                  <a:lnTo>
                    <a:pt x="4686122" y="1856499"/>
                  </a:lnTo>
                  <a:lnTo>
                    <a:pt x="4686248" y="1856499"/>
                  </a:lnTo>
                  <a:lnTo>
                    <a:pt x="4686753" y="1856499"/>
                  </a:lnTo>
                  <a:lnTo>
                    <a:pt x="4687006" y="1856499"/>
                  </a:lnTo>
                  <a:lnTo>
                    <a:pt x="4687511" y="1856499"/>
                  </a:lnTo>
                  <a:lnTo>
                    <a:pt x="4687637" y="1856499"/>
                  </a:lnTo>
                  <a:lnTo>
                    <a:pt x="4688016" y="1856499"/>
                  </a:lnTo>
                  <a:lnTo>
                    <a:pt x="4688394" y="1856499"/>
                  </a:lnTo>
                  <a:lnTo>
                    <a:pt x="4689026" y="1856499"/>
                  </a:lnTo>
                  <a:lnTo>
                    <a:pt x="4689404" y="1856499"/>
                  </a:lnTo>
                  <a:lnTo>
                    <a:pt x="4689783" y="1856499"/>
                  </a:lnTo>
                  <a:lnTo>
                    <a:pt x="4689909" y="1856499"/>
                  </a:lnTo>
                  <a:lnTo>
                    <a:pt x="4690162" y="1856499"/>
                  </a:lnTo>
                  <a:lnTo>
                    <a:pt x="4690793" y="1856499"/>
                  </a:lnTo>
                  <a:lnTo>
                    <a:pt x="4691046" y="1856499"/>
                  </a:lnTo>
                  <a:lnTo>
                    <a:pt x="4691425" y="1856499"/>
                  </a:lnTo>
                  <a:lnTo>
                    <a:pt x="4691803" y="1856499"/>
                  </a:lnTo>
                  <a:lnTo>
                    <a:pt x="4692308" y="1856499"/>
                  </a:lnTo>
                  <a:lnTo>
                    <a:pt x="4692435" y="1856499"/>
                  </a:lnTo>
                  <a:lnTo>
                    <a:pt x="4694076" y="1856499"/>
                  </a:lnTo>
                  <a:lnTo>
                    <a:pt x="4694202" y="1856499"/>
                  </a:lnTo>
                  <a:lnTo>
                    <a:pt x="4694455" y="1856499"/>
                  </a:lnTo>
                  <a:lnTo>
                    <a:pt x="4694707" y="1856499"/>
                  </a:lnTo>
                  <a:lnTo>
                    <a:pt x="4695086" y="1856499"/>
                  </a:lnTo>
                  <a:lnTo>
                    <a:pt x="4695212" y="1851588"/>
                  </a:lnTo>
                  <a:lnTo>
                    <a:pt x="4695465" y="1851588"/>
                  </a:lnTo>
                  <a:lnTo>
                    <a:pt x="4696096" y="1851588"/>
                  </a:lnTo>
                  <a:lnTo>
                    <a:pt x="4696475" y="1851588"/>
                  </a:lnTo>
                  <a:lnTo>
                    <a:pt x="4697485" y="1851588"/>
                  </a:lnTo>
                  <a:lnTo>
                    <a:pt x="4697737" y="1851588"/>
                  </a:lnTo>
                  <a:lnTo>
                    <a:pt x="4697864" y="1851588"/>
                  </a:lnTo>
                  <a:lnTo>
                    <a:pt x="4698242" y="1851588"/>
                  </a:lnTo>
                  <a:lnTo>
                    <a:pt x="4698621" y="1851588"/>
                  </a:lnTo>
                  <a:lnTo>
                    <a:pt x="4698747" y="1851588"/>
                  </a:lnTo>
                  <a:lnTo>
                    <a:pt x="4700010" y="1851588"/>
                  </a:lnTo>
                  <a:lnTo>
                    <a:pt x="4700262" y="1851588"/>
                  </a:lnTo>
                  <a:lnTo>
                    <a:pt x="4700767" y="1851588"/>
                  </a:lnTo>
                  <a:lnTo>
                    <a:pt x="4701778" y="1851588"/>
                  </a:lnTo>
                  <a:lnTo>
                    <a:pt x="4701904" y="1851588"/>
                  </a:lnTo>
                  <a:lnTo>
                    <a:pt x="4702030" y="1851588"/>
                  </a:lnTo>
                  <a:lnTo>
                    <a:pt x="4702156" y="1851588"/>
                  </a:lnTo>
                  <a:lnTo>
                    <a:pt x="4702409" y="1851588"/>
                  </a:lnTo>
                  <a:lnTo>
                    <a:pt x="4702535" y="1851588"/>
                  </a:lnTo>
                  <a:lnTo>
                    <a:pt x="4702661" y="1851588"/>
                  </a:lnTo>
                  <a:lnTo>
                    <a:pt x="4702788" y="1851588"/>
                  </a:lnTo>
                  <a:lnTo>
                    <a:pt x="4703166" y="1851588"/>
                  </a:lnTo>
                  <a:lnTo>
                    <a:pt x="4703419" y="1851588"/>
                  </a:lnTo>
                  <a:lnTo>
                    <a:pt x="4703545" y="1851588"/>
                  </a:lnTo>
                  <a:lnTo>
                    <a:pt x="4703924" y="1851588"/>
                  </a:lnTo>
                  <a:lnTo>
                    <a:pt x="4704429" y="1846676"/>
                  </a:lnTo>
                  <a:lnTo>
                    <a:pt x="4704555" y="1846676"/>
                  </a:lnTo>
                  <a:lnTo>
                    <a:pt x="4704681" y="1846676"/>
                  </a:lnTo>
                  <a:lnTo>
                    <a:pt x="4706070" y="1846676"/>
                  </a:lnTo>
                  <a:lnTo>
                    <a:pt x="4706197" y="1846676"/>
                  </a:lnTo>
                  <a:lnTo>
                    <a:pt x="4706954" y="1846676"/>
                  </a:lnTo>
                  <a:lnTo>
                    <a:pt x="4707080" y="1841765"/>
                  </a:lnTo>
                  <a:lnTo>
                    <a:pt x="4707333" y="1841765"/>
                  </a:lnTo>
                  <a:lnTo>
                    <a:pt x="4707712" y="1841765"/>
                  </a:lnTo>
                  <a:lnTo>
                    <a:pt x="4708343" y="1841765"/>
                  </a:lnTo>
                  <a:lnTo>
                    <a:pt x="4708595" y="1841765"/>
                  </a:lnTo>
                  <a:lnTo>
                    <a:pt x="4708722" y="1841765"/>
                  </a:lnTo>
                  <a:lnTo>
                    <a:pt x="4708848" y="1841765"/>
                  </a:lnTo>
                  <a:lnTo>
                    <a:pt x="4709100" y="1841765"/>
                  </a:lnTo>
                  <a:lnTo>
                    <a:pt x="4709732" y="1841765"/>
                  </a:lnTo>
                  <a:lnTo>
                    <a:pt x="4710237" y="1841765"/>
                  </a:lnTo>
                  <a:lnTo>
                    <a:pt x="4710615" y="1841765"/>
                  </a:lnTo>
                  <a:lnTo>
                    <a:pt x="4711878" y="1841765"/>
                  </a:lnTo>
                  <a:lnTo>
                    <a:pt x="4712004" y="1841765"/>
                  </a:lnTo>
                  <a:lnTo>
                    <a:pt x="4712131" y="1841765"/>
                  </a:lnTo>
                  <a:lnTo>
                    <a:pt x="4712509" y="1841765"/>
                  </a:lnTo>
                  <a:lnTo>
                    <a:pt x="4712762" y="1841765"/>
                  </a:lnTo>
                  <a:lnTo>
                    <a:pt x="4713267" y="1841765"/>
                  </a:lnTo>
                  <a:lnTo>
                    <a:pt x="4713393" y="1841765"/>
                  </a:lnTo>
                  <a:lnTo>
                    <a:pt x="4713519" y="1841765"/>
                  </a:lnTo>
                  <a:lnTo>
                    <a:pt x="4714403" y="1841765"/>
                  </a:lnTo>
                  <a:lnTo>
                    <a:pt x="4714529" y="1841765"/>
                  </a:lnTo>
                  <a:lnTo>
                    <a:pt x="4715034" y="1841765"/>
                  </a:lnTo>
                  <a:lnTo>
                    <a:pt x="4715161" y="1841765"/>
                  </a:lnTo>
                  <a:lnTo>
                    <a:pt x="4715287" y="1841765"/>
                  </a:lnTo>
                  <a:lnTo>
                    <a:pt x="4715539" y="1841765"/>
                  </a:lnTo>
                  <a:lnTo>
                    <a:pt x="4715792" y="1841765"/>
                  </a:lnTo>
                  <a:lnTo>
                    <a:pt x="4715918" y="1841765"/>
                  </a:lnTo>
                  <a:lnTo>
                    <a:pt x="4716044" y="1841765"/>
                  </a:lnTo>
                  <a:lnTo>
                    <a:pt x="4716928" y="1841765"/>
                  </a:lnTo>
                  <a:lnTo>
                    <a:pt x="4717055" y="1841765"/>
                  </a:lnTo>
                  <a:lnTo>
                    <a:pt x="4717181" y="1841765"/>
                  </a:lnTo>
                  <a:lnTo>
                    <a:pt x="4717307" y="1841765"/>
                  </a:lnTo>
                  <a:lnTo>
                    <a:pt x="4717433" y="1841765"/>
                  </a:lnTo>
                  <a:lnTo>
                    <a:pt x="4717560" y="1841765"/>
                  </a:lnTo>
                  <a:lnTo>
                    <a:pt x="4717686" y="1841765"/>
                  </a:lnTo>
                  <a:lnTo>
                    <a:pt x="4717938" y="1836854"/>
                  </a:lnTo>
                  <a:lnTo>
                    <a:pt x="4719201" y="1836854"/>
                  </a:lnTo>
                  <a:lnTo>
                    <a:pt x="4719327" y="1836854"/>
                  </a:lnTo>
                  <a:lnTo>
                    <a:pt x="4719453" y="1836854"/>
                  </a:lnTo>
                  <a:lnTo>
                    <a:pt x="4719580" y="1836854"/>
                  </a:lnTo>
                  <a:lnTo>
                    <a:pt x="4719706" y="1836854"/>
                  </a:lnTo>
                  <a:lnTo>
                    <a:pt x="4719832" y="1836854"/>
                  </a:lnTo>
                  <a:lnTo>
                    <a:pt x="4720211" y="1836854"/>
                  </a:lnTo>
                  <a:lnTo>
                    <a:pt x="4720842" y="1831942"/>
                  </a:lnTo>
                  <a:lnTo>
                    <a:pt x="4720968" y="1831942"/>
                  </a:lnTo>
                  <a:lnTo>
                    <a:pt x="4721221" y="1831942"/>
                  </a:lnTo>
                  <a:lnTo>
                    <a:pt x="4721852" y="1831942"/>
                  </a:lnTo>
                  <a:lnTo>
                    <a:pt x="4721979" y="1831942"/>
                  </a:lnTo>
                  <a:lnTo>
                    <a:pt x="4722105" y="1831942"/>
                  </a:lnTo>
                  <a:lnTo>
                    <a:pt x="4722357" y="1831942"/>
                  </a:lnTo>
                  <a:lnTo>
                    <a:pt x="4722736" y="1831942"/>
                  </a:lnTo>
                  <a:lnTo>
                    <a:pt x="4723115" y="1831942"/>
                  </a:lnTo>
                  <a:lnTo>
                    <a:pt x="4723620" y="1831942"/>
                  </a:lnTo>
                  <a:lnTo>
                    <a:pt x="4723746" y="1831942"/>
                  </a:lnTo>
                  <a:lnTo>
                    <a:pt x="4724125" y="1831942"/>
                  </a:lnTo>
                  <a:lnTo>
                    <a:pt x="4724251" y="1831942"/>
                  </a:lnTo>
                  <a:lnTo>
                    <a:pt x="4724377" y="1831942"/>
                  </a:lnTo>
                  <a:lnTo>
                    <a:pt x="4724504" y="1827031"/>
                  </a:lnTo>
                  <a:lnTo>
                    <a:pt x="4724630" y="1827031"/>
                  </a:lnTo>
                  <a:lnTo>
                    <a:pt x="4724882" y="1827031"/>
                  </a:lnTo>
                  <a:lnTo>
                    <a:pt x="4725135" y="1827031"/>
                  </a:lnTo>
                  <a:lnTo>
                    <a:pt x="4725261" y="1827031"/>
                  </a:lnTo>
                  <a:lnTo>
                    <a:pt x="4725514" y="1827031"/>
                  </a:lnTo>
                  <a:lnTo>
                    <a:pt x="4726776" y="1827031"/>
                  </a:lnTo>
                  <a:lnTo>
                    <a:pt x="4726903" y="1827031"/>
                  </a:lnTo>
                  <a:lnTo>
                    <a:pt x="4727281" y="1822120"/>
                  </a:lnTo>
                  <a:lnTo>
                    <a:pt x="4727660" y="1822120"/>
                  </a:lnTo>
                  <a:lnTo>
                    <a:pt x="4728291" y="1822120"/>
                  </a:lnTo>
                  <a:lnTo>
                    <a:pt x="4728544" y="1822120"/>
                  </a:lnTo>
                  <a:lnTo>
                    <a:pt x="4729049" y="1822120"/>
                  </a:lnTo>
                  <a:lnTo>
                    <a:pt x="4729175" y="1822120"/>
                  </a:lnTo>
                  <a:lnTo>
                    <a:pt x="4729301" y="1822120"/>
                  </a:lnTo>
                  <a:lnTo>
                    <a:pt x="4729554" y="1822120"/>
                  </a:lnTo>
                  <a:lnTo>
                    <a:pt x="4731574" y="1822120"/>
                  </a:lnTo>
                  <a:lnTo>
                    <a:pt x="4731826" y="1822120"/>
                  </a:lnTo>
                  <a:lnTo>
                    <a:pt x="4731953" y="1822120"/>
                  </a:lnTo>
                  <a:lnTo>
                    <a:pt x="4732458" y="1822120"/>
                  </a:lnTo>
                  <a:lnTo>
                    <a:pt x="4732837" y="1822120"/>
                  </a:lnTo>
                  <a:lnTo>
                    <a:pt x="4733089" y="1822120"/>
                  </a:lnTo>
                  <a:lnTo>
                    <a:pt x="4733215" y="1822120"/>
                  </a:lnTo>
                  <a:lnTo>
                    <a:pt x="4733342" y="1822120"/>
                  </a:lnTo>
                  <a:lnTo>
                    <a:pt x="4733468" y="1822120"/>
                  </a:lnTo>
                  <a:lnTo>
                    <a:pt x="4733720" y="1822120"/>
                  </a:lnTo>
                  <a:lnTo>
                    <a:pt x="4734099" y="1822120"/>
                  </a:lnTo>
                  <a:lnTo>
                    <a:pt x="4734604" y="1822120"/>
                  </a:lnTo>
                  <a:lnTo>
                    <a:pt x="4734730" y="1822120"/>
                  </a:lnTo>
                  <a:lnTo>
                    <a:pt x="4735109" y="1822120"/>
                  </a:lnTo>
                  <a:lnTo>
                    <a:pt x="4735362" y="1822120"/>
                  </a:lnTo>
                  <a:lnTo>
                    <a:pt x="4735488" y="1822120"/>
                  </a:lnTo>
                  <a:lnTo>
                    <a:pt x="4736245" y="1822120"/>
                  </a:lnTo>
                  <a:lnTo>
                    <a:pt x="4736372" y="1822120"/>
                  </a:lnTo>
                  <a:lnTo>
                    <a:pt x="4736498" y="1822120"/>
                  </a:lnTo>
                  <a:lnTo>
                    <a:pt x="4736750" y="1822120"/>
                  </a:lnTo>
                  <a:lnTo>
                    <a:pt x="4736877" y="1822120"/>
                  </a:lnTo>
                  <a:lnTo>
                    <a:pt x="4737508" y="1822120"/>
                  </a:lnTo>
                  <a:lnTo>
                    <a:pt x="4737761" y="1822120"/>
                  </a:lnTo>
                  <a:lnTo>
                    <a:pt x="4737887" y="1822120"/>
                  </a:lnTo>
                  <a:lnTo>
                    <a:pt x="4738013" y="1822120"/>
                  </a:lnTo>
                  <a:lnTo>
                    <a:pt x="4738266" y="1822120"/>
                  </a:lnTo>
                  <a:lnTo>
                    <a:pt x="4738392" y="1822120"/>
                  </a:lnTo>
                  <a:lnTo>
                    <a:pt x="4738771" y="1822120"/>
                  </a:lnTo>
                  <a:lnTo>
                    <a:pt x="4739528" y="1822120"/>
                  </a:lnTo>
                  <a:lnTo>
                    <a:pt x="4740033" y="1822120"/>
                  </a:lnTo>
                  <a:lnTo>
                    <a:pt x="4740159" y="1822120"/>
                  </a:lnTo>
                  <a:lnTo>
                    <a:pt x="4740286" y="1822120"/>
                  </a:lnTo>
                  <a:lnTo>
                    <a:pt x="4741169" y="1822120"/>
                  </a:lnTo>
                  <a:lnTo>
                    <a:pt x="4741422" y="1822120"/>
                  </a:lnTo>
                  <a:lnTo>
                    <a:pt x="4742306" y="1822120"/>
                  </a:lnTo>
                  <a:lnTo>
                    <a:pt x="4742432" y="1822120"/>
                  </a:lnTo>
                  <a:lnTo>
                    <a:pt x="4742558" y="1822120"/>
                  </a:lnTo>
                  <a:lnTo>
                    <a:pt x="4742685" y="1822120"/>
                  </a:lnTo>
                  <a:lnTo>
                    <a:pt x="4742811" y="1822120"/>
                  </a:lnTo>
                  <a:lnTo>
                    <a:pt x="4743190" y="1822120"/>
                  </a:lnTo>
                  <a:lnTo>
                    <a:pt x="4743316" y="1822120"/>
                  </a:lnTo>
                  <a:lnTo>
                    <a:pt x="4743442" y="1822120"/>
                  </a:lnTo>
                  <a:lnTo>
                    <a:pt x="4744452" y="1822120"/>
                  </a:lnTo>
                  <a:lnTo>
                    <a:pt x="4744578" y="1822120"/>
                  </a:lnTo>
                  <a:lnTo>
                    <a:pt x="4744831" y="1822120"/>
                  </a:lnTo>
                  <a:lnTo>
                    <a:pt x="4745462" y="1822120"/>
                  </a:lnTo>
                  <a:lnTo>
                    <a:pt x="4745588" y="1822120"/>
                  </a:lnTo>
                  <a:lnTo>
                    <a:pt x="4745715" y="1822120"/>
                  </a:lnTo>
                  <a:lnTo>
                    <a:pt x="4746093" y="1822120"/>
                  </a:lnTo>
                  <a:lnTo>
                    <a:pt x="4746346" y="1822120"/>
                  </a:lnTo>
                  <a:lnTo>
                    <a:pt x="4747735" y="1822120"/>
                  </a:lnTo>
                  <a:lnTo>
                    <a:pt x="4748114" y="1822120"/>
                  </a:lnTo>
                  <a:lnTo>
                    <a:pt x="4748366" y="1822120"/>
                  </a:lnTo>
                  <a:lnTo>
                    <a:pt x="4748492" y="1822120"/>
                  </a:lnTo>
                  <a:lnTo>
                    <a:pt x="4748619" y="1822120"/>
                  </a:lnTo>
                  <a:lnTo>
                    <a:pt x="4748745" y="1822120"/>
                  </a:lnTo>
                  <a:lnTo>
                    <a:pt x="4748997" y="1822120"/>
                  </a:lnTo>
                  <a:lnTo>
                    <a:pt x="4749124" y="1822120"/>
                  </a:lnTo>
                  <a:lnTo>
                    <a:pt x="4749250" y="1822120"/>
                  </a:lnTo>
                  <a:lnTo>
                    <a:pt x="4749502" y="1822120"/>
                  </a:lnTo>
                  <a:lnTo>
                    <a:pt x="4750134" y="1822120"/>
                  </a:lnTo>
                  <a:lnTo>
                    <a:pt x="4750260" y="1822120"/>
                  </a:lnTo>
                  <a:lnTo>
                    <a:pt x="4750386" y="1822120"/>
                  </a:lnTo>
                  <a:lnTo>
                    <a:pt x="4750512" y="1822120"/>
                  </a:lnTo>
                  <a:lnTo>
                    <a:pt x="4750765" y="1822120"/>
                  </a:lnTo>
                  <a:lnTo>
                    <a:pt x="4750891" y="1822120"/>
                  </a:lnTo>
                  <a:lnTo>
                    <a:pt x="4751396" y="1817208"/>
                  </a:lnTo>
                  <a:lnTo>
                    <a:pt x="4751775" y="1817208"/>
                  </a:lnTo>
                  <a:lnTo>
                    <a:pt x="4752027" y="1817208"/>
                  </a:lnTo>
                  <a:lnTo>
                    <a:pt x="4752280" y="1817208"/>
                  </a:lnTo>
                  <a:lnTo>
                    <a:pt x="4753290" y="1817208"/>
                  </a:lnTo>
                  <a:lnTo>
                    <a:pt x="4753543" y="1817208"/>
                  </a:lnTo>
                  <a:lnTo>
                    <a:pt x="4753669" y="1817208"/>
                  </a:lnTo>
                  <a:lnTo>
                    <a:pt x="4753921" y="1817208"/>
                  </a:lnTo>
                  <a:lnTo>
                    <a:pt x="4754048" y="1817208"/>
                  </a:lnTo>
                  <a:lnTo>
                    <a:pt x="4754174" y="1817208"/>
                  </a:lnTo>
                  <a:lnTo>
                    <a:pt x="4754426" y="1817208"/>
                  </a:lnTo>
                  <a:lnTo>
                    <a:pt x="4754553" y="1817208"/>
                  </a:lnTo>
                  <a:lnTo>
                    <a:pt x="4754679" y="1817208"/>
                  </a:lnTo>
                  <a:lnTo>
                    <a:pt x="4755184" y="1817208"/>
                  </a:lnTo>
                  <a:lnTo>
                    <a:pt x="4755563" y="1817208"/>
                  </a:lnTo>
                  <a:lnTo>
                    <a:pt x="4755941" y="1817208"/>
                  </a:lnTo>
                  <a:lnTo>
                    <a:pt x="4756068" y="1817208"/>
                  </a:lnTo>
                  <a:lnTo>
                    <a:pt x="4756320" y="1817208"/>
                  </a:lnTo>
                  <a:lnTo>
                    <a:pt x="4756699" y="1817208"/>
                  </a:lnTo>
                  <a:lnTo>
                    <a:pt x="4756825" y="1817208"/>
                  </a:lnTo>
                  <a:lnTo>
                    <a:pt x="4757330" y="1817208"/>
                  </a:lnTo>
                  <a:lnTo>
                    <a:pt x="4758088" y="1817208"/>
                  </a:lnTo>
                  <a:lnTo>
                    <a:pt x="4758340" y="1817208"/>
                  </a:lnTo>
                  <a:lnTo>
                    <a:pt x="4760992" y="1817208"/>
                  </a:lnTo>
                  <a:lnTo>
                    <a:pt x="4761497" y="1817208"/>
                  </a:lnTo>
                  <a:lnTo>
                    <a:pt x="4761623" y="1817208"/>
                  </a:lnTo>
                  <a:lnTo>
                    <a:pt x="4761749" y="1817208"/>
                  </a:lnTo>
                  <a:lnTo>
                    <a:pt x="4761875" y="1817208"/>
                  </a:lnTo>
                  <a:lnTo>
                    <a:pt x="4762380" y="1817208"/>
                  </a:lnTo>
                  <a:lnTo>
                    <a:pt x="4762507" y="1817208"/>
                  </a:lnTo>
                  <a:lnTo>
                    <a:pt x="4762759" y="1817208"/>
                  </a:lnTo>
                  <a:lnTo>
                    <a:pt x="4763138" y="1817208"/>
                  </a:lnTo>
                  <a:lnTo>
                    <a:pt x="4763264" y="1817208"/>
                  </a:lnTo>
                  <a:lnTo>
                    <a:pt x="4763517" y="1817208"/>
                  </a:lnTo>
                  <a:lnTo>
                    <a:pt x="4763643" y="1817208"/>
                  </a:lnTo>
                  <a:lnTo>
                    <a:pt x="4763769" y="1817208"/>
                  </a:lnTo>
                  <a:lnTo>
                    <a:pt x="4763896" y="1817208"/>
                  </a:lnTo>
                  <a:lnTo>
                    <a:pt x="4764022" y="1817208"/>
                  </a:lnTo>
                  <a:lnTo>
                    <a:pt x="4764148" y="1817208"/>
                  </a:lnTo>
                  <a:lnTo>
                    <a:pt x="4765284" y="1817208"/>
                  </a:lnTo>
                  <a:lnTo>
                    <a:pt x="4765663" y="1817208"/>
                  </a:lnTo>
                  <a:lnTo>
                    <a:pt x="4765916" y="1817208"/>
                  </a:lnTo>
                  <a:lnTo>
                    <a:pt x="4766042" y="1817208"/>
                  </a:lnTo>
                  <a:lnTo>
                    <a:pt x="4766673" y="1817208"/>
                  </a:lnTo>
                  <a:lnTo>
                    <a:pt x="4766926" y="1817208"/>
                  </a:lnTo>
                  <a:lnTo>
                    <a:pt x="4767557" y="1817208"/>
                  </a:lnTo>
                  <a:lnTo>
                    <a:pt x="4767809" y="1817208"/>
                  </a:lnTo>
                  <a:lnTo>
                    <a:pt x="4768441" y="1817208"/>
                  </a:lnTo>
                  <a:lnTo>
                    <a:pt x="4768567" y="1817208"/>
                  </a:lnTo>
                  <a:lnTo>
                    <a:pt x="4768946" y="1817208"/>
                  </a:lnTo>
                  <a:lnTo>
                    <a:pt x="4769198" y="1817208"/>
                  </a:lnTo>
                  <a:lnTo>
                    <a:pt x="4769325" y="1817208"/>
                  </a:lnTo>
                  <a:lnTo>
                    <a:pt x="4769830" y="1817208"/>
                  </a:lnTo>
                  <a:lnTo>
                    <a:pt x="4769956" y="1817208"/>
                  </a:lnTo>
                  <a:lnTo>
                    <a:pt x="4770335" y="1817208"/>
                  </a:lnTo>
                  <a:lnTo>
                    <a:pt x="4770461" y="1812297"/>
                  </a:lnTo>
                  <a:lnTo>
                    <a:pt x="4770713" y="1812297"/>
                  </a:lnTo>
                  <a:lnTo>
                    <a:pt x="4770840" y="1812297"/>
                  </a:lnTo>
                  <a:lnTo>
                    <a:pt x="4771092" y="1812297"/>
                  </a:lnTo>
                  <a:lnTo>
                    <a:pt x="4771471" y="1812297"/>
                  </a:lnTo>
                  <a:lnTo>
                    <a:pt x="4771597" y="1812297"/>
                  </a:lnTo>
                  <a:lnTo>
                    <a:pt x="4771723" y="1812297"/>
                  </a:lnTo>
                  <a:lnTo>
                    <a:pt x="4771850" y="1812297"/>
                  </a:lnTo>
                  <a:lnTo>
                    <a:pt x="4771976" y="1812297"/>
                  </a:lnTo>
                  <a:lnTo>
                    <a:pt x="4772355" y="1812297"/>
                  </a:lnTo>
                  <a:lnTo>
                    <a:pt x="4772481" y="1812297"/>
                  </a:lnTo>
                  <a:lnTo>
                    <a:pt x="4772860" y="1812297"/>
                  </a:lnTo>
                  <a:lnTo>
                    <a:pt x="4773491" y="1812297"/>
                  </a:lnTo>
                  <a:lnTo>
                    <a:pt x="4773617" y="1812297"/>
                  </a:lnTo>
                  <a:lnTo>
                    <a:pt x="4774249" y="1812297"/>
                  </a:lnTo>
                  <a:lnTo>
                    <a:pt x="4775385" y="1812297"/>
                  </a:lnTo>
                  <a:lnTo>
                    <a:pt x="4775637" y="1807385"/>
                  </a:lnTo>
                  <a:lnTo>
                    <a:pt x="4776269" y="1807385"/>
                  </a:lnTo>
                  <a:lnTo>
                    <a:pt x="4776395" y="1807385"/>
                  </a:lnTo>
                  <a:lnTo>
                    <a:pt x="4776521" y="1807385"/>
                  </a:lnTo>
                  <a:lnTo>
                    <a:pt x="4776774" y="1807385"/>
                  </a:lnTo>
                  <a:lnTo>
                    <a:pt x="4776900" y="1807385"/>
                  </a:lnTo>
                  <a:lnTo>
                    <a:pt x="4777026" y="1807385"/>
                  </a:lnTo>
                  <a:lnTo>
                    <a:pt x="4777152" y="1807385"/>
                  </a:lnTo>
                  <a:lnTo>
                    <a:pt x="4777279" y="1807385"/>
                  </a:lnTo>
                  <a:lnTo>
                    <a:pt x="4777784" y="1807385"/>
                  </a:lnTo>
                  <a:lnTo>
                    <a:pt x="4778415" y="1807385"/>
                  </a:lnTo>
                  <a:lnTo>
                    <a:pt x="4778541" y="1807385"/>
                  </a:lnTo>
                  <a:lnTo>
                    <a:pt x="4779046" y="1807385"/>
                  </a:lnTo>
                  <a:lnTo>
                    <a:pt x="4779173" y="1807385"/>
                  </a:lnTo>
                  <a:lnTo>
                    <a:pt x="4779425" y="1807385"/>
                  </a:lnTo>
                  <a:lnTo>
                    <a:pt x="4780183" y="1802474"/>
                  </a:lnTo>
                  <a:lnTo>
                    <a:pt x="4780183" y="1797563"/>
                  </a:lnTo>
                  <a:lnTo>
                    <a:pt x="4780561" y="1797563"/>
                  </a:lnTo>
                  <a:lnTo>
                    <a:pt x="4781319" y="1797563"/>
                  </a:lnTo>
                  <a:lnTo>
                    <a:pt x="4781445" y="1797563"/>
                  </a:lnTo>
                  <a:lnTo>
                    <a:pt x="4781824" y="1797563"/>
                  </a:lnTo>
                  <a:lnTo>
                    <a:pt x="4781950" y="1797563"/>
                  </a:lnTo>
                  <a:lnTo>
                    <a:pt x="4783086" y="1797563"/>
                  </a:lnTo>
                  <a:lnTo>
                    <a:pt x="4783213" y="1797563"/>
                  </a:lnTo>
                  <a:lnTo>
                    <a:pt x="4783465" y="1797563"/>
                  </a:lnTo>
                  <a:lnTo>
                    <a:pt x="4783592" y="1797563"/>
                  </a:lnTo>
                  <a:lnTo>
                    <a:pt x="4783718" y="1797563"/>
                  </a:lnTo>
                  <a:lnTo>
                    <a:pt x="4784097" y="1797563"/>
                  </a:lnTo>
                  <a:lnTo>
                    <a:pt x="4784223" y="1797563"/>
                  </a:lnTo>
                  <a:lnTo>
                    <a:pt x="4784349" y="1797563"/>
                  </a:lnTo>
                  <a:lnTo>
                    <a:pt x="4784728" y="1797563"/>
                  </a:lnTo>
                  <a:lnTo>
                    <a:pt x="4784854" y="1797563"/>
                  </a:lnTo>
                  <a:lnTo>
                    <a:pt x="4785738" y="1797563"/>
                  </a:lnTo>
                  <a:lnTo>
                    <a:pt x="4785864" y="1797563"/>
                  </a:lnTo>
                  <a:lnTo>
                    <a:pt x="4785990" y="1797563"/>
                  </a:lnTo>
                  <a:lnTo>
                    <a:pt x="4787253" y="1792651"/>
                  </a:lnTo>
                  <a:lnTo>
                    <a:pt x="4787379" y="1792651"/>
                  </a:lnTo>
                  <a:lnTo>
                    <a:pt x="4787632" y="1792651"/>
                  </a:lnTo>
                  <a:lnTo>
                    <a:pt x="4788137" y="1792651"/>
                  </a:lnTo>
                  <a:lnTo>
                    <a:pt x="4788263" y="1792651"/>
                  </a:lnTo>
                  <a:lnTo>
                    <a:pt x="4788642" y="1792651"/>
                  </a:lnTo>
                  <a:lnTo>
                    <a:pt x="4788894" y="1792651"/>
                  </a:lnTo>
                  <a:lnTo>
                    <a:pt x="4789021" y="1792651"/>
                  </a:lnTo>
                  <a:lnTo>
                    <a:pt x="4789147" y="1792651"/>
                  </a:lnTo>
                  <a:lnTo>
                    <a:pt x="4789273" y="1792651"/>
                  </a:lnTo>
                  <a:lnTo>
                    <a:pt x="4789399" y="1792651"/>
                  </a:lnTo>
                  <a:lnTo>
                    <a:pt x="4789526" y="1792651"/>
                  </a:lnTo>
                  <a:lnTo>
                    <a:pt x="4789652" y="1792651"/>
                  </a:lnTo>
                  <a:lnTo>
                    <a:pt x="4790283" y="1792651"/>
                  </a:lnTo>
                  <a:lnTo>
                    <a:pt x="4790536" y="1792651"/>
                  </a:lnTo>
                  <a:lnTo>
                    <a:pt x="4790788" y="1792651"/>
                  </a:lnTo>
                  <a:lnTo>
                    <a:pt x="4790914" y="1792651"/>
                  </a:lnTo>
                  <a:lnTo>
                    <a:pt x="4791041" y="1792651"/>
                  </a:lnTo>
                  <a:lnTo>
                    <a:pt x="4791293" y="1792651"/>
                  </a:lnTo>
                  <a:lnTo>
                    <a:pt x="4791419" y="1792651"/>
                  </a:lnTo>
                  <a:lnTo>
                    <a:pt x="4792051" y="1792651"/>
                  </a:lnTo>
                  <a:lnTo>
                    <a:pt x="4794323" y="1792651"/>
                  </a:lnTo>
                  <a:lnTo>
                    <a:pt x="4794576" y="1792651"/>
                  </a:lnTo>
                  <a:lnTo>
                    <a:pt x="4794702" y="1792651"/>
                  </a:lnTo>
                  <a:lnTo>
                    <a:pt x="4794828" y="1792651"/>
                  </a:lnTo>
                  <a:lnTo>
                    <a:pt x="4794955" y="1792651"/>
                  </a:lnTo>
                  <a:lnTo>
                    <a:pt x="4795081" y="1792651"/>
                  </a:lnTo>
                  <a:lnTo>
                    <a:pt x="4795207" y="1792651"/>
                  </a:lnTo>
                  <a:lnTo>
                    <a:pt x="4795460" y="1792651"/>
                  </a:lnTo>
                  <a:lnTo>
                    <a:pt x="4795712" y="1792651"/>
                  </a:lnTo>
                  <a:lnTo>
                    <a:pt x="4795838" y="1792651"/>
                  </a:lnTo>
                  <a:lnTo>
                    <a:pt x="4796343" y="1792651"/>
                  </a:lnTo>
                  <a:lnTo>
                    <a:pt x="4796470" y="1792651"/>
                  </a:lnTo>
                  <a:lnTo>
                    <a:pt x="4796596" y="1792651"/>
                  </a:lnTo>
                  <a:lnTo>
                    <a:pt x="4796975" y="1792651"/>
                  </a:lnTo>
                  <a:lnTo>
                    <a:pt x="4797858" y="1792651"/>
                  </a:lnTo>
                  <a:lnTo>
                    <a:pt x="4798616" y="1792651"/>
                  </a:lnTo>
                  <a:lnTo>
                    <a:pt x="4798742" y="1792651"/>
                  </a:lnTo>
                  <a:lnTo>
                    <a:pt x="4798995" y="1792651"/>
                  </a:lnTo>
                  <a:lnTo>
                    <a:pt x="4799247" y="1792651"/>
                  </a:lnTo>
                  <a:lnTo>
                    <a:pt x="4799374" y="1792651"/>
                  </a:lnTo>
                  <a:lnTo>
                    <a:pt x="4799752" y="1792651"/>
                  </a:lnTo>
                  <a:lnTo>
                    <a:pt x="4799879" y="1792651"/>
                  </a:lnTo>
                  <a:lnTo>
                    <a:pt x="4800510" y="1787740"/>
                  </a:lnTo>
                  <a:lnTo>
                    <a:pt x="4800889" y="1787740"/>
                  </a:lnTo>
                  <a:lnTo>
                    <a:pt x="4801520" y="1787740"/>
                  </a:lnTo>
                  <a:lnTo>
                    <a:pt x="4802151" y="1787740"/>
                  </a:lnTo>
                  <a:lnTo>
                    <a:pt x="4802782" y="1787740"/>
                  </a:lnTo>
                  <a:lnTo>
                    <a:pt x="4802909" y="1787740"/>
                  </a:lnTo>
                  <a:lnTo>
                    <a:pt x="4803035" y="1787740"/>
                  </a:lnTo>
                  <a:lnTo>
                    <a:pt x="4803035" y="1782829"/>
                  </a:lnTo>
                  <a:lnTo>
                    <a:pt x="4803161" y="1782829"/>
                  </a:lnTo>
                  <a:lnTo>
                    <a:pt x="4803919" y="1782829"/>
                  </a:lnTo>
                  <a:lnTo>
                    <a:pt x="4804424" y="1782829"/>
                  </a:lnTo>
                  <a:lnTo>
                    <a:pt x="4804550" y="1782829"/>
                  </a:lnTo>
                  <a:lnTo>
                    <a:pt x="4804676" y="1782829"/>
                  </a:lnTo>
                  <a:lnTo>
                    <a:pt x="4804803" y="1782829"/>
                  </a:lnTo>
                  <a:lnTo>
                    <a:pt x="4805181" y="1782829"/>
                  </a:lnTo>
                  <a:lnTo>
                    <a:pt x="4805813" y="1782829"/>
                  </a:lnTo>
                  <a:lnTo>
                    <a:pt x="4806065" y="1782829"/>
                  </a:lnTo>
                  <a:lnTo>
                    <a:pt x="4806444" y="1782829"/>
                  </a:lnTo>
                  <a:lnTo>
                    <a:pt x="4806570" y="1782829"/>
                  </a:lnTo>
                  <a:lnTo>
                    <a:pt x="4806949" y="1782829"/>
                  </a:lnTo>
                  <a:lnTo>
                    <a:pt x="4807201" y="1782829"/>
                  </a:lnTo>
                  <a:lnTo>
                    <a:pt x="4807328" y="1782829"/>
                  </a:lnTo>
                  <a:lnTo>
                    <a:pt x="4808211" y="1782829"/>
                  </a:lnTo>
                  <a:lnTo>
                    <a:pt x="4808590" y="1782829"/>
                  </a:lnTo>
                  <a:lnTo>
                    <a:pt x="4808716" y="1782829"/>
                  </a:lnTo>
                  <a:lnTo>
                    <a:pt x="4808843" y="1782829"/>
                  </a:lnTo>
                  <a:lnTo>
                    <a:pt x="4808969" y="1782829"/>
                  </a:lnTo>
                  <a:lnTo>
                    <a:pt x="4809474" y="1782829"/>
                  </a:lnTo>
                  <a:lnTo>
                    <a:pt x="4809600" y="1782829"/>
                  </a:lnTo>
                  <a:lnTo>
                    <a:pt x="4809727" y="1782829"/>
                  </a:lnTo>
                  <a:lnTo>
                    <a:pt x="4811242" y="1773006"/>
                  </a:lnTo>
                  <a:lnTo>
                    <a:pt x="4811494" y="1773006"/>
                  </a:lnTo>
                  <a:lnTo>
                    <a:pt x="4811620" y="1773006"/>
                  </a:lnTo>
                  <a:lnTo>
                    <a:pt x="4811999" y="1768094"/>
                  </a:lnTo>
                  <a:lnTo>
                    <a:pt x="4812252" y="1768094"/>
                  </a:lnTo>
                  <a:lnTo>
                    <a:pt x="4812378" y="1768094"/>
                  </a:lnTo>
                  <a:lnTo>
                    <a:pt x="4812504" y="1768094"/>
                  </a:lnTo>
                  <a:lnTo>
                    <a:pt x="4813388" y="1768094"/>
                  </a:lnTo>
                  <a:lnTo>
                    <a:pt x="4813514" y="1768094"/>
                  </a:lnTo>
                  <a:lnTo>
                    <a:pt x="4813640" y="1768094"/>
                  </a:lnTo>
                  <a:lnTo>
                    <a:pt x="4813767" y="1768094"/>
                  </a:lnTo>
                  <a:lnTo>
                    <a:pt x="4813893" y="1768094"/>
                  </a:lnTo>
                  <a:lnTo>
                    <a:pt x="4814145" y="1768094"/>
                  </a:lnTo>
                  <a:lnTo>
                    <a:pt x="4814524" y="1768094"/>
                  </a:lnTo>
                  <a:lnTo>
                    <a:pt x="4814777" y="1768094"/>
                  </a:lnTo>
                  <a:lnTo>
                    <a:pt x="4815661" y="1768094"/>
                  </a:lnTo>
                  <a:lnTo>
                    <a:pt x="4816292" y="1768094"/>
                  </a:lnTo>
                  <a:lnTo>
                    <a:pt x="4816544" y="1768094"/>
                  </a:lnTo>
                  <a:lnTo>
                    <a:pt x="4816544" y="1763183"/>
                  </a:lnTo>
                  <a:lnTo>
                    <a:pt x="4816671" y="1763183"/>
                  </a:lnTo>
                  <a:lnTo>
                    <a:pt x="4816797" y="1763183"/>
                  </a:lnTo>
                  <a:lnTo>
                    <a:pt x="4817176" y="1763183"/>
                  </a:lnTo>
                  <a:lnTo>
                    <a:pt x="4817428" y="1763183"/>
                  </a:lnTo>
                  <a:lnTo>
                    <a:pt x="4817428" y="1758272"/>
                  </a:lnTo>
                  <a:lnTo>
                    <a:pt x="4818312" y="1758272"/>
                  </a:lnTo>
                  <a:lnTo>
                    <a:pt x="4818438" y="1758272"/>
                  </a:lnTo>
                  <a:lnTo>
                    <a:pt x="4818691" y="1758272"/>
                  </a:lnTo>
                  <a:lnTo>
                    <a:pt x="4819069" y="1758272"/>
                  </a:lnTo>
                  <a:lnTo>
                    <a:pt x="4819196" y="1758272"/>
                  </a:lnTo>
                  <a:lnTo>
                    <a:pt x="4820711" y="1758272"/>
                  </a:lnTo>
                  <a:lnTo>
                    <a:pt x="4821342" y="1758272"/>
                  </a:lnTo>
                  <a:lnTo>
                    <a:pt x="4821468" y="1758272"/>
                  </a:lnTo>
                  <a:lnTo>
                    <a:pt x="4822352" y="1758272"/>
                  </a:lnTo>
                  <a:lnTo>
                    <a:pt x="4822857" y="1758272"/>
                  </a:lnTo>
                  <a:lnTo>
                    <a:pt x="4822983" y="1758272"/>
                  </a:lnTo>
                  <a:lnTo>
                    <a:pt x="4823993" y="1758272"/>
                  </a:lnTo>
                  <a:lnTo>
                    <a:pt x="4824246" y="1758272"/>
                  </a:lnTo>
                  <a:lnTo>
                    <a:pt x="4825004" y="1758272"/>
                  </a:lnTo>
                  <a:lnTo>
                    <a:pt x="4825382" y="1758272"/>
                  </a:lnTo>
                  <a:lnTo>
                    <a:pt x="4825635" y="1753360"/>
                  </a:lnTo>
                  <a:lnTo>
                    <a:pt x="4826140" y="1753360"/>
                  </a:lnTo>
                  <a:lnTo>
                    <a:pt x="4826266" y="1753360"/>
                  </a:lnTo>
                  <a:lnTo>
                    <a:pt x="4826392" y="1753360"/>
                  </a:lnTo>
                  <a:lnTo>
                    <a:pt x="4826645" y="1753360"/>
                  </a:lnTo>
                  <a:lnTo>
                    <a:pt x="4827655" y="1753360"/>
                  </a:lnTo>
                  <a:lnTo>
                    <a:pt x="4828286" y="1753360"/>
                  </a:lnTo>
                  <a:lnTo>
                    <a:pt x="4828665" y="1753360"/>
                  </a:lnTo>
                  <a:lnTo>
                    <a:pt x="4828917" y="1753360"/>
                  </a:lnTo>
                  <a:lnTo>
                    <a:pt x="4829422" y="1753360"/>
                  </a:lnTo>
                  <a:lnTo>
                    <a:pt x="4829928" y="1753360"/>
                  </a:lnTo>
                  <a:lnTo>
                    <a:pt x="4830054" y="1753360"/>
                  </a:lnTo>
                  <a:lnTo>
                    <a:pt x="4830559" y="1748449"/>
                  </a:lnTo>
                  <a:lnTo>
                    <a:pt x="4831064" y="1748449"/>
                  </a:lnTo>
                  <a:lnTo>
                    <a:pt x="4831190" y="1748449"/>
                  </a:lnTo>
                  <a:lnTo>
                    <a:pt x="4831316" y="1748449"/>
                  </a:lnTo>
                  <a:lnTo>
                    <a:pt x="4831569" y="1748449"/>
                  </a:lnTo>
                  <a:lnTo>
                    <a:pt x="4832074" y="1748449"/>
                  </a:lnTo>
                  <a:lnTo>
                    <a:pt x="4832326" y="1748449"/>
                  </a:lnTo>
                  <a:lnTo>
                    <a:pt x="4832453" y="1748449"/>
                  </a:lnTo>
                  <a:lnTo>
                    <a:pt x="4832579" y="1748449"/>
                  </a:lnTo>
                  <a:lnTo>
                    <a:pt x="4832705" y="1748449"/>
                  </a:lnTo>
                  <a:lnTo>
                    <a:pt x="4833210" y="1748449"/>
                  </a:lnTo>
                  <a:lnTo>
                    <a:pt x="4833463" y="1748449"/>
                  </a:lnTo>
                  <a:lnTo>
                    <a:pt x="4833589" y="1748449"/>
                  </a:lnTo>
                  <a:lnTo>
                    <a:pt x="4836114" y="1748449"/>
                  </a:lnTo>
                  <a:lnTo>
                    <a:pt x="4836240" y="1748449"/>
                  </a:lnTo>
                  <a:lnTo>
                    <a:pt x="4836493" y="1748449"/>
                  </a:lnTo>
                  <a:lnTo>
                    <a:pt x="4836872" y="1748449"/>
                  </a:lnTo>
                  <a:lnTo>
                    <a:pt x="4837124" y="1748449"/>
                  </a:lnTo>
                  <a:lnTo>
                    <a:pt x="4837755" y="1748449"/>
                  </a:lnTo>
                  <a:lnTo>
                    <a:pt x="4837882" y="1748449"/>
                  </a:lnTo>
                  <a:lnTo>
                    <a:pt x="4838008" y="1748449"/>
                  </a:lnTo>
                  <a:lnTo>
                    <a:pt x="4838260" y="1748449"/>
                  </a:lnTo>
                  <a:lnTo>
                    <a:pt x="4838387" y="1748449"/>
                  </a:lnTo>
                  <a:lnTo>
                    <a:pt x="4838639" y="1748449"/>
                  </a:lnTo>
                  <a:lnTo>
                    <a:pt x="4839018" y="1748449"/>
                  </a:lnTo>
                  <a:lnTo>
                    <a:pt x="4839144" y="1748449"/>
                  </a:lnTo>
                  <a:lnTo>
                    <a:pt x="4839270" y="1748449"/>
                  </a:lnTo>
                  <a:lnTo>
                    <a:pt x="4839649" y="1748449"/>
                  </a:lnTo>
                  <a:lnTo>
                    <a:pt x="4839775" y="1748449"/>
                  </a:lnTo>
                  <a:lnTo>
                    <a:pt x="4839902" y="1748449"/>
                  </a:lnTo>
                  <a:lnTo>
                    <a:pt x="4840659" y="1748449"/>
                  </a:lnTo>
                  <a:lnTo>
                    <a:pt x="4841038" y="1748449"/>
                  </a:lnTo>
                  <a:lnTo>
                    <a:pt x="4841417" y="1748449"/>
                  </a:lnTo>
                  <a:lnTo>
                    <a:pt x="4841543" y="1748449"/>
                  </a:lnTo>
                  <a:lnTo>
                    <a:pt x="4841669" y="1748449"/>
                  </a:lnTo>
                  <a:lnTo>
                    <a:pt x="4841796" y="1748449"/>
                  </a:lnTo>
                  <a:lnTo>
                    <a:pt x="4842427" y="1748449"/>
                  </a:lnTo>
                  <a:lnTo>
                    <a:pt x="4842932" y="1748449"/>
                  </a:lnTo>
                  <a:lnTo>
                    <a:pt x="4843058" y="1748449"/>
                  </a:lnTo>
                  <a:lnTo>
                    <a:pt x="4843311" y="1748449"/>
                  </a:lnTo>
                  <a:lnTo>
                    <a:pt x="4843437" y="1748449"/>
                  </a:lnTo>
                  <a:lnTo>
                    <a:pt x="4843689" y="1748449"/>
                  </a:lnTo>
                  <a:lnTo>
                    <a:pt x="4844068" y="1748449"/>
                  </a:lnTo>
                  <a:lnTo>
                    <a:pt x="4844321" y="1748449"/>
                  </a:lnTo>
                  <a:lnTo>
                    <a:pt x="4844952" y="1748449"/>
                  </a:lnTo>
                  <a:lnTo>
                    <a:pt x="4845204" y="1748449"/>
                  </a:lnTo>
                  <a:lnTo>
                    <a:pt x="4845457" y="1748449"/>
                  </a:lnTo>
                  <a:lnTo>
                    <a:pt x="4845836" y="1748449"/>
                  </a:lnTo>
                  <a:lnTo>
                    <a:pt x="4846088" y="1748449"/>
                  </a:lnTo>
                  <a:lnTo>
                    <a:pt x="4846215" y="1748449"/>
                  </a:lnTo>
                  <a:lnTo>
                    <a:pt x="4846467" y="1748449"/>
                  </a:lnTo>
                  <a:lnTo>
                    <a:pt x="4847856" y="1748449"/>
                  </a:lnTo>
                  <a:lnTo>
                    <a:pt x="4847982" y="1743538"/>
                  </a:lnTo>
                  <a:lnTo>
                    <a:pt x="4848487" y="1743538"/>
                  </a:lnTo>
                  <a:lnTo>
                    <a:pt x="4849750" y="1743538"/>
                  </a:lnTo>
                  <a:lnTo>
                    <a:pt x="4850002" y="1743538"/>
                  </a:lnTo>
                  <a:lnTo>
                    <a:pt x="4850128" y="1743538"/>
                  </a:lnTo>
                  <a:lnTo>
                    <a:pt x="4850507" y="1743538"/>
                  </a:lnTo>
                  <a:lnTo>
                    <a:pt x="4851012" y="1743538"/>
                  </a:lnTo>
                  <a:lnTo>
                    <a:pt x="4851139" y="1743538"/>
                  </a:lnTo>
                  <a:lnTo>
                    <a:pt x="4851265" y="1743538"/>
                  </a:lnTo>
                  <a:lnTo>
                    <a:pt x="4851644" y="1738626"/>
                  </a:lnTo>
                  <a:lnTo>
                    <a:pt x="4851770" y="1738626"/>
                  </a:lnTo>
                  <a:lnTo>
                    <a:pt x="4851896" y="1738626"/>
                  </a:lnTo>
                  <a:lnTo>
                    <a:pt x="4852022" y="1738626"/>
                  </a:lnTo>
                  <a:lnTo>
                    <a:pt x="4852149" y="1738626"/>
                  </a:lnTo>
                  <a:lnTo>
                    <a:pt x="4852275" y="1738626"/>
                  </a:lnTo>
                  <a:lnTo>
                    <a:pt x="4852780" y="1738626"/>
                  </a:lnTo>
                  <a:lnTo>
                    <a:pt x="4853032" y="1738626"/>
                  </a:lnTo>
                  <a:lnTo>
                    <a:pt x="4853537" y="1738626"/>
                  </a:lnTo>
                  <a:lnTo>
                    <a:pt x="4853790" y="1738626"/>
                  </a:lnTo>
                  <a:lnTo>
                    <a:pt x="4854169" y="1738626"/>
                  </a:lnTo>
                  <a:lnTo>
                    <a:pt x="4854295" y="1738626"/>
                  </a:lnTo>
                  <a:lnTo>
                    <a:pt x="4854421" y="1738626"/>
                  </a:lnTo>
                  <a:lnTo>
                    <a:pt x="4854800" y="1738626"/>
                  </a:lnTo>
                  <a:lnTo>
                    <a:pt x="4854926" y="1738626"/>
                  </a:lnTo>
                  <a:lnTo>
                    <a:pt x="4855179" y="1738626"/>
                  </a:lnTo>
                  <a:lnTo>
                    <a:pt x="4855305" y="1738626"/>
                  </a:lnTo>
                  <a:lnTo>
                    <a:pt x="4855684" y="1738626"/>
                  </a:lnTo>
                  <a:lnTo>
                    <a:pt x="4855810" y="1738626"/>
                  </a:lnTo>
                  <a:lnTo>
                    <a:pt x="4856315" y="1733715"/>
                  </a:lnTo>
                  <a:lnTo>
                    <a:pt x="4856441" y="1733715"/>
                  </a:lnTo>
                  <a:lnTo>
                    <a:pt x="4856568" y="1733715"/>
                  </a:lnTo>
                  <a:lnTo>
                    <a:pt x="4857451" y="1733715"/>
                  </a:lnTo>
                  <a:lnTo>
                    <a:pt x="4858209" y="1733715"/>
                  </a:lnTo>
                  <a:lnTo>
                    <a:pt x="4858588" y="1733715"/>
                  </a:lnTo>
                  <a:lnTo>
                    <a:pt x="4858840" y="1733715"/>
                  </a:lnTo>
                  <a:lnTo>
                    <a:pt x="4858966" y="1733715"/>
                  </a:lnTo>
                  <a:lnTo>
                    <a:pt x="4859471" y="1733715"/>
                  </a:lnTo>
                  <a:lnTo>
                    <a:pt x="4859598" y="1728803"/>
                  </a:lnTo>
                  <a:lnTo>
                    <a:pt x="4860103" y="1728803"/>
                  </a:lnTo>
                  <a:lnTo>
                    <a:pt x="4860860" y="1728803"/>
                  </a:lnTo>
                  <a:lnTo>
                    <a:pt x="4862249" y="1728803"/>
                  </a:lnTo>
                  <a:lnTo>
                    <a:pt x="4862502" y="1728803"/>
                  </a:lnTo>
                  <a:lnTo>
                    <a:pt x="4862754" y="1728803"/>
                  </a:lnTo>
                  <a:lnTo>
                    <a:pt x="4863133" y="1728803"/>
                  </a:lnTo>
                  <a:lnTo>
                    <a:pt x="4863259" y="1728803"/>
                  </a:lnTo>
                  <a:lnTo>
                    <a:pt x="4863512" y="1728803"/>
                  </a:lnTo>
                  <a:lnTo>
                    <a:pt x="4863764" y="1728803"/>
                  </a:lnTo>
                  <a:lnTo>
                    <a:pt x="4863890" y="1728803"/>
                  </a:lnTo>
                  <a:lnTo>
                    <a:pt x="4864143" y="1728803"/>
                  </a:lnTo>
                  <a:lnTo>
                    <a:pt x="4864522" y="1728803"/>
                  </a:lnTo>
                  <a:lnTo>
                    <a:pt x="4864900" y="1728803"/>
                  </a:lnTo>
                  <a:lnTo>
                    <a:pt x="4865405" y="1728803"/>
                  </a:lnTo>
                  <a:lnTo>
                    <a:pt x="4865532" y="1728803"/>
                  </a:lnTo>
                  <a:lnTo>
                    <a:pt x="4865658" y="1728803"/>
                  </a:lnTo>
                  <a:lnTo>
                    <a:pt x="4865910" y="1728803"/>
                  </a:lnTo>
                  <a:lnTo>
                    <a:pt x="4866037" y="1728803"/>
                  </a:lnTo>
                  <a:lnTo>
                    <a:pt x="4866289" y="1728803"/>
                  </a:lnTo>
                  <a:lnTo>
                    <a:pt x="4866668" y="1728803"/>
                  </a:lnTo>
                  <a:lnTo>
                    <a:pt x="4867426" y="1728803"/>
                  </a:lnTo>
                  <a:lnTo>
                    <a:pt x="4867678" y="1728803"/>
                  </a:lnTo>
                  <a:lnTo>
                    <a:pt x="4867931" y="1728803"/>
                  </a:lnTo>
                  <a:lnTo>
                    <a:pt x="4868688" y="1728803"/>
                  </a:lnTo>
                  <a:lnTo>
                    <a:pt x="4868814" y="1728803"/>
                  </a:lnTo>
                  <a:lnTo>
                    <a:pt x="4869446" y="1728803"/>
                  </a:lnTo>
                  <a:lnTo>
                    <a:pt x="4869572" y="1728803"/>
                  </a:lnTo>
                  <a:lnTo>
                    <a:pt x="4869698" y="1728803"/>
                  </a:lnTo>
                  <a:lnTo>
                    <a:pt x="4869824" y="1728803"/>
                  </a:lnTo>
                  <a:lnTo>
                    <a:pt x="4869951" y="1728803"/>
                  </a:lnTo>
                  <a:lnTo>
                    <a:pt x="4870203" y="1728803"/>
                  </a:lnTo>
                  <a:lnTo>
                    <a:pt x="4870582" y="1728803"/>
                  </a:lnTo>
                  <a:lnTo>
                    <a:pt x="4870708" y="1728803"/>
                  </a:lnTo>
                  <a:lnTo>
                    <a:pt x="4871466" y="1728803"/>
                  </a:lnTo>
                  <a:lnTo>
                    <a:pt x="4871718" y="1728803"/>
                  </a:lnTo>
                  <a:lnTo>
                    <a:pt x="4872223" y="1728803"/>
                  </a:lnTo>
                  <a:lnTo>
                    <a:pt x="4872476" y="1728803"/>
                  </a:lnTo>
                  <a:lnTo>
                    <a:pt x="4872981" y="1728803"/>
                  </a:lnTo>
                  <a:lnTo>
                    <a:pt x="4873738" y="1728803"/>
                  </a:lnTo>
                  <a:lnTo>
                    <a:pt x="4874748" y="1723892"/>
                  </a:lnTo>
                  <a:lnTo>
                    <a:pt x="4875001" y="1723892"/>
                  </a:lnTo>
                  <a:lnTo>
                    <a:pt x="4876011" y="1723892"/>
                  </a:lnTo>
                  <a:lnTo>
                    <a:pt x="4876137" y="1723892"/>
                  </a:lnTo>
                  <a:lnTo>
                    <a:pt x="4876390" y="1723892"/>
                  </a:lnTo>
                  <a:lnTo>
                    <a:pt x="4876895" y="1723892"/>
                  </a:lnTo>
                  <a:lnTo>
                    <a:pt x="4877021" y="1723892"/>
                  </a:lnTo>
                  <a:lnTo>
                    <a:pt x="4877147" y="1723892"/>
                  </a:lnTo>
                  <a:lnTo>
                    <a:pt x="4877779" y="1723892"/>
                  </a:lnTo>
                  <a:lnTo>
                    <a:pt x="4877905" y="1723892"/>
                  </a:lnTo>
                  <a:lnTo>
                    <a:pt x="4878284" y="1723892"/>
                  </a:lnTo>
                  <a:lnTo>
                    <a:pt x="4878410" y="1723892"/>
                  </a:lnTo>
                  <a:lnTo>
                    <a:pt x="4878789" y="1723892"/>
                  </a:lnTo>
                  <a:lnTo>
                    <a:pt x="4878915" y="1723892"/>
                  </a:lnTo>
                  <a:lnTo>
                    <a:pt x="4879167" y="1723892"/>
                  </a:lnTo>
                  <a:lnTo>
                    <a:pt x="4879420" y="1723892"/>
                  </a:lnTo>
                  <a:lnTo>
                    <a:pt x="4879672" y="1723892"/>
                  </a:lnTo>
                  <a:lnTo>
                    <a:pt x="4879799" y="1723892"/>
                  </a:lnTo>
                  <a:lnTo>
                    <a:pt x="4879925" y="1723892"/>
                  </a:lnTo>
                  <a:lnTo>
                    <a:pt x="4880051" y="1723892"/>
                  </a:lnTo>
                  <a:lnTo>
                    <a:pt x="4880304" y="1723892"/>
                  </a:lnTo>
                  <a:lnTo>
                    <a:pt x="4880809" y="1723892"/>
                  </a:lnTo>
                  <a:lnTo>
                    <a:pt x="4881440" y="1723892"/>
                  </a:lnTo>
                  <a:lnTo>
                    <a:pt x="4881693" y="1718981"/>
                  </a:lnTo>
                  <a:lnTo>
                    <a:pt x="4881693" y="1714069"/>
                  </a:lnTo>
                  <a:lnTo>
                    <a:pt x="4881945" y="1714069"/>
                  </a:lnTo>
                  <a:lnTo>
                    <a:pt x="4882071" y="1714069"/>
                  </a:lnTo>
                  <a:lnTo>
                    <a:pt x="4882576" y="1714069"/>
                  </a:lnTo>
                  <a:lnTo>
                    <a:pt x="4883334" y="1714069"/>
                  </a:lnTo>
                  <a:lnTo>
                    <a:pt x="4883839" y="1714069"/>
                  </a:lnTo>
                  <a:lnTo>
                    <a:pt x="4883965" y="1714069"/>
                  </a:lnTo>
                  <a:lnTo>
                    <a:pt x="4885101" y="1714069"/>
                  </a:lnTo>
                  <a:lnTo>
                    <a:pt x="4885985" y="1714069"/>
                  </a:lnTo>
                  <a:lnTo>
                    <a:pt x="4886111" y="1714069"/>
                  </a:lnTo>
                  <a:lnTo>
                    <a:pt x="4886238" y="1714069"/>
                  </a:lnTo>
                  <a:lnTo>
                    <a:pt x="4887374" y="1709158"/>
                  </a:lnTo>
                  <a:lnTo>
                    <a:pt x="4887500" y="1709158"/>
                  </a:lnTo>
                  <a:lnTo>
                    <a:pt x="4887753" y="1709158"/>
                  </a:lnTo>
                  <a:lnTo>
                    <a:pt x="4888005" y="1709158"/>
                  </a:lnTo>
                  <a:lnTo>
                    <a:pt x="4888132" y="1709158"/>
                  </a:lnTo>
                  <a:lnTo>
                    <a:pt x="4888258" y="1709158"/>
                  </a:lnTo>
                  <a:lnTo>
                    <a:pt x="4888384" y="1709158"/>
                  </a:lnTo>
                  <a:lnTo>
                    <a:pt x="4888637" y="1709158"/>
                  </a:lnTo>
                  <a:lnTo>
                    <a:pt x="4888889" y="1709158"/>
                  </a:lnTo>
                  <a:lnTo>
                    <a:pt x="4889268" y="1709158"/>
                  </a:lnTo>
                  <a:lnTo>
                    <a:pt x="4889394" y="1709158"/>
                  </a:lnTo>
                  <a:lnTo>
                    <a:pt x="4889520" y="1709158"/>
                  </a:lnTo>
                  <a:lnTo>
                    <a:pt x="4889647" y="1709158"/>
                  </a:lnTo>
                  <a:lnTo>
                    <a:pt x="4889773" y="1709158"/>
                  </a:lnTo>
                  <a:lnTo>
                    <a:pt x="4889899" y="1709158"/>
                  </a:lnTo>
                  <a:lnTo>
                    <a:pt x="4893687" y="1709158"/>
                  </a:lnTo>
                  <a:lnTo>
                    <a:pt x="4893813" y="1709158"/>
                  </a:lnTo>
                  <a:lnTo>
                    <a:pt x="4894318" y="1709158"/>
                  </a:lnTo>
                  <a:lnTo>
                    <a:pt x="4894444" y="1709158"/>
                  </a:lnTo>
                  <a:lnTo>
                    <a:pt x="4894571" y="1709158"/>
                  </a:lnTo>
                  <a:lnTo>
                    <a:pt x="4894697" y="1709158"/>
                  </a:lnTo>
                  <a:lnTo>
                    <a:pt x="4895454" y="1709158"/>
                  </a:lnTo>
                  <a:lnTo>
                    <a:pt x="4895581" y="1709158"/>
                  </a:lnTo>
                  <a:lnTo>
                    <a:pt x="4895959" y="1709158"/>
                  </a:lnTo>
                  <a:lnTo>
                    <a:pt x="4896464" y="1709158"/>
                  </a:lnTo>
                  <a:lnTo>
                    <a:pt x="4896717" y="1709158"/>
                  </a:lnTo>
                  <a:lnTo>
                    <a:pt x="4896970" y="1709158"/>
                  </a:lnTo>
                  <a:lnTo>
                    <a:pt x="4897348" y="1709158"/>
                  </a:lnTo>
                  <a:lnTo>
                    <a:pt x="4897980" y="1709158"/>
                  </a:lnTo>
                  <a:lnTo>
                    <a:pt x="4898232" y="1709158"/>
                  </a:lnTo>
                  <a:lnTo>
                    <a:pt x="4898358" y="1709158"/>
                  </a:lnTo>
                  <a:lnTo>
                    <a:pt x="4898485" y="1709158"/>
                  </a:lnTo>
                  <a:lnTo>
                    <a:pt x="4898863" y="1709158"/>
                  </a:lnTo>
                  <a:lnTo>
                    <a:pt x="4898990" y="1709158"/>
                  </a:lnTo>
                  <a:lnTo>
                    <a:pt x="4899495" y="1709158"/>
                  </a:lnTo>
                  <a:lnTo>
                    <a:pt x="4899621" y="1709158"/>
                  </a:lnTo>
                  <a:lnTo>
                    <a:pt x="4899747" y="1709158"/>
                  </a:lnTo>
                  <a:lnTo>
                    <a:pt x="4900631" y="1709158"/>
                  </a:lnTo>
                  <a:lnTo>
                    <a:pt x="4901136" y="1709158"/>
                  </a:lnTo>
                  <a:lnTo>
                    <a:pt x="4901641" y="1709158"/>
                  </a:lnTo>
                  <a:lnTo>
                    <a:pt x="4902651" y="1704247"/>
                  </a:lnTo>
                  <a:lnTo>
                    <a:pt x="4902777" y="1704247"/>
                  </a:lnTo>
                  <a:lnTo>
                    <a:pt x="4903030" y="1704247"/>
                  </a:lnTo>
                  <a:lnTo>
                    <a:pt x="4903661" y="1704247"/>
                  </a:lnTo>
                  <a:lnTo>
                    <a:pt x="4904040" y="1704247"/>
                  </a:lnTo>
                  <a:lnTo>
                    <a:pt x="4904166" y="1704247"/>
                  </a:lnTo>
                  <a:lnTo>
                    <a:pt x="4904419" y="1704247"/>
                  </a:lnTo>
                  <a:lnTo>
                    <a:pt x="4904797" y="1704247"/>
                  </a:lnTo>
                  <a:lnTo>
                    <a:pt x="4904924" y="1704247"/>
                  </a:lnTo>
                  <a:lnTo>
                    <a:pt x="4905807" y="1704247"/>
                  </a:lnTo>
                  <a:lnTo>
                    <a:pt x="4906060" y="1704247"/>
                  </a:lnTo>
                  <a:lnTo>
                    <a:pt x="4906312" y="1704247"/>
                  </a:lnTo>
                  <a:lnTo>
                    <a:pt x="4906439" y="1704247"/>
                  </a:lnTo>
                  <a:lnTo>
                    <a:pt x="4906691" y="1704247"/>
                  </a:lnTo>
                  <a:lnTo>
                    <a:pt x="4907196" y="1704247"/>
                  </a:lnTo>
                  <a:lnTo>
                    <a:pt x="4907323" y="1704247"/>
                  </a:lnTo>
                  <a:lnTo>
                    <a:pt x="4907575" y="1704247"/>
                  </a:lnTo>
                  <a:lnTo>
                    <a:pt x="4907701" y="1704247"/>
                  </a:lnTo>
                  <a:lnTo>
                    <a:pt x="4907954" y="1704247"/>
                  </a:lnTo>
                  <a:lnTo>
                    <a:pt x="4908333" y="1704247"/>
                  </a:lnTo>
                  <a:lnTo>
                    <a:pt x="4908838" y="1704247"/>
                  </a:lnTo>
                  <a:lnTo>
                    <a:pt x="4908964" y="1704247"/>
                  </a:lnTo>
                  <a:lnTo>
                    <a:pt x="4909090" y="1704247"/>
                  </a:lnTo>
                  <a:lnTo>
                    <a:pt x="4909343" y="1704247"/>
                  </a:lnTo>
                  <a:lnTo>
                    <a:pt x="4909469" y="1704247"/>
                  </a:lnTo>
                  <a:lnTo>
                    <a:pt x="4909848" y="1704247"/>
                  </a:lnTo>
                  <a:lnTo>
                    <a:pt x="4909974" y="1704247"/>
                  </a:lnTo>
                  <a:lnTo>
                    <a:pt x="4911110" y="1704247"/>
                  </a:lnTo>
                  <a:lnTo>
                    <a:pt x="4911236" y="1704247"/>
                  </a:lnTo>
                  <a:lnTo>
                    <a:pt x="4911615" y="1704247"/>
                  </a:lnTo>
                  <a:lnTo>
                    <a:pt x="4911868" y="1704247"/>
                  </a:lnTo>
                  <a:lnTo>
                    <a:pt x="4911994" y="1704247"/>
                  </a:lnTo>
                  <a:lnTo>
                    <a:pt x="4912499" y="1704247"/>
                  </a:lnTo>
                  <a:lnTo>
                    <a:pt x="4912878" y="1704247"/>
                  </a:lnTo>
                  <a:lnTo>
                    <a:pt x="4913257" y="1704247"/>
                  </a:lnTo>
                  <a:lnTo>
                    <a:pt x="4913383" y="1704247"/>
                  </a:lnTo>
                  <a:lnTo>
                    <a:pt x="4913762" y="1704247"/>
                  </a:lnTo>
                  <a:lnTo>
                    <a:pt x="4914393" y="1704247"/>
                  </a:lnTo>
                  <a:lnTo>
                    <a:pt x="4914645" y="1704247"/>
                  </a:lnTo>
                  <a:lnTo>
                    <a:pt x="4914898" y="1704247"/>
                  </a:lnTo>
                  <a:lnTo>
                    <a:pt x="4915024" y="1704247"/>
                  </a:lnTo>
                  <a:lnTo>
                    <a:pt x="4915277" y="1704247"/>
                  </a:lnTo>
                  <a:lnTo>
                    <a:pt x="4915655" y="1704247"/>
                  </a:lnTo>
                  <a:lnTo>
                    <a:pt x="4916160" y="1704247"/>
                  </a:lnTo>
                  <a:lnTo>
                    <a:pt x="4916287" y="1704247"/>
                  </a:lnTo>
                  <a:lnTo>
                    <a:pt x="4916413" y="1704247"/>
                  </a:lnTo>
                  <a:lnTo>
                    <a:pt x="4916539" y="1704247"/>
                  </a:lnTo>
                  <a:lnTo>
                    <a:pt x="4916665" y="1704247"/>
                  </a:lnTo>
                  <a:lnTo>
                    <a:pt x="4916918" y="1704247"/>
                  </a:lnTo>
                  <a:lnTo>
                    <a:pt x="4917549" y="1704247"/>
                  </a:lnTo>
                  <a:lnTo>
                    <a:pt x="4917676" y="1704247"/>
                  </a:lnTo>
                  <a:lnTo>
                    <a:pt x="4917802" y="1704247"/>
                  </a:lnTo>
                  <a:lnTo>
                    <a:pt x="4918054" y="1704247"/>
                  </a:lnTo>
                  <a:lnTo>
                    <a:pt x="4918307" y="1704247"/>
                  </a:lnTo>
                  <a:lnTo>
                    <a:pt x="4919317" y="1704247"/>
                  </a:lnTo>
                  <a:lnTo>
                    <a:pt x="4919696" y="1704247"/>
                  </a:lnTo>
                  <a:lnTo>
                    <a:pt x="4920201" y="1704247"/>
                  </a:lnTo>
                  <a:lnTo>
                    <a:pt x="4920327" y="1704247"/>
                  </a:lnTo>
                  <a:lnTo>
                    <a:pt x="4921211" y="1704247"/>
                  </a:lnTo>
                  <a:lnTo>
                    <a:pt x="4921716" y="1704247"/>
                  </a:lnTo>
                  <a:lnTo>
                    <a:pt x="4921842" y="1704247"/>
                  </a:lnTo>
                  <a:lnTo>
                    <a:pt x="4921968" y="1704247"/>
                  </a:lnTo>
                  <a:lnTo>
                    <a:pt x="4922094" y="1704247"/>
                  </a:lnTo>
                  <a:lnTo>
                    <a:pt x="4922473" y="1704247"/>
                  </a:lnTo>
                  <a:lnTo>
                    <a:pt x="4922599" y="1704247"/>
                  </a:lnTo>
                  <a:lnTo>
                    <a:pt x="4922726" y="1704247"/>
                  </a:lnTo>
                  <a:lnTo>
                    <a:pt x="4923231" y="1704247"/>
                  </a:lnTo>
                  <a:lnTo>
                    <a:pt x="4923610" y="1704247"/>
                  </a:lnTo>
                  <a:lnTo>
                    <a:pt x="4923988" y="1704247"/>
                  </a:lnTo>
                  <a:lnTo>
                    <a:pt x="4924367" y="1704247"/>
                  </a:lnTo>
                  <a:lnTo>
                    <a:pt x="4924998" y="1699335"/>
                  </a:lnTo>
                  <a:lnTo>
                    <a:pt x="4925377" y="1699335"/>
                  </a:lnTo>
                  <a:lnTo>
                    <a:pt x="4925503" y="1699335"/>
                  </a:lnTo>
                  <a:lnTo>
                    <a:pt x="4926008" y="1699335"/>
                  </a:lnTo>
                  <a:lnTo>
                    <a:pt x="4926261" y="1699335"/>
                  </a:lnTo>
                  <a:lnTo>
                    <a:pt x="4926387" y="1699335"/>
                  </a:lnTo>
                  <a:lnTo>
                    <a:pt x="4926640" y="1699335"/>
                  </a:lnTo>
                  <a:lnTo>
                    <a:pt x="4926766" y="1699335"/>
                  </a:lnTo>
                  <a:lnTo>
                    <a:pt x="4927018" y="1699335"/>
                  </a:lnTo>
                  <a:lnTo>
                    <a:pt x="4927145" y="1699335"/>
                  </a:lnTo>
                  <a:lnTo>
                    <a:pt x="4929417" y="1699335"/>
                  </a:lnTo>
                  <a:lnTo>
                    <a:pt x="4929544" y="1699335"/>
                  </a:lnTo>
                  <a:lnTo>
                    <a:pt x="4929670" y="1699335"/>
                  </a:lnTo>
                  <a:lnTo>
                    <a:pt x="4929922" y="1699335"/>
                  </a:lnTo>
                  <a:lnTo>
                    <a:pt x="4930175" y="1699335"/>
                  </a:lnTo>
                  <a:lnTo>
                    <a:pt x="4930427" y="1699335"/>
                  </a:lnTo>
                  <a:lnTo>
                    <a:pt x="4930427" y="1694424"/>
                  </a:lnTo>
                  <a:lnTo>
                    <a:pt x="4930554" y="1694424"/>
                  </a:lnTo>
                  <a:lnTo>
                    <a:pt x="4931311" y="1694424"/>
                  </a:lnTo>
                  <a:lnTo>
                    <a:pt x="4931437" y="1694424"/>
                  </a:lnTo>
                  <a:lnTo>
                    <a:pt x="4931816" y="1694424"/>
                  </a:lnTo>
                  <a:lnTo>
                    <a:pt x="4931942" y="1694424"/>
                  </a:lnTo>
                  <a:lnTo>
                    <a:pt x="4932574" y="1694424"/>
                  </a:lnTo>
                  <a:lnTo>
                    <a:pt x="4932826" y="1694424"/>
                  </a:lnTo>
                  <a:lnTo>
                    <a:pt x="4933205" y="1694424"/>
                  </a:lnTo>
                  <a:lnTo>
                    <a:pt x="4933331" y="1694424"/>
                  </a:lnTo>
                  <a:lnTo>
                    <a:pt x="4933458" y="1694424"/>
                  </a:lnTo>
                  <a:lnTo>
                    <a:pt x="4933836" y="1694424"/>
                  </a:lnTo>
                  <a:lnTo>
                    <a:pt x="4935225" y="1694424"/>
                  </a:lnTo>
                  <a:lnTo>
                    <a:pt x="4935351" y="1694424"/>
                  </a:lnTo>
                  <a:lnTo>
                    <a:pt x="4935730" y="1694424"/>
                  </a:lnTo>
                  <a:lnTo>
                    <a:pt x="4935856" y="1694424"/>
                  </a:lnTo>
                  <a:lnTo>
                    <a:pt x="4935983" y="1694424"/>
                  </a:lnTo>
                  <a:lnTo>
                    <a:pt x="4936361" y="1694424"/>
                  </a:lnTo>
                  <a:lnTo>
                    <a:pt x="4936488" y="1694424"/>
                  </a:lnTo>
                  <a:lnTo>
                    <a:pt x="4936614" y="1694424"/>
                  </a:lnTo>
                  <a:lnTo>
                    <a:pt x="4937498" y="1694424"/>
                  </a:lnTo>
                  <a:lnTo>
                    <a:pt x="4938129" y="1694424"/>
                  </a:lnTo>
                  <a:lnTo>
                    <a:pt x="4938382" y="1694424"/>
                  </a:lnTo>
                  <a:lnTo>
                    <a:pt x="4938760" y="1694424"/>
                  </a:lnTo>
                  <a:lnTo>
                    <a:pt x="4938887" y="1694424"/>
                  </a:lnTo>
                  <a:lnTo>
                    <a:pt x="4939139" y="1694424"/>
                  </a:lnTo>
                  <a:lnTo>
                    <a:pt x="4939265" y="1694424"/>
                  </a:lnTo>
                  <a:lnTo>
                    <a:pt x="4939518" y="1694424"/>
                  </a:lnTo>
                  <a:lnTo>
                    <a:pt x="4939644" y="1694424"/>
                  </a:lnTo>
                  <a:lnTo>
                    <a:pt x="4940275" y="1694424"/>
                  </a:lnTo>
                  <a:lnTo>
                    <a:pt x="4940402" y="1694424"/>
                  </a:lnTo>
                  <a:lnTo>
                    <a:pt x="4941033" y="1694424"/>
                  </a:lnTo>
                  <a:lnTo>
                    <a:pt x="4941412" y="1694424"/>
                  </a:lnTo>
                  <a:lnTo>
                    <a:pt x="4941917" y="1694424"/>
                  </a:lnTo>
                  <a:lnTo>
                    <a:pt x="4942043" y="1694424"/>
                  </a:lnTo>
                  <a:lnTo>
                    <a:pt x="4942169" y="1694424"/>
                  </a:lnTo>
                  <a:lnTo>
                    <a:pt x="4942422" y="1694424"/>
                  </a:lnTo>
                  <a:lnTo>
                    <a:pt x="4942800" y="1694424"/>
                  </a:lnTo>
                  <a:lnTo>
                    <a:pt x="4942927" y="1694424"/>
                  </a:lnTo>
                  <a:lnTo>
                    <a:pt x="4943811" y="1694424"/>
                  </a:lnTo>
                  <a:lnTo>
                    <a:pt x="4944063" y="1694424"/>
                  </a:lnTo>
                  <a:lnTo>
                    <a:pt x="4944189" y="1694424"/>
                  </a:lnTo>
                  <a:lnTo>
                    <a:pt x="4944316" y="1694424"/>
                  </a:lnTo>
                  <a:lnTo>
                    <a:pt x="4944568" y="1694424"/>
                  </a:lnTo>
                  <a:lnTo>
                    <a:pt x="4944568" y="1689512"/>
                  </a:lnTo>
                  <a:lnTo>
                    <a:pt x="4944694" y="1689512"/>
                  </a:lnTo>
                  <a:lnTo>
                    <a:pt x="4945073" y="1689512"/>
                  </a:lnTo>
                  <a:lnTo>
                    <a:pt x="4945452" y="1689512"/>
                  </a:lnTo>
                  <a:lnTo>
                    <a:pt x="4946083" y="1689512"/>
                  </a:lnTo>
                  <a:lnTo>
                    <a:pt x="4946209" y="1689512"/>
                  </a:lnTo>
                  <a:lnTo>
                    <a:pt x="4946462" y="1689512"/>
                  </a:lnTo>
                  <a:lnTo>
                    <a:pt x="4946588" y="1689512"/>
                  </a:lnTo>
                  <a:lnTo>
                    <a:pt x="4946841" y="1689512"/>
                  </a:lnTo>
                  <a:lnTo>
                    <a:pt x="4946967" y="1689512"/>
                  </a:lnTo>
                  <a:lnTo>
                    <a:pt x="4947093" y="1689512"/>
                  </a:lnTo>
                  <a:lnTo>
                    <a:pt x="4947472" y="1689512"/>
                  </a:lnTo>
                  <a:lnTo>
                    <a:pt x="4947851" y="1689512"/>
                  </a:lnTo>
                  <a:lnTo>
                    <a:pt x="4947977" y="1689512"/>
                  </a:lnTo>
                  <a:lnTo>
                    <a:pt x="4948103" y="1689512"/>
                  </a:lnTo>
                  <a:lnTo>
                    <a:pt x="4948482" y="1689512"/>
                  </a:lnTo>
                  <a:lnTo>
                    <a:pt x="4949113" y="1689512"/>
                  </a:lnTo>
                  <a:lnTo>
                    <a:pt x="4949492" y="1689512"/>
                  </a:lnTo>
                  <a:lnTo>
                    <a:pt x="4949871" y="1689512"/>
                  </a:lnTo>
                  <a:lnTo>
                    <a:pt x="4949997" y="1689512"/>
                  </a:lnTo>
                  <a:lnTo>
                    <a:pt x="4950250" y="1689512"/>
                  </a:lnTo>
                  <a:lnTo>
                    <a:pt x="4950502" y="1689512"/>
                  </a:lnTo>
                  <a:lnTo>
                    <a:pt x="4950628" y="1689512"/>
                  </a:lnTo>
                  <a:lnTo>
                    <a:pt x="4951007" y="1689512"/>
                  </a:lnTo>
                  <a:lnTo>
                    <a:pt x="4951133" y="1684601"/>
                  </a:lnTo>
                  <a:lnTo>
                    <a:pt x="4951765" y="1684601"/>
                  </a:lnTo>
                  <a:lnTo>
                    <a:pt x="4951891" y="1684601"/>
                  </a:lnTo>
                  <a:lnTo>
                    <a:pt x="4952522" y="1684601"/>
                  </a:lnTo>
                  <a:lnTo>
                    <a:pt x="4952775" y="1684601"/>
                  </a:lnTo>
                  <a:lnTo>
                    <a:pt x="4954037" y="1684601"/>
                  </a:lnTo>
                  <a:lnTo>
                    <a:pt x="4954164" y="1684601"/>
                  </a:lnTo>
                  <a:lnTo>
                    <a:pt x="4954290" y="1684601"/>
                  </a:lnTo>
                  <a:lnTo>
                    <a:pt x="4954669" y="1684601"/>
                  </a:lnTo>
                  <a:lnTo>
                    <a:pt x="4954795" y="1684601"/>
                  </a:lnTo>
                  <a:lnTo>
                    <a:pt x="4955174" y="1684601"/>
                  </a:lnTo>
                  <a:lnTo>
                    <a:pt x="4955931" y="1684601"/>
                  </a:lnTo>
                  <a:lnTo>
                    <a:pt x="4956057" y="1684601"/>
                  </a:lnTo>
                  <a:lnTo>
                    <a:pt x="4956057" y="1679690"/>
                  </a:lnTo>
                  <a:lnTo>
                    <a:pt x="4956689" y="1679690"/>
                  </a:lnTo>
                  <a:lnTo>
                    <a:pt x="4956815" y="1679690"/>
                  </a:lnTo>
                  <a:lnTo>
                    <a:pt x="4956941" y="1679690"/>
                  </a:lnTo>
                  <a:lnTo>
                    <a:pt x="4957067" y="1679690"/>
                  </a:lnTo>
                  <a:lnTo>
                    <a:pt x="4957320" y="1679690"/>
                  </a:lnTo>
                  <a:lnTo>
                    <a:pt x="4957446" y="1679690"/>
                  </a:lnTo>
                  <a:lnTo>
                    <a:pt x="4957572" y="1679690"/>
                  </a:lnTo>
                  <a:lnTo>
                    <a:pt x="4957699" y="1679690"/>
                  </a:lnTo>
                  <a:lnTo>
                    <a:pt x="4957951" y="1679690"/>
                  </a:lnTo>
                  <a:lnTo>
                    <a:pt x="4958204" y="1674778"/>
                  </a:lnTo>
                  <a:lnTo>
                    <a:pt x="4958835" y="1674778"/>
                  </a:lnTo>
                  <a:lnTo>
                    <a:pt x="4959340" y="1674778"/>
                  </a:lnTo>
                  <a:lnTo>
                    <a:pt x="4959466" y="1674778"/>
                  </a:lnTo>
                  <a:lnTo>
                    <a:pt x="4959719" y="1674778"/>
                  </a:lnTo>
                  <a:lnTo>
                    <a:pt x="4960350" y="1674778"/>
                  </a:lnTo>
                  <a:lnTo>
                    <a:pt x="4960603" y="1674778"/>
                  </a:lnTo>
                  <a:lnTo>
                    <a:pt x="4960729" y="1674778"/>
                  </a:lnTo>
                  <a:lnTo>
                    <a:pt x="4961108" y="1674778"/>
                  </a:lnTo>
                  <a:lnTo>
                    <a:pt x="4961234" y="1674778"/>
                  </a:lnTo>
                  <a:lnTo>
                    <a:pt x="4961865" y="1674778"/>
                  </a:lnTo>
                  <a:lnTo>
                    <a:pt x="4961991" y="1674778"/>
                  </a:lnTo>
                  <a:lnTo>
                    <a:pt x="4962244" y="1674778"/>
                  </a:lnTo>
                  <a:lnTo>
                    <a:pt x="4962370" y="1674778"/>
                  </a:lnTo>
                  <a:lnTo>
                    <a:pt x="4962496" y="1674778"/>
                  </a:lnTo>
                  <a:lnTo>
                    <a:pt x="4963759" y="1674778"/>
                  </a:lnTo>
                  <a:lnTo>
                    <a:pt x="4964264" y="1674778"/>
                  </a:lnTo>
                  <a:lnTo>
                    <a:pt x="4964643" y="1674778"/>
                  </a:lnTo>
                  <a:lnTo>
                    <a:pt x="4964895" y="1669867"/>
                  </a:lnTo>
                  <a:lnTo>
                    <a:pt x="4965022" y="1669867"/>
                  </a:lnTo>
                  <a:lnTo>
                    <a:pt x="4965274" y="1669867"/>
                  </a:lnTo>
                  <a:lnTo>
                    <a:pt x="4965527" y="1669867"/>
                  </a:lnTo>
                  <a:lnTo>
                    <a:pt x="4965653" y="1669867"/>
                  </a:lnTo>
                  <a:lnTo>
                    <a:pt x="4966032" y="1669867"/>
                  </a:lnTo>
                  <a:lnTo>
                    <a:pt x="4966284" y="1664956"/>
                  </a:lnTo>
                  <a:lnTo>
                    <a:pt x="4966663" y="1664956"/>
                  </a:lnTo>
                  <a:lnTo>
                    <a:pt x="4966915" y="1664956"/>
                  </a:lnTo>
                  <a:lnTo>
                    <a:pt x="4967294" y="1664956"/>
                  </a:lnTo>
                  <a:lnTo>
                    <a:pt x="4967420" y="1664956"/>
                  </a:lnTo>
                  <a:lnTo>
                    <a:pt x="4967547" y="1664956"/>
                  </a:lnTo>
                  <a:lnTo>
                    <a:pt x="4968178" y="1660044"/>
                  </a:lnTo>
                  <a:lnTo>
                    <a:pt x="4968683" y="1660044"/>
                  </a:lnTo>
                  <a:lnTo>
                    <a:pt x="4968809" y="1660044"/>
                  </a:lnTo>
                  <a:lnTo>
                    <a:pt x="4968935" y="1660044"/>
                  </a:lnTo>
                  <a:lnTo>
                    <a:pt x="4969062" y="1660044"/>
                  </a:lnTo>
                  <a:lnTo>
                    <a:pt x="4972471" y="1660044"/>
                  </a:lnTo>
                  <a:lnTo>
                    <a:pt x="4972723" y="1655133"/>
                  </a:lnTo>
                  <a:lnTo>
                    <a:pt x="4973228" y="1655133"/>
                  </a:lnTo>
                  <a:lnTo>
                    <a:pt x="4973481" y="1655133"/>
                  </a:lnTo>
                  <a:lnTo>
                    <a:pt x="4973733" y="1655133"/>
                  </a:lnTo>
                  <a:lnTo>
                    <a:pt x="4973859" y="1655133"/>
                  </a:lnTo>
                  <a:lnTo>
                    <a:pt x="4974238" y="1650221"/>
                  </a:lnTo>
                  <a:lnTo>
                    <a:pt x="4974365" y="1650221"/>
                  </a:lnTo>
                  <a:lnTo>
                    <a:pt x="4975375" y="1650221"/>
                  </a:lnTo>
                  <a:lnTo>
                    <a:pt x="4975501" y="1650221"/>
                  </a:lnTo>
                  <a:lnTo>
                    <a:pt x="4976132" y="1650221"/>
                  </a:lnTo>
                  <a:lnTo>
                    <a:pt x="4976890" y="1650221"/>
                  </a:lnTo>
                  <a:lnTo>
                    <a:pt x="4977142" y="1650221"/>
                  </a:lnTo>
                  <a:lnTo>
                    <a:pt x="4977647" y="1650221"/>
                  </a:lnTo>
                  <a:lnTo>
                    <a:pt x="4977900" y="1650221"/>
                  </a:lnTo>
                  <a:lnTo>
                    <a:pt x="4978152" y="1650221"/>
                  </a:lnTo>
                  <a:lnTo>
                    <a:pt x="4978278" y="1650221"/>
                  </a:lnTo>
                  <a:lnTo>
                    <a:pt x="4978531" y="1650221"/>
                  </a:lnTo>
                  <a:lnTo>
                    <a:pt x="4978657" y="1650221"/>
                  </a:lnTo>
                  <a:lnTo>
                    <a:pt x="4978910" y="1650221"/>
                  </a:lnTo>
                  <a:lnTo>
                    <a:pt x="4979036" y="1650221"/>
                  </a:lnTo>
                  <a:lnTo>
                    <a:pt x="4979288" y="1650221"/>
                  </a:lnTo>
                  <a:lnTo>
                    <a:pt x="4979667" y="1650221"/>
                  </a:lnTo>
                  <a:lnTo>
                    <a:pt x="4979794" y="1650221"/>
                  </a:lnTo>
                  <a:lnTo>
                    <a:pt x="4979920" y="1650221"/>
                  </a:lnTo>
                  <a:lnTo>
                    <a:pt x="4980930" y="1645310"/>
                  </a:lnTo>
                  <a:lnTo>
                    <a:pt x="4981309" y="1645310"/>
                  </a:lnTo>
                  <a:lnTo>
                    <a:pt x="4982066" y="1645310"/>
                  </a:lnTo>
                  <a:lnTo>
                    <a:pt x="4982950" y="1645310"/>
                  </a:lnTo>
                  <a:lnTo>
                    <a:pt x="4983076" y="1645310"/>
                  </a:lnTo>
                  <a:lnTo>
                    <a:pt x="4983202" y="1645310"/>
                  </a:lnTo>
                  <a:lnTo>
                    <a:pt x="4983707" y="1645310"/>
                  </a:lnTo>
                  <a:lnTo>
                    <a:pt x="4984465" y="1645310"/>
                  </a:lnTo>
                  <a:lnTo>
                    <a:pt x="4984844" y="1640399"/>
                  </a:lnTo>
                  <a:lnTo>
                    <a:pt x="4984970" y="1640399"/>
                  </a:lnTo>
                  <a:lnTo>
                    <a:pt x="4985096" y="1640399"/>
                  </a:lnTo>
                  <a:lnTo>
                    <a:pt x="4985223" y="1640399"/>
                  </a:lnTo>
                  <a:lnTo>
                    <a:pt x="4985980" y="1640399"/>
                  </a:lnTo>
                  <a:lnTo>
                    <a:pt x="4986233" y="1640399"/>
                  </a:lnTo>
                  <a:lnTo>
                    <a:pt x="4986485" y="1640399"/>
                  </a:lnTo>
                  <a:lnTo>
                    <a:pt x="4986611" y="1640399"/>
                  </a:lnTo>
                  <a:lnTo>
                    <a:pt x="4987116" y="1640399"/>
                  </a:lnTo>
                  <a:lnTo>
                    <a:pt x="4988126" y="1640399"/>
                  </a:lnTo>
                  <a:lnTo>
                    <a:pt x="4988505" y="1640399"/>
                  </a:lnTo>
                  <a:lnTo>
                    <a:pt x="4988884" y="1640399"/>
                  </a:lnTo>
                  <a:lnTo>
                    <a:pt x="4989263" y="1640399"/>
                  </a:lnTo>
                  <a:lnTo>
                    <a:pt x="4989768" y="1635487"/>
                  </a:lnTo>
                  <a:lnTo>
                    <a:pt x="4990273" y="1635487"/>
                  </a:lnTo>
                  <a:lnTo>
                    <a:pt x="4990652" y="1635487"/>
                  </a:lnTo>
                  <a:lnTo>
                    <a:pt x="4990904" y="1635487"/>
                  </a:lnTo>
                  <a:lnTo>
                    <a:pt x="4991788" y="1630576"/>
                  </a:lnTo>
                  <a:lnTo>
                    <a:pt x="4992545" y="1630576"/>
                  </a:lnTo>
                  <a:lnTo>
                    <a:pt x="4992672" y="1630576"/>
                  </a:lnTo>
                  <a:lnTo>
                    <a:pt x="4992798" y="1630576"/>
                  </a:lnTo>
                  <a:lnTo>
                    <a:pt x="4993050" y="1630576"/>
                  </a:lnTo>
                  <a:lnTo>
                    <a:pt x="4993177" y="1630576"/>
                  </a:lnTo>
                  <a:lnTo>
                    <a:pt x="4993303" y="1630576"/>
                  </a:lnTo>
                  <a:lnTo>
                    <a:pt x="4994187" y="1630576"/>
                  </a:lnTo>
                  <a:lnTo>
                    <a:pt x="4994313" y="1630576"/>
                  </a:lnTo>
                  <a:lnTo>
                    <a:pt x="4994818" y="1630576"/>
                  </a:lnTo>
                  <a:lnTo>
                    <a:pt x="4994944" y="1630576"/>
                  </a:lnTo>
                  <a:lnTo>
                    <a:pt x="4995071" y="1630576"/>
                  </a:lnTo>
                  <a:lnTo>
                    <a:pt x="4995197" y="1630576"/>
                  </a:lnTo>
                  <a:lnTo>
                    <a:pt x="4995702" y="1630576"/>
                  </a:lnTo>
                  <a:lnTo>
                    <a:pt x="4995828" y="1630576"/>
                  </a:lnTo>
                  <a:lnTo>
                    <a:pt x="4996207" y="1630576"/>
                  </a:lnTo>
                  <a:lnTo>
                    <a:pt x="4996586" y="1630576"/>
                  </a:lnTo>
                  <a:lnTo>
                    <a:pt x="4996964" y="1630576"/>
                  </a:lnTo>
                  <a:lnTo>
                    <a:pt x="4997217" y="1630576"/>
                  </a:lnTo>
                  <a:lnTo>
                    <a:pt x="4997343" y="1630576"/>
                  </a:lnTo>
                  <a:lnTo>
                    <a:pt x="4997848" y="1630576"/>
                  </a:lnTo>
                  <a:lnTo>
                    <a:pt x="4998353" y="1630576"/>
                  </a:lnTo>
                  <a:lnTo>
                    <a:pt x="4998479" y="1630576"/>
                  </a:lnTo>
                  <a:lnTo>
                    <a:pt x="4998606" y="1630576"/>
                  </a:lnTo>
                  <a:lnTo>
                    <a:pt x="4999616" y="1630576"/>
                  </a:lnTo>
                  <a:lnTo>
                    <a:pt x="4999742" y="1630576"/>
                  </a:lnTo>
                  <a:lnTo>
                    <a:pt x="5000247" y="1630576"/>
                  </a:lnTo>
                  <a:lnTo>
                    <a:pt x="5000373" y="1630576"/>
                  </a:lnTo>
                  <a:lnTo>
                    <a:pt x="5000626" y="1630576"/>
                  </a:lnTo>
                  <a:lnTo>
                    <a:pt x="5001005" y="1630576"/>
                  </a:lnTo>
                  <a:lnTo>
                    <a:pt x="5001257" y="1630576"/>
                  </a:lnTo>
                  <a:lnTo>
                    <a:pt x="5001383" y="1630576"/>
                  </a:lnTo>
                  <a:lnTo>
                    <a:pt x="5001636" y="1630576"/>
                  </a:lnTo>
                  <a:lnTo>
                    <a:pt x="5003025" y="1630576"/>
                  </a:lnTo>
                  <a:lnTo>
                    <a:pt x="5003151" y="1630576"/>
                  </a:lnTo>
                  <a:lnTo>
                    <a:pt x="5003277" y="1630576"/>
                  </a:lnTo>
                  <a:lnTo>
                    <a:pt x="5003530" y="1630576"/>
                  </a:lnTo>
                  <a:lnTo>
                    <a:pt x="5003656" y="1630576"/>
                  </a:lnTo>
                  <a:lnTo>
                    <a:pt x="5004287" y="1630576"/>
                  </a:lnTo>
                  <a:lnTo>
                    <a:pt x="5004413" y="1630576"/>
                  </a:lnTo>
                  <a:lnTo>
                    <a:pt x="5004666" y="1630576"/>
                  </a:lnTo>
                  <a:lnTo>
                    <a:pt x="5004918" y="1630576"/>
                  </a:lnTo>
                  <a:lnTo>
                    <a:pt x="5005297" y="1630576"/>
                  </a:lnTo>
                  <a:lnTo>
                    <a:pt x="5005929" y="1630576"/>
                  </a:lnTo>
                  <a:lnTo>
                    <a:pt x="5006307" y="1625665"/>
                  </a:lnTo>
                  <a:lnTo>
                    <a:pt x="5007317" y="1625665"/>
                  </a:lnTo>
                  <a:lnTo>
                    <a:pt x="5007570" y="1625665"/>
                  </a:lnTo>
                  <a:lnTo>
                    <a:pt x="5007696" y="1625665"/>
                  </a:lnTo>
                  <a:lnTo>
                    <a:pt x="5007822" y="1625665"/>
                  </a:lnTo>
                  <a:lnTo>
                    <a:pt x="5008075" y="1625665"/>
                  </a:lnTo>
                  <a:lnTo>
                    <a:pt x="5008201" y="1625665"/>
                  </a:lnTo>
                  <a:lnTo>
                    <a:pt x="5008580" y="1625665"/>
                  </a:lnTo>
                  <a:lnTo>
                    <a:pt x="5008706" y="1625665"/>
                  </a:lnTo>
                  <a:lnTo>
                    <a:pt x="5008832" y="1625665"/>
                  </a:lnTo>
                  <a:lnTo>
                    <a:pt x="5008959" y="1625665"/>
                  </a:lnTo>
                  <a:lnTo>
                    <a:pt x="5009085" y="1625665"/>
                  </a:lnTo>
                  <a:lnTo>
                    <a:pt x="5010853" y="1625665"/>
                  </a:lnTo>
                  <a:lnTo>
                    <a:pt x="5011105" y="1625665"/>
                  </a:lnTo>
                  <a:lnTo>
                    <a:pt x="5011610" y="1625665"/>
                  </a:lnTo>
                  <a:lnTo>
                    <a:pt x="5011989" y="1625665"/>
                  </a:lnTo>
                  <a:lnTo>
                    <a:pt x="5012241" y="1625665"/>
                  </a:lnTo>
                  <a:lnTo>
                    <a:pt x="5012494" y="1625665"/>
                  </a:lnTo>
                  <a:lnTo>
                    <a:pt x="5013125" y="1625665"/>
                  </a:lnTo>
                  <a:lnTo>
                    <a:pt x="5013630" y="1625665"/>
                  </a:lnTo>
                  <a:lnTo>
                    <a:pt x="5013883" y="1625665"/>
                  </a:lnTo>
                  <a:lnTo>
                    <a:pt x="5014135" y="1625665"/>
                  </a:lnTo>
                  <a:lnTo>
                    <a:pt x="5014388" y="1625665"/>
                  </a:lnTo>
                  <a:lnTo>
                    <a:pt x="5014766" y="1625665"/>
                  </a:lnTo>
                  <a:lnTo>
                    <a:pt x="5015398" y="1625665"/>
                  </a:lnTo>
                  <a:lnTo>
                    <a:pt x="5015524" y="1625665"/>
                  </a:lnTo>
                  <a:lnTo>
                    <a:pt x="5016408" y="1625665"/>
                  </a:lnTo>
                  <a:lnTo>
                    <a:pt x="5016787" y="1625665"/>
                  </a:lnTo>
                  <a:lnTo>
                    <a:pt x="5017165" y="1625665"/>
                  </a:lnTo>
                  <a:lnTo>
                    <a:pt x="5017418" y="1625665"/>
                  </a:lnTo>
                  <a:lnTo>
                    <a:pt x="5017544" y="1625665"/>
                  </a:lnTo>
                  <a:lnTo>
                    <a:pt x="5017670" y="1625665"/>
                  </a:lnTo>
                  <a:lnTo>
                    <a:pt x="5017797" y="1625665"/>
                  </a:lnTo>
                  <a:lnTo>
                    <a:pt x="5018049" y="1625665"/>
                  </a:lnTo>
                  <a:lnTo>
                    <a:pt x="5018933" y="1625665"/>
                  </a:lnTo>
                  <a:lnTo>
                    <a:pt x="5019438" y="1625665"/>
                  </a:lnTo>
                  <a:lnTo>
                    <a:pt x="5020322" y="1625665"/>
                  </a:lnTo>
                  <a:lnTo>
                    <a:pt x="5020448" y="1625665"/>
                  </a:lnTo>
                  <a:lnTo>
                    <a:pt x="5020574" y="1625665"/>
                  </a:lnTo>
                  <a:lnTo>
                    <a:pt x="5020953" y="1625665"/>
                  </a:lnTo>
                  <a:lnTo>
                    <a:pt x="5021079" y="1625665"/>
                  </a:lnTo>
                  <a:lnTo>
                    <a:pt x="5021584" y="1625665"/>
                  </a:lnTo>
                  <a:lnTo>
                    <a:pt x="5021837" y="1625665"/>
                  </a:lnTo>
                  <a:lnTo>
                    <a:pt x="5022216" y="1625665"/>
                  </a:lnTo>
                  <a:lnTo>
                    <a:pt x="5022342" y="1625665"/>
                  </a:lnTo>
                  <a:lnTo>
                    <a:pt x="5022468" y="1625665"/>
                  </a:lnTo>
                  <a:lnTo>
                    <a:pt x="5023731" y="1625665"/>
                  </a:lnTo>
                  <a:lnTo>
                    <a:pt x="5023857" y="1625665"/>
                  </a:lnTo>
                  <a:lnTo>
                    <a:pt x="5024488" y="1620753"/>
                  </a:lnTo>
                  <a:lnTo>
                    <a:pt x="5024867" y="1620753"/>
                  </a:lnTo>
                  <a:lnTo>
                    <a:pt x="5024993" y="1620753"/>
                  </a:lnTo>
                  <a:lnTo>
                    <a:pt x="5025246" y="1620753"/>
                  </a:lnTo>
                  <a:lnTo>
                    <a:pt x="5025372" y="1620753"/>
                  </a:lnTo>
                  <a:lnTo>
                    <a:pt x="5025624" y="1620753"/>
                  </a:lnTo>
                  <a:lnTo>
                    <a:pt x="5026256" y="1620753"/>
                  </a:lnTo>
                  <a:lnTo>
                    <a:pt x="5026887" y="1620753"/>
                  </a:lnTo>
                  <a:lnTo>
                    <a:pt x="5027140" y="1620753"/>
                  </a:lnTo>
                  <a:lnTo>
                    <a:pt x="5027392" y="1620753"/>
                  </a:lnTo>
                  <a:lnTo>
                    <a:pt x="5027645" y="1620753"/>
                  </a:lnTo>
                  <a:lnTo>
                    <a:pt x="5027897" y="1620753"/>
                  </a:lnTo>
                  <a:lnTo>
                    <a:pt x="5028150" y="1620753"/>
                  </a:lnTo>
                  <a:lnTo>
                    <a:pt x="5028528" y="1620753"/>
                  </a:lnTo>
                  <a:lnTo>
                    <a:pt x="5028907" y="1620753"/>
                  </a:lnTo>
                  <a:lnTo>
                    <a:pt x="5029033" y="1620753"/>
                  </a:lnTo>
                  <a:lnTo>
                    <a:pt x="5031180" y="1620753"/>
                  </a:lnTo>
                  <a:lnTo>
                    <a:pt x="5031306" y="1620753"/>
                  </a:lnTo>
                  <a:lnTo>
                    <a:pt x="5031432" y="1620753"/>
                  </a:lnTo>
                  <a:lnTo>
                    <a:pt x="5031937" y="1620753"/>
                  </a:lnTo>
                  <a:lnTo>
                    <a:pt x="5032064" y="1620753"/>
                  </a:lnTo>
                  <a:lnTo>
                    <a:pt x="5032442" y="1615842"/>
                  </a:lnTo>
                  <a:lnTo>
                    <a:pt x="5032569" y="1615842"/>
                  </a:lnTo>
                  <a:lnTo>
                    <a:pt x="5032695" y="1615842"/>
                  </a:lnTo>
                  <a:lnTo>
                    <a:pt x="5032821" y="1615842"/>
                  </a:lnTo>
                  <a:lnTo>
                    <a:pt x="5033200" y="1615842"/>
                  </a:lnTo>
                  <a:lnTo>
                    <a:pt x="5033326" y="1615842"/>
                  </a:lnTo>
                  <a:lnTo>
                    <a:pt x="5033705" y="1615842"/>
                  </a:lnTo>
                  <a:lnTo>
                    <a:pt x="5033831" y="1615842"/>
                  </a:lnTo>
                  <a:lnTo>
                    <a:pt x="5034084" y="1615842"/>
                  </a:lnTo>
                  <a:lnTo>
                    <a:pt x="5034210" y="1615842"/>
                  </a:lnTo>
                  <a:lnTo>
                    <a:pt x="5034589" y="1615842"/>
                  </a:lnTo>
                  <a:lnTo>
                    <a:pt x="5034715" y="1615842"/>
                  </a:lnTo>
                  <a:lnTo>
                    <a:pt x="5035725" y="1615842"/>
                  </a:lnTo>
                  <a:lnTo>
                    <a:pt x="5036104" y="1615842"/>
                  </a:lnTo>
                  <a:lnTo>
                    <a:pt x="5036230" y="1615842"/>
                  </a:lnTo>
                  <a:lnTo>
                    <a:pt x="5036609" y="1615842"/>
                  </a:lnTo>
                  <a:lnTo>
                    <a:pt x="5037114" y="1615842"/>
                  </a:lnTo>
                  <a:lnTo>
                    <a:pt x="5037240" y="1615842"/>
                  </a:lnTo>
                  <a:lnTo>
                    <a:pt x="5037366" y="1615842"/>
                  </a:lnTo>
                  <a:lnTo>
                    <a:pt x="5037619" y="1615842"/>
                  </a:lnTo>
                  <a:lnTo>
                    <a:pt x="5037745" y="1615842"/>
                  </a:lnTo>
                  <a:lnTo>
                    <a:pt x="5037998" y="1615842"/>
                  </a:lnTo>
                  <a:lnTo>
                    <a:pt x="5038250" y="1610930"/>
                  </a:lnTo>
                  <a:lnTo>
                    <a:pt x="5038376" y="1610930"/>
                  </a:lnTo>
                  <a:lnTo>
                    <a:pt x="5038755" y="1610930"/>
                  </a:lnTo>
                  <a:lnTo>
                    <a:pt x="5039639" y="1610930"/>
                  </a:lnTo>
                  <a:lnTo>
                    <a:pt x="5039765" y="1610930"/>
                  </a:lnTo>
                  <a:lnTo>
                    <a:pt x="5039891" y="1610930"/>
                  </a:lnTo>
                  <a:lnTo>
                    <a:pt x="5040144" y="1610930"/>
                  </a:lnTo>
                  <a:lnTo>
                    <a:pt x="5041533" y="1610930"/>
                  </a:lnTo>
                  <a:lnTo>
                    <a:pt x="5042164" y="1610930"/>
                  </a:lnTo>
                  <a:lnTo>
                    <a:pt x="5042795" y="1610930"/>
                  </a:lnTo>
                  <a:lnTo>
                    <a:pt x="5042922" y="1610930"/>
                  </a:lnTo>
                  <a:lnTo>
                    <a:pt x="5043174" y="1610930"/>
                  </a:lnTo>
                  <a:lnTo>
                    <a:pt x="5043679" y="1610930"/>
                  </a:lnTo>
                  <a:lnTo>
                    <a:pt x="5043932" y="1610930"/>
                  </a:lnTo>
                  <a:lnTo>
                    <a:pt x="5044058" y="1610930"/>
                  </a:lnTo>
                  <a:lnTo>
                    <a:pt x="5044184" y="1610930"/>
                  </a:lnTo>
                  <a:lnTo>
                    <a:pt x="5045320" y="1610930"/>
                  </a:lnTo>
                  <a:lnTo>
                    <a:pt x="5045447" y="1610930"/>
                  </a:lnTo>
                  <a:lnTo>
                    <a:pt x="5045573" y="1610930"/>
                  </a:lnTo>
                  <a:lnTo>
                    <a:pt x="5046204" y="1610930"/>
                  </a:lnTo>
                  <a:lnTo>
                    <a:pt x="5046457" y="1610930"/>
                  </a:lnTo>
                  <a:lnTo>
                    <a:pt x="5046709" y="1610930"/>
                  </a:lnTo>
                  <a:lnTo>
                    <a:pt x="5046836" y="1610930"/>
                  </a:lnTo>
                  <a:lnTo>
                    <a:pt x="5046962" y="1610930"/>
                  </a:lnTo>
                  <a:lnTo>
                    <a:pt x="5047846" y="1610930"/>
                  </a:lnTo>
                  <a:lnTo>
                    <a:pt x="5047972" y="1610930"/>
                  </a:lnTo>
                  <a:lnTo>
                    <a:pt x="5048098" y="1610930"/>
                  </a:lnTo>
                  <a:lnTo>
                    <a:pt x="5048351" y="1610930"/>
                  </a:lnTo>
                  <a:lnTo>
                    <a:pt x="5048729" y="1610930"/>
                  </a:lnTo>
                  <a:lnTo>
                    <a:pt x="5049108" y="1610930"/>
                  </a:lnTo>
                  <a:lnTo>
                    <a:pt x="5049613" y="1610930"/>
                  </a:lnTo>
                  <a:lnTo>
                    <a:pt x="5049866" y="1610930"/>
                  </a:lnTo>
                  <a:lnTo>
                    <a:pt x="5049992" y="1610930"/>
                  </a:lnTo>
                  <a:lnTo>
                    <a:pt x="5050118" y="1610930"/>
                  </a:lnTo>
                  <a:lnTo>
                    <a:pt x="5050497" y="1610930"/>
                  </a:lnTo>
                  <a:lnTo>
                    <a:pt x="5050623" y="1610930"/>
                  </a:lnTo>
                  <a:lnTo>
                    <a:pt x="5052517" y="1610930"/>
                  </a:lnTo>
                  <a:lnTo>
                    <a:pt x="5052643" y="1610930"/>
                  </a:lnTo>
                  <a:lnTo>
                    <a:pt x="5052770" y="1610930"/>
                  </a:lnTo>
                  <a:lnTo>
                    <a:pt x="5053653" y="1610930"/>
                  </a:lnTo>
                  <a:lnTo>
                    <a:pt x="5053906" y="1610930"/>
                  </a:lnTo>
                  <a:lnTo>
                    <a:pt x="5054158" y="1610930"/>
                  </a:lnTo>
                  <a:lnTo>
                    <a:pt x="5054537" y="1610930"/>
                  </a:lnTo>
                  <a:lnTo>
                    <a:pt x="5054663" y="1610930"/>
                  </a:lnTo>
                  <a:lnTo>
                    <a:pt x="5054790" y="1610930"/>
                  </a:lnTo>
                  <a:lnTo>
                    <a:pt x="5055295" y="1610930"/>
                  </a:lnTo>
                  <a:lnTo>
                    <a:pt x="5055547" y="1610930"/>
                  </a:lnTo>
                  <a:lnTo>
                    <a:pt x="5056431" y="1610930"/>
                  </a:lnTo>
                  <a:lnTo>
                    <a:pt x="5056684" y="1610930"/>
                  </a:lnTo>
                  <a:lnTo>
                    <a:pt x="5056810" y="1610930"/>
                  </a:lnTo>
                  <a:lnTo>
                    <a:pt x="5056936" y="1610930"/>
                  </a:lnTo>
                  <a:lnTo>
                    <a:pt x="5057062" y="1610930"/>
                  </a:lnTo>
                  <a:lnTo>
                    <a:pt x="5057315" y="1610930"/>
                  </a:lnTo>
                  <a:lnTo>
                    <a:pt x="5057694" y="1610930"/>
                  </a:lnTo>
                  <a:lnTo>
                    <a:pt x="5058199" y="1610930"/>
                  </a:lnTo>
                  <a:lnTo>
                    <a:pt x="5058325" y="1610930"/>
                  </a:lnTo>
                  <a:lnTo>
                    <a:pt x="5058830" y="1610930"/>
                  </a:lnTo>
                  <a:lnTo>
                    <a:pt x="5059335" y="1610930"/>
                  </a:lnTo>
                  <a:lnTo>
                    <a:pt x="5059587" y="1610930"/>
                  </a:lnTo>
                  <a:lnTo>
                    <a:pt x="5059840" y="1610930"/>
                  </a:lnTo>
                  <a:lnTo>
                    <a:pt x="5059966" y="1610930"/>
                  </a:lnTo>
                  <a:lnTo>
                    <a:pt x="5060471" y="1610930"/>
                  </a:lnTo>
                  <a:lnTo>
                    <a:pt x="5061355" y="1610930"/>
                  </a:lnTo>
                  <a:lnTo>
                    <a:pt x="5062113" y="1610930"/>
                  </a:lnTo>
                  <a:lnTo>
                    <a:pt x="5062239" y="1610930"/>
                  </a:lnTo>
                  <a:lnTo>
                    <a:pt x="5062491" y="1610930"/>
                  </a:lnTo>
                  <a:lnTo>
                    <a:pt x="5062744" y="1610930"/>
                  </a:lnTo>
                  <a:lnTo>
                    <a:pt x="5062996" y="1610930"/>
                  </a:lnTo>
                  <a:lnTo>
                    <a:pt x="5063123" y="1610930"/>
                  </a:lnTo>
                  <a:lnTo>
                    <a:pt x="5063249" y="1610930"/>
                  </a:lnTo>
                  <a:lnTo>
                    <a:pt x="5063628" y="1610930"/>
                  </a:lnTo>
                  <a:lnTo>
                    <a:pt x="5063754" y="1610930"/>
                  </a:lnTo>
                  <a:lnTo>
                    <a:pt x="5064133" y="1610930"/>
                  </a:lnTo>
                  <a:lnTo>
                    <a:pt x="5065269" y="1606019"/>
                  </a:lnTo>
                  <a:lnTo>
                    <a:pt x="5065395" y="1606019"/>
                  </a:lnTo>
                  <a:lnTo>
                    <a:pt x="5065774" y="1606019"/>
                  </a:lnTo>
                  <a:lnTo>
                    <a:pt x="5065900" y="1606019"/>
                  </a:lnTo>
                  <a:lnTo>
                    <a:pt x="5066153" y="1606019"/>
                  </a:lnTo>
                  <a:lnTo>
                    <a:pt x="5066658" y="1606019"/>
                  </a:lnTo>
                  <a:lnTo>
                    <a:pt x="5066910" y="1606019"/>
                  </a:lnTo>
                  <a:lnTo>
                    <a:pt x="5067668" y="1606019"/>
                  </a:lnTo>
                  <a:lnTo>
                    <a:pt x="5067794" y="1606019"/>
                  </a:lnTo>
                  <a:lnTo>
                    <a:pt x="5067920" y="1606019"/>
                  </a:lnTo>
                  <a:lnTo>
                    <a:pt x="5068047" y="1606019"/>
                  </a:lnTo>
                  <a:lnTo>
                    <a:pt x="5068425" y="1601108"/>
                  </a:lnTo>
                  <a:lnTo>
                    <a:pt x="5068552" y="1601108"/>
                  </a:lnTo>
                  <a:lnTo>
                    <a:pt x="5068678" y="1601108"/>
                  </a:lnTo>
                  <a:lnTo>
                    <a:pt x="5069057" y="1601108"/>
                  </a:lnTo>
                  <a:lnTo>
                    <a:pt x="5069940" y="1601108"/>
                  </a:lnTo>
                  <a:lnTo>
                    <a:pt x="5070067" y="1601108"/>
                  </a:lnTo>
                  <a:lnTo>
                    <a:pt x="5070445" y="1601108"/>
                  </a:lnTo>
                  <a:lnTo>
                    <a:pt x="5070950" y="1601108"/>
                  </a:lnTo>
                  <a:lnTo>
                    <a:pt x="5071708" y="1601108"/>
                  </a:lnTo>
                  <a:lnTo>
                    <a:pt x="5071960" y="1601108"/>
                  </a:lnTo>
                  <a:lnTo>
                    <a:pt x="5073223" y="1601108"/>
                  </a:lnTo>
                  <a:lnTo>
                    <a:pt x="5073349" y="1601108"/>
                  </a:lnTo>
                  <a:lnTo>
                    <a:pt x="5073476" y="1601108"/>
                  </a:lnTo>
                  <a:lnTo>
                    <a:pt x="5073602" y="1601108"/>
                  </a:lnTo>
                  <a:lnTo>
                    <a:pt x="5073728" y="1601108"/>
                  </a:lnTo>
                  <a:lnTo>
                    <a:pt x="5073854" y="1601108"/>
                  </a:lnTo>
                  <a:lnTo>
                    <a:pt x="5074107" y="1601108"/>
                  </a:lnTo>
                  <a:lnTo>
                    <a:pt x="5074864" y="1601108"/>
                  </a:lnTo>
                  <a:lnTo>
                    <a:pt x="5075117" y="1601108"/>
                  </a:lnTo>
                  <a:lnTo>
                    <a:pt x="5075496" y="1596196"/>
                  </a:lnTo>
                  <a:lnTo>
                    <a:pt x="5075622" y="1596196"/>
                  </a:lnTo>
                  <a:lnTo>
                    <a:pt x="5075748" y="1596196"/>
                  </a:lnTo>
                  <a:lnTo>
                    <a:pt x="5075874" y="1596196"/>
                  </a:lnTo>
                  <a:lnTo>
                    <a:pt x="5076253" y="1596196"/>
                  </a:lnTo>
                  <a:lnTo>
                    <a:pt x="5077137" y="1596196"/>
                  </a:lnTo>
                  <a:lnTo>
                    <a:pt x="5077516" y="1596196"/>
                  </a:lnTo>
                  <a:lnTo>
                    <a:pt x="5077642" y="1596196"/>
                  </a:lnTo>
                  <a:lnTo>
                    <a:pt x="5077768" y="1596196"/>
                  </a:lnTo>
                  <a:lnTo>
                    <a:pt x="5077895" y="1596196"/>
                  </a:lnTo>
                  <a:lnTo>
                    <a:pt x="5078273" y="1596196"/>
                  </a:lnTo>
                  <a:lnTo>
                    <a:pt x="5079283" y="1596196"/>
                  </a:lnTo>
                  <a:lnTo>
                    <a:pt x="5079410" y="1596196"/>
                  </a:lnTo>
                  <a:lnTo>
                    <a:pt x="5079536" y="1596196"/>
                  </a:lnTo>
                  <a:lnTo>
                    <a:pt x="5079915" y="1596196"/>
                  </a:lnTo>
                  <a:lnTo>
                    <a:pt x="5080420" y="1596196"/>
                  </a:lnTo>
                  <a:lnTo>
                    <a:pt x="5080546" y="1596196"/>
                  </a:lnTo>
                  <a:lnTo>
                    <a:pt x="5081430" y="1596196"/>
                  </a:lnTo>
                  <a:lnTo>
                    <a:pt x="5081682" y="1596196"/>
                  </a:lnTo>
                  <a:lnTo>
                    <a:pt x="5081935" y="1596196"/>
                  </a:lnTo>
                  <a:lnTo>
                    <a:pt x="5082061" y="1596196"/>
                  </a:lnTo>
                  <a:lnTo>
                    <a:pt x="5082313" y="1596196"/>
                  </a:lnTo>
                  <a:lnTo>
                    <a:pt x="5082566" y="1596196"/>
                  </a:lnTo>
                  <a:lnTo>
                    <a:pt x="5083071" y="1596196"/>
                  </a:lnTo>
                  <a:lnTo>
                    <a:pt x="5083324" y="1596196"/>
                  </a:lnTo>
                  <a:lnTo>
                    <a:pt x="5083450" y="1596196"/>
                  </a:lnTo>
                  <a:lnTo>
                    <a:pt x="5084334" y="1596196"/>
                  </a:lnTo>
                  <a:lnTo>
                    <a:pt x="5084460" y="1596196"/>
                  </a:lnTo>
                  <a:lnTo>
                    <a:pt x="5084586" y="1596196"/>
                  </a:lnTo>
                  <a:lnTo>
                    <a:pt x="5085217" y="1596196"/>
                  </a:lnTo>
                  <a:lnTo>
                    <a:pt x="5085344" y="1596196"/>
                  </a:lnTo>
                  <a:lnTo>
                    <a:pt x="5085470" y="1596196"/>
                  </a:lnTo>
                  <a:lnTo>
                    <a:pt x="5085596" y="1596196"/>
                  </a:lnTo>
                  <a:lnTo>
                    <a:pt x="5086227" y="1591285"/>
                  </a:lnTo>
                  <a:lnTo>
                    <a:pt x="5086354" y="1591285"/>
                  </a:lnTo>
                  <a:lnTo>
                    <a:pt x="5086859" y="1591285"/>
                  </a:lnTo>
                  <a:lnTo>
                    <a:pt x="5087111" y="1591285"/>
                  </a:lnTo>
                  <a:lnTo>
                    <a:pt x="5087237" y="1591285"/>
                  </a:lnTo>
                  <a:lnTo>
                    <a:pt x="5087616" y="1591285"/>
                  </a:lnTo>
                  <a:lnTo>
                    <a:pt x="5087743" y="1591285"/>
                  </a:lnTo>
                  <a:lnTo>
                    <a:pt x="5088121" y="1591285"/>
                  </a:lnTo>
                  <a:lnTo>
                    <a:pt x="5088753" y="1591285"/>
                  </a:lnTo>
                  <a:lnTo>
                    <a:pt x="5088879" y="1591285"/>
                  </a:lnTo>
                  <a:lnTo>
                    <a:pt x="5089005" y="1591285"/>
                  </a:lnTo>
                  <a:lnTo>
                    <a:pt x="5089131" y="1591285"/>
                  </a:lnTo>
                  <a:lnTo>
                    <a:pt x="5089889" y="1591285"/>
                  </a:lnTo>
                  <a:lnTo>
                    <a:pt x="5090141" y="1591285"/>
                  </a:lnTo>
                  <a:lnTo>
                    <a:pt x="5090646" y="1591285"/>
                  </a:lnTo>
                  <a:lnTo>
                    <a:pt x="5090899" y="1591285"/>
                  </a:lnTo>
                  <a:lnTo>
                    <a:pt x="5091025" y="1591285"/>
                  </a:lnTo>
                  <a:lnTo>
                    <a:pt x="5091278" y="1591285"/>
                  </a:lnTo>
                  <a:lnTo>
                    <a:pt x="5091404" y="1591285"/>
                  </a:lnTo>
                  <a:lnTo>
                    <a:pt x="5091909" y="1591285"/>
                  </a:lnTo>
                  <a:lnTo>
                    <a:pt x="5092540" y="1591285"/>
                  </a:lnTo>
                  <a:lnTo>
                    <a:pt x="5092919" y="1591285"/>
                  </a:lnTo>
                  <a:lnTo>
                    <a:pt x="5093298" y="1591285"/>
                  </a:lnTo>
                  <a:lnTo>
                    <a:pt x="5093677" y="1591285"/>
                  </a:lnTo>
                  <a:lnTo>
                    <a:pt x="5093803" y="1591285"/>
                  </a:lnTo>
                  <a:lnTo>
                    <a:pt x="5093929" y="1591285"/>
                  </a:lnTo>
                  <a:lnTo>
                    <a:pt x="5094055" y="1591285"/>
                  </a:lnTo>
                  <a:lnTo>
                    <a:pt x="5094182" y="1591285"/>
                  </a:lnTo>
                  <a:lnTo>
                    <a:pt x="5094308" y="1591285"/>
                  </a:lnTo>
                  <a:lnTo>
                    <a:pt x="5094434" y="1591285"/>
                  </a:lnTo>
                  <a:lnTo>
                    <a:pt x="5094560" y="1591285"/>
                  </a:lnTo>
                  <a:lnTo>
                    <a:pt x="5094687" y="1591285"/>
                  </a:lnTo>
                  <a:lnTo>
                    <a:pt x="5094813" y="1591285"/>
                  </a:lnTo>
                  <a:lnTo>
                    <a:pt x="5095192" y="1591285"/>
                  </a:lnTo>
                  <a:lnTo>
                    <a:pt x="5095697" y="1591285"/>
                  </a:lnTo>
                  <a:lnTo>
                    <a:pt x="5095823" y="1591285"/>
                  </a:lnTo>
                  <a:lnTo>
                    <a:pt x="5096328" y="1591285"/>
                  </a:lnTo>
                  <a:lnTo>
                    <a:pt x="5096580" y="1591285"/>
                  </a:lnTo>
                  <a:lnTo>
                    <a:pt x="5096959" y="1591285"/>
                  </a:lnTo>
                  <a:lnTo>
                    <a:pt x="5097085" y="1591285"/>
                  </a:lnTo>
                  <a:lnTo>
                    <a:pt x="5097212" y="1591285"/>
                  </a:lnTo>
                  <a:lnTo>
                    <a:pt x="5097338" y="1591285"/>
                  </a:lnTo>
                  <a:lnTo>
                    <a:pt x="5097717" y="1591285"/>
                  </a:lnTo>
                  <a:lnTo>
                    <a:pt x="5097843" y="1591285"/>
                  </a:lnTo>
                  <a:lnTo>
                    <a:pt x="5097969" y="1591285"/>
                  </a:lnTo>
                  <a:lnTo>
                    <a:pt x="5098096" y="1591285"/>
                  </a:lnTo>
                  <a:lnTo>
                    <a:pt x="5098222" y="1591285"/>
                  </a:lnTo>
                  <a:lnTo>
                    <a:pt x="5098348" y="1591285"/>
                  </a:lnTo>
                  <a:lnTo>
                    <a:pt x="5098474" y="1591285"/>
                  </a:lnTo>
                  <a:lnTo>
                    <a:pt x="5098601" y="1591285"/>
                  </a:lnTo>
                  <a:lnTo>
                    <a:pt x="5098979" y="1591285"/>
                  </a:lnTo>
                  <a:lnTo>
                    <a:pt x="5099358" y="1591285"/>
                  </a:lnTo>
                  <a:lnTo>
                    <a:pt x="5104156" y="1591285"/>
                  </a:lnTo>
                  <a:lnTo>
                    <a:pt x="5104535" y="1591285"/>
                  </a:lnTo>
                  <a:lnTo>
                    <a:pt x="5104661" y="1591285"/>
                  </a:lnTo>
                  <a:lnTo>
                    <a:pt x="5104787" y="1591285"/>
                  </a:lnTo>
                  <a:lnTo>
                    <a:pt x="5105166" y="1591285"/>
                  </a:lnTo>
                  <a:lnTo>
                    <a:pt x="5105292" y="1591285"/>
                  </a:lnTo>
                  <a:lnTo>
                    <a:pt x="5105418" y="1591285"/>
                  </a:lnTo>
                  <a:lnTo>
                    <a:pt x="5105797" y="1591285"/>
                  </a:lnTo>
                  <a:lnTo>
                    <a:pt x="5106050" y="1591285"/>
                  </a:lnTo>
                  <a:lnTo>
                    <a:pt x="5106428" y="1591285"/>
                  </a:lnTo>
                  <a:lnTo>
                    <a:pt x="5106555" y="1591285"/>
                  </a:lnTo>
                  <a:lnTo>
                    <a:pt x="5106681" y="1591285"/>
                  </a:lnTo>
                  <a:lnTo>
                    <a:pt x="5107565" y="1591285"/>
                  </a:lnTo>
                  <a:lnTo>
                    <a:pt x="5107691" y="1591285"/>
                  </a:lnTo>
                  <a:lnTo>
                    <a:pt x="5107817" y="1591285"/>
                  </a:lnTo>
                  <a:lnTo>
                    <a:pt x="5108070" y="1591285"/>
                  </a:lnTo>
                  <a:lnTo>
                    <a:pt x="5108322" y="1591285"/>
                  </a:lnTo>
                  <a:lnTo>
                    <a:pt x="5108449" y="1591285"/>
                  </a:lnTo>
                  <a:lnTo>
                    <a:pt x="5108954" y="1591285"/>
                  </a:lnTo>
                  <a:lnTo>
                    <a:pt x="5109206" y="1591285"/>
                  </a:lnTo>
                  <a:lnTo>
                    <a:pt x="5109837" y="1591285"/>
                  </a:lnTo>
                  <a:lnTo>
                    <a:pt x="5109964" y="1591285"/>
                  </a:lnTo>
                  <a:lnTo>
                    <a:pt x="5110342" y="1591285"/>
                  </a:lnTo>
                  <a:lnTo>
                    <a:pt x="5110469" y="1591285"/>
                  </a:lnTo>
                  <a:lnTo>
                    <a:pt x="5110721" y="1591285"/>
                  </a:lnTo>
                  <a:lnTo>
                    <a:pt x="5110847" y="1591285"/>
                  </a:lnTo>
                  <a:lnTo>
                    <a:pt x="5110974" y="1591285"/>
                  </a:lnTo>
                  <a:lnTo>
                    <a:pt x="5111100" y="1591285"/>
                  </a:lnTo>
                  <a:lnTo>
                    <a:pt x="5111352" y="1591285"/>
                  </a:lnTo>
                  <a:lnTo>
                    <a:pt x="5111479" y="1591285"/>
                  </a:lnTo>
                  <a:lnTo>
                    <a:pt x="5112362" y="1591285"/>
                  </a:lnTo>
                  <a:lnTo>
                    <a:pt x="5112615" y="1591285"/>
                  </a:lnTo>
                  <a:lnTo>
                    <a:pt x="5113878" y="1591285"/>
                  </a:lnTo>
                  <a:lnTo>
                    <a:pt x="5114383" y="1591285"/>
                  </a:lnTo>
                  <a:lnTo>
                    <a:pt x="5114509" y="1591285"/>
                  </a:lnTo>
                  <a:lnTo>
                    <a:pt x="5115140" y="1591285"/>
                  </a:lnTo>
                  <a:lnTo>
                    <a:pt x="5115519" y="1591285"/>
                  </a:lnTo>
                  <a:lnTo>
                    <a:pt x="5115645" y="1591285"/>
                  </a:lnTo>
                  <a:lnTo>
                    <a:pt x="5116276" y="1591285"/>
                  </a:lnTo>
                  <a:lnTo>
                    <a:pt x="5116403" y="1591285"/>
                  </a:lnTo>
                  <a:lnTo>
                    <a:pt x="5116655" y="1591285"/>
                  </a:lnTo>
                  <a:lnTo>
                    <a:pt x="5117413" y="1591285"/>
                  </a:lnTo>
                  <a:lnTo>
                    <a:pt x="5117665" y="1591285"/>
                  </a:lnTo>
                  <a:lnTo>
                    <a:pt x="5118044" y="1591285"/>
                  </a:lnTo>
                  <a:lnTo>
                    <a:pt x="5118928" y="1591285"/>
                  </a:lnTo>
                  <a:lnTo>
                    <a:pt x="5119054" y="1591285"/>
                  </a:lnTo>
                  <a:lnTo>
                    <a:pt x="5119433" y="1591285"/>
                  </a:lnTo>
                  <a:lnTo>
                    <a:pt x="5120190" y="1591285"/>
                  </a:lnTo>
                  <a:lnTo>
                    <a:pt x="5120695" y="1591285"/>
                  </a:lnTo>
                  <a:lnTo>
                    <a:pt x="5120822" y="1591285"/>
                  </a:lnTo>
                  <a:lnTo>
                    <a:pt x="5121453" y="1591285"/>
                  </a:lnTo>
                  <a:lnTo>
                    <a:pt x="5121579" y="1591285"/>
                  </a:lnTo>
                  <a:lnTo>
                    <a:pt x="5122084" y="1591285"/>
                  </a:lnTo>
                  <a:lnTo>
                    <a:pt x="5122210" y="1591285"/>
                  </a:lnTo>
                  <a:lnTo>
                    <a:pt x="5122715" y="1591285"/>
                  </a:lnTo>
                  <a:lnTo>
                    <a:pt x="5122968" y="1586374"/>
                  </a:lnTo>
                  <a:lnTo>
                    <a:pt x="5123094" y="1586374"/>
                  </a:lnTo>
                  <a:lnTo>
                    <a:pt x="5123220" y="1586374"/>
                  </a:lnTo>
                  <a:lnTo>
                    <a:pt x="5123347" y="1586374"/>
                  </a:lnTo>
                  <a:lnTo>
                    <a:pt x="5123599" y="1586374"/>
                  </a:lnTo>
                  <a:lnTo>
                    <a:pt x="5123726" y="1586374"/>
                  </a:lnTo>
                  <a:lnTo>
                    <a:pt x="5124483" y="1586374"/>
                  </a:lnTo>
                  <a:lnTo>
                    <a:pt x="5124736" y="1586374"/>
                  </a:lnTo>
                  <a:lnTo>
                    <a:pt x="5124862" y="1586374"/>
                  </a:lnTo>
                  <a:lnTo>
                    <a:pt x="5124988" y="1586374"/>
                  </a:lnTo>
                  <a:lnTo>
                    <a:pt x="5125114" y="1586374"/>
                  </a:lnTo>
                  <a:lnTo>
                    <a:pt x="5125367" y="1586374"/>
                  </a:lnTo>
                  <a:lnTo>
                    <a:pt x="5125746" y="1586374"/>
                  </a:lnTo>
                  <a:lnTo>
                    <a:pt x="5126124" y="1586374"/>
                  </a:lnTo>
                  <a:lnTo>
                    <a:pt x="5127008" y="1586374"/>
                  </a:lnTo>
                  <a:lnTo>
                    <a:pt x="5127134" y="1586374"/>
                  </a:lnTo>
                  <a:lnTo>
                    <a:pt x="5127387" y="1586374"/>
                  </a:lnTo>
                  <a:lnTo>
                    <a:pt x="5127513" y="1586374"/>
                  </a:lnTo>
                  <a:lnTo>
                    <a:pt x="5127639" y="1586374"/>
                  </a:lnTo>
                  <a:lnTo>
                    <a:pt x="5127766" y="1586374"/>
                  </a:lnTo>
                  <a:lnTo>
                    <a:pt x="5128144" y="1586374"/>
                  </a:lnTo>
                  <a:lnTo>
                    <a:pt x="5128271" y="1586374"/>
                  </a:lnTo>
                  <a:lnTo>
                    <a:pt x="5128649" y="1586374"/>
                  </a:lnTo>
                  <a:lnTo>
                    <a:pt x="5128776" y="1586374"/>
                  </a:lnTo>
                  <a:lnTo>
                    <a:pt x="5128902" y="1586374"/>
                  </a:lnTo>
                  <a:lnTo>
                    <a:pt x="5129028" y="1586374"/>
                  </a:lnTo>
                  <a:lnTo>
                    <a:pt x="5130543" y="1586374"/>
                  </a:lnTo>
                  <a:lnTo>
                    <a:pt x="5131175" y="1586374"/>
                  </a:lnTo>
                  <a:lnTo>
                    <a:pt x="5131301" y="1586374"/>
                  </a:lnTo>
                  <a:lnTo>
                    <a:pt x="5131680" y="1586374"/>
                  </a:lnTo>
                  <a:lnTo>
                    <a:pt x="5132311" y="1586374"/>
                  </a:lnTo>
                  <a:lnTo>
                    <a:pt x="5132816" y="1586374"/>
                  </a:lnTo>
                  <a:lnTo>
                    <a:pt x="5133321" y="1586374"/>
                  </a:lnTo>
                  <a:lnTo>
                    <a:pt x="5133700" y="1586374"/>
                  </a:lnTo>
                  <a:lnTo>
                    <a:pt x="5133826" y="1586374"/>
                  </a:lnTo>
                  <a:lnTo>
                    <a:pt x="5133952" y="1586374"/>
                  </a:lnTo>
                  <a:lnTo>
                    <a:pt x="5134079" y="1586374"/>
                  </a:lnTo>
                  <a:lnTo>
                    <a:pt x="5134331" y="1586374"/>
                  </a:lnTo>
                  <a:lnTo>
                    <a:pt x="5134836" y="1586374"/>
                  </a:lnTo>
                  <a:lnTo>
                    <a:pt x="5135089" y="1586374"/>
                  </a:lnTo>
                  <a:lnTo>
                    <a:pt x="5135720" y="1586374"/>
                  </a:lnTo>
                  <a:lnTo>
                    <a:pt x="5135972" y="1586374"/>
                  </a:lnTo>
                  <a:lnTo>
                    <a:pt x="5136099" y="1581462"/>
                  </a:lnTo>
                  <a:lnTo>
                    <a:pt x="5136477" y="1581462"/>
                  </a:lnTo>
                  <a:lnTo>
                    <a:pt x="5136730" y="1581462"/>
                  </a:lnTo>
                  <a:lnTo>
                    <a:pt x="5137614" y="1576551"/>
                  </a:lnTo>
                  <a:lnTo>
                    <a:pt x="5137740" y="1576551"/>
                  </a:lnTo>
                  <a:lnTo>
                    <a:pt x="5137866" y="1576551"/>
                  </a:lnTo>
                  <a:lnTo>
                    <a:pt x="5138371" y="1576551"/>
                  </a:lnTo>
                  <a:lnTo>
                    <a:pt x="5138497" y="1576551"/>
                  </a:lnTo>
                  <a:lnTo>
                    <a:pt x="5138624" y="1576551"/>
                  </a:lnTo>
                  <a:lnTo>
                    <a:pt x="5139002" y="1576551"/>
                  </a:lnTo>
                  <a:lnTo>
                    <a:pt x="5139129" y="1576551"/>
                  </a:lnTo>
                  <a:lnTo>
                    <a:pt x="5139760" y="1576551"/>
                  </a:lnTo>
                  <a:lnTo>
                    <a:pt x="5140013" y="1576551"/>
                  </a:lnTo>
                  <a:lnTo>
                    <a:pt x="5140013" y="1571639"/>
                  </a:lnTo>
                  <a:lnTo>
                    <a:pt x="5140265" y="1571639"/>
                  </a:lnTo>
                  <a:lnTo>
                    <a:pt x="5140770" y="1571639"/>
                  </a:lnTo>
                  <a:lnTo>
                    <a:pt x="5141149" y="1571639"/>
                  </a:lnTo>
                  <a:lnTo>
                    <a:pt x="5142033" y="1571639"/>
                  </a:lnTo>
                  <a:lnTo>
                    <a:pt x="5142159" y="1571639"/>
                  </a:lnTo>
                  <a:lnTo>
                    <a:pt x="5142285" y="1571639"/>
                  </a:lnTo>
                  <a:lnTo>
                    <a:pt x="5142538" y="1571639"/>
                  </a:lnTo>
                  <a:lnTo>
                    <a:pt x="5142664" y="1571639"/>
                  </a:lnTo>
                  <a:lnTo>
                    <a:pt x="5143043" y="1571639"/>
                  </a:lnTo>
                  <a:lnTo>
                    <a:pt x="5143169" y="1571639"/>
                  </a:lnTo>
                  <a:lnTo>
                    <a:pt x="5143421" y="1571639"/>
                  </a:lnTo>
                  <a:lnTo>
                    <a:pt x="5145442" y="1561817"/>
                  </a:lnTo>
                  <a:lnTo>
                    <a:pt x="5146073" y="1561817"/>
                  </a:lnTo>
                  <a:lnTo>
                    <a:pt x="5146325" y="1561817"/>
                  </a:lnTo>
                  <a:lnTo>
                    <a:pt x="5146578" y="1561817"/>
                  </a:lnTo>
                  <a:lnTo>
                    <a:pt x="5147083" y="1561817"/>
                  </a:lnTo>
                  <a:lnTo>
                    <a:pt x="5147462" y="1561817"/>
                  </a:lnTo>
                  <a:lnTo>
                    <a:pt x="5147840" y="1561817"/>
                  </a:lnTo>
                  <a:lnTo>
                    <a:pt x="5148345" y="1561817"/>
                  </a:lnTo>
                  <a:lnTo>
                    <a:pt x="5148977" y="1561817"/>
                  </a:lnTo>
                  <a:lnTo>
                    <a:pt x="5149355" y="1561817"/>
                  </a:lnTo>
                  <a:lnTo>
                    <a:pt x="5149482" y="1561817"/>
                  </a:lnTo>
                  <a:lnTo>
                    <a:pt x="5149608" y="1561817"/>
                  </a:lnTo>
                  <a:lnTo>
                    <a:pt x="5149734" y="1561817"/>
                  </a:lnTo>
                  <a:lnTo>
                    <a:pt x="5149861" y="1561817"/>
                  </a:lnTo>
                  <a:lnTo>
                    <a:pt x="5150366" y="1561817"/>
                  </a:lnTo>
                  <a:lnTo>
                    <a:pt x="5151502" y="1561817"/>
                  </a:lnTo>
                  <a:lnTo>
                    <a:pt x="5151754" y="1561817"/>
                  </a:lnTo>
                  <a:lnTo>
                    <a:pt x="5152007" y="1561817"/>
                  </a:lnTo>
                  <a:lnTo>
                    <a:pt x="5152133" y="1561817"/>
                  </a:lnTo>
                  <a:lnTo>
                    <a:pt x="5152259" y="1561817"/>
                  </a:lnTo>
                  <a:lnTo>
                    <a:pt x="5152764" y="1561817"/>
                  </a:lnTo>
                  <a:lnTo>
                    <a:pt x="5152891" y="1556905"/>
                  </a:lnTo>
                  <a:lnTo>
                    <a:pt x="5153901" y="1556905"/>
                  </a:lnTo>
                  <a:lnTo>
                    <a:pt x="5154027" y="1556905"/>
                  </a:lnTo>
                  <a:lnTo>
                    <a:pt x="5154406" y="1556905"/>
                  </a:lnTo>
                  <a:lnTo>
                    <a:pt x="5154532" y="1556905"/>
                  </a:lnTo>
                  <a:lnTo>
                    <a:pt x="5154785" y="1556905"/>
                  </a:lnTo>
                  <a:lnTo>
                    <a:pt x="5154911" y="1556905"/>
                  </a:lnTo>
                  <a:lnTo>
                    <a:pt x="5155037" y="1556905"/>
                  </a:lnTo>
                  <a:lnTo>
                    <a:pt x="5155416" y="1556905"/>
                  </a:lnTo>
                  <a:lnTo>
                    <a:pt x="5155921" y="1556905"/>
                  </a:lnTo>
                  <a:lnTo>
                    <a:pt x="5156552" y="1556905"/>
                  </a:lnTo>
                  <a:lnTo>
                    <a:pt x="5156678" y="1556905"/>
                  </a:lnTo>
                  <a:lnTo>
                    <a:pt x="5156805" y="1556905"/>
                  </a:lnTo>
                  <a:lnTo>
                    <a:pt x="5156931" y="1556905"/>
                  </a:lnTo>
                  <a:lnTo>
                    <a:pt x="5157183" y="1556905"/>
                  </a:lnTo>
                  <a:lnTo>
                    <a:pt x="5157310" y="1556905"/>
                  </a:lnTo>
                  <a:lnTo>
                    <a:pt x="5157688" y="1556905"/>
                  </a:lnTo>
                  <a:lnTo>
                    <a:pt x="5157815" y="1556905"/>
                  </a:lnTo>
                  <a:lnTo>
                    <a:pt x="5157941" y="1556905"/>
                  </a:lnTo>
                  <a:lnTo>
                    <a:pt x="5158067" y="1556905"/>
                  </a:lnTo>
                  <a:lnTo>
                    <a:pt x="5158320" y="1556905"/>
                  </a:lnTo>
                  <a:lnTo>
                    <a:pt x="5158572" y="1556905"/>
                  </a:lnTo>
                  <a:lnTo>
                    <a:pt x="5159077" y="1556905"/>
                  </a:lnTo>
                  <a:lnTo>
                    <a:pt x="5159456" y="1556905"/>
                  </a:lnTo>
                  <a:lnTo>
                    <a:pt x="5161350" y="1556905"/>
                  </a:lnTo>
                  <a:lnTo>
                    <a:pt x="5161602" y="1556905"/>
                  </a:lnTo>
                  <a:lnTo>
                    <a:pt x="5161855" y="1556905"/>
                  </a:lnTo>
                  <a:lnTo>
                    <a:pt x="5162360" y="1556905"/>
                  </a:lnTo>
                  <a:lnTo>
                    <a:pt x="5162360" y="1551994"/>
                  </a:lnTo>
                  <a:lnTo>
                    <a:pt x="5162486" y="1551994"/>
                  </a:lnTo>
                  <a:lnTo>
                    <a:pt x="5162612" y="1551994"/>
                  </a:lnTo>
                  <a:lnTo>
                    <a:pt x="5162991" y="1551994"/>
                  </a:lnTo>
                  <a:lnTo>
                    <a:pt x="5163496" y="1551994"/>
                  </a:lnTo>
                  <a:lnTo>
                    <a:pt x="5164127" y="1551994"/>
                  </a:lnTo>
                  <a:lnTo>
                    <a:pt x="5164380" y="1551994"/>
                  </a:lnTo>
                  <a:lnTo>
                    <a:pt x="5164885" y="1551994"/>
                  </a:lnTo>
                  <a:lnTo>
                    <a:pt x="5165011" y="1551994"/>
                  </a:lnTo>
                  <a:lnTo>
                    <a:pt x="5165138" y="1551994"/>
                  </a:lnTo>
                  <a:lnTo>
                    <a:pt x="5165516" y="1551994"/>
                  </a:lnTo>
                  <a:lnTo>
                    <a:pt x="5165643" y="1551994"/>
                  </a:lnTo>
                  <a:lnTo>
                    <a:pt x="5166400" y="1551994"/>
                  </a:lnTo>
                  <a:lnTo>
                    <a:pt x="5166653" y="1551994"/>
                  </a:lnTo>
                  <a:lnTo>
                    <a:pt x="5167789" y="1551994"/>
                  </a:lnTo>
                  <a:lnTo>
                    <a:pt x="5168041" y="1551994"/>
                  </a:lnTo>
                  <a:lnTo>
                    <a:pt x="5168294" y="1551994"/>
                  </a:lnTo>
                  <a:lnTo>
                    <a:pt x="5168546" y="1551994"/>
                  </a:lnTo>
                  <a:lnTo>
                    <a:pt x="5168925" y="1551994"/>
                  </a:lnTo>
                  <a:lnTo>
                    <a:pt x="5169051" y="1551994"/>
                  </a:lnTo>
                  <a:lnTo>
                    <a:pt x="5169304" y="1551994"/>
                  </a:lnTo>
                  <a:lnTo>
                    <a:pt x="5169556" y="1551994"/>
                  </a:lnTo>
                  <a:lnTo>
                    <a:pt x="5169683" y="1551994"/>
                  </a:lnTo>
                  <a:lnTo>
                    <a:pt x="5169935" y="1551994"/>
                  </a:lnTo>
                  <a:lnTo>
                    <a:pt x="5170188" y="1551994"/>
                  </a:lnTo>
                  <a:lnTo>
                    <a:pt x="5170314" y="1551994"/>
                  </a:lnTo>
                  <a:lnTo>
                    <a:pt x="5170440" y="1551994"/>
                  </a:lnTo>
                  <a:lnTo>
                    <a:pt x="5170567" y="1551994"/>
                  </a:lnTo>
                  <a:lnTo>
                    <a:pt x="5170567" y="1547083"/>
                  </a:lnTo>
                  <a:lnTo>
                    <a:pt x="5170693" y="1547083"/>
                  </a:lnTo>
                  <a:lnTo>
                    <a:pt x="5171450" y="1547083"/>
                  </a:lnTo>
                  <a:lnTo>
                    <a:pt x="5171577" y="1547083"/>
                  </a:lnTo>
                  <a:lnTo>
                    <a:pt x="5171829" y="1547083"/>
                  </a:lnTo>
                  <a:lnTo>
                    <a:pt x="5171955" y="1547083"/>
                  </a:lnTo>
                  <a:lnTo>
                    <a:pt x="5172334" y="1547083"/>
                  </a:lnTo>
                  <a:lnTo>
                    <a:pt x="5172460" y="1547083"/>
                  </a:lnTo>
                  <a:lnTo>
                    <a:pt x="5172965" y="1547083"/>
                  </a:lnTo>
                  <a:lnTo>
                    <a:pt x="5173597" y="1547083"/>
                  </a:lnTo>
                  <a:lnTo>
                    <a:pt x="5173723" y="1547083"/>
                  </a:lnTo>
                  <a:lnTo>
                    <a:pt x="5173849" y="1547083"/>
                  </a:lnTo>
                  <a:lnTo>
                    <a:pt x="5173975" y="1547083"/>
                  </a:lnTo>
                  <a:lnTo>
                    <a:pt x="5174228" y="1547083"/>
                  </a:lnTo>
                  <a:lnTo>
                    <a:pt x="5175996" y="1547083"/>
                  </a:lnTo>
                  <a:lnTo>
                    <a:pt x="5176122" y="1547083"/>
                  </a:lnTo>
                  <a:lnTo>
                    <a:pt x="5176374" y="1547083"/>
                  </a:lnTo>
                  <a:lnTo>
                    <a:pt x="5176879" y="1547083"/>
                  </a:lnTo>
                  <a:lnTo>
                    <a:pt x="5177006" y="1547083"/>
                  </a:lnTo>
                  <a:lnTo>
                    <a:pt x="5177511" y="1542171"/>
                  </a:lnTo>
                  <a:lnTo>
                    <a:pt x="5177763" y="1542171"/>
                  </a:lnTo>
                  <a:lnTo>
                    <a:pt x="5177889" y="1542171"/>
                  </a:lnTo>
                  <a:lnTo>
                    <a:pt x="5178647" y="1542171"/>
                  </a:lnTo>
                  <a:lnTo>
                    <a:pt x="5178773" y="1542171"/>
                  </a:lnTo>
                  <a:lnTo>
                    <a:pt x="5179026" y="1542171"/>
                  </a:lnTo>
                  <a:lnTo>
                    <a:pt x="5179278" y="1542171"/>
                  </a:lnTo>
                  <a:lnTo>
                    <a:pt x="5179404" y="1542171"/>
                  </a:lnTo>
                  <a:lnTo>
                    <a:pt x="5179531" y="1542171"/>
                  </a:lnTo>
                  <a:lnTo>
                    <a:pt x="5180288" y="1542171"/>
                  </a:lnTo>
                  <a:lnTo>
                    <a:pt x="5180667" y="1542171"/>
                  </a:lnTo>
                  <a:lnTo>
                    <a:pt x="5180793" y="1542171"/>
                  </a:lnTo>
                  <a:lnTo>
                    <a:pt x="5180920" y="1542171"/>
                  </a:lnTo>
                  <a:lnTo>
                    <a:pt x="5181677" y="1542171"/>
                  </a:lnTo>
                  <a:lnTo>
                    <a:pt x="5182435" y="1542171"/>
                  </a:lnTo>
                  <a:lnTo>
                    <a:pt x="5182561" y="1542171"/>
                  </a:lnTo>
                  <a:lnTo>
                    <a:pt x="5182687" y="1542171"/>
                  </a:lnTo>
                  <a:lnTo>
                    <a:pt x="5182813" y="1542171"/>
                  </a:lnTo>
                  <a:lnTo>
                    <a:pt x="5182940" y="1542171"/>
                  </a:lnTo>
                  <a:lnTo>
                    <a:pt x="5183697" y="1542171"/>
                  </a:lnTo>
                  <a:lnTo>
                    <a:pt x="5183823" y="1542171"/>
                  </a:lnTo>
                  <a:lnTo>
                    <a:pt x="5184076" y="1542171"/>
                  </a:lnTo>
                  <a:lnTo>
                    <a:pt x="5184328" y="1542171"/>
                  </a:lnTo>
                  <a:lnTo>
                    <a:pt x="5184455" y="1542171"/>
                  </a:lnTo>
                  <a:lnTo>
                    <a:pt x="5184581" y="1542171"/>
                  </a:lnTo>
                  <a:lnTo>
                    <a:pt x="5185086" y="1542171"/>
                  </a:lnTo>
                  <a:lnTo>
                    <a:pt x="5185212" y="1542171"/>
                  </a:lnTo>
                  <a:lnTo>
                    <a:pt x="5185844" y="1542171"/>
                  </a:lnTo>
                  <a:lnTo>
                    <a:pt x="5186349" y="1542171"/>
                  </a:lnTo>
                  <a:lnTo>
                    <a:pt x="5187232" y="1542171"/>
                  </a:lnTo>
                  <a:lnTo>
                    <a:pt x="5187485" y="1542171"/>
                  </a:lnTo>
                  <a:lnTo>
                    <a:pt x="5188116" y="1542171"/>
                  </a:lnTo>
                  <a:lnTo>
                    <a:pt x="5188369" y="1542171"/>
                  </a:lnTo>
                  <a:lnTo>
                    <a:pt x="5188495" y="1542171"/>
                  </a:lnTo>
                  <a:lnTo>
                    <a:pt x="5188747" y="1542171"/>
                  </a:lnTo>
                  <a:lnTo>
                    <a:pt x="5188874" y="1542171"/>
                  </a:lnTo>
                  <a:lnTo>
                    <a:pt x="5189252" y="1542171"/>
                  </a:lnTo>
                  <a:lnTo>
                    <a:pt x="5189379" y="1542171"/>
                  </a:lnTo>
                  <a:lnTo>
                    <a:pt x="5190010" y="1542171"/>
                  </a:lnTo>
                  <a:lnTo>
                    <a:pt x="5190515" y="1537260"/>
                  </a:lnTo>
                  <a:lnTo>
                    <a:pt x="5191146" y="1537260"/>
                  </a:lnTo>
                  <a:lnTo>
                    <a:pt x="5191273" y="1537260"/>
                  </a:lnTo>
                  <a:lnTo>
                    <a:pt x="5191651" y="1537260"/>
                  </a:lnTo>
                  <a:lnTo>
                    <a:pt x="5192283" y="1537260"/>
                  </a:lnTo>
                  <a:lnTo>
                    <a:pt x="5192409" y="1537260"/>
                  </a:lnTo>
                  <a:lnTo>
                    <a:pt x="5192661" y="1537260"/>
                  </a:lnTo>
                  <a:lnTo>
                    <a:pt x="5193166" y="1537260"/>
                  </a:lnTo>
                  <a:lnTo>
                    <a:pt x="5193293" y="1537260"/>
                  </a:lnTo>
                  <a:lnTo>
                    <a:pt x="5193545" y="1537260"/>
                  </a:lnTo>
                  <a:lnTo>
                    <a:pt x="5195818" y="1537260"/>
                  </a:lnTo>
                  <a:lnTo>
                    <a:pt x="5196449" y="1537260"/>
                  </a:lnTo>
                  <a:lnTo>
                    <a:pt x="5196575" y="1537260"/>
                  </a:lnTo>
                  <a:lnTo>
                    <a:pt x="5196828" y="1537260"/>
                  </a:lnTo>
                  <a:lnTo>
                    <a:pt x="5196954" y="1537260"/>
                  </a:lnTo>
                  <a:lnTo>
                    <a:pt x="5197207" y="1537260"/>
                  </a:lnTo>
                  <a:lnTo>
                    <a:pt x="5197333" y="1537260"/>
                  </a:lnTo>
                  <a:lnTo>
                    <a:pt x="5197459" y="1537260"/>
                  </a:lnTo>
                  <a:lnTo>
                    <a:pt x="5198090" y="1537260"/>
                  </a:lnTo>
                  <a:lnTo>
                    <a:pt x="5198343" y="1537260"/>
                  </a:lnTo>
                  <a:lnTo>
                    <a:pt x="5198595" y="1537260"/>
                  </a:lnTo>
                  <a:lnTo>
                    <a:pt x="5198722" y="1537260"/>
                  </a:lnTo>
                  <a:lnTo>
                    <a:pt x="5199100" y="1537260"/>
                  </a:lnTo>
                  <a:lnTo>
                    <a:pt x="5199605" y="1537260"/>
                  </a:lnTo>
                  <a:lnTo>
                    <a:pt x="5199732" y="1537260"/>
                  </a:lnTo>
                  <a:lnTo>
                    <a:pt x="5200363" y="1537260"/>
                  </a:lnTo>
                  <a:lnTo>
                    <a:pt x="5200489" y="1537260"/>
                  </a:lnTo>
                  <a:lnTo>
                    <a:pt x="5201247" y="1537260"/>
                  </a:lnTo>
                  <a:lnTo>
                    <a:pt x="5201878" y="1537260"/>
                  </a:lnTo>
                  <a:lnTo>
                    <a:pt x="5202257" y="1537260"/>
                  </a:lnTo>
                  <a:lnTo>
                    <a:pt x="5202509" y="1537260"/>
                  </a:lnTo>
                  <a:lnTo>
                    <a:pt x="5203393" y="1532348"/>
                  </a:lnTo>
                  <a:lnTo>
                    <a:pt x="5203646" y="1532348"/>
                  </a:lnTo>
                  <a:lnTo>
                    <a:pt x="5203772" y="1532348"/>
                  </a:lnTo>
                  <a:lnTo>
                    <a:pt x="5203898" y="1532348"/>
                  </a:lnTo>
                  <a:lnTo>
                    <a:pt x="5204024" y="1532348"/>
                  </a:lnTo>
                  <a:lnTo>
                    <a:pt x="5204403" y="1532348"/>
                  </a:lnTo>
                  <a:lnTo>
                    <a:pt x="5204529" y="1532348"/>
                  </a:lnTo>
                  <a:lnTo>
                    <a:pt x="5204782" y="1532348"/>
                  </a:lnTo>
                  <a:lnTo>
                    <a:pt x="5205161" y="1532348"/>
                  </a:lnTo>
                  <a:lnTo>
                    <a:pt x="5205666" y="1532348"/>
                  </a:lnTo>
                  <a:lnTo>
                    <a:pt x="5206423" y="1532348"/>
                  </a:lnTo>
                  <a:lnTo>
                    <a:pt x="5206550" y="1532348"/>
                  </a:lnTo>
                  <a:lnTo>
                    <a:pt x="5206676" y="1532348"/>
                  </a:lnTo>
                  <a:lnTo>
                    <a:pt x="5206928" y="1532348"/>
                  </a:lnTo>
                  <a:lnTo>
                    <a:pt x="5207181" y="1527437"/>
                  </a:lnTo>
                  <a:lnTo>
                    <a:pt x="5207307" y="1527437"/>
                  </a:lnTo>
                  <a:lnTo>
                    <a:pt x="5208191" y="1527437"/>
                  </a:lnTo>
                  <a:lnTo>
                    <a:pt x="5208317" y="1527437"/>
                  </a:lnTo>
                  <a:lnTo>
                    <a:pt x="5208443" y="1527437"/>
                  </a:lnTo>
                  <a:lnTo>
                    <a:pt x="5208570" y="1527437"/>
                  </a:lnTo>
                  <a:lnTo>
                    <a:pt x="5209327" y="1527437"/>
                  </a:lnTo>
                  <a:lnTo>
                    <a:pt x="5209453" y="1527437"/>
                  </a:lnTo>
                  <a:lnTo>
                    <a:pt x="5209706" y="1527437"/>
                  </a:lnTo>
                  <a:lnTo>
                    <a:pt x="5209832" y="1527437"/>
                  </a:lnTo>
                  <a:lnTo>
                    <a:pt x="5209958" y="1527437"/>
                  </a:lnTo>
                  <a:lnTo>
                    <a:pt x="5210337" y="1527437"/>
                  </a:lnTo>
                  <a:lnTo>
                    <a:pt x="5210590" y="1527437"/>
                  </a:lnTo>
                  <a:lnTo>
                    <a:pt x="5210842" y="1527437"/>
                  </a:lnTo>
                  <a:lnTo>
                    <a:pt x="5211347" y="1522526"/>
                  </a:lnTo>
                  <a:lnTo>
                    <a:pt x="5211474" y="1522526"/>
                  </a:lnTo>
                  <a:lnTo>
                    <a:pt x="5211852" y="1522526"/>
                  </a:lnTo>
                  <a:lnTo>
                    <a:pt x="5212105" y="1522526"/>
                  </a:lnTo>
                  <a:lnTo>
                    <a:pt x="5212610" y="1522526"/>
                  </a:lnTo>
                  <a:lnTo>
                    <a:pt x="5212862" y="1522526"/>
                  </a:lnTo>
                  <a:lnTo>
                    <a:pt x="5212989" y="1522526"/>
                  </a:lnTo>
                  <a:lnTo>
                    <a:pt x="5213115" y="1522526"/>
                  </a:lnTo>
                  <a:lnTo>
                    <a:pt x="5213999" y="1522526"/>
                  </a:lnTo>
                  <a:lnTo>
                    <a:pt x="5214125" y="1522526"/>
                  </a:lnTo>
                  <a:lnTo>
                    <a:pt x="5214251" y="1522526"/>
                  </a:lnTo>
                  <a:lnTo>
                    <a:pt x="5214504" y="1522526"/>
                  </a:lnTo>
                  <a:lnTo>
                    <a:pt x="5214756" y="1522526"/>
                  </a:lnTo>
                  <a:lnTo>
                    <a:pt x="5215261" y="1517614"/>
                  </a:lnTo>
                  <a:lnTo>
                    <a:pt x="5216397" y="1517614"/>
                  </a:lnTo>
                  <a:lnTo>
                    <a:pt x="5216903" y="1517614"/>
                  </a:lnTo>
                  <a:lnTo>
                    <a:pt x="5217155" y="1517614"/>
                  </a:lnTo>
                  <a:lnTo>
                    <a:pt x="5217281" y="1517614"/>
                  </a:lnTo>
                  <a:lnTo>
                    <a:pt x="5217408" y="1517614"/>
                  </a:lnTo>
                  <a:lnTo>
                    <a:pt x="5217408" y="1512703"/>
                  </a:lnTo>
                  <a:lnTo>
                    <a:pt x="5217660" y="1512703"/>
                  </a:lnTo>
                  <a:lnTo>
                    <a:pt x="5217786" y="1512703"/>
                  </a:lnTo>
                  <a:lnTo>
                    <a:pt x="5218291" y="1512703"/>
                  </a:lnTo>
                  <a:lnTo>
                    <a:pt x="5218796" y="1512703"/>
                  </a:lnTo>
                  <a:lnTo>
                    <a:pt x="5219049" y="1512703"/>
                  </a:lnTo>
                  <a:lnTo>
                    <a:pt x="5219554" y="1512703"/>
                  </a:lnTo>
                  <a:lnTo>
                    <a:pt x="5219680" y="1512703"/>
                  </a:lnTo>
                  <a:lnTo>
                    <a:pt x="5220438" y="1512703"/>
                  </a:lnTo>
                  <a:lnTo>
                    <a:pt x="5220943" y="1512703"/>
                  </a:lnTo>
                  <a:lnTo>
                    <a:pt x="5221195" y="1512703"/>
                  </a:lnTo>
                  <a:lnTo>
                    <a:pt x="5221321" y="1512703"/>
                  </a:lnTo>
                  <a:lnTo>
                    <a:pt x="5221574" y="1512703"/>
                  </a:lnTo>
                  <a:lnTo>
                    <a:pt x="5222079" y="1512703"/>
                  </a:lnTo>
                  <a:lnTo>
                    <a:pt x="5222458" y="1512703"/>
                  </a:lnTo>
                  <a:lnTo>
                    <a:pt x="5222837" y="1512703"/>
                  </a:lnTo>
                  <a:lnTo>
                    <a:pt x="5223215" y="1512703"/>
                  </a:lnTo>
                  <a:lnTo>
                    <a:pt x="5223468" y="1512703"/>
                  </a:lnTo>
                  <a:lnTo>
                    <a:pt x="5223847" y="1512703"/>
                  </a:lnTo>
                  <a:lnTo>
                    <a:pt x="5223973" y="1512703"/>
                  </a:lnTo>
                  <a:lnTo>
                    <a:pt x="5224604" y="1512703"/>
                  </a:lnTo>
                  <a:lnTo>
                    <a:pt x="5224730" y="1512703"/>
                  </a:lnTo>
                  <a:lnTo>
                    <a:pt x="5225362" y="1512703"/>
                  </a:lnTo>
                  <a:lnTo>
                    <a:pt x="5225740" y="1507792"/>
                  </a:lnTo>
                  <a:lnTo>
                    <a:pt x="5225867" y="1507792"/>
                  </a:lnTo>
                  <a:lnTo>
                    <a:pt x="5226119" y="1507792"/>
                  </a:lnTo>
                  <a:lnTo>
                    <a:pt x="5226372" y="1507792"/>
                  </a:lnTo>
                  <a:lnTo>
                    <a:pt x="5226498" y="1507792"/>
                  </a:lnTo>
                  <a:lnTo>
                    <a:pt x="5227003" y="1507792"/>
                  </a:lnTo>
                  <a:lnTo>
                    <a:pt x="5227256" y="1507792"/>
                  </a:lnTo>
                  <a:lnTo>
                    <a:pt x="5227382" y="1507792"/>
                  </a:lnTo>
                  <a:lnTo>
                    <a:pt x="5227508" y="1507792"/>
                  </a:lnTo>
                  <a:lnTo>
                    <a:pt x="5227634" y="1507792"/>
                  </a:lnTo>
                  <a:lnTo>
                    <a:pt x="5228013" y="1507792"/>
                  </a:lnTo>
                  <a:lnTo>
                    <a:pt x="5228139" y="1507792"/>
                  </a:lnTo>
                  <a:lnTo>
                    <a:pt x="5228266" y="1507792"/>
                  </a:lnTo>
                  <a:lnTo>
                    <a:pt x="5228266" y="1502880"/>
                  </a:lnTo>
                  <a:lnTo>
                    <a:pt x="5228392" y="1502880"/>
                  </a:lnTo>
                  <a:lnTo>
                    <a:pt x="5228518" y="1502880"/>
                  </a:lnTo>
                  <a:lnTo>
                    <a:pt x="5231043" y="1497969"/>
                  </a:lnTo>
                  <a:lnTo>
                    <a:pt x="5231169" y="1497969"/>
                  </a:lnTo>
                  <a:lnTo>
                    <a:pt x="5231927" y="1497969"/>
                  </a:lnTo>
                  <a:lnTo>
                    <a:pt x="5232180" y="1497969"/>
                  </a:lnTo>
                  <a:lnTo>
                    <a:pt x="5232558" y="1497969"/>
                  </a:lnTo>
                  <a:lnTo>
                    <a:pt x="5232685" y="1497969"/>
                  </a:lnTo>
                  <a:lnTo>
                    <a:pt x="5232937" y="1497969"/>
                  </a:lnTo>
                  <a:lnTo>
                    <a:pt x="5233190" y="1497969"/>
                  </a:lnTo>
                  <a:lnTo>
                    <a:pt x="5233316" y="1497969"/>
                  </a:lnTo>
                  <a:lnTo>
                    <a:pt x="5233568" y="1497969"/>
                  </a:lnTo>
                  <a:lnTo>
                    <a:pt x="5233695" y="1497969"/>
                  </a:lnTo>
                  <a:lnTo>
                    <a:pt x="5233821" y="1497969"/>
                  </a:lnTo>
                  <a:lnTo>
                    <a:pt x="5233947" y="1497969"/>
                  </a:lnTo>
                  <a:lnTo>
                    <a:pt x="5234073" y="1497969"/>
                  </a:lnTo>
                  <a:lnTo>
                    <a:pt x="5234326" y="1497969"/>
                  </a:lnTo>
                  <a:lnTo>
                    <a:pt x="5234957" y="1497969"/>
                  </a:lnTo>
                  <a:lnTo>
                    <a:pt x="5235083" y="1497969"/>
                  </a:lnTo>
                  <a:lnTo>
                    <a:pt x="5235210" y="1497969"/>
                  </a:lnTo>
                  <a:lnTo>
                    <a:pt x="5235588" y="1497969"/>
                  </a:lnTo>
                  <a:lnTo>
                    <a:pt x="5235967" y="1497969"/>
                  </a:lnTo>
                  <a:lnTo>
                    <a:pt x="5236093" y="1497969"/>
                  </a:lnTo>
                  <a:lnTo>
                    <a:pt x="5236346" y="1497969"/>
                  </a:lnTo>
                  <a:lnTo>
                    <a:pt x="5236598" y="1497969"/>
                  </a:lnTo>
                  <a:lnTo>
                    <a:pt x="5236725" y="1497969"/>
                  </a:lnTo>
                  <a:lnTo>
                    <a:pt x="5236851" y="1497969"/>
                  </a:lnTo>
                  <a:lnTo>
                    <a:pt x="5237356" y="1497969"/>
                  </a:lnTo>
                  <a:lnTo>
                    <a:pt x="5237735" y="1497969"/>
                  </a:lnTo>
                  <a:lnTo>
                    <a:pt x="5238366" y="1497969"/>
                  </a:lnTo>
                  <a:lnTo>
                    <a:pt x="5239250" y="1497969"/>
                  </a:lnTo>
                  <a:lnTo>
                    <a:pt x="5239629" y="1497969"/>
                  </a:lnTo>
                  <a:lnTo>
                    <a:pt x="5240007" y="1497969"/>
                  </a:lnTo>
                  <a:lnTo>
                    <a:pt x="5240134" y="1497969"/>
                  </a:lnTo>
                  <a:lnTo>
                    <a:pt x="5241017" y="1497969"/>
                  </a:lnTo>
                  <a:lnTo>
                    <a:pt x="5241144" y="1497969"/>
                  </a:lnTo>
                  <a:lnTo>
                    <a:pt x="5241522" y="1497969"/>
                  </a:lnTo>
                  <a:lnTo>
                    <a:pt x="5241649" y="1497969"/>
                  </a:lnTo>
                  <a:lnTo>
                    <a:pt x="5242154" y="1497969"/>
                  </a:lnTo>
                  <a:lnTo>
                    <a:pt x="5242406" y="1497969"/>
                  </a:lnTo>
                  <a:lnTo>
                    <a:pt x="5242785" y="1497969"/>
                  </a:lnTo>
                  <a:lnTo>
                    <a:pt x="5243416" y="1497969"/>
                  </a:lnTo>
                  <a:lnTo>
                    <a:pt x="5243543" y="1497969"/>
                  </a:lnTo>
                  <a:lnTo>
                    <a:pt x="5243795" y="1497969"/>
                  </a:lnTo>
                  <a:lnTo>
                    <a:pt x="5244048" y="1497969"/>
                  </a:lnTo>
                  <a:lnTo>
                    <a:pt x="5244174" y="1497969"/>
                  </a:lnTo>
                  <a:lnTo>
                    <a:pt x="5244426" y="1497969"/>
                  </a:lnTo>
                  <a:lnTo>
                    <a:pt x="5245184" y="1497969"/>
                  </a:lnTo>
                  <a:lnTo>
                    <a:pt x="5245941" y="1497969"/>
                  </a:lnTo>
                  <a:lnTo>
                    <a:pt x="5246446" y="1497969"/>
                  </a:lnTo>
                  <a:lnTo>
                    <a:pt x="5246573" y="1497969"/>
                  </a:lnTo>
                  <a:lnTo>
                    <a:pt x="5246699" y="1497969"/>
                  </a:lnTo>
                  <a:lnTo>
                    <a:pt x="5246825" y="1497969"/>
                  </a:lnTo>
                  <a:lnTo>
                    <a:pt x="5246951" y="1497969"/>
                  </a:lnTo>
                  <a:lnTo>
                    <a:pt x="5247330" y="1497969"/>
                  </a:lnTo>
                  <a:lnTo>
                    <a:pt x="5247457" y="1497969"/>
                  </a:lnTo>
                  <a:lnTo>
                    <a:pt x="5247583" y="1497969"/>
                  </a:lnTo>
                  <a:lnTo>
                    <a:pt x="5247709" y="1497969"/>
                  </a:lnTo>
                  <a:lnTo>
                    <a:pt x="5248088" y="1497969"/>
                  </a:lnTo>
                  <a:lnTo>
                    <a:pt x="5248214" y="1497969"/>
                  </a:lnTo>
                  <a:lnTo>
                    <a:pt x="5248340" y="1493057"/>
                  </a:lnTo>
                  <a:lnTo>
                    <a:pt x="5248972" y="1493057"/>
                  </a:lnTo>
                  <a:lnTo>
                    <a:pt x="5249098" y="1493057"/>
                  </a:lnTo>
                  <a:lnTo>
                    <a:pt x="5249350" y="1493057"/>
                  </a:lnTo>
                  <a:lnTo>
                    <a:pt x="5249477" y="1493057"/>
                  </a:lnTo>
                  <a:lnTo>
                    <a:pt x="5249729" y="1493057"/>
                  </a:lnTo>
                  <a:lnTo>
                    <a:pt x="5249982" y="1493057"/>
                  </a:lnTo>
                  <a:lnTo>
                    <a:pt x="5250108" y="1493057"/>
                  </a:lnTo>
                  <a:lnTo>
                    <a:pt x="5250613" y="1493057"/>
                  </a:lnTo>
                  <a:lnTo>
                    <a:pt x="5250739" y="1493057"/>
                  </a:lnTo>
                  <a:lnTo>
                    <a:pt x="5251118" y="1493057"/>
                  </a:lnTo>
                  <a:lnTo>
                    <a:pt x="5251370" y="1493057"/>
                  </a:lnTo>
                  <a:lnTo>
                    <a:pt x="5252002" y="1493057"/>
                  </a:lnTo>
                  <a:lnTo>
                    <a:pt x="5252254" y="1493057"/>
                  </a:lnTo>
                  <a:lnTo>
                    <a:pt x="5252380" y="1493057"/>
                  </a:lnTo>
                  <a:lnTo>
                    <a:pt x="5252507" y="1493057"/>
                  </a:lnTo>
                  <a:lnTo>
                    <a:pt x="5253012" y="1493057"/>
                  </a:lnTo>
                  <a:lnTo>
                    <a:pt x="5253517" y="1493057"/>
                  </a:lnTo>
                  <a:lnTo>
                    <a:pt x="5253643" y="1493057"/>
                  </a:lnTo>
                  <a:lnTo>
                    <a:pt x="5253769" y="1493057"/>
                  </a:lnTo>
                  <a:lnTo>
                    <a:pt x="5253896" y="1493057"/>
                  </a:lnTo>
                  <a:lnTo>
                    <a:pt x="5254022" y="1493057"/>
                  </a:lnTo>
                  <a:lnTo>
                    <a:pt x="5254274" y="1493057"/>
                  </a:lnTo>
                  <a:lnTo>
                    <a:pt x="5254527" y="1493057"/>
                  </a:lnTo>
                  <a:lnTo>
                    <a:pt x="5255032" y="1493057"/>
                  </a:lnTo>
                  <a:lnTo>
                    <a:pt x="5255158" y="1493057"/>
                  </a:lnTo>
                  <a:lnTo>
                    <a:pt x="5255663" y="1493057"/>
                  </a:lnTo>
                  <a:lnTo>
                    <a:pt x="5255789" y="1493057"/>
                  </a:lnTo>
                  <a:lnTo>
                    <a:pt x="5256168" y="1493057"/>
                  </a:lnTo>
                  <a:lnTo>
                    <a:pt x="5256294" y="1493057"/>
                  </a:lnTo>
                  <a:lnTo>
                    <a:pt x="5256421" y="1493057"/>
                  </a:lnTo>
                  <a:lnTo>
                    <a:pt x="5256673" y="1493057"/>
                  </a:lnTo>
                  <a:lnTo>
                    <a:pt x="5256799" y="1493057"/>
                  </a:lnTo>
                  <a:lnTo>
                    <a:pt x="5257810" y="1493057"/>
                  </a:lnTo>
                  <a:lnTo>
                    <a:pt x="5258188" y="1493057"/>
                  </a:lnTo>
                  <a:lnTo>
                    <a:pt x="5258315" y="1493057"/>
                  </a:lnTo>
                  <a:lnTo>
                    <a:pt x="5258441" y="1493057"/>
                  </a:lnTo>
                  <a:lnTo>
                    <a:pt x="5258820" y="1493057"/>
                  </a:lnTo>
                  <a:lnTo>
                    <a:pt x="5258946" y="1493057"/>
                  </a:lnTo>
                  <a:lnTo>
                    <a:pt x="5259072" y="1493057"/>
                  </a:lnTo>
                  <a:lnTo>
                    <a:pt x="5259198" y="1493057"/>
                  </a:lnTo>
                  <a:lnTo>
                    <a:pt x="5259703" y="1493057"/>
                  </a:lnTo>
                  <a:lnTo>
                    <a:pt x="5259956" y="1493057"/>
                  </a:lnTo>
                  <a:lnTo>
                    <a:pt x="5260082" y="1493057"/>
                  </a:lnTo>
                  <a:lnTo>
                    <a:pt x="5260335" y="1493057"/>
                  </a:lnTo>
                  <a:lnTo>
                    <a:pt x="5261345" y="1493057"/>
                  </a:lnTo>
                  <a:lnTo>
                    <a:pt x="5261471" y="1493057"/>
                  </a:lnTo>
                  <a:lnTo>
                    <a:pt x="5261976" y="1493057"/>
                  </a:lnTo>
                  <a:lnTo>
                    <a:pt x="5262102" y="1493057"/>
                  </a:lnTo>
                  <a:lnTo>
                    <a:pt x="5262607" y="1493057"/>
                  </a:lnTo>
                  <a:lnTo>
                    <a:pt x="5262860" y="1493057"/>
                  </a:lnTo>
                  <a:lnTo>
                    <a:pt x="5263112" y="1493057"/>
                  </a:lnTo>
                  <a:lnTo>
                    <a:pt x="5263239" y="1493057"/>
                  </a:lnTo>
                  <a:lnTo>
                    <a:pt x="5264375" y="1493057"/>
                  </a:lnTo>
                  <a:lnTo>
                    <a:pt x="5264627" y="1493057"/>
                  </a:lnTo>
                  <a:lnTo>
                    <a:pt x="5265259" y="1493057"/>
                  </a:lnTo>
                  <a:lnTo>
                    <a:pt x="5266142" y="1493057"/>
                  </a:lnTo>
                  <a:lnTo>
                    <a:pt x="5266269" y="1493057"/>
                  </a:lnTo>
                  <a:lnTo>
                    <a:pt x="5266395" y="1493057"/>
                  </a:lnTo>
                  <a:lnTo>
                    <a:pt x="5266521" y="1493057"/>
                  </a:lnTo>
                  <a:lnTo>
                    <a:pt x="5266647" y="1493057"/>
                  </a:lnTo>
                  <a:lnTo>
                    <a:pt x="5268036" y="1493057"/>
                  </a:lnTo>
                  <a:lnTo>
                    <a:pt x="5268163" y="1493057"/>
                  </a:lnTo>
                  <a:lnTo>
                    <a:pt x="5268289" y="1488146"/>
                  </a:lnTo>
                  <a:lnTo>
                    <a:pt x="5268794" y="1488146"/>
                  </a:lnTo>
                  <a:lnTo>
                    <a:pt x="5269046" y="1488146"/>
                  </a:lnTo>
                  <a:lnTo>
                    <a:pt x="5269678" y="1488146"/>
                  </a:lnTo>
                  <a:lnTo>
                    <a:pt x="5269804" y="1488146"/>
                  </a:lnTo>
                  <a:lnTo>
                    <a:pt x="5270309" y="1488146"/>
                  </a:lnTo>
                  <a:lnTo>
                    <a:pt x="5270561" y="1488146"/>
                  </a:lnTo>
                  <a:lnTo>
                    <a:pt x="5270688" y="1488146"/>
                  </a:lnTo>
                  <a:lnTo>
                    <a:pt x="5270814" y="1488146"/>
                  </a:lnTo>
                  <a:lnTo>
                    <a:pt x="5271571" y="1488146"/>
                  </a:lnTo>
                  <a:lnTo>
                    <a:pt x="5271698" y="1488146"/>
                  </a:lnTo>
                  <a:lnTo>
                    <a:pt x="5272076" y="1488146"/>
                  </a:lnTo>
                  <a:lnTo>
                    <a:pt x="5272455" y="1488146"/>
                  </a:lnTo>
                  <a:lnTo>
                    <a:pt x="5272581" y="1483235"/>
                  </a:lnTo>
                  <a:lnTo>
                    <a:pt x="5273213" y="1483235"/>
                  </a:lnTo>
                  <a:lnTo>
                    <a:pt x="5273592" y="1483235"/>
                  </a:lnTo>
                  <a:lnTo>
                    <a:pt x="5273844" y="1483235"/>
                  </a:lnTo>
                  <a:lnTo>
                    <a:pt x="5274602" y="1483235"/>
                  </a:lnTo>
                  <a:lnTo>
                    <a:pt x="5274980" y="1483235"/>
                  </a:lnTo>
                  <a:lnTo>
                    <a:pt x="5275738" y="1483235"/>
                  </a:lnTo>
                  <a:lnTo>
                    <a:pt x="5275864" y="1483235"/>
                  </a:lnTo>
                  <a:lnTo>
                    <a:pt x="5276117" y="1483235"/>
                  </a:lnTo>
                  <a:lnTo>
                    <a:pt x="5276243" y="1483235"/>
                  </a:lnTo>
                  <a:lnTo>
                    <a:pt x="5276369" y="1483235"/>
                  </a:lnTo>
                  <a:lnTo>
                    <a:pt x="5276495" y="1483235"/>
                  </a:lnTo>
                  <a:lnTo>
                    <a:pt x="5277000" y="1483235"/>
                  </a:lnTo>
                  <a:lnTo>
                    <a:pt x="5277127" y="1483235"/>
                  </a:lnTo>
                  <a:lnTo>
                    <a:pt x="5277505" y="1483235"/>
                  </a:lnTo>
                  <a:lnTo>
                    <a:pt x="5277758" y="1483235"/>
                  </a:lnTo>
                  <a:lnTo>
                    <a:pt x="5278010" y="1483235"/>
                  </a:lnTo>
                  <a:lnTo>
                    <a:pt x="5278137" y="1483235"/>
                  </a:lnTo>
                  <a:lnTo>
                    <a:pt x="5278894" y="1483235"/>
                  </a:lnTo>
                  <a:lnTo>
                    <a:pt x="5279021" y="1478323"/>
                  </a:lnTo>
                  <a:lnTo>
                    <a:pt x="5279147" y="1478323"/>
                  </a:lnTo>
                  <a:lnTo>
                    <a:pt x="5279399" y="1478323"/>
                  </a:lnTo>
                  <a:lnTo>
                    <a:pt x="5280409" y="1478323"/>
                  </a:lnTo>
                  <a:lnTo>
                    <a:pt x="5280662" y="1478323"/>
                  </a:lnTo>
                  <a:lnTo>
                    <a:pt x="5281041" y="1478323"/>
                  </a:lnTo>
                  <a:lnTo>
                    <a:pt x="5281167" y="1478323"/>
                  </a:lnTo>
                  <a:lnTo>
                    <a:pt x="5281672" y="1473412"/>
                  </a:lnTo>
                  <a:lnTo>
                    <a:pt x="5281924" y="1468501"/>
                  </a:lnTo>
                  <a:lnTo>
                    <a:pt x="5282808" y="1463589"/>
                  </a:lnTo>
                  <a:lnTo>
                    <a:pt x="5282934" y="1463589"/>
                  </a:lnTo>
                  <a:lnTo>
                    <a:pt x="5283061" y="1463589"/>
                  </a:lnTo>
                  <a:lnTo>
                    <a:pt x="5283187" y="1463589"/>
                  </a:lnTo>
                  <a:lnTo>
                    <a:pt x="5283313" y="1463589"/>
                  </a:lnTo>
                  <a:lnTo>
                    <a:pt x="5283818" y="1463589"/>
                  </a:lnTo>
                  <a:lnTo>
                    <a:pt x="5284702" y="1463589"/>
                  </a:lnTo>
                  <a:lnTo>
                    <a:pt x="5284955" y="1463589"/>
                  </a:lnTo>
                  <a:lnTo>
                    <a:pt x="5285081" y="1463589"/>
                  </a:lnTo>
                  <a:lnTo>
                    <a:pt x="5285333" y="1463589"/>
                  </a:lnTo>
                  <a:lnTo>
                    <a:pt x="5286217" y="1463589"/>
                  </a:lnTo>
                  <a:lnTo>
                    <a:pt x="5286343" y="1463589"/>
                  </a:lnTo>
                  <a:lnTo>
                    <a:pt x="5286470" y="1463589"/>
                  </a:lnTo>
                  <a:lnTo>
                    <a:pt x="5286848" y="1463589"/>
                  </a:lnTo>
                  <a:lnTo>
                    <a:pt x="5287606" y="1463589"/>
                  </a:lnTo>
                  <a:lnTo>
                    <a:pt x="5287732" y="1463589"/>
                  </a:lnTo>
                  <a:lnTo>
                    <a:pt x="5287858" y="1463589"/>
                  </a:lnTo>
                  <a:lnTo>
                    <a:pt x="5288363" y="1463589"/>
                  </a:lnTo>
                  <a:lnTo>
                    <a:pt x="5288490" y="1463589"/>
                  </a:lnTo>
                  <a:lnTo>
                    <a:pt x="5288869" y="1463589"/>
                  </a:lnTo>
                  <a:lnTo>
                    <a:pt x="5288995" y="1463589"/>
                  </a:lnTo>
                  <a:lnTo>
                    <a:pt x="5289247" y="1463589"/>
                  </a:lnTo>
                  <a:lnTo>
                    <a:pt x="5289626" y="1463589"/>
                  </a:lnTo>
                  <a:lnTo>
                    <a:pt x="5289752" y="1463589"/>
                  </a:lnTo>
                  <a:lnTo>
                    <a:pt x="5290131" y="1458678"/>
                  </a:lnTo>
                  <a:lnTo>
                    <a:pt x="5290384" y="1458678"/>
                  </a:lnTo>
                  <a:lnTo>
                    <a:pt x="5290510" y="1458678"/>
                  </a:lnTo>
                  <a:lnTo>
                    <a:pt x="5290889" y="1458678"/>
                  </a:lnTo>
                  <a:lnTo>
                    <a:pt x="5291646" y="1458678"/>
                  </a:lnTo>
                  <a:lnTo>
                    <a:pt x="5291772" y="1458678"/>
                  </a:lnTo>
                  <a:lnTo>
                    <a:pt x="5291899" y="1458678"/>
                  </a:lnTo>
                  <a:lnTo>
                    <a:pt x="5292151" y="1458678"/>
                  </a:lnTo>
                  <a:lnTo>
                    <a:pt x="5292404" y="1458678"/>
                  </a:lnTo>
                  <a:lnTo>
                    <a:pt x="5292530" y="1458678"/>
                  </a:lnTo>
                  <a:lnTo>
                    <a:pt x="5292782" y="1458678"/>
                  </a:lnTo>
                  <a:lnTo>
                    <a:pt x="5293414" y="1458678"/>
                  </a:lnTo>
                  <a:lnTo>
                    <a:pt x="5293793" y="1458678"/>
                  </a:lnTo>
                  <a:lnTo>
                    <a:pt x="5293919" y="1458678"/>
                  </a:lnTo>
                  <a:lnTo>
                    <a:pt x="5294171" y="1458678"/>
                  </a:lnTo>
                  <a:lnTo>
                    <a:pt x="5294550" y="1458678"/>
                  </a:lnTo>
                  <a:lnTo>
                    <a:pt x="5294803" y="1458678"/>
                  </a:lnTo>
                  <a:lnTo>
                    <a:pt x="5295434" y="1458678"/>
                  </a:lnTo>
                  <a:lnTo>
                    <a:pt x="5295813" y="1458678"/>
                  </a:lnTo>
                  <a:lnTo>
                    <a:pt x="5295939" y="1458678"/>
                  </a:lnTo>
                  <a:lnTo>
                    <a:pt x="5296191" y="1458678"/>
                  </a:lnTo>
                  <a:lnTo>
                    <a:pt x="5296823" y="1458678"/>
                  </a:lnTo>
                  <a:lnTo>
                    <a:pt x="5297833" y="1458678"/>
                  </a:lnTo>
                  <a:lnTo>
                    <a:pt x="5297959" y="1458678"/>
                  </a:lnTo>
                  <a:lnTo>
                    <a:pt x="5298085" y="1458678"/>
                  </a:lnTo>
                  <a:lnTo>
                    <a:pt x="5298464" y="1458678"/>
                  </a:lnTo>
                  <a:lnTo>
                    <a:pt x="5298590" y="1458678"/>
                  </a:lnTo>
                  <a:lnTo>
                    <a:pt x="5299727" y="1453766"/>
                  </a:lnTo>
                  <a:lnTo>
                    <a:pt x="5299979" y="1453766"/>
                  </a:lnTo>
                  <a:lnTo>
                    <a:pt x="5301242" y="1453766"/>
                  </a:lnTo>
                  <a:lnTo>
                    <a:pt x="5301368" y="1453766"/>
                  </a:lnTo>
                  <a:lnTo>
                    <a:pt x="5301873" y="1453766"/>
                  </a:lnTo>
                  <a:lnTo>
                    <a:pt x="5302125" y="1453766"/>
                  </a:lnTo>
                  <a:lnTo>
                    <a:pt x="5302757" y="1453766"/>
                  </a:lnTo>
                  <a:lnTo>
                    <a:pt x="5302883" y="1453766"/>
                  </a:lnTo>
                  <a:lnTo>
                    <a:pt x="5303009" y="1453766"/>
                  </a:lnTo>
                  <a:lnTo>
                    <a:pt x="5303135" y="1453766"/>
                  </a:lnTo>
                  <a:lnTo>
                    <a:pt x="5303388" y="1453766"/>
                  </a:lnTo>
                  <a:lnTo>
                    <a:pt x="5303767" y="1453766"/>
                  </a:lnTo>
                  <a:lnTo>
                    <a:pt x="5304272" y="1453766"/>
                  </a:lnTo>
                  <a:lnTo>
                    <a:pt x="5304398" y="1453766"/>
                  </a:lnTo>
                  <a:lnTo>
                    <a:pt x="5304777" y="1453766"/>
                  </a:lnTo>
                  <a:lnTo>
                    <a:pt x="5305029" y="1453766"/>
                  </a:lnTo>
                  <a:lnTo>
                    <a:pt x="5305156" y="1453766"/>
                  </a:lnTo>
                  <a:lnTo>
                    <a:pt x="5305282" y="1453766"/>
                  </a:lnTo>
                  <a:lnTo>
                    <a:pt x="5305661" y="1453766"/>
                  </a:lnTo>
                  <a:lnTo>
                    <a:pt x="5305787" y="1453766"/>
                  </a:lnTo>
                  <a:lnTo>
                    <a:pt x="5306292" y="1453766"/>
                  </a:lnTo>
                  <a:lnTo>
                    <a:pt x="5306418" y="1453766"/>
                  </a:lnTo>
                  <a:lnTo>
                    <a:pt x="5306544" y="1453766"/>
                  </a:lnTo>
                  <a:lnTo>
                    <a:pt x="5306671" y="1453766"/>
                  </a:lnTo>
                  <a:lnTo>
                    <a:pt x="5306797" y="1453766"/>
                  </a:lnTo>
                  <a:lnTo>
                    <a:pt x="5307176" y="1453766"/>
                  </a:lnTo>
                  <a:lnTo>
                    <a:pt x="5307554" y="1453766"/>
                  </a:lnTo>
                  <a:lnTo>
                    <a:pt x="5307681" y="1453766"/>
                  </a:lnTo>
                  <a:lnTo>
                    <a:pt x="5307807" y="1453766"/>
                  </a:lnTo>
                  <a:lnTo>
                    <a:pt x="5308059" y="1453766"/>
                  </a:lnTo>
                  <a:lnTo>
                    <a:pt x="5308312" y="1453766"/>
                  </a:lnTo>
                  <a:lnTo>
                    <a:pt x="5308691" y="1453766"/>
                  </a:lnTo>
                  <a:lnTo>
                    <a:pt x="5309069" y="1453766"/>
                  </a:lnTo>
                  <a:lnTo>
                    <a:pt x="5309322" y="1453766"/>
                  </a:lnTo>
                  <a:lnTo>
                    <a:pt x="5309701" y="1453766"/>
                  </a:lnTo>
                  <a:lnTo>
                    <a:pt x="5310206" y="1453766"/>
                  </a:lnTo>
                  <a:lnTo>
                    <a:pt x="5310332" y="1453766"/>
                  </a:lnTo>
                  <a:lnTo>
                    <a:pt x="5310585" y="1453766"/>
                  </a:lnTo>
                  <a:lnTo>
                    <a:pt x="5310711" y="1453766"/>
                  </a:lnTo>
                  <a:lnTo>
                    <a:pt x="5311090" y="1453766"/>
                  </a:lnTo>
                  <a:lnTo>
                    <a:pt x="5311216" y="1453766"/>
                  </a:lnTo>
                  <a:lnTo>
                    <a:pt x="5311342" y="1453766"/>
                  </a:lnTo>
                  <a:lnTo>
                    <a:pt x="5311468" y="1453766"/>
                  </a:lnTo>
                  <a:lnTo>
                    <a:pt x="5311973" y="1453766"/>
                  </a:lnTo>
                  <a:lnTo>
                    <a:pt x="5312100" y="1453766"/>
                  </a:lnTo>
                  <a:lnTo>
                    <a:pt x="5319044" y="1443944"/>
                  </a:lnTo>
                  <a:lnTo>
                    <a:pt x="5319170" y="1443944"/>
                  </a:lnTo>
                  <a:lnTo>
                    <a:pt x="5319549" y="1443944"/>
                  </a:lnTo>
                  <a:lnTo>
                    <a:pt x="5319928" y="1443944"/>
                  </a:lnTo>
                  <a:lnTo>
                    <a:pt x="5320685" y="1443944"/>
                  </a:lnTo>
                  <a:lnTo>
                    <a:pt x="5321064" y="1439032"/>
                  </a:lnTo>
                  <a:lnTo>
                    <a:pt x="5321190" y="1439032"/>
                  </a:lnTo>
                  <a:lnTo>
                    <a:pt x="5321316" y="1439032"/>
                  </a:lnTo>
                  <a:lnTo>
                    <a:pt x="5321569" y="1439032"/>
                  </a:lnTo>
                  <a:lnTo>
                    <a:pt x="5321821" y="1439032"/>
                  </a:lnTo>
                  <a:lnTo>
                    <a:pt x="5321948" y="1439032"/>
                  </a:lnTo>
                  <a:lnTo>
                    <a:pt x="5322074" y="1439032"/>
                  </a:lnTo>
                  <a:lnTo>
                    <a:pt x="5322579" y="1439032"/>
                  </a:lnTo>
                  <a:lnTo>
                    <a:pt x="5322705" y="1439032"/>
                  </a:lnTo>
                  <a:lnTo>
                    <a:pt x="5322831" y="1439032"/>
                  </a:lnTo>
                  <a:lnTo>
                    <a:pt x="5323463" y="1439032"/>
                  </a:lnTo>
                  <a:lnTo>
                    <a:pt x="5323715" y="1439032"/>
                  </a:lnTo>
                  <a:lnTo>
                    <a:pt x="5323968" y="1439032"/>
                  </a:lnTo>
                  <a:lnTo>
                    <a:pt x="5324094" y="1439032"/>
                  </a:lnTo>
                  <a:lnTo>
                    <a:pt x="5324220" y="1439032"/>
                  </a:lnTo>
                  <a:lnTo>
                    <a:pt x="5324599" y="1439032"/>
                  </a:lnTo>
                  <a:lnTo>
                    <a:pt x="5324725" y="1439032"/>
                  </a:lnTo>
                  <a:lnTo>
                    <a:pt x="5324852" y="1439032"/>
                  </a:lnTo>
                  <a:lnTo>
                    <a:pt x="5324978" y="1439032"/>
                  </a:lnTo>
                  <a:lnTo>
                    <a:pt x="5325483" y="1439032"/>
                  </a:lnTo>
                  <a:lnTo>
                    <a:pt x="5325609" y="1439032"/>
                  </a:lnTo>
                  <a:lnTo>
                    <a:pt x="5325735" y="1439032"/>
                  </a:lnTo>
                  <a:lnTo>
                    <a:pt x="5325862" y="1439032"/>
                  </a:lnTo>
                  <a:lnTo>
                    <a:pt x="5325988" y="1439032"/>
                  </a:lnTo>
                  <a:lnTo>
                    <a:pt x="5326367" y="1439032"/>
                  </a:lnTo>
                  <a:lnTo>
                    <a:pt x="5326619" y="1439032"/>
                  </a:lnTo>
                  <a:lnTo>
                    <a:pt x="5326745" y="1439032"/>
                  </a:lnTo>
                  <a:lnTo>
                    <a:pt x="5327250" y="1439032"/>
                  </a:lnTo>
                  <a:lnTo>
                    <a:pt x="5327882" y="1439032"/>
                  </a:lnTo>
                  <a:lnTo>
                    <a:pt x="5328008" y="1439032"/>
                  </a:lnTo>
                  <a:lnTo>
                    <a:pt x="5328134" y="1439032"/>
                  </a:lnTo>
                  <a:lnTo>
                    <a:pt x="5328513" y="1434121"/>
                  </a:lnTo>
                  <a:lnTo>
                    <a:pt x="5329397" y="1434121"/>
                  </a:lnTo>
                  <a:lnTo>
                    <a:pt x="5329649" y="1434121"/>
                  </a:lnTo>
                  <a:lnTo>
                    <a:pt x="5329649" y="1429210"/>
                  </a:lnTo>
                  <a:lnTo>
                    <a:pt x="5329775" y="1429210"/>
                  </a:lnTo>
                  <a:lnTo>
                    <a:pt x="5330154" y="1429210"/>
                  </a:lnTo>
                  <a:lnTo>
                    <a:pt x="5330659" y="1429210"/>
                  </a:lnTo>
                  <a:lnTo>
                    <a:pt x="5330786" y="1429210"/>
                  </a:lnTo>
                  <a:lnTo>
                    <a:pt x="5330912" y="1429210"/>
                  </a:lnTo>
                  <a:lnTo>
                    <a:pt x="5332174" y="1424298"/>
                  </a:lnTo>
                  <a:lnTo>
                    <a:pt x="5332301" y="1424298"/>
                  </a:lnTo>
                  <a:lnTo>
                    <a:pt x="5332427" y="1424298"/>
                  </a:lnTo>
                  <a:lnTo>
                    <a:pt x="5332806" y="1424298"/>
                  </a:lnTo>
                  <a:lnTo>
                    <a:pt x="5333689" y="1424298"/>
                  </a:lnTo>
                  <a:lnTo>
                    <a:pt x="5333942" y="1424298"/>
                  </a:lnTo>
                  <a:lnTo>
                    <a:pt x="5334573" y="1424298"/>
                  </a:lnTo>
                  <a:lnTo>
                    <a:pt x="5334699" y="1424298"/>
                  </a:lnTo>
                  <a:lnTo>
                    <a:pt x="5335078" y="1424298"/>
                  </a:lnTo>
                  <a:lnTo>
                    <a:pt x="5335205" y="1424298"/>
                  </a:lnTo>
                  <a:lnTo>
                    <a:pt x="5335331" y="1424298"/>
                  </a:lnTo>
                  <a:lnTo>
                    <a:pt x="5335457" y="1424298"/>
                  </a:lnTo>
                  <a:lnTo>
                    <a:pt x="5335710" y="1424298"/>
                  </a:lnTo>
                  <a:lnTo>
                    <a:pt x="5336467" y="1419387"/>
                  </a:lnTo>
                  <a:lnTo>
                    <a:pt x="5336593" y="1419387"/>
                  </a:lnTo>
                  <a:lnTo>
                    <a:pt x="5336846" y="1419387"/>
                  </a:lnTo>
                  <a:lnTo>
                    <a:pt x="5336972" y="1419387"/>
                  </a:lnTo>
                  <a:lnTo>
                    <a:pt x="5337225" y="1419387"/>
                  </a:lnTo>
                  <a:lnTo>
                    <a:pt x="5337982" y="1419387"/>
                  </a:lnTo>
                  <a:lnTo>
                    <a:pt x="5338361" y="1419387"/>
                  </a:lnTo>
                  <a:lnTo>
                    <a:pt x="5338740" y="1419387"/>
                  </a:lnTo>
                  <a:lnTo>
                    <a:pt x="5338866" y="1419387"/>
                  </a:lnTo>
                  <a:lnTo>
                    <a:pt x="5340128" y="1419387"/>
                  </a:lnTo>
                  <a:lnTo>
                    <a:pt x="5340507" y="1419387"/>
                  </a:lnTo>
                  <a:lnTo>
                    <a:pt x="5340634" y="1419387"/>
                  </a:lnTo>
                  <a:lnTo>
                    <a:pt x="5341012" y="1419387"/>
                  </a:lnTo>
                  <a:lnTo>
                    <a:pt x="5341391" y="1419387"/>
                  </a:lnTo>
                  <a:lnTo>
                    <a:pt x="5341517" y="1419387"/>
                  </a:lnTo>
                  <a:lnTo>
                    <a:pt x="5342275" y="1419387"/>
                  </a:lnTo>
                  <a:lnTo>
                    <a:pt x="5342654" y="1419387"/>
                  </a:lnTo>
                  <a:lnTo>
                    <a:pt x="5342906" y="1419387"/>
                  </a:lnTo>
                  <a:lnTo>
                    <a:pt x="5343159" y="1419387"/>
                  </a:lnTo>
                  <a:lnTo>
                    <a:pt x="5343285" y="1419387"/>
                  </a:lnTo>
                  <a:lnTo>
                    <a:pt x="5343411" y="1419387"/>
                  </a:lnTo>
                  <a:lnTo>
                    <a:pt x="5344295" y="1419387"/>
                  </a:lnTo>
                  <a:lnTo>
                    <a:pt x="5344421" y="1419387"/>
                  </a:lnTo>
                  <a:lnTo>
                    <a:pt x="5344926" y="1419387"/>
                  </a:lnTo>
                  <a:lnTo>
                    <a:pt x="5345431" y="1419387"/>
                  </a:lnTo>
                  <a:lnTo>
                    <a:pt x="5345558" y="1419387"/>
                  </a:lnTo>
                  <a:lnTo>
                    <a:pt x="5345684" y="1419387"/>
                  </a:lnTo>
                  <a:lnTo>
                    <a:pt x="5346189" y="1419387"/>
                  </a:lnTo>
                  <a:lnTo>
                    <a:pt x="5346315" y="1419387"/>
                  </a:lnTo>
                  <a:lnTo>
                    <a:pt x="5347704" y="1419387"/>
                  </a:lnTo>
                  <a:lnTo>
                    <a:pt x="5347956" y="1419387"/>
                  </a:lnTo>
                  <a:lnTo>
                    <a:pt x="5348588" y="1419387"/>
                  </a:lnTo>
                  <a:lnTo>
                    <a:pt x="5348714" y="1419387"/>
                  </a:lnTo>
                  <a:lnTo>
                    <a:pt x="5349345" y="1419387"/>
                  </a:lnTo>
                  <a:lnTo>
                    <a:pt x="5350103" y="1419387"/>
                  </a:lnTo>
                  <a:lnTo>
                    <a:pt x="5350229" y="1419387"/>
                  </a:lnTo>
                  <a:lnTo>
                    <a:pt x="5350860" y="1419387"/>
                  </a:lnTo>
                  <a:lnTo>
                    <a:pt x="5350987" y="1419387"/>
                  </a:lnTo>
                  <a:lnTo>
                    <a:pt x="5351113" y="1419387"/>
                  </a:lnTo>
                  <a:lnTo>
                    <a:pt x="5351239" y="1419387"/>
                  </a:lnTo>
                  <a:lnTo>
                    <a:pt x="5351365" y="1419387"/>
                  </a:lnTo>
                  <a:lnTo>
                    <a:pt x="5351492" y="1419387"/>
                  </a:lnTo>
                  <a:lnTo>
                    <a:pt x="5352249" y="1419387"/>
                  </a:lnTo>
                  <a:lnTo>
                    <a:pt x="5352880" y="1419387"/>
                  </a:lnTo>
                  <a:lnTo>
                    <a:pt x="5353512" y="1419387"/>
                  </a:lnTo>
                  <a:lnTo>
                    <a:pt x="5353764" y="1419387"/>
                  </a:lnTo>
                  <a:lnTo>
                    <a:pt x="5354269" y="1419387"/>
                  </a:lnTo>
                  <a:lnTo>
                    <a:pt x="5354648" y="1419387"/>
                  </a:lnTo>
                  <a:lnTo>
                    <a:pt x="5354900" y="1419387"/>
                  </a:lnTo>
                  <a:lnTo>
                    <a:pt x="5355405" y="1419387"/>
                  </a:lnTo>
                  <a:lnTo>
                    <a:pt x="5356037" y="1419387"/>
                  </a:lnTo>
                  <a:lnTo>
                    <a:pt x="5356416" y="1419387"/>
                  </a:lnTo>
                  <a:lnTo>
                    <a:pt x="5356668" y="1419387"/>
                  </a:lnTo>
                  <a:lnTo>
                    <a:pt x="5356794" y="1419387"/>
                  </a:lnTo>
                  <a:lnTo>
                    <a:pt x="5358057" y="1419387"/>
                  </a:lnTo>
                  <a:lnTo>
                    <a:pt x="5358183" y="1419387"/>
                  </a:lnTo>
                  <a:lnTo>
                    <a:pt x="5358436" y="1419387"/>
                  </a:lnTo>
                  <a:lnTo>
                    <a:pt x="5359193" y="1419387"/>
                  </a:lnTo>
                  <a:lnTo>
                    <a:pt x="5359824" y="1419387"/>
                  </a:lnTo>
                  <a:lnTo>
                    <a:pt x="5360961" y="1414475"/>
                  </a:lnTo>
                  <a:lnTo>
                    <a:pt x="5361087" y="1414475"/>
                  </a:lnTo>
                  <a:lnTo>
                    <a:pt x="5361213" y="1414475"/>
                  </a:lnTo>
                  <a:lnTo>
                    <a:pt x="5361592" y="1414475"/>
                  </a:lnTo>
                  <a:lnTo>
                    <a:pt x="5361845" y="1414475"/>
                  </a:lnTo>
                  <a:lnTo>
                    <a:pt x="5362350" y="1414475"/>
                  </a:lnTo>
                  <a:lnTo>
                    <a:pt x="5362855" y="1414475"/>
                  </a:lnTo>
                  <a:lnTo>
                    <a:pt x="5363107" y="1414475"/>
                  </a:lnTo>
                  <a:lnTo>
                    <a:pt x="5363486" y="1414475"/>
                  </a:lnTo>
                  <a:lnTo>
                    <a:pt x="5363612" y="1414475"/>
                  </a:lnTo>
                  <a:lnTo>
                    <a:pt x="5363865" y="1414475"/>
                  </a:lnTo>
                  <a:lnTo>
                    <a:pt x="5364496" y="1414475"/>
                  </a:lnTo>
                  <a:lnTo>
                    <a:pt x="5364748" y="1414475"/>
                  </a:lnTo>
                  <a:lnTo>
                    <a:pt x="5365253" y="1414475"/>
                  </a:lnTo>
                  <a:lnTo>
                    <a:pt x="5365758" y="1414475"/>
                  </a:lnTo>
                  <a:lnTo>
                    <a:pt x="5366264" y="1414475"/>
                  </a:lnTo>
                  <a:lnTo>
                    <a:pt x="5366516" y="1414475"/>
                  </a:lnTo>
                  <a:lnTo>
                    <a:pt x="5366642" y="1414475"/>
                  </a:lnTo>
                  <a:lnTo>
                    <a:pt x="5367526" y="1414475"/>
                  </a:lnTo>
                  <a:lnTo>
                    <a:pt x="5368031" y="1414475"/>
                  </a:lnTo>
                  <a:lnTo>
                    <a:pt x="5368157" y="1414475"/>
                  </a:lnTo>
                  <a:lnTo>
                    <a:pt x="5368284" y="1414475"/>
                  </a:lnTo>
                  <a:lnTo>
                    <a:pt x="5368410" y="1414475"/>
                  </a:lnTo>
                  <a:lnTo>
                    <a:pt x="5368662" y="1414475"/>
                  </a:lnTo>
                  <a:lnTo>
                    <a:pt x="5368789" y="1414475"/>
                  </a:lnTo>
                  <a:lnTo>
                    <a:pt x="5368915" y="1414475"/>
                  </a:lnTo>
                  <a:lnTo>
                    <a:pt x="5369294" y="1414475"/>
                  </a:lnTo>
                  <a:lnTo>
                    <a:pt x="5369420" y="1414475"/>
                  </a:lnTo>
                  <a:lnTo>
                    <a:pt x="5370682" y="1414475"/>
                  </a:lnTo>
                  <a:lnTo>
                    <a:pt x="5371188" y="1414475"/>
                  </a:lnTo>
                  <a:lnTo>
                    <a:pt x="5371314" y="1414475"/>
                  </a:lnTo>
                  <a:lnTo>
                    <a:pt x="5371440" y="1414475"/>
                  </a:lnTo>
                  <a:lnTo>
                    <a:pt x="5371566" y="1404653"/>
                  </a:lnTo>
                  <a:lnTo>
                    <a:pt x="5372198" y="1404653"/>
                  </a:lnTo>
                  <a:lnTo>
                    <a:pt x="5372324" y="1404653"/>
                  </a:lnTo>
                  <a:lnTo>
                    <a:pt x="5372829" y="1404653"/>
                  </a:lnTo>
                  <a:lnTo>
                    <a:pt x="5372955" y="1404653"/>
                  </a:lnTo>
                  <a:lnTo>
                    <a:pt x="5373713" y="1404653"/>
                  </a:lnTo>
                  <a:lnTo>
                    <a:pt x="5373839" y="1404653"/>
                  </a:lnTo>
                  <a:lnTo>
                    <a:pt x="5374218" y="1399741"/>
                  </a:lnTo>
                  <a:lnTo>
                    <a:pt x="5374344" y="1399741"/>
                  </a:lnTo>
                  <a:lnTo>
                    <a:pt x="5374596" y="1399741"/>
                  </a:lnTo>
                  <a:lnTo>
                    <a:pt x="5374849" y="1399741"/>
                  </a:lnTo>
                  <a:lnTo>
                    <a:pt x="5375354" y="1399741"/>
                  </a:lnTo>
                  <a:lnTo>
                    <a:pt x="5375480" y="1399741"/>
                  </a:lnTo>
                  <a:lnTo>
                    <a:pt x="5375985" y="1399741"/>
                  </a:lnTo>
                  <a:lnTo>
                    <a:pt x="5376111" y="1399741"/>
                  </a:lnTo>
                  <a:lnTo>
                    <a:pt x="5376238" y="1399741"/>
                  </a:lnTo>
                  <a:lnTo>
                    <a:pt x="5376617" y="1399741"/>
                  </a:lnTo>
                  <a:lnTo>
                    <a:pt x="5377500" y="1399741"/>
                  </a:lnTo>
                  <a:lnTo>
                    <a:pt x="5377627" y="1399741"/>
                  </a:lnTo>
                  <a:lnTo>
                    <a:pt x="5377753" y="1399741"/>
                  </a:lnTo>
                  <a:lnTo>
                    <a:pt x="5377879" y="1399741"/>
                  </a:lnTo>
                  <a:lnTo>
                    <a:pt x="5378132" y="1399741"/>
                  </a:lnTo>
                  <a:lnTo>
                    <a:pt x="5380025" y="1394830"/>
                  </a:lnTo>
                  <a:lnTo>
                    <a:pt x="5380278" y="1394830"/>
                  </a:lnTo>
                  <a:lnTo>
                    <a:pt x="5380404" y="1394830"/>
                  </a:lnTo>
                  <a:lnTo>
                    <a:pt x="5380909" y="1394830"/>
                  </a:lnTo>
                  <a:lnTo>
                    <a:pt x="5381162" y="1394830"/>
                  </a:lnTo>
                  <a:lnTo>
                    <a:pt x="5381288" y="1394830"/>
                  </a:lnTo>
                  <a:lnTo>
                    <a:pt x="5381414" y="1394830"/>
                  </a:lnTo>
                  <a:lnTo>
                    <a:pt x="5381793" y="1394830"/>
                  </a:lnTo>
                  <a:lnTo>
                    <a:pt x="5382046" y="1394830"/>
                  </a:lnTo>
                  <a:lnTo>
                    <a:pt x="5382677" y="1394830"/>
                  </a:lnTo>
                  <a:lnTo>
                    <a:pt x="5383056" y="1394830"/>
                  </a:lnTo>
                  <a:lnTo>
                    <a:pt x="5383561" y="1394830"/>
                  </a:lnTo>
                  <a:lnTo>
                    <a:pt x="5383687" y="1394830"/>
                  </a:lnTo>
                  <a:lnTo>
                    <a:pt x="5383813" y="1394830"/>
                  </a:lnTo>
                  <a:lnTo>
                    <a:pt x="5384192" y="1394830"/>
                  </a:lnTo>
                  <a:lnTo>
                    <a:pt x="5384823" y="1394830"/>
                  </a:lnTo>
                  <a:lnTo>
                    <a:pt x="5385833" y="1394830"/>
                  </a:lnTo>
                  <a:lnTo>
                    <a:pt x="5386212" y="1394830"/>
                  </a:lnTo>
                  <a:lnTo>
                    <a:pt x="5386338" y="1394830"/>
                  </a:lnTo>
                  <a:lnTo>
                    <a:pt x="5386970" y="1394830"/>
                  </a:lnTo>
                  <a:lnTo>
                    <a:pt x="5387222" y="1394830"/>
                  </a:lnTo>
                  <a:lnTo>
                    <a:pt x="5387348" y="1394830"/>
                  </a:lnTo>
                  <a:lnTo>
                    <a:pt x="5387601" y="1394830"/>
                  </a:lnTo>
                  <a:lnTo>
                    <a:pt x="5388485" y="1394830"/>
                  </a:lnTo>
                  <a:lnTo>
                    <a:pt x="5388611" y="1394830"/>
                  </a:lnTo>
                  <a:lnTo>
                    <a:pt x="5388737" y="1394830"/>
                  </a:lnTo>
                  <a:lnTo>
                    <a:pt x="5388863" y="1394830"/>
                  </a:lnTo>
                  <a:lnTo>
                    <a:pt x="5388990" y="1394830"/>
                  </a:lnTo>
                  <a:lnTo>
                    <a:pt x="5389116" y="1394830"/>
                  </a:lnTo>
                  <a:lnTo>
                    <a:pt x="5389368" y="1394830"/>
                  </a:lnTo>
                  <a:lnTo>
                    <a:pt x="5389747" y="1394830"/>
                  </a:lnTo>
                  <a:lnTo>
                    <a:pt x="5390126" y="1394830"/>
                  </a:lnTo>
                  <a:lnTo>
                    <a:pt x="5390505" y="1394830"/>
                  </a:lnTo>
                  <a:lnTo>
                    <a:pt x="5390631" y="1394830"/>
                  </a:lnTo>
                  <a:lnTo>
                    <a:pt x="5391515" y="1394830"/>
                  </a:lnTo>
                  <a:lnTo>
                    <a:pt x="5391641" y="1394830"/>
                  </a:lnTo>
                  <a:lnTo>
                    <a:pt x="5391767" y="1394830"/>
                  </a:lnTo>
                  <a:lnTo>
                    <a:pt x="5392146" y="1394830"/>
                  </a:lnTo>
                  <a:lnTo>
                    <a:pt x="5392651" y="1394830"/>
                  </a:lnTo>
                  <a:lnTo>
                    <a:pt x="5392904" y="1394830"/>
                  </a:lnTo>
                  <a:lnTo>
                    <a:pt x="5393661" y="1394830"/>
                  </a:lnTo>
                  <a:lnTo>
                    <a:pt x="5393787" y="1394830"/>
                  </a:lnTo>
                  <a:lnTo>
                    <a:pt x="5394166" y="1394830"/>
                  </a:lnTo>
                  <a:lnTo>
                    <a:pt x="5394797" y="1394830"/>
                  </a:lnTo>
                  <a:lnTo>
                    <a:pt x="5394924" y="1394830"/>
                  </a:lnTo>
                  <a:lnTo>
                    <a:pt x="5395302" y="1394830"/>
                  </a:lnTo>
                  <a:lnTo>
                    <a:pt x="5395429" y="1394830"/>
                  </a:lnTo>
                  <a:lnTo>
                    <a:pt x="5395555" y="1394830"/>
                  </a:lnTo>
                  <a:lnTo>
                    <a:pt x="5395681" y="1394830"/>
                  </a:lnTo>
                  <a:lnTo>
                    <a:pt x="5397449" y="1394830"/>
                  </a:lnTo>
                  <a:lnTo>
                    <a:pt x="5397954" y="1394830"/>
                  </a:lnTo>
                  <a:lnTo>
                    <a:pt x="5398333" y="1394830"/>
                  </a:lnTo>
                  <a:lnTo>
                    <a:pt x="5398459" y="1394830"/>
                  </a:lnTo>
                  <a:lnTo>
                    <a:pt x="5398711" y="1394830"/>
                  </a:lnTo>
                  <a:lnTo>
                    <a:pt x="5398838" y="1394830"/>
                  </a:lnTo>
                  <a:lnTo>
                    <a:pt x="5398964" y="1394830"/>
                  </a:lnTo>
                  <a:lnTo>
                    <a:pt x="5399090" y="1394830"/>
                  </a:lnTo>
                  <a:lnTo>
                    <a:pt x="5399343" y="1394830"/>
                  </a:lnTo>
                  <a:lnTo>
                    <a:pt x="5400100" y="1394830"/>
                  </a:lnTo>
                  <a:lnTo>
                    <a:pt x="5400353" y="1394830"/>
                  </a:lnTo>
                  <a:lnTo>
                    <a:pt x="5400479" y="1394830"/>
                  </a:lnTo>
                  <a:lnTo>
                    <a:pt x="5400858" y="1394830"/>
                  </a:lnTo>
                  <a:lnTo>
                    <a:pt x="5401615" y="1394830"/>
                  </a:lnTo>
                  <a:lnTo>
                    <a:pt x="5402120" y="1394830"/>
                  </a:lnTo>
                  <a:lnTo>
                    <a:pt x="5402247" y="1394830"/>
                  </a:lnTo>
                  <a:lnTo>
                    <a:pt x="5402625" y="1394830"/>
                  </a:lnTo>
                  <a:lnTo>
                    <a:pt x="5402752" y="1394830"/>
                  </a:lnTo>
                  <a:lnTo>
                    <a:pt x="5403004" y="1394830"/>
                  </a:lnTo>
                  <a:lnTo>
                    <a:pt x="5403383" y="1394830"/>
                  </a:lnTo>
                  <a:lnTo>
                    <a:pt x="5403635" y="1394830"/>
                  </a:lnTo>
                  <a:lnTo>
                    <a:pt x="5403762" y="1394830"/>
                  </a:lnTo>
                  <a:lnTo>
                    <a:pt x="5404014" y="1394830"/>
                  </a:lnTo>
                  <a:lnTo>
                    <a:pt x="5404140" y="1394830"/>
                  </a:lnTo>
                  <a:lnTo>
                    <a:pt x="5404393" y="1394830"/>
                  </a:lnTo>
                  <a:lnTo>
                    <a:pt x="5405150" y="1394830"/>
                  </a:lnTo>
                  <a:lnTo>
                    <a:pt x="5405782" y="1394830"/>
                  </a:lnTo>
                  <a:lnTo>
                    <a:pt x="5406287" y="1394830"/>
                  </a:lnTo>
                  <a:lnTo>
                    <a:pt x="5406413" y="1394830"/>
                  </a:lnTo>
                  <a:lnTo>
                    <a:pt x="5407297" y="1394830"/>
                  </a:lnTo>
                  <a:lnTo>
                    <a:pt x="5407423" y="1394830"/>
                  </a:lnTo>
                  <a:lnTo>
                    <a:pt x="5407928" y="1389919"/>
                  </a:lnTo>
                  <a:lnTo>
                    <a:pt x="5408181" y="1389919"/>
                  </a:lnTo>
                  <a:lnTo>
                    <a:pt x="5408307" y="1389919"/>
                  </a:lnTo>
                  <a:lnTo>
                    <a:pt x="5408812" y="1389919"/>
                  </a:lnTo>
                  <a:lnTo>
                    <a:pt x="5409317" y="1389919"/>
                  </a:lnTo>
                  <a:lnTo>
                    <a:pt x="5409822" y="1389919"/>
                  </a:lnTo>
                  <a:lnTo>
                    <a:pt x="5409948" y="1389919"/>
                  </a:lnTo>
                  <a:lnTo>
                    <a:pt x="5409948" y="1385007"/>
                  </a:lnTo>
                  <a:lnTo>
                    <a:pt x="5410706" y="1385007"/>
                  </a:lnTo>
                  <a:lnTo>
                    <a:pt x="5411211" y="1385007"/>
                  </a:lnTo>
                  <a:lnTo>
                    <a:pt x="5411463" y="1385007"/>
                  </a:lnTo>
                  <a:lnTo>
                    <a:pt x="5411968" y="1385007"/>
                  </a:lnTo>
                  <a:lnTo>
                    <a:pt x="5412473" y="1385007"/>
                  </a:lnTo>
                  <a:lnTo>
                    <a:pt x="5412852" y="1385007"/>
                  </a:lnTo>
                  <a:lnTo>
                    <a:pt x="5413105" y="1385007"/>
                  </a:lnTo>
                  <a:lnTo>
                    <a:pt x="5413231" y="1385007"/>
                  </a:lnTo>
                  <a:lnTo>
                    <a:pt x="5413736" y="1385007"/>
                  </a:lnTo>
                  <a:lnTo>
                    <a:pt x="5414367" y="1385007"/>
                  </a:lnTo>
                  <a:lnTo>
                    <a:pt x="5414620" y="1385007"/>
                  </a:lnTo>
                  <a:lnTo>
                    <a:pt x="5414746" y="1385007"/>
                  </a:lnTo>
                  <a:lnTo>
                    <a:pt x="5415251" y="1385007"/>
                  </a:lnTo>
                  <a:lnTo>
                    <a:pt x="5415377" y="1385007"/>
                  </a:lnTo>
                  <a:lnTo>
                    <a:pt x="5415503" y="1385007"/>
                  </a:lnTo>
                  <a:lnTo>
                    <a:pt x="5415630" y="1385007"/>
                  </a:lnTo>
                  <a:lnTo>
                    <a:pt x="5416008" y="1385007"/>
                  </a:lnTo>
                  <a:lnTo>
                    <a:pt x="5416766" y="1385007"/>
                  </a:lnTo>
                  <a:lnTo>
                    <a:pt x="5416892" y="1385007"/>
                  </a:lnTo>
                  <a:lnTo>
                    <a:pt x="5417524" y="1385007"/>
                  </a:lnTo>
                  <a:lnTo>
                    <a:pt x="5417650" y="1385007"/>
                  </a:lnTo>
                  <a:lnTo>
                    <a:pt x="5417776" y="1385007"/>
                  </a:lnTo>
                  <a:lnTo>
                    <a:pt x="5417902" y="1385007"/>
                  </a:lnTo>
                  <a:lnTo>
                    <a:pt x="5418155" y="1385007"/>
                  </a:lnTo>
                  <a:lnTo>
                    <a:pt x="5418281" y="1380096"/>
                  </a:lnTo>
                  <a:lnTo>
                    <a:pt x="5418407" y="1380096"/>
                  </a:lnTo>
                  <a:lnTo>
                    <a:pt x="5418786" y="1380096"/>
                  </a:lnTo>
                  <a:lnTo>
                    <a:pt x="5419291" y="1380096"/>
                  </a:lnTo>
                  <a:lnTo>
                    <a:pt x="5419417" y="1380096"/>
                  </a:lnTo>
                  <a:lnTo>
                    <a:pt x="5419544" y="1380096"/>
                  </a:lnTo>
                  <a:lnTo>
                    <a:pt x="5420049" y="1380096"/>
                  </a:lnTo>
                  <a:lnTo>
                    <a:pt x="5420175" y="1380096"/>
                  </a:lnTo>
                  <a:lnTo>
                    <a:pt x="5420301" y="1380096"/>
                  </a:lnTo>
                  <a:lnTo>
                    <a:pt x="5420554" y="1380096"/>
                  </a:lnTo>
                  <a:lnTo>
                    <a:pt x="5420680" y="1380096"/>
                  </a:lnTo>
                  <a:lnTo>
                    <a:pt x="5421690" y="1380096"/>
                  </a:lnTo>
                  <a:lnTo>
                    <a:pt x="5421816" y="1380096"/>
                  </a:lnTo>
                  <a:lnTo>
                    <a:pt x="5421942" y="1380096"/>
                  </a:lnTo>
                  <a:lnTo>
                    <a:pt x="5422953" y="1380096"/>
                  </a:lnTo>
                  <a:lnTo>
                    <a:pt x="5423331" y="1380096"/>
                  </a:lnTo>
                  <a:lnTo>
                    <a:pt x="5423584" y="1380096"/>
                  </a:lnTo>
                  <a:lnTo>
                    <a:pt x="5423836" y="1380096"/>
                  </a:lnTo>
                  <a:lnTo>
                    <a:pt x="5423963" y="1380096"/>
                  </a:lnTo>
                  <a:lnTo>
                    <a:pt x="5424089" y="1380096"/>
                  </a:lnTo>
                  <a:lnTo>
                    <a:pt x="5424215" y="1380096"/>
                  </a:lnTo>
                  <a:lnTo>
                    <a:pt x="5424341" y="1380096"/>
                  </a:lnTo>
                  <a:lnTo>
                    <a:pt x="5424468" y="1375184"/>
                  </a:lnTo>
                  <a:lnTo>
                    <a:pt x="5424720" y="1375184"/>
                  </a:lnTo>
                  <a:lnTo>
                    <a:pt x="5424846" y="1375184"/>
                  </a:lnTo>
                  <a:lnTo>
                    <a:pt x="5424973" y="1375184"/>
                  </a:lnTo>
                  <a:lnTo>
                    <a:pt x="5425099" y="1375184"/>
                  </a:lnTo>
                  <a:lnTo>
                    <a:pt x="5427371" y="1375184"/>
                  </a:lnTo>
                  <a:lnTo>
                    <a:pt x="5427498" y="1375184"/>
                  </a:lnTo>
                  <a:lnTo>
                    <a:pt x="5427498" y="1370273"/>
                  </a:lnTo>
                  <a:lnTo>
                    <a:pt x="5427750" y="1370273"/>
                  </a:lnTo>
                  <a:lnTo>
                    <a:pt x="5427750" y="1365362"/>
                  </a:lnTo>
                  <a:lnTo>
                    <a:pt x="5428003" y="1365362"/>
                  </a:lnTo>
                  <a:lnTo>
                    <a:pt x="5428129" y="1365362"/>
                  </a:lnTo>
                  <a:lnTo>
                    <a:pt x="5428382" y="1365362"/>
                  </a:lnTo>
                  <a:lnTo>
                    <a:pt x="5428508" y="1365362"/>
                  </a:lnTo>
                  <a:lnTo>
                    <a:pt x="5428760" y="1365362"/>
                  </a:lnTo>
                  <a:lnTo>
                    <a:pt x="5428887" y="1365362"/>
                  </a:lnTo>
                  <a:lnTo>
                    <a:pt x="5429013" y="1365362"/>
                  </a:lnTo>
                  <a:lnTo>
                    <a:pt x="5429139" y="1365362"/>
                  </a:lnTo>
                  <a:lnTo>
                    <a:pt x="5429265" y="1365362"/>
                  </a:lnTo>
                  <a:lnTo>
                    <a:pt x="5429518" y="1365362"/>
                  </a:lnTo>
                  <a:lnTo>
                    <a:pt x="5430275" y="1365362"/>
                  </a:lnTo>
                  <a:lnTo>
                    <a:pt x="5430528" y="1365362"/>
                  </a:lnTo>
                  <a:lnTo>
                    <a:pt x="5431159" y="1365362"/>
                  </a:lnTo>
                  <a:lnTo>
                    <a:pt x="5431285" y="1365362"/>
                  </a:lnTo>
                  <a:lnTo>
                    <a:pt x="5431412" y="1365362"/>
                  </a:lnTo>
                  <a:lnTo>
                    <a:pt x="5431664" y="1365362"/>
                  </a:lnTo>
                  <a:lnTo>
                    <a:pt x="5432043" y="1365362"/>
                  </a:lnTo>
                  <a:lnTo>
                    <a:pt x="5432169" y="1365362"/>
                  </a:lnTo>
                  <a:lnTo>
                    <a:pt x="5432548" y="1365362"/>
                  </a:lnTo>
                  <a:lnTo>
                    <a:pt x="5432674" y="1365362"/>
                  </a:lnTo>
                  <a:lnTo>
                    <a:pt x="5433432" y="1365362"/>
                  </a:lnTo>
                  <a:lnTo>
                    <a:pt x="5433684" y="1365362"/>
                  </a:lnTo>
                  <a:lnTo>
                    <a:pt x="5434568" y="1365362"/>
                  </a:lnTo>
                  <a:lnTo>
                    <a:pt x="5434821" y="1365362"/>
                  </a:lnTo>
                  <a:lnTo>
                    <a:pt x="5435452" y="1365362"/>
                  </a:lnTo>
                  <a:lnTo>
                    <a:pt x="5435578" y="1365362"/>
                  </a:lnTo>
                  <a:lnTo>
                    <a:pt x="5436083" y="1365362"/>
                  </a:lnTo>
                  <a:lnTo>
                    <a:pt x="5437851" y="1365362"/>
                  </a:lnTo>
                  <a:lnTo>
                    <a:pt x="5437977" y="1365362"/>
                  </a:lnTo>
                  <a:lnTo>
                    <a:pt x="5438230" y="1365362"/>
                  </a:lnTo>
                  <a:lnTo>
                    <a:pt x="5440250" y="1365362"/>
                  </a:lnTo>
                  <a:lnTo>
                    <a:pt x="5440628" y="1365362"/>
                  </a:lnTo>
                  <a:lnTo>
                    <a:pt x="5440755" y="1365362"/>
                  </a:lnTo>
                  <a:lnTo>
                    <a:pt x="5441133" y="1365362"/>
                  </a:lnTo>
                  <a:lnTo>
                    <a:pt x="5441260" y="1365362"/>
                  </a:lnTo>
                  <a:lnTo>
                    <a:pt x="5441891" y="1365362"/>
                  </a:lnTo>
                  <a:lnTo>
                    <a:pt x="5442522" y="1365362"/>
                  </a:lnTo>
                  <a:lnTo>
                    <a:pt x="5442775" y="1365362"/>
                  </a:lnTo>
                  <a:lnTo>
                    <a:pt x="5442901" y="1365362"/>
                  </a:lnTo>
                  <a:lnTo>
                    <a:pt x="5443027" y="1365362"/>
                  </a:lnTo>
                  <a:lnTo>
                    <a:pt x="5443659" y="1365362"/>
                  </a:lnTo>
                  <a:lnTo>
                    <a:pt x="5444416" y="1365362"/>
                  </a:lnTo>
                  <a:lnTo>
                    <a:pt x="5444669" y="1365362"/>
                  </a:lnTo>
                  <a:lnTo>
                    <a:pt x="5444795" y="1365362"/>
                  </a:lnTo>
                  <a:lnTo>
                    <a:pt x="5444921" y="1365362"/>
                  </a:lnTo>
                  <a:lnTo>
                    <a:pt x="5445047" y="1360450"/>
                  </a:lnTo>
                  <a:lnTo>
                    <a:pt x="5445300" y="1360450"/>
                  </a:lnTo>
                  <a:lnTo>
                    <a:pt x="5445426" y="1360450"/>
                  </a:lnTo>
                  <a:lnTo>
                    <a:pt x="5445931" y="1360450"/>
                  </a:lnTo>
                  <a:lnTo>
                    <a:pt x="5446057" y="1360450"/>
                  </a:lnTo>
                  <a:lnTo>
                    <a:pt x="5446436" y="1360450"/>
                  </a:lnTo>
                  <a:lnTo>
                    <a:pt x="5446562" y="1360450"/>
                  </a:lnTo>
                  <a:lnTo>
                    <a:pt x="5446689" y="1360450"/>
                  </a:lnTo>
                  <a:lnTo>
                    <a:pt x="5447067" y="1360450"/>
                  </a:lnTo>
                  <a:lnTo>
                    <a:pt x="5447194" y="1360450"/>
                  </a:lnTo>
                  <a:lnTo>
                    <a:pt x="5447825" y="1355539"/>
                  </a:lnTo>
                  <a:lnTo>
                    <a:pt x="5448077" y="1355539"/>
                  </a:lnTo>
                  <a:lnTo>
                    <a:pt x="5448204" y="1355539"/>
                  </a:lnTo>
                  <a:lnTo>
                    <a:pt x="5448456" y="1355539"/>
                  </a:lnTo>
                  <a:lnTo>
                    <a:pt x="5448583" y="1355539"/>
                  </a:lnTo>
                  <a:lnTo>
                    <a:pt x="5448709" y="1355539"/>
                  </a:lnTo>
                  <a:lnTo>
                    <a:pt x="5448961" y="1355539"/>
                  </a:lnTo>
                  <a:lnTo>
                    <a:pt x="5449214" y="1355539"/>
                  </a:lnTo>
                  <a:lnTo>
                    <a:pt x="5449340" y="1355539"/>
                  </a:lnTo>
                  <a:lnTo>
                    <a:pt x="5449466" y="1355539"/>
                  </a:lnTo>
                  <a:lnTo>
                    <a:pt x="5450098" y="1355539"/>
                  </a:lnTo>
                  <a:lnTo>
                    <a:pt x="5451108" y="1355539"/>
                  </a:lnTo>
                  <a:lnTo>
                    <a:pt x="5451108" y="1350628"/>
                  </a:lnTo>
                  <a:lnTo>
                    <a:pt x="5451234" y="1350628"/>
                  </a:lnTo>
                  <a:lnTo>
                    <a:pt x="5451360" y="1350628"/>
                  </a:lnTo>
                  <a:lnTo>
                    <a:pt x="5451613" y="1350628"/>
                  </a:lnTo>
                  <a:lnTo>
                    <a:pt x="5451991" y="1350628"/>
                  </a:lnTo>
                  <a:lnTo>
                    <a:pt x="5452118" y="1350628"/>
                  </a:lnTo>
                  <a:lnTo>
                    <a:pt x="5452244" y="1350628"/>
                  </a:lnTo>
                  <a:lnTo>
                    <a:pt x="5452496" y="1350628"/>
                  </a:lnTo>
                  <a:lnTo>
                    <a:pt x="5452623" y="1350628"/>
                  </a:lnTo>
                  <a:lnTo>
                    <a:pt x="5453633" y="1350628"/>
                  </a:lnTo>
                  <a:lnTo>
                    <a:pt x="5454517" y="1350628"/>
                  </a:lnTo>
                  <a:lnTo>
                    <a:pt x="5454769" y="1350628"/>
                  </a:lnTo>
                  <a:lnTo>
                    <a:pt x="5455653" y="1350628"/>
                  </a:lnTo>
                  <a:lnTo>
                    <a:pt x="5455779" y="1350628"/>
                  </a:lnTo>
                  <a:lnTo>
                    <a:pt x="5456284" y="1350628"/>
                  </a:lnTo>
                  <a:lnTo>
                    <a:pt x="5456410" y="1350628"/>
                  </a:lnTo>
                  <a:lnTo>
                    <a:pt x="5456915" y="1350628"/>
                  </a:lnTo>
                  <a:lnTo>
                    <a:pt x="5457168" y="1350628"/>
                  </a:lnTo>
                  <a:lnTo>
                    <a:pt x="5457420" y="1350628"/>
                  </a:lnTo>
                  <a:lnTo>
                    <a:pt x="5457547" y="1350628"/>
                  </a:lnTo>
                  <a:lnTo>
                    <a:pt x="5457799" y="1350628"/>
                  </a:lnTo>
                  <a:lnTo>
                    <a:pt x="5457925" y="1350628"/>
                  </a:lnTo>
                  <a:lnTo>
                    <a:pt x="5458430" y="1350628"/>
                  </a:lnTo>
                  <a:lnTo>
                    <a:pt x="5458557" y="1350628"/>
                  </a:lnTo>
                  <a:lnTo>
                    <a:pt x="5458936" y="1350628"/>
                  </a:lnTo>
                  <a:lnTo>
                    <a:pt x="5459441" y="1350628"/>
                  </a:lnTo>
                  <a:lnTo>
                    <a:pt x="5459567" y="1350628"/>
                  </a:lnTo>
                  <a:lnTo>
                    <a:pt x="5460072" y="1350628"/>
                  </a:lnTo>
                  <a:lnTo>
                    <a:pt x="5460324" y="1350628"/>
                  </a:lnTo>
                  <a:lnTo>
                    <a:pt x="5460451" y="1350628"/>
                  </a:lnTo>
                  <a:lnTo>
                    <a:pt x="5461587" y="1350628"/>
                  </a:lnTo>
                  <a:lnTo>
                    <a:pt x="5462344" y="1350628"/>
                  </a:lnTo>
                  <a:lnTo>
                    <a:pt x="5462471" y="1350628"/>
                  </a:lnTo>
                  <a:lnTo>
                    <a:pt x="5463228" y="1350628"/>
                  </a:lnTo>
                  <a:lnTo>
                    <a:pt x="5463354" y="1350628"/>
                  </a:lnTo>
                  <a:lnTo>
                    <a:pt x="5463733" y="1350628"/>
                  </a:lnTo>
                  <a:lnTo>
                    <a:pt x="5464112" y="1350628"/>
                  </a:lnTo>
                  <a:lnTo>
                    <a:pt x="5464238" y="1350628"/>
                  </a:lnTo>
                  <a:lnTo>
                    <a:pt x="5464365" y="1350628"/>
                  </a:lnTo>
                  <a:lnTo>
                    <a:pt x="5464870" y="1350628"/>
                  </a:lnTo>
                  <a:lnTo>
                    <a:pt x="5465375" y="1350628"/>
                  </a:lnTo>
                  <a:lnTo>
                    <a:pt x="5465501" y="1350628"/>
                  </a:lnTo>
                  <a:lnTo>
                    <a:pt x="5465880" y="1350628"/>
                  </a:lnTo>
                  <a:lnTo>
                    <a:pt x="5466006" y="1350628"/>
                  </a:lnTo>
                  <a:lnTo>
                    <a:pt x="5466132" y="1350628"/>
                  </a:lnTo>
                  <a:lnTo>
                    <a:pt x="5466258" y="1350628"/>
                  </a:lnTo>
                  <a:lnTo>
                    <a:pt x="5466511" y="1350628"/>
                  </a:lnTo>
                  <a:lnTo>
                    <a:pt x="5467900" y="1350628"/>
                  </a:lnTo>
                  <a:lnTo>
                    <a:pt x="5468026" y="1350628"/>
                  </a:lnTo>
                  <a:lnTo>
                    <a:pt x="5468405" y="1350628"/>
                  </a:lnTo>
                  <a:lnTo>
                    <a:pt x="5468657" y="1350628"/>
                  </a:lnTo>
                  <a:lnTo>
                    <a:pt x="5468783" y="1350628"/>
                  </a:lnTo>
                  <a:lnTo>
                    <a:pt x="5468910" y="1350628"/>
                  </a:lnTo>
                  <a:lnTo>
                    <a:pt x="5468910" y="1345716"/>
                  </a:lnTo>
                  <a:lnTo>
                    <a:pt x="5469289" y="1345716"/>
                  </a:lnTo>
                  <a:lnTo>
                    <a:pt x="5469415" y="1345716"/>
                  </a:lnTo>
                  <a:lnTo>
                    <a:pt x="5470299" y="1345716"/>
                  </a:lnTo>
                  <a:lnTo>
                    <a:pt x="5470425" y="1345716"/>
                  </a:lnTo>
                  <a:lnTo>
                    <a:pt x="5470804" y="1345716"/>
                  </a:lnTo>
                  <a:lnTo>
                    <a:pt x="5471056" y="1345716"/>
                  </a:lnTo>
                  <a:lnTo>
                    <a:pt x="5471687" y="1345716"/>
                  </a:lnTo>
                  <a:lnTo>
                    <a:pt x="5472066" y="1345716"/>
                  </a:lnTo>
                  <a:lnTo>
                    <a:pt x="5473202" y="1345716"/>
                  </a:lnTo>
                  <a:lnTo>
                    <a:pt x="5473960" y="1345716"/>
                  </a:lnTo>
                  <a:lnTo>
                    <a:pt x="5474465" y="1345716"/>
                  </a:lnTo>
                  <a:lnTo>
                    <a:pt x="5474591" y="1345716"/>
                  </a:lnTo>
                  <a:lnTo>
                    <a:pt x="5474591" y="1340805"/>
                  </a:lnTo>
                  <a:lnTo>
                    <a:pt x="5475096" y="1340805"/>
                  </a:lnTo>
                  <a:lnTo>
                    <a:pt x="5475728" y="1340805"/>
                  </a:lnTo>
                  <a:lnTo>
                    <a:pt x="5475854" y="1340805"/>
                  </a:lnTo>
                  <a:lnTo>
                    <a:pt x="5476106" y="1340805"/>
                  </a:lnTo>
                  <a:lnTo>
                    <a:pt x="5476359" y="1340805"/>
                  </a:lnTo>
                  <a:lnTo>
                    <a:pt x="5476485" y="1340805"/>
                  </a:lnTo>
                  <a:lnTo>
                    <a:pt x="5476611" y="1340805"/>
                  </a:lnTo>
                  <a:lnTo>
                    <a:pt x="5476864" y="1340805"/>
                  </a:lnTo>
                  <a:lnTo>
                    <a:pt x="5476990" y="1340805"/>
                  </a:lnTo>
                  <a:lnTo>
                    <a:pt x="5477369" y="1340805"/>
                  </a:lnTo>
                  <a:lnTo>
                    <a:pt x="5477621" y="1340805"/>
                  </a:lnTo>
                  <a:lnTo>
                    <a:pt x="5477748" y="1340805"/>
                  </a:lnTo>
                  <a:lnTo>
                    <a:pt x="5477874" y="1340805"/>
                  </a:lnTo>
                  <a:lnTo>
                    <a:pt x="5478000" y="1340805"/>
                  </a:lnTo>
                  <a:lnTo>
                    <a:pt x="5478126" y="1340805"/>
                  </a:lnTo>
                  <a:lnTo>
                    <a:pt x="5479389" y="1340805"/>
                  </a:lnTo>
                  <a:lnTo>
                    <a:pt x="5479894" y="1340805"/>
                  </a:lnTo>
                  <a:lnTo>
                    <a:pt x="5480020" y="1340805"/>
                  </a:lnTo>
                  <a:lnTo>
                    <a:pt x="5481535" y="1340805"/>
                  </a:lnTo>
                  <a:lnTo>
                    <a:pt x="5481914" y="1340805"/>
                  </a:lnTo>
                  <a:lnTo>
                    <a:pt x="5482419" y="1340805"/>
                  </a:lnTo>
                  <a:lnTo>
                    <a:pt x="5482545" y="1340805"/>
                  </a:lnTo>
                  <a:lnTo>
                    <a:pt x="5482798" y="1340805"/>
                  </a:lnTo>
                  <a:lnTo>
                    <a:pt x="5482924" y="1340805"/>
                  </a:lnTo>
                  <a:lnTo>
                    <a:pt x="5483177" y="1340805"/>
                  </a:lnTo>
                  <a:lnTo>
                    <a:pt x="5484187" y="1340805"/>
                  </a:lnTo>
                  <a:lnTo>
                    <a:pt x="5484439" y="1340805"/>
                  </a:lnTo>
                  <a:lnTo>
                    <a:pt x="5484818" y="1340805"/>
                  </a:lnTo>
                  <a:lnTo>
                    <a:pt x="5484944" y="1340805"/>
                  </a:lnTo>
                  <a:lnTo>
                    <a:pt x="5485576" y="1340805"/>
                  </a:lnTo>
                  <a:lnTo>
                    <a:pt x="5485702" y="1340805"/>
                  </a:lnTo>
                  <a:lnTo>
                    <a:pt x="5486207" y="1335893"/>
                  </a:lnTo>
                  <a:lnTo>
                    <a:pt x="5486586" y="1335893"/>
                  </a:lnTo>
                  <a:lnTo>
                    <a:pt x="5486838" y="1335893"/>
                  </a:lnTo>
                  <a:lnTo>
                    <a:pt x="5487217" y="1335893"/>
                  </a:lnTo>
                  <a:lnTo>
                    <a:pt x="5487343" y="1335893"/>
                  </a:lnTo>
                  <a:lnTo>
                    <a:pt x="5487469" y="1335893"/>
                  </a:lnTo>
                  <a:lnTo>
                    <a:pt x="5487596" y="1335893"/>
                  </a:lnTo>
                  <a:lnTo>
                    <a:pt x="5487722" y="1335893"/>
                  </a:lnTo>
                  <a:lnTo>
                    <a:pt x="5487848" y="1335893"/>
                  </a:lnTo>
                  <a:lnTo>
                    <a:pt x="5487974" y="1335893"/>
                  </a:lnTo>
                  <a:lnTo>
                    <a:pt x="5488606" y="1335893"/>
                  </a:lnTo>
                  <a:lnTo>
                    <a:pt x="5488984" y="1335893"/>
                  </a:lnTo>
                  <a:lnTo>
                    <a:pt x="5489111" y="1335893"/>
                  </a:lnTo>
                  <a:lnTo>
                    <a:pt x="5489363" y="1335893"/>
                  </a:lnTo>
                  <a:lnTo>
                    <a:pt x="5489616" y="1335893"/>
                  </a:lnTo>
                  <a:lnTo>
                    <a:pt x="5489742" y="1335893"/>
                  </a:lnTo>
                  <a:lnTo>
                    <a:pt x="5489868" y="1335893"/>
                  </a:lnTo>
                  <a:lnTo>
                    <a:pt x="5489995" y="1335893"/>
                  </a:lnTo>
                  <a:lnTo>
                    <a:pt x="5494540" y="1335893"/>
                  </a:lnTo>
                  <a:lnTo>
                    <a:pt x="5494792" y="1335893"/>
                  </a:lnTo>
                  <a:lnTo>
                    <a:pt x="5494919" y="1335893"/>
                  </a:lnTo>
                  <a:lnTo>
                    <a:pt x="5495171" y="1335893"/>
                  </a:lnTo>
                  <a:lnTo>
                    <a:pt x="5495297" y="1335893"/>
                  </a:lnTo>
                  <a:lnTo>
                    <a:pt x="5495676" y="1335893"/>
                  </a:lnTo>
                  <a:lnTo>
                    <a:pt x="5496055" y="1335893"/>
                  </a:lnTo>
                  <a:lnTo>
                    <a:pt x="5496181" y="1335893"/>
                  </a:lnTo>
                  <a:lnTo>
                    <a:pt x="5496307" y="1335893"/>
                  </a:lnTo>
                  <a:lnTo>
                    <a:pt x="5496434" y="1335893"/>
                  </a:lnTo>
                  <a:lnTo>
                    <a:pt x="5496686" y="1335893"/>
                  </a:lnTo>
                  <a:lnTo>
                    <a:pt x="5496812" y="1335893"/>
                  </a:lnTo>
                  <a:lnTo>
                    <a:pt x="5497065" y="1335893"/>
                  </a:lnTo>
                  <a:lnTo>
                    <a:pt x="5497570" y="1335893"/>
                  </a:lnTo>
                  <a:lnTo>
                    <a:pt x="5497822" y="1335893"/>
                  </a:lnTo>
                  <a:lnTo>
                    <a:pt x="5497949" y="1335893"/>
                  </a:lnTo>
                  <a:lnTo>
                    <a:pt x="5498075" y="1335893"/>
                  </a:lnTo>
                  <a:lnTo>
                    <a:pt x="5498201" y="1335893"/>
                  </a:lnTo>
                  <a:lnTo>
                    <a:pt x="5498327" y="1335893"/>
                  </a:lnTo>
                  <a:lnTo>
                    <a:pt x="5498454" y="1335893"/>
                  </a:lnTo>
                  <a:lnTo>
                    <a:pt x="5498580" y="1335893"/>
                  </a:lnTo>
                  <a:lnTo>
                    <a:pt x="5498706" y="1335893"/>
                  </a:lnTo>
                  <a:lnTo>
                    <a:pt x="5498832" y="1335893"/>
                  </a:lnTo>
                  <a:lnTo>
                    <a:pt x="5498832" y="1330982"/>
                  </a:lnTo>
                  <a:lnTo>
                    <a:pt x="5498959" y="1330982"/>
                  </a:lnTo>
                  <a:lnTo>
                    <a:pt x="5499716" y="1330982"/>
                  </a:lnTo>
                  <a:lnTo>
                    <a:pt x="5499842" y="1330982"/>
                  </a:lnTo>
                  <a:lnTo>
                    <a:pt x="5500600" y="1330982"/>
                  </a:lnTo>
                  <a:lnTo>
                    <a:pt x="5500726" y="1330982"/>
                  </a:lnTo>
                  <a:lnTo>
                    <a:pt x="5500853" y="1330982"/>
                  </a:lnTo>
                  <a:lnTo>
                    <a:pt x="5501484" y="1326071"/>
                  </a:lnTo>
                  <a:lnTo>
                    <a:pt x="5501610" y="1326071"/>
                  </a:lnTo>
                  <a:lnTo>
                    <a:pt x="5501736" y="1326071"/>
                  </a:lnTo>
                  <a:lnTo>
                    <a:pt x="5502620" y="1326071"/>
                  </a:lnTo>
                  <a:lnTo>
                    <a:pt x="5502746" y="1326071"/>
                  </a:lnTo>
                  <a:lnTo>
                    <a:pt x="5503125" y="1326071"/>
                  </a:lnTo>
                  <a:lnTo>
                    <a:pt x="5503251" y="1326071"/>
                  </a:lnTo>
                  <a:lnTo>
                    <a:pt x="5503756" y="1326071"/>
                  </a:lnTo>
                  <a:lnTo>
                    <a:pt x="5504261" y="1326071"/>
                  </a:lnTo>
                  <a:lnTo>
                    <a:pt x="5504514" y="1326071"/>
                  </a:lnTo>
                  <a:lnTo>
                    <a:pt x="5504640" y="1326071"/>
                  </a:lnTo>
                  <a:lnTo>
                    <a:pt x="5504893" y="1326071"/>
                  </a:lnTo>
                  <a:lnTo>
                    <a:pt x="5505019" y="1326071"/>
                  </a:lnTo>
                  <a:lnTo>
                    <a:pt x="5505650" y="1326071"/>
                  </a:lnTo>
                  <a:lnTo>
                    <a:pt x="5505777" y="1326071"/>
                  </a:lnTo>
                  <a:lnTo>
                    <a:pt x="5506282" y="1326071"/>
                  </a:lnTo>
                  <a:lnTo>
                    <a:pt x="5506408" y="1326071"/>
                  </a:lnTo>
                  <a:lnTo>
                    <a:pt x="5506534" y="1326071"/>
                  </a:lnTo>
                  <a:lnTo>
                    <a:pt x="5506787" y="1326071"/>
                  </a:lnTo>
                  <a:lnTo>
                    <a:pt x="5507165" y="1326071"/>
                  </a:lnTo>
                  <a:lnTo>
                    <a:pt x="5507797" y="1326071"/>
                  </a:lnTo>
                  <a:lnTo>
                    <a:pt x="5507923" y="1326071"/>
                  </a:lnTo>
                  <a:lnTo>
                    <a:pt x="5508175" y="1326071"/>
                  </a:lnTo>
                  <a:lnTo>
                    <a:pt x="5508302" y="1326071"/>
                  </a:lnTo>
                  <a:lnTo>
                    <a:pt x="5509438" y="1326071"/>
                  </a:lnTo>
                  <a:lnTo>
                    <a:pt x="5509564" y="1326071"/>
                  </a:lnTo>
                  <a:lnTo>
                    <a:pt x="5509943" y="1326071"/>
                  </a:lnTo>
                  <a:lnTo>
                    <a:pt x="5511206" y="1321159"/>
                  </a:lnTo>
                  <a:lnTo>
                    <a:pt x="5511837" y="1321159"/>
                  </a:lnTo>
                  <a:lnTo>
                    <a:pt x="5512468" y="1321159"/>
                  </a:lnTo>
                  <a:lnTo>
                    <a:pt x="5512973" y="1321159"/>
                  </a:lnTo>
                  <a:lnTo>
                    <a:pt x="5513226" y="1316248"/>
                  </a:lnTo>
                  <a:lnTo>
                    <a:pt x="5513604" y="1316248"/>
                  </a:lnTo>
                  <a:lnTo>
                    <a:pt x="5513731" y="1316248"/>
                  </a:lnTo>
                  <a:lnTo>
                    <a:pt x="5513983" y="1316248"/>
                  </a:lnTo>
                  <a:lnTo>
                    <a:pt x="5514614" y="1316248"/>
                  </a:lnTo>
                  <a:lnTo>
                    <a:pt x="5514741" y="1316248"/>
                  </a:lnTo>
                  <a:lnTo>
                    <a:pt x="5515751" y="1316248"/>
                  </a:lnTo>
                  <a:lnTo>
                    <a:pt x="5515751" y="1311337"/>
                  </a:lnTo>
                  <a:lnTo>
                    <a:pt x="5516508" y="1311337"/>
                  </a:lnTo>
                  <a:lnTo>
                    <a:pt x="5516887" y="1311337"/>
                  </a:lnTo>
                  <a:lnTo>
                    <a:pt x="5517013" y="1311337"/>
                  </a:lnTo>
                  <a:lnTo>
                    <a:pt x="5517140" y="1311337"/>
                  </a:lnTo>
                  <a:lnTo>
                    <a:pt x="5517266" y="1311337"/>
                  </a:lnTo>
                  <a:lnTo>
                    <a:pt x="5517392" y="1311337"/>
                  </a:lnTo>
                  <a:lnTo>
                    <a:pt x="5518402" y="1311337"/>
                  </a:lnTo>
                  <a:lnTo>
                    <a:pt x="5518528" y="1311337"/>
                  </a:lnTo>
                  <a:lnTo>
                    <a:pt x="5518655" y="1311337"/>
                  </a:lnTo>
                  <a:lnTo>
                    <a:pt x="5519286" y="1306425"/>
                  </a:lnTo>
                  <a:lnTo>
                    <a:pt x="5519538" y="1306425"/>
                  </a:lnTo>
                  <a:lnTo>
                    <a:pt x="5519791" y="1306425"/>
                  </a:lnTo>
                  <a:lnTo>
                    <a:pt x="5520296" y="1306425"/>
                  </a:lnTo>
                  <a:lnTo>
                    <a:pt x="5520422" y="1306425"/>
                  </a:lnTo>
                  <a:lnTo>
                    <a:pt x="5520927" y="1306425"/>
                  </a:lnTo>
                  <a:lnTo>
                    <a:pt x="5522064" y="1306425"/>
                  </a:lnTo>
                  <a:lnTo>
                    <a:pt x="5522316" y="1306425"/>
                  </a:lnTo>
                  <a:lnTo>
                    <a:pt x="5522695" y="1306425"/>
                  </a:lnTo>
                  <a:lnTo>
                    <a:pt x="5523074" y="1306425"/>
                  </a:lnTo>
                  <a:lnTo>
                    <a:pt x="5523326" y="1306425"/>
                  </a:lnTo>
                  <a:lnTo>
                    <a:pt x="5523579" y="1306425"/>
                  </a:lnTo>
                  <a:lnTo>
                    <a:pt x="5523957" y="1306425"/>
                  </a:lnTo>
                  <a:lnTo>
                    <a:pt x="5524084" y="1306425"/>
                  </a:lnTo>
                  <a:lnTo>
                    <a:pt x="5524336" y="1306425"/>
                  </a:lnTo>
                  <a:lnTo>
                    <a:pt x="5525599" y="1306425"/>
                  </a:lnTo>
                  <a:lnTo>
                    <a:pt x="5525978" y="1306425"/>
                  </a:lnTo>
                  <a:lnTo>
                    <a:pt x="5526104" y="1306425"/>
                  </a:lnTo>
                  <a:lnTo>
                    <a:pt x="5526230" y="1306425"/>
                  </a:lnTo>
                  <a:lnTo>
                    <a:pt x="5526483" y="1306425"/>
                  </a:lnTo>
                  <a:lnTo>
                    <a:pt x="5526609" y="1306425"/>
                  </a:lnTo>
                  <a:lnTo>
                    <a:pt x="5526861" y="1306425"/>
                  </a:lnTo>
                  <a:lnTo>
                    <a:pt x="5526988" y="1306425"/>
                  </a:lnTo>
                  <a:lnTo>
                    <a:pt x="5527493" y="1306425"/>
                  </a:lnTo>
                  <a:lnTo>
                    <a:pt x="5527493" y="1301514"/>
                  </a:lnTo>
                  <a:lnTo>
                    <a:pt x="5527998" y="1301514"/>
                  </a:lnTo>
                  <a:lnTo>
                    <a:pt x="5528124" y="1301514"/>
                  </a:lnTo>
                  <a:lnTo>
                    <a:pt x="5528629" y="1301514"/>
                  </a:lnTo>
                  <a:lnTo>
                    <a:pt x="5528881" y="1301514"/>
                  </a:lnTo>
                  <a:lnTo>
                    <a:pt x="5529134" y="1301514"/>
                  </a:lnTo>
                  <a:lnTo>
                    <a:pt x="5529260" y="1301514"/>
                  </a:lnTo>
                  <a:lnTo>
                    <a:pt x="5529386" y="1301514"/>
                  </a:lnTo>
                  <a:lnTo>
                    <a:pt x="5529513" y="1301514"/>
                  </a:lnTo>
                  <a:lnTo>
                    <a:pt x="5529891" y="1301514"/>
                  </a:lnTo>
                  <a:lnTo>
                    <a:pt x="5530018" y="1301514"/>
                  </a:lnTo>
                  <a:lnTo>
                    <a:pt x="5530270" y="1301514"/>
                  </a:lnTo>
                  <a:lnTo>
                    <a:pt x="5531280" y="1301514"/>
                  </a:lnTo>
                  <a:lnTo>
                    <a:pt x="5531533" y="1301514"/>
                  </a:lnTo>
                  <a:lnTo>
                    <a:pt x="5531785" y="1301514"/>
                  </a:lnTo>
                  <a:lnTo>
                    <a:pt x="5532164" y="1301514"/>
                  </a:lnTo>
                  <a:lnTo>
                    <a:pt x="5533048" y="1301514"/>
                  </a:lnTo>
                  <a:lnTo>
                    <a:pt x="5533174" y="1301514"/>
                  </a:lnTo>
                  <a:lnTo>
                    <a:pt x="5533300" y="1301514"/>
                  </a:lnTo>
                  <a:lnTo>
                    <a:pt x="5533679" y="1301514"/>
                  </a:lnTo>
                  <a:lnTo>
                    <a:pt x="5533932" y="1301514"/>
                  </a:lnTo>
                  <a:lnTo>
                    <a:pt x="5534058" y="1301514"/>
                  </a:lnTo>
                  <a:lnTo>
                    <a:pt x="5534184" y="1301514"/>
                  </a:lnTo>
                  <a:lnTo>
                    <a:pt x="5535320" y="1296602"/>
                  </a:lnTo>
                  <a:lnTo>
                    <a:pt x="5535447" y="1296602"/>
                  </a:lnTo>
                  <a:lnTo>
                    <a:pt x="5535573" y="1296602"/>
                  </a:lnTo>
                  <a:lnTo>
                    <a:pt x="5535825" y="1291691"/>
                  </a:lnTo>
                  <a:lnTo>
                    <a:pt x="5535952" y="1291691"/>
                  </a:lnTo>
                  <a:lnTo>
                    <a:pt x="5536204" y="1291691"/>
                  </a:lnTo>
                  <a:lnTo>
                    <a:pt x="5536331" y="1286780"/>
                  </a:lnTo>
                  <a:lnTo>
                    <a:pt x="5536583" y="1286780"/>
                  </a:lnTo>
                  <a:lnTo>
                    <a:pt x="5536962" y="1286780"/>
                  </a:lnTo>
                  <a:lnTo>
                    <a:pt x="5537846" y="1286780"/>
                  </a:lnTo>
                  <a:lnTo>
                    <a:pt x="5537972" y="1286780"/>
                  </a:lnTo>
                  <a:lnTo>
                    <a:pt x="5538098" y="1286780"/>
                  </a:lnTo>
                  <a:lnTo>
                    <a:pt x="5538224" y="1286780"/>
                  </a:lnTo>
                  <a:lnTo>
                    <a:pt x="5539108" y="1286780"/>
                  </a:lnTo>
                  <a:lnTo>
                    <a:pt x="5539487" y="1286780"/>
                  </a:lnTo>
                  <a:lnTo>
                    <a:pt x="5539992" y="1286780"/>
                  </a:lnTo>
                  <a:lnTo>
                    <a:pt x="5540118" y="1281868"/>
                  </a:lnTo>
                  <a:lnTo>
                    <a:pt x="5540623" y="1281868"/>
                  </a:lnTo>
                  <a:lnTo>
                    <a:pt x="5540876" y="1281868"/>
                  </a:lnTo>
                  <a:lnTo>
                    <a:pt x="5541128" y="1281868"/>
                  </a:lnTo>
                  <a:lnTo>
                    <a:pt x="5541633" y="1281868"/>
                  </a:lnTo>
                  <a:lnTo>
                    <a:pt x="5542138" y="1281868"/>
                  </a:lnTo>
                  <a:lnTo>
                    <a:pt x="5542643" y="1276957"/>
                  </a:lnTo>
                  <a:lnTo>
                    <a:pt x="5542770" y="1276957"/>
                  </a:lnTo>
                  <a:lnTo>
                    <a:pt x="5543148" y="1276957"/>
                  </a:lnTo>
                  <a:lnTo>
                    <a:pt x="5543527" y="1276957"/>
                  </a:lnTo>
                  <a:lnTo>
                    <a:pt x="5543780" y="1276957"/>
                  </a:lnTo>
                  <a:lnTo>
                    <a:pt x="5543906" y="1276957"/>
                  </a:lnTo>
                  <a:lnTo>
                    <a:pt x="5544032" y="1276957"/>
                  </a:lnTo>
                  <a:lnTo>
                    <a:pt x="5544158" y="1276957"/>
                  </a:lnTo>
                  <a:lnTo>
                    <a:pt x="5544285" y="1276957"/>
                  </a:lnTo>
                  <a:lnTo>
                    <a:pt x="5544663" y="1276957"/>
                  </a:lnTo>
                  <a:lnTo>
                    <a:pt x="5544916" y="1272046"/>
                  </a:lnTo>
                  <a:lnTo>
                    <a:pt x="5546052" y="1272046"/>
                  </a:lnTo>
                  <a:lnTo>
                    <a:pt x="5546431" y="1272046"/>
                  </a:lnTo>
                  <a:lnTo>
                    <a:pt x="5546557" y="1272046"/>
                  </a:lnTo>
                  <a:lnTo>
                    <a:pt x="5546684" y="1272046"/>
                  </a:lnTo>
                  <a:lnTo>
                    <a:pt x="5546810" y="1272046"/>
                  </a:lnTo>
                  <a:lnTo>
                    <a:pt x="5546936" y="1272046"/>
                  </a:lnTo>
                  <a:lnTo>
                    <a:pt x="5547062" y="1272046"/>
                  </a:lnTo>
                  <a:lnTo>
                    <a:pt x="5547441" y="1272046"/>
                  </a:lnTo>
                  <a:lnTo>
                    <a:pt x="5547567" y="1272046"/>
                  </a:lnTo>
                  <a:lnTo>
                    <a:pt x="5548956" y="1267134"/>
                  </a:lnTo>
                  <a:lnTo>
                    <a:pt x="5549082" y="1267134"/>
                  </a:lnTo>
                  <a:lnTo>
                    <a:pt x="5549461" y="1267134"/>
                  </a:lnTo>
                  <a:lnTo>
                    <a:pt x="5549587" y="1267134"/>
                  </a:lnTo>
                  <a:lnTo>
                    <a:pt x="5549714" y="1267134"/>
                  </a:lnTo>
                  <a:lnTo>
                    <a:pt x="5550724" y="1267134"/>
                  </a:lnTo>
                  <a:lnTo>
                    <a:pt x="5550976" y="1267134"/>
                  </a:lnTo>
                  <a:lnTo>
                    <a:pt x="5551229" y="1267134"/>
                  </a:lnTo>
                  <a:lnTo>
                    <a:pt x="5551355" y="1267134"/>
                  </a:lnTo>
                  <a:lnTo>
                    <a:pt x="5552365" y="1267134"/>
                  </a:lnTo>
                  <a:lnTo>
                    <a:pt x="5552491" y="1267134"/>
                  </a:lnTo>
                  <a:lnTo>
                    <a:pt x="5552618" y="1267134"/>
                  </a:lnTo>
                  <a:lnTo>
                    <a:pt x="5552744" y="1267134"/>
                  </a:lnTo>
                  <a:lnTo>
                    <a:pt x="5553123" y="1267134"/>
                  </a:lnTo>
                  <a:lnTo>
                    <a:pt x="5554259" y="1267134"/>
                  </a:lnTo>
                  <a:lnTo>
                    <a:pt x="5554385" y="1267134"/>
                  </a:lnTo>
                  <a:lnTo>
                    <a:pt x="5554511" y="1267134"/>
                  </a:lnTo>
                  <a:lnTo>
                    <a:pt x="5554638" y="1267134"/>
                  </a:lnTo>
                  <a:lnTo>
                    <a:pt x="5555269" y="1267134"/>
                  </a:lnTo>
                  <a:lnTo>
                    <a:pt x="5555395" y="1267134"/>
                  </a:lnTo>
                  <a:lnTo>
                    <a:pt x="5555521" y="1267134"/>
                  </a:lnTo>
                  <a:lnTo>
                    <a:pt x="5555774" y="1267134"/>
                  </a:lnTo>
                  <a:lnTo>
                    <a:pt x="5555774" y="1262223"/>
                  </a:lnTo>
                  <a:lnTo>
                    <a:pt x="5555900" y="1262223"/>
                  </a:lnTo>
                  <a:lnTo>
                    <a:pt x="5556279" y="1262223"/>
                  </a:lnTo>
                  <a:lnTo>
                    <a:pt x="5556405" y="1262223"/>
                  </a:lnTo>
                  <a:lnTo>
                    <a:pt x="5556658" y="1262223"/>
                  </a:lnTo>
                  <a:lnTo>
                    <a:pt x="5557920" y="1262223"/>
                  </a:lnTo>
                  <a:lnTo>
                    <a:pt x="5558299" y="1262223"/>
                  </a:lnTo>
                  <a:lnTo>
                    <a:pt x="5558930" y="1262223"/>
                  </a:lnTo>
                  <a:lnTo>
                    <a:pt x="5559057" y="1262223"/>
                  </a:lnTo>
                  <a:lnTo>
                    <a:pt x="5560067" y="1262223"/>
                  </a:lnTo>
                  <a:lnTo>
                    <a:pt x="5560193" y="1262223"/>
                  </a:lnTo>
                  <a:lnTo>
                    <a:pt x="5560445" y="1262223"/>
                  </a:lnTo>
                  <a:lnTo>
                    <a:pt x="5560572" y="1262223"/>
                  </a:lnTo>
                  <a:lnTo>
                    <a:pt x="5561455" y="1262223"/>
                  </a:lnTo>
                  <a:lnTo>
                    <a:pt x="5561582" y="1262223"/>
                  </a:lnTo>
                  <a:lnTo>
                    <a:pt x="5561708" y="1262223"/>
                  </a:lnTo>
                  <a:lnTo>
                    <a:pt x="5562087" y="1262223"/>
                  </a:lnTo>
                  <a:lnTo>
                    <a:pt x="5562213" y="1262223"/>
                  </a:lnTo>
                  <a:lnTo>
                    <a:pt x="5562339" y="1262223"/>
                  </a:lnTo>
                  <a:lnTo>
                    <a:pt x="5562466" y="1262223"/>
                  </a:lnTo>
                  <a:lnTo>
                    <a:pt x="5562718" y="1262223"/>
                  </a:lnTo>
                  <a:lnTo>
                    <a:pt x="5562844" y="1262223"/>
                  </a:lnTo>
                  <a:lnTo>
                    <a:pt x="5562971" y="1262223"/>
                  </a:lnTo>
                  <a:lnTo>
                    <a:pt x="5563223" y="1262223"/>
                  </a:lnTo>
                  <a:lnTo>
                    <a:pt x="5563476" y="1262223"/>
                  </a:lnTo>
                  <a:lnTo>
                    <a:pt x="5563602" y="1262223"/>
                  </a:lnTo>
                  <a:lnTo>
                    <a:pt x="5563728" y="1262223"/>
                  </a:lnTo>
                  <a:lnTo>
                    <a:pt x="5563981" y="1262223"/>
                  </a:lnTo>
                  <a:lnTo>
                    <a:pt x="5564107" y="1262223"/>
                  </a:lnTo>
                  <a:lnTo>
                    <a:pt x="5564233" y="1262223"/>
                  </a:lnTo>
                  <a:lnTo>
                    <a:pt x="5564612" y="1262223"/>
                  </a:lnTo>
                  <a:lnTo>
                    <a:pt x="5564738" y="1262223"/>
                  </a:lnTo>
                  <a:lnTo>
                    <a:pt x="5568021" y="1257311"/>
                  </a:lnTo>
                  <a:lnTo>
                    <a:pt x="5568273" y="1257311"/>
                  </a:lnTo>
                  <a:lnTo>
                    <a:pt x="5568400" y="1257311"/>
                  </a:lnTo>
                  <a:lnTo>
                    <a:pt x="5569662" y="1257311"/>
                  </a:lnTo>
                  <a:lnTo>
                    <a:pt x="5570167" y="1257311"/>
                  </a:lnTo>
                  <a:lnTo>
                    <a:pt x="5570420" y="1257311"/>
                  </a:lnTo>
                  <a:lnTo>
                    <a:pt x="5570672" y="1257311"/>
                  </a:lnTo>
                  <a:lnTo>
                    <a:pt x="5570925" y="1257311"/>
                  </a:lnTo>
                  <a:lnTo>
                    <a:pt x="5571177" y="1257311"/>
                  </a:lnTo>
                  <a:lnTo>
                    <a:pt x="5571556" y="1257311"/>
                  </a:lnTo>
                  <a:lnTo>
                    <a:pt x="5571808" y="1257311"/>
                  </a:lnTo>
                  <a:lnTo>
                    <a:pt x="5571935" y="1257311"/>
                  </a:lnTo>
                  <a:lnTo>
                    <a:pt x="5572440" y="1257311"/>
                  </a:lnTo>
                  <a:lnTo>
                    <a:pt x="5572566" y="1257311"/>
                  </a:lnTo>
                  <a:lnTo>
                    <a:pt x="5572692" y="1257311"/>
                  </a:lnTo>
                  <a:lnTo>
                    <a:pt x="5573197" y="1257311"/>
                  </a:lnTo>
                  <a:lnTo>
                    <a:pt x="5573324" y="1257311"/>
                  </a:lnTo>
                  <a:lnTo>
                    <a:pt x="5573450" y="1257311"/>
                  </a:lnTo>
                  <a:lnTo>
                    <a:pt x="5573576" y="1257311"/>
                  </a:lnTo>
                  <a:lnTo>
                    <a:pt x="5573702" y="1257311"/>
                  </a:lnTo>
                  <a:lnTo>
                    <a:pt x="5574207" y="1257311"/>
                  </a:lnTo>
                  <a:lnTo>
                    <a:pt x="5574334" y="1257311"/>
                  </a:lnTo>
                  <a:lnTo>
                    <a:pt x="5575217" y="1257311"/>
                  </a:lnTo>
                  <a:lnTo>
                    <a:pt x="5575849" y="1257311"/>
                  </a:lnTo>
                  <a:lnTo>
                    <a:pt x="5576101" y="1257311"/>
                  </a:lnTo>
                  <a:lnTo>
                    <a:pt x="5576859" y="1257311"/>
                  </a:lnTo>
                  <a:lnTo>
                    <a:pt x="5576985" y="1257311"/>
                  </a:lnTo>
                  <a:lnTo>
                    <a:pt x="5577111" y="1257311"/>
                  </a:lnTo>
                  <a:lnTo>
                    <a:pt x="5577869" y="1257311"/>
                  </a:lnTo>
                  <a:lnTo>
                    <a:pt x="5578248" y="1257311"/>
                  </a:lnTo>
                  <a:lnTo>
                    <a:pt x="5578374" y="1257311"/>
                  </a:lnTo>
                  <a:lnTo>
                    <a:pt x="5578753" y="1257311"/>
                  </a:lnTo>
                  <a:lnTo>
                    <a:pt x="5578879" y="1257311"/>
                  </a:lnTo>
                  <a:lnTo>
                    <a:pt x="5579131" y="1257311"/>
                  </a:lnTo>
                  <a:lnTo>
                    <a:pt x="5579258" y="1257311"/>
                  </a:lnTo>
                  <a:lnTo>
                    <a:pt x="5579636" y="1257311"/>
                  </a:lnTo>
                  <a:lnTo>
                    <a:pt x="5580520" y="1257311"/>
                  </a:lnTo>
                  <a:lnTo>
                    <a:pt x="5580646" y="1257311"/>
                  </a:lnTo>
                  <a:lnTo>
                    <a:pt x="5580899" y="1257311"/>
                  </a:lnTo>
                  <a:lnTo>
                    <a:pt x="5581025" y="1257311"/>
                  </a:lnTo>
                  <a:lnTo>
                    <a:pt x="5581151" y="1257311"/>
                  </a:lnTo>
                  <a:lnTo>
                    <a:pt x="5581278" y="1257311"/>
                  </a:lnTo>
                  <a:lnTo>
                    <a:pt x="5582288" y="1257311"/>
                  </a:lnTo>
                  <a:lnTo>
                    <a:pt x="5582414" y="1257311"/>
                  </a:lnTo>
                  <a:lnTo>
                    <a:pt x="5582540" y="1257311"/>
                  </a:lnTo>
                  <a:lnTo>
                    <a:pt x="5582667" y="1257311"/>
                  </a:lnTo>
                  <a:lnTo>
                    <a:pt x="5582919" y="1257311"/>
                  </a:lnTo>
                  <a:lnTo>
                    <a:pt x="5583045" y="1257311"/>
                  </a:lnTo>
                  <a:lnTo>
                    <a:pt x="5583550" y="1257311"/>
                  </a:lnTo>
                  <a:lnTo>
                    <a:pt x="5583929" y="1257311"/>
                  </a:lnTo>
                  <a:lnTo>
                    <a:pt x="5584434" y="1257311"/>
                  </a:lnTo>
                  <a:lnTo>
                    <a:pt x="5584560" y="1257311"/>
                  </a:lnTo>
                  <a:lnTo>
                    <a:pt x="5584813" y="1257311"/>
                  </a:lnTo>
                  <a:lnTo>
                    <a:pt x="5584939" y="1257311"/>
                  </a:lnTo>
                  <a:lnTo>
                    <a:pt x="5585444" y="1257311"/>
                  </a:lnTo>
                  <a:lnTo>
                    <a:pt x="5585823" y="1257311"/>
                  </a:lnTo>
                  <a:lnTo>
                    <a:pt x="5585949" y="1257311"/>
                  </a:lnTo>
                  <a:lnTo>
                    <a:pt x="5586202" y="1257311"/>
                  </a:lnTo>
                  <a:lnTo>
                    <a:pt x="5586328" y="1257311"/>
                  </a:lnTo>
                  <a:lnTo>
                    <a:pt x="5587338" y="1257311"/>
                  </a:lnTo>
                  <a:lnTo>
                    <a:pt x="5587464" y="1257311"/>
                  </a:lnTo>
                  <a:lnTo>
                    <a:pt x="5587717" y="1257311"/>
                  </a:lnTo>
                  <a:lnTo>
                    <a:pt x="5587843" y="1257311"/>
                  </a:lnTo>
                  <a:lnTo>
                    <a:pt x="5588096" y="1257311"/>
                  </a:lnTo>
                  <a:lnTo>
                    <a:pt x="5588222" y="1257311"/>
                  </a:lnTo>
                  <a:lnTo>
                    <a:pt x="5588601" y="1257311"/>
                  </a:lnTo>
                  <a:lnTo>
                    <a:pt x="5589106" y="1257311"/>
                  </a:lnTo>
                  <a:lnTo>
                    <a:pt x="5589232" y="1257311"/>
                  </a:lnTo>
                  <a:lnTo>
                    <a:pt x="5589358" y="1257311"/>
                  </a:lnTo>
                  <a:lnTo>
                    <a:pt x="5589863" y="1257311"/>
                  </a:lnTo>
                  <a:lnTo>
                    <a:pt x="5589989" y="1257311"/>
                  </a:lnTo>
                  <a:lnTo>
                    <a:pt x="5590368" y="1257311"/>
                  </a:lnTo>
                  <a:lnTo>
                    <a:pt x="5591378" y="1252400"/>
                  </a:lnTo>
                  <a:lnTo>
                    <a:pt x="5592009" y="1252400"/>
                  </a:lnTo>
                  <a:lnTo>
                    <a:pt x="5592136" y="1252400"/>
                  </a:lnTo>
                  <a:lnTo>
                    <a:pt x="5592514" y="1252400"/>
                  </a:lnTo>
                  <a:lnTo>
                    <a:pt x="5592641" y="1252400"/>
                  </a:lnTo>
                  <a:lnTo>
                    <a:pt x="5592767" y="1252400"/>
                  </a:lnTo>
                  <a:lnTo>
                    <a:pt x="5593272" y="1252400"/>
                  </a:lnTo>
                  <a:lnTo>
                    <a:pt x="5593651" y="1252400"/>
                  </a:lnTo>
                  <a:lnTo>
                    <a:pt x="5593777" y="1252400"/>
                  </a:lnTo>
                  <a:lnTo>
                    <a:pt x="5594408" y="1252400"/>
                  </a:lnTo>
                  <a:lnTo>
                    <a:pt x="5594535" y="1252400"/>
                  </a:lnTo>
                  <a:lnTo>
                    <a:pt x="5594661" y="1252400"/>
                  </a:lnTo>
                  <a:lnTo>
                    <a:pt x="5595166" y="1252400"/>
                  </a:lnTo>
                  <a:lnTo>
                    <a:pt x="5596050" y="1252400"/>
                  </a:lnTo>
                  <a:lnTo>
                    <a:pt x="5596176" y="1252400"/>
                  </a:lnTo>
                  <a:lnTo>
                    <a:pt x="5596428" y="1247489"/>
                  </a:lnTo>
                  <a:lnTo>
                    <a:pt x="5596681" y="1247489"/>
                  </a:lnTo>
                  <a:lnTo>
                    <a:pt x="5597691" y="1247489"/>
                  </a:lnTo>
                  <a:lnTo>
                    <a:pt x="5597817" y="1247489"/>
                  </a:lnTo>
                  <a:lnTo>
                    <a:pt x="5598196" y="1247489"/>
                  </a:lnTo>
                  <a:lnTo>
                    <a:pt x="5598827" y="1247489"/>
                  </a:lnTo>
                  <a:lnTo>
                    <a:pt x="5599206" y="1247489"/>
                  </a:lnTo>
                  <a:lnTo>
                    <a:pt x="5599585" y="1247489"/>
                  </a:lnTo>
                  <a:lnTo>
                    <a:pt x="5599837" y="1247489"/>
                  </a:lnTo>
                  <a:lnTo>
                    <a:pt x="5599964" y="1247489"/>
                  </a:lnTo>
                  <a:lnTo>
                    <a:pt x="5600090" y="1247489"/>
                  </a:lnTo>
                  <a:lnTo>
                    <a:pt x="5600216" y="1247489"/>
                  </a:lnTo>
                  <a:lnTo>
                    <a:pt x="5600342" y="1247489"/>
                  </a:lnTo>
                  <a:lnTo>
                    <a:pt x="5600469" y="1247489"/>
                  </a:lnTo>
                  <a:lnTo>
                    <a:pt x="5600595" y="1247489"/>
                  </a:lnTo>
                  <a:lnTo>
                    <a:pt x="5600847" y="1247489"/>
                  </a:lnTo>
                  <a:lnTo>
                    <a:pt x="5600974" y="1247489"/>
                  </a:lnTo>
                  <a:lnTo>
                    <a:pt x="5601226" y="1247489"/>
                  </a:lnTo>
                  <a:lnTo>
                    <a:pt x="5602110" y="1247489"/>
                  </a:lnTo>
                  <a:lnTo>
                    <a:pt x="5602362" y="1247489"/>
                  </a:lnTo>
                  <a:lnTo>
                    <a:pt x="5602615" y="1247489"/>
                  </a:lnTo>
                  <a:lnTo>
                    <a:pt x="5603751" y="1247489"/>
                  </a:lnTo>
                  <a:lnTo>
                    <a:pt x="5604130" y="1247489"/>
                  </a:lnTo>
                  <a:lnTo>
                    <a:pt x="5604635" y="1247489"/>
                  </a:lnTo>
                  <a:lnTo>
                    <a:pt x="5605140" y="1247489"/>
                  </a:lnTo>
                  <a:lnTo>
                    <a:pt x="5605266" y="1247489"/>
                  </a:lnTo>
                  <a:lnTo>
                    <a:pt x="5605393" y="1247489"/>
                  </a:lnTo>
                  <a:lnTo>
                    <a:pt x="5605645" y="1247489"/>
                  </a:lnTo>
                  <a:lnTo>
                    <a:pt x="5606150" y="1242577"/>
                  </a:lnTo>
                  <a:lnTo>
                    <a:pt x="5606403" y="1242577"/>
                  </a:lnTo>
                  <a:lnTo>
                    <a:pt x="5606529" y="1242577"/>
                  </a:lnTo>
                  <a:lnTo>
                    <a:pt x="5606781" y="1242577"/>
                  </a:lnTo>
                  <a:lnTo>
                    <a:pt x="5606908" y="1242577"/>
                  </a:lnTo>
                  <a:lnTo>
                    <a:pt x="5607034" y="1242577"/>
                  </a:lnTo>
                  <a:lnTo>
                    <a:pt x="5607160" y="1242577"/>
                  </a:lnTo>
                  <a:lnTo>
                    <a:pt x="5607286" y="1242577"/>
                  </a:lnTo>
                  <a:lnTo>
                    <a:pt x="5607413" y="1242577"/>
                  </a:lnTo>
                  <a:lnTo>
                    <a:pt x="5607791" y="1242577"/>
                  </a:lnTo>
                  <a:lnTo>
                    <a:pt x="5610190" y="1237666"/>
                  </a:lnTo>
                  <a:lnTo>
                    <a:pt x="5610317" y="1237666"/>
                  </a:lnTo>
                  <a:lnTo>
                    <a:pt x="5610569" y="1237666"/>
                  </a:lnTo>
                  <a:lnTo>
                    <a:pt x="5611327" y="1237666"/>
                  </a:lnTo>
                  <a:lnTo>
                    <a:pt x="5611453" y="1237666"/>
                  </a:lnTo>
                  <a:lnTo>
                    <a:pt x="5611579" y="1237666"/>
                  </a:lnTo>
                  <a:lnTo>
                    <a:pt x="5611705" y="1237666"/>
                  </a:lnTo>
                  <a:lnTo>
                    <a:pt x="5611832" y="1237666"/>
                  </a:lnTo>
                  <a:lnTo>
                    <a:pt x="5612337" y="1237666"/>
                  </a:lnTo>
                  <a:lnTo>
                    <a:pt x="5612463" y="1237666"/>
                  </a:lnTo>
                  <a:lnTo>
                    <a:pt x="5612842" y="1237666"/>
                  </a:lnTo>
                  <a:lnTo>
                    <a:pt x="5613220" y="1237666"/>
                  </a:lnTo>
                  <a:lnTo>
                    <a:pt x="5613599" y="1237666"/>
                  </a:lnTo>
                  <a:lnTo>
                    <a:pt x="5613852" y="1237666"/>
                  </a:lnTo>
                  <a:lnTo>
                    <a:pt x="5613978" y="1237666"/>
                  </a:lnTo>
                  <a:lnTo>
                    <a:pt x="5614104" y="1232755"/>
                  </a:lnTo>
                  <a:lnTo>
                    <a:pt x="5614231" y="1232755"/>
                  </a:lnTo>
                  <a:lnTo>
                    <a:pt x="5614736" y="1232755"/>
                  </a:lnTo>
                  <a:lnTo>
                    <a:pt x="5614862" y="1232755"/>
                  </a:lnTo>
                  <a:lnTo>
                    <a:pt x="5615114" y="1232755"/>
                  </a:lnTo>
                  <a:lnTo>
                    <a:pt x="5615619" y="1232755"/>
                  </a:lnTo>
                  <a:lnTo>
                    <a:pt x="5615998" y="1232755"/>
                  </a:lnTo>
                  <a:lnTo>
                    <a:pt x="5616377" y="1232755"/>
                  </a:lnTo>
                  <a:lnTo>
                    <a:pt x="5616629" y="1232755"/>
                  </a:lnTo>
                  <a:lnTo>
                    <a:pt x="5618144" y="1232755"/>
                  </a:lnTo>
                  <a:lnTo>
                    <a:pt x="5618776" y="1232755"/>
                  </a:lnTo>
                  <a:lnTo>
                    <a:pt x="5619281" y="1232755"/>
                  </a:lnTo>
                  <a:lnTo>
                    <a:pt x="5620165" y="1232755"/>
                  </a:lnTo>
                  <a:lnTo>
                    <a:pt x="5620291" y="1232755"/>
                  </a:lnTo>
                  <a:lnTo>
                    <a:pt x="5620417" y="1232755"/>
                  </a:lnTo>
                  <a:lnTo>
                    <a:pt x="5620543" y="1232755"/>
                  </a:lnTo>
                  <a:lnTo>
                    <a:pt x="5620796" y="1232755"/>
                  </a:lnTo>
                  <a:lnTo>
                    <a:pt x="5621048" y="1232755"/>
                  </a:lnTo>
                  <a:lnTo>
                    <a:pt x="5621553" y="1232755"/>
                  </a:lnTo>
                  <a:lnTo>
                    <a:pt x="5621680" y="1232755"/>
                  </a:lnTo>
                  <a:lnTo>
                    <a:pt x="5621932" y="1232755"/>
                  </a:lnTo>
                  <a:lnTo>
                    <a:pt x="5622942" y="1232755"/>
                  </a:lnTo>
                  <a:lnTo>
                    <a:pt x="5623700" y="1232755"/>
                  </a:lnTo>
                  <a:lnTo>
                    <a:pt x="5624331" y="1232755"/>
                  </a:lnTo>
                  <a:lnTo>
                    <a:pt x="5624457" y="1232755"/>
                  </a:lnTo>
                  <a:lnTo>
                    <a:pt x="5624836" y="1232755"/>
                  </a:lnTo>
                  <a:lnTo>
                    <a:pt x="5624962" y="1232755"/>
                  </a:lnTo>
                  <a:lnTo>
                    <a:pt x="5625594" y="1227843"/>
                  </a:lnTo>
                  <a:lnTo>
                    <a:pt x="5626099" y="1227843"/>
                  </a:lnTo>
                  <a:lnTo>
                    <a:pt x="5626351" y="1227843"/>
                  </a:lnTo>
                  <a:lnTo>
                    <a:pt x="5626604" y="1227843"/>
                  </a:lnTo>
                  <a:lnTo>
                    <a:pt x="5626730" y="1227843"/>
                  </a:lnTo>
                  <a:lnTo>
                    <a:pt x="5626982" y="1227843"/>
                  </a:lnTo>
                  <a:lnTo>
                    <a:pt x="5627109" y="1227843"/>
                  </a:lnTo>
                  <a:lnTo>
                    <a:pt x="5628497" y="1222932"/>
                  </a:lnTo>
                  <a:lnTo>
                    <a:pt x="5628876" y="1222932"/>
                  </a:lnTo>
                  <a:lnTo>
                    <a:pt x="5629003" y="1222932"/>
                  </a:lnTo>
                  <a:lnTo>
                    <a:pt x="5629129" y="1222932"/>
                  </a:lnTo>
                  <a:lnTo>
                    <a:pt x="5629255" y="1222932"/>
                  </a:lnTo>
                  <a:lnTo>
                    <a:pt x="5629381" y="1222932"/>
                  </a:lnTo>
                  <a:lnTo>
                    <a:pt x="5629508" y="1222932"/>
                  </a:lnTo>
                  <a:lnTo>
                    <a:pt x="5629634" y="1222932"/>
                  </a:lnTo>
                  <a:lnTo>
                    <a:pt x="5629760" y="1222932"/>
                  </a:lnTo>
                  <a:lnTo>
                    <a:pt x="5629886" y="1222932"/>
                  </a:lnTo>
                  <a:lnTo>
                    <a:pt x="5630265" y="1222932"/>
                  </a:lnTo>
                  <a:lnTo>
                    <a:pt x="5630518" y="1222932"/>
                  </a:lnTo>
                  <a:lnTo>
                    <a:pt x="5630896" y="1222932"/>
                  </a:lnTo>
                  <a:lnTo>
                    <a:pt x="5631023" y="1222932"/>
                  </a:lnTo>
                  <a:lnTo>
                    <a:pt x="5631275" y="1222932"/>
                  </a:lnTo>
                  <a:lnTo>
                    <a:pt x="5631528" y="1222932"/>
                  </a:lnTo>
                  <a:lnTo>
                    <a:pt x="5632538" y="1222932"/>
                  </a:lnTo>
                  <a:lnTo>
                    <a:pt x="5632664" y="1222932"/>
                  </a:lnTo>
                  <a:lnTo>
                    <a:pt x="5633421" y="1222932"/>
                  </a:lnTo>
                  <a:lnTo>
                    <a:pt x="5633548" y="1222932"/>
                  </a:lnTo>
                  <a:lnTo>
                    <a:pt x="5633674" y="1222932"/>
                  </a:lnTo>
                  <a:lnTo>
                    <a:pt x="5634053" y="1222932"/>
                  </a:lnTo>
                  <a:lnTo>
                    <a:pt x="5634305" y="1222932"/>
                  </a:lnTo>
                  <a:lnTo>
                    <a:pt x="5634558" y="1222932"/>
                  </a:lnTo>
                  <a:lnTo>
                    <a:pt x="5635189" y="1222932"/>
                  </a:lnTo>
                  <a:lnTo>
                    <a:pt x="5635315" y="1222932"/>
                  </a:lnTo>
                  <a:lnTo>
                    <a:pt x="5636325" y="1218020"/>
                  </a:lnTo>
                  <a:lnTo>
                    <a:pt x="5636957" y="1218020"/>
                  </a:lnTo>
                  <a:lnTo>
                    <a:pt x="5637209" y="1218020"/>
                  </a:lnTo>
                  <a:lnTo>
                    <a:pt x="5637462" y="1218020"/>
                  </a:lnTo>
                  <a:lnTo>
                    <a:pt x="5637714" y="1218020"/>
                  </a:lnTo>
                  <a:lnTo>
                    <a:pt x="5637840" y="1218020"/>
                  </a:lnTo>
                  <a:lnTo>
                    <a:pt x="5638219" y="1218020"/>
                  </a:lnTo>
                  <a:lnTo>
                    <a:pt x="5638345" y="1218020"/>
                  </a:lnTo>
                  <a:lnTo>
                    <a:pt x="5638977" y="1218020"/>
                  </a:lnTo>
                  <a:lnTo>
                    <a:pt x="5639103" y="1218020"/>
                  </a:lnTo>
                  <a:lnTo>
                    <a:pt x="5639608" y="1218020"/>
                  </a:lnTo>
                  <a:lnTo>
                    <a:pt x="5639734" y="1218020"/>
                  </a:lnTo>
                  <a:lnTo>
                    <a:pt x="5639861" y="1218020"/>
                  </a:lnTo>
                  <a:lnTo>
                    <a:pt x="5640239" y="1218020"/>
                  </a:lnTo>
                  <a:lnTo>
                    <a:pt x="5642133" y="1208198"/>
                  </a:lnTo>
                  <a:lnTo>
                    <a:pt x="5642512" y="1208198"/>
                  </a:lnTo>
                  <a:lnTo>
                    <a:pt x="5642764" y="1208198"/>
                  </a:lnTo>
                  <a:lnTo>
                    <a:pt x="5643143" y="1208198"/>
                  </a:lnTo>
                  <a:lnTo>
                    <a:pt x="5643396" y="1208198"/>
                  </a:lnTo>
                  <a:lnTo>
                    <a:pt x="5643648" y="1208198"/>
                  </a:lnTo>
                  <a:lnTo>
                    <a:pt x="5643774" y="1208198"/>
                  </a:lnTo>
                  <a:lnTo>
                    <a:pt x="5643901" y="1208198"/>
                  </a:lnTo>
                  <a:lnTo>
                    <a:pt x="5644280" y="1208198"/>
                  </a:lnTo>
                  <a:lnTo>
                    <a:pt x="5644406" y="1208198"/>
                  </a:lnTo>
                  <a:lnTo>
                    <a:pt x="5644785" y="1208198"/>
                  </a:lnTo>
                  <a:lnTo>
                    <a:pt x="5646047" y="1208198"/>
                  </a:lnTo>
                  <a:lnTo>
                    <a:pt x="5646300" y="1208198"/>
                  </a:lnTo>
                  <a:lnTo>
                    <a:pt x="5646678" y="1208198"/>
                  </a:lnTo>
                  <a:lnTo>
                    <a:pt x="5646805" y="1208198"/>
                  </a:lnTo>
                  <a:lnTo>
                    <a:pt x="5647057" y="1208198"/>
                  </a:lnTo>
                  <a:lnTo>
                    <a:pt x="5647183" y="1208198"/>
                  </a:lnTo>
                  <a:lnTo>
                    <a:pt x="5647310" y="1208198"/>
                  </a:lnTo>
                  <a:lnTo>
                    <a:pt x="5647436" y="1208198"/>
                  </a:lnTo>
                  <a:lnTo>
                    <a:pt x="5647815" y="1208198"/>
                  </a:lnTo>
                  <a:lnTo>
                    <a:pt x="5648067" y="1208198"/>
                  </a:lnTo>
                  <a:lnTo>
                    <a:pt x="5648572" y="1208198"/>
                  </a:lnTo>
                  <a:lnTo>
                    <a:pt x="5648698" y="1208198"/>
                  </a:lnTo>
                  <a:lnTo>
                    <a:pt x="5648825" y="1208198"/>
                  </a:lnTo>
                  <a:lnTo>
                    <a:pt x="5649582" y="1208198"/>
                  </a:lnTo>
                  <a:lnTo>
                    <a:pt x="5649709" y="1208198"/>
                  </a:lnTo>
                  <a:lnTo>
                    <a:pt x="5650845" y="1208198"/>
                  </a:lnTo>
                  <a:lnTo>
                    <a:pt x="5651097" y="1208198"/>
                  </a:lnTo>
                  <a:lnTo>
                    <a:pt x="5652486" y="1208198"/>
                  </a:lnTo>
                  <a:lnTo>
                    <a:pt x="5652865" y="1208198"/>
                  </a:lnTo>
                  <a:lnTo>
                    <a:pt x="5652991" y="1208198"/>
                  </a:lnTo>
                  <a:lnTo>
                    <a:pt x="5653244" y="1208198"/>
                  </a:lnTo>
                  <a:lnTo>
                    <a:pt x="5653496" y="1208198"/>
                  </a:lnTo>
                  <a:lnTo>
                    <a:pt x="5653622" y="1208198"/>
                  </a:lnTo>
                  <a:lnTo>
                    <a:pt x="5653749" y="1208198"/>
                  </a:lnTo>
                  <a:lnTo>
                    <a:pt x="5653875" y="1208198"/>
                  </a:lnTo>
                  <a:lnTo>
                    <a:pt x="5654633" y="1208198"/>
                  </a:lnTo>
                  <a:lnTo>
                    <a:pt x="5655138" y="1208198"/>
                  </a:lnTo>
                  <a:lnTo>
                    <a:pt x="5655390" y="1208198"/>
                  </a:lnTo>
                  <a:lnTo>
                    <a:pt x="5655769" y="1208198"/>
                  </a:lnTo>
                  <a:lnTo>
                    <a:pt x="5655895" y="1208198"/>
                  </a:lnTo>
                  <a:lnTo>
                    <a:pt x="5656021" y="1208198"/>
                  </a:lnTo>
                  <a:lnTo>
                    <a:pt x="5656400" y="1208198"/>
                  </a:lnTo>
                  <a:lnTo>
                    <a:pt x="5656653" y="1208198"/>
                  </a:lnTo>
                  <a:lnTo>
                    <a:pt x="5657031" y="1208198"/>
                  </a:lnTo>
                  <a:lnTo>
                    <a:pt x="5657158" y="1208198"/>
                  </a:lnTo>
                  <a:lnTo>
                    <a:pt x="5657284" y="1208198"/>
                  </a:lnTo>
                  <a:lnTo>
                    <a:pt x="5657536" y="1208198"/>
                  </a:lnTo>
                  <a:lnTo>
                    <a:pt x="5657789" y="1208198"/>
                  </a:lnTo>
                  <a:lnTo>
                    <a:pt x="5658168" y="1208198"/>
                  </a:lnTo>
                  <a:lnTo>
                    <a:pt x="5658294" y="1208198"/>
                  </a:lnTo>
                  <a:lnTo>
                    <a:pt x="5658420" y="1208198"/>
                  </a:lnTo>
                  <a:lnTo>
                    <a:pt x="5660567" y="1208198"/>
                  </a:lnTo>
                  <a:lnTo>
                    <a:pt x="5660819" y="1208198"/>
                  </a:lnTo>
                  <a:lnTo>
                    <a:pt x="5661072" y="1208198"/>
                  </a:lnTo>
                  <a:lnTo>
                    <a:pt x="5661198" y="1208198"/>
                  </a:lnTo>
                  <a:lnTo>
                    <a:pt x="5661324" y="1208198"/>
                  </a:lnTo>
                  <a:lnTo>
                    <a:pt x="5661703" y="1208198"/>
                  </a:lnTo>
                  <a:lnTo>
                    <a:pt x="5661829" y="1208198"/>
                  </a:lnTo>
                  <a:lnTo>
                    <a:pt x="5661955" y="1208198"/>
                  </a:lnTo>
                  <a:lnTo>
                    <a:pt x="5662082" y="1208198"/>
                  </a:lnTo>
                  <a:lnTo>
                    <a:pt x="5662334" y="1208198"/>
                  </a:lnTo>
                  <a:lnTo>
                    <a:pt x="5662839" y="1208198"/>
                  </a:lnTo>
                  <a:lnTo>
                    <a:pt x="5662965" y="1208198"/>
                  </a:lnTo>
                  <a:lnTo>
                    <a:pt x="5663092" y="1208198"/>
                  </a:lnTo>
                  <a:lnTo>
                    <a:pt x="5663975" y="1203286"/>
                  </a:lnTo>
                  <a:lnTo>
                    <a:pt x="5664480" y="1203286"/>
                  </a:lnTo>
                  <a:lnTo>
                    <a:pt x="5664733" y="1203286"/>
                  </a:lnTo>
                  <a:lnTo>
                    <a:pt x="5664859" y="1203286"/>
                  </a:lnTo>
                  <a:lnTo>
                    <a:pt x="5664986" y="1203286"/>
                  </a:lnTo>
                  <a:lnTo>
                    <a:pt x="5665112" y="1203286"/>
                  </a:lnTo>
                  <a:lnTo>
                    <a:pt x="5665238" y="1203286"/>
                  </a:lnTo>
                  <a:lnTo>
                    <a:pt x="5666627" y="1203286"/>
                  </a:lnTo>
                  <a:lnTo>
                    <a:pt x="5667258" y="1203286"/>
                  </a:lnTo>
                  <a:lnTo>
                    <a:pt x="5667763" y="1203286"/>
                  </a:lnTo>
                  <a:lnTo>
                    <a:pt x="5667889" y="1203286"/>
                  </a:lnTo>
                  <a:lnTo>
                    <a:pt x="5668016" y="1203286"/>
                  </a:lnTo>
                  <a:lnTo>
                    <a:pt x="5668268" y="1203286"/>
                  </a:lnTo>
                  <a:lnTo>
                    <a:pt x="5668899" y="1203286"/>
                  </a:lnTo>
                  <a:lnTo>
                    <a:pt x="5669026" y="1203286"/>
                  </a:lnTo>
                  <a:lnTo>
                    <a:pt x="5669783" y="1203286"/>
                  </a:lnTo>
                  <a:lnTo>
                    <a:pt x="5669909" y="1203286"/>
                  </a:lnTo>
                  <a:lnTo>
                    <a:pt x="5670288" y="1203286"/>
                  </a:lnTo>
                  <a:lnTo>
                    <a:pt x="5671298" y="1203286"/>
                  </a:lnTo>
                  <a:lnTo>
                    <a:pt x="5671551" y="1203286"/>
                  </a:lnTo>
                  <a:lnTo>
                    <a:pt x="5671677" y="1203286"/>
                  </a:lnTo>
                  <a:lnTo>
                    <a:pt x="5671803" y="1203286"/>
                  </a:lnTo>
                  <a:lnTo>
                    <a:pt x="5671930" y="1203286"/>
                  </a:lnTo>
                  <a:lnTo>
                    <a:pt x="5672435" y="1203286"/>
                  </a:lnTo>
                  <a:lnTo>
                    <a:pt x="5672813" y="1203286"/>
                  </a:lnTo>
                  <a:lnTo>
                    <a:pt x="5673192" y="1203286"/>
                  </a:lnTo>
                  <a:lnTo>
                    <a:pt x="5673318" y="1203286"/>
                  </a:lnTo>
                  <a:lnTo>
                    <a:pt x="5674202" y="1203286"/>
                  </a:lnTo>
                  <a:lnTo>
                    <a:pt x="5674707" y="1203286"/>
                  </a:lnTo>
                  <a:lnTo>
                    <a:pt x="5675465" y="1203286"/>
                  </a:lnTo>
                  <a:lnTo>
                    <a:pt x="5675844" y="1203286"/>
                  </a:lnTo>
                  <a:lnTo>
                    <a:pt x="5676349" y="1203286"/>
                  </a:lnTo>
                  <a:lnTo>
                    <a:pt x="5676601" y="1203286"/>
                  </a:lnTo>
                  <a:lnTo>
                    <a:pt x="5676854" y="1203286"/>
                  </a:lnTo>
                  <a:lnTo>
                    <a:pt x="5677106" y="1203286"/>
                  </a:lnTo>
                  <a:lnTo>
                    <a:pt x="5677485" y="1198375"/>
                  </a:lnTo>
                  <a:lnTo>
                    <a:pt x="5677737" y="1198375"/>
                  </a:lnTo>
                  <a:lnTo>
                    <a:pt x="5679000" y="1198375"/>
                  </a:lnTo>
                  <a:lnTo>
                    <a:pt x="5679126" y="1198375"/>
                  </a:lnTo>
                  <a:lnTo>
                    <a:pt x="5679252" y="1198375"/>
                  </a:lnTo>
                  <a:lnTo>
                    <a:pt x="5679884" y="1198375"/>
                  </a:lnTo>
                  <a:lnTo>
                    <a:pt x="5680010" y="1198375"/>
                  </a:lnTo>
                  <a:lnTo>
                    <a:pt x="5680136" y="1198375"/>
                  </a:lnTo>
                  <a:lnTo>
                    <a:pt x="5680894" y="1198375"/>
                  </a:lnTo>
                  <a:lnTo>
                    <a:pt x="5681020" y="1198375"/>
                  </a:lnTo>
                  <a:lnTo>
                    <a:pt x="5681146" y="1198375"/>
                  </a:lnTo>
                  <a:lnTo>
                    <a:pt x="5681399" y="1198375"/>
                  </a:lnTo>
                  <a:lnTo>
                    <a:pt x="5682409" y="1198375"/>
                  </a:lnTo>
                  <a:lnTo>
                    <a:pt x="5682535" y="1198375"/>
                  </a:lnTo>
                  <a:lnTo>
                    <a:pt x="5682661" y="1198375"/>
                  </a:lnTo>
                  <a:lnTo>
                    <a:pt x="5683671" y="1198375"/>
                  </a:lnTo>
                  <a:lnTo>
                    <a:pt x="5683798" y="1198375"/>
                  </a:lnTo>
                  <a:lnTo>
                    <a:pt x="5684176" y="1198375"/>
                  </a:lnTo>
                  <a:lnTo>
                    <a:pt x="5684808" y="1198375"/>
                  </a:lnTo>
                  <a:lnTo>
                    <a:pt x="5684934" y="1198375"/>
                  </a:lnTo>
                  <a:lnTo>
                    <a:pt x="5685060" y="1198375"/>
                  </a:lnTo>
                  <a:lnTo>
                    <a:pt x="5686702" y="1198375"/>
                  </a:lnTo>
                  <a:lnTo>
                    <a:pt x="5686954" y="1198375"/>
                  </a:lnTo>
                  <a:lnTo>
                    <a:pt x="5687207" y="1198375"/>
                  </a:lnTo>
                  <a:lnTo>
                    <a:pt x="5687333" y="1198375"/>
                  </a:lnTo>
                  <a:lnTo>
                    <a:pt x="5687838" y="1198375"/>
                  </a:lnTo>
                  <a:lnTo>
                    <a:pt x="5687964" y="1198375"/>
                  </a:lnTo>
                  <a:lnTo>
                    <a:pt x="5688090" y="1198375"/>
                  </a:lnTo>
                  <a:lnTo>
                    <a:pt x="5688217" y="1198375"/>
                  </a:lnTo>
                  <a:lnTo>
                    <a:pt x="5688469" y="1198375"/>
                  </a:lnTo>
                  <a:lnTo>
                    <a:pt x="5688595" y="1198375"/>
                  </a:lnTo>
                  <a:lnTo>
                    <a:pt x="5688848" y="1198375"/>
                  </a:lnTo>
                  <a:lnTo>
                    <a:pt x="5689984" y="1198375"/>
                  </a:lnTo>
                  <a:lnTo>
                    <a:pt x="5690110" y="1198375"/>
                  </a:lnTo>
                  <a:lnTo>
                    <a:pt x="5690489" y="1198375"/>
                  </a:lnTo>
                  <a:lnTo>
                    <a:pt x="5690615" y="1198375"/>
                  </a:lnTo>
                  <a:lnTo>
                    <a:pt x="5690742" y="1198375"/>
                  </a:lnTo>
                  <a:lnTo>
                    <a:pt x="5690994" y="1198375"/>
                  </a:lnTo>
                  <a:lnTo>
                    <a:pt x="5691121" y="1198375"/>
                  </a:lnTo>
                  <a:lnTo>
                    <a:pt x="5691499" y="1198375"/>
                  </a:lnTo>
                  <a:lnTo>
                    <a:pt x="5691752" y="1198375"/>
                  </a:lnTo>
                  <a:lnTo>
                    <a:pt x="5692257" y="1198375"/>
                  </a:lnTo>
                  <a:lnTo>
                    <a:pt x="5693267" y="1198375"/>
                  </a:lnTo>
                  <a:lnTo>
                    <a:pt x="5693393" y="1198375"/>
                  </a:lnTo>
                  <a:lnTo>
                    <a:pt x="5693772" y="1198375"/>
                  </a:lnTo>
                  <a:lnTo>
                    <a:pt x="5694151" y="1198375"/>
                  </a:lnTo>
                  <a:lnTo>
                    <a:pt x="5694529" y="1198375"/>
                  </a:lnTo>
                  <a:lnTo>
                    <a:pt x="5694656" y="1198375"/>
                  </a:lnTo>
                  <a:lnTo>
                    <a:pt x="5695034" y="1198375"/>
                  </a:lnTo>
                  <a:lnTo>
                    <a:pt x="5695287" y="1198375"/>
                  </a:lnTo>
                  <a:lnTo>
                    <a:pt x="5695792" y="1198375"/>
                  </a:lnTo>
                  <a:lnTo>
                    <a:pt x="5695918" y="1198375"/>
                  </a:lnTo>
                  <a:lnTo>
                    <a:pt x="5696171" y="1198375"/>
                  </a:lnTo>
                  <a:lnTo>
                    <a:pt x="5697812" y="1198375"/>
                  </a:lnTo>
                  <a:lnTo>
                    <a:pt x="5697938" y="1198375"/>
                  </a:lnTo>
                  <a:lnTo>
                    <a:pt x="5698065" y="1198375"/>
                  </a:lnTo>
                  <a:lnTo>
                    <a:pt x="5698443" y="1198375"/>
                  </a:lnTo>
                  <a:lnTo>
                    <a:pt x="5698570" y="1198375"/>
                  </a:lnTo>
                  <a:lnTo>
                    <a:pt x="5698822" y="1198375"/>
                  </a:lnTo>
                  <a:lnTo>
                    <a:pt x="5699201" y="1198375"/>
                  </a:lnTo>
                  <a:lnTo>
                    <a:pt x="5699327" y="1198375"/>
                  </a:lnTo>
                  <a:lnTo>
                    <a:pt x="5699706" y="1198375"/>
                  </a:lnTo>
                  <a:lnTo>
                    <a:pt x="5700085" y="1198375"/>
                  </a:lnTo>
                  <a:lnTo>
                    <a:pt x="5700211" y="1198375"/>
                  </a:lnTo>
                  <a:lnTo>
                    <a:pt x="5700463" y="1198375"/>
                  </a:lnTo>
                  <a:lnTo>
                    <a:pt x="5700590" y="1198375"/>
                  </a:lnTo>
                  <a:lnTo>
                    <a:pt x="5701221" y="1198375"/>
                  </a:lnTo>
                  <a:lnTo>
                    <a:pt x="5701347" y="1198375"/>
                  </a:lnTo>
                  <a:lnTo>
                    <a:pt x="5702105" y="1198375"/>
                  </a:lnTo>
                  <a:lnTo>
                    <a:pt x="5702862" y="1198375"/>
                  </a:lnTo>
                  <a:lnTo>
                    <a:pt x="5702989" y="1198375"/>
                  </a:lnTo>
                  <a:lnTo>
                    <a:pt x="5703115" y="1198375"/>
                  </a:lnTo>
                  <a:lnTo>
                    <a:pt x="5703367" y="1198375"/>
                  </a:lnTo>
                  <a:lnTo>
                    <a:pt x="5703494" y="1198375"/>
                  </a:lnTo>
                  <a:lnTo>
                    <a:pt x="5703999" y="1198375"/>
                  </a:lnTo>
                  <a:lnTo>
                    <a:pt x="5704756" y="1198375"/>
                  </a:lnTo>
                  <a:lnTo>
                    <a:pt x="5704882" y="1198375"/>
                  </a:lnTo>
                  <a:lnTo>
                    <a:pt x="5705009" y="1198375"/>
                  </a:lnTo>
                  <a:lnTo>
                    <a:pt x="5705387" y="1198375"/>
                  </a:lnTo>
                  <a:lnTo>
                    <a:pt x="5705640" y="1198375"/>
                  </a:lnTo>
                  <a:lnTo>
                    <a:pt x="5705766" y="1198375"/>
                  </a:lnTo>
                  <a:lnTo>
                    <a:pt x="5706019" y="1198375"/>
                  </a:lnTo>
                  <a:lnTo>
                    <a:pt x="5706145" y="1198375"/>
                  </a:lnTo>
                  <a:lnTo>
                    <a:pt x="5706271" y="1198375"/>
                  </a:lnTo>
                  <a:lnTo>
                    <a:pt x="5706398" y="1198375"/>
                  </a:lnTo>
                  <a:lnTo>
                    <a:pt x="5706903" y="1198375"/>
                  </a:lnTo>
                  <a:lnTo>
                    <a:pt x="5707029" y="1198375"/>
                  </a:lnTo>
                  <a:lnTo>
                    <a:pt x="5708039" y="1193464"/>
                  </a:lnTo>
                  <a:lnTo>
                    <a:pt x="5708165" y="1193464"/>
                  </a:lnTo>
                  <a:lnTo>
                    <a:pt x="5708291" y="1193464"/>
                  </a:lnTo>
                  <a:lnTo>
                    <a:pt x="5709049" y="1193464"/>
                  </a:lnTo>
                  <a:lnTo>
                    <a:pt x="5710059" y="1193464"/>
                  </a:lnTo>
                  <a:lnTo>
                    <a:pt x="5710185" y="1193464"/>
                  </a:lnTo>
                  <a:lnTo>
                    <a:pt x="5710311" y="1193464"/>
                  </a:lnTo>
                  <a:lnTo>
                    <a:pt x="5710690" y="1188552"/>
                  </a:lnTo>
                  <a:lnTo>
                    <a:pt x="5710816" y="1188552"/>
                  </a:lnTo>
                  <a:lnTo>
                    <a:pt x="5711700" y="1188552"/>
                  </a:lnTo>
                  <a:lnTo>
                    <a:pt x="5711827" y="1188552"/>
                  </a:lnTo>
                  <a:lnTo>
                    <a:pt x="5711953" y="1188552"/>
                  </a:lnTo>
                  <a:lnTo>
                    <a:pt x="5712332" y="1188552"/>
                  </a:lnTo>
                  <a:lnTo>
                    <a:pt x="5712458" y="1188552"/>
                  </a:lnTo>
                  <a:lnTo>
                    <a:pt x="5712584" y="1188552"/>
                  </a:lnTo>
                  <a:lnTo>
                    <a:pt x="5712710" y="1188552"/>
                  </a:lnTo>
                  <a:lnTo>
                    <a:pt x="5712837" y="1188552"/>
                  </a:lnTo>
                  <a:lnTo>
                    <a:pt x="5712963" y="1188552"/>
                  </a:lnTo>
                  <a:lnTo>
                    <a:pt x="5713215" y="1188552"/>
                  </a:lnTo>
                  <a:lnTo>
                    <a:pt x="5714352" y="1188552"/>
                  </a:lnTo>
                  <a:lnTo>
                    <a:pt x="5714730" y="1183641"/>
                  </a:lnTo>
                  <a:lnTo>
                    <a:pt x="5715867" y="1183641"/>
                  </a:lnTo>
                  <a:lnTo>
                    <a:pt x="5716245" y="1183641"/>
                  </a:lnTo>
                  <a:lnTo>
                    <a:pt x="5716751" y="1183641"/>
                  </a:lnTo>
                  <a:lnTo>
                    <a:pt x="5717634" y="1183641"/>
                  </a:lnTo>
                  <a:lnTo>
                    <a:pt x="5717761" y="1183641"/>
                  </a:lnTo>
                  <a:lnTo>
                    <a:pt x="5718139" y="1178729"/>
                  </a:lnTo>
                  <a:lnTo>
                    <a:pt x="5718266" y="1178729"/>
                  </a:lnTo>
                  <a:lnTo>
                    <a:pt x="5718392" y="1178729"/>
                  </a:lnTo>
                  <a:lnTo>
                    <a:pt x="5718518" y="1178729"/>
                  </a:lnTo>
                  <a:lnTo>
                    <a:pt x="5719781" y="1178729"/>
                  </a:lnTo>
                  <a:lnTo>
                    <a:pt x="5720159" y="1178729"/>
                  </a:lnTo>
                  <a:lnTo>
                    <a:pt x="5720286" y="1178729"/>
                  </a:lnTo>
                  <a:lnTo>
                    <a:pt x="5720412" y="1178729"/>
                  </a:lnTo>
                  <a:lnTo>
                    <a:pt x="5721296" y="1178729"/>
                  </a:lnTo>
                  <a:lnTo>
                    <a:pt x="5721548" y="1178729"/>
                  </a:lnTo>
                  <a:lnTo>
                    <a:pt x="5721675" y="1178729"/>
                  </a:lnTo>
                  <a:lnTo>
                    <a:pt x="5722053" y="1173818"/>
                  </a:lnTo>
                  <a:lnTo>
                    <a:pt x="5722306" y="1173818"/>
                  </a:lnTo>
                  <a:lnTo>
                    <a:pt x="5722811" y="1173818"/>
                  </a:lnTo>
                  <a:lnTo>
                    <a:pt x="5723316" y="1173818"/>
                  </a:lnTo>
                  <a:lnTo>
                    <a:pt x="5723821" y="1173818"/>
                  </a:lnTo>
                  <a:lnTo>
                    <a:pt x="5723947" y="1173818"/>
                  </a:lnTo>
                  <a:lnTo>
                    <a:pt x="5724073" y="1173818"/>
                  </a:lnTo>
                  <a:lnTo>
                    <a:pt x="5724326" y="1173818"/>
                  </a:lnTo>
                  <a:lnTo>
                    <a:pt x="5724578" y="1173818"/>
                  </a:lnTo>
                  <a:lnTo>
                    <a:pt x="5724831" y="1173818"/>
                  </a:lnTo>
                  <a:lnTo>
                    <a:pt x="5724957" y="1173818"/>
                  </a:lnTo>
                  <a:lnTo>
                    <a:pt x="5725083" y="1173818"/>
                  </a:lnTo>
                  <a:lnTo>
                    <a:pt x="5725588" y="1173818"/>
                  </a:lnTo>
                  <a:lnTo>
                    <a:pt x="5725841" y="1173818"/>
                  </a:lnTo>
                  <a:lnTo>
                    <a:pt x="5725967" y="1173818"/>
                  </a:lnTo>
                  <a:lnTo>
                    <a:pt x="5726093" y="1173818"/>
                  </a:lnTo>
                  <a:lnTo>
                    <a:pt x="5726220" y="1173818"/>
                  </a:lnTo>
                  <a:lnTo>
                    <a:pt x="5726598" y="1173818"/>
                  </a:lnTo>
                  <a:lnTo>
                    <a:pt x="5726725" y="1173818"/>
                  </a:lnTo>
                  <a:lnTo>
                    <a:pt x="5726851" y="1173818"/>
                  </a:lnTo>
                  <a:lnTo>
                    <a:pt x="5726977" y="1173818"/>
                  </a:lnTo>
                  <a:lnTo>
                    <a:pt x="5727861" y="1173818"/>
                  </a:lnTo>
                  <a:lnTo>
                    <a:pt x="5728366" y="1173818"/>
                  </a:lnTo>
                  <a:lnTo>
                    <a:pt x="5729124" y="1173818"/>
                  </a:lnTo>
                  <a:lnTo>
                    <a:pt x="5729250" y="1173818"/>
                  </a:lnTo>
                  <a:lnTo>
                    <a:pt x="5729881" y="1173818"/>
                  </a:lnTo>
                  <a:lnTo>
                    <a:pt x="5730007" y="1173818"/>
                  </a:lnTo>
                  <a:lnTo>
                    <a:pt x="5730134" y="1173818"/>
                  </a:lnTo>
                  <a:lnTo>
                    <a:pt x="5730260" y="1173818"/>
                  </a:lnTo>
                  <a:lnTo>
                    <a:pt x="5730386" y="1173818"/>
                  </a:lnTo>
                  <a:lnTo>
                    <a:pt x="5730891" y="1173818"/>
                  </a:lnTo>
                  <a:lnTo>
                    <a:pt x="5731270" y="1173818"/>
                  </a:lnTo>
                  <a:lnTo>
                    <a:pt x="5731522" y="1173818"/>
                  </a:lnTo>
                  <a:lnTo>
                    <a:pt x="5731649" y="1173818"/>
                  </a:lnTo>
                  <a:lnTo>
                    <a:pt x="5731775" y="1173818"/>
                  </a:lnTo>
                  <a:lnTo>
                    <a:pt x="5731901" y="1173818"/>
                  </a:lnTo>
                  <a:lnTo>
                    <a:pt x="5732154" y="1173818"/>
                  </a:lnTo>
                  <a:lnTo>
                    <a:pt x="5732533" y="1173818"/>
                  </a:lnTo>
                  <a:lnTo>
                    <a:pt x="5732785" y="1173818"/>
                  </a:lnTo>
                  <a:lnTo>
                    <a:pt x="5733164" y="1173818"/>
                  </a:lnTo>
                  <a:lnTo>
                    <a:pt x="5733290" y="1173818"/>
                  </a:lnTo>
                  <a:lnTo>
                    <a:pt x="5733543" y="1173818"/>
                  </a:lnTo>
                  <a:lnTo>
                    <a:pt x="5733795" y="1173818"/>
                  </a:lnTo>
                  <a:lnTo>
                    <a:pt x="5734048" y="1173818"/>
                  </a:lnTo>
                  <a:lnTo>
                    <a:pt x="5734174" y="1173818"/>
                  </a:lnTo>
                  <a:lnTo>
                    <a:pt x="5734553" y="1173818"/>
                  </a:lnTo>
                  <a:lnTo>
                    <a:pt x="5734931" y="1173818"/>
                  </a:lnTo>
                  <a:lnTo>
                    <a:pt x="5735436" y="1168907"/>
                  </a:lnTo>
                  <a:lnTo>
                    <a:pt x="5735815" y="1168907"/>
                  </a:lnTo>
                  <a:lnTo>
                    <a:pt x="5736320" y="1168907"/>
                  </a:lnTo>
                  <a:lnTo>
                    <a:pt x="5736446" y="1168907"/>
                  </a:lnTo>
                  <a:lnTo>
                    <a:pt x="5736699" y="1168907"/>
                  </a:lnTo>
                  <a:lnTo>
                    <a:pt x="5736825" y="1168907"/>
                  </a:lnTo>
                  <a:lnTo>
                    <a:pt x="5737204" y="1168907"/>
                  </a:lnTo>
                  <a:lnTo>
                    <a:pt x="5737962" y="1168907"/>
                  </a:lnTo>
                  <a:lnTo>
                    <a:pt x="5738088" y="1168907"/>
                  </a:lnTo>
                  <a:lnTo>
                    <a:pt x="5738845" y="1168907"/>
                  </a:lnTo>
                  <a:lnTo>
                    <a:pt x="5739098" y="1163995"/>
                  </a:lnTo>
                  <a:lnTo>
                    <a:pt x="5739350" y="1163995"/>
                  </a:lnTo>
                  <a:lnTo>
                    <a:pt x="5739603" y="1163995"/>
                  </a:lnTo>
                  <a:lnTo>
                    <a:pt x="5739729" y="1163995"/>
                  </a:lnTo>
                  <a:lnTo>
                    <a:pt x="5741244" y="1163995"/>
                  </a:lnTo>
                  <a:lnTo>
                    <a:pt x="5742254" y="1159084"/>
                  </a:lnTo>
                  <a:lnTo>
                    <a:pt x="5742381" y="1159084"/>
                  </a:lnTo>
                  <a:lnTo>
                    <a:pt x="5742507" y="1159084"/>
                  </a:lnTo>
                  <a:lnTo>
                    <a:pt x="5743517" y="1154173"/>
                  </a:lnTo>
                  <a:lnTo>
                    <a:pt x="5743643" y="1154173"/>
                  </a:lnTo>
                  <a:lnTo>
                    <a:pt x="5743896" y="1154173"/>
                  </a:lnTo>
                  <a:lnTo>
                    <a:pt x="5744022" y="1154173"/>
                  </a:lnTo>
                  <a:lnTo>
                    <a:pt x="5745032" y="1149261"/>
                  </a:lnTo>
                  <a:lnTo>
                    <a:pt x="5745663" y="1149261"/>
                  </a:lnTo>
                  <a:lnTo>
                    <a:pt x="5746042" y="1149261"/>
                  </a:lnTo>
                  <a:lnTo>
                    <a:pt x="5746168" y="1149261"/>
                  </a:lnTo>
                  <a:lnTo>
                    <a:pt x="5747052" y="1149261"/>
                  </a:lnTo>
                  <a:lnTo>
                    <a:pt x="5747810" y="1149261"/>
                  </a:lnTo>
                  <a:lnTo>
                    <a:pt x="5748441" y="1149261"/>
                  </a:lnTo>
                  <a:lnTo>
                    <a:pt x="5749325" y="1149261"/>
                  </a:lnTo>
                  <a:lnTo>
                    <a:pt x="5749956" y="1149261"/>
                  </a:lnTo>
                  <a:lnTo>
                    <a:pt x="5750082" y="1149261"/>
                  </a:lnTo>
                  <a:lnTo>
                    <a:pt x="5750461" y="1149261"/>
                  </a:lnTo>
                  <a:lnTo>
                    <a:pt x="5750587" y="1149261"/>
                  </a:lnTo>
                  <a:lnTo>
                    <a:pt x="5750713" y="1149261"/>
                  </a:lnTo>
                  <a:lnTo>
                    <a:pt x="5751218" y="1144350"/>
                  </a:lnTo>
                  <a:lnTo>
                    <a:pt x="5751850" y="1144350"/>
                  </a:lnTo>
                  <a:lnTo>
                    <a:pt x="5752102" y="1144350"/>
                  </a:lnTo>
                  <a:lnTo>
                    <a:pt x="5752734" y="1144350"/>
                  </a:lnTo>
                  <a:lnTo>
                    <a:pt x="5752986" y="1144350"/>
                  </a:lnTo>
                  <a:lnTo>
                    <a:pt x="5753870" y="1144350"/>
                  </a:lnTo>
                  <a:lnTo>
                    <a:pt x="5754249" y="1144350"/>
                  </a:lnTo>
                  <a:lnTo>
                    <a:pt x="5754375" y="1144350"/>
                  </a:lnTo>
                  <a:lnTo>
                    <a:pt x="5754754" y="1144350"/>
                  </a:lnTo>
                  <a:lnTo>
                    <a:pt x="5754880" y="1144350"/>
                  </a:lnTo>
                  <a:lnTo>
                    <a:pt x="5755006" y="1144350"/>
                  </a:lnTo>
                  <a:lnTo>
                    <a:pt x="5755259" y="1144350"/>
                  </a:lnTo>
                  <a:lnTo>
                    <a:pt x="5755385" y="1144350"/>
                  </a:lnTo>
                  <a:lnTo>
                    <a:pt x="5755511" y="1144350"/>
                  </a:lnTo>
                  <a:lnTo>
                    <a:pt x="5756016" y="1144350"/>
                  </a:lnTo>
                  <a:lnTo>
                    <a:pt x="5756142" y="1144350"/>
                  </a:lnTo>
                  <a:lnTo>
                    <a:pt x="5756395" y="1144350"/>
                  </a:lnTo>
                  <a:lnTo>
                    <a:pt x="5756521" y="1144350"/>
                  </a:lnTo>
                  <a:lnTo>
                    <a:pt x="5756647" y="1144350"/>
                  </a:lnTo>
                  <a:lnTo>
                    <a:pt x="5756774" y="1144350"/>
                  </a:lnTo>
                  <a:lnTo>
                    <a:pt x="5757657" y="1144350"/>
                  </a:lnTo>
                  <a:lnTo>
                    <a:pt x="5757784" y="1144350"/>
                  </a:lnTo>
                  <a:lnTo>
                    <a:pt x="5758289" y="1144350"/>
                  </a:lnTo>
                  <a:lnTo>
                    <a:pt x="5758668" y="1144350"/>
                  </a:lnTo>
                  <a:lnTo>
                    <a:pt x="5758794" y="1144350"/>
                  </a:lnTo>
                  <a:lnTo>
                    <a:pt x="5759046" y="1144350"/>
                  </a:lnTo>
                  <a:lnTo>
                    <a:pt x="5759299" y="1144350"/>
                  </a:lnTo>
                  <a:lnTo>
                    <a:pt x="5759425" y="1144350"/>
                  </a:lnTo>
                  <a:lnTo>
                    <a:pt x="5759551" y="1144350"/>
                  </a:lnTo>
                  <a:lnTo>
                    <a:pt x="5759930" y="1144350"/>
                  </a:lnTo>
                  <a:lnTo>
                    <a:pt x="5760056" y="1144350"/>
                  </a:lnTo>
                  <a:lnTo>
                    <a:pt x="5760309" y="1144350"/>
                  </a:lnTo>
                  <a:lnTo>
                    <a:pt x="5760688" y="1144350"/>
                  </a:lnTo>
                  <a:lnTo>
                    <a:pt x="5760814" y="1144350"/>
                  </a:lnTo>
                  <a:lnTo>
                    <a:pt x="5760940" y="1144350"/>
                  </a:lnTo>
                  <a:lnTo>
                    <a:pt x="5761066" y="1144350"/>
                  </a:lnTo>
                  <a:lnTo>
                    <a:pt x="5761319" y="1144350"/>
                  </a:lnTo>
                  <a:lnTo>
                    <a:pt x="5761445" y="1144350"/>
                  </a:lnTo>
                  <a:lnTo>
                    <a:pt x="5761571" y="1144350"/>
                  </a:lnTo>
                  <a:lnTo>
                    <a:pt x="5761698" y="1144350"/>
                  </a:lnTo>
                  <a:lnTo>
                    <a:pt x="5761824" y="1144350"/>
                  </a:lnTo>
                  <a:lnTo>
                    <a:pt x="5762076" y="1144350"/>
                  </a:lnTo>
                  <a:lnTo>
                    <a:pt x="5762329" y="1144350"/>
                  </a:lnTo>
                  <a:lnTo>
                    <a:pt x="5762455" y="1144350"/>
                  </a:lnTo>
                  <a:lnTo>
                    <a:pt x="5762834" y="1144350"/>
                  </a:lnTo>
                  <a:lnTo>
                    <a:pt x="5762960" y="1144350"/>
                  </a:lnTo>
                  <a:lnTo>
                    <a:pt x="5763087" y="1144350"/>
                  </a:lnTo>
                  <a:lnTo>
                    <a:pt x="5763339" y="1144350"/>
                  </a:lnTo>
                  <a:lnTo>
                    <a:pt x="5774576" y="1134527"/>
                  </a:lnTo>
                  <a:lnTo>
                    <a:pt x="5774702" y="1134527"/>
                  </a:lnTo>
                  <a:lnTo>
                    <a:pt x="5774828" y="1134527"/>
                  </a:lnTo>
                  <a:lnTo>
                    <a:pt x="5775586" y="1134527"/>
                  </a:lnTo>
                  <a:lnTo>
                    <a:pt x="5775712" y="1134527"/>
                  </a:lnTo>
                  <a:lnTo>
                    <a:pt x="5776343" y="1134527"/>
                  </a:lnTo>
                  <a:lnTo>
                    <a:pt x="5776596" y="1134527"/>
                  </a:lnTo>
                  <a:lnTo>
                    <a:pt x="5776848" y="1134527"/>
                  </a:lnTo>
                  <a:lnTo>
                    <a:pt x="5776975" y="1134527"/>
                  </a:lnTo>
                  <a:lnTo>
                    <a:pt x="5777353" y="1134527"/>
                  </a:lnTo>
                  <a:lnTo>
                    <a:pt x="5777732" y="1129616"/>
                  </a:lnTo>
                  <a:lnTo>
                    <a:pt x="5777858" y="1129616"/>
                  </a:lnTo>
                  <a:lnTo>
                    <a:pt x="5777985" y="1129616"/>
                  </a:lnTo>
                  <a:lnTo>
                    <a:pt x="5779247" y="1129616"/>
                  </a:lnTo>
                  <a:lnTo>
                    <a:pt x="5779374" y="1129616"/>
                  </a:lnTo>
                  <a:lnTo>
                    <a:pt x="5780257" y="1129616"/>
                  </a:lnTo>
                  <a:lnTo>
                    <a:pt x="5780762" y="1129616"/>
                  </a:lnTo>
                  <a:lnTo>
                    <a:pt x="5781520" y="1129616"/>
                  </a:lnTo>
                  <a:lnTo>
                    <a:pt x="5781646" y="1129616"/>
                  </a:lnTo>
                  <a:lnTo>
                    <a:pt x="5782151" y="1129616"/>
                  </a:lnTo>
                  <a:lnTo>
                    <a:pt x="5782404" y="1129616"/>
                  </a:lnTo>
                  <a:lnTo>
                    <a:pt x="5782530" y="1129616"/>
                  </a:lnTo>
                  <a:lnTo>
                    <a:pt x="5783035" y="1129616"/>
                  </a:lnTo>
                  <a:lnTo>
                    <a:pt x="5783287" y="1129616"/>
                  </a:lnTo>
                  <a:lnTo>
                    <a:pt x="5783793" y="1129616"/>
                  </a:lnTo>
                  <a:lnTo>
                    <a:pt x="5784045" y="1129616"/>
                  </a:lnTo>
                  <a:lnTo>
                    <a:pt x="5784550" y="1129616"/>
                  </a:lnTo>
                  <a:lnTo>
                    <a:pt x="5784803" y="1129616"/>
                  </a:lnTo>
                  <a:lnTo>
                    <a:pt x="5784929" y="1129616"/>
                  </a:lnTo>
                  <a:lnTo>
                    <a:pt x="5785560" y="1129616"/>
                  </a:lnTo>
                  <a:lnTo>
                    <a:pt x="5786065" y="1129616"/>
                  </a:lnTo>
                  <a:lnTo>
                    <a:pt x="5786318" y="1129616"/>
                  </a:lnTo>
                  <a:lnTo>
                    <a:pt x="5786444" y="1129616"/>
                  </a:lnTo>
                  <a:lnTo>
                    <a:pt x="5786570" y="1129616"/>
                  </a:lnTo>
                  <a:lnTo>
                    <a:pt x="5786696" y="1129616"/>
                  </a:lnTo>
                  <a:lnTo>
                    <a:pt x="5786949" y="1129616"/>
                  </a:lnTo>
                  <a:lnTo>
                    <a:pt x="5787075" y="1129616"/>
                  </a:lnTo>
                  <a:lnTo>
                    <a:pt x="5787201" y="1129616"/>
                  </a:lnTo>
                  <a:lnTo>
                    <a:pt x="5787580" y="1129616"/>
                  </a:lnTo>
                  <a:lnTo>
                    <a:pt x="5787706" y="1129616"/>
                  </a:lnTo>
                  <a:lnTo>
                    <a:pt x="5788338" y="1129616"/>
                  </a:lnTo>
                  <a:lnTo>
                    <a:pt x="5788464" y="1129616"/>
                  </a:lnTo>
                  <a:lnTo>
                    <a:pt x="5788590" y="1129616"/>
                  </a:lnTo>
                  <a:lnTo>
                    <a:pt x="5788843" y="1129616"/>
                  </a:lnTo>
                  <a:lnTo>
                    <a:pt x="5788969" y="1129616"/>
                  </a:lnTo>
                  <a:lnTo>
                    <a:pt x="5789095" y="1129616"/>
                  </a:lnTo>
                  <a:lnTo>
                    <a:pt x="5789222" y="1129616"/>
                  </a:lnTo>
                  <a:lnTo>
                    <a:pt x="5789474" y="1129616"/>
                  </a:lnTo>
                  <a:lnTo>
                    <a:pt x="5790105" y="1129616"/>
                  </a:lnTo>
                  <a:lnTo>
                    <a:pt x="5790232" y="1129616"/>
                  </a:lnTo>
                  <a:lnTo>
                    <a:pt x="5790484" y="1129616"/>
                  </a:lnTo>
                  <a:lnTo>
                    <a:pt x="5790737" y="1129616"/>
                  </a:lnTo>
                  <a:lnTo>
                    <a:pt x="5790863" y="1129616"/>
                  </a:lnTo>
                  <a:lnTo>
                    <a:pt x="5791242" y="1129616"/>
                  </a:lnTo>
                  <a:lnTo>
                    <a:pt x="5791368" y="1129616"/>
                  </a:lnTo>
                  <a:lnTo>
                    <a:pt x="5791494" y="1129616"/>
                  </a:lnTo>
                  <a:lnTo>
                    <a:pt x="5791747" y="1129616"/>
                  </a:lnTo>
                  <a:lnTo>
                    <a:pt x="5792252" y="1129616"/>
                  </a:lnTo>
                  <a:lnTo>
                    <a:pt x="5793262" y="1129616"/>
                  </a:lnTo>
                  <a:lnTo>
                    <a:pt x="5793640" y="1129616"/>
                  </a:lnTo>
                  <a:lnTo>
                    <a:pt x="5793893" y="1129616"/>
                  </a:lnTo>
                  <a:lnTo>
                    <a:pt x="5794019" y="1129616"/>
                  </a:lnTo>
                  <a:lnTo>
                    <a:pt x="5794903" y="1129616"/>
                  </a:lnTo>
                  <a:lnTo>
                    <a:pt x="5795282" y="1129616"/>
                  </a:lnTo>
                  <a:lnTo>
                    <a:pt x="5795534" y="1129616"/>
                  </a:lnTo>
                  <a:lnTo>
                    <a:pt x="5795661" y="1129616"/>
                  </a:lnTo>
                  <a:lnTo>
                    <a:pt x="5796671" y="1129616"/>
                  </a:lnTo>
                  <a:lnTo>
                    <a:pt x="5796797" y="1129616"/>
                  </a:lnTo>
                  <a:lnTo>
                    <a:pt x="5797681" y="1129616"/>
                  </a:lnTo>
                  <a:lnTo>
                    <a:pt x="5798059" y="1129616"/>
                  </a:lnTo>
                  <a:lnTo>
                    <a:pt x="5799448" y="1124704"/>
                  </a:lnTo>
                  <a:lnTo>
                    <a:pt x="5799827" y="1124704"/>
                  </a:lnTo>
                  <a:lnTo>
                    <a:pt x="5800080" y="1124704"/>
                  </a:lnTo>
                  <a:lnTo>
                    <a:pt x="5800837" y="1124704"/>
                  </a:lnTo>
                  <a:lnTo>
                    <a:pt x="5801090" y="1124704"/>
                  </a:lnTo>
                  <a:lnTo>
                    <a:pt x="5801468" y="1124704"/>
                  </a:lnTo>
                  <a:lnTo>
                    <a:pt x="5802100" y="1124704"/>
                  </a:lnTo>
                  <a:lnTo>
                    <a:pt x="5802352" y="1124704"/>
                  </a:lnTo>
                  <a:lnTo>
                    <a:pt x="5802731" y="1124704"/>
                  </a:lnTo>
                  <a:lnTo>
                    <a:pt x="5803615" y="1124704"/>
                  </a:lnTo>
                  <a:lnTo>
                    <a:pt x="5804246" y="1124704"/>
                  </a:lnTo>
                  <a:lnTo>
                    <a:pt x="5804751" y="1124704"/>
                  </a:lnTo>
                  <a:lnTo>
                    <a:pt x="5805004" y="1124704"/>
                  </a:lnTo>
                  <a:lnTo>
                    <a:pt x="5805256" y="1124704"/>
                  </a:lnTo>
                  <a:lnTo>
                    <a:pt x="5805761" y="1124704"/>
                  </a:lnTo>
                  <a:lnTo>
                    <a:pt x="5806014" y="1124704"/>
                  </a:lnTo>
                  <a:lnTo>
                    <a:pt x="5806140" y="1119793"/>
                  </a:lnTo>
                  <a:lnTo>
                    <a:pt x="5806266" y="1119793"/>
                  </a:lnTo>
                  <a:lnTo>
                    <a:pt x="5806519" y="1119793"/>
                  </a:lnTo>
                  <a:lnTo>
                    <a:pt x="5807655" y="1119793"/>
                  </a:lnTo>
                  <a:lnTo>
                    <a:pt x="5807781" y="1119793"/>
                  </a:lnTo>
                  <a:lnTo>
                    <a:pt x="5807907" y="1119793"/>
                  </a:lnTo>
                  <a:lnTo>
                    <a:pt x="5808160" y="1119793"/>
                  </a:lnTo>
                  <a:lnTo>
                    <a:pt x="5808412" y="1119793"/>
                  </a:lnTo>
                  <a:lnTo>
                    <a:pt x="5808665" y="1119793"/>
                  </a:lnTo>
                  <a:lnTo>
                    <a:pt x="5809296" y="1119793"/>
                  </a:lnTo>
                  <a:lnTo>
                    <a:pt x="5809423" y="1119793"/>
                  </a:lnTo>
                  <a:lnTo>
                    <a:pt x="5809549" y="1119793"/>
                  </a:lnTo>
                  <a:lnTo>
                    <a:pt x="5809675" y="1119793"/>
                  </a:lnTo>
                  <a:lnTo>
                    <a:pt x="5809801" y="1119793"/>
                  </a:lnTo>
                  <a:lnTo>
                    <a:pt x="5809928" y="1119793"/>
                  </a:lnTo>
                  <a:lnTo>
                    <a:pt x="5810306" y="1119793"/>
                  </a:lnTo>
                  <a:lnTo>
                    <a:pt x="5810433" y="1119793"/>
                  </a:lnTo>
                  <a:lnTo>
                    <a:pt x="5810811" y="1119793"/>
                  </a:lnTo>
                  <a:lnTo>
                    <a:pt x="5810938" y="1119793"/>
                  </a:lnTo>
                  <a:lnTo>
                    <a:pt x="5811064" y="1119793"/>
                  </a:lnTo>
                  <a:lnTo>
                    <a:pt x="5811695" y="1119793"/>
                  </a:lnTo>
                  <a:lnTo>
                    <a:pt x="5811821" y="1119793"/>
                  </a:lnTo>
                  <a:lnTo>
                    <a:pt x="5812579" y="1119793"/>
                  </a:lnTo>
                  <a:lnTo>
                    <a:pt x="5812705" y="1119793"/>
                  </a:lnTo>
                  <a:lnTo>
                    <a:pt x="5813589" y="1119793"/>
                  </a:lnTo>
                  <a:lnTo>
                    <a:pt x="5813715" y="1119793"/>
                  </a:lnTo>
                  <a:lnTo>
                    <a:pt x="5813841" y="1119793"/>
                  </a:lnTo>
                  <a:lnTo>
                    <a:pt x="5814094" y="1119793"/>
                  </a:lnTo>
                  <a:lnTo>
                    <a:pt x="5814220" y="1119793"/>
                  </a:lnTo>
                  <a:lnTo>
                    <a:pt x="5814346" y="1119793"/>
                  </a:lnTo>
                  <a:lnTo>
                    <a:pt x="5814599" y="1119793"/>
                  </a:lnTo>
                  <a:lnTo>
                    <a:pt x="5814852" y="1119793"/>
                  </a:lnTo>
                  <a:lnTo>
                    <a:pt x="5814978" y="1119793"/>
                  </a:lnTo>
                  <a:lnTo>
                    <a:pt x="5815483" y="1119793"/>
                  </a:lnTo>
                  <a:lnTo>
                    <a:pt x="5815862" y="1119793"/>
                  </a:lnTo>
                  <a:lnTo>
                    <a:pt x="5816619" y="1119793"/>
                  </a:lnTo>
                  <a:lnTo>
                    <a:pt x="5816745" y="1119793"/>
                  </a:lnTo>
                  <a:lnTo>
                    <a:pt x="5816998" y="1119793"/>
                  </a:lnTo>
                  <a:lnTo>
                    <a:pt x="5817503" y="1119793"/>
                  </a:lnTo>
                  <a:lnTo>
                    <a:pt x="5817629" y="1119793"/>
                  </a:lnTo>
                  <a:lnTo>
                    <a:pt x="5818134" y="1119793"/>
                  </a:lnTo>
                  <a:lnTo>
                    <a:pt x="5818513" y="1119793"/>
                  </a:lnTo>
                  <a:lnTo>
                    <a:pt x="5818639" y="1119793"/>
                  </a:lnTo>
                  <a:lnTo>
                    <a:pt x="5818765" y="1119793"/>
                  </a:lnTo>
                  <a:lnTo>
                    <a:pt x="5818892" y="1119793"/>
                  </a:lnTo>
                  <a:lnTo>
                    <a:pt x="5819018" y="1119793"/>
                  </a:lnTo>
                  <a:lnTo>
                    <a:pt x="5819902" y="1119793"/>
                  </a:lnTo>
                  <a:lnTo>
                    <a:pt x="5820028" y="1119793"/>
                  </a:lnTo>
                  <a:lnTo>
                    <a:pt x="5820154" y="1119793"/>
                  </a:lnTo>
                  <a:lnTo>
                    <a:pt x="5820407" y="1119793"/>
                  </a:lnTo>
                  <a:lnTo>
                    <a:pt x="5821669" y="1119793"/>
                  </a:lnTo>
                  <a:lnTo>
                    <a:pt x="5821796" y="1119793"/>
                  </a:lnTo>
                  <a:lnTo>
                    <a:pt x="5822301" y="1119793"/>
                  </a:lnTo>
                  <a:lnTo>
                    <a:pt x="5822427" y="1119793"/>
                  </a:lnTo>
                  <a:lnTo>
                    <a:pt x="5823184" y="1119793"/>
                  </a:lnTo>
                  <a:lnTo>
                    <a:pt x="5823311" y="1119793"/>
                  </a:lnTo>
                  <a:lnTo>
                    <a:pt x="5823563" y="1119793"/>
                  </a:lnTo>
                  <a:lnTo>
                    <a:pt x="5824068" y="1119793"/>
                  </a:lnTo>
                  <a:lnTo>
                    <a:pt x="5824952" y="1119793"/>
                  </a:lnTo>
                  <a:lnTo>
                    <a:pt x="5825078" y="1119793"/>
                  </a:lnTo>
                  <a:lnTo>
                    <a:pt x="5826088" y="1114882"/>
                  </a:lnTo>
                  <a:lnTo>
                    <a:pt x="5826467" y="1114882"/>
                  </a:lnTo>
                  <a:lnTo>
                    <a:pt x="5826593" y="1114882"/>
                  </a:lnTo>
                  <a:lnTo>
                    <a:pt x="5826720" y="1114882"/>
                  </a:lnTo>
                  <a:lnTo>
                    <a:pt x="5826846" y="1114882"/>
                  </a:lnTo>
                  <a:lnTo>
                    <a:pt x="5827098" y="1114882"/>
                  </a:lnTo>
                  <a:lnTo>
                    <a:pt x="5828235" y="1114882"/>
                  </a:lnTo>
                  <a:lnTo>
                    <a:pt x="5828361" y="1114882"/>
                  </a:lnTo>
                  <a:lnTo>
                    <a:pt x="5828866" y="1114882"/>
                  </a:lnTo>
                  <a:lnTo>
                    <a:pt x="5828992" y="1114882"/>
                  </a:lnTo>
                  <a:lnTo>
                    <a:pt x="5829118" y="1114882"/>
                  </a:lnTo>
                  <a:lnTo>
                    <a:pt x="5829245" y="1114882"/>
                  </a:lnTo>
                  <a:lnTo>
                    <a:pt x="5829497" y="1114882"/>
                  </a:lnTo>
                  <a:lnTo>
                    <a:pt x="5829876" y="1114882"/>
                  </a:lnTo>
                  <a:lnTo>
                    <a:pt x="5830634" y="1114882"/>
                  </a:lnTo>
                  <a:lnTo>
                    <a:pt x="5831139" y="1114882"/>
                  </a:lnTo>
                  <a:lnTo>
                    <a:pt x="5831644" y="1109970"/>
                  </a:lnTo>
                  <a:lnTo>
                    <a:pt x="5831770" y="1109970"/>
                  </a:lnTo>
                  <a:lnTo>
                    <a:pt x="5832149" y="1109970"/>
                  </a:lnTo>
                  <a:lnTo>
                    <a:pt x="5832275" y="1109970"/>
                  </a:lnTo>
                  <a:lnTo>
                    <a:pt x="5832906" y="1109970"/>
                  </a:lnTo>
                  <a:lnTo>
                    <a:pt x="5833032" y="1109970"/>
                  </a:lnTo>
                  <a:lnTo>
                    <a:pt x="5833664" y="1109970"/>
                  </a:lnTo>
                  <a:lnTo>
                    <a:pt x="5834169" y="1109970"/>
                  </a:lnTo>
                  <a:lnTo>
                    <a:pt x="5834295" y="1109970"/>
                  </a:lnTo>
                  <a:lnTo>
                    <a:pt x="5834800" y="1109970"/>
                  </a:lnTo>
                  <a:lnTo>
                    <a:pt x="5835558" y="1109970"/>
                  </a:lnTo>
                  <a:lnTo>
                    <a:pt x="5835684" y="1109970"/>
                  </a:lnTo>
                  <a:lnTo>
                    <a:pt x="5836315" y="1109970"/>
                  </a:lnTo>
                  <a:lnTo>
                    <a:pt x="5836946" y="1109970"/>
                  </a:lnTo>
                  <a:lnTo>
                    <a:pt x="5837199" y="1109970"/>
                  </a:lnTo>
                  <a:lnTo>
                    <a:pt x="5837578" y="1109970"/>
                  </a:lnTo>
                  <a:lnTo>
                    <a:pt x="5837956" y="1105059"/>
                  </a:lnTo>
                  <a:lnTo>
                    <a:pt x="5838083" y="1105059"/>
                  </a:lnTo>
                  <a:lnTo>
                    <a:pt x="5839219" y="1105059"/>
                  </a:lnTo>
                  <a:lnTo>
                    <a:pt x="5839598" y="1105059"/>
                  </a:lnTo>
                  <a:lnTo>
                    <a:pt x="5839976" y="1105059"/>
                  </a:lnTo>
                  <a:lnTo>
                    <a:pt x="5840103" y="1105059"/>
                  </a:lnTo>
                  <a:lnTo>
                    <a:pt x="5840482" y="1105059"/>
                  </a:lnTo>
                  <a:lnTo>
                    <a:pt x="5840734" y="1105059"/>
                  </a:lnTo>
                  <a:lnTo>
                    <a:pt x="5841113" y="1105059"/>
                  </a:lnTo>
                  <a:lnTo>
                    <a:pt x="5841239" y="1105059"/>
                  </a:lnTo>
                  <a:lnTo>
                    <a:pt x="5841365" y="1105059"/>
                  </a:lnTo>
                  <a:lnTo>
                    <a:pt x="5841492" y="1105059"/>
                  </a:lnTo>
                  <a:lnTo>
                    <a:pt x="5842249" y="1105059"/>
                  </a:lnTo>
                  <a:lnTo>
                    <a:pt x="5842375" y="1105059"/>
                  </a:lnTo>
                  <a:lnTo>
                    <a:pt x="5842628" y="1105059"/>
                  </a:lnTo>
                  <a:lnTo>
                    <a:pt x="5842754" y="1105059"/>
                  </a:lnTo>
                  <a:lnTo>
                    <a:pt x="5842880" y="1105059"/>
                  </a:lnTo>
                  <a:lnTo>
                    <a:pt x="5843007" y="1105059"/>
                  </a:lnTo>
                  <a:lnTo>
                    <a:pt x="5843512" y="1105059"/>
                  </a:lnTo>
                  <a:lnTo>
                    <a:pt x="5844143" y="1105059"/>
                  </a:lnTo>
                  <a:lnTo>
                    <a:pt x="5844269" y="1105059"/>
                  </a:lnTo>
                  <a:lnTo>
                    <a:pt x="5844395" y="1105059"/>
                  </a:lnTo>
                  <a:lnTo>
                    <a:pt x="5844522" y="1105059"/>
                  </a:lnTo>
                  <a:lnTo>
                    <a:pt x="5844648" y="1105059"/>
                  </a:lnTo>
                  <a:lnTo>
                    <a:pt x="5844774" y="1105059"/>
                  </a:lnTo>
                  <a:lnTo>
                    <a:pt x="5845658" y="1105059"/>
                  </a:lnTo>
                  <a:lnTo>
                    <a:pt x="5845784" y="1105059"/>
                  </a:lnTo>
                  <a:lnTo>
                    <a:pt x="5846037" y="1105059"/>
                  </a:lnTo>
                  <a:lnTo>
                    <a:pt x="5846289" y="1105059"/>
                  </a:lnTo>
                  <a:lnTo>
                    <a:pt x="5846416" y="1105059"/>
                  </a:lnTo>
                  <a:lnTo>
                    <a:pt x="5847426" y="1105059"/>
                  </a:lnTo>
                  <a:lnTo>
                    <a:pt x="5848436" y="1105059"/>
                  </a:lnTo>
                  <a:lnTo>
                    <a:pt x="5848562" y="1105059"/>
                  </a:lnTo>
                  <a:lnTo>
                    <a:pt x="5848688" y="1105059"/>
                  </a:lnTo>
                  <a:lnTo>
                    <a:pt x="5849319" y="1105059"/>
                  </a:lnTo>
                  <a:lnTo>
                    <a:pt x="5849446" y="1105059"/>
                  </a:lnTo>
                  <a:lnTo>
                    <a:pt x="5849698" y="1105059"/>
                  </a:lnTo>
                  <a:lnTo>
                    <a:pt x="5850456" y="1105059"/>
                  </a:lnTo>
                  <a:lnTo>
                    <a:pt x="5850708" y="1105059"/>
                  </a:lnTo>
                  <a:lnTo>
                    <a:pt x="5850835" y="1105059"/>
                  </a:lnTo>
                  <a:lnTo>
                    <a:pt x="5850961" y="1105059"/>
                  </a:lnTo>
                  <a:lnTo>
                    <a:pt x="5851087" y="1105059"/>
                  </a:lnTo>
                  <a:lnTo>
                    <a:pt x="5851718" y="1105059"/>
                  </a:lnTo>
                  <a:lnTo>
                    <a:pt x="5851971" y="1105059"/>
                  </a:lnTo>
                  <a:lnTo>
                    <a:pt x="5852476" y="1105059"/>
                  </a:lnTo>
                  <a:lnTo>
                    <a:pt x="5852728" y="1105059"/>
                  </a:lnTo>
                  <a:lnTo>
                    <a:pt x="5853107" y="1105059"/>
                  </a:lnTo>
                  <a:lnTo>
                    <a:pt x="5853360" y="1105059"/>
                  </a:lnTo>
                  <a:lnTo>
                    <a:pt x="5853486" y="1105059"/>
                  </a:lnTo>
                  <a:lnTo>
                    <a:pt x="5853612" y="1105059"/>
                  </a:lnTo>
                  <a:lnTo>
                    <a:pt x="5854622" y="1100147"/>
                  </a:lnTo>
                  <a:lnTo>
                    <a:pt x="5854748" y="1100147"/>
                  </a:lnTo>
                  <a:lnTo>
                    <a:pt x="5855001" y="1100147"/>
                  </a:lnTo>
                  <a:lnTo>
                    <a:pt x="5855127" y="1100147"/>
                  </a:lnTo>
                  <a:lnTo>
                    <a:pt x="5855380" y="1100147"/>
                  </a:lnTo>
                  <a:lnTo>
                    <a:pt x="5855759" y="1100147"/>
                  </a:lnTo>
                  <a:lnTo>
                    <a:pt x="5857274" y="1095236"/>
                  </a:lnTo>
                  <a:lnTo>
                    <a:pt x="5857526" y="1095236"/>
                  </a:lnTo>
                  <a:lnTo>
                    <a:pt x="5857652" y="1095236"/>
                  </a:lnTo>
                  <a:lnTo>
                    <a:pt x="5857779" y="1095236"/>
                  </a:lnTo>
                  <a:lnTo>
                    <a:pt x="5857905" y="1095236"/>
                  </a:lnTo>
                  <a:lnTo>
                    <a:pt x="5858031" y="1095236"/>
                  </a:lnTo>
                  <a:lnTo>
                    <a:pt x="5858410" y="1090325"/>
                  </a:lnTo>
                  <a:lnTo>
                    <a:pt x="5858915" y="1090325"/>
                  </a:lnTo>
                  <a:lnTo>
                    <a:pt x="5860051" y="1090325"/>
                  </a:lnTo>
                  <a:lnTo>
                    <a:pt x="5860177" y="1090325"/>
                  </a:lnTo>
                  <a:lnTo>
                    <a:pt x="5860304" y="1090325"/>
                  </a:lnTo>
                  <a:lnTo>
                    <a:pt x="5860809" y="1090325"/>
                  </a:lnTo>
                  <a:lnTo>
                    <a:pt x="5861061" y="1090325"/>
                  </a:lnTo>
                  <a:lnTo>
                    <a:pt x="5861314" y="1090325"/>
                  </a:lnTo>
                  <a:lnTo>
                    <a:pt x="5861945" y="1090325"/>
                  </a:lnTo>
                  <a:lnTo>
                    <a:pt x="5862198" y="1090325"/>
                  </a:lnTo>
                  <a:lnTo>
                    <a:pt x="5862324" y="1090325"/>
                  </a:lnTo>
                  <a:lnTo>
                    <a:pt x="5862576" y="1090325"/>
                  </a:lnTo>
                  <a:lnTo>
                    <a:pt x="5862703" y="1090325"/>
                  </a:lnTo>
                  <a:lnTo>
                    <a:pt x="5863081" y="1090325"/>
                  </a:lnTo>
                  <a:lnTo>
                    <a:pt x="5863334" y="1090325"/>
                  </a:lnTo>
                  <a:lnTo>
                    <a:pt x="5863586" y="1090325"/>
                  </a:lnTo>
                  <a:lnTo>
                    <a:pt x="5864344" y="1090325"/>
                  </a:lnTo>
                  <a:lnTo>
                    <a:pt x="5864470" y="1090325"/>
                  </a:lnTo>
                  <a:lnTo>
                    <a:pt x="5864975" y="1090325"/>
                  </a:lnTo>
                  <a:lnTo>
                    <a:pt x="5865733" y="1090325"/>
                  </a:lnTo>
                  <a:lnTo>
                    <a:pt x="5866238" y="1090325"/>
                  </a:lnTo>
                  <a:lnTo>
                    <a:pt x="5866743" y="1090325"/>
                  </a:lnTo>
                  <a:lnTo>
                    <a:pt x="5868132" y="1090325"/>
                  </a:lnTo>
                  <a:lnTo>
                    <a:pt x="5868384" y="1090325"/>
                  </a:lnTo>
                  <a:lnTo>
                    <a:pt x="5868889" y="1090325"/>
                  </a:lnTo>
                  <a:lnTo>
                    <a:pt x="5869015" y="1090325"/>
                  </a:lnTo>
                  <a:lnTo>
                    <a:pt x="5869773" y="1090325"/>
                  </a:lnTo>
                  <a:lnTo>
                    <a:pt x="5869899" y="1090325"/>
                  </a:lnTo>
                  <a:lnTo>
                    <a:pt x="5870152" y="1090325"/>
                  </a:lnTo>
                  <a:lnTo>
                    <a:pt x="5870657" y="1090325"/>
                  </a:lnTo>
                  <a:lnTo>
                    <a:pt x="5871162" y="1090325"/>
                  </a:lnTo>
                  <a:lnTo>
                    <a:pt x="5871414" y="1090325"/>
                  </a:lnTo>
                  <a:lnTo>
                    <a:pt x="5871919" y="1090325"/>
                  </a:lnTo>
                  <a:lnTo>
                    <a:pt x="5872046" y="1090325"/>
                  </a:lnTo>
                  <a:lnTo>
                    <a:pt x="5873308" y="1090325"/>
                  </a:lnTo>
                  <a:lnTo>
                    <a:pt x="5873561" y="1090325"/>
                  </a:lnTo>
                  <a:lnTo>
                    <a:pt x="5873687" y="1090325"/>
                  </a:lnTo>
                  <a:lnTo>
                    <a:pt x="5874066" y="1090325"/>
                  </a:lnTo>
                  <a:lnTo>
                    <a:pt x="5874192" y="1090325"/>
                  </a:lnTo>
                  <a:lnTo>
                    <a:pt x="5874444" y="1090325"/>
                  </a:lnTo>
                  <a:lnTo>
                    <a:pt x="5874571" y="1090325"/>
                  </a:lnTo>
                  <a:lnTo>
                    <a:pt x="5874697" y="1090325"/>
                  </a:lnTo>
                  <a:lnTo>
                    <a:pt x="5875076" y="1090325"/>
                  </a:lnTo>
                  <a:lnTo>
                    <a:pt x="5875454" y="1090325"/>
                  </a:lnTo>
                  <a:lnTo>
                    <a:pt x="5876212" y="1090325"/>
                  </a:lnTo>
                  <a:lnTo>
                    <a:pt x="5876338" y="1090325"/>
                  </a:lnTo>
                  <a:lnTo>
                    <a:pt x="5876970" y="1090325"/>
                  </a:lnTo>
                  <a:lnTo>
                    <a:pt x="5877096" y="1090325"/>
                  </a:lnTo>
                  <a:lnTo>
                    <a:pt x="5877475" y="1090325"/>
                  </a:lnTo>
                  <a:lnTo>
                    <a:pt x="5877601" y="1090325"/>
                  </a:lnTo>
                  <a:lnTo>
                    <a:pt x="5877727" y="1090325"/>
                  </a:lnTo>
                  <a:lnTo>
                    <a:pt x="5877853" y="1090325"/>
                  </a:lnTo>
                  <a:lnTo>
                    <a:pt x="5878106" y="1090325"/>
                  </a:lnTo>
                  <a:lnTo>
                    <a:pt x="5878232" y="1090325"/>
                  </a:lnTo>
                  <a:lnTo>
                    <a:pt x="5878990" y="1090325"/>
                  </a:lnTo>
                  <a:lnTo>
                    <a:pt x="5879368" y="1090325"/>
                  </a:lnTo>
                  <a:lnTo>
                    <a:pt x="5879747" y="1090325"/>
                  </a:lnTo>
                  <a:lnTo>
                    <a:pt x="5879873" y="1090325"/>
                  </a:lnTo>
                  <a:lnTo>
                    <a:pt x="5880000" y="1090325"/>
                  </a:lnTo>
                  <a:lnTo>
                    <a:pt x="5880505" y="1090325"/>
                  </a:lnTo>
                  <a:lnTo>
                    <a:pt x="5880883" y="1090325"/>
                  </a:lnTo>
                  <a:lnTo>
                    <a:pt x="5881010" y="1090325"/>
                  </a:lnTo>
                  <a:lnTo>
                    <a:pt x="5881136" y="1090325"/>
                  </a:lnTo>
                  <a:lnTo>
                    <a:pt x="5881641" y="1090325"/>
                  </a:lnTo>
                  <a:lnTo>
                    <a:pt x="5882399" y="1090325"/>
                  </a:lnTo>
                  <a:lnTo>
                    <a:pt x="5882525" y="1090325"/>
                  </a:lnTo>
                  <a:lnTo>
                    <a:pt x="5882651" y="1090325"/>
                  </a:lnTo>
                  <a:lnTo>
                    <a:pt x="5882904" y="1090325"/>
                  </a:lnTo>
                  <a:lnTo>
                    <a:pt x="5883282" y="1090325"/>
                  </a:lnTo>
                  <a:lnTo>
                    <a:pt x="5883409" y="1090325"/>
                  </a:lnTo>
                  <a:lnTo>
                    <a:pt x="5884166" y="1090325"/>
                  </a:lnTo>
                  <a:lnTo>
                    <a:pt x="5884419" y="1090325"/>
                  </a:lnTo>
                  <a:lnTo>
                    <a:pt x="5884545" y="1090325"/>
                  </a:lnTo>
                  <a:lnTo>
                    <a:pt x="5884671" y="1090325"/>
                  </a:lnTo>
                  <a:lnTo>
                    <a:pt x="5885176" y="1085413"/>
                  </a:lnTo>
                  <a:lnTo>
                    <a:pt x="5885807" y="1080502"/>
                  </a:lnTo>
                  <a:lnTo>
                    <a:pt x="5885934" y="1080502"/>
                  </a:lnTo>
                  <a:lnTo>
                    <a:pt x="5886818" y="1080502"/>
                  </a:lnTo>
                  <a:lnTo>
                    <a:pt x="5887070" y="1080502"/>
                  </a:lnTo>
                  <a:lnTo>
                    <a:pt x="5887575" y="1080502"/>
                  </a:lnTo>
                  <a:lnTo>
                    <a:pt x="5888206" y="1080502"/>
                  </a:lnTo>
                  <a:lnTo>
                    <a:pt x="5888333" y="1080502"/>
                  </a:lnTo>
                  <a:lnTo>
                    <a:pt x="5888459" y="1080502"/>
                  </a:lnTo>
                  <a:lnTo>
                    <a:pt x="5888711" y="1080502"/>
                  </a:lnTo>
                  <a:lnTo>
                    <a:pt x="5889216" y="1080502"/>
                  </a:lnTo>
                  <a:lnTo>
                    <a:pt x="5889343" y="1080502"/>
                  </a:lnTo>
                  <a:lnTo>
                    <a:pt x="5889469" y="1080502"/>
                  </a:lnTo>
                  <a:lnTo>
                    <a:pt x="5889595" y="1080502"/>
                  </a:lnTo>
                  <a:lnTo>
                    <a:pt x="5889974" y="1080502"/>
                  </a:lnTo>
                  <a:lnTo>
                    <a:pt x="5890605" y="1080502"/>
                  </a:lnTo>
                  <a:lnTo>
                    <a:pt x="5890731" y="1080502"/>
                  </a:lnTo>
                  <a:lnTo>
                    <a:pt x="5890984" y="1080502"/>
                  </a:lnTo>
                  <a:lnTo>
                    <a:pt x="5891236" y="1080502"/>
                  </a:lnTo>
                  <a:lnTo>
                    <a:pt x="5891363" y="1080502"/>
                  </a:lnTo>
                  <a:lnTo>
                    <a:pt x="5892247" y="1080502"/>
                  </a:lnTo>
                  <a:lnTo>
                    <a:pt x="5892373" y="1080502"/>
                  </a:lnTo>
                  <a:lnTo>
                    <a:pt x="5892625" y="1080502"/>
                  </a:lnTo>
                  <a:lnTo>
                    <a:pt x="5893383" y="1080502"/>
                  </a:lnTo>
                  <a:lnTo>
                    <a:pt x="5893635" y="1080502"/>
                  </a:lnTo>
                  <a:lnTo>
                    <a:pt x="5893888" y="1080502"/>
                  </a:lnTo>
                  <a:lnTo>
                    <a:pt x="5894267" y="1080502"/>
                  </a:lnTo>
                  <a:lnTo>
                    <a:pt x="5894898" y="1075591"/>
                  </a:lnTo>
                  <a:lnTo>
                    <a:pt x="5895024" y="1075591"/>
                  </a:lnTo>
                  <a:lnTo>
                    <a:pt x="5895529" y="1075591"/>
                  </a:lnTo>
                  <a:lnTo>
                    <a:pt x="5895655" y="1075591"/>
                  </a:lnTo>
                  <a:lnTo>
                    <a:pt x="5895782" y="1075591"/>
                  </a:lnTo>
                  <a:lnTo>
                    <a:pt x="5896034" y="1075591"/>
                  </a:lnTo>
                  <a:lnTo>
                    <a:pt x="5896160" y="1075591"/>
                  </a:lnTo>
                  <a:lnTo>
                    <a:pt x="5896792" y="1075591"/>
                  </a:lnTo>
                  <a:lnTo>
                    <a:pt x="5897297" y="1075591"/>
                  </a:lnTo>
                  <a:lnTo>
                    <a:pt x="5897549" y="1075591"/>
                  </a:lnTo>
                  <a:lnTo>
                    <a:pt x="5897802" y="1075591"/>
                  </a:lnTo>
                  <a:lnTo>
                    <a:pt x="5898054" y="1075591"/>
                  </a:lnTo>
                  <a:lnTo>
                    <a:pt x="5898812" y="1075591"/>
                  </a:lnTo>
                  <a:lnTo>
                    <a:pt x="5898938" y="1075591"/>
                  </a:lnTo>
                  <a:lnTo>
                    <a:pt x="5899191" y="1075591"/>
                  </a:lnTo>
                  <a:lnTo>
                    <a:pt x="5899317" y="1075591"/>
                  </a:lnTo>
                  <a:lnTo>
                    <a:pt x="5899443" y="1075591"/>
                  </a:lnTo>
                  <a:lnTo>
                    <a:pt x="5899948" y="1075591"/>
                  </a:lnTo>
                  <a:lnTo>
                    <a:pt x="5900201" y="1075591"/>
                  </a:lnTo>
                  <a:lnTo>
                    <a:pt x="5900327" y="1075591"/>
                  </a:lnTo>
                  <a:lnTo>
                    <a:pt x="5901211" y="1075591"/>
                  </a:lnTo>
                  <a:lnTo>
                    <a:pt x="5901337" y="1075591"/>
                  </a:lnTo>
                  <a:lnTo>
                    <a:pt x="5901716" y="1075591"/>
                  </a:lnTo>
                  <a:lnTo>
                    <a:pt x="5902221" y="1075591"/>
                  </a:lnTo>
                  <a:lnTo>
                    <a:pt x="5902726" y="1075591"/>
                  </a:lnTo>
                  <a:lnTo>
                    <a:pt x="5902852" y="1070679"/>
                  </a:lnTo>
                  <a:lnTo>
                    <a:pt x="5903357" y="1070679"/>
                  </a:lnTo>
                  <a:lnTo>
                    <a:pt x="5903483" y="1070679"/>
                  </a:lnTo>
                  <a:lnTo>
                    <a:pt x="5904241" y="1070679"/>
                  </a:lnTo>
                  <a:lnTo>
                    <a:pt x="5905630" y="1070679"/>
                  </a:lnTo>
                  <a:lnTo>
                    <a:pt x="5905756" y="1070679"/>
                  </a:lnTo>
                  <a:lnTo>
                    <a:pt x="5905882" y="1070679"/>
                  </a:lnTo>
                  <a:lnTo>
                    <a:pt x="5906008" y="1070679"/>
                  </a:lnTo>
                  <a:lnTo>
                    <a:pt x="5906387" y="1070679"/>
                  </a:lnTo>
                  <a:lnTo>
                    <a:pt x="5906766" y="1070679"/>
                  </a:lnTo>
                  <a:lnTo>
                    <a:pt x="5906892" y="1070679"/>
                  </a:lnTo>
                  <a:lnTo>
                    <a:pt x="5907018" y="1070679"/>
                  </a:lnTo>
                  <a:lnTo>
                    <a:pt x="5907145" y="1070679"/>
                  </a:lnTo>
                  <a:lnTo>
                    <a:pt x="5907524" y="1070679"/>
                  </a:lnTo>
                  <a:lnTo>
                    <a:pt x="5908155" y="1070679"/>
                  </a:lnTo>
                  <a:lnTo>
                    <a:pt x="5908407" y="1070679"/>
                  </a:lnTo>
                  <a:lnTo>
                    <a:pt x="5908660" y="1070679"/>
                  </a:lnTo>
                  <a:lnTo>
                    <a:pt x="5909670" y="1070679"/>
                  </a:lnTo>
                  <a:lnTo>
                    <a:pt x="5909670" y="1065768"/>
                  </a:lnTo>
                  <a:lnTo>
                    <a:pt x="5909922" y="1060856"/>
                  </a:lnTo>
                  <a:lnTo>
                    <a:pt x="5910049" y="1060856"/>
                  </a:lnTo>
                  <a:lnTo>
                    <a:pt x="5910554" y="1060856"/>
                  </a:lnTo>
                  <a:lnTo>
                    <a:pt x="5910680" y="1060856"/>
                  </a:lnTo>
                  <a:lnTo>
                    <a:pt x="5911059" y="1060856"/>
                  </a:lnTo>
                  <a:lnTo>
                    <a:pt x="5911437" y="1060856"/>
                  </a:lnTo>
                  <a:lnTo>
                    <a:pt x="5912574" y="1060856"/>
                  </a:lnTo>
                  <a:lnTo>
                    <a:pt x="5912826" y="1060856"/>
                  </a:lnTo>
                  <a:lnTo>
                    <a:pt x="5912953" y="1055945"/>
                  </a:lnTo>
                  <a:lnTo>
                    <a:pt x="5913079" y="1055945"/>
                  </a:lnTo>
                  <a:lnTo>
                    <a:pt x="5913710" y="1055945"/>
                  </a:lnTo>
                  <a:lnTo>
                    <a:pt x="5913836" y="1055945"/>
                  </a:lnTo>
                  <a:lnTo>
                    <a:pt x="5914089" y="1055945"/>
                  </a:lnTo>
                  <a:lnTo>
                    <a:pt x="5914468" y="1055945"/>
                  </a:lnTo>
                  <a:lnTo>
                    <a:pt x="5914846" y="1055945"/>
                  </a:lnTo>
                  <a:lnTo>
                    <a:pt x="5915478" y="1055945"/>
                  </a:lnTo>
                  <a:lnTo>
                    <a:pt x="5915730" y="1055945"/>
                  </a:lnTo>
                  <a:lnTo>
                    <a:pt x="5915983" y="1055945"/>
                  </a:lnTo>
                  <a:lnTo>
                    <a:pt x="5916361" y="1051034"/>
                  </a:lnTo>
                  <a:lnTo>
                    <a:pt x="5916740" y="1051034"/>
                  </a:lnTo>
                  <a:lnTo>
                    <a:pt x="5917877" y="1051034"/>
                  </a:lnTo>
                  <a:lnTo>
                    <a:pt x="5918003" y="1051034"/>
                  </a:lnTo>
                  <a:lnTo>
                    <a:pt x="5918382" y="1051034"/>
                  </a:lnTo>
                  <a:lnTo>
                    <a:pt x="5918887" y="1051034"/>
                  </a:lnTo>
                  <a:lnTo>
                    <a:pt x="5919392" y="1051034"/>
                  </a:lnTo>
                  <a:lnTo>
                    <a:pt x="5919644" y="1051034"/>
                  </a:lnTo>
                  <a:lnTo>
                    <a:pt x="5920149" y="1051034"/>
                  </a:lnTo>
                  <a:lnTo>
                    <a:pt x="5921538" y="1051034"/>
                  </a:lnTo>
                  <a:lnTo>
                    <a:pt x="5921917" y="1051034"/>
                  </a:lnTo>
                  <a:lnTo>
                    <a:pt x="5922169" y="1051034"/>
                  </a:lnTo>
                  <a:lnTo>
                    <a:pt x="5922295" y="1051034"/>
                  </a:lnTo>
                  <a:lnTo>
                    <a:pt x="5922548" y="1051034"/>
                  </a:lnTo>
                  <a:lnTo>
                    <a:pt x="5922674" y="1051034"/>
                  </a:lnTo>
                  <a:lnTo>
                    <a:pt x="5923684" y="1046122"/>
                  </a:lnTo>
                  <a:lnTo>
                    <a:pt x="5924189" y="1046122"/>
                  </a:lnTo>
                  <a:lnTo>
                    <a:pt x="5924947" y="1046122"/>
                  </a:lnTo>
                  <a:lnTo>
                    <a:pt x="5925073" y="1046122"/>
                  </a:lnTo>
                  <a:lnTo>
                    <a:pt x="5925704" y="1041211"/>
                  </a:lnTo>
                  <a:lnTo>
                    <a:pt x="5926083" y="1041211"/>
                  </a:lnTo>
                  <a:lnTo>
                    <a:pt x="5926588" y="1041211"/>
                  </a:lnTo>
                  <a:lnTo>
                    <a:pt x="5926714" y="1041211"/>
                  </a:lnTo>
                  <a:lnTo>
                    <a:pt x="5927219" y="1041211"/>
                  </a:lnTo>
                  <a:lnTo>
                    <a:pt x="5927598" y="1041211"/>
                  </a:lnTo>
                  <a:lnTo>
                    <a:pt x="5927977" y="1041211"/>
                  </a:lnTo>
                  <a:lnTo>
                    <a:pt x="5928987" y="1041211"/>
                  </a:lnTo>
                  <a:lnTo>
                    <a:pt x="5929113" y="1041211"/>
                  </a:lnTo>
                  <a:lnTo>
                    <a:pt x="5929366" y="1041211"/>
                  </a:lnTo>
                  <a:lnTo>
                    <a:pt x="5930123" y="1041211"/>
                  </a:lnTo>
                  <a:lnTo>
                    <a:pt x="5930502" y="1036300"/>
                  </a:lnTo>
                  <a:lnTo>
                    <a:pt x="5930628" y="1036300"/>
                  </a:lnTo>
                  <a:lnTo>
                    <a:pt x="5930755" y="1036300"/>
                  </a:lnTo>
                  <a:lnTo>
                    <a:pt x="5931133" y="1036300"/>
                  </a:lnTo>
                  <a:lnTo>
                    <a:pt x="5931638" y="1036300"/>
                  </a:lnTo>
                  <a:lnTo>
                    <a:pt x="5931765" y="1036300"/>
                  </a:lnTo>
                  <a:lnTo>
                    <a:pt x="5932017" y="1036300"/>
                  </a:lnTo>
                  <a:lnTo>
                    <a:pt x="5932143" y="1036300"/>
                  </a:lnTo>
                  <a:lnTo>
                    <a:pt x="5932270" y="1036300"/>
                  </a:lnTo>
                  <a:lnTo>
                    <a:pt x="5932522" y="1036300"/>
                  </a:lnTo>
                  <a:lnTo>
                    <a:pt x="5932648" y="1036300"/>
                  </a:lnTo>
                  <a:lnTo>
                    <a:pt x="5932901" y="1036300"/>
                  </a:lnTo>
                  <a:lnTo>
                    <a:pt x="5933027" y="1036300"/>
                  </a:lnTo>
                  <a:lnTo>
                    <a:pt x="5934290" y="1036300"/>
                  </a:lnTo>
                  <a:lnTo>
                    <a:pt x="5934921" y="1036300"/>
                  </a:lnTo>
                  <a:lnTo>
                    <a:pt x="5935047" y="1036300"/>
                  </a:lnTo>
                  <a:lnTo>
                    <a:pt x="5935174" y="1036300"/>
                  </a:lnTo>
                  <a:lnTo>
                    <a:pt x="5935300" y="1036300"/>
                  </a:lnTo>
                  <a:lnTo>
                    <a:pt x="5935426" y="1036300"/>
                  </a:lnTo>
                  <a:lnTo>
                    <a:pt x="5935426" y="1031388"/>
                  </a:lnTo>
                  <a:lnTo>
                    <a:pt x="5937067" y="1031388"/>
                  </a:lnTo>
                  <a:lnTo>
                    <a:pt x="5937446" y="1031388"/>
                  </a:lnTo>
                  <a:lnTo>
                    <a:pt x="5937572" y="1031388"/>
                  </a:lnTo>
                  <a:lnTo>
                    <a:pt x="5938077" y="1031388"/>
                  </a:lnTo>
                  <a:lnTo>
                    <a:pt x="5938204" y="1031388"/>
                  </a:lnTo>
                  <a:lnTo>
                    <a:pt x="5938456" y="1031388"/>
                  </a:lnTo>
                  <a:lnTo>
                    <a:pt x="5938583" y="1031388"/>
                  </a:lnTo>
                  <a:lnTo>
                    <a:pt x="5938709" y="1031388"/>
                  </a:lnTo>
                  <a:lnTo>
                    <a:pt x="5938835" y="1031388"/>
                  </a:lnTo>
                  <a:lnTo>
                    <a:pt x="5939466" y="1031388"/>
                  </a:lnTo>
                  <a:lnTo>
                    <a:pt x="5939971" y="1031388"/>
                  </a:lnTo>
                  <a:lnTo>
                    <a:pt x="5940224" y="1031388"/>
                  </a:lnTo>
                  <a:lnTo>
                    <a:pt x="5940729" y="1031388"/>
                  </a:lnTo>
                  <a:lnTo>
                    <a:pt x="5941486" y="1031388"/>
                  </a:lnTo>
                  <a:lnTo>
                    <a:pt x="5941739" y="1031388"/>
                  </a:lnTo>
                  <a:lnTo>
                    <a:pt x="5942623" y="1031388"/>
                  </a:lnTo>
                  <a:lnTo>
                    <a:pt x="5942875" y="1031388"/>
                  </a:lnTo>
                  <a:lnTo>
                    <a:pt x="5943254" y="1031388"/>
                  </a:lnTo>
                  <a:lnTo>
                    <a:pt x="5943380" y="1031388"/>
                  </a:lnTo>
                  <a:lnTo>
                    <a:pt x="5944012" y="1031388"/>
                  </a:lnTo>
                  <a:lnTo>
                    <a:pt x="5944138" y="1031388"/>
                  </a:lnTo>
                  <a:lnTo>
                    <a:pt x="5944390" y="1031388"/>
                  </a:lnTo>
                  <a:lnTo>
                    <a:pt x="5944517" y="1031388"/>
                  </a:lnTo>
                  <a:lnTo>
                    <a:pt x="5945400" y="1031388"/>
                  </a:lnTo>
                  <a:lnTo>
                    <a:pt x="5945527" y="1031388"/>
                  </a:lnTo>
                  <a:lnTo>
                    <a:pt x="5945653" y="1031388"/>
                  </a:lnTo>
                  <a:lnTo>
                    <a:pt x="5946032" y="1031388"/>
                  </a:lnTo>
                  <a:lnTo>
                    <a:pt x="5946284" y="1031388"/>
                  </a:lnTo>
                  <a:lnTo>
                    <a:pt x="5946663" y="1031388"/>
                  </a:lnTo>
                  <a:lnTo>
                    <a:pt x="5947294" y="1031388"/>
                  </a:lnTo>
                  <a:lnTo>
                    <a:pt x="5947420" y="1031388"/>
                  </a:lnTo>
                  <a:lnTo>
                    <a:pt x="5947673" y="1031388"/>
                  </a:lnTo>
                  <a:lnTo>
                    <a:pt x="5947925" y="1031388"/>
                  </a:lnTo>
                  <a:lnTo>
                    <a:pt x="5948431" y="1031388"/>
                  </a:lnTo>
                  <a:lnTo>
                    <a:pt x="5948557" y="1031388"/>
                  </a:lnTo>
                  <a:lnTo>
                    <a:pt x="5948683" y="1031388"/>
                  </a:lnTo>
                  <a:lnTo>
                    <a:pt x="5949819" y="1031388"/>
                  </a:lnTo>
                  <a:lnTo>
                    <a:pt x="5950324" y="1031388"/>
                  </a:lnTo>
                  <a:lnTo>
                    <a:pt x="5950829" y="1031388"/>
                  </a:lnTo>
                  <a:lnTo>
                    <a:pt x="5950956" y="1031388"/>
                  </a:lnTo>
                  <a:lnTo>
                    <a:pt x="5951208" y="1031388"/>
                  </a:lnTo>
                  <a:lnTo>
                    <a:pt x="5951334" y="1031388"/>
                  </a:lnTo>
                  <a:lnTo>
                    <a:pt x="5951461" y="1031388"/>
                  </a:lnTo>
                  <a:lnTo>
                    <a:pt x="5951839" y="1031388"/>
                  </a:lnTo>
                  <a:lnTo>
                    <a:pt x="5952092" y="1031388"/>
                  </a:lnTo>
                  <a:lnTo>
                    <a:pt x="5952723" y="1031388"/>
                  </a:lnTo>
                  <a:lnTo>
                    <a:pt x="5952849" y="1031388"/>
                  </a:lnTo>
                  <a:lnTo>
                    <a:pt x="5952976" y="1031388"/>
                  </a:lnTo>
                  <a:lnTo>
                    <a:pt x="5953986" y="1031388"/>
                  </a:lnTo>
                  <a:lnTo>
                    <a:pt x="5954112" y="1031388"/>
                  </a:lnTo>
                  <a:lnTo>
                    <a:pt x="5954870" y="1031388"/>
                  </a:lnTo>
                  <a:lnTo>
                    <a:pt x="5954996" y="1031388"/>
                  </a:lnTo>
                  <a:lnTo>
                    <a:pt x="5955122" y="1031388"/>
                  </a:lnTo>
                  <a:lnTo>
                    <a:pt x="5955248" y="1031388"/>
                  </a:lnTo>
                  <a:lnTo>
                    <a:pt x="5955627" y="1031388"/>
                  </a:lnTo>
                  <a:lnTo>
                    <a:pt x="5955880" y="1031388"/>
                  </a:lnTo>
                  <a:lnTo>
                    <a:pt x="5956385" y="1031388"/>
                  </a:lnTo>
                  <a:lnTo>
                    <a:pt x="5957773" y="1031388"/>
                  </a:lnTo>
                  <a:lnTo>
                    <a:pt x="5958152" y="1031388"/>
                  </a:lnTo>
                  <a:lnTo>
                    <a:pt x="5958405" y="1031388"/>
                  </a:lnTo>
                  <a:lnTo>
                    <a:pt x="5959036" y="1031388"/>
                  </a:lnTo>
                  <a:lnTo>
                    <a:pt x="5959162" y="1031388"/>
                  </a:lnTo>
                  <a:lnTo>
                    <a:pt x="5959415" y="1031388"/>
                  </a:lnTo>
                  <a:lnTo>
                    <a:pt x="5959541" y="1031388"/>
                  </a:lnTo>
                  <a:lnTo>
                    <a:pt x="5959920" y="1031388"/>
                  </a:lnTo>
                  <a:lnTo>
                    <a:pt x="5960046" y="1031388"/>
                  </a:lnTo>
                  <a:lnTo>
                    <a:pt x="5960172" y="1031388"/>
                  </a:lnTo>
                  <a:lnTo>
                    <a:pt x="5960425" y="1031388"/>
                  </a:lnTo>
                  <a:lnTo>
                    <a:pt x="5960551" y="1031388"/>
                  </a:lnTo>
                  <a:lnTo>
                    <a:pt x="5960677" y="1031388"/>
                  </a:lnTo>
                  <a:lnTo>
                    <a:pt x="5960804" y="1031388"/>
                  </a:lnTo>
                  <a:lnTo>
                    <a:pt x="5961687" y="1031388"/>
                  </a:lnTo>
                  <a:lnTo>
                    <a:pt x="5961814" y="1031388"/>
                  </a:lnTo>
                  <a:lnTo>
                    <a:pt x="5961940" y="1031388"/>
                  </a:lnTo>
                  <a:lnTo>
                    <a:pt x="5962192" y="1031388"/>
                  </a:lnTo>
                  <a:lnTo>
                    <a:pt x="5962445" y="1031388"/>
                  </a:lnTo>
                  <a:lnTo>
                    <a:pt x="5962697" y="1031388"/>
                  </a:lnTo>
                  <a:lnTo>
                    <a:pt x="5963329" y="1031388"/>
                  </a:lnTo>
                  <a:lnTo>
                    <a:pt x="5964213" y="1031388"/>
                  </a:lnTo>
                  <a:lnTo>
                    <a:pt x="5964465" y="1031388"/>
                  </a:lnTo>
                  <a:lnTo>
                    <a:pt x="5964591" y="1031388"/>
                  </a:lnTo>
                  <a:lnTo>
                    <a:pt x="5965728" y="1031388"/>
                  </a:lnTo>
                  <a:lnTo>
                    <a:pt x="5966106" y="1031388"/>
                  </a:lnTo>
                  <a:lnTo>
                    <a:pt x="5966233" y="1031388"/>
                  </a:lnTo>
                  <a:lnTo>
                    <a:pt x="5966359" y="1031388"/>
                  </a:lnTo>
                  <a:lnTo>
                    <a:pt x="5966485" y="1031388"/>
                  </a:lnTo>
                  <a:lnTo>
                    <a:pt x="5966611" y="1031388"/>
                  </a:lnTo>
                  <a:lnTo>
                    <a:pt x="5966738" y="1031388"/>
                  </a:lnTo>
                  <a:lnTo>
                    <a:pt x="5968505" y="1031388"/>
                  </a:lnTo>
                  <a:lnTo>
                    <a:pt x="5968631" y="1031388"/>
                  </a:lnTo>
                  <a:lnTo>
                    <a:pt x="5969137" y="1031388"/>
                  </a:lnTo>
                  <a:lnTo>
                    <a:pt x="5969263" y="1026477"/>
                  </a:lnTo>
                  <a:lnTo>
                    <a:pt x="5969389" y="1026477"/>
                  </a:lnTo>
                  <a:lnTo>
                    <a:pt x="5969894" y="1026477"/>
                  </a:lnTo>
                  <a:lnTo>
                    <a:pt x="5970020" y="1026477"/>
                  </a:lnTo>
                  <a:lnTo>
                    <a:pt x="5970147" y="1026477"/>
                  </a:lnTo>
                  <a:lnTo>
                    <a:pt x="5970399" y="1026477"/>
                  </a:lnTo>
                  <a:lnTo>
                    <a:pt x="5970525" y="1026477"/>
                  </a:lnTo>
                  <a:lnTo>
                    <a:pt x="5970904" y="1026477"/>
                  </a:lnTo>
                  <a:lnTo>
                    <a:pt x="5971157" y="1026477"/>
                  </a:lnTo>
                  <a:lnTo>
                    <a:pt x="5971283" y="1026477"/>
                  </a:lnTo>
                  <a:lnTo>
                    <a:pt x="5971662" y="1026477"/>
                  </a:lnTo>
                  <a:lnTo>
                    <a:pt x="5971914" y="1026477"/>
                  </a:lnTo>
                  <a:lnTo>
                    <a:pt x="5972040" y="1026477"/>
                  </a:lnTo>
                  <a:lnTo>
                    <a:pt x="5972672" y="1026477"/>
                  </a:lnTo>
                  <a:lnTo>
                    <a:pt x="5972798" y="1026477"/>
                  </a:lnTo>
                  <a:lnTo>
                    <a:pt x="5973177" y="1026477"/>
                  </a:lnTo>
                  <a:lnTo>
                    <a:pt x="5973429" y="1026477"/>
                  </a:lnTo>
                  <a:lnTo>
                    <a:pt x="5973682" y="1026477"/>
                  </a:lnTo>
                  <a:lnTo>
                    <a:pt x="5973808" y="1026477"/>
                  </a:lnTo>
                  <a:lnTo>
                    <a:pt x="5974313" y="1026477"/>
                  </a:lnTo>
                  <a:lnTo>
                    <a:pt x="5974566" y="1026477"/>
                  </a:lnTo>
                  <a:lnTo>
                    <a:pt x="5975197" y="1026477"/>
                  </a:lnTo>
                  <a:lnTo>
                    <a:pt x="5975323" y="1026477"/>
                  </a:lnTo>
                  <a:lnTo>
                    <a:pt x="5975828" y="1026477"/>
                  </a:lnTo>
                  <a:lnTo>
                    <a:pt x="5976081" y="1026477"/>
                  </a:lnTo>
                  <a:lnTo>
                    <a:pt x="5977217" y="1026477"/>
                  </a:lnTo>
                  <a:lnTo>
                    <a:pt x="5977848" y="1026477"/>
                  </a:lnTo>
                  <a:lnTo>
                    <a:pt x="5977974" y="1026477"/>
                  </a:lnTo>
                  <a:lnTo>
                    <a:pt x="5978101" y="1026477"/>
                  </a:lnTo>
                  <a:lnTo>
                    <a:pt x="5978227" y="1026477"/>
                  </a:lnTo>
                  <a:lnTo>
                    <a:pt x="5978353" y="1026477"/>
                  </a:lnTo>
                  <a:lnTo>
                    <a:pt x="5978479" y="1026477"/>
                  </a:lnTo>
                  <a:lnTo>
                    <a:pt x="5978606" y="1026477"/>
                  </a:lnTo>
                  <a:lnTo>
                    <a:pt x="5978984" y="1026477"/>
                  </a:lnTo>
                  <a:lnTo>
                    <a:pt x="5979111" y="1026477"/>
                  </a:lnTo>
                  <a:lnTo>
                    <a:pt x="5979616" y="1026477"/>
                  </a:lnTo>
                  <a:lnTo>
                    <a:pt x="5979742" y="1026477"/>
                  </a:lnTo>
                  <a:lnTo>
                    <a:pt x="5979868" y="1026477"/>
                  </a:lnTo>
                  <a:lnTo>
                    <a:pt x="5980121" y="1026477"/>
                  </a:lnTo>
                  <a:lnTo>
                    <a:pt x="5980247" y="1026477"/>
                  </a:lnTo>
                  <a:lnTo>
                    <a:pt x="5980373" y="1026477"/>
                  </a:lnTo>
                  <a:lnTo>
                    <a:pt x="5980500" y="1026477"/>
                  </a:lnTo>
                  <a:lnTo>
                    <a:pt x="5982393" y="1021565"/>
                  </a:lnTo>
                  <a:lnTo>
                    <a:pt x="5982520" y="1021565"/>
                  </a:lnTo>
                  <a:lnTo>
                    <a:pt x="5983403" y="1021565"/>
                  </a:lnTo>
                  <a:lnTo>
                    <a:pt x="5983530" y="1021565"/>
                  </a:lnTo>
                  <a:lnTo>
                    <a:pt x="5983656" y="1021565"/>
                  </a:lnTo>
                  <a:lnTo>
                    <a:pt x="5984540" y="1021565"/>
                  </a:lnTo>
                  <a:lnTo>
                    <a:pt x="5984666" y="1021565"/>
                  </a:lnTo>
                  <a:lnTo>
                    <a:pt x="5984792" y="1021565"/>
                  </a:lnTo>
                  <a:lnTo>
                    <a:pt x="5984919" y="1021565"/>
                  </a:lnTo>
                  <a:lnTo>
                    <a:pt x="5985929" y="1021565"/>
                  </a:lnTo>
                  <a:lnTo>
                    <a:pt x="5986055" y="1021565"/>
                  </a:lnTo>
                  <a:lnTo>
                    <a:pt x="5986181" y="1021565"/>
                  </a:lnTo>
                  <a:lnTo>
                    <a:pt x="5986434" y="1021565"/>
                  </a:lnTo>
                  <a:lnTo>
                    <a:pt x="5986812" y="1021565"/>
                  </a:lnTo>
                  <a:lnTo>
                    <a:pt x="5987191" y="1021565"/>
                  </a:lnTo>
                  <a:lnTo>
                    <a:pt x="5987317" y="1021565"/>
                  </a:lnTo>
                  <a:lnTo>
                    <a:pt x="5987444" y="1021565"/>
                  </a:lnTo>
                  <a:lnTo>
                    <a:pt x="5987570" y="1021565"/>
                  </a:lnTo>
                  <a:lnTo>
                    <a:pt x="5987696" y="1021565"/>
                  </a:lnTo>
                  <a:lnTo>
                    <a:pt x="5987949" y="1021565"/>
                  </a:lnTo>
                  <a:lnTo>
                    <a:pt x="5988201" y="1021565"/>
                  </a:lnTo>
                  <a:lnTo>
                    <a:pt x="5988832" y="1021565"/>
                  </a:lnTo>
                  <a:lnTo>
                    <a:pt x="5989716" y="1021565"/>
                  </a:lnTo>
                  <a:lnTo>
                    <a:pt x="5989969" y="1021565"/>
                  </a:lnTo>
                  <a:lnTo>
                    <a:pt x="5990348" y="1021565"/>
                  </a:lnTo>
                  <a:lnTo>
                    <a:pt x="5990600" y="1021565"/>
                  </a:lnTo>
                  <a:lnTo>
                    <a:pt x="5991231" y="1021565"/>
                  </a:lnTo>
                  <a:lnTo>
                    <a:pt x="5991736" y="1021565"/>
                  </a:lnTo>
                  <a:lnTo>
                    <a:pt x="5991863" y="1021565"/>
                  </a:lnTo>
                  <a:lnTo>
                    <a:pt x="5991989" y="1021565"/>
                  </a:lnTo>
                  <a:lnTo>
                    <a:pt x="5992241" y="1021565"/>
                  </a:lnTo>
                  <a:lnTo>
                    <a:pt x="5992368" y="1021565"/>
                  </a:lnTo>
                  <a:lnTo>
                    <a:pt x="5992494" y="1021565"/>
                  </a:lnTo>
                  <a:lnTo>
                    <a:pt x="5992620" y="1021565"/>
                  </a:lnTo>
                  <a:lnTo>
                    <a:pt x="5993125" y="1021565"/>
                  </a:lnTo>
                  <a:lnTo>
                    <a:pt x="5993630" y="1021565"/>
                  </a:lnTo>
                  <a:lnTo>
                    <a:pt x="5994009" y="1021565"/>
                  </a:lnTo>
                  <a:lnTo>
                    <a:pt x="5994388" y="1021565"/>
                  </a:lnTo>
                  <a:lnTo>
                    <a:pt x="5994893" y="1021565"/>
                  </a:lnTo>
                  <a:lnTo>
                    <a:pt x="5995145" y="1021565"/>
                  </a:lnTo>
                  <a:lnTo>
                    <a:pt x="5995398" y="1016654"/>
                  </a:lnTo>
                  <a:lnTo>
                    <a:pt x="5995524" y="1016654"/>
                  </a:lnTo>
                  <a:lnTo>
                    <a:pt x="5996155" y="1016654"/>
                  </a:lnTo>
                  <a:lnTo>
                    <a:pt x="5996787" y="1016654"/>
                  </a:lnTo>
                  <a:lnTo>
                    <a:pt x="5996913" y="1016654"/>
                  </a:lnTo>
                  <a:lnTo>
                    <a:pt x="5997165" y="1016654"/>
                  </a:lnTo>
                  <a:lnTo>
                    <a:pt x="5997418" y="1016654"/>
                  </a:lnTo>
                  <a:lnTo>
                    <a:pt x="5997544" y="1016654"/>
                  </a:lnTo>
                  <a:lnTo>
                    <a:pt x="5999185" y="1016654"/>
                  </a:lnTo>
                  <a:lnTo>
                    <a:pt x="6000069" y="1016654"/>
                  </a:lnTo>
                  <a:lnTo>
                    <a:pt x="6000196" y="1016654"/>
                  </a:lnTo>
                  <a:lnTo>
                    <a:pt x="6000322" y="1016654"/>
                  </a:lnTo>
                  <a:lnTo>
                    <a:pt x="6000827" y="1016654"/>
                  </a:lnTo>
                  <a:lnTo>
                    <a:pt x="6001458" y="1016654"/>
                  </a:lnTo>
                  <a:lnTo>
                    <a:pt x="6001584" y="1016654"/>
                  </a:lnTo>
                  <a:lnTo>
                    <a:pt x="6002089" y="1016654"/>
                  </a:lnTo>
                  <a:lnTo>
                    <a:pt x="6002216" y="1016654"/>
                  </a:lnTo>
                  <a:lnTo>
                    <a:pt x="6002342" y="1016654"/>
                  </a:lnTo>
                  <a:lnTo>
                    <a:pt x="6002721" y="1016654"/>
                  </a:lnTo>
                  <a:lnTo>
                    <a:pt x="6004236" y="1016654"/>
                  </a:lnTo>
                  <a:lnTo>
                    <a:pt x="6004362" y="1016654"/>
                  </a:lnTo>
                  <a:lnTo>
                    <a:pt x="6004488" y="1016654"/>
                  </a:lnTo>
                  <a:lnTo>
                    <a:pt x="6004741" y="1016654"/>
                  </a:lnTo>
                  <a:lnTo>
                    <a:pt x="6004867" y="1016654"/>
                  </a:lnTo>
                  <a:lnTo>
                    <a:pt x="6004993" y="1016654"/>
                  </a:lnTo>
                  <a:lnTo>
                    <a:pt x="6005246" y="1016654"/>
                  </a:lnTo>
                  <a:lnTo>
                    <a:pt x="6005625" y="1016654"/>
                  </a:lnTo>
                  <a:lnTo>
                    <a:pt x="6006382" y="1016654"/>
                  </a:lnTo>
                  <a:lnTo>
                    <a:pt x="6006508" y="1016654"/>
                  </a:lnTo>
                  <a:lnTo>
                    <a:pt x="6007771" y="1016654"/>
                  </a:lnTo>
                  <a:lnTo>
                    <a:pt x="6007897" y="1016654"/>
                  </a:lnTo>
                  <a:lnTo>
                    <a:pt x="6008150" y="1016654"/>
                  </a:lnTo>
                  <a:lnTo>
                    <a:pt x="6008528" y="1016654"/>
                  </a:lnTo>
                  <a:lnTo>
                    <a:pt x="6009160" y="1016654"/>
                  </a:lnTo>
                  <a:lnTo>
                    <a:pt x="6010296" y="1016654"/>
                  </a:lnTo>
                  <a:lnTo>
                    <a:pt x="6010422" y="1016654"/>
                  </a:lnTo>
                  <a:lnTo>
                    <a:pt x="6010549" y="1016654"/>
                  </a:lnTo>
                  <a:lnTo>
                    <a:pt x="6010675" y="1016654"/>
                  </a:lnTo>
                  <a:lnTo>
                    <a:pt x="6010927" y="1016654"/>
                  </a:lnTo>
                  <a:lnTo>
                    <a:pt x="6011432" y="1016654"/>
                  </a:lnTo>
                  <a:lnTo>
                    <a:pt x="6011937" y="1016654"/>
                  </a:lnTo>
                  <a:lnTo>
                    <a:pt x="6012442" y="1016654"/>
                  </a:lnTo>
                  <a:lnTo>
                    <a:pt x="6013579" y="1016654"/>
                  </a:lnTo>
                  <a:lnTo>
                    <a:pt x="6013831" y="1016654"/>
                  </a:lnTo>
                  <a:lnTo>
                    <a:pt x="6013957" y="1016654"/>
                  </a:lnTo>
                  <a:lnTo>
                    <a:pt x="6014084" y="1016654"/>
                  </a:lnTo>
                  <a:lnTo>
                    <a:pt x="6014715" y="1016654"/>
                  </a:lnTo>
                  <a:lnTo>
                    <a:pt x="6014841" y="1016654"/>
                  </a:lnTo>
                  <a:lnTo>
                    <a:pt x="6014967" y="1016654"/>
                  </a:lnTo>
                  <a:lnTo>
                    <a:pt x="6015851" y="1016654"/>
                  </a:lnTo>
                  <a:lnTo>
                    <a:pt x="6015978" y="1016654"/>
                  </a:lnTo>
                  <a:lnTo>
                    <a:pt x="6016104" y="1016654"/>
                  </a:lnTo>
                  <a:lnTo>
                    <a:pt x="6016230" y="1016654"/>
                  </a:lnTo>
                  <a:lnTo>
                    <a:pt x="6016356" y="1016654"/>
                  </a:lnTo>
                  <a:lnTo>
                    <a:pt x="6017366" y="1016654"/>
                  </a:lnTo>
                  <a:lnTo>
                    <a:pt x="6018250" y="1016654"/>
                  </a:lnTo>
                  <a:lnTo>
                    <a:pt x="6018376" y="1016654"/>
                  </a:lnTo>
                  <a:lnTo>
                    <a:pt x="6018629" y="1016654"/>
                  </a:lnTo>
                  <a:lnTo>
                    <a:pt x="6018881" y="1016654"/>
                  </a:lnTo>
                  <a:lnTo>
                    <a:pt x="6019008" y="1016654"/>
                  </a:lnTo>
                  <a:lnTo>
                    <a:pt x="6019765" y="1016654"/>
                  </a:lnTo>
                  <a:lnTo>
                    <a:pt x="6020018" y="1011743"/>
                  </a:lnTo>
                  <a:lnTo>
                    <a:pt x="6020144" y="1011743"/>
                  </a:lnTo>
                  <a:lnTo>
                    <a:pt x="6020396" y="1011743"/>
                  </a:lnTo>
                  <a:lnTo>
                    <a:pt x="6020775" y="1011743"/>
                  </a:lnTo>
                  <a:lnTo>
                    <a:pt x="6020902" y="1011743"/>
                  </a:lnTo>
                  <a:lnTo>
                    <a:pt x="6021028" y="1011743"/>
                  </a:lnTo>
                  <a:lnTo>
                    <a:pt x="6021785" y="1011743"/>
                  </a:lnTo>
                  <a:lnTo>
                    <a:pt x="6022038" y="1011743"/>
                  </a:lnTo>
                  <a:lnTo>
                    <a:pt x="6022164" y="1011743"/>
                  </a:lnTo>
                  <a:lnTo>
                    <a:pt x="6022417" y="1011743"/>
                  </a:lnTo>
                  <a:lnTo>
                    <a:pt x="6022669" y="1011743"/>
                  </a:lnTo>
                  <a:lnTo>
                    <a:pt x="6023300" y="1011743"/>
                  </a:lnTo>
                  <a:lnTo>
                    <a:pt x="6023679" y="1011743"/>
                  </a:lnTo>
                  <a:lnTo>
                    <a:pt x="6024184" y="1011743"/>
                  </a:lnTo>
                  <a:lnTo>
                    <a:pt x="6024310" y="1011743"/>
                  </a:lnTo>
                  <a:lnTo>
                    <a:pt x="6024563" y="1011743"/>
                  </a:lnTo>
                  <a:lnTo>
                    <a:pt x="6024689" y="1011743"/>
                  </a:lnTo>
                  <a:lnTo>
                    <a:pt x="6025068" y="1011743"/>
                  </a:lnTo>
                  <a:lnTo>
                    <a:pt x="6025194" y="1011743"/>
                  </a:lnTo>
                  <a:lnTo>
                    <a:pt x="6025573" y="1011743"/>
                  </a:lnTo>
                  <a:lnTo>
                    <a:pt x="6026078" y="1011743"/>
                  </a:lnTo>
                  <a:lnTo>
                    <a:pt x="6026204" y="1011743"/>
                  </a:lnTo>
                  <a:lnTo>
                    <a:pt x="6027214" y="1011743"/>
                  </a:lnTo>
                  <a:lnTo>
                    <a:pt x="6027719" y="1011743"/>
                  </a:lnTo>
                  <a:lnTo>
                    <a:pt x="6027846" y="1011743"/>
                  </a:lnTo>
                  <a:lnTo>
                    <a:pt x="6027972" y="1011743"/>
                  </a:lnTo>
                  <a:lnTo>
                    <a:pt x="6028224" y="1011743"/>
                  </a:lnTo>
                  <a:lnTo>
                    <a:pt x="6028477" y="1011743"/>
                  </a:lnTo>
                  <a:lnTo>
                    <a:pt x="6028603" y="1011743"/>
                  </a:lnTo>
                  <a:lnTo>
                    <a:pt x="6028729" y="1011743"/>
                  </a:lnTo>
                  <a:lnTo>
                    <a:pt x="6028856" y="1011743"/>
                  </a:lnTo>
                  <a:lnTo>
                    <a:pt x="6028982" y="1011743"/>
                  </a:lnTo>
                  <a:lnTo>
                    <a:pt x="6029108" y="1011743"/>
                  </a:lnTo>
                  <a:lnTo>
                    <a:pt x="6029234" y="1011743"/>
                  </a:lnTo>
                  <a:lnTo>
                    <a:pt x="6029361" y="1011743"/>
                  </a:lnTo>
                  <a:lnTo>
                    <a:pt x="6030749" y="1011743"/>
                  </a:lnTo>
                  <a:lnTo>
                    <a:pt x="6030876" y="1011743"/>
                  </a:lnTo>
                  <a:lnTo>
                    <a:pt x="6031255" y="1011743"/>
                  </a:lnTo>
                  <a:lnTo>
                    <a:pt x="6031507" y="1011743"/>
                  </a:lnTo>
                  <a:lnTo>
                    <a:pt x="6031760" y="1011743"/>
                  </a:lnTo>
                  <a:lnTo>
                    <a:pt x="6031886" y="1011743"/>
                  </a:lnTo>
                  <a:lnTo>
                    <a:pt x="6032138" y="1011743"/>
                  </a:lnTo>
                  <a:lnTo>
                    <a:pt x="6032265" y="1011743"/>
                  </a:lnTo>
                  <a:lnTo>
                    <a:pt x="6033275" y="1011743"/>
                  </a:lnTo>
                  <a:lnTo>
                    <a:pt x="6033527" y="1006831"/>
                  </a:lnTo>
                  <a:lnTo>
                    <a:pt x="6033780" y="1006831"/>
                  </a:lnTo>
                  <a:lnTo>
                    <a:pt x="6034158" y="1006831"/>
                  </a:lnTo>
                  <a:lnTo>
                    <a:pt x="6034411" y="1006831"/>
                  </a:lnTo>
                  <a:lnTo>
                    <a:pt x="6034537" y="1006831"/>
                  </a:lnTo>
                  <a:lnTo>
                    <a:pt x="6034916" y="1006831"/>
                  </a:lnTo>
                  <a:lnTo>
                    <a:pt x="6035673" y="1006831"/>
                  </a:lnTo>
                  <a:lnTo>
                    <a:pt x="6036557" y="1006831"/>
                  </a:lnTo>
                  <a:lnTo>
                    <a:pt x="6037189" y="1006831"/>
                  </a:lnTo>
                  <a:lnTo>
                    <a:pt x="6037315" y="1006831"/>
                  </a:lnTo>
                  <a:lnTo>
                    <a:pt x="6037694" y="1006831"/>
                  </a:lnTo>
                  <a:lnTo>
                    <a:pt x="6037820" y="1006831"/>
                  </a:lnTo>
                  <a:lnTo>
                    <a:pt x="6038072" y="1006831"/>
                  </a:lnTo>
                  <a:lnTo>
                    <a:pt x="6038325" y="1006831"/>
                  </a:lnTo>
                  <a:lnTo>
                    <a:pt x="6038325" y="1001920"/>
                  </a:lnTo>
                  <a:lnTo>
                    <a:pt x="6039461" y="1001920"/>
                  </a:lnTo>
                  <a:lnTo>
                    <a:pt x="6040092" y="1001920"/>
                  </a:lnTo>
                  <a:lnTo>
                    <a:pt x="6040219" y="1001920"/>
                  </a:lnTo>
                  <a:lnTo>
                    <a:pt x="6040345" y="1001920"/>
                  </a:lnTo>
                  <a:lnTo>
                    <a:pt x="6040471" y="1001920"/>
                  </a:lnTo>
                  <a:lnTo>
                    <a:pt x="6040597" y="1001920"/>
                  </a:lnTo>
                  <a:lnTo>
                    <a:pt x="6040850" y="1001920"/>
                  </a:lnTo>
                  <a:lnTo>
                    <a:pt x="6041102" y="1001920"/>
                  </a:lnTo>
                  <a:lnTo>
                    <a:pt x="6041986" y="1001920"/>
                  </a:lnTo>
                  <a:lnTo>
                    <a:pt x="6042113" y="1001920"/>
                  </a:lnTo>
                  <a:lnTo>
                    <a:pt x="6042239" y="1001920"/>
                  </a:lnTo>
                  <a:lnTo>
                    <a:pt x="6042365" y="1001920"/>
                  </a:lnTo>
                  <a:lnTo>
                    <a:pt x="6042491" y="1001920"/>
                  </a:lnTo>
                  <a:lnTo>
                    <a:pt x="6043249" y="1001920"/>
                  </a:lnTo>
                  <a:lnTo>
                    <a:pt x="6043375" y="1001920"/>
                  </a:lnTo>
                  <a:lnTo>
                    <a:pt x="6043628" y="1001920"/>
                  </a:lnTo>
                  <a:lnTo>
                    <a:pt x="6043754" y="1001920"/>
                  </a:lnTo>
                  <a:lnTo>
                    <a:pt x="6044006" y="1001920"/>
                  </a:lnTo>
                  <a:lnTo>
                    <a:pt x="6044511" y="1001920"/>
                  </a:lnTo>
                  <a:lnTo>
                    <a:pt x="6045143" y="1001920"/>
                  </a:lnTo>
                  <a:lnTo>
                    <a:pt x="6045269" y="1001920"/>
                  </a:lnTo>
                  <a:lnTo>
                    <a:pt x="6045395" y="1001920"/>
                  </a:lnTo>
                  <a:lnTo>
                    <a:pt x="6045521" y="1001920"/>
                  </a:lnTo>
                  <a:lnTo>
                    <a:pt x="6046153" y="1001920"/>
                  </a:lnTo>
                  <a:lnTo>
                    <a:pt x="6046532" y="1001920"/>
                  </a:lnTo>
                  <a:lnTo>
                    <a:pt x="6046658" y="1001920"/>
                  </a:lnTo>
                  <a:lnTo>
                    <a:pt x="6046910" y="1001920"/>
                  </a:lnTo>
                  <a:lnTo>
                    <a:pt x="6047037" y="1001920"/>
                  </a:lnTo>
                  <a:lnTo>
                    <a:pt x="6047163" y="1001920"/>
                  </a:lnTo>
                  <a:lnTo>
                    <a:pt x="6047415" y="1001920"/>
                  </a:lnTo>
                  <a:lnTo>
                    <a:pt x="6047668" y="1001920"/>
                  </a:lnTo>
                  <a:lnTo>
                    <a:pt x="6048299" y="1001920"/>
                  </a:lnTo>
                  <a:lnTo>
                    <a:pt x="6048425" y="1001920"/>
                  </a:lnTo>
                  <a:lnTo>
                    <a:pt x="6048552" y="1001920"/>
                  </a:lnTo>
                  <a:lnTo>
                    <a:pt x="6048678" y="1001920"/>
                  </a:lnTo>
                  <a:lnTo>
                    <a:pt x="6049435" y="997009"/>
                  </a:lnTo>
                  <a:lnTo>
                    <a:pt x="6049940" y="997009"/>
                  </a:lnTo>
                  <a:lnTo>
                    <a:pt x="6050067" y="997009"/>
                  </a:lnTo>
                  <a:lnTo>
                    <a:pt x="6050698" y="997009"/>
                  </a:lnTo>
                  <a:lnTo>
                    <a:pt x="6050824" y="997009"/>
                  </a:lnTo>
                  <a:lnTo>
                    <a:pt x="6050950" y="997009"/>
                  </a:lnTo>
                  <a:lnTo>
                    <a:pt x="6052087" y="997009"/>
                  </a:lnTo>
                  <a:lnTo>
                    <a:pt x="6052592" y="997009"/>
                  </a:lnTo>
                  <a:lnTo>
                    <a:pt x="6052718" y="997009"/>
                  </a:lnTo>
                  <a:lnTo>
                    <a:pt x="6053097" y="997009"/>
                  </a:lnTo>
                  <a:lnTo>
                    <a:pt x="6053223" y="997009"/>
                  </a:lnTo>
                  <a:lnTo>
                    <a:pt x="6053728" y="997009"/>
                  </a:lnTo>
                  <a:lnTo>
                    <a:pt x="6053854" y="997009"/>
                  </a:lnTo>
                  <a:lnTo>
                    <a:pt x="6054612" y="997009"/>
                  </a:lnTo>
                  <a:lnTo>
                    <a:pt x="6054991" y="997009"/>
                  </a:lnTo>
                  <a:lnTo>
                    <a:pt x="6055243" y="997009"/>
                  </a:lnTo>
                  <a:lnTo>
                    <a:pt x="6055622" y="997009"/>
                  </a:lnTo>
                  <a:lnTo>
                    <a:pt x="6055748" y="997009"/>
                  </a:lnTo>
                  <a:lnTo>
                    <a:pt x="6056001" y="997009"/>
                  </a:lnTo>
                  <a:lnTo>
                    <a:pt x="6056253" y="997009"/>
                  </a:lnTo>
                  <a:lnTo>
                    <a:pt x="6056379" y="997009"/>
                  </a:lnTo>
                  <a:lnTo>
                    <a:pt x="6056632" y="997009"/>
                  </a:lnTo>
                  <a:lnTo>
                    <a:pt x="6056758" y="997009"/>
                  </a:lnTo>
                  <a:lnTo>
                    <a:pt x="6056885" y="997009"/>
                  </a:lnTo>
                  <a:lnTo>
                    <a:pt x="6057011" y="997009"/>
                  </a:lnTo>
                  <a:lnTo>
                    <a:pt x="6057137" y="997009"/>
                  </a:lnTo>
                  <a:lnTo>
                    <a:pt x="6057390" y="997009"/>
                  </a:lnTo>
                  <a:lnTo>
                    <a:pt x="6057642" y="997009"/>
                  </a:lnTo>
                  <a:lnTo>
                    <a:pt x="6058147" y="997009"/>
                  </a:lnTo>
                  <a:lnTo>
                    <a:pt x="6058526" y="997009"/>
                  </a:lnTo>
                  <a:lnTo>
                    <a:pt x="6058652" y="997009"/>
                  </a:lnTo>
                  <a:lnTo>
                    <a:pt x="6059031" y="997009"/>
                  </a:lnTo>
                  <a:lnTo>
                    <a:pt x="6059410" y="997009"/>
                  </a:lnTo>
                  <a:lnTo>
                    <a:pt x="6059536" y="997009"/>
                  </a:lnTo>
                  <a:lnTo>
                    <a:pt x="6059788" y="997009"/>
                  </a:lnTo>
                  <a:lnTo>
                    <a:pt x="6059915" y="997009"/>
                  </a:lnTo>
                  <a:lnTo>
                    <a:pt x="6060167" y="997009"/>
                  </a:lnTo>
                  <a:lnTo>
                    <a:pt x="6060293" y="997009"/>
                  </a:lnTo>
                  <a:lnTo>
                    <a:pt x="6064839" y="992097"/>
                  </a:lnTo>
                  <a:lnTo>
                    <a:pt x="6065091" y="992097"/>
                  </a:lnTo>
                  <a:lnTo>
                    <a:pt x="6065596" y="992097"/>
                  </a:lnTo>
                  <a:lnTo>
                    <a:pt x="6065975" y="992097"/>
                  </a:lnTo>
                  <a:lnTo>
                    <a:pt x="6066354" y="992097"/>
                  </a:lnTo>
                  <a:lnTo>
                    <a:pt x="6066859" y="992097"/>
                  </a:lnTo>
                  <a:lnTo>
                    <a:pt x="6067111" y="992097"/>
                  </a:lnTo>
                  <a:lnTo>
                    <a:pt x="6067616" y="992097"/>
                  </a:lnTo>
                  <a:lnTo>
                    <a:pt x="6067869" y="992097"/>
                  </a:lnTo>
                  <a:lnTo>
                    <a:pt x="6067995" y="992097"/>
                  </a:lnTo>
                  <a:lnTo>
                    <a:pt x="6068121" y="992097"/>
                  </a:lnTo>
                  <a:lnTo>
                    <a:pt x="6068248" y="992097"/>
                  </a:lnTo>
                  <a:lnTo>
                    <a:pt x="6068500" y="992097"/>
                  </a:lnTo>
                  <a:lnTo>
                    <a:pt x="6068626" y="992097"/>
                  </a:lnTo>
                  <a:lnTo>
                    <a:pt x="6068753" y="992097"/>
                  </a:lnTo>
                  <a:lnTo>
                    <a:pt x="6069005" y="992097"/>
                  </a:lnTo>
                  <a:lnTo>
                    <a:pt x="6069258" y="992097"/>
                  </a:lnTo>
                  <a:lnTo>
                    <a:pt x="6069763" y="992097"/>
                  </a:lnTo>
                  <a:lnTo>
                    <a:pt x="6070141" y="992097"/>
                  </a:lnTo>
                  <a:lnTo>
                    <a:pt x="6070520" y="992097"/>
                  </a:lnTo>
                  <a:lnTo>
                    <a:pt x="6071025" y="992097"/>
                  </a:lnTo>
                  <a:lnTo>
                    <a:pt x="6071404" y="992097"/>
                  </a:lnTo>
                  <a:lnTo>
                    <a:pt x="6072162" y="992097"/>
                  </a:lnTo>
                  <a:lnTo>
                    <a:pt x="6072540" y="992097"/>
                  </a:lnTo>
                  <a:lnTo>
                    <a:pt x="6072667" y="992097"/>
                  </a:lnTo>
                  <a:lnTo>
                    <a:pt x="6073045" y="992097"/>
                  </a:lnTo>
                  <a:lnTo>
                    <a:pt x="6073677" y="992097"/>
                  </a:lnTo>
                  <a:lnTo>
                    <a:pt x="6073803" y="992097"/>
                  </a:lnTo>
                  <a:lnTo>
                    <a:pt x="6074182" y="992097"/>
                  </a:lnTo>
                  <a:lnTo>
                    <a:pt x="6075444" y="992097"/>
                  </a:lnTo>
                  <a:lnTo>
                    <a:pt x="6075823" y="992097"/>
                  </a:lnTo>
                  <a:lnTo>
                    <a:pt x="6076075" y="992097"/>
                  </a:lnTo>
                  <a:lnTo>
                    <a:pt x="6076454" y="992097"/>
                  </a:lnTo>
                  <a:lnTo>
                    <a:pt x="6076959" y="992097"/>
                  </a:lnTo>
                  <a:lnTo>
                    <a:pt x="6077338" y="992097"/>
                  </a:lnTo>
                  <a:lnTo>
                    <a:pt x="6078096" y="992097"/>
                  </a:lnTo>
                  <a:lnTo>
                    <a:pt x="6078348" y="992097"/>
                  </a:lnTo>
                  <a:lnTo>
                    <a:pt x="6078601" y="992097"/>
                  </a:lnTo>
                  <a:lnTo>
                    <a:pt x="6078727" y="992097"/>
                  </a:lnTo>
                  <a:lnTo>
                    <a:pt x="6079232" y="992097"/>
                  </a:lnTo>
                  <a:lnTo>
                    <a:pt x="6079737" y="992097"/>
                  </a:lnTo>
                  <a:lnTo>
                    <a:pt x="6079863" y="992097"/>
                  </a:lnTo>
                  <a:lnTo>
                    <a:pt x="6079989" y="992097"/>
                  </a:lnTo>
                  <a:lnTo>
                    <a:pt x="6080116" y="992097"/>
                  </a:lnTo>
                  <a:lnTo>
                    <a:pt x="6080368" y="992097"/>
                  </a:lnTo>
                  <a:lnTo>
                    <a:pt x="6080494" y="992097"/>
                  </a:lnTo>
                  <a:lnTo>
                    <a:pt x="6080747" y="992097"/>
                  </a:lnTo>
                  <a:lnTo>
                    <a:pt x="6080873" y="992097"/>
                  </a:lnTo>
                  <a:lnTo>
                    <a:pt x="6080999" y="992097"/>
                  </a:lnTo>
                  <a:lnTo>
                    <a:pt x="6081252" y="992097"/>
                  </a:lnTo>
                  <a:lnTo>
                    <a:pt x="6081757" y="992097"/>
                  </a:lnTo>
                  <a:lnTo>
                    <a:pt x="6082388" y="992097"/>
                  </a:lnTo>
                  <a:lnTo>
                    <a:pt x="6082641" y="992097"/>
                  </a:lnTo>
                  <a:lnTo>
                    <a:pt x="6082767" y="992097"/>
                  </a:lnTo>
                  <a:lnTo>
                    <a:pt x="6083020" y="992097"/>
                  </a:lnTo>
                  <a:lnTo>
                    <a:pt x="6083146" y="992097"/>
                  </a:lnTo>
                  <a:lnTo>
                    <a:pt x="6083272" y="992097"/>
                  </a:lnTo>
                  <a:lnTo>
                    <a:pt x="6083272" y="987186"/>
                  </a:lnTo>
                  <a:lnTo>
                    <a:pt x="6084156" y="987186"/>
                  </a:lnTo>
                  <a:lnTo>
                    <a:pt x="6084282" y="987186"/>
                  </a:lnTo>
                  <a:lnTo>
                    <a:pt x="6084408" y="987186"/>
                  </a:lnTo>
                  <a:lnTo>
                    <a:pt x="6084913" y="987186"/>
                  </a:lnTo>
                  <a:lnTo>
                    <a:pt x="6085040" y="987186"/>
                  </a:lnTo>
                  <a:lnTo>
                    <a:pt x="6086050" y="987186"/>
                  </a:lnTo>
                  <a:lnTo>
                    <a:pt x="6086428" y="987186"/>
                  </a:lnTo>
                  <a:lnTo>
                    <a:pt x="6086807" y="987186"/>
                  </a:lnTo>
                  <a:lnTo>
                    <a:pt x="6088449" y="987186"/>
                  </a:lnTo>
                  <a:lnTo>
                    <a:pt x="6088575" y="987186"/>
                  </a:lnTo>
                  <a:lnTo>
                    <a:pt x="6088701" y="987186"/>
                  </a:lnTo>
                  <a:lnTo>
                    <a:pt x="6088827" y="987186"/>
                  </a:lnTo>
                  <a:lnTo>
                    <a:pt x="6089332" y="987186"/>
                  </a:lnTo>
                  <a:lnTo>
                    <a:pt x="6089459" y="987186"/>
                  </a:lnTo>
                  <a:lnTo>
                    <a:pt x="6089459" y="982274"/>
                  </a:lnTo>
                  <a:lnTo>
                    <a:pt x="6089585" y="982274"/>
                  </a:lnTo>
                  <a:lnTo>
                    <a:pt x="6089711" y="982274"/>
                  </a:lnTo>
                  <a:lnTo>
                    <a:pt x="6089837" y="982274"/>
                  </a:lnTo>
                  <a:lnTo>
                    <a:pt x="6090595" y="982274"/>
                  </a:lnTo>
                  <a:lnTo>
                    <a:pt x="6091479" y="982274"/>
                  </a:lnTo>
                  <a:lnTo>
                    <a:pt x="6091857" y="982274"/>
                  </a:lnTo>
                  <a:lnTo>
                    <a:pt x="6091984" y="982274"/>
                  </a:lnTo>
                  <a:lnTo>
                    <a:pt x="6092110" y="982274"/>
                  </a:lnTo>
                  <a:lnTo>
                    <a:pt x="6092741" y="982274"/>
                  </a:lnTo>
                  <a:lnTo>
                    <a:pt x="6092868" y="982274"/>
                  </a:lnTo>
                  <a:lnTo>
                    <a:pt x="6093120" y="982274"/>
                  </a:lnTo>
                  <a:lnTo>
                    <a:pt x="6093373" y="982274"/>
                  </a:lnTo>
                  <a:lnTo>
                    <a:pt x="6093499" y="982274"/>
                  </a:lnTo>
                  <a:lnTo>
                    <a:pt x="6093625" y="982274"/>
                  </a:lnTo>
                  <a:lnTo>
                    <a:pt x="6094004" y="982274"/>
                  </a:lnTo>
                  <a:lnTo>
                    <a:pt x="6094635" y="982274"/>
                  </a:lnTo>
                  <a:lnTo>
                    <a:pt x="6094761" y="982274"/>
                  </a:lnTo>
                  <a:lnTo>
                    <a:pt x="6096150" y="982274"/>
                  </a:lnTo>
                  <a:lnTo>
                    <a:pt x="6096403" y="982274"/>
                  </a:lnTo>
                  <a:lnTo>
                    <a:pt x="6096529" y="982274"/>
                  </a:lnTo>
                  <a:lnTo>
                    <a:pt x="6096655" y="982274"/>
                  </a:lnTo>
                  <a:lnTo>
                    <a:pt x="6097539" y="982274"/>
                  </a:lnTo>
                  <a:lnTo>
                    <a:pt x="6097918" y="982274"/>
                  </a:lnTo>
                  <a:lnTo>
                    <a:pt x="6098170" y="982274"/>
                  </a:lnTo>
                  <a:lnTo>
                    <a:pt x="6098549" y="982274"/>
                  </a:lnTo>
                  <a:lnTo>
                    <a:pt x="6098675" y="982274"/>
                  </a:lnTo>
                  <a:lnTo>
                    <a:pt x="6099559" y="977363"/>
                  </a:lnTo>
                  <a:lnTo>
                    <a:pt x="6099685" y="977363"/>
                  </a:lnTo>
                  <a:lnTo>
                    <a:pt x="6100443" y="977363"/>
                  </a:lnTo>
                  <a:lnTo>
                    <a:pt x="6100569" y="977363"/>
                  </a:lnTo>
                  <a:lnTo>
                    <a:pt x="6100695" y="977363"/>
                  </a:lnTo>
                  <a:lnTo>
                    <a:pt x="6101705" y="977363"/>
                  </a:lnTo>
                  <a:lnTo>
                    <a:pt x="6102589" y="977363"/>
                  </a:lnTo>
                  <a:lnTo>
                    <a:pt x="6102715" y="977363"/>
                  </a:lnTo>
                  <a:lnTo>
                    <a:pt x="6102842" y="977363"/>
                  </a:lnTo>
                  <a:lnTo>
                    <a:pt x="6103599" y="977363"/>
                  </a:lnTo>
                  <a:lnTo>
                    <a:pt x="6103852" y="977363"/>
                  </a:lnTo>
                  <a:lnTo>
                    <a:pt x="6104862" y="972452"/>
                  </a:lnTo>
                  <a:lnTo>
                    <a:pt x="6105241" y="972452"/>
                  </a:lnTo>
                  <a:lnTo>
                    <a:pt x="6105493" y="972452"/>
                  </a:lnTo>
                  <a:lnTo>
                    <a:pt x="6105619" y="972452"/>
                  </a:lnTo>
                  <a:lnTo>
                    <a:pt x="6105872" y="972452"/>
                  </a:lnTo>
                  <a:lnTo>
                    <a:pt x="6105998" y="972452"/>
                  </a:lnTo>
                  <a:lnTo>
                    <a:pt x="6106124" y="972452"/>
                  </a:lnTo>
                  <a:lnTo>
                    <a:pt x="6106251" y="972452"/>
                  </a:lnTo>
                  <a:lnTo>
                    <a:pt x="6106503" y="972452"/>
                  </a:lnTo>
                  <a:lnTo>
                    <a:pt x="6106756" y="972452"/>
                  </a:lnTo>
                  <a:lnTo>
                    <a:pt x="6106882" y="972452"/>
                  </a:lnTo>
                  <a:lnTo>
                    <a:pt x="6107008" y="972452"/>
                  </a:lnTo>
                  <a:lnTo>
                    <a:pt x="6107513" y="972452"/>
                  </a:lnTo>
                  <a:lnTo>
                    <a:pt x="6107639" y="972452"/>
                  </a:lnTo>
                  <a:lnTo>
                    <a:pt x="6108018" y="972452"/>
                  </a:lnTo>
                  <a:lnTo>
                    <a:pt x="6108144" y="972452"/>
                  </a:lnTo>
                  <a:lnTo>
                    <a:pt x="6108650" y="962629"/>
                  </a:lnTo>
                  <a:lnTo>
                    <a:pt x="6108902" y="962629"/>
                  </a:lnTo>
                  <a:lnTo>
                    <a:pt x="6109281" y="962629"/>
                  </a:lnTo>
                  <a:lnTo>
                    <a:pt x="6109533" y="962629"/>
                  </a:lnTo>
                  <a:lnTo>
                    <a:pt x="6109786" y="962629"/>
                  </a:lnTo>
                  <a:lnTo>
                    <a:pt x="6110165" y="962629"/>
                  </a:lnTo>
                  <a:lnTo>
                    <a:pt x="6110543" y="962629"/>
                  </a:lnTo>
                  <a:lnTo>
                    <a:pt x="6111175" y="962629"/>
                  </a:lnTo>
                  <a:lnTo>
                    <a:pt x="6112690" y="962629"/>
                  </a:lnTo>
                  <a:lnTo>
                    <a:pt x="6113574" y="962629"/>
                  </a:lnTo>
                  <a:lnTo>
                    <a:pt x="6114079" y="962629"/>
                  </a:lnTo>
                  <a:lnTo>
                    <a:pt x="6114205" y="962629"/>
                  </a:lnTo>
                  <a:lnTo>
                    <a:pt x="6114331" y="962629"/>
                  </a:lnTo>
                  <a:lnTo>
                    <a:pt x="6114457" y="962629"/>
                  </a:lnTo>
                  <a:lnTo>
                    <a:pt x="6114584" y="962629"/>
                  </a:lnTo>
                  <a:lnTo>
                    <a:pt x="6115720" y="962629"/>
                  </a:lnTo>
                  <a:lnTo>
                    <a:pt x="6115972" y="962629"/>
                  </a:lnTo>
                  <a:lnTo>
                    <a:pt x="6116225" y="962629"/>
                  </a:lnTo>
                  <a:lnTo>
                    <a:pt x="6116604" y="962629"/>
                  </a:lnTo>
                  <a:lnTo>
                    <a:pt x="6116730" y="962629"/>
                  </a:lnTo>
                  <a:lnTo>
                    <a:pt x="6116856" y="962629"/>
                  </a:lnTo>
                  <a:lnTo>
                    <a:pt x="6117109" y="962629"/>
                  </a:lnTo>
                  <a:lnTo>
                    <a:pt x="6117614" y="962629"/>
                  </a:lnTo>
                  <a:lnTo>
                    <a:pt x="6117740" y="962629"/>
                  </a:lnTo>
                  <a:lnTo>
                    <a:pt x="6117992" y="962629"/>
                  </a:lnTo>
                  <a:lnTo>
                    <a:pt x="6118876" y="962629"/>
                  </a:lnTo>
                  <a:lnTo>
                    <a:pt x="6119003" y="962629"/>
                  </a:lnTo>
                  <a:lnTo>
                    <a:pt x="6120265" y="962629"/>
                  </a:lnTo>
                  <a:lnTo>
                    <a:pt x="6120391" y="957718"/>
                  </a:lnTo>
                  <a:lnTo>
                    <a:pt x="6120518" y="957718"/>
                  </a:lnTo>
                  <a:lnTo>
                    <a:pt x="6120644" y="957718"/>
                  </a:lnTo>
                  <a:lnTo>
                    <a:pt x="6121023" y="957718"/>
                  </a:lnTo>
                  <a:lnTo>
                    <a:pt x="6121654" y="957718"/>
                  </a:lnTo>
                  <a:lnTo>
                    <a:pt x="6121780" y="957718"/>
                  </a:lnTo>
                  <a:lnTo>
                    <a:pt x="6122159" y="952806"/>
                  </a:lnTo>
                  <a:lnTo>
                    <a:pt x="6122285" y="952806"/>
                  </a:lnTo>
                  <a:lnTo>
                    <a:pt x="6123043" y="952806"/>
                  </a:lnTo>
                  <a:lnTo>
                    <a:pt x="6123169" y="952806"/>
                  </a:lnTo>
                  <a:lnTo>
                    <a:pt x="6123421" y="952806"/>
                  </a:lnTo>
                  <a:lnTo>
                    <a:pt x="6123548" y="952806"/>
                  </a:lnTo>
                  <a:lnTo>
                    <a:pt x="6123674" y="952806"/>
                  </a:lnTo>
                  <a:lnTo>
                    <a:pt x="6123800" y="952806"/>
                  </a:lnTo>
                  <a:lnTo>
                    <a:pt x="6123927" y="952806"/>
                  </a:lnTo>
                  <a:lnTo>
                    <a:pt x="6124432" y="952806"/>
                  </a:lnTo>
                  <a:lnTo>
                    <a:pt x="6125315" y="952806"/>
                  </a:lnTo>
                  <a:lnTo>
                    <a:pt x="6125568" y="952806"/>
                  </a:lnTo>
                  <a:lnTo>
                    <a:pt x="6125947" y="952806"/>
                  </a:lnTo>
                  <a:lnTo>
                    <a:pt x="6126199" y="952806"/>
                  </a:lnTo>
                  <a:lnTo>
                    <a:pt x="6126325" y="952806"/>
                  </a:lnTo>
                  <a:lnTo>
                    <a:pt x="6126578" y="952806"/>
                  </a:lnTo>
                  <a:lnTo>
                    <a:pt x="6126830" y="952806"/>
                  </a:lnTo>
                  <a:lnTo>
                    <a:pt x="6126957" y="952806"/>
                  </a:lnTo>
                  <a:lnTo>
                    <a:pt x="6127462" y="947895"/>
                  </a:lnTo>
                  <a:lnTo>
                    <a:pt x="6127588" y="947895"/>
                  </a:lnTo>
                  <a:lnTo>
                    <a:pt x="6127714" y="947895"/>
                  </a:lnTo>
                  <a:lnTo>
                    <a:pt x="6127967" y="947895"/>
                  </a:lnTo>
                  <a:lnTo>
                    <a:pt x="6128345" y="947895"/>
                  </a:lnTo>
                  <a:lnTo>
                    <a:pt x="6128598" y="947895"/>
                  </a:lnTo>
                  <a:lnTo>
                    <a:pt x="6128851" y="947895"/>
                  </a:lnTo>
                  <a:lnTo>
                    <a:pt x="6129103" y="947895"/>
                  </a:lnTo>
                  <a:lnTo>
                    <a:pt x="6129482" y="947895"/>
                  </a:lnTo>
                  <a:lnTo>
                    <a:pt x="6130239" y="947895"/>
                  </a:lnTo>
                  <a:lnTo>
                    <a:pt x="6130366" y="947895"/>
                  </a:lnTo>
                  <a:lnTo>
                    <a:pt x="6131376" y="947895"/>
                  </a:lnTo>
                  <a:lnTo>
                    <a:pt x="6131502" y="947895"/>
                  </a:lnTo>
                  <a:lnTo>
                    <a:pt x="6131628" y="947895"/>
                  </a:lnTo>
                  <a:lnTo>
                    <a:pt x="6132007" y="947895"/>
                  </a:lnTo>
                  <a:lnTo>
                    <a:pt x="6132133" y="942983"/>
                  </a:lnTo>
                  <a:lnTo>
                    <a:pt x="6132386" y="942983"/>
                  </a:lnTo>
                  <a:lnTo>
                    <a:pt x="6133017" y="942983"/>
                  </a:lnTo>
                  <a:lnTo>
                    <a:pt x="6133269" y="942983"/>
                  </a:lnTo>
                  <a:lnTo>
                    <a:pt x="6133396" y="942983"/>
                  </a:lnTo>
                  <a:lnTo>
                    <a:pt x="6133522" y="942983"/>
                  </a:lnTo>
                  <a:lnTo>
                    <a:pt x="6133901" y="942983"/>
                  </a:lnTo>
                  <a:lnTo>
                    <a:pt x="6134153" y="942983"/>
                  </a:lnTo>
                  <a:lnTo>
                    <a:pt x="6134785" y="942983"/>
                  </a:lnTo>
                  <a:lnTo>
                    <a:pt x="6135542" y="942983"/>
                  </a:lnTo>
                  <a:lnTo>
                    <a:pt x="6136047" y="942983"/>
                  </a:lnTo>
                  <a:lnTo>
                    <a:pt x="6136173" y="942983"/>
                  </a:lnTo>
                  <a:lnTo>
                    <a:pt x="6136426" y="942983"/>
                  </a:lnTo>
                  <a:lnTo>
                    <a:pt x="6136552" y="942983"/>
                  </a:lnTo>
                  <a:lnTo>
                    <a:pt x="6137057" y="942983"/>
                  </a:lnTo>
                  <a:lnTo>
                    <a:pt x="6137310" y="942983"/>
                  </a:lnTo>
                  <a:lnTo>
                    <a:pt x="6137436" y="942983"/>
                  </a:lnTo>
                  <a:lnTo>
                    <a:pt x="6137562" y="942983"/>
                  </a:lnTo>
                  <a:lnTo>
                    <a:pt x="6140466" y="942983"/>
                  </a:lnTo>
                  <a:lnTo>
                    <a:pt x="6140845" y="942983"/>
                  </a:lnTo>
                  <a:lnTo>
                    <a:pt x="6140971" y="942983"/>
                  </a:lnTo>
                  <a:lnTo>
                    <a:pt x="6141350" y="942983"/>
                  </a:lnTo>
                  <a:lnTo>
                    <a:pt x="6141855" y="942983"/>
                  </a:lnTo>
                  <a:lnTo>
                    <a:pt x="6141981" y="942983"/>
                  </a:lnTo>
                  <a:lnTo>
                    <a:pt x="6142107" y="942983"/>
                  </a:lnTo>
                  <a:lnTo>
                    <a:pt x="6142234" y="942983"/>
                  </a:lnTo>
                  <a:lnTo>
                    <a:pt x="6142360" y="942983"/>
                  </a:lnTo>
                  <a:lnTo>
                    <a:pt x="6142486" y="942983"/>
                  </a:lnTo>
                  <a:lnTo>
                    <a:pt x="6142865" y="942983"/>
                  </a:lnTo>
                  <a:lnTo>
                    <a:pt x="6143117" y="942983"/>
                  </a:lnTo>
                  <a:lnTo>
                    <a:pt x="6143622" y="942983"/>
                  </a:lnTo>
                  <a:lnTo>
                    <a:pt x="6143749" y="942983"/>
                  </a:lnTo>
                  <a:lnTo>
                    <a:pt x="6143749" y="938072"/>
                  </a:lnTo>
                  <a:lnTo>
                    <a:pt x="6144001" y="938072"/>
                  </a:lnTo>
                  <a:lnTo>
                    <a:pt x="6144254" y="938072"/>
                  </a:lnTo>
                  <a:lnTo>
                    <a:pt x="6145011" y="938072"/>
                  </a:lnTo>
                  <a:lnTo>
                    <a:pt x="6145138" y="938072"/>
                  </a:lnTo>
                  <a:lnTo>
                    <a:pt x="6145516" y="938072"/>
                  </a:lnTo>
                  <a:lnTo>
                    <a:pt x="6145643" y="938072"/>
                  </a:lnTo>
                  <a:lnTo>
                    <a:pt x="6145769" y="938072"/>
                  </a:lnTo>
                  <a:lnTo>
                    <a:pt x="6145895" y="938072"/>
                  </a:lnTo>
                  <a:lnTo>
                    <a:pt x="6146021" y="938072"/>
                  </a:lnTo>
                  <a:lnTo>
                    <a:pt x="6147410" y="938072"/>
                  </a:lnTo>
                  <a:lnTo>
                    <a:pt x="6147536" y="938072"/>
                  </a:lnTo>
                  <a:lnTo>
                    <a:pt x="6147663" y="938072"/>
                  </a:lnTo>
                  <a:lnTo>
                    <a:pt x="6148168" y="938072"/>
                  </a:lnTo>
                  <a:lnTo>
                    <a:pt x="6148294" y="938072"/>
                  </a:lnTo>
                  <a:lnTo>
                    <a:pt x="6148799" y="933161"/>
                  </a:lnTo>
                  <a:lnTo>
                    <a:pt x="6148925" y="933161"/>
                  </a:lnTo>
                  <a:lnTo>
                    <a:pt x="6149178" y="933161"/>
                  </a:lnTo>
                  <a:lnTo>
                    <a:pt x="6149557" y="933161"/>
                  </a:lnTo>
                  <a:lnTo>
                    <a:pt x="6149935" y="933161"/>
                  </a:lnTo>
                  <a:lnTo>
                    <a:pt x="6150062" y="928249"/>
                  </a:lnTo>
                  <a:lnTo>
                    <a:pt x="6150440" y="928249"/>
                  </a:lnTo>
                  <a:lnTo>
                    <a:pt x="6150693" y="923338"/>
                  </a:lnTo>
                  <a:lnTo>
                    <a:pt x="6151072" y="923338"/>
                  </a:lnTo>
                  <a:lnTo>
                    <a:pt x="6152082" y="923338"/>
                  </a:lnTo>
                  <a:lnTo>
                    <a:pt x="6152208" y="923338"/>
                  </a:lnTo>
                  <a:lnTo>
                    <a:pt x="6152460" y="923338"/>
                  </a:lnTo>
                  <a:lnTo>
                    <a:pt x="6152965" y="923338"/>
                  </a:lnTo>
                  <a:lnTo>
                    <a:pt x="6154480" y="923338"/>
                  </a:lnTo>
                  <a:lnTo>
                    <a:pt x="6154607" y="923338"/>
                  </a:lnTo>
                  <a:lnTo>
                    <a:pt x="6154733" y="923338"/>
                  </a:lnTo>
                  <a:lnTo>
                    <a:pt x="6154859" y="923338"/>
                  </a:lnTo>
                  <a:lnTo>
                    <a:pt x="6154986" y="923338"/>
                  </a:lnTo>
                  <a:lnTo>
                    <a:pt x="6155112" y="923338"/>
                  </a:lnTo>
                  <a:lnTo>
                    <a:pt x="6155491" y="923338"/>
                  </a:lnTo>
                  <a:lnTo>
                    <a:pt x="6155617" y="923338"/>
                  </a:lnTo>
                  <a:lnTo>
                    <a:pt x="6155743" y="923338"/>
                  </a:lnTo>
                  <a:lnTo>
                    <a:pt x="6156248" y="923338"/>
                  </a:lnTo>
                  <a:lnTo>
                    <a:pt x="6156879" y="923338"/>
                  </a:lnTo>
                  <a:lnTo>
                    <a:pt x="6157006" y="923338"/>
                  </a:lnTo>
                  <a:lnTo>
                    <a:pt x="6157132" y="923338"/>
                  </a:lnTo>
                  <a:lnTo>
                    <a:pt x="6157763" y="923338"/>
                  </a:lnTo>
                  <a:lnTo>
                    <a:pt x="6157889" y="923338"/>
                  </a:lnTo>
                  <a:lnTo>
                    <a:pt x="6158016" y="923338"/>
                  </a:lnTo>
                  <a:lnTo>
                    <a:pt x="6159026" y="923338"/>
                  </a:lnTo>
                  <a:lnTo>
                    <a:pt x="6160162" y="923338"/>
                  </a:lnTo>
                  <a:lnTo>
                    <a:pt x="6160288" y="923338"/>
                  </a:lnTo>
                  <a:lnTo>
                    <a:pt x="6160541" y="923338"/>
                  </a:lnTo>
                  <a:lnTo>
                    <a:pt x="6160793" y="923338"/>
                  </a:lnTo>
                  <a:lnTo>
                    <a:pt x="6160920" y="923338"/>
                  </a:lnTo>
                  <a:lnTo>
                    <a:pt x="6161677" y="923338"/>
                  </a:lnTo>
                  <a:lnTo>
                    <a:pt x="6161930" y="923338"/>
                  </a:lnTo>
                  <a:lnTo>
                    <a:pt x="6162561" y="923338"/>
                  </a:lnTo>
                  <a:lnTo>
                    <a:pt x="6162940" y="923338"/>
                  </a:lnTo>
                  <a:lnTo>
                    <a:pt x="6163192" y="923338"/>
                  </a:lnTo>
                  <a:lnTo>
                    <a:pt x="6163697" y="923338"/>
                  </a:lnTo>
                  <a:lnTo>
                    <a:pt x="6163823" y="923338"/>
                  </a:lnTo>
                  <a:lnTo>
                    <a:pt x="6164202" y="923338"/>
                  </a:lnTo>
                  <a:lnTo>
                    <a:pt x="6164581" y="923338"/>
                  </a:lnTo>
                  <a:lnTo>
                    <a:pt x="6164960" y="923338"/>
                  </a:lnTo>
                  <a:lnTo>
                    <a:pt x="6165086" y="923338"/>
                  </a:lnTo>
                  <a:lnTo>
                    <a:pt x="6165339" y="923338"/>
                  </a:lnTo>
                  <a:lnTo>
                    <a:pt x="6165591" y="923338"/>
                  </a:lnTo>
                  <a:lnTo>
                    <a:pt x="6165844" y="923338"/>
                  </a:lnTo>
                  <a:lnTo>
                    <a:pt x="6166096" y="923338"/>
                  </a:lnTo>
                  <a:lnTo>
                    <a:pt x="6166349" y="923338"/>
                  </a:lnTo>
                  <a:lnTo>
                    <a:pt x="6166601" y="923338"/>
                  </a:lnTo>
                  <a:lnTo>
                    <a:pt x="6166727" y="923338"/>
                  </a:lnTo>
                  <a:lnTo>
                    <a:pt x="6167232" y="923338"/>
                  </a:lnTo>
                  <a:lnTo>
                    <a:pt x="6167611" y="918427"/>
                  </a:lnTo>
                  <a:lnTo>
                    <a:pt x="6167990" y="918427"/>
                  </a:lnTo>
                  <a:lnTo>
                    <a:pt x="6168242" y="918427"/>
                  </a:lnTo>
                  <a:lnTo>
                    <a:pt x="6168369" y="918427"/>
                  </a:lnTo>
                  <a:lnTo>
                    <a:pt x="6168495" y="918427"/>
                  </a:lnTo>
                  <a:lnTo>
                    <a:pt x="6168621" y="918427"/>
                  </a:lnTo>
                  <a:lnTo>
                    <a:pt x="6168874" y="918427"/>
                  </a:lnTo>
                  <a:lnTo>
                    <a:pt x="6169757" y="918427"/>
                  </a:lnTo>
                  <a:lnTo>
                    <a:pt x="6169884" y="918427"/>
                  </a:lnTo>
                  <a:lnTo>
                    <a:pt x="6170389" y="918427"/>
                  </a:lnTo>
                  <a:lnTo>
                    <a:pt x="6170768" y="918427"/>
                  </a:lnTo>
                  <a:lnTo>
                    <a:pt x="6171146" y="918427"/>
                  </a:lnTo>
                  <a:lnTo>
                    <a:pt x="6171525" y="918427"/>
                  </a:lnTo>
                  <a:lnTo>
                    <a:pt x="6171904" y="918427"/>
                  </a:lnTo>
                  <a:lnTo>
                    <a:pt x="6172030" y="918427"/>
                  </a:lnTo>
                  <a:lnTo>
                    <a:pt x="6172156" y="918427"/>
                  </a:lnTo>
                  <a:lnTo>
                    <a:pt x="6172409" y="918427"/>
                  </a:lnTo>
                  <a:lnTo>
                    <a:pt x="6174808" y="918427"/>
                  </a:lnTo>
                  <a:lnTo>
                    <a:pt x="6174934" y="918427"/>
                  </a:lnTo>
                  <a:lnTo>
                    <a:pt x="6175060" y="918427"/>
                  </a:lnTo>
                  <a:lnTo>
                    <a:pt x="6175186" y="918427"/>
                  </a:lnTo>
                  <a:lnTo>
                    <a:pt x="6175439" y="918427"/>
                  </a:lnTo>
                  <a:lnTo>
                    <a:pt x="6175565" y="918427"/>
                  </a:lnTo>
                  <a:lnTo>
                    <a:pt x="6175944" y="918427"/>
                  </a:lnTo>
                  <a:lnTo>
                    <a:pt x="6176449" y="918427"/>
                  </a:lnTo>
                  <a:lnTo>
                    <a:pt x="6176575" y="918427"/>
                  </a:lnTo>
                  <a:lnTo>
                    <a:pt x="6176828" y="918427"/>
                  </a:lnTo>
                  <a:lnTo>
                    <a:pt x="6176954" y="918427"/>
                  </a:lnTo>
                  <a:lnTo>
                    <a:pt x="6177459" y="918427"/>
                  </a:lnTo>
                  <a:lnTo>
                    <a:pt x="6177712" y="918427"/>
                  </a:lnTo>
                  <a:lnTo>
                    <a:pt x="6178343" y="918427"/>
                  </a:lnTo>
                  <a:lnTo>
                    <a:pt x="6178848" y="918427"/>
                  </a:lnTo>
                  <a:lnTo>
                    <a:pt x="6178974" y="918427"/>
                  </a:lnTo>
                  <a:lnTo>
                    <a:pt x="6179479" y="918427"/>
                  </a:lnTo>
                  <a:lnTo>
                    <a:pt x="6179605" y="918427"/>
                  </a:lnTo>
                  <a:lnTo>
                    <a:pt x="6179858" y="918427"/>
                  </a:lnTo>
                  <a:lnTo>
                    <a:pt x="6180110" y="918427"/>
                  </a:lnTo>
                  <a:lnTo>
                    <a:pt x="6180237" y="918427"/>
                  </a:lnTo>
                  <a:lnTo>
                    <a:pt x="6180868" y="918427"/>
                  </a:lnTo>
                  <a:lnTo>
                    <a:pt x="6181247" y="918427"/>
                  </a:lnTo>
                  <a:lnTo>
                    <a:pt x="6181373" y="918427"/>
                  </a:lnTo>
                  <a:lnTo>
                    <a:pt x="6181626" y="918427"/>
                  </a:lnTo>
                  <a:lnTo>
                    <a:pt x="6181878" y="918427"/>
                  </a:lnTo>
                  <a:lnTo>
                    <a:pt x="6182383" y="918427"/>
                  </a:lnTo>
                  <a:lnTo>
                    <a:pt x="6183267" y="918427"/>
                  </a:lnTo>
                  <a:lnTo>
                    <a:pt x="6183646" y="918427"/>
                  </a:lnTo>
                  <a:lnTo>
                    <a:pt x="6183772" y="918427"/>
                  </a:lnTo>
                  <a:lnTo>
                    <a:pt x="6184024" y="918427"/>
                  </a:lnTo>
                  <a:lnTo>
                    <a:pt x="6185034" y="918427"/>
                  </a:lnTo>
                  <a:lnTo>
                    <a:pt x="6185666" y="918427"/>
                  </a:lnTo>
                  <a:lnTo>
                    <a:pt x="6185918" y="918427"/>
                  </a:lnTo>
                  <a:lnTo>
                    <a:pt x="6186297" y="918427"/>
                  </a:lnTo>
                  <a:lnTo>
                    <a:pt x="6186423" y="918427"/>
                  </a:lnTo>
                  <a:lnTo>
                    <a:pt x="6186550" y="918427"/>
                  </a:lnTo>
                  <a:lnTo>
                    <a:pt x="6187307" y="918427"/>
                  </a:lnTo>
                  <a:lnTo>
                    <a:pt x="6187560" y="918427"/>
                  </a:lnTo>
                  <a:lnTo>
                    <a:pt x="6187686" y="918427"/>
                  </a:lnTo>
                  <a:lnTo>
                    <a:pt x="6187938" y="918427"/>
                  </a:lnTo>
                  <a:lnTo>
                    <a:pt x="6188065" y="918427"/>
                  </a:lnTo>
                  <a:lnTo>
                    <a:pt x="6188696" y="918427"/>
                  </a:lnTo>
                  <a:lnTo>
                    <a:pt x="6189075" y="918427"/>
                  </a:lnTo>
                  <a:lnTo>
                    <a:pt x="6189453" y="918427"/>
                  </a:lnTo>
                  <a:lnTo>
                    <a:pt x="6189580" y="918427"/>
                  </a:lnTo>
                  <a:lnTo>
                    <a:pt x="6190085" y="918427"/>
                  </a:lnTo>
                  <a:lnTo>
                    <a:pt x="6190463" y="918427"/>
                  </a:lnTo>
                  <a:lnTo>
                    <a:pt x="6190969" y="918427"/>
                  </a:lnTo>
                  <a:lnTo>
                    <a:pt x="6191095" y="918427"/>
                  </a:lnTo>
                  <a:lnTo>
                    <a:pt x="6191221" y="918427"/>
                  </a:lnTo>
                  <a:lnTo>
                    <a:pt x="6192989" y="918427"/>
                  </a:lnTo>
                  <a:lnTo>
                    <a:pt x="6193367" y="918427"/>
                  </a:lnTo>
                  <a:lnTo>
                    <a:pt x="6193494" y="913515"/>
                  </a:lnTo>
                  <a:lnTo>
                    <a:pt x="6193620" y="913515"/>
                  </a:lnTo>
                  <a:lnTo>
                    <a:pt x="6193746" y="913515"/>
                  </a:lnTo>
                  <a:lnTo>
                    <a:pt x="6194251" y="913515"/>
                  </a:lnTo>
                  <a:lnTo>
                    <a:pt x="6194504" y="913515"/>
                  </a:lnTo>
                  <a:lnTo>
                    <a:pt x="6194882" y="913515"/>
                  </a:lnTo>
                  <a:lnTo>
                    <a:pt x="6195009" y="913515"/>
                  </a:lnTo>
                  <a:lnTo>
                    <a:pt x="6195893" y="913515"/>
                  </a:lnTo>
                  <a:lnTo>
                    <a:pt x="6196019" y="913515"/>
                  </a:lnTo>
                  <a:lnTo>
                    <a:pt x="6196398" y="913515"/>
                  </a:lnTo>
                  <a:lnTo>
                    <a:pt x="6197029" y="913515"/>
                  </a:lnTo>
                  <a:lnTo>
                    <a:pt x="6197786" y="913515"/>
                  </a:lnTo>
                  <a:lnTo>
                    <a:pt x="6197913" y="913515"/>
                  </a:lnTo>
                  <a:lnTo>
                    <a:pt x="6198923" y="913515"/>
                  </a:lnTo>
                  <a:lnTo>
                    <a:pt x="6199049" y="913515"/>
                  </a:lnTo>
                  <a:lnTo>
                    <a:pt x="6199049" y="908604"/>
                  </a:lnTo>
                  <a:lnTo>
                    <a:pt x="6200311" y="908604"/>
                  </a:lnTo>
                  <a:lnTo>
                    <a:pt x="6200816" y="908604"/>
                  </a:lnTo>
                  <a:lnTo>
                    <a:pt x="6201069" y="908604"/>
                  </a:lnTo>
                  <a:lnTo>
                    <a:pt x="6201322" y="908604"/>
                  </a:lnTo>
                  <a:lnTo>
                    <a:pt x="6201448" y="908604"/>
                  </a:lnTo>
                  <a:lnTo>
                    <a:pt x="6201574" y="908604"/>
                  </a:lnTo>
                  <a:lnTo>
                    <a:pt x="6201700" y="908604"/>
                  </a:lnTo>
                  <a:lnTo>
                    <a:pt x="6201827" y="908604"/>
                  </a:lnTo>
                  <a:lnTo>
                    <a:pt x="6202079" y="908604"/>
                  </a:lnTo>
                  <a:lnTo>
                    <a:pt x="6202458" y="908604"/>
                  </a:lnTo>
                  <a:lnTo>
                    <a:pt x="6203089" y="908604"/>
                  </a:lnTo>
                  <a:lnTo>
                    <a:pt x="6203720" y="908604"/>
                  </a:lnTo>
                  <a:lnTo>
                    <a:pt x="6204099" y="908604"/>
                  </a:lnTo>
                  <a:lnTo>
                    <a:pt x="6204225" y="908604"/>
                  </a:lnTo>
                  <a:lnTo>
                    <a:pt x="6204478" y="908604"/>
                  </a:lnTo>
                  <a:lnTo>
                    <a:pt x="6204730" y="908604"/>
                  </a:lnTo>
                  <a:lnTo>
                    <a:pt x="6205488" y="908604"/>
                  </a:lnTo>
                  <a:lnTo>
                    <a:pt x="6205614" y="908604"/>
                  </a:lnTo>
                  <a:lnTo>
                    <a:pt x="6205993" y="908604"/>
                  </a:lnTo>
                  <a:lnTo>
                    <a:pt x="6206246" y="908604"/>
                  </a:lnTo>
                  <a:lnTo>
                    <a:pt x="6206372" y="908604"/>
                  </a:lnTo>
                  <a:lnTo>
                    <a:pt x="6206498" y="908604"/>
                  </a:lnTo>
                  <a:lnTo>
                    <a:pt x="6207129" y="908604"/>
                  </a:lnTo>
                  <a:lnTo>
                    <a:pt x="6207382" y="908604"/>
                  </a:lnTo>
                  <a:lnTo>
                    <a:pt x="6207508" y="908604"/>
                  </a:lnTo>
                  <a:lnTo>
                    <a:pt x="6207761" y="908604"/>
                  </a:lnTo>
                  <a:lnTo>
                    <a:pt x="6207887" y="908604"/>
                  </a:lnTo>
                  <a:lnTo>
                    <a:pt x="6208013" y="908604"/>
                  </a:lnTo>
                  <a:lnTo>
                    <a:pt x="6208518" y="908604"/>
                  </a:lnTo>
                  <a:lnTo>
                    <a:pt x="6209023" y="908604"/>
                  </a:lnTo>
                  <a:lnTo>
                    <a:pt x="6209276" y="908604"/>
                  </a:lnTo>
                  <a:lnTo>
                    <a:pt x="6209402" y="908604"/>
                  </a:lnTo>
                  <a:lnTo>
                    <a:pt x="6209528" y="908604"/>
                  </a:lnTo>
                  <a:lnTo>
                    <a:pt x="6210791" y="908604"/>
                  </a:lnTo>
                  <a:lnTo>
                    <a:pt x="6211169" y="908604"/>
                  </a:lnTo>
                  <a:lnTo>
                    <a:pt x="6211675" y="908604"/>
                  </a:lnTo>
                  <a:lnTo>
                    <a:pt x="6211927" y="908604"/>
                  </a:lnTo>
                  <a:lnTo>
                    <a:pt x="6212180" y="908604"/>
                  </a:lnTo>
                  <a:lnTo>
                    <a:pt x="6212306" y="908604"/>
                  </a:lnTo>
                  <a:lnTo>
                    <a:pt x="6213442" y="908604"/>
                  </a:lnTo>
                  <a:lnTo>
                    <a:pt x="6213947" y="908604"/>
                  </a:lnTo>
                  <a:lnTo>
                    <a:pt x="6214326" y="908604"/>
                  </a:lnTo>
                  <a:lnTo>
                    <a:pt x="6214578" y="908604"/>
                  </a:lnTo>
                  <a:lnTo>
                    <a:pt x="6214957" y="908604"/>
                  </a:lnTo>
                  <a:lnTo>
                    <a:pt x="6215210" y="908604"/>
                  </a:lnTo>
                  <a:lnTo>
                    <a:pt x="6215715" y="908604"/>
                  </a:lnTo>
                  <a:lnTo>
                    <a:pt x="6215967" y="908604"/>
                  </a:lnTo>
                  <a:lnTo>
                    <a:pt x="6216725" y="908604"/>
                  </a:lnTo>
                  <a:lnTo>
                    <a:pt x="6216851" y="908604"/>
                  </a:lnTo>
                  <a:lnTo>
                    <a:pt x="6217609" y="903692"/>
                  </a:lnTo>
                  <a:lnTo>
                    <a:pt x="6217735" y="903692"/>
                  </a:lnTo>
                  <a:lnTo>
                    <a:pt x="6218745" y="903692"/>
                  </a:lnTo>
                  <a:lnTo>
                    <a:pt x="6219250" y="903692"/>
                  </a:lnTo>
                  <a:lnTo>
                    <a:pt x="6219755" y="903692"/>
                  </a:lnTo>
                  <a:lnTo>
                    <a:pt x="6220007" y="903692"/>
                  </a:lnTo>
                  <a:lnTo>
                    <a:pt x="6221017" y="903692"/>
                  </a:lnTo>
                  <a:lnTo>
                    <a:pt x="6221144" y="903692"/>
                  </a:lnTo>
                  <a:lnTo>
                    <a:pt x="6221270" y="903692"/>
                  </a:lnTo>
                  <a:lnTo>
                    <a:pt x="6221396" y="903692"/>
                  </a:lnTo>
                  <a:lnTo>
                    <a:pt x="6221522" y="903692"/>
                  </a:lnTo>
                  <a:lnTo>
                    <a:pt x="6221901" y="903692"/>
                  </a:lnTo>
                  <a:lnTo>
                    <a:pt x="6222028" y="903692"/>
                  </a:lnTo>
                  <a:lnTo>
                    <a:pt x="6222533" y="903692"/>
                  </a:lnTo>
                  <a:lnTo>
                    <a:pt x="6222785" y="898781"/>
                  </a:lnTo>
                  <a:lnTo>
                    <a:pt x="6223543" y="898781"/>
                  </a:lnTo>
                  <a:lnTo>
                    <a:pt x="6224805" y="898781"/>
                  </a:lnTo>
                  <a:lnTo>
                    <a:pt x="6224931" y="898781"/>
                  </a:lnTo>
                  <a:lnTo>
                    <a:pt x="6225058" y="898781"/>
                  </a:lnTo>
                  <a:lnTo>
                    <a:pt x="6225310" y="898781"/>
                  </a:lnTo>
                  <a:lnTo>
                    <a:pt x="6225436" y="898781"/>
                  </a:lnTo>
                  <a:lnTo>
                    <a:pt x="6225689" y="898781"/>
                  </a:lnTo>
                  <a:lnTo>
                    <a:pt x="6225815" y="898781"/>
                  </a:lnTo>
                  <a:lnTo>
                    <a:pt x="6226573" y="898781"/>
                  </a:lnTo>
                  <a:lnTo>
                    <a:pt x="6227835" y="898781"/>
                  </a:lnTo>
                  <a:lnTo>
                    <a:pt x="6228088" y="893870"/>
                  </a:lnTo>
                  <a:lnTo>
                    <a:pt x="6228214" y="893870"/>
                  </a:lnTo>
                  <a:lnTo>
                    <a:pt x="6228467" y="893870"/>
                  </a:lnTo>
                  <a:lnTo>
                    <a:pt x="6228593" y="893870"/>
                  </a:lnTo>
                  <a:lnTo>
                    <a:pt x="6229729" y="893870"/>
                  </a:lnTo>
                  <a:lnTo>
                    <a:pt x="6230234" y="893870"/>
                  </a:lnTo>
                  <a:lnTo>
                    <a:pt x="6230360" y="893870"/>
                  </a:lnTo>
                  <a:lnTo>
                    <a:pt x="6230613" y="893870"/>
                  </a:lnTo>
                  <a:lnTo>
                    <a:pt x="6231118" y="893870"/>
                  </a:lnTo>
                  <a:lnTo>
                    <a:pt x="6231497" y="893870"/>
                  </a:lnTo>
                  <a:lnTo>
                    <a:pt x="6231875" y="893870"/>
                  </a:lnTo>
                  <a:lnTo>
                    <a:pt x="6232128" y="893870"/>
                  </a:lnTo>
                  <a:lnTo>
                    <a:pt x="6232381" y="893870"/>
                  </a:lnTo>
                  <a:lnTo>
                    <a:pt x="6232633" y="893870"/>
                  </a:lnTo>
                  <a:lnTo>
                    <a:pt x="6232759" y="893870"/>
                  </a:lnTo>
                  <a:lnTo>
                    <a:pt x="6233391" y="893870"/>
                  </a:lnTo>
                  <a:lnTo>
                    <a:pt x="6233643" y="893870"/>
                  </a:lnTo>
                  <a:lnTo>
                    <a:pt x="6233896" y="893870"/>
                  </a:lnTo>
                  <a:lnTo>
                    <a:pt x="6234022" y="893870"/>
                  </a:lnTo>
                  <a:lnTo>
                    <a:pt x="6234148" y="893870"/>
                  </a:lnTo>
                  <a:lnTo>
                    <a:pt x="6234401" y="893870"/>
                  </a:lnTo>
                  <a:lnTo>
                    <a:pt x="6234527" y="893870"/>
                  </a:lnTo>
                  <a:lnTo>
                    <a:pt x="6234906" y="893870"/>
                  </a:lnTo>
                  <a:lnTo>
                    <a:pt x="6235663" y="893870"/>
                  </a:lnTo>
                  <a:lnTo>
                    <a:pt x="6236421" y="893870"/>
                  </a:lnTo>
                  <a:lnTo>
                    <a:pt x="6236421" y="888958"/>
                  </a:lnTo>
                  <a:lnTo>
                    <a:pt x="6236673" y="888958"/>
                  </a:lnTo>
                  <a:lnTo>
                    <a:pt x="6236926" y="888958"/>
                  </a:lnTo>
                  <a:lnTo>
                    <a:pt x="6237052" y="888958"/>
                  </a:lnTo>
                  <a:lnTo>
                    <a:pt x="6237305" y="888958"/>
                  </a:lnTo>
                  <a:lnTo>
                    <a:pt x="6237683" y="888958"/>
                  </a:lnTo>
                  <a:lnTo>
                    <a:pt x="6237936" y="888958"/>
                  </a:lnTo>
                  <a:lnTo>
                    <a:pt x="6238062" y="888958"/>
                  </a:lnTo>
                  <a:lnTo>
                    <a:pt x="6238188" y="888958"/>
                  </a:lnTo>
                  <a:lnTo>
                    <a:pt x="6238315" y="888958"/>
                  </a:lnTo>
                  <a:lnTo>
                    <a:pt x="6239325" y="888958"/>
                  </a:lnTo>
                  <a:lnTo>
                    <a:pt x="6239703" y="888958"/>
                  </a:lnTo>
                  <a:lnTo>
                    <a:pt x="6239830" y="888958"/>
                  </a:lnTo>
                  <a:lnTo>
                    <a:pt x="6240208" y="888958"/>
                  </a:lnTo>
                  <a:lnTo>
                    <a:pt x="6240587" y="884047"/>
                  </a:lnTo>
                  <a:lnTo>
                    <a:pt x="6240713" y="884047"/>
                  </a:lnTo>
                  <a:lnTo>
                    <a:pt x="6240840" y="884047"/>
                  </a:lnTo>
                  <a:lnTo>
                    <a:pt x="6240966" y="884047"/>
                  </a:lnTo>
                  <a:lnTo>
                    <a:pt x="6241345" y="884047"/>
                  </a:lnTo>
                  <a:lnTo>
                    <a:pt x="6241597" y="884047"/>
                  </a:lnTo>
                  <a:lnTo>
                    <a:pt x="6241723" y="884047"/>
                  </a:lnTo>
                  <a:lnTo>
                    <a:pt x="6241850" y="884047"/>
                  </a:lnTo>
                  <a:lnTo>
                    <a:pt x="6242229" y="884047"/>
                  </a:lnTo>
                  <a:lnTo>
                    <a:pt x="6242607" y="884047"/>
                  </a:lnTo>
                  <a:lnTo>
                    <a:pt x="6242734" y="884047"/>
                  </a:lnTo>
                  <a:lnTo>
                    <a:pt x="6242860" y="884047"/>
                  </a:lnTo>
                  <a:lnTo>
                    <a:pt x="6243491" y="884047"/>
                  </a:lnTo>
                  <a:lnTo>
                    <a:pt x="6243617" y="884047"/>
                  </a:lnTo>
                  <a:lnTo>
                    <a:pt x="6243744" y="884047"/>
                  </a:lnTo>
                  <a:lnTo>
                    <a:pt x="6244880" y="884047"/>
                  </a:lnTo>
                  <a:lnTo>
                    <a:pt x="6245259" y="884047"/>
                  </a:lnTo>
                  <a:lnTo>
                    <a:pt x="6245511" y="884047"/>
                  </a:lnTo>
                  <a:lnTo>
                    <a:pt x="6245890" y="884047"/>
                  </a:lnTo>
                  <a:lnTo>
                    <a:pt x="6246016" y="884047"/>
                  </a:lnTo>
                  <a:lnTo>
                    <a:pt x="6247279" y="879136"/>
                  </a:lnTo>
                  <a:lnTo>
                    <a:pt x="6247658" y="879136"/>
                  </a:lnTo>
                  <a:lnTo>
                    <a:pt x="6247784" y="879136"/>
                  </a:lnTo>
                  <a:lnTo>
                    <a:pt x="6247910" y="879136"/>
                  </a:lnTo>
                  <a:lnTo>
                    <a:pt x="6248036" y="879136"/>
                  </a:lnTo>
                  <a:lnTo>
                    <a:pt x="6248794" y="879136"/>
                  </a:lnTo>
                  <a:lnTo>
                    <a:pt x="6249173" y="879136"/>
                  </a:lnTo>
                  <a:lnTo>
                    <a:pt x="6249425" y="879136"/>
                  </a:lnTo>
                  <a:lnTo>
                    <a:pt x="6249930" y="879136"/>
                  </a:lnTo>
                  <a:lnTo>
                    <a:pt x="6250309" y="879136"/>
                  </a:lnTo>
                  <a:lnTo>
                    <a:pt x="6251066" y="879136"/>
                  </a:lnTo>
                  <a:lnTo>
                    <a:pt x="6251445" y="879136"/>
                  </a:lnTo>
                  <a:lnTo>
                    <a:pt x="6252076" y="879136"/>
                  </a:lnTo>
                  <a:lnTo>
                    <a:pt x="6252203" y="879136"/>
                  </a:lnTo>
                  <a:lnTo>
                    <a:pt x="6252582" y="879136"/>
                  </a:lnTo>
                  <a:lnTo>
                    <a:pt x="6252960" y="879136"/>
                  </a:lnTo>
                  <a:lnTo>
                    <a:pt x="6253087" y="879136"/>
                  </a:lnTo>
                  <a:lnTo>
                    <a:pt x="6253339" y="879136"/>
                  </a:lnTo>
                  <a:lnTo>
                    <a:pt x="6253465" y="879136"/>
                  </a:lnTo>
                  <a:lnTo>
                    <a:pt x="6253718" y="879136"/>
                  </a:lnTo>
                  <a:lnTo>
                    <a:pt x="6253844" y="879136"/>
                  </a:lnTo>
                  <a:lnTo>
                    <a:pt x="6253970" y="879136"/>
                  </a:lnTo>
                  <a:lnTo>
                    <a:pt x="6254223" y="879136"/>
                  </a:lnTo>
                  <a:lnTo>
                    <a:pt x="6254602" y="879136"/>
                  </a:lnTo>
                  <a:lnTo>
                    <a:pt x="6254854" y="879136"/>
                  </a:lnTo>
                  <a:lnTo>
                    <a:pt x="6254980" y="879136"/>
                  </a:lnTo>
                  <a:lnTo>
                    <a:pt x="6255233" y="879136"/>
                  </a:lnTo>
                  <a:lnTo>
                    <a:pt x="6255359" y="879136"/>
                  </a:lnTo>
                  <a:lnTo>
                    <a:pt x="6255485" y="879136"/>
                  </a:lnTo>
                  <a:lnTo>
                    <a:pt x="6255612" y="879136"/>
                  </a:lnTo>
                  <a:lnTo>
                    <a:pt x="6255738" y="879136"/>
                  </a:lnTo>
                  <a:lnTo>
                    <a:pt x="6256117" y="879136"/>
                  </a:lnTo>
                  <a:lnTo>
                    <a:pt x="6256874" y="879136"/>
                  </a:lnTo>
                  <a:lnTo>
                    <a:pt x="6257127" y="879136"/>
                  </a:lnTo>
                  <a:lnTo>
                    <a:pt x="6257253" y="879136"/>
                  </a:lnTo>
                  <a:lnTo>
                    <a:pt x="6257632" y="879136"/>
                  </a:lnTo>
                  <a:lnTo>
                    <a:pt x="6257758" y="879136"/>
                  </a:lnTo>
                  <a:lnTo>
                    <a:pt x="6258137" y="879136"/>
                  </a:lnTo>
                  <a:lnTo>
                    <a:pt x="6258516" y="879136"/>
                  </a:lnTo>
                  <a:lnTo>
                    <a:pt x="6258516" y="874224"/>
                  </a:lnTo>
                  <a:lnTo>
                    <a:pt x="6258642" y="874224"/>
                  </a:lnTo>
                  <a:lnTo>
                    <a:pt x="6258768" y="874224"/>
                  </a:lnTo>
                  <a:lnTo>
                    <a:pt x="6259399" y="874224"/>
                  </a:lnTo>
                  <a:lnTo>
                    <a:pt x="6259526" y="874224"/>
                  </a:lnTo>
                  <a:lnTo>
                    <a:pt x="6259652" y="874224"/>
                  </a:lnTo>
                  <a:lnTo>
                    <a:pt x="6259778" y="874224"/>
                  </a:lnTo>
                  <a:lnTo>
                    <a:pt x="6266217" y="869313"/>
                  </a:lnTo>
                  <a:lnTo>
                    <a:pt x="6266343" y="869313"/>
                  </a:lnTo>
                  <a:lnTo>
                    <a:pt x="6266848" y="869313"/>
                  </a:lnTo>
                  <a:lnTo>
                    <a:pt x="6266975" y="869313"/>
                  </a:lnTo>
                  <a:lnTo>
                    <a:pt x="6267985" y="869313"/>
                  </a:lnTo>
                  <a:lnTo>
                    <a:pt x="6268111" y="869313"/>
                  </a:lnTo>
                  <a:lnTo>
                    <a:pt x="6268237" y="869313"/>
                  </a:lnTo>
                  <a:lnTo>
                    <a:pt x="6268364" y="869313"/>
                  </a:lnTo>
                  <a:lnTo>
                    <a:pt x="6268490" y="869313"/>
                  </a:lnTo>
                  <a:lnTo>
                    <a:pt x="6268616" y="869313"/>
                  </a:lnTo>
                  <a:lnTo>
                    <a:pt x="6268869" y="869313"/>
                  </a:lnTo>
                  <a:lnTo>
                    <a:pt x="6269121" y="869313"/>
                  </a:lnTo>
                  <a:lnTo>
                    <a:pt x="6269247" y="869313"/>
                  </a:lnTo>
                  <a:lnTo>
                    <a:pt x="6269374" y="869313"/>
                  </a:lnTo>
                  <a:lnTo>
                    <a:pt x="6269500" y="869313"/>
                  </a:lnTo>
                  <a:lnTo>
                    <a:pt x="6269626" y="869313"/>
                  </a:lnTo>
                  <a:lnTo>
                    <a:pt x="6269752" y="869313"/>
                  </a:lnTo>
                  <a:lnTo>
                    <a:pt x="6270005" y="869313"/>
                  </a:lnTo>
                  <a:lnTo>
                    <a:pt x="6270510" y="869313"/>
                  </a:lnTo>
                  <a:lnTo>
                    <a:pt x="6270636" y="869313"/>
                  </a:lnTo>
                  <a:lnTo>
                    <a:pt x="6270762" y="869313"/>
                  </a:lnTo>
                  <a:lnTo>
                    <a:pt x="6271141" y="869313"/>
                  </a:lnTo>
                  <a:lnTo>
                    <a:pt x="6271267" y="869313"/>
                  </a:lnTo>
                  <a:lnTo>
                    <a:pt x="6271394" y="869313"/>
                  </a:lnTo>
                  <a:lnTo>
                    <a:pt x="6271520" y="869313"/>
                  </a:lnTo>
                  <a:lnTo>
                    <a:pt x="6272277" y="869313"/>
                  </a:lnTo>
                  <a:lnTo>
                    <a:pt x="6273288" y="869313"/>
                  </a:lnTo>
                  <a:lnTo>
                    <a:pt x="6273666" y="869313"/>
                  </a:lnTo>
                  <a:lnTo>
                    <a:pt x="6274298" y="869313"/>
                  </a:lnTo>
                  <a:lnTo>
                    <a:pt x="6274550" y="864401"/>
                  </a:lnTo>
                  <a:lnTo>
                    <a:pt x="6275055" y="864401"/>
                  </a:lnTo>
                  <a:lnTo>
                    <a:pt x="6275181" y="864401"/>
                  </a:lnTo>
                  <a:lnTo>
                    <a:pt x="6275308" y="864401"/>
                  </a:lnTo>
                  <a:lnTo>
                    <a:pt x="6275434" y="864401"/>
                  </a:lnTo>
                  <a:lnTo>
                    <a:pt x="6275686" y="864401"/>
                  </a:lnTo>
                  <a:lnTo>
                    <a:pt x="6276065" y="864401"/>
                  </a:lnTo>
                  <a:lnTo>
                    <a:pt x="6276318" y="864401"/>
                  </a:lnTo>
                  <a:lnTo>
                    <a:pt x="6276570" y="864401"/>
                  </a:lnTo>
                  <a:lnTo>
                    <a:pt x="6276823" y="854579"/>
                  </a:lnTo>
                  <a:lnTo>
                    <a:pt x="6277328" y="854579"/>
                  </a:lnTo>
                  <a:lnTo>
                    <a:pt x="6277454" y="854579"/>
                  </a:lnTo>
                  <a:lnTo>
                    <a:pt x="6278085" y="854579"/>
                  </a:lnTo>
                  <a:lnTo>
                    <a:pt x="6278211" y="854579"/>
                  </a:lnTo>
                  <a:lnTo>
                    <a:pt x="6278464" y="854579"/>
                  </a:lnTo>
                  <a:lnTo>
                    <a:pt x="6278717" y="854579"/>
                  </a:lnTo>
                  <a:lnTo>
                    <a:pt x="6278717" y="849667"/>
                  </a:lnTo>
                  <a:lnTo>
                    <a:pt x="6279727" y="849667"/>
                  </a:lnTo>
                  <a:lnTo>
                    <a:pt x="6279853" y="849667"/>
                  </a:lnTo>
                  <a:lnTo>
                    <a:pt x="6279979" y="849667"/>
                  </a:lnTo>
                  <a:lnTo>
                    <a:pt x="6280105" y="849667"/>
                  </a:lnTo>
                  <a:lnTo>
                    <a:pt x="6281115" y="849667"/>
                  </a:lnTo>
                  <a:lnTo>
                    <a:pt x="6281494" y="849667"/>
                  </a:lnTo>
                  <a:lnTo>
                    <a:pt x="6281620" y="849667"/>
                  </a:lnTo>
                  <a:lnTo>
                    <a:pt x="6282630" y="849667"/>
                  </a:lnTo>
                  <a:lnTo>
                    <a:pt x="6282883" y="849667"/>
                  </a:lnTo>
                  <a:lnTo>
                    <a:pt x="6283641" y="844756"/>
                  </a:lnTo>
                  <a:lnTo>
                    <a:pt x="6283767" y="844756"/>
                  </a:lnTo>
                  <a:lnTo>
                    <a:pt x="6283893" y="844756"/>
                  </a:lnTo>
                  <a:lnTo>
                    <a:pt x="6284019" y="844756"/>
                  </a:lnTo>
                  <a:lnTo>
                    <a:pt x="6284272" y="844756"/>
                  </a:lnTo>
                  <a:lnTo>
                    <a:pt x="6284398" y="844756"/>
                  </a:lnTo>
                  <a:lnTo>
                    <a:pt x="6284651" y="844756"/>
                  </a:lnTo>
                  <a:lnTo>
                    <a:pt x="6284777" y="844756"/>
                  </a:lnTo>
                  <a:lnTo>
                    <a:pt x="6284903" y="844756"/>
                  </a:lnTo>
                  <a:lnTo>
                    <a:pt x="6285029" y="844756"/>
                  </a:lnTo>
                  <a:lnTo>
                    <a:pt x="6285282" y="844756"/>
                  </a:lnTo>
                  <a:lnTo>
                    <a:pt x="6286039" y="844756"/>
                  </a:lnTo>
                  <a:lnTo>
                    <a:pt x="6286292" y="844756"/>
                  </a:lnTo>
                  <a:lnTo>
                    <a:pt x="6286418" y="844756"/>
                  </a:lnTo>
                  <a:lnTo>
                    <a:pt x="6286544" y="844756"/>
                  </a:lnTo>
                  <a:lnTo>
                    <a:pt x="6286671" y="844756"/>
                  </a:lnTo>
                  <a:lnTo>
                    <a:pt x="6286797" y="844756"/>
                  </a:lnTo>
                  <a:lnTo>
                    <a:pt x="6287049" y="844756"/>
                  </a:lnTo>
                  <a:lnTo>
                    <a:pt x="6287302" y="844756"/>
                  </a:lnTo>
                  <a:lnTo>
                    <a:pt x="6287554" y="844756"/>
                  </a:lnTo>
                  <a:lnTo>
                    <a:pt x="6287681" y="844756"/>
                  </a:lnTo>
                  <a:lnTo>
                    <a:pt x="6287807" y="844756"/>
                  </a:lnTo>
                  <a:lnTo>
                    <a:pt x="6288059" y="844756"/>
                  </a:lnTo>
                  <a:lnTo>
                    <a:pt x="6288186" y="844756"/>
                  </a:lnTo>
                  <a:lnTo>
                    <a:pt x="6288438" y="844756"/>
                  </a:lnTo>
                  <a:lnTo>
                    <a:pt x="6288691" y="844756"/>
                  </a:lnTo>
                  <a:lnTo>
                    <a:pt x="6288817" y="844756"/>
                  </a:lnTo>
                  <a:lnTo>
                    <a:pt x="6289196" y="844756"/>
                  </a:lnTo>
                  <a:lnTo>
                    <a:pt x="6289701" y="844756"/>
                  </a:lnTo>
                  <a:lnTo>
                    <a:pt x="6289953" y="844756"/>
                  </a:lnTo>
                  <a:lnTo>
                    <a:pt x="6290458" y="844756"/>
                  </a:lnTo>
                  <a:lnTo>
                    <a:pt x="6290585" y="844756"/>
                  </a:lnTo>
                  <a:lnTo>
                    <a:pt x="6290837" y="844756"/>
                  </a:lnTo>
                  <a:lnTo>
                    <a:pt x="6290963" y="844756"/>
                  </a:lnTo>
                  <a:lnTo>
                    <a:pt x="6291468" y="844756"/>
                  </a:lnTo>
                  <a:lnTo>
                    <a:pt x="6292100" y="844756"/>
                  </a:lnTo>
                  <a:lnTo>
                    <a:pt x="6292857" y="844756"/>
                  </a:lnTo>
                  <a:lnTo>
                    <a:pt x="6293236" y="844756"/>
                  </a:lnTo>
                  <a:lnTo>
                    <a:pt x="6293362" y="844756"/>
                  </a:lnTo>
                  <a:lnTo>
                    <a:pt x="6293867" y="844756"/>
                  </a:lnTo>
                  <a:lnTo>
                    <a:pt x="6293994" y="844756"/>
                  </a:lnTo>
                  <a:lnTo>
                    <a:pt x="6294246" y="844756"/>
                  </a:lnTo>
                  <a:lnTo>
                    <a:pt x="6294751" y="844756"/>
                  </a:lnTo>
                  <a:lnTo>
                    <a:pt x="6295382" y="844756"/>
                  </a:lnTo>
                  <a:lnTo>
                    <a:pt x="6295635" y="844756"/>
                  </a:lnTo>
                  <a:lnTo>
                    <a:pt x="6295887" y="844756"/>
                  </a:lnTo>
                  <a:lnTo>
                    <a:pt x="6296140" y="844756"/>
                  </a:lnTo>
                  <a:lnTo>
                    <a:pt x="6296266" y="844756"/>
                  </a:lnTo>
                  <a:lnTo>
                    <a:pt x="6296645" y="844756"/>
                  </a:lnTo>
                  <a:lnTo>
                    <a:pt x="6297276" y="844756"/>
                  </a:lnTo>
                  <a:lnTo>
                    <a:pt x="6297402" y="844756"/>
                  </a:lnTo>
                  <a:lnTo>
                    <a:pt x="6297781" y="844756"/>
                  </a:lnTo>
                  <a:lnTo>
                    <a:pt x="6299170" y="844756"/>
                  </a:lnTo>
                  <a:lnTo>
                    <a:pt x="6299296" y="844756"/>
                  </a:lnTo>
                  <a:lnTo>
                    <a:pt x="6300054" y="844756"/>
                  </a:lnTo>
                  <a:lnTo>
                    <a:pt x="6300180" y="844756"/>
                  </a:lnTo>
                  <a:lnTo>
                    <a:pt x="6300433" y="844756"/>
                  </a:lnTo>
                  <a:lnTo>
                    <a:pt x="6300559" y="844756"/>
                  </a:lnTo>
                  <a:lnTo>
                    <a:pt x="6300685" y="844756"/>
                  </a:lnTo>
                  <a:lnTo>
                    <a:pt x="6300811" y="844756"/>
                  </a:lnTo>
                  <a:lnTo>
                    <a:pt x="6301064" y="844756"/>
                  </a:lnTo>
                  <a:lnTo>
                    <a:pt x="6301190" y="844756"/>
                  </a:lnTo>
                  <a:lnTo>
                    <a:pt x="6302326" y="839845"/>
                  </a:lnTo>
                  <a:lnTo>
                    <a:pt x="6302453" y="839845"/>
                  </a:lnTo>
                  <a:lnTo>
                    <a:pt x="6302705" y="839845"/>
                  </a:lnTo>
                  <a:lnTo>
                    <a:pt x="6302831" y="839845"/>
                  </a:lnTo>
                  <a:lnTo>
                    <a:pt x="6302958" y="839845"/>
                  </a:lnTo>
                  <a:lnTo>
                    <a:pt x="6303084" y="839845"/>
                  </a:lnTo>
                  <a:lnTo>
                    <a:pt x="6303463" y="839845"/>
                  </a:lnTo>
                  <a:lnTo>
                    <a:pt x="6303589" y="839845"/>
                  </a:lnTo>
                  <a:lnTo>
                    <a:pt x="6303841" y="839845"/>
                  </a:lnTo>
                  <a:lnTo>
                    <a:pt x="6304094" y="839845"/>
                  </a:lnTo>
                  <a:lnTo>
                    <a:pt x="6304725" y="839845"/>
                  </a:lnTo>
                  <a:lnTo>
                    <a:pt x="6304978" y="839845"/>
                  </a:lnTo>
                  <a:lnTo>
                    <a:pt x="6305230" y="839845"/>
                  </a:lnTo>
                  <a:lnTo>
                    <a:pt x="6305357" y="839845"/>
                  </a:lnTo>
                  <a:lnTo>
                    <a:pt x="6305483" y="839845"/>
                  </a:lnTo>
                  <a:lnTo>
                    <a:pt x="6305609" y="839845"/>
                  </a:lnTo>
                  <a:lnTo>
                    <a:pt x="6305735" y="839845"/>
                  </a:lnTo>
                  <a:lnTo>
                    <a:pt x="6306114" y="839845"/>
                  </a:lnTo>
                  <a:lnTo>
                    <a:pt x="6307503" y="839845"/>
                  </a:lnTo>
                  <a:lnTo>
                    <a:pt x="6307629" y="839845"/>
                  </a:lnTo>
                  <a:lnTo>
                    <a:pt x="6307882" y="839845"/>
                  </a:lnTo>
                  <a:lnTo>
                    <a:pt x="6308008" y="839845"/>
                  </a:lnTo>
                  <a:lnTo>
                    <a:pt x="6308260" y="839845"/>
                  </a:lnTo>
                  <a:lnTo>
                    <a:pt x="6309144" y="839845"/>
                  </a:lnTo>
                  <a:lnTo>
                    <a:pt x="6309523" y="839845"/>
                  </a:lnTo>
                  <a:lnTo>
                    <a:pt x="6309902" y="839845"/>
                  </a:lnTo>
                  <a:lnTo>
                    <a:pt x="6310028" y="839845"/>
                  </a:lnTo>
                  <a:lnTo>
                    <a:pt x="6310407" y="839845"/>
                  </a:lnTo>
                  <a:lnTo>
                    <a:pt x="6310659" y="839845"/>
                  </a:lnTo>
                  <a:lnTo>
                    <a:pt x="6310786" y="839845"/>
                  </a:lnTo>
                  <a:lnTo>
                    <a:pt x="6311543" y="839845"/>
                  </a:lnTo>
                  <a:lnTo>
                    <a:pt x="6311796" y="839845"/>
                  </a:lnTo>
                  <a:lnTo>
                    <a:pt x="6311922" y="839845"/>
                  </a:lnTo>
                  <a:lnTo>
                    <a:pt x="6312301" y="839845"/>
                  </a:lnTo>
                  <a:lnTo>
                    <a:pt x="6312553" y="839845"/>
                  </a:lnTo>
                  <a:lnTo>
                    <a:pt x="6312679" y="839845"/>
                  </a:lnTo>
                  <a:lnTo>
                    <a:pt x="6312932" y="839845"/>
                  </a:lnTo>
                  <a:lnTo>
                    <a:pt x="6313689" y="839845"/>
                  </a:lnTo>
                  <a:lnTo>
                    <a:pt x="6313816" y="839845"/>
                  </a:lnTo>
                  <a:lnTo>
                    <a:pt x="6313942" y="839845"/>
                  </a:lnTo>
                  <a:lnTo>
                    <a:pt x="6314068" y="839845"/>
                  </a:lnTo>
                  <a:lnTo>
                    <a:pt x="6314194" y="839845"/>
                  </a:lnTo>
                  <a:lnTo>
                    <a:pt x="6314447" y="839845"/>
                  </a:lnTo>
                  <a:lnTo>
                    <a:pt x="6314573" y="839845"/>
                  </a:lnTo>
                  <a:lnTo>
                    <a:pt x="6315583" y="839845"/>
                  </a:lnTo>
                  <a:lnTo>
                    <a:pt x="6315710" y="839845"/>
                  </a:lnTo>
                  <a:lnTo>
                    <a:pt x="6315836" y="839845"/>
                  </a:lnTo>
                  <a:lnTo>
                    <a:pt x="6315962" y="839845"/>
                  </a:lnTo>
                  <a:lnTo>
                    <a:pt x="6316088" y="839845"/>
                  </a:lnTo>
                  <a:lnTo>
                    <a:pt x="6317225" y="839845"/>
                  </a:lnTo>
                  <a:lnTo>
                    <a:pt x="6317477" y="839845"/>
                  </a:lnTo>
                  <a:lnTo>
                    <a:pt x="6317730" y="839845"/>
                  </a:lnTo>
                  <a:lnTo>
                    <a:pt x="6318235" y="839845"/>
                  </a:lnTo>
                  <a:lnTo>
                    <a:pt x="6318613" y="839845"/>
                  </a:lnTo>
                  <a:lnTo>
                    <a:pt x="6318740" y="839845"/>
                  </a:lnTo>
                  <a:lnTo>
                    <a:pt x="6319750" y="839845"/>
                  </a:lnTo>
                  <a:lnTo>
                    <a:pt x="6319876" y="839845"/>
                  </a:lnTo>
                  <a:lnTo>
                    <a:pt x="6320634" y="839845"/>
                  </a:lnTo>
                  <a:lnTo>
                    <a:pt x="6320760" y="839845"/>
                  </a:lnTo>
                  <a:lnTo>
                    <a:pt x="6320886" y="839845"/>
                  </a:lnTo>
                  <a:lnTo>
                    <a:pt x="6321139" y="839845"/>
                  </a:lnTo>
                  <a:lnTo>
                    <a:pt x="6321265" y="839845"/>
                  </a:lnTo>
                  <a:lnTo>
                    <a:pt x="6321391" y="839845"/>
                  </a:lnTo>
                  <a:lnTo>
                    <a:pt x="6322149" y="839845"/>
                  </a:lnTo>
                  <a:lnTo>
                    <a:pt x="6322275" y="839845"/>
                  </a:lnTo>
                  <a:lnTo>
                    <a:pt x="6322401" y="839845"/>
                  </a:lnTo>
                  <a:lnTo>
                    <a:pt x="6322906" y="839845"/>
                  </a:lnTo>
                  <a:lnTo>
                    <a:pt x="6323032" y="839845"/>
                  </a:lnTo>
                  <a:lnTo>
                    <a:pt x="6323285" y="839845"/>
                  </a:lnTo>
                  <a:lnTo>
                    <a:pt x="6323411" y="839845"/>
                  </a:lnTo>
                  <a:lnTo>
                    <a:pt x="6324674" y="839845"/>
                  </a:lnTo>
                  <a:lnTo>
                    <a:pt x="6325053" y="839845"/>
                  </a:lnTo>
                  <a:lnTo>
                    <a:pt x="6325179" y="839845"/>
                  </a:lnTo>
                  <a:lnTo>
                    <a:pt x="6325305" y="839845"/>
                  </a:lnTo>
                  <a:lnTo>
                    <a:pt x="6325431" y="839845"/>
                  </a:lnTo>
                  <a:lnTo>
                    <a:pt x="6325684" y="839845"/>
                  </a:lnTo>
                  <a:lnTo>
                    <a:pt x="6326063" y="839845"/>
                  </a:lnTo>
                  <a:lnTo>
                    <a:pt x="6326189" y="839845"/>
                  </a:lnTo>
                  <a:lnTo>
                    <a:pt x="6326820" y="834933"/>
                  </a:lnTo>
                  <a:lnTo>
                    <a:pt x="6327073" y="834933"/>
                  </a:lnTo>
                  <a:lnTo>
                    <a:pt x="6327325" y="834933"/>
                  </a:lnTo>
                  <a:lnTo>
                    <a:pt x="6328209" y="834933"/>
                  </a:lnTo>
                  <a:lnTo>
                    <a:pt x="6328335" y="834933"/>
                  </a:lnTo>
                  <a:lnTo>
                    <a:pt x="6328461" y="834933"/>
                  </a:lnTo>
                  <a:lnTo>
                    <a:pt x="6328714" y="834933"/>
                  </a:lnTo>
                  <a:lnTo>
                    <a:pt x="6329219" y="830022"/>
                  </a:lnTo>
                  <a:lnTo>
                    <a:pt x="6329345" y="830022"/>
                  </a:lnTo>
                  <a:lnTo>
                    <a:pt x="6329724" y="830022"/>
                  </a:lnTo>
                  <a:lnTo>
                    <a:pt x="6329850" y="830022"/>
                  </a:lnTo>
                  <a:lnTo>
                    <a:pt x="6330482" y="830022"/>
                  </a:lnTo>
                  <a:lnTo>
                    <a:pt x="6331870" y="830022"/>
                  </a:lnTo>
                  <a:lnTo>
                    <a:pt x="6332123" y="830022"/>
                  </a:lnTo>
                  <a:lnTo>
                    <a:pt x="6332249" y="830022"/>
                  </a:lnTo>
                  <a:lnTo>
                    <a:pt x="6332375" y="830022"/>
                  </a:lnTo>
                  <a:lnTo>
                    <a:pt x="6332754" y="830022"/>
                  </a:lnTo>
                  <a:lnTo>
                    <a:pt x="6333007" y="830022"/>
                  </a:lnTo>
                  <a:lnTo>
                    <a:pt x="6333259" y="830022"/>
                  </a:lnTo>
                  <a:lnTo>
                    <a:pt x="6333512" y="830022"/>
                  </a:lnTo>
                  <a:lnTo>
                    <a:pt x="6333638" y="830022"/>
                  </a:lnTo>
                  <a:lnTo>
                    <a:pt x="6334143" y="830022"/>
                  </a:lnTo>
                  <a:lnTo>
                    <a:pt x="6334269" y="830022"/>
                  </a:lnTo>
                  <a:lnTo>
                    <a:pt x="6334395" y="830022"/>
                  </a:lnTo>
                  <a:lnTo>
                    <a:pt x="6334522" y="830022"/>
                  </a:lnTo>
                  <a:lnTo>
                    <a:pt x="6334648" y="830022"/>
                  </a:lnTo>
                  <a:lnTo>
                    <a:pt x="6335027" y="830022"/>
                  </a:lnTo>
                  <a:lnTo>
                    <a:pt x="6336289" y="830022"/>
                  </a:lnTo>
                  <a:lnTo>
                    <a:pt x="6336542" y="830022"/>
                  </a:lnTo>
                  <a:lnTo>
                    <a:pt x="6336794" y="830022"/>
                  </a:lnTo>
                  <a:lnTo>
                    <a:pt x="6337173" y="830022"/>
                  </a:lnTo>
                  <a:lnTo>
                    <a:pt x="6337299" y="830022"/>
                  </a:lnTo>
                  <a:lnTo>
                    <a:pt x="6337426" y="830022"/>
                  </a:lnTo>
                  <a:lnTo>
                    <a:pt x="6337552" y="830022"/>
                  </a:lnTo>
                  <a:lnTo>
                    <a:pt x="6337678" y="830022"/>
                  </a:lnTo>
                  <a:lnTo>
                    <a:pt x="6337804" y="830022"/>
                  </a:lnTo>
                  <a:lnTo>
                    <a:pt x="6337931" y="830022"/>
                  </a:lnTo>
                  <a:lnTo>
                    <a:pt x="6338057" y="830022"/>
                  </a:lnTo>
                  <a:lnTo>
                    <a:pt x="6338183" y="830022"/>
                  </a:lnTo>
                  <a:lnTo>
                    <a:pt x="6338309" y="830022"/>
                  </a:lnTo>
                  <a:lnTo>
                    <a:pt x="6339319" y="825110"/>
                  </a:lnTo>
                  <a:lnTo>
                    <a:pt x="6339446" y="825110"/>
                  </a:lnTo>
                  <a:lnTo>
                    <a:pt x="6339572" y="825110"/>
                  </a:lnTo>
                  <a:lnTo>
                    <a:pt x="6339698" y="820199"/>
                  </a:lnTo>
                  <a:lnTo>
                    <a:pt x="6339824" y="820199"/>
                  </a:lnTo>
                  <a:lnTo>
                    <a:pt x="6339951" y="820199"/>
                  </a:lnTo>
                  <a:lnTo>
                    <a:pt x="6340077" y="820199"/>
                  </a:lnTo>
                  <a:lnTo>
                    <a:pt x="6340330" y="820199"/>
                  </a:lnTo>
                  <a:lnTo>
                    <a:pt x="6340456" y="820199"/>
                  </a:lnTo>
                  <a:lnTo>
                    <a:pt x="6340582" y="820199"/>
                  </a:lnTo>
                  <a:lnTo>
                    <a:pt x="6341213" y="820199"/>
                  </a:lnTo>
                  <a:lnTo>
                    <a:pt x="6341340" y="820199"/>
                  </a:lnTo>
                  <a:lnTo>
                    <a:pt x="6341718" y="820199"/>
                  </a:lnTo>
                  <a:lnTo>
                    <a:pt x="6342728" y="820199"/>
                  </a:lnTo>
                  <a:lnTo>
                    <a:pt x="6342855" y="820199"/>
                  </a:lnTo>
                  <a:lnTo>
                    <a:pt x="6343233" y="820199"/>
                  </a:lnTo>
                  <a:lnTo>
                    <a:pt x="6343360" y="820199"/>
                  </a:lnTo>
                  <a:lnTo>
                    <a:pt x="6343486" y="820199"/>
                  </a:lnTo>
                  <a:lnTo>
                    <a:pt x="6343612" y="820199"/>
                  </a:lnTo>
                  <a:lnTo>
                    <a:pt x="6343991" y="820199"/>
                  </a:lnTo>
                  <a:lnTo>
                    <a:pt x="6344496" y="820199"/>
                  </a:lnTo>
                  <a:lnTo>
                    <a:pt x="6344622" y="820199"/>
                  </a:lnTo>
                  <a:lnTo>
                    <a:pt x="6345001" y="820199"/>
                  </a:lnTo>
                  <a:lnTo>
                    <a:pt x="6345759" y="820199"/>
                  </a:lnTo>
                  <a:lnTo>
                    <a:pt x="6345885" y="820199"/>
                  </a:lnTo>
                  <a:lnTo>
                    <a:pt x="6346011" y="820199"/>
                  </a:lnTo>
                  <a:lnTo>
                    <a:pt x="6346137" y="820199"/>
                  </a:lnTo>
                  <a:lnTo>
                    <a:pt x="6347779" y="815288"/>
                  </a:lnTo>
                  <a:lnTo>
                    <a:pt x="6348284" y="815288"/>
                  </a:lnTo>
                  <a:lnTo>
                    <a:pt x="6348662" y="815288"/>
                  </a:lnTo>
                  <a:lnTo>
                    <a:pt x="6348789" y="815288"/>
                  </a:lnTo>
                  <a:lnTo>
                    <a:pt x="6348915" y="815288"/>
                  </a:lnTo>
                  <a:lnTo>
                    <a:pt x="6349799" y="815288"/>
                  </a:lnTo>
                  <a:lnTo>
                    <a:pt x="6350051" y="815288"/>
                  </a:lnTo>
                  <a:lnTo>
                    <a:pt x="6350304" y="815288"/>
                  </a:lnTo>
                  <a:lnTo>
                    <a:pt x="6350430" y="815288"/>
                  </a:lnTo>
                  <a:lnTo>
                    <a:pt x="6350556" y="815288"/>
                  </a:lnTo>
                  <a:lnTo>
                    <a:pt x="6351188" y="815288"/>
                  </a:lnTo>
                  <a:lnTo>
                    <a:pt x="6351314" y="815288"/>
                  </a:lnTo>
                  <a:lnTo>
                    <a:pt x="6351566" y="815288"/>
                  </a:lnTo>
                  <a:lnTo>
                    <a:pt x="6352324" y="815288"/>
                  </a:lnTo>
                  <a:lnTo>
                    <a:pt x="6352450" y="815288"/>
                  </a:lnTo>
                  <a:lnTo>
                    <a:pt x="6352576" y="815288"/>
                  </a:lnTo>
                  <a:lnTo>
                    <a:pt x="6352829" y="815288"/>
                  </a:lnTo>
                  <a:lnTo>
                    <a:pt x="6352955" y="815288"/>
                  </a:lnTo>
                  <a:lnTo>
                    <a:pt x="6353208" y="810376"/>
                  </a:lnTo>
                  <a:lnTo>
                    <a:pt x="6353334" y="810376"/>
                  </a:lnTo>
                  <a:lnTo>
                    <a:pt x="6354849" y="810376"/>
                  </a:lnTo>
                  <a:lnTo>
                    <a:pt x="6354975" y="810376"/>
                  </a:lnTo>
                  <a:lnTo>
                    <a:pt x="6355101" y="810376"/>
                  </a:lnTo>
                  <a:lnTo>
                    <a:pt x="6355985" y="810376"/>
                  </a:lnTo>
                  <a:lnTo>
                    <a:pt x="6356112" y="810376"/>
                  </a:lnTo>
                  <a:lnTo>
                    <a:pt x="6356238" y="810376"/>
                  </a:lnTo>
                  <a:lnTo>
                    <a:pt x="6357248" y="810376"/>
                  </a:lnTo>
                  <a:lnTo>
                    <a:pt x="6357374" y="810376"/>
                  </a:lnTo>
                  <a:lnTo>
                    <a:pt x="6357500" y="810376"/>
                  </a:lnTo>
                  <a:lnTo>
                    <a:pt x="6357627" y="810376"/>
                  </a:lnTo>
                  <a:lnTo>
                    <a:pt x="6357753" y="810376"/>
                  </a:lnTo>
                  <a:lnTo>
                    <a:pt x="6357879" y="810376"/>
                  </a:lnTo>
                  <a:lnTo>
                    <a:pt x="6358132" y="810376"/>
                  </a:lnTo>
                  <a:lnTo>
                    <a:pt x="6358384" y="810376"/>
                  </a:lnTo>
                  <a:lnTo>
                    <a:pt x="6358510" y="810376"/>
                  </a:lnTo>
                  <a:lnTo>
                    <a:pt x="6359142" y="810376"/>
                  </a:lnTo>
                  <a:lnTo>
                    <a:pt x="6361667" y="810376"/>
                  </a:lnTo>
                  <a:lnTo>
                    <a:pt x="6361793" y="810376"/>
                  </a:lnTo>
                  <a:lnTo>
                    <a:pt x="6361919" y="810376"/>
                  </a:lnTo>
                  <a:lnTo>
                    <a:pt x="6362298" y="810376"/>
                  </a:lnTo>
                  <a:lnTo>
                    <a:pt x="6362551" y="810376"/>
                  </a:lnTo>
                  <a:lnTo>
                    <a:pt x="6362929" y="810376"/>
                  </a:lnTo>
                  <a:lnTo>
                    <a:pt x="6363561" y="810376"/>
                  </a:lnTo>
                  <a:lnTo>
                    <a:pt x="6363687" y="810376"/>
                  </a:lnTo>
                  <a:lnTo>
                    <a:pt x="6363939" y="810376"/>
                  </a:lnTo>
                  <a:lnTo>
                    <a:pt x="6364066" y="810376"/>
                  </a:lnTo>
                  <a:lnTo>
                    <a:pt x="6364192" y="810376"/>
                  </a:lnTo>
                  <a:lnTo>
                    <a:pt x="6364318" y="810376"/>
                  </a:lnTo>
                  <a:lnTo>
                    <a:pt x="6364949" y="810376"/>
                  </a:lnTo>
                  <a:lnTo>
                    <a:pt x="6365328" y="810376"/>
                  </a:lnTo>
                  <a:lnTo>
                    <a:pt x="6365833" y="810376"/>
                  </a:lnTo>
                  <a:lnTo>
                    <a:pt x="6365960" y="810376"/>
                  </a:lnTo>
                  <a:lnTo>
                    <a:pt x="6366086" y="810376"/>
                  </a:lnTo>
                  <a:lnTo>
                    <a:pt x="6367853" y="805465"/>
                  </a:lnTo>
                  <a:lnTo>
                    <a:pt x="6368485" y="805465"/>
                  </a:lnTo>
                  <a:lnTo>
                    <a:pt x="6368611" y="805465"/>
                  </a:lnTo>
                  <a:lnTo>
                    <a:pt x="6368863" y="805465"/>
                  </a:lnTo>
                  <a:lnTo>
                    <a:pt x="6368990" y="805465"/>
                  </a:lnTo>
                  <a:lnTo>
                    <a:pt x="6369495" y="805465"/>
                  </a:lnTo>
                  <a:lnTo>
                    <a:pt x="6370000" y="805465"/>
                  </a:lnTo>
                  <a:lnTo>
                    <a:pt x="6370378" y="805465"/>
                  </a:lnTo>
                  <a:lnTo>
                    <a:pt x="6370757" y="805465"/>
                  </a:lnTo>
                  <a:lnTo>
                    <a:pt x="6371136" y="800554"/>
                  </a:lnTo>
                  <a:lnTo>
                    <a:pt x="6371262" y="800554"/>
                  </a:lnTo>
                  <a:lnTo>
                    <a:pt x="6371515" y="800554"/>
                  </a:lnTo>
                  <a:lnTo>
                    <a:pt x="6371767" y="800554"/>
                  </a:lnTo>
                  <a:lnTo>
                    <a:pt x="6372904" y="800554"/>
                  </a:lnTo>
                  <a:lnTo>
                    <a:pt x="6373156" y="800554"/>
                  </a:lnTo>
                  <a:lnTo>
                    <a:pt x="6373282" y="800554"/>
                  </a:lnTo>
                  <a:lnTo>
                    <a:pt x="6373409" y="800554"/>
                  </a:lnTo>
                  <a:lnTo>
                    <a:pt x="6373535" y="800554"/>
                  </a:lnTo>
                  <a:lnTo>
                    <a:pt x="6373661" y="800554"/>
                  </a:lnTo>
                  <a:lnTo>
                    <a:pt x="6374040" y="800554"/>
                  </a:lnTo>
                  <a:lnTo>
                    <a:pt x="6374166" y="800554"/>
                  </a:lnTo>
                  <a:lnTo>
                    <a:pt x="6374292" y="800554"/>
                  </a:lnTo>
                  <a:lnTo>
                    <a:pt x="6375681" y="800554"/>
                  </a:lnTo>
                  <a:lnTo>
                    <a:pt x="6375934" y="800554"/>
                  </a:lnTo>
                  <a:lnTo>
                    <a:pt x="6376060" y="800554"/>
                  </a:lnTo>
                  <a:lnTo>
                    <a:pt x="6376313" y="800554"/>
                  </a:lnTo>
                  <a:lnTo>
                    <a:pt x="6376565" y="800554"/>
                  </a:lnTo>
                  <a:lnTo>
                    <a:pt x="6376691" y="800554"/>
                  </a:lnTo>
                  <a:lnTo>
                    <a:pt x="6376818" y="800554"/>
                  </a:lnTo>
                  <a:lnTo>
                    <a:pt x="6377196" y="800554"/>
                  </a:lnTo>
                  <a:lnTo>
                    <a:pt x="6377323" y="800554"/>
                  </a:lnTo>
                  <a:lnTo>
                    <a:pt x="6378838" y="800554"/>
                  </a:lnTo>
                  <a:lnTo>
                    <a:pt x="6378964" y="800554"/>
                  </a:lnTo>
                  <a:lnTo>
                    <a:pt x="6379090" y="800554"/>
                  </a:lnTo>
                  <a:lnTo>
                    <a:pt x="6380100" y="800554"/>
                  </a:lnTo>
                  <a:lnTo>
                    <a:pt x="6380479" y="800554"/>
                  </a:lnTo>
                  <a:lnTo>
                    <a:pt x="6380605" y="800554"/>
                  </a:lnTo>
                  <a:lnTo>
                    <a:pt x="6380984" y="800554"/>
                  </a:lnTo>
                  <a:lnTo>
                    <a:pt x="6381110" y="800554"/>
                  </a:lnTo>
                  <a:lnTo>
                    <a:pt x="6381615" y="800554"/>
                  </a:lnTo>
                  <a:lnTo>
                    <a:pt x="6381742" y="800554"/>
                  </a:lnTo>
                  <a:lnTo>
                    <a:pt x="6382120" y="800554"/>
                  </a:lnTo>
                  <a:lnTo>
                    <a:pt x="6382878" y="800554"/>
                  </a:lnTo>
                  <a:lnTo>
                    <a:pt x="6383130" y="800554"/>
                  </a:lnTo>
                  <a:lnTo>
                    <a:pt x="6383257" y="800554"/>
                  </a:lnTo>
                  <a:lnTo>
                    <a:pt x="6383635" y="800554"/>
                  </a:lnTo>
                  <a:lnTo>
                    <a:pt x="6383762" y="800554"/>
                  </a:lnTo>
                  <a:lnTo>
                    <a:pt x="6384393" y="800554"/>
                  </a:lnTo>
                  <a:lnTo>
                    <a:pt x="6384519" y="800554"/>
                  </a:lnTo>
                  <a:lnTo>
                    <a:pt x="6384772" y="800554"/>
                  </a:lnTo>
                  <a:lnTo>
                    <a:pt x="6384898" y="800554"/>
                  </a:lnTo>
                  <a:lnTo>
                    <a:pt x="6385529" y="800554"/>
                  </a:lnTo>
                  <a:lnTo>
                    <a:pt x="6385655" y="800554"/>
                  </a:lnTo>
                  <a:lnTo>
                    <a:pt x="6386160" y="800554"/>
                  </a:lnTo>
                  <a:lnTo>
                    <a:pt x="6386413" y="800554"/>
                  </a:lnTo>
                  <a:lnTo>
                    <a:pt x="6386539" y="800554"/>
                  </a:lnTo>
                  <a:lnTo>
                    <a:pt x="6386666" y="800554"/>
                  </a:lnTo>
                  <a:lnTo>
                    <a:pt x="6386918" y="800554"/>
                  </a:lnTo>
                  <a:lnTo>
                    <a:pt x="6387297" y="800554"/>
                  </a:lnTo>
                  <a:lnTo>
                    <a:pt x="6388181" y="800554"/>
                  </a:lnTo>
                  <a:lnTo>
                    <a:pt x="6388559" y="795642"/>
                  </a:lnTo>
                  <a:lnTo>
                    <a:pt x="6388686" y="795642"/>
                  </a:lnTo>
                  <a:lnTo>
                    <a:pt x="6389191" y="795642"/>
                  </a:lnTo>
                  <a:lnTo>
                    <a:pt x="6389317" y="795642"/>
                  </a:lnTo>
                  <a:lnTo>
                    <a:pt x="6389443" y="795642"/>
                  </a:lnTo>
                  <a:lnTo>
                    <a:pt x="6389569" y="795642"/>
                  </a:lnTo>
                  <a:lnTo>
                    <a:pt x="6390579" y="795642"/>
                  </a:lnTo>
                  <a:lnTo>
                    <a:pt x="6390706" y="795642"/>
                  </a:lnTo>
                  <a:lnTo>
                    <a:pt x="6390832" y="795642"/>
                  </a:lnTo>
                  <a:lnTo>
                    <a:pt x="6391211" y="795642"/>
                  </a:lnTo>
                  <a:lnTo>
                    <a:pt x="6391337" y="795642"/>
                  </a:lnTo>
                  <a:lnTo>
                    <a:pt x="6392600" y="795642"/>
                  </a:lnTo>
                  <a:lnTo>
                    <a:pt x="6392726" y="795642"/>
                  </a:lnTo>
                  <a:lnTo>
                    <a:pt x="6392852" y="795642"/>
                  </a:lnTo>
                  <a:lnTo>
                    <a:pt x="6393105" y="795642"/>
                  </a:lnTo>
                  <a:lnTo>
                    <a:pt x="6393483" y="795642"/>
                  </a:lnTo>
                  <a:lnTo>
                    <a:pt x="6393610" y="795642"/>
                  </a:lnTo>
                  <a:lnTo>
                    <a:pt x="6393736" y="795642"/>
                  </a:lnTo>
                  <a:lnTo>
                    <a:pt x="6393862" y="795642"/>
                  </a:lnTo>
                  <a:lnTo>
                    <a:pt x="6393988" y="795642"/>
                  </a:lnTo>
                  <a:lnTo>
                    <a:pt x="6394620" y="795642"/>
                  </a:lnTo>
                  <a:lnTo>
                    <a:pt x="6395377" y="795642"/>
                  </a:lnTo>
                  <a:lnTo>
                    <a:pt x="6395377" y="790731"/>
                  </a:lnTo>
                  <a:lnTo>
                    <a:pt x="6395756" y="790731"/>
                  </a:lnTo>
                  <a:lnTo>
                    <a:pt x="6396135" y="790731"/>
                  </a:lnTo>
                  <a:lnTo>
                    <a:pt x="6396640" y="790731"/>
                  </a:lnTo>
                  <a:lnTo>
                    <a:pt x="6397019" y="790731"/>
                  </a:lnTo>
                  <a:lnTo>
                    <a:pt x="6397145" y="790731"/>
                  </a:lnTo>
                  <a:lnTo>
                    <a:pt x="6397524" y="790731"/>
                  </a:lnTo>
                  <a:lnTo>
                    <a:pt x="6398155" y="790731"/>
                  </a:lnTo>
                  <a:lnTo>
                    <a:pt x="6398281" y="790731"/>
                  </a:lnTo>
                  <a:lnTo>
                    <a:pt x="6399544" y="790731"/>
                  </a:lnTo>
                  <a:lnTo>
                    <a:pt x="6399922" y="785819"/>
                  </a:lnTo>
                  <a:lnTo>
                    <a:pt x="6400049" y="785819"/>
                  </a:lnTo>
                  <a:lnTo>
                    <a:pt x="6400175" y="785819"/>
                  </a:lnTo>
                  <a:lnTo>
                    <a:pt x="6400301" y="785819"/>
                  </a:lnTo>
                  <a:lnTo>
                    <a:pt x="6400806" y="785819"/>
                  </a:lnTo>
                  <a:lnTo>
                    <a:pt x="6401311" y="785819"/>
                  </a:lnTo>
                  <a:lnTo>
                    <a:pt x="6401437" y="785819"/>
                  </a:lnTo>
                  <a:lnTo>
                    <a:pt x="6401942" y="785819"/>
                  </a:lnTo>
                  <a:lnTo>
                    <a:pt x="6402069" y="785819"/>
                  </a:lnTo>
                  <a:lnTo>
                    <a:pt x="6402700" y="785819"/>
                  </a:lnTo>
                  <a:lnTo>
                    <a:pt x="6402826" y="785819"/>
                  </a:lnTo>
                  <a:lnTo>
                    <a:pt x="6403205" y="785819"/>
                  </a:lnTo>
                  <a:lnTo>
                    <a:pt x="6403331" y="785819"/>
                  </a:lnTo>
                  <a:lnTo>
                    <a:pt x="6403710" y="785819"/>
                  </a:lnTo>
                  <a:lnTo>
                    <a:pt x="6405856" y="785819"/>
                  </a:lnTo>
                  <a:lnTo>
                    <a:pt x="6405983" y="785819"/>
                  </a:lnTo>
                  <a:lnTo>
                    <a:pt x="6406109" y="785819"/>
                  </a:lnTo>
                  <a:lnTo>
                    <a:pt x="6406235" y="780908"/>
                  </a:lnTo>
                  <a:lnTo>
                    <a:pt x="6406361" y="780908"/>
                  </a:lnTo>
                  <a:lnTo>
                    <a:pt x="6406866" y="780908"/>
                  </a:lnTo>
                  <a:lnTo>
                    <a:pt x="6406993" y="780908"/>
                  </a:lnTo>
                  <a:lnTo>
                    <a:pt x="6407245" y="780908"/>
                  </a:lnTo>
                  <a:lnTo>
                    <a:pt x="6407624" y="780908"/>
                  </a:lnTo>
                  <a:lnTo>
                    <a:pt x="6407750" y="780908"/>
                  </a:lnTo>
                  <a:lnTo>
                    <a:pt x="6408129" y="780908"/>
                  </a:lnTo>
                  <a:lnTo>
                    <a:pt x="6408382" y="780908"/>
                  </a:lnTo>
                  <a:lnTo>
                    <a:pt x="6408508" y="780908"/>
                  </a:lnTo>
                  <a:lnTo>
                    <a:pt x="6408760" y="780908"/>
                  </a:lnTo>
                  <a:lnTo>
                    <a:pt x="6408887" y="780908"/>
                  </a:lnTo>
                  <a:lnTo>
                    <a:pt x="6409265" y="780908"/>
                  </a:lnTo>
                  <a:lnTo>
                    <a:pt x="6409897" y="780908"/>
                  </a:lnTo>
                  <a:lnTo>
                    <a:pt x="6410275" y="780908"/>
                  </a:lnTo>
                  <a:lnTo>
                    <a:pt x="6411664" y="780908"/>
                  </a:lnTo>
                  <a:lnTo>
                    <a:pt x="6412422" y="780908"/>
                  </a:lnTo>
                  <a:lnTo>
                    <a:pt x="6412548" y="780908"/>
                  </a:lnTo>
                  <a:lnTo>
                    <a:pt x="6412674" y="780908"/>
                  </a:lnTo>
                  <a:lnTo>
                    <a:pt x="6412801" y="780908"/>
                  </a:lnTo>
                  <a:lnTo>
                    <a:pt x="6413306" y="780908"/>
                  </a:lnTo>
                  <a:lnTo>
                    <a:pt x="6413684" y="780908"/>
                  </a:lnTo>
                  <a:lnTo>
                    <a:pt x="6414063" y="780908"/>
                  </a:lnTo>
                  <a:lnTo>
                    <a:pt x="6414316" y="780908"/>
                  </a:lnTo>
                  <a:lnTo>
                    <a:pt x="6414442" y="780908"/>
                  </a:lnTo>
                  <a:lnTo>
                    <a:pt x="6414568" y="780908"/>
                  </a:lnTo>
                  <a:lnTo>
                    <a:pt x="6414821" y="780908"/>
                  </a:lnTo>
                  <a:lnTo>
                    <a:pt x="6414947" y="780908"/>
                  </a:lnTo>
                  <a:lnTo>
                    <a:pt x="6415073" y="780908"/>
                  </a:lnTo>
                  <a:lnTo>
                    <a:pt x="6415578" y="780908"/>
                  </a:lnTo>
                  <a:lnTo>
                    <a:pt x="6416083" y="780908"/>
                  </a:lnTo>
                  <a:lnTo>
                    <a:pt x="6416462" y="780908"/>
                  </a:lnTo>
                  <a:lnTo>
                    <a:pt x="6416588" y="780908"/>
                  </a:lnTo>
                  <a:lnTo>
                    <a:pt x="6416841" y="780908"/>
                  </a:lnTo>
                  <a:lnTo>
                    <a:pt x="6416967" y="780908"/>
                  </a:lnTo>
                  <a:lnTo>
                    <a:pt x="6417219" y="780908"/>
                  </a:lnTo>
                  <a:lnTo>
                    <a:pt x="6417598" y="780908"/>
                  </a:lnTo>
                  <a:lnTo>
                    <a:pt x="6418987" y="780908"/>
                  </a:lnTo>
                  <a:lnTo>
                    <a:pt x="6419366" y="780908"/>
                  </a:lnTo>
                  <a:lnTo>
                    <a:pt x="6419492" y="780908"/>
                  </a:lnTo>
                  <a:lnTo>
                    <a:pt x="6419745" y="780908"/>
                  </a:lnTo>
                  <a:lnTo>
                    <a:pt x="6420755" y="780908"/>
                  </a:lnTo>
                  <a:lnTo>
                    <a:pt x="6420881" y="780908"/>
                  </a:lnTo>
                  <a:lnTo>
                    <a:pt x="6421512" y="780908"/>
                  </a:lnTo>
                  <a:lnTo>
                    <a:pt x="6421638" y="780908"/>
                  </a:lnTo>
                  <a:lnTo>
                    <a:pt x="6421765" y="780908"/>
                  </a:lnTo>
                  <a:lnTo>
                    <a:pt x="6422017" y="780908"/>
                  </a:lnTo>
                  <a:lnTo>
                    <a:pt x="6422270" y="780908"/>
                  </a:lnTo>
                  <a:lnTo>
                    <a:pt x="6422649" y="780908"/>
                  </a:lnTo>
                  <a:lnTo>
                    <a:pt x="6422775" y="780908"/>
                  </a:lnTo>
                  <a:lnTo>
                    <a:pt x="6423027" y="780908"/>
                  </a:lnTo>
                  <a:lnTo>
                    <a:pt x="6423154" y="780908"/>
                  </a:lnTo>
                  <a:lnTo>
                    <a:pt x="6423280" y="780908"/>
                  </a:lnTo>
                  <a:lnTo>
                    <a:pt x="6423406" y="780908"/>
                  </a:lnTo>
                  <a:lnTo>
                    <a:pt x="6423532" y="780908"/>
                  </a:lnTo>
                  <a:lnTo>
                    <a:pt x="6424542" y="780908"/>
                  </a:lnTo>
                  <a:lnTo>
                    <a:pt x="6424795" y="780908"/>
                  </a:lnTo>
                  <a:lnTo>
                    <a:pt x="6424921" y="780908"/>
                  </a:lnTo>
                  <a:lnTo>
                    <a:pt x="6425805" y="780908"/>
                  </a:lnTo>
                  <a:lnTo>
                    <a:pt x="6425931" y="780908"/>
                  </a:lnTo>
                  <a:lnTo>
                    <a:pt x="6426057" y="780908"/>
                  </a:lnTo>
                  <a:lnTo>
                    <a:pt x="6426184" y="780908"/>
                  </a:lnTo>
                  <a:lnTo>
                    <a:pt x="6426941" y="780908"/>
                  </a:lnTo>
                  <a:lnTo>
                    <a:pt x="6427067" y="780908"/>
                  </a:lnTo>
                  <a:lnTo>
                    <a:pt x="6427194" y="780908"/>
                  </a:lnTo>
                  <a:lnTo>
                    <a:pt x="6427320" y="780908"/>
                  </a:lnTo>
                  <a:lnTo>
                    <a:pt x="6427446" y="780908"/>
                  </a:lnTo>
                  <a:lnTo>
                    <a:pt x="6427572" y="780908"/>
                  </a:lnTo>
                  <a:lnTo>
                    <a:pt x="6428961" y="780908"/>
                  </a:lnTo>
                  <a:lnTo>
                    <a:pt x="6429340" y="780908"/>
                  </a:lnTo>
                  <a:lnTo>
                    <a:pt x="6429719" y="780908"/>
                  </a:lnTo>
                  <a:lnTo>
                    <a:pt x="6429971" y="780908"/>
                  </a:lnTo>
                  <a:lnTo>
                    <a:pt x="6430098" y="780908"/>
                  </a:lnTo>
                  <a:lnTo>
                    <a:pt x="6430855" y="780908"/>
                  </a:lnTo>
                  <a:lnTo>
                    <a:pt x="6431360" y="780908"/>
                  </a:lnTo>
                  <a:lnTo>
                    <a:pt x="6431865" y="780908"/>
                  </a:lnTo>
                  <a:lnTo>
                    <a:pt x="6432244" y="780908"/>
                  </a:lnTo>
                  <a:lnTo>
                    <a:pt x="6432370" y="780908"/>
                  </a:lnTo>
                  <a:lnTo>
                    <a:pt x="6432623" y="780908"/>
                  </a:lnTo>
                  <a:lnTo>
                    <a:pt x="6433002" y="780908"/>
                  </a:lnTo>
                  <a:lnTo>
                    <a:pt x="6433254" y="780908"/>
                  </a:lnTo>
                  <a:lnTo>
                    <a:pt x="6433380" y="780908"/>
                  </a:lnTo>
                  <a:lnTo>
                    <a:pt x="6433507" y="780908"/>
                  </a:lnTo>
                  <a:lnTo>
                    <a:pt x="6433885" y="780908"/>
                  </a:lnTo>
                  <a:lnTo>
                    <a:pt x="6434138" y="780908"/>
                  </a:lnTo>
                  <a:lnTo>
                    <a:pt x="6434390" y="780908"/>
                  </a:lnTo>
                  <a:lnTo>
                    <a:pt x="6434517" y="780908"/>
                  </a:lnTo>
                  <a:lnTo>
                    <a:pt x="6434643" y="780908"/>
                  </a:lnTo>
                  <a:lnTo>
                    <a:pt x="6434769" y="780908"/>
                  </a:lnTo>
                  <a:lnTo>
                    <a:pt x="6435148" y="780908"/>
                  </a:lnTo>
                  <a:lnTo>
                    <a:pt x="6435274" y="780908"/>
                  </a:lnTo>
                  <a:lnTo>
                    <a:pt x="6435400" y="780908"/>
                  </a:lnTo>
                  <a:lnTo>
                    <a:pt x="6436158" y="780908"/>
                  </a:lnTo>
                  <a:lnTo>
                    <a:pt x="6436284" y="780908"/>
                  </a:lnTo>
                  <a:lnTo>
                    <a:pt x="6436410" y="780908"/>
                  </a:lnTo>
                  <a:lnTo>
                    <a:pt x="6437168" y="780908"/>
                  </a:lnTo>
                  <a:lnTo>
                    <a:pt x="6438052" y="780908"/>
                  </a:lnTo>
                  <a:lnTo>
                    <a:pt x="6438557" y="780908"/>
                  </a:lnTo>
                  <a:lnTo>
                    <a:pt x="6438683" y="780908"/>
                  </a:lnTo>
                  <a:lnTo>
                    <a:pt x="6438809" y="780908"/>
                  </a:lnTo>
                  <a:lnTo>
                    <a:pt x="6439062" y="780908"/>
                  </a:lnTo>
                  <a:lnTo>
                    <a:pt x="6439314" y="780908"/>
                  </a:lnTo>
                  <a:lnTo>
                    <a:pt x="6439693" y="780908"/>
                  </a:lnTo>
                  <a:lnTo>
                    <a:pt x="6439819" y="780908"/>
                  </a:lnTo>
                  <a:lnTo>
                    <a:pt x="6440577" y="780908"/>
                  </a:lnTo>
                  <a:lnTo>
                    <a:pt x="6441082" y="780908"/>
                  </a:lnTo>
                  <a:lnTo>
                    <a:pt x="6441461" y="775997"/>
                  </a:lnTo>
                  <a:lnTo>
                    <a:pt x="6441713" y="775997"/>
                  </a:lnTo>
                  <a:lnTo>
                    <a:pt x="6441839" y="775997"/>
                  </a:lnTo>
                  <a:lnTo>
                    <a:pt x="6441966" y="775997"/>
                  </a:lnTo>
                  <a:lnTo>
                    <a:pt x="6442471" y="775997"/>
                  </a:lnTo>
                  <a:lnTo>
                    <a:pt x="6442849" y="775997"/>
                  </a:lnTo>
                  <a:lnTo>
                    <a:pt x="6445753" y="775997"/>
                  </a:lnTo>
                  <a:lnTo>
                    <a:pt x="6445880" y="775997"/>
                  </a:lnTo>
                  <a:lnTo>
                    <a:pt x="6446006" y="775997"/>
                  </a:lnTo>
                  <a:lnTo>
                    <a:pt x="6446132" y="775997"/>
                  </a:lnTo>
                  <a:lnTo>
                    <a:pt x="6446763" y="775997"/>
                  </a:lnTo>
                  <a:lnTo>
                    <a:pt x="6446890" y="775997"/>
                  </a:lnTo>
                  <a:lnTo>
                    <a:pt x="6447016" y="775997"/>
                  </a:lnTo>
                  <a:lnTo>
                    <a:pt x="6447268" y="775997"/>
                  </a:lnTo>
                  <a:lnTo>
                    <a:pt x="6447395" y="775997"/>
                  </a:lnTo>
                  <a:lnTo>
                    <a:pt x="6447521" y="775997"/>
                  </a:lnTo>
                  <a:lnTo>
                    <a:pt x="6447647" y="775997"/>
                  </a:lnTo>
                  <a:lnTo>
                    <a:pt x="6448026" y="775997"/>
                  </a:lnTo>
                  <a:lnTo>
                    <a:pt x="6448910" y="775997"/>
                  </a:lnTo>
                  <a:lnTo>
                    <a:pt x="6449667" y="775997"/>
                  </a:lnTo>
                  <a:lnTo>
                    <a:pt x="6450046" y="775997"/>
                  </a:lnTo>
                  <a:lnTo>
                    <a:pt x="6450930" y="775997"/>
                  </a:lnTo>
                  <a:lnTo>
                    <a:pt x="6451056" y="775997"/>
                  </a:lnTo>
                  <a:lnTo>
                    <a:pt x="6451182" y="775997"/>
                  </a:lnTo>
                  <a:lnTo>
                    <a:pt x="6451940" y="775997"/>
                  </a:lnTo>
                  <a:lnTo>
                    <a:pt x="6452066" y="775997"/>
                  </a:lnTo>
                  <a:lnTo>
                    <a:pt x="6452192" y="775997"/>
                  </a:lnTo>
                  <a:lnTo>
                    <a:pt x="6452697" y="775997"/>
                  </a:lnTo>
                  <a:lnTo>
                    <a:pt x="6452950" y="775997"/>
                  </a:lnTo>
                  <a:lnTo>
                    <a:pt x="6453076" y="775997"/>
                  </a:lnTo>
                  <a:lnTo>
                    <a:pt x="6453960" y="775997"/>
                  </a:lnTo>
                  <a:lnTo>
                    <a:pt x="6454213" y="775997"/>
                  </a:lnTo>
                  <a:lnTo>
                    <a:pt x="6454718" y="775997"/>
                  </a:lnTo>
                  <a:lnTo>
                    <a:pt x="6455854" y="775997"/>
                  </a:lnTo>
                  <a:lnTo>
                    <a:pt x="6455980" y="775997"/>
                  </a:lnTo>
                  <a:lnTo>
                    <a:pt x="6456485" y="775997"/>
                  </a:lnTo>
                  <a:lnTo>
                    <a:pt x="6456611" y="775997"/>
                  </a:lnTo>
                  <a:lnTo>
                    <a:pt x="6456738" y="775997"/>
                  </a:lnTo>
                  <a:lnTo>
                    <a:pt x="6456864" y="775997"/>
                  </a:lnTo>
                  <a:lnTo>
                    <a:pt x="6457369" y="775997"/>
                  </a:lnTo>
                  <a:lnTo>
                    <a:pt x="6457495" y="775997"/>
                  </a:lnTo>
                  <a:lnTo>
                    <a:pt x="6457874" y="775997"/>
                  </a:lnTo>
                  <a:lnTo>
                    <a:pt x="6458379" y="775997"/>
                  </a:lnTo>
                  <a:lnTo>
                    <a:pt x="6459894" y="775997"/>
                  </a:lnTo>
                  <a:lnTo>
                    <a:pt x="6460399" y="775997"/>
                  </a:lnTo>
                  <a:lnTo>
                    <a:pt x="6460652" y="775997"/>
                  </a:lnTo>
                  <a:lnTo>
                    <a:pt x="6460778" y="775997"/>
                  </a:lnTo>
                  <a:lnTo>
                    <a:pt x="6460904" y="775997"/>
                  </a:lnTo>
                  <a:lnTo>
                    <a:pt x="6461283" y="775997"/>
                  </a:lnTo>
                  <a:lnTo>
                    <a:pt x="6461535" y="775997"/>
                  </a:lnTo>
                  <a:lnTo>
                    <a:pt x="6461914" y="775997"/>
                  </a:lnTo>
                  <a:lnTo>
                    <a:pt x="6462167" y="775997"/>
                  </a:lnTo>
                  <a:lnTo>
                    <a:pt x="6462924" y="775997"/>
                  </a:lnTo>
                  <a:lnTo>
                    <a:pt x="6463050" y="775997"/>
                  </a:lnTo>
                  <a:lnTo>
                    <a:pt x="6463177" y="775997"/>
                  </a:lnTo>
                  <a:lnTo>
                    <a:pt x="6463303" y="775997"/>
                  </a:lnTo>
                  <a:lnTo>
                    <a:pt x="6463429" y="775997"/>
                  </a:lnTo>
                  <a:lnTo>
                    <a:pt x="6463682" y="775997"/>
                  </a:lnTo>
                  <a:lnTo>
                    <a:pt x="6464061" y="775997"/>
                  </a:lnTo>
                  <a:lnTo>
                    <a:pt x="6464313" y="775997"/>
                  </a:lnTo>
                  <a:lnTo>
                    <a:pt x="6464439" y="775997"/>
                  </a:lnTo>
                  <a:lnTo>
                    <a:pt x="6464944" y="775997"/>
                  </a:lnTo>
                  <a:lnTo>
                    <a:pt x="6465449" y="775997"/>
                  </a:lnTo>
                  <a:lnTo>
                    <a:pt x="6465576" y="775997"/>
                  </a:lnTo>
                  <a:lnTo>
                    <a:pt x="6465954" y="775997"/>
                  </a:lnTo>
                  <a:lnTo>
                    <a:pt x="6466081" y="775997"/>
                  </a:lnTo>
                  <a:lnTo>
                    <a:pt x="6466586" y="771085"/>
                  </a:lnTo>
                  <a:lnTo>
                    <a:pt x="6466712" y="771085"/>
                  </a:lnTo>
                  <a:lnTo>
                    <a:pt x="6466964" y="771085"/>
                  </a:lnTo>
                  <a:lnTo>
                    <a:pt x="6468101" y="771085"/>
                  </a:lnTo>
                  <a:lnTo>
                    <a:pt x="6468353" y="771085"/>
                  </a:lnTo>
                  <a:lnTo>
                    <a:pt x="6468858" y="771085"/>
                  </a:lnTo>
                  <a:lnTo>
                    <a:pt x="6469237" y="771085"/>
                  </a:lnTo>
                  <a:lnTo>
                    <a:pt x="6469363" y="771085"/>
                  </a:lnTo>
                  <a:lnTo>
                    <a:pt x="6470373" y="771085"/>
                  </a:lnTo>
                  <a:lnTo>
                    <a:pt x="6470752" y="771085"/>
                  </a:lnTo>
                  <a:lnTo>
                    <a:pt x="6470878" y="771085"/>
                  </a:lnTo>
                  <a:lnTo>
                    <a:pt x="6471131" y="771085"/>
                  </a:lnTo>
                  <a:lnTo>
                    <a:pt x="6471762" y="771085"/>
                  </a:lnTo>
                  <a:lnTo>
                    <a:pt x="6472141" y="771085"/>
                  </a:lnTo>
                  <a:lnTo>
                    <a:pt x="6472646" y="771085"/>
                  </a:lnTo>
                  <a:lnTo>
                    <a:pt x="6472898" y="771085"/>
                  </a:lnTo>
                  <a:lnTo>
                    <a:pt x="6473025" y="771085"/>
                  </a:lnTo>
                  <a:lnTo>
                    <a:pt x="6473403" y="766174"/>
                  </a:lnTo>
                  <a:lnTo>
                    <a:pt x="6473530" y="766174"/>
                  </a:lnTo>
                  <a:lnTo>
                    <a:pt x="6473782" y="766174"/>
                  </a:lnTo>
                  <a:lnTo>
                    <a:pt x="6474161" y="766174"/>
                  </a:lnTo>
                  <a:lnTo>
                    <a:pt x="6475171" y="766174"/>
                  </a:lnTo>
                  <a:lnTo>
                    <a:pt x="6475676" y="766174"/>
                  </a:lnTo>
                  <a:lnTo>
                    <a:pt x="6476055" y="766174"/>
                  </a:lnTo>
                  <a:lnTo>
                    <a:pt x="6476181" y="766174"/>
                  </a:lnTo>
                  <a:lnTo>
                    <a:pt x="6476307" y="766174"/>
                  </a:lnTo>
                  <a:lnTo>
                    <a:pt x="6476434" y="766174"/>
                  </a:lnTo>
                  <a:lnTo>
                    <a:pt x="6477317" y="766174"/>
                  </a:lnTo>
                  <a:lnTo>
                    <a:pt x="6477444" y="766174"/>
                  </a:lnTo>
                  <a:lnTo>
                    <a:pt x="6478201" y="766174"/>
                  </a:lnTo>
                  <a:lnTo>
                    <a:pt x="6478454" y="766174"/>
                  </a:lnTo>
                  <a:lnTo>
                    <a:pt x="6479085" y="766174"/>
                  </a:lnTo>
                  <a:lnTo>
                    <a:pt x="6479716" y="761263"/>
                  </a:lnTo>
                  <a:lnTo>
                    <a:pt x="6479843" y="761263"/>
                  </a:lnTo>
                  <a:lnTo>
                    <a:pt x="6479969" y="761263"/>
                  </a:lnTo>
                  <a:lnTo>
                    <a:pt x="6480348" y="761263"/>
                  </a:lnTo>
                  <a:lnTo>
                    <a:pt x="6480726" y="761263"/>
                  </a:lnTo>
                  <a:lnTo>
                    <a:pt x="6480853" y="761263"/>
                  </a:lnTo>
                  <a:lnTo>
                    <a:pt x="6480979" y="761263"/>
                  </a:lnTo>
                  <a:lnTo>
                    <a:pt x="6481358" y="761263"/>
                  </a:lnTo>
                  <a:lnTo>
                    <a:pt x="6482115" y="761263"/>
                  </a:lnTo>
                  <a:lnTo>
                    <a:pt x="6482620" y="761263"/>
                  </a:lnTo>
                  <a:lnTo>
                    <a:pt x="6483378" y="761263"/>
                  </a:lnTo>
                  <a:lnTo>
                    <a:pt x="6483504" y="761263"/>
                  </a:lnTo>
                  <a:lnTo>
                    <a:pt x="6483883" y="761263"/>
                  </a:lnTo>
                  <a:lnTo>
                    <a:pt x="6484388" y="761263"/>
                  </a:lnTo>
                  <a:lnTo>
                    <a:pt x="6484514" y="761263"/>
                  </a:lnTo>
                  <a:lnTo>
                    <a:pt x="6484640" y="761263"/>
                  </a:lnTo>
                  <a:lnTo>
                    <a:pt x="6485145" y="761263"/>
                  </a:lnTo>
                  <a:lnTo>
                    <a:pt x="6485777" y="761263"/>
                  </a:lnTo>
                  <a:lnTo>
                    <a:pt x="6485903" y="761263"/>
                  </a:lnTo>
                  <a:lnTo>
                    <a:pt x="6486029" y="761263"/>
                  </a:lnTo>
                  <a:lnTo>
                    <a:pt x="6486534" y="761263"/>
                  </a:lnTo>
                  <a:lnTo>
                    <a:pt x="6486787" y="761263"/>
                  </a:lnTo>
                  <a:lnTo>
                    <a:pt x="6486913" y="761263"/>
                  </a:lnTo>
                  <a:lnTo>
                    <a:pt x="6487039" y="761263"/>
                  </a:lnTo>
                  <a:lnTo>
                    <a:pt x="6487165" y="761263"/>
                  </a:lnTo>
                  <a:lnTo>
                    <a:pt x="6487292" y="761263"/>
                  </a:lnTo>
                  <a:lnTo>
                    <a:pt x="6487418" y="761263"/>
                  </a:lnTo>
                  <a:lnTo>
                    <a:pt x="6487670" y="761263"/>
                  </a:lnTo>
                  <a:lnTo>
                    <a:pt x="6488302" y="761263"/>
                  </a:lnTo>
                  <a:lnTo>
                    <a:pt x="6488428" y="761263"/>
                  </a:lnTo>
                  <a:lnTo>
                    <a:pt x="6488554" y="761263"/>
                  </a:lnTo>
                  <a:lnTo>
                    <a:pt x="6488807" y="761263"/>
                  </a:lnTo>
                  <a:lnTo>
                    <a:pt x="6489438" y="761263"/>
                  </a:lnTo>
                  <a:lnTo>
                    <a:pt x="6489691" y="761263"/>
                  </a:lnTo>
                  <a:lnTo>
                    <a:pt x="6489817" y="761263"/>
                  </a:lnTo>
                  <a:lnTo>
                    <a:pt x="6489943" y="761263"/>
                  </a:lnTo>
                  <a:lnTo>
                    <a:pt x="6490701" y="761263"/>
                  </a:lnTo>
                  <a:lnTo>
                    <a:pt x="6490953" y="761263"/>
                  </a:lnTo>
                  <a:lnTo>
                    <a:pt x="6491079" y="761263"/>
                  </a:lnTo>
                  <a:lnTo>
                    <a:pt x="6491206" y="761263"/>
                  </a:lnTo>
                  <a:lnTo>
                    <a:pt x="6491711" y="761263"/>
                  </a:lnTo>
                  <a:lnTo>
                    <a:pt x="6491963" y="761263"/>
                  </a:lnTo>
                  <a:lnTo>
                    <a:pt x="6492089" y="761263"/>
                  </a:lnTo>
                  <a:lnTo>
                    <a:pt x="6492216" y="761263"/>
                  </a:lnTo>
                  <a:lnTo>
                    <a:pt x="6492468" y="761263"/>
                  </a:lnTo>
                  <a:lnTo>
                    <a:pt x="6492721" y="761263"/>
                  </a:lnTo>
                  <a:lnTo>
                    <a:pt x="6492847" y="761263"/>
                  </a:lnTo>
                  <a:lnTo>
                    <a:pt x="6492973" y="761263"/>
                  </a:lnTo>
                  <a:lnTo>
                    <a:pt x="6493226" y="761263"/>
                  </a:lnTo>
                  <a:lnTo>
                    <a:pt x="6493731" y="761263"/>
                  </a:lnTo>
                  <a:lnTo>
                    <a:pt x="6494236" y="761263"/>
                  </a:lnTo>
                  <a:lnTo>
                    <a:pt x="6494362" y="761263"/>
                  </a:lnTo>
                  <a:lnTo>
                    <a:pt x="6494362" y="756351"/>
                  </a:lnTo>
                  <a:lnTo>
                    <a:pt x="6494741" y="756351"/>
                  </a:lnTo>
                  <a:lnTo>
                    <a:pt x="6495120" y="756351"/>
                  </a:lnTo>
                  <a:lnTo>
                    <a:pt x="6495246" y="756351"/>
                  </a:lnTo>
                  <a:lnTo>
                    <a:pt x="6495751" y="756351"/>
                  </a:lnTo>
                  <a:lnTo>
                    <a:pt x="6495877" y="756351"/>
                  </a:lnTo>
                  <a:lnTo>
                    <a:pt x="6496256" y="756351"/>
                  </a:lnTo>
                  <a:lnTo>
                    <a:pt x="6496761" y="756351"/>
                  </a:lnTo>
                  <a:lnTo>
                    <a:pt x="6496887" y="756351"/>
                  </a:lnTo>
                  <a:lnTo>
                    <a:pt x="6497013" y="756351"/>
                  </a:lnTo>
                  <a:lnTo>
                    <a:pt x="6497266" y="756351"/>
                  </a:lnTo>
                  <a:lnTo>
                    <a:pt x="6497392" y="756351"/>
                  </a:lnTo>
                  <a:lnTo>
                    <a:pt x="6497518" y="756351"/>
                  </a:lnTo>
                  <a:lnTo>
                    <a:pt x="6497645" y="756351"/>
                  </a:lnTo>
                  <a:lnTo>
                    <a:pt x="6498150" y="751440"/>
                  </a:lnTo>
                  <a:lnTo>
                    <a:pt x="6498402" y="751440"/>
                  </a:lnTo>
                  <a:lnTo>
                    <a:pt x="6498781" y="751440"/>
                  </a:lnTo>
                  <a:lnTo>
                    <a:pt x="6499033" y="751440"/>
                  </a:lnTo>
                  <a:lnTo>
                    <a:pt x="6499665" y="746528"/>
                  </a:lnTo>
                  <a:lnTo>
                    <a:pt x="6499791" y="746528"/>
                  </a:lnTo>
                  <a:lnTo>
                    <a:pt x="6500549" y="746528"/>
                  </a:lnTo>
                  <a:lnTo>
                    <a:pt x="6500801" y="746528"/>
                  </a:lnTo>
                  <a:lnTo>
                    <a:pt x="6501306" y="746528"/>
                  </a:lnTo>
                  <a:lnTo>
                    <a:pt x="6502064" y="746528"/>
                  </a:lnTo>
                  <a:lnTo>
                    <a:pt x="6502190" y="746528"/>
                  </a:lnTo>
                  <a:lnTo>
                    <a:pt x="6502695" y="746528"/>
                  </a:lnTo>
                  <a:lnTo>
                    <a:pt x="6502947" y="746528"/>
                  </a:lnTo>
                  <a:lnTo>
                    <a:pt x="6503200" y="746528"/>
                  </a:lnTo>
                  <a:lnTo>
                    <a:pt x="6503579" y="746528"/>
                  </a:lnTo>
                  <a:lnTo>
                    <a:pt x="6503957" y="746528"/>
                  </a:lnTo>
                  <a:lnTo>
                    <a:pt x="6504462" y="746528"/>
                  </a:lnTo>
                  <a:lnTo>
                    <a:pt x="6504715" y="746528"/>
                  </a:lnTo>
                  <a:lnTo>
                    <a:pt x="6504841" y="746528"/>
                  </a:lnTo>
                  <a:lnTo>
                    <a:pt x="6504967" y="746528"/>
                  </a:lnTo>
                  <a:lnTo>
                    <a:pt x="6505599" y="746528"/>
                  </a:lnTo>
                  <a:lnTo>
                    <a:pt x="6506356" y="746528"/>
                  </a:lnTo>
                  <a:lnTo>
                    <a:pt x="6506483" y="746528"/>
                  </a:lnTo>
                  <a:lnTo>
                    <a:pt x="6506609" y="746528"/>
                  </a:lnTo>
                  <a:lnTo>
                    <a:pt x="6506988" y="746528"/>
                  </a:lnTo>
                  <a:lnTo>
                    <a:pt x="6507240" y="746528"/>
                  </a:lnTo>
                  <a:lnTo>
                    <a:pt x="6507366" y="746528"/>
                  </a:lnTo>
                  <a:lnTo>
                    <a:pt x="6507493" y="746528"/>
                  </a:lnTo>
                  <a:lnTo>
                    <a:pt x="6507619" y="746528"/>
                  </a:lnTo>
                  <a:lnTo>
                    <a:pt x="6507745" y="746528"/>
                  </a:lnTo>
                  <a:lnTo>
                    <a:pt x="6507871" y="746528"/>
                  </a:lnTo>
                  <a:lnTo>
                    <a:pt x="6508376" y="746528"/>
                  </a:lnTo>
                  <a:lnTo>
                    <a:pt x="6508881" y="746528"/>
                  </a:lnTo>
                  <a:lnTo>
                    <a:pt x="6509513" y="746528"/>
                  </a:lnTo>
                  <a:lnTo>
                    <a:pt x="6509765" y="746528"/>
                  </a:lnTo>
                  <a:lnTo>
                    <a:pt x="6509891" y="746528"/>
                  </a:lnTo>
                  <a:lnTo>
                    <a:pt x="6510270" y="746528"/>
                  </a:lnTo>
                  <a:lnTo>
                    <a:pt x="6510397" y="746528"/>
                  </a:lnTo>
                  <a:lnTo>
                    <a:pt x="6510523" y="746528"/>
                  </a:lnTo>
                  <a:lnTo>
                    <a:pt x="6510775" y="741617"/>
                  </a:lnTo>
                  <a:lnTo>
                    <a:pt x="6510902" y="741617"/>
                  </a:lnTo>
                  <a:lnTo>
                    <a:pt x="6511154" y="741617"/>
                  </a:lnTo>
                  <a:lnTo>
                    <a:pt x="6511407" y="741617"/>
                  </a:lnTo>
                  <a:lnTo>
                    <a:pt x="6511912" y="741617"/>
                  </a:lnTo>
                  <a:lnTo>
                    <a:pt x="6517593" y="736706"/>
                  </a:lnTo>
                  <a:lnTo>
                    <a:pt x="6517719" y="736706"/>
                  </a:lnTo>
                  <a:lnTo>
                    <a:pt x="6517846" y="736706"/>
                  </a:lnTo>
                  <a:lnTo>
                    <a:pt x="6517972" y="736706"/>
                  </a:lnTo>
                  <a:lnTo>
                    <a:pt x="6518098" y="736706"/>
                  </a:lnTo>
                  <a:lnTo>
                    <a:pt x="6518224" y="736706"/>
                  </a:lnTo>
                  <a:lnTo>
                    <a:pt x="6518351" y="736706"/>
                  </a:lnTo>
                  <a:lnTo>
                    <a:pt x="6518477" y="736706"/>
                  </a:lnTo>
                  <a:lnTo>
                    <a:pt x="6518603" y="736706"/>
                  </a:lnTo>
                  <a:lnTo>
                    <a:pt x="6518729" y="736706"/>
                  </a:lnTo>
                  <a:lnTo>
                    <a:pt x="6518856" y="736706"/>
                  </a:lnTo>
                  <a:lnTo>
                    <a:pt x="6518982" y="736706"/>
                  </a:lnTo>
                  <a:lnTo>
                    <a:pt x="6519108" y="736706"/>
                  </a:lnTo>
                  <a:lnTo>
                    <a:pt x="6519739" y="736706"/>
                  </a:lnTo>
                  <a:lnTo>
                    <a:pt x="6519866" y="736706"/>
                  </a:lnTo>
                  <a:lnTo>
                    <a:pt x="6520118" y="736706"/>
                  </a:lnTo>
                  <a:lnTo>
                    <a:pt x="6520371" y="736706"/>
                  </a:lnTo>
                  <a:lnTo>
                    <a:pt x="6520497" y="736706"/>
                  </a:lnTo>
                  <a:lnTo>
                    <a:pt x="6520623" y="736706"/>
                  </a:lnTo>
                  <a:lnTo>
                    <a:pt x="6520750" y="736706"/>
                  </a:lnTo>
                  <a:lnTo>
                    <a:pt x="6520876" y="736706"/>
                  </a:lnTo>
                  <a:lnTo>
                    <a:pt x="6521507" y="736706"/>
                  </a:lnTo>
                  <a:lnTo>
                    <a:pt x="6522012" y="736706"/>
                  </a:lnTo>
                  <a:lnTo>
                    <a:pt x="6522138" y="736706"/>
                  </a:lnTo>
                  <a:lnTo>
                    <a:pt x="6522517" y="731794"/>
                  </a:lnTo>
                  <a:lnTo>
                    <a:pt x="6522643" y="731794"/>
                  </a:lnTo>
                  <a:lnTo>
                    <a:pt x="6522896" y="731794"/>
                  </a:lnTo>
                  <a:lnTo>
                    <a:pt x="6523022" y="731794"/>
                  </a:lnTo>
                  <a:lnTo>
                    <a:pt x="6523148" y="731794"/>
                  </a:lnTo>
                  <a:lnTo>
                    <a:pt x="6523527" y="731794"/>
                  </a:lnTo>
                  <a:lnTo>
                    <a:pt x="6524032" y="731794"/>
                  </a:lnTo>
                  <a:lnTo>
                    <a:pt x="6524411" y="731794"/>
                  </a:lnTo>
                  <a:lnTo>
                    <a:pt x="6524537" y="731794"/>
                  </a:lnTo>
                  <a:lnTo>
                    <a:pt x="6525295" y="731794"/>
                  </a:lnTo>
                  <a:lnTo>
                    <a:pt x="6525800" y="731794"/>
                  </a:lnTo>
                  <a:lnTo>
                    <a:pt x="6526052" y="731794"/>
                  </a:lnTo>
                  <a:lnTo>
                    <a:pt x="6526557" y="731794"/>
                  </a:lnTo>
                  <a:lnTo>
                    <a:pt x="6527441" y="731794"/>
                  </a:lnTo>
                  <a:lnTo>
                    <a:pt x="6527946" y="731794"/>
                  </a:lnTo>
                  <a:lnTo>
                    <a:pt x="6528199" y="731794"/>
                  </a:lnTo>
                  <a:lnTo>
                    <a:pt x="6528577" y="731794"/>
                  </a:lnTo>
                  <a:lnTo>
                    <a:pt x="6529335" y="731794"/>
                  </a:lnTo>
                  <a:lnTo>
                    <a:pt x="6529840" y="731794"/>
                  </a:lnTo>
                  <a:lnTo>
                    <a:pt x="6529966" y="731794"/>
                  </a:lnTo>
                  <a:lnTo>
                    <a:pt x="6530471" y="731794"/>
                  </a:lnTo>
                  <a:lnTo>
                    <a:pt x="6530597" y="731794"/>
                  </a:lnTo>
                  <a:lnTo>
                    <a:pt x="6531103" y="731794"/>
                  </a:lnTo>
                  <a:lnTo>
                    <a:pt x="6531481" y="731794"/>
                  </a:lnTo>
                  <a:lnTo>
                    <a:pt x="6531608" y="731794"/>
                  </a:lnTo>
                  <a:lnTo>
                    <a:pt x="6531860" y="731794"/>
                  </a:lnTo>
                  <a:lnTo>
                    <a:pt x="6531986" y="731794"/>
                  </a:lnTo>
                  <a:lnTo>
                    <a:pt x="6532365" y="731794"/>
                  </a:lnTo>
                  <a:lnTo>
                    <a:pt x="6532744" y="731794"/>
                  </a:lnTo>
                  <a:lnTo>
                    <a:pt x="6533123" y="731794"/>
                  </a:lnTo>
                  <a:lnTo>
                    <a:pt x="6533501" y="731794"/>
                  </a:lnTo>
                  <a:lnTo>
                    <a:pt x="6533628" y="731794"/>
                  </a:lnTo>
                  <a:lnTo>
                    <a:pt x="6533880" y="731794"/>
                  </a:lnTo>
                  <a:lnTo>
                    <a:pt x="6534006" y="731794"/>
                  </a:lnTo>
                  <a:lnTo>
                    <a:pt x="6534259" y="731794"/>
                  </a:lnTo>
                  <a:lnTo>
                    <a:pt x="6534385" y="731794"/>
                  </a:lnTo>
                  <a:lnTo>
                    <a:pt x="6534638" y="731794"/>
                  </a:lnTo>
                  <a:lnTo>
                    <a:pt x="6535143" y="731794"/>
                  </a:lnTo>
                  <a:lnTo>
                    <a:pt x="6535900" y="731794"/>
                  </a:lnTo>
                  <a:lnTo>
                    <a:pt x="6536027" y="731794"/>
                  </a:lnTo>
                  <a:lnTo>
                    <a:pt x="6536405" y="731794"/>
                  </a:lnTo>
                  <a:lnTo>
                    <a:pt x="6536910" y="731794"/>
                  </a:lnTo>
                  <a:lnTo>
                    <a:pt x="6536910" y="726883"/>
                  </a:lnTo>
                  <a:lnTo>
                    <a:pt x="6537163" y="726883"/>
                  </a:lnTo>
                  <a:lnTo>
                    <a:pt x="6537289" y="726883"/>
                  </a:lnTo>
                  <a:lnTo>
                    <a:pt x="6537920" y="726883"/>
                  </a:lnTo>
                  <a:lnTo>
                    <a:pt x="6538930" y="726883"/>
                  </a:lnTo>
                  <a:lnTo>
                    <a:pt x="6539057" y="726883"/>
                  </a:lnTo>
                  <a:lnTo>
                    <a:pt x="6539183" y="726883"/>
                  </a:lnTo>
                  <a:lnTo>
                    <a:pt x="6539688" y="726883"/>
                  </a:lnTo>
                  <a:lnTo>
                    <a:pt x="6540067" y="726883"/>
                  </a:lnTo>
                  <a:lnTo>
                    <a:pt x="6540824" y="726883"/>
                  </a:lnTo>
                  <a:lnTo>
                    <a:pt x="6541329" y="726883"/>
                  </a:lnTo>
                  <a:lnTo>
                    <a:pt x="6541582" y="726883"/>
                  </a:lnTo>
                  <a:lnTo>
                    <a:pt x="6541961" y="726883"/>
                  </a:lnTo>
                  <a:lnTo>
                    <a:pt x="6542339" y="726883"/>
                  </a:lnTo>
                  <a:lnTo>
                    <a:pt x="6542592" y="726883"/>
                  </a:lnTo>
                  <a:lnTo>
                    <a:pt x="6543981" y="726883"/>
                  </a:lnTo>
                  <a:lnTo>
                    <a:pt x="6544359" y="726883"/>
                  </a:lnTo>
                  <a:lnTo>
                    <a:pt x="6544486" y="726883"/>
                  </a:lnTo>
                  <a:lnTo>
                    <a:pt x="6544612" y="726883"/>
                  </a:lnTo>
                  <a:lnTo>
                    <a:pt x="6544738" y="726883"/>
                  </a:lnTo>
                  <a:lnTo>
                    <a:pt x="6545117" y="726883"/>
                  </a:lnTo>
                  <a:lnTo>
                    <a:pt x="6545369" y="726883"/>
                  </a:lnTo>
                  <a:lnTo>
                    <a:pt x="6546380" y="726883"/>
                  </a:lnTo>
                  <a:lnTo>
                    <a:pt x="6546506" y="726883"/>
                  </a:lnTo>
                  <a:lnTo>
                    <a:pt x="6546758" y="726883"/>
                  </a:lnTo>
                  <a:lnTo>
                    <a:pt x="6546758" y="721972"/>
                  </a:lnTo>
                  <a:lnTo>
                    <a:pt x="6547768" y="721972"/>
                  </a:lnTo>
                  <a:lnTo>
                    <a:pt x="6548147" y="721972"/>
                  </a:lnTo>
                  <a:lnTo>
                    <a:pt x="6548400" y="721972"/>
                  </a:lnTo>
                  <a:lnTo>
                    <a:pt x="6548778" y="721972"/>
                  </a:lnTo>
                  <a:lnTo>
                    <a:pt x="6550041" y="721972"/>
                  </a:lnTo>
                  <a:lnTo>
                    <a:pt x="6550167" y="721972"/>
                  </a:lnTo>
                  <a:lnTo>
                    <a:pt x="6550420" y="721972"/>
                  </a:lnTo>
                  <a:lnTo>
                    <a:pt x="6550546" y="721972"/>
                  </a:lnTo>
                  <a:lnTo>
                    <a:pt x="6550798" y="721972"/>
                  </a:lnTo>
                  <a:lnTo>
                    <a:pt x="6550925" y="721972"/>
                  </a:lnTo>
                  <a:lnTo>
                    <a:pt x="6551051" y="721972"/>
                  </a:lnTo>
                  <a:lnTo>
                    <a:pt x="6551430" y="721972"/>
                  </a:lnTo>
                  <a:lnTo>
                    <a:pt x="6551682" y="721972"/>
                  </a:lnTo>
                  <a:lnTo>
                    <a:pt x="6552314" y="721972"/>
                  </a:lnTo>
                  <a:lnTo>
                    <a:pt x="6552566" y="721972"/>
                  </a:lnTo>
                  <a:lnTo>
                    <a:pt x="6552819" y="721972"/>
                  </a:lnTo>
                  <a:lnTo>
                    <a:pt x="6553071" y="721972"/>
                  </a:lnTo>
                  <a:lnTo>
                    <a:pt x="6553197" y="721972"/>
                  </a:lnTo>
                  <a:lnTo>
                    <a:pt x="6553576" y="721972"/>
                  </a:lnTo>
                  <a:lnTo>
                    <a:pt x="6553702" y="721972"/>
                  </a:lnTo>
                  <a:lnTo>
                    <a:pt x="6554712" y="721972"/>
                  </a:lnTo>
                  <a:lnTo>
                    <a:pt x="6554965" y="721972"/>
                  </a:lnTo>
                  <a:lnTo>
                    <a:pt x="6555091" y="721972"/>
                  </a:lnTo>
                  <a:lnTo>
                    <a:pt x="6555470" y="721972"/>
                  </a:lnTo>
                  <a:lnTo>
                    <a:pt x="6555596" y="721972"/>
                  </a:lnTo>
                  <a:lnTo>
                    <a:pt x="6555722" y="721972"/>
                  </a:lnTo>
                  <a:lnTo>
                    <a:pt x="6555849" y="721972"/>
                  </a:lnTo>
                  <a:lnTo>
                    <a:pt x="6556354" y="721972"/>
                  </a:lnTo>
                  <a:lnTo>
                    <a:pt x="6557616" y="721972"/>
                  </a:lnTo>
                  <a:lnTo>
                    <a:pt x="6557743" y="721972"/>
                  </a:lnTo>
                  <a:lnTo>
                    <a:pt x="6558248" y="721972"/>
                  </a:lnTo>
                  <a:lnTo>
                    <a:pt x="6558879" y="721972"/>
                  </a:lnTo>
                  <a:lnTo>
                    <a:pt x="6559384" y="717060"/>
                  </a:lnTo>
                  <a:lnTo>
                    <a:pt x="6559510" y="717060"/>
                  </a:lnTo>
                  <a:lnTo>
                    <a:pt x="6560141" y="717060"/>
                  </a:lnTo>
                  <a:lnTo>
                    <a:pt x="6560268" y="717060"/>
                  </a:lnTo>
                  <a:lnTo>
                    <a:pt x="6560394" y="717060"/>
                  </a:lnTo>
                  <a:lnTo>
                    <a:pt x="6560773" y="717060"/>
                  </a:lnTo>
                  <a:lnTo>
                    <a:pt x="6561530" y="717060"/>
                  </a:lnTo>
                  <a:lnTo>
                    <a:pt x="6561656" y="717060"/>
                  </a:lnTo>
                  <a:lnTo>
                    <a:pt x="6561783" y="717060"/>
                  </a:lnTo>
                  <a:lnTo>
                    <a:pt x="6561909" y="717060"/>
                  </a:lnTo>
                  <a:lnTo>
                    <a:pt x="6562288" y="717060"/>
                  </a:lnTo>
                  <a:lnTo>
                    <a:pt x="6562414" y="717060"/>
                  </a:lnTo>
                  <a:lnTo>
                    <a:pt x="6562919" y="712149"/>
                  </a:lnTo>
                  <a:lnTo>
                    <a:pt x="6563424" y="712149"/>
                  </a:lnTo>
                  <a:lnTo>
                    <a:pt x="6563550" y="712149"/>
                  </a:lnTo>
                  <a:lnTo>
                    <a:pt x="6564055" y="712149"/>
                  </a:lnTo>
                  <a:lnTo>
                    <a:pt x="6564687" y="712149"/>
                  </a:lnTo>
                  <a:lnTo>
                    <a:pt x="6564813" y="712149"/>
                  </a:lnTo>
                  <a:lnTo>
                    <a:pt x="6565570" y="712149"/>
                  </a:lnTo>
                  <a:lnTo>
                    <a:pt x="6565949" y="712149"/>
                  </a:lnTo>
                  <a:lnTo>
                    <a:pt x="6566075" y="712149"/>
                  </a:lnTo>
                  <a:lnTo>
                    <a:pt x="6567212" y="712149"/>
                  </a:lnTo>
                  <a:lnTo>
                    <a:pt x="6567338" y="712149"/>
                  </a:lnTo>
                  <a:lnTo>
                    <a:pt x="6567464" y="712149"/>
                  </a:lnTo>
                  <a:lnTo>
                    <a:pt x="6567717" y="712149"/>
                  </a:lnTo>
                  <a:lnTo>
                    <a:pt x="6568096" y="707237"/>
                  </a:lnTo>
                  <a:lnTo>
                    <a:pt x="6568222" y="707237"/>
                  </a:lnTo>
                  <a:lnTo>
                    <a:pt x="6568474" y="707237"/>
                  </a:lnTo>
                  <a:lnTo>
                    <a:pt x="6568853" y="707237"/>
                  </a:lnTo>
                  <a:lnTo>
                    <a:pt x="6568979" y="707237"/>
                  </a:lnTo>
                  <a:lnTo>
                    <a:pt x="6569232" y="707237"/>
                  </a:lnTo>
                  <a:lnTo>
                    <a:pt x="6569358" y="707237"/>
                  </a:lnTo>
                  <a:lnTo>
                    <a:pt x="6570242" y="707237"/>
                  </a:lnTo>
                  <a:lnTo>
                    <a:pt x="6570873" y="707237"/>
                  </a:lnTo>
                  <a:lnTo>
                    <a:pt x="6571757" y="707237"/>
                  </a:lnTo>
                  <a:lnTo>
                    <a:pt x="6571883" y="707237"/>
                  </a:lnTo>
                  <a:lnTo>
                    <a:pt x="6572009" y="707237"/>
                  </a:lnTo>
                  <a:lnTo>
                    <a:pt x="6572515" y="707237"/>
                  </a:lnTo>
                  <a:lnTo>
                    <a:pt x="6572515" y="702326"/>
                  </a:lnTo>
                  <a:lnTo>
                    <a:pt x="6573020" y="702326"/>
                  </a:lnTo>
                  <a:lnTo>
                    <a:pt x="6573272" y="702326"/>
                  </a:lnTo>
                  <a:lnTo>
                    <a:pt x="6573398" y="702326"/>
                  </a:lnTo>
                  <a:lnTo>
                    <a:pt x="6573903" y="702326"/>
                  </a:lnTo>
                  <a:lnTo>
                    <a:pt x="6574156" y="702326"/>
                  </a:lnTo>
                  <a:lnTo>
                    <a:pt x="6574408" y="702326"/>
                  </a:lnTo>
                  <a:lnTo>
                    <a:pt x="6575166" y="702326"/>
                  </a:lnTo>
                  <a:lnTo>
                    <a:pt x="6575545" y="702326"/>
                  </a:lnTo>
                  <a:lnTo>
                    <a:pt x="6575797" y="702326"/>
                  </a:lnTo>
                  <a:lnTo>
                    <a:pt x="6575923" y="702326"/>
                  </a:lnTo>
                  <a:lnTo>
                    <a:pt x="6576050" y="702326"/>
                  </a:lnTo>
                  <a:lnTo>
                    <a:pt x="6576176" y="702326"/>
                  </a:lnTo>
                  <a:lnTo>
                    <a:pt x="6576302" y="702326"/>
                  </a:lnTo>
                  <a:lnTo>
                    <a:pt x="6576555" y="702326"/>
                  </a:lnTo>
                  <a:lnTo>
                    <a:pt x="6576681" y="697415"/>
                  </a:lnTo>
                  <a:lnTo>
                    <a:pt x="6577186" y="697415"/>
                  </a:lnTo>
                  <a:lnTo>
                    <a:pt x="6577439" y="697415"/>
                  </a:lnTo>
                  <a:lnTo>
                    <a:pt x="6578196" y="697415"/>
                  </a:lnTo>
                  <a:lnTo>
                    <a:pt x="6578701" y="697415"/>
                  </a:lnTo>
                  <a:lnTo>
                    <a:pt x="6578827" y="697415"/>
                  </a:lnTo>
                  <a:lnTo>
                    <a:pt x="6579332" y="687592"/>
                  </a:lnTo>
                  <a:lnTo>
                    <a:pt x="6579711" y="687592"/>
                  </a:lnTo>
                  <a:lnTo>
                    <a:pt x="6580090" y="687592"/>
                  </a:lnTo>
                  <a:lnTo>
                    <a:pt x="6580469" y="687592"/>
                  </a:lnTo>
                  <a:lnTo>
                    <a:pt x="6580595" y="687592"/>
                  </a:lnTo>
                  <a:lnTo>
                    <a:pt x="6580721" y="682681"/>
                  </a:lnTo>
                  <a:lnTo>
                    <a:pt x="6581226" y="682681"/>
                  </a:lnTo>
                  <a:lnTo>
                    <a:pt x="6581479" y="682681"/>
                  </a:lnTo>
                  <a:lnTo>
                    <a:pt x="6581984" y="682681"/>
                  </a:lnTo>
                  <a:lnTo>
                    <a:pt x="6582110" y="682681"/>
                  </a:lnTo>
                  <a:lnTo>
                    <a:pt x="6582741" y="682681"/>
                  </a:lnTo>
                  <a:lnTo>
                    <a:pt x="6583373" y="682681"/>
                  </a:lnTo>
                  <a:lnTo>
                    <a:pt x="6583499" y="682681"/>
                  </a:lnTo>
                  <a:lnTo>
                    <a:pt x="6583625" y="682681"/>
                  </a:lnTo>
                  <a:lnTo>
                    <a:pt x="6583751" y="682681"/>
                  </a:lnTo>
                  <a:lnTo>
                    <a:pt x="6583878" y="682681"/>
                  </a:lnTo>
                  <a:lnTo>
                    <a:pt x="6584004" y="682681"/>
                  </a:lnTo>
                  <a:lnTo>
                    <a:pt x="6584509" y="682681"/>
                  </a:lnTo>
                  <a:lnTo>
                    <a:pt x="6585393" y="682681"/>
                  </a:lnTo>
                  <a:lnTo>
                    <a:pt x="6585898" y="682681"/>
                  </a:lnTo>
                  <a:lnTo>
                    <a:pt x="6586150" y="682681"/>
                  </a:lnTo>
                  <a:lnTo>
                    <a:pt x="6586276" y="682681"/>
                  </a:lnTo>
                  <a:lnTo>
                    <a:pt x="6586655" y="682681"/>
                  </a:lnTo>
                  <a:lnTo>
                    <a:pt x="6588170" y="677769"/>
                  </a:lnTo>
                  <a:lnTo>
                    <a:pt x="6588297" y="677769"/>
                  </a:lnTo>
                  <a:lnTo>
                    <a:pt x="6588675" y="677769"/>
                  </a:lnTo>
                  <a:lnTo>
                    <a:pt x="6588802" y="677769"/>
                  </a:lnTo>
                  <a:lnTo>
                    <a:pt x="6589685" y="677769"/>
                  </a:lnTo>
                  <a:lnTo>
                    <a:pt x="6589812" y="677769"/>
                  </a:lnTo>
                  <a:lnTo>
                    <a:pt x="6590064" y="677769"/>
                  </a:lnTo>
                  <a:lnTo>
                    <a:pt x="6590317" y="677769"/>
                  </a:lnTo>
                  <a:lnTo>
                    <a:pt x="6590569" y="677769"/>
                  </a:lnTo>
                  <a:lnTo>
                    <a:pt x="6590822" y="677769"/>
                  </a:lnTo>
                  <a:lnTo>
                    <a:pt x="6591200" y="677769"/>
                  </a:lnTo>
                  <a:lnTo>
                    <a:pt x="6591579" y="677769"/>
                  </a:lnTo>
                  <a:lnTo>
                    <a:pt x="6591832" y="677769"/>
                  </a:lnTo>
                  <a:lnTo>
                    <a:pt x="6592210" y="677769"/>
                  </a:lnTo>
                  <a:lnTo>
                    <a:pt x="6592463" y="677769"/>
                  </a:lnTo>
                  <a:lnTo>
                    <a:pt x="6592589" y="677769"/>
                  </a:lnTo>
                  <a:lnTo>
                    <a:pt x="6592716" y="677769"/>
                  </a:lnTo>
                  <a:lnTo>
                    <a:pt x="6592842" y="677769"/>
                  </a:lnTo>
                  <a:lnTo>
                    <a:pt x="6593473" y="672858"/>
                  </a:lnTo>
                  <a:lnTo>
                    <a:pt x="6593599" y="672858"/>
                  </a:lnTo>
                  <a:lnTo>
                    <a:pt x="6593726" y="672858"/>
                  </a:lnTo>
                  <a:lnTo>
                    <a:pt x="6594609" y="672858"/>
                  </a:lnTo>
                  <a:lnTo>
                    <a:pt x="6594862" y="672858"/>
                  </a:lnTo>
                  <a:lnTo>
                    <a:pt x="6595241" y="672858"/>
                  </a:lnTo>
                  <a:lnTo>
                    <a:pt x="6595367" y="672858"/>
                  </a:lnTo>
                  <a:lnTo>
                    <a:pt x="6595493" y="672858"/>
                  </a:lnTo>
                  <a:lnTo>
                    <a:pt x="6595746" y="672858"/>
                  </a:lnTo>
                  <a:lnTo>
                    <a:pt x="6596756" y="672858"/>
                  </a:lnTo>
                  <a:lnTo>
                    <a:pt x="6596882" y="672858"/>
                  </a:lnTo>
                  <a:lnTo>
                    <a:pt x="6597134" y="672858"/>
                  </a:lnTo>
                  <a:lnTo>
                    <a:pt x="6597261" y="672858"/>
                  </a:lnTo>
                  <a:lnTo>
                    <a:pt x="6597513" y="672858"/>
                  </a:lnTo>
                  <a:lnTo>
                    <a:pt x="6598397" y="672858"/>
                  </a:lnTo>
                  <a:lnTo>
                    <a:pt x="6598397" y="667946"/>
                  </a:lnTo>
                  <a:lnTo>
                    <a:pt x="6598523" y="667946"/>
                  </a:lnTo>
                  <a:lnTo>
                    <a:pt x="6599155" y="667946"/>
                  </a:lnTo>
                  <a:lnTo>
                    <a:pt x="6600796" y="667946"/>
                  </a:lnTo>
                  <a:lnTo>
                    <a:pt x="6601048" y="667946"/>
                  </a:lnTo>
                  <a:lnTo>
                    <a:pt x="6601553" y="667946"/>
                  </a:lnTo>
                  <a:lnTo>
                    <a:pt x="6601680" y="667946"/>
                  </a:lnTo>
                  <a:lnTo>
                    <a:pt x="6601806" y="667946"/>
                  </a:lnTo>
                  <a:lnTo>
                    <a:pt x="6601932" y="667946"/>
                  </a:lnTo>
                  <a:lnTo>
                    <a:pt x="6602058" y="667946"/>
                  </a:lnTo>
                  <a:lnTo>
                    <a:pt x="6602437" y="667946"/>
                  </a:lnTo>
                  <a:lnTo>
                    <a:pt x="6602563" y="667946"/>
                  </a:lnTo>
                  <a:lnTo>
                    <a:pt x="6602690" y="667946"/>
                  </a:lnTo>
                  <a:lnTo>
                    <a:pt x="6602816" y="667946"/>
                  </a:lnTo>
                  <a:lnTo>
                    <a:pt x="6602942" y="667946"/>
                  </a:lnTo>
                  <a:lnTo>
                    <a:pt x="6603069" y="667946"/>
                  </a:lnTo>
                  <a:lnTo>
                    <a:pt x="6603321" y="667946"/>
                  </a:lnTo>
                  <a:lnTo>
                    <a:pt x="6603700" y="667946"/>
                  </a:lnTo>
                  <a:lnTo>
                    <a:pt x="6604205" y="667946"/>
                  </a:lnTo>
                  <a:lnTo>
                    <a:pt x="6604457" y="667946"/>
                  </a:lnTo>
                  <a:lnTo>
                    <a:pt x="6604836" y="667946"/>
                  </a:lnTo>
                  <a:lnTo>
                    <a:pt x="6605720" y="663035"/>
                  </a:lnTo>
                  <a:lnTo>
                    <a:pt x="6605846" y="663035"/>
                  </a:lnTo>
                  <a:lnTo>
                    <a:pt x="6606225" y="663035"/>
                  </a:lnTo>
                  <a:lnTo>
                    <a:pt x="6606856" y="663035"/>
                  </a:lnTo>
                  <a:lnTo>
                    <a:pt x="6607109" y="663035"/>
                  </a:lnTo>
                  <a:lnTo>
                    <a:pt x="6607235" y="663035"/>
                  </a:lnTo>
                  <a:lnTo>
                    <a:pt x="6607614" y="663035"/>
                  </a:lnTo>
                  <a:lnTo>
                    <a:pt x="6607866" y="663035"/>
                  </a:lnTo>
                  <a:lnTo>
                    <a:pt x="6608245" y="663035"/>
                  </a:lnTo>
                  <a:lnTo>
                    <a:pt x="6608498" y="663035"/>
                  </a:lnTo>
                  <a:lnTo>
                    <a:pt x="6609003" y="663035"/>
                  </a:lnTo>
                  <a:lnTo>
                    <a:pt x="6609129" y="663035"/>
                  </a:lnTo>
                  <a:lnTo>
                    <a:pt x="6610139" y="663035"/>
                  </a:lnTo>
                  <a:lnTo>
                    <a:pt x="6610518" y="663035"/>
                  </a:lnTo>
                  <a:lnTo>
                    <a:pt x="6610644" y="663035"/>
                  </a:lnTo>
                  <a:lnTo>
                    <a:pt x="6611654" y="663035"/>
                  </a:lnTo>
                  <a:lnTo>
                    <a:pt x="6612159" y="663035"/>
                  </a:lnTo>
                  <a:lnTo>
                    <a:pt x="6612285" y="663035"/>
                  </a:lnTo>
                  <a:lnTo>
                    <a:pt x="6612411" y="663035"/>
                  </a:lnTo>
                  <a:lnTo>
                    <a:pt x="6612664" y="663035"/>
                  </a:lnTo>
                  <a:lnTo>
                    <a:pt x="6613295" y="663035"/>
                  </a:lnTo>
                  <a:lnTo>
                    <a:pt x="6613422" y="663035"/>
                  </a:lnTo>
                  <a:lnTo>
                    <a:pt x="6614053" y="663035"/>
                  </a:lnTo>
                  <a:lnTo>
                    <a:pt x="6614179" y="663035"/>
                  </a:lnTo>
                  <a:lnTo>
                    <a:pt x="6614305" y="663035"/>
                  </a:lnTo>
                  <a:lnTo>
                    <a:pt x="6615315" y="663035"/>
                  </a:lnTo>
                  <a:lnTo>
                    <a:pt x="6615442" y="663035"/>
                  </a:lnTo>
                  <a:lnTo>
                    <a:pt x="6615820" y="663035"/>
                  </a:lnTo>
                  <a:lnTo>
                    <a:pt x="6616073" y="663035"/>
                  </a:lnTo>
                  <a:lnTo>
                    <a:pt x="6616199" y="663035"/>
                  </a:lnTo>
                  <a:lnTo>
                    <a:pt x="6616578" y="663035"/>
                  </a:lnTo>
                  <a:lnTo>
                    <a:pt x="6616704" y="663035"/>
                  </a:lnTo>
                  <a:lnTo>
                    <a:pt x="6616957" y="663035"/>
                  </a:lnTo>
                  <a:lnTo>
                    <a:pt x="6617083" y="663035"/>
                  </a:lnTo>
                  <a:lnTo>
                    <a:pt x="6617714" y="658124"/>
                  </a:lnTo>
                  <a:lnTo>
                    <a:pt x="6617840" y="658124"/>
                  </a:lnTo>
                  <a:lnTo>
                    <a:pt x="6617967" y="658124"/>
                  </a:lnTo>
                  <a:lnTo>
                    <a:pt x="6618598" y="658124"/>
                  </a:lnTo>
                  <a:lnTo>
                    <a:pt x="6618851" y="658124"/>
                  </a:lnTo>
                  <a:lnTo>
                    <a:pt x="6618977" y="658124"/>
                  </a:lnTo>
                  <a:lnTo>
                    <a:pt x="6619356" y="658124"/>
                  </a:lnTo>
                  <a:lnTo>
                    <a:pt x="6619482" y="658124"/>
                  </a:lnTo>
                  <a:lnTo>
                    <a:pt x="6619861" y="658124"/>
                  </a:lnTo>
                  <a:lnTo>
                    <a:pt x="6620113" y="658124"/>
                  </a:lnTo>
                  <a:lnTo>
                    <a:pt x="6620239" y="658124"/>
                  </a:lnTo>
                  <a:lnTo>
                    <a:pt x="6621249" y="658124"/>
                  </a:lnTo>
                  <a:lnTo>
                    <a:pt x="6621502" y="658124"/>
                  </a:lnTo>
                  <a:lnTo>
                    <a:pt x="6621628" y="658124"/>
                  </a:lnTo>
                  <a:lnTo>
                    <a:pt x="6622133" y="658124"/>
                  </a:lnTo>
                  <a:lnTo>
                    <a:pt x="6622259" y="658124"/>
                  </a:lnTo>
                  <a:lnTo>
                    <a:pt x="6622386" y="658124"/>
                  </a:lnTo>
                  <a:lnTo>
                    <a:pt x="6623017" y="658124"/>
                  </a:lnTo>
                  <a:lnTo>
                    <a:pt x="6623775" y="658124"/>
                  </a:lnTo>
                  <a:lnTo>
                    <a:pt x="6624532" y="658124"/>
                  </a:lnTo>
                  <a:lnTo>
                    <a:pt x="6625163" y="658124"/>
                  </a:lnTo>
                  <a:lnTo>
                    <a:pt x="6625290" y="658124"/>
                  </a:lnTo>
                  <a:lnTo>
                    <a:pt x="6625416" y="658124"/>
                  </a:lnTo>
                  <a:lnTo>
                    <a:pt x="6625542" y="658124"/>
                  </a:lnTo>
                  <a:lnTo>
                    <a:pt x="6625921" y="653212"/>
                  </a:lnTo>
                  <a:lnTo>
                    <a:pt x="6626047" y="653212"/>
                  </a:lnTo>
                  <a:lnTo>
                    <a:pt x="6626173" y="653212"/>
                  </a:lnTo>
                  <a:lnTo>
                    <a:pt x="6627057" y="653212"/>
                  </a:lnTo>
                  <a:lnTo>
                    <a:pt x="6627562" y="653212"/>
                  </a:lnTo>
                  <a:lnTo>
                    <a:pt x="6627688" y="653212"/>
                  </a:lnTo>
                  <a:lnTo>
                    <a:pt x="6628067" y="653212"/>
                  </a:lnTo>
                  <a:lnTo>
                    <a:pt x="6628320" y="653212"/>
                  </a:lnTo>
                  <a:lnTo>
                    <a:pt x="6628698" y="653212"/>
                  </a:lnTo>
                  <a:lnTo>
                    <a:pt x="6629077" y="653212"/>
                  </a:lnTo>
                  <a:lnTo>
                    <a:pt x="6629456" y="653212"/>
                  </a:lnTo>
                  <a:lnTo>
                    <a:pt x="6629582" y="653212"/>
                  </a:lnTo>
                  <a:lnTo>
                    <a:pt x="6629961" y="653212"/>
                  </a:lnTo>
                  <a:lnTo>
                    <a:pt x="6630214" y="653212"/>
                  </a:lnTo>
                  <a:lnTo>
                    <a:pt x="6630466" y="653212"/>
                  </a:lnTo>
                  <a:lnTo>
                    <a:pt x="6630592" y="653212"/>
                  </a:lnTo>
                  <a:lnTo>
                    <a:pt x="6630719" y="653212"/>
                  </a:lnTo>
                  <a:lnTo>
                    <a:pt x="6631224" y="653212"/>
                  </a:lnTo>
                  <a:lnTo>
                    <a:pt x="6631350" y="653212"/>
                  </a:lnTo>
                  <a:lnTo>
                    <a:pt x="6631476" y="653212"/>
                  </a:lnTo>
                  <a:lnTo>
                    <a:pt x="6632360" y="653212"/>
                  </a:lnTo>
                  <a:lnTo>
                    <a:pt x="6632612" y="653212"/>
                  </a:lnTo>
                  <a:lnTo>
                    <a:pt x="6632739" y="653212"/>
                  </a:lnTo>
                  <a:lnTo>
                    <a:pt x="6633244" y="653212"/>
                  </a:lnTo>
                  <a:lnTo>
                    <a:pt x="6633496" y="653212"/>
                  </a:lnTo>
                  <a:lnTo>
                    <a:pt x="6633749" y="653212"/>
                  </a:lnTo>
                  <a:lnTo>
                    <a:pt x="6633749" y="648301"/>
                  </a:lnTo>
                  <a:lnTo>
                    <a:pt x="6634633" y="648301"/>
                  </a:lnTo>
                  <a:lnTo>
                    <a:pt x="6634885" y="648301"/>
                  </a:lnTo>
                  <a:lnTo>
                    <a:pt x="6635264" y="648301"/>
                  </a:lnTo>
                  <a:lnTo>
                    <a:pt x="6635643" y="648301"/>
                  </a:lnTo>
                  <a:lnTo>
                    <a:pt x="6635769" y="648301"/>
                  </a:lnTo>
                  <a:lnTo>
                    <a:pt x="6636400" y="648301"/>
                  </a:lnTo>
                  <a:lnTo>
                    <a:pt x="6636653" y="648301"/>
                  </a:lnTo>
                  <a:lnTo>
                    <a:pt x="6637158" y="648301"/>
                  </a:lnTo>
                  <a:lnTo>
                    <a:pt x="6637789" y="648301"/>
                  </a:lnTo>
                  <a:lnTo>
                    <a:pt x="6637915" y="648301"/>
                  </a:lnTo>
                  <a:lnTo>
                    <a:pt x="6638168" y="648301"/>
                  </a:lnTo>
                  <a:lnTo>
                    <a:pt x="6638673" y="648301"/>
                  </a:lnTo>
                  <a:lnTo>
                    <a:pt x="6638799" y="648301"/>
                  </a:lnTo>
                  <a:lnTo>
                    <a:pt x="6639051" y="648301"/>
                  </a:lnTo>
                  <a:lnTo>
                    <a:pt x="6639304" y="648301"/>
                  </a:lnTo>
                  <a:lnTo>
                    <a:pt x="6639935" y="648301"/>
                  </a:lnTo>
                  <a:lnTo>
                    <a:pt x="6640062" y="648301"/>
                  </a:lnTo>
                  <a:lnTo>
                    <a:pt x="6640188" y="648301"/>
                  </a:lnTo>
                  <a:lnTo>
                    <a:pt x="6640567" y="648301"/>
                  </a:lnTo>
                  <a:lnTo>
                    <a:pt x="6640693" y="648301"/>
                  </a:lnTo>
                  <a:lnTo>
                    <a:pt x="6640819" y="648301"/>
                  </a:lnTo>
                  <a:lnTo>
                    <a:pt x="6640945" y="648301"/>
                  </a:lnTo>
                  <a:lnTo>
                    <a:pt x="6641450" y="648301"/>
                  </a:lnTo>
                  <a:lnTo>
                    <a:pt x="6641955" y="648301"/>
                  </a:lnTo>
                  <a:lnTo>
                    <a:pt x="6642208" y="648301"/>
                  </a:lnTo>
                  <a:lnTo>
                    <a:pt x="6642460" y="648301"/>
                  </a:lnTo>
                  <a:lnTo>
                    <a:pt x="6643470" y="648301"/>
                  </a:lnTo>
                  <a:lnTo>
                    <a:pt x="6643597" y="648301"/>
                  </a:lnTo>
                  <a:lnTo>
                    <a:pt x="6643975" y="648301"/>
                  </a:lnTo>
                  <a:lnTo>
                    <a:pt x="6644102" y="648301"/>
                  </a:lnTo>
                  <a:lnTo>
                    <a:pt x="6644986" y="643390"/>
                  </a:lnTo>
                  <a:lnTo>
                    <a:pt x="6645112" y="643390"/>
                  </a:lnTo>
                  <a:lnTo>
                    <a:pt x="6645238" y="643390"/>
                  </a:lnTo>
                  <a:lnTo>
                    <a:pt x="6645364" y="643390"/>
                  </a:lnTo>
                  <a:lnTo>
                    <a:pt x="6645491" y="643390"/>
                  </a:lnTo>
                  <a:lnTo>
                    <a:pt x="6645617" y="643390"/>
                  </a:lnTo>
                  <a:lnTo>
                    <a:pt x="6645743" y="643390"/>
                  </a:lnTo>
                  <a:lnTo>
                    <a:pt x="6646248" y="643390"/>
                  </a:lnTo>
                  <a:lnTo>
                    <a:pt x="6646374" y="643390"/>
                  </a:lnTo>
                  <a:lnTo>
                    <a:pt x="6646501" y="643390"/>
                  </a:lnTo>
                  <a:lnTo>
                    <a:pt x="6646627" y="643390"/>
                  </a:lnTo>
                  <a:lnTo>
                    <a:pt x="6646753" y="643390"/>
                  </a:lnTo>
                  <a:lnTo>
                    <a:pt x="6647132" y="643390"/>
                  </a:lnTo>
                  <a:lnTo>
                    <a:pt x="6647258" y="643390"/>
                  </a:lnTo>
                  <a:lnTo>
                    <a:pt x="6647763" y="643390"/>
                  </a:lnTo>
                  <a:lnTo>
                    <a:pt x="6648268" y="643390"/>
                  </a:lnTo>
                  <a:lnTo>
                    <a:pt x="6648521" y="643390"/>
                  </a:lnTo>
                  <a:lnTo>
                    <a:pt x="6648647" y="643390"/>
                  </a:lnTo>
                  <a:lnTo>
                    <a:pt x="6648773" y="643390"/>
                  </a:lnTo>
                  <a:lnTo>
                    <a:pt x="6649152" y="643390"/>
                  </a:lnTo>
                  <a:lnTo>
                    <a:pt x="6649278" y="643390"/>
                  </a:lnTo>
                  <a:lnTo>
                    <a:pt x="6649531" y="643390"/>
                  </a:lnTo>
                  <a:lnTo>
                    <a:pt x="6649910" y="643390"/>
                  </a:lnTo>
                  <a:lnTo>
                    <a:pt x="6650162" y="643390"/>
                  </a:lnTo>
                  <a:lnTo>
                    <a:pt x="6650288" y="643390"/>
                  </a:lnTo>
                  <a:lnTo>
                    <a:pt x="6650541" y="643390"/>
                  </a:lnTo>
                  <a:lnTo>
                    <a:pt x="6651551" y="638478"/>
                  </a:lnTo>
                  <a:lnTo>
                    <a:pt x="6651677" y="638478"/>
                  </a:lnTo>
                  <a:lnTo>
                    <a:pt x="6652056" y="638478"/>
                  </a:lnTo>
                  <a:lnTo>
                    <a:pt x="6652435" y="638478"/>
                  </a:lnTo>
                  <a:lnTo>
                    <a:pt x="6652687" y="638478"/>
                  </a:lnTo>
                  <a:lnTo>
                    <a:pt x="6652813" y="638478"/>
                  </a:lnTo>
                  <a:lnTo>
                    <a:pt x="6653318" y="638478"/>
                  </a:lnTo>
                  <a:lnTo>
                    <a:pt x="6653697" y="638478"/>
                  </a:lnTo>
                  <a:lnTo>
                    <a:pt x="6653950" y="638478"/>
                  </a:lnTo>
                  <a:lnTo>
                    <a:pt x="6654202" y="638478"/>
                  </a:lnTo>
                  <a:lnTo>
                    <a:pt x="6654960" y="638478"/>
                  </a:lnTo>
                  <a:lnTo>
                    <a:pt x="6655591" y="638478"/>
                  </a:lnTo>
                  <a:lnTo>
                    <a:pt x="6655717" y="638478"/>
                  </a:lnTo>
                  <a:lnTo>
                    <a:pt x="6655844" y="638478"/>
                  </a:lnTo>
                  <a:lnTo>
                    <a:pt x="6656349" y="638478"/>
                  </a:lnTo>
                  <a:lnTo>
                    <a:pt x="6656475" y="638478"/>
                  </a:lnTo>
                  <a:lnTo>
                    <a:pt x="6656601" y="638478"/>
                  </a:lnTo>
                  <a:lnTo>
                    <a:pt x="6656854" y="638478"/>
                  </a:lnTo>
                  <a:lnTo>
                    <a:pt x="6657106" y="638478"/>
                  </a:lnTo>
                  <a:lnTo>
                    <a:pt x="6657864" y="638478"/>
                  </a:lnTo>
                  <a:lnTo>
                    <a:pt x="6657990" y="638478"/>
                  </a:lnTo>
                  <a:lnTo>
                    <a:pt x="6658242" y="638478"/>
                  </a:lnTo>
                  <a:lnTo>
                    <a:pt x="6658495" y="638478"/>
                  </a:lnTo>
                  <a:lnTo>
                    <a:pt x="6658747" y="638478"/>
                  </a:lnTo>
                  <a:lnTo>
                    <a:pt x="6659126" y="638478"/>
                  </a:lnTo>
                  <a:lnTo>
                    <a:pt x="6659252" y="638478"/>
                  </a:lnTo>
                  <a:lnTo>
                    <a:pt x="6659505" y="638478"/>
                  </a:lnTo>
                  <a:lnTo>
                    <a:pt x="6659758" y="638478"/>
                  </a:lnTo>
                  <a:lnTo>
                    <a:pt x="6659884" y="638478"/>
                  </a:lnTo>
                  <a:lnTo>
                    <a:pt x="6660136" y="638478"/>
                  </a:lnTo>
                  <a:lnTo>
                    <a:pt x="6660515" y="638478"/>
                  </a:lnTo>
                  <a:lnTo>
                    <a:pt x="6664303" y="638478"/>
                  </a:lnTo>
                  <a:lnTo>
                    <a:pt x="6664429" y="638478"/>
                  </a:lnTo>
                  <a:lnTo>
                    <a:pt x="6664555" y="638478"/>
                  </a:lnTo>
                  <a:lnTo>
                    <a:pt x="6664681" y="638478"/>
                  </a:lnTo>
                  <a:lnTo>
                    <a:pt x="6664934" y="638478"/>
                  </a:lnTo>
                  <a:lnTo>
                    <a:pt x="6665060" y="638478"/>
                  </a:lnTo>
                  <a:lnTo>
                    <a:pt x="6665313" y="638478"/>
                  </a:lnTo>
                  <a:lnTo>
                    <a:pt x="6665818" y="638478"/>
                  </a:lnTo>
                  <a:lnTo>
                    <a:pt x="6665944" y="638478"/>
                  </a:lnTo>
                  <a:lnTo>
                    <a:pt x="6666197" y="638478"/>
                  </a:lnTo>
                  <a:lnTo>
                    <a:pt x="6666702" y="638478"/>
                  </a:lnTo>
                  <a:lnTo>
                    <a:pt x="6667080" y="638478"/>
                  </a:lnTo>
                  <a:lnTo>
                    <a:pt x="6667585" y="638478"/>
                  </a:lnTo>
                  <a:lnTo>
                    <a:pt x="6667712" y="638478"/>
                  </a:lnTo>
                  <a:lnTo>
                    <a:pt x="6667964" y="638478"/>
                  </a:lnTo>
                  <a:lnTo>
                    <a:pt x="6668343" y="638478"/>
                  </a:lnTo>
                  <a:lnTo>
                    <a:pt x="6668722" y="638478"/>
                  </a:lnTo>
                  <a:lnTo>
                    <a:pt x="6668848" y="638478"/>
                  </a:lnTo>
                  <a:lnTo>
                    <a:pt x="6669100" y="638478"/>
                  </a:lnTo>
                  <a:lnTo>
                    <a:pt x="6669984" y="638478"/>
                  </a:lnTo>
                  <a:lnTo>
                    <a:pt x="6670363" y="638478"/>
                  </a:lnTo>
                  <a:lnTo>
                    <a:pt x="6670363" y="633567"/>
                  </a:lnTo>
                  <a:lnTo>
                    <a:pt x="6670742" y="633567"/>
                  </a:lnTo>
                  <a:lnTo>
                    <a:pt x="6672131" y="633567"/>
                  </a:lnTo>
                  <a:lnTo>
                    <a:pt x="6672257" y="633567"/>
                  </a:lnTo>
                  <a:lnTo>
                    <a:pt x="6672509" y="633567"/>
                  </a:lnTo>
                  <a:lnTo>
                    <a:pt x="6672888" y="633567"/>
                  </a:lnTo>
                  <a:lnTo>
                    <a:pt x="6673014" y="633567"/>
                  </a:lnTo>
                  <a:lnTo>
                    <a:pt x="6673141" y="633567"/>
                  </a:lnTo>
                  <a:lnTo>
                    <a:pt x="6673267" y="633567"/>
                  </a:lnTo>
                  <a:lnTo>
                    <a:pt x="6674403" y="633567"/>
                  </a:lnTo>
                  <a:lnTo>
                    <a:pt x="6674529" y="633567"/>
                  </a:lnTo>
                  <a:lnTo>
                    <a:pt x="6674782" y="633567"/>
                  </a:lnTo>
                  <a:lnTo>
                    <a:pt x="6674908" y="633567"/>
                  </a:lnTo>
                  <a:lnTo>
                    <a:pt x="6675161" y="633567"/>
                  </a:lnTo>
                  <a:lnTo>
                    <a:pt x="6675287" y="633567"/>
                  </a:lnTo>
                  <a:lnTo>
                    <a:pt x="6675540" y="633567"/>
                  </a:lnTo>
                  <a:lnTo>
                    <a:pt x="6676423" y="633567"/>
                  </a:lnTo>
                  <a:lnTo>
                    <a:pt x="6676550" y="633567"/>
                  </a:lnTo>
                  <a:lnTo>
                    <a:pt x="6676928" y="633567"/>
                  </a:lnTo>
                  <a:lnTo>
                    <a:pt x="6677307" y="633567"/>
                  </a:lnTo>
                  <a:lnTo>
                    <a:pt x="6677560" y="633567"/>
                  </a:lnTo>
                  <a:lnTo>
                    <a:pt x="6677686" y="633567"/>
                  </a:lnTo>
                  <a:lnTo>
                    <a:pt x="6677938" y="633567"/>
                  </a:lnTo>
                  <a:lnTo>
                    <a:pt x="6678065" y="633567"/>
                  </a:lnTo>
                  <a:lnTo>
                    <a:pt x="6678317" y="633567"/>
                  </a:lnTo>
                  <a:lnTo>
                    <a:pt x="6678443" y="633567"/>
                  </a:lnTo>
                  <a:lnTo>
                    <a:pt x="6678822" y="633567"/>
                  </a:lnTo>
                  <a:lnTo>
                    <a:pt x="6678948" y="633567"/>
                  </a:lnTo>
                  <a:lnTo>
                    <a:pt x="6679832" y="633567"/>
                  </a:lnTo>
                  <a:lnTo>
                    <a:pt x="6679958" y="633567"/>
                  </a:lnTo>
                  <a:lnTo>
                    <a:pt x="6680085" y="633567"/>
                  </a:lnTo>
                  <a:lnTo>
                    <a:pt x="6680590" y="633567"/>
                  </a:lnTo>
                  <a:lnTo>
                    <a:pt x="6680842" y="633567"/>
                  </a:lnTo>
                  <a:lnTo>
                    <a:pt x="6681095" y="633567"/>
                  </a:lnTo>
                  <a:lnTo>
                    <a:pt x="6681347" y="633567"/>
                  </a:lnTo>
                  <a:lnTo>
                    <a:pt x="6681852" y="633567"/>
                  </a:lnTo>
                  <a:lnTo>
                    <a:pt x="6681979" y="633567"/>
                  </a:lnTo>
                  <a:lnTo>
                    <a:pt x="6682484" y="633567"/>
                  </a:lnTo>
                  <a:lnTo>
                    <a:pt x="6682736" y="633567"/>
                  </a:lnTo>
                  <a:lnTo>
                    <a:pt x="6684125" y="633567"/>
                  </a:lnTo>
                  <a:lnTo>
                    <a:pt x="6684251" y="633567"/>
                  </a:lnTo>
                  <a:lnTo>
                    <a:pt x="6684377" y="633567"/>
                  </a:lnTo>
                  <a:lnTo>
                    <a:pt x="6684504" y="633567"/>
                  </a:lnTo>
                  <a:lnTo>
                    <a:pt x="6685009" y="633567"/>
                  </a:lnTo>
                  <a:lnTo>
                    <a:pt x="6685640" y="628655"/>
                  </a:lnTo>
                  <a:lnTo>
                    <a:pt x="6686271" y="628655"/>
                  </a:lnTo>
                  <a:lnTo>
                    <a:pt x="6686398" y="628655"/>
                  </a:lnTo>
                  <a:lnTo>
                    <a:pt x="6686776" y="628655"/>
                  </a:lnTo>
                  <a:lnTo>
                    <a:pt x="6687029" y="628655"/>
                  </a:lnTo>
                  <a:lnTo>
                    <a:pt x="6687534" y="628655"/>
                  </a:lnTo>
                  <a:lnTo>
                    <a:pt x="6687913" y="628655"/>
                  </a:lnTo>
                  <a:lnTo>
                    <a:pt x="6688670" y="628655"/>
                  </a:lnTo>
                  <a:lnTo>
                    <a:pt x="6689175" y="628655"/>
                  </a:lnTo>
                  <a:lnTo>
                    <a:pt x="6689301" y="628655"/>
                  </a:lnTo>
                  <a:lnTo>
                    <a:pt x="6689680" y="628655"/>
                  </a:lnTo>
                  <a:lnTo>
                    <a:pt x="6689806" y="628655"/>
                  </a:lnTo>
                  <a:lnTo>
                    <a:pt x="6689933" y="628655"/>
                  </a:lnTo>
                  <a:lnTo>
                    <a:pt x="6690311" y="628655"/>
                  </a:lnTo>
                  <a:lnTo>
                    <a:pt x="6691195" y="628655"/>
                  </a:lnTo>
                  <a:lnTo>
                    <a:pt x="6691448" y="623744"/>
                  </a:lnTo>
                  <a:lnTo>
                    <a:pt x="6691700" y="623744"/>
                  </a:lnTo>
                  <a:lnTo>
                    <a:pt x="6691827" y="623744"/>
                  </a:lnTo>
                  <a:lnTo>
                    <a:pt x="6692458" y="623744"/>
                  </a:lnTo>
                  <a:lnTo>
                    <a:pt x="6692837" y="623744"/>
                  </a:lnTo>
                  <a:lnTo>
                    <a:pt x="6693468" y="623744"/>
                  </a:lnTo>
                  <a:lnTo>
                    <a:pt x="6693594" y="623744"/>
                  </a:lnTo>
                  <a:lnTo>
                    <a:pt x="6693847" y="623744"/>
                  </a:lnTo>
                  <a:lnTo>
                    <a:pt x="6693973" y="623744"/>
                  </a:lnTo>
                  <a:lnTo>
                    <a:pt x="6694478" y="623744"/>
                  </a:lnTo>
                  <a:lnTo>
                    <a:pt x="6694604" y="623744"/>
                  </a:lnTo>
                  <a:lnTo>
                    <a:pt x="6694604" y="618833"/>
                  </a:lnTo>
                  <a:lnTo>
                    <a:pt x="6694857" y="618833"/>
                  </a:lnTo>
                  <a:lnTo>
                    <a:pt x="6695740" y="618833"/>
                  </a:lnTo>
                  <a:lnTo>
                    <a:pt x="6695867" y="618833"/>
                  </a:lnTo>
                  <a:lnTo>
                    <a:pt x="6696498" y="618833"/>
                  </a:lnTo>
                  <a:lnTo>
                    <a:pt x="6696751" y="618833"/>
                  </a:lnTo>
                  <a:lnTo>
                    <a:pt x="6696877" y="618833"/>
                  </a:lnTo>
                  <a:lnTo>
                    <a:pt x="6697129" y="618833"/>
                  </a:lnTo>
                  <a:lnTo>
                    <a:pt x="6697256" y="618833"/>
                  </a:lnTo>
                  <a:lnTo>
                    <a:pt x="6697761" y="618833"/>
                  </a:lnTo>
                  <a:lnTo>
                    <a:pt x="6698518" y="618833"/>
                  </a:lnTo>
                  <a:lnTo>
                    <a:pt x="6698771" y="618833"/>
                  </a:lnTo>
                  <a:lnTo>
                    <a:pt x="6700664" y="618833"/>
                  </a:lnTo>
                  <a:lnTo>
                    <a:pt x="6701170" y="618833"/>
                  </a:lnTo>
                  <a:lnTo>
                    <a:pt x="6702053" y="618833"/>
                  </a:lnTo>
                  <a:lnTo>
                    <a:pt x="6702306" y="618833"/>
                  </a:lnTo>
                  <a:lnTo>
                    <a:pt x="6702558" y="618833"/>
                  </a:lnTo>
                  <a:lnTo>
                    <a:pt x="6702811" y="618833"/>
                  </a:lnTo>
                  <a:lnTo>
                    <a:pt x="6702937" y="618833"/>
                  </a:lnTo>
                  <a:lnTo>
                    <a:pt x="6703063" y="618833"/>
                  </a:lnTo>
                  <a:lnTo>
                    <a:pt x="6703442" y="618833"/>
                  </a:lnTo>
                  <a:lnTo>
                    <a:pt x="6703442" y="613921"/>
                  </a:lnTo>
                  <a:lnTo>
                    <a:pt x="6703821" y="613921"/>
                  </a:lnTo>
                  <a:lnTo>
                    <a:pt x="6704578" y="613921"/>
                  </a:lnTo>
                  <a:lnTo>
                    <a:pt x="6705083" y="613921"/>
                  </a:lnTo>
                  <a:lnTo>
                    <a:pt x="6705210" y="613921"/>
                  </a:lnTo>
                  <a:lnTo>
                    <a:pt x="6705462" y="613921"/>
                  </a:lnTo>
                  <a:lnTo>
                    <a:pt x="6706093" y="613921"/>
                  </a:lnTo>
                  <a:lnTo>
                    <a:pt x="6706725" y="613921"/>
                  </a:lnTo>
                  <a:lnTo>
                    <a:pt x="6707987" y="613921"/>
                  </a:lnTo>
                  <a:lnTo>
                    <a:pt x="6708114" y="613921"/>
                  </a:lnTo>
                  <a:lnTo>
                    <a:pt x="6708240" y="613921"/>
                  </a:lnTo>
                  <a:lnTo>
                    <a:pt x="6708366" y="613921"/>
                  </a:lnTo>
                  <a:lnTo>
                    <a:pt x="6709250" y="613921"/>
                  </a:lnTo>
                  <a:lnTo>
                    <a:pt x="6709502" y="613921"/>
                  </a:lnTo>
                  <a:lnTo>
                    <a:pt x="6710134" y="613921"/>
                  </a:lnTo>
                  <a:lnTo>
                    <a:pt x="6710260" y="613921"/>
                  </a:lnTo>
                  <a:lnTo>
                    <a:pt x="6710512" y="613921"/>
                  </a:lnTo>
                  <a:lnTo>
                    <a:pt x="6711270" y="613921"/>
                  </a:lnTo>
                  <a:lnTo>
                    <a:pt x="6711396" y="613921"/>
                  </a:lnTo>
                  <a:lnTo>
                    <a:pt x="6711649" y="613921"/>
                  </a:lnTo>
                  <a:lnTo>
                    <a:pt x="6712154" y="609010"/>
                  </a:lnTo>
                  <a:lnTo>
                    <a:pt x="6712659" y="609010"/>
                  </a:lnTo>
                  <a:lnTo>
                    <a:pt x="6712785" y="609010"/>
                  </a:lnTo>
                  <a:lnTo>
                    <a:pt x="6713416" y="609010"/>
                  </a:lnTo>
                  <a:lnTo>
                    <a:pt x="6713921" y="609010"/>
                  </a:lnTo>
                  <a:lnTo>
                    <a:pt x="6714426" y="609010"/>
                  </a:lnTo>
                  <a:lnTo>
                    <a:pt x="6714553" y="609010"/>
                  </a:lnTo>
                  <a:lnTo>
                    <a:pt x="6714679" y="609010"/>
                  </a:lnTo>
                  <a:lnTo>
                    <a:pt x="6715058" y="609010"/>
                  </a:lnTo>
                  <a:lnTo>
                    <a:pt x="6715310" y="609010"/>
                  </a:lnTo>
                  <a:lnTo>
                    <a:pt x="6715563" y="609010"/>
                  </a:lnTo>
                  <a:lnTo>
                    <a:pt x="6715815" y="609010"/>
                  </a:lnTo>
                  <a:lnTo>
                    <a:pt x="6715941" y="609010"/>
                  </a:lnTo>
                  <a:lnTo>
                    <a:pt x="6716952" y="609010"/>
                  </a:lnTo>
                  <a:lnTo>
                    <a:pt x="6717457" y="609010"/>
                  </a:lnTo>
                  <a:lnTo>
                    <a:pt x="6717583" y="609010"/>
                  </a:lnTo>
                  <a:lnTo>
                    <a:pt x="6717962" y="609010"/>
                  </a:lnTo>
                  <a:lnTo>
                    <a:pt x="6718340" y="609010"/>
                  </a:lnTo>
                  <a:lnTo>
                    <a:pt x="6718467" y="609010"/>
                  </a:lnTo>
                  <a:lnTo>
                    <a:pt x="6718593" y="609010"/>
                  </a:lnTo>
                  <a:lnTo>
                    <a:pt x="6718719" y="609010"/>
                  </a:lnTo>
                  <a:lnTo>
                    <a:pt x="6719224" y="609010"/>
                  </a:lnTo>
                  <a:lnTo>
                    <a:pt x="6719350" y="609010"/>
                  </a:lnTo>
                  <a:lnTo>
                    <a:pt x="6719477" y="609010"/>
                  </a:lnTo>
                  <a:lnTo>
                    <a:pt x="6719982" y="609010"/>
                  </a:lnTo>
                  <a:lnTo>
                    <a:pt x="6720487" y="609010"/>
                  </a:lnTo>
                  <a:lnTo>
                    <a:pt x="6720739" y="609010"/>
                  </a:lnTo>
                  <a:lnTo>
                    <a:pt x="6721118" y="609010"/>
                  </a:lnTo>
                  <a:lnTo>
                    <a:pt x="6721497" y="609010"/>
                  </a:lnTo>
                  <a:lnTo>
                    <a:pt x="6721623" y="609010"/>
                  </a:lnTo>
                  <a:lnTo>
                    <a:pt x="6722128" y="609010"/>
                  </a:lnTo>
                  <a:lnTo>
                    <a:pt x="6722128" y="604099"/>
                  </a:lnTo>
                  <a:lnTo>
                    <a:pt x="6722381" y="604099"/>
                  </a:lnTo>
                  <a:lnTo>
                    <a:pt x="6722507" y="604099"/>
                  </a:lnTo>
                  <a:lnTo>
                    <a:pt x="6722759" y="604099"/>
                  </a:lnTo>
                  <a:lnTo>
                    <a:pt x="6723896" y="604099"/>
                  </a:lnTo>
                  <a:lnTo>
                    <a:pt x="6724022" y="604099"/>
                  </a:lnTo>
                  <a:lnTo>
                    <a:pt x="6724148" y="604099"/>
                  </a:lnTo>
                  <a:lnTo>
                    <a:pt x="6724653" y="604099"/>
                  </a:lnTo>
                  <a:lnTo>
                    <a:pt x="6725158" y="599187"/>
                  </a:lnTo>
                  <a:lnTo>
                    <a:pt x="6725284" y="599187"/>
                  </a:lnTo>
                  <a:lnTo>
                    <a:pt x="6725663" y="599187"/>
                  </a:lnTo>
                  <a:lnTo>
                    <a:pt x="6725789" y="599187"/>
                  </a:lnTo>
                  <a:lnTo>
                    <a:pt x="6726673" y="589364"/>
                  </a:lnTo>
                  <a:lnTo>
                    <a:pt x="6727052" y="589364"/>
                  </a:lnTo>
                  <a:lnTo>
                    <a:pt x="6727178" y="589364"/>
                  </a:lnTo>
                  <a:lnTo>
                    <a:pt x="6727305" y="589364"/>
                  </a:lnTo>
                  <a:lnTo>
                    <a:pt x="6727936" y="589364"/>
                  </a:lnTo>
                  <a:lnTo>
                    <a:pt x="6728188" y="589364"/>
                  </a:lnTo>
                  <a:lnTo>
                    <a:pt x="6728441" y="589364"/>
                  </a:lnTo>
                  <a:lnTo>
                    <a:pt x="6728693" y="589364"/>
                  </a:lnTo>
                  <a:lnTo>
                    <a:pt x="6728820" y="589364"/>
                  </a:lnTo>
                  <a:lnTo>
                    <a:pt x="6728946" y="589364"/>
                  </a:lnTo>
                  <a:lnTo>
                    <a:pt x="6729325" y="589364"/>
                  </a:lnTo>
                  <a:lnTo>
                    <a:pt x="6729577" y="589364"/>
                  </a:lnTo>
                  <a:lnTo>
                    <a:pt x="6729703" y="589364"/>
                  </a:lnTo>
                  <a:lnTo>
                    <a:pt x="6730082" y="589364"/>
                  </a:lnTo>
                  <a:lnTo>
                    <a:pt x="6730208" y="589364"/>
                  </a:lnTo>
                  <a:lnTo>
                    <a:pt x="6730335" y="589364"/>
                  </a:lnTo>
                  <a:lnTo>
                    <a:pt x="6730840" y="589364"/>
                  </a:lnTo>
                  <a:lnTo>
                    <a:pt x="6731092" y="589364"/>
                  </a:lnTo>
                  <a:lnTo>
                    <a:pt x="6731092" y="584453"/>
                  </a:lnTo>
                  <a:lnTo>
                    <a:pt x="6731597" y="584453"/>
                  </a:lnTo>
                  <a:lnTo>
                    <a:pt x="6731723" y="584453"/>
                  </a:lnTo>
                  <a:lnTo>
                    <a:pt x="6731850" y="584453"/>
                  </a:lnTo>
                  <a:lnTo>
                    <a:pt x="6731976" y="584453"/>
                  </a:lnTo>
                  <a:lnTo>
                    <a:pt x="6732355" y="584453"/>
                  </a:lnTo>
                  <a:lnTo>
                    <a:pt x="6733744" y="584453"/>
                  </a:lnTo>
                  <a:lnTo>
                    <a:pt x="6733870" y="584453"/>
                  </a:lnTo>
                  <a:lnTo>
                    <a:pt x="6733996" y="584453"/>
                  </a:lnTo>
                  <a:lnTo>
                    <a:pt x="6734249" y="584453"/>
                  </a:lnTo>
                  <a:lnTo>
                    <a:pt x="6734375" y="584453"/>
                  </a:lnTo>
                  <a:lnTo>
                    <a:pt x="6734627" y="584453"/>
                  </a:lnTo>
                  <a:lnTo>
                    <a:pt x="6734880" y="584453"/>
                  </a:lnTo>
                  <a:lnTo>
                    <a:pt x="6735511" y="584453"/>
                  </a:lnTo>
                  <a:lnTo>
                    <a:pt x="6736521" y="584453"/>
                  </a:lnTo>
                  <a:lnTo>
                    <a:pt x="6736900" y="584453"/>
                  </a:lnTo>
                  <a:lnTo>
                    <a:pt x="6737026" y="584453"/>
                  </a:lnTo>
                  <a:lnTo>
                    <a:pt x="6737279" y="584453"/>
                  </a:lnTo>
                  <a:lnTo>
                    <a:pt x="6737405" y="584453"/>
                  </a:lnTo>
                  <a:lnTo>
                    <a:pt x="6737531" y="584453"/>
                  </a:lnTo>
                  <a:lnTo>
                    <a:pt x="6738541" y="584453"/>
                  </a:lnTo>
                  <a:lnTo>
                    <a:pt x="6738668" y="584453"/>
                  </a:lnTo>
                  <a:lnTo>
                    <a:pt x="6739173" y="584453"/>
                  </a:lnTo>
                  <a:lnTo>
                    <a:pt x="6739299" y="584453"/>
                  </a:lnTo>
                  <a:lnTo>
                    <a:pt x="6739551" y="584453"/>
                  </a:lnTo>
                  <a:lnTo>
                    <a:pt x="6739678" y="584453"/>
                  </a:lnTo>
                  <a:lnTo>
                    <a:pt x="6739804" y="584453"/>
                  </a:lnTo>
                  <a:lnTo>
                    <a:pt x="6739930" y="584453"/>
                  </a:lnTo>
                  <a:lnTo>
                    <a:pt x="6740435" y="584453"/>
                  </a:lnTo>
                  <a:lnTo>
                    <a:pt x="6740688" y="584453"/>
                  </a:lnTo>
                  <a:lnTo>
                    <a:pt x="6741066" y="584453"/>
                  </a:lnTo>
                  <a:lnTo>
                    <a:pt x="6741319" y="584453"/>
                  </a:lnTo>
                  <a:lnTo>
                    <a:pt x="6741698" y="584453"/>
                  </a:lnTo>
                  <a:lnTo>
                    <a:pt x="6742582" y="584453"/>
                  </a:lnTo>
                  <a:lnTo>
                    <a:pt x="6742708" y="584453"/>
                  </a:lnTo>
                  <a:lnTo>
                    <a:pt x="6742834" y="584453"/>
                  </a:lnTo>
                  <a:lnTo>
                    <a:pt x="6742960" y="584453"/>
                  </a:lnTo>
                  <a:lnTo>
                    <a:pt x="6743339" y="584453"/>
                  </a:lnTo>
                  <a:lnTo>
                    <a:pt x="6743592" y="584453"/>
                  </a:lnTo>
                  <a:lnTo>
                    <a:pt x="6744602" y="584453"/>
                  </a:lnTo>
                  <a:lnTo>
                    <a:pt x="6745359" y="584453"/>
                  </a:lnTo>
                  <a:lnTo>
                    <a:pt x="6745485" y="584453"/>
                  </a:lnTo>
                  <a:lnTo>
                    <a:pt x="6745990" y="584453"/>
                  </a:lnTo>
                  <a:lnTo>
                    <a:pt x="6746117" y="584453"/>
                  </a:lnTo>
                  <a:lnTo>
                    <a:pt x="6746369" y="584453"/>
                  </a:lnTo>
                  <a:lnTo>
                    <a:pt x="6747506" y="584453"/>
                  </a:lnTo>
                  <a:lnTo>
                    <a:pt x="6747632" y="584453"/>
                  </a:lnTo>
                  <a:lnTo>
                    <a:pt x="6747884" y="584453"/>
                  </a:lnTo>
                  <a:lnTo>
                    <a:pt x="6748137" y="584453"/>
                  </a:lnTo>
                  <a:lnTo>
                    <a:pt x="6748768" y="584453"/>
                  </a:lnTo>
                  <a:lnTo>
                    <a:pt x="6748894" y="584453"/>
                  </a:lnTo>
                  <a:lnTo>
                    <a:pt x="6749147" y="584453"/>
                  </a:lnTo>
                  <a:lnTo>
                    <a:pt x="6749526" y="584453"/>
                  </a:lnTo>
                  <a:lnTo>
                    <a:pt x="6749778" y="584453"/>
                  </a:lnTo>
                  <a:lnTo>
                    <a:pt x="6750031" y="579542"/>
                  </a:lnTo>
                  <a:lnTo>
                    <a:pt x="6750283" y="579542"/>
                  </a:lnTo>
                  <a:lnTo>
                    <a:pt x="6751041" y="579542"/>
                  </a:lnTo>
                  <a:lnTo>
                    <a:pt x="6751546" y="579542"/>
                  </a:lnTo>
                  <a:lnTo>
                    <a:pt x="6751798" y="579542"/>
                  </a:lnTo>
                  <a:lnTo>
                    <a:pt x="6752556" y="579542"/>
                  </a:lnTo>
                  <a:lnTo>
                    <a:pt x="6752682" y="579542"/>
                  </a:lnTo>
                  <a:lnTo>
                    <a:pt x="6752935" y="579542"/>
                  </a:lnTo>
                  <a:lnTo>
                    <a:pt x="6753566" y="579542"/>
                  </a:lnTo>
                  <a:lnTo>
                    <a:pt x="6753566" y="574630"/>
                  </a:lnTo>
                  <a:lnTo>
                    <a:pt x="6754197" y="574630"/>
                  </a:lnTo>
                  <a:lnTo>
                    <a:pt x="6754702" y="574630"/>
                  </a:lnTo>
                  <a:lnTo>
                    <a:pt x="6755081" y="574630"/>
                  </a:lnTo>
                  <a:lnTo>
                    <a:pt x="6755333" y="574630"/>
                  </a:lnTo>
                  <a:lnTo>
                    <a:pt x="6756596" y="574630"/>
                  </a:lnTo>
                  <a:lnTo>
                    <a:pt x="6757227" y="574630"/>
                  </a:lnTo>
                  <a:lnTo>
                    <a:pt x="6757859" y="574630"/>
                  </a:lnTo>
                  <a:lnTo>
                    <a:pt x="6758111" y="574630"/>
                  </a:lnTo>
                  <a:lnTo>
                    <a:pt x="6758995" y="574630"/>
                  </a:lnTo>
                  <a:lnTo>
                    <a:pt x="6759247" y="574630"/>
                  </a:lnTo>
                  <a:lnTo>
                    <a:pt x="6759626" y="574630"/>
                  </a:lnTo>
                  <a:lnTo>
                    <a:pt x="6759752" y="574630"/>
                  </a:lnTo>
                  <a:lnTo>
                    <a:pt x="6760257" y="574630"/>
                  </a:lnTo>
                  <a:lnTo>
                    <a:pt x="6760384" y="574630"/>
                  </a:lnTo>
                  <a:lnTo>
                    <a:pt x="6760510" y="574630"/>
                  </a:lnTo>
                  <a:lnTo>
                    <a:pt x="6760889" y="574630"/>
                  </a:lnTo>
                  <a:lnTo>
                    <a:pt x="6761394" y="574630"/>
                  </a:lnTo>
                  <a:lnTo>
                    <a:pt x="6762025" y="574630"/>
                  </a:lnTo>
                  <a:lnTo>
                    <a:pt x="6762530" y="574630"/>
                  </a:lnTo>
                  <a:lnTo>
                    <a:pt x="6762782" y="574630"/>
                  </a:lnTo>
                  <a:lnTo>
                    <a:pt x="6763540" y="574630"/>
                  </a:lnTo>
                  <a:lnTo>
                    <a:pt x="6763666" y="574630"/>
                  </a:lnTo>
                  <a:lnTo>
                    <a:pt x="6763793" y="574630"/>
                  </a:lnTo>
                  <a:lnTo>
                    <a:pt x="6764171" y="574630"/>
                  </a:lnTo>
                  <a:lnTo>
                    <a:pt x="6764676" y="574630"/>
                  </a:lnTo>
                  <a:lnTo>
                    <a:pt x="6764803" y="574630"/>
                  </a:lnTo>
                  <a:lnTo>
                    <a:pt x="6764929" y="574630"/>
                  </a:lnTo>
                  <a:lnTo>
                    <a:pt x="6765686" y="574630"/>
                  </a:lnTo>
                  <a:lnTo>
                    <a:pt x="6765813" y="574630"/>
                  </a:lnTo>
                  <a:lnTo>
                    <a:pt x="6768590" y="574630"/>
                  </a:lnTo>
                  <a:lnTo>
                    <a:pt x="6768717" y="574630"/>
                  </a:lnTo>
                  <a:lnTo>
                    <a:pt x="6769474" y="574630"/>
                  </a:lnTo>
                  <a:lnTo>
                    <a:pt x="6769600" y="574630"/>
                  </a:lnTo>
                  <a:lnTo>
                    <a:pt x="6769853" y="574630"/>
                  </a:lnTo>
                  <a:lnTo>
                    <a:pt x="6770610" y="574630"/>
                  </a:lnTo>
                  <a:lnTo>
                    <a:pt x="6770737" y="574630"/>
                  </a:lnTo>
                  <a:lnTo>
                    <a:pt x="6770989" y="574630"/>
                  </a:lnTo>
                  <a:lnTo>
                    <a:pt x="6771242" y="574630"/>
                  </a:lnTo>
                  <a:lnTo>
                    <a:pt x="6771747" y="574630"/>
                  </a:lnTo>
                  <a:lnTo>
                    <a:pt x="6771999" y="574630"/>
                  </a:lnTo>
                  <a:lnTo>
                    <a:pt x="6772252" y="574630"/>
                  </a:lnTo>
                  <a:lnTo>
                    <a:pt x="6772504" y="574630"/>
                  </a:lnTo>
                  <a:lnTo>
                    <a:pt x="6772630" y="574630"/>
                  </a:lnTo>
                  <a:lnTo>
                    <a:pt x="6773009" y="574630"/>
                  </a:lnTo>
                  <a:lnTo>
                    <a:pt x="6773136" y="574630"/>
                  </a:lnTo>
                  <a:lnTo>
                    <a:pt x="6773262" y="574630"/>
                  </a:lnTo>
                  <a:lnTo>
                    <a:pt x="6773767" y="574630"/>
                  </a:lnTo>
                  <a:lnTo>
                    <a:pt x="6774019" y="574630"/>
                  </a:lnTo>
                  <a:lnTo>
                    <a:pt x="6774146" y="574630"/>
                  </a:lnTo>
                  <a:lnTo>
                    <a:pt x="6774398" y="574630"/>
                  </a:lnTo>
                  <a:lnTo>
                    <a:pt x="6774524" y="574630"/>
                  </a:lnTo>
                  <a:lnTo>
                    <a:pt x="6774777" y="574630"/>
                  </a:lnTo>
                  <a:lnTo>
                    <a:pt x="6774903" y="574630"/>
                  </a:lnTo>
                  <a:lnTo>
                    <a:pt x="6775156" y="574630"/>
                  </a:lnTo>
                  <a:lnTo>
                    <a:pt x="6776292" y="574630"/>
                  </a:lnTo>
                  <a:lnTo>
                    <a:pt x="6777681" y="574630"/>
                  </a:lnTo>
                  <a:lnTo>
                    <a:pt x="6777807" y="574630"/>
                  </a:lnTo>
                  <a:lnTo>
                    <a:pt x="6778186" y="574630"/>
                  </a:lnTo>
                  <a:lnTo>
                    <a:pt x="6778943" y="569719"/>
                  </a:lnTo>
                  <a:lnTo>
                    <a:pt x="6779070" y="569719"/>
                  </a:lnTo>
                  <a:lnTo>
                    <a:pt x="6779196" y="569719"/>
                  </a:lnTo>
                  <a:lnTo>
                    <a:pt x="6779827" y="569719"/>
                  </a:lnTo>
                  <a:lnTo>
                    <a:pt x="6780080" y="569719"/>
                  </a:lnTo>
                  <a:lnTo>
                    <a:pt x="6780206" y="569719"/>
                  </a:lnTo>
                  <a:lnTo>
                    <a:pt x="6780585" y="569719"/>
                  </a:lnTo>
                  <a:lnTo>
                    <a:pt x="6780837" y="569719"/>
                  </a:lnTo>
                  <a:lnTo>
                    <a:pt x="6780963" y="569719"/>
                  </a:lnTo>
                  <a:lnTo>
                    <a:pt x="6781216" y="569719"/>
                  </a:lnTo>
                  <a:lnTo>
                    <a:pt x="6781721" y="569719"/>
                  </a:lnTo>
                  <a:lnTo>
                    <a:pt x="6782100" y="569719"/>
                  </a:lnTo>
                  <a:lnTo>
                    <a:pt x="6782226" y="569719"/>
                  </a:lnTo>
                  <a:lnTo>
                    <a:pt x="6782352" y="569719"/>
                  </a:lnTo>
                  <a:lnTo>
                    <a:pt x="6782983" y="569719"/>
                  </a:lnTo>
                  <a:lnTo>
                    <a:pt x="6783236" y="569719"/>
                  </a:lnTo>
                  <a:lnTo>
                    <a:pt x="6783741" y="569719"/>
                  </a:lnTo>
                  <a:lnTo>
                    <a:pt x="6784372" y="569719"/>
                  </a:lnTo>
                  <a:lnTo>
                    <a:pt x="6784625" y="569719"/>
                  </a:lnTo>
                  <a:lnTo>
                    <a:pt x="6784751" y="569719"/>
                  </a:lnTo>
                  <a:lnTo>
                    <a:pt x="6784877" y="569719"/>
                  </a:lnTo>
                  <a:lnTo>
                    <a:pt x="6785004" y="569719"/>
                  </a:lnTo>
                  <a:lnTo>
                    <a:pt x="6785382" y="569719"/>
                  </a:lnTo>
                  <a:lnTo>
                    <a:pt x="6786392" y="569719"/>
                  </a:lnTo>
                  <a:lnTo>
                    <a:pt x="6786897" y="569719"/>
                  </a:lnTo>
                  <a:lnTo>
                    <a:pt x="6787150" y="569719"/>
                  </a:lnTo>
                  <a:lnTo>
                    <a:pt x="6787529" y="569719"/>
                  </a:lnTo>
                  <a:lnTo>
                    <a:pt x="6787907" y="569719"/>
                  </a:lnTo>
                  <a:lnTo>
                    <a:pt x="6788034" y="569719"/>
                  </a:lnTo>
                  <a:lnTo>
                    <a:pt x="6788918" y="569719"/>
                  </a:lnTo>
                  <a:lnTo>
                    <a:pt x="6789675" y="569719"/>
                  </a:lnTo>
                  <a:lnTo>
                    <a:pt x="6789801" y="569719"/>
                  </a:lnTo>
                  <a:lnTo>
                    <a:pt x="6790306" y="569719"/>
                  </a:lnTo>
                  <a:lnTo>
                    <a:pt x="6790433" y="569719"/>
                  </a:lnTo>
                  <a:lnTo>
                    <a:pt x="6790685" y="569719"/>
                  </a:lnTo>
                  <a:lnTo>
                    <a:pt x="6790811" y="569719"/>
                  </a:lnTo>
                  <a:lnTo>
                    <a:pt x="6791316" y="569719"/>
                  </a:lnTo>
                  <a:lnTo>
                    <a:pt x="6791569" y="569719"/>
                  </a:lnTo>
                  <a:lnTo>
                    <a:pt x="6791695" y="569719"/>
                  </a:lnTo>
                  <a:lnTo>
                    <a:pt x="6791821" y="569719"/>
                  </a:lnTo>
                  <a:lnTo>
                    <a:pt x="6791948" y="569719"/>
                  </a:lnTo>
                  <a:lnTo>
                    <a:pt x="6792200" y="569719"/>
                  </a:lnTo>
                  <a:lnTo>
                    <a:pt x="6792579" y="569719"/>
                  </a:lnTo>
                  <a:lnTo>
                    <a:pt x="6792831" y="569719"/>
                  </a:lnTo>
                  <a:lnTo>
                    <a:pt x="6792958" y="569719"/>
                  </a:lnTo>
                  <a:lnTo>
                    <a:pt x="6793589" y="569719"/>
                  </a:lnTo>
                  <a:lnTo>
                    <a:pt x="6794978" y="569719"/>
                  </a:lnTo>
                  <a:lnTo>
                    <a:pt x="6795230" y="569719"/>
                  </a:lnTo>
                  <a:lnTo>
                    <a:pt x="6795609" y="569719"/>
                  </a:lnTo>
                  <a:lnTo>
                    <a:pt x="6795735" y="569719"/>
                  </a:lnTo>
                  <a:lnTo>
                    <a:pt x="6795862" y="569719"/>
                  </a:lnTo>
                  <a:lnTo>
                    <a:pt x="6796240" y="569719"/>
                  </a:lnTo>
                  <a:lnTo>
                    <a:pt x="6796367" y="569719"/>
                  </a:lnTo>
                  <a:lnTo>
                    <a:pt x="6797377" y="569719"/>
                  </a:lnTo>
                  <a:lnTo>
                    <a:pt x="6797503" y="569719"/>
                  </a:lnTo>
                  <a:lnTo>
                    <a:pt x="6797755" y="569719"/>
                  </a:lnTo>
                  <a:lnTo>
                    <a:pt x="6798008" y="569719"/>
                  </a:lnTo>
                  <a:lnTo>
                    <a:pt x="6798134" y="569719"/>
                  </a:lnTo>
                  <a:lnTo>
                    <a:pt x="6798513" y="569719"/>
                  </a:lnTo>
                  <a:lnTo>
                    <a:pt x="6798765" y="569719"/>
                  </a:lnTo>
                  <a:lnTo>
                    <a:pt x="6798892" y="569719"/>
                  </a:lnTo>
                  <a:lnTo>
                    <a:pt x="6799523" y="569719"/>
                  </a:lnTo>
                  <a:lnTo>
                    <a:pt x="6800407" y="569719"/>
                  </a:lnTo>
                  <a:lnTo>
                    <a:pt x="6800533" y="569719"/>
                  </a:lnTo>
                  <a:lnTo>
                    <a:pt x="6801038" y="569719"/>
                  </a:lnTo>
                  <a:lnTo>
                    <a:pt x="6801417" y="569719"/>
                  </a:lnTo>
                  <a:lnTo>
                    <a:pt x="6802048" y="569719"/>
                  </a:lnTo>
                  <a:lnTo>
                    <a:pt x="6802301" y="569719"/>
                  </a:lnTo>
                  <a:lnTo>
                    <a:pt x="6802679" y="569719"/>
                  </a:lnTo>
                  <a:lnTo>
                    <a:pt x="6802806" y="569719"/>
                  </a:lnTo>
                  <a:lnTo>
                    <a:pt x="6802932" y="569719"/>
                  </a:lnTo>
                  <a:lnTo>
                    <a:pt x="6803184" y="569719"/>
                  </a:lnTo>
                  <a:lnTo>
                    <a:pt x="6803311" y="569719"/>
                  </a:lnTo>
                  <a:lnTo>
                    <a:pt x="6803311" y="564808"/>
                  </a:lnTo>
                  <a:lnTo>
                    <a:pt x="6803437" y="564808"/>
                  </a:lnTo>
                  <a:lnTo>
                    <a:pt x="6804952" y="564808"/>
                  </a:lnTo>
                  <a:lnTo>
                    <a:pt x="6805078" y="564808"/>
                  </a:lnTo>
                  <a:lnTo>
                    <a:pt x="6805205" y="564808"/>
                  </a:lnTo>
                  <a:lnTo>
                    <a:pt x="6805836" y="564808"/>
                  </a:lnTo>
                  <a:lnTo>
                    <a:pt x="6805962" y="564808"/>
                  </a:lnTo>
                  <a:lnTo>
                    <a:pt x="6806088" y="564808"/>
                  </a:lnTo>
                  <a:lnTo>
                    <a:pt x="6806341" y="564808"/>
                  </a:lnTo>
                  <a:lnTo>
                    <a:pt x="6806467" y="564808"/>
                  </a:lnTo>
                  <a:lnTo>
                    <a:pt x="6806972" y="564808"/>
                  </a:lnTo>
                  <a:lnTo>
                    <a:pt x="6807477" y="564808"/>
                  </a:lnTo>
                  <a:lnTo>
                    <a:pt x="6807856" y="564808"/>
                  </a:lnTo>
                  <a:lnTo>
                    <a:pt x="6807982" y="564808"/>
                  </a:lnTo>
                  <a:lnTo>
                    <a:pt x="6808235" y="564808"/>
                  </a:lnTo>
                  <a:lnTo>
                    <a:pt x="6808740" y="564808"/>
                  </a:lnTo>
                  <a:lnTo>
                    <a:pt x="6808866" y="564808"/>
                  </a:lnTo>
                  <a:lnTo>
                    <a:pt x="6808992" y="564808"/>
                  </a:lnTo>
                  <a:lnTo>
                    <a:pt x="6809245" y="564808"/>
                  </a:lnTo>
                  <a:lnTo>
                    <a:pt x="6809371" y="564808"/>
                  </a:lnTo>
                  <a:lnTo>
                    <a:pt x="6809624" y="564808"/>
                  </a:lnTo>
                  <a:lnTo>
                    <a:pt x="6809750" y="564808"/>
                  </a:lnTo>
                  <a:lnTo>
                    <a:pt x="6809876" y="564808"/>
                  </a:lnTo>
                  <a:lnTo>
                    <a:pt x="6810255" y="564808"/>
                  </a:lnTo>
                  <a:lnTo>
                    <a:pt x="6810760" y="564808"/>
                  </a:lnTo>
                  <a:lnTo>
                    <a:pt x="6811012" y="564808"/>
                  </a:lnTo>
                  <a:lnTo>
                    <a:pt x="6811139" y="564808"/>
                  </a:lnTo>
                  <a:lnTo>
                    <a:pt x="6811391" y="564808"/>
                  </a:lnTo>
                  <a:lnTo>
                    <a:pt x="6811517" y="564808"/>
                  </a:lnTo>
                  <a:lnTo>
                    <a:pt x="6812149" y="564808"/>
                  </a:lnTo>
                  <a:lnTo>
                    <a:pt x="6812275" y="564808"/>
                  </a:lnTo>
                  <a:lnTo>
                    <a:pt x="6812780" y="564808"/>
                  </a:lnTo>
                  <a:lnTo>
                    <a:pt x="6813159" y="564808"/>
                  </a:lnTo>
                  <a:lnTo>
                    <a:pt x="6813537" y="564808"/>
                  </a:lnTo>
                  <a:lnTo>
                    <a:pt x="6813664" y="564808"/>
                  </a:lnTo>
                  <a:lnTo>
                    <a:pt x="6813790" y="564808"/>
                  </a:lnTo>
                  <a:lnTo>
                    <a:pt x="6814169" y="564808"/>
                  </a:lnTo>
                  <a:lnTo>
                    <a:pt x="6814295" y="564808"/>
                  </a:lnTo>
                  <a:lnTo>
                    <a:pt x="6814421" y="564808"/>
                  </a:lnTo>
                  <a:lnTo>
                    <a:pt x="6814674" y="564808"/>
                  </a:lnTo>
                  <a:lnTo>
                    <a:pt x="6815558" y="564808"/>
                  </a:lnTo>
                  <a:lnTo>
                    <a:pt x="6816189" y="564808"/>
                  </a:lnTo>
                  <a:lnTo>
                    <a:pt x="6816694" y="564808"/>
                  </a:lnTo>
                  <a:lnTo>
                    <a:pt x="6816946" y="564808"/>
                  </a:lnTo>
                  <a:lnTo>
                    <a:pt x="6817704" y="564808"/>
                  </a:lnTo>
                  <a:lnTo>
                    <a:pt x="6818083" y="564808"/>
                  </a:lnTo>
                  <a:lnTo>
                    <a:pt x="6818588" y="564808"/>
                  </a:lnTo>
                  <a:lnTo>
                    <a:pt x="6818714" y="564808"/>
                  </a:lnTo>
                  <a:lnTo>
                    <a:pt x="6819093" y="564808"/>
                  </a:lnTo>
                  <a:lnTo>
                    <a:pt x="6819471" y="564808"/>
                  </a:lnTo>
                  <a:lnTo>
                    <a:pt x="6820482" y="564808"/>
                  </a:lnTo>
                  <a:lnTo>
                    <a:pt x="6822249" y="564808"/>
                  </a:lnTo>
                  <a:lnTo>
                    <a:pt x="6822628" y="564808"/>
                  </a:lnTo>
                  <a:lnTo>
                    <a:pt x="6822754" y="564808"/>
                  </a:lnTo>
                  <a:lnTo>
                    <a:pt x="6823638" y="564808"/>
                  </a:lnTo>
                  <a:lnTo>
                    <a:pt x="6824522" y="564808"/>
                  </a:lnTo>
                  <a:lnTo>
                    <a:pt x="6824774" y="564808"/>
                  </a:lnTo>
                  <a:lnTo>
                    <a:pt x="6825279" y="564808"/>
                  </a:lnTo>
                  <a:lnTo>
                    <a:pt x="6825532" y="564808"/>
                  </a:lnTo>
                  <a:lnTo>
                    <a:pt x="6826037" y="564808"/>
                  </a:lnTo>
                  <a:lnTo>
                    <a:pt x="6826163" y="564808"/>
                  </a:lnTo>
                  <a:lnTo>
                    <a:pt x="6826289" y="564808"/>
                  </a:lnTo>
                  <a:lnTo>
                    <a:pt x="6826668" y="564808"/>
                  </a:lnTo>
                  <a:lnTo>
                    <a:pt x="6826794" y="564808"/>
                  </a:lnTo>
                  <a:lnTo>
                    <a:pt x="6826921" y="564808"/>
                  </a:lnTo>
                  <a:lnTo>
                    <a:pt x="6827047" y="564808"/>
                  </a:lnTo>
                  <a:lnTo>
                    <a:pt x="6827552" y="564808"/>
                  </a:lnTo>
                  <a:lnTo>
                    <a:pt x="6827931" y="564808"/>
                  </a:lnTo>
                  <a:lnTo>
                    <a:pt x="6828688" y="564808"/>
                  </a:lnTo>
                  <a:lnTo>
                    <a:pt x="6828688" y="559896"/>
                  </a:lnTo>
                  <a:lnTo>
                    <a:pt x="6828814" y="559896"/>
                  </a:lnTo>
                  <a:lnTo>
                    <a:pt x="6829446" y="559896"/>
                  </a:lnTo>
                  <a:lnTo>
                    <a:pt x="6829572" y="559896"/>
                  </a:lnTo>
                  <a:lnTo>
                    <a:pt x="6829951" y="559896"/>
                  </a:lnTo>
                  <a:lnTo>
                    <a:pt x="6830582" y="559896"/>
                  </a:lnTo>
                  <a:lnTo>
                    <a:pt x="6831213" y="559896"/>
                  </a:lnTo>
                  <a:lnTo>
                    <a:pt x="6831340" y="559896"/>
                  </a:lnTo>
                  <a:lnTo>
                    <a:pt x="6832350" y="559896"/>
                  </a:lnTo>
                  <a:lnTo>
                    <a:pt x="6832476" y="559896"/>
                  </a:lnTo>
                  <a:lnTo>
                    <a:pt x="6832981" y="559896"/>
                  </a:lnTo>
                  <a:lnTo>
                    <a:pt x="6833991" y="554985"/>
                  </a:lnTo>
                  <a:lnTo>
                    <a:pt x="6834243" y="554985"/>
                  </a:lnTo>
                  <a:lnTo>
                    <a:pt x="6834496" y="554985"/>
                  </a:lnTo>
                  <a:lnTo>
                    <a:pt x="6834875" y="554985"/>
                  </a:lnTo>
                  <a:lnTo>
                    <a:pt x="6835001" y="554985"/>
                  </a:lnTo>
                  <a:lnTo>
                    <a:pt x="6835127" y="554985"/>
                  </a:lnTo>
                  <a:lnTo>
                    <a:pt x="6836011" y="554985"/>
                  </a:lnTo>
                  <a:lnTo>
                    <a:pt x="6836137" y="554985"/>
                  </a:lnTo>
                  <a:lnTo>
                    <a:pt x="6836390" y="554985"/>
                  </a:lnTo>
                  <a:lnTo>
                    <a:pt x="6836516" y="554985"/>
                  </a:lnTo>
                  <a:lnTo>
                    <a:pt x="6836642" y="554985"/>
                  </a:lnTo>
                  <a:lnTo>
                    <a:pt x="6836769" y="554985"/>
                  </a:lnTo>
                  <a:lnTo>
                    <a:pt x="6836895" y="554985"/>
                  </a:lnTo>
                  <a:lnTo>
                    <a:pt x="6837021" y="554985"/>
                  </a:lnTo>
                  <a:lnTo>
                    <a:pt x="6837400" y="554985"/>
                  </a:lnTo>
                  <a:lnTo>
                    <a:pt x="6837652" y="554985"/>
                  </a:lnTo>
                  <a:lnTo>
                    <a:pt x="6837779" y="554985"/>
                  </a:lnTo>
                  <a:lnTo>
                    <a:pt x="6837905" y="554985"/>
                  </a:lnTo>
                  <a:lnTo>
                    <a:pt x="6838410" y="554985"/>
                  </a:lnTo>
                  <a:lnTo>
                    <a:pt x="6838536" y="554985"/>
                  </a:lnTo>
                  <a:lnTo>
                    <a:pt x="6838789" y="554985"/>
                  </a:lnTo>
                  <a:lnTo>
                    <a:pt x="6840051" y="554985"/>
                  </a:lnTo>
                  <a:lnTo>
                    <a:pt x="6840935" y="554985"/>
                  </a:lnTo>
                  <a:lnTo>
                    <a:pt x="6841566" y="554985"/>
                  </a:lnTo>
                  <a:lnTo>
                    <a:pt x="6841566" y="550073"/>
                  </a:lnTo>
                  <a:lnTo>
                    <a:pt x="6841693" y="550073"/>
                  </a:lnTo>
                  <a:lnTo>
                    <a:pt x="6841945" y="550073"/>
                  </a:lnTo>
                  <a:lnTo>
                    <a:pt x="6842324" y="550073"/>
                  </a:lnTo>
                  <a:lnTo>
                    <a:pt x="6842576" y="550073"/>
                  </a:lnTo>
                  <a:lnTo>
                    <a:pt x="6842829" y="550073"/>
                  </a:lnTo>
                  <a:lnTo>
                    <a:pt x="6842955" y="550073"/>
                  </a:lnTo>
                  <a:lnTo>
                    <a:pt x="6843208" y="550073"/>
                  </a:lnTo>
                  <a:lnTo>
                    <a:pt x="6843334" y="550073"/>
                  </a:lnTo>
                  <a:lnTo>
                    <a:pt x="6843460" y="550073"/>
                  </a:lnTo>
                  <a:lnTo>
                    <a:pt x="6844091" y="550073"/>
                  </a:lnTo>
                  <a:lnTo>
                    <a:pt x="6844218" y="550073"/>
                  </a:lnTo>
                  <a:lnTo>
                    <a:pt x="6844596" y="550073"/>
                  </a:lnTo>
                  <a:lnTo>
                    <a:pt x="6847627" y="540251"/>
                  </a:lnTo>
                  <a:lnTo>
                    <a:pt x="6847879" y="540251"/>
                  </a:lnTo>
                  <a:lnTo>
                    <a:pt x="6848510" y="540251"/>
                  </a:lnTo>
                  <a:lnTo>
                    <a:pt x="6848889" y="540251"/>
                  </a:lnTo>
                  <a:lnTo>
                    <a:pt x="6849015" y="540251"/>
                  </a:lnTo>
                  <a:lnTo>
                    <a:pt x="6849142" y="540251"/>
                  </a:lnTo>
                  <a:lnTo>
                    <a:pt x="6849394" y="540251"/>
                  </a:lnTo>
                  <a:lnTo>
                    <a:pt x="6849520" y="540251"/>
                  </a:lnTo>
                  <a:lnTo>
                    <a:pt x="6849647" y="540251"/>
                  </a:lnTo>
                  <a:lnTo>
                    <a:pt x="6849773" y="540251"/>
                  </a:lnTo>
                  <a:lnTo>
                    <a:pt x="6850278" y="540251"/>
                  </a:lnTo>
                  <a:lnTo>
                    <a:pt x="6850404" y="540251"/>
                  </a:lnTo>
                  <a:lnTo>
                    <a:pt x="6850657" y="540251"/>
                  </a:lnTo>
                  <a:lnTo>
                    <a:pt x="6850783" y="540251"/>
                  </a:lnTo>
                  <a:lnTo>
                    <a:pt x="6850909" y="540251"/>
                  </a:lnTo>
                  <a:lnTo>
                    <a:pt x="6851919" y="540251"/>
                  </a:lnTo>
                  <a:lnTo>
                    <a:pt x="6852172" y="540251"/>
                  </a:lnTo>
                  <a:lnTo>
                    <a:pt x="6852551" y="540251"/>
                  </a:lnTo>
                  <a:lnTo>
                    <a:pt x="6853687" y="540251"/>
                  </a:lnTo>
                  <a:lnTo>
                    <a:pt x="6854318" y="540251"/>
                  </a:lnTo>
                  <a:lnTo>
                    <a:pt x="6854444" y="540251"/>
                  </a:lnTo>
                  <a:lnTo>
                    <a:pt x="6854823" y="540251"/>
                  </a:lnTo>
                  <a:lnTo>
                    <a:pt x="6855202" y="540251"/>
                  </a:lnTo>
                  <a:lnTo>
                    <a:pt x="6855581" y="540251"/>
                  </a:lnTo>
                  <a:lnTo>
                    <a:pt x="6855960" y="540251"/>
                  </a:lnTo>
                  <a:lnTo>
                    <a:pt x="6856086" y="540251"/>
                  </a:lnTo>
                  <a:lnTo>
                    <a:pt x="6856212" y="540251"/>
                  </a:lnTo>
                  <a:lnTo>
                    <a:pt x="6856591" y="540251"/>
                  </a:lnTo>
                  <a:lnTo>
                    <a:pt x="6856843" y="540251"/>
                  </a:lnTo>
                  <a:lnTo>
                    <a:pt x="6857980" y="540251"/>
                  </a:lnTo>
                  <a:lnTo>
                    <a:pt x="6858106" y="540251"/>
                  </a:lnTo>
                  <a:lnTo>
                    <a:pt x="6858232" y="540251"/>
                  </a:lnTo>
                  <a:lnTo>
                    <a:pt x="6858358" y="540251"/>
                  </a:lnTo>
                  <a:lnTo>
                    <a:pt x="6858863" y="540251"/>
                  </a:lnTo>
                  <a:lnTo>
                    <a:pt x="6859116" y="540251"/>
                  </a:lnTo>
                  <a:lnTo>
                    <a:pt x="6859242" y="540251"/>
                  </a:lnTo>
                  <a:lnTo>
                    <a:pt x="6860631" y="540251"/>
                  </a:lnTo>
                  <a:lnTo>
                    <a:pt x="6860757" y="540251"/>
                  </a:lnTo>
                  <a:lnTo>
                    <a:pt x="6860884" y="540251"/>
                  </a:lnTo>
                  <a:lnTo>
                    <a:pt x="6861010" y="540251"/>
                  </a:lnTo>
                  <a:lnTo>
                    <a:pt x="6861515" y="540251"/>
                  </a:lnTo>
                  <a:lnTo>
                    <a:pt x="6861894" y="540251"/>
                  </a:lnTo>
                  <a:lnTo>
                    <a:pt x="6862146" y="540251"/>
                  </a:lnTo>
                  <a:lnTo>
                    <a:pt x="6862272" y="540251"/>
                  </a:lnTo>
                  <a:lnTo>
                    <a:pt x="6862399" y="540251"/>
                  </a:lnTo>
                  <a:lnTo>
                    <a:pt x="6862777" y="540251"/>
                  </a:lnTo>
                  <a:lnTo>
                    <a:pt x="6862904" y="540251"/>
                  </a:lnTo>
                  <a:lnTo>
                    <a:pt x="6863030" y="540251"/>
                  </a:lnTo>
                  <a:lnTo>
                    <a:pt x="6863914" y="535339"/>
                  </a:lnTo>
                  <a:lnTo>
                    <a:pt x="6864040" y="535339"/>
                  </a:lnTo>
                  <a:lnTo>
                    <a:pt x="6864166" y="535339"/>
                  </a:lnTo>
                  <a:lnTo>
                    <a:pt x="6864292" y="535339"/>
                  </a:lnTo>
                  <a:lnTo>
                    <a:pt x="6864419" y="535339"/>
                  </a:lnTo>
                  <a:lnTo>
                    <a:pt x="6864545" y="535339"/>
                  </a:lnTo>
                  <a:lnTo>
                    <a:pt x="6865555" y="535339"/>
                  </a:lnTo>
                  <a:lnTo>
                    <a:pt x="6865681" y="535339"/>
                  </a:lnTo>
                  <a:lnTo>
                    <a:pt x="6865807" y="535339"/>
                  </a:lnTo>
                  <a:lnTo>
                    <a:pt x="6865934" y="535339"/>
                  </a:lnTo>
                  <a:lnTo>
                    <a:pt x="6866060" y="535339"/>
                  </a:lnTo>
                  <a:lnTo>
                    <a:pt x="6866186" y="535339"/>
                  </a:lnTo>
                  <a:lnTo>
                    <a:pt x="6866313" y="535339"/>
                  </a:lnTo>
                  <a:lnTo>
                    <a:pt x="6866439" y="535339"/>
                  </a:lnTo>
                  <a:lnTo>
                    <a:pt x="6866818" y="535339"/>
                  </a:lnTo>
                  <a:lnTo>
                    <a:pt x="6866944" y="535339"/>
                  </a:lnTo>
                  <a:lnTo>
                    <a:pt x="6867070" y="535339"/>
                  </a:lnTo>
                  <a:lnTo>
                    <a:pt x="6867575" y="535339"/>
                  </a:lnTo>
                  <a:lnTo>
                    <a:pt x="6868080" y="535339"/>
                  </a:lnTo>
                  <a:lnTo>
                    <a:pt x="6868206" y="535339"/>
                  </a:lnTo>
                  <a:lnTo>
                    <a:pt x="6868333" y="535339"/>
                  </a:lnTo>
                  <a:lnTo>
                    <a:pt x="6868459" y="535339"/>
                  </a:lnTo>
                  <a:lnTo>
                    <a:pt x="6868711" y="535339"/>
                  </a:lnTo>
                  <a:lnTo>
                    <a:pt x="6868964" y="535339"/>
                  </a:lnTo>
                  <a:lnTo>
                    <a:pt x="6869469" y="535339"/>
                  </a:lnTo>
                  <a:lnTo>
                    <a:pt x="6869595" y="535339"/>
                  </a:lnTo>
                  <a:lnTo>
                    <a:pt x="6870226" y="535339"/>
                  </a:lnTo>
                  <a:lnTo>
                    <a:pt x="6870605" y="535339"/>
                  </a:lnTo>
                  <a:lnTo>
                    <a:pt x="6870731" y="535339"/>
                  </a:lnTo>
                  <a:lnTo>
                    <a:pt x="6870858" y="535339"/>
                  </a:lnTo>
                  <a:lnTo>
                    <a:pt x="6871110" y="535339"/>
                  </a:lnTo>
                  <a:lnTo>
                    <a:pt x="6871363" y="535339"/>
                  </a:lnTo>
                  <a:lnTo>
                    <a:pt x="6871615" y="535339"/>
                  </a:lnTo>
                  <a:lnTo>
                    <a:pt x="6871742" y="535339"/>
                  </a:lnTo>
                  <a:lnTo>
                    <a:pt x="6871868" y="535339"/>
                  </a:lnTo>
                  <a:lnTo>
                    <a:pt x="6872752" y="535339"/>
                  </a:lnTo>
                  <a:lnTo>
                    <a:pt x="6872878" y="535339"/>
                  </a:lnTo>
                  <a:lnTo>
                    <a:pt x="6873004" y="535339"/>
                  </a:lnTo>
                  <a:lnTo>
                    <a:pt x="6873257" y="535339"/>
                  </a:lnTo>
                  <a:lnTo>
                    <a:pt x="6873888" y="535339"/>
                  </a:lnTo>
                  <a:lnTo>
                    <a:pt x="6874014" y="535339"/>
                  </a:lnTo>
                  <a:lnTo>
                    <a:pt x="6874393" y="535339"/>
                  </a:lnTo>
                  <a:lnTo>
                    <a:pt x="6874519" y="535339"/>
                  </a:lnTo>
                  <a:lnTo>
                    <a:pt x="6875150" y="535339"/>
                  </a:lnTo>
                  <a:lnTo>
                    <a:pt x="6875277" y="535339"/>
                  </a:lnTo>
                  <a:lnTo>
                    <a:pt x="6875782" y="535339"/>
                  </a:lnTo>
                  <a:lnTo>
                    <a:pt x="6875908" y="535339"/>
                  </a:lnTo>
                  <a:lnTo>
                    <a:pt x="6876287" y="535339"/>
                  </a:lnTo>
                  <a:lnTo>
                    <a:pt x="6876413" y="535339"/>
                  </a:lnTo>
                  <a:lnTo>
                    <a:pt x="6877297" y="535339"/>
                  </a:lnTo>
                  <a:lnTo>
                    <a:pt x="6877676" y="535339"/>
                  </a:lnTo>
                  <a:lnTo>
                    <a:pt x="6877802" y="535339"/>
                  </a:lnTo>
                  <a:lnTo>
                    <a:pt x="6877928" y="535339"/>
                  </a:lnTo>
                  <a:lnTo>
                    <a:pt x="6878054" y="535339"/>
                  </a:lnTo>
                  <a:lnTo>
                    <a:pt x="6878686" y="535339"/>
                  </a:lnTo>
                  <a:lnTo>
                    <a:pt x="6879191" y="535339"/>
                  </a:lnTo>
                  <a:lnTo>
                    <a:pt x="6880074" y="535339"/>
                  </a:lnTo>
                  <a:lnTo>
                    <a:pt x="6880453" y="535339"/>
                  </a:lnTo>
                  <a:lnTo>
                    <a:pt x="6880706" y="535339"/>
                  </a:lnTo>
                  <a:lnTo>
                    <a:pt x="6880832" y="535339"/>
                  </a:lnTo>
                  <a:lnTo>
                    <a:pt x="6880958" y="535339"/>
                  </a:lnTo>
                  <a:lnTo>
                    <a:pt x="6881590" y="535339"/>
                  </a:lnTo>
                  <a:lnTo>
                    <a:pt x="6881842" y="535339"/>
                  </a:lnTo>
                  <a:lnTo>
                    <a:pt x="6882347" y="535339"/>
                  </a:lnTo>
                  <a:lnTo>
                    <a:pt x="6882473" y="535339"/>
                  </a:lnTo>
                  <a:lnTo>
                    <a:pt x="6882852" y="535339"/>
                  </a:lnTo>
                  <a:lnTo>
                    <a:pt x="6883483" y="535339"/>
                  </a:lnTo>
                  <a:lnTo>
                    <a:pt x="6883610" y="535339"/>
                  </a:lnTo>
                  <a:lnTo>
                    <a:pt x="6883736" y="535339"/>
                  </a:lnTo>
                  <a:lnTo>
                    <a:pt x="6883988" y="535339"/>
                  </a:lnTo>
                  <a:lnTo>
                    <a:pt x="6884241" y="535339"/>
                  </a:lnTo>
                  <a:lnTo>
                    <a:pt x="6885125" y="535339"/>
                  </a:lnTo>
                  <a:lnTo>
                    <a:pt x="6885377" y="535339"/>
                  </a:lnTo>
                  <a:lnTo>
                    <a:pt x="6885756" y="535339"/>
                  </a:lnTo>
                  <a:lnTo>
                    <a:pt x="6885882" y="535339"/>
                  </a:lnTo>
                  <a:lnTo>
                    <a:pt x="6886261" y="535339"/>
                  </a:lnTo>
                  <a:lnTo>
                    <a:pt x="6886513" y="535339"/>
                  </a:lnTo>
                  <a:lnTo>
                    <a:pt x="6887650" y="535339"/>
                  </a:lnTo>
                  <a:lnTo>
                    <a:pt x="6888407" y="535339"/>
                  </a:lnTo>
                  <a:lnTo>
                    <a:pt x="6888912" y="535339"/>
                  </a:lnTo>
                  <a:lnTo>
                    <a:pt x="6889039" y="535339"/>
                  </a:lnTo>
                  <a:lnTo>
                    <a:pt x="6889417" y="535339"/>
                  </a:lnTo>
                  <a:lnTo>
                    <a:pt x="6890049" y="535339"/>
                  </a:lnTo>
                  <a:lnTo>
                    <a:pt x="6891311" y="535339"/>
                  </a:lnTo>
                  <a:lnTo>
                    <a:pt x="6891437" y="535339"/>
                  </a:lnTo>
                  <a:lnTo>
                    <a:pt x="6891564" y="535339"/>
                  </a:lnTo>
                  <a:lnTo>
                    <a:pt x="6891943" y="535339"/>
                  </a:lnTo>
                  <a:lnTo>
                    <a:pt x="6892195" y="535339"/>
                  </a:lnTo>
                  <a:lnTo>
                    <a:pt x="6892321" y="535339"/>
                  </a:lnTo>
                  <a:lnTo>
                    <a:pt x="6892448" y="535339"/>
                  </a:lnTo>
                  <a:lnTo>
                    <a:pt x="6892700" y="535339"/>
                  </a:lnTo>
                  <a:lnTo>
                    <a:pt x="6892953" y="535339"/>
                  </a:lnTo>
                  <a:lnTo>
                    <a:pt x="6893079" y="535339"/>
                  </a:lnTo>
                  <a:lnTo>
                    <a:pt x="6893205" y="535339"/>
                  </a:lnTo>
                  <a:lnTo>
                    <a:pt x="6893458" y="535339"/>
                  </a:lnTo>
                  <a:lnTo>
                    <a:pt x="6893710" y="535339"/>
                  </a:lnTo>
                  <a:lnTo>
                    <a:pt x="6894089" y="535339"/>
                  </a:lnTo>
                  <a:lnTo>
                    <a:pt x="6894720" y="535339"/>
                  </a:lnTo>
                  <a:lnTo>
                    <a:pt x="6894973" y="535339"/>
                  </a:lnTo>
                  <a:lnTo>
                    <a:pt x="6895099" y="535339"/>
                  </a:lnTo>
                  <a:lnTo>
                    <a:pt x="6896993" y="535339"/>
                  </a:lnTo>
                  <a:lnTo>
                    <a:pt x="6897245" y="535339"/>
                  </a:lnTo>
                  <a:lnTo>
                    <a:pt x="6897372" y="535339"/>
                  </a:lnTo>
                  <a:lnTo>
                    <a:pt x="6897750" y="535339"/>
                  </a:lnTo>
                  <a:lnTo>
                    <a:pt x="6898129" y="535339"/>
                  </a:lnTo>
                  <a:lnTo>
                    <a:pt x="6899013" y="535339"/>
                  </a:lnTo>
                  <a:lnTo>
                    <a:pt x="6899265" y="535339"/>
                  </a:lnTo>
                  <a:lnTo>
                    <a:pt x="6899518" y="535339"/>
                  </a:lnTo>
                  <a:lnTo>
                    <a:pt x="6899644" y="535339"/>
                  </a:lnTo>
                  <a:lnTo>
                    <a:pt x="6900149" y="535339"/>
                  </a:lnTo>
                  <a:lnTo>
                    <a:pt x="6900402" y="535339"/>
                  </a:lnTo>
                  <a:lnTo>
                    <a:pt x="6900654" y="535339"/>
                  </a:lnTo>
                  <a:lnTo>
                    <a:pt x="6900780" y="535339"/>
                  </a:lnTo>
                  <a:lnTo>
                    <a:pt x="6900907" y="535339"/>
                  </a:lnTo>
                  <a:lnTo>
                    <a:pt x="6901033" y="535339"/>
                  </a:lnTo>
                  <a:lnTo>
                    <a:pt x="6901285" y="535339"/>
                  </a:lnTo>
                  <a:lnTo>
                    <a:pt x="6903937" y="530428"/>
                  </a:lnTo>
                  <a:lnTo>
                    <a:pt x="6904316" y="530428"/>
                  </a:lnTo>
                  <a:lnTo>
                    <a:pt x="6904821" y="530428"/>
                  </a:lnTo>
                  <a:lnTo>
                    <a:pt x="6904947" y="530428"/>
                  </a:lnTo>
                  <a:lnTo>
                    <a:pt x="6905199" y="530428"/>
                  </a:lnTo>
                  <a:lnTo>
                    <a:pt x="6905326" y="530428"/>
                  </a:lnTo>
                  <a:lnTo>
                    <a:pt x="6905957" y="530428"/>
                  </a:lnTo>
                  <a:lnTo>
                    <a:pt x="6906336" y="530428"/>
                  </a:lnTo>
                  <a:lnTo>
                    <a:pt x="6906462" y="530428"/>
                  </a:lnTo>
                  <a:lnTo>
                    <a:pt x="6906588" y="530428"/>
                  </a:lnTo>
                  <a:lnTo>
                    <a:pt x="6906841" y="530428"/>
                  </a:lnTo>
                  <a:lnTo>
                    <a:pt x="6907093" y="530428"/>
                  </a:lnTo>
                  <a:lnTo>
                    <a:pt x="6907220" y="530428"/>
                  </a:lnTo>
                  <a:lnTo>
                    <a:pt x="6908103" y="530428"/>
                  </a:lnTo>
                  <a:lnTo>
                    <a:pt x="6908230" y="530428"/>
                  </a:lnTo>
                  <a:lnTo>
                    <a:pt x="6909366" y="530428"/>
                  </a:lnTo>
                  <a:lnTo>
                    <a:pt x="6909492" y="530428"/>
                  </a:lnTo>
                  <a:lnTo>
                    <a:pt x="6909618" y="530428"/>
                  </a:lnTo>
                  <a:lnTo>
                    <a:pt x="6909997" y="530428"/>
                  </a:lnTo>
                  <a:lnTo>
                    <a:pt x="6910502" y="530428"/>
                  </a:lnTo>
                  <a:lnTo>
                    <a:pt x="6910881" y="530428"/>
                  </a:lnTo>
                  <a:lnTo>
                    <a:pt x="6911007" y="530428"/>
                  </a:lnTo>
                  <a:lnTo>
                    <a:pt x="6911260" y="530428"/>
                  </a:lnTo>
                  <a:lnTo>
                    <a:pt x="6911512" y="530428"/>
                  </a:lnTo>
                  <a:lnTo>
                    <a:pt x="6911765" y="530428"/>
                  </a:lnTo>
                  <a:lnTo>
                    <a:pt x="6912143" y="530428"/>
                  </a:lnTo>
                  <a:lnTo>
                    <a:pt x="6912270" y="530428"/>
                  </a:lnTo>
                  <a:lnTo>
                    <a:pt x="6912649" y="530428"/>
                  </a:lnTo>
                  <a:lnTo>
                    <a:pt x="6912901" y="530428"/>
                  </a:lnTo>
                  <a:lnTo>
                    <a:pt x="6913532" y="530428"/>
                  </a:lnTo>
                  <a:lnTo>
                    <a:pt x="6914164" y="530428"/>
                  </a:lnTo>
                  <a:lnTo>
                    <a:pt x="6914290" y="530428"/>
                  </a:lnTo>
                  <a:lnTo>
                    <a:pt x="6914416" y="530428"/>
                  </a:lnTo>
                  <a:lnTo>
                    <a:pt x="6915805" y="530428"/>
                  </a:lnTo>
                  <a:lnTo>
                    <a:pt x="6915805" y="525517"/>
                  </a:lnTo>
                  <a:lnTo>
                    <a:pt x="6915931" y="525517"/>
                  </a:lnTo>
                  <a:lnTo>
                    <a:pt x="6916184" y="525517"/>
                  </a:lnTo>
                  <a:lnTo>
                    <a:pt x="6917825" y="525517"/>
                  </a:lnTo>
                  <a:lnTo>
                    <a:pt x="6918078" y="525517"/>
                  </a:lnTo>
                  <a:lnTo>
                    <a:pt x="6918835" y="525517"/>
                  </a:lnTo>
                  <a:lnTo>
                    <a:pt x="6918961" y="525517"/>
                  </a:lnTo>
                  <a:lnTo>
                    <a:pt x="6919088" y="525517"/>
                  </a:lnTo>
                  <a:lnTo>
                    <a:pt x="6919214" y="525517"/>
                  </a:lnTo>
                  <a:lnTo>
                    <a:pt x="6919340" y="525517"/>
                  </a:lnTo>
                  <a:lnTo>
                    <a:pt x="6919593" y="525517"/>
                  </a:lnTo>
                  <a:lnTo>
                    <a:pt x="6919845" y="525517"/>
                  </a:lnTo>
                  <a:lnTo>
                    <a:pt x="6919971" y="525517"/>
                  </a:lnTo>
                  <a:lnTo>
                    <a:pt x="6920098" y="525517"/>
                  </a:lnTo>
                  <a:lnTo>
                    <a:pt x="6920350" y="525517"/>
                  </a:lnTo>
                  <a:lnTo>
                    <a:pt x="6921108" y="520605"/>
                  </a:lnTo>
                  <a:lnTo>
                    <a:pt x="6921234" y="520605"/>
                  </a:lnTo>
                  <a:lnTo>
                    <a:pt x="6921486" y="520605"/>
                  </a:lnTo>
                  <a:lnTo>
                    <a:pt x="6921991" y="520605"/>
                  </a:lnTo>
                  <a:lnTo>
                    <a:pt x="6922118" y="520605"/>
                  </a:lnTo>
                  <a:lnTo>
                    <a:pt x="6922244" y="520605"/>
                  </a:lnTo>
                  <a:lnTo>
                    <a:pt x="6922370" y="520605"/>
                  </a:lnTo>
                  <a:lnTo>
                    <a:pt x="6922875" y="520605"/>
                  </a:lnTo>
                  <a:lnTo>
                    <a:pt x="6923002" y="520605"/>
                  </a:lnTo>
                  <a:lnTo>
                    <a:pt x="6923128" y="520605"/>
                  </a:lnTo>
                  <a:lnTo>
                    <a:pt x="6923254" y="520605"/>
                  </a:lnTo>
                  <a:lnTo>
                    <a:pt x="6923380" y="520605"/>
                  </a:lnTo>
                  <a:lnTo>
                    <a:pt x="6923380" y="515694"/>
                  </a:lnTo>
                  <a:lnTo>
                    <a:pt x="6923507" y="515694"/>
                  </a:lnTo>
                  <a:lnTo>
                    <a:pt x="6925022" y="515694"/>
                  </a:lnTo>
                  <a:lnTo>
                    <a:pt x="6925274" y="515694"/>
                  </a:lnTo>
                  <a:lnTo>
                    <a:pt x="6925400" y="515694"/>
                  </a:lnTo>
                  <a:lnTo>
                    <a:pt x="6925653" y="515694"/>
                  </a:lnTo>
                  <a:lnTo>
                    <a:pt x="6925905" y="515694"/>
                  </a:lnTo>
                  <a:lnTo>
                    <a:pt x="6926158" y="515694"/>
                  </a:lnTo>
                  <a:lnTo>
                    <a:pt x="6926410" y="515694"/>
                  </a:lnTo>
                  <a:lnTo>
                    <a:pt x="6927673" y="515694"/>
                  </a:lnTo>
                  <a:lnTo>
                    <a:pt x="6928178" y="510782"/>
                  </a:lnTo>
                  <a:lnTo>
                    <a:pt x="6928557" y="510782"/>
                  </a:lnTo>
                  <a:lnTo>
                    <a:pt x="6928683" y="510782"/>
                  </a:lnTo>
                  <a:lnTo>
                    <a:pt x="6928809" y="510782"/>
                  </a:lnTo>
                  <a:lnTo>
                    <a:pt x="6929062" y="510782"/>
                  </a:lnTo>
                  <a:lnTo>
                    <a:pt x="6929188" y="510782"/>
                  </a:lnTo>
                  <a:lnTo>
                    <a:pt x="6929314" y="510782"/>
                  </a:lnTo>
                  <a:lnTo>
                    <a:pt x="6929567" y="510782"/>
                  </a:lnTo>
                  <a:lnTo>
                    <a:pt x="6930198" y="510782"/>
                  </a:lnTo>
                  <a:lnTo>
                    <a:pt x="6930324" y="510782"/>
                  </a:lnTo>
                  <a:lnTo>
                    <a:pt x="6930451" y="510782"/>
                  </a:lnTo>
                  <a:lnTo>
                    <a:pt x="6931082" y="510782"/>
                  </a:lnTo>
                  <a:lnTo>
                    <a:pt x="6931461" y="510782"/>
                  </a:lnTo>
                  <a:lnTo>
                    <a:pt x="6932471" y="510782"/>
                  </a:lnTo>
                  <a:lnTo>
                    <a:pt x="6932597" y="510782"/>
                  </a:lnTo>
                  <a:lnTo>
                    <a:pt x="6932849" y="510782"/>
                  </a:lnTo>
                  <a:lnTo>
                    <a:pt x="6932976" y="510782"/>
                  </a:lnTo>
                  <a:lnTo>
                    <a:pt x="6933607" y="505871"/>
                  </a:lnTo>
                  <a:lnTo>
                    <a:pt x="6933733" y="505871"/>
                  </a:lnTo>
                  <a:lnTo>
                    <a:pt x="6933860" y="505871"/>
                  </a:lnTo>
                  <a:lnTo>
                    <a:pt x="6934365" y="505871"/>
                  </a:lnTo>
                  <a:lnTo>
                    <a:pt x="6935122" y="505871"/>
                  </a:lnTo>
                  <a:lnTo>
                    <a:pt x="6935880" y="505871"/>
                  </a:lnTo>
                  <a:lnTo>
                    <a:pt x="6936132" y="505871"/>
                  </a:lnTo>
                  <a:lnTo>
                    <a:pt x="6936637" y="505871"/>
                  </a:lnTo>
                  <a:lnTo>
                    <a:pt x="6936763" y="505871"/>
                  </a:lnTo>
                  <a:lnTo>
                    <a:pt x="6937016" y="505871"/>
                  </a:lnTo>
                  <a:lnTo>
                    <a:pt x="6937647" y="500960"/>
                  </a:lnTo>
                  <a:lnTo>
                    <a:pt x="6937900" y="500960"/>
                  </a:lnTo>
                  <a:lnTo>
                    <a:pt x="6938784" y="500960"/>
                  </a:lnTo>
                  <a:lnTo>
                    <a:pt x="6938910" y="500960"/>
                  </a:lnTo>
                  <a:lnTo>
                    <a:pt x="6940046" y="500960"/>
                  </a:lnTo>
                  <a:lnTo>
                    <a:pt x="6940425" y="500960"/>
                  </a:lnTo>
                  <a:lnTo>
                    <a:pt x="6940551" y="500960"/>
                  </a:lnTo>
                  <a:lnTo>
                    <a:pt x="6940804" y="500960"/>
                  </a:lnTo>
                  <a:lnTo>
                    <a:pt x="6941182" y="496048"/>
                  </a:lnTo>
                  <a:lnTo>
                    <a:pt x="6941687" y="496048"/>
                  </a:lnTo>
                  <a:lnTo>
                    <a:pt x="6942697" y="496048"/>
                  </a:lnTo>
                  <a:lnTo>
                    <a:pt x="6943076" y="496048"/>
                  </a:lnTo>
                  <a:lnTo>
                    <a:pt x="6943202" y="496048"/>
                  </a:lnTo>
                  <a:lnTo>
                    <a:pt x="6943329" y="496048"/>
                  </a:lnTo>
                  <a:lnTo>
                    <a:pt x="6943708" y="491137"/>
                  </a:lnTo>
                  <a:lnTo>
                    <a:pt x="6943834" y="491137"/>
                  </a:lnTo>
                  <a:lnTo>
                    <a:pt x="6944213" y="491137"/>
                  </a:lnTo>
                  <a:lnTo>
                    <a:pt x="6944339" y="491137"/>
                  </a:lnTo>
                  <a:lnTo>
                    <a:pt x="6944591" y="491137"/>
                  </a:lnTo>
                  <a:lnTo>
                    <a:pt x="6946485" y="491137"/>
                  </a:lnTo>
                  <a:lnTo>
                    <a:pt x="6946611" y="491137"/>
                  </a:lnTo>
                  <a:lnTo>
                    <a:pt x="6946738" y="491137"/>
                  </a:lnTo>
                  <a:lnTo>
                    <a:pt x="6946864" y="491137"/>
                  </a:lnTo>
                  <a:lnTo>
                    <a:pt x="6947495" y="491137"/>
                  </a:lnTo>
                  <a:lnTo>
                    <a:pt x="6948000" y="491137"/>
                  </a:lnTo>
                  <a:lnTo>
                    <a:pt x="6948126" y="491137"/>
                  </a:lnTo>
                  <a:lnTo>
                    <a:pt x="6948632" y="486226"/>
                  </a:lnTo>
                  <a:lnTo>
                    <a:pt x="6949010" y="486226"/>
                  </a:lnTo>
                  <a:lnTo>
                    <a:pt x="6949137" y="486226"/>
                  </a:lnTo>
                  <a:lnTo>
                    <a:pt x="6949263" y="486226"/>
                  </a:lnTo>
                  <a:lnTo>
                    <a:pt x="6949389" y="486226"/>
                  </a:lnTo>
                  <a:lnTo>
                    <a:pt x="6949642" y="486226"/>
                  </a:lnTo>
                  <a:lnTo>
                    <a:pt x="6949894" y="486226"/>
                  </a:lnTo>
                  <a:lnTo>
                    <a:pt x="6950020" y="486226"/>
                  </a:lnTo>
                  <a:lnTo>
                    <a:pt x="6950147" y="486226"/>
                  </a:lnTo>
                  <a:lnTo>
                    <a:pt x="6951409" y="486226"/>
                  </a:lnTo>
                  <a:lnTo>
                    <a:pt x="6952672" y="486226"/>
                  </a:lnTo>
                  <a:lnTo>
                    <a:pt x="6952924" y="486226"/>
                  </a:lnTo>
                  <a:lnTo>
                    <a:pt x="6953682" y="486226"/>
                  </a:lnTo>
                  <a:lnTo>
                    <a:pt x="6953808" y="486226"/>
                  </a:lnTo>
                  <a:lnTo>
                    <a:pt x="6953934" y="486226"/>
                  </a:lnTo>
                  <a:lnTo>
                    <a:pt x="6954187" y="486226"/>
                  </a:lnTo>
                  <a:lnTo>
                    <a:pt x="6954692" y="486226"/>
                  </a:lnTo>
                  <a:lnTo>
                    <a:pt x="6954818" y="486226"/>
                  </a:lnTo>
                  <a:lnTo>
                    <a:pt x="6954944" y="486226"/>
                  </a:lnTo>
                  <a:lnTo>
                    <a:pt x="6955071" y="486226"/>
                  </a:lnTo>
                  <a:lnTo>
                    <a:pt x="6955197" y="486226"/>
                  </a:lnTo>
                  <a:lnTo>
                    <a:pt x="6955449" y="486226"/>
                  </a:lnTo>
                  <a:lnTo>
                    <a:pt x="6955576" y="486226"/>
                  </a:lnTo>
                  <a:lnTo>
                    <a:pt x="6955828" y="486226"/>
                  </a:lnTo>
                  <a:lnTo>
                    <a:pt x="6955954" y="486226"/>
                  </a:lnTo>
                  <a:lnTo>
                    <a:pt x="6956081" y="486226"/>
                  </a:lnTo>
                  <a:lnTo>
                    <a:pt x="6956207" y="486226"/>
                  </a:lnTo>
                  <a:lnTo>
                    <a:pt x="6956333" y="486226"/>
                  </a:lnTo>
                  <a:lnTo>
                    <a:pt x="6956586" y="486226"/>
                  </a:lnTo>
                  <a:lnTo>
                    <a:pt x="6956712" y="486226"/>
                  </a:lnTo>
                  <a:lnTo>
                    <a:pt x="6957091" y="486226"/>
                  </a:lnTo>
                  <a:lnTo>
                    <a:pt x="6957469" y="486226"/>
                  </a:lnTo>
                  <a:lnTo>
                    <a:pt x="6957722" y="486226"/>
                  </a:lnTo>
                  <a:lnTo>
                    <a:pt x="6957848" y="486226"/>
                  </a:lnTo>
                  <a:lnTo>
                    <a:pt x="6957974" y="486226"/>
                  </a:lnTo>
                  <a:lnTo>
                    <a:pt x="6958353" y="486226"/>
                  </a:lnTo>
                  <a:lnTo>
                    <a:pt x="6958479" y="486226"/>
                  </a:lnTo>
                  <a:lnTo>
                    <a:pt x="6958985" y="486226"/>
                  </a:lnTo>
                  <a:lnTo>
                    <a:pt x="6959237" y="486226"/>
                  </a:lnTo>
                  <a:lnTo>
                    <a:pt x="6959616" y="486226"/>
                  </a:lnTo>
                  <a:lnTo>
                    <a:pt x="6959868" y="486226"/>
                  </a:lnTo>
                  <a:lnTo>
                    <a:pt x="6960373" y="486226"/>
                  </a:lnTo>
                  <a:lnTo>
                    <a:pt x="6960500" y="486226"/>
                  </a:lnTo>
                  <a:lnTo>
                    <a:pt x="6961005" y="486226"/>
                  </a:lnTo>
                  <a:lnTo>
                    <a:pt x="6961131" y="486226"/>
                  </a:lnTo>
                  <a:lnTo>
                    <a:pt x="6962015" y="486226"/>
                  </a:lnTo>
                  <a:lnTo>
                    <a:pt x="6962141" y="486226"/>
                  </a:lnTo>
                  <a:lnTo>
                    <a:pt x="6962267" y="486226"/>
                  </a:lnTo>
                  <a:lnTo>
                    <a:pt x="6962772" y="486226"/>
                  </a:lnTo>
                  <a:lnTo>
                    <a:pt x="6963909" y="486226"/>
                  </a:lnTo>
                  <a:lnTo>
                    <a:pt x="6964287" y="486226"/>
                  </a:lnTo>
                  <a:lnTo>
                    <a:pt x="6965297" y="486226"/>
                  </a:lnTo>
                  <a:lnTo>
                    <a:pt x="6965550" y="486226"/>
                  </a:lnTo>
                  <a:lnTo>
                    <a:pt x="6965802" y="486226"/>
                  </a:lnTo>
                  <a:lnTo>
                    <a:pt x="6966055" y="486226"/>
                  </a:lnTo>
                  <a:lnTo>
                    <a:pt x="6966181" y="486226"/>
                  </a:lnTo>
                  <a:lnTo>
                    <a:pt x="6966307" y="486226"/>
                  </a:lnTo>
                  <a:lnTo>
                    <a:pt x="6966434" y="486226"/>
                  </a:lnTo>
                  <a:lnTo>
                    <a:pt x="6966560" y="486226"/>
                  </a:lnTo>
                  <a:lnTo>
                    <a:pt x="6967191" y="486226"/>
                  </a:lnTo>
                  <a:lnTo>
                    <a:pt x="6967570" y="486226"/>
                  </a:lnTo>
                  <a:lnTo>
                    <a:pt x="6967949" y="486226"/>
                  </a:lnTo>
                  <a:lnTo>
                    <a:pt x="6968075" y="486226"/>
                  </a:lnTo>
                  <a:lnTo>
                    <a:pt x="6968706" y="486226"/>
                  </a:lnTo>
                  <a:lnTo>
                    <a:pt x="6968832" y="486226"/>
                  </a:lnTo>
                  <a:lnTo>
                    <a:pt x="6968959" y="486226"/>
                  </a:lnTo>
                  <a:lnTo>
                    <a:pt x="6969590" y="486226"/>
                  </a:lnTo>
                  <a:lnTo>
                    <a:pt x="6969843" y="486226"/>
                  </a:lnTo>
                  <a:lnTo>
                    <a:pt x="6970474" y="486226"/>
                  </a:lnTo>
                  <a:lnTo>
                    <a:pt x="6970600" y="486226"/>
                  </a:lnTo>
                  <a:lnTo>
                    <a:pt x="6971610" y="486226"/>
                  </a:lnTo>
                  <a:lnTo>
                    <a:pt x="6971736" y="486226"/>
                  </a:lnTo>
                  <a:lnTo>
                    <a:pt x="6971863" y="486226"/>
                  </a:lnTo>
                  <a:lnTo>
                    <a:pt x="6972368" y="486226"/>
                  </a:lnTo>
                  <a:lnTo>
                    <a:pt x="6972746" y="486226"/>
                  </a:lnTo>
                  <a:lnTo>
                    <a:pt x="6973125" y="486226"/>
                  </a:lnTo>
                  <a:lnTo>
                    <a:pt x="6973251" y="486226"/>
                  </a:lnTo>
                  <a:lnTo>
                    <a:pt x="6973378" y="486226"/>
                  </a:lnTo>
                  <a:lnTo>
                    <a:pt x="6973630" y="486226"/>
                  </a:lnTo>
                  <a:lnTo>
                    <a:pt x="6973756" y="486226"/>
                  </a:lnTo>
                  <a:lnTo>
                    <a:pt x="6973883" y="486226"/>
                  </a:lnTo>
                  <a:lnTo>
                    <a:pt x="6974009" y="486226"/>
                  </a:lnTo>
                  <a:lnTo>
                    <a:pt x="6975019" y="486226"/>
                  </a:lnTo>
                  <a:lnTo>
                    <a:pt x="6975903" y="486226"/>
                  </a:lnTo>
                  <a:lnTo>
                    <a:pt x="6976534" y="486226"/>
                  </a:lnTo>
                  <a:lnTo>
                    <a:pt x="6976913" y="486226"/>
                  </a:lnTo>
                  <a:lnTo>
                    <a:pt x="6977039" y="486226"/>
                  </a:lnTo>
                  <a:lnTo>
                    <a:pt x="6977292" y="486226"/>
                  </a:lnTo>
                  <a:lnTo>
                    <a:pt x="6977418" y="486226"/>
                  </a:lnTo>
                  <a:lnTo>
                    <a:pt x="6977670" y="486226"/>
                  </a:lnTo>
                  <a:lnTo>
                    <a:pt x="6977797" y="486226"/>
                  </a:lnTo>
                  <a:lnTo>
                    <a:pt x="6978175" y="481314"/>
                  </a:lnTo>
                  <a:lnTo>
                    <a:pt x="6978302" y="481314"/>
                  </a:lnTo>
                  <a:lnTo>
                    <a:pt x="6978428" y="481314"/>
                  </a:lnTo>
                  <a:lnTo>
                    <a:pt x="6978933" y="481314"/>
                  </a:lnTo>
                  <a:lnTo>
                    <a:pt x="6979059" y="481314"/>
                  </a:lnTo>
                  <a:lnTo>
                    <a:pt x="6979185" y="481314"/>
                  </a:lnTo>
                  <a:lnTo>
                    <a:pt x="6979564" y="481314"/>
                  </a:lnTo>
                  <a:lnTo>
                    <a:pt x="6979691" y="481314"/>
                  </a:lnTo>
                  <a:lnTo>
                    <a:pt x="6979943" y="481314"/>
                  </a:lnTo>
                  <a:lnTo>
                    <a:pt x="6980953" y="481314"/>
                  </a:lnTo>
                  <a:lnTo>
                    <a:pt x="6981206" y="481314"/>
                  </a:lnTo>
                  <a:lnTo>
                    <a:pt x="6981332" y="481314"/>
                  </a:lnTo>
                  <a:lnTo>
                    <a:pt x="6981458" y="481314"/>
                  </a:lnTo>
                  <a:lnTo>
                    <a:pt x="6981711" y="481314"/>
                  </a:lnTo>
                  <a:lnTo>
                    <a:pt x="6982089" y="481314"/>
                  </a:lnTo>
                  <a:lnTo>
                    <a:pt x="6982847" y="481314"/>
                  </a:lnTo>
                  <a:lnTo>
                    <a:pt x="6983478" y="481314"/>
                  </a:lnTo>
                  <a:lnTo>
                    <a:pt x="6983604" y="481314"/>
                  </a:lnTo>
                  <a:lnTo>
                    <a:pt x="6983731" y="481314"/>
                  </a:lnTo>
                  <a:lnTo>
                    <a:pt x="6983983" y="481314"/>
                  </a:lnTo>
                  <a:lnTo>
                    <a:pt x="6984615" y="481314"/>
                  </a:lnTo>
                  <a:lnTo>
                    <a:pt x="6984993" y="481314"/>
                  </a:lnTo>
                  <a:lnTo>
                    <a:pt x="6985498" y="481314"/>
                  </a:lnTo>
                  <a:lnTo>
                    <a:pt x="6986508" y="476403"/>
                  </a:lnTo>
                  <a:lnTo>
                    <a:pt x="6987392" y="476403"/>
                  </a:lnTo>
                  <a:lnTo>
                    <a:pt x="6987645" y="476403"/>
                  </a:lnTo>
                  <a:lnTo>
                    <a:pt x="6988150" y="476403"/>
                  </a:lnTo>
                  <a:lnTo>
                    <a:pt x="6988907" y="476403"/>
                  </a:lnTo>
                  <a:lnTo>
                    <a:pt x="6989033" y="476403"/>
                  </a:lnTo>
                  <a:lnTo>
                    <a:pt x="6989286" y="476403"/>
                  </a:lnTo>
                  <a:lnTo>
                    <a:pt x="6989412" y="476403"/>
                  </a:lnTo>
                  <a:lnTo>
                    <a:pt x="6989917" y="476403"/>
                  </a:lnTo>
                  <a:lnTo>
                    <a:pt x="6990296" y="476403"/>
                  </a:lnTo>
                  <a:lnTo>
                    <a:pt x="6990422" y="476403"/>
                  </a:lnTo>
                  <a:lnTo>
                    <a:pt x="6990675" y="476403"/>
                  </a:lnTo>
                  <a:lnTo>
                    <a:pt x="6990927" y="476403"/>
                  </a:lnTo>
                  <a:lnTo>
                    <a:pt x="6991180" y="476403"/>
                  </a:lnTo>
                  <a:lnTo>
                    <a:pt x="6992064" y="476403"/>
                  </a:lnTo>
                  <a:lnTo>
                    <a:pt x="6992190" y="476403"/>
                  </a:lnTo>
                  <a:lnTo>
                    <a:pt x="6992695" y="476403"/>
                  </a:lnTo>
                  <a:lnTo>
                    <a:pt x="6992821" y="476403"/>
                  </a:lnTo>
                  <a:lnTo>
                    <a:pt x="6993200" y="476403"/>
                  </a:lnTo>
                  <a:lnTo>
                    <a:pt x="6993326" y="476403"/>
                  </a:lnTo>
                  <a:lnTo>
                    <a:pt x="6994210" y="476403"/>
                  </a:lnTo>
                  <a:lnTo>
                    <a:pt x="6994336" y="476403"/>
                  </a:lnTo>
                  <a:lnTo>
                    <a:pt x="6994462" y="476403"/>
                  </a:lnTo>
                  <a:lnTo>
                    <a:pt x="6994589" y="476403"/>
                  </a:lnTo>
                  <a:lnTo>
                    <a:pt x="6994715" y="476403"/>
                  </a:lnTo>
                  <a:lnTo>
                    <a:pt x="6995220" y="476403"/>
                  </a:lnTo>
                  <a:lnTo>
                    <a:pt x="6996483" y="466580"/>
                  </a:lnTo>
                  <a:lnTo>
                    <a:pt x="6997240" y="466580"/>
                  </a:lnTo>
                  <a:lnTo>
                    <a:pt x="6997493" y="466580"/>
                  </a:lnTo>
                  <a:lnTo>
                    <a:pt x="6997619" y="466580"/>
                  </a:lnTo>
                  <a:lnTo>
                    <a:pt x="6997745" y="466580"/>
                  </a:lnTo>
                  <a:lnTo>
                    <a:pt x="6998250" y="466580"/>
                  </a:lnTo>
                  <a:lnTo>
                    <a:pt x="6998376" y="466580"/>
                  </a:lnTo>
                  <a:lnTo>
                    <a:pt x="6998503" y="466580"/>
                  </a:lnTo>
                  <a:lnTo>
                    <a:pt x="6998629" y="466580"/>
                  </a:lnTo>
                  <a:lnTo>
                    <a:pt x="6999134" y="466580"/>
                  </a:lnTo>
                  <a:lnTo>
                    <a:pt x="6999260" y="466580"/>
                  </a:lnTo>
                  <a:lnTo>
                    <a:pt x="6999386" y="466580"/>
                  </a:lnTo>
                  <a:lnTo>
                    <a:pt x="6999891" y="466580"/>
                  </a:lnTo>
                  <a:lnTo>
                    <a:pt x="7000270" y="466580"/>
                  </a:lnTo>
                  <a:lnTo>
                    <a:pt x="7000397" y="466580"/>
                  </a:lnTo>
                  <a:lnTo>
                    <a:pt x="7000775" y="466580"/>
                  </a:lnTo>
                  <a:lnTo>
                    <a:pt x="7001785" y="466580"/>
                  </a:lnTo>
                  <a:lnTo>
                    <a:pt x="7002038" y="461669"/>
                  </a:lnTo>
                  <a:lnTo>
                    <a:pt x="7002290" y="461669"/>
                  </a:lnTo>
                  <a:lnTo>
                    <a:pt x="7002417" y="461669"/>
                  </a:lnTo>
                  <a:lnTo>
                    <a:pt x="7002543" y="461669"/>
                  </a:lnTo>
                  <a:lnTo>
                    <a:pt x="7002669" y="461669"/>
                  </a:lnTo>
                  <a:lnTo>
                    <a:pt x="7002795" y="461669"/>
                  </a:lnTo>
                  <a:lnTo>
                    <a:pt x="7002922" y="461669"/>
                  </a:lnTo>
                  <a:lnTo>
                    <a:pt x="7003300" y="461669"/>
                  </a:lnTo>
                  <a:lnTo>
                    <a:pt x="7004310" y="461669"/>
                  </a:lnTo>
                  <a:lnTo>
                    <a:pt x="7005194" y="461669"/>
                  </a:lnTo>
                  <a:lnTo>
                    <a:pt x="7005321" y="461669"/>
                  </a:lnTo>
                  <a:lnTo>
                    <a:pt x="7005447" y="461669"/>
                  </a:lnTo>
                  <a:lnTo>
                    <a:pt x="7005573" y="461669"/>
                  </a:lnTo>
                  <a:lnTo>
                    <a:pt x="7005952" y="461669"/>
                  </a:lnTo>
                  <a:lnTo>
                    <a:pt x="7006204" y="461669"/>
                  </a:lnTo>
                  <a:lnTo>
                    <a:pt x="7006331" y="461669"/>
                  </a:lnTo>
                  <a:lnTo>
                    <a:pt x="7006709" y="461669"/>
                  </a:lnTo>
                  <a:lnTo>
                    <a:pt x="7007341" y="461669"/>
                  </a:lnTo>
                  <a:lnTo>
                    <a:pt x="7007719" y="461669"/>
                  </a:lnTo>
                  <a:lnTo>
                    <a:pt x="7007846" y="461669"/>
                  </a:lnTo>
                  <a:lnTo>
                    <a:pt x="7008224" y="461669"/>
                  </a:lnTo>
                  <a:lnTo>
                    <a:pt x="7008351" y="461669"/>
                  </a:lnTo>
                  <a:lnTo>
                    <a:pt x="7008477" y="461669"/>
                  </a:lnTo>
                  <a:lnTo>
                    <a:pt x="7010750" y="461669"/>
                  </a:lnTo>
                  <a:lnTo>
                    <a:pt x="7011128" y="461669"/>
                  </a:lnTo>
                  <a:lnTo>
                    <a:pt x="7011255" y="461669"/>
                  </a:lnTo>
                  <a:lnTo>
                    <a:pt x="7011507" y="461669"/>
                  </a:lnTo>
                  <a:lnTo>
                    <a:pt x="7011760" y="461669"/>
                  </a:lnTo>
                  <a:lnTo>
                    <a:pt x="7011886" y="461669"/>
                  </a:lnTo>
                  <a:lnTo>
                    <a:pt x="7012012" y="461669"/>
                  </a:lnTo>
                  <a:lnTo>
                    <a:pt x="7012643" y="461669"/>
                  </a:lnTo>
                  <a:lnTo>
                    <a:pt x="7012896" y="461669"/>
                  </a:lnTo>
                  <a:lnTo>
                    <a:pt x="7013022" y="461669"/>
                  </a:lnTo>
                  <a:lnTo>
                    <a:pt x="7013148" y="461669"/>
                  </a:lnTo>
                  <a:lnTo>
                    <a:pt x="7013401" y="461669"/>
                  </a:lnTo>
                  <a:lnTo>
                    <a:pt x="7013527" y="461669"/>
                  </a:lnTo>
                  <a:lnTo>
                    <a:pt x="7014032" y="461669"/>
                  </a:lnTo>
                  <a:lnTo>
                    <a:pt x="7014158" y="461669"/>
                  </a:lnTo>
                  <a:lnTo>
                    <a:pt x="7014285" y="461669"/>
                  </a:lnTo>
                  <a:lnTo>
                    <a:pt x="7014790" y="461669"/>
                  </a:lnTo>
                  <a:lnTo>
                    <a:pt x="7016305" y="461669"/>
                  </a:lnTo>
                  <a:lnTo>
                    <a:pt x="7016431" y="461669"/>
                  </a:lnTo>
                  <a:lnTo>
                    <a:pt x="7016684" y="461669"/>
                  </a:lnTo>
                  <a:lnTo>
                    <a:pt x="7016810" y="461669"/>
                  </a:lnTo>
                  <a:lnTo>
                    <a:pt x="7017062" y="461669"/>
                  </a:lnTo>
                  <a:lnTo>
                    <a:pt x="7017441" y="461669"/>
                  </a:lnTo>
                  <a:lnTo>
                    <a:pt x="7017567" y="461669"/>
                  </a:lnTo>
                  <a:lnTo>
                    <a:pt x="7017820" y="461669"/>
                  </a:lnTo>
                  <a:lnTo>
                    <a:pt x="7018199" y="461669"/>
                  </a:lnTo>
                  <a:lnTo>
                    <a:pt x="7018325" y="461669"/>
                  </a:lnTo>
                  <a:lnTo>
                    <a:pt x="7018577" y="461669"/>
                  </a:lnTo>
                  <a:lnTo>
                    <a:pt x="7019840" y="461669"/>
                  </a:lnTo>
                  <a:lnTo>
                    <a:pt x="7020092" y="461669"/>
                  </a:lnTo>
                  <a:lnTo>
                    <a:pt x="7020219" y="461669"/>
                  </a:lnTo>
                  <a:lnTo>
                    <a:pt x="7020471" y="461669"/>
                  </a:lnTo>
                  <a:lnTo>
                    <a:pt x="7020724" y="461669"/>
                  </a:lnTo>
                  <a:lnTo>
                    <a:pt x="7020850" y="461669"/>
                  </a:lnTo>
                  <a:lnTo>
                    <a:pt x="7022870" y="461669"/>
                  </a:lnTo>
                  <a:lnTo>
                    <a:pt x="7022996" y="461669"/>
                  </a:lnTo>
                  <a:lnTo>
                    <a:pt x="7023249" y="461669"/>
                  </a:lnTo>
                  <a:lnTo>
                    <a:pt x="7023375" y="461669"/>
                  </a:lnTo>
                  <a:lnTo>
                    <a:pt x="7023628" y="461669"/>
                  </a:lnTo>
                  <a:lnTo>
                    <a:pt x="7023880" y="461669"/>
                  </a:lnTo>
                  <a:lnTo>
                    <a:pt x="7024006" y="461669"/>
                  </a:lnTo>
                  <a:lnTo>
                    <a:pt x="7024133" y="461669"/>
                  </a:lnTo>
                  <a:lnTo>
                    <a:pt x="7024259" y="461669"/>
                  </a:lnTo>
                  <a:lnTo>
                    <a:pt x="7024764" y="461669"/>
                  </a:lnTo>
                  <a:lnTo>
                    <a:pt x="7025521" y="461669"/>
                  </a:lnTo>
                  <a:lnTo>
                    <a:pt x="7025648" y="461669"/>
                  </a:lnTo>
                  <a:lnTo>
                    <a:pt x="7025774" y="461669"/>
                  </a:lnTo>
                  <a:lnTo>
                    <a:pt x="7026027" y="461669"/>
                  </a:lnTo>
                  <a:lnTo>
                    <a:pt x="7026153" y="461669"/>
                  </a:lnTo>
                  <a:lnTo>
                    <a:pt x="7026279" y="461669"/>
                  </a:lnTo>
                  <a:lnTo>
                    <a:pt x="7026532" y="461669"/>
                  </a:lnTo>
                  <a:lnTo>
                    <a:pt x="7027289" y="461669"/>
                  </a:lnTo>
                  <a:lnTo>
                    <a:pt x="7027415" y="461669"/>
                  </a:lnTo>
                  <a:lnTo>
                    <a:pt x="7027668" y="461669"/>
                  </a:lnTo>
                  <a:lnTo>
                    <a:pt x="7027794" y="461669"/>
                  </a:lnTo>
                  <a:lnTo>
                    <a:pt x="7028173" y="461669"/>
                  </a:lnTo>
                  <a:lnTo>
                    <a:pt x="7028299" y="461669"/>
                  </a:lnTo>
                  <a:lnTo>
                    <a:pt x="7028930" y="461669"/>
                  </a:lnTo>
                  <a:lnTo>
                    <a:pt x="7029057" y="461669"/>
                  </a:lnTo>
                  <a:lnTo>
                    <a:pt x="7029814" y="461669"/>
                  </a:lnTo>
                  <a:lnTo>
                    <a:pt x="7030824" y="461669"/>
                  </a:lnTo>
                  <a:lnTo>
                    <a:pt x="7030951" y="461669"/>
                  </a:lnTo>
                  <a:lnTo>
                    <a:pt x="7031203" y="461669"/>
                  </a:lnTo>
                  <a:lnTo>
                    <a:pt x="7031834" y="461669"/>
                  </a:lnTo>
                  <a:lnTo>
                    <a:pt x="7031961" y="461669"/>
                  </a:lnTo>
                  <a:lnTo>
                    <a:pt x="7032087" y="461669"/>
                  </a:lnTo>
                  <a:lnTo>
                    <a:pt x="7032339" y="461669"/>
                  </a:lnTo>
                  <a:lnTo>
                    <a:pt x="7032592" y="461669"/>
                  </a:lnTo>
                  <a:lnTo>
                    <a:pt x="7032718" y="461669"/>
                  </a:lnTo>
                  <a:lnTo>
                    <a:pt x="7032971" y="461669"/>
                  </a:lnTo>
                  <a:lnTo>
                    <a:pt x="7033223" y="461669"/>
                  </a:lnTo>
                  <a:lnTo>
                    <a:pt x="7033602" y="461669"/>
                  </a:lnTo>
                  <a:lnTo>
                    <a:pt x="7033728" y="461669"/>
                  </a:lnTo>
                  <a:lnTo>
                    <a:pt x="7033981" y="461669"/>
                  </a:lnTo>
                  <a:lnTo>
                    <a:pt x="7034107" y="461669"/>
                  </a:lnTo>
                  <a:lnTo>
                    <a:pt x="7036506" y="461669"/>
                  </a:lnTo>
                  <a:lnTo>
                    <a:pt x="7036632" y="461669"/>
                  </a:lnTo>
                  <a:lnTo>
                    <a:pt x="7037011" y="461669"/>
                  </a:lnTo>
                  <a:lnTo>
                    <a:pt x="7037263" y="461669"/>
                  </a:lnTo>
                  <a:lnTo>
                    <a:pt x="7037768" y="461669"/>
                  </a:lnTo>
                  <a:lnTo>
                    <a:pt x="7037895" y="461669"/>
                  </a:lnTo>
                  <a:lnTo>
                    <a:pt x="7038021" y="461669"/>
                  </a:lnTo>
                  <a:lnTo>
                    <a:pt x="7038147" y="461669"/>
                  </a:lnTo>
                  <a:lnTo>
                    <a:pt x="7038273" y="461669"/>
                  </a:lnTo>
                  <a:lnTo>
                    <a:pt x="7038400" y="461669"/>
                  </a:lnTo>
                  <a:lnTo>
                    <a:pt x="7038905" y="461669"/>
                  </a:lnTo>
                  <a:lnTo>
                    <a:pt x="7039410" y="461669"/>
                  </a:lnTo>
                  <a:lnTo>
                    <a:pt x="7040293" y="461669"/>
                  </a:lnTo>
                  <a:lnTo>
                    <a:pt x="7040420" y="461669"/>
                  </a:lnTo>
                  <a:lnTo>
                    <a:pt x="7040672" y="461669"/>
                  </a:lnTo>
                  <a:lnTo>
                    <a:pt x="7040798" y="461669"/>
                  </a:lnTo>
                  <a:lnTo>
                    <a:pt x="7041051" y="461669"/>
                  </a:lnTo>
                  <a:lnTo>
                    <a:pt x="7041682" y="456757"/>
                  </a:lnTo>
                  <a:lnTo>
                    <a:pt x="7042187" y="456757"/>
                  </a:lnTo>
                  <a:lnTo>
                    <a:pt x="7042566" y="456757"/>
                  </a:lnTo>
                  <a:lnTo>
                    <a:pt x="7043071" y="456757"/>
                  </a:lnTo>
                  <a:lnTo>
                    <a:pt x="7043324" y="456757"/>
                  </a:lnTo>
                  <a:lnTo>
                    <a:pt x="7043702" y="456757"/>
                  </a:lnTo>
                  <a:lnTo>
                    <a:pt x="7043829" y="456757"/>
                  </a:lnTo>
                  <a:lnTo>
                    <a:pt x="7043955" y="456757"/>
                  </a:lnTo>
                  <a:lnTo>
                    <a:pt x="7044334" y="456757"/>
                  </a:lnTo>
                  <a:lnTo>
                    <a:pt x="7044460" y="456757"/>
                  </a:lnTo>
                  <a:lnTo>
                    <a:pt x="7044839" y="456757"/>
                  </a:lnTo>
                  <a:lnTo>
                    <a:pt x="7045344" y="456757"/>
                  </a:lnTo>
                  <a:lnTo>
                    <a:pt x="7046101" y="456757"/>
                  </a:lnTo>
                  <a:lnTo>
                    <a:pt x="7046354" y="456757"/>
                  </a:lnTo>
                  <a:lnTo>
                    <a:pt x="7047616" y="456757"/>
                  </a:lnTo>
                  <a:lnTo>
                    <a:pt x="7048121" y="456757"/>
                  </a:lnTo>
                  <a:lnTo>
                    <a:pt x="7048248" y="456757"/>
                  </a:lnTo>
                  <a:lnTo>
                    <a:pt x="7048374" y="456757"/>
                  </a:lnTo>
                  <a:lnTo>
                    <a:pt x="7048753" y="456757"/>
                  </a:lnTo>
                  <a:lnTo>
                    <a:pt x="7048879" y="456757"/>
                  </a:lnTo>
                  <a:lnTo>
                    <a:pt x="7049636" y="456757"/>
                  </a:lnTo>
                  <a:lnTo>
                    <a:pt x="7050141" y="456757"/>
                  </a:lnTo>
                  <a:lnTo>
                    <a:pt x="7050394" y="456757"/>
                  </a:lnTo>
                  <a:lnTo>
                    <a:pt x="7050899" y="456757"/>
                  </a:lnTo>
                  <a:lnTo>
                    <a:pt x="7051025" y="456757"/>
                  </a:lnTo>
                  <a:lnTo>
                    <a:pt x="7051151" y="456757"/>
                  </a:lnTo>
                  <a:lnTo>
                    <a:pt x="7051530" y="456757"/>
                  </a:lnTo>
                  <a:lnTo>
                    <a:pt x="7051783" y="456757"/>
                  </a:lnTo>
                  <a:lnTo>
                    <a:pt x="7052540" y="456757"/>
                  </a:lnTo>
                  <a:lnTo>
                    <a:pt x="7052667" y="456757"/>
                  </a:lnTo>
                  <a:lnTo>
                    <a:pt x="7052793" y="456757"/>
                  </a:lnTo>
                  <a:lnTo>
                    <a:pt x="7053298" y="456757"/>
                  </a:lnTo>
                  <a:lnTo>
                    <a:pt x="7053677" y="456757"/>
                  </a:lnTo>
                  <a:lnTo>
                    <a:pt x="7054055" y="456757"/>
                  </a:lnTo>
                  <a:lnTo>
                    <a:pt x="7054813" y="456757"/>
                  </a:lnTo>
                  <a:lnTo>
                    <a:pt x="7055065" y="456757"/>
                  </a:lnTo>
                  <a:lnTo>
                    <a:pt x="7055192" y="456757"/>
                  </a:lnTo>
                  <a:lnTo>
                    <a:pt x="7055318" y="456757"/>
                  </a:lnTo>
                  <a:lnTo>
                    <a:pt x="7055444" y="456757"/>
                  </a:lnTo>
                  <a:lnTo>
                    <a:pt x="7055697" y="456757"/>
                  </a:lnTo>
                  <a:lnTo>
                    <a:pt x="7055949" y="456757"/>
                  </a:lnTo>
                  <a:lnTo>
                    <a:pt x="7056202" y="456757"/>
                  </a:lnTo>
                  <a:lnTo>
                    <a:pt x="7056328" y="456757"/>
                  </a:lnTo>
                  <a:lnTo>
                    <a:pt x="7056454" y="456757"/>
                  </a:lnTo>
                  <a:lnTo>
                    <a:pt x="7058727" y="456757"/>
                  </a:lnTo>
                  <a:lnTo>
                    <a:pt x="7058853" y="456757"/>
                  </a:lnTo>
                  <a:lnTo>
                    <a:pt x="7059106" y="456757"/>
                  </a:lnTo>
                  <a:lnTo>
                    <a:pt x="7059232" y="456757"/>
                  </a:lnTo>
                  <a:lnTo>
                    <a:pt x="7059484" y="456757"/>
                  </a:lnTo>
                  <a:lnTo>
                    <a:pt x="7059611" y="456757"/>
                  </a:lnTo>
                  <a:lnTo>
                    <a:pt x="7059737" y="456757"/>
                  </a:lnTo>
                  <a:lnTo>
                    <a:pt x="7059989" y="456757"/>
                  </a:lnTo>
                  <a:lnTo>
                    <a:pt x="7060242" y="456757"/>
                  </a:lnTo>
                  <a:lnTo>
                    <a:pt x="7060747" y="456757"/>
                  </a:lnTo>
                  <a:lnTo>
                    <a:pt x="7061252" y="456757"/>
                  </a:lnTo>
                  <a:lnTo>
                    <a:pt x="7062262" y="456757"/>
                  </a:lnTo>
                  <a:lnTo>
                    <a:pt x="7062388" y="456757"/>
                  </a:lnTo>
                  <a:lnTo>
                    <a:pt x="7063020" y="456757"/>
                  </a:lnTo>
                  <a:lnTo>
                    <a:pt x="7063146" y="456757"/>
                  </a:lnTo>
                  <a:lnTo>
                    <a:pt x="7063272" y="456757"/>
                  </a:lnTo>
                  <a:lnTo>
                    <a:pt x="7063525" y="456757"/>
                  </a:lnTo>
                  <a:lnTo>
                    <a:pt x="7063651" y="456757"/>
                  </a:lnTo>
                  <a:lnTo>
                    <a:pt x="7064030" y="456757"/>
                  </a:lnTo>
                  <a:lnTo>
                    <a:pt x="7064156" y="456757"/>
                  </a:lnTo>
                  <a:lnTo>
                    <a:pt x="7064408" y="456757"/>
                  </a:lnTo>
                  <a:lnTo>
                    <a:pt x="7065040" y="456757"/>
                  </a:lnTo>
                  <a:lnTo>
                    <a:pt x="7065418" y="456757"/>
                  </a:lnTo>
                  <a:lnTo>
                    <a:pt x="7065545" y="456757"/>
                  </a:lnTo>
                  <a:lnTo>
                    <a:pt x="7065671" y="456757"/>
                  </a:lnTo>
                  <a:lnTo>
                    <a:pt x="7066807" y="456757"/>
                  </a:lnTo>
                  <a:lnTo>
                    <a:pt x="7066934" y="456757"/>
                  </a:lnTo>
                  <a:lnTo>
                    <a:pt x="7067060" y="456757"/>
                  </a:lnTo>
                  <a:lnTo>
                    <a:pt x="7067186" y="456757"/>
                  </a:lnTo>
                  <a:lnTo>
                    <a:pt x="7067565" y="456757"/>
                  </a:lnTo>
                  <a:lnTo>
                    <a:pt x="7067691" y="456757"/>
                  </a:lnTo>
                  <a:lnTo>
                    <a:pt x="7068322" y="456757"/>
                  </a:lnTo>
                  <a:lnTo>
                    <a:pt x="7068954" y="456757"/>
                  </a:lnTo>
                  <a:lnTo>
                    <a:pt x="7069206" y="456757"/>
                  </a:lnTo>
                  <a:lnTo>
                    <a:pt x="7069585" y="456757"/>
                  </a:lnTo>
                  <a:lnTo>
                    <a:pt x="7069711" y="456757"/>
                  </a:lnTo>
                  <a:lnTo>
                    <a:pt x="7069837" y="456757"/>
                  </a:lnTo>
                  <a:lnTo>
                    <a:pt x="7070595" y="456757"/>
                  </a:lnTo>
                  <a:lnTo>
                    <a:pt x="7070721" y="456757"/>
                  </a:lnTo>
                  <a:lnTo>
                    <a:pt x="7070847" y="456757"/>
                  </a:lnTo>
                  <a:lnTo>
                    <a:pt x="7070974" y="456757"/>
                  </a:lnTo>
                  <a:lnTo>
                    <a:pt x="7071352" y="456757"/>
                  </a:lnTo>
                  <a:lnTo>
                    <a:pt x="7071857" y="456757"/>
                  </a:lnTo>
                  <a:lnTo>
                    <a:pt x="7072615" y="456757"/>
                  </a:lnTo>
                  <a:lnTo>
                    <a:pt x="7072741" y="456757"/>
                  </a:lnTo>
                  <a:lnTo>
                    <a:pt x="7073120" y="456757"/>
                  </a:lnTo>
                  <a:lnTo>
                    <a:pt x="7073751" y="456757"/>
                  </a:lnTo>
                  <a:lnTo>
                    <a:pt x="7073878" y="456757"/>
                  </a:lnTo>
                  <a:lnTo>
                    <a:pt x="7073878" y="451846"/>
                  </a:lnTo>
                  <a:lnTo>
                    <a:pt x="7075771" y="451846"/>
                  </a:lnTo>
                  <a:lnTo>
                    <a:pt x="7075771" y="446935"/>
                  </a:lnTo>
                  <a:lnTo>
                    <a:pt x="7076403" y="446935"/>
                  </a:lnTo>
                  <a:lnTo>
                    <a:pt x="7076781" y="446935"/>
                  </a:lnTo>
                  <a:lnTo>
                    <a:pt x="7076908" y="446935"/>
                  </a:lnTo>
                  <a:lnTo>
                    <a:pt x="7077160" y="446935"/>
                  </a:lnTo>
                  <a:lnTo>
                    <a:pt x="7077287" y="446935"/>
                  </a:lnTo>
                  <a:lnTo>
                    <a:pt x="7077539" y="446935"/>
                  </a:lnTo>
                  <a:lnTo>
                    <a:pt x="7077665" y="446935"/>
                  </a:lnTo>
                  <a:lnTo>
                    <a:pt x="7078044" y="446935"/>
                  </a:lnTo>
                  <a:lnTo>
                    <a:pt x="7078297" y="446935"/>
                  </a:lnTo>
                  <a:lnTo>
                    <a:pt x="7078423" y="446935"/>
                  </a:lnTo>
                  <a:lnTo>
                    <a:pt x="7078928" y="446935"/>
                  </a:lnTo>
                  <a:lnTo>
                    <a:pt x="7079054" y="446935"/>
                  </a:lnTo>
                  <a:lnTo>
                    <a:pt x="7079180" y="446935"/>
                  </a:lnTo>
                  <a:lnTo>
                    <a:pt x="7079433" y="446935"/>
                  </a:lnTo>
                  <a:lnTo>
                    <a:pt x="7079559" y="446935"/>
                  </a:lnTo>
                  <a:lnTo>
                    <a:pt x="7079812" y="446935"/>
                  </a:lnTo>
                  <a:lnTo>
                    <a:pt x="7080190" y="446935"/>
                  </a:lnTo>
                  <a:lnTo>
                    <a:pt x="7080948" y="446935"/>
                  </a:lnTo>
                  <a:lnTo>
                    <a:pt x="7081074" y="446935"/>
                  </a:lnTo>
                  <a:lnTo>
                    <a:pt x="7081200" y="446935"/>
                  </a:lnTo>
                  <a:lnTo>
                    <a:pt x="7081327" y="446935"/>
                  </a:lnTo>
                  <a:lnTo>
                    <a:pt x="7081453" y="446935"/>
                  </a:lnTo>
                  <a:lnTo>
                    <a:pt x="7082084" y="446935"/>
                  </a:lnTo>
                  <a:lnTo>
                    <a:pt x="7082968" y="446935"/>
                  </a:lnTo>
                  <a:lnTo>
                    <a:pt x="7083094" y="446935"/>
                  </a:lnTo>
                  <a:lnTo>
                    <a:pt x="7083347" y="446935"/>
                  </a:lnTo>
                  <a:lnTo>
                    <a:pt x="7083473" y="446935"/>
                  </a:lnTo>
                  <a:lnTo>
                    <a:pt x="7083599" y="446935"/>
                  </a:lnTo>
                  <a:lnTo>
                    <a:pt x="7084483" y="446935"/>
                  </a:lnTo>
                  <a:lnTo>
                    <a:pt x="7084609" y="446935"/>
                  </a:lnTo>
                  <a:lnTo>
                    <a:pt x="7084862" y="446935"/>
                  </a:lnTo>
                  <a:lnTo>
                    <a:pt x="7085367" y="446935"/>
                  </a:lnTo>
                  <a:lnTo>
                    <a:pt x="7085493" y="446935"/>
                  </a:lnTo>
                  <a:lnTo>
                    <a:pt x="7085619" y="446935"/>
                  </a:lnTo>
                  <a:lnTo>
                    <a:pt x="7085746" y="446935"/>
                  </a:lnTo>
                  <a:lnTo>
                    <a:pt x="7086251" y="446935"/>
                  </a:lnTo>
                  <a:lnTo>
                    <a:pt x="7086756" y="446935"/>
                  </a:lnTo>
                  <a:lnTo>
                    <a:pt x="7087387" y="446935"/>
                  </a:lnTo>
                  <a:lnTo>
                    <a:pt x="7088018" y="446935"/>
                  </a:lnTo>
                  <a:lnTo>
                    <a:pt x="7088145" y="446935"/>
                  </a:lnTo>
                  <a:lnTo>
                    <a:pt x="7088397" y="446935"/>
                  </a:lnTo>
                  <a:lnTo>
                    <a:pt x="7088523" y="446935"/>
                  </a:lnTo>
                  <a:lnTo>
                    <a:pt x="7088902" y="446935"/>
                  </a:lnTo>
                  <a:lnTo>
                    <a:pt x="7089028" y="446935"/>
                  </a:lnTo>
                  <a:lnTo>
                    <a:pt x="7090796" y="442023"/>
                  </a:lnTo>
                  <a:lnTo>
                    <a:pt x="7091175" y="442023"/>
                  </a:lnTo>
                  <a:lnTo>
                    <a:pt x="7091301" y="442023"/>
                  </a:lnTo>
                  <a:lnTo>
                    <a:pt x="7091553" y="442023"/>
                  </a:lnTo>
                  <a:lnTo>
                    <a:pt x="7091806" y="442023"/>
                  </a:lnTo>
                  <a:lnTo>
                    <a:pt x="7091932" y="442023"/>
                  </a:lnTo>
                  <a:lnTo>
                    <a:pt x="7092058" y="442023"/>
                  </a:lnTo>
                  <a:lnTo>
                    <a:pt x="7092311" y="442023"/>
                  </a:lnTo>
                  <a:lnTo>
                    <a:pt x="7092816" y="442023"/>
                  </a:lnTo>
                  <a:lnTo>
                    <a:pt x="7093195" y="442023"/>
                  </a:lnTo>
                  <a:lnTo>
                    <a:pt x="7094457" y="442023"/>
                  </a:lnTo>
                  <a:lnTo>
                    <a:pt x="7094962" y="442023"/>
                  </a:lnTo>
                  <a:lnTo>
                    <a:pt x="7095215" y="442023"/>
                  </a:lnTo>
                  <a:lnTo>
                    <a:pt x="7095467" y="442023"/>
                  </a:lnTo>
                  <a:lnTo>
                    <a:pt x="7095594" y="442023"/>
                  </a:lnTo>
                  <a:lnTo>
                    <a:pt x="7095972" y="442023"/>
                  </a:lnTo>
                  <a:lnTo>
                    <a:pt x="7096099" y="442023"/>
                  </a:lnTo>
                  <a:lnTo>
                    <a:pt x="7096604" y="442023"/>
                  </a:lnTo>
                  <a:lnTo>
                    <a:pt x="7097235" y="442023"/>
                  </a:lnTo>
                  <a:lnTo>
                    <a:pt x="7097993" y="442023"/>
                  </a:lnTo>
                  <a:lnTo>
                    <a:pt x="7098371" y="442023"/>
                  </a:lnTo>
                  <a:lnTo>
                    <a:pt x="7098876" y="442023"/>
                  </a:lnTo>
                  <a:lnTo>
                    <a:pt x="7099381" y="442023"/>
                  </a:lnTo>
                  <a:lnTo>
                    <a:pt x="7099508" y="442023"/>
                  </a:lnTo>
                  <a:lnTo>
                    <a:pt x="7099760" y="442023"/>
                  </a:lnTo>
                  <a:lnTo>
                    <a:pt x="7099886" y="442023"/>
                  </a:lnTo>
                  <a:lnTo>
                    <a:pt x="7100518" y="442023"/>
                  </a:lnTo>
                  <a:lnTo>
                    <a:pt x="7100644" y="442023"/>
                  </a:lnTo>
                  <a:lnTo>
                    <a:pt x="7101023" y="442023"/>
                  </a:lnTo>
                  <a:lnTo>
                    <a:pt x="7101906" y="442023"/>
                  </a:lnTo>
                  <a:lnTo>
                    <a:pt x="7102538" y="442023"/>
                  </a:lnTo>
                  <a:lnTo>
                    <a:pt x="7102790" y="442023"/>
                  </a:lnTo>
                  <a:lnTo>
                    <a:pt x="7103422" y="442023"/>
                  </a:lnTo>
                  <a:lnTo>
                    <a:pt x="7103927" y="442023"/>
                  </a:lnTo>
                  <a:lnTo>
                    <a:pt x="7104053" y="442023"/>
                  </a:lnTo>
                  <a:lnTo>
                    <a:pt x="7104179" y="442023"/>
                  </a:lnTo>
                  <a:lnTo>
                    <a:pt x="7104305" y="442023"/>
                  </a:lnTo>
                  <a:lnTo>
                    <a:pt x="7104432" y="442023"/>
                  </a:lnTo>
                  <a:lnTo>
                    <a:pt x="7104558" y="442023"/>
                  </a:lnTo>
                  <a:lnTo>
                    <a:pt x="7104810" y="442023"/>
                  </a:lnTo>
                  <a:lnTo>
                    <a:pt x="7105063" y="442023"/>
                  </a:lnTo>
                  <a:lnTo>
                    <a:pt x="7105189" y="442023"/>
                  </a:lnTo>
                  <a:lnTo>
                    <a:pt x="7105315" y="442023"/>
                  </a:lnTo>
                  <a:lnTo>
                    <a:pt x="7105442" y="442023"/>
                  </a:lnTo>
                  <a:lnTo>
                    <a:pt x="7107209" y="442023"/>
                  </a:lnTo>
                  <a:lnTo>
                    <a:pt x="7107335" y="442023"/>
                  </a:lnTo>
                  <a:lnTo>
                    <a:pt x="7107462" y="442023"/>
                  </a:lnTo>
                  <a:lnTo>
                    <a:pt x="7107967" y="437112"/>
                  </a:lnTo>
                  <a:lnTo>
                    <a:pt x="7108219" y="437112"/>
                  </a:lnTo>
                  <a:lnTo>
                    <a:pt x="7108346" y="437112"/>
                  </a:lnTo>
                  <a:lnTo>
                    <a:pt x="7108472" y="437112"/>
                  </a:lnTo>
                  <a:lnTo>
                    <a:pt x="7108598" y="437112"/>
                  </a:lnTo>
                  <a:lnTo>
                    <a:pt x="7108851" y="437112"/>
                  </a:lnTo>
                  <a:lnTo>
                    <a:pt x="7108977" y="437112"/>
                  </a:lnTo>
                  <a:lnTo>
                    <a:pt x="7109356" y="437112"/>
                  </a:lnTo>
                  <a:lnTo>
                    <a:pt x="7109734" y="437112"/>
                  </a:lnTo>
                  <a:lnTo>
                    <a:pt x="7109861" y="437112"/>
                  </a:lnTo>
                  <a:lnTo>
                    <a:pt x="7110366" y="437112"/>
                  </a:lnTo>
                  <a:lnTo>
                    <a:pt x="7110492" y="437112"/>
                  </a:lnTo>
                  <a:lnTo>
                    <a:pt x="7110618" y="437112"/>
                  </a:lnTo>
                  <a:lnTo>
                    <a:pt x="7110871" y="437112"/>
                  </a:lnTo>
                  <a:lnTo>
                    <a:pt x="7111123" y="437112"/>
                  </a:lnTo>
                  <a:lnTo>
                    <a:pt x="7111249" y="437112"/>
                  </a:lnTo>
                  <a:lnTo>
                    <a:pt x="7112133" y="437112"/>
                  </a:lnTo>
                  <a:lnTo>
                    <a:pt x="7112259" y="437112"/>
                  </a:lnTo>
                  <a:lnTo>
                    <a:pt x="7112512" y="437112"/>
                  </a:lnTo>
                  <a:lnTo>
                    <a:pt x="7113648" y="437112"/>
                  </a:lnTo>
                  <a:lnTo>
                    <a:pt x="7113775" y="437112"/>
                  </a:lnTo>
                  <a:lnTo>
                    <a:pt x="7113901" y="437112"/>
                  </a:lnTo>
                  <a:lnTo>
                    <a:pt x="7114406" y="437112"/>
                  </a:lnTo>
                  <a:lnTo>
                    <a:pt x="7115290" y="437112"/>
                  </a:lnTo>
                  <a:lnTo>
                    <a:pt x="7115416" y="437112"/>
                  </a:lnTo>
                  <a:lnTo>
                    <a:pt x="7115542" y="437112"/>
                  </a:lnTo>
                  <a:lnTo>
                    <a:pt x="7116173" y="437112"/>
                  </a:lnTo>
                  <a:lnTo>
                    <a:pt x="7117183" y="437112"/>
                  </a:lnTo>
                  <a:lnTo>
                    <a:pt x="7117436" y="437112"/>
                  </a:lnTo>
                  <a:lnTo>
                    <a:pt x="7117562" y="437112"/>
                  </a:lnTo>
                  <a:lnTo>
                    <a:pt x="7119204" y="437112"/>
                  </a:lnTo>
                  <a:lnTo>
                    <a:pt x="7119456" y="437112"/>
                  </a:lnTo>
                  <a:lnTo>
                    <a:pt x="7119582" y="437112"/>
                  </a:lnTo>
                  <a:lnTo>
                    <a:pt x="7119709" y="437112"/>
                  </a:lnTo>
                  <a:lnTo>
                    <a:pt x="7119835" y="437112"/>
                  </a:lnTo>
                  <a:lnTo>
                    <a:pt x="7119961" y="437112"/>
                  </a:lnTo>
                  <a:lnTo>
                    <a:pt x="7120214" y="437112"/>
                  </a:lnTo>
                  <a:lnTo>
                    <a:pt x="7120340" y="437112"/>
                  </a:lnTo>
                  <a:lnTo>
                    <a:pt x="7120466" y="437112"/>
                  </a:lnTo>
                  <a:lnTo>
                    <a:pt x="7121350" y="437112"/>
                  </a:lnTo>
                  <a:lnTo>
                    <a:pt x="7121729" y="437112"/>
                  </a:lnTo>
                  <a:lnTo>
                    <a:pt x="7121981" y="437112"/>
                  </a:lnTo>
                  <a:lnTo>
                    <a:pt x="7122739" y="437112"/>
                  </a:lnTo>
                  <a:lnTo>
                    <a:pt x="7123244" y="437112"/>
                  </a:lnTo>
                  <a:lnTo>
                    <a:pt x="7123370" y="437112"/>
                  </a:lnTo>
                  <a:lnTo>
                    <a:pt x="7123496" y="437112"/>
                  </a:lnTo>
                  <a:lnTo>
                    <a:pt x="7124001" y="437112"/>
                  </a:lnTo>
                  <a:lnTo>
                    <a:pt x="7124506" y="437112"/>
                  </a:lnTo>
                  <a:lnTo>
                    <a:pt x="7125011" y="437112"/>
                  </a:lnTo>
                  <a:lnTo>
                    <a:pt x="7125264" y="437112"/>
                  </a:lnTo>
                  <a:lnTo>
                    <a:pt x="7125643" y="437112"/>
                  </a:lnTo>
                  <a:lnTo>
                    <a:pt x="7126148" y="437112"/>
                  </a:lnTo>
                  <a:lnTo>
                    <a:pt x="7127284" y="432200"/>
                  </a:lnTo>
                  <a:lnTo>
                    <a:pt x="7127536" y="432200"/>
                  </a:lnTo>
                  <a:lnTo>
                    <a:pt x="7127789" y="432200"/>
                  </a:lnTo>
                  <a:lnTo>
                    <a:pt x="7128041" y="432200"/>
                  </a:lnTo>
                  <a:lnTo>
                    <a:pt x="7128925" y="432200"/>
                  </a:lnTo>
                  <a:lnTo>
                    <a:pt x="7129052" y="432200"/>
                  </a:lnTo>
                  <a:lnTo>
                    <a:pt x="7129304" y="432200"/>
                  </a:lnTo>
                  <a:lnTo>
                    <a:pt x="7129430" y="432200"/>
                  </a:lnTo>
                  <a:lnTo>
                    <a:pt x="7129557" y="432200"/>
                  </a:lnTo>
                  <a:lnTo>
                    <a:pt x="7130062" y="432200"/>
                  </a:lnTo>
                  <a:lnTo>
                    <a:pt x="7130567" y="432200"/>
                  </a:lnTo>
                  <a:lnTo>
                    <a:pt x="7130693" y="432200"/>
                  </a:lnTo>
                  <a:lnTo>
                    <a:pt x="7131072" y="432200"/>
                  </a:lnTo>
                  <a:lnTo>
                    <a:pt x="7131450" y="432200"/>
                  </a:lnTo>
                  <a:lnTo>
                    <a:pt x="7131577" y="432200"/>
                  </a:lnTo>
                  <a:lnTo>
                    <a:pt x="7131703" y="432200"/>
                  </a:lnTo>
                  <a:lnTo>
                    <a:pt x="7132082" y="432200"/>
                  </a:lnTo>
                  <a:lnTo>
                    <a:pt x="7133092" y="432200"/>
                  </a:lnTo>
                  <a:lnTo>
                    <a:pt x="7133218" y="432200"/>
                  </a:lnTo>
                  <a:lnTo>
                    <a:pt x="7133597" y="432200"/>
                  </a:lnTo>
                  <a:lnTo>
                    <a:pt x="7133849" y="432200"/>
                  </a:lnTo>
                  <a:lnTo>
                    <a:pt x="7133976" y="432200"/>
                  </a:lnTo>
                  <a:lnTo>
                    <a:pt x="7134102" y="432200"/>
                  </a:lnTo>
                  <a:lnTo>
                    <a:pt x="7134859" y="432200"/>
                  </a:lnTo>
                  <a:lnTo>
                    <a:pt x="7136248" y="432200"/>
                  </a:lnTo>
                  <a:lnTo>
                    <a:pt x="7136501" y="432200"/>
                  </a:lnTo>
                  <a:lnTo>
                    <a:pt x="7136627" y="432200"/>
                  </a:lnTo>
                  <a:lnTo>
                    <a:pt x="7136753" y="432200"/>
                  </a:lnTo>
                  <a:lnTo>
                    <a:pt x="7137384" y="432200"/>
                  </a:lnTo>
                  <a:lnTo>
                    <a:pt x="7137511" y="432200"/>
                  </a:lnTo>
                  <a:lnTo>
                    <a:pt x="7137637" y="432200"/>
                  </a:lnTo>
                  <a:lnTo>
                    <a:pt x="7137763" y="432200"/>
                  </a:lnTo>
                  <a:lnTo>
                    <a:pt x="7138142" y="432200"/>
                  </a:lnTo>
                  <a:lnTo>
                    <a:pt x="7139152" y="432200"/>
                  </a:lnTo>
                  <a:lnTo>
                    <a:pt x="7139405" y="432200"/>
                  </a:lnTo>
                  <a:lnTo>
                    <a:pt x="7139910" y="432200"/>
                  </a:lnTo>
                  <a:lnTo>
                    <a:pt x="7140036" y="432200"/>
                  </a:lnTo>
                  <a:lnTo>
                    <a:pt x="7140162" y="432200"/>
                  </a:lnTo>
                  <a:lnTo>
                    <a:pt x="7140288" y="432200"/>
                  </a:lnTo>
                  <a:lnTo>
                    <a:pt x="7140920" y="432200"/>
                  </a:lnTo>
                  <a:lnTo>
                    <a:pt x="7141425" y="432200"/>
                  </a:lnTo>
                  <a:lnTo>
                    <a:pt x="7141930" y="432200"/>
                  </a:lnTo>
                  <a:lnTo>
                    <a:pt x="7142182" y="432200"/>
                  </a:lnTo>
                  <a:lnTo>
                    <a:pt x="7142813" y="432200"/>
                  </a:lnTo>
                  <a:lnTo>
                    <a:pt x="7143697" y="432200"/>
                  </a:lnTo>
                  <a:lnTo>
                    <a:pt x="7143950" y="432200"/>
                  </a:lnTo>
                  <a:lnTo>
                    <a:pt x="7144202" y="432200"/>
                  </a:lnTo>
                  <a:lnTo>
                    <a:pt x="7144329" y="432200"/>
                  </a:lnTo>
                  <a:lnTo>
                    <a:pt x="7144455" y="432200"/>
                  </a:lnTo>
                  <a:lnTo>
                    <a:pt x="7144960" y="432200"/>
                  </a:lnTo>
                  <a:lnTo>
                    <a:pt x="7145086" y="432200"/>
                  </a:lnTo>
                  <a:lnTo>
                    <a:pt x="7145591" y="432200"/>
                  </a:lnTo>
                  <a:lnTo>
                    <a:pt x="7145844" y="432200"/>
                  </a:lnTo>
                  <a:lnTo>
                    <a:pt x="7146096" y="432200"/>
                  </a:lnTo>
                  <a:lnTo>
                    <a:pt x="7146222" y="432200"/>
                  </a:lnTo>
                  <a:lnTo>
                    <a:pt x="7146475" y="432200"/>
                  </a:lnTo>
                  <a:lnTo>
                    <a:pt x="7146601" y="432200"/>
                  </a:lnTo>
                  <a:lnTo>
                    <a:pt x="7146854" y="432200"/>
                  </a:lnTo>
                  <a:lnTo>
                    <a:pt x="7147106" y="432200"/>
                  </a:lnTo>
                  <a:lnTo>
                    <a:pt x="7147611" y="432200"/>
                  </a:lnTo>
                  <a:lnTo>
                    <a:pt x="7147737" y="432200"/>
                  </a:lnTo>
                  <a:lnTo>
                    <a:pt x="7147864" y="432200"/>
                  </a:lnTo>
                  <a:lnTo>
                    <a:pt x="7147990" y="432200"/>
                  </a:lnTo>
                  <a:lnTo>
                    <a:pt x="7148369" y="432200"/>
                  </a:lnTo>
                  <a:lnTo>
                    <a:pt x="7148495" y="432200"/>
                  </a:lnTo>
                  <a:lnTo>
                    <a:pt x="7148747" y="432200"/>
                  </a:lnTo>
                  <a:lnTo>
                    <a:pt x="7149000" y="432200"/>
                  </a:lnTo>
                  <a:lnTo>
                    <a:pt x="7149505" y="432200"/>
                  </a:lnTo>
                  <a:lnTo>
                    <a:pt x="7150389" y="432200"/>
                  </a:lnTo>
                  <a:lnTo>
                    <a:pt x="7150768" y="432200"/>
                  </a:lnTo>
                  <a:lnTo>
                    <a:pt x="7151020" y="432200"/>
                  </a:lnTo>
                  <a:lnTo>
                    <a:pt x="7151399" y="432200"/>
                  </a:lnTo>
                  <a:lnTo>
                    <a:pt x="7151778" y="432200"/>
                  </a:lnTo>
                  <a:lnTo>
                    <a:pt x="7151904" y="432200"/>
                  </a:lnTo>
                  <a:lnTo>
                    <a:pt x="7152788" y="432200"/>
                  </a:lnTo>
                  <a:lnTo>
                    <a:pt x="7153040" y="432200"/>
                  </a:lnTo>
                  <a:lnTo>
                    <a:pt x="7153419" y="432200"/>
                  </a:lnTo>
                  <a:lnTo>
                    <a:pt x="7154050" y="432200"/>
                  </a:lnTo>
                  <a:lnTo>
                    <a:pt x="7154176" y="432200"/>
                  </a:lnTo>
                  <a:lnTo>
                    <a:pt x="7154303" y="432200"/>
                  </a:lnTo>
                  <a:lnTo>
                    <a:pt x="7154429" y="432200"/>
                  </a:lnTo>
                  <a:lnTo>
                    <a:pt x="7154682" y="432200"/>
                  </a:lnTo>
                  <a:lnTo>
                    <a:pt x="7154934" y="432200"/>
                  </a:lnTo>
                  <a:lnTo>
                    <a:pt x="7155187" y="432200"/>
                  </a:lnTo>
                  <a:lnTo>
                    <a:pt x="7155313" y="432200"/>
                  </a:lnTo>
                  <a:lnTo>
                    <a:pt x="7155439" y="432200"/>
                  </a:lnTo>
                  <a:lnTo>
                    <a:pt x="7155565" y="432200"/>
                  </a:lnTo>
                  <a:lnTo>
                    <a:pt x="7155692" y="432200"/>
                  </a:lnTo>
                  <a:lnTo>
                    <a:pt x="7156449" y="432200"/>
                  </a:lnTo>
                  <a:lnTo>
                    <a:pt x="7156954" y="432200"/>
                  </a:lnTo>
                  <a:lnTo>
                    <a:pt x="7157333" y="432200"/>
                  </a:lnTo>
                  <a:lnTo>
                    <a:pt x="7157459" y="432200"/>
                  </a:lnTo>
                  <a:lnTo>
                    <a:pt x="7157585" y="432200"/>
                  </a:lnTo>
                  <a:lnTo>
                    <a:pt x="7157838" y="432200"/>
                  </a:lnTo>
                  <a:lnTo>
                    <a:pt x="7158722" y="432200"/>
                  </a:lnTo>
                  <a:lnTo>
                    <a:pt x="7159479" y="432200"/>
                  </a:lnTo>
                  <a:lnTo>
                    <a:pt x="7159732" y="432200"/>
                  </a:lnTo>
                  <a:lnTo>
                    <a:pt x="7159858" y="432200"/>
                  </a:lnTo>
                  <a:lnTo>
                    <a:pt x="7160111" y="432200"/>
                  </a:lnTo>
                  <a:lnTo>
                    <a:pt x="7160237" y="432200"/>
                  </a:lnTo>
                  <a:lnTo>
                    <a:pt x="7160868" y="432200"/>
                  </a:lnTo>
                  <a:lnTo>
                    <a:pt x="7161121" y="432200"/>
                  </a:lnTo>
                  <a:lnTo>
                    <a:pt x="7161247" y="432200"/>
                  </a:lnTo>
                  <a:lnTo>
                    <a:pt x="7161373" y="432200"/>
                  </a:lnTo>
                  <a:lnTo>
                    <a:pt x="7161626" y="432200"/>
                  </a:lnTo>
                  <a:lnTo>
                    <a:pt x="7162257" y="432200"/>
                  </a:lnTo>
                  <a:lnTo>
                    <a:pt x="7162383" y="432200"/>
                  </a:lnTo>
                  <a:lnTo>
                    <a:pt x="7162509" y="432200"/>
                  </a:lnTo>
                  <a:lnTo>
                    <a:pt x="7163267" y="432200"/>
                  </a:lnTo>
                  <a:lnTo>
                    <a:pt x="7163519" y="432200"/>
                  </a:lnTo>
                  <a:lnTo>
                    <a:pt x="7163646" y="432200"/>
                  </a:lnTo>
                  <a:lnTo>
                    <a:pt x="7164024" y="432200"/>
                  </a:lnTo>
                  <a:lnTo>
                    <a:pt x="7164151" y="432200"/>
                  </a:lnTo>
                  <a:lnTo>
                    <a:pt x="7164277" y="432200"/>
                  </a:lnTo>
                  <a:lnTo>
                    <a:pt x="7165666" y="427289"/>
                  </a:lnTo>
                  <a:lnTo>
                    <a:pt x="7165792" y="427289"/>
                  </a:lnTo>
                  <a:lnTo>
                    <a:pt x="7166423" y="427289"/>
                  </a:lnTo>
                  <a:lnTo>
                    <a:pt x="7167055" y="427289"/>
                  </a:lnTo>
                  <a:lnTo>
                    <a:pt x="7167307" y="427289"/>
                  </a:lnTo>
                  <a:lnTo>
                    <a:pt x="7167433" y="427289"/>
                  </a:lnTo>
                  <a:lnTo>
                    <a:pt x="7167686" y="427289"/>
                  </a:lnTo>
                  <a:lnTo>
                    <a:pt x="7168065" y="427289"/>
                  </a:lnTo>
                  <a:lnTo>
                    <a:pt x="7168191" y="427289"/>
                  </a:lnTo>
                  <a:lnTo>
                    <a:pt x="7168317" y="427289"/>
                  </a:lnTo>
                  <a:lnTo>
                    <a:pt x="7168696" y="427289"/>
                  </a:lnTo>
                  <a:lnTo>
                    <a:pt x="7169580" y="427289"/>
                  </a:lnTo>
                  <a:lnTo>
                    <a:pt x="7169958" y="427289"/>
                  </a:lnTo>
                  <a:lnTo>
                    <a:pt x="7170085" y="427289"/>
                  </a:lnTo>
                  <a:lnTo>
                    <a:pt x="7170337" y="427289"/>
                  </a:lnTo>
                  <a:lnTo>
                    <a:pt x="7170842" y="427289"/>
                  </a:lnTo>
                  <a:lnTo>
                    <a:pt x="7170969" y="427289"/>
                  </a:lnTo>
                  <a:lnTo>
                    <a:pt x="7171095" y="427289"/>
                  </a:lnTo>
                  <a:lnTo>
                    <a:pt x="7171474" y="427289"/>
                  </a:lnTo>
                  <a:lnTo>
                    <a:pt x="7171726" y="427289"/>
                  </a:lnTo>
                  <a:lnTo>
                    <a:pt x="7171852" y="427289"/>
                  </a:lnTo>
                  <a:lnTo>
                    <a:pt x="7171979" y="427289"/>
                  </a:lnTo>
                  <a:lnTo>
                    <a:pt x="7172610" y="422378"/>
                  </a:lnTo>
                  <a:lnTo>
                    <a:pt x="7172736" y="422378"/>
                  </a:lnTo>
                  <a:lnTo>
                    <a:pt x="7172862" y="422378"/>
                  </a:lnTo>
                  <a:lnTo>
                    <a:pt x="7173115" y="422378"/>
                  </a:lnTo>
                  <a:lnTo>
                    <a:pt x="7173367" y="422378"/>
                  </a:lnTo>
                  <a:lnTo>
                    <a:pt x="7173746" y="422378"/>
                  </a:lnTo>
                  <a:lnTo>
                    <a:pt x="7173872" y="422378"/>
                  </a:lnTo>
                  <a:lnTo>
                    <a:pt x="7174882" y="422378"/>
                  </a:lnTo>
                  <a:lnTo>
                    <a:pt x="7175135" y="422378"/>
                  </a:lnTo>
                  <a:lnTo>
                    <a:pt x="7175388" y="422378"/>
                  </a:lnTo>
                  <a:lnTo>
                    <a:pt x="7175514" y="422378"/>
                  </a:lnTo>
                  <a:lnTo>
                    <a:pt x="7176019" y="422378"/>
                  </a:lnTo>
                  <a:lnTo>
                    <a:pt x="7176145" y="422378"/>
                  </a:lnTo>
                  <a:lnTo>
                    <a:pt x="7177408" y="422378"/>
                  </a:lnTo>
                  <a:lnTo>
                    <a:pt x="7177534" y="422378"/>
                  </a:lnTo>
                  <a:lnTo>
                    <a:pt x="7177660" y="422378"/>
                  </a:lnTo>
                  <a:lnTo>
                    <a:pt x="7177786" y="422378"/>
                  </a:lnTo>
                  <a:lnTo>
                    <a:pt x="7178165" y="422378"/>
                  </a:lnTo>
                  <a:lnTo>
                    <a:pt x="7178418" y="422378"/>
                  </a:lnTo>
                  <a:lnTo>
                    <a:pt x="7178796" y="422378"/>
                  </a:lnTo>
                  <a:lnTo>
                    <a:pt x="7178923" y="422378"/>
                  </a:lnTo>
                  <a:lnTo>
                    <a:pt x="7179554" y="422378"/>
                  </a:lnTo>
                  <a:lnTo>
                    <a:pt x="7179680" y="422378"/>
                  </a:lnTo>
                  <a:lnTo>
                    <a:pt x="7179806" y="422378"/>
                  </a:lnTo>
                  <a:lnTo>
                    <a:pt x="7181195" y="422378"/>
                  </a:lnTo>
                  <a:lnTo>
                    <a:pt x="7181448" y="422378"/>
                  </a:lnTo>
                  <a:lnTo>
                    <a:pt x="7181574" y="422378"/>
                  </a:lnTo>
                  <a:lnTo>
                    <a:pt x="7181827" y="422378"/>
                  </a:lnTo>
                  <a:lnTo>
                    <a:pt x="7182079" y="422378"/>
                  </a:lnTo>
                  <a:lnTo>
                    <a:pt x="7182332" y="422378"/>
                  </a:lnTo>
                  <a:lnTo>
                    <a:pt x="7182458" y="422378"/>
                  </a:lnTo>
                  <a:lnTo>
                    <a:pt x="7182584" y="422378"/>
                  </a:lnTo>
                  <a:lnTo>
                    <a:pt x="7182710" y="422378"/>
                  </a:lnTo>
                  <a:lnTo>
                    <a:pt x="7183468" y="422378"/>
                  </a:lnTo>
                  <a:lnTo>
                    <a:pt x="7183594" y="422378"/>
                  </a:lnTo>
                  <a:lnTo>
                    <a:pt x="7183720" y="422378"/>
                  </a:lnTo>
                  <a:lnTo>
                    <a:pt x="7184099" y="422378"/>
                  </a:lnTo>
                  <a:lnTo>
                    <a:pt x="7184225" y="422378"/>
                  </a:lnTo>
                  <a:lnTo>
                    <a:pt x="7184730" y="422378"/>
                  </a:lnTo>
                  <a:lnTo>
                    <a:pt x="7184857" y="422378"/>
                  </a:lnTo>
                  <a:lnTo>
                    <a:pt x="7185109" y="422378"/>
                  </a:lnTo>
                  <a:lnTo>
                    <a:pt x="7185235" y="422378"/>
                  </a:lnTo>
                  <a:lnTo>
                    <a:pt x="7185362" y="422378"/>
                  </a:lnTo>
                  <a:lnTo>
                    <a:pt x="7186372" y="422378"/>
                  </a:lnTo>
                  <a:lnTo>
                    <a:pt x="7186751" y="422378"/>
                  </a:lnTo>
                  <a:lnTo>
                    <a:pt x="7187003" y="422378"/>
                  </a:lnTo>
                  <a:lnTo>
                    <a:pt x="7187129" y="422378"/>
                  </a:lnTo>
                  <a:lnTo>
                    <a:pt x="7188644" y="417466"/>
                  </a:lnTo>
                  <a:lnTo>
                    <a:pt x="7188771" y="417466"/>
                  </a:lnTo>
                  <a:lnTo>
                    <a:pt x="7189023" y="417466"/>
                  </a:lnTo>
                  <a:lnTo>
                    <a:pt x="7189149" y="417466"/>
                  </a:lnTo>
                  <a:lnTo>
                    <a:pt x="7189402" y="417466"/>
                  </a:lnTo>
                  <a:lnTo>
                    <a:pt x="7189781" y="417466"/>
                  </a:lnTo>
                  <a:lnTo>
                    <a:pt x="7189907" y="417466"/>
                  </a:lnTo>
                  <a:lnTo>
                    <a:pt x="7190033" y="417466"/>
                  </a:lnTo>
                  <a:lnTo>
                    <a:pt x="7190791" y="417466"/>
                  </a:lnTo>
                  <a:lnTo>
                    <a:pt x="7191170" y="417466"/>
                  </a:lnTo>
                  <a:lnTo>
                    <a:pt x="7191296" y="417466"/>
                  </a:lnTo>
                  <a:lnTo>
                    <a:pt x="7191422" y="417466"/>
                  </a:lnTo>
                  <a:lnTo>
                    <a:pt x="7191927" y="417466"/>
                  </a:lnTo>
                  <a:lnTo>
                    <a:pt x="7192053" y="417466"/>
                  </a:lnTo>
                  <a:lnTo>
                    <a:pt x="7192180" y="417466"/>
                  </a:lnTo>
                  <a:lnTo>
                    <a:pt x="7192306" y="417466"/>
                  </a:lnTo>
                  <a:lnTo>
                    <a:pt x="7192432" y="417466"/>
                  </a:lnTo>
                  <a:lnTo>
                    <a:pt x="7193063" y="417466"/>
                  </a:lnTo>
                  <a:lnTo>
                    <a:pt x="7193316" y="417466"/>
                  </a:lnTo>
                  <a:lnTo>
                    <a:pt x="7193947" y="417466"/>
                  </a:lnTo>
                  <a:lnTo>
                    <a:pt x="7195083" y="417466"/>
                  </a:lnTo>
                  <a:lnTo>
                    <a:pt x="7195210" y="417466"/>
                  </a:lnTo>
                  <a:lnTo>
                    <a:pt x="7195588" y="417466"/>
                  </a:lnTo>
                  <a:lnTo>
                    <a:pt x="7195841" y="417466"/>
                  </a:lnTo>
                  <a:lnTo>
                    <a:pt x="7196725" y="417466"/>
                  </a:lnTo>
                  <a:lnTo>
                    <a:pt x="7196851" y="417466"/>
                  </a:lnTo>
                  <a:lnTo>
                    <a:pt x="7197356" y="417466"/>
                  </a:lnTo>
                  <a:lnTo>
                    <a:pt x="7197482" y="417466"/>
                  </a:lnTo>
                  <a:lnTo>
                    <a:pt x="7197735" y="417466"/>
                  </a:lnTo>
                  <a:lnTo>
                    <a:pt x="7197987" y="417466"/>
                  </a:lnTo>
                  <a:lnTo>
                    <a:pt x="7198366" y="417466"/>
                  </a:lnTo>
                  <a:lnTo>
                    <a:pt x="7199250" y="417466"/>
                  </a:lnTo>
                  <a:lnTo>
                    <a:pt x="7199376" y="417466"/>
                  </a:lnTo>
                  <a:lnTo>
                    <a:pt x="7199755" y="417466"/>
                  </a:lnTo>
                  <a:lnTo>
                    <a:pt x="7200260" y="417466"/>
                  </a:lnTo>
                  <a:lnTo>
                    <a:pt x="7200891" y="417466"/>
                  </a:lnTo>
                  <a:lnTo>
                    <a:pt x="7201523" y="417466"/>
                  </a:lnTo>
                  <a:lnTo>
                    <a:pt x="7201649" y="417466"/>
                  </a:lnTo>
                  <a:lnTo>
                    <a:pt x="7202154" y="417466"/>
                  </a:lnTo>
                  <a:lnTo>
                    <a:pt x="7202280" y="417466"/>
                  </a:lnTo>
                  <a:lnTo>
                    <a:pt x="7202785" y="417466"/>
                  </a:lnTo>
                  <a:lnTo>
                    <a:pt x="7203543" y="417466"/>
                  </a:lnTo>
                  <a:lnTo>
                    <a:pt x="7203669" y="417466"/>
                  </a:lnTo>
                  <a:lnTo>
                    <a:pt x="7204174" y="417466"/>
                  </a:lnTo>
                  <a:lnTo>
                    <a:pt x="7204300" y="417466"/>
                  </a:lnTo>
                  <a:lnTo>
                    <a:pt x="7204426" y="417466"/>
                  </a:lnTo>
                  <a:lnTo>
                    <a:pt x="7204679" y="417466"/>
                  </a:lnTo>
                  <a:lnTo>
                    <a:pt x="7204805" y="417466"/>
                  </a:lnTo>
                  <a:lnTo>
                    <a:pt x="7205941" y="417466"/>
                  </a:lnTo>
                  <a:lnTo>
                    <a:pt x="7206068" y="417466"/>
                  </a:lnTo>
                  <a:lnTo>
                    <a:pt x="7206447" y="417466"/>
                  </a:lnTo>
                  <a:lnTo>
                    <a:pt x="7206952" y="417466"/>
                  </a:lnTo>
                  <a:lnTo>
                    <a:pt x="7207078" y="417466"/>
                  </a:lnTo>
                  <a:lnTo>
                    <a:pt x="7207330" y="417466"/>
                  </a:lnTo>
                  <a:lnTo>
                    <a:pt x="7207457" y="417466"/>
                  </a:lnTo>
                  <a:lnTo>
                    <a:pt x="7207709" y="417466"/>
                  </a:lnTo>
                  <a:lnTo>
                    <a:pt x="7208467" y="417466"/>
                  </a:lnTo>
                  <a:lnTo>
                    <a:pt x="7209098" y="417466"/>
                  </a:lnTo>
                  <a:lnTo>
                    <a:pt x="7209603" y="417466"/>
                  </a:lnTo>
                  <a:lnTo>
                    <a:pt x="7209729" y="417466"/>
                  </a:lnTo>
                  <a:lnTo>
                    <a:pt x="7210108" y="417466"/>
                  </a:lnTo>
                  <a:lnTo>
                    <a:pt x="7210360" y="417466"/>
                  </a:lnTo>
                  <a:lnTo>
                    <a:pt x="7210487" y="417466"/>
                  </a:lnTo>
                  <a:lnTo>
                    <a:pt x="7210613" y="417466"/>
                  </a:lnTo>
                  <a:lnTo>
                    <a:pt x="7211118" y="417466"/>
                  </a:lnTo>
                  <a:lnTo>
                    <a:pt x="7211371" y="417466"/>
                  </a:lnTo>
                  <a:lnTo>
                    <a:pt x="7212002" y="417466"/>
                  </a:lnTo>
                  <a:lnTo>
                    <a:pt x="7212254" y="417466"/>
                  </a:lnTo>
                  <a:lnTo>
                    <a:pt x="7212507" y="417466"/>
                  </a:lnTo>
                  <a:lnTo>
                    <a:pt x="7212886" y="417466"/>
                  </a:lnTo>
                  <a:lnTo>
                    <a:pt x="7213012" y="417466"/>
                  </a:lnTo>
                  <a:lnTo>
                    <a:pt x="7213138" y="417466"/>
                  </a:lnTo>
                  <a:lnTo>
                    <a:pt x="7213517" y="417466"/>
                  </a:lnTo>
                  <a:lnTo>
                    <a:pt x="7213769" y="417466"/>
                  </a:lnTo>
                  <a:lnTo>
                    <a:pt x="7213896" y="417466"/>
                  </a:lnTo>
                  <a:lnTo>
                    <a:pt x="7214148" y="417466"/>
                  </a:lnTo>
                  <a:lnTo>
                    <a:pt x="7214274" y="417466"/>
                  </a:lnTo>
                  <a:lnTo>
                    <a:pt x="7214527" y="412555"/>
                  </a:lnTo>
                  <a:lnTo>
                    <a:pt x="7215032" y="412555"/>
                  </a:lnTo>
                  <a:lnTo>
                    <a:pt x="7215158" y="412555"/>
                  </a:lnTo>
                  <a:lnTo>
                    <a:pt x="7215411" y="412555"/>
                  </a:lnTo>
                  <a:lnTo>
                    <a:pt x="7215537" y="412555"/>
                  </a:lnTo>
                  <a:lnTo>
                    <a:pt x="7215789" y="412555"/>
                  </a:lnTo>
                  <a:lnTo>
                    <a:pt x="7216421" y="412555"/>
                  </a:lnTo>
                  <a:lnTo>
                    <a:pt x="7216547" y="412555"/>
                  </a:lnTo>
                  <a:lnTo>
                    <a:pt x="7216673" y="412555"/>
                  </a:lnTo>
                  <a:lnTo>
                    <a:pt x="7216800" y="412555"/>
                  </a:lnTo>
                  <a:lnTo>
                    <a:pt x="7217052" y="407644"/>
                  </a:lnTo>
                  <a:lnTo>
                    <a:pt x="7217431" y="407644"/>
                  </a:lnTo>
                  <a:lnTo>
                    <a:pt x="7218188" y="407644"/>
                  </a:lnTo>
                  <a:lnTo>
                    <a:pt x="7218315" y="407644"/>
                  </a:lnTo>
                  <a:lnTo>
                    <a:pt x="7218441" y="407644"/>
                  </a:lnTo>
                  <a:lnTo>
                    <a:pt x="7218693" y="407644"/>
                  </a:lnTo>
                  <a:lnTo>
                    <a:pt x="7218946" y="407644"/>
                  </a:lnTo>
                  <a:lnTo>
                    <a:pt x="7219072" y="407644"/>
                  </a:lnTo>
                  <a:lnTo>
                    <a:pt x="7219198" y="407644"/>
                  </a:lnTo>
                  <a:lnTo>
                    <a:pt x="7219325" y="407644"/>
                  </a:lnTo>
                  <a:lnTo>
                    <a:pt x="7219577" y="407644"/>
                  </a:lnTo>
                  <a:lnTo>
                    <a:pt x="7219830" y="407644"/>
                  </a:lnTo>
                  <a:lnTo>
                    <a:pt x="7220082" y="407644"/>
                  </a:lnTo>
                  <a:lnTo>
                    <a:pt x="7220208" y="407644"/>
                  </a:lnTo>
                  <a:lnTo>
                    <a:pt x="7220335" y="407644"/>
                  </a:lnTo>
                  <a:lnTo>
                    <a:pt x="7220461" y="407644"/>
                  </a:lnTo>
                  <a:lnTo>
                    <a:pt x="7220713" y="407644"/>
                  </a:lnTo>
                  <a:lnTo>
                    <a:pt x="7220840" y="407644"/>
                  </a:lnTo>
                  <a:lnTo>
                    <a:pt x="7220966" y="407644"/>
                  </a:lnTo>
                  <a:lnTo>
                    <a:pt x="7221218" y="407644"/>
                  </a:lnTo>
                  <a:lnTo>
                    <a:pt x="7221345" y="407644"/>
                  </a:lnTo>
                  <a:lnTo>
                    <a:pt x="7221850" y="407644"/>
                  </a:lnTo>
                  <a:lnTo>
                    <a:pt x="7221976" y="407644"/>
                  </a:lnTo>
                  <a:lnTo>
                    <a:pt x="7222481" y="407644"/>
                  </a:lnTo>
                  <a:lnTo>
                    <a:pt x="7222607" y="407644"/>
                  </a:lnTo>
                  <a:lnTo>
                    <a:pt x="7222860" y="407644"/>
                  </a:lnTo>
                  <a:lnTo>
                    <a:pt x="7223112" y="407644"/>
                  </a:lnTo>
                  <a:lnTo>
                    <a:pt x="7223870" y="407644"/>
                  </a:lnTo>
                  <a:lnTo>
                    <a:pt x="7223996" y="407644"/>
                  </a:lnTo>
                  <a:lnTo>
                    <a:pt x="7224122" y="407644"/>
                  </a:lnTo>
                  <a:lnTo>
                    <a:pt x="7224249" y="407644"/>
                  </a:lnTo>
                  <a:lnTo>
                    <a:pt x="7224880" y="407644"/>
                  </a:lnTo>
                  <a:lnTo>
                    <a:pt x="7225006" y="407644"/>
                  </a:lnTo>
                  <a:lnTo>
                    <a:pt x="7225511" y="407644"/>
                  </a:lnTo>
                  <a:lnTo>
                    <a:pt x="7225890" y="407644"/>
                  </a:lnTo>
                  <a:lnTo>
                    <a:pt x="7226016" y="407644"/>
                  </a:lnTo>
                  <a:lnTo>
                    <a:pt x="7226142" y="407644"/>
                  </a:lnTo>
                  <a:lnTo>
                    <a:pt x="7226269" y="407644"/>
                  </a:lnTo>
                  <a:lnTo>
                    <a:pt x="7226647" y="407644"/>
                  </a:lnTo>
                  <a:lnTo>
                    <a:pt x="7226774" y="407644"/>
                  </a:lnTo>
                  <a:lnTo>
                    <a:pt x="7227153" y="407644"/>
                  </a:lnTo>
                  <a:lnTo>
                    <a:pt x="7227405" y="407644"/>
                  </a:lnTo>
                  <a:lnTo>
                    <a:pt x="7227784" y="407644"/>
                  </a:lnTo>
                  <a:lnTo>
                    <a:pt x="7228920" y="407644"/>
                  </a:lnTo>
                  <a:lnTo>
                    <a:pt x="7229046" y="407644"/>
                  </a:lnTo>
                  <a:lnTo>
                    <a:pt x="7229425" y="407644"/>
                  </a:lnTo>
                  <a:lnTo>
                    <a:pt x="7229551" y="407644"/>
                  </a:lnTo>
                  <a:lnTo>
                    <a:pt x="7230056" y="407644"/>
                  </a:lnTo>
                  <a:lnTo>
                    <a:pt x="7230435" y="407644"/>
                  </a:lnTo>
                  <a:lnTo>
                    <a:pt x="7230561" y="407644"/>
                  </a:lnTo>
                  <a:lnTo>
                    <a:pt x="7230814" y="407644"/>
                  </a:lnTo>
                  <a:lnTo>
                    <a:pt x="7231066" y="407644"/>
                  </a:lnTo>
                  <a:lnTo>
                    <a:pt x="7232203" y="407644"/>
                  </a:lnTo>
                  <a:lnTo>
                    <a:pt x="7232329" y="407644"/>
                  </a:lnTo>
                  <a:lnTo>
                    <a:pt x="7232455" y="407644"/>
                  </a:lnTo>
                  <a:lnTo>
                    <a:pt x="7232582" y="407644"/>
                  </a:lnTo>
                  <a:lnTo>
                    <a:pt x="7232834" y="407644"/>
                  </a:lnTo>
                  <a:lnTo>
                    <a:pt x="7233087" y="407644"/>
                  </a:lnTo>
                  <a:lnTo>
                    <a:pt x="7233844" y="407644"/>
                  </a:lnTo>
                  <a:lnTo>
                    <a:pt x="7233970" y="407644"/>
                  </a:lnTo>
                  <a:lnTo>
                    <a:pt x="7234349" y="407644"/>
                  </a:lnTo>
                  <a:lnTo>
                    <a:pt x="7234980" y="402732"/>
                  </a:lnTo>
                  <a:lnTo>
                    <a:pt x="7235107" y="402732"/>
                  </a:lnTo>
                  <a:lnTo>
                    <a:pt x="7235233" y="402732"/>
                  </a:lnTo>
                  <a:lnTo>
                    <a:pt x="7236369" y="402732"/>
                  </a:lnTo>
                  <a:lnTo>
                    <a:pt x="7237253" y="402732"/>
                  </a:lnTo>
                  <a:lnTo>
                    <a:pt x="7237632" y="402732"/>
                  </a:lnTo>
                  <a:lnTo>
                    <a:pt x="7237758" y="402732"/>
                  </a:lnTo>
                  <a:lnTo>
                    <a:pt x="7238389" y="402732"/>
                  </a:lnTo>
                  <a:lnTo>
                    <a:pt x="7238516" y="402732"/>
                  </a:lnTo>
                  <a:lnTo>
                    <a:pt x="7238768" y="402732"/>
                  </a:lnTo>
                  <a:lnTo>
                    <a:pt x="7239778" y="402732"/>
                  </a:lnTo>
                  <a:lnTo>
                    <a:pt x="7240283" y="402732"/>
                  </a:lnTo>
                  <a:lnTo>
                    <a:pt x="7240409" y="402732"/>
                  </a:lnTo>
                  <a:lnTo>
                    <a:pt x="7241041" y="402732"/>
                  </a:lnTo>
                  <a:lnTo>
                    <a:pt x="7241167" y="402732"/>
                  </a:lnTo>
                  <a:lnTo>
                    <a:pt x="7241546" y="402732"/>
                  </a:lnTo>
                  <a:lnTo>
                    <a:pt x="7242303" y="402732"/>
                  </a:lnTo>
                  <a:lnTo>
                    <a:pt x="7242682" y="402732"/>
                  </a:lnTo>
                  <a:lnTo>
                    <a:pt x="7243061" y="402732"/>
                  </a:lnTo>
                  <a:lnTo>
                    <a:pt x="7243187" y="402732"/>
                  </a:lnTo>
                  <a:lnTo>
                    <a:pt x="7243440" y="402732"/>
                  </a:lnTo>
                  <a:lnTo>
                    <a:pt x="7244071" y="402732"/>
                  </a:lnTo>
                  <a:lnTo>
                    <a:pt x="7244450" y="402732"/>
                  </a:lnTo>
                  <a:lnTo>
                    <a:pt x="7245207" y="402732"/>
                  </a:lnTo>
                  <a:lnTo>
                    <a:pt x="7245586" y="402732"/>
                  </a:lnTo>
                  <a:lnTo>
                    <a:pt x="7246343" y="402732"/>
                  </a:lnTo>
                  <a:lnTo>
                    <a:pt x="7246975" y="402732"/>
                  </a:lnTo>
                  <a:lnTo>
                    <a:pt x="7247354" y="402732"/>
                  </a:lnTo>
                  <a:lnTo>
                    <a:pt x="7247985" y="402732"/>
                  </a:lnTo>
                  <a:lnTo>
                    <a:pt x="7248742" y="402732"/>
                  </a:lnTo>
                  <a:lnTo>
                    <a:pt x="7249121" y="402732"/>
                  </a:lnTo>
                  <a:lnTo>
                    <a:pt x="7249247" y="402732"/>
                  </a:lnTo>
                  <a:lnTo>
                    <a:pt x="7249626" y="402732"/>
                  </a:lnTo>
                  <a:lnTo>
                    <a:pt x="7250131" y="402732"/>
                  </a:lnTo>
                  <a:lnTo>
                    <a:pt x="7250384" y="402732"/>
                  </a:lnTo>
                  <a:lnTo>
                    <a:pt x="7250510" y="397821"/>
                  </a:lnTo>
                  <a:lnTo>
                    <a:pt x="7250889" y="397821"/>
                  </a:lnTo>
                  <a:lnTo>
                    <a:pt x="7251394" y="397821"/>
                  </a:lnTo>
                  <a:lnTo>
                    <a:pt x="7251772" y="397821"/>
                  </a:lnTo>
                  <a:lnTo>
                    <a:pt x="7252025" y="397821"/>
                  </a:lnTo>
                  <a:lnTo>
                    <a:pt x="7252277" y="397821"/>
                  </a:lnTo>
                  <a:lnTo>
                    <a:pt x="7253035" y="392909"/>
                  </a:lnTo>
                  <a:lnTo>
                    <a:pt x="7253161" y="392909"/>
                  </a:lnTo>
                  <a:lnTo>
                    <a:pt x="7253414" y="392909"/>
                  </a:lnTo>
                  <a:lnTo>
                    <a:pt x="7253540" y="392909"/>
                  </a:lnTo>
                  <a:lnTo>
                    <a:pt x="7253666" y="392909"/>
                  </a:lnTo>
                  <a:lnTo>
                    <a:pt x="7253793" y="392909"/>
                  </a:lnTo>
                  <a:lnTo>
                    <a:pt x="7254045" y="392909"/>
                  </a:lnTo>
                  <a:lnTo>
                    <a:pt x="7254298" y="392909"/>
                  </a:lnTo>
                  <a:lnTo>
                    <a:pt x="7254424" y="392909"/>
                  </a:lnTo>
                  <a:lnTo>
                    <a:pt x="7254550" y="392909"/>
                  </a:lnTo>
                  <a:lnTo>
                    <a:pt x="7254803" y="387998"/>
                  </a:lnTo>
                  <a:lnTo>
                    <a:pt x="7254929" y="387998"/>
                  </a:lnTo>
                  <a:lnTo>
                    <a:pt x="7255181" y="387998"/>
                  </a:lnTo>
                  <a:lnTo>
                    <a:pt x="7255686" y="387998"/>
                  </a:lnTo>
                  <a:lnTo>
                    <a:pt x="7255813" y="387998"/>
                  </a:lnTo>
                  <a:lnTo>
                    <a:pt x="7255939" y="387998"/>
                  </a:lnTo>
                  <a:lnTo>
                    <a:pt x="7256065" y="387998"/>
                  </a:lnTo>
                  <a:lnTo>
                    <a:pt x="7256191" y="387998"/>
                  </a:lnTo>
                  <a:lnTo>
                    <a:pt x="7256318" y="387998"/>
                  </a:lnTo>
                  <a:lnTo>
                    <a:pt x="7256570" y="387998"/>
                  </a:lnTo>
                  <a:lnTo>
                    <a:pt x="7256696" y="387998"/>
                  </a:lnTo>
                  <a:lnTo>
                    <a:pt x="7256823" y="387998"/>
                  </a:lnTo>
                  <a:lnTo>
                    <a:pt x="7256949" y="387998"/>
                  </a:lnTo>
                  <a:lnTo>
                    <a:pt x="7257075" y="387998"/>
                  </a:lnTo>
                  <a:lnTo>
                    <a:pt x="7257454" y="387998"/>
                  </a:lnTo>
                  <a:lnTo>
                    <a:pt x="7257580" y="387998"/>
                  </a:lnTo>
                  <a:lnTo>
                    <a:pt x="7257707" y="387998"/>
                  </a:lnTo>
                  <a:lnTo>
                    <a:pt x="7257833" y="387998"/>
                  </a:lnTo>
                  <a:lnTo>
                    <a:pt x="7258085" y="387998"/>
                  </a:lnTo>
                  <a:lnTo>
                    <a:pt x="7258212" y="387998"/>
                  </a:lnTo>
                  <a:lnTo>
                    <a:pt x="7258590" y="387998"/>
                  </a:lnTo>
                  <a:lnTo>
                    <a:pt x="7258969" y="387998"/>
                  </a:lnTo>
                  <a:lnTo>
                    <a:pt x="7259348" y="387998"/>
                  </a:lnTo>
                  <a:lnTo>
                    <a:pt x="7259600" y="387998"/>
                  </a:lnTo>
                  <a:lnTo>
                    <a:pt x="7259853" y="387998"/>
                  </a:lnTo>
                  <a:lnTo>
                    <a:pt x="7260232" y="387998"/>
                  </a:lnTo>
                  <a:lnTo>
                    <a:pt x="7260358" y="387998"/>
                  </a:lnTo>
                  <a:lnTo>
                    <a:pt x="7260610" y="387998"/>
                  </a:lnTo>
                  <a:lnTo>
                    <a:pt x="7261115" y="387998"/>
                  </a:lnTo>
                  <a:lnTo>
                    <a:pt x="7261242" y="387998"/>
                  </a:lnTo>
                  <a:lnTo>
                    <a:pt x="7261494" y="387998"/>
                  </a:lnTo>
                  <a:lnTo>
                    <a:pt x="7261747" y="387998"/>
                  </a:lnTo>
                  <a:lnTo>
                    <a:pt x="7262252" y="387998"/>
                  </a:lnTo>
                  <a:lnTo>
                    <a:pt x="7262378" y="387998"/>
                  </a:lnTo>
                  <a:lnTo>
                    <a:pt x="7262630" y="387998"/>
                  </a:lnTo>
                  <a:lnTo>
                    <a:pt x="7263009" y="387998"/>
                  </a:lnTo>
                  <a:lnTo>
                    <a:pt x="7263641" y="387998"/>
                  </a:lnTo>
                  <a:lnTo>
                    <a:pt x="7263893" y="387998"/>
                  </a:lnTo>
                  <a:lnTo>
                    <a:pt x="7264272" y="387998"/>
                  </a:lnTo>
                  <a:lnTo>
                    <a:pt x="7264398" y="387998"/>
                  </a:lnTo>
                  <a:lnTo>
                    <a:pt x="7264651" y="387998"/>
                  </a:lnTo>
                  <a:lnTo>
                    <a:pt x="7264777" y="387998"/>
                  </a:lnTo>
                  <a:lnTo>
                    <a:pt x="7265282" y="387998"/>
                  </a:lnTo>
                  <a:lnTo>
                    <a:pt x="7265661" y="387998"/>
                  </a:lnTo>
                  <a:lnTo>
                    <a:pt x="7266039" y="387998"/>
                  </a:lnTo>
                  <a:lnTo>
                    <a:pt x="7266418" y="387998"/>
                  </a:lnTo>
                  <a:lnTo>
                    <a:pt x="7266671" y="387998"/>
                  </a:lnTo>
                  <a:lnTo>
                    <a:pt x="7266797" y="387998"/>
                  </a:lnTo>
                  <a:lnTo>
                    <a:pt x="7266923" y="387998"/>
                  </a:lnTo>
                  <a:lnTo>
                    <a:pt x="7267049" y="387998"/>
                  </a:lnTo>
                  <a:lnTo>
                    <a:pt x="7267176" y="387998"/>
                  </a:lnTo>
                  <a:lnTo>
                    <a:pt x="7267807" y="387998"/>
                  </a:lnTo>
                  <a:lnTo>
                    <a:pt x="7268312" y="387998"/>
                  </a:lnTo>
                  <a:lnTo>
                    <a:pt x="7268438" y="387998"/>
                  </a:lnTo>
                  <a:lnTo>
                    <a:pt x="7268691" y="387998"/>
                  </a:lnTo>
                  <a:lnTo>
                    <a:pt x="7268943" y="387998"/>
                  </a:lnTo>
                  <a:lnTo>
                    <a:pt x="7269070" y="387998"/>
                  </a:lnTo>
                  <a:lnTo>
                    <a:pt x="7269322" y="387998"/>
                  </a:lnTo>
                  <a:lnTo>
                    <a:pt x="7269448" y="387998"/>
                  </a:lnTo>
                  <a:lnTo>
                    <a:pt x="7269575" y="387998"/>
                  </a:lnTo>
                  <a:lnTo>
                    <a:pt x="7269701" y="387998"/>
                  </a:lnTo>
                  <a:lnTo>
                    <a:pt x="7269827" y="387998"/>
                  </a:lnTo>
                  <a:lnTo>
                    <a:pt x="7270332" y="387998"/>
                  </a:lnTo>
                  <a:lnTo>
                    <a:pt x="7270458" y="387998"/>
                  </a:lnTo>
                  <a:lnTo>
                    <a:pt x="7270585" y="387998"/>
                  </a:lnTo>
                  <a:lnTo>
                    <a:pt x="7270711" y="387998"/>
                  </a:lnTo>
                  <a:lnTo>
                    <a:pt x="7270837" y="387998"/>
                  </a:lnTo>
                  <a:lnTo>
                    <a:pt x="7270963" y="387998"/>
                  </a:lnTo>
                  <a:lnTo>
                    <a:pt x="7271468" y="387998"/>
                  </a:lnTo>
                  <a:lnTo>
                    <a:pt x="7271973" y="387998"/>
                  </a:lnTo>
                  <a:lnTo>
                    <a:pt x="7272100" y="387998"/>
                  </a:lnTo>
                  <a:lnTo>
                    <a:pt x="7272605" y="387998"/>
                  </a:lnTo>
                  <a:lnTo>
                    <a:pt x="7272731" y="387998"/>
                  </a:lnTo>
                  <a:lnTo>
                    <a:pt x="7272857" y="387998"/>
                  </a:lnTo>
                  <a:lnTo>
                    <a:pt x="7272983" y="387998"/>
                  </a:lnTo>
                  <a:lnTo>
                    <a:pt x="7273110" y="387998"/>
                  </a:lnTo>
                  <a:lnTo>
                    <a:pt x="7273362" y="387998"/>
                  </a:lnTo>
                  <a:lnTo>
                    <a:pt x="7273489" y="387998"/>
                  </a:lnTo>
                  <a:lnTo>
                    <a:pt x="7273615" y="387998"/>
                  </a:lnTo>
                  <a:lnTo>
                    <a:pt x="7273741" y="387998"/>
                  </a:lnTo>
                  <a:lnTo>
                    <a:pt x="7273867" y="387998"/>
                  </a:lnTo>
                  <a:lnTo>
                    <a:pt x="7274499" y="387998"/>
                  </a:lnTo>
                  <a:lnTo>
                    <a:pt x="7274625" y="387998"/>
                  </a:lnTo>
                  <a:lnTo>
                    <a:pt x="7274877" y="387998"/>
                  </a:lnTo>
                  <a:lnTo>
                    <a:pt x="7275004" y="387998"/>
                  </a:lnTo>
                  <a:lnTo>
                    <a:pt x="7275130" y="387998"/>
                  </a:lnTo>
                  <a:lnTo>
                    <a:pt x="7275256" y="387998"/>
                  </a:lnTo>
                  <a:lnTo>
                    <a:pt x="7275635" y="387998"/>
                  </a:lnTo>
                  <a:lnTo>
                    <a:pt x="7276014" y="387998"/>
                  </a:lnTo>
                  <a:lnTo>
                    <a:pt x="7276140" y="387998"/>
                  </a:lnTo>
                  <a:lnTo>
                    <a:pt x="7276266" y="387998"/>
                  </a:lnTo>
                  <a:lnTo>
                    <a:pt x="7276645" y="387998"/>
                  </a:lnTo>
                  <a:lnTo>
                    <a:pt x="7276771" y="387998"/>
                  </a:lnTo>
                  <a:lnTo>
                    <a:pt x="7276897" y="387998"/>
                  </a:lnTo>
                  <a:lnTo>
                    <a:pt x="7277276" y="387998"/>
                  </a:lnTo>
                  <a:lnTo>
                    <a:pt x="7277402" y="387998"/>
                  </a:lnTo>
                  <a:lnTo>
                    <a:pt x="7277529" y="387998"/>
                  </a:lnTo>
                  <a:lnTo>
                    <a:pt x="7277655" y="387998"/>
                  </a:lnTo>
                  <a:lnTo>
                    <a:pt x="7277781" y="387998"/>
                  </a:lnTo>
                  <a:lnTo>
                    <a:pt x="7277907" y="387998"/>
                  </a:lnTo>
                  <a:lnTo>
                    <a:pt x="7298740" y="373264"/>
                  </a:lnTo>
                  <a:lnTo>
                    <a:pt x="7298992" y="373264"/>
                  </a:lnTo>
                  <a:lnTo>
                    <a:pt x="7299245" y="373264"/>
                  </a:lnTo>
                  <a:lnTo>
                    <a:pt x="7300002" y="373264"/>
                  </a:lnTo>
                  <a:lnTo>
                    <a:pt x="7300129" y="373264"/>
                  </a:lnTo>
                  <a:lnTo>
                    <a:pt x="7300381" y="373264"/>
                  </a:lnTo>
                  <a:lnTo>
                    <a:pt x="7300634" y="373264"/>
                  </a:lnTo>
                  <a:lnTo>
                    <a:pt x="7300760" y="373264"/>
                  </a:lnTo>
                  <a:lnTo>
                    <a:pt x="7300886" y="373264"/>
                  </a:lnTo>
                  <a:lnTo>
                    <a:pt x="7301265" y="373264"/>
                  </a:lnTo>
                  <a:lnTo>
                    <a:pt x="7302149" y="373264"/>
                  </a:lnTo>
                  <a:lnTo>
                    <a:pt x="7302275" y="373264"/>
                  </a:lnTo>
                  <a:lnTo>
                    <a:pt x="7302654" y="373264"/>
                  </a:lnTo>
                  <a:lnTo>
                    <a:pt x="7303032" y="373264"/>
                  </a:lnTo>
                  <a:lnTo>
                    <a:pt x="7303159" y="373264"/>
                  </a:lnTo>
                  <a:lnTo>
                    <a:pt x="7303285" y="373264"/>
                  </a:lnTo>
                  <a:lnTo>
                    <a:pt x="7303411" y="373264"/>
                  </a:lnTo>
                  <a:lnTo>
                    <a:pt x="7303537" y="373264"/>
                  </a:lnTo>
                  <a:lnTo>
                    <a:pt x="7303790" y="373264"/>
                  </a:lnTo>
                  <a:lnTo>
                    <a:pt x="7304042" y="373264"/>
                  </a:lnTo>
                  <a:lnTo>
                    <a:pt x="7304169" y="373264"/>
                  </a:lnTo>
                  <a:lnTo>
                    <a:pt x="7304800" y="373264"/>
                  </a:lnTo>
                  <a:lnTo>
                    <a:pt x="7305179" y="373264"/>
                  </a:lnTo>
                  <a:lnTo>
                    <a:pt x="7305684" y="373264"/>
                  </a:lnTo>
                  <a:lnTo>
                    <a:pt x="7305810" y="373264"/>
                  </a:lnTo>
                  <a:lnTo>
                    <a:pt x="7305936" y="373264"/>
                  </a:lnTo>
                  <a:lnTo>
                    <a:pt x="7306189" y="373264"/>
                  </a:lnTo>
                  <a:lnTo>
                    <a:pt x="7306315" y="373264"/>
                  </a:lnTo>
                  <a:lnTo>
                    <a:pt x="7306946" y="373264"/>
                  </a:lnTo>
                  <a:lnTo>
                    <a:pt x="7307325" y="373264"/>
                  </a:lnTo>
                  <a:lnTo>
                    <a:pt x="7307451" y="373264"/>
                  </a:lnTo>
                  <a:lnTo>
                    <a:pt x="7307704" y="373264"/>
                  </a:lnTo>
                  <a:lnTo>
                    <a:pt x="7308083" y="373264"/>
                  </a:lnTo>
                  <a:lnTo>
                    <a:pt x="7308209" y="373264"/>
                  </a:lnTo>
                  <a:lnTo>
                    <a:pt x="7308335" y="373264"/>
                  </a:lnTo>
                  <a:lnTo>
                    <a:pt x="7308588" y="373264"/>
                  </a:lnTo>
                  <a:lnTo>
                    <a:pt x="7308840" y="368353"/>
                  </a:lnTo>
                  <a:lnTo>
                    <a:pt x="7308966" y="368353"/>
                  </a:lnTo>
                  <a:lnTo>
                    <a:pt x="7309345" y="368353"/>
                  </a:lnTo>
                  <a:lnTo>
                    <a:pt x="7309472" y="368353"/>
                  </a:lnTo>
                  <a:lnTo>
                    <a:pt x="7309598" y="368353"/>
                  </a:lnTo>
                  <a:lnTo>
                    <a:pt x="7309724" y="368353"/>
                  </a:lnTo>
                  <a:lnTo>
                    <a:pt x="7310103" y="368353"/>
                  </a:lnTo>
                  <a:lnTo>
                    <a:pt x="7310355" y="368353"/>
                  </a:lnTo>
                  <a:lnTo>
                    <a:pt x="7310482" y="368353"/>
                  </a:lnTo>
                  <a:lnTo>
                    <a:pt x="7310608" y="368353"/>
                  </a:lnTo>
                  <a:lnTo>
                    <a:pt x="7310860" y="368353"/>
                  </a:lnTo>
                  <a:lnTo>
                    <a:pt x="7311365" y="368353"/>
                  </a:lnTo>
                  <a:lnTo>
                    <a:pt x="7311744" y="368353"/>
                  </a:lnTo>
                  <a:lnTo>
                    <a:pt x="7311870" y="368353"/>
                  </a:lnTo>
                  <a:lnTo>
                    <a:pt x="7311997" y="368353"/>
                  </a:lnTo>
                  <a:lnTo>
                    <a:pt x="7312502" y="363441"/>
                  </a:lnTo>
                  <a:lnTo>
                    <a:pt x="7312754" y="363441"/>
                  </a:lnTo>
                  <a:lnTo>
                    <a:pt x="7313007" y="363441"/>
                  </a:lnTo>
                  <a:lnTo>
                    <a:pt x="7313133" y="363441"/>
                  </a:lnTo>
                  <a:lnTo>
                    <a:pt x="7313259" y="363441"/>
                  </a:lnTo>
                  <a:lnTo>
                    <a:pt x="7313385" y="363441"/>
                  </a:lnTo>
                  <a:lnTo>
                    <a:pt x="7313512" y="363441"/>
                  </a:lnTo>
                  <a:lnTo>
                    <a:pt x="7313890" y="363441"/>
                  </a:lnTo>
                  <a:lnTo>
                    <a:pt x="7314143" y="363441"/>
                  </a:lnTo>
                  <a:lnTo>
                    <a:pt x="7314774" y="363441"/>
                  </a:lnTo>
                  <a:lnTo>
                    <a:pt x="7314901" y="363441"/>
                  </a:lnTo>
                  <a:lnTo>
                    <a:pt x="7315153" y="363441"/>
                  </a:lnTo>
                  <a:lnTo>
                    <a:pt x="7315279" y="363441"/>
                  </a:lnTo>
                  <a:lnTo>
                    <a:pt x="7315658" y="358530"/>
                  </a:lnTo>
                  <a:lnTo>
                    <a:pt x="7315784" y="358530"/>
                  </a:lnTo>
                  <a:lnTo>
                    <a:pt x="7316163" y="358530"/>
                  </a:lnTo>
                  <a:lnTo>
                    <a:pt x="7316289" y="358530"/>
                  </a:lnTo>
                  <a:lnTo>
                    <a:pt x="7316668" y="358530"/>
                  </a:lnTo>
                  <a:lnTo>
                    <a:pt x="7316794" y="358530"/>
                  </a:lnTo>
                  <a:lnTo>
                    <a:pt x="7316921" y="358530"/>
                  </a:lnTo>
                  <a:lnTo>
                    <a:pt x="7317047" y="358530"/>
                  </a:lnTo>
                  <a:lnTo>
                    <a:pt x="7317552" y="358530"/>
                  </a:lnTo>
                  <a:lnTo>
                    <a:pt x="7317678" y="358530"/>
                  </a:lnTo>
                  <a:lnTo>
                    <a:pt x="7317804" y="358530"/>
                  </a:lnTo>
                  <a:lnTo>
                    <a:pt x="7318183" y="358530"/>
                  </a:lnTo>
                  <a:lnTo>
                    <a:pt x="7318309" y="358530"/>
                  </a:lnTo>
                  <a:lnTo>
                    <a:pt x="7318562" y="358530"/>
                  </a:lnTo>
                  <a:lnTo>
                    <a:pt x="7318688" y="358530"/>
                  </a:lnTo>
                  <a:lnTo>
                    <a:pt x="7318941" y="358530"/>
                  </a:lnTo>
                  <a:lnTo>
                    <a:pt x="7319067" y="358530"/>
                  </a:lnTo>
                  <a:lnTo>
                    <a:pt x="7319193" y="358530"/>
                  </a:lnTo>
                  <a:lnTo>
                    <a:pt x="7319319" y="358530"/>
                  </a:lnTo>
                  <a:lnTo>
                    <a:pt x="7319572" y="358530"/>
                  </a:lnTo>
                  <a:lnTo>
                    <a:pt x="7319698" y="358530"/>
                  </a:lnTo>
                  <a:lnTo>
                    <a:pt x="7319951" y="358530"/>
                  </a:lnTo>
                  <a:lnTo>
                    <a:pt x="7320203" y="358530"/>
                  </a:lnTo>
                  <a:lnTo>
                    <a:pt x="7320456" y="358530"/>
                  </a:lnTo>
                  <a:lnTo>
                    <a:pt x="7320708" y="358530"/>
                  </a:lnTo>
                  <a:lnTo>
                    <a:pt x="7320835" y="358530"/>
                  </a:lnTo>
                  <a:lnTo>
                    <a:pt x="7320961" y="358530"/>
                  </a:lnTo>
                  <a:lnTo>
                    <a:pt x="7321466" y="358530"/>
                  </a:lnTo>
                  <a:lnTo>
                    <a:pt x="7321592" y="358530"/>
                  </a:lnTo>
                  <a:lnTo>
                    <a:pt x="7321971" y="358530"/>
                  </a:lnTo>
                  <a:lnTo>
                    <a:pt x="7322223" y="358530"/>
                  </a:lnTo>
                  <a:lnTo>
                    <a:pt x="7322602" y="358530"/>
                  </a:lnTo>
                  <a:lnTo>
                    <a:pt x="7322728" y="358530"/>
                  </a:lnTo>
                  <a:lnTo>
                    <a:pt x="7322981" y="358530"/>
                  </a:lnTo>
                  <a:lnTo>
                    <a:pt x="7323612" y="358530"/>
                  </a:lnTo>
                  <a:lnTo>
                    <a:pt x="7323991" y="358530"/>
                  </a:lnTo>
                  <a:lnTo>
                    <a:pt x="7324117" y="358530"/>
                  </a:lnTo>
                  <a:lnTo>
                    <a:pt x="7324496" y="358530"/>
                  </a:lnTo>
                  <a:lnTo>
                    <a:pt x="7324749" y="358530"/>
                  </a:lnTo>
                  <a:lnTo>
                    <a:pt x="7324875" y="358530"/>
                  </a:lnTo>
                  <a:lnTo>
                    <a:pt x="7325127" y="358530"/>
                  </a:lnTo>
                  <a:lnTo>
                    <a:pt x="7325254" y="358530"/>
                  </a:lnTo>
                  <a:lnTo>
                    <a:pt x="7326011" y="358530"/>
                  </a:lnTo>
                  <a:lnTo>
                    <a:pt x="7327400" y="358530"/>
                  </a:lnTo>
                  <a:lnTo>
                    <a:pt x="7327905" y="358530"/>
                  </a:lnTo>
                  <a:lnTo>
                    <a:pt x="7328536" y="358530"/>
                  </a:lnTo>
                  <a:lnTo>
                    <a:pt x="7328915" y="358530"/>
                  </a:lnTo>
                  <a:lnTo>
                    <a:pt x="7329294" y="358530"/>
                  </a:lnTo>
                  <a:lnTo>
                    <a:pt x="7329546" y="358530"/>
                  </a:lnTo>
                  <a:lnTo>
                    <a:pt x="7330556" y="358530"/>
                  </a:lnTo>
                  <a:lnTo>
                    <a:pt x="7331188" y="358530"/>
                  </a:lnTo>
                  <a:lnTo>
                    <a:pt x="7331314" y="358530"/>
                  </a:lnTo>
                  <a:lnTo>
                    <a:pt x="7331566" y="358530"/>
                  </a:lnTo>
                  <a:lnTo>
                    <a:pt x="7331693" y="358530"/>
                  </a:lnTo>
                  <a:lnTo>
                    <a:pt x="7332071" y="358530"/>
                  </a:lnTo>
                  <a:lnTo>
                    <a:pt x="7332703" y="358530"/>
                  </a:lnTo>
                  <a:lnTo>
                    <a:pt x="7332829" y="358530"/>
                  </a:lnTo>
                  <a:lnTo>
                    <a:pt x="7332955" y="358530"/>
                  </a:lnTo>
                  <a:lnTo>
                    <a:pt x="7333081" y="358530"/>
                  </a:lnTo>
                  <a:lnTo>
                    <a:pt x="7333586" y="358530"/>
                  </a:lnTo>
                  <a:lnTo>
                    <a:pt x="7333839" y="358530"/>
                  </a:lnTo>
                  <a:lnTo>
                    <a:pt x="7334975" y="358530"/>
                  </a:lnTo>
                  <a:lnTo>
                    <a:pt x="7335102" y="358530"/>
                  </a:lnTo>
                  <a:lnTo>
                    <a:pt x="7335607" y="353618"/>
                  </a:lnTo>
                  <a:lnTo>
                    <a:pt x="7335733" y="353618"/>
                  </a:lnTo>
                  <a:lnTo>
                    <a:pt x="7336617" y="353618"/>
                  </a:lnTo>
                  <a:lnTo>
                    <a:pt x="7336869" y="353618"/>
                  </a:lnTo>
                  <a:lnTo>
                    <a:pt x="7337122" y="353618"/>
                  </a:lnTo>
                  <a:lnTo>
                    <a:pt x="7337879" y="353618"/>
                  </a:lnTo>
                  <a:lnTo>
                    <a:pt x="7338005" y="348707"/>
                  </a:lnTo>
                  <a:lnTo>
                    <a:pt x="7338132" y="348707"/>
                  </a:lnTo>
                  <a:lnTo>
                    <a:pt x="7338258" y="348707"/>
                  </a:lnTo>
                  <a:lnTo>
                    <a:pt x="7339015" y="348707"/>
                  </a:lnTo>
                  <a:lnTo>
                    <a:pt x="7339142" y="348707"/>
                  </a:lnTo>
                  <a:lnTo>
                    <a:pt x="7339268" y="348707"/>
                  </a:lnTo>
                  <a:lnTo>
                    <a:pt x="7340025" y="348707"/>
                  </a:lnTo>
                  <a:lnTo>
                    <a:pt x="7340152" y="348707"/>
                  </a:lnTo>
                  <a:lnTo>
                    <a:pt x="7340657" y="348707"/>
                  </a:lnTo>
                  <a:lnTo>
                    <a:pt x="7340909" y="348707"/>
                  </a:lnTo>
                  <a:lnTo>
                    <a:pt x="7341541" y="348707"/>
                  </a:lnTo>
                  <a:lnTo>
                    <a:pt x="7341919" y="348707"/>
                  </a:lnTo>
                  <a:lnTo>
                    <a:pt x="7342172" y="348707"/>
                  </a:lnTo>
                  <a:lnTo>
                    <a:pt x="7342424" y="348707"/>
                  </a:lnTo>
                  <a:lnTo>
                    <a:pt x="7343182" y="348707"/>
                  </a:lnTo>
                  <a:lnTo>
                    <a:pt x="7343308" y="348707"/>
                  </a:lnTo>
                  <a:lnTo>
                    <a:pt x="7343434" y="348707"/>
                  </a:lnTo>
                  <a:lnTo>
                    <a:pt x="7343561" y="348707"/>
                  </a:lnTo>
                  <a:lnTo>
                    <a:pt x="7343687" y="348707"/>
                  </a:lnTo>
                  <a:lnTo>
                    <a:pt x="7343813" y="348707"/>
                  </a:lnTo>
                  <a:lnTo>
                    <a:pt x="7344066" y="348707"/>
                  </a:lnTo>
                  <a:lnTo>
                    <a:pt x="7344192" y="348707"/>
                  </a:lnTo>
                  <a:lnTo>
                    <a:pt x="7344318" y="348707"/>
                  </a:lnTo>
                  <a:lnTo>
                    <a:pt x="7344444" y="348707"/>
                  </a:lnTo>
                  <a:lnTo>
                    <a:pt x="7344571" y="348707"/>
                  </a:lnTo>
                  <a:lnTo>
                    <a:pt x="7344697" y="348707"/>
                  </a:lnTo>
                  <a:lnTo>
                    <a:pt x="7344823" y="348707"/>
                  </a:lnTo>
                  <a:lnTo>
                    <a:pt x="7344949" y="348707"/>
                  </a:lnTo>
                  <a:lnTo>
                    <a:pt x="7345076" y="348707"/>
                  </a:lnTo>
                  <a:lnTo>
                    <a:pt x="7345328" y="348707"/>
                  </a:lnTo>
                  <a:lnTo>
                    <a:pt x="7345455" y="348707"/>
                  </a:lnTo>
                  <a:lnTo>
                    <a:pt x="7345581" y="348707"/>
                  </a:lnTo>
                  <a:lnTo>
                    <a:pt x="7345707" y="348707"/>
                  </a:lnTo>
                  <a:lnTo>
                    <a:pt x="7345833" y="348707"/>
                  </a:lnTo>
                  <a:lnTo>
                    <a:pt x="7345960" y="348707"/>
                  </a:lnTo>
                  <a:lnTo>
                    <a:pt x="7346086" y="348707"/>
                  </a:lnTo>
                  <a:lnTo>
                    <a:pt x="7346338" y="348707"/>
                  </a:lnTo>
                  <a:lnTo>
                    <a:pt x="7346465" y="348707"/>
                  </a:lnTo>
                  <a:lnTo>
                    <a:pt x="7346591" y="343796"/>
                  </a:lnTo>
                  <a:lnTo>
                    <a:pt x="7346717" y="343796"/>
                  </a:lnTo>
                  <a:lnTo>
                    <a:pt x="7346970" y="343796"/>
                  </a:lnTo>
                  <a:lnTo>
                    <a:pt x="7347096" y="343796"/>
                  </a:lnTo>
                  <a:lnTo>
                    <a:pt x="7347475" y="343796"/>
                  </a:lnTo>
                  <a:lnTo>
                    <a:pt x="7347601" y="343796"/>
                  </a:lnTo>
                  <a:lnTo>
                    <a:pt x="7347853" y="343796"/>
                  </a:lnTo>
                  <a:lnTo>
                    <a:pt x="7347980" y="343796"/>
                  </a:lnTo>
                  <a:lnTo>
                    <a:pt x="7348106" y="343796"/>
                  </a:lnTo>
                  <a:lnTo>
                    <a:pt x="7348485" y="343796"/>
                  </a:lnTo>
                  <a:lnTo>
                    <a:pt x="7348990" y="343796"/>
                  </a:lnTo>
                  <a:lnTo>
                    <a:pt x="7349368" y="343796"/>
                  </a:lnTo>
                  <a:lnTo>
                    <a:pt x="7349621" y="343796"/>
                  </a:lnTo>
                  <a:lnTo>
                    <a:pt x="7349873" y="343796"/>
                  </a:lnTo>
                  <a:lnTo>
                    <a:pt x="7350252" y="343796"/>
                  </a:lnTo>
                  <a:lnTo>
                    <a:pt x="7350378" y="343796"/>
                  </a:lnTo>
                  <a:lnTo>
                    <a:pt x="7350505" y="343796"/>
                  </a:lnTo>
                  <a:lnTo>
                    <a:pt x="7350631" y="343796"/>
                  </a:lnTo>
                  <a:lnTo>
                    <a:pt x="7350757" y="343796"/>
                  </a:lnTo>
                  <a:lnTo>
                    <a:pt x="7350884" y="343796"/>
                  </a:lnTo>
                  <a:lnTo>
                    <a:pt x="7351010" y="343796"/>
                  </a:lnTo>
                  <a:lnTo>
                    <a:pt x="7351136" y="343796"/>
                  </a:lnTo>
                  <a:lnTo>
                    <a:pt x="7351262" y="343796"/>
                  </a:lnTo>
                  <a:lnTo>
                    <a:pt x="7352020" y="343796"/>
                  </a:lnTo>
                  <a:lnTo>
                    <a:pt x="7352146" y="343796"/>
                  </a:lnTo>
                  <a:lnTo>
                    <a:pt x="7352904" y="343796"/>
                  </a:lnTo>
                  <a:lnTo>
                    <a:pt x="7353282" y="343796"/>
                  </a:lnTo>
                  <a:lnTo>
                    <a:pt x="7353535" y="343796"/>
                  </a:lnTo>
                  <a:lnTo>
                    <a:pt x="7353661" y="343796"/>
                  </a:lnTo>
                  <a:lnTo>
                    <a:pt x="7353787" y="343796"/>
                  </a:lnTo>
                  <a:lnTo>
                    <a:pt x="7353914" y="343796"/>
                  </a:lnTo>
                  <a:lnTo>
                    <a:pt x="7354166" y="343796"/>
                  </a:lnTo>
                  <a:lnTo>
                    <a:pt x="7354545" y="343796"/>
                  </a:lnTo>
                  <a:lnTo>
                    <a:pt x="7354671" y="343796"/>
                  </a:lnTo>
                  <a:lnTo>
                    <a:pt x="7355429" y="343796"/>
                  </a:lnTo>
                  <a:lnTo>
                    <a:pt x="7356313" y="343796"/>
                  </a:lnTo>
                  <a:lnTo>
                    <a:pt x="7356944" y="343796"/>
                  </a:lnTo>
                  <a:lnTo>
                    <a:pt x="7357575" y="338884"/>
                  </a:lnTo>
                  <a:lnTo>
                    <a:pt x="7357954" y="338884"/>
                  </a:lnTo>
                  <a:lnTo>
                    <a:pt x="7358080" y="338884"/>
                  </a:lnTo>
                  <a:lnTo>
                    <a:pt x="7358333" y="338884"/>
                  </a:lnTo>
                  <a:lnTo>
                    <a:pt x="7358459" y="338884"/>
                  </a:lnTo>
                  <a:lnTo>
                    <a:pt x="7359090" y="338884"/>
                  </a:lnTo>
                  <a:lnTo>
                    <a:pt x="7359595" y="338884"/>
                  </a:lnTo>
                  <a:lnTo>
                    <a:pt x="7360100" y="338884"/>
                  </a:lnTo>
                  <a:lnTo>
                    <a:pt x="7360353" y="338884"/>
                  </a:lnTo>
                  <a:lnTo>
                    <a:pt x="7360858" y="338884"/>
                  </a:lnTo>
                  <a:lnTo>
                    <a:pt x="7361110" y="338884"/>
                  </a:lnTo>
                  <a:lnTo>
                    <a:pt x="7361363" y="338884"/>
                  </a:lnTo>
                  <a:lnTo>
                    <a:pt x="7361615" y="338884"/>
                  </a:lnTo>
                  <a:lnTo>
                    <a:pt x="7362247" y="338884"/>
                  </a:lnTo>
                  <a:lnTo>
                    <a:pt x="7362373" y="338884"/>
                  </a:lnTo>
                  <a:lnTo>
                    <a:pt x="7362499" y="338884"/>
                  </a:lnTo>
                  <a:lnTo>
                    <a:pt x="7362878" y="338884"/>
                  </a:lnTo>
                  <a:lnTo>
                    <a:pt x="7363004" y="338884"/>
                  </a:lnTo>
                  <a:lnTo>
                    <a:pt x="7363257" y="338884"/>
                  </a:lnTo>
                  <a:lnTo>
                    <a:pt x="7363635" y="338884"/>
                  </a:lnTo>
                  <a:lnTo>
                    <a:pt x="7363888" y="338884"/>
                  </a:lnTo>
                  <a:lnTo>
                    <a:pt x="7364267" y="338884"/>
                  </a:lnTo>
                  <a:lnTo>
                    <a:pt x="7364519" y="338884"/>
                  </a:lnTo>
                  <a:lnTo>
                    <a:pt x="7364645" y="338884"/>
                  </a:lnTo>
                  <a:lnTo>
                    <a:pt x="7365024" y="338884"/>
                  </a:lnTo>
                  <a:lnTo>
                    <a:pt x="7365150" y="338884"/>
                  </a:lnTo>
                  <a:lnTo>
                    <a:pt x="7365529" y="338884"/>
                  </a:lnTo>
                  <a:lnTo>
                    <a:pt x="7365655" y="338884"/>
                  </a:lnTo>
                  <a:lnTo>
                    <a:pt x="7365782" y="338884"/>
                  </a:lnTo>
                  <a:lnTo>
                    <a:pt x="7366287" y="338884"/>
                  </a:lnTo>
                  <a:lnTo>
                    <a:pt x="7366413" y="338884"/>
                  </a:lnTo>
                  <a:lnTo>
                    <a:pt x="7366792" y="338884"/>
                  </a:lnTo>
                  <a:lnTo>
                    <a:pt x="7367297" y="338884"/>
                  </a:lnTo>
                  <a:lnTo>
                    <a:pt x="7367423" y="338884"/>
                  </a:lnTo>
                  <a:lnTo>
                    <a:pt x="7367549" y="338884"/>
                  </a:lnTo>
                  <a:lnTo>
                    <a:pt x="7367802" y="338884"/>
                  </a:lnTo>
                  <a:lnTo>
                    <a:pt x="7367928" y="338884"/>
                  </a:lnTo>
                  <a:lnTo>
                    <a:pt x="7368054" y="338884"/>
                  </a:lnTo>
                  <a:lnTo>
                    <a:pt x="7368181" y="338884"/>
                  </a:lnTo>
                  <a:lnTo>
                    <a:pt x="7368307" y="338884"/>
                  </a:lnTo>
                  <a:lnTo>
                    <a:pt x="7368559" y="338884"/>
                  </a:lnTo>
                  <a:lnTo>
                    <a:pt x="7369317" y="338884"/>
                  </a:lnTo>
                  <a:lnTo>
                    <a:pt x="7369822" y="338884"/>
                  </a:lnTo>
                  <a:lnTo>
                    <a:pt x="7369948" y="338884"/>
                  </a:lnTo>
                  <a:lnTo>
                    <a:pt x="7370074" y="338884"/>
                  </a:lnTo>
                  <a:lnTo>
                    <a:pt x="7370201" y="338884"/>
                  </a:lnTo>
                  <a:lnTo>
                    <a:pt x="7370453" y="338884"/>
                  </a:lnTo>
                  <a:lnTo>
                    <a:pt x="7370706" y="338884"/>
                  </a:lnTo>
                  <a:lnTo>
                    <a:pt x="7371085" y="338884"/>
                  </a:lnTo>
                  <a:lnTo>
                    <a:pt x="7371842" y="338884"/>
                  </a:lnTo>
                  <a:lnTo>
                    <a:pt x="7371968" y="338884"/>
                  </a:lnTo>
                  <a:lnTo>
                    <a:pt x="7372095" y="338884"/>
                  </a:lnTo>
                  <a:lnTo>
                    <a:pt x="7372221" y="338884"/>
                  </a:lnTo>
                  <a:lnTo>
                    <a:pt x="7372726" y="338884"/>
                  </a:lnTo>
                  <a:lnTo>
                    <a:pt x="7372852" y="338884"/>
                  </a:lnTo>
                  <a:lnTo>
                    <a:pt x="7372978" y="338884"/>
                  </a:lnTo>
                  <a:lnTo>
                    <a:pt x="7373483" y="338884"/>
                  </a:lnTo>
                  <a:lnTo>
                    <a:pt x="7373610" y="338884"/>
                  </a:lnTo>
                  <a:lnTo>
                    <a:pt x="7373862" y="338884"/>
                  </a:lnTo>
                  <a:lnTo>
                    <a:pt x="7374115" y="338884"/>
                  </a:lnTo>
                  <a:lnTo>
                    <a:pt x="7374493" y="338884"/>
                  </a:lnTo>
                  <a:lnTo>
                    <a:pt x="7374620" y="338884"/>
                  </a:lnTo>
                  <a:lnTo>
                    <a:pt x="7374746" y="338884"/>
                  </a:lnTo>
                  <a:lnTo>
                    <a:pt x="7374998" y="338884"/>
                  </a:lnTo>
                  <a:lnTo>
                    <a:pt x="7375251" y="338884"/>
                  </a:lnTo>
                  <a:lnTo>
                    <a:pt x="7375630" y="338884"/>
                  </a:lnTo>
                  <a:lnTo>
                    <a:pt x="7376261" y="338884"/>
                  </a:lnTo>
                  <a:lnTo>
                    <a:pt x="7376387" y="338884"/>
                  </a:lnTo>
                  <a:lnTo>
                    <a:pt x="7376514" y="338884"/>
                  </a:lnTo>
                  <a:lnTo>
                    <a:pt x="7377776" y="338884"/>
                  </a:lnTo>
                  <a:lnTo>
                    <a:pt x="7378155" y="338884"/>
                  </a:lnTo>
                  <a:lnTo>
                    <a:pt x="7378912" y="338884"/>
                  </a:lnTo>
                  <a:lnTo>
                    <a:pt x="7379165" y="338884"/>
                  </a:lnTo>
                  <a:lnTo>
                    <a:pt x="7379417" y="338884"/>
                  </a:lnTo>
                  <a:lnTo>
                    <a:pt x="7379796" y="338884"/>
                  </a:lnTo>
                  <a:lnTo>
                    <a:pt x="7380049" y="338884"/>
                  </a:lnTo>
                  <a:lnTo>
                    <a:pt x="7380554" y="338884"/>
                  </a:lnTo>
                  <a:lnTo>
                    <a:pt x="7380680" y="338884"/>
                  </a:lnTo>
                  <a:lnTo>
                    <a:pt x="7380806" y="338884"/>
                  </a:lnTo>
                  <a:lnTo>
                    <a:pt x="7380932" y="338884"/>
                  </a:lnTo>
                  <a:lnTo>
                    <a:pt x="7381059" y="338884"/>
                  </a:lnTo>
                  <a:lnTo>
                    <a:pt x="7381564" y="333973"/>
                  </a:lnTo>
                  <a:lnTo>
                    <a:pt x="7382069" y="333973"/>
                  </a:lnTo>
                  <a:lnTo>
                    <a:pt x="7382195" y="333973"/>
                  </a:lnTo>
                  <a:lnTo>
                    <a:pt x="7382953" y="329062"/>
                  </a:lnTo>
                  <a:lnTo>
                    <a:pt x="7383331" y="329062"/>
                  </a:lnTo>
                  <a:lnTo>
                    <a:pt x="7383458" y="329062"/>
                  </a:lnTo>
                  <a:lnTo>
                    <a:pt x="7383710" y="329062"/>
                  </a:lnTo>
                  <a:lnTo>
                    <a:pt x="7383963" y="329062"/>
                  </a:lnTo>
                  <a:lnTo>
                    <a:pt x="7384215" y="329062"/>
                  </a:lnTo>
                  <a:lnTo>
                    <a:pt x="7385099" y="329062"/>
                  </a:lnTo>
                  <a:lnTo>
                    <a:pt x="7385225" y="329062"/>
                  </a:lnTo>
                  <a:lnTo>
                    <a:pt x="7385351" y="329062"/>
                  </a:lnTo>
                  <a:lnTo>
                    <a:pt x="7385730" y="329062"/>
                  </a:lnTo>
                  <a:lnTo>
                    <a:pt x="7386361" y="329062"/>
                  </a:lnTo>
                  <a:lnTo>
                    <a:pt x="7386614" y="329062"/>
                  </a:lnTo>
                  <a:lnTo>
                    <a:pt x="7386740" y="329062"/>
                  </a:lnTo>
                  <a:lnTo>
                    <a:pt x="7387119" y="329062"/>
                  </a:lnTo>
                  <a:lnTo>
                    <a:pt x="7387498" y="329062"/>
                  </a:lnTo>
                  <a:lnTo>
                    <a:pt x="7387624" y="329062"/>
                  </a:lnTo>
                  <a:lnTo>
                    <a:pt x="7388003" y="329062"/>
                  </a:lnTo>
                  <a:lnTo>
                    <a:pt x="7388634" y="329062"/>
                  </a:lnTo>
                  <a:lnTo>
                    <a:pt x="7388760" y="329062"/>
                  </a:lnTo>
                  <a:lnTo>
                    <a:pt x="7389770" y="329062"/>
                  </a:lnTo>
                  <a:lnTo>
                    <a:pt x="7390023" y="329062"/>
                  </a:lnTo>
                  <a:lnTo>
                    <a:pt x="7391159" y="329062"/>
                  </a:lnTo>
                  <a:lnTo>
                    <a:pt x="7391285" y="329062"/>
                  </a:lnTo>
                  <a:lnTo>
                    <a:pt x="7391538" y="329062"/>
                  </a:lnTo>
                  <a:lnTo>
                    <a:pt x="7391791" y="329062"/>
                  </a:lnTo>
                  <a:lnTo>
                    <a:pt x="7392043" y="329062"/>
                  </a:lnTo>
                  <a:lnTo>
                    <a:pt x="7392422" y="329062"/>
                  </a:lnTo>
                  <a:lnTo>
                    <a:pt x="7392548" y="329062"/>
                  </a:lnTo>
                  <a:lnTo>
                    <a:pt x="7392801" y="329062"/>
                  </a:lnTo>
                  <a:lnTo>
                    <a:pt x="7393179" y="329062"/>
                  </a:lnTo>
                  <a:lnTo>
                    <a:pt x="7393684" y="329062"/>
                  </a:lnTo>
                  <a:lnTo>
                    <a:pt x="7393811" y="329062"/>
                  </a:lnTo>
                  <a:lnTo>
                    <a:pt x="7394189" y="329062"/>
                  </a:lnTo>
                  <a:lnTo>
                    <a:pt x="7394568" y="329062"/>
                  </a:lnTo>
                  <a:lnTo>
                    <a:pt x="7394821" y="329062"/>
                  </a:lnTo>
                  <a:lnTo>
                    <a:pt x="7395326" y="329062"/>
                  </a:lnTo>
                  <a:lnTo>
                    <a:pt x="7395578" y="329062"/>
                  </a:lnTo>
                  <a:lnTo>
                    <a:pt x="7395831" y="329062"/>
                  </a:lnTo>
                  <a:lnTo>
                    <a:pt x="7396462" y="329062"/>
                  </a:lnTo>
                  <a:lnTo>
                    <a:pt x="7396714" y="329062"/>
                  </a:lnTo>
                  <a:lnTo>
                    <a:pt x="7397472" y="329062"/>
                  </a:lnTo>
                  <a:lnTo>
                    <a:pt x="7398356" y="329062"/>
                  </a:lnTo>
                  <a:lnTo>
                    <a:pt x="7398608" y="329062"/>
                  </a:lnTo>
                  <a:lnTo>
                    <a:pt x="7399240" y="329062"/>
                  </a:lnTo>
                  <a:lnTo>
                    <a:pt x="7399366" y="329062"/>
                  </a:lnTo>
                  <a:lnTo>
                    <a:pt x="7399618" y="329062"/>
                  </a:lnTo>
                  <a:lnTo>
                    <a:pt x="7399745" y="329062"/>
                  </a:lnTo>
                  <a:lnTo>
                    <a:pt x="7400123" y="329062"/>
                  </a:lnTo>
                  <a:lnTo>
                    <a:pt x="7400628" y="329062"/>
                  </a:lnTo>
                  <a:lnTo>
                    <a:pt x="7401386" y="329062"/>
                  </a:lnTo>
                  <a:lnTo>
                    <a:pt x="7401512" y="329062"/>
                  </a:lnTo>
                  <a:lnTo>
                    <a:pt x="7401638" y="324150"/>
                  </a:lnTo>
                  <a:lnTo>
                    <a:pt x="7402017" y="324150"/>
                  </a:lnTo>
                  <a:lnTo>
                    <a:pt x="7402396" y="324150"/>
                  </a:lnTo>
                  <a:lnTo>
                    <a:pt x="7402522" y="324150"/>
                  </a:lnTo>
                  <a:lnTo>
                    <a:pt x="7402649" y="324150"/>
                  </a:lnTo>
                  <a:lnTo>
                    <a:pt x="7402901" y="324150"/>
                  </a:lnTo>
                  <a:lnTo>
                    <a:pt x="7403027" y="324150"/>
                  </a:lnTo>
                  <a:lnTo>
                    <a:pt x="7403532" y="324150"/>
                  </a:lnTo>
                  <a:lnTo>
                    <a:pt x="7404290" y="324150"/>
                  </a:lnTo>
                  <a:lnTo>
                    <a:pt x="7404416" y="324150"/>
                  </a:lnTo>
                  <a:lnTo>
                    <a:pt x="7404542" y="324150"/>
                  </a:lnTo>
                  <a:lnTo>
                    <a:pt x="7404795" y="324150"/>
                  </a:lnTo>
                  <a:lnTo>
                    <a:pt x="7404921" y="324150"/>
                  </a:lnTo>
                  <a:lnTo>
                    <a:pt x="7405047" y="324150"/>
                  </a:lnTo>
                  <a:lnTo>
                    <a:pt x="7405426" y="324150"/>
                  </a:lnTo>
                  <a:lnTo>
                    <a:pt x="7405805" y="324150"/>
                  </a:lnTo>
                  <a:lnTo>
                    <a:pt x="7406815" y="324150"/>
                  </a:lnTo>
                  <a:lnTo>
                    <a:pt x="7407573" y="324150"/>
                  </a:lnTo>
                  <a:lnTo>
                    <a:pt x="7407699" y="324150"/>
                  </a:lnTo>
                  <a:lnTo>
                    <a:pt x="7408204" y="324150"/>
                  </a:lnTo>
                  <a:lnTo>
                    <a:pt x="7408835" y="324150"/>
                  </a:lnTo>
                  <a:lnTo>
                    <a:pt x="7408961" y="324150"/>
                  </a:lnTo>
                  <a:lnTo>
                    <a:pt x="7409340" y="324150"/>
                  </a:lnTo>
                  <a:lnTo>
                    <a:pt x="7409719" y="324150"/>
                  </a:lnTo>
                  <a:lnTo>
                    <a:pt x="7409971" y="324150"/>
                  </a:lnTo>
                  <a:lnTo>
                    <a:pt x="7410098" y="324150"/>
                  </a:lnTo>
                  <a:lnTo>
                    <a:pt x="7410350" y="324150"/>
                  </a:lnTo>
                  <a:lnTo>
                    <a:pt x="7410476" y="324150"/>
                  </a:lnTo>
                  <a:lnTo>
                    <a:pt x="7410603" y="324150"/>
                  </a:lnTo>
                  <a:lnTo>
                    <a:pt x="7411108" y="324150"/>
                  </a:lnTo>
                  <a:lnTo>
                    <a:pt x="7411234" y="324150"/>
                  </a:lnTo>
                  <a:lnTo>
                    <a:pt x="7411486" y="324150"/>
                  </a:lnTo>
                  <a:lnTo>
                    <a:pt x="7411613" y="324150"/>
                  </a:lnTo>
                  <a:lnTo>
                    <a:pt x="7412118" y="324150"/>
                  </a:lnTo>
                  <a:lnTo>
                    <a:pt x="7413128" y="319239"/>
                  </a:lnTo>
                  <a:lnTo>
                    <a:pt x="7413254" y="319239"/>
                  </a:lnTo>
                  <a:lnTo>
                    <a:pt x="7413759" y="319239"/>
                  </a:lnTo>
                  <a:lnTo>
                    <a:pt x="7414264" y="319239"/>
                  </a:lnTo>
                  <a:lnTo>
                    <a:pt x="7414769" y="319239"/>
                  </a:lnTo>
                  <a:lnTo>
                    <a:pt x="7415148" y="319239"/>
                  </a:lnTo>
                  <a:lnTo>
                    <a:pt x="7415527" y="319239"/>
                  </a:lnTo>
                  <a:lnTo>
                    <a:pt x="7415653" y="319239"/>
                  </a:lnTo>
                  <a:lnTo>
                    <a:pt x="7415905" y="319239"/>
                  </a:lnTo>
                  <a:lnTo>
                    <a:pt x="7416032" y="319239"/>
                  </a:lnTo>
                  <a:lnTo>
                    <a:pt x="7416158" y="319239"/>
                  </a:lnTo>
                  <a:lnTo>
                    <a:pt x="7416410" y="319239"/>
                  </a:lnTo>
                  <a:lnTo>
                    <a:pt x="7416663" y="319239"/>
                  </a:lnTo>
                  <a:lnTo>
                    <a:pt x="7417547" y="319239"/>
                  </a:lnTo>
                  <a:lnTo>
                    <a:pt x="7417673" y="319239"/>
                  </a:lnTo>
                  <a:lnTo>
                    <a:pt x="7418052" y="319239"/>
                  </a:lnTo>
                  <a:lnTo>
                    <a:pt x="7418683" y="319239"/>
                  </a:lnTo>
                  <a:lnTo>
                    <a:pt x="7418809" y="319239"/>
                  </a:lnTo>
                  <a:lnTo>
                    <a:pt x="7419314" y="319239"/>
                  </a:lnTo>
                  <a:lnTo>
                    <a:pt x="7419819" y="319239"/>
                  </a:lnTo>
                  <a:lnTo>
                    <a:pt x="7420072" y="319239"/>
                  </a:lnTo>
                  <a:lnTo>
                    <a:pt x="7420829" y="319239"/>
                  </a:lnTo>
                  <a:lnTo>
                    <a:pt x="7420956" y="319239"/>
                  </a:lnTo>
                  <a:lnTo>
                    <a:pt x="7421082" y="319239"/>
                  </a:lnTo>
                  <a:lnTo>
                    <a:pt x="7421334" y="319239"/>
                  </a:lnTo>
                  <a:lnTo>
                    <a:pt x="7421461" y="319239"/>
                  </a:lnTo>
                  <a:lnTo>
                    <a:pt x="7421587" y="319239"/>
                  </a:lnTo>
                  <a:lnTo>
                    <a:pt x="7421839" y="319239"/>
                  </a:lnTo>
                  <a:lnTo>
                    <a:pt x="7422092" y="319239"/>
                  </a:lnTo>
                  <a:lnTo>
                    <a:pt x="7422344" y="319239"/>
                  </a:lnTo>
                  <a:lnTo>
                    <a:pt x="7422597" y="319239"/>
                  </a:lnTo>
                  <a:lnTo>
                    <a:pt x="7422850" y="319239"/>
                  </a:lnTo>
                  <a:lnTo>
                    <a:pt x="7422976" y="319239"/>
                  </a:lnTo>
                  <a:lnTo>
                    <a:pt x="7423228" y="319239"/>
                  </a:lnTo>
                  <a:lnTo>
                    <a:pt x="7423355" y="319239"/>
                  </a:lnTo>
                  <a:lnTo>
                    <a:pt x="7423481" y="319239"/>
                  </a:lnTo>
                  <a:lnTo>
                    <a:pt x="7424238" y="314327"/>
                  </a:lnTo>
                  <a:lnTo>
                    <a:pt x="7424617" y="314327"/>
                  </a:lnTo>
                  <a:lnTo>
                    <a:pt x="7425248" y="314327"/>
                  </a:lnTo>
                  <a:lnTo>
                    <a:pt x="7425753" y="314327"/>
                  </a:lnTo>
                  <a:lnTo>
                    <a:pt x="7425880" y="314327"/>
                  </a:lnTo>
                  <a:lnTo>
                    <a:pt x="7426132" y="314327"/>
                  </a:lnTo>
                  <a:lnTo>
                    <a:pt x="7426511" y="314327"/>
                  </a:lnTo>
                  <a:lnTo>
                    <a:pt x="7426763" y="314327"/>
                  </a:lnTo>
                  <a:lnTo>
                    <a:pt x="7426890" y="314327"/>
                  </a:lnTo>
                  <a:lnTo>
                    <a:pt x="7427142" y="314327"/>
                  </a:lnTo>
                  <a:lnTo>
                    <a:pt x="7428152" y="314327"/>
                  </a:lnTo>
                  <a:lnTo>
                    <a:pt x="7428657" y="314327"/>
                  </a:lnTo>
                  <a:lnTo>
                    <a:pt x="7429036" y="314327"/>
                  </a:lnTo>
                  <a:lnTo>
                    <a:pt x="7429667" y="314327"/>
                  </a:lnTo>
                  <a:lnTo>
                    <a:pt x="7429794" y="314327"/>
                  </a:lnTo>
                  <a:lnTo>
                    <a:pt x="7430046" y="314327"/>
                  </a:lnTo>
                  <a:lnTo>
                    <a:pt x="7430172" y="314327"/>
                  </a:lnTo>
                  <a:lnTo>
                    <a:pt x="7430299" y="314327"/>
                  </a:lnTo>
                  <a:lnTo>
                    <a:pt x="7430425" y="314327"/>
                  </a:lnTo>
                  <a:lnTo>
                    <a:pt x="7430551" y="314327"/>
                  </a:lnTo>
                  <a:lnTo>
                    <a:pt x="7431814" y="314327"/>
                  </a:lnTo>
                  <a:lnTo>
                    <a:pt x="7431940" y="314327"/>
                  </a:lnTo>
                  <a:lnTo>
                    <a:pt x="7432066" y="314327"/>
                  </a:lnTo>
                  <a:lnTo>
                    <a:pt x="7432192" y="314327"/>
                  </a:lnTo>
                  <a:lnTo>
                    <a:pt x="7432571" y="314327"/>
                  </a:lnTo>
                  <a:lnTo>
                    <a:pt x="7432824" y="314327"/>
                  </a:lnTo>
                  <a:lnTo>
                    <a:pt x="7432950" y="314327"/>
                  </a:lnTo>
                  <a:lnTo>
                    <a:pt x="7433076" y="314327"/>
                  </a:lnTo>
                  <a:lnTo>
                    <a:pt x="7433581" y="314327"/>
                  </a:lnTo>
                  <a:lnTo>
                    <a:pt x="7434718" y="314327"/>
                  </a:lnTo>
                  <a:lnTo>
                    <a:pt x="7434970" y="314327"/>
                  </a:lnTo>
                  <a:lnTo>
                    <a:pt x="7435096" y="314327"/>
                  </a:lnTo>
                  <a:lnTo>
                    <a:pt x="7435854" y="314327"/>
                  </a:lnTo>
                  <a:lnTo>
                    <a:pt x="7436233" y="314327"/>
                  </a:lnTo>
                  <a:lnTo>
                    <a:pt x="7436738" y="309416"/>
                  </a:lnTo>
                  <a:lnTo>
                    <a:pt x="7437116" y="309416"/>
                  </a:lnTo>
                  <a:lnTo>
                    <a:pt x="7437243" y="309416"/>
                  </a:lnTo>
                  <a:lnTo>
                    <a:pt x="7437748" y="309416"/>
                  </a:lnTo>
                  <a:lnTo>
                    <a:pt x="7437874" y="309416"/>
                  </a:lnTo>
                  <a:lnTo>
                    <a:pt x="7438379" y="309416"/>
                  </a:lnTo>
                  <a:lnTo>
                    <a:pt x="7438505" y="309416"/>
                  </a:lnTo>
                  <a:lnTo>
                    <a:pt x="7438632" y="309416"/>
                  </a:lnTo>
                  <a:lnTo>
                    <a:pt x="7438758" y="309416"/>
                  </a:lnTo>
                  <a:lnTo>
                    <a:pt x="7439642" y="309416"/>
                  </a:lnTo>
                  <a:lnTo>
                    <a:pt x="7440273" y="309416"/>
                  </a:lnTo>
                  <a:lnTo>
                    <a:pt x="7440399" y="309416"/>
                  </a:lnTo>
                  <a:lnTo>
                    <a:pt x="7440525" y="309416"/>
                  </a:lnTo>
                  <a:lnTo>
                    <a:pt x="7440904" y="309416"/>
                  </a:lnTo>
                  <a:lnTo>
                    <a:pt x="7441662" y="309416"/>
                  </a:lnTo>
                  <a:lnTo>
                    <a:pt x="7441914" y="309416"/>
                  </a:lnTo>
                  <a:lnTo>
                    <a:pt x="7442167" y="309416"/>
                  </a:lnTo>
                  <a:lnTo>
                    <a:pt x="7442924" y="309416"/>
                  </a:lnTo>
                  <a:lnTo>
                    <a:pt x="7443808" y="309416"/>
                  </a:lnTo>
                  <a:lnTo>
                    <a:pt x="7443934" y="309416"/>
                  </a:lnTo>
                  <a:lnTo>
                    <a:pt x="7444187" y="309416"/>
                  </a:lnTo>
                  <a:lnTo>
                    <a:pt x="7444313" y="309416"/>
                  </a:lnTo>
                  <a:lnTo>
                    <a:pt x="7444692" y="309416"/>
                  </a:lnTo>
                  <a:lnTo>
                    <a:pt x="7445071" y="309416"/>
                  </a:lnTo>
                  <a:lnTo>
                    <a:pt x="7445197" y="309416"/>
                  </a:lnTo>
                  <a:lnTo>
                    <a:pt x="7445449" y="309416"/>
                  </a:lnTo>
                  <a:lnTo>
                    <a:pt x="7445576" y="309416"/>
                  </a:lnTo>
                  <a:lnTo>
                    <a:pt x="7445828" y="309416"/>
                  </a:lnTo>
                  <a:lnTo>
                    <a:pt x="7445954" y="309416"/>
                  </a:lnTo>
                  <a:lnTo>
                    <a:pt x="7446081" y="309416"/>
                  </a:lnTo>
                  <a:lnTo>
                    <a:pt x="7446712" y="309416"/>
                  </a:lnTo>
                  <a:lnTo>
                    <a:pt x="7446838" y="309416"/>
                  </a:lnTo>
                  <a:lnTo>
                    <a:pt x="7446964" y="309416"/>
                  </a:lnTo>
                  <a:lnTo>
                    <a:pt x="7447848" y="309416"/>
                  </a:lnTo>
                  <a:lnTo>
                    <a:pt x="7447974" y="309416"/>
                  </a:lnTo>
                  <a:lnTo>
                    <a:pt x="7448101" y="309416"/>
                  </a:lnTo>
                  <a:lnTo>
                    <a:pt x="7448353" y="309416"/>
                  </a:lnTo>
                  <a:lnTo>
                    <a:pt x="7448480" y="309416"/>
                  </a:lnTo>
                  <a:lnTo>
                    <a:pt x="7448858" y="309416"/>
                  </a:lnTo>
                  <a:lnTo>
                    <a:pt x="7448985" y="309416"/>
                  </a:lnTo>
                  <a:lnTo>
                    <a:pt x="7449363" y="309416"/>
                  </a:lnTo>
                  <a:lnTo>
                    <a:pt x="7450373" y="309416"/>
                  </a:lnTo>
                  <a:lnTo>
                    <a:pt x="7451131" y="309416"/>
                  </a:lnTo>
                  <a:lnTo>
                    <a:pt x="7451762" y="309416"/>
                  </a:lnTo>
                  <a:lnTo>
                    <a:pt x="7452141" y="309416"/>
                  </a:lnTo>
                  <a:lnTo>
                    <a:pt x="7452393" y="309416"/>
                  </a:lnTo>
                  <a:lnTo>
                    <a:pt x="7452772" y="309416"/>
                  </a:lnTo>
                  <a:lnTo>
                    <a:pt x="7453025" y="309416"/>
                  </a:lnTo>
                  <a:lnTo>
                    <a:pt x="7453782" y="309416"/>
                  </a:lnTo>
                  <a:lnTo>
                    <a:pt x="7454035" y="309416"/>
                  </a:lnTo>
                  <a:lnTo>
                    <a:pt x="7454161" y="309416"/>
                  </a:lnTo>
                  <a:lnTo>
                    <a:pt x="7454919" y="309416"/>
                  </a:lnTo>
                  <a:lnTo>
                    <a:pt x="7455045" y="309416"/>
                  </a:lnTo>
                  <a:lnTo>
                    <a:pt x="7455171" y="309416"/>
                  </a:lnTo>
                  <a:lnTo>
                    <a:pt x="7455676" y="309416"/>
                  </a:lnTo>
                  <a:lnTo>
                    <a:pt x="7456055" y="309416"/>
                  </a:lnTo>
                  <a:lnTo>
                    <a:pt x="7456181" y="309416"/>
                  </a:lnTo>
                  <a:lnTo>
                    <a:pt x="7456812" y="309416"/>
                  </a:lnTo>
                  <a:lnTo>
                    <a:pt x="7456939" y="309416"/>
                  </a:lnTo>
                  <a:lnTo>
                    <a:pt x="7457065" y="309416"/>
                  </a:lnTo>
                  <a:lnTo>
                    <a:pt x="7457822" y="309416"/>
                  </a:lnTo>
                  <a:lnTo>
                    <a:pt x="7458201" y="309416"/>
                  </a:lnTo>
                  <a:lnTo>
                    <a:pt x="7458327" y="309416"/>
                  </a:lnTo>
                  <a:lnTo>
                    <a:pt x="7458959" y="309416"/>
                  </a:lnTo>
                  <a:lnTo>
                    <a:pt x="7459085" y="309416"/>
                  </a:lnTo>
                  <a:lnTo>
                    <a:pt x="7459211" y="309416"/>
                  </a:lnTo>
                  <a:lnTo>
                    <a:pt x="7459338" y="309416"/>
                  </a:lnTo>
                  <a:lnTo>
                    <a:pt x="7459464" y="309416"/>
                  </a:lnTo>
                  <a:lnTo>
                    <a:pt x="7459716" y="309416"/>
                  </a:lnTo>
                  <a:lnTo>
                    <a:pt x="7459843" y="309416"/>
                  </a:lnTo>
                  <a:lnTo>
                    <a:pt x="7460348" y="309416"/>
                  </a:lnTo>
                  <a:lnTo>
                    <a:pt x="7460979" y="309416"/>
                  </a:lnTo>
                  <a:lnTo>
                    <a:pt x="7461105" y="309416"/>
                  </a:lnTo>
                  <a:lnTo>
                    <a:pt x="7461989" y="309416"/>
                  </a:lnTo>
                  <a:lnTo>
                    <a:pt x="7462241" y="309416"/>
                  </a:lnTo>
                  <a:lnTo>
                    <a:pt x="7462368" y="309416"/>
                  </a:lnTo>
                  <a:lnTo>
                    <a:pt x="7462494" y="309416"/>
                  </a:lnTo>
                  <a:lnTo>
                    <a:pt x="7462999" y="309416"/>
                  </a:lnTo>
                  <a:lnTo>
                    <a:pt x="7464262" y="309416"/>
                  </a:lnTo>
                  <a:lnTo>
                    <a:pt x="7464514" y="309416"/>
                  </a:lnTo>
                  <a:lnTo>
                    <a:pt x="7464767" y="309416"/>
                  </a:lnTo>
                  <a:lnTo>
                    <a:pt x="7465019" y="309416"/>
                  </a:lnTo>
                  <a:lnTo>
                    <a:pt x="7465524" y="309416"/>
                  </a:lnTo>
                  <a:lnTo>
                    <a:pt x="7465650" y="309416"/>
                  </a:lnTo>
                  <a:lnTo>
                    <a:pt x="7465777" y="309416"/>
                  </a:lnTo>
                  <a:lnTo>
                    <a:pt x="7466155" y="309416"/>
                  </a:lnTo>
                  <a:lnTo>
                    <a:pt x="7466660" y="309416"/>
                  </a:lnTo>
                  <a:lnTo>
                    <a:pt x="7466787" y="309416"/>
                  </a:lnTo>
                  <a:lnTo>
                    <a:pt x="7466913" y="309416"/>
                  </a:lnTo>
                  <a:lnTo>
                    <a:pt x="7467165" y="309416"/>
                  </a:lnTo>
                  <a:lnTo>
                    <a:pt x="7467670" y="309416"/>
                  </a:lnTo>
                  <a:lnTo>
                    <a:pt x="7467923" y="309416"/>
                  </a:lnTo>
                  <a:lnTo>
                    <a:pt x="7468554" y="309416"/>
                  </a:lnTo>
                  <a:lnTo>
                    <a:pt x="7469312" y="309416"/>
                  </a:lnTo>
                  <a:lnTo>
                    <a:pt x="7470574" y="309416"/>
                  </a:lnTo>
                  <a:lnTo>
                    <a:pt x="7470701" y="309416"/>
                  </a:lnTo>
                  <a:lnTo>
                    <a:pt x="7470827" y="309416"/>
                  </a:lnTo>
                  <a:lnTo>
                    <a:pt x="7471079" y="309416"/>
                  </a:lnTo>
                  <a:lnTo>
                    <a:pt x="7471458" y="309416"/>
                  </a:lnTo>
                  <a:lnTo>
                    <a:pt x="7471584" y="309416"/>
                  </a:lnTo>
                  <a:lnTo>
                    <a:pt x="7471963" y="309416"/>
                  </a:lnTo>
                  <a:lnTo>
                    <a:pt x="7472089" y="309416"/>
                  </a:lnTo>
                  <a:lnTo>
                    <a:pt x="7472216" y="309416"/>
                  </a:lnTo>
                  <a:lnTo>
                    <a:pt x="7472342" y="309416"/>
                  </a:lnTo>
                  <a:lnTo>
                    <a:pt x="7473352" y="309416"/>
                  </a:lnTo>
                  <a:lnTo>
                    <a:pt x="7473478" y="309416"/>
                  </a:lnTo>
                  <a:lnTo>
                    <a:pt x="7473604" y="309416"/>
                  </a:lnTo>
                  <a:lnTo>
                    <a:pt x="7473731" y="309416"/>
                  </a:lnTo>
                  <a:lnTo>
                    <a:pt x="7473857" y="309416"/>
                  </a:lnTo>
                  <a:lnTo>
                    <a:pt x="7474362" y="309416"/>
                  </a:lnTo>
                  <a:lnTo>
                    <a:pt x="7474488" y="309416"/>
                  </a:lnTo>
                  <a:lnTo>
                    <a:pt x="7474867" y="309416"/>
                  </a:lnTo>
                  <a:lnTo>
                    <a:pt x="7474993" y="309416"/>
                  </a:lnTo>
                  <a:lnTo>
                    <a:pt x="7475372" y="309416"/>
                  </a:lnTo>
                  <a:lnTo>
                    <a:pt x="7475498" y="309416"/>
                  </a:lnTo>
                  <a:lnTo>
                    <a:pt x="7475625" y="309416"/>
                  </a:lnTo>
                  <a:lnTo>
                    <a:pt x="7476382" y="304505"/>
                  </a:lnTo>
                  <a:lnTo>
                    <a:pt x="7477266" y="304505"/>
                  </a:lnTo>
                  <a:lnTo>
                    <a:pt x="7477518" y="304505"/>
                  </a:lnTo>
                  <a:lnTo>
                    <a:pt x="7477771" y="304505"/>
                  </a:lnTo>
                  <a:lnTo>
                    <a:pt x="7478150" y="304505"/>
                  </a:lnTo>
                  <a:lnTo>
                    <a:pt x="7478907" y="304505"/>
                  </a:lnTo>
                  <a:lnTo>
                    <a:pt x="7479286" y="304505"/>
                  </a:lnTo>
                  <a:lnTo>
                    <a:pt x="7479539" y="304505"/>
                  </a:lnTo>
                  <a:lnTo>
                    <a:pt x="7479665" y="304505"/>
                  </a:lnTo>
                  <a:lnTo>
                    <a:pt x="7479791" y="304505"/>
                  </a:lnTo>
                  <a:lnTo>
                    <a:pt x="7479917" y="304505"/>
                  </a:lnTo>
                  <a:lnTo>
                    <a:pt x="7480044" y="304505"/>
                  </a:lnTo>
                  <a:lnTo>
                    <a:pt x="7480170" y="304505"/>
                  </a:lnTo>
                  <a:lnTo>
                    <a:pt x="7480422" y="304505"/>
                  </a:lnTo>
                  <a:lnTo>
                    <a:pt x="7480801" y="299593"/>
                  </a:lnTo>
                  <a:lnTo>
                    <a:pt x="7481054" y="299593"/>
                  </a:lnTo>
                  <a:lnTo>
                    <a:pt x="7481180" y="299593"/>
                  </a:lnTo>
                  <a:lnTo>
                    <a:pt x="7481306" y="299593"/>
                  </a:lnTo>
                  <a:lnTo>
                    <a:pt x="7481432" y="299593"/>
                  </a:lnTo>
                  <a:lnTo>
                    <a:pt x="7481432" y="294682"/>
                  </a:lnTo>
                  <a:lnTo>
                    <a:pt x="7481559" y="294682"/>
                  </a:lnTo>
                  <a:lnTo>
                    <a:pt x="7482442" y="294682"/>
                  </a:lnTo>
                  <a:lnTo>
                    <a:pt x="7483074" y="294682"/>
                  </a:lnTo>
                  <a:lnTo>
                    <a:pt x="7483326" y="294682"/>
                  </a:lnTo>
                  <a:lnTo>
                    <a:pt x="7483579" y="294682"/>
                  </a:lnTo>
                  <a:lnTo>
                    <a:pt x="7484084" y="294682"/>
                  </a:lnTo>
                  <a:lnTo>
                    <a:pt x="7484463" y="294682"/>
                  </a:lnTo>
                  <a:lnTo>
                    <a:pt x="7484589" y="294682"/>
                  </a:lnTo>
                  <a:lnTo>
                    <a:pt x="7484715" y="294682"/>
                  </a:lnTo>
                  <a:lnTo>
                    <a:pt x="7485220" y="294682"/>
                  </a:lnTo>
                  <a:lnTo>
                    <a:pt x="7485346" y="294682"/>
                  </a:lnTo>
                  <a:lnTo>
                    <a:pt x="7486104" y="294682"/>
                  </a:lnTo>
                  <a:lnTo>
                    <a:pt x="7486609" y="294682"/>
                  </a:lnTo>
                  <a:lnTo>
                    <a:pt x="7486735" y="294682"/>
                  </a:lnTo>
                  <a:lnTo>
                    <a:pt x="7487240" y="294682"/>
                  </a:lnTo>
                  <a:lnTo>
                    <a:pt x="7487493" y="294682"/>
                  </a:lnTo>
                  <a:lnTo>
                    <a:pt x="7487745" y="294682"/>
                  </a:lnTo>
                  <a:lnTo>
                    <a:pt x="7487871" y="294682"/>
                  </a:lnTo>
                  <a:lnTo>
                    <a:pt x="7487998" y="294682"/>
                  </a:lnTo>
                  <a:lnTo>
                    <a:pt x="7488250" y="294682"/>
                  </a:lnTo>
                  <a:lnTo>
                    <a:pt x="7488881" y="294682"/>
                  </a:lnTo>
                  <a:lnTo>
                    <a:pt x="7489260" y="294682"/>
                  </a:lnTo>
                  <a:lnTo>
                    <a:pt x="7489639" y="294682"/>
                  </a:lnTo>
                  <a:lnTo>
                    <a:pt x="7489892" y="294682"/>
                  </a:lnTo>
                  <a:lnTo>
                    <a:pt x="7490649" y="294682"/>
                  </a:lnTo>
                  <a:lnTo>
                    <a:pt x="7491533" y="294682"/>
                  </a:lnTo>
                  <a:lnTo>
                    <a:pt x="7491785" y="294682"/>
                  </a:lnTo>
                  <a:lnTo>
                    <a:pt x="7491912" y="294682"/>
                  </a:lnTo>
                  <a:lnTo>
                    <a:pt x="7492417" y="294682"/>
                  </a:lnTo>
                  <a:lnTo>
                    <a:pt x="7492543" y="294682"/>
                  </a:lnTo>
                  <a:lnTo>
                    <a:pt x="7492795" y="294682"/>
                  </a:lnTo>
                  <a:lnTo>
                    <a:pt x="7493174" y="294682"/>
                  </a:lnTo>
                  <a:lnTo>
                    <a:pt x="7493427" y="294682"/>
                  </a:lnTo>
                  <a:lnTo>
                    <a:pt x="7493805" y="294682"/>
                  </a:lnTo>
                  <a:lnTo>
                    <a:pt x="7494689" y="294682"/>
                  </a:lnTo>
                  <a:lnTo>
                    <a:pt x="7495321" y="294682"/>
                  </a:lnTo>
                  <a:lnTo>
                    <a:pt x="7495573" y="289771"/>
                  </a:lnTo>
                  <a:lnTo>
                    <a:pt x="7496204" y="289771"/>
                  </a:lnTo>
                  <a:lnTo>
                    <a:pt x="7496457" y="289771"/>
                  </a:lnTo>
                  <a:lnTo>
                    <a:pt x="7496962" y="289771"/>
                  </a:lnTo>
                  <a:lnTo>
                    <a:pt x="7497088" y="289771"/>
                  </a:lnTo>
                  <a:lnTo>
                    <a:pt x="7497214" y="289771"/>
                  </a:lnTo>
                  <a:lnTo>
                    <a:pt x="7497593" y="289771"/>
                  </a:lnTo>
                  <a:lnTo>
                    <a:pt x="7497719" y="289771"/>
                  </a:lnTo>
                  <a:lnTo>
                    <a:pt x="7497846" y="289771"/>
                  </a:lnTo>
                  <a:lnTo>
                    <a:pt x="7499234" y="289771"/>
                  </a:lnTo>
                  <a:lnTo>
                    <a:pt x="7499992" y="289771"/>
                  </a:lnTo>
                  <a:lnTo>
                    <a:pt x="7500245" y="289771"/>
                  </a:lnTo>
                  <a:lnTo>
                    <a:pt x="7500876" y="289771"/>
                  </a:lnTo>
                  <a:lnTo>
                    <a:pt x="7501002" y="289771"/>
                  </a:lnTo>
                  <a:lnTo>
                    <a:pt x="7501255" y="289771"/>
                  </a:lnTo>
                  <a:lnTo>
                    <a:pt x="7501381" y="289771"/>
                  </a:lnTo>
                  <a:lnTo>
                    <a:pt x="7501507" y="289771"/>
                  </a:lnTo>
                  <a:lnTo>
                    <a:pt x="7501633" y="289771"/>
                  </a:lnTo>
                  <a:lnTo>
                    <a:pt x="7502265" y="289771"/>
                  </a:lnTo>
                  <a:lnTo>
                    <a:pt x="7502517" y="289771"/>
                  </a:lnTo>
                  <a:lnTo>
                    <a:pt x="7503148" y="289771"/>
                  </a:lnTo>
                  <a:lnTo>
                    <a:pt x="7503275" y="289771"/>
                  </a:lnTo>
                  <a:lnTo>
                    <a:pt x="7503401" y="289771"/>
                  </a:lnTo>
                  <a:lnTo>
                    <a:pt x="7504032" y="289771"/>
                  </a:lnTo>
                  <a:lnTo>
                    <a:pt x="7504663" y="289771"/>
                  </a:lnTo>
                  <a:lnTo>
                    <a:pt x="7504790" y="289771"/>
                  </a:lnTo>
                  <a:lnTo>
                    <a:pt x="7505042" y="289771"/>
                  </a:lnTo>
                  <a:lnTo>
                    <a:pt x="7505169" y="289771"/>
                  </a:lnTo>
                  <a:lnTo>
                    <a:pt x="7505295" y="289771"/>
                  </a:lnTo>
                  <a:lnTo>
                    <a:pt x="7505421" y="289771"/>
                  </a:lnTo>
                  <a:lnTo>
                    <a:pt x="7505800" y="289771"/>
                  </a:lnTo>
                  <a:lnTo>
                    <a:pt x="7505926" y="289771"/>
                  </a:lnTo>
                  <a:lnTo>
                    <a:pt x="7506052" y="289771"/>
                  </a:lnTo>
                  <a:lnTo>
                    <a:pt x="7507315" y="289771"/>
                  </a:lnTo>
                  <a:lnTo>
                    <a:pt x="7507441" y="289771"/>
                  </a:lnTo>
                  <a:lnTo>
                    <a:pt x="7507567" y="289771"/>
                  </a:lnTo>
                  <a:lnTo>
                    <a:pt x="7507820" y="289771"/>
                  </a:lnTo>
                  <a:lnTo>
                    <a:pt x="7507946" y="289771"/>
                  </a:lnTo>
                  <a:lnTo>
                    <a:pt x="7508704" y="289771"/>
                  </a:lnTo>
                  <a:lnTo>
                    <a:pt x="7508830" y="289771"/>
                  </a:lnTo>
                  <a:lnTo>
                    <a:pt x="7509209" y="289771"/>
                  </a:lnTo>
                  <a:lnTo>
                    <a:pt x="7509335" y="289771"/>
                  </a:lnTo>
                  <a:lnTo>
                    <a:pt x="7509587" y="289771"/>
                  </a:lnTo>
                  <a:lnTo>
                    <a:pt x="7509840" y="289771"/>
                  </a:lnTo>
                  <a:lnTo>
                    <a:pt x="7510219" y="289771"/>
                  </a:lnTo>
                  <a:lnTo>
                    <a:pt x="7510345" y="289771"/>
                  </a:lnTo>
                  <a:lnTo>
                    <a:pt x="7511103" y="289771"/>
                  </a:lnTo>
                  <a:lnTo>
                    <a:pt x="7511355" y="289771"/>
                  </a:lnTo>
                  <a:lnTo>
                    <a:pt x="7511481" y="289771"/>
                  </a:lnTo>
                  <a:lnTo>
                    <a:pt x="7512113" y="289771"/>
                  </a:lnTo>
                  <a:lnTo>
                    <a:pt x="7512239" y="289771"/>
                  </a:lnTo>
                  <a:lnTo>
                    <a:pt x="7512365" y="289771"/>
                  </a:lnTo>
                  <a:lnTo>
                    <a:pt x="7512744" y="289771"/>
                  </a:lnTo>
                  <a:lnTo>
                    <a:pt x="7512996" y="289771"/>
                  </a:lnTo>
                  <a:lnTo>
                    <a:pt x="7513123" y="289771"/>
                  </a:lnTo>
                  <a:lnTo>
                    <a:pt x="7513249" y="289771"/>
                  </a:lnTo>
                  <a:lnTo>
                    <a:pt x="7513501" y="289771"/>
                  </a:lnTo>
                  <a:lnTo>
                    <a:pt x="7513628" y="289771"/>
                  </a:lnTo>
                  <a:lnTo>
                    <a:pt x="7514385" y="289771"/>
                  </a:lnTo>
                  <a:lnTo>
                    <a:pt x="7514638" y="289771"/>
                  </a:lnTo>
                  <a:lnTo>
                    <a:pt x="7514764" y="289771"/>
                  </a:lnTo>
                  <a:lnTo>
                    <a:pt x="7516658" y="289771"/>
                  </a:lnTo>
                  <a:lnTo>
                    <a:pt x="7516910" y="289771"/>
                  </a:lnTo>
                  <a:lnTo>
                    <a:pt x="7517163" y="289771"/>
                  </a:lnTo>
                  <a:lnTo>
                    <a:pt x="7517415" y="289771"/>
                  </a:lnTo>
                  <a:lnTo>
                    <a:pt x="7517542" y="289771"/>
                  </a:lnTo>
                  <a:lnTo>
                    <a:pt x="7518047" y="289771"/>
                  </a:lnTo>
                  <a:lnTo>
                    <a:pt x="7518173" y="289771"/>
                  </a:lnTo>
                  <a:lnTo>
                    <a:pt x="7518299" y="289771"/>
                  </a:lnTo>
                  <a:lnTo>
                    <a:pt x="7518425" y="289771"/>
                  </a:lnTo>
                  <a:lnTo>
                    <a:pt x="7518678" y="289771"/>
                  </a:lnTo>
                  <a:lnTo>
                    <a:pt x="7519940" y="289771"/>
                  </a:lnTo>
                  <a:lnTo>
                    <a:pt x="7520193" y="289771"/>
                  </a:lnTo>
                  <a:lnTo>
                    <a:pt x="7520319" y="289771"/>
                  </a:lnTo>
                  <a:lnTo>
                    <a:pt x="7520951" y="289771"/>
                  </a:lnTo>
                  <a:lnTo>
                    <a:pt x="7521077" y="289771"/>
                  </a:lnTo>
                  <a:lnTo>
                    <a:pt x="7521582" y="289771"/>
                  </a:lnTo>
                  <a:lnTo>
                    <a:pt x="7521708" y="289771"/>
                  </a:lnTo>
                  <a:lnTo>
                    <a:pt x="7521834" y="289771"/>
                  </a:lnTo>
                  <a:lnTo>
                    <a:pt x="7522087" y="289771"/>
                  </a:lnTo>
                  <a:lnTo>
                    <a:pt x="7522718" y="289771"/>
                  </a:lnTo>
                  <a:lnTo>
                    <a:pt x="7522844" y="289771"/>
                  </a:lnTo>
                  <a:lnTo>
                    <a:pt x="7523476" y="289771"/>
                  </a:lnTo>
                  <a:lnTo>
                    <a:pt x="7523602" y="289771"/>
                  </a:lnTo>
                  <a:lnTo>
                    <a:pt x="7523728" y="289771"/>
                  </a:lnTo>
                  <a:lnTo>
                    <a:pt x="7524233" y="289771"/>
                  </a:lnTo>
                  <a:lnTo>
                    <a:pt x="7524864" y="289771"/>
                  </a:lnTo>
                  <a:lnTo>
                    <a:pt x="7525117" y="289771"/>
                  </a:lnTo>
                  <a:lnTo>
                    <a:pt x="7525369" y="289771"/>
                  </a:lnTo>
                  <a:lnTo>
                    <a:pt x="7525622" y="289771"/>
                  </a:lnTo>
                  <a:lnTo>
                    <a:pt x="7525748" y="289771"/>
                  </a:lnTo>
                  <a:lnTo>
                    <a:pt x="7525875" y="289771"/>
                  </a:lnTo>
                  <a:lnTo>
                    <a:pt x="7526632" y="289771"/>
                  </a:lnTo>
                  <a:lnTo>
                    <a:pt x="7526758" y="289771"/>
                  </a:lnTo>
                  <a:lnTo>
                    <a:pt x="7526885" y="289771"/>
                  </a:lnTo>
                  <a:lnTo>
                    <a:pt x="7527011" y="289771"/>
                  </a:lnTo>
                  <a:lnTo>
                    <a:pt x="7527390" y="289771"/>
                  </a:lnTo>
                  <a:lnTo>
                    <a:pt x="7527516" y="289771"/>
                  </a:lnTo>
                  <a:lnTo>
                    <a:pt x="7527895" y="289771"/>
                  </a:lnTo>
                  <a:lnTo>
                    <a:pt x="7528526" y="289771"/>
                  </a:lnTo>
                  <a:lnTo>
                    <a:pt x="7529031" y="289771"/>
                  </a:lnTo>
                  <a:lnTo>
                    <a:pt x="7529157" y="289771"/>
                  </a:lnTo>
                  <a:lnTo>
                    <a:pt x="7529283" y="289771"/>
                  </a:lnTo>
                  <a:lnTo>
                    <a:pt x="7529410" y="289771"/>
                  </a:lnTo>
                  <a:lnTo>
                    <a:pt x="7529662" y="289771"/>
                  </a:lnTo>
                  <a:lnTo>
                    <a:pt x="7529915" y="289771"/>
                  </a:lnTo>
                  <a:lnTo>
                    <a:pt x="7530798" y="289771"/>
                  </a:lnTo>
                  <a:lnTo>
                    <a:pt x="7530925" y="289771"/>
                  </a:lnTo>
                  <a:lnTo>
                    <a:pt x="7531304" y="289771"/>
                  </a:lnTo>
                  <a:lnTo>
                    <a:pt x="7531556" y="289771"/>
                  </a:lnTo>
                  <a:lnTo>
                    <a:pt x="7531682" y="289771"/>
                  </a:lnTo>
                  <a:lnTo>
                    <a:pt x="7532061" y="289771"/>
                  </a:lnTo>
                  <a:lnTo>
                    <a:pt x="7532187" y="289771"/>
                  </a:lnTo>
                  <a:lnTo>
                    <a:pt x="7532692" y="289771"/>
                  </a:lnTo>
                  <a:lnTo>
                    <a:pt x="7534081" y="289771"/>
                  </a:lnTo>
                  <a:lnTo>
                    <a:pt x="7534207" y="289771"/>
                  </a:lnTo>
                  <a:lnTo>
                    <a:pt x="7534334" y="289771"/>
                  </a:lnTo>
                  <a:lnTo>
                    <a:pt x="7534586" y="289771"/>
                  </a:lnTo>
                  <a:lnTo>
                    <a:pt x="7534839" y="289771"/>
                  </a:lnTo>
                  <a:lnTo>
                    <a:pt x="7535091" y="289771"/>
                  </a:lnTo>
                  <a:lnTo>
                    <a:pt x="7535596" y="289771"/>
                  </a:lnTo>
                  <a:lnTo>
                    <a:pt x="7535722" y="289771"/>
                  </a:lnTo>
                  <a:lnTo>
                    <a:pt x="7536101" y="289771"/>
                  </a:lnTo>
                  <a:lnTo>
                    <a:pt x="7536228" y="289771"/>
                  </a:lnTo>
                  <a:lnTo>
                    <a:pt x="7536606" y="289771"/>
                  </a:lnTo>
                  <a:lnTo>
                    <a:pt x="7536733" y="289771"/>
                  </a:lnTo>
                  <a:lnTo>
                    <a:pt x="7536985" y="289771"/>
                  </a:lnTo>
                  <a:lnTo>
                    <a:pt x="7537111" y="289771"/>
                  </a:lnTo>
                  <a:lnTo>
                    <a:pt x="7537238" y="289771"/>
                  </a:lnTo>
                  <a:lnTo>
                    <a:pt x="7537364" y="289771"/>
                  </a:lnTo>
                  <a:lnTo>
                    <a:pt x="7538248" y="289771"/>
                  </a:lnTo>
                  <a:lnTo>
                    <a:pt x="7538374" y="289771"/>
                  </a:lnTo>
                  <a:lnTo>
                    <a:pt x="7538500" y="284859"/>
                  </a:lnTo>
                  <a:lnTo>
                    <a:pt x="7538626" y="284859"/>
                  </a:lnTo>
                  <a:lnTo>
                    <a:pt x="7538753" y="284859"/>
                  </a:lnTo>
                  <a:lnTo>
                    <a:pt x="7539005" y="284859"/>
                  </a:lnTo>
                  <a:lnTo>
                    <a:pt x="7539384" y="284859"/>
                  </a:lnTo>
                  <a:lnTo>
                    <a:pt x="7539510" y="284859"/>
                  </a:lnTo>
                  <a:lnTo>
                    <a:pt x="7539636" y="284859"/>
                  </a:lnTo>
                  <a:lnTo>
                    <a:pt x="7540015" y="284859"/>
                  </a:lnTo>
                  <a:lnTo>
                    <a:pt x="7540899" y="284859"/>
                  </a:lnTo>
                  <a:lnTo>
                    <a:pt x="7541278" y="284859"/>
                  </a:lnTo>
                  <a:lnTo>
                    <a:pt x="7541404" y="284859"/>
                  </a:lnTo>
                  <a:lnTo>
                    <a:pt x="7542035" y="284859"/>
                  </a:lnTo>
                  <a:lnTo>
                    <a:pt x="7542162" y="284859"/>
                  </a:lnTo>
                  <a:lnTo>
                    <a:pt x="7542414" y="284859"/>
                  </a:lnTo>
                  <a:lnTo>
                    <a:pt x="7542919" y="284859"/>
                  </a:lnTo>
                  <a:lnTo>
                    <a:pt x="7543045" y="284859"/>
                  </a:lnTo>
                  <a:lnTo>
                    <a:pt x="7543172" y="284859"/>
                  </a:lnTo>
                  <a:lnTo>
                    <a:pt x="7543550" y="284859"/>
                  </a:lnTo>
                  <a:lnTo>
                    <a:pt x="7543677" y="284859"/>
                  </a:lnTo>
                  <a:lnTo>
                    <a:pt x="7544182" y="284859"/>
                  </a:lnTo>
                  <a:lnTo>
                    <a:pt x="7544308" y="284859"/>
                  </a:lnTo>
                  <a:lnTo>
                    <a:pt x="7544560" y="279948"/>
                  </a:lnTo>
                  <a:lnTo>
                    <a:pt x="7544939" y="279948"/>
                  </a:lnTo>
                  <a:lnTo>
                    <a:pt x="7545444" y="279948"/>
                  </a:lnTo>
                  <a:lnTo>
                    <a:pt x="7546075" y="279948"/>
                  </a:lnTo>
                  <a:lnTo>
                    <a:pt x="7546202" y="279948"/>
                  </a:lnTo>
                  <a:lnTo>
                    <a:pt x="7546581" y="279948"/>
                  </a:lnTo>
                  <a:lnTo>
                    <a:pt x="7546707" y="279948"/>
                  </a:lnTo>
                  <a:lnTo>
                    <a:pt x="7547212" y="279948"/>
                  </a:lnTo>
                  <a:lnTo>
                    <a:pt x="7547464" y="279948"/>
                  </a:lnTo>
                  <a:lnTo>
                    <a:pt x="7547591" y="279948"/>
                  </a:lnTo>
                  <a:lnTo>
                    <a:pt x="7547969" y="279948"/>
                  </a:lnTo>
                  <a:lnTo>
                    <a:pt x="7548222" y="279948"/>
                  </a:lnTo>
                  <a:lnTo>
                    <a:pt x="7548348" y="279948"/>
                  </a:lnTo>
                  <a:lnTo>
                    <a:pt x="7548727" y="279948"/>
                  </a:lnTo>
                  <a:lnTo>
                    <a:pt x="7548853" y="279948"/>
                  </a:lnTo>
                  <a:lnTo>
                    <a:pt x="7549484" y="279948"/>
                  </a:lnTo>
                  <a:lnTo>
                    <a:pt x="7549611" y="279948"/>
                  </a:lnTo>
                  <a:lnTo>
                    <a:pt x="7549737" y="279948"/>
                  </a:lnTo>
                  <a:lnTo>
                    <a:pt x="7550242" y="279948"/>
                  </a:lnTo>
                  <a:lnTo>
                    <a:pt x="7550494" y="279948"/>
                  </a:lnTo>
                  <a:lnTo>
                    <a:pt x="7550621" y="279948"/>
                  </a:lnTo>
                  <a:lnTo>
                    <a:pt x="7551252" y="279948"/>
                  </a:lnTo>
                  <a:lnTo>
                    <a:pt x="7551631" y="279948"/>
                  </a:lnTo>
                  <a:lnTo>
                    <a:pt x="7551757" y="279948"/>
                  </a:lnTo>
                  <a:lnTo>
                    <a:pt x="7551883" y="279948"/>
                  </a:lnTo>
                  <a:lnTo>
                    <a:pt x="7552010" y="279948"/>
                  </a:lnTo>
                  <a:lnTo>
                    <a:pt x="7552515" y="279948"/>
                  </a:lnTo>
                  <a:lnTo>
                    <a:pt x="7552641" y="279948"/>
                  </a:lnTo>
                  <a:lnTo>
                    <a:pt x="7552893" y="279948"/>
                  </a:lnTo>
                  <a:lnTo>
                    <a:pt x="7553020" y="279948"/>
                  </a:lnTo>
                  <a:lnTo>
                    <a:pt x="7553146" y="279948"/>
                  </a:lnTo>
                  <a:lnTo>
                    <a:pt x="7553272" y="279948"/>
                  </a:lnTo>
                  <a:lnTo>
                    <a:pt x="7553398" y="279948"/>
                  </a:lnTo>
                  <a:lnTo>
                    <a:pt x="7555040" y="279948"/>
                  </a:lnTo>
                  <a:lnTo>
                    <a:pt x="7555418" y="279948"/>
                  </a:lnTo>
                  <a:lnTo>
                    <a:pt x="7555545" y="279948"/>
                  </a:lnTo>
                  <a:lnTo>
                    <a:pt x="7555671" y="279948"/>
                  </a:lnTo>
                  <a:lnTo>
                    <a:pt x="7555797" y="279948"/>
                  </a:lnTo>
                  <a:lnTo>
                    <a:pt x="7556050" y="279948"/>
                  </a:lnTo>
                  <a:lnTo>
                    <a:pt x="7556302" y="279948"/>
                  </a:lnTo>
                  <a:lnTo>
                    <a:pt x="7556681" y="279948"/>
                  </a:lnTo>
                  <a:lnTo>
                    <a:pt x="7556807" y="279948"/>
                  </a:lnTo>
                  <a:lnTo>
                    <a:pt x="7557565" y="279948"/>
                  </a:lnTo>
                  <a:lnTo>
                    <a:pt x="7557944" y="279948"/>
                  </a:lnTo>
                  <a:lnTo>
                    <a:pt x="7558070" y="279948"/>
                  </a:lnTo>
                  <a:lnTo>
                    <a:pt x="7558701" y="279948"/>
                  </a:lnTo>
                  <a:lnTo>
                    <a:pt x="7558827" y="279948"/>
                  </a:lnTo>
                  <a:lnTo>
                    <a:pt x="7559332" y="279948"/>
                  </a:lnTo>
                  <a:lnTo>
                    <a:pt x="7559459" y="279948"/>
                  </a:lnTo>
                  <a:lnTo>
                    <a:pt x="7559964" y="279948"/>
                  </a:lnTo>
                  <a:lnTo>
                    <a:pt x="7560090" y="279948"/>
                  </a:lnTo>
                  <a:lnTo>
                    <a:pt x="7560342" y="279948"/>
                  </a:lnTo>
                  <a:lnTo>
                    <a:pt x="7560595" y="279948"/>
                  </a:lnTo>
                  <a:lnTo>
                    <a:pt x="7561100" y="279948"/>
                  </a:lnTo>
                  <a:lnTo>
                    <a:pt x="7561479" y="279948"/>
                  </a:lnTo>
                  <a:lnTo>
                    <a:pt x="7561858" y="279948"/>
                  </a:lnTo>
                  <a:lnTo>
                    <a:pt x="7561984" y="279948"/>
                  </a:lnTo>
                  <a:lnTo>
                    <a:pt x="7562110" y="279948"/>
                  </a:lnTo>
                  <a:lnTo>
                    <a:pt x="7562236" y="279948"/>
                  </a:lnTo>
                  <a:lnTo>
                    <a:pt x="7562868" y="275036"/>
                  </a:lnTo>
                  <a:lnTo>
                    <a:pt x="7562994" y="275036"/>
                  </a:lnTo>
                  <a:lnTo>
                    <a:pt x="7563120" y="275036"/>
                  </a:lnTo>
                  <a:lnTo>
                    <a:pt x="7563373" y="275036"/>
                  </a:lnTo>
                  <a:lnTo>
                    <a:pt x="7563625" y="275036"/>
                  </a:lnTo>
                  <a:lnTo>
                    <a:pt x="7563751" y="275036"/>
                  </a:lnTo>
                  <a:lnTo>
                    <a:pt x="7564130" y="270125"/>
                  </a:lnTo>
                  <a:lnTo>
                    <a:pt x="7564256" y="270125"/>
                  </a:lnTo>
                  <a:lnTo>
                    <a:pt x="7564888" y="270125"/>
                  </a:lnTo>
                  <a:lnTo>
                    <a:pt x="7565519" y="270125"/>
                  </a:lnTo>
                  <a:lnTo>
                    <a:pt x="7566529" y="270125"/>
                  </a:lnTo>
                  <a:lnTo>
                    <a:pt x="7566908" y="270125"/>
                  </a:lnTo>
                  <a:lnTo>
                    <a:pt x="7567034" y="270125"/>
                  </a:lnTo>
                  <a:lnTo>
                    <a:pt x="7568044" y="270125"/>
                  </a:lnTo>
                  <a:lnTo>
                    <a:pt x="7568297" y="270125"/>
                  </a:lnTo>
                  <a:lnTo>
                    <a:pt x="7568423" y="270125"/>
                  </a:lnTo>
                  <a:lnTo>
                    <a:pt x="7568928" y="270125"/>
                  </a:lnTo>
                  <a:lnTo>
                    <a:pt x="7569054" y="270125"/>
                  </a:lnTo>
                  <a:lnTo>
                    <a:pt x="7569054" y="265214"/>
                  </a:lnTo>
                  <a:lnTo>
                    <a:pt x="7569180" y="265214"/>
                  </a:lnTo>
                  <a:lnTo>
                    <a:pt x="7569559" y="265214"/>
                  </a:lnTo>
                  <a:lnTo>
                    <a:pt x="7569685" y="265214"/>
                  </a:lnTo>
                  <a:lnTo>
                    <a:pt x="7569938" y="265214"/>
                  </a:lnTo>
                  <a:lnTo>
                    <a:pt x="7570064" y="265214"/>
                  </a:lnTo>
                  <a:lnTo>
                    <a:pt x="7570190" y="265214"/>
                  </a:lnTo>
                  <a:lnTo>
                    <a:pt x="7570443" y="265214"/>
                  </a:lnTo>
                  <a:lnTo>
                    <a:pt x="7570822" y="265214"/>
                  </a:lnTo>
                  <a:lnTo>
                    <a:pt x="7571453" y="260302"/>
                  </a:lnTo>
                  <a:lnTo>
                    <a:pt x="7571705" y="260302"/>
                  </a:lnTo>
                  <a:lnTo>
                    <a:pt x="7571832" y="260302"/>
                  </a:lnTo>
                  <a:lnTo>
                    <a:pt x="7572337" y="260302"/>
                  </a:lnTo>
                  <a:lnTo>
                    <a:pt x="7572463" y="260302"/>
                  </a:lnTo>
                  <a:lnTo>
                    <a:pt x="7572716" y="260302"/>
                  </a:lnTo>
                  <a:lnTo>
                    <a:pt x="7572842" y="260302"/>
                  </a:lnTo>
                  <a:lnTo>
                    <a:pt x="7572968" y="260302"/>
                  </a:lnTo>
                  <a:lnTo>
                    <a:pt x="7573347" y="260302"/>
                  </a:lnTo>
                  <a:lnTo>
                    <a:pt x="7573726" y="260302"/>
                  </a:lnTo>
                  <a:lnTo>
                    <a:pt x="7574357" y="260302"/>
                  </a:lnTo>
                  <a:lnTo>
                    <a:pt x="7574483" y="260302"/>
                  </a:lnTo>
                  <a:lnTo>
                    <a:pt x="7575114" y="260302"/>
                  </a:lnTo>
                  <a:lnTo>
                    <a:pt x="7575493" y="260302"/>
                  </a:lnTo>
                  <a:lnTo>
                    <a:pt x="7575619" y="260302"/>
                  </a:lnTo>
                  <a:lnTo>
                    <a:pt x="7576124" y="260302"/>
                  </a:lnTo>
                  <a:lnTo>
                    <a:pt x="7577008" y="260302"/>
                  </a:lnTo>
                  <a:lnTo>
                    <a:pt x="7577134" y="260302"/>
                  </a:lnTo>
                  <a:lnTo>
                    <a:pt x="7577892" y="260302"/>
                  </a:lnTo>
                  <a:lnTo>
                    <a:pt x="7578018" y="260302"/>
                  </a:lnTo>
                  <a:lnTo>
                    <a:pt x="7578523" y="260302"/>
                  </a:lnTo>
                  <a:lnTo>
                    <a:pt x="7578650" y="260302"/>
                  </a:lnTo>
                  <a:lnTo>
                    <a:pt x="7579028" y="260302"/>
                  </a:lnTo>
                  <a:lnTo>
                    <a:pt x="7579281" y="260302"/>
                  </a:lnTo>
                  <a:lnTo>
                    <a:pt x="7579660" y="260302"/>
                  </a:lnTo>
                  <a:lnTo>
                    <a:pt x="7579786" y="260302"/>
                  </a:lnTo>
                  <a:lnTo>
                    <a:pt x="7579912" y="260302"/>
                  </a:lnTo>
                  <a:lnTo>
                    <a:pt x="7581932" y="260302"/>
                  </a:lnTo>
                  <a:lnTo>
                    <a:pt x="7582185" y="260302"/>
                  </a:lnTo>
                  <a:lnTo>
                    <a:pt x="7582942" y="260302"/>
                  </a:lnTo>
                  <a:lnTo>
                    <a:pt x="7583195" y="260302"/>
                  </a:lnTo>
                  <a:lnTo>
                    <a:pt x="7583447" y="260302"/>
                  </a:lnTo>
                  <a:lnTo>
                    <a:pt x="7583700" y="260302"/>
                  </a:lnTo>
                  <a:lnTo>
                    <a:pt x="7583952" y="260302"/>
                  </a:lnTo>
                  <a:lnTo>
                    <a:pt x="7584079" y="260302"/>
                  </a:lnTo>
                  <a:lnTo>
                    <a:pt x="7584205" y="260302"/>
                  </a:lnTo>
                  <a:lnTo>
                    <a:pt x="7584710" y="260302"/>
                  </a:lnTo>
                  <a:lnTo>
                    <a:pt x="7584836" y="260302"/>
                  </a:lnTo>
                  <a:lnTo>
                    <a:pt x="7584962" y="260302"/>
                  </a:lnTo>
                  <a:lnTo>
                    <a:pt x="7585467" y="260302"/>
                  </a:lnTo>
                  <a:lnTo>
                    <a:pt x="7585594" y="260302"/>
                  </a:lnTo>
                  <a:lnTo>
                    <a:pt x="7585720" y="260302"/>
                  </a:lnTo>
                  <a:lnTo>
                    <a:pt x="7586225" y="260302"/>
                  </a:lnTo>
                  <a:lnTo>
                    <a:pt x="7586351" y="260302"/>
                  </a:lnTo>
                  <a:lnTo>
                    <a:pt x="7586477" y="260302"/>
                  </a:lnTo>
                  <a:lnTo>
                    <a:pt x="7586856" y="260302"/>
                  </a:lnTo>
                  <a:lnTo>
                    <a:pt x="7586982" y="260302"/>
                  </a:lnTo>
                  <a:lnTo>
                    <a:pt x="7587487" y="260302"/>
                  </a:lnTo>
                  <a:lnTo>
                    <a:pt x="7587740" y="260302"/>
                  </a:lnTo>
                  <a:lnTo>
                    <a:pt x="7588245" y="260302"/>
                  </a:lnTo>
                  <a:lnTo>
                    <a:pt x="7588371" y="260302"/>
                  </a:lnTo>
                  <a:lnTo>
                    <a:pt x="7588624" y="260302"/>
                  </a:lnTo>
                  <a:lnTo>
                    <a:pt x="7588750" y="260302"/>
                  </a:lnTo>
                  <a:lnTo>
                    <a:pt x="7589129" y="260302"/>
                  </a:lnTo>
                  <a:lnTo>
                    <a:pt x="7589381" y="260302"/>
                  </a:lnTo>
                  <a:lnTo>
                    <a:pt x="7589508" y="260302"/>
                  </a:lnTo>
                  <a:lnTo>
                    <a:pt x="7589760" y="260302"/>
                  </a:lnTo>
                  <a:lnTo>
                    <a:pt x="7590139" y="260302"/>
                  </a:lnTo>
                  <a:lnTo>
                    <a:pt x="7590265" y="260302"/>
                  </a:lnTo>
                  <a:lnTo>
                    <a:pt x="7590391" y="260302"/>
                  </a:lnTo>
                  <a:lnTo>
                    <a:pt x="7591275" y="260302"/>
                  </a:lnTo>
                  <a:lnTo>
                    <a:pt x="7591780" y="260302"/>
                  </a:lnTo>
                  <a:lnTo>
                    <a:pt x="7592033" y="260302"/>
                  </a:lnTo>
                  <a:lnTo>
                    <a:pt x="7592411" y="260302"/>
                  </a:lnTo>
                  <a:lnTo>
                    <a:pt x="7592538" y="260302"/>
                  </a:lnTo>
                  <a:lnTo>
                    <a:pt x="7592664" y="260302"/>
                  </a:lnTo>
                  <a:lnTo>
                    <a:pt x="7592917" y="260302"/>
                  </a:lnTo>
                  <a:lnTo>
                    <a:pt x="7593295" y="260302"/>
                  </a:lnTo>
                  <a:lnTo>
                    <a:pt x="7593800" y="260302"/>
                  </a:lnTo>
                  <a:lnTo>
                    <a:pt x="7594432" y="260302"/>
                  </a:lnTo>
                  <a:lnTo>
                    <a:pt x="7594558" y="260302"/>
                  </a:lnTo>
                  <a:lnTo>
                    <a:pt x="7594684" y="260302"/>
                  </a:lnTo>
                  <a:lnTo>
                    <a:pt x="7594810" y="260302"/>
                  </a:lnTo>
                  <a:lnTo>
                    <a:pt x="7594937" y="260302"/>
                  </a:lnTo>
                  <a:lnTo>
                    <a:pt x="7595063" y="260302"/>
                  </a:lnTo>
                  <a:lnTo>
                    <a:pt x="7595442" y="260302"/>
                  </a:lnTo>
                  <a:lnTo>
                    <a:pt x="7595820" y="260302"/>
                  </a:lnTo>
                  <a:lnTo>
                    <a:pt x="7596073" y="260302"/>
                  </a:lnTo>
                  <a:lnTo>
                    <a:pt x="7596199" y="260302"/>
                  </a:lnTo>
                  <a:lnTo>
                    <a:pt x="7596830" y="260302"/>
                  </a:lnTo>
                  <a:lnTo>
                    <a:pt x="7597083" y="260302"/>
                  </a:lnTo>
                  <a:lnTo>
                    <a:pt x="7597209" y="260302"/>
                  </a:lnTo>
                  <a:lnTo>
                    <a:pt x="7597462" y="260302"/>
                  </a:lnTo>
                  <a:lnTo>
                    <a:pt x="7597588" y="260302"/>
                  </a:lnTo>
                  <a:lnTo>
                    <a:pt x="7598598" y="260302"/>
                  </a:lnTo>
                  <a:lnTo>
                    <a:pt x="7598724" y="260302"/>
                  </a:lnTo>
                  <a:lnTo>
                    <a:pt x="7598851" y="260302"/>
                  </a:lnTo>
                  <a:lnTo>
                    <a:pt x="7598977" y="260302"/>
                  </a:lnTo>
                  <a:lnTo>
                    <a:pt x="7599482" y="260302"/>
                  </a:lnTo>
                  <a:lnTo>
                    <a:pt x="7599734" y="260302"/>
                  </a:lnTo>
                  <a:lnTo>
                    <a:pt x="7599861" y="260302"/>
                  </a:lnTo>
                  <a:lnTo>
                    <a:pt x="7600113" y="260302"/>
                  </a:lnTo>
                  <a:lnTo>
                    <a:pt x="7600366" y="260302"/>
                  </a:lnTo>
                  <a:lnTo>
                    <a:pt x="7600744" y="260302"/>
                  </a:lnTo>
                  <a:lnTo>
                    <a:pt x="7600997" y="260302"/>
                  </a:lnTo>
                  <a:lnTo>
                    <a:pt x="7601123" y="260302"/>
                  </a:lnTo>
                  <a:lnTo>
                    <a:pt x="7601628" y="260302"/>
                  </a:lnTo>
                  <a:lnTo>
                    <a:pt x="7601754" y="260302"/>
                  </a:lnTo>
                  <a:lnTo>
                    <a:pt x="7602764" y="255391"/>
                  </a:lnTo>
                  <a:lnTo>
                    <a:pt x="7602891" y="255391"/>
                  </a:lnTo>
                  <a:lnTo>
                    <a:pt x="7603648" y="255391"/>
                  </a:lnTo>
                  <a:lnTo>
                    <a:pt x="7603775" y="255391"/>
                  </a:lnTo>
                  <a:lnTo>
                    <a:pt x="7603901" y="255391"/>
                  </a:lnTo>
                  <a:lnTo>
                    <a:pt x="7604406" y="255391"/>
                  </a:lnTo>
                  <a:lnTo>
                    <a:pt x="7604532" y="255391"/>
                  </a:lnTo>
                  <a:lnTo>
                    <a:pt x="7605163" y="255391"/>
                  </a:lnTo>
                  <a:lnTo>
                    <a:pt x="7605290" y="255391"/>
                  </a:lnTo>
                  <a:lnTo>
                    <a:pt x="7605795" y="255391"/>
                  </a:lnTo>
                  <a:lnTo>
                    <a:pt x="7606300" y="255391"/>
                  </a:lnTo>
                  <a:lnTo>
                    <a:pt x="7606552" y="255391"/>
                  </a:lnTo>
                  <a:lnTo>
                    <a:pt x="7606678" y="255391"/>
                  </a:lnTo>
                  <a:lnTo>
                    <a:pt x="7606805" y="255391"/>
                  </a:lnTo>
                  <a:lnTo>
                    <a:pt x="7606931" y="255391"/>
                  </a:lnTo>
                  <a:lnTo>
                    <a:pt x="7607815" y="255391"/>
                  </a:lnTo>
                  <a:lnTo>
                    <a:pt x="7608194" y="255391"/>
                  </a:lnTo>
                  <a:lnTo>
                    <a:pt x="7608320" y="255391"/>
                  </a:lnTo>
                  <a:lnTo>
                    <a:pt x="7608446" y="255391"/>
                  </a:lnTo>
                  <a:lnTo>
                    <a:pt x="7608699" y="255391"/>
                  </a:lnTo>
                  <a:lnTo>
                    <a:pt x="7608951" y="255391"/>
                  </a:lnTo>
                  <a:lnTo>
                    <a:pt x="7609330" y="255391"/>
                  </a:lnTo>
                  <a:lnTo>
                    <a:pt x="7609582" y="255391"/>
                  </a:lnTo>
                  <a:lnTo>
                    <a:pt x="7609709" y="255391"/>
                  </a:lnTo>
                  <a:lnTo>
                    <a:pt x="7609835" y="255391"/>
                  </a:lnTo>
                  <a:lnTo>
                    <a:pt x="7611729" y="250480"/>
                  </a:lnTo>
                  <a:lnTo>
                    <a:pt x="7611981" y="250480"/>
                  </a:lnTo>
                  <a:lnTo>
                    <a:pt x="7612234" y="250480"/>
                  </a:lnTo>
                  <a:lnTo>
                    <a:pt x="7612739" y="250480"/>
                  </a:lnTo>
                  <a:lnTo>
                    <a:pt x="7612991" y="250480"/>
                  </a:lnTo>
                  <a:lnTo>
                    <a:pt x="7613117" y="250480"/>
                  </a:lnTo>
                  <a:lnTo>
                    <a:pt x="7613244" y="250480"/>
                  </a:lnTo>
                  <a:lnTo>
                    <a:pt x="7613370" y="250480"/>
                  </a:lnTo>
                  <a:lnTo>
                    <a:pt x="7613623" y="250480"/>
                  </a:lnTo>
                  <a:lnTo>
                    <a:pt x="7614001" y="250480"/>
                  </a:lnTo>
                  <a:lnTo>
                    <a:pt x="7614128" y="250480"/>
                  </a:lnTo>
                  <a:lnTo>
                    <a:pt x="7614254" y="250480"/>
                  </a:lnTo>
                  <a:lnTo>
                    <a:pt x="7614506" y="250480"/>
                  </a:lnTo>
                  <a:lnTo>
                    <a:pt x="7614759" y="250480"/>
                  </a:lnTo>
                  <a:lnTo>
                    <a:pt x="7615895" y="250480"/>
                  </a:lnTo>
                  <a:lnTo>
                    <a:pt x="7616526" y="250480"/>
                  </a:lnTo>
                  <a:lnTo>
                    <a:pt x="7617158" y="250480"/>
                  </a:lnTo>
                  <a:lnTo>
                    <a:pt x="7617789" y="250480"/>
                  </a:lnTo>
                  <a:lnTo>
                    <a:pt x="7617915" y="250480"/>
                  </a:lnTo>
                  <a:lnTo>
                    <a:pt x="7618041" y="250480"/>
                  </a:lnTo>
                  <a:lnTo>
                    <a:pt x="7618294" y="250480"/>
                  </a:lnTo>
                  <a:lnTo>
                    <a:pt x="7618420" y="250480"/>
                  </a:lnTo>
                  <a:lnTo>
                    <a:pt x="7618673" y="250480"/>
                  </a:lnTo>
                  <a:lnTo>
                    <a:pt x="7619052" y="250480"/>
                  </a:lnTo>
                  <a:lnTo>
                    <a:pt x="7619178" y="250480"/>
                  </a:lnTo>
                  <a:lnTo>
                    <a:pt x="7619557" y="250480"/>
                  </a:lnTo>
                  <a:lnTo>
                    <a:pt x="7619809" y="250480"/>
                  </a:lnTo>
                  <a:lnTo>
                    <a:pt x="7619935" y="250480"/>
                  </a:lnTo>
                  <a:lnTo>
                    <a:pt x="7620062" y="250480"/>
                  </a:lnTo>
                  <a:lnTo>
                    <a:pt x="7620188" y="250480"/>
                  </a:lnTo>
                  <a:lnTo>
                    <a:pt x="7620314" y="250480"/>
                  </a:lnTo>
                  <a:lnTo>
                    <a:pt x="7620945" y="250480"/>
                  </a:lnTo>
                  <a:lnTo>
                    <a:pt x="7621198" y="250480"/>
                  </a:lnTo>
                  <a:lnTo>
                    <a:pt x="7621450" y="250480"/>
                  </a:lnTo>
                  <a:lnTo>
                    <a:pt x="7621577" y="250480"/>
                  </a:lnTo>
                  <a:lnTo>
                    <a:pt x="7621703" y="250480"/>
                  </a:lnTo>
                  <a:lnTo>
                    <a:pt x="7621829" y="250480"/>
                  </a:lnTo>
                  <a:lnTo>
                    <a:pt x="7622587" y="250480"/>
                  </a:lnTo>
                  <a:lnTo>
                    <a:pt x="7623218" y="250480"/>
                  </a:lnTo>
                  <a:lnTo>
                    <a:pt x="7623723" y="250480"/>
                  </a:lnTo>
                  <a:lnTo>
                    <a:pt x="7623849" y="250480"/>
                  </a:lnTo>
                  <a:lnTo>
                    <a:pt x="7623976" y="250480"/>
                  </a:lnTo>
                  <a:lnTo>
                    <a:pt x="7624228" y="250480"/>
                  </a:lnTo>
                  <a:lnTo>
                    <a:pt x="7624354" y="250480"/>
                  </a:lnTo>
                  <a:lnTo>
                    <a:pt x="7624607" y="250480"/>
                  </a:lnTo>
                  <a:lnTo>
                    <a:pt x="7624733" y="250480"/>
                  </a:lnTo>
                  <a:lnTo>
                    <a:pt x="7624986" y="250480"/>
                  </a:lnTo>
                  <a:lnTo>
                    <a:pt x="7625743" y="250480"/>
                  </a:lnTo>
                  <a:lnTo>
                    <a:pt x="7625996" y="250480"/>
                  </a:lnTo>
                  <a:lnTo>
                    <a:pt x="7626627" y="250480"/>
                  </a:lnTo>
                  <a:lnTo>
                    <a:pt x="7626753" y="250480"/>
                  </a:lnTo>
                  <a:lnTo>
                    <a:pt x="7626879" y="250480"/>
                  </a:lnTo>
                  <a:lnTo>
                    <a:pt x="7627006" y="250480"/>
                  </a:lnTo>
                  <a:lnTo>
                    <a:pt x="7627132" y="250480"/>
                  </a:lnTo>
                  <a:lnTo>
                    <a:pt x="7627258" y="250480"/>
                  </a:lnTo>
                  <a:lnTo>
                    <a:pt x="7628142" y="250480"/>
                  </a:lnTo>
                  <a:lnTo>
                    <a:pt x="7628268" y="250480"/>
                  </a:lnTo>
                  <a:lnTo>
                    <a:pt x="7628773" y="250480"/>
                  </a:lnTo>
                  <a:lnTo>
                    <a:pt x="7629152" y="250480"/>
                  </a:lnTo>
                  <a:lnTo>
                    <a:pt x="7629278" y="250480"/>
                  </a:lnTo>
                  <a:lnTo>
                    <a:pt x="7629657" y="250480"/>
                  </a:lnTo>
                  <a:lnTo>
                    <a:pt x="7629783" y="250480"/>
                  </a:lnTo>
                  <a:lnTo>
                    <a:pt x="7629910" y="250480"/>
                  </a:lnTo>
                  <a:lnTo>
                    <a:pt x="7630288" y="250480"/>
                  </a:lnTo>
                  <a:lnTo>
                    <a:pt x="7630541" y="250480"/>
                  </a:lnTo>
                  <a:lnTo>
                    <a:pt x="7631172" y="250480"/>
                  </a:lnTo>
                  <a:lnTo>
                    <a:pt x="7631298" y="250480"/>
                  </a:lnTo>
                  <a:lnTo>
                    <a:pt x="7632182" y="250480"/>
                  </a:lnTo>
                  <a:lnTo>
                    <a:pt x="7632561" y="250480"/>
                  </a:lnTo>
                  <a:lnTo>
                    <a:pt x="7632687" y="250480"/>
                  </a:lnTo>
                  <a:lnTo>
                    <a:pt x="7632940" y="250480"/>
                  </a:lnTo>
                  <a:lnTo>
                    <a:pt x="7633192" y="250480"/>
                  </a:lnTo>
                  <a:lnTo>
                    <a:pt x="7633318" y="250480"/>
                  </a:lnTo>
                  <a:lnTo>
                    <a:pt x="7633571" y="250480"/>
                  </a:lnTo>
                  <a:lnTo>
                    <a:pt x="7633823" y="250480"/>
                  </a:lnTo>
                  <a:lnTo>
                    <a:pt x="7633950" y="250480"/>
                  </a:lnTo>
                  <a:lnTo>
                    <a:pt x="7634076" y="250480"/>
                  </a:lnTo>
                  <a:lnTo>
                    <a:pt x="7634202" y="250480"/>
                  </a:lnTo>
                  <a:lnTo>
                    <a:pt x="7634329" y="250480"/>
                  </a:lnTo>
                  <a:lnTo>
                    <a:pt x="7634455" y="250480"/>
                  </a:lnTo>
                  <a:lnTo>
                    <a:pt x="7634707" y="250480"/>
                  </a:lnTo>
                  <a:lnTo>
                    <a:pt x="7634834" y="250480"/>
                  </a:lnTo>
                  <a:lnTo>
                    <a:pt x="7635086" y="250480"/>
                  </a:lnTo>
                  <a:lnTo>
                    <a:pt x="7635212" y="250480"/>
                  </a:lnTo>
                  <a:lnTo>
                    <a:pt x="7636096" y="250480"/>
                  </a:lnTo>
                  <a:lnTo>
                    <a:pt x="7636222" y="250480"/>
                  </a:lnTo>
                  <a:lnTo>
                    <a:pt x="7636727" y="250480"/>
                  </a:lnTo>
                  <a:lnTo>
                    <a:pt x="7636854" y="250480"/>
                  </a:lnTo>
                  <a:lnTo>
                    <a:pt x="7637106" y="250480"/>
                  </a:lnTo>
                  <a:lnTo>
                    <a:pt x="7638116" y="250480"/>
                  </a:lnTo>
                  <a:lnTo>
                    <a:pt x="7638495" y="250480"/>
                  </a:lnTo>
                  <a:lnTo>
                    <a:pt x="7638747" y="250480"/>
                  </a:lnTo>
                  <a:lnTo>
                    <a:pt x="7639126" y="250480"/>
                  </a:lnTo>
                  <a:lnTo>
                    <a:pt x="7639253" y="250480"/>
                  </a:lnTo>
                  <a:lnTo>
                    <a:pt x="7639379" y="250480"/>
                  </a:lnTo>
                  <a:lnTo>
                    <a:pt x="7639505" y="250480"/>
                  </a:lnTo>
                  <a:lnTo>
                    <a:pt x="7639758" y="250480"/>
                  </a:lnTo>
                  <a:lnTo>
                    <a:pt x="7640010" y="250480"/>
                  </a:lnTo>
                  <a:lnTo>
                    <a:pt x="7640136" y="250480"/>
                  </a:lnTo>
                  <a:lnTo>
                    <a:pt x="7640263" y="250480"/>
                  </a:lnTo>
                  <a:lnTo>
                    <a:pt x="7640515" y="250480"/>
                  </a:lnTo>
                  <a:lnTo>
                    <a:pt x="7640768" y="250480"/>
                  </a:lnTo>
                  <a:lnTo>
                    <a:pt x="7641020" y="250480"/>
                  </a:lnTo>
                  <a:lnTo>
                    <a:pt x="7641399" y="250480"/>
                  </a:lnTo>
                  <a:lnTo>
                    <a:pt x="7641525" y="250480"/>
                  </a:lnTo>
                  <a:lnTo>
                    <a:pt x="7642409" y="250480"/>
                  </a:lnTo>
                  <a:lnTo>
                    <a:pt x="7642535" y="250480"/>
                  </a:lnTo>
                  <a:lnTo>
                    <a:pt x="7643040" y="250480"/>
                  </a:lnTo>
                  <a:lnTo>
                    <a:pt x="7643166" y="250480"/>
                  </a:lnTo>
                  <a:lnTo>
                    <a:pt x="7643545" y="250480"/>
                  </a:lnTo>
                  <a:lnTo>
                    <a:pt x="7643798" y="250480"/>
                  </a:lnTo>
                  <a:lnTo>
                    <a:pt x="7643924" y="250480"/>
                  </a:lnTo>
                  <a:lnTo>
                    <a:pt x="7644176" y="250480"/>
                  </a:lnTo>
                  <a:lnTo>
                    <a:pt x="7644555" y="250480"/>
                  </a:lnTo>
                  <a:lnTo>
                    <a:pt x="7644682" y="250480"/>
                  </a:lnTo>
                  <a:lnTo>
                    <a:pt x="7644808" y="250480"/>
                  </a:lnTo>
                  <a:lnTo>
                    <a:pt x="7644934" y="250480"/>
                  </a:lnTo>
                  <a:lnTo>
                    <a:pt x="7645060" y="250480"/>
                  </a:lnTo>
                  <a:lnTo>
                    <a:pt x="7645187" y="250480"/>
                  </a:lnTo>
                  <a:lnTo>
                    <a:pt x="7645565" y="250480"/>
                  </a:lnTo>
                  <a:lnTo>
                    <a:pt x="7645944" y="250480"/>
                  </a:lnTo>
                  <a:lnTo>
                    <a:pt x="7646828" y="250480"/>
                  </a:lnTo>
                  <a:lnTo>
                    <a:pt x="7646954" y="250480"/>
                  </a:lnTo>
                  <a:lnTo>
                    <a:pt x="7648974" y="250480"/>
                  </a:lnTo>
                  <a:lnTo>
                    <a:pt x="7649227" y="250480"/>
                  </a:lnTo>
                  <a:lnTo>
                    <a:pt x="7649479" y="250480"/>
                  </a:lnTo>
                  <a:lnTo>
                    <a:pt x="7649732" y="250480"/>
                  </a:lnTo>
                  <a:lnTo>
                    <a:pt x="7649984" y="250480"/>
                  </a:lnTo>
                  <a:lnTo>
                    <a:pt x="7649984" y="245568"/>
                  </a:lnTo>
                  <a:lnTo>
                    <a:pt x="7650363" y="245568"/>
                  </a:lnTo>
                  <a:lnTo>
                    <a:pt x="7650994" y="245568"/>
                  </a:lnTo>
                  <a:lnTo>
                    <a:pt x="7651121" y="245568"/>
                  </a:lnTo>
                  <a:lnTo>
                    <a:pt x="7651373" y="245568"/>
                  </a:lnTo>
                  <a:lnTo>
                    <a:pt x="7651499" y="245568"/>
                  </a:lnTo>
                  <a:lnTo>
                    <a:pt x="7651626" y="245568"/>
                  </a:lnTo>
                  <a:lnTo>
                    <a:pt x="7651878" y="245568"/>
                  </a:lnTo>
                  <a:lnTo>
                    <a:pt x="7652131" y="245568"/>
                  </a:lnTo>
                  <a:lnTo>
                    <a:pt x="7652762" y="245568"/>
                  </a:lnTo>
                  <a:lnTo>
                    <a:pt x="7653393" y="245568"/>
                  </a:lnTo>
                  <a:lnTo>
                    <a:pt x="7653772" y="245568"/>
                  </a:lnTo>
                  <a:lnTo>
                    <a:pt x="7654277" y="245568"/>
                  </a:lnTo>
                  <a:lnTo>
                    <a:pt x="7654403" y="245568"/>
                  </a:lnTo>
                  <a:lnTo>
                    <a:pt x="7654656" y="245568"/>
                  </a:lnTo>
                  <a:lnTo>
                    <a:pt x="7654908" y="245568"/>
                  </a:lnTo>
                  <a:lnTo>
                    <a:pt x="7655287" y="245568"/>
                  </a:lnTo>
                  <a:lnTo>
                    <a:pt x="7655413" y="245568"/>
                  </a:lnTo>
                  <a:lnTo>
                    <a:pt x="7655540" y="245568"/>
                  </a:lnTo>
                  <a:lnTo>
                    <a:pt x="7655666" y="245568"/>
                  </a:lnTo>
                  <a:lnTo>
                    <a:pt x="7655792" y="245568"/>
                  </a:lnTo>
                  <a:lnTo>
                    <a:pt x="7656045" y="245568"/>
                  </a:lnTo>
                  <a:lnTo>
                    <a:pt x="7656676" y="245568"/>
                  </a:lnTo>
                  <a:lnTo>
                    <a:pt x="7656802" y="245568"/>
                  </a:lnTo>
                  <a:lnTo>
                    <a:pt x="7656928" y="245568"/>
                  </a:lnTo>
                  <a:lnTo>
                    <a:pt x="7657181" y="245568"/>
                  </a:lnTo>
                  <a:lnTo>
                    <a:pt x="7657307" y="245568"/>
                  </a:lnTo>
                  <a:lnTo>
                    <a:pt x="7657433" y="245568"/>
                  </a:lnTo>
                  <a:lnTo>
                    <a:pt x="7657560" y="245568"/>
                  </a:lnTo>
                  <a:lnTo>
                    <a:pt x="7658065" y="245568"/>
                  </a:lnTo>
                  <a:lnTo>
                    <a:pt x="7658317" y="245568"/>
                  </a:lnTo>
                  <a:lnTo>
                    <a:pt x="7658570" y="245568"/>
                  </a:lnTo>
                  <a:lnTo>
                    <a:pt x="7658822" y="245568"/>
                  </a:lnTo>
                  <a:lnTo>
                    <a:pt x="7659075" y="245568"/>
                  </a:lnTo>
                  <a:lnTo>
                    <a:pt x="7659706" y="245568"/>
                  </a:lnTo>
                  <a:lnTo>
                    <a:pt x="7659832" y="245568"/>
                  </a:lnTo>
                  <a:lnTo>
                    <a:pt x="7660337" y="245568"/>
                  </a:lnTo>
                  <a:lnTo>
                    <a:pt x="7660464" y="245568"/>
                  </a:lnTo>
                  <a:lnTo>
                    <a:pt x="7660716" y="245568"/>
                  </a:lnTo>
                  <a:lnTo>
                    <a:pt x="7660969" y="245568"/>
                  </a:lnTo>
                  <a:lnTo>
                    <a:pt x="7661095" y="245568"/>
                  </a:lnTo>
                  <a:lnTo>
                    <a:pt x="7662231" y="245568"/>
                  </a:lnTo>
                  <a:lnTo>
                    <a:pt x="7662357" y="245568"/>
                  </a:lnTo>
                  <a:lnTo>
                    <a:pt x="7662736" y="245568"/>
                  </a:lnTo>
                  <a:lnTo>
                    <a:pt x="7662862" y="245568"/>
                  </a:lnTo>
                  <a:lnTo>
                    <a:pt x="7662989" y="245568"/>
                  </a:lnTo>
                  <a:lnTo>
                    <a:pt x="7663115" y="245568"/>
                  </a:lnTo>
                  <a:lnTo>
                    <a:pt x="7663241" y="245568"/>
                  </a:lnTo>
                  <a:lnTo>
                    <a:pt x="7663620" y="245568"/>
                  </a:lnTo>
                  <a:lnTo>
                    <a:pt x="7664125" y="245568"/>
                  </a:lnTo>
                  <a:lnTo>
                    <a:pt x="7664377" y="245568"/>
                  </a:lnTo>
                  <a:lnTo>
                    <a:pt x="7664630" y="245568"/>
                  </a:lnTo>
                  <a:lnTo>
                    <a:pt x="7664756" y="240657"/>
                  </a:lnTo>
                  <a:lnTo>
                    <a:pt x="7664883" y="240657"/>
                  </a:lnTo>
                  <a:lnTo>
                    <a:pt x="7665261" y="240657"/>
                  </a:lnTo>
                  <a:lnTo>
                    <a:pt x="7665388" y="240657"/>
                  </a:lnTo>
                  <a:lnTo>
                    <a:pt x="7665514" y="240657"/>
                  </a:lnTo>
                  <a:lnTo>
                    <a:pt x="7665893" y="235745"/>
                  </a:lnTo>
                  <a:lnTo>
                    <a:pt x="7666271" y="235745"/>
                  </a:lnTo>
                  <a:lnTo>
                    <a:pt x="7666398" y="235745"/>
                  </a:lnTo>
                  <a:lnTo>
                    <a:pt x="7666524" y="235745"/>
                  </a:lnTo>
                  <a:lnTo>
                    <a:pt x="7667155" y="235745"/>
                  </a:lnTo>
                  <a:lnTo>
                    <a:pt x="7667281" y="235745"/>
                  </a:lnTo>
                  <a:lnTo>
                    <a:pt x="7667660" y="235745"/>
                  </a:lnTo>
                  <a:lnTo>
                    <a:pt x="7667786" y="235745"/>
                  </a:lnTo>
                  <a:lnTo>
                    <a:pt x="7667913" y="235745"/>
                  </a:lnTo>
                  <a:lnTo>
                    <a:pt x="7668418" y="235745"/>
                  </a:lnTo>
                  <a:lnTo>
                    <a:pt x="7670185" y="235745"/>
                  </a:lnTo>
                  <a:lnTo>
                    <a:pt x="7670564" y="235745"/>
                  </a:lnTo>
                  <a:lnTo>
                    <a:pt x="7670690" y="235745"/>
                  </a:lnTo>
                  <a:lnTo>
                    <a:pt x="7670817" y="235745"/>
                  </a:lnTo>
                  <a:lnTo>
                    <a:pt x="7671195" y="235745"/>
                  </a:lnTo>
                  <a:lnTo>
                    <a:pt x="7671448" y="235745"/>
                  </a:lnTo>
                  <a:lnTo>
                    <a:pt x="7671574" y="235745"/>
                  </a:lnTo>
                  <a:lnTo>
                    <a:pt x="7671827" y="235745"/>
                  </a:lnTo>
                  <a:lnTo>
                    <a:pt x="7671953" y="235745"/>
                  </a:lnTo>
                  <a:lnTo>
                    <a:pt x="7672079" y="235745"/>
                  </a:lnTo>
                  <a:lnTo>
                    <a:pt x="7672458" y="235745"/>
                  </a:lnTo>
                  <a:lnTo>
                    <a:pt x="7673215" y="235745"/>
                  </a:lnTo>
                  <a:lnTo>
                    <a:pt x="7673342" y="235745"/>
                  </a:lnTo>
                  <a:lnTo>
                    <a:pt x="7673468" y="235745"/>
                  </a:lnTo>
                  <a:lnTo>
                    <a:pt x="7673847" y="235745"/>
                  </a:lnTo>
                  <a:lnTo>
                    <a:pt x="7674099" y="235745"/>
                  </a:lnTo>
                  <a:lnTo>
                    <a:pt x="7674225" y="235745"/>
                  </a:lnTo>
                  <a:lnTo>
                    <a:pt x="7674352" y="235745"/>
                  </a:lnTo>
                  <a:lnTo>
                    <a:pt x="7674604" y="235745"/>
                  </a:lnTo>
                  <a:lnTo>
                    <a:pt x="7674857" y="235745"/>
                  </a:lnTo>
                  <a:lnTo>
                    <a:pt x="7675362" y="235745"/>
                  </a:lnTo>
                  <a:lnTo>
                    <a:pt x="7675741" y="235745"/>
                  </a:lnTo>
                  <a:lnTo>
                    <a:pt x="7675993" y="235745"/>
                  </a:lnTo>
                  <a:lnTo>
                    <a:pt x="7676498" y="235745"/>
                  </a:lnTo>
                  <a:lnTo>
                    <a:pt x="7677003" y="235745"/>
                  </a:lnTo>
                  <a:lnTo>
                    <a:pt x="7677382" y="235745"/>
                  </a:lnTo>
                  <a:lnTo>
                    <a:pt x="7677508" y="235745"/>
                  </a:lnTo>
                  <a:lnTo>
                    <a:pt x="7678266" y="235745"/>
                  </a:lnTo>
                  <a:lnTo>
                    <a:pt x="7678644" y="235745"/>
                  </a:lnTo>
                  <a:lnTo>
                    <a:pt x="7678771" y="235745"/>
                  </a:lnTo>
                  <a:lnTo>
                    <a:pt x="7678897" y="235745"/>
                  </a:lnTo>
                  <a:lnTo>
                    <a:pt x="7679023" y="235745"/>
                  </a:lnTo>
                  <a:lnTo>
                    <a:pt x="7679276" y="235745"/>
                  </a:lnTo>
                  <a:lnTo>
                    <a:pt x="7679907" y="235745"/>
                  </a:lnTo>
                  <a:lnTo>
                    <a:pt x="7680159" y="235745"/>
                  </a:lnTo>
                  <a:lnTo>
                    <a:pt x="7680665" y="235745"/>
                  </a:lnTo>
                  <a:lnTo>
                    <a:pt x="7681043" y="235745"/>
                  </a:lnTo>
                  <a:lnTo>
                    <a:pt x="7681296" y="235745"/>
                  </a:lnTo>
                  <a:lnTo>
                    <a:pt x="7681422" y="235745"/>
                  </a:lnTo>
                  <a:lnTo>
                    <a:pt x="7681548" y="235745"/>
                  </a:lnTo>
                  <a:lnTo>
                    <a:pt x="7681675" y="235745"/>
                  </a:lnTo>
                  <a:lnTo>
                    <a:pt x="7681801" y="235745"/>
                  </a:lnTo>
                  <a:lnTo>
                    <a:pt x="7681927" y="235745"/>
                  </a:lnTo>
                  <a:lnTo>
                    <a:pt x="7682180" y="235745"/>
                  </a:lnTo>
                  <a:lnTo>
                    <a:pt x="7683695" y="235745"/>
                  </a:lnTo>
                  <a:lnTo>
                    <a:pt x="7683821" y="235745"/>
                  </a:lnTo>
                  <a:lnTo>
                    <a:pt x="7684200" y="235745"/>
                  </a:lnTo>
                  <a:lnTo>
                    <a:pt x="7684326" y="235745"/>
                  </a:lnTo>
                  <a:lnTo>
                    <a:pt x="7684452" y="235745"/>
                  </a:lnTo>
                  <a:lnTo>
                    <a:pt x="7684831" y="235745"/>
                  </a:lnTo>
                  <a:lnTo>
                    <a:pt x="7684957" y="235745"/>
                  </a:lnTo>
                  <a:lnTo>
                    <a:pt x="7685715" y="235745"/>
                  </a:lnTo>
                  <a:lnTo>
                    <a:pt x="7685841" y="235745"/>
                  </a:lnTo>
                  <a:lnTo>
                    <a:pt x="7685967" y="235745"/>
                  </a:lnTo>
                  <a:lnTo>
                    <a:pt x="7686220" y="235745"/>
                  </a:lnTo>
                  <a:lnTo>
                    <a:pt x="7686472" y="235745"/>
                  </a:lnTo>
                  <a:lnTo>
                    <a:pt x="7686599" y="235745"/>
                  </a:lnTo>
                  <a:lnTo>
                    <a:pt x="7687230" y="235745"/>
                  </a:lnTo>
                  <a:lnTo>
                    <a:pt x="7687609" y="235745"/>
                  </a:lnTo>
                  <a:lnTo>
                    <a:pt x="7687861" y="235745"/>
                  </a:lnTo>
                  <a:lnTo>
                    <a:pt x="7688114" y="235745"/>
                  </a:lnTo>
                  <a:lnTo>
                    <a:pt x="7688240" y="235745"/>
                  </a:lnTo>
                  <a:lnTo>
                    <a:pt x="7688997" y="235745"/>
                  </a:lnTo>
                  <a:lnTo>
                    <a:pt x="7689502" y="235745"/>
                  </a:lnTo>
                  <a:lnTo>
                    <a:pt x="7690134" y="235745"/>
                  </a:lnTo>
                  <a:lnTo>
                    <a:pt x="7690386" y="235745"/>
                  </a:lnTo>
                  <a:lnTo>
                    <a:pt x="7690765" y="235745"/>
                  </a:lnTo>
                  <a:lnTo>
                    <a:pt x="7690891" y="235745"/>
                  </a:lnTo>
                  <a:lnTo>
                    <a:pt x="7691018" y="235745"/>
                  </a:lnTo>
                  <a:lnTo>
                    <a:pt x="7691144" y="235745"/>
                  </a:lnTo>
                  <a:lnTo>
                    <a:pt x="7691523" y="235745"/>
                  </a:lnTo>
                  <a:lnTo>
                    <a:pt x="7691649" y="235745"/>
                  </a:lnTo>
                  <a:lnTo>
                    <a:pt x="7691775" y="235745"/>
                  </a:lnTo>
                  <a:lnTo>
                    <a:pt x="7692028" y="235745"/>
                  </a:lnTo>
                  <a:lnTo>
                    <a:pt x="7692154" y="235745"/>
                  </a:lnTo>
                  <a:lnTo>
                    <a:pt x="7692280" y="235745"/>
                  </a:lnTo>
                  <a:lnTo>
                    <a:pt x="7692406" y="235745"/>
                  </a:lnTo>
                  <a:lnTo>
                    <a:pt x="7692785" y="235745"/>
                  </a:lnTo>
                  <a:lnTo>
                    <a:pt x="7693038" y="235745"/>
                  </a:lnTo>
                  <a:lnTo>
                    <a:pt x="7693164" y="235745"/>
                  </a:lnTo>
                  <a:lnTo>
                    <a:pt x="7693416" y="235745"/>
                  </a:lnTo>
                  <a:lnTo>
                    <a:pt x="7693669" y="235745"/>
                  </a:lnTo>
                  <a:lnTo>
                    <a:pt x="7693795" y="235745"/>
                  </a:lnTo>
                  <a:lnTo>
                    <a:pt x="7693921" y="235745"/>
                  </a:lnTo>
                  <a:lnTo>
                    <a:pt x="7694174" y="235745"/>
                  </a:lnTo>
                  <a:lnTo>
                    <a:pt x="7694300" y="235745"/>
                  </a:lnTo>
                  <a:lnTo>
                    <a:pt x="7697583" y="235745"/>
                  </a:lnTo>
                  <a:lnTo>
                    <a:pt x="7697962" y="235745"/>
                  </a:lnTo>
                  <a:lnTo>
                    <a:pt x="7698214" y="235745"/>
                  </a:lnTo>
                  <a:lnTo>
                    <a:pt x="7698719" y="235745"/>
                  </a:lnTo>
                  <a:lnTo>
                    <a:pt x="7698845" y="235745"/>
                  </a:lnTo>
                  <a:lnTo>
                    <a:pt x="7698972" y="235745"/>
                  </a:lnTo>
                  <a:lnTo>
                    <a:pt x="7699224" y="235745"/>
                  </a:lnTo>
                  <a:lnTo>
                    <a:pt x="7699350" y="235745"/>
                  </a:lnTo>
                  <a:lnTo>
                    <a:pt x="7699477" y="235745"/>
                  </a:lnTo>
                  <a:lnTo>
                    <a:pt x="7700108" y="235745"/>
                  </a:lnTo>
                  <a:lnTo>
                    <a:pt x="7700234" y="235745"/>
                  </a:lnTo>
                  <a:lnTo>
                    <a:pt x="7700360" y="235745"/>
                  </a:lnTo>
                  <a:lnTo>
                    <a:pt x="7700613" y="235745"/>
                  </a:lnTo>
                  <a:lnTo>
                    <a:pt x="7700865" y="235745"/>
                  </a:lnTo>
                  <a:lnTo>
                    <a:pt x="7700992" y="235745"/>
                  </a:lnTo>
                  <a:lnTo>
                    <a:pt x="7701371" y="235745"/>
                  </a:lnTo>
                  <a:lnTo>
                    <a:pt x="7701497" y="235745"/>
                  </a:lnTo>
                  <a:lnTo>
                    <a:pt x="7701876" y="235745"/>
                  </a:lnTo>
                  <a:lnTo>
                    <a:pt x="7702002" y="235745"/>
                  </a:lnTo>
                  <a:lnTo>
                    <a:pt x="7702128" y="235745"/>
                  </a:lnTo>
                  <a:lnTo>
                    <a:pt x="7702507" y="235745"/>
                  </a:lnTo>
                  <a:lnTo>
                    <a:pt x="7703264" y="235745"/>
                  </a:lnTo>
                  <a:lnTo>
                    <a:pt x="7703391" y="235745"/>
                  </a:lnTo>
                  <a:lnTo>
                    <a:pt x="7703517" y="235745"/>
                  </a:lnTo>
                  <a:lnTo>
                    <a:pt x="7703643" y="235745"/>
                  </a:lnTo>
                  <a:lnTo>
                    <a:pt x="7703769" y="235745"/>
                  </a:lnTo>
                  <a:lnTo>
                    <a:pt x="7704022" y="235745"/>
                  </a:lnTo>
                  <a:lnTo>
                    <a:pt x="7704148" y="235745"/>
                  </a:lnTo>
                  <a:lnTo>
                    <a:pt x="7704401" y="235745"/>
                  </a:lnTo>
                  <a:lnTo>
                    <a:pt x="7704653" y="235745"/>
                  </a:lnTo>
                  <a:lnTo>
                    <a:pt x="7704906" y="235745"/>
                  </a:lnTo>
                  <a:lnTo>
                    <a:pt x="7705663" y="235745"/>
                  </a:lnTo>
                  <a:lnTo>
                    <a:pt x="7705916" y="235745"/>
                  </a:lnTo>
                  <a:lnTo>
                    <a:pt x="7706042" y="235745"/>
                  </a:lnTo>
                  <a:lnTo>
                    <a:pt x="7706295" y="235745"/>
                  </a:lnTo>
                  <a:lnTo>
                    <a:pt x="7706421" y="235745"/>
                  </a:lnTo>
                  <a:lnTo>
                    <a:pt x="7707052" y="235745"/>
                  </a:lnTo>
                  <a:lnTo>
                    <a:pt x="7707431" y="235745"/>
                  </a:lnTo>
                  <a:lnTo>
                    <a:pt x="7708062" y="235745"/>
                  </a:lnTo>
                  <a:lnTo>
                    <a:pt x="7708441" y="235745"/>
                  </a:lnTo>
                  <a:lnTo>
                    <a:pt x="7709198" y="235745"/>
                  </a:lnTo>
                  <a:lnTo>
                    <a:pt x="7709325" y="235745"/>
                  </a:lnTo>
                  <a:lnTo>
                    <a:pt x="7710208" y="235745"/>
                  </a:lnTo>
                  <a:lnTo>
                    <a:pt x="7710840" y="235745"/>
                  </a:lnTo>
                  <a:lnTo>
                    <a:pt x="7711092" y="235745"/>
                  </a:lnTo>
                  <a:lnTo>
                    <a:pt x="7711345" y="235745"/>
                  </a:lnTo>
                  <a:lnTo>
                    <a:pt x="7711471" y="235745"/>
                  </a:lnTo>
                  <a:lnTo>
                    <a:pt x="7711724" y="235745"/>
                  </a:lnTo>
                  <a:lnTo>
                    <a:pt x="7711850" y="235745"/>
                  </a:lnTo>
                  <a:lnTo>
                    <a:pt x="7711976" y="235745"/>
                  </a:lnTo>
                  <a:lnTo>
                    <a:pt x="7712355" y="230834"/>
                  </a:lnTo>
                  <a:lnTo>
                    <a:pt x="7712481" y="230834"/>
                  </a:lnTo>
                  <a:lnTo>
                    <a:pt x="7712607" y="230834"/>
                  </a:lnTo>
                  <a:lnTo>
                    <a:pt x="7712860" y="230834"/>
                  </a:lnTo>
                  <a:lnTo>
                    <a:pt x="7712986" y="230834"/>
                  </a:lnTo>
                  <a:lnTo>
                    <a:pt x="7713112" y="230834"/>
                  </a:lnTo>
                  <a:lnTo>
                    <a:pt x="7713239" y="230834"/>
                  </a:lnTo>
                  <a:lnTo>
                    <a:pt x="7713365" y="230834"/>
                  </a:lnTo>
                  <a:lnTo>
                    <a:pt x="7713491" y="230834"/>
                  </a:lnTo>
                  <a:lnTo>
                    <a:pt x="7713617" y="230834"/>
                  </a:lnTo>
                  <a:lnTo>
                    <a:pt x="7713996" y="230834"/>
                  </a:lnTo>
                  <a:lnTo>
                    <a:pt x="7714375" y="230834"/>
                  </a:lnTo>
                  <a:lnTo>
                    <a:pt x="7715259" y="230834"/>
                  </a:lnTo>
                  <a:lnTo>
                    <a:pt x="7715511" y="230834"/>
                  </a:lnTo>
                  <a:lnTo>
                    <a:pt x="7715637" y="230834"/>
                  </a:lnTo>
                  <a:lnTo>
                    <a:pt x="7716016" y="230834"/>
                  </a:lnTo>
                  <a:lnTo>
                    <a:pt x="7716142" y="230834"/>
                  </a:lnTo>
                  <a:lnTo>
                    <a:pt x="7716269" y="230834"/>
                  </a:lnTo>
                  <a:lnTo>
                    <a:pt x="7716395" y="230834"/>
                  </a:lnTo>
                  <a:lnTo>
                    <a:pt x="7717279" y="230834"/>
                  </a:lnTo>
                  <a:lnTo>
                    <a:pt x="7717405" y="230834"/>
                  </a:lnTo>
                  <a:lnTo>
                    <a:pt x="7717531" y="230834"/>
                  </a:lnTo>
                  <a:lnTo>
                    <a:pt x="7717658" y="230834"/>
                  </a:lnTo>
                  <a:lnTo>
                    <a:pt x="7718036" y="230834"/>
                  </a:lnTo>
                  <a:lnTo>
                    <a:pt x="7718289" y="230834"/>
                  </a:lnTo>
                  <a:lnTo>
                    <a:pt x="7718794" y="230834"/>
                  </a:lnTo>
                  <a:lnTo>
                    <a:pt x="7719046" y="230834"/>
                  </a:lnTo>
                  <a:lnTo>
                    <a:pt x="7719299" y="230834"/>
                  </a:lnTo>
                  <a:lnTo>
                    <a:pt x="7719678" y="230834"/>
                  </a:lnTo>
                  <a:lnTo>
                    <a:pt x="7719804" y="230834"/>
                  </a:lnTo>
                  <a:lnTo>
                    <a:pt x="7720309" y="230834"/>
                  </a:lnTo>
                  <a:lnTo>
                    <a:pt x="7720561" y="230834"/>
                  </a:lnTo>
                  <a:lnTo>
                    <a:pt x="7720688" y="230834"/>
                  </a:lnTo>
                  <a:lnTo>
                    <a:pt x="7720940" y="230834"/>
                  </a:lnTo>
                  <a:lnTo>
                    <a:pt x="7721193" y="230834"/>
                  </a:lnTo>
                  <a:lnTo>
                    <a:pt x="7721445" y="230834"/>
                  </a:lnTo>
                  <a:lnTo>
                    <a:pt x="7721698" y="230834"/>
                  </a:lnTo>
                  <a:lnTo>
                    <a:pt x="7722203" y="230834"/>
                  </a:lnTo>
                  <a:lnTo>
                    <a:pt x="7722329" y="230834"/>
                  </a:lnTo>
                  <a:lnTo>
                    <a:pt x="7722455" y="230834"/>
                  </a:lnTo>
                  <a:lnTo>
                    <a:pt x="7722582" y="230834"/>
                  </a:lnTo>
                  <a:lnTo>
                    <a:pt x="7722834" y="230834"/>
                  </a:lnTo>
                  <a:lnTo>
                    <a:pt x="7722960" y="230834"/>
                  </a:lnTo>
                  <a:lnTo>
                    <a:pt x="7723592" y="230834"/>
                  </a:lnTo>
                  <a:lnTo>
                    <a:pt x="7723718" y="230834"/>
                  </a:lnTo>
                  <a:lnTo>
                    <a:pt x="7724223" y="230834"/>
                  </a:lnTo>
                  <a:lnTo>
                    <a:pt x="7724349" y="230834"/>
                  </a:lnTo>
                  <a:lnTo>
                    <a:pt x="7724602" y="230834"/>
                  </a:lnTo>
                  <a:lnTo>
                    <a:pt x="7724854" y="230834"/>
                  </a:lnTo>
                  <a:lnTo>
                    <a:pt x="7724980" y="230834"/>
                  </a:lnTo>
                  <a:lnTo>
                    <a:pt x="7725359" y="230834"/>
                  </a:lnTo>
                  <a:lnTo>
                    <a:pt x="7725864" y="230834"/>
                  </a:lnTo>
                  <a:lnTo>
                    <a:pt x="7727127" y="230834"/>
                  </a:lnTo>
                  <a:lnTo>
                    <a:pt x="7727253" y="230834"/>
                  </a:lnTo>
                  <a:lnTo>
                    <a:pt x="7727506" y="230834"/>
                  </a:lnTo>
                  <a:lnTo>
                    <a:pt x="7727758" y="230834"/>
                  </a:lnTo>
                  <a:lnTo>
                    <a:pt x="7727884" y="230834"/>
                  </a:lnTo>
                  <a:lnTo>
                    <a:pt x="7728137" y="230834"/>
                  </a:lnTo>
                  <a:lnTo>
                    <a:pt x="7728389" y="230834"/>
                  </a:lnTo>
                  <a:lnTo>
                    <a:pt x="7728642" y="230834"/>
                  </a:lnTo>
                  <a:lnTo>
                    <a:pt x="7728768" y="230834"/>
                  </a:lnTo>
                  <a:lnTo>
                    <a:pt x="7729021" y="230834"/>
                  </a:lnTo>
                  <a:lnTo>
                    <a:pt x="7729273" y="230834"/>
                  </a:lnTo>
                  <a:lnTo>
                    <a:pt x="7729526" y="230834"/>
                  </a:lnTo>
                  <a:lnTo>
                    <a:pt x="7730283" y="230834"/>
                  </a:lnTo>
                  <a:lnTo>
                    <a:pt x="7730409" y="230834"/>
                  </a:lnTo>
                  <a:lnTo>
                    <a:pt x="7730536" y="230834"/>
                  </a:lnTo>
                  <a:lnTo>
                    <a:pt x="7731041" y="230834"/>
                  </a:lnTo>
                  <a:lnTo>
                    <a:pt x="7731546" y="230834"/>
                  </a:lnTo>
                  <a:lnTo>
                    <a:pt x="7731672" y="230834"/>
                  </a:lnTo>
                  <a:lnTo>
                    <a:pt x="7731925" y="230834"/>
                  </a:lnTo>
                  <a:lnTo>
                    <a:pt x="7732177" y="230834"/>
                  </a:lnTo>
                  <a:lnTo>
                    <a:pt x="7733061" y="230834"/>
                  </a:lnTo>
                  <a:lnTo>
                    <a:pt x="7733187" y="230834"/>
                  </a:lnTo>
                  <a:lnTo>
                    <a:pt x="7733440" y="230834"/>
                  </a:lnTo>
                  <a:lnTo>
                    <a:pt x="7733566" y="230834"/>
                  </a:lnTo>
                  <a:lnTo>
                    <a:pt x="7733945" y="230834"/>
                  </a:lnTo>
                  <a:lnTo>
                    <a:pt x="7734197" y="230834"/>
                  </a:lnTo>
                  <a:lnTo>
                    <a:pt x="7734323" y="230834"/>
                  </a:lnTo>
                  <a:lnTo>
                    <a:pt x="7734450" y="230834"/>
                  </a:lnTo>
                  <a:lnTo>
                    <a:pt x="7734576" y="230834"/>
                  </a:lnTo>
                  <a:lnTo>
                    <a:pt x="7734702" y="230834"/>
                  </a:lnTo>
                  <a:lnTo>
                    <a:pt x="7734828" y="230834"/>
                  </a:lnTo>
                  <a:lnTo>
                    <a:pt x="7735081" y="230834"/>
                  </a:lnTo>
                  <a:lnTo>
                    <a:pt x="7735207" y="230834"/>
                  </a:lnTo>
                  <a:lnTo>
                    <a:pt x="7735838" y="230834"/>
                  </a:lnTo>
                  <a:lnTo>
                    <a:pt x="7735965" y="230834"/>
                  </a:lnTo>
                  <a:lnTo>
                    <a:pt x="7736343" y="230834"/>
                  </a:lnTo>
                  <a:lnTo>
                    <a:pt x="7736470" y="230834"/>
                  </a:lnTo>
                  <a:lnTo>
                    <a:pt x="7736722" y="230834"/>
                  </a:lnTo>
                  <a:lnTo>
                    <a:pt x="7736848" y="230834"/>
                  </a:lnTo>
                  <a:lnTo>
                    <a:pt x="7737354" y="230834"/>
                  </a:lnTo>
                  <a:lnTo>
                    <a:pt x="7737859" y="230834"/>
                  </a:lnTo>
                  <a:lnTo>
                    <a:pt x="7738364" y="230834"/>
                  </a:lnTo>
                  <a:lnTo>
                    <a:pt x="7738616" y="230834"/>
                  </a:lnTo>
                  <a:lnTo>
                    <a:pt x="7738869" y="230834"/>
                  </a:lnTo>
                  <a:lnTo>
                    <a:pt x="7739879" y="230834"/>
                  </a:lnTo>
                  <a:lnTo>
                    <a:pt x="7740005" y="230834"/>
                  </a:lnTo>
                  <a:lnTo>
                    <a:pt x="7740384" y="230834"/>
                  </a:lnTo>
                  <a:lnTo>
                    <a:pt x="7740636" y="230834"/>
                  </a:lnTo>
                  <a:lnTo>
                    <a:pt x="7740762" y="230834"/>
                  </a:lnTo>
                  <a:lnTo>
                    <a:pt x="7741141" y="230834"/>
                  </a:lnTo>
                  <a:lnTo>
                    <a:pt x="7741267" y="230834"/>
                  </a:lnTo>
                  <a:lnTo>
                    <a:pt x="7741394" y="230834"/>
                  </a:lnTo>
                  <a:lnTo>
                    <a:pt x="7742025" y="230834"/>
                  </a:lnTo>
                  <a:lnTo>
                    <a:pt x="7742151" y="230834"/>
                  </a:lnTo>
                  <a:lnTo>
                    <a:pt x="7742404" y="230834"/>
                  </a:lnTo>
                  <a:lnTo>
                    <a:pt x="7743035" y="230834"/>
                  </a:lnTo>
                  <a:lnTo>
                    <a:pt x="7743288" y="230834"/>
                  </a:lnTo>
                  <a:lnTo>
                    <a:pt x="7743919" y="230834"/>
                  </a:lnTo>
                  <a:lnTo>
                    <a:pt x="7744171" y="230834"/>
                  </a:lnTo>
                  <a:lnTo>
                    <a:pt x="7744298" y="230834"/>
                  </a:lnTo>
                  <a:lnTo>
                    <a:pt x="7744803" y="230834"/>
                  </a:lnTo>
                  <a:lnTo>
                    <a:pt x="7744803" y="225923"/>
                  </a:lnTo>
                  <a:lnTo>
                    <a:pt x="7745308" y="225923"/>
                  </a:lnTo>
                  <a:lnTo>
                    <a:pt x="7745434" y="225923"/>
                  </a:lnTo>
                  <a:lnTo>
                    <a:pt x="7745560" y="225923"/>
                  </a:lnTo>
                  <a:lnTo>
                    <a:pt x="7746065" y="225923"/>
                  </a:lnTo>
                  <a:lnTo>
                    <a:pt x="7746191" y="225923"/>
                  </a:lnTo>
                  <a:lnTo>
                    <a:pt x="7746318" y="225923"/>
                  </a:lnTo>
                  <a:lnTo>
                    <a:pt x="7746444" y="225923"/>
                  </a:lnTo>
                  <a:lnTo>
                    <a:pt x="7747075" y="225923"/>
                  </a:lnTo>
                  <a:lnTo>
                    <a:pt x="7747328" y="225923"/>
                  </a:lnTo>
                  <a:lnTo>
                    <a:pt x="7747454" y="225923"/>
                  </a:lnTo>
                  <a:lnTo>
                    <a:pt x="7747707" y="225923"/>
                  </a:lnTo>
                  <a:lnTo>
                    <a:pt x="7747959" y="225923"/>
                  </a:lnTo>
                  <a:lnTo>
                    <a:pt x="7748212" y="225923"/>
                  </a:lnTo>
                  <a:lnTo>
                    <a:pt x="7748717" y="225923"/>
                  </a:lnTo>
                  <a:lnTo>
                    <a:pt x="7749222" y="225923"/>
                  </a:lnTo>
                  <a:lnTo>
                    <a:pt x="7749600" y="225923"/>
                  </a:lnTo>
                  <a:lnTo>
                    <a:pt x="7749979" y="225923"/>
                  </a:lnTo>
                  <a:lnTo>
                    <a:pt x="7750105" y="225923"/>
                  </a:lnTo>
                  <a:lnTo>
                    <a:pt x="7750737" y="225923"/>
                  </a:lnTo>
                  <a:lnTo>
                    <a:pt x="7750989" y="225923"/>
                  </a:lnTo>
                  <a:lnTo>
                    <a:pt x="7751115" y="225923"/>
                  </a:lnTo>
                  <a:lnTo>
                    <a:pt x="7751242" y="225923"/>
                  </a:lnTo>
                  <a:lnTo>
                    <a:pt x="7751494" y="225923"/>
                  </a:lnTo>
                  <a:lnTo>
                    <a:pt x="7751620" y="225923"/>
                  </a:lnTo>
                  <a:lnTo>
                    <a:pt x="7751747" y="225923"/>
                  </a:lnTo>
                  <a:lnTo>
                    <a:pt x="7751873" y="225923"/>
                  </a:lnTo>
                  <a:lnTo>
                    <a:pt x="7751999" y="225923"/>
                  </a:lnTo>
                  <a:lnTo>
                    <a:pt x="7752252" y="225923"/>
                  </a:lnTo>
                  <a:lnTo>
                    <a:pt x="7752631" y="225923"/>
                  </a:lnTo>
                  <a:lnTo>
                    <a:pt x="7753388" y="225923"/>
                  </a:lnTo>
                  <a:lnTo>
                    <a:pt x="7753893" y="225923"/>
                  </a:lnTo>
                  <a:lnTo>
                    <a:pt x="7754146" y="225923"/>
                  </a:lnTo>
                  <a:lnTo>
                    <a:pt x="7754524" y="225923"/>
                  </a:lnTo>
                  <a:lnTo>
                    <a:pt x="7755029" y="221011"/>
                  </a:lnTo>
                  <a:lnTo>
                    <a:pt x="7755534" y="221011"/>
                  </a:lnTo>
                  <a:lnTo>
                    <a:pt x="7756544" y="221011"/>
                  </a:lnTo>
                  <a:lnTo>
                    <a:pt x="7757302" y="221011"/>
                  </a:lnTo>
                  <a:lnTo>
                    <a:pt x="7757681" y="221011"/>
                  </a:lnTo>
                  <a:lnTo>
                    <a:pt x="7758060" y="221011"/>
                  </a:lnTo>
                  <a:lnTo>
                    <a:pt x="7758312" y="221011"/>
                  </a:lnTo>
                  <a:lnTo>
                    <a:pt x="7758565" y="221011"/>
                  </a:lnTo>
                  <a:lnTo>
                    <a:pt x="7758817" y="221011"/>
                  </a:lnTo>
                  <a:lnTo>
                    <a:pt x="7758943" y="221011"/>
                  </a:lnTo>
                  <a:lnTo>
                    <a:pt x="7759070" y="221011"/>
                  </a:lnTo>
                  <a:lnTo>
                    <a:pt x="7759322" y="221011"/>
                  </a:lnTo>
                  <a:lnTo>
                    <a:pt x="7759448" y="221011"/>
                  </a:lnTo>
                  <a:lnTo>
                    <a:pt x="7759827" y="221011"/>
                  </a:lnTo>
                  <a:lnTo>
                    <a:pt x="7760206" y="221011"/>
                  </a:lnTo>
                  <a:lnTo>
                    <a:pt x="7760332" y="221011"/>
                  </a:lnTo>
                  <a:lnTo>
                    <a:pt x="7760711" y="221011"/>
                  </a:lnTo>
                  <a:lnTo>
                    <a:pt x="7760837" y="221011"/>
                  </a:lnTo>
                  <a:lnTo>
                    <a:pt x="7760963" y="221011"/>
                  </a:lnTo>
                  <a:lnTo>
                    <a:pt x="7761216" y="221011"/>
                  </a:lnTo>
                  <a:lnTo>
                    <a:pt x="7761468" y="221011"/>
                  </a:lnTo>
                  <a:lnTo>
                    <a:pt x="7761595" y="221011"/>
                  </a:lnTo>
                  <a:lnTo>
                    <a:pt x="7765382" y="221011"/>
                  </a:lnTo>
                  <a:lnTo>
                    <a:pt x="7765887" y="221011"/>
                  </a:lnTo>
                  <a:lnTo>
                    <a:pt x="7766392" y="221011"/>
                  </a:lnTo>
                  <a:lnTo>
                    <a:pt x="7766771" y="221011"/>
                  </a:lnTo>
                  <a:lnTo>
                    <a:pt x="7767150" y="221011"/>
                  </a:lnTo>
                  <a:lnTo>
                    <a:pt x="7767402" y="216100"/>
                  </a:lnTo>
                  <a:lnTo>
                    <a:pt x="7767529" y="216100"/>
                  </a:lnTo>
                  <a:lnTo>
                    <a:pt x="7767781" y="216100"/>
                  </a:lnTo>
                  <a:lnTo>
                    <a:pt x="7768160" y="216100"/>
                  </a:lnTo>
                  <a:lnTo>
                    <a:pt x="7768413" y="216100"/>
                  </a:lnTo>
                  <a:lnTo>
                    <a:pt x="7768539" y="216100"/>
                  </a:lnTo>
                  <a:lnTo>
                    <a:pt x="7768665" y="216100"/>
                  </a:lnTo>
                  <a:lnTo>
                    <a:pt x="7769044" y="216100"/>
                  </a:lnTo>
                  <a:lnTo>
                    <a:pt x="7769423" y="216100"/>
                  </a:lnTo>
                  <a:lnTo>
                    <a:pt x="7769675" y="216100"/>
                  </a:lnTo>
                  <a:lnTo>
                    <a:pt x="7769675" y="211189"/>
                  </a:lnTo>
                  <a:lnTo>
                    <a:pt x="7770433" y="211189"/>
                  </a:lnTo>
                  <a:lnTo>
                    <a:pt x="7770559" y="211189"/>
                  </a:lnTo>
                  <a:lnTo>
                    <a:pt x="7770685" y="211189"/>
                  </a:lnTo>
                  <a:lnTo>
                    <a:pt x="7770811" y="211189"/>
                  </a:lnTo>
                  <a:lnTo>
                    <a:pt x="7770938" y="211189"/>
                  </a:lnTo>
                  <a:lnTo>
                    <a:pt x="7771064" y="211189"/>
                  </a:lnTo>
                  <a:lnTo>
                    <a:pt x="7771443" y="211189"/>
                  </a:lnTo>
                  <a:lnTo>
                    <a:pt x="7771948" y="211189"/>
                  </a:lnTo>
                  <a:lnTo>
                    <a:pt x="7772074" y="211189"/>
                  </a:lnTo>
                  <a:lnTo>
                    <a:pt x="7772453" y="211189"/>
                  </a:lnTo>
                  <a:lnTo>
                    <a:pt x="7772705" y="211189"/>
                  </a:lnTo>
                  <a:lnTo>
                    <a:pt x="7772831" y="211189"/>
                  </a:lnTo>
                  <a:lnTo>
                    <a:pt x="7773084" y="211189"/>
                  </a:lnTo>
                  <a:lnTo>
                    <a:pt x="7773084" y="206277"/>
                  </a:lnTo>
                  <a:lnTo>
                    <a:pt x="7773463" y="206277"/>
                  </a:lnTo>
                  <a:lnTo>
                    <a:pt x="7773589" y="206277"/>
                  </a:lnTo>
                  <a:lnTo>
                    <a:pt x="7773842" y="206277"/>
                  </a:lnTo>
                  <a:lnTo>
                    <a:pt x="7774347" y="206277"/>
                  </a:lnTo>
                  <a:lnTo>
                    <a:pt x="7774473" y="206277"/>
                  </a:lnTo>
                  <a:lnTo>
                    <a:pt x="7774599" y="206277"/>
                  </a:lnTo>
                  <a:lnTo>
                    <a:pt x="7774852" y="206277"/>
                  </a:lnTo>
                  <a:lnTo>
                    <a:pt x="7775230" y="206277"/>
                  </a:lnTo>
                  <a:lnTo>
                    <a:pt x="7775483" y="206277"/>
                  </a:lnTo>
                  <a:lnTo>
                    <a:pt x="7775988" y="206277"/>
                  </a:lnTo>
                  <a:lnTo>
                    <a:pt x="7776240" y="206277"/>
                  </a:lnTo>
                  <a:lnTo>
                    <a:pt x="7776745" y="206277"/>
                  </a:lnTo>
                  <a:lnTo>
                    <a:pt x="7776998" y="206277"/>
                  </a:lnTo>
                  <a:lnTo>
                    <a:pt x="7777124" y="206277"/>
                  </a:lnTo>
                  <a:lnTo>
                    <a:pt x="7777250" y="206277"/>
                  </a:lnTo>
                  <a:lnTo>
                    <a:pt x="7777503" y="206277"/>
                  </a:lnTo>
                  <a:lnTo>
                    <a:pt x="7777629" y="206277"/>
                  </a:lnTo>
                  <a:lnTo>
                    <a:pt x="7777755" y="206277"/>
                  </a:lnTo>
                  <a:lnTo>
                    <a:pt x="7778260" y="206277"/>
                  </a:lnTo>
                  <a:lnTo>
                    <a:pt x="7778513" y="206277"/>
                  </a:lnTo>
                  <a:lnTo>
                    <a:pt x="7778892" y="206277"/>
                  </a:lnTo>
                  <a:lnTo>
                    <a:pt x="7779018" y="206277"/>
                  </a:lnTo>
                  <a:lnTo>
                    <a:pt x="7779271" y="206277"/>
                  </a:lnTo>
                  <a:lnTo>
                    <a:pt x="7779397" y="206277"/>
                  </a:lnTo>
                  <a:lnTo>
                    <a:pt x="7779397" y="201366"/>
                  </a:lnTo>
                  <a:lnTo>
                    <a:pt x="7779649" y="201366"/>
                  </a:lnTo>
                  <a:lnTo>
                    <a:pt x="7779902" y="201366"/>
                  </a:lnTo>
                  <a:lnTo>
                    <a:pt x="7780154" y="201366"/>
                  </a:lnTo>
                  <a:lnTo>
                    <a:pt x="7780533" y="201366"/>
                  </a:lnTo>
                  <a:lnTo>
                    <a:pt x="7780659" y="201366"/>
                  </a:lnTo>
                  <a:lnTo>
                    <a:pt x="7780786" y="201366"/>
                  </a:lnTo>
                  <a:lnTo>
                    <a:pt x="7781038" y="201366"/>
                  </a:lnTo>
                  <a:lnTo>
                    <a:pt x="7781164" y="201366"/>
                  </a:lnTo>
                  <a:lnTo>
                    <a:pt x="7781417" y="201366"/>
                  </a:lnTo>
                  <a:lnTo>
                    <a:pt x="7782174" y="201366"/>
                  </a:lnTo>
                  <a:lnTo>
                    <a:pt x="7782427" y="201366"/>
                  </a:lnTo>
                  <a:lnTo>
                    <a:pt x="7782553" y="201366"/>
                  </a:lnTo>
                  <a:lnTo>
                    <a:pt x="7782679" y="201366"/>
                  </a:lnTo>
                  <a:lnTo>
                    <a:pt x="7783690" y="201366"/>
                  </a:lnTo>
                  <a:lnTo>
                    <a:pt x="7784195" y="201366"/>
                  </a:lnTo>
                  <a:lnTo>
                    <a:pt x="7784321" y="201366"/>
                  </a:lnTo>
                  <a:lnTo>
                    <a:pt x="7784573" y="201366"/>
                  </a:lnTo>
                  <a:lnTo>
                    <a:pt x="7784826" y="201366"/>
                  </a:lnTo>
                  <a:lnTo>
                    <a:pt x="7785078" y="201366"/>
                  </a:lnTo>
                  <a:lnTo>
                    <a:pt x="7785583" y="201366"/>
                  </a:lnTo>
                  <a:lnTo>
                    <a:pt x="7785962" y="201366"/>
                  </a:lnTo>
                  <a:lnTo>
                    <a:pt x="7786088" y="201366"/>
                  </a:lnTo>
                  <a:lnTo>
                    <a:pt x="7786341" y="201366"/>
                  </a:lnTo>
                  <a:lnTo>
                    <a:pt x="7786846" y="201366"/>
                  </a:lnTo>
                  <a:lnTo>
                    <a:pt x="7787225" y="201366"/>
                  </a:lnTo>
                  <a:lnTo>
                    <a:pt x="7787351" y="201366"/>
                  </a:lnTo>
                  <a:lnTo>
                    <a:pt x="7787603" y="201366"/>
                  </a:lnTo>
                  <a:lnTo>
                    <a:pt x="7787856" y="201366"/>
                  </a:lnTo>
                  <a:lnTo>
                    <a:pt x="7787982" y="201366"/>
                  </a:lnTo>
                  <a:lnTo>
                    <a:pt x="7788361" y="201366"/>
                  </a:lnTo>
                  <a:lnTo>
                    <a:pt x="7788866" y="201366"/>
                  </a:lnTo>
                  <a:lnTo>
                    <a:pt x="7789624" y="201366"/>
                  </a:lnTo>
                  <a:lnTo>
                    <a:pt x="7789750" y="201366"/>
                  </a:lnTo>
                  <a:lnTo>
                    <a:pt x="7789876" y="201366"/>
                  </a:lnTo>
                  <a:lnTo>
                    <a:pt x="7790002" y="201366"/>
                  </a:lnTo>
                  <a:lnTo>
                    <a:pt x="7790255" y="201366"/>
                  </a:lnTo>
                  <a:lnTo>
                    <a:pt x="7790381" y="201366"/>
                  </a:lnTo>
                  <a:lnTo>
                    <a:pt x="7790507" y="201366"/>
                  </a:lnTo>
                  <a:lnTo>
                    <a:pt x="7790634" y="201366"/>
                  </a:lnTo>
                  <a:lnTo>
                    <a:pt x="7791265" y="201366"/>
                  </a:lnTo>
                  <a:lnTo>
                    <a:pt x="7791391" y="201366"/>
                  </a:lnTo>
                  <a:lnTo>
                    <a:pt x="7791770" y="201366"/>
                  </a:lnTo>
                  <a:lnTo>
                    <a:pt x="7791896" y="201366"/>
                  </a:lnTo>
                  <a:lnTo>
                    <a:pt x="7792022" y="201366"/>
                  </a:lnTo>
                  <a:lnTo>
                    <a:pt x="7792401" y="201366"/>
                  </a:lnTo>
                  <a:lnTo>
                    <a:pt x="7792527" y="201366"/>
                  </a:lnTo>
                  <a:lnTo>
                    <a:pt x="7792654" y="201366"/>
                  </a:lnTo>
                  <a:lnTo>
                    <a:pt x="7792906" y="201366"/>
                  </a:lnTo>
                  <a:lnTo>
                    <a:pt x="7793159" y="196454"/>
                  </a:lnTo>
                  <a:lnTo>
                    <a:pt x="7793411" y="196454"/>
                  </a:lnTo>
                  <a:lnTo>
                    <a:pt x="7793664" y="191543"/>
                  </a:lnTo>
                  <a:lnTo>
                    <a:pt x="7794421" y="191543"/>
                  </a:lnTo>
                  <a:lnTo>
                    <a:pt x="7794548" y="191543"/>
                  </a:lnTo>
                  <a:lnTo>
                    <a:pt x="7794926" y="191543"/>
                  </a:lnTo>
                  <a:lnTo>
                    <a:pt x="7795053" y="191543"/>
                  </a:lnTo>
                  <a:lnTo>
                    <a:pt x="7795179" y="191543"/>
                  </a:lnTo>
                  <a:lnTo>
                    <a:pt x="7795305" y="191543"/>
                  </a:lnTo>
                  <a:lnTo>
                    <a:pt x="7795810" y="191543"/>
                  </a:lnTo>
                  <a:lnTo>
                    <a:pt x="7795936" y="191543"/>
                  </a:lnTo>
                  <a:lnTo>
                    <a:pt x="7796189" y="191543"/>
                  </a:lnTo>
                  <a:lnTo>
                    <a:pt x="7796441" y="186632"/>
                  </a:lnTo>
                  <a:lnTo>
                    <a:pt x="7796568" y="186632"/>
                  </a:lnTo>
                  <a:lnTo>
                    <a:pt x="7797199" y="186632"/>
                  </a:lnTo>
                  <a:lnTo>
                    <a:pt x="7797451" y="186632"/>
                  </a:lnTo>
                  <a:lnTo>
                    <a:pt x="7797704" y="186632"/>
                  </a:lnTo>
                  <a:lnTo>
                    <a:pt x="7797830" y="186632"/>
                  </a:lnTo>
                  <a:lnTo>
                    <a:pt x="7797956" y="186632"/>
                  </a:lnTo>
                  <a:lnTo>
                    <a:pt x="7798083" y="186632"/>
                  </a:lnTo>
                  <a:lnTo>
                    <a:pt x="7799472" y="186632"/>
                  </a:lnTo>
                  <a:lnTo>
                    <a:pt x="7799724" y="186632"/>
                  </a:lnTo>
                  <a:lnTo>
                    <a:pt x="7799850" y="186632"/>
                  </a:lnTo>
                  <a:lnTo>
                    <a:pt x="7799977" y="186632"/>
                  </a:lnTo>
                  <a:lnTo>
                    <a:pt x="7800482" y="186632"/>
                  </a:lnTo>
                  <a:lnTo>
                    <a:pt x="7800860" y="186632"/>
                  </a:lnTo>
                  <a:lnTo>
                    <a:pt x="7800987" y="186632"/>
                  </a:lnTo>
                  <a:lnTo>
                    <a:pt x="7801113" y="186632"/>
                  </a:lnTo>
                  <a:lnTo>
                    <a:pt x="7801239" y="186632"/>
                  </a:lnTo>
                  <a:lnTo>
                    <a:pt x="7801492" y="186632"/>
                  </a:lnTo>
                  <a:lnTo>
                    <a:pt x="7801870" y="186632"/>
                  </a:lnTo>
                  <a:lnTo>
                    <a:pt x="7802123" y="186632"/>
                  </a:lnTo>
                  <a:lnTo>
                    <a:pt x="7802375" y="186632"/>
                  </a:lnTo>
                  <a:lnTo>
                    <a:pt x="7802628" y="186632"/>
                  </a:lnTo>
                  <a:lnTo>
                    <a:pt x="7802754" y="186632"/>
                  </a:lnTo>
                  <a:lnTo>
                    <a:pt x="7802880" y="186632"/>
                  </a:lnTo>
                  <a:lnTo>
                    <a:pt x="7804269" y="186632"/>
                  </a:lnTo>
                  <a:lnTo>
                    <a:pt x="7804396" y="186632"/>
                  </a:lnTo>
                  <a:lnTo>
                    <a:pt x="7804522" y="186632"/>
                  </a:lnTo>
                  <a:lnTo>
                    <a:pt x="7804648" y="186632"/>
                  </a:lnTo>
                  <a:lnTo>
                    <a:pt x="7804774" y="186632"/>
                  </a:lnTo>
                  <a:lnTo>
                    <a:pt x="7805027" y="186632"/>
                  </a:lnTo>
                  <a:lnTo>
                    <a:pt x="7805279" y="186632"/>
                  </a:lnTo>
                  <a:lnTo>
                    <a:pt x="7805532" y="186632"/>
                  </a:lnTo>
                  <a:lnTo>
                    <a:pt x="7806163" y="186632"/>
                  </a:lnTo>
                  <a:lnTo>
                    <a:pt x="7806289" y="186632"/>
                  </a:lnTo>
                  <a:lnTo>
                    <a:pt x="7806668" y="186632"/>
                  </a:lnTo>
                  <a:lnTo>
                    <a:pt x="7807047" y="186632"/>
                  </a:lnTo>
                  <a:lnTo>
                    <a:pt x="7807173" y="186632"/>
                  </a:lnTo>
                  <a:lnTo>
                    <a:pt x="7808183" y="186632"/>
                  </a:lnTo>
                  <a:lnTo>
                    <a:pt x="7808436" y="186632"/>
                  </a:lnTo>
                  <a:lnTo>
                    <a:pt x="7808562" y="186632"/>
                  </a:lnTo>
                  <a:lnTo>
                    <a:pt x="7808814" y="186632"/>
                  </a:lnTo>
                  <a:lnTo>
                    <a:pt x="7809193" y="186632"/>
                  </a:lnTo>
                  <a:lnTo>
                    <a:pt x="7809825" y="186632"/>
                  </a:lnTo>
                  <a:lnTo>
                    <a:pt x="7809951" y="186632"/>
                  </a:lnTo>
                  <a:lnTo>
                    <a:pt x="7810077" y="186632"/>
                  </a:lnTo>
                  <a:lnTo>
                    <a:pt x="7810203" y="186632"/>
                  </a:lnTo>
                  <a:lnTo>
                    <a:pt x="7810708" y="186632"/>
                  </a:lnTo>
                  <a:lnTo>
                    <a:pt x="7811213" y="186632"/>
                  </a:lnTo>
                  <a:lnTo>
                    <a:pt x="7811340" y="186632"/>
                  </a:lnTo>
                  <a:lnTo>
                    <a:pt x="7811466" y="186632"/>
                  </a:lnTo>
                  <a:lnTo>
                    <a:pt x="7811592" y="186632"/>
                  </a:lnTo>
                  <a:lnTo>
                    <a:pt x="7811718" y="186632"/>
                  </a:lnTo>
                  <a:lnTo>
                    <a:pt x="7812350" y="186632"/>
                  </a:lnTo>
                  <a:lnTo>
                    <a:pt x="7812728" y="186632"/>
                  </a:lnTo>
                  <a:lnTo>
                    <a:pt x="7812855" y="186632"/>
                  </a:lnTo>
                  <a:lnTo>
                    <a:pt x="7812981" y="186632"/>
                  </a:lnTo>
                  <a:lnTo>
                    <a:pt x="7813107" y="186632"/>
                  </a:lnTo>
                  <a:lnTo>
                    <a:pt x="7813233" y="186632"/>
                  </a:lnTo>
                  <a:lnTo>
                    <a:pt x="7813360" y="186632"/>
                  </a:lnTo>
                  <a:lnTo>
                    <a:pt x="7813612" y="186632"/>
                  </a:lnTo>
                  <a:lnTo>
                    <a:pt x="7814622" y="186632"/>
                  </a:lnTo>
                  <a:lnTo>
                    <a:pt x="7814749" y="186632"/>
                  </a:lnTo>
                  <a:lnTo>
                    <a:pt x="7814875" y="186632"/>
                  </a:lnTo>
                  <a:lnTo>
                    <a:pt x="7815380" y="186632"/>
                  </a:lnTo>
                  <a:lnTo>
                    <a:pt x="7815632" y="186632"/>
                  </a:lnTo>
                  <a:lnTo>
                    <a:pt x="7815759" y="186632"/>
                  </a:lnTo>
                  <a:lnTo>
                    <a:pt x="7816390" y="186632"/>
                  </a:lnTo>
                  <a:lnTo>
                    <a:pt x="7816516" y="186632"/>
                  </a:lnTo>
                  <a:lnTo>
                    <a:pt x="7817147" y="186632"/>
                  </a:lnTo>
                  <a:lnTo>
                    <a:pt x="7817400" y="186632"/>
                  </a:lnTo>
                  <a:lnTo>
                    <a:pt x="7817652" y="186632"/>
                  </a:lnTo>
                  <a:lnTo>
                    <a:pt x="7817779" y="186632"/>
                  </a:lnTo>
                  <a:lnTo>
                    <a:pt x="7818157" y="186632"/>
                  </a:lnTo>
                  <a:lnTo>
                    <a:pt x="7818284" y="186632"/>
                  </a:lnTo>
                  <a:lnTo>
                    <a:pt x="7818662" y="186632"/>
                  </a:lnTo>
                  <a:lnTo>
                    <a:pt x="7818789" y="186632"/>
                  </a:lnTo>
                  <a:lnTo>
                    <a:pt x="7818915" y="186632"/>
                  </a:lnTo>
                  <a:lnTo>
                    <a:pt x="7819925" y="181720"/>
                  </a:lnTo>
                  <a:lnTo>
                    <a:pt x="7820051" y="181720"/>
                  </a:lnTo>
                  <a:lnTo>
                    <a:pt x="7820178" y="181720"/>
                  </a:lnTo>
                  <a:lnTo>
                    <a:pt x="7820304" y="181720"/>
                  </a:lnTo>
                  <a:lnTo>
                    <a:pt x="7820430" y="181720"/>
                  </a:lnTo>
                  <a:lnTo>
                    <a:pt x="7820935" y="181720"/>
                  </a:lnTo>
                  <a:lnTo>
                    <a:pt x="7821061" y="181720"/>
                  </a:lnTo>
                  <a:lnTo>
                    <a:pt x="7821314" y="181720"/>
                  </a:lnTo>
                  <a:lnTo>
                    <a:pt x="7821440" y="181720"/>
                  </a:lnTo>
                  <a:lnTo>
                    <a:pt x="7821693" y="181720"/>
                  </a:lnTo>
                  <a:lnTo>
                    <a:pt x="7822324" y="181720"/>
                  </a:lnTo>
                  <a:lnTo>
                    <a:pt x="7822829" y="181720"/>
                  </a:lnTo>
                  <a:lnTo>
                    <a:pt x="7822955" y="181720"/>
                  </a:lnTo>
                  <a:lnTo>
                    <a:pt x="7823586" y="181720"/>
                  </a:lnTo>
                  <a:lnTo>
                    <a:pt x="7823713" y="181720"/>
                  </a:lnTo>
                  <a:lnTo>
                    <a:pt x="7824091" y="181720"/>
                  </a:lnTo>
                  <a:lnTo>
                    <a:pt x="7824344" y="181720"/>
                  </a:lnTo>
                  <a:lnTo>
                    <a:pt x="7824470" y="181720"/>
                  </a:lnTo>
                  <a:lnTo>
                    <a:pt x="7824596" y="181720"/>
                  </a:lnTo>
                  <a:lnTo>
                    <a:pt x="7824723" y="181720"/>
                  </a:lnTo>
                  <a:lnTo>
                    <a:pt x="7824849" y="181720"/>
                  </a:lnTo>
                  <a:lnTo>
                    <a:pt x="7825102" y="181720"/>
                  </a:lnTo>
                  <a:lnTo>
                    <a:pt x="7825354" y="181720"/>
                  </a:lnTo>
                  <a:lnTo>
                    <a:pt x="7825607" y="181720"/>
                  </a:lnTo>
                  <a:lnTo>
                    <a:pt x="7825607" y="176809"/>
                  </a:lnTo>
                  <a:lnTo>
                    <a:pt x="7825733" y="176809"/>
                  </a:lnTo>
                  <a:lnTo>
                    <a:pt x="7826112" y="176809"/>
                  </a:lnTo>
                  <a:lnTo>
                    <a:pt x="7826238" y="176809"/>
                  </a:lnTo>
                  <a:lnTo>
                    <a:pt x="7826869" y="176809"/>
                  </a:lnTo>
                  <a:lnTo>
                    <a:pt x="7827248" y="176809"/>
                  </a:lnTo>
                  <a:lnTo>
                    <a:pt x="7828384" y="176809"/>
                  </a:lnTo>
                  <a:lnTo>
                    <a:pt x="7828510" y="176809"/>
                  </a:lnTo>
                  <a:lnTo>
                    <a:pt x="7829015" y="176809"/>
                  </a:lnTo>
                  <a:lnTo>
                    <a:pt x="7829520" y="176809"/>
                  </a:lnTo>
                  <a:lnTo>
                    <a:pt x="7829899" y="176809"/>
                  </a:lnTo>
                  <a:lnTo>
                    <a:pt x="7830026" y="176809"/>
                  </a:lnTo>
                  <a:lnTo>
                    <a:pt x="7830152" y="176809"/>
                  </a:lnTo>
                  <a:lnTo>
                    <a:pt x="7830404" y="176809"/>
                  </a:lnTo>
                  <a:lnTo>
                    <a:pt x="7830531" y="176809"/>
                  </a:lnTo>
                  <a:lnTo>
                    <a:pt x="7830909" y="176809"/>
                  </a:lnTo>
                  <a:lnTo>
                    <a:pt x="7831036" y="176809"/>
                  </a:lnTo>
                  <a:lnTo>
                    <a:pt x="7831162" y="176809"/>
                  </a:lnTo>
                  <a:lnTo>
                    <a:pt x="7831793" y="176809"/>
                  </a:lnTo>
                  <a:lnTo>
                    <a:pt x="7832046" y="176809"/>
                  </a:lnTo>
                  <a:lnTo>
                    <a:pt x="7832551" y="176809"/>
                  </a:lnTo>
                  <a:lnTo>
                    <a:pt x="7833434" y="176809"/>
                  </a:lnTo>
                  <a:lnTo>
                    <a:pt x="7833561" y="176809"/>
                  </a:lnTo>
                  <a:lnTo>
                    <a:pt x="7833687" y="176809"/>
                  </a:lnTo>
                  <a:lnTo>
                    <a:pt x="7833813" y="176809"/>
                  </a:lnTo>
                  <a:lnTo>
                    <a:pt x="7834318" y="176809"/>
                  </a:lnTo>
                  <a:lnTo>
                    <a:pt x="7834444" y="176809"/>
                  </a:lnTo>
                  <a:lnTo>
                    <a:pt x="7834697" y="176809"/>
                  </a:lnTo>
                  <a:lnTo>
                    <a:pt x="7835202" y="176809"/>
                  </a:lnTo>
                  <a:lnTo>
                    <a:pt x="7835455" y="176809"/>
                  </a:lnTo>
                  <a:lnTo>
                    <a:pt x="7836338" y="176809"/>
                  </a:lnTo>
                  <a:lnTo>
                    <a:pt x="7836465" y="176809"/>
                  </a:lnTo>
                  <a:lnTo>
                    <a:pt x="7837222" y="176809"/>
                  </a:lnTo>
                  <a:lnTo>
                    <a:pt x="7837475" y="176809"/>
                  </a:lnTo>
                  <a:lnTo>
                    <a:pt x="7837853" y="176809"/>
                  </a:lnTo>
                  <a:lnTo>
                    <a:pt x="7838863" y="176809"/>
                  </a:lnTo>
                  <a:lnTo>
                    <a:pt x="7838990" y="176809"/>
                  </a:lnTo>
                  <a:lnTo>
                    <a:pt x="7839116" y="176809"/>
                  </a:lnTo>
                  <a:lnTo>
                    <a:pt x="7839368" y="176809"/>
                  </a:lnTo>
                  <a:lnTo>
                    <a:pt x="7839495" y="176809"/>
                  </a:lnTo>
                  <a:lnTo>
                    <a:pt x="7840505" y="176809"/>
                  </a:lnTo>
                  <a:lnTo>
                    <a:pt x="7840757" y="176809"/>
                  </a:lnTo>
                  <a:lnTo>
                    <a:pt x="7841262" y="176809"/>
                  </a:lnTo>
                  <a:lnTo>
                    <a:pt x="7841389" y="176809"/>
                  </a:lnTo>
                  <a:lnTo>
                    <a:pt x="7841641" y="176809"/>
                  </a:lnTo>
                  <a:lnTo>
                    <a:pt x="7841767" y="176809"/>
                  </a:lnTo>
                  <a:lnTo>
                    <a:pt x="7841894" y="176809"/>
                  </a:lnTo>
                  <a:lnTo>
                    <a:pt x="7842146" y="176809"/>
                  </a:lnTo>
                  <a:lnTo>
                    <a:pt x="7842272" y="176809"/>
                  </a:lnTo>
                  <a:lnTo>
                    <a:pt x="7842399" y="176809"/>
                  </a:lnTo>
                  <a:lnTo>
                    <a:pt x="7842651" y="176809"/>
                  </a:lnTo>
                  <a:lnTo>
                    <a:pt x="7842777" y="176809"/>
                  </a:lnTo>
                  <a:lnTo>
                    <a:pt x="7843030" y="176809"/>
                  </a:lnTo>
                  <a:lnTo>
                    <a:pt x="7843282" y="176809"/>
                  </a:lnTo>
                  <a:lnTo>
                    <a:pt x="7843409" y="176809"/>
                  </a:lnTo>
                  <a:lnTo>
                    <a:pt x="7843661" y="171898"/>
                  </a:lnTo>
                  <a:lnTo>
                    <a:pt x="7844419" y="171898"/>
                  </a:lnTo>
                  <a:lnTo>
                    <a:pt x="7844545" y="171898"/>
                  </a:lnTo>
                  <a:lnTo>
                    <a:pt x="7844924" y="171898"/>
                  </a:lnTo>
                  <a:lnTo>
                    <a:pt x="7845050" y="171898"/>
                  </a:lnTo>
                  <a:lnTo>
                    <a:pt x="7845555" y="171898"/>
                  </a:lnTo>
                  <a:lnTo>
                    <a:pt x="7845681" y="171898"/>
                  </a:lnTo>
                  <a:lnTo>
                    <a:pt x="7846439" y="171898"/>
                  </a:lnTo>
                  <a:lnTo>
                    <a:pt x="7846944" y="171898"/>
                  </a:lnTo>
                  <a:lnTo>
                    <a:pt x="7847070" y="171898"/>
                  </a:lnTo>
                  <a:lnTo>
                    <a:pt x="7847196" y="171898"/>
                  </a:lnTo>
                  <a:lnTo>
                    <a:pt x="7847323" y="171898"/>
                  </a:lnTo>
                  <a:lnTo>
                    <a:pt x="7847575" y="171898"/>
                  </a:lnTo>
                  <a:lnTo>
                    <a:pt x="7847954" y="171898"/>
                  </a:lnTo>
                  <a:lnTo>
                    <a:pt x="7848080" y="171898"/>
                  </a:lnTo>
                  <a:lnTo>
                    <a:pt x="7848206" y="171898"/>
                  </a:lnTo>
                  <a:lnTo>
                    <a:pt x="7848585" y="171898"/>
                  </a:lnTo>
                  <a:lnTo>
                    <a:pt x="7849090" y="171898"/>
                  </a:lnTo>
                  <a:lnTo>
                    <a:pt x="7849469" y="171898"/>
                  </a:lnTo>
                  <a:lnTo>
                    <a:pt x="7849595" y="171898"/>
                  </a:lnTo>
                  <a:lnTo>
                    <a:pt x="7849721" y="171898"/>
                  </a:lnTo>
                  <a:lnTo>
                    <a:pt x="7849848" y="171898"/>
                  </a:lnTo>
                  <a:lnTo>
                    <a:pt x="7849974" y="171898"/>
                  </a:lnTo>
                  <a:lnTo>
                    <a:pt x="7850100" y="171898"/>
                  </a:lnTo>
                  <a:lnTo>
                    <a:pt x="7850353" y="171898"/>
                  </a:lnTo>
                  <a:lnTo>
                    <a:pt x="7850479" y="171898"/>
                  </a:lnTo>
                  <a:lnTo>
                    <a:pt x="7850858" y="171898"/>
                  </a:lnTo>
                  <a:lnTo>
                    <a:pt x="7851489" y="171898"/>
                  </a:lnTo>
                  <a:lnTo>
                    <a:pt x="7851994" y="171898"/>
                  </a:lnTo>
                  <a:lnTo>
                    <a:pt x="7852120" y="171898"/>
                  </a:lnTo>
                  <a:lnTo>
                    <a:pt x="7852247" y="171898"/>
                  </a:lnTo>
                  <a:lnTo>
                    <a:pt x="7852373" y="171898"/>
                  </a:lnTo>
                  <a:lnTo>
                    <a:pt x="7852625" y="171898"/>
                  </a:lnTo>
                  <a:lnTo>
                    <a:pt x="7852752" y="171898"/>
                  </a:lnTo>
                  <a:lnTo>
                    <a:pt x="7852878" y="171898"/>
                  </a:lnTo>
                  <a:lnTo>
                    <a:pt x="7853004" y="171898"/>
                  </a:lnTo>
                  <a:lnTo>
                    <a:pt x="7853130" y="171898"/>
                  </a:lnTo>
                  <a:lnTo>
                    <a:pt x="7853257" y="171898"/>
                  </a:lnTo>
                  <a:lnTo>
                    <a:pt x="7856666" y="171898"/>
                  </a:lnTo>
                  <a:lnTo>
                    <a:pt x="7856792" y="171898"/>
                  </a:lnTo>
                  <a:lnTo>
                    <a:pt x="7856918" y="171898"/>
                  </a:lnTo>
                  <a:lnTo>
                    <a:pt x="7857044" y="171898"/>
                  </a:lnTo>
                  <a:lnTo>
                    <a:pt x="7857171" y="171898"/>
                  </a:lnTo>
                  <a:lnTo>
                    <a:pt x="7857423" y="171898"/>
                  </a:lnTo>
                  <a:lnTo>
                    <a:pt x="7857549" y="171898"/>
                  </a:lnTo>
                  <a:lnTo>
                    <a:pt x="7857802" y="171898"/>
                  </a:lnTo>
                  <a:lnTo>
                    <a:pt x="7858054" y="171898"/>
                  </a:lnTo>
                  <a:lnTo>
                    <a:pt x="7858181" y="171898"/>
                  </a:lnTo>
                  <a:lnTo>
                    <a:pt x="7858307" y="171898"/>
                  </a:lnTo>
                  <a:lnTo>
                    <a:pt x="7858559" y="171898"/>
                  </a:lnTo>
                  <a:lnTo>
                    <a:pt x="7858686" y="171898"/>
                  </a:lnTo>
                  <a:lnTo>
                    <a:pt x="7859064" y="171898"/>
                  </a:lnTo>
                  <a:lnTo>
                    <a:pt x="7859696" y="171898"/>
                  </a:lnTo>
                  <a:lnTo>
                    <a:pt x="7860201" y="171898"/>
                  </a:lnTo>
                  <a:lnTo>
                    <a:pt x="7860579" y="171898"/>
                  </a:lnTo>
                  <a:lnTo>
                    <a:pt x="7860706" y="171898"/>
                  </a:lnTo>
                  <a:lnTo>
                    <a:pt x="7861211" y="171898"/>
                  </a:lnTo>
                  <a:lnTo>
                    <a:pt x="7861716" y="166986"/>
                  </a:lnTo>
                  <a:lnTo>
                    <a:pt x="7862473" y="166986"/>
                  </a:lnTo>
                  <a:lnTo>
                    <a:pt x="7862852" y="166986"/>
                  </a:lnTo>
                  <a:lnTo>
                    <a:pt x="7863231" y="166986"/>
                  </a:lnTo>
                  <a:lnTo>
                    <a:pt x="7863483" y="166986"/>
                  </a:lnTo>
                  <a:lnTo>
                    <a:pt x="7863736" y="166986"/>
                  </a:lnTo>
                  <a:lnTo>
                    <a:pt x="7863862" y="166986"/>
                  </a:lnTo>
                  <a:lnTo>
                    <a:pt x="7863988" y="166986"/>
                  </a:lnTo>
                  <a:lnTo>
                    <a:pt x="7864367" y="166986"/>
                  </a:lnTo>
                  <a:lnTo>
                    <a:pt x="7864493" y="166986"/>
                  </a:lnTo>
                  <a:lnTo>
                    <a:pt x="7864620" y="166986"/>
                  </a:lnTo>
                  <a:lnTo>
                    <a:pt x="7864746" y="166986"/>
                  </a:lnTo>
                  <a:lnTo>
                    <a:pt x="7865251" y="166986"/>
                  </a:lnTo>
                  <a:lnTo>
                    <a:pt x="7865377" y="166986"/>
                  </a:lnTo>
                  <a:lnTo>
                    <a:pt x="7865630" y="166986"/>
                  </a:lnTo>
                  <a:lnTo>
                    <a:pt x="7865756" y="166986"/>
                  </a:lnTo>
                  <a:lnTo>
                    <a:pt x="7866261" y="166986"/>
                  </a:lnTo>
                  <a:lnTo>
                    <a:pt x="7866387" y="166986"/>
                  </a:lnTo>
                  <a:lnTo>
                    <a:pt x="7866514" y="166986"/>
                  </a:lnTo>
                  <a:lnTo>
                    <a:pt x="7866640" y="166986"/>
                  </a:lnTo>
                  <a:lnTo>
                    <a:pt x="7866766" y="166986"/>
                  </a:lnTo>
                  <a:lnTo>
                    <a:pt x="7867019" y="166986"/>
                  </a:lnTo>
                  <a:lnTo>
                    <a:pt x="7867271" y="166986"/>
                  </a:lnTo>
                  <a:lnTo>
                    <a:pt x="7867397" y="166986"/>
                  </a:lnTo>
                  <a:lnTo>
                    <a:pt x="7867524" y="166986"/>
                  </a:lnTo>
                  <a:lnTo>
                    <a:pt x="7867650" y="166986"/>
                  </a:lnTo>
                  <a:lnTo>
                    <a:pt x="7867902" y="166986"/>
                  </a:lnTo>
                  <a:lnTo>
                    <a:pt x="7868029" y="166986"/>
                  </a:lnTo>
                  <a:lnTo>
                    <a:pt x="7868155" y="166986"/>
                  </a:lnTo>
                  <a:lnTo>
                    <a:pt x="7868534" y="166986"/>
                  </a:lnTo>
                  <a:lnTo>
                    <a:pt x="7868786" y="166986"/>
                  </a:lnTo>
                  <a:lnTo>
                    <a:pt x="7868912" y="166986"/>
                  </a:lnTo>
                  <a:lnTo>
                    <a:pt x="7870427" y="166986"/>
                  </a:lnTo>
                  <a:lnTo>
                    <a:pt x="7870680" y="166986"/>
                  </a:lnTo>
                  <a:lnTo>
                    <a:pt x="7870932" y="166986"/>
                  </a:lnTo>
                  <a:lnTo>
                    <a:pt x="7871438" y="166986"/>
                  </a:lnTo>
                  <a:lnTo>
                    <a:pt x="7872195" y="166986"/>
                  </a:lnTo>
                  <a:lnTo>
                    <a:pt x="7872826" y="166986"/>
                  </a:lnTo>
                  <a:lnTo>
                    <a:pt x="7873079" y="166986"/>
                  </a:lnTo>
                  <a:lnTo>
                    <a:pt x="7873458" y="166986"/>
                  </a:lnTo>
                  <a:lnTo>
                    <a:pt x="7873584" y="166986"/>
                  </a:lnTo>
                  <a:lnTo>
                    <a:pt x="7873710" y="166986"/>
                  </a:lnTo>
                  <a:lnTo>
                    <a:pt x="7874089" y="166986"/>
                  </a:lnTo>
                  <a:lnTo>
                    <a:pt x="7874215" y="166986"/>
                  </a:lnTo>
                  <a:lnTo>
                    <a:pt x="7874468" y="166986"/>
                  </a:lnTo>
                  <a:lnTo>
                    <a:pt x="7874720" y="166986"/>
                  </a:lnTo>
                  <a:lnTo>
                    <a:pt x="7874846" y="166986"/>
                  </a:lnTo>
                  <a:lnTo>
                    <a:pt x="7874973" y="166986"/>
                  </a:lnTo>
                  <a:lnTo>
                    <a:pt x="7875099" y="166986"/>
                  </a:lnTo>
                  <a:lnTo>
                    <a:pt x="7875856" y="166986"/>
                  </a:lnTo>
                  <a:lnTo>
                    <a:pt x="7876109" y="166986"/>
                  </a:lnTo>
                  <a:lnTo>
                    <a:pt x="7876235" y="166986"/>
                  </a:lnTo>
                  <a:lnTo>
                    <a:pt x="7876362" y="166986"/>
                  </a:lnTo>
                  <a:lnTo>
                    <a:pt x="7877245" y="166986"/>
                  </a:lnTo>
                  <a:lnTo>
                    <a:pt x="7877372" y="166986"/>
                  </a:lnTo>
                  <a:lnTo>
                    <a:pt x="7877498" y="166986"/>
                  </a:lnTo>
                  <a:lnTo>
                    <a:pt x="7878255" y="166986"/>
                  </a:lnTo>
                  <a:lnTo>
                    <a:pt x="7878382" y="166986"/>
                  </a:lnTo>
                  <a:lnTo>
                    <a:pt x="7878508" y="166986"/>
                  </a:lnTo>
                  <a:lnTo>
                    <a:pt x="7878887" y="166986"/>
                  </a:lnTo>
                  <a:lnTo>
                    <a:pt x="7879013" y="166986"/>
                  </a:lnTo>
                  <a:lnTo>
                    <a:pt x="7879392" y="166986"/>
                  </a:lnTo>
                  <a:lnTo>
                    <a:pt x="7879897" y="162075"/>
                  </a:lnTo>
                  <a:lnTo>
                    <a:pt x="7880023" y="162075"/>
                  </a:lnTo>
                  <a:lnTo>
                    <a:pt x="7880275" y="162075"/>
                  </a:lnTo>
                  <a:lnTo>
                    <a:pt x="7880402" y="162075"/>
                  </a:lnTo>
                  <a:lnTo>
                    <a:pt x="7880654" y="162075"/>
                  </a:lnTo>
                  <a:lnTo>
                    <a:pt x="7881033" y="162075"/>
                  </a:lnTo>
                  <a:lnTo>
                    <a:pt x="7881159" y="162075"/>
                  </a:lnTo>
                  <a:lnTo>
                    <a:pt x="7881412" y="162075"/>
                  </a:lnTo>
                  <a:lnTo>
                    <a:pt x="7881538" y="162075"/>
                  </a:lnTo>
                  <a:lnTo>
                    <a:pt x="7881664" y="162075"/>
                  </a:lnTo>
                  <a:lnTo>
                    <a:pt x="7882043" y="162075"/>
                  </a:lnTo>
                  <a:lnTo>
                    <a:pt x="7882169" y="162075"/>
                  </a:lnTo>
                  <a:lnTo>
                    <a:pt x="7883053" y="162075"/>
                  </a:lnTo>
                  <a:lnTo>
                    <a:pt x="7883179" y="162075"/>
                  </a:lnTo>
                  <a:lnTo>
                    <a:pt x="7883306" y="162075"/>
                  </a:lnTo>
                  <a:lnTo>
                    <a:pt x="7883432" y="162075"/>
                  </a:lnTo>
                  <a:lnTo>
                    <a:pt x="7883684" y="162075"/>
                  </a:lnTo>
                  <a:lnTo>
                    <a:pt x="7883811" y="162075"/>
                  </a:lnTo>
                  <a:lnTo>
                    <a:pt x="7884189" y="162075"/>
                  </a:lnTo>
                  <a:lnTo>
                    <a:pt x="7884316" y="162075"/>
                  </a:lnTo>
                  <a:lnTo>
                    <a:pt x="7884568" y="162075"/>
                  </a:lnTo>
                  <a:lnTo>
                    <a:pt x="7884821" y="162075"/>
                  </a:lnTo>
                  <a:lnTo>
                    <a:pt x="7885199" y="162075"/>
                  </a:lnTo>
                  <a:lnTo>
                    <a:pt x="7885578" y="162075"/>
                  </a:lnTo>
                  <a:lnTo>
                    <a:pt x="7885704" y="162075"/>
                  </a:lnTo>
                  <a:lnTo>
                    <a:pt x="7885957" y="162075"/>
                  </a:lnTo>
                  <a:lnTo>
                    <a:pt x="7886209" y="162075"/>
                  </a:lnTo>
                  <a:lnTo>
                    <a:pt x="7886841" y="162075"/>
                  </a:lnTo>
                  <a:lnTo>
                    <a:pt x="7887472" y="162075"/>
                  </a:lnTo>
                  <a:lnTo>
                    <a:pt x="7887851" y="162075"/>
                  </a:lnTo>
                  <a:lnTo>
                    <a:pt x="7887977" y="162075"/>
                  </a:lnTo>
                  <a:lnTo>
                    <a:pt x="7888356" y="162075"/>
                  </a:lnTo>
                  <a:lnTo>
                    <a:pt x="7888735" y="162075"/>
                  </a:lnTo>
                  <a:lnTo>
                    <a:pt x="7889240" y="162075"/>
                  </a:lnTo>
                  <a:lnTo>
                    <a:pt x="7889997" y="162075"/>
                  </a:lnTo>
                  <a:lnTo>
                    <a:pt x="7890123" y="162075"/>
                  </a:lnTo>
                  <a:lnTo>
                    <a:pt x="7890376" y="162075"/>
                  </a:lnTo>
                  <a:lnTo>
                    <a:pt x="7890502" y="162075"/>
                  </a:lnTo>
                  <a:lnTo>
                    <a:pt x="7890755" y="162075"/>
                  </a:lnTo>
                  <a:lnTo>
                    <a:pt x="7890881" y="162075"/>
                  </a:lnTo>
                  <a:lnTo>
                    <a:pt x="7891007" y="162075"/>
                  </a:lnTo>
                  <a:lnTo>
                    <a:pt x="7891133" y="162075"/>
                  </a:lnTo>
                  <a:lnTo>
                    <a:pt x="7891638" y="162075"/>
                  </a:lnTo>
                  <a:lnTo>
                    <a:pt x="7891891" y="162075"/>
                  </a:lnTo>
                  <a:lnTo>
                    <a:pt x="7892144" y="162075"/>
                  </a:lnTo>
                  <a:lnTo>
                    <a:pt x="7892270" y="162075"/>
                  </a:lnTo>
                  <a:lnTo>
                    <a:pt x="7893027" y="162075"/>
                  </a:lnTo>
                  <a:lnTo>
                    <a:pt x="7893406" y="162075"/>
                  </a:lnTo>
                  <a:lnTo>
                    <a:pt x="7893532" y="162075"/>
                  </a:lnTo>
                  <a:lnTo>
                    <a:pt x="7893659" y="162075"/>
                  </a:lnTo>
                  <a:lnTo>
                    <a:pt x="7893785" y="162075"/>
                  </a:lnTo>
                  <a:lnTo>
                    <a:pt x="7894164" y="162075"/>
                  </a:lnTo>
                  <a:lnTo>
                    <a:pt x="7894290" y="162075"/>
                  </a:lnTo>
                  <a:lnTo>
                    <a:pt x="7894416" y="162075"/>
                  </a:lnTo>
                  <a:lnTo>
                    <a:pt x="7894921" y="162075"/>
                  </a:lnTo>
                  <a:lnTo>
                    <a:pt x="7895300" y="162075"/>
                  </a:lnTo>
                  <a:lnTo>
                    <a:pt x="7895552" y="162075"/>
                  </a:lnTo>
                  <a:lnTo>
                    <a:pt x="7896184" y="162075"/>
                  </a:lnTo>
                  <a:lnTo>
                    <a:pt x="7896310" y="162075"/>
                  </a:lnTo>
                  <a:lnTo>
                    <a:pt x="7896436" y="162075"/>
                  </a:lnTo>
                  <a:lnTo>
                    <a:pt x="7896815" y="162075"/>
                  </a:lnTo>
                  <a:lnTo>
                    <a:pt x="7897068" y="162075"/>
                  </a:lnTo>
                  <a:lnTo>
                    <a:pt x="7897446" y="162075"/>
                  </a:lnTo>
                  <a:lnTo>
                    <a:pt x="7897573" y="162075"/>
                  </a:lnTo>
                  <a:lnTo>
                    <a:pt x="7897699" y="162075"/>
                  </a:lnTo>
                  <a:lnTo>
                    <a:pt x="7897951" y="162075"/>
                  </a:lnTo>
                  <a:lnTo>
                    <a:pt x="7898078" y="162075"/>
                  </a:lnTo>
                  <a:lnTo>
                    <a:pt x="7898456" y="162075"/>
                  </a:lnTo>
                  <a:lnTo>
                    <a:pt x="7898709" y="162075"/>
                  </a:lnTo>
                  <a:lnTo>
                    <a:pt x="7899088" y="162075"/>
                  </a:lnTo>
                  <a:lnTo>
                    <a:pt x="7899214" y="162075"/>
                  </a:lnTo>
                  <a:lnTo>
                    <a:pt x="7899340" y="162075"/>
                  </a:lnTo>
                  <a:lnTo>
                    <a:pt x="7899719" y="162075"/>
                  </a:lnTo>
                  <a:lnTo>
                    <a:pt x="7900098" y="162075"/>
                  </a:lnTo>
                  <a:lnTo>
                    <a:pt x="7900350" y="162075"/>
                  </a:lnTo>
                  <a:lnTo>
                    <a:pt x="7900603" y="162075"/>
                  </a:lnTo>
                  <a:lnTo>
                    <a:pt x="7900729" y="162075"/>
                  </a:lnTo>
                  <a:lnTo>
                    <a:pt x="7900855" y="162075"/>
                  </a:lnTo>
                  <a:lnTo>
                    <a:pt x="7900981" y="162075"/>
                  </a:lnTo>
                  <a:lnTo>
                    <a:pt x="7901108" y="162075"/>
                  </a:lnTo>
                  <a:lnTo>
                    <a:pt x="7901234" y="162075"/>
                  </a:lnTo>
                  <a:lnTo>
                    <a:pt x="7901486" y="162075"/>
                  </a:lnTo>
                  <a:lnTo>
                    <a:pt x="7902244" y="162075"/>
                  </a:lnTo>
                  <a:lnTo>
                    <a:pt x="7902370" y="162075"/>
                  </a:lnTo>
                  <a:lnTo>
                    <a:pt x="7902497" y="162075"/>
                  </a:lnTo>
                  <a:lnTo>
                    <a:pt x="7902875" y="162075"/>
                  </a:lnTo>
                  <a:lnTo>
                    <a:pt x="7903128" y="162075"/>
                  </a:lnTo>
                  <a:lnTo>
                    <a:pt x="7903507" y="162075"/>
                  </a:lnTo>
                  <a:lnTo>
                    <a:pt x="7904138" y="162075"/>
                  </a:lnTo>
                  <a:lnTo>
                    <a:pt x="7904517" y="162075"/>
                  </a:lnTo>
                  <a:lnTo>
                    <a:pt x="7905022" y="162075"/>
                  </a:lnTo>
                  <a:lnTo>
                    <a:pt x="7905148" y="162075"/>
                  </a:lnTo>
                  <a:lnTo>
                    <a:pt x="7905400" y="162075"/>
                  </a:lnTo>
                  <a:lnTo>
                    <a:pt x="7905527" y="162075"/>
                  </a:lnTo>
                  <a:lnTo>
                    <a:pt x="7905905" y="162075"/>
                  </a:lnTo>
                  <a:lnTo>
                    <a:pt x="7906158" y="162075"/>
                  </a:lnTo>
                  <a:lnTo>
                    <a:pt x="7906537" y="162075"/>
                  </a:lnTo>
                  <a:lnTo>
                    <a:pt x="7906663" y="162075"/>
                  </a:lnTo>
                  <a:lnTo>
                    <a:pt x="7906915" y="162075"/>
                  </a:lnTo>
                  <a:lnTo>
                    <a:pt x="7907168" y="162075"/>
                  </a:lnTo>
                  <a:lnTo>
                    <a:pt x="7907294" y="162075"/>
                  </a:lnTo>
                  <a:lnTo>
                    <a:pt x="7907926" y="162075"/>
                  </a:lnTo>
                  <a:lnTo>
                    <a:pt x="7908052" y="162075"/>
                  </a:lnTo>
                  <a:lnTo>
                    <a:pt x="7908557" y="162075"/>
                  </a:lnTo>
                  <a:lnTo>
                    <a:pt x="7908683" y="162075"/>
                  </a:lnTo>
                  <a:lnTo>
                    <a:pt x="7908809" y="162075"/>
                  </a:lnTo>
                  <a:lnTo>
                    <a:pt x="7909567" y="162075"/>
                  </a:lnTo>
                  <a:lnTo>
                    <a:pt x="7909819" y="162075"/>
                  </a:lnTo>
                  <a:lnTo>
                    <a:pt x="7909946" y="162075"/>
                  </a:lnTo>
                  <a:lnTo>
                    <a:pt x="7910198" y="162075"/>
                  </a:lnTo>
                  <a:lnTo>
                    <a:pt x="7910324" y="162075"/>
                  </a:lnTo>
                  <a:lnTo>
                    <a:pt x="7910451" y="162075"/>
                  </a:lnTo>
                  <a:lnTo>
                    <a:pt x="7910829" y="162075"/>
                  </a:lnTo>
                  <a:lnTo>
                    <a:pt x="7910956" y="162075"/>
                  </a:lnTo>
                  <a:lnTo>
                    <a:pt x="7911082" y="162075"/>
                  </a:lnTo>
                  <a:lnTo>
                    <a:pt x="7911208" y="162075"/>
                  </a:lnTo>
                  <a:lnTo>
                    <a:pt x="7911334" y="162075"/>
                  </a:lnTo>
                  <a:lnTo>
                    <a:pt x="7911461" y="162075"/>
                  </a:lnTo>
                  <a:lnTo>
                    <a:pt x="7911839" y="162075"/>
                  </a:lnTo>
                  <a:lnTo>
                    <a:pt x="7911966" y="162075"/>
                  </a:lnTo>
                  <a:lnTo>
                    <a:pt x="7912218" y="162075"/>
                  </a:lnTo>
                  <a:lnTo>
                    <a:pt x="7913733" y="162075"/>
                  </a:lnTo>
                  <a:lnTo>
                    <a:pt x="7913860" y="162075"/>
                  </a:lnTo>
                  <a:lnTo>
                    <a:pt x="7914112" y="162075"/>
                  </a:lnTo>
                  <a:lnTo>
                    <a:pt x="7914870" y="162075"/>
                  </a:lnTo>
                  <a:lnTo>
                    <a:pt x="7914996" y="162075"/>
                  </a:lnTo>
                  <a:lnTo>
                    <a:pt x="7915122" y="162075"/>
                  </a:lnTo>
                  <a:lnTo>
                    <a:pt x="7915248" y="162075"/>
                  </a:lnTo>
                  <a:lnTo>
                    <a:pt x="7915627" y="162075"/>
                  </a:lnTo>
                  <a:lnTo>
                    <a:pt x="7916006" y="162075"/>
                  </a:lnTo>
                  <a:lnTo>
                    <a:pt x="7916132" y="162075"/>
                  </a:lnTo>
                  <a:lnTo>
                    <a:pt x="7916258" y="162075"/>
                  </a:lnTo>
                  <a:lnTo>
                    <a:pt x="7916511" y="162075"/>
                  </a:lnTo>
                  <a:lnTo>
                    <a:pt x="7916763" y="162075"/>
                  </a:lnTo>
                  <a:lnTo>
                    <a:pt x="7917268" y="162075"/>
                  </a:lnTo>
                  <a:lnTo>
                    <a:pt x="7918152" y="162075"/>
                  </a:lnTo>
                  <a:lnTo>
                    <a:pt x="7918279" y="162075"/>
                  </a:lnTo>
                  <a:lnTo>
                    <a:pt x="7918784" y="162075"/>
                  </a:lnTo>
                  <a:lnTo>
                    <a:pt x="7919162" y="162075"/>
                  </a:lnTo>
                  <a:lnTo>
                    <a:pt x="7919289" y="162075"/>
                  </a:lnTo>
                  <a:lnTo>
                    <a:pt x="7919415" y="162075"/>
                  </a:lnTo>
                  <a:lnTo>
                    <a:pt x="7919667" y="162075"/>
                  </a:lnTo>
                  <a:lnTo>
                    <a:pt x="7919794" y="162075"/>
                  </a:lnTo>
                  <a:lnTo>
                    <a:pt x="7919920" y="162075"/>
                  </a:lnTo>
                  <a:lnTo>
                    <a:pt x="7920046" y="162075"/>
                  </a:lnTo>
                  <a:lnTo>
                    <a:pt x="7920172" y="162075"/>
                  </a:lnTo>
                  <a:lnTo>
                    <a:pt x="7920551" y="162075"/>
                  </a:lnTo>
                  <a:lnTo>
                    <a:pt x="7920804" y="162075"/>
                  </a:lnTo>
                  <a:lnTo>
                    <a:pt x="7920930" y="162075"/>
                  </a:lnTo>
                  <a:lnTo>
                    <a:pt x="7921309" y="162075"/>
                  </a:lnTo>
                  <a:lnTo>
                    <a:pt x="7921687" y="162075"/>
                  </a:lnTo>
                  <a:lnTo>
                    <a:pt x="7921814" y="162075"/>
                  </a:lnTo>
                  <a:lnTo>
                    <a:pt x="7922192" y="162075"/>
                  </a:lnTo>
                  <a:lnTo>
                    <a:pt x="7922445" y="162075"/>
                  </a:lnTo>
                  <a:lnTo>
                    <a:pt x="7922571" y="162075"/>
                  </a:lnTo>
                  <a:lnTo>
                    <a:pt x="7922571" y="157163"/>
                  </a:lnTo>
                  <a:lnTo>
                    <a:pt x="7923076" y="157163"/>
                  </a:lnTo>
                  <a:lnTo>
                    <a:pt x="7923960" y="157163"/>
                  </a:lnTo>
                  <a:lnTo>
                    <a:pt x="7924086" y="157163"/>
                  </a:lnTo>
                  <a:lnTo>
                    <a:pt x="7924339" y="157163"/>
                  </a:lnTo>
                  <a:lnTo>
                    <a:pt x="7924465" y="157163"/>
                  </a:lnTo>
                  <a:lnTo>
                    <a:pt x="7924591" y="157163"/>
                  </a:lnTo>
                  <a:lnTo>
                    <a:pt x="7924970" y="157163"/>
                  </a:lnTo>
                  <a:lnTo>
                    <a:pt x="7925349" y="157163"/>
                  </a:lnTo>
                  <a:lnTo>
                    <a:pt x="7925475" y="157163"/>
                  </a:lnTo>
                  <a:lnTo>
                    <a:pt x="7925601" y="157163"/>
                  </a:lnTo>
                  <a:lnTo>
                    <a:pt x="7926359" y="157163"/>
                  </a:lnTo>
                  <a:lnTo>
                    <a:pt x="7926485" y="157163"/>
                  </a:lnTo>
                  <a:lnTo>
                    <a:pt x="7926738" y="157163"/>
                  </a:lnTo>
                  <a:lnTo>
                    <a:pt x="7927116" y="157163"/>
                  </a:lnTo>
                  <a:lnTo>
                    <a:pt x="7927369" y="157163"/>
                  </a:lnTo>
                  <a:lnTo>
                    <a:pt x="7927748" y="157163"/>
                  </a:lnTo>
                  <a:lnTo>
                    <a:pt x="7928253" y="157163"/>
                  </a:lnTo>
                  <a:lnTo>
                    <a:pt x="7928379" y="157163"/>
                  </a:lnTo>
                  <a:lnTo>
                    <a:pt x="7928758" y="157163"/>
                  </a:lnTo>
                  <a:lnTo>
                    <a:pt x="7929137" y="157163"/>
                  </a:lnTo>
                  <a:lnTo>
                    <a:pt x="7929389" y="157163"/>
                  </a:lnTo>
                  <a:lnTo>
                    <a:pt x="7929642" y="157163"/>
                  </a:lnTo>
                  <a:lnTo>
                    <a:pt x="7929768" y="157163"/>
                  </a:lnTo>
                  <a:lnTo>
                    <a:pt x="7930525" y="157163"/>
                  </a:lnTo>
                  <a:lnTo>
                    <a:pt x="7930778" y="152252"/>
                  </a:lnTo>
                  <a:lnTo>
                    <a:pt x="7930904" y="152252"/>
                  </a:lnTo>
                  <a:lnTo>
                    <a:pt x="7931030" y="152252"/>
                  </a:lnTo>
                  <a:lnTo>
                    <a:pt x="7931157" y="152252"/>
                  </a:lnTo>
                  <a:lnTo>
                    <a:pt x="7931283" y="152252"/>
                  </a:lnTo>
                  <a:lnTo>
                    <a:pt x="7931535" y="152252"/>
                  </a:lnTo>
                  <a:lnTo>
                    <a:pt x="7932293" y="152252"/>
                  </a:lnTo>
                  <a:lnTo>
                    <a:pt x="7932419" y="152252"/>
                  </a:lnTo>
                  <a:lnTo>
                    <a:pt x="7933051" y="152252"/>
                  </a:lnTo>
                  <a:lnTo>
                    <a:pt x="7933177" y="152252"/>
                  </a:lnTo>
                  <a:lnTo>
                    <a:pt x="7933429" y="152252"/>
                  </a:lnTo>
                  <a:lnTo>
                    <a:pt x="7933934" y="152252"/>
                  </a:lnTo>
                  <a:lnTo>
                    <a:pt x="7934187" y="152252"/>
                  </a:lnTo>
                  <a:lnTo>
                    <a:pt x="7934313" y="152252"/>
                  </a:lnTo>
                  <a:lnTo>
                    <a:pt x="7934566" y="147341"/>
                  </a:lnTo>
                  <a:lnTo>
                    <a:pt x="7935071" y="147341"/>
                  </a:lnTo>
                  <a:lnTo>
                    <a:pt x="7936207" y="147341"/>
                  </a:lnTo>
                  <a:lnTo>
                    <a:pt x="7936586" y="147341"/>
                  </a:lnTo>
                  <a:lnTo>
                    <a:pt x="7936712" y="147341"/>
                  </a:lnTo>
                  <a:lnTo>
                    <a:pt x="7937217" y="147341"/>
                  </a:lnTo>
                  <a:lnTo>
                    <a:pt x="7937469" y="147341"/>
                  </a:lnTo>
                  <a:lnTo>
                    <a:pt x="7937722" y="147341"/>
                  </a:lnTo>
                  <a:lnTo>
                    <a:pt x="7938101" y="147341"/>
                  </a:lnTo>
                  <a:lnTo>
                    <a:pt x="7938480" y="147341"/>
                  </a:lnTo>
                  <a:lnTo>
                    <a:pt x="7938606" y="147341"/>
                  </a:lnTo>
                  <a:lnTo>
                    <a:pt x="7938732" y="147341"/>
                  </a:lnTo>
                  <a:lnTo>
                    <a:pt x="7938985" y="147341"/>
                  </a:lnTo>
                  <a:lnTo>
                    <a:pt x="7939111" y="147341"/>
                  </a:lnTo>
                  <a:lnTo>
                    <a:pt x="7939995" y="147341"/>
                  </a:lnTo>
                  <a:lnTo>
                    <a:pt x="7940121" y="147341"/>
                  </a:lnTo>
                  <a:lnTo>
                    <a:pt x="7940247" y="147341"/>
                  </a:lnTo>
                  <a:lnTo>
                    <a:pt x="7940626" y="147341"/>
                  </a:lnTo>
                  <a:lnTo>
                    <a:pt x="7940752" y="147341"/>
                  </a:lnTo>
                  <a:lnTo>
                    <a:pt x="7941005" y="147341"/>
                  </a:lnTo>
                  <a:lnTo>
                    <a:pt x="7941383" y="147341"/>
                  </a:lnTo>
                  <a:lnTo>
                    <a:pt x="7942267" y="147341"/>
                  </a:lnTo>
                  <a:lnTo>
                    <a:pt x="7942646" y="147341"/>
                  </a:lnTo>
                  <a:lnTo>
                    <a:pt x="7942772" y="147341"/>
                  </a:lnTo>
                  <a:lnTo>
                    <a:pt x="7942772" y="142429"/>
                  </a:lnTo>
                  <a:lnTo>
                    <a:pt x="7942898" y="142429"/>
                  </a:lnTo>
                  <a:lnTo>
                    <a:pt x="7943277" y="142429"/>
                  </a:lnTo>
                  <a:lnTo>
                    <a:pt x="7943404" y="142429"/>
                  </a:lnTo>
                  <a:lnTo>
                    <a:pt x="7943782" y="142429"/>
                  </a:lnTo>
                  <a:lnTo>
                    <a:pt x="7944161" y="142429"/>
                  </a:lnTo>
                  <a:lnTo>
                    <a:pt x="7944287" y="142429"/>
                  </a:lnTo>
                  <a:lnTo>
                    <a:pt x="7944414" y="142429"/>
                  </a:lnTo>
                  <a:lnTo>
                    <a:pt x="7944540" y="142429"/>
                  </a:lnTo>
                  <a:lnTo>
                    <a:pt x="7944666" y="142429"/>
                  </a:lnTo>
                  <a:lnTo>
                    <a:pt x="7944792" y="142429"/>
                  </a:lnTo>
                  <a:lnTo>
                    <a:pt x="7944919" y="142429"/>
                  </a:lnTo>
                  <a:lnTo>
                    <a:pt x="7945045" y="142429"/>
                  </a:lnTo>
                  <a:lnTo>
                    <a:pt x="7945550" y="142429"/>
                  </a:lnTo>
                  <a:lnTo>
                    <a:pt x="7945676" y="142429"/>
                  </a:lnTo>
                  <a:lnTo>
                    <a:pt x="7946307" y="142429"/>
                  </a:lnTo>
                  <a:lnTo>
                    <a:pt x="7946434" y="142429"/>
                  </a:lnTo>
                  <a:lnTo>
                    <a:pt x="7946686" y="142429"/>
                  </a:lnTo>
                  <a:lnTo>
                    <a:pt x="7946939" y="142429"/>
                  </a:lnTo>
                  <a:lnTo>
                    <a:pt x="7947317" y="142429"/>
                  </a:lnTo>
                  <a:lnTo>
                    <a:pt x="7947570" y="142429"/>
                  </a:lnTo>
                  <a:lnTo>
                    <a:pt x="7947696" y="142429"/>
                  </a:lnTo>
                  <a:lnTo>
                    <a:pt x="7949590" y="142429"/>
                  </a:lnTo>
                  <a:lnTo>
                    <a:pt x="7949843" y="142429"/>
                  </a:lnTo>
                  <a:lnTo>
                    <a:pt x="7949969" y="142429"/>
                  </a:lnTo>
                  <a:lnTo>
                    <a:pt x="7950221" y="142429"/>
                  </a:lnTo>
                  <a:lnTo>
                    <a:pt x="7950726" y="142429"/>
                  </a:lnTo>
                  <a:lnTo>
                    <a:pt x="7951105" y="142429"/>
                  </a:lnTo>
                  <a:lnTo>
                    <a:pt x="7951358" y="142429"/>
                  </a:lnTo>
                  <a:lnTo>
                    <a:pt x="7951863" y="142429"/>
                  </a:lnTo>
                  <a:lnTo>
                    <a:pt x="7952241" y="142429"/>
                  </a:lnTo>
                  <a:lnTo>
                    <a:pt x="7952368" y="142429"/>
                  </a:lnTo>
                  <a:lnTo>
                    <a:pt x="7952620" y="142429"/>
                  </a:lnTo>
                  <a:lnTo>
                    <a:pt x="7952873" y="142429"/>
                  </a:lnTo>
                  <a:lnTo>
                    <a:pt x="7952999" y="142429"/>
                  </a:lnTo>
                  <a:lnTo>
                    <a:pt x="7953125" y="142429"/>
                  </a:lnTo>
                  <a:lnTo>
                    <a:pt x="7953504" y="142429"/>
                  </a:lnTo>
                  <a:lnTo>
                    <a:pt x="7953630" y="142429"/>
                  </a:lnTo>
                  <a:lnTo>
                    <a:pt x="7953883" y="142429"/>
                  </a:lnTo>
                  <a:lnTo>
                    <a:pt x="7954262" y="142429"/>
                  </a:lnTo>
                  <a:lnTo>
                    <a:pt x="7954514" y="142429"/>
                  </a:lnTo>
                  <a:lnTo>
                    <a:pt x="7954767" y="142429"/>
                  </a:lnTo>
                  <a:lnTo>
                    <a:pt x="7955524" y="142429"/>
                  </a:lnTo>
                  <a:lnTo>
                    <a:pt x="7955650" y="142429"/>
                  </a:lnTo>
                  <a:lnTo>
                    <a:pt x="7955777" y="142429"/>
                  </a:lnTo>
                  <a:lnTo>
                    <a:pt x="7956029" y="142429"/>
                  </a:lnTo>
                  <a:lnTo>
                    <a:pt x="7956155" y="142429"/>
                  </a:lnTo>
                  <a:lnTo>
                    <a:pt x="7956534" y="142429"/>
                  </a:lnTo>
                  <a:lnTo>
                    <a:pt x="7956660" y="142429"/>
                  </a:lnTo>
                  <a:lnTo>
                    <a:pt x="7957165" y="142429"/>
                  </a:lnTo>
                  <a:lnTo>
                    <a:pt x="7957544" y="142429"/>
                  </a:lnTo>
                  <a:lnTo>
                    <a:pt x="7957670" y="142429"/>
                  </a:lnTo>
                  <a:lnTo>
                    <a:pt x="7957797" y="142429"/>
                  </a:lnTo>
                  <a:lnTo>
                    <a:pt x="7958049" y="142429"/>
                  </a:lnTo>
                  <a:lnTo>
                    <a:pt x="7958554" y="142429"/>
                  </a:lnTo>
                  <a:lnTo>
                    <a:pt x="7958681" y="142429"/>
                  </a:lnTo>
                  <a:lnTo>
                    <a:pt x="7959564" y="137518"/>
                  </a:lnTo>
                  <a:lnTo>
                    <a:pt x="7959817" y="137518"/>
                  </a:lnTo>
                  <a:lnTo>
                    <a:pt x="7960069" y="137518"/>
                  </a:lnTo>
                  <a:lnTo>
                    <a:pt x="7960448" y="137518"/>
                  </a:lnTo>
                  <a:lnTo>
                    <a:pt x="7960701" y="137518"/>
                  </a:lnTo>
                  <a:lnTo>
                    <a:pt x="7960953" y="137518"/>
                  </a:lnTo>
                  <a:lnTo>
                    <a:pt x="7962089" y="137518"/>
                  </a:lnTo>
                  <a:lnTo>
                    <a:pt x="7962216" y="137518"/>
                  </a:lnTo>
                  <a:lnTo>
                    <a:pt x="7962342" y="137518"/>
                  </a:lnTo>
                  <a:lnTo>
                    <a:pt x="7962468" y="137518"/>
                  </a:lnTo>
                  <a:lnTo>
                    <a:pt x="7962847" y="137518"/>
                  </a:lnTo>
                  <a:lnTo>
                    <a:pt x="7963226" y="137518"/>
                  </a:lnTo>
                  <a:lnTo>
                    <a:pt x="7963478" y="137518"/>
                  </a:lnTo>
                  <a:lnTo>
                    <a:pt x="7963604" y="137518"/>
                  </a:lnTo>
                  <a:lnTo>
                    <a:pt x="7963731" y="137518"/>
                  </a:lnTo>
                  <a:lnTo>
                    <a:pt x="7963857" y="132607"/>
                  </a:lnTo>
                  <a:lnTo>
                    <a:pt x="7963983" y="132607"/>
                  </a:lnTo>
                  <a:lnTo>
                    <a:pt x="7964110" y="132607"/>
                  </a:lnTo>
                  <a:lnTo>
                    <a:pt x="7964236" y="132607"/>
                  </a:lnTo>
                  <a:lnTo>
                    <a:pt x="7964362" y="132607"/>
                  </a:lnTo>
                  <a:lnTo>
                    <a:pt x="7964488" y="127695"/>
                  </a:lnTo>
                  <a:lnTo>
                    <a:pt x="7964741" y="127695"/>
                  </a:lnTo>
                  <a:lnTo>
                    <a:pt x="7964993" y="127695"/>
                  </a:lnTo>
                  <a:lnTo>
                    <a:pt x="7965246" y="127695"/>
                  </a:lnTo>
                  <a:lnTo>
                    <a:pt x="7966508" y="127695"/>
                  </a:lnTo>
                  <a:lnTo>
                    <a:pt x="7966635" y="127695"/>
                  </a:lnTo>
                  <a:lnTo>
                    <a:pt x="7967013" y="122784"/>
                  </a:lnTo>
                  <a:lnTo>
                    <a:pt x="7967518" y="122784"/>
                  </a:lnTo>
                  <a:lnTo>
                    <a:pt x="7967645" y="122784"/>
                  </a:lnTo>
                  <a:lnTo>
                    <a:pt x="7968023" y="122784"/>
                  </a:lnTo>
                  <a:lnTo>
                    <a:pt x="7968528" y="122784"/>
                  </a:lnTo>
                  <a:lnTo>
                    <a:pt x="7968781" y="117872"/>
                  </a:lnTo>
                  <a:lnTo>
                    <a:pt x="7968907" y="117872"/>
                  </a:lnTo>
                  <a:lnTo>
                    <a:pt x="7969034" y="117872"/>
                  </a:lnTo>
                  <a:lnTo>
                    <a:pt x="7969412" y="117872"/>
                  </a:lnTo>
                  <a:lnTo>
                    <a:pt x="7969539" y="117872"/>
                  </a:lnTo>
                  <a:lnTo>
                    <a:pt x="7969665" y="117872"/>
                  </a:lnTo>
                  <a:lnTo>
                    <a:pt x="7969791" y="117872"/>
                  </a:lnTo>
                  <a:lnTo>
                    <a:pt x="7969917" y="117872"/>
                  </a:lnTo>
                  <a:lnTo>
                    <a:pt x="7970044" y="117872"/>
                  </a:lnTo>
                  <a:lnTo>
                    <a:pt x="7970170" y="117872"/>
                  </a:lnTo>
                  <a:lnTo>
                    <a:pt x="7970296" y="117872"/>
                  </a:lnTo>
                  <a:lnTo>
                    <a:pt x="7970422" y="117872"/>
                  </a:lnTo>
                  <a:lnTo>
                    <a:pt x="7970801" y="117872"/>
                  </a:lnTo>
                  <a:lnTo>
                    <a:pt x="7970927" y="117872"/>
                  </a:lnTo>
                  <a:lnTo>
                    <a:pt x="7971054" y="117872"/>
                  </a:lnTo>
                  <a:lnTo>
                    <a:pt x="7971432" y="112961"/>
                  </a:lnTo>
                  <a:lnTo>
                    <a:pt x="7971811" y="112961"/>
                  </a:lnTo>
                  <a:lnTo>
                    <a:pt x="7971937" y="112961"/>
                  </a:lnTo>
                  <a:lnTo>
                    <a:pt x="7972442" y="112961"/>
                  </a:lnTo>
                  <a:lnTo>
                    <a:pt x="7972821" y="112961"/>
                  </a:lnTo>
                  <a:lnTo>
                    <a:pt x="7973452" y="112961"/>
                  </a:lnTo>
                  <a:lnTo>
                    <a:pt x="7973705" y="112961"/>
                  </a:lnTo>
                  <a:lnTo>
                    <a:pt x="7973957" y="112961"/>
                  </a:lnTo>
                  <a:lnTo>
                    <a:pt x="7974084" y="112961"/>
                  </a:lnTo>
                  <a:lnTo>
                    <a:pt x="7974589" y="112961"/>
                  </a:lnTo>
                  <a:lnTo>
                    <a:pt x="7974715" y="112961"/>
                  </a:lnTo>
                  <a:lnTo>
                    <a:pt x="7974968" y="112961"/>
                  </a:lnTo>
                  <a:lnTo>
                    <a:pt x="7975851" y="112961"/>
                  </a:lnTo>
                  <a:lnTo>
                    <a:pt x="7975978" y="112961"/>
                  </a:lnTo>
                  <a:lnTo>
                    <a:pt x="7976356" y="112961"/>
                  </a:lnTo>
                  <a:lnTo>
                    <a:pt x="7976735" y="112961"/>
                  </a:lnTo>
                  <a:lnTo>
                    <a:pt x="7977366" y="112961"/>
                  </a:lnTo>
                  <a:lnTo>
                    <a:pt x="7977619" y="112961"/>
                  </a:lnTo>
                  <a:lnTo>
                    <a:pt x="7978503" y="112961"/>
                  </a:lnTo>
                  <a:lnTo>
                    <a:pt x="7978881" y="112961"/>
                  </a:lnTo>
                  <a:lnTo>
                    <a:pt x="7979134" y="112961"/>
                  </a:lnTo>
                  <a:lnTo>
                    <a:pt x="7979260" y="112961"/>
                  </a:lnTo>
                  <a:lnTo>
                    <a:pt x="7979387" y="112961"/>
                  </a:lnTo>
                  <a:lnTo>
                    <a:pt x="7979892" y="112961"/>
                  </a:lnTo>
                  <a:lnTo>
                    <a:pt x="7980018" y="112961"/>
                  </a:lnTo>
                  <a:lnTo>
                    <a:pt x="7980144" y="112961"/>
                  </a:lnTo>
                  <a:lnTo>
                    <a:pt x="7980270" y="112961"/>
                  </a:lnTo>
                  <a:lnTo>
                    <a:pt x="7980397" y="112961"/>
                  </a:lnTo>
                  <a:lnTo>
                    <a:pt x="7980523" y="112961"/>
                  </a:lnTo>
                  <a:lnTo>
                    <a:pt x="7980649" y="112961"/>
                  </a:lnTo>
                  <a:lnTo>
                    <a:pt x="7980775" y="112961"/>
                  </a:lnTo>
                  <a:lnTo>
                    <a:pt x="7980902" y="112961"/>
                  </a:lnTo>
                  <a:lnTo>
                    <a:pt x="7981028" y="112961"/>
                  </a:lnTo>
                  <a:lnTo>
                    <a:pt x="7981280" y="112961"/>
                  </a:lnTo>
                  <a:lnTo>
                    <a:pt x="7981407" y="112961"/>
                  </a:lnTo>
                  <a:lnTo>
                    <a:pt x="7981533" y="112961"/>
                  </a:lnTo>
                  <a:lnTo>
                    <a:pt x="7981659" y="112961"/>
                  </a:lnTo>
                  <a:lnTo>
                    <a:pt x="7981785" y="112961"/>
                  </a:lnTo>
                  <a:lnTo>
                    <a:pt x="7982290" y="112961"/>
                  </a:lnTo>
                  <a:lnTo>
                    <a:pt x="7982417" y="112961"/>
                  </a:lnTo>
                  <a:lnTo>
                    <a:pt x="7982669" y="112961"/>
                  </a:lnTo>
                  <a:lnTo>
                    <a:pt x="7982795" y="112961"/>
                  </a:lnTo>
                  <a:lnTo>
                    <a:pt x="7982922" y="112961"/>
                  </a:lnTo>
                  <a:lnTo>
                    <a:pt x="7983048" y="112961"/>
                  </a:lnTo>
                  <a:lnTo>
                    <a:pt x="7987088" y="112961"/>
                  </a:lnTo>
                  <a:lnTo>
                    <a:pt x="7987214" y="112961"/>
                  </a:lnTo>
                  <a:lnTo>
                    <a:pt x="7987467" y="112961"/>
                  </a:lnTo>
                  <a:lnTo>
                    <a:pt x="7987593" y="112961"/>
                  </a:lnTo>
                  <a:lnTo>
                    <a:pt x="7987719" y="112961"/>
                  </a:lnTo>
                  <a:lnTo>
                    <a:pt x="7987846" y="112961"/>
                  </a:lnTo>
                  <a:lnTo>
                    <a:pt x="7987972" y="112961"/>
                  </a:lnTo>
                  <a:lnTo>
                    <a:pt x="7988224" y="112961"/>
                  </a:lnTo>
                  <a:lnTo>
                    <a:pt x="7988729" y="112961"/>
                  </a:lnTo>
                  <a:lnTo>
                    <a:pt x="7989361" y="112961"/>
                  </a:lnTo>
                  <a:lnTo>
                    <a:pt x="7989487" y="112961"/>
                  </a:lnTo>
                  <a:lnTo>
                    <a:pt x="7989740" y="112961"/>
                  </a:lnTo>
                  <a:lnTo>
                    <a:pt x="7990118" y="112961"/>
                  </a:lnTo>
                  <a:lnTo>
                    <a:pt x="7990245" y="112961"/>
                  </a:lnTo>
                  <a:lnTo>
                    <a:pt x="7990371" y="112961"/>
                  </a:lnTo>
                  <a:lnTo>
                    <a:pt x="7990497" y="112961"/>
                  </a:lnTo>
                  <a:lnTo>
                    <a:pt x="7990623" y="112961"/>
                  </a:lnTo>
                  <a:lnTo>
                    <a:pt x="7990750" y="112961"/>
                  </a:lnTo>
                  <a:lnTo>
                    <a:pt x="7991002" y="112961"/>
                  </a:lnTo>
                  <a:lnTo>
                    <a:pt x="7991381" y="112961"/>
                  </a:lnTo>
                  <a:lnTo>
                    <a:pt x="7991886" y="112961"/>
                  </a:lnTo>
                  <a:lnTo>
                    <a:pt x="7992012" y="112961"/>
                  </a:lnTo>
                  <a:lnTo>
                    <a:pt x="7992391" y="112961"/>
                  </a:lnTo>
                  <a:lnTo>
                    <a:pt x="7992517" y="112961"/>
                  </a:lnTo>
                  <a:lnTo>
                    <a:pt x="7992643" y="112961"/>
                  </a:lnTo>
                  <a:lnTo>
                    <a:pt x="7992770" y="112961"/>
                  </a:lnTo>
                  <a:lnTo>
                    <a:pt x="7992896" y="112961"/>
                  </a:lnTo>
                  <a:lnTo>
                    <a:pt x="7993022" y="112961"/>
                  </a:lnTo>
                  <a:lnTo>
                    <a:pt x="7993148" y="112961"/>
                  </a:lnTo>
                  <a:lnTo>
                    <a:pt x="7993401" y="112961"/>
                  </a:lnTo>
                  <a:lnTo>
                    <a:pt x="7993906" y="112961"/>
                  </a:lnTo>
                  <a:lnTo>
                    <a:pt x="7994032" y="112961"/>
                  </a:lnTo>
                  <a:lnTo>
                    <a:pt x="7994663" y="112961"/>
                  </a:lnTo>
                  <a:lnTo>
                    <a:pt x="7994790" y="112961"/>
                  </a:lnTo>
                  <a:lnTo>
                    <a:pt x="7995295" y="112961"/>
                  </a:lnTo>
                  <a:lnTo>
                    <a:pt x="7995421" y="112961"/>
                  </a:lnTo>
                  <a:lnTo>
                    <a:pt x="7995800" y="112961"/>
                  </a:lnTo>
                  <a:lnTo>
                    <a:pt x="7996179" y="112961"/>
                  </a:lnTo>
                  <a:lnTo>
                    <a:pt x="7996305" y="112961"/>
                  </a:lnTo>
                  <a:lnTo>
                    <a:pt x="7996431" y="112961"/>
                  </a:lnTo>
                  <a:lnTo>
                    <a:pt x="7996684" y="112961"/>
                  </a:lnTo>
                  <a:lnTo>
                    <a:pt x="7996810" y="112961"/>
                  </a:lnTo>
                  <a:lnTo>
                    <a:pt x="7996936" y="112961"/>
                  </a:lnTo>
                  <a:lnTo>
                    <a:pt x="7997062" y="112961"/>
                  </a:lnTo>
                  <a:lnTo>
                    <a:pt x="7997189" y="112961"/>
                  </a:lnTo>
                  <a:lnTo>
                    <a:pt x="7997315" y="112961"/>
                  </a:lnTo>
                  <a:lnTo>
                    <a:pt x="7997694" y="112961"/>
                  </a:lnTo>
                  <a:lnTo>
                    <a:pt x="7997820" y="112961"/>
                  </a:lnTo>
                  <a:lnTo>
                    <a:pt x="7997946" y="112961"/>
                  </a:lnTo>
                  <a:lnTo>
                    <a:pt x="7998199" y="112961"/>
                  </a:lnTo>
                  <a:lnTo>
                    <a:pt x="7998325" y="112961"/>
                  </a:lnTo>
                  <a:lnTo>
                    <a:pt x="7998451" y="112961"/>
                  </a:lnTo>
                  <a:lnTo>
                    <a:pt x="7998830" y="112961"/>
                  </a:lnTo>
                  <a:lnTo>
                    <a:pt x="7998956" y="112961"/>
                  </a:lnTo>
                  <a:lnTo>
                    <a:pt x="7999461" y="108050"/>
                  </a:lnTo>
                  <a:lnTo>
                    <a:pt x="7999587" y="108050"/>
                  </a:lnTo>
                  <a:lnTo>
                    <a:pt x="7999714" y="108050"/>
                  </a:lnTo>
                  <a:lnTo>
                    <a:pt x="7999966" y="108050"/>
                  </a:lnTo>
                  <a:lnTo>
                    <a:pt x="8000093" y="108050"/>
                  </a:lnTo>
                  <a:lnTo>
                    <a:pt x="8000219" y="108050"/>
                  </a:lnTo>
                  <a:lnTo>
                    <a:pt x="8000345" y="108050"/>
                  </a:lnTo>
                  <a:lnTo>
                    <a:pt x="8000598" y="108050"/>
                  </a:lnTo>
                  <a:lnTo>
                    <a:pt x="8000976" y="108050"/>
                  </a:lnTo>
                  <a:lnTo>
                    <a:pt x="8001103" y="108050"/>
                  </a:lnTo>
                  <a:lnTo>
                    <a:pt x="8001355" y="108050"/>
                  </a:lnTo>
                  <a:lnTo>
                    <a:pt x="8001481" y="108050"/>
                  </a:lnTo>
                  <a:lnTo>
                    <a:pt x="8002239" y="108050"/>
                  </a:lnTo>
                  <a:lnTo>
                    <a:pt x="8002491" y="108050"/>
                  </a:lnTo>
                  <a:lnTo>
                    <a:pt x="8002870" y="108050"/>
                  </a:lnTo>
                  <a:lnTo>
                    <a:pt x="8002996" y="108050"/>
                  </a:lnTo>
                  <a:lnTo>
                    <a:pt x="8003628" y="108050"/>
                  </a:lnTo>
                  <a:lnTo>
                    <a:pt x="8003880" y="108050"/>
                  </a:lnTo>
                  <a:lnTo>
                    <a:pt x="8004133" y="108050"/>
                  </a:lnTo>
                  <a:lnTo>
                    <a:pt x="8004259" y="108050"/>
                  </a:lnTo>
                  <a:lnTo>
                    <a:pt x="8004511" y="108050"/>
                  </a:lnTo>
                  <a:lnTo>
                    <a:pt x="8004638" y="108050"/>
                  </a:lnTo>
                  <a:lnTo>
                    <a:pt x="8004764" y="108050"/>
                  </a:lnTo>
                  <a:lnTo>
                    <a:pt x="8005269" y="108050"/>
                  </a:lnTo>
                  <a:lnTo>
                    <a:pt x="8005395" y="108050"/>
                  </a:lnTo>
                  <a:lnTo>
                    <a:pt x="8005522" y="108050"/>
                  </a:lnTo>
                  <a:lnTo>
                    <a:pt x="8005774" y="108050"/>
                  </a:lnTo>
                  <a:lnTo>
                    <a:pt x="8006153" y="108050"/>
                  </a:lnTo>
                  <a:lnTo>
                    <a:pt x="8006279" y="108050"/>
                  </a:lnTo>
                  <a:lnTo>
                    <a:pt x="8006405" y="108050"/>
                  </a:lnTo>
                  <a:lnTo>
                    <a:pt x="8006784" y="108050"/>
                  </a:lnTo>
                  <a:lnTo>
                    <a:pt x="8006910" y="108050"/>
                  </a:lnTo>
                  <a:lnTo>
                    <a:pt x="8007415" y="108050"/>
                  </a:lnTo>
                  <a:lnTo>
                    <a:pt x="8007542" y="108050"/>
                  </a:lnTo>
                  <a:lnTo>
                    <a:pt x="8007668" y="108050"/>
                  </a:lnTo>
                  <a:lnTo>
                    <a:pt x="8007920" y="108050"/>
                  </a:lnTo>
                  <a:lnTo>
                    <a:pt x="8008173" y="108050"/>
                  </a:lnTo>
                  <a:lnTo>
                    <a:pt x="8008425" y="108050"/>
                  </a:lnTo>
                  <a:lnTo>
                    <a:pt x="8008804" y="108050"/>
                  </a:lnTo>
                  <a:lnTo>
                    <a:pt x="8008930" y="108050"/>
                  </a:lnTo>
                  <a:lnTo>
                    <a:pt x="8009057" y="108050"/>
                  </a:lnTo>
                  <a:lnTo>
                    <a:pt x="8009183" y="108050"/>
                  </a:lnTo>
                  <a:lnTo>
                    <a:pt x="8009688" y="108050"/>
                  </a:lnTo>
                  <a:lnTo>
                    <a:pt x="8009940" y="108050"/>
                  </a:lnTo>
                  <a:lnTo>
                    <a:pt x="8010193" y="108050"/>
                  </a:lnTo>
                  <a:lnTo>
                    <a:pt x="8010319" y="108050"/>
                  </a:lnTo>
                  <a:lnTo>
                    <a:pt x="8010572" y="108050"/>
                  </a:lnTo>
                  <a:lnTo>
                    <a:pt x="8010824" y="108050"/>
                  </a:lnTo>
                  <a:lnTo>
                    <a:pt x="8011456" y="108050"/>
                  </a:lnTo>
                  <a:lnTo>
                    <a:pt x="8011708" y="108050"/>
                  </a:lnTo>
                  <a:lnTo>
                    <a:pt x="8011834" y="108050"/>
                  </a:lnTo>
                  <a:lnTo>
                    <a:pt x="8012087" y="108050"/>
                  </a:lnTo>
                  <a:lnTo>
                    <a:pt x="8012213" y="108050"/>
                  </a:lnTo>
                  <a:lnTo>
                    <a:pt x="8012844" y="108050"/>
                  </a:lnTo>
                  <a:lnTo>
                    <a:pt x="8012971" y="108050"/>
                  </a:lnTo>
                  <a:lnTo>
                    <a:pt x="8013349" y="108050"/>
                  </a:lnTo>
                  <a:lnTo>
                    <a:pt x="8014107" y="108050"/>
                  </a:lnTo>
                  <a:lnTo>
                    <a:pt x="8014359" y="108050"/>
                  </a:lnTo>
                  <a:lnTo>
                    <a:pt x="8014486" y="108050"/>
                  </a:lnTo>
                  <a:lnTo>
                    <a:pt x="8014612" y="108050"/>
                  </a:lnTo>
                  <a:lnTo>
                    <a:pt x="8014738" y="108050"/>
                  </a:lnTo>
                  <a:lnTo>
                    <a:pt x="8014864" y="108050"/>
                  </a:lnTo>
                  <a:lnTo>
                    <a:pt x="8015496" y="108050"/>
                  </a:lnTo>
                  <a:lnTo>
                    <a:pt x="8015748" y="108050"/>
                  </a:lnTo>
                  <a:lnTo>
                    <a:pt x="8016001" y="108050"/>
                  </a:lnTo>
                  <a:lnTo>
                    <a:pt x="8016253" y="108050"/>
                  </a:lnTo>
                  <a:lnTo>
                    <a:pt x="8016380" y="108050"/>
                  </a:lnTo>
                  <a:lnTo>
                    <a:pt x="8016506" y="108050"/>
                  </a:lnTo>
                  <a:lnTo>
                    <a:pt x="8017011" y="108050"/>
                  </a:lnTo>
                  <a:lnTo>
                    <a:pt x="8017137" y="108050"/>
                  </a:lnTo>
                  <a:lnTo>
                    <a:pt x="8017642" y="108050"/>
                  </a:lnTo>
                  <a:lnTo>
                    <a:pt x="8017768" y="108050"/>
                  </a:lnTo>
                  <a:lnTo>
                    <a:pt x="8017895" y="108050"/>
                  </a:lnTo>
                  <a:lnTo>
                    <a:pt x="8018400" y="108050"/>
                  </a:lnTo>
                  <a:lnTo>
                    <a:pt x="8018526" y="108050"/>
                  </a:lnTo>
                  <a:lnTo>
                    <a:pt x="8018778" y="108050"/>
                  </a:lnTo>
                  <a:lnTo>
                    <a:pt x="8019157" y="108050"/>
                  </a:lnTo>
                  <a:lnTo>
                    <a:pt x="8019915" y="108050"/>
                  </a:lnTo>
                  <a:lnTo>
                    <a:pt x="8020041" y="108050"/>
                  </a:lnTo>
                  <a:lnTo>
                    <a:pt x="8020167" y="108050"/>
                  </a:lnTo>
                  <a:lnTo>
                    <a:pt x="8020293" y="108050"/>
                  </a:lnTo>
                  <a:lnTo>
                    <a:pt x="8020420" y="108050"/>
                  </a:lnTo>
                  <a:lnTo>
                    <a:pt x="8020546" y="108050"/>
                  </a:lnTo>
                  <a:lnTo>
                    <a:pt x="8020925" y="108050"/>
                  </a:lnTo>
                  <a:lnTo>
                    <a:pt x="8021051" y="108050"/>
                  </a:lnTo>
                  <a:lnTo>
                    <a:pt x="8021304" y="108050"/>
                  </a:lnTo>
                  <a:lnTo>
                    <a:pt x="8021556" y="108050"/>
                  </a:lnTo>
                  <a:lnTo>
                    <a:pt x="8022061" y="108050"/>
                  </a:lnTo>
                  <a:lnTo>
                    <a:pt x="8022314" y="108050"/>
                  </a:lnTo>
                  <a:lnTo>
                    <a:pt x="8022440" y="108050"/>
                  </a:lnTo>
                  <a:lnTo>
                    <a:pt x="8022692" y="108050"/>
                  </a:lnTo>
                  <a:lnTo>
                    <a:pt x="8022819" y="108050"/>
                  </a:lnTo>
                  <a:lnTo>
                    <a:pt x="8022945" y="108050"/>
                  </a:lnTo>
                  <a:lnTo>
                    <a:pt x="8023324" y="108050"/>
                  </a:lnTo>
                  <a:lnTo>
                    <a:pt x="8023450" y="108050"/>
                  </a:lnTo>
                  <a:lnTo>
                    <a:pt x="8023702" y="108050"/>
                  </a:lnTo>
                  <a:lnTo>
                    <a:pt x="8023829" y="108050"/>
                  </a:lnTo>
                  <a:lnTo>
                    <a:pt x="8024207" y="108050"/>
                  </a:lnTo>
                  <a:lnTo>
                    <a:pt x="8025091" y="108050"/>
                  </a:lnTo>
                  <a:lnTo>
                    <a:pt x="8025470" y="108050"/>
                  </a:lnTo>
                  <a:lnTo>
                    <a:pt x="8025596" y="108050"/>
                  </a:lnTo>
                  <a:lnTo>
                    <a:pt x="8025723" y="108050"/>
                  </a:lnTo>
                  <a:lnTo>
                    <a:pt x="8025849" y="108050"/>
                  </a:lnTo>
                  <a:lnTo>
                    <a:pt x="8025975" y="108050"/>
                  </a:lnTo>
                  <a:lnTo>
                    <a:pt x="8026101" y="108050"/>
                  </a:lnTo>
                  <a:lnTo>
                    <a:pt x="8026606" y="108050"/>
                  </a:lnTo>
                  <a:lnTo>
                    <a:pt x="8026733" y="108050"/>
                  </a:lnTo>
                  <a:lnTo>
                    <a:pt x="8026859" y="108050"/>
                  </a:lnTo>
                  <a:lnTo>
                    <a:pt x="8026859" y="103138"/>
                  </a:lnTo>
                  <a:lnTo>
                    <a:pt x="8026985" y="103138"/>
                  </a:lnTo>
                  <a:lnTo>
                    <a:pt x="8027111" y="103138"/>
                  </a:lnTo>
                  <a:lnTo>
                    <a:pt x="8027364" y="103138"/>
                  </a:lnTo>
                  <a:lnTo>
                    <a:pt x="8027490" y="103138"/>
                  </a:lnTo>
                  <a:lnTo>
                    <a:pt x="8027616" y="103138"/>
                  </a:lnTo>
                  <a:lnTo>
                    <a:pt x="8027743" y="103138"/>
                  </a:lnTo>
                  <a:lnTo>
                    <a:pt x="8028121" y="103138"/>
                  </a:lnTo>
                  <a:lnTo>
                    <a:pt x="8028753" y="103138"/>
                  </a:lnTo>
                  <a:lnTo>
                    <a:pt x="8028879" y="103138"/>
                  </a:lnTo>
                  <a:lnTo>
                    <a:pt x="8029131" y="103138"/>
                  </a:lnTo>
                  <a:lnTo>
                    <a:pt x="8029258" y="103138"/>
                  </a:lnTo>
                  <a:lnTo>
                    <a:pt x="8029889" y="98227"/>
                  </a:lnTo>
                  <a:lnTo>
                    <a:pt x="8030015" y="98227"/>
                  </a:lnTo>
                  <a:lnTo>
                    <a:pt x="8030141" y="98227"/>
                  </a:lnTo>
                  <a:lnTo>
                    <a:pt x="8030268" y="98227"/>
                  </a:lnTo>
                  <a:lnTo>
                    <a:pt x="8030646" y="98227"/>
                  </a:lnTo>
                  <a:lnTo>
                    <a:pt x="8030899" y="98227"/>
                  </a:lnTo>
                  <a:lnTo>
                    <a:pt x="8031025" y="98227"/>
                  </a:lnTo>
                  <a:lnTo>
                    <a:pt x="8031152" y="98227"/>
                  </a:lnTo>
                  <a:lnTo>
                    <a:pt x="8031278" y="98227"/>
                  </a:lnTo>
                  <a:lnTo>
                    <a:pt x="8031530" y="98227"/>
                  </a:lnTo>
                  <a:lnTo>
                    <a:pt x="8031657" y="98227"/>
                  </a:lnTo>
                  <a:lnTo>
                    <a:pt x="8031909" y="98227"/>
                  </a:lnTo>
                  <a:lnTo>
                    <a:pt x="8032162" y="98227"/>
                  </a:lnTo>
                  <a:lnTo>
                    <a:pt x="8032288" y="98227"/>
                  </a:lnTo>
                  <a:lnTo>
                    <a:pt x="8032540" y="98227"/>
                  </a:lnTo>
                  <a:lnTo>
                    <a:pt x="8033424" y="98227"/>
                  </a:lnTo>
                  <a:lnTo>
                    <a:pt x="8033550" y="98227"/>
                  </a:lnTo>
                  <a:lnTo>
                    <a:pt x="8033677" y="98227"/>
                  </a:lnTo>
                  <a:lnTo>
                    <a:pt x="8033803" y="98227"/>
                  </a:lnTo>
                  <a:lnTo>
                    <a:pt x="8033929" y="98227"/>
                  </a:lnTo>
                  <a:lnTo>
                    <a:pt x="8034182" y="98227"/>
                  </a:lnTo>
                  <a:lnTo>
                    <a:pt x="8034308" y="98227"/>
                  </a:lnTo>
                  <a:lnTo>
                    <a:pt x="8034813" y="98227"/>
                  </a:lnTo>
                  <a:lnTo>
                    <a:pt x="8035065" y="98227"/>
                  </a:lnTo>
                  <a:lnTo>
                    <a:pt x="8035192" y="98227"/>
                  </a:lnTo>
                  <a:lnTo>
                    <a:pt x="8035318" y="98227"/>
                  </a:lnTo>
                  <a:lnTo>
                    <a:pt x="8035444" y="98227"/>
                  </a:lnTo>
                  <a:lnTo>
                    <a:pt x="8035570" y="98227"/>
                  </a:lnTo>
                  <a:lnTo>
                    <a:pt x="8035697" y="98227"/>
                  </a:lnTo>
                  <a:lnTo>
                    <a:pt x="8035823" y="98227"/>
                  </a:lnTo>
                  <a:lnTo>
                    <a:pt x="8036833" y="98227"/>
                  </a:lnTo>
                  <a:lnTo>
                    <a:pt x="8036959" y="98227"/>
                  </a:lnTo>
                  <a:lnTo>
                    <a:pt x="8037338" y="98227"/>
                  </a:lnTo>
                  <a:lnTo>
                    <a:pt x="8037591" y="98227"/>
                  </a:lnTo>
                  <a:lnTo>
                    <a:pt x="8037717" y="98227"/>
                  </a:lnTo>
                  <a:lnTo>
                    <a:pt x="8038096" y="98227"/>
                  </a:lnTo>
                  <a:lnTo>
                    <a:pt x="8038222" y="98227"/>
                  </a:lnTo>
                  <a:lnTo>
                    <a:pt x="8038348" y="98227"/>
                  </a:lnTo>
                  <a:lnTo>
                    <a:pt x="8038474" y="98227"/>
                  </a:lnTo>
                  <a:lnTo>
                    <a:pt x="8038601" y="98227"/>
                  </a:lnTo>
                  <a:lnTo>
                    <a:pt x="8039484" y="98227"/>
                  </a:lnTo>
                  <a:lnTo>
                    <a:pt x="8039863" y="98227"/>
                  </a:lnTo>
                  <a:lnTo>
                    <a:pt x="8040242" y="98227"/>
                  </a:lnTo>
                  <a:lnTo>
                    <a:pt x="8040368" y="98227"/>
                  </a:lnTo>
                  <a:lnTo>
                    <a:pt x="8040621" y="98227"/>
                  </a:lnTo>
                  <a:lnTo>
                    <a:pt x="8040747" y="98227"/>
                  </a:lnTo>
                  <a:lnTo>
                    <a:pt x="8040873" y="98227"/>
                  </a:lnTo>
                  <a:lnTo>
                    <a:pt x="8040999" y="98227"/>
                  </a:lnTo>
                  <a:lnTo>
                    <a:pt x="8041252" y="98227"/>
                  </a:lnTo>
                  <a:lnTo>
                    <a:pt x="8041505" y="98227"/>
                  </a:lnTo>
                  <a:lnTo>
                    <a:pt x="8041757" y="98227"/>
                  </a:lnTo>
                  <a:lnTo>
                    <a:pt x="8041883" y="98227"/>
                  </a:lnTo>
                  <a:lnTo>
                    <a:pt x="8042515" y="98227"/>
                  </a:lnTo>
                  <a:lnTo>
                    <a:pt x="8042767" y="98227"/>
                  </a:lnTo>
                  <a:lnTo>
                    <a:pt x="8042893" y="98227"/>
                  </a:lnTo>
                  <a:lnTo>
                    <a:pt x="8043651" y="98227"/>
                  </a:lnTo>
                  <a:lnTo>
                    <a:pt x="8043777" y="98227"/>
                  </a:lnTo>
                  <a:lnTo>
                    <a:pt x="8043903" y="98227"/>
                  </a:lnTo>
                  <a:lnTo>
                    <a:pt x="8044030" y="98227"/>
                  </a:lnTo>
                  <a:lnTo>
                    <a:pt x="8044282" y="98227"/>
                  </a:lnTo>
                  <a:lnTo>
                    <a:pt x="8044661" y="98227"/>
                  </a:lnTo>
                  <a:lnTo>
                    <a:pt x="8044913" y="98227"/>
                  </a:lnTo>
                  <a:lnTo>
                    <a:pt x="8045166" y="98227"/>
                  </a:lnTo>
                  <a:lnTo>
                    <a:pt x="8045418" y="98227"/>
                  </a:lnTo>
                  <a:lnTo>
                    <a:pt x="8045545" y="98227"/>
                  </a:lnTo>
                  <a:lnTo>
                    <a:pt x="8045671" y="98227"/>
                  </a:lnTo>
                  <a:lnTo>
                    <a:pt x="8045797" y="98227"/>
                  </a:lnTo>
                  <a:lnTo>
                    <a:pt x="8046555" y="98227"/>
                  </a:lnTo>
                  <a:lnTo>
                    <a:pt x="8046681" y="98227"/>
                  </a:lnTo>
                  <a:lnTo>
                    <a:pt x="8047060" y="98227"/>
                  </a:lnTo>
                  <a:lnTo>
                    <a:pt x="8047186" y="98227"/>
                  </a:lnTo>
                  <a:lnTo>
                    <a:pt x="8047439" y="98227"/>
                  </a:lnTo>
                  <a:lnTo>
                    <a:pt x="8047565" y="98227"/>
                  </a:lnTo>
                  <a:lnTo>
                    <a:pt x="8047817" y="98227"/>
                  </a:lnTo>
                  <a:lnTo>
                    <a:pt x="8047944" y="98227"/>
                  </a:lnTo>
                  <a:lnTo>
                    <a:pt x="8048196" y="98227"/>
                  </a:lnTo>
                  <a:lnTo>
                    <a:pt x="8048322" y="98227"/>
                  </a:lnTo>
                  <a:lnTo>
                    <a:pt x="8048575" y="98227"/>
                  </a:lnTo>
                  <a:lnTo>
                    <a:pt x="8048827" y="98227"/>
                  </a:lnTo>
                  <a:lnTo>
                    <a:pt x="8049080" y="98227"/>
                  </a:lnTo>
                  <a:lnTo>
                    <a:pt x="8049206" y="98227"/>
                  </a:lnTo>
                  <a:lnTo>
                    <a:pt x="8049585" y="98227"/>
                  </a:lnTo>
                  <a:lnTo>
                    <a:pt x="8049711" y="98227"/>
                  </a:lnTo>
                  <a:lnTo>
                    <a:pt x="8049837" y="98227"/>
                  </a:lnTo>
                  <a:lnTo>
                    <a:pt x="8050090" y="98227"/>
                  </a:lnTo>
                  <a:lnTo>
                    <a:pt x="8050342" y="98227"/>
                  </a:lnTo>
                  <a:lnTo>
                    <a:pt x="8051100" y="98227"/>
                  </a:lnTo>
                  <a:lnTo>
                    <a:pt x="8051226" y="98227"/>
                  </a:lnTo>
                  <a:lnTo>
                    <a:pt x="8051352" y="98227"/>
                  </a:lnTo>
                  <a:lnTo>
                    <a:pt x="8051605" y="98227"/>
                  </a:lnTo>
                  <a:lnTo>
                    <a:pt x="8051731" y="98227"/>
                  </a:lnTo>
                  <a:lnTo>
                    <a:pt x="8051858" y="98227"/>
                  </a:lnTo>
                  <a:lnTo>
                    <a:pt x="8051984" y="98227"/>
                  </a:lnTo>
                  <a:lnTo>
                    <a:pt x="8052110" y="98227"/>
                  </a:lnTo>
                  <a:lnTo>
                    <a:pt x="8052236" y="98227"/>
                  </a:lnTo>
                  <a:lnTo>
                    <a:pt x="8052363" y="98227"/>
                  </a:lnTo>
                  <a:lnTo>
                    <a:pt x="8052489" y="98227"/>
                  </a:lnTo>
                  <a:lnTo>
                    <a:pt x="8052615" y="98227"/>
                  </a:lnTo>
                  <a:lnTo>
                    <a:pt x="8052741" y="98227"/>
                  </a:lnTo>
                  <a:lnTo>
                    <a:pt x="8052994" y="98227"/>
                  </a:lnTo>
                  <a:lnTo>
                    <a:pt x="8053246" y="98227"/>
                  </a:lnTo>
                  <a:lnTo>
                    <a:pt x="8054004" y="98227"/>
                  </a:lnTo>
                  <a:lnTo>
                    <a:pt x="8054130" y="98227"/>
                  </a:lnTo>
                  <a:lnTo>
                    <a:pt x="8054256" y="98227"/>
                  </a:lnTo>
                  <a:lnTo>
                    <a:pt x="8054761" y="98227"/>
                  </a:lnTo>
                  <a:lnTo>
                    <a:pt x="8055014" y="98227"/>
                  </a:lnTo>
                  <a:lnTo>
                    <a:pt x="8055645" y="98227"/>
                  </a:lnTo>
                  <a:lnTo>
                    <a:pt x="8055898" y="98227"/>
                  </a:lnTo>
                  <a:lnTo>
                    <a:pt x="8056403" y="98227"/>
                  </a:lnTo>
                  <a:lnTo>
                    <a:pt x="8056908" y="98227"/>
                  </a:lnTo>
                  <a:lnTo>
                    <a:pt x="8057034" y="98227"/>
                  </a:lnTo>
                  <a:lnTo>
                    <a:pt x="8057160" y="98227"/>
                  </a:lnTo>
                  <a:lnTo>
                    <a:pt x="8057287" y="98227"/>
                  </a:lnTo>
                  <a:lnTo>
                    <a:pt x="8057413" y="98227"/>
                  </a:lnTo>
                  <a:lnTo>
                    <a:pt x="8057539" y="98227"/>
                  </a:lnTo>
                  <a:lnTo>
                    <a:pt x="8057665" y="98227"/>
                  </a:lnTo>
                  <a:lnTo>
                    <a:pt x="8057792" y="98227"/>
                  </a:lnTo>
                  <a:lnTo>
                    <a:pt x="8057918" y="98227"/>
                  </a:lnTo>
                  <a:lnTo>
                    <a:pt x="8058044" y="98227"/>
                  </a:lnTo>
                  <a:lnTo>
                    <a:pt x="8058170" y="98227"/>
                  </a:lnTo>
                  <a:lnTo>
                    <a:pt x="8058297" y="98227"/>
                  </a:lnTo>
                  <a:lnTo>
                    <a:pt x="8058549" y="98227"/>
                  </a:lnTo>
                  <a:lnTo>
                    <a:pt x="8058928" y="98227"/>
                  </a:lnTo>
                  <a:lnTo>
                    <a:pt x="8059180" y="98227"/>
                  </a:lnTo>
                  <a:lnTo>
                    <a:pt x="8059685" y="98227"/>
                  </a:lnTo>
                  <a:lnTo>
                    <a:pt x="8059812" y="98227"/>
                  </a:lnTo>
                  <a:lnTo>
                    <a:pt x="8060064" y="98227"/>
                  </a:lnTo>
                  <a:lnTo>
                    <a:pt x="8060443" y="98227"/>
                  </a:lnTo>
                  <a:lnTo>
                    <a:pt x="8060569" y="98227"/>
                  </a:lnTo>
                  <a:lnTo>
                    <a:pt x="8060822" y="98227"/>
                  </a:lnTo>
                  <a:lnTo>
                    <a:pt x="8061453" y="98227"/>
                  </a:lnTo>
                  <a:lnTo>
                    <a:pt x="8061579" y="98227"/>
                  </a:lnTo>
                  <a:lnTo>
                    <a:pt x="8061832" y="98227"/>
                  </a:lnTo>
                  <a:lnTo>
                    <a:pt x="8062084" y="98227"/>
                  </a:lnTo>
                  <a:lnTo>
                    <a:pt x="8062463" y="98227"/>
                  </a:lnTo>
                  <a:lnTo>
                    <a:pt x="8062589" y="98227"/>
                  </a:lnTo>
                  <a:lnTo>
                    <a:pt x="8062716" y="98227"/>
                  </a:lnTo>
                  <a:lnTo>
                    <a:pt x="8062968" y="93316"/>
                  </a:lnTo>
                  <a:lnTo>
                    <a:pt x="8063094" y="93316"/>
                  </a:lnTo>
                  <a:lnTo>
                    <a:pt x="8063347" y="93316"/>
                  </a:lnTo>
                  <a:lnTo>
                    <a:pt x="8063473" y="93316"/>
                  </a:lnTo>
                  <a:lnTo>
                    <a:pt x="8063726" y="93316"/>
                  </a:lnTo>
                  <a:lnTo>
                    <a:pt x="8065872" y="88404"/>
                  </a:lnTo>
                  <a:lnTo>
                    <a:pt x="8066377" y="88404"/>
                  </a:lnTo>
                  <a:lnTo>
                    <a:pt x="8066503" y="88404"/>
                  </a:lnTo>
                  <a:lnTo>
                    <a:pt x="8066756" y="88404"/>
                  </a:lnTo>
                  <a:lnTo>
                    <a:pt x="8066882" y="88404"/>
                  </a:lnTo>
                  <a:lnTo>
                    <a:pt x="8067008" y="88404"/>
                  </a:lnTo>
                  <a:lnTo>
                    <a:pt x="8067135" y="88404"/>
                  </a:lnTo>
                  <a:lnTo>
                    <a:pt x="8067640" y="88404"/>
                  </a:lnTo>
                  <a:lnTo>
                    <a:pt x="8067766" y="88404"/>
                  </a:lnTo>
                  <a:lnTo>
                    <a:pt x="8068145" y="88404"/>
                  </a:lnTo>
                  <a:lnTo>
                    <a:pt x="8068271" y="88404"/>
                  </a:lnTo>
                  <a:lnTo>
                    <a:pt x="8068397" y="88404"/>
                  </a:lnTo>
                  <a:lnTo>
                    <a:pt x="8068523" y="88404"/>
                  </a:lnTo>
                  <a:lnTo>
                    <a:pt x="8069028" y="88404"/>
                  </a:lnTo>
                  <a:lnTo>
                    <a:pt x="8069155" y="88404"/>
                  </a:lnTo>
                  <a:lnTo>
                    <a:pt x="8069407" y="88404"/>
                  </a:lnTo>
                  <a:lnTo>
                    <a:pt x="8070417" y="88404"/>
                  </a:lnTo>
                  <a:lnTo>
                    <a:pt x="8071175" y="88404"/>
                  </a:lnTo>
                  <a:lnTo>
                    <a:pt x="8071806" y="88404"/>
                  </a:lnTo>
                  <a:lnTo>
                    <a:pt x="8071932" y="88404"/>
                  </a:lnTo>
                  <a:lnTo>
                    <a:pt x="8072185" y="88404"/>
                  </a:lnTo>
                  <a:lnTo>
                    <a:pt x="8072311" y="88404"/>
                  </a:lnTo>
                  <a:lnTo>
                    <a:pt x="8072564" y="88404"/>
                  </a:lnTo>
                  <a:lnTo>
                    <a:pt x="8072690" y="88404"/>
                  </a:lnTo>
                  <a:lnTo>
                    <a:pt x="8072816" y="88404"/>
                  </a:lnTo>
                  <a:lnTo>
                    <a:pt x="8072942" y="88404"/>
                  </a:lnTo>
                  <a:lnTo>
                    <a:pt x="8073069" y="88404"/>
                  </a:lnTo>
                  <a:lnTo>
                    <a:pt x="8073195" y="88404"/>
                  </a:lnTo>
                  <a:lnTo>
                    <a:pt x="8073321" y="88404"/>
                  </a:lnTo>
                  <a:lnTo>
                    <a:pt x="8073574" y="88404"/>
                  </a:lnTo>
                  <a:lnTo>
                    <a:pt x="8074079" y="88404"/>
                  </a:lnTo>
                  <a:lnTo>
                    <a:pt x="8074205" y="88404"/>
                  </a:lnTo>
                  <a:lnTo>
                    <a:pt x="8074710" y="88404"/>
                  </a:lnTo>
                  <a:lnTo>
                    <a:pt x="8074836" y="88404"/>
                  </a:lnTo>
                  <a:lnTo>
                    <a:pt x="8074962" y="88404"/>
                  </a:lnTo>
                  <a:lnTo>
                    <a:pt x="8075089" y="88404"/>
                  </a:lnTo>
                  <a:lnTo>
                    <a:pt x="8075972" y="88404"/>
                  </a:lnTo>
                  <a:lnTo>
                    <a:pt x="8076099" y="88404"/>
                  </a:lnTo>
                  <a:lnTo>
                    <a:pt x="8076225" y="88404"/>
                  </a:lnTo>
                  <a:lnTo>
                    <a:pt x="8076477" y="88404"/>
                  </a:lnTo>
                  <a:lnTo>
                    <a:pt x="8076604" y="88404"/>
                  </a:lnTo>
                  <a:lnTo>
                    <a:pt x="8076856" y="88404"/>
                  </a:lnTo>
                  <a:lnTo>
                    <a:pt x="8076982" y="88404"/>
                  </a:lnTo>
                  <a:lnTo>
                    <a:pt x="8077488" y="88404"/>
                  </a:lnTo>
                  <a:lnTo>
                    <a:pt x="8077740" y="88404"/>
                  </a:lnTo>
                  <a:lnTo>
                    <a:pt x="8077993" y="88404"/>
                  </a:lnTo>
                  <a:lnTo>
                    <a:pt x="8078245" y="88404"/>
                  </a:lnTo>
                  <a:lnTo>
                    <a:pt x="8078498" y="88404"/>
                  </a:lnTo>
                  <a:lnTo>
                    <a:pt x="8078624" y="88404"/>
                  </a:lnTo>
                  <a:lnTo>
                    <a:pt x="8078876" y="88404"/>
                  </a:lnTo>
                  <a:lnTo>
                    <a:pt x="8079381" y="88404"/>
                  </a:lnTo>
                  <a:lnTo>
                    <a:pt x="8079760" y="88404"/>
                  </a:lnTo>
                  <a:lnTo>
                    <a:pt x="8079886" y="88404"/>
                  </a:lnTo>
                  <a:lnTo>
                    <a:pt x="8080013" y="88404"/>
                  </a:lnTo>
                  <a:lnTo>
                    <a:pt x="8080139" y="88404"/>
                  </a:lnTo>
                  <a:lnTo>
                    <a:pt x="8080518" y="88404"/>
                  </a:lnTo>
                  <a:lnTo>
                    <a:pt x="8080896" y="88404"/>
                  </a:lnTo>
                  <a:lnTo>
                    <a:pt x="8081275" y="88404"/>
                  </a:lnTo>
                  <a:lnTo>
                    <a:pt x="8081780" y="88404"/>
                  </a:lnTo>
                  <a:lnTo>
                    <a:pt x="8081906" y="88404"/>
                  </a:lnTo>
                  <a:lnTo>
                    <a:pt x="8082159" y="88404"/>
                  </a:lnTo>
                  <a:lnTo>
                    <a:pt x="8082412" y="88404"/>
                  </a:lnTo>
                  <a:lnTo>
                    <a:pt x="8082538" y="88404"/>
                  </a:lnTo>
                  <a:lnTo>
                    <a:pt x="8082664" y="88404"/>
                  </a:lnTo>
                  <a:lnTo>
                    <a:pt x="8082790" y="88404"/>
                  </a:lnTo>
                  <a:lnTo>
                    <a:pt x="8082917" y="88404"/>
                  </a:lnTo>
                  <a:lnTo>
                    <a:pt x="8083043" y="88404"/>
                  </a:lnTo>
                  <a:lnTo>
                    <a:pt x="8083295" y="88404"/>
                  </a:lnTo>
                  <a:lnTo>
                    <a:pt x="8083422" y="88404"/>
                  </a:lnTo>
                  <a:lnTo>
                    <a:pt x="8083927" y="88404"/>
                  </a:lnTo>
                  <a:lnTo>
                    <a:pt x="8084053" y="88404"/>
                  </a:lnTo>
                  <a:lnTo>
                    <a:pt x="8084558" y="88404"/>
                  </a:lnTo>
                  <a:lnTo>
                    <a:pt x="8084684" y="88404"/>
                  </a:lnTo>
                  <a:lnTo>
                    <a:pt x="8085315" y="88404"/>
                  </a:lnTo>
                  <a:lnTo>
                    <a:pt x="8085568" y="88404"/>
                  </a:lnTo>
                  <a:lnTo>
                    <a:pt x="8085820" y="88404"/>
                  </a:lnTo>
                  <a:lnTo>
                    <a:pt x="8085947" y="88404"/>
                  </a:lnTo>
                  <a:lnTo>
                    <a:pt x="8086073" y="88404"/>
                  </a:lnTo>
                  <a:lnTo>
                    <a:pt x="8086199" y="88404"/>
                  </a:lnTo>
                  <a:lnTo>
                    <a:pt x="8086578" y="88404"/>
                  </a:lnTo>
                  <a:lnTo>
                    <a:pt x="8086704" y="88404"/>
                  </a:lnTo>
                  <a:lnTo>
                    <a:pt x="8086830" y="88404"/>
                  </a:lnTo>
                  <a:lnTo>
                    <a:pt x="8087083" y="88404"/>
                  </a:lnTo>
                  <a:lnTo>
                    <a:pt x="8087462" y="88404"/>
                  </a:lnTo>
                  <a:lnTo>
                    <a:pt x="8087588" y="88404"/>
                  </a:lnTo>
                  <a:lnTo>
                    <a:pt x="8087841" y="88404"/>
                  </a:lnTo>
                  <a:lnTo>
                    <a:pt x="8087967" y="88404"/>
                  </a:lnTo>
                  <a:lnTo>
                    <a:pt x="8088093" y="88404"/>
                  </a:lnTo>
                  <a:lnTo>
                    <a:pt x="8088346" y="88404"/>
                  </a:lnTo>
                  <a:lnTo>
                    <a:pt x="8088472" y="88404"/>
                  </a:lnTo>
                  <a:lnTo>
                    <a:pt x="8088851" y="88404"/>
                  </a:lnTo>
                  <a:lnTo>
                    <a:pt x="8088977" y="88404"/>
                  </a:lnTo>
                  <a:lnTo>
                    <a:pt x="8089103" y="88404"/>
                  </a:lnTo>
                  <a:lnTo>
                    <a:pt x="8089229" y="88404"/>
                  </a:lnTo>
                  <a:lnTo>
                    <a:pt x="8089356" y="88404"/>
                  </a:lnTo>
                  <a:lnTo>
                    <a:pt x="8089482" y="88404"/>
                  </a:lnTo>
                  <a:lnTo>
                    <a:pt x="8089608" y="88404"/>
                  </a:lnTo>
                  <a:lnTo>
                    <a:pt x="8089734" y="88404"/>
                  </a:lnTo>
                  <a:lnTo>
                    <a:pt x="8089861" y="88404"/>
                  </a:lnTo>
                  <a:lnTo>
                    <a:pt x="8089987" y="88404"/>
                  </a:lnTo>
                  <a:lnTo>
                    <a:pt x="8090366" y="88404"/>
                  </a:lnTo>
                  <a:lnTo>
                    <a:pt x="8090618" y="88404"/>
                  </a:lnTo>
                  <a:lnTo>
                    <a:pt x="8091123" y="88404"/>
                  </a:lnTo>
                  <a:lnTo>
                    <a:pt x="8091376" y="88404"/>
                  </a:lnTo>
                  <a:lnTo>
                    <a:pt x="8091502" y="88404"/>
                  </a:lnTo>
                  <a:lnTo>
                    <a:pt x="8091628" y="88404"/>
                  </a:lnTo>
                  <a:lnTo>
                    <a:pt x="8091881" y="88404"/>
                  </a:lnTo>
                  <a:lnTo>
                    <a:pt x="8092259" y="88404"/>
                  </a:lnTo>
                  <a:lnTo>
                    <a:pt x="8092512" y="88404"/>
                  </a:lnTo>
                  <a:lnTo>
                    <a:pt x="8092638" y="88404"/>
                  </a:lnTo>
                  <a:lnTo>
                    <a:pt x="8093143" y="88404"/>
                  </a:lnTo>
                  <a:lnTo>
                    <a:pt x="8093396" y="88404"/>
                  </a:lnTo>
                  <a:lnTo>
                    <a:pt x="8093648" y="88404"/>
                  </a:lnTo>
                  <a:lnTo>
                    <a:pt x="8094153" y="88404"/>
                  </a:lnTo>
                  <a:lnTo>
                    <a:pt x="8094280" y="88404"/>
                  </a:lnTo>
                  <a:lnTo>
                    <a:pt x="8094785" y="88404"/>
                  </a:lnTo>
                  <a:lnTo>
                    <a:pt x="8094911" y="88404"/>
                  </a:lnTo>
                  <a:lnTo>
                    <a:pt x="8095416" y="88404"/>
                  </a:lnTo>
                  <a:lnTo>
                    <a:pt x="8096678" y="88404"/>
                  </a:lnTo>
                  <a:lnTo>
                    <a:pt x="8097183" y="88404"/>
                  </a:lnTo>
                  <a:lnTo>
                    <a:pt x="8097436" y="88404"/>
                  </a:lnTo>
                  <a:lnTo>
                    <a:pt x="8097562" y="88404"/>
                  </a:lnTo>
                  <a:lnTo>
                    <a:pt x="8097815" y="88404"/>
                  </a:lnTo>
                  <a:lnTo>
                    <a:pt x="8098446" y="88404"/>
                  </a:lnTo>
                  <a:lnTo>
                    <a:pt x="8098572" y="88404"/>
                  </a:lnTo>
                  <a:lnTo>
                    <a:pt x="8098825" y="88404"/>
                  </a:lnTo>
                  <a:lnTo>
                    <a:pt x="8099204" y="88404"/>
                  </a:lnTo>
                  <a:lnTo>
                    <a:pt x="8099456" y="88404"/>
                  </a:lnTo>
                  <a:lnTo>
                    <a:pt x="8099835" y="88404"/>
                  </a:lnTo>
                  <a:lnTo>
                    <a:pt x="8100087" y="88404"/>
                  </a:lnTo>
                  <a:lnTo>
                    <a:pt x="8101097" y="88404"/>
                  </a:lnTo>
                  <a:lnTo>
                    <a:pt x="8101224" y="88404"/>
                  </a:lnTo>
                  <a:lnTo>
                    <a:pt x="8101350" y="88404"/>
                  </a:lnTo>
                  <a:lnTo>
                    <a:pt x="8101602" y="88404"/>
                  </a:lnTo>
                  <a:lnTo>
                    <a:pt x="8101981" y="88404"/>
                  </a:lnTo>
                  <a:lnTo>
                    <a:pt x="8102234" y="88404"/>
                  </a:lnTo>
                  <a:lnTo>
                    <a:pt x="8102360" y="83493"/>
                  </a:lnTo>
                  <a:lnTo>
                    <a:pt x="8102486" y="83493"/>
                  </a:lnTo>
                  <a:lnTo>
                    <a:pt x="8102612" y="83493"/>
                  </a:lnTo>
                  <a:lnTo>
                    <a:pt x="8102739" y="83493"/>
                  </a:lnTo>
                  <a:lnTo>
                    <a:pt x="8102865" y="83493"/>
                  </a:lnTo>
                  <a:lnTo>
                    <a:pt x="8102991" y="83493"/>
                  </a:lnTo>
                  <a:lnTo>
                    <a:pt x="8103118" y="83493"/>
                  </a:lnTo>
                  <a:lnTo>
                    <a:pt x="8103370" y="83493"/>
                  </a:lnTo>
                  <a:lnTo>
                    <a:pt x="8104254" y="83493"/>
                  </a:lnTo>
                  <a:lnTo>
                    <a:pt x="8104380" y="83493"/>
                  </a:lnTo>
                  <a:lnTo>
                    <a:pt x="8104506" y="83493"/>
                  </a:lnTo>
                  <a:lnTo>
                    <a:pt x="8104885" y="83493"/>
                  </a:lnTo>
                  <a:lnTo>
                    <a:pt x="8105264" y="83493"/>
                  </a:lnTo>
                  <a:lnTo>
                    <a:pt x="8105516" y="83493"/>
                  </a:lnTo>
                  <a:lnTo>
                    <a:pt x="8105769" y="83493"/>
                  </a:lnTo>
                  <a:lnTo>
                    <a:pt x="8106400" y="83493"/>
                  </a:lnTo>
                  <a:lnTo>
                    <a:pt x="8107031" y="83493"/>
                  </a:lnTo>
                  <a:lnTo>
                    <a:pt x="8107284" y="83493"/>
                  </a:lnTo>
                  <a:lnTo>
                    <a:pt x="8107663" y="83493"/>
                  </a:lnTo>
                  <a:lnTo>
                    <a:pt x="8107789" y="83493"/>
                  </a:lnTo>
                  <a:lnTo>
                    <a:pt x="8107915" y="83493"/>
                  </a:lnTo>
                  <a:lnTo>
                    <a:pt x="8108168" y="83493"/>
                  </a:lnTo>
                  <a:lnTo>
                    <a:pt x="8108294" y="83493"/>
                  </a:lnTo>
                  <a:lnTo>
                    <a:pt x="8108420" y="83493"/>
                  </a:lnTo>
                  <a:lnTo>
                    <a:pt x="8108547" y="83493"/>
                  </a:lnTo>
                  <a:lnTo>
                    <a:pt x="8108673" y="83493"/>
                  </a:lnTo>
                  <a:lnTo>
                    <a:pt x="8108925" y="83493"/>
                  </a:lnTo>
                  <a:lnTo>
                    <a:pt x="8109178" y="83493"/>
                  </a:lnTo>
                  <a:lnTo>
                    <a:pt x="8109304" y="83493"/>
                  </a:lnTo>
                  <a:lnTo>
                    <a:pt x="8109430" y="83493"/>
                  </a:lnTo>
                  <a:lnTo>
                    <a:pt x="8109809" y="83493"/>
                  </a:lnTo>
                  <a:lnTo>
                    <a:pt x="8109935" y="83493"/>
                  </a:lnTo>
                  <a:lnTo>
                    <a:pt x="8110314" y="83493"/>
                  </a:lnTo>
                  <a:lnTo>
                    <a:pt x="8111072" y="83493"/>
                  </a:lnTo>
                  <a:lnTo>
                    <a:pt x="8111829" y="83493"/>
                  </a:lnTo>
                  <a:lnTo>
                    <a:pt x="8112334" y="83493"/>
                  </a:lnTo>
                  <a:lnTo>
                    <a:pt x="8112713" y="83493"/>
                  </a:lnTo>
                  <a:lnTo>
                    <a:pt x="8112965" y="83493"/>
                  </a:lnTo>
                  <a:lnTo>
                    <a:pt x="8113092" y="83493"/>
                  </a:lnTo>
                  <a:lnTo>
                    <a:pt x="8113218" y="83493"/>
                  </a:lnTo>
                  <a:lnTo>
                    <a:pt x="8113344" y="83493"/>
                  </a:lnTo>
                  <a:lnTo>
                    <a:pt x="8113471" y="83493"/>
                  </a:lnTo>
                  <a:lnTo>
                    <a:pt x="8113597" y="83493"/>
                  </a:lnTo>
                  <a:lnTo>
                    <a:pt x="8113723" y="83493"/>
                  </a:lnTo>
                  <a:lnTo>
                    <a:pt x="8114102" y="83493"/>
                  </a:lnTo>
                  <a:lnTo>
                    <a:pt x="8114354" y="83493"/>
                  </a:lnTo>
                  <a:lnTo>
                    <a:pt x="8114481" y="83493"/>
                  </a:lnTo>
                  <a:lnTo>
                    <a:pt x="8114607" y="83493"/>
                  </a:lnTo>
                  <a:lnTo>
                    <a:pt x="8115996" y="83493"/>
                  </a:lnTo>
                  <a:lnTo>
                    <a:pt x="8116122" y="83493"/>
                  </a:lnTo>
                  <a:lnTo>
                    <a:pt x="8116248" y="83493"/>
                  </a:lnTo>
                  <a:lnTo>
                    <a:pt x="8116374" y="83493"/>
                  </a:lnTo>
                  <a:lnTo>
                    <a:pt x="8116501" y="83493"/>
                  </a:lnTo>
                  <a:lnTo>
                    <a:pt x="8116753" y="83493"/>
                  </a:lnTo>
                  <a:lnTo>
                    <a:pt x="8116879" y="83493"/>
                  </a:lnTo>
                  <a:lnTo>
                    <a:pt x="8117511" y="83493"/>
                  </a:lnTo>
                  <a:lnTo>
                    <a:pt x="8117637" y="83493"/>
                  </a:lnTo>
                  <a:lnTo>
                    <a:pt x="8117763" y="83493"/>
                  </a:lnTo>
                  <a:lnTo>
                    <a:pt x="8117889" y="83493"/>
                  </a:lnTo>
                  <a:lnTo>
                    <a:pt x="8118016" y="83493"/>
                  </a:lnTo>
                  <a:lnTo>
                    <a:pt x="8118142" y="83493"/>
                  </a:lnTo>
                  <a:lnTo>
                    <a:pt x="8118268" y="83493"/>
                  </a:lnTo>
                  <a:lnTo>
                    <a:pt x="8118394" y="83493"/>
                  </a:lnTo>
                  <a:lnTo>
                    <a:pt x="8118647" y="83493"/>
                  </a:lnTo>
                  <a:lnTo>
                    <a:pt x="8119531" y="83493"/>
                  </a:lnTo>
                  <a:lnTo>
                    <a:pt x="8119657" y="83493"/>
                  </a:lnTo>
                  <a:lnTo>
                    <a:pt x="8120415" y="83493"/>
                  </a:lnTo>
                  <a:lnTo>
                    <a:pt x="8120667" y="83493"/>
                  </a:lnTo>
                  <a:lnTo>
                    <a:pt x="8120793" y="83493"/>
                  </a:lnTo>
                  <a:lnTo>
                    <a:pt x="8121046" y="83493"/>
                  </a:lnTo>
                  <a:lnTo>
                    <a:pt x="8121172" y="83493"/>
                  </a:lnTo>
                  <a:lnTo>
                    <a:pt x="8121298" y="83493"/>
                  </a:lnTo>
                  <a:lnTo>
                    <a:pt x="8121803" y="83493"/>
                  </a:lnTo>
                  <a:lnTo>
                    <a:pt x="8121930" y="83493"/>
                  </a:lnTo>
                  <a:lnTo>
                    <a:pt x="8122182" y="83493"/>
                  </a:lnTo>
                  <a:lnTo>
                    <a:pt x="8122435" y="83493"/>
                  </a:lnTo>
                  <a:lnTo>
                    <a:pt x="8122687" y="83493"/>
                  </a:lnTo>
                  <a:lnTo>
                    <a:pt x="8122813" y="83493"/>
                  </a:lnTo>
                  <a:lnTo>
                    <a:pt x="8123066" y="83493"/>
                  </a:lnTo>
                  <a:lnTo>
                    <a:pt x="8123192" y="83493"/>
                  </a:lnTo>
                  <a:lnTo>
                    <a:pt x="8123318" y="83493"/>
                  </a:lnTo>
                  <a:lnTo>
                    <a:pt x="8123445" y="83493"/>
                  </a:lnTo>
                  <a:lnTo>
                    <a:pt x="8124834" y="83493"/>
                  </a:lnTo>
                  <a:lnTo>
                    <a:pt x="8125086" y="83493"/>
                  </a:lnTo>
                  <a:lnTo>
                    <a:pt x="8125212" y="83493"/>
                  </a:lnTo>
                  <a:lnTo>
                    <a:pt x="8125339" y="83493"/>
                  </a:lnTo>
                  <a:lnTo>
                    <a:pt x="8125465" y="83493"/>
                  </a:lnTo>
                  <a:lnTo>
                    <a:pt x="8125717" y="83493"/>
                  </a:lnTo>
                  <a:lnTo>
                    <a:pt x="8126222" y="83493"/>
                  </a:lnTo>
                  <a:lnTo>
                    <a:pt x="8126475" y="83493"/>
                  </a:lnTo>
                  <a:lnTo>
                    <a:pt x="8126727" y="83493"/>
                  </a:lnTo>
                  <a:lnTo>
                    <a:pt x="8126854" y="83493"/>
                  </a:lnTo>
                  <a:lnTo>
                    <a:pt x="8127106" y="83493"/>
                  </a:lnTo>
                  <a:lnTo>
                    <a:pt x="8127232" y="83493"/>
                  </a:lnTo>
                  <a:lnTo>
                    <a:pt x="8127737" y="83493"/>
                  </a:lnTo>
                  <a:lnTo>
                    <a:pt x="8127864" y="83493"/>
                  </a:lnTo>
                  <a:lnTo>
                    <a:pt x="8128369" y="83493"/>
                  </a:lnTo>
                  <a:lnTo>
                    <a:pt x="8128495" y="83493"/>
                  </a:lnTo>
                  <a:lnTo>
                    <a:pt x="8129000" y="83493"/>
                  </a:lnTo>
                  <a:lnTo>
                    <a:pt x="8129126" y="83493"/>
                  </a:lnTo>
                  <a:lnTo>
                    <a:pt x="8129505" y="83493"/>
                  </a:lnTo>
                  <a:lnTo>
                    <a:pt x="8129884" y="83493"/>
                  </a:lnTo>
                  <a:lnTo>
                    <a:pt x="8130010" y="83493"/>
                  </a:lnTo>
                  <a:lnTo>
                    <a:pt x="8130263" y="83493"/>
                  </a:lnTo>
                  <a:lnTo>
                    <a:pt x="8130389" y="83493"/>
                  </a:lnTo>
                  <a:lnTo>
                    <a:pt x="8130515" y="83493"/>
                  </a:lnTo>
                  <a:lnTo>
                    <a:pt x="8130641" y="83493"/>
                  </a:lnTo>
                  <a:lnTo>
                    <a:pt x="8130768" y="83493"/>
                  </a:lnTo>
                  <a:lnTo>
                    <a:pt x="8131020" y="83493"/>
                  </a:lnTo>
                  <a:lnTo>
                    <a:pt x="8131146" y="83493"/>
                  </a:lnTo>
                  <a:lnTo>
                    <a:pt x="8131399" y="83493"/>
                  </a:lnTo>
                  <a:lnTo>
                    <a:pt x="8131525" y="83493"/>
                  </a:lnTo>
                  <a:lnTo>
                    <a:pt x="8131778" y="83493"/>
                  </a:lnTo>
                  <a:lnTo>
                    <a:pt x="8131904" y="83493"/>
                  </a:lnTo>
                  <a:lnTo>
                    <a:pt x="8132156" y="83493"/>
                  </a:lnTo>
                  <a:lnTo>
                    <a:pt x="8132283" y="83493"/>
                  </a:lnTo>
                  <a:lnTo>
                    <a:pt x="8132661" y="83493"/>
                  </a:lnTo>
                  <a:lnTo>
                    <a:pt x="8133293" y="83493"/>
                  </a:lnTo>
                  <a:lnTo>
                    <a:pt x="8133419" y="83493"/>
                  </a:lnTo>
                  <a:lnTo>
                    <a:pt x="8133798" y="83493"/>
                  </a:lnTo>
                  <a:lnTo>
                    <a:pt x="8134050" y="83493"/>
                  </a:lnTo>
                  <a:lnTo>
                    <a:pt x="8134177" y="83493"/>
                  </a:lnTo>
                  <a:lnTo>
                    <a:pt x="8134177" y="78581"/>
                  </a:lnTo>
                  <a:lnTo>
                    <a:pt x="8135060" y="78581"/>
                  </a:lnTo>
                  <a:lnTo>
                    <a:pt x="8135187" y="78581"/>
                  </a:lnTo>
                  <a:lnTo>
                    <a:pt x="8135313" y="78581"/>
                  </a:lnTo>
                  <a:lnTo>
                    <a:pt x="8135818" y="78581"/>
                  </a:lnTo>
                  <a:lnTo>
                    <a:pt x="8135944" y="78581"/>
                  </a:lnTo>
                  <a:lnTo>
                    <a:pt x="8136323" y="78581"/>
                  </a:lnTo>
                  <a:lnTo>
                    <a:pt x="8136449" y="78581"/>
                  </a:lnTo>
                  <a:lnTo>
                    <a:pt x="8136702" y="78581"/>
                  </a:lnTo>
                  <a:lnTo>
                    <a:pt x="8136828" y="78581"/>
                  </a:lnTo>
                  <a:lnTo>
                    <a:pt x="8136954" y="78581"/>
                  </a:lnTo>
                  <a:lnTo>
                    <a:pt x="8137080" y="78581"/>
                  </a:lnTo>
                  <a:lnTo>
                    <a:pt x="8137207" y="78581"/>
                  </a:lnTo>
                  <a:lnTo>
                    <a:pt x="8137585" y="78581"/>
                  </a:lnTo>
                  <a:lnTo>
                    <a:pt x="8137964" y="78581"/>
                  </a:lnTo>
                  <a:lnTo>
                    <a:pt x="8138217" y="78581"/>
                  </a:lnTo>
                  <a:lnTo>
                    <a:pt x="8138595" y="78581"/>
                  </a:lnTo>
                  <a:lnTo>
                    <a:pt x="8138722" y="78581"/>
                  </a:lnTo>
                  <a:lnTo>
                    <a:pt x="8138974" y="78581"/>
                  </a:lnTo>
                  <a:lnTo>
                    <a:pt x="8139606" y="78581"/>
                  </a:lnTo>
                  <a:lnTo>
                    <a:pt x="8139858" y="78581"/>
                  </a:lnTo>
                  <a:lnTo>
                    <a:pt x="8140237" y="78581"/>
                  </a:lnTo>
                  <a:lnTo>
                    <a:pt x="8140363" y="78581"/>
                  </a:lnTo>
                  <a:lnTo>
                    <a:pt x="8140868" y="78581"/>
                  </a:lnTo>
                  <a:lnTo>
                    <a:pt x="8140994" y="78581"/>
                  </a:lnTo>
                  <a:lnTo>
                    <a:pt x="8141373" y="78581"/>
                  </a:lnTo>
                  <a:lnTo>
                    <a:pt x="8141499" y="78581"/>
                  </a:lnTo>
                  <a:lnTo>
                    <a:pt x="8141878" y="78581"/>
                  </a:lnTo>
                  <a:lnTo>
                    <a:pt x="8142383" y="78581"/>
                  </a:lnTo>
                  <a:lnTo>
                    <a:pt x="8142509" y="78581"/>
                  </a:lnTo>
                  <a:lnTo>
                    <a:pt x="8142888" y="78581"/>
                  </a:lnTo>
                  <a:lnTo>
                    <a:pt x="8143141" y="73670"/>
                  </a:lnTo>
                  <a:lnTo>
                    <a:pt x="8143267" y="73670"/>
                  </a:lnTo>
                  <a:lnTo>
                    <a:pt x="8143519" y="73670"/>
                  </a:lnTo>
                  <a:lnTo>
                    <a:pt x="8144151" y="73670"/>
                  </a:lnTo>
                  <a:lnTo>
                    <a:pt x="8144403" y="73670"/>
                  </a:lnTo>
                  <a:lnTo>
                    <a:pt x="8144656" y="73670"/>
                  </a:lnTo>
                  <a:lnTo>
                    <a:pt x="8145035" y="73670"/>
                  </a:lnTo>
                  <a:lnTo>
                    <a:pt x="8145287" y="73670"/>
                  </a:lnTo>
                  <a:lnTo>
                    <a:pt x="8145918" y="73670"/>
                  </a:lnTo>
                  <a:lnTo>
                    <a:pt x="8146045" y="73670"/>
                  </a:lnTo>
                  <a:lnTo>
                    <a:pt x="8146171" y="73670"/>
                  </a:lnTo>
                  <a:lnTo>
                    <a:pt x="8146297" y="73670"/>
                  </a:lnTo>
                  <a:lnTo>
                    <a:pt x="8146550" y="73670"/>
                  </a:lnTo>
                  <a:lnTo>
                    <a:pt x="8146928" y="73670"/>
                  </a:lnTo>
                  <a:lnTo>
                    <a:pt x="8147307" y="73670"/>
                  </a:lnTo>
                  <a:lnTo>
                    <a:pt x="8147433" y="73670"/>
                  </a:lnTo>
                  <a:lnTo>
                    <a:pt x="8147560" y="73670"/>
                  </a:lnTo>
                  <a:lnTo>
                    <a:pt x="8147686" y="73670"/>
                  </a:lnTo>
                  <a:lnTo>
                    <a:pt x="8147812" y="73670"/>
                  </a:lnTo>
                  <a:lnTo>
                    <a:pt x="8148065" y="73670"/>
                  </a:lnTo>
                  <a:lnTo>
                    <a:pt x="8148696" y="73670"/>
                  </a:lnTo>
                  <a:lnTo>
                    <a:pt x="8149075" y="73670"/>
                  </a:lnTo>
                  <a:lnTo>
                    <a:pt x="8149201" y="73670"/>
                  </a:lnTo>
                  <a:lnTo>
                    <a:pt x="8149454" y="73670"/>
                  </a:lnTo>
                  <a:lnTo>
                    <a:pt x="8149580" y="73670"/>
                  </a:lnTo>
                  <a:lnTo>
                    <a:pt x="8149706" y="73670"/>
                  </a:lnTo>
                  <a:lnTo>
                    <a:pt x="8149959" y="73670"/>
                  </a:lnTo>
                  <a:lnTo>
                    <a:pt x="8150337" y="73670"/>
                  </a:lnTo>
                  <a:lnTo>
                    <a:pt x="8150464" y="73670"/>
                  </a:lnTo>
                  <a:lnTo>
                    <a:pt x="8150590" y="73670"/>
                  </a:lnTo>
                  <a:lnTo>
                    <a:pt x="8150842" y="73670"/>
                  </a:lnTo>
                  <a:lnTo>
                    <a:pt x="8151095" y="73670"/>
                  </a:lnTo>
                  <a:lnTo>
                    <a:pt x="8151221" y="73670"/>
                  </a:lnTo>
                  <a:lnTo>
                    <a:pt x="8151600" y="73670"/>
                  </a:lnTo>
                  <a:lnTo>
                    <a:pt x="8151852" y="73670"/>
                  </a:lnTo>
                  <a:lnTo>
                    <a:pt x="8152231" y="73670"/>
                  </a:lnTo>
                  <a:lnTo>
                    <a:pt x="8152484" y="73670"/>
                  </a:lnTo>
                  <a:lnTo>
                    <a:pt x="8152610" y="73670"/>
                  </a:lnTo>
                  <a:lnTo>
                    <a:pt x="8152862" y="73670"/>
                  </a:lnTo>
                  <a:lnTo>
                    <a:pt x="8152989" y="73670"/>
                  </a:lnTo>
                  <a:lnTo>
                    <a:pt x="8153115" y="73670"/>
                  </a:lnTo>
                  <a:lnTo>
                    <a:pt x="8153241" y="73670"/>
                  </a:lnTo>
                  <a:lnTo>
                    <a:pt x="8153367" y="73670"/>
                  </a:lnTo>
                  <a:lnTo>
                    <a:pt x="8153494" y="73670"/>
                  </a:lnTo>
                  <a:lnTo>
                    <a:pt x="8153620" y="73670"/>
                  </a:lnTo>
                  <a:lnTo>
                    <a:pt x="8153746" y="73670"/>
                  </a:lnTo>
                  <a:lnTo>
                    <a:pt x="8153872" y="73670"/>
                  </a:lnTo>
                  <a:lnTo>
                    <a:pt x="8154251" y="73670"/>
                  </a:lnTo>
                  <a:lnTo>
                    <a:pt x="8154377" y="73670"/>
                  </a:lnTo>
                  <a:lnTo>
                    <a:pt x="8154504" y="73670"/>
                  </a:lnTo>
                  <a:lnTo>
                    <a:pt x="8154756" y="73670"/>
                  </a:lnTo>
                  <a:lnTo>
                    <a:pt x="8155388" y="73670"/>
                  </a:lnTo>
                  <a:lnTo>
                    <a:pt x="8155766" y="73670"/>
                  </a:lnTo>
                  <a:lnTo>
                    <a:pt x="8155893" y="73670"/>
                  </a:lnTo>
                  <a:lnTo>
                    <a:pt x="8156019" y="73670"/>
                  </a:lnTo>
                  <a:lnTo>
                    <a:pt x="8156145" y="73670"/>
                  </a:lnTo>
                  <a:lnTo>
                    <a:pt x="8156271" y="73670"/>
                  </a:lnTo>
                  <a:lnTo>
                    <a:pt x="8156398" y="73670"/>
                  </a:lnTo>
                  <a:lnTo>
                    <a:pt x="8156524" y="73670"/>
                  </a:lnTo>
                  <a:lnTo>
                    <a:pt x="8156650" y="73670"/>
                  </a:lnTo>
                  <a:lnTo>
                    <a:pt x="8156903" y="73670"/>
                  </a:lnTo>
                  <a:lnTo>
                    <a:pt x="8157281" y="73670"/>
                  </a:lnTo>
                  <a:lnTo>
                    <a:pt x="8157534" y="73670"/>
                  </a:lnTo>
                  <a:lnTo>
                    <a:pt x="8158039" y="73670"/>
                  </a:lnTo>
                  <a:lnTo>
                    <a:pt x="8158291" y="73670"/>
                  </a:lnTo>
                  <a:lnTo>
                    <a:pt x="8158670" y="73670"/>
                  </a:lnTo>
                  <a:lnTo>
                    <a:pt x="8158796" y="73670"/>
                  </a:lnTo>
                  <a:lnTo>
                    <a:pt x="8158923" y="73670"/>
                  </a:lnTo>
                  <a:lnTo>
                    <a:pt x="8159049" y="73670"/>
                  </a:lnTo>
                  <a:lnTo>
                    <a:pt x="8159175" y="73670"/>
                  </a:lnTo>
                  <a:lnTo>
                    <a:pt x="8159301" y="73670"/>
                  </a:lnTo>
                  <a:lnTo>
                    <a:pt x="8159428" y="73670"/>
                  </a:lnTo>
                  <a:lnTo>
                    <a:pt x="8159554" y="73670"/>
                  </a:lnTo>
                  <a:lnTo>
                    <a:pt x="8159807" y="73670"/>
                  </a:lnTo>
                  <a:lnTo>
                    <a:pt x="8160059" y="73670"/>
                  </a:lnTo>
                  <a:lnTo>
                    <a:pt x="8160185" y="73670"/>
                  </a:lnTo>
                  <a:lnTo>
                    <a:pt x="8160438" y="73670"/>
                  </a:lnTo>
                  <a:lnTo>
                    <a:pt x="8160690" y="73670"/>
                  </a:lnTo>
                  <a:lnTo>
                    <a:pt x="8160817" y="73670"/>
                  </a:lnTo>
                  <a:lnTo>
                    <a:pt x="8161069" y="73670"/>
                  </a:lnTo>
                  <a:lnTo>
                    <a:pt x="8161195" y="73670"/>
                  </a:lnTo>
                  <a:lnTo>
                    <a:pt x="8161322" y="73670"/>
                  </a:lnTo>
                  <a:lnTo>
                    <a:pt x="8161448" y="73670"/>
                  </a:lnTo>
                  <a:lnTo>
                    <a:pt x="8161574" y="73670"/>
                  </a:lnTo>
                  <a:lnTo>
                    <a:pt x="8161827" y="73670"/>
                  </a:lnTo>
                  <a:lnTo>
                    <a:pt x="8162332" y="73670"/>
                  </a:lnTo>
                  <a:lnTo>
                    <a:pt x="8162458" y="73670"/>
                  </a:lnTo>
                  <a:lnTo>
                    <a:pt x="8162710" y="73670"/>
                  </a:lnTo>
                  <a:lnTo>
                    <a:pt x="8162837" y="73670"/>
                  </a:lnTo>
                  <a:lnTo>
                    <a:pt x="8163342" y="73670"/>
                  </a:lnTo>
                  <a:lnTo>
                    <a:pt x="8163594" y="73670"/>
                  </a:lnTo>
                  <a:lnTo>
                    <a:pt x="8163720" y="73670"/>
                  </a:lnTo>
                  <a:lnTo>
                    <a:pt x="8164225" y="73670"/>
                  </a:lnTo>
                  <a:lnTo>
                    <a:pt x="8164478" y="73670"/>
                  </a:lnTo>
                  <a:lnTo>
                    <a:pt x="8164857" y="68759"/>
                  </a:lnTo>
                  <a:lnTo>
                    <a:pt x="8165109" y="68759"/>
                  </a:lnTo>
                  <a:lnTo>
                    <a:pt x="8169023" y="68759"/>
                  </a:lnTo>
                  <a:lnTo>
                    <a:pt x="8169149" y="68759"/>
                  </a:lnTo>
                  <a:lnTo>
                    <a:pt x="8169402" y="68759"/>
                  </a:lnTo>
                  <a:lnTo>
                    <a:pt x="8169528" y="68759"/>
                  </a:lnTo>
                  <a:lnTo>
                    <a:pt x="8169654" y="68759"/>
                  </a:lnTo>
                  <a:lnTo>
                    <a:pt x="8170160" y="68759"/>
                  </a:lnTo>
                  <a:lnTo>
                    <a:pt x="8170412" y="68759"/>
                  </a:lnTo>
                  <a:lnTo>
                    <a:pt x="8170538" y="68759"/>
                  </a:lnTo>
                  <a:lnTo>
                    <a:pt x="8170665" y="68759"/>
                  </a:lnTo>
                  <a:lnTo>
                    <a:pt x="8170791" y="68759"/>
                  </a:lnTo>
                  <a:lnTo>
                    <a:pt x="8170917" y="68759"/>
                  </a:lnTo>
                  <a:lnTo>
                    <a:pt x="8171043" y="68759"/>
                  </a:lnTo>
                  <a:lnTo>
                    <a:pt x="8171170" y="68759"/>
                  </a:lnTo>
                  <a:lnTo>
                    <a:pt x="8171296" y="68759"/>
                  </a:lnTo>
                  <a:lnTo>
                    <a:pt x="8171548" y="68759"/>
                  </a:lnTo>
                  <a:lnTo>
                    <a:pt x="8171801" y="68759"/>
                  </a:lnTo>
                  <a:lnTo>
                    <a:pt x="8172053" y="68759"/>
                  </a:lnTo>
                  <a:lnTo>
                    <a:pt x="8172306" y="68759"/>
                  </a:lnTo>
                  <a:lnTo>
                    <a:pt x="8172432" y="68759"/>
                  </a:lnTo>
                  <a:lnTo>
                    <a:pt x="8172558" y="68759"/>
                  </a:lnTo>
                  <a:lnTo>
                    <a:pt x="8172937" y="68759"/>
                  </a:lnTo>
                  <a:lnTo>
                    <a:pt x="8173063" y="68759"/>
                  </a:lnTo>
                  <a:lnTo>
                    <a:pt x="8173190" y="68759"/>
                  </a:lnTo>
                  <a:lnTo>
                    <a:pt x="8173316" y="68759"/>
                  </a:lnTo>
                  <a:lnTo>
                    <a:pt x="8173442" y="68759"/>
                  </a:lnTo>
                  <a:lnTo>
                    <a:pt x="8173568" y="68759"/>
                  </a:lnTo>
                  <a:lnTo>
                    <a:pt x="8173821" y="68759"/>
                  </a:lnTo>
                  <a:lnTo>
                    <a:pt x="8174326" y="68759"/>
                  </a:lnTo>
                  <a:lnTo>
                    <a:pt x="8174452" y="68759"/>
                  </a:lnTo>
                  <a:lnTo>
                    <a:pt x="8174578" y="68759"/>
                  </a:lnTo>
                  <a:lnTo>
                    <a:pt x="8174831" y="68759"/>
                  </a:lnTo>
                  <a:lnTo>
                    <a:pt x="8174957" y="68759"/>
                  </a:lnTo>
                  <a:lnTo>
                    <a:pt x="8175336" y="68759"/>
                  </a:lnTo>
                  <a:lnTo>
                    <a:pt x="8175462" y="68759"/>
                  </a:lnTo>
                  <a:lnTo>
                    <a:pt x="8175715" y="68759"/>
                  </a:lnTo>
                  <a:lnTo>
                    <a:pt x="8175967" y="68759"/>
                  </a:lnTo>
                  <a:lnTo>
                    <a:pt x="8176220" y="68759"/>
                  </a:lnTo>
                  <a:lnTo>
                    <a:pt x="8176472" y="68759"/>
                  </a:lnTo>
                  <a:lnTo>
                    <a:pt x="8176851" y="68759"/>
                  </a:lnTo>
                  <a:lnTo>
                    <a:pt x="8177104" y="68759"/>
                  </a:lnTo>
                  <a:lnTo>
                    <a:pt x="8177230" y="68759"/>
                  </a:lnTo>
                  <a:lnTo>
                    <a:pt x="8177735" y="68759"/>
                  </a:lnTo>
                  <a:lnTo>
                    <a:pt x="8177987" y="68759"/>
                  </a:lnTo>
                  <a:lnTo>
                    <a:pt x="8178492" y="68759"/>
                  </a:lnTo>
                  <a:lnTo>
                    <a:pt x="8178745" y="68759"/>
                  </a:lnTo>
                  <a:lnTo>
                    <a:pt x="8178871" y="68759"/>
                  </a:lnTo>
                  <a:lnTo>
                    <a:pt x="8178997" y="68759"/>
                  </a:lnTo>
                  <a:lnTo>
                    <a:pt x="8179250" y="68759"/>
                  </a:lnTo>
                  <a:lnTo>
                    <a:pt x="8179376" y="68759"/>
                  </a:lnTo>
                  <a:lnTo>
                    <a:pt x="8179502" y="68759"/>
                  </a:lnTo>
                  <a:lnTo>
                    <a:pt x="8180007" y="68759"/>
                  </a:lnTo>
                  <a:lnTo>
                    <a:pt x="8180134" y="68759"/>
                  </a:lnTo>
                  <a:lnTo>
                    <a:pt x="8180260" y="68759"/>
                  </a:lnTo>
                  <a:lnTo>
                    <a:pt x="8180386" y="68759"/>
                  </a:lnTo>
                  <a:lnTo>
                    <a:pt x="8180513" y="68759"/>
                  </a:lnTo>
                  <a:lnTo>
                    <a:pt x="8180639" y="68759"/>
                  </a:lnTo>
                  <a:lnTo>
                    <a:pt x="8180765" y="68759"/>
                  </a:lnTo>
                  <a:lnTo>
                    <a:pt x="8180891" y="68759"/>
                  </a:lnTo>
                  <a:lnTo>
                    <a:pt x="8181018" y="68759"/>
                  </a:lnTo>
                  <a:lnTo>
                    <a:pt x="8181144" y="68759"/>
                  </a:lnTo>
                  <a:lnTo>
                    <a:pt x="8181396" y="68759"/>
                  </a:lnTo>
                  <a:lnTo>
                    <a:pt x="8181649" y="68759"/>
                  </a:lnTo>
                  <a:lnTo>
                    <a:pt x="8181775" y="68759"/>
                  </a:lnTo>
                  <a:lnTo>
                    <a:pt x="8182028" y="68759"/>
                  </a:lnTo>
                  <a:lnTo>
                    <a:pt x="8182154" y="68759"/>
                  </a:lnTo>
                  <a:lnTo>
                    <a:pt x="8182280" y="68759"/>
                  </a:lnTo>
                  <a:lnTo>
                    <a:pt x="8182406" y="68759"/>
                  </a:lnTo>
                  <a:lnTo>
                    <a:pt x="8182785" y="68759"/>
                  </a:lnTo>
                  <a:lnTo>
                    <a:pt x="8183038" y="68759"/>
                  </a:lnTo>
                  <a:lnTo>
                    <a:pt x="8183164" y="68759"/>
                  </a:lnTo>
                  <a:lnTo>
                    <a:pt x="8183543" y="68759"/>
                  </a:lnTo>
                  <a:lnTo>
                    <a:pt x="8183795" y="68759"/>
                  </a:lnTo>
                  <a:lnTo>
                    <a:pt x="8183921" y="68759"/>
                  </a:lnTo>
                  <a:lnTo>
                    <a:pt x="8184048" y="68759"/>
                  </a:lnTo>
                  <a:lnTo>
                    <a:pt x="8184300" y="68759"/>
                  </a:lnTo>
                  <a:lnTo>
                    <a:pt x="8184426" y="68759"/>
                  </a:lnTo>
                  <a:lnTo>
                    <a:pt x="8184553" y="68759"/>
                  </a:lnTo>
                  <a:lnTo>
                    <a:pt x="8184805" y="68759"/>
                  </a:lnTo>
                  <a:lnTo>
                    <a:pt x="8184931" y="68759"/>
                  </a:lnTo>
                  <a:lnTo>
                    <a:pt x="8185058" y="68759"/>
                  </a:lnTo>
                  <a:lnTo>
                    <a:pt x="8185184" y="68759"/>
                  </a:lnTo>
                  <a:lnTo>
                    <a:pt x="8185436" y="68759"/>
                  </a:lnTo>
                  <a:lnTo>
                    <a:pt x="8185815" y="68759"/>
                  </a:lnTo>
                  <a:lnTo>
                    <a:pt x="8185942" y="68759"/>
                  </a:lnTo>
                  <a:lnTo>
                    <a:pt x="8186068" y="68759"/>
                  </a:lnTo>
                  <a:lnTo>
                    <a:pt x="8186447" y="68759"/>
                  </a:lnTo>
                  <a:lnTo>
                    <a:pt x="8186573" y="68759"/>
                  </a:lnTo>
                  <a:lnTo>
                    <a:pt x="8186825" y="68759"/>
                  </a:lnTo>
                  <a:lnTo>
                    <a:pt x="8187078" y="68759"/>
                  </a:lnTo>
                  <a:lnTo>
                    <a:pt x="8187709" y="68759"/>
                  </a:lnTo>
                  <a:lnTo>
                    <a:pt x="8187835" y="68759"/>
                  </a:lnTo>
                  <a:lnTo>
                    <a:pt x="8188214" y="68759"/>
                  </a:lnTo>
                  <a:lnTo>
                    <a:pt x="8188467" y="68759"/>
                  </a:lnTo>
                  <a:lnTo>
                    <a:pt x="8188719" y="68759"/>
                  </a:lnTo>
                  <a:lnTo>
                    <a:pt x="8188845" y="68759"/>
                  </a:lnTo>
                  <a:lnTo>
                    <a:pt x="8188972" y="68759"/>
                  </a:lnTo>
                  <a:lnTo>
                    <a:pt x="8189098" y="68759"/>
                  </a:lnTo>
                  <a:lnTo>
                    <a:pt x="8189224" y="68759"/>
                  </a:lnTo>
                  <a:lnTo>
                    <a:pt x="8189350" y="68759"/>
                  </a:lnTo>
                  <a:lnTo>
                    <a:pt x="8189477" y="68759"/>
                  </a:lnTo>
                  <a:lnTo>
                    <a:pt x="8189855" y="68759"/>
                  </a:lnTo>
                  <a:lnTo>
                    <a:pt x="8189982" y="68759"/>
                  </a:lnTo>
                  <a:lnTo>
                    <a:pt x="8190108" y="68759"/>
                  </a:lnTo>
                  <a:lnTo>
                    <a:pt x="8190360" y="68759"/>
                  </a:lnTo>
                  <a:lnTo>
                    <a:pt x="8190487" y="68759"/>
                  </a:lnTo>
                  <a:lnTo>
                    <a:pt x="8190739" y="68759"/>
                  </a:lnTo>
                  <a:lnTo>
                    <a:pt x="8190992" y="68759"/>
                  </a:lnTo>
                  <a:lnTo>
                    <a:pt x="8191623" y="68759"/>
                  </a:lnTo>
                  <a:lnTo>
                    <a:pt x="8191749" y="68759"/>
                  </a:lnTo>
                  <a:lnTo>
                    <a:pt x="8191876" y="68759"/>
                  </a:lnTo>
                  <a:lnTo>
                    <a:pt x="8192002" y="68759"/>
                  </a:lnTo>
                  <a:lnTo>
                    <a:pt x="8192633" y="68759"/>
                  </a:lnTo>
                  <a:lnTo>
                    <a:pt x="8192886" y="68759"/>
                  </a:lnTo>
                  <a:lnTo>
                    <a:pt x="8193012" y="68759"/>
                  </a:lnTo>
                  <a:lnTo>
                    <a:pt x="8193264" y="68759"/>
                  </a:lnTo>
                  <a:lnTo>
                    <a:pt x="8193643" y="68759"/>
                  </a:lnTo>
                  <a:lnTo>
                    <a:pt x="8194148" y="68759"/>
                  </a:lnTo>
                  <a:lnTo>
                    <a:pt x="8194401" y="68759"/>
                  </a:lnTo>
                  <a:lnTo>
                    <a:pt x="8194527" y="68759"/>
                  </a:lnTo>
                  <a:lnTo>
                    <a:pt x="8194779" y="68759"/>
                  </a:lnTo>
                  <a:lnTo>
                    <a:pt x="8194906" y="68759"/>
                  </a:lnTo>
                  <a:lnTo>
                    <a:pt x="8195158" y="68759"/>
                  </a:lnTo>
                  <a:lnTo>
                    <a:pt x="8195284" y="68759"/>
                  </a:lnTo>
                  <a:lnTo>
                    <a:pt x="8196168" y="68759"/>
                  </a:lnTo>
                  <a:lnTo>
                    <a:pt x="8196421" y="68759"/>
                  </a:lnTo>
                  <a:lnTo>
                    <a:pt x="8196800" y="68759"/>
                  </a:lnTo>
                  <a:lnTo>
                    <a:pt x="8196926" y="68759"/>
                  </a:lnTo>
                  <a:lnTo>
                    <a:pt x="8197305" y="68759"/>
                  </a:lnTo>
                  <a:lnTo>
                    <a:pt x="8197431" y="68759"/>
                  </a:lnTo>
                  <a:lnTo>
                    <a:pt x="8197683" y="63847"/>
                  </a:lnTo>
                  <a:lnTo>
                    <a:pt x="8198188" y="63847"/>
                  </a:lnTo>
                  <a:lnTo>
                    <a:pt x="8198315" y="63847"/>
                  </a:lnTo>
                  <a:lnTo>
                    <a:pt x="8198820" y="63847"/>
                  </a:lnTo>
                  <a:lnTo>
                    <a:pt x="8198946" y="63847"/>
                  </a:lnTo>
                  <a:lnTo>
                    <a:pt x="8199072" y="63847"/>
                  </a:lnTo>
                  <a:lnTo>
                    <a:pt x="8199198" y="63847"/>
                  </a:lnTo>
                  <a:lnTo>
                    <a:pt x="8199325" y="63847"/>
                  </a:lnTo>
                  <a:lnTo>
                    <a:pt x="8199451" y="63847"/>
                  </a:lnTo>
                  <a:lnTo>
                    <a:pt x="8199577" y="63847"/>
                  </a:lnTo>
                  <a:lnTo>
                    <a:pt x="8199830" y="63847"/>
                  </a:lnTo>
                  <a:lnTo>
                    <a:pt x="8200082" y="63847"/>
                  </a:lnTo>
                  <a:lnTo>
                    <a:pt x="8200461" y="63847"/>
                  </a:lnTo>
                  <a:lnTo>
                    <a:pt x="8200587" y="63847"/>
                  </a:lnTo>
                  <a:lnTo>
                    <a:pt x="8200713" y="63847"/>
                  </a:lnTo>
                  <a:lnTo>
                    <a:pt x="8200966" y="63847"/>
                  </a:lnTo>
                  <a:lnTo>
                    <a:pt x="8201092" y="63847"/>
                  </a:lnTo>
                  <a:lnTo>
                    <a:pt x="8201597" y="63847"/>
                  </a:lnTo>
                  <a:lnTo>
                    <a:pt x="8201724" y="63847"/>
                  </a:lnTo>
                  <a:lnTo>
                    <a:pt x="8201976" y="63847"/>
                  </a:lnTo>
                  <a:lnTo>
                    <a:pt x="8201976" y="58936"/>
                  </a:lnTo>
                  <a:lnTo>
                    <a:pt x="8202229" y="58936"/>
                  </a:lnTo>
                  <a:lnTo>
                    <a:pt x="8202481" y="58936"/>
                  </a:lnTo>
                  <a:lnTo>
                    <a:pt x="8202607" y="58936"/>
                  </a:lnTo>
                  <a:lnTo>
                    <a:pt x="8202860" y="58936"/>
                  </a:lnTo>
                  <a:lnTo>
                    <a:pt x="8202986" y="58936"/>
                  </a:lnTo>
                  <a:lnTo>
                    <a:pt x="8203239" y="58936"/>
                  </a:lnTo>
                  <a:lnTo>
                    <a:pt x="8203365" y="58936"/>
                  </a:lnTo>
                  <a:lnTo>
                    <a:pt x="8203617" y="58936"/>
                  </a:lnTo>
                  <a:lnTo>
                    <a:pt x="8203744" y="58936"/>
                  </a:lnTo>
                  <a:lnTo>
                    <a:pt x="8203996" y="58936"/>
                  </a:lnTo>
                  <a:lnTo>
                    <a:pt x="8204501" y="58936"/>
                  </a:lnTo>
                  <a:lnTo>
                    <a:pt x="8204880" y="58936"/>
                  </a:lnTo>
                  <a:lnTo>
                    <a:pt x="8205006" y="58936"/>
                  </a:lnTo>
                  <a:lnTo>
                    <a:pt x="8205132" y="58936"/>
                  </a:lnTo>
                  <a:lnTo>
                    <a:pt x="8205511" y="58936"/>
                  </a:lnTo>
                  <a:lnTo>
                    <a:pt x="8205637" y="58936"/>
                  </a:lnTo>
                  <a:lnTo>
                    <a:pt x="8205890" y="58936"/>
                  </a:lnTo>
                  <a:lnTo>
                    <a:pt x="8206521" y="58936"/>
                  </a:lnTo>
                  <a:lnTo>
                    <a:pt x="8206774" y="58936"/>
                  </a:lnTo>
                  <a:lnTo>
                    <a:pt x="8206900" y="58936"/>
                  </a:lnTo>
                  <a:lnTo>
                    <a:pt x="8207026" y="58936"/>
                  </a:lnTo>
                  <a:lnTo>
                    <a:pt x="8207531" y="58936"/>
                  </a:lnTo>
                  <a:lnTo>
                    <a:pt x="8208163" y="58936"/>
                  </a:lnTo>
                  <a:lnTo>
                    <a:pt x="8208415" y="58936"/>
                  </a:lnTo>
                  <a:lnTo>
                    <a:pt x="8208668" y="58936"/>
                  </a:lnTo>
                  <a:lnTo>
                    <a:pt x="8208794" y="58936"/>
                  </a:lnTo>
                  <a:lnTo>
                    <a:pt x="8209046" y="58936"/>
                  </a:lnTo>
                  <a:lnTo>
                    <a:pt x="8209299" y="58936"/>
                  </a:lnTo>
                  <a:lnTo>
                    <a:pt x="8209425" y="58936"/>
                  </a:lnTo>
                  <a:lnTo>
                    <a:pt x="8209804" y="58936"/>
                  </a:lnTo>
                  <a:lnTo>
                    <a:pt x="8209930" y="58936"/>
                  </a:lnTo>
                  <a:lnTo>
                    <a:pt x="8210183" y="58936"/>
                  </a:lnTo>
                  <a:lnTo>
                    <a:pt x="8210309" y="58936"/>
                  </a:lnTo>
                  <a:lnTo>
                    <a:pt x="8210688" y="58936"/>
                  </a:lnTo>
                  <a:lnTo>
                    <a:pt x="8210940" y="58936"/>
                  </a:lnTo>
                  <a:lnTo>
                    <a:pt x="8211193" y="58936"/>
                  </a:lnTo>
                  <a:lnTo>
                    <a:pt x="8211319" y="58936"/>
                  </a:lnTo>
                  <a:lnTo>
                    <a:pt x="8211445" y="58936"/>
                  </a:lnTo>
                  <a:lnTo>
                    <a:pt x="8211572" y="58936"/>
                  </a:lnTo>
                  <a:lnTo>
                    <a:pt x="8211698" y="58936"/>
                  </a:lnTo>
                  <a:lnTo>
                    <a:pt x="8211824" y="58936"/>
                  </a:lnTo>
                  <a:lnTo>
                    <a:pt x="8211950" y="58936"/>
                  </a:lnTo>
                  <a:lnTo>
                    <a:pt x="8212582" y="58936"/>
                  </a:lnTo>
                  <a:lnTo>
                    <a:pt x="8212834" y="58936"/>
                  </a:lnTo>
                  <a:lnTo>
                    <a:pt x="8213213" y="58936"/>
                  </a:lnTo>
                  <a:lnTo>
                    <a:pt x="8213339" y="58936"/>
                  </a:lnTo>
                  <a:lnTo>
                    <a:pt x="8213592" y="58936"/>
                  </a:lnTo>
                  <a:lnTo>
                    <a:pt x="8213718" y="58936"/>
                  </a:lnTo>
                  <a:lnTo>
                    <a:pt x="8213844" y="58936"/>
                  </a:lnTo>
                  <a:lnTo>
                    <a:pt x="8213970" y="58936"/>
                  </a:lnTo>
                  <a:lnTo>
                    <a:pt x="8214223" y="58936"/>
                  </a:lnTo>
                  <a:lnTo>
                    <a:pt x="8214475" y="58936"/>
                  </a:lnTo>
                  <a:lnTo>
                    <a:pt x="8214728" y="58936"/>
                  </a:lnTo>
                  <a:lnTo>
                    <a:pt x="8214980" y="58936"/>
                  </a:lnTo>
                  <a:lnTo>
                    <a:pt x="8215233" y="58936"/>
                  </a:lnTo>
                  <a:lnTo>
                    <a:pt x="8215359" y="58936"/>
                  </a:lnTo>
                  <a:lnTo>
                    <a:pt x="8215485" y="58936"/>
                  </a:lnTo>
                  <a:lnTo>
                    <a:pt x="8215612" y="58936"/>
                  </a:lnTo>
                  <a:lnTo>
                    <a:pt x="8215738" y="58936"/>
                  </a:lnTo>
                  <a:lnTo>
                    <a:pt x="8215864" y="58936"/>
                  </a:lnTo>
                  <a:lnTo>
                    <a:pt x="8216243" y="58936"/>
                  </a:lnTo>
                  <a:lnTo>
                    <a:pt x="8216369" y="58936"/>
                  </a:lnTo>
                  <a:lnTo>
                    <a:pt x="8216496" y="58936"/>
                  </a:lnTo>
                  <a:lnTo>
                    <a:pt x="8216748" y="58936"/>
                  </a:lnTo>
                  <a:lnTo>
                    <a:pt x="8216874" y="58936"/>
                  </a:lnTo>
                  <a:lnTo>
                    <a:pt x="8217001" y="58936"/>
                  </a:lnTo>
                  <a:lnTo>
                    <a:pt x="8217758" y="58936"/>
                  </a:lnTo>
                  <a:lnTo>
                    <a:pt x="8217884" y="58936"/>
                  </a:lnTo>
                  <a:lnTo>
                    <a:pt x="8218137" y="58936"/>
                  </a:lnTo>
                  <a:lnTo>
                    <a:pt x="8218516" y="58936"/>
                  </a:lnTo>
                  <a:lnTo>
                    <a:pt x="8218768" y="58936"/>
                  </a:lnTo>
                  <a:lnTo>
                    <a:pt x="8218894" y="58936"/>
                  </a:lnTo>
                  <a:lnTo>
                    <a:pt x="8219273" y="58936"/>
                  </a:lnTo>
                  <a:lnTo>
                    <a:pt x="8219526" y="58936"/>
                  </a:lnTo>
                  <a:lnTo>
                    <a:pt x="8219652" y="58936"/>
                  </a:lnTo>
                  <a:lnTo>
                    <a:pt x="8219778" y="58936"/>
                  </a:lnTo>
                  <a:lnTo>
                    <a:pt x="8219904" y="58936"/>
                  </a:lnTo>
                  <a:lnTo>
                    <a:pt x="8220031" y="58936"/>
                  </a:lnTo>
                  <a:lnTo>
                    <a:pt x="8220157" y="58936"/>
                  </a:lnTo>
                  <a:lnTo>
                    <a:pt x="8220283" y="58936"/>
                  </a:lnTo>
                  <a:lnTo>
                    <a:pt x="8220409" y="58936"/>
                  </a:lnTo>
                  <a:lnTo>
                    <a:pt x="8220536" y="58936"/>
                  </a:lnTo>
                  <a:lnTo>
                    <a:pt x="8220662" y="58936"/>
                  </a:lnTo>
                  <a:lnTo>
                    <a:pt x="8220788" y="58936"/>
                  </a:lnTo>
                  <a:lnTo>
                    <a:pt x="8220914" y="58936"/>
                  </a:lnTo>
                  <a:lnTo>
                    <a:pt x="8221293" y="58936"/>
                  </a:lnTo>
                  <a:lnTo>
                    <a:pt x="8221419" y="58936"/>
                  </a:lnTo>
                  <a:lnTo>
                    <a:pt x="8221672" y="58936"/>
                  </a:lnTo>
                  <a:lnTo>
                    <a:pt x="8221798" y="58936"/>
                  </a:lnTo>
                  <a:lnTo>
                    <a:pt x="8222051" y="58936"/>
                  </a:lnTo>
                  <a:lnTo>
                    <a:pt x="8222430" y="58936"/>
                  </a:lnTo>
                  <a:lnTo>
                    <a:pt x="8222682" y="58936"/>
                  </a:lnTo>
                  <a:lnTo>
                    <a:pt x="8222808" y="58936"/>
                  </a:lnTo>
                  <a:lnTo>
                    <a:pt x="8222935" y="58936"/>
                  </a:lnTo>
                  <a:lnTo>
                    <a:pt x="8223566" y="58936"/>
                  </a:lnTo>
                  <a:lnTo>
                    <a:pt x="8223692" y="58936"/>
                  </a:lnTo>
                  <a:lnTo>
                    <a:pt x="8223818" y="58936"/>
                  </a:lnTo>
                  <a:lnTo>
                    <a:pt x="8223945" y="58936"/>
                  </a:lnTo>
                  <a:lnTo>
                    <a:pt x="8224071" y="58936"/>
                  </a:lnTo>
                  <a:lnTo>
                    <a:pt x="8224323" y="58936"/>
                  </a:lnTo>
                  <a:lnTo>
                    <a:pt x="8224450" y="58936"/>
                  </a:lnTo>
                  <a:lnTo>
                    <a:pt x="8224576" y="58936"/>
                  </a:lnTo>
                  <a:lnTo>
                    <a:pt x="8224702" y="58936"/>
                  </a:lnTo>
                  <a:lnTo>
                    <a:pt x="8224828" y="58936"/>
                  </a:lnTo>
                  <a:lnTo>
                    <a:pt x="8225333" y="58936"/>
                  </a:lnTo>
                  <a:lnTo>
                    <a:pt x="8225712" y="58936"/>
                  </a:lnTo>
                  <a:lnTo>
                    <a:pt x="8225838" y="58936"/>
                  </a:lnTo>
                  <a:lnTo>
                    <a:pt x="8226091" y="58936"/>
                  </a:lnTo>
                  <a:lnTo>
                    <a:pt x="8226217" y="58936"/>
                  </a:lnTo>
                  <a:lnTo>
                    <a:pt x="8226722" y="58936"/>
                  </a:lnTo>
                  <a:lnTo>
                    <a:pt x="8226849" y="58936"/>
                  </a:lnTo>
                  <a:lnTo>
                    <a:pt x="8227227" y="58936"/>
                  </a:lnTo>
                  <a:lnTo>
                    <a:pt x="8227354" y="58936"/>
                  </a:lnTo>
                  <a:lnTo>
                    <a:pt x="8227732" y="58936"/>
                  </a:lnTo>
                  <a:lnTo>
                    <a:pt x="8228237" y="58936"/>
                  </a:lnTo>
                  <a:lnTo>
                    <a:pt x="8228490" y="58936"/>
                  </a:lnTo>
                  <a:lnTo>
                    <a:pt x="8228742" y="58936"/>
                  </a:lnTo>
                  <a:lnTo>
                    <a:pt x="8229121" y="58936"/>
                  </a:lnTo>
                  <a:lnTo>
                    <a:pt x="8229247" y="58936"/>
                  </a:lnTo>
                  <a:lnTo>
                    <a:pt x="8229500" y="58936"/>
                  </a:lnTo>
                  <a:lnTo>
                    <a:pt x="8229752" y="58936"/>
                  </a:lnTo>
                  <a:lnTo>
                    <a:pt x="8230005" y="58936"/>
                  </a:lnTo>
                  <a:lnTo>
                    <a:pt x="8230131" y="58936"/>
                  </a:lnTo>
                  <a:lnTo>
                    <a:pt x="8230257" y="58936"/>
                  </a:lnTo>
                  <a:lnTo>
                    <a:pt x="8230384" y="58936"/>
                  </a:lnTo>
                  <a:lnTo>
                    <a:pt x="8230889" y="58936"/>
                  </a:lnTo>
                  <a:lnTo>
                    <a:pt x="8231141" y="58936"/>
                  </a:lnTo>
                  <a:lnTo>
                    <a:pt x="8231267" y="58936"/>
                  </a:lnTo>
                  <a:lnTo>
                    <a:pt x="8231772" y="58936"/>
                  </a:lnTo>
                  <a:lnTo>
                    <a:pt x="8231899" y="58936"/>
                  </a:lnTo>
                  <a:lnTo>
                    <a:pt x="8232025" y="58936"/>
                  </a:lnTo>
                  <a:lnTo>
                    <a:pt x="8232151" y="58936"/>
                  </a:lnTo>
                  <a:lnTo>
                    <a:pt x="8232530" y="58936"/>
                  </a:lnTo>
                  <a:lnTo>
                    <a:pt x="8232656" y="58936"/>
                  </a:lnTo>
                  <a:lnTo>
                    <a:pt x="8232783" y="58936"/>
                  </a:lnTo>
                  <a:lnTo>
                    <a:pt x="8232909" y="58936"/>
                  </a:lnTo>
                  <a:lnTo>
                    <a:pt x="8233035" y="58936"/>
                  </a:lnTo>
                  <a:lnTo>
                    <a:pt x="8233161" y="58936"/>
                  </a:lnTo>
                  <a:lnTo>
                    <a:pt x="8233288" y="58936"/>
                  </a:lnTo>
                  <a:lnTo>
                    <a:pt x="8233414" y="58936"/>
                  </a:lnTo>
                  <a:lnTo>
                    <a:pt x="8233540" y="58936"/>
                  </a:lnTo>
                  <a:lnTo>
                    <a:pt x="8233666" y="58936"/>
                  </a:lnTo>
                  <a:lnTo>
                    <a:pt x="8233919" y="58936"/>
                  </a:lnTo>
                  <a:lnTo>
                    <a:pt x="8234045" y="58936"/>
                  </a:lnTo>
                  <a:lnTo>
                    <a:pt x="8234171" y="58936"/>
                  </a:lnTo>
                  <a:lnTo>
                    <a:pt x="8234550" y="58936"/>
                  </a:lnTo>
                  <a:lnTo>
                    <a:pt x="8234676" y="58936"/>
                  </a:lnTo>
                  <a:lnTo>
                    <a:pt x="8235181" y="58936"/>
                  </a:lnTo>
                  <a:lnTo>
                    <a:pt x="8235560" y="58936"/>
                  </a:lnTo>
                  <a:lnTo>
                    <a:pt x="8235686" y="58936"/>
                  </a:lnTo>
                  <a:lnTo>
                    <a:pt x="8235813" y="58936"/>
                  </a:lnTo>
                  <a:lnTo>
                    <a:pt x="8236191" y="58936"/>
                  </a:lnTo>
                  <a:lnTo>
                    <a:pt x="8236696" y="58936"/>
                  </a:lnTo>
                  <a:lnTo>
                    <a:pt x="8236823" y="58936"/>
                  </a:lnTo>
                  <a:lnTo>
                    <a:pt x="8237075" y="58936"/>
                  </a:lnTo>
                  <a:lnTo>
                    <a:pt x="8237328" y="58936"/>
                  </a:lnTo>
                  <a:lnTo>
                    <a:pt x="8237454" y="58936"/>
                  </a:lnTo>
                  <a:lnTo>
                    <a:pt x="8237959" y="58936"/>
                  </a:lnTo>
                  <a:lnTo>
                    <a:pt x="8238212" y="58936"/>
                  </a:lnTo>
                  <a:lnTo>
                    <a:pt x="8238464" y="58936"/>
                  </a:lnTo>
                  <a:lnTo>
                    <a:pt x="8238843" y="58936"/>
                  </a:lnTo>
                  <a:lnTo>
                    <a:pt x="8238969" y="58936"/>
                  </a:lnTo>
                  <a:lnTo>
                    <a:pt x="8239095" y="58936"/>
                  </a:lnTo>
                  <a:lnTo>
                    <a:pt x="8239222" y="58936"/>
                  </a:lnTo>
                  <a:lnTo>
                    <a:pt x="8239348" y="58936"/>
                  </a:lnTo>
                  <a:lnTo>
                    <a:pt x="8239474" y="58936"/>
                  </a:lnTo>
                  <a:lnTo>
                    <a:pt x="8239600" y="58936"/>
                  </a:lnTo>
                  <a:lnTo>
                    <a:pt x="8239727" y="58936"/>
                  </a:lnTo>
                  <a:lnTo>
                    <a:pt x="8239853" y="58936"/>
                  </a:lnTo>
                  <a:lnTo>
                    <a:pt x="8239979" y="58936"/>
                  </a:lnTo>
                  <a:lnTo>
                    <a:pt x="8240105" y="58936"/>
                  </a:lnTo>
                  <a:lnTo>
                    <a:pt x="8240358" y="58936"/>
                  </a:lnTo>
                  <a:lnTo>
                    <a:pt x="8240610" y="58936"/>
                  </a:lnTo>
                  <a:lnTo>
                    <a:pt x="8240989" y="58936"/>
                  </a:lnTo>
                  <a:lnTo>
                    <a:pt x="8241115" y="58936"/>
                  </a:lnTo>
                  <a:lnTo>
                    <a:pt x="8241242" y="58936"/>
                  </a:lnTo>
                  <a:lnTo>
                    <a:pt x="8241368" y="58936"/>
                  </a:lnTo>
                  <a:lnTo>
                    <a:pt x="8241494" y="58936"/>
                  </a:lnTo>
                  <a:lnTo>
                    <a:pt x="8241747" y="58936"/>
                  </a:lnTo>
                  <a:lnTo>
                    <a:pt x="8241999" y="58936"/>
                  </a:lnTo>
                  <a:lnTo>
                    <a:pt x="8242125" y="58936"/>
                  </a:lnTo>
                  <a:lnTo>
                    <a:pt x="8242252" y="58936"/>
                  </a:lnTo>
                  <a:lnTo>
                    <a:pt x="8242883" y="58936"/>
                  </a:lnTo>
                  <a:lnTo>
                    <a:pt x="8243009" y="58936"/>
                  </a:lnTo>
                  <a:lnTo>
                    <a:pt x="8243136" y="58936"/>
                  </a:lnTo>
                  <a:lnTo>
                    <a:pt x="8243262" y="58936"/>
                  </a:lnTo>
                  <a:lnTo>
                    <a:pt x="8243514" y="58936"/>
                  </a:lnTo>
                  <a:lnTo>
                    <a:pt x="8245534" y="58936"/>
                  </a:lnTo>
                  <a:lnTo>
                    <a:pt x="8245661" y="58936"/>
                  </a:lnTo>
                  <a:lnTo>
                    <a:pt x="8245787" y="58936"/>
                  </a:lnTo>
                  <a:lnTo>
                    <a:pt x="8246039" y="58936"/>
                  </a:lnTo>
                  <a:lnTo>
                    <a:pt x="8246292" y="58936"/>
                  </a:lnTo>
                  <a:lnTo>
                    <a:pt x="8246418" y="58936"/>
                  </a:lnTo>
                  <a:lnTo>
                    <a:pt x="8246671" y="58936"/>
                  </a:lnTo>
                  <a:lnTo>
                    <a:pt x="8246797" y="58936"/>
                  </a:lnTo>
                  <a:lnTo>
                    <a:pt x="8247049" y="58936"/>
                  </a:lnTo>
                  <a:lnTo>
                    <a:pt x="8247176" y="58936"/>
                  </a:lnTo>
                  <a:lnTo>
                    <a:pt x="8247302" y="58936"/>
                  </a:lnTo>
                  <a:lnTo>
                    <a:pt x="8247555" y="58936"/>
                  </a:lnTo>
                  <a:lnTo>
                    <a:pt x="8247681" y="58936"/>
                  </a:lnTo>
                  <a:lnTo>
                    <a:pt x="8247807" y="58936"/>
                  </a:lnTo>
                  <a:lnTo>
                    <a:pt x="8248060" y="58936"/>
                  </a:lnTo>
                  <a:lnTo>
                    <a:pt x="8248312" y="58936"/>
                  </a:lnTo>
                  <a:lnTo>
                    <a:pt x="8248565" y="58936"/>
                  </a:lnTo>
                  <a:lnTo>
                    <a:pt x="8248691" y="58936"/>
                  </a:lnTo>
                  <a:lnTo>
                    <a:pt x="8249070" y="58936"/>
                  </a:lnTo>
                  <a:lnTo>
                    <a:pt x="8249196" y="58936"/>
                  </a:lnTo>
                  <a:lnTo>
                    <a:pt x="8249322" y="58936"/>
                  </a:lnTo>
                  <a:lnTo>
                    <a:pt x="8249575" y="58936"/>
                  </a:lnTo>
                  <a:lnTo>
                    <a:pt x="8249701" y="58936"/>
                  </a:lnTo>
                  <a:lnTo>
                    <a:pt x="8249953" y="58936"/>
                  </a:lnTo>
                  <a:lnTo>
                    <a:pt x="8250080" y="58936"/>
                  </a:lnTo>
                  <a:lnTo>
                    <a:pt x="8250206" y="58936"/>
                  </a:lnTo>
                  <a:lnTo>
                    <a:pt x="8250332" y="58936"/>
                  </a:lnTo>
                  <a:lnTo>
                    <a:pt x="8250458" y="58936"/>
                  </a:lnTo>
                  <a:lnTo>
                    <a:pt x="8250585" y="58936"/>
                  </a:lnTo>
                  <a:lnTo>
                    <a:pt x="8250711" y="58936"/>
                  </a:lnTo>
                  <a:lnTo>
                    <a:pt x="8251090" y="58936"/>
                  </a:lnTo>
                  <a:lnTo>
                    <a:pt x="8251216" y="58936"/>
                  </a:lnTo>
                  <a:lnTo>
                    <a:pt x="8251342" y="58936"/>
                  </a:lnTo>
                  <a:lnTo>
                    <a:pt x="8251468" y="58936"/>
                  </a:lnTo>
                  <a:lnTo>
                    <a:pt x="8251595" y="58936"/>
                  </a:lnTo>
                  <a:lnTo>
                    <a:pt x="8251847" y="58936"/>
                  </a:lnTo>
                  <a:lnTo>
                    <a:pt x="8252100" y="58936"/>
                  </a:lnTo>
                  <a:lnTo>
                    <a:pt x="8252226" y="58936"/>
                  </a:lnTo>
                  <a:lnTo>
                    <a:pt x="8252352" y="58936"/>
                  </a:lnTo>
                  <a:lnTo>
                    <a:pt x="8252857" y="58936"/>
                  </a:lnTo>
                  <a:lnTo>
                    <a:pt x="8252984" y="58936"/>
                  </a:lnTo>
                  <a:lnTo>
                    <a:pt x="8253362" y="58936"/>
                  </a:lnTo>
                  <a:lnTo>
                    <a:pt x="8253489" y="58936"/>
                  </a:lnTo>
                  <a:lnTo>
                    <a:pt x="8253741" y="58936"/>
                  </a:lnTo>
                  <a:lnTo>
                    <a:pt x="8254499" y="58936"/>
                  </a:lnTo>
                  <a:lnTo>
                    <a:pt x="8254625" y="58936"/>
                  </a:lnTo>
                  <a:lnTo>
                    <a:pt x="8254751" y="58936"/>
                  </a:lnTo>
                  <a:lnTo>
                    <a:pt x="8254877" y="58936"/>
                  </a:lnTo>
                  <a:lnTo>
                    <a:pt x="8255004" y="58936"/>
                  </a:lnTo>
                  <a:lnTo>
                    <a:pt x="8255130" y="58936"/>
                  </a:lnTo>
                  <a:lnTo>
                    <a:pt x="8255256" y="58936"/>
                  </a:lnTo>
                  <a:lnTo>
                    <a:pt x="8255382" y="58936"/>
                  </a:lnTo>
                  <a:lnTo>
                    <a:pt x="8255509" y="58936"/>
                  </a:lnTo>
                  <a:lnTo>
                    <a:pt x="8255887" y="58936"/>
                  </a:lnTo>
                  <a:lnTo>
                    <a:pt x="8256014" y="58936"/>
                  </a:lnTo>
                  <a:lnTo>
                    <a:pt x="8256140" y="58936"/>
                  </a:lnTo>
                  <a:lnTo>
                    <a:pt x="8256392" y="58936"/>
                  </a:lnTo>
                  <a:lnTo>
                    <a:pt x="8256771" y="58936"/>
                  </a:lnTo>
                  <a:lnTo>
                    <a:pt x="8256897" y="58936"/>
                  </a:lnTo>
                  <a:lnTo>
                    <a:pt x="8257024" y="58936"/>
                  </a:lnTo>
                  <a:lnTo>
                    <a:pt x="8257150" y="58936"/>
                  </a:lnTo>
                  <a:lnTo>
                    <a:pt x="8257276" y="58936"/>
                  </a:lnTo>
                  <a:lnTo>
                    <a:pt x="8257529" y="58936"/>
                  </a:lnTo>
                  <a:lnTo>
                    <a:pt x="8257655" y="58936"/>
                  </a:lnTo>
                  <a:lnTo>
                    <a:pt x="8257781" y="58936"/>
                  </a:lnTo>
                  <a:lnTo>
                    <a:pt x="8257908" y="54025"/>
                  </a:lnTo>
                  <a:lnTo>
                    <a:pt x="8258034" y="54025"/>
                  </a:lnTo>
                  <a:lnTo>
                    <a:pt x="8258160" y="54025"/>
                  </a:lnTo>
                  <a:lnTo>
                    <a:pt x="8258286" y="54025"/>
                  </a:lnTo>
                  <a:lnTo>
                    <a:pt x="8258413" y="54025"/>
                  </a:lnTo>
                  <a:lnTo>
                    <a:pt x="8258539" y="54025"/>
                  </a:lnTo>
                  <a:lnTo>
                    <a:pt x="8258665" y="54025"/>
                  </a:lnTo>
                  <a:lnTo>
                    <a:pt x="8258791" y="54025"/>
                  </a:lnTo>
                  <a:lnTo>
                    <a:pt x="8258918" y="54025"/>
                  </a:lnTo>
                  <a:lnTo>
                    <a:pt x="8259170" y="54025"/>
                  </a:lnTo>
                  <a:lnTo>
                    <a:pt x="8259928" y="54025"/>
                  </a:lnTo>
                  <a:lnTo>
                    <a:pt x="8260180" y="54025"/>
                  </a:lnTo>
                  <a:lnTo>
                    <a:pt x="8260306" y="54025"/>
                  </a:lnTo>
                  <a:lnTo>
                    <a:pt x="8260433" y="54025"/>
                  </a:lnTo>
                  <a:lnTo>
                    <a:pt x="8260559" y="54025"/>
                  </a:lnTo>
                  <a:lnTo>
                    <a:pt x="8260685" y="54025"/>
                  </a:lnTo>
                  <a:lnTo>
                    <a:pt x="8260811" y="54025"/>
                  </a:lnTo>
                  <a:lnTo>
                    <a:pt x="8261190" y="54025"/>
                  </a:lnTo>
                  <a:lnTo>
                    <a:pt x="8261316" y="54025"/>
                  </a:lnTo>
                  <a:lnTo>
                    <a:pt x="8261569" y="54025"/>
                  </a:lnTo>
                  <a:lnTo>
                    <a:pt x="8261695" y="54025"/>
                  </a:lnTo>
                  <a:lnTo>
                    <a:pt x="8261948" y="54025"/>
                  </a:lnTo>
                  <a:lnTo>
                    <a:pt x="8262200" y="54025"/>
                  </a:lnTo>
                  <a:lnTo>
                    <a:pt x="8262326" y="54025"/>
                  </a:lnTo>
                  <a:lnTo>
                    <a:pt x="8262579" y="54025"/>
                  </a:lnTo>
                  <a:lnTo>
                    <a:pt x="8262832" y="54025"/>
                  </a:lnTo>
                  <a:lnTo>
                    <a:pt x="8262958" y="54025"/>
                  </a:lnTo>
                  <a:lnTo>
                    <a:pt x="8263084" y="54025"/>
                  </a:lnTo>
                  <a:lnTo>
                    <a:pt x="8263337" y="54025"/>
                  </a:lnTo>
                  <a:lnTo>
                    <a:pt x="8263463" y="54025"/>
                  </a:lnTo>
                  <a:lnTo>
                    <a:pt x="8263715" y="54025"/>
                  </a:lnTo>
                  <a:lnTo>
                    <a:pt x="8263842" y="54025"/>
                  </a:lnTo>
                  <a:lnTo>
                    <a:pt x="8263968" y="54025"/>
                  </a:lnTo>
                  <a:lnTo>
                    <a:pt x="8264094" y="54025"/>
                  </a:lnTo>
                  <a:lnTo>
                    <a:pt x="8264220" y="54025"/>
                  </a:lnTo>
                  <a:lnTo>
                    <a:pt x="8264347" y="54025"/>
                  </a:lnTo>
                  <a:lnTo>
                    <a:pt x="8264725" y="54025"/>
                  </a:lnTo>
                  <a:lnTo>
                    <a:pt x="8264852" y="54025"/>
                  </a:lnTo>
                  <a:lnTo>
                    <a:pt x="8264978" y="54025"/>
                  </a:lnTo>
                  <a:lnTo>
                    <a:pt x="8265104" y="54025"/>
                  </a:lnTo>
                  <a:lnTo>
                    <a:pt x="8265230" y="54025"/>
                  </a:lnTo>
                  <a:lnTo>
                    <a:pt x="8265357" y="54025"/>
                  </a:lnTo>
                  <a:lnTo>
                    <a:pt x="8265609" y="54025"/>
                  </a:lnTo>
                  <a:lnTo>
                    <a:pt x="8265862" y="54025"/>
                  </a:lnTo>
                  <a:lnTo>
                    <a:pt x="8266240" y="54025"/>
                  </a:lnTo>
                  <a:lnTo>
                    <a:pt x="8266367" y="54025"/>
                  </a:lnTo>
                  <a:lnTo>
                    <a:pt x="8266619" y="54025"/>
                  </a:lnTo>
                  <a:lnTo>
                    <a:pt x="8266872" y="54025"/>
                  </a:lnTo>
                  <a:lnTo>
                    <a:pt x="8266998" y="54025"/>
                  </a:lnTo>
                  <a:lnTo>
                    <a:pt x="8267250" y="54025"/>
                  </a:lnTo>
                  <a:lnTo>
                    <a:pt x="8267377" y="54025"/>
                  </a:lnTo>
                  <a:lnTo>
                    <a:pt x="8267503" y="54025"/>
                  </a:lnTo>
                  <a:lnTo>
                    <a:pt x="8267629" y="54025"/>
                  </a:lnTo>
                  <a:lnTo>
                    <a:pt x="8267755" y="54025"/>
                  </a:lnTo>
                  <a:lnTo>
                    <a:pt x="8267882" y="54025"/>
                  </a:lnTo>
                  <a:lnTo>
                    <a:pt x="8268008" y="54025"/>
                  </a:lnTo>
                  <a:lnTo>
                    <a:pt x="8268261" y="54025"/>
                  </a:lnTo>
                  <a:lnTo>
                    <a:pt x="8268387" y="54025"/>
                  </a:lnTo>
                  <a:lnTo>
                    <a:pt x="8268513" y="54025"/>
                  </a:lnTo>
                  <a:lnTo>
                    <a:pt x="8268892" y="54025"/>
                  </a:lnTo>
                  <a:lnTo>
                    <a:pt x="8269018" y="54025"/>
                  </a:lnTo>
                  <a:lnTo>
                    <a:pt x="8269144" y="54025"/>
                  </a:lnTo>
                  <a:lnTo>
                    <a:pt x="8269397" y="54025"/>
                  </a:lnTo>
                  <a:lnTo>
                    <a:pt x="8269523" y="54025"/>
                  </a:lnTo>
                  <a:lnTo>
                    <a:pt x="8269649" y="54025"/>
                  </a:lnTo>
                  <a:lnTo>
                    <a:pt x="8269776" y="54025"/>
                  </a:lnTo>
                  <a:lnTo>
                    <a:pt x="8269902" y="54025"/>
                  </a:lnTo>
                  <a:lnTo>
                    <a:pt x="8270659" y="54025"/>
                  </a:lnTo>
                  <a:lnTo>
                    <a:pt x="8271038" y="54025"/>
                  </a:lnTo>
                  <a:lnTo>
                    <a:pt x="8271669" y="54025"/>
                  </a:lnTo>
                  <a:lnTo>
                    <a:pt x="8271796" y="54025"/>
                  </a:lnTo>
                  <a:lnTo>
                    <a:pt x="8272174" y="54025"/>
                  </a:lnTo>
                  <a:lnTo>
                    <a:pt x="8272427" y="54025"/>
                  </a:lnTo>
                  <a:lnTo>
                    <a:pt x="8272553" y="54025"/>
                  </a:lnTo>
                  <a:lnTo>
                    <a:pt x="8272806" y="54025"/>
                  </a:lnTo>
                  <a:lnTo>
                    <a:pt x="8273311" y="54025"/>
                  </a:lnTo>
                  <a:lnTo>
                    <a:pt x="8273437" y="54025"/>
                  </a:lnTo>
                  <a:lnTo>
                    <a:pt x="8273437" y="49113"/>
                  </a:lnTo>
                  <a:lnTo>
                    <a:pt x="8273563" y="49113"/>
                  </a:lnTo>
                  <a:lnTo>
                    <a:pt x="8273690" y="49113"/>
                  </a:lnTo>
                  <a:lnTo>
                    <a:pt x="8274068" y="49113"/>
                  </a:lnTo>
                  <a:lnTo>
                    <a:pt x="8274195" y="49113"/>
                  </a:lnTo>
                  <a:lnTo>
                    <a:pt x="8274321" y="49113"/>
                  </a:lnTo>
                  <a:lnTo>
                    <a:pt x="8274447" y="49113"/>
                  </a:lnTo>
                  <a:lnTo>
                    <a:pt x="8274826" y="49113"/>
                  </a:lnTo>
                  <a:lnTo>
                    <a:pt x="8274952" y="49113"/>
                  </a:lnTo>
                  <a:lnTo>
                    <a:pt x="8275205" y="49113"/>
                  </a:lnTo>
                  <a:lnTo>
                    <a:pt x="8276088" y="49113"/>
                  </a:lnTo>
                  <a:lnTo>
                    <a:pt x="8276341" y="49113"/>
                  </a:lnTo>
                  <a:lnTo>
                    <a:pt x="8276720" y="49113"/>
                  </a:lnTo>
                  <a:lnTo>
                    <a:pt x="8276846" y="49113"/>
                  </a:lnTo>
                  <a:lnTo>
                    <a:pt x="8276972" y="49113"/>
                  </a:lnTo>
                  <a:lnTo>
                    <a:pt x="8277098" y="49113"/>
                  </a:lnTo>
                  <a:lnTo>
                    <a:pt x="8277225" y="49113"/>
                  </a:lnTo>
                  <a:lnTo>
                    <a:pt x="8277351" y="49113"/>
                  </a:lnTo>
                  <a:lnTo>
                    <a:pt x="8277730" y="49113"/>
                  </a:lnTo>
                  <a:lnTo>
                    <a:pt x="8277856" y="49113"/>
                  </a:lnTo>
                  <a:lnTo>
                    <a:pt x="8277982" y="49113"/>
                  </a:lnTo>
                  <a:lnTo>
                    <a:pt x="8278108" y="49113"/>
                  </a:lnTo>
                  <a:lnTo>
                    <a:pt x="8278235" y="49113"/>
                  </a:lnTo>
                  <a:lnTo>
                    <a:pt x="8278361" y="49113"/>
                  </a:lnTo>
                  <a:lnTo>
                    <a:pt x="8278487" y="49113"/>
                  </a:lnTo>
                  <a:lnTo>
                    <a:pt x="8278866" y="49113"/>
                  </a:lnTo>
                  <a:lnTo>
                    <a:pt x="8279371" y="49113"/>
                  </a:lnTo>
                  <a:lnTo>
                    <a:pt x="8280002" y="49113"/>
                  </a:lnTo>
                  <a:lnTo>
                    <a:pt x="8280255" y="49113"/>
                  </a:lnTo>
                  <a:lnTo>
                    <a:pt x="8281012" y="49113"/>
                  </a:lnTo>
                  <a:lnTo>
                    <a:pt x="8281139" y="49113"/>
                  </a:lnTo>
                  <a:lnTo>
                    <a:pt x="8281265" y="49113"/>
                  </a:lnTo>
                  <a:lnTo>
                    <a:pt x="8281517" y="49113"/>
                  </a:lnTo>
                  <a:lnTo>
                    <a:pt x="8281644" y="49113"/>
                  </a:lnTo>
                  <a:lnTo>
                    <a:pt x="8281770" y="49113"/>
                  </a:lnTo>
                  <a:lnTo>
                    <a:pt x="8281896" y="49113"/>
                  </a:lnTo>
                  <a:lnTo>
                    <a:pt x="8282022" y="49113"/>
                  </a:lnTo>
                  <a:lnTo>
                    <a:pt x="8282149" y="49113"/>
                  </a:lnTo>
                  <a:lnTo>
                    <a:pt x="8282654" y="49113"/>
                  </a:lnTo>
                  <a:lnTo>
                    <a:pt x="8282780" y="49113"/>
                  </a:lnTo>
                  <a:lnTo>
                    <a:pt x="8282906" y="49113"/>
                  </a:lnTo>
                  <a:lnTo>
                    <a:pt x="8283032" y="49113"/>
                  </a:lnTo>
                  <a:lnTo>
                    <a:pt x="8283159" y="49113"/>
                  </a:lnTo>
                  <a:lnTo>
                    <a:pt x="8283411" y="49113"/>
                  </a:lnTo>
                  <a:lnTo>
                    <a:pt x="8283664" y="49113"/>
                  </a:lnTo>
                  <a:lnTo>
                    <a:pt x="8286063" y="49113"/>
                  </a:lnTo>
                  <a:lnTo>
                    <a:pt x="8286315" y="49113"/>
                  </a:lnTo>
                  <a:lnTo>
                    <a:pt x="8286441" y="49113"/>
                  </a:lnTo>
                  <a:lnTo>
                    <a:pt x="8286694" y="49113"/>
                  </a:lnTo>
                  <a:lnTo>
                    <a:pt x="8286946" y="49113"/>
                  </a:lnTo>
                  <a:lnTo>
                    <a:pt x="8287073" y="49113"/>
                  </a:lnTo>
                  <a:lnTo>
                    <a:pt x="8287325" y="49113"/>
                  </a:lnTo>
                  <a:lnTo>
                    <a:pt x="8287704" y="49113"/>
                  </a:lnTo>
                  <a:lnTo>
                    <a:pt x="8287830" y="49113"/>
                  </a:lnTo>
                  <a:lnTo>
                    <a:pt x="8287956" y="49113"/>
                  </a:lnTo>
                  <a:lnTo>
                    <a:pt x="8288083" y="49113"/>
                  </a:lnTo>
                  <a:lnTo>
                    <a:pt x="8288209" y="49113"/>
                  </a:lnTo>
                  <a:lnTo>
                    <a:pt x="8288461" y="49113"/>
                  </a:lnTo>
                  <a:lnTo>
                    <a:pt x="8288588" y="49113"/>
                  </a:lnTo>
                  <a:lnTo>
                    <a:pt x="8288714" y="49113"/>
                  </a:lnTo>
                  <a:lnTo>
                    <a:pt x="8288840" y="49113"/>
                  </a:lnTo>
                  <a:lnTo>
                    <a:pt x="8288967" y="49113"/>
                  </a:lnTo>
                  <a:lnTo>
                    <a:pt x="8289093" y="49113"/>
                  </a:lnTo>
                  <a:lnTo>
                    <a:pt x="8289345" y="49113"/>
                  </a:lnTo>
                  <a:lnTo>
                    <a:pt x="8289598" y="49113"/>
                  </a:lnTo>
                  <a:lnTo>
                    <a:pt x="8289850" y="49113"/>
                  </a:lnTo>
                  <a:lnTo>
                    <a:pt x="8289977" y="49113"/>
                  </a:lnTo>
                  <a:lnTo>
                    <a:pt x="8290103" y="49113"/>
                  </a:lnTo>
                  <a:lnTo>
                    <a:pt x="8290229" y="49113"/>
                  </a:lnTo>
                  <a:lnTo>
                    <a:pt x="8290482" y="49113"/>
                  </a:lnTo>
                  <a:lnTo>
                    <a:pt x="8290734" y="44202"/>
                  </a:lnTo>
                  <a:lnTo>
                    <a:pt x="8290860" y="44202"/>
                  </a:lnTo>
                  <a:lnTo>
                    <a:pt x="8290987" y="44202"/>
                  </a:lnTo>
                  <a:lnTo>
                    <a:pt x="8291113" y="44202"/>
                  </a:lnTo>
                  <a:lnTo>
                    <a:pt x="8291239" y="44202"/>
                  </a:lnTo>
                  <a:lnTo>
                    <a:pt x="8291365" y="44202"/>
                  </a:lnTo>
                  <a:lnTo>
                    <a:pt x="8291492" y="44202"/>
                  </a:lnTo>
                  <a:lnTo>
                    <a:pt x="8291744" y="44202"/>
                  </a:lnTo>
                  <a:lnTo>
                    <a:pt x="8291870" y="44202"/>
                  </a:lnTo>
                  <a:lnTo>
                    <a:pt x="8291997" y="44202"/>
                  </a:lnTo>
                  <a:lnTo>
                    <a:pt x="8292123" y="44202"/>
                  </a:lnTo>
                  <a:lnTo>
                    <a:pt x="8292628" y="44202"/>
                  </a:lnTo>
                  <a:lnTo>
                    <a:pt x="8292754" y="44202"/>
                  </a:lnTo>
                  <a:lnTo>
                    <a:pt x="8292880" y="44202"/>
                  </a:lnTo>
                  <a:lnTo>
                    <a:pt x="8293007" y="44202"/>
                  </a:lnTo>
                  <a:lnTo>
                    <a:pt x="8293385" y="44202"/>
                  </a:lnTo>
                  <a:lnTo>
                    <a:pt x="8293512" y="44202"/>
                  </a:lnTo>
                  <a:lnTo>
                    <a:pt x="8293638" y="44202"/>
                  </a:lnTo>
                  <a:lnTo>
                    <a:pt x="8293764" y="44202"/>
                  </a:lnTo>
                  <a:lnTo>
                    <a:pt x="8294017" y="44202"/>
                  </a:lnTo>
                  <a:lnTo>
                    <a:pt x="8294269" y="44202"/>
                  </a:lnTo>
                  <a:lnTo>
                    <a:pt x="8294396" y="44202"/>
                  </a:lnTo>
                  <a:lnTo>
                    <a:pt x="8294774" y="44202"/>
                  </a:lnTo>
                  <a:lnTo>
                    <a:pt x="8294901" y="44202"/>
                  </a:lnTo>
                  <a:lnTo>
                    <a:pt x="8295027" y="44202"/>
                  </a:lnTo>
                  <a:lnTo>
                    <a:pt x="8295153" y="44202"/>
                  </a:lnTo>
                  <a:lnTo>
                    <a:pt x="8295406" y="44202"/>
                  </a:lnTo>
                  <a:lnTo>
                    <a:pt x="8295658" y="44202"/>
                  </a:lnTo>
                  <a:lnTo>
                    <a:pt x="8295784" y="44202"/>
                  </a:lnTo>
                  <a:lnTo>
                    <a:pt x="8295911" y="44202"/>
                  </a:lnTo>
                  <a:lnTo>
                    <a:pt x="8296037" y="44202"/>
                  </a:lnTo>
                  <a:lnTo>
                    <a:pt x="8296163" y="44202"/>
                  </a:lnTo>
                  <a:lnTo>
                    <a:pt x="8296416" y="44202"/>
                  </a:lnTo>
                  <a:lnTo>
                    <a:pt x="8296921" y="39290"/>
                  </a:lnTo>
                  <a:lnTo>
                    <a:pt x="8297047" y="39290"/>
                  </a:lnTo>
                  <a:lnTo>
                    <a:pt x="8297173" y="39290"/>
                  </a:lnTo>
                  <a:lnTo>
                    <a:pt x="8297299" y="39290"/>
                  </a:lnTo>
                  <a:lnTo>
                    <a:pt x="8297426" y="39290"/>
                  </a:lnTo>
                  <a:lnTo>
                    <a:pt x="8297804" y="39290"/>
                  </a:lnTo>
                  <a:lnTo>
                    <a:pt x="8297931" y="39290"/>
                  </a:lnTo>
                  <a:lnTo>
                    <a:pt x="8298057" y="39290"/>
                  </a:lnTo>
                  <a:lnTo>
                    <a:pt x="8298309" y="39290"/>
                  </a:lnTo>
                  <a:lnTo>
                    <a:pt x="8298436" y="39290"/>
                  </a:lnTo>
                  <a:lnTo>
                    <a:pt x="8298814" y="39290"/>
                  </a:lnTo>
                  <a:lnTo>
                    <a:pt x="8298941" y="39290"/>
                  </a:lnTo>
                  <a:lnTo>
                    <a:pt x="8299193" y="39290"/>
                  </a:lnTo>
                  <a:lnTo>
                    <a:pt x="8299446" y="39290"/>
                  </a:lnTo>
                  <a:lnTo>
                    <a:pt x="8299572" y="39290"/>
                  </a:lnTo>
                  <a:lnTo>
                    <a:pt x="8299698" y="39290"/>
                  </a:lnTo>
                  <a:lnTo>
                    <a:pt x="8299825" y="39290"/>
                  </a:lnTo>
                  <a:lnTo>
                    <a:pt x="8300077" y="39290"/>
                  </a:lnTo>
                  <a:lnTo>
                    <a:pt x="8300203" y="39290"/>
                  </a:lnTo>
                  <a:lnTo>
                    <a:pt x="8300582" y="39290"/>
                  </a:lnTo>
                  <a:lnTo>
                    <a:pt x="8301087" y="39290"/>
                  </a:lnTo>
                  <a:lnTo>
                    <a:pt x="8301213" y="39290"/>
                  </a:lnTo>
                  <a:lnTo>
                    <a:pt x="8301340" y="39290"/>
                  </a:lnTo>
                  <a:lnTo>
                    <a:pt x="8302097" y="39290"/>
                  </a:lnTo>
                  <a:lnTo>
                    <a:pt x="8302223" y="39290"/>
                  </a:lnTo>
                  <a:lnTo>
                    <a:pt x="8302350" y="39290"/>
                  </a:lnTo>
                  <a:lnTo>
                    <a:pt x="8302476" y="39290"/>
                  </a:lnTo>
                  <a:lnTo>
                    <a:pt x="8302602" y="39290"/>
                  </a:lnTo>
                  <a:lnTo>
                    <a:pt x="8302728" y="39290"/>
                  </a:lnTo>
                  <a:lnTo>
                    <a:pt x="8302855" y="39290"/>
                  </a:lnTo>
                  <a:lnTo>
                    <a:pt x="8303107" y="39290"/>
                  </a:lnTo>
                  <a:lnTo>
                    <a:pt x="8303233" y="39290"/>
                  </a:lnTo>
                  <a:lnTo>
                    <a:pt x="8303738" y="39290"/>
                  </a:lnTo>
                  <a:lnTo>
                    <a:pt x="8303865" y="39290"/>
                  </a:lnTo>
                  <a:lnTo>
                    <a:pt x="8304496" y="39290"/>
                  </a:lnTo>
                  <a:lnTo>
                    <a:pt x="8304622" y="39290"/>
                  </a:lnTo>
                  <a:lnTo>
                    <a:pt x="8304749" y="39290"/>
                  </a:lnTo>
                  <a:lnTo>
                    <a:pt x="8305254" y="39290"/>
                  </a:lnTo>
                  <a:lnTo>
                    <a:pt x="8305380" y="39290"/>
                  </a:lnTo>
                  <a:lnTo>
                    <a:pt x="8305632" y="39290"/>
                  </a:lnTo>
                  <a:lnTo>
                    <a:pt x="8305759" y="39290"/>
                  </a:lnTo>
                  <a:lnTo>
                    <a:pt x="8306137" y="39290"/>
                  </a:lnTo>
                  <a:lnTo>
                    <a:pt x="8306264" y="39290"/>
                  </a:lnTo>
                  <a:lnTo>
                    <a:pt x="8306390" y="39290"/>
                  </a:lnTo>
                  <a:lnTo>
                    <a:pt x="8306516" y="39290"/>
                  </a:lnTo>
                  <a:lnTo>
                    <a:pt x="8306642" y="39290"/>
                  </a:lnTo>
                  <a:lnTo>
                    <a:pt x="8307147" y="39290"/>
                  </a:lnTo>
                  <a:lnTo>
                    <a:pt x="8307274" y="39290"/>
                  </a:lnTo>
                  <a:lnTo>
                    <a:pt x="8307400" y="39290"/>
                  </a:lnTo>
                  <a:lnTo>
                    <a:pt x="8307526" y="39290"/>
                  </a:lnTo>
                  <a:lnTo>
                    <a:pt x="8308031" y="39290"/>
                  </a:lnTo>
                  <a:lnTo>
                    <a:pt x="8308284" y="39290"/>
                  </a:lnTo>
                  <a:lnTo>
                    <a:pt x="8308410" y="39290"/>
                  </a:lnTo>
                  <a:lnTo>
                    <a:pt x="8308662" y="39290"/>
                  </a:lnTo>
                  <a:lnTo>
                    <a:pt x="8308789" y="39290"/>
                  </a:lnTo>
                  <a:lnTo>
                    <a:pt x="8308915" y="39290"/>
                  </a:lnTo>
                  <a:lnTo>
                    <a:pt x="8309041" y="39290"/>
                  </a:lnTo>
                  <a:lnTo>
                    <a:pt x="8309167" y="39290"/>
                  </a:lnTo>
                  <a:lnTo>
                    <a:pt x="8309420" y="39290"/>
                  </a:lnTo>
                  <a:lnTo>
                    <a:pt x="8309546" y="39290"/>
                  </a:lnTo>
                  <a:lnTo>
                    <a:pt x="8309673" y="39290"/>
                  </a:lnTo>
                  <a:lnTo>
                    <a:pt x="8309799" y="39290"/>
                  </a:lnTo>
                  <a:lnTo>
                    <a:pt x="8309925" y="39290"/>
                  </a:lnTo>
                  <a:lnTo>
                    <a:pt x="8310051" y="39290"/>
                  </a:lnTo>
                  <a:lnTo>
                    <a:pt x="8310430" y="39290"/>
                  </a:lnTo>
                  <a:lnTo>
                    <a:pt x="8310683" y="39290"/>
                  </a:lnTo>
                  <a:lnTo>
                    <a:pt x="8310809" y="39290"/>
                  </a:lnTo>
                  <a:lnTo>
                    <a:pt x="8310935" y="39290"/>
                  </a:lnTo>
                  <a:lnTo>
                    <a:pt x="8311314" y="39290"/>
                  </a:lnTo>
                  <a:lnTo>
                    <a:pt x="8311440" y="39290"/>
                  </a:lnTo>
                  <a:lnTo>
                    <a:pt x="8312198" y="39290"/>
                  </a:lnTo>
                  <a:lnTo>
                    <a:pt x="8312324" y="39290"/>
                  </a:lnTo>
                  <a:lnTo>
                    <a:pt x="8312450" y="39290"/>
                  </a:lnTo>
                  <a:lnTo>
                    <a:pt x="8312576" y="39290"/>
                  </a:lnTo>
                  <a:lnTo>
                    <a:pt x="8312829" y="39290"/>
                  </a:lnTo>
                  <a:lnTo>
                    <a:pt x="8312955" y="39290"/>
                  </a:lnTo>
                  <a:lnTo>
                    <a:pt x="8313081" y="39290"/>
                  </a:lnTo>
                  <a:lnTo>
                    <a:pt x="8313208" y="39290"/>
                  </a:lnTo>
                  <a:lnTo>
                    <a:pt x="8313334" y="39290"/>
                  </a:lnTo>
                  <a:lnTo>
                    <a:pt x="8313460" y="39290"/>
                  </a:lnTo>
                  <a:lnTo>
                    <a:pt x="8313713" y="39290"/>
                  </a:lnTo>
                  <a:lnTo>
                    <a:pt x="8313839" y="39290"/>
                  </a:lnTo>
                  <a:lnTo>
                    <a:pt x="8313965" y="39290"/>
                  </a:lnTo>
                  <a:lnTo>
                    <a:pt x="8314344" y="39290"/>
                  </a:lnTo>
                  <a:lnTo>
                    <a:pt x="8314470" y="39290"/>
                  </a:lnTo>
                  <a:lnTo>
                    <a:pt x="8314597" y="39290"/>
                  </a:lnTo>
                  <a:lnTo>
                    <a:pt x="8314723" y="39290"/>
                  </a:lnTo>
                  <a:lnTo>
                    <a:pt x="8315228" y="39290"/>
                  </a:lnTo>
                  <a:lnTo>
                    <a:pt x="8315733" y="39290"/>
                  </a:lnTo>
                  <a:lnTo>
                    <a:pt x="8315859" y="39290"/>
                  </a:lnTo>
                  <a:lnTo>
                    <a:pt x="8316112" y="39290"/>
                  </a:lnTo>
                  <a:lnTo>
                    <a:pt x="8316238" y="39290"/>
                  </a:lnTo>
                  <a:lnTo>
                    <a:pt x="8316364" y="39290"/>
                  </a:lnTo>
                  <a:lnTo>
                    <a:pt x="8316490" y="39290"/>
                  </a:lnTo>
                  <a:lnTo>
                    <a:pt x="8316617" y="39290"/>
                  </a:lnTo>
                  <a:lnTo>
                    <a:pt x="8317122" y="39290"/>
                  </a:lnTo>
                  <a:lnTo>
                    <a:pt x="8317248" y="39290"/>
                  </a:lnTo>
                  <a:lnTo>
                    <a:pt x="8317627" y="39290"/>
                  </a:lnTo>
                  <a:lnTo>
                    <a:pt x="8317753" y="39290"/>
                  </a:lnTo>
                  <a:lnTo>
                    <a:pt x="8318005" y="39290"/>
                  </a:lnTo>
                  <a:lnTo>
                    <a:pt x="8318132" y="39290"/>
                  </a:lnTo>
                  <a:lnTo>
                    <a:pt x="8318258" y="39290"/>
                  </a:lnTo>
                  <a:lnTo>
                    <a:pt x="8318384" y="39290"/>
                  </a:lnTo>
                  <a:lnTo>
                    <a:pt x="8319015" y="39290"/>
                  </a:lnTo>
                  <a:lnTo>
                    <a:pt x="8319142" y="39290"/>
                  </a:lnTo>
                  <a:lnTo>
                    <a:pt x="8319268" y="39290"/>
                  </a:lnTo>
                  <a:lnTo>
                    <a:pt x="8319394" y="39290"/>
                  </a:lnTo>
                  <a:lnTo>
                    <a:pt x="8319521" y="39290"/>
                  </a:lnTo>
                  <a:lnTo>
                    <a:pt x="8319773" y="39290"/>
                  </a:lnTo>
                  <a:lnTo>
                    <a:pt x="8319899" y="39290"/>
                  </a:lnTo>
                  <a:lnTo>
                    <a:pt x="8320026" y="39290"/>
                  </a:lnTo>
                  <a:lnTo>
                    <a:pt x="8320152" y="39290"/>
                  </a:lnTo>
                  <a:lnTo>
                    <a:pt x="8320531" y="39290"/>
                  </a:lnTo>
                  <a:lnTo>
                    <a:pt x="8320657" y="39290"/>
                  </a:lnTo>
                  <a:lnTo>
                    <a:pt x="8321036" y="39290"/>
                  </a:lnTo>
                  <a:lnTo>
                    <a:pt x="8321162" y="39290"/>
                  </a:lnTo>
                  <a:lnTo>
                    <a:pt x="8321288" y="39290"/>
                  </a:lnTo>
                  <a:lnTo>
                    <a:pt x="8321667" y="39290"/>
                  </a:lnTo>
                  <a:lnTo>
                    <a:pt x="8321919" y="39290"/>
                  </a:lnTo>
                  <a:lnTo>
                    <a:pt x="8322172" y="39290"/>
                  </a:lnTo>
                  <a:lnTo>
                    <a:pt x="8322298" y="39290"/>
                  </a:lnTo>
                  <a:lnTo>
                    <a:pt x="8322424" y="39290"/>
                  </a:lnTo>
                  <a:lnTo>
                    <a:pt x="8322551" y="39290"/>
                  </a:lnTo>
                  <a:lnTo>
                    <a:pt x="8322677" y="39290"/>
                  </a:lnTo>
                  <a:lnTo>
                    <a:pt x="8322803" y="39290"/>
                  </a:lnTo>
                  <a:lnTo>
                    <a:pt x="8323056" y="39290"/>
                  </a:lnTo>
                  <a:lnTo>
                    <a:pt x="8323182" y="39290"/>
                  </a:lnTo>
                  <a:lnTo>
                    <a:pt x="8323308" y="39290"/>
                  </a:lnTo>
                  <a:lnTo>
                    <a:pt x="8323434" y="39290"/>
                  </a:lnTo>
                  <a:lnTo>
                    <a:pt x="8323561" y="39290"/>
                  </a:lnTo>
                  <a:lnTo>
                    <a:pt x="8323687" y="39290"/>
                  </a:lnTo>
                  <a:lnTo>
                    <a:pt x="8323813" y="39290"/>
                  </a:lnTo>
                  <a:lnTo>
                    <a:pt x="8324066" y="39290"/>
                  </a:lnTo>
                  <a:lnTo>
                    <a:pt x="8324444" y="39290"/>
                  </a:lnTo>
                  <a:lnTo>
                    <a:pt x="8324571" y="39290"/>
                  </a:lnTo>
                  <a:lnTo>
                    <a:pt x="8324823" y="39290"/>
                  </a:lnTo>
                  <a:lnTo>
                    <a:pt x="8324950" y="39290"/>
                  </a:lnTo>
                  <a:lnTo>
                    <a:pt x="8325202" y="39290"/>
                  </a:lnTo>
                  <a:lnTo>
                    <a:pt x="8325581" y="39290"/>
                  </a:lnTo>
                  <a:lnTo>
                    <a:pt x="8325707" y="39290"/>
                  </a:lnTo>
                  <a:lnTo>
                    <a:pt x="8325833" y="39290"/>
                  </a:lnTo>
                  <a:lnTo>
                    <a:pt x="8325960" y="39290"/>
                  </a:lnTo>
                  <a:lnTo>
                    <a:pt x="8326086" y="39290"/>
                  </a:lnTo>
                  <a:lnTo>
                    <a:pt x="8326212" y="39290"/>
                  </a:lnTo>
                  <a:lnTo>
                    <a:pt x="8326465" y="39290"/>
                  </a:lnTo>
                  <a:lnTo>
                    <a:pt x="8326591" y="39290"/>
                  </a:lnTo>
                  <a:lnTo>
                    <a:pt x="8326970" y="39290"/>
                  </a:lnTo>
                  <a:lnTo>
                    <a:pt x="8327222" y="39290"/>
                  </a:lnTo>
                  <a:lnTo>
                    <a:pt x="8327348" y="39290"/>
                  </a:lnTo>
                  <a:lnTo>
                    <a:pt x="8327475" y="39290"/>
                  </a:lnTo>
                  <a:lnTo>
                    <a:pt x="8327601" y="39290"/>
                  </a:lnTo>
                  <a:lnTo>
                    <a:pt x="8327727" y="39290"/>
                  </a:lnTo>
                  <a:lnTo>
                    <a:pt x="8327853" y="39290"/>
                  </a:lnTo>
                  <a:lnTo>
                    <a:pt x="8327980" y="39290"/>
                  </a:lnTo>
                  <a:lnTo>
                    <a:pt x="8328106" y="39290"/>
                  </a:lnTo>
                  <a:lnTo>
                    <a:pt x="8328232" y="39290"/>
                  </a:lnTo>
                  <a:lnTo>
                    <a:pt x="8328358" y="39290"/>
                  </a:lnTo>
                  <a:lnTo>
                    <a:pt x="8328611" y="39290"/>
                  </a:lnTo>
                  <a:lnTo>
                    <a:pt x="8329747" y="39290"/>
                  </a:lnTo>
                  <a:lnTo>
                    <a:pt x="8329874" y="39290"/>
                  </a:lnTo>
                  <a:lnTo>
                    <a:pt x="8330000" y="39290"/>
                  </a:lnTo>
                  <a:lnTo>
                    <a:pt x="8330252" y="39290"/>
                  </a:lnTo>
                  <a:lnTo>
                    <a:pt x="8330379" y="39290"/>
                  </a:lnTo>
                  <a:lnTo>
                    <a:pt x="8330505" y="39290"/>
                  </a:lnTo>
                  <a:lnTo>
                    <a:pt x="8330631" y="39290"/>
                  </a:lnTo>
                  <a:lnTo>
                    <a:pt x="8330757" y="39290"/>
                  </a:lnTo>
                  <a:lnTo>
                    <a:pt x="8331136" y="39290"/>
                  </a:lnTo>
                  <a:lnTo>
                    <a:pt x="8331389" y="39290"/>
                  </a:lnTo>
                  <a:lnTo>
                    <a:pt x="8331515" y="39290"/>
                  </a:lnTo>
                  <a:lnTo>
                    <a:pt x="8331641" y="39290"/>
                  </a:lnTo>
                  <a:lnTo>
                    <a:pt x="8331767" y="39290"/>
                  </a:lnTo>
                  <a:lnTo>
                    <a:pt x="8332020" y="39290"/>
                  </a:lnTo>
                  <a:lnTo>
                    <a:pt x="8332146" y="39290"/>
                  </a:lnTo>
                  <a:lnTo>
                    <a:pt x="8332272" y="39290"/>
                  </a:lnTo>
                  <a:lnTo>
                    <a:pt x="8332777" y="39290"/>
                  </a:lnTo>
                  <a:lnTo>
                    <a:pt x="8333156" y="39290"/>
                  </a:lnTo>
                  <a:lnTo>
                    <a:pt x="8333282" y="39290"/>
                  </a:lnTo>
                  <a:lnTo>
                    <a:pt x="8333535" y="39290"/>
                  </a:lnTo>
                  <a:lnTo>
                    <a:pt x="8333661" y="39290"/>
                  </a:lnTo>
                  <a:lnTo>
                    <a:pt x="8334166" y="39290"/>
                  </a:lnTo>
                  <a:lnTo>
                    <a:pt x="8334292" y="39290"/>
                  </a:lnTo>
                  <a:lnTo>
                    <a:pt x="8334419" y="39290"/>
                  </a:lnTo>
                  <a:lnTo>
                    <a:pt x="8334924" y="39290"/>
                  </a:lnTo>
                  <a:lnTo>
                    <a:pt x="8335176" y="39290"/>
                  </a:lnTo>
                  <a:lnTo>
                    <a:pt x="8335429" y="39290"/>
                  </a:lnTo>
                  <a:lnTo>
                    <a:pt x="8335555" y="39290"/>
                  </a:lnTo>
                  <a:lnTo>
                    <a:pt x="8335681" y="39290"/>
                  </a:lnTo>
                  <a:lnTo>
                    <a:pt x="8336060" y="39290"/>
                  </a:lnTo>
                  <a:lnTo>
                    <a:pt x="8336186" y="39290"/>
                  </a:lnTo>
                  <a:lnTo>
                    <a:pt x="8336313" y="39290"/>
                  </a:lnTo>
                  <a:lnTo>
                    <a:pt x="8336439" y="39290"/>
                  </a:lnTo>
                  <a:lnTo>
                    <a:pt x="8336565" y="39290"/>
                  </a:lnTo>
                  <a:lnTo>
                    <a:pt x="8336691" y="39290"/>
                  </a:lnTo>
                  <a:lnTo>
                    <a:pt x="8336818" y="39290"/>
                  </a:lnTo>
                  <a:lnTo>
                    <a:pt x="8336944" y="39290"/>
                  </a:lnTo>
                  <a:lnTo>
                    <a:pt x="8337196" y="39290"/>
                  </a:lnTo>
                  <a:lnTo>
                    <a:pt x="8337323" y="39290"/>
                  </a:lnTo>
                  <a:lnTo>
                    <a:pt x="8337449" y="39290"/>
                  </a:lnTo>
                  <a:lnTo>
                    <a:pt x="8337701" y="39290"/>
                  </a:lnTo>
                  <a:lnTo>
                    <a:pt x="8337828" y="39290"/>
                  </a:lnTo>
                  <a:lnTo>
                    <a:pt x="8338080" y="39290"/>
                  </a:lnTo>
                  <a:lnTo>
                    <a:pt x="8338206" y="39290"/>
                  </a:lnTo>
                  <a:lnTo>
                    <a:pt x="8338711" y="39290"/>
                  </a:lnTo>
                  <a:lnTo>
                    <a:pt x="8339090" y="39290"/>
                  </a:lnTo>
                  <a:lnTo>
                    <a:pt x="8339216" y="39290"/>
                  </a:lnTo>
                  <a:lnTo>
                    <a:pt x="8339595" y="39290"/>
                  </a:lnTo>
                  <a:lnTo>
                    <a:pt x="8339721" y="39290"/>
                  </a:lnTo>
                  <a:lnTo>
                    <a:pt x="8339848" y="39290"/>
                  </a:lnTo>
                  <a:lnTo>
                    <a:pt x="8340100" y="39290"/>
                  </a:lnTo>
                  <a:lnTo>
                    <a:pt x="8340227" y="39290"/>
                  </a:lnTo>
                  <a:lnTo>
                    <a:pt x="8340479" y="39290"/>
                  </a:lnTo>
                  <a:lnTo>
                    <a:pt x="8340605" y="39290"/>
                  </a:lnTo>
                  <a:lnTo>
                    <a:pt x="8340732" y="39290"/>
                  </a:lnTo>
                  <a:lnTo>
                    <a:pt x="8341110" y="39290"/>
                  </a:lnTo>
                  <a:lnTo>
                    <a:pt x="8341363" y="39290"/>
                  </a:lnTo>
                  <a:lnTo>
                    <a:pt x="8341615" y="39290"/>
                  </a:lnTo>
                  <a:lnTo>
                    <a:pt x="8341742" y="39290"/>
                  </a:lnTo>
                  <a:lnTo>
                    <a:pt x="8341868" y="39290"/>
                  </a:lnTo>
                  <a:lnTo>
                    <a:pt x="8341994" y="39290"/>
                  </a:lnTo>
                  <a:lnTo>
                    <a:pt x="8342499" y="39290"/>
                  </a:lnTo>
                  <a:lnTo>
                    <a:pt x="8342625" y="39290"/>
                  </a:lnTo>
                  <a:lnTo>
                    <a:pt x="8342752" y="39290"/>
                  </a:lnTo>
                  <a:lnTo>
                    <a:pt x="8343004" y="39290"/>
                  </a:lnTo>
                  <a:lnTo>
                    <a:pt x="8343130" y="39290"/>
                  </a:lnTo>
                  <a:lnTo>
                    <a:pt x="8343257" y="39290"/>
                  </a:lnTo>
                  <a:lnTo>
                    <a:pt x="8343635" y="39290"/>
                  </a:lnTo>
                  <a:lnTo>
                    <a:pt x="8343762" y="39290"/>
                  </a:lnTo>
                  <a:lnTo>
                    <a:pt x="8343888" y="39290"/>
                  </a:lnTo>
                  <a:lnTo>
                    <a:pt x="8344140" y="39290"/>
                  </a:lnTo>
                  <a:lnTo>
                    <a:pt x="8344267" y="39290"/>
                  </a:lnTo>
                  <a:lnTo>
                    <a:pt x="8344519" y="39290"/>
                  </a:lnTo>
                  <a:lnTo>
                    <a:pt x="8344898" y="39290"/>
                  </a:lnTo>
                  <a:lnTo>
                    <a:pt x="8345024" y="39290"/>
                  </a:lnTo>
                  <a:lnTo>
                    <a:pt x="8345150" y="39290"/>
                  </a:lnTo>
                  <a:lnTo>
                    <a:pt x="8345529" y="39290"/>
                  </a:lnTo>
                  <a:lnTo>
                    <a:pt x="8346034" y="39290"/>
                  </a:lnTo>
                  <a:lnTo>
                    <a:pt x="8346539" y="39290"/>
                  </a:lnTo>
                  <a:lnTo>
                    <a:pt x="8346792" y="39290"/>
                  </a:lnTo>
                  <a:lnTo>
                    <a:pt x="8346918" y="39290"/>
                  </a:lnTo>
                  <a:lnTo>
                    <a:pt x="8347044" y="39290"/>
                  </a:lnTo>
                  <a:lnTo>
                    <a:pt x="8347171" y="39290"/>
                  </a:lnTo>
                  <a:lnTo>
                    <a:pt x="8347297" y="39290"/>
                  </a:lnTo>
                  <a:lnTo>
                    <a:pt x="8347423" y="39290"/>
                  </a:lnTo>
                  <a:lnTo>
                    <a:pt x="8347802" y="39290"/>
                  </a:lnTo>
                  <a:lnTo>
                    <a:pt x="8348054" y="39290"/>
                  </a:lnTo>
                  <a:lnTo>
                    <a:pt x="8348307" y="39290"/>
                  </a:lnTo>
                  <a:lnTo>
                    <a:pt x="8348559" y="39290"/>
                  </a:lnTo>
                  <a:lnTo>
                    <a:pt x="8348686" y="39290"/>
                  </a:lnTo>
                  <a:lnTo>
                    <a:pt x="8348812" y="39290"/>
                  </a:lnTo>
                  <a:lnTo>
                    <a:pt x="8348938" y="39290"/>
                  </a:lnTo>
                  <a:lnTo>
                    <a:pt x="8349064" y="39290"/>
                  </a:lnTo>
                  <a:lnTo>
                    <a:pt x="8349191" y="39290"/>
                  </a:lnTo>
                  <a:lnTo>
                    <a:pt x="8349443" y="39290"/>
                  </a:lnTo>
                  <a:lnTo>
                    <a:pt x="8349569" y="39290"/>
                  </a:lnTo>
                  <a:lnTo>
                    <a:pt x="8349696" y="39290"/>
                  </a:lnTo>
                  <a:lnTo>
                    <a:pt x="8349948" y="39290"/>
                  </a:lnTo>
                  <a:lnTo>
                    <a:pt x="8350958" y="39290"/>
                  </a:lnTo>
                  <a:lnTo>
                    <a:pt x="8351085" y="39290"/>
                  </a:lnTo>
                  <a:lnTo>
                    <a:pt x="8351211" y="39290"/>
                  </a:lnTo>
                  <a:lnTo>
                    <a:pt x="8351590" y="39290"/>
                  </a:lnTo>
                  <a:lnTo>
                    <a:pt x="8351716" y="39290"/>
                  </a:lnTo>
                  <a:lnTo>
                    <a:pt x="8351842" y="39290"/>
                  </a:lnTo>
                  <a:lnTo>
                    <a:pt x="8351968" y="39290"/>
                  </a:lnTo>
                  <a:lnTo>
                    <a:pt x="8352095" y="39290"/>
                  </a:lnTo>
                  <a:lnTo>
                    <a:pt x="8352347" y="39290"/>
                  </a:lnTo>
                  <a:lnTo>
                    <a:pt x="8352600" y="39290"/>
                  </a:lnTo>
                  <a:lnTo>
                    <a:pt x="8352726" y="39290"/>
                  </a:lnTo>
                  <a:lnTo>
                    <a:pt x="8352852" y="39290"/>
                  </a:lnTo>
                  <a:lnTo>
                    <a:pt x="8353231" y="39290"/>
                  </a:lnTo>
                  <a:lnTo>
                    <a:pt x="8353357" y="39290"/>
                  </a:lnTo>
                  <a:lnTo>
                    <a:pt x="8353483" y="39290"/>
                  </a:lnTo>
                  <a:lnTo>
                    <a:pt x="8353736" y="39290"/>
                  </a:lnTo>
                  <a:lnTo>
                    <a:pt x="8353862" y="39290"/>
                  </a:lnTo>
                  <a:lnTo>
                    <a:pt x="8353988" y="39290"/>
                  </a:lnTo>
                  <a:lnTo>
                    <a:pt x="8354241" y="39290"/>
                  </a:lnTo>
                  <a:lnTo>
                    <a:pt x="8354367" y="39290"/>
                  </a:lnTo>
                  <a:lnTo>
                    <a:pt x="8354493" y="39290"/>
                  </a:lnTo>
                  <a:lnTo>
                    <a:pt x="8354998" y="39290"/>
                  </a:lnTo>
                  <a:lnTo>
                    <a:pt x="8355125" y="39290"/>
                  </a:lnTo>
                  <a:lnTo>
                    <a:pt x="8355251" y="39290"/>
                  </a:lnTo>
                  <a:lnTo>
                    <a:pt x="8355756" y="39290"/>
                  </a:lnTo>
                  <a:lnTo>
                    <a:pt x="8355882" y="39290"/>
                  </a:lnTo>
                  <a:lnTo>
                    <a:pt x="8356009" y="39290"/>
                  </a:lnTo>
                  <a:lnTo>
                    <a:pt x="8356135" y="39290"/>
                  </a:lnTo>
                  <a:lnTo>
                    <a:pt x="8356261" y="39290"/>
                  </a:lnTo>
                  <a:lnTo>
                    <a:pt x="8356640" y="39290"/>
                  </a:lnTo>
                  <a:lnTo>
                    <a:pt x="8356892" y="39290"/>
                  </a:lnTo>
                  <a:lnTo>
                    <a:pt x="8357019" y="39290"/>
                  </a:lnTo>
                  <a:lnTo>
                    <a:pt x="8357145" y="39290"/>
                  </a:lnTo>
                  <a:lnTo>
                    <a:pt x="8357271" y="39290"/>
                  </a:lnTo>
                  <a:lnTo>
                    <a:pt x="8357397" y="39290"/>
                  </a:lnTo>
                  <a:lnTo>
                    <a:pt x="8357650" y="39290"/>
                  </a:lnTo>
                  <a:lnTo>
                    <a:pt x="8357776" y="39290"/>
                  </a:lnTo>
                  <a:lnTo>
                    <a:pt x="8357902" y="39290"/>
                  </a:lnTo>
                  <a:lnTo>
                    <a:pt x="8358029" y="39290"/>
                  </a:lnTo>
                  <a:lnTo>
                    <a:pt x="8358281" y="39290"/>
                  </a:lnTo>
                  <a:lnTo>
                    <a:pt x="8358407" y="39290"/>
                  </a:lnTo>
                  <a:lnTo>
                    <a:pt x="8358912" y="39290"/>
                  </a:lnTo>
                  <a:lnTo>
                    <a:pt x="8359291" y="39290"/>
                  </a:lnTo>
                  <a:lnTo>
                    <a:pt x="8359922" y="34379"/>
                  </a:lnTo>
                  <a:lnTo>
                    <a:pt x="8360049" y="34379"/>
                  </a:lnTo>
                  <a:lnTo>
                    <a:pt x="8360175" y="34379"/>
                  </a:lnTo>
                  <a:lnTo>
                    <a:pt x="8360301" y="34379"/>
                  </a:lnTo>
                  <a:lnTo>
                    <a:pt x="8360427" y="34379"/>
                  </a:lnTo>
                  <a:lnTo>
                    <a:pt x="8360680" y="34379"/>
                  </a:lnTo>
                  <a:lnTo>
                    <a:pt x="8360806" y="34379"/>
                  </a:lnTo>
                  <a:lnTo>
                    <a:pt x="8361059" y="34379"/>
                  </a:lnTo>
                  <a:lnTo>
                    <a:pt x="8361185" y="34379"/>
                  </a:lnTo>
                  <a:lnTo>
                    <a:pt x="8361438" y="34379"/>
                  </a:lnTo>
                  <a:lnTo>
                    <a:pt x="8361564" y="34379"/>
                  </a:lnTo>
                  <a:lnTo>
                    <a:pt x="8361690" y="34379"/>
                  </a:lnTo>
                  <a:lnTo>
                    <a:pt x="8361816" y="34379"/>
                  </a:lnTo>
                  <a:lnTo>
                    <a:pt x="8361943" y="34379"/>
                  </a:lnTo>
                  <a:lnTo>
                    <a:pt x="8362069" y="34379"/>
                  </a:lnTo>
                  <a:lnTo>
                    <a:pt x="8362321" y="34379"/>
                  </a:lnTo>
                  <a:lnTo>
                    <a:pt x="8362448" y="34379"/>
                  </a:lnTo>
                  <a:lnTo>
                    <a:pt x="8362574" y="34379"/>
                  </a:lnTo>
                  <a:lnTo>
                    <a:pt x="8362700" y="34379"/>
                  </a:lnTo>
                  <a:lnTo>
                    <a:pt x="8362826" y="34379"/>
                  </a:lnTo>
                  <a:lnTo>
                    <a:pt x="8363079" y="34379"/>
                  </a:lnTo>
                  <a:lnTo>
                    <a:pt x="8363331" y="34379"/>
                  </a:lnTo>
                  <a:lnTo>
                    <a:pt x="8363458" y="34379"/>
                  </a:lnTo>
                  <a:lnTo>
                    <a:pt x="8363584" y="34379"/>
                  </a:lnTo>
                  <a:lnTo>
                    <a:pt x="8363710" y="34379"/>
                  </a:lnTo>
                  <a:lnTo>
                    <a:pt x="8363836" y="34379"/>
                  </a:lnTo>
                  <a:lnTo>
                    <a:pt x="8363963" y="34379"/>
                  </a:lnTo>
                  <a:lnTo>
                    <a:pt x="8364089" y="34379"/>
                  </a:lnTo>
                  <a:lnTo>
                    <a:pt x="8364341" y="34379"/>
                  </a:lnTo>
                  <a:lnTo>
                    <a:pt x="8364468" y="34379"/>
                  </a:lnTo>
                  <a:lnTo>
                    <a:pt x="8364720" y="34379"/>
                  </a:lnTo>
                  <a:lnTo>
                    <a:pt x="8364846" y="34379"/>
                  </a:lnTo>
                  <a:lnTo>
                    <a:pt x="8364973" y="34379"/>
                  </a:lnTo>
                  <a:lnTo>
                    <a:pt x="8365099" y="34379"/>
                  </a:lnTo>
                  <a:lnTo>
                    <a:pt x="8365225" y="34379"/>
                  </a:lnTo>
                  <a:lnTo>
                    <a:pt x="8365478" y="34379"/>
                  </a:lnTo>
                  <a:lnTo>
                    <a:pt x="8365604" y="34379"/>
                  </a:lnTo>
                  <a:lnTo>
                    <a:pt x="8365730" y="34379"/>
                  </a:lnTo>
                  <a:lnTo>
                    <a:pt x="8365983" y="34379"/>
                  </a:lnTo>
                  <a:lnTo>
                    <a:pt x="8366235" y="34379"/>
                  </a:lnTo>
                  <a:lnTo>
                    <a:pt x="8366362" y="34379"/>
                  </a:lnTo>
                  <a:lnTo>
                    <a:pt x="8366488" y="34379"/>
                  </a:lnTo>
                  <a:lnTo>
                    <a:pt x="8366867" y="34379"/>
                  </a:lnTo>
                  <a:lnTo>
                    <a:pt x="8366993" y="34379"/>
                  </a:lnTo>
                  <a:lnTo>
                    <a:pt x="8367119" y="34379"/>
                  </a:lnTo>
                  <a:lnTo>
                    <a:pt x="8367245" y="34379"/>
                  </a:lnTo>
                  <a:lnTo>
                    <a:pt x="8367372" y="34379"/>
                  </a:lnTo>
                  <a:lnTo>
                    <a:pt x="8367498" y="34379"/>
                  </a:lnTo>
                  <a:lnTo>
                    <a:pt x="8367624" y="34379"/>
                  </a:lnTo>
                  <a:lnTo>
                    <a:pt x="8367750" y="34379"/>
                  </a:lnTo>
                  <a:lnTo>
                    <a:pt x="8367877" y="34379"/>
                  </a:lnTo>
                  <a:lnTo>
                    <a:pt x="8368003" y="34379"/>
                  </a:lnTo>
                  <a:lnTo>
                    <a:pt x="8368255" y="34379"/>
                  </a:lnTo>
                  <a:lnTo>
                    <a:pt x="8368634" y="34379"/>
                  </a:lnTo>
                  <a:lnTo>
                    <a:pt x="8368760" y="34379"/>
                  </a:lnTo>
                  <a:lnTo>
                    <a:pt x="8369139" y="34379"/>
                  </a:lnTo>
                  <a:lnTo>
                    <a:pt x="8369265" y="34379"/>
                  </a:lnTo>
                  <a:lnTo>
                    <a:pt x="8369392" y="34379"/>
                  </a:lnTo>
                  <a:lnTo>
                    <a:pt x="8369518" y="34379"/>
                  </a:lnTo>
                  <a:lnTo>
                    <a:pt x="8369644" y="34379"/>
                  </a:lnTo>
                  <a:lnTo>
                    <a:pt x="8369770" y="34379"/>
                  </a:lnTo>
                  <a:lnTo>
                    <a:pt x="8369897" y="34379"/>
                  </a:lnTo>
                  <a:lnTo>
                    <a:pt x="8370149" y="34379"/>
                  </a:lnTo>
                  <a:lnTo>
                    <a:pt x="8370528" y="34379"/>
                  </a:lnTo>
                  <a:lnTo>
                    <a:pt x="8370654" y="34379"/>
                  </a:lnTo>
                  <a:lnTo>
                    <a:pt x="8370907" y="34379"/>
                  </a:lnTo>
                  <a:lnTo>
                    <a:pt x="8371033" y="34379"/>
                  </a:lnTo>
                  <a:lnTo>
                    <a:pt x="8371286" y="34379"/>
                  </a:lnTo>
                  <a:lnTo>
                    <a:pt x="8371791" y="34379"/>
                  </a:lnTo>
                  <a:lnTo>
                    <a:pt x="8371917" y="34379"/>
                  </a:lnTo>
                  <a:lnTo>
                    <a:pt x="8372043" y="34379"/>
                  </a:lnTo>
                  <a:lnTo>
                    <a:pt x="8372296" y="34379"/>
                  </a:lnTo>
                  <a:lnTo>
                    <a:pt x="8372422" y="34379"/>
                  </a:lnTo>
                  <a:lnTo>
                    <a:pt x="8372548" y="34379"/>
                  </a:lnTo>
                  <a:lnTo>
                    <a:pt x="8372674" y="34379"/>
                  </a:lnTo>
                  <a:lnTo>
                    <a:pt x="8372801" y="34379"/>
                  </a:lnTo>
                  <a:lnTo>
                    <a:pt x="8373053" y="34379"/>
                  </a:lnTo>
                  <a:lnTo>
                    <a:pt x="8373306" y="34379"/>
                  </a:lnTo>
                  <a:lnTo>
                    <a:pt x="8373432" y="34379"/>
                  </a:lnTo>
                  <a:lnTo>
                    <a:pt x="8373811" y="34379"/>
                  </a:lnTo>
                  <a:lnTo>
                    <a:pt x="8373937" y="34379"/>
                  </a:lnTo>
                  <a:lnTo>
                    <a:pt x="8374063" y="34379"/>
                  </a:lnTo>
                  <a:lnTo>
                    <a:pt x="8374189" y="34379"/>
                  </a:lnTo>
                  <a:lnTo>
                    <a:pt x="8374316" y="34379"/>
                  </a:lnTo>
                  <a:lnTo>
                    <a:pt x="8374442" y="34379"/>
                  </a:lnTo>
                  <a:lnTo>
                    <a:pt x="8374568" y="34379"/>
                  </a:lnTo>
                  <a:lnTo>
                    <a:pt x="8374821" y="34379"/>
                  </a:lnTo>
                  <a:lnTo>
                    <a:pt x="8375326" y="34379"/>
                  </a:lnTo>
                  <a:lnTo>
                    <a:pt x="8375452" y="34379"/>
                  </a:lnTo>
                  <a:lnTo>
                    <a:pt x="8375704" y="34379"/>
                  </a:lnTo>
                  <a:lnTo>
                    <a:pt x="8375831" y="34379"/>
                  </a:lnTo>
                  <a:lnTo>
                    <a:pt x="8376083" y="34379"/>
                  </a:lnTo>
                  <a:lnTo>
                    <a:pt x="8376210" y="34379"/>
                  </a:lnTo>
                  <a:lnTo>
                    <a:pt x="8376462" y="34379"/>
                  </a:lnTo>
                  <a:lnTo>
                    <a:pt x="8376588" y="34379"/>
                  </a:lnTo>
                  <a:lnTo>
                    <a:pt x="8376715" y="34379"/>
                  </a:lnTo>
                  <a:lnTo>
                    <a:pt x="8377093" y="34379"/>
                  </a:lnTo>
                  <a:lnTo>
                    <a:pt x="8377220" y="34379"/>
                  </a:lnTo>
                  <a:lnTo>
                    <a:pt x="8377346" y="34379"/>
                  </a:lnTo>
                  <a:lnTo>
                    <a:pt x="8377472" y="34379"/>
                  </a:lnTo>
                  <a:lnTo>
                    <a:pt x="8377725" y="34379"/>
                  </a:lnTo>
                  <a:lnTo>
                    <a:pt x="8377977" y="34379"/>
                  </a:lnTo>
                  <a:lnTo>
                    <a:pt x="8378230" y="34379"/>
                  </a:lnTo>
                  <a:lnTo>
                    <a:pt x="8378482" y="34379"/>
                  </a:lnTo>
                  <a:lnTo>
                    <a:pt x="8378608" y="34379"/>
                  </a:lnTo>
                  <a:lnTo>
                    <a:pt x="8378735" y="34379"/>
                  </a:lnTo>
                  <a:lnTo>
                    <a:pt x="8378987" y="34379"/>
                  </a:lnTo>
                  <a:lnTo>
                    <a:pt x="8379492" y="34379"/>
                  </a:lnTo>
                  <a:lnTo>
                    <a:pt x="8379618" y="34379"/>
                  </a:lnTo>
                  <a:lnTo>
                    <a:pt x="8379745" y="34379"/>
                  </a:lnTo>
                  <a:lnTo>
                    <a:pt x="8379871" y="34379"/>
                  </a:lnTo>
                  <a:lnTo>
                    <a:pt x="8380123" y="34379"/>
                  </a:lnTo>
                  <a:lnTo>
                    <a:pt x="8380250" y="34379"/>
                  </a:lnTo>
                  <a:lnTo>
                    <a:pt x="8380376" y="34379"/>
                  </a:lnTo>
                  <a:lnTo>
                    <a:pt x="8380502" y="34379"/>
                  </a:lnTo>
                  <a:lnTo>
                    <a:pt x="8380628" y="34379"/>
                  </a:lnTo>
                  <a:lnTo>
                    <a:pt x="8380755" y="34379"/>
                  </a:lnTo>
                  <a:lnTo>
                    <a:pt x="8380881" y="34379"/>
                  </a:lnTo>
                  <a:lnTo>
                    <a:pt x="8381007" y="34379"/>
                  </a:lnTo>
                  <a:lnTo>
                    <a:pt x="8381133" y="34379"/>
                  </a:lnTo>
                  <a:lnTo>
                    <a:pt x="8381765" y="34379"/>
                  </a:lnTo>
                  <a:lnTo>
                    <a:pt x="8381891" y="34379"/>
                  </a:lnTo>
                  <a:lnTo>
                    <a:pt x="8382017" y="34379"/>
                  </a:lnTo>
                  <a:lnTo>
                    <a:pt x="8382144" y="34379"/>
                  </a:lnTo>
                  <a:lnTo>
                    <a:pt x="8382270" y="34379"/>
                  </a:lnTo>
                  <a:lnTo>
                    <a:pt x="8382522" y="34379"/>
                  </a:lnTo>
                  <a:lnTo>
                    <a:pt x="8382775" y="34379"/>
                  </a:lnTo>
                  <a:lnTo>
                    <a:pt x="8382901" y="34379"/>
                  </a:lnTo>
                  <a:lnTo>
                    <a:pt x="8383027" y="34379"/>
                  </a:lnTo>
                  <a:lnTo>
                    <a:pt x="8383280" y="34379"/>
                  </a:lnTo>
                  <a:lnTo>
                    <a:pt x="8383406" y="34379"/>
                  </a:lnTo>
                  <a:lnTo>
                    <a:pt x="8383532" y="34379"/>
                  </a:lnTo>
                  <a:lnTo>
                    <a:pt x="8383659" y="34379"/>
                  </a:lnTo>
                  <a:lnTo>
                    <a:pt x="8384290" y="34379"/>
                  </a:lnTo>
                  <a:lnTo>
                    <a:pt x="8384669" y="34379"/>
                  </a:lnTo>
                  <a:lnTo>
                    <a:pt x="8384795" y="34379"/>
                  </a:lnTo>
                  <a:lnTo>
                    <a:pt x="8384921" y="34379"/>
                  </a:lnTo>
                  <a:lnTo>
                    <a:pt x="8385047" y="34379"/>
                  </a:lnTo>
                  <a:lnTo>
                    <a:pt x="8385174" y="34379"/>
                  </a:lnTo>
                  <a:lnTo>
                    <a:pt x="8385300" y="34379"/>
                  </a:lnTo>
                  <a:lnTo>
                    <a:pt x="8385426" y="34379"/>
                  </a:lnTo>
                  <a:lnTo>
                    <a:pt x="8385805" y="34379"/>
                  </a:lnTo>
                  <a:lnTo>
                    <a:pt x="8385931" y="34379"/>
                  </a:lnTo>
                  <a:lnTo>
                    <a:pt x="8386057" y="34379"/>
                  </a:lnTo>
                  <a:lnTo>
                    <a:pt x="8386184" y="34379"/>
                  </a:lnTo>
                  <a:lnTo>
                    <a:pt x="8386310" y="34379"/>
                  </a:lnTo>
                  <a:lnTo>
                    <a:pt x="8386436" y="34379"/>
                  </a:lnTo>
                  <a:lnTo>
                    <a:pt x="8386563" y="34379"/>
                  </a:lnTo>
                  <a:lnTo>
                    <a:pt x="8386689" y="34379"/>
                  </a:lnTo>
                  <a:lnTo>
                    <a:pt x="8386815" y="34379"/>
                  </a:lnTo>
                  <a:lnTo>
                    <a:pt x="8386941" y="34379"/>
                  </a:lnTo>
                  <a:lnTo>
                    <a:pt x="8387194" y="34379"/>
                  </a:lnTo>
                  <a:lnTo>
                    <a:pt x="8387320" y="34379"/>
                  </a:lnTo>
                  <a:lnTo>
                    <a:pt x="8387446" y="34379"/>
                  </a:lnTo>
                  <a:lnTo>
                    <a:pt x="8387573" y="34379"/>
                  </a:lnTo>
                  <a:lnTo>
                    <a:pt x="8387825" y="34379"/>
                  </a:lnTo>
                  <a:lnTo>
                    <a:pt x="8387951" y="34379"/>
                  </a:lnTo>
                  <a:lnTo>
                    <a:pt x="8388204" y="34379"/>
                  </a:lnTo>
                  <a:lnTo>
                    <a:pt x="8388456" y="34379"/>
                  </a:lnTo>
                  <a:lnTo>
                    <a:pt x="8388709" y="34379"/>
                  </a:lnTo>
                  <a:lnTo>
                    <a:pt x="8389340" y="34379"/>
                  </a:lnTo>
                  <a:lnTo>
                    <a:pt x="8389466" y="34379"/>
                  </a:lnTo>
                  <a:lnTo>
                    <a:pt x="8389593" y="34379"/>
                  </a:lnTo>
                  <a:lnTo>
                    <a:pt x="8389719" y="34379"/>
                  </a:lnTo>
                  <a:lnTo>
                    <a:pt x="8389845" y="34379"/>
                  </a:lnTo>
                  <a:lnTo>
                    <a:pt x="8390098" y="34379"/>
                  </a:lnTo>
                  <a:lnTo>
                    <a:pt x="8390476" y="34379"/>
                  </a:lnTo>
                  <a:lnTo>
                    <a:pt x="8390603" y="34379"/>
                  </a:lnTo>
                  <a:lnTo>
                    <a:pt x="8390729" y="34379"/>
                  </a:lnTo>
                  <a:lnTo>
                    <a:pt x="8390855" y="34379"/>
                  </a:lnTo>
                  <a:lnTo>
                    <a:pt x="8390981" y="34379"/>
                  </a:lnTo>
                  <a:lnTo>
                    <a:pt x="8391108" y="34379"/>
                  </a:lnTo>
                  <a:lnTo>
                    <a:pt x="8391234" y="34379"/>
                  </a:lnTo>
                  <a:lnTo>
                    <a:pt x="8391234" y="29468"/>
                  </a:lnTo>
                  <a:lnTo>
                    <a:pt x="8391360" y="29468"/>
                  </a:lnTo>
                  <a:lnTo>
                    <a:pt x="8391486" y="29468"/>
                  </a:lnTo>
                  <a:lnTo>
                    <a:pt x="8391739" y="29468"/>
                  </a:lnTo>
                  <a:lnTo>
                    <a:pt x="8391865" y="29468"/>
                  </a:lnTo>
                  <a:lnTo>
                    <a:pt x="8391992" y="29468"/>
                  </a:lnTo>
                  <a:lnTo>
                    <a:pt x="8392118" y="29468"/>
                  </a:lnTo>
                  <a:lnTo>
                    <a:pt x="8392244" y="29468"/>
                  </a:lnTo>
                  <a:lnTo>
                    <a:pt x="8392497" y="29468"/>
                  </a:lnTo>
                  <a:lnTo>
                    <a:pt x="8392623" y="29468"/>
                  </a:lnTo>
                  <a:lnTo>
                    <a:pt x="8392749" y="29468"/>
                  </a:lnTo>
                  <a:lnTo>
                    <a:pt x="8393128" y="29468"/>
                  </a:lnTo>
                  <a:lnTo>
                    <a:pt x="8393254" y="29468"/>
                  </a:lnTo>
                  <a:lnTo>
                    <a:pt x="8393507" y="29468"/>
                  </a:lnTo>
                  <a:lnTo>
                    <a:pt x="8393633" y="29468"/>
                  </a:lnTo>
                  <a:lnTo>
                    <a:pt x="8393759" y="29468"/>
                  </a:lnTo>
                  <a:lnTo>
                    <a:pt x="8393885" y="29468"/>
                  </a:lnTo>
                  <a:lnTo>
                    <a:pt x="8394012" y="29468"/>
                  </a:lnTo>
                  <a:lnTo>
                    <a:pt x="8394138" y="29468"/>
                  </a:lnTo>
                  <a:lnTo>
                    <a:pt x="8394264" y="29468"/>
                  </a:lnTo>
                  <a:lnTo>
                    <a:pt x="8394517" y="29468"/>
                  </a:lnTo>
                  <a:lnTo>
                    <a:pt x="8394643" y="29468"/>
                  </a:lnTo>
                  <a:lnTo>
                    <a:pt x="8394769" y="29468"/>
                  </a:lnTo>
                  <a:lnTo>
                    <a:pt x="8394895" y="29468"/>
                  </a:lnTo>
                  <a:lnTo>
                    <a:pt x="8395022" y="29468"/>
                  </a:lnTo>
                  <a:lnTo>
                    <a:pt x="8395274" y="29468"/>
                  </a:lnTo>
                  <a:lnTo>
                    <a:pt x="8395400" y="29468"/>
                  </a:lnTo>
                  <a:lnTo>
                    <a:pt x="8395653" y="29468"/>
                  </a:lnTo>
                  <a:lnTo>
                    <a:pt x="8395779" y="29468"/>
                  </a:lnTo>
                  <a:lnTo>
                    <a:pt x="8395905" y="29468"/>
                  </a:lnTo>
                  <a:lnTo>
                    <a:pt x="8396032" y="29468"/>
                  </a:lnTo>
                  <a:lnTo>
                    <a:pt x="8396284" y="29468"/>
                  </a:lnTo>
                  <a:lnTo>
                    <a:pt x="8396410" y="29468"/>
                  </a:lnTo>
                  <a:lnTo>
                    <a:pt x="8396537" y="29468"/>
                  </a:lnTo>
                  <a:lnTo>
                    <a:pt x="8396663" y="29468"/>
                  </a:lnTo>
                  <a:lnTo>
                    <a:pt x="8396916" y="29468"/>
                  </a:lnTo>
                  <a:lnTo>
                    <a:pt x="8397168" y="29468"/>
                  </a:lnTo>
                  <a:lnTo>
                    <a:pt x="8397294" y="29468"/>
                  </a:lnTo>
                  <a:lnTo>
                    <a:pt x="8397421" y="29468"/>
                  </a:lnTo>
                  <a:lnTo>
                    <a:pt x="8397799" y="29468"/>
                  </a:lnTo>
                  <a:lnTo>
                    <a:pt x="8397926" y="29468"/>
                  </a:lnTo>
                  <a:lnTo>
                    <a:pt x="8398178" y="29468"/>
                  </a:lnTo>
                  <a:lnTo>
                    <a:pt x="8398304" y="29468"/>
                  </a:lnTo>
                  <a:lnTo>
                    <a:pt x="8398431" y="29468"/>
                  </a:lnTo>
                  <a:lnTo>
                    <a:pt x="8398557" y="29468"/>
                  </a:lnTo>
                  <a:lnTo>
                    <a:pt x="8398683" y="29468"/>
                  </a:lnTo>
                  <a:lnTo>
                    <a:pt x="8398809" y="29468"/>
                  </a:lnTo>
                  <a:lnTo>
                    <a:pt x="8398936" y="29468"/>
                  </a:lnTo>
                  <a:lnTo>
                    <a:pt x="8399188" y="29468"/>
                  </a:lnTo>
                  <a:lnTo>
                    <a:pt x="8399441" y="29468"/>
                  </a:lnTo>
                  <a:lnTo>
                    <a:pt x="8399567" y="29468"/>
                  </a:lnTo>
                  <a:lnTo>
                    <a:pt x="8399693" y="29468"/>
                  </a:lnTo>
                  <a:lnTo>
                    <a:pt x="8399819" y="29468"/>
                  </a:lnTo>
                  <a:lnTo>
                    <a:pt x="8400072" y="29468"/>
                  </a:lnTo>
                  <a:lnTo>
                    <a:pt x="8400451" y="29468"/>
                  </a:lnTo>
                  <a:lnTo>
                    <a:pt x="8400703" y="29468"/>
                  </a:lnTo>
                  <a:lnTo>
                    <a:pt x="8400956" y="24556"/>
                  </a:lnTo>
                  <a:lnTo>
                    <a:pt x="8401082" y="24556"/>
                  </a:lnTo>
                  <a:lnTo>
                    <a:pt x="8401461" y="24556"/>
                  </a:lnTo>
                  <a:lnTo>
                    <a:pt x="8401587" y="24556"/>
                  </a:lnTo>
                  <a:lnTo>
                    <a:pt x="8401839" y="24556"/>
                  </a:lnTo>
                  <a:lnTo>
                    <a:pt x="8402092" y="24556"/>
                  </a:lnTo>
                  <a:lnTo>
                    <a:pt x="8402218" y="24556"/>
                  </a:lnTo>
                  <a:lnTo>
                    <a:pt x="8402471" y="24556"/>
                  </a:lnTo>
                  <a:lnTo>
                    <a:pt x="8402723" y="24556"/>
                  </a:lnTo>
                  <a:lnTo>
                    <a:pt x="8402850" y="24556"/>
                  </a:lnTo>
                  <a:lnTo>
                    <a:pt x="8403102" y="24556"/>
                  </a:lnTo>
                  <a:lnTo>
                    <a:pt x="8403228" y="24556"/>
                  </a:lnTo>
                  <a:lnTo>
                    <a:pt x="8403355" y="24556"/>
                  </a:lnTo>
                  <a:lnTo>
                    <a:pt x="8403481" y="24556"/>
                  </a:lnTo>
                  <a:lnTo>
                    <a:pt x="8403607" y="24556"/>
                  </a:lnTo>
                  <a:lnTo>
                    <a:pt x="8403733" y="24556"/>
                  </a:lnTo>
                  <a:lnTo>
                    <a:pt x="8403986" y="24556"/>
                  </a:lnTo>
                  <a:lnTo>
                    <a:pt x="8404112" y="24556"/>
                  </a:lnTo>
                  <a:lnTo>
                    <a:pt x="8404238" y="24556"/>
                  </a:lnTo>
                  <a:lnTo>
                    <a:pt x="8404365" y="24556"/>
                  </a:lnTo>
                  <a:lnTo>
                    <a:pt x="8404743" y="19645"/>
                  </a:lnTo>
                  <a:lnTo>
                    <a:pt x="8404870" y="19645"/>
                  </a:lnTo>
                  <a:lnTo>
                    <a:pt x="8404996" y="19645"/>
                  </a:lnTo>
                  <a:lnTo>
                    <a:pt x="8405122" y="19645"/>
                  </a:lnTo>
                  <a:lnTo>
                    <a:pt x="8405248" y="19645"/>
                  </a:lnTo>
                  <a:lnTo>
                    <a:pt x="8405753" y="19645"/>
                  </a:lnTo>
                  <a:lnTo>
                    <a:pt x="8405880" y="19645"/>
                  </a:lnTo>
                  <a:lnTo>
                    <a:pt x="8406006" y="19645"/>
                  </a:lnTo>
                  <a:lnTo>
                    <a:pt x="8406132" y="19645"/>
                  </a:lnTo>
                  <a:lnTo>
                    <a:pt x="8406258" y="19645"/>
                  </a:lnTo>
                  <a:lnTo>
                    <a:pt x="8406385" y="19645"/>
                  </a:lnTo>
                  <a:lnTo>
                    <a:pt x="8406511" y="19645"/>
                  </a:lnTo>
                  <a:lnTo>
                    <a:pt x="8406637" y="19645"/>
                  </a:lnTo>
                  <a:lnTo>
                    <a:pt x="8406763" y="19645"/>
                  </a:lnTo>
                  <a:lnTo>
                    <a:pt x="8406890" y="19645"/>
                  </a:lnTo>
                  <a:lnTo>
                    <a:pt x="8407016" y="19645"/>
                  </a:lnTo>
                  <a:lnTo>
                    <a:pt x="8407142" y="19645"/>
                  </a:lnTo>
                  <a:lnTo>
                    <a:pt x="8407269" y="19645"/>
                  </a:lnTo>
                  <a:lnTo>
                    <a:pt x="8407521" y="19645"/>
                  </a:lnTo>
                  <a:lnTo>
                    <a:pt x="8407647" y="19645"/>
                  </a:lnTo>
                  <a:lnTo>
                    <a:pt x="8407900" y="19645"/>
                  </a:lnTo>
                  <a:lnTo>
                    <a:pt x="8408026" y="19645"/>
                  </a:lnTo>
                  <a:lnTo>
                    <a:pt x="8408152" y="19645"/>
                  </a:lnTo>
                  <a:lnTo>
                    <a:pt x="8408405" y="19645"/>
                  </a:lnTo>
                  <a:lnTo>
                    <a:pt x="8408657" y="19645"/>
                  </a:lnTo>
                  <a:lnTo>
                    <a:pt x="8408910" y="19645"/>
                  </a:lnTo>
                  <a:lnTo>
                    <a:pt x="8409162" y="19645"/>
                  </a:lnTo>
                  <a:lnTo>
                    <a:pt x="8409415" y="19645"/>
                  </a:lnTo>
                  <a:lnTo>
                    <a:pt x="8409794" y="19645"/>
                  </a:lnTo>
                  <a:lnTo>
                    <a:pt x="8409920" y="19645"/>
                  </a:lnTo>
                  <a:lnTo>
                    <a:pt x="8410046" y="19645"/>
                  </a:lnTo>
                  <a:lnTo>
                    <a:pt x="8410172" y="19645"/>
                  </a:lnTo>
                  <a:lnTo>
                    <a:pt x="8410299" y="19645"/>
                  </a:lnTo>
                  <a:lnTo>
                    <a:pt x="8412824" y="19645"/>
                  </a:lnTo>
                  <a:lnTo>
                    <a:pt x="8412950" y="19645"/>
                  </a:lnTo>
                  <a:lnTo>
                    <a:pt x="8413076" y="19645"/>
                  </a:lnTo>
                  <a:lnTo>
                    <a:pt x="8413203" y="19645"/>
                  </a:lnTo>
                  <a:lnTo>
                    <a:pt x="8413329" y="19645"/>
                  </a:lnTo>
                  <a:lnTo>
                    <a:pt x="8413455" y="19645"/>
                  </a:lnTo>
                  <a:lnTo>
                    <a:pt x="8413834" y="19645"/>
                  </a:lnTo>
                  <a:lnTo>
                    <a:pt x="8413960" y="19645"/>
                  </a:lnTo>
                  <a:lnTo>
                    <a:pt x="8414213" y="19645"/>
                  </a:lnTo>
                  <a:lnTo>
                    <a:pt x="8414339" y="19645"/>
                  </a:lnTo>
                  <a:lnTo>
                    <a:pt x="8414718" y="19645"/>
                  </a:lnTo>
                  <a:lnTo>
                    <a:pt x="8414844" y="19645"/>
                  </a:lnTo>
                  <a:lnTo>
                    <a:pt x="8415223" y="19645"/>
                  </a:lnTo>
                  <a:lnTo>
                    <a:pt x="8415349" y="19645"/>
                  </a:lnTo>
                  <a:lnTo>
                    <a:pt x="8415475" y="19645"/>
                  </a:lnTo>
                  <a:lnTo>
                    <a:pt x="8415601" y="19645"/>
                  </a:lnTo>
                  <a:lnTo>
                    <a:pt x="8415728" y="19645"/>
                  </a:lnTo>
                  <a:lnTo>
                    <a:pt x="8415854" y="19645"/>
                  </a:lnTo>
                  <a:lnTo>
                    <a:pt x="8415980" y="19645"/>
                  </a:lnTo>
                  <a:lnTo>
                    <a:pt x="8416106" y="19645"/>
                  </a:lnTo>
                  <a:lnTo>
                    <a:pt x="8416233" y="19645"/>
                  </a:lnTo>
                  <a:lnTo>
                    <a:pt x="8416359" y="19645"/>
                  </a:lnTo>
                  <a:lnTo>
                    <a:pt x="8416485" y="19645"/>
                  </a:lnTo>
                  <a:lnTo>
                    <a:pt x="8416611" y="19645"/>
                  </a:lnTo>
                  <a:lnTo>
                    <a:pt x="8416864" y="19645"/>
                  </a:lnTo>
                  <a:lnTo>
                    <a:pt x="8417116" y="19645"/>
                  </a:lnTo>
                  <a:lnTo>
                    <a:pt x="8417243" y="19645"/>
                  </a:lnTo>
                  <a:lnTo>
                    <a:pt x="8417495" y="19645"/>
                  </a:lnTo>
                  <a:lnTo>
                    <a:pt x="8417622" y="19645"/>
                  </a:lnTo>
                  <a:lnTo>
                    <a:pt x="8417748" y="19645"/>
                  </a:lnTo>
                  <a:lnTo>
                    <a:pt x="8417874" y="19645"/>
                  </a:lnTo>
                  <a:lnTo>
                    <a:pt x="8418000" y="19645"/>
                  </a:lnTo>
                  <a:lnTo>
                    <a:pt x="8418127" y="19645"/>
                  </a:lnTo>
                  <a:lnTo>
                    <a:pt x="8418379" y="19645"/>
                  </a:lnTo>
                  <a:lnTo>
                    <a:pt x="8418758" y="19645"/>
                  </a:lnTo>
                  <a:lnTo>
                    <a:pt x="8418884" y="19645"/>
                  </a:lnTo>
                  <a:lnTo>
                    <a:pt x="8419010" y="19645"/>
                  </a:lnTo>
                  <a:lnTo>
                    <a:pt x="8419137" y="19645"/>
                  </a:lnTo>
                  <a:lnTo>
                    <a:pt x="8419263" y="19645"/>
                  </a:lnTo>
                  <a:lnTo>
                    <a:pt x="8419389" y="19645"/>
                  </a:lnTo>
                  <a:lnTo>
                    <a:pt x="8419515" y="19645"/>
                  </a:lnTo>
                  <a:lnTo>
                    <a:pt x="8419642" y="19645"/>
                  </a:lnTo>
                  <a:lnTo>
                    <a:pt x="8419768" y="19645"/>
                  </a:lnTo>
                  <a:lnTo>
                    <a:pt x="8419894" y="19645"/>
                  </a:lnTo>
                  <a:lnTo>
                    <a:pt x="8420020" y="19645"/>
                  </a:lnTo>
                  <a:lnTo>
                    <a:pt x="8420273" y="19645"/>
                  </a:lnTo>
                  <a:lnTo>
                    <a:pt x="8420399" y="19645"/>
                  </a:lnTo>
                  <a:lnTo>
                    <a:pt x="8420525" y="19645"/>
                  </a:lnTo>
                  <a:lnTo>
                    <a:pt x="8420652" y="19645"/>
                  </a:lnTo>
                  <a:lnTo>
                    <a:pt x="8420904" y="19645"/>
                  </a:lnTo>
                  <a:lnTo>
                    <a:pt x="8421157" y="19645"/>
                  </a:lnTo>
                  <a:lnTo>
                    <a:pt x="8421283" y="19645"/>
                  </a:lnTo>
                  <a:lnTo>
                    <a:pt x="8421662" y="19645"/>
                  </a:lnTo>
                  <a:lnTo>
                    <a:pt x="8421788" y="19645"/>
                  </a:lnTo>
                  <a:lnTo>
                    <a:pt x="8421914" y="19645"/>
                  </a:lnTo>
                  <a:lnTo>
                    <a:pt x="8422167" y="19645"/>
                  </a:lnTo>
                  <a:lnTo>
                    <a:pt x="8422293" y="19645"/>
                  </a:lnTo>
                  <a:lnTo>
                    <a:pt x="8422419" y="19645"/>
                  </a:lnTo>
                  <a:lnTo>
                    <a:pt x="8422545" y="19645"/>
                  </a:lnTo>
                  <a:lnTo>
                    <a:pt x="8422798" y="19645"/>
                  </a:lnTo>
                  <a:lnTo>
                    <a:pt x="8422924" y="19645"/>
                  </a:lnTo>
                  <a:lnTo>
                    <a:pt x="8423051" y="19645"/>
                  </a:lnTo>
                  <a:lnTo>
                    <a:pt x="8423303" y="19645"/>
                  </a:lnTo>
                  <a:lnTo>
                    <a:pt x="8423556" y="19645"/>
                  </a:lnTo>
                  <a:lnTo>
                    <a:pt x="8423808" y="19645"/>
                  </a:lnTo>
                  <a:lnTo>
                    <a:pt x="8423934" y="19645"/>
                  </a:lnTo>
                  <a:lnTo>
                    <a:pt x="8424061" y="19645"/>
                  </a:lnTo>
                  <a:lnTo>
                    <a:pt x="8424187" y="19645"/>
                  </a:lnTo>
                  <a:lnTo>
                    <a:pt x="8424566" y="19645"/>
                  </a:lnTo>
                  <a:lnTo>
                    <a:pt x="8424692" y="19645"/>
                  </a:lnTo>
                  <a:lnTo>
                    <a:pt x="8424818" y="19645"/>
                  </a:lnTo>
                  <a:lnTo>
                    <a:pt x="8424944" y="19645"/>
                  </a:lnTo>
                  <a:lnTo>
                    <a:pt x="8425071" y="19645"/>
                  </a:lnTo>
                  <a:lnTo>
                    <a:pt x="8425197" y="19645"/>
                  </a:lnTo>
                  <a:lnTo>
                    <a:pt x="8425323" y="19645"/>
                  </a:lnTo>
                  <a:lnTo>
                    <a:pt x="8425449" y="19645"/>
                  </a:lnTo>
                  <a:lnTo>
                    <a:pt x="8425576" y="19645"/>
                  </a:lnTo>
                  <a:lnTo>
                    <a:pt x="8425702" y="19645"/>
                  </a:lnTo>
                  <a:lnTo>
                    <a:pt x="8425828" y="19645"/>
                  </a:lnTo>
                  <a:lnTo>
                    <a:pt x="8426081" y="19645"/>
                  </a:lnTo>
                  <a:lnTo>
                    <a:pt x="8426459" y="19645"/>
                  </a:lnTo>
                  <a:lnTo>
                    <a:pt x="8426586" y="19645"/>
                  </a:lnTo>
                  <a:lnTo>
                    <a:pt x="8426712" y="19645"/>
                  </a:lnTo>
                  <a:lnTo>
                    <a:pt x="8426838" y="19645"/>
                  </a:lnTo>
                  <a:lnTo>
                    <a:pt x="8426964" y="19645"/>
                  </a:lnTo>
                  <a:lnTo>
                    <a:pt x="8427091" y="19645"/>
                  </a:lnTo>
                  <a:lnTo>
                    <a:pt x="8427217" y="19645"/>
                  </a:lnTo>
                  <a:lnTo>
                    <a:pt x="8427469" y="19645"/>
                  </a:lnTo>
                  <a:lnTo>
                    <a:pt x="8427596" y="19645"/>
                  </a:lnTo>
                  <a:lnTo>
                    <a:pt x="8427722" y="19645"/>
                  </a:lnTo>
                  <a:lnTo>
                    <a:pt x="8427848" y="19645"/>
                  </a:lnTo>
                  <a:lnTo>
                    <a:pt x="8428101" y="19645"/>
                  </a:lnTo>
                  <a:lnTo>
                    <a:pt x="8428227" y="19645"/>
                  </a:lnTo>
                  <a:lnTo>
                    <a:pt x="8428480" y="19645"/>
                  </a:lnTo>
                  <a:lnTo>
                    <a:pt x="8428606" y="19645"/>
                  </a:lnTo>
                  <a:lnTo>
                    <a:pt x="8428858" y="19645"/>
                  </a:lnTo>
                  <a:lnTo>
                    <a:pt x="8428985" y="19645"/>
                  </a:lnTo>
                  <a:lnTo>
                    <a:pt x="8429111" y="19645"/>
                  </a:lnTo>
                  <a:lnTo>
                    <a:pt x="8429237" y="19645"/>
                  </a:lnTo>
                  <a:lnTo>
                    <a:pt x="8429490" y="19645"/>
                  </a:lnTo>
                  <a:lnTo>
                    <a:pt x="8429616" y="19645"/>
                  </a:lnTo>
                  <a:lnTo>
                    <a:pt x="8429742" y="19645"/>
                  </a:lnTo>
                  <a:lnTo>
                    <a:pt x="8429868" y="19645"/>
                  </a:lnTo>
                  <a:lnTo>
                    <a:pt x="8430121" y="19645"/>
                  </a:lnTo>
                  <a:lnTo>
                    <a:pt x="8430247" y="19645"/>
                  </a:lnTo>
                  <a:lnTo>
                    <a:pt x="8430373" y="19645"/>
                  </a:lnTo>
                  <a:lnTo>
                    <a:pt x="8430500" y="19645"/>
                  </a:lnTo>
                  <a:lnTo>
                    <a:pt x="8430752" y="19645"/>
                  </a:lnTo>
                  <a:lnTo>
                    <a:pt x="8430752" y="14734"/>
                  </a:lnTo>
                  <a:lnTo>
                    <a:pt x="8430878" y="14734"/>
                  </a:lnTo>
                  <a:lnTo>
                    <a:pt x="8431005" y="14734"/>
                  </a:lnTo>
                  <a:lnTo>
                    <a:pt x="8431257" y="14734"/>
                  </a:lnTo>
                  <a:lnTo>
                    <a:pt x="8431383" y="14734"/>
                  </a:lnTo>
                  <a:lnTo>
                    <a:pt x="8431510" y="14734"/>
                  </a:lnTo>
                  <a:lnTo>
                    <a:pt x="8431636" y="14734"/>
                  </a:lnTo>
                  <a:lnTo>
                    <a:pt x="8431762" y="14734"/>
                  </a:lnTo>
                  <a:lnTo>
                    <a:pt x="8431888" y="14734"/>
                  </a:lnTo>
                  <a:lnTo>
                    <a:pt x="8432015" y="14734"/>
                  </a:lnTo>
                  <a:lnTo>
                    <a:pt x="8432141" y="14734"/>
                  </a:lnTo>
                  <a:lnTo>
                    <a:pt x="8432267" y="14734"/>
                  </a:lnTo>
                  <a:lnTo>
                    <a:pt x="8432393" y="14734"/>
                  </a:lnTo>
                  <a:lnTo>
                    <a:pt x="8432520" y="14734"/>
                  </a:lnTo>
                  <a:lnTo>
                    <a:pt x="8432646" y="14734"/>
                  </a:lnTo>
                  <a:lnTo>
                    <a:pt x="8432772" y="14734"/>
                  </a:lnTo>
                  <a:lnTo>
                    <a:pt x="8433025" y="14734"/>
                  </a:lnTo>
                  <a:lnTo>
                    <a:pt x="8433151" y="14734"/>
                  </a:lnTo>
                  <a:lnTo>
                    <a:pt x="8433404" y="14734"/>
                  </a:lnTo>
                  <a:lnTo>
                    <a:pt x="8433530" y="14734"/>
                  </a:lnTo>
                  <a:lnTo>
                    <a:pt x="8433656" y="14734"/>
                  </a:lnTo>
                  <a:lnTo>
                    <a:pt x="8433782" y="14734"/>
                  </a:lnTo>
                  <a:lnTo>
                    <a:pt x="8433909" y="14734"/>
                  </a:lnTo>
                  <a:lnTo>
                    <a:pt x="8434035" y="14734"/>
                  </a:lnTo>
                  <a:lnTo>
                    <a:pt x="8434161" y="14734"/>
                  </a:lnTo>
                  <a:lnTo>
                    <a:pt x="8434540" y="14734"/>
                  </a:lnTo>
                  <a:lnTo>
                    <a:pt x="8435045" y="14734"/>
                  </a:lnTo>
                  <a:lnTo>
                    <a:pt x="8435171" y="14734"/>
                  </a:lnTo>
                  <a:lnTo>
                    <a:pt x="8435297" y="14734"/>
                  </a:lnTo>
                  <a:lnTo>
                    <a:pt x="8435424" y="14734"/>
                  </a:lnTo>
                  <a:lnTo>
                    <a:pt x="8435550" y="14734"/>
                  </a:lnTo>
                  <a:lnTo>
                    <a:pt x="8435676" y="14734"/>
                  </a:lnTo>
                  <a:lnTo>
                    <a:pt x="8435802" y="14734"/>
                  </a:lnTo>
                  <a:lnTo>
                    <a:pt x="8436055" y="14734"/>
                  </a:lnTo>
                  <a:lnTo>
                    <a:pt x="8436181" y="14734"/>
                  </a:lnTo>
                  <a:lnTo>
                    <a:pt x="8436434" y="14734"/>
                  </a:lnTo>
                  <a:lnTo>
                    <a:pt x="8436560" y="14734"/>
                  </a:lnTo>
                  <a:lnTo>
                    <a:pt x="8436686" y="14734"/>
                  </a:lnTo>
                  <a:lnTo>
                    <a:pt x="8436812" y="14734"/>
                  </a:lnTo>
                  <a:lnTo>
                    <a:pt x="8436939" y="14734"/>
                  </a:lnTo>
                  <a:lnTo>
                    <a:pt x="8437065" y="14734"/>
                  </a:lnTo>
                  <a:lnTo>
                    <a:pt x="8437065" y="9822"/>
                  </a:lnTo>
                  <a:lnTo>
                    <a:pt x="8437191" y="9822"/>
                  </a:lnTo>
                  <a:lnTo>
                    <a:pt x="8437570" y="9822"/>
                  </a:lnTo>
                  <a:lnTo>
                    <a:pt x="8437822" y="9822"/>
                  </a:lnTo>
                  <a:lnTo>
                    <a:pt x="8438075" y="9822"/>
                  </a:lnTo>
                  <a:lnTo>
                    <a:pt x="8438201" y="9822"/>
                  </a:lnTo>
                  <a:lnTo>
                    <a:pt x="8438328" y="9822"/>
                  </a:lnTo>
                  <a:lnTo>
                    <a:pt x="8438454" y="9822"/>
                  </a:lnTo>
                  <a:lnTo>
                    <a:pt x="8438580" y="9822"/>
                  </a:lnTo>
                  <a:lnTo>
                    <a:pt x="8438706" y="9822"/>
                  </a:lnTo>
                  <a:lnTo>
                    <a:pt x="8439085" y="9822"/>
                  </a:lnTo>
                  <a:lnTo>
                    <a:pt x="8439211" y="9822"/>
                  </a:lnTo>
                  <a:lnTo>
                    <a:pt x="8439338" y="9822"/>
                  </a:lnTo>
                  <a:lnTo>
                    <a:pt x="8439464" y="9822"/>
                  </a:lnTo>
                  <a:lnTo>
                    <a:pt x="8439716" y="9822"/>
                  </a:lnTo>
                  <a:lnTo>
                    <a:pt x="8440095" y="9822"/>
                  </a:lnTo>
                  <a:lnTo>
                    <a:pt x="8440221" y="9822"/>
                  </a:lnTo>
                  <a:lnTo>
                    <a:pt x="8440474" y="9822"/>
                  </a:lnTo>
                  <a:lnTo>
                    <a:pt x="8440600" y="9822"/>
                  </a:lnTo>
                  <a:lnTo>
                    <a:pt x="8440726" y="9822"/>
                  </a:lnTo>
                  <a:lnTo>
                    <a:pt x="8440979" y="9822"/>
                  </a:lnTo>
                  <a:lnTo>
                    <a:pt x="8441105" y="9822"/>
                  </a:lnTo>
                  <a:lnTo>
                    <a:pt x="8441231" y="9822"/>
                  </a:lnTo>
                  <a:lnTo>
                    <a:pt x="8441358" y="9822"/>
                  </a:lnTo>
                  <a:lnTo>
                    <a:pt x="8441610" y="9822"/>
                  </a:lnTo>
                  <a:lnTo>
                    <a:pt x="8441863" y="9822"/>
                  </a:lnTo>
                  <a:lnTo>
                    <a:pt x="8442115" y="9822"/>
                  </a:lnTo>
                  <a:lnTo>
                    <a:pt x="8442241" y="9822"/>
                  </a:lnTo>
                  <a:lnTo>
                    <a:pt x="8442368" y="9822"/>
                  </a:lnTo>
                  <a:lnTo>
                    <a:pt x="8442494" y="9822"/>
                  </a:lnTo>
                  <a:lnTo>
                    <a:pt x="8443252" y="9822"/>
                  </a:lnTo>
                  <a:lnTo>
                    <a:pt x="8443378" y="9822"/>
                  </a:lnTo>
                  <a:lnTo>
                    <a:pt x="8443504" y="9822"/>
                  </a:lnTo>
                  <a:lnTo>
                    <a:pt x="8443630" y="9822"/>
                  </a:lnTo>
                  <a:lnTo>
                    <a:pt x="8443883" y="9822"/>
                  </a:lnTo>
                  <a:lnTo>
                    <a:pt x="8444009" y="9822"/>
                  </a:lnTo>
                  <a:lnTo>
                    <a:pt x="8444135" y="9822"/>
                  </a:lnTo>
                  <a:lnTo>
                    <a:pt x="8444388" y="9822"/>
                  </a:lnTo>
                  <a:lnTo>
                    <a:pt x="8444514" y="9822"/>
                  </a:lnTo>
                  <a:lnTo>
                    <a:pt x="8444640" y="9822"/>
                  </a:lnTo>
                  <a:lnTo>
                    <a:pt x="8444893" y="9822"/>
                  </a:lnTo>
                  <a:lnTo>
                    <a:pt x="8445019" y="9822"/>
                  </a:lnTo>
                  <a:lnTo>
                    <a:pt x="8445145" y="9822"/>
                  </a:lnTo>
                  <a:lnTo>
                    <a:pt x="8445272" y="9822"/>
                  </a:lnTo>
                  <a:lnTo>
                    <a:pt x="8445398" y="9822"/>
                  </a:lnTo>
                  <a:lnTo>
                    <a:pt x="8445650" y="9822"/>
                  </a:lnTo>
                  <a:lnTo>
                    <a:pt x="8445777" y="9822"/>
                  </a:lnTo>
                  <a:lnTo>
                    <a:pt x="8445903" y="9822"/>
                  </a:lnTo>
                  <a:lnTo>
                    <a:pt x="8446029" y="9822"/>
                  </a:lnTo>
                  <a:lnTo>
                    <a:pt x="8446282" y="9822"/>
                  </a:lnTo>
                  <a:lnTo>
                    <a:pt x="8446408" y="9822"/>
                  </a:lnTo>
                  <a:lnTo>
                    <a:pt x="8446534" y="9822"/>
                  </a:lnTo>
                  <a:lnTo>
                    <a:pt x="8446660" y="9822"/>
                  </a:lnTo>
                  <a:lnTo>
                    <a:pt x="8446913" y="9822"/>
                  </a:lnTo>
                  <a:lnTo>
                    <a:pt x="8447039" y="9822"/>
                  </a:lnTo>
                  <a:lnTo>
                    <a:pt x="8447544" y="9822"/>
                  </a:lnTo>
                  <a:lnTo>
                    <a:pt x="8447670" y="9822"/>
                  </a:lnTo>
                  <a:lnTo>
                    <a:pt x="8447797" y="9822"/>
                  </a:lnTo>
                  <a:lnTo>
                    <a:pt x="8448302" y="9822"/>
                  </a:lnTo>
                  <a:lnTo>
                    <a:pt x="8448428" y="9822"/>
                  </a:lnTo>
                  <a:lnTo>
                    <a:pt x="8448554" y="9822"/>
                  </a:lnTo>
                  <a:lnTo>
                    <a:pt x="8448681" y="9822"/>
                  </a:lnTo>
                  <a:lnTo>
                    <a:pt x="8448807" y="9822"/>
                  </a:lnTo>
                  <a:lnTo>
                    <a:pt x="8448933" y="9822"/>
                  </a:lnTo>
                  <a:lnTo>
                    <a:pt x="8449059" y="9822"/>
                  </a:lnTo>
                  <a:lnTo>
                    <a:pt x="8449186" y="9822"/>
                  </a:lnTo>
                  <a:lnTo>
                    <a:pt x="8449312" y="9822"/>
                  </a:lnTo>
                  <a:lnTo>
                    <a:pt x="8449438" y="9822"/>
                  </a:lnTo>
                  <a:lnTo>
                    <a:pt x="8449564" y="9822"/>
                  </a:lnTo>
                  <a:lnTo>
                    <a:pt x="8449817" y="9822"/>
                  </a:lnTo>
                  <a:lnTo>
                    <a:pt x="8449943" y="9822"/>
                  </a:lnTo>
                  <a:lnTo>
                    <a:pt x="8450196" y="9822"/>
                  </a:lnTo>
                  <a:lnTo>
                    <a:pt x="8450322" y="9822"/>
                  </a:lnTo>
                  <a:lnTo>
                    <a:pt x="8450574" y="9822"/>
                  </a:lnTo>
                  <a:lnTo>
                    <a:pt x="8450701" y="9822"/>
                  </a:lnTo>
                  <a:lnTo>
                    <a:pt x="8450827" y="9822"/>
                  </a:lnTo>
                  <a:lnTo>
                    <a:pt x="8450953" y="9822"/>
                  </a:lnTo>
                  <a:lnTo>
                    <a:pt x="8451079" y="9822"/>
                  </a:lnTo>
                  <a:lnTo>
                    <a:pt x="8451206" y="9822"/>
                  </a:lnTo>
                  <a:lnTo>
                    <a:pt x="8451332" y="9822"/>
                  </a:lnTo>
                  <a:lnTo>
                    <a:pt x="8451458" y="9822"/>
                  </a:lnTo>
                  <a:lnTo>
                    <a:pt x="8451584" y="9822"/>
                  </a:lnTo>
                  <a:lnTo>
                    <a:pt x="8451711" y="9822"/>
                  </a:lnTo>
                  <a:lnTo>
                    <a:pt x="8451837" y="9822"/>
                  </a:lnTo>
                  <a:lnTo>
                    <a:pt x="8451963" y="9822"/>
                  </a:lnTo>
                  <a:lnTo>
                    <a:pt x="8452089" y="9822"/>
                  </a:lnTo>
                  <a:lnTo>
                    <a:pt x="8452216" y="9822"/>
                  </a:lnTo>
                  <a:lnTo>
                    <a:pt x="8452342" y="9822"/>
                  </a:lnTo>
                  <a:lnTo>
                    <a:pt x="8452468" y="9822"/>
                  </a:lnTo>
                  <a:lnTo>
                    <a:pt x="8452594" y="9822"/>
                  </a:lnTo>
                  <a:lnTo>
                    <a:pt x="8452721" y="9822"/>
                  </a:lnTo>
                  <a:lnTo>
                    <a:pt x="8452847" y="9822"/>
                  </a:lnTo>
                  <a:lnTo>
                    <a:pt x="8452973" y="9822"/>
                  </a:lnTo>
                  <a:lnTo>
                    <a:pt x="8453099" y="9822"/>
                  </a:lnTo>
                  <a:lnTo>
                    <a:pt x="8453226" y="9822"/>
                  </a:lnTo>
                  <a:lnTo>
                    <a:pt x="8453352" y="9822"/>
                  </a:lnTo>
                  <a:lnTo>
                    <a:pt x="8453478" y="9822"/>
                  </a:lnTo>
                  <a:lnTo>
                    <a:pt x="8453605" y="9822"/>
                  </a:lnTo>
                  <a:lnTo>
                    <a:pt x="8453983" y="9822"/>
                  </a:lnTo>
                  <a:lnTo>
                    <a:pt x="8454110" y="9822"/>
                  </a:lnTo>
                  <a:lnTo>
                    <a:pt x="8454236" y="9822"/>
                  </a:lnTo>
                  <a:lnTo>
                    <a:pt x="8454362" y="9822"/>
                  </a:lnTo>
                  <a:lnTo>
                    <a:pt x="8454615" y="9822"/>
                  </a:lnTo>
                  <a:lnTo>
                    <a:pt x="8454867" y="9822"/>
                  </a:lnTo>
                  <a:lnTo>
                    <a:pt x="8454993" y="9822"/>
                  </a:lnTo>
                  <a:lnTo>
                    <a:pt x="8455246" y="9822"/>
                  </a:lnTo>
                  <a:lnTo>
                    <a:pt x="8455498" y="9822"/>
                  </a:lnTo>
                  <a:lnTo>
                    <a:pt x="8455625" y="9822"/>
                  </a:lnTo>
                  <a:lnTo>
                    <a:pt x="8455751" y="9822"/>
                  </a:lnTo>
                  <a:lnTo>
                    <a:pt x="8455877" y="9822"/>
                  </a:lnTo>
                  <a:lnTo>
                    <a:pt x="8456003" y="9822"/>
                  </a:lnTo>
                  <a:lnTo>
                    <a:pt x="8456130" y="9822"/>
                  </a:lnTo>
                  <a:lnTo>
                    <a:pt x="8456256" y="9822"/>
                  </a:lnTo>
                  <a:lnTo>
                    <a:pt x="8456382" y="9822"/>
                  </a:lnTo>
                  <a:lnTo>
                    <a:pt x="8456508" y="9822"/>
                  </a:lnTo>
                  <a:lnTo>
                    <a:pt x="8456761" y="9822"/>
                  </a:lnTo>
                  <a:lnTo>
                    <a:pt x="8456887" y="9822"/>
                  </a:lnTo>
                  <a:lnTo>
                    <a:pt x="8457140" y="9822"/>
                  </a:lnTo>
                  <a:lnTo>
                    <a:pt x="8457266" y="9822"/>
                  </a:lnTo>
                  <a:lnTo>
                    <a:pt x="8457392" y="9822"/>
                  </a:lnTo>
                  <a:lnTo>
                    <a:pt x="8457518" y="9822"/>
                  </a:lnTo>
                  <a:lnTo>
                    <a:pt x="8457645" y="9822"/>
                  </a:lnTo>
                  <a:lnTo>
                    <a:pt x="8457771" y="9822"/>
                  </a:lnTo>
                  <a:lnTo>
                    <a:pt x="8458023" y="9822"/>
                  </a:lnTo>
                  <a:lnTo>
                    <a:pt x="8458150" y="9822"/>
                  </a:lnTo>
                  <a:lnTo>
                    <a:pt x="8458528" y="9822"/>
                  </a:lnTo>
                  <a:lnTo>
                    <a:pt x="8458907" y="9822"/>
                  </a:lnTo>
                  <a:lnTo>
                    <a:pt x="8459034" y="9822"/>
                  </a:lnTo>
                  <a:lnTo>
                    <a:pt x="8459160" y="9822"/>
                  </a:lnTo>
                  <a:lnTo>
                    <a:pt x="8459412" y="9822"/>
                  </a:lnTo>
                  <a:lnTo>
                    <a:pt x="8459539" y="9822"/>
                  </a:lnTo>
                  <a:lnTo>
                    <a:pt x="8459665" y="9822"/>
                  </a:lnTo>
                  <a:lnTo>
                    <a:pt x="8459791" y="9822"/>
                  </a:lnTo>
                  <a:lnTo>
                    <a:pt x="8459917" y="9822"/>
                  </a:lnTo>
                  <a:lnTo>
                    <a:pt x="8460044" y="9822"/>
                  </a:lnTo>
                  <a:lnTo>
                    <a:pt x="8460296" y="9822"/>
                  </a:lnTo>
                  <a:lnTo>
                    <a:pt x="8460422" y="9822"/>
                  </a:lnTo>
                  <a:lnTo>
                    <a:pt x="8460549" y="9822"/>
                  </a:lnTo>
                  <a:lnTo>
                    <a:pt x="8460675" y="9822"/>
                  </a:lnTo>
                  <a:lnTo>
                    <a:pt x="8460801" y="9822"/>
                  </a:lnTo>
                  <a:lnTo>
                    <a:pt x="8461054" y="9822"/>
                  </a:lnTo>
                  <a:lnTo>
                    <a:pt x="8461180" y="9822"/>
                  </a:lnTo>
                  <a:lnTo>
                    <a:pt x="8461306" y="9822"/>
                  </a:lnTo>
                  <a:lnTo>
                    <a:pt x="8461432" y="9822"/>
                  </a:lnTo>
                  <a:lnTo>
                    <a:pt x="8461559" y="9822"/>
                  </a:lnTo>
                  <a:lnTo>
                    <a:pt x="8461685" y="9822"/>
                  </a:lnTo>
                  <a:lnTo>
                    <a:pt x="8461937" y="9822"/>
                  </a:lnTo>
                  <a:lnTo>
                    <a:pt x="8462064" y="9822"/>
                  </a:lnTo>
                  <a:lnTo>
                    <a:pt x="8462190" y="9822"/>
                  </a:lnTo>
                  <a:lnTo>
                    <a:pt x="8462316" y="9822"/>
                  </a:lnTo>
                  <a:lnTo>
                    <a:pt x="8462442" y="9822"/>
                  </a:lnTo>
                  <a:lnTo>
                    <a:pt x="8462695" y="9822"/>
                  </a:lnTo>
                  <a:lnTo>
                    <a:pt x="8462821" y="9822"/>
                  </a:lnTo>
                  <a:lnTo>
                    <a:pt x="8462947" y="9822"/>
                  </a:lnTo>
                  <a:lnTo>
                    <a:pt x="8463200" y="9822"/>
                  </a:lnTo>
                  <a:lnTo>
                    <a:pt x="8463452" y="9822"/>
                  </a:lnTo>
                  <a:lnTo>
                    <a:pt x="8463579" y="9822"/>
                  </a:lnTo>
                  <a:lnTo>
                    <a:pt x="8463705" y="9822"/>
                  </a:lnTo>
                  <a:lnTo>
                    <a:pt x="8463831" y="9822"/>
                  </a:lnTo>
                  <a:lnTo>
                    <a:pt x="8463958" y="9822"/>
                  </a:lnTo>
                  <a:lnTo>
                    <a:pt x="8464210" y="9822"/>
                  </a:lnTo>
                  <a:lnTo>
                    <a:pt x="8464336" y="9822"/>
                  </a:lnTo>
                  <a:lnTo>
                    <a:pt x="8464463" y="9822"/>
                  </a:lnTo>
                  <a:lnTo>
                    <a:pt x="8464715" y="9822"/>
                  </a:lnTo>
                  <a:lnTo>
                    <a:pt x="8464841" y="9822"/>
                  </a:lnTo>
                  <a:lnTo>
                    <a:pt x="8464968" y="9822"/>
                  </a:lnTo>
                  <a:lnTo>
                    <a:pt x="8465094" y="9822"/>
                  </a:lnTo>
                  <a:lnTo>
                    <a:pt x="8465220" y="9822"/>
                  </a:lnTo>
                  <a:lnTo>
                    <a:pt x="8465346" y="9822"/>
                  </a:lnTo>
                  <a:lnTo>
                    <a:pt x="8465599" y="9822"/>
                  </a:lnTo>
                  <a:lnTo>
                    <a:pt x="8465725" y="9822"/>
                  </a:lnTo>
                  <a:lnTo>
                    <a:pt x="8465851" y="9822"/>
                  </a:lnTo>
                  <a:lnTo>
                    <a:pt x="8466104" y="9822"/>
                  </a:lnTo>
                  <a:lnTo>
                    <a:pt x="8466230" y="9822"/>
                  </a:lnTo>
                  <a:lnTo>
                    <a:pt x="8466483" y="9822"/>
                  </a:lnTo>
                  <a:lnTo>
                    <a:pt x="8466609" y="9822"/>
                  </a:lnTo>
                  <a:lnTo>
                    <a:pt x="8466861" y="9822"/>
                  </a:lnTo>
                  <a:lnTo>
                    <a:pt x="8466988" y="9822"/>
                  </a:lnTo>
                  <a:lnTo>
                    <a:pt x="8467240" y="9822"/>
                  </a:lnTo>
                  <a:lnTo>
                    <a:pt x="8467366" y="9822"/>
                  </a:lnTo>
                  <a:lnTo>
                    <a:pt x="8467493" y="9822"/>
                  </a:lnTo>
                  <a:lnTo>
                    <a:pt x="8467619" y="9822"/>
                  </a:lnTo>
                  <a:lnTo>
                    <a:pt x="8467871" y="9822"/>
                  </a:lnTo>
                  <a:lnTo>
                    <a:pt x="8467998" y="9822"/>
                  </a:lnTo>
                  <a:lnTo>
                    <a:pt x="8468124" y="9822"/>
                  </a:lnTo>
                  <a:lnTo>
                    <a:pt x="8468250" y="9822"/>
                  </a:lnTo>
                  <a:lnTo>
                    <a:pt x="8468376" y="9822"/>
                  </a:lnTo>
                  <a:lnTo>
                    <a:pt x="8468629" y="9822"/>
                  </a:lnTo>
                  <a:lnTo>
                    <a:pt x="8468755" y="9822"/>
                  </a:lnTo>
                  <a:lnTo>
                    <a:pt x="8468881" y="9822"/>
                  </a:lnTo>
                  <a:lnTo>
                    <a:pt x="8469008" y="9822"/>
                  </a:lnTo>
                  <a:lnTo>
                    <a:pt x="8469134" y="9822"/>
                  </a:lnTo>
                  <a:lnTo>
                    <a:pt x="8469513" y="9822"/>
                  </a:lnTo>
                  <a:lnTo>
                    <a:pt x="8469639" y="9822"/>
                  </a:lnTo>
                  <a:lnTo>
                    <a:pt x="8469892" y="9822"/>
                  </a:lnTo>
                  <a:lnTo>
                    <a:pt x="8470018" y="9822"/>
                  </a:lnTo>
                  <a:lnTo>
                    <a:pt x="8470144" y="9822"/>
                  </a:lnTo>
                  <a:lnTo>
                    <a:pt x="8470270" y="9822"/>
                  </a:lnTo>
                  <a:lnTo>
                    <a:pt x="8470397" y="9822"/>
                  </a:lnTo>
                  <a:lnTo>
                    <a:pt x="8470523" y="9822"/>
                  </a:lnTo>
                  <a:lnTo>
                    <a:pt x="8470649" y="9822"/>
                  </a:lnTo>
                  <a:lnTo>
                    <a:pt x="8471028" y="9822"/>
                  </a:lnTo>
                  <a:lnTo>
                    <a:pt x="8471154" y="9822"/>
                  </a:lnTo>
                  <a:lnTo>
                    <a:pt x="8471280" y="9822"/>
                  </a:lnTo>
                  <a:lnTo>
                    <a:pt x="8471407" y="9822"/>
                  </a:lnTo>
                  <a:lnTo>
                    <a:pt x="8471533" y="9822"/>
                  </a:lnTo>
                  <a:lnTo>
                    <a:pt x="8471785" y="9822"/>
                  </a:lnTo>
                  <a:lnTo>
                    <a:pt x="8471912" y="9822"/>
                  </a:lnTo>
                  <a:lnTo>
                    <a:pt x="8472038" y="9822"/>
                  </a:lnTo>
                  <a:lnTo>
                    <a:pt x="8472290" y="9822"/>
                  </a:lnTo>
                  <a:lnTo>
                    <a:pt x="8472417" y="9822"/>
                  </a:lnTo>
                  <a:lnTo>
                    <a:pt x="8472543" y="9822"/>
                  </a:lnTo>
                  <a:lnTo>
                    <a:pt x="8472669" y="9822"/>
                  </a:lnTo>
                  <a:lnTo>
                    <a:pt x="8472795" y="9822"/>
                  </a:lnTo>
                  <a:lnTo>
                    <a:pt x="8473048" y="9822"/>
                  </a:lnTo>
                  <a:lnTo>
                    <a:pt x="8473174" y="9822"/>
                  </a:lnTo>
                  <a:lnTo>
                    <a:pt x="8473300" y="9822"/>
                  </a:lnTo>
                  <a:lnTo>
                    <a:pt x="8473427" y="9822"/>
                  </a:lnTo>
                  <a:lnTo>
                    <a:pt x="8473553" y="9822"/>
                  </a:lnTo>
                  <a:lnTo>
                    <a:pt x="8473805" y="9822"/>
                  </a:lnTo>
                  <a:lnTo>
                    <a:pt x="8473932" y="9822"/>
                  </a:lnTo>
                  <a:lnTo>
                    <a:pt x="8474311" y="9822"/>
                  </a:lnTo>
                  <a:lnTo>
                    <a:pt x="8474437" y="9822"/>
                  </a:lnTo>
                  <a:lnTo>
                    <a:pt x="8474563" y="9822"/>
                  </a:lnTo>
                  <a:lnTo>
                    <a:pt x="8474689" y="9822"/>
                  </a:lnTo>
                  <a:lnTo>
                    <a:pt x="8475068" y="9822"/>
                  </a:lnTo>
                  <a:lnTo>
                    <a:pt x="8475194" y="9822"/>
                  </a:lnTo>
                  <a:lnTo>
                    <a:pt x="8475321" y="9822"/>
                  </a:lnTo>
                  <a:lnTo>
                    <a:pt x="8475573" y="9822"/>
                  </a:lnTo>
                  <a:lnTo>
                    <a:pt x="8475826" y="9822"/>
                  </a:lnTo>
                  <a:lnTo>
                    <a:pt x="8475952" y="9822"/>
                  </a:lnTo>
                  <a:lnTo>
                    <a:pt x="8476078" y="9822"/>
                  </a:lnTo>
                  <a:lnTo>
                    <a:pt x="8476204" y="9822"/>
                  </a:lnTo>
                  <a:lnTo>
                    <a:pt x="8476331" y="9822"/>
                  </a:lnTo>
                  <a:lnTo>
                    <a:pt x="8476457" y="9822"/>
                  </a:lnTo>
                  <a:lnTo>
                    <a:pt x="8476583" y="9822"/>
                  </a:lnTo>
                  <a:lnTo>
                    <a:pt x="8476709" y="9822"/>
                  </a:lnTo>
                  <a:lnTo>
                    <a:pt x="8476962" y="9822"/>
                  </a:lnTo>
                  <a:lnTo>
                    <a:pt x="8477088" y="9822"/>
                  </a:lnTo>
                  <a:lnTo>
                    <a:pt x="8477214" y="9822"/>
                  </a:lnTo>
                  <a:lnTo>
                    <a:pt x="8477467" y="9822"/>
                  </a:lnTo>
                  <a:lnTo>
                    <a:pt x="8477593" y="9822"/>
                  </a:lnTo>
                  <a:lnTo>
                    <a:pt x="8477719" y="9822"/>
                  </a:lnTo>
                  <a:lnTo>
                    <a:pt x="8477846" y="9822"/>
                  </a:lnTo>
                  <a:lnTo>
                    <a:pt x="8477972" y="9822"/>
                  </a:lnTo>
                  <a:lnTo>
                    <a:pt x="8478098" y="9822"/>
                  </a:lnTo>
                  <a:lnTo>
                    <a:pt x="8478224" y="9822"/>
                  </a:lnTo>
                  <a:lnTo>
                    <a:pt x="8478351" y="9822"/>
                  </a:lnTo>
                  <a:lnTo>
                    <a:pt x="8478477" y="9822"/>
                  </a:lnTo>
                  <a:lnTo>
                    <a:pt x="8479361" y="9822"/>
                  </a:lnTo>
                  <a:lnTo>
                    <a:pt x="8479487" y="9822"/>
                  </a:lnTo>
                  <a:lnTo>
                    <a:pt x="8479613" y="9822"/>
                  </a:lnTo>
                  <a:lnTo>
                    <a:pt x="8479740" y="9822"/>
                  </a:lnTo>
                  <a:lnTo>
                    <a:pt x="8479866" y="9822"/>
                  </a:lnTo>
                  <a:lnTo>
                    <a:pt x="8479992" y="9822"/>
                  </a:lnTo>
                  <a:lnTo>
                    <a:pt x="8480118" y="9822"/>
                  </a:lnTo>
                  <a:lnTo>
                    <a:pt x="8480245" y="9822"/>
                  </a:lnTo>
                  <a:lnTo>
                    <a:pt x="8480371" y="9822"/>
                  </a:lnTo>
                  <a:lnTo>
                    <a:pt x="8480497" y="9822"/>
                  </a:lnTo>
                  <a:lnTo>
                    <a:pt x="8480623" y="9822"/>
                  </a:lnTo>
                  <a:lnTo>
                    <a:pt x="8480750" y="9822"/>
                  </a:lnTo>
                  <a:lnTo>
                    <a:pt x="8480876" y="9822"/>
                  </a:lnTo>
                  <a:lnTo>
                    <a:pt x="8481002" y="9822"/>
                  </a:lnTo>
                  <a:lnTo>
                    <a:pt x="8481128" y="9822"/>
                  </a:lnTo>
                  <a:lnTo>
                    <a:pt x="8481128" y="4911"/>
                  </a:lnTo>
                  <a:lnTo>
                    <a:pt x="8481255" y="4911"/>
                  </a:lnTo>
                  <a:lnTo>
                    <a:pt x="8481381" y="4911"/>
                  </a:lnTo>
                  <a:lnTo>
                    <a:pt x="8481507" y="4911"/>
                  </a:lnTo>
                  <a:lnTo>
                    <a:pt x="8481760" y="4911"/>
                  </a:lnTo>
                  <a:lnTo>
                    <a:pt x="8482012" y="4911"/>
                  </a:lnTo>
                  <a:lnTo>
                    <a:pt x="8482138" y="4911"/>
                  </a:lnTo>
                  <a:lnTo>
                    <a:pt x="8482265" y="4911"/>
                  </a:lnTo>
                  <a:lnTo>
                    <a:pt x="8482391" y="4911"/>
                  </a:lnTo>
                  <a:lnTo>
                    <a:pt x="8482517" y="4911"/>
                  </a:lnTo>
                  <a:lnTo>
                    <a:pt x="8482643" y="4911"/>
                  </a:lnTo>
                  <a:lnTo>
                    <a:pt x="8482770" y="4911"/>
                  </a:lnTo>
                  <a:lnTo>
                    <a:pt x="8482896" y="4911"/>
                  </a:lnTo>
                  <a:lnTo>
                    <a:pt x="8483022" y="4911"/>
                  </a:lnTo>
                  <a:lnTo>
                    <a:pt x="8483148" y="4911"/>
                  </a:lnTo>
                  <a:lnTo>
                    <a:pt x="8483275" y="4911"/>
                  </a:lnTo>
                  <a:lnTo>
                    <a:pt x="8483401" y="4911"/>
                  </a:lnTo>
                  <a:lnTo>
                    <a:pt x="8483527" y="4911"/>
                  </a:lnTo>
                  <a:lnTo>
                    <a:pt x="8483780" y="4911"/>
                  </a:lnTo>
                  <a:lnTo>
                    <a:pt x="8483906" y="4911"/>
                  </a:lnTo>
                  <a:lnTo>
                    <a:pt x="8484032" y="4911"/>
                  </a:lnTo>
                  <a:lnTo>
                    <a:pt x="8484158" y="4911"/>
                  </a:lnTo>
                  <a:lnTo>
                    <a:pt x="8484285" y="4911"/>
                  </a:lnTo>
                  <a:lnTo>
                    <a:pt x="8484411" y="4911"/>
                  </a:lnTo>
                  <a:lnTo>
                    <a:pt x="8484537" y="4911"/>
                  </a:lnTo>
                  <a:lnTo>
                    <a:pt x="8484664" y="4911"/>
                  </a:lnTo>
                  <a:lnTo>
                    <a:pt x="8484790" y="4911"/>
                  </a:lnTo>
                  <a:lnTo>
                    <a:pt x="8484916" y="4911"/>
                  </a:lnTo>
                  <a:lnTo>
                    <a:pt x="8485042" y="4911"/>
                  </a:lnTo>
                  <a:lnTo>
                    <a:pt x="8485421" y="4911"/>
                  </a:lnTo>
                  <a:lnTo>
                    <a:pt x="8485547" y="4911"/>
                  </a:lnTo>
                  <a:lnTo>
                    <a:pt x="8485674" y="4911"/>
                  </a:lnTo>
                  <a:lnTo>
                    <a:pt x="8485800" y="4911"/>
                  </a:lnTo>
                  <a:lnTo>
                    <a:pt x="8485926" y="4911"/>
                  </a:lnTo>
                  <a:lnTo>
                    <a:pt x="8486179" y="4911"/>
                  </a:lnTo>
                  <a:lnTo>
                    <a:pt x="8486305" y="4911"/>
                  </a:lnTo>
                  <a:lnTo>
                    <a:pt x="8486431" y="4911"/>
                  </a:lnTo>
                  <a:lnTo>
                    <a:pt x="8486557" y="4911"/>
                  </a:lnTo>
                  <a:lnTo>
                    <a:pt x="8486684" y="4911"/>
                  </a:lnTo>
                  <a:lnTo>
                    <a:pt x="8486810" y="4911"/>
                  </a:lnTo>
                  <a:lnTo>
                    <a:pt x="8487062" y="4911"/>
                  </a:lnTo>
                  <a:lnTo>
                    <a:pt x="8487189" y="4911"/>
                  </a:lnTo>
                  <a:lnTo>
                    <a:pt x="8487315" y="4911"/>
                  </a:lnTo>
                  <a:lnTo>
                    <a:pt x="8487441" y="4911"/>
                  </a:lnTo>
                  <a:lnTo>
                    <a:pt x="8487567" y="4911"/>
                  </a:lnTo>
                  <a:lnTo>
                    <a:pt x="8487694" y="4911"/>
                  </a:lnTo>
                  <a:lnTo>
                    <a:pt x="8487820" y="4911"/>
                  </a:lnTo>
                  <a:lnTo>
                    <a:pt x="8487946" y="4911"/>
                  </a:lnTo>
                  <a:lnTo>
                    <a:pt x="8488072" y="4911"/>
                  </a:lnTo>
                  <a:lnTo>
                    <a:pt x="8488199" y="4911"/>
                  </a:lnTo>
                  <a:lnTo>
                    <a:pt x="8488325" y="4911"/>
                  </a:lnTo>
                  <a:lnTo>
                    <a:pt x="8488451" y="4911"/>
                  </a:lnTo>
                  <a:lnTo>
                    <a:pt x="8488577" y="4911"/>
                  </a:lnTo>
                  <a:lnTo>
                    <a:pt x="8488704" y="4911"/>
                  </a:lnTo>
                  <a:lnTo>
                    <a:pt x="8488830" y="4911"/>
                  </a:lnTo>
                  <a:lnTo>
                    <a:pt x="8489082" y="4911"/>
                  </a:lnTo>
                  <a:lnTo>
                    <a:pt x="8489209" y="4911"/>
                  </a:lnTo>
                  <a:lnTo>
                    <a:pt x="8489335" y="4911"/>
                  </a:lnTo>
                  <a:lnTo>
                    <a:pt x="8489461" y="4911"/>
                  </a:lnTo>
                  <a:lnTo>
                    <a:pt x="8489587" y="4911"/>
                  </a:lnTo>
                  <a:lnTo>
                    <a:pt x="8489714" y="4911"/>
                  </a:lnTo>
                  <a:lnTo>
                    <a:pt x="8489840" y="4911"/>
                  </a:lnTo>
                  <a:lnTo>
                    <a:pt x="8489966" y="4911"/>
                  </a:lnTo>
                  <a:lnTo>
                    <a:pt x="8490093" y="4911"/>
                  </a:lnTo>
                  <a:lnTo>
                    <a:pt x="8490219" y="4911"/>
                  </a:lnTo>
                  <a:lnTo>
                    <a:pt x="8490345" y="4911"/>
                  </a:lnTo>
                  <a:lnTo>
                    <a:pt x="8490471" y="4911"/>
                  </a:lnTo>
                  <a:lnTo>
                    <a:pt x="8490598" y="4911"/>
                  </a:lnTo>
                  <a:lnTo>
                    <a:pt x="8490724" y="4911"/>
                  </a:lnTo>
                  <a:lnTo>
                    <a:pt x="8490850" y="4911"/>
                  </a:lnTo>
                  <a:lnTo>
                    <a:pt x="8490976" y="4911"/>
                  </a:lnTo>
                  <a:lnTo>
                    <a:pt x="8491229" y="4911"/>
                  </a:lnTo>
                  <a:lnTo>
                    <a:pt x="8491355" y="4911"/>
                  </a:lnTo>
                  <a:lnTo>
                    <a:pt x="8491481" y="4911"/>
                  </a:lnTo>
                  <a:lnTo>
                    <a:pt x="8491986" y="4911"/>
                  </a:lnTo>
                  <a:lnTo>
                    <a:pt x="8492113" y="4911"/>
                  </a:lnTo>
                  <a:lnTo>
                    <a:pt x="8492239" y="4911"/>
                  </a:lnTo>
                  <a:lnTo>
                    <a:pt x="8492365" y="4911"/>
                  </a:lnTo>
                  <a:lnTo>
                    <a:pt x="8492491" y="4911"/>
                  </a:lnTo>
                  <a:lnTo>
                    <a:pt x="8492618" y="4911"/>
                  </a:lnTo>
                  <a:lnTo>
                    <a:pt x="8492744" y="4911"/>
                  </a:lnTo>
                  <a:lnTo>
                    <a:pt x="8492870" y="4911"/>
                  </a:lnTo>
                  <a:lnTo>
                    <a:pt x="8492996" y="4911"/>
                  </a:lnTo>
                  <a:lnTo>
                    <a:pt x="8493123" y="4911"/>
                  </a:lnTo>
                  <a:lnTo>
                    <a:pt x="8493249" y="4911"/>
                  </a:lnTo>
                  <a:lnTo>
                    <a:pt x="8493375" y="4911"/>
                  </a:lnTo>
                  <a:lnTo>
                    <a:pt x="8493501" y="4911"/>
                  </a:lnTo>
                  <a:lnTo>
                    <a:pt x="8493628" y="4911"/>
                  </a:lnTo>
                  <a:lnTo>
                    <a:pt x="8493754" y="4911"/>
                  </a:lnTo>
                  <a:lnTo>
                    <a:pt x="8493880" y="4911"/>
                  </a:lnTo>
                  <a:lnTo>
                    <a:pt x="8494006" y="4911"/>
                  </a:lnTo>
                  <a:lnTo>
                    <a:pt x="8494133" y="4911"/>
                  </a:lnTo>
                  <a:lnTo>
                    <a:pt x="8494259" y="4911"/>
                  </a:lnTo>
                  <a:lnTo>
                    <a:pt x="8494385" y="4911"/>
                  </a:lnTo>
                  <a:lnTo>
                    <a:pt x="8494511" y="4911"/>
                  </a:lnTo>
                  <a:lnTo>
                    <a:pt x="8494638" y="4911"/>
                  </a:lnTo>
                  <a:lnTo>
                    <a:pt x="8494764" y="4911"/>
                  </a:lnTo>
                  <a:lnTo>
                    <a:pt x="8494890" y="4911"/>
                  </a:lnTo>
                  <a:lnTo>
                    <a:pt x="8495017" y="4911"/>
                  </a:lnTo>
                  <a:lnTo>
                    <a:pt x="8495143" y="4911"/>
                  </a:lnTo>
                  <a:lnTo>
                    <a:pt x="8495269" y="4911"/>
                  </a:lnTo>
                  <a:lnTo>
                    <a:pt x="8495395" y="4911"/>
                  </a:lnTo>
                  <a:lnTo>
                    <a:pt x="8495522" y="4911"/>
                  </a:lnTo>
                  <a:lnTo>
                    <a:pt x="8495648" y="4911"/>
                  </a:lnTo>
                  <a:lnTo>
                    <a:pt x="8495774" y="4911"/>
                  </a:lnTo>
                  <a:lnTo>
                    <a:pt x="8495900" y="4911"/>
                  </a:lnTo>
                  <a:lnTo>
                    <a:pt x="8496027" y="4911"/>
                  </a:lnTo>
                  <a:lnTo>
                    <a:pt x="8496153" y="4911"/>
                  </a:lnTo>
                  <a:lnTo>
                    <a:pt x="8496279" y="4911"/>
                  </a:lnTo>
                  <a:lnTo>
                    <a:pt x="8496405" y="4911"/>
                  </a:lnTo>
                  <a:lnTo>
                    <a:pt x="8496532" y="4911"/>
                  </a:lnTo>
                  <a:lnTo>
                    <a:pt x="8496658" y="4911"/>
                  </a:lnTo>
                  <a:lnTo>
                    <a:pt x="8496784" y="4911"/>
                  </a:lnTo>
                  <a:lnTo>
                    <a:pt x="8496784" y="0"/>
                  </a:lnTo>
                  <a:lnTo>
                    <a:pt x="8496784" y="0"/>
                  </a:lnTo>
                  <a:lnTo>
                    <a:pt x="8496910" y="0"/>
                  </a:lnTo>
                  <a:lnTo>
                    <a:pt x="8497037" y="0"/>
                  </a:lnTo>
                  <a:lnTo>
                    <a:pt x="8497163" y="0"/>
                  </a:lnTo>
                  <a:lnTo>
                    <a:pt x="8497289" y="0"/>
                  </a:lnTo>
                  <a:lnTo>
                    <a:pt x="8497415" y="0"/>
                  </a:lnTo>
                  <a:lnTo>
                    <a:pt x="8497542" y="0"/>
                  </a:lnTo>
                  <a:lnTo>
                    <a:pt x="8497794" y="0"/>
                  </a:lnTo>
                  <a:lnTo>
                    <a:pt x="8497920" y="0"/>
                  </a:lnTo>
                  <a:lnTo>
                    <a:pt x="8498047" y="0"/>
                  </a:lnTo>
                  <a:lnTo>
                    <a:pt x="8498173" y="0"/>
                  </a:lnTo>
                  <a:lnTo>
                    <a:pt x="8498299" y="0"/>
                  </a:lnTo>
                  <a:lnTo>
                    <a:pt x="8498425" y="0"/>
                  </a:lnTo>
                  <a:lnTo>
                    <a:pt x="8498552" y="0"/>
                  </a:lnTo>
                  <a:lnTo>
                    <a:pt x="8498678" y="0"/>
                  </a:lnTo>
                  <a:lnTo>
                    <a:pt x="8498804" y="0"/>
                  </a:lnTo>
                  <a:lnTo>
                    <a:pt x="8498930" y="0"/>
                  </a:lnTo>
                  <a:lnTo>
                    <a:pt x="8499057" y="0"/>
                  </a:lnTo>
                  <a:lnTo>
                    <a:pt x="8499183" y="0"/>
                  </a:lnTo>
                  <a:lnTo>
                    <a:pt x="8499309" y="0"/>
                  </a:lnTo>
                  <a:lnTo>
                    <a:pt x="8499435" y="0"/>
                  </a:lnTo>
                  <a:lnTo>
                    <a:pt x="8499562" y="0"/>
                  </a:lnTo>
                  <a:lnTo>
                    <a:pt x="8499688" y="0"/>
                  </a:lnTo>
                  <a:lnTo>
                    <a:pt x="8499814" y="0"/>
                  </a:lnTo>
                  <a:lnTo>
                    <a:pt x="8499941" y="0"/>
                  </a:lnTo>
                  <a:lnTo>
                    <a:pt x="8500067" y="0"/>
                  </a:lnTo>
                  <a:lnTo>
                    <a:pt x="8500193" y="0"/>
                  </a:lnTo>
                  <a:lnTo>
                    <a:pt x="8500319" y="0"/>
                  </a:lnTo>
                  <a:lnTo>
                    <a:pt x="8500446" y="0"/>
                  </a:lnTo>
                  <a:lnTo>
                    <a:pt x="8500572" y="0"/>
                  </a:lnTo>
                  <a:lnTo>
                    <a:pt x="8500698" y="0"/>
                  </a:lnTo>
                  <a:lnTo>
                    <a:pt x="8500824" y="0"/>
                  </a:lnTo>
                  <a:lnTo>
                    <a:pt x="8500951" y="0"/>
                  </a:lnTo>
                  <a:lnTo>
                    <a:pt x="8501077" y="0"/>
                  </a:lnTo>
                  <a:lnTo>
                    <a:pt x="8501203" y="0"/>
                  </a:lnTo>
                  <a:lnTo>
                    <a:pt x="8501329" y="0"/>
                  </a:lnTo>
                  <a:lnTo>
                    <a:pt x="8501456" y="0"/>
                  </a:lnTo>
                  <a:lnTo>
                    <a:pt x="8501582" y="0"/>
                  </a:lnTo>
                  <a:lnTo>
                    <a:pt x="8501708" y="0"/>
                  </a:lnTo>
                  <a:lnTo>
                    <a:pt x="8501834" y="0"/>
                  </a:lnTo>
                  <a:lnTo>
                    <a:pt x="8501961" y="0"/>
                  </a:lnTo>
                  <a:lnTo>
                    <a:pt x="8502087" y="0"/>
                  </a:lnTo>
                  <a:lnTo>
                    <a:pt x="8502213" y="0"/>
                  </a:lnTo>
                  <a:lnTo>
                    <a:pt x="8502339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252" y="6340585"/>
                  </a:lnTo>
                  <a:lnTo>
                    <a:pt x="378" y="6340585"/>
                  </a:lnTo>
                  <a:lnTo>
                    <a:pt x="505" y="6340585"/>
                  </a:lnTo>
                  <a:lnTo>
                    <a:pt x="631" y="6340585"/>
                  </a:lnTo>
                  <a:lnTo>
                    <a:pt x="757" y="6340585"/>
                  </a:lnTo>
                  <a:lnTo>
                    <a:pt x="883" y="6340585"/>
                  </a:lnTo>
                  <a:lnTo>
                    <a:pt x="1010" y="6340585"/>
                  </a:lnTo>
                  <a:lnTo>
                    <a:pt x="1136" y="6340585"/>
                  </a:lnTo>
                  <a:lnTo>
                    <a:pt x="1262" y="6340585"/>
                  </a:lnTo>
                  <a:lnTo>
                    <a:pt x="1388" y="6340585"/>
                  </a:lnTo>
                  <a:lnTo>
                    <a:pt x="1515" y="6340585"/>
                  </a:lnTo>
                  <a:lnTo>
                    <a:pt x="1641" y="6340585"/>
                  </a:lnTo>
                  <a:lnTo>
                    <a:pt x="1767" y="6340585"/>
                  </a:lnTo>
                  <a:lnTo>
                    <a:pt x="1893" y="6340585"/>
                  </a:lnTo>
                  <a:lnTo>
                    <a:pt x="2020" y="6340585"/>
                  </a:lnTo>
                  <a:lnTo>
                    <a:pt x="2146" y="6340585"/>
                  </a:lnTo>
                  <a:lnTo>
                    <a:pt x="2146" y="6335673"/>
                  </a:lnTo>
                  <a:lnTo>
                    <a:pt x="2272" y="6335673"/>
                  </a:lnTo>
                  <a:lnTo>
                    <a:pt x="2398" y="6335673"/>
                  </a:lnTo>
                  <a:lnTo>
                    <a:pt x="2525" y="6335673"/>
                  </a:lnTo>
                  <a:lnTo>
                    <a:pt x="2651" y="6335673"/>
                  </a:lnTo>
                  <a:lnTo>
                    <a:pt x="2777" y="6335673"/>
                  </a:lnTo>
                  <a:lnTo>
                    <a:pt x="2903" y="6335673"/>
                  </a:lnTo>
                  <a:lnTo>
                    <a:pt x="3030" y="6335673"/>
                  </a:lnTo>
                  <a:lnTo>
                    <a:pt x="3156" y="6335673"/>
                  </a:lnTo>
                  <a:lnTo>
                    <a:pt x="3282" y="6335673"/>
                  </a:lnTo>
                  <a:lnTo>
                    <a:pt x="3408" y="6335673"/>
                  </a:lnTo>
                  <a:lnTo>
                    <a:pt x="3535" y="6335673"/>
                  </a:lnTo>
                  <a:lnTo>
                    <a:pt x="3661" y="6335673"/>
                  </a:lnTo>
                  <a:lnTo>
                    <a:pt x="3787" y="6335673"/>
                  </a:lnTo>
                  <a:lnTo>
                    <a:pt x="3913" y="6335673"/>
                  </a:lnTo>
                  <a:lnTo>
                    <a:pt x="4040" y="6335673"/>
                  </a:lnTo>
                  <a:lnTo>
                    <a:pt x="4166" y="6335673"/>
                  </a:lnTo>
                  <a:lnTo>
                    <a:pt x="4292" y="6335673"/>
                  </a:lnTo>
                  <a:lnTo>
                    <a:pt x="4418" y="6335673"/>
                  </a:lnTo>
                  <a:lnTo>
                    <a:pt x="4545" y="6335673"/>
                  </a:lnTo>
                  <a:lnTo>
                    <a:pt x="4671" y="6335673"/>
                  </a:lnTo>
                  <a:lnTo>
                    <a:pt x="4797" y="6335673"/>
                  </a:lnTo>
                  <a:lnTo>
                    <a:pt x="4923" y="6335673"/>
                  </a:lnTo>
                  <a:lnTo>
                    <a:pt x="5050" y="6335673"/>
                  </a:lnTo>
                  <a:lnTo>
                    <a:pt x="5176" y="6335673"/>
                  </a:lnTo>
                  <a:lnTo>
                    <a:pt x="5302" y="6335673"/>
                  </a:lnTo>
                  <a:lnTo>
                    <a:pt x="5429" y="6335673"/>
                  </a:lnTo>
                  <a:lnTo>
                    <a:pt x="5555" y="6335673"/>
                  </a:lnTo>
                  <a:lnTo>
                    <a:pt x="5681" y="6335673"/>
                  </a:lnTo>
                  <a:lnTo>
                    <a:pt x="5807" y="6335673"/>
                  </a:lnTo>
                  <a:lnTo>
                    <a:pt x="5807" y="6330762"/>
                  </a:lnTo>
                  <a:lnTo>
                    <a:pt x="5934" y="6330762"/>
                  </a:lnTo>
                  <a:lnTo>
                    <a:pt x="6060" y="6330762"/>
                  </a:lnTo>
                  <a:lnTo>
                    <a:pt x="6186" y="6330762"/>
                  </a:lnTo>
                  <a:lnTo>
                    <a:pt x="6312" y="6330762"/>
                  </a:lnTo>
                  <a:lnTo>
                    <a:pt x="6439" y="6330762"/>
                  </a:lnTo>
                  <a:lnTo>
                    <a:pt x="6565" y="6330762"/>
                  </a:lnTo>
                  <a:lnTo>
                    <a:pt x="6691" y="6330762"/>
                  </a:lnTo>
                  <a:lnTo>
                    <a:pt x="6817" y="6330762"/>
                  </a:lnTo>
                  <a:lnTo>
                    <a:pt x="6944" y="6330762"/>
                  </a:lnTo>
                  <a:lnTo>
                    <a:pt x="7070" y="6330762"/>
                  </a:lnTo>
                  <a:lnTo>
                    <a:pt x="7196" y="6330762"/>
                  </a:lnTo>
                  <a:lnTo>
                    <a:pt x="7322" y="6330762"/>
                  </a:lnTo>
                  <a:lnTo>
                    <a:pt x="7449" y="6330762"/>
                  </a:lnTo>
                  <a:lnTo>
                    <a:pt x="7575" y="6330762"/>
                  </a:lnTo>
                  <a:lnTo>
                    <a:pt x="7701" y="6330762"/>
                  </a:lnTo>
                  <a:lnTo>
                    <a:pt x="7827" y="6330762"/>
                  </a:lnTo>
                  <a:lnTo>
                    <a:pt x="7954" y="6330762"/>
                  </a:lnTo>
                  <a:lnTo>
                    <a:pt x="8080" y="6330762"/>
                  </a:lnTo>
                  <a:lnTo>
                    <a:pt x="8206" y="6330762"/>
                  </a:lnTo>
                  <a:lnTo>
                    <a:pt x="8332" y="6330762"/>
                  </a:lnTo>
                  <a:lnTo>
                    <a:pt x="8459" y="6330762"/>
                  </a:lnTo>
                  <a:lnTo>
                    <a:pt x="8585" y="6330762"/>
                  </a:lnTo>
                  <a:lnTo>
                    <a:pt x="8711" y="6330762"/>
                  </a:lnTo>
                  <a:lnTo>
                    <a:pt x="8837" y="6330762"/>
                  </a:lnTo>
                  <a:lnTo>
                    <a:pt x="8964" y="6330762"/>
                  </a:lnTo>
                  <a:lnTo>
                    <a:pt x="9090" y="6330762"/>
                  </a:lnTo>
                  <a:lnTo>
                    <a:pt x="9216" y="6330762"/>
                  </a:lnTo>
                  <a:lnTo>
                    <a:pt x="9342" y="6330762"/>
                  </a:lnTo>
                  <a:lnTo>
                    <a:pt x="9469" y="6330762"/>
                  </a:lnTo>
                  <a:lnTo>
                    <a:pt x="9595" y="6330762"/>
                  </a:lnTo>
                  <a:lnTo>
                    <a:pt x="9721" y="6330762"/>
                  </a:lnTo>
                  <a:lnTo>
                    <a:pt x="9847" y="6330762"/>
                  </a:lnTo>
                  <a:lnTo>
                    <a:pt x="9974" y="6330762"/>
                  </a:lnTo>
                  <a:lnTo>
                    <a:pt x="10100" y="6330762"/>
                  </a:lnTo>
                  <a:lnTo>
                    <a:pt x="10226" y="6330762"/>
                  </a:lnTo>
                  <a:lnTo>
                    <a:pt x="10353" y="6330762"/>
                  </a:lnTo>
                  <a:lnTo>
                    <a:pt x="10479" y="6330762"/>
                  </a:lnTo>
                  <a:lnTo>
                    <a:pt x="10605" y="6330762"/>
                  </a:lnTo>
                  <a:lnTo>
                    <a:pt x="10731" y="6330762"/>
                  </a:lnTo>
                  <a:lnTo>
                    <a:pt x="10858" y="6330762"/>
                  </a:lnTo>
                  <a:lnTo>
                    <a:pt x="10984" y="6330762"/>
                  </a:lnTo>
                  <a:lnTo>
                    <a:pt x="11110" y="6330762"/>
                  </a:lnTo>
                  <a:lnTo>
                    <a:pt x="11236" y="6330762"/>
                  </a:lnTo>
                  <a:lnTo>
                    <a:pt x="11363" y="6330762"/>
                  </a:lnTo>
                  <a:lnTo>
                    <a:pt x="11489" y="6330762"/>
                  </a:lnTo>
                  <a:lnTo>
                    <a:pt x="11615" y="6330762"/>
                  </a:lnTo>
                  <a:lnTo>
                    <a:pt x="11741" y="6330762"/>
                  </a:lnTo>
                  <a:lnTo>
                    <a:pt x="11868" y="6330762"/>
                  </a:lnTo>
                  <a:lnTo>
                    <a:pt x="11994" y="6330762"/>
                  </a:lnTo>
                  <a:lnTo>
                    <a:pt x="12120" y="6330762"/>
                  </a:lnTo>
                  <a:lnTo>
                    <a:pt x="12246" y="6330762"/>
                  </a:lnTo>
                  <a:lnTo>
                    <a:pt x="12373" y="6330762"/>
                  </a:lnTo>
                  <a:lnTo>
                    <a:pt x="12499" y="6330762"/>
                  </a:lnTo>
                  <a:lnTo>
                    <a:pt x="12625" y="6330762"/>
                  </a:lnTo>
                  <a:lnTo>
                    <a:pt x="12751" y="6330762"/>
                  </a:lnTo>
                  <a:lnTo>
                    <a:pt x="12878" y="6330762"/>
                  </a:lnTo>
                  <a:lnTo>
                    <a:pt x="13004" y="6330762"/>
                  </a:lnTo>
                  <a:lnTo>
                    <a:pt x="13130" y="6330762"/>
                  </a:lnTo>
                  <a:lnTo>
                    <a:pt x="13256" y="6330762"/>
                  </a:lnTo>
                  <a:lnTo>
                    <a:pt x="13383" y="6330762"/>
                  </a:lnTo>
                  <a:lnTo>
                    <a:pt x="13509" y="6330762"/>
                  </a:lnTo>
                  <a:lnTo>
                    <a:pt x="13635" y="6330762"/>
                  </a:lnTo>
                  <a:lnTo>
                    <a:pt x="13761" y="6330762"/>
                  </a:lnTo>
                  <a:lnTo>
                    <a:pt x="13888" y="6330762"/>
                  </a:lnTo>
                  <a:lnTo>
                    <a:pt x="14014" y="6330762"/>
                  </a:lnTo>
                  <a:lnTo>
                    <a:pt x="14140" y="6330762"/>
                  </a:lnTo>
                  <a:lnTo>
                    <a:pt x="14266" y="6330762"/>
                  </a:lnTo>
                  <a:lnTo>
                    <a:pt x="14393" y="6330762"/>
                  </a:lnTo>
                  <a:lnTo>
                    <a:pt x="14519" y="6330762"/>
                  </a:lnTo>
                  <a:lnTo>
                    <a:pt x="14645" y="6330762"/>
                  </a:lnTo>
                  <a:lnTo>
                    <a:pt x="14771" y="6330762"/>
                  </a:lnTo>
                  <a:lnTo>
                    <a:pt x="14898" y="6330762"/>
                  </a:lnTo>
                  <a:lnTo>
                    <a:pt x="15024" y="6330762"/>
                  </a:lnTo>
                  <a:lnTo>
                    <a:pt x="15150" y="6330762"/>
                  </a:lnTo>
                  <a:lnTo>
                    <a:pt x="15276" y="6330762"/>
                  </a:lnTo>
                  <a:lnTo>
                    <a:pt x="15403" y="6330762"/>
                  </a:lnTo>
                  <a:lnTo>
                    <a:pt x="15529" y="6330762"/>
                  </a:lnTo>
                  <a:lnTo>
                    <a:pt x="15655" y="6330762"/>
                  </a:lnTo>
                  <a:lnTo>
                    <a:pt x="15782" y="6330762"/>
                  </a:lnTo>
                  <a:lnTo>
                    <a:pt x="15908" y="6330762"/>
                  </a:lnTo>
                  <a:lnTo>
                    <a:pt x="16034" y="6330762"/>
                  </a:lnTo>
                  <a:lnTo>
                    <a:pt x="16160" y="6330762"/>
                  </a:lnTo>
                  <a:lnTo>
                    <a:pt x="16287" y="6330762"/>
                  </a:lnTo>
                  <a:lnTo>
                    <a:pt x="16413" y="6330762"/>
                  </a:lnTo>
                  <a:lnTo>
                    <a:pt x="16539" y="6330762"/>
                  </a:lnTo>
                  <a:lnTo>
                    <a:pt x="16665" y="6330762"/>
                  </a:lnTo>
                  <a:lnTo>
                    <a:pt x="16792" y="6330762"/>
                  </a:lnTo>
                  <a:lnTo>
                    <a:pt x="16918" y="6330762"/>
                  </a:lnTo>
                  <a:lnTo>
                    <a:pt x="17044" y="6330762"/>
                  </a:lnTo>
                  <a:lnTo>
                    <a:pt x="17170" y="6330762"/>
                  </a:lnTo>
                  <a:lnTo>
                    <a:pt x="17297" y="6330762"/>
                  </a:lnTo>
                  <a:lnTo>
                    <a:pt x="17423" y="6330762"/>
                  </a:lnTo>
                  <a:lnTo>
                    <a:pt x="17549" y="6330762"/>
                  </a:lnTo>
                  <a:lnTo>
                    <a:pt x="17549" y="6325850"/>
                  </a:lnTo>
                  <a:lnTo>
                    <a:pt x="17675" y="6325850"/>
                  </a:lnTo>
                  <a:lnTo>
                    <a:pt x="17802" y="6325850"/>
                  </a:lnTo>
                  <a:lnTo>
                    <a:pt x="17928" y="6325850"/>
                  </a:lnTo>
                  <a:lnTo>
                    <a:pt x="18054" y="6325850"/>
                  </a:lnTo>
                  <a:lnTo>
                    <a:pt x="18180" y="6325850"/>
                  </a:lnTo>
                  <a:lnTo>
                    <a:pt x="18307" y="6325850"/>
                  </a:lnTo>
                  <a:lnTo>
                    <a:pt x="18433" y="6325850"/>
                  </a:lnTo>
                  <a:lnTo>
                    <a:pt x="18559" y="6325850"/>
                  </a:lnTo>
                  <a:lnTo>
                    <a:pt x="18685" y="6325850"/>
                  </a:lnTo>
                  <a:lnTo>
                    <a:pt x="18812" y="6325850"/>
                  </a:lnTo>
                  <a:lnTo>
                    <a:pt x="18938" y="6325850"/>
                  </a:lnTo>
                  <a:lnTo>
                    <a:pt x="19064" y="6325850"/>
                  </a:lnTo>
                  <a:lnTo>
                    <a:pt x="19190" y="6325850"/>
                  </a:lnTo>
                  <a:lnTo>
                    <a:pt x="19317" y="6325850"/>
                  </a:lnTo>
                  <a:lnTo>
                    <a:pt x="19443" y="6325850"/>
                  </a:lnTo>
                  <a:lnTo>
                    <a:pt x="19569" y="6325850"/>
                  </a:lnTo>
                  <a:lnTo>
                    <a:pt x="19695" y="6325850"/>
                  </a:lnTo>
                  <a:lnTo>
                    <a:pt x="19822" y="6325850"/>
                  </a:lnTo>
                  <a:lnTo>
                    <a:pt x="19948" y="6325850"/>
                  </a:lnTo>
                  <a:lnTo>
                    <a:pt x="20074" y="6325850"/>
                  </a:lnTo>
                  <a:lnTo>
                    <a:pt x="20200" y="6325850"/>
                  </a:lnTo>
                  <a:lnTo>
                    <a:pt x="20327" y="6325850"/>
                  </a:lnTo>
                  <a:lnTo>
                    <a:pt x="20453" y="6325850"/>
                  </a:lnTo>
                  <a:lnTo>
                    <a:pt x="20579" y="6325850"/>
                  </a:lnTo>
                  <a:lnTo>
                    <a:pt x="20706" y="6325850"/>
                  </a:lnTo>
                  <a:lnTo>
                    <a:pt x="20832" y="6325850"/>
                  </a:lnTo>
                  <a:lnTo>
                    <a:pt x="20958" y="6325850"/>
                  </a:lnTo>
                  <a:lnTo>
                    <a:pt x="21084" y="6325850"/>
                  </a:lnTo>
                  <a:lnTo>
                    <a:pt x="21211" y="6325850"/>
                  </a:lnTo>
                  <a:lnTo>
                    <a:pt x="21337" y="6325850"/>
                  </a:lnTo>
                  <a:lnTo>
                    <a:pt x="21463" y="6325850"/>
                  </a:lnTo>
                  <a:lnTo>
                    <a:pt x="21589" y="6325850"/>
                  </a:lnTo>
                  <a:lnTo>
                    <a:pt x="21716" y="6325850"/>
                  </a:lnTo>
                  <a:lnTo>
                    <a:pt x="21842" y="6325850"/>
                  </a:lnTo>
                  <a:lnTo>
                    <a:pt x="21968" y="6325850"/>
                  </a:lnTo>
                  <a:lnTo>
                    <a:pt x="22094" y="6325850"/>
                  </a:lnTo>
                  <a:lnTo>
                    <a:pt x="22221" y="6325850"/>
                  </a:lnTo>
                  <a:lnTo>
                    <a:pt x="22347" y="6325850"/>
                  </a:lnTo>
                  <a:lnTo>
                    <a:pt x="22473" y="6325850"/>
                  </a:lnTo>
                  <a:lnTo>
                    <a:pt x="22599" y="6325850"/>
                  </a:lnTo>
                  <a:lnTo>
                    <a:pt x="22726" y="6325850"/>
                  </a:lnTo>
                  <a:lnTo>
                    <a:pt x="22852" y="6325850"/>
                  </a:lnTo>
                  <a:lnTo>
                    <a:pt x="22978" y="6325850"/>
                  </a:lnTo>
                  <a:lnTo>
                    <a:pt x="23104" y="6325850"/>
                  </a:lnTo>
                  <a:lnTo>
                    <a:pt x="23231" y="6325850"/>
                  </a:lnTo>
                  <a:lnTo>
                    <a:pt x="23357" y="6325850"/>
                  </a:lnTo>
                  <a:lnTo>
                    <a:pt x="23483" y="6325850"/>
                  </a:lnTo>
                  <a:lnTo>
                    <a:pt x="23609" y="6325850"/>
                  </a:lnTo>
                  <a:lnTo>
                    <a:pt x="23736" y="6325850"/>
                  </a:lnTo>
                  <a:lnTo>
                    <a:pt x="23862" y="6325850"/>
                  </a:lnTo>
                  <a:lnTo>
                    <a:pt x="23988" y="6325850"/>
                  </a:lnTo>
                  <a:lnTo>
                    <a:pt x="24114" y="6325850"/>
                  </a:lnTo>
                  <a:lnTo>
                    <a:pt x="24241" y="6325850"/>
                  </a:lnTo>
                  <a:lnTo>
                    <a:pt x="24241" y="6320939"/>
                  </a:lnTo>
                  <a:lnTo>
                    <a:pt x="24367" y="6320939"/>
                  </a:lnTo>
                  <a:lnTo>
                    <a:pt x="24493" y="6320939"/>
                  </a:lnTo>
                  <a:lnTo>
                    <a:pt x="24619" y="6320939"/>
                  </a:lnTo>
                  <a:lnTo>
                    <a:pt x="24619" y="6316028"/>
                  </a:lnTo>
                  <a:lnTo>
                    <a:pt x="24746" y="6316028"/>
                  </a:lnTo>
                  <a:lnTo>
                    <a:pt x="24872" y="6316028"/>
                  </a:lnTo>
                  <a:lnTo>
                    <a:pt x="24998" y="6316028"/>
                  </a:lnTo>
                  <a:lnTo>
                    <a:pt x="25124" y="6316028"/>
                  </a:lnTo>
                  <a:lnTo>
                    <a:pt x="25251" y="6316028"/>
                  </a:lnTo>
                  <a:lnTo>
                    <a:pt x="25377" y="6316028"/>
                  </a:lnTo>
                  <a:lnTo>
                    <a:pt x="25503" y="6316028"/>
                  </a:lnTo>
                  <a:lnTo>
                    <a:pt x="25629" y="6316028"/>
                  </a:lnTo>
                  <a:lnTo>
                    <a:pt x="25756" y="6316028"/>
                  </a:lnTo>
                  <a:lnTo>
                    <a:pt x="25882" y="6316028"/>
                  </a:lnTo>
                  <a:lnTo>
                    <a:pt x="26008" y="6316028"/>
                  </a:lnTo>
                  <a:lnTo>
                    <a:pt x="26135" y="6316028"/>
                  </a:lnTo>
                  <a:lnTo>
                    <a:pt x="26261" y="6316028"/>
                  </a:lnTo>
                  <a:lnTo>
                    <a:pt x="26387" y="6316028"/>
                  </a:lnTo>
                  <a:lnTo>
                    <a:pt x="26513" y="6316028"/>
                  </a:lnTo>
                  <a:lnTo>
                    <a:pt x="26640" y="6316028"/>
                  </a:lnTo>
                  <a:lnTo>
                    <a:pt x="26766" y="6316028"/>
                  </a:lnTo>
                  <a:lnTo>
                    <a:pt x="26892" y="6316028"/>
                  </a:lnTo>
                  <a:lnTo>
                    <a:pt x="27018" y="6316028"/>
                  </a:lnTo>
                  <a:lnTo>
                    <a:pt x="27145" y="6316028"/>
                  </a:lnTo>
                  <a:lnTo>
                    <a:pt x="27271" y="6316028"/>
                  </a:lnTo>
                  <a:lnTo>
                    <a:pt x="27397" y="6316028"/>
                  </a:lnTo>
                  <a:lnTo>
                    <a:pt x="27523" y="6316028"/>
                  </a:lnTo>
                  <a:lnTo>
                    <a:pt x="27650" y="6316028"/>
                  </a:lnTo>
                  <a:lnTo>
                    <a:pt x="27776" y="6316028"/>
                  </a:lnTo>
                  <a:lnTo>
                    <a:pt x="27902" y="6316028"/>
                  </a:lnTo>
                  <a:lnTo>
                    <a:pt x="28028" y="6316028"/>
                  </a:lnTo>
                  <a:lnTo>
                    <a:pt x="28155" y="6316028"/>
                  </a:lnTo>
                  <a:lnTo>
                    <a:pt x="28281" y="6316028"/>
                  </a:lnTo>
                  <a:lnTo>
                    <a:pt x="28407" y="6316028"/>
                  </a:lnTo>
                  <a:lnTo>
                    <a:pt x="28533" y="6316028"/>
                  </a:lnTo>
                  <a:lnTo>
                    <a:pt x="28660" y="6316028"/>
                  </a:lnTo>
                  <a:lnTo>
                    <a:pt x="28786" y="6316028"/>
                  </a:lnTo>
                  <a:lnTo>
                    <a:pt x="28912" y="6316028"/>
                  </a:lnTo>
                  <a:lnTo>
                    <a:pt x="29038" y="6316028"/>
                  </a:lnTo>
                  <a:lnTo>
                    <a:pt x="29165" y="6316028"/>
                  </a:lnTo>
                  <a:lnTo>
                    <a:pt x="29291" y="6316028"/>
                  </a:lnTo>
                  <a:lnTo>
                    <a:pt x="29417" y="6316028"/>
                  </a:lnTo>
                  <a:lnTo>
                    <a:pt x="29543" y="6316028"/>
                  </a:lnTo>
                  <a:lnTo>
                    <a:pt x="29670" y="6316028"/>
                  </a:lnTo>
                  <a:lnTo>
                    <a:pt x="29796" y="6316028"/>
                  </a:lnTo>
                  <a:lnTo>
                    <a:pt x="29922" y="6316028"/>
                  </a:lnTo>
                  <a:lnTo>
                    <a:pt x="30048" y="6316028"/>
                  </a:lnTo>
                  <a:lnTo>
                    <a:pt x="30175" y="6316028"/>
                  </a:lnTo>
                  <a:lnTo>
                    <a:pt x="30301" y="6316028"/>
                  </a:lnTo>
                  <a:lnTo>
                    <a:pt x="30427" y="6316028"/>
                  </a:lnTo>
                  <a:lnTo>
                    <a:pt x="30553" y="6316028"/>
                  </a:lnTo>
                  <a:lnTo>
                    <a:pt x="30680" y="6316028"/>
                  </a:lnTo>
                  <a:lnTo>
                    <a:pt x="30806" y="6316028"/>
                  </a:lnTo>
                  <a:lnTo>
                    <a:pt x="30932" y="6316028"/>
                  </a:lnTo>
                  <a:lnTo>
                    <a:pt x="31059" y="6316028"/>
                  </a:lnTo>
                  <a:lnTo>
                    <a:pt x="31185" y="6316028"/>
                  </a:lnTo>
                  <a:lnTo>
                    <a:pt x="31311" y="6316028"/>
                  </a:lnTo>
                  <a:lnTo>
                    <a:pt x="31437" y="6316028"/>
                  </a:lnTo>
                  <a:lnTo>
                    <a:pt x="31564" y="6316028"/>
                  </a:lnTo>
                  <a:lnTo>
                    <a:pt x="31690" y="6316028"/>
                  </a:lnTo>
                  <a:lnTo>
                    <a:pt x="31816" y="6316028"/>
                  </a:lnTo>
                  <a:lnTo>
                    <a:pt x="31942" y="6316028"/>
                  </a:lnTo>
                  <a:lnTo>
                    <a:pt x="32069" y="6316028"/>
                  </a:lnTo>
                  <a:lnTo>
                    <a:pt x="32195" y="6316028"/>
                  </a:lnTo>
                  <a:lnTo>
                    <a:pt x="32321" y="6316028"/>
                  </a:lnTo>
                  <a:lnTo>
                    <a:pt x="32447" y="6316028"/>
                  </a:lnTo>
                  <a:lnTo>
                    <a:pt x="32574" y="6316028"/>
                  </a:lnTo>
                  <a:lnTo>
                    <a:pt x="32700" y="6316028"/>
                  </a:lnTo>
                  <a:lnTo>
                    <a:pt x="32826" y="6316028"/>
                  </a:lnTo>
                  <a:lnTo>
                    <a:pt x="32952" y="6316028"/>
                  </a:lnTo>
                  <a:lnTo>
                    <a:pt x="33079" y="6316028"/>
                  </a:lnTo>
                  <a:lnTo>
                    <a:pt x="33205" y="6316028"/>
                  </a:lnTo>
                  <a:lnTo>
                    <a:pt x="33331" y="6316028"/>
                  </a:lnTo>
                  <a:lnTo>
                    <a:pt x="33457" y="6316028"/>
                  </a:lnTo>
                  <a:lnTo>
                    <a:pt x="33584" y="6316028"/>
                  </a:lnTo>
                  <a:lnTo>
                    <a:pt x="33710" y="6316028"/>
                  </a:lnTo>
                  <a:lnTo>
                    <a:pt x="33836" y="6316028"/>
                  </a:lnTo>
                  <a:lnTo>
                    <a:pt x="33962" y="6316028"/>
                  </a:lnTo>
                  <a:lnTo>
                    <a:pt x="34089" y="6316028"/>
                  </a:lnTo>
                  <a:lnTo>
                    <a:pt x="34215" y="6316028"/>
                  </a:lnTo>
                  <a:lnTo>
                    <a:pt x="34341" y="6316028"/>
                  </a:lnTo>
                  <a:lnTo>
                    <a:pt x="34467" y="6316028"/>
                  </a:lnTo>
                  <a:lnTo>
                    <a:pt x="34594" y="6316028"/>
                  </a:lnTo>
                  <a:lnTo>
                    <a:pt x="34720" y="6316028"/>
                  </a:lnTo>
                  <a:lnTo>
                    <a:pt x="34846" y="6316028"/>
                  </a:lnTo>
                  <a:lnTo>
                    <a:pt x="34972" y="6316028"/>
                  </a:lnTo>
                  <a:lnTo>
                    <a:pt x="35099" y="6316028"/>
                  </a:lnTo>
                  <a:lnTo>
                    <a:pt x="35225" y="6316028"/>
                  </a:lnTo>
                  <a:lnTo>
                    <a:pt x="35351" y="6316028"/>
                  </a:lnTo>
                  <a:lnTo>
                    <a:pt x="35477" y="6316028"/>
                  </a:lnTo>
                  <a:lnTo>
                    <a:pt x="35604" y="6316028"/>
                  </a:lnTo>
                  <a:lnTo>
                    <a:pt x="35604" y="6311116"/>
                  </a:lnTo>
                  <a:lnTo>
                    <a:pt x="35730" y="6311116"/>
                  </a:lnTo>
                  <a:lnTo>
                    <a:pt x="35856" y="6311116"/>
                  </a:lnTo>
                  <a:lnTo>
                    <a:pt x="35982" y="6311116"/>
                  </a:lnTo>
                  <a:lnTo>
                    <a:pt x="36109" y="6311116"/>
                  </a:lnTo>
                  <a:lnTo>
                    <a:pt x="36235" y="6311116"/>
                  </a:lnTo>
                  <a:lnTo>
                    <a:pt x="36361" y="6311116"/>
                  </a:lnTo>
                  <a:lnTo>
                    <a:pt x="36488" y="6311116"/>
                  </a:lnTo>
                  <a:lnTo>
                    <a:pt x="36614" y="6311116"/>
                  </a:lnTo>
                  <a:lnTo>
                    <a:pt x="36740" y="6311116"/>
                  </a:lnTo>
                  <a:lnTo>
                    <a:pt x="36866" y="6311116"/>
                  </a:lnTo>
                  <a:lnTo>
                    <a:pt x="36993" y="6311116"/>
                  </a:lnTo>
                  <a:lnTo>
                    <a:pt x="37119" y="6311116"/>
                  </a:lnTo>
                  <a:lnTo>
                    <a:pt x="37245" y="6311116"/>
                  </a:lnTo>
                  <a:lnTo>
                    <a:pt x="37371" y="6311116"/>
                  </a:lnTo>
                  <a:lnTo>
                    <a:pt x="37498" y="6311116"/>
                  </a:lnTo>
                  <a:lnTo>
                    <a:pt x="37624" y="6311116"/>
                  </a:lnTo>
                  <a:lnTo>
                    <a:pt x="37750" y="6311116"/>
                  </a:lnTo>
                  <a:lnTo>
                    <a:pt x="37876" y="6311116"/>
                  </a:lnTo>
                  <a:lnTo>
                    <a:pt x="38003" y="6311116"/>
                  </a:lnTo>
                  <a:lnTo>
                    <a:pt x="38129" y="6311116"/>
                  </a:lnTo>
                  <a:lnTo>
                    <a:pt x="38255" y="6311116"/>
                  </a:lnTo>
                  <a:lnTo>
                    <a:pt x="38381" y="6311116"/>
                  </a:lnTo>
                  <a:lnTo>
                    <a:pt x="38508" y="6311116"/>
                  </a:lnTo>
                  <a:lnTo>
                    <a:pt x="38634" y="6311116"/>
                  </a:lnTo>
                  <a:lnTo>
                    <a:pt x="38760" y="6311116"/>
                  </a:lnTo>
                  <a:lnTo>
                    <a:pt x="38886" y="6311116"/>
                  </a:lnTo>
                  <a:lnTo>
                    <a:pt x="39013" y="6311116"/>
                  </a:lnTo>
                  <a:lnTo>
                    <a:pt x="39139" y="6311116"/>
                  </a:lnTo>
                  <a:lnTo>
                    <a:pt x="39265" y="6311116"/>
                  </a:lnTo>
                  <a:lnTo>
                    <a:pt x="39391" y="6311116"/>
                  </a:lnTo>
                  <a:lnTo>
                    <a:pt x="39518" y="6311116"/>
                  </a:lnTo>
                  <a:lnTo>
                    <a:pt x="39644" y="6311116"/>
                  </a:lnTo>
                  <a:lnTo>
                    <a:pt x="39770" y="6311116"/>
                  </a:lnTo>
                  <a:lnTo>
                    <a:pt x="39896" y="6311116"/>
                  </a:lnTo>
                  <a:lnTo>
                    <a:pt x="40023" y="6311116"/>
                  </a:lnTo>
                  <a:lnTo>
                    <a:pt x="40149" y="6311116"/>
                  </a:lnTo>
                  <a:lnTo>
                    <a:pt x="40275" y="6311116"/>
                  </a:lnTo>
                  <a:lnTo>
                    <a:pt x="40401" y="6311116"/>
                  </a:lnTo>
                  <a:lnTo>
                    <a:pt x="40528" y="6311116"/>
                  </a:lnTo>
                  <a:lnTo>
                    <a:pt x="40654" y="6311116"/>
                  </a:lnTo>
                  <a:lnTo>
                    <a:pt x="40780" y="6311116"/>
                  </a:lnTo>
                  <a:lnTo>
                    <a:pt x="40906" y="6311116"/>
                  </a:lnTo>
                  <a:lnTo>
                    <a:pt x="41033" y="6311116"/>
                  </a:lnTo>
                  <a:lnTo>
                    <a:pt x="41159" y="6311116"/>
                  </a:lnTo>
                  <a:lnTo>
                    <a:pt x="41159" y="6306205"/>
                  </a:lnTo>
                  <a:lnTo>
                    <a:pt x="41285" y="6306205"/>
                  </a:lnTo>
                  <a:lnTo>
                    <a:pt x="41412" y="6306205"/>
                  </a:lnTo>
                  <a:lnTo>
                    <a:pt x="41538" y="6306205"/>
                  </a:lnTo>
                  <a:lnTo>
                    <a:pt x="41664" y="6306205"/>
                  </a:lnTo>
                  <a:lnTo>
                    <a:pt x="41790" y="6306205"/>
                  </a:lnTo>
                  <a:lnTo>
                    <a:pt x="41917" y="6306205"/>
                  </a:lnTo>
                  <a:lnTo>
                    <a:pt x="42043" y="6306205"/>
                  </a:lnTo>
                  <a:lnTo>
                    <a:pt x="42169" y="6306205"/>
                  </a:lnTo>
                  <a:lnTo>
                    <a:pt x="42295" y="6306205"/>
                  </a:lnTo>
                  <a:lnTo>
                    <a:pt x="42295" y="6301294"/>
                  </a:lnTo>
                  <a:lnTo>
                    <a:pt x="42422" y="6301294"/>
                  </a:lnTo>
                  <a:lnTo>
                    <a:pt x="42548" y="6301294"/>
                  </a:lnTo>
                  <a:lnTo>
                    <a:pt x="42674" y="6301294"/>
                  </a:lnTo>
                  <a:lnTo>
                    <a:pt x="42800" y="6301294"/>
                  </a:lnTo>
                  <a:lnTo>
                    <a:pt x="42927" y="6301294"/>
                  </a:lnTo>
                  <a:lnTo>
                    <a:pt x="43053" y="6301294"/>
                  </a:lnTo>
                  <a:lnTo>
                    <a:pt x="43179" y="6301294"/>
                  </a:lnTo>
                  <a:lnTo>
                    <a:pt x="43305" y="6301294"/>
                  </a:lnTo>
                  <a:lnTo>
                    <a:pt x="43432" y="6301294"/>
                  </a:lnTo>
                  <a:lnTo>
                    <a:pt x="43558" y="6301294"/>
                  </a:lnTo>
                  <a:lnTo>
                    <a:pt x="43684" y="6301294"/>
                  </a:lnTo>
                  <a:lnTo>
                    <a:pt x="43810" y="6301294"/>
                  </a:lnTo>
                  <a:lnTo>
                    <a:pt x="43937" y="6301294"/>
                  </a:lnTo>
                  <a:lnTo>
                    <a:pt x="44063" y="6301294"/>
                  </a:lnTo>
                  <a:lnTo>
                    <a:pt x="44189" y="6301294"/>
                  </a:lnTo>
                  <a:lnTo>
                    <a:pt x="44315" y="6301294"/>
                  </a:lnTo>
                  <a:lnTo>
                    <a:pt x="44442" y="6301294"/>
                  </a:lnTo>
                  <a:lnTo>
                    <a:pt x="44568" y="6301294"/>
                  </a:lnTo>
                  <a:lnTo>
                    <a:pt x="44694" y="6301294"/>
                  </a:lnTo>
                  <a:lnTo>
                    <a:pt x="44820" y="6301294"/>
                  </a:lnTo>
                  <a:lnTo>
                    <a:pt x="44947" y="6301294"/>
                  </a:lnTo>
                  <a:lnTo>
                    <a:pt x="45073" y="6301294"/>
                  </a:lnTo>
                  <a:lnTo>
                    <a:pt x="45199" y="6301294"/>
                  </a:lnTo>
                  <a:lnTo>
                    <a:pt x="45325" y="6301294"/>
                  </a:lnTo>
                  <a:lnTo>
                    <a:pt x="45452" y="6301294"/>
                  </a:lnTo>
                  <a:lnTo>
                    <a:pt x="45578" y="6301294"/>
                  </a:lnTo>
                  <a:lnTo>
                    <a:pt x="45704" y="6301294"/>
                  </a:lnTo>
                  <a:lnTo>
                    <a:pt x="45830" y="6301294"/>
                  </a:lnTo>
                  <a:lnTo>
                    <a:pt x="45957" y="6301294"/>
                  </a:lnTo>
                  <a:lnTo>
                    <a:pt x="46083" y="6301294"/>
                  </a:lnTo>
                  <a:lnTo>
                    <a:pt x="46209" y="6301294"/>
                  </a:lnTo>
                  <a:lnTo>
                    <a:pt x="46335" y="6301294"/>
                  </a:lnTo>
                  <a:lnTo>
                    <a:pt x="46462" y="6301294"/>
                  </a:lnTo>
                  <a:lnTo>
                    <a:pt x="46588" y="6301294"/>
                  </a:lnTo>
                  <a:lnTo>
                    <a:pt x="46714" y="6301294"/>
                  </a:lnTo>
                  <a:lnTo>
                    <a:pt x="46841" y="6301294"/>
                  </a:lnTo>
                  <a:lnTo>
                    <a:pt x="46967" y="6301294"/>
                  </a:lnTo>
                  <a:lnTo>
                    <a:pt x="47093" y="6301294"/>
                  </a:lnTo>
                  <a:lnTo>
                    <a:pt x="47219" y="6301294"/>
                  </a:lnTo>
                  <a:lnTo>
                    <a:pt x="47346" y="6301294"/>
                  </a:lnTo>
                  <a:lnTo>
                    <a:pt x="47472" y="6301294"/>
                  </a:lnTo>
                  <a:lnTo>
                    <a:pt x="47598" y="6301294"/>
                  </a:lnTo>
                  <a:lnTo>
                    <a:pt x="47724" y="6301294"/>
                  </a:lnTo>
                  <a:lnTo>
                    <a:pt x="47851" y="6301294"/>
                  </a:lnTo>
                  <a:lnTo>
                    <a:pt x="47977" y="6301294"/>
                  </a:lnTo>
                  <a:lnTo>
                    <a:pt x="48103" y="6301294"/>
                  </a:lnTo>
                  <a:lnTo>
                    <a:pt x="48229" y="6301294"/>
                  </a:lnTo>
                  <a:lnTo>
                    <a:pt x="48356" y="6301294"/>
                  </a:lnTo>
                  <a:lnTo>
                    <a:pt x="48482" y="6301294"/>
                  </a:lnTo>
                  <a:lnTo>
                    <a:pt x="48608" y="6301294"/>
                  </a:lnTo>
                  <a:lnTo>
                    <a:pt x="48734" y="6301294"/>
                  </a:lnTo>
                  <a:lnTo>
                    <a:pt x="48861" y="6301294"/>
                  </a:lnTo>
                  <a:lnTo>
                    <a:pt x="48987" y="6301294"/>
                  </a:lnTo>
                  <a:lnTo>
                    <a:pt x="49113" y="6301294"/>
                  </a:lnTo>
                  <a:lnTo>
                    <a:pt x="49239" y="6301294"/>
                  </a:lnTo>
                  <a:lnTo>
                    <a:pt x="49366" y="6301294"/>
                  </a:lnTo>
                  <a:lnTo>
                    <a:pt x="49492" y="6301294"/>
                  </a:lnTo>
                  <a:lnTo>
                    <a:pt x="49618" y="6301294"/>
                  </a:lnTo>
                  <a:lnTo>
                    <a:pt x="49744" y="6301294"/>
                  </a:lnTo>
                  <a:lnTo>
                    <a:pt x="49871" y="6301294"/>
                  </a:lnTo>
                  <a:lnTo>
                    <a:pt x="49997" y="6301294"/>
                  </a:lnTo>
                  <a:lnTo>
                    <a:pt x="50123" y="6301294"/>
                  </a:lnTo>
                  <a:lnTo>
                    <a:pt x="50249" y="6301294"/>
                  </a:lnTo>
                  <a:lnTo>
                    <a:pt x="50376" y="6301294"/>
                  </a:lnTo>
                  <a:lnTo>
                    <a:pt x="50502" y="6301294"/>
                  </a:lnTo>
                  <a:lnTo>
                    <a:pt x="50628" y="6301294"/>
                  </a:lnTo>
                  <a:lnTo>
                    <a:pt x="50754" y="6301294"/>
                  </a:lnTo>
                  <a:lnTo>
                    <a:pt x="50881" y="6301294"/>
                  </a:lnTo>
                  <a:lnTo>
                    <a:pt x="51007" y="6301294"/>
                  </a:lnTo>
                  <a:lnTo>
                    <a:pt x="51133" y="6301294"/>
                  </a:lnTo>
                  <a:lnTo>
                    <a:pt x="51259" y="6301294"/>
                  </a:lnTo>
                  <a:lnTo>
                    <a:pt x="51386" y="6301294"/>
                  </a:lnTo>
                  <a:lnTo>
                    <a:pt x="51512" y="6301294"/>
                  </a:lnTo>
                  <a:lnTo>
                    <a:pt x="51638" y="6301294"/>
                  </a:lnTo>
                  <a:lnTo>
                    <a:pt x="51765" y="6301294"/>
                  </a:lnTo>
                  <a:lnTo>
                    <a:pt x="51891" y="6301294"/>
                  </a:lnTo>
                  <a:lnTo>
                    <a:pt x="52017" y="6301294"/>
                  </a:lnTo>
                  <a:lnTo>
                    <a:pt x="52143" y="6301294"/>
                  </a:lnTo>
                  <a:lnTo>
                    <a:pt x="52270" y="6301294"/>
                  </a:lnTo>
                  <a:lnTo>
                    <a:pt x="52396" y="6301294"/>
                  </a:lnTo>
                  <a:lnTo>
                    <a:pt x="52522" y="6301294"/>
                  </a:lnTo>
                  <a:lnTo>
                    <a:pt x="52648" y="6301294"/>
                  </a:lnTo>
                  <a:lnTo>
                    <a:pt x="52775" y="6301294"/>
                  </a:lnTo>
                  <a:lnTo>
                    <a:pt x="52901" y="6301294"/>
                  </a:lnTo>
                  <a:lnTo>
                    <a:pt x="53027" y="6301294"/>
                  </a:lnTo>
                  <a:lnTo>
                    <a:pt x="53153" y="6301294"/>
                  </a:lnTo>
                  <a:lnTo>
                    <a:pt x="53280" y="6301294"/>
                  </a:lnTo>
                  <a:lnTo>
                    <a:pt x="53406" y="6301294"/>
                  </a:lnTo>
                  <a:lnTo>
                    <a:pt x="53532" y="6301294"/>
                  </a:lnTo>
                  <a:lnTo>
                    <a:pt x="53658" y="6301294"/>
                  </a:lnTo>
                  <a:lnTo>
                    <a:pt x="53785" y="6301294"/>
                  </a:lnTo>
                  <a:lnTo>
                    <a:pt x="53911" y="6301294"/>
                  </a:lnTo>
                  <a:lnTo>
                    <a:pt x="54037" y="6301294"/>
                  </a:lnTo>
                  <a:lnTo>
                    <a:pt x="54163" y="6301294"/>
                  </a:lnTo>
                  <a:lnTo>
                    <a:pt x="54290" y="6301294"/>
                  </a:lnTo>
                  <a:lnTo>
                    <a:pt x="54416" y="6301294"/>
                  </a:lnTo>
                  <a:lnTo>
                    <a:pt x="54542" y="6301294"/>
                  </a:lnTo>
                  <a:lnTo>
                    <a:pt x="54668" y="6301294"/>
                  </a:lnTo>
                  <a:lnTo>
                    <a:pt x="54795" y="6301294"/>
                  </a:lnTo>
                  <a:lnTo>
                    <a:pt x="54921" y="6301294"/>
                  </a:lnTo>
                  <a:lnTo>
                    <a:pt x="55047" y="6301294"/>
                  </a:lnTo>
                  <a:lnTo>
                    <a:pt x="55173" y="6301294"/>
                  </a:lnTo>
                  <a:lnTo>
                    <a:pt x="55300" y="6301294"/>
                  </a:lnTo>
                  <a:lnTo>
                    <a:pt x="55426" y="6301294"/>
                  </a:lnTo>
                  <a:lnTo>
                    <a:pt x="55552" y="6301294"/>
                  </a:lnTo>
                  <a:lnTo>
                    <a:pt x="55678" y="6301294"/>
                  </a:lnTo>
                  <a:lnTo>
                    <a:pt x="55805" y="6301294"/>
                  </a:lnTo>
                  <a:lnTo>
                    <a:pt x="55931" y="6301294"/>
                  </a:lnTo>
                  <a:lnTo>
                    <a:pt x="56057" y="6301294"/>
                  </a:lnTo>
                  <a:lnTo>
                    <a:pt x="56183" y="6301294"/>
                  </a:lnTo>
                  <a:lnTo>
                    <a:pt x="56310" y="6301294"/>
                  </a:lnTo>
                  <a:lnTo>
                    <a:pt x="56436" y="6301294"/>
                  </a:lnTo>
                  <a:lnTo>
                    <a:pt x="56562" y="6301294"/>
                  </a:lnTo>
                  <a:lnTo>
                    <a:pt x="56688" y="6301294"/>
                  </a:lnTo>
                  <a:lnTo>
                    <a:pt x="56815" y="6301294"/>
                  </a:lnTo>
                  <a:lnTo>
                    <a:pt x="56941" y="6301294"/>
                  </a:lnTo>
                  <a:lnTo>
                    <a:pt x="57067" y="6301294"/>
                  </a:lnTo>
                  <a:lnTo>
                    <a:pt x="57194" y="6301294"/>
                  </a:lnTo>
                  <a:lnTo>
                    <a:pt x="57320" y="6301294"/>
                  </a:lnTo>
                  <a:lnTo>
                    <a:pt x="57446" y="6301294"/>
                  </a:lnTo>
                  <a:lnTo>
                    <a:pt x="57572" y="6301294"/>
                  </a:lnTo>
                  <a:lnTo>
                    <a:pt x="57699" y="6301294"/>
                  </a:lnTo>
                  <a:lnTo>
                    <a:pt x="57825" y="6301294"/>
                  </a:lnTo>
                  <a:lnTo>
                    <a:pt x="57951" y="6301294"/>
                  </a:lnTo>
                  <a:lnTo>
                    <a:pt x="58077" y="6301294"/>
                  </a:lnTo>
                  <a:lnTo>
                    <a:pt x="58204" y="6301294"/>
                  </a:lnTo>
                  <a:lnTo>
                    <a:pt x="58330" y="6301294"/>
                  </a:lnTo>
                  <a:lnTo>
                    <a:pt x="58456" y="6301294"/>
                  </a:lnTo>
                  <a:lnTo>
                    <a:pt x="58582" y="6301294"/>
                  </a:lnTo>
                  <a:lnTo>
                    <a:pt x="58709" y="6301294"/>
                  </a:lnTo>
                  <a:lnTo>
                    <a:pt x="58835" y="6301294"/>
                  </a:lnTo>
                  <a:lnTo>
                    <a:pt x="58961" y="6301294"/>
                  </a:lnTo>
                  <a:lnTo>
                    <a:pt x="59087" y="6301294"/>
                  </a:lnTo>
                  <a:lnTo>
                    <a:pt x="59214" y="6301294"/>
                  </a:lnTo>
                  <a:lnTo>
                    <a:pt x="59340" y="6301294"/>
                  </a:lnTo>
                  <a:lnTo>
                    <a:pt x="59466" y="6301294"/>
                  </a:lnTo>
                  <a:lnTo>
                    <a:pt x="59592" y="6301294"/>
                  </a:lnTo>
                  <a:lnTo>
                    <a:pt x="59719" y="6301294"/>
                  </a:lnTo>
                  <a:lnTo>
                    <a:pt x="59845" y="6301294"/>
                  </a:lnTo>
                  <a:lnTo>
                    <a:pt x="59971" y="6301294"/>
                  </a:lnTo>
                  <a:lnTo>
                    <a:pt x="60097" y="6301294"/>
                  </a:lnTo>
                  <a:lnTo>
                    <a:pt x="60224" y="6301294"/>
                  </a:lnTo>
                  <a:lnTo>
                    <a:pt x="60350" y="6301294"/>
                  </a:lnTo>
                  <a:lnTo>
                    <a:pt x="60476" y="6301294"/>
                  </a:lnTo>
                  <a:lnTo>
                    <a:pt x="60602" y="6301294"/>
                  </a:lnTo>
                  <a:lnTo>
                    <a:pt x="60729" y="6301294"/>
                  </a:lnTo>
                  <a:lnTo>
                    <a:pt x="60855" y="6301294"/>
                  </a:lnTo>
                  <a:lnTo>
                    <a:pt x="60981" y="6301294"/>
                  </a:lnTo>
                  <a:lnTo>
                    <a:pt x="61107" y="6301294"/>
                  </a:lnTo>
                  <a:lnTo>
                    <a:pt x="61234" y="6301294"/>
                  </a:lnTo>
                  <a:lnTo>
                    <a:pt x="61360" y="6301294"/>
                  </a:lnTo>
                  <a:lnTo>
                    <a:pt x="61486" y="6301294"/>
                  </a:lnTo>
                  <a:lnTo>
                    <a:pt x="61612" y="6301294"/>
                  </a:lnTo>
                  <a:lnTo>
                    <a:pt x="61739" y="6301294"/>
                  </a:lnTo>
                  <a:lnTo>
                    <a:pt x="61865" y="6301294"/>
                  </a:lnTo>
                  <a:lnTo>
                    <a:pt x="61991" y="6301294"/>
                  </a:lnTo>
                  <a:lnTo>
                    <a:pt x="62118" y="6301294"/>
                  </a:lnTo>
                  <a:lnTo>
                    <a:pt x="62244" y="6301294"/>
                  </a:lnTo>
                  <a:lnTo>
                    <a:pt x="62370" y="6301294"/>
                  </a:lnTo>
                  <a:lnTo>
                    <a:pt x="62496" y="6301294"/>
                  </a:lnTo>
                  <a:lnTo>
                    <a:pt x="62623" y="6301294"/>
                  </a:lnTo>
                  <a:lnTo>
                    <a:pt x="62623" y="6296382"/>
                  </a:lnTo>
                  <a:lnTo>
                    <a:pt x="62749" y="6296382"/>
                  </a:lnTo>
                  <a:lnTo>
                    <a:pt x="62875" y="6296382"/>
                  </a:lnTo>
                  <a:lnTo>
                    <a:pt x="63001" y="6296382"/>
                  </a:lnTo>
                  <a:lnTo>
                    <a:pt x="63128" y="6296382"/>
                  </a:lnTo>
                  <a:lnTo>
                    <a:pt x="63254" y="6296382"/>
                  </a:lnTo>
                  <a:lnTo>
                    <a:pt x="63380" y="6296382"/>
                  </a:lnTo>
                  <a:lnTo>
                    <a:pt x="63506" y="6296382"/>
                  </a:lnTo>
                  <a:lnTo>
                    <a:pt x="63633" y="6296382"/>
                  </a:lnTo>
                  <a:lnTo>
                    <a:pt x="63759" y="6296382"/>
                  </a:lnTo>
                  <a:lnTo>
                    <a:pt x="63885" y="6296382"/>
                  </a:lnTo>
                  <a:lnTo>
                    <a:pt x="64011" y="6296382"/>
                  </a:lnTo>
                  <a:lnTo>
                    <a:pt x="64138" y="6296382"/>
                  </a:lnTo>
                  <a:lnTo>
                    <a:pt x="64264" y="6296382"/>
                  </a:lnTo>
                  <a:lnTo>
                    <a:pt x="64390" y="6296382"/>
                  </a:lnTo>
                  <a:lnTo>
                    <a:pt x="64516" y="6296382"/>
                  </a:lnTo>
                  <a:lnTo>
                    <a:pt x="64643" y="6296382"/>
                  </a:lnTo>
                  <a:lnTo>
                    <a:pt x="64769" y="6296382"/>
                  </a:lnTo>
                  <a:lnTo>
                    <a:pt x="64895" y="6296382"/>
                  </a:lnTo>
                  <a:lnTo>
                    <a:pt x="65021" y="6296382"/>
                  </a:lnTo>
                  <a:lnTo>
                    <a:pt x="65148" y="6296382"/>
                  </a:lnTo>
                  <a:lnTo>
                    <a:pt x="65148" y="6291471"/>
                  </a:lnTo>
                  <a:lnTo>
                    <a:pt x="65274" y="6291471"/>
                  </a:lnTo>
                  <a:lnTo>
                    <a:pt x="65400" y="6291471"/>
                  </a:lnTo>
                  <a:lnTo>
                    <a:pt x="65526" y="6291471"/>
                  </a:lnTo>
                  <a:lnTo>
                    <a:pt x="65653" y="6291471"/>
                  </a:lnTo>
                  <a:lnTo>
                    <a:pt x="65779" y="6291471"/>
                  </a:lnTo>
                  <a:lnTo>
                    <a:pt x="65905" y="6291471"/>
                  </a:lnTo>
                  <a:lnTo>
                    <a:pt x="66031" y="6291471"/>
                  </a:lnTo>
                  <a:lnTo>
                    <a:pt x="66031" y="6286559"/>
                  </a:lnTo>
                  <a:lnTo>
                    <a:pt x="66158" y="6286559"/>
                  </a:lnTo>
                  <a:lnTo>
                    <a:pt x="66284" y="6286559"/>
                  </a:lnTo>
                  <a:lnTo>
                    <a:pt x="66410" y="6286559"/>
                  </a:lnTo>
                  <a:lnTo>
                    <a:pt x="66536" y="6286559"/>
                  </a:lnTo>
                  <a:lnTo>
                    <a:pt x="66663" y="6286559"/>
                  </a:lnTo>
                  <a:lnTo>
                    <a:pt x="66789" y="6286559"/>
                  </a:lnTo>
                  <a:lnTo>
                    <a:pt x="66915" y="6286559"/>
                  </a:lnTo>
                  <a:lnTo>
                    <a:pt x="67042" y="6286559"/>
                  </a:lnTo>
                  <a:lnTo>
                    <a:pt x="67168" y="6286559"/>
                  </a:lnTo>
                  <a:lnTo>
                    <a:pt x="67294" y="6286559"/>
                  </a:lnTo>
                  <a:lnTo>
                    <a:pt x="67420" y="6286559"/>
                  </a:lnTo>
                  <a:lnTo>
                    <a:pt x="67547" y="6286559"/>
                  </a:lnTo>
                  <a:lnTo>
                    <a:pt x="67673" y="6286559"/>
                  </a:lnTo>
                  <a:lnTo>
                    <a:pt x="67799" y="6286559"/>
                  </a:lnTo>
                  <a:lnTo>
                    <a:pt x="67799" y="6281648"/>
                  </a:lnTo>
                  <a:lnTo>
                    <a:pt x="67925" y="6281648"/>
                  </a:lnTo>
                  <a:lnTo>
                    <a:pt x="68052" y="6281648"/>
                  </a:lnTo>
                  <a:lnTo>
                    <a:pt x="68178" y="6281648"/>
                  </a:lnTo>
                  <a:lnTo>
                    <a:pt x="68304" y="6281648"/>
                  </a:lnTo>
                  <a:lnTo>
                    <a:pt x="68430" y="6281648"/>
                  </a:lnTo>
                  <a:lnTo>
                    <a:pt x="68557" y="6281648"/>
                  </a:lnTo>
                  <a:lnTo>
                    <a:pt x="68557" y="6276737"/>
                  </a:lnTo>
                  <a:lnTo>
                    <a:pt x="68683" y="6276737"/>
                  </a:lnTo>
                  <a:lnTo>
                    <a:pt x="68809" y="6276737"/>
                  </a:lnTo>
                  <a:lnTo>
                    <a:pt x="68935" y="6276737"/>
                  </a:lnTo>
                  <a:lnTo>
                    <a:pt x="69062" y="6276737"/>
                  </a:lnTo>
                  <a:lnTo>
                    <a:pt x="69188" y="6276737"/>
                  </a:lnTo>
                  <a:lnTo>
                    <a:pt x="69314" y="6276737"/>
                  </a:lnTo>
                  <a:lnTo>
                    <a:pt x="69440" y="6276737"/>
                  </a:lnTo>
                  <a:lnTo>
                    <a:pt x="69567" y="6276737"/>
                  </a:lnTo>
                  <a:lnTo>
                    <a:pt x="69693" y="6276737"/>
                  </a:lnTo>
                  <a:lnTo>
                    <a:pt x="69819" y="6276737"/>
                  </a:lnTo>
                  <a:lnTo>
                    <a:pt x="69945" y="6276737"/>
                  </a:lnTo>
                  <a:lnTo>
                    <a:pt x="70072" y="6276737"/>
                  </a:lnTo>
                  <a:lnTo>
                    <a:pt x="70198" y="6276737"/>
                  </a:lnTo>
                  <a:lnTo>
                    <a:pt x="70324" y="6276737"/>
                  </a:lnTo>
                  <a:lnTo>
                    <a:pt x="70450" y="6276737"/>
                  </a:lnTo>
                  <a:lnTo>
                    <a:pt x="70577" y="6276737"/>
                  </a:lnTo>
                  <a:lnTo>
                    <a:pt x="70703" y="6276737"/>
                  </a:lnTo>
                  <a:lnTo>
                    <a:pt x="70829" y="6276737"/>
                  </a:lnTo>
                  <a:lnTo>
                    <a:pt x="70955" y="6276737"/>
                  </a:lnTo>
                  <a:lnTo>
                    <a:pt x="71082" y="6276737"/>
                  </a:lnTo>
                  <a:lnTo>
                    <a:pt x="71208" y="6276737"/>
                  </a:lnTo>
                  <a:lnTo>
                    <a:pt x="71334" y="6276737"/>
                  </a:lnTo>
                  <a:lnTo>
                    <a:pt x="71460" y="6276737"/>
                  </a:lnTo>
                  <a:lnTo>
                    <a:pt x="71587" y="6276737"/>
                  </a:lnTo>
                  <a:lnTo>
                    <a:pt x="71713" y="6276737"/>
                  </a:lnTo>
                  <a:lnTo>
                    <a:pt x="71839" y="6276737"/>
                  </a:lnTo>
                  <a:lnTo>
                    <a:pt x="71965" y="6276737"/>
                  </a:lnTo>
                  <a:lnTo>
                    <a:pt x="72092" y="6276737"/>
                  </a:lnTo>
                  <a:lnTo>
                    <a:pt x="72218" y="6276737"/>
                  </a:lnTo>
                  <a:lnTo>
                    <a:pt x="72344" y="6276737"/>
                  </a:lnTo>
                  <a:lnTo>
                    <a:pt x="72471" y="6276737"/>
                  </a:lnTo>
                  <a:lnTo>
                    <a:pt x="72597" y="6276737"/>
                  </a:lnTo>
                  <a:lnTo>
                    <a:pt x="72723" y="6276737"/>
                  </a:lnTo>
                  <a:lnTo>
                    <a:pt x="72849" y="6276737"/>
                  </a:lnTo>
                  <a:lnTo>
                    <a:pt x="72976" y="6276737"/>
                  </a:lnTo>
                  <a:lnTo>
                    <a:pt x="73102" y="6276737"/>
                  </a:lnTo>
                  <a:lnTo>
                    <a:pt x="73228" y="6276737"/>
                  </a:lnTo>
                  <a:lnTo>
                    <a:pt x="73354" y="6276737"/>
                  </a:lnTo>
                  <a:lnTo>
                    <a:pt x="73481" y="6276737"/>
                  </a:lnTo>
                  <a:lnTo>
                    <a:pt x="73607" y="6276737"/>
                  </a:lnTo>
                  <a:lnTo>
                    <a:pt x="73733" y="6276737"/>
                  </a:lnTo>
                  <a:lnTo>
                    <a:pt x="73859" y="6276737"/>
                  </a:lnTo>
                  <a:lnTo>
                    <a:pt x="73986" y="6276737"/>
                  </a:lnTo>
                  <a:lnTo>
                    <a:pt x="74112" y="6276737"/>
                  </a:lnTo>
                  <a:lnTo>
                    <a:pt x="74238" y="6276737"/>
                  </a:lnTo>
                  <a:lnTo>
                    <a:pt x="74364" y="6276737"/>
                  </a:lnTo>
                  <a:lnTo>
                    <a:pt x="74491" y="6276737"/>
                  </a:lnTo>
                  <a:lnTo>
                    <a:pt x="74617" y="6276737"/>
                  </a:lnTo>
                  <a:lnTo>
                    <a:pt x="74743" y="6276737"/>
                  </a:lnTo>
                  <a:lnTo>
                    <a:pt x="74869" y="6276737"/>
                  </a:lnTo>
                  <a:lnTo>
                    <a:pt x="74996" y="6276737"/>
                  </a:lnTo>
                  <a:lnTo>
                    <a:pt x="75122" y="6276737"/>
                  </a:lnTo>
                  <a:lnTo>
                    <a:pt x="75248" y="6276737"/>
                  </a:lnTo>
                  <a:lnTo>
                    <a:pt x="75374" y="6276737"/>
                  </a:lnTo>
                  <a:lnTo>
                    <a:pt x="75501" y="6276737"/>
                  </a:lnTo>
                  <a:lnTo>
                    <a:pt x="75627" y="6276737"/>
                  </a:lnTo>
                  <a:lnTo>
                    <a:pt x="75753" y="6276737"/>
                  </a:lnTo>
                  <a:lnTo>
                    <a:pt x="75879" y="6276737"/>
                  </a:lnTo>
                  <a:lnTo>
                    <a:pt x="76006" y="6276737"/>
                  </a:lnTo>
                  <a:lnTo>
                    <a:pt x="76132" y="6276737"/>
                  </a:lnTo>
                  <a:lnTo>
                    <a:pt x="76258" y="6276737"/>
                  </a:lnTo>
                  <a:lnTo>
                    <a:pt x="76384" y="6276737"/>
                  </a:lnTo>
                  <a:lnTo>
                    <a:pt x="76511" y="6276737"/>
                  </a:lnTo>
                  <a:lnTo>
                    <a:pt x="76637" y="6276737"/>
                  </a:lnTo>
                  <a:lnTo>
                    <a:pt x="76763" y="6276737"/>
                  </a:lnTo>
                  <a:lnTo>
                    <a:pt x="76889" y="6276737"/>
                  </a:lnTo>
                  <a:lnTo>
                    <a:pt x="77016" y="6276737"/>
                  </a:lnTo>
                  <a:lnTo>
                    <a:pt x="77142" y="6276737"/>
                  </a:lnTo>
                  <a:lnTo>
                    <a:pt x="77268" y="6276737"/>
                  </a:lnTo>
                  <a:lnTo>
                    <a:pt x="77395" y="6276737"/>
                  </a:lnTo>
                  <a:lnTo>
                    <a:pt x="77521" y="6276737"/>
                  </a:lnTo>
                  <a:lnTo>
                    <a:pt x="77647" y="6276737"/>
                  </a:lnTo>
                  <a:lnTo>
                    <a:pt x="77773" y="6276737"/>
                  </a:lnTo>
                  <a:lnTo>
                    <a:pt x="77900" y="6276737"/>
                  </a:lnTo>
                  <a:lnTo>
                    <a:pt x="78026" y="6276737"/>
                  </a:lnTo>
                  <a:lnTo>
                    <a:pt x="78152" y="6276737"/>
                  </a:lnTo>
                  <a:lnTo>
                    <a:pt x="78278" y="6276737"/>
                  </a:lnTo>
                  <a:lnTo>
                    <a:pt x="78405" y="6276737"/>
                  </a:lnTo>
                  <a:lnTo>
                    <a:pt x="78531" y="6276737"/>
                  </a:lnTo>
                  <a:lnTo>
                    <a:pt x="78657" y="6276737"/>
                  </a:lnTo>
                  <a:lnTo>
                    <a:pt x="78783" y="6276737"/>
                  </a:lnTo>
                  <a:lnTo>
                    <a:pt x="78910" y="6276737"/>
                  </a:lnTo>
                  <a:lnTo>
                    <a:pt x="79036" y="6276737"/>
                  </a:lnTo>
                  <a:lnTo>
                    <a:pt x="79162" y="6276737"/>
                  </a:lnTo>
                  <a:lnTo>
                    <a:pt x="79288" y="6276737"/>
                  </a:lnTo>
                  <a:lnTo>
                    <a:pt x="79415" y="6276737"/>
                  </a:lnTo>
                  <a:lnTo>
                    <a:pt x="79541" y="6276737"/>
                  </a:lnTo>
                  <a:lnTo>
                    <a:pt x="79667" y="6276737"/>
                  </a:lnTo>
                  <a:lnTo>
                    <a:pt x="79793" y="6276737"/>
                  </a:lnTo>
                  <a:lnTo>
                    <a:pt x="79920" y="6276737"/>
                  </a:lnTo>
                  <a:lnTo>
                    <a:pt x="80046" y="6276737"/>
                  </a:lnTo>
                  <a:lnTo>
                    <a:pt x="80172" y="6276737"/>
                  </a:lnTo>
                  <a:lnTo>
                    <a:pt x="80298" y="6276737"/>
                  </a:lnTo>
                  <a:lnTo>
                    <a:pt x="80425" y="6276737"/>
                  </a:lnTo>
                  <a:lnTo>
                    <a:pt x="80551" y="6276737"/>
                  </a:lnTo>
                  <a:lnTo>
                    <a:pt x="80677" y="6276737"/>
                  </a:lnTo>
                  <a:lnTo>
                    <a:pt x="80803" y="6276737"/>
                  </a:lnTo>
                  <a:lnTo>
                    <a:pt x="80930" y="6276737"/>
                  </a:lnTo>
                  <a:lnTo>
                    <a:pt x="81056" y="6276737"/>
                  </a:lnTo>
                  <a:lnTo>
                    <a:pt x="81182" y="6276737"/>
                  </a:lnTo>
                  <a:lnTo>
                    <a:pt x="81308" y="6276737"/>
                  </a:lnTo>
                  <a:lnTo>
                    <a:pt x="81435" y="6276737"/>
                  </a:lnTo>
                  <a:lnTo>
                    <a:pt x="81561" y="6276737"/>
                  </a:lnTo>
                  <a:lnTo>
                    <a:pt x="81687" y="6276737"/>
                  </a:lnTo>
                  <a:lnTo>
                    <a:pt x="81813" y="6276737"/>
                  </a:lnTo>
                  <a:lnTo>
                    <a:pt x="81940" y="6276737"/>
                  </a:lnTo>
                  <a:lnTo>
                    <a:pt x="82066" y="6276737"/>
                  </a:lnTo>
                  <a:lnTo>
                    <a:pt x="82192" y="6276737"/>
                  </a:lnTo>
                  <a:lnTo>
                    <a:pt x="82192" y="6271825"/>
                  </a:lnTo>
                  <a:lnTo>
                    <a:pt x="82318" y="6271825"/>
                  </a:lnTo>
                  <a:lnTo>
                    <a:pt x="82445" y="6271825"/>
                  </a:lnTo>
                  <a:lnTo>
                    <a:pt x="82571" y="6271825"/>
                  </a:lnTo>
                  <a:lnTo>
                    <a:pt x="82697" y="6271825"/>
                  </a:lnTo>
                  <a:lnTo>
                    <a:pt x="82824" y="6271825"/>
                  </a:lnTo>
                  <a:lnTo>
                    <a:pt x="82950" y="6271825"/>
                  </a:lnTo>
                  <a:lnTo>
                    <a:pt x="83076" y="6271825"/>
                  </a:lnTo>
                  <a:lnTo>
                    <a:pt x="83202" y="6271825"/>
                  </a:lnTo>
                  <a:lnTo>
                    <a:pt x="83329" y="6271825"/>
                  </a:lnTo>
                  <a:lnTo>
                    <a:pt x="83455" y="6271825"/>
                  </a:lnTo>
                  <a:lnTo>
                    <a:pt x="83581" y="6271825"/>
                  </a:lnTo>
                  <a:lnTo>
                    <a:pt x="83707" y="6271825"/>
                  </a:lnTo>
                  <a:lnTo>
                    <a:pt x="83834" y="6271825"/>
                  </a:lnTo>
                  <a:lnTo>
                    <a:pt x="83960" y="6271825"/>
                  </a:lnTo>
                  <a:lnTo>
                    <a:pt x="84086" y="6271825"/>
                  </a:lnTo>
                  <a:lnTo>
                    <a:pt x="84212" y="6271825"/>
                  </a:lnTo>
                  <a:lnTo>
                    <a:pt x="84339" y="6271825"/>
                  </a:lnTo>
                  <a:lnTo>
                    <a:pt x="84465" y="6271825"/>
                  </a:lnTo>
                  <a:lnTo>
                    <a:pt x="84591" y="6271825"/>
                  </a:lnTo>
                  <a:lnTo>
                    <a:pt x="84717" y="6271825"/>
                  </a:lnTo>
                  <a:lnTo>
                    <a:pt x="84844" y="6271825"/>
                  </a:lnTo>
                  <a:lnTo>
                    <a:pt x="84970" y="6271825"/>
                  </a:lnTo>
                  <a:lnTo>
                    <a:pt x="85096" y="6271825"/>
                  </a:lnTo>
                  <a:lnTo>
                    <a:pt x="85222" y="6271825"/>
                  </a:lnTo>
                  <a:lnTo>
                    <a:pt x="85349" y="6271825"/>
                  </a:lnTo>
                  <a:lnTo>
                    <a:pt x="85475" y="6271825"/>
                  </a:lnTo>
                  <a:lnTo>
                    <a:pt x="85601" y="6271825"/>
                  </a:lnTo>
                  <a:lnTo>
                    <a:pt x="85727" y="6271825"/>
                  </a:lnTo>
                  <a:lnTo>
                    <a:pt x="85854" y="6271825"/>
                  </a:lnTo>
                  <a:lnTo>
                    <a:pt x="85980" y="6271825"/>
                  </a:lnTo>
                  <a:lnTo>
                    <a:pt x="86106" y="6271825"/>
                  </a:lnTo>
                  <a:lnTo>
                    <a:pt x="86232" y="6271825"/>
                  </a:lnTo>
                  <a:lnTo>
                    <a:pt x="86359" y="6271825"/>
                  </a:lnTo>
                  <a:lnTo>
                    <a:pt x="86485" y="6271825"/>
                  </a:lnTo>
                  <a:lnTo>
                    <a:pt x="86611" y="6271825"/>
                  </a:lnTo>
                  <a:lnTo>
                    <a:pt x="86737" y="6271825"/>
                  </a:lnTo>
                  <a:lnTo>
                    <a:pt x="86864" y="6271825"/>
                  </a:lnTo>
                  <a:lnTo>
                    <a:pt x="86990" y="6271825"/>
                  </a:lnTo>
                  <a:lnTo>
                    <a:pt x="87116" y="6271825"/>
                  </a:lnTo>
                  <a:lnTo>
                    <a:pt x="87242" y="6271825"/>
                  </a:lnTo>
                  <a:lnTo>
                    <a:pt x="87369" y="6271825"/>
                  </a:lnTo>
                  <a:lnTo>
                    <a:pt x="87495" y="6271825"/>
                  </a:lnTo>
                  <a:lnTo>
                    <a:pt x="87621" y="6271825"/>
                  </a:lnTo>
                  <a:lnTo>
                    <a:pt x="87748" y="6271825"/>
                  </a:lnTo>
                  <a:lnTo>
                    <a:pt x="87874" y="6271825"/>
                  </a:lnTo>
                  <a:lnTo>
                    <a:pt x="88000" y="6271825"/>
                  </a:lnTo>
                  <a:lnTo>
                    <a:pt x="88126" y="6271825"/>
                  </a:lnTo>
                  <a:lnTo>
                    <a:pt x="88253" y="6271825"/>
                  </a:lnTo>
                  <a:lnTo>
                    <a:pt x="88379" y="6271825"/>
                  </a:lnTo>
                  <a:lnTo>
                    <a:pt x="88505" y="6271825"/>
                  </a:lnTo>
                  <a:lnTo>
                    <a:pt x="88631" y="6271825"/>
                  </a:lnTo>
                  <a:lnTo>
                    <a:pt x="88758" y="6271825"/>
                  </a:lnTo>
                  <a:lnTo>
                    <a:pt x="88884" y="6271825"/>
                  </a:lnTo>
                  <a:lnTo>
                    <a:pt x="89010" y="6271825"/>
                  </a:lnTo>
                  <a:lnTo>
                    <a:pt x="89136" y="6271825"/>
                  </a:lnTo>
                  <a:lnTo>
                    <a:pt x="89263" y="6271825"/>
                  </a:lnTo>
                  <a:lnTo>
                    <a:pt x="89389" y="6271825"/>
                  </a:lnTo>
                  <a:lnTo>
                    <a:pt x="89515" y="6271825"/>
                  </a:lnTo>
                  <a:lnTo>
                    <a:pt x="89641" y="6271825"/>
                  </a:lnTo>
                  <a:lnTo>
                    <a:pt x="89768" y="6271825"/>
                  </a:lnTo>
                  <a:lnTo>
                    <a:pt x="89894" y="6271825"/>
                  </a:lnTo>
                  <a:lnTo>
                    <a:pt x="90020" y="6271825"/>
                  </a:lnTo>
                  <a:lnTo>
                    <a:pt x="90146" y="6271825"/>
                  </a:lnTo>
                  <a:lnTo>
                    <a:pt x="90273" y="6271825"/>
                  </a:lnTo>
                  <a:lnTo>
                    <a:pt x="90399" y="6271825"/>
                  </a:lnTo>
                  <a:lnTo>
                    <a:pt x="90525" y="6271825"/>
                  </a:lnTo>
                  <a:lnTo>
                    <a:pt x="90651" y="6271825"/>
                  </a:lnTo>
                  <a:lnTo>
                    <a:pt x="90778" y="6271825"/>
                  </a:lnTo>
                  <a:lnTo>
                    <a:pt x="90904" y="6271825"/>
                  </a:lnTo>
                  <a:lnTo>
                    <a:pt x="91030" y="6271825"/>
                  </a:lnTo>
                  <a:lnTo>
                    <a:pt x="91156" y="6271825"/>
                  </a:lnTo>
                  <a:lnTo>
                    <a:pt x="91283" y="6271825"/>
                  </a:lnTo>
                  <a:lnTo>
                    <a:pt x="91409" y="6271825"/>
                  </a:lnTo>
                  <a:lnTo>
                    <a:pt x="91535" y="6271825"/>
                  </a:lnTo>
                  <a:lnTo>
                    <a:pt x="91661" y="6271825"/>
                  </a:lnTo>
                  <a:lnTo>
                    <a:pt x="91788" y="6271825"/>
                  </a:lnTo>
                  <a:lnTo>
                    <a:pt x="91914" y="6271825"/>
                  </a:lnTo>
                  <a:lnTo>
                    <a:pt x="92040" y="6271825"/>
                  </a:lnTo>
                  <a:lnTo>
                    <a:pt x="92166" y="6271825"/>
                  </a:lnTo>
                  <a:lnTo>
                    <a:pt x="92293" y="6271825"/>
                  </a:lnTo>
                  <a:lnTo>
                    <a:pt x="92419" y="6271825"/>
                  </a:lnTo>
                  <a:lnTo>
                    <a:pt x="92419" y="6266914"/>
                  </a:lnTo>
                  <a:lnTo>
                    <a:pt x="92545" y="6266914"/>
                  </a:lnTo>
                  <a:lnTo>
                    <a:pt x="92671" y="6266914"/>
                  </a:lnTo>
                  <a:lnTo>
                    <a:pt x="92798" y="6266914"/>
                  </a:lnTo>
                  <a:lnTo>
                    <a:pt x="92924" y="6266914"/>
                  </a:lnTo>
                  <a:lnTo>
                    <a:pt x="93050" y="6266914"/>
                  </a:lnTo>
                  <a:lnTo>
                    <a:pt x="93177" y="6266914"/>
                  </a:lnTo>
                  <a:lnTo>
                    <a:pt x="93303" y="6266914"/>
                  </a:lnTo>
                  <a:lnTo>
                    <a:pt x="93429" y="6266914"/>
                  </a:lnTo>
                  <a:lnTo>
                    <a:pt x="93555" y="6266914"/>
                  </a:lnTo>
                  <a:lnTo>
                    <a:pt x="93682" y="6266914"/>
                  </a:lnTo>
                  <a:lnTo>
                    <a:pt x="93808" y="6266914"/>
                  </a:lnTo>
                  <a:lnTo>
                    <a:pt x="93934" y="6266914"/>
                  </a:lnTo>
                  <a:lnTo>
                    <a:pt x="94060" y="6266914"/>
                  </a:lnTo>
                  <a:lnTo>
                    <a:pt x="94060" y="6262003"/>
                  </a:lnTo>
                  <a:lnTo>
                    <a:pt x="94060" y="6257091"/>
                  </a:lnTo>
                  <a:lnTo>
                    <a:pt x="94060" y="6252180"/>
                  </a:lnTo>
                  <a:lnTo>
                    <a:pt x="94187" y="6252180"/>
                  </a:lnTo>
                  <a:lnTo>
                    <a:pt x="94313" y="6252180"/>
                  </a:lnTo>
                  <a:lnTo>
                    <a:pt x="94439" y="6252180"/>
                  </a:lnTo>
                  <a:lnTo>
                    <a:pt x="94565" y="6252180"/>
                  </a:lnTo>
                  <a:lnTo>
                    <a:pt x="94692" y="6252180"/>
                  </a:lnTo>
                  <a:lnTo>
                    <a:pt x="94818" y="6252180"/>
                  </a:lnTo>
                  <a:lnTo>
                    <a:pt x="94944" y="6252180"/>
                  </a:lnTo>
                  <a:lnTo>
                    <a:pt x="95070" y="6252180"/>
                  </a:lnTo>
                  <a:lnTo>
                    <a:pt x="95197" y="6252180"/>
                  </a:lnTo>
                  <a:lnTo>
                    <a:pt x="95323" y="6252180"/>
                  </a:lnTo>
                  <a:lnTo>
                    <a:pt x="95449" y="6252180"/>
                  </a:lnTo>
                  <a:lnTo>
                    <a:pt x="95575" y="6252180"/>
                  </a:lnTo>
                  <a:lnTo>
                    <a:pt x="95702" y="6252180"/>
                  </a:lnTo>
                  <a:lnTo>
                    <a:pt x="95828" y="6252180"/>
                  </a:lnTo>
                  <a:lnTo>
                    <a:pt x="95954" y="6252180"/>
                  </a:lnTo>
                  <a:lnTo>
                    <a:pt x="96080" y="6252180"/>
                  </a:lnTo>
                  <a:lnTo>
                    <a:pt x="96207" y="6252180"/>
                  </a:lnTo>
                  <a:lnTo>
                    <a:pt x="96333" y="6252180"/>
                  </a:lnTo>
                  <a:lnTo>
                    <a:pt x="96459" y="6252180"/>
                  </a:lnTo>
                  <a:lnTo>
                    <a:pt x="96585" y="6252180"/>
                  </a:lnTo>
                  <a:lnTo>
                    <a:pt x="96712" y="6252180"/>
                  </a:lnTo>
                  <a:lnTo>
                    <a:pt x="96838" y="6252180"/>
                  </a:lnTo>
                  <a:lnTo>
                    <a:pt x="96964" y="6252180"/>
                  </a:lnTo>
                  <a:lnTo>
                    <a:pt x="97090" y="6252180"/>
                  </a:lnTo>
                  <a:lnTo>
                    <a:pt x="97217" y="6252180"/>
                  </a:lnTo>
                  <a:lnTo>
                    <a:pt x="97343" y="6252180"/>
                  </a:lnTo>
                  <a:lnTo>
                    <a:pt x="97469" y="6252180"/>
                  </a:lnTo>
                  <a:lnTo>
                    <a:pt x="97595" y="6252180"/>
                  </a:lnTo>
                  <a:lnTo>
                    <a:pt x="97722" y="6252180"/>
                  </a:lnTo>
                  <a:lnTo>
                    <a:pt x="97848" y="6252180"/>
                  </a:lnTo>
                  <a:lnTo>
                    <a:pt x="97974" y="6252180"/>
                  </a:lnTo>
                  <a:lnTo>
                    <a:pt x="98101" y="6252180"/>
                  </a:lnTo>
                  <a:lnTo>
                    <a:pt x="98101" y="6247268"/>
                  </a:lnTo>
                  <a:lnTo>
                    <a:pt x="98227" y="6247268"/>
                  </a:lnTo>
                  <a:lnTo>
                    <a:pt x="98353" y="6247268"/>
                  </a:lnTo>
                  <a:lnTo>
                    <a:pt x="98479" y="6247268"/>
                  </a:lnTo>
                  <a:lnTo>
                    <a:pt x="98606" y="6247268"/>
                  </a:lnTo>
                  <a:lnTo>
                    <a:pt x="98732" y="6247268"/>
                  </a:lnTo>
                  <a:lnTo>
                    <a:pt x="98858" y="6247268"/>
                  </a:lnTo>
                  <a:lnTo>
                    <a:pt x="98984" y="6247268"/>
                  </a:lnTo>
                  <a:lnTo>
                    <a:pt x="99111" y="6247268"/>
                  </a:lnTo>
                  <a:lnTo>
                    <a:pt x="99237" y="6247268"/>
                  </a:lnTo>
                  <a:lnTo>
                    <a:pt x="99363" y="6247268"/>
                  </a:lnTo>
                  <a:lnTo>
                    <a:pt x="99489" y="6247268"/>
                  </a:lnTo>
                  <a:lnTo>
                    <a:pt x="99616" y="6247268"/>
                  </a:lnTo>
                  <a:lnTo>
                    <a:pt x="99742" y="6247268"/>
                  </a:lnTo>
                  <a:lnTo>
                    <a:pt x="99868" y="6247268"/>
                  </a:lnTo>
                  <a:lnTo>
                    <a:pt x="99994" y="6247268"/>
                  </a:lnTo>
                  <a:lnTo>
                    <a:pt x="100121" y="6247268"/>
                  </a:lnTo>
                  <a:lnTo>
                    <a:pt x="100247" y="6247268"/>
                  </a:lnTo>
                  <a:lnTo>
                    <a:pt x="100373" y="6247268"/>
                  </a:lnTo>
                  <a:lnTo>
                    <a:pt x="100499" y="6247268"/>
                  </a:lnTo>
                  <a:lnTo>
                    <a:pt x="100626" y="6247268"/>
                  </a:lnTo>
                  <a:lnTo>
                    <a:pt x="100752" y="6247268"/>
                  </a:lnTo>
                  <a:lnTo>
                    <a:pt x="100878" y="6247268"/>
                  </a:lnTo>
                  <a:lnTo>
                    <a:pt x="101004" y="6247268"/>
                  </a:lnTo>
                  <a:lnTo>
                    <a:pt x="101131" y="6247268"/>
                  </a:lnTo>
                  <a:lnTo>
                    <a:pt x="101257" y="6247268"/>
                  </a:lnTo>
                  <a:lnTo>
                    <a:pt x="101383" y="6247268"/>
                  </a:lnTo>
                  <a:lnTo>
                    <a:pt x="101509" y="6247268"/>
                  </a:lnTo>
                  <a:lnTo>
                    <a:pt x="101636" y="6247268"/>
                  </a:lnTo>
                  <a:lnTo>
                    <a:pt x="101762" y="6247268"/>
                  </a:lnTo>
                  <a:lnTo>
                    <a:pt x="101888" y="6247268"/>
                  </a:lnTo>
                  <a:lnTo>
                    <a:pt x="102014" y="6247268"/>
                  </a:lnTo>
                  <a:lnTo>
                    <a:pt x="102141" y="6247268"/>
                  </a:lnTo>
                  <a:lnTo>
                    <a:pt x="102267" y="6247268"/>
                  </a:lnTo>
                  <a:lnTo>
                    <a:pt x="102393" y="6247268"/>
                  </a:lnTo>
                  <a:lnTo>
                    <a:pt x="102519" y="6247268"/>
                  </a:lnTo>
                  <a:lnTo>
                    <a:pt x="102646" y="6247268"/>
                  </a:lnTo>
                  <a:lnTo>
                    <a:pt x="102772" y="6247268"/>
                  </a:lnTo>
                  <a:lnTo>
                    <a:pt x="102898" y="6247268"/>
                  </a:lnTo>
                  <a:lnTo>
                    <a:pt x="103024" y="6247268"/>
                  </a:lnTo>
                  <a:lnTo>
                    <a:pt x="103151" y="6247268"/>
                  </a:lnTo>
                  <a:lnTo>
                    <a:pt x="103277" y="6247268"/>
                  </a:lnTo>
                  <a:lnTo>
                    <a:pt x="103403" y="6247268"/>
                  </a:lnTo>
                  <a:lnTo>
                    <a:pt x="103530" y="6247268"/>
                  </a:lnTo>
                  <a:lnTo>
                    <a:pt x="103656" y="6247268"/>
                  </a:lnTo>
                  <a:lnTo>
                    <a:pt x="103782" y="6247268"/>
                  </a:lnTo>
                  <a:lnTo>
                    <a:pt x="103908" y="6247268"/>
                  </a:lnTo>
                  <a:lnTo>
                    <a:pt x="104035" y="6247268"/>
                  </a:lnTo>
                  <a:lnTo>
                    <a:pt x="104161" y="6247268"/>
                  </a:lnTo>
                  <a:lnTo>
                    <a:pt x="104287" y="6247268"/>
                  </a:lnTo>
                  <a:lnTo>
                    <a:pt x="104413" y="6247268"/>
                  </a:lnTo>
                  <a:lnTo>
                    <a:pt x="104540" y="6247268"/>
                  </a:lnTo>
                  <a:lnTo>
                    <a:pt x="104666" y="6247268"/>
                  </a:lnTo>
                  <a:lnTo>
                    <a:pt x="104792" y="6247268"/>
                  </a:lnTo>
                  <a:lnTo>
                    <a:pt x="104918" y="6247268"/>
                  </a:lnTo>
                  <a:lnTo>
                    <a:pt x="105045" y="6247268"/>
                  </a:lnTo>
                  <a:lnTo>
                    <a:pt x="105171" y="6247268"/>
                  </a:lnTo>
                  <a:lnTo>
                    <a:pt x="105297" y="6247268"/>
                  </a:lnTo>
                  <a:lnTo>
                    <a:pt x="105423" y="6247268"/>
                  </a:lnTo>
                  <a:lnTo>
                    <a:pt x="105550" y="6247268"/>
                  </a:lnTo>
                  <a:lnTo>
                    <a:pt x="105676" y="6247268"/>
                  </a:lnTo>
                  <a:lnTo>
                    <a:pt x="105802" y="6247268"/>
                  </a:lnTo>
                  <a:lnTo>
                    <a:pt x="105928" y="6247268"/>
                  </a:lnTo>
                  <a:lnTo>
                    <a:pt x="106055" y="6247268"/>
                  </a:lnTo>
                  <a:lnTo>
                    <a:pt x="106181" y="6247268"/>
                  </a:lnTo>
                  <a:lnTo>
                    <a:pt x="106307" y="6247268"/>
                  </a:lnTo>
                  <a:lnTo>
                    <a:pt x="106433" y="6247268"/>
                  </a:lnTo>
                  <a:lnTo>
                    <a:pt x="106560" y="6247268"/>
                  </a:lnTo>
                  <a:lnTo>
                    <a:pt x="106686" y="6247268"/>
                  </a:lnTo>
                  <a:lnTo>
                    <a:pt x="106812" y="6247268"/>
                  </a:lnTo>
                  <a:lnTo>
                    <a:pt x="106938" y="6247268"/>
                  </a:lnTo>
                  <a:lnTo>
                    <a:pt x="107065" y="6247268"/>
                  </a:lnTo>
                  <a:lnTo>
                    <a:pt x="107191" y="6247268"/>
                  </a:lnTo>
                  <a:lnTo>
                    <a:pt x="107317" y="6247268"/>
                  </a:lnTo>
                  <a:lnTo>
                    <a:pt x="107443" y="6247268"/>
                  </a:lnTo>
                  <a:lnTo>
                    <a:pt x="107570" y="6247268"/>
                  </a:lnTo>
                  <a:lnTo>
                    <a:pt x="107570" y="6242357"/>
                  </a:lnTo>
                  <a:lnTo>
                    <a:pt x="107696" y="6242357"/>
                  </a:lnTo>
                  <a:lnTo>
                    <a:pt x="107822" y="6242357"/>
                  </a:lnTo>
                  <a:lnTo>
                    <a:pt x="107948" y="6242357"/>
                  </a:lnTo>
                  <a:lnTo>
                    <a:pt x="108075" y="6242357"/>
                  </a:lnTo>
                  <a:lnTo>
                    <a:pt x="108201" y="6242357"/>
                  </a:lnTo>
                  <a:lnTo>
                    <a:pt x="108327" y="6242357"/>
                  </a:lnTo>
                  <a:lnTo>
                    <a:pt x="108454" y="6242357"/>
                  </a:lnTo>
                  <a:lnTo>
                    <a:pt x="108580" y="6242357"/>
                  </a:lnTo>
                  <a:lnTo>
                    <a:pt x="108706" y="6242357"/>
                  </a:lnTo>
                  <a:lnTo>
                    <a:pt x="108832" y="6242357"/>
                  </a:lnTo>
                  <a:lnTo>
                    <a:pt x="108959" y="6242357"/>
                  </a:lnTo>
                  <a:lnTo>
                    <a:pt x="109085" y="6242357"/>
                  </a:lnTo>
                  <a:lnTo>
                    <a:pt x="109211" y="6242357"/>
                  </a:lnTo>
                  <a:lnTo>
                    <a:pt x="109337" y="6242357"/>
                  </a:lnTo>
                  <a:lnTo>
                    <a:pt x="109464" y="6242357"/>
                  </a:lnTo>
                  <a:lnTo>
                    <a:pt x="109590" y="6242357"/>
                  </a:lnTo>
                  <a:lnTo>
                    <a:pt x="109716" y="6242357"/>
                  </a:lnTo>
                  <a:lnTo>
                    <a:pt x="109842" y="6242357"/>
                  </a:lnTo>
                  <a:lnTo>
                    <a:pt x="109969" y="6242357"/>
                  </a:lnTo>
                  <a:lnTo>
                    <a:pt x="110095" y="6242357"/>
                  </a:lnTo>
                  <a:lnTo>
                    <a:pt x="110221" y="6242357"/>
                  </a:lnTo>
                  <a:lnTo>
                    <a:pt x="110347" y="6242357"/>
                  </a:lnTo>
                  <a:lnTo>
                    <a:pt x="110474" y="6242357"/>
                  </a:lnTo>
                  <a:lnTo>
                    <a:pt x="110600" y="6242357"/>
                  </a:lnTo>
                  <a:lnTo>
                    <a:pt x="110726" y="6242357"/>
                  </a:lnTo>
                  <a:lnTo>
                    <a:pt x="110852" y="6242357"/>
                  </a:lnTo>
                  <a:lnTo>
                    <a:pt x="110979" y="6242357"/>
                  </a:lnTo>
                  <a:lnTo>
                    <a:pt x="111105" y="6242357"/>
                  </a:lnTo>
                  <a:lnTo>
                    <a:pt x="111231" y="6242357"/>
                  </a:lnTo>
                  <a:lnTo>
                    <a:pt x="111357" y="6242357"/>
                  </a:lnTo>
                  <a:lnTo>
                    <a:pt x="111484" y="6242357"/>
                  </a:lnTo>
                  <a:lnTo>
                    <a:pt x="111610" y="6242357"/>
                  </a:lnTo>
                  <a:lnTo>
                    <a:pt x="111736" y="6242357"/>
                  </a:lnTo>
                  <a:lnTo>
                    <a:pt x="111862" y="6242357"/>
                  </a:lnTo>
                  <a:lnTo>
                    <a:pt x="111989" y="6242357"/>
                  </a:lnTo>
                  <a:lnTo>
                    <a:pt x="112115" y="6242357"/>
                  </a:lnTo>
                  <a:lnTo>
                    <a:pt x="112241" y="6242357"/>
                  </a:lnTo>
                  <a:lnTo>
                    <a:pt x="112367" y="6242357"/>
                  </a:lnTo>
                  <a:lnTo>
                    <a:pt x="112494" y="6242357"/>
                  </a:lnTo>
                  <a:lnTo>
                    <a:pt x="112620" y="6242357"/>
                  </a:lnTo>
                  <a:lnTo>
                    <a:pt x="112746" y="6242357"/>
                  </a:lnTo>
                  <a:lnTo>
                    <a:pt x="112872" y="6242357"/>
                  </a:lnTo>
                  <a:lnTo>
                    <a:pt x="112999" y="6242357"/>
                  </a:lnTo>
                  <a:lnTo>
                    <a:pt x="113125" y="6242357"/>
                  </a:lnTo>
                  <a:lnTo>
                    <a:pt x="113251" y="6242357"/>
                  </a:lnTo>
                  <a:lnTo>
                    <a:pt x="113377" y="6242357"/>
                  </a:lnTo>
                  <a:lnTo>
                    <a:pt x="113504" y="6242357"/>
                  </a:lnTo>
                  <a:lnTo>
                    <a:pt x="113630" y="6242357"/>
                  </a:lnTo>
                  <a:lnTo>
                    <a:pt x="113756" y="6242357"/>
                  </a:lnTo>
                  <a:lnTo>
                    <a:pt x="113883" y="6242357"/>
                  </a:lnTo>
                  <a:lnTo>
                    <a:pt x="114009" y="6242357"/>
                  </a:lnTo>
                  <a:lnTo>
                    <a:pt x="114135" y="6242357"/>
                  </a:lnTo>
                  <a:lnTo>
                    <a:pt x="114261" y="6242357"/>
                  </a:lnTo>
                  <a:lnTo>
                    <a:pt x="114388" y="6242357"/>
                  </a:lnTo>
                  <a:lnTo>
                    <a:pt x="114514" y="6242357"/>
                  </a:lnTo>
                  <a:lnTo>
                    <a:pt x="114640" y="6242357"/>
                  </a:lnTo>
                  <a:lnTo>
                    <a:pt x="114766" y="6242357"/>
                  </a:lnTo>
                  <a:lnTo>
                    <a:pt x="114893" y="6242357"/>
                  </a:lnTo>
                  <a:lnTo>
                    <a:pt x="115019" y="6242357"/>
                  </a:lnTo>
                  <a:lnTo>
                    <a:pt x="115145" y="6242357"/>
                  </a:lnTo>
                  <a:lnTo>
                    <a:pt x="115271" y="6242357"/>
                  </a:lnTo>
                  <a:lnTo>
                    <a:pt x="115398" y="6242357"/>
                  </a:lnTo>
                  <a:lnTo>
                    <a:pt x="115524" y="6242357"/>
                  </a:lnTo>
                  <a:lnTo>
                    <a:pt x="115650" y="6242357"/>
                  </a:lnTo>
                  <a:lnTo>
                    <a:pt x="115776" y="6242357"/>
                  </a:lnTo>
                  <a:lnTo>
                    <a:pt x="115776" y="6237446"/>
                  </a:lnTo>
                  <a:lnTo>
                    <a:pt x="115903" y="6237446"/>
                  </a:lnTo>
                  <a:lnTo>
                    <a:pt x="116029" y="6237446"/>
                  </a:lnTo>
                  <a:lnTo>
                    <a:pt x="116155" y="6237446"/>
                  </a:lnTo>
                  <a:lnTo>
                    <a:pt x="116281" y="6237446"/>
                  </a:lnTo>
                  <a:lnTo>
                    <a:pt x="116408" y="6237446"/>
                  </a:lnTo>
                  <a:lnTo>
                    <a:pt x="116534" y="6237446"/>
                  </a:lnTo>
                  <a:lnTo>
                    <a:pt x="116660" y="6237446"/>
                  </a:lnTo>
                  <a:lnTo>
                    <a:pt x="116786" y="6237446"/>
                  </a:lnTo>
                  <a:lnTo>
                    <a:pt x="116913" y="6237446"/>
                  </a:lnTo>
                  <a:lnTo>
                    <a:pt x="117039" y="6237446"/>
                  </a:lnTo>
                  <a:lnTo>
                    <a:pt x="117165" y="6237446"/>
                  </a:lnTo>
                  <a:lnTo>
                    <a:pt x="117291" y="6237446"/>
                  </a:lnTo>
                  <a:lnTo>
                    <a:pt x="117418" y="6237446"/>
                  </a:lnTo>
                  <a:lnTo>
                    <a:pt x="117544" y="6237446"/>
                  </a:lnTo>
                  <a:lnTo>
                    <a:pt x="117670" y="6237446"/>
                  </a:lnTo>
                  <a:lnTo>
                    <a:pt x="117796" y="6237446"/>
                  </a:lnTo>
                  <a:lnTo>
                    <a:pt x="117923" y="6237446"/>
                  </a:lnTo>
                  <a:lnTo>
                    <a:pt x="118049" y="6237446"/>
                  </a:lnTo>
                  <a:lnTo>
                    <a:pt x="118175" y="6237446"/>
                  </a:lnTo>
                  <a:lnTo>
                    <a:pt x="118301" y="6237446"/>
                  </a:lnTo>
                  <a:lnTo>
                    <a:pt x="118428" y="6237446"/>
                  </a:lnTo>
                  <a:lnTo>
                    <a:pt x="118554" y="6237446"/>
                  </a:lnTo>
                  <a:lnTo>
                    <a:pt x="118680" y="6237446"/>
                  </a:lnTo>
                  <a:lnTo>
                    <a:pt x="118807" y="6237446"/>
                  </a:lnTo>
                  <a:lnTo>
                    <a:pt x="118933" y="6237446"/>
                  </a:lnTo>
                  <a:lnTo>
                    <a:pt x="119059" y="6237446"/>
                  </a:lnTo>
                  <a:lnTo>
                    <a:pt x="119185" y="6237446"/>
                  </a:lnTo>
                  <a:lnTo>
                    <a:pt x="119312" y="6237446"/>
                  </a:lnTo>
                  <a:lnTo>
                    <a:pt x="119438" y="6237446"/>
                  </a:lnTo>
                  <a:lnTo>
                    <a:pt x="119564" y="6237446"/>
                  </a:lnTo>
                  <a:lnTo>
                    <a:pt x="119690" y="6237446"/>
                  </a:lnTo>
                  <a:lnTo>
                    <a:pt x="119817" y="6237446"/>
                  </a:lnTo>
                  <a:lnTo>
                    <a:pt x="119943" y="6237446"/>
                  </a:lnTo>
                  <a:lnTo>
                    <a:pt x="120069" y="6237446"/>
                  </a:lnTo>
                  <a:lnTo>
                    <a:pt x="120195" y="6237446"/>
                  </a:lnTo>
                  <a:lnTo>
                    <a:pt x="120322" y="6237446"/>
                  </a:lnTo>
                  <a:lnTo>
                    <a:pt x="120448" y="6237446"/>
                  </a:lnTo>
                  <a:lnTo>
                    <a:pt x="120574" y="6237446"/>
                  </a:lnTo>
                  <a:lnTo>
                    <a:pt x="120700" y="6237446"/>
                  </a:lnTo>
                  <a:lnTo>
                    <a:pt x="120827" y="6237446"/>
                  </a:lnTo>
                  <a:lnTo>
                    <a:pt x="120953" y="6237446"/>
                  </a:lnTo>
                  <a:lnTo>
                    <a:pt x="121079" y="6237446"/>
                  </a:lnTo>
                  <a:lnTo>
                    <a:pt x="121205" y="6237446"/>
                  </a:lnTo>
                  <a:lnTo>
                    <a:pt x="121332" y="6237446"/>
                  </a:lnTo>
                  <a:lnTo>
                    <a:pt x="121458" y="6237446"/>
                  </a:lnTo>
                  <a:lnTo>
                    <a:pt x="121584" y="6237446"/>
                  </a:lnTo>
                  <a:lnTo>
                    <a:pt x="121710" y="6237446"/>
                  </a:lnTo>
                  <a:lnTo>
                    <a:pt x="121837" y="6237446"/>
                  </a:lnTo>
                  <a:lnTo>
                    <a:pt x="121963" y="6237446"/>
                  </a:lnTo>
                  <a:lnTo>
                    <a:pt x="122089" y="6237446"/>
                  </a:lnTo>
                  <a:lnTo>
                    <a:pt x="122215" y="6237446"/>
                  </a:lnTo>
                  <a:lnTo>
                    <a:pt x="122342" y="6237446"/>
                  </a:lnTo>
                  <a:lnTo>
                    <a:pt x="122468" y="6237446"/>
                  </a:lnTo>
                  <a:lnTo>
                    <a:pt x="122594" y="6237446"/>
                  </a:lnTo>
                  <a:lnTo>
                    <a:pt x="122720" y="6237446"/>
                  </a:lnTo>
                  <a:lnTo>
                    <a:pt x="122847" y="6237446"/>
                  </a:lnTo>
                  <a:lnTo>
                    <a:pt x="122973" y="6237446"/>
                  </a:lnTo>
                  <a:lnTo>
                    <a:pt x="123099" y="6237446"/>
                  </a:lnTo>
                  <a:lnTo>
                    <a:pt x="123225" y="6237446"/>
                  </a:lnTo>
                  <a:lnTo>
                    <a:pt x="123352" y="6237446"/>
                  </a:lnTo>
                  <a:lnTo>
                    <a:pt x="123478" y="6237446"/>
                  </a:lnTo>
                  <a:lnTo>
                    <a:pt x="123604" y="6237446"/>
                  </a:lnTo>
                  <a:lnTo>
                    <a:pt x="123731" y="6237446"/>
                  </a:lnTo>
                  <a:lnTo>
                    <a:pt x="123857" y="6237446"/>
                  </a:lnTo>
                  <a:lnTo>
                    <a:pt x="123983" y="6237446"/>
                  </a:lnTo>
                  <a:lnTo>
                    <a:pt x="124109" y="6237446"/>
                  </a:lnTo>
                  <a:lnTo>
                    <a:pt x="124236" y="6237446"/>
                  </a:lnTo>
                  <a:lnTo>
                    <a:pt x="124362" y="6237446"/>
                  </a:lnTo>
                  <a:lnTo>
                    <a:pt x="124488" y="6237446"/>
                  </a:lnTo>
                  <a:lnTo>
                    <a:pt x="124614" y="6237446"/>
                  </a:lnTo>
                  <a:lnTo>
                    <a:pt x="124741" y="6237446"/>
                  </a:lnTo>
                  <a:lnTo>
                    <a:pt x="124867" y="6237446"/>
                  </a:lnTo>
                  <a:lnTo>
                    <a:pt x="124993" y="6237446"/>
                  </a:lnTo>
                  <a:lnTo>
                    <a:pt x="125119" y="6237446"/>
                  </a:lnTo>
                  <a:lnTo>
                    <a:pt x="125246" y="6237446"/>
                  </a:lnTo>
                  <a:lnTo>
                    <a:pt x="125372" y="6237446"/>
                  </a:lnTo>
                  <a:lnTo>
                    <a:pt x="125498" y="6237446"/>
                  </a:lnTo>
                  <a:lnTo>
                    <a:pt x="125624" y="6237446"/>
                  </a:lnTo>
                  <a:lnTo>
                    <a:pt x="125751" y="6237446"/>
                  </a:lnTo>
                  <a:lnTo>
                    <a:pt x="125877" y="6237446"/>
                  </a:lnTo>
                  <a:lnTo>
                    <a:pt x="126003" y="6237446"/>
                  </a:lnTo>
                  <a:lnTo>
                    <a:pt x="126129" y="6237446"/>
                  </a:lnTo>
                  <a:lnTo>
                    <a:pt x="126256" y="6237446"/>
                  </a:lnTo>
                  <a:lnTo>
                    <a:pt x="126382" y="6237446"/>
                  </a:lnTo>
                  <a:lnTo>
                    <a:pt x="126508" y="6237446"/>
                  </a:lnTo>
                  <a:lnTo>
                    <a:pt x="126634" y="6237446"/>
                  </a:lnTo>
                  <a:lnTo>
                    <a:pt x="126761" y="6237446"/>
                  </a:lnTo>
                  <a:lnTo>
                    <a:pt x="126887" y="6237446"/>
                  </a:lnTo>
                  <a:lnTo>
                    <a:pt x="127013" y="6237446"/>
                  </a:lnTo>
                  <a:lnTo>
                    <a:pt x="127139" y="6237446"/>
                  </a:lnTo>
                  <a:lnTo>
                    <a:pt x="127266" y="6237446"/>
                  </a:lnTo>
                  <a:lnTo>
                    <a:pt x="127392" y="6237446"/>
                  </a:lnTo>
                  <a:lnTo>
                    <a:pt x="127518" y="6237446"/>
                  </a:lnTo>
                  <a:lnTo>
                    <a:pt x="127644" y="6237446"/>
                  </a:lnTo>
                  <a:lnTo>
                    <a:pt x="127771" y="6237446"/>
                  </a:lnTo>
                  <a:lnTo>
                    <a:pt x="127897" y="6237446"/>
                  </a:lnTo>
                  <a:lnTo>
                    <a:pt x="128023" y="6237446"/>
                  </a:lnTo>
                  <a:lnTo>
                    <a:pt x="128149" y="6237446"/>
                  </a:lnTo>
                  <a:lnTo>
                    <a:pt x="128276" y="6237446"/>
                  </a:lnTo>
                  <a:lnTo>
                    <a:pt x="128402" y="6237446"/>
                  </a:lnTo>
                  <a:lnTo>
                    <a:pt x="128528" y="6237446"/>
                  </a:lnTo>
                  <a:lnTo>
                    <a:pt x="128654" y="6237446"/>
                  </a:lnTo>
                  <a:lnTo>
                    <a:pt x="128781" y="6237446"/>
                  </a:lnTo>
                  <a:lnTo>
                    <a:pt x="128907" y="6237446"/>
                  </a:lnTo>
                  <a:lnTo>
                    <a:pt x="129033" y="6237446"/>
                  </a:lnTo>
                  <a:lnTo>
                    <a:pt x="129160" y="6237446"/>
                  </a:lnTo>
                  <a:lnTo>
                    <a:pt x="129286" y="6237446"/>
                  </a:lnTo>
                  <a:lnTo>
                    <a:pt x="129412" y="6237446"/>
                  </a:lnTo>
                  <a:lnTo>
                    <a:pt x="129538" y="6237446"/>
                  </a:lnTo>
                  <a:lnTo>
                    <a:pt x="129665" y="6237446"/>
                  </a:lnTo>
                  <a:lnTo>
                    <a:pt x="129791" y="6237446"/>
                  </a:lnTo>
                  <a:lnTo>
                    <a:pt x="129917" y="6237446"/>
                  </a:lnTo>
                  <a:lnTo>
                    <a:pt x="130043" y="6237446"/>
                  </a:lnTo>
                  <a:lnTo>
                    <a:pt x="130170" y="6237446"/>
                  </a:lnTo>
                  <a:lnTo>
                    <a:pt x="130296" y="6237446"/>
                  </a:lnTo>
                  <a:lnTo>
                    <a:pt x="130422" y="6237446"/>
                  </a:lnTo>
                  <a:lnTo>
                    <a:pt x="130548" y="6237446"/>
                  </a:lnTo>
                  <a:lnTo>
                    <a:pt x="130675" y="6237446"/>
                  </a:lnTo>
                  <a:lnTo>
                    <a:pt x="130801" y="6237446"/>
                  </a:lnTo>
                  <a:lnTo>
                    <a:pt x="130927" y="6237446"/>
                  </a:lnTo>
                  <a:lnTo>
                    <a:pt x="131053" y="6237446"/>
                  </a:lnTo>
                  <a:lnTo>
                    <a:pt x="131180" y="6237446"/>
                  </a:lnTo>
                  <a:lnTo>
                    <a:pt x="131306" y="6237446"/>
                  </a:lnTo>
                  <a:lnTo>
                    <a:pt x="131432" y="6237446"/>
                  </a:lnTo>
                  <a:lnTo>
                    <a:pt x="131432" y="6232534"/>
                  </a:lnTo>
                  <a:lnTo>
                    <a:pt x="131558" y="6232534"/>
                  </a:lnTo>
                  <a:lnTo>
                    <a:pt x="131685" y="6232534"/>
                  </a:lnTo>
                  <a:lnTo>
                    <a:pt x="131811" y="6232534"/>
                  </a:lnTo>
                  <a:lnTo>
                    <a:pt x="131937" y="6232534"/>
                  </a:lnTo>
                  <a:lnTo>
                    <a:pt x="132063" y="6232534"/>
                  </a:lnTo>
                  <a:lnTo>
                    <a:pt x="132190" y="6232534"/>
                  </a:lnTo>
                  <a:lnTo>
                    <a:pt x="132316" y="6232534"/>
                  </a:lnTo>
                  <a:lnTo>
                    <a:pt x="132442" y="6232534"/>
                  </a:lnTo>
                  <a:lnTo>
                    <a:pt x="132568" y="6232534"/>
                  </a:lnTo>
                  <a:lnTo>
                    <a:pt x="132695" y="6232534"/>
                  </a:lnTo>
                  <a:lnTo>
                    <a:pt x="132821" y="6232534"/>
                  </a:lnTo>
                  <a:lnTo>
                    <a:pt x="132947" y="6232534"/>
                  </a:lnTo>
                  <a:lnTo>
                    <a:pt x="133073" y="6232534"/>
                  </a:lnTo>
                  <a:lnTo>
                    <a:pt x="133200" y="6232534"/>
                  </a:lnTo>
                  <a:lnTo>
                    <a:pt x="133326" y="6232534"/>
                  </a:lnTo>
                  <a:lnTo>
                    <a:pt x="133452" y="6232534"/>
                  </a:lnTo>
                  <a:lnTo>
                    <a:pt x="133578" y="6232534"/>
                  </a:lnTo>
                  <a:lnTo>
                    <a:pt x="133705" y="6232534"/>
                  </a:lnTo>
                  <a:lnTo>
                    <a:pt x="133831" y="6232534"/>
                  </a:lnTo>
                  <a:lnTo>
                    <a:pt x="133957" y="6232534"/>
                  </a:lnTo>
                  <a:lnTo>
                    <a:pt x="134084" y="6232534"/>
                  </a:lnTo>
                  <a:lnTo>
                    <a:pt x="134210" y="6232534"/>
                  </a:lnTo>
                  <a:lnTo>
                    <a:pt x="134336" y="6232534"/>
                  </a:lnTo>
                  <a:lnTo>
                    <a:pt x="134462" y="6232534"/>
                  </a:lnTo>
                  <a:lnTo>
                    <a:pt x="134589" y="6232534"/>
                  </a:lnTo>
                  <a:lnTo>
                    <a:pt x="134715" y="6232534"/>
                  </a:lnTo>
                  <a:lnTo>
                    <a:pt x="134841" y="6232534"/>
                  </a:lnTo>
                  <a:lnTo>
                    <a:pt x="134967" y="6232534"/>
                  </a:lnTo>
                  <a:lnTo>
                    <a:pt x="135094" y="6232534"/>
                  </a:lnTo>
                  <a:lnTo>
                    <a:pt x="135220" y="6232534"/>
                  </a:lnTo>
                  <a:lnTo>
                    <a:pt x="135346" y="6232534"/>
                  </a:lnTo>
                  <a:lnTo>
                    <a:pt x="135472" y="6232534"/>
                  </a:lnTo>
                  <a:lnTo>
                    <a:pt x="135599" y="6232534"/>
                  </a:lnTo>
                  <a:lnTo>
                    <a:pt x="135725" y="6232534"/>
                  </a:lnTo>
                  <a:lnTo>
                    <a:pt x="135851" y="6232534"/>
                  </a:lnTo>
                  <a:lnTo>
                    <a:pt x="135977" y="6232534"/>
                  </a:lnTo>
                  <a:lnTo>
                    <a:pt x="136104" y="6232534"/>
                  </a:lnTo>
                  <a:lnTo>
                    <a:pt x="136230" y="6232534"/>
                  </a:lnTo>
                  <a:lnTo>
                    <a:pt x="136356" y="6232534"/>
                  </a:lnTo>
                  <a:lnTo>
                    <a:pt x="136482" y="6232534"/>
                  </a:lnTo>
                  <a:lnTo>
                    <a:pt x="136609" y="6232534"/>
                  </a:lnTo>
                  <a:lnTo>
                    <a:pt x="136735" y="6232534"/>
                  </a:lnTo>
                  <a:lnTo>
                    <a:pt x="136861" y="6232534"/>
                  </a:lnTo>
                  <a:lnTo>
                    <a:pt x="136987" y="6232534"/>
                  </a:lnTo>
                  <a:lnTo>
                    <a:pt x="137114" y="6232534"/>
                  </a:lnTo>
                  <a:lnTo>
                    <a:pt x="137240" y="6232534"/>
                  </a:lnTo>
                  <a:lnTo>
                    <a:pt x="137366" y="6232534"/>
                  </a:lnTo>
                  <a:lnTo>
                    <a:pt x="137492" y="6232534"/>
                  </a:lnTo>
                  <a:lnTo>
                    <a:pt x="137619" y="6232534"/>
                  </a:lnTo>
                  <a:lnTo>
                    <a:pt x="137745" y="6232534"/>
                  </a:lnTo>
                  <a:lnTo>
                    <a:pt x="137871" y="6232534"/>
                  </a:lnTo>
                  <a:lnTo>
                    <a:pt x="137997" y="6232534"/>
                  </a:lnTo>
                  <a:lnTo>
                    <a:pt x="137997" y="6227623"/>
                  </a:lnTo>
                  <a:lnTo>
                    <a:pt x="138124" y="6227623"/>
                  </a:lnTo>
                  <a:lnTo>
                    <a:pt x="138250" y="6227623"/>
                  </a:lnTo>
                  <a:lnTo>
                    <a:pt x="138376" y="6227623"/>
                  </a:lnTo>
                  <a:lnTo>
                    <a:pt x="138502" y="6227623"/>
                  </a:lnTo>
                  <a:lnTo>
                    <a:pt x="138629" y="6227623"/>
                  </a:lnTo>
                  <a:lnTo>
                    <a:pt x="138755" y="6227623"/>
                  </a:lnTo>
                  <a:lnTo>
                    <a:pt x="138881" y="6227623"/>
                  </a:lnTo>
                  <a:lnTo>
                    <a:pt x="139007" y="6227623"/>
                  </a:lnTo>
                  <a:lnTo>
                    <a:pt x="139134" y="6227623"/>
                  </a:lnTo>
                  <a:lnTo>
                    <a:pt x="139260" y="6227623"/>
                  </a:lnTo>
                  <a:lnTo>
                    <a:pt x="139386" y="6227623"/>
                  </a:lnTo>
                  <a:lnTo>
                    <a:pt x="139513" y="6227623"/>
                  </a:lnTo>
                  <a:lnTo>
                    <a:pt x="139639" y="6227623"/>
                  </a:lnTo>
                  <a:lnTo>
                    <a:pt x="139765" y="6227623"/>
                  </a:lnTo>
                  <a:lnTo>
                    <a:pt x="139891" y="6227623"/>
                  </a:lnTo>
                  <a:lnTo>
                    <a:pt x="140018" y="6227623"/>
                  </a:lnTo>
                  <a:lnTo>
                    <a:pt x="140144" y="6227623"/>
                  </a:lnTo>
                  <a:lnTo>
                    <a:pt x="140270" y="6227623"/>
                  </a:lnTo>
                  <a:lnTo>
                    <a:pt x="140396" y="6227623"/>
                  </a:lnTo>
                  <a:lnTo>
                    <a:pt x="140523" y="6227623"/>
                  </a:lnTo>
                  <a:lnTo>
                    <a:pt x="140649" y="6227623"/>
                  </a:lnTo>
                  <a:lnTo>
                    <a:pt x="140775" y="6227623"/>
                  </a:lnTo>
                  <a:lnTo>
                    <a:pt x="140901" y="6227623"/>
                  </a:lnTo>
                  <a:lnTo>
                    <a:pt x="141028" y="6227623"/>
                  </a:lnTo>
                  <a:lnTo>
                    <a:pt x="141154" y="6227623"/>
                  </a:lnTo>
                  <a:lnTo>
                    <a:pt x="141280" y="6227623"/>
                  </a:lnTo>
                  <a:lnTo>
                    <a:pt x="141406" y="6227623"/>
                  </a:lnTo>
                  <a:lnTo>
                    <a:pt x="141533" y="6227623"/>
                  </a:lnTo>
                  <a:lnTo>
                    <a:pt x="141659" y="6227623"/>
                  </a:lnTo>
                  <a:lnTo>
                    <a:pt x="141785" y="6227623"/>
                  </a:lnTo>
                  <a:lnTo>
                    <a:pt x="141911" y="6227623"/>
                  </a:lnTo>
                  <a:lnTo>
                    <a:pt x="142038" y="6227623"/>
                  </a:lnTo>
                  <a:lnTo>
                    <a:pt x="142164" y="6227623"/>
                  </a:lnTo>
                  <a:lnTo>
                    <a:pt x="142290" y="6227623"/>
                  </a:lnTo>
                  <a:lnTo>
                    <a:pt x="142416" y="6227623"/>
                  </a:lnTo>
                  <a:lnTo>
                    <a:pt x="142543" y="6227623"/>
                  </a:lnTo>
                  <a:lnTo>
                    <a:pt x="142669" y="6227623"/>
                  </a:lnTo>
                  <a:lnTo>
                    <a:pt x="142795" y="6227623"/>
                  </a:lnTo>
                  <a:lnTo>
                    <a:pt x="142921" y="6227623"/>
                  </a:lnTo>
                  <a:lnTo>
                    <a:pt x="143048" y="6227623"/>
                  </a:lnTo>
                  <a:lnTo>
                    <a:pt x="143174" y="6227623"/>
                  </a:lnTo>
                  <a:lnTo>
                    <a:pt x="143300" y="6227623"/>
                  </a:lnTo>
                  <a:lnTo>
                    <a:pt x="143426" y="6227623"/>
                  </a:lnTo>
                  <a:lnTo>
                    <a:pt x="143553" y="6227623"/>
                  </a:lnTo>
                  <a:lnTo>
                    <a:pt x="143679" y="6227623"/>
                  </a:lnTo>
                  <a:lnTo>
                    <a:pt x="143805" y="6227623"/>
                  </a:lnTo>
                  <a:lnTo>
                    <a:pt x="143931" y="6227623"/>
                  </a:lnTo>
                  <a:lnTo>
                    <a:pt x="144058" y="6227623"/>
                  </a:lnTo>
                  <a:lnTo>
                    <a:pt x="144184" y="6227623"/>
                  </a:lnTo>
                  <a:lnTo>
                    <a:pt x="144310" y="6227623"/>
                  </a:lnTo>
                  <a:lnTo>
                    <a:pt x="144437" y="6227623"/>
                  </a:lnTo>
                  <a:lnTo>
                    <a:pt x="144563" y="6227623"/>
                  </a:lnTo>
                  <a:lnTo>
                    <a:pt x="144689" y="6227623"/>
                  </a:lnTo>
                  <a:lnTo>
                    <a:pt x="144815" y="6227623"/>
                  </a:lnTo>
                  <a:lnTo>
                    <a:pt x="144942" y="6227623"/>
                  </a:lnTo>
                  <a:lnTo>
                    <a:pt x="145068" y="6227623"/>
                  </a:lnTo>
                  <a:lnTo>
                    <a:pt x="145194" y="6227623"/>
                  </a:lnTo>
                  <a:lnTo>
                    <a:pt x="145320" y="6227623"/>
                  </a:lnTo>
                  <a:lnTo>
                    <a:pt x="145447" y="6227623"/>
                  </a:lnTo>
                  <a:lnTo>
                    <a:pt x="145573" y="6227623"/>
                  </a:lnTo>
                  <a:lnTo>
                    <a:pt x="145699" y="6227623"/>
                  </a:lnTo>
                  <a:lnTo>
                    <a:pt x="145825" y="6227623"/>
                  </a:lnTo>
                  <a:lnTo>
                    <a:pt x="145952" y="6227623"/>
                  </a:lnTo>
                  <a:lnTo>
                    <a:pt x="146078" y="6227623"/>
                  </a:lnTo>
                  <a:lnTo>
                    <a:pt x="146204" y="6227623"/>
                  </a:lnTo>
                  <a:lnTo>
                    <a:pt x="146330" y="6227623"/>
                  </a:lnTo>
                  <a:lnTo>
                    <a:pt x="146457" y="6227623"/>
                  </a:lnTo>
                  <a:lnTo>
                    <a:pt x="146583" y="6227623"/>
                  </a:lnTo>
                  <a:lnTo>
                    <a:pt x="146709" y="6227623"/>
                  </a:lnTo>
                  <a:lnTo>
                    <a:pt x="146835" y="6227623"/>
                  </a:lnTo>
                  <a:lnTo>
                    <a:pt x="146962" y="6227623"/>
                  </a:lnTo>
                  <a:lnTo>
                    <a:pt x="147088" y="6227623"/>
                  </a:lnTo>
                  <a:lnTo>
                    <a:pt x="147214" y="6227623"/>
                  </a:lnTo>
                  <a:lnTo>
                    <a:pt x="147214" y="6222712"/>
                  </a:lnTo>
                  <a:lnTo>
                    <a:pt x="147340" y="6222712"/>
                  </a:lnTo>
                  <a:lnTo>
                    <a:pt x="147467" y="6222712"/>
                  </a:lnTo>
                  <a:lnTo>
                    <a:pt x="147593" y="6222712"/>
                  </a:lnTo>
                  <a:lnTo>
                    <a:pt x="147719" y="6222712"/>
                  </a:lnTo>
                  <a:lnTo>
                    <a:pt x="147845" y="6222712"/>
                  </a:lnTo>
                  <a:lnTo>
                    <a:pt x="147972" y="6222712"/>
                  </a:lnTo>
                  <a:lnTo>
                    <a:pt x="148098" y="6222712"/>
                  </a:lnTo>
                  <a:lnTo>
                    <a:pt x="148224" y="6222712"/>
                  </a:lnTo>
                  <a:lnTo>
                    <a:pt x="148350" y="6222712"/>
                  </a:lnTo>
                  <a:lnTo>
                    <a:pt x="148477" y="6222712"/>
                  </a:lnTo>
                  <a:lnTo>
                    <a:pt x="148603" y="6222712"/>
                  </a:lnTo>
                  <a:lnTo>
                    <a:pt x="148603" y="6217800"/>
                  </a:lnTo>
                  <a:lnTo>
                    <a:pt x="148729" y="6217800"/>
                  </a:lnTo>
                  <a:lnTo>
                    <a:pt x="148855" y="6217800"/>
                  </a:lnTo>
                  <a:lnTo>
                    <a:pt x="148982" y="6217800"/>
                  </a:lnTo>
                  <a:lnTo>
                    <a:pt x="149108" y="6217800"/>
                  </a:lnTo>
                  <a:lnTo>
                    <a:pt x="149234" y="6217800"/>
                  </a:lnTo>
                  <a:lnTo>
                    <a:pt x="149360" y="6217800"/>
                  </a:lnTo>
                  <a:lnTo>
                    <a:pt x="149487" y="6217800"/>
                  </a:lnTo>
                  <a:lnTo>
                    <a:pt x="149613" y="6217800"/>
                  </a:lnTo>
                  <a:lnTo>
                    <a:pt x="149739" y="6217800"/>
                  </a:lnTo>
                  <a:lnTo>
                    <a:pt x="149866" y="6217800"/>
                  </a:lnTo>
                  <a:lnTo>
                    <a:pt x="149992" y="6217800"/>
                  </a:lnTo>
                  <a:lnTo>
                    <a:pt x="150118" y="6217800"/>
                  </a:lnTo>
                  <a:lnTo>
                    <a:pt x="150244" y="6217800"/>
                  </a:lnTo>
                  <a:lnTo>
                    <a:pt x="150371" y="6217800"/>
                  </a:lnTo>
                  <a:lnTo>
                    <a:pt x="150497" y="6217800"/>
                  </a:lnTo>
                  <a:lnTo>
                    <a:pt x="150623" y="6217800"/>
                  </a:lnTo>
                  <a:lnTo>
                    <a:pt x="150749" y="6217800"/>
                  </a:lnTo>
                  <a:lnTo>
                    <a:pt x="150876" y="6217800"/>
                  </a:lnTo>
                  <a:lnTo>
                    <a:pt x="151002" y="6217800"/>
                  </a:lnTo>
                  <a:lnTo>
                    <a:pt x="151128" y="6217800"/>
                  </a:lnTo>
                  <a:lnTo>
                    <a:pt x="151254" y="6217800"/>
                  </a:lnTo>
                  <a:lnTo>
                    <a:pt x="151381" y="6217800"/>
                  </a:lnTo>
                  <a:lnTo>
                    <a:pt x="151507" y="6217800"/>
                  </a:lnTo>
                  <a:lnTo>
                    <a:pt x="151633" y="6217800"/>
                  </a:lnTo>
                  <a:lnTo>
                    <a:pt x="151759" y="6217800"/>
                  </a:lnTo>
                  <a:lnTo>
                    <a:pt x="151886" y="6217800"/>
                  </a:lnTo>
                  <a:lnTo>
                    <a:pt x="152012" y="6217800"/>
                  </a:lnTo>
                  <a:lnTo>
                    <a:pt x="152138" y="6217800"/>
                  </a:lnTo>
                  <a:lnTo>
                    <a:pt x="152264" y="6217800"/>
                  </a:lnTo>
                  <a:lnTo>
                    <a:pt x="152391" y="6217800"/>
                  </a:lnTo>
                  <a:lnTo>
                    <a:pt x="152517" y="6217800"/>
                  </a:lnTo>
                  <a:lnTo>
                    <a:pt x="152643" y="6217800"/>
                  </a:lnTo>
                  <a:lnTo>
                    <a:pt x="152769" y="6217800"/>
                  </a:lnTo>
                  <a:lnTo>
                    <a:pt x="152896" y="6217800"/>
                  </a:lnTo>
                  <a:lnTo>
                    <a:pt x="153022" y="6217800"/>
                  </a:lnTo>
                  <a:lnTo>
                    <a:pt x="153148" y="6217800"/>
                  </a:lnTo>
                  <a:lnTo>
                    <a:pt x="153274" y="6217800"/>
                  </a:lnTo>
                  <a:lnTo>
                    <a:pt x="153401" y="6217800"/>
                  </a:lnTo>
                  <a:lnTo>
                    <a:pt x="153527" y="6217800"/>
                  </a:lnTo>
                  <a:lnTo>
                    <a:pt x="153653" y="6217800"/>
                  </a:lnTo>
                  <a:lnTo>
                    <a:pt x="153779" y="6217800"/>
                  </a:lnTo>
                  <a:lnTo>
                    <a:pt x="153906" y="6217800"/>
                  </a:lnTo>
                  <a:lnTo>
                    <a:pt x="154032" y="6217800"/>
                  </a:lnTo>
                  <a:lnTo>
                    <a:pt x="154158" y="6217800"/>
                  </a:lnTo>
                  <a:lnTo>
                    <a:pt x="154284" y="6217800"/>
                  </a:lnTo>
                  <a:lnTo>
                    <a:pt x="154411" y="6217800"/>
                  </a:lnTo>
                  <a:lnTo>
                    <a:pt x="154537" y="6217800"/>
                  </a:lnTo>
                  <a:lnTo>
                    <a:pt x="154663" y="6217800"/>
                  </a:lnTo>
                  <a:lnTo>
                    <a:pt x="154790" y="6217800"/>
                  </a:lnTo>
                  <a:lnTo>
                    <a:pt x="154916" y="6217800"/>
                  </a:lnTo>
                  <a:lnTo>
                    <a:pt x="155042" y="6217800"/>
                  </a:lnTo>
                  <a:lnTo>
                    <a:pt x="155168" y="6217800"/>
                  </a:lnTo>
                  <a:lnTo>
                    <a:pt x="155295" y="6217800"/>
                  </a:lnTo>
                  <a:lnTo>
                    <a:pt x="155421" y="6217800"/>
                  </a:lnTo>
                  <a:lnTo>
                    <a:pt x="155547" y="6217800"/>
                  </a:lnTo>
                  <a:lnTo>
                    <a:pt x="155673" y="6217800"/>
                  </a:lnTo>
                  <a:lnTo>
                    <a:pt x="155800" y="6217800"/>
                  </a:lnTo>
                  <a:lnTo>
                    <a:pt x="155926" y="6217800"/>
                  </a:lnTo>
                  <a:lnTo>
                    <a:pt x="156052" y="6217800"/>
                  </a:lnTo>
                  <a:lnTo>
                    <a:pt x="156178" y="6217800"/>
                  </a:lnTo>
                  <a:lnTo>
                    <a:pt x="156305" y="6217800"/>
                  </a:lnTo>
                  <a:lnTo>
                    <a:pt x="156431" y="6217800"/>
                  </a:lnTo>
                  <a:lnTo>
                    <a:pt x="156557" y="6217800"/>
                  </a:lnTo>
                  <a:lnTo>
                    <a:pt x="156683" y="6217800"/>
                  </a:lnTo>
                  <a:lnTo>
                    <a:pt x="156810" y="6217800"/>
                  </a:lnTo>
                  <a:lnTo>
                    <a:pt x="156936" y="6217800"/>
                  </a:lnTo>
                  <a:lnTo>
                    <a:pt x="157062" y="6217800"/>
                  </a:lnTo>
                  <a:lnTo>
                    <a:pt x="157188" y="6217800"/>
                  </a:lnTo>
                  <a:lnTo>
                    <a:pt x="157315" y="6217800"/>
                  </a:lnTo>
                  <a:lnTo>
                    <a:pt x="157441" y="6217800"/>
                  </a:lnTo>
                  <a:lnTo>
                    <a:pt x="157567" y="6217800"/>
                  </a:lnTo>
                  <a:lnTo>
                    <a:pt x="157693" y="6217800"/>
                  </a:lnTo>
                  <a:lnTo>
                    <a:pt x="157820" y="6217800"/>
                  </a:lnTo>
                  <a:lnTo>
                    <a:pt x="157946" y="6217800"/>
                  </a:lnTo>
                  <a:lnTo>
                    <a:pt x="158072" y="6217800"/>
                  </a:lnTo>
                  <a:lnTo>
                    <a:pt x="158198" y="6217800"/>
                  </a:lnTo>
                  <a:lnTo>
                    <a:pt x="158325" y="6217800"/>
                  </a:lnTo>
                  <a:lnTo>
                    <a:pt x="158451" y="6217800"/>
                  </a:lnTo>
                  <a:lnTo>
                    <a:pt x="158577" y="6217800"/>
                  </a:lnTo>
                  <a:lnTo>
                    <a:pt x="158703" y="6217800"/>
                  </a:lnTo>
                  <a:lnTo>
                    <a:pt x="158830" y="6217800"/>
                  </a:lnTo>
                  <a:lnTo>
                    <a:pt x="158956" y="6217800"/>
                  </a:lnTo>
                  <a:lnTo>
                    <a:pt x="159082" y="6217800"/>
                  </a:lnTo>
                  <a:lnTo>
                    <a:pt x="159208" y="6217800"/>
                  </a:lnTo>
                  <a:lnTo>
                    <a:pt x="159335" y="6217800"/>
                  </a:lnTo>
                  <a:lnTo>
                    <a:pt x="159461" y="6217800"/>
                  </a:lnTo>
                  <a:lnTo>
                    <a:pt x="159587" y="6217800"/>
                  </a:lnTo>
                  <a:lnTo>
                    <a:pt x="159713" y="6217800"/>
                  </a:lnTo>
                  <a:lnTo>
                    <a:pt x="159840" y="6217800"/>
                  </a:lnTo>
                  <a:lnTo>
                    <a:pt x="159840" y="6212889"/>
                  </a:lnTo>
                  <a:lnTo>
                    <a:pt x="159966" y="6212889"/>
                  </a:lnTo>
                  <a:lnTo>
                    <a:pt x="160092" y="6212889"/>
                  </a:lnTo>
                  <a:lnTo>
                    <a:pt x="160219" y="6212889"/>
                  </a:lnTo>
                  <a:lnTo>
                    <a:pt x="160345" y="6212889"/>
                  </a:lnTo>
                  <a:lnTo>
                    <a:pt x="160471" y="6212889"/>
                  </a:lnTo>
                  <a:lnTo>
                    <a:pt x="160597" y="6212889"/>
                  </a:lnTo>
                  <a:lnTo>
                    <a:pt x="160724" y="6212889"/>
                  </a:lnTo>
                  <a:lnTo>
                    <a:pt x="160850" y="6212889"/>
                  </a:lnTo>
                  <a:lnTo>
                    <a:pt x="160976" y="6212889"/>
                  </a:lnTo>
                  <a:lnTo>
                    <a:pt x="161102" y="6212889"/>
                  </a:lnTo>
                  <a:lnTo>
                    <a:pt x="161229" y="6212889"/>
                  </a:lnTo>
                  <a:lnTo>
                    <a:pt x="161355" y="6212889"/>
                  </a:lnTo>
                  <a:lnTo>
                    <a:pt x="161481" y="6212889"/>
                  </a:lnTo>
                  <a:lnTo>
                    <a:pt x="161607" y="6212889"/>
                  </a:lnTo>
                  <a:lnTo>
                    <a:pt x="161734" y="6212889"/>
                  </a:lnTo>
                  <a:lnTo>
                    <a:pt x="161860" y="6212889"/>
                  </a:lnTo>
                  <a:lnTo>
                    <a:pt x="161986" y="6212889"/>
                  </a:lnTo>
                  <a:lnTo>
                    <a:pt x="162112" y="6212889"/>
                  </a:lnTo>
                  <a:lnTo>
                    <a:pt x="162239" y="6212889"/>
                  </a:lnTo>
                  <a:lnTo>
                    <a:pt x="162365" y="6212889"/>
                  </a:lnTo>
                  <a:lnTo>
                    <a:pt x="162491" y="6212889"/>
                  </a:lnTo>
                  <a:lnTo>
                    <a:pt x="162617" y="6212889"/>
                  </a:lnTo>
                  <a:lnTo>
                    <a:pt x="162744" y="6212889"/>
                  </a:lnTo>
                  <a:lnTo>
                    <a:pt x="162870" y="6212889"/>
                  </a:lnTo>
                  <a:lnTo>
                    <a:pt x="162996" y="6212889"/>
                  </a:lnTo>
                  <a:lnTo>
                    <a:pt x="163122" y="6212889"/>
                  </a:lnTo>
                  <a:lnTo>
                    <a:pt x="163249" y="6212889"/>
                  </a:lnTo>
                  <a:lnTo>
                    <a:pt x="163375" y="6212889"/>
                  </a:lnTo>
                  <a:lnTo>
                    <a:pt x="163375" y="6207977"/>
                  </a:lnTo>
                  <a:lnTo>
                    <a:pt x="163501" y="6207977"/>
                  </a:lnTo>
                  <a:lnTo>
                    <a:pt x="163627" y="6207977"/>
                  </a:lnTo>
                  <a:lnTo>
                    <a:pt x="163754" y="6207977"/>
                  </a:lnTo>
                  <a:lnTo>
                    <a:pt x="163880" y="6207977"/>
                  </a:lnTo>
                  <a:lnTo>
                    <a:pt x="164006" y="6207977"/>
                  </a:lnTo>
                  <a:lnTo>
                    <a:pt x="164132" y="6207977"/>
                  </a:lnTo>
                  <a:lnTo>
                    <a:pt x="164259" y="6207977"/>
                  </a:lnTo>
                  <a:lnTo>
                    <a:pt x="164385" y="6207977"/>
                  </a:lnTo>
                  <a:lnTo>
                    <a:pt x="164511" y="6207977"/>
                  </a:lnTo>
                  <a:lnTo>
                    <a:pt x="164637" y="6207977"/>
                  </a:lnTo>
                  <a:lnTo>
                    <a:pt x="164764" y="6207977"/>
                  </a:lnTo>
                  <a:lnTo>
                    <a:pt x="164890" y="6207977"/>
                  </a:lnTo>
                  <a:lnTo>
                    <a:pt x="165016" y="6207977"/>
                  </a:lnTo>
                  <a:lnTo>
                    <a:pt x="165143" y="6207977"/>
                  </a:lnTo>
                  <a:lnTo>
                    <a:pt x="165269" y="6207977"/>
                  </a:lnTo>
                  <a:lnTo>
                    <a:pt x="165395" y="6207977"/>
                  </a:lnTo>
                  <a:lnTo>
                    <a:pt x="165521" y="6207977"/>
                  </a:lnTo>
                  <a:lnTo>
                    <a:pt x="165648" y="6207977"/>
                  </a:lnTo>
                  <a:lnTo>
                    <a:pt x="165774" y="6207977"/>
                  </a:lnTo>
                  <a:lnTo>
                    <a:pt x="165900" y="6207977"/>
                  </a:lnTo>
                  <a:lnTo>
                    <a:pt x="166026" y="6207977"/>
                  </a:lnTo>
                  <a:lnTo>
                    <a:pt x="166153" y="6207977"/>
                  </a:lnTo>
                  <a:lnTo>
                    <a:pt x="166279" y="6207977"/>
                  </a:lnTo>
                  <a:lnTo>
                    <a:pt x="166405" y="6207977"/>
                  </a:lnTo>
                  <a:lnTo>
                    <a:pt x="166531" y="6207977"/>
                  </a:lnTo>
                  <a:lnTo>
                    <a:pt x="166658" y="6207977"/>
                  </a:lnTo>
                  <a:lnTo>
                    <a:pt x="166784" y="6207977"/>
                  </a:lnTo>
                  <a:lnTo>
                    <a:pt x="166910" y="6207977"/>
                  </a:lnTo>
                  <a:lnTo>
                    <a:pt x="167036" y="6207977"/>
                  </a:lnTo>
                  <a:lnTo>
                    <a:pt x="167163" y="6207977"/>
                  </a:lnTo>
                  <a:lnTo>
                    <a:pt x="167289" y="6207977"/>
                  </a:lnTo>
                  <a:lnTo>
                    <a:pt x="167415" y="6207977"/>
                  </a:lnTo>
                  <a:lnTo>
                    <a:pt x="167541" y="6207977"/>
                  </a:lnTo>
                  <a:lnTo>
                    <a:pt x="167668" y="6207977"/>
                  </a:lnTo>
                  <a:lnTo>
                    <a:pt x="167794" y="6207977"/>
                  </a:lnTo>
                  <a:lnTo>
                    <a:pt x="167920" y="6207977"/>
                  </a:lnTo>
                  <a:lnTo>
                    <a:pt x="168046" y="6207977"/>
                  </a:lnTo>
                  <a:lnTo>
                    <a:pt x="168173" y="6207977"/>
                  </a:lnTo>
                  <a:lnTo>
                    <a:pt x="168299" y="6207977"/>
                  </a:lnTo>
                  <a:lnTo>
                    <a:pt x="168425" y="6207977"/>
                  </a:lnTo>
                  <a:lnTo>
                    <a:pt x="168551" y="6207977"/>
                  </a:lnTo>
                  <a:lnTo>
                    <a:pt x="168678" y="6207977"/>
                  </a:lnTo>
                  <a:lnTo>
                    <a:pt x="168804" y="6207977"/>
                  </a:lnTo>
                  <a:lnTo>
                    <a:pt x="168930" y="6207977"/>
                  </a:lnTo>
                  <a:lnTo>
                    <a:pt x="169056" y="6207977"/>
                  </a:lnTo>
                  <a:lnTo>
                    <a:pt x="169183" y="6207977"/>
                  </a:lnTo>
                  <a:lnTo>
                    <a:pt x="169309" y="6207977"/>
                  </a:lnTo>
                  <a:lnTo>
                    <a:pt x="169435" y="6207977"/>
                  </a:lnTo>
                  <a:lnTo>
                    <a:pt x="169561" y="6207977"/>
                  </a:lnTo>
                  <a:lnTo>
                    <a:pt x="169688" y="6207977"/>
                  </a:lnTo>
                  <a:lnTo>
                    <a:pt x="169814" y="6207977"/>
                  </a:lnTo>
                  <a:lnTo>
                    <a:pt x="169940" y="6207977"/>
                  </a:lnTo>
                  <a:lnTo>
                    <a:pt x="170066" y="6207977"/>
                  </a:lnTo>
                  <a:lnTo>
                    <a:pt x="170193" y="6207977"/>
                  </a:lnTo>
                  <a:lnTo>
                    <a:pt x="170319" y="6207977"/>
                  </a:lnTo>
                  <a:lnTo>
                    <a:pt x="170445" y="6207977"/>
                  </a:lnTo>
                  <a:lnTo>
                    <a:pt x="170572" y="6207977"/>
                  </a:lnTo>
                  <a:lnTo>
                    <a:pt x="170698" y="6207977"/>
                  </a:lnTo>
                  <a:lnTo>
                    <a:pt x="170824" y="6207977"/>
                  </a:lnTo>
                  <a:lnTo>
                    <a:pt x="170950" y="6207977"/>
                  </a:lnTo>
                  <a:lnTo>
                    <a:pt x="171077" y="6207977"/>
                  </a:lnTo>
                  <a:lnTo>
                    <a:pt x="171203" y="6207977"/>
                  </a:lnTo>
                  <a:lnTo>
                    <a:pt x="171329" y="6207977"/>
                  </a:lnTo>
                  <a:lnTo>
                    <a:pt x="171455" y="6207977"/>
                  </a:lnTo>
                  <a:lnTo>
                    <a:pt x="171582" y="6207977"/>
                  </a:lnTo>
                  <a:lnTo>
                    <a:pt x="171708" y="6207977"/>
                  </a:lnTo>
                  <a:lnTo>
                    <a:pt x="171834" y="6207977"/>
                  </a:lnTo>
                  <a:lnTo>
                    <a:pt x="171960" y="6207977"/>
                  </a:lnTo>
                  <a:lnTo>
                    <a:pt x="172087" y="6207977"/>
                  </a:lnTo>
                  <a:lnTo>
                    <a:pt x="172213" y="6207977"/>
                  </a:lnTo>
                  <a:lnTo>
                    <a:pt x="172339" y="6207977"/>
                  </a:lnTo>
                  <a:lnTo>
                    <a:pt x="172465" y="6207977"/>
                  </a:lnTo>
                  <a:lnTo>
                    <a:pt x="172592" y="6207977"/>
                  </a:lnTo>
                  <a:lnTo>
                    <a:pt x="172718" y="6207977"/>
                  </a:lnTo>
                  <a:lnTo>
                    <a:pt x="172844" y="6207977"/>
                  </a:lnTo>
                  <a:lnTo>
                    <a:pt x="172970" y="6207977"/>
                  </a:lnTo>
                  <a:lnTo>
                    <a:pt x="173097" y="6207977"/>
                  </a:lnTo>
                  <a:lnTo>
                    <a:pt x="173223" y="6207977"/>
                  </a:lnTo>
                  <a:lnTo>
                    <a:pt x="173349" y="6207977"/>
                  </a:lnTo>
                  <a:lnTo>
                    <a:pt x="173475" y="6207977"/>
                  </a:lnTo>
                  <a:lnTo>
                    <a:pt x="173602" y="6207977"/>
                  </a:lnTo>
                  <a:lnTo>
                    <a:pt x="173728" y="6207977"/>
                  </a:lnTo>
                  <a:lnTo>
                    <a:pt x="173854" y="6207977"/>
                  </a:lnTo>
                  <a:lnTo>
                    <a:pt x="173980" y="6207977"/>
                  </a:lnTo>
                  <a:lnTo>
                    <a:pt x="174107" y="6207977"/>
                  </a:lnTo>
                  <a:lnTo>
                    <a:pt x="174233" y="6207977"/>
                  </a:lnTo>
                  <a:lnTo>
                    <a:pt x="174359" y="6207977"/>
                  </a:lnTo>
                  <a:lnTo>
                    <a:pt x="174485" y="6207977"/>
                  </a:lnTo>
                  <a:lnTo>
                    <a:pt x="174612" y="6207977"/>
                  </a:lnTo>
                  <a:lnTo>
                    <a:pt x="174738" y="6207977"/>
                  </a:lnTo>
                  <a:lnTo>
                    <a:pt x="174864" y="6207977"/>
                  </a:lnTo>
                  <a:lnTo>
                    <a:pt x="174990" y="6207977"/>
                  </a:lnTo>
                  <a:lnTo>
                    <a:pt x="175117" y="6207977"/>
                  </a:lnTo>
                  <a:lnTo>
                    <a:pt x="175243" y="6207977"/>
                  </a:lnTo>
                  <a:lnTo>
                    <a:pt x="175369" y="6207977"/>
                  </a:lnTo>
                  <a:lnTo>
                    <a:pt x="175496" y="6207977"/>
                  </a:lnTo>
                  <a:lnTo>
                    <a:pt x="175622" y="6207977"/>
                  </a:lnTo>
                  <a:lnTo>
                    <a:pt x="175748" y="6207977"/>
                  </a:lnTo>
                  <a:lnTo>
                    <a:pt x="175874" y="6207977"/>
                  </a:lnTo>
                  <a:lnTo>
                    <a:pt x="176001" y="6207977"/>
                  </a:lnTo>
                  <a:lnTo>
                    <a:pt x="176127" y="6207977"/>
                  </a:lnTo>
                  <a:lnTo>
                    <a:pt x="176253" y="6207977"/>
                  </a:lnTo>
                  <a:lnTo>
                    <a:pt x="176379" y="6207977"/>
                  </a:lnTo>
                  <a:lnTo>
                    <a:pt x="176506" y="6207977"/>
                  </a:lnTo>
                  <a:lnTo>
                    <a:pt x="176632" y="6207977"/>
                  </a:lnTo>
                  <a:lnTo>
                    <a:pt x="176758" y="6207977"/>
                  </a:lnTo>
                  <a:lnTo>
                    <a:pt x="176884" y="6207977"/>
                  </a:lnTo>
                  <a:lnTo>
                    <a:pt x="177011" y="6207977"/>
                  </a:lnTo>
                  <a:lnTo>
                    <a:pt x="177137" y="6207977"/>
                  </a:lnTo>
                  <a:lnTo>
                    <a:pt x="177263" y="6207977"/>
                  </a:lnTo>
                  <a:lnTo>
                    <a:pt x="177389" y="6207977"/>
                  </a:lnTo>
                  <a:lnTo>
                    <a:pt x="177516" y="6207977"/>
                  </a:lnTo>
                  <a:lnTo>
                    <a:pt x="177642" y="6207977"/>
                  </a:lnTo>
                  <a:lnTo>
                    <a:pt x="177768" y="6207977"/>
                  </a:lnTo>
                  <a:lnTo>
                    <a:pt x="177894" y="6207977"/>
                  </a:lnTo>
                  <a:lnTo>
                    <a:pt x="178021" y="6207977"/>
                  </a:lnTo>
                  <a:lnTo>
                    <a:pt x="178147" y="6207977"/>
                  </a:lnTo>
                  <a:lnTo>
                    <a:pt x="178273" y="6207977"/>
                  </a:lnTo>
                  <a:lnTo>
                    <a:pt x="178399" y="6207977"/>
                  </a:lnTo>
                  <a:lnTo>
                    <a:pt x="178526" y="6207977"/>
                  </a:lnTo>
                  <a:lnTo>
                    <a:pt x="178652" y="6207977"/>
                  </a:lnTo>
                  <a:lnTo>
                    <a:pt x="178652" y="6203066"/>
                  </a:lnTo>
                  <a:lnTo>
                    <a:pt x="178778" y="6203066"/>
                  </a:lnTo>
                  <a:lnTo>
                    <a:pt x="178904" y="6203066"/>
                  </a:lnTo>
                  <a:lnTo>
                    <a:pt x="179031" y="6203066"/>
                  </a:lnTo>
                  <a:lnTo>
                    <a:pt x="179157" y="6203066"/>
                  </a:lnTo>
                  <a:lnTo>
                    <a:pt x="179283" y="6203066"/>
                  </a:lnTo>
                  <a:lnTo>
                    <a:pt x="179409" y="6203066"/>
                  </a:lnTo>
                  <a:lnTo>
                    <a:pt x="179536" y="6203066"/>
                  </a:lnTo>
                  <a:lnTo>
                    <a:pt x="179662" y="6203066"/>
                  </a:lnTo>
                  <a:lnTo>
                    <a:pt x="179788" y="6203066"/>
                  </a:lnTo>
                  <a:lnTo>
                    <a:pt x="179914" y="6203066"/>
                  </a:lnTo>
                  <a:lnTo>
                    <a:pt x="180041" y="6203066"/>
                  </a:lnTo>
                  <a:lnTo>
                    <a:pt x="180167" y="6203066"/>
                  </a:lnTo>
                  <a:lnTo>
                    <a:pt x="180293" y="6203066"/>
                  </a:lnTo>
                  <a:lnTo>
                    <a:pt x="180420" y="6203066"/>
                  </a:lnTo>
                  <a:lnTo>
                    <a:pt x="180546" y="6203066"/>
                  </a:lnTo>
                  <a:lnTo>
                    <a:pt x="180672" y="6203066"/>
                  </a:lnTo>
                  <a:lnTo>
                    <a:pt x="180798" y="6203066"/>
                  </a:lnTo>
                  <a:lnTo>
                    <a:pt x="180925" y="6203066"/>
                  </a:lnTo>
                  <a:lnTo>
                    <a:pt x="181051" y="6203066"/>
                  </a:lnTo>
                  <a:lnTo>
                    <a:pt x="181177" y="6203066"/>
                  </a:lnTo>
                  <a:lnTo>
                    <a:pt x="181303" y="6203066"/>
                  </a:lnTo>
                  <a:lnTo>
                    <a:pt x="181430" y="6203066"/>
                  </a:lnTo>
                  <a:lnTo>
                    <a:pt x="181556" y="6203066"/>
                  </a:lnTo>
                  <a:lnTo>
                    <a:pt x="181682" y="6203066"/>
                  </a:lnTo>
                  <a:lnTo>
                    <a:pt x="181808" y="6203066"/>
                  </a:lnTo>
                  <a:lnTo>
                    <a:pt x="181935" y="6203066"/>
                  </a:lnTo>
                  <a:lnTo>
                    <a:pt x="182061" y="6203066"/>
                  </a:lnTo>
                  <a:lnTo>
                    <a:pt x="182187" y="6203066"/>
                  </a:lnTo>
                  <a:lnTo>
                    <a:pt x="182313" y="6203066"/>
                  </a:lnTo>
                  <a:lnTo>
                    <a:pt x="182440" y="6203066"/>
                  </a:lnTo>
                  <a:lnTo>
                    <a:pt x="182566" y="6203066"/>
                  </a:lnTo>
                  <a:lnTo>
                    <a:pt x="182692" y="6203066"/>
                  </a:lnTo>
                  <a:lnTo>
                    <a:pt x="182818" y="6203066"/>
                  </a:lnTo>
                  <a:lnTo>
                    <a:pt x="182945" y="6203066"/>
                  </a:lnTo>
                  <a:lnTo>
                    <a:pt x="183071" y="6203066"/>
                  </a:lnTo>
                  <a:lnTo>
                    <a:pt x="183197" y="6203066"/>
                  </a:lnTo>
                  <a:lnTo>
                    <a:pt x="183323" y="6203066"/>
                  </a:lnTo>
                  <a:lnTo>
                    <a:pt x="183450" y="6203066"/>
                  </a:lnTo>
                  <a:lnTo>
                    <a:pt x="183576" y="6203066"/>
                  </a:lnTo>
                  <a:lnTo>
                    <a:pt x="183702" y="6203066"/>
                  </a:lnTo>
                  <a:lnTo>
                    <a:pt x="183828" y="6203066"/>
                  </a:lnTo>
                  <a:lnTo>
                    <a:pt x="183955" y="6203066"/>
                  </a:lnTo>
                  <a:lnTo>
                    <a:pt x="184081" y="6203066"/>
                  </a:lnTo>
                  <a:lnTo>
                    <a:pt x="184207" y="6203066"/>
                  </a:lnTo>
                  <a:lnTo>
                    <a:pt x="184333" y="6203066"/>
                  </a:lnTo>
                  <a:lnTo>
                    <a:pt x="184333" y="6198155"/>
                  </a:lnTo>
                  <a:lnTo>
                    <a:pt x="184460" y="6198155"/>
                  </a:lnTo>
                  <a:lnTo>
                    <a:pt x="184586" y="6198155"/>
                  </a:lnTo>
                  <a:lnTo>
                    <a:pt x="184712" y="6198155"/>
                  </a:lnTo>
                  <a:lnTo>
                    <a:pt x="184838" y="6198155"/>
                  </a:lnTo>
                  <a:lnTo>
                    <a:pt x="184965" y="6198155"/>
                  </a:lnTo>
                  <a:lnTo>
                    <a:pt x="185091" y="6198155"/>
                  </a:lnTo>
                  <a:lnTo>
                    <a:pt x="185217" y="6198155"/>
                  </a:lnTo>
                  <a:lnTo>
                    <a:pt x="185343" y="6198155"/>
                  </a:lnTo>
                  <a:lnTo>
                    <a:pt x="185470" y="6198155"/>
                  </a:lnTo>
                  <a:lnTo>
                    <a:pt x="185596" y="6198155"/>
                  </a:lnTo>
                  <a:lnTo>
                    <a:pt x="185722" y="6198155"/>
                  </a:lnTo>
                  <a:lnTo>
                    <a:pt x="185849" y="6198155"/>
                  </a:lnTo>
                  <a:lnTo>
                    <a:pt x="185975" y="6198155"/>
                  </a:lnTo>
                  <a:lnTo>
                    <a:pt x="186101" y="6198155"/>
                  </a:lnTo>
                  <a:lnTo>
                    <a:pt x="186227" y="6198155"/>
                  </a:lnTo>
                  <a:lnTo>
                    <a:pt x="186354" y="6198155"/>
                  </a:lnTo>
                  <a:lnTo>
                    <a:pt x="186480" y="6198155"/>
                  </a:lnTo>
                  <a:lnTo>
                    <a:pt x="186606" y="6198155"/>
                  </a:lnTo>
                  <a:lnTo>
                    <a:pt x="186732" y="6198155"/>
                  </a:lnTo>
                  <a:lnTo>
                    <a:pt x="186859" y="6198155"/>
                  </a:lnTo>
                  <a:lnTo>
                    <a:pt x="186985" y="6198155"/>
                  </a:lnTo>
                  <a:lnTo>
                    <a:pt x="187111" y="6198155"/>
                  </a:lnTo>
                  <a:lnTo>
                    <a:pt x="187237" y="6198155"/>
                  </a:lnTo>
                  <a:lnTo>
                    <a:pt x="187364" y="6198155"/>
                  </a:lnTo>
                  <a:lnTo>
                    <a:pt x="187490" y="6198155"/>
                  </a:lnTo>
                  <a:lnTo>
                    <a:pt x="187616" y="6198155"/>
                  </a:lnTo>
                  <a:lnTo>
                    <a:pt x="187742" y="6198155"/>
                  </a:lnTo>
                  <a:lnTo>
                    <a:pt x="187869" y="6198155"/>
                  </a:lnTo>
                  <a:lnTo>
                    <a:pt x="187995" y="6198155"/>
                  </a:lnTo>
                  <a:lnTo>
                    <a:pt x="188121" y="6198155"/>
                  </a:lnTo>
                  <a:lnTo>
                    <a:pt x="188247" y="6198155"/>
                  </a:lnTo>
                  <a:lnTo>
                    <a:pt x="188374" y="6198155"/>
                  </a:lnTo>
                  <a:lnTo>
                    <a:pt x="188500" y="6198155"/>
                  </a:lnTo>
                  <a:lnTo>
                    <a:pt x="188626" y="6198155"/>
                  </a:lnTo>
                  <a:lnTo>
                    <a:pt x="188752" y="6198155"/>
                  </a:lnTo>
                  <a:lnTo>
                    <a:pt x="188879" y="6198155"/>
                  </a:lnTo>
                  <a:lnTo>
                    <a:pt x="189005" y="6198155"/>
                  </a:lnTo>
                  <a:lnTo>
                    <a:pt x="189131" y="6198155"/>
                  </a:lnTo>
                  <a:lnTo>
                    <a:pt x="189257" y="6198155"/>
                  </a:lnTo>
                  <a:lnTo>
                    <a:pt x="189384" y="6198155"/>
                  </a:lnTo>
                  <a:lnTo>
                    <a:pt x="189510" y="6198155"/>
                  </a:lnTo>
                  <a:lnTo>
                    <a:pt x="189636" y="6198155"/>
                  </a:lnTo>
                  <a:lnTo>
                    <a:pt x="189762" y="6198155"/>
                  </a:lnTo>
                  <a:lnTo>
                    <a:pt x="189889" y="6198155"/>
                  </a:lnTo>
                  <a:lnTo>
                    <a:pt x="190015" y="6198155"/>
                  </a:lnTo>
                  <a:lnTo>
                    <a:pt x="190141" y="6198155"/>
                  </a:lnTo>
                  <a:lnTo>
                    <a:pt x="190267" y="6198155"/>
                  </a:lnTo>
                  <a:lnTo>
                    <a:pt x="190394" y="6198155"/>
                  </a:lnTo>
                  <a:lnTo>
                    <a:pt x="190520" y="6198155"/>
                  </a:lnTo>
                  <a:lnTo>
                    <a:pt x="190646" y="6198155"/>
                  </a:lnTo>
                  <a:lnTo>
                    <a:pt x="190773" y="6198155"/>
                  </a:lnTo>
                  <a:lnTo>
                    <a:pt x="190899" y="6198155"/>
                  </a:lnTo>
                  <a:lnTo>
                    <a:pt x="191025" y="6198155"/>
                  </a:lnTo>
                  <a:lnTo>
                    <a:pt x="191151" y="6198155"/>
                  </a:lnTo>
                  <a:lnTo>
                    <a:pt x="191278" y="6198155"/>
                  </a:lnTo>
                  <a:lnTo>
                    <a:pt x="191404" y="6198155"/>
                  </a:lnTo>
                  <a:lnTo>
                    <a:pt x="191530" y="6198155"/>
                  </a:lnTo>
                  <a:lnTo>
                    <a:pt x="191656" y="6198155"/>
                  </a:lnTo>
                  <a:lnTo>
                    <a:pt x="191783" y="6198155"/>
                  </a:lnTo>
                  <a:lnTo>
                    <a:pt x="191909" y="6198155"/>
                  </a:lnTo>
                  <a:lnTo>
                    <a:pt x="192035" y="6198155"/>
                  </a:lnTo>
                  <a:lnTo>
                    <a:pt x="192161" y="6198155"/>
                  </a:lnTo>
                  <a:lnTo>
                    <a:pt x="192288" y="6198155"/>
                  </a:lnTo>
                  <a:lnTo>
                    <a:pt x="192414" y="6198155"/>
                  </a:lnTo>
                  <a:lnTo>
                    <a:pt x="192540" y="6198155"/>
                  </a:lnTo>
                  <a:lnTo>
                    <a:pt x="192666" y="6198155"/>
                  </a:lnTo>
                  <a:lnTo>
                    <a:pt x="192793" y="6198155"/>
                  </a:lnTo>
                  <a:lnTo>
                    <a:pt x="192919" y="6198155"/>
                  </a:lnTo>
                  <a:lnTo>
                    <a:pt x="193045" y="6198155"/>
                  </a:lnTo>
                  <a:lnTo>
                    <a:pt x="193171" y="6198155"/>
                  </a:lnTo>
                  <a:lnTo>
                    <a:pt x="193298" y="6198155"/>
                  </a:lnTo>
                  <a:lnTo>
                    <a:pt x="193424" y="6198155"/>
                  </a:lnTo>
                  <a:lnTo>
                    <a:pt x="193550" y="6198155"/>
                  </a:lnTo>
                  <a:lnTo>
                    <a:pt x="193676" y="6198155"/>
                  </a:lnTo>
                  <a:lnTo>
                    <a:pt x="193803" y="6198155"/>
                  </a:lnTo>
                  <a:lnTo>
                    <a:pt x="193929" y="6198155"/>
                  </a:lnTo>
                  <a:lnTo>
                    <a:pt x="194055" y="6198155"/>
                  </a:lnTo>
                  <a:lnTo>
                    <a:pt x="194181" y="6198155"/>
                  </a:lnTo>
                  <a:lnTo>
                    <a:pt x="194308" y="6198155"/>
                  </a:lnTo>
                  <a:lnTo>
                    <a:pt x="194434" y="6198155"/>
                  </a:lnTo>
                  <a:lnTo>
                    <a:pt x="194560" y="6198155"/>
                  </a:lnTo>
                  <a:lnTo>
                    <a:pt x="194686" y="6198155"/>
                  </a:lnTo>
                  <a:lnTo>
                    <a:pt x="194686" y="6193243"/>
                  </a:lnTo>
                  <a:lnTo>
                    <a:pt x="194813" y="6193243"/>
                  </a:lnTo>
                  <a:lnTo>
                    <a:pt x="194939" y="6193243"/>
                  </a:lnTo>
                  <a:lnTo>
                    <a:pt x="195065" y="6193243"/>
                  </a:lnTo>
                  <a:lnTo>
                    <a:pt x="195191" y="6193243"/>
                  </a:lnTo>
                  <a:lnTo>
                    <a:pt x="195318" y="6193243"/>
                  </a:lnTo>
                  <a:lnTo>
                    <a:pt x="195444" y="6193243"/>
                  </a:lnTo>
                  <a:lnTo>
                    <a:pt x="195570" y="6193243"/>
                  </a:lnTo>
                  <a:lnTo>
                    <a:pt x="195696" y="6193243"/>
                  </a:lnTo>
                  <a:lnTo>
                    <a:pt x="195823" y="6193243"/>
                  </a:lnTo>
                  <a:lnTo>
                    <a:pt x="195949" y="6193243"/>
                  </a:lnTo>
                  <a:lnTo>
                    <a:pt x="196075" y="6193243"/>
                  </a:lnTo>
                  <a:lnTo>
                    <a:pt x="196202" y="6193243"/>
                  </a:lnTo>
                  <a:lnTo>
                    <a:pt x="196328" y="6193243"/>
                  </a:lnTo>
                  <a:lnTo>
                    <a:pt x="196454" y="6193243"/>
                  </a:lnTo>
                  <a:lnTo>
                    <a:pt x="196580" y="6193243"/>
                  </a:lnTo>
                  <a:lnTo>
                    <a:pt x="196707" y="6193243"/>
                  </a:lnTo>
                  <a:lnTo>
                    <a:pt x="196833" y="6193243"/>
                  </a:lnTo>
                  <a:lnTo>
                    <a:pt x="196959" y="6193243"/>
                  </a:lnTo>
                  <a:lnTo>
                    <a:pt x="197085" y="6193243"/>
                  </a:lnTo>
                  <a:lnTo>
                    <a:pt x="197212" y="6193243"/>
                  </a:lnTo>
                  <a:lnTo>
                    <a:pt x="197338" y="6193243"/>
                  </a:lnTo>
                  <a:lnTo>
                    <a:pt x="197464" y="6193243"/>
                  </a:lnTo>
                  <a:lnTo>
                    <a:pt x="197590" y="6193243"/>
                  </a:lnTo>
                  <a:lnTo>
                    <a:pt x="197717" y="6193243"/>
                  </a:lnTo>
                  <a:lnTo>
                    <a:pt x="197843" y="6193243"/>
                  </a:lnTo>
                  <a:lnTo>
                    <a:pt x="197969" y="6193243"/>
                  </a:lnTo>
                  <a:lnTo>
                    <a:pt x="198095" y="6193243"/>
                  </a:lnTo>
                  <a:lnTo>
                    <a:pt x="198222" y="6193243"/>
                  </a:lnTo>
                  <a:lnTo>
                    <a:pt x="198348" y="6193243"/>
                  </a:lnTo>
                  <a:lnTo>
                    <a:pt x="198474" y="6193243"/>
                  </a:lnTo>
                  <a:lnTo>
                    <a:pt x="198600" y="6193243"/>
                  </a:lnTo>
                  <a:lnTo>
                    <a:pt x="198727" y="6193243"/>
                  </a:lnTo>
                  <a:lnTo>
                    <a:pt x="198853" y="6193243"/>
                  </a:lnTo>
                  <a:lnTo>
                    <a:pt x="198979" y="6193243"/>
                  </a:lnTo>
                  <a:lnTo>
                    <a:pt x="199105" y="6193243"/>
                  </a:lnTo>
                  <a:lnTo>
                    <a:pt x="199232" y="6193243"/>
                  </a:lnTo>
                  <a:lnTo>
                    <a:pt x="199358" y="6193243"/>
                  </a:lnTo>
                  <a:lnTo>
                    <a:pt x="199358" y="6188332"/>
                  </a:lnTo>
                  <a:lnTo>
                    <a:pt x="199484" y="6188332"/>
                  </a:lnTo>
                  <a:lnTo>
                    <a:pt x="199610" y="6188332"/>
                  </a:lnTo>
                  <a:lnTo>
                    <a:pt x="199737" y="6188332"/>
                  </a:lnTo>
                  <a:lnTo>
                    <a:pt x="199863" y="6188332"/>
                  </a:lnTo>
                  <a:lnTo>
                    <a:pt x="199989" y="6188332"/>
                  </a:lnTo>
                  <a:lnTo>
                    <a:pt x="200115" y="6188332"/>
                  </a:lnTo>
                  <a:lnTo>
                    <a:pt x="200242" y="6188332"/>
                  </a:lnTo>
                  <a:lnTo>
                    <a:pt x="200368" y="6188332"/>
                  </a:lnTo>
                  <a:lnTo>
                    <a:pt x="200494" y="6188332"/>
                  </a:lnTo>
                  <a:lnTo>
                    <a:pt x="200620" y="6188332"/>
                  </a:lnTo>
                  <a:lnTo>
                    <a:pt x="200747" y="6188332"/>
                  </a:lnTo>
                  <a:lnTo>
                    <a:pt x="200873" y="6188332"/>
                  </a:lnTo>
                  <a:lnTo>
                    <a:pt x="200999" y="6188332"/>
                  </a:lnTo>
                  <a:lnTo>
                    <a:pt x="201126" y="6188332"/>
                  </a:lnTo>
                  <a:lnTo>
                    <a:pt x="201252" y="6188332"/>
                  </a:lnTo>
                  <a:lnTo>
                    <a:pt x="201378" y="6188332"/>
                  </a:lnTo>
                  <a:lnTo>
                    <a:pt x="201378" y="6183421"/>
                  </a:lnTo>
                  <a:lnTo>
                    <a:pt x="201504" y="6183421"/>
                  </a:lnTo>
                  <a:lnTo>
                    <a:pt x="201631" y="6183421"/>
                  </a:lnTo>
                  <a:lnTo>
                    <a:pt x="201757" y="6183421"/>
                  </a:lnTo>
                  <a:lnTo>
                    <a:pt x="201883" y="6183421"/>
                  </a:lnTo>
                  <a:lnTo>
                    <a:pt x="202009" y="6183421"/>
                  </a:lnTo>
                  <a:lnTo>
                    <a:pt x="202136" y="6183421"/>
                  </a:lnTo>
                  <a:lnTo>
                    <a:pt x="202262" y="6183421"/>
                  </a:lnTo>
                  <a:lnTo>
                    <a:pt x="202388" y="6183421"/>
                  </a:lnTo>
                  <a:lnTo>
                    <a:pt x="202514" y="6183421"/>
                  </a:lnTo>
                  <a:lnTo>
                    <a:pt x="202641" y="6183421"/>
                  </a:lnTo>
                  <a:lnTo>
                    <a:pt x="202767" y="6183421"/>
                  </a:lnTo>
                  <a:lnTo>
                    <a:pt x="202893" y="6183421"/>
                  </a:lnTo>
                  <a:lnTo>
                    <a:pt x="203019" y="6183421"/>
                  </a:lnTo>
                  <a:lnTo>
                    <a:pt x="203146" y="6183421"/>
                  </a:lnTo>
                  <a:lnTo>
                    <a:pt x="203272" y="6183421"/>
                  </a:lnTo>
                  <a:lnTo>
                    <a:pt x="203398" y="6183421"/>
                  </a:lnTo>
                  <a:lnTo>
                    <a:pt x="203524" y="6183421"/>
                  </a:lnTo>
                  <a:lnTo>
                    <a:pt x="203651" y="6183421"/>
                  </a:lnTo>
                  <a:lnTo>
                    <a:pt x="203777" y="6183421"/>
                  </a:lnTo>
                  <a:lnTo>
                    <a:pt x="203903" y="6183421"/>
                  </a:lnTo>
                  <a:lnTo>
                    <a:pt x="204029" y="6183421"/>
                  </a:lnTo>
                  <a:lnTo>
                    <a:pt x="204156" y="6183421"/>
                  </a:lnTo>
                  <a:lnTo>
                    <a:pt x="204156" y="6178509"/>
                  </a:lnTo>
                  <a:lnTo>
                    <a:pt x="204282" y="6178509"/>
                  </a:lnTo>
                  <a:lnTo>
                    <a:pt x="204408" y="6178509"/>
                  </a:lnTo>
                  <a:lnTo>
                    <a:pt x="204534" y="6178509"/>
                  </a:lnTo>
                  <a:lnTo>
                    <a:pt x="204661" y="6178509"/>
                  </a:lnTo>
                  <a:lnTo>
                    <a:pt x="204787" y="6178509"/>
                  </a:lnTo>
                  <a:lnTo>
                    <a:pt x="204913" y="6178509"/>
                  </a:lnTo>
                  <a:lnTo>
                    <a:pt x="205039" y="6178509"/>
                  </a:lnTo>
                  <a:lnTo>
                    <a:pt x="205166" y="6178509"/>
                  </a:lnTo>
                  <a:lnTo>
                    <a:pt x="205292" y="6178509"/>
                  </a:lnTo>
                  <a:lnTo>
                    <a:pt x="205418" y="6178509"/>
                  </a:lnTo>
                  <a:lnTo>
                    <a:pt x="205544" y="6178509"/>
                  </a:lnTo>
                  <a:lnTo>
                    <a:pt x="205671" y="6178509"/>
                  </a:lnTo>
                  <a:lnTo>
                    <a:pt x="205797" y="6178509"/>
                  </a:lnTo>
                  <a:lnTo>
                    <a:pt x="205923" y="6178509"/>
                  </a:lnTo>
                  <a:lnTo>
                    <a:pt x="206049" y="6178509"/>
                  </a:lnTo>
                  <a:lnTo>
                    <a:pt x="206176" y="6178509"/>
                  </a:lnTo>
                  <a:lnTo>
                    <a:pt x="206302" y="6178509"/>
                  </a:lnTo>
                  <a:lnTo>
                    <a:pt x="206428" y="6178509"/>
                  </a:lnTo>
                  <a:lnTo>
                    <a:pt x="206555" y="6178509"/>
                  </a:lnTo>
                  <a:lnTo>
                    <a:pt x="206681" y="6178509"/>
                  </a:lnTo>
                  <a:lnTo>
                    <a:pt x="206807" y="6178509"/>
                  </a:lnTo>
                  <a:lnTo>
                    <a:pt x="206933" y="6178509"/>
                  </a:lnTo>
                  <a:lnTo>
                    <a:pt x="207060" y="6178509"/>
                  </a:lnTo>
                  <a:lnTo>
                    <a:pt x="207186" y="6178509"/>
                  </a:lnTo>
                  <a:lnTo>
                    <a:pt x="207312" y="6178509"/>
                  </a:lnTo>
                  <a:lnTo>
                    <a:pt x="207438" y="6178509"/>
                  </a:lnTo>
                  <a:lnTo>
                    <a:pt x="207565" y="6178509"/>
                  </a:lnTo>
                  <a:lnTo>
                    <a:pt x="207691" y="6178509"/>
                  </a:lnTo>
                  <a:lnTo>
                    <a:pt x="207817" y="6178509"/>
                  </a:lnTo>
                  <a:lnTo>
                    <a:pt x="207943" y="6178509"/>
                  </a:lnTo>
                  <a:lnTo>
                    <a:pt x="208070" y="6178509"/>
                  </a:lnTo>
                  <a:lnTo>
                    <a:pt x="208196" y="6178509"/>
                  </a:lnTo>
                  <a:lnTo>
                    <a:pt x="208322" y="6178509"/>
                  </a:lnTo>
                  <a:lnTo>
                    <a:pt x="208448" y="6178509"/>
                  </a:lnTo>
                  <a:lnTo>
                    <a:pt x="208575" y="6178509"/>
                  </a:lnTo>
                  <a:lnTo>
                    <a:pt x="208701" y="6178509"/>
                  </a:lnTo>
                  <a:lnTo>
                    <a:pt x="208827" y="6178509"/>
                  </a:lnTo>
                  <a:lnTo>
                    <a:pt x="208953" y="6178509"/>
                  </a:lnTo>
                  <a:lnTo>
                    <a:pt x="209080" y="6178509"/>
                  </a:lnTo>
                  <a:lnTo>
                    <a:pt x="209206" y="6178509"/>
                  </a:lnTo>
                  <a:lnTo>
                    <a:pt x="209332" y="6178509"/>
                  </a:lnTo>
                  <a:lnTo>
                    <a:pt x="209458" y="6178509"/>
                  </a:lnTo>
                  <a:lnTo>
                    <a:pt x="209585" y="6178509"/>
                  </a:lnTo>
                  <a:lnTo>
                    <a:pt x="209711" y="6178509"/>
                  </a:lnTo>
                  <a:lnTo>
                    <a:pt x="209837" y="6178509"/>
                  </a:lnTo>
                  <a:lnTo>
                    <a:pt x="209963" y="6178509"/>
                  </a:lnTo>
                  <a:lnTo>
                    <a:pt x="209963" y="6173598"/>
                  </a:lnTo>
                  <a:lnTo>
                    <a:pt x="210090" y="6173598"/>
                  </a:lnTo>
                  <a:lnTo>
                    <a:pt x="210216" y="6173598"/>
                  </a:lnTo>
                  <a:lnTo>
                    <a:pt x="210342" y="6173598"/>
                  </a:lnTo>
                  <a:lnTo>
                    <a:pt x="210468" y="6173598"/>
                  </a:lnTo>
                  <a:lnTo>
                    <a:pt x="210595" y="6173598"/>
                  </a:lnTo>
                  <a:lnTo>
                    <a:pt x="210721" y="6173598"/>
                  </a:lnTo>
                  <a:lnTo>
                    <a:pt x="210847" y="6173598"/>
                  </a:lnTo>
                  <a:lnTo>
                    <a:pt x="210973" y="6173598"/>
                  </a:lnTo>
                  <a:lnTo>
                    <a:pt x="211100" y="6173598"/>
                  </a:lnTo>
                  <a:lnTo>
                    <a:pt x="211226" y="6173598"/>
                  </a:lnTo>
                  <a:lnTo>
                    <a:pt x="211352" y="6173598"/>
                  </a:lnTo>
                  <a:lnTo>
                    <a:pt x="211479" y="6173598"/>
                  </a:lnTo>
                  <a:lnTo>
                    <a:pt x="211605" y="6173598"/>
                  </a:lnTo>
                  <a:lnTo>
                    <a:pt x="211731" y="6173598"/>
                  </a:lnTo>
                  <a:lnTo>
                    <a:pt x="211857" y="6173598"/>
                  </a:lnTo>
                  <a:lnTo>
                    <a:pt x="211984" y="6173598"/>
                  </a:lnTo>
                  <a:lnTo>
                    <a:pt x="212110" y="6173598"/>
                  </a:lnTo>
                  <a:lnTo>
                    <a:pt x="212236" y="6173598"/>
                  </a:lnTo>
                  <a:lnTo>
                    <a:pt x="212362" y="6173598"/>
                  </a:lnTo>
                  <a:lnTo>
                    <a:pt x="212489" y="6173598"/>
                  </a:lnTo>
                  <a:lnTo>
                    <a:pt x="212615" y="6173598"/>
                  </a:lnTo>
                  <a:lnTo>
                    <a:pt x="212741" y="6173598"/>
                  </a:lnTo>
                  <a:lnTo>
                    <a:pt x="212867" y="6173598"/>
                  </a:lnTo>
                  <a:lnTo>
                    <a:pt x="212994" y="6173598"/>
                  </a:lnTo>
                  <a:lnTo>
                    <a:pt x="213120" y="6173598"/>
                  </a:lnTo>
                  <a:lnTo>
                    <a:pt x="213246" y="6173598"/>
                  </a:lnTo>
                  <a:lnTo>
                    <a:pt x="213372" y="6173598"/>
                  </a:lnTo>
                  <a:lnTo>
                    <a:pt x="213499" y="6173598"/>
                  </a:lnTo>
                  <a:lnTo>
                    <a:pt x="213625" y="6173598"/>
                  </a:lnTo>
                  <a:lnTo>
                    <a:pt x="213751" y="6173598"/>
                  </a:lnTo>
                  <a:lnTo>
                    <a:pt x="213877" y="6173598"/>
                  </a:lnTo>
                  <a:lnTo>
                    <a:pt x="213877" y="6168686"/>
                  </a:lnTo>
                  <a:lnTo>
                    <a:pt x="213877" y="6163775"/>
                  </a:lnTo>
                  <a:lnTo>
                    <a:pt x="214004" y="6163775"/>
                  </a:lnTo>
                  <a:lnTo>
                    <a:pt x="214130" y="6163775"/>
                  </a:lnTo>
                  <a:lnTo>
                    <a:pt x="214256" y="6163775"/>
                  </a:lnTo>
                  <a:lnTo>
                    <a:pt x="214382" y="6163775"/>
                  </a:lnTo>
                  <a:lnTo>
                    <a:pt x="214509" y="6163775"/>
                  </a:lnTo>
                  <a:lnTo>
                    <a:pt x="214635" y="6163775"/>
                  </a:lnTo>
                  <a:lnTo>
                    <a:pt x="214761" y="6163775"/>
                  </a:lnTo>
                  <a:lnTo>
                    <a:pt x="214887" y="6163775"/>
                  </a:lnTo>
                  <a:lnTo>
                    <a:pt x="215014" y="6163775"/>
                  </a:lnTo>
                  <a:lnTo>
                    <a:pt x="215140" y="6163775"/>
                  </a:lnTo>
                  <a:lnTo>
                    <a:pt x="215266" y="6163775"/>
                  </a:lnTo>
                  <a:lnTo>
                    <a:pt x="215392" y="6163775"/>
                  </a:lnTo>
                  <a:lnTo>
                    <a:pt x="215519" y="6163775"/>
                  </a:lnTo>
                  <a:lnTo>
                    <a:pt x="215519" y="6158864"/>
                  </a:lnTo>
                  <a:lnTo>
                    <a:pt x="215645" y="6158864"/>
                  </a:lnTo>
                  <a:lnTo>
                    <a:pt x="215771" y="6158864"/>
                  </a:lnTo>
                  <a:lnTo>
                    <a:pt x="215897" y="6158864"/>
                  </a:lnTo>
                  <a:lnTo>
                    <a:pt x="216024" y="6158864"/>
                  </a:lnTo>
                  <a:lnTo>
                    <a:pt x="216150" y="6158864"/>
                  </a:lnTo>
                  <a:lnTo>
                    <a:pt x="216276" y="6158864"/>
                  </a:lnTo>
                  <a:lnTo>
                    <a:pt x="216402" y="6158864"/>
                  </a:lnTo>
                  <a:lnTo>
                    <a:pt x="216529" y="6158864"/>
                  </a:lnTo>
                  <a:lnTo>
                    <a:pt x="216655" y="6158864"/>
                  </a:lnTo>
                  <a:lnTo>
                    <a:pt x="216781" y="6158864"/>
                  </a:lnTo>
                  <a:lnTo>
                    <a:pt x="216908" y="6158864"/>
                  </a:lnTo>
                  <a:lnTo>
                    <a:pt x="217034" y="6158864"/>
                  </a:lnTo>
                  <a:lnTo>
                    <a:pt x="217160" y="6158864"/>
                  </a:lnTo>
                  <a:lnTo>
                    <a:pt x="217286" y="6158864"/>
                  </a:lnTo>
                  <a:lnTo>
                    <a:pt x="217413" y="6158864"/>
                  </a:lnTo>
                  <a:lnTo>
                    <a:pt x="217539" y="6158864"/>
                  </a:lnTo>
                  <a:lnTo>
                    <a:pt x="217665" y="6158864"/>
                  </a:lnTo>
                  <a:lnTo>
                    <a:pt x="217791" y="6158864"/>
                  </a:lnTo>
                  <a:lnTo>
                    <a:pt x="217918" y="6158864"/>
                  </a:lnTo>
                  <a:lnTo>
                    <a:pt x="218044" y="6158864"/>
                  </a:lnTo>
                  <a:lnTo>
                    <a:pt x="218044" y="6153952"/>
                  </a:lnTo>
                  <a:lnTo>
                    <a:pt x="218170" y="6153952"/>
                  </a:lnTo>
                  <a:lnTo>
                    <a:pt x="218296" y="6153952"/>
                  </a:lnTo>
                  <a:lnTo>
                    <a:pt x="218423" y="6153952"/>
                  </a:lnTo>
                  <a:lnTo>
                    <a:pt x="218549" y="6153952"/>
                  </a:lnTo>
                  <a:lnTo>
                    <a:pt x="218675" y="6153952"/>
                  </a:lnTo>
                  <a:lnTo>
                    <a:pt x="218801" y="6153952"/>
                  </a:lnTo>
                  <a:lnTo>
                    <a:pt x="218928" y="6153952"/>
                  </a:lnTo>
                  <a:lnTo>
                    <a:pt x="219054" y="6153952"/>
                  </a:lnTo>
                  <a:lnTo>
                    <a:pt x="219180" y="6153952"/>
                  </a:lnTo>
                  <a:lnTo>
                    <a:pt x="219306" y="6153952"/>
                  </a:lnTo>
                  <a:lnTo>
                    <a:pt x="219433" y="6153952"/>
                  </a:lnTo>
                  <a:lnTo>
                    <a:pt x="219559" y="6153952"/>
                  </a:lnTo>
                  <a:lnTo>
                    <a:pt x="219685" y="6153952"/>
                  </a:lnTo>
                  <a:lnTo>
                    <a:pt x="219811" y="6153952"/>
                  </a:lnTo>
                  <a:lnTo>
                    <a:pt x="219938" y="6153952"/>
                  </a:lnTo>
                  <a:lnTo>
                    <a:pt x="220064" y="6153952"/>
                  </a:lnTo>
                  <a:lnTo>
                    <a:pt x="220190" y="6153952"/>
                  </a:lnTo>
                  <a:lnTo>
                    <a:pt x="220316" y="6153952"/>
                  </a:lnTo>
                  <a:lnTo>
                    <a:pt x="220443" y="6153952"/>
                  </a:lnTo>
                  <a:lnTo>
                    <a:pt x="220569" y="6153952"/>
                  </a:lnTo>
                  <a:lnTo>
                    <a:pt x="220695" y="6153952"/>
                  </a:lnTo>
                  <a:lnTo>
                    <a:pt x="220821" y="6153952"/>
                  </a:lnTo>
                  <a:lnTo>
                    <a:pt x="220948" y="6153952"/>
                  </a:lnTo>
                  <a:lnTo>
                    <a:pt x="221074" y="6153952"/>
                  </a:lnTo>
                  <a:lnTo>
                    <a:pt x="221200" y="6153952"/>
                  </a:lnTo>
                  <a:lnTo>
                    <a:pt x="221326" y="6153952"/>
                  </a:lnTo>
                  <a:lnTo>
                    <a:pt x="221453" y="6153952"/>
                  </a:lnTo>
                  <a:lnTo>
                    <a:pt x="221579" y="6153952"/>
                  </a:lnTo>
                  <a:lnTo>
                    <a:pt x="221705" y="6153952"/>
                  </a:lnTo>
                  <a:lnTo>
                    <a:pt x="221832" y="6153952"/>
                  </a:lnTo>
                  <a:lnTo>
                    <a:pt x="221958" y="6153952"/>
                  </a:lnTo>
                  <a:lnTo>
                    <a:pt x="221958" y="6149041"/>
                  </a:lnTo>
                  <a:lnTo>
                    <a:pt x="222084" y="6149041"/>
                  </a:lnTo>
                  <a:lnTo>
                    <a:pt x="222210" y="6149041"/>
                  </a:lnTo>
                  <a:lnTo>
                    <a:pt x="222337" y="6149041"/>
                  </a:lnTo>
                  <a:lnTo>
                    <a:pt x="222463" y="6149041"/>
                  </a:lnTo>
                  <a:lnTo>
                    <a:pt x="222589" y="6149041"/>
                  </a:lnTo>
                  <a:lnTo>
                    <a:pt x="222715" y="6149041"/>
                  </a:lnTo>
                  <a:lnTo>
                    <a:pt x="222842" y="6149041"/>
                  </a:lnTo>
                  <a:lnTo>
                    <a:pt x="222968" y="6149041"/>
                  </a:lnTo>
                  <a:lnTo>
                    <a:pt x="223094" y="6149041"/>
                  </a:lnTo>
                  <a:lnTo>
                    <a:pt x="223220" y="6149041"/>
                  </a:lnTo>
                  <a:lnTo>
                    <a:pt x="223347" y="6149041"/>
                  </a:lnTo>
                  <a:lnTo>
                    <a:pt x="223473" y="6149041"/>
                  </a:lnTo>
                  <a:lnTo>
                    <a:pt x="223599" y="6149041"/>
                  </a:lnTo>
                  <a:lnTo>
                    <a:pt x="223725" y="6149041"/>
                  </a:lnTo>
                  <a:lnTo>
                    <a:pt x="223852" y="6149041"/>
                  </a:lnTo>
                  <a:lnTo>
                    <a:pt x="223978" y="6149041"/>
                  </a:lnTo>
                  <a:lnTo>
                    <a:pt x="224104" y="6149041"/>
                  </a:lnTo>
                  <a:lnTo>
                    <a:pt x="224230" y="6149041"/>
                  </a:lnTo>
                  <a:lnTo>
                    <a:pt x="224357" y="6149041"/>
                  </a:lnTo>
                  <a:lnTo>
                    <a:pt x="224483" y="6149041"/>
                  </a:lnTo>
                  <a:lnTo>
                    <a:pt x="224609" y="6149041"/>
                  </a:lnTo>
                  <a:lnTo>
                    <a:pt x="224735" y="6149041"/>
                  </a:lnTo>
                  <a:lnTo>
                    <a:pt x="224862" y="6149041"/>
                  </a:lnTo>
                  <a:lnTo>
                    <a:pt x="224988" y="6149041"/>
                  </a:lnTo>
                  <a:lnTo>
                    <a:pt x="225114" y="6149041"/>
                  </a:lnTo>
                  <a:lnTo>
                    <a:pt x="225240" y="6149041"/>
                  </a:lnTo>
                  <a:lnTo>
                    <a:pt x="225367" y="6149041"/>
                  </a:lnTo>
                  <a:lnTo>
                    <a:pt x="225493" y="6149041"/>
                  </a:lnTo>
                  <a:lnTo>
                    <a:pt x="225619" y="6149041"/>
                  </a:lnTo>
                  <a:lnTo>
                    <a:pt x="225745" y="6149041"/>
                  </a:lnTo>
                  <a:lnTo>
                    <a:pt x="225872" y="6149041"/>
                  </a:lnTo>
                  <a:lnTo>
                    <a:pt x="225998" y="6149041"/>
                  </a:lnTo>
                  <a:lnTo>
                    <a:pt x="226124" y="6149041"/>
                  </a:lnTo>
                  <a:lnTo>
                    <a:pt x="226250" y="6149041"/>
                  </a:lnTo>
                  <a:lnTo>
                    <a:pt x="226377" y="6149041"/>
                  </a:lnTo>
                  <a:lnTo>
                    <a:pt x="226503" y="6149041"/>
                  </a:lnTo>
                  <a:lnTo>
                    <a:pt x="226629" y="6149041"/>
                  </a:lnTo>
                  <a:lnTo>
                    <a:pt x="226755" y="6149041"/>
                  </a:lnTo>
                  <a:lnTo>
                    <a:pt x="226882" y="6149041"/>
                  </a:lnTo>
                  <a:lnTo>
                    <a:pt x="227008" y="6149041"/>
                  </a:lnTo>
                  <a:lnTo>
                    <a:pt x="227134" y="6149041"/>
                  </a:lnTo>
                  <a:lnTo>
                    <a:pt x="227261" y="6149041"/>
                  </a:lnTo>
                  <a:lnTo>
                    <a:pt x="227387" y="6149041"/>
                  </a:lnTo>
                  <a:lnTo>
                    <a:pt x="227513" y="6149041"/>
                  </a:lnTo>
                  <a:lnTo>
                    <a:pt x="227639" y="6149041"/>
                  </a:lnTo>
                  <a:lnTo>
                    <a:pt x="227766" y="6149041"/>
                  </a:lnTo>
                  <a:lnTo>
                    <a:pt x="227892" y="6149041"/>
                  </a:lnTo>
                  <a:lnTo>
                    <a:pt x="228018" y="6149041"/>
                  </a:lnTo>
                  <a:lnTo>
                    <a:pt x="228144" y="6149041"/>
                  </a:lnTo>
                  <a:lnTo>
                    <a:pt x="228271" y="6149041"/>
                  </a:lnTo>
                  <a:lnTo>
                    <a:pt x="228397" y="6149041"/>
                  </a:lnTo>
                  <a:lnTo>
                    <a:pt x="228523" y="6149041"/>
                  </a:lnTo>
                  <a:lnTo>
                    <a:pt x="228649" y="6149041"/>
                  </a:lnTo>
                  <a:lnTo>
                    <a:pt x="228776" y="6149041"/>
                  </a:lnTo>
                  <a:lnTo>
                    <a:pt x="228902" y="6149041"/>
                  </a:lnTo>
                  <a:lnTo>
                    <a:pt x="229028" y="6149041"/>
                  </a:lnTo>
                  <a:lnTo>
                    <a:pt x="229154" y="6149041"/>
                  </a:lnTo>
                  <a:lnTo>
                    <a:pt x="229281" y="6149041"/>
                  </a:lnTo>
                  <a:lnTo>
                    <a:pt x="229407" y="6149041"/>
                  </a:lnTo>
                  <a:lnTo>
                    <a:pt x="229533" y="6149041"/>
                  </a:lnTo>
                  <a:lnTo>
                    <a:pt x="229659" y="6149041"/>
                  </a:lnTo>
                  <a:lnTo>
                    <a:pt x="229786" y="6149041"/>
                  </a:lnTo>
                  <a:lnTo>
                    <a:pt x="229912" y="6149041"/>
                  </a:lnTo>
                  <a:lnTo>
                    <a:pt x="230038" y="6149041"/>
                  </a:lnTo>
                  <a:lnTo>
                    <a:pt x="230164" y="6149041"/>
                  </a:lnTo>
                  <a:lnTo>
                    <a:pt x="230291" y="6149041"/>
                  </a:lnTo>
                  <a:lnTo>
                    <a:pt x="230417" y="6149041"/>
                  </a:lnTo>
                  <a:lnTo>
                    <a:pt x="230543" y="6149041"/>
                  </a:lnTo>
                  <a:lnTo>
                    <a:pt x="230669" y="6149041"/>
                  </a:lnTo>
                  <a:lnTo>
                    <a:pt x="230796" y="6149041"/>
                  </a:lnTo>
                  <a:lnTo>
                    <a:pt x="230922" y="6149041"/>
                  </a:lnTo>
                  <a:lnTo>
                    <a:pt x="231048" y="6149041"/>
                  </a:lnTo>
                  <a:lnTo>
                    <a:pt x="231174" y="6149041"/>
                  </a:lnTo>
                  <a:lnTo>
                    <a:pt x="231301" y="6149041"/>
                  </a:lnTo>
                  <a:lnTo>
                    <a:pt x="231427" y="6149041"/>
                  </a:lnTo>
                  <a:lnTo>
                    <a:pt x="231553" y="6149041"/>
                  </a:lnTo>
                  <a:lnTo>
                    <a:pt x="231679" y="6149041"/>
                  </a:lnTo>
                  <a:lnTo>
                    <a:pt x="231806" y="6149041"/>
                  </a:lnTo>
                  <a:lnTo>
                    <a:pt x="231932" y="6149041"/>
                  </a:lnTo>
                  <a:lnTo>
                    <a:pt x="232058" y="6149041"/>
                  </a:lnTo>
                  <a:lnTo>
                    <a:pt x="232185" y="6149041"/>
                  </a:lnTo>
                  <a:lnTo>
                    <a:pt x="232311" y="6149041"/>
                  </a:lnTo>
                  <a:lnTo>
                    <a:pt x="232437" y="6149041"/>
                  </a:lnTo>
                  <a:lnTo>
                    <a:pt x="232563" y="6149041"/>
                  </a:lnTo>
                  <a:lnTo>
                    <a:pt x="232690" y="6149041"/>
                  </a:lnTo>
                  <a:lnTo>
                    <a:pt x="232816" y="6149041"/>
                  </a:lnTo>
                  <a:lnTo>
                    <a:pt x="232942" y="6149041"/>
                  </a:lnTo>
                  <a:lnTo>
                    <a:pt x="233068" y="6149041"/>
                  </a:lnTo>
                  <a:lnTo>
                    <a:pt x="233195" y="6149041"/>
                  </a:lnTo>
                  <a:lnTo>
                    <a:pt x="233321" y="6149041"/>
                  </a:lnTo>
                  <a:lnTo>
                    <a:pt x="233447" y="6149041"/>
                  </a:lnTo>
                  <a:lnTo>
                    <a:pt x="233573" y="6149041"/>
                  </a:lnTo>
                  <a:lnTo>
                    <a:pt x="233700" y="6149041"/>
                  </a:lnTo>
                  <a:lnTo>
                    <a:pt x="233826" y="6149041"/>
                  </a:lnTo>
                  <a:lnTo>
                    <a:pt x="233952" y="6149041"/>
                  </a:lnTo>
                  <a:lnTo>
                    <a:pt x="234078" y="6149041"/>
                  </a:lnTo>
                  <a:lnTo>
                    <a:pt x="234205" y="6149041"/>
                  </a:lnTo>
                  <a:lnTo>
                    <a:pt x="234331" y="6149041"/>
                  </a:lnTo>
                  <a:lnTo>
                    <a:pt x="234457" y="6149041"/>
                  </a:lnTo>
                  <a:lnTo>
                    <a:pt x="234583" y="6149041"/>
                  </a:lnTo>
                  <a:lnTo>
                    <a:pt x="234710" y="6149041"/>
                  </a:lnTo>
                  <a:lnTo>
                    <a:pt x="234836" y="6149041"/>
                  </a:lnTo>
                  <a:lnTo>
                    <a:pt x="234962" y="6149041"/>
                  </a:lnTo>
                  <a:lnTo>
                    <a:pt x="235088" y="6149041"/>
                  </a:lnTo>
                  <a:lnTo>
                    <a:pt x="235215" y="6149041"/>
                  </a:lnTo>
                  <a:lnTo>
                    <a:pt x="235341" y="6149041"/>
                  </a:lnTo>
                  <a:lnTo>
                    <a:pt x="235467" y="6149041"/>
                  </a:lnTo>
                  <a:lnTo>
                    <a:pt x="235593" y="6149041"/>
                  </a:lnTo>
                  <a:lnTo>
                    <a:pt x="235720" y="6149041"/>
                  </a:lnTo>
                  <a:lnTo>
                    <a:pt x="235846" y="6149041"/>
                  </a:lnTo>
                  <a:lnTo>
                    <a:pt x="235972" y="6149041"/>
                  </a:lnTo>
                  <a:lnTo>
                    <a:pt x="236098" y="6149041"/>
                  </a:lnTo>
                  <a:lnTo>
                    <a:pt x="236225" y="6149041"/>
                  </a:lnTo>
                  <a:lnTo>
                    <a:pt x="236225" y="6144130"/>
                  </a:lnTo>
                  <a:lnTo>
                    <a:pt x="236351" y="6144130"/>
                  </a:lnTo>
                  <a:lnTo>
                    <a:pt x="236351" y="6139218"/>
                  </a:lnTo>
                  <a:lnTo>
                    <a:pt x="236477" y="6139218"/>
                  </a:lnTo>
                  <a:lnTo>
                    <a:pt x="236603" y="6139218"/>
                  </a:lnTo>
                  <a:lnTo>
                    <a:pt x="236730" y="6139218"/>
                  </a:lnTo>
                  <a:lnTo>
                    <a:pt x="236856" y="6139218"/>
                  </a:lnTo>
                  <a:lnTo>
                    <a:pt x="236982" y="6139218"/>
                  </a:lnTo>
                  <a:lnTo>
                    <a:pt x="237108" y="6139218"/>
                  </a:lnTo>
                  <a:lnTo>
                    <a:pt x="237108" y="6134307"/>
                  </a:lnTo>
                  <a:lnTo>
                    <a:pt x="237235" y="6134307"/>
                  </a:lnTo>
                  <a:lnTo>
                    <a:pt x="237361" y="6134307"/>
                  </a:lnTo>
                  <a:lnTo>
                    <a:pt x="237487" y="6134307"/>
                  </a:lnTo>
                  <a:lnTo>
                    <a:pt x="237614" y="6134307"/>
                  </a:lnTo>
                  <a:lnTo>
                    <a:pt x="237740" y="6134307"/>
                  </a:lnTo>
                  <a:lnTo>
                    <a:pt x="237866" y="6134307"/>
                  </a:lnTo>
                  <a:lnTo>
                    <a:pt x="237992" y="6134307"/>
                  </a:lnTo>
                  <a:lnTo>
                    <a:pt x="238119" y="6134307"/>
                  </a:lnTo>
                  <a:lnTo>
                    <a:pt x="238245" y="6134307"/>
                  </a:lnTo>
                  <a:lnTo>
                    <a:pt x="238371" y="6134307"/>
                  </a:lnTo>
                  <a:lnTo>
                    <a:pt x="238497" y="6134307"/>
                  </a:lnTo>
                  <a:lnTo>
                    <a:pt x="238624" y="6134307"/>
                  </a:lnTo>
                  <a:lnTo>
                    <a:pt x="238750" y="6134307"/>
                  </a:lnTo>
                  <a:lnTo>
                    <a:pt x="238876" y="6134307"/>
                  </a:lnTo>
                  <a:lnTo>
                    <a:pt x="239002" y="6134307"/>
                  </a:lnTo>
                  <a:lnTo>
                    <a:pt x="239129" y="6134307"/>
                  </a:lnTo>
                  <a:lnTo>
                    <a:pt x="239255" y="6134307"/>
                  </a:lnTo>
                  <a:lnTo>
                    <a:pt x="239381" y="6134307"/>
                  </a:lnTo>
                  <a:lnTo>
                    <a:pt x="239507" y="6134307"/>
                  </a:lnTo>
                  <a:lnTo>
                    <a:pt x="239634" y="6134307"/>
                  </a:lnTo>
                  <a:lnTo>
                    <a:pt x="239760" y="6134307"/>
                  </a:lnTo>
                  <a:lnTo>
                    <a:pt x="239886" y="6134307"/>
                  </a:lnTo>
                  <a:lnTo>
                    <a:pt x="240012" y="6134307"/>
                  </a:lnTo>
                  <a:lnTo>
                    <a:pt x="240139" y="6134307"/>
                  </a:lnTo>
                  <a:lnTo>
                    <a:pt x="240265" y="6134307"/>
                  </a:lnTo>
                  <a:lnTo>
                    <a:pt x="240391" y="6134307"/>
                  </a:lnTo>
                  <a:lnTo>
                    <a:pt x="240517" y="6134307"/>
                  </a:lnTo>
                  <a:lnTo>
                    <a:pt x="240644" y="6134307"/>
                  </a:lnTo>
                  <a:lnTo>
                    <a:pt x="240770" y="6134307"/>
                  </a:lnTo>
                  <a:lnTo>
                    <a:pt x="240896" y="6134307"/>
                  </a:lnTo>
                  <a:lnTo>
                    <a:pt x="241022" y="6134307"/>
                  </a:lnTo>
                  <a:lnTo>
                    <a:pt x="241149" y="6134307"/>
                  </a:lnTo>
                  <a:lnTo>
                    <a:pt x="241275" y="6134307"/>
                  </a:lnTo>
                  <a:lnTo>
                    <a:pt x="241401" y="6134307"/>
                  </a:lnTo>
                  <a:lnTo>
                    <a:pt x="241527" y="6134307"/>
                  </a:lnTo>
                  <a:lnTo>
                    <a:pt x="241654" y="6134307"/>
                  </a:lnTo>
                  <a:lnTo>
                    <a:pt x="241780" y="6134307"/>
                  </a:lnTo>
                  <a:lnTo>
                    <a:pt x="241906" y="6134307"/>
                  </a:lnTo>
                  <a:lnTo>
                    <a:pt x="242032" y="6134307"/>
                  </a:lnTo>
                  <a:lnTo>
                    <a:pt x="242159" y="6134307"/>
                  </a:lnTo>
                  <a:lnTo>
                    <a:pt x="242285" y="6134307"/>
                  </a:lnTo>
                  <a:lnTo>
                    <a:pt x="242411" y="6134307"/>
                  </a:lnTo>
                  <a:lnTo>
                    <a:pt x="242538" y="6134307"/>
                  </a:lnTo>
                  <a:lnTo>
                    <a:pt x="242664" y="6134307"/>
                  </a:lnTo>
                  <a:lnTo>
                    <a:pt x="242790" y="6134307"/>
                  </a:lnTo>
                  <a:lnTo>
                    <a:pt x="242916" y="6134307"/>
                  </a:lnTo>
                  <a:lnTo>
                    <a:pt x="243043" y="6134307"/>
                  </a:lnTo>
                  <a:lnTo>
                    <a:pt x="243169" y="6134307"/>
                  </a:lnTo>
                  <a:lnTo>
                    <a:pt x="243295" y="6134307"/>
                  </a:lnTo>
                  <a:lnTo>
                    <a:pt x="243421" y="6134307"/>
                  </a:lnTo>
                  <a:lnTo>
                    <a:pt x="243548" y="6134307"/>
                  </a:lnTo>
                  <a:lnTo>
                    <a:pt x="243674" y="6134307"/>
                  </a:lnTo>
                  <a:lnTo>
                    <a:pt x="243800" y="6134307"/>
                  </a:lnTo>
                  <a:lnTo>
                    <a:pt x="243926" y="6134307"/>
                  </a:lnTo>
                  <a:lnTo>
                    <a:pt x="244053" y="6134307"/>
                  </a:lnTo>
                  <a:lnTo>
                    <a:pt x="244179" y="6134307"/>
                  </a:lnTo>
                  <a:lnTo>
                    <a:pt x="244305" y="6134307"/>
                  </a:lnTo>
                  <a:lnTo>
                    <a:pt x="244431" y="6134307"/>
                  </a:lnTo>
                  <a:lnTo>
                    <a:pt x="244558" y="6134307"/>
                  </a:lnTo>
                  <a:lnTo>
                    <a:pt x="244684" y="6134307"/>
                  </a:lnTo>
                  <a:lnTo>
                    <a:pt x="244810" y="6134307"/>
                  </a:lnTo>
                  <a:lnTo>
                    <a:pt x="244936" y="6134307"/>
                  </a:lnTo>
                  <a:lnTo>
                    <a:pt x="245063" y="6134307"/>
                  </a:lnTo>
                  <a:lnTo>
                    <a:pt x="245189" y="6134307"/>
                  </a:lnTo>
                  <a:lnTo>
                    <a:pt x="245315" y="6134307"/>
                  </a:lnTo>
                  <a:lnTo>
                    <a:pt x="245441" y="6134307"/>
                  </a:lnTo>
                  <a:lnTo>
                    <a:pt x="245568" y="6134307"/>
                  </a:lnTo>
                  <a:lnTo>
                    <a:pt x="245694" y="6134307"/>
                  </a:lnTo>
                  <a:lnTo>
                    <a:pt x="245820" y="6134307"/>
                  </a:lnTo>
                  <a:lnTo>
                    <a:pt x="245946" y="6134307"/>
                  </a:lnTo>
                  <a:lnTo>
                    <a:pt x="246073" y="6134307"/>
                  </a:lnTo>
                  <a:lnTo>
                    <a:pt x="246199" y="6134307"/>
                  </a:lnTo>
                  <a:lnTo>
                    <a:pt x="246325" y="6134307"/>
                  </a:lnTo>
                  <a:lnTo>
                    <a:pt x="246451" y="6134307"/>
                  </a:lnTo>
                  <a:lnTo>
                    <a:pt x="246578" y="6134307"/>
                  </a:lnTo>
                  <a:lnTo>
                    <a:pt x="246704" y="6134307"/>
                  </a:lnTo>
                  <a:lnTo>
                    <a:pt x="246830" y="6134307"/>
                  </a:lnTo>
                  <a:lnTo>
                    <a:pt x="246956" y="6134307"/>
                  </a:lnTo>
                  <a:lnTo>
                    <a:pt x="247083" y="6134307"/>
                  </a:lnTo>
                  <a:lnTo>
                    <a:pt x="247209" y="6134307"/>
                  </a:lnTo>
                  <a:lnTo>
                    <a:pt x="247335" y="6134307"/>
                  </a:lnTo>
                  <a:lnTo>
                    <a:pt x="247462" y="6134307"/>
                  </a:lnTo>
                  <a:lnTo>
                    <a:pt x="247588" y="6134307"/>
                  </a:lnTo>
                  <a:lnTo>
                    <a:pt x="247714" y="6134307"/>
                  </a:lnTo>
                  <a:lnTo>
                    <a:pt x="247840" y="6134307"/>
                  </a:lnTo>
                  <a:lnTo>
                    <a:pt x="247967" y="6134307"/>
                  </a:lnTo>
                  <a:lnTo>
                    <a:pt x="248093" y="6134307"/>
                  </a:lnTo>
                  <a:lnTo>
                    <a:pt x="248219" y="6134307"/>
                  </a:lnTo>
                  <a:lnTo>
                    <a:pt x="248345" y="6134307"/>
                  </a:lnTo>
                  <a:lnTo>
                    <a:pt x="248472" y="6134307"/>
                  </a:lnTo>
                  <a:lnTo>
                    <a:pt x="248598" y="6134307"/>
                  </a:lnTo>
                  <a:lnTo>
                    <a:pt x="248724" y="6134307"/>
                  </a:lnTo>
                  <a:lnTo>
                    <a:pt x="248850" y="6134307"/>
                  </a:lnTo>
                  <a:lnTo>
                    <a:pt x="248977" y="6134307"/>
                  </a:lnTo>
                  <a:lnTo>
                    <a:pt x="249103" y="6134307"/>
                  </a:lnTo>
                  <a:lnTo>
                    <a:pt x="249229" y="6134307"/>
                  </a:lnTo>
                  <a:lnTo>
                    <a:pt x="249355" y="6134307"/>
                  </a:lnTo>
                  <a:lnTo>
                    <a:pt x="249482" y="6134307"/>
                  </a:lnTo>
                  <a:lnTo>
                    <a:pt x="249608" y="6134307"/>
                  </a:lnTo>
                  <a:lnTo>
                    <a:pt x="249734" y="6134307"/>
                  </a:lnTo>
                  <a:lnTo>
                    <a:pt x="249860" y="6134307"/>
                  </a:lnTo>
                  <a:lnTo>
                    <a:pt x="249987" y="6134307"/>
                  </a:lnTo>
                  <a:lnTo>
                    <a:pt x="250113" y="6134307"/>
                  </a:lnTo>
                  <a:lnTo>
                    <a:pt x="250239" y="6134307"/>
                  </a:lnTo>
                  <a:lnTo>
                    <a:pt x="250365" y="6134307"/>
                  </a:lnTo>
                  <a:lnTo>
                    <a:pt x="250492" y="6134307"/>
                  </a:lnTo>
                  <a:lnTo>
                    <a:pt x="250618" y="6134307"/>
                  </a:lnTo>
                  <a:lnTo>
                    <a:pt x="250744" y="6134307"/>
                  </a:lnTo>
                  <a:lnTo>
                    <a:pt x="250870" y="6134307"/>
                  </a:lnTo>
                  <a:lnTo>
                    <a:pt x="250997" y="6134307"/>
                  </a:lnTo>
                  <a:lnTo>
                    <a:pt x="251123" y="6134307"/>
                  </a:lnTo>
                  <a:lnTo>
                    <a:pt x="251249" y="6134307"/>
                  </a:lnTo>
                  <a:lnTo>
                    <a:pt x="251375" y="6134307"/>
                  </a:lnTo>
                  <a:lnTo>
                    <a:pt x="251502" y="6134307"/>
                  </a:lnTo>
                  <a:lnTo>
                    <a:pt x="251628" y="6134307"/>
                  </a:lnTo>
                  <a:lnTo>
                    <a:pt x="251754" y="6134307"/>
                  </a:lnTo>
                  <a:lnTo>
                    <a:pt x="251880" y="6134307"/>
                  </a:lnTo>
                  <a:lnTo>
                    <a:pt x="252007" y="6134307"/>
                  </a:lnTo>
                  <a:lnTo>
                    <a:pt x="252133" y="6134307"/>
                  </a:lnTo>
                  <a:lnTo>
                    <a:pt x="252259" y="6134307"/>
                  </a:lnTo>
                  <a:lnTo>
                    <a:pt x="252385" y="6134307"/>
                  </a:lnTo>
                  <a:lnTo>
                    <a:pt x="252512" y="6134307"/>
                  </a:lnTo>
                  <a:lnTo>
                    <a:pt x="252638" y="6134307"/>
                  </a:lnTo>
                  <a:lnTo>
                    <a:pt x="252764" y="6134307"/>
                  </a:lnTo>
                  <a:lnTo>
                    <a:pt x="252891" y="6134307"/>
                  </a:lnTo>
                  <a:lnTo>
                    <a:pt x="253017" y="6134307"/>
                  </a:lnTo>
                  <a:lnTo>
                    <a:pt x="253143" y="6134307"/>
                  </a:lnTo>
                  <a:lnTo>
                    <a:pt x="253269" y="6134307"/>
                  </a:lnTo>
                  <a:lnTo>
                    <a:pt x="253396" y="6134307"/>
                  </a:lnTo>
                  <a:lnTo>
                    <a:pt x="253522" y="6134307"/>
                  </a:lnTo>
                  <a:lnTo>
                    <a:pt x="253648" y="6134307"/>
                  </a:lnTo>
                  <a:lnTo>
                    <a:pt x="253774" y="6134307"/>
                  </a:lnTo>
                  <a:lnTo>
                    <a:pt x="253901" y="6134307"/>
                  </a:lnTo>
                  <a:lnTo>
                    <a:pt x="254027" y="6134307"/>
                  </a:lnTo>
                  <a:lnTo>
                    <a:pt x="254153" y="6134307"/>
                  </a:lnTo>
                  <a:lnTo>
                    <a:pt x="254279" y="6134307"/>
                  </a:lnTo>
                  <a:lnTo>
                    <a:pt x="254406" y="6134307"/>
                  </a:lnTo>
                  <a:lnTo>
                    <a:pt x="254406" y="6129395"/>
                  </a:lnTo>
                  <a:lnTo>
                    <a:pt x="254532" y="6129395"/>
                  </a:lnTo>
                  <a:lnTo>
                    <a:pt x="254658" y="6129395"/>
                  </a:lnTo>
                  <a:lnTo>
                    <a:pt x="254784" y="6129395"/>
                  </a:lnTo>
                  <a:lnTo>
                    <a:pt x="254911" y="6129395"/>
                  </a:lnTo>
                  <a:lnTo>
                    <a:pt x="255037" y="6129395"/>
                  </a:lnTo>
                  <a:lnTo>
                    <a:pt x="255163" y="6129395"/>
                  </a:lnTo>
                  <a:lnTo>
                    <a:pt x="255289" y="6129395"/>
                  </a:lnTo>
                  <a:lnTo>
                    <a:pt x="255416" y="6129395"/>
                  </a:lnTo>
                  <a:lnTo>
                    <a:pt x="255542" y="6129395"/>
                  </a:lnTo>
                  <a:lnTo>
                    <a:pt x="255668" y="6129395"/>
                  </a:lnTo>
                  <a:lnTo>
                    <a:pt x="255794" y="6129395"/>
                  </a:lnTo>
                  <a:lnTo>
                    <a:pt x="255921" y="6129395"/>
                  </a:lnTo>
                  <a:lnTo>
                    <a:pt x="256047" y="6129395"/>
                  </a:lnTo>
                  <a:lnTo>
                    <a:pt x="256173" y="6129395"/>
                  </a:lnTo>
                  <a:lnTo>
                    <a:pt x="256299" y="6129395"/>
                  </a:lnTo>
                  <a:lnTo>
                    <a:pt x="256426" y="6129395"/>
                  </a:lnTo>
                  <a:lnTo>
                    <a:pt x="256552" y="6129395"/>
                  </a:lnTo>
                  <a:lnTo>
                    <a:pt x="256678" y="6129395"/>
                  </a:lnTo>
                  <a:lnTo>
                    <a:pt x="256804" y="6129395"/>
                  </a:lnTo>
                  <a:lnTo>
                    <a:pt x="256931" y="6129395"/>
                  </a:lnTo>
                  <a:lnTo>
                    <a:pt x="257057" y="6129395"/>
                  </a:lnTo>
                  <a:lnTo>
                    <a:pt x="257183" y="6129395"/>
                  </a:lnTo>
                  <a:lnTo>
                    <a:pt x="257309" y="6129395"/>
                  </a:lnTo>
                  <a:lnTo>
                    <a:pt x="257436" y="6129395"/>
                  </a:lnTo>
                  <a:lnTo>
                    <a:pt x="257562" y="6129395"/>
                  </a:lnTo>
                  <a:lnTo>
                    <a:pt x="257688" y="6129395"/>
                  </a:lnTo>
                  <a:lnTo>
                    <a:pt x="257815" y="6129395"/>
                  </a:lnTo>
                  <a:lnTo>
                    <a:pt x="257941" y="6129395"/>
                  </a:lnTo>
                  <a:lnTo>
                    <a:pt x="258067" y="6129395"/>
                  </a:lnTo>
                  <a:lnTo>
                    <a:pt x="258193" y="6129395"/>
                  </a:lnTo>
                  <a:lnTo>
                    <a:pt x="258320" y="6129395"/>
                  </a:lnTo>
                  <a:lnTo>
                    <a:pt x="258446" y="6129395"/>
                  </a:lnTo>
                  <a:lnTo>
                    <a:pt x="258572" y="6129395"/>
                  </a:lnTo>
                  <a:lnTo>
                    <a:pt x="258698" y="6129395"/>
                  </a:lnTo>
                  <a:lnTo>
                    <a:pt x="258825" y="6129395"/>
                  </a:lnTo>
                  <a:lnTo>
                    <a:pt x="258951" y="6129395"/>
                  </a:lnTo>
                  <a:lnTo>
                    <a:pt x="259077" y="6129395"/>
                  </a:lnTo>
                  <a:lnTo>
                    <a:pt x="259203" y="6129395"/>
                  </a:lnTo>
                  <a:lnTo>
                    <a:pt x="259330" y="6129395"/>
                  </a:lnTo>
                  <a:lnTo>
                    <a:pt x="259456" y="6129395"/>
                  </a:lnTo>
                  <a:lnTo>
                    <a:pt x="259582" y="6129395"/>
                  </a:lnTo>
                  <a:lnTo>
                    <a:pt x="259708" y="6129395"/>
                  </a:lnTo>
                  <a:lnTo>
                    <a:pt x="259835" y="6129395"/>
                  </a:lnTo>
                  <a:lnTo>
                    <a:pt x="259961" y="6129395"/>
                  </a:lnTo>
                  <a:lnTo>
                    <a:pt x="260087" y="6129395"/>
                  </a:lnTo>
                  <a:lnTo>
                    <a:pt x="260213" y="6129395"/>
                  </a:lnTo>
                  <a:lnTo>
                    <a:pt x="260340" y="6129395"/>
                  </a:lnTo>
                  <a:lnTo>
                    <a:pt x="260466" y="6129395"/>
                  </a:lnTo>
                  <a:lnTo>
                    <a:pt x="260592" y="6129395"/>
                  </a:lnTo>
                  <a:lnTo>
                    <a:pt x="260718" y="6129395"/>
                  </a:lnTo>
                  <a:lnTo>
                    <a:pt x="260845" y="6129395"/>
                  </a:lnTo>
                  <a:lnTo>
                    <a:pt x="260971" y="6129395"/>
                  </a:lnTo>
                  <a:lnTo>
                    <a:pt x="261097" y="6129395"/>
                  </a:lnTo>
                  <a:lnTo>
                    <a:pt x="261223" y="6129395"/>
                  </a:lnTo>
                  <a:lnTo>
                    <a:pt x="261350" y="6129395"/>
                  </a:lnTo>
                  <a:lnTo>
                    <a:pt x="261476" y="6129395"/>
                  </a:lnTo>
                  <a:lnTo>
                    <a:pt x="261602" y="6129395"/>
                  </a:lnTo>
                  <a:lnTo>
                    <a:pt x="261728" y="6129395"/>
                  </a:lnTo>
                  <a:lnTo>
                    <a:pt x="261855" y="6129395"/>
                  </a:lnTo>
                  <a:lnTo>
                    <a:pt x="261981" y="6129395"/>
                  </a:lnTo>
                  <a:lnTo>
                    <a:pt x="262107" y="6129395"/>
                  </a:lnTo>
                  <a:lnTo>
                    <a:pt x="262233" y="6129395"/>
                  </a:lnTo>
                  <a:lnTo>
                    <a:pt x="262360" y="6129395"/>
                  </a:lnTo>
                  <a:lnTo>
                    <a:pt x="262486" y="6129395"/>
                  </a:lnTo>
                  <a:lnTo>
                    <a:pt x="262612" y="6129395"/>
                  </a:lnTo>
                  <a:lnTo>
                    <a:pt x="262738" y="6129395"/>
                  </a:lnTo>
                  <a:lnTo>
                    <a:pt x="262865" y="6129395"/>
                  </a:lnTo>
                  <a:lnTo>
                    <a:pt x="262991" y="6129395"/>
                  </a:lnTo>
                  <a:lnTo>
                    <a:pt x="263117" y="6129395"/>
                  </a:lnTo>
                  <a:lnTo>
                    <a:pt x="263244" y="6129395"/>
                  </a:lnTo>
                  <a:lnTo>
                    <a:pt x="263370" y="6129395"/>
                  </a:lnTo>
                  <a:lnTo>
                    <a:pt x="263496" y="6129395"/>
                  </a:lnTo>
                  <a:lnTo>
                    <a:pt x="263622" y="6129395"/>
                  </a:lnTo>
                  <a:lnTo>
                    <a:pt x="263749" y="6129395"/>
                  </a:lnTo>
                  <a:lnTo>
                    <a:pt x="263875" y="6129395"/>
                  </a:lnTo>
                  <a:lnTo>
                    <a:pt x="263875" y="6124484"/>
                  </a:lnTo>
                  <a:lnTo>
                    <a:pt x="264001" y="6124484"/>
                  </a:lnTo>
                  <a:lnTo>
                    <a:pt x="264127" y="6124484"/>
                  </a:lnTo>
                  <a:lnTo>
                    <a:pt x="264254" y="6124484"/>
                  </a:lnTo>
                  <a:lnTo>
                    <a:pt x="264380" y="6124484"/>
                  </a:lnTo>
                  <a:lnTo>
                    <a:pt x="264506" y="6124484"/>
                  </a:lnTo>
                  <a:lnTo>
                    <a:pt x="264632" y="6124484"/>
                  </a:lnTo>
                  <a:lnTo>
                    <a:pt x="264759" y="6124484"/>
                  </a:lnTo>
                  <a:lnTo>
                    <a:pt x="264885" y="6124484"/>
                  </a:lnTo>
                  <a:lnTo>
                    <a:pt x="265011" y="6124484"/>
                  </a:lnTo>
                  <a:lnTo>
                    <a:pt x="265137" y="6124484"/>
                  </a:lnTo>
                  <a:lnTo>
                    <a:pt x="265264" y="6124484"/>
                  </a:lnTo>
                  <a:lnTo>
                    <a:pt x="265390" y="6124484"/>
                  </a:lnTo>
                  <a:lnTo>
                    <a:pt x="265516" y="6124484"/>
                  </a:lnTo>
                  <a:lnTo>
                    <a:pt x="265642" y="6124484"/>
                  </a:lnTo>
                  <a:lnTo>
                    <a:pt x="265769" y="6124484"/>
                  </a:lnTo>
                  <a:lnTo>
                    <a:pt x="265895" y="6124484"/>
                  </a:lnTo>
                  <a:lnTo>
                    <a:pt x="266021" y="6124484"/>
                  </a:lnTo>
                  <a:lnTo>
                    <a:pt x="266147" y="6124484"/>
                  </a:lnTo>
                  <a:lnTo>
                    <a:pt x="266274" y="6124484"/>
                  </a:lnTo>
                  <a:lnTo>
                    <a:pt x="266400" y="6124484"/>
                  </a:lnTo>
                  <a:lnTo>
                    <a:pt x="266526" y="6124484"/>
                  </a:lnTo>
                  <a:lnTo>
                    <a:pt x="266652" y="6124484"/>
                  </a:lnTo>
                  <a:lnTo>
                    <a:pt x="266779" y="6124484"/>
                  </a:lnTo>
                  <a:lnTo>
                    <a:pt x="266905" y="6124484"/>
                  </a:lnTo>
                  <a:lnTo>
                    <a:pt x="267031" y="6124484"/>
                  </a:lnTo>
                  <a:lnTo>
                    <a:pt x="267157" y="6124484"/>
                  </a:lnTo>
                  <a:lnTo>
                    <a:pt x="267284" y="6124484"/>
                  </a:lnTo>
                  <a:lnTo>
                    <a:pt x="267410" y="6124484"/>
                  </a:lnTo>
                  <a:lnTo>
                    <a:pt x="267536" y="6124484"/>
                  </a:lnTo>
                  <a:lnTo>
                    <a:pt x="267662" y="6124484"/>
                  </a:lnTo>
                  <a:lnTo>
                    <a:pt x="267789" y="6124484"/>
                  </a:lnTo>
                  <a:lnTo>
                    <a:pt x="267915" y="6124484"/>
                  </a:lnTo>
                  <a:lnTo>
                    <a:pt x="268041" y="6124484"/>
                  </a:lnTo>
                  <a:lnTo>
                    <a:pt x="268168" y="6124484"/>
                  </a:lnTo>
                  <a:lnTo>
                    <a:pt x="268294" y="6124484"/>
                  </a:lnTo>
                  <a:lnTo>
                    <a:pt x="268420" y="6124484"/>
                  </a:lnTo>
                  <a:lnTo>
                    <a:pt x="268546" y="6124484"/>
                  </a:lnTo>
                  <a:lnTo>
                    <a:pt x="268673" y="6124484"/>
                  </a:lnTo>
                  <a:lnTo>
                    <a:pt x="268799" y="6124484"/>
                  </a:lnTo>
                  <a:lnTo>
                    <a:pt x="268925" y="6124484"/>
                  </a:lnTo>
                  <a:lnTo>
                    <a:pt x="269051" y="6124484"/>
                  </a:lnTo>
                  <a:lnTo>
                    <a:pt x="269178" y="6124484"/>
                  </a:lnTo>
                  <a:lnTo>
                    <a:pt x="269304" y="6124484"/>
                  </a:lnTo>
                  <a:lnTo>
                    <a:pt x="269430" y="6124484"/>
                  </a:lnTo>
                  <a:lnTo>
                    <a:pt x="269556" y="6124484"/>
                  </a:lnTo>
                  <a:lnTo>
                    <a:pt x="269683" y="6124484"/>
                  </a:lnTo>
                  <a:lnTo>
                    <a:pt x="269809" y="6124484"/>
                  </a:lnTo>
                  <a:lnTo>
                    <a:pt x="269935" y="6124484"/>
                  </a:lnTo>
                  <a:lnTo>
                    <a:pt x="270061" y="6124484"/>
                  </a:lnTo>
                  <a:lnTo>
                    <a:pt x="270188" y="6124484"/>
                  </a:lnTo>
                  <a:lnTo>
                    <a:pt x="270314" y="6124484"/>
                  </a:lnTo>
                  <a:lnTo>
                    <a:pt x="270440" y="6124484"/>
                  </a:lnTo>
                  <a:lnTo>
                    <a:pt x="270566" y="6124484"/>
                  </a:lnTo>
                  <a:lnTo>
                    <a:pt x="270693" y="6124484"/>
                  </a:lnTo>
                  <a:lnTo>
                    <a:pt x="270819" y="6124484"/>
                  </a:lnTo>
                  <a:lnTo>
                    <a:pt x="270945" y="6124484"/>
                  </a:lnTo>
                  <a:lnTo>
                    <a:pt x="271071" y="6124484"/>
                  </a:lnTo>
                  <a:lnTo>
                    <a:pt x="271198" y="6124484"/>
                  </a:lnTo>
                  <a:lnTo>
                    <a:pt x="271324" y="6124484"/>
                  </a:lnTo>
                  <a:lnTo>
                    <a:pt x="271450" y="6124484"/>
                  </a:lnTo>
                  <a:lnTo>
                    <a:pt x="271576" y="6124484"/>
                  </a:lnTo>
                  <a:lnTo>
                    <a:pt x="271703" y="6124484"/>
                  </a:lnTo>
                  <a:lnTo>
                    <a:pt x="271829" y="6124484"/>
                  </a:lnTo>
                  <a:lnTo>
                    <a:pt x="271955" y="6124484"/>
                  </a:lnTo>
                  <a:lnTo>
                    <a:pt x="271955" y="6119573"/>
                  </a:lnTo>
                  <a:lnTo>
                    <a:pt x="272081" y="6119573"/>
                  </a:lnTo>
                  <a:lnTo>
                    <a:pt x="272208" y="6119573"/>
                  </a:lnTo>
                  <a:lnTo>
                    <a:pt x="272334" y="6119573"/>
                  </a:lnTo>
                  <a:lnTo>
                    <a:pt x="272460" y="6119573"/>
                  </a:lnTo>
                  <a:lnTo>
                    <a:pt x="272586" y="6119573"/>
                  </a:lnTo>
                  <a:lnTo>
                    <a:pt x="272713" y="6119573"/>
                  </a:lnTo>
                  <a:lnTo>
                    <a:pt x="272839" y="6119573"/>
                  </a:lnTo>
                  <a:lnTo>
                    <a:pt x="272965" y="6119573"/>
                  </a:lnTo>
                  <a:lnTo>
                    <a:pt x="273091" y="6119573"/>
                  </a:lnTo>
                  <a:lnTo>
                    <a:pt x="273218" y="6119573"/>
                  </a:lnTo>
                  <a:lnTo>
                    <a:pt x="273344" y="6119573"/>
                  </a:lnTo>
                  <a:lnTo>
                    <a:pt x="273470" y="6119573"/>
                  </a:lnTo>
                  <a:lnTo>
                    <a:pt x="273597" y="6119573"/>
                  </a:lnTo>
                  <a:lnTo>
                    <a:pt x="273723" y="6119573"/>
                  </a:lnTo>
                  <a:lnTo>
                    <a:pt x="273849" y="6119573"/>
                  </a:lnTo>
                  <a:lnTo>
                    <a:pt x="273975" y="6119573"/>
                  </a:lnTo>
                  <a:lnTo>
                    <a:pt x="274102" y="6119573"/>
                  </a:lnTo>
                  <a:lnTo>
                    <a:pt x="274228" y="6119573"/>
                  </a:lnTo>
                  <a:lnTo>
                    <a:pt x="274354" y="6119573"/>
                  </a:lnTo>
                  <a:lnTo>
                    <a:pt x="274480" y="6119573"/>
                  </a:lnTo>
                  <a:lnTo>
                    <a:pt x="274607" y="6119573"/>
                  </a:lnTo>
                  <a:lnTo>
                    <a:pt x="274733" y="6119573"/>
                  </a:lnTo>
                  <a:lnTo>
                    <a:pt x="274859" y="6119573"/>
                  </a:lnTo>
                  <a:lnTo>
                    <a:pt x="274985" y="6119573"/>
                  </a:lnTo>
                  <a:lnTo>
                    <a:pt x="275112" y="6119573"/>
                  </a:lnTo>
                  <a:lnTo>
                    <a:pt x="275238" y="6119573"/>
                  </a:lnTo>
                  <a:lnTo>
                    <a:pt x="275364" y="6119573"/>
                  </a:lnTo>
                  <a:lnTo>
                    <a:pt x="275490" y="6119573"/>
                  </a:lnTo>
                  <a:lnTo>
                    <a:pt x="275617" y="6119573"/>
                  </a:lnTo>
                  <a:lnTo>
                    <a:pt x="275743" y="6119573"/>
                  </a:lnTo>
                  <a:lnTo>
                    <a:pt x="275869" y="6119573"/>
                  </a:lnTo>
                  <a:lnTo>
                    <a:pt x="275995" y="6119573"/>
                  </a:lnTo>
                  <a:lnTo>
                    <a:pt x="276122" y="6119573"/>
                  </a:lnTo>
                  <a:lnTo>
                    <a:pt x="276248" y="6119573"/>
                  </a:lnTo>
                  <a:lnTo>
                    <a:pt x="276374" y="6119573"/>
                  </a:lnTo>
                  <a:lnTo>
                    <a:pt x="276500" y="6119573"/>
                  </a:lnTo>
                  <a:lnTo>
                    <a:pt x="276627" y="6119573"/>
                  </a:lnTo>
                  <a:lnTo>
                    <a:pt x="276753" y="6119573"/>
                  </a:lnTo>
                  <a:lnTo>
                    <a:pt x="276879" y="6119573"/>
                  </a:lnTo>
                  <a:lnTo>
                    <a:pt x="277005" y="6119573"/>
                  </a:lnTo>
                  <a:lnTo>
                    <a:pt x="277132" y="6119573"/>
                  </a:lnTo>
                  <a:lnTo>
                    <a:pt x="277258" y="6119573"/>
                  </a:lnTo>
                  <a:lnTo>
                    <a:pt x="277384" y="6119573"/>
                  </a:lnTo>
                  <a:lnTo>
                    <a:pt x="277510" y="6119573"/>
                  </a:lnTo>
                  <a:lnTo>
                    <a:pt x="277637" y="6119573"/>
                  </a:lnTo>
                  <a:lnTo>
                    <a:pt x="277763" y="6119573"/>
                  </a:lnTo>
                  <a:lnTo>
                    <a:pt x="277889" y="6119573"/>
                  </a:lnTo>
                  <a:lnTo>
                    <a:pt x="278015" y="6119573"/>
                  </a:lnTo>
                  <a:lnTo>
                    <a:pt x="278142" y="6119573"/>
                  </a:lnTo>
                  <a:lnTo>
                    <a:pt x="278268" y="6119573"/>
                  </a:lnTo>
                  <a:lnTo>
                    <a:pt x="278394" y="6119573"/>
                  </a:lnTo>
                  <a:lnTo>
                    <a:pt x="278521" y="6119573"/>
                  </a:lnTo>
                  <a:lnTo>
                    <a:pt x="278647" y="6119573"/>
                  </a:lnTo>
                  <a:lnTo>
                    <a:pt x="278773" y="6119573"/>
                  </a:lnTo>
                  <a:lnTo>
                    <a:pt x="278899" y="6119573"/>
                  </a:lnTo>
                  <a:lnTo>
                    <a:pt x="279026" y="6119573"/>
                  </a:lnTo>
                  <a:lnTo>
                    <a:pt x="279152" y="6119573"/>
                  </a:lnTo>
                  <a:lnTo>
                    <a:pt x="279278" y="6119573"/>
                  </a:lnTo>
                  <a:lnTo>
                    <a:pt x="279404" y="6119573"/>
                  </a:lnTo>
                  <a:lnTo>
                    <a:pt x="279531" y="6119573"/>
                  </a:lnTo>
                  <a:lnTo>
                    <a:pt x="279657" y="6119573"/>
                  </a:lnTo>
                  <a:lnTo>
                    <a:pt x="279783" y="6119573"/>
                  </a:lnTo>
                  <a:lnTo>
                    <a:pt x="279909" y="6119573"/>
                  </a:lnTo>
                  <a:lnTo>
                    <a:pt x="280036" y="6119573"/>
                  </a:lnTo>
                  <a:lnTo>
                    <a:pt x="280162" y="6119573"/>
                  </a:lnTo>
                  <a:lnTo>
                    <a:pt x="280288" y="6119573"/>
                  </a:lnTo>
                  <a:lnTo>
                    <a:pt x="280414" y="6119573"/>
                  </a:lnTo>
                  <a:lnTo>
                    <a:pt x="280541" y="6119573"/>
                  </a:lnTo>
                  <a:lnTo>
                    <a:pt x="280667" y="6119573"/>
                  </a:lnTo>
                  <a:lnTo>
                    <a:pt x="280793" y="6119573"/>
                  </a:lnTo>
                  <a:lnTo>
                    <a:pt x="280919" y="6119573"/>
                  </a:lnTo>
                  <a:lnTo>
                    <a:pt x="281046" y="6119573"/>
                  </a:lnTo>
                  <a:lnTo>
                    <a:pt x="281172" y="6119573"/>
                  </a:lnTo>
                  <a:lnTo>
                    <a:pt x="281298" y="6119573"/>
                  </a:lnTo>
                  <a:lnTo>
                    <a:pt x="281424" y="6119573"/>
                  </a:lnTo>
                  <a:lnTo>
                    <a:pt x="281551" y="6119573"/>
                  </a:lnTo>
                  <a:lnTo>
                    <a:pt x="281677" y="6119573"/>
                  </a:lnTo>
                  <a:lnTo>
                    <a:pt x="281803" y="6119573"/>
                  </a:lnTo>
                  <a:lnTo>
                    <a:pt x="281803" y="6114661"/>
                  </a:lnTo>
                  <a:lnTo>
                    <a:pt x="281929" y="6114661"/>
                  </a:lnTo>
                  <a:lnTo>
                    <a:pt x="282056" y="6114661"/>
                  </a:lnTo>
                  <a:lnTo>
                    <a:pt x="282182" y="6114661"/>
                  </a:lnTo>
                  <a:lnTo>
                    <a:pt x="282308" y="6114661"/>
                  </a:lnTo>
                  <a:lnTo>
                    <a:pt x="282434" y="6114661"/>
                  </a:lnTo>
                  <a:lnTo>
                    <a:pt x="282561" y="6114661"/>
                  </a:lnTo>
                  <a:lnTo>
                    <a:pt x="282687" y="6114661"/>
                  </a:lnTo>
                  <a:lnTo>
                    <a:pt x="282813" y="6114661"/>
                  </a:lnTo>
                  <a:lnTo>
                    <a:pt x="282939" y="6114661"/>
                  </a:lnTo>
                  <a:lnTo>
                    <a:pt x="283066" y="6114661"/>
                  </a:lnTo>
                  <a:lnTo>
                    <a:pt x="283192" y="6114661"/>
                  </a:lnTo>
                  <a:lnTo>
                    <a:pt x="283318" y="6114661"/>
                  </a:lnTo>
                  <a:lnTo>
                    <a:pt x="283444" y="6114661"/>
                  </a:lnTo>
                  <a:lnTo>
                    <a:pt x="283571" y="6114661"/>
                  </a:lnTo>
                  <a:lnTo>
                    <a:pt x="283697" y="6114661"/>
                  </a:lnTo>
                  <a:lnTo>
                    <a:pt x="283823" y="6114661"/>
                  </a:lnTo>
                  <a:lnTo>
                    <a:pt x="283950" y="6114661"/>
                  </a:lnTo>
                  <a:lnTo>
                    <a:pt x="284076" y="6114661"/>
                  </a:lnTo>
                  <a:lnTo>
                    <a:pt x="284202" y="6114661"/>
                  </a:lnTo>
                  <a:lnTo>
                    <a:pt x="284328" y="6114661"/>
                  </a:lnTo>
                  <a:lnTo>
                    <a:pt x="284455" y="6114661"/>
                  </a:lnTo>
                  <a:lnTo>
                    <a:pt x="284581" y="6114661"/>
                  </a:lnTo>
                  <a:lnTo>
                    <a:pt x="284707" y="6114661"/>
                  </a:lnTo>
                  <a:lnTo>
                    <a:pt x="284833" y="6114661"/>
                  </a:lnTo>
                  <a:lnTo>
                    <a:pt x="284960" y="6114661"/>
                  </a:lnTo>
                  <a:lnTo>
                    <a:pt x="285086" y="6114661"/>
                  </a:lnTo>
                  <a:lnTo>
                    <a:pt x="285212" y="6114661"/>
                  </a:lnTo>
                  <a:lnTo>
                    <a:pt x="285338" y="6114661"/>
                  </a:lnTo>
                  <a:lnTo>
                    <a:pt x="285465" y="6114661"/>
                  </a:lnTo>
                  <a:lnTo>
                    <a:pt x="285591" y="6114661"/>
                  </a:lnTo>
                  <a:lnTo>
                    <a:pt x="285717" y="6114661"/>
                  </a:lnTo>
                  <a:lnTo>
                    <a:pt x="285843" y="6114661"/>
                  </a:lnTo>
                  <a:lnTo>
                    <a:pt x="285970" y="6114661"/>
                  </a:lnTo>
                  <a:lnTo>
                    <a:pt x="286096" y="6114661"/>
                  </a:lnTo>
                  <a:lnTo>
                    <a:pt x="286222" y="6114661"/>
                  </a:lnTo>
                  <a:lnTo>
                    <a:pt x="286348" y="6114661"/>
                  </a:lnTo>
                  <a:lnTo>
                    <a:pt x="286475" y="6114661"/>
                  </a:lnTo>
                  <a:lnTo>
                    <a:pt x="286601" y="6114661"/>
                  </a:lnTo>
                  <a:lnTo>
                    <a:pt x="286727" y="6114661"/>
                  </a:lnTo>
                  <a:lnTo>
                    <a:pt x="286853" y="6114661"/>
                  </a:lnTo>
                  <a:lnTo>
                    <a:pt x="286980" y="6114661"/>
                  </a:lnTo>
                  <a:lnTo>
                    <a:pt x="287106" y="6114661"/>
                  </a:lnTo>
                  <a:lnTo>
                    <a:pt x="287106" y="6109750"/>
                  </a:lnTo>
                  <a:lnTo>
                    <a:pt x="287232" y="6109750"/>
                  </a:lnTo>
                  <a:lnTo>
                    <a:pt x="287358" y="6109750"/>
                  </a:lnTo>
                  <a:lnTo>
                    <a:pt x="287485" y="6109750"/>
                  </a:lnTo>
                  <a:lnTo>
                    <a:pt x="287611" y="6109750"/>
                  </a:lnTo>
                  <a:lnTo>
                    <a:pt x="287737" y="6109750"/>
                  </a:lnTo>
                  <a:lnTo>
                    <a:pt x="287863" y="6109750"/>
                  </a:lnTo>
                  <a:lnTo>
                    <a:pt x="287990" y="6109750"/>
                  </a:lnTo>
                  <a:lnTo>
                    <a:pt x="288116" y="6109750"/>
                  </a:lnTo>
                  <a:lnTo>
                    <a:pt x="288242" y="6109750"/>
                  </a:lnTo>
                  <a:lnTo>
                    <a:pt x="288368" y="6109750"/>
                  </a:lnTo>
                  <a:lnTo>
                    <a:pt x="288495" y="6109750"/>
                  </a:lnTo>
                  <a:lnTo>
                    <a:pt x="288621" y="6109750"/>
                  </a:lnTo>
                  <a:lnTo>
                    <a:pt x="288747" y="6109750"/>
                  </a:lnTo>
                  <a:lnTo>
                    <a:pt x="288874" y="6109750"/>
                  </a:lnTo>
                  <a:lnTo>
                    <a:pt x="289000" y="6109750"/>
                  </a:lnTo>
                  <a:lnTo>
                    <a:pt x="289126" y="6109750"/>
                  </a:lnTo>
                  <a:lnTo>
                    <a:pt x="289252" y="6109750"/>
                  </a:lnTo>
                  <a:lnTo>
                    <a:pt x="289379" y="6109750"/>
                  </a:lnTo>
                  <a:lnTo>
                    <a:pt x="289505" y="6109750"/>
                  </a:lnTo>
                  <a:lnTo>
                    <a:pt x="289631" y="6109750"/>
                  </a:lnTo>
                  <a:lnTo>
                    <a:pt x="289757" y="6109750"/>
                  </a:lnTo>
                  <a:lnTo>
                    <a:pt x="289884" y="6109750"/>
                  </a:lnTo>
                  <a:lnTo>
                    <a:pt x="290010" y="6109750"/>
                  </a:lnTo>
                  <a:lnTo>
                    <a:pt x="290136" y="6109750"/>
                  </a:lnTo>
                  <a:lnTo>
                    <a:pt x="290262" y="6109750"/>
                  </a:lnTo>
                  <a:lnTo>
                    <a:pt x="290389" y="6109750"/>
                  </a:lnTo>
                  <a:lnTo>
                    <a:pt x="290515" y="6109750"/>
                  </a:lnTo>
                  <a:lnTo>
                    <a:pt x="290641" y="6109750"/>
                  </a:lnTo>
                  <a:lnTo>
                    <a:pt x="290767" y="6109750"/>
                  </a:lnTo>
                  <a:lnTo>
                    <a:pt x="290894" y="6109750"/>
                  </a:lnTo>
                  <a:lnTo>
                    <a:pt x="291020" y="6109750"/>
                  </a:lnTo>
                  <a:lnTo>
                    <a:pt x="291146" y="6109750"/>
                  </a:lnTo>
                  <a:lnTo>
                    <a:pt x="291272" y="6109750"/>
                  </a:lnTo>
                  <a:lnTo>
                    <a:pt x="291399" y="6109750"/>
                  </a:lnTo>
                  <a:lnTo>
                    <a:pt x="291525" y="6109750"/>
                  </a:lnTo>
                  <a:lnTo>
                    <a:pt x="291651" y="6109750"/>
                  </a:lnTo>
                  <a:lnTo>
                    <a:pt x="291777" y="6109750"/>
                  </a:lnTo>
                  <a:lnTo>
                    <a:pt x="291904" y="6109750"/>
                  </a:lnTo>
                  <a:lnTo>
                    <a:pt x="292030" y="6109750"/>
                  </a:lnTo>
                  <a:lnTo>
                    <a:pt x="292156" y="6109750"/>
                  </a:lnTo>
                  <a:lnTo>
                    <a:pt x="292282" y="6109750"/>
                  </a:lnTo>
                  <a:lnTo>
                    <a:pt x="292409" y="6109750"/>
                  </a:lnTo>
                  <a:lnTo>
                    <a:pt x="292535" y="6109750"/>
                  </a:lnTo>
                  <a:lnTo>
                    <a:pt x="292661" y="6109750"/>
                  </a:lnTo>
                  <a:lnTo>
                    <a:pt x="292787" y="6109750"/>
                  </a:lnTo>
                  <a:lnTo>
                    <a:pt x="292914" y="6109750"/>
                  </a:lnTo>
                  <a:lnTo>
                    <a:pt x="293040" y="6109750"/>
                  </a:lnTo>
                  <a:lnTo>
                    <a:pt x="293166" y="6109750"/>
                  </a:lnTo>
                  <a:lnTo>
                    <a:pt x="293292" y="6109750"/>
                  </a:lnTo>
                  <a:lnTo>
                    <a:pt x="293419" y="6109750"/>
                  </a:lnTo>
                  <a:lnTo>
                    <a:pt x="293545" y="6109750"/>
                  </a:lnTo>
                  <a:lnTo>
                    <a:pt x="293671" y="6109750"/>
                  </a:lnTo>
                  <a:lnTo>
                    <a:pt x="293797" y="6109750"/>
                  </a:lnTo>
                  <a:lnTo>
                    <a:pt x="293797" y="6104839"/>
                  </a:lnTo>
                  <a:lnTo>
                    <a:pt x="293924" y="6104839"/>
                  </a:lnTo>
                  <a:lnTo>
                    <a:pt x="294050" y="6104839"/>
                  </a:lnTo>
                  <a:lnTo>
                    <a:pt x="294176" y="6104839"/>
                  </a:lnTo>
                  <a:lnTo>
                    <a:pt x="294303" y="6104839"/>
                  </a:lnTo>
                  <a:lnTo>
                    <a:pt x="294429" y="6104839"/>
                  </a:lnTo>
                  <a:lnTo>
                    <a:pt x="294555" y="6104839"/>
                  </a:lnTo>
                  <a:lnTo>
                    <a:pt x="294681" y="6104839"/>
                  </a:lnTo>
                  <a:lnTo>
                    <a:pt x="294808" y="6104839"/>
                  </a:lnTo>
                  <a:lnTo>
                    <a:pt x="294934" y="6104839"/>
                  </a:lnTo>
                  <a:lnTo>
                    <a:pt x="295060" y="6104839"/>
                  </a:lnTo>
                  <a:lnTo>
                    <a:pt x="295186" y="6104839"/>
                  </a:lnTo>
                  <a:lnTo>
                    <a:pt x="295313" y="6104839"/>
                  </a:lnTo>
                  <a:lnTo>
                    <a:pt x="295439" y="6104839"/>
                  </a:lnTo>
                  <a:lnTo>
                    <a:pt x="295565" y="6104839"/>
                  </a:lnTo>
                  <a:lnTo>
                    <a:pt x="295691" y="6104839"/>
                  </a:lnTo>
                  <a:lnTo>
                    <a:pt x="295818" y="6104839"/>
                  </a:lnTo>
                  <a:lnTo>
                    <a:pt x="295818" y="6099927"/>
                  </a:lnTo>
                  <a:lnTo>
                    <a:pt x="295944" y="6099927"/>
                  </a:lnTo>
                  <a:lnTo>
                    <a:pt x="296070" y="6099927"/>
                  </a:lnTo>
                  <a:lnTo>
                    <a:pt x="296196" y="6099927"/>
                  </a:lnTo>
                  <a:lnTo>
                    <a:pt x="296323" y="6099927"/>
                  </a:lnTo>
                  <a:lnTo>
                    <a:pt x="296449" y="6099927"/>
                  </a:lnTo>
                  <a:lnTo>
                    <a:pt x="296575" y="6099927"/>
                  </a:lnTo>
                  <a:lnTo>
                    <a:pt x="296701" y="6099927"/>
                  </a:lnTo>
                  <a:lnTo>
                    <a:pt x="296828" y="6099927"/>
                  </a:lnTo>
                  <a:lnTo>
                    <a:pt x="296954" y="6099927"/>
                  </a:lnTo>
                  <a:lnTo>
                    <a:pt x="297080" y="6099927"/>
                  </a:lnTo>
                  <a:lnTo>
                    <a:pt x="297206" y="6099927"/>
                  </a:lnTo>
                  <a:lnTo>
                    <a:pt x="297333" y="6099927"/>
                  </a:lnTo>
                  <a:lnTo>
                    <a:pt x="297459" y="6099927"/>
                  </a:lnTo>
                  <a:lnTo>
                    <a:pt x="297585" y="6099927"/>
                  </a:lnTo>
                  <a:lnTo>
                    <a:pt x="297711" y="6099927"/>
                  </a:lnTo>
                  <a:lnTo>
                    <a:pt x="297838" y="6099927"/>
                  </a:lnTo>
                  <a:lnTo>
                    <a:pt x="297964" y="6099927"/>
                  </a:lnTo>
                  <a:lnTo>
                    <a:pt x="298090" y="6099927"/>
                  </a:lnTo>
                  <a:lnTo>
                    <a:pt x="298216" y="6099927"/>
                  </a:lnTo>
                  <a:lnTo>
                    <a:pt x="298343" y="6099927"/>
                  </a:lnTo>
                  <a:lnTo>
                    <a:pt x="298469" y="6099927"/>
                  </a:lnTo>
                  <a:lnTo>
                    <a:pt x="298595" y="6099927"/>
                  </a:lnTo>
                  <a:lnTo>
                    <a:pt x="298721" y="6099927"/>
                  </a:lnTo>
                  <a:lnTo>
                    <a:pt x="298848" y="6099927"/>
                  </a:lnTo>
                  <a:lnTo>
                    <a:pt x="298974" y="6099927"/>
                  </a:lnTo>
                  <a:lnTo>
                    <a:pt x="299100" y="6099927"/>
                  </a:lnTo>
                  <a:lnTo>
                    <a:pt x="299227" y="6099927"/>
                  </a:lnTo>
                  <a:lnTo>
                    <a:pt x="299353" y="6099927"/>
                  </a:lnTo>
                  <a:lnTo>
                    <a:pt x="299479" y="6099927"/>
                  </a:lnTo>
                  <a:lnTo>
                    <a:pt x="299605" y="6099927"/>
                  </a:lnTo>
                  <a:lnTo>
                    <a:pt x="299732" y="6099927"/>
                  </a:lnTo>
                  <a:lnTo>
                    <a:pt x="299858" y="6099927"/>
                  </a:lnTo>
                  <a:lnTo>
                    <a:pt x="299984" y="6099927"/>
                  </a:lnTo>
                  <a:lnTo>
                    <a:pt x="300110" y="6099927"/>
                  </a:lnTo>
                  <a:lnTo>
                    <a:pt x="300237" y="6099927"/>
                  </a:lnTo>
                  <a:lnTo>
                    <a:pt x="300363" y="6099927"/>
                  </a:lnTo>
                  <a:lnTo>
                    <a:pt x="300489" y="6099927"/>
                  </a:lnTo>
                  <a:lnTo>
                    <a:pt x="300615" y="6099927"/>
                  </a:lnTo>
                  <a:lnTo>
                    <a:pt x="300742" y="6099927"/>
                  </a:lnTo>
                  <a:lnTo>
                    <a:pt x="300868" y="6099927"/>
                  </a:lnTo>
                  <a:lnTo>
                    <a:pt x="300994" y="6099927"/>
                  </a:lnTo>
                  <a:lnTo>
                    <a:pt x="301120" y="6099927"/>
                  </a:lnTo>
                  <a:lnTo>
                    <a:pt x="301247" y="6099927"/>
                  </a:lnTo>
                  <a:lnTo>
                    <a:pt x="301373" y="6099927"/>
                  </a:lnTo>
                  <a:lnTo>
                    <a:pt x="301499" y="6099927"/>
                  </a:lnTo>
                  <a:lnTo>
                    <a:pt x="301625" y="6099927"/>
                  </a:lnTo>
                  <a:lnTo>
                    <a:pt x="301752" y="6099927"/>
                  </a:lnTo>
                  <a:lnTo>
                    <a:pt x="301878" y="6099927"/>
                  </a:lnTo>
                  <a:lnTo>
                    <a:pt x="302004" y="6099927"/>
                  </a:lnTo>
                  <a:lnTo>
                    <a:pt x="302130" y="6099927"/>
                  </a:lnTo>
                  <a:lnTo>
                    <a:pt x="302257" y="6099927"/>
                  </a:lnTo>
                  <a:lnTo>
                    <a:pt x="302383" y="6099927"/>
                  </a:lnTo>
                  <a:lnTo>
                    <a:pt x="302509" y="6099927"/>
                  </a:lnTo>
                  <a:lnTo>
                    <a:pt x="302635" y="6099927"/>
                  </a:lnTo>
                  <a:lnTo>
                    <a:pt x="302762" y="6099927"/>
                  </a:lnTo>
                  <a:lnTo>
                    <a:pt x="302888" y="6099927"/>
                  </a:lnTo>
                  <a:lnTo>
                    <a:pt x="303014" y="6099927"/>
                  </a:lnTo>
                  <a:lnTo>
                    <a:pt x="303140" y="6099927"/>
                  </a:lnTo>
                  <a:lnTo>
                    <a:pt x="303267" y="6099927"/>
                  </a:lnTo>
                  <a:lnTo>
                    <a:pt x="303393" y="6099927"/>
                  </a:lnTo>
                  <a:lnTo>
                    <a:pt x="303519" y="6099927"/>
                  </a:lnTo>
                  <a:lnTo>
                    <a:pt x="303645" y="6099927"/>
                  </a:lnTo>
                  <a:lnTo>
                    <a:pt x="303772" y="6099927"/>
                  </a:lnTo>
                  <a:lnTo>
                    <a:pt x="303898" y="6099927"/>
                  </a:lnTo>
                  <a:lnTo>
                    <a:pt x="304024" y="6099927"/>
                  </a:lnTo>
                  <a:lnTo>
                    <a:pt x="304151" y="6099927"/>
                  </a:lnTo>
                  <a:lnTo>
                    <a:pt x="304277" y="6099927"/>
                  </a:lnTo>
                  <a:lnTo>
                    <a:pt x="304403" y="6099927"/>
                  </a:lnTo>
                  <a:lnTo>
                    <a:pt x="304529" y="6099927"/>
                  </a:lnTo>
                  <a:lnTo>
                    <a:pt x="304656" y="6099927"/>
                  </a:lnTo>
                  <a:lnTo>
                    <a:pt x="304782" y="6099927"/>
                  </a:lnTo>
                  <a:lnTo>
                    <a:pt x="304908" y="6099927"/>
                  </a:lnTo>
                  <a:lnTo>
                    <a:pt x="305034" y="6099927"/>
                  </a:lnTo>
                  <a:lnTo>
                    <a:pt x="305161" y="6099927"/>
                  </a:lnTo>
                  <a:lnTo>
                    <a:pt x="305287" y="6099927"/>
                  </a:lnTo>
                  <a:lnTo>
                    <a:pt x="305413" y="6099927"/>
                  </a:lnTo>
                  <a:lnTo>
                    <a:pt x="305539" y="6099927"/>
                  </a:lnTo>
                  <a:lnTo>
                    <a:pt x="305666" y="6099927"/>
                  </a:lnTo>
                  <a:lnTo>
                    <a:pt x="305792" y="6099927"/>
                  </a:lnTo>
                  <a:lnTo>
                    <a:pt x="305918" y="6099927"/>
                  </a:lnTo>
                  <a:lnTo>
                    <a:pt x="306044" y="6099927"/>
                  </a:lnTo>
                  <a:lnTo>
                    <a:pt x="306171" y="6099927"/>
                  </a:lnTo>
                  <a:lnTo>
                    <a:pt x="306297" y="6099927"/>
                  </a:lnTo>
                  <a:lnTo>
                    <a:pt x="306423" y="6099927"/>
                  </a:lnTo>
                  <a:lnTo>
                    <a:pt x="306549" y="6099927"/>
                  </a:lnTo>
                  <a:lnTo>
                    <a:pt x="306676" y="6099927"/>
                  </a:lnTo>
                  <a:lnTo>
                    <a:pt x="306802" y="6099927"/>
                  </a:lnTo>
                  <a:lnTo>
                    <a:pt x="306928" y="6099927"/>
                  </a:lnTo>
                  <a:lnTo>
                    <a:pt x="307054" y="6099927"/>
                  </a:lnTo>
                  <a:lnTo>
                    <a:pt x="307181" y="6099927"/>
                  </a:lnTo>
                  <a:lnTo>
                    <a:pt x="307307" y="6099927"/>
                  </a:lnTo>
                  <a:lnTo>
                    <a:pt x="307433" y="6099927"/>
                  </a:lnTo>
                  <a:lnTo>
                    <a:pt x="307559" y="6099927"/>
                  </a:lnTo>
                  <a:lnTo>
                    <a:pt x="307686" y="6099927"/>
                  </a:lnTo>
                  <a:lnTo>
                    <a:pt x="307812" y="6099927"/>
                  </a:lnTo>
                  <a:lnTo>
                    <a:pt x="307938" y="6099927"/>
                  </a:lnTo>
                  <a:lnTo>
                    <a:pt x="308064" y="6099927"/>
                  </a:lnTo>
                  <a:lnTo>
                    <a:pt x="308191" y="6099927"/>
                  </a:lnTo>
                  <a:lnTo>
                    <a:pt x="308317" y="6099927"/>
                  </a:lnTo>
                  <a:lnTo>
                    <a:pt x="308443" y="6099927"/>
                  </a:lnTo>
                  <a:lnTo>
                    <a:pt x="308569" y="6099927"/>
                  </a:lnTo>
                  <a:lnTo>
                    <a:pt x="308696" y="6099927"/>
                  </a:lnTo>
                  <a:lnTo>
                    <a:pt x="308822" y="6099927"/>
                  </a:lnTo>
                  <a:lnTo>
                    <a:pt x="308948" y="6099927"/>
                  </a:lnTo>
                  <a:lnTo>
                    <a:pt x="309074" y="6099927"/>
                  </a:lnTo>
                  <a:lnTo>
                    <a:pt x="309201" y="6099927"/>
                  </a:lnTo>
                  <a:lnTo>
                    <a:pt x="309327" y="6099927"/>
                  </a:lnTo>
                  <a:lnTo>
                    <a:pt x="309453" y="6099927"/>
                  </a:lnTo>
                  <a:lnTo>
                    <a:pt x="309580" y="6099927"/>
                  </a:lnTo>
                  <a:lnTo>
                    <a:pt x="309706" y="6099927"/>
                  </a:lnTo>
                  <a:lnTo>
                    <a:pt x="309832" y="6099927"/>
                  </a:lnTo>
                  <a:lnTo>
                    <a:pt x="309832" y="6095016"/>
                  </a:lnTo>
                  <a:lnTo>
                    <a:pt x="309958" y="6095016"/>
                  </a:lnTo>
                  <a:lnTo>
                    <a:pt x="310085" y="6095016"/>
                  </a:lnTo>
                  <a:lnTo>
                    <a:pt x="310211" y="6095016"/>
                  </a:lnTo>
                  <a:lnTo>
                    <a:pt x="310337" y="6095016"/>
                  </a:lnTo>
                  <a:lnTo>
                    <a:pt x="310463" y="6095016"/>
                  </a:lnTo>
                  <a:lnTo>
                    <a:pt x="310590" y="6095016"/>
                  </a:lnTo>
                  <a:lnTo>
                    <a:pt x="310716" y="6095016"/>
                  </a:lnTo>
                  <a:lnTo>
                    <a:pt x="310842" y="6095016"/>
                  </a:lnTo>
                  <a:lnTo>
                    <a:pt x="310968" y="6095016"/>
                  </a:lnTo>
                  <a:lnTo>
                    <a:pt x="311095" y="6095016"/>
                  </a:lnTo>
                  <a:lnTo>
                    <a:pt x="311221" y="6095016"/>
                  </a:lnTo>
                  <a:lnTo>
                    <a:pt x="311347" y="6095016"/>
                  </a:lnTo>
                  <a:lnTo>
                    <a:pt x="311473" y="6095016"/>
                  </a:lnTo>
                  <a:lnTo>
                    <a:pt x="311600" y="6095016"/>
                  </a:lnTo>
                  <a:lnTo>
                    <a:pt x="311726" y="6095016"/>
                  </a:lnTo>
                  <a:lnTo>
                    <a:pt x="311852" y="6095016"/>
                  </a:lnTo>
                  <a:lnTo>
                    <a:pt x="311978" y="6095016"/>
                  </a:lnTo>
                  <a:lnTo>
                    <a:pt x="312105" y="6095016"/>
                  </a:lnTo>
                  <a:lnTo>
                    <a:pt x="312231" y="6095016"/>
                  </a:lnTo>
                  <a:lnTo>
                    <a:pt x="312357" y="6095016"/>
                  </a:lnTo>
                  <a:lnTo>
                    <a:pt x="312483" y="6095016"/>
                  </a:lnTo>
                  <a:lnTo>
                    <a:pt x="312610" y="6095016"/>
                  </a:lnTo>
                  <a:lnTo>
                    <a:pt x="312736" y="6095016"/>
                  </a:lnTo>
                  <a:lnTo>
                    <a:pt x="312862" y="6095016"/>
                  </a:lnTo>
                  <a:lnTo>
                    <a:pt x="312988" y="6095016"/>
                  </a:lnTo>
                  <a:lnTo>
                    <a:pt x="313115" y="6095016"/>
                  </a:lnTo>
                  <a:lnTo>
                    <a:pt x="313241" y="6095016"/>
                  </a:lnTo>
                  <a:lnTo>
                    <a:pt x="313367" y="6095016"/>
                  </a:lnTo>
                  <a:lnTo>
                    <a:pt x="313493" y="6095016"/>
                  </a:lnTo>
                  <a:lnTo>
                    <a:pt x="313620" y="6095016"/>
                  </a:lnTo>
                  <a:lnTo>
                    <a:pt x="313620" y="6090104"/>
                  </a:lnTo>
                  <a:lnTo>
                    <a:pt x="313746" y="6090104"/>
                  </a:lnTo>
                  <a:lnTo>
                    <a:pt x="313872" y="6090104"/>
                  </a:lnTo>
                  <a:lnTo>
                    <a:pt x="313998" y="6090104"/>
                  </a:lnTo>
                  <a:lnTo>
                    <a:pt x="314125" y="6090104"/>
                  </a:lnTo>
                  <a:lnTo>
                    <a:pt x="314125" y="6085193"/>
                  </a:lnTo>
                  <a:lnTo>
                    <a:pt x="314251" y="6085193"/>
                  </a:lnTo>
                  <a:lnTo>
                    <a:pt x="314377" y="6085193"/>
                  </a:lnTo>
                  <a:lnTo>
                    <a:pt x="314504" y="6085193"/>
                  </a:lnTo>
                  <a:lnTo>
                    <a:pt x="314630" y="6085193"/>
                  </a:lnTo>
                  <a:lnTo>
                    <a:pt x="314756" y="6085193"/>
                  </a:lnTo>
                  <a:lnTo>
                    <a:pt x="314882" y="6085193"/>
                  </a:lnTo>
                  <a:lnTo>
                    <a:pt x="315009" y="6085193"/>
                  </a:lnTo>
                  <a:lnTo>
                    <a:pt x="315135" y="6085193"/>
                  </a:lnTo>
                  <a:lnTo>
                    <a:pt x="315261" y="6085193"/>
                  </a:lnTo>
                  <a:lnTo>
                    <a:pt x="315387" y="6085193"/>
                  </a:lnTo>
                  <a:lnTo>
                    <a:pt x="315514" y="6085193"/>
                  </a:lnTo>
                  <a:lnTo>
                    <a:pt x="315640" y="6085193"/>
                  </a:lnTo>
                  <a:lnTo>
                    <a:pt x="315766" y="6085193"/>
                  </a:lnTo>
                  <a:lnTo>
                    <a:pt x="315892" y="6085193"/>
                  </a:lnTo>
                  <a:lnTo>
                    <a:pt x="316019" y="6085193"/>
                  </a:lnTo>
                  <a:lnTo>
                    <a:pt x="316145" y="6085193"/>
                  </a:lnTo>
                  <a:lnTo>
                    <a:pt x="316271" y="6085193"/>
                  </a:lnTo>
                  <a:lnTo>
                    <a:pt x="316397" y="6085193"/>
                  </a:lnTo>
                  <a:lnTo>
                    <a:pt x="316524" y="6085193"/>
                  </a:lnTo>
                  <a:lnTo>
                    <a:pt x="316650" y="6085193"/>
                  </a:lnTo>
                  <a:lnTo>
                    <a:pt x="316776" y="6085193"/>
                  </a:lnTo>
                  <a:lnTo>
                    <a:pt x="316902" y="6085193"/>
                  </a:lnTo>
                  <a:lnTo>
                    <a:pt x="317029" y="6085193"/>
                  </a:lnTo>
                  <a:lnTo>
                    <a:pt x="317155" y="6085193"/>
                  </a:lnTo>
                  <a:lnTo>
                    <a:pt x="317281" y="6085193"/>
                  </a:lnTo>
                  <a:lnTo>
                    <a:pt x="317407" y="6085193"/>
                  </a:lnTo>
                  <a:lnTo>
                    <a:pt x="317534" y="6085193"/>
                  </a:lnTo>
                  <a:lnTo>
                    <a:pt x="317660" y="6085193"/>
                  </a:lnTo>
                  <a:lnTo>
                    <a:pt x="317660" y="6080282"/>
                  </a:lnTo>
                  <a:lnTo>
                    <a:pt x="317786" y="6080282"/>
                  </a:lnTo>
                  <a:lnTo>
                    <a:pt x="317912" y="6080282"/>
                  </a:lnTo>
                  <a:lnTo>
                    <a:pt x="318039" y="6080282"/>
                  </a:lnTo>
                  <a:lnTo>
                    <a:pt x="318165" y="6080282"/>
                  </a:lnTo>
                  <a:lnTo>
                    <a:pt x="318291" y="6080282"/>
                  </a:lnTo>
                  <a:lnTo>
                    <a:pt x="318417" y="6080282"/>
                  </a:lnTo>
                  <a:lnTo>
                    <a:pt x="318544" y="6080282"/>
                  </a:lnTo>
                  <a:lnTo>
                    <a:pt x="318670" y="6080282"/>
                  </a:lnTo>
                  <a:lnTo>
                    <a:pt x="318796" y="6080282"/>
                  </a:lnTo>
                  <a:lnTo>
                    <a:pt x="318922" y="6080282"/>
                  </a:lnTo>
                  <a:lnTo>
                    <a:pt x="319049" y="6080282"/>
                  </a:lnTo>
                  <a:lnTo>
                    <a:pt x="319175" y="6080282"/>
                  </a:lnTo>
                  <a:lnTo>
                    <a:pt x="319301" y="6080282"/>
                  </a:lnTo>
                  <a:lnTo>
                    <a:pt x="319427" y="6080282"/>
                  </a:lnTo>
                  <a:lnTo>
                    <a:pt x="319554" y="6080282"/>
                  </a:lnTo>
                  <a:lnTo>
                    <a:pt x="319680" y="6080282"/>
                  </a:lnTo>
                  <a:lnTo>
                    <a:pt x="319806" y="6080282"/>
                  </a:lnTo>
                  <a:lnTo>
                    <a:pt x="319933" y="6080282"/>
                  </a:lnTo>
                  <a:lnTo>
                    <a:pt x="320059" y="6080282"/>
                  </a:lnTo>
                  <a:lnTo>
                    <a:pt x="320185" y="6080282"/>
                  </a:lnTo>
                  <a:lnTo>
                    <a:pt x="320311" y="6080282"/>
                  </a:lnTo>
                  <a:lnTo>
                    <a:pt x="320438" y="6080282"/>
                  </a:lnTo>
                  <a:lnTo>
                    <a:pt x="320564" y="6080282"/>
                  </a:lnTo>
                  <a:lnTo>
                    <a:pt x="320690" y="6080282"/>
                  </a:lnTo>
                  <a:lnTo>
                    <a:pt x="320816" y="6080282"/>
                  </a:lnTo>
                  <a:lnTo>
                    <a:pt x="320943" y="6080282"/>
                  </a:lnTo>
                  <a:lnTo>
                    <a:pt x="321069" y="6080282"/>
                  </a:lnTo>
                  <a:lnTo>
                    <a:pt x="321195" y="6080282"/>
                  </a:lnTo>
                  <a:lnTo>
                    <a:pt x="321321" y="6080282"/>
                  </a:lnTo>
                  <a:lnTo>
                    <a:pt x="321321" y="6075370"/>
                  </a:lnTo>
                  <a:lnTo>
                    <a:pt x="321448" y="6075370"/>
                  </a:lnTo>
                  <a:lnTo>
                    <a:pt x="321574" y="6075370"/>
                  </a:lnTo>
                  <a:lnTo>
                    <a:pt x="321700" y="6075370"/>
                  </a:lnTo>
                  <a:lnTo>
                    <a:pt x="321826" y="6075370"/>
                  </a:lnTo>
                  <a:lnTo>
                    <a:pt x="321953" y="6075370"/>
                  </a:lnTo>
                  <a:lnTo>
                    <a:pt x="322079" y="6075370"/>
                  </a:lnTo>
                  <a:lnTo>
                    <a:pt x="322205" y="6075370"/>
                  </a:lnTo>
                  <a:lnTo>
                    <a:pt x="322331" y="6075370"/>
                  </a:lnTo>
                  <a:lnTo>
                    <a:pt x="322458" y="6075370"/>
                  </a:lnTo>
                  <a:lnTo>
                    <a:pt x="322584" y="6075370"/>
                  </a:lnTo>
                  <a:lnTo>
                    <a:pt x="322710" y="6075370"/>
                  </a:lnTo>
                  <a:lnTo>
                    <a:pt x="322836" y="6075370"/>
                  </a:lnTo>
                  <a:lnTo>
                    <a:pt x="322963" y="6075370"/>
                  </a:lnTo>
                  <a:lnTo>
                    <a:pt x="323089" y="6075370"/>
                  </a:lnTo>
                  <a:lnTo>
                    <a:pt x="323215" y="6075370"/>
                  </a:lnTo>
                  <a:lnTo>
                    <a:pt x="323341" y="6075370"/>
                  </a:lnTo>
                  <a:lnTo>
                    <a:pt x="323468" y="6075370"/>
                  </a:lnTo>
                  <a:lnTo>
                    <a:pt x="323594" y="6075370"/>
                  </a:lnTo>
                  <a:lnTo>
                    <a:pt x="323720" y="6075370"/>
                  </a:lnTo>
                  <a:lnTo>
                    <a:pt x="323846" y="6075370"/>
                  </a:lnTo>
                  <a:lnTo>
                    <a:pt x="323973" y="6075370"/>
                  </a:lnTo>
                  <a:lnTo>
                    <a:pt x="324099" y="6075370"/>
                  </a:lnTo>
                  <a:lnTo>
                    <a:pt x="324225" y="6075370"/>
                  </a:lnTo>
                  <a:lnTo>
                    <a:pt x="324351" y="6075370"/>
                  </a:lnTo>
                  <a:lnTo>
                    <a:pt x="324478" y="6075370"/>
                  </a:lnTo>
                  <a:lnTo>
                    <a:pt x="324604" y="6075370"/>
                  </a:lnTo>
                  <a:lnTo>
                    <a:pt x="324730" y="6075370"/>
                  </a:lnTo>
                  <a:lnTo>
                    <a:pt x="324857" y="6075370"/>
                  </a:lnTo>
                  <a:lnTo>
                    <a:pt x="324983" y="6075370"/>
                  </a:lnTo>
                  <a:lnTo>
                    <a:pt x="324983" y="6070459"/>
                  </a:lnTo>
                  <a:lnTo>
                    <a:pt x="324983" y="6065548"/>
                  </a:lnTo>
                  <a:lnTo>
                    <a:pt x="325109" y="6065548"/>
                  </a:lnTo>
                  <a:lnTo>
                    <a:pt x="325235" y="6065548"/>
                  </a:lnTo>
                  <a:lnTo>
                    <a:pt x="325362" y="6065548"/>
                  </a:lnTo>
                  <a:lnTo>
                    <a:pt x="325488" y="6065548"/>
                  </a:lnTo>
                  <a:lnTo>
                    <a:pt x="325614" y="6065548"/>
                  </a:lnTo>
                  <a:lnTo>
                    <a:pt x="325740" y="6065548"/>
                  </a:lnTo>
                  <a:lnTo>
                    <a:pt x="325867" y="6065548"/>
                  </a:lnTo>
                  <a:lnTo>
                    <a:pt x="325993" y="6065548"/>
                  </a:lnTo>
                  <a:lnTo>
                    <a:pt x="326119" y="6065548"/>
                  </a:lnTo>
                  <a:lnTo>
                    <a:pt x="326245" y="6065548"/>
                  </a:lnTo>
                  <a:lnTo>
                    <a:pt x="326372" y="6065548"/>
                  </a:lnTo>
                  <a:lnTo>
                    <a:pt x="326498" y="6065548"/>
                  </a:lnTo>
                  <a:lnTo>
                    <a:pt x="326624" y="6065548"/>
                  </a:lnTo>
                  <a:lnTo>
                    <a:pt x="326750" y="6065548"/>
                  </a:lnTo>
                  <a:lnTo>
                    <a:pt x="326877" y="6065548"/>
                  </a:lnTo>
                  <a:lnTo>
                    <a:pt x="327003" y="6065548"/>
                  </a:lnTo>
                  <a:lnTo>
                    <a:pt x="327129" y="6065548"/>
                  </a:lnTo>
                  <a:lnTo>
                    <a:pt x="327255" y="6065548"/>
                  </a:lnTo>
                  <a:lnTo>
                    <a:pt x="327382" y="6065548"/>
                  </a:lnTo>
                  <a:lnTo>
                    <a:pt x="327508" y="6065548"/>
                  </a:lnTo>
                  <a:lnTo>
                    <a:pt x="327634" y="6065548"/>
                  </a:lnTo>
                  <a:lnTo>
                    <a:pt x="327760" y="6065548"/>
                  </a:lnTo>
                  <a:lnTo>
                    <a:pt x="327887" y="6065548"/>
                  </a:lnTo>
                  <a:lnTo>
                    <a:pt x="328013" y="6065548"/>
                  </a:lnTo>
                  <a:lnTo>
                    <a:pt x="328139" y="6065548"/>
                  </a:lnTo>
                  <a:lnTo>
                    <a:pt x="328265" y="6065548"/>
                  </a:lnTo>
                  <a:lnTo>
                    <a:pt x="328392" y="6065548"/>
                  </a:lnTo>
                  <a:lnTo>
                    <a:pt x="328392" y="6060636"/>
                  </a:lnTo>
                  <a:lnTo>
                    <a:pt x="328518" y="6060636"/>
                  </a:lnTo>
                  <a:lnTo>
                    <a:pt x="328644" y="6060636"/>
                  </a:lnTo>
                  <a:lnTo>
                    <a:pt x="328770" y="6060636"/>
                  </a:lnTo>
                  <a:lnTo>
                    <a:pt x="328897" y="6060636"/>
                  </a:lnTo>
                  <a:lnTo>
                    <a:pt x="329023" y="6060636"/>
                  </a:lnTo>
                  <a:lnTo>
                    <a:pt x="329149" y="6060636"/>
                  </a:lnTo>
                  <a:lnTo>
                    <a:pt x="329149" y="6055725"/>
                  </a:lnTo>
                  <a:lnTo>
                    <a:pt x="329275" y="6055725"/>
                  </a:lnTo>
                  <a:lnTo>
                    <a:pt x="329402" y="6055725"/>
                  </a:lnTo>
                  <a:lnTo>
                    <a:pt x="329528" y="6055725"/>
                  </a:lnTo>
                  <a:lnTo>
                    <a:pt x="329654" y="6055725"/>
                  </a:lnTo>
                  <a:lnTo>
                    <a:pt x="329780" y="6055725"/>
                  </a:lnTo>
                  <a:lnTo>
                    <a:pt x="329907" y="6055725"/>
                  </a:lnTo>
                  <a:lnTo>
                    <a:pt x="330033" y="6055725"/>
                  </a:lnTo>
                  <a:lnTo>
                    <a:pt x="330159" y="6055725"/>
                  </a:lnTo>
                  <a:lnTo>
                    <a:pt x="330286" y="6055725"/>
                  </a:lnTo>
                  <a:lnTo>
                    <a:pt x="330412" y="6055725"/>
                  </a:lnTo>
                  <a:lnTo>
                    <a:pt x="330538" y="6055725"/>
                  </a:lnTo>
                  <a:lnTo>
                    <a:pt x="330664" y="6055725"/>
                  </a:lnTo>
                  <a:lnTo>
                    <a:pt x="330791" y="6055725"/>
                  </a:lnTo>
                  <a:lnTo>
                    <a:pt x="330917" y="6055725"/>
                  </a:lnTo>
                  <a:lnTo>
                    <a:pt x="331043" y="6055725"/>
                  </a:lnTo>
                  <a:lnTo>
                    <a:pt x="331169" y="6055725"/>
                  </a:lnTo>
                  <a:lnTo>
                    <a:pt x="331296" y="6055725"/>
                  </a:lnTo>
                  <a:lnTo>
                    <a:pt x="331422" y="6055725"/>
                  </a:lnTo>
                  <a:lnTo>
                    <a:pt x="331548" y="6055725"/>
                  </a:lnTo>
                  <a:lnTo>
                    <a:pt x="331674" y="6055725"/>
                  </a:lnTo>
                  <a:lnTo>
                    <a:pt x="331801" y="6055725"/>
                  </a:lnTo>
                  <a:lnTo>
                    <a:pt x="331927" y="6055725"/>
                  </a:lnTo>
                  <a:lnTo>
                    <a:pt x="332053" y="6055725"/>
                  </a:lnTo>
                  <a:lnTo>
                    <a:pt x="332179" y="6055725"/>
                  </a:lnTo>
                  <a:lnTo>
                    <a:pt x="332306" y="6055725"/>
                  </a:lnTo>
                  <a:lnTo>
                    <a:pt x="332432" y="6055725"/>
                  </a:lnTo>
                  <a:lnTo>
                    <a:pt x="332558" y="6055725"/>
                  </a:lnTo>
                  <a:lnTo>
                    <a:pt x="332684" y="6055725"/>
                  </a:lnTo>
                  <a:lnTo>
                    <a:pt x="332811" y="6055725"/>
                  </a:lnTo>
                  <a:lnTo>
                    <a:pt x="332937" y="6055725"/>
                  </a:lnTo>
                  <a:lnTo>
                    <a:pt x="333063" y="6055725"/>
                  </a:lnTo>
                  <a:lnTo>
                    <a:pt x="333189" y="6055725"/>
                  </a:lnTo>
                  <a:lnTo>
                    <a:pt x="333316" y="6055725"/>
                  </a:lnTo>
                  <a:lnTo>
                    <a:pt x="333442" y="6055725"/>
                  </a:lnTo>
                  <a:lnTo>
                    <a:pt x="333568" y="6055725"/>
                  </a:lnTo>
                  <a:lnTo>
                    <a:pt x="333694" y="6055725"/>
                  </a:lnTo>
                  <a:lnTo>
                    <a:pt x="333821" y="6055725"/>
                  </a:lnTo>
                  <a:lnTo>
                    <a:pt x="333947" y="6055725"/>
                  </a:lnTo>
                  <a:lnTo>
                    <a:pt x="334073" y="6055725"/>
                  </a:lnTo>
                  <a:lnTo>
                    <a:pt x="334199" y="6055725"/>
                  </a:lnTo>
                  <a:lnTo>
                    <a:pt x="334326" y="6055725"/>
                  </a:lnTo>
                  <a:lnTo>
                    <a:pt x="334452" y="6055725"/>
                  </a:lnTo>
                  <a:lnTo>
                    <a:pt x="334578" y="6055725"/>
                  </a:lnTo>
                  <a:lnTo>
                    <a:pt x="334704" y="6055725"/>
                  </a:lnTo>
                  <a:lnTo>
                    <a:pt x="334831" y="6055725"/>
                  </a:lnTo>
                  <a:lnTo>
                    <a:pt x="334957" y="6055725"/>
                  </a:lnTo>
                  <a:lnTo>
                    <a:pt x="334957" y="6050813"/>
                  </a:lnTo>
                  <a:lnTo>
                    <a:pt x="335083" y="6050813"/>
                  </a:lnTo>
                  <a:lnTo>
                    <a:pt x="335210" y="6050813"/>
                  </a:lnTo>
                  <a:lnTo>
                    <a:pt x="335336" y="6050813"/>
                  </a:lnTo>
                  <a:lnTo>
                    <a:pt x="335462" y="6050813"/>
                  </a:lnTo>
                  <a:lnTo>
                    <a:pt x="335588" y="6050813"/>
                  </a:lnTo>
                  <a:lnTo>
                    <a:pt x="335715" y="6050813"/>
                  </a:lnTo>
                  <a:lnTo>
                    <a:pt x="335841" y="6050813"/>
                  </a:lnTo>
                  <a:lnTo>
                    <a:pt x="335967" y="6050813"/>
                  </a:lnTo>
                  <a:lnTo>
                    <a:pt x="336093" y="6050813"/>
                  </a:lnTo>
                  <a:lnTo>
                    <a:pt x="336220" y="6050813"/>
                  </a:lnTo>
                  <a:lnTo>
                    <a:pt x="336346" y="6050813"/>
                  </a:lnTo>
                  <a:lnTo>
                    <a:pt x="336472" y="6050813"/>
                  </a:lnTo>
                  <a:lnTo>
                    <a:pt x="336598" y="6050813"/>
                  </a:lnTo>
                  <a:lnTo>
                    <a:pt x="336725" y="6050813"/>
                  </a:lnTo>
                  <a:lnTo>
                    <a:pt x="336851" y="6050813"/>
                  </a:lnTo>
                  <a:lnTo>
                    <a:pt x="336977" y="6050813"/>
                  </a:lnTo>
                  <a:lnTo>
                    <a:pt x="337103" y="6050813"/>
                  </a:lnTo>
                  <a:lnTo>
                    <a:pt x="337230" y="6050813"/>
                  </a:lnTo>
                  <a:lnTo>
                    <a:pt x="337356" y="6050813"/>
                  </a:lnTo>
                  <a:lnTo>
                    <a:pt x="337482" y="6050813"/>
                  </a:lnTo>
                  <a:lnTo>
                    <a:pt x="337608" y="6050813"/>
                  </a:lnTo>
                  <a:lnTo>
                    <a:pt x="337735" y="6050813"/>
                  </a:lnTo>
                  <a:lnTo>
                    <a:pt x="337861" y="6050813"/>
                  </a:lnTo>
                  <a:lnTo>
                    <a:pt x="337987" y="6050813"/>
                  </a:lnTo>
                  <a:lnTo>
                    <a:pt x="338113" y="6050813"/>
                  </a:lnTo>
                  <a:lnTo>
                    <a:pt x="338240" y="6050813"/>
                  </a:lnTo>
                  <a:lnTo>
                    <a:pt x="338366" y="6050813"/>
                  </a:lnTo>
                  <a:lnTo>
                    <a:pt x="338492" y="6050813"/>
                  </a:lnTo>
                  <a:lnTo>
                    <a:pt x="338618" y="6050813"/>
                  </a:lnTo>
                  <a:lnTo>
                    <a:pt x="338745" y="6050813"/>
                  </a:lnTo>
                  <a:lnTo>
                    <a:pt x="338871" y="6050813"/>
                  </a:lnTo>
                  <a:lnTo>
                    <a:pt x="338997" y="6050813"/>
                  </a:lnTo>
                  <a:lnTo>
                    <a:pt x="339123" y="6050813"/>
                  </a:lnTo>
                  <a:lnTo>
                    <a:pt x="339250" y="6050813"/>
                  </a:lnTo>
                  <a:lnTo>
                    <a:pt x="339376" y="6050813"/>
                  </a:lnTo>
                  <a:lnTo>
                    <a:pt x="339502" y="6050813"/>
                  </a:lnTo>
                  <a:lnTo>
                    <a:pt x="339628" y="6050813"/>
                  </a:lnTo>
                  <a:lnTo>
                    <a:pt x="339755" y="6050813"/>
                  </a:lnTo>
                  <a:lnTo>
                    <a:pt x="339881" y="6050813"/>
                  </a:lnTo>
                  <a:lnTo>
                    <a:pt x="340007" y="6050813"/>
                  </a:lnTo>
                  <a:lnTo>
                    <a:pt x="340133" y="6050813"/>
                  </a:lnTo>
                  <a:lnTo>
                    <a:pt x="340260" y="6050813"/>
                  </a:lnTo>
                  <a:lnTo>
                    <a:pt x="340386" y="6050813"/>
                  </a:lnTo>
                  <a:lnTo>
                    <a:pt x="340512" y="6050813"/>
                  </a:lnTo>
                  <a:lnTo>
                    <a:pt x="340639" y="6050813"/>
                  </a:lnTo>
                  <a:lnTo>
                    <a:pt x="340639" y="6045902"/>
                  </a:lnTo>
                  <a:lnTo>
                    <a:pt x="340765" y="6045902"/>
                  </a:lnTo>
                  <a:lnTo>
                    <a:pt x="340891" y="6045902"/>
                  </a:lnTo>
                  <a:lnTo>
                    <a:pt x="341017" y="6045902"/>
                  </a:lnTo>
                  <a:lnTo>
                    <a:pt x="341144" y="6045902"/>
                  </a:lnTo>
                  <a:lnTo>
                    <a:pt x="341270" y="6045902"/>
                  </a:lnTo>
                  <a:lnTo>
                    <a:pt x="341396" y="6045902"/>
                  </a:lnTo>
                  <a:lnTo>
                    <a:pt x="341522" y="6045902"/>
                  </a:lnTo>
                  <a:lnTo>
                    <a:pt x="341649" y="6045902"/>
                  </a:lnTo>
                  <a:lnTo>
                    <a:pt x="341775" y="6045902"/>
                  </a:lnTo>
                  <a:lnTo>
                    <a:pt x="341901" y="6045902"/>
                  </a:lnTo>
                  <a:lnTo>
                    <a:pt x="342027" y="6045902"/>
                  </a:lnTo>
                  <a:lnTo>
                    <a:pt x="342154" y="6045902"/>
                  </a:lnTo>
                  <a:lnTo>
                    <a:pt x="342280" y="6045902"/>
                  </a:lnTo>
                  <a:lnTo>
                    <a:pt x="342406" y="6045902"/>
                  </a:lnTo>
                  <a:lnTo>
                    <a:pt x="342532" y="6045902"/>
                  </a:lnTo>
                  <a:lnTo>
                    <a:pt x="342659" y="6045902"/>
                  </a:lnTo>
                  <a:lnTo>
                    <a:pt x="342785" y="6045902"/>
                  </a:lnTo>
                  <a:lnTo>
                    <a:pt x="342911" y="6045902"/>
                  </a:lnTo>
                  <a:lnTo>
                    <a:pt x="343037" y="6045902"/>
                  </a:lnTo>
                  <a:lnTo>
                    <a:pt x="343164" y="6045902"/>
                  </a:lnTo>
                  <a:lnTo>
                    <a:pt x="343290" y="6045902"/>
                  </a:lnTo>
                  <a:lnTo>
                    <a:pt x="343416" y="6045902"/>
                  </a:lnTo>
                  <a:lnTo>
                    <a:pt x="343416" y="6040991"/>
                  </a:lnTo>
                  <a:lnTo>
                    <a:pt x="343542" y="6040991"/>
                  </a:lnTo>
                  <a:lnTo>
                    <a:pt x="343669" y="6040991"/>
                  </a:lnTo>
                  <a:lnTo>
                    <a:pt x="343795" y="6040991"/>
                  </a:lnTo>
                  <a:lnTo>
                    <a:pt x="343921" y="6040991"/>
                  </a:lnTo>
                  <a:lnTo>
                    <a:pt x="344047" y="6040991"/>
                  </a:lnTo>
                  <a:lnTo>
                    <a:pt x="344174" y="6040991"/>
                  </a:lnTo>
                  <a:lnTo>
                    <a:pt x="344300" y="6040991"/>
                  </a:lnTo>
                  <a:lnTo>
                    <a:pt x="344426" y="6040991"/>
                  </a:lnTo>
                  <a:lnTo>
                    <a:pt x="344552" y="6040991"/>
                  </a:lnTo>
                  <a:lnTo>
                    <a:pt x="344679" y="6040991"/>
                  </a:lnTo>
                  <a:lnTo>
                    <a:pt x="344805" y="6040991"/>
                  </a:lnTo>
                  <a:lnTo>
                    <a:pt x="344931" y="6040991"/>
                  </a:lnTo>
                  <a:lnTo>
                    <a:pt x="345057" y="6040991"/>
                  </a:lnTo>
                  <a:lnTo>
                    <a:pt x="345184" y="6040991"/>
                  </a:lnTo>
                  <a:lnTo>
                    <a:pt x="345310" y="6040991"/>
                  </a:lnTo>
                  <a:lnTo>
                    <a:pt x="345436" y="6040991"/>
                  </a:lnTo>
                  <a:lnTo>
                    <a:pt x="345563" y="6040991"/>
                  </a:lnTo>
                  <a:lnTo>
                    <a:pt x="345689" y="6040991"/>
                  </a:lnTo>
                  <a:lnTo>
                    <a:pt x="345815" y="6040991"/>
                  </a:lnTo>
                  <a:lnTo>
                    <a:pt x="345941" y="6040991"/>
                  </a:lnTo>
                  <a:lnTo>
                    <a:pt x="346068" y="6040991"/>
                  </a:lnTo>
                  <a:lnTo>
                    <a:pt x="346194" y="6040991"/>
                  </a:lnTo>
                  <a:lnTo>
                    <a:pt x="346320" y="6040991"/>
                  </a:lnTo>
                  <a:lnTo>
                    <a:pt x="346446" y="6040991"/>
                  </a:lnTo>
                  <a:lnTo>
                    <a:pt x="346573" y="6040991"/>
                  </a:lnTo>
                  <a:lnTo>
                    <a:pt x="346699" y="6040991"/>
                  </a:lnTo>
                  <a:lnTo>
                    <a:pt x="346825" y="6040991"/>
                  </a:lnTo>
                  <a:lnTo>
                    <a:pt x="346951" y="6040991"/>
                  </a:lnTo>
                  <a:lnTo>
                    <a:pt x="347078" y="6040991"/>
                  </a:lnTo>
                  <a:lnTo>
                    <a:pt x="347204" y="6040991"/>
                  </a:lnTo>
                  <a:lnTo>
                    <a:pt x="347330" y="6040991"/>
                  </a:lnTo>
                  <a:lnTo>
                    <a:pt x="347456" y="6040991"/>
                  </a:lnTo>
                  <a:lnTo>
                    <a:pt x="347583" y="6040991"/>
                  </a:lnTo>
                  <a:lnTo>
                    <a:pt x="347709" y="6040991"/>
                  </a:lnTo>
                  <a:lnTo>
                    <a:pt x="347835" y="6040991"/>
                  </a:lnTo>
                  <a:lnTo>
                    <a:pt x="347961" y="6040991"/>
                  </a:lnTo>
                  <a:lnTo>
                    <a:pt x="348088" y="6040991"/>
                  </a:lnTo>
                  <a:lnTo>
                    <a:pt x="348214" y="6040991"/>
                  </a:lnTo>
                  <a:lnTo>
                    <a:pt x="348340" y="6040991"/>
                  </a:lnTo>
                  <a:lnTo>
                    <a:pt x="348466" y="6040991"/>
                  </a:lnTo>
                  <a:lnTo>
                    <a:pt x="348593" y="6040991"/>
                  </a:lnTo>
                  <a:lnTo>
                    <a:pt x="348719" y="6040991"/>
                  </a:lnTo>
                  <a:lnTo>
                    <a:pt x="348845" y="6040991"/>
                  </a:lnTo>
                  <a:lnTo>
                    <a:pt x="348971" y="6040991"/>
                  </a:lnTo>
                  <a:lnTo>
                    <a:pt x="349098" y="6040991"/>
                  </a:lnTo>
                  <a:lnTo>
                    <a:pt x="349224" y="6040991"/>
                  </a:lnTo>
                  <a:lnTo>
                    <a:pt x="349350" y="6040991"/>
                  </a:lnTo>
                  <a:lnTo>
                    <a:pt x="349476" y="6040991"/>
                  </a:lnTo>
                  <a:lnTo>
                    <a:pt x="349603" y="6040991"/>
                  </a:lnTo>
                  <a:lnTo>
                    <a:pt x="349729" y="6040991"/>
                  </a:lnTo>
                  <a:lnTo>
                    <a:pt x="349855" y="6040991"/>
                  </a:lnTo>
                  <a:lnTo>
                    <a:pt x="349981" y="6040991"/>
                  </a:lnTo>
                  <a:lnTo>
                    <a:pt x="350108" y="6040991"/>
                  </a:lnTo>
                  <a:lnTo>
                    <a:pt x="350234" y="6040991"/>
                  </a:lnTo>
                  <a:lnTo>
                    <a:pt x="350360" y="6040991"/>
                  </a:lnTo>
                  <a:lnTo>
                    <a:pt x="350486" y="6040991"/>
                  </a:lnTo>
                  <a:lnTo>
                    <a:pt x="350486" y="6036079"/>
                  </a:lnTo>
                  <a:lnTo>
                    <a:pt x="350613" y="6036079"/>
                  </a:lnTo>
                  <a:lnTo>
                    <a:pt x="350739" y="6036079"/>
                  </a:lnTo>
                  <a:lnTo>
                    <a:pt x="350865" y="6036079"/>
                  </a:lnTo>
                  <a:lnTo>
                    <a:pt x="350992" y="6036079"/>
                  </a:lnTo>
                  <a:lnTo>
                    <a:pt x="351118" y="6036079"/>
                  </a:lnTo>
                  <a:lnTo>
                    <a:pt x="351244" y="6036079"/>
                  </a:lnTo>
                  <a:lnTo>
                    <a:pt x="351370" y="6036079"/>
                  </a:lnTo>
                  <a:lnTo>
                    <a:pt x="351497" y="6036079"/>
                  </a:lnTo>
                  <a:lnTo>
                    <a:pt x="351623" y="6036079"/>
                  </a:lnTo>
                  <a:lnTo>
                    <a:pt x="351749" y="6036079"/>
                  </a:lnTo>
                  <a:lnTo>
                    <a:pt x="351875" y="6036079"/>
                  </a:lnTo>
                  <a:lnTo>
                    <a:pt x="352002" y="6036079"/>
                  </a:lnTo>
                  <a:lnTo>
                    <a:pt x="352128" y="6036079"/>
                  </a:lnTo>
                  <a:lnTo>
                    <a:pt x="352254" y="6036079"/>
                  </a:lnTo>
                  <a:lnTo>
                    <a:pt x="352380" y="6036079"/>
                  </a:lnTo>
                  <a:lnTo>
                    <a:pt x="352507" y="6036079"/>
                  </a:lnTo>
                  <a:lnTo>
                    <a:pt x="352633" y="6036079"/>
                  </a:lnTo>
                  <a:lnTo>
                    <a:pt x="352759" y="6036079"/>
                  </a:lnTo>
                  <a:lnTo>
                    <a:pt x="352885" y="6036079"/>
                  </a:lnTo>
                  <a:lnTo>
                    <a:pt x="353012" y="6036079"/>
                  </a:lnTo>
                  <a:lnTo>
                    <a:pt x="353012" y="6031168"/>
                  </a:lnTo>
                  <a:lnTo>
                    <a:pt x="353138" y="6031168"/>
                  </a:lnTo>
                  <a:lnTo>
                    <a:pt x="353264" y="6031168"/>
                  </a:lnTo>
                  <a:lnTo>
                    <a:pt x="353390" y="6031168"/>
                  </a:lnTo>
                  <a:lnTo>
                    <a:pt x="353517" y="6031168"/>
                  </a:lnTo>
                  <a:lnTo>
                    <a:pt x="353517" y="6026257"/>
                  </a:lnTo>
                  <a:lnTo>
                    <a:pt x="353643" y="6026257"/>
                  </a:lnTo>
                  <a:lnTo>
                    <a:pt x="353769" y="6026257"/>
                  </a:lnTo>
                  <a:lnTo>
                    <a:pt x="353895" y="6026257"/>
                  </a:lnTo>
                  <a:lnTo>
                    <a:pt x="354022" y="6026257"/>
                  </a:lnTo>
                  <a:lnTo>
                    <a:pt x="354148" y="6026257"/>
                  </a:lnTo>
                  <a:lnTo>
                    <a:pt x="354274" y="6026257"/>
                  </a:lnTo>
                  <a:lnTo>
                    <a:pt x="354400" y="6026257"/>
                  </a:lnTo>
                  <a:lnTo>
                    <a:pt x="354527" y="6026257"/>
                  </a:lnTo>
                  <a:lnTo>
                    <a:pt x="354653" y="6026257"/>
                  </a:lnTo>
                  <a:lnTo>
                    <a:pt x="354779" y="6026257"/>
                  </a:lnTo>
                  <a:lnTo>
                    <a:pt x="354905" y="6026257"/>
                  </a:lnTo>
                  <a:lnTo>
                    <a:pt x="355032" y="6026257"/>
                  </a:lnTo>
                  <a:lnTo>
                    <a:pt x="355158" y="6026257"/>
                  </a:lnTo>
                  <a:lnTo>
                    <a:pt x="355284" y="6026257"/>
                  </a:lnTo>
                  <a:lnTo>
                    <a:pt x="355410" y="6026257"/>
                  </a:lnTo>
                  <a:lnTo>
                    <a:pt x="355537" y="6026257"/>
                  </a:lnTo>
                  <a:lnTo>
                    <a:pt x="355663" y="6026257"/>
                  </a:lnTo>
                  <a:lnTo>
                    <a:pt x="355789" y="6026257"/>
                  </a:lnTo>
                  <a:lnTo>
                    <a:pt x="355916" y="6026257"/>
                  </a:lnTo>
                  <a:lnTo>
                    <a:pt x="356042" y="6026257"/>
                  </a:lnTo>
                  <a:lnTo>
                    <a:pt x="356168" y="6026257"/>
                  </a:lnTo>
                  <a:lnTo>
                    <a:pt x="356294" y="6026257"/>
                  </a:lnTo>
                  <a:lnTo>
                    <a:pt x="356421" y="6026257"/>
                  </a:lnTo>
                  <a:lnTo>
                    <a:pt x="356547" y="6026257"/>
                  </a:lnTo>
                  <a:lnTo>
                    <a:pt x="356673" y="6026257"/>
                  </a:lnTo>
                  <a:lnTo>
                    <a:pt x="356799" y="6026257"/>
                  </a:lnTo>
                  <a:lnTo>
                    <a:pt x="356926" y="6026257"/>
                  </a:lnTo>
                  <a:lnTo>
                    <a:pt x="357052" y="6026257"/>
                  </a:lnTo>
                  <a:lnTo>
                    <a:pt x="357178" y="6026257"/>
                  </a:lnTo>
                  <a:lnTo>
                    <a:pt x="357304" y="6026257"/>
                  </a:lnTo>
                  <a:lnTo>
                    <a:pt x="357431" y="6026257"/>
                  </a:lnTo>
                  <a:lnTo>
                    <a:pt x="357557" y="6026257"/>
                  </a:lnTo>
                  <a:lnTo>
                    <a:pt x="357683" y="6026257"/>
                  </a:lnTo>
                  <a:lnTo>
                    <a:pt x="357809" y="6026257"/>
                  </a:lnTo>
                  <a:lnTo>
                    <a:pt x="357936" y="6026257"/>
                  </a:lnTo>
                  <a:lnTo>
                    <a:pt x="358062" y="6026257"/>
                  </a:lnTo>
                  <a:lnTo>
                    <a:pt x="358188" y="6026257"/>
                  </a:lnTo>
                  <a:lnTo>
                    <a:pt x="358314" y="6026257"/>
                  </a:lnTo>
                  <a:lnTo>
                    <a:pt x="358441" y="6026257"/>
                  </a:lnTo>
                  <a:lnTo>
                    <a:pt x="358567" y="6026257"/>
                  </a:lnTo>
                  <a:lnTo>
                    <a:pt x="358693" y="6026257"/>
                  </a:lnTo>
                  <a:lnTo>
                    <a:pt x="358819" y="6026257"/>
                  </a:lnTo>
                  <a:lnTo>
                    <a:pt x="358946" y="6026257"/>
                  </a:lnTo>
                  <a:lnTo>
                    <a:pt x="359072" y="6026257"/>
                  </a:lnTo>
                  <a:lnTo>
                    <a:pt x="359198" y="6026257"/>
                  </a:lnTo>
                  <a:lnTo>
                    <a:pt x="359324" y="6026257"/>
                  </a:lnTo>
                  <a:lnTo>
                    <a:pt x="359451" y="6026257"/>
                  </a:lnTo>
                  <a:lnTo>
                    <a:pt x="359577" y="6026257"/>
                  </a:lnTo>
                  <a:lnTo>
                    <a:pt x="359703" y="6026257"/>
                  </a:lnTo>
                  <a:lnTo>
                    <a:pt x="359829" y="6026257"/>
                  </a:lnTo>
                  <a:lnTo>
                    <a:pt x="359956" y="6026257"/>
                  </a:lnTo>
                  <a:lnTo>
                    <a:pt x="360082" y="6026257"/>
                  </a:lnTo>
                  <a:lnTo>
                    <a:pt x="360082" y="6021345"/>
                  </a:lnTo>
                  <a:lnTo>
                    <a:pt x="360208" y="6021345"/>
                  </a:lnTo>
                  <a:lnTo>
                    <a:pt x="360334" y="6021345"/>
                  </a:lnTo>
                  <a:lnTo>
                    <a:pt x="360461" y="6021345"/>
                  </a:lnTo>
                  <a:lnTo>
                    <a:pt x="360587" y="6021345"/>
                  </a:lnTo>
                  <a:lnTo>
                    <a:pt x="360713" y="6021345"/>
                  </a:lnTo>
                  <a:lnTo>
                    <a:pt x="360840" y="6021345"/>
                  </a:lnTo>
                  <a:lnTo>
                    <a:pt x="360966" y="6021345"/>
                  </a:lnTo>
                  <a:lnTo>
                    <a:pt x="361092" y="6021345"/>
                  </a:lnTo>
                  <a:lnTo>
                    <a:pt x="361218" y="6021345"/>
                  </a:lnTo>
                  <a:lnTo>
                    <a:pt x="361345" y="6021345"/>
                  </a:lnTo>
                  <a:lnTo>
                    <a:pt x="361471" y="6021345"/>
                  </a:lnTo>
                  <a:lnTo>
                    <a:pt x="361597" y="6021345"/>
                  </a:lnTo>
                  <a:lnTo>
                    <a:pt x="361723" y="6021345"/>
                  </a:lnTo>
                  <a:lnTo>
                    <a:pt x="361723" y="6016434"/>
                  </a:lnTo>
                  <a:lnTo>
                    <a:pt x="361850" y="6016434"/>
                  </a:lnTo>
                  <a:lnTo>
                    <a:pt x="361976" y="6016434"/>
                  </a:lnTo>
                  <a:lnTo>
                    <a:pt x="362102" y="6016434"/>
                  </a:lnTo>
                  <a:lnTo>
                    <a:pt x="362228" y="6016434"/>
                  </a:lnTo>
                  <a:lnTo>
                    <a:pt x="362355" y="6016434"/>
                  </a:lnTo>
                  <a:lnTo>
                    <a:pt x="362481" y="6016434"/>
                  </a:lnTo>
                  <a:lnTo>
                    <a:pt x="362607" y="6016434"/>
                  </a:lnTo>
                  <a:lnTo>
                    <a:pt x="362733" y="6016434"/>
                  </a:lnTo>
                  <a:lnTo>
                    <a:pt x="362860" y="6016434"/>
                  </a:lnTo>
                  <a:lnTo>
                    <a:pt x="362986" y="6016434"/>
                  </a:lnTo>
                  <a:lnTo>
                    <a:pt x="363112" y="6016434"/>
                  </a:lnTo>
                  <a:lnTo>
                    <a:pt x="363238" y="6016434"/>
                  </a:lnTo>
                  <a:lnTo>
                    <a:pt x="363365" y="6016434"/>
                  </a:lnTo>
                  <a:lnTo>
                    <a:pt x="363491" y="6016434"/>
                  </a:lnTo>
                  <a:lnTo>
                    <a:pt x="363617" y="6016434"/>
                  </a:lnTo>
                  <a:lnTo>
                    <a:pt x="363743" y="6016434"/>
                  </a:lnTo>
                  <a:lnTo>
                    <a:pt x="363870" y="6016434"/>
                  </a:lnTo>
                  <a:lnTo>
                    <a:pt x="363996" y="6016434"/>
                  </a:lnTo>
                  <a:lnTo>
                    <a:pt x="364122" y="6016434"/>
                  </a:lnTo>
                  <a:lnTo>
                    <a:pt x="364248" y="6016434"/>
                  </a:lnTo>
                  <a:lnTo>
                    <a:pt x="364375" y="6016434"/>
                  </a:lnTo>
                  <a:lnTo>
                    <a:pt x="364501" y="6016434"/>
                  </a:lnTo>
                  <a:lnTo>
                    <a:pt x="364627" y="6016434"/>
                  </a:lnTo>
                  <a:lnTo>
                    <a:pt x="364753" y="6016434"/>
                  </a:lnTo>
                  <a:lnTo>
                    <a:pt x="364880" y="6016434"/>
                  </a:lnTo>
                  <a:lnTo>
                    <a:pt x="365006" y="6016434"/>
                  </a:lnTo>
                  <a:lnTo>
                    <a:pt x="365132" y="6016434"/>
                  </a:lnTo>
                  <a:lnTo>
                    <a:pt x="365258" y="6016434"/>
                  </a:lnTo>
                  <a:lnTo>
                    <a:pt x="365385" y="6016434"/>
                  </a:lnTo>
                  <a:lnTo>
                    <a:pt x="365511" y="6016434"/>
                  </a:lnTo>
                  <a:lnTo>
                    <a:pt x="365637" y="6016434"/>
                  </a:lnTo>
                  <a:lnTo>
                    <a:pt x="365763" y="6016434"/>
                  </a:lnTo>
                  <a:lnTo>
                    <a:pt x="365890" y="6016434"/>
                  </a:lnTo>
                  <a:lnTo>
                    <a:pt x="366016" y="6016434"/>
                  </a:lnTo>
                  <a:lnTo>
                    <a:pt x="366142" y="6016434"/>
                  </a:lnTo>
                  <a:lnTo>
                    <a:pt x="366269" y="6016434"/>
                  </a:lnTo>
                  <a:lnTo>
                    <a:pt x="366395" y="6016434"/>
                  </a:lnTo>
                  <a:lnTo>
                    <a:pt x="366521" y="6016434"/>
                  </a:lnTo>
                  <a:lnTo>
                    <a:pt x="366647" y="6016434"/>
                  </a:lnTo>
                  <a:lnTo>
                    <a:pt x="366774" y="6016434"/>
                  </a:lnTo>
                  <a:lnTo>
                    <a:pt x="366900" y="6016434"/>
                  </a:lnTo>
                  <a:lnTo>
                    <a:pt x="367026" y="6016434"/>
                  </a:lnTo>
                  <a:lnTo>
                    <a:pt x="367152" y="6016434"/>
                  </a:lnTo>
                  <a:lnTo>
                    <a:pt x="367279" y="6016434"/>
                  </a:lnTo>
                  <a:lnTo>
                    <a:pt x="367405" y="6016434"/>
                  </a:lnTo>
                  <a:lnTo>
                    <a:pt x="367531" y="6016434"/>
                  </a:lnTo>
                  <a:lnTo>
                    <a:pt x="367657" y="6016434"/>
                  </a:lnTo>
                  <a:lnTo>
                    <a:pt x="367784" y="6016434"/>
                  </a:lnTo>
                  <a:lnTo>
                    <a:pt x="367910" y="6016434"/>
                  </a:lnTo>
                  <a:lnTo>
                    <a:pt x="368036" y="6016434"/>
                  </a:lnTo>
                  <a:lnTo>
                    <a:pt x="368162" y="6016434"/>
                  </a:lnTo>
                  <a:lnTo>
                    <a:pt x="368289" y="6016434"/>
                  </a:lnTo>
                  <a:lnTo>
                    <a:pt x="368415" y="6016434"/>
                  </a:lnTo>
                  <a:lnTo>
                    <a:pt x="368541" y="6016434"/>
                  </a:lnTo>
                  <a:lnTo>
                    <a:pt x="368667" y="6016434"/>
                  </a:lnTo>
                  <a:lnTo>
                    <a:pt x="368794" y="6016434"/>
                  </a:lnTo>
                  <a:lnTo>
                    <a:pt x="368920" y="6016434"/>
                  </a:lnTo>
                  <a:lnTo>
                    <a:pt x="369046" y="6016434"/>
                  </a:lnTo>
                  <a:lnTo>
                    <a:pt x="369172" y="6016434"/>
                  </a:lnTo>
                  <a:lnTo>
                    <a:pt x="369299" y="6016434"/>
                  </a:lnTo>
                  <a:lnTo>
                    <a:pt x="369425" y="6016434"/>
                  </a:lnTo>
                  <a:lnTo>
                    <a:pt x="369551" y="6016434"/>
                  </a:lnTo>
                  <a:lnTo>
                    <a:pt x="369677" y="6016434"/>
                  </a:lnTo>
                  <a:lnTo>
                    <a:pt x="369804" y="6016434"/>
                  </a:lnTo>
                  <a:lnTo>
                    <a:pt x="369930" y="6016434"/>
                  </a:lnTo>
                  <a:lnTo>
                    <a:pt x="370056" y="6016434"/>
                  </a:lnTo>
                  <a:lnTo>
                    <a:pt x="370182" y="6016434"/>
                  </a:lnTo>
                  <a:lnTo>
                    <a:pt x="370309" y="6016434"/>
                  </a:lnTo>
                  <a:lnTo>
                    <a:pt x="370435" y="6016434"/>
                  </a:lnTo>
                  <a:lnTo>
                    <a:pt x="370561" y="6016434"/>
                  </a:lnTo>
                  <a:lnTo>
                    <a:pt x="370687" y="6016434"/>
                  </a:lnTo>
                  <a:lnTo>
                    <a:pt x="370814" y="6016434"/>
                  </a:lnTo>
                  <a:lnTo>
                    <a:pt x="370940" y="6016434"/>
                  </a:lnTo>
                  <a:lnTo>
                    <a:pt x="371066" y="6016434"/>
                  </a:lnTo>
                  <a:lnTo>
                    <a:pt x="371193" y="6016434"/>
                  </a:lnTo>
                  <a:lnTo>
                    <a:pt x="371319" y="6016434"/>
                  </a:lnTo>
                  <a:lnTo>
                    <a:pt x="371445" y="6016434"/>
                  </a:lnTo>
                  <a:lnTo>
                    <a:pt x="371571" y="6016434"/>
                  </a:lnTo>
                  <a:lnTo>
                    <a:pt x="371698" y="6016434"/>
                  </a:lnTo>
                  <a:lnTo>
                    <a:pt x="371824" y="6016434"/>
                  </a:lnTo>
                  <a:lnTo>
                    <a:pt x="371950" y="6016434"/>
                  </a:lnTo>
                  <a:lnTo>
                    <a:pt x="372076" y="6016434"/>
                  </a:lnTo>
                  <a:lnTo>
                    <a:pt x="372203" y="6016434"/>
                  </a:lnTo>
                  <a:lnTo>
                    <a:pt x="372329" y="6016434"/>
                  </a:lnTo>
                  <a:lnTo>
                    <a:pt x="372455" y="6016434"/>
                  </a:lnTo>
                  <a:lnTo>
                    <a:pt x="372581" y="6016434"/>
                  </a:lnTo>
                  <a:lnTo>
                    <a:pt x="372708" y="6016434"/>
                  </a:lnTo>
                  <a:lnTo>
                    <a:pt x="372834" y="6016434"/>
                  </a:lnTo>
                  <a:lnTo>
                    <a:pt x="372960" y="6016434"/>
                  </a:lnTo>
                  <a:lnTo>
                    <a:pt x="373086" y="6016434"/>
                  </a:lnTo>
                  <a:lnTo>
                    <a:pt x="373213" y="6016434"/>
                  </a:lnTo>
                  <a:lnTo>
                    <a:pt x="373339" y="6016434"/>
                  </a:lnTo>
                  <a:lnTo>
                    <a:pt x="373465" y="6016434"/>
                  </a:lnTo>
                  <a:lnTo>
                    <a:pt x="373591" y="6016434"/>
                  </a:lnTo>
                  <a:lnTo>
                    <a:pt x="373718" y="6016434"/>
                  </a:lnTo>
                  <a:lnTo>
                    <a:pt x="373718" y="6011522"/>
                  </a:lnTo>
                  <a:lnTo>
                    <a:pt x="373844" y="6011522"/>
                  </a:lnTo>
                  <a:lnTo>
                    <a:pt x="373970" y="6011522"/>
                  </a:lnTo>
                  <a:lnTo>
                    <a:pt x="374096" y="6011522"/>
                  </a:lnTo>
                  <a:lnTo>
                    <a:pt x="374223" y="6011522"/>
                  </a:lnTo>
                  <a:lnTo>
                    <a:pt x="374349" y="6011522"/>
                  </a:lnTo>
                  <a:lnTo>
                    <a:pt x="374475" y="6011522"/>
                  </a:lnTo>
                  <a:lnTo>
                    <a:pt x="374601" y="6011522"/>
                  </a:lnTo>
                  <a:lnTo>
                    <a:pt x="374728" y="6011522"/>
                  </a:lnTo>
                  <a:lnTo>
                    <a:pt x="374854" y="6011522"/>
                  </a:lnTo>
                  <a:lnTo>
                    <a:pt x="374980" y="6011522"/>
                  </a:lnTo>
                  <a:lnTo>
                    <a:pt x="375106" y="6011522"/>
                  </a:lnTo>
                  <a:lnTo>
                    <a:pt x="375233" y="6011522"/>
                  </a:lnTo>
                  <a:lnTo>
                    <a:pt x="375359" y="6011522"/>
                  </a:lnTo>
                  <a:lnTo>
                    <a:pt x="375485" y="6011522"/>
                  </a:lnTo>
                  <a:lnTo>
                    <a:pt x="375611" y="6011522"/>
                  </a:lnTo>
                  <a:lnTo>
                    <a:pt x="375738" y="6011522"/>
                  </a:lnTo>
                  <a:lnTo>
                    <a:pt x="375864" y="6011522"/>
                  </a:lnTo>
                  <a:lnTo>
                    <a:pt x="375990" y="6011522"/>
                  </a:lnTo>
                  <a:lnTo>
                    <a:pt x="376116" y="6011522"/>
                  </a:lnTo>
                  <a:lnTo>
                    <a:pt x="376243" y="6011522"/>
                  </a:lnTo>
                  <a:lnTo>
                    <a:pt x="376369" y="6011522"/>
                  </a:lnTo>
                  <a:lnTo>
                    <a:pt x="376495" y="6011522"/>
                  </a:lnTo>
                  <a:lnTo>
                    <a:pt x="376622" y="6011522"/>
                  </a:lnTo>
                  <a:lnTo>
                    <a:pt x="376748" y="6011522"/>
                  </a:lnTo>
                  <a:lnTo>
                    <a:pt x="376874" y="6011522"/>
                  </a:lnTo>
                  <a:lnTo>
                    <a:pt x="377000" y="6011522"/>
                  </a:lnTo>
                  <a:lnTo>
                    <a:pt x="377127" y="6011522"/>
                  </a:lnTo>
                  <a:lnTo>
                    <a:pt x="377253" y="6011522"/>
                  </a:lnTo>
                  <a:lnTo>
                    <a:pt x="377379" y="6011522"/>
                  </a:lnTo>
                  <a:lnTo>
                    <a:pt x="377505" y="6011522"/>
                  </a:lnTo>
                  <a:lnTo>
                    <a:pt x="377632" y="6011522"/>
                  </a:lnTo>
                  <a:lnTo>
                    <a:pt x="377758" y="6011522"/>
                  </a:lnTo>
                  <a:lnTo>
                    <a:pt x="377884" y="6011522"/>
                  </a:lnTo>
                  <a:lnTo>
                    <a:pt x="378010" y="6011522"/>
                  </a:lnTo>
                  <a:lnTo>
                    <a:pt x="378137" y="6011522"/>
                  </a:lnTo>
                  <a:lnTo>
                    <a:pt x="378263" y="6011522"/>
                  </a:lnTo>
                  <a:lnTo>
                    <a:pt x="378263" y="6006611"/>
                  </a:lnTo>
                  <a:lnTo>
                    <a:pt x="378389" y="6006611"/>
                  </a:lnTo>
                  <a:lnTo>
                    <a:pt x="378515" y="6006611"/>
                  </a:lnTo>
                  <a:lnTo>
                    <a:pt x="378642" y="6006611"/>
                  </a:lnTo>
                  <a:lnTo>
                    <a:pt x="378768" y="6006611"/>
                  </a:lnTo>
                  <a:lnTo>
                    <a:pt x="378894" y="6006611"/>
                  </a:lnTo>
                  <a:lnTo>
                    <a:pt x="379020" y="6006611"/>
                  </a:lnTo>
                  <a:lnTo>
                    <a:pt x="379147" y="6006611"/>
                  </a:lnTo>
                  <a:lnTo>
                    <a:pt x="379273" y="6006611"/>
                  </a:lnTo>
                  <a:lnTo>
                    <a:pt x="379399" y="6006611"/>
                  </a:lnTo>
                  <a:lnTo>
                    <a:pt x="379525" y="6006611"/>
                  </a:lnTo>
                  <a:lnTo>
                    <a:pt x="379652" y="6006611"/>
                  </a:lnTo>
                  <a:lnTo>
                    <a:pt x="379778" y="6006611"/>
                  </a:lnTo>
                  <a:lnTo>
                    <a:pt x="379904" y="6006611"/>
                  </a:lnTo>
                  <a:lnTo>
                    <a:pt x="380030" y="6006611"/>
                  </a:lnTo>
                  <a:lnTo>
                    <a:pt x="380157" y="6006611"/>
                  </a:lnTo>
                  <a:lnTo>
                    <a:pt x="380283" y="6006611"/>
                  </a:lnTo>
                  <a:lnTo>
                    <a:pt x="380409" y="6006611"/>
                  </a:lnTo>
                  <a:lnTo>
                    <a:pt x="380535" y="6006611"/>
                  </a:lnTo>
                  <a:lnTo>
                    <a:pt x="380662" y="6006611"/>
                  </a:lnTo>
                  <a:lnTo>
                    <a:pt x="380788" y="6006611"/>
                  </a:lnTo>
                  <a:lnTo>
                    <a:pt x="380914" y="6006611"/>
                  </a:lnTo>
                  <a:lnTo>
                    <a:pt x="381040" y="6006611"/>
                  </a:lnTo>
                  <a:lnTo>
                    <a:pt x="381167" y="6006611"/>
                  </a:lnTo>
                  <a:lnTo>
                    <a:pt x="381293" y="6006611"/>
                  </a:lnTo>
                  <a:lnTo>
                    <a:pt x="381419" y="6006611"/>
                  </a:lnTo>
                  <a:lnTo>
                    <a:pt x="381546" y="6006611"/>
                  </a:lnTo>
                  <a:lnTo>
                    <a:pt x="381672" y="6006611"/>
                  </a:lnTo>
                  <a:lnTo>
                    <a:pt x="381798" y="6006611"/>
                  </a:lnTo>
                  <a:lnTo>
                    <a:pt x="381924" y="6006611"/>
                  </a:lnTo>
                  <a:lnTo>
                    <a:pt x="382051" y="6006611"/>
                  </a:lnTo>
                  <a:lnTo>
                    <a:pt x="382177" y="6006611"/>
                  </a:lnTo>
                  <a:lnTo>
                    <a:pt x="382303" y="6006611"/>
                  </a:lnTo>
                  <a:lnTo>
                    <a:pt x="382429" y="6006611"/>
                  </a:lnTo>
                  <a:lnTo>
                    <a:pt x="382556" y="6006611"/>
                  </a:lnTo>
                  <a:lnTo>
                    <a:pt x="382682" y="6006611"/>
                  </a:lnTo>
                  <a:lnTo>
                    <a:pt x="382808" y="6006611"/>
                  </a:lnTo>
                  <a:lnTo>
                    <a:pt x="382934" y="6006611"/>
                  </a:lnTo>
                  <a:lnTo>
                    <a:pt x="383061" y="6006611"/>
                  </a:lnTo>
                  <a:lnTo>
                    <a:pt x="383187" y="6006611"/>
                  </a:lnTo>
                  <a:lnTo>
                    <a:pt x="383313" y="6006611"/>
                  </a:lnTo>
                  <a:lnTo>
                    <a:pt x="383439" y="6006611"/>
                  </a:lnTo>
                  <a:lnTo>
                    <a:pt x="383566" y="6006611"/>
                  </a:lnTo>
                  <a:lnTo>
                    <a:pt x="383692" y="6006611"/>
                  </a:lnTo>
                  <a:lnTo>
                    <a:pt x="383818" y="6006611"/>
                  </a:lnTo>
                  <a:lnTo>
                    <a:pt x="383944" y="6006611"/>
                  </a:lnTo>
                  <a:lnTo>
                    <a:pt x="384071" y="6006611"/>
                  </a:lnTo>
                  <a:lnTo>
                    <a:pt x="384197" y="6006611"/>
                  </a:lnTo>
                  <a:lnTo>
                    <a:pt x="384323" y="6006611"/>
                  </a:lnTo>
                  <a:lnTo>
                    <a:pt x="384449" y="6006611"/>
                  </a:lnTo>
                  <a:lnTo>
                    <a:pt x="384576" y="6006611"/>
                  </a:lnTo>
                  <a:lnTo>
                    <a:pt x="384702" y="6006611"/>
                  </a:lnTo>
                  <a:lnTo>
                    <a:pt x="384828" y="6006611"/>
                  </a:lnTo>
                  <a:lnTo>
                    <a:pt x="384954" y="6006611"/>
                  </a:lnTo>
                  <a:lnTo>
                    <a:pt x="385081" y="6006611"/>
                  </a:lnTo>
                  <a:lnTo>
                    <a:pt x="385207" y="6006611"/>
                  </a:lnTo>
                  <a:lnTo>
                    <a:pt x="385333" y="6006611"/>
                  </a:lnTo>
                  <a:lnTo>
                    <a:pt x="385459" y="6006611"/>
                  </a:lnTo>
                  <a:lnTo>
                    <a:pt x="385586" y="6006611"/>
                  </a:lnTo>
                  <a:lnTo>
                    <a:pt x="385712" y="6006611"/>
                  </a:lnTo>
                  <a:lnTo>
                    <a:pt x="385838" y="6006611"/>
                  </a:lnTo>
                  <a:lnTo>
                    <a:pt x="385964" y="6006611"/>
                  </a:lnTo>
                  <a:lnTo>
                    <a:pt x="386091" y="6006611"/>
                  </a:lnTo>
                  <a:lnTo>
                    <a:pt x="386217" y="6006611"/>
                  </a:lnTo>
                  <a:lnTo>
                    <a:pt x="386343" y="6006611"/>
                  </a:lnTo>
                  <a:lnTo>
                    <a:pt x="386469" y="6006611"/>
                  </a:lnTo>
                  <a:lnTo>
                    <a:pt x="386596" y="6006611"/>
                  </a:lnTo>
                  <a:lnTo>
                    <a:pt x="386722" y="6006611"/>
                  </a:lnTo>
                  <a:lnTo>
                    <a:pt x="386848" y="6006611"/>
                  </a:lnTo>
                  <a:lnTo>
                    <a:pt x="386975" y="6006611"/>
                  </a:lnTo>
                  <a:lnTo>
                    <a:pt x="387101" y="6006611"/>
                  </a:lnTo>
                  <a:lnTo>
                    <a:pt x="387227" y="6006611"/>
                  </a:lnTo>
                  <a:lnTo>
                    <a:pt x="387353" y="6006611"/>
                  </a:lnTo>
                  <a:lnTo>
                    <a:pt x="387480" y="6006611"/>
                  </a:lnTo>
                  <a:lnTo>
                    <a:pt x="387606" y="6006611"/>
                  </a:lnTo>
                  <a:lnTo>
                    <a:pt x="387732" y="6006611"/>
                  </a:lnTo>
                  <a:lnTo>
                    <a:pt x="387858" y="6006611"/>
                  </a:lnTo>
                  <a:lnTo>
                    <a:pt x="387985" y="6006611"/>
                  </a:lnTo>
                  <a:lnTo>
                    <a:pt x="388111" y="6006611"/>
                  </a:lnTo>
                  <a:lnTo>
                    <a:pt x="388237" y="6006611"/>
                  </a:lnTo>
                  <a:lnTo>
                    <a:pt x="388363" y="6006611"/>
                  </a:lnTo>
                  <a:lnTo>
                    <a:pt x="388490" y="6006611"/>
                  </a:lnTo>
                  <a:lnTo>
                    <a:pt x="388616" y="6006611"/>
                  </a:lnTo>
                  <a:lnTo>
                    <a:pt x="388742" y="6006611"/>
                  </a:lnTo>
                  <a:lnTo>
                    <a:pt x="388868" y="6006611"/>
                  </a:lnTo>
                  <a:lnTo>
                    <a:pt x="388995" y="6006611"/>
                  </a:lnTo>
                  <a:lnTo>
                    <a:pt x="389121" y="6006611"/>
                  </a:lnTo>
                  <a:lnTo>
                    <a:pt x="389247" y="6006611"/>
                  </a:lnTo>
                  <a:lnTo>
                    <a:pt x="389373" y="6006611"/>
                  </a:lnTo>
                  <a:lnTo>
                    <a:pt x="389500" y="6006611"/>
                  </a:lnTo>
                  <a:lnTo>
                    <a:pt x="389626" y="6006611"/>
                  </a:lnTo>
                  <a:lnTo>
                    <a:pt x="389752" y="6006611"/>
                  </a:lnTo>
                  <a:lnTo>
                    <a:pt x="389878" y="6006611"/>
                  </a:lnTo>
                  <a:lnTo>
                    <a:pt x="390005" y="6006611"/>
                  </a:lnTo>
                  <a:lnTo>
                    <a:pt x="390131" y="6006611"/>
                  </a:lnTo>
                  <a:lnTo>
                    <a:pt x="390257" y="6006611"/>
                  </a:lnTo>
                  <a:lnTo>
                    <a:pt x="390383" y="6006611"/>
                  </a:lnTo>
                  <a:lnTo>
                    <a:pt x="390510" y="6006611"/>
                  </a:lnTo>
                  <a:lnTo>
                    <a:pt x="390636" y="6006611"/>
                  </a:lnTo>
                  <a:lnTo>
                    <a:pt x="390762" y="6006611"/>
                  </a:lnTo>
                  <a:lnTo>
                    <a:pt x="390888" y="6006611"/>
                  </a:lnTo>
                  <a:lnTo>
                    <a:pt x="391015" y="6006611"/>
                  </a:lnTo>
                  <a:lnTo>
                    <a:pt x="391141" y="6006611"/>
                  </a:lnTo>
                  <a:lnTo>
                    <a:pt x="391267" y="6006611"/>
                  </a:lnTo>
                  <a:lnTo>
                    <a:pt x="391393" y="6006611"/>
                  </a:lnTo>
                  <a:lnTo>
                    <a:pt x="391520" y="6006611"/>
                  </a:lnTo>
                  <a:lnTo>
                    <a:pt x="391646" y="6006611"/>
                  </a:lnTo>
                  <a:lnTo>
                    <a:pt x="391772" y="6006611"/>
                  </a:lnTo>
                  <a:lnTo>
                    <a:pt x="391899" y="6006611"/>
                  </a:lnTo>
                  <a:lnTo>
                    <a:pt x="392025" y="6006611"/>
                  </a:lnTo>
                  <a:lnTo>
                    <a:pt x="392151" y="6006611"/>
                  </a:lnTo>
                  <a:lnTo>
                    <a:pt x="392277" y="6006611"/>
                  </a:lnTo>
                  <a:lnTo>
                    <a:pt x="392404" y="6006611"/>
                  </a:lnTo>
                  <a:lnTo>
                    <a:pt x="392530" y="6006611"/>
                  </a:lnTo>
                  <a:lnTo>
                    <a:pt x="392656" y="6006611"/>
                  </a:lnTo>
                  <a:lnTo>
                    <a:pt x="392782" y="6006611"/>
                  </a:lnTo>
                  <a:lnTo>
                    <a:pt x="392909" y="6006611"/>
                  </a:lnTo>
                  <a:lnTo>
                    <a:pt x="393035" y="6006611"/>
                  </a:lnTo>
                  <a:lnTo>
                    <a:pt x="393161" y="6006611"/>
                  </a:lnTo>
                  <a:lnTo>
                    <a:pt x="393287" y="6006611"/>
                  </a:lnTo>
                  <a:lnTo>
                    <a:pt x="393414" y="6006611"/>
                  </a:lnTo>
                  <a:lnTo>
                    <a:pt x="393540" y="6006611"/>
                  </a:lnTo>
                  <a:lnTo>
                    <a:pt x="393540" y="6001700"/>
                  </a:lnTo>
                  <a:lnTo>
                    <a:pt x="393666" y="6001700"/>
                  </a:lnTo>
                  <a:lnTo>
                    <a:pt x="393792" y="6001700"/>
                  </a:lnTo>
                  <a:lnTo>
                    <a:pt x="393919" y="6001700"/>
                  </a:lnTo>
                  <a:lnTo>
                    <a:pt x="394045" y="6001700"/>
                  </a:lnTo>
                  <a:lnTo>
                    <a:pt x="394171" y="6001700"/>
                  </a:lnTo>
                  <a:lnTo>
                    <a:pt x="394297" y="6001700"/>
                  </a:lnTo>
                  <a:lnTo>
                    <a:pt x="394424" y="6001700"/>
                  </a:lnTo>
                  <a:lnTo>
                    <a:pt x="394550" y="6001700"/>
                  </a:lnTo>
                  <a:lnTo>
                    <a:pt x="394676" y="6001700"/>
                  </a:lnTo>
                  <a:lnTo>
                    <a:pt x="394802" y="6001700"/>
                  </a:lnTo>
                  <a:lnTo>
                    <a:pt x="394929" y="6001700"/>
                  </a:lnTo>
                  <a:lnTo>
                    <a:pt x="395055" y="6001700"/>
                  </a:lnTo>
                  <a:lnTo>
                    <a:pt x="395181" y="6001700"/>
                  </a:lnTo>
                  <a:lnTo>
                    <a:pt x="395181" y="5996788"/>
                  </a:lnTo>
                  <a:lnTo>
                    <a:pt x="395307" y="5996788"/>
                  </a:lnTo>
                  <a:lnTo>
                    <a:pt x="395307" y="5991877"/>
                  </a:lnTo>
                  <a:lnTo>
                    <a:pt x="395434" y="5991877"/>
                  </a:lnTo>
                  <a:lnTo>
                    <a:pt x="395560" y="5991877"/>
                  </a:lnTo>
                  <a:lnTo>
                    <a:pt x="395686" y="5991877"/>
                  </a:lnTo>
                  <a:lnTo>
                    <a:pt x="395812" y="5991877"/>
                  </a:lnTo>
                  <a:lnTo>
                    <a:pt x="395939" y="5991877"/>
                  </a:lnTo>
                  <a:lnTo>
                    <a:pt x="396065" y="5991877"/>
                  </a:lnTo>
                  <a:lnTo>
                    <a:pt x="396191" y="5991877"/>
                  </a:lnTo>
                  <a:lnTo>
                    <a:pt x="396317" y="5991877"/>
                  </a:lnTo>
                  <a:lnTo>
                    <a:pt x="396444" y="5991877"/>
                  </a:lnTo>
                  <a:lnTo>
                    <a:pt x="396570" y="5991877"/>
                  </a:lnTo>
                  <a:lnTo>
                    <a:pt x="396696" y="5991877"/>
                  </a:lnTo>
                  <a:lnTo>
                    <a:pt x="396822" y="5991877"/>
                  </a:lnTo>
                  <a:lnTo>
                    <a:pt x="396949" y="5991877"/>
                  </a:lnTo>
                  <a:lnTo>
                    <a:pt x="397075" y="5991877"/>
                  </a:lnTo>
                  <a:lnTo>
                    <a:pt x="397201" y="5991877"/>
                  </a:lnTo>
                  <a:lnTo>
                    <a:pt x="397328" y="5991877"/>
                  </a:lnTo>
                  <a:lnTo>
                    <a:pt x="397454" y="5991877"/>
                  </a:lnTo>
                  <a:lnTo>
                    <a:pt x="397454" y="5986966"/>
                  </a:lnTo>
                  <a:lnTo>
                    <a:pt x="397580" y="5986966"/>
                  </a:lnTo>
                  <a:lnTo>
                    <a:pt x="397706" y="5986966"/>
                  </a:lnTo>
                  <a:lnTo>
                    <a:pt x="397833" y="5986966"/>
                  </a:lnTo>
                  <a:lnTo>
                    <a:pt x="397959" y="5986966"/>
                  </a:lnTo>
                  <a:lnTo>
                    <a:pt x="397959" y="5982054"/>
                  </a:lnTo>
                  <a:lnTo>
                    <a:pt x="398085" y="5982054"/>
                  </a:lnTo>
                  <a:lnTo>
                    <a:pt x="398211" y="5982054"/>
                  </a:lnTo>
                  <a:lnTo>
                    <a:pt x="398338" y="5982054"/>
                  </a:lnTo>
                  <a:lnTo>
                    <a:pt x="398464" y="5982054"/>
                  </a:lnTo>
                  <a:lnTo>
                    <a:pt x="398590" y="5982054"/>
                  </a:lnTo>
                  <a:lnTo>
                    <a:pt x="398716" y="5982054"/>
                  </a:lnTo>
                  <a:lnTo>
                    <a:pt x="398843" y="5982054"/>
                  </a:lnTo>
                  <a:lnTo>
                    <a:pt x="398969" y="5982054"/>
                  </a:lnTo>
                  <a:lnTo>
                    <a:pt x="399095" y="5982054"/>
                  </a:lnTo>
                  <a:lnTo>
                    <a:pt x="399221" y="5982054"/>
                  </a:lnTo>
                  <a:lnTo>
                    <a:pt x="399348" y="5982054"/>
                  </a:lnTo>
                  <a:lnTo>
                    <a:pt x="399474" y="5982054"/>
                  </a:lnTo>
                  <a:lnTo>
                    <a:pt x="399600" y="5982054"/>
                  </a:lnTo>
                  <a:lnTo>
                    <a:pt x="399726" y="5982054"/>
                  </a:lnTo>
                  <a:lnTo>
                    <a:pt x="399853" y="5982054"/>
                  </a:lnTo>
                  <a:lnTo>
                    <a:pt x="399979" y="5982054"/>
                  </a:lnTo>
                  <a:lnTo>
                    <a:pt x="400105" y="5982054"/>
                  </a:lnTo>
                  <a:lnTo>
                    <a:pt x="400231" y="5982054"/>
                  </a:lnTo>
                  <a:lnTo>
                    <a:pt x="400358" y="5982054"/>
                  </a:lnTo>
                  <a:lnTo>
                    <a:pt x="400484" y="5982054"/>
                  </a:lnTo>
                  <a:lnTo>
                    <a:pt x="400610" y="5982054"/>
                  </a:lnTo>
                  <a:lnTo>
                    <a:pt x="400736" y="5982054"/>
                  </a:lnTo>
                  <a:lnTo>
                    <a:pt x="400863" y="5982054"/>
                  </a:lnTo>
                  <a:lnTo>
                    <a:pt x="400989" y="5982054"/>
                  </a:lnTo>
                  <a:lnTo>
                    <a:pt x="401115" y="5982054"/>
                  </a:lnTo>
                  <a:lnTo>
                    <a:pt x="401241" y="5982054"/>
                  </a:lnTo>
                  <a:lnTo>
                    <a:pt x="401368" y="5982054"/>
                  </a:lnTo>
                  <a:lnTo>
                    <a:pt x="401494" y="5982054"/>
                  </a:lnTo>
                  <a:lnTo>
                    <a:pt x="401620" y="5982054"/>
                  </a:lnTo>
                  <a:lnTo>
                    <a:pt x="401746" y="5982054"/>
                  </a:lnTo>
                  <a:lnTo>
                    <a:pt x="401873" y="5982054"/>
                  </a:lnTo>
                  <a:lnTo>
                    <a:pt x="401999" y="5982054"/>
                  </a:lnTo>
                  <a:lnTo>
                    <a:pt x="402125" y="5982054"/>
                  </a:lnTo>
                  <a:lnTo>
                    <a:pt x="402125" y="5977143"/>
                  </a:lnTo>
                  <a:lnTo>
                    <a:pt x="402252" y="5977143"/>
                  </a:lnTo>
                  <a:lnTo>
                    <a:pt x="402378" y="5977143"/>
                  </a:lnTo>
                  <a:lnTo>
                    <a:pt x="402504" y="5977143"/>
                  </a:lnTo>
                  <a:lnTo>
                    <a:pt x="402630" y="5977143"/>
                  </a:lnTo>
                  <a:lnTo>
                    <a:pt x="402757" y="5977143"/>
                  </a:lnTo>
                  <a:lnTo>
                    <a:pt x="402883" y="5977143"/>
                  </a:lnTo>
                  <a:lnTo>
                    <a:pt x="403009" y="5977143"/>
                  </a:lnTo>
                  <a:lnTo>
                    <a:pt x="403135" y="5977143"/>
                  </a:lnTo>
                  <a:lnTo>
                    <a:pt x="403262" y="5977143"/>
                  </a:lnTo>
                  <a:lnTo>
                    <a:pt x="403388" y="5977143"/>
                  </a:lnTo>
                  <a:lnTo>
                    <a:pt x="403514" y="5977143"/>
                  </a:lnTo>
                  <a:lnTo>
                    <a:pt x="403640" y="5977143"/>
                  </a:lnTo>
                  <a:lnTo>
                    <a:pt x="403767" y="5977143"/>
                  </a:lnTo>
                  <a:lnTo>
                    <a:pt x="403893" y="5977143"/>
                  </a:lnTo>
                  <a:lnTo>
                    <a:pt x="404019" y="5977143"/>
                  </a:lnTo>
                  <a:lnTo>
                    <a:pt x="404145" y="5977143"/>
                  </a:lnTo>
                  <a:lnTo>
                    <a:pt x="404272" y="5977143"/>
                  </a:lnTo>
                  <a:lnTo>
                    <a:pt x="404398" y="5977143"/>
                  </a:lnTo>
                  <a:lnTo>
                    <a:pt x="404524" y="5977143"/>
                  </a:lnTo>
                  <a:lnTo>
                    <a:pt x="404650" y="5977143"/>
                  </a:lnTo>
                  <a:lnTo>
                    <a:pt x="404777" y="5977143"/>
                  </a:lnTo>
                  <a:lnTo>
                    <a:pt x="404903" y="5977143"/>
                  </a:lnTo>
                  <a:lnTo>
                    <a:pt x="405029" y="5977143"/>
                  </a:lnTo>
                  <a:lnTo>
                    <a:pt x="405155" y="5977143"/>
                  </a:lnTo>
                  <a:lnTo>
                    <a:pt x="405155" y="5972231"/>
                  </a:lnTo>
                  <a:lnTo>
                    <a:pt x="405282" y="5972231"/>
                  </a:lnTo>
                  <a:lnTo>
                    <a:pt x="405408" y="5972231"/>
                  </a:lnTo>
                  <a:lnTo>
                    <a:pt x="405534" y="5972231"/>
                  </a:lnTo>
                  <a:lnTo>
                    <a:pt x="405660" y="5972231"/>
                  </a:lnTo>
                  <a:lnTo>
                    <a:pt x="405787" y="5972231"/>
                  </a:lnTo>
                  <a:lnTo>
                    <a:pt x="405913" y="5972231"/>
                  </a:lnTo>
                  <a:lnTo>
                    <a:pt x="406039" y="5972231"/>
                  </a:lnTo>
                  <a:lnTo>
                    <a:pt x="406165" y="5972231"/>
                  </a:lnTo>
                  <a:lnTo>
                    <a:pt x="406292" y="5972231"/>
                  </a:lnTo>
                  <a:lnTo>
                    <a:pt x="406418" y="5972231"/>
                  </a:lnTo>
                  <a:lnTo>
                    <a:pt x="406544" y="5972231"/>
                  </a:lnTo>
                  <a:lnTo>
                    <a:pt x="406670" y="5972231"/>
                  </a:lnTo>
                  <a:lnTo>
                    <a:pt x="406797" y="5972231"/>
                  </a:lnTo>
                  <a:lnTo>
                    <a:pt x="406923" y="5972231"/>
                  </a:lnTo>
                  <a:lnTo>
                    <a:pt x="407049" y="5972231"/>
                  </a:lnTo>
                  <a:lnTo>
                    <a:pt x="407175" y="5972231"/>
                  </a:lnTo>
                  <a:lnTo>
                    <a:pt x="407302" y="5972231"/>
                  </a:lnTo>
                  <a:lnTo>
                    <a:pt x="407428" y="5972231"/>
                  </a:lnTo>
                  <a:lnTo>
                    <a:pt x="407554" y="5972231"/>
                  </a:lnTo>
                  <a:lnTo>
                    <a:pt x="407681" y="5972231"/>
                  </a:lnTo>
                  <a:lnTo>
                    <a:pt x="407807" y="5972231"/>
                  </a:lnTo>
                  <a:lnTo>
                    <a:pt x="407933" y="5972231"/>
                  </a:lnTo>
                  <a:lnTo>
                    <a:pt x="408059" y="5972231"/>
                  </a:lnTo>
                  <a:lnTo>
                    <a:pt x="408186" y="5972231"/>
                  </a:lnTo>
                  <a:lnTo>
                    <a:pt x="408312" y="5972231"/>
                  </a:lnTo>
                  <a:lnTo>
                    <a:pt x="408438" y="5972231"/>
                  </a:lnTo>
                  <a:lnTo>
                    <a:pt x="408564" y="5972231"/>
                  </a:lnTo>
                  <a:lnTo>
                    <a:pt x="408691" y="5972231"/>
                  </a:lnTo>
                  <a:lnTo>
                    <a:pt x="408817" y="5972231"/>
                  </a:lnTo>
                  <a:lnTo>
                    <a:pt x="408943" y="5972231"/>
                  </a:lnTo>
                  <a:lnTo>
                    <a:pt x="409069" y="5972231"/>
                  </a:lnTo>
                  <a:lnTo>
                    <a:pt x="409196" y="5972231"/>
                  </a:lnTo>
                  <a:lnTo>
                    <a:pt x="409322" y="5972231"/>
                  </a:lnTo>
                  <a:lnTo>
                    <a:pt x="409448" y="5972231"/>
                  </a:lnTo>
                  <a:lnTo>
                    <a:pt x="409574" y="5972231"/>
                  </a:lnTo>
                  <a:lnTo>
                    <a:pt x="409701" y="5972231"/>
                  </a:lnTo>
                  <a:lnTo>
                    <a:pt x="409827" y="5972231"/>
                  </a:lnTo>
                  <a:lnTo>
                    <a:pt x="409953" y="5972231"/>
                  </a:lnTo>
                  <a:lnTo>
                    <a:pt x="410079" y="5972231"/>
                  </a:lnTo>
                  <a:lnTo>
                    <a:pt x="410206" y="5972231"/>
                  </a:lnTo>
                  <a:lnTo>
                    <a:pt x="410332" y="5972231"/>
                  </a:lnTo>
                  <a:lnTo>
                    <a:pt x="410458" y="5972231"/>
                  </a:lnTo>
                  <a:lnTo>
                    <a:pt x="410584" y="5972231"/>
                  </a:lnTo>
                  <a:lnTo>
                    <a:pt x="410711" y="5972231"/>
                  </a:lnTo>
                  <a:lnTo>
                    <a:pt x="410837" y="5972231"/>
                  </a:lnTo>
                  <a:lnTo>
                    <a:pt x="410963" y="5972231"/>
                  </a:lnTo>
                  <a:lnTo>
                    <a:pt x="411089" y="5972231"/>
                  </a:lnTo>
                  <a:lnTo>
                    <a:pt x="411216" y="5972231"/>
                  </a:lnTo>
                  <a:lnTo>
                    <a:pt x="411342" y="5972231"/>
                  </a:lnTo>
                  <a:lnTo>
                    <a:pt x="411468" y="5972231"/>
                  </a:lnTo>
                  <a:lnTo>
                    <a:pt x="411594" y="5972231"/>
                  </a:lnTo>
                  <a:lnTo>
                    <a:pt x="411721" y="5972231"/>
                  </a:lnTo>
                  <a:lnTo>
                    <a:pt x="411847" y="5972231"/>
                  </a:lnTo>
                  <a:lnTo>
                    <a:pt x="411973" y="5972231"/>
                  </a:lnTo>
                  <a:lnTo>
                    <a:pt x="412099" y="5972231"/>
                  </a:lnTo>
                  <a:lnTo>
                    <a:pt x="412226" y="5972231"/>
                  </a:lnTo>
                  <a:lnTo>
                    <a:pt x="412352" y="5972231"/>
                  </a:lnTo>
                  <a:lnTo>
                    <a:pt x="412478" y="5972231"/>
                  </a:lnTo>
                  <a:lnTo>
                    <a:pt x="412605" y="5972231"/>
                  </a:lnTo>
                  <a:lnTo>
                    <a:pt x="412731" y="5972231"/>
                  </a:lnTo>
                  <a:lnTo>
                    <a:pt x="412857" y="5972231"/>
                  </a:lnTo>
                  <a:lnTo>
                    <a:pt x="412983" y="5972231"/>
                  </a:lnTo>
                  <a:lnTo>
                    <a:pt x="413110" y="5972231"/>
                  </a:lnTo>
                  <a:lnTo>
                    <a:pt x="413236" y="5972231"/>
                  </a:lnTo>
                  <a:lnTo>
                    <a:pt x="413362" y="5972231"/>
                  </a:lnTo>
                  <a:lnTo>
                    <a:pt x="413488" y="5972231"/>
                  </a:lnTo>
                  <a:lnTo>
                    <a:pt x="413615" y="5972231"/>
                  </a:lnTo>
                  <a:lnTo>
                    <a:pt x="413741" y="5972231"/>
                  </a:lnTo>
                  <a:lnTo>
                    <a:pt x="413867" y="5972231"/>
                  </a:lnTo>
                  <a:lnTo>
                    <a:pt x="413993" y="5972231"/>
                  </a:lnTo>
                  <a:lnTo>
                    <a:pt x="414120" y="5972231"/>
                  </a:lnTo>
                  <a:lnTo>
                    <a:pt x="414246" y="5972231"/>
                  </a:lnTo>
                  <a:lnTo>
                    <a:pt x="414372" y="5972231"/>
                  </a:lnTo>
                  <a:lnTo>
                    <a:pt x="414498" y="5972231"/>
                  </a:lnTo>
                  <a:lnTo>
                    <a:pt x="414625" y="5972231"/>
                  </a:lnTo>
                  <a:lnTo>
                    <a:pt x="414751" y="5972231"/>
                  </a:lnTo>
                  <a:lnTo>
                    <a:pt x="414877" y="5972231"/>
                  </a:lnTo>
                  <a:lnTo>
                    <a:pt x="415003" y="5972231"/>
                  </a:lnTo>
                  <a:lnTo>
                    <a:pt x="415130" y="5972231"/>
                  </a:lnTo>
                  <a:lnTo>
                    <a:pt x="415256" y="5972231"/>
                  </a:lnTo>
                  <a:lnTo>
                    <a:pt x="415382" y="5972231"/>
                  </a:lnTo>
                  <a:lnTo>
                    <a:pt x="415508" y="5972231"/>
                  </a:lnTo>
                  <a:lnTo>
                    <a:pt x="415635" y="5972231"/>
                  </a:lnTo>
                  <a:lnTo>
                    <a:pt x="415761" y="5972231"/>
                  </a:lnTo>
                  <a:lnTo>
                    <a:pt x="415887" y="5972231"/>
                  </a:lnTo>
                  <a:lnTo>
                    <a:pt x="416013" y="5972231"/>
                  </a:lnTo>
                  <a:lnTo>
                    <a:pt x="416140" y="5972231"/>
                  </a:lnTo>
                  <a:lnTo>
                    <a:pt x="416266" y="5972231"/>
                  </a:lnTo>
                  <a:lnTo>
                    <a:pt x="416392" y="5972231"/>
                  </a:lnTo>
                  <a:lnTo>
                    <a:pt x="416518" y="5972231"/>
                  </a:lnTo>
                  <a:lnTo>
                    <a:pt x="416645" y="5972231"/>
                  </a:lnTo>
                  <a:lnTo>
                    <a:pt x="416771" y="5972231"/>
                  </a:lnTo>
                  <a:lnTo>
                    <a:pt x="416897" y="5972231"/>
                  </a:lnTo>
                  <a:lnTo>
                    <a:pt x="417023" y="5972231"/>
                  </a:lnTo>
                  <a:lnTo>
                    <a:pt x="417150" y="5972231"/>
                  </a:lnTo>
                  <a:lnTo>
                    <a:pt x="417276" y="5972231"/>
                  </a:lnTo>
                  <a:lnTo>
                    <a:pt x="417402" y="5972231"/>
                  </a:lnTo>
                  <a:lnTo>
                    <a:pt x="417529" y="5972231"/>
                  </a:lnTo>
                  <a:lnTo>
                    <a:pt x="417655" y="5972231"/>
                  </a:lnTo>
                  <a:lnTo>
                    <a:pt x="417781" y="5972231"/>
                  </a:lnTo>
                  <a:lnTo>
                    <a:pt x="417781" y="5967320"/>
                  </a:lnTo>
                  <a:lnTo>
                    <a:pt x="417907" y="5967320"/>
                  </a:lnTo>
                  <a:lnTo>
                    <a:pt x="418034" y="5967320"/>
                  </a:lnTo>
                  <a:lnTo>
                    <a:pt x="418160" y="5967320"/>
                  </a:lnTo>
                  <a:lnTo>
                    <a:pt x="418286" y="5967320"/>
                  </a:lnTo>
                  <a:lnTo>
                    <a:pt x="418412" y="5967320"/>
                  </a:lnTo>
                  <a:lnTo>
                    <a:pt x="418539" y="5967320"/>
                  </a:lnTo>
                  <a:lnTo>
                    <a:pt x="418665" y="5967320"/>
                  </a:lnTo>
                  <a:lnTo>
                    <a:pt x="418791" y="5967320"/>
                  </a:lnTo>
                  <a:lnTo>
                    <a:pt x="418917" y="5967320"/>
                  </a:lnTo>
                  <a:lnTo>
                    <a:pt x="419044" y="5967320"/>
                  </a:lnTo>
                  <a:lnTo>
                    <a:pt x="419170" y="5967320"/>
                  </a:lnTo>
                  <a:lnTo>
                    <a:pt x="419296" y="5967320"/>
                  </a:lnTo>
                  <a:lnTo>
                    <a:pt x="419296" y="5962409"/>
                  </a:lnTo>
                  <a:lnTo>
                    <a:pt x="419422" y="5962409"/>
                  </a:lnTo>
                  <a:lnTo>
                    <a:pt x="419422" y="5957497"/>
                  </a:lnTo>
                  <a:lnTo>
                    <a:pt x="419549" y="5957497"/>
                  </a:lnTo>
                  <a:lnTo>
                    <a:pt x="419675" y="5957497"/>
                  </a:lnTo>
                  <a:lnTo>
                    <a:pt x="419801" y="5957497"/>
                  </a:lnTo>
                  <a:lnTo>
                    <a:pt x="419927" y="5957497"/>
                  </a:lnTo>
                  <a:lnTo>
                    <a:pt x="420054" y="5957497"/>
                  </a:lnTo>
                  <a:lnTo>
                    <a:pt x="420180" y="5957497"/>
                  </a:lnTo>
                  <a:lnTo>
                    <a:pt x="420306" y="5957497"/>
                  </a:lnTo>
                  <a:lnTo>
                    <a:pt x="420432" y="5957497"/>
                  </a:lnTo>
                  <a:lnTo>
                    <a:pt x="420559" y="5957497"/>
                  </a:lnTo>
                  <a:lnTo>
                    <a:pt x="420685" y="5957497"/>
                  </a:lnTo>
                  <a:lnTo>
                    <a:pt x="420811" y="5957497"/>
                  </a:lnTo>
                  <a:lnTo>
                    <a:pt x="420937" y="5957497"/>
                  </a:lnTo>
                  <a:lnTo>
                    <a:pt x="420937" y="5952586"/>
                  </a:lnTo>
                  <a:lnTo>
                    <a:pt x="421064" y="5952586"/>
                  </a:lnTo>
                  <a:lnTo>
                    <a:pt x="421190" y="5952586"/>
                  </a:lnTo>
                  <a:lnTo>
                    <a:pt x="421316" y="5952586"/>
                  </a:lnTo>
                  <a:lnTo>
                    <a:pt x="421442" y="5952586"/>
                  </a:lnTo>
                  <a:lnTo>
                    <a:pt x="421442" y="5947675"/>
                  </a:lnTo>
                  <a:lnTo>
                    <a:pt x="421569" y="5947675"/>
                  </a:lnTo>
                  <a:lnTo>
                    <a:pt x="421695" y="5947675"/>
                  </a:lnTo>
                  <a:lnTo>
                    <a:pt x="421821" y="5947675"/>
                  </a:lnTo>
                  <a:lnTo>
                    <a:pt x="421947" y="5947675"/>
                  </a:lnTo>
                  <a:lnTo>
                    <a:pt x="422074" y="5947675"/>
                  </a:lnTo>
                  <a:lnTo>
                    <a:pt x="422200" y="5947675"/>
                  </a:lnTo>
                  <a:lnTo>
                    <a:pt x="422326" y="5947675"/>
                  </a:lnTo>
                  <a:lnTo>
                    <a:pt x="422452" y="5947675"/>
                  </a:lnTo>
                  <a:lnTo>
                    <a:pt x="422579" y="5947675"/>
                  </a:lnTo>
                  <a:lnTo>
                    <a:pt x="422579" y="5942763"/>
                  </a:lnTo>
                  <a:lnTo>
                    <a:pt x="422705" y="5942763"/>
                  </a:lnTo>
                  <a:lnTo>
                    <a:pt x="422831" y="5942763"/>
                  </a:lnTo>
                  <a:lnTo>
                    <a:pt x="422958" y="5942763"/>
                  </a:lnTo>
                  <a:lnTo>
                    <a:pt x="423084" y="5942763"/>
                  </a:lnTo>
                  <a:lnTo>
                    <a:pt x="423210" y="5942763"/>
                  </a:lnTo>
                  <a:lnTo>
                    <a:pt x="423336" y="5942763"/>
                  </a:lnTo>
                  <a:lnTo>
                    <a:pt x="423463" y="5942763"/>
                  </a:lnTo>
                  <a:lnTo>
                    <a:pt x="423589" y="5942763"/>
                  </a:lnTo>
                  <a:lnTo>
                    <a:pt x="423589" y="5937852"/>
                  </a:lnTo>
                  <a:lnTo>
                    <a:pt x="423715" y="5937852"/>
                  </a:lnTo>
                  <a:lnTo>
                    <a:pt x="423841" y="5937852"/>
                  </a:lnTo>
                  <a:lnTo>
                    <a:pt x="423968" y="5937852"/>
                  </a:lnTo>
                  <a:lnTo>
                    <a:pt x="424094" y="5937852"/>
                  </a:lnTo>
                  <a:lnTo>
                    <a:pt x="424220" y="5937852"/>
                  </a:lnTo>
                  <a:lnTo>
                    <a:pt x="424346" y="5937852"/>
                  </a:lnTo>
                  <a:lnTo>
                    <a:pt x="424473" y="5937852"/>
                  </a:lnTo>
                  <a:lnTo>
                    <a:pt x="424599" y="5937852"/>
                  </a:lnTo>
                  <a:lnTo>
                    <a:pt x="424725" y="5937852"/>
                  </a:lnTo>
                  <a:lnTo>
                    <a:pt x="424851" y="5937852"/>
                  </a:lnTo>
                  <a:lnTo>
                    <a:pt x="424978" y="5937852"/>
                  </a:lnTo>
                  <a:lnTo>
                    <a:pt x="425104" y="5937852"/>
                  </a:lnTo>
                  <a:lnTo>
                    <a:pt x="425230" y="5937852"/>
                  </a:lnTo>
                  <a:lnTo>
                    <a:pt x="425356" y="5937852"/>
                  </a:lnTo>
                  <a:lnTo>
                    <a:pt x="425483" y="5937852"/>
                  </a:lnTo>
                  <a:lnTo>
                    <a:pt x="425609" y="5937852"/>
                  </a:lnTo>
                  <a:lnTo>
                    <a:pt x="425735" y="5937852"/>
                  </a:lnTo>
                  <a:lnTo>
                    <a:pt x="425861" y="5937852"/>
                  </a:lnTo>
                  <a:lnTo>
                    <a:pt x="425988" y="5937852"/>
                  </a:lnTo>
                  <a:lnTo>
                    <a:pt x="426114" y="5937852"/>
                  </a:lnTo>
                  <a:lnTo>
                    <a:pt x="426240" y="5937852"/>
                  </a:lnTo>
                  <a:lnTo>
                    <a:pt x="426366" y="5937852"/>
                  </a:lnTo>
                  <a:lnTo>
                    <a:pt x="426493" y="5937852"/>
                  </a:lnTo>
                  <a:lnTo>
                    <a:pt x="426619" y="5937852"/>
                  </a:lnTo>
                  <a:lnTo>
                    <a:pt x="426745" y="5937852"/>
                  </a:lnTo>
                  <a:lnTo>
                    <a:pt x="426871" y="5937852"/>
                  </a:lnTo>
                  <a:lnTo>
                    <a:pt x="426998" y="5937852"/>
                  </a:lnTo>
                  <a:lnTo>
                    <a:pt x="427124" y="5937852"/>
                  </a:lnTo>
                  <a:lnTo>
                    <a:pt x="427250" y="5937852"/>
                  </a:lnTo>
                  <a:lnTo>
                    <a:pt x="427376" y="5937852"/>
                  </a:lnTo>
                  <a:lnTo>
                    <a:pt x="427503" y="5937852"/>
                  </a:lnTo>
                  <a:lnTo>
                    <a:pt x="427629" y="5937852"/>
                  </a:lnTo>
                  <a:lnTo>
                    <a:pt x="427755" y="5937852"/>
                  </a:lnTo>
                  <a:lnTo>
                    <a:pt x="427882" y="5937852"/>
                  </a:lnTo>
                  <a:lnTo>
                    <a:pt x="428008" y="5937852"/>
                  </a:lnTo>
                  <a:lnTo>
                    <a:pt x="428134" y="5937852"/>
                  </a:lnTo>
                  <a:lnTo>
                    <a:pt x="428260" y="5937852"/>
                  </a:lnTo>
                  <a:lnTo>
                    <a:pt x="428387" y="5937852"/>
                  </a:lnTo>
                  <a:lnTo>
                    <a:pt x="428513" y="5937852"/>
                  </a:lnTo>
                  <a:lnTo>
                    <a:pt x="428639" y="5937852"/>
                  </a:lnTo>
                  <a:lnTo>
                    <a:pt x="428765" y="5937852"/>
                  </a:lnTo>
                  <a:lnTo>
                    <a:pt x="428892" y="5937852"/>
                  </a:lnTo>
                  <a:lnTo>
                    <a:pt x="429018" y="5937852"/>
                  </a:lnTo>
                  <a:lnTo>
                    <a:pt x="429144" y="5937852"/>
                  </a:lnTo>
                  <a:lnTo>
                    <a:pt x="429270" y="5937852"/>
                  </a:lnTo>
                  <a:lnTo>
                    <a:pt x="429397" y="5937852"/>
                  </a:lnTo>
                  <a:lnTo>
                    <a:pt x="429523" y="5937852"/>
                  </a:lnTo>
                  <a:lnTo>
                    <a:pt x="429649" y="5937852"/>
                  </a:lnTo>
                  <a:lnTo>
                    <a:pt x="429775" y="5937852"/>
                  </a:lnTo>
                  <a:lnTo>
                    <a:pt x="429902" y="5937852"/>
                  </a:lnTo>
                  <a:lnTo>
                    <a:pt x="430028" y="5937852"/>
                  </a:lnTo>
                  <a:lnTo>
                    <a:pt x="430154" y="5937852"/>
                  </a:lnTo>
                  <a:lnTo>
                    <a:pt x="430280" y="5937852"/>
                  </a:lnTo>
                  <a:lnTo>
                    <a:pt x="430407" y="5937852"/>
                  </a:lnTo>
                  <a:lnTo>
                    <a:pt x="430533" y="5937852"/>
                  </a:lnTo>
                  <a:lnTo>
                    <a:pt x="430659" y="5937852"/>
                  </a:lnTo>
                  <a:lnTo>
                    <a:pt x="430785" y="5937852"/>
                  </a:lnTo>
                  <a:lnTo>
                    <a:pt x="430912" y="5937852"/>
                  </a:lnTo>
                  <a:lnTo>
                    <a:pt x="431038" y="5937852"/>
                  </a:lnTo>
                  <a:lnTo>
                    <a:pt x="431164" y="5937852"/>
                  </a:lnTo>
                  <a:lnTo>
                    <a:pt x="431290" y="5937852"/>
                  </a:lnTo>
                  <a:lnTo>
                    <a:pt x="431417" y="5937852"/>
                  </a:lnTo>
                  <a:lnTo>
                    <a:pt x="431543" y="5937852"/>
                  </a:lnTo>
                  <a:lnTo>
                    <a:pt x="431669" y="5937852"/>
                  </a:lnTo>
                  <a:lnTo>
                    <a:pt x="431795" y="5937852"/>
                  </a:lnTo>
                  <a:lnTo>
                    <a:pt x="431922" y="5937852"/>
                  </a:lnTo>
                  <a:lnTo>
                    <a:pt x="432048" y="5937852"/>
                  </a:lnTo>
                  <a:lnTo>
                    <a:pt x="432174" y="5937852"/>
                  </a:lnTo>
                  <a:lnTo>
                    <a:pt x="432300" y="5937852"/>
                  </a:lnTo>
                  <a:lnTo>
                    <a:pt x="432427" y="5937852"/>
                  </a:lnTo>
                  <a:lnTo>
                    <a:pt x="432553" y="5937852"/>
                  </a:lnTo>
                  <a:lnTo>
                    <a:pt x="432679" y="5937852"/>
                  </a:lnTo>
                  <a:lnTo>
                    <a:pt x="432805" y="5937852"/>
                  </a:lnTo>
                  <a:lnTo>
                    <a:pt x="432932" y="5937852"/>
                  </a:lnTo>
                  <a:lnTo>
                    <a:pt x="433058" y="5937852"/>
                  </a:lnTo>
                  <a:lnTo>
                    <a:pt x="433184" y="5937852"/>
                  </a:lnTo>
                  <a:lnTo>
                    <a:pt x="433311" y="5937852"/>
                  </a:lnTo>
                  <a:lnTo>
                    <a:pt x="433437" y="5937852"/>
                  </a:lnTo>
                  <a:lnTo>
                    <a:pt x="433563" y="5937852"/>
                  </a:lnTo>
                  <a:lnTo>
                    <a:pt x="433689" y="5937852"/>
                  </a:lnTo>
                  <a:lnTo>
                    <a:pt x="433816" y="5937852"/>
                  </a:lnTo>
                  <a:lnTo>
                    <a:pt x="433942" y="5937852"/>
                  </a:lnTo>
                  <a:lnTo>
                    <a:pt x="434068" y="5937852"/>
                  </a:lnTo>
                  <a:lnTo>
                    <a:pt x="434194" y="5937852"/>
                  </a:lnTo>
                  <a:lnTo>
                    <a:pt x="434321" y="5937852"/>
                  </a:lnTo>
                  <a:lnTo>
                    <a:pt x="434447" y="5937852"/>
                  </a:lnTo>
                  <a:lnTo>
                    <a:pt x="434573" y="5937852"/>
                  </a:lnTo>
                  <a:lnTo>
                    <a:pt x="434699" y="5937852"/>
                  </a:lnTo>
                  <a:lnTo>
                    <a:pt x="434826" y="5937852"/>
                  </a:lnTo>
                  <a:lnTo>
                    <a:pt x="434952" y="5937852"/>
                  </a:lnTo>
                  <a:lnTo>
                    <a:pt x="435078" y="5937852"/>
                  </a:lnTo>
                  <a:lnTo>
                    <a:pt x="435204" y="5937852"/>
                  </a:lnTo>
                  <a:lnTo>
                    <a:pt x="435331" y="5937852"/>
                  </a:lnTo>
                  <a:lnTo>
                    <a:pt x="435457" y="5937852"/>
                  </a:lnTo>
                  <a:lnTo>
                    <a:pt x="435583" y="5937852"/>
                  </a:lnTo>
                  <a:lnTo>
                    <a:pt x="435709" y="5937852"/>
                  </a:lnTo>
                  <a:lnTo>
                    <a:pt x="435836" y="5937852"/>
                  </a:lnTo>
                  <a:lnTo>
                    <a:pt x="435962" y="5937852"/>
                  </a:lnTo>
                  <a:lnTo>
                    <a:pt x="436088" y="5937852"/>
                  </a:lnTo>
                  <a:lnTo>
                    <a:pt x="436214" y="5937852"/>
                  </a:lnTo>
                  <a:lnTo>
                    <a:pt x="436341" y="5937852"/>
                  </a:lnTo>
                  <a:lnTo>
                    <a:pt x="436467" y="5937852"/>
                  </a:lnTo>
                  <a:lnTo>
                    <a:pt x="436593" y="5937852"/>
                  </a:lnTo>
                  <a:lnTo>
                    <a:pt x="436719" y="5937852"/>
                  </a:lnTo>
                  <a:lnTo>
                    <a:pt x="436846" y="5937852"/>
                  </a:lnTo>
                  <a:lnTo>
                    <a:pt x="436972" y="5937852"/>
                  </a:lnTo>
                  <a:lnTo>
                    <a:pt x="437098" y="5937852"/>
                  </a:lnTo>
                  <a:lnTo>
                    <a:pt x="437224" y="5937852"/>
                  </a:lnTo>
                  <a:lnTo>
                    <a:pt x="437351" y="5937852"/>
                  </a:lnTo>
                  <a:lnTo>
                    <a:pt x="437477" y="5937852"/>
                  </a:lnTo>
                  <a:lnTo>
                    <a:pt x="437603" y="5937852"/>
                  </a:lnTo>
                  <a:lnTo>
                    <a:pt x="437729" y="5937852"/>
                  </a:lnTo>
                  <a:lnTo>
                    <a:pt x="437856" y="5937852"/>
                  </a:lnTo>
                  <a:lnTo>
                    <a:pt x="437982" y="5937852"/>
                  </a:lnTo>
                  <a:lnTo>
                    <a:pt x="438108" y="5937852"/>
                  </a:lnTo>
                  <a:lnTo>
                    <a:pt x="438235" y="5937852"/>
                  </a:lnTo>
                  <a:lnTo>
                    <a:pt x="438361" y="5937852"/>
                  </a:lnTo>
                  <a:lnTo>
                    <a:pt x="438487" y="5937852"/>
                  </a:lnTo>
                  <a:lnTo>
                    <a:pt x="438613" y="5937852"/>
                  </a:lnTo>
                  <a:lnTo>
                    <a:pt x="438740" y="5937852"/>
                  </a:lnTo>
                  <a:lnTo>
                    <a:pt x="438866" y="5937852"/>
                  </a:lnTo>
                  <a:lnTo>
                    <a:pt x="438992" y="5937852"/>
                  </a:lnTo>
                  <a:lnTo>
                    <a:pt x="439118" y="5937852"/>
                  </a:lnTo>
                  <a:lnTo>
                    <a:pt x="439245" y="5937852"/>
                  </a:lnTo>
                  <a:lnTo>
                    <a:pt x="439371" y="5937852"/>
                  </a:lnTo>
                  <a:lnTo>
                    <a:pt x="439497" y="5937852"/>
                  </a:lnTo>
                  <a:lnTo>
                    <a:pt x="439623" y="5937852"/>
                  </a:lnTo>
                  <a:lnTo>
                    <a:pt x="439750" y="5937852"/>
                  </a:lnTo>
                  <a:lnTo>
                    <a:pt x="439876" y="5937852"/>
                  </a:lnTo>
                  <a:lnTo>
                    <a:pt x="440002" y="5937852"/>
                  </a:lnTo>
                  <a:lnTo>
                    <a:pt x="440128" y="5937852"/>
                  </a:lnTo>
                  <a:lnTo>
                    <a:pt x="440255" y="5937852"/>
                  </a:lnTo>
                  <a:lnTo>
                    <a:pt x="440381" y="5937852"/>
                  </a:lnTo>
                  <a:lnTo>
                    <a:pt x="440507" y="5937852"/>
                  </a:lnTo>
                  <a:lnTo>
                    <a:pt x="440633" y="5937852"/>
                  </a:lnTo>
                  <a:lnTo>
                    <a:pt x="440760" y="5937852"/>
                  </a:lnTo>
                  <a:lnTo>
                    <a:pt x="440886" y="5937852"/>
                  </a:lnTo>
                  <a:lnTo>
                    <a:pt x="441012" y="5937852"/>
                  </a:lnTo>
                  <a:lnTo>
                    <a:pt x="441012" y="5932940"/>
                  </a:lnTo>
                  <a:lnTo>
                    <a:pt x="441138" y="5932940"/>
                  </a:lnTo>
                  <a:lnTo>
                    <a:pt x="441265" y="5932940"/>
                  </a:lnTo>
                  <a:lnTo>
                    <a:pt x="441391" y="5932940"/>
                  </a:lnTo>
                  <a:lnTo>
                    <a:pt x="441517" y="5932940"/>
                  </a:lnTo>
                  <a:lnTo>
                    <a:pt x="441643" y="5932940"/>
                  </a:lnTo>
                  <a:lnTo>
                    <a:pt x="441770" y="5932940"/>
                  </a:lnTo>
                  <a:lnTo>
                    <a:pt x="441770" y="5928029"/>
                  </a:lnTo>
                  <a:lnTo>
                    <a:pt x="441896" y="5928029"/>
                  </a:lnTo>
                  <a:lnTo>
                    <a:pt x="442022" y="5928029"/>
                  </a:lnTo>
                  <a:lnTo>
                    <a:pt x="442148" y="5928029"/>
                  </a:lnTo>
                  <a:lnTo>
                    <a:pt x="442275" y="5928029"/>
                  </a:lnTo>
                  <a:lnTo>
                    <a:pt x="442401" y="5928029"/>
                  </a:lnTo>
                  <a:lnTo>
                    <a:pt x="442527" y="5928029"/>
                  </a:lnTo>
                  <a:lnTo>
                    <a:pt x="442653" y="5928029"/>
                  </a:lnTo>
                  <a:lnTo>
                    <a:pt x="442780" y="5928029"/>
                  </a:lnTo>
                  <a:lnTo>
                    <a:pt x="442906" y="5928029"/>
                  </a:lnTo>
                  <a:lnTo>
                    <a:pt x="443032" y="5928029"/>
                  </a:lnTo>
                  <a:lnTo>
                    <a:pt x="443158" y="5928029"/>
                  </a:lnTo>
                  <a:lnTo>
                    <a:pt x="443285" y="5928029"/>
                  </a:lnTo>
                  <a:lnTo>
                    <a:pt x="443411" y="5928029"/>
                  </a:lnTo>
                  <a:lnTo>
                    <a:pt x="443537" y="5928029"/>
                  </a:lnTo>
                  <a:lnTo>
                    <a:pt x="443664" y="5928029"/>
                  </a:lnTo>
                  <a:lnTo>
                    <a:pt x="443790" y="5928029"/>
                  </a:lnTo>
                  <a:lnTo>
                    <a:pt x="443916" y="5928029"/>
                  </a:lnTo>
                  <a:lnTo>
                    <a:pt x="444042" y="5928029"/>
                  </a:lnTo>
                  <a:lnTo>
                    <a:pt x="444169" y="5928029"/>
                  </a:lnTo>
                  <a:lnTo>
                    <a:pt x="444295" y="5928029"/>
                  </a:lnTo>
                  <a:lnTo>
                    <a:pt x="444421" y="5928029"/>
                  </a:lnTo>
                  <a:lnTo>
                    <a:pt x="444547" y="5928029"/>
                  </a:lnTo>
                  <a:lnTo>
                    <a:pt x="444674" y="5928029"/>
                  </a:lnTo>
                  <a:lnTo>
                    <a:pt x="444800" y="5928029"/>
                  </a:lnTo>
                  <a:lnTo>
                    <a:pt x="444926" y="5928029"/>
                  </a:lnTo>
                  <a:lnTo>
                    <a:pt x="445052" y="5928029"/>
                  </a:lnTo>
                  <a:lnTo>
                    <a:pt x="445179" y="5928029"/>
                  </a:lnTo>
                  <a:lnTo>
                    <a:pt x="445305" y="5928029"/>
                  </a:lnTo>
                  <a:lnTo>
                    <a:pt x="445431" y="5928029"/>
                  </a:lnTo>
                  <a:lnTo>
                    <a:pt x="445557" y="5928029"/>
                  </a:lnTo>
                  <a:lnTo>
                    <a:pt x="445684" y="5928029"/>
                  </a:lnTo>
                  <a:lnTo>
                    <a:pt x="445810" y="5928029"/>
                  </a:lnTo>
                  <a:lnTo>
                    <a:pt x="445936" y="5928029"/>
                  </a:lnTo>
                  <a:lnTo>
                    <a:pt x="446062" y="5928029"/>
                  </a:lnTo>
                  <a:lnTo>
                    <a:pt x="446189" y="5928029"/>
                  </a:lnTo>
                  <a:lnTo>
                    <a:pt x="446315" y="5928029"/>
                  </a:lnTo>
                  <a:lnTo>
                    <a:pt x="446441" y="5928029"/>
                  </a:lnTo>
                  <a:lnTo>
                    <a:pt x="446567" y="5928029"/>
                  </a:lnTo>
                  <a:lnTo>
                    <a:pt x="446694" y="5928029"/>
                  </a:lnTo>
                  <a:lnTo>
                    <a:pt x="446820" y="5928029"/>
                  </a:lnTo>
                  <a:lnTo>
                    <a:pt x="446946" y="5928029"/>
                  </a:lnTo>
                  <a:lnTo>
                    <a:pt x="447072" y="5928029"/>
                  </a:lnTo>
                  <a:lnTo>
                    <a:pt x="447199" y="5928029"/>
                  </a:lnTo>
                  <a:lnTo>
                    <a:pt x="447325" y="5928029"/>
                  </a:lnTo>
                  <a:lnTo>
                    <a:pt x="447451" y="5928029"/>
                  </a:lnTo>
                  <a:lnTo>
                    <a:pt x="447577" y="5928029"/>
                  </a:lnTo>
                  <a:lnTo>
                    <a:pt x="447704" y="5928029"/>
                  </a:lnTo>
                  <a:lnTo>
                    <a:pt x="447830" y="5928029"/>
                  </a:lnTo>
                  <a:lnTo>
                    <a:pt x="447956" y="5928029"/>
                  </a:lnTo>
                  <a:lnTo>
                    <a:pt x="448082" y="5928029"/>
                  </a:lnTo>
                  <a:lnTo>
                    <a:pt x="448209" y="5928029"/>
                  </a:lnTo>
                  <a:lnTo>
                    <a:pt x="448335" y="5928029"/>
                  </a:lnTo>
                  <a:lnTo>
                    <a:pt x="448461" y="5928029"/>
                  </a:lnTo>
                  <a:lnTo>
                    <a:pt x="448588" y="5928029"/>
                  </a:lnTo>
                  <a:lnTo>
                    <a:pt x="448714" y="5928029"/>
                  </a:lnTo>
                  <a:lnTo>
                    <a:pt x="448840" y="5928029"/>
                  </a:lnTo>
                  <a:lnTo>
                    <a:pt x="448840" y="5923118"/>
                  </a:lnTo>
                  <a:lnTo>
                    <a:pt x="448966" y="5923118"/>
                  </a:lnTo>
                  <a:lnTo>
                    <a:pt x="449093" y="5923118"/>
                  </a:lnTo>
                  <a:lnTo>
                    <a:pt x="449219" y="5923118"/>
                  </a:lnTo>
                  <a:lnTo>
                    <a:pt x="449345" y="5923118"/>
                  </a:lnTo>
                  <a:lnTo>
                    <a:pt x="449471" y="5923118"/>
                  </a:lnTo>
                  <a:lnTo>
                    <a:pt x="449598" y="5923118"/>
                  </a:lnTo>
                  <a:lnTo>
                    <a:pt x="449724" y="5923118"/>
                  </a:lnTo>
                  <a:lnTo>
                    <a:pt x="449850" y="5923118"/>
                  </a:lnTo>
                  <a:lnTo>
                    <a:pt x="449976" y="5923118"/>
                  </a:lnTo>
                  <a:lnTo>
                    <a:pt x="450103" y="5923118"/>
                  </a:lnTo>
                  <a:lnTo>
                    <a:pt x="450229" y="5923118"/>
                  </a:lnTo>
                  <a:lnTo>
                    <a:pt x="450355" y="5923118"/>
                  </a:lnTo>
                  <a:lnTo>
                    <a:pt x="450481" y="5923118"/>
                  </a:lnTo>
                  <a:lnTo>
                    <a:pt x="450608" y="5923118"/>
                  </a:lnTo>
                  <a:lnTo>
                    <a:pt x="450734" y="5923118"/>
                  </a:lnTo>
                  <a:lnTo>
                    <a:pt x="450860" y="5923118"/>
                  </a:lnTo>
                  <a:lnTo>
                    <a:pt x="450986" y="5923118"/>
                  </a:lnTo>
                  <a:lnTo>
                    <a:pt x="451113" y="5923118"/>
                  </a:lnTo>
                  <a:lnTo>
                    <a:pt x="451239" y="5923118"/>
                  </a:lnTo>
                  <a:lnTo>
                    <a:pt x="451365" y="5923118"/>
                  </a:lnTo>
                  <a:lnTo>
                    <a:pt x="451491" y="5923118"/>
                  </a:lnTo>
                  <a:lnTo>
                    <a:pt x="451618" y="5923118"/>
                  </a:lnTo>
                  <a:lnTo>
                    <a:pt x="451744" y="5923118"/>
                  </a:lnTo>
                  <a:lnTo>
                    <a:pt x="451870" y="5923118"/>
                  </a:lnTo>
                  <a:lnTo>
                    <a:pt x="451996" y="5923118"/>
                  </a:lnTo>
                  <a:lnTo>
                    <a:pt x="452123" y="5923118"/>
                  </a:lnTo>
                  <a:lnTo>
                    <a:pt x="452249" y="5923118"/>
                  </a:lnTo>
                  <a:lnTo>
                    <a:pt x="452375" y="5923118"/>
                  </a:lnTo>
                  <a:lnTo>
                    <a:pt x="452501" y="5923118"/>
                  </a:lnTo>
                  <a:lnTo>
                    <a:pt x="452501" y="5918206"/>
                  </a:lnTo>
                  <a:lnTo>
                    <a:pt x="452628" y="5918206"/>
                  </a:lnTo>
                  <a:lnTo>
                    <a:pt x="452754" y="5918206"/>
                  </a:lnTo>
                  <a:lnTo>
                    <a:pt x="452880" y="5918206"/>
                  </a:lnTo>
                  <a:lnTo>
                    <a:pt x="453006" y="5918206"/>
                  </a:lnTo>
                  <a:lnTo>
                    <a:pt x="453133" y="5918206"/>
                  </a:lnTo>
                  <a:lnTo>
                    <a:pt x="453259" y="5918206"/>
                  </a:lnTo>
                  <a:lnTo>
                    <a:pt x="453385" y="5918206"/>
                  </a:lnTo>
                  <a:lnTo>
                    <a:pt x="453511" y="5918206"/>
                  </a:lnTo>
                  <a:lnTo>
                    <a:pt x="453638" y="5918206"/>
                  </a:lnTo>
                  <a:lnTo>
                    <a:pt x="453638" y="5913295"/>
                  </a:lnTo>
                  <a:lnTo>
                    <a:pt x="453764" y="5913295"/>
                  </a:lnTo>
                  <a:lnTo>
                    <a:pt x="453890" y="5913295"/>
                  </a:lnTo>
                  <a:lnTo>
                    <a:pt x="454017" y="5913295"/>
                  </a:lnTo>
                  <a:lnTo>
                    <a:pt x="454143" y="5913295"/>
                  </a:lnTo>
                  <a:lnTo>
                    <a:pt x="454269" y="5913295"/>
                  </a:lnTo>
                  <a:lnTo>
                    <a:pt x="454395" y="5913295"/>
                  </a:lnTo>
                  <a:lnTo>
                    <a:pt x="454522" y="5913295"/>
                  </a:lnTo>
                  <a:lnTo>
                    <a:pt x="454648" y="5913295"/>
                  </a:lnTo>
                  <a:lnTo>
                    <a:pt x="454774" y="5913295"/>
                  </a:lnTo>
                  <a:lnTo>
                    <a:pt x="454900" y="5913295"/>
                  </a:lnTo>
                  <a:lnTo>
                    <a:pt x="455027" y="5913295"/>
                  </a:lnTo>
                  <a:lnTo>
                    <a:pt x="455153" y="5913295"/>
                  </a:lnTo>
                  <a:lnTo>
                    <a:pt x="455279" y="5913295"/>
                  </a:lnTo>
                  <a:lnTo>
                    <a:pt x="455405" y="5913295"/>
                  </a:lnTo>
                  <a:lnTo>
                    <a:pt x="455532" y="5913295"/>
                  </a:lnTo>
                  <a:lnTo>
                    <a:pt x="455658" y="5913295"/>
                  </a:lnTo>
                  <a:lnTo>
                    <a:pt x="455784" y="5913295"/>
                  </a:lnTo>
                  <a:lnTo>
                    <a:pt x="455910" y="5913295"/>
                  </a:lnTo>
                  <a:lnTo>
                    <a:pt x="455910" y="5908384"/>
                  </a:lnTo>
                  <a:lnTo>
                    <a:pt x="456037" y="5908384"/>
                  </a:lnTo>
                  <a:lnTo>
                    <a:pt x="456163" y="5908384"/>
                  </a:lnTo>
                  <a:lnTo>
                    <a:pt x="456289" y="5908384"/>
                  </a:lnTo>
                  <a:lnTo>
                    <a:pt x="456415" y="5908384"/>
                  </a:lnTo>
                  <a:lnTo>
                    <a:pt x="456542" y="5908384"/>
                  </a:lnTo>
                  <a:lnTo>
                    <a:pt x="456668" y="5908384"/>
                  </a:lnTo>
                  <a:lnTo>
                    <a:pt x="456794" y="5908384"/>
                  </a:lnTo>
                  <a:lnTo>
                    <a:pt x="456920" y="5908384"/>
                  </a:lnTo>
                  <a:lnTo>
                    <a:pt x="457047" y="5908384"/>
                  </a:lnTo>
                  <a:lnTo>
                    <a:pt x="457173" y="5908384"/>
                  </a:lnTo>
                  <a:lnTo>
                    <a:pt x="457299" y="5908384"/>
                  </a:lnTo>
                  <a:lnTo>
                    <a:pt x="457299" y="5903472"/>
                  </a:lnTo>
                  <a:lnTo>
                    <a:pt x="457425" y="5903472"/>
                  </a:lnTo>
                  <a:lnTo>
                    <a:pt x="457552" y="5903472"/>
                  </a:lnTo>
                  <a:lnTo>
                    <a:pt x="457678" y="5903472"/>
                  </a:lnTo>
                  <a:lnTo>
                    <a:pt x="457804" y="5903472"/>
                  </a:lnTo>
                  <a:lnTo>
                    <a:pt x="457930" y="5903472"/>
                  </a:lnTo>
                  <a:lnTo>
                    <a:pt x="458057" y="5903472"/>
                  </a:lnTo>
                  <a:lnTo>
                    <a:pt x="458183" y="5903472"/>
                  </a:lnTo>
                  <a:lnTo>
                    <a:pt x="458183" y="5898561"/>
                  </a:lnTo>
                  <a:lnTo>
                    <a:pt x="458309" y="5898561"/>
                  </a:lnTo>
                  <a:lnTo>
                    <a:pt x="458435" y="5898561"/>
                  </a:lnTo>
                  <a:lnTo>
                    <a:pt x="458562" y="5898561"/>
                  </a:lnTo>
                  <a:lnTo>
                    <a:pt x="458688" y="5898561"/>
                  </a:lnTo>
                  <a:lnTo>
                    <a:pt x="458814" y="5898561"/>
                  </a:lnTo>
                  <a:lnTo>
                    <a:pt x="458941" y="5898561"/>
                  </a:lnTo>
                  <a:lnTo>
                    <a:pt x="459067" y="5898561"/>
                  </a:lnTo>
                  <a:lnTo>
                    <a:pt x="459193" y="5898561"/>
                  </a:lnTo>
                  <a:lnTo>
                    <a:pt x="459319" y="5898561"/>
                  </a:lnTo>
                  <a:lnTo>
                    <a:pt x="459446" y="5898561"/>
                  </a:lnTo>
                  <a:lnTo>
                    <a:pt x="459572" y="5898561"/>
                  </a:lnTo>
                  <a:lnTo>
                    <a:pt x="459698" y="5898561"/>
                  </a:lnTo>
                  <a:lnTo>
                    <a:pt x="459824" y="5898561"/>
                  </a:lnTo>
                  <a:lnTo>
                    <a:pt x="459951" y="5898561"/>
                  </a:lnTo>
                  <a:lnTo>
                    <a:pt x="460077" y="5898561"/>
                  </a:lnTo>
                  <a:lnTo>
                    <a:pt x="460203" y="5898561"/>
                  </a:lnTo>
                  <a:lnTo>
                    <a:pt x="460329" y="5898561"/>
                  </a:lnTo>
                  <a:lnTo>
                    <a:pt x="460456" y="5898561"/>
                  </a:lnTo>
                  <a:lnTo>
                    <a:pt x="460582" y="5898561"/>
                  </a:lnTo>
                  <a:lnTo>
                    <a:pt x="460708" y="5898561"/>
                  </a:lnTo>
                  <a:lnTo>
                    <a:pt x="460834" y="5898561"/>
                  </a:lnTo>
                  <a:lnTo>
                    <a:pt x="460961" y="5898561"/>
                  </a:lnTo>
                  <a:lnTo>
                    <a:pt x="461087" y="5898561"/>
                  </a:lnTo>
                  <a:lnTo>
                    <a:pt x="461213" y="5898561"/>
                  </a:lnTo>
                  <a:lnTo>
                    <a:pt x="461339" y="5898561"/>
                  </a:lnTo>
                  <a:lnTo>
                    <a:pt x="461466" y="5898561"/>
                  </a:lnTo>
                  <a:lnTo>
                    <a:pt x="461592" y="5898561"/>
                  </a:lnTo>
                  <a:lnTo>
                    <a:pt x="461718" y="5898561"/>
                  </a:lnTo>
                  <a:lnTo>
                    <a:pt x="461844" y="5898561"/>
                  </a:lnTo>
                  <a:lnTo>
                    <a:pt x="461971" y="5898561"/>
                  </a:lnTo>
                  <a:lnTo>
                    <a:pt x="462097" y="5898561"/>
                  </a:lnTo>
                  <a:lnTo>
                    <a:pt x="462223" y="5898561"/>
                  </a:lnTo>
                  <a:lnTo>
                    <a:pt x="462349" y="5898561"/>
                  </a:lnTo>
                  <a:lnTo>
                    <a:pt x="462476" y="5898561"/>
                  </a:lnTo>
                  <a:lnTo>
                    <a:pt x="462602" y="5898561"/>
                  </a:lnTo>
                  <a:lnTo>
                    <a:pt x="462728" y="5898561"/>
                  </a:lnTo>
                  <a:lnTo>
                    <a:pt x="462854" y="5898561"/>
                  </a:lnTo>
                  <a:lnTo>
                    <a:pt x="462981" y="5898561"/>
                  </a:lnTo>
                  <a:lnTo>
                    <a:pt x="463107" y="5898561"/>
                  </a:lnTo>
                  <a:lnTo>
                    <a:pt x="463233" y="5898561"/>
                  </a:lnTo>
                  <a:lnTo>
                    <a:pt x="463359" y="5898561"/>
                  </a:lnTo>
                  <a:lnTo>
                    <a:pt x="463486" y="5898561"/>
                  </a:lnTo>
                  <a:lnTo>
                    <a:pt x="463612" y="5898561"/>
                  </a:lnTo>
                  <a:lnTo>
                    <a:pt x="463738" y="5898561"/>
                  </a:lnTo>
                  <a:lnTo>
                    <a:pt x="463864" y="5898561"/>
                  </a:lnTo>
                  <a:lnTo>
                    <a:pt x="463991" y="5898561"/>
                  </a:lnTo>
                  <a:lnTo>
                    <a:pt x="464117" y="5898561"/>
                  </a:lnTo>
                  <a:lnTo>
                    <a:pt x="464243" y="5898561"/>
                  </a:lnTo>
                  <a:lnTo>
                    <a:pt x="464370" y="5898561"/>
                  </a:lnTo>
                  <a:lnTo>
                    <a:pt x="464496" y="5898561"/>
                  </a:lnTo>
                  <a:lnTo>
                    <a:pt x="464622" y="5898561"/>
                  </a:lnTo>
                  <a:lnTo>
                    <a:pt x="464748" y="5898561"/>
                  </a:lnTo>
                  <a:lnTo>
                    <a:pt x="464748" y="5893649"/>
                  </a:lnTo>
                  <a:lnTo>
                    <a:pt x="464875" y="5893649"/>
                  </a:lnTo>
                  <a:lnTo>
                    <a:pt x="465001" y="5893649"/>
                  </a:lnTo>
                  <a:lnTo>
                    <a:pt x="465127" y="5893649"/>
                  </a:lnTo>
                  <a:lnTo>
                    <a:pt x="465253" y="5893649"/>
                  </a:lnTo>
                  <a:lnTo>
                    <a:pt x="465253" y="5888738"/>
                  </a:lnTo>
                  <a:lnTo>
                    <a:pt x="465380" y="5888738"/>
                  </a:lnTo>
                  <a:lnTo>
                    <a:pt x="465506" y="5888738"/>
                  </a:lnTo>
                  <a:lnTo>
                    <a:pt x="465632" y="5888738"/>
                  </a:lnTo>
                  <a:lnTo>
                    <a:pt x="465758" y="5888738"/>
                  </a:lnTo>
                  <a:lnTo>
                    <a:pt x="465885" y="5888738"/>
                  </a:lnTo>
                  <a:lnTo>
                    <a:pt x="466011" y="5888738"/>
                  </a:lnTo>
                  <a:lnTo>
                    <a:pt x="466137" y="5888738"/>
                  </a:lnTo>
                  <a:lnTo>
                    <a:pt x="466263" y="5888738"/>
                  </a:lnTo>
                  <a:lnTo>
                    <a:pt x="466390" y="5888738"/>
                  </a:lnTo>
                  <a:lnTo>
                    <a:pt x="466516" y="5888738"/>
                  </a:lnTo>
                  <a:lnTo>
                    <a:pt x="466642" y="5888738"/>
                  </a:lnTo>
                  <a:lnTo>
                    <a:pt x="466768" y="5888738"/>
                  </a:lnTo>
                  <a:lnTo>
                    <a:pt x="466895" y="5888738"/>
                  </a:lnTo>
                  <a:lnTo>
                    <a:pt x="467021" y="5888738"/>
                  </a:lnTo>
                  <a:lnTo>
                    <a:pt x="467021" y="5883827"/>
                  </a:lnTo>
                  <a:lnTo>
                    <a:pt x="467021" y="5878915"/>
                  </a:lnTo>
                  <a:lnTo>
                    <a:pt x="467147" y="5878915"/>
                  </a:lnTo>
                  <a:lnTo>
                    <a:pt x="467273" y="5878915"/>
                  </a:lnTo>
                  <a:lnTo>
                    <a:pt x="467400" y="5878915"/>
                  </a:lnTo>
                  <a:lnTo>
                    <a:pt x="467526" y="5878915"/>
                  </a:lnTo>
                  <a:lnTo>
                    <a:pt x="467652" y="5878915"/>
                  </a:lnTo>
                  <a:lnTo>
                    <a:pt x="467778" y="5878915"/>
                  </a:lnTo>
                  <a:lnTo>
                    <a:pt x="467905" y="5878915"/>
                  </a:lnTo>
                  <a:lnTo>
                    <a:pt x="468031" y="5878915"/>
                  </a:lnTo>
                  <a:lnTo>
                    <a:pt x="468157" y="5878915"/>
                  </a:lnTo>
                  <a:lnTo>
                    <a:pt x="468283" y="5878915"/>
                  </a:lnTo>
                  <a:lnTo>
                    <a:pt x="468410" y="5878915"/>
                  </a:lnTo>
                  <a:lnTo>
                    <a:pt x="468536" y="5878915"/>
                  </a:lnTo>
                  <a:lnTo>
                    <a:pt x="468662" y="5878915"/>
                  </a:lnTo>
                  <a:lnTo>
                    <a:pt x="468788" y="5878915"/>
                  </a:lnTo>
                  <a:lnTo>
                    <a:pt x="468915" y="5878915"/>
                  </a:lnTo>
                  <a:lnTo>
                    <a:pt x="469041" y="5878915"/>
                  </a:lnTo>
                  <a:lnTo>
                    <a:pt x="469167" y="5878915"/>
                  </a:lnTo>
                  <a:lnTo>
                    <a:pt x="469294" y="5878915"/>
                  </a:lnTo>
                  <a:lnTo>
                    <a:pt x="469420" y="5878915"/>
                  </a:lnTo>
                  <a:lnTo>
                    <a:pt x="469546" y="5878915"/>
                  </a:lnTo>
                  <a:lnTo>
                    <a:pt x="469672" y="5878915"/>
                  </a:lnTo>
                  <a:lnTo>
                    <a:pt x="469799" y="5878915"/>
                  </a:lnTo>
                  <a:lnTo>
                    <a:pt x="469925" y="5878915"/>
                  </a:lnTo>
                  <a:lnTo>
                    <a:pt x="470051" y="5878915"/>
                  </a:lnTo>
                  <a:lnTo>
                    <a:pt x="470177" y="5878915"/>
                  </a:lnTo>
                  <a:lnTo>
                    <a:pt x="470304" y="5878915"/>
                  </a:lnTo>
                  <a:lnTo>
                    <a:pt x="470430" y="5878915"/>
                  </a:lnTo>
                  <a:lnTo>
                    <a:pt x="470556" y="5878915"/>
                  </a:lnTo>
                  <a:lnTo>
                    <a:pt x="470682" y="5878915"/>
                  </a:lnTo>
                  <a:lnTo>
                    <a:pt x="470809" y="5878915"/>
                  </a:lnTo>
                  <a:lnTo>
                    <a:pt x="470935" y="5878915"/>
                  </a:lnTo>
                  <a:lnTo>
                    <a:pt x="471061" y="5878915"/>
                  </a:lnTo>
                  <a:lnTo>
                    <a:pt x="471187" y="5878915"/>
                  </a:lnTo>
                  <a:lnTo>
                    <a:pt x="471314" y="5878915"/>
                  </a:lnTo>
                  <a:lnTo>
                    <a:pt x="471440" y="5878915"/>
                  </a:lnTo>
                  <a:lnTo>
                    <a:pt x="471566" y="5878915"/>
                  </a:lnTo>
                  <a:lnTo>
                    <a:pt x="471692" y="5878915"/>
                  </a:lnTo>
                  <a:lnTo>
                    <a:pt x="471819" y="5878915"/>
                  </a:lnTo>
                  <a:lnTo>
                    <a:pt x="471945" y="5878915"/>
                  </a:lnTo>
                  <a:lnTo>
                    <a:pt x="472071" y="5878915"/>
                  </a:lnTo>
                  <a:lnTo>
                    <a:pt x="472197" y="5878915"/>
                  </a:lnTo>
                  <a:lnTo>
                    <a:pt x="472324" y="5878915"/>
                  </a:lnTo>
                  <a:lnTo>
                    <a:pt x="472450" y="5878915"/>
                  </a:lnTo>
                  <a:lnTo>
                    <a:pt x="472576" y="5878915"/>
                  </a:lnTo>
                  <a:lnTo>
                    <a:pt x="472702" y="5878915"/>
                  </a:lnTo>
                  <a:lnTo>
                    <a:pt x="472829" y="5878915"/>
                  </a:lnTo>
                  <a:lnTo>
                    <a:pt x="472955" y="5878915"/>
                  </a:lnTo>
                  <a:lnTo>
                    <a:pt x="472955" y="5874004"/>
                  </a:lnTo>
                  <a:lnTo>
                    <a:pt x="473081" y="5874004"/>
                  </a:lnTo>
                  <a:lnTo>
                    <a:pt x="473207" y="5874004"/>
                  </a:lnTo>
                  <a:lnTo>
                    <a:pt x="473334" y="5874004"/>
                  </a:lnTo>
                  <a:lnTo>
                    <a:pt x="473460" y="5874004"/>
                  </a:lnTo>
                  <a:lnTo>
                    <a:pt x="473586" y="5874004"/>
                  </a:lnTo>
                  <a:lnTo>
                    <a:pt x="473712" y="5874004"/>
                  </a:lnTo>
                  <a:lnTo>
                    <a:pt x="473839" y="5874004"/>
                  </a:lnTo>
                  <a:lnTo>
                    <a:pt x="473965" y="5874004"/>
                  </a:lnTo>
                  <a:lnTo>
                    <a:pt x="474091" y="5874004"/>
                  </a:lnTo>
                  <a:lnTo>
                    <a:pt x="474217" y="5874004"/>
                  </a:lnTo>
                  <a:lnTo>
                    <a:pt x="474344" y="5874004"/>
                  </a:lnTo>
                  <a:lnTo>
                    <a:pt x="474470" y="5874004"/>
                  </a:lnTo>
                  <a:lnTo>
                    <a:pt x="474596" y="5874004"/>
                  </a:lnTo>
                  <a:lnTo>
                    <a:pt x="474723" y="5874004"/>
                  </a:lnTo>
                  <a:lnTo>
                    <a:pt x="474723" y="5869093"/>
                  </a:lnTo>
                  <a:lnTo>
                    <a:pt x="474849" y="5869093"/>
                  </a:lnTo>
                  <a:lnTo>
                    <a:pt x="474975" y="5869093"/>
                  </a:lnTo>
                  <a:lnTo>
                    <a:pt x="475101" y="5869093"/>
                  </a:lnTo>
                  <a:lnTo>
                    <a:pt x="475228" y="5869093"/>
                  </a:lnTo>
                  <a:lnTo>
                    <a:pt x="475354" y="5869093"/>
                  </a:lnTo>
                  <a:lnTo>
                    <a:pt x="475480" y="5869093"/>
                  </a:lnTo>
                  <a:lnTo>
                    <a:pt x="475606" y="5869093"/>
                  </a:lnTo>
                  <a:lnTo>
                    <a:pt x="475733" y="5869093"/>
                  </a:lnTo>
                  <a:lnTo>
                    <a:pt x="475733" y="5864181"/>
                  </a:lnTo>
                  <a:lnTo>
                    <a:pt x="475859" y="5864181"/>
                  </a:lnTo>
                  <a:lnTo>
                    <a:pt x="475985" y="5864181"/>
                  </a:lnTo>
                  <a:lnTo>
                    <a:pt x="476111" y="5864181"/>
                  </a:lnTo>
                  <a:lnTo>
                    <a:pt x="476238" y="5864181"/>
                  </a:lnTo>
                  <a:lnTo>
                    <a:pt x="476364" y="5864181"/>
                  </a:lnTo>
                  <a:lnTo>
                    <a:pt x="476490" y="5864181"/>
                  </a:lnTo>
                  <a:lnTo>
                    <a:pt x="476616" y="5864181"/>
                  </a:lnTo>
                  <a:lnTo>
                    <a:pt x="476743" y="5864181"/>
                  </a:lnTo>
                  <a:lnTo>
                    <a:pt x="476869" y="5864181"/>
                  </a:lnTo>
                  <a:lnTo>
                    <a:pt x="476995" y="5864181"/>
                  </a:lnTo>
                  <a:lnTo>
                    <a:pt x="477121" y="5864181"/>
                  </a:lnTo>
                  <a:lnTo>
                    <a:pt x="477248" y="5864181"/>
                  </a:lnTo>
                  <a:lnTo>
                    <a:pt x="477374" y="5864181"/>
                  </a:lnTo>
                  <a:lnTo>
                    <a:pt x="477500" y="5864181"/>
                  </a:lnTo>
                  <a:lnTo>
                    <a:pt x="477626" y="5864181"/>
                  </a:lnTo>
                  <a:lnTo>
                    <a:pt x="477753" y="5864181"/>
                  </a:lnTo>
                  <a:lnTo>
                    <a:pt x="477879" y="5864181"/>
                  </a:lnTo>
                  <a:lnTo>
                    <a:pt x="478005" y="5864181"/>
                  </a:lnTo>
                  <a:lnTo>
                    <a:pt x="478131" y="5864181"/>
                  </a:lnTo>
                  <a:lnTo>
                    <a:pt x="478258" y="5864181"/>
                  </a:lnTo>
                  <a:lnTo>
                    <a:pt x="478384" y="5864181"/>
                  </a:lnTo>
                  <a:lnTo>
                    <a:pt x="478510" y="5864181"/>
                  </a:lnTo>
                  <a:lnTo>
                    <a:pt x="478636" y="5864181"/>
                  </a:lnTo>
                  <a:lnTo>
                    <a:pt x="478763" y="5864181"/>
                  </a:lnTo>
                  <a:lnTo>
                    <a:pt x="478889" y="5864181"/>
                  </a:lnTo>
                  <a:lnTo>
                    <a:pt x="479015" y="5864181"/>
                  </a:lnTo>
                  <a:lnTo>
                    <a:pt x="479141" y="5864181"/>
                  </a:lnTo>
                  <a:lnTo>
                    <a:pt x="479268" y="5864181"/>
                  </a:lnTo>
                  <a:lnTo>
                    <a:pt x="479394" y="5864181"/>
                  </a:lnTo>
                  <a:lnTo>
                    <a:pt x="479520" y="5864181"/>
                  </a:lnTo>
                  <a:lnTo>
                    <a:pt x="479647" y="5864181"/>
                  </a:lnTo>
                  <a:lnTo>
                    <a:pt x="479773" y="5864181"/>
                  </a:lnTo>
                  <a:lnTo>
                    <a:pt x="479899" y="5864181"/>
                  </a:lnTo>
                  <a:lnTo>
                    <a:pt x="480025" y="5864181"/>
                  </a:lnTo>
                  <a:lnTo>
                    <a:pt x="480152" y="5864181"/>
                  </a:lnTo>
                  <a:lnTo>
                    <a:pt x="480278" y="5864181"/>
                  </a:lnTo>
                  <a:lnTo>
                    <a:pt x="480404" y="5864181"/>
                  </a:lnTo>
                  <a:lnTo>
                    <a:pt x="480530" y="5864181"/>
                  </a:lnTo>
                  <a:lnTo>
                    <a:pt x="480657" y="5864181"/>
                  </a:lnTo>
                  <a:lnTo>
                    <a:pt x="480783" y="5864181"/>
                  </a:lnTo>
                  <a:lnTo>
                    <a:pt x="480909" y="5864181"/>
                  </a:lnTo>
                  <a:lnTo>
                    <a:pt x="481035" y="5864181"/>
                  </a:lnTo>
                  <a:lnTo>
                    <a:pt x="481162" y="5864181"/>
                  </a:lnTo>
                  <a:lnTo>
                    <a:pt x="481288" y="5864181"/>
                  </a:lnTo>
                  <a:lnTo>
                    <a:pt x="481414" y="5864181"/>
                  </a:lnTo>
                  <a:lnTo>
                    <a:pt x="481540" y="5864181"/>
                  </a:lnTo>
                  <a:lnTo>
                    <a:pt x="481667" y="5864181"/>
                  </a:lnTo>
                  <a:lnTo>
                    <a:pt x="481793" y="5864181"/>
                  </a:lnTo>
                  <a:lnTo>
                    <a:pt x="481919" y="5864181"/>
                  </a:lnTo>
                  <a:lnTo>
                    <a:pt x="482045" y="5864181"/>
                  </a:lnTo>
                  <a:lnTo>
                    <a:pt x="482045" y="5859270"/>
                  </a:lnTo>
                  <a:lnTo>
                    <a:pt x="482172" y="5859270"/>
                  </a:lnTo>
                  <a:lnTo>
                    <a:pt x="482298" y="5859270"/>
                  </a:lnTo>
                  <a:lnTo>
                    <a:pt x="482424" y="5859270"/>
                  </a:lnTo>
                  <a:lnTo>
                    <a:pt x="482550" y="5859270"/>
                  </a:lnTo>
                  <a:lnTo>
                    <a:pt x="482677" y="5859270"/>
                  </a:lnTo>
                  <a:lnTo>
                    <a:pt x="482803" y="5859270"/>
                  </a:lnTo>
                  <a:lnTo>
                    <a:pt x="482929" y="5859270"/>
                  </a:lnTo>
                  <a:lnTo>
                    <a:pt x="483055" y="5859270"/>
                  </a:lnTo>
                  <a:lnTo>
                    <a:pt x="483055" y="5854358"/>
                  </a:lnTo>
                  <a:lnTo>
                    <a:pt x="483182" y="5854358"/>
                  </a:lnTo>
                  <a:lnTo>
                    <a:pt x="483308" y="5854358"/>
                  </a:lnTo>
                  <a:lnTo>
                    <a:pt x="483434" y="5854358"/>
                  </a:lnTo>
                  <a:lnTo>
                    <a:pt x="483560" y="5854358"/>
                  </a:lnTo>
                  <a:lnTo>
                    <a:pt x="483687" y="5854358"/>
                  </a:lnTo>
                  <a:lnTo>
                    <a:pt x="483813" y="5854358"/>
                  </a:lnTo>
                  <a:lnTo>
                    <a:pt x="483939" y="5854358"/>
                  </a:lnTo>
                  <a:lnTo>
                    <a:pt x="484065" y="5854358"/>
                  </a:lnTo>
                  <a:lnTo>
                    <a:pt x="484192" y="5854358"/>
                  </a:lnTo>
                  <a:lnTo>
                    <a:pt x="484318" y="5854358"/>
                  </a:lnTo>
                  <a:lnTo>
                    <a:pt x="484444" y="5854358"/>
                  </a:lnTo>
                  <a:lnTo>
                    <a:pt x="484571" y="5854358"/>
                  </a:lnTo>
                  <a:lnTo>
                    <a:pt x="484697" y="5854358"/>
                  </a:lnTo>
                  <a:lnTo>
                    <a:pt x="484823" y="5854358"/>
                  </a:lnTo>
                  <a:lnTo>
                    <a:pt x="484949" y="5854358"/>
                  </a:lnTo>
                  <a:lnTo>
                    <a:pt x="485076" y="5854358"/>
                  </a:lnTo>
                  <a:lnTo>
                    <a:pt x="485202" y="5854358"/>
                  </a:lnTo>
                  <a:lnTo>
                    <a:pt x="485328" y="5854358"/>
                  </a:lnTo>
                  <a:lnTo>
                    <a:pt x="485454" y="5854358"/>
                  </a:lnTo>
                  <a:lnTo>
                    <a:pt x="485581" y="5854358"/>
                  </a:lnTo>
                  <a:lnTo>
                    <a:pt x="485707" y="5854358"/>
                  </a:lnTo>
                  <a:lnTo>
                    <a:pt x="485833" y="5854358"/>
                  </a:lnTo>
                  <a:lnTo>
                    <a:pt x="485959" y="5854358"/>
                  </a:lnTo>
                  <a:lnTo>
                    <a:pt x="486086" y="5854358"/>
                  </a:lnTo>
                  <a:lnTo>
                    <a:pt x="486212" y="5854358"/>
                  </a:lnTo>
                  <a:lnTo>
                    <a:pt x="486338" y="5854358"/>
                  </a:lnTo>
                  <a:lnTo>
                    <a:pt x="486464" y="5854358"/>
                  </a:lnTo>
                  <a:lnTo>
                    <a:pt x="486591" y="5854358"/>
                  </a:lnTo>
                  <a:lnTo>
                    <a:pt x="486717" y="5854358"/>
                  </a:lnTo>
                  <a:lnTo>
                    <a:pt x="486843" y="5854358"/>
                  </a:lnTo>
                  <a:lnTo>
                    <a:pt x="486969" y="5854358"/>
                  </a:lnTo>
                  <a:lnTo>
                    <a:pt x="487096" y="5854358"/>
                  </a:lnTo>
                  <a:lnTo>
                    <a:pt x="487222" y="5854358"/>
                  </a:lnTo>
                  <a:lnTo>
                    <a:pt x="487348" y="5854358"/>
                  </a:lnTo>
                  <a:lnTo>
                    <a:pt x="487474" y="5854358"/>
                  </a:lnTo>
                  <a:lnTo>
                    <a:pt x="487601" y="5854358"/>
                  </a:lnTo>
                  <a:lnTo>
                    <a:pt x="487601" y="5849447"/>
                  </a:lnTo>
                  <a:lnTo>
                    <a:pt x="487727" y="5849447"/>
                  </a:lnTo>
                  <a:lnTo>
                    <a:pt x="487853" y="5849447"/>
                  </a:lnTo>
                  <a:lnTo>
                    <a:pt x="487979" y="5849447"/>
                  </a:lnTo>
                  <a:lnTo>
                    <a:pt x="488106" y="5849447"/>
                  </a:lnTo>
                  <a:lnTo>
                    <a:pt x="488232" y="5849447"/>
                  </a:lnTo>
                  <a:lnTo>
                    <a:pt x="488358" y="5849447"/>
                  </a:lnTo>
                  <a:lnTo>
                    <a:pt x="488484" y="5849447"/>
                  </a:lnTo>
                  <a:lnTo>
                    <a:pt x="488611" y="5849447"/>
                  </a:lnTo>
                  <a:lnTo>
                    <a:pt x="488737" y="5849447"/>
                  </a:lnTo>
                  <a:lnTo>
                    <a:pt x="488863" y="5849447"/>
                  </a:lnTo>
                  <a:lnTo>
                    <a:pt x="488989" y="5849447"/>
                  </a:lnTo>
                  <a:lnTo>
                    <a:pt x="489116" y="5849447"/>
                  </a:lnTo>
                  <a:lnTo>
                    <a:pt x="489242" y="5849447"/>
                  </a:lnTo>
                  <a:lnTo>
                    <a:pt x="489368" y="5849447"/>
                  </a:lnTo>
                  <a:lnTo>
                    <a:pt x="489494" y="5849447"/>
                  </a:lnTo>
                  <a:lnTo>
                    <a:pt x="489621" y="5849447"/>
                  </a:lnTo>
                  <a:lnTo>
                    <a:pt x="489747" y="5849447"/>
                  </a:lnTo>
                  <a:lnTo>
                    <a:pt x="489873" y="5849447"/>
                  </a:lnTo>
                  <a:lnTo>
                    <a:pt x="490000" y="5849447"/>
                  </a:lnTo>
                  <a:lnTo>
                    <a:pt x="490000" y="5844536"/>
                  </a:lnTo>
                  <a:lnTo>
                    <a:pt x="490126" y="5844536"/>
                  </a:lnTo>
                  <a:lnTo>
                    <a:pt x="490252" y="5844536"/>
                  </a:lnTo>
                  <a:lnTo>
                    <a:pt x="490378" y="5844536"/>
                  </a:lnTo>
                  <a:lnTo>
                    <a:pt x="490505" y="5844536"/>
                  </a:lnTo>
                  <a:lnTo>
                    <a:pt x="490631" y="5844536"/>
                  </a:lnTo>
                  <a:lnTo>
                    <a:pt x="490757" y="5844536"/>
                  </a:lnTo>
                  <a:lnTo>
                    <a:pt x="490883" y="5844536"/>
                  </a:lnTo>
                  <a:lnTo>
                    <a:pt x="491010" y="5844536"/>
                  </a:lnTo>
                  <a:lnTo>
                    <a:pt x="491136" y="5844536"/>
                  </a:lnTo>
                  <a:lnTo>
                    <a:pt x="491262" y="5844536"/>
                  </a:lnTo>
                  <a:lnTo>
                    <a:pt x="491388" y="5844536"/>
                  </a:lnTo>
                  <a:lnTo>
                    <a:pt x="491515" y="5844536"/>
                  </a:lnTo>
                  <a:lnTo>
                    <a:pt x="491641" y="5844536"/>
                  </a:lnTo>
                  <a:lnTo>
                    <a:pt x="491767" y="5844536"/>
                  </a:lnTo>
                  <a:lnTo>
                    <a:pt x="491893" y="5844536"/>
                  </a:lnTo>
                  <a:lnTo>
                    <a:pt x="492020" y="5844536"/>
                  </a:lnTo>
                  <a:lnTo>
                    <a:pt x="492146" y="5844536"/>
                  </a:lnTo>
                  <a:lnTo>
                    <a:pt x="492272" y="5844536"/>
                  </a:lnTo>
                  <a:lnTo>
                    <a:pt x="492398" y="5844536"/>
                  </a:lnTo>
                  <a:lnTo>
                    <a:pt x="492525" y="5844536"/>
                  </a:lnTo>
                  <a:lnTo>
                    <a:pt x="492651" y="5844536"/>
                  </a:lnTo>
                  <a:lnTo>
                    <a:pt x="492777" y="5844536"/>
                  </a:lnTo>
                  <a:lnTo>
                    <a:pt x="492903" y="5844536"/>
                  </a:lnTo>
                  <a:lnTo>
                    <a:pt x="493030" y="5844536"/>
                  </a:lnTo>
                  <a:lnTo>
                    <a:pt x="493156" y="5844536"/>
                  </a:lnTo>
                  <a:lnTo>
                    <a:pt x="493156" y="5839624"/>
                  </a:lnTo>
                  <a:lnTo>
                    <a:pt x="493282" y="5839624"/>
                  </a:lnTo>
                  <a:lnTo>
                    <a:pt x="493408" y="5839624"/>
                  </a:lnTo>
                  <a:lnTo>
                    <a:pt x="493535" y="5839624"/>
                  </a:lnTo>
                  <a:lnTo>
                    <a:pt x="493661" y="5839624"/>
                  </a:lnTo>
                  <a:lnTo>
                    <a:pt x="493787" y="5839624"/>
                  </a:lnTo>
                  <a:lnTo>
                    <a:pt x="493913" y="5839624"/>
                  </a:lnTo>
                  <a:lnTo>
                    <a:pt x="494040" y="5839624"/>
                  </a:lnTo>
                  <a:lnTo>
                    <a:pt x="494166" y="5839624"/>
                  </a:lnTo>
                  <a:lnTo>
                    <a:pt x="494292" y="5839624"/>
                  </a:lnTo>
                  <a:lnTo>
                    <a:pt x="494418" y="5839624"/>
                  </a:lnTo>
                  <a:lnTo>
                    <a:pt x="494545" y="5839624"/>
                  </a:lnTo>
                  <a:lnTo>
                    <a:pt x="494671" y="5839624"/>
                  </a:lnTo>
                  <a:lnTo>
                    <a:pt x="494797" y="5839624"/>
                  </a:lnTo>
                  <a:lnTo>
                    <a:pt x="494924" y="5839624"/>
                  </a:lnTo>
                  <a:lnTo>
                    <a:pt x="495050" y="5839624"/>
                  </a:lnTo>
                  <a:lnTo>
                    <a:pt x="495176" y="5839624"/>
                  </a:lnTo>
                  <a:lnTo>
                    <a:pt x="495302" y="5839624"/>
                  </a:lnTo>
                  <a:lnTo>
                    <a:pt x="495429" y="5839624"/>
                  </a:lnTo>
                  <a:lnTo>
                    <a:pt x="495555" y="5839624"/>
                  </a:lnTo>
                  <a:lnTo>
                    <a:pt x="495681" y="5839624"/>
                  </a:lnTo>
                  <a:lnTo>
                    <a:pt x="495807" y="5839624"/>
                  </a:lnTo>
                  <a:lnTo>
                    <a:pt x="495934" y="5839624"/>
                  </a:lnTo>
                  <a:lnTo>
                    <a:pt x="496060" y="5839624"/>
                  </a:lnTo>
                  <a:lnTo>
                    <a:pt x="496186" y="5839624"/>
                  </a:lnTo>
                  <a:lnTo>
                    <a:pt x="496312" y="5839624"/>
                  </a:lnTo>
                  <a:lnTo>
                    <a:pt x="496439" y="5839624"/>
                  </a:lnTo>
                  <a:lnTo>
                    <a:pt x="496565" y="5839624"/>
                  </a:lnTo>
                  <a:lnTo>
                    <a:pt x="496691" y="5839624"/>
                  </a:lnTo>
                  <a:lnTo>
                    <a:pt x="496817" y="5839624"/>
                  </a:lnTo>
                  <a:lnTo>
                    <a:pt x="496944" y="5839624"/>
                  </a:lnTo>
                  <a:lnTo>
                    <a:pt x="497070" y="5839624"/>
                  </a:lnTo>
                  <a:lnTo>
                    <a:pt x="497196" y="5839624"/>
                  </a:lnTo>
                  <a:lnTo>
                    <a:pt x="497322" y="5839624"/>
                  </a:lnTo>
                  <a:lnTo>
                    <a:pt x="497449" y="5839624"/>
                  </a:lnTo>
                  <a:lnTo>
                    <a:pt x="497575" y="5839624"/>
                  </a:lnTo>
                  <a:lnTo>
                    <a:pt x="497701" y="5839624"/>
                  </a:lnTo>
                  <a:lnTo>
                    <a:pt x="497827" y="5839624"/>
                  </a:lnTo>
                  <a:lnTo>
                    <a:pt x="497954" y="5839624"/>
                  </a:lnTo>
                  <a:lnTo>
                    <a:pt x="498080" y="5839624"/>
                  </a:lnTo>
                  <a:lnTo>
                    <a:pt x="498206" y="5839624"/>
                  </a:lnTo>
                  <a:lnTo>
                    <a:pt x="498332" y="5839624"/>
                  </a:lnTo>
                  <a:lnTo>
                    <a:pt x="498459" y="5839624"/>
                  </a:lnTo>
                  <a:lnTo>
                    <a:pt x="498585" y="5839624"/>
                  </a:lnTo>
                  <a:lnTo>
                    <a:pt x="498711" y="5839624"/>
                  </a:lnTo>
                  <a:lnTo>
                    <a:pt x="498837" y="5839624"/>
                  </a:lnTo>
                  <a:lnTo>
                    <a:pt x="498964" y="5839624"/>
                  </a:lnTo>
                  <a:lnTo>
                    <a:pt x="499090" y="5839624"/>
                  </a:lnTo>
                  <a:lnTo>
                    <a:pt x="499216" y="5839624"/>
                  </a:lnTo>
                  <a:lnTo>
                    <a:pt x="499342" y="5839624"/>
                  </a:lnTo>
                  <a:lnTo>
                    <a:pt x="499469" y="5839624"/>
                  </a:lnTo>
                  <a:lnTo>
                    <a:pt x="499595" y="5839624"/>
                  </a:lnTo>
                  <a:lnTo>
                    <a:pt x="499721" y="5839624"/>
                  </a:lnTo>
                  <a:lnTo>
                    <a:pt x="499847" y="5839624"/>
                  </a:lnTo>
                  <a:lnTo>
                    <a:pt x="499974" y="5839624"/>
                  </a:lnTo>
                  <a:lnTo>
                    <a:pt x="500100" y="5839624"/>
                  </a:lnTo>
                  <a:lnTo>
                    <a:pt x="500226" y="5839624"/>
                  </a:lnTo>
                  <a:lnTo>
                    <a:pt x="500353" y="5839624"/>
                  </a:lnTo>
                  <a:lnTo>
                    <a:pt x="500479" y="5839624"/>
                  </a:lnTo>
                  <a:lnTo>
                    <a:pt x="500605" y="5839624"/>
                  </a:lnTo>
                  <a:lnTo>
                    <a:pt x="500731" y="5839624"/>
                  </a:lnTo>
                  <a:lnTo>
                    <a:pt x="500858" y="5839624"/>
                  </a:lnTo>
                  <a:lnTo>
                    <a:pt x="500984" y="5839624"/>
                  </a:lnTo>
                  <a:lnTo>
                    <a:pt x="501110" y="5839624"/>
                  </a:lnTo>
                  <a:lnTo>
                    <a:pt x="501236" y="5839624"/>
                  </a:lnTo>
                  <a:lnTo>
                    <a:pt x="501363" y="5839624"/>
                  </a:lnTo>
                  <a:lnTo>
                    <a:pt x="501489" y="5839624"/>
                  </a:lnTo>
                  <a:lnTo>
                    <a:pt x="501615" y="5839624"/>
                  </a:lnTo>
                  <a:lnTo>
                    <a:pt x="501741" y="5839624"/>
                  </a:lnTo>
                  <a:lnTo>
                    <a:pt x="501868" y="5839624"/>
                  </a:lnTo>
                  <a:lnTo>
                    <a:pt x="501994" y="5839624"/>
                  </a:lnTo>
                  <a:lnTo>
                    <a:pt x="502120" y="5839624"/>
                  </a:lnTo>
                  <a:lnTo>
                    <a:pt x="502246" y="5839624"/>
                  </a:lnTo>
                  <a:lnTo>
                    <a:pt x="502373" y="5839624"/>
                  </a:lnTo>
                  <a:lnTo>
                    <a:pt x="502499" y="5839624"/>
                  </a:lnTo>
                  <a:lnTo>
                    <a:pt x="502625" y="5839624"/>
                  </a:lnTo>
                  <a:lnTo>
                    <a:pt x="502751" y="5839624"/>
                  </a:lnTo>
                  <a:lnTo>
                    <a:pt x="502878" y="5839624"/>
                  </a:lnTo>
                  <a:lnTo>
                    <a:pt x="503004" y="5839624"/>
                  </a:lnTo>
                  <a:lnTo>
                    <a:pt x="503130" y="5839624"/>
                  </a:lnTo>
                  <a:lnTo>
                    <a:pt x="503256" y="5839624"/>
                  </a:lnTo>
                  <a:lnTo>
                    <a:pt x="503383" y="5839624"/>
                  </a:lnTo>
                  <a:lnTo>
                    <a:pt x="503509" y="5839624"/>
                  </a:lnTo>
                  <a:lnTo>
                    <a:pt x="503635" y="5839624"/>
                  </a:lnTo>
                  <a:lnTo>
                    <a:pt x="503761" y="5839624"/>
                  </a:lnTo>
                  <a:lnTo>
                    <a:pt x="503888" y="5839624"/>
                  </a:lnTo>
                  <a:lnTo>
                    <a:pt x="504014" y="5839624"/>
                  </a:lnTo>
                  <a:lnTo>
                    <a:pt x="504140" y="5839624"/>
                  </a:lnTo>
                  <a:lnTo>
                    <a:pt x="504266" y="5839624"/>
                  </a:lnTo>
                  <a:lnTo>
                    <a:pt x="504393" y="5839624"/>
                  </a:lnTo>
                  <a:lnTo>
                    <a:pt x="504393" y="5834713"/>
                  </a:lnTo>
                  <a:lnTo>
                    <a:pt x="504519" y="5834713"/>
                  </a:lnTo>
                  <a:lnTo>
                    <a:pt x="504645" y="5834713"/>
                  </a:lnTo>
                  <a:lnTo>
                    <a:pt x="504771" y="5834713"/>
                  </a:lnTo>
                  <a:lnTo>
                    <a:pt x="504898" y="5834713"/>
                  </a:lnTo>
                  <a:lnTo>
                    <a:pt x="505024" y="5834713"/>
                  </a:lnTo>
                  <a:lnTo>
                    <a:pt x="505150" y="5834713"/>
                  </a:lnTo>
                  <a:lnTo>
                    <a:pt x="505277" y="5834713"/>
                  </a:lnTo>
                  <a:lnTo>
                    <a:pt x="505403" y="5834713"/>
                  </a:lnTo>
                  <a:lnTo>
                    <a:pt x="505529" y="5834713"/>
                  </a:lnTo>
                  <a:lnTo>
                    <a:pt x="505655" y="5834713"/>
                  </a:lnTo>
                  <a:lnTo>
                    <a:pt x="505782" y="5834713"/>
                  </a:lnTo>
                  <a:lnTo>
                    <a:pt x="505908" y="5834713"/>
                  </a:lnTo>
                  <a:lnTo>
                    <a:pt x="506034" y="5834713"/>
                  </a:lnTo>
                  <a:lnTo>
                    <a:pt x="506160" y="5834713"/>
                  </a:lnTo>
                  <a:lnTo>
                    <a:pt x="506287" y="5834713"/>
                  </a:lnTo>
                  <a:lnTo>
                    <a:pt x="506413" y="5834713"/>
                  </a:lnTo>
                  <a:lnTo>
                    <a:pt x="506539" y="5834713"/>
                  </a:lnTo>
                  <a:lnTo>
                    <a:pt x="506665" y="5834713"/>
                  </a:lnTo>
                  <a:lnTo>
                    <a:pt x="506792" y="5834713"/>
                  </a:lnTo>
                  <a:lnTo>
                    <a:pt x="506918" y="5834713"/>
                  </a:lnTo>
                  <a:lnTo>
                    <a:pt x="507044" y="5834713"/>
                  </a:lnTo>
                  <a:lnTo>
                    <a:pt x="507170" y="5834713"/>
                  </a:lnTo>
                  <a:lnTo>
                    <a:pt x="507297" y="5834713"/>
                  </a:lnTo>
                  <a:lnTo>
                    <a:pt x="507423" y="5834713"/>
                  </a:lnTo>
                  <a:lnTo>
                    <a:pt x="507549" y="5834713"/>
                  </a:lnTo>
                  <a:lnTo>
                    <a:pt x="507675" y="5834713"/>
                  </a:lnTo>
                  <a:lnTo>
                    <a:pt x="507802" y="5834713"/>
                  </a:lnTo>
                  <a:lnTo>
                    <a:pt x="507928" y="5834713"/>
                  </a:lnTo>
                  <a:lnTo>
                    <a:pt x="508054" y="5834713"/>
                  </a:lnTo>
                  <a:lnTo>
                    <a:pt x="508180" y="5834713"/>
                  </a:lnTo>
                  <a:lnTo>
                    <a:pt x="508307" y="5834713"/>
                  </a:lnTo>
                  <a:lnTo>
                    <a:pt x="508433" y="5834713"/>
                  </a:lnTo>
                  <a:lnTo>
                    <a:pt x="508559" y="5834713"/>
                  </a:lnTo>
                  <a:lnTo>
                    <a:pt x="508685" y="5834713"/>
                  </a:lnTo>
                  <a:lnTo>
                    <a:pt x="508812" y="5834713"/>
                  </a:lnTo>
                  <a:lnTo>
                    <a:pt x="508938" y="5834713"/>
                  </a:lnTo>
                  <a:lnTo>
                    <a:pt x="509064" y="5834713"/>
                  </a:lnTo>
                  <a:lnTo>
                    <a:pt x="509190" y="5834713"/>
                  </a:lnTo>
                  <a:lnTo>
                    <a:pt x="509317" y="5834713"/>
                  </a:lnTo>
                  <a:lnTo>
                    <a:pt x="509443" y="5834713"/>
                  </a:lnTo>
                  <a:lnTo>
                    <a:pt x="509569" y="5834713"/>
                  </a:lnTo>
                  <a:lnTo>
                    <a:pt x="509569" y="5829802"/>
                  </a:lnTo>
                  <a:lnTo>
                    <a:pt x="509695" y="5829802"/>
                  </a:lnTo>
                  <a:lnTo>
                    <a:pt x="509822" y="5829802"/>
                  </a:lnTo>
                  <a:lnTo>
                    <a:pt x="509948" y="5829802"/>
                  </a:lnTo>
                  <a:lnTo>
                    <a:pt x="510074" y="5829802"/>
                  </a:lnTo>
                  <a:lnTo>
                    <a:pt x="510200" y="5829802"/>
                  </a:lnTo>
                  <a:lnTo>
                    <a:pt x="510327" y="5829802"/>
                  </a:lnTo>
                  <a:lnTo>
                    <a:pt x="510453" y="5829802"/>
                  </a:lnTo>
                  <a:lnTo>
                    <a:pt x="510579" y="5829802"/>
                  </a:lnTo>
                  <a:lnTo>
                    <a:pt x="510706" y="5829802"/>
                  </a:lnTo>
                  <a:lnTo>
                    <a:pt x="510832" y="5829802"/>
                  </a:lnTo>
                  <a:lnTo>
                    <a:pt x="510958" y="5829802"/>
                  </a:lnTo>
                  <a:lnTo>
                    <a:pt x="511084" y="5829802"/>
                  </a:lnTo>
                  <a:lnTo>
                    <a:pt x="511211" y="5829802"/>
                  </a:lnTo>
                  <a:lnTo>
                    <a:pt x="511211" y="5824890"/>
                  </a:lnTo>
                  <a:lnTo>
                    <a:pt x="511337" y="5824890"/>
                  </a:lnTo>
                  <a:lnTo>
                    <a:pt x="511463" y="5824890"/>
                  </a:lnTo>
                  <a:lnTo>
                    <a:pt x="511589" y="5824890"/>
                  </a:lnTo>
                  <a:lnTo>
                    <a:pt x="511589" y="5819979"/>
                  </a:lnTo>
                  <a:lnTo>
                    <a:pt x="511716" y="5819979"/>
                  </a:lnTo>
                  <a:lnTo>
                    <a:pt x="511842" y="5819979"/>
                  </a:lnTo>
                  <a:lnTo>
                    <a:pt x="511968" y="5819979"/>
                  </a:lnTo>
                  <a:lnTo>
                    <a:pt x="512094" y="5819979"/>
                  </a:lnTo>
                  <a:lnTo>
                    <a:pt x="512221" y="5819979"/>
                  </a:lnTo>
                  <a:lnTo>
                    <a:pt x="512347" y="5819979"/>
                  </a:lnTo>
                  <a:lnTo>
                    <a:pt x="512473" y="5819979"/>
                  </a:lnTo>
                  <a:lnTo>
                    <a:pt x="512599" y="5819979"/>
                  </a:lnTo>
                  <a:lnTo>
                    <a:pt x="512726" y="5819979"/>
                  </a:lnTo>
                  <a:lnTo>
                    <a:pt x="512852" y="5819979"/>
                  </a:lnTo>
                  <a:lnTo>
                    <a:pt x="512978" y="5819979"/>
                  </a:lnTo>
                  <a:lnTo>
                    <a:pt x="513104" y="5819979"/>
                  </a:lnTo>
                  <a:lnTo>
                    <a:pt x="513231" y="5819979"/>
                  </a:lnTo>
                  <a:lnTo>
                    <a:pt x="513357" y="5819979"/>
                  </a:lnTo>
                  <a:lnTo>
                    <a:pt x="513483" y="5819979"/>
                  </a:lnTo>
                  <a:lnTo>
                    <a:pt x="513609" y="5819979"/>
                  </a:lnTo>
                  <a:lnTo>
                    <a:pt x="513736" y="5819979"/>
                  </a:lnTo>
                  <a:lnTo>
                    <a:pt x="513862" y="5819979"/>
                  </a:lnTo>
                  <a:lnTo>
                    <a:pt x="513988" y="5819979"/>
                  </a:lnTo>
                  <a:lnTo>
                    <a:pt x="514114" y="5819979"/>
                  </a:lnTo>
                  <a:lnTo>
                    <a:pt x="514241" y="5819979"/>
                  </a:lnTo>
                  <a:lnTo>
                    <a:pt x="514367" y="5819979"/>
                  </a:lnTo>
                  <a:lnTo>
                    <a:pt x="514493" y="5819979"/>
                  </a:lnTo>
                  <a:lnTo>
                    <a:pt x="514619" y="5819979"/>
                  </a:lnTo>
                  <a:lnTo>
                    <a:pt x="514746" y="5819979"/>
                  </a:lnTo>
                  <a:lnTo>
                    <a:pt x="514872" y="5819979"/>
                  </a:lnTo>
                  <a:lnTo>
                    <a:pt x="514998" y="5819979"/>
                  </a:lnTo>
                  <a:lnTo>
                    <a:pt x="515124" y="5819979"/>
                  </a:lnTo>
                  <a:lnTo>
                    <a:pt x="515251" y="5819979"/>
                  </a:lnTo>
                  <a:lnTo>
                    <a:pt x="515377" y="5819979"/>
                  </a:lnTo>
                  <a:lnTo>
                    <a:pt x="515503" y="5819979"/>
                  </a:lnTo>
                  <a:lnTo>
                    <a:pt x="515630" y="5819979"/>
                  </a:lnTo>
                  <a:lnTo>
                    <a:pt x="515756" y="5819979"/>
                  </a:lnTo>
                  <a:lnTo>
                    <a:pt x="515882" y="5819979"/>
                  </a:lnTo>
                  <a:lnTo>
                    <a:pt x="516008" y="5819979"/>
                  </a:lnTo>
                  <a:lnTo>
                    <a:pt x="516135" y="5819979"/>
                  </a:lnTo>
                  <a:lnTo>
                    <a:pt x="516261" y="5819979"/>
                  </a:lnTo>
                  <a:lnTo>
                    <a:pt x="516387" y="5819979"/>
                  </a:lnTo>
                  <a:lnTo>
                    <a:pt x="516513" y="5819979"/>
                  </a:lnTo>
                  <a:lnTo>
                    <a:pt x="516640" y="5819979"/>
                  </a:lnTo>
                  <a:lnTo>
                    <a:pt x="516640" y="5815067"/>
                  </a:lnTo>
                  <a:lnTo>
                    <a:pt x="516766" y="5815067"/>
                  </a:lnTo>
                  <a:lnTo>
                    <a:pt x="516892" y="5815067"/>
                  </a:lnTo>
                  <a:lnTo>
                    <a:pt x="517018" y="5815067"/>
                  </a:lnTo>
                  <a:lnTo>
                    <a:pt x="517145" y="5815067"/>
                  </a:lnTo>
                  <a:lnTo>
                    <a:pt x="517271" y="5815067"/>
                  </a:lnTo>
                  <a:lnTo>
                    <a:pt x="517397" y="5815067"/>
                  </a:lnTo>
                  <a:lnTo>
                    <a:pt x="517523" y="5815067"/>
                  </a:lnTo>
                  <a:lnTo>
                    <a:pt x="517650" y="5815067"/>
                  </a:lnTo>
                  <a:lnTo>
                    <a:pt x="517776" y="5815067"/>
                  </a:lnTo>
                  <a:lnTo>
                    <a:pt x="517776" y="5810156"/>
                  </a:lnTo>
                  <a:lnTo>
                    <a:pt x="517902" y="5810156"/>
                  </a:lnTo>
                  <a:lnTo>
                    <a:pt x="518028" y="5810156"/>
                  </a:lnTo>
                  <a:lnTo>
                    <a:pt x="518155" y="5810156"/>
                  </a:lnTo>
                  <a:lnTo>
                    <a:pt x="518281" y="5810156"/>
                  </a:lnTo>
                  <a:lnTo>
                    <a:pt x="518407" y="5810156"/>
                  </a:lnTo>
                  <a:lnTo>
                    <a:pt x="518533" y="5810156"/>
                  </a:lnTo>
                  <a:lnTo>
                    <a:pt x="518660" y="5810156"/>
                  </a:lnTo>
                  <a:lnTo>
                    <a:pt x="518786" y="5810156"/>
                  </a:lnTo>
                  <a:lnTo>
                    <a:pt x="518912" y="5810156"/>
                  </a:lnTo>
                  <a:lnTo>
                    <a:pt x="519038" y="5810156"/>
                  </a:lnTo>
                  <a:lnTo>
                    <a:pt x="519165" y="5810156"/>
                  </a:lnTo>
                  <a:lnTo>
                    <a:pt x="519291" y="5810156"/>
                  </a:lnTo>
                  <a:lnTo>
                    <a:pt x="519417" y="5810156"/>
                  </a:lnTo>
                  <a:lnTo>
                    <a:pt x="519543" y="5810156"/>
                  </a:lnTo>
                  <a:lnTo>
                    <a:pt x="519670" y="5810156"/>
                  </a:lnTo>
                  <a:lnTo>
                    <a:pt x="519796" y="5810156"/>
                  </a:lnTo>
                  <a:lnTo>
                    <a:pt x="519922" y="5810156"/>
                  </a:lnTo>
                  <a:lnTo>
                    <a:pt x="520048" y="5810156"/>
                  </a:lnTo>
                  <a:lnTo>
                    <a:pt x="520175" y="5810156"/>
                  </a:lnTo>
                  <a:lnTo>
                    <a:pt x="520301" y="5810156"/>
                  </a:lnTo>
                  <a:lnTo>
                    <a:pt x="520427" y="5810156"/>
                  </a:lnTo>
                  <a:lnTo>
                    <a:pt x="520553" y="5810156"/>
                  </a:lnTo>
                  <a:lnTo>
                    <a:pt x="520680" y="5810156"/>
                  </a:lnTo>
                  <a:lnTo>
                    <a:pt x="520806" y="5810156"/>
                  </a:lnTo>
                  <a:lnTo>
                    <a:pt x="520932" y="5810156"/>
                  </a:lnTo>
                  <a:lnTo>
                    <a:pt x="521059" y="5810156"/>
                  </a:lnTo>
                  <a:lnTo>
                    <a:pt x="521185" y="5810156"/>
                  </a:lnTo>
                  <a:lnTo>
                    <a:pt x="521311" y="5810156"/>
                  </a:lnTo>
                  <a:lnTo>
                    <a:pt x="521437" y="5810156"/>
                  </a:lnTo>
                  <a:lnTo>
                    <a:pt x="521564" y="5810156"/>
                  </a:lnTo>
                  <a:lnTo>
                    <a:pt x="521690" y="5810156"/>
                  </a:lnTo>
                  <a:lnTo>
                    <a:pt x="521816" y="5810156"/>
                  </a:lnTo>
                  <a:lnTo>
                    <a:pt x="521942" y="5810156"/>
                  </a:lnTo>
                  <a:lnTo>
                    <a:pt x="522069" y="5810156"/>
                  </a:lnTo>
                  <a:lnTo>
                    <a:pt x="522195" y="5810156"/>
                  </a:lnTo>
                  <a:lnTo>
                    <a:pt x="522321" y="5810156"/>
                  </a:lnTo>
                  <a:lnTo>
                    <a:pt x="522447" y="5810156"/>
                  </a:lnTo>
                  <a:lnTo>
                    <a:pt x="522574" y="5810156"/>
                  </a:lnTo>
                  <a:lnTo>
                    <a:pt x="522700" y="5810156"/>
                  </a:lnTo>
                  <a:lnTo>
                    <a:pt x="522826" y="5810156"/>
                  </a:lnTo>
                  <a:lnTo>
                    <a:pt x="522952" y="5810156"/>
                  </a:lnTo>
                  <a:lnTo>
                    <a:pt x="523079" y="5810156"/>
                  </a:lnTo>
                  <a:lnTo>
                    <a:pt x="523205" y="5810156"/>
                  </a:lnTo>
                  <a:lnTo>
                    <a:pt x="523331" y="5810156"/>
                  </a:lnTo>
                  <a:lnTo>
                    <a:pt x="523457" y="5810156"/>
                  </a:lnTo>
                  <a:lnTo>
                    <a:pt x="523584" y="5810156"/>
                  </a:lnTo>
                  <a:lnTo>
                    <a:pt x="523710" y="5810156"/>
                  </a:lnTo>
                  <a:lnTo>
                    <a:pt x="523836" y="5810156"/>
                  </a:lnTo>
                  <a:lnTo>
                    <a:pt x="523962" y="5810156"/>
                  </a:lnTo>
                  <a:lnTo>
                    <a:pt x="524089" y="5810156"/>
                  </a:lnTo>
                  <a:lnTo>
                    <a:pt x="524089" y="5805245"/>
                  </a:lnTo>
                  <a:lnTo>
                    <a:pt x="524215" y="5805245"/>
                  </a:lnTo>
                  <a:lnTo>
                    <a:pt x="524341" y="5805245"/>
                  </a:lnTo>
                  <a:lnTo>
                    <a:pt x="524467" y="5805245"/>
                  </a:lnTo>
                  <a:lnTo>
                    <a:pt x="524594" y="5805245"/>
                  </a:lnTo>
                  <a:lnTo>
                    <a:pt x="524720" y="5805245"/>
                  </a:lnTo>
                  <a:lnTo>
                    <a:pt x="524846" y="5805245"/>
                  </a:lnTo>
                  <a:lnTo>
                    <a:pt x="524972" y="5805245"/>
                  </a:lnTo>
                  <a:lnTo>
                    <a:pt x="525099" y="5805245"/>
                  </a:lnTo>
                  <a:lnTo>
                    <a:pt x="525225" y="5805245"/>
                  </a:lnTo>
                  <a:lnTo>
                    <a:pt x="525351" y="5805245"/>
                  </a:lnTo>
                  <a:lnTo>
                    <a:pt x="525477" y="5805245"/>
                  </a:lnTo>
                  <a:lnTo>
                    <a:pt x="525604" y="5805245"/>
                  </a:lnTo>
                  <a:lnTo>
                    <a:pt x="525730" y="5805245"/>
                  </a:lnTo>
                  <a:lnTo>
                    <a:pt x="525856" y="5805245"/>
                  </a:lnTo>
                  <a:lnTo>
                    <a:pt x="525983" y="5805245"/>
                  </a:lnTo>
                  <a:lnTo>
                    <a:pt x="526109" y="5805245"/>
                  </a:lnTo>
                  <a:lnTo>
                    <a:pt x="526235" y="5805245"/>
                  </a:lnTo>
                  <a:lnTo>
                    <a:pt x="526361" y="5805245"/>
                  </a:lnTo>
                  <a:lnTo>
                    <a:pt x="526488" y="5805245"/>
                  </a:lnTo>
                  <a:lnTo>
                    <a:pt x="526614" y="5805245"/>
                  </a:lnTo>
                  <a:lnTo>
                    <a:pt x="526740" y="5805245"/>
                  </a:lnTo>
                  <a:lnTo>
                    <a:pt x="526866" y="5805245"/>
                  </a:lnTo>
                  <a:lnTo>
                    <a:pt x="526993" y="5805245"/>
                  </a:lnTo>
                  <a:lnTo>
                    <a:pt x="527119" y="5805245"/>
                  </a:lnTo>
                  <a:lnTo>
                    <a:pt x="527245" y="5805245"/>
                  </a:lnTo>
                  <a:lnTo>
                    <a:pt x="527371" y="5805245"/>
                  </a:lnTo>
                  <a:lnTo>
                    <a:pt x="527498" y="5805245"/>
                  </a:lnTo>
                  <a:lnTo>
                    <a:pt x="527624" y="5805245"/>
                  </a:lnTo>
                  <a:lnTo>
                    <a:pt x="527750" y="5805245"/>
                  </a:lnTo>
                  <a:lnTo>
                    <a:pt x="527876" y="5805245"/>
                  </a:lnTo>
                  <a:lnTo>
                    <a:pt x="528003" y="5805245"/>
                  </a:lnTo>
                  <a:lnTo>
                    <a:pt x="528129" y="5805245"/>
                  </a:lnTo>
                  <a:lnTo>
                    <a:pt x="528255" y="5805245"/>
                  </a:lnTo>
                  <a:lnTo>
                    <a:pt x="528381" y="5805245"/>
                  </a:lnTo>
                  <a:lnTo>
                    <a:pt x="528508" y="5805245"/>
                  </a:lnTo>
                  <a:lnTo>
                    <a:pt x="528634" y="5805245"/>
                  </a:lnTo>
                  <a:lnTo>
                    <a:pt x="528760" y="5805245"/>
                  </a:lnTo>
                  <a:lnTo>
                    <a:pt x="528886" y="5805245"/>
                  </a:lnTo>
                  <a:lnTo>
                    <a:pt x="529013" y="5805245"/>
                  </a:lnTo>
                  <a:lnTo>
                    <a:pt x="529139" y="5805245"/>
                  </a:lnTo>
                  <a:lnTo>
                    <a:pt x="529265" y="5805245"/>
                  </a:lnTo>
                  <a:lnTo>
                    <a:pt x="529391" y="5805245"/>
                  </a:lnTo>
                  <a:lnTo>
                    <a:pt x="529518" y="5805245"/>
                  </a:lnTo>
                  <a:lnTo>
                    <a:pt x="529644" y="5805245"/>
                  </a:lnTo>
                  <a:lnTo>
                    <a:pt x="529770" y="5805245"/>
                  </a:lnTo>
                  <a:lnTo>
                    <a:pt x="529896" y="5805245"/>
                  </a:lnTo>
                  <a:lnTo>
                    <a:pt x="530023" y="5805245"/>
                  </a:lnTo>
                  <a:lnTo>
                    <a:pt x="530149" y="5805245"/>
                  </a:lnTo>
                  <a:lnTo>
                    <a:pt x="530275" y="5805245"/>
                  </a:lnTo>
                  <a:lnTo>
                    <a:pt x="530401" y="5805245"/>
                  </a:lnTo>
                  <a:lnTo>
                    <a:pt x="530528" y="5805245"/>
                  </a:lnTo>
                  <a:lnTo>
                    <a:pt x="530654" y="5805245"/>
                  </a:lnTo>
                  <a:lnTo>
                    <a:pt x="530780" y="5805245"/>
                  </a:lnTo>
                  <a:lnTo>
                    <a:pt x="530906" y="5805245"/>
                  </a:lnTo>
                  <a:lnTo>
                    <a:pt x="531033" y="5805245"/>
                  </a:lnTo>
                  <a:lnTo>
                    <a:pt x="531159" y="5805245"/>
                  </a:lnTo>
                  <a:lnTo>
                    <a:pt x="531285" y="5805245"/>
                  </a:lnTo>
                  <a:lnTo>
                    <a:pt x="531412" y="5805245"/>
                  </a:lnTo>
                  <a:lnTo>
                    <a:pt x="531538" y="5805245"/>
                  </a:lnTo>
                  <a:lnTo>
                    <a:pt x="531664" y="5805245"/>
                  </a:lnTo>
                  <a:lnTo>
                    <a:pt x="531790" y="5805245"/>
                  </a:lnTo>
                  <a:lnTo>
                    <a:pt x="531917" y="5805245"/>
                  </a:lnTo>
                  <a:lnTo>
                    <a:pt x="532043" y="5805245"/>
                  </a:lnTo>
                  <a:lnTo>
                    <a:pt x="532169" y="5805245"/>
                  </a:lnTo>
                  <a:lnTo>
                    <a:pt x="532295" y="5805245"/>
                  </a:lnTo>
                  <a:lnTo>
                    <a:pt x="532422" y="5805245"/>
                  </a:lnTo>
                  <a:lnTo>
                    <a:pt x="532548" y="5805245"/>
                  </a:lnTo>
                  <a:lnTo>
                    <a:pt x="532674" y="5805245"/>
                  </a:lnTo>
                  <a:lnTo>
                    <a:pt x="532800" y="5805245"/>
                  </a:lnTo>
                  <a:lnTo>
                    <a:pt x="532927" y="5805245"/>
                  </a:lnTo>
                  <a:lnTo>
                    <a:pt x="533053" y="5805245"/>
                  </a:lnTo>
                  <a:lnTo>
                    <a:pt x="533179" y="5805245"/>
                  </a:lnTo>
                  <a:lnTo>
                    <a:pt x="533305" y="5805245"/>
                  </a:lnTo>
                  <a:lnTo>
                    <a:pt x="533432" y="5805245"/>
                  </a:lnTo>
                  <a:lnTo>
                    <a:pt x="533558" y="5805245"/>
                  </a:lnTo>
                  <a:lnTo>
                    <a:pt x="533684" y="5805245"/>
                  </a:lnTo>
                  <a:lnTo>
                    <a:pt x="533810" y="5805245"/>
                  </a:lnTo>
                  <a:lnTo>
                    <a:pt x="533937" y="5805245"/>
                  </a:lnTo>
                  <a:lnTo>
                    <a:pt x="534063" y="5805245"/>
                  </a:lnTo>
                  <a:lnTo>
                    <a:pt x="534189" y="5805245"/>
                  </a:lnTo>
                  <a:lnTo>
                    <a:pt x="534315" y="5805245"/>
                  </a:lnTo>
                  <a:lnTo>
                    <a:pt x="534442" y="5805245"/>
                  </a:lnTo>
                  <a:lnTo>
                    <a:pt x="534568" y="5805245"/>
                  </a:lnTo>
                  <a:lnTo>
                    <a:pt x="534694" y="5805245"/>
                  </a:lnTo>
                  <a:lnTo>
                    <a:pt x="534820" y="5805245"/>
                  </a:lnTo>
                  <a:lnTo>
                    <a:pt x="534947" y="5805245"/>
                  </a:lnTo>
                  <a:lnTo>
                    <a:pt x="535073" y="5805245"/>
                  </a:lnTo>
                  <a:lnTo>
                    <a:pt x="535199" y="5805245"/>
                  </a:lnTo>
                  <a:lnTo>
                    <a:pt x="535325" y="5805245"/>
                  </a:lnTo>
                  <a:lnTo>
                    <a:pt x="535452" y="5805245"/>
                  </a:lnTo>
                  <a:lnTo>
                    <a:pt x="535578" y="5805245"/>
                  </a:lnTo>
                  <a:lnTo>
                    <a:pt x="535704" y="5805245"/>
                  </a:lnTo>
                  <a:lnTo>
                    <a:pt x="535830" y="5805245"/>
                  </a:lnTo>
                  <a:lnTo>
                    <a:pt x="535957" y="5805245"/>
                  </a:lnTo>
                  <a:lnTo>
                    <a:pt x="536083" y="5805245"/>
                  </a:lnTo>
                  <a:lnTo>
                    <a:pt x="536209" y="5805245"/>
                  </a:lnTo>
                  <a:lnTo>
                    <a:pt x="536336" y="5805245"/>
                  </a:lnTo>
                  <a:lnTo>
                    <a:pt x="536462" y="5805245"/>
                  </a:lnTo>
                  <a:lnTo>
                    <a:pt x="536588" y="5805245"/>
                  </a:lnTo>
                  <a:lnTo>
                    <a:pt x="536714" y="5805245"/>
                  </a:lnTo>
                  <a:lnTo>
                    <a:pt x="536841" y="5805245"/>
                  </a:lnTo>
                  <a:lnTo>
                    <a:pt x="536967" y="5805245"/>
                  </a:lnTo>
                  <a:lnTo>
                    <a:pt x="537093" y="5805245"/>
                  </a:lnTo>
                  <a:lnTo>
                    <a:pt x="537219" y="5805245"/>
                  </a:lnTo>
                  <a:lnTo>
                    <a:pt x="537346" y="5805245"/>
                  </a:lnTo>
                  <a:lnTo>
                    <a:pt x="537472" y="5805245"/>
                  </a:lnTo>
                  <a:lnTo>
                    <a:pt x="537598" y="5805245"/>
                  </a:lnTo>
                  <a:lnTo>
                    <a:pt x="537724" y="5805245"/>
                  </a:lnTo>
                  <a:lnTo>
                    <a:pt x="537851" y="5805245"/>
                  </a:lnTo>
                  <a:lnTo>
                    <a:pt x="537977" y="5805245"/>
                  </a:lnTo>
                  <a:lnTo>
                    <a:pt x="538103" y="5805245"/>
                  </a:lnTo>
                  <a:lnTo>
                    <a:pt x="538229" y="5805245"/>
                  </a:lnTo>
                  <a:lnTo>
                    <a:pt x="538356" y="5805245"/>
                  </a:lnTo>
                  <a:lnTo>
                    <a:pt x="538482" y="5805245"/>
                  </a:lnTo>
                  <a:lnTo>
                    <a:pt x="538608" y="5805245"/>
                  </a:lnTo>
                  <a:lnTo>
                    <a:pt x="538734" y="5805245"/>
                  </a:lnTo>
                  <a:lnTo>
                    <a:pt x="538861" y="5805245"/>
                  </a:lnTo>
                  <a:lnTo>
                    <a:pt x="538987" y="5805245"/>
                  </a:lnTo>
                  <a:lnTo>
                    <a:pt x="539113" y="5805245"/>
                  </a:lnTo>
                  <a:lnTo>
                    <a:pt x="539239" y="5805245"/>
                  </a:lnTo>
                  <a:lnTo>
                    <a:pt x="539366" y="5805245"/>
                  </a:lnTo>
                  <a:lnTo>
                    <a:pt x="539492" y="5805245"/>
                  </a:lnTo>
                  <a:lnTo>
                    <a:pt x="539618" y="5805245"/>
                  </a:lnTo>
                  <a:lnTo>
                    <a:pt x="539744" y="5805245"/>
                  </a:lnTo>
                  <a:lnTo>
                    <a:pt x="539871" y="5805245"/>
                  </a:lnTo>
                  <a:lnTo>
                    <a:pt x="539997" y="5805245"/>
                  </a:lnTo>
                  <a:lnTo>
                    <a:pt x="540123" y="5805245"/>
                  </a:lnTo>
                  <a:lnTo>
                    <a:pt x="540249" y="5805245"/>
                  </a:lnTo>
                  <a:lnTo>
                    <a:pt x="540376" y="5805245"/>
                  </a:lnTo>
                  <a:lnTo>
                    <a:pt x="540502" y="5805245"/>
                  </a:lnTo>
                  <a:lnTo>
                    <a:pt x="540628" y="5805245"/>
                  </a:lnTo>
                  <a:lnTo>
                    <a:pt x="540754" y="5805245"/>
                  </a:lnTo>
                  <a:lnTo>
                    <a:pt x="540881" y="5805245"/>
                  </a:lnTo>
                  <a:lnTo>
                    <a:pt x="541007" y="5805245"/>
                  </a:lnTo>
                  <a:lnTo>
                    <a:pt x="541133" y="5805245"/>
                  </a:lnTo>
                  <a:lnTo>
                    <a:pt x="541260" y="5805245"/>
                  </a:lnTo>
                  <a:lnTo>
                    <a:pt x="541386" y="5805245"/>
                  </a:lnTo>
                  <a:lnTo>
                    <a:pt x="541512" y="5805245"/>
                  </a:lnTo>
                  <a:lnTo>
                    <a:pt x="541638" y="5805245"/>
                  </a:lnTo>
                  <a:lnTo>
                    <a:pt x="541765" y="5805245"/>
                  </a:lnTo>
                  <a:lnTo>
                    <a:pt x="541891" y="5805245"/>
                  </a:lnTo>
                  <a:lnTo>
                    <a:pt x="542017" y="5805245"/>
                  </a:lnTo>
                  <a:lnTo>
                    <a:pt x="542143" y="5805245"/>
                  </a:lnTo>
                  <a:lnTo>
                    <a:pt x="542270" y="5805245"/>
                  </a:lnTo>
                  <a:lnTo>
                    <a:pt x="542396" y="5805245"/>
                  </a:lnTo>
                  <a:lnTo>
                    <a:pt x="542522" y="5805245"/>
                  </a:lnTo>
                  <a:lnTo>
                    <a:pt x="542648" y="5805245"/>
                  </a:lnTo>
                  <a:lnTo>
                    <a:pt x="542775" y="5805245"/>
                  </a:lnTo>
                  <a:lnTo>
                    <a:pt x="542901" y="5805245"/>
                  </a:lnTo>
                  <a:lnTo>
                    <a:pt x="543027" y="5805245"/>
                  </a:lnTo>
                  <a:lnTo>
                    <a:pt x="543027" y="5800333"/>
                  </a:lnTo>
                  <a:lnTo>
                    <a:pt x="543153" y="5800333"/>
                  </a:lnTo>
                  <a:lnTo>
                    <a:pt x="543280" y="5800333"/>
                  </a:lnTo>
                  <a:lnTo>
                    <a:pt x="543406" y="5800333"/>
                  </a:lnTo>
                  <a:lnTo>
                    <a:pt x="543532" y="5800333"/>
                  </a:lnTo>
                  <a:lnTo>
                    <a:pt x="543658" y="5800333"/>
                  </a:lnTo>
                  <a:lnTo>
                    <a:pt x="543785" y="5800333"/>
                  </a:lnTo>
                  <a:lnTo>
                    <a:pt x="543911" y="5800333"/>
                  </a:lnTo>
                  <a:lnTo>
                    <a:pt x="544037" y="5800333"/>
                  </a:lnTo>
                  <a:lnTo>
                    <a:pt x="544163" y="5800333"/>
                  </a:lnTo>
                  <a:lnTo>
                    <a:pt x="544290" y="5800333"/>
                  </a:lnTo>
                  <a:lnTo>
                    <a:pt x="544416" y="5800333"/>
                  </a:lnTo>
                  <a:lnTo>
                    <a:pt x="544542" y="5800333"/>
                  </a:lnTo>
                  <a:lnTo>
                    <a:pt x="544668" y="5800333"/>
                  </a:lnTo>
                  <a:lnTo>
                    <a:pt x="544795" y="5800333"/>
                  </a:lnTo>
                  <a:lnTo>
                    <a:pt x="544795" y="5795422"/>
                  </a:lnTo>
                  <a:lnTo>
                    <a:pt x="544921" y="5795422"/>
                  </a:lnTo>
                  <a:lnTo>
                    <a:pt x="545047" y="5795422"/>
                  </a:lnTo>
                  <a:lnTo>
                    <a:pt x="545173" y="5795422"/>
                  </a:lnTo>
                  <a:lnTo>
                    <a:pt x="545300" y="5795422"/>
                  </a:lnTo>
                  <a:lnTo>
                    <a:pt x="545426" y="5795422"/>
                  </a:lnTo>
                  <a:lnTo>
                    <a:pt x="545552" y="5795422"/>
                  </a:lnTo>
                  <a:lnTo>
                    <a:pt x="545678" y="5795422"/>
                  </a:lnTo>
                  <a:lnTo>
                    <a:pt x="545805" y="5795422"/>
                  </a:lnTo>
                  <a:lnTo>
                    <a:pt x="545931" y="5795422"/>
                  </a:lnTo>
                  <a:lnTo>
                    <a:pt x="545931" y="5790511"/>
                  </a:lnTo>
                  <a:lnTo>
                    <a:pt x="545931" y="5785599"/>
                  </a:lnTo>
                  <a:lnTo>
                    <a:pt x="546057" y="5785599"/>
                  </a:lnTo>
                  <a:lnTo>
                    <a:pt x="546183" y="5785599"/>
                  </a:lnTo>
                  <a:lnTo>
                    <a:pt x="546310" y="5785599"/>
                  </a:lnTo>
                  <a:lnTo>
                    <a:pt x="546436" y="5785599"/>
                  </a:lnTo>
                  <a:lnTo>
                    <a:pt x="546562" y="5785599"/>
                  </a:lnTo>
                  <a:lnTo>
                    <a:pt x="546689" y="5785599"/>
                  </a:lnTo>
                  <a:lnTo>
                    <a:pt x="546815" y="5785599"/>
                  </a:lnTo>
                  <a:lnTo>
                    <a:pt x="546941" y="5785599"/>
                  </a:lnTo>
                  <a:lnTo>
                    <a:pt x="547067" y="5785599"/>
                  </a:lnTo>
                  <a:lnTo>
                    <a:pt x="547194" y="5785599"/>
                  </a:lnTo>
                  <a:lnTo>
                    <a:pt x="547320" y="5785599"/>
                  </a:lnTo>
                  <a:lnTo>
                    <a:pt x="547446" y="5785599"/>
                  </a:lnTo>
                  <a:lnTo>
                    <a:pt x="547572" y="5785599"/>
                  </a:lnTo>
                  <a:lnTo>
                    <a:pt x="547699" y="5785599"/>
                  </a:lnTo>
                  <a:lnTo>
                    <a:pt x="547825" y="5785599"/>
                  </a:lnTo>
                  <a:lnTo>
                    <a:pt x="547825" y="5780688"/>
                  </a:lnTo>
                  <a:lnTo>
                    <a:pt x="547951" y="5780688"/>
                  </a:lnTo>
                  <a:lnTo>
                    <a:pt x="548077" y="5780688"/>
                  </a:lnTo>
                  <a:lnTo>
                    <a:pt x="548204" y="5780688"/>
                  </a:lnTo>
                  <a:lnTo>
                    <a:pt x="548330" y="5780688"/>
                  </a:lnTo>
                  <a:lnTo>
                    <a:pt x="548456" y="5780688"/>
                  </a:lnTo>
                  <a:lnTo>
                    <a:pt x="548582" y="5780688"/>
                  </a:lnTo>
                  <a:lnTo>
                    <a:pt x="548709" y="5780688"/>
                  </a:lnTo>
                  <a:lnTo>
                    <a:pt x="548835" y="5780688"/>
                  </a:lnTo>
                  <a:lnTo>
                    <a:pt x="548961" y="5780688"/>
                  </a:lnTo>
                  <a:lnTo>
                    <a:pt x="549087" y="5780688"/>
                  </a:lnTo>
                  <a:lnTo>
                    <a:pt x="549214" y="5780688"/>
                  </a:lnTo>
                  <a:lnTo>
                    <a:pt x="549340" y="5780688"/>
                  </a:lnTo>
                  <a:lnTo>
                    <a:pt x="549466" y="5780688"/>
                  </a:lnTo>
                  <a:lnTo>
                    <a:pt x="549592" y="5780688"/>
                  </a:lnTo>
                  <a:lnTo>
                    <a:pt x="549719" y="5780688"/>
                  </a:lnTo>
                  <a:lnTo>
                    <a:pt x="549845" y="5780688"/>
                  </a:lnTo>
                  <a:lnTo>
                    <a:pt x="549971" y="5780688"/>
                  </a:lnTo>
                  <a:lnTo>
                    <a:pt x="550097" y="5780688"/>
                  </a:lnTo>
                  <a:lnTo>
                    <a:pt x="550097" y="5775776"/>
                  </a:lnTo>
                  <a:lnTo>
                    <a:pt x="550224" y="5775776"/>
                  </a:lnTo>
                  <a:lnTo>
                    <a:pt x="550350" y="5775776"/>
                  </a:lnTo>
                  <a:lnTo>
                    <a:pt x="550476" y="5775776"/>
                  </a:lnTo>
                  <a:lnTo>
                    <a:pt x="550602" y="5775776"/>
                  </a:lnTo>
                  <a:lnTo>
                    <a:pt x="550729" y="5775776"/>
                  </a:lnTo>
                  <a:lnTo>
                    <a:pt x="550855" y="5775776"/>
                  </a:lnTo>
                  <a:lnTo>
                    <a:pt x="550855" y="5770865"/>
                  </a:lnTo>
                  <a:lnTo>
                    <a:pt x="550981" y="5770865"/>
                  </a:lnTo>
                  <a:lnTo>
                    <a:pt x="551107" y="5770865"/>
                  </a:lnTo>
                  <a:lnTo>
                    <a:pt x="551234" y="5770865"/>
                  </a:lnTo>
                  <a:lnTo>
                    <a:pt x="551360" y="5770865"/>
                  </a:lnTo>
                  <a:lnTo>
                    <a:pt x="551486" y="5770865"/>
                  </a:lnTo>
                  <a:lnTo>
                    <a:pt x="551613" y="5770865"/>
                  </a:lnTo>
                  <a:lnTo>
                    <a:pt x="551739" y="5770865"/>
                  </a:lnTo>
                  <a:lnTo>
                    <a:pt x="551865" y="5770865"/>
                  </a:lnTo>
                  <a:lnTo>
                    <a:pt x="551991" y="5770865"/>
                  </a:lnTo>
                  <a:lnTo>
                    <a:pt x="552118" y="5770865"/>
                  </a:lnTo>
                  <a:lnTo>
                    <a:pt x="552244" y="5770865"/>
                  </a:lnTo>
                  <a:lnTo>
                    <a:pt x="552370" y="5770865"/>
                  </a:lnTo>
                  <a:lnTo>
                    <a:pt x="552496" y="5770865"/>
                  </a:lnTo>
                  <a:lnTo>
                    <a:pt x="552623" y="5770865"/>
                  </a:lnTo>
                  <a:lnTo>
                    <a:pt x="552749" y="5770865"/>
                  </a:lnTo>
                  <a:lnTo>
                    <a:pt x="552875" y="5770865"/>
                  </a:lnTo>
                  <a:lnTo>
                    <a:pt x="553001" y="5770865"/>
                  </a:lnTo>
                  <a:lnTo>
                    <a:pt x="553128" y="5770865"/>
                  </a:lnTo>
                  <a:lnTo>
                    <a:pt x="553254" y="5770865"/>
                  </a:lnTo>
                  <a:lnTo>
                    <a:pt x="553254" y="5765954"/>
                  </a:lnTo>
                  <a:lnTo>
                    <a:pt x="553380" y="5765954"/>
                  </a:lnTo>
                  <a:lnTo>
                    <a:pt x="553506" y="5765954"/>
                  </a:lnTo>
                  <a:lnTo>
                    <a:pt x="553633" y="5765954"/>
                  </a:lnTo>
                  <a:lnTo>
                    <a:pt x="553759" y="5765954"/>
                  </a:lnTo>
                  <a:lnTo>
                    <a:pt x="553885" y="5765954"/>
                  </a:lnTo>
                  <a:lnTo>
                    <a:pt x="554011" y="5765954"/>
                  </a:lnTo>
                  <a:lnTo>
                    <a:pt x="554138" y="5765954"/>
                  </a:lnTo>
                  <a:lnTo>
                    <a:pt x="554264" y="5765954"/>
                  </a:lnTo>
                  <a:lnTo>
                    <a:pt x="554390" y="5765954"/>
                  </a:lnTo>
                  <a:lnTo>
                    <a:pt x="554516" y="5765954"/>
                  </a:lnTo>
                  <a:lnTo>
                    <a:pt x="554643" y="5765954"/>
                  </a:lnTo>
                  <a:lnTo>
                    <a:pt x="554769" y="5765954"/>
                  </a:lnTo>
                  <a:lnTo>
                    <a:pt x="554895" y="5765954"/>
                  </a:lnTo>
                  <a:lnTo>
                    <a:pt x="555021" y="5765954"/>
                  </a:lnTo>
                  <a:lnTo>
                    <a:pt x="555148" y="5765954"/>
                  </a:lnTo>
                  <a:lnTo>
                    <a:pt x="555274" y="5765954"/>
                  </a:lnTo>
                  <a:lnTo>
                    <a:pt x="555400" y="5765954"/>
                  </a:lnTo>
                  <a:lnTo>
                    <a:pt x="555526" y="5765954"/>
                  </a:lnTo>
                  <a:lnTo>
                    <a:pt x="555526" y="5761042"/>
                  </a:lnTo>
                  <a:lnTo>
                    <a:pt x="555653" y="5761042"/>
                  </a:lnTo>
                  <a:lnTo>
                    <a:pt x="555779" y="5761042"/>
                  </a:lnTo>
                  <a:lnTo>
                    <a:pt x="555905" y="5761042"/>
                  </a:lnTo>
                  <a:lnTo>
                    <a:pt x="556031" y="5761042"/>
                  </a:lnTo>
                  <a:lnTo>
                    <a:pt x="556158" y="5761042"/>
                  </a:lnTo>
                  <a:lnTo>
                    <a:pt x="556284" y="5761042"/>
                  </a:lnTo>
                  <a:lnTo>
                    <a:pt x="556410" y="5761042"/>
                  </a:lnTo>
                  <a:lnTo>
                    <a:pt x="556536" y="5761042"/>
                  </a:lnTo>
                  <a:lnTo>
                    <a:pt x="556663" y="5761042"/>
                  </a:lnTo>
                  <a:lnTo>
                    <a:pt x="556789" y="5761042"/>
                  </a:lnTo>
                  <a:lnTo>
                    <a:pt x="556915" y="5761042"/>
                  </a:lnTo>
                  <a:lnTo>
                    <a:pt x="557042" y="5761042"/>
                  </a:lnTo>
                  <a:lnTo>
                    <a:pt x="557168" y="5761042"/>
                  </a:lnTo>
                  <a:lnTo>
                    <a:pt x="557294" y="5761042"/>
                  </a:lnTo>
                  <a:lnTo>
                    <a:pt x="557420" y="5761042"/>
                  </a:lnTo>
                  <a:lnTo>
                    <a:pt x="557547" y="5761042"/>
                  </a:lnTo>
                  <a:lnTo>
                    <a:pt x="557673" y="5761042"/>
                  </a:lnTo>
                  <a:lnTo>
                    <a:pt x="557799" y="5761042"/>
                  </a:lnTo>
                  <a:lnTo>
                    <a:pt x="557925" y="5761042"/>
                  </a:lnTo>
                  <a:lnTo>
                    <a:pt x="557925" y="5756131"/>
                  </a:lnTo>
                  <a:lnTo>
                    <a:pt x="558052" y="5756131"/>
                  </a:lnTo>
                  <a:lnTo>
                    <a:pt x="558178" y="5756131"/>
                  </a:lnTo>
                  <a:lnTo>
                    <a:pt x="558178" y="5751220"/>
                  </a:lnTo>
                  <a:lnTo>
                    <a:pt x="558304" y="5751220"/>
                  </a:lnTo>
                  <a:lnTo>
                    <a:pt x="558430" y="5751220"/>
                  </a:lnTo>
                  <a:lnTo>
                    <a:pt x="558557" y="5751220"/>
                  </a:lnTo>
                  <a:lnTo>
                    <a:pt x="558683" y="5751220"/>
                  </a:lnTo>
                  <a:lnTo>
                    <a:pt x="558809" y="5751220"/>
                  </a:lnTo>
                  <a:lnTo>
                    <a:pt x="558935" y="5751220"/>
                  </a:lnTo>
                  <a:lnTo>
                    <a:pt x="559062" y="5751220"/>
                  </a:lnTo>
                  <a:lnTo>
                    <a:pt x="559188" y="5751220"/>
                  </a:lnTo>
                  <a:lnTo>
                    <a:pt x="559314" y="5751220"/>
                  </a:lnTo>
                  <a:lnTo>
                    <a:pt x="559440" y="5751220"/>
                  </a:lnTo>
                  <a:lnTo>
                    <a:pt x="559567" y="5751220"/>
                  </a:lnTo>
                  <a:lnTo>
                    <a:pt x="559693" y="5751220"/>
                  </a:lnTo>
                  <a:lnTo>
                    <a:pt x="559819" y="5751220"/>
                  </a:lnTo>
                  <a:lnTo>
                    <a:pt x="559945" y="5751220"/>
                  </a:lnTo>
                  <a:lnTo>
                    <a:pt x="560072" y="5751220"/>
                  </a:lnTo>
                  <a:lnTo>
                    <a:pt x="560198" y="5751220"/>
                  </a:lnTo>
                  <a:lnTo>
                    <a:pt x="560324" y="5751220"/>
                  </a:lnTo>
                  <a:lnTo>
                    <a:pt x="560450" y="5751220"/>
                  </a:lnTo>
                  <a:lnTo>
                    <a:pt x="560577" y="5751220"/>
                  </a:lnTo>
                  <a:lnTo>
                    <a:pt x="560703" y="5751220"/>
                  </a:lnTo>
                  <a:lnTo>
                    <a:pt x="560829" y="5751220"/>
                  </a:lnTo>
                  <a:lnTo>
                    <a:pt x="560955" y="5751220"/>
                  </a:lnTo>
                  <a:lnTo>
                    <a:pt x="561082" y="5751220"/>
                  </a:lnTo>
                  <a:lnTo>
                    <a:pt x="561208" y="5751220"/>
                  </a:lnTo>
                  <a:lnTo>
                    <a:pt x="561334" y="5751220"/>
                  </a:lnTo>
                  <a:lnTo>
                    <a:pt x="561460" y="5751220"/>
                  </a:lnTo>
                  <a:lnTo>
                    <a:pt x="561587" y="5751220"/>
                  </a:lnTo>
                  <a:lnTo>
                    <a:pt x="561713" y="5751220"/>
                  </a:lnTo>
                  <a:lnTo>
                    <a:pt x="561839" y="5751220"/>
                  </a:lnTo>
                  <a:lnTo>
                    <a:pt x="561966" y="5751220"/>
                  </a:lnTo>
                  <a:lnTo>
                    <a:pt x="562092" y="5751220"/>
                  </a:lnTo>
                  <a:lnTo>
                    <a:pt x="562218" y="5751220"/>
                  </a:lnTo>
                  <a:lnTo>
                    <a:pt x="562344" y="5751220"/>
                  </a:lnTo>
                  <a:lnTo>
                    <a:pt x="562471" y="5751220"/>
                  </a:lnTo>
                  <a:lnTo>
                    <a:pt x="562597" y="5751220"/>
                  </a:lnTo>
                  <a:lnTo>
                    <a:pt x="562723" y="5751220"/>
                  </a:lnTo>
                  <a:lnTo>
                    <a:pt x="562849" y="5751220"/>
                  </a:lnTo>
                  <a:lnTo>
                    <a:pt x="562976" y="5751220"/>
                  </a:lnTo>
                  <a:lnTo>
                    <a:pt x="563102" y="5751220"/>
                  </a:lnTo>
                  <a:lnTo>
                    <a:pt x="563228" y="5751220"/>
                  </a:lnTo>
                  <a:lnTo>
                    <a:pt x="563354" y="5751220"/>
                  </a:lnTo>
                  <a:lnTo>
                    <a:pt x="563481" y="5751220"/>
                  </a:lnTo>
                  <a:lnTo>
                    <a:pt x="563607" y="5751220"/>
                  </a:lnTo>
                  <a:lnTo>
                    <a:pt x="563733" y="5751220"/>
                  </a:lnTo>
                  <a:lnTo>
                    <a:pt x="563859" y="5751220"/>
                  </a:lnTo>
                  <a:lnTo>
                    <a:pt x="563986" y="5751220"/>
                  </a:lnTo>
                  <a:lnTo>
                    <a:pt x="564112" y="5751220"/>
                  </a:lnTo>
                  <a:lnTo>
                    <a:pt x="564238" y="5751220"/>
                  </a:lnTo>
                  <a:lnTo>
                    <a:pt x="564364" y="5751220"/>
                  </a:lnTo>
                  <a:lnTo>
                    <a:pt x="564364" y="5746308"/>
                  </a:lnTo>
                  <a:lnTo>
                    <a:pt x="564491" y="5746308"/>
                  </a:lnTo>
                  <a:lnTo>
                    <a:pt x="564617" y="5746308"/>
                  </a:lnTo>
                  <a:lnTo>
                    <a:pt x="564743" y="5746308"/>
                  </a:lnTo>
                  <a:lnTo>
                    <a:pt x="564869" y="5746308"/>
                  </a:lnTo>
                  <a:lnTo>
                    <a:pt x="564996" y="5746308"/>
                  </a:lnTo>
                  <a:lnTo>
                    <a:pt x="565122" y="5746308"/>
                  </a:lnTo>
                  <a:lnTo>
                    <a:pt x="565248" y="5746308"/>
                  </a:lnTo>
                  <a:lnTo>
                    <a:pt x="565374" y="5746308"/>
                  </a:lnTo>
                  <a:lnTo>
                    <a:pt x="565501" y="5746308"/>
                  </a:lnTo>
                  <a:lnTo>
                    <a:pt x="565627" y="5746308"/>
                  </a:lnTo>
                  <a:lnTo>
                    <a:pt x="565753" y="5746308"/>
                  </a:lnTo>
                  <a:lnTo>
                    <a:pt x="565879" y="5746308"/>
                  </a:lnTo>
                  <a:lnTo>
                    <a:pt x="566006" y="5746308"/>
                  </a:lnTo>
                  <a:lnTo>
                    <a:pt x="566006" y="5741397"/>
                  </a:lnTo>
                  <a:lnTo>
                    <a:pt x="566132" y="5741397"/>
                  </a:lnTo>
                  <a:lnTo>
                    <a:pt x="566258" y="5741397"/>
                  </a:lnTo>
                  <a:lnTo>
                    <a:pt x="566384" y="5741397"/>
                  </a:lnTo>
                  <a:lnTo>
                    <a:pt x="566511" y="5741397"/>
                  </a:lnTo>
                  <a:lnTo>
                    <a:pt x="566637" y="5741397"/>
                  </a:lnTo>
                  <a:lnTo>
                    <a:pt x="566763" y="5741397"/>
                  </a:lnTo>
                  <a:lnTo>
                    <a:pt x="566889" y="5741397"/>
                  </a:lnTo>
                  <a:lnTo>
                    <a:pt x="567016" y="5741397"/>
                  </a:lnTo>
                  <a:lnTo>
                    <a:pt x="567142" y="5741397"/>
                  </a:lnTo>
                  <a:lnTo>
                    <a:pt x="567268" y="5741397"/>
                  </a:lnTo>
                  <a:lnTo>
                    <a:pt x="567268" y="5736485"/>
                  </a:lnTo>
                  <a:lnTo>
                    <a:pt x="567395" y="5736485"/>
                  </a:lnTo>
                  <a:lnTo>
                    <a:pt x="567521" y="5736485"/>
                  </a:lnTo>
                  <a:lnTo>
                    <a:pt x="567647" y="5736485"/>
                  </a:lnTo>
                  <a:lnTo>
                    <a:pt x="567773" y="5736485"/>
                  </a:lnTo>
                  <a:lnTo>
                    <a:pt x="567900" y="5736485"/>
                  </a:lnTo>
                  <a:lnTo>
                    <a:pt x="568026" y="5736485"/>
                  </a:lnTo>
                  <a:lnTo>
                    <a:pt x="568152" y="5736485"/>
                  </a:lnTo>
                  <a:lnTo>
                    <a:pt x="568278" y="5736485"/>
                  </a:lnTo>
                  <a:lnTo>
                    <a:pt x="568405" y="5736485"/>
                  </a:lnTo>
                  <a:lnTo>
                    <a:pt x="568531" y="5736485"/>
                  </a:lnTo>
                  <a:lnTo>
                    <a:pt x="568657" y="5736485"/>
                  </a:lnTo>
                  <a:lnTo>
                    <a:pt x="568783" y="5736485"/>
                  </a:lnTo>
                  <a:lnTo>
                    <a:pt x="568910" y="5736485"/>
                  </a:lnTo>
                  <a:lnTo>
                    <a:pt x="569036" y="5736485"/>
                  </a:lnTo>
                  <a:lnTo>
                    <a:pt x="569162" y="5736485"/>
                  </a:lnTo>
                  <a:lnTo>
                    <a:pt x="569288" y="5736485"/>
                  </a:lnTo>
                  <a:lnTo>
                    <a:pt x="569415" y="5736485"/>
                  </a:lnTo>
                  <a:lnTo>
                    <a:pt x="569541" y="5736485"/>
                  </a:lnTo>
                  <a:lnTo>
                    <a:pt x="569667" y="5736485"/>
                  </a:lnTo>
                  <a:lnTo>
                    <a:pt x="569793" y="5736485"/>
                  </a:lnTo>
                  <a:lnTo>
                    <a:pt x="569920" y="5736485"/>
                  </a:lnTo>
                  <a:lnTo>
                    <a:pt x="570046" y="5736485"/>
                  </a:lnTo>
                  <a:lnTo>
                    <a:pt x="570172" y="5736485"/>
                  </a:lnTo>
                  <a:lnTo>
                    <a:pt x="570298" y="5736485"/>
                  </a:lnTo>
                  <a:lnTo>
                    <a:pt x="570425" y="5736485"/>
                  </a:lnTo>
                  <a:lnTo>
                    <a:pt x="570551" y="5736485"/>
                  </a:lnTo>
                  <a:lnTo>
                    <a:pt x="570677" y="5736485"/>
                  </a:lnTo>
                  <a:lnTo>
                    <a:pt x="570803" y="5736485"/>
                  </a:lnTo>
                  <a:lnTo>
                    <a:pt x="570930" y="5736485"/>
                  </a:lnTo>
                  <a:lnTo>
                    <a:pt x="571056" y="5736485"/>
                  </a:lnTo>
                  <a:lnTo>
                    <a:pt x="571182" y="5736485"/>
                  </a:lnTo>
                  <a:lnTo>
                    <a:pt x="571308" y="5736485"/>
                  </a:lnTo>
                  <a:lnTo>
                    <a:pt x="571435" y="5736485"/>
                  </a:lnTo>
                  <a:lnTo>
                    <a:pt x="571561" y="5736485"/>
                  </a:lnTo>
                  <a:lnTo>
                    <a:pt x="571687" y="5736485"/>
                  </a:lnTo>
                  <a:lnTo>
                    <a:pt x="571813" y="5736485"/>
                  </a:lnTo>
                  <a:lnTo>
                    <a:pt x="571940" y="5736485"/>
                  </a:lnTo>
                  <a:lnTo>
                    <a:pt x="572066" y="5736485"/>
                  </a:lnTo>
                  <a:lnTo>
                    <a:pt x="572192" y="5736485"/>
                  </a:lnTo>
                  <a:lnTo>
                    <a:pt x="572319" y="5736485"/>
                  </a:lnTo>
                  <a:lnTo>
                    <a:pt x="572445" y="5736485"/>
                  </a:lnTo>
                  <a:lnTo>
                    <a:pt x="572571" y="5736485"/>
                  </a:lnTo>
                  <a:lnTo>
                    <a:pt x="572697" y="5736485"/>
                  </a:lnTo>
                  <a:lnTo>
                    <a:pt x="572824" y="5736485"/>
                  </a:lnTo>
                  <a:lnTo>
                    <a:pt x="572950" y="5736485"/>
                  </a:lnTo>
                  <a:lnTo>
                    <a:pt x="573076" y="5736485"/>
                  </a:lnTo>
                  <a:lnTo>
                    <a:pt x="573202" y="5736485"/>
                  </a:lnTo>
                  <a:lnTo>
                    <a:pt x="573329" y="5736485"/>
                  </a:lnTo>
                  <a:lnTo>
                    <a:pt x="573455" y="5736485"/>
                  </a:lnTo>
                  <a:lnTo>
                    <a:pt x="573581" y="5736485"/>
                  </a:lnTo>
                  <a:lnTo>
                    <a:pt x="573707" y="5736485"/>
                  </a:lnTo>
                  <a:lnTo>
                    <a:pt x="573834" y="5736485"/>
                  </a:lnTo>
                  <a:lnTo>
                    <a:pt x="573960" y="5736485"/>
                  </a:lnTo>
                  <a:lnTo>
                    <a:pt x="574086" y="5736485"/>
                  </a:lnTo>
                  <a:lnTo>
                    <a:pt x="574212" y="5736485"/>
                  </a:lnTo>
                  <a:lnTo>
                    <a:pt x="574339" y="5736485"/>
                  </a:lnTo>
                  <a:lnTo>
                    <a:pt x="574465" y="5736485"/>
                  </a:lnTo>
                  <a:lnTo>
                    <a:pt x="574591" y="5736485"/>
                  </a:lnTo>
                  <a:lnTo>
                    <a:pt x="574717" y="5736485"/>
                  </a:lnTo>
                  <a:lnTo>
                    <a:pt x="574844" y="5736485"/>
                  </a:lnTo>
                  <a:lnTo>
                    <a:pt x="574970" y="5736485"/>
                  </a:lnTo>
                  <a:lnTo>
                    <a:pt x="575096" y="5736485"/>
                  </a:lnTo>
                  <a:lnTo>
                    <a:pt x="575222" y="5736485"/>
                  </a:lnTo>
                  <a:lnTo>
                    <a:pt x="575349" y="5736485"/>
                  </a:lnTo>
                  <a:lnTo>
                    <a:pt x="575475" y="5736485"/>
                  </a:lnTo>
                  <a:lnTo>
                    <a:pt x="575601" y="5736485"/>
                  </a:lnTo>
                  <a:lnTo>
                    <a:pt x="575727" y="5736485"/>
                  </a:lnTo>
                  <a:lnTo>
                    <a:pt x="575854" y="5736485"/>
                  </a:lnTo>
                  <a:lnTo>
                    <a:pt x="575980" y="5736485"/>
                  </a:lnTo>
                  <a:lnTo>
                    <a:pt x="576106" y="5736485"/>
                  </a:lnTo>
                  <a:lnTo>
                    <a:pt x="576232" y="5736485"/>
                  </a:lnTo>
                  <a:lnTo>
                    <a:pt x="576359" y="5736485"/>
                  </a:lnTo>
                  <a:lnTo>
                    <a:pt x="576485" y="5736485"/>
                  </a:lnTo>
                  <a:lnTo>
                    <a:pt x="576485" y="5731574"/>
                  </a:lnTo>
                  <a:lnTo>
                    <a:pt x="576611" y="5731574"/>
                  </a:lnTo>
                  <a:lnTo>
                    <a:pt x="576737" y="5731574"/>
                  </a:lnTo>
                  <a:lnTo>
                    <a:pt x="576864" y="5731574"/>
                  </a:lnTo>
                  <a:lnTo>
                    <a:pt x="576990" y="5731574"/>
                  </a:lnTo>
                  <a:lnTo>
                    <a:pt x="577116" y="5731574"/>
                  </a:lnTo>
                  <a:lnTo>
                    <a:pt x="577242" y="5731574"/>
                  </a:lnTo>
                  <a:lnTo>
                    <a:pt x="577369" y="5731574"/>
                  </a:lnTo>
                  <a:lnTo>
                    <a:pt x="577495" y="5731574"/>
                  </a:lnTo>
                  <a:lnTo>
                    <a:pt x="577621" y="5731574"/>
                  </a:lnTo>
                  <a:lnTo>
                    <a:pt x="577748" y="5731574"/>
                  </a:lnTo>
                  <a:lnTo>
                    <a:pt x="577874" y="5731574"/>
                  </a:lnTo>
                  <a:lnTo>
                    <a:pt x="578000" y="5731574"/>
                  </a:lnTo>
                  <a:lnTo>
                    <a:pt x="578126" y="5731574"/>
                  </a:lnTo>
                  <a:lnTo>
                    <a:pt x="578253" y="5731574"/>
                  </a:lnTo>
                  <a:lnTo>
                    <a:pt x="578379" y="5731574"/>
                  </a:lnTo>
                  <a:lnTo>
                    <a:pt x="578505" y="5731574"/>
                  </a:lnTo>
                  <a:lnTo>
                    <a:pt x="578631" y="5731574"/>
                  </a:lnTo>
                  <a:lnTo>
                    <a:pt x="578758" y="5731574"/>
                  </a:lnTo>
                  <a:lnTo>
                    <a:pt x="578884" y="5731574"/>
                  </a:lnTo>
                  <a:lnTo>
                    <a:pt x="579010" y="5731574"/>
                  </a:lnTo>
                  <a:lnTo>
                    <a:pt x="579136" y="5731574"/>
                  </a:lnTo>
                  <a:lnTo>
                    <a:pt x="579263" y="5731574"/>
                  </a:lnTo>
                  <a:lnTo>
                    <a:pt x="579389" y="5731574"/>
                  </a:lnTo>
                  <a:lnTo>
                    <a:pt x="579515" y="5731574"/>
                  </a:lnTo>
                  <a:lnTo>
                    <a:pt x="579641" y="5731574"/>
                  </a:lnTo>
                  <a:lnTo>
                    <a:pt x="579768" y="5731574"/>
                  </a:lnTo>
                  <a:lnTo>
                    <a:pt x="579894" y="5731574"/>
                  </a:lnTo>
                  <a:lnTo>
                    <a:pt x="580020" y="5731574"/>
                  </a:lnTo>
                  <a:lnTo>
                    <a:pt x="580146" y="5731574"/>
                  </a:lnTo>
                  <a:lnTo>
                    <a:pt x="580273" y="5731574"/>
                  </a:lnTo>
                  <a:lnTo>
                    <a:pt x="580399" y="5731574"/>
                  </a:lnTo>
                  <a:lnTo>
                    <a:pt x="580525" y="5731574"/>
                  </a:lnTo>
                  <a:lnTo>
                    <a:pt x="580651" y="5731574"/>
                  </a:lnTo>
                  <a:lnTo>
                    <a:pt x="580778" y="5731574"/>
                  </a:lnTo>
                  <a:lnTo>
                    <a:pt x="580778" y="5726663"/>
                  </a:lnTo>
                  <a:lnTo>
                    <a:pt x="580904" y="5726663"/>
                  </a:lnTo>
                  <a:lnTo>
                    <a:pt x="581030" y="5726663"/>
                  </a:lnTo>
                  <a:lnTo>
                    <a:pt x="581156" y="5726663"/>
                  </a:lnTo>
                  <a:lnTo>
                    <a:pt x="581283" y="5726663"/>
                  </a:lnTo>
                  <a:lnTo>
                    <a:pt x="581409" y="5726663"/>
                  </a:lnTo>
                  <a:lnTo>
                    <a:pt x="581535" y="5726663"/>
                  </a:lnTo>
                  <a:lnTo>
                    <a:pt x="581661" y="5726663"/>
                  </a:lnTo>
                  <a:lnTo>
                    <a:pt x="581788" y="5726663"/>
                  </a:lnTo>
                  <a:lnTo>
                    <a:pt x="581914" y="5726663"/>
                  </a:lnTo>
                  <a:lnTo>
                    <a:pt x="582040" y="5726663"/>
                  </a:lnTo>
                  <a:lnTo>
                    <a:pt x="582166" y="5726663"/>
                  </a:lnTo>
                  <a:lnTo>
                    <a:pt x="582293" y="5726663"/>
                  </a:lnTo>
                  <a:lnTo>
                    <a:pt x="582419" y="5726663"/>
                  </a:lnTo>
                  <a:lnTo>
                    <a:pt x="582545" y="5726663"/>
                  </a:lnTo>
                  <a:lnTo>
                    <a:pt x="582672" y="5726663"/>
                  </a:lnTo>
                  <a:lnTo>
                    <a:pt x="582798" y="5726663"/>
                  </a:lnTo>
                  <a:lnTo>
                    <a:pt x="582924" y="5726663"/>
                  </a:lnTo>
                  <a:lnTo>
                    <a:pt x="583050" y="5726663"/>
                  </a:lnTo>
                  <a:lnTo>
                    <a:pt x="583177" y="5726663"/>
                  </a:lnTo>
                  <a:lnTo>
                    <a:pt x="583303" y="5726663"/>
                  </a:lnTo>
                  <a:lnTo>
                    <a:pt x="583429" y="5726663"/>
                  </a:lnTo>
                  <a:lnTo>
                    <a:pt x="583555" y="5726663"/>
                  </a:lnTo>
                  <a:lnTo>
                    <a:pt x="583682" y="5726663"/>
                  </a:lnTo>
                  <a:lnTo>
                    <a:pt x="583808" y="5726663"/>
                  </a:lnTo>
                  <a:lnTo>
                    <a:pt x="583934" y="5726663"/>
                  </a:lnTo>
                  <a:lnTo>
                    <a:pt x="584060" y="5726663"/>
                  </a:lnTo>
                  <a:lnTo>
                    <a:pt x="584187" y="5726663"/>
                  </a:lnTo>
                  <a:lnTo>
                    <a:pt x="584313" y="5726663"/>
                  </a:lnTo>
                  <a:lnTo>
                    <a:pt x="584439" y="5726663"/>
                  </a:lnTo>
                  <a:lnTo>
                    <a:pt x="584439" y="5721751"/>
                  </a:lnTo>
                  <a:lnTo>
                    <a:pt x="584565" y="5721751"/>
                  </a:lnTo>
                  <a:lnTo>
                    <a:pt x="584692" y="5721751"/>
                  </a:lnTo>
                  <a:lnTo>
                    <a:pt x="584818" y="5721751"/>
                  </a:lnTo>
                  <a:lnTo>
                    <a:pt x="584944" y="5721751"/>
                  </a:lnTo>
                  <a:lnTo>
                    <a:pt x="585070" y="5721751"/>
                  </a:lnTo>
                  <a:lnTo>
                    <a:pt x="585197" y="5721751"/>
                  </a:lnTo>
                  <a:lnTo>
                    <a:pt x="585323" y="5721751"/>
                  </a:lnTo>
                  <a:lnTo>
                    <a:pt x="585449" y="5721751"/>
                  </a:lnTo>
                  <a:lnTo>
                    <a:pt x="585575" y="5721751"/>
                  </a:lnTo>
                  <a:lnTo>
                    <a:pt x="585702" y="5721751"/>
                  </a:lnTo>
                  <a:lnTo>
                    <a:pt x="585702" y="5716840"/>
                  </a:lnTo>
                  <a:lnTo>
                    <a:pt x="585828" y="5716840"/>
                  </a:lnTo>
                  <a:lnTo>
                    <a:pt x="585954" y="5716840"/>
                  </a:lnTo>
                  <a:lnTo>
                    <a:pt x="585954" y="5711929"/>
                  </a:lnTo>
                  <a:lnTo>
                    <a:pt x="586080" y="5711929"/>
                  </a:lnTo>
                  <a:lnTo>
                    <a:pt x="586207" y="5711929"/>
                  </a:lnTo>
                  <a:lnTo>
                    <a:pt x="586333" y="5711929"/>
                  </a:lnTo>
                  <a:lnTo>
                    <a:pt x="586459" y="5711929"/>
                  </a:lnTo>
                  <a:lnTo>
                    <a:pt x="586585" y="5711929"/>
                  </a:lnTo>
                  <a:lnTo>
                    <a:pt x="586712" y="5711929"/>
                  </a:lnTo>
                  <a:lnTo>
                    <a:pt x="586838" y="5711929"/>
                  </a:lnTo>
                  <a:lnTo>
                    <a:pt x="586964" y="5711929"/>
                  </a:lnTo>
                  <a:lnTo>
                    <a:pt x="587090" y="5711929"/>
                  </a:lnTo>
                  <a:lnTo>
                    <a:pt x="587217" y="5711929"/>
                  </a:lnTo>
                  <a:lnTo>
                    <a:pt x="587343" y="5711929"/>
                  </a:lnTo>
                  <a:lnTo>
                    <a:pt x="587469" y="5711929"/>
                  </a:lnTo>
                  <a:lnTo>
                    <a:pt x="587595" y="5711929"/>
                  </a:lnTo>
                  <a:lnTo>
                    <a:pt x="587722" y="5711929"/>
                  </a:lnTo>
                  <a:lnTo>
                    <a:pt x="587848" y="5711929"/>
                  </a:lnTo>
                  <a:lnTo>
                    <a:pt x="587848" y="5707017"/>
                  </a:lnTo>
                  <a:lnTo>
                    <a:pt x="587974" y="5707017"/>
                  </a:lnTo>
                  <a:lnTo>
                    <a:pt x="588101" y="5707017"/>
                  </a:lnTo>
                  <a:lnTo>
                    <a:pt x="588227" y="5707017"/>
                  </a:lnTo>
                  <a:lnTo>
                    <a:pt x="588353" y="5707017"/>
                  </a:lnTo>
                  <a:lnTo>
                    <a:pt x="588479" y="5707017"/>
                  </a:lnTo>
                  <a:lnTo>
                    <a:pt x="588606" y="5707017"/>
                  </a:lnTo>
                  <a:lnTo>
                    <a:pt x="588732" y="5707017"/>
                  </a:lnTo>
                  <a:lnTo>
                    <a:pt x="588858" y="5707017"/>
                  </a:lnTo>
                  <a:lnTo>
                    <a:pt x="588984" y="5707017"/>
                  </a:lnTo>
                  <a:lnTo>
                    <a:pt x="589111" y="5707017"/>
                  </a:lnTo>
                  <a:lnTo>
                    <a:pt x="589237" y="5707017"/>
                  </a:lnTo>
                  <a:lnTo>
                    <a:pt x="589363" y="5707017"/>
                  </a:lnTo>
                  <a:lnTo>
                    <a:pt x="589489" y="5707017"/>
                  </a:lnTo>
                  <a:lnTo>
                    <a:pt x="589616" y="5707017"/>
                  </a:lnTo>
                  <a:lnTo>
                    <a:pt x="589742" y="5707017"/>
                  </a:lnTo>
                  <a:lnTo>
                    <a:pt x="589868" y="5707017"/>
                  </a:lnTo>
                  <a:lnTo>
                    <a:pt x="589994" y="5707017"/>
                  </a:lnTo>
                  <a:lnTo>
                    <a:pt x="590121" y="5707017"/>
                  </a:lnTo>
                  <a:lnTo>
                    <a:pt x="590247" y="5707017"/>
                  </a:lnTo>
                  <a:lnTo>
                    <a:pt x="590373" y="5707017"/>
                  </a:lnTo>
                  <a:lnTo>
                    <a:pt x="590499" y="5707017"/>
                  </a:lnTo>
                  <a:lnTo>
                    <a:pt x="590626" y="5707017"/>
                  </a:lnTo>
                  <a:lnTo>
                    <a:pt x="590752" y="5707017"/>
                  </a:lnTo>
                  <a:lnTo>
                    <a:pt x="590878" y="5707017"/>
                  </a:lnTo>
                  <a:lnTo>
                    <a:pt x="591004" y="5707017"/>
                  </a:lnTo>
                  <a:lnTo>
                    <a:pt x="591131" y="5707017"/>
                  </a:lnTo>
                  <a:lnTo>
                    <a:pt x="591257" y="5707017"/>
                  </a:lnTo>
                  <a:lnTo>
                    <a:pt x="591383" y="5707017"/>
                  </a:lnTo>
                  <a:lnTo>
                    <a:pt x="591509" y="5707017"/>
                  </a:lnTo>
                  <a:lnTo>
                    <a:pt x="591636" y="5707017"/>
                  </a:lnTo>
                  <a:lnTo>
                    <a:pt x="591762" y="5707017"/>
                  </a:lnTo>
                  <a:lnTo>
                    <a:pt x="591888" y="5707017"/>
                  </a:lnTo>
                  <a:lnTo>
                    <a:pt x="592014" y="5707017"/>
                  </a:lnTo>
                  <a:lnTo>
                    <a:pt x="592141" y="5707017"/>
                  </a:lnTo>
                  <a:lnTo>
                    <a:pt x="592267" y="5707017"/>
                  </a:lnTo>
                  <a:lnTo>
                    <a:pt x="592393" y="5707017"/>
                  </a:lnTo>
                  <a:lnTo>
                    <a:pt x="592519" y="5707017"/>
                  </a:lnTo>
                  <a:lnTo>
                    <a:pt x="592646" y="5707017"/>
                  </a:lnTo>
                  <a:lnTo>
                    <a:pt x="592772" y="5707017"/>
                  </a:lnTo>
                  <a:lnTo>
                    <a:pt x="592898" y="5707017"/>
                  </a:lnTo>
                  <a:lnTo>
                    <a:pt x="593025" y="5707017"/>
                  </a:lnTo>
                  <a:lnTo>
                    <a:pt x="593151" y="5707017"/>
                  </a:lnTo>
                  <a:lnTo>
                    <a:pt x="593277" y="5707017"/>
                  </a:lnTo>
                  <a:lnTo>
                    <a:pt x="593403" y="5707017"/>
                  </a:lnTo>
                  <a:lnTo>
                    <a:pt x="593530" y="5707017"/>
                  </a:lnTo>
                  <a:lnTo>
                    <a:pt x="593656" y="5707017"/>
                  </a:lnTo>
                  <a:lnTo>
                    <a:pt x="593782" y="5707017"/>
                  </a:lnTo>
                  <a:lnTo>
                    <a:pt x="593908" y="5707017"/>
                  </a:lnTo>
                  <a:lnTo>
                    <a:pt x="594035" y="5707017"/>
                  </a:lnTo>
                  <a:lnTo>
                    <a:pt x="594161" y="5707017"/>
                  </a:lnTo>
                  <a:lnTo>
                    <a:pt x="594287" y="5707017"/>
                  </a:lnTo>
                  <a:lnTo>
                    <a:pt x="594413" y="5707017"/>
                  </a:lnTo>
                  <a:lnTo>
                    <a:pt x="594540" y="5707017"/>
                  </a:lnTo>
                  <a:lnTo>
                    <a:pt x="594666" y="5707017"/>
                  </a:lnTo>
                  <a:lnTo>
                    <a:pt x="594792" y="5707017"/>
                  </a:lnTo>
                  <a:lnTo>
                    <a:pt x="594918" y="5707017"/>
                  </a:lnTo>
                  <a:lnTo>
                    <a:pt x="595045" y="5707017"/>
                  </a:lnTo>
                  <a:lnTo>
                    <a:pt x="595171" y="5707017"/>
                  </a:lnTo>
                  <a:lnTo>
                    <a:pt x="595297" y="5707017"/>
                  </a:lnTo>
                  <a:lnTo>
                    <a:pt x="595423" y="5707017"/>
                  </a:lnTo>
                  <a:lnTo>
                    <a:pt x="595423" y="5702106"/>
                  </a:lnTo>
                  <a:lnTo>
                    <a:pt x="595550" y="5702106"/>
                  </a:lnTo>
                  <a:lnTo>
                    <a:pt x="595676" y="5702106"/>
                  </a:lnTo>
                  <a:lnTo>
                    <a:pt x="595802" y="5702106"/>
                  </a:lnTo>
                  <a:lnTo>
                    <a:pt x="595928" y="5702106"/>
                  </a:lnTo>
                  <a:lnTo>
                    <a:pt x="596055" y="5702106"/>
                  </a:lnTo>
                  <a:lnTo>
                    <a:pt x="596181" y="5702106"/>
                  </a:lnTo>
                  <a:lnTo>
                    <a:pt x="596307" y="5702106"/>
                  </a:lnTo>
                  <a:lnTo>
                    <a:pt x="596433" y="5702106"/>
                  </a:lnTo>
                  <a:lnTo>
                    <a:pt x="596560" y="5702106"/>
                  </a:lnTo>
                  <a:lnTo>
                    <a:pt x="596686" y="5702106"/>
                  </a:lnTo>
                  <a:lnTo>
                    <a:pt x="596812" y="5702106"/>
                  </a:lnTo>
                  <a:lnTo>
                    <a:pt x="596938" y="5702106"/>
                  </a:lnTo>
                  <a:lnTo>
                    <a:pt x="597065" y="5702106"/>
                  </a:lnTo>
                  <a:lnTo>
                    <a:pt x="597191" y="5702106"/>
                  </a:lnTo>
                  <a:lnTo>
                    <a:pt x="597317" y="5702106"/>
                  </a:lnTo>
                  <a:lnTo>
                    <a:pt x="597443" y="5702106"/>
                  </a:lnTo>
                  <a:lnTo>
                    <a:pt x="597570" y="5702106"/>
                  </a:lnTo>
                  <a:lnTo>
                    <a:pt x="597696" y="5702106"/>
                  </a:lnTo>
                  <a:lnTo>
                    <a:pt x="597822" y="5702106"/>
                  </a:lnTo>
                  <a:lnTo>
                    <a:pt x="597949" y="5702106"/>
                  </a:lnTo>
                  <a:lnTo>
                    <a:pt x="598075" y="5702106"/>
                  </a:lnTo>
                  <a:lnTo>
                    <a:pt x="598075" y="5697194"/>
                  </a:lnTo>
                  <a:lnTo>
                    <a:pt x="598201" y="5697194"/>
                  </a:lnTo>
                  <a:lnTo>
                    <a:pt x="598201" y="5692283"/>
                  </a:lnTo>
                  <a:lnTo>
                    <a:pt x="598327" y="5692283"/>
                  </a:lnTo>
                  <a:lnTo>
                    <a:pt x="598454" y="5692283"/>
                  </a:lnTo>
                  <a:lnTo>
                    <a:pt x="598580" y="5692283"/>
                  </a:lnTo>
                  <a:lnTo>
                    <a:pt x="598706" y="5692283"/>
                  </a:lnTo>
                  <a:lnTo>
                    <a:pt x="598832" y="5692283"/>
                  </a:lnTo>
                  <a:lnTo>
                    <a:pt x="598959" y="5692283"/>
                  </a:lnTo>
                  <a:lnTo>
                    <a:pt x="599085" y="5692283"/>
                  </a:lnTo>
                  <a:lnTo>
                    <a:pt x="599211" y="5692283"/>
                  </a:lnTo>
                  <a:lnTo>
                    <a:pt x="599337" y="5692283"/>
                  </a:lnTo>
                  <a:lnTo>
                    <a:pt x="599464" y="5692283"/>
                  </a:lnTo>
                  <a:lnTo>
                    <a:pt x="599464" y="5687372"/>
                  </a:lnTo>
                  <a:lnTo>
                    <a:pt x="599590" y="5687372"/>
                  </a:lnTo>
                  <a:lnTo>
                    <a:pt x="599716" y="5687372"/>
                  </a:lnTo>
                  <a:lnTo>
                    <a:pt x="599842" y="5687372"/>
                  </a:lnTo>
                  <a:lnTo>
                    <a:pt x="599969" y="5687372"/>
                  </a:lnTo>
                  <a:lnTo>
                    <a:pt x="600095" y="5687372"/>
                  </a:lnTo>
                  <a:lnTo>
                    <a:pt x="600221" y="5687372"/>
                  </a:lnTo>
                  <a:lnTo>
                    <a:pt x="600347" y="5687372"/>
                  </a:lnTo>
                  <a:lnTo>
                    <a:pt x="600474" y="5687372"/>
                  </a:lnTo>
                  <a:lnTo>
                    <a:pt x="600600" y="5687372"/>
                  </a:lnTo>
                  <a:lnTo>
                    <a:pt x="600726" y="5687372"/>
                  </a:lnTo>
                  <a:lnTo>
                    <a:pt x="600852" y="5687372"/>
                  </a:lnTo>
                  <a:lnTo>
                    <a:pt x="600979" y="5687372"/>
                  </a:lnTo>
                  <a:lnTo>
                    <a:pt x="601105" y="5687372"/>
                  </a:lnTo>
                  <a:lnTo>
                    <a:pt x="601231" y="5687372"/>
                  </a:lnTo>
                  <a:lnTo>
                    <a:pt x="601357" y="5687372"/>
                  </a:lnTo>
                  <a:lnTo>
                    <a:pt x="601484" y="5687372"/>
                  </a:lnTo>
                  <a:lnTo>
                    <a:pt x="601610" y="5687372"/>
                  </a:lnTo>
                  <a:lnTo>
                    <a:pt x="601736" y="5687372"/>
                  </a:lnTo>
                  <a:lnTo>
                    <a:pt x="601862" y="5687372"/>
                  </a:lnTo>
                  <a:lnTo>
                    <a:pt x="601989" y="5687372"/>
                  </a:lnTo>
                  <a:lnTo>
                    <a:pt x="602115" y="5687372"/>
                  </a:lnTo>
                  <a:lnTo>
                    <a:pt x="602241" y="5687372"/>
                  </a:lnTo>
                  <a:lnTo>
                    <a:pt x="602367" y="5687372"/>
                  </a:lnTo>
                  <a:lnTo>
                    <a:pt x="602494" y="5687372"/>
                  </a:lnTo>
                  <a:lnTo>
                    <a:pt x="602620" y="5687372"/>
                  </a:lnTo>
                  <a:lnTo>
                    <a:pt x="602746" y="5687372"/>
                  </a:lnTo>
                  <a:lnTo>
                    <a:pt x="602872" y="5687372"/>
                  </a:lnTo>
                  <a:lnTo>
                    <a:pt x="602872" y="5682460"/>
                  </a:lnTo>
                  <a:lnTo>
                    <a:pt x="602999" y="5682460"/>
                  </a:lnTo>
                  <a:lnTo>
                    <a:pt x="603125" y="5682460"/>
                  </a:lnTo>
                  <a:lnTo>
                    <a:pt x="603251" y="5682460"/>
                  </a:lnTo>
                  <a:lnTo>
                    <a:pt x="603378" y="5682460"/>
                  </a:lnTo>
                  <a:lnTo>
                    <a:pt x="603504" y="5682460"/>
                  </a:lnTo>
                  <a:lnTo>
                    <a:pt x="603630" y="5682460"/>
                  </a:lnTo>
                  <a:lnTo>
                    <a:pt x="603756" y="5682460"/>
                  </a:lnTo>
                  <a:lnTo>
                    <a:pt x="603883" y="5682460"/>
                  </a:lnTo>
                  <a:lnTo>
                    <a:pt x="604009" y="5682460"/>
                  </a:lnTo>
                  <a:lnTo>
                    <a:pt x="604135" y="5682460"/>
                  </a:lnTo>
                  <a:lnTo>
                    <a:pt x="604261" y="5682460"/>
                  </a:lnTo>
                  <a:lnTo>
                    <a:pt x="604388" y="5682460"/>
                  </a:lnTo>
                  <a:lnTo>
                    <a:pt x="604514" y="5682460"/>
                  </a:lnTo>
                  <a:lnTo>
                    <a:pt x="604640" y="5682460"/>
                  </a:lnTo>
                  <a:lnTo>
                    <a:pt x="604766" y="5682460"/>
                  </a:lnTo>
                  <a:lnTo>
                    <a:pt x="604766" y="5677549"/>
                  </a:lnTo>
                  <a:lnTo>
                    <a:pt x="604893" y="5677549"/>
                  </a:lnTo>
                  <a:lnTo>
                    <a:pt x="605019" y="5677549"/>
                  </a:lnTo>
                  <a:lnTo>
                    <a:pt x="605145" y="5677549"/>
                  </a:lnTo>
                  <a:lnTo>
                    <a:pt x="605271" y="5677549"/>
                  </a:lnTo>
                  <a:lnTo>
                    <a:pt x="605398" y="5677549"/>
                  </a:lnTo>
                  <a:lnTo>
                    <a:pt x="605524" y="5677549"/>
                  </a:lnTo>
                  <a:lnTo>
                    <a:pt x="605650" y="5677549"/>
                  </a:lnTo>
                  <a:lnTo>
                    <a:pt x="605776" y="5677549"/>
                  </a:lnTo>
                  <a:lnTo>
                    <a:pt x="605903" y="5677549"/>
                  </a:lnTo>
                  <a:lnTo>
                    <a:pt x="606029" y="5677549"/>
                  </a:lnTo>
                  <a:lnTo>
                    <a:pt x="606155" y="5677549"/>
                  </a:lnTo>
                  <a:lnTo>
                    <a:pt x="606281" y="5677549"/>
                  </a:lnTo>
                  <a:lnTo>
                    <a:pt x="606408" y="5677549"/>
                  </a:lnTo>
                  <a:lnTo>
                    <a:pt x="606534" y="5677549"/>
                  </a:lnTo>
                  <a:lnTo>
                    <a:pt x="606660" y="5677549"/>
                  </a:lnTo>
                  <a:lnTo>
                    <a:pt x="606786" y="5677549"/>
                  </a:lnTo>
                  <a:lnTo>
                    <a:pt x="606913" y="5677549"/>
                  </a:lnTo>
                  <a:lnTo>
                    <a:pt x="607039" y="5677549"/>
                  </a:lnTo>
                  <a:lnTo>
                    <a:pt x="607165" y="5677549"/>
                  </a:lnTo>
                  <a:lnTo>
                    <a:pt x="607291" y="5677549"/>
                  </a:lnTo>
                  <a:lnTo>
                    <a:pt x="607418" y="5677549"/>
                  </a:lnTo>
                  <a:lnTo>
                    <a:pt x="607544" y="5677549"/>
                  </a:lnTo>
                  <a:lnTo>
                    <a:pt x="607670" y="5677549"/>
                  </a:lnTo>
                  <a:lnTo>
                    <a:pt x="607796" y="5677549"/>
                  </a:lnTo>
                  <a:lnTo>
                    <a:pt x="607923" y="5677549"/>
                  </a:lnTo>
                  <a:lnTo>
                    <a:pt x="608049" y="5677549"/>
                  </a:lnTo>
                  <a:lnTo>
                    <a:pt x="608175" y="5677549"/>
                  </a:lnTo>
                  <a:lnTo>
                    <a:pt x="608302" y="5677549"/>
                  </a:lnTo>
                  <a:lnTo>
                    <a:pt x="608302" y="5672638"/>
                  </a:lnTo>
                  <a:lnTo>
                    <a:pt x="608428" y="5672638"/>
                  </a:lnTo>
                  <a:lnTo>
                    <a:pt x="608554" y="5672638"/>
                  </a:lnTo>
                  <a:lnTo>
                    <a:pt x="608680" y="5672638"/>
                  </a:lnTo>
                  <a:lnTo>
                    <a:pt x="608807" y="5672638"/>
                  </a:lnTo>
                  <a:lnTo>
                    <a:pt x="608933" y="5672638"/>
                  </a:lnTo>
                  <a:lnTo>
                    <a:pt x="609059" y="5672638"/>
                  </a:lnTo>
                  <a:lnTo>
                    <a:pt x="609185" y="5672638"/>
                  </a:lnTo>
                  <a:lnTo>
                    <a:pt x="609312" y="5672638"/>
                  </a:lnTo>
                  <a:lnTo>
                    <a:pt x="609438" y="5672638"/>
                  </a:lnTo>
                  <a:lnTo>
                    <a:pt x="609564" y="5672638"/>
                  </a:lnTo>
                  <a:lnTo>
                    <a:pt x="609690" y="5672638"/>
                  </a:lnTo>
                  <a:lnTo>
                    <a:pt x="609817" y="5672638"/>
                  </a:lnTo>
                  <a:lnTo>
                    <a:pt x="609943" y="5672638"/>
                  </a:lnTo>
                  <a:lnTo>
                    <a:pt x="610069" y="5672638"/>
                  </a:lnTo>
                  <a:lnTo>
                    <a:pt x="610195" y="5672638"/>
                  </a:lnTo>
                  <a:lnTo>
                    <a:pt x="610322" y="5672638"/>
                  </a:lnTo>
                  <a:lnTo>
                    <a:pt x="610448" y="5672638"/>
                  </a:lnTo>
                  <a:lnTo>
                    <a:pt x="610574" y="5672638"/>
                  </a:lnTo>
                  <a:lnTo>
                    <a:pt x="610700" y="5672638"/>
                  </a:lnTo>
                  <a:lnTo>
                    <a:pt x="610827" y="5672638"/>
                  </a:lnTo>
                  <a:lnTo>
                    <a:pt x="610953" y="5672638"/>
                  </a:lnTo>
                  <a:lnTo>
                    <a:pt x="610953" y="5667726"/>
                  </a:lnTo>
                  <a:lnTo>
                    <a:pt x="611079" y="5667726"/>
                  </a:lnTo>
                  <a:lnTo>
                    <a:pt x="611205" y="5667726"/>
                  </a:lnTo>
                  <a:lnTo>
                    <a:pt x="611332" y="5667726"/>
                  </a:lnTo>
                  <a:lnTo>
                    <a:pt x="611458" y="5667726"/>
                  </a:lnTo>
                  <a:lnTo>
                    <a:pt x="611584" y="5667726"/>
                  </a:lnTo>
                  <a:lnTo>
                    <a:pt x="611710" y="5667726"/>
                  </a:lnTo>
                  <a:lnTo>
                    <a:pt x="611837" y="5667726"/>
                  </a:lnTo>
                  <a:lnTo>
                    <a:pt x="611963" y="5667726"/>
                  </a:lnTo>
                  <a:lnTo>
                    <a:pt x="612089" y="5667726"/>
                  </a:lnTo>
                  <a:lnTo>
                    <a:pt x="612215" y="5667726"/>
                  </a:lnTo>
                  <a:lnTo>
                    <a:pt x="612342" y="5667726"/>
                  </a:lnTo>
                  <a:lnTo>
                    <a:pt x="612468" y="5667726"/>
                  </a:lnTo>
                  <a:lnTo>
                    <a:pt x="612594" y="5667726"/>
                  </a:lnTo>
                  <a:lnTo>
                    <a:pt x="612720" y="5667726"/>
                  </a:lnTo>
                  <a:lnTo>
                    <a:pt x="612847" y="5667726"/>
                  </a:lnTo>
                  <a:lnTo>
                    <a:pt x="612973" y="5667726"/>
                  </a:lnTo>
                  <a:lnTo>
                    <a:pt x="613099" y="5667726"/>
                  </a:lnTo>
                  <a:lnTo>
                    <a:pt x="613225" y="5667726"/>
                  </a:lnTo>
                  <a:lnTo>
                    <a:pt x="613352" y="5667726"/>
                  </a:lnTo>
                  <a:lnTo>
                    <a:pt x="613478" y="5667726"/>
                  </a:lnTo>
                  <a:lnTo>
                    <a:pt x="613604" y="5667726"/>
                  </a:lnTo>
                  <a:lnTo>
                    <a:pt x="613731" y="5667726"/>
                  </a:lnTo>
                  <a:lnTo>
                    <a:pt x="613857" y="5667726"/>
                  </a:lnTo>
                  <a:lnTo>
                    <a:pt x="613983" y="5667726"/>
                  </a:lnTo>
                  <a:lnTo>
                    <a:pt x="614109" y="5667726"/>
                  </a:lnTo>
                  <a:lnTo>
                    <a:pt x="614236" y="5667726"/>
                  </a:lnTo>
                  <a:lnTo>
                    <a:pt x="614362" y="5667726"/>
                  </a:lnTo>
                  <a:lnTo>
                    <a:pt x="614488" y="5667726"/>
                  </a:lnTo>
                  <a:lnTo>
                    <a:pt x="614614" y="5667726"/>
                  </a:lnTo>
                  <a:lnTo>
                    <a:pt x="614741" y="5667726"/>
                  </a:lnTo>
                  <a:lnTo>
                    <a:pt x="614867" y="5667726"/>
                  </a:lnTo>
                  <a:lnTo>
                    <a:pt x="614993" y="5667726"/>
                  </a:lnTo>
                  <a:lnTo>
                    <a:pt x="615119" y="5667726"/>
                  </a:lnTo>
                  <a:lnTo>
                    <a:pt x="615246" y="5667726"/>
                  </a:lnTo>
                  <a:lnTo>
                    <a:pt x="615372" y="5667726"/>
                  </a:lnTo>
                  <a:lnTo>
                    <a:pt x="615498" y="5667726"/>
                  </a:lnTo>
                  <a:lnTo>
                    <a:pt x="615624" y="5667726"/>
                  </a:lnTo>
                  <a:lnTo>
                    <a:pt x="615751" y="5667726"/>
                  </a:lnTo>
                  <a:lnTo>
                    <a:pt x="615877" y="5667726"/>
                  </a:lnTo>
                  <a:lnTo>
                    <a:pt x="616003" y="5667726"/>
                  </a:lnTo>
                  <a:lnTo>
                    <a:pt x="616129" y="5667726"/>
                  </a:lnTo>
                  <a:lnTo>
                    <a:pt x="616256" y="5667726"/>
                  </a:lnTo>
                  <a:lnTo>
                    <a:pt x="616382" y="5667726"/>
                  </a:lnTo>
                  <a:lnTo>
                    <a:pt x="616508" y="5667726"/>
                  </a:lnTo>
                  <a:lnTo>
                    <a:pt x="616634" y="5667726"/>
                  </a:lnTo>
                  <a:lnTo>
                    <a:pt x="616761" y="5667726"/>
                  </a:lnTo>
                  <a:lnTo>
                    <a:pt x="616887" y="5667726"/>
                  </a:lnTo>
                  <a:lnTo>
                    <a:pt x="617013" y="5667726"/>
                  </a:lnTo>
                  <a:lnTo>
                    <a:pt x="617139" y="5667726"/>
                  </a:lnTo>
                  <a:lnTo>
                    <a:pt x="617266" y="5667726"/>
                  </a:lnTo>
                  <a:lnTo>
                    <a:pt x="617266" y="5662815"/>
                  </a:lnTo>
                  <a:lnTo>
                    <a:pt x="617392" y="5662815"/>
                  </a:lnTo>
                  <a:lnTo>
                    <a:pt x="617518" y="5662815"/>
                  </a:lnTo>
                  <a:lnTo>
                    <a:pt x="617644" y="5662815"/>
                  </a:lnTo>
                  <a:lnTo>
                    <a:pt x="617771" y="5662815"/>
                  </a:lnTo>
                  <a:lnTo>
                    <a:pt x="617897" y="5662815"/>
                  </a:lnTo>
                  <a:lnTo>
                    <a:pt x="618023" y="5662815"/>
                  </a:lnTo>
                  <a:lnTo>
                    <a:pt x="618149" y="5662815"/>
                  </a:lnTo>
                  <a:lnTo>
                    <a:pt x="618276" y="5662815"/>
                  </a:lnTo>
                  <a:lnTo>
                    <a:pt x="618402" y="5662815"/>
                  </a:lnTo>
                  <a:lnTo>
                    <a:pt x="618528" y="5662815"/>
                  </a:lnTo>
                  <a:lnTo>
                    <a:pt x="618655" y="5662815"/>
                  </a:lnTo>
                  <a:lnTo>
                    <a:pt x="618781" y="5662815"/>
                  </a:lnTo>
                  <a:lnTo>
                    <a:pt x="618907" y="5662815"/>
                  </a:lnTo>
                  <a:lnTo>
                    <a:pt x="619033" y="5662815"/>
                  </a:lnTo>
                  <a:lnTo>
                    <a:pt x="619160" y="5662815"/>
                  </a:lnTo>
                  <a:lnTo>
                    <a:pt x="619286" y="5662815"/>
                  </a:lnTo>
                  <a:lnTo>
                    <a:pt x="619412" y="5662815"/>
                  </a:lnTo>
                  <a:lnTo>
                    <a:pt x="619538" y="5662815"/>
                  </a:lnTo>
                  <a:lnTo>
                    <a:pt x="619665" y="5662815"/>
                  </a:lnTo>
                  <a:lnTo>
                    <a:pt x="619791" y="5662815"/>
                  </a:lnTo>
                  <a:lnTo>
                    <a:pt x="619917" y="5662815"/>
                  </a:lnTo>
                  <a:lnTo>
                    <a:pt x="620043" y="5662815"/>
                  </a:lnTo>
                  <a:lnTo>
                    <a:pt x="620170" y="5662815"/>
                  </a:lnTo>
                  <a:lnTo>
                    <a:pt x="620296" y="5662815"/>
                  </a:lnTo>
                  <a:lnTo>
                    <a:pt x="620422" y="5662815"/>
                  </a:lnTo>
                  <a:lnTo>
                    <a:pt x="620548" y="5662815"/>
                  </a:lnTo>
                  <a:lnTo>
                    <a:pt x="620675" y="5662815"/>
                  </a:lnTo>
                  <a:lnTo>
                    <a:pt x="620801" y="5662815"/>
                  </a:lnTo>
                  <a:lnTo>
                    <a:pt x="620927" y="5662815"/>
                  </a:lnTo>
                  <a:lnTo>
                    <a:pt x="621053" y="5662815"/>
                  </a:lnTo>
                  <a:lnTo>
                    <a:pt x="621180" y="5662815"/>
                  </a:lnTo>
                  <a:lnTo>
                    <a:pt x="621306" y="5662815"/>
                  </a:lnTo>
                  <a:lnTo>
                    <a:pt x="621432" y="5662815"/>
                  </a:lnTo>
                  <a:lnTo>
                    <a:pt x="621558" y="5662815"/>
                  </a:lnTo>
                  <a:lnTo>
                    <a:pt x="621685" y="5662815"/>
                  </a:lnTo>
                  <a:lnTo>
                    <a:pt x="621811" y="5662815"/>
                  </a:lnTo>
                  <a:lnTo>
                    <a:pt x="621937" y="5662815"/>
                  </a:lnTo>
                  <a:lnTo>
                    <a:pt x="622063" y="5662815"/>
                  </a:lnTo>
                  <a:lnTo>
                    <a:pt x="622190" y="5662815"/>
                  </a:lnTo>
                  <a:lnTo>
                    <a:pt x="622316" y="5662815"/>
                  </a:lnTo>
                  <a:lnTo>
                    <a:pt x="622442" y="5662815"/>
                  </a:lnTo>
                  <a:lnTo>
                    <a:pt x="622568" y="5662815"/>
                  </a:lnTo>
                  <a:lnTo>
                    <a:pt x="622695" y="5662815"/>
                  </a:lnTo>
                  <a:lnTo>
                    <a:pt x="622821" y="5662815"/>
                  </a:lnTo>
                  <a:lnTo>
                    <a:pt x="622947" y="5662815"/>
                  </a:lnTo>
                  <a:lnTo>
                    <a:pt x="623073" y="5662815"/>
                  </a:lnTo>
                  <a:lnTo>
                    <a:pt x="623073" y="5657903"/>
                  </a:lnTo>
                  <a:lnTo>
                    <a:pt x="623200" y="5657903"/>
                  </a:lnTo>
                  <a:lnTo>
                    <a:pt x="623326" y="5657903"/>
                  </a:lnTo>
                  <a:lnTo>
                    <a:pt x="623452" y="5657903"/>
                  </a:lnTo>
                  <a:lnTo>
                    <a:pt x="623578" y="5657903"/>
                  </a:lnTo>
                  <a:lnTo>
                    <a:pt x="623705" y="5657903"/>
                  </a:lnTo>
                  <a:lnTo>
                    <a:pt x="623831" y="5657903"/>
                  </a:lnTo>
                  <a:lnTo>
                    <a:pt x="623957" y="5657903"/>
                  </a:lnTo>
                  <a:lnTo>
                    <a:pt x="624084" y="5657903"/>
                  </a:lnTo>
                  <a:lnTo>
                    <a:pt x="624084" y="5652992"/>
                  </a:lnTo>
                  <a:lnTo>
                    <a:pt x="624210" y="5652992"/>
                  </a:lnTo>
                  <a:lnTo>
                    <a:pt x="624336" y="5652992"/>
                  </a:lnTo>
                  <a:lnTo>
                    <a:pt x="624462" y="5652992"/>
                  </a:lnTo>
                  <a:lnTo>
                    <a:pt x="624589" y="5652992"/>
                  </a:lnTo>
                  <a:lnTo>
                    <a:pt x="624715" y="5652992"/>
                  </a:lnTo>
                  <a:lnTo>
                    <a:pt x="624841" y="5652992"/>
                  </a:lnTo>
                  <a:lnTo>
                    <a:pt x="624967" y="5652992"/>
                  </a:lnTo>
                  <a:lnTo>
                    <a:pt x="625094" y="5652992"/>
                  </a:lnTo>
                  <a:lnTo>
                    <a:pt x="625220" y="5652992"/>
                  </a:lnTo>
                  <a:lnTo>
                    <a:pt x="625346" y="5652992"/>
                  </a:lnTo>
                  <a:lnTo>
                    <a:pt x="625472" y="5652992"/>
                  </a:lnTo>
                  <a:lnTo>
                    <a:pt x="625599" y="5652992"/>
                  </a:lnTo>
                  <a:lnTo>
                    <a:pt x="625725" y="5652992"/>
                  </a:lnTo>
                  <a:lnTo>
                    <a:pt x="625851" y="5652992"/>
                  </a:lnTo>
                  <a:lnTo>
                    <a:pt x="625851" y="5648081"/>
                  </a:lnTo>
                  <a:lnTo>
                    <a:pt x="625977" y="5648081"/>
                  </a:lnTo>
                  <a:lnTo>
                    <a:pt x="626104" y="5648081"/>
                  </a:lnTo>
                  <a:lnTo>
                    <a:pt x="626230" y="5648081"/>
                  </a:lnTo>
                  <a:lnTo>
                    <a:pt x="626356" y="5648081"/>
                  </a:lnTo>
                  <a:lnTo>
                    <a:pt x="626482" y="5648081"/>
                  </a:lnTo>
                  <a:lnTo>
                    <a:pt x="626609" y="5648081"/>
                  </a:lnTo>
                  <a:lnTo>
                    <a:pt x="626735" y="5648081"/>
                  </a:lnTo>
                  <a:lnTo>
                    <a:pt x="626861" y="5648081"/>
                  </a:lnTo>
                  <a:lnTo>
                    <a:pt x="626987" y="5648081"/>
                  </a:lnTo>
                  <a:lnTo>
                    <a:pt x="627114" y="5648081"/>
                  </a:lnTo>
                  <a:lnTo>
                    <a:pt x="627240" y="5648081"/>
                  </a:lnTo>
                  <a:lnTo>
                    <a:pt x="627366" y="5648081"/>
                  </a:lnTo>
                  <a:lnTo>
                    <a:pt x="627492" y="5648081"/>
                  </a:lnTo>
                  <a:lnTo>
                    <a:pt x="627619" y="5648081"/>
                  </a:lnTo>
                  <a:lnTo>
                    <a:pt x="627745" y="5648081"/>
                  </a:lnTo>
                  <a:lnTo>
                    <a:pt x="627871" y="5648081"/>
                  </a:lnTo>
                  <a:lnTo>
                    <a:pt x="627997" y="5648081"/>
                  </a:lnTo>
                  <a:lnTo>
                    <a:pt x="628124" y="5648081"/>
                  </a:lnTo>
                  <a:lnTo>
                    <a:pt x="628250" y="5648081"/>
                  </a:lnTo>
                  <a:lnTo>
                    <a:pt x="628376" y="5648081"/>
                  </a:lnTo>
                  <a:lnTo>
                    <a:pt x="628502" y="5648081"/>
                  </a:lnTo>
                  <a:lnTo>
                    <a:pt x="628629" y="5648081"/>
                  </a:lnTo>
                  <a:lnTo>
                    <a:pt x="628755" y="5648081"/>
                  </a:lnTo>
                  <a:lnTo>
                    <a:pt x="628881" y="5648081"/>
                  </a:lnTo>
                  <a:lnTo>
                    <a:pt x="629008" y="5648081"/>
                  </a:lnTo>
                  <a:lnTo>
                    <a:pt x="629134" y="5648081"/>
                  </a:lnTo>
                  <a:lnTo>
                    <a:pt x="629260" y="5648081"/>
                  </a:lnTo>
                  <a:lnTo>
                    <a:pt x="629386" y="5648081"/>
                  </a:lnTo>
                  <a:lnTo>
                    <a:pt x="629513" y="5648081"/>
                  </a:lnTo>
                  <a:lnTo>
                    <a:pt x="629639" y="5648081"/>
                  </a:lnTo>
                  <a:lnTo>
                    <a:pt x="629765" y="5648081"/>
                  </a:lnTo>
                  <a:lnTo>
                    <a:pt x="629891" y="5648081"/>
                  </a:lnTo>
                  <a:lnTo>
                    <a:pt x="630018" y="5648081"/>
                  </a:lnTo>
                  <a:lnTo>
                    <a:pt x="630144" y="5648081"/>
                  </a:lnTo>
                  <a:lnTo>
                    <a:pt x="630270" y="5648081"/>
                  </a:lnTo>
                  <a:lnTo>
                    <a:pt x="630396" y="5648081"/>
                  </a:lnTo>
                  <a:lnTo>
                    <a:pt x="630523" y="5648081"/>
                  </a:lnTo>
                  <a:lnTo>
                    <a:pt x="630649" y="5648081"/>
                  </a:lnTo>
                  <a:lnTo>
                    <a:pt x="630775" y="5648081"/>
                  </a:lnTo>
                  <a:lnTo>
                    <a:pt x="630901" y="5648081"/>
                  </a:lnTo>
                  <a:lnTo>
                    <a:pt x="631028" y="5648081"/>
                  </a:lnTo>
                  <a:lnTo>
                    <a:pt x="631154" y="5648081"/>
                  </a:lnTo>
                  <a:lnTo>
                    <a:pt x="631280" y="5648081"/>
                  </a:lnTo>
                  <a:lnTo>
                    <a:pt x="631406" y="5648081"/>
                  </a:lnTo>
                  <a:lnTo>
                    <a:pt x="631533" y="5648081"/>
                  </a:lnTo>
                  <a:lnTo>
                    <a:pt x="631659" y="5648081"/>
                  </a:lnTo>
                  <a:lnTo>
                    <a:pt x="631785" y="5648081"/>
                  </a:lnTo>
                  <a:lnTo>
                    <a:pt x="631911" y="5648081"/>
                  </a:lnTo>
                  <a:lnTo>
                    <a:pt x="632038" y="5648081"/>
                  </a:lnTo>
                  <a:lnTo>
                    <a:pt x="632164" y="5648081"/>
                  </a:lnTo>
                  <a:lnTo>
                    <a:pt x="632290" y="5648081"/>
                  </a:lnTo>
                  <a:lnTo>
                    <a:pt x="632416" y="5648081"/>
                  </a:lnTo>
                  <a:lnTo>
                    <a:pt x="632416" y="5643169"/>
                  </a:lnTo>
                  <a:lnTo>
                    <a:pt x="632543" y="5643169"/>
                  </a:lnTo>
                  <a:lnTo>
                    <a:pt x="632669" y="5643169"/>
                  </a:lnTo>
                  <a:lnTo>
                    <a:pt x="632795" y="5643169"/>
                  </a:lnTo>
                  <a:lnTo>
                    <a:pt x="632921" y="5643169"/>
                  </a:lnTo>
                  <a:lnTo>
                    <a:pt x="633048" y="5643169"/>
                  </a:lnTo>
                  <a:lnTo>
                    <a:pt x="633174" y="5643169"/>
                  </a:lnTo>
                  <a:lnTo>
                    <a:pt x="633300" y="5643169"/>
                  </a:lnTo>
                  <a:lnTo>
                    <a:pt x="633426" y="5643169"/>
                  </a:lnTo>
                  <a:lnTo>
                    <a:pt x="633553" y="5643169"/>
                  </a:lnTo>
                  <a:lnTo>
                    <a:pt x="633679" y="5643169"/>
                  </a:lnTo>
                  <a:lnTo>
                    <a:pt x="633805" y="5643169"/>
                  </a:lnTo>
                  <a:lnTo>
                    <a:pt x="633931" y="5643169"/>
                  </a:lnTo>
                  <a:lnTo>
                    <a:pt x="634058" y="5643169"/>
                  </a:lnTo>
                  <a:lnTo>
                    <a:pt x="634184" y="5643169"/>
                  </a:lnTo>
                  <a:lnTo>
                    <a:pt x="634310" y="5643169"/>
                  </a:lnTo>
                  <a:lnTo>
                    <a:pt x="634437" y="5643169"/>
                  </a:lnTo>
                  <a:lnTo>
                    <a:pt x="634563" y="5643169"/>
                  </a:lnTo>
                  <a:lnTo>
                    <a:pt x="634689" y="5643169"/>
                  </a:lnTo>
                  <a:lnTo>
                    <a:pt x="634815" y="5643169"/>
                  </a:lnTo>
                  <a:lnTo>
                    <a:pt x="634942" y="5643169"/>
                  </a:lnTo>
                  <a:lnTo>
                    <a:pt x="635068" y="5643169"/>
                  </a:lnTo>
                  <a:lnTo>
                    <a:pt x="635194" y="5643169"/>
                  </a:lnTo>
                  <a:lnTo>
                    <a:pt x="635320" y="5643169"/>
                  </a:lnTo>
                  <a:lnTo>
                    <a:pt x="635447" y="5643169"/>
                  </a:lnTo>
                  <a:lnTo>
                    <a:pt x="635573" y="5643169"/>
                  </a:lnTo>
                  <a:lnTo>
                    <a:pt x="635699" y="5643169"/>
                  </a:lnTo>
                  <a:lnTo>
                    <a:pt x="635825" y="5643169"/>
                  </a:lnTo>
                  <a:lnTo>
                    <a:pt x="635952" y="5643169"/>
                  </a:lnTo>
                  <a:lnTo>
                    <a:pt x="636078" y="5643169"/>
                  </a:lnTo>
                  <a:lnTo>
                    <a:pt x="636204" y="5643169"/>
                  </a:lnTo>
                  <a:lnTo>
                    <a:pt x="636330" y="5643169"/>
                  </a:lnTo>
                  <a:lnTo>
                    <a:pt x="636457" y="5643169"/>
                  </a:lnTo>
                  <a:lnTo>
                    <a:pt x="636583" y="5643169"/>
                  </a:lnTo>
                  <a:lnTo>
                    <a:pt x="636709" y="5643169"/>
                  </a:lnTo>
                  <a:lnTo>
                    <a:pt x="636835" y="5643169"/>
                  </a:lnTo>
                  <a:lnTo>
                    <a:pt x="636962" y="5643169"/>
                  </a:lnTo>
                  <a:lnTo>
                    <a:pt x="637088" y="5643169"/>
                  </a:lnTo>
                  <a:lnTo>
                    <a:pt x="637214" y="5643169"/>
                  </a:lnTo>
                  <a:lnTo>
                    <a:pt x="637340" y="5643169"/>
                  </a:lnTo>
                  <a:lnTo>
                    <a:pt x="637467" y="5643169"/>
                  </a:lnTo>
                  <a:lnTo>
                    <a:pt x="637593" y="5643169"/>
                  </a:lnTo>
                  <a:lnTo>
                    <a:pt x="637719" y="5643169"/>
                  </a:lnTo>
                  <a:lnTo>
                    <a:pt x="637845" y="5643169"/>
                  </a:lnTo>
                  <a:lnTo>
                    <a:pt x="637972" y="5643169"/>
                  </a:lnTo>
                  <a:lnTo>
                    <a:pt x="638098" y="5643169"/>
                  </a:lnTo>
                  <a:lnTo>
                    <a:pt x="638224" y="5643169"/>
                  </a:lnTo>
                  <a:lnTo>
                    <a:pt x="638350" y="5643169"/>
                  </a:lnTo>
                  <a:lnTo>
                    <a:pt x="638477" y="5643169"/>
                  </a:lnTo>
                  <a:lnTo>
                    <a:pt x="638603" y="5643169"/>
                  </a:lnTo>
                  <a:lnTo>
                    <a:pt x="638729" y="5643169"/>
                  </a:lnTo>
                  <a:lnTo>
                    <a:pt x="638855" y="5643169"/>
                  </a:lnTo>
                  <a:lnTo>
                    <a:pt x="638982" y="5643169"/>
                  </a:lnTo>
                  <a:lnTo>
                    <a:pt x="639108" y="5643169"/>
                  </a:lnTo>
                  <a:lnTo>
                    <a:pt x="639234" y="5643169"/>
                  </a:lnTo>
                  <a:lnTo>
                    <a:pt x="639361" y="5643169"/>
                  </a:lnTo>
                  <a:lnTo>
                    <a:pt x="639487" y="5643169"/>
                  </a:lnTo>
                  <a:lnTo>
                    <a:pt x="639613" y="5643169"/>
                  </a:lnTo>
                  <a:lnTo>
                    <a:pt x="639739" y="5643169"/>
                  </a:lnTo>
                  <a:lnTo>
                    <a:pt x="639866" y="5643169"/>
                  </a:lnTo>
                  <a:lnTo>
                    <a:pt x="639992" y="5643169"/>
                  </a:lnTo>
                  <a:lnTo>
                    <a:pt x="640118" y="5643169"/>
                  </a:lnTo>
                  <a:lnTo>
                    <a:pt x="640244" y="5643169"/>
                  </a:lnTo>
                  <a:lnTo>
                    <a:pt x="640371" y="5643169"/>
                  </a:lnTo>
                  <a:lnTo>
                    <a:pt x="640497" y="5643169"/>
                  </a:lnTo>
                  <a:lnTo>
                    <a:pt x="640623" y="5643169"/>
                  </a:lnTo>
                  <a:lnTo>
                    <a:pt x="640749" y="5643169"/>
                  </a:lnTo>
                  <a:lnTo>
                    <a:pt x="640876" y="5643169"/>
                  </a:lnTo>
                  <a:lnTo>
                    <a:pt x="641002" y="5643169"/>
                  </a:lnTo>
                  <a:lnTo>
                    <a:pt x="641128" y="5643169"/>
                  </a:lnTo>
                  <a:lnTo>
                    <a:pt x="641254" y="5643169"/>
                  </a:lnTo>
                  <a:lnTo>
                    <a:pt x="641381" y="5643169"/>
                  </a:lnTo>
                  <a:lnTo>
                    <a:pt x="641507" y="5643169"/>
                  </a:lnTo>
                  <a:lnTo>
                    <a:pt x="641633" y="5643169"/>
                  </a:lnTo>
                  <a:lnTo>
                    <a:pt x="641759" y="5643169"/>
                  </a:lnTo>
                  <a:lnTo>
                    <a:pt x="641886" y="5643169"/>
                  </a:lnTo>
                  <a:lnTo>
                    <a:pt x="642012" y="5643169"/>
                  </a:lnTo>
                  <a:lnTo>
                    <a:pt x="642012" y="5638258"/>
                  </a:lnTo>
                  <a:lnTo>
                    <a:pt x="642138" y="5638258"/>
                  </a:lnTo>
                  <a:lnTo>
                    <a:pt x="642264" y="5638258"/>
                  </a:lnTo>
                  <a:lnTo>
                    <a:pt x="642391" y="5638258"/>
                  </a:lnTo>
                  <a:lnTo>
                    <a:pt x="642517" y="5638258"/>
                  </a:lnTo>
                  <a:lnTo>
                    <a:pt x="642643" y="5638258"/>
                  </a:lnTo>
                  <a:lnTo>
                    <a:pt x="642769" y="5638258"/>
                  </a:lnTo>
                  <a:lnTo>
                    <a:pt x="642769" y="5633347"/>
                  </a:lnTo>
                  <a:lnTo>
                    <a:pt x="642896" y="5633347"/>
                  </a:lnTo>
                  <a:lnTo>
                    <a:pt x="643022" y="5633347"/>
                  </a:lnTo>
                  <a:lnTo>
                    <a:pt x="643148" y="5633347"/>
                  </a:lnTo>
                  <a:lnTo>
                    <a:pt x="643274" y="5633347"/>
                  </a:lnTo>
                  <a:lnTo>
                    <a:pt x="643401" y="5633347"/>
                  </a:lnTo>
                  <a:lnTo>
                    <a:pt x="643527" y="5633347"/>
                  </a:lnTo>
                  <a:lnTo>
                    <a:pt x="643653" y="5633347"/>
                  </a:lnTo>
                  <a:lnTo>
                    <a:pt x="643779" y="5633347"/>
                  </a:lnTo>
                  <a:lnTo>
                    <a:pt x="643906" y="5633347"/>
                  </a:lnTo>
                  <a:lnTo>
                    <a:pt x="644032" y="5633347"/>
                  </a:lnTo>
                  <a:lnTo>
                    <a:pt x="644158" y="5633347"/>
                  </a:lnTo>
                  <a:lnTo>
                    <a:pt x="644284" y="5633347"/>
                  </a:lnTo>
                  <a:lnTo>
                    <a:pt x="644411" y="5633347"/>
                  </a:lnTo>
                  <a:lnTo>
                    <a:pt x="644537" y="5633347"/>
                  </a:lnTo>
                  <a:lnTo>
                    <a:pt x="644663" y="5633347"/>
                  </a:lnTo>
                  <a:lnTo>
                    <a:pt x="644790" y="5633347"/>
                  </a:lnTo>
                  <a:lnTo>
                    <a:pt x="644916" y="5633347"/>
                  </a:lnTo>
                  <a:lnTo>
                    <a:pt x="645042" y="5633347"/>
                  </a:lnTo>
                  <a:lnTo>
                    <a:pt x="645168" y="5633347"/>
                  </a:lnTo>
                  <a:lnTo>
                    <a:pt x="645295" y="5633347"/>
                  </a:lnTo>
                  <a:lnTo>
                    <a:pt x="645421" y="5633347"/>
                  </a:lnTo>
                  <a:lnTo>
                    <a:pt x="645547" y="5633347"/>
                  </a:lnTo>
                  <a:lnTo>
                    <a:pt x="645673" y="5633347"/>
                  </a:lnTo>
                  <a:lnTo>
                    <a:pt x="645800" y="5633347"/>
                  </a:lnTo>
                  <a:lnTo>
                    <a:pt x="645926" y="5633347"/>
                  </a:lnTo>
                  <a:lnTo>
                    <a:pt x="645926" y="5628435"/>
                  </a:lnTo>
                  <a:lnTo>
                    <a:pt x="646052" y="5628435"/>
                  </a:lnTo>
                  <a:lnTo>
                    <a:pt x="646178" y="5628435"/>
                  </a:lnTo>
                  <a:lnTo>
                    <a:pt x="646305" y="5628435"/>
                  </a:lnTo>
                  <a:lnTo>
                    <a:pt x="646431" y="5628435"/>
                  </a:lnTo>
                  <a:lnTo>
                    <a:pt x="646557" y="5628435"/>
                  </a:lnTo>
                  <a:lnTo>
                    <a:pt x="646683" y="5628435"/>
                  </a:lnTo>
                  <a:lnTo>
                    <a:pt x="646810" y="5628435"/>
                  </a:lnTo>
                  <a:lnTo>
                    <a:pt x="646936" y="5628435"/>
                  </a:lnTo>
                  <a:lnTo>
                    <a:pt x="647062" y="5628435"/>
                  </a:lnTo>
                  <a:lnTo>
                    <a:pt x="647188" y="5628435"/>
                  </a:lnTo>
                  <a:lnTo>
                    <a:pt x="647315" y="5628435"/>
                  </a:lnTo>
                  <a:lnTo>
                    <a:pt x="647441" y="5628435"/>
                  </a:lnTo>
                  <a:lnTo>
                    <a:pt x="647567" y="5628435"/>
                  </a:lnTo>
                  <a:lnTo>
                    <a:pt x="647693" y="5628435"/>
                  </a:lnTo>
                  <a:lnTo>
                    <a:pt x="647820" y="5628435"/>
                  </a:lnTo>
                  <a:lnTo>
                    <a:pt x="647946" y="5628435"/>
                  </a:lnTo>
                  <a:lnTo>
                    <a:pt x="648072" y="5628435"/>
                  </a:lnTo>
                  <a:lnTo>
                    <a:pt x="648198" y="5628435"/>
                  </a:lnTo>
                  <a:lnTo>
                    <a:pt x="648325" y="5628435"/>
                  </a:lnTo>
                  <a:lnTo>
                    <a:pt x="648451" y="5628435"/>
                  </a:lnTo>
                  <a:lnTo>
                    <a:pt x="648577" y="5628435"/>
                  </a:lnTo>
                  <a:lnTo>
                    <a:pt x="648703" y="5628435"/>
                  </a:lnTo>
                  <a:lnTo>
                    <a:pt x="648830" y="5628435"/>
                  </a:lnTo>
                  <a:lnTo>
                    <a:pt x="648956" y="5628435"/>
                  </a:lnTo>
                  <a:lnTo>
                    <a:pt x="649082" y="5628435"/>
                  </a:lnTo>
                  <a:lnTo>
                    <a:pt x="649208" y="5628435"/>
                  </a:lnTo>
                  <a:lnTo>
                    <a:pt x="649335" y="5628435"/>
                  </a:lnTo>
                  <a:lnTo>
                    <a:pt x="649461" y="5628435"/>
                  </a:lnTo>
                  <a:lnTo>
                    <a:pt x="649587" y="5628435"/>
                  </a:lnTo>
                  <a:lnTo>
                    <a:pt x="649714" y="5628435"/>
                  </a:lnTo>
                  <a:lnTo>
                    <a:pt x="649840" y="5628435"/>
                  </a:lnTo>
                  <a:lnTo>
                    <a:pt x="649966" y="5628435"/>
                  </a:lnTo>
                  <a:lnTo>
                    <a:pt x="650092" y="5628435"/>
                  </a:lnTo>
                  <a:lnTo>
                    <a:pt x="650219" y="5628435"/>
                  </a:lnTo>
                  <a:lnTo>
                    <a:pt x="650345" y="5628435"/>
                  </a:lnTo>
                  <a:lnTo>
                    <a:pt x="650471" y="5628435"/>
                  </a:lnTo>
                  <a:lnTo>
                    <a:pt x="650597" y="5628435"/>
                  </a:lnTo>
                  <a:lnTo>
                    <a:pt x="650724" y="5628435"/>
                  </a:lnTo>
                  <a:lnTo>
                    <a:pt x="650850" y="5628435"/>
                  </a:lnTo>
                  <a:lnTo>
                    <a:pt x="650976" y="5628435"/>
                  </a:lnTo>
                  <a:lnTo>
                    <a:pt x="651102" y="5628435"/>
                  </a:lnTo>
                  <a:lnTo>
                    <a:pt x="651229" y="5628435"/>
                  </a:lnTo>
                  <a:lnTo>
                    <a:pt x="651355" y="5628435"/>
                  </a:lnTo>
                  <a:lnTo>
                    <a:pt x="651481" y="5628435"/>
                  </a:lnTo>
                  <a:lnTo>
                    <a:pt x="651607" y="5628435"/>
                  </a:lnTo>
                  <a:lnTo>
                    <a:pt x="651734" y="5628435"/>
                  </a:lnTo>
                  <a:lnTo>
                    <a:pt x="651860" y="5628435"/>
                  </a:lnTo>
                  <a:lnTo>
                    <a:pt x="651986" y="5628435"/>
                  </a:lnTo>
                  <a:lnTo>
                    <a:pt x="652112" y="5628435"/>
                  </a:lnTo>
                  <a:lnTo>
                    <a:pt x="652239" y="5628435"/>
                  </a:lnTo>
                  <a:lnTo>
                    <a:pt x="652365" y="5628435"/>
                  </a:lnTo>
                  <a:lnTo>
                    <a:pt x="652491" y="5628435"/>
                  </a:lnTo>
                  <a:lnTo>
                    <a:pt x="652617" y="5628435"/>
                  </a:lnTo>
                  <a:lnTo>
                    <a:pt x="652744" y="5628435"/>
                  </a:lnTo>
                  <a:lnTo>
                    <a:pt x="652870" y="5628435"/>
                  </a:lnTo>
                  <a:lnTo>
                    <a:pt x="652996" y="5628435"/>
                  </a:lnTo>
                  <a:lnTo>
                    <a:pt x="653122" y="5628435"/>
                  </a:lnTo>
                  <a:lnTo>
                    <a:pt x="653249" y="5628435"/>
                  </a:lnTo>
                  <a:lnTo>
                    <a:pt x="653375" y="5628435"/>
                  </a:lnTo>
                  <a:lnTo>
                    <a:pt x="653501" y="5628435"/>
                  </a:lnTo>
                  <a:lnTo>
                    <a:pt x="653627" y="5628435"/>
                  </a:lnTo>
                  <a:lnTo>
                    <a:pt x="653754" y="5628435"/>
                  </a:lnTo>
                  <a:lnTo>
                    <a:pt x="653880" y="5628435"/>
                  </a:lnTo>
                  <a:lnTo>
                    <a:pt x="654006" y="5628435"/>
                  </a:lnTo>
                  <a:lnTo>
                    <a:pt x="654132" y="5628435"/>
                  </a:lnTo>
                  <a:lnTo>
                    <a:pt x="654259" y="5628435"/>
                  </a:lnTo>
                  <a:lnTo>
                    <a:pt x="654385" y="5628435"/>
                  </a:lnTo>
                  <a:lnTo>
                    <a:pt x="654511" y="5628435"/>
                  </a:lnTo>
                  <a:lnTo>
                    <a:pt x="654638" y="5628435"/>
                  </a:lnTo>
                  <a:lnTo>
                    <a:pt x="654764" y="5628435"/>
                  </a:lnTo>
                  <a:lnTo>
                    <a:pt x="654890" y="5628435"/>
                  </a:lnTo>
                  <a:lnTo>
                    <a:pt x="655016" y="5628435"/>
                  </a:lnTo>
                  <a:lnTo>
                    <a:pt x="655143" y="5628435"/>
                  </a:lnTo>
                  <a:lnTo>
                    <a:pt x="655269" y="5628435"/>
                  </a:lnTo>
                  <a:lnTo>
                    <a:pt x="655395" y="5628435"/>
                  </a:lnTo>
                  <a:lnTo>
                    <a:pt x="655521" y="5628435"/>
                  </a:lnTo>
                  <a:lnTo>
                    <a:pt x="655648" y="5628435"/>
                  </a:lnTo>
                  <a:lnTo>
                    <a:pt x="655774" y="5628435"/>
                  </a:lnTo>
                  <a:lnTo>
                    <a:pt x="655900" y="5628435"/>
                  </a:lnTo>
                  <a:lnTo>
                    <a:pt x="656026" y="5628435"/>
                  </a:lnTo>
                  <a:lnTo>
                    <a:pt x="656153" y="5628435"/>
                  </a:lnTo>
                  <a:lnTo>
                    <a:pt x="656279" y="5628435"/>
                  </a:lnTo>
                  <a:lnTo>
                    <a:pt x="656405" y="5628435"/>
                  </a:lnTo>
                  <a:lnTo>
                    <a:pt x="656531" y="5628435"/>
                  </a:lnTo>
                  <a:lnTo>
                    <a:pt x="656658" y="5628435"/>
                  </a:lnTo>
                  <a:lnTo>
                    <a:pt x="656784" y="5628435"/>
                  </a:lnTo>
                  <a:lnTo>
                    <a:pt x="656784" y="5623524"/>
                  </a:lnTo>
                  <a:lnTo>
                    <a:pt x="656910" y="5623524"/>
                  </a:lnTo>
                  <a:lnTo>
                    <a:pt x="657036" y="5623524"/>
                  </a:lnTo>
                  <a:lnTo>
                    <a:pt x="657163" y="5623524"/>
                  </a:lnTo>
                  <a:lnTo>
                    <a:pt x="657289" y="5623524"/>
                  </a:lnTo>
                  <a:lnTo>
                    <a:pt x="657415" y="5623524"/>
                  </a:lnTo>
                  <a:lnTo>
                    <a:pt x="657541" y="5623524"/>
                  </a:lnTo>
                  <a:lnTo>
                    <a:pt x="657668" y="5623524"/>
                  </a:lnTo>
                  <a:lnTo>
                    <a:pt x="657794" y="5623524"/>
                  </a:lnTo>
                  <a:lnTo>
                    <a:pt x="657920" y="5623524"/>
                  </a:lnTo>
                  <a:lnTo>
                    <a:pt x="658046" y="5623524"/>
                  </a:lnTo>
                  <a:lnTo>
                    <a:pt x="658173" y="5623524"/>
                  </a:lnTo>
                  <a:lnTo>
                    <a:pt x="658299" y="5623524"/>
                  </a:lnTo>
                  <a:lnTo>
                    <a:pt x="658425" y="5623524"/>
                  </a:lnTo>
                  <a:lnTo>
                    <a:pt x="658551" y="5623524"/>
                  </a:lnTo>
                  <a:lnTo>
                    <a:pt x="658678" y="5623524"/>
                  </a:lnTo>
                  <a:lnTo>
                    <a:pt x="658804" y="5623524"/>
                  </a:lnTo>
                  <a:lnTo>
                    <a:pt x="658930" y="5623524"/>
                  </a:lnTo>
                  <a:lnTo>
                    <a:pt x="659056" y="5623524"/>
                  </a:lnTo>
                  <a:lnTo>
                    <a:pt x="659183" y="5623524"/>
                  </a:lnTo>
                  <a:lnTo>
                    <a:pt x="659309" y="5623524"/>
                  </a:lnTo>
                  <a:lnTo>
                    <a:pt x="659435" y="5623524"/>
                  </a:lnTo>
                  <a:lnTo>
                    <a:pt x="659561" y="5623524"/>
                  </a:lnTo>
                  <a:lnTo>
                    <a:pt x="659688" y="5623524"/>
                  </a:lnTo>
                  <a:lnTo>
                    <a:pt x="659814" y="5623524"/>
                  </a:lnTo>
                  <a:lnTo>
                    <a:pt x="659940" y="5623524"/>
                  </a:lnTo>
                  <a:lnTo>
                    <a:pt x="659940" y="5618612"/>
                  </a:lnTo>
                  <a:lnTo>
                    <a:pt x="660067" y="5618612"/>
                  </a:lnTo>
                  <a:lnTo>
                    <a:pt x="660193" y="5618612"/>
                  </a:lnTo>
                  <a:lnTo>
                    <a:pt x="660319" y="5618612"/>
                  </a:lnTo>
                  <a:lnTo>
                    <a:pt x="660445" y="5618612"/>
                  </a:lnTo>
                  <a:lnTo>
                    <a:pt x="660572" y="5618612"/>
                  </a:lnTo>
                  <a:lnTo>
                    <a:pt x="660698" y="5618612"/>
                  </a:lnTo>
                  <a:lnTo>
                    <a:pt x="660824" y="5618612"/>
                  </a:lnTo>
                  <a:lnTo>
                    <a:pt x="660950" y="5618612"/>
                  </a:lnTo>
                  <a:lnTo>
                    <a:pt x="661077" y="5618612"/>
                  </a:lnTo>
                  <a:lnTo>
                    <a:pt x="661203" y="5618612"/>
                  </a:lnTo>
                  <a:lnTo>
                    <a:pt x="661329" y="5618612"/>
                  </a:lnTo>
                  <a:lnTo>
                    <a:pt x="661455" y="5618612"/>
                  </a:lnTo>
                  <a:lnTo>
                    <a:pt x="661582" y="5618612"/>
                  </a:lnTo>
                  <a:lnTo>
                    <a:pt x="661708" y="5618612"/>
                  </a:lnTo>
                  <a:lnTo>
                    <a:pt x="661834" y="5618612"/>
                  </a:lnTo>
                  <a:lnTo>
                    <a:pt x="661960" y="5618612"/>
                  </a:lnTo>
                  <a:lnTo>
                    <a:pt x="662087" y="5618612"/>
                  </a:lnTo>
                  <a:lnTo>
                    <a:pt x="662213" y="5618612"/>
                  </a:lnTo>
                  <a:lnTo>
                    <a:pt x="662339" y="5618612"/>
                  </a:lnTo>
                  <a:lnTo>
                    <a:pt x="662465" y="5618612"/>
                  </a:lnTo>
                  <a:lnTo>
                    <a:pt x="662592" y="5618612"/>
                  </a:lnTo>
                  <a:lnTo>
                    <a:pt x="662718" y="5618612"/>
                  </a:lnTo>
                  <a:lnTo>
                    <a:pt x="662844" y="5618612"/>
                  </a:lnTo>
                  <a:lnTo>
                    <a:pt x="662970" y="5618612"/>
                  </a:lnTo>
                  <a:lnTo>
                    <a:pt x="663097" y="5618612"/>
                  </a:lnTo>
                  <a:lnTo>
                    <a:pt x="663223" y="5618612"/>
                  </a:lnTo>
                  <a:lnTo>
                    <a:pt x="663349" y="5618612"/>
                  </a:lnTo>
                  <a:lnTo>
                    <a:pt x="663475" y="5618612"/>
                  </a:lnTo>
                  <a:lnTo>
                    <a:pt x="663602" y="5618612"/>
                  </a:lnTo>
                  <a:lnTo>
                    <a:pt x="663728" y="5618612"/>
                  </a:lnTo>
                  <a:lnTo>
                    <a:pt x="663854" y="5618612"/>
                  </a:lnTo>
                  <a:lnTo>
                    <a:pt x="663980" y="5618612"/>
                  </a:lnTo>
                  <a:lnTo>
                    <a:pt x="664107" y="5618612"/>
                  </a:lnTo>
                  <a:lnTo>
                    <a:pt x="664233" y="5618612"/>
                  </a:lnTo>
                  <a:lnTo>
                    <a:pt x="664359" y="5618612"/>
                  </a:lnTo>
                  <a:lnTo>
                    <a:pt x="664485" y="5618612"/>
                  </a:lnTo>
                  <a:lnTo>
                    <a:pt x="664612" y="5618612"/>
                  </a:lnTo>
                  <a:lnTo>
                    <a:pt x="664738" y="5618612"/>
                  </a:lnTo>
                  <a:lnTo>
                    <a:pt x="664864" y="5618612"/>
                  </a:lnTo>
                  <a:lnTo>
                    <a:pt x="664991" y="5618612"/>
                  </a:lnTo>
                  <a:lnTo>
                    <a:pt x="665117" y="5618612"/>
                  </a:lnTo>
                  <a:lnTo>
                    <a:pt x="665243" y="5618612"/>
                  </a:lnTo>
                  <a:lnTo>
                    <a:pt x="665369" y="5618612"/>
                  </a:lnTo>
                  <a:lnTo>
                    <a:pt x="665496" y="5618612"/>
                  </a:lnTo>
                  <a:lnTo>
                    <a:pt x="665496" y="5613701"/>
                  </a:lnTo>
                  <a:lnTo>
                    <a:pt x="665496" y="5608790"/>
                  </a:lnTo>
                  <a:lnTo>
                    <a:pt x="665622" y="5608790"/>
                  </a:lnTo>
                  <a:lnTo>
                    <a:pt x="665748" y="5608790"/>
                  </a:lnTo>
                  <a:lnTo>
                    <a:pt x="665874" y="5608790"/>
                  </a:lnTo>
                  <a:lnTo>
                    <a:pt x="666001" y="5608790"/>
                  </a:lnTo>
                  <a:lnTo>
                    <a:pt x="666127" y="5608790"/>
                  </a:lnTo>
                  <a:lnTo>
                    <a:pt x="666253" y="5608790"/>
                  </a:lnTo>
                  <a:lnTo>
                    <a:pt x="666379" y="5608790"/>
                  </a:lnTo>
                  <a:lnTo>
                    <a:pt x="666506" y="5608790"/>
                  </a:lnTo>
                  <a:lnTo>
                    <a:pt x="666632" y="5608790"/>
                  </a:lnTo>
                  <a:lnTo>
                    <a:pt x="666758" y="5608790"/>
                  </a:lnTo>
                  <a:lnTo>
                    <a:pt x="666884" y="5608790"/>
                  </a:lnTo>
                  <a:lnTo>
                    <a:pt x="667011" y="5608790"/>
                  </a:lnTo>
                  <a:lnTo>
                    <a:pt x="667137" y="5608790"/>
                  </a:lnTo>
                  <a:lnTo>
                    <a:pt x="667263" y="5608790"/>
                  </a:lnTo>
                  <a:lnTo>
                    <a:pt x="667389" y="5608790"/>
                  </a:lnTo>
                  <a:lnTo>
                    <a:pt x="667516" y="5608790"/>
                  </a:lnTo>
                  <a:lnTo>
                    <a:pt x="667642" y="5608790"/>
                  </a:lnTo>
                  <a:lnTo>
                    <a:pt x="667768" y="5608790"/>
                  </a:lnTo>
                  <a:lnTo>
                    <a:pt x="667894" y="5608790"/>
                  </a:lnTo>
                  <a:lnTo>
                    <a:pt x="668021" y="5608790"/>
                  </a:lnTo>
                  <a:lnTo>
                    <a:pt x="668147" y="5608790"/>
                  </a:lnTo>
                  <a:lnTo>
                    <a:pt x="668273" y="5608790"/>
                  </a:lnTo>
                  <a:lnTo>
                    <a:pt x="668399" y="5608790"/>
                  </a:lnTo>
                  <a:lnTo>
                    <a:pt x="668526" y="5608790"/>
                  </a:lnTo>
                  <a:lnTo>
                    <a:pt x="668652" y="5608790"/>
                  </a:lnTo>
                  <a:lnTo>
                    <a:pt x="668778" y="5608790"/>
                  </a:lnTo>
                  <a:lnTo>
                    <a:pt x="668904" y="5608790"/>
                  </a:lnTo>
                  <a:lnTo>
                    <a:pt x="668904" y="5603878"/>
                  </a:lnTo>
                  <a:lnTo>
                    <a:pt x="669031" y="5603878"/>
                  </a:lnTo>
                  <a:lnTo>
                    <a:pt x="669157" y="5603878"/>
                  </a:lnTo>
                  <a:lnTo>
                    <a:pt x="669283" y="5603878"/>
                  </a:lnTo>
                  <a:lnTo>
                    <a:pt x="669409" y="5603878"/>
                  </a:lnTo>
                  <a:lnTo>
                    <a:pt x="669536" y="5603878"/>
                  </a:lnTo>
                  <a:lnTo>
                    <a:pt x="669662" y="5603878"/>
                  </a:lnTo>
                  <a:lnTo>
                    <a:pt x="669788" y="5603878"/>
                  </a:lnTo>
                  <a:lnTo>
                    <a:pt x="669914" y="5603878"/>
                  </a:lnTo>
                  <a:lnTo>
                    <a:pt x="670041" y="5603878"/>
                  </a:lnTo>
                  <a:lnTo>
                    <a:pt x="670167" y="5603878"/>
                  </a:lnTo>
                  <a:lnTo>
                    <a:pt x="670293" y="5603878"/>
                  </a:lnTo>
                  <a:lnTo>
                    <a:pt x="670420" y="5603878"/>
                  </a:lnTo>
                  <a:lnTo>
                    <a:pt x="670546" y="5603878"/>
                  </a:lnTo>
                  <a:lnTo>
                    <a:pt x="670672" y="5603878"/>
                  </a:lnTo>
                  <a:lnTo>
                    <a:pt x="670798" y="5603878"/>
                  </a:lnTo>
                  <a:lnTo>
                    <a:pt x="670925" y="5603878"/>
                  </a:lnTo>
                  <a:lnTo>
                    <a:pt x="671051" y="5603878"/>
                  </a:lnTo>
                  <a:lnTo>
                    <a:pt x="671177" y="5603878"/>
                  </a:lnTo>
                  <a:lnTo>
                    <a:pt x="671303" y="5603878"/>
                  </a:lnTo>
                  <a:lnTo>
                    <a:pt x="671430" y="5603878"/>
                  </a:lnTo>
                  <a:lnTo>
                    <a:pt x="671556" y="5603878"/>
                  </a:lnTo>
                  <a:lnTo>
                    <a:pt x="671556" y="5598967"/>
                  </a:lnTo>
                  <a:lnTo>
                    <a:pt x="671682" y="5598967"/>
                  </a:lnTo>
                  <a:lnTo>
                    <a:pt x="671808" y="5598967"/>
                  </a:lnTo>
                  <a:lnTo>
                    <a:pt x="671935" y="5598967"/>
                  </a:lnTo>
                  <a:lnTo>
                    <a:pt x="672061" y="5598967"/>
                  </a:lnTo>
                  <a:lnTo>
                    <a:pt x="672187" y="5598967"/>
                  </a:lnTo>
                  <a:lnTo>
                    <a:pt x="672313" y="5598967"/>
                  </a:lnTo>
                  <a:lnTo>
                    <a:pt x="672440" y="5598967"/>
                  </a:lnTo>
                  <a:lnTo>
                    <a:pt x="672566" y="5598967"/>
                  </a:lnTo>
                  <a:lnTo>
                    <a:pt x="672692" y="5598967"/>
                  </a:lnTo>
                  <a:lnTo>
                    <a:pt x="672818" y="5598967"/>
                  </a:lnTo>
                  <a:lnTo>
                    <a:pt x="672945" y="5598967"/>
                  </a:lnTo>
                  <a:lnTo>
                    <a:pt x="672945" y="5594056"/>
                  </a:lnTo>
                  <a:lnTo>
                    <a:pt x="673071" y="5594056"/>
                  </a:lnTo>
                  <a:lnTo>
                    <a:pt x="673197" y="5594056"/>
                  </a:lnTo>
                  <a:lnTo>
                    <a:pt x="673323" y="5594056"/>
                  </a:lnTo>
                  <a:lnTo>
                    <a:pt x="673450" y="5594056"/>
                  </a:lnTo>
                  <a:lnTo>
                    <a:pt x="673576" y="5594056"/>
                  </a:lnTo>
                  <a:lnTo>
                    <a:pt x="673702" y="5594056"/>
                  </a:lnTo>
                  <a:lnTo>
                    <a:pt x="673828" y="5594056"/>
                  </a:lnTo>
                  <a:lnTo>
                    <a:pt x="673955" y="5594056"/>
                  </a:lnTo>
                  <a:lnTo>
                    <a:pt x="674081" y="5594056"/>
                  </a:lnTo>
                  <a:lnTo>
                    <a:pt x="674207" y="5594056"/>
                  </a:lnTo>
                  <a:lnTo>
                    <a:pt x="674207" y="5589144"/>
                  </a:lnTo>
                  <a:lnTo>
                    <a:pt x="674333" y="5589144"/>
                  </a:lnTo>
                  <a:lnTo>
                    <a:pt x="674460" y="5589144"/>
                  </a:lnTo>
                  <a:lnTo>
                    <a:pt x="674586" y="5589144"/>
                  </a:lnTo>
                  <a:lnTo>
                    <a:pt x="674712" y="5589144"/>
                  </a:lnTo>
                  <a:lnTo>
                    <a:pt x="674838" y="5589144"/>
                  </a:lnTo>
                  <a:lnTo>
                    <a:pt x="674965" y="5589144"/>
                  </a:lnTo>
                  <a:lnTo>
                    <a:pt x="675091" y="5589144"/>
                  </a:lnTo>
                  <a:lnTo>
                    <a:pt x="675217" y="5589144"/>
                  </a:lnTo>
                  <a:lnTo>
                    <a:pt x="675344" y="5589144"/>
                  </a:lnTo>
                  <a:lnTo>
                    <a:pt x="675470" y="5589144"/>
                  </a:lnTo>
                  <a:lnTo>
                    <a:pt x="675596" y="5589144"/>
                  </a:lnTo>
                  <a:lnTo>
                    <a:pt x="675722" y="5589144"/>
                  </a:lnTo>
                  <a:lnTo>
                    <a:pt x="675849" y="5589144"/>
                  </a:lnTo>
                  <a:lnTo>
                    <a:pt x="675975" y="5589144"/>
                  </a:lnTo>
                  <a:lnTo>
                    <a:pt x="676101" y="5589144"/>
                  </a:lnTo>
                  <a:lnTo>
                    <a:pt x="676101" y="5584233"/>
                  </a:lnTo>
                  <a:lnTo>
                    <a:pt x="676227" y="5584233"/>
                  </a:lnTo>
                  <a:lnTo>
                    <a:pt x="676354" y="5584233"/>
                  </a:lnTo>
                  <a:lnTo>
                    <a:pt x="676480" y="5584233"/>
                  </a:lnTo>
                  <a:lnTo>
                    <a:pt x="676606" y="5584233"/>
                  </a:lnTo>
                  <a:lnTo>
                    <a:pt x="676606" y="5579321"/>
                  </a:lnTo>
                  <a:lnTo>
                    <a:pt x="676732" y="5579321"/>
                  </a:lnTo>
                  <a:lnTo>
                    <a:pt x="676859" y="5579321"/>
                  </a:lnTo>
                  <a:lnTo>
                    <a:pt x="676985" y="5579321"/>
                  </a:lnTo>
                  <a:lnTo>
                    <a:pt x="677111" y="5579321"/>
                  </a:lnTo>
                  <a:lnTo>
                    <a:pt x="677237" y="5579321"/>
                  </a:lnTo>
                  <a:lnTo>
                    <a:pt x="677364" y="5579321"/>
                  </a:lnTo>
                  <a:lnTo>
                    <a:pt x="677490" y="5579321"/>
                  </a:lnTo>
                  <a:lnTo>
                    <a:pt x="677616" y="5579321"/>
                  </a:lnTo>
                  <a:lnTo>
                    <a:pt x="677742" y="5579321"/>
                  </a:lnTo>
                  <a:lnTo>
                    <a:pt x="677869" y="5579321"/>
                  </a:lnTo>
                  <a:lnTo>
                    <a:pt x="677995" y="5579321"/>
                  </a:lnTo>
                  <a:lnTo>
                    <a:pt x="678121" y="5579321"/>
                  </a:lnTo>
                  <a:lnTo>
                    <a:pt x="678247" y="5579321"/>
                  </a:lnTo>
                  <a:lnTo>
                    <a:pt x="678374" y="5579321"/>
                  </a:lnTo>
                  <a:lnTo>
                    <a:pt x="678500" y="5579321"/>
                  </a:lnTo>
                  <a:lnTo>
                    <a:pt x="678626" y="5579321"/>
                  </a:lnTo>
                  <a:lnTo>
                    <a:pt x="678752" y="5579321"/>
                  </a:lnTo>
                  <a:lnTo>
                    <a:pt x="678879" y="5579321"/>
                  </a:lnTo>
                  <a:lnTo>
                    <a:pt x="679005" y="5579321"/>
                  </a:lnTo>
                  <a:lnTo>
                    <a:pt x="679131" y="5579321"/>
                  </a:lnTo>
                  <a:lnTo>
                    <a:pt x="679257" y="5579321"/>
                  </a:lnTo>
                  <a:lnTo>
                    <a:pt x="679384" y="5579321"/>
                  </a:lnTo>
                  <a:lnTo>
                    <a:pt x="679510" y="5579321"/>
                  </a:lnTo>
                  <a:lnTo>
                    <a:pt x="679636" y="5579321"/>
                  </a:lnTo>
                  <a:lnTo>
                    <a:pt x="679762" y="5579321"/>
                  </a:lnTo>
                  <a:lnTo>
                    <a:pt x="679889" y="5579321"/>
                  </a:lnTo>
                  <a:lnTo>
                    <a:pt x="680015" y="5579321"/>
                  </a:lnTo>
                  <a:lnTo>
                    <a:pt x="680141" y="5579321"/>
                  </a:lnTo>
                  <a:lnTo>
                    <a:pt x="680267" y="5579321"/>
                  </a:lnTo>
                  <a:lnTo>
                    <a:pt x="680394" y="5579321"/>
                  </a:lnTo>
                  <a:lnTo>
                    <a:pt x="680520" y="5579321"/>
                  </a:lnTo>
                  <a:lnTo>
                    <a:pt x="680646" y="5579321"/>
                  </a:lnTo>
                  <a:lnTo>
                    <a:pt x="680773" y="5579321"/>
                  </a:lnTo>
                  <a:lnTo>
                    <a:pt x="680899" y="5579321"/>
                  </a:lnTo>
                  <a:lnTo>
                    <a:pt x="681025" y="5579321"/>
                  </a:lnTo>
                  <a:lnTo>
                    <a:pt x="681151" y="5579321"/>
                  </a:lnTo>
                  <a:lnTo>
                    <a:pt x="681278" y="5579321"/>
                  </a:lnTo>
                  <a:lnTo>
                    <a:pt x="681404" y="5579321"/>
                  </a:lnTo>
                  <a:lnTo>
                    <a:pt x="681530" y="5579321"/>
                  </a:lnTo>
                  <a:lnTo>
                    <a:pt x="681656" y="5579321"/>
                  </a:lnTo>
                  <a:lnTo>
                    <a:pt x="681783" y="5579321"/>
                  </a:lnTo>
                  <a:lnTo>
                    <a:pt x="681909" y="5579321"/>
                  </a:lnTo>
                  <a:lnTo>
                    <a:pt x="682035" y="5579321"/>
                  </a:lnTo>
                  <a:lnTo>
                    <a:pt x="682161" y="5579321"/>
                  </a:lnTo>
                  <a:lnTo>
                    <a:pt x="682288" y="5579321"/>
                  </a:lnTo>
                  <a:lnTo>
                    <a:pt x="682414" y="5579321"/>
                  </a:lnTo>
                  <a:lnTo>
                    <a:pt x="682540" y="5579321"/>
                  </a:lnTo>
                  <a:lnTo>
                    <a:pt x="682666" y="5579321"/>
                  </a:lnTo>
                  <a:lnTo>
                    <a:pt x="682793" y="5579321"/>
                  </a:lnTo>
                  <a:lnTo>
                    <a:pt x="682919" y="5579321"/>
                  </a:lnTo>
                  <a:lnTo>
                    <a:pt x="683045" y="5579321"/>
                  </a:lnTo>
                  <a:lnTo>
                    <a:pt x="683171" y="5579321"/>
                  </a:lnTo>
                  <a:lnTo>
                    <a:pt x="683298" y="5579321"/>
                  </a:lnTo>
                  <a:lnTo>
                    <a:pt x="683424" y="5579321"/>
                  </a:lnTo>
                  <a:lnTo>
                    <a:pt x="683550" y="5579321"/>
                  </a:lnTo>
                  <a:lnTo>
                    <a:pt x="683676" y="5579321"/>
                  </a:lnTo>
                  <a:lnTo>
                    <a:pt x="683803" y="5579321"/>
                  </a:lnTo>
                  <a:lnTo>
                    <a:pt x="683929" y="5579321"/>
                  </a:lnTo>
                  <a:lnTo>
                    <a:pt x="684055" y="5579321"/>
                  </a:lnTo>
                  <a:lnTo>
                    <a:pt x="684181" y="5579321"/>
                  </a:lnTo>
                  <a:lnTo>
                    <a:pt x="684308" y="5579321"/>
                  </a:lnTo>
                  <a:lnTo>
                    <a:pt x="684434" y="5579321"/>
                  </a:lnTo>
                  <a:lnTo>
                    <a:pt x="684560" y="5579321"/>
                  </a:lnTo>
                  <a:lnTo>
                    <a:pt x="684686" y="5579321"/>
                  </a:lnTo>
                  <a:lnTo>
                    <a:pt x="684813" y="5579321"/>
                  </a:lnTo>
                  <a:lnTo>
                    <a:pt x="684939" y="5579321"/>
                  </a:lnTo>
                  <a:lnTo>
                    <a:pt x="685065" y="5579321"/>
                  </a:lnTo>
                  <a:lnTo>
                    <a:pt x="685191" y="5579321"/>
                  </a:lnTo>
                  <a:lnTo>
                    <a:pt x="685318" y="5579321"/>
                  </a:lnTo>
                  <a:lnTo>
                    <a:pt x="685444" y="5579321"/>
                  </a:lnTo>
                  <a:lnTo>
                    <a:pt x="685570" y="5579321"/>
                  </a:lnTo>
                  <a:lnTo>
                    <a:pt x="685697" y="5579321"/>
                  </a:lnTo>
                  <a:lnTo>
                    <a:pt x="685823" y="5579321"/>
                  </a:lnTo>
                  <a:lnTo>
                    <a:pt x="685949" y="5579321"/>
                  </a:lnTo>
                  <a:lnTo>
                    <a:pt x="686075" y="5579321"/>
                  </a:lnTo>
                  <a:lnTo>
                    <a:pt x="686202" y="5579321"/>
                  </a:lnTo>
                  <a:lnTo>
                    <a:pt x="686328" y="5579321"/>
                  </a:lnTo>
                  <a:lnTo>
                    <a:pt x="686454" y="5579321"/>
                  </a:lnTo>
                  <a:lnTo>
                    <a:pt x="686580" y="5579321"/>
                  </a:lnTo>
                  <a:lnTo>
                    <a:pt x="686707" y="5579321"/>
                  </a:lnTo>
                  <a:lnTo>
                    <a:pt x="686833" y="5579321"/>
                  </a:lnTo>
                  <a:lnTo>
                    <a:pt x="686959" y="5579321"/>
                  </a:lnTo>
                  <a:lnTo>
                    <a:pt x="687085" y="5579321"/>
                  </a:lnTo>
                  <a:lnTo>
                    <a:pt x="687212" y="5579321"/>
                  </a:lnTo>
                  <a:lnTo>
                    <a:pt x="687338" y="5579321"/>
                  </a:lnTo>
                  <a:lnTo>
                    <a:pt x="687464" y="5579321"/>
                  </a:lnTo>
                  <a:lnTo>
                    <a:pt x="687590" y="5579321"/>
                  </a:lnTo>
                  <a:lnTo>
                    <a:pt x="687717" y="5579321"/>
                  </a:lnTo>
                  <a:lnTo>
                    <a:pt x="687843" y="5579321"/>
                  </a:lnTo>
                  <a:lnTo>
                    <a:pt x="687969" y="5579321"/>
                  </a:lnTo>
                  <a:lnTo>
                    <a:pt x="688095" y="5579321"/>
                  </a:lnTo>
                  <a:lnTo>
                    <a:pt x="688222" y="5579321"/>
                  </a:lnTo>
                  <a:lnTo>
                    <a:pt x="688348" y="5579321"/>
                  </a:lnTo>
                  <a:lnTo>
                    <a:pt x="688474" y="5579321"/>
                  </a:lnTo>
                  <a:lnTo>
                    <a:pt x="688600" y="5579321"/>
                  </a:lnTo>
                  <a:lnTo>
                    <a:pt x="688727" y="5579321"/>
                  </a:lnTo>
                  <a:lnTo>
                    <a:pt x="688853" y="5579321"/>
                  </a:lnTo>
                  <a:lnTo>
                    <a:pt x="688853" y="5574410"/>
                  </a:lnTo>
                  <a:lnTo>
                    <a:pt x="688979" y="5574410"/>
                  </a:lnTo>
                  <a:lnTo>
                    <a:pt x="689105" y="5574410"/>
                  </a:lnTo>
                  <a:lnTo>
                    <a:pt x="689232" y="5574410"/>
                  </a:lnTo>
                  <a:lnTo>
                    <a:pt x="689358" y="5574410"/>
                  </a:lnTo>
                  <a:lnTo>
                    <a:pt x="689484" y="5574410"/>
                  </a:lnTo>
                  <a:lnTo>
                    <a:pt x="689610" y="5574410"/>
                  </a:lnTo>
                  <a:lnTo>
                    <a:pt x="689737" y="5574410"/>
                  </a:lnTo>
                  <a:lnTo>
                    <a:pt x="689863" y="5574410"/>
                  </a:lnTo>
                  <a:lnTo>
                    <a:pt x="689989" y="5574410"/>
                  </a:lnTo>
                  <a:lnTo>
                    <a:pt x="690115" y="5574410"/>
                  </a:lnTo>
                  <a:lnTo>
                    <a:pt x="690242" y="5574410"/>
                  </a:lnTo>
                  <a:lnTo>
                    <a:pt x="690368" y="5574410"/>
                  </a:lnTo>
                  <a:lnTo>
                    <a:pt x="690494" y="5574410"/>
                  </a:lnTo>
                  <a:lnTo>
                    <a:pt x="690620" y="5574410"/>
                  </a:lnTo>
                  <a:lnTo>
                    <a:pt x="690747" y="5574410"/>
                  </a:lnTo>
                  <a:lnTo>
                    <a:pt x="690873" y="5574410"/>
                  </a:lnTo>
                  <a:lnTo>
                    <a:pt x="690999" y="5574410"/>
                  </a:lnTo>
                  <a:lnTo>
                    <a:pt x="691126" y="5574410"/>
                  </a:lnTo>
                  <a:lnTo>
                    <a:pt x="691252" y="5574410"/>
                  </a:lnTo>
                  <a:lnTo>
                    <a:pt x="691378" y="5574410"/>
                  </a:lnTo>
                  <a:lnTo>
                    <a:pt x="691504" y="5574410"/>
                  </a:lnTo>
                  <a:lnTo>
                    <a:pt x="691631" y="5574410"/>
                  </a:lnTo>
                  <a:lnTo>
                    <a:pt x="691757" y="5574410"/>
                  </a:lnTo>
                  <a:lnTo>
                    <a:pt x="691757" y="5569499"/>
                  </a:lnTo>
                  <a:lnTo>
                    <a:pt x="691883" y="5569499"/>
                  </a:lnTo>
                  <a:lnTo>
                    <a:pt x="692009" y="5569499"/>
                  </a:lnTo>
                  <a:lnTo>
                    <a:pt x="692136" y="5569499"/>
                  </a:lnTo>
                  <a:lnTo>
                    <a:pt x="692136" y="5564587"/>
                  </a:lnTo>
                  <a:lnTo>
                    <a:pt x="692262" y="5564587"/>
                  </a:lnTo>
                  <a:lnTo>
                    <a:pt x="692388" y="5564587"/>
                  </a:lnTo>
                  <a:lnTo>
                    <a:pt x="692514" y="5564587"/>
                  </a:lnTo>
                  <a:lnTo>
                    <a:pt x="692641" y="5564587"/>
                  </a:lnTo>
                  <a:lnTo>
                    <a:pt x="692767" y="5564587"/>
                  </a:lnTo>
                  <a:lnTo>
                    <a:pt x="692893" y="5564587"/>
                  </a:lnTo>
                  <a:lnTo>
                    <a:pt x="693019" y="5564587"/>
                  </a:lnTo>
                  <a:lnTo>
                    <a:pt x="693146" y="5564587"/>
                  </a:lnTo>
                  <a:lnTo>
                    <a:pt x="693272" y="5564587"/>
                  </a:lnTo>
                  <a:lnTo>
                    <a:pt x="693398" y="5564587"/>
                  </a:lnTo>
                  <a:lnTo>
                    <a:pt x="693524" y="5564587"/>
                  </a:lnTo>
                  <a:lnTo>
                    <a:pt x="693651" y="5564587"/>
                  </a:lnTo>
                  <a:lnTo>
                    <a:pt x="693777" y="5564587"/>
                  </a:lnTo>
                  <a:lnTo>
                    <a:pt x="693903" y="5564587"/>
                  </a:lnTo>
                  <a:lnTo>
                    <a:pt x="694029" y="5564587"/>
                  </a:lnTo>
                  <a:lnTo>
                    <a:pt x="694156" y="5564587"/>
                  </a:lnTo>
                  <a:lnTo>
                    <a:pt x="694282" y="5564587"/>
                  </a:lnTo>
                  <a:lnTo>
                    <a:pt x="694282" y="5559676"/>
                  </a:lnTo>
                  <a:lnTo>
                    <a:pt x="694282" y="5554765"/>
                  </a:lnTo>
                  <a:lnTo>
                    <a:pt x="694408" y="5554765"/>
                  </a:lnTo>
                  <a:lnTo>
                    <a:pt x="694534" y="5554765"/>
                  </a:lnTo>
                  <a:lnTo>
                    <a:pt x="694661" y="5554765"/>
                  </a:lnTo>
                  <a:lnTo>
                    <a:pt x="694787" y="5554765"/>
                  </a:lnTo>
                  <a:lnTo>
                    <a:pt x="694913" y="5554765"/>
                  </a:lnTo>
                  <a:lnTo>
                    <a:pt x="695039" y="5554765"/>
                  </a:lnTo>
                  <a:lnTo>
                    <a:pt x="695166" y="5554765"/>
                  </a:lnTo>
                  <a:lnTo>
                    <a:pt x="695292" y="5554765"/>
                  </a:lnTo>
                  <a:lnTo>
                    <a:pt x="695418" y="5554765"/>
                  </a:lnTo>
                  <a:lnTo>
                    <a:pt x="695544" y="5554765"/>
                  </a:lnTo>
                  <a:lnTo>
                    <a:pt x="695671" y="5554765"/>
                  </a:lnTo>
                  <a:lnTo>
                    <a:pt x="695797" y="5554765"/>
                  </a:lnTo>
                  <a:lnTo>
                    <a:pt x="695923" y="5554765"/>
                  </a:lnTo>
                  <a:lnTo>
                    <a:pt x="696050" y="5554765"/>
                  </a:lnTo>
                  <a:lnTo>
                    <a:pt x="696176" y="5554765"/>
                  </a:lnTo>
                  <a:lnTo>
                    <a:pt x="696302" y="5554765"/>
                  </a:lnTo>
                  <a:lnTo>
                    <a:pt x="696428" y="5554765"/>
                  </a:lnTo>
                  <a:lnTo>
                    <a:pt x="696555" y="5554765"/>
                  </a:lnTo>
                  <a:lnTo>
                    <a:pt x="696681" y="5554765"/>
                  </a:lnTo>
                  <a:lnTo>
                    <a:pt x="696807" y="5554765"/>
                  </a:lnTo>
                  <a:lnTo>
                    <a:pt x="696933" y="5554765"/>
                  </a:lnTo>
                  <a:lnTo>
                    <a:pt x="697060" y="5554765"/>
                  </a:lnTo>
                  <a:lnTo>
                    <a:pt x="697186" y="5554765"/>
                  </a:lnTo>
                  <a:lnTo>
                    <a:pt x="697312" y="5554765"/>
                  </a:lnTo>
                  <a:lnTo>
                    <a:pt x="697438" y="5554765"/>
                  </a:lnTo>
                  <a:lnTo>
                    <a:pt x="697565" y="5554765"/>
                  </a:lnTo>
                  <a:lnTo>
                    <a:pt x="697691" y="5554765"/>
                  </a:lnTo>
                  <a:lnTo>
                    <a:pt x="697817" y="5554765"/>
                  </a:lnTo>
                  <a:lnTo>
                    <a:pt x="697943" y="5554765"/>
                  </a:lnTo>
                  <a:lnTo>
                    <a:pt x="698070" y="5554765"/>
                  </a:lnTo>
                  <a:lnTo>
                    <a:pt x="698196" y="5554765"/>
                  </a:lnTo>
                  <a:lnTo>
                    <a:pt x="698322" y="5554765"/>
                  </a:lnTo>
                  <a:lnTo>
                    <a:pt x="698448" y="5554765"/>
                  </a:lnTo>
                  <a:lnTo>
                    <a:pt x="698575" y="5554765"/>
                  </a:lnTo>
                  <a:lnTo>
                    <a:pt x="698701" y="5554765"/>
                  </a:lnTo>
                  <a:lnTo>
                    <a:pt x="698827" y="5554765"/>
                  </a:lnTo>
                  <a:lnTo>
                    <a:pt x="698953" y="5554765"/>
                  </a:lnTo>
                  <a:lnTo>
                    <a:pt x="699080" y="5554765"/>
                  </a:lnTo>
                  <a:lnTo>
                    <a:pt x="699206" y="5554765"/>
                  </a:lnTo>
                  <a:lnTo>
                    <a:pt x="699332" y="5554765"/>
                  </a:lnTo>
                  <a:lnTo>
                    <a:pt x="699458" y="5554765"/>
                  </a:lnTo>
                  <a:lnTo>
                    <a:pt x="699585" y="5554765"/>
                  </a:lnTo>
                  <a:lnTo>
                    <a:pt x="699711" y="5554765"/>
                  </a:lnTo>
                  <a:lnTo>
                    <a:pt x="699837" y="5554765"/>
                  </a:lnTo>
                  <a:lnTo>
                    <a:pt x="699963" y="5554765"/>
                  </a:lnTo>
                  <a:lnTo>
                    <a:pt x="700090" y="5554765"/>
                  </a:lnTo>
                  <a:lnTo>
                    <a:pt x="700216" y="5554765"/>
                  </a:lnTo>
                  <a:lnTo>
                    <a:pt x="700342" y="5554765"/>
                  </a:lnTo>
                  <a:lnTo>
                    <a:pt x="700468" y="5554765"/>
                  </a:lnTo>
                  <a:lnTo>
                    <a:pt x="700595" y="5554765"/>
                  </a:lnTo>
                  <a:lnTo>
                    <a:pt x="700721" y="5554765"/>
                  </a:lnTo>
                  <a:lnTo>
                    <a:pt x="700847" y="5554765"/>
                  </a:lnTo>
                  <a:lnTo>
                    <a:pt x="700973" y="5554765"/>
                  </a:lnTo>
                  <a:lnTo>
                    <a:pt x="701100" y="5554765"/>
                  </a:lnTo>
                  <a:lnTo>
                    <a:pt x="701226" y="5554765"/>
                  </a:lnTo>
                  <a:lnTo>
                    <a:pt x="701352" y="5554765"/>
                  </a:lnTo>
                  <a:lnTo>
                    <a:pt x="701479" y="5554765"/>
                  </a:lnTo>
                  <a:lnTo>
                    <a:pt x="701605" y="5554765"/>
                  </a:lnTo>
                  <a:lnTo>
                    <a:pt x="701731" y="5554765"/>
                  </a:lnTo>
                  <a:lnTo>
                    <a:pt x="701857" y="5554765"/>
                  </a:lnTo>
                  <a:lnTo>
                    <a:pt x="701984" y="5554765"/>
                  </a:lnTo>
                  <a:lnTo>
                    <a:pt x="702110" y="5554765"/>
                  </a:lnTo>
                  <a:lnTo>
                    <a:pt x="702236" y="5554765"/>
                  </a:lnTo>
                  <a:lnTo>
                    <a:pt x="702362" y="5554765"/>
                  </a:lnTo>
                  <a:lnTo>
                    <a:pt x="702489" y="5554765"/>
                  </a:lnTo>
                  <a:lnTo>
                    <a:pt x="702615" y="5554765"/>
                  </a:lnTo>
                  <a:lnTo>
                    <a:pt x="702741" y="5554765"/>
                  </a:lnTo>
                  <a:lnTo>
                    <a:pt x="702867" y="5554765"/>
                  </a:lnTo>
                  <a:lnTo>
                    <a:pt x="702994" y="5554765"/>
                  </a:lnTo>
                  <a:lnTo>
                    <a:pt x="703120" y="5554765"/>
                  </a:lnTo>
                  <a:lnTo>
                    <a:pt x="703246" y="5554765"/>
                  </a:lnTo>
                  <a:lnTo>
                    <a:pt x="703372" y="5554765"/>
                  </a:lnTo>
                  <a:lnTo>
                    <a:pt x="703499" y="5554765"/>
                  </a:lnTo>
                  <a:lnTo>
                    <a:pt x="703625" y="5554765"/>
                  </a:lnTo>
                  <a:lnTo>
                    <a:pt x="703751" y="5554765"/>
                  </a:lnTo>
                  <a:lnTo>
                    <a:pt x="703877" y="5554765"/>
                  </a:lnTo>
                  <a:lnTo>
                    <a:pt x="704004" y="5554765"/>
                  </a:lnTo>
                  <a:lnTo>
                    <a:pt x="704130" y="5554765"/>
                  </a:lnTo>
                  <a:lnTo>
                    <a:pt x="704256" y="5554765"/>
                  </a:lnTo>
                  <a:lnTo>
                    <a:pt x="704382" y="5554765"/>
                  </a:lnTo>
                  <a:lnTo>
                    <a:pt x="704509" y="5554765"/>
                  </a:lnTo>
                  <a:lnTo>
                    <a:pt x="704635" y="5554765"/>
                  </a:lnTo>
                  <a:lnTo>
                    <a:pt x="704761" y="5554765"/>
                  </a:lnTo>
                  <a:lnTo>
                    <a:pt x="704887" y="5554765"/>
                  </a:lnTo>
                  <a:lnTo>
                    <a:pt x="705014" y="5554765"/>
                  </a:lnTo>
                  <a:lnTo>
                    <a:pt x="705140" y="5554765"/>
                  </a:lnTo>
                  <a:lnTo>
                    <a:pt x="705266" y="5554765"/>
                  </a:lnTo>
                  <a:lnTo>
                    <a:pt x="705266" y="5549853"/>
                  </a:lnTo>
                  <a:lnTo>
                    <a:pt x="705392" y="5549853"/>
                  </a:lnTo>
                  <a:lnTo>
                    <a:pt x="705519" y="5549853"/>
                  </a:lnTo>
                  <a:lnTo>
                    <a:pt x="705645" y="5549853"/>
                  </a:lnTo>
                  <a:lnTo>
                    <a:pt x="705771" y="5549853"/>
                  </a:lnTo>
                  <a:lnTo>
                    <a:pt x="705897" y="5549853"/>
                  </a:lnTo>
                  <a:lnTo>
                    <a:pt x="706024" y="5549853"/>
                  </a:lnTo>
                  <a:lnTo>
                    <a:pt x="706150" y="5549853"/>
                  </a:lnTo>
                  <a:lnTo>
                    <a:pt x="706276" y="5549853"/>
                  </a:lnTo>
                  <a:lnTo>
                    <a:pt x="706403" y="5549853"/>
                  </a:lnTo>
                  <a:lnTo>
                    <a:pt x="706529" y="5549853"/>
                  </a:lnTo>
                  <a:lnTo>
                    <a:pt x="706655" y="5549853"/>
                  </a:lnTo>
                  <a:lnTo>
                    <a:pt x="706781" y="5549853"/>
                  </a:lnTo>
                  <a:lnTo>
                    <a:pt x="706908" y="5549853"/>
                  </a:lnTo>
                  <a:lnTo>
                    <a:pt x="707034" y="5549853"/>
                  </a:lnTo>
                  <a:lnTo>
                    <a:pt x="707160" y="5549853"/>
                  </a:lnTo>
                  <a:lnTo>
                    <a:pt x="707286" y="5549853"/>
                  </a:lnTo>
                  <a:lnTo>
                    <a:pt x="707413" y="5549853"/>
                  </a:lnTo>
                  <a:lnTo>
                    <a:pt x="707539" y="5549853"/>
                  </a:lnTo>
                  <a:lnTo>
                    <a:pt x="707665" y="5549853"/>
                  </a:lnTo>
                  <a:lnTo>
                    <a:pt x="707791" y="5549853"/>
                  </a:lnTo>
                  <a:lnTo>
                    <a:pt x="707918" y="5549853"/>
                  </a:lnTo>
                  <a:lnTo>
                    <a:pt x="707918" y="5544942"/>
                  </a:lnTo>
                  <a:lnTo>
                    <a:pt x="708044" y="5544942"/>
                  </a:lnTo>
                  <a:lnTo>
                    <a:pt x="708170" y="5544942"/>
                  </a:lnTo>
                  <a:lnTo>
                    <a:pt x="708296" y="5544942"/>
                  </a:lnTo>
                  <a:lnTo>
                    <a:pt x="708423" y="5544942"/>
                  </a:lnTo>
                  <a:lnTo>
                    <a:pt x="708423" y="5540030"/>
                  </a:lnTo>
                  <a:lnTo>
                    <a:pt x="708549" y="5540030"/>
                  </a:lnTo>
                  <a:lnTo>
                    <a:pt x="708675" y="5540030"/>
                  </a:lnTo>
                  <a:lnTo>
                    <a:pt x="708801" y="5540030"/>
                  </a:lnTo>
                  <a:lnTo>
                    <a:pt x="708928" y="5540030"/>
                  </a:lnTo>
                  <a:lnTo>
                    <a:pt x="709054" y="5540030"/>
                  </a:lnTo>
                  <a:lnTo>
                    <a:pt x="709180" y="5540030"/>
                  </a:lnTo>
                  <a:lnTo>
                    <a:pt x="709306" y="5540030"/>
                  </a:lnTo>
                  <a:lnTo>
                    <a:pt x="709433" y="5540030"/>
                  </a:lnTo>
                  <a:lnTo>
                    <a:pt x="709559" y="5540030"/>
                  </a:lnTo>
                  <a:lnTo>
                    <a:pt x="709685" y="5540030"/>
                  </a:lnTo>
                  <a:lnTo>
                    <a:pt x="709811" y="5540030"/>
                  </a:lnTo>
                  <a:lnTo>
                    <a:pt x="709938" y="5540030"/>
                  </a:lnTo>
                  <a:lnTo>
                    <a:pt x="710064" y="5540030"/>
                  </a:lnTo>
                  <a:lnTo>
                    <a:pt x="710190" y="5540030"/>
                  </a:lnTo>
                  <a:lnTo>
                    <a:pt x="710316" y="5540030"/>
                  </a:lnTo>
                  <a:lnTo>
                    <a:pt x="710443" y="5540030"/>
                  </a:lnTo>
                  <a:lnTo>
                    <a:pt x="710569" y="5540030"/>
                  </a:lnTo>
                  <a:lnTo>
                    <a:pt x="710695" y="5540030"/>
                  </a:lnTo>
                  <a:lnTo>
                    <a:pt x="710821" y="5540030"/>
                  </a:lnTo>
                  <a:lnTo>
                    <a:pt x="710948" y="5540030"/>
                  </a:lnTo>
                  <a:lnTo>
                    <a:pt x="711074" y="5540030"/>
                  </a:lnTo>
                  <a:lnTo>
                    <a:pt x="711200" y="5540030"/>
                  </a:lnTo>
                  <a:lnTo>
                    <a:pt x="711326" y="5540030"/>
                  </a:lnTo>
                  <a:lnTo>
                    <a:pt x="711453" y="5540030"/>
                  </a:lnTo>
                  <a:lnTo>
                    <a:pt x="711579" y="5540030"/>
                  </a:lnTo>
                  <a:lnTo>
                    <a:pt x="711705" y="5540030"/>
                  </a:lnTo>
                  <a:lnTo>
                    <a:pt x="711832" y="5540030"/>
                  </a:lnTo>
                  <a:lnTo>
                    <a:pt x="711958" y="5540030"/>
                  </a:lnTo>
                  <a:lnTo>
                    <a:pt x="712084" y="5540030"/>
                  </a:lnTo>
                  <a:lnTo>
                    <a:pt x="712210" y="5540030"/>
                  </a:lnTo>
                  <a:lnTo>
                    <a:pt x="712337" y="5540030"/>
                  </a:lnTo>
                  <a:lnTo>
                    <a:pt x="712463" y="5540030"/>
                  </a:lnTo>
                  <a:lnTo>
                    <a:pt x="712589" y="5540030"/>
                  </a:lnTo>
                  <a:lnTo>
                    <a:pt x="712715" y="5540030"/>
                  </a:lnTo>
                  <a:lnTo>
                    <a:pt x="712842" y="5540030"/>
                  </a:lnTo>
                  <a:lnTo>
                    <a:pt x="712968" y="5540030"/>
                  </a:lnTo>
                  <a:lnTo>
                    <a:pt x="713094" y="5540030"/>
                  </a:lnTo>
                  <a:lnTo>
                    <a:pt x="713220" y="5540030"/>
                  </a:lnTo>
                  <a:lnTo>
                    <a:pt x="713347" y="5540030"/>
                  </a:lnTo>
                  <a:lnTo>
                    <a:pt x="713473" y="5540030"/>
                  </a:lnTo>
                  <a:lnTo>
                    <a:pt x="713599" y="5540030"/>
                  </a:lnTo>
                  <a:lnTo>
                    <a:pt x="713599" y="5535119"/>
                  </a:lnTo>
                  <a:lnTo>
                    <a:pt x="713725" y="5535119"/>
                  </a:lnTo>
                  <a:lnTo>
                    <a:pt x="713852" y="5535119"/>
                  </a:lnTo>
                  <a:lnTo>
                    <a:pt x="713978" y="5535119"/>
                  </a:lnTo>
                  <a:lnTo>
                    <a:pt x="714104" y="5535119"/>
                  </a:lnTo>
                  <a:lnTo>
                    <a:pt x="714230" y="5535119"/>
                  </a:lnTo>
                  <a:lnTo>
                    <a:pt x="714357" y="5535119"/>
                  </a:lnTo>
                  <a:lnTo>
                    <a:pt x="714483" y="5535119"/>
                  </a:lnTo>
                  <a:lnTo>
                    <a:pt x="714609" y="5535119"/>
                  </a:lnTo>
                  <a:lnTo>
                    <a:pt x="714735" y="5535119"/>
                  </a:lnTo>
                  <a:lnTo>
                    <a:pt x="714862" y="5535119"/>
                  </a:lnTo>
                  <a:lnTo>
                    <a:pt x="714988" y="5535119"/>
                  </a:lnTo>
                  <a:lnTo>
                    <a:pt x="715114" y="5535119"/>
                  </a:lnTo>
                  <a:lnTo>
                    <a:pt x="715240" y="5535119"/>
                  </a:lnTo>
                  <a:lnTo>
                    <a:pt x="715367" y="5535119"/>
                  </a:lnTo>
                  <a:lnTo>
                    <a:pt x="715493" y="5535119"/>
                  </a:lnTo>
                  <a:lnTo>
                    <a:pt x="715619" y="5535119"/>
                  </a:lnTo>
                  <a:lnTo>
                    <a:pt x="715745" y="5535119"/>
                  </a:lnTo>
                  <a:lnTo>
                    <a:pt x="715872" y="5535119"/>
                  </a:lnTo>
                  <a:lnTo>
                    <a:pt x="715998" y="5535119"/>
                  </a:lnTo>
                  <a:lnTo>
                    <a:pt x="716124" y="5535119"/>
                  </a:lnTo>
                  <a:lnTo>
                    <a:pt x="716250" y="5535119"/>
                  </a:lnTo>
                  <a:lnTo>
                    <a:pt x="716377" y="5535119"/>
                  </a:lnTo>
                  <a:lnTo>
                    <a:pt x="716503" y="5535119"/>
                  </a:lnTo>
                  <a:lnTo>
                    <a:pt x="716629" y="5535119"/>
                  </a:lnTo>
                  <a:lnTo>
                    <a:pt x="716756" y="5535119"/>
                  </a:lnTo>
                  <a:lnTo>
                    <a:pt x="716882" y="5535119"/>
                  </a:lnTo>
                  <a:lnTo>
                    <a:pt x="717008" y="5535119"/>
                  </a:lnTo>
                  <a:lnTo>
                    <a:pt x="717134" y="5535119"/>
                  </a:lnTo>
                  <a:lnTo>
                    <a:pt x="717261" y="5535119"/>
                  </a:lnTo>
                  <a:lnTo>
                    <a:pt x="717387" y="5535119"/>
                  </a:lnTo>
                  <a:lnTo>
                    <a:pt x="717513" y="5535119"/>
                  </a:lnTo>
                  <a:lnTo>
                    <a:pt x="717639" y="5535119"/>
                  </a:lnTo>
                  <a:lnTo>
                    <a:pt x="717766" y="5535119"/>
                  </a:lnTo>
                  <a:lnTo>
                    <a:pt x="717892" y="5535119"/>
                  </a:lnTo>
                  <a:lnTo>
                    <a:pt x="718018" y="5535119"/>
                  </a:lnTo>
                  <a:lnTo>
                    <a:pt x="718144" y="5535119"/>
                  </a:lnTo>
                  <a:lnTo>
                    <a:pt x="718271" y="5535119"/>
                  </a:lnTo>
                  <a:lnTo>
                    <a:pt x="718397" y="5535119"/>
                  </a:lnTo>
                  <a:lnTo>
                    <a:pt x="718523" y="5535119"/>
                  </a:lnTo>
                  <a:lnTo>
                    <a:pt x="718649" y="5535119"/>
                  </a:lnTo>
                  <a:lnTo>
                    <a:pt x="718776" y="5535119"/>
                  </a:lnTo>
                  <a:lnTo>
                    <a:pt x="718902" y="5535119"/>
                  </a:lnTo>
                  <a:lnTo>
                    <a:pt x="719028" y="5535119"/>
                  </a:lnTo>
                  <a:lnTo>
                    <a:pt x="719154" y="5535119"/>
                  </a:lnTo>
                  <a:lnTo>
                    <a:pt x="719281" y="5535119"/>
                  </a:lnTo>
                  <a:lnTo>
                    <a:pt x="719407" y="5535119"/>
                  </a:lnTo>
                  <a:lnTo>
                    <a:pt x="719533" y="5535119"/>
                  </a:lnTo>
                  <a:lnTo>
                    <a:pt x="719533" y="5530208"/>
                  </a:lnTo>
                  <a:lnTo>
                    <a:pt x="719659" y="5530208"/>
                  </a:lnTo>
                  <a:lnTo>
                    <a:pt x="719786" y="5530208"/>
                  </a:lnTo>
                  <a:lnTo>
                    <a:pt x="719912" y="5530208"/>
                  </a:lnTo>
                  <a:lnTo>
                    <a:pt x="720038" y="5530208"/>
                  </a:lnTo>
                  <a:lnTo>
                    <a:pt x="720164" y="5530208"/>
                  </a:lnTo>
                  <a:lnTo>
                    <a:pt x="720291" y="5530208"/>
                  </a:lnTo>
                  <a:lnTo>
                    <a:pt x="720417" y="5530208"/>
                  </a:lnTo>
                  <a:lnTo>
                    <a:pt x="720543" y="5530208"/>
                  </a:lnTo>
                  <a:lnTo>
                    <a:pt x="720669" y="5530208"/>
                  </a:lnTo>
                  <a:lnTo>
                    <a:pt x="720796" y="5530208"/>
                  </a:lnTo>
                  <a:lnTo>
                    <a:pt x="720922" y="5530208"/>
                  </a:lnTo>
                  <a:lnTo>
                    <a:pt x="721048" y="5530208"/>
                  </a:lnTo>
                  <a:lnTo>
                    <a:pt x="721174" y="5530208"/>
                  </a:lnTo>
                  <a:lnTo>
                    <a:pt x="721301" y="5530208"/>
                  </a:lnTo>
                  <a:lnTo>
                    <a:pt x="721427" y="5530208"/>
                  </a:lnTo>
                  <a:lnTo>
                    <a:pt x="721553" y="5530208"/>
                  </a:lnTo>
                  <a:lnTo>
                    <a:pt x="721680" y="5530208"/>
                  </a:lnTo>
                  <a:lnTo>
                    <a:pt x="721806" y="5530208"/>
                  </a:lnTo>
                  <a:lnTo>
                    <a:pt x="721932" y="5530208"/>
                  </a:lnTo>
                  <a:lnTo>
                    <a:pt x="722058" y="5530208"/>
                  </a:lnTo>
                  <a:lnTo>
                    <a:pt x="722185" y="5530208"/>
                  </a:lnTo>
                  <a:lnTo>
                    <a:pt x="722311" y="5530208"/>
                  </a:lnTo>
                  <a:lnTo>
                    <a:pt x="722437" y="5530208"/>
                  </a:lnTo>
                  <a:lnTo>
                    <a:pt x="722563" y="5530208"/>
                  </a:lnTo>
                  <a:lnTo>
                    <a:pt x="722690" y="5530208"/>
                  </a:lnTo>
                  <a:lnTo>
                    <a:pt x="722816" y="5530208"/>
                  </a:lnTo>
                  <a:lnTo>
                    <a:pt x="722942" y="5530208"/>
                  </a:lnTo>
                  <a:lnTo>
                    <a:pt x="723068" y="5530208"/>
                  </a:lnTo>
                  <a:lnTo>
                    <a:pt x="723195" y="5530208"/>
                  </a:lnTo>
                  <a:lnTo>
                    <a:pt x="723195" y="5525296"/>
                  </a:lnTo>
                  <a:lnTo>
                    <a:pt x="723321" y="5525296"/>
                  </a:lnTo>
                  <a:lnTo>
                    <a:pt x="723447" y="5525296"/>
                  </a:lnTo>
                  <a:lnTo>
                    <a:pt x="723573" y="5525296"/>
                  </a:lnTo>
                  <a:lnTo>
                    <a:pt x="723700" y="5525296"/>
                  </a:lnTo>
                  <a:lnTo>
                    <a:pt x="723700" y="5520385"/>
                  </a:lnTo>
                  <a:lnTo>
                    <a:pt x="723826" y="5520385"/>
                  </a:lnTo>
                  <a:lnTo>
                    <a:pt x="723952" y="5520385"/>
                  </a:lnTo>
                  <a:lnTo>
                    <a:pt x="724078" y="5520385"/>
                  </a:lnTo>
                  <a:lnTo>
                    <a:pt x="724205" y="5520385"/>
                  </a:lnTo>
                  <a:lnTo>
                    <a:pt x="724331" y="5520385"/>
                  </a:lnTo>
                  <a:lnTo>
                    <a:pt x="724457" y="5520385"/>
                  </a:lnTo>
                  <a:lnTo>
                    <a:pt x="724583" y="5520385"/>
                  </a:lnTo>
                  <a:lnTo>
                    <a:pt x="724710" y="5520385"/>
                  </a:lnTo>
                  <a:lnTo>
                    <a:pt x="724836" y="5520385"/>
                  </a:lnTo>
                  <a:lnTo>
                    <a:pt x="724962" y="5520385"/>
                  </a:lnTo>
                  <a:lnTo>
                    <a:pt x="725088" y="5520385"/>
                  </a:lnTo>
                  <a:lnTo>
                    <a:pt x="725215" y="5520385"/>
                  </a:lnTo>
                  <a:lnTo>
                    <a:pt x="725341" y="5520385"/>
                  </a:lnTo>
                  <a:lnTo>
                    <a:pt x="725467" y="5520385"/>
                  </a:lnTo>
                  <a:lnTo>
                    <a:pt x="725593" y="5520385"/>
                  </a:lnTo>
                  <a:lnTo>
                    <a:pt x="725720" y="5520385"/>
                  </a:lnTo>
                  <a:lnTo>
                    <a:pt x="725846" y="5520385"/>
                  </a:lnTo>
                  <a:lnTo>
                    <a:pt x="725972" y="5520385"/>
                  </a:lnTo>
                  <a:lnTo>
                    <a:pt x="726098" y="5520385"/>
                  </a:lnTo>
                  <a:lnTo>
                    <a:pt x="726225" y="5520385"/>
                  </a:lnTo>
                  <a:lnTo>
                    <a:pt x="726351" y="5520385"/>
                  </a:lnTo>
                  <a:lnTo>
                    <a:pt x="726477" y="5520385"/>
                  </a:lnTo>
                  <a:lnTo>
                    <a:pt x="726603" y="5520385"/>
                  </a:lnTo>
                  <a:lnTo>
                    <a:pt x="726730" y="5520385"/>
                  </a:lnTo>
                  <a:lnTo>
                    <a:pt x="726856" y="5520385"/>
                  </a:lnTo>
                  <a:lnTo>
                    <a:pt x="726982" y="5520385"/>
                  </a:lnTo>
                  <a:lnTo>
                    <a:pt x="727109" y="5520385"/>
                  </a:lnTo>
                  <a:lnTo>
                    <a:pt x="727235" y="5520385"/>
                  </a:lnTo>
                  <a:lnTo>
                    <a:pt x="727361" y="5520385"/>
                  </a:lnTo>
                  <a:lnTo>
                    <a:pt x="727487" y="5520385"/>
                  </a:lnTo>
                  <a:lnTo>
                    <a:pt x="727614" y="5520385"/>
                  </a:lnTo>
                  <a:lnTo>
                    <a:pt x="727740" y="5520385"/>
                  </a:lnTo>
                  <a:lnTo>
                    <a:pt x="727866" y="5520385"/>
                  </a:lnTo>
                  <a:lnTo>
                    <a:pt x="727992" y="5520385"/>
                  </a:lnTo>
                  <a:lnTo>
                    <a:pt x="728119" y="5520385"/>
                  </a:lnTo>
                  <a:lnTo>
                    <a:pt x="728245" y="5520385"/>
                  </a:lnTo>
                  <a:lnTo>
                    <a:pt x="728371" y="5520385"/>
                  </a:lnTo>
                  <a:lnTo>
                    <a:pt x="728497" y="5520385"/>
                  </a:lnTo>
                  <a:lnTo>
                    <a:pt x="728624" y="5520385"/>
                  </a:lnTo>
                  <a:lnTo>
                    <a:pt x="728750" y="5520385"/>
                  </a:lnTo>
                  <a:lnTo>
                    <a:pt x="728876" y="5520385"/>
                  </a:lnTo>
                  <a:lnTo>
                    <a:pt x="729002" y="5520385"/>
                  </a:lnTo>
                  <a:lnTo>
                    <a:pt x="729129" y="5520385"/>
                  </a:lnTo>
                  <a:lnTo>
                    <a:pt x="729255" y="5520385"/>
                  </a:lnTo>
                  <a:lnTo>
                    <a:pt x="729255" y="5515474"/>
                  </a:lnTo>
                  <a:lnTo>
                    <a:pt x="729381" y="5515474"/>
                  </a:lnTo>
                  <a:lnTo>
                    <a:pt x="729507" y="5515474"/>
                  </a:lnTo>
                  <a:lnTo>
                    <a:pt x="729634" y="5515474"/>
                  </a:lnTo>
                  <a:lnTo>
                    <a:pt x="729760" y="5515474"/>
                  </a:lnTo>
                  <a:lnTo>
                    <a:pt x="729886" y="5515474"/>
                  </a:lnTo>
                  <a:lnTo>
                    <a:pt x="730012" y="5515474"/>
                  </a:lnTo>
                  <a:lnTo>
                    <a:pt x="730139" y="5515474"/>
                  </a:lnTo>
                  <a:lnTo>
                    <a:pt x="730265" y="5515474"/>
                  </a:lnTo>
                  <a:lnTo>
                    <a:pt x="730391" y="5515474"/>
                  </a:lnTo>
                  <a:lnTo>
                    <a:pt x="730517" y="5515474"/>
                  </a:lnTo>
                  <a:lnTo>
                    <a:pt x="730644" y="5515474"/>
                  </a:lnTo>
                  <a:lnTo>
                    <a:pt x="730770" y="5515474"/>
                  </a:lnTo>
                  <a:lnTo>
                    <a:pt x="730896" y="5515474"/>
                  </a:lnTo>
                  <a:lnTo>
                    <a:pt x="731022" y="5515474"/>
                  </a:lnTo>
                  <a:lnTo>
                    <a:pt x="731149" y="5515474"/>
                  </a:lnTo>
                  <a:lnTo>
                    <a:pt x="731275" y="5515474"/>
                  </a:lnTo>
                  <a:lnTo>
                    <a:pt x="731401" y="5515474"/>
                  </a:lnTo>
                  <a:lnTo>
                    <a:pt x="731527" y="5515474"/>
                  </a:lnTo>
                  <a:lnTo>
                    <a:pt x="731654" y="5515474"/>
                  </a:lnTo>
                  <a:lnTo>
                    <a:pt x="731780" y="5515474"/>
                  </a:lnTo>
                  <a:lnTo>
                    <a:pt x="731906" y="5515474"/>
                  </a:lnTo>
                  <a:lnTo>
                    <a:pt x="732033" y="5515474"/>
                  </a:lnTo>
                  <a:lnTo>
                    <a:pt x="732159" y="5515474"/>
                  </a:lnTo>
                  <a:lnTo>
                    <a:pt x="732285" y="5515474"/>
                  </a:lnTo>
                  <a:lnTo>
                    <a:pt x="732411" y="5515474"/>
                  </a:lnTo>
                  <a:lnTo>
                    <a:pt x="732538" y="5515474"/>
                  </a:lnTo>
                  <a:lnTo>
                    <a:pt x="732664" y="5515474"/>
                  </a:lnTo>
                  <a:lnTo>
                    <a:pt x="732790" y="5515474"/>
                  </a:lnTo>
                  <a:lnTo>
                    <a:pt x="732916" y="5515474"/>
                  </a:lnTo>
                  <a:lnTo>
                    <a:pt x="733043" y="5515474"/>
                  </a:lnTo>
                  <a:lnTo>
                    <a:pt x="733169" y="5515474"/>
                  </a:lnTo>
                  <a:lnTo>
                    <a:pt x="733295" y="5515474"/>
                  </a:lnTo>
                  <a:lnTo>
                    <a:pt x="733421" y="5515474"/>
                  </a:lnTo>
                  <a:lnTo>
                    <a:pt x="733548" y="5515474"/>
                  </a:lnTo>
                  <a:lnTo>
                    <a:pt x="733674" y="5515474"/>
                  </a:lnTo>
                  <a:lnTo>
                    <a:pt x="733800" y="5515474"/>
                  </a:lnTo>
                  <a:lnTo>
                    <a:pt x="733926" y="5515474"/>
                  </a:lnTo>
                  <a:lnTo>
                    <a:pt x="734053" y="5515474"/>
                  </a:lnTo>
                  <a:lnTo>
                    <a:pt x="734179" y="5515474"/>
                  </a:lnTo>
                  <a:lnTo>
                    <a:pt x="734305" y="5515474"/>
                  </a:lnTo>
                  <a:lnTo>
                    <a:pt x="734431" y="5515474"/>
                  </a:lnTo>
                  <a:lnTo>
                    <a:pt x="734558" y="5515474"/>
                  </a:lnTo>
                  <a:lnTo>
                    <a:pt x="734684" y="5515474"/>
                  </a:lnTo>
                  <a:lnTo>
                    <a:pt x="734810" y="5515474"/>
                  </a:lnTo>
                  <a:lnTo>
                    <a:pt x="734936" y="5515474"/>
                  </a:lnTo>
                  <a:lnTo>
                    <a:pt x="735063" y="5515474"/>
                  </a:lnTo>
                  <a:lnTo>
                    <a:pt x="735189" y="5515474"/>
                  </a:lnTo>
                  <a:lnTo>
                    <a:pt x="735315" y="5515474"/>
                  </a:lnTo>
                  <a:lnTo>
                    <a:pt x="735441" y="5515474"/>
                  </a:lnTo>
                  <a:lnTo>
                    <a:pt x="735568" y="5515474"/>
                  </a:lnTo>
                  <a:lnTo>
                    <a:pt x="735694" y="5515474"/>
                  </a:lnTo>
                  <a:lnTo>
                    <a:pt x="735820" y="5515474"/>
                  </a:lnTo>
                  <a:lnTo>
                    <a:pt x="735946" y="5515474"/>
                  </a:lnTo>
                  <a:lnTo>
                    <a:pt x="736073" y="5515474"/>
                  </a:lnTo>
                  <a:lnTo>
                    <a:pt x="736199" y="5515474"/>
                  </a:lnTo>
                  <a:lnTo>
                    <a:pt x="736325" y="5515474"/>
                  </a:lnTo>
                  <a:lnTo>
                    <a:pt x="736451" y="5515474"/>
                  </a:lnTo>
                  <a:lnTo>
                    <a:pt x="736578" y="5515474"/>
                  </a:lnTo>
                  <a:lnTo>
                    <a:pt x="736704" y="5515474"/>
                  </a:lnTo>
                  <a:lnTo>
                    <a:pt x="736830" y="5515474"/>
                  </a:lnTo>
                  <a:lnTo>
                    <a:pt x="736956" y="5515474"/>
                  </a:lnTo>
                  <a:lnTo>
                    <a:pt x="737083" y="5515474"/>
                  </a:lnTo>
                  <a:lnTo>
                    <a:pt x="737209" y="5515474"/>
                  </a:lnTo>
                  <a:lnTo>
                    <a:pt x="737335" y="5515474"/>
                  </a:lnTo>
                  <a:lnTo>
                    <a:pt x="737462" y="5515474"/>
                  </a:lnTo>
                  <a:lnTo>
                    <a:pt x="737588" y="5515474"/>
                  </a:lnTo>
                  <a:lnTo>
                    <a:pt x="737714" y="5515474"/>
                  </a:lnTo>
                  <a:lnTo>
                    <a:pt x="737840" y="5515474"/>
                  </a:lnTo>
                  <a:lnTo>
                    <a:pt x="737967" y="5515474"/>
                  </a:lnTo>
                  <a:lnTo>
                    <a:pt x="738093" y="5515474"/>
                  </a:lnTo>
                  <a:lnTo>
                    <a:pt x="738219" y="5515474"/>
                  </a:lnTo>
                  <a:lnTo>
                    <a:pt x="738345" y="5515474"/>
                  </a:lnTo>
                  <a:lnTo>
                    <a:pt x="738472" y="5515474"/>
                  </a:lnTo>
                  <a:lnTo>
                    <a:pt x="738598" y="5515474"/>
                  </a:lnTo>
                  <a:lnTo>
                    <a:pt x="738724" y="5515474"/>
                  </a:lnTo>
                  <a:lnTo>
                    <a:pt x="738850" y="5515474"/>
                  </a:lnTo>
                  <a:lnTo>
                    <a:pt x="738977" y="5515474"/>
                  </a:lnTo>
                  <a:lnTo>
                    <a:pt x="739103" y="5515474"/>
                  </a:lnTo>
                  <a:lnTo>
                    <a:pt x="739229" y="5515474"/>
                  </a:lnTo>
                  <a:lnTo>
                    <a:pt x="739355" y="5515474"/>
                  </a:lnTo>
                  <a:lnTo>
                    <a:pt x="739482" y="5515474"/>
                  </a:lnTo>
                  <a:lnTo>
                    <a:pt x="739608" y="5515474"/>
                  </a:lnTo>
                  <a:lnTo>
                    <a:pt x="739734" y="5515474"/>
                  </a:lnTo>
                  <a:lnTo>
                    <a:pt x="739860" y="5515474"/>
                  </a:lnTo>
                  <a:lnTo>
                    <a:pt x="739987" y="5515474"/>
                  </a:lnTo>
                  <a:lnTo>
                    <a:pt x="740113" y="5515474"/>
                  </a:lnTo>
                  <a:lnTo>
                    <a:pt x="740239" y="5515474"/>
                  </a:lnTo>
                  <a:lnTo>
                    <a:pt x="740365" y="5515474"/>
                  </a:lnTo>
                  <a:lnTo>
                    <a:pt x="740492" y="5515474"/>
                  </a:lnTo>
                  <a:lnTo>
                    <a:pt x="740618" y="5515474"/>
                  </a:lnTo>
                  <a:lnTo>
                    <a:pt x="740744" y="5515474"/>
                  </a:lnTo>
                  <a:lnTo>
                    <a:pt x="740870" y="5515474"/>
                  </a:lnTo>
                  <a:lnTo>
                    <a:pt x="740997" y="5515474"/>
                  </a:lnTo>
                  <a:lnTo>
                    <a:pt x="741123" y="5515474"/>
                  </a:lnTo>
                  <a:lnTo>
                    <a:pt x="741249" y="5515474"/>
                  </a:lnTo>
                  <a:lnTo>
                    <a:pt x="741375" y="5515474"/>
                  </a:lnTo>
                  <a:lnTo>
                    <a:pt x="741502" y="5515474"/>
                  </a:lnTo>
                  <a:lnTo>
                    <a:pt x="741628" y="5515474"/>
                  </a:lnTo>
                  <a:lnTo>
                    <a:pt x="741628" y="5510562"/>
                  </a:lnTo>
                  <a:lnTo>
                    <a:pt x="741754" y="5510562"/>
                  </a:lnTo>
                  <a:lnTo>
                    <a:pt x="741880" y="5510562"/>
                  </a:lnTo>
                  <a:lnTo>
                    <a:pt x="742007" y="5510562"/>
                  </a:lnTo>
                  <a:lnTo>
                    <a:pt x="742133" y="5510562"/>
                  </a:lnTo>
                  <a:lnTo>
                    <a:pt x="742259" y="5510562"/>
                  </a:lnTo>
                  <a:lnTo>
                    <a:pt x="742386" y="5510562"/>
                  </a:lnTo>
                  <a:lnTo>
                    <a:pt x="742512" y="5510562"/>
                  </a:lnTo>
                  <a:lnTo>
                    <a:pt x="742638" y="5510562"/>
                  </a:lnTo>
                  <a:lnTo>
                    <a:pt x="742764" y="5510562"/>
                  </a:lnTo>
                  <a:lnTo>
                    <a:pt x="742891" y="5510562"/>
                  </a:lnTo>
                  <a:lnTo>
                    <a:pt x="743017" y="5510562"/>
                  </a:lnTo>
                  <a:lnTo>
                    <a:pt x="743143" y="5510562"/>
                  </a:lnTo>
                  <a:lnTo>
                    <a:pt x="743269" y="5510562"/>
                  </a:lnTo>
                  <a:lnTo>
                    <a:pt x="743396" y="5510562"/>
                  </a:lnTo>
                  <a:lnTo>
                    <a:pt x="743522" y="5510562"/>
                  </a:lnTo>
                  <a:lnTo>
                    <a:pt x="743648" y="5510562"/>
                  </a:lnTo>
                  <a:lnTo>
                    <a:pt x="743774" y="5510562"/>
                  </a:lnTo>
                  <a:lnTo>
                    <a:pt x="743901" y="5510562"/>
                  </a:lnTo>
                  <a:lnTo>
                    <a:pt x="743901" y="5505651"/>
                  </a:lnTo>
                  <a:lnTo>
                    <a:pt x="744027" y="5505651"/>
                  </a:lnTo>
                  <a:lnTo>
                    <a:pt x="744153" y="5505651"/>
                  </a:lnTo>
                  <a:lnTo>
                    <a:pt x="744279" y="5505651"/>
                  </a:lnTo>
                  <a:lnTo>
                    <a:pt x="744406" y="5505651"/>
                  </a:lnTo>
                  <a:lnTo>
                    <a:pt x="744532" y="5505651"/>
                  </a:lnTo>
                  <a:lnTo>
                    <a:pt x="744658" y="5505651"/>
                  </a:lnTo>
                  <a:lnTo>
                    <a:pt x="744784" y="5505651"/>
                  </a:lnTo>
                  <a:lnTo>
                    <a:pt x="744911" y="5505651"/>
                  </a:lnTo>
                  <a:lnTo>
                    <a:pt x="745037" y="5505651"/>
                  </a:lnTo>
                  <a:lnTo>
                    <a:pt x="745163" y="5505651"/>
                  </a:lnTo>
                  <a:lnTo>
                    <a:pt x="745289" y="5505651"/>
                  </a:lnTo>
                  <a:lnTo>
                    <a:pt x="745416" y="5505651"/>
                  </a:lnTo>
                  <a:lnTo>
                    <a:pt x="745542" y="5505651"/>
                  </a:lnTo>
                  <a:lnTo>
                    <a:pt x="745668" y="5505651"/>
                  </a:lnTo>
                  <a:lnTo>
                    <a:pt x="745794" y="5505651"/>
                  </a:lnTo>
                  <a:lnTo>
                    <a:pt x="745921" y="5505651"/>
                  </a:lnTo>
                  <a:lnTo>
                    <a:pt x="746047" y="5505651"/>
                  </a:lnTo>
                  <a:lnTo>
                    <a:pt x="746173" y="5505651"/>
                  </a:lnTo>
                  <a:lnTo>
                    <a:pt x="746299" y="5505651"/>
                  </a:lnTo>
                  <a:lnTo>
                    <a:pt x="746426" y="5505651"/>
                  </a:lnTo>
                  <a:lnTo>
                    <a:pt x="746552" y="5505651"/>
                  </a:lnTo>
                  <a:lnTo>
                    <a:pt x="746678" y="5505651"/>
                  </a:lnTo>
                  <a:lnTo>
                    <a:pt x="746804" y="5505651"/>
                  </a:lnTo>
                  <a:lnTo>
                    <a:pt x="746931" y="5505651"/>
                  </a:lnTo>
                  <a:lnTo>
                    <a:pt x="747057" y="5505651"/>
                  </a:lnTo>
                  <a:lnTo>
                    <a:pt x="747183" y="5505651"/>
                  </a:lnTo>
                  <a:lnTo>
                    <a:pt x="747309" y="5505651"/>
                  </a:lnTo>
                  <a:lnTo>
                    <a:pt x="747436" y="5505651"/>
                  </a:lnTo>
                  <a:lnTo>
                    <a:pt x="747562" y="5505651"/>
                  </a:lnTo>
                  <a:lnTo>
                    <a:pt x="747688" y="5505651"/>
                  </a:lnTo>
                  <a:lnTo>
                    <a:pt x="747815" y="5505651"/>
                  </a:lnTo>
                  <a:lnTo>
                    <a:pt x="747941" y="5505651"/>
                  </a:lnTo>
                  <a:lnTo>
                    <a:pt x="748067" y="5505651"/>
                  </a:lnTo>
                  <a:lnTo>
                    <a:pt x="748193" y="5505651"/>
                  </a:lnTo>
                  <a:lnTo>
                    <a:pt x="748320" y="5505651"/>
                  </a:lnTo>
                  <a:lnTo>
                    <a:pt x="748446" y="5505651"/>
                  </a:lnTo>
                  <a:lnTo>
                    <a:pt x="748572" y="5505651"/>
                  </a:lnTo>
                  <a:lnTo>
                    <a:pt x="748698" y="5505651"/>
                  </a:lnTo>
                  <a:lnTo>
                    <a:pt x="748825" y="5505651"/>
                  </a:lnTo>
                  <a:lnTo>
                    <a:pt x="748951" y="5505651"/>
                  </a:lnTo>
                  <a:lnTo>
                    <a:pt x="749077" y="5505651"/>
                  </a:lnTo>
                  <a:lnTo>
                    <a:pt x="749203" y="5505651"/>
                  </a:lnTo>
                  <a:lnTo>
                    <a:pt x="749330" y="5505651"/>
                  </a:lnTo>
                  <a:lnTo>
                    <a:pt x="749456" y="5505651"/>
                  </a:lnTo>
                  <a:lnTo>
                    <a:pt x="749582" y="5505651"/>
                  </a:lnTo>
                  <a:lnTo>
                    <a:pt x="749708" y="5505651"/>
                  </a:lnTo>
                  <a:lnTo>
                    <a:pt x="749835" y="5505651"/>
                  </a:lnTo>
                  <a:lnTo>
                    <a:pt x="749961" y="5505651"/>
                  </a:lnTo>
                  <a:lnTo>
                    <a:pt x="750087" y="5505651"/>
                  </a:lnTo>
                  <a:lnTo>
                    <a:pt x="750213" y="5505651"/>
                  </a:lnTo>
                  <a:lnTo>
                    <a:pt x="750340" y="5505651"/>
                  </a:lnTo>
                  <a:lnTo>
                    <a:pt x="750466" y="5505651"/>
                  </a:lnTo>
                  <a:lnTo>
                    <a:pt x="750592" y="5505651"/>
                  </a:lnTo>
                  <a:lnTo>
                    <a:pt x="750718" y="5505651"/>
                  </a:lnTo>
                  <a:lnTo>
                    <a:pt x="750845" y="5505651"/>
                  </a:lnTo>
                  <a:lnTo>
                    <a:pt x="750971" y="5505651"/>
                  </a:lnTo>
                  <a:lnTo>
                    <a:pt x="751097" y="5505651"/>
                  </a:lnTo>
                  <a:lnTo>
                    <a:pt x="751223" y="5505651"/>
                  </a:lnTo>
                  <a:lnTo>
                    <a:pt x="751350" y="5505651"/>
                  </a:lnTo>
                  <a:lnTo>
                    <a:pt x="751476" y="5505651"/>
                  </a:lnTo>
                  <a:lnTo>
                    <a:pt x="751602" y="5505651"/>
                  </a:lnTo>
                  <a:lnTo>
                    <a:pt x="751728" y="5505651"/>
                  </a:lnTo>
                  <a:lnTo>
                    <a:pt x="751855" y="5505651"/>
                  </a:lnTo>
                  <a:lnTo>
                    <a:pt x="751981" y="5505651"/>
                  </a:lnTo>
                  <a:lnTo>
                    <a:pt x="752107" y="5505651"/>
                  </a:lnTo>
                  <a:lnTo>
                    <a:pt x="752233" y="5505651"/>
                  </a:lnTo>
                  <a:lnTo>
                    <a:pt x="752360" y="5505651"/>
                  </a:lnTo>
                  <a:lnTo>
                    <a:pt x="752486" y="5505651"/>
                  </a:lnTo>
                  <a:lnTo>
                    <a:pt x="752612" y="5505651"/>
                  </a:lnTo>
                  <a:lnTo>
                    <a:pt x="752739" y="5505651"/>
                  </a:lnTo>
                  <a:lnTo>
                    <a:pt x="752865" y="5505651"/>
                  </a:lnTo>
                  <a:lnTo>
                    <a:pt x="752991" y="5505651"/>
                  </a:lnTo>
                  <a:lnTo>
                    <a:pt x="753117" y="5505651"/>
                  </a:lnTo>
                  <a:lnTo>
                    <a:pt x="753244" y="5505651"/>
                  </a:lnTo>
                  <a:lnTo>
                    <a:pt x="753244" y="5500739"/>
                  </a:lnTo>
                  <a:lnTo>
                    <a:pt x="753370" y="5500739"/>
                  </a:lnTo>
                  <a:lnTo>
                    <a:pt x="753496" y="5500739"/>
                  </a:lnTo>
                  <a:lnTo>
                    <a:pt x="753622" y="5500739"/>
                  </a:lnTo>
                  <a:lnTo>
                    <a:pt x="753749" y="5500739"/>
                  </a:lnTo>
                  <a:lnTo>
                    <a:pt x="753875" y="5500739"/>
                  </a:lnTo>
                  <a:lnTo>
                    <a:pt x="754001" y="5500739"/>
                  </a:lnTo>
                  <a:lnTo>
                    <a:pt x="754127" y="5500739"/>
                  </a:lnTo>
                  <a:lnTo>
                    <a:pt x="754254" y="5500739"/>
                  </a:lnTo>
                  <a:lnTo>
                    <a:pt x="754380" y="5500739"/>
                  </a:lnTo>
                  <a:lnTo>
                    <a:pt x="754506" y="5500739"/>
                  </a:lnTo>
                  <a:lnTo>
                    <a:pt x="754632" y="5500739"/>
                  </a:lnTo>
                  <a:lnTo>
                    <a:pt x="754759" y="5500739"/>
                  </a:lnTo>
                  <a:lnTo>
                    <a:pt x="754885" y="5500739"/>
                  </a:lnTo>
                  <a:lnTo>
                    <a:pt x="755011" y="5500739"/>
                  </a:lnTo>
                  <a:lnTo>
                    <a:pt x="755137" y="5500739"/>
                  </a:lnTo>
                  <a:lnTo>
                    <a:pt x="755264" y="5500739"/>
                  </a:lnTo>
                  <a:lnTo>
                    <a:pt x="755390" y="5500739"/>
                  </a:lnTo>
                  <a:lnTo>
                    <a:pt x="755516" y="5500739"/>
                  </a:lnTo>
                  <a:lnTo>
                    <a:pt x="755642" y="5500739"/>
                  </a:lnTo>
                  <a:lnTo>
                    <a:pt x="755769" y="5500739"/>
                  </a:lnTo>
                  <a:lnTo>
                    <a:pt x="755895" y="5500739"/>
                  </a:lnTo>
                  <a:lnTo>
                    <a:pt x="756021" y="5500739"/>
                  </a:lnTo>
                  <a:lnTo>
                    <a:pt x="756147" y="5500739"/>
                  </a:lnTo>
                  <a:lnTo>
                    <a:pt x="756274" y="5500739"/>
                  </a:lnTo>
                  <a:lnTo>
                    <a:pt x="756400" y="5500739"/>
                  </a:lnTo>
                  <a:lnTo>
                    <a:pt x="756526" y="5500739"/>
                  </a:lnTo>
                  <a:lnTo>
                    <a:pt x="756652" y="5500739"/>
                  </a:lnTo>
                  <a:lnTo>
                    <a:pt x="756779" y="5500739"/>
                  </a:lnTo>
                  <a:lnTo>
                    <a:pt x="756905" y="5500739"/>
                  </a:lnTo>
                  <a:lnTo>
                    <a:pt x="757031" y="5500739"/>
                  </a:lnTo>
                  <a:lnTo>
                    <a:pt x="757157" y="5500739"/>
                  </a:lnTo>
                  <a:lnTo>
                    <a:pt x="757284" y="5500739"/>
                  </a:lnTo>
                  <a:lnTo>
                    <a:pt x="757284" y="5495828"/>
                  </a:lnTo>
                  <a:lnTo>
                    <a:pt x="757410" y="5495828"/>
                  </a:lnTo>
                  <a:lnTo>
                    <a:pt x="757536" y="5495828"/>
                  </a:lnTo>
                  <a:lnTo>
                    <a:pt x="757662" y="5495828"/>
                  </a:lnTo>
                  <a:lnTo>
                    <a:pt x="757789" y="5495828"/>
                  </a:lnTo>
                  <a:lnTo>
                    <a:pt x="757915" y="5495828"/>
                  </a:lnTo>
                  <a:lnTo>
                    <a:pt x="758041" y="5495828"/>
                  </a:lnTo>
                  <a:lnTo>
                    <a:pt x="758041" y="5490917"/>
                  </a:lnTo>
                  <a:lnTo>
                    <a:pt x="758168" y="5490917"/>
                  </a:lnTo>
                  <a:lnTo>
                    <a:pt x="758294" y="5490917"/>
                  </a:lnTo>
                  <a:lnTo>
                    <a:pt x="758420" y="5490917"/>
                  </a:lnTo>
                  <a:lnTo>
                    <a:pt x="758546" y="5490917"/>
                  </a:lnTo>
                  <a:lnTo>
                    <a:pt x="758673" y="5490917"/>
                  </a:lnTo>
                  <a:lnTo>
                    <a:pt x="758799" y="5490917"/>
                  </a:lnTo>
                  <a:lnTo>
                    <a:pt x="758925" y="5490917"/>
                  </a:lnTo>
                  <a:lnTo>
                    <a:pt x="759051" y="5490917"/>
                  </a:lnTo>
                  <a:lnTo>
                    <a:pt x="759178" y="5490917"/>
                  </a:lnTo>
                  <a:lnTo>
                    <a:pt x="759304" y="5490917"/>
                  </a:lnTo>
                  <a:lnTo>
                    <a:pt x="759304" y="5486005"/>
                  </a:lnTo>
                  <a:lnTo>
                    <a:pt x="759430" y="5486005"/>
                  </a:lnTo>
                  <a:lnTo>
                    <a:pt x="759556" y="5486005"/>
                  </a:lnTo>
                  <a:lnTo>
                    <a:pt x="759683" y="5486005"/>
                  </a:lnTo>
                  <a:lnTo>
                    <a:pt x="759809" y="5486005"/>
                  </a:lnTo>
                  <a:lnTo>
                    <a:pt x="759935" y="5486005"/>
                  </a:lnTo>
                  <a:lnTo>
                    <a:pt x="760061" y="5486005"/>
                  </a:lnTo>
                  <a:lnTo>
                    <a:pt x="760188" y="5486005"/>
                  </a:lnTo>
                  <a:lnTo>
                    <a:pt x="760314" y="5486005"/>
                  </a:lnTo>
                  <a:lnTo>
                    <a:pt x="760440" y="5486005"/>
                  </a:lnTo>
                  <a:lnTo>
                    <a:pt x="760566" y="5486005"/>
                  </a:lnTo>
                  <a:lnTo>
                    <a:pt x="760693" y="5486005"/>
                  </a:lnTo>
                  <a:lnTo>
                    <a:pt x="760819" y="5486005"/>
                  </a:lnTo>
                  <a:lnTo>
                    <a:pt x="760945" y="5486005"/>
                  </a:lnTo>
                  <a:lnTo>
                    <a:pt x="761071" y="5486005"/>
                  </a:lnTo>
                  <a:lnTo>
                    <a:pt x="761198" y="5486005"/>
                  </a:lnTo>
                  <a:lnTo>
                    <a:pt x="761324" y="5486005"/>
                  </a:lnTo>
                  <a:lnTo>
                    <a:pt x="761450" y="5486005"/>
                  </a:lnTo>
                  <a:lnTo>
                    <a:pt x="761576" y="5486005"/>
                  </a:lnTo>
                  <a:lnTo>
                    <a:pt x="761703" y="5486005"/>
                  </a:lnTo>
                  <a:lnTo>
                    <a:pt x="761829" y="5486005"/>
                  </a:lnTo>
                  <a:lnTo>
                    <a:pt x="761955" y="5486005"/>
                  </a:lnTo>
                  <a:lnTo>
                    <a:pt x="762081" y="5486005"/>
                  </a:lnTo>
                  <a:lnTo>
                    <a:pt x="762208" y="5486005"/>
                  </a:lnTo>
                  <a:lnTo>
                    <a:pt x="762334" y="5486005"/>
                  </a:lnTo>
                  <a:lnTo>
                    <a:pt x="762460" y="5486005"/>
                  </a:lnTo>
                  <a:lnTo>
                    <a:pt x="762586" y="5486005"/>
                  </a:lnTo>
                  <a:lnTo>
                    <a:pt x="762713" y="5486005"/>
                  </a:lnTo>
                  <a:lnTo>
                    <a:pt x="762839" y="5486005"/>
                  </a:lnTo>
                  <a:lnTo>
                    <a:pt x="762965" y="5486005"/>
                  </a:lnTo>
                  <a:lnTo>
                    <a:pt x="763092" y="5486005"/>
                  </a:lnTo>
                  <a:lnTo>
                    <a:pt x="763218" y="5486005"/>
                  </a:lnTo>
                  <a:lnTo>
                    <a:pt x="763344" y="5486005"/>
                  </a:lnTo>
                  <a:lnTo>
                    <a:pt x="763470" y="5486005"/>
                  </a:lnTo>
                  <a:lnTo>
                    <a:pt x="763597" y="5486005"/>
                  </a:lnTo>
                  <a:lnTo>
                    <a:pt x="763723" y="5486005"/>
                  </a:lnTo>
                  <a:lnTo>
                    <a:pt x="763849" y="5486005"/>
                  </a:lnTo>
                  <a:lnTo>
                    <a:pt x="763975" y="5486005"/>
                  </a:lnTo>
                  <a:lnTo>
                    <a:pt x="764102" y="5486005"/>
                  </a:lnTo>
                  <a:lnTo>
                    <a:pt x="764228" y="5486005"/>
                  </a:lnTo>
                  <a:lnTo>
                    <a:pt x="764354" y="5486005"/>
                  </a:lnTo>
                  <a:lnTo>
                    <a:pt x="764480" y="5486005"/>
                  </a:lnTo>
                  <a:lnTo>
                    <a:pt x="764607" y="5486005"/>
                  </a:lnTo>
                  <a:lnTo>
                    <a:pt x="764733" y="5486005"/>
                  </a:lnTo>
                  <a:lnTo>
                    <a:pt x="764859" y="5486005"/>
                  </a:lnTo>
                  <a:lnTo>
                    <a:pt x="764985" y="5486005"/>
                  </a:lnTo>
                  <a:lnTo>
                    <a:pt x="765112" y="5486005"/>
                  </a:lnTo>
                  <a:lnTo>
                    <a:pt x="765238" y="5486005"/>
                  </a:lnTo>
                  <a:lnTo>
                    <a:pt x="765364" y="5486005"/>
                  </a:lnTo>
                  <a:lnTo>
                    <a:pt x="765490" y="5486005"/>
                  </a:lnTo>
                  <a:lnTo>
                    <a:pt x="765617" y="5486005"/>
                  </a:lnTo>
                  <a:lnTo>
                    <a:pt x="765743" y="5486005"/>
                  </a:lnTo>
                  <a:lnTo>
                    <a:pt x="765869" y="5486005"/>
                  </a:lnTo>
                  <a:lnTo>
                    <a:pt x="765995" y="5486005"/>
                  </a:lnTo>
                  <a:lnTo>
                    <a:pt x="766122" y="5486005"/>
                  </a:lnTo>
                  <a:lnTo>
                    <a:pt x="766248" y="5486005"/>
                  </a:lnTo>
                  <a:lnTo>
                    <a:pt x="766374" y="5486005"/>
                  </a:lnTo>
                  <a:lnTo>
                    <a:pt x="766500" y="5486005"/>
                  </a:lnTo>
                  <a:lnTo>
                    <a:pt x="766627" y="5486005"/>
                  </a:lnTo>
                  <a:lnTo>
                    <a:pt x="766753" y="5486005"/>
                  </a:lnTo>
                  <a:lnTo>
                    <a:pt x="766879" y="5486005"/>
                  </a:lnTo>
                  <a:lnTo>
                    <a:pt x="767005" y="5486005"/>
                  </a:lnTo>
                  <a:lnTo>
                    <a:pt x="767132" y="5486005"/>
                  </a:lnTo>
                  <a:lnTo>
                    <a:pt x="767258" y="5486005"/>
                  </a:lnTo>
                  <a:lnTo>
                    <a:pt x="767384" y="5486005"/>
                  </a:lnTo>
                  <a:lnTo>
                    <a:pt x="767510" y="5486005"/>
                  </a:lnTo>
                  <a:lnTo>
                    <a:pt x="767637" y="5486005"/>
                  </a:lnTo>
                  <a:lnTo>
                    <a:pt x="767763" y="5486005"/>
                  </a:lnTo>
                  <a:lnTo>
                    <a:pt x="767889" y="5486005"/>
                  </a:lnTo>
                  <a:lnTo>
                    <a:pt x="768015" y="5486005"/>
                  </a:lnTo>
                  <a:lnTo>
                    <a:pt x="768142" y="5486005"/>
                  </a:lnTo>
                  <a:lnTo>
                    <a:pt x="768268" y="5486005"/>
                  </a:lnTo>
                  <a:lnTo>
                    <a:pt x="768394" y="5486005"/>
                  </a:lnTo>
                  <a:lnTo>
                    <a:pt x="768521" y="5486005"/>
                  </a:lnTo>
                  <a:lnTo>
                    <a:pt x="768647" y="5486005"/>
                  </a:lnTo>
                  <a:lnTo>
                    <a:pt x="768773" y="5486005"/>
                  </a:lnTo>
                  <a:lnTo>
                    <a:pt x="768899" y="5486005"/>
                  </a:lnTo>
                  <a:lnTo>
                    <a:pt x="769026" y="5486005"/>
                  </a:lnTo>
                  <a:lnTo>
                    <a:pt x="769152" y="5486005"/>
                  </a:lnTo>
                  <a:lnTo>
                    <a:pt x="769278" y="5486005"/>
                  </a:lnTo>
                  <a:lnTo>
                    <a:pt x="769404" y="5486005"/>
                  </a:lnTo>
                  <a:lnTo>
                    <a:pt x="769531" y="5486005"/>
                  </a:lnTo>
                  <a:lnTo>
                    <a:pt x="769657" y="5486005"/>
                  </a:lnTo>
                  <a:lnTo>
                    <a:pt x="769783" y="5486005"/>
                  </a:lnTo>
                  <a:lnTo>
                    <a:pt x="769909" y="5486005"/>
                  </a:lnTo>
                  <a:lnTo>
                    <a:pt x="770036" y="5486005"/>
                  </a:lnTo>
                  <a:lnTo>
                    <a:pt x="770162" y="5486005"/>
                  </a:lnTo>
                  <a:lnTo>
                    <a:pt x="770288" y="5486005"/>
                  </a:lnTo>
                  <a:lnTo>
                    <a:pt x="770414" y="5486005"/>
                  </a:lnTo>
                  <a:lnTo>
                    <a:pt x="770541" y="5486005"/>
                  </a:lnTo>
                  <a:lnTo>
                    <a:pt x="770667" y="5486005"/>
                  </a:lnTo>
                  <a:lnTo>
                    <a:pt x="770793" y="5486005"/>
                  </a:lnTo>
                  <a:lnTo>
                    <a:pt x="770919" y="5486005"/>
                  </a:lnTo>
                  <a:lnTo>
                    <a:pt x="770919" y="5481094"/>
                  </a:lnTo>
                  <a:lnTo>
                    <a:pt x="771046" y="5481094"/>
                  </a:lnTo>
                  <a:lnTo>
                    <a:pt x="771172" y="5481094"/>
                  </a:lnTo>
                  <a:lnTo>
                    <a:pt x="771298" y="5481094"/>
                  </a:lnTo>
                  <a:lnTo>
                    <a:pt x="771424" y="5481094"/>
                  </a:lnTo>
                  <a:lnTo>
                    <a:pt x="771551" y="5481094"/>
                  </a:lnTo>
                  <a:lnTo>
                    <a:pt x="771677" y="5481094"/>
                  </a:lnTo>
                  <a:lnTo>
                    <a:pt x="771803" y="5481094"/>
                  </a:lnTo>
                  <a:lnTo>
                    <a:pt x="771803" y="5476183"/>
                  </a:lnTo>
                  <a:lnTo>
                    <a:pt x="771929" y="5476183"/>
                  </a:lnTo>
                  <a:lnTo>
                    <a:pt x="772056" y="5476183"/>
                  </a:lnTo>
                  <a:lnTo>
                    <a:pt x="772182" y="5476183"/>
                  </a:lnTo>
                  <a:lnTo>
                    <a:pt x="772308" y="5476183"/>
                  </a:lnTo>
                  <a:lnTo>
                    <a:pt x="772434" y="5476183"/>
                  </a:lnTo>
                  <a:lnTo>
                    <a:pt x="772561" y="5476183"/>
                  </a:lnTo>
                  <a:lnTo>
                    <a:pt x="772687" y="5476183"/>
                  </a:lnTo>
                  <a:lnTo>
                    <a:pt x="772813" y="5476183"/>
                  </a:lnTo>
                  <a:lnTo>
                    <a:pt x="772939" y="5476183"/>
                  </a:lnTo>
                  <a:lnTo>
                    <a:pt x="773066" y="5476183"/>
                  </a:lnTo>
                  <a:lnTo>
                    <a:pt x="773192" y="5476183"/>
                  </a:lnTo>
                  <a:lnTo>
                    <a:pt x="773318" y="5476183"/>
                  </a:lnTo>
                  <a:lnTo>
                    <a:pt x="773445" y="5476183"/>
                  </a:lnTo>
                  <a:lnTo>
                    <a:pt x="773571" y="5476183"/>
                  </a:lnTo>
                  <a:lnTo>
                    <a:pt x="773571" y="5471271"/>
                  </a:lnTo>
                  <a:lnTo>
                    <a:pt x="773697" y="5471271"/>
                  </a:lnTo>
                  <a:lnTo>
                    <a:pt x="773823" y="5471271"/>
                  </a:lnTo>
                  <a:lnTo>
                    <a:pt x="773950" y="5471271"/>
                  </a:lnTo>
                  <a:lnTo>
                    <a:pt x="774076" y="5471271"/>
                  </a:lnTo>
                  <a:lnTo>
                    <a:pt x="774202" y="5471271"/>
                  </a:lnTo>
                  <a:lnTo>
                    <a:pt x="774328" y="5471271"/>
                  </a:lnTo>
                  <a:lnTo>
                    <a:pt x="774455" y="5471271"/>
                  </a:lnTo>
                  <a:lnTo>
                    <a:pt x="774581" y="5471271"/>
                  </a:lnTo>
                  <a:lnTo>
                    <a:pt x="774707" y="5471271"/>
                  </a:lnTo>
                  <a:lnTo>
                    <a:pt x="774833" y="5471271"/>
                  </a:lnTo>
                  <a:lnTo>
                    <a:pt x="774960" y="5471271"/>
                  </a:lnTo>
                  <a:lnTo>
                    <a:pt x="775086" y="5471271"/>
                  </a:lnTo>
                  <a:lnTo>
                    <a:pt x="775212" y="5471271"/>
                  </a:lnTo>
                  <a:lnTo>
                    <a:pt x="775338" y="5471271"/>
                  </a:lnTo>
                  <a:lnTo>
                    <a:pt x="775465" y="5471271"/>
                  </a:lnTo>
                  <a:lnTo>
                    <a:pt x="775591" y="5471271"/>
                  </a:lnTo>
                  <a:lnTo>
                    <a:pt x="775717" y="5471271"/>
                  </a:lnTo>
                  <a:lnTo>
                    <a:pt x="775843" y="5471271"/>
                  </a:lnTo>
                  <a:lnTo>
                    <a:pt x="775970" y="5471271"/>
                  </a:lnTo>
                  <a:lnTo>
                    <a:pt x="776096" y="5471271"/>
                  </a:lnTo>
                  <a:lnTo>
                    <a:pt x="776222" y="5471271"/>
                  </a:lnTo>
                  <a:lnTo>
                    <a:pt x="776348" y="5471271"/>
                  </a:lnTo>
                  <a:lnTo>
                    <a:pt x="776475" y="5471271"/>
                  </a:lnTo>
                  <a:lnTo>
                    <a:pt x="776601" y="5471271"/>
                  </a:lnTo>
                  <a:lnTo>
                    <a:pt x="776727" y="5471271"/>
                  </a:lnTo>
                  <a:lnTo>
                    <a:pt x="776853" y="5471271"/>
                  </a:lnTo>
                  <a:lnTo>
                    <a:pt x="776980" y="5471271"/>
                  </a:lnTo>
                  <a:lnTo>
                    <a:pt x="777106" y="5471271"/>
                  </a:lnTo>
                  <a:lnTo>
                    <a:pt x="777232" y="5471271"/>
                  </a:lnTo>
                  <a:lnTo>
                    <a:pt x="777358" y="5471271"/>
                  </a:lnTo>
                  <a:lnTo>
                    <a:pt x="777485" y="5471271"/>
                  </a:lnTo>
                  <a:lnTo>
                    <a:pt x="777611" y="5471271"/>
                  </a:lnTo>
                  <a:lnTo>
                    <a:pt x="777737" y="5471271"/>
                  </a:lnTo>
                  <a:lnTo>
                    <a:pt x="777863" y="5471271"/>
                  </a:lnTo>
                  <a:lnTo>
                    <a:pt x="777990" y="5471271"/>
                  </a:lnTo>
                  <a:lnTo>
                    <a:pt x="778116" y="5471271"/>
                  </a:lnTo>
                  <a:lnTo>
                    <a:pt x="778242" y="5471271"/>
                  </a:lnTo>
                  <a:lnTo>
                    <a:pt x="778369" y="5471271"/>
                  </a:lnTo>
                  <a:lnTo>
                    <a:pt x="778495" y="5471271"/>
                  </a:lnTo>
                  <a:lnTo>
                    <a:pt x="778621" y="5471271"/>
                  </a:lnTo>
                  <a:lnTo>
                    <a:pt x="778747" y="5471271"/>
                  </a:lnTo>
                  <a:lnTo>
                    <a:pt x="778874" y="5471271"/>
                  </a:lnTo>
                  <a:lnTo>
                    <a:pt x="779000" y="5471271"/>
                  </a:lnTo>
                  <a:lnTo>
                    <a:pt x="779126" y="5471271"/>
                  </a:lnTo>
                  <a:lnTo>
                    <a:pt x="779252" y="5471271"/>
                  </a:lnTo>
                  <a:lnTo>
                    <a:pt x="779379" y="5471271"/>
                  </a:lnTo>
                  <a:lnTo>
                    <a:pt x="779505" y="5471271"/>
                  </a:lnTo>
                  <a:lnTo>
                    <a:pt x="779631" y="5471271"/>
                  </a:lnTo>
                  <a:lnTo>
                    <a:pt x="779757" y="5471271"/>
                  </a:lnTo>
                  <a:lnTo>
                    <a:pt x="779884" y="5471271"/>
                  </a:lnTo>
                  <a:lnTo>
                    <a:pt x="780010" y="5471271"/>
                  </a:lnTo>
                  <a:lnTo>
                    <a:pt x="780136" y="5471271"/>
                  </a:lnTo>
                  <a:lnTo>
                    <a:pt x="780262" y="5471271"/>
                  </a:lnTo>
                  <a:lnTo>
                    <a:pt x="780389" y="5471271"/>
                  </a:lnTo>
                  <a:lnTo>
                    <a:pt x="780515" y="5471271"/>
                  </a:lnTo>
                  <a:lnTo>
                    <a:pt x="780641" y="5471271"/>
                  </a:lnTo>
                  <a:lnTo>
                    <a:pt x="780767" y="5471271"/>
                  </a:lnTo>
                  <a:lnTo>
                    <a:pt x="780894" y="5471271"/>
                  </a:lnTo>
                  <a:lnTo>
                    <a:pt x="781020" y="5471271"/>
                  </a:lnTo>
                  <a:lnTo>
                    <a:pt x="781146" y="5471271"/>
                  </a:lnTo>
                  <a:lnTo>
                    <a:pt x="781272" y="5471271"/>
                  </a:lnTo>
                  <a:lnTo>
                    <a:pt x="781399" y="5471271"/>
                  </a:lnTo>
                  <a:lnTo>
                    <a:pt x="781525" y="5471271"/>
                  </a:lnTo>
                  <a:lnTo>
                    <a:pt x="781651" y="5471271"/>
                  </a:lnTo>
                  <a:lnTo>
                    <a:pt x="781777" y="5471271"/>
                  </a:lnTo>
                  <a:lnTo>
                    <a:pt x="781904" y="5471271"/>
                  </a:lnTo>
                  <a:lnTo>
                    <a:pt x="782030" y="5471271"/>
                  </a:lnTo>
                  <a:lnTo>
                    <a:pt x="782156" y="5471271"/>
                  </a:lnTo>
                  <a:lnTo>
                    <a:pt x="782282" y="5471271"/>
                  </a:lnTo>
                  <a:lnTo>
                    <a:pt x="782409" y="5471271"/>
                  </a:lnTo>
                  <a:lnTo>
                    <a:pt x="782535" y="5471271"/>
                  </a:lnTo>
                  <a:lnTo>
                    <a:pt x="782661" y="5471271"/>
                  </a:lnTo>
                  <a:lnTo>
                    <a:pt x="782787" y="5471271"/>
                  </a:lnTo>
                  <a:lnTo>
                    <a:pt x="782914" y="5471271"/>
                  </a:lnTo>
                  <a:lnTo>
                    <a:pt x="783040" y="5471271"/>
                  </a:lnTo>
                  <a:lnTo>
                    <a:pt x="783166" y="5471271"/>
                  </a:lnTo>
                  <a:lnTo>
                    <a:pt x="783292" y="5471271"/>
                  </a:lnTo>
                  <a:lnTo>
                    <a:pt x="783419" y="5471271"/>
                  </a:lnTo>
                  <a:lnTo>
                    <a:pt x="783545" y="5471271"/>
                  </a:lnTo>
                  <a:lnTo>
                    <a:pt x="783671" y="5471271"/>
                  </a:lnTo>
                  <a:lnTo>
                    <a:pt x="783798" y="5471271"/>
                  </a:lnTo>
                  <a:lnTo>
                    <a:pt x="783924" y="5471271"/>
                  </a:lnTo>
                  <a:lnTo>
                    <a:pt x="784050" y="5471271"/>
                  </a:lnTo>
                  <a:lnTo>
                    <a:pt x="784176" y="5471271"/>
                  </a:lnTo>
                  <a:lnTo>
                    <a:pt x="784303" y="5471271"/>
                  </a:lnTo>
                  <a:lnTo>
                    <a:pt x="784429" y="5471271"/>
                  </a:lnTo>
                  <a:lnTo>
                    <a:pt x="784555" y="5471271"/>
                  </a:lnTo>
                  <a:lnTo>
                    <a:pt x="784681" y="5471271"/>
                  </a:lnTo>
                  <a:lnTo>
                    <a:pt x="784808" y="5471271"/>
                  </a:lnTo>
                  <a:lnTo>
                    <a:pt x="784934" y="5471271"/>
                  </a:lnTo>
                  <a:lnTo>
                    <a:pt x="785060" y="5471271"/>
                  </a:lnTo>
                  <a:lnTo>
                    <a:pt x="785186" y="5471271"/>
                  </a:lnTo>
                  <a:lnTo>
                    <a:pt x="785186" y="5466360"/>
                  </a:lnTo>
                  <a:lnTo>
                    <a:pt x="785313" y="5466360"/>
                  </a:lnTo>
                  <a:lnTo>
                    <a:pt x="785439" y="5466360"/>
                  </a:lnTo>
                  <a:lnTo>
                    <a:pt x="785565" y="5466360"/>
                  </a:lnTo>
                  <a:lnTo>
                    <a:pt x="785691" y="5466360"/>
                  </a:lnTo>
                  <a:lnTo>
                    <a:pt x="785818" y="5466360"/>
                  </a:lnTo>
                  <a:lnTo>
                    <a:pt x="785944" y="5466360"/>
                  </a:lnTo>
                  <a:lnTo>
                    <a:pt x="786070" y="5466360"/>
                  </a:lnTo>
                  <a:lnTo>
                    <a:pt x="786196" y="5466360"/>
                  </a:lnTo>
                  <a:lnTo>
                    <a:pt x="786323" y="5466360"/>
                  </a:lnTo>
                  <a:lnTo>
                    <a:pt x="786449" y="5466360"/>
                  </a:lnTo>
                  <a:lnTo>
                    <a:pt x="786575" y="5466360"/>
                  </a:lnTo>
                  <a:lnTo>
                    <a:pt x="786701" y="5466360"/>
                  </a:lnTo>
                  <a:lnTo>
                    <a:pt x="786828" y="5466360"/>
                  </a:lnTo>
                  <a:lnTo>
                    <a:pt x="786954" y="5466360"/>
                  </a:lnTo>
                  <a:lnTo>
                    <a:pt x="787080" y="5466360"/>
                  </a:lnTo>
                  <a:lnTo>
                    <a:pt x="787206" y="5466360"/>
                  </a:lnTo>
                  <a:lnTo>
                    <a:pt x="787333" y="5466360"/>
                  </a:lnTo>
                  <a:lnTo>
                    <a:pt x="787459" y="5466360"/>
                  </a:lnTo>
                  <a:lnTo>
                    <a:pt x="787585" y="5466360"/>
                  </a:lnTo>
                  <a:lnTo>
                    <a:pt x="787711" y="5466360"/>
                  </a:lnTo>
                  <a:lnTo>
                    <a:pt x="787838" y="5466360"/>
                  </a:lnTo>
                  <a:lnTo>
                    <a:pt x="787964" y="5466360"/>
                  </a:lnTo>
                  <a:lnTo>
                    <a:pt x="788090" y="5466360"/>
                  </a:lnTo>
                  <a:lnTo>
                    <a:pt x="788216" y="5466360"/>
                  </a:lnTo>
                  <a:lnTo>
                    <a:pt x="788343" y="5466360"/>
                  </a:lnTo>
                  <a:lnTo>
                    <a:pt x="788469" y="5466360"/>
                  </a:lnTo>
                  <a:lnTo>
                    <a:pt x="788595" y="5466360"/>
                  </a:lnTo>
                  <a:lnTo>
                    <a:pt x="788722" y="5466360"/>
                  </a:lnTo>
                  <a:lnTo>
                    <a:pt x="788848" y="5466360"/>
                  </a:lnTo>
                  <a:lnTo>
                    <a:pt x="788974" y="5466360"/>
                  </a:lnTo>
                  <a:lnTo>
                    <a:pt x="789100" y="5466360"/>
                  </a:lnTo>
                  <a:lnTo>
                    <a:pt x="789227" y="5466360"/>
                  </a:lnTo>
                  <a:lnTo>
                    <a:pt x="789353" y="5466360"/>
                  </a:lnTo>
                  <a:lnTo>
                    <a:pt x="789479" y="5466360"/>
                  </a:lnTo>
                  <a:lnTo>
                    <a:pt x="789605" y="5466360"/>
                  </a:lnTo>
                  <a:lnTo>
                    <a:pt x="789732" y="5466360"/>
                  </a:lnTo>
                  <a:lnTo>
                    <a:pt x="789858" y="5466360"/>
                  </a:lnTo>
                  <a:lnTo>
                    <a:pt x="789984" y="5466360"/>
                  </a:lnTo>
                  <a:lnTo>
                    <a:pt x="790110" y="5466360"/>
                  </a:lnTo>
                  <a:lnTo>
                    <a:pt x="790237" y="5466360"/>
                  </a:lnTo>
                  <a:lnTo>
                    <a:pt x="790363" y="5466360"/>
                  </a:lnTo>
                  <a:lnTo>
                    <a:pt x="790489" y="5466360"/>
                  </a:lnTo>
                  <a:lnTo>
                    <a:pt x="790615" y="5466360"/>
                  </a:lnTo>
                  <a:lnTo>
                    <a:pt x="790742" y="5466360"/>
                  </a:lnTo>
                  <a:lnTo>
                    <a:pt x="790868" y="5466360"/>
                  </a:lnTo>
                  <a:lnTo>
                    <a:pt x="790994" y="5466360"/>
                  </a:lnTo>
                  <a:lnTo>
                    <a:pt x="791120" y="5466360"/>
                  </a:lnTo>
                  <a:lnTo>
                    <a:pt x="791247" y="5466360"/>
                  </a:lnTo>
                  <a:lnTo>
                    <a:pt x="791373" y="5466360"/>
                  </a:lnTo>
                  <a:lnTo>
                    <a:pt x="791499" y="5466360"/>
                  </a:lnTo>
                  <a:lnTo>
                    <a:pt x="791625" y="5466360"/>
                  </a:lnTo>
                  <a:lnTo>
                    <a:pt x="791752" y="5466360"/>
                  </a:lnTo>
                  <a:lnTo>
                    <a:pt x="791878" y="5466360"/>
                  </a:lnTo>
                  <a:lnTo>
                    <a:pt x="792004" y="5466360"/>
                  </a:lnTo>
                  <a:lnTo>
                    <a:pt x="792130" y="5466360"/>
                  </a:lnTo>
                  <a:lnTo>
                    <a:pt x="792257" y="5466360"/>
                  </a:lnTo>
                  <a:lnTo>
                    <a:pt x="792383" y="5466360"/>
                  </a:lnTo>
                  <a:lnTo>
                    <a:pt x="792509" y="5466360"/>
                  </a:lnTo>
                  <a:lnTo>
                    <a:pt x="792635" y="5466360"/>
                  </a:lnTo>
                  <a:lnTo>
                    <a:pt x="792762" y="5466360"/>
                  </a:lnTo>
                  <a:lnTo>
                    <a:pt x="792888" y="5466360"/>
                  </a:lnTo>
                  <a:lnTo>
                    <a:pt x="793014" y="5466360"/>
                  </a:lnTo>
                  <a:lnTo>
                    <a:pt x="793140" y="5466360"/>
                  </a:lnTo>
                  <a:lnTo>
                    <a:pt x="793267" y="5466360"/>
                  </a:lnTo>
                  <a:lnTo>
                    <a:pt x="793393" y="5466360"/>
                  </a:lnTo>
                  <a:lnTo>
                    <a:pt x="793519" y="5466360"/>
                  </a:lnTo>
                  <a:lnTo>
                    <a:pt x="793645" y="5466360"/>
                  </a:lnTo>
                  <a:lnTo>
                    <a:pt x="793772" y="5466360"/>
                  </a:lnTo>
                  <a:lnTo>
                    <a:pt x="793898" y="5466360"/>
                  </a:lnTo>
                  <a:lnTo>
                    <a:pt x="794024" y="5466360"/>
                  </a:lnTo>
                  <a:lnTo>
                    <a:pt x="794151" y="5466360"/>
                  </a:lnTo>
                  <a:lnTo>
                    <a:pt x="794277" y="5466360"/>
                  </a:lnTo>
                  <a:lnTo>
                    <a:pt x="794403" y="5466360"/>
                  </a:lnTo>
                  <a:lnTo>
                    <a:pt x="794529" y="5466360"/>
                  </a:lnTo>
                  <a:lnTo>
                    <a:pt x="794656" y="5466360"/>
                  </a:lnTo>
                  <a:lnTo>
                    <a:pt x="794782" y="5466360"/>
                  </a:lnTo>
                  <a:lnTo>
                    <a:pt x="794908" y="5466360"/>
                  </a:lnTo>
                  <a:lnTo>
                    <a:pt x="794908" y="5461448"/>
                  </a:lnTo>
                  <a:lnTo>
                    <a:pt x="795034" y="5461448"/>
                  </a:lnTo>
                  <a:lnTo>
                    <a:pt x="795161" y="5461448"/>
                  </a:lnTo>
                  <a:lnTo>
                    <a:pt x="795287" y="5461448"/>
                  </a:lnTo>
                  <a:lnTo>
                    <a:pt x="795413" y="5461448"/>
                  </a:lnTo>
                  <a:lnTo>
                    <a:pt x="795539" y="5461448"/>
                  </a:lnTo>
                  <a:lnTo>
                    <a:pt x="795666" y="5461448"/>
                  </a:lnTo>
                  <a:lnTo>
                    <a:pt x="795792" y="5461448"/>
                  </a:lnTo>
                  <a:lnTo>
                    <a:pt x="795918" y="5461448"/>
                  </a:lnTo>
                  <a:lnTo>
                    <a:pt x="796044" y="5461448"/>
                  </a:lnTo>
                  <a:lnTo>
                    <a:pt x="796171" y="5461448"/>
                  </a:lnTo>
                  <a:lnTo>
                    <a:pt x="796297" y="5461448"/>
                  </a:lnTo>
                  <a:lnTo>
                    <a:pt x="796423" y="5461448"/>
                  </a:lnTo>
                  <a:lnTo>
                    <a:pt x="796549" y="5461448"/>
                  </a:lnTo>
                  <a:lnTo>
                    <a:pt x="796676" y="5461448"/>
                  </a:lnTo>
                  <a:lnTo>
                    <a:pt x="796802" y="5461448"/>
                  </a:lnTo>
                  <a:lnTo>
                    <a:pt x="796928" y="5461448"/>
                  </a:lnTo>
                  <a:lnTo>
                    <a:pt x="797054" y="5461448"/>
                  </a:lnTo>
                  <a:lnTo>
                    <a:pt x="797181" y="5461448"/>
                  </a:lnTo>
                  <a:lnTo>
                    <a:pt x="797307" y="5461448"/>
                  </a:lnTo>
                  <a:lnTo>
                    <a:pt x="797433" y="5461448"/>
                  </a:lnTo>
                  <a:lnTo>
                    <a:pt x="797559" y="5461448"/>
                  </a:lnTo>
                  <a:lnTo>
                    <a:pt x="797686" y="5461448"/>
                  </a:lnTo>
                  <a:lnTo>
                    <a:pt x="797812" y="5461448"/>
                  </a:lnTo>
                  <a:lnTo>
                    <a:pt x="797938" y="5461448"/>
                  </a:lnTo>
                  <a:lnTo>
                    <a:pt x="798064" y="5461448"/>
                  </a:lnTo>
                  <a:lnTo>
                    <a:pt x="798191" y="5461448"/>
                  </a:lnTo>
                  <a:lnTo>
                    <a:pt x="798317" y="5461448"/>
                  </a:lnTo>
                  <a:lnTo>
                    <a:pt x="798443" y="5461448"/>
                  </a:lnTo>
                  <a:lnTo>
                    <a:pt x="798569" y="5461448"/>
                  </a:lnTo>
                  <a:lnTo>
                    <a:pt x="798696" y="5461448"/>
                  </a:lnTo>
                  <a:lnTo>
                    <a:pt x="798822" y="5461448"/>
                  </a:lnTo>
                  <a:lnTo>
                    <a:pt x="798948" y="5461448"/>
                  </a:lnTo>
                  <a:lnTo>
                    <a:pt x="799075" y="5461448"/>
                  </a:lnTo>
                  <a:lnTo>
                    <a:pt x="799075" y="5456537"/>
                  </a:lnTo>
                  <a:lnTo>
                    <a:pt x="799201" y="5456537"/>
                  </a:lnTo>
                  <a:lnTo>
                    <a:pt x="799327" y="5456537"/>
                  </a:lnTo>
                  <a:lnTo>
                    <a:pt x="799453" y="5456537"/>
                  </a:lnTo>
                  <a:lnTo>
                    <a:pt x="799580" y="5456537"/>
                  </a:lnTo>
                  <a:lnTo>
                    <a:pt x="799706" y="5456537"/>
                  </a:lnTo>
                  <a:lnTo>
                    <a:pt x="799832" y="5456537"/>
                  </a:lnTo>
                  <a:lnTo>
                    <a:pt x="799958" y="5456537"/>
                  </a:lnTo>
                  <a:lnTo>
                    <a:pt x="800085" y="5456537"/>
                  </a:lnTo>
                  <a:lnTo>
                    <a:pt x="800211" y="5456537"/>
                  </a:lnTo>
                  <a:lnTo>
                    <a:pt x="800337" y="5456537"/>
                  </a:lnTo>
                  <a:lnTo>
                    <a:pt x="800463" y="5456537"/>
                  </a:lnTo>
                  <a:lnTo>
                    <a:pt x="800590" y="5456537"/>
                  </a:lnTo>
                  <a:lnTo>
                    <a:pt x="800716" y="5456537"/>
                  </a:lnTo>
                  <a:lnTo>
                    <a:pt x="800842" y="5456537"/>
                  </a:lnTo>
                  <a:lnTo>
                    <a:pt x="800968" y="5456537"/>
                  </a:lnTo>
                  <a:lnTo>
                    <a:pt x="801095" y="5456537"/>
                  </a:lnTo>
                  <a:lnTo>
                    <a:pt x="801221" y="5456537"/>
                  </a:lnTo>
                  <a:lnTo>
                    <a:pt x="801347" y="5456537"/>
                  </a:lnTo>
                  <a:lnTo>
                    <a:pt x="801473" y="5456537"/>
                  </a:lnTo>
                  <a:lnTo>
                    <a:pt x="801600" y="5456537"/>
                  </a:lnTo>
                  <a:lnTo>
                    <a:pt x="801726" y="5456537"/>
                  </a:lnTo>
                  <a:lnTo>
                    <a:pt x="801852" y="5456537"/>
                  </a:lnTo>
                  <a:lnTo>
                    <a:pt x="801852" y="5451626"/>
                  </a:lnTo>
                  <a:lnTo>
                    <a:pt x="801978" y="5451626"/>
                  </a:lnTo>
                  <a:lnTo>
                    <a:pt x="802105" y="5451626"/>
                  </a:lnTo>
                  <a:lnTo>
                    <a:pt x="802231" y="5451626"/>
                  </a:lnTo>
                  <a:lnTo>
                    <a:pt x="802357" y="5451626"/>
                  </a:lnTo>
                  <a:lnTo>
                    <a:pt x="802483" y="5451626"/>
                  </a:lnTo>
                  <a:lnTo>
                    <a:pt x="802610" y="5451626"/>
                  </a:lnTo>
                  <a:lnTo>
                    <a:pt x="802736" y="5451626"/>
                  </a:lnTo>
                  <a:lnTo>
                    <a:pt x="802862" y="5451626"/>
                  </a:lnTo>
                  <a:lnTo>
                    <a:pt x="802988" y="5451626"/>
                  </a:lnTo>
                  <a:lnTo>
                    <a:pt x="803115" y="5451626"/>
                  </a:lnTo>
                  <a:lnTo>
                    <a:pt x="803241" y="5451626"/>
                  </a:lnTo>
                  <a:lnTo>
                    <a:pt x="803367" y="5451626"/>
                  </a:lnTo>
                  <a:lnTo>
                    <a:pt x="803493" y="5451626"/>
                  </a:lnTo>
                  <a:lnTo>
                    <a:pt x="803620" y="5451626"/>
                  </a:lnTo>
                  <a:lnTo>
                    <a:pt x="803746" y="5451626"/>
                  </a:lnTo>
                  <a:lnTo>
                    <a:pt x="803872" y="5451626"/>
                  </a:lnTo>
                  <a:lnTo>
                    <a:pt x="803998" y="5451626"/>
                  </a:lnTo>
                  <a:lnTo>
                    <a:pt x="804125" y="5451626"/>
                  </a:lnTo>
                  <a:lnTo>
                    <a:pt x="804251" y="5451626"/>
                  </a:lnTo>
                  <a:lnTo>
                    <a:pt x="804377" y="5451626"/>
                  </a:lnTo>
                  <a:lnTo>
                    <a:pt x="804504" y="5451626"/>
                  </a:lnTo>
                  <a:lnTo>
                    <a:pt x="804630" y="5451626"/>
                  </a:lnTo>
                  <a:lnTo>
                    <a:pt x="804756" y="5451626"/>
                  </a:lnTo>
                  <a:lnTo>
                    <a:pt x="804882" y="5451626"/>
                  </a:lnTo>
                  <a:lnTo>
                    <a:pt x="805009" y="5451626"/>
                  </a:lnTo>
                  <a:lnTo>
                    <a:pt x="805135" y="5451626"/>
                  </a:lnTo>
                  <a:lnTo>
                    <a:pt x="805261" y="5451626"/>
                  </a:lnTo>
                  <a:lnTo>
                    <a:pt x="805387" y="5451626"/>
                  </a:lnTo>
                  <a:lnTo>
                    <a:pt x="805514" y="5451626"/>
                  </a:lnTo>
                  <a:lnTo>
                    <a:pt x="805640" y="5451626"/>
                  </a:lnTo>
                  <a:lnTo>
                    <a:pt x="805766" y="5451626"/>
                  </a:lnTo>
                  <a:lnTo>
                    <a:pt x="805892" y="5451626"/>
                  </a:lnTo>
                  <a:lnTo>
                    <a:pt x="806019" y="5451626"/>
                  </a:lnTo>
                  <a:lnTo>
                    <a:pt x="806145" y="5451626"/>
                  </a:lnTo>
                  <a:lnTo>
                    <a:pt x="806271" y="5451626"/>
                  </a:lnTo>
                  <a:lnTo>
                    <a:pt x="806397" y="5451626"/>
                  </a:lnTo>
                  <a:lnTo>
                    <a:pt x="806524" y="5451626"/>
                  </a:lnTo>
                  <a:lnTo>
                    <a:pt x="806650" y="5451626"/>
                  </a:lnTo>
                  <a:lnTo>
                    <a:pt x="806776" y="5451626"/>
                  </a:lnTo>
                  <a:lnTo>
                    <a:pt x="806902" y="5451626"/>
                  </a:lnTo>
                  <a:lnTo>
                    <a:pt x="807029" y="5451626"/>
                  </a:lnTo>
                  <a:lnTo>
                    <a:pt x="807155" y="5451626"/>
                  </a:lnTo>
                  <a:lnTo>
                    <a:pt x="807281" y="5451626"/>
                  </a:lnTo>
                  <a:lnTo>
                    <a:pt x="807407" y="5451626"/>
                  </a:lnTo>
                  <a:lnTo>
                    <a:pt x="807534" y="5451626"/>
                  </a:lnTo>
                  <a:lnTo>
                    <a:pt x="807660" y="5451626"/>
                  </a:lnTo>
                  <a:lnTo>
                    <a:pt x="807786" y="5451626"/>
                  </a:lnTo>
                  <a:lnTo>
                    <a:pt x="807912" y="5451626"/>
                  </a:lnTo>
                  <a:lnTo>
                    <a:pt x="808039" y="5451626"/>
                  </a:lnTo>
                  <a:lnTo>
                    <a:pt x="808165" y="5451626"/>
                  </a:lnTo>
                  <a:lnTo>
                    <a:pt x="808291" y="5451626"/>
                  </a:lnTo>
                  <a:lnTo>
                    <a:pt x="808417" y="5451626"/>
                  </a:lnTo>
                  <a:lnTo>
                    <a:pt x="808544" y="5451626"/>
                  </a:lnTo>
                  <a:lnTo>
                    <a:pt x="808670" y="5451626"/>
                  </a:lnTo>
                  <a:lnTo>
                    <a:pt x="808796" y="5451626"/>
                  </a:lnTo>
                  <a:lnTo>
                    <a:pt x="808922" y="5451626"/>
                  </a:lnTo>
                  <a:lnTo>
                    <a:pt x="809049" y="5451626"/>
                  </a:lnTo>
                  <a:lnTo>
                    <a:pt x="809175" y="5451626"/>
                  </a:lnTo>
                  <a:lnTo>
                    <a:pt x="809301" y="5451626"/>
                  </a:lnTo>
                  <a:lnTo>
                    <a:pt x="809428" y="5451626"/>
                  </a:lnTo>
                  <a:lnTo>
                    <a:pt x="809554" y="5451626"/>
                  </a:lnTo>
                  <a:lnTo>
                    <a:pt x="809680" y="5451626"/>
                  </a:lnTo>
                  <a:lnTo>
                    <a:pt x="809806" y="5451626"/>
                  </a:lnTo>
                  <a:lnTo>
                    <a:pt x="809933" y="5451626"/>
                  </a:lnTo>
                  <a:lnTo>
                    <a:pt x="810059" y="5451626"/>
                  </a:lnTo>
                  <a:lnTo>
                    <a:pt x="810185" y="5451626"/>
                  </a:lnTo>
                  <a:lnTo>
                    <a:pt x="810311" y="5451626"/>
                  </a:lnTo>
                  <a:lnTo>
                    <a:pt x="810438" y="5451626"/>
                  </a:lnTo>
                  <a:lnTo>
                    <a:pt x="810564" y="5451626"/>
                  </a:lnTo>
                  <a:lnTo>
                    <a:pt x="810690" y="5451626"/>
                  </a:lnTo>
                  <a:lnTo>
                    <a:pt x="810816" y="5451626"/>
                  </a:lnTo>
                  <a:lnTo>
                    <a:pt x="810943" y="5451626"/>
                  </a:lnTo>
                  <a:lnTo>
                    <a:pt x="811069" y="5451626"/>
                  </a:lnTo>
                  <a:lnTo>
                    <a:pt x="811195" y="5451626"/>
                  </a:lnTo>
                  <a:lnTo>
                    <a:pt x="811321" y="5451626"/>
                  </a:lnTo>
                  <a:lnTo>
                    <a:pt x="811448" y="5451626"/>
                  </a:lnTo>
                  <a:lnTo>
                    <a:pt x="811574" y="5451626"/>
                  </a:lnTo>
                  <a:lnTo>
                    <a:pt x="811700" y="5451626"/>
                  </a:lnTo>
                  <a:lnTo>
                    <a:pt x="811826" y="5451626"/>
                  </a:lnTo>
                  <a:lnTo>
                    <a:pt x="811953" y="5451626"/>
                  </a:lnTo>
                  <a:lnTo>
                    <a:pt x="812079" y="5451626"/>
                  </a:lnTo>
                  <a:lnTo>
                    <a:pt x="812079" y="5446714"/>
                  </a:lnTo>
                  <a:lnTo>
                    <a:pt x="812205" y="5446714"/>
                  </a:lnTo>
                  <a:lnTo>
                    <a:pt x="812331" y="5446714"/>
                  </a:lnTo>
                  <a:lnTo>
                    <a:pt x="812458" y="5446714"/>
                  </a:lnTo>
                  <a:lnTo>
                    <a:pt x="812584" y="5446714"/>
                  </a:lnTo>
                  <a:lnTo>
                    <a:pt x="812710" y="5446714"/>
                  </a:lnTo>
                  <a:lnTo>
                    <a:pt x="812836" y="5446714"/>
                  </a:lnTo>
                  <a:lnTo>
                    <a:pt x="812963" y="5446714"/>
                  </a:lnTo>
                  <a:lnTo>
                    <a:pt x="813089" y="5446714"/>
                  </a:lnTo>
                  <a:lnTo>
                    <a:pt x="813215" y="5446714"/>
                  </a:lnTo>
                  <a:lnTo>
                    <a:pt x="813341" y="5446714"/>
                  </a:lnTo>
                  <a:lnTo>
                    <a:pt x="813468" y="5446714"/>
                  </a:lnTo>
                  <a:lnTo>
                    <a:pt x="813594" y="5446714"/>
                  </a:lnTo>
                  <a:lnTo>
                    <a:pt x="813720" y="5446714"/>
                  </a:lnTo>
                  <a:lnTo>
                    <a:pt x="813846" y="5446714"/>
                  </a:lnTo>
                  <a:lnTo>
                    <a:pt x="813973" y="5446714"/>
                  </a:lnTo>
                  <a:lnTo>
                    <a:pt x="814099" y="5446714"/>
                  </a:lnTo>
                  <a:lnTo>
                    <a:pt x="814225" y="5446714"/>
                  </a:lnTo>
                  <a:lnTo>
                    <a:pt x="814351" y="5446714"/>
                  </a:lnTo>
                  <a:lnTo>
                    <a:pt x="814478" y="5446714"/>
                  </a:lnTo>
                  <a:lnTo>
                    <a:pt x="814604" y="5446714"/>
                  </a:lnTo>
                  <a:lnTo>
                    <a:pt x="814730" y="5446714"/>
                  </a:lnTo>
                  <a:lnTo>
                    <a:pt x="814857" y="5446714"/>
                  </a:lnTo>
                  <a:lnTo>
                    <a:pt x="814983" y="5446714"/>
                  </a:lnTo>
                  <a:lnTo>
                    <a:pt x="815109" y="5446714"/>
                  </a:lnTo>
                  <a:lnTo>
                    <a:pt x="815235" y="5446714"/>
                  </a:lnTo>
                  <a:lnTo>
                    <a:pt x="815362" y="5446714"/>
                  </a:lnTo>
                  <a:lnTo>
                    <a:pt x="815488" y="5446714"/>
                  </a:lnTo>
                  <a:lnTo>
                    <a:pt x="815614" y="5446714"/>
                  </a:lnTo>
                  <a:lnTo>
                    <a:pt x="815740" y="5446714"/>
                  </a:lnTo>
                  <a:lnTo>
                    <a:pt x="815867" y="5446714"/>
                  </a:lnTo>
                  <a:lnTo>
                    <a:pt x="815993" y="5446714"/>
                  </a:lnTo>
                  <a:lnTo>
                    <a:pt x="816119" y="5446714"/>
                  </a:lnTo>
                  <a:lnTo>
                    <a:pt x="816245" y="5446714"/>
                  </a:lnTo>
                  <a:lnTo>
                    <a:pt x="816245" y="5441803"/>
                  </a:lnTo>
                  <a:lnTo>
                    <a:pt x="816372" y="5441803"/>
                  </a:lnTo>
                  <a:lnTo>
                    <a:pt x="816498" y="5441803"/>
                  </a:lnTo>
                  <a:lnTo>
                    <a:pt x="816624" y="5441803"/>
                  </a:lnTo>
                  <a:lnTo>
                    <a:pt x="816750" y="5441803"/>
                  </a:lnTo>
                  <a:lnTo>
                    <a:pt x="816877" y="5441803"/>
                  </a:lnTo>
                  <a:lnTo>
                    <a:pt x="817003" y="5441803"/>
                  </a:lnTo>
                  <a:lnTo>
                    <a:pt x="817129" y="5441803"/>
                  </a:lnTo>
                  <a:lnTo>
                    <a:pt x="817255" y="5441803"/>
                  </a:lnTo>
                  <a:lnTo>
                    <a:pt x="817382" y="5441803"/>
                  </a:lnTo>
                  <a:lnTo>
                    <a:pt x="817508" y="5441803"/>
                  </a:lnTo>
                  <a:lnTo>
                    <a:pt x="817634" y="5441803"/>
                  </a:lnTo>
                  <a:lnTo>
                    <a:pt x="817760" y="5441803"/>
                  </a:lnTo>
                  <a:lnTo>
                    <a:pt x="817887" y="5441803"/>
                  </a:lnTo>
                  <a:lnTo>
                    <a:pt x="818013" y="5441803"/>
                  </a:lnTo>
                  <a:lnTo>
                    <a:pt x="818013" y="5436892"/>
                  </a:lnTo>
                  <a:lnTo>
                    <a:pt x="818013" y="5431980"/>
                  </a:lnTo>
                  <a:lnTo>
                    <a:pt x="818139" y="5431980"/>
                  </a:lnTo>
                  <a:lnTo>
                    <a:pt x="818265" y="5431980"/>
                  </a:lnTo>
                  <a:lnTo>
                    <a:pt x="818392" y="5431980"/>
                  </a:lnTo>
                  <a:lnTo>
                    <a:pt x="818518" y="5431980"/>
                  </a:lnTo>
                  <a:lnTo>
                    <a:pt x="818644" y="5431980"/>
                  </a:lnTo>
                  <a:lnTo>
                    <a:pt x="818770" y="5431980"/>
                  </a:lnTo>
                  <a:lnTo>
                    <a:pt x="818897" y="5431980"/>
                  </a:lnTo>
                  <a:lnTo>
                    <a:pt x="819023" y="5431980"/>
                  </a:lnTo>
                  <a:lnTo>
                    <a:pt x="819149" y="5431980"/>
                  </a:lnTo>
                  <a:lnTo>
                    <a:pt x="819275" y="5431980"/>
                  </a:lnTo>
                  <a:lnTo>
                    <a:pt x="819402" y="5431980"/>
                  </a:lnTo>
                  <a:lnTo>
                    <a:pt x="819528" y="5431980"/>
                  </a:lnTo>
                  <a:lnTo>
                    <a:pt x="819654" y="5431980"/>
                  </a:lnTo>
                  <a:lnTo>
                    <a:pt x="819781" y="5431980"/>
                  </a:lnTo>
                  <a:lnTo>
                    <a:pt x="819907" y="5431980"/>
                  </a:lnTo>
                  <a:lnTo>
                    <a:pt x="820033" y="5431980"/>
                  </a:lnTo>
                  <a:lnTo>
                    <a:pt x="820159" y="5431980"/>
                  </a:lnTo>
                  <a:lnTo>
                    <a:pt x="820286" y="5431980"/>
                  </a:lnTo>
                  <a:lnTo>
                    <a:pt x="820412" y="5431980"/>
                  </a:lnTo>
                  <a:lnTo>
                    <a:pt x="820538" y="5431980"/>
                  </a:lnTo>
                  <a:lnTo>
                    <a:pt x="820664" y="5431980"/>
                  </a:lnTo>
                  <a:lnTo>
                    <a:pt x="820791" y="5431980"/>
                  </a:lnTo>
                  <a:lnTo>
                    <a:pt x="820917" y="5431980"/>
                  </a:lnTo>
                  <a:lnTo>
                    <a:pt x="821043" y="5431980"/>
                  </a:lnTo>
                  <a:lnTo>
                    <a:pt x="821169" y="5431980"/>
                  </a:lnTo>
                  <a:lnTo>
                    <a:pt x="821296" y="5431980"/>
                  </a:lnTo>
                  <a:lnTo>
                    <a:pt x="821422" y="5431980"/>
                  </a:lnTo>
                  <a:lnTo>
                    <a:pt x="821548" y="5431980"/>
                  </a:lnTo>
                  <a:lnTo>
                    <a:pt x="821674" y="5431980"/>
                  </a:lnTo>
                  <a:lnTo>
                    <a:pt x="821801" y="5431980"/>
                  </a:lnTo>
                  <a:lnTo>
                    <a:pt x="821927" y="5431980"/>
                  </a:lnTo>
                  <a:lnTo>
                    <a:pt x="822053" y="5431980"/>
                  </a:lnTo>
                  <a:lnTo>
                    <a:pt x="822179" y="5431980"/>
                  </a:lnTo>
                  <a:lnTo>
                    <a:pt x="822306" y="5431980"/>
                  </a:lnTo>
                  <a:lnTo>
                    <a:pt x="822432" y="5431980"/>
                  </a:lnTo>
                  <a:lnTo>
                    <a:pt x="822558" y="5431980"/>
                  </a:lnTo>
                  <a:lnTo>
                    <a:pt x="822684" y="5431980"/>
                  </a:lnTo>
                  <a:lnTo>
                    <a:pt x="822811" y="5431980"/>
                  </a:lnTo>
                  <a:lnTo>
                    <a:pt x="822937" y="5431980"/>
                  </a:lnTo>
                  <a:lnTo>
                    <a:pt x="823063" y="5431980"/>
                  </a:lnTo>
                  <a:lnTo>
                    <a:pt x="823189" y="5431980"/>
                  </a:lnTo>
                  <a:lnTo>
                    <a:pt x="823316" y="5431980"/>
                  </a:lnTo>
                  <a:lnTo>
                    <a:pt x="823442" y="5431980"/>
                  </a:lnTo>
                  <a:lnTo>
                    <a:pt x="823568" y="5431980"/>
                  </a:lnTo>
                  <a:lnTo>
                    <a:pt x="823694" y="5431980"/>
                  </a:lnTo>
                  <a:lnTo>
                    <a:pt x="823821" y="5431980"/>
                  </a:lnTo>
                  <a:lnTo>
                    <a:pt x="823947" y="5431980"/>
                  </a:lnTo>
                  <a:lnTo>
                    <a:pt x="824073" y="5431980"/>
                  </a:lnTo>
                  <a:lnTo>
                    <a:pt x="824199" y="5431980"/>
                  </a:lnTo>
                  <a:lnTo>
                    <a:pt x="824326" y="5431980"/>
                  </a:lnTo>
                  <a:lnTo>
                    <a:pt x="824452" y="5431980"/>
                  </a:lnTo>
                  <a:lnTo>
                    <a:pt x="824578" y="5431980"/>
                  </a:lnTo>
                  <a:lnTo>
                    <a:pt x="824704" y="5431980"/>
                  </a:lnTo>
                  <a:lnTo>
                    <a:pt x="824831" y="5431980"/>
                  </a:lnTo>
                  <a:lnTo>
                    <a:pt x="824957" y="5431980"/>
                  </a:lnTo>
                  <a:lnTo>
                    <a:pt x="825083" y="5431980"/>
                  </a:lnTo>
                  <a:lnTo>
                    <a:pt x="825210" y="5431980"/>
                  </a:lnTo>
                  <a:lnTo>
                    <a:pt x="825336" y="5431980"/>
                  </a:lnTo>
                  <a:lnTo>
                    <a:pt x="825462" y="5431980"/>
                  </a:lnTo>
                  <a:lnTo>
                    <a:pt x="825588" y="5431980"/>
                  </a:lnTo>
                  <a:lnTo>
                    <a:pt x="825715" y="5431980"/>
                  </a:lnTo>
                  <a:lnTo>
                    <a:pt x="825841" y="5431980"/>
                  </a:lnTo>
                  <a:lnTo>
                    <a:pt x="825967" y="5431980"/>
                  </a:lnTo>
                  <a:lnTo>
                    <a:pt x="826093" y="5431980"/>
                  </a:lnTo>
                  <a:lnTo>
                    <a:pt x="826220" y="5431980"/>
                  </a:lnTo>
                  <a:lnTo>
                    <a:pt x="826346" y="5431980"/>
                  </a:lnTo>
                  <a:lnTo>
                    <a:pt x="826472" y="5431980"/>
                  </a:lnTo>
                  <a:lnTo>
                    <a:pt x="826598" y="5431980"/>
                  </a:lnTo>
                  <a:lnTo>
                    <a:pt x="826725" y="5431980"/>
                  </a:lnTo>
                  <a:lnTo>
                    <a:pt x="826851" y="5431980"/>
                  </a:lnTo>
                  <a:lnTo>
                    <a:pt x="826851" y="5427069"/>
                  </a:lnTo>
                  <a:lnTo>
                    <a:pt x="826977" y="5427069"/>
                  </a:lnTo>
                  <a:lnTo>
                    <a:pt x="827103" y="5427069"/>
                  </a:lnTo>
                  <a:lnTo>
                    <a:pt x="827103" y="5422157"/>
                  </a:lnTo>
                  <a:lnTo>
                    <a:pt x="827230" y="5422157"/>
                  </a:lnTo>
                  <a:lnTo>
                    <a:pt x="827356" y="5422157"/>
                  </a:lnTo>
                  <a:lnTo>
                    <a:pt x="827482" y="5422157"/>
                  </a:lnTo>
                  <a:lnTo>
                    <a:pt x="827608" y="5422157"/>
                  </a:lnTo>
                  <a:lnTo>
                    <a:pt x="827735" y="5422157"/>
                  </a:lnTo>
                  <a:lnTo>
                    <a:pt x="827861" y="5422157"/>
                  </a:lnTo>
                  <a:lnTo>
                    <a:pt x="827987" y="5422157"/>
                  </a:lnTo>
                  <a:lnTo>
                    <a:pt x="828113" y="5422157"/>
                  </a:lnTo>
                  <a:lnTo>
                    <a:pt x="828240" y="5422157"/>
                  </a:lnTo>
                  <a:lnTo>
                    <a:pt x="828366" y="5422157"/>
                  </a:lnTo>
                  <a:lnTo>
                    <a:pt x="828492" y="5422157"/>
                  </a:lnTo>
                  <a:lnTo>
                    <a:pt x="828618" y="5422157"/>
                  </a:lnTo>
                  <a:lnTo>
                    <a:pt x="828745" y="5422157"/>
                  </a:lnTo>
                  <a:lnTo>
                    <a:pt x="828871" y="5422157"/>
                  </a:lnTo>
                  <a:lnTo>
                    <a:pt x="828997" y="5422157"/>
                  </a:lnTo>
                  <a:lnTo>
                    <a:pt x="829123" y="5422157"/>
                  </a:lnTo>
                  <a:lnTo>
                    <a:pt x="829250" y="5422157"/>
                  </a:lnTo>
                  <a:lnTo>
                    <a:pt x="829376" y="5422157"/>
                  </a:lnTo>
                  <a:lnTo>
                    <a:pt x="829502" y="5422157"/>
                  </a:lnTo>
                  <a:lnTo>
                    <a:pt x="829628" y="5422157"/>
                  </a:lnTo>
                  <a:lnTo>
                    <a:pt x="829755" y="5422157"/>
                  </a:lnTo>
                  <a:lnTo>
                    <a:pt x="829881" y="5422157"/>
                  </a:lnTo>
                  <a:lnTo>
                    <a:pt x="830007" y="5422157"/>
                  </a:lnTo>
                  <a:lnTo>
                    <a:pt x="830134" y="5422157"/>
                  </a:lnTo>
                  <a:lnTo>
                    <a:pt x="830260" y="5422157"/>
                  </a:lnTo>
                  <a:lnTo>
                    <a:pt x="830386" y="5422157"/>
                  </a:lnTo>
                  <a:lnTo>
                    <a:pt x="830512" y="5422157"/>
                  </a:lnTo>
                  <a:lnTo>
                    <a:pt x="830639" y="5422157"/>
                  </a:lnTo>
                  <a:lnTo>
                    <a:pt x="830765" y="5422157"/>
                  </a:lnTo>
                  <a:lnTo>
                    <a:pt x="830891" y="5422157"/>
                  </a:lnTo>
                  <a:lnTo>
                    <a:pt x="831017" y="5422157"/>
                  </a:lnTo>
                  <a:lnTo>
                    <a:pt x="831144" y="5422157"/>
                  </a:lnTo>
                  <a:lnTo>
                    <a:pt x="831270" y="5422157"/>
                  </a:lnTo>
                  <a:lnTo>
                    <a:pt x="831396" y="5422157"/>
                  </a:lnTo>
                  <a:lnTo>
                    <a:pt x="831522" y="5422157"/>
                  </a:lnTo>
                  <a:lnTo>
                    <a:pt x="831649" y="5422157"/>
                  </a:lnTo>
                  <a:lnTo>
                    <a:pt x="831775" y="5422157"/>
                  </a:lnTo>
                  <a:lnTo>
                    <a:pt x="831901" y="5422157"/>
                  </a:lnTo>
                  <a:lnTo>
                    <a:pt x="832027" y="5422157"/>
                  </a:lnTo>
                  <a:lnTo>
                    <a:pt x="832154" y="5422157"/>
                  </a:lnTo>
                  <a:lnTo>
                    <a:pt x="832280" y="5422157"/>
                  </a:lnTo>
                  <a:lnTo>
                    <a:pt x="832406" y="5422157"/>
                  </a:lnTo>
                  <a:lnTo>
                    <a:pt x="832532" y="5422157"/>
                  </a:lnTo>
                  <a:lnTo>
                    <a:pt x="832659" y="5422157"/>
                  </a:lnTo>
                  <a:lnTo>
                    <a:pt x="832785" y="5422157"/>
                  </a:lnTo>
                  <a:lnTo>
                    <a:pt x="832911" y="5422157"/>
                  </a:lnTo>
                  <a:lnTo>
                    <a:pt x="833037" y="5422157"/>
                  </a:lnTo>
                  <a:lnTo>
                    <a:pt x="833164" y="5422157"/>
                  </a:lnTo>
                  <a:lnTo>
                    <a:pt x="833290" y="5422157"/>
                  </a:lnTo>
                  <a:lnTo>
                    <a:pt x="833416" y="5422157"/>
                  </a:lnTo>
                  <a:lnTo>
                    <a:pt x="833542" y="5422157"/>
                  </a:lnTo>
                  <a:lnTo>
                    <a:pt x="833669" y="5422157"/>
                  </a:lnTo>
                  <a:lnTo>
                    <a:pt x="833795" y="5422157"/>
                  </a:lnTo>
                  <a:lnTo>
                    <a:pt x="833921" y="5422157"/>
                  </a:lnTo>
                  <a:lnTo>
                    <a:pt x="834047" y="5422157"/>
                  </a:lnTo>
                  <a:lnTo>
                    <a:pt x="834174" y="5422157"/>
                  </a:lnTo>
                  <a:lnTo>
                    <a:pt x="834300" y="5422157"/>
                  </a:lnTo>
                  <a:lnTo>
                    <a:pt x="834426" y="5422157"/>
                  </a:lnTo>
                  <a:lnTo>
                    <a:pt x="834552" y="5422157"/>
                  </a:lnTo>
                  <a:lnTo>
                    <a:pt x="834679" y="5422157"/>
                  </a:lnTo>
                  <a:lnTo>
                    <a:pt x="834805" y="5422157"/>
                  </a:lnTo>
                  <a:lnTo>
                    <a:pt x="834931" y="5422157"/>
                  </a:lnTo>
                  <a:lnTo>
                    <a:pt x="834931" y="5417246"/>
                  </a:lnTo>
                  <a:lnTo>
                    <a:pt x="835058" y="5417246"/>
                  </a:lnTo>
                  <a:lnTo>
                    <a:pt x="835184" y="5417246"/>
                  </a:lnTo>
                  <a:lnTo>
                    <a:pt x="835310" y="5417246"/>
                  </a:lnTo>
                  <a:lnTo>
                    <a:pt x="835436" y="5417246"/>
                  </a:lnTo>
                  <a:lnTo>
                    <a:pt x="835563" y="5417246"/>
                  </a:lnTo>
                  <a:lnTo>
                    <a:pt x="835689" y="5417246"/>
                  </a:lnTo>
                  <a:lnTo>
                    <a:pt x="835815" y="5417246"/>
                  </a:lnTo>
                  <a:lnTo>
                    <a:pt x="835941" y="5417246"/>
                  </a:lnTo>
                  <a:lnTo>
                    <a:pt x="836068" y="5417246"/>
                  </a:lnTo>
                  <a:lnTo>
                    <a:pt x="836194" y="5417246"/>
                  </a:lnTo>
                  <a:lnTo>
                    <a:pt x="836320" y="5417246"/>
                  </a:lnTo>
                  <a:lnTo>
                    <a:pt x="836446" y="5417246"/>
                  </a:lnTo>
                  <a:lnTo>
                    <a:pt x="836446" y="5412335"/>
                  </a:lnTo>
                  <a:lnTo>
                    <a:pt x="836573" y="5412335"/>
                  </a:lnTo>
                  <a:lnTo>
                    <a:pt x="836699" y="5412335"/>
                  </a:lnTo>
                  <a:lnTo>
                    <a:pt x="836825" y="5412335"/>
                  </a:lnTo>
                  <a:lnTo>
                    <a:pt x="836951" y="5412335"/>
                  </a:lnTo>
                  <a:lnTo>
                    <a:pt x="837078" y="5412335"/>
                  </a:lnTo>
                  <a:lnTo>
                    <a:pt x="837204" y="5412335"/>
                  </a:lnTo>
                  <a:lnTo>
                    <a:pt x="837330" y="5412335"/>
                  </a:lnTo>
                  <a:lnTo>
                    <a:pt x="837456" y="5412335"/>
                  </a:lnTo>
                  <a:lnTo>
                    <a:pt x="837583" y="5412335"/>
                  </a:lnTo>
                  <a:lnTo>
                    <a:pt x="837709" y="5412335"/>
                  </a:lnTo>
                  <a:lnTo>
                    <a:pt x="837835" y="5412335"/>
                  </a:lnTo>
                  <a:lnTo>
                    <a:pt x="837961" y="5412335"/>
                  </a:lnTo>
                  <a:lnTo>
                    <a:pt x="838088" y="5412335"/>
                  </a:lnTo>
                  <a:lnTo>
                    <a:pt x="838214" y="5412335"/>
                  </a:lnTo>
                  <a:lnTo>
                    <a:pt x="838340" y="5412335"/>
                  </a:lnTo>
                  <a:lnTo>
                    <a:pt x="838466" y="5412335"/>
                  </a:lnTo>
                  <a:lnTo>
                    <a:pt x="838593" y="5412335"/>
                  </a:lnTo>
                  <a:lnTo>
                    <a:pt x="838719" y="5412335"/>
                  </a:lnTo>
                  <a:lnTo>
                    <a:pt x="838845" y="5412335"/>
                  </a:lnTo>
                  <a:lnTo>
                    <a:pt x="838971" y="5412335"/>
                  </a:lnTo>
                  <a:lnTo>
                    <a:pt x="839098" y="5412335"/>
                  </a:lnTo>
                  <a:lnTo>
                    <a:pt x="839224" y="5412335"/>
                  </a:lnTo>
                  <a:lnTo>
                    <a:pt x="839350" y="5412335"/>
                  </a:lnTo>
                  <a:lnTo>
                    <a:pt x="839476" y="5412335"/>
                  </a:lnTo>
                  <a:lnTo>
                    <a:pt x="839603" y="5412335"/>
                  </a:lnTo>
                  <a:lnTo>
                    <a:pt x="839729" y="5412335"/>
                  </a:lnTo>
                  <a:lnTo>
                    <a:pt x="839855" y="5412335"/>
                  </a:lnTo>
                  <a:lnTo>
                    <a:pt x="839981" y="5412335"/>
                  </a:lnTo>
                  <a:lnTo>
                    <a:pt x="840108" y="5412335"/>
                  </a:lnTo>
                  <a:lnTo>
                    <a:pt x="840234" y="5412335"/>
                  </a:lnTo>
                  <a:lnTo>
                    <a:pt x="840360" y="5412335"/>
                  </a:lnTo>
                  <a:lnTo>
                    <a:pt x="840487" y="5412335"/>
                  </a:lnTo>
                  <a:lnTo>
                    <a:pt x="840613" y="5412335"/>
                  </a:lnTo>
                  <a:lnTo>
                    <a:pt x="840739" y="5412335"/>
                  </a:lnTo>
                  <a:lnTo>
                    <a:pt x="840865" y="5412335"/>
                  </a:lnTo>
                  <a:lnTo>
                    <a:pt x="840992" y="5412335"/>
                  </a:lnTo>
                  <a:lnTo>
                    <a:pt x="841118" y="5412335"/>
                  </a:lnTo>
                  <a:lnTo>
                    <a:pt x="841244" y="5412335"/>
                  </a:lnTo>
                  <a:lnTo>
                    <a:pt x="841370" y="5412335"/>
                  </a:lnTo>
                  <a:lnTo>
                    <a:pt x="841497" y="5412335"/>
                  </a:lnTo>
                  <a:lnTo>
                    <a:pt x="841623" y="5412335"/>
                  </a:lnTo>
                  <a:lnTo>
                    <a:pt x="841749" y="5412335"/>
                  </a:lnTo>
                  <a:lnTo>
                    <a:pt x="841875" y="5412335"/>
                  </a:lnTo>
                  <a:lnTo>
                    <a:pt x="841875" y="5407423"/>
                  </a:lnTo>
                  <a:lnTo>
                    <a:pt x="842002" y="5407423"/>
                  </a:lnTo>
                  <a:lnTo>
                    <a:pt x="842128" y="5407423"/>
                  </a:lnTo>
                  <a:lnTo>
                    <a:pt x="842254" y="5407423"/>
                  </a:lnTo>
                  <a:lnTo>
                    <a:pt x="842380" y="5407423"/>
                  </a:lnTo>
                  <a:lnTo>
                    <a:pt x="842507" y="5407423"/>
                  </a:lnTo>
                  <a:lnTo>
                    <a:pt x="842633" y="5407423"/>
                  </a:lnTo>
                  <a:lnTo>
                    <a:pt x="842759" y="5407423"/>
                  </a:lnTo>
                  <a:lnTo>
                    <a:pt x="842885" y="5407423"/>
                  </a:lnTo>
                  <a:lnTo>
                    <a:pt x="843012" y="5407423"/>
                  </a:lnTo>
                  <a:lnTo>
                    <a:pt x="843138" y="5407423"/>
                  </a:lnTo>
                  <a:lnTo>
                    <a:pt x="843264" y="5407423"/>
                  </a:lnTo>
                  <a:lnTo>
                    <a:pt x="843390" y="5407423"/>
                  </a:lnTo>
                  <a:lnTo>
                    <a:pt x="843517" y="5407423"/>
                  </a:lnTo>
                  <a:lnTo>
                    <a:pt x="843643" y="5407423"/>
                  </a:lnTo>
                  <a:lnTo>
                    <a:pt x="843769" y="5407423"/>
                  </a:lnTo>
                  <a:lnTo>
                    <a:pt x="843895" y="5407423"/>
                  </a:lnTo>
                  <a:lnTo>
                    <a:pt x="844022" y="5407423"/>
                  </a:lnTo>
                  <a:lnTo>
                    <a:pt x="844148" y="5407423"/>
                  </a:lnTo>
                  <a:lnTo>
                    <a:pt x="844274" y="5407423"/>
                  </a:lnTo>
                  <a:lnTo>
                    <a:pt x="844400" y="5407423"/>
                  </a:lnTo>
                  <a:lnTo>
                    <a:pt x="844527" y="5407423"/>
                  </a:lnTo>
                  <a:lnTo>
                    <a:pt x="844653" y="5407423"/>
                  </a:lnTo>
                  <a:lnTo>
                    <a:pt x="844779" y="5407423"/>
                  </a:lnTo>
                  <a:lnTo>
                    <a:pt x="844905" y="5407423"/>
                  </a:lnTo>
                  <a:lnTo>
                    <a:pt x="845032" y="5407423"/>
                  </a:lnTo>
                  <a:lnTo>
                    <a:pt x="845158" y="5407423"/>
                  </a:lnTo>
                  <a:lnTo>
                    <a:pt x="845284" y="5407423"/>
                  </a:lnTo>
                  <a:lnTo>
                    <a:pt x="845411" y="5407423"/>
                  </a:lnTo>
                  <a:lnTo>
                    <a:pt x="845537" y="5407423"/>
                  </a:lnTo>
                  <a:lnTo>
                    <a:pt x="845663" y="5407423"/>
                  </a:lnTo>
                  <a:lnTo>
                    <a:pt x="845789" y="5407423"/>
                  </a:lnTo>
                  <a:lnTo>
                    <a:pt x="845916" y="5407423"/>
                  </a:lnTo>
                  <a:lnTo>
                    <a:pt x="846042" y="5407423"/>
                  </a:lnTo>
                  <a:lnTo>
                    <a:pt x="846168" y="5407423"/>
                  </a:lnTo>
                  <a:lnTo>
                    <a:pt x="846294" y="5407423"/>
                  </a:lnTo>
                  <a:lnTo>
                    <a:pt x="846421" y="5407423"/>
                  </a:lnTo>
                  <a:lnTo>
                    <a:pt x="846547" y="5407423"/>
                  </a:lnTo>
                  <a:lnTo>
                    <a:pt x="846673" y="5407423"/>
                  </a:lnTo>
                  <a:lnTo>
                    <a:pt x="846799" y="5407423"/>
                  </a:lnTo>
                  <a:lnTo>
                    <a:pt x="846926" y="5407423"/>
                  </a:lnTo>
                  <a:lnTo>
                    <a:pt x="847052" y="5407423"/>
                  </a:lnTo>
                  <a:lnTo>
                    <a:pt x="847178" y="5407423"/>
                  </a:lnTo>
                  <a:lnTo>
                    <a:pt x="847304" y="5407423"/>
                  </a:lnTo>
                  <a:lnTo>
                    <a:pt x="847431" y="5407423"/>
                  </a:lnTo>
                  <a:lnTo>
                    <a:pt x="847557" y="5407423"/>
                  </a:lnTo>
                  <a:lnTo>
                    <a:pt x="847683" y="5407423"/>
                  </a:lnTo>
                  <a:lnTo>
                    <a:pt x="847809" y="5407423"/>
                  </a:lnTo>
                  <a:lnTo>
                    <a:pt x="847936" y="5407423"/>
                  </a:lnTo>
                  <a:lnTo>
                    <a:pt x="848062" y="5407423"/>
                  </a:lnTo>
                  <a:lnTo>
                    <a:pt x="848188" y="5407423"/>
                  </a:lnTo>
                  <a:lnTo>
                    <a:pt x="848314" y="5407423"/>
                  </a:lnTo>
                  <a:lnTo>
                    <a:pt x="848441" y="5407423"/>
                  </a:lnTo>
                  <a:lnTo>
                    <a:pt x="848567" y="5407423"/>
                  </a:lnTo>
                  <a:lnTo>
                    <a:pt x="848693" y="5407423"/>
                  </a:lnTo>
                  <a:lnTo>
                    <a:pt x="848819" y="5407423"/>
                  </a:lnTo>
                  <a:lnTo>
                    <a:pt x="848946" y="5407423"/>
                  </a:lnTo>
                  <a:lnTo>
                    <a:pt x="849072" y="5407423"/>
                  </a:lnTo>
                  <a:lnTo>
                    <a:pt x="849198" y="5407423"/>
                  </a:lnTo>
                  <a:lnTo>
                    <a:pt x="849324" y="5407423"/>
                  </a:lnTo>
                  <a:lnTo>
                    <a:pt x="849451" y="5407423"/>
                  </a:lnTo>
                  <a:lnTo>
                    <a:pt x="849577" y="5407423"/>
                  </a:lnTo>
                  <a:lnTo>
                    <a:pt x="849703" y="5407423"/>
                  </a:lnTo>
                  <a:lnTo>
                    <a:pt x="849829" y="5407423"/>
                  </a:lnTo>
                  <a:lnTo>
                    <a:pt x="849956" y="5407423"/>
                  </a:lnTo>
                  <a:lnTo>
                    <a:pt x="850082" y="5407423"/>
                  </a:lnTo>
                  <a:lnTo>
                    <a:pt x="850208" y="5407423"/>
                  </a:lnTo>
                  <a:lnTo>
                    <a:pt x="850334" y="5407423"/>
                  </a:lnTo>
                  <a:lnTo>
                    <a:pt x="850461" y="5407423"/>
                  </a:lnTo>
                  <a:lnTo>
                    <a:pt x="850587" y="5407423"/>
                  </a:lnTo>
                  <a:lnTo>
                    <a:pt x="850713" y="5407423"/>
                  </a:lnTo>
                  <a:lnTo>
                    <a:pt x="850840" y="5407423"/>
                  </a:lnTo>
                  <a:lnTo>
                    <a:pt x="850966" y="5407423"/>
                  </a:lnTo>
                  <a:lnTo>
                    <a:pt x="851092" y="5407423"/>
                  </a:lnTo>
                  <a:lnTo>
                    <a:pt x="851218" y="5407423"/>
                  </a:lnTo>
                  <a:lnTo>
                    <a:pt x="851345" y="5407423"/>
                  </a:lnTo>
                  <a:lnTo>
                    <a:pt x="851471" y="5407423"/>
                  </a:lnTo>
                  <a:lnTo>
                    <a:pt x="851597" y="5407423"/>
                  </a:lnTo>
                  <a:lnTo>
                    <a:pt x="851723" y="5407423"/>
                  </a:lnTo>
                  <a:lnTo>
                    <a:pt x="851850" y="5407423"/>
                  </a:lnTo>
                  <a:lnTo>
                    <a:pt x="851976" y="5407423"/>
                  </a:lnTo>
                  <a:lnTo>
                    <a:pt x="852102" y="5407423"/>
                  </a:lnTo>
                  <a:lnTo>
                    <a:pt x="852228" y="5407423"/>
                  </a:lnTo>
                  <a:lnTo>
                    <a:pt x="852355" y="5407423"/>
                  </a:lnTo>
                  <a:lnTo>
                    <a:pt x="852481" y="5407423"/>
                  </a:lnTo>
                  <a:lnTo>
                    <a:pt x="852607" y="5407423"/>
                  </a:lnTo>
                  <a:lnTo>
                    <a:pt x="852733" y="5407423"/>
                  </a:lnTo>
                  <a:lnTo>
                    <a:pt x="852860" y="5407423"/>
                  </a:lnTo>
                  <a:lnTo>
                    <a:pt x="852986" y="5407423"/>
                  </a:lnTo>
                  <a:lnTo>
                    <a:pt x="853112" y="5407423"/>
                  </a:lnTo>
                  <a:lnTo>
                    <a:pt x="853238" y="5407423"/>
                  </a:lnTo>
                  <a:lnTo>
                    <a:pt x="853365" y="5407423"/>
                  </a:lnTo>
                  <a:lnTo>
                    <a:pt x="853491" y="5407423"/>
                  </a:lnTo>
                  <a:lnTo>
                    <a:pt x="853617" y="5407423"/>
                  </a:lnTo>
                  <a:lnTo>
                    <a:pt x="853743" y="5407423"/>
                  </a:lnTo>
                  <a:lnTo>
                    <a:pt x="853870" y="5407423"/>
                  </a:lnTo>
                  <a:lnTo>
                    <a:pt x="853996" y="5407423"/>
                  </a:lnTo>
                  <a:lnTo>
                    <a:pt x="854122" y="5407423"/>
                  </a:lnTo>
                  <a:lnTo>
                    <a:pt x="854248" y="5407423"/>
                  </a:lnTo>
                  <a:lnTo>
                    <a:pt x="854375" y="5407423"/>
                  </a:lnTo>
                  <a:lnTo>
                    <a:pt x="854501" y="5407423"/>
                  </a:lnTo>
                  <a:lnTo>
                    <a:pt x="854501" y="5402512"/>
                  </a:lnTo>
                  <a:lnTo>
                    <a:pt x="854627" y="5402512"/>
                  </a:lnTo>
                  <a:lnTo>
                    <a:pt x="854753" y="5402512"/>
                  </a:lnTo>
                  <a:lnTo>
                    <a:pt x="854880" y="5402512"/>
                  </a:lnTo>
                  <a:lnTo>
                    <a:pt x="855006" y="5402512"/>
                  </a:lnTo>
                  <a:lnTo>
                    <a:pt x="855132" y="5402512"/>
                  </a:lnTo>
                  <a:lnTo>
                    <a:pt x="855258" y="5402512"/>
                  </a:lnTo>
                  <a:lnTo>
                    <a:pt x="855385" y="5402512"/>
                  </a:lnTo>
                  <a:lnTo>
                    <a:pt x="855511" y="5402512"/>
                  </a:lnTo>
                  <a:lnTo>
                    <a:pt x="855637" y="5402512"/>
                  </a:lnTo>
                  <a:lnTo>
                    <a:pt x="855764" y="5402512"/>
                  </a:lnTo>
                  <a:lnTo>
                    <a:pt x="855890" y="5402512"/>
                  </a:lnTo>
                  <a:lnTo>
                    <a:pt x="856016" y="5402512"/>
                  </a:lnTo>
                  <a:lnTo>
                    <a:pt x="856142" y="5402512"/>
                  </a:lnTo>
                  <a:lnTo>
                    <a:pt x="856269" y="5402512"/>
                  </a:lnTo>
                  <a:lnTo>
                    <a:pt x="856395" y="5402512"/>
                  </a:lnTo>
                  <a:lnTo>
                    <a:pt x="856521" y="5402512"/>
                  </a:lnTo>
                  <a:lnTo>
                    <a:pt x="856647" y="5402512"/>
                  </a:lnTo>
                  <a:lnTo>
                    <a:pt x="856774" y="5402512"/>
                  </a:lnTo>
                  <a:lnTo>
                    <a:pt x="856900" y="5402512"/>
                  </a:lnTo>
                  <a:lnTo>
                    <a:pt x="857026" y="5402512"/>
                  </a:lnTo>
                  <a:lnTo>
                    <a:pt x="857152" y="5402512"/>
                  </a:lnTo>
                  <a:lnTo>
                    <a:pt x="857279" y="5402512"/>
                  </a:lnTo>
                  <a:lnTo>
                    <a:pt x="857405" y="5402512"/>
                  </a:lnTo>
                  <a:lnTo>
                    <a:pt x="857531" y="5402512"/>
                  </a:lnTo>
                  <a:lnTo>
                    <a:pt x="857657" y="5402512"/>
                  </a:lnTo>
                  <a:lnTo>
                    <a:pt x="857784" y="5402512"/>
                  </a:lnTo>
                  <a:lnTo>
                    <a:pt x="857910" y="5402512"/>
                  </a:lnTo>
                  <a:lnTo>
                    <a:pt x="858036" y="5402512"/>
                  </a:lnTo>
                  <a:lnTo>
                    <a:pt x="858162" y="5402512"/>
                  </a:lnTo>
                  <a:lnTo>
                    <a:pt x="858289" y="5402512"/>
                  </a:lnTo>
                  <a:lnTo>
                    <a:pt x="858415" y="5402512"/>
                  </a:lnTo>
                  <a:lnTo>
                    <a:pt x="858541" y="5402512"/>
                  </a:lnTo>
                  <a:lnTo>
                    <a:pt x="858667" y="5402512"/>
                  </a:lnTo>
                  <a:lnTo>
                    <a:pt x="858794" y="5402512"/>
                  </a:lnTo>
                  <a:lnTo>
                    <a:pt x="858920" y="5402512"/>
                  </a:lnTo>
                  <a:lnTo>
                    <a:pt x="859046" y="5402512"/>
                  </a:lnTo>
                  <a:lnTo>
                    <a:pt x="859172" y="5402512"/>
                  </a:lnTo>
                  <a:lnTo>
                    <a:pt x="859299" y="5402512"/>
                  </a:lnTo>
                  <a:lnTo>
                    <a:pt x="859425" y="5402512"/>
                  </a:lnTo>
                  <a:lnTo>
                    <a:pt x="859551" y="5402512"/>
                  </a:lnTo>
                  <a:lnTo>
                    <a:pt x="859677" y="5402512"/>
                  </a:lnTo>
                  <a:lnTo>
                    <a:pt x="859804" y="5402512"/>
                  </a:lnTo>
                  <a:lnTo>
                    <a:pt x="859930" y="5402512"/>
                  </a:lnTo>
                  <a:lnTo>
                    <a:pt x="860056" y="5402512"/>
                  </a:lnTo>
                  <a:lnTo>
                    <a:pt x="860182" y="5402512"/>
                  </a:lnTo>
                  <a:lnTo>
                    <a:pt x="860309" y="5402512"/>
                  </a:lnTo>
                  <a:lnTo>
                    <a:pt x="860435" y="5402512"/>
                  </a:lnTo>
                  <a:lnTo>
                    <a:pt x="860561" y="5402512"/>
                  </a:lnTo>
                  <a:lnTo>
                    <a:pt x="860687" y="5402512"/>
                  </a:lnTo>
                  <a:lnTo>
                    <a:pt x="860814" y="5402512"/>
                  </a:lnTo>
                  <a:lnTo>
                    <a:pt x="860940" y="5402512"/>
                  </a:lnTo>
                  <a:lnTo>
                    <a:pt x="861066" y="5402512"/>
                  </a:lnTo>
                  <a:lnTo>
                    <a:pt x="861193" y="5402512"/>
                  </a:lnTo>
                  <a:lnTo>
                    <a:pt x="861319" y="5402512"/>
                  </a:lnTo>
                  <a:lnTo>
                    <a:pt x="861445" y="5402512"/>
                  </a:lnTo>
                  <a:lnTo>
                    <a:pt x="861571" y="5402512"/>
                  </a:lnTo>
                  <a:lnTo>
                    <a:pt x="861698" y="5402512"/>
                  </a:lnTo>
                  <a:lnTo>
                    <a:pt x="861824" y="5402512"/>
                  </a:lnTo>
                  <a:lnTo>
                    <a:pt x="861950" y="5402512"/>
                  </a:lnTo>
                  <a:lnTo>
                    <a:pt x="862076" y="5402512"/>
                  </a:lnTo>
                  <a:lnTo>
                    <a:pt x="862203" y="5402512"/>
                  </a:lnTo>
                  <a:lnTo>
                    <a:pt x="862329" y="5402512"/>
                  </a:lnTo>
                  <a:lnTo>
                    <a:pt x="862455" y="5402512"/>
                  </a:lnTo>
                  <a:lnTo>
                    <a:pt x="862581" y="5402512"/>
                  </a:lnTo>
                  <a:lnTo>
                    <a:pt x="862708" y="5402512"/>
                  </a:lnTo>
                  <a:lnTo>
                    <a:pt x="862708" y="5397601"/>
                  </a:lnTo>
                  <a:lnTo>
                    <a:pt x="862834" y="5397601"/>
                  </a:lnTo>
                  <a:lnTo>
                    <a:pt x="862960" y="5397601"/>
                  </a:lnTo>
                  <a:lnTo>
                    <a:pt x="863086" y="5397601"/>
                  </a:lnTo>
                  <a:lnTo>
                    <a:pt x="863086" y="5392689"/>
                  </a:lnTo>
                  <a:lnTo>
                    <a:pt x="863213" y="5392689"/>
                  </a:lnTo>
                  <a:lnTo>
                    <a:pt x="863339" y="5392689"/>
                  </a:lnTo>
                  <a:lnTo>
                    <a:pt x="863465" y="5392689"/>
                  </a:lnTo>
                  <a:lnTo>
                    <a:pt x="863591" y="5392689"/>
                  </a:lnTo>
                  <a:lnTo>
                    <a:pt x="863718" y="5392689"/>
                  </a:lnTo>
                  <a:lnTo>
                    <a:pt x="863844" y="5392689"/>
                  </a:lnTo>
                  <a:lnTo>
                    <a:pt x="863970" y="5392689"/>
                  </a:lnTo>
                  <a:lnTo>
                    <a:pt x="864096" y="5392689"/>
                  </a:lnTo>
                  <a:lnTo>
                    <a:pt x="864223" y="5392689"/>
                  </a:lnTo>
                  <a:lnTo>
                    <a:pt x="864349" y="5392689"/>
                  </a:lnTo>
                  <a:lnTo>
                    <a:pt x="864475" y="5392689"/>
                  </a:lnTo>
                  <a:lnTo>
                    <a:pt x="864601" y="5392689"/>
                  </a:lnTo>
                  <a:lnTo>
                    <a:pt x="864728" y="5392689"/>
                  </a:lnTo>
                  <a:lnTo>
                    <a:pt x="864854" y="5392689"/>
                  </a:lnTo>
                  <a:lnTo>
                    <a:pt x="864980" y="5392689"/>
                  </a:lnTo>
                  <a:lnTo>
                    <a:pt x="865106" y="5392689"/>
                  </a:lnTo>
                  <a:lnTo>
                    <a:pt x="865233" y="5392689"/>
                  </a:lnTo>
                  <a:lnTo>
                    <a:pt x="865359" y="5392689"/>
                  </a:lnTo>
                  <a:lnTo>
                    <a:pt x="865485" y="5392689"/>
                  </a:lnTo>
                  <a:lnTo>
                    <a:pt x="865611" y="5392689"/>
                  </a:lnTo>
                  <a:lnTo>
                    <a:pt x="865738" y="5392689"/>
                  </a:lnTo>
                  <a:lnTo>
                    <a:pt x="865864" y="5392689"/>
                  </a:lnTo>
                  <a:lnTo>
                    <a:pt x="865990" y="5392689"/>
                  </a:lnTo>
                  <a:lnTo>
                    <a:pt x="866117" y="5392689"/>
                  </a:lnTo>
                  <a:lnTo>
                    <a:pt x="866243" y="5392689"/>
                  </a:lnTo>
                  <a:lnTo>
                    <a:pt x="866369" y="5392689"/>
                  </a:lnTo>
                  <a:lnTo>
                    <a:pt x="866495" y="5392689"/>
                  </a:lnTo>
                  <a:lnTo>
                    <a:pt x="866622" y="5392689"/>
                  </a:lnTo>
                  <a:lnTo>
                    <a:pt x="866748" y="5392689"/>
                  </a:lnTo>
                  <a:lnTo>
                    <a:pt x="866874" y="5392689"/>
                  </a:lnTo>
                  <a:lnTo>
                    <a:pt x="867000" y="5392689"/>
                  </a:lnTo>
                  <a:lnTo>
                    <a:pt x="867127" y="5392689"/>
                  </a:lnTo>
                  <a:lnTo>
                    <a:pt x="867253" y="5392689"/>
                  </a:lnTo>
                  <a:lnTo>
                    <a:pt x="867379" y="5392689"/>
                  </a:lnTo>
                  <a:lnTo>
                    <a:pt x="867505" y="5392689"/>
                  </a:lnTo>
                  <a:lnTo>
                    <a:pt x="867632" y="5392689"/>
                  </a:lnTo>
                  <a:lnTo>
                    <a:pt x="867758" y="5392689"/>
                  </a:lnTo>
                  <a:lnTo>
                    <a:pt x="867884" y="5392689"/>
                  </a:lnTo>
                  <a:lnTo>
                    <a:pt x="868010" y="5392689"/>
                  </a:lnTo>
                  <a:lnTo>
                    <a:pt x="868137" y="5392689"/>
                  </a:lnTo>
                  <a:lnTo>
                    <a:pt x="868137" y="5387778"/>
                  </a:lnTo>
                  <a:lnTo>
                    <a:pt x="868263" y="5387778"/>
                  </a:lnTo>
                  <a:lnTo>
                    <a:pt x="868389" y="5387778"/>
                  </a:lnTo>
                  <a:lnTo>
                    <a:pt x="868515" y="5387778"/>
                  </a:lnTo>
                  <a:lnTo>
                    <a:pt x="868642" y="5387778"/>
                  </a:lnTo>
                  <a:lnTo>
                    <a:pt x="868768" y="5387778"/>
                  </a:lnTo>
                  <a:lnTo>
                    <a:pt x="868894" y="5387778"/>
                  </a:lnTo>
                  <a:lnTo>
                    <a:pt x="869020" y="5387778"/>
                  </a:lnTo>
                  <a:lnTo>
                    <a:pt x="869147" y="5387778"/>
                  </a:lnTo>
                  <a:lnTo>
                    <a:pt x="869273" y="5387778"/>
                  </a:lnTo>
                  <a:lnTo>
                    <a:pt x="869399" y="5387778"/>
                  </a:lnTo>
                  <a:lnTo>
                    <a:pt x="869525" y="5387778"/>
                  </a:lnTo>
                  <a:lnTo>
                    <a:pt x="869652" y="5387778"/>
                  </a:lnTo>
                  <a:lnTo>
                    <a:pt x="869778" y="5387778"/>
                  </a:lnTo>
                  <a:lnTo>
                    <a:pt x="869904" y="5387778"/>
                  </a:lnTo>
                  <a:lnTo>
                    <a:pt x="870030" y="5387778"/>
                  </a:lnTo>
                  <a:lnTo>
                    <a:pt x="870157" y="5387778"/>
                  </a:lnTo>
                  <a:lnTo>
                    <a:pt x="870283" y="5387778"/>
                  </a:lnTo>
                  <a:lnTo>
                    <a:pt x="870409" y="5387778"/>
                  </a:lnTo>
                  <a:lnTo>
                    <a:pt x="870535" y="5387778"/>
                  </a:lnTo>
                  <a:lnTo>
                    <a:pt x="870662" y="5387778"/>
                  </a:lnTo>
                  <a:lnTo>
                    <a:pt x="870788" y="5387778"/>
                  </a:lnTo>
                  <a:lnTo>
                    <a:pt x="870914" y="5387778"/>
                  </a:lnTo>
                  <a:lnTo>
                    <a:pt x="871040" y="5387778"/>
                  </a:lnTo>
                  <a:lnTo>
                    <a:pt x="871167" y="5387778"/>
                  </a:lnTo>
                  <a:lnTo>
                    <a:pt x="871293" y="5387778"/>
                  </a:lnTo>
                  <a:lnTo>
                    <a:pt x="871419" y="5387778"/>
                  </a:lnTo>
                  <a:lnTo>
                    <a:pt x="871546" y="5387778"/>
                  </a:lnTo>
                  <a:lnTo>
                    <a:pt x="871672" y="5387778"/>
                  </a:lnTo>
                  <a:lnTo>
                    <a:pt x="871798" y="5387778"/>
                  </a:lnTo>
                  <a:lnTo>
                    <a:pt x="871924" y="5387778"/>
                  </a:lnTo>
                  <a:lnTo>
                    <a:pt x="872051" y="5387778"/>
                  </a:lnTo>
                  <a:lnTo>
                    <a:pt x="872177" y="5387778"/>
                  </a:lnTo>
                  <a:lnTo>
                    <a:pt x="872177" y="5382866"/>
                  </a:lnTo>
                  <a:lnTo>
                    <a:pt x="872303" y="5382866"/>
                  </a:lnTo>
                  <a:lnTo>
                    <a:pt x="872429" y="5382866"/>
                  </a:lnTo>
                  <a:lnTo>
                    <a:pt x="872556" y="5382866"/>
                  </a:lnTo>
                  <a:lnTo>
                    <a:pt x="872682" y="5382866"/>
                  </a:lnTo>
                  <a:lnTo>
                    <a:pt x="872808" y="5382866"/>
                  </a:lnTo>
                  <a:lnTo>
                    <a:pt x="872934" y="5382866"/>
                  </a:lnTo>
                  <a:lnTo>
                    <a:pt x="873061" y="5382866"/>
                  </a:lnTo>
                  <a:lnTo>
                    <a:pt x="873187" y="5382866"/>
                  </a:lnTo>
                  <a:lnTo>
                    <a:pt x="873313" y="5382866"/>
                  </a:lnTo>
                  <a:lnTo>
                    <a:pt x="873439" y="5382866"/>
                  </a:lnTo>
                  <a:lnTo>
                    <a:pt x="873566" y="5382866"/>
                  </a:lnTo>
                  <a:lnTo>
                    <a:pt x="873692" y="5382866"/>
                  </a:lnTo>
                  <a:lnTo>
                    <a:pt x="873818" y="5382866"/>
                  </a:lnTo>
                  <a:lnTo>
                    <a:pt x="873944" y="5382866"/>
                  </a:lnTo>
                  <a:lnTo>
                    <a:pt x="874071" y="5382866"/>
                  </a:lnTo>
                  <a:lnTo>
                    <a:pt x="874197" y="5382866"/>
                  </a:lnTo>
                  <a:lnTo>
                    <a:pt x="874323" y="5382866"/>
                  </a:lnTo>
                  <a:lnTo>
                    <a:pt x="874449" y="5382866"/>
                  </a:lnTo>
                  <a:lnTo>
                    <a:pt x="874576" y="5382866"/>
                  </a:lnTo>
                  <a:lnTo>
                    <a:pt x="874702" y="5382866"/>
                  </a:lnTo>
                  <a:lnTo>
                    <a:pt x="874828" y="5382866"/>
                  </a:lnTo>
                  <a:lnTo>
                    <a:pt x="874954" y="5382866"/>
                  </a:lnTo>
                  <a:lnTo>
                    <a:pt x="875081" y="5382866"/>
                  </a:lnTo>
                  <a:lnTo>
                    <a:pt x="875207" y="5382866"/>
                  </a:lnTo>
                  <a:lnTo>
                    <a:pt x="875333" y="5382866"/>
                  </a:lnTo>
                  <a:lnTo>
                    <a:pt x="875459" y="5382866"/>
                  </a:lnTo>
                  <a:lnTo>
                    <a:pt x="875586" y="5382866"/>
                  </a:lnTo>
                  <a:lnTo>
                    <a:pt x="875712" y="5382866"/>
                  </a:lnTo>
                  <a:lnTo>
                    <a:pt x="875838" y="5382866"/>
                  </a:lnTo>
                  <a:lnTo>
                    <a:pt x="875964" y="5382866"/>
                  </a:lnTo>
                  <a:lnTo>
                    <a:pt x="876091" y="5382866"/>
                  </a:lnTo>
                  <a:lnTo>
                    <a:pt x="876217" y="5382866"/>
                  </a:lnTo>
                  <a:lnTo>
                    <a:pt x="876343" y="5382866"/>
                  </a:lnTo>
                  <a:lnTo>
                    <a:pt x="876470" y="5382866"/>
                  </a:lnTo>
                  <a:lnTo>
                    <a:pt x="876596" y="5382866"/>
                  </a:lnTo>
                  <a:lnTo>
                    <a:pt x="876722" y="5382866"/>
                  </a:lnTo>
                  <a:lnTo>
                    <a:pt x="876848" y="5382866"/>
                  </a:lnTo>
                  <a:lnTo>
                    <a:pt x="876975" y="5382866"/>
                  </a:lnTo>
                  <a:lnTo>
                    <a:pt x="877101" y="5382866"/>
                  </a:lnTo>
                  <a:lnTo>
                    <a:pt x="877227" y="5382866"/>
                  </a:lnTo>
                  <a:lnTo>
                    <a:pt x="877353" y="5382866"/>
                  </a:lnTo>
                  <a:lnTo>
                    <a:pt x="877480" y="5382866"/>
                  </a:lnTo>
                  <a:lnTo>
                    <a:pt x="877606" y="5382866"/>
                  </a:lnTo>
                  <a:lnTo>
                    <a:pt x="877732" y="5382866"/>
                  </a:lnTo>
                  <a:lnTo>
                    <a:pt x="877858" y="5382866"/>
                  </a:lnTo>
                  <a:lnTo>
                    <a:pt x="877985" y="5382866"/>
                  </a:lnTo>
                  <a:lnTo>
                    <a:pt x="878111" y="5382866"/>
                  </a:lnTo>
                  <a:lnTo>
                    <a:pt x="878237" y="5382866"/>
                  </a:lnTo>
                  <a:lnTo>
                    <a:pt x="878363" y="5382866"/>
                  </a:lnTo>
                  <a:lnTo>
                    <a:pt x="878490" y="5382866"/>
                  </a:lnTo>
                  <a:lnTo>
                    <a:pt x="878616" y="5382866"/>
                  </a:lnTo>
                  <a:lnTo>
                    <a:pt x="878742" y="5382866"/>
                  </a:lnTo>
                  <a:lnTo>
                    <a:pt x="878868" y="5382866"/>
                  </a:lnTo>
                  <a:lnTo>
                    <a:pt x="878995" y="5382866"/>
                  </a:lnTo>
                  <a:lnTo>
                    <a:pt x="879121" y="5382866"/>
                  </a:lnTo>
                  <a:lnTo>
                    <a:pt x="879247" y="5382866"/>
                  </a:lnTo>
                  <a:lnTo>
                    <a:pt x="879373" y="5382866"/>
                  </a:lnTo>
                  <a:lnTo>
                    <a:pt x="879500" y="5382866"/>
                  </a:lnTo>
                  <a:lnTo>
                    <a:pt x="879626" y="5382866"/>
                  </a:lnTo>
                  <a:lnTo>
                    <a:pt x="879752" y="5382866"/>
                  </a:lnTo>
                  <a:lnTo>
                    <a:pt x="879878" y="5382866"/>
                  </a:lnTo>
                  <a:lnTo>
                    <a:pt x="880005" y="5382866"/>
                  </a:lnTo>
                  <a:lnTo>
                    <a:pt x="880131" y="5382866"/>
                  </a:lnTo>
                  <a:lnTo>
                    <a:pt x="880257" y="5382866"/>
                  </a:lnTo>
                  <a:lnTo>
                    <a:pt x="880383" y="5382866"/>
                  </a:lnTo>
                  <a:lnTo>
                    <a:pt x="880510" y="5382866"/>
                  </a:lnTo>
                  <a:lnTo>
                    <a:pt x="880636" y="5382866"/>
                  </a:lnTo>
                  <a:lnTo>
                    <a:pt x="880762" y="5382866"/>
                  </a:lnTo>
                  <a:lnTo>
                    <a:pt x="880888" y="5382866"/>
                  </a:lnTo>
                  <a:lnTo>
                    <a:pt x="881015" y="5382866"/>
                  </a:lnTo>
                  <a:lnTo>
                    <a:pt x="881141" y="5382866"/>
                  </a:lnTo>
                  <a:lnTo>
                    <a:pt x="881267" y="5382866"/>
                  </a:lnTo>
                  <a:lnTo>
                    <a:pt x="881393" y="5382866"/>
                  </a:lnTo>
                  <a:lnTo>
                    <a:pt x="881520" y="5382866"/>
                  </a:lnTo>
                  <a:lnTo>
                    <a:pt x="881646" y="5382866"/>
                  </a:lnTo>
                  <a:lnTo>
                    <a:pt x="881772" y="5382866"/>
                  </a:lnTo>
                  <a:lnTo>
                    <a:pt x="881899" y="5382866"/>
                  </a:lnTo>
                  <a:lnTo>
                    <a:pt x="882025" y="5382866"/>
                  </a:lnTo>
                  <a:lnTo>
                    <a:pt x="882151" y="5382866"/>
                  </a:lnTo>
                  <a:lnTo>
                    <a:pt x="882277" y="5382866"/>
                  </a:lnTo>
                  <a:lnTo>
                    <a:pt x="882404" y="5382866"/>
                  </a:lnTo>
                  <a:lnTo>
                    <a:pt x="882530" y="5382866"/>
                  </a:lnTo>
                  <a:lnTo>
                    <a:pt x="882656" y="5382866"/>
                  </a:lnTo>
                  <a:lnTo>
                    <a:pt x="882656" y="5377955"/>
                  </a:lnTo>
                  <a:lnTo>
                    <a:pt x="882782" y="5377955"/>
                  </a:lnTo>
                  <a:lnTo>
                    <a:pt x="882909" y="5377955"/>
                  </a:lnTo>
                  <a:lnTo>
                    <a:pt x="883035" y="5377955"/>
                  </a:lnTo>
                  <a:lnTo>
                    <a:pt x="883161" y="5377955"/>
                  </a:lnTo>
                  <a:lnTo>
                    <a:pt x="883287" y="5377955"/>
                  </a:lnTo>
                  <a:lnTo>
                    <a:pt x="883414" y="5377955"/>
                  </a:lnTo>
                  <a:lnTo>
                    <a:pt x="883540" y="5377955"/>
                  </a:lnTo>
                  <a:lnTo>
                    <a:pt x="883666" y="5377955"/>
                  </a:lnTo>
                  <a:lnTo>
                    <a:pt x="883792" y="5377955"/>
                  </a:lnTo>
                  <a:lnTo>
                    <a:pt x="883919" y="5377955"/>
                  </a:lnTo>
                  <a:lnTo>
                    <a:pt x="884045" y="5377955"/>
                  </a:lnTo>
                  <a:lnTo>
                    <a:pt x="884171" y="5377955"/>
                  </a:lnTo>
                  <a:lnTo>
                    <a:pt x="884297" y="5377955"/>
                  </a:lnTo>
                  <a:lnTo>
                    <a:pt x="884424" y="5377955"/>
                  </a:lnTo>
                  <a:lnTo>
                    <a:pt x="884550" y="5377955"/>
                  </a:lnTo>
                  <a:lnTo>
                    <a:pt x="884676" y="5377955"/>
                  </a:lnTo>
                  <a:lnTo>
                    <a:pt x="884802" y="5377955"/>
                  </a:lnTo>
                  <a:lnTo>
                    <a:pt x="884929" y="5377955"/>
                  </a:lnTo>
                  <a:lnTo>
                    <a:pt x="885055" y="5377955"/>
                  </a:lnTo>
                  <a:lnTo>
                    <a:pt x="885181" y="5377955"/>
                  </a:lnTo>
                  <a:lnTo>
                    <a:pt x="885307" y="5377955"/>
                  </a:lnTo>
                  <a:lnTo>
                    <a:pt x="885434" y="5377955"/>
                  </a:lnTo>
                  <a:lnTo>
                    <a:pt x="885560" y="5377955"/>
                  </a:lnTo>
                  <a:lnTo>
                    <a:pt x="885686" y="5377955"/>
                  </a:lnTo>
                  <a:lnTo>
                    <a:pt x="885812" y="5377955"/>
                  </a:lnTo>
                  <a:lnTo>
                    <a:pt x="885939" y="5377955"/>
                  </a:lnTo>
                  <a:lnTo>
                    <a:pt x="886065" y="5377955"/>
                  </a:lnTo>
                  <a:lnTo>
                    <a:pt x="886191" y="5377955"/>
                  </a:lnTo>
                  <a:lnTo>
                    <a:pt x="886317" y="5377955"/>
                  </a:lnTo>
                  <a:lnTo>
                    <a:pt x="886444" y="5377955"/>
                  </a:lnTo>
                  <a:lnTo>
                    <a:pt x="886570" y="5377955"/>
                  </a:lnTo>
                  <a:lnTo>
                    <a:pt x="886696" y="5377955"/>
                  </a:lnTo>
                  <a:lnTo>
                    <a:pt x="886823" y="5377955"/>
                  </a:lnTo>
                  <a:lnTo>
                    <a:pt x="886949" y="5377955"/>
                  </a:lnTo>
                  <a:lnTo>
                    <a:pt x="887075" y="5377955"/>
                  </a:lnTo>
                  <a:lnTo>
                    <a:pt x="887201" y="5377955"/>
                  </a:lnTo>
                  <a:lnTo>
                    <a:pt x="887328" y="5377955"/>
                  </a:lnTo>
                  <a:lnTo>
                    <a:pt x="887454" y="5377955"/>
                  </a:lnTo>
                  <a:lnTo>
                    <a:pt x="887580" y="5377955"/>
                  </a:lnTo>
                  <a:lnTo>
                    <a:pt x="887706" y="5377955"/>
                  </a:lnTo>
                  <a:lnTo>
                    <a:pt x="887833" y="5377955"/>
                  </a:lnTo>
                  <a:lnTo>
                    <a:pt x="887959" y="5377955"/>
                  </a:lnTo>
                  <a:lnTo>
                    <a:pt x="888085" y="5377955"/>
                  </a:lnTo>
                  <a:lnTo>
                    <a:pt x="888211" y="5377955"/>
                  </a:lnTo>
                  <a:lnTo>
                    <a:pt x="888211" y="5373044"/>
                  </a:lnTo>
                  <a:lnTo>
                    <a:pt x="888338" y="5373044"/>
                  </a:lnTo>
                  <a:lnTo>
                    <a:pt x="888464" y="5373044"/>
                  </a:lnTo>
                  <a:lnTo>
                    <a:pt x="888590" y="5373044"/>
                  </a:lnTo>
                  <a:lnTo>
                    <a:pt x="888716" y="5373044"/>
                  </a:lnTo>
                  <a:lnTo>
                    <a:pt x="888843" y="5373044"/>
                  </a:lnTo>
                  <a:lnTo>
                    <a:pt x="888969" y="5373044"/>
                  </a:lnTo>
                  <a:lnTo>
                    <a:pt x="889095" y="5373044"/>
                  </a:lnTo>
                  <a:lnTo>
                    <a:pt x="889221" y="5373044"/>
                  </a:lnTo>
                  <a:lnTo>
                    <a:pt x="889348" y="5373044"/>
                  </a:lnTo>
                  <a:lnTo>
                    <a:pt x="889474" y="5373044"/>
                  </a:lnTo>
                  <a:lnTo>
                    <a:pt x="889600" y="5373044"/>
                  </a:lnTo>
                  <a:lnTo>
                    <a:pt x="889726" y="5373044"/>
                  </a:lnTo>
                  <a:lnTo>
                    <a:pt x="889853" y="5373044"/>
                  </a:lnTo>
                  <a:lnTo>
                    <a:pt x="889979" y="5373044"/>
                  </a:lnTo>
                  <a:lnTo>
                    <a:pt x="890105" y="5373044"/>
                  </a:lnTo>
                  <a:lnTo>
                    <a:pt x="890231" y="5373044"/>
                  </a:lnTo>
                  <a:lnTo>
                    <a:pt x="890231" y="5368132"/>
                  </a:lnTo>
                  <a:lnTo>
                    <a:pt x="890358" y="5368132"/>
                  </a:lnTo>
                  <a:lnTo>
                    <a:pt x="890484" y="5368132"/>
                  </a:lnTo>
                  <a:lnTo>
                    <a:pt x="890610" y="5368132"/>
                  </a:lnTo>
                  <a:lnTo>
                    <a:pt x="890736" y="5368132"/>
                  </a:lnTo>
                  <a:lnTo>
                    <a:pt x="890863" y="5368132"/>
                  </a:lnTo>
                  <a:lnTo>
                    <a:pt x="890989" y="5368132"/>
                  </a:lnTo>
                  <a:lnTo>
                    <a:pt x="891115" y="5368132"/>
                  </a:lnTo>
                  <a:lnTo>
                    <a:pt x="891241" y="5368132"/>
                  </a:lnTo>
                  <a:lnTo>
                    <a:pt x="891368" y="5368132"/>
                  </a:lnTo>
                  <a:lnTo>
                    <a:pt x="891494" y="5368132"/>
                  </a:lnTo>
                  <a:lnTo>
                    <a:pt x="891620" y="5368132"/>
                  </a:lnTo>
                  <a:lnTo>
                    <a:pt x="891747" y="5368132"/>
                  </a:lnTo>
                  <a:lnTo>
                    <a:pt x="891873" y="5368132"/>
                  </a:lnTo>
                  <a:lnTo>
                    <a:pt x="891999" y="5368132"/>
                  </a:lnTo>
                  <a:lnTo>
                    <a:pt x="892125" y="5368132"/>
                  </a:lnTo>
                  <a:lnTo>
                    <a:pt x="892252" y="5368132"/>
                  </a:lnTo>
                  <a:lnTo>
                    <a:pt x="892378" y="5368132"/>
                  </a:lnTo>
                  <a:lnTo>
                    <a:pt x="892504" y="5368132"/>
                  </a:lnTo>
                  <a:lnTo>
                    <a:pt x="892630" y="5368132"/>
                  </a:lnTo>
                  <a:lnTo>
                    <a:pt x="892757" y="5368132"/>
                  </a:lnTo>
                  <a:lnTo>
                    <a:pt x="892883" y="5368132"/>
                  </a:lnTo>
                  <a:lnTo>
                    <a:pt x="893009" y="5368132"/>
                  </a:lnTo>
                  <a:lnTo>
                    <a:pt x="893135" y="5368132"/>
                  </a:lnTo>
                  <a:lnTo>
                    <a:pt x="893262" y="5368132"/>
                  </a:lnTo>
                  <a:lnTo>
                    <a:pt x="893388" y="5368132"/>
                  </a:lnTo>
                  <a:lnTo>
                    <a:pt x="893514" y="5368132"/>
                  </a:lnTo>
                  <a:lnTo>
                    <a:pt x="893640" y="5368132"/>
                  </a:lnTo>
                  <a:lnTo>
                    <a:pt x="893767" y="5368132"/>
                  </a:lnTo>
                  <a:lnTo>
                    <a:pt x="893893" y="5368132"/>
                  </a:lnTo>
                  <a:lnTo>
                    <a:pt x="894019" y="5368132"/>
                  </a:lnTo>
                  <a:lnTo>
                    <a:pt x="894145" y="5368132"/>
                  </a:lnTo>
                  <a:lnTo>
                    <a:pt x="894272" y="5368132"/>
                  </a:lnTo>
                  <a:lnTo>
                    <a:pt x="894398" y="5368132"/>
                  </a:lnTo>
                  <a:lnTo>
                    <a:pt x="894524" y="5368132"/>
                  </a:lnTo>
                  <a:lnTo>
                    <a:pt x="894650" y="5368132"/>
                  </a:lnTo>
                  <a:lnTo>
                    <a:pt x="894777" y="5368132"/>
                  </a:lnTo>
                  <a:lnTo>
                    <a:pt x="894903" y="5368132"/>
                  </a:lnTo>
                  <a:lnTo>
                    <a:pt x="895029" y="5368132"/>
                  </a:lnTo>
                  <a:lnTo>
                    <a:pt x="895155" y="5368132"/>
                  </a:lnTo>
                  <a:lnTo>
                    <a:pt x="895282" y="5368132"/>
                  </a:lnTo>
                  <a:lnTo>
                    <a:pt x="895408" y="5368132"/>
                  </a:lnTo>
                  <a:lnTo>
                    <a:pt x="895534" y="5368132"/>
                  </a:lnTo>
                  <a:lnTo>
                    <a:pt x="895660" y="5368132"/>
                  </a:lnTo>
                  <a:lnTo>
                    <a:pt x="895787" y="5368132"/>
                  </a:lnTo>
                  <a:lnTo>
                    <a:pt x="895913" y="5368132"/>
                  </a:lnTo>
                  <a:lnTo>
                    <a:pt x="896039" y="5368132"/>
                  </a:lnTo>
                  <a:lnTo>
                    <a:pt x="896165" y="5368132"/>
                  </a:lnTo>
                  <a:lnTo>
                    <a:pt x="896292" y="5368132"/>
                  </a:lnTo>
                  <a:lnTo>
                    <a:pt x="896418" y="5368132"/>
                  </a:lnTo>
                  <a:lnTo>
                    <a:pt x="896544" y="5368132"/>
                  </a:lnTo>
                  <a:lnTo>
                    <a:pt x="896670" y="5368132"/>
                  </a:lnTo>
                  <a:lnTo>
                    <a:pt x="896797" y="5368132"/>
                  </a:lnTo>
                  <a:lnTo>
                    <a:pt x="896923" y="5368132"/>
                  </a:lnTo>
                  <a:lnTo>
                    <a:pt x="897049" y="5368132"/>
                  </a:lnTo>
                  <a:lnTo>
                    <a:pt x="897176" y="5368132"/>
                  </a:lnTo>
                  <a:lnTo>
                    <a:pt x="897302" y="5368132"/>
                  </a:lnTo>
                  <a:lnTo>
                    <a:pt x="897428" y="5368132"/>
                  </a:lnTo>
                  <a:lnTo>
                    <a:pt x="897554" y="5368132"/>
                  </a:lnTo>
                  <a:lnTo>
                    <a:pt x="897681" y="5368132"/>
                  </a:lnTo>
                  <a:lnTo>
                    <a:pt x="897807" y="5368132"/>
                  </a:lnTo>
                  <a:lnTo>
                    <a:pt x="897933" y="5368132"/>
                  </a:lnTo>
                  <a:lnTo>
                    <a:pt x="898059" y="5368132"/>
                  </a:lnTo>
                  <a:lnTo>
                    <a:pt x="898186" y="5368132"/>
                  </a:lnTo>
                  <a:lnTo>
                    <a:pt x="898312" y="5368132"/>
                  </a:lnTo>
                  <a:lnTo>
                    <a:pt x="898438" y="5368132"/>
                  </a:lnTo>
                  <a:lnTo>
                    <a:pt x="898564" y="5368132"/>
                  </a:lnTo>
                  <a:lnTo>
                    <a:pt x="898691" y="5368132"/>
                  </a:lnTo>
                  <a:lnTo>
                    <a:pt x="898817" y="5368132"/>
                  </a:lnTo>
                  <a:lnTo>
                    <a:pt x="898943" y="5368132"/>
                  </a:lnTo>
                  <a:lnTo>
                    <a:pt x="899069" y="5368132"/>
                  </a:lnTo>
                  <a:lnTo>
                    <a:pt x="899196" y="5368132"/>
                  </a:lnTo>
                  <a:lnTo>
                    <a:pt x="899322" y="5368132"/>
                  </a:lnTo>
                  <a:lnTo>
                    <a:pt x="899448" y="5368132"/>
                  </a:lnTo>
                  <a:lnTo>
                    <a:pt x="899574" y="5368132"/>
                  </a:lnTo>
                  <a:lnTo>
                    <a:pt x="899701" y="5368132"/>
                  </a:lnTo>
                  <a:lnTo>
                    <a:pt x="899827" y="5368132"/>
                  </a:lnTo>
                  <a:lnTo>
                    <a:pt x="899953" y="5368132"/>
                  </a:lnTo>
                  <a:lnTo>
                    <a:pt x="900079" y="5368132"/>
                  </a:lnTo>
                  <a:lnTo>
                    <a:pt x="900206" y="5368132"/>
                  </a:lnTo>
                  <a:lnTo>
                    <a:pt x="900332" y="5368132"/>
                  </a:lnTo>
                  <a:lnTo>
                    <a:pt x="900458" y="5368132"/>
                  </a:lnTo>
                  <a:lnTo>
                    <a:pt x="900584" y="5368132"/>
                  </a:lnTo>
                  <a:lnTo>
                    <a:pt x="900711" y="5368132"/>
                  </a:lnTo>
                  <a:lnTo>
                    <a:pt x="900837" y="5368132"/>
                  </a:lnTo>
                  <a:lnTo>
                    <a:pt x="900963" y="5368132"/>
                  </a:lnTo>
                  <a:lnTo>
                    <a:pt x="901089" y="5368132"/>
                  </a:lnTo>
                  <a:lnTo>
                    <a:pt x="901216" y="5368132"/>
                  </a:lnTo>
                  <a:lnTo>
                    <a:pt x="901342" y="5368132"/>
                  </a:lnTo>
                  <a:lnTo>
                    <a:pt x="901468" y="5368132"/>
                  </a:lnTo>
                  <a:lnTo>
                    <a:pt x="901594" y="5368132"/>
                  </a:lnTo>
                  <a:lnTo>
                    <a:pt x="901721" y="5368132"/>
                  </a:lnTo>
                  <a:lnTo>
                    <a:pt x="901847" y="5368132"/>
                  </a:lnTo>
                  <a:lnTo>
                    <a:pt x="901973" y="5368132"/>
                  </a:lnTo>
                  <a:lnTo>
                    <a:pt x="902100" y="5368132"/>
                  </a:lnTo>
                  <a:lnTo>
                    <a:pt x="902226" y="5368132"/>
                  </a:lnTo>
                  <a:lnTo>
                    <a:pt x="902352" y="5368132"/>
                  </a:lnTo>
                  <a:lnTo>
                    <a:pt x="902478" y="5368132"/>
                  </a:lnTo>
                  <a:lnTo>
                    <a:pt x="902605" y="5368132"/>
                  </a:lnTo>
                  <a:lnTo>
                    <a:pt x="902731" y="5368132"/>
                  </a:lnTo>
                  <a:lnTo>
                    <a:pt x="902857" y="5368132"/>
                  </a:lnTo>
                  <a:lnTo>
                    <a:pt x="902983" y="5368132"/>
                  </a:lnTo>
                  <a:lnTo>
                    <a:pt x="903110" y="5368132"/>
                  </a:lnTo>
                  <a:lnTo>
                    <a:pt x="903236" y="5368132"/>
                  </a:lnTo>
                  <a:lnTo>
                    <a:pt x="903362" y="5368132"/>
                  </a:lnTo>
                  <a:lnTo>
                    <a:pt x="903362" y="5363221"/>
                  </a:lnTo>
                  <a:lnTo>
                    <a:pt x="903488" y="5363221"/>
                  </a:lnTo>
                  <a:lnTo>
                    <a:pt x="903615" y="5363221"/>
                  </a:lnTo>
                  <a:lnTo>
                    <a:pt x="903741" y="5363221"/>
                  </a:lnTo>
                  <a:lnTo>
                    <a:pt x="903867" y="5363221"/>
                  </a:lnTo>
                  <a:lnTo>
                    <a:pt x="903993" y="5363221"/>
                  </a:lnTo>
                  <a:lnTo>
                    <a:pt x="903993" y="5358310"/>
                  </a:lnTo>
                  <a:lnTo>
                    <a:pt x="904120" y="5358310"/>
                  </a:lnTo>
                  <a:lnTo>
                    <a:pt x="904246" y="5358310"/>
                  </a:lnTo>
                  <a:lnTo>
                    <a:pt x="904372" y="5358310"/>
                  </a:lnTo>
                  <a:lnTo>
                    <a:pt x="904498" y="5358310"/>
                  </a:lnTo>
                  <a:lnTo>
                    <a:pt x="904625" y="5358310"/>
                  </a:lnTo>
                  <a:lnTo>
                    <a:pt x="904751" y="5358310"/>
                  </a:lnTo>
                  <a:lnTo>
                    <a:pt x="904877" y="5358310"/>
                  </a:lnTo>
                  <a:lnTo>
                    <a:pt x="905003" y="5358310"/>
                  </a:lnTo>
                  <a:lnTo>
                    <a:pt x="905130" y="5358310"/>
                  </a:lnTo>
                  <a:lnTo>
                    <a:pt x="905256" y="5358310"/>
                  </a:lnTo>
                  <a:lnTo>
                    <a:pt x="905382" y="5358310"/>
                  </a:lnTo>
                  <a:lnTo>
                    <a:pt x="905508" y="5358310"/>
                  </a:lnTo>
                  <a:lnTo>
                    <a:pt x="905635" y="5358310"/>
                  </a:lnTo>
                  <a:lnTo>
                    <a:pt x="905761" y="5358310"/>
                  </a:lnTo>
                  <a:lnTo>
                    <a:pt x="905887" y="5358310"/>
                  </a:lnTo>
                  <a:lnTo>
                    <a:pt x="906013" y="5358310"/>
                  </a:lnTo>
                  <a:lnTo>
                    <a:pt x="906013" y="5353398"/>
                  </a:lnTo>
                  <a:lnTo>
                    <a:pt x="906140" y="5353398"/>
                  </a:lnTo>
                  <a:lnTo>
                    <a:pt x="906266" y="5353398"/>
                  </a:lnTo>
                  <a:lnTo>
                    <a:pt x="906392" y="5353398"/>
                  </a:lnTo>
                  <a:lnTo>
                    <a:pt x="906518" y="5353398"/>
                  </a:lnTo>
                  <a:lnTo>
                    <a:pt x="906645" y="5353398"/>
                  </a:lnTo>
                  <a:lnTo>
                    <a:pt x="906771" y="5353398"/>
                  </a:lnTo>
                  <a:lnTo>
                    <a:pt x="906897" y="5353398"/>
                  </a:lnTo>
                  <a:lnTo>
                    <a:pt x="907023" y="5353398"/>
                  </a:lnTo>
                  <a:lnTo>
                    <a:pt x="907150" y="5353398"/>
                  </a:lnTo>
                  <a:lnTo>
                    <a:pt x="907276" y="5353398"/>
                  </a:lnTo>
                  <a:lnTo>
                    <a:pt x="907402" y="5353398"/>
                  </a:lnTo>
                  <a:lnTo>
                    <a:pt x="907529" y="5353398"/>
                  </a:lnTo>
                  <a:lnTo>
                    <a:pt x="907655" y="5353398"/>
                  </a:lnTo>
                  <a:lnTo>
                    <a:pt x="907781" y="5353398"/>
                  </a:lnTo>
                  <a:lnTo>
                    <a:pt x="907907" y="5353398"/>
                  </a:lnTo>
                  <a:lnTo>
                    <a:pt x="908034" y="5353398"/>
                  </a:lnTo>
                  <a:lnTo>
                    <a:pt x="908160" y="5353398"/>
                  </a:lnTo>
                  <a:lnTo>
                    <a:pt x="908286" y="5353398"/>
                  </a:lnTo>
                  <a:lnTo>
                    <a:pt x="908412" y="5353398"/>
                  </a:lnTo>
                  <a:lnTo>
                    <a:pt x="908539" y="5353398"/>
                  </a:lnTo>
                  <a:lnTo>
                    <a:pt x="908665" y="5353398"/>
                  </a:lnTo>
                  <a:lnTo>
                    <a:pt x="908791" y="5353398"/>
                  </a:lnTo>
                  <a:lnTo>
                    <a:pt x="908917" y="5353398"/>
                  </a:lnTo>
                  <a:lnTo>
                    <a:pt x="909044" y="5353398"/>
                  </a:lnTo>
                  <a:lnTo>
                    <a:pt x="909170" y="5353398"/>
                  </a:lnTo>
                  <a:lnTo>
                    <a:pt x="909296" y="5353398"/>
                  </a:lnTo>
                  <a:lnTo>
                    <a:pt x="909422" y="5353398"/>
                  </a:lnTo>
                  <a:lnTo>
                    <a:pt x="909549" y="5353398"/>
                  </a:lnTo>
                  <a:lnTo>
                    <a:pt x="909675" y="5353398"/>
                  </a:lnTo>
                  <a:lnTo>
                    <a:pt x="909801" y="5353398"/>
                  </a:lnTo>
                  <a:lnTo>
                    <a:pt x="909927" y="5353398"/>
                  </a:lnTo>
                  <a:lnTo>
                    <a:pt x="910054" y="5353398"/>
                  </a:lnTo>
                  <a:lnTo>
                    <a:pt x="910180" y="5353398"/>
                  </a:lnTo>
                  <a:lnTo>
                    <a:pt x="910306" y="5353398"/>
                  </a:lnTo>
                  <a:lnTo>
                    <a:pt x="910432" y="5353398"/>
                  </a:lnTo>
                  <a:lnTo>
                    <a:pt x="910559" y="5353398"/>
                  </a:lnTo>
                  <a:lnTo>
                    <a:pt x="910685" y="5353398"/>
                  </a:lnTo>
                  <a:lnTo>
                    <a:pt x="910811" y="5353398"/>
                  </a:lnTo>
                  <a:lnTo>
                    <a:pt x="910937" y="5353398"/>
                  </a:lnTo>
                  <a:lnTo>
                    <a:pt x="911064" y="5353398"/>
                  </a:lnTo>
                  <a:lnTo>
                    <a:pt x="911190" y="5353398"/>
                  </a:lnTo>
                  <a:lnTo>
                    <a:pt x="911316" y="5353398"/>
                  </a:lnTo>
                  <a:lnTo>
                    <a:pt x="911442" y="5353398"/>
                  </a:lnTo>
                  <a:lnTo>
                    <a:pt x="911569" y="5353398"/>
                  </a:lnTo>
                  <a:lnTo>
                    <a:pt x="911695" y="5353398"/>
                  </a:lnTo>
                  <a:lnTo>
                    <a:pt x="911821" y="5353398"/>
                  </a:lnTo>
                  <a:lnTo>
                    <a:pt x="911947" y="5353398"/>
                  </a:lnTo>
                  <a:lnTo>
                    <a:pt x="912074" y="5353398"/>
                  </a:lnTo>
                  <a:lnTo>
                    <a:pt x="912200" y="5353398"/>
                  </a:lnTo>
                  <a:lnTo>
                    <a:pt x="912326" y="5353398"/>
                  </a:lnTo>
                  <a:lnTo>
                    <a:pt x="912326" y="5348487"/>
                  </a:lnTo>
                  <a:lnTo>
                    <a:pt x="912453" y="5348487"/>
                  </a:lnTo>
                  <a:lnTo>
                    <a:pt x="912579" y="5348487"/>
                  </a:lnTo>
                  <a:lnTo>
                    <a:pt x="912705" y="5348487"/>
                  </a:lnTo>
                  <a:lnTo>
                    <a:pt x="912831" y="5348487"/>
                  </a:lnTo>
                  <a:lnTo>
                    <a:pt x="912958" y="5348487"/>
                  </a:lnTo>
                  <a:lnTo>
                    <a:pt x="913084" y="5348487"/>
                  </a:lnTo>
                  <a:lnTo>
                    <a:pt x="913210" y="5348487"/>
                  </a:lnTo>
                  <a:lnTo>
                    <a:pt x="913336" y="5348487"/>
                  </a:lnTo>
                  <a:lnTo>
                    <a:pt x="913463" y="5348487"/>
                  </a:lnTo>
                  <a:lnTo>
                    <a:pt x="913589" y="5348487"/>
                  </a:lnTo>
                  <a:lnTo>
                    <a:pt x="913715" y="5348487"/>
                  </a:lnTo>
                  <a:lnTo>
                    <a:pt x="913841" y="5348487"/>
                  </a:lnTo>
                  <a:lnTo>
                    <a:pt x="913968" y="5348487"/>
                  </a:lnTo>
                  <a:lnTo>
                    <a:pt x="914094" y="5348487"/>
                  </a:lnTo>
                  <a:lnTo>
                    <a:pt x="914220" y="5348487"/>
                  </a:lnTo>
                  <a:lnTo>
                    <a:pt x="914346" y="5348487"/>
                  </a:lnTo>
                  <a:lnTo>
                    <a:pt x="914473" y="5348487"/>
                  </a:lnTo>
                  <a:lnTo>
                    <a:pt x="914599" y="5348487"/>
                  </a:lnTo>
                  <a:lnTo>
                    <a:pt x="914725" y="5348487"/>
                  </a:lnTo>
                  <a:lnTo>
                    <a:pt x="914851" y="5348487"/>
                  </a:lnTo>
                  <a:lnTo>
                    <a:pt x="914978" y="5348487"/>
                  </a:lnTo>
                  <a:lnTo>
                    <a:pt x="915104" y="5348487"/>
                  </a:lnTo>
                  <a:lnTo>
                    <a:pt x="915230" y="5348487"/>
                  </a:lnTo>
                  <a:lnTo>
                    <a:pt x="915356" y="5348487"/>
                  </a:lnTo>
                  <a:lnTo>
                    <a:pt x="915483" y="5348487"/>
                  </a:lnTo>
                  <a:lnTo>
                    <a:pt x="915609" y="5348487"/>
                  </a:lnTo>
                  <a:lnTo>
                    <a:pt x="915735" y="5348487"/>
                  </a:lnTo>
                  <a:lnTo>
                    <a:pt x="915861" y="5348487"/>
                  </a:lnTo>
                  <a:lnTo>
                    <a:pt x="915988" y="5348487"/>
                  </a:lnTo>
                  <a:lnTo>
                    <a:pt x="916114" y="5348487"/>
                  </a:lnTo>
                  <a:lnTo>
                    <a:pt x="916240" y="5348487"/>
                  </a:lnTo>
                  <a:lnTo>
                    <a:pt x="916366" y="5348487"/>
                  </a:lnTo>
                  <a:lnTo>
                    <a:pt x="916493" y="5348487"/>
                  </a:lnTo>
                  <a:lnTo>
                    <a:pt x="916619" y="5348487"/>
                  </a:lnTo>
                  <a:lnTo>
                    <a:pt x="916745" y="5348487"/>
                  </a:lnTo>
                  <a:lnTo>
                    <a:pt x="916871" y="5348487"/>
                  </a:lnTo>
                  <a:lnTo>
                    <a:pt x="916998" y="5348487"/>
                  </a:lnTo>
                  <a:lnTo>
                    <a:pt x="917124" y="5348487"/>
                  </a:lnTo>
                  <a:lnTo>
                    <a:pt x="917250" y="5348487"/>
                  </a:lnTo>
                  <a:lnTo>
                    <a:pt x="917376" y="5348487"/>
                  </a:lnTo>
                  <a:lnTo>
                    <a:pt x="917503" y="5348487"/>
                  </a:lnTo>
                  <a:lnTo>
                    <a:pt x="917629" y="5348487"/>
                  </a:lnTo>
                  <a:lnTo>
                    <a:pt x="917755" y="5348487"/>
                  </a:lnTo>
                  <a:lnTo>
                    <a:pt x="917882" y="5348487"/>
                  </a:lnTo>
                  <a:lnTo>
                    <a:pt x="918008" y="5348487"/>
                  </a:lnTo>
                  <a:lnTo>
                    <a:pt x="918134" y="5348487"/>
                  </a:lnTo>
                  <a:lnTo>
                    <a:pt x="918260" y="5348487"/>
                  </a:lnTo>
                  <a:lnTo>
                    <a:pt x="918387" y="5348487"/>
                  </a:lnTo>
                  <a:lnTo>
                    <a:pt x="918513" y="5348487"/>
                  </a:lnTo>
                  <a:lnTo>
                    <a:pt x="918639" y="5348487"/>
                  </a:lnTo>
                  <a:lnTo>
                    <a:pt x="918765" y="5348487"/>
                  </a:lnTo>
                  <a:lnTo>
                    <a:pt x="918892" y="5348487"/>
                  </a:lnTo>
                  <a:lnTo>
                    <a:pt x="919018" y="5348487"/>
                  </a:lnTo>
                  <a:lnTo>
                    <a:pt x="919144" y="5348487"/>
                  </a:lnTo>
                  <a:lnTo>
                    <a:pt x="919270" y="5348487"/>
                  </a:lnTo>
                  <a:lnTo>
                    <a:pt x="919270" y="5343575"/>
                  </a:lnTo>
                  <a:lnTo>
                    <a:pt x="919397" y="5343575"/>
                  </a:lnTo>
                  <a:lnTo>
                    <a:pt x="919523" y="5343575"/>
                  </a:lnTo>
                  <a:lnTo>
                    <a:pt x="919649" y="5343575"/>
                  </a:lnTo>
                  <a:lnTo>
                    <a:pt x="919775" y="5343575"/>
                  </a:lnTo>
                  <a:lnTo>
                    <a:pt x="919902" y="5343575"/>
                  </a:lnTo>
                  <a:lnTo>
                    <a:pt x="920028" y="5343575"/>
                  </a:lnTo>
                  <a:lnTo>
                    <a:pt x="920154" y="5343575"/>
                  </a:lnTo>
                  <a:lnTo>
                    <a:pt x="920280" y="5343575"/>
                  </a:lnTo>
                  <a:lnTo>
                    <a:pt x="920407" y="5343575"/>
                  </a:lnTo>
                  <a:lnTo>
                    <a:pt x="920533" y="5343575"/>
                  </a:lnTo>
                  <a:lnTo>
                    <a:pt x="920659" y="5343575"/>
                  </a:lnTo>
                  <a:lnTo>
                    <a:pt x="920785" y="5343575"/>
                  </a:lnTo>
                  <a:lnTo>
                    <a:pt x="920912" y="5343575"/>
                  </a:lnTo>
                  <a:lnTo>
                    <a:pt x="921038" y="5343575"/>
                  </a:lnTo>
                  <a:lnTo>
                    <a:pt x="921164" y="5343575"/>
                  </a:lnTo>
                  <a:lnTo>
                    <a:pt x="921290" y="5343575"/>
                  </a:lnTo>
                  <a:lnTo>
                    <a:pt x="921417" y="5343575"/>
                  </a:lnTo>
                  <a:lnTo>
                    <a:pt x="921417" y="5338664"/>
                  </a:lnTo>
                  <a:lnTo>
                    <a:pt x="921543" y="5338664"/>
                  </a:lnTo>
                  <a:lnTo>
                    <a:pt x="921669" y="5338664"/>
                  </a:lnTo>
                  <a:lnTo>
                    <a:pt x="921795" y="5338664"/>
                  </a:lnTo>
                  <a:lnTo>
                    <a:pt x="921922" y="5338664"/>
                  </a:lnTo>
                  <a:lnTo>
                    <a:pt x="922048" y="5338664"/>
                  </a:lnTo>
                  <a:lnTo>
                    <a:pt x="922174" y="5338664"/>
                  </a:lnTo>
                  <a:lnTo>
                    <a:pt x="922300" y="5338664"/>
                  </a:lnTo>
                  <a:lnTo>
                    <a:pt x="922300" y="5333753"/>
                  </a:lnTo>
                  <a:lnTo>
                    <a:pt x="922427" y="5333753"/>
                  </a:lnTo>
                  <a:lnTo>
                    <a:pt x="922553" y="5333753"/>
                  </a:lnTo>
                  <a:lnTo>
                    <a:pt x="922679" y="5333753"/>
                  </a:lnTo>
                  <a:lnTo>
                    <a:pt x="922806" y="5333753"/>
                  </a:lnTo>
                  <a:lnTo>
                    <a:pt x="922932" y="5333753"/>
                  </a:lnTo>
                  <a:lnTo>
                    <a:pt x="923058" y="5333753"/>
                  </a:lnTo>
                  <a:lnTo>
                    <a:pt x="923184" y="5333753"/>
                  </a:lnTo>
                  <a:lnTo>
                    <a:pt x="923311" y="5333753"/>
                  </a:lnTo>
                  <a:lnTo>
                    <a:pt x="923437" y="5333753"/>
                  </a:lnTo>
                  <a:lnTo>
                    <a:pt x="923563" y="5333753"/>
                  </a:lnTo>
                  <a:lnTo>
                    <a:pt x="923689" y="5333753"/>
                  </a:lnTo>
                  <a:lnTo>
                    <a:pt x="923816" y="5333753"/>
                  </a:lnTo>
                  <a:lnTo>
                    <a:pt x="923942" y="5333753"/>
                  </a:lnTo>
                  <a:lnTo>
                    <a:pt x="924068" y="5333753"/>
                  </a:lnTo>
                  <a:lnTo>
                    <a:pt x="924194" y="5333753"/>
                  </a:lnTo>
                  <a:lnTo>
                    <a:pt x="924321" y="5333753"/>
                  </a:lnTo>
                  <a:lnTo>
                    <a:pt x="924447" y="5333753"/>
                  </a:lnTo>
                  <a:lnTo>
                    <a:pt x="924573" y="5333753"/>
                  </a:lnTo>
                  <a:lnTo>
                    <a:pt x="924699" y="5333753"/>
                  </a:lnTo>
                  <a:lnTo>
                    <a:pt x="924826" y="5333753"/>
                  </a:lnTo>
                  <a:lnTo>
                    <a:pt x="924952" y="5333753"/>
                  </a:lnTo>
                  <a:lnTo>
                    <a:pt x="925078" y="5333753"/>
                  </a:lnTo>
                  <a:lnTo>
                    <a:pt x="925204" y="5333753"/>
                  </a:lnTo>
                  <a:lnTo>
                    <a:pt x="925331" y="5333753"/>
                  </a:lnTo>
                  <a:lnTo>
                    <a:pt x="925457" y="5333753"/>
                  </a:lnTo>
                  <a:lnTo>
                    <a:pt x="925583" y="5333753"/>
                  </a:lnTo>
                  <a:lnTo>
                    <a:pt x="925709" y="5333753"/>
                  </a:lnTo>
                  <a:lnTo>
                    <a:pt x="925836" y="5333753"/>
                  </a:lnTo>
                  <a:lnTo>
                    <a:pt x="925962" y="5333753"/>
                  </a:lnTo>
                  <a:lnTo>
                    <a:pt x="926088" y="5333753"/>
                  </a:lnTo>
                  <a:lnTo>
                    <a:pt x="926214" y="5333753"/>
                  </a:lnTo>
                  <a:lnTo>
                    <a:pt x="926341" y="5333753"/>
                  </a:lnTo>
                  <a:lnTo>
                    <a:pt x="926467" y="5333753"/>
                  </a:lnTo>
                  <a:lnTo>
                    <a:pt x="926593" y="5333753"/>
                  </a:lnTo>
                  <a:lnTo>
                    <a:pt x="926719" y="5333753"/>
                  </a:lnTo>
                  <a:lnTo>
                    <a:pt x="926846" y="5333753"/>
                  </a:lnTo>
                  <a:lnTo>
                    <a:pt x="926972" y="5333753"/>
                  </a:lnTo>
                  <a:lnTo>
                    <a:pt x="927098" y="5333753"/>
                  </a:lnTo>
                  <a:lnTo>
                    <a:pt x="927224" y="5333753"/>
                  </a:lnTo>
                  <a:lnTo>
                    <a:pt x="927351" y="5333753"/>
                  </a:lnTo>
                  <a:lnTo>
                    <a:pt x="927477" y="5333753"/>
                  </a:lnTo>
                  <a:lnTo>
                    <a:pt x="927603" y="5333753"/>
                  </a:lnTo>
                  <a:lnTo>
                    <a:pt x="927729" y="5333753"/>
                  </a:lnTo>
                  <a:lnTo>
                    <a:pt x="927856" y="5333753"/>
                  </a:lnTo>
                  <a:lnTo>
                    <a:pt x="927982" y="5333753"/>
                  </a:lnTo>
                  <a:lnTo>
                    <a:pt x="928108" y="5333753"/>
                  </a:lnTo>
                  <a:lnTo>
                    <a:pt x="928235" y="5333753"/>
                  </a:lnTo>
                  <a:lnTo>
                    <a:pt x="928361" y="5333753"/>
                  </a:lnTo>
                  <a:lnTo>
                    <a:pt x="928487" y="5333753"/>
                  </a:lnTo>
                  <a:lnTo>
                    <a:pt x="928613" y="5333753"/>
                  </a:lnTo>
                  <a:lnTo>
                    <a:pt x="928740" y="5333753"/>
                  </a:lnTo>
                  <a:lnTo>
                    <a:pt x="928866" y="5333753"/>
                  </a:lnTo>
                  <a:lnTo>
                    <a:pt x="928866" y="5328841"/>
                  </a:lnTo>
                  <a:lnTo>
                    <a:pt x="928992" y="5328841"/>
                  </a:lnTo>
                  <a:lnTo>
                    <a:pt x="929118" y="5328841"/>
                  </a:lnTo>
                  <a:lnTo>
                    <a:pt x="929245" y="5328841"/>
                  </a:lnTo>
                  <a:lnTo>
                    <a:pt x="929371" y="5328841"/>
                  </a:lnTo>
                  <a:lnTo>
                    <a:pt x="929497" y="5328841"/>
                  </a:lnTo>
                  <a:lnTo>
                    <a:pt x="929623" y="5328841"/>
                  </a:lnTo>
                  <a:lnTo>
                    <a:pt x="929750" y="5328841"/>
                  </a:lnTo>
                  <a:lnTo>
                    <a:pt x="929876" y="5328841"/>
                  </a:lnTo>
                  <a:lnTo>
                    <a:pt x="930002" y="5328841"/>
                  </a:lnTo>
                  <a:lnTo>
                    <a:pt x="930128" y="5328841"/>
                  </a:lnTo>
                  <a:lnTo>
                    <a:pt x="930255" y="5328841"/>
                  </a:lnTo>
                  <a:lnTo>
                    <a:pt x="930381" y="5328841"/>
                  </a:lnTo>
                  <a:lnTo>
                    <a:pt x="930507" y="5328841"/>
                  </a:lnTo>
                  <a:lnTo>
                    <a:pt x="930633" y="5328841"/>
                  </a:lnTo>
                  <a:lnTo>
                    <a:pt x="930760" y="5328841"/>
                  </a:lnTo>
                  <a:lnTo>
                    <a:pt x="930886" y="5328841"/>
                  </a:lnTo>
                  <a:lnTo>
                    <a:pt x="931012" y="5328841"/>
                  </a:lnTo>
                  <a:lnTo>
                    <a:pt x="931138" y="5328841"/>
                  </a:lnTo>
                  <a:lnTo>
                    <a:pt x="931265" y="5328841"/>
                  </a:lnTo>
                  <a:lnTo>
                    <a:pt x="931391" y="5328841"/>
                  </a:lnTo>
                  <a:lnTo>
                    <a:pt x="931517" y="5328841"/>
                  </a:lnTo>
                  <a:lnTo>
                    <a:pt x="931643" y="5328841"/>
                  </a:lnTo>
                  <a:lnTo>
                    <a:pt x="931643" y="5323930"/>
                  </a:lnTo>
                  <a:lnTo>
                    <a:pt x="931770" y="5323930"/>
                  </a:lnTo>
                  <a:lnTo>
                    <a:pt x="931896" y="5323930"/>
                  </a:lnTo>
                  <a:lnTo>
                    <a:pt x="932022" y="5323930"/>
                  </a:lnTo>
                  <a:lnTo>
                    <a:pt x="932022" y="5319019"/>
                  </a:lnTo>
                  <a:lnTo>
                    <a:pt x="932148" y="5319019"/>
                  </a:lnTo>
                  <a:lnTo>
                    <a:pt x="932275" y="5319019"/>
                  </a:lnTo>
                  <a:lnTo>
                    <a:pt x="932401" y="5319019"/>
                  </a:lnTo>
                  <a:lnTo>
                    <a:pt x="932527" y="5319019"/>
                  </a:lnTo>
                  <a:lnTo>
                    <a:pt x="932653" y="5319019"/>
                  </a:lnTo>
                  <a:lnTo>
                    <a:pt x="932653" y="5314107"/>
                  </a:lnTo>
                  <a:lnTo>
                    <a:pt x="932780" y="5314107"/>
                  </a:lnTo>
                  <a:lnTo>
                    <a:pt x="932906" y="5314107"/>
                  </a:lnTo>
                  <a:lnTo>
                    <a:pt x="933032" y="5314107"/>
                  </a:lnTo>
                  <a:lnTo>
                    <a:pt x="933159" y="5314107"/>
                  </a:lnTo>
                  <a:lnTo>
                    <a:pt x="933285" y="5314107"/>
                  </a:lnTo>
                  <a:lnTo>
                    <a:pt x="933411" y="5314107"/>
                  </a:lnTo>
                  <a:lnTo>
                    <a:pt x="933537" y="5314107"/>
                  </a:lnTo>
                  <a:lnTo>
                    <a:pt x="933664" y="5314107"/>
                  </a:lnTo>
                  <a:lnTo>
                    <a:pt x="933790" y="5314107"/>
                  </a:lnTo>
                  <a:lnTo>
                    <a:pt x="933916" y="5314107"/>
                  </a:lnTo>
                  <a:lnTo>
                    <a:pt x="934042" y="5314107"/>
                  </a:lnTo>
                  <a:lnTo>
                    <a:pt x="934042" y="5309196"/>
                  </a:lnTo>
                  <a:lnTo>
                    <a:pt x="934169" y="5309196"/>
                  </a:lnTo>
                  <a:lnTo>
                    <a:pt x="934295" y="5309196"/>
                  </a:lnTo>
                  <a:lnTo>
                    <a:pt x="934421" y="5309196"/>
                  </a:lnTo>
                  <a:lnTo>
                    <a:pt x="934547" y="5309196"/>
                  </a:lnTo>
                  <a:lnTo>
                    <a:pt x="934674" y="5309196"/>
                  </a:lnTo>
                  <a:lnTo>
                    <a:pt x="934800" y="5309196"/>
                  </a:lnTo>
                  <a:lnTo>
                    <a:pt x="934926" y="5309196"/>
                  </a:lnTo>
                  <a:lnTo>
                    <a:pt x="935052" y="5309196"/>
                  </a:lnTo>
                  <a:lnTo>
                    <a:pt x="935179" y="5309196"/>
                  </a:lnTo>
                  <a:lnTo>
                    <a:pt x="935305" y="5309196"/>
                  </a:lnTo>
                  <a:lnTo>
                    <a:pt x="935431" y="5309196"/>
                  </a:lnTo>
                  <a:lnTo>
                    <a:pt x="935557" y="5309196"/>
                  </a:lnTo>
                  <a:lnTo>
                    <a:pt x="935684" y="5309196"/>
                  </a:lnTo>
                  <a:lnTo>
                    <a:pt x="935810" y="5309196"/>
                  </a:lnTo>
                  <a:lnTo>
                    <a:pt x="935936" y="5309196"/>
                  </a:lnTo>
                  <a:lnTo>
                    <a:pt x="936062" y="5309196"/>
                  </a:lnTo>
                  <a:lnTo>
                    <a:pt x="936189" y="5309196"/>
                  </a:lnTo>
                  <a:lnTo>
                    <a:pt x="936315" y="5309196"/>
                  </a:lnTo>
                  <a:lnTo>
                    <a:pt x="936441" y="5309196"/>
                  </a:lnTo>
                  <a:lnTo>
                    <a:pt x="936567" y="5309196"/>
                  </a:lnTo>
                  <a:lnTo>
                    <a:pt x="936694" y="5309196"/>
                  </a:lnTo>
                  <a:lnTo>
                    <a:pt x="936820" y="5309196"/>
                  </a:lnTo>
                  <a:lnTo>
                    <a:pt x="936946" y="5309196"/>
                  </a:lnTo>
                  <a:lnTo>
                    <a:pt x="937072" y="5309196"/>
                  </a:lnTo>
                  <a:lnTo>
                    <a:pt x="937199" y="5309196"/>
                  </a:lnTo>
                  <a:lnTo>
                    <a:pt x="937325" y="5309196"/>
                  </a:lnTo>
                  <a:lnTo>
                    <a:pt x="937451" y="5309196"/>
                  </a:lnTo>
                  <a:lnTo>
                    <a:pt x="937577" y="5309196"/>
                  </a:lnTo>
                  <a:lnTo>
                    <a:pt x="937704" y="5309196"/>
                  </a:lnTo>
                  <a:lnTo>
                    <a:pt x="937830" y="5309196"/>
                  </a:lnTo>
                  <a:lnTo>
                    <a:pt x="937956" y="5309196"/>
                  </a:lnTo>
                  <a:lnTo>
                    <a:pt x="938082" y="5309196"/>
                  </a:lnTo>
                  <a:lnTo>
                    <a:pt x="938209" y="5309196"/>
                  </a:lnTo>
                  <a:lnTo>
                    <a:pt x="938335" y="5309196"/>
                  </a:lnTo>
                  <a:lnTo>
                    <a:pt x="938461" y="5309196"/>
                  </a:lnTo>
                  <a:lnTo>
                    <a:pt x="938588" y="5309196"/>
                  </a:lnTo>
                  <a:lnTo>
                    <a:pt x="938714" y="5309196"/>
                  </a:lnTo>
                  <a:lnTo>
                    <a:pt x="938840" y="5309196"/>
                  </a:lnTo>
                  <a:lnTo>
                    <a:pt x="938966" y="5309196"/>
                  </a:lnTo>
                  <a:lnTo>
                    <a:pt x="939093" y="5309196"/>
                  </a:lnTo>
                  <a:lnTo>
                    <a:pt x="939219" y="5309196"/>
                  </a:lnTo>
                  <a:lnTo>
                    <a:pt x="939345" y="5309196"/>
                  </a:lnTo>
                  <a:lnTo>
                    <a:pt x="939471" y="5309196"/>
                  </a:lnTo>
                  <a:lnTo>
                    <a:pt x="939598" y="5309196"/>
                  </a:lnTo>
                  <a:lnTo>
                    <a:pt x="939598" y="5304284"/>
                  </a:lnTo>
                  <a:lnTo>
                    <a:pt x="939724" y="5304284"/>
                  </a:lnTo>
                  <a:lnTo>
                    <a:pt x="939850" y="5304284"/>
                  </a:lnTo>
                  <a:lnTo>
                    <a:pt x="939976" y="5304284"/>
                  </a:lnTo>
                  <a:lnTo>
                    <a:pt x="940103" y="5304284"/>
                  </a:lnTo>
                  <a:lnTo>
                    <a:pt x="940229" y="5304284"/>
                  </a:lnTo>
                  <a:lnTo>
                    <a:pt x="940355" y="5304284"/>
                  </a:lnTo>
                  <a:lnTo>
                    <a:pt x="940481" y="5304284"/>
                  </a:lnTo>
                  <a:lnTo>
                    <a:pt x="940608" y="5304284"/>
                  </a:lnTo>
                  <a:lnTo>
                    <a:pt x="940734" y="5304284"/>
                  </a:lnTo>
                  <a:lnTo>
                    <a:pt x="940860" y="5304284"/>
                  </a:lnTo>
                  <a:lnTo>
                    <a:pt x="940986" y="5304284"/>
                  </a:lnTo>
                  <a:lnTo>
                    <a:pt x="941113" y="5304284"/>
                  </a:lnTo>
                  <a:lnTo>
                    <a:pt x="941239" y="5304284"/>
                  </a:lnTo>
                  <a:lnTo>
                    <a:pt x="941365" y="5304284"/>
                  </a:lnTo>
                  <a:lnTo>
                    <a:pt x="941491" y="5304284"/>
                  </a:lnTo>
                  <a:lnTo>
                    <a:pt x="941618" y="5304284"/>
                  </a:lnTo>
                  <a:lnTo>
                    <a:pt x="941744" y="5304284"/>
                  </a:lnTo>
                  <a:lnTo>
                    <a:pt x="941870" y="5304284"/>
                  </a:lnTo>
                  <a:lnTo>
                    <a:pt x="941996" y="5304284"/>
                  </a:lnTo>
                  <a:lnTo>
                    <a:pt x="942123" y="5304284"/>
                  </a:lnTo>
                  <a:lnTo>
                    <a:pt x="942249" y="5304284"/>
                  </a:lnTo>
                  <a:lnTo>
                    <a:pt x="942375" y="5304284"/>
                  </a:lnTo>
                  <a:lnTo>
                    <a:pt x="942501" y="5304284"/>
                  </a:lnTo>
                  <a:lnTo>
                    <a:pt x="942628" y="5304284"/>
                  </a:lnTo>
                  <a:lnTo>
                    <a:pt x="942754" y="5304284"/>
                  </a:lnTo>
                  <a:lnTo>
                    <a:pt x="942880" y="5304284"/>
                  </a:lnTo>
                  <a:lnTo>
                    <a:pt x="943006" y="5304284"/>
                  </a:lnTo>
                  <a:lnTo>
                    <a:pt x="943133" y="5304284"/>
                  </a:lnTo>
                  <a:lnTo>
                    <a:pt x="943259" y="5304284"/>
                  </a:lnTo>
                  <a:lnTo>
                    <a:pt x="943385" y="5304284"/>
                  </a:lnTo>
                  <a:lnTo>
                    <a:pt x="943512" y="5304284"/>
                  </a:lnTo>
                  <a:lnTo>
                    <a:pt x="943638" y="5304284"/>
                  </a:lnTo>
                  <a:lnTo>
                    <a:pt x="943764" y="5304284"/>
                  </a:lnTo>
                  <a:lnTo>
                    <a:pt x="943890" y="5304284"/>
                  </a:lnTo>
                  <a:lnTo>
                    <a:pt x="944017" y="5304284"/>
                  </a:lnTo>
                  <a:lnTo>
                    <a:pt x="944143" y="5304284"/>
                  </a:lnTo>
                  <a:lnTo>
                    <a:pt x="944269" y="5304284"/>
                  </a:lnTo>
                  <a:lnTo>
                    <a:pt x="944395" y="5304284"/>
                  </a:lnTo>
                  <a:lnTo>
                    <a:pt x="944522" y="5304284"/>
                  </a:lnTo>
                  <a:lnTo>
                    <a:pt x="944648" y="5304284"/>
                  </a:lnTo>
                  <a:lnTo>
                    <a:pt x="944774" y="5304284"/>
                  </a:lnTo>
                  <a:lnTo>
                    <a:pt x="944900" y="5304284"/>
                  </a:lnTo>
                  <a:lnTo>
                    <a:pt x="945027" y="5304284"/>
                  </a:lnTo>
                  <a:lnTo>
                    <a:pt x="945153" y="5304284"/>
                  </a:lnTo>
                  <a:lnTo>
                    <a:pt x="945279" y="5304284"/>
                  </a:lnTo>
                  <a:lnTo>
                    <a:pt x="945405" y="5304284"/>
                  </a:lnTo>
                  <a:lnTo>
                    <a:pt x="945532" y="5304284"/>
                  </a:lnTo>
                  <a:lnTo>
                    <a:pt x="945658" y="5304284"/>
                  </a:lnTo>
                  <a:lnTo>
                    <a:pt x="945784" y="5304284"/>
                  </a:lnTo>
                  <a:lnTo>
                    <a:pt x="945784" y="5299373"/>
                  </a:lnTo>
                  <a:lnTo>
                    <a:pt x="945784" y="5294462"/>
                  </a:lnTo>
                  <a:lnTo>
                    <a:pt x="945910" y="5294462"/>
                  </a:lnTo>
                  <a:lnTo>
                    <a:pt x="946037" y="5294462"/>
                  </a:lnTo>
                  <a:lnTo>
                    <a:pt x="946163" y="5294462"/>
                  </a:lnTo>
                  <a:lnTo>
                    <a:pt x="946289" y="5294462"/>
                  </a:lnTo>
                  <a:lnTo>
                    <a:pt x="946415" y="5294462"/>
                  </a:lnTo>
                  <a:lnTo>
                    <a:pt x="946542" y="5294462"/>
                  </a:lnTo>
                  <a:lnTo>
                    <a:pt x="946668" y="5294462"/>
                  </a:lnTo>
                  <a:lnTo>
                    <a:pt x="946794" y="5294462"/>
                  </a:lnTo>
                  <a:lnTo>
                    <a:pt x="946920" y="5294462"/>
                  </a:lnTo>
                  <a:lnTo>
                    <a:pt x="947047" y="5294462"/>
                  </a:lnTo>
                  <a:lnTo>
                    <a:pt x="947173" y="5294462"/>
                  </a:lnTo>
                  <a:lnTo>
                    <a:pt x="947299" y="5294462"/>
                  </a:lnTo>
                  <a:lnTo>
                    <a:pt x="947425" y="5294462"/>
                  </a:lnTo>
                  <a:lnTo>
                    <a:pt x="947552" y="5294462"/>
                  </a:lnTo>
                  <a:lnTo>
                    <a:pt x="947678" y="5294462"/>
                  </a:lnTo>
                  <a:lnTo>
                    <a:pt x="947804" y="5294462"/>
                  </a:lnTo>
                  <a:lnTo>
                    <a:pt x="947930" y="5294462"/>
                  </a:lnTo>
                  <a:lnTo>
                    <a:pt x="948057" y="5294462"/>
                  </a:lnTo>
                  <a:lnTo>
                    <a:pt x="948183" y="5294462"/>
                  </a:lnTo>
                  <a:lnTo>
                    <a:pt x="948309" y="5294462"/>
                  </a:lnTo>
                  <a:lnTo>
                    <a:pt x="948435" y="5294462"/>
                  </a:lnTo>
                  <a:lnTo>
                    <a:pt x="948562" y="5294462"/>
                  </a:lnTo>
                  <a:lnTo>
                    <a:pt x="948688" y="5294462"/>
                  </a:lnTo>
                  <a:lnTo>
                    <a:pt x="948814" y="5294462"/>
                  </a:lnTo>
                  <a:lnTo>
                    <a:pt x="948941" y="5294462"/>
                  </a:lnTo>
                  <a:lnTo>
                    <a:pt x="949067" y="5294462"/>
                  </a:lnTo>
                  <a:lnTo>
                    <a:pt x="949193" y="5294462"/>
                  </a:lnTo>
                  <a:lnTo>
                    <a:pt x="949193" y="5289550"/>
                  </a:lnTo>
                  <a:lnTo>
                    <a:pt x="949319" y="5289550"/>
                  </a:lnTo>
                  <a:lnTo>
                    <a:pt x="949446" y="5289550"/>
                  </a:lnTo>
                  <a:lnTo>
                    <a:pt x="949572" y="5289550"/>
                  </a:lnTo>
                  <a:lnTo>
                    <a:pt x="949698" y="5289550"/>
                  </a:lnTo>
                  <a:lnTo>
                    <a:pt x="949824" y="5289550"/>
                  </a:lnTo>
                  <a:lnTo>
                    <a:pt x="949951" y="5289550"/>
                  </a:lnTo>
                  <a:lnTo>
                    <a:pt x="950077" y="5289550"/>
                  </a:lnTo>
                  <a:lnTo>
                    <a:pt x="950203" y="5289550"/>
                  </a:lnTo>
                  <a:lnTo>
                    <a:pt x="950329" y="5289550"/>
                  </a:lnTo>
                  <a:lnTo>
                    <a:pt x="950456" y="5289550"/>
                  </a:lnTo>
                  <a:lnTo>
                    <a:pt x="950582" y="5289550"/>
                  </a:lnTo>
                  <a:lnTo>
                    <a:pt x="950708" y="5289550"/>
                  </a:lnTo>
                  <a:lnTo>
                    <a:pt x="950834" y="5289550"/>
                  </a:lnTo>
                  <a:lnTo>
                    <a:pt x="950961" y="5289550"/>
                  </a:lnTo>
                  <a:lnTo>
                    <a:pt x="951087" y="5289550"/>
                  </a:lnTo>
                  <a:lnTo>
                    <a:pt x="951213" y="5289550"/>
                  </a:lnTo>
                  <a:lnTo>
                    <a:pt x="951213" y="5284639"/>
                  </a:lnTo>
                  <a:lnTo>
                    <a:pt x="951339" y="5284639"/>
                  </a:lnTo>
                  <a:lnTo>
                    <a:pt x="951466" y="5284639"/>
                  </a:lnTo>
                  <a:lnTo>
                    <a:pt x="951592" y="5284639"/>
                  </a:lnTo>
                  <a:lnTo>
                    <a:pt x="951718" y="5284639"/>
                  </a:lnTo>
                  <a:lnTo>
                    <a:pt x="951844" y="5284639"/>
                  </a:lnTo>
                  <a:lnTo>
                    <a:pt x="951971" y="5284639"/>
                  </a:lnTo>
                  <a:lnTo>
                    <a:pt x="952097" y="5284639"/>
                  </a:lnTo>
                  <a:lnTo>
                    <a:pt x="952223" y="5284639"/>
                  </a:lnTo>
                  <a:lnTo>
                    <a:pt x="952349" y="5284639"/>
                  </a:lnTo>
                  <a:lnTo>
                    <a:pt x="952476" y="5284639"/>
                  </a:lnTo>
                  <a:lnTo>
                    <a:pt x="952602" y="5284639"/>
                  </a:lnTo>
                  <a:lnTo>
                    <a:pt x="952728" y="5284639"/>
                  </a:lnTo>
                  <a:lnTo>
                    <a:pt x="952854" y="5284639"/>
                  </a:lnTo>
                  <a:lnTo>
                    <a:pt x="952981" y="5284639"/>
                  </a:lnTo>
                  <a:lnTo>
                    <a:pt x="953107" y="5284639"/>
                  </a:lnTo>
                  <a:lnTo>
                    <a:pt x="953233" y="5284639"/>
                  </a:lnTo>
                  <a:lnTo>
                    <a:pt x="953359" y="5284639"/>
                  </a:lnTo>
                  <a:lnTo>
                    <a:pt x="953486" y="5284639"/>
                  </a:lnTo>
                  <a:lnTo>
                    <a:pt x="953612" y="5284639"/>
                  </a:lnTo>
                  <a:lnTo>
                    <a:pt x="953738" y="5284639"/>
                  </a:lnTo>
                  <a:lnTo>
                    <a:pt x="953865" y="5284639"/>
                  </a:lnTo>
                  <a:lnTo>
                    <a:pt x="953991" y="5284639"/>
                  </a:lnTo>
                  <a:lnTo>
                    <a:pt x="954117" y="5284639"/>
                  </a:lnTo>
                  <a:lnTo>
                    <a:pt x="954243" y="5284639"/>
                  </a:lnTo>
                  <a:lnTo>
                    <a:pt x="954370" y="5284639"/>
                  </a:lnTo>
                  <a:lnTo>
                    <a:pt x="954496" y="5284639"/>
                  </a:lnTo>
                  <a:lnTo>
                    <a:pt x="954622" y="5284639"/>
                  </a:lnTo>
                  <a:lnTo>
                    <a:pt x="954748" y="5284639"/>
                  </a:lnTo>
                  <a:lnTo>
                    <a:pt x="954875" y="5284639"/>
                  </a:lnTo>
                  <a:lnTo>
                    <a:pt x="955001" y="5284639"/>
                  </a:lnTo>
                  <a:lnTo>
                    <a:pt x="955127" y="5284639"/>
                  </a:lnTo>
                  <a:lnTo>
                    <a:pt x="955253" y="5284639"/>
                  </a:lnTo>
                  <a:lnTo>
                    <a:pt x="955380" y="5284639"/>
                  </a:lnTo>
                  <a:lnTo>
                    <a:pt x="955506" y="5284639"/>
                  </a:lnTo>
                  <a:lnTo>
                    <a:pt x="955632" y="5284639"/>
                  </a:lnTo>
                  <a:lnTo>
                    <a:pt x="955758" y="5284639"/>
                  </a:lnTo>
                  <a:lnTo>
                    <a:pt x="955885" y="5284639"/>
                  </a:lnTo>
                  <a:lnTo>
                    <a:pt x="956011" y="5284639"/>
                  </a:lnTo>
                  <a:lnTo>
                    <a:pt x="956137" y="5284639"/>
                  </a:lnTo>
                  <a:lnTo>
                    <a:pt x="956263" y="5284639"/>
                  </a:lnTo>
                  <a:lnTo>
                    <a:pt x="956390" y="5284639"/>
                  </a:lnTo>
                  <a:lnTo>
                    <a:pt x="956516" y="5284639"/>
                  </a:lnTo>
                  <a:lnTo>
                    <a:pt x="956642" y="5284639"/>
                  </a:lnTo>
                  <a:lnTo>
                    <a:pt x="956768" y="5284639"/>
                  </a:lnTo>
                  <a:lnTo>
                    <a:pt x="956895" y="5284639"/>
                  </a:lnTo>
                  <a:lnTo>
                    <a:pt x="957021" y="5284639"/>
                  </a:lnTo>
                  <a:lnTo>
                    <a:pt x="957147" y="5284639"/>
                  </a:lnTo>
                  <a:lnTo>
                    <a:pt x="957273" y="5284639"/>
                  </a:lnTo>
                  <a:lnTo>
                    <a:pt x="957400" y="5284639"/>
                  </a:lnTo>
                  <a:lnTo>
                    <a:pt x="957526" y="5284639"/>
                  </a:lnTo>
                  <a:lnTo>
                    <a:pt x="957652" y="5284639"/>
                  </a:lnTo>
                  <a:lnTo>
                    <a:pt x="957778" y="5284639"/>
                  </a:lnTo>
                  <a:lnTo>
                    <a:pt x="957905" y="5284639"/>
                  </a:lnTo>
                  <a:lnTo>
                    <a:pt x="958031" y="5284639"/>
                  </a:lnTo>
                  <a:lnTo>
                    <a:pt x="958157" y="5284639"/>
                  </a:lnTo>
                  <a:lnTo>
                    <a:pt x="958283" y="5284639"/>
                  </a:lnTo>
                  <a:lnTo>
                    <a:pt x="958410" y="5284639"/>
                  </a:lnTo>
                  <a:lnTo>
                    <a:pt x="958536" y="5284639"/>
                  </a:lnTo>
                  <a:lnTo>
                    <a:pt x="958662" y="5284639"/>
                  </a:lnTo>
                  <a:lnTo>
                    <a:pt x="958789" y="5284639"/>
                  </a:lnTo>
                  <a:lnTo>
                    <a:pt x="958915" y="5284639"/>
                  </a:lnTo>
                  <a:lnTo>
                    <a:pt x="959041" y="5284639"/>
                  </a:lnTo>
                  <a:lnTo>
                    <a:pt x="959167" y="5284639"/>
                  </a:lnTo>
                  <a:lnTo>
                    <a:pt x="959294" y="5284639"/>
                  </a:lnTo>
                  <a:lnTo>
                    <a:pt x="959420" y="5284639"/>
                  </a:lnTo>
                  <a:lnTo>
                    <a:pt x="959546" y="5284639"/>
                  </a:lnTo>
                  <a:lnTo>
                    <a:pt x="959672" y="5284639"/>
                  </a:lnTo>
                  <a:lnTo>
                    <a:pt x="959799" y="5284639"/>
                  </a:lnTo>
                  <a:lnTo>
                    <a:pt x="959925" y="5284639"/>
                  </a:lnTo>
                  <a:lnTo>
                    <a:pt x="960051" y="5284639"/>
                  </a:lnTo>
                  <a:lnTo>
                    <a:pt x="960177" y="5284639"/>
                  </a:lnTo>
                  <a:lnTo>
                    <a:pt x="960304" y="5284639"/>
                  </a:lnTo>
                  <a:lnTo>
                    <a:pt x="960430" y="5284639"/>
                  </a:lnTo>
                  <a:lnTo>
                    <a:pt x="960556" y="5284639"/>
                  </a:lnTo>
                  <a:lnTo>
                    <a:pt x="960682" y="5284639"/>
                  </a:lnTo>
                  <a:lnTo>
                    <a:pt x="960809" y="5284639"/>
                  </a:lnTo>
                  <a:lnTo>
                    <a:pt x="960935" y="5284639"/>
                  </a:lnTo>
                  <a:lnTo>
                    <a:pt x="961061" y="5284639"/>
                  </a:lnTo>
                  <a:lnTo>
                    <a:pt x="961187" y="5284639"/>
                  </a:lnTo>
                  <a:lnTo>
                    <a:pt x="961314" y="5284639"/>
                  </a:lnTo>
                  <a:lnTo>
                    <a:pt x="961440" y="5284639"/>
                  </a:lnTo>
                  <a:lnTo>
                    <a:pt x="961566" y="5284639"/>
                  </a:lnTo>
                  <a:lnTo>
                    <a:pt x="961692" y="5284639"/>
                  </a:lnTo>
                  <a:lnTo>
                    <a:pt x="961819" y="5284639"/>
                  </a:lnTo>
                  <a:lnTo>
                    <a:pt x="961945" y="5284639"/>
                  </a:lnTo>
                  <a:lnTo>
                    <a:pt x="962071" y="5284639"/>
                  </a:lnTo>
                  <a:lnTo>
                    <a:pt x="962197" y="5284639"/>
                  </a:lnTo>
                  <a:lnTo>
                    <a:pt x="962324" y="5284639"/>
                  </a:lnTo>
                  <a:lnTo>
                    <a:pt x="962324" y="5279728"/>
                  </a:lnTo>
                  <a:lnTo>
                    <a:pt x="962450" y="5279728"/>
                  </a:lnTo>
                  <a:lnTo>
                    <a:pt x="962576" y="5279728"/>
                  </a:lnTo>
                  <a:lnTo>
                    <a:pt x="962702" y="5279728"/>
                  </a:lnTo>
                  <a:lnTo>
                    <a:pt x="962829" y="5279728"/>
                  </a:lnTo>
                  <a:lnTo>
                    <a:pt x="962955" y="5279728"/>
                  </a:lnTo>
                  <a:lnTo>
                    <a:pt x="963081" y="5279728"/>
                  </a:lnTo>
                  <a:lnTo>
                    <a:pt x="963207" y="5279728"/>
                  </a:lnTo>
                  <a:lnTo>
                    <a:pt x="963334" y="5279728"/>
                  </a:lnTo>
                  <a:lnTo>
                    <a:pt x="963460" y="5279728"/>
                  </a:lnTo>
                  <a:lnTo>
                    <a:pt x="963586" y="5279728"/>
                  </a:lnTo>
                  <a:lnTo>
                    <a:pt x="963712" y="5279728"/>
                  </a:lnTo>
                  <a:lnTo>
                    <a:pt x="963839" y="5279728"/>
                  </a:lnTo>
                  <a:lnTo>
                    <a:pt x="963965" y="5279728"/>
                  </a:lnTo>
                  <a:lnTo>
                    <a:pt x="964091" y="5279728"/>
                  </a:lnTo>
                  <a:lnTo>
                    <a:pt x="964218" y="5279728"/>
                  </a:lnTo>
                  <a:lnTo>
                    <a:pt x="964344" y="5279728"/>
                  </a:lnTo>
                  <a:lnTo>
                    <a:pt x="964470" y="5279728"/>
                  </a:lnTo>
                  <a:lnTo>
                    <a:pt x="964596" y="5279728"/>
                  </a:lnTo>
                  <a:lnTo>
                    <a:pt x="964723" y="5279728"/>
                  </a:lnTo>
                  <a:lnTo>
                    <a:pt x="964849" y="5279728"/>
                  </a:lnTo>
                  <a:lnTo>
                    <a:pt x="964975" y="5279728"/>
                  </a:lnTo>
                  <a:lnTo>
                    <a:pt x="965101" y="5279728"/>
                  </a:lnTo>
                  <a:lnTo>
                    <a:pt x="965228" y="5279728"/>
                  </a:lnTo>
                  <a:lnTo>
                    <a:pt x="965354" y="5279728"/>
                  </a:lnTo>
                  <a:lnTo>
                    <a:pt x="965480" y="5279728"/>
                  </a:lnTo>
                  <a:lnTo>
                    <a:pt x="965606" y="5279728"/>
                  </a:lnTo>
                  <a:lnTo>
                    <a:pt x="965733" y="5279728"/>
                  </a:lnTo>
                  <a:lnTo>
                    <a:pt x="965859" y="5279728"/>
                  </a:lnTo>
                  <a:lnTo>
                    <a:pt x="965985" y="5279728"/>
                  </a:lnTo>
                  <a:lnTo>
                    <a:pt x="966111" y="5279728"/>
                  </a:lnTo>
                  <a:lnTo>
                    <a:pt x="966238" y="5279728"/>
                  </a:lnTo>
                  <a:lnTo>
                    <a:pt x="966364" y="5279728"/>
                  </a:lnTo>
                  <a:lnTo>
                    <a:pt x="966490" y="5279728"/>
                  </a:lnTo>
                  <a:lnTo>
                    <a:pt x="966616" y="5279728"/>
                  </a:lnTo>
                  <a:lnTo>
                    <a:pt x="966743" y="5279728"/>
                  </a:lnTo>
                  <a:lnTo>
                    <a:pt x="966869" y="5279728"/>
                  </a:lnTo>
                  <a:lnTo>
                    <a:pt x="966995" y="5279728"/>
                  </a:lnTo>
                  <a:lnTo>
                    <a:pt x="967121" y="5279728"/>
                  </a:lnTo>
                  <a:lnTo>
                    <a:pt x="967248" y="5279728"/>
                  </a:lnTo>
                  <a:lnTo>
                    <a:pt x="967374" y="5279728"/>
                  </a:lnTo>
                  <a:lnTo>
                    <a:pt x="967500" y="5279728"/>
                  </a:lnTo>
                  <a:lnTo>
                    <a:pt x="967626" y="5279728"/>
                  </a:lnTo>
                  <a:lnTo>
                    <a:pt x="967753" y="5279728"/>
                  </a:lnTo>
                  <a:lnTo>
                    <a:pt x="967879" y="5279728"/>
                  </a:lnTo>
                  <a:lnTo>
                    <a:pt x="968005" y="5279728"/>
                  </a:lnTo>
                  <a:lnTo>
                    <a:pt x="968131" y="5279728"/>
                  </a:lnTo>
                  <a:lnTo>
                    <a:pt x="968258" y="5279728"/>
                  </a:lnTo>
                  <a:lnTo>
                    <a:pt x="968384" y="5279728"/>
                  </a:lnTo>
                  <a:lnTo>
                    <a:pt x="968510" y="5279728"/>
                  </a:lnTo>
                  <a:lnTo>
                    <a:pt x="968636" y="5279728"/>
                  </a:lnTo>
                  <a:lnTo>
                    <a:pt x="968763" y="5279728"/>
                  </a:lnTo>
                  <a:lnTo>
                    <a:pt x="968889" y="5279728"/>
                  </a:lnTo>
                  <a:lnTo>
                    <a:pt x="969015" y="5279728"/>
                  </a:lnTo>
                  <a:lnTo>
                    <a:pt x="969142" y="5279728"/>
                  </a:lnTo>
                  <a:lnTo>
                    <a:pt x="969268" y="5279728"/>
                  </a:lnTo>
                  <a:lnTo>
                    <a:pt x="969394" y="5279728"/>
                  </a:lnTo>
                  <a:lnTo>
                    <a:pt x="969520" y="5279728"/>
                  </a:lnTo>
                  <a:lnTo>
                    <a:pt x="969647" y="5279728"/>
                  </a:lnTo>
                  <a:lnTo>
                    <a:pt x="969647" y="5274816"/>
                  </a:lnTo>
                  <a:lnTo>
                    <a:pt x="969773" y="5274816"/>
                  </a:lnTo>
                  <a:lnTo>
                    <a:pt x="969899" y="5274816"/>
                  </a:lnTo>
                  <a:lnTo>
                    <a:pt x="970025" y="5274816"/>
                  </a:lnTo>
                  <a:lnTo>
                    <a:pt x="970152" y="5274816"/>
                  </a:lnTo>
                  <a:lnTo>
                    <a:pt x="970152" y="5269905"/>
                  </a:lnTo>
                  <a:lnTo>
                    <a:pt x="970278" y="5269905"/>
                  </a:lnTo>
                  <a:lnTo>
                    <a:pt x="970404" y="5269905"/>
                  </a:lnTo>
                  <a:lnTo>
                    <a:pt x="970530" y="5269905"/>
                  </a:lnTo>
                  <a:lnTo>
                    <a:pt x="970657" y="5269905"/>
                  </a:lnTo>
                  <a:lnTo>
                    <a:pt x="970783" y="5269905"/>
                  </a:lnTo>
                  <a:lnTo>
                    <a:pt x="970909" y="5269905"/>
                  </a:lnTo>
                  <a:lnTo>
                    <a:pt x="971035" y="5269905"/>
                  </a:lnTo>
                  <a:lnTo>
                    <a:pt x="971162" y="5269905"/>
                  </a:lnTo>
                  <a:lnTo>
                    <a:pt x="971288" y="5269905"/>
                  </a:lnTo>
                  <a:lnTo>
                    <a:pt x="971414" y="5269905"/>
                  </a:lnTo>
                  <a:lnTo>
                    <a:pt x="971540" y="5269905"/>
                  </a:lnTo>
                  <a:lnTo>
                    <a:pt x="971667" y="5269905"/>
                  </a:lnTo>
                  <a:lnTo>
                    <a:pt x="971667" y="5264993"/>
                  </a:lnTo>
                  <a:lnTo>
                    <a:pt x="971793" y="5264993"/>
                  </a:lnTo>
                  <a:lnTo>
                    <a:pt x="971919" y="5264993"/>
                  </a:lnTo>
                  <a:lnTo>
                    <a:pt x="972045" y="5264993"/>
                  </a:lnTo>
                  <a:lnTo>
                    <a:pt x="972172" y="5264993"/>
                  </a:lnTo>
                  <a:lnTo>
                    <a:pt x="972298" y="5264993"/>
                  </a:lnTo>
                  <a:lnTo>
                    <a:pt x="972424" y="5264993"/>
                  </a:lnTo>
                  <a:lnTo>
                    <a:pt x="972550" y="5264993"/>
                  </a:lnTo>
                  <a:lnTo>
                    <a:pt x="972677" y="5264993"/>
                  </a:lnTo>
                  <a:lnTo>
                    <a:pt x="972803" y="5264993"/>
                  </a:lnTo>
                  <a:lnTo>
                    <a:pt x="972929" y="5264993"/>
                  </a:lnTo>
                  <a:lnTo>
                    <a:pt x="973055" y="5264993"/>
                  </a:lnTo>
                  <a:lnTo>
                    <a:pt x="973182" y="5264993"/>
                  </a:lnTo>
                  <a:lnTo>
                    <a:pt x="973308" y="5264993"/>
                  </a:lnTo>
                  <a:lnTo>
                    <a:pt x="973434" y="5264993"/>
                  </a:lnTo>
                  <a:lnTo>
                    <a:pt x="973560" y="5264993"/>
                  </a:lnTo>
                  <a:lnTo>
                    <a:pt x="973687" y="5264993"/>
                  </a:lnTo>
                  <a:lnTo>
                    <a:pt x="973813" y="5264993"/>
                  </a:lnTo>
                  <a:lnTo>
                    <a:pt x="973939" y="5264993"/>
                  </a:lnTo>
                  <a:lnTo>
                    <a:pt x="974065" y="5264993"/>
                  </a:lnTo>
                  <a:lnTo>
                    <a:pt x="974192" y="5264993"/>
                  </a:lnTo>
                  <a:lnTo>
                    <a:pt x="974318" y="5264993"/>
                  </a:lnTo>
                  <a:lnTo>
                    <a:pt x="974444" y="5264993"/>
                  </a:lnTo>
                  <a:lnTo>
                    <a:pt x="974571" y="5264993"/>
                  </a:lnTo>
                  <a:lnTo>
                    <a:pt x="974697" y="5264993"/>
                  </a:lnTo>
                  <a:lnTo>
                    <a:pt x="974823" y="5264993"/>
                  </a:lnTo>
                  <a:lnTo>
                    <a:pt x="974949" y="5264993"/>
                  </a:lnTo>
                  <a:lnTo>
                    <a:pt x="975076" y="5264993"/>
                  </a:lnTo>
                  <a:lnTo>
                    <a:pt x="975202" y="5264993"/>
                  </a:lnTo>
                  <a:lnTo>
                    <a:pt x="975328" y="5264993"/>
                  </a:lnTo>
                  <a:lnTo>
                    <a:pt x="975454" y="5264993"/>
                  </a:lnTo>
                  <a:lnTo>
                    <a:pt x="975581" y="5264993"/>
                  </a:lnTo>
                  <a:lnTo>
                    <a:pt x="975707" y="5264993"/>
                  </a:lnTo>
                  <a:lnTo>
                    <a:pt x="975833" y="5264993"/>
                  </a:lnTo>
                  <a:lnTo>
                    <a:pt x="975959" y="5264993"/>
                  </a:lnTo>
                  <a:lnTo>
                    <a:pt x="976086" y="5264993"/>
                  </a:lnTo>
                  <a:lnTo>
                    <a:pt x="976212" y="5264993"/>
                  </a:lnTo>
                  <a:lnTo>
                    <a:pt x="976338" y="5264993"/>
                  </a:lnTo>
                  <a:lnTo>
                    <a:pt x="976464" y="5264993"/>
                  </a:lnTo>
                  <a:lnTo>
                    <a:pt x="976591" y="5264993"/>
                  </a:lnTo>
                  <a:lnTo>
                    <a:pt x="976717" y="5264993"/>
                  </a:lnTo>
                  <a:lnTo>
                    <a:pt x="976843" y="5264993"/>
                  </a:lnTo>
                  <a:lnTo>
                    <a:pt x="976969" y="5264993"/>
                  </a:lnTo>
                  <a:lnTo>
                    <a:pt x="977096" y="5264993"/>
                  </a:lnTo>
                  <a:lnTo>
                    <a:pt x="977222" y="5264993"/>
                  </a:lnTo>
                  <a:lnTo>
                    <a:pt x="977348" y="5264993"/>
                  </a:lnTo>
                  <a:lnTo>
                    <a:pt x="977474" y="5264993"/>
                  </a:lnTo>
                  <a:lnTo>
                    <a:pt x="977601" y="5264993"/>
                  </a:lnTo>
                  <a:lnTo>
                    <a:pt x="977727" y="5264993"/>
                  </a:lnTo>
                  <a:lnTo>
                    <a:pt x="977853" y="5264993"/>
                  </a:lnTo>
                  <a:lnTo>
                    <a:pt x="977979" y="5264993"/>
                  </a:lnTo>
                  <a:lnTo>
                    <a:pt x="978106" y="5264993"/>
                  </a:lnTo>
                  <a:lnTo>
                    <a:pt x="978232" y="5264993"/>
                  </a:lnTo>
                  <a:lnTo>
                    <a:pt x="978358" y="5264993"/>
                  </a:lnTo>
                  <a:lnTo>
                    <a:pt x="978484" y="5264993"/>
                  </a:lnTo>
                  <a:lnTo>
                    <a:pt x="978611" y="5264993"/>
                  </a:lnTo>
                  <a:lnTo>
                    <a:pt x="978737" y="5264993"/>
                  </a:lnTo>
                  <a:lnTo>
                    <a:pt x="978863" y="5264993"/>
                  </a:lnTo>
                  <a:lnTo>
                    <a:pt x="978989" y="5264993"/>
                  </a:lnTo>
                  <a:lnTo>
                    <a:pt x="979116" y="5264993"/>
                  </a:lnTo>
                  <a:lnTo>
                    <a:pt x="979242" y="5264993"/>
                  </a:lnTo>
                  <a:lnTo>
                    <a:pt x="979368" y="5264993"/>
                  </a:lnTo>
                  <a:lnTo>
                    <a:pt x="979495" y="5264993"/>
                  </a:lnTo>
                  <a:lnTo>
                    <a:pt x="979621" y="5264993"/>
                  </a:lnTo>
                  <a:lnTo>
                    <a:pt x="979747" y="5264993"/>
                  </a:lnTo>
                  <a:lnTo>
                    <a:pt x="979873" y="5264993"/>
                  </a:lnTo>
                  <a:lnTo>
                    <a:pt x="980000" y="5264993"/>
                  </a:lnTo>
                  <a:lnTo>
                    <a:pt x="980126" y="5264993"/>
                  </a:lnTo>
                  <a:lnTo>
                    <a:pt x="980252" y="5264993"/>
                  </a:lnTo>
                  <a:lnTo>
                    <a:pt x="980378" y="5264993"/>
                  </a:lnTo>
                  <a:lnTo>
                    <a:pt x="980505" y="5264993"/>
                  </a:lnTo>
                  <a:lnTo>
                    <a:pt x="980631" y="5264993"/>
                  </a:lnTo>
                  <a:lnTo>
                    <a:pt x="980757" y="5264993"/>
                  </a:lnTo>
                  <a:lnTo>
                    <a:pt x="980883" y="5264993"/>
                  </a:lnTo>
                  <a:lnTo>
                    <a:pt x="981010" y="5264993"/>
                  </a:lnTo>
                  <a:lnTo>
                    <a:pt x="981136" y="5264993"/>
                  </a:lnTo>
                  <a:lnTo>
                    <a:pt x="981262" y="5264993"/>
                  </a:lnTo>
                  <a:lnTo>
                    <a:pt x="981388" y="5264993"/>
                  </a:lnTo>
                  <a:lnTo>
                    <a:pt x="981515" y="5264993"/>
                  </a:lnTo>
                  <a:lnTo>
                    <a:pt x="981641" y="5264993"/>
                  </a:lnTo>
                  <a:lnTo>
                    <a:pt x="981767" y="5264993"/>
                  </a:lnTo>
                  <a:lnTo>
                    <a:pt x="981893" y="5264993"/>
                  </a:lnTo>
                  <a:lnTo>
                    <a:pt x="982020" y="5264993"/>
                  </a:lnTo>
                  <a:lnTo>
                    <a:pt x="982146" y="5264993"/>
                  </a:lnTo>
                  <a:lnTo>
                    <a:pt x="982272" y="5264993"/>
                  </a:lnTo>
                  <a:lnTo>
                    <a:pt x="982398" y="5264993"/>
                  </a:lnTo>
                  <a:lnTo>
                    <a:pt x="982525" y="5264993"/>
                  </a:lnTo>
                  <a:lnTo>
                    <a:pt x="982651" y="5264993"/>
                  </a:lnTo>
                  <a:lnTo>
                    <a:pt x="982777" y="5264993"/>
                  </a:lnTo>
                  <a:lnTo>
                    <a:pt x="982903" y="5264993"/>
                  </a:lnTo>
                  <a:lnTo>
                    <a:pt x="983030" y="5264993"/>
                  </a:lnTo>
                  <a:lnTo>
                    <a:pt x="983156" y="5264993"/>
                  </a:lnTo>
                  <a:lnTo>
                    <a:pt x="983282" y="5264993"/>
                  </a:lnTo>
                  <a:lnTo>
                    <a:pt x="983408" y="5264993"/>
                  </a:lnTo>
                  <a:lnTo>
                    <a:pt x="983535" y="5264993"/>
                  </a:lnTo>
                  <a:lnTo>
                    <a:pt x="983661" y="5264993"/>
                  </a:lnTo>
                  <a:lnTo>
                    <a:pt x="983787" y="5264993"/>
                  </a:lnTo>
                  <a:lnTo>
                    <a:pt x="983913" y="5264993"/>
                  </a:lnTo>
                  <a:lnTo>
                    <a:pt x="984040" y="5264993"/>
                  </a:lnTo>
                  <a:lnTo>
                    <a:pt x="984166" y="5264993"/>
                  </a:lnTo>
                  <a:lnTo>
                    <a:pt x="984292" y="5264993"/>
                  </a:lnTo>
                  <a:lnTo>
                    <a:pt x="984418" y="5264993"/>
                  </a:lnTo>
                  <a:lnTo>
                    <a:pt x="984545" y="5264993"/>
                  </a:lnTo>
                  <a:lnTo>
                    <a:pt x="984671" y="5264993"/>
                  </a:lnTo>
                  <a:lnTo>
                    <a:pt x="984797" y="5264993"/>
                  </a:lnTo>
                  <a:lnTo>
                    <a:pt x="984924" y="5264993"/>
                  </a:lnTo>
                  <a:lnTo>
                    <a:pt x="985050" y="5264993"/>
                  </a:lnTo>
                  <a:lnTo>
                    <a:pt x="985176" y="5264993"/>
                  </a:lnTo>
                  <a:lnTo>
                    <a:pt x="985302" y="5264993"/>
                  </a:lnTo>
                  <a:lnTo>
                    <a:pt x="985429" y="5264993"/>
                  </a:lnTo>
                  <a:lnTo>
                    <a:pt x="985555" y="5264993"/>
                  </a:lnTo>
                  <a:lnTo>
                    <a:pt x="985681" y="5264993"/>
                  </a:lnTo>
                  <a:lnTo>
                    <a:pt x="985807" y="5264993"/>
                  </a:lnTo>
                  <a:lnTo>
                    <a:pt x="985934" y="5264993"/>
                  </a:lnTo>
                  <a:lnTo>
                    <a:pt x="986060" y="5264993"/>
                  </a:lnTo>
                  <a:lnTo>
                    <a:pt x="986186" y="5264993"/>
                  </a:lnTo>
                  <a:lnTo>
                    <a:pt x="986312" y="5264993"/>
                  </a:lnTo>
                  <a:lnTo>
                    <a:pt x="986439" y="5264993"/>
                  </a:lnTo>
                  <a:lnTo>
                    <a:pt x="986565" y="5264993"/>
                  </a:lnTo>
                  <a:lnTo>
                    <a:pt x="986691" y="5264993"/>
                  </a:lnTo>
                  <a:lnTo>
                    <a:pt x="986817" y="5264993"/>
                  </a:lnTo>
                  <a:lnTo>
                    <a:pt x="986944" y="5264993"/>
                  </a:lnTo>
                  <a:lnTo>
                    <a:pt x="987070" y="5264993"/>
                  </a:lnTo>
                  <a:lnTo>
                    <a:pt x="987196" y="5264993"/>
                  </a:lnTo>
                  <a:lnTo>
                    <a:pt x="987322" y="5264993"/>
                  </a:lnTo>
                  <a:lnTo>
                    <a:pt x="987449" y="5264993"/>
                  </a:lnTo>
                  <a:lnTo>
                    <a:pt x="987575" y="5264993"/>
                  </a:lnTo>
                  <a:lnTo>
                    <a:pt x="987701" y="5264993"/>
                  </a:lnTo>
                  <a:lnTo>
                    <a:pt x="987827" y="5264993"/>
                  </a:lnTo>
                  <a:lnTo>
                    <a:pt x="987954" y="5264993"/>
                  </a:lnTo>
                  <a:lnTo>
                    <a:pt x="988080" y="5264993"/>
                  </a:lnTo>
                  <a:lnTo>
                    <a:pt x="988206" y="5264993"/>
                  </a:lnTo>
                  <a:lnTo>
                    <a:pt x="988332" y="5264993"/>
                  </a:lnTo>
                  <a:lnTo>
                    <a:pt x="988459" y="5264993"/>
                  </a:lnTo>
                  <a:lnTo>
                    <a:pt x="988585" y="5264993"/>
                  </a:lnTo>
                  <a:lnTo>
                    <a:pt x="988711" y="5264993"/>
                  </a:lnTo>
                  <a:lnTo>
                    <a:pt x="988711" y="5260082"/>
                  </a:lnTo>
                  <a:lnTo>
                    <a:pt x="988837" y="5260082"/>
                  </a:lnTo>
                  <a:lnTo>
                    <a:pt x="988964" y="5260082"/>
                  </a:lnTo>
                  <a:lnTo>
                    <a:pt x="989090" y="5260082"/>
                  </a:lnTo>
                  <a:lnTo>
                    <a:pt x="989216" y="5260082"/>
                  </a:lnTo>
                  <a:lnTo>
                    <a:pt x="989342" y="5260082"/>
                  </a:lnTo>
                  <a:lnTo>
                    <a:pt x="989469" y="5260082"/>
                  </a:lnTo>
                  <a:lnTo>
                    <a:pt x="989595" y="5260082"/>
                  </a:lnTo>
                  <a:lnTo>
                    <a:pt x="989721" y="5260082"/>
                  </a:lnTo>
                  <a:lnTo>
                    <a:pt x="989848" y="5260082"/>
                  </a:lnTo>
                  <a:lnTo>
                    <a:pt x="989974" y="5260082"/>
                  </a:lnTo>
                  <a:lnTo>
                    <a:pt x="990100" y="5260082"/>
                  </a:lnTo>
                  <a:lnTo>
                    <a:pt x="990226" y="5260082"/>
                  </a:lnTo>
                  <a:lnTo>
                    <a:pt x="990353" y="5260082"/>
                  </a:lnTo>
                  <a:lnTo>
                    <a:pt x="990479" y="5260082"/>
                  </a:lnTo>
                  <a:lnTo>
                    <a:pt x="990605" y="5260082"/>
                  </a:lnTo>
                  <a:lnTo>
                    <a:pt x="990731" y="5260082"/>
                  </a:lnTo>
                  <a:lnTo>
                    <a:pt x="990858" y="5260082"/>
                  </a:lnTo>
                  <a:lnTo>
                    <a:pt x="990984" y="5260082"/>
                  </a:lnTo>
                  <a:lnTo>
                    <a:pt x="991110" y="5260082"/>
                  </a:lnTo>
                  <a:lnTo>
                    <a:pt x="991236" y="5260082"/>
                  </a:lnTo>
                  <a:lnTo>
                    <a:pt x="991363" y="5260082"/>
                  </a:lnTo>
                  <a:lnTo>
                    <a:pt x="991489" y="5260082"/>
                  </a:lnTo>
                  <a:lnTo>
                    <a:pt x="991615" y="5260082"/>
                  </a:lnTo>
                  <a:lnTo>
                    <a:pt x="991741" y="5260082"/>
                  </a:lnTo>
                  <a:lnTo>
                    <a:pt x="991868" y="5260082"/>
                  </a:lnTo>
                  <a:lnTo>
                    <a:pt x="991994" y="5260082"/>
                  </a:lnTo>
                  <a:lnTo>
                    <a:pt x="992120" y="5260082"/>
                  </a:lnTo>
                  <a:lnTo>
                    <a:pt x="992246" y="5260082"/>
                  </a:lnTo>
                  <a:lnTo>
                    <a:pt x="992373" y="5260082"/>
                  </a:lnTo>
                  <a:lnTo>
                    <a:pt x="992499" y="5260082"/>
                  </a:lnTo>
                  <a:lnTo>
                    <a:pt x="992625" y="5260082"/>
                  </a:lnTo>
                  <a:lnTo>
                    <a:pt x="992751" y="5260082"/>
                  </a:lnTo>
                  <a:lnTo>
                    <a:pt x="992751" y="5255171"/>
                  </a:lnTo>
                  <a:lnTo>
                    <a:pt x="992878" y="5255171"/>
                  </a:lnTo>
                  <a:lnTo>
                    <a:pt x="993004" y="5255171"/>
                  </a:lnTo>
                  <a:lnTo>
                    <a:pt x="993130" y="5255171"/>
                  </a:lnTo>
                  <a:lnTo>
                    <a:pt x="993256" y="5255171"/>
                  </a:lnTo>
                  <a:lnTo>
                    <a:pt x="993383" y="5255171"/>
                  </a:lnTo>
                  <a:lnTo>
                    <a:pt x="993509" y="5255171"/>
                  </a:lnTo>
                  <a:lnTo>
                    <a:pt x="993509" y="5250259"/>
                  </a:lnTo>
                  <a:lnTo>
                    <a:pt x="993635" y="5250259"/>
                  </a:lnTo>
                  <a:lnTo>
                    <a:pt x="993761" y="5250259"/>
                  </a:lnTo>
                  <a:lnTo>
                    <a:pt x="993888" y="5250259"/>
                  </a:lnTo>
                  <a:lnTo>
                    <a:pt x="994014" y="5250259"/>
                  </a:lnTo>
                  <a:lnTo>
                    <a:pt x="994140" y="5250259"/>
                  </a:lnTo>
                  <a:lnTo>
                    <a:pt x="994266" y="5250259"/>
                  </a:lnTo>
                  <a:lnTo>
                    <a:pt x="994266" y="5245348"/>
                  </a:lnTo>
                  <a:lnTo>
                    <a:pt x="994393" y="5245348"/>
                  </a:lnTo>
                  <a:lnTo>
                    <a:pt x="994519" y="5245348"/>
                  </a:lnTo>
                  <a:lnTo>
                    <a:pt x="994645" y="5245348"/>
                  </a:lnTo>
                  <a:lnTo>
                    <a:pt x="994771" y="5245348"/>
                  </a:lnTo>
                  <a:lnTo>
                    <a:pt x="994898" y="5245348"/>
                  </a:lnTo>
                  <a:lnTo>
                    <a:pt x="995024" y="5245348"/>
                  </a:lnTo>
                  <a:lnTo>
                    <a:pt x="995150" y="5245348"/>
                  </a:lnTo>
                  <a:lnTo>
                    <a:pt x="995277" y="5245348"/>
                  </a:lnTo>
                  <a:lnTo>
                    <a:pt x="995403" y="5245348"/>
                  </a:lnTo>
                  <a:lnTo>
                    <a:pt x="995529" y="5245348"/>
                  </a:lnTo>
                  <a:lnTo>
                    <a:pt x="995655" y="5245348"/>
                  </a:lnTo>
                  <a:lnTo>
                    <a:pt x="995782" y="5245348"/>
                  </a:lnTo>
                  <a:lnTo>
                    <a:pt x="995908" y="5245348"/>
                  </a:lnTo>
                  <a:lnTo>
                    <a:pt x="996034" y="5245348"/>
                  </a:lnTo>
                  <a:lnTo>
                    <a:pt x="996160" y="5245348"/>
                  </a:lnTo>
                  <a:lnTo>
                    <a:pt x="996287" y="5245348"/>
                  </a:lnTo>
                  <a:lnTo>
                    <a:pt x="996413" y="5245348"/>
                  </a:lnTo>
                  <a:lnTo>
                    <a:pt x="996539" y="5245348"/>
                  </a:lnTo>
                  <a:lnTo>
                    <a:pt x="996665" y="5245348"/>
                  </a:lnTo>
                  <a:lnTo>
                    <a:pt x="996792" y="5245348"/>
                  </a:lnTo>
                  <a:lnTo>
                    <a:pt x="996918" y="5245348"/>
                  </a:lnTo>
                  <a:lnTo>
                    <a:pt x="997044" y="5245348"/>
                  </a:lnTo>
                  <a:lnTo>
                    <a:pt x="997170" y="5245348"/>
                  </a:lnTo>
                  <a:lnTo>
                    <a:pt x="997297" y="5245348"/>
                  </a:lnTo>
                  <a:lnTo>
                    <a:pt x="997423" y="5245348"/>
                  </a:lnTo>
                  <a:lnTo>
                    <a:pt x="997549" y="5245348"/>
                  </a:lnTo>
                  <a:lnTo>
                    <a:pt x="997675" y="5245348"/>
                  </a:lnTo>
                  <a:lnTo>
                    <a:pt x="997802" y="5245348"/>
                  </a:lnTo>
                  <a:lnTo>
                    <a:pt x="997928" y="5245348"/>
                  </a:lnTo>
                  <a:lnTo>
                    <a:pt x="998054" y="5245348"/>
                  </a:lnTo>
                  <a:lnTo>
                    <a:pt x="998180" y="5245348"/>
                  </a:lnTo>
                  <a:lnTo>
                    <a:pt x="998307" y="5245348"/>
                  </a:lnTo>
                  <a:lnTo>
                    <a:pt x="998307" y="5240437"/>
                  </a:lnTo>
                  <a:lnTo>
                    <a:pt x="998433" y="5240437"/>
                  </a:lnTo>
                  <a:lnTo>
                    <a:pt x="998559" y="5240437"/>
                  </a:lnTo>
                  <a:lnTo>
                    <a:pt x="998685" y="5240437"/>
                  </a:lnTo>
                  <a:lnTo>
                    <a:pt x="998812" y="5240437"/>
                  </a:lnTo>
                  <a:lnTo>
                    <a:pt x="998938" y="5240437"/>
                  </a:lnTo>
                  <a:lnTo>
                    <a:pt x="999064" y="5240437"/>
                  </a:lnTo>
                  <a:lnTo>
                    <a:pt x="999190" y="5240437"/>
                  </a:lnTo>
                  <a:lnTo>
                    <a:pt x="999317" y="5240437"/>
                  </a:lnTo>
                  <a:lnTo>
                    <a:pt x="999443" y="5240437"/>
                  </a:lnTo>
                  <a:lnTo>
                    <a:pt x="999569" y="5240437"/>
                  </a:lnTo>
                  <a:lnTo>
                    <a:pt x="999695" y="5240437"/>
                  </a:lnTo>
                  <a:lnTo>
                    <a:pt x="999822" y="5240437"/>
                  </a:lnTo>
                  <a:lnTo>
                    <a:pt x="999948" y="5240437"/>
                  </a:lnTo>
                  <a:lnTo>
                    <a:pt x="1000074" y="5240437"/>
                  </a:lnTo>
                  <a:lnTo>
                    <a:pt x="1000201" y="5240437"/>
                  </a:lnTo>
                  <a:lnTo>
                    <a:pt x="1000327" y="5240437"/>
                  </a:lnTo>
                  <a:lnTo>
                    <a:pt x="1000453" y="5240437"/>
                  </a:lnTo>
                  <a:lnTo>
                    <a:pt x="1000579" y="5240437"/>
                  </a:lnTo>
                  <a:lnTo>
                    <a:pt x="1000706" y="5240437"/>
                  </a:lnTo>
                  <a:lnTo>
                    <a:pt x="1000832" y="5240437"/>
                  </a:lnTo>
                  <a:lnTo>
                    <a:pt x="1000958" y="5240437"/>
                  </a:lnTo>
                  <a:lnTo>
                    <a:pt x="1001084" y="5240437"/>
                  </a:lnTo>
                  <a:lnTo>
                    <a:pt x="1001211" y="5240437"/>
                  </a:lnTo>
                  <a:lnTo>
                    <a:pt x="1001337" y="5240437"/>
                  </a:lnTo>
                  <a:lnTo>
                    <a:pt x="1001463" y="5240437"/>
                  </a:lnTo>
                  <a:lnTo>
                    <a:pt x="1001589" y="5240437"/>
                  </a:lnTo>
                  <a:lnTo>
                    <a:pt x="1001716" y="5240437"/>
                  </a:lnTo>
                  <a:lnTo>
                    <a:pt x="1001716" y="5235525"/>
                  </a:lnTo>
                  <a:lnTo>
                    <a:pt x="1001842" y="5235525"/>
                  </a:lnTo>
                  <a:lnTo>
                    <a:pt x="1001968" y="5235525"/>
                  </a:lnTo>
                  <a:lnTo>
                    <a:pt x="1002094" y="5235525"/>
                  </a:lnTo>
                  <a:lnTo>
                    <a:pt x="1002221" y="5235525"/>
                  </a:lnTo>
                  <a:lnTo>
                    <a:pt x="1002347" y="5235525"/>
                  </a:lnTo>
                  <a:lnTo>
                    <a:pt x="1002473" y="5235525"/>
                  </a:lnTo>
                  <a:lnTo>
                    <a:pt x="1002599" y="5235525"/>
                  </a:lnTo>
                  <a:lnTo>
                    <a:pt x="1002726" y="5235525"/>
                  </a:lnTo>
                  <a:lnTo>
                    <a:pt x="1002852" y="5235525"/>
                  </a:lnTo>
                  <a:lnTo>
                    <a:pt x="1002978" y="5235525"/>
                  </a:lnTo>
                  <a:lnTo>
                    <a:pt x="1003104" y="5235525"/>
                  </a:lnTo>
                  <a:lnTo>
                    <a:pt x="1003231" y="5235525"/>
                  </a:lnTo>
                  <a:lnTo>
                    <a:pt x="1003357" y="5235525"/>
                  </a:lnTo>
                  <a:lnTo>
                    <a:pt x="1003483" y="5235525"/>
                  </a:lnTo>
                  <a:lnTo>
                    <a:pt x="1003609" y="5235525"/>
                  </a:lnTo>
                  <a:lnTo>
                    <a:pt x="1003736" y="5235525"/>
                  </a:lnTo>
                  <a:lnTo>
                    <a:pt x="1003862" y="5235525"/>
                  </a:lnTo>
                  <a:lnTo>
                    <a:pt x="1003988" y="5235525"/>
                  </a:lnTo>
                  <a:lnTo>
                    <a:pt x="1004114" y="5235525"/>
                  </a:lnTo>
                  <a:lnTo>
                    <a:pt x="1004241" y="5235525"/>
                  </a:lnTo>
                  <a:lnTo>
                    <a:pt x="1004367" y="5235525"/>
                  </a:lnTo>
                  <a:lnTo>
                    <a:pt x="1004493" y="5235525"/>
                  </a:lnTo>
                  <a:lnTo>
                    <a:pt x="1004619" y="5235525"/>
                  </a:lnTo>
                  <a:lnTo>
                    <a:pt x="1004746" y="5235525"/>
                  </a:lnTo>
                  <a:lnTo>
                    <a:pt x="1004872" y="5235525"/>
                  </a:lnTo>
                  <a:lnTo>
                    <a:pt x="1004998" y="5235525"/>
                  </a:lnTo>
                  <a:lnTo>
                    <a:pt x="1005124" y="5235525"/>
                  </a:lnTo>
                  <a:lnTo>
                    <a:pt x="1005251" y="5235525"/>
                  </a:lnTo>
                  <a:lnTo>
                    <a:pt x="1005377" y="5235525"/>
                  </a:lnTo>
                  <a:lnTo>
                    <a:pt x="1005503" y="5235525"/>
                  </a:lnTo>
                  <a:lnTo>
                    <a:pt x="1005630" y="5235525"/>
                  </a:lnTo>
                  <a:lnTo>
                    <a:pt x="1005756" y="5235525"/>
                  </a:lnTo>
                  <a:lnTo>
                    <a:pt x="1005882" y="5235525"/>
                  </a:lnTo>
                  <a:lnTo>
                    <a:pt x="1006008" y="5235525"/>
                  </a:lnTo>
                  <a:lnTo>
                    <a:pt x="1006135" y="5235525"/>
                  </a:lnTo>
                  <a:lnTo>
                    <a:pt x="1006261" y="5235525"/>
                  </a:lnTo>
                  <a:lnTo>
                    <a:pt x="1006387" y="5235525"/>
                  </a:lnTo>
                  <a:lnTo>
                    <a:pt x="1006513" y="5235525"/>
                  </a:lnTo>
                  <a:lnTo>
                    <a:pt x="1006640" y="5235525"/>
                  </a:lnTo>
                  <a:lnTo>
                    <a:pt x="1006766" y="5235525"/>
                  </a:lnTo>
                  <a:lnTo>
                    <a:pt x="1006892" y="5235525"/>
                  </a:lnTo>
                  <a:lnTo>
                    <a:pt x="1007018" y="5235525"/>
                  </a:lnTo>
                  <a:lnTo>
                    <a:pt x="1007145" y="5235525"/>
                  </a:lnTo>
                  <a:lnTo>
                    <a:pt x="1007271" y="5235525"/>
                  </a:lnTo>
                  <a:lnTo>
                    <a:pt x="1007397" y="5235525"/>
                  </a:lnTo>
                  <a:lnTo>
                    <a:pt x="1007523" y="5235525"/>
                  </a:lnTo>
                  <a:lnTo>
                    <a:pt x="1007650" y="5235525"/>
                  </a:lnTo>
                  <a:lnTo>
                    <a:pt x="1007776" y="5235525"/>
                  </a:lnTo>
                  <a:lnTo>
                    <a:pt x="1007902" y="5235525"/>
                  </a:lnTo>
                  <a:lnTo>
                    <a:pt x="1008028" y="5235525"/>
                  </a:lnTo>
                  <a:lnTo>
                    <a:pt x="1008155" y="5235525"/>
                  </a:lnTo>
                  <a:lnTo>
                    <a:pt x="1008281" y="5235525"/>
                  </a:lnTo>
                  <a:lnTo>
                    <a:pt x="1008407" y="5235525"/>
                  </a:lnTo>
                  <a:lnTo>
                    <a:pt x="1008533" y="5235525"/>
                  </a:lnTo>
                  <a:lnTo>
                    <a:pt x="1008660" y="5235525"/>
                  </a:lnTo>
                  <a:lnTo>
                    <a:pt x="1008786" y="5235525"/>
                  </a:lnTo>
                  <a:lnTo>
                    <a:pt x="1008912" y="5235525"/>
                  </a:lnTo>
                  <a:lnTo>
                    <a:pt x="1009038" y="5235525"/>
                  </a:lnTo>
                  <a:lnTo>
                    <a:pt x="1009165" y="5235525"/>
                  </a:lnTo>
                  <a:lnTo>
                    <a:pt x="1009291" y="5235525"/>
                  </a:lnTo>
                  <a:lnTo>
                    <a:pt x="1009417" y="5235525"/>
                  </a:lnTo>
                  <a:lnTo>
                    <a:pt x="1009417" y="5230614"/>
                  </a:lnTo>
                  <a:lnTo>
                    <a:pt x="1009543" y="5230614"/>
                  </a:lnTo>
                  <a:lnTo>
                    <a:pt x="1009670" y="5230614"/>
                  </a:lnTo>
                  <a:lnTo>
                    <a:pt x="1009796" y="5230614"/>
                  </a:lnTo>
                  <a:lnTo>
                    <a:pt x="1009922" y="5230614"/>
                  </a:lnTo>
                  <a:lnTo>
                    <a:pt x="1010048" y="5230614"/>
                  </a:lnTo>
                  <a:lnTo>
                    <a:pt x="1010175" y="5230614"/>
                  </a:lnTo>
                  <a:lnTo>
                    <a:pt x="1010301" y="5230614"/>
                  </a:lnTo>
                  <a:lnTo>
                    <a:pt x="1010427" y="5230614"/>
                  </a:lnTo>
                  <a:lnTo>
                    <a:pt x="1010554" y="5230614"/>
                  </a:lnTo>
                  <a:lnTo>
                    <a:pt x="1010680" y="5230614"/>
                  </a:lnTo>
                  <a:lnTo>
                    <a:pt x="1010806" y="5230614"/>
                  </a:lnTo>
                  <a:lnTo>
                    <a:pt x="1010932" y="5230614"/>
                  </a:lnTo>
                  <a:lnTo>
                    <a:pt x="1011059" y="5230614"/>
                  </a:lnTo>
                  <a:lnTo>
                    <a:pt x="1011185" y="5230614"/>
                  </a:lnTo>
                  <a:lnTo>
                    <a:pt x="1011311" y="5230614"/>
                  </a:lnTo>
                  <a:lnTo>
                    <a:pt x="1011437" y="5230614"/>
                  </a:lnTo>
                  <a:lnTo>
                    <a:pt x="1011564" y="5230614"/>
                  </a:lnTo>
                  <a:lnTo>
                    <a:pt x="1011690" y="5230614"/>
                  </a:lnTo>
                  <a:lnTo>
                    <a:pt x="1011816" y="5230614"/>
                  </a:lnTo>
                  <a:lnTo>
                    <a:pt x="1011942" y="5230614"/>
                  </a:lnTo>
                  <a:lnTo>
                    <a:pt x="1012069" y="5230614"/>
                  </a:lnTo>
                  <a:lnTo>
                    <a:pt x="1012195" y="5230614"/>
                  </a:lnTo>
                  <a:lnTo>
                    <a:pt x="1012321" y="5230614"/>
                  </a:lnTo>
                  <a:lnTo>
                    <a:pt x="1012447" y="5230614"/>
                  </a:lnTo>
                  <a:lnTo>
                    <a:pt x="1012574" y="5230614"/>
                  </a:lnTo>
                  <a:lnTo>
                    <a:pt x="1012700" y="5230614"/>
                  </a:lnTo>
                  <a:lnTo>
                    <a:pt x="1012826" y="5230614"/>
                  </a:lnTo>
                  <a:lnTo>
                    <a:pt x="1012952" y="5230614"/>
                  </a:lnTo>
                  <a:lnTo>
                    <a:pt x="1013079" y="5230614"/>
                  </a:lnTo>
                  <a:lnTo>
                    <a:pt x="1013205" y="5230614"/>
                  </a:lnTo>
                  <a:lnTo>
                    <a:pt x="1013331" y="5230614"/>
                  </a:lnTo>
                  <a:lnTo>
                    <a:pt x="1013457" y="5230614"/>
                  </a:lnTo>
                  <a:lnTo>
                    <a:pt x="1013584" y="5230614"/>
                  </a:lnTo>
                  <a:lnTo>
                    <a:pt x="1013710" y="5230614"/>
                  </a:lnTo>
                  <a:lnTo>
                    <a:pt x="1013836" y="5230614"/>
                  </a:lnTo>
                  <a:lnTo>
                    <a:pt x="1013962" y="5230614"/>
                  </a:lnTo>
                  <a:lnTo>
                    <a:pt x="1014089" y="5230614"/>
                  </a:lnTo>
                  <a:lnTo>
                    <a:pt x="1014215" y="5230614"/>
                  </a:lnTo>
                  <a:lnTo>
                    <a:pt x="1014341" y="5230614"/>
                  </a:lnTo>
                  <a:lnTo>
                    <a:pt x="1014467" y="5230614"/>
                  </a:lnTo>
                  <a:lnTo>
                    <a:pt x="1014594" y="5230614"/>
                  </a:lnTo>
                  <a:lnTo>
                    <a:pt x="1014720" y="5230614"/>
                  </a:lnTo>
                  <a:lnTo>
                    <a:pt x="1014846" y="5230614"/>
                  </a:lnTo>
                  <a:lnTo>
                    <a:pt x="1014972" y="5230614"/>
                  </a:lnTo>
                  <a:lnTo>
                    <a:pt x="1015099" y="5230614"/>
                  </a:lnTo>
                  <a:lnTo>
                    <a:pt x="1015225" y="5230614"/>
                  </a:lnTo>
                  <a:lnTo>
                    <a:pt x="1015351" y="5230614"/>
                  </a:lnTo>
                  <a:lnTo>
                    <a:pt x="1015478" y="5230614"/>
                  </a:lnTo>
                  <a:lnTo>
                    <a:pt x="1015604" y="5230614"/>
                  </a:lnTo>
                  <a:lnTo>
                    <a:pt x="1015730" y="5230614"/>
                  </a:lnTo>
                  <a:lnTo>
                    <a:pt x="1015856" y="5230614"/>
                  </a:lnTo>
                  <a:lnTo>
                    <a:pt x="1015983" y="5230614"/>
                  </a:lnTo>
                  <a:lnTo>
                    <a:pt x="1016109" y="5230614"/>
                  </a:lnTo>
                  <a:lnTo>
                    <a:pt x="1016235" y="5230614"/>
                  </a:lnTo>
                  <a:lnTo>
                    <a:pt x="1016361" y="5230614"/>
                  </a:lnTo>
                  <a:lnTo>
                    <a:pt x="1016361" y="5225702"/>
                  </a:lnTo>
                  <a:lnTo>
                    <a:pt x="1016488" y="5225702"/>
                  </a:lnTo>
                  <a:lnTo>
                    <a:pt x="1016614" y="5225702"/>
                  </a:lnTo>
                  <a:lnTo>
                    <a:pt x="1016614" y="5220791"/>
                  </a:lnTo>
                  <a:lnTo>
                    <a:pt x="1016740" y="5220791"/>
                  </a:lnTo>
                  <a:lnTo>
                    <a:pt x="1016866" y="5220791"/>
                  </a:lnTo>
                  <a:lnTo>
                    <a:pt x="1016993" y="5220791"/>
                  </a:lnTo>
                  <a:lnTo>
                    <a:pt x="1017119" y="5220791"/>
                  </a:lnTo>
                  <a:lnTo>
                    <a:pt x="1017245" y="5220791"/>
                  </a:lnTo>
                  <a:lnTo>
                    <a:pt x="1017371" y="5220791"/>
                  </a:lnTo>
                  <a:lnTo>
                    <a:pt x="1017498" y="5220791"/>
                  </a:lnTo>
                  <a:lnTo>
                    <a:pt x="1017624" y="5220791"/>
                  </a:lnTo>
                  <a:lnTo>
                    <a:pt x="1017750" y="5220791"/>
                  </a:lnTo>
                  <a:lnTo>
                    <a:pt x="1017876" y="5220791"/>
                  </a:lnTo>
                  <a:lnTo>
                    <a:pt x="1018003" y="5220791"/>
                  </a:lnTo>
                  <a:lnTo>
                    <a:pt x="1018129" y="5220791"/>
                  </a:lnTo>
                  <a:lnTo>
                    <a:pt x="1018255" y="5220791"/>
                  </a:lnTo>
                  <a:lnTo>
                    <a:pt x="1018381" y="5220791"/>
                  </a:lnTo>
                  <a:lnTo>
                    <a:pt x="1018508" y="5220791"/>
                  </a:lnTo>
                  <a:lnTo>
                    <a:pt x="1018634" y="5220791"/>
                  </a:lnTo>
                  <a:lnTo>
                    <a:pt x="1018760" y="5220791"/>
                  </a:lnTo>
                  <a:lnTo>
                    <a:pt x="1018886" y="5220791"/>
                  </a:lnTo>
                  <a:lnTo>
                    <a:pt x="1019013" y="5220791"/>
                  </a:lnTo>
                  <a:lnTo>
                    <a:pt x="1019139" y="5220791"/>
                  </a:lnTo>
                  <a:lnTo>
                    <a:pt x="1019265" y="5220791"/>
                  </a:lnTo>
                  <a:lnTo>
                    <a:pt x="1019391" y="5220791"/>
                  </a:lnTo>
                  <a:lnTo>
                    <a:pt x="1019518" y="5220791"/>
                  </a:lnTo>
                  <a:lnTo>
                    <a:pt x="1019644" y="5220791"/>
                  </a:lnTo>
                  <a:lnTo>
                    <a:pt x="1019770" y="5220791"/>
                  </a:lnTo>
                  <a:lnTo>
                    <a:pt x="1019896" y="5220791"/>
                  </a:lnTo>
                  <a:lnTo>
                    <a:pt x="1020023" y="5220791"/>
                  </a:lnTo>
                  <a:lnTo>
                    <a:pt x="1020149" y="5220791"/>
                  </a:lnTo>
                  <a:lnTo>
                    <a:pt x="1020275" y="5220791"/>
                  </a:lnTo>
                  <a:lnTo>
                    <a:pt x="1020401" y="5220791"/>
                  </a:lnTo>
                  <a:lnTo>
                    <a:pt x="1020528" y="5220791"/>
                  </a:lnTo>
                  <a:lnTo>
                    <a:pt x="1020654" y="5220791"/>
                  </a:lnTo>
                  <a:lnTo>
                    <a:pt x="1020780" y="5220791"/>
                  </a:lnTo>
                  <a:lnTo>
                    <a:pt x="1020907" y="5220791"/>
                  </a:lnTo>
                  <a:lnTo>
                    <a:pt x="1021033" y="5220791"/>
                  </a:lnTo>
                  <a:lnTo>
                    <a:pt x="1021159" y="5220791"/>
                  </a:lnTo>
                  <a:lnTo>
                    <a:pt x="1021285" y="5220791"/>
                  </a:lnTo>
                  <a:lnTo>
                    <a:pt x="1021412" y="5220791"/>
                  </a:lnTo>
                  <a:lnTo>
                    <a:pt x="1021538" y="5220791"/>
                  </a:lnTo>
                  <a:lnTo>
                    <a:pt x="1021664" y="5220791"/>
                  </a:lnTo>
                  <a:lnTo>
                    <a:pt x="1021790" y="5220791"/>
                  </a:lnTo>
                  <a:lnTo>
                    <a:pt x="1021917" y="5220791"/>
                  </a:lnTo>
                  <a:lnTo>
                    <a:pt x="1022043" y="5220791"/>
                  </a:lnTo>
                  <a:lnTo>
                    <a:pt x="1022169" y="5220791"/>
                  </a:lnTo>
                  <a:lnTo>
                    <a:pt x="1022295" y="5220791"/>
                  </a:lnTo>
                  <a:lnTo>
                    <a:pt x="1022422" y="5220791"/>
                  </a:lnTo>
                  <a:lnTo>
                    <a:pt x="1022548" y="5220791"/>
                  </a:lnTo>
                  <a:lnTo>
                    <a:pt x="1022674" y="5220791"/>
                  </a:lnTo>
                  <a:lnTo>
                    <a:pt x="1022800" y="5220791"/>
                  </a:lnTo>
                  <a:lnTo>
                    <a:pt x="1022927" y="5220791"/>
                  </a:lnTo>
                  <a:lnTo>
                    <a:pt x="1023053" y="5220791"/>
                  </a:lnTo>
                  <a:lnTo>
                    <a:pt x="1023179" y="5220791"/>
                  </a:lnTo>
                  <a:lnTo>
                    <a:pt x="1023305" y="5220791"/>
                  </a:lnTo>
                  <a:lnTo>
                    <a:pt x="1023432" y="5220791"/>
                  </a:lnTo>
                  <a:lnTo>
                    <a:pt x="1023558" y="5220791"/>
                  </a:lnTo>
                  <a:lnTo>
                    <a:pt x="1023684" y="5220791"/>
                  </a:lnTo>
                  <a:lnTo>
                    <a:pt x="1023810" y="5220791"/>
                  </a:lnTo>
                  <a:lnTo>
                    <a:pt x="1023937" y="5220791"/>
                  </a:lnTo>
                  <a:lnTo>
                    <a:pt x="1024063" y="5220791"/>
                  </a:lnTo>
                  <a:lnTo>
                    <a:pt x="1024189" y="5220791"/>
                  </a:lnTo>
                  <a:lnTo>
                    <a:pt x="1024315" y="5220791"/>
                  </a:lnTo>
                  <a:lnTo>
                    <a:pt x="1024442" y="5220791"/>
                  </a:lnTo>
                  <a:lnTo>
                    <a:pt x="1024568" y="5220791"/>
                  </a:lnTo>
                  <a:lnTo>
                    <a:pt x="1024694" y="5220791"/>
                  </a:lnTo>
                  <a:lnTo>
                    <a:pt x="1024820" y="5220791"/>
                  </a:lnTo>
                  <a:lnTo>
                    <a:pt x="1024947" y="5220791"/>
                  </a:lnTo>
                  <a:lnTo>
                    <a:pt x="1025073" y="5220791"/>
                  </a:lnTo>
                  <a:lnTo>
                    <a:pt x="1025199" y="5220791"/>
                  </a:lnTo>
                  <a:lnTo>
                    <a:pt x="1025199" y="5215880"/>
                  </a:lnTo>
                  <a:lnTo>
                    <a:pt x="1025325" y="5215880"/>
                  </a:lnTo>
                  <a:lnTo>
                    <a:pt x="1025452" y="5215880"/>
                  </a:lnTo>
                  <a:lnTo>
                    <a:pt x="1025578" y="5215880"/>
                  </a:lnTo>
                  <a:lnTo>
                    <a:pt x="1025704" y="5215880"/>
                  </a:lnTo>
                  <a:lnTo>
                    <a:pt x="1025831" y="5215880"/>
                  </a:lnTo>
                  <a:lnTo>
                    <a:pt x="1025957" y="5215880"/>
                  </a:lnTo>
                  <a:lnTo>
                    <a:pt x="1026083" y="5215880"/>
                  </a:lnTo>
                  <a:lnTo>
                    <a:pt x="1026209" y="5215880"/>
                  </a:lnTo>
                  <a:lnTo>
                    <a:pt x="1026336" y="5215880"/>
                  </a:lnTo>
                  <a:lnTo>
                    <a:pt x="1026462" y="5215880"/>
                  </a:lnTo>
                  <a:lnTo>
                    <a:pt x="1026588" y="5215880"/>
                  </a:lnTo>
                  <a:lnTo>
                    <a:pt x="1026714" y="5215880"/>
                  </a:lnTo>
                  <a:lnTo>
                    <a:pt x="1026841" y="5215880"/>
                  </a:lnTo>
                  <a:lnTo>
                    <a:pt x="1026967" y="5215880"/>
                  </a:lnTo>
                  <a:lnTo>
                    <a:pt x="1027093" y="5215880"/>
                  </a:lnTo>
                  <a:lnTo>
                    <a:pt x="1027219" y="5215880"/>
                  </a:lnTo>
                  <a:lnTo>
                    <a:pt x="1027346" y="5215880"/>
                  </a:lnTo>
                  <a:lnTo>
                    <a:pt x="1027472" y="5215880"/>
                  </a:lnTo>
                  <a:lnTo>
                    <a:pt x="1027472" y="5210968"/>
                  </a:lnTo>
                  <a:lnTo>
                    <a:pt x="1027598" y="5210968"/>
                  </a:lnTo>
                  <a:lnTo>
                    <a:pt x="1027724" y="5210968"/>
                  </a:lnTo>
                  <a:lnTo>
                    <a:pt x="1027851" y="5210968"/>
                  </a:lnTo>
                  <a:lnTo>
                    <a:pt x="1027977" y="5210968"/>
                  </a:lnTo>
                  <a:lnTo>
                    <a:pt x="1028103" y="5210968"/>
                  </a:lnTo>
                  <a:lnTo>
                    <a:pt x="1028229" y="5210968"/>
                  </a:lnTo>
                  <a:lnTo>
                    <a:pt x="1028356" y="5210968"/>
                  </a:lnTo>
                  <a:lnTo>
                    <a:pt x="1028482" y="5210968"/>
                  </a:lnTo>
                  <a:lnTo>
                    <a:pt x="1028608" y="5210968"/>
                  </a:lnTo>
                  <a:lnTo>
                    <a:pt x="1028734" y="5210968"/>
                  </a:lnTo>
                  <a:lnTo>
                    <a:pt x="1028861" y="5210968"/>
                  </a:lnTo>
                  <a:lnTo>
                    <a:pt x="1028987" y="5210968"/>
                  </a:lnTo>
                  <a:lnTo>
                    <a:pt x="1029113" y="5210968"/>
                  </a:lnTo>
                  <a:lnTo>
                    <a:pt x="1029239" y="5210968"/>
                  </a:lnTo>
                  <a:lnTo>
                    <a:pt x="1029366" y="5210968"/>
                  </a:lnTo>
                  <a:lnTo>
                    <a:pt x="1029492" y="5210968"/>
                  </a:lnTo>
                  <a:lnTo>
                    <a:pt x="1029618" y="5210968"/>
                  </a:lnTo>
                  <a:lnTo>
                    <a:pt x="1029744" y="5210968"/>
                  </a:lnTo>
                  <a:lnTo>
                    <a:pt x="1029871" y="5210968"/>
                  </a:lnTo>
                  <a:lnTo>
                    <a:pt x="1029997" y="5210968"/>
                  </a:lnTo>
                  <a:lnTo>
                    <a:pt x="1030123" y="5210968"/>
                  </a:lnTo>
                  <a:lnTo>
                    <a:pt x="1030249" y="5210968"/>
                  </a:lnTo>
                  <a:lnTo>
                    <a:pt x="1030376" y="5210968"/>
                  </a:lnTo>
                  <a:lnTo>
                    <a:pt x="1030502" y="5210968"/>
                  </a:lnTo>
                  <a:lnTo>
                    <a:pt x="1030628" y="5210968"/>
                  </a:lnTo>
                  <a:lnTo>
                    <a:pt x="1030754" y="5210968"/>
                  </a:lnTo>
                  <a:lnTo>
                    <a:pt x="1030881" y="5210968"/>
                  </a:lnTo>
                  <a:lnTo>
                    <a:pt x="1031007" y="5210968"/>
                  </a:lnTo>
                  <a:lnTo>
                    <a:pt x="1031133" y="5210968"/>
                  </a:lnTo>
                  <a:lnTo>
                    <a:pt x="1031260" y="5210968"/>
                  </a:lnTo>
                  <a:lnTo>
                    <a:pt x="1031386" y="5210968"/>
                  </a:lnTo>
                  <a:lnTo>
                    <a:pt x="1031512" y="5210968"/>
                  </a:lnTo>
                  <a:lnTo>
                    <a:pt x="1031638" y="5210968"/>
                  </a:lnTo>
                  <a:lnTo>
                    <a:pt x="1031765" y="5210968"/>
                  </a:lnTo>
                  <a:lnTo>
                    <a:pt x="1031891" y="5210968"/>
                  </a:lnTo>
                  <a:lnTo>
                    <a:pt x="1032017" y="5210968"/>
                  </a:lnTo>
                  <a:lnTo>
                    <a:pt x="1032143" y="5210968"/>
                  </a:lnTo>
                  <a:lnTo>
                    <a:pt x="1032270" y="5210968"/>
                  </a:lnTo>
                  <a:lnTo>
                    <a:pt x="1032396" y="5210968"/>
                  </a:lnTo>
                  <a:lnTo>
                    <a:pt x="1032522" y="5210968"/>
                  </a:lnTo>
                  <a:lnTo>
                    <a:pt x="1032648" y="5210968"/>
                  </a:lnTo>
                  <a:lnTo>
                    <a:pt x="1032775" y="5210968"/>
                  </a:lnTo>
                  <a:lnTo>
                    <a:pt x="1032901" y="5210968"/>
                  </a:lnTo>
                  <a:lnTo>
                    <a:pt x="1033027" y="5210968"/>
                  </a:lnTo>
                  <a:lnTo>
                    <a:pt x="1033153" y="5210968"/>
                  </a:lnTo>
                  <a:lnTo>
                    <a:pt x="1033280" y="5210968"/>
                  </a:lnTo>
                  <a:lnTo>
                    <a:pt x="1033406" y="5210968"/>
                  </a:lnTo>
                  <a:lnTo>
                    <a:pt x="1033532" y="5210968"/>
                  </a:lnTo>
                  <a:lnTo>
                    <a:pt x="1033658" y="5210968"/>
                  </a:lnTo>
                  <a:lnTo>
                    <a:pt x="1033785" y="5210968"/>
                  </a:lnTo>
                  <a:lnTo>
                    <a:pt x="1033911" y="5210968"/>
                  </a:lnTo>
                  <a:lnTo>
                    <a:pt x="1034037" y="5210968"/>
                  </a:lnTo>
                  <a:lnTo>
                    <a:pt x="1034163" y="5210968"/>
                  </a:lnTo>
                  <a:lnTo>
                    <a:pt x="1034290" y="5210968"/>
                  </a:lnTo>
                  <a:lnTo>
                    <a:pt x="1034416" y="5210968"/>
                  </a:lnTo>
                  <a:lnTo>
                    <a:pt x="1034542" y="5210968"/>
                  </a:lnTo>
                  <a:lnTo>
                    <a:pt x="1034668" y="5210968"/>
                  </a:lnTo>
                  <a:lnTo>
                    <a:pt x="1034795" y="5210968"/>
                  </a:lnTo>
                  <a:lnTo>
                    <a:pt x="1034921" y="5210968"/>
                  </a:lnTo>
                  <a:lnTo>
                    <a:pt x="1035047" y="5210968"/>
                  </a:lnTo>
                  <a:lnTo>
                    <a:pt x="1035173" y="5210968"/>
                  </a:lnTo>
                  <a:lnTo>
                    <a:pt x="1035300" y="5210968"/>
                  </a:lnTo>
                  <a:lnTo>
                    <a:pt x="1035426" y="5210968"/>
                  </a:lnTo>
                  <a:lnTo>
                    <a:pt x="1035552" y="5210968"/>
                  </a:lnTo>
                  <a:lnTo>
                    <a:pt x="1035678" y="5210968"/>
                  </a:lnTo>
                  <a:lnTo>
                    <a:pt x="1035805" y="5210968"/>
                  </a:lnTo>
                  <a:lnTo>
                    <a:pt x="1035931" y="5210968"/>
                  </a:lnTo>
                  <a:lnTo>
                    <a:pt x="1036057" y="5210968"/>
                  </a:lnTo>
                  <a:lnTo>
                    <a:pt x="1036184" y="5210968"/>
                  </a:lnTo>
                  <a:lnTo>
                    <a:pt x="1036310" y="5210968"/>
                  </a:lnTo>
                  <a:lnTo>
                    <a:pt x="1036436" y="5210968"/>
                  </a:lnTo>
                  <a:lnTo>
                    <a:pt x="1036562" y="5210968"/>
                  </a:lnTo>
                  <a:lnTo>
                    <a:pt x="1036689" y="5210968"/>
                  </a:lnTo>
                  <a:lnTo>
                    <a:pt x="1036815" y="5210968"/>
                  </a:lnTo>
                  <a:lnTo>
                    <a:pt x="1036941" y="5210968"/>
                  </a:lnTo>
                  <a:lnTo>
                    <a:pt x="1037067" y="5210968"/>
                  </a:lnTo>
                  <a:lnTo>
                    <a:pt x="1037194" y="5210968"/>
                  </a:lnTo>
                  <a:lnTo>
                    <a:pt x="1037320" y="5210968"/>
                  </a:lnTo>
                  <a:lnTo>
                    <a:pt x="1037446" y="5210968"/>
                  </a:lnTo>
                  <a:lnTo>
                    <a:pt x="1037572" y="5210968"/>
                  </a:lnTo>
                  <a:lnTo>
                    <a:pt x="1037699" y="5210968"/>
                  </a:lnTo>
                  <a:lnTo>
                    <a:pt x="1037825" y="5210968"/>
                  </a:lnTo>
                  <a:lnTo>
                    <a:pt x="1037951" y="5210968"/>
                  </a:lnTo>
                  <a:lnTo>
                    <a:pt x="1038077" y="5210968"/>
                  </a:lnTo>
                  <a:lnTo>
                    <a:pt x="1038204" y="5210968"/>
                  </a:lnTo>
                  <a:lnTo>
                    <a:pt x="1038330" y="5210968"/>
                  </a:lnTo>
                  <a:lnTo>
                    <a:pt x="1038456" y="5210968"/>
                  </a:lnTo>
                  <a:lnTo>
                    <a:pt x="1038582" y="5210968"/>
                  </a:lnTo>
                  <a:lnTo>
                    <a:pt x="1038709" y="5210968"/>
                  </a:lnTo>
                  <a:lnTo>
                    <a:pt x="1038835" y="5210968"/>
                  </a:lnTo>
                  <a:lnTo>
                    <a:pt x="1038961" y="5210968"/>
                  </a:lnTo>
                  <a:lnTo>
                    <a:pt x="1039087" y="5210968"/>
                  </a:lnTo>
                  <a:lnTo>
                    <a:pt x="1039214" y="5210968"/>
                  </a:lnTo>
                  <a:lnTo>
                    <a:pt x="1039340" y="5210968"/>
                  </a:lnTo>
                  <a:lnTo>
                    <a:pt x="1039466" y="5210968"/>
                  </a:lnTo>
                  <a:lnTo>
                    <a:pt x="1039592" y="5210968"/>
                  </a:lnTo>
                  <a:lnTo>
                    <a:pt x="1039719" y="5210968"/>
                  </a:lnTo>
                  <a:lnTo>
                    <a:pt x="1039719" y="5206057"/>
                  </a:lnTo>
                  <a:lnTo>
                    <a:pt x="1039845" y="5206057"/>
                  </a:lnTo>
                  <a:lnTo>
                    <a:pt x="1039971" y="5206057"/>
                  </a:lnTo>
                  <a:lnTo>
                    <a:pt x="1040097" y="5206057"/>
                  </a:lnTo>
                  <a:lnTo>
                    <a:pt x="1040224" y="5206057"/>
                  </a:lnTo>
                  <a:lnTo>
                    <a:pt x="1040350" y="5206057"/>
                  </a:lnTo>
                  <a:lnTo>
                    <a:pt x="1040476" y="5206057"/>
                  </a:lnTo>
                  <a:lnTo>
                    <a:pt x="1040602" y="5206057"/>
                  </a:lnTo>
                  <a:lnTo>
                    <a:pt x="1040729" y="5206057"/>
                  </a:lnTo>
                  <a:lnTo>
                    <a:pt x="1040855" y="5206057"/>
                  </a:lnTo>
                  <a:lnTo>
                    <a:pt x="1040981" y="5206057"/>
                  </a:lnTo>
                  <a:lnTo>
                    <a:pt x="1041107" y="5206057"/>
                  </a:lnTo>
                  <a:lnTo>
                    <a:pt x="1041234" y="5206057"/>
                  </a:lnTo>
                  <a:lnTo>
                    <a:pt x="1041360" y="5206057"/>
                  </a:lnTo>
                  <a:lnTo>
                    <a:pt x="1041486" y="5206057"/>
                  </a:lnTo>
                  <a:lnTo>
                    <a:pt x="1041613" y="5206057"/>
                  </a:lnTo>
                  <a:lnTo>
                    <a:pt x="1041739" y="5206057"/>
                  </a:lnTo>
                  <a:lnTo>
                    <a:pt x="1041865" y="5206057"/>
                  </a:lnTo>
                  <a:lnTo>
                    <a:pt x="1041991" y="5206057"/>
                  </a:lnTo>
                  <a:lnTo>
                    <a:pt x="1042118" y="5206057"/>
                  </a:lnTo>
                  <a:lnTo>
                    <a:pt x="1042244" y="5206057"/>
                  </a:lnTo>
                  <a:lnTo>
                    <a:pt x="1042370" y="5206057"/>
                  </a:lnTo>
                  <a:lnTo>
                    <a:pt x="1042496" y="5206057"/>
                  </a:lnTo>
                  <a:lnTo>
                    <a:pt x="1042623" y="5206057"/>
                  </a:lnTo>
                  <a:lnTo>
                    <a:pt x="1042749" y="5206057"/>
                  </a:lnTo>
                  <a:lnTo>
                    <a:pt x="1042875" y="5206057"/>
                  </a:lnTo>
                  <a:lnTo>
                    <a:pt x="1043001" y="5206057"/>
                  </a:lnTo>
                  <a:lnTo>
                    <a:pt x="1043128" y="5206057"/>
                  </a:lnTo>
                  <a:lnTo>
                    <a:pt x="1043254" y="5206057"/>
                  </a:lnTo>
                  <a:lnTo>
                    <a:pt x="1043380" y="5206057"/>
                  </a:lnTo>
                  <a:lnTo>
                    <a:pt x="1043506" y="5206057"/>
                  </a:lnTo>
                  <a:lnTo>
                    <a:pt x="1043633" y="5206057"/>
                  </a:lnTo>
                  <a:lnTo>
                    <a:pt x="1043759" y="5206057"/>
                  </a:lnTo>
                  <a:lnTo>
                    <a:pt x="1043885" y="5206057"/>
                  </a:lnTo>
                  <a:lnTo>
                    <a:pt x="1044011" y="5206057"/>
                  </a:lnTo>
                  <a:lnTo>
                    <a:pt x="1044138" y="5206057"/>
                  </a:lnTo>
                  <a:lnTo>
                    <a:pt x="1044264" y="5206057"/>
                  </a:lnTo>
                  <a:lnTo>
                    <a:pt x="1044390" y="5206057"/>
                  </a:lnTo>
                  <a:lnTo>
                    <a:pt x="1044516" y="5206057"/>
                  </a:lnTo>
                  <a:lnTo>
                    <a:pt x="1044643" y="5206057"/>
                  </a:lnTo>
                  <a:lnTo>
                    <a:pt x="1044769" y="5206057"/>
                  </a:lnTo>
                  <a:lnTo>
                    <a:pt x="1044895" y="5206057"/>
                  </a:lnTo>
                  <a:lnTo>
                    <a:pt x="1045021" y="5206057"/>
                  </a:lnTo>
                  <a:lnTo>
                    <a:pt x="1045148" y="5206057"/>
                  </a:lnTo>
                  <a:lnTo>
                    <a:pt x="1045274" y="5206057"/>
                  </a:lnTo>
                  <a:lnTo>
                    <a:pt x="1045400" y="5206057"/>
                  </a:lnTo>
                  <a:lnTo>
                    <a:pt x="1045526" y="5206057"/>
                  </a:lnTo>
                  <a:lnTo>
                    <a:pt x="1045653" y="5206057"/>
                  </a:lnTo>
                  <a:lnTo>
                    <a:pt x="1045779" y="5206057"/>
                  </a:lnTo>
                  <a:lnTo>
                    <a:pt x="1045905" y="5206057"/>
                  </a:lnTo>
                  <a:lnTo>
                    <a:pt x="1046031" y="5206057"/>
                  </a:lnTo>
                  <a:lnTo>
                    <a:pt x="1046158" y="5206057"/>
                  </a:lnTo>
                  <a:lnTo>
                    <a:pt x="1046284" y="5206057"/>
                  </a:lnTo>
                  <a:lnTo>
                    <a:pt x="1046410" y="5206057"/>
                  </a:lnTo>
                  <a:lnTo>
                    <a:pt x="1046537" y="5206057"/>
                  </a:lnTo>
                  <a:lnTo>
                    <a:pt x="1046663" y="5206057"/>
                  </a:lnTo>
                  <a:lnTo>
                    <a:pt x="1046789" y="5206057"/>
                  </a:lnTo>
                  <a:lnTo>
                    <a:pt x="1046915" y="5206057"/>
                  </a:lnTo>
                  <a:lnTo>
                    <a:pt x="1047042" y="5206057"/>
                  </a:lnTo>
                  <a:lnTo>
                    <a:pt x="1047168" y="5206057"/>
                  </a:lnTo>
                  <a:lnTo>
                    <a:pt x="1047294" y="5206057"/>
                  </a:lnTo>
                  <a:lnTo>
                    <a:pt x="1047420" y="5206057"/>
                  </a:lnTo>
                  <a:lnTo>
                    <a:pt x="1047420" y="5201146"/>
                  </a:lnTo>
                  <a:lnTo>
                    <a:pt x="1047547" y="5201146"/>
                  </a:lnTo>
                  <a:lnTo>
                    <a:pt x="1047673" y="5201146"/>
                  </a:lnTo>
                  <a:lnTo>
                    <a:pt x="1047799" y="5201146"/>
                  </a:lnTo>
                  <a:lnTo>
                    <a:pt x="1047925" y="5201146"/>
                  </a:lnTo>
                  <a:lnTo>
                    <a:pt x="1048052" y="5201146"/>
                  </a:lnTo>
                  <a:lnTo>
                    <a:pt x="1048178" y="5201146"/>
                  </a:lnTo>
                  <a:lnTo>
                    <a:pt x="1048304" y="5201146"/>
                  </a:lnTo>
                  <a:lnTo>
                    <a:pt x="1048430" y="5201146"/>
                  </a:lnTo>
                  <a:lnTo>
                    <a:pt x="1048557" y="5201146"/>
                  </a:lnTo>
                  <a:lnTo>
                    <a:pt x="1048683" y="5201146"/>
                  </a:lnTo>
                  <a:lnTo>
                    <a:pt x="1048683" y="5196234"/>
                  </a:lnTo>
                  <a:lnTo>
                    <a:pt x="1048809" y="5196234"/>
                  </a:lnTo>
                  <a:lnTo>
                    <a:pt x="1048935" y="5196234"/>
                  </a:lnTo>
                  <a:lnTo>
                    <a:pt x="1049062" y="5196234"/>
                  </a:lnTo>
                  <a:lnTo>
                    <a:pt x="1049188" y="5196234"/>
                  </a:lnTo>
                  <a:lnTo>
                    <a:pt x="1049314" y="5196234"/>
                  </a:lnTo>
                  <a:lnTo>
                    <a:pt x="1049440" y="5196234"/>
                  </a:lnTo>
                  <a:lnTo>
                    <a:pt x="1049567" y="5196234"/>
                  </a:lnTo>
                  <a:lnTo>
                    <a:pt x="1049693" y="5196234"/>
                  </a:lnTo>
                  <a:lnTo>
                    <a:pt x="1049819" y="5196234"/>
                  </a:lnTo>
                  <a:lnTo>
                    <a:pt x="1049945" y="5196234"/>
                  </a:lnTo>
                  <a:lnTo>
                    <a:pt x="1050072" y="5196234"/>
                  </a:lnTo>
                  <a:lnTo>
                    <a:pt x="1050198" y="5196234"/>
                  </a:lnTo>
                  <a:lnTo>
                    <a:pt x="1050324" y="5196234"/>
                  </a:lnTo>
                  <a:lnTo>
                    <a:pt x="1050450" y="5196234"/>
                  </a:lnTo>
                  <a:lnTo>
                    <a:pt x="1050577" y="5196234"/>
                  </a:lnTo>
                  <a:lnTo>
                    <a:pt x="1050703" y="5196234"/>
                  </a:lnTo>
                  <a:lnTo>
                    <a:pt x="1050829" y="5196234"/>
                  </a:lnTo>
                  <a:lnTo>
                    <a:pt x="1050955" y="5196234"/>
                  </a:lnTo>
                  <a:lnTo>
                    <a:pt x="1051082" y="5196234"/>
                  </a:lnTo>
                  <a:lnTo>
                    <a:pt x="1051208" y="5196234"/>
                  </a:lnTo>
                  <a:lnTo>
                    <a:pt x="1051334" y="5196234"/>
                  </a:lnTo>
                  <a:lnTo>
                    <a:pt x="1051460" y="5196234"/>
                  </a:lnTo>
                  <a:lnTo>
                    <a:pt x="1051587" y="5196234"/>
                  </a:lnTo>
                  <a:lnTo>
                    <a:pt x="1051713" y="5196234"/>
                  </a:lnTo>
                  <a:lnTo>
                    <a:pt x="1051839" y="5196234"/>
                  </a:lnTo>
                  <a:lnTo>
                    <a:pt x="1051966" y="5196234"/>
                  </a:lnTo>
                  <a:lnTo>
                    <a:pt x="1052092" y="5196234"/>
                  </a:lnTo>
                  <a:lnTo>
                    <a:pt x="1052218" y="5196234"/>
                  </a:lnTo>
                  <a:lnTo>
                    <a:pt x="1052344" y="5196234"/>
                  </a:lnTo>
                  <a:lnTo>
                    <a:pt x="1052471" y="5196234"/>
                  </a:lnTo>
                  <a:lnTo>
                    <a:pt x="1052471" y="5191323"/>
                  </a:lnTo>
                  <a:lnTo>
                    <a:pt x="1052597" y="5191323"/>
                  </a:lnTo>
                  <a:lnTo>
                    <a:pt x="1052723" y="5191323"/>
                  </a:lnTo>
                  <a:lnTo>
                    <a:pt x="1052849" y="5191323"/>
                  </a:lnTo>
                  <a:lnTo>
                    <a:pt x="1052976" y="5191323"/>
                  </a:lnTo>
                  <a:lnTo>
                    <a:pt x="1053102" y="5191323"/>
                  </a:lnTo>
                  <a:lnTo>
                    <a:pt x="1053228" y="5191323"/>
                  </a:lnTo>
                  <a:lnTo>
                    <a:pt x="1053354" y="5191323"/>
                  </a:lnTo>
                  <a:lnTo>
                    <a:pt x="1053481" y="5191323"/>
                  </a:lnTo>
                  <a:lnTo>
                    <a:pt x="1053607" y="5191323"/>
                  </a:lnTo>
                  <a:lnTo>
                    <a:pt x="1053607" y="5186411"/>
                  </a:lnTo>
                  <a:lnTo>
                    <a:pt x="1053733" y="5186411"/>
                  </a:lnTo>
                  <a:lnTo>
                    <a:pt x="1053859" y="5186411"/>
                  </a:lnTo>
                  <a:lnTo>
                    <a:pt x="1053986" y="5186411"/>
                  </a:lnTo>
                  <a:lnTo>
                    <a:pt x="1054112" y="5186411"/>
                  </a:lnTo>
                  <a:lnTo>
                    <a:pt x="1054238" y="5186411"/>
                  </a:lnTo>
                  <a:lnTo>
                    <a:pt x="1054364" y="5186411"/>
                  </a:lnTo>
                  <a:lnTo>
                    <a:pt x="1054491" y="5186411"/>
                  </a:lnTo>
                  <a:lnTo>
                    <a:pt x="1054617" y="5186411"/>
                  </a:lnTo>
                  <a:lnTo>
                    <a:pt x="1054617" y="5181500"/>
                  </a:lnTo>
                  <a:lnTo>
                    <a:pt x="1054743" y="5181500"/>
                  </a:lnTo>
                  <a:lnTo>
                    <a:pt x="1054869" y="5181500"/>
                  </a:lnTo>
                  <a:lnTo>
                    <a:pt x="1054996" y="5181500"/>
                  </a:lnTo>
                  <a:lnTo>
                    <a:pt x="1054996" y="5176589"/>
                  </a:lnTo>
                  <a:lnTo>
                    <a:pt x="1055122" y="5176589"/>
                  </a:lnTo>
                  <a:lnTo>
                    <a:pt x="1055248" y="5176589"/>
                  </a:lnTo>
                  <a:lnTo>
                    <a:pt x="1055374" y="5176589"/>
                  </a:lnTo>
                  <a:lnTo>
                    <a:pt x="1055501" y="5176589"/>
                  </a:lnTo>
                  <a:lnTo>
                    <a:pt x="1055627" y="5176589"/>
                  </a:lnTo>
                  <a:lnTo>
                    <a:pt x="1055753" y="5176589"/>
                  </a:lnTo>
                  <a:lnTo>
                    <a:pt x="1055879" y="5176589"/>
                  </a:lnTo>
                  <a:lnTo>
                    <a:pt x="1056006" y="5176589"/>
                  </a:lnTo>
                  <a:lnTo>
                    <a:pt x="1056132" y="5176589"/>
                  </a:lnTo>
                  <a:lnTo>
                    <a:pt x="1056258" y="5176589"/>
                  </a:lnTo>
                  <a:lnTo>
                    <a:pt x="1056384" y="5176589"/>
                  </a:lnTo>
                  <a:lnTo>
                    <a:pt x="1056511" y="5176589"/>
                  </a:lnTo>
                  <a:lnTo>
                    <a:pt x="1056637" y="5176589"/>
                  </a:lnTo>
                  <a:lnTo>
                    <a:pt x="1056763" y="5176589"/>
                  </a:lnTo>
                  <a:lnTo>
                    <a:pt x="1056890" y="5176589"/>
                  </a:lnTo>
                  <a:lnTo>
                    <a:pt x="1057016" y="5176589"/>
                  </a:lnTo>
                  <a:lnTo>
                    <a:pt x="1057142" y="5176589"/>
                  </a:lnTo>
                  <a:lnTo>
                    <a:pt x="1057268" y="5176589"/>
                  </a:lnTo>
                  <a:lnTo>
                    <a:pt x="1057395" y="5176589"/>
                  </a:lnTo>
                  <a:lnTo>
                    <a:pt x="1057521" y="5176589"/>
                  </a:lnTo>
                  <a:lnTo>
                    <a:pt x="1057647" y="5176589"/>
                  </a:lnTo>
                  <a:lnTo>
                    <a:pt x="1057773" y="5176589"/>
                  </a:lnTo>
                  <a:lnTo>
                    <a:pt x="1057900" y="5176589"/>
                  </a:lnTo>
                  <a:lnTo>
                    <a:pt x="1058026" y="5176589"/>
                  </a:lnTo>
                  <a:lnTo>
                    <a:pt x="1058152" y="5176589"/>
                  </a:lnTo>
                  <a:lnTo>
                    <a:pt x="1058278" y="5176589"/>
                  </a:lnTo>
                  <a:lnTo>
                    <a:pt x="1058405" y="5176589"/>
                  </a:lnTo>
                  <a:lnTo>
                    <a:pt x="1058531" y="5176589"/>
                  </a:lnTo>
                  <a:lnTo>
                    <a:pt x="1058657" y="5176589"/>
                  </a:lnTo>
                  <a:lnTo>
                    <a:pt x="1058783" y="5176589"/>
                  </a:lnTo>
                  <a:lnTo>
                    <a:pt x="1058910" y="5176589"/>
                  </a:lnTo>
                  <a:lnTo>
                    <a:pt x="1059036" y="5176589"/>
                  </a:lnTo>
                  <a:lnTo>
                    <a:pt x="1059162" y="5176589"/>
                  </a:lnTo>
                  <a:lnTo>
                    <a:pt x="1059288" y="5176589"/>
                  </a:lnTo>
                  <a:lnTo>
                    <a:pt x="1059415" y="5176589"/>
                  </a:lnTo>
                  <a:lnTo>
                    <a:pt x="1059541" y="5176589"/>
                  </a:lnTo>
                  <a:lnTo>
                    <a:pt x="1059667" y="5176589"/>
                  </a:lnTo>
                  <a:lnTo>
                    <a:pt x="1059793" y="5176589"/>
                  </a:lnTo>
                  <a:lnTo>
                    <a:pt x="1059920" y="5176589"/>
                  </a:lnTo>
                  <a:lnTo>
                    <a:pt x="1060046" y="5176589"/>
                  </a:lnTo>
                  <a:lnTo>
                    <a:pt x="1060172" y="5176589"/>
                  </a:lnTo>
                  <a:lnTo>
                    <a:pt x="1060298" y="5176589"/>
                  </a:lnTo>
                  <a:lnTo>
                    <a:pt x="1060425" y="5176589"/>
                  </a:lnTo>
                  <a:lnTo>
                    <a:pt x="1060551" y="5176589"/>
                  </a:lnTo>
                  <a:lnTo>
                    <a:pt x="1060677" y="5176589"/>
                  </a:lnTo>
                  <a:lnTo>
                    <a:pt x="1060803" y="5176589"/>
                  </a:lnTo>
                  <a:lnTo>
                    <a:pt x="1060930" y="5176589"/>
                  </a:lnTo>
                  <a:lnTo>
                    <a:pt x="1061056" y="5176589"/>
                  </a:lnTo>
                  <a:lnTo>
                    <a:pt x="1061182" y="5176589"/>
                  </a:lnTo>
                  <a:lnTo>
                    <a:pt x="1061182" y="5171677"/>
                  </a:lnTo>
                  <a:lnTo>
                    <a:pt x="1061308" y="5171677"/>
                  </a:lnTo>
                  <a:lnTo>
                    <a:pt x="1061435" y="5171677"/>
                  </a:lnTo>
                  <a:lnTo>
                    <a:pt x="1061561" y="5171677"/>
                  </a:lnTo>
                  <a:lnTo>
                    <a:pt x="1061687" y="5171677"/>
                  </a:lnTo>
                  <a:lnTo>
                    <a:pt x="1061813" y="5171677"/>
                  </a:lnTo>
                  <a:lnTo>
                    <a:pt x="1061940" y="5171677"/>
                  </a:lnTo>
                  <a:lnTo>
                    <a:pt x="1062066" y="5171677"/>
                  </a:lnTo>
                  <a:lnTo>
                    <a:pt x="1062192" y="5171677"/>
                  </a:lnTo>
                  <a:lnTo>
                    <a:pt x="1062319" y="5171677"/>
                  </a:lnTo>
                  <a:lnTo>
                    <a:pt x="1062445" y="5171677"/>
                  </a:lnTo>
                  <a:lnTo>
                    <a:pt x="1062571" y="5171677"/>
                  </a:lnTo>
                  <a:lnTo>
                    <a:pt x="1062697" y="5171677"/>
                  </a:lnTo>
                  <a:lnTo>
                    <a:pt x="1062824" y="5171677"/>
                  </a:lnTo>
                  <a:lnTo>
                    <a:pt x="1062950" y="5171677"/>
                  </a:lnTo>
                  <a:lnTo>
                    <a:pt x="1063076" y="5171677"/>
                  </a:lnTo>
                  <a:lnTo>
                    <a:pt x="1063202" y="5171677"/>
                  </a:lnTo>
                  <a:lnTo>
                    <a:pt x="1063329" y="5171677"/>
                  </a:lnTo>
                  <a:lnTo>
                    <a:pt x="1063455" y="5171677"/>
                  </a:lnTo>
                  <a:lnTo>
                    <a:pt x="1063581" y="5171677"/>
                  </a:lnTo>
                  <a:lnTo>
                    <a:pt x="1063707" y="5171677"/>
                  </a:lnTo>
                  <a:lnTo>
                    <a:pt x="1063834" y="5171677"/>
                  </a:lnTo>
                  <a:lnTo>
                    <a:pt x="1063960" y="5171677"/>
                  </a:lnTo>
                  <a:lnTo>
                    <a:pt x="1064086" y="5171677"/>
                  </a:lnTo>
                  <a:lnTo>
                    <a:pt x="1064212" y="5171677"/>
                  </a:lnTo>
                  <a:lnTo>
                    <a:pt x="1064339" y="5171677"/>
                  </a:lnTo>
                  <a:lnTo>
                    <a:pt x="1064465" y="5171677"/>
                  </a:lnTo>
                  <a:lnTo>
                    <a:pt x="1064591" y="5171677"/>
                  </a:lnTo>
                  <a:lnTo>
                    <a:pt x="1064717" y="5171677"/>
                  </a:lnTo>
                  <a:lnTo>
                    <a:pt x="1064844" y="5171677"/>
                  </a:lnTo>
                  <a:lnTo>
                    <a:pt x="1064970" y="5171677"/>
                  </a:lnTo>
                  <a:lnTo>
                    <a:pt x="1065096" y="5171677"/>
                  </a:lnTo>
                  <a:lnTo>
                    <a:pt x="1065222" y="5171677"/>
                  </a:lnTo>
                  <a:lnTo>
                    <a:pt x="1065349" y="5171677"/>
                  </a:lnTo>
                  <a:lnTo>
                    <a:pt x="1065475" y="5171677"/>
                  </a:lnTo>
                  <a:lnTo>
                    <a:pt x="1065601" y="5171677"/>
                  </a:lnTo>
                  <a:lnTo>
                    <a:pt x="1065727" y="5171677"/>
                  </a:lnTo>
                  <a:lnTo>
                    <a:pt x="1065854" y="5171677"/>
                  </a:lnTo>
                  <a:lnTo>
                    <a:pt x="1065980" y="5171677"/>
                  </a:lnTo>
                  <a:lnTo>
                    <a:pt x="1066106" y="5171677"/>
                  </a:lnTo>
                  <a:lnTo>
                    <a:pt x="1066232" y="5171677"/>
                  </a:lnTo>
                  <a:lnTo>
                    <a:pt x="1066359" y="5171677"/>
                  </a:lnTo>
                  <a:lnTo>
                    <a:pt x="1066485" y="5171677"/>
                  </a:lnTo>
                  <a:lnTo>
                    <a:pt x="1066611" y="5171677"/>
                  </a:lnTo>
                  <a:lnTo>
                    <a:pt x="1066737" y="5171677"/>
                  </a:lnTo>
                  <a:lnTo>
                    <a:pt x="1066864" y="5171677"/>
                  </a:lnTo>
                  <a:lnTo>
                    <a:pt x="1066990" y="5171677"/>
                  </a:lnTo>
                  <a:lnTo>
                    <a:pt x="1067116" y="5171677"/>
                  </a:lnTo>
                  <a:lnTo>
                    <a:pt x="1067243" y="5171677"/>
                  </a:lnTo>
                  <a:lnTo>
                    <a:pt x="1067369" y="5171677"/>
                  </a:lnTo>
                  <a:lnTo>
                    <a:pt x="1067495" y="5171677"/>
                  </a:lnTo>
                  <a:lnTo>
                    <a:pt x="1067621" y="5171677"/>
                  </a:lnTo>
                  <a:lnTo>
                    <a:pt x="1067748" y="5171677"/>
                  </a:lnTo>
                  <a:lnTo>
                    <a:pt x="1067874" y="5171677"/>
                  </a:lnTo>
                  <a:lnTo>
                    <a:pt x="1068000" y="5171677"/>
                  </a:lnTo>
                  <a:lnTo>
                    <a:pt x="1068126" y="5171677"/>
                  </a:lnTo>
                  <a:lnTo>
                    <a:pt x="1068253" y="5171677"/>
                  </a:lnTo>
                  <a:lnTo>
                    <a:pt x="1068379" y="5171677"/>
                  </a:lnTo>
                  <a:lnTo>
                    <a:pt x="1068505" y="5171677"/>
                  </a:lnTo>
                  <a:lnTo>
                    <a:pt x="1068631" y="5171677"/>
                  </a:lnTo>
                  <a:lnTo>
                    <a:pt x="1068758" y="5171677"/>
                  </a:lnTo>
                  <a:lnTo>
                    <a:pt x="1068884" y="5171677"/>
                  </a:lnTo>
                  <a:lnTo>
                    <a:pt x="1069010" y="5171677"/>
                  </a:lnTo>
                  <a:lnTo>
                    <a:pt x="1069136" y="5171677"/>
                  </a:lnTo>
                  <a:lnTo>
                    <a:pt x="1069263" y="5171677"/>
                  </a:lnTo>
                  <a:lnTo>
                    <a:pt x="1069389" y="5171677"/>
                  </a:lnTo>
                  <a:lnTo>
                    <a:pt x="1069515" y="5171677"/>
                  </a:lnTo>
                  <a:lnTo>
                    <a:pt x="1069641" y="5171677"/>
                  </a:lnTo>
                  <a:lnTo>
                    <a:pt x="1069768" y="5171677"/>
                  </a:lnTo>
                  <a:lnTo>
                    <a:pt x="1069894" y="5171677"/>
                  </a:lnTo>
                  <a:lnTo>
                    <a:pt x="1070020" y="5171677"/>
                  </a:lnTo>
                  <a:lnTo>
                    <a:pt x="1070146" y="5171677"/>
                  </a:lnTo>
                  <a:lnTo>
                    <a:pt x="1070273" y="5171677"/>
                  </a:lnTo>
                  <a:lnTo>
                    <a:pt x="1070399" y="5171677"/>
                  </a:lnTo>
                  <a:lnTo>
                    <a:pt x="1070525" y="5171677"/>
                  </a:lnTo>
                  <a:lnTo>
                    <a:pt x="1070651" y="5171677"/>
                  </a:lnTo>
                  <a:lnTo>
                    <a:pt x="1070778" y="5171677"/>
                  </a:lnTo>
                  <a:lnTo>
                    <a:pt x="1070904" y="5171677"/>
                  </a:lnTo>
                  <a:lnTo>
                    <a:pt x="1071030" y="5171677"/>
                  </a:lnTo>
                  <a:lnTo>
                    <a:pt x="1071156" y="5171677"/>
                  </a:lnTo>
                  <a:lnTo>
                    <a:pt x="1071283" y="5171677"/>
                  </a:lnTo>
                  <a:lnTo>
                    <a:pt x="1071283" y="5166766"/>
                  </a:lnTo>
                  <a:lnTo>
                    <a:pt x="1071409" y="5166766"/>
                  </a:lnTo>
                  <a:lnTo>
                    <a:pt x="1071535" y="5166766"/>
                  </a:lnTo>
                  <a:lnTo>
                    <a:pt x="1071661" y="5166766"/>
                  </a:lnTo>
                  <a:lnTo>
                    <a:pt x="1071788" y="5166766"/>
                  </a:lnTo>
                  <a:lnTo>
                    <a:pt x="1071914" y="5166766"/>
                  </a:lnTo>
                  <a:lnTo>
                    <a:pt x="1072040" y="5166766"/>
                  </a:lnTo>
                  <a:lnTo>
                    <a:pt x="1072167" y="5166766"/>
                  </a:lnTo>
                  <a:lnTo>
                    <a:pt x="1072293" y="5166766"/>
                  </a:lnTo>
                  <a:lnTo>
                    <a:pt x="1072419" y="5166766"/>
                  </a:lnTo>
                  <a:lnTo>
                    <a:pt x="1072545" y="5166766"/>
                  </a:lnTo>
                  <a:lnTo>
                    <a:pt x="1072672" y="5166766"/>
                  </a:lnTo>
                  <a:lnTo>
                    <a:pt x="1072798" y="5166766"/>
                  </a:lnTo>
                  <a:lnTo>
                    <a:pt x="1072924" y="5166766"/>
                  </a:lnTo>
                  <a:lnTo>
                    <a:pt x="1073050" y="5166766"/>
                  </a:lnTo>
                  <a:lnTo>
                    <a:pt x="1073177" y="5166766"/>
                  </a:lnTo>
                  <a:lnTo>
                    <a:pt x="1073303" y="5166766"/>
                  </a:lnTo>
                  <a:lnTo>
                    <a:pt x="1073429" y="5166766"/>
                  </a:lnTo>
                  <a:lnTo>
                    <a:pt x="1073555" y="5166766"/>
                  </a:lnTo>
                  <a:lnTo>
                    <a:pt x="1073682" y="5166766"/>
                  </a:lnTo>
                  <a:lnTo>
                    <a:pt x="1073808" y="5166766"/>
                  </a:lnTo>
                  <a:lnTo>
                    <a:pt x="1073934" y="5166766"/>
                  </a:lnTo>
                  <a:lnTo>
                    <a:pt x="1074060" y="5166766"/>
                  </a:lnTo>
                  <a:lnTo>
                    <a:pt x="1074187" y="5166766"/>
                  </a:lnTo>
                  <a:lnTo>
                    <a:pt x="1074313" y="5166766"/>
                  </a:lnTo>
                  <a:lnTo>
                    <a:pt x="1074439" y="5166766"/>
                  </a:lnTo>
                  <a:lnTo>
                    <a:pt x="1074565" y="5166766"/>
                  </a:lnTo>
                  <a:lnTo>
                    <a:pt x="1074692" y="5166766"/>
                  </a:lnTo>
                  <a:lnTo>
                    <a:pt x="1074818" y="5166766"/>
                  </a:lnTo>
                  <a:lnTo>
                    <a:pt x="1074944" y="5166766"/>
                  </a:lnTo>
                  <a:lnTo>
                    <a:pt x="1075070" y="5166766"/>
                  </a:lnTo>
                  <a:lnTo>
                    <a:pt x="1075197" y="5166766"/>
                  </a:lnTo>
                  <a:lnTo>
                    <a:pt x="1075323" y="5166766"/>
                  </a:lnTo>
                  <a:lnTo>
                    <a:pt x="1075449" y="5166766"/>
                  </a:lnTo>
                  <a:lnTo>
                    <a:pt x="1075575" y="5166766"/>
                  </a:lnTo>
                  <a:lnTo>
                    <a:pt x="1075702" y="5166766"/>
                  </a:lnTo>
                  <a:lnTo>
                    <a:pt x="1075828" y="5166766"/>
                  </a:lnTo>
                  <a:lnTo>
                    <a:pt x="1075954" y="5166766"/>
                  </a:lnTo>
                  <a:lnTo>
                    <a:pt x="1076080" y="5166766"/>
                  </a:lnTo>
                  <a:lnTo>
                    <a:pt x="1076207" y="5166766"/>
                  </a:lnTo>
                  <a:lnTo>
                    <a:pt x="1076333" y="5166766"/>
                  </a:lnTo>
                  <a:lnTo>
                    <a:pt x="1076459" y="5166766"/>
                  </a:lnTo>
                  <a:lnTo>
                    <a:pt x="1076585" y="5166766"/>
                  </a:lnTo>
                  <a:lnTo>
                    <a:pt x="1076712" y="5166766"/>
                  </a:lnTo>
                  <a:lnTo>
                    <a:pt x="1076838" y="5166766"/>
                  </a:lnTo>
                  <a:lnTo>
                    <a:pt x="1076964" y="5166766"/>
                  </a:lnTo>
                  <a:lnTo>
                    <a:pt x="1076964" y="5161855"/>
                  </a:lnTo>
                  <a:lnTo>
                    <a:pt x="1077090" y="5161855"/>
                  </a:lnTo>
                  <a:lnTo>
                    <a:pt x="1077217" y="5161855"/>
                  </a:lnTo>
                  <a:lnTo>
                    <a:pt x="1077343" y="5161855"/>
                  </a:lnTo>
                  <a:lnTo>
                    <a:pt x="1077343" y="5156943"/>
                  </a:lnTo>
                  <a:lnTo>
                    <a:pt x="1077469" y="5156943"/>
                  </a:lnTo>
                  <a:lnTo>
                    <a:pt x="1077596" y="5156943"/>
                  </a:lnTo>
                  <a:lnTo>
                    <a:pt x="1077722" y="5156943"/>
                  </a:lnTo>
                  <a:lnTo>
                    <a:pt x="1077848" y="5156943"/>
                  </a:lnTo>
                  <a:lnTo>
                    <a:pt x="1077974" y="5156943"/>
                  </a:lnTo>
                  <a:lnTo>
                    <a:pt x="1078101" y="5156943"/>
                  </a:lnTo>
                  <a:lnTo>
                    <a:pt x="1078227" y="5156943"/>
                  </a:lnTo>
                  <a:lnTo>
                    <a:pt x="1078353" y="5156943"/>
                  </a:lnTo>
                  <a:lnTo>
                    <a:pt x="1078479" y="5156943"/>
                  </a:lnTo>
                  <a:lnTo>
                    <a:pt x="1078606" y="5156943"/>
                  </a:lnTo>
                  <a:lnTo>
                    <a:pt x="1078732" y="5156943"/>
                  </a:lnTo>
                  <a:lnTo>
                    <a:pt x="1078858" y="5156943"/>
                  </a:lnTo>
                  <a:lnTo>
                    <a:pt x="1078984" y="5156943"/>
                  </a:lnTo>
                  <a:lnTo>
                    <a:pt x="1079111" y="5156943"/>
                  </a:lnTo>
                  <a:lnTo>
                    <a:pt x="1079237" y="5156943"/>
                  </a:lnTo>
                  <a:lnTo>
                    <a:pt x="1079363" y="5156943"/>
                  </a:lnTo>
                  <a:lnTo>
                    <a:pt x="1079489" y="5156943"/>
                  </a:lnTo>
                  <a:lnTo>
                    <a:pt x="1079616" y="5156943"/>
                  </a:lnTo>
                  <a:lnTo>
                    <a:pt x="1079742" y="5156943"/>
                  </a:lnTo>
                  <a:lnTo>
                    <a:pt x="1079868" y="5156943"/>
                  </a:lnTo>
                  <a:lnTo>
                    <a:pt x="1079994" y="5156943"/>
                  </a:lnTo>
                  <a:lnTo>
                    <a:pt x="1080121" y="5156943"/>
                  </a:lnTo>
                  <a:lnTo>
                    <a:pt x="1080247" y="5156943"/>
                  </a:lnTo>
                  <a:lnTo>
                    <a:pt x="1080373" y="5156943"/>
                  </a:lnTo>
                  <a:lnTo>
                    <a:pt x="1080499" y="5156943"/>
                  </a:lnTo>
                  <a:lnTo>
                    <a:pt x="1080626" y="5156943"/>
                  </a:lnTo>
                  <a:lnTo>
                    <a:pt x="1080752" y="5156943"/>
                  </a:lnTo>
                  <a:lnTo>
                    <a:pt x="1080878" y="5156943"/>
                  </a:lnTo>
                  <a:lnTo>
                    <a:pt x="1081004" y="5156943"/>
                  </a:lnTo>
                  <a:lnTo>
                    <a:pt x="1081131" y="5156943"/>
                  </a:lnTo>
                  <a:lnTo>
                    <a:pt x="1081257" y="5156943"/>
                  </a:lnTo>
                  <a:lnTo>
                    <a:pt x="1081383" y="5156943"/>
                  </a:lnTo>
                  <a:lnTo>
                    <a:pt x="1081509" y="5156943"/>
                  </a:lnTo>
                  <a:lnTo>
                    <a:pt x="1081636" y="5156943"/>
                  </a:lnTo>
                  <a:lnTo>
                    <a:pt x="1081762" y="5156943"/>
                  </a:lnTo>
                  <a:lnTo>
                    <a:pt x="1081888" y="5156943"/>
                  </a:lnTo>
                  <a:lnTo>
                    <a:pt x="1082014" y="5156943"/>
                  </a:lnTo>
                  <a:lnTo>
                    <a:pt x="1082141" y="5156943"/>
                  </a:lnTo>
                  <a:lnTo>
                    <a:pt x="1082267" y="5156943"/>
                  </a:lnTo>
                  <a:lnTo>
                    <a:pt x="1082393" y="5156943"/>
                  </a:lnTo>
                  <a:lnTo>
                    <a:pt x="1082520" y="5156943"/>
                  </a:lnTo>
                  <a:lnTo>
                    <a:pt x="1082646" y="5156943"/>
                  </a:lnTo>
                  <a:lnTo>
                    <a:pt x="1082772" y="5156943"/>
                  </a:lnTo>
                  <a:lnTo>
                    <a:pt x="1082898" y="5156943"/>
                  </a:lnTo>
                  <a:lnTo>
                    <a:pt x="1083025" y="5156943"/>
                  </a:lnTo>
                  <a:lnTo>
                    <a:pt x="1083151" y="5156943"/>
                  </a:lnTo>
                  <a:lnTo>
                    <a:pt x="1083277" y="5156943"/>
                  </a:lnTo>
                  <a:lnTo>
                    <a:pt x="1083403" y="5156943"/>
                  </a:lnTo>
                  <a:lnTo>
                    <a:pt x="1083530" y="5156943"/>
                  </a:lnTo>
                  <a:lnTo>
                    <a:pt x="1083656" y="5156943"/>
                  </a:lnTo>
                  <a:lnTo>
                    <a:pt x="1083782" y="5156943"/>
                  </a:lnTo>
                  <a:lnTo>
                    <a:pt x="1083908" y="5156943"/>
                  </a:lnTo>
                  <a:lnTo>
                    <a:pt x="1084035" y="5156943"/>
                  </a:lnTo>
                  <a:lnTo>
                    <a:pt x="1084161" y="5156943"/>
                  </a:lnTo>
                  <a:lnTo>
                    <a:pt x="1084287" y="5156943"/>
                  </a:lnTo>
                  <a:lnTo>
                    <a:pt x="1084413" y="5156943"/>
                  </a:lnTo>
                  <a:lnTo>
                    <a:pt x="1084540" y="5156943"/>
                  </a:lnTo>
                  <a:lnTo>
                    <a:pt x="1084666" y="5156943"/>
                  </a:lnTo>
                  <a:lnTo>
                    <a:pt x="1084792" y="5156943"/>
                  </a:lnTo>
                  <a:lnTo>
                    <a:pt x="1084918" y="5156943"/>
                  </a:lnTo>
                  <a:lnTo>
                    <a:pt x="1085045" y="5156943"/>
                  </a:lnTo>
                  <a:lnTo>
                    <a:pt x="1085171" y="5156943"/>
                  </a:lnTo>
                  <a:lnTo>
                    <a:pt x="1085297" y="5156943"/>
                  </a:lnTo>
                  <a:lnTo>
                    <a:pt x="1085423" y="5156943"/>
                  </a:lnTo>
                  <a:lnTo>
                    <a:pt x="1085550" y="5156943"/>
                  </a:lnTo>
                  <a:lnTo>
                    <a:pt x="1085676" y="5156943"/>
                  </a:lnTo>
                  <a:lnTo>
                    <a:pt x="1085802" y="5156943"/>
                  </a:lnTo>
                  <a:lnTo>
                    <a:pt x="1085928" y="5156943"/>
                  </a:lnTo>
                  <a:lnTo>
                    <a:pt x="1085928" y="5152032"/>
                  </a:lnTo>
                  <a:lnTo>
                    <a:pt x="1086055" y="5152032"/>
                  </a:lnTo>
                  <a:lnTo>
                    <a:pt x="1086181" y="5152032"/>
                  </a:lnTo>
                  <a:lnTo>
                    <a:pt x="1086307" y="5152032"/>
                  </a:lnTo>
                  <a:lnTo>
                    <a:pt x="1086433" y="5152032"/>
                  </a:lnTo>
                  <a:lnTo>
                    <a:pt x="1086560" y="5152032"/>
                  </a:lnTo>
                  <a:lnTo>
                    <a:pt x="1086686" y="5152032"/>
                  </a:lnTo>
                  <a:lnTo>
                    <a:pt x="1086812" y="5152032"/>
                  </a:lnTo>
                  <a:lnTo>
                    <a:pt x="1086938" y="5152032"/>
                  </a:lnTo>
                  <a:lnTo>
                    <a:pt x="1087065" y="5152032"/>
                  </a:lnTo>
                  <a:lnTo>
                    <a:pt x="1087191" y="5152032"/>
                  </a:lnTo>
                  <a:lnTo>
                    <a:pt x="1087317" y="5152032"/>
                  </a:lnTo>
                  <a:lnTo>
                    <a:pt x="1087443" y="5152032"/>
                  </a:lnTo>
                  <a:lnTo>
                    <a:pt x="1087570" y="5152032"/>
                  </a:lnTo>
                  <a:lnTo>
                    <a:pt x="1087696" y="5152032"/>
                  </a:lnTo>
                  <a:lnTo>
                    <a:pt x="1087822" y="5152032"/>
                  </a:lnTo>
                  <a:lnTo>
                    <a:pt x="1087949" y="5152032"/>
                  </a:lnTo>
                  <a:lnTo>
                    <a:pt x="1088075" y="5152032"/>
                  </a:lnTo>
                  <a:lnTo>
                    <a:pt x="1088201" y="5152032"/>
                  </a:lnTo>
                  <a:lnTo>
                    <a:pt x="1088327" y="5152032"/>
                  </a:lnTo>
                  <a:lnTo>
                    <a:pt x="1088454" y="5152032"/>
                  </a:lnTo>
                  <a:lnTo>
                    <a:pt x="1088580" y="5152032"/>
                  </a:lnTo>
                  <a:lnTo>
                    <a:pt x="1088706" y="5152032"/>
                  </a:lnTo>
                  <a:lnTo>
                    <a:pt x="1088832" y="5152032"/>
                  </a:lnTo>
                  <a:lnTo>
                    <a:pt x="1088959" y="5152032"/>
                  </a:lnTo>
                  <a:lnTo>
                    <a:pt x="1089085" y="5152032"/>
                  </a:lnTo>
                  <a:lnTo>
                    <a:pt x="1089211" y="5152032"/>
                  </a:lnTo>
                  <a:lnTo>
                    <a:pt x="1089211" y="5147120"/>
                  </a:lnTo>
                  <a:lnTo>
                    <a:pt x="1089337" y="5147120"/>
                  </a:lnTo>
                  <a:lnTo>
                    <a:pt x="1089464" y="5147120"/>
                  </a:lnTo>
                  <a:lnTo>
                    <a:pt x="1089590" y="5147120"/>
                  </a:lnTo>
                  <a:lnTo>
                    <a:pt x="1089716" y="5147120"/>
                  </a:lnTo>
                  <a:lnTo>
                    <a:pt x="1089842" y="5147120"/>
                  </a:lnTo>
                  <a:lnTo>
                    <a:pt x="1089969" y="5147120"/>
                  </a:lnTo>
                  <a:lnTo>
                    <a:pt x="1090095" y="5147120"/>
                  </a:lnTo>
                  <a:lnTo>
                    <a:pt x="1090221" y="5147120"/>
                  </a:lnTo>
                  <a:lnTo>
                    <a:pt x="1090347" y="5147120"/>
                  </a:lnTo>
                  <a:lnTo>
                    <a:pt x="1090474" y="5147120"/>
                  </a:lnTo>
                  <a:lnTo>
                    <a:pt x="1090600" y="5147120"/>
                  </a:lnTo>
                  <a:lnTo>
                    <a:pt x="1090726" y="5147120"/>
                  </a:lnTo>
                  <a:lnTo>
                    <a:pt x="1090852" y="5147120"/>
                  </a:lnTo>
                  <a:lnTo>
                    <a:pt x="1090852" y="5142209"/>
                  </a:lnTo>
                  <a:lnTo>
                    <a:pt x="1090979" y="5142209"/>
                  </a:lnTo>
                  <a:lnTo>
                    <a:pt x="1091105" y="5142209"/>
                  </a:lnTo>
                  <a:lnTo>
                    <a:pt x="1091231" y="5142209"/>
                  </a:lnTo>
                  <a:lnTo>
                    <a:pt x="1091357" y="5142209"/>
                  </a:lnTo>
                  <a:lnTo>
                    <a:pt x="1091484" y="5142209"/>
                  </a:lnTo>
                  <a:lnTo>
                    <a:pt x="1091610" y="5142209"/>
                  </a:lnTo>
                  <a:lnTo>
                    <a:pt x="1091736" y="5142209"/>
                  </a:lnTo>
                  <a:lnTo>
                    <a:pt x="1091862" y="5142209"/>
                  </a:lnTo>
                  <a:lnTo>
                    <a:pt x="1091989" y="5142209"/>
                  </a:lnTo>
                  <a:lnTo>
                    <a:pt x="1092115" y="5142209"/>
                  </a:lnTo>
                  <a:lnTo>
                    <a:pt x="1092241" y="5142209"/>
                  </a:lnTo>
                  <a:lnTo>
                    <a:pt x="1092367" y="5142209"/>
                  </a:lnTo>
                  <a:lnTo>
                    <a:pt x="1092494" y="5142209"/>
                  </a:lnTo>
                  <a:lnTo>
                    <a:pt x="1092620" y="5142209"/>
                  </a:lnTo>
                  <a:lnTo>
                    <a:pt x="1092746" y="5142209"/>
                  </a:lnTo>
                  <a:lnTo>
                    <a:pt x="1092873" y="5142209"/>
                  </a:lnTo>
                  <a:lnTo>
                    <a:pt x="1092999" y="5142209"/>
                  </a:lnTo>
                  <a:lnTo>
                    <a:pt x="1093125" y="5142209"/>
                  </a:lnTo>
                  <a:lnTo>
                    <a:pt x="1093251" y="5142209"/>
                  </a:lnTo>
                  <a:lnTo>
                    <a:pt x="1093378" y="5142209"/>
                  </a:lnTo>
                  <a:lnTo>
                    <a:pt x="1093504" y="5142209"/>
                  </a:lnTo>
                  <a:lnTo>
                    <a:pt x="1093630" y="5142209"/>
                  </a:lnTo>
                  <a:lnTo>
                    <a:pt x="1093756" y="5142209"/>
                  </a:lnTo>
                  <a:lnTo>
                    <a:pt x="1093883" y="5142209"/>
                  </a:lnTo>
                  <a:lnTo>
                    <a:pt x="1094009" y="5142209"/>
                  </a:lnTo>
                  <a:lnTo>
                    <a:pt x="1094135" y="5142209"/>
                  </a:lnTo>
                  <a:lnTo>
                    <a:pt x="1094261" y="5142209"/>
                  </a:lnTo>
                  <a:lnTo>
                    <a:pt x="1094388" y="5142209"/>
                  </a:lnTo>
                  <a:lnTo>
                    <a:pt x="1094514" y="5142209"/>
                  </a:lnTo>
                  <a:lnTo>
                    <a:pt x="1094640" y="5142209"/>
                  </a:lnTo>
                  <a:lnTo>
                    <a:pt x="1094766" y="5142209"/>
                  </a:lnTo>
                  <a:lnTo>
                    <a:pt x="1094893" y="5142209"/>
                  </a:lnTo>
                  <a:lnTo>
                    <a:pt x="1095019" y="5142209"/>
                  </a:lnTo>
                  <a:lnTo>
                    <a:pt x="1095145" y="5142209"/>
                  </a:lnTo>
                  <a:lnTo>
                    <a:pt x="1095271" y="5142209"/>
                  </a:lnTo>
                  <a:lnTo>
                    <a:pt x="1095271" y="5137298"/>
                  </a:lnTo>
                  <a:lnTo>
                    <a:pt x="1095398" y="5137298"/>
                  </a:lnTo>
                  <a:lnTo>
                    <a:pt x="1095524" y="5137298"/>
                  </a:lnTo>
                  <a:lnTo>
                    <a:pt x="1095650" y="5137298"/>
                  </a:lnTo>
                  <a:lnTo>
                    <a:pt x="1095776" y="5137298"/>
                  </a:lnTo>
                  <a:lnTo>
                    <a:pt x="1095903" y="5137298"/>
                  </a:lnTo>
                  <a:lnTo>
                    <a:pt x="1096029" y="5137298"/>
                  </a:lnTo>
                  <a:lnTo>
                    <a:pt x="1096155" y="5137298"/>
                  </a:lnTo>
                  <a:lnTo>
                    <a:pt x="1096281" y="5137298"/>
                  </a:lnTo>
                  <a:lnTo>
                    <a:pt x="1096408" y="5137298"/>
                  </a:lnTo>
                  <a:lnTo>
                    <a:pt x="1096534" y="5137298"/>
                  </a:lnTo>
                  <a:lnTo>
                    <a:pt x="1096660" y="5137298"/>
                  </a:lnTo>
                  <a:lnTo>
                    <a:pt x="1096786" y="5137298"/>
                  </a:lnTo>
                  <a:lnTo>
                    <a:pt x="1096913" y="5137298"/>
                  </a:lnTo>
                  <a:lnTo>
                    <a:pt x="1097039" y="5137298"/>
                  </a:lnTo>
                  <a:lnTo>
                    <a:pt x="1097165" y="5137298"/>
                  </a:lnTo>
                  <a:lnTo>
                    <a:pt x="1097291" y="5137298"/>
                  </a:lnTo>
                  <a:lnTo>
                    <a:pt x="1097418" y="5137298"/>
                  </a:lnTo>
                  <a:lnTo>
                    <a:pt x="1097544" y="5137298"/>
                  </a:lnTo>
                  <a:lnTo>
                    <a:pt x="1097670" y="5137298"/>
                  </a:lnTo>
                  <a:lnTo>
                    <a:pt x="1097796" y="5137298"/>
                  </a:lnTo>
                  <a:lnTo>
                    <a:pt x="1097923" y="5137298"/>
                  </a:lnTo>
                  <a:lnTo>
                    <a:pt x="1098049" y="5137298"/>
                  </a:lnTo>
                  <a:lnTo>
                    <a:pt x="1098175" y="5137298"/>
                  </a:lnTo>
                  <a:lnTo>
                    <a:pt x="1098302" y="5137298"/>
                  </a:lnTo>
                  <a:lnTo>
                    <a:pt x="1098428" y="5137298"/>
                  </a:lnTo>
                  <a:lnTo>
                    <a:pt x="1098554" y="5137298"/>
                  </a:lnTo>
                  <a:lnTo>
                    <a:pt x="1098680" y="5137298"/>
                  </a:lnTo>
                  <a:lnTo>
                    <a:pt x="1098807" y="5137298"/>
                  </a:lnTo>
                  <a:lnTo>
                    <a:pt x="1098933" y="5137298"/>
                  </a:lnTo>
                  <a:lnTo>
                    <a:pt x="1099059" y="5137298"/>
                  </a:lnTo>
                  <a:lnTo>
                    <a:pt x="1099185" y="5137298"/>
                  </a:lnTo>
                  <a:lnTo>
                    <a:pt x="1099312" y="5137298"/>
                  </a:lnTo>
                  <a:lnTo>
                    <a:pt x="1099438" y="5137298"/>
                  </a:lnTo>
                  <a:lnTo>
                    <a:pt x="1099564" y="5137298"/>
                  </a:lnTo>
                  <a:lnTo>
                    <a:pt x="1099690" y="5137298"/>
                  </a:lnTo>
                  <a:lnTo>
                    <a:pt x="1099817" y="5137298"/>
                  </a:lnTo>
                  <a:lnTo>
                    <a:pt x="1099943" y="5137298"/>
                  </a:lnTo>
                  <a:lnTo>
                    <a:pt x="1100069" y="5137298"/>
                  </a:lnTo>
                  <a:lnTo>
                    <a:pt x="1100195" y="5137298"/>
                  </a:lnTo>
                  <a:lnTo>
                    <a:pt x="1100322" y="5137298"/>
                  </a:lnTo>
                  <a:lnTo>
                    <a:pt x="1100448" y="5137298"/>
                  </a:lnTo>
                  <a:lnTo>
                    <a:pt x="1100574" y="5137298"/>
                  </a:lnTo>
                  <a:lnTo>
                    <a:pt x="1100700" y="5137298"/>
                  </a:lnTo>
                  <a:lnTo>
                    <a:pt x="1100827" y="5137298"/>
                  </a:lnTo>
                  <a:lnTo>
                    <a:pt x="1100953" y="5137298"/>
                  </a:lnTo>
                  <a:lnTo>
                    <a:pt x="1101079" y="5137298"/>
                  </a:lnTo>
                  <a:lnTo>
                    <a:pt x="1101205" y="5137298"/>
                  </a:lnTo>
                  <a:lnTo>
                    <a:pt x="1101332" y="5137298"/>
                  </a:lnTo>
                  <a:lnTo>
                    <a:pt x="1101458" y="5137298"/>
                  </a:lnTo>
                  <a:lnTo>
                    <a:pt x="1101584" y="5137298"/>
                  </a:lnTo>
                  <a:lnTo>
                    <a:pt x="1101710" y="5137298"/>
                  </a:lnTo>
                  <a:lnTo>
                    <a:pt x="1101837" y="5137298"/>
                  </a:lnTo>
                  <a:lnTo>
                    <a:pt x="1101963" y="5137298"/>
                  </a:lnTo>
                  <a:lnTo>
                    <a:pt x="1102089" y="5137298"/>
                  </a:lnTo>
                  <a:lnTo>
                    <a:pt x="1102215" y="5137298"/>
                  </a:lnTo>
                  <a:lnTo>
                    <a:pt x="1102342" y="5137298"/>
                  </a:lnTo>
                  <a:lnTo>
                    <a:pt x="1102468" y="5137298"/>
                  </a:lnTo>
                  <a:lnTo>
                    <a:pt x="1102594" y="5137298"/>
                  </a:lnTo>
                  <a:lnTo>
                    <a:pt x="1102720" y="5137298"/>
                  </a:lnTo>
                  <a:lnTo>
                    <a:pt x="1102847" y="5137298"/>
                  </a:lnTo>
                  <a:lnTo>
                    <a:pt x="1102973" y="5137298"/>
                  </a:lnTo>
                  <a:lnTo>
                    <a:pt x="1103099" y="5137298"/>
                  </a:lnTo>
                  <a:lnTo>
                    <a:pt x="1103226" y="5137298"/>
                  </a:lnTo>
                  <a:lnTo>
                    <a:pt x="1103352" y="5137298"/>
                  </a:lnTo>
                  <a:lnTo>
                    <a:pt x="1103478" y="5137298"/>
                  </a:lnTo>
                  <a:lnTo>
                    <a:pt x="1103604" y="5137298"/>
                  </a:lnTo>
                  <a:lnTo>
                    <a:pt x="1103731" y="5137298"/>
                  </a:lnTo>
                  <a:lnTo>
                    <a:pt x="1103857" y="5137298"/>
                  </a:lnTo>
                  <a:lnTo>
                    <a:pt x="1103983" y="5137298"/>
                  </a:lnTo>
                  <a:lnTo>
                    <a:pt x="1104109" y="5137298"/>
                  </a:lnTo>
                  <a:lnTo>
                    <a:pt x="1104236" y="5137298"/>
                  </a:lnTo>
                  <a:lnTo>
                    <a:pt x="1104362" y="5137298"/>
                  </a:lnTo>
                  <a:lnTo>
                    <a:pt x="1104362" y="5132386"/>
                  </a:lnTo>
                  <a:lnTo>
                    <a:pt x="1104488" y="5132386"/>
                  </a:lnTo>
                  <a:lnTo>
                    <a:pt x="1104614" y="5132386"/>
                  </a:lnTo>
                  <a:lnTo>
                    <a:pt x="1104741" y="5132386"/>
                  </a:lnTo>
                  <a:lnTo>
                    <a:pt x="1104867" y="5132386"/>
                  </a:lnTo>
                  <a:lnTo>
                    <a:pt x="1104993" y="5132386"/>
                  </a:lnTo>
                  <a:lnTo>
                    <a:pt x="1105119" y="5132386"/>
                  </a:lnTo>
                  <a:lnTo>
                    <a:pt x="1105246" y="5132386"/>
                  </a:lnTo>
                  <a:lnTo>
                    <a:pt x="1105372" y="5132386"/>
                  </a:lnTo>
                  <a:lnTo>
                    <a:pt x="1105498" y="5132386"/>
                  </a:lnTo>
                  <a:lnTo>
                    <a:pt x="1105624" y="5132386"/>
                  </a:lnTo>
                  <a:lnTo>
                    <a:pt x="1105751" y="5132386"/>
                  </a:lnTo>
                  <a:lnTo>
                    <a:pt x="1105877" y="5132386"/>
                  </a:lnTo>
                  <a:lnTo>
                    <a:pt x="1106003" y="5132386"/>
                  </a:lnTo>
                  <a:lnTo>
                    <a:pt x="1106129" y="5132386"/>
                  </a:lnTo>
                  <a:lnTo>
                    <a:pt x="1106256" y="5132386"/>
                  </a:lnTo>
                  <a:lnTo>
                    <a:pt x="1106382" y="5132386"/>
                  </a:lnTo>
                  <a:lnTo>
                    <a:pt x="1106508" y="5132386"/>
                  </a:lnTo>
                  <a:lnTo>
                    <a:pt x="1106634" y="5132386"/>
                  </a:lnTo>
                  <a:lnTo>
                    <a:pt x="1106761" y="5132386"/>
                  </a:lnTo>
                  <a:lnTo>
                    <a:pt x="1106887" y="5132386"/>
                  </a:lnTo>
                  <a:lnTo>
                    <a:pt x="1107013" y="5132386"/>
                  </a:lnTo>
                  <a:lnTo>
                    <a:pt x="1107139" y="5132386"/>
                  </a:lnTo>
                  <a:lnTo>
                    <a:pt x="1107266" y="5132386"/>
                  </a:lnTo>
                  <a:lnTo>
                    <a:pt x="1107392" y="5132386"/>
                  </a:lnTo>
                  <a:lnTo>
                    <a:pt x="1107518" y="5132386"/>
                  </a:lnTo>
                  <a:lnTo>
                    <a:pt x="1107644" y="5132386"/>
                  </a:lnTo>
                  <a:lnTo>
                    <a:pt x="1107771" y="5132386"/>
                  </a:lnTo>
                  <a:lnTo>
                    <a:pt x="1107897" y="5132386"/>
                  </a:lnTo>
                  <a:lnTo>
                    <a:pt x="1108023" y="5132386"/>
                  </a:lnTo>
                  <a:lnTo>
                    <a:pt x="1108149" y="5132386"/>
                  </a:lnTo>
                  <a:lnTo>
                    <a:pt x="1108276" y="5132386"/>
                  </a:lnTo>
                  <a:lnTo>
                    <a:pt x="1108402" y="5132386"/>
                  </a:lnTo>
                  <a:lnTo>
                    <a:pt x="1108528" y="5132386"/>
                  </a:lnTo>
                  <a:lnTo>
                    <a:pt x="1108655" y="5132386"/>
                  </a:lnTo>
                  <a:lnTo>
                    <a:pt x="1108781" y="5132386"/>
                  </a:lnTo>
                  <a:lnTo>
                    <a:pt x="1108907" y="5132386"/>
                  </a:lnTo>
                  <a:lnTo>
                    <a:pt x="1109033" y="5132386"/>
                  </a:lnTo>
                  <a:lnTo>
                    <a:pt x="1109160" y="5132386"/>
                  </a:lnTo>
                  <a:lnTo>
                    <a:pt x="1109286" y="5132386"/>
                  </a:lnTo>
                  <a:lnTo>
                    <a:pt x="1109412" y="5132386"/>
                  </a:lnTo>
                  <a:lnTo>
                    <a:pt x="1109538" y="5132386"/>
                  </a:lnTo>
                  <a:lnTo>
                    <a:pt x="1109665" y="5132386"/>
                  </a:lnTo>
                  <a:lnTo>
                    <a:pt x="1109791" y="5132386"/>
                  </a:lnTo>
                  <a:lnTo>
                    <a:pt x="1109917" y="5132386"/>
                  </a:lnTo>
                  <a:lnTo>
                    <a:pt x="1110043" y="5132386"/>
                  </a:lnTo>
                  <a:lnTo>
                    <a:pt x="1110170" y="5132386"/>
                  </a:lnTo>
                  <a:lnTo>
                    <a:pt x="1110296" y="5132386"/>
                  </a:lnTo>
                  <a:lnTo>
                    <a:pt x="1110422" y="5132386"/>
                  </a:lnTo>
                  <a:lnTo>
                    <a:pt x="1110548" y="5132386"/>
                  </a:lnTo>
                  <a:lnTo>
                    <a:pt x="1110548" y="5127475"/>
                  </a:lnTo>
                  <a:lnTo>
                    <a:pt x="1110675" y="5127475"/>
                  </a:lnTo>
                  <a:lnTo>
                    <a:pt x="1110801" y="5127475"/>
                  </a:lnTo>
                  <a:lnTo>
                    <a:pt x="1110927" y="5127475"/>
                  </a:lnTo>
                  <a:lnTo>
                    <a:pt x="1111053" y="5127475"/>
                  </a:lnTo>
                  <a:lnTo>
                    <a:pt x="1111180" y="5127475"/>
                  </a:lnTo>
                  <a:lnTo>
                    <a:pt x="1111306" y="5127475"/>
                  </a:lnTo>
                  <a:lnTo>
                    <a:pt x="1111432" y="5127475"/>
                  </a:lnTo>
                  <a:lnTo>
                    <a:pt x="1111558" y="5127475"/>
                  </a:lnTo>
                  <a:lnTo>
                    <a:pt x="1111685" y="5127475"/>
                  </a:lnTo>
                  <a:lnTo>
                    <a:pt x="1111811" y="5127475"/>
                  </a:lnTo>
                  <a:lnTo>
                    <a:pt x="1111937" y="5127475"/>
                  </a:lnTo>
                  <a:lnTo>
                    <a:pt x="1112063" y="5127475"/>
                  </a:lnTo>
                  <a:lnTo>
                    <a:pt x="1112190" y="5127475"/>
                  </a:lnTo>
                  <a:lnTo>
                    <a:pt x="1112316" y="5127475"/>
                  </a:lnTo>
                  <a:lnTo>
                    <a:pt x="1112442" y="5127475"/>
                  </a:lnTo>
                  <a:lnTo>
                    <a:pt x="1112568" y="5127475"/>
                  </a:lnTo>
                  <a:lnTo>
                    <a:pt x="1112695" y="5127475"/>
                  </a:lnTo>
                  <a:lnTo>
                    <a:pt x="1112821" y="5127475"/>
                  </a:lnTo>
                  <a:lnTo>
                    <a:pt x="1112947" y="5127475"/>
                  </a:lnTo>
                  <a:lnTo>
                    <a:pt x="1113073" y="5127475"/>
                  </a:lnTo>
                  <a:lnTo>
                    <a:pt x="1113200" y="5127475"/>
                  </a:lnTo>
                  <a:lnTo>
                    <a:pt x="1113326" y="5127475"/>
                  </a:lnTo>
                  <a:lnTo>
                    <a:pt x="1113452" y="5127475"/>
                  </a:lnTo>
                  <a:lnTo>
                    <a:pt x="1113579" y="5127475"/>
                  </a:lnTo>
                  <a:lnTo>
                    <a:pt x="1113705" y="5127475"/>
                  </a:lnTo>
                  <a:lnTo>
                    <a:pt x="1113831" y="5127475"/>
                  </a:lnTo>
                  <a:lnTo>
                    <a:pt x="1113957" y="5127475"/>
                  </a:lnTo>
                  <a:lnTo>
                    <a:pt x="1114084" y="5127475"/>
                  </a:lnTo>
                  <a:lnTo>
                    <a:pt x="1114210" y="5127475"/>
                  </a:lnTo>
                  <a:lnTo>
                    <a:pt x="1114336" y="5127475"/>
                  </a:lnTo>
                  <a:lnTo>
                    <a:pt x="1114462" y="5127475"/>
                  </a:lnTo>
                  <a:lnTo>
                    <a:pt x="1114589" y="5127475"/>
                  </a:lnTo>
                  <a:lnTo>
                    <a:pt x="1114715" y="5127475"/>
                  </a:lnTo>
                  <a:lnTo>
                    <a:pt x="1114715" y="5122564"/>
                  </a:lnTo>
                  <a:lnTo>
                    <a:pt x="1114841" y="5122564"/>
                  </a:lnTo>
                  <a:lnTo>
                    <a:pt x="1114967" y="5122564"/>
                  </a:lnTo>
                  <a:lnTo>
                    <a:pt x="1115094" y="5122564"/>
                  </a:lnTo>
                  <a:lnTo>
                    <a:pt x="1115220" y="5122564"/>
                  </a:lnTo>
                  <a:lnTo>
                    <a:pt x="1115346" y="5122564"/>
                  </a:lnTo>
                  <a:lnTo>
                    <a:pt x="1115472" y="5122564"/>
                  </a:lnTo>
                  <a:lnTo>
                    <a:pt x="1115599" y="5122564"/>
                  </a:lnTo>
                  <a:lnTo>
                    <a:pt x="1115725" y="5122564"/>
                  </a:lnTo>
                  <a:lnTo>
                    <a:pt x="1115851" y="5122564"/>
                  </a:lnTo>
                  <a:lnTo>
                    <a:pt x="1115977" y="5122564"/>
                  </a:lnTo>
                  <a:lnTo>
                    <a:pt x="1116104" y="5122564"/>
                  </a:lnTo>
                  <a:lnTo>
                    <a:pt x="1116230" y="5122564"/>
                  </a:lnTo>
                  <a:lnTo>
                    <a:pt x="1116356" y="5122564"/>
                  </a:lnTo>
                  <a:lnTo>
                    <a:pt x="1116482" y="5122564"/>
                  </a:lnTo>
                  <a:lnTo>
                    <a:pt x="1116609" y="5122564"/>
                  </a:lnTo>
                  <a:lnTo>
                    <a:pt x="1116735" y="5122564"/>
                  </a:lnTo>
                  <a:lnTo>
                    <a:pt x="1116861" y="5122564"/>
                  </a:lnTo>
                  <a:lnTo>
                    <a:pt x="1116987" y="5122564"/>
                  </a:lnTo>
                  <a:lnTo>
                    <a:pt x="1117114" y="5122564"/>
                  </a:lnTo>
                  <a:lnTo>
                    <a:pt x="1117240" y="5122564"/>
                  </a:lnTo>
                  <a:lnTo>
                    <a:pt x="1117366" y="5122564"/>
                  </a:lnTo>
                  <a:lnTo>
                    <a:pt x="1117492" y="5122564"/>
                  </a:lnTo>
                  <a:lnTo>
                    <a:pt x="1117619" y="5122564"/>
                  </a:lnTo>
                  <a:lnTo>
                    <a:pt x="1117745" y="5122564"/>
                  </a:lnTo>
                  <a:lnTo>
                    <a:pt x="1117871" y="5122564"/>
                  </a:lnTo>
                  <a:lnTo>
                    <a:pt x="1117997" y="5122564"/>
                  </a:lnTo>
                  <a:lnTo>
                    <a:pt x="1118124" y="5122564"/>
                  </a:lnTo>
                  <a:lnTo>
                    <a:pt x="1118250" y="5122564"/>
                  </a:lnTo>
                  <a:lnTo>
                    <a:pt x="1118376" y="5122564"/>
                  </a:lnTo>
                  <a:lnTo>
                    <a:pt x="1118502" y="5122564"/>
                  </a:lnTo>
                  <a:lnTo>
                    <a:pt x="1118629" y="5122564"/>
                  </a:lnTo>
                  <a:lnTo>
                    <a:pt x="1118755" y="5122564"/>
                  </a:lnTo>
                  <a:lnTo>
                    <a:pt x="1118881" y="5122564"/>
                  </a:lnTo>
                  <a:lnTo>
                    <a:pt x="1119008" y="5122564"/>
                  </a:lnTo>
                  <a:lnTo>
                    <a:pt x="1119134" y="5122564"/>
                  </a:lnTo>
                  <a:lnTo>
                    <a:pt x="1119260" y="5122564"/>
                  </a:lnTo>
                  <a:lnTo>
                    <a:pt x="1119386" y="5122564"/>
                  </a:lnTo>
                  <a:lnTo>
                    <a:pt x="1119513" y="5122564"/>
                  </a:lnTo>
                  <a:lnTo>
                    <a:pt x="1119639" y="5122564"/>
                  </a:lnTo>
                  <a:lnTo>
                    <a:pt x="1119765" y="5122564"/>
                  </a:lnTo>
                  <a:lnTo>
                    <a:pt x="1119891" y="5122564"/>
                  </a:lnTo>
                  <a:lnTo>
                    <a:pt x="1120018" y="5122564"/>
                  </a:lnTo>
                  <a:lnTo>
                    <a:pt x="1120144" y="5122564"/>
                  </a:lnTo>
                  <a:lnTo>
                    <a:pt x="1120270" y="5122564"/>
                  </a:lnTo>
                  <a:lnTo>
                    <a:pt x="1120396" y="5122564"/>
                  </a:lnTo>
                  <a:lnTo>
                    <a:pt x="1120523" y="5122564"/>
                  </a:lnTo>
                  <a:lnTo>
                    <a:pt x="1120649" y="5122564"/>
                  </a:lnTo>
                  <a:lnTo>
                    <a:pt x="1120775" y="5122564"/>
                  </a:lnTo>
                  <a:lnTo>
                    <a:pt x="1120901" y="5122564"/>
                  </a:lnTo>
                  <a:lnTo>
                    <a:pt x="1121028" y="5122564"/>
                  </a:lnTo>
                  <a:lnTo>
                    <a:pt x="1121154" y="5122564"/>
                  </a:lnTo>
                  <a:lnTo>
                    <a:pt x="1121280" y="5122564"/>
                  </a:lnTo>
                  <a:lnTo>
                    <a:pt x="1121406" y="5122564"/>
                  </a:lnTo>
                  <a:lnTo>
                    <a:pt x="1121533" y="5122564"/>
                  </a:lnTo>
                  <a:lnTo>
                    <a:pt x="1121659" y="5122564"/>
                  </a:lnTo>
                  <a:lnTo>
                    <a:pt x="1121785" y="5122564"/>
                  </a:lnTo>
                  <a:lnTo>
                    <a:pt x="1121911" y="5122564"/>
                  </a:lnTo>
                  <a:lnTo>
                    <a:pt x="1122038" y="5122564"/>
                  </a:lnTo>
                  <a:lnTo>
                    <a:pt x="1122164" y="5122564"/>
                  </a:lnTo>
                  <a:lnTo>
                    <a:pt x="1122290" y="5122564"/>
                  </a:lnTo>
                  <a:lnTo>
                    <a:pt x="1122416" y="5122564"/>
                  </a:lnTo>
                  <a:lnTo>
                    <a:pt x="1122543" y="5122564"/>
                  </a:lnTo>
                  <a:lnTo>
                    <a:pt x="1122669" y="5122564"/>
                  </a:lnTo>
                  <a:lnTo>
                    <a:pt x="1122795" y="5122564"/>
                  </a:lnTo>
                  <a:lnTo>
                    <a:pt x="1122921" y="5122564"/>
                  </a:lnTo>
                  <a:lnTo>
                    <a:pt x="1123048" y="5122564"/>
                  </a:lnTo>
                  <a:lnTo>
                    <a:pt x="1123174" y="5122564"/>
                  </a:lnTo>
                  <a:lnTo>
                    <a:pt x="1123300" y="5122564"/>
                  </a:lnTo>
                  <a:lnTo>
                    <a:pt x="1123300" y="5117652"/>
                  </a:lnTo>
                  <a:lnTo>
                    <a:pt x="1123426" y="5117652"/>
                  </a:lnTo>
                  <a:lnTo>
                    <a:pt x="1123553" y="5117652"/>
                  </a:lnTo>
                  <a:lnTo>
                    <a:pt x="1123679" y="5117652"/>
                  </a:lnTo>
                  <a:lnTo>
                    <a:pt x="1123805" y="5117652"/>
                  </a:lnTo>
                  <a:lnTo>
                    <a:pt x="1123932" y="5117652"/>
                  </a:lnTo>
                  <a:lnTo>
                    <a:pt x="1124058" y="5117652"/>
                  </a:lnTo>
                  <a:lnTo>
                    <a:pt x="1124184" y="5117652"/>
                  </a:lnTo>
                  <a:lnTo>
                    <a:pt x="1124310" y="5117652"/>
                  </a:lnTo>
                  <a:lnTo>
                    <a:pt x="1124437" y="5117652"/>
                  </a:lnTo>
                  <a:lnTo>
                    <a:pt x="1124563" y="5117652"/>
                  </a:lnTo>
                  <a:lnTo>
                    <a:pt x="1124689" y="5117652"/>
                  </a:lnTo>
                  <a:lnTo>
                    <a:pt x="1124815" y="5117652"/>
                  </a:lnTo>
                  <a:lnTo>
                    <a:pt x="1124942" y="5117652"/>
                  </a:lnTo>
                  <a:lnTo>
                    <a:pt x="1125068" y="5117652"/>
                  </a:lnTo>
                  <a:lnTo>
                    <a:pt x="1125194" y="5117652"/>
                  </a:lnTo>
                  <a:lnTo>
                    <a:pt x="1125320" y="5117652"/>
                  </a:lnTo>
                  <a:lnTo>
                    <a:pt x="1125447" y="5117652"/>
                  </a:lnTo>
                  <a:lnTo>
                    <a:pt x="1125573" y="5117652"/>
                  </a:lnTo>
                  <a:lnTo>
                    <a:pt x="1125699" y="5117652"/>
                  </a:lnTo>
                  <a:lnTo>
                    <a:pt x="1125825" y="5117652"/>
                  </a:lnTo>
                  <a:lnTo>
                    <a:pt x="1125952" y="5117652"/>
                  </a:lnTo>
                  <a:lnTo>
                    <a:pt x="1126078" y="5117652"/>
                  </a:lnTo>
                  <a:lnTo>
                    <a:pt x="1126204" y="5117652"/>
                  </a:lnTo>
                  <a:lnTo>
                    <a:pt x="1126330" y="5117652"/>
                  </a:lnTo>
                  <a:lnTo>
                    <a:pt x="1126457" y="5117652"/>
                  </a:lnTo>
                  <a:lnTo>
                    <a:pt x="1126583" y="5117652"/>
                  </a:lnTo>
                  <a:lnTo>
                    <a:pt x="1126709" y="5117652"/>
                  </a:lnTo>
                  <a:lnTo>
                    <a:pt x="1126835" y="5117652"/>
                  </a:lnTo>
                  <a:lnTo>
                    <a:pt x="1126962" y="5117652"/>
                  </a:lnTo>
                  <a:lnTo>
                    <a:pt x="1127088" y="5117652"/>
                  </a:lnTo>
                  <a:lnTo>
                    <a:pt x="1127214" y="5117652"/>
                  </a:lnTo>
                  <a:lnTo>
                    <a:pt x="1127340" y="5117652"/>
                  </a:lnTo>
                  <a:lnTo>
                    <a:pt x="1127467" y="5117652"/>
                  </a:lnTo>
                  <a:lnTo>
                    <a:pt x="1127593" y="5117652"/>
                  </a:lnTo>
                  <a:lnTo>
                    <a:pt x="1127719" y="5117652"/>
                  </a:lnTo>
                  <a:lnTo>
                    <a:pt x="1127845" y="5117652"/>
                  </a:lnTo>
                  <a:lnTo>
                    <a:pt x="1127972" y="5117652"/>
                  </a:lnTo>
                  <a:lnTo>
                    <a:pt x="1128098" y="5117652"/>
                  </a:lnTo>
                  <a:lnTo>
                    <a:pt x="1128224" y="5117652"/>
                  </a:lnTo>
                  <a:lnTo>
                    <a:pt x="1128350" y="5117652"/>
                  </a:lnTo>
                  <a:lnTo>
                    <a:pt x="1128477" y="5117652"/>
                  </a:lnTo>
                  <a:lnTo>
                    <a:pt x="1128477" y="5112741"/>
                  </a:lnTo>
                  <a:lnTo>
                    <a:pt x="1128603" y="5112741"/>
                  </a:lnTo>
                  <a:lnTo>
                    <a:pt x="1128729" y="5112741"/>
                  </a:lnTo>
                  <a:lnTo>
                    <a:pt x="1128729" y="5107829"/>
                  </a:lnTo>
                  <a:lnTo>
                    <a:pt x="1128856" y="5107829"/>
                  </a:lnTo>
                  <a:lnTo>
                    <a:pt x="1128982" y="5107829"/>
                  </a:lnTo>
                  <a:lnTo>
                    <a:pt x="1129108" y="5107829"/>
                  </a:lnTo>
                  <a:lnTo>
                    <a:pt x="1129234" y="5107829"/>
                  </a:lnTo>
                  <a:lnTo>
                    <a:pt x="1129361" y="5107829"/>
                  </a:lnTo>
                  <a:lnTo>
                    <a:pt x="1129487" y="5107829"/>
                  </a:lnTo>
                  <a:lnTo>
                    <a:pt x="1129613" y="5107829"/>
                  </a:lnTo>
                  <a:lnTo>
                    <a:pt x="1129739" y="5107829"/>
                  </a:lnTo>
                  <a:lnTo>
                    <a:pt x="1129866" y="5107829"/>
                  </a:lnTo>
                  <a:lnTo>
                    <a:pt x="1129992" y="5107829"/>
                  </a:lnTo>
                  <a:lnTo>
                    <a:pt x="1130118" y="5107829"/>
                  </a:lnTo>
                  <a:lnTo>
                    <a:pt x="1130244" y="5107829"/>
                  </a:lnTo>
                  <a:lnTo>
                    <a:pt x="1130371" y="5107829"/>
                  </a:lnTo>
                  <a:lnTo>
                    <a:pt x="1130497" y="5107829"/>
                  </a:lnTo>
                  <a:lnTo>
                    <a:pt x="1130623" y="5107829"/>
                  </a:lnTo>
                  <a:lnTo>
                    <a:pt x="1130749" y="5107829"/>
                  </a:lnTo>
                  <a:lnTo>
                    <a:pt x="1130876" y="5107829"/>
                  </a:lnTo>
                  <a:lnTo>
                    <a:pt x="1130876" y="5102918"/>
                  </a:lnTo>
                  <a:lnTo>
                    <a:pt x="1131002" y="5102918"/>
                  </a:lnTo>
                  <a:lnTo>
                    <a:pt x="1131128" y="5102918"/>
                  </a:lnTo>
                  <a:lnTo>
                    <a:pt x="1131254" y="5102918"/>
                  </a:lnTo>
                  <a:lnTo>
                    <a:pt x="1131381" y="5102918"/>
                  </a:lnTo>
                  <a:lnTo>
                    <a:pt x="1131507" y="5102918"/>
                  </a:lnTo>
                  <a:lnTo>
                    <a:pt x="1131633" y="5102918"/>
                  </a:lnTo>
                  <a:lnTo>
                    <a:pt x="1131759" y="5102918"/>
                  </a:lnTo>
                  <a:lnTo>
                    <a:pt x="1131886" y="5102918"/>
                  </a:lnTo>
                  <a:lnTo>
                    <a:pt x="1132012" y="5102918"/>
                  </a:lnTo>
                  <a:lnTo>
                    <a:pt x="1132138" y="5102918"/>
                  </a:lnTo>
                  <a:lnTo>
                    <a:pt x="1132264" y="5102918"/>
                  </a:lnTo>
                  <a:lnTo>
                    <a:pt x="1132391" y="5102918"/>
                  </a:lnTo>
                  <a:lnTo>
                    <a:pt x="1132517" y="5102918"/>
                  </a:lnTo>
                  <a:lnTo>
                    <a:pt x="1132643" y="5102918"/>
                  </a:lnTo>
                  <a:lnTo>
                    <a:pt x="1132769" y="5102918"/>
                  </a:lnTo>
                  <a:lnTo>
                    <a:pt x="1132896" y="5102918"/>
                  </a:lnTo>
                  <a:lnTo>
                    <a:pt x="1133022" y="5102918"/>
                  </a:lnTo>
                  <a:lnTo>
                    <a:pt x="1133148" y="5102918"/>
                  </a:lnTo>
                  <a:lnTo>
                    <a:pt x="1133274" y="5102918"/>
                  </a:lnTo>
                  <a:lnTo>
                    <a:pt x="1133401" y="5102918"/>
                  </a:lnTo>
                  <a:lnTo>
                    <a:pt x="1133527" y="5102918"/>
                  </a:lnTo>
                  <a:lnTo>
                    <a:pt x="1133653" y="5102918"/>
                  </a:lnTo>
                  <a:lnTo>
                    <a:pt x="1133779" y="5102918"/>
                  </a:lnTo>
                  <a:lnTo>
                    <a:pt x="1133906" y="5102918"/>
                  </a:lnTo>
                  <a:lnTo>
                    <a:pt x="1134032" y="5102918"/>
                  </a:lnTo>
                  <a:lnTo>
                    <a:pt x="1134158" y="5102918"/>
                  </a:lnTo>
                  <a:lnTo>
                    <a:pt x="1134285" y="5102918"/>
                  </a:lnTo>
                  <a:lnTo>
                    <a:pt x="1134411" y="5102918"/>
                  </a:lnTo>
                  <a:lnTo>
                    <a:pt x="1134537" y="5102918"/>
                  </a:lnTo>
                  <a:lnTo>
                    <a:pt x="1134663" y="5102918"/>
                  </a:lnTo>
                  <a:lnTo>
                    <a:pt x="1134790" y="5102918"/>
                  </a:lnTo>
                  <a:lnTo>
                    <a:pt x="1134916" y="5102918"/>
                  </a:lnTo>
                  <a:lnTo>
                    <a:pt x="1135042" y="5102918"/>
                  </a:lnTo>
                  <a:lnTo>
                    <a:pt x="1135168" y="5102918"/>
                  </a:lnTo>
                  <a:lnTo>
                    <a:pt x="1135295" y="5102918"/>
                  </a:lnTo>
                  <a:lnTo>
                    <a:pt x="1135421" y="5102918"/>
                  </a:lnTo>
                  <a:lnTo>
                    <a:pt x="1135547" y="5102918"/>
                  </a:lnTo>
                  <a:lnTo>
                    <a:pt x="1135547" y="5098007"/>
                  </a:lnTo>
                  <a:lnTo>
                    <a:pt x="1135673" y="5098007"/>
                  </a:lnTo>
                  <a:lnTo>
                    <a:pt x="1135800" y="5098007"/>
                  </a:lnTo>
                  <a:lnTo>
                    <a:pt x="1135926" y="5098007"/>
                  </a:lnTo>
                  <a:lnTo>
                    <a:pt x="1136052" y="5098007"/>
                  </a:lnTo>
                  <a:lnTo>
                    <a:pt x="1136178" y="5098007"/>
                  </a:lnTo>
                  <a:lnTo>
                    <a:pt x="1136305" y="5098007"/>
                  </a:lnTo>
                  <a:lnTo>
                    <a:pt x="1136431" y="5098007"/>
                  </a:lnTo>
                  <a:lnTo>
                    <a:pt x="1136557" y="5098007"/>
                  </a:lnTo>
                  <a:lnTo>
                    <a:pt x="1136683" y="5098007"/>
                  </a:lnTo>
                  <a:lnTo>
                    <a:pt x="1136810" y="5098007"/>
                  </a:lnTo>
                  <a:lnTo>
                    <a:pt x="1136936" y="5098007"/>
                  </a:lnTo>
                  <a:lnTo>
                    <a:pt x="1137062" y="5098007"/>
                  </a:lnTo>
                  <a:lnTo>
                    <a:pt x="1137188" y="5098007"/>
                  </a:lnTo>
                  <a:lnTo>
                    <a:pt x="1137315" y="5098007"/>
                  </a:lnTo>
                  <a:lnTo>
                    <a:pt x="1137441" y="5098007"/>
                  </a:lnTo>
                  <a:lnTo>
                    <a:pt x="1137567" y="5098007"/>
                  </a:lnTo>
                  <a:lnTo>
                    <a:pt x="1137693" y="5098007"/>
                  </a:lnTo>
                  <a:lnTo>
                    <a:pt x="1137820" y="5098007"/>
                  </a:lnTo>
                  <a:lnTo>
                    <a:pt x="1137946" y="5098007"/>
                  </a:lnTo>
                  <a:lnTo>
                    <a:pt x="1137946" y="5093095"/>
                  </a:lnTo>
                  <a:lnTo>
                    <a:pt x="1138072" y="5093095"/>
                  </a:lnTo>
                  <a:lnTo>
                    <a:pt x="1138198" y="5093095"/>
                  </a:lnTo>
                  <a:lnTo>
                    <a:pt x="1138325" y="5093095"/>
                  </a:lnTo>
                  <a:lnTo>
                    <a:pt x="1138451" y="5093095"/>
                  </a:lnTo>
                  <a:lnTo>
                    <a:pt x="1138577" y="5093095"/>
                  </a:lnTo>
                  <a:lnTo>
                    <a:pt x="1138703" y="5093095"/>
                  </a:lnTo>
                  <a:lnTo>
                    <a:pt x="1138830" y="5093095"/>
                  </a:lnTo>
                  <a:lnTo>
                    <a:pt x="1138956" y="5093095"/>
                  </a:lnTo>
                  <a:lnTo>
                    <a:pt x="1138956" y="5088184"/>
                  </a:lnTo>
                  <a:lnTo>
                    <a:pt x="1139082" y="5088184"/>
                  </a:lnTo>
                  <a:lnTo>
                    <a:pt x="1139209" y="5088184"/>
                  </a:lnTo>
                  <a:lnTo>
                    <a:pt x="1139335" y="5088184"/>
                  </a:lnTo>
                  <a:lnTo>
                    <a:pt x="1139461" y="5088184"/>
                  </a:lnTo>
                  <a:lnTo>
                    <a:pt x="1139587" y="5088184"/>
                  </a:lnTo>
                  <a:lnTo>
                    <a:pt x="1139714" y="5088184"/>
                  </a:lnTo>
                  <a:lnTo>
                    <a:pt x="1139840" y="5088184"/>
                  </a:lnTo>
                  <a:lnTo>
                    <a:pt x="1139966" y="5088184"/>
                  </a:lnTo>
                  <a:lnTo>
                    <a:pt x="1140092" y="5088184"/>
                  </a:lnTo>
                  <a:lnTo>
                    <a:pt x="1140219" y="5088184"/>
                  </a:lnTo>
                  <a:lnTo>
                    <a:pt x="1140345" y="5088184"/>
                  </a:lnTo>
                  <a:lnTo>
                    <a:pt x="1140471" y="5088184"/>
                  </a:lnTo>
                  <a:lnTo>
                    <a:pt x="1140597" y="5088184"/>
                  </a:lnTo>
                  <a:lnTo>
                    <a:pt x="1140724" y="5088184"/>
                  </a:lnTo>
                  <a:lnTo>
                    <a:pt x="1140850" y="5088184"/>
                  </a:lnTo>
                  <a:lnTo>
                    <a:pt x="1140976" y="5088184"/>
                  </a:lnTo>
                  <a:lnTo>
                    <a:pt x="1141102" y="5088184"/>
                  </a:lnTo>
                  <a:lnTo>
                    <a:pt x="1141229" y="5088184"/>
                  </a:lnTo>
                  <a:lnTo>
                    <a:pt x="1141355" y="5088184"/>
                  </a:lnTo>
                  <a:lnTo>
                    <a:pt x="1141481" y="5088184"/>
                  </a:lnTo>
                  <a:lnTo>
                    <a:pt x="1141607" y="5088184"/>
                  </a:lnTo>
                  <a:lnTo>
                    <a:pt x="1141734" y="5088184"/>
                  </a:lnTo>
                  <a:lnTo>
                    <a:pt x="1141860" y="5088184"/>
                  </a:lnTo>
                  <a:lnTo>
                    <a:pt x="1141986" y="5088184"/>
                  </a:lnTo>
                  <a:lnTo>
                    <a:pt x="1142112" y="5088184"/>
                  </a:lnTo>
                  <a:lnTo>
                    <a:pt x="1142239" y="5088184"/>
                  </a:lnTo>
                  <a:lnTo>
                    <a:pt x="1142365" y="5088184"/>
                  </a:lnTo>
                  <a:lnTo>
                    <a:pt x="1142491" y="5088184"/>
                  </a:lnTo>
                  <a:lnTo>
                    <a:pt x="1142617" y="5088184"/>
                  </a:lnTo>
                  <a:lnTo>
                    <a:pt x="1142744" y="5088184"/>
                  </a:lnTo>
                  <a:lnTo>
                    <a:pt x="1142870" y="5088184"/>
                  </a:lnTo>
                  <a:lnTo>
                    <a:pt x="1142996" y="5088184"/>
                  </a:lnTo>
                  <a:lnTo>
                    <a:pt x="1143122" y="5088184"/>
                  </a:lnTo>
                  <a:lnTo>
                    <a:pt x="1143249" y="5088184"/>
                  </a:lnTo>
                  <a:lnTo>
                    <a:pt x="1143375" y="5088184"/>
                  </a:lnTo>
                  <a:lnTo>
                    <a:pt x="1143501" y="5088184"/>
                  </a:lnTo>
                  <a:lnTo>
                    <a:pt x="1143627" y="5088184"/>
                  </a:lnTo>
                  <a:lnTo>
                    <a:pt x="1143754" y="5088184"/>
                  </a:lnTo>
                  <a:lnTo>
                    <a:pt x="1143880" y="5088184"/>
                  </a:lnTo>
                  <a:lnTo>
                    <a:pt x="1144006" y="5088184"/>
                  </a:lnTo>
                  <a:lnTo>
                    <a:pt x="1144132" y="5088184"/>
                  </a:lnTo>
                  <a:lnTo>
                    <a:pt x="1144259" y="5088184"/>
                  </a:lnTo>
                  <a:lnTo>
                    <a:pt x="1144385" y="5088184"/>
                  </a:lnTo>
                  <a:lnTo>
                    <a:pt x="1144511" y="5088184"/>
                  </a:lnTo>
                  <a:lnTo>
                    <a:pt x="1144638" y="5088184"/>
                  </a:lnTo>
                  <a:lnTo>
                    <a:pt x="1144764" y="5088184"/>
                  </a:lnTo>
                  <a:lnTo>
                    <a:pt x="1144890" y="5088184"/>
                  </a:lnTo>
                  <a:lnTo>
                    <a:pt x="1145016" y="5088184"/>
                  </a:lnTo>
                  <a:lnTo>
                    <a:pt x="1145143" y="5088184"/>
                  </a:lnTo>
                  <a:lnTo>
                    <a:pt x="1145269" y="5088184"/>
                  </a:lnTo>
                  <a:lnTo>
                    <a:pt x="1145395" y="5088184"/>
                  </a:lnTo>
                  <a:lnTo>
                    <a:pt x="1145521" y="5088184"/>
                  </a:lnTo>
                  <a:lnTo>
                    <a:pt x="1145648" y="5088184"/>
                  </a:lnTo>
                  <a:lnTo>
                    <a:pt x="1145774" y="5088184"/>
                  </a:lnTo>
                  <a:lnTo>
                    <a:pt x="1145900" y="5088184"/>
                  </a:lnTo>
                  <a:lnTo>
                    <a:pt x="1146026" y="5088184"/>
                  </a:lnTo>
                  <a:lnTo>
                    <a:pt x="1146153" y="5088184"/>
                  </a:lnTo>
                  <a:lnTo>
                    <a:pt x="1146279" y="5088184"/>
                  </a:lnTo>
                  <a:lnTo>
                    <a:pt x="1146405" y="5088184"/>
                  </a:lnTo>
                  <a:lnTo>
                    <a:pt x="1146531" y="5088184"/>
                  </a:lnTo>
                  <a:lnTo>
                    <a:pt x="1146658" y="5088184"/>
                  </a:lnTo>
                  <a:lnTo>
                    <a:pt x="1146784" y="5088184"/>
                  </a:lnTo>
                  <a:lnTo>
                    <a:pt x="1146910" y="5088184"/>
                  </a:lnTo>
                  <a:lnTo>
                    <a:pt x="1147036" y="5088184"/>
                  </a:lnTo>
                  <a:lnTo>
                    <a:pt x="1147163" y="5088184"/>
                  </a:lnTo>
                  <a:lnTo>
                    <a:pt x="1147289" y="5088184"/>
                  </a:lnTo>
                  <a:lnTo>
                    <a:pt x="1147415" y="5088184"/>
                  </a:lnTo>
                  <a:lnTo>
                    <a:pt x="1147541" y="5088184"/>
                  </a:lnTo>
                  <a:lnTo>
                    <a:pt x="1147668" y="5088184"/>
                  </a:lnTo>
                  <a:lnTo>
                    <a:pt x="1147794" y="5088184"/>
                  </a:lnTo>
                  <a:lnTo>
                    <a:pt x="1147920" y="5088184"/>
                  </a:lnTo>
                  <a:lnTo>
                    <a:pt x="1148046" y="5088184"/>
                  </a:lnTo>
                  <a:lnTo>
                    <a:pt x="1148173" y="5088184"/>
                  </a:lnTo>
                  <a:lnTo>
                    <a:pt x="1148299" y="5088184"/>
                  </a:lnTo>
                  <a:lnTo>
                    <a:pt x="1148425" y="5088184"/>
                  </a:lnTo>
                  <a:lnTo>
                    <a:pt x="1148551" y="5088184"/>
                  </a:lnTo>
                  <a:lnTo>
                    <a:pt x="1148678" y="5088184"/>
                  </a:lnTo>
                  <a:lnTo>
                    <a:pt x="1148804" y="5088184"/>
                  </a:lnTo>
                  <a:lnTo>
                    <a:pt x="1148930" y="5088184"/>
                  </a:lnTo>
                  <a:lnTo>
                    <a:pt x="1149056" y="5088184"/>
                  </a:lnTo>
                  <a:lnTo>
                    <a:pt x="1149183" y="5088184"/>
                  </a:lnTo>
                  <a:lnTo>
                    <a:pt x="1149309" y="5088184"/>
                  </a:lnTo>
                  <a:lnTo>
                    <a:pt x="1149435" y="5088184"/>
                  </a:lnTo>
                  <a:lnTo>
                    <a:pt x="1149435" y="5083273"/>
                  </a:lnTo>
                  <a:lnTo>
                    <a:pt x="1149562" y="5083273"/>
                  </a:lnTo>
                  <a:lnTo>
                    <a:pt x="1149688" y="5083273"/>
                  </a:lnTo>
                  <a:lnTo>
                    <a:pt x="1149814" y="5083273"/>
                  </a:lnTo>
                  <a:lnTo>
                    <a:pt x="1149940" y="5083273"/>
                  </a:lnTo>
                  <a:lnTo>
                    <a:pt x="1150067" y="5083273"/>
                  </a:lnTo>
                  <a:lnTo>
                    <a:pt x="1150193" y="5083273"/>
                  </a:lnTo>
                  <a:lnTo>
                    <a:pt x="1150319" y="5083273"/>
                  </a:lnTo>
                  <a:lnTo>
                    <a:pt x="1150445" y="5083273"/>
                  </a:lnTo>
                  <a:lnTo>
                    <a:pt x="1150572" y="5083273"/>
                  </a:lnTo>
                  <a:lnTo>
                    <a:pt x="1150698" y="5083273"/>
                  </a:lnTo>
                  <a:lnTo>
                    <a:pt x="1150824" y="5083273"/>
                  </a:lnTo>
                  <a:lnTo>
                    <a:pt x="1150950" y="5083273"/>
                  </a:lnTo>
                  <a:lnTo>
                    <a:pt x="1151077" y="5083273"/>
                  </a:lnTo>
                  <a:lnTo>
                    <a:pt x="1151203" y="5083273"/>
                  </a:lnTo>
                  <a:lnTo>
                    <a:pt x="1151329" y="5083273"/>
                  </a:lnTo>
                  <a:lnTo>
                    <a:pt x="1151455" y="5083273"/>
                  </a:lnTo>
                  <a:lnTo>
                    <a:pt x="1151582" y="5083273"/>
                  </a:lnTo>
                  <a:lnTo>
                    <a:pt x="1151708" y="5083273"/>
                  </a:lnTo>
                  <a:lnTo>
                    <a:pt x="1151834" y="5083273"/>
                  </a:lnTo>
                  <a:lnTo>
                    <a:pt x="1151960" y="5083273"/>
                  </a:lnTo>
                  <a:lnTo>
                    <a:pt x="1151960" y="5078361"/>
                  </a:lnTo>
                  <a:lnTo>
                    <a:pt x="1152087" y="5078361"/>
                  </a:lnTo>
                  <a:lnTo>
                    <a:pt x="1152213" y="5078361"/>
                  </a:lnTo>
                  <a:lnTo>
                    <a:pt x="1152339" y="5078361"/>
                  </a:lnTo>
                  <a:lnTo>
                    <a:pt x="1152465" y="5078361"/>
                  </a:lnTo>
                  <a:lnTo>
                    <a:pt x="1152592" y="5078361"/>
                  </a:lnTo>
                  <a:lnTo>
                    <a:pt x="1152718" y="5078361"/>
                  </a:lnTo>
                  <a:lnTo>
                    <a:pt x="1152844" y="5078361"/>
                  </a:lnTo>
                  <a:lnTo>
                    <a:pt x="1152970" y="5078361"/>
                  </a:lnTo>
                  <a:lnTo>
                    <a:pt x="1153097" y="5078361"/>
                  </a:lnTo>
                  <a:lnTo>
                    <a:pt x="1153223" y="5078361"/>
                  </a:lnTo>
                  <a:lnTo>
                    <a:pt x="1153349" y="5078361"/>
                  </a:lnTo>
                  <a:lnTo>
                    <a:pt x="1153475" y="5078361"/>
                  </a:lnTo>
                  <a:lnTo>
                    <a:pt x="1153602" y="5078361"/>
                  </a:lnTo>
                  <a:lnTo>
                    <a:pt x="1153728" y="5078361"/>
                  </a:lnTo>
                  <a:lnTo>
                    <a:pt x="1153854" y="5078361"/>
                  </a:lnTo>
                  <a:lnTo>
                    <a:pt x="1153980" y="5078361"/>
                  </a:lnTo>
                  <a:lnTo>
                    <a:pt x="1154107" y="5078361"/>
                  </a:lnTo>
                  <a:lnTo>
                    <a:pt x="1154233" y="5078361"/>
                  </a:lnTo>
                  <a:lnTo>
                    <a:pt x="1154359" y="5078361"/>
                  </a:lnTo>
                  <a:lnTo>
                    <a:pt x="1154485" y="5078361"/>
                  </a:lnTo>
                  <a:lnTo>
                    <a:pt x="1154612" y="5078361"/>
                  </a:lnTo>
                  <a:lnTo>
                    <a:pt x="1154738" y="5078361"/>
                  </a:lnTo>
                  <a:lnTo>
                    <a:pt x="1154864" y="5078361"/>
                  </a:lnTo>
                  <a:lnTo>
                    <a:pt x="1154991" y="5078361"/>
                  </a:lnTo>
                  <a:lnTo>
                    <a:pt x="1155117" y="5078361"/>
                  </a:lnTo>
                  <a:lnTo>
                    <a:pt x="1155243" y="5078361"/>
                  </a:lnTo>
                  <a:lnTo>
                    <a:pt x="1155369" y="5078361"/>
                  </a:lnTo>
                  <a:lnTo>
                    <a:pt x="1155496" y="5078361"/>
                  </a:lnTo>
                  <a:lnTo>
                    <a:pt x="1155622" y="5078361"/>
                  </a:lnTo>
                  <a:lnTo>
                    <a:pt x="1155748" y="5078361"/>
                  </a:lnTo>
                  <a:lnTo>
                    <a:pt x="1155874" y="5078361"/>
                  </a:lnTo>
                  <a:lnTo>
                    <a:pt x="1156001" y="5078361"/>
                  </a:lnTo>
                  <a:lnTo>
                    <a:pt x="1156127" y="5078361"/>
                  </a:lnTo>
                  <a:lnTo>
                    <a:pt x="1156253" y="5078361"/>
                  </a:lnTo>
                  <a:lnTo>
                    <a:pt x="1156379" y="5078361"/>
                  </a:lnTo>
                  <a:lnTo>
                    <a:pt x="1156506" y="5078361"/>
                  </a:lnTo>
                  <a:lnTo>
                    <a:pt x="1156632" y="5078361"/>
                  </a:lnTo>
                  <a:lnTo>
                    <a:pt x="1156758" y="5078361"/>
                  </a:lnTo>
                  <a:lnTo>
                    <a:pt x="1156884" y="5078361"/>
                  </a:lnTo>
                  <a:lnTo>
                    <a:pt x="1157011" y="5078361"/>
                  </a:lnTo>
                  <a:lnTo>
                    <a:pt x="1157137" y="5078361"/>
                  </a:lnTo>
                  <a:lnTo>
                    <a:pt x="1157263" y="5078361"/>
                  </a:lnTo>
                  <a:lnTo>
                    <a:pt x="1157389" y="5078361"/>
                  </a:lnTo>
                  <a:lnTo>
                    <a:pt x="1157516" y="5078361"/>
                  </a:lnTo>
                  <a:lnTo>
                    <a:pt x="1157642" y="5078361"/>
                  </a:lnTo>
                  <a:lnTo>
                    <a:pt x="1157768" y="5078361"/>
                  </a:lnTo>
                  <a:lnTo>
                    <a:pt x="1157894" y="5078361"/>
                  </a:lnTo>
                  <a:lnTo>
                    <a:pt x="1158021" y="5078361"/>
                  </a:lnTo>
                  <a:lnTo>
                    <a:pt x="1158147" y="5078361"/>
                  </a:lnTo>
                  <a:lnTo>
                    <a:pt x="1158147" y="5073450"/>
                  </a:lnTo>
                  <a:lnTo>
                    <a:pt x="1158147" y="5068538"/>
                  </a:lnTo>
                  <a:lnTo>
                    <a:pt x="1158273" y="5068538"/>
                  </a:lnTo>
                  <a:lnTo>
                    <a:pt x="1158399" y="5068538"/>
                  </a:lnTo>
                  <a:lnTo>
                    <a:pt x="1158526" y="5068538"/>
                  </a:lnTo>
                  <a:lnTo>
                    <a:pt x="1158652" y="5068538"/>
                  </a:lnTo>
                  <a:lnTo>
                    <a:pt x="1158778" y="5068538"/>
                  </a:lnTo>
                  <a:lnTo>
                    <a:pt x="1158904" y="5068538"/>
                  </a:lnTo>
                  <a:lnTo>
                    <a:pt x="1159031" y="5068538"/>
                  </a:lnTo>
                  <a:lnTo>
                    <a:pt x="1159157" y="5068538"/>
                  </a:lnTo>
                  <a:lnTo>
                    <a:pt x="1159283" y="5068538"/>
                  </a:lnTo>
                  <a:lnTo>
                    <a:pt x="1159409" y="5068538"/>
                  </a:lnTo>
                  <a:lnTo>
                    <a:pt x="1159536" y="5068538"/>
                  </a:lnTo>
                  <a:lnTo>
                    <a:pt x="1159662" y="5068538"/>
                  </a:lnTo>
                  <a:lnTo>
                    <a:pt x="1159788" y="5068538"/>
                  </a:lnTo>
                  <a:lnTo>
                    <a:pt x="1159915" y="5068538"/>
                  </a:lnTo>
                  <a:lnTo>
                    <a:pt x="1160041" y="5068538"/>
                  </a:lnTo>
                  <a:lnTo>
                    <a:pt x="1160167" y="5068538"/>
                  </a:lnTo>
                  <a:lnTo>
                    <a:pt x="1160293" y="5068538"/>
                  </a:lnTo>
                  <a:lnTo>
                    <a:pt x="1160420" y="5068538"/>
                  </a:lnTo>
                  <a:lnTo>
                    <a:pt x="1160546" y="5068538"/>
                  </a:lnTo>
                  <a:lnTo>
                    <a:pt x="1160672" y="5068538"/>
                  </a:lnTo>
                  <a:lnTo>
                    <a:pt x="1160798" y="5068538"/>
                  </a:lnTo>
                  <a:lnTo>
                    <a:pt x="1160925" y="5068538"/>
                  </a:lnTo>
                  <a:lnTo>
                    <a:pt x="1161051" y="5068538"/>
                  </a:lnTo>
                  <a:lnTo>
                    <a:pt x="1161177" y="5068538"/>
                  </a:lnTo>
                  <a:lnTo>
                    <a:pt x="1161303" y="5068538"/>
                  </a:lnTo>
                  <a:lnTo>
                    <a:pt x="1161430" y="5068538"/>
                  </a:lnTo>
                  <a:lnTo>
                    <a:pt x="1161556" y="5068538"/>
                  </a:lnTo>
                  <a:lnTo>
                    <a:pt x="1161682" y="5068538"/>
                  </a:lnTo>
                  <a:lnTo>
                    <a:pt x="1161808" y="5068538"/>
                  </a:lnTo>
                  <a:lnTo>
                    <a:pt x="1161935" y="5068538"/>
                  </a:lnTo>
                  <a:lnTo>
                    <a:pt x="1162061" y="5068538"/>
                  </a:lnTo>
                  <a:lnTo>
                    <a:pt x="1162187" y="5068538"/>
                  </a:lnTo>
                  <a:lnTo>
                    <a:pt x="1162313" y="5068538"/>
                  </a:lnTo>
                  <a:lnTo>
                    <a:pt x="1162440" y="5068538"/>
                  </a:lnTo>
                  <a:lnTo>
                    <a:pt x="1162566" y="5068538"/>
                  </a:lnTo>
                  <a:lnTo>
                    <a:pt x="1162692" y="5068538"/>
                  </a:lnTo>
                  <a:lnTo>
                    <a:pt x="1162818" y="5068538"/>
                  </a:lnTo>
                  <a:lnTo>
                    <a:pt x="1162945" y="5068538"/>
                  </a:lnTo>
                  <a:lnTo>
                    <a:pt x="1163071" y="5068538"/>
                  </a:lnTo>
                  <a:lnTo>
                    <a:pt x="1163197" y="5068538"/>
                  </a:lnTo>
                  <a:lnTo>
                    <a:pt x="1163323" y="5068538"/>
                  </a:lnTo>
                  <a:lnTo>
                    <a:pt x="1163450" y="5068538"/>
                  </a:lnTo>
                  <a:lnTo>
                    <a:pt x="1163576" y="5068538"/>
                  </a:lnTo>
                  <a:lnTo>
                    <a:pt x="1163702" y="5068538"/>
                  </a:lnTo>
                  <a:lnTo>
                    <a:pt x="1163828" y="5068538"/>
                  </a:lnTo>
                  <a:lnTo>
                    <a:pt x="1163955" y="5068538"/>
                  </a:lnTo>
                  <a:lnTo>
                    <a:pt x="1164081" y="5068538"/>
                  </a:lnTo>
                  <a:lnTo>
                    <a:pt x="1164207" y="5068538"/>
                  </a:lnTo>
                  <a:lnTo>
                    <a:pt x="1164333" y="5068538"/>
                  </a:lnTo>
                  <a:lnTo>
                    <a:pt x="1164460" y="5068538"/>
                  </a:lnTo>
                  <a:lnTo>
                    <a:pt x="1164586" y="5068538"/>
                  </a:lnTo>
                  <a:lnTo>
                    <a:pt x="1164712" y="5068538"/>
                  </a:lnTo>
                  <a:lnTo>
                    <a:pt x="1164838" y="5068538"/>
                  </a:lnTo>
                  <a:lnTo>
                    <a:pt x="1164838" y="5063627"/>
                  </a:lnTo>
                  <a:lnTo>
                    <a:pt x="1164965" y="5063627"/>
                  </a:lnTo>
                  <a:lnTo>
                    <a:pt x="1165091" y="5063627"/>
                  </a:lnTo>
                  <a:lnTo>
                    <a:pt x="1165091" y="5058716"/>
                  </a:lnTo>
                  <a:lnTo>
                    <a:pt x="1165217" y="5058716"/>
                  </a:lnTo>
                  <a:lnTo>
                    <a:pt x="1165344" y="5058716"/>
                  </a:lnTo>
                  <a:lnTo>
                    <a:pt x="1165470" y="5058716"/>
                  </a:lnTo>
                  <a:lnTo>
                    <a:pt x="1165596" y="5058716"/>
                  </a:lnTo>
                  <a:lnTo>
                    <a:pt x="1165722" y="5058716"/>
                  </a:lnTo>
                  <a:lnTo>
                    <a:pt x="1165849" y="5058716"/>
                  </a:lnTo>
                  <a:lnTo>
                    <a:pt x="1165975" y="5058716"/>
                  </a:lnTo>
                  <a:lnTo>
                    <a:pt x="1166101" y="5058716"/>
                  </a:lnTo>
                  <a:lnTo>
                    <a:pt x="1166227" y="5058716"/>
                  </a:lnTo>
                  <a:lnTo>
                    <a:pt x="1166354" y="5058716"/>
                  </a:lnTo>
                  <a:lnTo>
                    <a:pt x="1166480" y="5058716"/>
                  </a:lnTo>
                  <a:lnTo>
                    <a:pt x="1166606" y="5058716"/>
                  </a:lnTo>
                  <a:lnTo>
                    <a:pt x="1166732" y="5058716"/>
                  </a:lnTo>
                  <a:lnTo>
                    <a:pt x="1166859" y="5058716"/>
                  </a:lnTo>
                  <a:lnTo>
                    <a:pt x="1166985" y="5058716"/>
                  </a:lnTo>
                  <a:lnTo>
                    <a:pt x="1167111" y="5058716"/>
                  </a:lnTo>
                  <a:lnTo>
                    <a:pt x="1167237" y="5058716"/>
                  </a:lnTo>
                  <a:lnTo>
                    <a:pt x="1167364" y="5058716"/>
                  </a:lnTo>
                  <a:lnTo>
                    <a:pt x="1167490" y="5058716"/>
                  </a:lnTo>
                  <a:lnTo>
                    <a:pt x="1167616" y="5058716"/>
                  </a:lnTo>
                  <a:lnTo>
                    <a:pt x="1167742" y="5058716"/>
                  </a:lnTo>
                  <a:lnTo>
                    <a:pt x="1167869" y="5058716"/>
                  </a:lnTo>
                  <a:lnTo>
                    <a:pt x="1167995" y="5058716"/>
                  </a:lnTo>
                  <a:lnTo>
                    <a:pt x="1168121" y="5058716"/>
                  </a:lnTo>
                  <a:lnTo>
                    <a:pt x="1168247" y="5058716"/>
                  </a:lnTo>
                  <a:lnTo>
                    <a:pt x="1168374" y="5058716"/>
                  </a:lnTo>
                  <a:lnTo>
                    <a:pt x="1168500" y="5058716"/>
                  </a:lnTo>
                  <a:lnTo>
                    <a:pt x="1168626" y="5058716"/>
                  </a:lnTo>
                  <a:lnTo>
                    <a:pt x="1168752" y="5058716"/>
                  </a:lnTo>
                  <a:lnTo>
                    <a:pt x="1168879" y="5058716"/>
                  </a:lnTo>
                  <a:lnTo>
                    <a:pt x="1169005" y="5058716"/>
                  </a:lnTo>
                  <a:lnTo>
                    <a:pt x="1169131" y="5058716"/>
                  </a:lnTo>
                  <a:lnTo>
                    <a:pt x="1169257" y="5058716"/>
                  </a:lnTo>
                  <a:lnTo>
                    <a:pt x="1169384" y="5058716"/>
                  </a:lnTo>
                  <a:lnTo>
                    <a:pt x="1169510" y="5058716"/>
                  </a:lnTo>
                  <a:lnTo>
                    <a:pt x="1169636" y="5058716"/>
                  </a:lnTo>
                  <a:lnTo>
                    <a:pt x="1169762" y="5058716"/>
                  </a:lnTo>
                  <a:lnTo>
                    <a:pt x="1169889" y="5058716"/>
                  </a:lnTo>
                  <a:lnTo>
                    <a:pt x="1170015" y="5058716"/>
                  </a:lnTo>
                  <a:lnTo>
                    <a:pt x="1170141" y="5058716"/>
                  </a:lnTo>
                  <a:lnTo>
                    <a:pt x="1170268" y="5058716"/>
                  </a:lnTo>
                  <a:lnTo>
                    <a:pt x="1170394" y="5058716"/>
                  </a:lnTo>
                  <a:lnTo>
                    <a:pt x="1170520" y="5058716"/>
                  </a:lnTo>
                  <a:lnTo>
                    <a:pt x="1170646" y="5058716"/>
                  </a:lnTo>
                  <a:lnTo>
                    <a:pt x="1170773" y="5058716"/>
                  </a:lnTo>
                  <a:lnTo>
                    <a:pt x="1170899" y="5058716"/>
                  </a:lnTo>
                  <a:lnTo>
                    <a:pt x="1171025" y="5058716"/>
                  </a:lnTo>
                  <a:lnTo>
                    <a:pt x="1171151" y="5058716"/>
                  </a:lnTo>
                  <a:lnTo>
                    <a:pt x="1171278" y="5058716"/>
                  </a:lnTo>
                  <a:lnTo>
                    <a:pt x="1171404" y="5058716"/>
                  </a:lnTo>
                  <a:lnTo>
                    <a:pt x="1171530" y="5058716"/>
                  </a:lnTo>
                  <a:lnTo>
                    <a:pt x="1171656" y="5058716"/>
                  </a:lnTo>
                  <a:lnTo>
                    <a:pt x="1171783" y="5058716"/>
                  </a:lnTo>
                  <a:lnTo>
                    <a:pt x="1171909" y="5058716"/>
                  </a:lnTo>
                  <a:lnTo>
                    <a:pt x="1172035" y="5058716"/>
                  </a:lnTo>
                  <a:lnTo>
                    <a:pt x="1172161" y="5058716"/>
                  </a:lnTo>
                  <a:lnTo>
                    <a:pt x="1172288" y="5058716"/>
                  </a:lnTo>
                  <a:lnTo>
                    <a:pt x="1172414" y="5058716"/>
                  </a:lnTo>
                  <a:lnTo>
                    <a:pt x="1172540" y="5058716"/>
                  </a:lnTo>
                  <a:lnTo>
                    <a:pt x="1172666" y="5058716"/>
                  </a:lnTo>
                  <a:lnTo>
                    <a:pt x="1172793" y="5058716"/>
                  </a:lnTo>
                  <a:lnTo>
                    <a:pt x="1172919" y="5058716"/>
                  </a:lnTo>
                  <a:lnTo>
                    <a:pt x="1173045" y="5058716"/>
                  </a:lnTo>
                  <a:lnTo>
                    <a:pt x="1173171" y="5058716"/>
                  </a:lnTo>
                  <a:lnTo>
                    <a:pt x="1173298" y="5058716"/>
                  </a:lnTo>
                  <a:lnTo>
                    <a:pt x="1173424" y="5058716"/>
                  </a:lnTo>
                  <a:lnTo>
                    <a:pt x="1173550" y="5058716"/>
                  </a:lnTo>
                  <a:lnTo>
                    <a:pt x="1173676" y="5058716"/>
                  </a:lnTo>
                  <a:lnTo>
                    <a:pt x="1173803" y="5058716"/>
                  </a:lnTo>
                  <a:lnTo>
                    <a:pt x="1173929" y="5058716"/>
                  </a:lnTo>
                  <a:lnTo>
                    <a:pt x="1174055" y="5058716"/>
                  </a:lnTo>
                  <a:lnTo>
                    <a:pt x="1174181" y="5058716"/>
                  </a:lnTo>
                  <a:lnTo>
                    <a:pt x="1174308" y="5058716"/>
                  </a:lnTo>
                  <a:lnTo>
                    <a:pt x="1174434" y="5058716"/>
                  </a:lnTo>
                  <a:lnTo>
                    <a:pt x="1174560" y="5058716"/>
                  </a:lnTo>
                  <a:lnTo>
                    <a:pt x="1174686" y="5058716"/>
                  </a:lnTo>
                  <a:lnTo>
                    <a:pt x="1174813" y="5058716"/>
                  </a:lnTo>
                  <a:lnTo>
                    <a:pt x="1174939" y="5058716"/>
                  </a:lnTo>
                  <a:lnTo>
                    <a:pt x="1175065" y="5058716"/>
                  </a:lnTo>
                  <a:lnTo>
                    <a:pt x="1175191" y="5058716"/>
                  </a:lnTo>
                  <a:lnTo>
                    <a:pt x="1175191" y="5053804"/>
                  </a:lnTo>
                  <a:lnTo>
                    <a:pt x="1175318" y="5053804"/>
                  </a:lnTo>
                  <a:lnTo>
                    <a:pt x="1175444" y="5053804"/>
                  </a:lnTo>
                  <a:lnTo>
                    <a:pt x="1175570" y="5053804"/>
                  </a:lnTo>
                  <a:lnTo>
                    <a:pt x="1175697" y="5053804"/>
                  </a:lnTo>
                  <a:lnTo>
                    <a:pt x="1175823" y="5053804"/>
                  </a:lnTo>
                  <a:lnTo>
                    <a:pt x="1175949" y="5053804"/>
                  </a:lnTo>
                  <a:lnTo>
                    <a:pt x="1176075" y="5053804"/>
                  </a:lnTo>
                  <a:lnTo>
                    <a:pt x="1176202" y="5053804"/>
                  </a:lnTo>
                  <a:lnTo>
                    <a:pt x="1176328" y="5053804"/>
                  </a:lnTo>
                  <a:lnTo>
                    <a:pt x="1176454" y="5053804"/>
                  </a:lnTo>
                  <a:lnTo>
                    <a:pt x="1176580" y="5053804"/>
                  </a:lnTo>
                  <a:lnTo>
                    <a:pt x="1176707" y="5053804"/>
                  </a:lnTo>
                  <a:lnTo>
                    <a:pt x="1176833" y="5053804"/>
                  </a:lnTo>
                  <a:lnTo>
                    <a:pt x="1176959" y="5053804"/>
                  </a:lnTo>
                  <a:lnTo>
                    <a:pt x="1177085" y="5053804"/>
                  </a:lnTo>
                  <a:lnTo>
                    <a:pt x="1177212" y="5053804"/>
                  </a:lnTo>
                  <a:lnTo>
                    <a:pt x="1177338" y="5053804"/>
                  </a:lnTo>
                  <a:lnTo>
                    <a:pt x="1177464" y="5053804"/>
                  </a:lnTo>
                  <a:lnTo>
                    <a:pt x="1177590" y="5053804"/>
                  </a:lnTo>
                  <a:lnTo>
                    <a:pt x="1177717" y="5053804"/>
                  </a:lnTo>
                  <a:lnTo>
                    <a:pt x="1177843" y="5053804"/>
                  </a:lnTo>
                  <a:lnTo>
                    <a:pt x="1177969" y="5053804"/>
                  </a:lnTo>
                  <a:lnTo>
                    <a:pt x="1178095" y="5053804"/>
                  </a:lnTo>
                  <a:lnTo>
                    <a:pt x="1178222" y="5053804"/>
                  </a:lnTo>
                  <a:lnTo>
                    <a:pt x="1178348" y="5053804"/>
                  </a:lnTo>
                  <a:lnTo>
                    <a:pt x="1178474" y="5053804"/>
                  </a:lnTo>
                  <a:lnTo>
                    <a:pt x="1178600" y="5053804"/>
                  </a:lnTo>
                  <a:lnTo>
                    <a:pt x="1178727" y="5053804"/>
                  </a:lnTo>
                  <a:lnTo>
                    <a:pt x="1178853" y="5053804"/>
                  </a:lnTo>
                  <a:lnTo>
                    <a:pt x="1178979" y="5053804"/>
                  </a:lnTo>
                  <a:lnTo>
                    <a:pt x="1179105" y="5053804"/>
                  </a:lnTo>
                  <a:lnTo>
                    <a:pt x="1179232" y="5053804"/>
                  </a:lnTo>
                  <a:lnTo>
                    <a:pt x="1179358" y="5053804"/>
                  </a:lnTo>
                  <a:lnTo>
                    <a:pt x="1179484" y="5053804"/>
                  </a:lnTo>
                  <a:lnTo>
                    <a:pt x="1179610" y="5053804"/>
                  </a:lnTo>
                  <a:lnTo>
                    <a:pt x="1179737" y="5053804"/>
                  </a:lnTo>
                  <a:lnTo>
                    <a:pt x="1179863" y="5053804"/>
                  </a:lnTo>
                  <a:lnTo>
                    <a:pt x="1179989" y="5053804"/>
                  </a:lnTo>
                  <a:lnTo>
                    <a:pt x="1180115" y="5053804"/>
                  </a:lnTo>
                  <a:lnTo>
                    <a:pt x="1180242" y="5053804"/>
                  </a:lnTo>
                  <a:lnTo>
                    <a:pt x="1180368" y="5053804"/>
                  </a:lnTo>
                  <a:lnTo>
                    <a:pt x="1180494" y="5053804"/>
                  </a:lnTo>
                  <a:lnTo>
                    <a:pt x="1180621" y="5053804"/>
                  </a:lnTo>
                  <a:lnTo>
                    <a:pt x="1180747" y="5053804"/>
                  </a:lnTo>
                  <a:lnTo>
                    <a:pt x="1180873" y="5053804"/>
                  </a:lnTo>
                  <a:lnTo>
                    <a:pt x="1180999" y="5053804"/>
                  </a:lnTo>
                  <a:lnTo>
                    <a:pt x="1181126" y="5053804"/>
                  </a:lnTo>
                  <a:lnTo>
                    <a:pt x="1181252" y="5053804"/>
                  </a:lnTo>
                  <a:lnTo>
                    <a:pt x="1181252" y="5048893"/>
                  </a:lnTo>
                  <a:lnTo>
                    <a:pt x="1181378" y="5048893"/>
                  </a:lnTo>
                  <a:lnTo>
                    <a:pt x="1181504" y="5048893"/>
                  </a:lnTo>
                  <a:lnTo>
                    <a:pt x="1181631" y="5048893"/>
                  </a:lnTo>
                  <a:lnTo>
                    <a:pt x="1181757" y="5048893"/>
                  </a:lnTo>
                  <a:lnTo>
                    <a:pt x="1181883" y="5048893"/>
                  </a:lnTo>
                  <a:lnTo>
                    <a:pt x="1182009" y="5048893"/>
                  </a:lnTo>
                  <a:lnTo>
                    <a:pt x="1182136" y="5048893"/>
                  </a:lnTo>
                  <a:lnTo>
                    <a:pt x="1182262" y="5048893"/>
                  </a:lnTo>
                  <a:lnTo>
                    <a:pt x="1182388" y="5048893"/>
                  </a:lnTo>
                  <a:lnTo>
                    <a:pt x="1182514" y="5048893"/>
                  </a:lnTo>
                  <a:lnTo>
                    <a:pt x="1182641" y="5048893"/>
                  </a:lnTo>
                  <a:lnTo>
                    <a:pt x="1182767" y="5048893"/>
                  </a:lnTo>
                  <a:lnTo>
                    <a:pt x="1182893" y="5048893"/>
                  </a:lnTo>
                  <a:lnTo>
                    <a:pt x="1183019" y="5048893"/>
                  </a:lnTo>
                  <a:lnTo>
                    <a:pt x="1183146" y="5048893"/>
                  </a:lnTo>
                  <a:lnTo>
                    <a:pt x="1183272" y="5048893"/>
                  </a:lnTo>
                  <a:lnTo>
                    <a:pt x="1183398" y="5048893"/>
                  </a:lnTo>
                  <a:lnTo>
                    <a:pt x="1183524" y="5048893"/>
                  </a:lnTo>
                  <a:lnTo>
                    <a:pt x="1183651" y="5048893"/>
                  </a:lnTo>
                  <a:lnTo>
                    <a:pt x="1183777" y="5048893"/>
                  </a:lnTo>
                  <a:lnTo>
                    <a:pt x="1183903" y="5048893"/>
                  </a:lnTo>
                  <a:lnTo>
                    <a:pt x="1184029" y="5048893"/>
                  </a:lnTo>
                  <a:lnTo>
                    <a:pt x="1184156" y="5048893"/>
                  </a:lnTo>
                  <a:lnTo>
                    <a:pt x="1184282" y="5048893"/>
                  </a:lnTo>
                  <a:lnTo>
                    <a:pt x="1184408" y="5048893"/>
                  </a:lnTo>
                  <a:lnTo>
                    <a:pt x="1184534" y="5048893"/>
                  </a:lnTo>
                  <a:lnTo>
                    <a:pt x="1184661" y="5048893"/>
                  </a:lnTo>
                  <a:lnTo>
                    <a:pt x="1184787" y="5048893"/>
                  </a:lnTo>
                  <a:lnTo>
                    <a:pt x="1184913" y="5048893"/>
                  </a:lnTo>
                  <a:lnTo>
                    <a:pt x="1185039" y="5048893"/>
                  </a:lnTo>
                  <a:lnTo>
                    <a:pt x="1185166" y="5048893"/>
                  </a:lnTo>
                  <a:lnTo>
                    <a:pt x="1185292" y="5048893"/>
                  </a:lnTo>
                  <a:lnTo>
                    <a:pt x="1185418" y="5048893"/>
                  </a:lnTo>
                  <a:lnTo>
                    <a:pt x="1185544" y="5048893"/>
                  </a:lnTo>
                  <a:lnTo>
                    <a:pt x="1185671" y="5048893"/>
                  </a:lnTo>
                  <a:lnTo>
                    <a:pt x="1185797" y="5048893"/>
                  </a:lnTo>
                  <a:lnTo>
                    <a:pt x="1185923" y="5048893"/>
                  </a:lnTo>
                  <a:lnTo>
                    <a:pt x="1186050" y="5048893"/>
                  </a:lnTo>
                  <a:lnTo>
                    <a:pt x="1186176" y="5048893"/>
                  </a:lnTo>
                  <a:lnTo>
                    <a:pt x="1186302" y="5048893"/>
                  </a:lnTo>
                  <a:lnTo>
                    <a:pt x="1186428" y="5048893"/>
                  </a:lnTo>
                  <a:lnTo>
                    <a:pt x="1186428" y="5043982"/>
                  </a:lnTo>
                  <a:lnTo>
                    <a:pt x="1186555" y="5043982"/>
                  </a:lnTo>
                  <a:lnTo>
                    <a:pt x="1186681" y="5043982"/>
                  </a:lnTo>
                  <a:lnTo>
                    <a:pt x="1186807" y="5043982"/>
                  </a:lnTo>
                  <a:lnTo>
                    <a:pt x="1186933" y="5043982"/>
                  </a:lnTo>
                  <a:lnTo>
                    <a:pt x="1187060" y="5043982"/>
                  </a:lnTo>
                  <a:lnTo>
                    <a:pt x="1187186" y="5043982"/>
                  </a:lnTo>
                  <a:lnTo>
                    <a:pt x="1187312" y="5043982"/>
                  </a:lnTo>
                  <a:lnTo>
                    <a:pt x="1187438" y="5043982"/>
                  </a:lnTo>
                  <a:lnTo>
                    <a:pt x="1187565" y="5043982"/>
                  </a:lnTo>
                  <a:lnTo>
                    <a:pt x="1187691" y="5043982"/>
                  </a:lnTo>
                  <a:lnTo>
                    <a:pt x="1187817" y="5043982"/>
                  </a:lnTo>
                  <a:lnTo>
                    <a:pt x="1187943" y="5043982"/>
                  </a:lnTo>
                  <a:lnTo>
                    <a:pt x="1188070" y="5043982"/>
                  </a:lnTo>
                  <a:lnTo>
                    <a:pt x="1188196" y="5043982"/>
                  </a:lnTo>
                  <a:lnTo>
                    <a:pt x="1188322" y="5043982"/>
                  </a:lnTo>
                  <a:lnTo>
                    <a:pt x="1188448" y="5043982"/>
                  </a:lnTo>
                  <a:lnTo>
                    <a:pt x="1188575" y="5043982"/>
                  </a:lnTo>
                  <a:lnTo>
                    <a:pt x="1188701" y="5043982"/>
                  </a:lnTo>
                  <a:lnTo>
                    <a:pt x="1188827" y="5043982"/>
                  </a:lnTo>
                  <a:lnTo>
                    <a:pt x="1188953" y="5043982"/>
                  </a:lnTo>
                  <a:lnTo>
                    <a:pt x="1189080" y="5043982"/>
                  </a:lnTo>
                  <a:lnTo>
                    <a:pt x="1189206" y="5043982"/>
                  </a:lnTo>
                  <a:lnTo>
                    <a:pt x="1189332" y="5043982"/>
                  </a:lnTo>
                  <a:lnTo>
                    <a:pt x="1189458" y="5043982"/>
                  </a:lnTo>
                  <a:lnTo>
                    <a:pt x="1189585" y="5043982"/>
                  </a:lnTo>
                  <a:lnTo>
                    <a:pt x="1189585" y="5039070"/>
                  </a:lnTo>
                  <a:lnTo>
                    <a:pt x="1189711" y="5039070"/>
                  </a:lnTo>
                  <a:lnTo>
                    <a:pt x="1189837" y="5039070"/>
                  </a:lnTo>
                  <a:lnTo>
                    <a:pt x="1189963" y="5039070"/>
                  </a:lnTo>
                  <a:lnTo>
                    <a:pt x="1190090" y="5039070"/>
                  </a:lnTo>
                  <a:lnTo>
                    <a:pt x="1190216" y="5039070"/>
                  </a:lnTo>
                  <a:lnTo>
                    <a:pt x="1190342" y="5039070"/>
                  </a:lnTo>
                  <a:lnTo>
                    <a:pt x="1190468" y="5039070"/>
                  </a:lnTo>
                  <a:lnTo>
                    <a:pt x="1190595" y="5039070"/>
                  </a:lnTo>
                  <a:lnTo>
                    <a:pt x="1190721" y="5039070"/>
                  </a:lnTo>
                  <a:lnTo>
                    <a:pt x="1190847" y="5039070"/>
                  </a:lnTo>
                  <a:lnTo>
                    <a:pt x="1190974" y="5039070"/>
                  </a:lnTo>
                  <a:lnTo>
                    <a:pt x="1191100" y="5039070"/>
                  </a:lnTo>
                  <a:lnTo>
                    <a:pt x="1191226" y="5039070"/>
                  </a:lnTo>
                  <a:lnTo>
                    <a:pt x="1191352" y="5039070"/>
                  </a:lnTo>
                  <a:lnTo>
                    <a:pt x="1191479" y="5039070"/>
                  </a:lnTo>
                  <a:lnTo>
                    <a:pt x="1191605" y="5039070"/>
                  </a:lnTo>
                  <a:lnTo>
                    <a:pt x="1191731" y="5039070"/>
                  </a:lnTo>
                  <a:lnTo>
                    <a:pt x="1191857" y="5039070"/>
                  </a:lnTo>
                  <a:lnTo>
                    <a:pt x="1191984" y="5039070"/>
                  </a:lnTo>
                  <a:lnTo>
                    <a:pt x="1192110" y="5039070"/>
                  </a:lnTo>
                  <a:lnTo>
                    <a:pt x="1192236" y="5039070"/>
                  </a:lnTo>
                  <a:lnTo>
                    <a:pt x="1192362" y="5039070"/>
                  </a:lnTo>
                  <a:lnTo>
                    <a:pt x="1192489" y="5039070"/>
                  </a:lnTo>
                  <a:lnTo>
                    <a:pt x="1192615" y="5039070"/>
                  </a:lnTo>
                  <a:lnTo>
                    <a:pt x="1192741" y="5039070"/>
                  </a:lnTo>
                  <a:lnTo>
                    <a:pt x="1192867" y="5039070"/>
                  </a:lnTo>
                  <a:lnTo>
                    <a:pt x="1192994" y="5039070"/>
                  </a:lnTo>
                  <a:lnTo>
                    <a:pt x="1193120" y="5039070"/>
                  </a:lnTo>
                  <a:lnTo>
                    <a:pt x="1193246" y="5039070"/>
                  </a:lnTo>
                  <a:lnTo>
                    <a:pt x="1193372" y="5039070"/>
                  </a:lnTo>
                  <a:lnTo>
                    <a:pt x="1193499" y="5039070"/>
                  </a:lnTo>
                  <a:lnTo>
                    <a:pt x="1193625" y="5039070"/>
                  </a:lnTo>
                  <a:lnTo>
                    <a:pt x="1193751" y="5039070"/>
                  </a:lnTo>
                  <a:lnTo>
                    <a:pt x="1193877" y="5039070"/>
                  </a:lnTo>
                  <a:lnTo>
                    <a:pt x="1194004" y="5039070"/>
                  </a:lnTo>
                  <a:lnTo>
                    <a:pt x="1194130" y="5039070"/>
                  </a:lnTo>
                  <a:lnTo>
                    <a:pt x="1194256" y="5039070"/>
                  </a:lnTo>
                  <a:lnTo>
                    <a:pt x="1194382" y="5039070"/>
                  </a:lnTo>
                  <a:lnTo>
                    <a:pt x="1194509" y="5039070"/>
                  </a:lnTo>
                  <a:lnTo>
                    <a:pt x="1194635" y="5039070"/>
                  </a:lnTo>
                  <a:lnTo>
                    <a:pt x="1194761" y="5039070"/>
                  </a:lnTo>
                  <a:lnTo>
                    <a:pt x="1194887" y="5039070"/>
                  </a:lnTo>
                  <a:lnTo>
                    <a:pt x="1194887" y="5034159"/>
                  </a:lnTo>
                  <a:lnTo>
                    <a:pt x="1195014" y="5034159"/>
                  </a:lnTo>
                  <a:lnTo>
                    <a:pt x="1195140" y="5034159"/>
                  </a:lnTo>
                  <a:lnTo>
                    <a:pt x="1195266" y="5034159"/>
                  </a:lnTo>
                  <a:lnTo>
                    <a:pt x="1195392" y="5034159"/>
                  </a:lnTo>
                  <a:lnTo>
                    <a:pt x="1195519" y="5034159"/>
                  </a:lnTo>
                  <a:lnTo>
                    <a:pt x="1195645" y="5034159"/>
                  </a:lnTo>
                  <a:lnTo>
                    <a:pt x="1195771" y="5034159"/>
                  </a:lnTo>
                  <a:lnTo>
                    <a:pt x="1195898" y="5034159"/>
                  </a:lnTo>
                  <a:lnTo>
                    <a:pt x="1195898" y="5029247"/>
                  </a:lnTo>
                  <a:lnTo>
                    <a:pt x="1196024" y="5029247"/>
                  </a:lnTo>
                  <a:lnTo>
                    <a:pt x="1196150" y="5029247"/>
                  </a:lnTo>
                  <a:lnTo>
                    <a:pt x="1196276" y="5029247"/>
                  </a:lnTo>
                  <a:lnTo>
                    <a:pt x="1196403" y="5029247"/>
                  </a:lnTo>
                  <a:lnTo>
                    <a:pt x="1196529" y="5029247"/>
                  </a:lnTo>
                  <a:lnTo>
                    <a:pt x="1196655" y="5029247"/>
                  </a:lnTo>
                  <a:lnTo>
                    <a:pt x="1196655" y="5024336"/>
                  </a:lnTo>
                  <a:lnTo>
                    <a:pt x="1196781" y="5024336"/>
                  </a:lnTo>
                  <a:lnTo>
                    <a:pt x="1196908" y="5024336"/>
                  </a:lnTo>
                  <a:lnTo>
                    <a:pt x="1197034" y="5024336"/>
                  </a:lnTo>
                  <a:lnTo>
                    <a:pt x="1197160" y="5024336"/>
                  </a:lnTo>
                  <a:lnTo>
                    <a:pt x="1197286" y="5024336"/>
                  </a:lnTo>
                  <a:lnTo>
                    <a:pt x="1197413" y="5024336"/>
                  </a:lnTo>
                  <a:lnTo>
                    <a:pt x="1197539" y="5024336"/>
                  </a:lnTo>
                  <a:lnTo>
                    <a:pt x="1197665" y="5024336"/>
                  </a:lnTo>
                  <a:lnTo>
                    <a:pt x="1197791" y="5024336"/>
                  </a:lnTo>
                  <a:lnTo>
                    <a:pt x="1197918" y="5024336"/>
                  </a:lnTo>
                  <a:lnTo>
                    <a:pt x="1198044" y="5024336"/>
                  </a:lnTo>
                  <a:lnTo>
                    <a:pt x="1198170" y="5024336"/>
                  </a:lnTo>
                  <a:lnTo>
                    <a:pt x="1198296" y="5024336"/>
                  </a:lnTo>
                  <a:lnTo>
                    <a:pt x="1198423" y="5024336"/>
                  </a:lnTo>
                  <a:lnTo>
                    <a:pt x="1198549" y="5024336"/>
                  </a:lnTo>
                  <a:lnTo>
                    <a:pt x="1198675" y="5024336"/>
                  </a:lnTo>
                  <a:lnTo>
                    <a:pt x="1198801" y="5024336"/>
                  </a:lnTo>
                  <a:lnTo>
                    <a:pt x="1198928" y="5024336"/>
                  </a:lnTo>
                  <a:lnTo>
                    <a:pt x="1199054" y="5024336"/>
                  </a:lnTo>
                  <a:lnTo>
                    <a:pt x="1199180" y="5024336"/>
                  </a:lnTo>
                  <a:lnTo>
                    <a:pt x="1199306" y="5024336"/>
                  </a:lnTo>
                  <a:lnTo>
                    <a:pt x="1199433" y="5024336"/>
                  </a:lnTo>
                  <a:lnTo>
                    <a:pt x="1199559" y="5024336"/>
                  </a:lnTo>
                  <a:lnTo>
                    <a:pt x="1199559" y="5019425"/>
                  </a:lnTo>
                  <a:lnTo>
                    <a:pt x="1199685" y="5019425"/>
                  </a:lnTo>
                  <a:lnTo>
                    <a:pt x="1199811" y="5019425"/>
                  </a:lnTo>
                  <a:lnTo>
                    <a:pt x="1199938" y="5019425"/>
                  </a:lnTo>
                  <a:lnTo>
                    <a:pt x="1200064" y="5019425"/>
                  </a:lnTo>
                  <a:lnTo>
                    <a:pt x="1200190" y="5019425"/>
                  </a:lnTo>
                  <a:lnTo>
                    <a:pt x="1200316" y="5019425"/>
                  </a:lnTo>
                  <a:lnTo>
                    <a:pt x="1200443" y="5019425"/>
                  </a:lnTo>
                  <a:lnTo>
                    <a:pt x="1200569" y="5019425"/>
                  </a:lnTo>
                  <a:lnTo>
                    <a:pt x="1200695" y="5019425"/>
                  </a:lnTo>
                  <a:lnTo>
                    <a:pt x="1200695" y="5014513"/>
                  </a:lnTo>
                  <a:lnTo>
                    <a:pt x="1200821" y="5014513"/>
                  </a:lnTo>
                  <a:lnTo>
                    <a:pt x="1200948" y="5014513"/>
                  </a:lnTo>
                  <a:lnTo>
                    <a:pt x="1201074" y="5014513"/>
                  </a:lnTo>
                  <a:lnTo>
                    <a:pt x="1201200" y="5014513"/>
                  </a:lnTo>
                  <a:lnTo>
                    <a:pt x="1201327" y="5014513"/>
                  </a:lnTo>
                  <a:lnTo>
                    <a:pt x="1201453" y="5014513"/>
                  </a:lnTo>
                  <a:lnTo>
                    <a:pt x="1201579" y="5014513"/>
                  </a:lnTo>
                  <a:lnTo>
                    <a:pt x="1201705" y="5014513"/>
                  </a:lnTo>
                  <a:lnTo>
                    <a:pt x="1201832" y="5014513"/>
                  </a:lnTo>
                  <a:lnTo>
                    <a:pt x="1201958" y="5014513"/>
                  </a:lnTo>
                  <a:lnTo>
                    <a:pt x="1202084" y="5014513"/>
                  </a:lnTo>
                  <a:lnTo>
                    <a:pt x="1202210" y="5014513"/>
                  </a:lnTo>
                  <a:lnTo>
                    <a:pt x="1202337" y="5014513"/>
                  </a:lnTo>
                  <a:lnTo>
                    <a:pt x="1202463" y="5014513"/>
                  </a:lnTo>
                  <a:lnTo>
                    <a:pt x="1202589" y="5014513"/>
                  </a:lnTo>
                  <a:lnTo>
                    <a:pt x="1202589" y="5009602"/>
                  </a:lnTo>
                  <a:lnTo>
                    <a:pt x="1202715" y="5009602"/>
                  </a:lnTo>
                  <a:lnTo>
                    <a:pt x="1202842" y="5009602"/>
                  </a:lnTo>
                  <a:lnTo>
                    <a:pt x="1202968" y="5009602"/>
                  </a:lnTo>
                  <a:lnTo>
                    <a:pt x="1203094" y="5009602"/>
                  </a:lnTo>
                  <a:lnTo>
                    <a:pt x="1203220" y="5009602"/>
                  </a:lnTo>
                  <a:lnTo>
                    <a:pt x="1203347" y="5009602"/>
                  </a:lnTo>
                  <a:lnTo>
                    <a:pt x="1203473" y="5009602"/>
                  </a:lnTo>
                  <a:lnTo>
                    <a:pt x="1203599" y="5009602"/>
                  </a:lnTo>
                  <a:lnTo>
                    <a:pt x="1203725" y="5009602"/>
                  </a:lnTo>
                  <a:lnTo>
                    <a:pt x="1203852" y="5009602"/>
                  </a:lnTo>
                  <a:lnTo>
                    <a:pt x="1203978" y="5009602"/>
                  </a:lnTo>
                  <a:lnTo>
                    <a:pt x="1204104" y="5009602"/>
                  </a:lnTo>
                  <a:lnTo>
                    <a:pt x="1204230" y="5009602"/>
                  </a:lnTo>
                  <a:lnTo>
                    <a:pt x="1204357" y="5009602"/>
                  </a:lnTo>
                  <a:lnTo>
                    <a:pt x="1204483" y="5009602"/>
                  </a:lnTo>
                  <a:lnTo>
                    <a:pt x="1204609" y="5009602"/>
                  </a:lnTo>
                  <a:lnTo>
                    <a:pt x="1204735" y="5009602"/>
                  </a:lnTo>
                  <a:lnTo>
                    <a:pt x="1204862" y="5009602"/>
                  </a:lnTo>
                  <a:lnTo>
                    <a:pt x="1204988" y="5009602"/>
                  </a:lnTo>
                  <a:lnTo>
                    <a:pt x="1205114" y="5009602"/>
                  </a:lnTo>
                  <a:lnTo>
                    <a:pt x="1205240" y="5009602"/>
                  </a:lnTo>
                  <a:lnTo>
                    <a:pt x="1205367" y="5009602"/>
                  </a:lnTo>
                  <a:lnTo>
                    <a:pt x="1205493" y="5009602"/>
                  </a:lnTo>
                  <a:lnTo>
                    <a:pt x="1205619" y="5009602"/>
                  </a:lnTo>
                  <a:lnTo>
                    <a:pt x="1205745" y="5009602"/>
                  </a:lnTo>
                  <a:lnTo>
                    <a:pt x="1205872" y="5009602"/>
                  </a:lnTo>
                  <a:lnTo>
                    <a:pt x="1205998" y="5009602"/>
                  </a:lnTo>
                  <a:lnTo>
                    <a:pt x="1206124" y="5009602"/>
                  </a:lnTo>
                  <a:lnTo>
                    <a:pt x="1206251" y="5009602"/>
                  </a:lnTo>
                  <a:lnTo>
                    <a:pt x="1206377" y="5009602"/>
                  </a:lnTo>
                  <a:lnTo>
                    <a:pt x="1206503" y="5009602"/>
                  </a:lnTo>
                  <a:lnTo>
                    <a:pt x="1206629" y="5009602"/>
                  </a:lnTo>
                  <a:lnTo>
                    <a:pt x="1206756" y="5009602"/>
                  </a:lnTo>
                  <a:lnTo>
                    <a:pt x="1206882" y="5009602"/>
                  </a:lnTo>
                  <a:lnTo>
                    <a:pt x="1207008" y="5009602"/>
                  </a:lnTo>
                  <a:lnTo>
                    <a:pt x="1207134" y="5009602"/>
                  </a:lnTo>
                  <a:lnTo>
                    <a:pt x="1207261" y="5009602"/>
                  </a:lnTo>
                  <a:lnTo>
                    <a:pt x="1207387" y="5009602"/>
                  </a:lnTo>
                  <a:lnTo>
                    <a:pt x="1207513" y="5009602"/>
                  </a:lnTo>
                  <a:lnTo>
                    <a:pt x="1207639" y="5009602"/>
                  </a:lnTo>
                  <a:lnTo>
                    <a:pt x="1207766" y="5009602"/>
                  </a:lnTo>
                  <a:lnTo>
                    <a:pt x="1207892" y="5009602"/>
                  </a:lnTo>
                  <a:lnTo>
                    <a:pt x="1208018" y="5009602"/>
                  </a:lnTo>
                  <a:lnTo>
                    <a:pt x="1208144" y="5009602"/>
                  </a:lnTo>
                  <a:lnTo>
                    <a:pt x="1208271" y="5009602"/>
                  </a:lnTo>
                  <a:lnTo>
                    <a:pt x="1208397" y="5009602"/>
                  </a:lnTo>
                  <a:lnTo>
                    <a:pt x="1208523" y="5009602"/>
                  </a:lnTo>
                  <a:lnTo>
                    <a:pt x="1208649" y="5009602"/>
                  </a:lnTo>
                  <a:lnTo>
                    <a:pt x="1208776" y="5009602"/>
                  </a:lnTo>
                  <a:lnTo>
                    <a:pt x="1208902" y="5009602"/>
                  </a:lnTo>
                  <a:lnTo>
                    <a:pt x="1209028" y="5009602"/>
                  </a:lnTo>
                  <a:lnTo>
                    <a:pt x="1209154" y="5009602"/>
                  </a:lnTo>
                  <a:lnTo>
                    <a:pt x="1209281" y="5009602"/>
                  </a:lnTo>
                  <a:lnTo>
                    <a:pt x="1209407" y="5009602"/>
                  </a:lnTo>
                  <a:lnTo>
                    <a:pt x="1209533" y="5009602"/>
                  </a:lnTo>
                  <a:lnTo>
                    <a:pt x="1209659" y="5009602"/>
                  </a:lnTo>
                  <a:lnTo>
                    <a:pt x="1209786" y="5009602"/>
                  </a:lnTo>
                  <a:lnTo>
                    <a:pt x="1209912" y="5009602"/>
                  </a:lnTo>
                  <a:lnTo>
                    <a:pt x="1210038" y="5009602"/>
                  </a:lnTo>
                  <a:lnTo>
                    <a:pt x="1210164" y="5009602"/>
                  </a:lnTo>
                  <a:lnTo>
                    <a:pt x="1210291" y="5009602"/>
                  </a:lnTo>
                  <a:lnTo>
                    <a:pt x="1210417" y="5009602"/>
                  </a:lnTo>
                  <a:lnTo>
                    <a:pt x="1210543" y="5009602"/>
                  </a:lnTo>
                  <a:lnTo>
                    <a:pt x="1210669" y="5009602"/>
                  </a:lnTo>
                  <a:lnTo>
                    <a:pt x="1210796" y="5009602"/>
                  </a:lnTo>
                  <a:lnTo>
                    <a:pt x="1210922" y="5009602"/>
                  </a:lnTo>
                  <a:lnTo>
                    <a:pt x="1211048" y="5009602"/>
                  </a:lnTo>
                  <a:lnTo>
                    <a:pt x="1211174" y="5009602"/>
                  </a:lnTo>
                  <a:lnTo>
                    <a:pt x="1211301" y="5009602"/>
                  </a:lnTo>
                  <a:lnTo>
                    <a:pt x="1211427" y="5009602"/>
                  </a:lnTo>
                  <a:lnTo>
                    <a:pt x="1211553" y="5009602"/>
                  </a:lnTo>
                  <a:lnTo>
                    <a:pt x="1211680" y="5009602"/>
                  </a:lnTo>
                  <a:lnTo>
                    <a:pt x="1211806" y="5009602"/>
                  </a:lnTo>
                  <a:lnTo>
                    <a:pt x="1211932" y="5009602"/>
                  </a:lnTo>
                  <a:lnTo>
                    <a:pt x="1212058" y="5009602"/>
                  </a:lnTo>
                  <a:lnTo>
                    <a:pt x="1212185" y="5009602"/>
                  </a:lnTo>
                  <a:lnTo>
                    <a:pt x="1212311" y="5009602"/>
                  </a:lnTo>
                  <a:lnTo>
                    <a:pt x="1212437" y="5009602"/>
                  </a:lnTo>
                  <a:lnTo>
                    <a:pt x="1212563" y="5009602"/>
                  </a:lnTo>
                  <a:lnTo>
                    <a:pt x="1212690" y="5009602"/>
                  </a:lnTo>
                  <a:lnTo>
                    <a:pt x="1212690" y="5004691"/>
                  </a:lnTo>
                  <a:lnTo>
                    <a:pt x="1212816" y="5004691"/>
                  </a:lnTo>
                  <a:lnTo>
                    <a:pt x="1212942" y="5004691"/>
                  </a:lnTo>
                  <a:lnTo>
                    <a:pt x="1213068" y="5004691"/>
                  </a:lnTo>
                  <a:lnTo>
                    <a:pt x="1213195" y="5004691"/>
                  </a:lnTo>
                  <a:lnTo>
                    <a:pt x="1213321" y="5004691"/>
                  </a:lnTo>
                  <a:lnTo>
                    <a:pt x="1213447" y="5004691"/>
                  </a:lnTo>
                  <a:lnTo>
                    <a:pt x="1213573" y="5004691"/>
                  </a:lnTo>
                  <a:lnTo>
                    <a:pt x="1213700" y="5004691"/>
                  </a:lnTo>
                  <a:lnTo>
                    <a:pt x="1213826" y="5004691"/>
                  </a:lnTo>
                  <a:lnTo>
                    <a:pt x="1213952" y="5004691"/>
                  </a:lnTo>
                  <a:lnTo>
                    <a:pt x="1214078" y="5004691"/>
                  </a:lnTo>
                  <a:lnTo>
                    <a:pt x="1214205" y="5004691"/>
                  </a:lnTo>
                  <a:lnTo>
                    <a:pt x="1214205" y="4999779"/>
                  </a:lnTo>
                  <a:lnTo>
                    <a:pt x="1214331" y="4999779"/>
                  </a:lnTo>
                  <a:lnTo>
                    <a:pt x="1214457" y="4999779"/>
                  </a:lnTo>
                  <a:lnTo>
                    <a:pt x="1214583" y="4999779"/>
                  </a:lnTo>
                  <a:lnTo>
                    <a:pt x="1214710" y="4999779"/>
                  </a:lnTo>
                  <a:lnTo>
                    <a:pt x="1214836" y="4999779"/>
                  </a:lnTo>
                  <a:lnTo>
                    <a:pt x="1214836" y="4994868"/>
                  </a:lnTo>
                  <a:lnTo>
                    <a:pt x="1214962" y="4994868"/>
                  </a:lnTo>
                  <a:lnTo>
                    <a:pt x="1215088" y="4994868"/>
                  </a:lnTo>
                  <a:lnTo>
                    <a:pt x="1215215" y="4994868"/>
                  </a:lnTo>
                  <a:lnTo>
                    <a:pt x="1215341" y="4994868"/>
                  </a:lnTo>
                  <a:lnTo>
                    <a:pt x="1215467" y="4994868"/>
                  </a:lnTo>
                  <a:lnTo>
                    <a:pt x="1215593" y="4994868"/>
                  </a:lnTo>
                  <a:lnTo>
                    <a:pt x="1215593" y="4989956"/>
                  </a:lnTo>
                  <a:lnTo>
                    <a:pt x="1215720" y="4989956"/>
                  </a:lnTo>
                  <a:lnTo>
                    <a:pt x="1215846" y="4989956"/>
                  </a:lnTo>
                  <a:lnTo>
                    <a:pt x="1215972" y="4989956"/>
                  </a:lnTo>
                  <a:lnTo>
                    <a:pt x="1216098" y="4989956"/>
                  </a:lnTo>
                  <a:lnTo>
                    <a:pt x="1216225" y="4989956"/>
                  </a:lnTo>
                  <a:lnTo>
                    <a:pt x="1216351" y="4989956"/>
                  </a:lnTo>
                  <a:lnTo>
                    <a:pt x="1216477" y="4989956"/>
                  </a:lnTo>
                  <a:lnTo>
                    <a:pt x="1216604" y="4989956"/>
                  </a:lnTo>
                  <a:lnTo>
                    <a:pt x="1216730" y="4989956"/>
                  </a:lnTo>
                  <a:lnTo>
                    <a:pt x="1216856" y="4989956"/>
                  </a:lnTo>
                  <a:lnTo>
                    <a:pt x="1216982" y="4989956"/>
                  </a:lnTo>
                  <a:lnTo>
                    <a:pt x="1217109" y="4989956"/>
                  </a:lnTo>
                  <a:lnTo>
                    <a:pt x="1217235" y="4989956"/>
                  </a:lnTo>
                  <a:lnTo>
                    <a:pt x="1217361" y="4989956"/>
                  </a:lnTo>
                  <a:lnTo>
                    <a:pt x="1217487" y="4989956"/>
                  </a:lnTo>
                  <a:lnTo>
                    <a:pt x="1217614" y="4989956"/>
                  </a:lnTo>
                  <a:lnTo>
                    <a:pt x="1217740" y="4989956"/>
                  </a:lnTo>
                  <a:lnTo>
                    <a:pt x="1217866" y="4989956"/>
                  </a:lnTo>
                  <a:lnTo>
                    <a:pt x="1217992" y="4989956"/>
                  </a:lnTo>
                  <a:lnTo>
                    <a:pt x="1218119" y="4989956"/>
                  </a:lnTo>
                  <a:lnTo>
                    <a:pt x="1218245" y="4989956"/>
                  </a:lnTo>
                  <a:lnTo>
                    <a:pt x="1218371" y="4989956"/>
                  </a:lnTo>
                  <a:lnTo>
                    <a:pt x="1218497" y="4989956"/>
                  </a:lnTo>
                  <a:lnTo>
                    <a:pt x="1218624" y="4989956"/>
                  </a:lnTo>
                  <a:lnTo>
                    <a:pt x="1218750" y="4989956"/>
                  </a:lnTo>
                  <a:lnTo>
                    <a:pt x="1218876" y="4989956"/>
                  </a:lnTo>
                  <a:lnTo>
                    <a:pt x="1219002" y="4989956"/>
                  </a:lnTo>
                  <a:lnTo>
                    <a:pt x="1219129" y="4989956"/>
                  </a:lnTo>
                  <a:lnTo>
                    <a:pt x="1219255" y="4989956"/>
                  </a:lnTo>
                  <a:lnTo>
                    <a:pt x="1219381" y="4989956"/>
                  </a:lnTo>
                  <a:lnTo>
                    <a:pt x="1219507" y="4989956"/>
                  </a:lnTo>
                  <a:lnTo>
                    <a:pt x="1219634" y="4989956"/>
                  </a:lnTo>
                  <a:lnTo>
                    <a:pt x="1219760" y="4989956"/>
                  </a:lnTo>
                  <a:lnTo>
                    <a:pt x="1219886" y="4989956"/>
                  </a:lnTo>
                  <a:lnTo>
                    <a:pt x="1220012" y="4989956"/>
                  </a:lnTo>
                  <a:lnTo>
                    <a:pt x="1220139" y="4989956"/>
                  </a:lnTo>
                  <a:lnTo>
                    <a:pt x="1220265" y="4989956"/>
                  </a:lnTo>
                  <a:lnTo>
                    <a:pt x="1220391" y="4989956"/>
                  </a:lnTo>
                  <a:lnTo>
                    <a:pt x="1220391" y="4985045"/>
                  </a:lnTo>
                  <a:lnTo>
                    <a:pt x="1220517" y="4985045"/>
                  </a:lnTo>
                  <a:lnTo>
                    <a:pt x="1220644" y="4985045"/>
                  </a:lnTo>
                  <a:lnTo>
                    <a:pt x="1220770" y="4985045"/>
                  </a:lnTo>
                  <a:lnTo>
                    <a:pt x="1220896" y="4985045"/>
                  </a:lnTo>
                  <a:lnTo>
                    <a:pt x="1221022" y="4985045"/>
                  </a:lnTo>
                  <a:lnTo>
                    <a:pt x="1221149" y="4985045"/>
                  </a:lnTo>
                  <a:lnTo>
                    <a:pt x="1221275" y="4985045"/>
                  </a:lnTo>
                  <a:lnTo>
                    <a:pt x="1221401" y="4985045"/>
                  </a:lnTo>
                  <a:lnTo>
                    <a:pt x="1221527" y="4985045"/>
                  </a:lnTo>
                  <a:lnTo>
                    <a:pt x="1221654" y="4985045"/>
                  </a:lnTo>
                  <a:lnTo>
                    <a:pt x="1221780" y="4985045"/>
                  </a:lnTo>
                  <a:lnTo>
                    <a:pt x="1221906" y="4985045"/>
                  </a:lnTo>
                  <a:lnTo>
                    <a:pt x="1222033" y="4985045"/>
                  </a:lnTo>
                  <a:lnTo>
                    <a:pt x="1222159" y="4985045"/>
                  </a:lnTo>
                  <a:lnTo>
                    <a:pt x="1222285" y="4985045"/>
                  </a:lnTo>
                  <a:lnTo>
                    <a:pt x="1222411" y="4985045"/>
                  </a:lnTo>
                  <a:lnTo>
                    <a:pt x="1222538" y="4985045"/>
                  </a:lnTo>
                  <a:lnTo>
                    <a:pt x="1222664" y="4985045"/>
                  </a:lnTo>
                  <a:lnTo>
                    <a:pt x="1222790" y="4985045"/>
                  </a:lnTo>
                  <a:lnTo>
                    <a:pt x="1222916" y="4985045"/>
                  </a:lnTo>
                  <a:lnTo>
                    <a:pt x="1223043" y="4985045"/>
                  </a:lnTo>
                  <a:lnTo>
                    <a:pt x="1223169" y="4985045"/>
                  </a:lnTo>
                  <a:lnTo>
                    <a:pt x="1223295" y="4985045"/>
                  </a:lnTo>
                  <a:lnTo>
                    <a:pt x="1223421" y="4985045"/>
                  </a:lnTo>
                  <a:lnTo>
                    <a:pt x="1223548" y="4985045"/>
                  </a:lnTo>
                  <a:lnTo>
                    <a:pt x="1223674" y="4985045"/>
                  </a:lnTo>
                  <a:lnTo>
                    <a:pt x="1223800" y="4985045"/>
                  </a:lnTo>
                  <a:lnTo>
                    <a:pt x="1223926" y="4985045"/>
                  </a:lnTo>
                  <a:lnTo>
                    <a:pt x="1224053" y="4985045"/>
                  </a:lnTo>
                  <a:lnTo>
                    <a:pt x="1224179" y="4985045"/>
                  </a:lnTo>
                  <a:lnTo>
                    <a:pt x="1224305" y="4985045"/>
                  </a:lnTo>
                  <a:lnTo>
                    <a:pt x="1224431" y="4985045"/>
                  </a:lnTo>
                  <a:lnTo>
                    <a:pt x="1224558" y="4985045"/>
                  </a:lnTo>
                  <a:lnTo>
                    <a:pt x="1224684" y="4985045"/>
                  </a:lnTo>
                  <a:lnTo>
                    <a:pt x="1224810" y="4985045"/>
                  </a:lnTo>
                  <a:lnTo>
                    <a:pt x="1224936" y="4985045"/>
                  </a:lnTo>
                  <a:lnTo>
                    <a:pt x="1225063" y="4985045"/>
                  </a:lnTo>
                  <a:lnTo>
                    <a:pt x="1225189" y="4985045"/>
                  </a:lnTo>
                  <a:lnTo>
                    <a:pt x="1225315" y="4985045"/>
                  </a:lnTo>
                  <a:lnTo>
                    <a:pt x="1225441" y="4985045"/>
                  </a:lnTo>
                  <a:lnTo>
                    <a:pt x="1225568" y="4985045"/>
                  </a:lnTo>
                  <a:lnTo>
                    <a:pt x="1225694" y="4985045"/>
                  </a:lnTo>
                  <a:lnTo>
                    <a:pt x="1225820" y="4985045"/>
                  </a:lnTo>
                  <a:lnTo>
                    <a:pt x="1225946" y="4985045"/>
                  </a:lnTo>
                  <a:lnTo>
                    <a:pt x="1226073" y="4985045"/>
                  </a:lnTo>
                  <a:lnTo>
                    <a:pt x="1226199" y="4985045"/>
                  </a:lnTo>
                  <a:lnTo>
                    <a:pt x="1226325" y="4985045"/>
                  </a:lnTo>
                  <a:lnTo>
                    <a:pt x="1226451" y="4985045"/>
                  </a:lnTo>
                  <a:lnTo>
                    <a:pt x="1226578" y="4985045"/>
                  </a:lnTo>
                  <a:lnTo>
                    <a:pt x="1226704" y="4985045"/>
                  </a:lnTo>
                  <a:lnTo>
                    <a:pt x="1226830" y="4985045"/>
                  </a:lnTo>
                  <a:lnTo>
                    <a:pt x="1226957" y="4985045"/>
                  </a:lnTo>
                  <a:lnTo>
                    <a:pt x="1227083" y="4985045"/>
                  </a:lnTo>
                  <a:lnTo>
                    <a:pt x="1227209" y="4985045"/>
                  </a:lnTo>
                  <a:lnTo>
                    <a:pt x="1227335" y="4985045"/>
                  </a:lnTo>
                  <a:lnTo>
                    <a:pt x="1227462" y="4985045"/>
                  </a:lnTo>
                  <a:lnTo>
                    <a:pt x="1227588" y="4985045"/>
                  </a:lnTo>
                  <a:lnTo>
                    <a:pt x="1227714" y="4985045"/>
                  </a:lnTo>
                  <a:lnTo>
                    <a:pt x="1227840" y="4985045"/>
                  </a:lnTo>
                  <a:lnTo>
                    <a:pt x="1227967" y="4985045"/>
                  </a:lnTo>
                  <a:lnTo>
                    <a:pt x="1228093" y="4985045"/>
                  </a:lnTo>
                  <a:lnTo>
                    <a:pt x="1228219" y="4985045"/>
                  </a:lnTo>
                  <a:lnTo>
                    <a:pt x="1228345" y="4985045"/>
                  </a:lnTo>
                  <a:lnTo>
                    <a:pt x="1228472" y="4985045"/>
                  </a:lnTo>
                  <a:lnTo>
                    <a:pt x="1228598" y="4985045"/>
                  </a:lnTo>
                  <a:lnTo>
                    <a:pt x="1228724" y="4985045"/>
                  </a:lnTo>
                  <a:lnTo>
                    <a:pt x="1228850" y="4985045"/>
                  </a:lnTo>
                  <a:lnTo>
                    <a:pt x="1228977" y="4985045"/>
                  </a:lnTo>
                  <a:lnTo>
                    <a:pt x="1229103" y="4985045"/>
                  </a:lnTo>
                  <a:lnTo>
                    <a:pt x="1229229" y="4985045"/>
                  </a:lnTo>
                  <a:lnTo>
                    <a:pt x="1229355" y="4985045"/>
                  </a:lnTo>
                  <a:lnTo>
                    <a:pt x="1229482" y="4985045"/>
                  </a:lnTo>
                  <a:lnTo>
                    <a:pt x="1229608" y="4985045"/>
                  </a:lnTo>
                  <a:lnTo>
                    <a:pt x="1229734" y="4985045"/>
                  </a:lnTo>
                  <a:lnTo>
                    <a:pt x="1229860" y="4985045"/>
                  </a:lnTo>
                  <a:lnTo>
                    <a:pt x="1229987" y="4985045"/>
                  </a:lnTo>
                  <a:lnTo>
                    <a:pt x="1230113" y="4985045"/>
                  </a:lnTo>
                  <a:lnTo>
                    <a:pt x="1230239" y="4985045"/>
                  </a:lnTo>
                  <a:lnTo>
                    <a:pt x="1230365" y="4985045"/>
                  </a:lnTo>
                  <a:lnTo>
                    <a:pt x="1230492" y="4985045"/>
                  </a:lnTo>
                  <a:lnTo>
                    <a:pt x="1230618" y="4985045"/>
                  </a:lnTo>
                  <a:lnTo>
                    <a:pt x="1230744" y="4985045"/>
                  </a:lnTo>
                  <a:lnTo>
                    <a:pt x="1230870" y="4985045"/>
                  </a:lnTo>
                  <a:lnTo>
                    <a:pt x="1230997" y="4985045"/>
                  </a:lnTo>
                  <a:lnTo>
                    <a:pt x="1230997" y="4980134"/>
                  </a:lnTo>
                  <a:lnTo>
                    <a:pt x="1231123" y="4980134"/>
                  </a:lnTo>
                  <a:lnTo>
                    <a:pt x="1231249" y="4980134"/>
                  </a:lnTo>
                  <a:lnTo>
                    <a:pt x="1231375" y="4980134"/>
                  </a:lnTo>
                  <a:lnTo>
                    <a:pt x="1231502" y="4980134"/>
                  </a:lnTo>
                  <a:lnTo>
                    <a:pt x="1231628" y="4980134"/>
                  </a:lnTo>
                  <a:lnTo>
                    <a:pt x="1231754" y="4980134"/>
                  </a:lnTo>
                  <a:lnTo>
                    <a:pt x="1231880" y="4980134"/>
                  </a:lnTo>
                  <a:lnTo>
                    <a:pt x="1232007" y="4980134"/>
                  </a:lnTo>
                  <a:lnTo>
                    <a:pt x="1232133" y="4980134"/>
                  </a:lnTo>
                  <a:lnTo>
                    <a:pt x="1232259" y="4980134"/>
                  </a:lnTo>
                  <a:lnTo>
                    <a:pt x="1232386" y="4980134"/>
                  </a:lnTo>
                  <a:lnTo>
                    <a:pt x="1232512" y="4980134"/>
                  </a:lnTo>
                  <a:lnTo>
                    <a:pt x="1232638" y="4980134"/>
                  </a:lnTo>
                  <a:lnTo>
                    <a:pt x="1232764" y="4980134"/>
                  </a:lnTo>
                  <a:lnTo>
                    <a:pt x="1232891" y="4980134"/>
                  </a:lnTo>
                  <a:lnTo>
                    <a:pt x="1232891" y="4975222"/>
                  </a:lnTo>
                  <a:lnTo>
                    <a:pt x="1233017" y="4975222"/>
                  </a:lnTo>
                  <a:lnTo>
                    <a:pt x="1233143" y="4975222"/>
                  </a:lnTo>
                  <a:lnTo>
                    <a:pt x="1233269" y="4975222"/>
                  </a:lnTo>
                  <a:lnTo>
                    <a:pt x="1233396" y="4975222"/>
                  </a:lnTo>
                  <a:lnTo>
                    <a:pt x="1233522" y="4975222"/>
                  </a:lnTo>
                  <a:lnTo>
                    <a:pt x="1233648" y="4975222"/>
                  </a:lnTo>
                  <a:lnTo>
                    <a:pt x="1233774" y="4975222"/>
                  </a:lnTo>
                  <a:lnTo>
                    <a:pt x="1233901" y="4975222"/>
                  </a:lnTo>
                  <a:lnTo>
                    <a:pt x="1234027" y="4975222"/>
                  </a:lnTo>
                  <a:lnTo>
                    <a:pt x="1234153" y="4975222"/>
                  </a:lnTo>
                  <a:lnTo>
                    <a:pt x="1234279" y="4975222"/>
                  </a:lnTo>
                  <a:lnTo>
                    <a:pt x="1234406" y="4975222"/>
                  </a:lnTo>
                  <a:lnTo>
                    <a:pt x="1234532" y="4975222"/>
                  </a:lnTo>
                  <a:lnTo>
                    <a:pt x="1234658" y="4975222"/>
                  </a:lnTo>
                  <a:lnTo>
                    <a:pt x="1234784" y="4975222"/>
                  </a:lnTo>
                  <a:lnTo>
                    <a:pt x="1234911" y="4975222"/>
                  </a:lnTo>
                  <a:lnTo>
                    <a:pt x="1235037" y="4975222"/>
                  </a:lnTo>
                  <a:lnTo>
                    <a:pt x="1235163" y="4975222"/>
                  </a:lnTo>
                  <a:lnTo>
                    <a:pt x="1235289" y="4975222"/>
                  </a:lnTo>
                  <a:lnTo>
                    <a:pt x="1235416" y="4975222"/>
                  </a:lnTo>
                  <a:lnTo>
                    <a:pt x="1235542" y="4975222"/>
                  </a:lnTo>
                  <a:lnTo>
                    <a:pt x="1235668" y="4975222"/>
                  </a:lnTo>
                  <a:lnTo>
                    <a:pt x="1235794" y="4975222"/>
                  </a:lnTo>
                  <a:lnTo>
                    <a:pt x="1235921" y="4975222"/>
                  </a:lnTo>
                  <a:lnTo>
                    <a:pt x="1236047" y="4975222"/>
                  </a:lnTo>
                  <a:lnTo>
                    <a:pt x="1236173" y="4975222"/>
                  </a:lnTo>
                  <a:lnTo>
                    <a:pt x="1236299" y="4975222"/>
                  </a:lnTo>
                  <a:lnTo>
                    <a:pt x="1236426" y="4975222"/>
                  </a:lnTo>
                  <a:lnTo>
                    <a:pt x="1236552" y="4975222"/>
                  </a:lnTo>
                  <a:lnTo>
                    <a:pt x="1236678" y="4975222"/>
                  </a:lnTo>
                  <a:lnTo>
                    <a:pt x="1236804" y="4975222"/>
                  </a:lnTo>
                  <a:lnTo>
                    <a:pt x="1236931" y="4975222"/>
                  </a:lnTo>
                  <a:lnTo>
                    <a:pt x="1237057" y="4975222"/>
                  </a:lnTo>
                  <a:lnTo>
                    <a:pt x="1237183" y="4975222"/>
                  </a:lnTo>
                  <a:lnTo>
                    <a:pt x="1237310" y="4975222"/>
                  </a:lnTo>
                  <a:lnTo>
                    <a:pt x="1237310" y="4970311"/>
                  </a:lnTo>
                  <a:lnTo>
                    <a:pt x="1237436" y="4970311"/>
                  </a:lnTo>
                  <a:lnTo>
                    <a:pt x="1237562" y="4970311"/>
                  </a:lnTo>
                  <a:lnTo>
                    <a:pt x="1237688" y="4970311"/>
                  </a:lnTo>
                  <a:lnTo>
                    <a:pt x="1237815" y="4970311"/>
                  </a:lnTo>
                  <a:lnTo>
                    <a:pt x="1237941" y="4970311"/>
                  </a:lnTo>
                  <a:lnTo>
                    <a:pt x="1238067" y="4970311"/>
                  </a:lnTo>
                  <a:lnTo>
                    <a:pt x="1238193" y="4970311"/>
                  </a:lnTo>
                  <a:lnTo>
                    <a:pt x="1238320" y="4970311"/>
                  </a:lnTo>
                  <a:lnTo>
                    <a:pt x="1238446" y="4970311"/>
                  </a:lnTo>
                  <a:lnTo>
                    <a:pt x="1238572" y="4970311"/>
                  </a:lnTo>
                  <a:lnTo>
                    <a:pt x="1238698" y="4970311"/>
                  </a:lnTo>
                  <a:lnTo>
                    <a:pt x="1238825" y="4970311"/>
                  </a:lnTo>
                  <a:lnTo>
                    <a:pt x="1238951" y="4970311"/>
                  </a:lnTo>
                  <a:lnTo>
                    <a:pt x="1239077" y="4970311"/>
                  </a:lnTo>
                  <a:lnTo>
                    <a:pt x="1239203" y="4970311"/>
                  </a:lnTo>
                  <a:lnTo>
                    <a:pt x="1239330" y="4970311"/>
                  </a:lnTo>
                  <a:lnTo>
                    <a:pt x="1239456" y="4970311"/>
                  </a:lnTo>
                  <a:lnTo>
                    <a:pt x="1239582" y="4970311"/>
                  </a:lnTo>
                  <a:lnTo>
                    <a:pt x="1239708" y="4970311"/>
                  </a:lnTo>
                  <a:lnTo>
                    <a:pt x="1239835" y="4970311"/>
                  </a:lnTo>
                  <a:lnTo>
                    <a:pt x="1239961" y="4970311"/>
                  </a:lnTo>
                  <a:lnTo>
                    <a:pt x="1240087" y="4970311"/>
                  </a:lnTo>
                  <a:lnTo>
                    <a:pt x="1240213" y="4970311"/>
                  </a:lnTo>
                  <a:lnTo>
                    <a:pt x="1240340" y="4970311"/>
                  </a:lnTo>
                  <a:lnTo>
                    <a:pt x="1240466" y="4970311"/>
                  </a:lnTo>
                  <a:lnTo>
                    <a:pt x="1240592" y="4970311"/>
                  </a:lnTo>
                  <a:lnTo>
                    <a:pt x="1240718" y="4970311"/>
                  </a:lnTo>
                  <a:lnTo>
                    <a:pt x="1240845" y="4970311"/>
                  </a:lnTo>
                  <a:lnTo>
                    <a:pt x="1240971" y="4970311"/>
                  </a:lnTo>
                  <a:lnTo>
                    <a:pt x="1241097" y="4970311"/>
                  </a:lnTo>
                  <a:lnTo>
                    <a:pt x="1241223" y="4970311"/>
                  </a:lnTo>
                  <a:lnTo>
                    <a:pt x="1241350" y="4970311"/>
                  </a:lnTo>
                  <a:lnTo>
                    <a:pt x="1241476" y="4970311"/>
                  </a:lnTo>
                  <a:lnTo>
                    <a:pt x="1241602" y="4970311"/>
                  </a:lnTo>
                  <a:lnTo>
                    <a:pt x="1241728" y="4970311"/>
                  </a:lnTo>
                  <a:lnTo>
                    <a:pt x="1241855" y="4970311"/>
                  </a:lnTo>
                  <a:lnTo>
                    <a:pt x="1241981" y="4970311"/>
                  </a:lnTo>
                  <a:lnTo>
                    <a:pt x="1242107" y="4970311"/>
                  </a:lnTo>
                  <a:lnTo>
                    <a:pt x="1242233" y="4970311"/>
                  </a:lnTo>
                  <a:lnTo>
                    <a:pt x="1242360" y="4970311"/>
                  </a:lnTo>
                  <a:lnTo>
                    <a:pt x="1242486" y="4970311"/>
                  </a:lnTo>
                  <a:lnTo>
                    <a:pt x="1242612" y="4970311"/>
                  </a:lnTo>
                  <a:lnTo>
                    <a:pt x="1242739" y="4970311"/>
                  </a:lnTo>
                  <a:lnTo>
                    <a:pt x="1242865" y="4970311"/>
                  </a:lnTo>
                  <a:lnTo>
                    <a:pt x="1242991" y="4970311"/>
                  </a:lnTo>
                  <a:lnTo>
                    <a:pt x="1243117" y="4970311"/>
                  </a:lnTo>
                  <a:lnTo>
                    <a:pt x="1243117" y="4965400"/>
                  </a:lnTo>
                  <a:lnTo>
                    <a:pt x="1243244" y="4965400"/>
                  </a:lnTo>
                  <a:lnTo>
                    <a:pt x="1243370" y="4965400"/>
                  </a:lnTo>
                  <a:lnTo>
                    <a:pt x="1243496" y="4965400"/>
                  </a:lnTo>
                  <a:lnTo>
                    <a:pt x="1243622" y="4965400"/>
                  </a:lnTo>
                  <a:lnTo>
                    <a:pt x="1243749" y="4965400"/>
                  </a:lnTo>
                  <a:lnTo>
                    <a:pt x="1243875" y="4965400"/>
                  </a:lnTo>
                  <a:lnTo>
                    <a:pt x="1244001" y="4965400"/>
                  </a:lnTo>
                  <a:lnTo>
                    <a:pt x="1244127" y="4965400"/>
                  </a:lnTo>
                  <a:lnTo>
                    <a:pt x="1244254" y="4965400"/>
                  </a:lnTo>
                  <a:lnTo>
                    <a:pt x="1244380" y="4965400"/>
                  </a:lnTo>
                  <a:lnTo>
                    <a:pt x="1244506" y="4965400"/>
                  </a:lnTo>
                  <a:lnTo>
                    <a:pt x="1244632" y="4965400"/>
                  </a:lnTo>
                  <a:lnTo>
                    <a:pt x="1244759" y="4965400"/>
                  </a:lnTo>
                  <a:lnTo>
                    <a:pt x="1244885" y="4965400"/>
                  </a:lnTo>
                  <a:lnTo>
                    <a:pt x="1245011" y="4965400"/>
                  </a:lnTo>
                  <a:lnTo>
                    <a:pt x="1245137" y="4965400"/>
                  </a:lnTo>
                  <a:lnTo>
                    <a:pt x="1245264" y="4965400"/>
                  </a:lnTo>
                  <a:lnTo>
                    <a:pt x="1245390" y="4965400"/>
                  </a:lnTo>
                  <a:lnTo>
                    <a:pt x="1245516" y="4965400"/>
                  </a:lnTo>
                  <a:lnTo>
                    <a:pt x="1245642" y="4965400"/>
                  </a:lnTo>
                  <a:lnTo>
                    <a:pt x="1245769" y="4965400"/>
                  </a:lnTo>
                  <a:lnTo>
                    <a:pt x="1245895" y="4965400"/>
                  </a:lnTo>
                  <a:lnTo>
                    <a:pt x="1246021" y="4965400"/>
                  </a:lnTo>
                  <a:lnTo>
                    <a:pt x="1246147" y="4965400"/>
                  </a:lnTo>
                  <a:lnTo>
                    <a:pt x="1246274" y="4965400"/>
                  </a:lnTo>
                  <a:lnTo>
                    <a:pt x="1246400" y="4965400"/>
                  </a:lnTo>
                  <a:lnTo>
                    <a:pt x="1246526" y="4965400"/>
                  </a:lnTo>
                  <a:lnTo>
                    <a:pt x="1246652" y="4965400"/>
                  </a:lnTo>
                  <a:lnTo>
                    <a:pt x="1246779" y="4965400"/>
                  </a:lnTo>
                  <a:lnTo>
                    <a:pt x="1246905" y="4965400"/>
                  </a:lnTo>
                  <a:lnTo>
                    <a:pt x="1247031" y="4965400"/>
                  </a:lnTo>
                  <a:lnTo>
                    <a:pt x="1247157" y="4965400"/>
                  </a:lnTo>
                  <a:lnTo>
                    <a:pt x="1247284" y="4965400"/>
                  </a:lnTo>
                  <a:lnTo>
                    <a:pt x="1247410" y="4965400"/>
                  </a:lnTo>
                  <a:lnTo>
                    <a:pt x="1247536" y="4965400"/>
                  </a:lnTo>
                  <a:lnTo>
                    <a:pt x="1247663" y="4965400"/>
                  </a:lnTo>
                  <a:lnTo>
                    <a:pt x="1247789" y="4965400"/>
                  </a:lnTo>
                  <a:lnTo>
                    <a:pt x="1247915" y="4965400"/>
                  </a:lnTo>
                  <a:lnTo>
                    <a:pt x="1248041" y="4965400"/>
                  </a:lnTo>
                  <a:lnTo>
                    <a:pt x="1248168" y="4965400"/>
                  </a:lnTo>
                  <a:lnTo>
                    <a:pt x="1248294" y="4965400"/>
                  </a:lnTo>
                  <a:lnTo>
                    <a:pt x="1248420" y="4965400"/>
                  </a:lnTo>
                  <a:lnTo>
                    <a:pt x="1248546" y="4965400"/>
                  </a:lnTo>
                  <a:lnTo>
                    <a:pt x="1248673" y="4965400"/>
                  </a:lnTo>
                  <a:lnTo>
                    <a:pt x="1248799" y="4965400"/>
                  </a:lnTo>
                  <a:lnTo>
                    <a:pt x="1248925" y="4965400"/>
                  </a:lnTo>
                  <a:lnTo>
                    <a:pt x="1249051" y="4965400"/>
                  </a:lnTo>
                  <a:lnTo>
                    <a:pt x="1249178" y="4965400"/>
                  </a:lnTo>
                  <a:lnTo>
                    <a:pt x="1249304" y="4965400"/>
                  </a:lnTo>
                  <a:lnTo>
                    <a:pt x="1249430" y="4965400"/>
                  </a:lnTo>
                  <a:lnTo>
                    <a:pt x="1249556" y="4965400"/>
                  </a:lnTo>
                  <a:lnTo>
                    <a:pt x="1249683" y="4965400"/>
                  </a:lnTo>
                  <a:lnTo>
                    <a:pt x="1249809" y="4965400"/>
                  </a:lnTo>
                  <a:lnTo>
                    <a:pt x="1249935" y="4965400"/>
                  </a:lnTo>
                  <a:lnTo>
                    <a:pt x="1250061" y="4965400"/>
                  </a:lnTo>
                  <a:lnTo>
                    <a:pt x="1250188" y="4965400"/>
                  </a:lnTo>
                  <a:lnTo>
                    <a:pt x="1250314" y="4965400"/>
                  </a:lnTo>
                  <a:lnTo>
                    <a:pt x="1250440" y="4965400"/>
                  </a:lnTo>
                  <a:lnTo>
                    <a:pt x="1250566" y="4965400"/>
                  </a:lnTo>
                  <a:lnTo>
                    <a:pt x="1250693" y="4965400"/>
                  </a:lnTo>
                  <a:lnTo>
                    <a:pt x="1250819" y="4965400"/>
                  </a:lnTo>
                  <a:lnTo>
                    <a:pt x="1250945" y="4965400"/>
                  </a:lnTo>
                  <a:lnTo>
                    <a:pt x="1251071" y="4965400"/>
                  </a:lnTo>
                  <a:lnTo>
                    <a:pt x="1251198" y="4965400"/>
                  </a:lnTo>
                  <a:lnTo>
                    <a:pt x="1251324" y="4965400"/>
                  </a:lnTo>
                  <a:lnTo>
                    <a:pt x="1251450" y="4965400"/>
                  </a:lnTo>
                  <a:lnTo>
                    <a:pt x="1251576" y="4965400"/>
                  </a:lnTo>
                  <a:lnTo>
                    <a:pt x="1251703" y="4965400"/>
                  </a:lnTo>
                  <a:lnTo>
                    <a:pt x="1251829" y="4965400"/>
                  </a:lnTo>
                  <a:lnTo>
                    <a:pt x="1251955" y="4965400"/>
                  </a:lnTo>
                  <a:lnTo>
                    <a:pt x="1252081" y="4965400"/>
                  </a:lnTo>
                  <a:lnTo>
                    <a:pt x="1252208" y="4965400"/>
                  </a:lnTo>
                  <a:lnTo>
                    <a:pt x="1252334" y="4965400"/>
                  </a:lnTo>
                  <a:lnTo>
                    <a:pt x="1252460" y="4965400"/>
                  </a:lnTo>
                  <a:lnTo>
                    <a:pt x="1252460" y="4960488"/>
                  </a:lnTo>
                  <a:lnTo>
                    <a:pt x="1252587" y="4960488"/>
                  </a:lnTo>
                  <a:lnTo>
                    <a:pt x="1252713" y="4960488"/>
                  </a:lnTo>
                  <a:lnTo>
                    <a:pt x="1252839" y="4960488"/>
                  </a:lnTo>
                  <a:lnTo>
                    <a:pt x="1252965" y="4960488"/>
                  </a:lnTo>
                  <a:lnTo>
                    <a:pt x="1253092" y="4960488"/>
                  </a:lnTo>
                  <a:lnTo>
                    <a:pt x="1253218" y="4960488"/>
                  </a:lnTo>
                  <a:lnTo>
                    <a:pt x="1253344" y="4960488"/>
                  </a:lnTo>
                  <a:lnTo>
                    <a:pt x="1253470" y="4960488"/>
                  </a:lnTo>
                  <a:lnTo>
                    <a:pt x="1253597" y="4960488"/>
                  </a:lnTo>
                  <a:lnTo>
                    <a:pt x="1253723" y="4960488"/>
                  </a:lnTo>
                  <a:lnTo>
                    <a:pt x="1253849" y="4960488"/>
                  </a:lnTo>
                  <a:lnTo>
                    <a:pt x="1253975" y="4960488"/>
                  </a:lnTo>
                  <a:lnTo>
                    <a:pt x="1254102" y="4960488"/>
                  </a:lnTo>
                  <a:lnTo>
                    <a:pt x="1254228" y="4960488"/>
                  </a:lnTo>
                  <a:lnTo>
                    <a:pt x="1254354" y="4960488"/>
                  </a:lnTo>
                  <a:lnTo>
                    <a:pt x="1254480" y="4960488"/>
                  </a:lnTo>
                  <a:lnTo>
                    <a:pt x="1254607" y="4960488"/>
                  </a:lnTo>
                  <a:lnTo>
                    <a:pt x="1254733" y="4960488"/>
                  </a:lnTo>
                  <a:lnTo>
                    <a:pt x="1254859" y="4960488"/>
                  </a:lnTo>
                  <a:lnTo>
                    <a:pt x="1254985" y="4960488"/>
                  </a:lnTo>
                  <a:lnTo>
                    <a:pt x="1255112" y="4960488"/>
                  </a:lnTo>
                  <a:lnTo>
                    <a:pt x="1255238" y="4960488"/>
                  </a:lnTo>
                  <a:lnTo>
                    <a:pt x="1255364" y="4960488"/>
                  </a:lnTo>
                  <a:lnTo>
                    <a:pt x="1255490" y="4960488"/>
                  </a:lnTo>
                  <a:lnTo>
                    <a:pt x="1255617" y="4960488"/>
                  </a:lnTo>
                  <a:lnTo>
                    <a:pt x="1255743" y="4960488"/>
                  </a:lnTo>
                  <a:lnTo>
                    <a:pt x="1255869" y="4960488"/>
                  </a:lnTo>
                  <a:lnTo>
                    <a:pt x="1255995" y="4960488"/>
                  </a:lnTo>
                  <a:lnTo>
                    <a:pt x="1256122" y="4960488"/>
                  </a:lnTo>
                  <a:lnTo>
                    <a:pt x="1256248" y="4960488"/>
                  </a:lnTo>
                  <a:lnTo>
                    <a:pt x="1256374" y="4960488"/>
                  </a:lnTo>
                  <a:lnTo>
                    <a:pt x="1256500" y="4960488"/>
                  </a:lnTo>
                  <a:lnTo>
                    <a:pt x="1256627" y="4960488"/>
                  </a:lnTo>
                  <a:lnTo>
                    <a:pt x="1256753" y="4960488"/>
                  </a:lnTo>
                  <a:lnTo>
                    <a:pt x="1256879" y="4960488"/>
                  </a:lnTo>
                  <a:lnTo>
                    <a:pt x="1257005" y="4960488"/>
                  </a:lnTo>
                  <a:lnTo>
                    <a:pt x="1257132" y="4960488"/>
                  </a:lnTo>
                  <a:lnTo>
                    <a:pt x="1257258" y="4960488"/>
                  </a:lnTo>
                  <a:lnTo>
                    <a:pt x="1257384" y="4960488"/>
                  </a:lnTo>
                  <a:lnTo>
                    <a:pt x="1257510" y="4960488"/>
                  </a:lnTo>
                  <a:lnTo>
                    <a:pt x="1257637" y="4960488"/>
                  </a:lnTo>
                  <a:lnTo>
                    <a:pt x="1257763" y="4960488"/>
                  </a:lnTo>
                  <a:lnTo>
                    <a:pt x="1257889" y="4960488"/>
                  </a:lnTo>
                  <a:lnTo>
                    <a:pt x="1258016" y="4960488"/>
                  </a:lnTo>
                  <a:lnTo>
                    <a:pt x="1258142" y="4960488"/>
                  </a:lnTo>
                  <a:lnTo>
                    <a:pt x="1258268" y="4960488"/>
                  </a:lnTo>
                  <a:lnTo>
                    <a:pt x="1258394" y="4960488"/>
                  </a:lnTo>
                  <a:lnTo>
                    <a:pt x="1258521" y="4960488"/>
                  </a:lnTo>
                  <a:lnTo>
                    <a:pt x="1258647" y="4960488"/>
                  </a:lnTo>
                  <a:lnTo>
                    <a:pt x="1258773" y="4960488"/>
                  </a:lnTo>
                  <a:lnTo>
                    <a:pt x="1258899" y="4960488"/>
                  </a:lnTo>
                  <a:lnTo>
                    <a:pt x="1259026" y="4960488"/>
                  </a:lnTo>
                  <a:lnTo>
                    <a:pt x="1259026" y="4955577"/>
                  </a:lnTo>
                  <a:lnTo>
                    <a:pt x="1259152" y="4955577"/>
                  </a:lnTo>
                  <a:lnTo>
                    <a:pt x="1259278" y="4955577"/>
                  </a:lnTo>
                  <a:lnTo>
                    <a:pt x="1259404" y="4955577"/>
                  </a:lnTo>
                  <a:lnTo>
                    <a:pt x="1259531" y="4955577"/>
                  </a:lnTo>
                  <a:lnTo>
                    <a:pt x="1259657" y="4955577"/>
                  </a:lnTo>
                  <a:lnTo>
                    <a:pt x="1259783" y="4955577"/>
                  </a:lnTo>
                  <a:lnTo>
                    <a:pt x="1259909" y="4955577"/>
                  </a:lnTo>
                  <a:lnTo>
                    <a:pt x="1260036" y="4955577"/>
                  </a:lnTo>
                  <a:lnTo>
                    <a:pt x="1260162" y="4955577"/>
                  </a:lnTo>
                  <a:lnTo>
                    <a:pt x="1260288" y="4955577"/>
                  </a:lnTo>
                  <a:lnTo>
                    <a:pt x="1260414" y="4955577"/>
                  </a:lnTo>
                  <a:lnTo>
                    <a:pt x="1260541" y="4955577"/>
                  </a:lnTo>
                  <a:lnTo>
                    <a:pt x="1260667" y="4955577"/>
                  </a:lnTo>
                  <a:lnTo>
                    <a:pt x="1260793" y="4955577"/>
                  </a:lnTo>
                  <a:lnTo>
                    <a:pt x="1260919" y="4955577"/>
                  </a:lnTo>
                  <a:lnTo>
                    <a:pt x="1260919" y="4950665"/>
                  </a:lnTo>
                  <a:lnTo>
                    <a:pt x="1261046" y="4950665"/>
                  </a:lnTo>
                  <a:lnTo>
                    <a:pt x="1261172" y="4950665"/>
                  </a:lnTo>
                  <a:lnTo>
                    <a:pt x="1261298" y="4950665"/>
                  </a:lnTo>
                  <a:lnTo>
                    <a:pt x="1261424" y="4950665"/>
                  </a:lnTo>
                  <a:lnTo>
                    <a:pt x="1261551" y="4950665"/>
                  </a:lnTo>
                  <a:lnTo>
                    <a:pt x="1261677" y="4950665"/>
                  </a:lnTo>
                  <a:lnTo>
                    <a:pt x="1261803" y="4950665"/>
                  </a:lnTo>
                  <a:lnTo>
                    <a:pt x="1261929" y="4950665"/>
                  </a:lnTo>
                  <a:lnTo>
                    <a:pt x="1262056" y="4950665"/>
                  </a:lnTo>
                  <a:lnTo>
                    <a:pt x="1262182" y="4950665"/>
                  </a:lnTo>
                  <a:lnTo>
                    <a:pt x="1262308" y="4950665"/>
                  </a:lnTo>
                  <a:lnTo>
                    <a:pt x="1262434" y="4950665"/>
                  </a:lnTo>
                  <a:lnTo>
                    <a:pt x="1262561" y="4950665"/>
                  </a:lnTo>
                  <a:lnTo>
                    <a:pt x="1262687" y="4950665"/>
                  </a:lnTo>
                  <a:lnTo>
                    <a:pt x="1262813" y="4950665"/>
                  </a:lnTo>
                  <a:lnTo>
                    <a:pt x="1262940" y="4950665"/>
                  </a:lnTo>
                  <a:lnTo>
                    <a:pt x="1263066" y="4950665"/>
                  </a:lnTo>
                  <a:lnTo>
                    <a:pt x="1263192" y="4950665"/>
                  </a:lnTo>
                  <a:lnTo>
                    <a:pt x="1263318" y="4950665"/>
                  </a:lnTo>
                  <a:lnTo>
                    <a:pt x="1263445" y="4950665"/>
                  </a:lnTo>
                  <a:lnTo>
                    <a:pt x="1263571" y="4950665"/>
                  </a:lnTo>
                  <a:lnTo>
                    <a:pt x="1263697" y="4950665"/>
                  </a:lnTo>
                  <a:lnTo>
                    <a:pt x="1263823" y="4950665"/>
                  </a:lnTo>
                  <a:lnTo>
                    <a:pt x="1263950" y="4950665"/>
                  </a:lnTo>
                  <a:lnTo>
                    <a:pt x="1264076" y="4950665"/>
                  </a:lnTo>
                  <a:lnTo>
                    <a:pt x="1264202" y="4950665"/>
                  </a:lnTo>
                  <a:lnTo>
                    <a:pt x="1264328" y="4950665"/>
                  </a:lnTo>
                  <a:lnTo>
                    <a:pt x="1264455" y="4950665"/>
                  </a:lnTo>
                  <a:lnTo>
                    <a:pt x="1264581" y="4950665"/>
                  </a:lnTo>
                  <a:lnTo>
                    <a:pt x="1264707" y="4950665"/>
                  </a:lnTo>
                  <a:lnTo>
                    <a:pt x="1264833" y="4950665"/>
                  </a:lnTo>
                  <a:lnTo>
                    <a:pt x="1264960" y="4950665"/>
                  </a:lnTo>
                  <a:lnTo>
                    <a:pt x="1265086" y="4950665"/>
                  </a:lnTo>
                  <a:lnTo>
                    <a:pt x="1265212" y="4950665"/>
                  </a:lnTo>
                  <a:lnTo>
                    <a:pt x="1265338" y="4950665"/>
                  </a:lnTo>
                  <a:lnTo>
                    <a:pt x="1265465" y="4950665"/>
                  </a:lnTo>
                  <a:lnTo>
                    <a:pt x="1265591" y="4950665"/>
                  </a:lnTo>
                  <a:lnTo>
                    <a:pt x="1265717" y="4950665"/>
                  </a:lnTo>
                  <a:lnTo>
                    <a:pt x="1265843" y="4950665"/>
                  </a:lnTo>
                  <a:lnTo>
                    <a:pt x="1265970" y="4950665"/>
                  </a:lnTo>
                  <a:lnTo>
                    <a:pt x="1266096" y="4950665"/>
                  </a:lnTo>
                  <a:lnTo>
                    <a:pt x="1266222" y="4950665"/>
                  </a:lnTo>
                  <a:lnTo>
                    <a:pt x="1266348" y="4950665"/>
                  </a:lnTo>
                  <a:lnTo>
                    <a:pt x="1266475" y="4950665"/>
                  </a:lnTo>
                  <a:lnTo>
                    <a:pt x="1266601" y="4950665"/>
                  </a:lnTo>
                  <a:lnTo>
                    <a:pt x="1266727" y="4950665"/>
                  </a:lnTo>
                  <a:lnTo>
                    <a:pt x="1266853" y="4950665"/>
                  </a:lnTo>
                  <a:lnTo>
                    <a:pt x="1266980" y="4950665"/>
                  </a:lnTo>
                  <a:lnTo>
                    <a:pt x="1267106" y="4950665"/>
                  </a:lnTo>
                  <a:lnTo>
                    <a:pt x="1267232" y="4950665"/>
                  </a:lnTo>
                  <a:lnTo>
                    <a:pt x="1267358" y="4950665"/>
                  </a:lnTo>
                  <a:lnTo>
                    <a:pt x="1267485" y="4950665"/>
                  </a:lnTo>
                  <a:lnTo>
                    <a:pt x="1267611" y="4950665"/>
                  </a:lnTo>
                  <a:lnTo>
                    <a:pt x="1267737" y="4950665"/>
                  </a:lnTo>
                  <a:lnTo>
                    <a:pt x="1267863" y="4950665"/>
                  </a:lnTo>
                  <a:lnTo>
                    <a:pt x="1267863" y="4945754"/>
                  </a:lnTo>
                  <a:lnTo>
                    <a:pt x="1267990" y="4945754"/>
                  </a:lnTo>
                  <a:lnTo>
                    <a:pt x="1268116" y="4945754"/>
                  </a:lnTo>
                  <a:lnTo>
                    <a:pt x="1268242" y="4945754"/>
                  </a:lnTo>
                  <a:lnTo>
                    <a:pt x="1268369" y="4945754"/>
                  </a:lnTo>
                  <a:lnTo>
                    <a:pt x="1268495" y="4945754"/>
                  </a:lnTo>
                  <a:lnTo>
                    <a:pt x="1268621" y="4945754"/>
                  </a:lnTo>
                  <a:lnTo>
                    <a:pt x="1268747" y="4945754"/>
                  </a:lnTo>
                  <a:lnTo>
                    <a:pt x="1268874" y="4945754"/>
                  </a:lnTo>
                  <a:lnTo>
                    <a:pt x="1268874" y="4940843"/>
                  </a:lnTo>
                  <a:lnTo>
                    <a:pt x="1269000" y="4940843"/>
                  </a:lnTo>
                  <a:lnTo>
                    <a:pt x="1269126" y="4940843"/>
                  </a:lnTo>
                  <a:lnTo>
                    <a:pt x="1269252" y="4940843"/>
                  </a:lnTo>
                  <a:lnTo>
                    <a:pt x="1269379" y="4940843"/>
                  </a:lnTo>
                  <a:lnTo>
                    <a:pt x="1269505" y="4940843"/>
                  </a:lnTo>
                  <a:lnTo>
                    <a:pt x="1269631" y="4940843"/>
                  </a:lnTo>
                  <a:lnTo>
                    <a:pt x="1269757" y="4940843"/>
                  </a:lnTo>
                  <a:lnTo>
                    <a:pt x="1269884" y="4940843"/>
                  </a:lnTo>
                  <a:lnTo>
                    <a:pt x="1270010" y="4940843"/>
                  </a:lnTo>
                  <a:lnTo>
                    <a:pt x="1270136" y="4940843"/>
                  </a:lnTo>
                  <a:lnTo>
                    <a:pt x="1270262" y="4940843"/>
                  </a:lnTo>
                  <a:lnTo>
                    <a:pt x="1270389" y="4940843"/>
                  </a:lnTo>
                  <a:lnTo>
                    <a:pt x="1270515" y="4940843"/>
                  </a:lnTo>
                  <a:lnTo>
                    <a:pt x="1270641" y="4940843"/>
                  </a:lnTo>
                  <a:lnTo>
                    <a:pt x="1270767" y="4940843"/>
                  </a:lnTo>
                  <a:lnTo>
                    <a:pt x="1270894" y="4940843"/>
                  </a:lnTo>
                  <a:lnTo>
                    <a:pt x="1271020" y="4940843"/>
                  </a:lnTo>
                  <a:lnTo>
                    <a:pt x="1271146" y="4940843"/>
                  </a:lnTo>
                  <a:lnTo>
                    <a:pt x="1271272" y="4940843"/>
                  </a:lnTo>
                  <a:lnTo>
                    <a:pt x="1271399" y="4940843"/>
                  </a:lnTo>
                  <a:lnTo>
                    <a:pt x="1271525" y="4940843"/>
                  </a:lnTo>
                  <a:lnTo>
                    <a:pt x="1271651" y="4940843"/>
                  </a:lnTo>
                  <a:lnTo>
                    <a:pt x="1271777" y="4940843"/>
                  </a:lnTo>
                  <a:lnTo>
                    <a:pt x="1271904" y="4940843"/>
                  </a:lnTo>
                  <a:lnTo>
                    <a:pt x="1272030" y="4940843"/>
                  </a:lnTo>
                  <a:lnTo>
                    <a:pt x="1272156" y="4940843"/>
                  </a:lnTo>
                  <a:lnTo>
                    <a:pt x="1272282" y="4940843"/>
                  </a:lnTo>
                  <a:lnTo>
                    <a:pt x="1272409" y="4940843"/>
                  </a:lnTo>
                  <a:lnTo>
                    <a:pt x="1272535" y="4940843"/>
                  </a:lnTo>
                  <a:lnTo>
                    <a:pt x="1272661" y="4940843"/>
                  </a:lnTo>
                  <a:lnTo>
                    <a:pt x="1272787" y="4940843"/>
                  </a:lnTo>
                  <a:lnTo>
                    <a:pt x="1272914" y="4940843"/>
                  </a:lnTo>
                  <a:lnTo>
                    <a:pt x="1273040" y="4940843"/>
                  </a:lnTo>
                  <a:lnTo>
                    <a:pt x="1273166" y="4940843"/>
                  </a:lnTo>
                  <a:lnTo>
                    <a:pt x="1273293" y="4940843"/>
                  </a:lnTo>
                  <a:lnTo>
                    <a:pt x="1273419" y="4940843"/>
                  </a:lnTo>
                  <a:lnTo>
                    <a:pt x="1273545" y="4940843"/>
                  </a:lnTo>
                  <a:lnTo>
                    <a:pt x="1273671" y="4940843"/>
                  </a:lnTo>
                  <a:lnTo>
                    <a:pt x="1273798" y="4940843"/>
                  </a:lnTo>
                  <a:lnTo>
                    <a:pt x="1273924" y="4940843"/>
                  </a:lnTo>
                  <a:lnTo>
                    <a:pt x="1274050" y="4940843"/>
                  </a:lnTo>
                  <a:lnTo>
                    <a:pt x="1274176" y="4940843"/>
                  </a:lnTo>
                  <a:lnTo>
                    <a:pt x="1274303" y="4940843"/>
                  </a:lnTo>
                  <a:lnTo>
                    <a:pt x="1274429" y="4940843"/>
                  </a:lnTo>
                  <a:lnTo>
                    <a:pt x="1274429" y="4935931"/>
                  </a:lnTo>
                  <a:lnTo>
                    <a:pt x="1274555" y="4935931"/>
                  </a:lnTo>
                  <a:lnTo>
                    <a:pt x="1274681" y="4935931"/>
                  </a:lnTo>
                  <a:lnTo>
                    <a:pt x="1274808" y="4935931"/>
                  </a:lnTo>
                  <a:lnTo>
                    <a:pt x="1274934" y="4935931"/>
                  </a:lnTo>
                  <a:lnTo>
                    <a:pt x="1275060" y="4935931"/>
                  </a:lnTo>
                  <a:lnTo>
                    <a:pt x="1275186" y="4935931"/>
                  </a:lnTo>
                  <a:lnTo>
                    <a:pt x="1275313" y="4935931"/>
                  </a:lnTo>
                  <a:lnTo>
                    <a:pt x="1275439" y="4935931"/>
                  </a:lnTo>
                  <a:lnTo>
                    <a:pt x="1275565" y="4935931"/>
                  </a:lnTo>
                  <a:lnTo>
                    <a:pt x="1275691" y="4935931"/>
                  </a:lnTo>
                  <a:lnTo>
                    <a:pt x="1275818" y="4935931"/>
                  </a:lnTo>
                  <a:lnTo>
                    <a:pt x="1275944" y="4935931"/>
                  </a:lnTo>
                  <a:lnTo>
                    <a:pt x="1276070" y="4935931"/>
                  </a:lnTo>
                  <a:lnTo>
                    <a:pt x="1276196" y="4935931"/>
                  </a:lnTo>
                  <a:lnTo>
                    <a:pt x="1276323" y="4935931"/>
                  </a:lnTo>
                  <a:lnTo>
                    <a:pt x="1276449" y="4935931"/>
                  </a:lnTo>
                  <a:lnTo>
                    <a:pt x="1276575" y="4935931"/>
                  </a:lnTo>
                  <a:lnTo>
                    <a:pt x="1276701" y="4935931"/>
                  </a:lnTo>
                  <a:lnTo>
                    <a:pt x="1276828" y="4935931"/>
                  </a:lnTo>
                  <a:lnTo>
                    <a:pt x="1276954" y="4935931"/>
                  </a:lnTo>
                  <a:lnTo>
                    <a:pt x="1277080" y="4935931"/>
                  </a:lnTo>
                  <a:lnTo>
                    <a:pt x="1277206" y="4935931"/>
                  </a:lnTo>
                  <a:lnTo>
                    <a:pt x="1277333" y="4935931"/>
                  </a:lnTo>
                  <a:lnTo>
                    <a:pt x="1277459" y="4935931"/>
                  </a:lnTo>
                  <a:lnTo>
                    <a:pt x="1277585" y="4935931"/>
                  </a:lnTo>
                  <a:lnTo>
                    <a:pt x="1277711" y="4935931"/>
                  </a:lnTo>
                  <a:lnTo>
                    <a:pt x="1277838" y="4935931"/>
                  </a:lnTo>
                  <a:lnTo>
                    <a:pt x="1277964" y="4935931"/>
                  </a:lnTo>
                  <a:lnTo>
                    <a:pt x="1278090" y="4935931"/>
                  </a:lnTo>
                  <a:lnTo>
                    <a:pt x="1278216" y="4935931"/>
                  </a:lnTo>
                  <a:lnTo>
                    <a:pt x="1278343" y="4935931"/>
                  </a:lnTo>
                  <a:lnTo>
                    <a:pt x="1278469" y="4935931"/>
                  </a:lnTo>
                  <a:lnTo>
                    <a:pt x="1278595" y="4935931"/>
                  </a:lnTo>
                  <a:lnTo>
                    <a:pt x="1278722" y="4935931"/>
                  </a:lnTo>
                  <a:lnTo>
                    <a:pt x="1278848" y="4935931"/>
                  </a:lnTo>
                  <a:lnTo>
                    <a:pt x="1278974" y="4935931"/>
                  </a:lnTo>
                  <a:lnTo>
                    <a:pt x="1279100" y="4935931"/>
                  </a:lnTo>
                  <a:lnTo>
                    <a:pt x="1279227" y="4935931"/>
                  </a:lnTo>
                  <a:lnTo>
                    <a:pt x="1279353" y="4935931"/>
                  </a:lnTo>
                  <a:lnTo>
                    <a:pt x="1279479" y="4935931"/>
                  </a:lnTo>
                  <a:lnTo>
                    <a:pt x="1279605" y="4935931"/>
                  </a:lnTo>
                  <a:lnTo>
                    <a:pt x="1279732" y="4935931"/>
                  </a:lnTo>
                  <a:lnTo>
                    <a:pt x="1279858" y="4935931"/>
                  </a:lnTo>
                  <a:lnTo>
                    <a:pt x="1279984" y="4935931"/>
                  </a:lnTo>
                  <a:lnTo>
                    <a:pt x="1280110" y="4935931"/>
                  </a:lnTo>
                  <a:lnTo>
                    <a:pt x="1280237" y="4935931"/>
                  </a:lnTo>
                  <a:lnTo>
                    <a:pt x="1280363" y="4935931"/>
                  </a:lnTo>
                  <a:lnTo>
                    <a:pt x="1280489" y="4935931"/>
                  </a:lnTo>
                  <a:lnTo>
                    <a:pt x="1280489" y="4931020"/>
                  </a:lnTo>
                  <a:lnTo>
                    <a:pt x="1280615" y="4931020"/>
                  </a:lnTo>
                  <a:lnTo>
                    <a:pt x="1280742" y="4931020"/>
                  </a:lnTo>
                  <a:lnTo>
                    <a:pt x="1280868" y="4931020"/>
                  </a:lnTo>
                  <a:lnTo>
                    <a:pt x="1280994" y="4931020"/>
                  </a:lnTo>
                  <a:lnTo>
                    <a:pt x="1281120" y="4931020"/>
                  </a:lnTo>
                  <a:lnTo>
                    <a:pt x="1281247" y="4931020"/>
                  </a:lnTo>
                  <a:lnTo>
                    <a:pt x="1281373" y="4931020"/>
                  </a:lnTo>
                  <a:lnTo>
                    <a:pt x="1281499" y="4931020"/>
                  </a:lnTo>
                  <a:lnTo>
                    <a:pt x="1281625" y="4931020"/>
                  </a:lnTo>
                  <a:lnTo>
                    <a:pt x="1281752" y="4931020"/>
                  </a:lnTo>
                  <a:lnTo>
                    <a:pt x="1281878" y="4931020"/>
                  </a:lnTo>
                  <a:lnTo>
                    <a:pt x="1282004" y="4931020"/>
                  </a:lnTo>
                  <a:lnTo>
                    <a:pt x="1282130" y="4931020"/>
                  </a:lnTo>
                  <a:lnTo>
                    <a:pt x="1282257" y="4931020"/>
                  </a:lnTo>
                  <a:lnTo>
                    <a:pt x="1282383" y="4931020"/>
                  </a:lnTo>
                  <a:lnTo>
                    <a:pt x="1282509" y="4931020"/>
                  </a:lnTo>
                  <a:lnTo>
                    <a:pt x="1282635" y="4931020"/>
                  </a:lnTo>
                  <a:lnTo>
                    <a:pt x="1282762" y="4931020"/>
                  </a:lnTo>
                  <a:lnTo>
                    <a:pt x="1282888" y="4931020"/>
                  </a:lnTo>
                  <a:lnTo>
                    <a:pt x="1283014" y="4931020"/>
                  </a:lnTo>
                  <a:lnTo>
                    <a:pt x="1283140" y="4931020"/>
                  </a:lnTo>
                  <a:lnTo>
                    <a:pt x="1283267" y="4931020"/>
                  </a:lnTo>
                  <a:lnTo>
                    <a:pt x="1283393" y="4931020"/>
                  </a:lnTo>
                  <a:lnTo>
                    <a:pt x="1283519" y="4931020"/>
                  </a:lnTo>
                  <a:lnTo>
                    <a:pt x="1283646" y="4931020"/>
                  </a:lnTo>
                  <a:lnTo>
                    <a:pt x="1283772" y="4931020"/>
                  </a:lnTo>
                  <a:lnTo>
                    <a:pt x="1283772" y="4926109"/>
                  </a:lnTo>
                  <a:lnTo>
                    <a:pt x="1283898" y="4926109"/>
                  </a:lnTo>
                  <a:lnTo>
                    <a:pt x="1284024" y="4926109"/>
                  </a:lnTo>
                  <a:lnTo>
                    <a:pt x="1284151" y="4926109"/>
                  </a:lnTo>
                  <a:lnTo>
                    <a:pt x="1284277" y="4926109"/>
                  </a:lnTo>
                  <a:lnTo>
                    <a:pt x="1284403" y="4926109"/>
                  </a:lnTo>
                  <a:lnTo>
                    <a:pt x="1284529" y="4926109"/>
                  </a:lnTo>
                  <a:lnTo>
                    <a:pt x="1284656" y="4926109"/>
                  </a:lnTo>
                  <a:lnTo>
                    <a:pt x="1284782" y="4926109"/>
                  </a:lnTo>
                  <a:lnTo>
                    <a:pt x="1284908" y="4926109"/>
                  </a:lnTo>
                  <a:lnTo>
                    <a:pt x="1285034" y="4926109"/>
                  </a:lnTo>
                  <a:lnTo>
                    <a:pt x="1285161" y="4926109"/>
                  </a:lnTo>
                  <a:lnTo>
                    <a:pt x="1285287" y="4926109"/>
                  </a:lnTo>
                  <a:lnTo>
                    <a:pt x="1285413" y="4926109"/>
                  </a:lnTo>
                  <a:lnTo>
                    <a:pt x="1285539" y="4926109"/>
                  </a:lnTo>
                  <a:lnTo>
                    <a:pt x="1285666" y="4926109"/>
                  </a:lnTo>
                  <a:lnTo>
                    <a:pt x="1285792" y="4926109"/>
                  </a:lnTo>
                  <a:lnTo>
                    <a:pt x="1285918" y="4926109"/>
                  </a:lnTo>
                  <a:lnTo>
                    <a:pt x="1286044" y="4926109"/>
                  </a:lnTo>
                  <a:lnTo>
                    <a:pt x="1286171" y="4926109"/>
                  </a:lnTo>
                  <a:lnTo>
                    <a:pt x="1286297" y="4926109"/>
                  </a:lnTo>
                  <a:lnTo>
                    <a:pt x="1286423" y="4926109"/>
                  </a:lnTo>
                  <a:lnTo>
                    <a:pt x="1286549" y="4926109"/>
                  </a:lnTo>
                  <a:lnTo>
                    <a:pt x="1286676" y="4926109"/>
                  </a:lnTo>
                  <a:lnTo>
                    <a:pt x="1286802" y="4926109"/>
                  </a:lnTo>
                  <a:lnTo>
                    <a:pt x="1286928" y="4926109"/>
                  </a:lnTo>
                  <a:lnTo>
                    <a:pt x="1287054" y="4926109"/>
                  </a:lnTo>
                  <a:lnTo>
                    <a:pt x="1287181" y="4926109"/>
                  </a:lnTo>
                  <a:lnTo>
                    <a:pt x="1287307" y="4926109"/>
                  </a:lnTo>
                  <a:lnTo>
                    <a:pt x="1287433" y="4926109"/>
                  </a:lnTo>
                  <a:lnTo>
                    <a:pt x="1287559" y="4926109"/>
                  </a:lnTo>
                  <a:lnTo>
                    <a:pt x="1287686" y="4926109"/>
                  </a:lnTo>
                  <a:lnTo>
                    <a:pt x="1287812" y="4926109"/>
                  </a:lnTo>
                  <a:lnTo>
                    <a:pt x="1287938" y="4926109"/>
                  </a:lnTo>
                  <a:lnTo>
                    <a:pt x="1288064" y="4926109"/>
                  </a:lnTo>
                  <a:lnTo>
                    <a:pt x="1288191" y="4926109"/>
                  </a:lnTo>
                  <a:lnTo>
                    <a:pt x="1288317" y="4926109"/>
                  </a:lnTo>
                  <a:lnTo>
                    <a:pt x="1288443" y="4926109"/>
                  </a:lnTo>
                  <a:lnTo>
                    <a:pt x="1288569" y="4926109"/>
                  </a:lnTo>
                  <a:lnTo>
                    <a:pt x="1288696" y="4926109"/>
                  </a:lnTo>
                  <a:lnTo>
                    <a:pt x="1288822" y="4926109"/>
                  </a:lnTo>
                  <a:lnTo>
                    <a:pt x="1288948" y="4926109"/>
                  </a:lnTo>
                  <a:lnTo>
                    <a:pt x="1289075" y="4926109"/>
                  </a:lnTo>
                  <a:lnTo>
                    <a:pt x="1289201" y="4926109"/>
                  </a:lnTo>
                  <a:lnTo>
                    <a:pt x="1289327" y="4926109"/>
                  </a:lnTo>
                  <a:lnTo>
                    <a:pt x="1289453" y="4926109"/>
                  </a:lnTo>
                  <a:lnTo>
                    <a:pt x="1289580" y="4926109"/>
                  </a:lnTo>
                  <a:lnTo>
                    <a:pt x="1289706" y="4926109"/>
                  </a:lnTo>
                  <a:lnTo>
                    <a:pt x="1289832" y="4926109"/>
                  </a:lnTo>
                  <a:lnTo>
                    <a:pt x="1289958" y="4926109"/>
                  </a:lnTo>
                  <a:lnTo>
                    <a:pt x="1290085" y="4926109"/>
                  </a:lnTo>
                  <a:lnTo>
                    <a:pt x="1290211" y="4926109"/>
                  </a:lnTo>
                  <a:lnTo>
                    <a:pt x="1290337" y="4926109"/>
                  </a:lnTo>
                  <a:lnTo>
                    <a:pt x="1290463" y="4926109"/>
                  </a:lnTo>
                  <a:lnTo>
                    <a:pt x="1290590" y="4926109"/>
                  </a:lnTo>
                  <a:lnTo>
                    <a:pt x="1290716" y="4926109"/>
                  </a:lnTo>
                  <a:lnTo>
                    <a:pt x="1290842" y="4926109"/>
                  </a:lnTo>
                  <a:lnTo>
                    <a:pt x="1290968" y="4926109"/>
                  </a:lnTo>
                  <a:lnTo>
                    <a:pt x="1291095" y="4926109"/>
                  </a:lnTo>
                  <a:lnTo>
                    <a:pt x="1291221" y="4926109"/>
                  </a:lnTo>
                  <a:lnTo>
                    <a:pt x="1291347" y="4926109"/>
                  </a:lnTo>
                  <a:lnTo>
                    <a:pt x="1291473" y="4926109"/>
                  </a:lnTo>
                  <a:lnTo>
                    <a:pt x="1291600" y="4926109"/>
                  </a:lnTo>
                  <a:lnTo>
                    <a:pt x="1291726" y="4926109"/>
                  </a:lnTo>
                  <a:lnTo>
                    <a:pt x="1291852" y="4926109"/>
                  </a:lnTo>
                  <a:lnTo>
                    <a:pt x="1291978" y="4926109"/>
                  </a:lnTo>
                  <a:lnTo>
                    <a:pt x="1292105" y="4926109"/>
                  </a:lnTo>
                  <a:lnTo>
                    <a:pt x="1292231" y="4926109"/>
                  </a:lnTo>
                  <a:lnTo>
                    <a:pt x="1292357" y="4926109"/>
                  </a:lnTo>
                  <a:lnTo>
                    <a:pt x="1292483" y="4926109"/>
                  </a:lnTo>
                  <a:lnTo>
                    <a:pt x="1292610" y="4926109"/>
                  </a:lnTo>
                  <a:lnTo>
                    <a:pt x="1292736" y="4926109"/>
                  </a:lnTo>
                  <a:lnTo>
                    <a:pt x="1292862" y="4926109"/>
                  </a:lnTo>
                  <a:lnTo>
                    <a:pt x="1292988" y="4926109"/>
                  </a:lnTo>
                  <a:lnTo>
                    <a:pt x="1293115" y="4926109"/>
                  </a:lnTo>
                  <a:lnTo>
                    <a:pt x="1293241" y="4926109"/>
                  </a:lnTo>
                  <a:lnTo>
                    <a:pt x="1293367" y="4926109"/>
                  </a:lnTo>
                  <a:lnTo>
                    <a:pt x="1293493" y="4926109"/>
                  </a:lnTo>
                  <a:lnTo>
                    <a:pt x="1293620" y="4926109"/>
                  </a:lnTo>
                  <a:lnTo>
                    <a:pt x="1293746" y="4926109"/>
                  </a:lnTo>
                  <a:lnTo>
                    <a:pt x="1293872" y="4926109"/>
                  </a:lnTo>
                  <a:lnTo>
                    <a:pt x="1293872" y="4921197"/>
                  </a:lnTo>
                  <a:lnTo>
                    <a:pt x="1293872" y="4916286"/>
                  </a:lnTo>
                  <a:lnTo>
                    <a:pt x="1293872" y="4911374"/>
                  </a:lnTo>
                  <a:lnTo>
                    <a:pt x="1293999" y="4911374"/>
                  </a:lnTo>
                  <a:lnTo>
                    <a:pt x="1294125" y="4911374"/>
                  </a:lnTo>
                  <a:lnTo>
                    <a:pt x="1294251" y="4911374"/>
                  </a:lnTo>
                  <a:lnTo>
                    <a:pt x="1294377" y="4911374"/>
                  </a:lnTo>
                  <a:lnTo>
                    <a:pt x="1294504" y="4911374"/>
                  </a:lnTo>
                  <a:lnTo>
                    <a:pt x="1294630" y="4911374"/>
                  </a:lnTo>
                  <a:lnTo>
                    <a:pt x="1294756" y="4911374"/>
                  </a:lnTo>
                  <a:lnTo>
                    <a:pt x="1294882" y="4911374"/>
                  </a:lnTo>
                  <a:lnTo>
                    <a:pt x="1295009" y="4911374"/>
                  </a:lnTo>
                  <a:lnTo>
                    <a:pt x="1295135" y="4911374"/>
                  </a:lnTo>
                  <a:lnTo>
                    <a:pt x="1295261" y="4911374"/>
                  </a:lnTo>
                  <a:lnTo>
                    <a:pt x="1295387" y="4911374"/>
                  </a:lnTo>
                  <a:lnTo>
                    <a:pt x="1295514" y="4911374"/>
                  </a:lnTo>
                  <a:lnTo>
                    <a:pt x="1295640" y="4911374"/>
                  </a:lnTo>
                  <a:lnTo>
                    <a:pt x="1295766" y="4911374"/>
                  </a:lnTo>
                  <a:lnTo>
                    <a:pt x="1295892" y="4911374"/>
                  </a:lnTo>
                  <a:lnTo>
                    <a:pt x="1296019" y="4911374"/>
                  </a:lnTo>
                  <a:lnTo>
                    <a:pt x="1296145" y="4911374"/>
                  </a:lnTo>
                  <a:lnTo>
                    <a:pt x="1296271" y="4911374"/>
                  </a:lnTo>
                  <a:lnTo>
                    <a:pt x="1296397" y="4911374"/>
                  </a:lnTo>
                  <a:lnTo>
                    <a:pt x="1296524" y="4911374"/>
                  </a:lnTo>
                  <a:lnTo>
                    <a:pt x="1296650" y="4911374"/>
                  </a:lnTo>
                  <a:lnTo>
                    <a:pt x="1296776" y="4911374"/>
                  </a:lnTo>
                  <a:lnTo>
                    <a:pt x="1296902" y="4911374"/>
                  </a:lnTo>
                  <a:lnTo>
                    <a:pt x="1297029" y="4911374"/>
                  </a:lnTo>
                  <a:lnTo>
                    <a:pt x="1297155" y="4911374"/>
                  </a:lnTo>
                  <a:lnTo>
                    <a:pt x="1297281" y="4911374"/>
                  </a:lnTo>
                  <a:lnTo>
                    <a:pt x="1297407" y="4911374"/>
                  </a:lnTo>
                  <a:lnTo>
                    <a:pt x="1297534" y="4911374"/>
                  </a:lnTo>
                  <a:lnTo>
                    <a:pt x="1297660" y="4911374"/>
                  </a:lnTo>
                  <a:lnTo>
                    <a:pt x="1297786" y="4911374"/>
                  </a:lnTo>
                  <a:lnTo>
                    <a:pt x="1297912" y="4911374"/>
                  </a:lnTo>
                  <a:lnTo>
                    <a:pt x="1298039" y="4911374"/>
                  </a:lnTo>
                  <a:lnTo>
                    <a:pt x="1298165" y="4911374"/>
                  </a:lnTo>
                  <a:lnTo>
                    <a:pt x="1298291" y="4911374"/>
                  </a:lnTo>
                  <a:lnTo>
                    <a:pt x="1298417" y="4911374"/>
                  </a:lnTo>
                  <a:lnTo>
                    <a:pt x="1298544" y="4911374"/>
                  </a:lnTo>
                  <a:lnTo>
                    <a:pt x="1298670" y="4911374"/>
                  </a:lnTo>
                  <a:lnTo>
                    <a:pt x="1298796" y="4911374"/>
                  </a:lnTo>
                  <a:lnTo>
                    <a:pt x="1298922" y="4911374"/>
                  </a:lnTo>
                  <a:lnTo>
                    <a:pt x="1299049" y="4911374"/>
                  </a:lnTo>
                  <a:lnTo>
                    <a:pt x="1299175" y="4911374"/>
                  </a:lnTo>
                  <a:lnTo>
                    <a:pt x="1299301" y="4911374"/>
                  </a:lnTo>
                  <a:lnTo>
                    <a:pt x="1299428" y="4911374"/>
                  </a:lnTo>
                  <a:lnTo>
                    <a:pt x="1299554" y="4911374"/>
                  </a:lnTo>
                  <a:lnTo>
                    <a:pt x="1299680" y="4911374"/>
                  </a:lnTo>
                  <a:lnTo>
                    <a:pt x="1299806" y="4911374"/>
                  </a:lnTo>
                  <a:lnTo>
                    <a:pt x="1299933" y="4911374"/>
                  </a:lnTo>
                  <a:lnTo>
                    <a:pt x="1300059" y="4911374"/>
                  </a:lnTo>
                  <a:lnTo>
                    <a:pt x="1300185" y="4911374"/>
                  </a:lnTo>
                  <a:lnTo>
                    <a:pt x="1300311" y="4911374"/>
                  </a:lnTo>
                  <a:lnTo>
                    <a:pt x="1300438" y="4911374"/>
                  </a:lnTo>
                  <a:lnTo>
                    <a:pt x="1300564" y="4911374"/>
                  </a:lnTo>
                  <a:lnTo>
                    <a:pt x="1300690" y="4911374"/>
                  </a:lnTo>
                  <a:lnTo>
                    <a:pt x="1300816" y="4911374"/>
                  </a:lnTo>
                  <a:lnTo>
                    <a:pt x="1300943" y="4911374"/>
                  </a:lnTo>
                  <a:lnTo>
                    <a:pt x="1301069" y="4911374"/>
                  </a:lnTo>
                  <a:lnTo>
                    <a:pt x="1301195" y="4911374"/>
                  </a:lnTo>
                  <a:lnTo>
                    <a:pt x="1301321" y="4911374"/>
                  </a:lnTo>
                  <a:lnTo>
                    <a:pt x="1301448" y="4911374"/>
                  </a:lnTo>
                  <a:lnTo>
                    <a:pt x="1301574" y="4911374"/>
                  </a:lnTo>
                  <a:lnTo>
                    <a:pt x="1301700" y="4911374"/>
                  </a:lnTo>
                  <a:lnTo>
                    <a:pt x="1301826" y="4911374"/>
                  </a:lnTo>
                  <a:lnTo>
                    <a:pt x="1301953" y="4911374"/>
                  </a:lnTo>
                  <a:lnTo>
                    <a:pt x="1302079" y="4911374"/>
                  </a:lnTo>
                  <a:lnTo>
                    <a:pt x="1302205" y="4911374"/>
                  </a:lnTo>
                  <a:lnTo>
                    <a:pt x="1302331" y="4911374"/>
                  </a:lnTo>
                  <a:lnTo>
                    <a:pt x="1302458" y="4911374"/>
                  </a:lnTo>
                  <a:lnTo>
                    <a:pt x="1302584" y="4911374"/>
                  </a:lnTo>
                  <a:lnTo>
                    <a:pt x="1302710" y="4911374"/>
                  </a:lnTo>
                  <a:lnTo>
                    <a:pt x="1302836" y="4911374"/>
                  </a:lnTo>
                  <a:lnTo>
                    <a:pt x="1302836" y="4906463"/>
                  </a:lnTo>
                  <a:lnTo>
                    <a:pt x="1302963" y="4906463"/>
                  </a:lnTo>
                  <a:lnTo>
                    <a:pt x="1303089" y="4906463"/>
                  </a:lnTo>
                  <a:lnTo>
                    <a:pt x="1303215" y="4906463"/>
                  </a:lnTo>
                  <a:lnTo>
                    <a:pt x="1303341" y="4906463"/>
                  </a:lnTo>
                  <a:lnTo>
                    <a:pt x="1303468" y="4906463"/>
                  </a:lnTo>
                  <a:lnTo>
                    <a:pt x="1303594" y="4906463"/>
                  </a:lnTo>
                  <a:lnTo>
                    <a:pt x="1303720" y="4906463"/>
                  </a:lnTo>
                  <a:lnTo>
                    <a:pt x="1303846" y="4906463"/>
                  </a:lnTo>
                  <a:lnTo>
                    <a:pt x="1303973" y="4906463"/>
                  </a:lnTo>
                  <a:lnTo>
                    <a:pt x="1304099" y="4906463"/>
                  </a:lnTo>
                  <a:lnTo>
                    <a:pt x="1304225" y="4906463"/>
                  </a:lnTo>
                  <a:lnTo>
                    <a:pt x="1304225" y="4901552"/>
                  </a:lnTo>
                  <a:lnTo>
                    <a:pt x="1304352" y="4901552"/>
                  </a:lnTo>
                  <a:lnTo>
                    <a:pt x="1304352" y="4896640"/>
                  </a:lnTo>
                  <a:lnTo>
                    <a:pt x="1304478" y="4896640"/>
                  </a:lnTo>
                  <a:lnTo>
                    <a:pt x="1304604" y="4896640"/>
                  </a:lnTo>
                  <a:lnTo>
                    <a:pt x="1304730" y="4896640"/>
                  </a:lnTo>
                  <a:lnTo>
                    <a:pt x="1304857" y="4896640"/>
                  </a:lnTo>
                  <a:lnTo>
                    <a:pt x="1304983" y="4896640"/>
                  </a:lnTo>
                  <a:lnTo>
                    <a:pt x="1305109" y="4896640"/>
                  </a:lnTo>
                  <a:lnTo>
                    <a:pt x="1305235" y="4896640"/>
                  </a:lnTo>
                  <a:lnTo>
                    <a:pt x="1305362" y="4896640"/>
                  </a:lnTo>
                  <a:lnTo>
                    <a:pt x="1305488" y="4896640"/>
                  </a:lnTo>
                  <a:lnTo>
                    <a:pt x="1305614" y="4896640"/>
                  </a:lnTo>
                  <a:lnTo>
                    <a:pt x="1305740" y="4896640"/>
                  </a:lnTo>
                  <a:lnTo>
                    <a:pt x="1305867" y="4896640"/>
                  </a:lnTo>
                  <a:lnTo>
                    <a:pt x="1305993" y="4896640"/>
                  </a:lnTo>
                  <a:lnTo>
                    <a:pt x="1306119" y="4896640"/>
                  </a:lnTo>
                  <a:lnTo>
                    <a:pt x="1306245" y="4896640"/>
                  </a:lnTo>
                  <a:lnTo>
                    <a:pt x="1306372" y="4896640"/>
                  </a:lnTo>
                  <a:lnTo>
                    <a:pt x="1306498" y="4896640"/>
                  </a:lnTo>
                  <a:lnTo>
                    <a:pt x="1306624" y="4896640"/>
                  </a:lnTo>
                  <a:lnTo>
                    <a:pt x="1306750" y="4896640"/>
                  </a:lnTo>
                  <a:lnTo>
                    <a:pt x="1306877" y="4896640"/>
                  </a:lnTo>
                  <a:lnTo>
                    <a:pt x="1307003" y="4896640"/>
                  </a:lnTo>
                  <a:lnTo>
                    <a:pt x="1307129" y="4896640"/>
                  </a:lnTo>
                  <a:lnTo>
                    <a:pt x="1307255" y="4896640"/>
                  </a:lnTo>
                  <a:lnTo>
                    <a:pt x="1307382" y="4896640"/>
                  </a:lnTo>
                  <a:lnTo>
                    <a:pt x="1307508" y="4896640"/>
                  </a:lnTo>
                  <a:lnTo>
                    <a:pt x="1307634" y="4896640"/>
                  </a:lnTo>
                  <a:lnTo>
                    <a:pt x="1307760" y="4896640"/>
                  </a:lnTo>
                  <a:lnTo>
                    <a:pt x="1307887" y="4896640"/>
                  </a:lnTo>
                  <a:lnTo>
                    <a:pt x="1308013" y="4896640"/>
                  </a:lnTo>
                  <a:lnTo>
                    <a:pt x="1308139" y="4896640"/>
                  </a:lnTo>
                  <a:lnTo>
                    <a:pt x="1308265" y="4896640"/>
                  </a:lnTo>
                  <a:lnTo>
                    <a:pt x="1308392" y="4896640"/>
                  </a:lnTo>
                  <a:lnTo>
                    <a:pt x="1308518" y="4896640"/>
                  </a:lnTo>
                  <a:lnTo>
                    <a:pt x="1308644" y="4896640"/>
                  </a:lnTo>
                  <a:lnTo>
                    <a:pt x="1308770" y="4896640"/>
                  </a:lnTo>
                  <a:lnTo>
                    <a:pt x="1308897" y="4896640"/>
                  </a:lnTo>
                  <a:lnTo>
                    <a:pt x="1309023" y="4896640"/>
                  </a:lnTo>
                  <a:lnTo>
                    <a:pt x="1309149" y="4896640"/>
                  </a:lnTo>
                  <a:lnTo>
                    <a:pt x="1309276" y="4896640"/>
                  </a:lnTo>
                  <a:lnTo>
                    <a:pt x="1309402" y="4896640"/>
                  </a:lnTo>
                  <a:lnTo>
                    <a:pt x="1309528" y="4896640"/>
                  </a:lnTo>
                  <a:lnTo>
                    <a:pt x="1309654" y="4896640"/>
                  </a:lnTo>
                  <a:lnTo>
                    <a:pt x="1309781" y="4896640"/>
                  </a:lnTo>
                  <a:lnTo>
                    <a:pt x="1309907" y="4896640"/>
                  </a:lnTo>
                  <a:lnTo>
                    <a:pt x="1310033" y="4896640"/>
                  </a:lnTo>
                  <a:lnTo>
                    <a:pt x="1310159" y="4896640"/>
                  </a:lnTo>
                  <a:lnTo>
                    <a:pt x="1310286" y="4896640"/>
                  </a:lnTo>
                  <a:lnTo>
                    <a:pt x="1310412" y="4896640"/>
                  </a:lnTo>
                  <a:lnTo>
                    <a:pt x="1310538" y="4896640"/>
                  </a:lnTo>
                  <a:lnTo>
                    <a:pt x="1310664" y="4896640"/>
                  </a:lnTo>
                  <a:lnTo>
                    <a:pt x="1310791" y="4896640"/>
                  </a:lnTo>
                  <a:lnTo>
                    <a:pt x="1310917" y="4896640"/>
                  </a:lnTo>
                  <a:lnTo>
                    <a:pt x="1311043" y="4896640"/>
                  </a:lnTo>
                  <a:lnTo>
                    <a:pt x="1311169" y="4896640"/>
                  </a:lnTo>
                  <a:lnTo>
                    <a:pt x="1311296" y="4896640"/>
                  </a:lnTo>
                  <a:lnTo>
                    <a:pt x="1311422" y="4896640"/>
                  </a:lnTo>
                  <a:lnTo>
                    <a:pt x="1311548" y="4896640"/>
                  </a:lnTo>
                  <a:lnTo>
                    <a:pt x="1311548" y="4891729"/>
                  </a:lnTo>
                  <a:lnTo>
                    <a:pt x="1311674" y="4891729"/>
                  </a:lnTo>
                  <a:lnTo>
                    <a:pt x="1311801" y="4891729"/>
                  </a:lnTo>
                  <a:lnTo>
                    <a:pt x="1311927" y="4891729"/>
                  </a:lnTo>
                  <a:lnTo>
                    <a:pt x="1312053" y="4891729"/>
                  </a:lnTo>
                  <a:lnTo>
                    <a:pt x="1312179" y="4891729"/>
                  </a:lnTo>
                  <a:lnTo>
                    <a:pt x="1312306" y="4891729"/>
                  </a:lnTo>
                  <a:lnTo>
                    <a:pt x="1312432" y="4891729"/>
                  </a:lnTo>
                  <a:lnTo>
                    <a:pt x="1312558" y="4891729"/>
                  </a:lnTo>
                  <a:lnTo>
                    <a:pt x="1312684" y="4891729"/>
                  </a:lnTo>
                  <a:lnTo>
                    <a:pt x="1312811" y="4891729"/>
                  </a:lnTo>
                  <a:lnTo>
                    <a:pt x="1312937" y="4891729"/>
                  </a:lnTo>
                  <a:lnTo>
                    <a:pt x="1313063" y="4891729"/>
                  </a:lnTo>
                  <a:lnTo>
                    <a:pt x="1313189" y="4891729"/>
                  </a:lnTo>
                  <a:lnTo>
                    <a:pt x="1313316" y="4891729"/>
                  </a:lnTo>
                  <a:lnTo>
                    <a:pt x="1313442" y="4891729"/>
                  </a:lnTo>
                  <a:lnTo>
                    <a:pt x="1313568" y="4891729"/>
                  </a:lnTo>
                  <a:lnTo>
                    <a:pt x="1313694" y="4891729"/>
                  </a:lnTo>
                  <a:lnTo>
                    <a:pt x="1313821" y="4891729"/>
                  </a:lnTo>
                  <a:lnTo>
                    <a:pt x="1313947" y="4891729"/>
                  </a:lnTo>
                  <a:lnTo>
                    <a:pt x="1314073" y="4891729"/>
                  </a:lnTo>
                  <a:lnTo>
                    <a:pt x="1314199" y="4891729"/>
                  </a:lnTo>
                  <a:lnTo>
                    <a:pt x="1314326" y="4891729"/>
                  </a:lnTo>
                  <a:lnTo>
                    <a:pt x="1314452" y="4891729"/>
                  </a:lnTo>
                  <a:lnTo>
                    <a:pt x="1314578" y="4891729"/>
                  </a:lnTo>
                  <a:lnTo>
                    <a:pt x="1314705" y="4891729"/>
                  </a:lnTo>
                  <a:lnTo>
                    <a:pt x="1314831" y="4891729"/>
                  </a:lnTo>
                  <a:lnTo>
                    <a:pt x="1314957" y="4891729"/>
                  </a:lnTo>
                  <a:lnTo>
                    <a:pt x="1315083" y="4891729"/>
                  </a:lnTo>
                  <a:lnTo>
                    <a:pt x="1315210" y="4891729"/>
                  </a:lnTo>
                  <a:lnTo>
                    <a:pt x="1315336" y="4891729"/>
                  </a:lnTo>
                  <a:lnTo>
                    <a:pt x="1315462" y="4891729"/>
                  </a:lnTo>
                  <a:lnTo>
                    <a:pt x="1315588" y="4891729"/>
                  </a:lnTo>
                  <a:lnTo>
                    <a:pt x="1315715" y="4891729"/>
                  </a:lnTo>
                  <a:lnTo>
                    <a:pt x="1315841" y="4891729"/>
                  </a:lnTo>
                  <a:lnTo>
                    <a:pt x="1315967" y="4891729"/>
                  </a:lnTo>
                  <a:lnTo>
                    <a:pt x="1316093" y="4891729"/>
                  </a:lnTo>
                  <a:lnTo>
                    <a:pt x="1316220" y="4891729"/>
                  </a:lnTo>
                  <a:lnTo>
                    <a:pt x="1316346" y="4891729"/>
                  </a:lnTo>
                  <a:lnTo>
                    <a:pt x="1316472" y="4891729"/>
                  </a:lnTo>
                  <a:lnTo>
                    <a:pt x="1316598" y="4891729"/>
                  </a:lnTo>
                  <a:lnTo>
                    <a:pt x="1316725" y="4891729"/>
                  </a:lnTo>
                  <a:lnTo>
                    <a:pt x="1316851" y="4891729"/>
                  </a:lnTo>
                  <a:lnTo>
                    <a:pt x="1316977" y="4891729"/>
                  </a:lnTo>
                  <a:lnTo>
                    <a:pt x="1317103" y="4891729"/>
                  </a:lnTo>
                  <a:lnTo>
                    <a:pt x="1317230" y="4891729"/>
                  </a:lnTo>
                  <a:lnTo>
                    <a:pt x="1317356" y="4891729"/>
                  </a:lnTo>
                  <a:lnTo>
                    <a:pt x="1317482" y="4891729"/>
                  </a:lnTo>
                  <a:lnTo>
                    <a:pt x="1317608" y="4891729"/>
                  </a:lnTo>
                  <a:lnTo>
                    <a:pt x="1317735" y="4891729"/>
                  </a:lnTo>
                  <a:lnTo>
                    <a:pt x="1317861" y="4891729"/>
                  </a:lnTo>
                  <a:lnTo>
                    <a:pt x="1317987" y="4891729"/>
                  </a:lnTo>
                  <a:lnTo>
                    <a:pt x="1318113" y="4891729"/>
                  </a:lnTo>
                  <a:lnTo>
                    <a:pt x="1318240" y="4891729"/>
                  </a:lnTo>
                  <a:lnTo>
                    <a:pt x="1318366" y="4891729"/>
                  </a:lnTo>
                  <a:lnTo>
                    <a:pt x="1318492" y="4891729"/>
                  </a:lnTo>
                  <a:lnTo>
                    <a:pt x="1318618" y="4891729"/>
                  </a:lnTo>
                  <a:lnTo>
                    <a:pt x="1318745" y="4891729"/>
                  </a:lnTo>
                  <a:lnTo>
                    <a:pt x="1318871" y="4891729"/>
                  </a:lnTo>
                  <a:lnTo>
                    <a:pt x="1318997" y="4891729"/>
                  </a:lnTo>
                  <a:lnTo>
                    <a:pt x="1319123" y="4891729"/>
                  </a:lnTo>
                  <a:lnTo>
                    <a:pt x="1319250" y="4891729"/>
                  </a:lnTo>
                  <a:lnTo>
                    <a:pt x="1319376" y="4891729"/>
                  </a:lnTo>
                  <a:lnTo>
                    <a:pt x="1319502" y="4891729"/>
                  </a:lnTo>
                  <a:lnTo>
                    <a:pt x="1319629" y="4891729"/>
                  </a:lnTo>
                  <a:lnTo>
                    <a:pt x="1319755" y="4891729"/>
                  </a:lnTo>
                  <a:lnTo>
                    <a:pt x="1319881" y="4891729"/>
                  </a:lnTo>
                  <a:lnTo>
                    <a:pt x="1320007" y="4891729"/>
                  </a:lnTo>
                  <a:lnTo>
                    <a:pt x="1320134" y="4891729"/>
                  </a:lnTo>
                  <a:lnTo>
                    <a:pt x="1320260" y="4891729"/>
                  </a:lnTo>
                  <a:lnTo>
                    <a:pt x="1320386" y="4891729"/>
                  </a:lnTo>
                  <a:lnTo>
                    <a:pt x="1320512" y="4891729"/>
                  </a:lnTo>
                  <a:lnTo>
                    <a:pt x="1320639" y="4891729"/>
                  </a:lnTo>
                  <a:lnTo>
                    <a:pt x="1320765" y="4891729"/>
                  </a:lnTo>
                  <a:lnTo>
                    <a:pt x="1320765" y="4886818"/>
                  </a:lnTo>
                  <a:lnTo>
                    <a:pt x="1320891" y="4886818"/>
                  </a:lnTo>
                  <a:lnTo>
                    <a:pt x="1321017" y="4886818"/>
                  </a:lnTo>
                  <a:lnTo>
                    <a:pt x="1321144" y="4886818"/>
                  </a:lnTo>
                  <a:lnTo>
                    <a:pt x="1321270" y="4886818"/>
                  </a:lnTo>
                  <a:lnTo>
                    <a:pt x="1321396" y="4886818"/>
                  </a:lnTo>
                  <a:lnTo>
                    <a:pt x="1321522" y="4886818"/>
                  </a:lnTo>
                  <a:lnTo>
                    <a:pt x="1321649" y="4886818"/>
                  </a:lnTo>
                  <a:lnTo>
                    <a:pt x="1321775" y="4886818"/>
                  </a:lnTo>
                  <a:lnTo>
                    <a:pt x="1321901" y="4886818"/>
                  </a:lnTo>
                  <a:lnTo>
                    <a:pt x="1322027" y="4886818"/>
                  </a:lnTo>
                  <a:lnTo>
                    <a:pt x="1322154" y="4886818"/>
                  </a:lnTo>
                  <a:lnTo>
                    <a:pt x="1322280" y="4886818"/>
                  </a:lnTo>
                  <a:lnTo>
                    <a:pt x="1322406" y="4886818"/>
                  </a:lnTo>
                  <a:lnTo>
                    <a:pt x="1322532" y="4886818"/>
                  </a:lnTo>
                  <a:lnTo>
                    <a:pt x="1322659" y="4886818"/>
                  </a:lnTo>
                  <a:lnTo>
                    <a:pt x="1322785" y="4886818"/>
                  </a:lnTo>
                  <a:lnTo>
                    <a:pt x="1322911" y="4886818"/>
                  </a:lnTo>
                  <a:lnTo>
                    <a:pt x="1323037" y="4886818"/>
                  </a:lnTo>
                  <a:lnTo>
                    <a:pt x="1323164" y="4886818"/>
                  </a:lnTo>
                  <a:lnTo>
                    <a:pt x="1323290" y="4886818"/>
                  </a:lnTo>
                  <a:lnTo>
                    <a:pt x="1323416" y="4886818"/>
                  </a:lnTo>
                  <a:lnTo>
                    <a:pt x="1323542" y="4886818"/>
                  </a:lnTo>
                  <a:lnTo>
                    <a:pt x="1323669" y="4886818"/>
                  </a:lnTo>
                  <a:lnTo>
                    <a:pt x="1323795" y="4886818"/>
                  </a:lnTo>
                  <a:lnTo>
                    <a:pt x="1323921" y="4886818"/>
                  </a:lnTo>
                  <a:lnTo>
                    <a:pt x="1324047" y="4886818"/>
                  </a:lnTo>
                  <a:lnTo>
                    <a:pt x="1324174" y="4886818"/>
                  </a:lnTo>
                  <a:lnTo>
                    <a:pt x="1324300" y="4886818"/>
                  </a:lnTo>
                  <a:lnTo>
                    <a:pt x="1324426" y="4886818"/>
                  </a:lnTo>
                  <a:lnTo>
                    <a:pt x="1324552" y="4886818"/>
                  </a:lnTo>
                  <a:lnTo>
                    <a:pt x="1324679" y="4886818"/>
                  </a:lnTo>
                  <a:lnTo>
                    <a:pt x="1324805" y="4886818"/>
                  </a:lnTo>
                  <a:lnTo>
                    <a:pt x="1324931" y="4886818"/>
                  </a:lnTo>
                  <a:lnTo>
                    <a:pt x="1325058" y="4886818"/>
                  </a:lnTo>
                  <a:lnTo>
                    <a:pt x="1325184" y="4886818"/>
                  </a:lnTo>
                  <a:lnTo>
                    <a:pt x="1325310" y="4886818"/>
                  </a:lnTo>
                  <a:lnTo>
                    <a:pt x="1325436" y="4886818"/>
                  </a:lnTo>
                  <a:lnTo>
                    <a:pt x="1325563" y="4886818"/>
                  </a:lnTo>
                  <a:lnTo>
                    <a:pt x="1325689" y="4886818"/>
                  </a:lnTo>
                  <a:lnTo>
                    <a:pt x="1325815" y="4886818"/>
                  </a:lnTo>
                  <a:lnTo>
                    <a:pt x="1325941" y="4886818"/>
                  </a:lnTo>
                  <a:lnTo>
                    <a:pt x="1326068" y="4886818"/>
                  </a:lnTo>
                  <a:lnTo>
                    <a:pt x="1326194" y="4886818"/>
                  </a:lnTo>
                  <a:lnTo>
                    <a:pt x="1326320" y="4886818"/>
                  </a:lnTo>
                  <a:lnTo>
                    <a:pt x="1326446" y="4886818"/>
                  </a:lnTo>
                  <a:lnTo>
                    <a:pt x="1326573" y="4886818"/>
                  </a:lnTo>
                  <a:lnTo>
                    <a:pt x="1326699" y="4886818"/>
                  </a:lnTo>
                  <a:lnTo>
                    <a:pt x="1326825" y="4886818"/>
                  </a:lnTo>
                  <a:lnTo>
                    <a:pt x="1326951" y="4886818"/>
                  </a:lnTo>
                  <a:lnTo>
                    <a:pt x="1327078" y="4886818"/>
                  </a:lnTo>
                  <a:lnTo>
                    <a:pt x="1327204" y="4886818"/>
                  </a:lnTo>
                  <a:lnTo>
                    <a:pt x="1327330" y="4886818"/>
                  </a:lnTo>
                  <a:lnTo>
                    <a:pt x="1327456" y="4886818"/>
                  </a:lnTo>
                  <a:lnTo>
                    <a:pt x="1327583" y="4886818"/>
                  </a:lnTo>
                  <a:lnTo>
                    <a:pt x="1327709" y="4886818"/>
                  </a:lnTo>
                  <a:lnTo>
                    <a:pt x="1327835" y="4886818"/>
                  </a:lnTo>
                  <a:lnTo>
                    <a:pt x="1327961" y="4886818"/>
                  </a:lnTo>
                  <a:lnTo>
                    <a:pt x="1328088" y="4886818"/>
                  </a:lnTo>
                  <a:lnTo>
                    <a:pt x="1328214" y="4886818"/>
                  </a:lnTo>
                  <a:lnTo>
                    <a:pt x="1328340" y="4886818"/>
                  </a:lnTo>
                  <a:lnTo>
                    <a:pt x="1328466" y="4886818"/>
                  </a:lnTo>
                  <a:lnTo>
                    <a:pt x="1328593" y="4886818"/>
                  </a:lnTo>
                  <a:lnTo>
                    <a:pt x="1328719" y="4886818"/>
                  </a:lnTo>
                  <a:lnTo>
                    <a:pt x="1328845" y="4886818"/>
                  </a:lnTo>
                  <a:lnTo>
                    <a:pt x="1328971" y="4886818"/>
                  </a:lnTo>
                  <a:lnTo>
                    <a:pt x="1329098" y="4886818"/>
                  </a:lnTo>
                  <a:lnTo>
                    <a:pt x="1329224" y="4886818"/>
                  </a:lnTo>
                  <a:lnTo>
                    <a:pt x="1329350" y="4886818"/>
                  </a:lnTo>
                  <a:lnTo>
                    <a:pt x="1329476" y="4886818"/>
                  </a:lnTo>
                  <a:lnTo>
                    <a:pt x="1329603" y="4886818"/>
                  </a:lnTo>
                  <a:lnTo>
                    <a:pt x="1329729" y="4886818"/>
                  </a:lnTo>
                  <a:lnTo>
                    <a:pt x="1329855" y="4886818"/>
                  </a:lnTo>
                  <a:lnTo>
                    <a:pt x="1329982" y="4886818"/>
                  </a:lnTo>
                  <a:lnTo>
                    <a:pt x="1330108" y="4886818"/>
                  </a:lnTo>
                  <a:lnTo>
                    <a:pt x="1330234" y="4886818"/>
                  </a:lnTo>
                  <a:lnTo>
                    <a:pt x="1330360" y="4886818"/>
                  </a:lnTo>
                  <a:lnTo>
                    <a:pt x="1330487" y="4886818"/>
                  </a:lnTo>
                  <a:lnTo>
                    <a:pt x="1330613" y="4886818"/>
                  </a:lnTo>
                  <a:lnTo>
                    <a:pt x="1330739" y="4886818"/>
                  </a:lnTo>
                  <a:lnTo>
                    <a:pt x="1330865" y="4886818"/>
                  </a:lnTo>
                  <a:lnTo>
                    <a:pt x="1330992" y="4886818"/>
                  </a:lnTo>
                  <a:lnTo>
                    <a:pt x="1331118" y="4886818"/>
                  </a:lnTo>
                  <a:lnTo>
                    <a:pt x="1331118" y="4881906"/>
                  </a:lnTo>
                  <a:lnTo>
                    <a:pt x="1331244" y="4881906"/>
                  </a:lnTo>
                  <a:lnTo>
                    <a:pt x="1331370" y="4881906"/>
                  </a:lnTo>
                  <a:lnTo>
                    <a:pt x="1331497" y="4881906"/>
                  </a:lnTo>
                  <a:lnTo>
                    <a:pt x="1331623" y="4881906"/>
                  </a:lnTo>
                  <a:lnTo>
                    <a:pt x="1331749" y="4881906"/>
                  </a:lnTo>
                  <a:lnTo>
                    <a:pt x="1331875" y="4881906"/>
                  </a:lnTo>
                  <a:lnTo>
                    <a:pt x="1332002" y="4881906"/>
                  </a:lnTo>
                  <a:lnTo>
                    <a:pt x="1332128" y="4881906"/>
                  </a:lnTo>
                  <a:lnTo>
                    <a:pt x="1332254" y="4881906"/>
                  </a:lnTo>
                  <a:lnTo>
                    <a:pt x="1332380" y="4881906"/>
                  </a:lnTo>
                  <a:lnTo>
                    <a:pt x="1332507" y="4881906"/>
                  </a:lnTo>
                  <a:lnTo>
                    <a:pt x="1332633" y="4881906"/>
                  </a:lnTo>
                  <a:lnTo>
                    <a:pt x="1332759" y="4881906"/>
                  </a:lnTo>
                  <a:lnTo>
                    <a:pt x="1332885" y="4881906"/>
                  </a:lnTo>
                  <a:lnTo>
                    <a:pt x="1333012" y="4881906"/>
                  </a:lnTo>
                  <a:lnTo>
                    <a:pt x="1333138" y="4881906"/>
                  </a:lnTo>
                  <a:lnTo>
                    <a:pt x="1333264" y="4881906"/>
                  </a:lnTo>
                  <a:lnTo>
                    <a:pt x="1333390" y="4881906"/>
                  </a:lnTo>
                  <a:lnTo>
                    <a:pt x="1333517" y="4881906"/>
                  </a:lnTo>
                  <a:lnTo>
                    <a:pt x="1333643" y="4881906"/>
                  </a:lnTo>
                  <a:lnTo>
                    <a:pt x="1333769" y="4881906"/>
                  </a:lnTo>
                  <a:lnTo>
                    <a:pt x="1333895" y="4881906"/>
                  </a:lnTo>
                  <a:lnTo>
                    <a:pt x="1334022" y="4881906"/>
                  </a:lnTo>
                  <a:lnTo>
                    <a:pt x="1334148" y="4881906"/>
                  </a:lnTo>
                  <a:lnTo>
                    <a:pt x="1334274" y="4881906"/>
                  </a:lnTo>
                  <a:lnTo>
                    <a:pt x="1334400" y="4881906"/>
                  </a:lnTo>
                  <a:lnTo>
                    <a:pt x="1334527" y="4881906"/>
                  </a:lnTo>
                  <a:lnTo>
                    <a:pt x="1334653" y="4881906"/>
                  </a:lnTo>
                  <a:lnTo>
                    <a:pt x="1334779" y="4881906"/>
                  </a:lnTo>
                  <a:lnTo>
                    <a:pt x="1334905" y="4881906"/>
                  </a:lnTo>
                  <a:lnTo>
                    <a:pt x="1335032" y="4881906"/>
                  </a:lnTo>
                  <a:lnTo>
                    <a:pt x="1335158" y="4881906"/>
                  </a:lnTo>
                  <a:lnTo>
                    <a:pt x="1335284" y="4881906"/>
                  </a:lnTo>
                  <a:lnTo>
                    <a:pt x="1335411" y="4881906"/>
                  </a:lnTo>
                  <a:lnTo>
                    <a:pt x="1335537" y="4881906"/>
                  </a:lnTo>
                  <a:lnTo>
                    <a:pt x="1335663" y="4881906"/>
                  </a:lnTo>
                  <a:lnTo>
                    <a:pt x="1335789" y="4881906"/>
                  </a:lnTo>
                  <a:lnTo>
                    <a:pt x="1335916" y="4881906"/>
                  </a:lnTo>
                  <a:lnTo>
                    <a:pt x="1336042" y="4881906"/>
                  </a:lnTo>
                  <a:lnTo>
                    <a:pt x="1336168" y="4881906"/>
                  </a:lnTo>
                  <a:lnTo>
                    <a:pt x="1336294" y="4881906"/>
                  </a:lnTo>
                  <a:lnTo>
                    <a:pt x="1336421" y="4881906"/>
                  </a:lnTo>
                  <a:lnTo>
                    <a:pt x="1336547" y="4881906"/>
                  </a:lnTo>
                  <a:lnTo>
                    <a:pt x="1336673" y="4881906"/>
                  </a:lnTo>
                  <a:lnTo>
                    <a:pt x="1336799" y="4881906"/>
                  </a:lnTo>
                  <a:lnTo>
                    <a:pt x="1336926" y="4881906"/>
                  </a:lnTo>
                  <a:lnTo>
                    <a:pt x="1337052" y="4881906"/>
                  </a:lnTo>
                  <a:lnTo>
                    <a:pt x="1337178" y="4881906"/>
                  </a:lnTo>
                  <a:lnTo>
                    <a:pt x="1337304" y="4881906"/>
                  </a:lnTo>
                  <a:lnTo>
                    <a:pt x="1337431" y="4881906"/>
                  </a:lnTo>
                  <a:lnTo>
                    <a:pt x="1337557" y="4881906"/>
                  </a:lnTo>
                  <a:lnTo>
                    <a:pt x="1337683" y="4881906"/>
                  </a:lnTo>
                  <a:lnTo>
                    <a:pt x="1337809" y="4881906"/>
                  </a:lnTo>
                  <a:lnTo>
                    <a:pt x="1337936" y="4881906"/>
                  </a:lnTo>
                  <a:lnTo>
                    <a:pt x="1338062" y="4881906"/>
                  </a:lnTo>
                  <a:lnTo>
                    <a:pt x="1338188" y="4881906"/>
                  </a:lnTo>
                  <a:lnTo>
                    <a:pt x="1338314" y="4881906"/>
                  </a:lnTo>
                  <a:lnTo>
                    <a:pt x="1338441" y="4881906"/>
                  </a:lnTo>
                  <a:lnTo>
                    <a:pt x="1338567" y="4881906"/>
                  </a:lnTo>
                  <a:lnTo>
                    <a:pt x="1338693" y="4881906"/>
                  </a:lnTo>
                  <a:lnTo>
                    <a:pt x="1338819" y="4881906"/>
                  </a:lnTo>
                  <a:lnTo>
                    <a:pt x="1338946" y="4881906"/>
                  </a:lnTo>
                  <a:lnTo>
                    <a:pt x="1339072" y="4881906"/>
                  </a:lnTo>
                  <a:lnTo>
                    <a:pt x="1339198" y="4881906"/>
                  </a:lnTo>
                  <a:lnTo>
                    <a:pt x="1339324" y="4881906"/>
                  </a:lnTo>
                  <a:lnTo>
                    <a:pt x="1339451" y="4881906"/>
                  </a:lnTo>
                  <a:lnTo>
                    <a:pt x="1339577" y="4881906"/>
                  </a:lnTo>
                  <a:lnTo>
                    <a:pt x="1339703" y="4881906"/>
                  </a:lnTo>
                  <a:lnTo>
                    <a:pt x="1339829" y="4881906"/>
                  </a:lnTo>
                  <a:lnTo>
                    <a:pt x="1339956" y="4881906"/>
                  </a:lnTo>
                  <a:lnTo>
                    <a:pt x="1340082" y="4881906"/>
                  </a:lnTo>
                  <a:lnTo>
                    <a:pt x="1340208" y="4881906"/>
                  </a:lnTo>
                  <a:lnTo>
                    <a:pt x="1340335" y="4881906"/>
                  </a:lnTo>
                  <a:lnTo>
                    <a:pt x="1340461" y="4881906"/>
                  </a:lnTo>
                  <a:lnTo>
                    <a:pt x="1340587" y="4881906"/>
                  </a:lnTo>
                  <a:lnTo>
                    <a:pt x="1340713" y="4881906"/>
                  </a:lnTo>
                  <a:lnTo>
                    <a:pt x="1340840" y="4881906"/>
                  </a:lnTo>
                  <a:lnTo>
                    <a:pt x="1340966" y="4881906"/>
                  </a:lnTo>
                  <a:lnTo>
                    <a:pt x="1340966" y="4876995"/>
                  </a:lnTo>
                  <a:lnTo>
                    <a:pt x="1341092" y="4876995"/>
                  </a:lnTo>
                  <a:lnTo>
                    <a:pt x="1341218" y="4876995"/>
                  </a:lnTo>
                  <a:lnTo>
                    <a:pt x="1341345" y="4876995"/>
                  </a:lnTo>
                  <a:lnTo>
                    <a:pt x="1341471" y="4876995"/>
                  </a:lnTo>
                  <a:lnTo>
                    <a:pt x="1341597" y="4876995"/>
                  </a:lnTo>
                  <a:lnTo>
                    <a:pt x="1341723" y="4876995"/>
                  </a:lnTo>
                  <a:lnTo>
                    <a:pt x="1341850" y="4876995"/>
                  </a:lnTo>
                  <a:lnTo>
                    <a:pt x="1341976" y="4876995"/>
                  </a:lnTo>
                  <a:lnTo>
                    <a:pt x="1342102" y="4876995"/>
                  </a:lnTo>
                  <a:lnTo>
                    <a:pt x="1342228" y="4876995"/>
                  </a:lnTo>
                  <a:lnTo>
                    <a:pt x="1342355" y="4876995"/>
                  </a:lnTo>
                  <a:lnTo>
                    <a:pt x="1342481" y="4876995"/>
                  </a:lnTo>
                  <a:lnTo>
                    <a:pt x="1342607" y="4876995"/>
                  </a:lnTo>
                  <a:lnTo>
                    <a:pt x="1342733" y="4876995"/>
                  </a:lnTo>
                  <a:lnTo>
                    <a:pt x="1342860" y="4876995"/>
                  </a:lnTo>
                  <a:lnTo>
                    <a:pt x="1342986" y="4876995"/>
                  </a:lnTo>
                  <a:lnTo>
                    <a:pt x="1343112" y="4876995"/>
                  </a:lnTo>
                  <a:lnTo>
                    <a:pt x="1343238" y="4876995"/>
                  </a:lnTo>
                  <a:lnTo>
                    <a:pt x="1343365" y="4876995"/>
                  </a:lnTo>
                  <a:lnTo>
                    <a:pt x="1343491" y="4876995"/>
                  </a:lnTo>
                  <a:lnTo>
                    <a:pt x="1343617" y="4876995"/>
                  </a:lnTo>
                  <a:lnTo>
                    <a:pt x="1343743" y="4876995"/>
                  </a:lnTo>
                  <a:lnTo>
                    <a:pt x="1343870" y="4876995"/>
                  </a:lnTo>
                  <a:lnTo>
                    <a:pt x="1343996" y="4876995"/>
                  </a:lnTo>
                  <a:lnTo>
                    <a:pt x="1344122" y="4876995"/>
                  </a:lnTo>
                  <a:lnTo>
                    <a:pt x="1344248" y="4876995"/>
                  </a:lnTo>
                  <a:lnTo>
                    <a:pt x="1344375" y="4876995"/>
                  </a:lnTo>
                  <a:lnTo>
                    <a:pt x="1344501" y="4876995"/>
                  </a:lnTo>
                  <a:lnTo>
                    <a:pt x="1344627" y="4876995"/>
                  </a:lnTo>
                  <a:lnTo>
                    <a:pt x="1344753" y="4876995"/>
                  </a:lnTo>
                  <a:lnTo>
                    <a:pt x="1344880" y="4876995"/>
                  </a:lnTo>
                  <a:lnTo>
                    <a:pt x="1345006" y="4876995"/>
                  </a:lnTo>
                  <a:lnTo>
                    <a:pt x="1345132" y="4876995"/>
                  </a:lnTo>
                  <a:lnTo>
                    <a:pt x="1345258" y="4876995"/>
                  </a:lnTo>
                  <a:lnTo>
                    <a:pt x="1345385" y="4876995"/>
                  </a:lnTo>
                  <a:lnTo>
                    <a:pt x="1345511" y="4876995"/>
                  </a:lnTo>
                  <a:lnTo>
                    <a:pt x="1345637" y="4876995"/>
                  </a:lnTo>
                  <a:lnTo>
                    <a:pt x="1345764" y="4876995"/>
                  </a:lnTo>
                  <a:lnTo>
                    <a:pt x="1345890" y="4876995"/>
                  </a:lnTo>
                  <a:lnTo>
                    <a:pt x="1346016" y="4876995"/>
                  </a:lnTo>
                  <a:lnTo>
                    <a:pt x="1346142" y="4876995"/>
                  </a:lnTo>
                  <a:lnTo>
                    <a:pt x="1346269" y="4876995"/>
                  </a:lnTo>
                  <a:lnTo>
                    <a:pt x="1346395" y="4876995"/>
                  </a:lnTo>
                  <a:lnTo>
                    <a:pt x="1346521" y="4876995"/>
                  </a:lnTo>
                  <a:lnTo>
                    <a:pt x="1346647" y="4876995"/>
                  </a:lnTo>
                  <a:lnTo>
                    <a:pt x="1346774" y="4876995"/>
                  </a:lnTo>
                  <a:lnTo>
                    <a:pt x="1346900" y="4876995"/>
                  </a:lnTo>
                  <a:lnTo>
                    <a:pt x="1347026" y="4876995"/>
                  </a:lnTo>
                  <a:lnTo>
                    <a:pt x="1347152" y="4876995"/>
                  </a:lnTo>
                  <a:lnTo>
                    <a:pt x="1347279" y="4876995"/>
                  </a:lnTo>
                  <a:lnTo>
                    <a:pt x="1347405" y="4876995"/>
                  </a:lnTo>
                  <a:lnTo>
                    <a:pt x="1347531" y="4876995"/>
                  </a:lnTo>
                  <a:lnTo>
                    <a:pt x="1347657" y="4876995"/>
                  </a:lnTo>
                  <a:lnTo>
                    <a:pt x="1347784" y="4876995"/>
                  </a:lnTo>
                  <a:lnTo>
                    <a:pt x="1347910" y="4876995"/>
                  </a:lnTo>
                  <a:lnTo>
                    <a:pt x="1348036" y="4876995"/>
                  </a:lnTo>
                  <a:lnTo>
                    <a:pt x="1348162" y="4876995"/>
                  </a:lnTo>
                  <a:lnTo>
                    <a:pt x="1348289" y="4876995"/>
                  </a:lnTo>
                  <a:lnTo>
                    <a:pt x="1348415" y="4876995"/>
                  </a:lnTo>
                  <a:lnTo>
                    <a:pt x="1348541" y="4876995"/>
                  </a:lnTo>
                  <a:lnTo>
                    <a:pt x="1348667" y="4876995"/>
                  </a:lnTo>
                  <a:lnTo>
                    <a:pt x="1348794" y="4876995"/>
                  </a:lnTo>
                  <a:lnTo>
                    <a:pt x="1348920" y="4876995"/>
                  </a:lnTo>
                  <a:lnTo>
                    <a:pt x="1349046" y="4876995"/>
                  </a:lnTo>
                  <a:lnTo>
                    <a:pt x="1349172" y="4876995"/>
                  </a:lnTo>
                  <a:lnTo>
                    <a:pt x="1349299" y="4876995"/>
                  </a:lnTo>
                  <a:lnTo>
                    <a:pt x="1349425" y="4876995"/>
                  </a:lnTo>
                  <a:lnTo>
                    <a:pt x="1349551" y="4876995"/>
                  </a:lnTo>
                  <a:lnTo>
                    <a:pt x="1349677" y="4876995"/>
                  </a:lnTo>
                  <a:lnTo>
                    <a:pt x="1349804" y="4876995"/>
                  </a:lnTo>
                  <a:lnTo>
                    <a:pt x="1349930" y="4876995"/>
                  </a:lnTo>
                  <a:lnTo>
                    <a:pt x="1350056" y="4876995"/>
                  </a:lnTo>
                  <a:lnTo>
                    <a:pt x="1350182" y="4876995"/>
                  </a:lnTo>
                  <a:lnTo>
                    <a:pt x="1350309" y="4876995"/>
                  </a:lnTo>
                  <a:lnTo>
                    <a:pt x="1350435" y="4876995"/>
                  </a:lnTo>
                  <a:lnTo>
                    <a:pt x="1350561" y="4876995"/>
                  </a:lnTo>
                  <a:lnTo>
                    <a:pt x="1350688" y="4876995"/>
                  </a:lnTo>
                  <a:lnTo>
                    <a:pt x="1350814" y="4876995"/>
                  </a:lnTo>
                  <a:lnTo>
                    <a:pt x="1350940" y="4876995"/>
                  </a:lnTo>
                  <a:lnTo>
                    <a:pt x="1351066" y="4876995"/>
                  </a:lnTo>
                  <a:lnTo>
                    <a:pt x="1351193" y="4876995"/>
                  </a:lnTo>
                  <a:lnTo>
                    <a:pt x="1351319" y="4876995"/>
                  </a:lnTo>
                  <a:lnTo>
                    <a:pt x="1351445" y="4876995"/>
                  </a:lnTo>
                  <a:lnTo>
                    <a:pt x="1351571" y="4876995"/>
                  </a:lnTo>
                  <a:lnTo>
                    <a:pt x="1351698" y="4876995"/>
                  </a:lnTo>
                  <a:lnTo>
                    <a:pt x="1351824" y="4876995"/>
                  </a:lnTo>
                  <a:lnTo>
                    <a:pt x="1351950" y="4876995"/>
                  </a:lnTo>
                  <a:lnTo>
                    <a:pt x="1352076" y="4876995"/>
                  </a:lnTo>
                  <a:lnTo>
                    <a:pt x="1352203" y="4876995"/>
                  </a:lnTo>
                  <a:lnTo>
                    <a:pt x="1352329" y="4876995"/>
                  </a:lnTo>
                  <a:lnTo>
                    <a:pt x="1352455" y="4876995"/>
                  </a:lnTo>
                  <a:lnTo>
                    <a:pt x="1352581" y="4876995"/>
                  </a:lnTo>
                  <a:lnTo>
                    <a:pt x="1352708" y="4876995"/>
                  </a:lnTo>
                  <a:lnTo>
                    <a:pt x="1352834" y="4876995"/>
                  </a:lnTo>
                  <a:lnTo>
                    <a:pt x="1352960" y="4876995"/>
                  </a:lnTo>
                  <a:lnTo>
                    <a:pt x="1353086" y="4876995"/>
                  </a:lnTo>
                  <a:lnTo>
                    <a:pt x="1353213" y="4876995"/>
                  </a:lnTo>
                  <a:lnTo>
                    <a:pt x="1353339" y="4876995"/>
                  </a:lnTo>
                  <a:lnTo>
                    <a:pt x="1353465" y="4876995"/>
                  </a:lnTo>
                  <a:lnTo>
                    <a:pt x="1353591" y="4876995"/>
                  </a:lnTo>
                  <a:lnTo>
                    <a:pt x="1353718" y="4876995"/>
                  </a:lnTo>
                  <a:lnTo>
                    <a:pt x="1353844" y="4876995"/>
                  </a:lnTo>
                  <a:lnTo>
                    <a:pt x="1353970" y="4876995"/>
                  </a:lnTo>
                  <a:lnTo>
                    <a:pt x="1354096" y="4876995"/>
                  </a:lnTo>
                  <a:lnTo>
                    <a:pt x="1354223" y="4876995"/>
                  </a:lnTo>
                  <a:lnTo>
                    <a:pt x="1354349" y="4876995"/>
                  </a:lnTo>
                  <a:lnTo>
                    <a:pt x="1354475" y="4876995"/>
                  </a:lnTo>
                  <a:lnTo>
                    <a:pt x="1354601" y="4876995"/>
                  </a:lnTo>
                  <a:lnTo>
                    <a:pt x="1354728" y="4876995"/>
                  </a:lnTo>
                  <a:lnTo>
                    <a:pt x="1354854" y="4876995"/>
                  </a:lnTo>
                  <a:lnTo>
                    <a:pt x="1354980" y="4876995"/>
                  </a:lnTo>
                  <a:lnTo>
                    <a:pt x="1355106" y="4876995"/>
                  </a:lnTo>
                  <a:lnTo>
                    <a:pt x="1355233" y="4876995"/>
                  </a:lnTo>
                  <a:lnTo>
                    <a:pt x="1355359" y="4876995"/>
                  </a:lnTo>
                  <a:lnTo>
                    <a:pt x="1355485" y="4876995"/>
                  </a:lnTo>
                  <a:lnTo>
                    <a:pt x="1355611" y="4876995"/>
                  </a:lnTo>
                  <a:lnTo>
                    <a:pt x="1355738" y="4876995"/>
                  </a:lnTo>
                  <a:lnTo>
                    <a:pt x="1355864" y="4876995"/>
                  </a:lnTo>
                  <a:lnTo>
                    <a:pt x="1355990" y="4876995"/>
                  </a:lnTo>
                  <a:lnTo>
                    <a:pt x="1356117" y="4876995"/>
                  </a:lnTo>
                  <a:lnTo>
                    <a:pt x="1356243" y="4876995"/>
                  </a:lnTo>
                  <a:lnTo>
                    <a:pt x="1356243" y="4872083"/>
                  </a:lnTo>
                  <a:lnTo>
                    <a:pt x="1356243" y="4867172"/>
                  </a:lnTo>
                  <a:lnTo>
                    <a:pt x="1356369" y="4867172"/>
                  </a:lnTo>
                  <a:lnTo>
                    <a:pt x="1356495" y="4867172"/>
                  </a:lnTo>
                  <a:lnTo>
                    <a:pt x="1356622" y="4867172"/>
                  </a:lnTo>
                  <a:lnTo>
                    <a:pt x="1356748" y="4867172"/>
                  </a:lnTo>
                  <a:lnTo>
                    <a:pt x="1356874" y="4867172"/>
                  </a:lnTo>
                  <a:lnTo>
                    <a:pt x="1357000" y="4867172"/>
                  </a:lnTo>
                  <a:lnTo>
                    <a:pt x="1357127" y="4867172"/>
                  </a:lnTo>
                  <a:lnTo>
                    <a:pt x="1357253" y="4867172"/>
                  </a:lnTo>
                  <a:lnTo>
                    <a:pt x="1357379" y="4867172"/>
                  </a:lnTo>
                  <a:lnTo>
                    <a:pt x="1357505" y="4867172"/>
                  </a:lnTo>
                  <a:lnTo>
                    <a:pt x="1357632" y="4867172"/>
                  </a:lnTo>
                  <a:lnTo>
                    <a:pt x="1357758" y="4867172"/>
                  </a:lnTo>
                  <a:lnTo>
                    <a:pt x="1357884" y="4867172"/>
                  </a:lnTo>
                  <a:lnTo>
                    <a:pt x="1358010" y="4867172"/>
                  </a:lnTo>
                  <a:lnTo>
                    <a:pt x="1358137" y="4867172"/>
                  </a:lnTo>
                  <a:lnTo>
                    <a:pt x="1358263" y="4867172"/>
                  </a:lnTo>
                  <a:lnTo>
                    <a:pt x="1358389" y="4867172"/>
                  </a:lnTo>
                  <a:lnTo>
                    <a:pt x="1358515" y="4867172"/>
                  </a:lnTo>
                  <a:lnTo>
                    <a:pt x="1358642" y="4867172"/>
                  </a:lnTo>
                  <a:lnTo>
                    <a:pt x="1358768" y="4867172"/>
                  </a:lnTo>
                  <a:lnTo>
                    <a:pt x="1358894" y="4867172"/>
                  </a:lnTo>
                  <a:lnTo>
                    <a:pt x="1359020" y="4867172"/>
                  </a:lnTo>
                  <a:lnTo>
                    <a:pt x="1359147" y="4867172"/>
                  </a:lnTo>
                  <a:lnTo>
                    <a:pt x="1359273" y="4867172"/>
                  </a:lnTo>
                  <a:lnTo>
                    <a:pt x="1359399" y="4867172"/>
                  </a:lnTo>
                  <a:lnTo>
                    <a:pt x="1359525" y="4867172"/>
                  </a:lnTo>
                  <a:lnTo>
                    <a:pt x="1359652" y="4867172"/>
                  </a:lnTo>
                  <a:lnTo>
                    <a:pt x="1359778" y="4867172"/>
                  </a:lnTo>
                  <a:lnTo>
                    <a:pt x="1359904" y="4867172"/>
                  </a:lnTo>
                  <a:lnTo>
                    <a:pt x="1360030" y="4867172"/>
                  </a:lnTo>
                  <a:lnTo>
                    <a:pt x="1360157" y="4867172"/>
                  </a:lnTo>
                  <a:lnTo>
                    <a:pt x="1360283" y="4867172"/>
                  </a:lnTo>
                  <a:lnTo>
                    <a:pt x="1360409" y="4867172"/>
                  </a:lnTo>
                  <a:lnTo>
                    <a:pt x="1360535" y="4867172"/>
                  </a:lnTo>
                  <a:lnTo>
                    <a:pt x="1360662" y="4867172"/>
                  </a:lnTo>
                  <a:lnTo>
                    <a:pt x="1360788" y="4867172"/>
                  </a:lnTo>
                  <a:lnTo>
                    <a:pt x="1360788" y="4862261"/>
                  </a:lnTo>
                  <a:lnTo>
                    <a:pt x="1360914" y="4862261"/>
                  </a:lnTo>
                  <a:lnTo>
                    <a:pt x="1361041" y="4862261"/>
                  </a:lnTo>
                  <a:lnTo>
                    <a:pt x="1361167" y="4862261"/>
                  </a:lnTo>
                  <a:lnTo>
                    <a:pt x="1361293" y="4862261"/>
                  </a:lnTo>
                  <a:lnTo>
                    <a:pt x="1361419" y="4862261"/>
                  </a:lnTo>
                  <a:lnTo>
                    <a:pt x="1361546" y="4862261"/>
                  </a:lnTo>
                  <a:lnTo>
                    <a:pt x="1361672" y="4862261"/>
                  </a:lnTo>
                  <a:lnTo>
                    <a:pt x="1361798" y="4862261"/>
                  </a:lnTo>
                  <a:lnTo>
                    <a:pt x="1361924" y="4862261"/>
                  </a:lnTo>
                  <a:lnTo>
                    <a:pt x="1362051" y="4862261"/>
                  </a:lnTo>
                  <a:lnTo>
                    <a:pt x="1362177" y="4862261"/>
                  </a:lnTo>
                  <a:lnTo>
                    <a:pt x="1362303" y="4862261"/>
                  </a:lnTo>
                  <a:lnTo>
                    <a:pt x="1362429" y="4862261"/>
                  </a:lnTo>
                  <a:lnTo>
                    <a:pt x="1362556" y="4862261"/>
                  </a:lnTo>
                  <a:lnTo>
                    <a:pt x="1362682" y="4862261"/>
                  </a:lnTo>
                  <a:lnTo>
                    <a:pt x="1362808" y="4862261"/>
                  </a:lnTo>
                  <a:lnTo>
                    <a:pt x="1362934" y="4862261"/>
                  </a:lnTo>
                  <a:lnTo>
                    <a:pt x="1363061" y="4862261"/>
                  </a:lnTo>
                  <a:lnTo>
                    <a:pt x="1363187" y="4862261"/>
                  </a:lnTo>
                  <a:lnTo>
                    <a:pt x="1363313" y="4862261"/>
                  </a:lnTo>
                  <a:lnTo>
                    <a:pt x="1363439" y="4862261"/>
                  </a:lnTo>
                  <a:lnTo>
                    <a:pt x="1363566" y="4862261"/>
                  </a:lnTo>
                  <a:lnTo>
                    <a:pt x="1363692" y="4862261"/>
                  </a:lnTo>
                  <a:lnTo>
                    <a:pt x="1363818" y="4862261"/>
                  </a:lnTo>
                  <a:lnTo>
                    <a:pt x="1363944" y="4862261"/>
                  </a:lnTo>
                  <a:lnTo>
                    <a:pt x="1364071" y="4862261"/>
                  </a:lnTo>
                  <a:lnTo>
                    <a:pt x="1364197" y="4862261"/>
                  </a:lnTo>
                  <a:lnTo>
                    <a:pt x="1364323" y="4862261"/>
                  </a:lnTo>
                  <a:lnTo>
                    <a:pt x="1364449" y="4862261"/>
                  </a:lnTo>
                  <a:lnTo>
                    <a:pt x="1364576" y="4862261"/>
                  </a:lnTo>
                  <a:lnTo>
                    <a:pt x="1364702" y="4862261"/>
                  </a:lnTo>
                  <a:lnTo>
                    <a:pt x="1364828" y="4862261"/>
                  </a:lnTo>
                  <a:lnTo>
                    <a:pt x="1364954" y="4862261"/>
                  </a:lnTo>
                  <a:lnTo>
                    <a:pt x="1365081" y="4862261"/>
                  </a:lnTo>
                  <a:lnTo>
                    <a:pt x="1365207" y="4862261"/>
                  </a:lnTo>
                  <a:lnTo>
                    <a:pt x="1365333" y="4862261"/>
                  </a:lnTo>
                  <a:lnTo>
                    <a:pt x="1365459" y="4862261"/>
                  </a:lnTo>
                  <a:lnTo>
                    <a:pt x="1365586" y="4862261"/>
                  </a:lnTo>
                  <a:lnTo>
                    <a:pt x="1365712" y="4862261"/>
                  </a:lnTo>
                  <a:lnTo>
                    <a:pt x="1365838" y="4862261"/>
                  </a:lnTo>
                  <a:lnTo>
                    <a:pt x="1365965" y="4862261"/>
                  </a:lnTo>
                  <a:lnTo>
                    <a:pt x="1366091" y="4862261"/>
                  </a:lnTo>
                  <a:lnTo>
                    <a:pt x="1366217" y="4862261"/>
                  </a:lnTo>
                  <a:lnTo>
                    <a:pt x="1366343" y="4862261"/>
                  </a:lnTo>
                  <a:lnTo>
                    <a:pt x="1366470" y="4862261"/>
                  </a:lnTo>
                  <a:lnTo>
                    <a:pt x="1366596" y="4862261"/>
                  </a:lnTo>
                  <a:lnTo>
                    <a:pt x="1366722" y="4862261"/>
                  </a:lnTo>
                  <a:lnTo>
                    <a:pt x="1366848" y="4862261"/>
                  </a:lnTo>
                  <a:lnTo>
                    <a:pt x="1366848" y="4857349"/>
                  </a:lnTo>
                  <a:lnTo>
                    <a:pt x="1366975" y="4857349"/>
                  </a:lnTo>
                  <a:lnTo>
                    <a:pt x="1367101" y="4857349"/>
                  </a:lnTo>
                  <a:lnTo>
                    <a:pt x="1367227" y="4857349"/>
                  </a:lnTo>
                  <a:lnTo>
                    <a:pt x="1367353" y="4857349"/>
                  </a:lnTo>
                  <a:lnTo>
                    <a:pt x="1367480" y="4857349"/>
                  </a:lnTo>
                  <a:lnTo>
                    <a:pt x="1367606" y="4857349"/>
                  </a:lnTo>
                  <a:lnTo>
                    <a:pt x="1367732" y="4857349"/>
                  </a:lnTo>
                  <a:lnTo>
                    <a:pt x="1367858" y="4857349"/>
                  </a:lnTo>
                  <a:lnTo>
                    <a:pt x="1367985" y="4857349"/>
                  </a:lnTo>
                  <a:lnTo>
                    <a:pt x="1368111" y="4857349"/>
                  </a:lnTo>
                  <a:lnTo>
                    <a:pt x="1368237" y="4857349"/>
                  </a:lnTo>
                  <a:lnTo>
                    <a:pt x="1368363" y="4857349"/>
                  </a:lnTo>
                  <a:lnTo>
                    <a:pt x="1368490" y="4857349"/>
                  </a:lnTo>
                  <a:lnTo>
                    <a:pt x="1368616" y="4857349"/>
                  </a:lnTo>
                  <a:lnTo>
                    <a:pt x="1368742" y="4857349"/>
                  </a:lnTo>
                  <a:lnTo>
                    <a:pt x="1368868" y="4857349"/>
                  </a:lnTo>
                  <a:lnTo>
                    <a:pt x="1368995" y="4857349"/>
                  </a:lnTo>
                  <a:lnTo>
                    <a:pt x="1369121" y="4857349"/>
                  </a:lnTo>
                  <a:lnTo>
                    <a:pt x="1369247" y="4857349"/>
                  </a:lnTo>
                  <a:lnTo>
                    <a:pt x="1369373" y="4857349"/>
                  </a:lnTo>
                  <a:lnTo>
                    <a:pt x="1369500" y="4857349"/>
                  </a:lnTo>
                  <a:lnTo>
                    <a:pt x="1369626" y="4857349"/>
                  </a:lnTo>
                  <a:lnTo>
                    <a:pt x="1369752" y="4857349"/>
                  </a:lnTo>
                  <a:lnTo>
                    <a:pt x="1369878" y="4857349"/>
                  </a:lnTo>
                  <a:lnTo>
                    <a:pt x="1370005" y="4857349"/>
                  </a:lnTo>
                  <a:lnTo>
                    <a:pt x="1370131" y="4857349"/>
                  </a:lnTo>
                  <a:lnTo>
                    <a:pt x="1370257" y="4857349"/>
                  </a:lnTo>
                  <a:lnTo>
                    <a:pt x="1370383" y="4857349"/>
                  </a:lnTo>
                  <a:lnTo>
                    <a:pt x="1370510" y="4857349"/>
                  </a:lnTo>
                  <a:lnTo>
                    <a:pt x="1370636" y="4857349"/>
                  </a:lnTo>
                  <a:lnTo>
                    <a:pt x="1370762" y="4857349"/>
                  </a:lnTo>
                  <a:lnTo>
                    <a:pt x="1370888" y="4857349"/>
                  </a:lnTo>
                  <a:lnTo>
                    <a:pt x="1371015" y="4857349"/>
                  </a:lnTo>
                  <a:lnTo>
                    <a:pt x="1371141" y="4857349"/>
                  </a:lnTo>
                  <a:lnTo>
                    <a:pt x="1371267" y="4857349"/>
                  </a:lnTo>
                  <a:lnTo>
                    <a:pt x="1371394" y="4857349"/>
                  </a:lnTo>
                  <a:lnTo>
                    <a:pt x="1371520" y="4857349"/>
                  </a:lnTo>
                  <a:lnTo>
                    <a:pt x="1371646" y="4857349"/>
                  </a:lnTo>
                  <a:lnTo>
                    <a:pt x="1371772" y="4857349"/>
                  </a:lnTo>
                  <a:lnTo>
                    <a:pt x="1371899" y="4857349"/>
                  </a:lnTo>
                  <a:lnTo>
                    <a:pt x="1372025" y="4857349"/>
                  </a:lnTo>
                  <a:lnTo>
                    <a:pt x="1372151" y="4857349"/>
                  </a:lnTo>
                  <a:lnTo>
                    <a:pt x="1372277" y="4857349"/>
                  </a:lnTo>
                  <a:lnTo>
                    <a:pt x="1372404" y="4857349"/>
                  </a:lnTo>
                  <a:lnTo>
                    <a:pt x="1372530" y="4857349"/>
                  </a:lnTo>
                  <a:lnTo>
                    <a:pt x="1372656" y="4857349"/>
                  </a:lnTo>
                  <a:lnTo>
                    <a:pt x="1372782" y="4857349"/>
                  </a:lnTo>
                  <a:lnTo>
                    <a:pt x="1372909" y="4857349"/>
                  </a:lnTo>
                  <a:lnTo>
                    <a:pt x="1373035" y="4857349"/>
                  </a:lnTo>
                  <a:lnTo>
                    <a:pt x="1373161" y="4857349"/>
                  </a:lnTo>
                  <a:lnTo>
                    <a:pt x="1373287" y="4857349"/>
                  </a:lnTo>
                  <a:lnTo>
                    <a:pt x="1373414" y="4857349"/>
                  </a:lnTo>
                  <a:lnTo>
                    <a:pt x="1373540" y="4857349"/>
                  </a:lnTo>
                  <a:lnTo>
                    <a:pt x="1373540" y="4852438"/>
                  </a:lnTo>
                  <a:lnTo>
                    <a:pt x="1373666" y="4852438"/>
                  </a:lnTo>
                  <a:lnTo>
                    <a:pt x="1373792" y="4852438"/>
                  </a:lnTo>
                  <a:lnTo>
                    <a:pt x="1373919" y="4852438"/>
                  </a:lnTo>
                  <a:lnTo>
                    <a:pt x="1374045" y="4852438"/>
                  </a:lnTo>
                  <a:lnTo>
                    <a:pt x="1374171" y="4852438"/>
                  </a:lnTo>
                  <a:lnTo>
                    <a:pt x="1374297" y="4852438"/>
                  </a:lnTo>
                  <a:lnTo>
                    <a:pt x="1374424" y="4852438"/>
                  </a:lnTo>
                  <a:lnTo>
                    <a:pt x="1374550" y="4852438"/>
                  </a:lnTo>
                  <a:lnTo>
                    <a:pt x="1374676" y="4852438"/>
                  </a:lnTo>
                  <a:lnTo>
                    <a:pt x="1374802" y="4852438"/>
                  </a:lnTo>
                  <a:lnTo>
                    <a:pt x="1374929" y="4852438"/>
                  </a:lnTo>
                  <a:lnTo>
                    <a:pt x="1375055" y="4852438"/>
                  </a:lnTo>
                  <a:lnTo>
                    <a:pt x="1375181" y="4852438"/>
                  </a:lnTo>
                  <a:lnTo>
                    <a:pt x="1375307" y="4852438"/>
                  </a:lnTo>
                  <a:lnTo>
                    <a:pt x="1375434" y="4852438"/>
                  </a:lnTo>
                  <a:lnTo>
                    <a:pt x="1375560" y="4852438"/>
                  </a:lnTo>
                  <a:lnTo>
                    <a:pt x="1375686" y="4852438"/>
                  </a:lnTo>
                  <a:lnTo>
                    <a:pt x="1375812" y="4852438"/>
                  </a:lnTo>
                  <a:lnTo>
                    <a:pt x="1375939" y="4852438"/>
                  </a:lnTo>
                  <a:lnTo>
                    <a:pt x="1376065" y="4852438"/>
                  </a:lnTo>
                  <a:lnTo>
                    <a:pt x="1376191" y="4852438"/>
                  </a:lnTo>
                  <a:lnTo>
                    <a:pt x="1376318" y="4852438"/>
                  </a:lnTo>
                  <a:lnTo>
                    <a:pt x="1376444" y="4852438"/>
                  </a:lnTo>
                  <a:lnTo>
                    <a:pt x="1376570" y="4852438"/>
                  </a:lnTo>
                  <a:lnTo>
                    <a:pt x="1376696" y="4852438"/>
                  </a:lnTo>
                  <a:lnTo>
                    <a:pt x="1376823" y="4852438"/>
                  </a:lnTo>
                  <a:lnTo>
                    <a:pt x="1376949" y="4852438"/>
                  </a:lnTo>
                  <a:lnTo>
                    <a:pt x="1377075" y="4852438"/>
                  </a:lnTo>
                  <a:lnTo>
                    <a:pt x="1377201" y="4852438"/>
                  </a:lnTo>
                  <a:lnTo>
                    <a:pt x="1377328" y="4852438"/>
                  </a:lnTo>
                  <a:lnTo>
                    <a:pt x="1377454" y="4852438"/>
                  </a:lnTo>
                  <a:lnTo>
                    <a:pt x="1377580" y="4852438"/>
                  </a:lnTo>
                  <a:lnTo>
                    <a:pt x="1377706" y="4852438"/>
                  </a:lnTo>
                  <a:lnTo>
                    <a:pt x="1377833" y="4852438"/>
                  </a:lnTo>
                  <a:lnTo>
                    <a:pt x="1377959" y="4852438"/>
                  </a:lnTo>
                  <a:lnTo>
                    <a:pt x="1378085" y="4852438"/>
                  </a:lnTo>
                  <a:lnTo>
                    <a:pt x="1378211" y="4852438"/>
                  </a:lnTo>
                  <a:lnTo>
                    <a:pt x="1378338" y="4852438"/>
                  </a:lnTo>
                  <a:lnTo>
                    <a:pt x="1378338" y="4847527"/>
                  </a:lnTo>
                  <a:lnTo>
                    <a:pt x="1378464" y="4847527"/>
                  </a:lnTo>
                  <a:lnTo>
                    <a:pt x="1378590" y="4847527"/>
                  </a:lnTo>
                  <a:lnTo>
                    <a:pt x="1378716" y="4847527"/>
                  </a:lnTo>
                  <a:lnTo>
                    <a:pt x="1378843" y="4847527"/>
                  </a:lnTo>
                  <a:lnTo>
                    <a:pt x="1378969" y="4847527"/>
                  </a:lnTo>
                  <a:lnTo>
                    <a:pt x="1379095" y="4847527"/>
                  </a:lnTo>
                  <a:lnTo>
                    <a:pt x="1379221" y="4847527"/>
                  </a:lnTo>
                  <a:lnTo>
                    <a:pt x="1379348" y="4847527"/>
                  </a:lnTo>
                  <a:lnTo>
                    <a:pt x="1379474" y="4847527"/>
                  </a:lnTo>
                  <a:lnTo>
                    <a:pt x="1379600" y="4847527"/>
                  </a:lnTo>
                  <a:lnTo>
                    <a:pt x="1379726" y="4847527"/>
                  </a:lnTo>
                  <a:lnTo>
                    <a:pt x="1379853" y="4847527"/>
                  </a:lnTo>
                  <a:lnTo>
                    <a:pt x="1379979" y="4847527"/>
                  </a:lnTo>
                  <a:lnTo>
                    <a:pt x="1380105" y="4847527"/>
                  </a:lnTo>
                  <a:lnTo>
                    <a:pt x="1380231" y="4847527"/>
                  </a:lnTo>
                  <a:lnTo>
                    <a:pt x="1380358" y="4847527"/>
                  </a:lnTo>
                  <a:lnTo>
                    <a:pt x="1380484" y="4847527"/>
                  </a:lnTo>
                  <a:lnTo>
                    <a:pt x="1380610" y="4847527"/>
                  </a:lnTo>
                  <a:lnTo>
                    <a:pt x="1380736" y="4847527"/>
                  </a:lnTo>
                  <a:lnTo>
                    <a:pt x="1380736" y="4842615"/>
                  </a:lnTo>
                  <a:lnTo>
                    <a:pt x="1380863" y="4842615"/>
                  </a:lnTo>
                  <a:lnTo>
                    <a:pt x="1380989" y="4842615"/>
                  </a:lnTo>
                  <a:lnTo>
                    <a:pt x="1381115" y="4842615"/>
                  </a:lnTo>
                  <a:lnTo>
                    <a:pt x="1381241" y="4842615"/>
                  </a:lnTo>
                  <a:lnTo>
                    <a:pt x="1381368" y="4842615"/>
                  </a:lnTo>
                  <a:lnTo>
                    <a:pt x="1381494" y="4842615"/>
                  </a:lnTo>
                  <a:lnTo>
                    <a:pt x="1381620" y="4842615"/>
                  </a:lnTo>
                  <a:lnTo>
                    <a:pt x="1381747" y="4842615"/>
                  </a:lnTo>
                  <a:lnTo>
                    <a:pt x="1381873" y="4842615"/>
                  </a:lnTo>
                  <a:lnTo>
                    <a:pt x="1381999" y="4842615"/>
                  </a:lnTo>
                  <a:lnTo>
                    <a:pt x="1382125" y="4842615"/>
                  </a:lnTo>
                  <a:lnTo>
                    <a:pt x="1382252" y="4842615"/>
                  </a:lnTo>
                  <a:lnTo>
                    <a:pt x="1382252" y="4837704"/>
                  </a:lnTo>
                  <a:lnTo>
                    <a:pt x="1382252" y="4832792"/>
                  </a:lnTo>
                  <a:lnTo>
                    <a:pt x="1382378" y="4832792"/>
                  </a:lnTo>
                  <a:lnTo>
                    <a:pt x="1382504" y="4832792"/>
                  </a:lnTo>
                  <a:lnTo>
                    <a:pt x="1382630" y="4832792"/>
                  </a:lnTo>
                  <a:lnTo>
                    <a:pt x="1382757" y="4832792"/>
                  </a:lnTo>
                  <a:lnTo>
                    <a:pt x="1382883" y="4832792"/>
                  </a:lnTo>
                  <a:lnTo>
                    <a:pt x="1383009" y="4832792"/>
                  </a:lnTo>
                  <a:lnTo>
                    <a:pt x="1383135" y="4832792"/>
                  </a:lnTo>
                  <a:lnTo>
                    <a:pt x="1383262" y="4832792"/>
                  </a:lnTo>
                  <a:lnTo>
                    <a:pt x="1383388" y="4832792"/>
                  </a:lnTo>
                  <a:lnTo>
                    <a:pt x="1383514" y="4832792"/>
                  </a:lnTo>
                  <a:lnTo>
                    <a:pt x="1383640" y="4832792"/>
                  </a:lnTo>
                  <a:lnTo>
                    <a:pt x="1383767" y="4832792"/>
                  </a:lnTo>
                  <a:lnTo>
                    <a:pt x="1383893" y="4832792"/>
                  </a:lnTo>
                  <a:lnTo>
                    <a:pt x="1384019" y="4832792"/>
                  </a:lnTo>
                  <a:lnTo>
                    <a:pt x="1384145" y="4832792"/>
                  </a:lnTo>
                  <a:lnTo>
                    <a:pt x="1384272" y="4832792"/>
                  </a:lnTo>
                  <a:lnTo>
                    <a:pt x="1384398" y="4832792"/>
                  </a:lnTo>
                  <a:lnTo>
                    <a:pt x="1384524" y="4832792"/>
                  </a:lnTo>
                  <a:lnTo>
                    <a:pt x="1384650" y="4832792"/>
                  </a:lnTo>
                  <a:lnTo>
                    <a:pt x="1384777" y="4832792"/>
                  </a:lnTo>
                  <a:lnTo>
                    <a:pt x="1384903" y="4832792"/>
                  </a:lnTo>
                  <a:lnTo>
                    <a:pt x="1385029" y="4832792"/>
                  </a:lnTo>
                  <a:lnTo>
                    <a:pt x="1385155" y="4832792"/>
                  </a:lnTo>
                  <a:lnTo>
                    <a:pt x="1385282" y="4832792"/>
                  </a:lnTo>
                  <a:lnTo>
                    <a:pt x="1385408" y="4832792"/>
                  </a:lnTo>
                  <a:lnTo>
                    <a:pt x="1385534" y="4832792"/>
                  </a:lnTo>
                  <a:lnTo>
                    <a:pt x="1385660" y="4832792"/>
                  </a:lnTo>
                  <a:lnTo>
                    <a:pt x="1385787" y="4832792"/>
                  </a:lnTo>
                  <a:lnTo>
                    <a:pt x="1385913" y="4832792"/>
                  </a:lnTo>
                  <a:lnTo>
                    <a:pt x="1386039" y="4832792"/>
                  </a:lnTo>
                  <a:lnTo>
                    <a:pt x="1386165" y="4832792"/>
                  </a:lnTo>
                  <a:lnTo>
                    <a:pt x="1386292" y="4832792"/>
                  </a:lnTo>
                  <a:lnTo>
                    <a:pt x="1386418" y="4832792"/>
                  </a:lnTo>
                  <a:lnTo>
                    <a:pt x="1386544" y="4832792"/>
                  </a:lnTo>
                  <a:lnTo>
                    <a:pt x="1386671" y="4832792"/>
                  </a:lnTo>
                  <a:lnTo>
                    <a:pt x="1386797" y="4832792"/>
                  </a:lnTo>
                  <a:lnTo>
                    <a:pt x="1386923" y="4832792"/>
                  </a:lnTo>
                  <a:lnTo>
                    <a:pt x="1387049" y="4832792"/>
                  </a:lnTo>
                  <a:lnTo>
                    <a:pt x="1387176" y="4832792"/>
                  </a:lnTo>
                  <a:lnTo>
                    <a:pt x="1387302" y="4832792"/>
                  </a:lnTo>
                  <a:lnTo>
                    <a:pt x="1387428" y="4832792"/>
                  </a:lnTo>
                  <a:lnTo>
                    <a:pt x="1387554" y="4832792"/>
                  </a:lnTo>
                  <a:lnTo>
                    <a:pt x="1387681" y="4832792"/>
                  </a:lnTo>
                  <a:lnTo>
                    <a:pt x="1387807" y="4832792"/>
                  </a:lnTo>
                  <a:lnTo>
                    <a:pt x="1387933" y="4832792"/>
                  </a:lnTo>
                  <a:lnTo>
                    <a:pt x="1388059" y="4832792"/>
                  </a:lnTo>
                  <a:lnTo>
                    <a:pt x="1388186" y="4832792"/>
                  </a:lnTo>
                  <a:lnTo>
                    <a:pt x="1388312" y="4832792"/>
                  </a:lnTo>
                  <a:lnTo>
                    <a:pt x="1388438" y="4832792"/>
                  </a:lnTo>
                  <a:lnTo>
                    <a:pt x="1388564" y="4832792"/>
                  </a:lnTo>
                  <a:lnTo>
                    <a:pt x="1388691" y="4832792"/>
                  </a:lnTo>
                  <a:lnTo>
                    <a:pt x="1388817" y="4832792"/>
                  </a:lnTo>
                  <a:lnTo>
                    <a:pt x="1388943" y="4832792"/>
                  </a:lnTo>
                  <a:lnTo>
                    <a:pt x="1389069" y="4832792"/>
                  </a:lnTo>
                  <a:lnTo>
                    <a:pt x="1389196" y="4832792"/>
                  </a:lnTo>
                  <a:lnTo>
                    <a:pt x="1389322" y="4832792"/>
                  </a:lnTo>
                  <a:lnTo>
                    <a:pt x="1389448" y="4832792"/>
                  </a:lnTo>
                  <a:lnTo>
                    <a:pt x="1389574" y="4832792"/>
                  </a:lnTo>
                  <a:lnTo>
                    <a:pt x="1389701" y="4832792"/>
                  </a:lnTo>
                  <a:lnTo>
                    <a:pt x="1389827" y="4832792"/>
                  </a:lnTo>
                  <a:lnTo>
                    <a:pt x="1389953" y="4832792"/>
                  </a:lnTo>
                  <a:lnTo>
                    <a:pt x="1390079" y="4832792"/>
                  </a:lnTo>
                  <a:lnTo>
                    <a:pt x="1390206" y="4832792"/>
                  </a:lnTo>
                  <a:lnTo>
                    <a:pt x="1390332" y="4832792"/>
                  </a:lnTo>
                  <a:lnTo>
                    <a:pt x="1390458" y="4832792"/>
                  </a:lnTo>
                  <a:lnTo>
                    <a:pt x="1390584" y="4832792"/>
                  </a:lnTo>
                  <a:lnTo>
                    <a:pt x="1390711" y="4832792"/>
                  </a:lnTo>
                  <a:lnTo>
                    <a:pt x="1390837" y="4832792"/>
                  </a:lnTo>
                  <a:lnTo>
                    <a:pt x="1390963" y="4832792"/>
                  </a:lnTo>
                  <a:lnTo>
                    <a:pt x="1390963" y="4827881"/>
                  </a:lnTo>
                  <a:lnTo>
                    <a:pt x="1391089" y="4827881"/>
                  </a:lnTo>
                  <a:lnTo>
                    <a:pt x="1391216" y="4827881"/>
                  </a:lnTo>
                  <a:lnTo>
                    <a:pt x="1391342" y="4827881"/>
                  </a:lnTo>
                  <a:lnTo>
                    <a:pt x="1391468" y="4827881"/>
                  </a:lnTo>
                  <a:lnTo>
                    <a:pt x="1391594" y="4827881"/>
                  </a:lnTo>
                  <a:lnTo>
                    <a:pt x="1391721" y="4827881"/>
                  </a:lnTo>
                  <a:lnTo>
                    <a:pt x="1391847" y="4827881"/>
                  </a:lnTo>
                  <a:lnTo>
                    <a:pt x="1391973" y="4827881"/>
                  </a:lnTo>
                  <a:lnTo>
                    <a:pt x="1392100" y="4827881"/>
                  </a:lnTo>
                  <a:lnTo>
                    <a:pt x="1392226" y="4827881"/>
                  </a:lnTo>
                  <a:lnTo>
                    <a:pt x="1392352" y="4827881"/>
                  </a:lnTo>
                  <a:lnTo>
                    <a:pt x="1392478" y="4827881"/>
                  </a:lnTo>
                  <a:lnTo>
                    <a:pt x="1392605" y="4827881"/>
                  </a:lnTo>
                  <a:lnTo>
                    <a:pt x="1392731" y="4827881"/>
                  </a:lnTo>
                  <a:lnTo>
                    <a:pt x="1392857" y="4827881"/>
                  </a:lnTo>
                  <a:lnTo>
                    <a:pt x="1392983" y="4827881"/>
                  </a:lnTo>
                  <a:lnTo>
                    <a:pt x="1393110" y="4827881"/>
                  </a:lnTo>
                  <a:lnTo>
                    <a:pt x="1393236" y="4827881"/>
                  </a:lnTo>
                  <a:lnTo>
                    <a:pt x="1393362" y="4827881"/>
                  </a:lnTo>
                  <a:lnTo>
                    <a:pt x="1393488" y="4827881"/>
                  </a:lnTo>
                  <a:lnTo>
                    <a:pt x="1393615" y="4827881"/>
                  </a:lnTo>
                  <a:lnTo>
                    <a:pt x="1393741" y="4827881"/>
                  </a:lnTo>
                  <a:lnTo>
                    <a:pt x="1393867" y="4827881"/>
                  </a:lnTo>
                  <a:lnTo>
                    <a:pt x="1393993" y="4827881"/>
                  </a:lnTo>
                  <a:lnTo>
                    <a:pt x="1394120" y="4827881"/>
                  </a:lnTo>
                  <a:lnTo>
                    <a:pt x="1394246" y="4827881"/>
                  </a:lnTo>
                  <a:lnTo>
                    <a:pt x="1394372" y="4827881"/>
                  </a:lnTo>
                  <a:lnTo>
                    <a:pt x="1394498" y="4827881"/>
                  </a:lnTo>
                  <a:lnTo>
                    <a:pt x="1394498" y="4822970"/>
                  </a:lnTo>
                  <a:lnTo>
                    <a:pt x="1394625" y="4822970"/>
                  </a:lnTo>
                  <a:lnTo>
                    <a:pt x="1394751" y="4822970"/>
                  </a:lnTo>
                  <a:lnTo>
                    <a:pt x="1394877" y="4822970"/>
                  </a:lnTo>
                  <a:lnTo>
                    <a:pt x="1395003" y="4822970"/>
                  </a:lnTo>
                  <a:lnTo>
                    <a:pt x="1395130" y="4822970"/>
                  </a:lnTo>
                  <a:lnTo>
                    <a:pt x="1395256" y="4822970"/>
                  </a:lnTo>
                  <a:lnTo>
                    <a:pt x="1395382" y="4822970"/>
                  </a:lnTo>
                  <a:lnTo>
                    <a:pt x="1395508" y="4822970"/>
                  </a:lnTo>
                  <a:lnTo>
                    <a:pt x="1395635" y="4822970"/>
                  </a:lnTo>
                  <a:lnTo>
                    <a:pt x="1395761" y="4822970"/>
                  </a:lnTo>
                  <a:lnTo>
                    <a:pt x="1395761" y="4818058"/>
                  </a:lnTo>
                  <a:lnTo>
                    <a:pt x="1395887" y="4818058"/>
                  </a:lnTo>
                  <a:lnTo>
                    <a:pt x="1396013" y="4818058"/>
                  </a:lnTo>
                  <a:lnTo>
                    <a:pt x="1396140" y="4818058"/>
                  </a:lnTo>
                  <a:lnTo>
                    <a:pt x="1396266" y="4818058"/>
                  </a:lnTo>
                  <a:lnTo>
                    <a:pt x="1396392" y="4818058"/>
                  </a:lnTo>
                  <a:lnTo>
                    <a:pt x="1396518" y="4818058"/>
                  </a:lnTo>
                  <a:lnTo>
                    <a:pt x="1396645" y="4818058"/>
                  </a:lnTo>
                  <a:lnTo>
                    <a:pt x="1396771" y="4818058"/>
                  </a:lnTo>
                  <a:lnTo>
                    <a:pt x="1396897" y="4818058"/>
                  </a:lnTo>
                  <a:lnTo>
                    <a:pt x="1397024" y="4818058"/>
                  </a:lnTo>
                  <a:lnTo>
                    <a:pt x="1397150" y="4818058"/>
                  </a:lnTo>
                  <a:lnTo>
                    <a:pt x="1397276" y="4818058"/>
                  </a:lnTo>
                  <a:lnTo>
                    <a:pt x="1397402" y="4818058"/>
                  </a:lnTo>
                  <a:lnTo>
                    <a:pt x="1397529" y="4818058"/>
                  </a:lnTo>
                  <a:lnTo>
                    <a:pt x="1397655" y="4818058"/>
                  </a:lnTo>
                  <a:lnTo>
                    <a:pt x="1397781" y="4818058"/>
                  </a:lnTo>
                  <a:lnTo>
                    <a:pt x="1397907" y="4818058"/>
                  </a:lnTo>
                  <a:lnTo>
                    <a:pt x="1398034" y="4818058"/>
                  </a:lnTo>
                  <a:lnTo>
                    <a:pt x="1398160" y="4818058"/>
                  </a:lnTo>
                  <a:lnTo>
                    <a:pt x="1398286" y="4818058"/>
                  </a:lnTo>
                  <a:lnTo>
                    <a:pt x="1398412" y="4818058"/>
                  </a:lnTo>
                  <a:lnTo>
                    <a:pt x="1398539" y="4818058"/>
                  </a:lnTo>
                  <a:lnTo>
                    <a:pt x="1398665" y="4818058"/>
                  </a:lnTo>
                  <a:lnTo>
                    <a:pt x="1398791" y="4818058"/>
                  </a:lnTo>
                  <a:lnTo>
                    <a:pt x="1398917" y="4818058"/>
                  </a:lnTo>
                  <a:lnTo>
                    <a:pt x="1399044" y="4818058"/>
                  </a:lnTo>
                  <a:lnTo>
                    <a:pt x="1399170" y="4818058"/>
                  </a:lnTo>
                  <a:lnTo>
                    <a:pt x="1399296" y="4818058"/>
                  </a:lnTo>
                  <a:lnTo>
                    <a:pt x="1399422" y="4818058"/>
                  </a:lnTo>
                  <a:lnTo>
                    <a:pt x="1399549" y="4818058"/>
                  </a:lnTo>
                  <a:lnTo>
                    <a:pt x="1399675" y="4818058"/>
                  </a:lnTo>
                  <a:lnTo>
                    <a:pt x="1399801" y="4818058"/>
                  </a:lnTo>
                  <a:lnTo>
                    <a:pt x="1399927" y="4818058"/>
                  </a:lnTo>
                  <a:lnTo>
                    <a:pt x="1400054" y="4818058"/>
                  </a:lnTo>
                  <a:lnTo>
                    <a:pt x="1400180" y="4818058"/>
                  </a:lnTo>
                  <a:lnTo>
                    <a:pt x="1400306" y="4818058"/>
                  </a:lnTo>
                  <a:lnTo>
                    <a:pt x="1400432" y="4818058"/>
                  </a:lnTo>
                  <a:lnTo>
                    <a:pt x="1400432" y="4813147"/>
                  </a:lnTo>
                  <a:lnTo>
                    <a:pt x="1400559" y="4813147"/>
                  </a:lnTo>
                  <a:lnTo>
                    <a:pt x="1400685" y="4813147"/>
                  </a:lnTo>
                  <a:lnTo>
                    <a:pt x="1400811" y="4813147"/>
                  </a:lnTo>
                  <a:lnTo>
                    <a:pt x="1400937" y="4813147"/>
                  </a:lnTo>
                  <a:lnTo>
                    <a:pt x="1401064" y="4813147"/>
                  </a:lnTo>
                  <a:lnTo>
                    <a:pt x="1401190" y="4813147"/>
                  </a:lnTo>
                  <a:lnTo>
                    <a:pt x="1401316" y="4813147"/>
                  </a:lnTo>
                  <a:lnTo>
                    <a:pt x="1401442" y="4813147"/>
                  </a:lnTo>
                  <a:lnTo>
                    <a:pt x="1401569" y="4813147"/>
                  </a:lnTo>
                  <a:lnTo>
                    <a:pt x="1401695" y="4813147"/>
                  </a:lnTo>
                  <a:lnTo>
                    <a:pt x="1401821" y="4813147"/>
                  </a:lnTo>
                  <a:lnTo>
                    <a:pt x="1401947" y="4813147"/>
                  </a:lnTo>
                  <a:lnTo>
                    <a:pt x="1402074" y="4813147"/>
                  </a:lnTo>
                  <a:lnTo>
                    <a:pt x="1402200" y="4813147"/>
                  </a:lnTo>
                  <a:lnTo>
                    <a:pt x="1402326" y="4813147"/>
                  </a:lnTo>
                  <a:lnTo>
                    <a:pt x="1402453" y="4813147"/>
                  </a:lnTo>
                  <a:lnTo>
                    <a:pt x="1402579" y="4813147"/>
                  </a:lnTo>
                  <a:lnTo>
                    <a:pt x="1402705" y="4813147"/>
                  </a:lnTo>
                  <a:lnTo>
                    <a:pt x="1402831" y="4813147"/>
                  </a:lnTo>
                  <a:lnTo>
                    <a:pt x="1402958" y="4813147"/>
                  </a:lnTo>
                  <a:lnTo>
                    <a:pt x="1403084" y="4813147"/>
                  </a:lnTo>
                  <a:lnTo>
                    <a:pt x="1403210" y="4813147"/>
                  </a:lnTo>
                  <a:lnTo>
                    <a:pt x="1403336" y="4813147"/>
                  </a:lnTo>
                  <a:lnTo>
                    <a:pt x="1403463" y="4813147"/>
                  </a:lnTo>
                  <a:lnTo>
                    <a:pt x="1403589" y="4813147"/>
                  </a:lnTo>
                  <a:lnTo>
                    <a:pt x="1403715" y="4813147"/>
                  </a:lnTo>
                  <a:lnTo>
                    <a:pt x="1403841" y="4813147"/>
                  </a:lnTo>
                  <a:lnTo>
                    <a:pt x="1403968" y="4813147"/>
                  </a:lnTo>
                  <a:lnTo>
                    <a:pt x="1404094" y="4813147"/>
                  </a:lnTo>
                  <a:lnTo>
                    <a:pt x="1404220" y="4813147"/>
                  </a:lnTo>
                  <a:lnTo>
                    <a:pt x="1404346" y="4813147"/>
                  </a:lnTo>
                  <a:lnTo>
                    <a:pt x="1404473" y="4813147"/>
                  </a:lnTo>
                  <a:lnTo>
                    <a:pt x="1404599" y="4813147"/>
                  </a:lnTo>
                  <a:lnTo>
                    <a:pt x="1404725" y="4813147"/>
                  </a:lnTo>
                  <a:lnTo>
                    <a:pt x="1404851" y="4813147"/>
                  </a:lnTo>
                  <a:lnTo>
                    <a:pt x="1404978" y="4813147"/>
                  </a:lnTo>
                  <a:lnTo>
                    <a:pt x="1405104" y="4813147"/>
                  </a:lnTo>
                  <a:lnTo>
                    <a:pt x="1405230" y="4813147"/>
                  </a:lnTo>
                  <a:lnTo>
                    <a:pt x="1405356" y="4813147"/>
                  </a:lnTo>
                  <a:lnTo>
                    <a:pt x="1405483" y="4813147"/>
                  </a:lnTo>
                  <a:lnTo>
                    <a:pt x="1405609" y="4813147"/>
                  </a:lnTo>
                  <a:lnTo>
                    <a:pt x="1405735" y="4813147"/>
                  </a:lnTo>
                  <a:lnTo>
                    <a:pt x="1405861" y="4813147"/>
                  </a:lnTo>
                  <a:lnTo>
                    <a:pt x="1405988" y="4813147"/>
                  </a:lnTo>
                  <a:lnTo>
                    <a:pt x="1406114" y="4813147"/>
                  </a:lnTo>
                  <a:lnTo>
                    <a:pt x="1406240" y="4813147"/>
                  </a:lnTo>
                  <a:lnTo>
                    <a:pt x="1406366" y="4813147"/>
                  </a:lnTo>
                  <a:lnTo>
                    <a:pt x="1406493" y="4813147"/>
                  </a:lnTo>
                  <a:lnTo>
                    <a:pt x="1406619" y="4813147"/>
                  </a:lnTo>
                  <a:lnTo>
                    <a:pt x="1406745" y="4813147"/>
                  </a:lnTo>
                  <a:lnTo>
                    <a:pt x="1406871" y="4813147"/>
                  </a:lnTo>
                  <a:lnTo>
                    <a:pt x="1406998" y="4813147"/>
                  </a:lnTo>
                  <a:lnTo>
                    <a:pt x="1407124" y="4813147"/>
                  </a:lnTo>
                  <a:lnTo>
                    <a:pt x="1407250" y="4813147"/>
                  </a:lnTo>
                  <a:lnTo>
                    <a:pt x="1407377" y="4813147"/>
                  </a:lnTo>
                  <a:lnTo>
                    <a:pt x="1407503" y="4813147"/>
                  </a:lnTo>
                  <a:lnTo>
                    <a:pt x="1407629" y="4813147"/>
                  </a:lnTo>
                  <a:lnTo>
                    <a:pt x="1407755" y="4813147"/>
                  </a:lnTo>
                  <a:lnTo>
                    <a:pt x="1407882" y="4813147"/>
                  </a:lnTo>
                  <a:lnTo>
                    <a:pt x="1408008" y="4813147"/>
                  </a:lnTo>
                  <a:lnTo>
                    <a:pt x="1408134" y="4813147"/>
                  </a:lnTo>
                  <a:lnTo>
                    <a:pt x="1408260" y="4813147"/>
                  </a:lnTo>
                  <a:lnTo>
                    <a:pt x="1408387" y="4813147"/>
                  </a:lnTo>
                  <a:lnTo>
                    <a:pt x="1408513" y="4813147"/>
                  </a:lnTo>
                  <a:lnTo>
                    <a:pt x="1408639" y="4813147"/>
                  </a:lnTo>
                  <a:lnTo>
                    <a:pt x="1408765" y="4813147"/>
                  </a:lnTo>
                  <a:lnTo>
                    <a:pt x="1408892" y="4813147"/>
                  </a:lnTo>
                  <a:lnTo>
                    <a:pt x="1409018" y="4813147"/>
                  </a:lnTo>
                  <a:lnTo>
                    <a:pt x="1409144" y="4813147"/>
                  </a:lnTo>
                  <a:lnTo>
                    <a:pt x="1409270" y="4813147"/>
                  </a:lnTo>
                  <a:lnTo>
                    <a:pt x="1409397" y="4813147"/>
                  </a:lnTo>
                  <a:lnTo>
                    <a:pt x="1409523" y="4813147"/>
                  </a:lnTo>
                  <a:lnTo>
                    <a:pt x="1409649" y="4813147"/>
                  </a:lnTo>
                  <a:lnTo>
                    <a:pt x="1409775" y="4813147"/>
                  </a:lnTo>
                  <a:lnTo>
                    <a:pt x="1409902" y="4813147"/>
                  </a:lnTo>
                  <a:lnTo>
                    <a:pt x="1410028" y="4813147"/>
                  </a:lnTo>
                  <a:lnTo>
                    <a:pt x="1410154" y="4813147"/>
                  </a:lnTo>
                  <a:lnTo>
                    <a:pt x="1410280" y="4813147"/>
                  </a:lnTo>
                  <a:lnTo>
                    <a:pt x="1410407" y="4813147"/>
                  </a:lnTo>
                  <a:lnTo>
                    <a:pt x="1410533" y="4813147"/>
                  </a:lnTo>
                  <a:lnTo>
                    <a:pt x="1410659" y="4813147"/>
                  </a:lnTo>
                  <a:lnTo>
                    <a:pt x="1410785" y="4813147"/>
                  </a:lnTo>
                  <a:lnTo>
                    <a:pt x="1410912" y="4813147"/>
                  </a:lnTo>
                  <a:lnTo>
                    <a:pt x="1411038" y="4813147"/>
                  </a:lnTo>
                  <a:lnTo>
                    <a:pt x="1411164" y="4813147"/>
                  </a:lnTo>
                  <a:lnTo>
                    <a:pt x="1411290" y="4813147"/>
                  </a:lnTo>
                  <a:lnTo>
                    <a:pt x="1411417" y="4813147"/>
                  </a:lnTo>
                  <a:lnTo>
                    <a:pt x="1411543" y="4813147"/>
                  </a:lnTo>
                  <a:lnTo>
                    <a:pt x="1411669" y="4813147"/>
                  </a:lnTo>
                  <a:lnTo>
                    <a:pt x="1411795" y="4813147"/>
                  </a:lnTo>
                  <a:lnTo>
                    <a:pt x="1411922" y="4813147"/>
                  </a:lnTo>
                  <a:lnTo>
                    <a:pt x="1412048" y="4813147"/>
                  </a:lnTo>
                  <a:lnTo>
                    <a:pt x="1412174" y="4813147"/>
                  </a:lnTo>
                  <a:lnTo>
                    <a:pt x="1412300" y="4813147"/>
                  </a:lnTo>
                  <a:lnTo>
                    <a:pt x="1412427" y="4813147"/>
                  </a:lnTo>
                  <a:lnTo>
                    <a:pt x="1412553" y="4813147"/>
                  </a:lnTo>
                  <a:lnTo>
                    <a:pt x="1412679" y="4813147"/>
                  </a:lnTo>
                  <a:lnTo>
                    <a:pt x="1412806" y="4813147"/>
                  </a:lnTo>
                  <a:lnTo>
                    <a:pt x="1412932" y="4813147"/>
                  </a:lnTo>
                  <a:lnTo>
                    <a:pt x="1413058" y="4813147"/>
                  </a:lnTo>
                  <a:lnTo>
                    <a:pt x="1413184" y="4813147"/>
                  </a:lnTo>
                  <a:lnTo>
                    <a:pt x="1413311" y="4813147"/>
                  </a:lnTo>
                  <a:lnTo>
                    <a:pt x="1413437" y="4813147"/>
                  </a:lnTo>
                  <a:lnTo>
                    <a:pt x="1413563" y="4813147"/>
                  </a:lnTo>
                  <a:lnTo>
                    <a:pt x="1413689" y="4813147"/>
                  </a:lnTo>
                  <a:lnTo>
                    <a:pt x="1413816" y="4813147"/>
                  </a:lnTo>
                  <a:lnTo>
                    <a:pt x="1413942" y="4813147"/>
                  </a:lnTo>
                  <a:lnTo>
                    <a:pt x="1414068" y="4813147"/>
                  </a:lnTo>
                  <a:lnTo>
                    <a:pt x="1414194" y="4813147"/>
                  </a:lnTo>
                  <a:lnTo>
                    <a:pt x="1414321" y="4813147"/>
                  </a:lnTo>
                  <a:lnTo>
                    <a:pt x="1414447" y="4813147"/>
                  </a:lnTo>
                  <a:lnTo>
                    <a:pt x="1414573" y="4813147"/>
                  </a:lnTo>
                  <a:lnTo>
                    <a:pt x="1414699" y="4813147"/>
                  </a:lnTo>
                  <a:lnTo>
                    <a:pt x="1414826" y="4813147"/>
                  </a:lnTo>
                  <a:lnTo>
                    <a:pt x="1414952" y="4813147"/>
                  </a:lnTo>
                  <a:lnTo>
                    <a:pt x="1415078" y="4813147"/>
                  </a:lnTo>
                  <a:lnTo>
                    <a:pt x="1415204" y="4813147"/>
                  </a:lnTo>
                  <a:lnTo>
                    <a:pt x="1415331" y="4813147"/>
                  </a:lnTo>
                  <a:lnTo>
                    <a:pt x="1415457" y="4813147"/>
                  </a:lnTo>
                  <a:lnTo>
                    <a:pt x="1415583" y="4813147"/>
                  </a:lnTo>
                  <a:lnTo>
                    <a:pt x="1415709" y="4813147"/>
                  </a:lnTo>
                  <a:lnTo>
                    <a:pt x="1415836" y="4813147"/>
                  </a:lnTo>
                  <a:lnTo>
                    <a:pt x="1415962" y="4813147"/>
                  </a:lnTo>
                  <a:lnTo>
                    <a:pt x="1416088" y="4813147"/>
                  </a:lnTo>
                  <a:lnTo>
                    <a:pt x="1416214" y="4813147"/>
                  </a:lnTo>
                  <a:lnTo>
                    <a:pt x="1416341" y="4813147"/>
                  </a:lnTo>
                  <a:lnTo>
                    <a:pt x="1416467" y="4813147"/>
                  </a:lnTo>
                  <a:lnTo>
                    <a:pt x="1416593" y="4813147"/>
                  </a:lnTo>
                  <a:lnTo>
                    <a:pt x="1416719" y="4813147"/>
                  </a:lnTo>
                  <a:lnTo>
                    <a:pt x="1416846" y="4813147"/>
                  </a:lnTo>
                  <a:lnTo>
                    <a:pt x="1416972" y="4813147"/>
                  </a:lnTo>
                  <a:lnTo>
                    <a:pt x="1417098" y="4813147"/>
                  </a:lnTo>
                  <a:lnTo>
                    <a:pt x="1417224" y="4813147"/>
                  </a:lnTo>
                  <a:lnTo>
                    <a:pt x="1417351" y="4813147"/>
                  </a:lnTo>
                  <a:lnTo>
                    <a:pt x="1417477" y="4813147"/>
                  </a:lnTo>
                  <a:lnTo>
                    <a:pt x="1417603" y="4813147"/>
                  </a:lnTo>
                  <a:lnTo>
                    <a:pt x="1417730" y="4813147"/>
                  </a:lnTo>
                  <a:lnTo>
                    <a:pt x="1417856" y="4813147"/>
                  </a:lnTo>
                  <a:lnTo>
                    <a:pt x="1417982" y="4813147"/>
                  </a:lnTo>
                  <a:lnTo>
                    <a:pt x="1418108" y="4813147"/>
                  </a:lnTo>
                  <a:lnTo>
                    <a:pt x="1418235" y="4813147"/>
                  </a:lnTo>
                  <a:lnTo>
                    <a:pt x="1418361" y="4813147"/>
                  </a:lnTo>
                  <a:lnTo>
                    <a:pt x="1418487" y="4813147"/>
                  </a:lnTo>
                  <a:lnTo>
                    <a:pt x="1418613" y="4813147"/>
                  </a:lnTo>
                  <a:lnTo>
                    <a:pt x="1418740" y="4813147"/>
                  </a:lnTo>
                  <a:lnTo>
                    <a:pt x="1418866" y="4813147"/>
                  </a:lnTo>
                  <a:lnTo>
                    <a:pt x="1418992" y="4813147"/>
                  </a:lnTo>
                  <a:lnTo>
                    <a:pt x="1419118" y="4813147"/>
                  </a:lnTo>
                  <a:lnTo>
                    <a:pt x="1419245" y="4813147"/>
                  </a:lnTo>
                  <a:lnTo>
                    <a:pt x="1419371" y="4813147"/>
                  </a:lnTo>
                  <a:lnTo>
                    <a:pt x="1419497" y="4813147"/>
                  </a:lnTo>
                  <a:lnTo>
                    <a:pt x="1419623" y="4813147"/>
                  </a:lnTo>
                  <a:lnTo>
                    <a:pt x="1419750" y="4813147"/>
                  </a:lnTo>
                  <a:lnTo>
                    <a:pt x="1419876" y="4813147"/>
                  </a:lnTo>
                  <a:lnTo>
                    <a:pt x="1420002" y="4813147"/>
                  </a:lnTo>
                  <a:lnTo>
                    <a:pt x="1420128" y="4813147"/>
                  </a:lnTo>
                  <a:lnTo>
                    <a:pt x="1420255" y="4813147"/>
                  </a:lnTo>
                  <a:lnTo>
                    <a:pt x="1420381" y="4813147"/>
                  </a:lnTo>
                  <a:lnTo>
                    <a:pt x="1420507" y="4813147"/>
                  </a:lnTo>
                  <a:lnTo>
                    <a:pt x="1420633" y="4813147"/>
                  </a:lnTo>
                  <a:lnTo>
                    <a:pt x="1420633" y="4808236"/>
                  </a:lnTo>
                  <a:lnTo>
                    <a:pt x="1420760" y="4808236"/>
                  </a:lnTo>
                  <a:lnTo>
                    <a:pt x="1420886" y="4808236"/>
                  </a:lnTo>
                  <a:lnTo>
                    <a:pt x="1421012" y="4808236"/>
                  </a:lnTo>
                  <a:lnTo>
                    <a:pt x="1421138" y="4808236"/>
                  </a:lnTo>
                  <a:lnTo>
                    <a:pt x="1421265" y="4808236"/>
                  </a:lnTo>
                  <a:lnTo>
                    <a:pt x="1421391" y="4808236"/>
                  </a:lnTo>
                  <a:lnTo>
                    <a:pt x="1421517" y="4808236"/>
                  </a:lnTo>
                  <a:lnTo>
                    <a:pt x="1421643" y="4808236"/>
                  </a:lnTo>
                  <a:lnTo>
                    <a:pt x="1421770" y="4808236"/>
                  </a:lnTo>
                  <a:lnTo>
                    <a:pt x="1421896" y="4808236"/>
                  </a:lnTo>
                  <a:lnTo>
                    <a:pt x="1422022" y="4808236"/>
                  </a:lnTo>
                  <a:lnTo>
                    <a:pt x="1422148" y="4808236"/>
                  </a:lnTo>
                  <a:lnTo>
                    <a:pt x="1422275" y="4808236"/>
                  </a:lnTo>
                  <a:lnTo>
                    <a:pt x="1422401" y="4808236"/>
                  </a:lnTo>
                  <a:lnTo>
                    <a:pt x="1422527" y="4808236"/>
                  </a:lnTo>
                  <a:lnTo>
                    <a:pt x="1422653" y="4808236"/>
                  </a:lnTo>
                  <a:lnTo>
                    <a:pt x="1422780" y="4808236"/>
                  </a:lnTo>
                  <a:lnTo>
                    <a:pt x="1422906" y="4808236"/>
                  </a:lnTo>
                  <a:lnTo>
                    <a:pt x="1423032" y="4808236"/>
                  </a:lnTo>
                  <a:lnTo>
                    <a:pt x="1423159" y="4808236"/>
                  </a:lnTo>
                  <a:lnTo>
                    <a:pt x="1423285" y="4808236"/>
                  </a:lnTo>
                  <a:lnTo>
                    <a:pt x="1423411" y="4808236"/>
                  </a:lnTo>
                  <a:lnTo>
                    <a:pt x="1423537" y="4808236"/>
                  </a:lnTo>
                  <a:lnTo>
                    <a:pt x="1423664" y="4808236"/>
                  </a:lnTo>
                  <a:lnTo>
                    <a:pt x="1423790" y="4808236"/>
                  </a:lnTo>
                  <a:lnTo>
                    <a:pt x="1423916" y="4808236"/>
                  </a:lnTo>
                  <a:lnTo>
                    <a:pt x="1424042" y="4808236"/>
                  </a:lnTo>
                  <a:lnTo>
                    <a:pt x="1424169" y="4808236"/>
                  </a:lnTo>
                  <a:lnTo>
                    <a:pt x="1424295" y="4808236"/>
                  </a:lnTo>
                  <a:lnTo>
                    <a:pt x="1424421" y="4808236"/>
                  </a:lnTo>
                  <a:lnTo>
                    <a:pt x="1424547" y="4808236"/>
                  </a:lnTo>
                  <a:lnTo>
                    <a:pt x="1424674" y="4808236"/>
                  </a:lnTo>
                  <a:lnTo>
                    <a:pt x="1424800" y="4808236"/>
                  </a:lnTo>
                  <a:lnTo>
                    <a:pt x="1424926" y="4808236"/>
                  </a:lnTo>
                  <a:lnTo>
                    <a:pt x="1425052" y="4808236"/>
                  </a:lnTo>
                  <a:lnTo>
                    <a:pt x="1425179" y="4808236"/>
                  </a:lnTo>
                  <a:lnTo>
                    <a:pt x="1425305" y="4808236"/>
                  </a:lnTo>
                  <a:lnTo>
                    <a:pt x="1425431" y="4808236"/>
                  </a:lnTo>
                  <a:lnTo>
                    <a:pt x="1425557" y="4808236"/>
                  </a:lnTo>
                  <a:lnTo>
                    <a:pt x="1425684" y="4808236"/>
                  </a:lnTo>
                  <a:lnTo>
                    <a:pt x="1425684" y="4803324"/>
                  </a:lnTo>
                  <a:lnTo>
                    <a:pt x="1425810" y="4803324"/>
                  </a:lnTo>
                  <a:lnTo>
                    <a:pt x="1425936" y="4803324"/>
                  </a:lnTo>
                  <a:lnTo>
                    <a:pt x="1426062" y="4803324"/>
                  </a:lnTo>
                  <a:lnTo>
                    <a:pt x="1426189" y="4803324"/>
                  </a:lnTo>
                  <a:lnTo>
                    <a:pt x="1426315" y="4803324"/>
                  </a:lnTo>
                  <a:lnTo>
                    <a:pt x="1426441" y="4803324"/>
                  </a:lnTo>
                  <a:lnTo>
                    <a:pt x="1426567" y="4803324"/>
                  </a:lnTo>
                  <a:lnTo>
                    <a:pt x="1426694" y="4803324"/>
                  </a:lnTo>
                  <a:lnTo>
                    <a:pt x="1426820" y="4803324"/>
                  </a:lnTo>
                  <a:lnTo>
                    <a:pt x="1426946" y="4803324"/>
                  </a:lnTo>
                  <a:lnTo>
                    <a:pt x="1427072" y="4803324"/>
                  </a:lnTo>
                  <a:lnTo>
                    <a:pt x="1427199" y="4803324"/>
                  </a:lnTo>
                  <a:lnTo>
                    <a:pt x="1427325" y="4803324"/>
                  </a:lnTo>
                  <a:lnTo>
                    <a:pt x="1427451" y="4803324"/>
                  </a:lnTo>
                  <a:lnTo>
                    <a:pt x="1427577" y="4803324"/>
                  </a:lnTo>
                  <a:lnTo>
                    <a:pt x="1427704" y="4803324"/>
                  </a:lnTo>
                  <a:lnTo>
                    <a:pt x="1427830" y="4803324"/>
                  </a:lnTo>
                  <a:lnTo>
                    <a:pt x="1427956" y="4803324"/>
                  </a:lnTo>
                  <a:lnTo>
                    <a:pt x="1428083" y="4803324"/>
                  </a:lnTo>
                  <a:lnTo>
                    <a:pt x="1428209" y="4803324"/>
                  </a:lnTo>
                  <a:lnTo>
                    <a:pt x="1428335" y="4803324"/>
                  </a:lnTo>
                  <a:lnTo>
                    <a:pt x="1428461" y="4803324"/>
                  </a:lnTo>
                  <a:lnTo>
                    <a:pt x="1428588" y="4803324"/>
                  </a:lnTo>
                  <a:lnTo>
                    <a:pt x="1428714" y="4803324"/>
                  </a:lnTo>
                  <a:lnTo>
                    <a:pt x="1428840" y="4803324"/>
                  </a:lnTo>
                  <a:lnTo>
                    <a:pt x="1428966" y="4803324"/>
                  </a:lnTo>
                  <a:lnTo>
                    <a:pt x="1429093" y="4803324"/>
                  </a:lnTo>
                  <a:lnTo>
                    <a:pt x="1429219" y="4803324"/>
                  </a:lnTo>
                  <a:lnTo>
                    <a:pt x="1429345" y="4803324"/>
                  </a:lnTo>
                  <a:lnTo>
                    <a:pt x="1429345" y="4798413"/>
                  </a:lnTo>
                  <a:lnTo>
                    <a:pt x="1429471" y="4798413"/>
                  </a:lnTo>
                  <a:lnTo>
                    <a:pt x="1429598" y="4798413"/>
                  </a:lnTo>
                  <a:lnTo>
                    <a:pt x="1429724" y="4798413"/>
                  </a:lnTo>
                  <a:lnTo>
                    <a:pt x="1429850" y="4798413"/>
                  </a:lnTo>
                  <a:lnTo>
                    <a:pt x="1429976" y="4798413"/>
                  </a:lnTo>
                  <a:lnTo>
                    <a:pt x="1430103" y="4798413"/>
                  </a:lnTo>
                  <a:lnTo>
                    <a:pt x="1430229" y="4798413"/>
                  </a:lnTo>
                  <a:lnTo>
                    <a:pt x="1430229" y="4793501"/>
                  </a:lnTo>
                  <a:lnTo>
                    <a:pt x="1430355" y="4793501"/>
                  </a:lnTo>
                  <a:lnTo>
                    <a:pt x="1430481" y="4793501"/>
                  </a:lnTo>
                  <a:lnTo>
                    <a:pt x="1430608" y="4793501"/>
                  </a:lnTo>
                  <a:lnTo>
                    <a:pt x="1430734" y="4793501"/>
                  </a:lnTo>
                  <a:lnTo>
                    <a:pt x="1430860" y="4793501"/>
                  </a:lnTo>
                  <a:lnTo>
                    <a:pt x="1430986" y="4793501"/>
                  </a:lnTo>
                  <a:lnTo>
                    <a:pt x="1431113" y="4793501"/>
                  </a:lnTo>
                  <a:lnTo>
                    <a:pt x="1431239" y="4793501"/>
                  </a:lnTo>
                  <a:lnTo>
                    <a:pt x="1431365" y="4793501"/>
                  </a:lnTo>
                  <a:lnTo>
                    <a:pt x="1431491" y="4793501"/>
                  </a:lnTo>
                  <a:lnTo>
                    <a:pt x="1431618" y="4793501"/>
                  </a:lnTo>
                  <a:lnTo>
                    <a:pt x="1431744" y="4793501"/>
                  </a:lnTo>
                  <a:lnTo>
                    <a:pt x="1431870" y="4793501"/>
                  </a:lnTo>
                  <a:lnTo>
                    <a:pt x="1431996" y="4793501"/>
                  </a:lnTo>
                  <a:lnTo>
                    <a:pt x="1432123" y="4793501"/>
                  </a:lnTo>
                  <a:lnTo>
                    <a:pt x="1432249" y="4793501"/>
                  </a:lnTo>
                  <a:lnTo>
                    <a:pt x="1432375" y="4793501"/>
                  </a:lnTo>
                  <a:lnTo>
                    <a:pt x="1432501" y="4793501"/>
                  </a:lnTo>
                  <a:lnTo>
                    <a:pt x="1432628" y="4793501"/>
                  </a:lnTo>
                  <a:lnTo>
                    <a:pt x="1432754" y="4793501"/>
                  </a:lnTo>
                  <a:lnTo>
                    <a:pt x="1432880" y="4793501"/>
                  </a:lnTo>
                  <a:lnTo>
                    <a:pt x="1433007" y="4793501"/>
                  </a:lnTo>
                  <a:lnTo>
                    <a:pt x="1433133" y="4793501"/>
                  </a:lnTo>
                  <a:lnTo>
                    <a:pt x="1433259" y="4793501"/>
                  </a:lnTo>
                  <a:lnTo>
                    <a:pt x="1433385" y="4793501"/>
                  </a:lnTo>
                  <a:lnTo>
                    <a:pt x="1433512" y="4793501"/>
                  </a:lnTo>
                  <a:lnTo>
                    <a:pt x="1433638" y="4793501"/>
                  </a:lnTo>
                  <a:lnTo>
                    <a:pt x="1433764" y="4793501"/>
                  </a:lnTo>
                  <a:lnTo>
                    <a:pt x="1433890" y="4793501"/>
                  </a:lnTo>
                  <a:lnTo>
                    <a:pt x="1434017" y="4793501"/>
                  </a:lnTo>
                  <a:lnTo>
                    <a:pt x="1434143" y="4793501"/>
                  </a:lnTo>
                  <a:lnTo>
                    <a:pt x="1434269" y="4793501"/>
                  </a:lnTo>
                  <a:lnTo>
                    <a:pt x="1434395" y="4793501"/>
                  </a:lnTo>
                  <a:lnTo>
                    <a:pt x="1434522" y="4793501"/>
                  </a:lnTo>
                  <a:lnTo>
                    <a:pt x="1434648" y="4793501"/>
                  </a:lnTo>
                  <a:lnTo>
                    <a:pt x="1434774" y="4793501"/>
                  </a:lnTo>
                  <a:lnTo>
                    <a:pt x="1434900" y="4793501"/>
                  </a:lnTo>
                  <a:lnTo>
                    <a:pt x="1435027" y="4793501"/>
                  </a:lnTo>
                  <a:lnTo>
                    <a:pt x="1435153" y="4793501"/>
                  </a:lnTo>
                  <a:lnTo>
                    <a:pt x="1435279" y="4793501"/>
                  </a:lnTo>
                  <a:lnTo>
                    <a:pt x="1435405" y="4793501"/>
                  </a:lnTo>
                  <a:lnTo>
                    <a:pt x="1435532" y="4793501"/>
                  </a:lnTo>
                  <a:lnTo>
                    <a:pt x="1435658" y="4793501"/>
                  </a:lnTo>
                  <a:lnTo>
                    <a:pt x="1435784" y="4793501"/>
                  </a:lnTo>
                  <a:lnTo>
                    <a:pt x="1435910" y="4793501"/>
                  </a:lnTo>
                  <a:lnTo>
                    <a:pt x="1436037" y="4793501"/>
                  </a:lnTo>
                  <a:lnTo>
                    <a:pt x="1436163" y="4793501"/>
                  </a:lnTo>
                  <a:lnTo>
                    <a:pt x="1436289" y="4793501"/>
                  </a:lnTo>
                  <a:lnTo>
                    <a:pt x="1436415" y="4793501"/>
                  </a:lnTo>
                  <a:lnTo>
                    <a:pt x="1436542" y="4793501"/>
                  </a:lnTo>
                  <a:lnTo>
                    <a:pt x="1436668" y="4793501"/>
                  </a:lnTo>
                  <a:lnTo>
                    <a:pt x="1436668" y="4788590"/>
                  </a:lnTo>
                  <a:lnTo>
                    <a:pt x="1436794" y="4788590"/>
                  </a:lnTo>
                  <a:lnTo>
                    <a:pt x="1436920" y="4788590"/>
                  </a:lnTo>
                  <a:lnTo>
                    <a:pt x="1437047" y="4788590"/>
                  </a:lnTo>
                  <a:lnTo>
                    <a:pt x="1437173" y="4788590"/>
                  </a:lnTo>
                  <a:lnTo>
                    <a:pt x="1437299" y="4788590"/>
                  </a:lnTo>
                  <a:lnTo>
                    <a:pt x="1437425" y="4788590"/>
                  </a:lnTo>
                  <a:lnTo>
                    <a:pt x="1437552" y="4788590"/>
                  </a:lnTo>
                  <a:lnTo>
                    <a:pt x="1437678" y="4788590"/>
                  </a:lnTo>
                  <a:lnTo>
                    <a:pt x="1437804" y="4788590"/>
                  </a:lnTo>
                  <a:lnTo>
                    <a:pt x="1437930" y="4788590"/>
                  </a:lnTo>
                  <a:lnTo>
                    <a:pt x="1438057" y="4788590"/>
                  </a:lnTo>
                  <a:lnTo>
                    <a:pt x="1438183" y="4788590"/>
                  </a:lnTo>
                  <a:lnTo>
                    <a:pt x="1438309" y="4788590"/>
                  </a:lnTo>
                  <a:lnTo>
                    <a:pt x="1438436" y="4788590"/>
                  </a:lnTo>
                  <a:lnTo>
                    <a:pt x="1438562" y="4788590"/>
                  </a:lnTo>
                  <a:lnTo>
                    <a:pt x="1438688" y="4788590"/>
                  </a:lnTo>
                  <a:lnTo>
                    <a:pt x="1438814" y="4788590"/>
                  </a:lnTo>
                  <a:lnTo>
                    <a:pt x="1438941" y="4788590"/>
                  </a:lnTo>
                  <a:lnTo>
                    <a:pt x="1439067" y="4788590"/>
                  </a:lnTo>
                  <a:lnTo>
                    <a:pt x="1439193" y="4788590"/>
                  </a:lnTo>
                  <a:lnTo>
                    <a:pt x="1439319" y="4788590"/>
                  </a:lnTo>
                  <a:lnTo>
                    <a:pt x="1439446" y="4788590"/>
                  </a:lnTo>
                  <a:lnTo>
                    <a:pt x="1439572" y="4788590"/>
                  </a:lnTo>
                  <a:lnTo>
                    <a:pt x="1439698" y="4788590"/>
                  </a:lnTo>
                  <a:lnTo>
                    <a:pt x="1439824" y="4788590"/>
                  </a:lnTo>
                  <a:lnTo>
                    <a:pt x="1439951" y="4788590"/>
                  </a:lnTo>
                  <a:lnTo>
                    <a:pt x="1440077" y="4788590"/>
                  </a:lnTo>
                  <a:lnTo>
                    <a:pt x="1440203" y="4788590"/>
                  </a:lnTo>
                  <a:lnTo>
                    <a:pt x="1440329" y="4788590"/>
                  </a:lnTo>
                  <a:lnTo>
                    <a:pt x="1440456" y="4788590"/>
                  </a:lnTo>
                  <a:lnTo>
                    <a:pt x="1440582" y="4788590"/>
                  </a:lnTo>
                  <a:lnTo>
                    <a:pt x="1440708" y="4788590"/>
                  </a:lnTo>
                  <a:lnTo>
                    <a:pt x="1440834" y="4788590"/>
                  </a:lnTo>
                  <a:lnTo>
                    <a:pt x="1440961" y="4788590"/>
                  </a:lnTo>
                  <a:lnTo>
                    <a:pt x="1441087" y="4788590"/>
                  </a:lnTo>
                  <a:lnTo>
                    <a:pt x="1441213" y="4788590"/>
                  </a:lnTo>
                  <a:lnTo>
                    <a:pt x="1441339" y="4788590"/>
                  </a:lnTo>
                  <a:lnTo>
                    <a:pt x="1441466" y="4788590"/>
                  </a:lnTo>
                  <a:lnTo>
                    <a:pt x="1441592" y="4788590"/>
                  </a:lnTo>
                  <a:lnTo>
                    <a:pt x="1441718" y="4788590"/>
                  </a:lnTo>
                  <a:lnTo>
                    <a:pt x="1441844" y="4788590"/>
                  </a:lnTo>
                  <a:lnTo>
                    <a:pt x="1441971" y="4788590"/>
                  </a:lnTo>
                  <a:lnTo>
                    <a:pt x="1442097" y="4788590"/>
                  </a:lnTo>
                  <a:lnTo>
                    <a:pt x="1442223" y="4788590"/>
                  </a:lnTo>
                  <a:lnTo>
                    <a:pt x="1442349" y="4788590"/>
                  </a:lnTo>
                  <a:lnTo>
                    <a:pt x="1442476" y="4788590"/>
                  </a:lnTo>
                  <a:lnTo>
                    <a:pt x="1442602" y="4788590"/>
                  </a:lnTo>
                  <a:lnTo>
                    <a:pt x="1442728" y="4788590"/>
                  </a:lnTo>
                  <a:lnTo>
                    <a:pt x="1442854" y="4788590"/>
                  </a:lnTo>
                  <a:lnTo>
                    <a:pt x="1442981" y="4788590"/>
                  </a:lnTo>
                  <a:lnTo>
                    <a:pt x="1443107" y="4788590"/>
                  </a:lnTo>
                  <a:lnTo>
                    <a:pt x="1443233" y="4788590"/>
                  </a:lnTo>
                  <a:lnTo>
                    <a:pt x="1443360" y="4788590"/>
                  </a:lnTo>
                  <a:lnTo>
                    <a:pt x="1443486" y="4788590"/>
                  </a:lnTo>
                  <a:lnTo>
                    <a:pt x="1443612" y="4788590"/>
                  </a:lnTo>
                  <a:lnTo>
                    <a:pt x="1443738" y="4788590"/>
                  </a:lnTo>
                  <a:lnTo>
                    <a:pt x="1443865" y="4788590"/>
                  </a:lnTo>
                  <a:lnTo>
                    <a:pt x="1443991" y="4788590"/>
                  </a:lnTo>
                  <a:lnTo>
                    <a:pt x="1444117" y="4788590"/>
                  </a:lnTo>
                  <a:lnTo>
                    <a:pt x="1444243" y="4788590"/>
                  </a:lnTo>
                  <a:lnTo>
                    <a:pt x="1444370" y="4788590"/>
                  </a:lnTo>
                  <a:lnTo>
                    <a:pt x="1444496" y="4788590"/>
                  </a:lnTo>
                  <a:lnTo>
                    <a:pt x="1444622" y="4788590"/>
                  </a:lnTo>
                  <a:lnTo>
                    <a:pt x="1444748" y="4788590"/>
                  </a:lnTo>
                  <a:lnTo>
                    <a:pt x="1444875" y="4788590"/>
                  </a:lnTo>
                  <a:lnTo>
                    <a:pt x="1445001" y="4788590"/>
                  </a:lnTo>
                  <a:lnTo>
                    <a:pt x="1445127" y="4788590"/>
                  </a:lnTo>
                  <a:lnTo>
                    <a:pt x="1445253" y="4788590"/>
                  </a:lnTo>
                  <a:lnTo>
                    <a:pt x="1445380" y="4788590"/>
                  </a:lnTo>
                  <a:lnTo>
                    <a:pt x="1445506" y="4788590"/>
                  </a:lnTo>
                  <a:lnTo>
                    <a:pt x="1445632" y="4788590"/>
                  </a:lnTo>
                  <a:lnTo>
                    <a:pt x="1445758" y="4788590"/>
                  </a:lnTo>
                  <a:lnTo>
                    <a:pt x="1445885" y="4788590"/>
                  </a:lnTo>
                  <a:lnTo>
                    <a:pt x="1446011" y="4788590"/>
                  </a:lnTo>
                  <a:lnTo>
                    <a:pt x="1446137" y="4788590"/>
                  </a:lnTo>
                  <a:lnTo>
                    <a:pt x="1446263" y="4788590"/>
                  </a:lnTo>
                  <a:lnTo>
                    <a:pt x="1446390" y="4788590"/>
                  </a:lnTo>
                  <a:lnTo>
                    <a:pt x="1446516" y="4788590"/>
                  </a:lnTo>
                  <a:lnTo>
                    <a:pt x="1446516" y="4783679"/>
                  </a:lnTo>
                  <a:lnTo>
                    <a:pt x="1446642" y="4783679"/>
                  </a:lnTo>
                  <a:lnTo>
                    <a:pt x="1446768" y="4783679"/>
                  </a:lnTo>
                  <a:lnTo>
                    <a:pt x="1446895" y="4783679"/>
                  </a:lnTo>
                  <a:lnTo>
                    <a:pt x="1447021" y="4783679"/>
                  </a:lnTo>
                  <a:lnTo>
                    <a:pt x="1447147" y="4783679"/>
                  </a:lnTo>
                  <a:lnTo>
                    <a:pt x="1447273" y="4783679"/>
                  </a:lnTo>
                  <a:lnTo>
                    <a:pt x="1447400" y="4783679"/>
                  </a:lnTo>
                  <a:lnTo>
                    <a:pt x="1447526" y="4783679"/>
                  </a:lnTo>
                  <a:lnTo>
                    <a:pt x="1447652" y="4783679"/>
                  </a:lnTo>
                  <a:lnTo>
                    <a:pt x="1447778" y="4783679"/>
                  </a:lnTo>
                  <a:lnTo>
                    <a:pt x="1447905" y="4783679"/>
                  </a:lnTo>
                  <a:lnTo>
                    <a:pt x="1448031" y="4783679"/>
                  </a:lnTo>
                  <a:lnTo>
                    <a:pt x="1448157" y="4783679"/>
                  </a:lnTo>
                  <a:lnTo>
                    <a:pt x="1448283" y="4783679"/>
                  </a:lnTo>
                  <a:lnTo>
                    <a:pt x="1448410" y="4783679"/>
                  </a:lnTo>
                  <a:lnTo>
                    <a:pt x="1448536" y="4783679"/>
                  </a:lnTo>
                  <a:lnTo>
                    <a:pt x="1448662" y="4783679"/>
                  </a:lnTo>
                  <a:lnTo>
                    <a:pt x="1448789" y="4783679"/>
                  </a:lnTo>
                  <a:lnTo>
                    <a:pt x="1448915" y="4783679"/>
                  </a:lnTo>
                  <a:lnTo>
                    <a:pt x="1449041" y="4783679"/>
                  </a:lnTo>
                  <a:lnTo>
                    <a:pt x="1449167" y="4783679"/>
                  </a:lnTo>
                  <a:lnTo>
                    <a:pt x="1449294" y="4783679"/>
                  </a:lnTo>
                  <a:lnTo>
                    <a:pt x="1449420" y="4783679"/>
                  </a:lnTo>
                  <a:lnTo>
                    <a:pt x="1449546" y="4783679"/>
                  </a:lnTo>
                  <a:lnTo>
                    <a:pt x="1449672" y="4783679"/>
                  </a:lnTo>
                  <a:lnTo>
                    <a:pt x="1449799" y="4783679"/>
                  </a:lnTo>
                  <a:lnTo>
                    <a:pt x="1449925" y="4783679"/>
                  </a:lnTo>
                  <a:lnTo>
                    <a:pt x="1450051" y="4783679"/>
                  </a:lnTo>
                  <a:lnTo>
                    <a:pt x="1450177" y="4783679"/>
                  </a:lnTo>
                  <a:lnTo>
                    <a:pt x="1450304" y="4783679"/>
                  </a:lnTo>
                  <a:lnTo>
                    <a:pt x="1450430" y="4783679"/>
                  </a:lnTo>
                  <a:lnTo>
                    <a:pt x="1450430" y="4778767"/>
                  </a:lnTo>
                  <a:lnTo>
                    <a:pt x="1450556" y="4778767"/>
                  </a:lnTo>
                  <a:lnTo>
                    <a:pt x="1450682" y="4778767"/>
                  </a:lnTo>
                  <a:lnTo>
                    <a:pt x="1450809" y="4778767"/>
                  </a:lnTo>
                  <a:lnTo>
                    <a:pt x="1450935" y="4778767"/>
                  </a:lnTo>
                  <a:lnTo>
                    <a:pt x="1451061" y="4778767"/>
                  </a:lnTo>
                  <a:lnTo>
                    <a:pt x="1451187" y="4778767"/>
                  </a:lnTo>
                  <a:lnTo>
                    <a:pt x="1451314" y="4778767"/>
                  </a:lnTo>
                  <a:lnTo>
                    <a:pt x="1451440" y="4778767"/>
                  </a:lnTo>
                  <a:lnTo>
                    <a:pt x="1451566" y="4778767"/>
                  </a:lnTo>
                  <a:lnTo>
                    <a:pt x="1451692" y="4778767"/>
                  </a:lnTo>
                  <a:lnTo>
                    <a:pt x="1451819" y="4778767"/>
                  </a:lnTo>
                  <a:lnTo>
                    <a:pt x="1451819" y="4773856"/>
                  </a:lnTo>
                  <a:lnTo>
                    <a:pt x="1451945" y="4773856"/>
                  </a:lnTo>
                  <a:lnTo>
                    <a:pt x="1452071" y="4773856"/>
                  </a:lnTo>
                  <a:lnTo>
                    <a:pt x="1452197" y="4773856"/>
                  </a:lnTo>
                  <a:lnTo>
                    <a:pt x="1452324" y="4773856"/>
                  </a:lnTo>
                  <a:lnTo>
                    <a:pt x="1452450" y="4773856"/>
                  </a:lnTo>
                  <a:lnTo>
                    <a:pt x="1452450" y="4768945"/>
                  </a:lnTo>
                  <a:lnTo>
                    <a:pt x="1452576" y="4768945"/>
                  </a:lnTo>
                  <a:lnTo>
                    <a:pt x="1452702" y="4768945"/>
                  </a:lnTo>
                  <a:lnTo>
                    <a:pt x="1452829" y="4768945"/>
                  </a:lnTo>
                  <a:lnTo>
                    <a:pt x="1452955" y="4768945"/>
                  </a:lnTo>
                  <a:lnTo>
                    <a:pt x="1453081" y="4768945"/>
                  </a:lnTo>
                  <a:lnTo>
                    <a:pt x="1453207" y="4768945"/>
                  </a:lnTo>
                  <a:lnTo>
                    <a:pt x="1453207" y="4764033"/>
                  </a:lnTo>
                  <a:lnTo>
                    <a:pt x="1453334" y="4764033"/>
                  </a:lnTo>
                  <a:lnTo>
                    <a:pt x="1453460" y="4764033"/>
                  </a:lnTo>
                  <a:lnTo>
                    <a:pt x="1453586" y="4764033"/>
                  </a:lnTo>
                  <a:lnTo>
                    <a:pt x="1453713" y="4764033"/>
                  </a:lnTo>
                  <a:lnTo>
                    <a:pt x="1453839" y="4764033"/>
                  </a:lnTo>
                  <a:lnTo>
                    <a:pt x="1453965" y="4764033"/>
                  </a:lnTo>
                  <a:lnTo>
                    <a:pt x="1454091" y="4764033"/>
                  </a:lnTo>
                  <a:lnTo>
                    <a:pt x="1454218" y="4764033"/>
                  </a:lnTo>
                  <a:lnTo>
                    <a:pt x="1454344" y="4764033"/>
                  </a:lnTo>
                  <a:lnTo>
                    <a:pt x="1454470" y="4764033"/>
                  </a:lnTo>
                  <a:lnTo>
                    <a:pt x="1454596" y="4764033"/>
                  </a:lnTo>
                  <a:lnTo>
                    <a:pt x="1454723" y="4764033"/>
                  </a:lnTo>
                  <a:lnTo>
                    <a:pt x="1454849" y="4764033"/>
                  </a:lnTo>
                  <a:lnTo>
                    <a:pt x="1454975" y="4764033"/>
                  </a:lnTo>
                  <a:lnTo>
                    <a:pt x="1455101" y="4764033"/>
                  </a:lnTo>
                  <a:lnTo>
                    <a:pt x="1455228" y="4764033"/>
                  </a:lnTo>
                  <a:lnTo>
                    <a:pt x="1455354" y="4764033"/>
                  </a:lnTo>
                  <a:lnTo>
                    <a:pt x="1455480" y="4764033"/>
                  </a:lnTo>
                  <a:lnTo>
                    <a:pt x="1455606" y="4764033"/>
                  </a:lnTo>
                  <a:lnTo>
                    <a:pt x="1455733" y="4764033"/>
                  </a:lnTo>
                  <a:lnTo>
                    <a:pt x="1455859" y="4764033"/>
                  </a:lnTo>
                  <a:lnTo>
                    <a:pt x="1455985" y="4764033"/>
                  </a:lnTo>
                  <a:lnTo>
                    <a:pt x="1456111" y="4764033"/>
                  </a:lnTo>
                  <a:lnTo>
                    <a:pt x="1456238" y="4764033"/>
                  </a:lnTo>
                  <a:lnTo>
                    <a:pt x="1456364" y="4764033"/>
                  </a:lnTo>
                  <a:lnTo>
                    <a:pt x="1456490" y="4764033"/>
                  </a:lnTo>
                  <a:lnTo>
                    <a:pt x="1456616" y="4764033"/>
                  </a:lnTo>
                  <a:lnTo>
                    <a:pt x="1456743" y="4764033"/>
                  </a:lnTo>
                  <a:lnTo>
                    <a:pt x="1456869" y="4764033"/>
                  </a:lnTo>
                  <a:lnTo>
                    <a:pt x="1456995" y="4764033"/>
                  </a:lnTo>
                  <a:lnTo>
                    <a:pt x="1457121" y="4764033"/>
                  </a:lnTo>
                  <a:lnTo>
                    <a:pt x="1457248" y="4764033"/>
                  </a:lnTo>
                  <a:lnTo>
                    <a:pt x="1457248" y="4759122"/>
                  </a:lnTo>
                  <a:lnTo>
                    <a:pt x="1457374" y="4759122"/>
                  </a:lnTo>
                  <a:lnTo>
                    <a:pt x="1457500" y="4759122"/>
                  </a:lnTo>
                  <a:lnTo>
                    <a:pt x="1457626" y="4759122"/>
                  </a:lnTo>
                  <a:lnTo>
                    <a:pt x="1457753" y="4759122"/>
                  </a:lnTo>
                  <a:lnTo>
                    <a:pt x="1457879" y="4759122"/>
                  </a:lnTo>
                  <a:lnTo>
                    <a:pt x="1458005" y="4759122"/>
                  </a:lnTo>
                  <a:lnTo>
                    <a:pt x="1458131" y="4759122"/>
                  </a:lnTo>
                  <a:lnTo>
                    <a:pt x="1458258" y="4759122"/>
                  </a:lnTo>
                  <a:lnTo>
                    <a:pt x="1458384" y="4759122"/>
                  </a:lnTo>
                  <a:lnTo>
                    <a:pt x="1458510" y="4759122"/>
                  </a:lnTo>
                  <a:lnTo>
                    <a:pt x="1458636" y="4759122"/>
                  </a:lnTo>
                  <a:lnTo>
                    <a:pt x="1458763" y="4759122"/>
                  </a:lnTo>
                  <a:lnTo>
                    <a:pt x="1458889" y="4759122"/>
                  </a:lnTo>
                  <a:lnTo>
                    <a:pt x="1459015" y="4759122"/>
                  </a:lnTo>
                  <a:lnTo>
                    <a:pt x="1459142" y="4759122"/>
                  </a:lnTo>
                  <a:lnTo>
                    <a:pt x="1459268" y="4759122"/>
                  </a:lnTo>
                  <a:lnTo>
                    <a:pt x="1459394" y="4759122"/>
                  </a:lnTo>
                  <a:lnTo>
                    <a:pt x="1459520" y="4759122"/>
                  </a:lnTo>
                  <a:lnTo>
                    <a:pt x="1459647" y="4759122"/>
                  </a:lnTo>
                  <a:lnTo>
                    <a:pt x="1459773" y="4759122"/>
                  </a:lnTo>
                  <a:lnTo>
                    <a:pt x="1459899" y="4759122"/>
                  </a:lnTo>
                  <a:lnTo>
                    <a:pt x="1460025" y="4759122"/>
                  </a:lnTo>
                  <a:lnTo>
                    <a:pt x="1460152" y="4759122"/>
                  </a:lnTo>
                  <a:lnTo>
                    <a:pt x="1460278" y="4759122"/>
                  </a:lnTo>
                  <a:lnTo>
                    <a:pt x="1460404" y="4759122"/>
                  </a:lnTo>
                  <a:lnTo>
                    <a:pt x="1460530" y="4759122"/>
                  </a:lnTo>
                  <a:lnTo>
                    <a:pt x="1460657" y="4759122"/>
                  </a:lnTo>
                  <a:lnTo>
                    <a:pt x="1460783" y="4759122"/>
                  </a:lnTo>
                  <a:lnTo>
                    <a:pt x="1460909" y="4759122"/>
                  </a:lnTo>
                  <a:lnTo>
                    <a:pt x="1461035" y="4759122"/>
                  </a:lnTo>
                  <a:lnTo>
                    <a:pt x="1461162" y="4759122"/>
                  </a:lnTo>
                  <a:lnTo>
                    <a:pt x="1461288" y="4759122"/>
                  </a:lnTo>
                  <a:lnTo>
                    <a:pt x="1461414" y="4759122"/>
                  </a:lnTo>
                  <a:lnTo>
                    <a:pt x="1461540" y="4759122"/>
                  </a:lnTo>
                  <a:lnTo>
                    <a:pt x="1461667" y="4759122"/>
                  </a:lnTo>
                  <a:lnTo>
                    <a:pt x="1461793" y="4759122"/>
                  </a:lnTo>
                  <a:lnTo>
                    <a:pt x="1461919" y="4759122"/>
                  </a:lnTo>
                  <a:lnTo>
                    <a:pt x="1462045" y="4759122"/>
                  </a:lnTo>
                  <a:lnTo>
                    <a:pt x="1462172" y="4759122"/>
                  </a:lnTo>
                  <a:lnTo>
                    <a:pt x="1462298" y="4759122"/>
                  </a:lnTo>
                  <a:lnTo>
                    <a:pt x="1462424" y="4759122"/>
                  </a:lnTo>
                  <a:lnTo>
                    <a:pt x="1462550" y="4759122"/>
                  </a:lnTo>
                  <a:lnTo>
                    <a:pt x="1462677" y="4759122"/>
                  </a:lnTo>
                  <a:lnTo>
                    <a:pt x="1462803" y="4759122"/>
                  </a:lnTo>
                  <a:lnTo>
                    <a:pt x="1462929" y="4759122"/>
                  </a:lnTo>
                  <a:lnTo>
                    <a:pt x="1463055" y="4759122"/>
                  </a:lnTo>
                  <a:lnTo>
                    <a:pt x="1463182" y="4759122"/>
                  </a:lnTo>
                  <a:lnTo>
                    <a:pt x="1463308" y="4759122"/>
                  </a:lnTo>
                  <a:lnTo>
                    <a:pt x="1463434" y="4759122"/>
                  </a:lnTo>
                  <a:lnTo>
                    <a:pt x="1463560" y="4759122"/>
                  </a:lnTo>
                  <a:lnTo>
                    <a:pt x="1463687" y="4759122"/>
                  </a:lnTo>
                  <a:lnTo>
                    <a:pt x="1463813" y="4759122"/>
                  </a:lnTo>
                  <a:lnTo>
                    <a:pt x="1463939" y="4759122"/>
                  </a:lnTo>
                  <a:lnTo>
                    <a:pt x="1464066" y="4759122"/>
                  </a:lnTo>
                  <a:lnTo>
                    <a:pt x="1464192" y="4759122"/>
                  </a:lnTo>
                  <a:lnTo>
                    <a:pt x="1464318" y="4759122"/>
                  </a:lnTo>
                  <a:lnTo>
                    <a:pt x="1464444" y="4759122"/>
                  </a:lnTo>
                  <a:lnTo>
                    <a:pt x="1464571" y="4759122"/>
                  </a:lnTo>
                  <a:lnTo>
                    <a:pt x="1464697" y="4759122"/>
                  </a:lnTo>
                  <a:lnTo>
                    <a:pt x="1464823" y="4759122"/>
                  </a:lnTo>
                  <a:lnTo>
                    <a:pt x="1464949" y="4759122"/>
                  </a:lnTo>
                  <a:lnTo>
                    <a:pt x="1465076" y="4759122"/>
                  </a:lnTo>
                  <a:lnTo>
                    <a:pt x="1465202" y="4759122"/>
                  </a:lnTo>
                  <a:lnTo>
                    <a:pt x="1465328" y="4759122"/>
                  </a:lnTo>
                  <a:lnTo>
                    <a:pt x="1465454" y="4759122"/>
                  </a:lnTo>
                  <a:lnTo>
                    <a:pt x="1465581" y="4759122"/>
                  </a:lnTo>
                  <a:lnTo>
                    <a:pt x="1465707" y="4759122"/>
                  </a:lnTo>
                  <a:lnTo>
                    <a:pt x="1465833" y="4759122"/>
                  </a:lnTo>
                  <a:lnTo>
                    <a:pt x="1465959" y="4759122"/>
                  </a:lnTo>
                  <a:lnTo>
                    <a:pt x="1466086" y="4759122"/>
                  </a:lnTo>
                  <a:lnTo>
                    <a:pt x="1466212" y="4759122"/>
                  </a:lnTo>
                  <a:lnTo>
                    <a:pt x="1466338" y="4759122"/>
                  </a:lnTo>
                  <a:lnTo>
                    <a:pt x="1466464" y="4759122"/>
                  </a:lnTo>
                  <a:lnTo>
                    <a:pt x="1466591" y="4759122"/>
                  </a:lnTo>
                  <a:lnTo>
                    <a:pt x="1466717" y="4759122"/>
                  </a:lnTo>
                  <a:lnTo>
                    <a:pt x="1466843" y="4759122"/>
                  </a:lnTo>
                  <a:lnTo>
                    <a:pt x="1466969" y="4759122"/>
                  </a:lnTo>
                  <a:lnTo>
                    <a:pt x="1467096" y="4759122"/>
                  </a:lnTo>
                  <a:lnTo>
                    <a:pt x="1467222" y="4759122"/>
                  </a:lnTo>
                  <a:lnTo>
                    <a:pt x="1467348" y="4759122"/>
                  </a:lnTo>
                  <a:lnTo>
                    <a:pt x="1467474" y="4759122"/>
                  </a:lnTo>
                  <a:lnTo>
                    <a:pt x="1467601" y="4759122"/>
                  </a:lnTo>
                  <a:lnTo>
                    <a:pt x="1467727" y="4759122"/>
                  </a:lnTo>
                  <a:lnTo>
                    <a:pt x="1467853" y="4759122"/>
                  </a:lnTo>
                  <a:lnTo>
                    <a:pt x="1467979" y="4759122"/>
                  </a:lnTo>
                  <a:lnTo>
                    <a:pt x="1468106" y="4759122"/>
                  </a:lnTo>
                  <a:lnTo>
                    <a:pt x="1468232" y="4759122"/>
                  </a:lnTo>
                  <a:lnTo>
                    <a:pt x="1468358" y="4759122"/>
                  </a:lnTo>
                  <a:lnTo>
                    <a:pt x="1468484" y="4759122"/>
                  </a:lnTo>
                  <a:lnTo>
                    <a:pt x="1468611" y="4759122"/>
                  </a:lnTo>
                  <a:lnTo>
                    <a:pt x="1468737" y="4759122"/>
                  </a:lnTo>
                  <a:lnTo>
                    <a:pt x="1468863" y="4759122"/>
                  </a:lnTo>
                  <a:lnTo>
                    <a:pt x="1468989" y="4759122"/>
                  </a:lnTo>
                  <a:lnTo>
                    <a:pt x="1469116" y="4759122"/>
                  </a:lnTo>
                  <a:lnTo>
                    <a:pt x="1469242" y="4759122"/>
                  </a:lnTo>
                  <a:lnTo>
                    <a:pt x="1469242" y="4754210"/>
                  </a:lnTo>
                  <a:lnTo>
                    <a:pt x="1469368" y="4754210"/>
                  </a:lnTo>
                  <a:lnTo>
                    <a:pt x="1469495" y="4754210"/>
                  </a:lnTo>
                  <a:lnTo>
                    <a:pt x="1469621" y="4754210"/>
                  </a:lnTo>
                  <a:lnTo>
                    <a:pt x="1469747" y="4754210"/>
                  </a:lnTo>
                  <a:lnTo>
                    <a:pt x="1469873" y="4754210"/>
                  </a:lnTo>
                  <a:lnTo>
                    <a:pt x="1470000" y="4754210"/>
                  </a:lnTo>
                  <a:lnTo>
                    <a:pt x="1470126" y="4754210"/>
                  </a:lnTo>
                  <a:lnTo>
                    <a:pt x="1470252" y="4754210"/>
                  </a:lnTo>
                  <a:lnTo>
                    <a:pt x="1470378" y="4754210"/>
                  </a:lnTo>
                  <a:lnTo>
                    <a:pt x="1470505" y="4754210"/>
                  </a:lnTo>
                  <a:lnTo>
                    <a:pt x="1470631" y="4754210"/>
                  </a:lnTo>
                  <a:lnTo>
                    <a:pt x="1470757" y="4754210"/>
                  </a:lnTo>
                  <a:lnTo>
                    <a:pt x="1470883" y="4754210"/>
                  </a:lnTo>
                  <a:lnTo>
                    <a:pt x="1471010" y="4754210"/>
                  </a:lnTo>
                  <a:lnTo>
                    <a:pt x="1471136" y="4754210"/>
                  </a:lnTo>
                  <a:lnTo>
                    <a:pt x="1471262" y="4754210"/>
                  </a:lnTo>
                  <a:lnTo>
                    <a:pt x="1471388" y="4754210"/>
                  </a:lnTo>
                  <a:lnTo>
                    <a:pt x="1471515" y="4754210"/>
                  </a:lnTo>
                  <a:lnTo>
                    <a:pt x="1471641" y="4754210"/>
                  </a:lnTo>
                  <a:lnTo>
                    <a:pt x="1471767" y="4754210"/>
                  </a:lnTo>
                  <a:lnTo>
                    <a:pt x="1471893" y="4754210"/>
                  </a:lnTo>
                  <a:lnTo>
                    <a:pt x="1472020" y="4754210"/>
                  </a:lnTo>
                  <a:lnTo>
                    <a:pt x="1472146" y="4754210"/>
                  </a:lnTo>
                  <a:lnTo>
                    <a:pt x="1472272" y="4754210"/>
                  </a:lnTo>
                  <a:lnTo>
                    <a:pt x="1472398" y="4754210"/>
                  </a:lnTo>
                  <a:lnTo>
                    <a:pt x="1472525" y="4754210"/>
                  </a:lnTo>
                  <a:lnTo>
                    <a:pt x="1472651" y="4754210"/>
                  </a:lnTo>
                  <a:lnTo>
                    <a:pt x="1472777" y="4754210"/>
                  </a:lnTo>
                  <a:lnTo>
                    <a:pt x="1472903" y="4754210"/>
                  </a:lnTo>
                  <a:lnTo>
                    <a:pt x="1473030" y="4754210"/>
                  </a:lnTo>
                  <a:lnTo>
                    <a:pt x="1473156" y="4754210"/>
                  </a:lnTo>
                  <a:lnTo>
                    <a:pt x="1473282" y="4754210"/>
                  </a:lnTo>
                  <a:lnTo>
                    <a:pt x="1473408" y="4754210"/>
                  </a:lnTo>
                  <a:lnTo>
                    <a:pt x="1473535" y="4754210"/>
                  </a:lnTo>
                  <a:lnTo>
                    <a:pt x="1473661" y="4754210"/>
                  </a:lnTo>
                  <a:lnTo>
                    <a:pt x="1473787" y="4754210"/>
                  </a:lnTo>
                  <a:lnTo>
                    <a:pt x="1473913" y="4754210"/>
                  </a:lnTo>
                  <a:lnTo>
                    <a:pt x="1474040" y="4754210"/>
                  </a:lnTo>
                  <a:lnTo>
                    <a:pt x="1474166" y="4754210"/>
                  </a:lnTo>
                  <a:lnTo>
                    <a:pt x="1474166" y="4749299"/>
                  </a:lnTo>
                  <a:lnTo>
                    <a:pt x="1474166" y="4744388"/>
                  </a:lnTo>
                  <a:lnTo>
                    <a:pt x="1474292" y="4744388"/>
                  </a:lnTo>
                  <a:lnTo>
                    <a:pt x="1474419" y="4744388"/>
                  </a:lnTo>
                  <a:lnTo>
                    <a:pt x="1474545" y="4744388"/>
                  </a:lnTo>
                  <a:lnTo>
                    <a:pt x="1474671" y="4744388"/>
                  </a:lnTo>
                  <a:lnTo>
                    <a:pt x="1474797" y="4744388"/>
                  </a:lnTo>
                  <a:lnTo>
                    <a:pt x="1474924" y="4744388"/>
                  </a:lnTo>
                  <a:lnTo>
                    <a:pt x="1475050" y="4744388"/>
                  </a:lnTo>
                  <a:lnTo>
                    <a:pt x="1475176" y="4744388"/>
                  </a:lnTo>
                  <a:lnTo>
                    <a:pt x="1475302" y="4744388"/>
                  </a:lnTo>
                  <a:lnTo>
                    <a:pt x="1475429" y="4744388"/>
                  </a:lnTo>
                  <a:lnTo>
                    <a:pt x="1475555" y="4744388"/>
                  </a:lnTo>
                  <a:lnTo>
                    <a:pt x="1475681" y="4744388"/>
                  </a:lnTo>
                  <a:lnTo>
                    <a:pt x="1475807" y="4744388"/>
                  </a:lnTo>
                  <a:lnTo>
                    <a:pt x="1475934" y="4744388"/>
                  </a:lnTo>
                  <a:lnTo>
                    <a:pt x="1476060" y="4744388"/>
                  </a:lnTo>
                  <a:lnTo>
                    <a:pt x="1476186" y="4744388"/>
                  </a:lnTo>
                  <a:lnTo>
                    <a:pt x="1476312" y="4744388"/>
                  </a:lnTo>
                  <a:lnTo>
                    <a:pt x="1476439" y="4744388"/>
                  </a:lnTo>
                  <a:lnTo>
                    <a:pt x="1476565" y="4744388"/>
                  </a:lnTo>
                  <a:lnTo>
                    <a:pt x="1476691" y="4744388"/>
                  </a:lnTo>
                  <a:lnTo>
                    <a:pt x="1476817" y="4744388"/>
                  </a:lnTo>
                  <a:lnTo>
                    <a:pt x="1476944" y="4744388"/>
                  </a:lnTo>
                  <a:lnTo>
                    <a:pt x="1477070" y="4744388"/>
                  </a:lnTo>
                  <a:lnTo>
                    <a:pt x="1477196" y="4744388"/>
                  </a:lnTo>
                  <a:lnTo>
                    <a:pt x="1477322" y="4744388"/>
                  </a:lnTo>
                  <a:lnTo>
                    <a:pt x="1477449" y="4744388"/>
                  </a:lnTo>
                  <a:lnTo>
                    <a:pt x="1477575" y="4744388"/>
                  </a:lnTo>
                  <a:lnTo>
                    <a:pt x="1477701" y="4744388"/>
                  </a:lnTo>
                  <a:lnTo>
                    <a:pt x="1477827" y="4744388"/>
                  </a:lnTo>
                  <a:lnTo>
                    <a:pt x="1477954" y="4744388"/>
                  </a:lnTo>
                  <a:lnTo>
                    <a:pt x="1478080" y="4744388"/>
                  </a:lnTo>
                  <a:lnTo>
                    <a:pt x="1478206" y="4744388"/>
                  </a:lnTo>
                  <a:lnTo>
                    <a:pt x="1478332" y="4744388"/>
                  </a:lnTo>
                  <a:lnTo>
                    <a:pt x="1478459" y="4744388"/>
                  </a:lnTo>
                  <a:lnTo>
                    <a:pt x="1478585" y="4744388"/>
                  </a:lnTo>
                  <a:lnTo>
                    <a:pt x="1478711" y="4744388"/>
                  </a:lnTo>
                  <a:lnTo>
                    <a:pt x="1478837" y="4744388"/>
                  </a:lnTo>
                  <a:lnTo>
                    <a:pt x="1478964" y="4744388"/>
                  </a:lnTo>
                  <a:lnTo>
                    <a:pt x="1479090" y="4744388"/>
                  </a:lnTo>
                  <a:lnTo>
                    <a:pt x="1479216" y="4744388"/>
                  </a:lnTo>
                  <a:lnTo>
                    <a:pt x="1479342" y="4744388"/>
                  </a:lnTo>
                  <a:lnTo>
                    <a:pt x="1479469" y="4744388"/>
                  </a:lnTo>
                  <a:lnTo>
                    <a:pt x="1479595" y="4744388"/>
                  </a:lnTo>
                  <a:lnTo>
                    <a:pt x="1479721" y="4744388"/>
                  </a:lnTo>
                  <a:lnTo>
                    <a:pt x="1479848" y="4744388"/>
                  </a:lnTo>
                  <a:lnTo>
                    <a:pt x="1479848" y="4739476"/>
                  </a:lnTo>
                  <a:lnTo>
                    <a:pt x="1479974" y="4739476"/>
                  </a:lnTo>
                  <a:lnTo>
                    <a:pt x="1480100" y="4739476"/>
                  </a:lnTo>
                  <a:lnTo>
                    <a:pt x="1480226" y="4739476"/>
                  </a:lnTo>
                  <a:lnTo>
                    <a:pt x="1480353" y="4739476"/>
                  </a:lnTo>
                  <a:lnTo>
                    <a:pt x="1480479" y="4739476"/>
                  </a:lnTo>
                  <a:lnTo>
                    <a:pt x="1480605" y="4739476"/>
                  </a:lnTo>
                  <a:lnTo>
                    <a:pt x="1480731" y="4739476"/>
                  </a:lnTo>
                  <a:lnTo>
                    <a:pt x="1480858" y="4739476"/>
                  </a:lnTo>
                  <a:lnTo>
                    <a:pt x="1480984" y="4739476"/>
                  </a:lnTo>
                  <a:lnTo>
                    <a:pt x="1480984" y="4734565"/>
                  </a:lnTo>
                  <a:lnTo>
                    <a:pt x="1481110" y="4734565"/>
                  </a:lnTo>
                  <a:lnTo>
                    <a:pt x="1481236" y="4734565"/>
                  </a:lnTo>
                  <a:lnTo>
                    <a:pt x="1481363" y="4734565"/>
                  </a:lnTo>
                  <a:lnTo>
                    <a:pt x="1481489" y="4734565"/>
                  </a:lnTo>
                  <a:lnTo>
                    <a:pt x="1481615" y="4734565"/>
                  </a:lnTo>
                  <a:lnTo>
                    <a:pt x="1481741" y="4734565"/>
                  </a:lnTo>
                  <a:lnTo>
                    <a:pt x="1481868" y="4734565"/>
                  </a:lnTo>
                  <a:lnTo>
                    <a:pt x="1481994" y="4734565"/>
                  </a:lnTo>
                  <a:lnTo>
                    <a:pt x="1482120" y="4734565"/>
                  </a:lnTo>
                  <a:lnTo>
                    <a:pt x="1482246" y="4734565"/>
                  </a:lnTo>
                  <a:lnTo>
                    <a:pt x="1482373" y="4734565"/>
                  </a:lnTo>
                  <a:lnTo>
                    <a:pt x="1482499" y="4734565"/>
                  </a:lnTo>
                  <a:lnTo>
                    <a:pt x="1482625" y="4734565"/>
                  </a:lnTo>
                  <a:lnTo>
                    <a:pt x="1482751" y="4734565"/>
                  </a:lnTo>
                  <a:lnTo>
                    <a:pt x="1482878" y="4734565"/>
                  </a:lnTo>
                  <a:lnTo>
                    <a:pt x="1483004" y="4734565"/>
                  </a:lnTo>
                  <a:lnTo>
                    <a:pt x="1483130" y="4734565"/>
                  </a:lnTo>
                  <a:lnTo>
                    <a:pt x="1483256" y="4734565"/>
                  </a:lnTo>
                  <a:lnTo>
                    <a:pt x="1483383" y="4734565"/>
                  </a:lnTo>
                  <a:lnTo>
                    <a:pt x="1483509" y="4734565"/>
                  </a:lnTo>
                  <a:lnTo>
                    <a:pt x="1483635" y="4734565"/>
                  </a:lnTo>
                  <a:lnTo>
                    <a:pt x="1483761" y="4734565"/>
                  </a:lnTo>
                  <a:lnTo>
                    <a:pt x="1483888" y="4734565"/>
                  </a:lnTo>
                  <a:lnTo>
                    <a:pt x="1484014" y="4734565"/>
                  </a:lnTo>
                  <a:lnTo>
                    <a:pt x="1484140" y="4734565"/>
                  </a:lnTo>
                  <a:lnTo>
                    <a:pt x="1484266" y="4734565"/>
                  </a:lnTo>
                  <a:lnTo>
                    <a:pt x="1484393" y="4734565"/>
                  </a:lnTo>
                  <a:lnTo>
                    <a:pt x="1484519" y="4734565"/>
                  </a:lnTo>
                  <a:lnTo>
                    <a:pt x="1484645" y="4734565"/>
                  </a:lnTo>
                  <a:lnTo>
                    <a:pt x="1484772" y="4734565"/>
                  </a:lnTo>
                  <a:lnTo>
                    <a:pt x="1484898" y="4734565"/>
                  </a:lnTo>
                  <a:lnTo>
                    <a:pt x="1485024" y="4734565"/>
                  </a:lnTo>
                  <a:lnTo>
                    <a:pt x="1485150" y="4734565"/>
                  </a:lnTo>
                  <a:lnTo>
                    <a:pt x="1485277" y="4734565"/>
                  </a:lnTo>
                  <a:lnTo>
                    <a:pt x="1485403" y="4734565"/>
                  </a:lnTo>
                  <a:lnTo>
                    <a:pt x="1485529" y="4734565"/>
                  </a:lnTo>
                  <a:lnTo>
                    <a:pt x="1485655" y="4734565"/>
                  </a:lnTo>
                  <a:lnTo>
                    <a:pt x="1485782" y="4734565"/>
                  </a:lnTo>
                  <a:lnTo>
                    <a:pt x="1485908" y="4734565"/>
                  </a:lnTo>
                  <a:lnTo>
                    <a:pt x="1486034" y="4734565"/>
                  </a:lnTo>
                  <a:lnTo>
                    <a:pt x="1486160" y="4734565"/>
                  </a:lnTo>
                  <a:lnTo>
                    <a:pt x="1486287" y="4734565"/>
                  </a:lnTo>
                  <a:lnTo>
                    <a:pt x="1486413" y="4734565"/>
                  </a:lnTo>
                  <a:lnTo>
                    <a:pt x="1486539" y="4734565"/>
                  </a:lnTo>
                  <a:lnTo>
                    <a:pt x="1486665" y="4734565"/>
                  </a:lnTo>
                  <a:lnTo>
                    <a:pt x="1486792" y="4734565"/>
                  </a:lnTo>
                  <a:lnTo>
                    <a:pt x="1486918" y="4734565"/>
                  </a:lnTo>
                  <a:lnTo>
                    <a:pt x="1487044" y="4734565"/>
                  </a:lnTo>
                  <a:lnTo>
                    <a:pt x="1487044" y="4729654"/>
                  </a:lnTo>
                  <a:lnTo>
                    <a:pt x="1487170" y="4729654"/>
                  </a:lnTo>
                  <a:lnTo>
                    <a:pt x="1487297" y="4729654"/>
                  </a:lnTo>
                  <a:lnTo>
                    <a:pt x="1487423" y="4729654"/>
                  </a:lnTo>
                  <a:lnTo>
                    <a:pt x="1487549" y="4729654"/>
                  </a:lnTo>
                  <a:lnTo>
                    <a:pt x="1487675" y="4729654"/>
                  </a:lnTo>
                  <a:lnTo>
                    <a:pt x="1487802" y="4729654"/>
                  </a:lnTo>
                  <a:lnTo>
                    <a:pt x="1487928" y="4729654"/>
                  </a:lnTo>
                  <a:lnTo>
                    <a:pt x="1487928" y="4724742"/>
                  </a:lnTo>
                  <a:lnTo>
                    <a:pt x="1488054" y="4724742"/>
                  </a:lnTo>
                  <a:lnTo>
                    <a:pt x="1488180" y="4724742"/>
                  </a:lnTo>
                  <a:lnTo>
                    <a:pt x="1488307" y="4724742"/>
                  </a:lnTo>
                  <a:lnTo>
                    <a:pt x="1488433" y="4724742"/>
                  </a:lnTo>
                  <a:lnTo>
                    <a:pt x="1488559" y="4724742"/>
                  </a:lnTo>
                  <a:lnTo>
                    <a:pt x="1488685" y="4724742"/>
                  </a:lnTo>
                  <a:lnTo>
                    <a:pt x="1488812" y="4724742"/>
                  </a:lnTo>
                  <a:lnTo>
                    <a:pt x="1488938" y="4724742"/>
                  </a:lnTo>
                  <a:lnTo>
                    <a:pt x="1489064" y="4724742"/>
                  </a:lnTo>
                  <a:lnTo>
                    <a:pt x="1489190" y="4724742"/>
                  </a:lnTo>
                  <a:lnTo>
                    <a:pt x="1489317" y="4724742"/>
                  </a:lnTo>
                  <a:lnTo>
                    <a:pt x="1489443" y="4724742"/>
                  </a:lnTo>
                  <a:lnTo>
                    <a:pt x="1489569" y="4724742"/>
                  </a:lnTo>
                  <a:lnTo>
                    <a:pt x="1489696" y="4724742"/>
                  </a:lnTo>
                  <a:lnTo>
                    <a:pt x="1489822" y="4724742"/>
                  </a:lnTo>
                  <a:lnTo>
                    <a:pt x="1489948" y="4724742"/>
                  </a:lnTo>
                  <a:lnTo>
                    <a:pt x="1490074" y="4724742"/>
                  </a:lnTo>
                  <a:lnTo>
                    <a:pt x="1490201" y="4724742"/>
                  </a:lnTo>
                  <a:lnTo>
                    <a:pt x="1490327" y="4724742"/>
                  </a:lnTo>
                  <a:lnTo>
                    <a:pt x="1490453" y="4724742"/>
                  </a:lnTo>
                  <a:lnTo>
                    <a:pt x="1490579" y="4724742"/>
                  </a:lnTo>
                  <a:lnTo>
                    <a:pt x="1490706" y="4724742"/>
                  </a:lnTo>
                  <a:lnTo>
                    <a:pt x="1490832" y="4724742"/>
                  </a:lnTo>
                  <a:lnTo>
                    <a:pt x="1490958" y="4724742"/>
                  </a:lnTo>
                  <a:lnTo>
                    <a:pt x="1491084" y="4724742"/>
                  </a:lnTo>
                  <a:lnTo>
                    <a:pt x="1491211" y="4724742"/>
                  </a:lnTo>
                  <a:lnTo>
                    <a:pt x="1491337" y="4724742"/>
                  </a:lnTo>
                  <a:lnTo>
                    <a:pt x="1491463" y="4724742"/>
                  </a:lnTo>
                  <a:lnTo>
                    <a:pt x="1491589" y="4724742"/>
                  </a:lnTo>
                  <a:lnTo>
                    <a:pt x="1491716" y="4724742"/>
                  </a:lnTo>
                  <a:lnTo>
                    <a:pt x="1491842" y="4724742"/>
                  </a:lnTo>
                  <a:lnTo>
                    <a:pt x="1491968" y="4724742"/>
                  </a:lnTo>
                  <a:lnTo>
                    <a:pt x="1492094" y="4724742"/>
                  </a:lnTo>
                  <a:lnTo>
                    <a:pt x="1492221" y="4724742"/>
                  </a:lnTo>
                  <a:lnTo>
                    <a:pt x="1492347" y="4724742"/>
                  </a:lnTo>
                  <a:lnTo>
                    <a:pt x="1492473" y="4724742"/>
                  </a:lnTo>
                  <a:lnTo>
                    <a:pt x="1492599" y="4724742"/>
                  </a:lnTo>
                  <a:lnTo>
                    <a:pt x="1492726" y="4724742"/>
                  </a:lnTo>
                  <a:lnTo>
                    <a:pt x="1492852" y="4724742"/>
                  </a:lnTo>
                  <a:lnTo>
                    <a:pt x="1492978" y="4724742"/>
                  </a:lnTo>
                  <a:lnTo>
                    <a:pt x="1493104" y="4724742"/>
                  </a:lnTo>
                  <a:lnTo>
                    <a:pt x="1493231" y="4724742"/>
                  </a:lnTo>
                  <a:lnTo>
                    <a:pt x="1493357" y="4724742"/>
                  </a:lnTo>
                  <a:lnTo>
                    <a:pt x="1493483" y="4724742"/>
                  </a:lnTo>
                  <a:lnTo>
                    <a:pt x="1493609" y="4724742"/>
                  </a:lnTo>
                  <a:lnTo>
                    <a:pt x="1493736" y="4724742"/>
                  </a:lnTo>
                  <a:lnTo>
                    <a:pt x="1493862" y="4724742"/>
                  </a:lnTo>
                  <a:lnTo>
                    <a:pt x="1493988" y="4724742"/>
                  </a:lnTo>
                  <a:lnTo>
                    <a:pt x="1494114" y="4724742"/>
                  </a:lnTo>
                  <a:lnTo>
                    <a:pt x="1494114" y="4719831"/>
                  </a:lnTo>
                  <a:lnTo>
                    <a:pt x="1494241" y="4719831"/>
                  </a:lnTo>
                  <a:lnTo>
                    <a:pt x="1494367" y="4719831"/>
                  </a:lnTo>
                  <a:lnTo>
                    <a:pt x="1494493" y="4719831"/>
                  </a:lnTo>
                  <a:lnTo>
                    <a:pt x="1494619" y="4719831"/>
                  </a:lnTo>
                  <a:lnTo>
                    <a:pt x="1494746" y="4719831"/>
                  </a:lnTo>
                  <a:lnTo>
                    <a:pt x="1494872" y="4719831"/>
                  </a:lnTo>
                  <a:lnTo>
                    <a:pt x="1494998" y="4719831"/>
                  </a:lnTo>
                  <a:lnTo>
                    <a:pt x="1495125" y="4719831"/>
                  </a:lnTo>
                  <a:lnTo>
                    <a:pt x="1495251" y="4719831"/>
                  </a:lnTo>
                  <a:lnTo>
                    <a:pt x="1495377" y="4719831"/>
                  </a:lnTo>
                  <a:lnTo>
                    <a:pt x="1495503" y="4719831"/>
                  </a:lnTo>
                  <a:lnTo>
                    <a:pt x="1495630" y="4719831"/>
                  </a:lnTo>
                  <a:lnTo>
                    <a:pt x="1495756" y="4719831"/>
                  </a:lnTo>
                  <a:lnTo>
                    <a:pt x="1495882" y="4719831"/>
                  </a:lnTo>
                  <a:lnTo>
                    <a:pt x="1496008" y="4719831"/>
                  </a:lnTo>
                  <a:lnTo>
                    <a:pt x="1496135" y="4719831"/>
                  </a:lnTo>
                  <a:lnTo>
                    <a:pt x="1496261" y="4719831"/>
                  </a:lnTo>
                  <a:lnTo>
                    <a:pt x="1496387" y="4719831"/>
                  </a:lnTo>
                  <a:lnTo>
                    <a:pt x="1496513" y="4719831"/>
                  </a:lnTo>
                  <a:lnTo>
                    <a:pt x="1496640" y="4719831"/>
                  </a:lnTo>
                  <a:lnTo>
                    <a:pt x="1496766" y="4719831"/>
                  </a:lnTo>
                  <a:lnTo>
                    <a:pt x="1496892" y="4719831"/>
                  </a:lnTo>
                  <a:lnTo>
                    <a:pt x="1497018" y="4719831"/>
                  </a:lnTo>
                  <a:lnTo>
                    <a:pt x="1497145" y="4719831"/>
                  </a:lnTo>
                  <a:lnTo>
                    <a:pt x="1497271" y="4719831"/>
                  </a:lnTo>
                  <a:lnTo>
                    <a:pt x="1497397" y="4719831"/>
                  </a:lnTo>
                  <a:lnTo>
                    <a:pt x="1497523" y="4719831"/>
                  </a:lnTo>
                  <a:lnTo>
                    <a:pt x="1497650" y="4719831"/>
                  </a:lnTo>
                  <a:lnTo>
                    <a:pt x="1497776" y="4719831"/>
                  </a:lnTo>
                  <a:lnTo>
                    <a:pt x="1497902" y="4719831"/>
                  </a:lnTo>
                  <a:lnTo>
                    <a:pt x="1498028" y="4719831"/>
                  </a:lnTo>
                  <a:lnTo>
                    <a:pt x="1498155" y="4719831"/>
                  </a:lnTo>
                  <a:lnTo>
                    <a:pt x="1498281" y="4719831"/>
                  </a:lnTo>
                  <a:lnTo>
                    <a:pt x="1498407" y="4719831"/>
                  </a:lnTo>
                  <a:lnTo>
                    <a:pt x="1498533" y="4719831"/>
                  </a:lnTo>
                  <a:lnTo>
                    <a:pt x="1498660" y="4719831"/>
                  </a:lnTo>
                  <a:lnTo>
                    <a:pt x="1498786" y="4719831"/>
                  </a:lnTo>
                  <a:lnTo>
                    <a:pt x="1498912" y="4719831"/>
                  </a:lnTo>
                  <a:lnTo>
                    <a:pt x="1499038" y="4719831"/>
                  </a:lnTo>
                  <a:lnTo>
                    <a:pt x="1499165" y="4719831"/>
                  </a:lnTo>
                  <a:lnTo>
                    <a:pt x="1499291" y="4719831"/>
                  </a:lnTo>
                  <a:lnTo>
                    <a:pt x="1499417" y="4719831"/>
                  </a:lnTo>
                  <a:lnTo>
                    <a:pt x="1499543" y="4719831"/>
                  </a:lnTo>
                  <a:lnTo>
                    <a:pt x="1499670" y="4719831"/>
                  </a:lnTo>
                  <a:lnTo>
                    <a:pt x="1499796" y="4719831"/>
                  </a:lnTo>
                  <a:lnTo>
                    <a:pt x="1499922" y="4719831"/>
                  </a:lnTo>
                  <a:lnTo>
                    <a:pt x="1500049" y="4719831"/>
                  </a:lnTo>
                  <a:lnTo>
                    <a:pt x="1500175" y="4719831"/>
                  </a:lnTo>
                  <a:lnTo>
                    <a:pt x="1500301" y="4719831"/>
                  </a:lnTo>
                  <a:lnTo>
                    <a:pt x="1500427" y="4719831"/>
                  </a:lnTo>
                  <a:lnTo>
                    <a:pt x="1500554" y="4719831"/>
                  </a:lnTo>
                  <a:lnTo>
                    <a:pt x="1500680" y="4719831"/>
                  </a:lnTo>
                  <a:lnTo>
                    <a:pt x="1500806" y="4719831"/>
                  </a:lnTo>
                  <a:lnTo>
                    <a:pt x="1500932" y="4719831"/>
                  </a:lnTo>
                  <a:lnTo>
                    <a:pt x="1501059" y="4719831"/>
                  </a:lnTo>
                  <a:lnTo>
                    <a:pt x="1501185" y="4719831"/>
                  </a:lnTo>
                  <a:lnTo>
                    <a:pt x="1501311" y="4719831"/>
                  </a:lnTo>
                  <a:lnTo>
                    <a:pt x="1501437" y="4719831"/>
                  </a:lnTo>
                  <a:lnTo>
                    <a:pt x="1501564" y="4719831"/>
                  </a:lnTo>
                  <a:lnTo>
                    <a:pt x="1501690" y="4719831"/>
                  </a:lnTo>
                  <a:lnTo>
                    <a:pt x="1501816" y="4719831"/>
                  </a:lnTo>
                  <a:lnTo>
                    <a:pt x="1501942" y="4719831"/>
                  </a:lnTo>
                  <a:lnTo>
                    <a:pt x="1502069" y="4719831"/>
                  </a:lnTo>
                  <a:lnTo>
                    <a:pt x="1502195" y="4719831"/>
                  </a:lnTo>
                  <a:lnTo>
                    <a:pt x="1502321" y="4719831"/>
                  </a:lnTo>
                  <a:lnTo>
                    <a:pt x="1502447" y="4719831"/>
                  </a:lnTo>
                  <a:lnTo>
                    <a:pt x="1502574" y="4719831"/>
                  </a:lnTo>
                  <a:lnTo>
                    <a:pt x="1502700" y="4719831"/>
                  </a:lnTo>
                  <a:lnTo>
                    <a:pt x="1502826" y="4719831"/>
                  </a:lnTo>
                  <a:lnTo>
                    <a:pt x="1502952" y="4719831"/>
                  </a:lnTo>
                  <a:lnTo>
                    <a:pt x="1503079" y="4719831"/>
                  </a:lnTo>
                  <a:lnTo>
                    <a:pt x="1503205" y="4719831"/>
                  </a:lnTo>
                  <a:lnTo>
                    <a:pt x="1503331" y="4719831"/>
                  </a:lnTo>
                  <a:lnTo>
                    <a:pt x="1503457" y="4719831"/>
                  </a:lnTo>
                  <a:lnTo>
                    <a:pt x="1503584" y="4719831"/>
                  </a:lnTo>
                  <a:lnTo>
                    <a:pt x="1503710" y="4719831"/>
                  </a:lnTo>
                  <a:lnTo>
                    <a:pt x="1503836" y="4719831"/>
                  </a:lnTo>
                  <a:lnTo>
                    <a:pt x="1503962" y="4719831"/>
                  </a:lnTo>
                  <a:lnTo>
                    <a:pt x="1504089" y="4719831"/>
                  </a:lnTo>
                  <a:lnTo>
                    <a:pt x="1504215" y="4719831"/>
                  </a:lnTo>
                  <a:lnTo>
                    <a:pt x="1504341" y="4719831"/>
                  </a:lnTo>
                  <a:lnTo>
                    <a:pt x="1504467" y="4719831"/>
                  </a:lnTo>
                  <a:lnTo>
                    <a:pt x="1504594" y="4719831"/>
                  </a:lnTo>
                  <a:lnTo>
                    <a:pt x="1504720" y="4719831"/>
                  </a:lnTo>
                  <a:lnTo>
                    <a:pt x="1504846" y="4719831"/>
                  </a:lnTo>
                  <a:lnTo>
                    <a:pt x="1504972" y="4719831"/>
                  </a:lnTo>
                  <a:lnTo>
                    <a:pt x="1505099" y="4719831"/>
                  </a:lnTo>
                  <a:lnTo>
                    <a:pt x="1505225" y="4719831"/>
                  </a:lnTo>
                  <a:lnTo>
                    <a:pt x="1505351" y="4719831"/>
                  </a:lnTo>
                  <a:lnTo>
                    <a:pt x="1505478" y="4719831"/>
                  </a:lnTo>
                  <a:lnTo>
                    <a:pt x="1505604" y="4719831"/>
                  </a:lnTo>
                  <a:lnTo>
                    <a:pt x="1505730" y="4719831"/>
                  </a:lnTo>
                  <a:lnTo>
                    <a:pt x="1505856" y="4719831"/>
                  </a:lnTo>
                  <a:lnTo>
                    <a:pt x="1505983" y="4719831"/>
                  </a:lnTo>
                  <a:lnTo>
                    <a:pt x="1505983" y="4714919"/>
                  </a:lnTo>
                  <a:lnTo>
                    <a:pt x="1506109" y="4714919"/>
                  </a:lnTo>
                  <a:lnTo>
                    <a:pt x="1506235" y="4714919"/>
                  </a:lnTo>
                  <a:lnTo>
                    <a:pt x="1506361" y="4714919"/>
                  </a:lnTo>
                  <a:lnTo>
                    <a:pt x="1506488" y="4714919"/>
                  </a:lnTo>
                  <a:lnTo>
                    <a:pt x="1506614" y="4714919"/>
                  </a:lnTo>
                  <a:lnTo>
                    <a:pt x="1506740" y="4714919"/>
                  </a:lnTo>
                  <a:lnTo>
                    <a:pt x="1506866" y="4714919"/>
                  </a:lnTo>
                  <a:lnTo>
                    <a:pt x="1506993" y="4714919"/>
                  </a:lnTo>
                  <a:lnTo>
                    <a:pt x="1507119" y="4714919"/>
                  </a:lnTo>
                  <a:lnTo>
                    <a:pt x="1507245" y="4714919"/>
                  </a:lnTo>
                  <a:lnTo>
                    <a:pt x="1507371" y="4714919"/>
                  </a:lnTo>
                  <a:lnTo>
                    <a:pt x="1507498" y="4714919"/>
                  </a:lnTo>
                  <a:lnTo>
                    <a:pt x="1507624" y="4714919"/>
                  </a:lnTo>
                  <a:lnTo>
                    <a:pt x="1507750" y="4714919"/>
                  </a:lnTo>
                  <a:lnTo>
                    <a:pt x="1507876" y="4714919"/>
                  </a:lnTo>
                  <a:lnTo>
                    <a:pt x="1508003" y="4714919"/>
                  </a:lnTo>
                  <a:lnTo>
                    <a:pt x="1508129" y="4714919"/>
                  </a:lnTo>
                  <a:lnTo>
                    <a:pt x="1508255" y="4714919"/>
                  </a:lnTo>
                  <a:lnTo>
                    <a:pt x="1508381" y="4714919"/>
                  </a:lnTo>
                  <a:lnTo>
                    <a:pt x="1508508" y="4714919"/>
                  </a:lnTo>
                  <a:lnTo>
                    <a:pt x="1508634" y="4714919"/>
                  </a:lnTo>
                  <a:lnTo>
                    <a:pt x="1508760" y="4714919"/>
                  </a:lnTo>
                  <a:lnTo>
                    <a:pt x="1508886" y="4714919"/>
                  </a:lnTo>
                  <a:lnTo>
                    <a:pt x="1509013" y="4714919"/>
                  </a:lnTo>
                  <a:lnTo>
                    <a:pt x="1509139" y="4714919"/>
                  </a:lnTo>
                  <a:lnTo>
                    <a:pt x="1509265" y="4714919"/>
                  </a:lnTo>
                  <a:lnTo>
                    <a:pt x="1509265" y="4710008"/>
                  </a:lnTo>
                  <a:lnTo>
                    <a:pt x="1509391" y="4710008"/>
                  </a:lnTo>
                  <a:lnTo>
                    <a:pt x="1509518" y="4710008"/>
                  </a:lnTo>
                  <a:lnTo>
                    <a:pt x="1509644" y="4710008"/>
                  </a:lnTo>
                  <a:lnTo>
                    <a:pt x="1509770" y="4710008"/>
                  </a:lnTo>
                  <a:lnTo>
                    <a:pt x="1509896" y="4710008"/>
                  </a:lnTo>
                  <a:lnTo>
                    <a:pt x="1510023" y="4710008"/>
                  </a:lnTo>
                  <a:lnTo>
                    <a:pt x="1510149" y="4710008"/>
                  </a:lnTo>
                  <a:lnTo>
                    <a:pt x="1510275" y="4710008"/>
                  </a:lnTo>
                  <a:lnTo>
                    <a:pt x="1510402" y="4710008"/>
                  </a:lnTo>
                  <a:lnTo>
                    <a:pt x="1510528" y="4710008"/>
                  </a:lnTo>
                  <a:lnTo>
                    <a:pt x="1510654" y="4710008"/>
                  </a:lnTo>
                  <a:lnTo>
                    <a:pt x="1510780" y="4710008"/>
                  </a:lnTo>
                  <a:lnTo>
                    <a:pt x="1510907" y="4710008"/>
                  </a:lnTo>
                  <a:lnTo>
                    <a:pt x="1511033" y="4710008"/>
                  </a:lnTo>
                  <a:lnTo>
                    <a:pt x="1511159" y="4710008"/>
                  </a:lnTo>
                  <a:lnTo>
                    <a:pt x="1511285" y="4710008"/>
                  </a:lnTo>
                  <a:lnTo>
                    <a:pt x="1511412" y="4710008"/>
                  </a:lnTo>
                  <a:lnTo>
                    <a:pt x="1511538" y="4710008"/>
                  </a:lnTo>
                  <a:lnTo>
                    <a:pt x="1511664" y="4710008"/>
                  </a:lnTo>
                  <a:lnTo>
                    <a:pt x="1511790" y="4710008"/>
                  </a:lnTo>
                  <a:lnTo>
                    <a:pt x="1511917" y="4710008"/>
                  </a:lnTo>
                  <a:lnTo>
                    <a:pt x="1512043" y="4710008"/>
                  </a:lnTo>
                  <a:lnTo>
                    <a:pt x="1512169" y="4710008"/>
                  </a:lnTo>
                  <a:lnTo>
                    <a:pt x="1512295" y="4710008"/>
                  </a:lnTo>
                  <a:lnTo>
                    <a:pt x="1512422" y="4710008"/>
                  </a:lnTo>
                  <a:lnTo>
                    <a:pt x="1512548" y="4710008"/>
                  </a:lnTo>
                  <a:lnTo>
                    <a:pt x="1512674" y="4710008"/>
                  </a:lnTo>
                  <a:lnTo>
                    <a:pt x="1512800" y="4710008"/>
                  </a:lnTo>
                  <a:lnTo>
                    <a:pt x="1512927" y="4710008"/>
                  </a:lnTo>
                  <a:lnTo>
                    <a:pt x="1513053" y="4710008"/>
                  </a:lnTo>
                  <a:lnTo>
                    <a:pt x="1513179" y="4710008"/>
                  </a:lnTo>
                  <a:lnTo>
                    <a:pt x="1513305" y="4710008"/>
                  </a:lnTo>
                  <a:lnTo>
                    <a:pt x="1513432" y="4710008"/>
                  </a:lnTo>
                  <a:lnTo>
                    <a:pt x="1513558" y="4710008"/>
                  </a:lnTo>
                  <a:lnTo>
                    <a:pt x="1513684" y="4710008"/>
                  </a:lnTo>
                  <a:lnTo>
                    <a:pt x="1513810" y="4710008"/>
                  </a:lnTo>
                  <a:lnTo>
                    <a:pt x="1513937" y="4710008"/>
                  </a:lnTo>
                  <a:lnTo>
                    <a:pt x="1514063" y="4710008"/>
                  </a:lnTo>
                  <a:lnTo>
                    <a:pt x="1514189" y="4710008"/>
                  </a:lnTo>
                  <a:lnTo>
                    <a:pt x="1514315" y="4710008"/>
                  </a:lnTo>
                  <a:lnTo>
                    <a:pt x="1514442" y="4710008"/>
                  </a:lnTo>
                  <a:lnTo>
                    <a:pt x="1514568" y="4710008"/>
                  </a:lnTo>
                  <a:lnTo>
                    <a:pt x="1514694" y="4710008"/>
                  </a:lnTo>
                  <a:lnTo>
                    <a:pt x="1514820" y="4710008"/>
                  </a:lnTo>
                  <a:lnTo>
                    <a:pt x="1514947" y="4710008"/>
                  </a:lnTo>
                  <a:lnTo>
                    <a:pt x="1515073" y="4710008"/>
                  </a:lnTo>
                  <a:lnTo>
                    <a:pt x="1515199" y="4710008"/>
                  </a:lnTo>
                  <a:lnTo>
                    <a:pt x="1515325" y="4710008"/>
                  </a:lnTo>
                  <a:lnTo>
                    <a:pt x="1515452" y="4710008"/>
                  </a:lnTo>
                  <a:lnTo>
                    <a:pt x="1515578" y="4710008"/>
                  </a:lnTo>
                  <a:lnTo>
                    <a:pt x="1515704" y="4710008"/>
                  </a:lnTo>
                  <a:lnTo>
                    <a:pt x="1515704" y="4705097"/>
                  </a:lnTo>
                  <a:lnTo>
                    <a:pt x="1515831" y="4705097"/>
                  </a:lnTo>
                  <a:lnTo>
                    <a:pt x="1515957" y="4705097"/>
                  </a:lnTo>
                  <a:lnTo>
                    <a:pt x="1516083" y="4705097"/>
                  </a:lnTo>
                  <a:lnTo>
                    <a:pt x="1516209" y="4705097"/>
                  </a:lnTo>
                  <a:lnTo>
                    <a:pt x="1516336" y="4705097"/>
                  </a:lnTo>
                  <a:lnTo>
                    <a:pt x="1516462" y="4705097"/>
                  </a:lnTo>
                  <a:lnTo>
                    <a:pt x="1516588" y="4705097"/>
                  </a:lnTo>
                  <a:lnTo>
                    <a:pt x="1516714" y="4705097"/>
                  </a:lnTo>
                  <a:lnTo>
                    <a:pt x="1516841" y="4705097"/>
                  </a:lnTo>
                  <a:lnTo>
                    <a:pt x="1516967" y="4705097"/>
                  </a:lnTo>
                  <a:lnTo>
                    <a:pt x="1517093" y="4705097"/>
                  </a:lnTo>
                  <a:lnTo>
                    <a:pt x="1517219" y="4705097"/>
                  </a:lnTo>
                  <a:lnTo>
                    <a:pt x="1517346" y="4705097"/>
                  </a:lnTo>
                  <a:lnTo>
                    <a:pt x="1517472" y="4705097"/>
                  </a:lnTo>
                  <a:lnTo>
                    <a:pt x="1517598" y="4705097"/>
                  </a:lnTo>
                  <a:lnTo>
                    <a:pt x="1517724" y="4705097"/>
                  </a:lnTo>
                  <a:lnTo>
                    <a:pt x="1517851" y="4705097"/>
                  </a:lnTo>
                  <a:lnTo>
                    <a:pt x="1517977" y="4705097"/>
                  </a:lnTo>
                  <a:lnTo>
                    <a:pt x="1518103" y="4705097"/>
                  </a:lnTo>
                  <a:lnTo>
                    <a:pt x="1518229" y="4705097"/>
                  </a:lnTo>
                  <a:lnTo>
                    <a:pt x="1518356" y="4705097"/>
                  </a:lnTo>
                  <a:lnTo>
                    <a:pt x="1518482" y="4705097"/>
                  </a:lnTo>
                  <a:lnTo>
                    <a:pt x="1518608" y="4705097"/>
                  </a:lnTo>
                  <a:lnTo>
                    <a:pt x="1518734" y="4705097"/>
                  </a:lnTo>
                  <a:lnTo>
                    <a:pt x="1518861" y="4705097"/>
                  </a:lnTo>
                  <a:lnTo>
                    <a:pt x="1518987" y="4705097"/>
                  </a:lnTo>
                  <a:lnTo>
                    <a:pt x="1519113" y="4705097"/>
                  </a:lnTo>
                  <a:lnTo>
                    <a:pt x="1519239" y="4705097"/>
                  </a:lnTo>
                  <a:lnTo>
                    <a:pt x="1519366" y="4705097"/>
                  </a:lnTo>
                  <a:lnTo>
                    <a:pt x="1519492" y="4705097"/>
                  </a:lnTo>
                  <a:lnTo>
                    <a:pt x="1519618" y="4705097"/>
                  </a:lnTo>
                  <a:lnTo>
                    <a:pt x="1519744" y="4705097"/>
                  </a:lnTo>
                  <a:lnTo>
                    <a:pt x="1519871" y="4705097"/>
                  </a:lnTo>
                  <a:lnTo>
                    <a:pt x="1519997" y="4705097"/>
                  </a:lnTo>
                  <a:lnTo>
                    <a:pt x="1520123" y="4705097"/>
                  </a:lnTo>
                  <a:lnTo>
                    <a:pt x="1520249" y="4705097"/>
                  </a:lnTo>
                  <a:lnTo>
                    <a:pt x="1520376" y="4705097"/>
                  </a:lnTo>
                  <a:lnTo>
                    <a:pt x="1520502" y="4705097"/>
                  </a:lnTo>
                  <a:lnTo>
                    <a:pt x="1520628" y="4705097"/>
                  </a:lnTo>
                  <a:lnTo>
                    <a:pt x="1520755" y="4705097"/>
                  </a:lnTo>
                  <a:lnTo>
                    <a:pt x="1520881" y="4705097"/>
                  </a:lnTo>
                  <a:lnTo>
                    <a:pt x="1521007" y="4705097"/>
                  </a:lnTo>
                  <a:lnTo>
                    <a:pt x="1521133" y="4705097"/>
                  </a:lnTo>
                  <a:lnTo>
                    <a:pt x="1521260" y="4705097"/>
                  </a:lnTo>
                  <a:lnTo>
                    <a:pt x="1521386" y="4705097"/>
                  </a:lnTo>
                  <a:lnTo>
                    <a:pt x="1521512" y="4705097"/>
                  </a:lnTo>
                  <a:lnTo>
                    <a:pt x="1521638" y="4705097"/>
                  </a:lnTo>
                  <a:lnTo>
                    <a:pt x="1521765" y="4705097"/>
                  </a:lnTo>
                  <a:lnTo>
                    <a:pt x="1521891" y="4705097"/>
                  </a:lnTo>
                  <a:lnTo>
                    <a:pt x="1522017" y="4705097"/>
                  </a:lnTo>
                  <a:lnTo>
                    <a:pt x="1522143" y="4705097"/>
                  </a:lnTo>
                  <a:lnTo>
                    <a:pt x="1522270" y="4705097"/>
                  </a:lnTo>
                  <a:lnTo>
                    <a:pt x="1522396" y="4705097"/>
                  </a:lnTo>
                  <a:lnTo>
                    <a:pt x="1522522" y="4705097"/>
                  </a:lnTo>
                  <a:lnTo>
                    <a:pt x="1522648" y="4705097"/>
                  </a:lnTo>
                  <a:lnTo>
                    <a:pt x="1522775" y="4705097"/>
                  </a:lnTo>
                  <a:lnTo>
                    <a:pt x="1522901" y="4705097"/>
                  </a:lnTo>
                  <a:lnTo>
                    <a:pt x="1523027" y="4705097"/>
                  </a:lnTo>
                  <a:lnTo>
                    <a:pt x="1523153" y="4705097"/>
                  </a:lnTo>
                  <a:lnTo>
                    <a:pt x="1523280" y="4705097"/>
                  </a:lnTo>
                  <a:lnTo>
                    <a:pt x="1523280" y="4700185"/>
                  </a:lnTo>
                  <a:lnTo>
                    <a:pt x="1523406" y="4700185"/>
                  </a:lnTo>
                  <a:lnTo>
                    <a:pt x="1523532" y="4700185"/>
                  </a:lnTo>
                  <a:lnTo>
                    <a:pt x="1523658" y="4700185"/>
                  </a:lnTo>
                  <a:lnTo>
                    <a:pt x="1523785" y="4700185"/>
                  </a:lnTo>
                  <a:lnTo>
                    <a:pt x="1523911" y="4700185"/>
                  </a:lnTo>
                  <a:lnTo>
                    <a:pt x="1524037" y="4700185"/>
                  </a:lnTo>
                  <a:lnTo>
                    <a:pt x="1524163" y="4700185"/>
                  </a:lnTo>
                  <a:lnTo>
                    <a:pt x="1524290" y="4700185"/>
                  </a:lnTo>
                  <a:lnTo>
                    <a:pt x="1524416" y="4700185"/>
                  </a:lnTo>
                  <a:lnTo>
                    <a:pt x="1524542" y="4700185"/>
                  </a:lnTo>
                  <a:lnTo>
                    <a:pt x="1524668" y="4700185"/>
                  </a:lnTo>
                  <a:lnTo>
                    <a:pt x="1524795" y="4700185"/>
                  </a:lnTo>
                  <a:lnTo>
                    <a:pt x="1524921" y="4700185"/>
                  </a:lnTo>
                  <a:lnTo>
                    <a:pt x="1525047" y="4700185"/>
                  </a:lnTo>
                  <a:lnTo>
                    <a:pt x="1525173" y="4700185"/>
                  </a:lnTo>
                  <a:lnTo>
                    <a:pt x="1525300" y="4700185"/>
                  </a:lnTo>
                  <a:lnTo>
                    <a:pt x="1525426" y="4700185"/>
                  </a:lnTo>
                  <a:lnTo>
                    <a:pt x="1525552" y="4700185"/>
                  </a:lnTo>
                  <a:lnTo>
                    <a:pt x="1525678" y="4700185"/>
                  </a:lnTo>
                  <a:lnTo>
                    <a:pt x="1525805" y="4700185"/>
                  </a:lnTo>
                  <a:lnTo>
                    <a:pt x="1525931" y="4700185"/>
                  </a:lnTo>
                  <a:lnTo>
                    <a:pt x="1526057" y="4700185"/>
                  </a:lnTo>
                  <a:lnTo>
                    <a:pt x="1526184" y="4700185"/>
                  </a:lnTo>
                  <a:lnTo>
                    <a:pt x="1526310" y="4700185"/>
                  </a:lnTo>
                  <a:lnTo>
                    <a:pt x="1526436" y="4700185"/>
                  </a:lnTo>
                  <a:lnTo>
                    <a:pt x="1526562" y="4700185"/>
                  </a:lnTo>
                  <a:lnTo>
                    <a:pt x="1526689" y="4700185"/>
                  </a:lnTo>
                  <a:lnTo>
                    <a:pt x="1526815" y="4700185"/>
                  </a:lnTo>
                  <a:lnTo>
                    <a:pt x="1526941" y="4700185"/>
                  </a:lnTo>
                  <a:lnTo>
                    <a:pt x="1527067" y="4700185"/>
                  </a:lnTo>
                  <a:lnTo>
                    <a:pt x="1527194" y="4700185"/>
                  </a:lnTo>
                  <a:lnTo>
                    <a:pt x="1527320" y="4700185"/>
                  </a:lnTo>
                  <a:lnTo>
                    <a:pt x="1527446" y="4700185"/>
                  </a:lnTo>
                  <a:lnTo>
                    <a:pt x="1527572" y="4700185"/>
                  </a:lnTo>
                  <a:lnTo>
                    <a:pt x="1527699" y="4700185"/>
                  </a:lnTo>
                  <a:lnTo>
                    <a:pt x="1527825" y="4700185"/>
                  </a:lnTo>
                  <a:lnTo>
                    <a:pt x="1527951" y="4700185"/>
                  </a:lnTo>
                  <a:lnTo>
                    <a:pt x="1528077" y="4700185"/>
                  </a:lnTo>
                  <a:lnTo>
                    <a:pt x="1528204" y="4700185"/>
                  </a:lnTo>
                  <a:lnTo>
                    <a:pt x="1528330" y="4700185"/>
                  </a:lnTo>
                  <a:lnTo>
                    <a:pt x="1528456" y="4700185"/>
                  </a:lnTo>
                  <a:lnTo>
                    <a:pt x="1528582" y="4700185"/>
                  </a:lnTo>
                  <a:lnTo>
                    <a:pt x="1528709" y="4700185"/>
                  </a:lnTo>
                  <a:lnTo>
                    <a:pt x="1528835" y="4700185"/>
                  </a:lnTo>
                  <a:lnTo>
                    <a:pt x="1528835" y="4695274"/>
                  </a:lnTo>
                  <a:lnTo>
                    <a:pt x="1528961" y="4695274"/>
                  </a:lnTo>
                  <a:lnTo>
                    <a:pt x="1529087" y="4695274"/>
                  </a:lnTo>
                  <a:lnTo>
                    <a:pt x="1529214" y="4695274"/>
                  </a:lnTo>
                  <a:lnTo>
                    <a:pt x="1529340" y="4695274"/>
                  </a:lnTo>
                  <a:lnTo>
                    <a:pt x="1529466" y="4695274"/>
                  </a:lnTo>
                  <a:lnTo>
                    <a:pt x="1529592" y="4695274"/>
                  </a:lnTo>
                  <a:lnTo>
                    <a:pt x="1529719" y="4695274"/>
                  </a:lnTo>
                  <a:lnTo>
                    <a:pt x="1529845" y="4695274"/>
                  </a:lnTo>
                  <a:lnTo>
                    <a:pt x="1529971" y="4695274"/>
                  </a:lnTo>
                  <a:lnTo>
                    <a:pt x="1530097" y="4695274"/>
                  </a:lnTo>
                  <a:lnTo>
                    <a:pt x="1530224" y="4695274"/>
                  </a:lnTo>
                  <a:lnTo>
                    <a:pt x="1530350" y="4695274"/>
                  </a:lnTo>
                  <a:lnTo>
                    <a:pt x="1530476" y="4695274"/>
                  </a:lnTo>
                  <a:lnTo>
                    <a:pt x="1530602" y="4695274"/>
                  </a:lnTo>
                  <a:lnTo>
                    <a:pt x="1530729" y="4695274"/>
                  </a:lnTo>
                  <a:lnTo>
                    <a:pt x="1530855" y="4695274"/>
                  </a:lnTo>
                  <a:lnTo>
                    <a:pt x="1530981" y="4695274"/>
                  </a:lnTo>
                  <a:lnTo>
                    <a:pt x="1531108" y="4695274"/>
                  </a:lnTo>
                  <a:lnTo>
                    <a:pt x="1531234" y="4695274"/>
                  </a:lnTo>
                  <a:lnTo>
                    <a:pt x="1531360" y="4695274"/>
                  </a:lnTo>
                  <a:lnTo>
                    <a:pt x="1531486" y="4695274"/>
                  </a:lnTo>
                  <a:lnTo>
                    <a:pt x="1531486" y="4690363"/>
                  </a:lnTo>
                  <a:lnTo>
                    <a:pt x="1531613" y="4690363"/>
                  </a:lnTo>
                  <a:lnTo>
                    <a:pt x="1531739" y="4690363"/>
                  </a:lnTo>
                  <a:lnTo>
                    <a:pt x="1531865" y="4690363"/>
                  </a:lnTo>
                  <a:lnTo>
                    <a:pt x="1531991" y="4690363"/>
                  </a:lnTo>
                  <a:lnTo>
                    <a:pt x="1532118" y="4690363"/>
                  </a:lnTo>
                  <a:lnTo>
                    <a:pt x="1532244" y="4690363"/>
                  </a:lnTo>
                  <a:lnTo>
                    <a:pt x="1532370" y="4690363"/>
                  </a:lnTo>
                  <a:lnTo>
                    <a:pt x="1532496" y="4690363"/>
                  </a:lnTo>
                  <a:lnTo>
                    <a:pt x="1532623" y="4690363"/>
                  </a:lnTo>
                  <a:lnTo>
                    <a:pt x="1532749" y="4690363"/>
                  </a:lnTo>
                  <a:lnTo>
                    <a:pt x="1532875" y="4690363"/>
                  </a:lnTo>
                  <a:lnTo>
                    <a:pt x="1533001" y="4690363"/>
                  </a:lnTo>
                  <a:lnTo>
                    <a:pt x="1533128" y="4690363"/>
                  </a:lnTo>
                  <a:lnTo>
                    <a:pt x="1533254" y="4690363"/>
                  </a:lnTo>
                  <a:lnTo>
                    <a:pt x="1533380" y="4690363"/>
                  </a:lnTo>
                  <a:lnTo>
                    <a:pt x="1533506" y="4690363"/>
                  </a:lnTo>
                  <a:lnTo>
                    <a:pt x="1533633" y="4690363"/>
                  </a:lnTo>
                  <a:lnTo>
                    <a:pt x="1533759" y="4690363"/>
                  </a:lnTo>
                  <a:lnTo>
                    <a:pt x="1533885" y="4690363"/>
                  </a:lnTo>
                  <a:lnTo>
                    <a:pt x="1534011" y="4690363"/>
                  </a:lnTo>
                  <a:lnTo>
                    <a:pt x="1534011" y="4685451"/>
                  </a:lnTo>
                  <a:lnTo>
                    <a:pt x="1534138" y="4685451"/>
                  </a:lnTo>
                  <a:lnTo>
                    <a:pt x="1534264" y="4685451"/>
                  </a:lnTo>
                  <a:lnTo>
                    <a:pt x="1534390" y="4685451"/>
                  </a:lnTo>
                  <a:lnTo>
                    <a:pt x="1534516" y="4685451"/>
                  </a:lnTo>
                  <a:lnTo>
                    <a:pt x="1534643" y="4685451"/>
                  </a:lnTo>
                  <a:lnTo>
                    <a:pt x="1534769" y="4685451"/>
                  </a:lnTo>
                  <a:lnTo>
                    <a:pt x="1534895" y="4685451"/>
                  </a:lnTo>
                  <a:lnTo>
                    <a:pt x="1535021" y="4685451"/>
                  </a:lnTo>
                  <a:lnTo>
                    <a:pt x="1535148" y="4685451"/>
                  </a:lnTo>
                  <a:lnTo>
                    <a:pt x="1535274" y="4685451"/>
                  </a:lnTo>
                  <a:lnTo>
                    <a:pt x="1535400" y="4685451"/>
                  </a:lnTo>
                  <a:lnTo>
                    <a:pt x="1535526" y="4685451"/>
                  </a:lnTo>
                  <a:lnTo>
                    <a:pt x="1535653" y="4685451"/>
                  </a:lnTo>
                  <a:lnTo>
                    <a:pt x="1535779" y="4685451"/>
                  </a:lnTo>
                  <a:lnTo>
                    <a:pt x="1535905" y="4685451"/>
                  </a:lnTo>
                  <a:lnTo>
                    <a:pt x="1536031" y="4685451"/>
                  </a:lnTo>
                  <a:lnTo>
                    <a:pt x="1536158" y="4685451"/>
                  </a:lnTo>
                  <a:lnTo>
                    <a:pt x="1536284" y="4685451"/>
                  </a:lnTo>
                  <a:lnTo>
                    <a:pt x="1536410" y="4685451"/>
                  </a:lnTo>
                  <a:lnTo>
                    <a:pt x="1536537" y="4685451"/>
                  </a:lnTo>
                  <a:lnTo>
                    <a:pt x="1536663" y="4685451"/>
                  </a:lnTo>
                  <a:lnTo>
                    <a:pt x="1536789" y="4685451"/>
                  </a:lnTo>
                  <a:lnTo>
                    <a:pt x="1536915" y="4685451"/>
                  </a:lnTo>
                  <a:lnTo>
                    <a:pt x="1537042" y="4685451"/>
                  </a:lnTo>
                  <a:lnTo>
                    <a:pt x="1537168" y="4685451"/>
                  </a:lnTo>
                  <a:lnTo>
                    <a:pt x="1537294" y="4685451"/>
                  </a:lnTo>
                  <a:lnTo>
                    <a:pt x="1537420" y="4685451"/>
                  </a:lnTo>
                  <a:lnTo>
                    <a:pt x="1537547" y="4685451"/>
                  </a:lnTo>
                  <a:lnTo>
                    <a:pt x="1537673" y="4685451"/>
                  </a:lnTo>
                  <a:lnTo>
                    <a:pt x="1537799" y="4685451"/>
                  </a:lnTo>
                  <a:lnTo>
                    <a:pt x="1537925" y="4685451"/>
                  </a:lnTo>
                  <a:lnTo>
                    <a:pt x="1538052" y="4685451"/>
                  </a:lnTo>
                  <a:lnTo>
                    <a:pt x="1538178" y="4685451"/>
                  </a:lnTo>
                  <a:lnTo>
                    <a:pt x="1538304" y="4685451"/>
                  </a:lnTo>
                  <a:lnTo>
                    <a:pt x="1538430" y="4685451"/>
                  </a:lnTo>
                  <a:lnTo>
                    <a:pt x="1538557" y="4685451"/>
                  </a:lnTo>
                  <a:lnTo>
                    <a:pt x="1538683" y="4685451"/>
                  </a:lnTo>
                  <a:lnTo>
                    <a:pt x="1538809" y="4685451"/>
                  </a:lnTo>
                  <a:lnTo>
                    <a:pt x="1538935" y="4685451"/>
                  </a:lnTo>
                  <a:lnTo>
                    <a:pt x="1539062" y="4685451"/>
                  </a:lnTo>
                  <a:lnTo>
                    <a:pt x="1539188" y="4685451"/>
                  </a:lnTo>
                  <a:lnTo>
                    <a:pt x="1539314" y="4685451"/>
                  </a:lnTo>
                  <a:lnTo>
                    <a:pt x="1539440" y="4685451"/>
                  </a:lnTo>
                  <a:lnTo>
                    <a:pt x="1539567" y="4685451"/>
                  </a:lnTo>
                  <a:lnTo>
                    <a:pt x="1539693" y="4685451"/>
                  </a:lnTo>
                  <a:lnTo>
                    <a:pt x="1539819" y="4685451"/>
                  </a:lnTo>
                  <a:lnTo>
                    <a:pt x="1539945" y="4685451"/>
                  </a:lnTo>
                  <a:lnTo>
                    <a:pt x="1540072" y="4685451"/>
                  </a:lnTo>
                  <a:lnTo>
                    <a:pt x="1540198" y="4685451"/>
                  </a:lnTo>
                  <a:lnTo>
                    <a:pt x="1540324" y="4685451"/>
                  </a:lnTo>
                  <a:lnTo>
                    <a:pt x="1540450" y="4685451"/>
                  </a:lnTo>
                  <a:lnTo>
                    <a:pt x="1540577" y="4685451"/>
                  </a:lnTo>
                  <a:lnTo>
                    <a:pt x="1540703" y="4685451"/>
                  </a:lnTo>
                  <a:lnTo>
                    <a:pt x="1540829" y="4685451"/>
                  </a:lnTo>
                  <a:lnTo>
                    <a:pt x="1540955" y="4685451"/>
                  </a:lnTo>
                  <a:lnTo>
                    <a:pt x="1541082" y="4685451"/>
                  </a:lnTo>
                  <a:lnTo>
                    <a:pt x="1541208" y="4685451"/>
                  </a:lnTo>
                  <a:lnTo>
                    <a:pt x="1541334" y="4685451"/>
                  </a:lnTo>
                  <a:lnTo>
                    <a:pt x="1541461" y="4685451"/>
                  </a:lnTo>
                  <a:lnTo>
                    <a:pt x="1541587" y="4685451"/>
                  </a:lnTo>
                  <a:lnTo>
                    <a:pt x="1541713" y="4685451"/>
                  </a:lnTo>
                  <a:lnTo>
                    <a:pt x="1541839" y="4685451"/>
                  </a:lnTo>
                  <a:lnTo>
                    <a:pt x="1541966" y="4685451"/>
                  </a:lnTo>
                  <a:lnTo>
                    <a:pt x="1542092" y="4685451"/>
                  </a:lnTo>
                  <a:lnTo>
                    <a:pt x="1542218" y="4685451"/>
                  </a:lnTo>
                  <a:lnTo>
                    <a:pt x="1542344" y="4685451"/>
                  </a:lnTo>
                  <a:lnTo>
                    <a:pt x="1542471" y="4685451"/>
                  </a:lnTo>
                  <a:lnTo>
                    <a:pt x="1542597" y="4685451"/>
                  </a:lnTo>
                  <a:lnTo>
                    <a:pt x="1542723" y="4685451"/>
                  </a:lnTo>
                  <a:lnTo>
                    <a:pt x="1542849" y="4685451"/>
                  </a:lnTo>
                  <a:lnTo>
                    <a:pt x="1542976" y="4685451"/>
                  </a:lnTo>
                  <a:lnTo>
                    <a:pt x="1543102" y="4685451"/>
                  </a:lnTo>
                  <a:lnTo>
                    <a:pt x="1543228" y="4685451"/>
                  </a:lnTo>
                  <a:lnTo>
                    <a:pt x="1543354" y="4685451"/>
                  </a:lnTo>
                  <a:lnTo>
                    <a:pt x="1543481" y="4685451"/>
                  </a:lnTo>
                  <a:lnTo>
                    <a:pt x="1543607" y="4685451"/>
                  </a:lnTo>
                  <a:lnTo>
                    <a:pt x="1543733" y="4685451"/>
                  </a:lnTo>
                  <a:lnTo>
                    <a:pt x="1543859" y="4685451"/>
                  </a:lnTo>
                  <a:lnTo>
                    <a:pt x="1543986" y="4685451"/>
                  </a:lnTo>
                  <a:lnTo>
                    <a:pt x="1544112" y="4685451"/>
                  </a:lnTo>
                  <a:lnTo>
                    <a:pt x="1544238" y="4685451"/>
                  </a:lnTo>
                  <a:lnTo>
                    <a:pt x="1544364" y="4685451"/>
                  </a:lnTo>
                  <a:lnTo>
                    <a:pt x="1544491" y="4685451"/>
                  </a:lnTo>
                  <a:lnTo>
                    <a:pt x="1544617" y="4685451"/>
                  </a:lnTo>
                  <a:lnTo>
                    <a:pt x="1544743" y="4685451"/>
                  </a:lnTo>
                  <a:lnTo>
                    <a:pt x="1544869" y="4685451"/>
                  </a:lnTo>
                  <a:lnTo>
                    <a:pt x="1544996" y="4685451"/>
                  </a:lnTo>
                  <a:lnTo>
                    <a:pt x="1545122" y="4685451"/>
                  </a:lnTo>
                  <a:lnTo>
                    <a:pt x="1545248" y="4685451"/>
                  </a:lnTo>
                  <a:lnTo>
                    <a:pt x="1545374" y="4685451"/>
                  </a:lnTo>
                  <a:lnTo>
                    <a:pt x="1545501" y="4685451"/>
                  </a:lnTo>
                  <a:lnTo>
                    <a:pt x="1545627" y="4685451"/>
                  </a:lnTo>
                  <a:lnTo>
                    <a:pt x="1545753" y="4685451"/>
                  </a:lnTo>
                  <a:lnTo>
                    <a:pt x="1545879" y="4685451"/>
                  </a:lnTo>
                  <a:lnTo>
                    <a:pt x="1546006" y="4685451"/>
                  </a:lnTo>
                  <a:lnTo>
                    <a:pt x="1546132" y="4685451"/>
                  </a:lnTo>
                  <a:lnTo>
                    <a:pt x="1546258" y="4685451"/>
                  </a:lnTo>
                  <a:lnTo>
                    <a:pt x="1546385" y="4685451"/>
                  </a:lnTo>
                  <a:lnTo>
                    <a:pt x="1546511" y="4685451"/>
                  </a:lnTo>
                  <a:lnTo>
                    <a:pt x="1546637" y="4685451"/>
                  </a:lnTo>
                  <a:lnTo>
                    <a:pt x="1546763" y="4685451"/>
                  </a:lnTo>
                  <a:lnTo>
                    <a:pt x="1546890" y="4685451"/>
                  </a:lnTo>
                  <a:lnTo>
                    <a:pt x="1547016" y="4685451"/>
                  </a:lnTo>
                  <a:lnTo>
                    <a:pt x="1547142" y="4685451"/>
                  </a:lnTo>
                  <a:lnTo>
                    <a:pt x="1547268" y="4685451"/>
                  </a:lnTo>
                  <a:lnTo>
                    <a:pt x="1547395" y="4685451"/>
                  </a:lnTo>
                  <a:lnTo>
                    <a:pt x="1547521" y="4685451"/>
                  </a:lnTo>
                  <a:lnTo>
                    <a:pt x="1547647" y="4685451"/>
                  </a:lnTo>
                  <a:lnTo>
                    <a:pt x="1547773" y="4685451"/>
                  </a:lnTo>
                  <a:lnTo>
                    <a:pt x="1547900" y="4685451"/>
                  </a:lnTo>
                  <a:lnTo>
                    <a:pt x="1548026" y="4685451"/>
                  </a:lnTo>
                  <a:lnTo>
                    <a:pt x="1548152" y="4685451"/>
                  </a:lnTo>
                  <a:lnTo>
                    <a:pt x="1548278" y="4685451"/>
                  </a:lnTo>
                  <a:lnTo>
                    <a:pt x="1548405" y="4685451"/>
                  </a:lnTo>
                  <a:lnTo>
                    <a:pt x="1548531" y="4685451"/>
                  </a:lnTo>
                  <a:lnTo>
                    <a:pt x="1548657" y="4685451"/>
                  </a:lnTo>
                  <a:lnTo>
                    <a:pt x="1548783" y="4685451"/>
                  </a:lnTo>
                  <a:lnTo>
                    <a:pt x="1548910" y="4685451"/>
                  </a:lnTo>
                  <a:lnTo>
                    <a:pt x="1549036" y="4685451"/>
                  </a:lnTo>
                  <a:lnTo>
                    <a:pt x="1549162" y="4685451"/>
                  </a:lnTo>
                  <a:lnTo>
                    <a:pt x="1549288" y="4685451"/>
                  </a:lnTo>
                  <a:lnTo>
                    <a:pt x="1549415" y="4685451"/>
                  </a:lnTo>
                  <a:lnTo>
                    <a:pt x="1549541" y="4685451"/>
                  </a:lnTo>
                  <a:lnTo>
                    <a:pt x="1549667" y="4685451"/>
                  </a:lnTo>
                  <a:lnTo>
                    <a:pt x="1549793" y="4685451"/>
                  </a:lnTo>
                  <a:lnTo>
                    <a:pt x="1549920" y="4685451"/>
                  </a:lnTo>
                  <a:lnTo>
                    <a:pt x="1550046" y="4685451"/>
                  </a:lnTo>
                  <a:lnTo>
                    <a:pt x="1550172" y="4685451"/>
                  </a:lnTo>
                  <a:lnTo>
                    <a:pt x="1550298" y="4685451"/>
                  </a:lnTo>
                  <a:lnTo>
                    <a:pt x="1550425" y="4685451"/>
                  </a:lnTo>
                  <a:lnTo>
                    <a:pt x="1550551" y="4685451"/>
                  </a:lnTo>
                  <a:lnTo>
                    <a:pt x="1550677" y="4685451"/>
                  </a:lnTo>
                  <a:lnTo>
                    <a:pt x="1550803" y="4685451"/>
                  </a:lnTo>
                  <a:lnTo>
                    <a:pt x="1550930" y="4685451"/>
                  </a:lnTo>
                  <a:lnTo>
                    <a:pt x="1551056" y="4685451"/>
                  </a:lnTo>
                  <a:lnTo>
                    <a:pt x="1551182" y="4685451"/>
                  </a:lnTo>
                  <a:lnTo>
                    <a:pt x="1551308" y="4685451"/>
                  </a:lnTo>
                  <a:lnTo>
                    <a:pt x="1551435" y="4685451"/>
                  </a:lnTo>
                  <a:lnTo>
                    <a:pt x="1551561" y="4685451"/>
                  </a:lnTo>
                  <a:lnTo>
                    <a:pt x="1551687" y="4685451"/>
                  </a:lnTo>
                  <a:lnTo>
                    <a:pt x="1551814" y="4685451"/>
                  </a:lnTo>
                  <a:lnTo>
                    <a:pt x="1551940" y="4685451"/>
                  </a:lnTo>
                  <a:lnTo>
                    <a:pt x="1552066" y="4685451"/>
                  </a:lnTo>
                  <a:lnTo>
                    <a:pt x="1552192" y="4685451"/>
                  </a:lnTo>
                  <a:lnTo>
                    <a:pt x="1552319" y="4685451"/>
                  </a:lnTo>
                  <a:lnTo>
                    <a:pt x="1552445" y="4685451"/>
                  </a:lnTo>
                  <a:lnTo>
                    <a:pt x="1552571" y="4685451"/>
                  </a:lnTo>
                  <a:lnTo>
                    <a:pt x="1552697" y="4685451"/>
                  </a:lnTo>
                  <a:lnTo>
                    <a:pt x="1552824" y="4685451"/>
                  </a:lnTo>
                  <a:lnTo>
                    <a:pt x="1552950" y="4685451"/>
                  </a:lnTo>
                  <a:lnTo>
                    <a:pt x="1553076" y="4685451"/>
                  </a:lnTo>
                  <a:lnTo>
                    <a:pt x="1553202" y="4685451"/>
                  </a:lnTo>
                  <a:lnTo>
                    <a:pt x="1553329" y="4685451"/>
                  </a:lnTo>
                  <a:lnTo>
                    <a:pt x="1553455" y="4685451"/>
                  </a:lnTo>
                  <a:lnTo>
                    <a:pt x="1553581" y="4685451"/>
                  </a:lnTo>
                  <a:lnTo>
                    <a:pt x="1553707" y="4685451"/>
                  </a:lnTo>
                  <a:lnTo>
                    <a:pt x="1553834" y="4685451"/>
                  </a:lnTo>
                  <a:lnTo>
                    <a:pt x="1553960" y="4685451"/>
                  </a:lnTo>
                  <a:lnTo>
                    <a:pt x="1554086" y="4685451"/>
                  </a:lnTo>
                  <a:lnTo>
                    <a:pt x="1554212" y="4685451"/>
                  </a:lnTo>
                  <a:lnTo>
                    <a:pt x="1554339" y="4685451"/>
                  </a:lnTo>
                  <a:lnTo>
                    <a:pt x="1554465" y="4685451"/>
                  </a:lnTo>
                  <a:lnTo>
                    <a:pt x="1554591" y="4685451"/>
                  </a:lnTo>
                  <a:lnTo>
                    <a:pt x="1554717" y="4685451"/>
                  </a:lnTo>
                  <a:lnTo>
                    <a:pt x="1554844" y="4685451"/>
                  </a:lnTo>
                  <a:lnTo>
                    <a:pt x="1554970" y="4685451"/>
                  </a:lnTo>
                  <a:lnTo>
                    <a:pt x="1555096" y="4685451"/>
                  </a:lnTo>
                  <a:lnTo>
                    <a:pt x="1555222" y="4685451"/>
                  </a:lnTo>
                  <a:lnTo>
                    <a:pt x="1555349" y="4685451"/>
                  </a:lnTo>
                  <a:lnTo>
                    <a:pt x="1555475" y="4685451"/>
                  </a:lnTo>
                  <a:lnTo>
                    <a:pt x="1555601" y="4685451"/>
                  </a:lnTo>
                  <a:lnTo>
                    <a:pt x="1555727" y="4685451"/>
                  </a:lnTo>
                  <a:lnTo>
                    <a:pt x="1555854" y="4685451"/>
                  </a:lnTo>
                  <a:lnTo>
                    <a:pt x="1555980" y="4685451"/>
                  </a:lnTo>
                  <a:lnTo>
                    <a:pt x="1556106" y="4685451"/>
                  </a:lnTo>
                  <a:lnTo>
                    <a:pt x="1556232" y="4685451"/>
                  </a:lnTo>
                  <a:lnTo>
                    <a:pt x="1556359" y="4685451"/>
                  </a:lnTo>
                  <a:lnTo>
                    <a:pt x="1556485" y="4685451"/>
                  </a:lnTo>
                  <a:lnTo>
                    <a:pt x="1556611" y="4685451"/>
                  </a:lnTo>
                  <a:lnTo>
                    <a:pt x="1556738" y="4685451"/>
                  </a:lnTo>
                  <a:lnTo>
                    <a:pt x="1556864" y="4685451"/>
                  </a:lnTo>
                  <a:lnTo>
                    <a:pt x="1556990" y="4685451"/>
                  </a:lnTo>
                  <a:lnTo>
                    <a:pt x="1557116" y="4685451"/>
                  </a:lnTo>
                  <a:lnTo>
                    <a:pt x="1557243" y="4685451"/>
                  </a:lnTo>
                  <a:lnTo>
                    <a:pt x="1557369" y="4685451"/>
                  </a:lnTo>
                  <a:lnTo>
                    <a:pt x="1557495" y="4685451"/>
                  </a:lnTo>
                  <a:lnTo>
                    <a:pt x="1557621" y="4685451"/>
                  </a:lnTo>
                  <a:lnTo>
                    <a:pt x="1557748" y="4685451"/>
                  </a:lnTo>
                  <a:lnTo>
                    <a:pt x="1557874" y="4685451"/>
                  </a:lnTo>
                  <a:lnTo>
                    <a:pt x="1558000" y="4685451"/>
                  </a:lnTo>
                  <a:lnTo>
                    <a:pt x="1558126" y="4685451"/>
                  </a:lnTo>
                  <a:lnTo>
                    <a:pt x="1558253" y="4685451"/>
                  </a:lnTo>
                  <a:lnTo>
                    <a:pt x="1558379" y="4685451"/>
                  </a:lnTo>
                  <a:lnTo>
                    <a:pt x="1558505" y="4685451"/>
                  </a:lnTo>
                  <a:lnTo>
                    <a:pt x="1558631" y="4685451"/>
                  </a:lnTo>
                  <a:lnTo>
                    <a:pt x="1558758" y="4685451"/>
                  </a:lnTo>
                  <a:lnTo>
                    <a:pt x="1558884" y="4685451"/>
                  </a:lnTo>
                  <a:lnTo>
                    <a:pt x="1559010" y="4685451"/>
                  </a:lnTo>
                  <a:lnTo>
                    <a:pt x="1559136" y="4685451"/>
                  </a:lnTo>
                  <a:lnTo>
                    <a:pt x="1559263" y="4685451"/>
                  </a:lnTo>
                  <a:lnTo>
                    <a:pt x="1559389" y="4685451"/>
                  </a:lnTo>
                  <a:lnTo>
                    <a:pt x="1559515" y="4685451"/>
                  </a:lnTo>
                  <a:lnTo>
                    <a:pt x="1559641" y="4685451"/>
                  </a:lnTo>
                  <a:lnTo>
                    <a:pt x="1559768" y="4685451"/>
                  </a:lnTo>
                  <a:lnTo>
                    <a:pt x="1559894" y="4685451"/>
                  </a:lnTo>
                  <a:lnTo>
                    <a:pt x="1560020" y="4685451"/>
                  </a:lnTo>
                  <a:lnTo>
                    <a:pt x="1560146" y="4685451"/>
                  </a:lnTo>
                  <a:lnTo>
                    <a:pt x="1560273" y="4685451"/>
                  </a:lnTo>
                  <a:lnTo>
                    <a:pt x="1560399" y="4685451"/>
                  </a:lnTo>
                  <a:lnTo>
                    <a:pt x="1560525" y="4685451"/>
                  </a:lnTo>
                  <a:lnTo>
                    <a:pt x="1560651" y="4685451"/>
                  </a:lnTo>
                  <a:lnTo>
                    <a:pt x="1560778" y="4685451"/>
                  </a:lnTo>
                  <a:lnTo>
                    <a:pt x="1560904" y="4685451"/>
                  </a:lnTo>
                  <a:lnTo>
                    <a:pt x="1561030" y="4685451"/>
                  </a:lnTo>
                  <a:lnTo>
                    <a:pt x="1561156" y="4685451"/>
                  </a:lnTo>
                  <a:lnTo>
                    <a:pt x="1561283" y="4685451"/>
                  </a:lnTo>
                  <a:lnTo>
                    <a:pt x="1561409" y="4685451"/>
                  </a:lnTo>
                  <a:lnTo>
                    <a:pt x="1561409" y="4680540"/>
                  </a:lnTo>
                  <a:lnTo>
                    <a:pt x="1561535" y="4680540"/>
                  </a:lnTo>
                  <a:lnTo>
                    <a:pt x="1561661" y="4680540"/>
                  </a:lnTo>
                  <a:lnTo>
                    <a:pt x="1561788" y="4680540"/>
                  </a:lnTo>
                  <a:lnTo>
                    <a:pt x="1561914" y="4680540"/>
                  </a:lnTo>
                  <a:lnTo>
                    <a:pt x="1562040" y="4680540"/>
                  </a:lnTo>
                  <a:lnTo>
                    <a:pt x="1562167" y="4680540"/>
                  </a:lnTo>
                  <a:lnTo>
                    <a:pt x="1562293" y="4680540"/>
                  </a:lnTo>
                  <a:lnTo>
                    <a:pt x="1562419" y="4680540"/>
                  </a:lnTo>
                  <a:lnTo>
                    <a:pt x="1562545" y="4680540"/>
                  </a:lnTo>
                  <a:lnTo>
                    <a:pt x="1562672" y="4680540"/>
                  </a:lnTo>
                  <a:lnTo>
                    <a:pt x="1562798" y="4680540"/>
                  </a:lnTo>
                  <a:lnTo>
                    <a:pt x="1562924" y="4680540"/>
                  </a:lnTo>
                  <a:lnTo>
                    <a:pt x="1562924" y="4675628"/>
                  </a:lnTo>
                  <a:lnTo>
                    <a:pt x="1563050" y="4675628"/>
                  </a:lnTo>
                  <a:lnTo>
                    <a:pt x="1563177" y="4675628"/>
                  </a:lnTo>
                  <a:lnTo>
                    <a:pt x="1563303" y="4675628"/>
                  </a:lnTo>
                  <a:lnTo>
                    <a:pt x="1563429" y="4675628"/>
                  </a:lnTo>
                  <a:lnTo>
                    <a:pt x="1563555" y="4675628"/>
                  </a:lnTo>
                  <a:lnTo>
                    <a:pt x="1563682" y="4675628"/>
                  </a:lnTo>
                  <a:lnTo>
                    <a:pt x="1563808" y="4675628"/>
                  </a:lnTo>
                  <a:lnTo>
                    <a:pt x="1563934" y="4675628"/>
                  </a:lnTo>
                  <a:lnTo>
                    <a:pt x="1564060" y="4675628"/>
                  </a:lnTo>
                  <a:lnTo>
                    <a:pt x="1564187" y="4675628"/>
                  </a:lnTo>
                  <a:lnTo>
                    <a:pt x="1564313" y="4675628"/>
                  </a:lnTo>
                  <a:lnTo>
                    <a:pt x="1564439" y="4675628"/>
                  </a:lnTo>
                  <a:lnTo>
                    <a:pt x="1564565" y="4675628"/>
                  </a:lnTo>
                  <a:lnTo>
                    <a:pt x="1564692" y="4675628"/>
                  </a:lnTo>
                  <a:lnTo>
                    <a:pt x="1564818" y="4675628"/>
                  </a:lnTo>
                  <a:lnTo>
                    <a:pt x="1564944" y="4675628"/>
                  </a:lnTo>
                  <a:lnTo>
                    <a:pt x="1565070" y="4675628"/>
                  </a:lnTo>
                  <a:lnTo>
                    <a:pt x="1565197" y="4675628"/>
                  </a:lnTo>
                  <a:lnTo>
                    <a:pt x="1565323" y="4675628"/>
                  </a:lnTo>
                  <a:lnTo>
                    <a:pt x="1565449" y="4675628"/>
                  </a:lnTo>
                  <a:lnTo>
                    <a:pt x="1565575" y="4675628"/>
                  </a:lnTo>
                  <a:lnTo>
                    <a:pt x="1565575" y="4670717"/>
                  </a:lnTo>
                  <a:lnTo>
                    <a:pt x="1565702" y="4670717"/>
                  </a:lnTo>
                  <a:lnTo>
                    <a:pt x="1565828" y="4670717"/>
                  </a:lnTo>
                  <a:lnTo>
                    <a:pt x="1565954" y="4670717"/>
                  </a:lnTo>
                  <a:lnTo>
                    <a:pt x="1566080" y="4670717"/>
                  </a:lnTo>
                  <a:lnTo>
                    <a:pt x="1566207" y="4670717"/>
                  </a:lnTo>
                  <a:lnTo>
                    <a:pt x="1566333" y="4670717"/>
                  </a:lnTo>
                  <a:lnTo>
                    <a:pt x="1566459" y="4670717"/>
                  </a:lnTo>
                  <a:lnTo>
                    <a:pt x="1566585" y="4670717"/>
                  </a:lnTo>
                  <a:lnTo>
                    <a:pt x="1566712" y="4670717"/>
                  </a:lnTo>
                  <a:lnTo>
                    <a:pt x="1566838" y="4670717"/>
                  </a:lnTo>
                  <a:lnTo>
                    <a:pt x="1566964" y="4670717"/>
                  </a:lnTo>
                  <a:lnTo>
                    <a:pt x="1567091" y="4670717"/>
                  </a:lnTo>
                  <a:lnTo>
                    <a:pt x="1567091" y="4665806"/>
                  </a:lnTo>
                  <a:lnTo>
                    <a:pt x="1567217" y="4665806"/>
                  </a:lnTo>
                  <a:lnTo>
                    <a:pt x="1567343" y="4665806"/>
                  </a:lnTo>
                  <a:lnTo>
                    <a:pt x="1567469" y="4665806"/>
                  </a:lnTo>
                  <a:lnTo>
                    <a:pt x="1567596" y="4665806"/>
                  </a:lnTo>
                  <a:lnTo>
                    <a:pt x="1567722" y="4665806"/>
                  </a:lnTo>
                  <a:lnTo>
                    <a:pt x="1567848" y="4665806"/>
                  </a:lnTo>
                  <a:lnTo>
                    <a:pt x="1567974" y="4665806"/>
                  </a:lnTo>
                  <a:lnTo>
                    <a:pt x="1568101" y="4665806"/>
                  </a:lnTo>
                  <a:lnTo>
                    <a:pt x="1568227" y="4665806"/>
                  </a:lnTo>
                  <a:lnTo>
                    <a:pt x="1568353" y="4665806"/>
                  </a:lnTo>
                  <a:lnTo>
                    <a:pt x="1568479" y="4665806"/>
                  </a:lnTo>
                  <a:lnTo>
                    <a:pt x="1568606" y="4665806"/>
                  </a:lnTo>
                  <a:lnTo>
                    <a:pt x="1568732" y="4665806"/>
                  </a:lnTo>
                  <a:lnTo>
                    <a:pt x="1568858" y="4665806"/>
                  </a:lnTo>
                  <a:lnTo>
                    <a:pt x="1568984" y="4665806"/>
                  </a:lnTo>
                  <a:lnTo>
                    <a:pt x="1569111" y="4665806"/>
                  </a:lnTo>
                  <a:lnTo>
                    <a:pt x="1569237" y="4665806"/>
                  </a:lnTo>
                  <a:lnTo>
                    <a:pt x="1569363" y="4665806"/>
                  </a:lnTo>
                  <a:lnTo>
                    <a:pt x="1569489" y="4665806"/>
                  </a:lnTo>
                  <a:lnTo>
                    <a:pt x="1569616" y="4665806"/>
                  </a:lnTo>
                  <a:lnTo>
                    <a:pt x="1569742" y="4665806"/>
                  </a:lnTo>
                  <a:lnTo>
                    <a:pt x="1569868" y="4665806"/>
                  </a:lnTo>
                  <a:lnTo>
                    <a:pt x="1569994" y="4665806"/>
                  </a:lnTo>
                  <a:lnTo>
                    <a:pt x="1570121" y="4665806"/>
                  </a:lnTo>
                  <a:lnTo>
                    <a:pt x="1570121" y="4660894"/>
                  </a:lnTo>
                  <a:lnTo>
                    <a:pt x="1570247" y="4660894"/>
                  </a:lnTo>
                  <a:lnTo>
                    <a:pt x="1570373" y="4660894"/>
                  </a:lnTo>
                  <a:lnTo>
                    <a:pt x="1570499" y="4660894"/>
                  </a:lnTo>
                  <a:lnTo>
                    <a:pt x="1570626" y="4660894"/>
                  </a:lnTo>
                  <a:lnTo>
                    <a:pt x="1570752" y="4660894"/>
                  </a:lnTo>
                  <a:lnTo>
                    <a:pt x="1570878" y="4660894"/>
                  </a:lnTo>
                  <a:lnTo>
                    <a:pt x="1571004" y="4660894"/>
                  </a:lnTo>
                  <a:lnTo>
                    <a:pt x="1571131" y="4660894"/>
                  </a:lnTo>
                  <a:lnTo>
                    <a:pt x="1571257" y="4660894"/>
                  </a:lnTo>
                  <a:lnTo>
                    <a:pt x="1571383" y="4660894"/>
                  </a:lnTo>
                  <a:lnTo>
                    <a:pt x="1571509" y="4660894"/>
                  </a:lnTo>
                  <a:lnTo>
                    <a:pt x="1571636" y="4660894"/>
                  </a:lnTo>
                  <a:lnTo>
                    <a:pt x="1571762" y="4660894"/>
                  </a:lnTo>
                  <a:lnTo>
                    <a:pt x="1571762" y="4655983"/>
                  </a:lnTo>
                  <a:lnTo>
                    <a:pt x="1571888" y="4655983"/>
                  </a:lnTo>
                  <a:lnTo>
                    <a:pt x="1572014" y="4655983"/>
                  </a:lnTo>
                  <a:lnTo>
                    <a:pt x="1572141" y="4655983"/>
                  </a:lnTo>
                  <a:lnTo>
                    <a:pt x="1572267" y="4655983"/>
                  </a:lnTo>
                  <a:lnTo>
                    <a:pt x="1572393" y="4655983"/>
                  </a:lnTo>
                  <a:lnTo>
                    <a:pt x="1572520" y="4655983"/>
                  </a:lnTo>
                  <a:lnTo>
                    <a:pt x="1572646" y="4655983"/>
                  </a:lnTo>
                  <a:lnTo>
                    <a:pt x="1572772" y="4655983"/>
                  </a:lnTo>
                  <a:lnTo>
                    <a:pt x="1572898" y="4655983"/>
                  </a:lnTo>
                  <a:lnTo>
                    <a:pt x="1573025" y="4655983"/>
                  </a:lnTo>
                  <a:lnTo>
                    <a:pt x="1573151" y="4655983"/>
                  </a:lnTo>
                  <a:lnTo>
                    <a:pt x="1573277" y="4655983"/>
                  </a:lnTo>
                  <a:lnTo>
                    <a:pt x="1573403" y="4655983"/>
                  </a:lnTo>
                  <a:lnTo>
                    <a:pt x="1573530" y="4655983"/>
                  </a:lnTo>
                  <a:lnTo>
                    <a:pt x="1573656" y="4655983"/>
                  </a:lnTo>
                  <a:lnTo>
                    <a:pt x="1573782" y="4655983"/>
                  </a:lnTo>
                  <a:lnTo>
                    <a:pt x="1573908" y="4655983"/>
                  </a:lnTo>
                  <a:lnTo>
                    <a:pt x="1574035" y="4655983"/>
                  </a:lnTo>
                  <a:lnTo>
                    <a:pt x="1574161" y="4655983"/>
                  </a:lnTo>
                  <a:lnTo>
                    <a:pt x="1574287" y="4655983"/>
                  </a:lnTo>
                  <a:lnTo>
                    <a:pt x="1574413" y="4655983"/>
                  </a:lnTo>
                  <a:lnTo>
                    <a:pt x="1574540" y="4655983"/>
                  </a:lnTo>
                  <a:lnTo>
                    <a:pt x="1574666" y="4655983"/>
                  </a:lnTo>
                  <a:lnTo>
                    <a:pt x="1574792" y="4655983"/>
                  </a:lnTo>
                  <a:lnTo>
                    <a:pt x="1574918" y="4655983"/>
                  </a:lnTo>
                  <a:lnTo>
                    <a:pt x="1575045" y="4655983"/>
                  </a:lnTo>
                  <a:lnTo>
                    <a:pt x="1575171" y="4655983"/>
                  </a:lnTo>
                  <a:lnTo>
                    <a:pt x="1575297" y="4655983"/>
                  </a:lnTo>
                  <a:lnTo>
                    <a:pt x="1575423" y="4655983"/>
                  </a:lnTo>
                  <a:lnTo>
                    <a:pt x="1575550" y="4655983"/>
                  </a:lnTo>
                  <a:lnTo>
                    <a:pt x="1575676" y="4655983"/>
                  </a:lnTo>
                  <a:lnTo>
                    <a:pt x="1575802" y="4655983"/>
                  </a:lnTo>
                  <a:lnTo>
                    <a:pt x="1575928" y="4655983"/>
                  </a:lnTo>
                  <a:lnTo>
                    <a:pt x="1576055" y="4655983"/>
                  </a:lnTo>
                  <a:lnTo>
                    <a:pt x="1576181" y="4655983"/>
                  </a:lnTo>
                  <a:lnTo>
                    <a:pt x="1576307" y="4655983"/>
                  </a:lnTo>
                  <a:lnTo>
                    <a:pt x="1576433" y="4655983"/>
                  </a:lnTo>
                  <a:lnTo>
                    <a:pt x="1576560" y="4655983"/>
                  </a:lnTo>
                  <a:lnTo>
                    <a:pt x="1576686" y="4655983"/>
                  </a:lnTo>
                  <a:lnTo>
                    <a:pt x="1576812" y="4655983"/>
                  </a:lnTo>
                  <a:lnTo>
                    <a:pt x="1576938" y="4655983"/>
                  </a:lnTo>
                  <a:lnTo>
                    <a:pt x="1577065" y="4655983"/>
                  </a:lnTo>
                  <a:lnTo>
                    <a:pt x="1577191" y="4655983"/>
                  </a:lnTo>
                  <a:lnTo>
                    <a:pt x="1577317" y="4655983"/>
                  </a:lnTo>
                  <a:lnTo>
                    <a:pt x="1577444" y="4655983"/>
                  </a:lnTo>
                  <a:lnTo>
                    <a:pt x="1577570" y="4655983"/>
                  </a:lnTo>
                  <a:lnTo>
                    <a:pt x="1577696" y="4655983"/>
                  </a:lnTo>
                  <a:lnTo>
                    <a:pt x="1577822" y="4655983"/>
                  </a:lnTo>
                  <a:lnTo>
                    <a:pt x="1577949" y="4655983"/>
                  </a:lnTo>
                  <a:lnTo>
                    <a:pt x="1578075" y="4655983"/>
                  </a:lnTo>
                  <a:lnTo>
                    <a:pt x="1578201" y="4655983"/>
                  </a:lnTo>
                  <a:lnTo>
                    <a:pt x="1578327" y="4655983"/>
                  </a:lnTo>
                  <a:lnTo>
                    <a:pt x="1578454" y="4655983"/>
                  </a:lnTo>
                  <a:lnTo>
                    <a:pt x="1578580" y="4655983"/>
                  </a:lnTo>
                  <a:lnTo>
                    <a:pt x="1578706" y="4655983"/>
                  </a:lnTo>
                  <a:lnTo>
                    <a:pt x="1578832" y="4655983"/>
                  </a:lnTo>
                  <a:lnTo>
                    <a:pt x="1578959" y="4655983"/>
                  </a:lnTo>
                  <a:lnTo>
                    <a:pt x="1579085" y="4655983"/>
                  </a:lnTo>
                  <a:lnTo>
                    <a:pt x="1579211" y="4655983"/>
                  </a:lnTo>
                  <a:lnTo>
                    <a:pt x="1579337" y="4655983"/>
                  </a:lnTo>
                  <a:lnTo>
                    <a:pt x="1579337" y="4651072"/>
                  </a:lnTo>
                  <a:lnTo>
                    <a:pt x="1579464" y="4651072"/>
                  </a:lnTo>
                  <a:lnTo>
                    <a:pt x="1579590" y="4651072"/>
                  </a:lnTo>
                  <a:lnTo>
                    <a:pt x="1579716" y="4651072"/>
                  </a:lnTo>
                  <a:lnTo>
                    <a:pt x="1579842" y="4651072"/>
                  </a:lnTo>
                  <a:lnTo>
                    <a:pt x="1579969" y="4651072"/>
                  </a:lnTo>
                  <a:lnTo>
                    <a:pt x="1580095" y="4651072"/>
                  </a:lnTo>
                  <a:lnTo>
                    <a:pt x="1580221" y="4651072"/>
                  </a:lnTo>
                  <a:lnTo>
                    <a:pt x="1580347" y="4651072"/>
                  </a:lnTo>
                  <a:lnTo>
                    <a:pt x="1580474" y="4651072"/>
                  </a:lnTo>
                  <a:lnTo>
                    <a:pt x="1580600" y="4651072"/>
                  </a:lnTo>
                  <a:lnTo>
                    <a:pt x="1580726" y="4651072"/>
                  </a:lnTo>
                  <a:lnTo>
                    <a:pt x="1580852" y="4651072"/>
                  </a:lnTo>
                  <a:lnTo>
                    <a:pt x="1580979" y="4651072"/>
                  </a:lnTo>
                  <a:lnTo>
                    <a:pt x="1581105" y="4651072"/>
                  </a:lnTo>
                  <a:lnTo>
                    <a:pt x="1581231" y="4651072"/>
                  </a:lnTo>
                  <a:lnTo>
                    <a:pt x="1581357" y="4651072"/>
                  </a:lnTo>
                  <a:lnTo>
                    <a:pt x="1581484" y="4651072"/>
                  </a:lnTo>
                  <a:lnTo>
                    <a:pt x="1581610" y="4651072"/>
                  </a:lnTo>
                  <a:lnTo>
                    <a:pt x="1581736" y="4651072"/>
                  </a:lnTo>
                  <a:lnTo>
                    <a:pt x="1581862" y="4651072"/>
                  </a:lnTo>
                  <a:lnTo>
                    <a:pt x="1581989" y="4651072"/>
                  </a:lnTo>
                  <a:lnTo>
                    <a:pt x="1582115" y="4651072"/>
                  </a:lnTo>
                  <a:lnTo>
                    <a:pt x="1582241" y="4651072"/>
                  </a:lnTo>
                  <a:lnTo>
                    <a:pt x="1582367" y="4651072"/>
                  </a:lnTo>
                  <a:lnTo>
                    <a:pt x="1582494" y="4651072"/>
                  </a:lnTo>
                  <a:lnTo>
                    <a:pt x="1582620" y="4651072"/>
                  </a:lnTo>
                  <a:lnTo>
                    <a:pt x="1582746" y="4651072"/>
                  </a:lnTo>
                  <a:lnTo>
                    <a:pt x="1582873" y="4651072"/>
                  </a:lnTo>
                  <a:lnTo>
                    <a:pt x="1582999" y="4651072"/>
                  </a:lnTo>
                  <a:lnTo>
                    <a:pt x="1583125" y="4651072"/>
                  </a:lnTo>
                  <a:lnTo>
                    <a:pt x="1583251" y="4651072"/>
                  </a:lnTo>
                  <a:lnTo>
                    <a:pt x="1583378" y="4651072"/>
                  </a:lnTo>
                  <a:lnTo>
                    <a:pt x="1583504" y="4651072"/>
                  </a:lnTo>
                  <a:lnTo>
                    <a:pt x="1583630" y="4651072"/>
                  </a:lnTo>
                  <a:lnTo>
                    <a:pt x="1583756" y="4651072"/>
                  </a:lnTo>
                  <a:lnTo>
                    <a:pt x="1583883" y="4651072"/>
                  </a:lnTo>
                  <a:lnTo>
                    <a:pt x="1584009" y="4651072"/>
                  </a:lnTo>
                  <a:lnTo>
                    <a:pt x="1584135" y="4651072"/>
                  </a:lnTo>
                  <a:lnTo>
                    <a:pt x="1584261" y="4651072"/>
                  </a:lnTo>
                  <a:lnTo>
                    <a:pt x="1584388" y="4651072"/>
                  </a:lnTo>
                  <a:lnTo>
                    <a:pt x="1584514" y="4651072"/>
                  </a:lnTo>
                  <a:lnTo>
                    <a:pt x="1584640" y="4651072"/>
                  </a:lnTo>
                  <a:lnTo>
                    <a:pt x="1584766" y="4651072"/>
                  </a:lnTo>
                  <a:lnTo>
                    <a:pt x="1584893" y="4651072"/>
                  </a:lnTo>
                  <a:lnTo>
                    <a:pt x="1585019" y="4651072"/>
                  </a:lnTo>
                  <a:lnTo>
                    <a:pt x="1585145" y="4651072"/>
                  </a:lnTo>
                  <a:lnTo>
                    <a:pt x="1585271" y="4651072"/>
                  </a:lnTo>
                  <a:lnTo>
                    <a:pt x="1585398" y="4651072"/>
                  </a:lnTo>
                  <a:lnTo>
                    <a:pt x="1585524" y="4651072"/>
                  </a:lnTo>
                  <a:lnTo>
                    <a:pt x="1585650" y="4651072"/>
                  </a:lnTo>
                  <a:lnTo>
                    <a:pt x="1585776" y="4651072"/>
                  </a:lnTo>
                  <a:lnTo>
                    <a:pt x="1585776" y="4646160"/>
                  </a:lnTo>
                  <a:lnTo>
                    <a:pt x="1585903" y="4646160"/>
                  </a:lnTo>
                  <a:lnTo>
                    <a:pt x="1586029" y="4646160"/>
                  </a:lnTo>
                  <a:lnTo>
                    <a:pt x="1586155" y="4646160"/>
                  </a:lnTo>
                  <a:lnTo>
                    <a:pt x="1586155" y="4641249"/>
                  </a:lnTo>
                  <a:lnTo>
                    <a:pt x="1586281" y="4641249"/>
                  </a:lnTo>
                  <a:lnTo>
                    <a:pt x="1586408" y="4641249"/>
                  </a:lnTo>
                  <a:lnTo>
                    <a:pt x="1586534" y="4641249"/>
                  </a:lnTo>
                  <a:lnTo>
                    <a:pt x="1586660" y="4641249"/>
                  </a:lnTo>
                  <a:lnTo>
                    <a:pt x="1586786" y="4641249"/>
                  </a:lnTo>
                  <a:lnTo>
                    <a:pt x="1586913" y="4641249"/>
                  </a:lnTo>
                  <a:lnTo>
                    <a:pt x="1587039" y="4641249"/>
                  </a:lnTo>
                  <a:lnTo>
                    <a:pt x="1587165" y="4641249"/>
                  </a:lnTo>
                  <a:lnTo>
                    <a:pt x="1587291" y="4641249"/>
                  </a:lnTo>
                  <a:lnTo>
                    <a:pt x="1587418" y="4641249"/>
                  </a:lnTo>
                  <a:lnTo>
                    <a:pt x="1587544" y="4641249"/>
                  </a:lnTo>
                  <a:lnTo>
                    <a:pt x="1587670" y="4641249"/>
                  </a:lnTo>
                  <a:lnTo>
                    <a:pt x="1587797" y="4641249"/>
                  </a:lnTo>
                  <a:lnTo>
                    <a:pt x="1587923" y="4641249"/>
                  </a:lnTo>
                  <a:lnTo>
                    <a:pt x="1588049" y="4641249"/>
                  </a:lnTo>
                  <a:lnTo>
                    <a:pt x="1588175" y="4641249"/>
                  </a:lnTo>
                  <a:lnTo>
                    <a:pt x="1588302" y="4641249"/>
                  </a:lnTo>
                  <a:lnTo>
                    <a:pt x="1588428" y="4641249"/>
                  </a:lnTo>
                  <a:lnTo>
                    <a:pt x="1588554" y="4641249"/>
                  </a:lnTo>
                  <a:lnTo>
                    <a:pt x="1588680" y="4641249"/>
                  </a:lnTo>
                  <a:lnTo>
                    <a:pt x="1588807" y="4641249"/>
                  </a:lnTo>
                  <a:lnTo>
                    <a:pt x="1588933" y="4641249"/>
                  </a:lnTo>
                  <a:lnTo>
                    <a:pt x="1589059" y="4641249"/>
                  </a:lnTo>
                  <a:lnTo>
                    <a:pt x="1589185" y="4641249"/>
                  </a:lnTo>
                  <a:lnTo>
                    <a:pt x="1589312" y="4641249"/>
                  </a:lnTo>
                  <a:lnTo>
                    <a:pt x="1589438" y="4641249"/>
                  </a:lnTo>
                  <a:lnTo>
                    <a:pt x="1589564" y="4641249"/>
                  </a:lnTo>
                  <a:lnTo>
                    <a:pt x="1589690" y="4641249"/>
                  </a:lnTo>
                  <a:lnTo>
                    <a:pt x="1589817" y="4641249"/>
                  </a:lnTo>
                  <a:lnTo>
                    <a:pt x="1589943" y="4641249"/>
                  </a:lnTo>
                  <a:lnTo>
                    <a:pt x="1590069" y="4641249"/>
                  </a:lnTo>
                  <a:lnTo>
                    <a:pt x="1590195" y="4641249"/>
                  </a:lnTo>
                  <a:lnTo>
                    <a:pt x="1590322" y="4641249"/>
                  </a:lnTo>
                  <a:lnTo>
                    <a:pt x="1590448" y="4641249"/>
                  </a:lnTo>
                  <a:lnTo>
                    <a:pt x="1590574" y="4641249"/>
                  </a:lnTo>
                  <a:lnTo>
                    <a:pt x="1590700" y="4641249"/>
                  </a:lnTo>
                  <a:lnTo>
                    <a:pt x="1590700" y="4636337"/>
                  </a:lnTo>
                  <a:lnTo>
                    <a:pt x="1590827" y="4636337"/>
                  </a:lnTo>
                  <a:lnTo>
                    <a:pt x="1590953" y="4636337"/>
                  </a:lnTo>
                  <a:lnTo>
                    <a:pt x="1591079" y="4636337"/>
                  </a:lnTo>
                  <a:lnTo>
                    <a:pt x="1591205" y="4636337"/>
                  </a:lnTo>
                  <a:lnTo>
                    <a:pt x="1591332" y="4636337"/>
                  </a:lnTo>
                  <a:lnTo>
                    <a:pt x="1591458" y="4636337"/>
                  </a:lnTo>
                  <a:lnTo>
                    <a:pt x="1591584" y="4636337"/>
                  </a:lnTo>
                  <a:lnTo>
                    <a:pt x="1591710" y="4636337"/>
                  </a:lnTo>
                  <a:lnTo>
                    <a:pt x="1591837" y="4636337"/>
                  </a:lnTo>
                  <a:lnTo>
                    <a:pt x="1591963" y="4636337"/>
                  </a:lnTo>
                  <a:lnTo>
                    <a:pt x="1592089" y="4636337"/>
                  </a:lnTo>
                  <a:lnTo>
                    <a:pt x="1592215" y="4636337"/>
                  </a:lnTo>
                  <a:lnTo>
                    <a:pt x="1592342" y="4636337"/>
                  </a:lnTo>
                  <a:lnTo>
                    <a:pt x="1592468" y="4636337"/>
                  </a:lnTo>
                  <a:lnTo>
                    <a:pt x="1592594" y="4636337"/>
                  </a:lnTo>
                  <a:lnTo>
                    <a:pt x="1592720" y="4636337"/>
                  </a:lnTo>
                  <a:lnTo>
                    <a:pt x="1592847" y="4636337"/>
                  </a:lnTo>
                  <a:lnTo>
                    <a:pt x="1592973" y="4636337"/>
                  </a:lnTo>
                  <a:lnTo>
                    <a:pt x="1593099" y="4636337"/>
                  </a:lnTo>
                  <a:lnTo>
                    <a:pt x="1593226" y="4636337"/>
                  </a:lnTo>
                  <a:lnTo>
                    <a:pt x="1593352" y="4636337"/>
                  </a:lnTo>
                  <a:lnTo>
                    <a:pt x="1593478" y="4636337"/>
                  </a:lnTo>
                  <a:lnTo>
                    <a:pt x="1593604" y="4636337"/>
                  </a:lnTo>
                  <a:lnTo>
                    <a:pt x="1593731" y="4636337"/>
                  </a:lnTo>
                  <a:lnTo>
                    <a:pt x="1593857" y="4636337"/>
                  </a:lnTo>
                  <a:lnTo>
                    <a:pt x="1593983" y="4636337"/>
                  </a:lnTo>
                  <a:lnTo>
                    <a:pt x="1594109" y="4636337"/>
                  </a:lnTo>
                  <a:lnTo>
                    <a:pt x="1594236" y="4636337"/>
                  </a:lnTo>
                  <a:lnTo>
                    <a:pt x="1594362" y="4636337"/>
                  </a:lnTo>
                  <a:lnTo>
                    <a:pt x="1594488" y="4636337"/>
                  </a:lnTo>
                  <a:lnTo>
                    <a:pt x="1594614" y="4636337"/>
                  </a:lnTo>
                  <a:lnTo>
                    <a:pt x="1594741" y="4636337"/>
                  </a:lnTo>
                  <a:lnTo>
                    <a:pt x="1594867" y="4636337"/>
                  </a:lnTo>
                  <a:lnTo>
                    <a:pt x="1594993" y="4636337"/>
                  </a:lnTo>
                  <a:lnTo>
                    <a:pt x="1595119" y="4636337"/>
                  </a:lnTo>
                  <a:lnTo>
                    <a:pt x="1595246" y="4636337"/>
                  </a:lnTo>
                  <a:lnTo>
                    <a:pt x="1595372" y="4636337"/>
                  </a:lnTo>
                  <a:lnTo>
                    <a:pt x="1595498" y="4636337"/>
                  </a:lnTo>
                  <a:lnTo>
                    <a:pt x="1595624" y="4636337"/>
                  </a:lnTo>
                  <a:lnTo>
                    <a:pt x="1595751" y="4636337"/>
                  </a:lnTo>
                  <a:lnTo>
                    <a:pt x="1595877" y="4636337"/>
                  </a:lnTo>
                  <a:lnTo>
                    <a:pt x="1596003" y="4636337"/>
                  </a:lnTo>
                  <a:lnTo>
                    <a:pt x="1596129" y="4636337"/>
                  </a:lnTo>
                  <a:lnTo>
                    <a:pt x="1596256" y="4636337"/>
                  </a:lnTo>
                  <a:lnTo>
                    <a:pt x="1596382" y="4636337"/>
                  </a:lnTo>
                  <a:lnTo>
                    <a:pt x="1596508" y="4636337"/>
                  </a:lnTo>
                  <a:lnTo>
                    <a:pt x="1596634" y="4636337"/>
                  </a:lnTo>
                  <a:lnTo>
                    <a:pt x="1596761" y="4636337"/>
                  </a:lnTo>
                  <a:lnTo>
                    <a:pt x="1596887" y="4636337"/>
                  </a:lnTo>
                  <a:lnTo>
                    <a:pt x="1597013" y="4636337"/>
                  </a:lnTo>
                  <a:lnTo>
                    <a:pt x="1597139" y="4636337"/>
                  </a:lnTo>
                  <a:lnTo>
                    <a:pt x="1597266" y="4636337"/>
                  </a:lnTo>
                  <a:lnTo>
                    <a:pt x="1597392" y="4636337"/>
                  </a:lnTo>
                  <a:lnTo>
                    <a:pt x="1597518" y="4636337"/>
                  </a:lnTo>
                  <a:lnTo>
                    <a:pt x="1597644" y="4636337"/>
                  </a:lnTo>
                  <a:lnTo>
                    <a:pt x="1597771" y="4636337"/>
                  </a:lnTo>
                  <a:lnTo>
                    <a:pt x="1597897" y="4636337"/>
                  </a:lnTo>
                  <a:lnTo>
                    <a:pt x="1598023" y="4636337"/>
                  </a:lnTo>
                  <a:lnTo>
                    <a:pt x="1598150" y="4636337"/>
                  </a:lnTo>
                  <a:lnTo>
                    <a:pt x="1598276" y="4636337"/>
                  </a:lnTo>
                  <a:lnTo>
                    <a:pt x="1598402" y="4636337"/>
                  </a:lnTo>
                  <a:lnTo>
                    <a:pt x="1598528" y="4636337"/>
                  </a:lnTo>
                  <a:lnTo>
                    <a:pt x="1598655" y="4636337"/>
                  </a:lnTo>
                  <a:lnTo>
                    <a:pt x="1598781" y="4636337"/>
                  </a:lnTo>
                  <a:lnTo>
                    <a:pt x="1598907" y="4636337"/>
                  </a:lnTo>
                  <a:lnTo>
                    <a:pt x="1599033" y="4636337"/>
                  </a:lnTo>
                  <a:lnTo>
                    <a:pt x="1599160" y="4636337"/>
                  </a:lnTo>
                  <a:lnTo>
                    <a:pt x="1599286" y="4636337"/>
                  </a:lnTo>
                  <a:lnTo>
                    <a:pt x="1599412" y="4636337"/>
                  </a:lnTo>
                  <a:lnTo>
                    <a:pt x="1599538" y="4636337"/>
                  </a:lnTo>
                  <a:lnTo>
                    <a:pt x="1599665" y="4636337"/>
                  </a:lnTo>
                  <a:lnTo>
                    <a:pt x="1599791" y="4636337"/>
                  </a:lnTo>
                  <a:lnTo>
                    <a:pt x="1599917" y="4636337"/>
                  </a:lnTo>
                  <a:lnTo>
                    <a:pt x="1600043" y="4636337"/>
                  </a:lnTo>
                  <a:lnTo>
                    <a:pt x="1600170" y="4636337"/>
                  </a:lnTo>
                  <a:lnTo>
                    <a:pt x="1600296" y="4636337"/>
                  </a:lnTo>
                  <a:lnTo>
                    <a:pt x="1600422" y="4636337"/>
                  </a:lnTo>
                  <a:lnTo>
                    <a:pt x="1600548" y="4636337"/>
                  </a:lnTo>
                  <a:lnTo>
                    <a:pt x="1600675" y="4636337"/>
                  </a:lnTo>
                  <a:lnTo>
                    <a:pt x="1600801" y="4636337"/>
                  </a:lnTo>
                  <a:lnTo>
                    <a:pt x="1600927" y="4636337"/>
                  </a:lnTo>
                  <a:lnTo>
                    <a:pt x="1601053" y="4636337"/>
                  </a:lnTo>
                  <a:lnTo>
                    <a:pt x="1601180" y="4636337"/>
                  </a:lnTo>
                  <a:lnTo>
                    <a:pt x="1601306" y="4636337"/>
                  </a:lnTo>
                  <a:lnTo>
                    <a:pt x="1601432" y="4636337"/>
                  </a:lnTo>
                  <a:lnTo>
                    <a:pt x="1601558" y="4636337"/>
                  </a:lnTo>
                  <a:lnTo>
                    <a:pt x="1601685" y="4636337"/>
                  </a:lnTo>
                  <a:lnTo>
                    <a:pt x="1601811" y="4636337"/>
                  </a:lnTo>
                  <a:lnTo>
                    <a:pt x="1601937" y="4636337"/>
                  </a:lnTo>
                  <a:lnTo>
                    <a:pt x="1602063" y="4636337"/>
                  </a:lnTo>
                  <a:lnTo>
                    <a:pt x="1602190" y="4636337"/>
                  </a:lnTo>
                  <a:lnTo>
                    <a:pt x="1602316" y="4636337"/>
                  </a:lnTo>
                  <a:lnTo>
                    <a:pt x="1602442" y="4636337"/>
                  </a:lnTo>
                  <a:lnTo>
                    <a:pt x="1602568" y="4636337"/>
                  </a:lnTo>
                  <a:lnTo>
                    <a:pt x="1602695" y="4636337"/>
                  </a:lnTo>
                  <a:lnTo>
                    <a:pt x="1602821" y="4636337"/>
                  </a:lnTo>
                  <a:lnTo>
                    <a:pt x="1602947" y="4636337"/>
                  </a:lnTo>
                  <a:lnTo>
                    <a:pt x="1603073" y="4636337"/>
                  </a:lnTo>
                  <a:lnTo>
                    <a:pt x="1603200" y="4636337"/>
                  </a:lnTo>
                  <a:lnTo>
                    <a:pt x="1603326" y="4636337"/>
                  </a:lnTo>
                  <a:lnTo>
                    <a:pt x="1603452" y="4636337"/>
                  </a:lnTo>
                  <a:lnTo>
                    <a:pt x="1603579" y="4636337"/>
                  </a:lnTo>
                  <a:lnTo>
                    <a:pt x="1603705" y="4636337"/>
                  </a:lnTo>
                  <a:lnTo>
                    <a:pt x="1603831" y="4636337"/>
                  </a:lnTo>
                  <a:lnTo>
                    <a:pt x="1603957" y="4636337"/>
                  </a:lnTo>
                  <a:lnTo>
                    <a:pt x="1604084" y="4636337"/>
                  </a:lnTo>
                  <a:lnTo>
                    <a:pt x="1604210" y="4636337"/>
                  </a:lnTo>
                  <a:lnTo>
                    <a:pt x="1604336" y="4636337"/>
                  </a:lnTo>
                  <a:lnTo>
                    <a:pt x="1604462" y="4636337"/>
                  </a:lnTo>
                  <a:lnTo>
                    <a:pt x="1604589" y="4636337"/>
                  </a:lnTo>
                  <a:lnTo>
                    <a:pt x="1604589" y="4631426"/>
                  </a:lnTo>
                  <a:lnTo>
                    <a:pt x="1604715" y="4631426"/>
                  </a:lnTo>
                  <a:lnTo>
                    <a:pt x="1604841" y="4631426"/>
                  </a:lnTo>
                  <a:lnTo>
                    <a:pt x="1604967" y="4631426"/>
                  </a:lnTo>
                  <a:lnTo>
                    <a:pt x="1605094" y="4631426"/>
                  </a:lnTo>
                  <a:lnTo>
                    <a:pt x="1605220" y="4631426"/>
                  </a:lnTo>
                  <a:lnTo>
                    <a:pt x="1605346" y="4631426"/>
                  </a:lnTo>
                  <a:lnTo>
                    <a:pt x="1605472" y="4631426"/>
                  </a:lnTo>
                  <a:lnTo>
                    <a:pt x="1605599" y="4631426"/>
                  </a:lnTo>
                  <a:lnTo>
                    <a:pt x="1605725" y="4631426"/>
                  </a:lnTo>
                  <a:lnTo>
                    <a:pt x="1605851" y="4631426"/>
                  </a:lnTo>
                  <a:lnTo>
                    <a:pt x="1605977" y="4631426"/>
                  </a:lnTo>
                  <a:lnTo>
                    <a:pt x="1606104" y="4631426"/>
                  </a:lnTo>
                  <a:lnTo>
                    <a:pt x="1606230" y="4631426"/>
                  </a:lnTo>
                  <a:lnTo>
                    <a:pt x="1606356" y="4631426"/>
                  </a:lnTo>
                  <a:lnTo>
                    <a:pt x="1606482" y="4631426"/>
                  </a:lnTo>
                  <a:lnTo>
                    <a:pt x="1606609" y="4631426"/>
                  </a:lnTo>
                  <a:lnTo>
                    <a:pt x="1606735" y="4631426"/>
                  </a:lnTo>
                  <a:lnTo>
                    <a:pt x="1606861" y="4631426"/>
                  </a:lnTo>
                  <a:lnTo>
                    <a:pt x="1606987" y="4631426"/>
                  </a:lnTo>
                  <a:lnTo>
                    <a:pt x="1607114" y="4631426"/>
                  </a:lnTo>
                  <a:lnTo>
                    <a:pt x="1607240" y="4631426"/>
                  </a:lnTo>
                  <a:lnTo>
                    <a:pt x="1607366" y="4631426"/>
                  </a:lnTo>
                  <a:lnTo>
                    <a:pt x="1607492" y="4631426"/>
                  </a:lnTo>
                  <a:lnTo>
                    <a:pt x="1607619" y="4631426"/>
                  </a:lnTo>
                  <a:lnTo>
                    <a:pt x="1607745" y="4631426"/>
                  </a:lnTo>
                  <a:lnTo>
                    <a:pt x="1607871" y="4631426"/>
                  </a:lnTo>
                  <a:lnTo>
                    <a:pt x="1607997" y="4631426"/>
                  </a:lnTo>
                  <a:lnTo>
                    <a:pt x="1607997" y="4626515"/>
                  </a:lnTo>
                  <a:lnTo>
                    <a:pt x="1608124" y="4626515"/>
                  </a:lnTo>
                  <a:lnTo>
                    <a:pt x="1608250" y="4626515"/>
                  </a:lnTo>
                  <a:lnTo>
                    <a:pt x="1608376" y="4626515"/>
                  </a:lnTo>
                  <a:lnTo>
                    <a:pt x="1608503" y="4626515"/>
                  </a:lnTo>
                  <a:lnTo>
                    <a:pt x="1608629" y="4626515"/>
                  </a:lnTo>
                  <a:lnTo>
                    <a:pt x="1608755" y="4626515"/>
                  </a:lnTo>
                  <a:lnTo>
                    <a:pt x="1608881" y="4626515"/>
                  </a:lnTo>
                  <a:lnTo>
                    <a:pt x="1609008" y="4626515"/>
                  </a:lnTo>
                  <a:lnTo>
                    <a:pt x="1609134" y="4626515"/>
                  </a:lnTo>
                  <a:lnTo>
                    <a:pt x="1609260" y="4626515"/>
                  </a:lnTo>
                  <a:lnTo>
                    <a:pt x="1609386" y="4626515"/>
                  </a:lnTo>
                  <a:lnTo>
                    <a:pt x="1609513" y="4626515"/>
                  </a:lnTo>
                  <a:lnTo>
                    <a:pt x="1609639" y="4626515"/>
                  </a:lnTo>
                  <a:lnTo>
                    <a:pt x="1609765" y="4626515"/>
                  </a:lnTo>
                  <a:lnTo>
                    <a:pt x="1609891" y="4626515"/>
                  </a:lnTo>
                  <a:lnTo>
                    <a:pt x="1610018" y="4626515"/>
                  </a:lnTo>
                  <a:lnTo>
                    <a:pt x="1610144" y="4626515"/>
                  </a:lnTo>
                  <a:lnTo>
                    <a:pt x="1610270" y="4626515"/>
                  </a:lnTo>
                  <a:lnTo>
                    <a:pt x="1610396" y="4626515"/>
                  </a:lnTo>
                  <a:lnTo>
                    <a:pt x="1610523" y="4626515"/>
                  </a:lnTo>
                  <a:lnTo>
                    <a:pt x="1610649" y="4626515"/>
                  </a:lnTo>
                  <a:lnTo>
                    <a:pt x="1610775" y="4626515"/>
                  </a:lnTo>
                  <a:lnTo>
                    <a:pt x="1610901" y="4626515"/>
                  </a:lnTo>
                  <a:lnTo>
                    <a:pt x="1611028" y="4626515"/>
                  </a:lnTo>
                  <a:lnTo>
                    <a:pt x="1611154" y="4626515"/>
                  </a:lnTo>
                  <a:lnTo>
                    <a:pt x="1611280" y="4626515"/>
                  </a:lnTo>
                  <a:lnTo>
                    <a:pt x="1611406" y="4626515"/>
                  </a:lnTo>
                  <a:lnTo>
                    <a:pt x="1611533" y="4626515"/>
                  </a:lnTo>
                  <a:lnTo>
                    <a:pt x="1611659" y="4626515"/>
                  </a:lnTo>
                  <a:lnTo>
                    <a:pt x="1611785" y="4626515"/>
                  </a:lnTo>
                  <a:lnTo>
                    <a:pt x="1611911" y="4626515"/>
                  </a:lnTo>
                  <a:lnTo>
                    <a:pt x="1612038" y="4626515"/>
                  </a:lnTo>
                  <a:lnTo>
                    <a:pt x="1612164" y="4626515"/>
                  </a:lnTo>
                  <a:lnTo>
                    <a:pt x="1612290" y="4626515"/>
                  </a:lnTo>
                  <a:lnTo>
                    <a:pt x="1612416" y="4626515"/>
                  </a:lnTo>
                  <a:lnTo>
                    <a:pt x="1612543" y="4626515"/>
                  </a:lnTo>
                  <a:lnTo>
                    <a:pt x="1612669" y="4626515"/>
                  </a:lnTo>
                  <a:lnTo>
                    <a:pt x="1612795" y="4626515"/>
                  </a:lnTo>
                  <a:lnTo>
                    <a:pt x="1612921" y="4626515"/>
                  </a:lnTo>
                  <a:lnTo>
                    <a:pt x="1613048" y="4626515"/>
                  </a:lnTo>
                  <a:lnTo>
                    <a:pt x="1613174" y="4626515"/>
                  </a:lnTo>
                  <a:lnTo>
                    <a:pt x="1613300" y="4626515"/>
                  </a:lnTo>
                  <a:lnTo>
                    <a:pt x="1613427" y="4626515"/>
                  </a:lnTo>
                  <a:lnTo>
                    <a:pt x="1613553" y="4626515"/>
                  </a:lnTo>
                  <a:lnTo>
                    <a:pt x="1613679" y="4626515"/>
                  </a:lnTo>
                  <a:lnTo>
                    <a:pt x="1613805" y="4626515"/>
                  </a:lnTo>
                  <a:lnTo>
                    <a:pt x="1613932" y="4626515"/>
                  </a:lnTo>
                  <a:lnTo>
                    <a:pt x="1614058" y="4626515"/>
                  </a:lnTo>
                  <a:lnTo>
                    <a:pt x="1614184" y="4626515"/>
                  </a:lnTo>
                  <a:lnTo>
                    <a:pt x="1614310" y="4626515"/>
                  </a:lnTo>
                  <a:lnTo>
                    <a:pt x="1614437" y="4626515"/>
                  </a:lnTo>
                  <a:lnTo>
                    <a:pt x="1614563" y="4626515"/>
                  </a:lnTo>
                  <a:lnTo>
                    <a:pt x="1614689" y="4626515"/>
                  </a:lnTo>
                  <a:lnTo>
                    <a:pt x="1614815" y="4626515"/>
                  </a:lnTo>
                  <a:lnTo>
                    <a:pt x="1614942" y="4626515"/>
                  </a:lnTo>
                  <a:lnTo>
                    <a:pt x="1615068" y="4626515"/>
                  </a:lnTo>
                  <a:lnTo>
                    <a:pt x="1615194" y="4626515"/>
                  </a:lnTo>
                  <a:lnTo>
                    <a:pt x="1615320" y="4626515"/>
                  </a:lnTo>
                  <a:lnTo>
                    <a:pt x="1615447" y="4626515"/>
                  </a:lnTo>
                  <a:lnTo>
                    <a:pt x="1615573" y="4626515"/>
                  </a:lnTo>
                  <a:lnTo>
                    <a:pt x="1615699" y="4626515"/>
                  </a:lnTo>
                  <a:lnTo>
                    <a:pt x="1615825" y="4626515"/>
                  </a:lnTo>
                  <a:lnTo>
                    <a:pt x="1615952" y="4626515"/>
                  </a:lnTo>
                  <a:lnTo>
                    <a:pt x="1616078" y="4626515"/>
                  </a:lnTo>
                  <a:lnTo>
                    <a:pt x="1616204" y="4626515"/>
                  </a:lnTo>
                  <a:lnTo>
                    <a:pt x="1616330" y="4626515"/>
                  </a:lnTo>
                  <a:lnTo>
                    <a:pt x="1616457" y="4626515"/>
                  </a:lnTo>
                  <a:lnTo>
                    <a:pt x="1616583" y="4626515"/>
                  </a:lnTo>
                  <a:lnTo>
                    <a:pt x="1616709" y="4626515"/>
                  </a:lnTo>
                  <a:lnTo>
                    <a:pt x="1616835" y="4626515"/>
                  </a:lnTo>
                  <a:lnTo>
                    <a:pt x="1616962" y="4626515"/>
                  </a:lnTo>
                  <a:lnTo>
                    <a:pt x="1617088" y="4626515"/>
                  </a:lnTo>
                  <a:lnTo>
                    <a:pt x="1617214" y="4626515"/>
                  </a:lnTo>
                  <a:lnTo>
                    <a:pt x="1617340" y="4626515"/>
                  </a:lnTo>
                  <a:lnTo>
                    <a:pt x="1617467" y="4626515"/>
                  </a:lnTo>
                  <a:lnTo>
                    <a:pt x="1617593" y="4626515"/>
                  </a:lnTo>
                  <a:lnTo>
                    <a:pt x="1617719" y="4626515"/>
                  </a:lnTo>
                  <a:lnTo>
                    <a:pt x="1617845" y="4626515"/>
                  </a:lnTo>
                  <a:lnTo>
                    <a:pt x="1617972" y="4626515"/>
                  </a:lnTo>
                  <a:lnTo>
                    <a:pt x="1618098" y="4626515"/>
                  </a:lnTo>
                  <a:lnTo>
                    <a:pt x="1618224" y="4626515"/>
                  </a:lnTo>
                  <a:lnTo>
                    <a:pt x="1618350" y="4626515"/>
                  </a:lnTo>
                  <a:lnTo>
                    <a:pt x="1618477" y="4626515"/>
                  </a:lnTo>
                  <a:lnTo>
                    <a:pt x="1618603" y="4626515"/>
                  </a:lnTo>
                  <a:lnTo>
                    <a:pt x="1618729" y="4626515"/>
                  </a:lnTo>
                  <a:lnTo>
                    <a:pt x="1618856" y="4626515"/>
                  </a:lnTo>
                  <a:lnTo>
                    <a:pt x="1618982" y="4626515"/>
                  </a:lnTo>
                  <a:lnTo>
                    <a:pt x="1619108" y="4626515"/>
                  </a:lnTo>
                  <a:lnTo>
                    <a:pt x="1619234" y="4626515"/>
                  </a:lnTo>
                  <a:lnTo>
                    <a:pt x="1619361" y="4626515"/>
                  </a:lnTo>
                  <a:lnTo>
                    <a:pt x="1619487" y="4626515"/>
                  </a:lnTo>
                  <a:lnTo>
                    <a:pt x="1619613" y="4626515"/>
                  </a:lnTo>
                  <a:lnTo>
                    <a:pt x="1619739" y="4626515"/>
                  </a:lnTo>
                  <a:lnTo>
                    <a:pt x="1619866" y="4626515"/>
                  </a:lnTo>
                  <a:lnTo>
                    <a:pt x="1619992" y="4626515"/>
                  </a:lnTo>
                  <a:lnTo>
                    <a:pt x="1620118" y="4626515"/>
                  </a:lnTo>
                  <a:lnTo>
                    <a:pt x="1620244" y="4626515"/>
                  </a:lnTo>
                  <a:lnTo>
                    <a:pt x="1620371" y="4626515"/>
                  </a:lnTo>
                  <a:lnTo>
                    <a:pt x="1620497" y="4626515"/>
                  </a:lnTo>
                  <a:lnTo>
                    <a:pt x="1620623" y="4626515"/>
                  </a:lnTo>
                  <a:lnTo>
                    <a:pt x="1620749" y="4626515"/>
                  </a:lnTo>
                  <a:lnTo>
                    <a:pt x="1620876" y="4626515"/>
                  </a:lnTo>
                  <a:lnTo>
                    <a:pt x="1621002" y="4626515"/>
                  </a:lnTo>
                  <a:lnTo>
                    <a:pt x="1621128" y="4626515"/>
                  </a:lnTo>
                  <a:lnTo>
                    <a:pt x="1621254" y="4626515"/>
                  </a:lnTo>
                  <a:lnTo>
                    <a:pt x="1621381" y="4626515"/>
                  </a:lnTo>
                  <a:lnTo>
                    <a:pt x="1621507" y="4626515"/>
                  </a:lnTo>
                  <a:lnTo>
                    <a:pt x="1621633" y="4626515"/>
                  </a:lnTo>
                  <a:lnTo>
                    <a:pt x="1621759" y="4626515"/>
                  </a:lnTo>
                  <a:lnTo>
                    <a:pt x="1621886" y="4626515"/>
                  </a:lnTo>
                  <a:lnTo>
                    <a:pt x="1622012" y="4626515"/>
                  </a:lnTo>
                  <a:lnTo>
                    <a:pt x="1622138" y="4626515"/>
                  </a:lnTo>
                  <a:lnTo>
                    <a:pt x="1622264" y="4626515"/>
                  </a:lnTo>
                  <a:lnTo>
                    <a:pt x="1622391" y="4626515"/>
                  </a:lnTo>
                  <a:lnTo>
                    <a:pt x="1622517" y="4626515"/>
                  </a:lnTo>
                  <a:lnTo>
                    <a:pt x="1622643" y="4626515"/>
                  </a:lnTo>
                  <a:lnTo>
                    <a:pt x="1622769" y="4626515"/>
                  </a:lnTo>
                  <a:lnTo>
                    <a:pt x="1622896" y="4626515"/>
                  </a:lnTo>
                  <a:lnTo>
                    <a:pt x="1623022" y="4626515"/>
                  </a:lnTo>
                  <a:lnTo>
                    <a:pt x="1623022" y="4621603"/>
                  </a:lnTo>
                  <a:lnTo>
                    <a:pt x="1623148" y="4621603"/>
                  </a:lnTo>
                  <a:lnTo>
                    <a:pt x="1623274" y="4621603"/>
                  </a:lnTo>
                  <a:lnTo>
                    <a:pt x="1623401" y="4621603"/>
                  </a:lnTo>
                  <a:lnTo>
                    <a:pt x="1623527" y="4621603"/>
                  </a:lnTo>
                  <a:lnTo>
                    <a:pt x="1623653" y="4621603"/>
                  </a:lnTo>
                  <a:lnTo>
                    <a:pt x="1623780" y="4621603"/>
                  </a:lnTo>
                  <a:lnTo>
                    <a:pt x="1623906" y="4621603"/>
                  </a:lnTo>
                  <a:lnTo>
                    <a:pt x="1624032" y="4621603"/>
                  </a:lnTo>
                  <a:lnTo>
                    <a:pt x="1624158" y="4621603"/>
                  </a:lnTo>
                  <a:lnTo>
                    <a:pt x="1624285" y="4621603"/>
                  </a:lnTo>
                  <a:lnTo>
                    <a:pt x="1624411" y="4621603"/>
                  </a:lnTo>
                  <a:lnTo>
                    <a:pt x="1624537" y="4621603"/>
                  </a:lnTo>
                  <a:lnTo>
                    <a:pt x="1624663" y="4621603"/>
                  </a:lnTo>
                  <a:lnTo>
                    <a:pt x="1624790" y="4621603"/>
                  </a:lnTo>
                  <a:lnTo>
                    <a:pt x="1624916" y="4621603"/>
                  </a:lnTo>
                  <a:lnTo>
                    <a:pt x="1625042" y="4621603"/>
                  </a:lnTo>
                  <a:lnTo>
                    <a:pt x="1625168" y="4621603"/>
                  </a:lnTo>
                  <a:lnTo>
                    <a:pt x="1625295" y="4621603"/>
                  </a:lnTo>
                  <a:lnTo>
                    <a:pt x="1625421" y="4621603"/>
                  </a:lnTo>
                  <a:lnTo>
                    <a:pt x="1625547" y="4621603"/>
                  </a:lnTo>
                  <a:lnTo>
                    <a:pt x="1625673" y="4621603"/>
                  </a:lnTo>
                  <a:lnTo>
                    <a:pt x="1625800" y="4621603"/>
                  </a:lnTo>
                  <a:lnTo>
                    <a:pt x="1625926" y="4621603"/>
                  </a:lnTo>
                  <a:lnTo>
                    <a:pt x="1626052" y="4621603"/>
                  </a:lnTo>
                  <a:lnTo>
                    <a:pt x="1626178" y="4621603"/>
                  </a:lnTo>
                  <a:lnTo>
                    <a:pt x="1626305" y="4621603"/>
                  </a:lnTo>
                  <a:lnTo>
                    <a:pt x="1626431" y="4621603"/>
                  </a:lnTo>
                  <a:lnTo>
                    <a:pt x="1626557" y="4621603"/>
                  </a:lnTo>
                  <a:lnTo>
                    <a:pt x="1626683" y="4621603"/>
                  </a:lnTo>
                  <a:lnTo>
                    <a:pt x="1626810" y="4621603"/>
                  </a:lnTo>
                  <a:lnTo>
                    <a:pt x="1626936" y="4621603"/>
                  </a:lnTo>
                  <a:lnTo>
                    <a:pt x="1627062" y="4621603"/>
                  </a:lnTo>
                  <a:lnTo>
                    <a:pt x="1627188" y="4621603"/>
                  </a:lnTo>
                  <a:lnTo>
                    <a:pt x="1627315" y="4621603"/>
                  </a:lnTo>
                  <a:lnTo>
                    <a:pt x="1627441" y="4621603"/>
                  </a:lnTo>
                  <a:lnTo>
                    <a:pt x="1627567" y="4621603"/>
                  </a:lnTo>
                  <a:lnTo>
                    <a:pt x="1627693" y="4621603"/>
                  </a:lnTo>
                  <a:lnTo>
                    <a:pt x="1627820" y="4621603"/>
                  </a:lnTo>
                  <a:lnTo>
                    <a:pt x="1627946" y="4621603"/>
                  </a:lnTo>
                  <a:lnTo>
                    <a:pt x="1628072" y="4621603"/>
                  </a:lnTo>
                  <a:lnTo>
                    <a:pt x="1628198" y="4621603"/>
                  </a:lnTo>
                  <a:lnTo>
                    <a:pt x="1628325" y="4621603"/>
                  </a:lnTo>
                  <a:lnTo>
                    <a:pt x="1628451" y="4621603"/>
                  </a:lnTo>
                  <a:lnTo>
                    <a:pt x="1628577" y="4621603"/>
                  </a:lnTo>
                  <a:lnTo>
                    <a:pt x="1628703" y="4621603"/>
                  </a:lnTo>
                  <a:lnTo>
                    <a:pt x="1628830" y="4621603"/>
                  </a:lnTo>
                  <a:lnTo>
                    <a:pt x="1628956" y="4621603"/>
                  </a:lnTo>
                  <a:lnTo>
                    <a:pt x="1629082" y="4621603"/>
                  </a:lnTo>
                  <a:lnTo>
                    <a:pt x="1629209" y="4621603"/>
                  </a:lnTo>
                  <a:lnTo>
                    <a:pt x="1629335" y="4621603"/>
                  </a:lnTo>
                  <a:lnTo>
                    <a:pt x="1629461" y="4621603"/>
                  </a:lnTo>
                  <a:lnTo>
                    <a:pt x="1629587" y="4621603"/>
                  </a:lnTo>
                  <a:lnTo>
                    <a:pt x="1629714" y="4621603"/>
                  </a:lnTo>
                  <a:lnTo>
                    <a:pt x="1629840" y="4621603"/>
                  </a:lnTo>
                  <a:lnTo>
                    <a:pt x="1629966" y="4621603"/>
                  </a:lnTo>
                  <a:lnTo>
                    <a:pt x="1630092" y="4621603"/>
                  </a:lnTo>
                  <a:lnTo>
                    <a:pt x="1630219" y="4621603"/>
                  </a:lnTo>
                  <a:lnTo>
                    <a:pt x="1630345" y="4621603"/>
                  </a:lnTo>
                  <a:lnTo>
                    <a:pt x="1630471" y="4621603"/>
                  </a:lnTo>
                  <a:lnTo>
                    <a:pt x="1630597" y="4621603"/>
                  </a:lnTo>
                  <a:lnTo>
                    <a:pt x="1630724" y="4621603"/>
                  </a:lnTo>
                  <a:lnTo>
                    <a:pt x="1630850" y="4621603"/>
                  </a:lnTo>
                  <a:lnTo>
                    <a:pt x="1630976" y="4621603"/>
                  </a:lnTo>
                  <a:lnTo>
                    <a:pt x="1631102" y="4621603"/>
                  </a:lnTo>
                  <a:lnTo>
                    <a:pt x="1631229" y="4621603"/>
                  </a:lnTo>
                  <a:lnTo>
                    <a:pt x="1631355" y="4621603"/>
                  </a:lnTo>
                  <a:lnTo>
                    <a:pt x="1631481" y="4621603"/>
                  </a:lnTo>
                  <a:lnTo>
                    <a:pt x="1631607" y="4621603"/>
                  </a:lnTo>
                  <a:lnTo>
                    <a:pt x="1631734" y="4621603"/>
                  </a:lnTo>
                  <a:lnTo>
                    <a:pt x="1631860" y="4621603"/>
                  </a:lnTo>
                  <a:lnTo>
                    <a:pt x="1631986" y="4621603"/>
                  </a:lnTo>
                  <a:lnTo>
                    <a:pt x="1632112" y="4621603"/>
                  </a:lnTo>
                  <a:lnTo>
                    <a:pt x="1632239" y="4621603"/>
                  </a:lnTo>
                  <a:lnTo>
                    <a:pt x="1632365" y="4621603"/>
                  </a:lnTo>
                  <a:lnTo>
                    <a:pt x="1632491" y="4621603"/>
                  </a:lnTo>
                  <a:lnTo>
                    <a:pt x="1632617" y="4621603"/>
                  </a:lnTo>
                  <a:lnTo>
                    <a:pt x="1632744" y="4621603"/>
                  </a:lnTo>
                  <a:lnTo>
                    <a:pt x="1632870" y="4621603"/>
                  </a:lnTo>
                  <a:lnTo>
                    <a:pt x="1632996" y="4621603"/>
                  </a:lnTo>
                  <a:lnTo>
                    <a:pt x="1633122" y="4621603"/>
                  </a:lnTo>
                  <a:lnTo>
                    <a:pt x="1633249" y="4621603"/>
                  </a:lnTo>
                  <a:lnTo>
                    <a:pt x="1633375" y="4621603"/>
                  </a:lnTo>
                  <a:lnTo>
                    <a:pt x="1633501" y="4621603"/>
                  </a:lnTo>
                  <a:lnTo>
                    <a:pt x="1633627" y="4621603"/>
                  </a:lnTo>
                  <a:lnTo>
                    <a:pt x="1633754" y="4621603"/>
                  </a:lnTo>
                  <a:lnTo>
                    <a:pt x="1633880" y="4621603"/>
                  </a:lnTo>
                  <a:lnTo>
                    <a:pt x="1634006" y="4621603"/>
                  </a:lnTo>
                  <a:lnTo>
                    <a:pt x="1634133" y="4621603"/>
                  </a:lnTo>
                  <a:lnTo>
                    <a:pt x="1634259" y="4621603"/>
                  </a:lnTo>
                  <a:lnTo>
                    <a:pt x="1634385" y="4621603"/>
                  </a:lnTo>
                  <a:lnTo>
                    <a:pt x="1634511" y="4621603"/>
                  </a:lnTo>
                  <a:lnTo>
                    <a:pt x="1634638" y="4621603"/>
                  </a:lnTo>
                  <a:lnTo>
                    <a:pt x="1634764" y="4621603"/>
                  </a:lnTo>
                  <a:lnTo>
                    <a:pt x="1634890" y="4621603"/>
                  </a:lnTo>
                  <a:lnTo>
                    <a:pt x="1635016" y="4621603"/>
                  </a:lnTo>
                  <a:lnTo>
                    <a:pt x="1635143" y="4621603"/>
                  </a:lnTo>
                  <a:lnTo>
                    <a:pt x="1635269" y="4621603"/>
                  </a:lnTo>
                  <a:lnTo>
                    <a:pt x="1635269" y="4616692"/>
                  </a:lnTo>
                  <a:lnTo>
                    <a:pt x="1635395" y="4616692"/>
                  </a:lnTo>
                  <a:lnTo>
                    <a:pt x="1635521" y="4616692"/>
                  </a:lnTo>
                  <a:lnTo>
                    <a:pt x="1635648" y="4616692"/>
                  </a:lnTo>
                  <a:lnTo>
                    <a:pt x="1635774" y="4616692"/>
                  </a:lnTo>
                  <a:lnTo>
                    <a:pt x="1635900" y="4616692"/>
                  </a:lnTo>
                  <a:lnTo>
                    <a:pt x="1636026" y="4616692"/>
                  </a:lnTo>
                  <a:lnTo>
                    <a:pt x="1636153" y="4616692"/>
                  </a:lnTo>
                  <a:lnTo>
                    <a:pt x="1636279" y="4616692"/>
                  </a:lnTo>
                  <a:lnTo>
                    <a:pt x="1636405" y="4616692"/>
                  </a:lnTo>
                  <a:lnTo>
                    <a:pt x="1636531" y="4616692"/>
                  </a:lnTo>
                  <a:lnTo>
                    <a:pt x="1636658" y="4616692"/>
                  </a:lnTo>
                  <a:lnTo>
                    <a:pt x="1636784" y="4616692"/>
                  </a:lnTo>
                  <a:lnTo>
                    <a:pt x="1636910" y="4616692"/>
                  </a:lnTo>
                  <a:lnTo>
                    <a:pt x="1637036" y="4616692"/>
                  </a:lnTo>
                  <a:lnTo>
                    <a:pt x="1637163" y="4616692"/>
                  </a:lnTo>
                  <a:lnTo>
                    <a:pt x="1637289" y="4616692"/>
                  </a:lnTo>
                  <a:lnTo>
                    <a:pt x="1637415" y="4616692"/>
                  </a:lnTo>
                  <a:lnTo>
                    <a:pt x="1637541" y="4616692"/>
                  </a:lnTo>
                  <a:lnTo>
                    <a:pt x="1637668" y="4616692"/>
                  </a:lnTo>
                  <a:lnTo>
                    <a:pt x="1637668" y="4611781"/>
                  </a:lnTo>
                  <a:lnTo>
                    <a:pt x="1637794" y="4611781"/>
                  </a:lnTo>
                  <a:lnTo>
                    <a:pt x="1637920" y="4611781"/>
                  </a:lnTo>
                  <a:lnTo>
                    <a:pt x="1638046" y="4611781"/>
                  </a:lnTo>
                  <a:lnTo>
                    <a:pt x="1638173" y="4611781"/>
                  </a:lnTo>
                  <a:lnTo>
                    <a:pt x="1638299" y="4611781"/>
                  </a:lnTo>
                  <a:lnTo>
                    <a:pt x="1638425" y="4611781"/>
                  </a:lnTo>
                  <a:lnTo>
                    <a:pt x="1638551" y="4611781"/>
                  </a:lnTo>
                  <a:lnTo>
                    <a:pt x="1638678" y="4611781"/>
                  </a:lnTo>
                  <a:lnTo>
                    <a:pt x="1638804" y="4611781"/>
                  </a:lnTo>
                  <a:lnTo>
                    <a:pt x="1638930" y="4611781"/>
                  </a:lnTo>
                  <a:lnTo>
                    <a:pt x="1639056" y="4611781"/>
                  </a:lnTo>
                  <a:lnTo>
                    <a:pt x="1639183" y="4611781"/>
                  </a:lnTo>
                  <a:lnTo>
                    <a:pt x="1639309" y="4611781"/>
                  </a:lnTo>
                  <a:lnTo>
                    <a:pt x="1639435" y="4611781"/>
                  </a:lnTo>
                  <a:lnTo>
                    <a:pt x="1639562" y="4611781"/>
                  </a:lnTo>
                  <a:lnTo>
                    <a:pt x="1639688" y="4611781"/>
                  </a:lnTo>
                  <a:lnTo>
                    <a:pt x="1639814" y="4611781"/>
                  </a:lnTo>
                  <a:lnTo>
                    <a:pt x="1639940" y="4611781"/>
                  </a:lnTo>
                  <a:lnTo>
                    <a:pt x="1640067" y="4611781"/>
                  </a:lnTo>
                  <a:lnTo>
                    <a:pt x="1640193" y="4611781"/>
                  </a:lnTo>
                  <a:lnTo>
                    <a:pt x="1640319" y="4611781"/>
                  </a:lnTo>
                  <a:lnTo>
                    <a:pt x="1640445" y="4611781"/>
                  </a:lnTo>
                  <a:lnTo>
                    <a:pt x="1640572" y="4611781"/>
                  </a:lnTo>
                  <a:lnTo>
                    <a:pt x="1640698" y="4611781"/>
                  </a:lnTo>
                  <a:lnTo>
                    <a:pt x="1640824" y="4611781"/>
                  </a:lnTo>
                  <a:lnTo>
                    <a:pt x="1640950" y="4611781"/>
                  </a:lnTo>
                  <a:lnTo>
                    <a:pt x="1641077" y="4611781"/>
                  </a:lnTo>
                  <a:lnTo>
                    <a:pt x="1641203" y="4611781"/>
                  </a:lnTo>
                  <a:lnTo>
                    <a:pt x="1641329" y="4611781"/>
                  </a:lnTo>
                  <a:lnTo>
                    <a:pt x="1641455" y="4611781"/>
                  </a:lnTo>
                  <a:lnTo>
                    <a:pt x="1641582" y="4611781"/>
                  </a:lnTo>
                  <a:lnTo>
                    <a:pt x="1641708" y="4611781"/>
                  </a:lnTo>
                  <a:lnTo>
                    <a:pt x="1641834" y="4611781"/>
                  </a:lnTo>
                  <a:lnTo>
                    <a:pt x="1641960" y="4611781"/>
                  </a:lnTo>
                  <a:lnTo>
                    <a:pt x="1642087" y="4611781"/>
                  </a:lnTo>
                  <a:lnTo>
                    <a:pt x="1642213" y="4611781"/>
                  </a:lnTo>
                  <a:lnTo>
                    <a:pt x="1642339" y="4611781"/>
                  </a:lnTo>
                  <a:lnTo>
                    <a:pt x="1642465" y="4611781"/>
                  </a:lnTo>
                  <a:lnTo>
                    <a:pt x="1642592" y="4611781"/>
                  </a:lnTo>
                  <a:lnTo>
                    <a:pt x="1642718" y="4611781"/>
                  </a:lnTo>
                  <a:lnTo>
                    <a:pt x="1642844" y="4611781"/>
                  </a:lnTo>
                  <a:lnTo>
                    <a:pt x="1642970" y="4611781"/>
                  </a:lnTo>
                  <a:lnTo>
                    <a:pt x="1643097" y="4611781"/>
                  </a:lnTo>
                  <a:lnTo>
                    <a:pt x="1643223" y="4611781"/>
                  </a:lnTo>
                  <a:lnTo>
                    <a:pt x="1643349" y="4611781"/>
                  </a:lnTo>
                  <a:lnTo>
                    <a:pt x="1643475" y="4611781"/>
                  </a:lnTo>
                  <a:lnTo>
                    <a:pt x="1643602" y="4611781"/>
                  </a:lnTo>
                  <a:lnTo>
                    <a:pt x="1643728" y="4611781"/>
                  </a:lnTo>
                  <a:lnTo>
                    <a:pt x="1643854" y="4611781"/>
                  </a:lnTo>
                  <a:lnTo>
                    <a:pt x="1643980" y="4611781"/>
                  </a:lnTo>
                  <a:lnTo>
                    <a:pt x="1644107" y="4611781"/>
                  </a:lnTo>
                  <a:lnTo>
                    <a:pt x="1644233" y="4611781"/>
                  </a:lnTo>
                  <a:lnTo>
                    <a:pt x="1644359" y="4611781"/>
                  </a:lnTo>
                  <a:lnTo>
                    <a:pt x="1644486" y="4611781"/>
                  </a:lnTo>
                  <a:lnTo>
                    <a:pt x="1644612" y="4611781"/>
                  </a:lnTo>
                  <a:lnTo>
                    <a:pt x="1644738" y="4611781"/>
                  </a:lnTo>
                  <a:lnTo>
                    <a:pt x="1644864" y="4611781"/>
                  </a:lnTo>
                  <a:lnTo>
                    <a:pt x="1644991" y="4611781"/>
                  </a:lnTo>
                  <a:lnTo>
                    <a:pt x="1645117" y="4611781"/>
                  </a:lnTo>
                  <a:lnTo>
                    <a:pt x="1645243" y="4611781"/>
                  </a:lnTo>
                  <a:lnTo>
                    <a:pt x="1645369" y="4611781"/>
                  </a:lnTo>
                  <a:lnTo>
                    <a:pt x="1645496" y="4611781"/>
                  </a:lnTo>
                  <a:lnTo>
                    <a:pt x="1645622" y="4611781"/>
                  </a:lnTo>
                  <a:lnTo>
                    <a:pt x="1645748" y="4611781"/>
                  </a:lnTo>
                  <a:lnTo>
                    <a:pt x="1645874" y="4611781"/>
                  </a:lnTo>
                  <a:lnTo>
                    <a:pt x="1646001" y="4611781"/>
                  </a:lnTo>
                  <a:lnTo>
                    <a:pt x="1646127" y="4611781"/>
                  </a:lnTo>
                  <a:lnTo>
                    <a:pt x="1646253" y="4611781"/>
                  </a:lnTo>
                  <a:lnTo>
                    <a:pt x="1646379" y="4611781"/>
                  </a:lnTo>
                  <a:lnTo>
                    <a:pt x="1646506" y="4611781"/>
                  </a:lnTo>
                  <a:lnTo>
                    <a:pt x="1646632" y="4611781"/>
                  </a:lnTo>
                  <a:lnTo>
                    <a:pt x="1646758" y="4611781"/>
                  </a:lnTo>
                  <a:lnTo>
                    <a:pt x="1646884" y="4611781"/>
                  </a:lnTo>
                  <a:lnTo>
                    <a:pt x="1647011" y="4611781"/>
                  </a:lnTo>
                  <a:lnTo>
                    <a:pt x="1647137" y="4611781"/>
                  </a:lnTo>
                  <a:lnTo>
                    <a:pt x="1647263" y="4611781"/>
                  </a:lnTo>
                  <a:lnTo>
                    <a:pt x="1647389" y="4611781"/>
                  </a:lnTo>
                  <a:lnTo>
                    <a:pt x="1647516" y="4611781"/>
                  </a:lnTo>
                  <a:lnTo>
                    <a:pt x="1647642" y="4611781"/>
                  </a:lnTo>
                  <a:lnTo>
                    <a:pt x="1647768" y="4611781"/>
                  </a:lnTo>
                  <a:lnTo>
                    <a:pt x="1647894" y="4611781"/>
                  </a:lnTo>
                  <a:lnTo>
                    <a:pt x="1648021" y="4611781"/>
                  </a:lnTo>
                  <a:lnTo>
                    <a:pt x="1648147" y="4611781"/>
                  </a:lnTo>
                  <a:lnTo>
                    <a:pt x="1648273" y="4611781"/>
                  </a:lnTo>
                  <a:lnTo>
                    <a:pt x="1648273" y="4606869"/>
                  </a:lnTo>
                  <a:lnTo>
                    <a:pt x="1648399" y="4606869"/>
                  </a:lnTo>
                  <a:lnTo>
                    <a:pt x="1648526" y="4606869"/>
                  </a:lnTo>
                  <a:lnTo>
                    <a:pt x="1648652" y="4606869"/>
                  </a:lnTo>
                  <a:lnTo>
                    <a:pt x="1648778" y="4606869"/>
                  </a:lnTo>
                  <a:lnTo>
                    <a:pt x="1648904" y="4606869"/>
                  </a:lnTo>
                  <a:lnTo>
                    <a:pt x="1649031" y="4606869"/>
                  </a:lnTo>
                  <a:lnTo>
                    <a:pt x="1649157" y="4606869"/>
                  </a:lnTo>
                  <a:lnTo>
                    <a:pt x="1649283" y="4606869"/>
                  </a:lnTo>
                  <a:lnTo>
                    <a:pt x="1649409" y="4606869"/>
                  </a:lnTo>
                  <a:lnTo>
                    <a:pt x="1649536" y="4606869"/>
                  </a:lnTo>
                  <a:lnTo>
                    <a:pt x="1649662" y="4606869"/>
                  </a:lnTo>
                  <a:lnTo>
                    <a:pt x="1649788" y="4606869"/>
                  </a:lnTo>
                  <a:lnTo>
                    <a:pt x="1649915" y="4606869"/>
                  </a:lnTo>
                  <a:lnTo>
                    <a:pt x="1650041" y="4606869"/>
                  </a:lnTo>
                  <a:lnTo>
                    <a:pt x="1650167" y="4606869"/>
                  </a:lnTo>
                  <a:lnTo>
                    <a:pt x="1650293" y="4606869"/>
                  </a:lnTo>
                  <a:lnTo>
                    <a:pt x="1650420" y="4606869"/>
                  </a:lnTo>
                  <a:lnTo>
                    <a:pt x="1650546" y="4606869"/>
                  </a:lnTo>
                  <a:lnTo>
                    <a:pt x="1650672" y="4606869"/>
                  </a:lnTo>
                  <a:lnTo>
                    <a:pt x="1650798" y="4606869"/>
                  </a:lnTo>
                  <a:lnTo>
                    <a:pt x="1650925" y="4606869"/>
                  </a:lnTo>
                  <a:lnTo>
                    <a:pt x="1651051" y="4606869"/>
                  </a:lnTo>
                  <a:lnTo>
                    <a:pt x="1651177" y="4606869"/>
                  </a:lnTo>
                  <a:lnTo>
                    <a:pt x="1651303" y="4606869"/>
                  </a:lnTo>
                  <a:lnTo>
                    <a:pt x="1651430" y="4606869"/>
                  </a:lnTo>
                  <a:lnTo>
                    <a:pt x="1651556" y="4606869"/>
                  </a:lnTo>
                  <a:lnTo>
                    <a:pt x="1651682" y="4606869"/>
                  </a:lnTo>
                  <a:lnTo>
                    <a:pt x="1651808" y="4606869"/>
                  </a:lnTo>
                  <a:lnTo>
                    <a:pt x="1651935" y="4606869"/>
                  </a:lnTo>
                  <a:lnTo>
                    <a:pt x="1652061" y="4606869"/>
                  </a:lnTo>
                  <a:lnTo>
                    <a:pt x="1652187" y="4606869"/>
                  </a:lnTo>
                  <a:lnTo>
                    <a:pt x="1652313" y="4606869"/>
                  </a:lnTo>
                  <a:lnTo>
                    <a:pt x="1652440" y="4606869"/>
                  </a:lnTo>
                  <a:lnTo>
                    <a:pt x="1652566" y="4606869"/>
                  </a:lnTo>
                  <a:lnTo>
                    <a:pt x="1652692" y="4606869"/>
                  </a:lnTo>
                  <a:lnTo>
                    <a:pt x="1652818" y="4606869"/>
                  </a:lnTo>
                  <a:lnTo>
                    <a:pt x="1652818" y="4601958"/>
                  </a:lnTo>
                  <a:lnTo>
                    <a:pt x="1652945" y="4601958"/>
                  </a:lnTo>
                  <a:lnTo>
                    <a:pt x="1653071" y="4601958"/>
                  </a:lnTo>
                  <a:lnTo>
                    <a:pt x="1653197" y="4601958"/>
                  </a:lnTo>
                  <a:lnTo>
                    <a:pt x="1653323" y="4601958"/>
                  </a:lnTo>
                  <a:lnTo>
                    <a:pt x="1653450" y="4601958"/>
                  </a:lnTo>
                  <a:lnTo>
                    <a:pt x="1653576" y="4601958"/>
                  </a:lnTo>
                  <a:lnTo>
                    <a:pt x="1653702" y="4601958"/>
                  </a:lnTo>
                  <a:lnTo>
                    <a:pt x="1653828" y="4601958"/>
                  </a:lnTo>
                  <a:lnTo>
                    <a:pt x="1653955" y="4601958"/>
                  </a:lnTo>
                  <a:lnTo>
                    <a:pt x="1654081" y="4601958"/>
                  </a:lnTo>
                  <a:lnTo>
                    <a:pt x="1654207" y="4601958"/>
                  </a:lnTo>
                  <a:lnTo>
                    <a:pt x="1654333" y="4601958"/>
                  </a:lnTo>
                  <a:lnTo>
                    <a:pt x="1654460" y="4601958"/>
                  </a:lnTo>
                  <a:lnTo>
                    <a:pt x="1654586" y="4601958"/>
                  </a:lnTo>
                  <a:lnTo>
                    <a:pt x="1654712" y="4601958"/>
                  </a:lnTo>
                  <a:lnTo>
                    <a:pt x="1654839" y="4601958"/>
                  </a:lnTo>
                  <a:lnTo>
                    <a:pt x="1654965" y="4601958"/>
                  </a:lnTo>
                  <a:lnTo>
                    <a:pt x="1655091" y="4601958"/>
                  </a:lnTo>
                  <a:lnTo>
                    <a:pt x="1655217" y="4601958"/>
                  </a:lnTo>
                  <a:lnTo>
                    <a:pt x="1655217" y="4597046"/>
                  </a:lnTo>
                  <a:lnTo>
                    <a:pt x="1655344" y="4597046"/>
                  </a:lnTo>
                  <a:lnTo>
                    <a:pt x="1655470" y="4597046"/>
                  </a:lnTo>
                  <a:lnTo>
                    <a:pt x="1655596" y="4597046"/>
                  </a:lnTo>
                  <a:lnTo>
                    <a:pt x="1655722" y="4597046"/>
                  </a:lnTo>
                  <a:lnTo>
                    <a:pt x="1655849" y="4597046"/>
                  </a:lnTo>
                  <a:lnTo>
                    <a:pt x="1655975" y="4597046"/>
                  </a:lnTo>
                  <a:lnTo>
                    <a:pt x="1656101" y="4597046"/>
                  </a:lnTo>
                  <a:lnTo>
                    <a:pt x="1656227" y="4597046"/>
                  </a:lnTo>
                  <a:lnTo>
                    <a:pt x="1656354" y="4597046"/>
                  </a:lnTo>
                  <a:lnTo>
                    <a:pt x="1656480" y="4597046"/>
                  </a:lnTo>
                  <a:lnTo>
                    <a:pt x="1656606" y="4597046"/>
                  </a:lnTo>
                  <a:lnTo>
                    <a:pt x="1656732" y="4597046"/>
                  </a:lnTo>
                  <a:lnTo>
                    <a:pt x="1656859" y="4597046"/>
                  </a:lnTo>
                  <a:lnTo>
                    <a:pt x="1656985" y="4597046"/>
                  </a:lnTo>
                  <a:lnTo>
                    <a:pt x="1657111" y="4597046"/>
                  </a:lnTo>
                  <a:lnTo>
                    <a:pt x="1657237" y="4597046"/>
                  </a:lnTo>
                  <a:lnTo>
                    <a:pt x="1657364" y="4597046"/>
                  </a:lnTo>
                  <a:lnTo>
                    <a:pt x="1657490" y="4597046"/>
                  </a:lnTo>
                  <a:lnTo>
                    <a:pt x="1657616" y="4597046"/>
                  </a:lnTo>
                  <a:lnTo>
                    <a:pt x="1657742" y="4597046"/>
                  </a:lnTo>
                  <a:lnTo>
                    <a:pt x="1657869" y="4597046"/>
                  </a:lnTo>
                  <a:lnTo>
                    <a:pt x="1657995" y="4597046"/>
                  </a:lnTo>
                  <a:lnTo>
                    <a:pt x="1658121" y="4597046"/>
                  </a:lnTo>
                  <a:lnTo>
                    <a:pt x="1658247" y="4597046"/>
                  </a:lnTo>
                  <a:lnTo>
                    <a:pt x="1658374" y="4597046"/>
                  </a:lnTo>
                  <a:lnTo>
                    <a:pt x="1658500" y="4597046"/>
                  </a:lnTo>
                  <a:lnTo>
                    <a:pt x="1658626" y="4597046"/>
                  </a:lnTo>
                  <a:lnTo>
                    <a:pt x="1658752" y="4597046"/>
                  </a:lnTo>
                  <a:lnTo>
                    <a:pt x="1658879" y="4597046"/>
                  </a:lnTo>
                  <a:lnTo>
                    <a:pt x="1659005" y="4597046"/>
                  </a:lnTo>
                  <a:lnTo>
                    <a:pt x="1659131" y="4597046"/>
                  </a:lnTo>
                  <a:lnTo>
                    <a:pt x="1659257" y="4597046"/>
                  </a:lnTo>
                  <a:lnTo>
                    <a:pt x="1659384" y="4597046"/>
                  </a:lnTo>
                  <a:lnTo>
                    <a:pt x="1659510" y="4597046"/>
                  </a:lnTo>
                  <a:lnTo>
                    <a:pt x="1659636" y="4597046"/>
                  </a:lnTo>
                  <a:lnTo>
                    <a:pt x="1659762" y="4597046"/>
                  </a:lnTo>
                  <a:lnTo>
                    <a:pt x="1659889" y="4597046"/>
                  </a:lnTo>
                  <a:lnTo>
                    <a:pt x="1660015" y="4597046"/>
                  </a:lnTo>
                  <a:lnTo>
                    <a:pt x="1660141" y="4597046"/>
                  </a:lnTo>
                  <a:lnTo>
                    <a:pt x="1660268" y="4597046"/>
                  </a:lnTo>
                  <a:lnTo>
                    <a:pt x="1660394" y="4597046"/>
                  </a:lnTo>
                  <a:lnTo>
                    <a:pt x="1660520" y="4597046"/>
                  </a:lnTo>
                  <a:lnTo>
                    <a:pt x="1660646" y="4597046"/>
                  </a:lnTo>
                  <a:lnTo>
                    <a:pt x="1660773" y="4597046"/>
                  </a:lnTo>
                  <a:lnTo>
                    <a:pt x="1660899" y="4597046"/>
                  </a:lnTo>
                  <a:lnTo>
                    <a:pt x="1661025" y="4597046"/>
                  </a:lnTo>
                  <a:lnTo>
                    <a:pt x="1661151" y="4597046"/>
                  </a:lnTo>
                  <a:lnTo>
                    <a:pt x="1661278" y="4597046"/>
                  </a:lnTo>
                  <a:lnTo>
                    <a:pt x="1661404" y="4597046"/>
                  </a:lnTo>
                  <a:lnTo>
                    <a:pt x="1661530" y="4597046"/>
                  </a:lnTo>
                  <a:lnTo>
                    <a:pt x="1661656" y="4597046"/>
                  </a:lnTo>
                  <a:lnTo>
                    <a:pt x="1661783" y="4597046"/>
                  </a:lnTo>
                  <a:lnTo>
                    <a:pt x="1661909" y="4597046"/>
                  </a:lnTo>
                  <a:lnTo>
                    <a:pt x="1662035" y="4597046"/>
                  </a:lnTo>
                  <a:lnTo>
                    <a:pt x="1662161" y="4597046"/>
                  </a:lnTo>
                  <a:lnTo>
                    <a:pt x="1662288" y="4597046"/>
                  </a:lnTo>
                  <a:lnTo>
                    <a:pt x="1662414" y="4597046"/>
                  </a:lnTo>
                  <a:lnTo>
                    <a:pt x="1662540" y="4597046"/>
                  </a:lnTo>
                  <a:lnTo>
                    <a:pt x="1662666" y="4597046"/>
                  </a:lnTo>
                  <a:lnTo>
                    <a:pt x="1662793" y="4597046"/>
                  </a:lnTo>
                  <a:lnTo>
                    <a:pt x="1662919" y="4597046"/>
                  </a:lnTo>
                  <a:lnTo>
                    <a:pt x="1663045" y="4597046"/>
                  </a:lnTo>
                  <a:lnTo>
                    <a:pt x="1663171" y="4597046"/>
                  </a:lnTo>
                  <a:lnTo>
                    <a:pt x="1663298" y="4597046"/>
                  </a:lnTo>
                  <a:lnTo>
                    <a:pt x="1663424" y="4597046"/>
                  </a:lnTo>
                  <a:lnTo>
                    <a:pt x="1663550" y="4597046"/>
                  </a:lnTo>
                  <a:lnTo>
                    <a:pt x="1663676" y="4597046"/>
                  </a:lnTo>
                  <a:lnTo>
                    <a:pt x="1663803" y="4597046"/>
                  </a:lnTo>
                  <a:lnTo>
                    <a:pt x="1663929" y="4597046"/>
                  </a:lnTo>
                  <a:lnTo>
                    <a:pt x="1664055" y="4597046"/>
                  </a:lnTo>
                  <a:lnTo>
                    <a:pt x="1664181" y="4597046"/>
                  </a:lnTo>
                  <a:lnTo>
                    <a:pt x="1664308" y="4597046"/>
                  </a:lnTo>
                  <a:lnTo>
                    <a:pt x="1664434" y="4597046"/>
                  </a:lnTo>
                  <a:lnTo>
                    <a:pt x="1664560" y="4597046"/>
                  </a:lnTo>
                  <a:lnTo>
                    <a:pt x="1664686" y="4597046"/>
                  </a:lnTo>
                  <a:lnTo>
                    <a:pt x="1664813" y="4597046"/>
                  </a:lnTo>
                  <a:lnTo>
                    <a:pt x="1664939" y="4597046"/>
                  </a:lnTo>
                  <a:lnTo>
                    <a:pt x="1665065" y="4597046"/>
                  </a:lnTo>
                  <a:lnTo>
                    <a:pt x="1665192" y="4597046"/>
                  </a:lnTo>
                  <a:lnTo>
                    <a:pt x="1665318" y="4597046"/>
                  </a:lnTo>
                  <a:lnTo>
                    <a:pt x="1665444" y="4597046"/>
                  </a:lnTo>
                  <a:lnTo>
                    <a:pt x="1665570" y="4597046"/>
                  </a:lnTo>
                  <a:lnTo>
                    <a:pt x="1665697" y="4597046"/>
                  </a:lnTo>
                  <a:lnTo>
                    <a:pt x="1665823" y="4597046"/>
                  </a:lnTo>
                  <a:lnTo>
                    <a:pt x="1665949" y="4597046"/>
                  </a:lnTo>
                  <a:lnTo>
                    <a:pt x="1666075" y="4597046"/>
                  </a:lnTo>
                  <a:lnTo>
                    <a:pt x="1666202" y="4597046"/>
                  </a:lnTo>
                  <a:lnTo>
                    <a:pt x="1666328" y="4597046"/>
                  </a:lnTo>
                  <a:lnTo>
                    <a:pt x="1666454" y="4597046"/>
                  </a:lnTo>
                  <a:lnTo>
                    <a:pt x="1666580" y="4597046"/>
                  </a:lnTo>
                  <a:lnTo>
                    <a:pt x="1666707" y="4597046"/>
                  </a:lnTo>
                  <a:lnTo>
                    <a:pt x="1666833" y="4597046"/>
                  </a:lnTo>
                  <a:lnTo>
                    <a:pt x="1666959" y="4597046"/>
                  </a:lnTo>
                  <a:lnTo>
                    <a:pt x="1667085" y="4597046"/>
                  </a:lnTo>
                  <a:lnTo>
                    <a:pt x="1667212" y="4597046"/>
                  </a:lnTo>
                  <a:lnTo>
                    <a:pt x="1667338" y="4597046"/>
                  </a:lnTo>
                  <a:lnTo>
                    <a:pt x="1667464" y="4597046"/>
                  </a:lnTo>
                  <a:lnTo>
                    <a:pt x="1667590" y="4597046"/>
                  </a:lnTo>
                  <a:lnTo>
                    <a:pt x="1667717" y="4597046"/>
                  </a:lnTo>
                  <a:lnTo>
                    <a:pt x="1667843" y="4597046"/>
                  </a:lnTo>
                  <a:lnTo>
                    <a:pt x="1667969" y="4597046"/>
                  </a:lnTo>
                  <a:lnTo>
                    <a:pt x="1668095" y="4597046"/>
                  </a:lnTo>
                  <a:lnTo>
                    <a:pt x="1668222" y="4597046"/>
                  </a:lnTo>
                  <a:lnTo>
                    <a:pt x="1668348" y="4597046"/>
                  </a:lnTo>
                  <a:lnTo>
                    <a:pt x="1668474" y="4597046"/>
                  </a:lnTo>
                  <a:lnTo>
                    <a:pt x="1668600" y="4597046"/>
                  </a:lnTo>
                  <a:lnTo>
                    <a:pt x="1668727" y="4597046"/>
                  </a:lnTo>
                  <a:lnTo>
                    <a:pt x="1668853" y="4597046"/>
                  </a:lnTo>
                  <a:lnTo>
                    <a:pt x="1668979" y="4597046"/>
                  </a:lnTo>
                  <a:lnTo>
                    <a:pt x="1668979" y="4592135"/>
                  </a:lnTo>
                  <a:lnTo>
                    <a:pt x="1669105" y="4592135"/>
                  </a:lnTo>
                  <a:lnTo>
                    <a:pt x="1669232" y="4592135"/>
                  </a:lnTo>
                  <a:lnTo>
                    <a:pt x="1669358" y="4592135"/>
                  </a:lnTo>
                  <a:lnTo>
                    <a:pt x="1669484" y="4592135"/>
                  </a:lnTo>
                  <a:lnTo>
                    <a:pt x="1669610" y="4592135"/>
                  </a:lnTo>
                  <a:lnTo>
                    <a:pt x="1669737" y="4592135"/>
                  </a:lnTo>
                  <a:lnTo>
                    <a:pt x="1669863" y="4592135"/>
                  </a:lnTo>
                  <a:lnTo>
                    <a:pt x="1669989" y="4592135"/>
                  </a:lnTo>
                  <a:lnTo>
                    <a:pt x="1670116" y="4592135"/>
                  </a:lnTo>
                  <a:lnTo>
                    <a:pt x="1670242" y="4592135"/>
                  </a:lnTo>
                  <a:lnTo>
                    <a:pt x="1670368" y="4592135"/>
                  </a:lnTo>
                  <a:lnTo>
                    <a:pt x="1670494" y="4592135"/>
                  </a:lnTo>
                  <a:lnTo>
                    <a:pt x="1670621" y="4592135"/>
                  </a:lnTo>
                  <a:lnTo>
                    <a:pt x="1670747" y="4592135"/>
                  </a:lnTo>
                  <a:lnTo>
                    <a:pt x="1670873" y="4592135"/>
                  </a:lnTo>
                  <a:lnTo>
                    <a:pt x="1670999" y="4592135"/>
                  </a:lnTo>
                  <a:lnTo>
                    <a:pt x="1671126" y="4592135"/>
                  </a:lnTo>
                  <a:lnTo>
                    <a:pt x="1671252" y="4592135"/>
                  </a:lnTo>
                  <a:lnTo>
                    <a:pt x="1671378" y="4592135"/>
                  </a:lnTo>
                  <a:lnTo>
                    <a:pt x="1671504" y="4592135"/>
                  </a:lnTo>
                  <a:lnTo>
                    <a:pt x="1671631" y="4592135"/>
                  </a:lnTo>
                  <a:lnTo>
                    <a:pt x="1671757" y="4592135"/>
                  </a:lnTo>
                  <a:lnTo>
                    <a:pt x="1671883" y="4592135"/>
                  </a:lnTo>
                  <a:lnTo>
                    <a:pt x="1672009" y="4592135"/>
                  </a:lnTo>
                  <a:lnTo>
                    <a:pt x="1672136" y="4592135"/>
                  </a:lnTo>
                  <a:lnTo>
                    <a:pt x="1672262" y="4592135"/>
                  </a:lnTo>
                  <a:lnTo>
                    <a:pt x="1672388" y="4592135"/>
                  </a:lnTo>
                  <a:lnTo>
                    <a:pt x="1672514" y="4592135"/>
                  </a:lnTo>
                  <a:lnTo>
                    <a:pt x="1672641" y="4592135"/>
                  </a:lnTo>
                  <a:lnTo>
                    <a:pt x="1672767" y="4592135"/>
                  </a:lnTo>
                  <a:lnTo>
                    <a:pt x="1672893" y="4592135"/>
                  </a:lnTo>
                  <a:lnTo>
                    <a:pt x="1673019" y="4592135"/>
                  </a:lnTo>
                  <a:lnTo>
                    <a:pt x="1673146" y="4592135"/>
                  </a:lnTo>
                  <a:lnTo>
                    <a:pt x="1673272" y="4592135"/>
                  </a:lnTo>
                  <a:lnTo>
                    <a:pt x="1673398" y="4592135"/>
                  </a:lnTo>
                  <a:lnTo>
                    <a:pt x="1673524" y="4592135"/>
                  </a:lnTo>
                  <a:lnTo>
                    <a:pt x="1673651" y="4592135"/>
                  </a:lnTo>
                  <a:lnTo>
                    <a:pt x="1673777" y="4592135"/>
                  </a:lnTo>
                  <a:lnTo>
                    <a:pt x="1673903" y="4592135"/>
                  </a:lnTo>
                  <a:lnTo>
                    <a:pt x="1674029" y="4592135"/>
                  </a:lnTo>
                  <a:lnTo>
                    <a:pt x="1674156" y="4592135"/>
                  </a:lnTo>
                  <a:lnTo>
                    <a:pt x="1674282" y="4592135"/>
                  </a:lnTo>
                  <a:lnTo>
                    <a:pt x="1674408" y="4592135"/>
                  </a:lnTo>
                  <a:lnTo>
                    <a:pt x="1674534" y="4592135"/>
                  </a:lnTo>
                  <a:lnTo>
                    <a:pt x="1674661" y="4592135"/>
                  </a:lnTo>
                  <a:lnTo>
                    <a:pt x="1674787" y="4592135"/>
                  </a:lnTo>
                  <a:lnTo>
                    <a:pt x="1674913" y="4592135"/>
                  </a:lnTo>
                  <a:lnTo>
                    <a:pt x="1675039" y="4592135"/>
                  </a:lnTo>
                  <a:lnTo>
                    <a:pt x="1675166" y="4592135"/>
                  </a:lnTo>
                  <a:lnTo>
                    <a:pt x="1675292" y="4592135"/>
                  </a:lnTo>
                  <a:lnTo>
                    <a:pt x="1675418" y="4592135"/>
                  </a:lnTo>
                  <a:lnTo>
                    <a:pt x="1675545" y="4592135"/>
                  </a:lnTo>
                  <a:lnTo>
                    <a:pt x="1675671" y="4592135"/>
                  </a:lnTo>
                  <a:lnTo>
                    <a:pt x="1675797" y="4592135"/>
                  </a:lnTo>
                  <a:lnTo>
                    <a:pt x="1675923" y="4592135"/>
                  </a:lnTo>
                  <a:lnTo>
                    <a:pt x="1676050" y="4592135"/>
                  </a:lnTo>
                  <a:lnTo>
                    <a:pt x="1676176" y="4592135"/>
                  </a:lnTo>
                  <a:lnTo>
                    <a:pt x="1676302" y="4592135"/>
                  </a:lnTo>
                  <a:lnTo>
                    <a:pt x="1676428" y="4592135"/>
                  </a:lnTo>
                  <a:lnTo>
                    <a:pt x="1676555" y="4592135"/>
                  </a:lnTo>
                  <a:lnTo>
                    <a:pt x="1676555" y="4587224"/>
                  </a:lnTo>
                  <a:lnTo>
                    <a:pt x="1676681" y="4587224"/>
                  </a:lnTo>
                  <a:lnTo>
                    <a:pt x="1676807" y="4587224"/>
                  </a:lnTo>
                  <a:lnTo>
                    <a:pt x="1676933" y="4587224"/>
                  </a:lnTo>
                  <a:lnTo>
                    <a:pt x="1677060" y="4587224"/>
                  </a:lnTo>
                  <a:lnTo>
                    <a:pt x="1677186" y="4587224"/>
                  </a:lnTo>
                  <a:lnTo>
                    <a:pt x="1677312" y="4587224"/>
                  </a:lnTo>
                  <a:lnTo>
                    <a:pt x="1677438" y="4587224"/>
                  </a:lnTo>
                  <a:lnTo>
                    <a:pt x="1677565" y="4587224"/>
                  </a:lnTo>
                  <a:lnTo>
                    <a:pt x="1677691" y="4587224"/>
                  </a:lnTo>
                  <a:lnTo>
                    <a:pt x="1677817" y="4587224"/>
                  </a:lnTo>
                  <a:lnTo>
                    <a:pt x="1677943" y="4587224"/>
                  </a:lnTo>
                  <a:lnTo>
                    <a:pt x="1678070" y="4587224"/>
                  </a:lnTo>
                  <a:lnTo>
                    <a:pt x="1678196" y="4587224"/>
                  </a:lnTo>
                  <a:lnTo>
                    <a:pt x="1678322" y="4587224"/>
                  </a:lnTo>
                  <a:lnTo>
                    <a:pt x="1678448" y="4587224"/>
                  </a:lnTo>
                  <a:lnTo>
                    <a:pt x="1678575" y="4587224"/>
                  </a:lnTo>
                  <a:lnTo>
                    <a:pt x="1678701" y="4587224"/>
                  </a:lnTo>
                  <a:lnTo>
                    <a:pt x="1678827" y="4587224"/>
                  </a:lnTo>
                  <a:lnTo>
                    <a:pt x="1678953" y="4587224"/>
                  </a:lnTo>
                  <a:lnTo>
                    <a:pt x="1679080" y="4587224"/>
                  </a:lnTo>
                  <a:lnTo>
                    <a:pt x="1679206" y="4587224"/>
                  </a:lnTo>
                  <a:lnTo>
                    <a:pt x="1679332" y="4587224"/>
                  </a:lnTo>
                  <a:lnTo>
                    <a:pt x="1679458" y="4587224"/>
                  </a:lnTo>
                  <a:lnTo>
                    <a:pt x="1679585" y="4587224"/>
                  </a:lnTo>
                  <a:lnTo>
                    <a:pt x="1679711" y="4587224"/>
                  </a:lnTo>
                  <a:lnTo>
                    <a:pt x="1679837" y="4587224"/>
                  </a:lnTo>
                  <a:lnTo>
                    <a:pt x="1679963" y="4587224"/>
                  </a:lnTo>
                  <a:lnTo>
                    <a:pt x="1680090" y="4587224"/>
                  </a:lnTo>
                  <a:lnTo>
                    <a:pt x="1680216" y="4587224"/>
                  </a:lnTo>
                  <a:lnTo>
                    <a:pt x="1680342" y="4587224"/>
                  </a:lnTo>
                  <a:lnTo>
                    <a:pt x="1680469" y="4587224"/>
                  </a:lnTo>
                  <a:lnTo>
                    <a:pt x="1680595" y="4587224"/>
                  </a:lnTo>
                  <a:lnTo>
                    <a:pt x="1680721" y="4587224"/>
                  </a:lnTo>
                  <a:lnTo>
                    <a:pt x="1680847" y="4587224"/>
                  </a:lnTo>
                  <a:lnTo>
                    <a:pt x="1680974" y="4587224"/>
                  </a:lnTo>
                  <a:lnTo>
                    <a:pt x="1681100" y="4587224"/>
                  </a:lnTo>
                  <a:lnTo>
                    <a:pt x="1681226" y="4587224"/>
                  </a:lnTo>
                  <a:lnTo>
                    <a:pt x="1681352" y="4587224"/>
                  </a:lnTo>
                  <a:lnTo>
                    <a:pt x="1681479" y="4587224"/>
                  </a:lnTo>
                  <a:lnTo>
                    <a:pt x="1681605" y="4587224"/>
                  </a:lnTo>
                  <a:lnTo>
                    <a:pt x="1681731" y="4587224"/>
                  </a:lnTo>
                  <a:lnTo>
                    <a:pt x="1681857" y="4587224"/>
                  </a:lnTo>
                  <a:lnTo>
                    <a:pt x="1681984" y="4587224"/>
                  </a:lnTo>
                  <a:lnTo>
                    <a:pt x="1682110" y="4587224"/>
                  </a:lnTo>
                  <a:lnTo>
                    <a:pt x="1682236" y="4587224"/>
                  </a:lnTo>
                  <a:lnTo>
                    <a:pt x="1682362" y="4587224"/>
                  </a:lnTo>
                  <a:lnTo>
                    <a:pt x="1682489" y="4587224"/>
                  </a:lnTo>
                  <a:lnTo>
                    <a:pt x="1682615" y="4587224"/>
                  </a:lnTo>
                  <a:lnTo>
                    <a:pt x="1682741" y="4587224"/>
                  </a:lnTo>
                  <a:lnTo>
                    <a:pt x="1682867" y="4587224"/>
                  </a:lnTo>
                  <a:lnTo>
                    <a:pt x="1682994" y="4587224"/>
                  </a:lnTo>
                  <a:lnTo>
                    <a:pt x="1683120" y="4587224"/>
                  </a:lnTo>
                  <a:lnTo>
                    <a:pt x="1683246" y="4587224"/>
                  </a:lnTo>
                  <a:lnTo>
                    <a:pt x="1683372" y="4587224"/>
                  </a:lnTo>
                  <a:lnTo>
                    <a:pt x="1683499" y="4587224"/>
                  </a:lnTo>
                  <a:lnTo>
                    <a:pt x="1683625" y="4587224"/>
                  </a:lnTo>
                  <a:lnTo>
                    <a:pt x="1683751" y="4587224"/>
                  </a:lnTo>
                  <a:lnTo>
                    <a:pt x="1683877" y="4587224"/>
                  </a:lnTo>
                  <a:lnTo>
                    <a:pt x="1684004" y="4587224"/>
                  </a:lnTo>
                  <a:lnTo>
                    <a:pt x="1684004" y="4582312"/>
                  </a:lnTo>
                  <a:lnTo>
                    <a:pt x="1684130" y="4582312"/>
                  </a:lnTo>
                  <a:lnTo>
                    <a:pt x="1684256" y="4582312"/>
                  </a:lnTo>
                  <a:lnTo>
                    <a:pt x="1684382" y="4582312"/>
                  </a:lnTo>
                  <a:lnTo>
                    <a:pt x="1684509" y="4582312"/>
                  </a:lnTo>
                  <a:lnTo>
                    <a:pt x="1684635" y="4582312"/>
                  </a:lnTo>
                  <a:lnTo>
                    <a:pt x="1684635" y="4577401"/>
                  </a:lnTo>
                  <a:lnTo>
                    <a:pt x="1684761" y="4577401"/>
                  </a:lnTo>
                  <a:lnTo>
                    <a:pt x="1684887" y="4577401"/>
                  </a:lnTo>
                  <a:lnTo>
                    <a:pt x="1685014" y="4577401"/>
                  </a:lnTo>
                  <a:lnTo>
                    <a:pt x="1685140" y="4577401"/>
                  </a:lnTo>
                  <a:lnTo>
                    <a:pt x="1685140" y="4572490"/>
                  </a:lnTo>
                  <a:lnTo>
                    <a:pt x="1685266" y="4572490"/>
                  </a:lnTo>
                  <a:lnTo>
                    <a:pt x="1685392" y="4572490"/>
                  </a:lnTo>
                  <a:lnTo>
                    <a:pt x="1685519" y="4572490"/>
                  </a:lnTo>
                  <a:lnTo>
                    <a:pt x="1685645" y="4572490"/>
                  </a:lnTo>
                  <a:lnTo>
                    <a:pt x="1685771" y="4572490"/>
                  </a:lnTo>
                  <a:lnTo>
                    <a:pt x="1685898" y="4572490"/>
                  </a:lnTo>
                  <a:lnTo>
                    <a:pt x="1686024" y="4572490"/>
                  </a:lnTo>
                  <a:lnTo>
                    <a:pt x="1686150" y="4572490"/>
                  </a:lnTo>
                  <a:lnTo>
                    <a:pt x="1686276" y="4572490"/>
                  </a:lnTo>
                  <a:lnTo>
                    <a:pt x="1686403" y="4572490"/>
                  </a:lnTo>
                  <a:lnTo>
                    <a:pt x="1686529" y="4572490"/>
                  </a:lnTo>
                  <a:lnTo>
                    <a:pt x="1686655" y="4572490"/>
                  </a:lnTo>
                  <a:lnTo>
                    <a:pt x="1686781" y="4572490"/>
                  </a:lnTo>
                  <a:lnTo>
                    <a:pt x="1686908" y="4572490"/>
                  </a:lnTo>
                  <a:lnTo>
                    <a:pt x="1687034" y="4572490"/>
                  </a:lnTo>
                  <a:lnTo>
                    <a:pt x="1687160" y="4572490"/>
                  </a:lnTo>
                  <a:lnTo>
                    <a:pt x="1687286" y="4572490"/>
                  </a:lnTo>
                  <a:lnTo>
                    <a:pt x="1687413" y="4572490"/>
                  </a:lnTo>
                  <a:lnTo>
                    <a:pt x="1687539" y="4572490"/>
                  </a:lnTo>
                  <a:lnTo>
                    <a:pt x="1687665" y="4572490"/>
                  </a:lnTo>
                  <a:lnTo>
                    <a:pt x="1687791" y="4572490"/>
                  </a:lnTo>
                  <a:lnTo>
                    <a:pt x="1687918" y="4572490"/>
                  </a:lnTo>
                  <a:lnTo>
                    <a:pt x="1688044" y="4572490"/>
                  </a:lnTo>
                  <a:lnTo>
                    <a:pt x="1688170" y="4572490"/>
                  </a:lnTo>
                  <a:lnTo>
                    <a:pt x="1688296" y="4572490"/>
                  </a:lnTo>
                  <a:lnTo>
                    <a:pt x="1688296" y="4567578"/>
                  </a:lnTo>
                  <a:lnTo>
                    <a:pt x="1688423" y="4567578"/>
                  </a:lnTo>
                  <a:lnTo>
                    <a:pt x="1688549" y="4567578"/>
                  </a:lnTo>
                  <a:lnTo>
                    <a:pt x="1688675" y="4567578"/>
                  </a:lnTo>
                  <a:lnTo>
                    <a:pt x="1688801" y="4567578"/>
                  </a:lnTo>
                  <a:lnTo>
                    <a:pt x="1688928" y="4567578"/>
                  </a:lnTo>
                  <a:lnTo>
                    <a:pt x="1689054" y="4567578"/>
                  </a:lnTo>
                  <a:lnTo>
                    <a:pt x="1689180" y="4567578"/>
                  </a:lnTo>
                  <a:lnTo>
                    <a:pt x="1689306" y="4567578"/>
                  </a:lnTo>
                  <a:lnTo>
                    <a:pt x="1689433" y="4567578"/>
                  </a:lnTo>
                  <a:lnTo>
                    <a:pt x="1689559" y="4567578"/>
                  </a:lnTo>
                  <a:lnTo>
                    <a:pt x="1689685" y="4567578"/>
                  </a:lnTo>
                  <a:lnTo>
                    <a:pt x="1689811" y="4567578"/>
                  </a:lnTo>
                  <a:lnTo>
                    <a:pt x="1689938" y="4567578"/>
                  </a:lnTo>
                  <a:lnTo>
                    <a:pt x="1690064" y="4567578"/>
                  </a:lnTo>
                  <a:lnTo>
                    <a:pt x="1690190" y="4567578"/>
                  </a:lnTo>
                  <a:lnTo>
                    <a:pt x="1690316" y="4567578"/>
                  </a:lnTo>
                  <a:lnTo>
                    <a:pt x="1690443" y="4567578"/>
                  </a:lnTo>
                  <a:lnTo>
                    <a:pt x="1690569" y="4567578"/>
                  </a:lnTo>
                  <a:lnTo>
                    <a:pt x="1690695" y="4567578"/>
                  </a:lnTo>
                  <a:lnTo>
                    <a:pt x="1690822" y="4567578"/>
                  </a:lnTo>
                  <a:lnTo>
                    <a:pt x="1690948" y="4567578"/>
                  </a:lnTo>
                  <a:lnTo>
                    <a:pt x="1691074" y="4567578"/>
                  </a:lnTo>
                  <a:lnTo>
                    <a:pt x="1691200" y="4567578"/>
                  </a:lnTo>
                  <a:lnTo>
                    <a:pt x="1691200" y="4562667"/>
                  </a:lnTo>
                  <a:lnTo>
                    <a:pt x="1691200" y="4557755"/>
                  </a:lnTo>
                  <a:lnTo>
                    <a:pt x="1691327" y="4557755"/>
                  </a:lnTo>
                  <a:lnTo>
                    <a:pt x="1691453" y="4557755"/>
                  </a:lnTo>
                  <a:lnTo>
                    <a:pt x="1691579" y="4557755"/>
                  </a:lnTo>
                  <a:lnTo>
                    <a:pt x="1691705" y="4557755"/>
                  </a:lnTo>
                  <a:lnTo>
                    <a:pt x="1691705" y="4552844"/>
                  </a:lnTo>
                  <a:lnTo>
                    <a:pt x="1691832" y="4552844"/>
                  </a:lnTo>
                  <a:lnTo>
                    <a:pt x="1691958" y="4552844"/>
                  </a:lnTo>
                  <a:lnTo>
                    <a:pt x="1692084" y="4552844"/>
                  </a:lnTo>
                  <a:lnTo>
                    <a:pt x="1692210" y="4552844"/>
                  </a:lnTo>
                  <a:lnTo>
                    <a:pt x="1692337" y="4552844"/>
                  </a:lnTo>
                  <a:lnTo>
                    <a:pt x="1692463" y="4552844"/>
                  </a:lnTo>
                  <a:lnTo>
                    <a:pt x="1692589" y="4552844"/>
                  </a:lnTo>
                  <a:lnTo>
                    <a:pt x="1692715" y="4552844"/>
                  </a:lnTo>
                  <a:lnTo>
                    <a:pt x="1692842" y="4552844"/>
                  </a:lnTo>
                  <a:lnTo>
                    <a:pt x="1692968" y="4552844"/>
                  </a:lnTo>
                  <a:lnTo>
                    <a:pt x="1693094" y="4552844"/>
                  </a:lnTo>
                  <a:lnTo>
                    <a:pt x="1693220" y="4552844"/>
                  </a:lnTo>
                  <a:lnTo>
                    <a:pt x="1693347" y="4552844"/>
                  </a:lnTo>
                  <a:lnTo>
                    <a:pt x="1693473" y="4552844"/>
                  </a:lnTo>
                  <a:lnTo>
                    <a:pt x="1693599" y="4552844"/>
                  </a:lnTo>
                  <a:lnTo>
                    <a:pt x="1693725" y="4552844"/>
                  </a:lnTo>
                  <a:lnTo>
                    <a:pt x="1693852" y="4552844"/>
                  </a:lnTo>
                  <a:lnTo>
                    <a:pt x="1693978" y="4552844"/>
                  </a:lnTo>
                  <a:lnTo>
                    <a:pt x="1694104" y="4552844"/>
                  </a:lnTo>
                  <a:lnTo>
                    <a:pt x="1694230" y="4552844"/>
                  </a:lnTo>
                  <a:lnTo>
                    <a:pt x="1694357" y="4552844"/>
                  </a:lnTo>
                  <a:lnTo>
                    <a:pt x="1694483" y="4552844"/>
                  </a:lnTo>
                  <a:lnTo>
                    <a:pt x="1694609" y="4552844"/>
                  </a:lnTo>
                  <a:lnTo>
                    <a:pt x="1694735" y="4552844"/>
                  </a:lnTo>
                  <a:lnTo>
                    <a:pt x="1694862" y="4552844"/>
                  </a:lnTo>
                  <a:lnTo>
                    <a:pt x="1694988" y="4552844"/>
                  </a:lnTo>
                  <a:lnTo>
                    <a:pt x="1695114" y="4552844"/>
                  </a:lnTo>
                  <a:lnTo>
                    <a:pt x="1695240" y="4552844"/>
                  </a:lnTo>
                  <a:lnTo>
                    <a:pt x="1695367" y="4552844"/>
                  </a:lnTo>
                  <a:lnTo>
                    <a:pt x="1695493" y="4552844"/>
                  </a:lnTo>
                  <a:lnTo>
                    <a:pt x="1695619" y="4552844"/>
                  </a:lnTo>
                  <a:lnTo>
                    <a:pt x="1695745" y="4552844"/>
                  </a:lnTo>
                  <a:lnTo>
                    <a:pt x="1695872" y="4552844"/>
                  </a:lnTo>
                  <a:lnTo>
                    <a:pt x="1695998" y="4552844"/>
                  </a:lnTo>
                  <a:lnTo>
                    <a:pt x="1696124" y="4552844"/>
                  </a:lnTo>
                  <a:lnTo>
                    <a:pt x="1696251" y="4552844"/>
                  </a:lnTo>
                  <a:lnTo>
                    <a:pt x="1696377" y="4552844"/>
                  </a:lnTo>
                  <a:lnTo>
                    <a:pt x="1696503" y="4552844"/>
                  </a:lnTo>
                  <a:lnTo>
                    <a:pt x="1696629" y="4552844"/>
                  </a:lnTo>
                  <a:lnTo>
                    <a:pt x="1696756" y="4552844"/>
                  </a:lnTo>
                  <a:lnTo>
                    <a:pt x="1696882" y="4552844"/>
                  </a:lnTo>
                  <a:lnTo>
                    <a:pt x="1697008" y="4552844"/>
                  </a:lnTo>
                  <a:lnTo>
                    <a:pt x="1697134" y="4552844"/>
                  </a:lnTo>
                  <a:lnTo>
                    <a:pt x="1697261" y="4552844"/>
                  </a:lnTo>
                  <a:lnTo>
                    <a:pt x="1697261" y="4547933"/>
                  </a:lnTo>
                  <a:lnTo>
                    <a:pt x="1697387" y="4547933"/>
                  </a:lnTo>
                  <a:lnTo>
                    <a:pt x="1697513" y="4547933"/>
                  </a:lnTo>
                  <a:lnTo>
                    <a:pt x="1697639" y="4547933"/>
                  </a:lnTo>
                  <a:lnTo>
                    <a:pt x="1697766" y="4547933"/>
                  </a:lnTo>
                  <a:lnTo>
                    <a:pt x="1697892" y="4547933"/>
                  </a:lnTo>
                  <a:lnTo>
                    <a:pt x="1698018" y="4547933"/>
                  </a:lnTo>
                  <a:lnTo>
                    <a:pt x="1698144" y="4547933"/>
                  </a:lnTo>
                  <a:lnTo>
                    <a:pt x="1698271" y="4547933"/>
                  </a:lnTo>
                  <a:lnTo>
                    <a:pt x="1698397" y="4547933"/>
                  </a:lnTo>
                  <a:lnTo>
                    <a:pt x="1698523" y="4547933"/>
                  </a:lnTo>
                  <a:lnTo>
                    <a:pt x="1698649" y="4547933"/>
                  </a:lnTo>
                  <a:lnTo>
                    <a:pt x="1698776" y="4547933"/>
                  </a:lnTo>
                  <a:lnTo>
                    <a:pt x="1698902" y="4547933"/>
                  </a:lnTo>
                  <a:lnTo>
                    <a:pt x="1699028" y="4547933"/>
                  </a:lnTo>
                  <a:lnTo>
                    <a:pt x="1699154" y="4547933"/>
                  </a:lnTo>
                  <a:lnTo>
                    <a:pt x="1699281" y="4547933"/>
                  </a:lnTo>
                  <a:lnTo>
                    <a:pt x="1699407" y="4547933"/>
                  </a:lnTo>
                  <a:lnTo>
                    <a:pt x="1699533" y="4547933"/>
                  </a:lnTo>
                  <a:lnTo>
                    <a:pt x="1699659" y="4547933"/>
                  </a:lnTo>
                  <a:lnTo>
                    <a:pt x="1699786" y="4547933"/>
                  </a:lnTo>
                  <a:lnTo>
                    <a:pt x="1699912" y="4547933"/>
                  </a:lnTo>
                  <a:lnTo>
                    <a:pt x="1700038" y="4547933"/>
                  </a:lnTo>
                  <a:lnTo>
                    <a:pt x="1700164" y="4547933"/>
                  </a:lnTo>
                  <a:lnTo>
                    <a:pt x="1700291" y="4547933"/>
                  </a:lnTo>
                  <a:lnTo>
                    <a:pt x="1700417" y="4547933"/>
                  </a:lnTo>
                  <a:lnTo>
                    <a:pt x="1700543" y="4547933"/>
                  </a:lnTo>
                  <a:lnTo>
                    <a:pt x="1700669" y="4547933"/>
                  </a:lnTo>
                  <a:lnTo>
                    <a:pt x="1700796" y="4547933"/>
                  </a:lnTo>
                  <a:lnTo>
                    <a:pt x="1700922" y="4547933"/>
                  </a:lnTo>
                  <a:lnTo>
                    <a:pt x="1701048" y="4547933"/>
                  </a:lnTo>
                  <a:lnTo>
                    <a:pt x="1701175" y="4547933"/>
                  </a:lnTo>
                  <a:lnTo>
                    <a:pt x="1701301" y="4547933"/>
                  </a:lnTo>
                  <a:lnTo>
                    <a:pt x="1701427" y="4547933"/>
                  </a:lnTo>
                  <a:lnTo>
                    <a:pt x="1701553" y="4547933"/>
                  </a:lnTo>
                  <a:lnTo>
                    <a:pt x="1701680" y="4547933"/>
                  </a:lnTo>
                  <a:lnTo>
                    <a:pt x="1701806" y="4547933"/>
                  </a:lnTo>
                  <a:lnTo>
                    <a:pt x="1701932" y="4547933"/>
                  </a:lnTo>
                  <a:lnTo>
                    <a:pt x="1702058" y="4547933"/>
                  </a:lnTo>
                  <a:lnTo>
                    <a:pt x="1702185" y="4547933"/>
                  </a:lnTo>
                  <a:lnTo>
                    <a:pt x="1702311" y="4547933"/>
                  </a:lnTo>
                  <a:lnTo>
                    <a:pt x="1702437" y="4547933"/>
                  </a:lnTo>
                  <a:lnTo>
                    <a:pt x="1702563" y="4547933"/>
                  </a:lnTo>
                  <a:lnTo>
                    <a:pt x="1702690" y="4547933"/>
                  </a:lnTo>
                  <a:lnTo>
                    <a:pt x="1702816" y="4547933"/>
                  </a:lnTo>
                  <a:lnTo>
                    <a:pt x="1702942" y="4547933"/>
                  </a:lnTo>
                  <a:lnTo>
                    <a:pt x="1703068" y="4547933"/>
                  </a:lnTo>
                  <a:lnTo>
                    <a:pt x="1703195" y="4547933"/>
                  </a:lnTo>
                  <a:lnTo>
                    <a:pt x="1703321" y="4547933"/>
                  </a:lnTo>
                  <a:lnTo>
                    <a:pt x="1703447" y="4547933"/>
                  </a:lnTo>
                  <a:lnTo>
                    <a:pt x="1703573" y="4547933"/>
                  </a:lnTo>
                  <a:lnTo>
                    <a:pt x="1703700" y="4547933"/>
                  </a:lnTo>
                  <a:lnTo>
                    <a:pt x="1703826" y="4547933"/>
                  </a:lnTo>
                  <a:lnTo>
                    <a:pt x="1703952" y="4547933"/>
                  </a:lnTo>
                  <a:lnTo>
                    <a:pt x="1704078" y="4547933"/>
                  </a:lnTo>
                  <a:lnTo>
                    <a:pt x="1704205" y="4547933"/>
                  </a:lnTo>
                  <a:lnTo>
                    <a:pt x="1704331" y="4547933"/>
                  </a:lnTo>
                  <a:lnTo>
                    <a:pt x="1704457" y="4547933"/>
                  </a:lnTo>
                  <a:lnTo>
                    <a:pt x="1704583" y="4547933"/>
                  </a:lnTo>
                  <a:lnTo>
                    <a:pt x="1704710" y="4547933"/>
                  </a:lnTo>
                  <a:lnTo>
                    <a:pt x="1704836" y="4547933"/>
                  </a:lnTo>
                  <a:lnTo>
                    <a:pt x="1704962" y="4547933"/>
                  </a:lnTo>
                  <a:lnTo>
                    <a:pt x="1705088" y="4547933"/>
                  </a:lnTo>
                  <a:lnTo>
                    <a:pt x="1705215" y="4547933"/>
                  </a:lnTo>
                  <a:lnTo>
                    <a:pt x="1705341" y="4547933"/>
                  </a:lnTo>
                  <a:lnTo>
                    <a:pt x="1705467" y="4547933"/>
                  </a:lnTo>
                  <a:lnTo>
                    <a:pt x="1705593" y="4547933"/>
                  </a:lnTo>
                  <a:lnTo>
                    <a:pt x="1705720" y="4547933"/>
                  </a:lnTo>
                  <a:lnTo>
                    <a:pt x="1705846" y="4547933"/>
                  </a:lnTo>
                  <a:lnTo>
                    <a:pt x="1705972" y="4547933"/>
                  </a:lnTo>
                  <a:lnTo>
                    <a:pt x="1706098" y="4547933"/>
                  </a:lnTo>
                  <a:lnTo>
                    <a:pt x="1706225" y="4547933"/>
                  </a:lnTo>
                  <a:lnTo>
                    <a:pt x="1706351" y="4547933"/>
                  </a:lnTo>
                  <a:lnTo>
                    <a:pt x="1706477" y="4547933"/>
                  </a:lnTo>
                  <a:lnTo>
                    <a:pt x="1706604" y="4547933"/>
                  </a:lnTo>
                  <a:lnTo>
                    <a:pt x="1706730" y="4547933"/>
                  </a:lnTo>
                  <a:lnTo>
                    <a:pt x="1706856" y="4547933"/>
                  </a:lnTo>
                  <a:lnTo>
                    <a:pt x="1706982" y="4547933"/>
                  </a:lnTo>
                  <a:lnTo>
                    <a:pt x="1707109" y="4547933"/>
                  </a:lnTo>
                  <a:lnTo>
                    <a:pt x="1707235" y="4547933"/>
                  </a:lnTo>
                  <a:lnTo>
                    <a:pt x="1707361" y="4547933"/>
                  </a:lnTo>
                  <a:lnTo>
                    <a:pt x="1707487" y="4547933"/>
                  </a:lnTo>
                  <a:lnTo>
                    <a:pt x="1707614" y="4547933"/>
                  </a:lnTo>
                  <a:lnTo>
                    <a:pt x="1707740" y="4547933"/>
                  </a:lnTo>
                  <a:lnTo>
                    <a:pt x="1707866" y="4547933"/>
                  </a:lnTo>
                  <a:lnTo>
                    <a:pt x="1707992" y="4547933"/>
                  </a:lnTo>
                  <a:lnTo>
                    <a:pt x="1708119" y="4547933"/>
                  </a:lnTo>
                  <a:lnTo>
                    <a:pt x="1708245" y="4547933"/>
                  </a:lnTo>
                  <a:lnTo>
                    <a:pt x="1708371" y="4547933"/>
                  </a:lnTo>
                  <a:lnTo>
                    <a:pt x="1708497" y="4547933"/>
                  </a:lnTo>
                  <a:lnTo>
                    <a:pt x="1708624" y="4547933"/>
                  </a:lnTo>
                  <a:lnTo>
                    <a:pt x="1708750" y="4547933"/>
                  </a:lnTo>
                  <a:lnTo>
                    <a:pt x="1708750" y="4543021"/>
                  </a:lnTo>
                  <a:lnTo>
                    <a:pt x="1708876" y="4543021"/>
                  </a:lnTo>
                  <a:lnTo>
                    <a:pt x="1709002" y="4543021"/>
                  </a:lnTo>
                  <a:lnTo>
                    <a:pt x="1709129" y="4543021"/>
                  </a:lnTo>
                  <a:lnTo>
                    <a:pt x="1709255" y="4543021"/>
                  </a:lnTo>
                  <a:lnTo>
                    <a:pt x="1709381" y="4543021"/>
                  </a:lnTo>
                  <a:lnTo>
                    <a:pt x="1709507" y="4543021"/>
                  </a:lnTo>
                  <a:lnTo>
                    <a:pt x="1709634" y="4543021"/>
                  </a:lnTo>
                  <a:lnTo>
                    <a:pt x="1709760" y="4543021"/>
                  </a:lnTo>
                  <a:lnTo>
                    <a:pt x="1709886" y="4543021"/>
                  </a:lnTo>
                  <a:lnTo>
                    <a:pt x="1710012" y="4543021"/>
                  </a:lnTo>
                  <a:lnTo>
                    <a:pt x="1710139" y="4543021"/>
                  </a:lnTo>
                  <a:lnTo>
                    <a:pt x="1710265" y="4543021"/>
                  </a:lnTo>
                  <a:lnTo>
                    <a:pt x="1710391" y="4543021"/>
                  </a:lnTo>
                  <a:lnTo>
                    <a:pt x="1710517" y="4543021"/>
                  </a:lnTo>
                  <a:lnTo>
                    <a:pt x="1710644" y="4543021"/>
                  </a:lnTo>
                  <a:lnTo>
                    <a:pt x="1710770" y="4543021"/>
                  </a:lnTo>
                  <a:lnTo>
                    <a:pt x="1710770" y="4538110"/>
                  </a:lnTo>
                  <a:lnTo>
                    <a:pt x="1710896" y="4538110"/>
                  </a:lnTo>
                  <a:lnTo>
                    <a:pt x="1711022" y="4538110"/>
                  </a:lnTo>
                  <a:lnTo>
                    <a:pt x="1711149" y="4538110"/>
                  </a:lnTo>
                  <a:lnTo>
                    <a:pt x="1711275" y="4538110"/>
                  </a:lnTo>
                  <a:lnTo>
                    <a:pt x="1711401" y="4538110"/>
                  </a:lnTo>
                  <a:lnTo>
                    <a:pt x="1711528" y="4538110"/>
                  </a:lnTo>
                  <a:lnTo>
                    <a:pt x="1711654" y="4538110"/>
                  </a:lnTo>
                  <a:lnTo>
                    <a:pt x="1711780" y="4538110"/>
                  </a:lnTo>
                  <a:lnTo>
                    <a:pt x="1711906" y="4538110"/>
                  </a:lnTo>
                  <a:lnTo>
                    <a:pt x="1712033" y="4538110"/>
                  </a:lnTo>
                  <a:lnTo>
                    <a:pt x="1712159" y="4538110"/>
                  </a:lnTo>
                  <a:lnTo>
                    <a:pt x="1712285" y="4538110"/>
                  </a:lnTo>
                  <a:lnTo>
                    <a:pt x="1712411" y="4538110"/>
                  </a:lnTo>
                  <a:lnTo>
                    <a:pt x="1712538" y="4538110"/>
                  </a:lnTo>
                  <a:lnTo>
                    <a:pt x="1712664" y="4538110"/>
                  </a:lnTo>
                  <a:lnTo>
                    <a:pt x="1712790" y="4538110"/>
                  </a:lnTo>
                  <a:lnTo>
                    <a:pt x="1712916" y="4538110"/>
                  </a:lnTo>
                  <a:lnTo>
                    <a:pt x="1713043" y="4538110"/>
                  </a:lnTo>
                  <a:lnTo>
                    <a:pt x="1713169" y="4538110"/>
                  </a:lnTo>
                  <a:lnTo>
                    <a:pt x="1713295" y="4538110"/>
                  </a:lnTo>
                  <a:lnTo>
                    <a:pt x="1713421" y="4538110"/>
                  </a:lnTo>
                  <a:lnTo>
                    <a:pt x="1713548" y="4538110"/>
                  </a:lnTo>
                  <a:lnTo>
                    <a:pt x="1713674" y="4538110"/>
                  </a:lnTo>
                  <a:lnTo>
                    <a:pt x="1713800" y="4538110"/>
                  </a:lnTo>
                  <a:lnTo>
                    <a:pt x="1713926" y="4538110"/>
                  </a:lnTo>
                  <a:lnTo>
                    <a:pt x="1714053" y="4538110"/>
                  </a:lnTo>
                  <a:lnTo>
                    <a:pt x="1714179" y="4538110"/>
                  </a:lnTo>
                  <a:lnTo>
                    <a:pt x="1714305" y="4538110"/>
                  </a:lnTo>
                  <a:lnTo>
                    <a:pt x="1714431" y="4538110"/>
                  </a:lnTo>
                  <a:lnTo>
                    <a:pt x="1714558" y="4538110"/>
                  </a:lnTo>
                  <a:lnTo>
                    <a:pt x="1714558" y="4533199"/>
                  </a:lnTo>
                  <a:lnTo>
                    <a:pt x="1714684" y="4533199"/>
                  </a:lnTo>
                  <a:lnTo>
                    <a:pt x="1714810" y="4533199"/>
                  </a:lnTo>
                  <a:lnTo>
                    <a:pt x="1714936" y="4533199"/>
                  </a:lnTo>
                  <a:lnTo>
                    <a:pt x="1715063" y="4533199"/>
                  </a:lnTo>
                  <a:lnTo>
                    <a:pt x="1715189" y="4533199"/>
                  </a:lnTo>
                  <a:lnTo>
                    <a:pt x="1715315" y="4533199"/>
                  </a:lnTo>
                  <a:lnTo>
                    <a:pt x="1715441" y="4533199"/>
                  </a:lnTo>
                  <a:lnTo>
                    <a:pt x="1715568" y="4533199"/>
                  </a:lnTo>
                  <a:lnTo>
                    <a:pt x="1715694" y="4533199"/>
                  </a:lnTo>
                  <a:lnTo>
                    <a:pt x="1715820" y="4533199"/>
                  </a:lnTo>
                  <a:lnTo>
                    <a:pt x="1715946" y="4533199"/>
                  </a:lnTo>
                  <a:lnTo>
                    <a:pt x="1716073" y="4533199"/>
                  </a:lnTo>
                  <a:lnTo>
                    <a:pt x="1716199" y="4533199"/>
                  </a:lnTo>
                  <a:lnTo>
                    <a:pt x="1716325" y="4533199"/>
                  </a:lnTo>
                  <a:lnTo>
                    <a:pt x="1716451" y="4533199"/>
                  </a:lnTo>
                  <a:lnTo>
                    <a:pt x="1716451" y="4528287"/>
                  </a:lnTo>
                  <a:lnTo>
                    <a:pt x="1716578" y="4528287"/>
                  </a:lnTo>
                  <a:lnTo>
                    <a:pt x="1716704" y="4528287"/>
                  </a:lnTo>
                  <a:lnTo>
                    <a:pt x="1716830" y="4528287"/>
                  </a:lnTo>
                  <a:lnTo>
                    <a:pt x="1716957" y="4528287"/>
                  </a:lnTo>
                  <a:lnTo>
                    <a:pt x="1717083" y="4528287"/>
                  </a:lnTo>
                  <a:lnTo>
                    <a:pt x="1717209" y="4528287"/>
                  </a:lnTo>
                  <a:lnTo>
                    <a:pt x="1717335" y="4528287"/>
                  </a:lnTo>
                  <a:lnTo>
                    <a:pt x="1717462" y="4528287"/>
                  </a:lnTo>
                  <a:lnTo>
                    <a:pt x="1717588" y="4528287"/>
                  </a:lnTo>
                  <a:lnTo>
                    <a:pt x="1717714" y="4528287"/>
                  </a:lnTo>
                  <a:lnTo>
                    <a:pt x="1717840" y="4528287"/>
                  </a:lnTo>
                  <a:lnTo>
                    <a:pt x="1717967" y="4528287"/>
                  </a:lnTo>
                  <a:lnTo>
                    <a:pt x="1718093" y="4528287"/>
                  </a:lnTo>
                  <a:lnTo>
                    <a:pt x="1718219" y="4528287"/>
                  </a:lnTo>
                  <a:lnTo>
                    <a:pt x="1718345" y="4528287"/>
                  </a:lnTo>
                  <a:lnTo>
                    <a:pt x="1718472" y="4528287"/>
                  </a:lnTo>
                  <a:lnTo>
                    <a:pt x="1718598" y="4528287"/>
                  </a:lnTo>
                  <a:lnTo>
                    <a:pt x="1718724" y="4528287"/>
                  </a:lnTo>
                  <a:lnTo>
                    <a:pt x="1718850" y="4528287"/>
                  </a:lnTo>
                  <a:lnTo>
                    <a:pt x="1718977" y="4528287"/>
                  </a:lnTo>
                  <a:lnTo>
                    <a:pt x="1719103" y="4528287"/>
                  </a:lnTo>
                  <a:lnTo>
                    <a:pt x="1719229" y="4528287"/>
                  </a:lnTo>
                  <a:lnTo>
                    <a:pt x="1719355" y="4528287"/>
                  </a:lnTo>
                  <a:lnTo>
                    <a:pt x="1719482" y="4528287"/>
                  </a:lnTo>
                  <a:lnTo>
                    <a:pt x="1719608" y="4528287"/>
                  </a:lnTo>
                  <a:lnTo>
                    <a:pt x="1719734" y="4528287"/>
                  </a:lnTo>
                  <a:lnTo>
                    <a:pt x="1719860" y="4528287"/>
                  </a:lnTo>
                  <a:lnTo>
                    <a:pt x="1719987" y="4528287"/>
                  </a:lnTo>
                  <a:lnTo>
                    <a:pt x="1720113" y="4528287"/>
                  </a:lnTo>
                  <a:lnTo>
                    <a:pt x="1720239" y="4528287"/>
                  </a:lnTo>
                  <a:lnTo>
                    <a:pt x="1720365" y="4528287"/>
                  </a:lnTo>
                  <a:lnTo>
                    <a:pt x="1720492" y="4528287"/>
                  </a:lnTo>
                  <a:lnTo>
                    <a:pt x="1720618" y="4528287"/>
                  </a:lnTo>
                  <a:lnTo>
                    <a:pt x="1720744" y="4528287"/>
                  </a:lnTo>
                  <a:lnTo>
                    <a:pt x="1720870" y="4528287"/>
                  </a:lnTo>
                  <a:lnTo>
                    <a:pt x="1720997" y="4528287"/>
                  </a:lnTo>
                  <a:lnTo>
                    <a:pt x="1721123" y="4528287"/>
                  </a:lnTo>
                  <a:lnTo>
                    <a:pt x="1721249" y="4528287"/>
                  </a:lnTo>
                  <a:lnTo>
                    <a:pt x="1721375" y="4528287"/>
                  </a:lnTo>
                  <a:lnTo>
                    <a:pt x="1721502" y="4528287"/>
                  </a:lnTo>
                  <a:lnTo>
                    <a:pt x="1721628" y="4528287"/>
                  </a:lnTo>
                  <a:lnTo>
                    <a:pt x="1721754" y="4528287"/>
                  </a:lnTo>
                  <a:lnTo>
                    <a:pt x="1721881" y="4528287"/>
                  </a:lnTo>
                  <a:lnTo>
                    <a:pt x="1722007" y="4528287"/>
                  </a:lnTo>
                  <a:lnTo>
                    <a:pt x="1722133" y="4528287"/>
                  </a:lnTo>
                  <a:lnTo>
                    <a:pt x="1722259" y="4528287"/>
                  </a:lnTo>
                  <a:lnTo>
                    <a:pt x="1722386" y="4528287"/>
                  </a:lnTo>
                  <a:lnTo>
                    <a:pt x="1722512" y="4528287"/>
                  </a:lnTo>
                  <a:lnTo>
                    <a:pt x="1722638" y="4528287"/>
                  </a:lnTo>
                  <a:lnTo>
                    <a:pt x="1722764" y="4528287"/>
                  </a:lnTo>
                  <a:lnTo>
                    <a:pt x="1722764" y="4523376"/>
                  </a:lnTo>
                  <a:lnTo>
                    <a:pt x="1722891" y="4523376"/>
                  </a:lnTo>
                  <a:lnTo>
                    <a:pt x="1723017" y="4523376"/>
                  </a:lnTo>
                  <a:lnTo>
                    <a:pt x="1723143" y="4523376"/>
                  </a:lnTo>
                  <a:lnTo>
                    <a:pt x="1723269" y="4523376"/>
                  </a:lnTo>
                  <a:lnTo>
                    <a:pt x="1723396" y="4523376"/>
                  </a:lnTo>
                  <a:lnTo>
                    <a:pt x="1723522" y="4523376"/>
                  </a:lnTo>
                  <a:lnTo>
                    <a:pt x="1723648" y="4523376"/>
                  </a:lnTo>
                  <a:lnTo>
                    <a:pt x="1723774" y="4523376"/>
                  </a:lnTo>
                  <a:lnTo>
                    <a:pt x="1723901" y="4523376"/>
                  </a:lnTo>
                  <a:lnTo>
                    <a:pt x="1724027" y="4523376"/>
                  </a:lnTo>
                  <a:lnTo>
                    <a:pt x="1724153" y="4523376"/>
                  </a:lnTo>
                  <a:lnTo>
                    <a:pt x="1724279" y="4523376"/>
                  </a:lnTo>
                  <a:lnTo>
                    <a:pt x="1724406" y="4523376"/>
                  </a:lnTo>
                  <a:lnTo>
                    <a:pt x="1724532" y="4523376"/>
                  </a:lnTo>
                  <a:lnTo>
                    <a:pt x="1724658" y="4523376"/>
                  </a:lnTo>
                  <a:lnTo>
                    <a:pt x="1724784" y="4523376"/>
                  </a:lnTo>
                  <a:lnTo>
                    <a:pt x="1724911" y="4523376"/>
                  </a:lnTo>
                  <a:lnTo>
                    <a:pt x="1724911" y="4518464"/>
                  </a:lnTo>
                  <a:lnTo>
                    <a:pt x="1725037" y="4518464"/>
                  </a:lnTo>
                  <a:lnTo>
                    <a:pt x="1725163" y="4518464"/>
                  </a:lnTo>
                  <a:lnTo>
                    <a:pt x="1725289" y="4518464"/>
                  </a:lnTo>
                  <a:lnTo>
                    <a:pt x="1725416" y="4518464"/>
                  </a:lnTo>
                  <a:lnTo>
                    <a:pt x="1725542" y="4518464"/>
                  </a:lnTo>
                  <a:lnTo>
                    <a:pt x="1725668" y="4518464"/>
                  </a:lnTo>
                  <a:lnTo>
                    <a:pt x="1725794" y="4518464"/>
                  </a:lnTo>
                  <a:lnTo>
                    <a:pt x="1725921" y="4518464"/>
                  </a:lnTo>
                  <a:lnTo>
                    <a:pt x="1726047" y="4518464"/>
                  </a:lnTo>
                  <a:lnTo>
                    <a:pt x="1726173" y="4518464"/>
                  </a:lnTo>
                  <a:lnTo>
                    <a:pt x="1726299" y="4518464"/>
                  </a:lnTo>
                  <a:lnTo>
                    <a:pt x="1726426" y="4518464"/>
                  </a:lnTo>
                  <a:lnTo>
                    <a:pt x="1726552" y="4518464"/>
                  </a:lnTo>
                  <a:lnTo>
                    <a:pt x="1726678" y="4518464"/>
                  </a:lnTo>
                  <a:lnTo>
                    <a:pt x="1726805" y="4518464"/>
                  </a:lnTo>
                  <a:lnTo>
                    <a:pt x="1726931" y="4518464"/>
                  </a:lnTo>
                  <a:lnTo>
                    <a:pt x="1727057" y="4518464"/>
                  </a:lnTo>
                  <a:lnTo>
                    <a:pt x="1727183" y="4518464"/>
                  </a:lnTo>
                  <a:lnTo>
                    <a:pt x="1727310" y="4518464"/>
                  </a:lnTo>
                  <a:lnTo>
                    <a:pt x="1727436" y="4518464"/>
                  </a:lnTo>
                  <a:lnTo>
                    <a:pt x="1727562" y="4518464"/>
                  </a:lnTo>
                  <a:lnTo>
                    <a:pt x="1727688" y="4518464"/>
                  </a:lnTo>
                  <a:lnTo>
                    <a:pt x="1727815" y="4518464"/>
                  </a:lnTo>
                  <a:lnTo>
                    <a:pt x="1727941" y="4518464"/>
                  </a:lnTo>
                  <a:lnTo>
                    <a:pt x="1728067" y="4518464"/>
                  </a:lnTo>
                  <a:lnTo>
                    <a:pt x="1728067" y="4513553"/>
                  </a:lnTo>
                  <a:lnTo>
                    <a:pt x="1728193" y="4513553"/>
                  </a:lnTo>
                  <a:lnTo>
                    <a:pt x="1728320" y="4513553"/>
                  </a:lnTo>
                  <a:lnTo>
                    <a:pt x="1728446" y="4513553"/>
                  </a:lnTo>
                  <a:lnTo>
                    <a:pt x="1728446" y="4508642"/>
                  </a:lnTo>
                  <a:lnTo>
                    <a:pt x="1728572" y="4508642"/>
                  </a:lnTo>
                  <a:lnTo>
                    <a:pt x="1728698" y="4508642"/>
                  </a:lnTo>
                  <a:lnTo>
                    <a:pt x="1728825" y="4508642"/>
                  </a:lnTo>
                  <a:lnTo>
                    <a:pt x="1728951" y="4508642"/>
                  </a:lnTo>
                  <a:lnTo>
                    <a:pt x="1729077" y="4508642"/>
                  </a:lnTo>
                  <a:lnTo>
                    <a:pt x="1729203" y="4508642"/>
                  </a:lnTo>
                  <a:lnTo>
                    <a:pt x="1729330" y="4508642"/>
                  </a:lnTo>
                  <a:lnTo>
                    <a:pt x="1729456" y="4508642"/>
                  </a:lnTo>
                  <a:lnTo>
                    <a:pt x="1729582" y="4508642"/>
                  </a:lnTo>
                  <a:lnTo>
                    <a:pt x="1729708" y="4508642"/>
                  </a:lnTo>
                  <a:lnTo>
                    <a:pt x="1729835" y="4508642"/>
                  </a:lnTo>
                  <a:lnTo>
                    <a:pt x="1729961" y="4508642"/>
                  </a:lnTo>
                  <a:lnTo>
                    <a:pt x="1730087" y="4508642"/>
                  </a:lnTo>
                  <a:lnTo>
                    <a:pt x="1730213" y="4508642"/>
                  </a:lnTo>
                  <a:lnTo>
                    <a:pt x="1730340" y="4508642"/>
                  </a:lnTo>
                  <a:lnTo>
                    <a:pt x="1730466" y="4508642"/>
                  </a:lnTo>
                  <a:lnTo>
                    <a:pt x="1730592" y="4508642"/>
                  </a:lnTo>
                  <a:lnTo>
                    <a:pt x="1730718" y="4508642"/>
                  </a:lnTo>
                  <a:lnTo>
                    <a:pt x="1730845" y="4508642"/>
                  </a:lnTo>
                  <a:lnTo>
                    <a:pt x="1730971" y="4508642"/>
                  </a:lnTo>
                  <a:lnTo>
                    <a:pt x="1731097" y="4508642"/>
                  </a:lnTo>
                  <a:lnTo>
                    <a:pt x="1731223" y="4508642"/>
                  </a:lnTo>
                  <a:lnTo>
                    <a:pt x="1731350" y="4508642"/>
                  </a:lnTo>
                  <a:lnTo>
                    <a:pt x="1731476" y="4508642"/>
                  </a:lnTo>
                  <a:lnTo>
                    <a:pt x="1731602" y="4508642"/>
                  </a:lnTo>
                  <a:lnTo>
                    <a:pt x="1731728" y="4508642"/>
                  </a:lnTo>
                  <a:lnTo>
                    <a:pt x="1731855" y="4508642"/>
                  </a:lnTo>
                  <a:lnTo>
                    <a:pt x="1731981" y="4508642"/>
                  </a:lnTo>
                  <a:lnTo>
                    <a:pt x="1732107" y="4508642"/>
                  </a:lnTo>
                  <a:lnTo>
                    <a:pt x="1732234" y="4508642"/>
                  </a:lnTo>
                  <a:lnTo>
                    <a:pt x="1732360" y="4508642"/>
                  </a:lnTo>
                  <a:lnTo>
                    <a:pt x="1732486" y="4508642"/>
                  </a:lnTo>
                  <a:lnTo>
                    <a:pt x="1732612" y="4508642"/>
                  </a:lnTo>
                  <a:lnTo>
                    <a:pt x="1732739" y="4508642"/>
                  </a:lnTo>
                  <a:lnTo>
                    <a:pt x="1732865" y="4508642"/>
                  </a:lnTo>
                  <a:lnTo>
                    <a:pt x="1732991" y="4508642"/>
                  </a:lnTo>
                  <a:lnTo>
                    <a:pt x="1733117" y="4508642"/>
                  </a:lnTo>
                  <a:lnTo>
                    <a:pt x="1733244" y="4508642"/>
                  </a:lnTo>
                  <a:lnTo>
                    <a:pt x="1733370" y="4508642"/>
                  </a:lnTo>
                  <a:lnTo>
                    <a:pt x="1733496" y="4508642"/>
                  </a:lnTo>
                  <a:lnTo>
                    <a:pt x="1733622" y="4508642"/>
                  </a:lnTo>
                  <a:lnTo>
                    <a:pt x="1733749" y="4508642"/>
                  </a:lnTo>
                  <a:lnTo>
                    <a:pt x="1733875" y="4508642"/>
                  </a:lnTo>
                  <a:lnTo>
                    <a:pt x="1734001" y="4508642"/>
                  </a:lnTo>
                  <a:lnTo>
                    <a:pt x="1734001" y="4503730"/>
                  </a:lnTo>
                  <a:lnTo>
                    <a:pt x="1734127" y="4503730"/>
                  </a:lnTo>
                  <a:lnTo>
                    <a:pt x="1734254" y="4503730"/>
                  </a:lnTo>
                  <a:lnTo>
                    <a:pt x="1734380" y="4503730"/>
                  </a:lnTo>
                  <a:lnTo>
                    <a:pt x="1734506" y="4503730"/>
                  </a:lnTo>
                  <a:lnTo>
                    <a:pt x="1734632" y="4503730"/>
                  </a:lnTo>
                  <a:lnTo>
                    <a:pt x="1734759" y="4503730"/>
                  </a:lnTo>
                  <a:lnTo>
                    <a:pt x="1734885" y="4503730"/>
                  </a:lnTo>
                  <a:lnTo>
                    <a:pt x="1735011" y="4503730"/>
                  </a:lnTo>
                  <a:lnTo>
                    <a:pt x="1735137" y="4503730"/>
                  </a:lnTo>
                  <a:lnTo>
                    <a:pt x="1735264" y="4503730"/>
                  </a:lnTo>
                  <a:lnTo>
                    <a:pt x="1735390" y="4503730"/>
                  </a:lnTo>
                  <a:lnTo>
                    <a:pt x="1735516" y="4503730"/>
                  </a:lnTo>
                  <a:lnTo>
                    <a:pt x="1735642" y="4503730"/>
                  </a:lnTo>
                  <a:lnTo>
                    <a:pt x="1735642" y="4498819"/>
                  </a:lnTo>
                  <a:lnTo>
                    <a:pt x="1735769" y="4498819"/>
                  </a:lnTo>
                  <a:lnTo>
                    <a:pt x="1735895" y="4498819"/>
                  </a:lnTo>
                  <a:lnTo>
                    <a:pt x="1736021" y="4498819"/>
                  </a:lnTo>
                  <a:lnTo>
                    <a:pt x="1736147" y="4498819"/>
                  </a:lnTo>
                  <a:lnTo>
                    <a:pt x="1736274" y="4498819"/>
                  </a:lnTo>
                  <a:lnTo>
                    <a:pt x="1736400" y="4498819"/>
                  </a:lnTo>
                  <a:lnTo>
                    <a:pt x="1736526" y="4498819"/>
                  </a:lnTo>
                  <a:lnTo>
                    <a:pt x="1736652" y="4498819"/>
                  </a:lnTo>
                  <a:lnTo>
                    <a:pt x="1736779" y="4498819"/>
                  </a:lnTo>
                  <a:lnTo>
                    <a:pt x="1736905" y="4498819"/>
                  </a:lnTo>
                  <a:lnTo>
                    <a:pt x="1737031" y="4498819"/>
                  </a:lnTo>
                  <a:lnTo>
                    <a:pt x="1737158" y="4498819"/>
                  </a:lnTo>
                  <a:lnTo>
                    <a:pt x="1737284" y="4498819"/>
                  </a:lnTo>
                  <a:lnTo>
                    <a:pt x="1737410" y="4498819"/>
                  </a:lnTo>
                  <a:lnTo>
                    <a:pt x="1737536" y="4498819"/>
                  </a:lnTo>
                  <a:lnTo>
                    <a:pt x="1737663" y="4498819"/>
                  </a:lnTo>
                  <a:lnTo>
                    <a:pt x="1737789" y="4498819"/>
                  </a:lnTo>
                  <a:lnTo>
                    <a:pt x="1737915" y="4498819"/>
                  </a:lnTo>
                  <a:lnTo>
                    <a:pt x="1738041" y="4498819"/>
                  </a:lnTo>
                  <a:lnTo>
                    <a:pt x="1738168" y="4498819"/>
                  </a:lnTo>
                  <a:lnTo>
                    <a:pt x="1738294" y="4498819"/>
                  </a:lnTo>
                  <a:lnTo>
                    <a:pt x="1738420" y="4498819"/>
                  </a:lnTo>
                  <a:lnTo>
                    <a:pt x="1738546" y="4498819"/>
                  </a:lnTo>
                  <a:lnTo>
                    <a:pt x="1738673" y="4498819"/>
                  </a:lnTo>
                  <a:lnTo>
                    <a:pt x="1738799" y="4498819"/>
                  </a:lnTo>
                  <a:lnTo>
                    <a:pt x="1738925" y="4498819"/>
                  </a:lnTo>
                  <a:lnTo>
                    <a:pt x="1739051" y="4498819"/>
                  </a:lnTo>
                  <a:lnTo>
                    <a:pt x="1739178" y="4498819"/>
                  </a:lnTo>
                  <a:lnTo>
                    <a:pt x="1739304" y="4498819"/>
                  </a:lnTo>
                  <a:lnTo>
                    <a:pt x="1739430" y="4498819"/>
                  </a:lnTo>
                  <a:lnTo>
                    <a:pt x="1739556" y="4498819"/>
                  </a:lnTo>
                  <a:lnTo>
                    <a:pt x="1739683" y="4498819"/>
                  </a:lnTo>
                  <a:lnTo>
                    <a:pt x="1739809" y="4498819"/>
                  </a:lnTo>
                  <a:lnTo>
                    <a:pt x="1739935" y="4498819"/>
                  </a:lnTo>
                  <a:lnTo>
                    <a:pt x="1740061" y="4498819"/>
                  </a:lnTo>
                  <a:lnTo>
                    <a:pt x="1740188" y="4498819"/>
                  </a:lnTo>
                  <a:lnTo>
                    <a:pt x="1740314" y="4498819"/>
                  </a:lnTo>
                  <a:lnTo>
                    <a:pt x="1740440" y="4498819"/>
                  </a:lnTo>
                  <a:lnTo>
                    <a:pt x="1740566" y="4498819"/>
                  </a:lnTo>
                  <a:lnTo>
                    <a:pt x="1740693" y="4498819"/>
                  </a:lnTo>
                  <a:lnTo>
                    <a:pt x="1740819" y="4498819"/>
                  </a:lnTo>
                  <a:lnTo>
                    <a:pt x="1740945" y="4498819"/>
                  </a:lnTo>
                  <a:lnTo>
                    <a:pt x="1741071" y="4498819"/>
                  </a:lnTo>
                  <a:lnTo>
                    <a:pt x="1741198" y="4498819"/>
                  </a:lnTo>
                  <a:lnTo>
                    <a:pt x="1741324" y="4498819"/>
                  </a:lnTo>
                  <a:lnTo>
                    <a:pt x="1741450" y="4498819"/>
                  </a:lnTo>
                  <a:lnTo>
                    <a:pt x="1741576" y="4498819"/>
                  </a:lnTo>
                  <a:lnTo>
                    <a:pt x="1741703" y="4498819"/>
                  </a:lnTo>
                  <a:lnTo>
                    <a:pt x="1741829" y="4498819"/>
                  </a:lnTo>
                  <a:lnTo>
                    <a:pt x="1741955" y="4498819"/>
                  </a:lnTo>
                  <a:lnTo>
                    <a:pt x="1742081" y="4498819"/>
                  </a:lnTo>
                  <a:lnTo>
                    <a:pt x="1742208" y="4498819"/>
                  </a:lnTo>
                  <a:lnTo>
                    <a:pt x="1742334" y="4498819"/>
                  </a:lnTo>
                  <a:lnTo>
                    <a:pt x="1742460" y="4498819"/>
                  </a:lnTo>
                  <a:lnTo>
                    <a:pt x="1742587" y="4498819"/>
                  </a:lnTo>
                  <a:lnTo>
                    <a:pt x="1742713" y="4498819"/>
                  </a:lnTo>
                  <a:lnTo>
                    <a:pt x="1742839" y="4498819"/>
                  </a:lnTo>
                  <a:lnTo>
                    <a:pt x="1742965" y="4498819"/>
                  </a:lnTo>
                  <a:lnTo>
                    <a:pt x="1743092" y="4498819"/>
                  </a:lnTo>
                  <a:lnTo>
                    <a:pt x="1743218" y="4498819"/>
                  </a:lnTo>
                  <a:lnTo>
                    <a:pt x="1743344" y="4498819"/>
                  </a:lnTo>
                  <a:lnTo>
                    <a:pt x="1743470" y="4498819"/>
                  </a:lnTo>
                  <a:lnTo>
                    <a:pt x="1743597" y="4498819"/>
                  </a:lnTo>
                  <a:lnTo>
                    <a:pt x="1743723" y="4498819"/>
                  </a:lnTo>
                  <a:lnTo>
                    <a:pt x="1743849" y="4498819"/>
                  </a:lnTo>
                  <a:lnTo>
                    <a:pt x="1743975" y="4498819"/>
                  </a:lnTo>
                  <a:lnTo>
                    <a:pt x="1744102" y="4498819"/>
                  </a:lnTo>
                  <a:lnTo>
                    <a:pt x="1744228" y="4498819"/>
                  </a:lnTo>
                  <a:lnTo>
                    <a:pt x="1744354" y="4498819"/>
                  </a:lnTo>
                  <a:lnTo>
                    <a:pt x="1744480" y="4498819"/>
                  </a:lnTo>
                  <a:lnTo>
                    <a:pt x="1744607" y="4498819"/>
                  </a:lnTo>
                  <a:lnTo>
                    <a:pt x="1744733" y="4498819"/>
                  </a:lnTo>
                  <a:lnTo>
                    <a:pt x="1744859" y="4498819"/>
                  </a:lnTo>
                  <a:lnTo>
                    <a:pt x="1744985" y="4498819"/>
                  </a:lnTo>
                  <a:lnTo>
                    <a:pt x="1745112" y="4498819"/>
                  </a:lnTo>
                  <a:lnTo>
                    <a:pt x="1745238" y="4498819"/>
                  </a:lnTo>
                  <a:lnTo>
                    <a:pt x="1745364" y="4498819"/>
                  </a:lnTo>
                  <a:lnTo>
                    <a:pt x="1745490" y="4498819"/>
                  </a:lnTo>
                  <a:lnTo>
                    <a:pt x="1745617" y="4498819"/>
                  </a:lnTo>
                  <a:lnTo>
                    <a:pt x="1745743" y="4498819"/>
                  </a:lnTo>
                  <a:lnTo>
                    <a:pt x="1745869" y="4498819"/>
                  </a:lnTo>
                  <a:lnTo>
                    <a:pt x="1745995" y="4498819"/>
                  </a:lnTo>
                  <a:lnTo>
                    <a:pt x="1746122" y="4498819"/>
                  </a:lnTo>
                  <a:lnTo>
                    <a:pt x="1746248" y="4498819"/>
                  </a:lnTo>
                  <a:lnTo>
                    <a:pt x="1746374" y="4498819"/>
                  </a:lnTo>
                  <a:lnTo>
                    <a:pt x="1746500" y="4498819"/>
                  </a:lnTo>
                  <a:lnTo>
                    <a:pt x="1746627" y="4498819"/>
                  </a:lnTo>
                  <a:lnTo>
                    <a:pt x="1746753" y="4498819"/>
                  </a:lnTo>
                  <a:lnTo>
                    <a:pt x="1746879" y="4498819"/>
                  </a:lnTo>
                  <a:lnTo>
                    <a:pt x="1747005" y="4498819"/>
                  </a:lnTo>
                  <a:lnTo>
                    <a:pt x="1747132" y="4498819"/>
                  </a:lnTo>
                  <a:lnTo>
                    <a:pt x="1747258" y="4498819"/>
                  </a:lnTo>
                  <a:lnTo>
                    <a:pt x="1747384" y="4498819"/>
                  </a:lnTo>
                  <a:lnTo>
                    <a:pt x="1747511" y="4498819"/>
                  </a:lnTo>
                  <a:lnTo>
                    <a:pt x="1747637" y="4498819"/>
                  </a:lnTo>
                  <a:lnTo>
                    <a:pt x="1747763" y="4498819"/>
                  </a:lnTo>
                  <a:lnTo>
                    <a:pt x="1747889" y="4498819"/>
                  </a:lnTo>
                  <a:lnTo>
                    <a:pt x="1748016" y="4498819"/>
                  </a:lnTo>
                  <a:lnTo>
                    <a:pt x="1748142" y="4498819"/>
                  </a:lnTo>
                  <a:lnTo>
                    <a:pt x="1748268" y="4498819"/>
                  </a:lnTo>
                  <a:lnTo>
                    <a:pt x="1748394" y="4498819"/>
                  </a:lnTo>
                  <a:lnTo>
                    <a:pt x="1748521" y="4498819"/>
                  </a:lnTo>
                  <a:lnTo>
                    <a:pt x="1748647" y="4498819"/>
                  </a:lnTo>
                  <a:lnTo>
                    <a:pt x="1748773" y="4498819"/>
                  </a:lnTo>
                  <a:lnTo>
                    <a:pt x="1748899" y="4498819"/>
                  </a:lnTo>
                  <a:lnTo>
                    <a:pt x="1749026" y="4498819"/>
                  </a:lnTo>
                  <a:lnTo>
                    <a:pt x="1749152" y="4498819"/>
                  </a:lnTo>
                  <a:lnTo>
                    <a:pt x="1749278" y="4498819"/>
                  </a:lnTo>
                  <a:lnTo>
                    <a:pt x="1749404" y="4498819"/>
                  </a:lnTo>
                  <a:lnTo>
                    <a:pt x="1749531" y="4498819"/>
                  </a:lnTo>
                  <a:lnTo>
                    <a:pt x="1749657" y="4498819"/>
                  </a:lnTo>
                  <a:lnTo>
                    <a:pt x="1749783" y="4498819"/>
                  </a:lnTo>
                  <a:lnTo>
                    <a:pt x="1749909" y="4498819"/>
                  </a:lnTo>
                  <a:lnTo>
                    <a:pt x="1750036" y="4498819"/>
                  </a:lnTo>
                  <a:lnTo>
                    <a:pt x="1750162" y="4498819"/>
                  </a:lnTo>
                  <a:lnTo>
                    <a:pt x="1750288" y="4498819"/>
                  </a:lnTo>
                  <a:lnTo>
                    <a:pt x="1750414" y="4498819"/>
                  </a:lnTo>
                  <a:lnTo>
                    <a:pt x="1750541" y="4498819"/>
                  </a:lnTo>
                  <a:lnTo>
                    <a:pt x="1750667" y="4498819"/>
                  </a:lnTo>
                  <a:lnTo>
                    <a:pt x="1750793" y="4498819"/>
                  </a:lnTo>
                  <a:lnTo>
                    <a:pt x="1750919" y="4498819"/>
                  </a:lnTo>
                  <a:lnTo>
                    <a:pt x="1751046" y="4498819"/>
                  </a:lnTo>
                  <a:lnTo>
                    <a:pt x="1751172" y="4498819"/>
                  </a:lnTo>
                  <a:lnTo>
                    <a:pt x="1751298" y="4498819"/>
                  </a:lnTo>
                  <a:lnTo>
                    <a:pt x="1751424" y="4498819"/>
                  </a:lnTo>
                  <a:lnTo>
                    <a:pt x="1751551" y="4498819"/>
                  </a:lnTo>
                  <a:lnTo>
                    <a:pt x="1751677" y="4498819"/>
                  </a:lnTo>
                  <a:lnTo>
                    <a:pt x="1751803" y="4498819"/>
                  </a:lnTo>
                  <a:lnTo>
                    <a:pt x="1751803" y="4493908"/>
                  </a:lnTo>
                  <a:lnTo>
                    <a:pt x="1751929" y="4493908"/>
                  </a:lnTo>
                  <a:lnTo>
                    <a:pt x="1752056" y="4493908"/>
                  </a:lnTo>
                  <a:lnTo>
                    <a:pt x="1752182" y="4493908"/>
                  </a:lnTo>
                  <a:lnTo>
                    <a:pt x="1752308" y="4493908"/>
                  </a:lnTo>
                  <a:lnTo>
                    <a:pt x="1752434" y="4493908"/>
                  </a:lnTo>
                  <a:lnTo>
                    <a:pt x="1752561" y="4493908"/>
                  </a:lnTo>
                  <a:lnTo>
                    <a:pt x="1752687" y="4493908"/>
                  </a:lnTo>
                  <a:lnTo>
                    <a:pt x="1752813" y="4493908"/>
                  </a:lnTo>
                  <a:lnTo>
                    <a:pt x="1752940" y="4493908"/>
                  </a:lnTo>
                  <a:lnTo>
                    <a:pt x="1753066" y="4493908"/>
                  </a:lnTo>
                  <a:lnTo>
                    <a:pt x="1753192" y="4493908"/>
                  </a:lnTo>
                  <a:lnTo>
                    <a:pt x="1753318" y="4493908"/>
                  </a:lnTo>
                  <a:lnTo>
                    <a:pt x="1753445" y="4493908"/>
                  </a:lnTo>
                  <a:lnTo>
                    <a:pt x="1753571" y="4493908"/>
                  </a:lnTo>
                  <a:lnTo>
                    <a:pt x="1753697" y="4493908"/>
                  </a:lnTo>
                  <a:lnTo>
                    <a:pt x="1753823" y="4493908"/>
                  </a:lnTo>
                  <a:lnTo>
                    <a:pt x="1753950" y="4493908"/>
                  </a:lnTo>
                  <a:lnTo>
                    <a:pt x="1754076" y="4493908"/>
                  </a:lnTo>
                  <a:lnTo>
                    <a:pt x="1754202" y="4493908"/>
                  </a:lnTo>
                  <a:lnTo>
                    <a:pt x="1754328" y="4493908"/>
                  </a:lnTo>
                  <a:lnTo>
                    <a:pt x="1754455" y="4493908"/>
                  </a:lnTo>
                  <a:lnTo>
                    <a:pt x="1754581" y="4493908"/>
                  </a:lnTo>
                  <a:lnTo>
                    <a:pt x="1754707" y="4493908"/>
                  </a:lnTo>
                  <a:lnTo>
                    <a:pt x="1754833" y="4493908"/>
                  </a:lnTo>
                  <a:lnTo>
                    <a:pt x="1754960" y="4493908"/>
                  </a:lnTo>
                  <a:lnTo>
                    <a:pt x="1755086" y="4493908"/>
                  </a:lnTo>
                  <a:lnTo>
                    <a:pt x="1755212" y="4493908"/>
                  </a:lnTo>
                  <a:lnTo>
                    <a:pt x="1755338" y="4493908"/>
                  </a:lnTo>
                  <a:lnTo>
                    <a:pt x="1755465" y="4493908"/>
                  </a:lnTo>
                  <a:lnTo>
                    <a:pt x="1755591" y="4493908"/>
                  </a:lnTo>
                  <a:lnTo>
                    <a:pt x="1755717" y="4493908"/>
                  </a:lnTo>
                  <a:lnTo>
                    <a:pt x="1755843" y="4493908"/>
                  </a:lnTo>
                  <a:lnTo>
                    <a:pt x="1755843" y="4488996"/>
                  </a:lnTo>
                  <a:lnTo>
                    <a:pt x="1755970" y="4488996"/>
                  </a:lnTo>
                  <a:lnTo>
                    <a:pt x="1756096" y="4488996"/>
                  </a:lnTo>
                  <a:lnTo>
                    <a:pt x="1756222" y="4488996"/>
                  </a:lnTo>
                  <a:lnTo>
                    <a:pt x="1756348" y="4488996"/>
                  </a:lnTo>
                  <a:lnTo>
                    <a:pt x="1756475" y="4488996"/>
                  </a:lnTo>
                  <a:lnTo>
                    <a:pt x="1756601" y="4488996"/>
                  </a:lnTo>
                  <a:lnTo>
                    <a:pt x="1756727" y="4488996"/>
                  </a:lnTo>
                  <a:lnTo>
                    <a:pt x="1756853" y="4488996"/>
                  </a:lnTo>
                  <a:lnTo>
                    <a:pt x="1756980" y="4488996"/>
                  </a:lnTo>
                  <a:lnTo>
                    <a:pt x="1757106" y="4488996"/>
                  </a:lnTo>
                  <a:lnTo>
                    <a:pt x="1757232" y="4488996"/>
                  </a:lnTo>
                  <a:lnTo>
                    <a:pt x="1757358" y="4488996"/>
                  </a:lnTo>
                  <a:lnTo>
                    <a:pt x="1757485" y="4488996"/>
                  </a:lnTo>
                  <a:lnTo>
                    <a:pt x="1757611" y="4488996"/>
                  </a:lnTo>
                  <a:lnTo>
                    <a:pt x="1757737" y="4488996"/>
                  </a:lnTo>
                  <a:lnTo>
                    <a:pt x="1757864" y="4488996"/>
                  </a:lnTo>
                  <a:lnTo>
                    <a:pt x="1757990" y="4488996"/>
                  </a:lnTo>
                  <a:lnTo>
                    <a:pt x="1758116" y="4488996"/>
                  </a:lnTo>
                  <a:lnTo>
                    <a:pt x="1758242" y="4488996"/>
                  </a:lnTo>
                  <a:lnTo>
                    <a:pt x="1758369" y="4488996"/>
                  </a:lnTo>
                  <a:lnTo>
                    <a:pt x="1758495" y="4488996"/>
                  </a:lnTo>
                  <a:lnTo>
                    <a:pt x="1758621" y="4488996"/>
                  </a:lnTo>
                  <a:lnTo>
                    <a:pt x="1758747" y="4488996"/>
                  </a:lnTo>
                  <a:lnTo>
                    <a:pt x="1758874" y="4488996"/>
                  </a:lnTo>
                  <a:lnTo>
                    <a:pt x="1759000" y="4488996"/>
                  </a:lnTo>
                  <a:lnTo>
                    <a:pt x="1759126" y="4488996"/>
                  </a:lnTo>
                  <a:lnTo>
                    <a:pt x="1759252" y="4488996"/>
                  </a:lnTo>
                  <a:lnTo>
                    <a:pt x="1759379" y="4488996"/>
                  </a:lnTo>
                  <a:lnTo>
                    <a:pt x="1759505" y="4488996"/>
                  </a:lnTo>
                  <a:lnTo>
                    <a:pt x="1759631" y="4488996"/>
                  </a:lnTo>
                  <a:lnTo>
                    <a:pt x="1759757" y="4488996"/>
                  </a:lnTo>
                  <a:lnTo>
                    <a:pt x="1759884" y="4488996"/>
                  </a:lnTo>
                  <a:lnTo>
                    <a:pt x="1760010" y="4488996"/>
                  </a:lnTo>
                  <a:lnTo>
                    <a:pt x="1760136" y="4488996"/>
                  </a:lnTo>
                  <a:lnTo>
                    <a:pt x="1760262" y="4488996"/>
                  </a:lnTo>
                  <a:lnTo>
                    <a:pt x="1760389" y="4488996"/>
                  </a:lnTo>
                  <a:lnTo>
                    <a:pt x="1760515" y="4488996"/>
                  </a:lnTo>
                  <a:lnTo>
                    <a:pt x="1760641" y="4488996"/>
                  </a:lnTo>
                  <a:lnTo>
                    <a:pt x="1760767" y="4488996"/>
                  </a:lnTo>
                  <a:lnTo>
                    <a:pt x="1760894" y="4488996"/>
                  </a:lnTo>
                  <a:lnTo>
                    <a:pt x="1761020" y="4488996"/>
                  </a:lnTo>
                  <a:lnTo>
                    <a:pt x="1761146" y="4488996"/>
                  </a:lnTo>
                  <a:lnTo>
                    <a:pt x="1761272" y="4488996"/>
                  </a:lnTo>
                  <a:lnTo>
                    <a:pt x="1761399" y="4488996"/>
                  </a:lnTo>
                  <a:lnTo>
                    <a:pt x="1761525" y="4488996"/>
                  </a:lnTo>
                  <a:lnTo>
                    <a:pt x="1761651" y="4488996"/>
                  </a:lnTo>
                  <a:lnTo>
                    <a:pt x="1761777" y="4488996"/>
                  </a:lnTo>
                  <a:lnTo>
                    <a:pt x="1761904" y="4488996"/>
                  </a:lnTo>
                  <a:lnTo>
                    <a:pt x="1762030" y="4488996"/>
                  </a:lnTo>
                  <a:lnTo>
                    <a:pt x="1762156" y="4488996"/>
                  </a:lnTo>
                  <a:lnTo>
                    <a:pt x="1762282" y="4488996"/>
                  </a:lnTo>
                  <a:lnTo>
                    <a:pt x="1762409" y="4488996"/>
                  </a:lnTo>
                  <a:lnTo>
                    <a:pt x="1762535" y="4488996"/>
                  </a:lnTo>
                  <a:lnTo>
                    <a:pt x="1762661" y="4488996"/>
                  </a:lnTo>
                  <a:lnTo>
                    <a:pt x="1762787" y="4488996"/>
                  </a:lnTo>
                  <a:lnTo>
                    <a:pt x="1762914" y="4488996"/>
                  </a:lnTo>
                  <a:lnTo>
                    <a:pt x="1763040" y="4488996"/>
                  </a:lnTo>
                  <a:lnTo>
                    <a:pt x="1763166" y="4488996"/>
                  </a:lnTo>
                  <a:lnTo>
                    <a:pt x="1763293" y="4488996"/>
                  </a:lnTo>
                  <a:lnTo>
                    <a:pt x="1763419" y="4488996"/>
                  </a:lnTo>
                  <a:lnTo>
                    <a:pt x="1763545" y="4488996"/>
                  </a:lnTo>
                  <a:lnTo>
                    <a:pt x="1763671" y="4488996"/>
                  </a:lnTo>
                  <a:lnTo>
                    <a:pt x="1763798" y="4488996"/>
                  </a:lnTo>
                  <a:lnTo>
                    <a:pt x="1763924" y="4488996"/>
                  </a:lnTo>
                  <a:lnTo>
                    <a:pt x="1764050" y="4488996"/>
                  </a:lnTo>
                  <a:lnTo>
                    <a:pt x="1764176" y="4488996"/>
                  </a:lnTo>
                  <a:lnTo>
                    <a:pt x="1764303" y="4488996"/>
                  </a:lnTo>
                  <a:lnTo>
                    <a:pt x="1764429" y="4488996"/>
                  </a:lnTo>
                  <a:lnTo>
                    <a:pt x="1764555" y="4488996"/>
                  </a:lnTo>
                  <a:lnTo>
                    <a:pt x="1764681" y="4488996"/>
                  </a:lnTo>
                  <a:lnTo>
                    <a:pt x="1764808" y="4488996"/>
                  </a:lnTo>
                  <a:lnTo>
                    <a:pt x="1764934" y="4488996"/>
                  </a:lnTo>
                  <a:lnTo>
                    <a:pt x="1765060" y="4488996"/>
                  </a:lnTo>
                  <a:lnTo>
                    <a:pt x="1765186" y="4488996"/>
                  </a:lnTo>
                  <a:lnTo>
                    <a:pt x="1765313" y="4488996"/>
                  </a:lnTo>
                  <a:lnTo>
                    <a:pt x="1765439" y="4488996"/>
                  </a:lnTo>
                  <a:lnTo>
                    <a:pt x="1765565" y="4488996"/>
                  </a:lnTo>
                  <a:lnTo>
                    <a:pt x="1765691" y="4488996"/>
                  </a:lnTo>
                  <a:lnTo>
                    <a:pt x="1765818" y="4488996"/>
                  </a:lnTo>
                  <a:lnTo>
                    <a:pt x="1765944" y="4488996"/>
                  </a:lnTo>
                  <a:lnTo>
                    <a:pt x="1766070" y="4488996"/>
                  </a:lnTo>
                  <a:lnTo>
                    <a:pt x="1766196" y="4488996"/>
                  </a:lnTo>
                  <a:lnTo>
                    <a:pt x="1766323" y="4488996"/>
                  </a:lnTo>
                  <a:lnTo>
                    <a:pt x="1766449" y="4488996"/>
                  </a:lnTo>
                  <a:lnTo>
                    <a:pt x="1766575" y="4488996"/>
                  </a:lnTo>
                  <a:lnTo>
                    <a:pt x="1766701" y="4488996"/>
                  </a:lnTo>
                  <a:lnTo>
                    <a:pt x="1766828" y="4488996"/>
                  </a:lnTo>
                  <a:lnTo>
                    <a:pt x="1766954" y="4488996"/>
                  </a:lnTo>
                  <a:lnTo>
                    <a:pt x="1767080" y="4488996"/>
                  </a:lnTo>
                  <a:lnTo>
                    <a:pt x="1767206" y="4488996"/>
                  </a:lnTo>
                  <a:lnTo>
                    <a:pt x="1767333" y="4488996"/>
                  </a:lnTo>
                  <a:lnTo>
                    <a:pt x="1767459" y="4488996"/>
                  </a:lnTo>
                  <a:lnTo>
                    <a:pt x="1767459" y="4484085"/>
                  </a:lnTo>
                  <a:lnTo>
                    <a:pt x="1767585" y="4484085"/>
                  </a:lnTo>
                  <a:lnTo>
                    <a:pt x="1767711" y="4484085"/>
                  </a:lnTo>
                  <a:lnTo>
                    <a:pt x="1767838" y="4484085"/>
                  </a:lnTo>
                  <a:lnTo>
                    <a:pt x="1767964" y="4484085"/>
                  </a:lnTo>
                  <a:lnTo>
                    <a:pt x="1768090" y="4484085"/>
                  </a:lnTo>
                  <a:lnTo>
                    <a:pt x="1768217" y="4484085"/>
                  </a:lnTo>
                  <a:lnTo>
                    <a:pt x="1768343" y="4484085"/>
                  </a:lnTo>
                  <a:lnTo>
                    <a:pt x="1768469" y="4484085"/>
                  </a:lnTo>
                  <a:lnTo>
                    <a:pt x="1768595" y="4484085"/>
                  </a:lnTo>
                  <a:lnTo>
                    <a:pt x="1768722" y="4484085"/>
                  </a:lnTo>
                  <a:lnTo>
                    <a:pt x="1768848" y="4484085"/>
                  </a:lnTo>
                  <a:lnTo>
                    <a:pt x="1768974" y="4484085"/>
                  </a:lnTo>
                  <a:lnTo>
                    <a:pt x="1769100" y="4484085"/>
                  </a:lnTo>
                  <a:lnTo>
                    <a:pt x="1769227" y="4484085"/>
                  </a:lnTo>
                  <a:lnTo>
                    <a:pt x="1769353" y="4484085"/>
                  </a:lnTo>
                  <a:lnTo>
                    <a:pt x="1769479" y="4484085"/>
                  </a:lnTo>
                  <a:lnTo>
                    <a:pt x="1769605" y="4484085"/>
                  </a:lnTo>
                  <a:lnTo>
                    <a:pt x="1769732" y="4484085"/>
                  </a:lnTo>
                  <a:lnTo>
                    <a:pt x="1769858" y="4484085"/>
                  </a:lnTo>
                  <a:lnTo>
                    <a:pt x="1769984" y="4484085"/>
                  </a:lnTo>
                  <a:lnTo>
                    <a:pt x="1770110" y="4484085"/>
                  </a:lnTo>
                  <a:lnTo>
                    <a:pt x="1770237" y="4484085"/>
                  </a:lnTo>
                  <a:lnTo>
                    <a:pt x="1770363" y="4484085"/>
                  </a:lnTo>
                  <a:lnTo>
                    <a:pt x="1770489" y="4484085"/>
                  </a:lnTo>
                  <a:lnTo>
                    <a:pt x="1770615" y="4484085"/>
                  </a:lnTo>
                  <a:lnTo>
                    <a:pt x="1770742" y="4484085"/>
                  </a:lnTo>
                  <a:lnTo>
                    <a:pt x="1770868" y="4484085"/>
                  </a:lnTo>
                  <a:lnTo>
                    <a:pt x="1770994" y="4484085"/>
                  </a:lnTo>
                  <a:lnTo>
                    <a:pt x="1771120" y="4484085"/>
                  </a:lnTo>
                  <a:lnTo>
                    <a:pt x="1771120" y="4479173"/>
                  </a:lnTo>
                  <a:lnTo>
                    <a:pt x="1771247" y="4479173"/>
                  </a:lnTo>
                  <a:lnTo>
                    <a:pt x="1771373" y="4479173"/>
                  </a:lnTo>
                  <a:lnTo>
                    <a:pt x="1771499" y="4479173"/>
                  </a:lnTo>
                  <a:lnTo>
                    <a:pt x="1771625" y="4479173"/>
                  </a:lnTo>
                  <a:lnTo>
                    <a:pt x="1771752" y="4479173"/>
                  </a:lnTo>
                  <a:lnTo>
                    <a:pt x="1771878" y="4479173"/>
                  </a:lnTo>
                  <a:lnTo>
                    <a:pt x="1772004" y="4479173"/>
                  </a:lnTo>
                  <a:lnTo>
                    <a:pt x="1772130" y="4479173"/>
                  </a:lnTo>
                  <a:lnTo>
                    <a:pt x="1772257" y="4479173"/>
                  </a:lnTo>
                  <a:lnTo>
                    <a:pt x="1772383" y="4479173"/>
                  </a:lnTo>
                  <a:lnTo>
                    <a:pt x="1772509" y="4479173"/>
                  </a:lnTo>
                  <a:lnTo>
                    <a:pt x="1772635" y="4479173"/>
                  </a:lnTo>
                  <a:lnTo>
                    <a:pt x="1772762" y="4479173"/>
                  </a:lnTo>
                  <a:lnTo>
                    <a:pt x="1772888" y="4479173"/>
                  </a:lnTo>
                  <a:lnTo>
                    <a:pt x="1773014" y="4479173"/>
                  </a:lnTo>
                  <a:lnTo>
                    <a:pt x="1773140" y="4479173"/>
                  </a:lnTo>
                  <a:lnTo>
                    <a:pt x="1773267" y="4479173"/>
                  </a:lnTo>
                  <a:lnTo>
                    <a:pt x="1773393" y="4479173"/>
                  </a:lnTo>
                  <a:lnTo>
                    <a:pt x="1773519" y="4479173"/>
                  </a:lnTo>
                  <a:lnTo>
                    <a:pt x="1773646" y="4479173"/>
                  </a:lnTo>
                  <a:lnTo>
                    <a:pt x="1773772" y="4479173"/>
                  </a:lnTo>
                  <a:lnTo>
                    <a:pt x="1773898" y="4479173"/>
                  </a:lnTo>
                  <a:lnTo>
                    <a:pt x="1774024" y="4479173"/>
                  </a:lnTo>
                  <a:lnTo>
                    <a:pt x="1774151" y="4479173"/>
                  </a:lnTo>
                  <a:lnTo>
                    <a:pt x="1774277" y="4479173"/>
                  </a:lnTo>
                  <a:lnTo>
                    <a:pt x="1774403" y="4479173"/>
                  </a:lnTo>
                  <a:lnTo>
                    <a:pt x="1774529" y="4479173"/>
                  </a:lnTo>
                  <a:lnTo>
                    <a:pt x="1774656" y="4479173"/>
                  </a:lnTo>
                  <a:lnTo>
                    <a:pt x="1774782" y="4479173"/>
                  </a:lnTo>
                  <a:lnTo>
                    <a:pt x="1774908" y="4479173"/>
                  </a:lnTo>
                  <a:lnTo>
                    <a:pt x="1775034" y="4479173"/>
                  </a:lnTo>
                  <a:lnTo>
                    <a:pt x="1775161" y="4479173"/>
                  </a:lnTo>
                  <a:lnTo>
                    <a:pt x="1775287" y="4479173"/>
                  </a:lnTo>
                  <a:lnTo>
                    <a:pt x="1775413" y="4479173"/>
                  </a:lnTo>
                  <a:lnTo>
                    <a:pt x="1775539" y="4479173"/>
                  </a:lnTo>
                  <a:lnTo>
                    <a:pt x="1775666" y="4479173"/>
                  </a:lnTo>
                  <a:lnTo>
                    <a:pt x="1775792" y="4479173"/>
                  </a:lnTo>
                  <a:lnTo>
                    <a:pt x="1775918" y="4479173"/>
                  </a:lnTo>
                  <a:lnTo>
                    <a:pt x="1776044" y="4479173"/>
                  </a:lnTo>
                  <a:lnTo>
                    <a:pt x="1776171" y="4479173"/>
                  </a:lnTo>
                  <a:lnTo>
                    <a:pt x="1776297" y="4479173"/>
                  </a:lnTo>
                  <a:lnTo>
                    <a:pt x="1776423" y="4479173"/>
                  </a:lnTo>
                  <a:lnTo>
                    <a:pt x="1776549" y="4479173"/>
                  </a:lnTo>
                  <a:lnTo>
                    <a:pt x="1776676" y="4479173"/>
                  </a:lnTo>
                  <a:lnTo>
                    <a:pt x="1776802" y="4479173"/>
                  </a:lnTo>
                  <a:lnTo>
                    <a:pt x="1776928" y="4479173"/>
                  </a:lnTo>
                  <a:lnTo>
                    <a:pt x="1777054" y="4479173"/>
                  </a:lnTo>
                  <a:lnTo>
                    <a:pt x="1777181" y="4479173"/>
                  </a:lnTo>
                  <a:lnTo>
                    <a:pt x="1777307" y="4479173"/>
                  </a:lnTo>
                  <a:lnTo>
                    <a:pt x="1777433" y="4479173"/>
                  </a:lnTo>
                  <a:lnTo>
                    <a:pt x="1777559" y="4479173"/>
                  </a:lnTo>
                  <a:lnTo>
                    <a:pt x="1777686" y="4479173"/>
                  </a:lnTo>
                  <a:lnTo>
                    <a:pt x="1777812" y="4479173"/>
                  </a:lnTo>
                  <a:lnTo>
                    <a:pt x="1777938" y="4479173"/>
                  </a:lnTo>
                  <a:lnTo>
                    <a:pt x="1778064" y="4479173"/>
                  </a:lnTo>
                  <a:lnTo>
                    <a:pt x="1778191" y="4479173"/>
                  </a:lnTo>
                  <a:lnTo>
                    <a:pt x="1778317" y="4479173"/>
                  </a:lnTo>
                  <a:lnTo>
                    <a:pt x="1778443" y="4479173"/>
                  </a:lnTo>
                  <a:lnTo>
                    <a:pt x="1778570" y="4479173"/>
                  </a:lnTo>
                  <a:lnTo>
                    <a:pt x="1778696" y="4479173"/>
                  </a:lnTo>
                  <a:lnTo>
                    <a:pt x="1778822" y="4479173"/>
                  </a:lnTo>
                  <a:lnTo>
                    <a:pt x="1778948" y="4479173"/>
                  </a:lnTo>
                  <a:lnTo>
                    <a:pt x="1779075" y="4479173"/>
                  </a:lnTo>
                  <a:lnTo>
                    <a:pt x="1779201" y="4479173"/>
                  </a:lnTo>
                  <a:lnTo>
                    <a:pt x="1779327" y="4479173"/>
                  </a:lnTo>
                  <a:lnTo>
                    <a:pt x="1779453" y="4479173"/>
                  </a:lnTo>
                  <a:lnTo>
                    <a:pt x="1779580" y="4479173"/>
                  </a:lnTo>
                  <a:lnTo>
                    <a:pt x="1779706" y="4479173"/>
                  </a:lnTo>
                  <a:lnTo>
                    <a:pt x="1779832" y="4479173"/>
                  </a:lnTo>
                  <a:lnTo>
                    <a:pt x="1779958" y="4479173"/>
                  </a:lnTo>
                  <a:lnTo>
                    <a:pt x="1780085" y="4479173"/>
                  </a:lnTo>
                  <a:lnTo>
                    <a:pt x="1780211" y="4479173"/>
                  </a:lnTo>
                  <a:lnTo>
                    <a:pt x="1780337" y="4479173"/>
                  </a:lnTo>
                  <a:lnTo>
                    <a:pt x="1780463" y="4479173"/>
                  </a:lnTo>
                  <a:lnTo>
                    <a:pt x="1780463" y="4474262"/>
                  </a:lnTo>
                  <a:lnTo>
                    <a:pt x="1780590" y="4474262"/>
                  </a:lnTo>
                  <a:lnTo>
                    <a:pt x="1780716" y="4474262"/>
                  </a:lnTo>
                  <a:lnTo>
                    <a:pt x="1780842" y="4474262"/>
                  </a:lnTo>
                  <a:lnTo>
                    <a:pt x="1780968" y="4474262"/>
                  </a:lnTo>
                  <a:lnTo>
                    <a:pt x="1781095" y="4474262"/>
                  </a:lnTo>
                  <a:lnTo>
                    <a:pt x="1781221" y="4474262"/>
                  </a:lnTo>
                  <a:lnTo>
                    <a:pt x="1781347" y="4474262"/>
                  </a:lnTo>
                  <a:lnTo>
                    <a:pt x="1781473" y="4474262"/>
                  </a:lnTo>
                  <a:lnTo>
                    <a:pt x="1781600" y="4474262"/>
                  </a:lnTo>
                  <a:lnTo>
                    <a:pt x="1781726" y="4474262"/>
                  </a:lnTo>
                  <a:lnTo>
                    <a:pt x="1781852" y="4474262"/>
                  </a:lnTo>
                  <a:lnTo>
                    <a:pt x="1781978" y="4474262"/>
                  </a:lnTo>
                  <a:lnTo>
                    <a:pt x="1782105" y="4474262"/>
                  </a:lnTo>
                  <a:lnTo>
                    <a:pt x="1782231" y="4474262"/>
                  </a:lnTo>
                  <a:lnTo>
                    <a:pt x="1782357" y="4474262"/>
                  </a:lnTo>
                  <a:lnTo>
                    <a:pt x="1782483" y="4474262"/>
                  </a:lnTo>
                  <a:lnTo>
                    <a:pt x="1782610" y="4474262"/>
                  </a:lnTo>
                  <a:lnTo>
                    <a:pt x="1782736" y="4474262"/>
                  </a:lnTo>
                  <a:lnTo>
                    <a:pt x="1782862" y="4474262"/>
                  </a:lnTo>
                  <a:lnTo>
                    <a:pt x="1782988" y="4474262"/>
                  </a:lnTo>
                  <a:lnTo>
                    <a:pt x="1783115" y="4474262"/>
                  </a:lnTo>
                  <a:lnTo>
                    <a:pt x="1783241" y="4474262"/>
                  </a:lnTo>
                  <a:lnTo>
                    <a:pt x="1783367" y="4474262"/>
                  </a:lnTo>
                  <a:lnTo>
                    <a:pt x="1783494" y="4474262"/>
                  </a:lnTo>
                  <a:lnTo>
                    <a:pt x="1783620" y="4474262"/>
                  </a:lnTo>
                  <a:lnTo>
                    <a:pt x="1783746" y="4474262"/>
                  </a:lnTo>
                  <a:lnTo>
                    <a:pt x="1783872" y="4474262"/>
                  </a:lnTo>
                  <a:lnTo>
                    <a:pt x="1783999" y="4474262"/>
                  </a:lnTo>
                  <a:lnTo>
                    <a:pt x="1784125" y="4474262"/>
                  </a:lnTo>
                  <a:lnTo>
                    <a:pt x="1784251" y="4474262"/>
                  </a:lnTo>
                  <a:lnTo>
                    <a:pt x="1784377" y="4474262"/>
                  </a:lnTo>
                  <a:lnTo>
                    <a:pt x="1784504" y="4474262"/>
                  </a:lnTo>
                  <a:lnTo>
                    <a:pt x="1784630" y="4474262"/>
                  </a:lnTo>
                  <a:lnTo>
                    <a:pt x="1784756" y="4474262"/>
                  </a:lnTo>
                  <a:lnTo>
                    <a:pt x="1784882" y="4474262"/>
                  </a:lnTo>
                  <a:lnTo>
                    <a:pt x="1785009" y="4474262"/>
                  </a:lnTo>
                  <a:lnTo>
                    <a:pt x="1785135" y="4474262"/>
                  </a:lnTo>
                  <a:lnTo>
                    <a:pt x="1785261" y="4474262"/>
                  </a:lnTo>
                  <a:lnTo>
                    <a:pt x="1785387" y="4474262"/>
                  </a:lnTo>
                  <a:lnTo>
                    <a:pt x="1785514" y="4474262"/>
                  </a:lnTo>
                  <a:lnTo>
                    <a:pt x="1785640" y="4474262"/>
                  </a:lnTo>
                  <a:lnTo>
                    <a:pt x="1785766" y="4474262"/>
                  </a:lnTo>
                  <a:lnTo>
                    <a:pt x="1785892" y="4474262"/>
                  </a:lnTo>
                  <a:lnTo>
                    <a:pt x="1786019" y="4474262"/>
                  </a:lnTo>
                  <a:lnTo>
                    <a:pt x="1786145" y="4474262"/>
                  </a:lnTo>
                  <a:lnTo>
                    <a:pt x="1786271" y="4474262"/>
                  </a:lnTo>
                  <a:lnTo>
                    <a:pt x="1786397" y="4474262"/>
                  </a:lnTo>
                  <a:lnTo>
                    <a:pt x="1786524" y="4474262"/>
                  </a:lnTo>
                  <a:lnTo>
                    <a:pt x="1786650" y="4474262"/>
                  </a:lnTo>
                  <a:lnTo>
                    <a:pt x="1786776" y="4474262"/>
                  </a:lnTo>
                  <a:lnTo>
                    <a:pt x="1786902" y="4474262"/>
                  </a:lnTo>
                  <a:lnTo>
                    <a:pt x="1787029" y="4474262"/>
                  </a:lnTo>
                  <a:lnTo>
                    <a:pt x="1787155" y="4474262"/>
                  </a:lnTo>
                  <a:lnTo>
                    <a:pt x="1787281" y="4474262"/>
                  </a:lnTo>
                  <a:lnTo>
                    <a:pt x="1787407" y="4474262"/>
                  </a:lnTo>
                  <a:lnTo>
                    <a:pt x="1787534" y="4474262"/>
                  </a:lnTo>
                  <a:lnTo>
                    <a:pt x="1787660" y="4474262"/>
                  </a:lnTo>
                  <a:lnTo>
                    <a:pt x="1787786" y="4474262"/>
                  </a:lnTo>
                  <a:lnTo>
                    <a:pt x="1787912" y="4474262"/>
                  </a:lnTo>
                  <a:lnTo>
                    <a:pt x="1788039" y="4474262"/>
                  </a:lnTo>
                  <a:lnTo>
                    <a:pt x="1788165" y="4474262"/>
                  </a:lnTo>
                  <a:lnTo>
                    <a:pt x="1788291" y="4474262"/>
                  </a:lnTo>
                  <a:lnTo>
                    <a:pt x="1788417" y="4474262"/>
                  </a:lnTo>
                  <a:lnTo>
                    <a:pt x="1788544" y="4474262"/>
                  </a:lnTo>
                  <a:lnTo>
                    <a:pt x="1788670" y="4474262"/>
                  </a:lnTo>
                  <a:lnTo>
                    <a:pt x="1788796" y="4474262"/>
                  </a:lnTo>
                  <a:lnTo>
                    <a:pt x="1788923" y="4474262"/>
                  </a:lnTo>
                  <a:lnTo>
                    <a:pt x="1789049" y="4474262"/>
                  </a:lnTo>
                  <a:lnTo>
                    <a:pt x="1789175" y="4474262"/>
                  </a:lnTo>
                  <a:lnTo>
                    <a:pt x="1789301" y="4474262"/>
                  </a:lnTo>
                  <a:lnTo>
                    <a:pt x="1789428" y="4474262"/>
                  </a:lnTo>
                  <a:lnTo>
                    <a:pt x="1789554" y="4474262"/>
                  </a:lnTo>
                  <a:lnTo>
                    <a:pt x="1789680" y="4474262"/>
                  </a:lnTo>
                  <a:lnTo>
                    <a:pt x="1789806" y="4474262"/>
                  </a:lnTo>
                  <a:lnTo>
                    <a:pt x="1789933" y="4474262"/>
                  </a:lnTo>
                  <a:lnTo>
                    <a:pt x="1790059" y="4474262"/>
                  </a:lnTo>
                  <a:lnTo>
                    <a:pt x="1790185" y="4474262"/>
                  </a:lnTo>
                  <a:lnTo>
                    <a:pt x="1790311" y="4474262"/>
                  </a:lnTo>
                  <a:lnTo>
                    <a:pt x="1790438" y="4474262"/>
                  </a:lnTo>
                  <a:lnTo>
                    <a:pt x="1790564" y="4474262"/>
                  </a:lnTo>
                  <a:lnTo>
                    <a:pt x="1790690" y="4474262"/>
                  </a:lnTo>
                  <a:lnTo>
                    <a:pt x="1790816" y="4474262"/>
                  </a:lnTo>
                  <a:lnTo>
                    <a:pt x="1790943" y="4474262"/>
                  </a:lnTo>
                  <a:lnTo>
                    <a:pt x="1791069" y="4474262"/>
                  </a:lnTo>
                  <a:lnTo>
                    <a:pt x="1791195" y="4474262"/>
                  </a:lnTo>
                  <a:lnTo>
                    <a:pt x="1791321" y="4474262"/>
                  </a:lnTo>
                  <a:lnTo>
                    <a:pt x="1791448" y="4474262"/>
                  </a:lnTo>
                  <a:lnTo>
                    <a:pt x="1791574" y="4474262"/>
                  </a:lnTo>
                  <a:lnTo>
                    <a:pt x="1791700" y="4474262"/>
                  </a:lnTo>
                  <a:lnTo>
                    <a:pt x="1791826" y="4474262"/>
                  </a:lnTo>
                  <a:lnTo>
                    <a:pt x="1791953" y="4474262"/>
                  </a:lnTo>
                  <a:lnTo>
                    <a:pt x="1792079" y="4474262"/>
                  </a:lnTo>
                  <a:lnTo>
                    <a:pt x="1792205" y="4474262"/>
                  </a:lnTo>
                  <a:lnTo>
                    <a:pt x="1792331" y="4474262"/>
                  </a:lnTo>
                  <a:lnTo>
                    <a:pt x="1792458" y="4474262"/>
                  </a:lnTo>
                  <a:lnTo>
                    <a:pt x="1792584" y="4474262"/>
                  </a:lnTo>
                  <a:lnTo>
                    <a:pt x="1792710" y="4474262"/>
                  </a:lnTo>
                  <a:lnTo>
                    <a:pt x="1792836" y="4474262"/>
                  </a:lnTo>
                  <a:lnTo>
                    <a:pt x="1792963" y="4474262"/>
                  </a:lnTo>
                  <a:lnTo>
                    <a:pt x="1793089" y="4474262"/>
                  </a:lnTo>
                  <a:lnTo>
                    <a:pt x="1793215" y="4474262"/>
                  </a:lnTo>
                  <a:lnTo>
                    <a:pt x="1793341" y="4474262"/>
                  </a:lnTo>
                  <a:lnTo>
                    <a:pt x="1793468" y="4474262"/>
                  </a:lnTo>
                  <a:lnTo>
                    <a:pt x="1793594" y="4474262"/>
                  </a:lnTo>
                  <a:lnTo>
                    <a:pt x="1793720" y="4474262"/>
                  </a:lnTo>
                  <a:lnTo>
                    <a:pt x="1793847" y="4474262"/>
                  </a:lnTo>
                  <a:lnTo>
                    <a:pt x="1793973" y="4474262"/>
                  </a:lnTo>
                  <a:lnTo>
                    <a:pt x="1794099" y="4474262"/>
                  </a:lnTo>
                  <a:lnTo>
                    <a:pt x="1794225" y="4474262"/>
                  </a:lnTo>
                  <a:lnTo>
                    <a:pt x="1794352" y="4474262"/>
                  </a:lnTo>
                  <a:lnTo>
                    <a:pt x="1794478" y="4474262"/>
                  </a:lnTo>
                  <a:lnTo>
                    <a:pt x="1794604" y="4474262"/>
                  </a:lnTo>
                  <a:lnTo>
                    <a:pt x="1794730" y="4474262"/>
                  </a:lnTo>
                  <a:lnTo>
                    <a:pt x="1794857" y="4474262"/>
                  </a:lnTo>
                  <a:lnTo>
                    <a:pt x="1794983" y="4474262"/>
                  </a:lnTo>
                  <a:lnTo>
                    <a:pt x="1795109" y="4474262"/>
                  </a:lnTo>
                  <a:lnTo>
                    <a:pt x="1795235" y="4474262"/>
                  </a:lnTo>
                  <a:lnTo>
                    <a:pt x="1795362" y="4474262"/>
                  </a:lnTo>
                  <a:lnTo>
                    <a:pt x="1795488" y="4474262"/>
                  </a:lnTo>
                  <a:lnTo>
                    <a:pt x="1795614" y="4474262"/>
                  </a:lnTo>
                  <a:lnTo>
                    <a:pt x="1795740" y="4474262"/>
                  </a:lnTo>
                  <a:lnTo>
                    <a:pt x="1795867" y="4474262"/>
                  </a:lnTo>
                  <a:lnTo>
                    <a:pt x="1795993" y="4474262"/>
                  </a:lnTo>
                  <a:lnTo>
                    <a:pt x="1796119" y="4474262"/>
                  </a:lnTo>
                  <a:lnTo>
                    <a:pt x="1796245" y="4474262"/>
                  </a:lnTo>
                  <a:lnTo>
                    <a:pt x="1796372" y="4474262"/>
                  </a:lnTo>
                  <a:lnTo>
                    <a:pt x="1796498" y="4474262"/>
                  </a:lnTo>
                  <a:lnTo>
                    <a:pt x="1796624" y="4474262"/>
                  </a:lnTo>
                  <a:lnTo>
                    <a:pt x="1796624" y="4469351"/>
                  </a:lnTo>
                  <a:lnTo>
                    <a:pt x="1796750" y="4469351"/>
                  </a:lnTo>
                  <a:lnTo>
                    <a:pt x="1796877" y="4469351"/>
                  </a:lnTo>
                  <a:lnTo>
                    <a:pt x="1797003" y="4469351"/>
                  </a:lnTo>
                  <a:lnTo>
                    <a:pt x="1797129" y="4469351"/>
                  </a:lnTo>
                  <a:lnTo>
                    <a:pt x="1797255" y="4469351"/>
                  </a:lnTo>
                  <a:lnTo>
                    <a:pt x="1797382" y="4469351"/>
                  </a:lnTo>
                  <a:lnTo>
                    <a:pt x="1797508" y="4469351"/>
                  </a:lnTo>
                  <a:lnTo>
                    <a:pt x="1797634" y="4469351"/>
                  </a:lnTo>
                  <a:lnTo>
                    <a:pt x="1797760" y="4469351"/>
                  </a:lnTo>
                  <a:lnTo>
                    <a:pt x="1797887" y="4469351"/>
                  </a:lnTo>
                  <a:lnTo>
                    <a:pt x="1798013" y="4469351"/>
                  </a:lnTo>
                  <a:lnTo>
                    <a:pt x="1798139" y="4469351"/>
                  </a:lnTo>
                  <a:lnTo>
                    <a:pt x="1798265" y="4469351"/>
                  </a:lnTo>
                  <a:lnTo>
                    <a:pt x="1798392" y="4469351"/>
                  </a:lnTo>
                  <a:lnTo>
                    <a:pt x="1798518" y="4469351"/>
                  </a:lnTo>
                  <a:lnTo>
                    <a:pt x="1798644" y="4469351"/>
                  </a:lnTo>
                  <a:lnTo>
                    <a:pt x="1798770" y="4469351"/>
                  </a:lnTo>
                  <a:lnTo>
                    <a:pt x="1798897" y="4469351"/>
                  </a:lnTo>
                  <a:lnTo>
                    <a:pt x="1799023" y="4469351"/>
                  </a:lnTo>
                  <a:lnTo>
                    <a:pt x="1799149" y="4469351"/>
                  </a:lnTo>
                  <a:lnTo>
                    <a:pt x="1799276" y="4469351"/>
                  </a:lnTo>
                  <a:lnTo>
                    <a:pt x="1799402" y="4469351"/>
                  </a:lnTo>
                  <a:lnTo>
                    <a:pt x="1799528" y="4469351"/>
                  </a:lnTo>
                  <a:lnTo>
                    <a:pt x="1799654" y="4469351"/>
                  </a:lnTo>
                  <a:lnTo>
                    <a:pt x="1799654" y="4464439"/>
                  </a:lnTo>
                  <a:lnTo>
                    <a:pt x="1799781" y="4464439"/>
                  </a:lnTo>
                  <a:lnTo>
                    <a:pt x="1799907" y="4464439"/>
                  </a:lnTo>
                  <a:lnTo>
                    <a:pt x="1800033" y="4464439"/>
                  </a:lnTo>
                  <a:lnTo>
                    <a:pt x="1800159" y="4464439"/>
                  </a:lnTo>
                  <a:lnTo>
                    <a:pt x="1800286" y="4464439"/>
                  </a:lnTo>
                  <a:lnTo>
                    <a:pt x="1800412" y="4464439"/>
                  </a:lnTo>
                  <a:lnTo>
                    <a:pt x="1800538" y="4464439"/>
                  </a:lnTo>
                  <a:lnTo>
                    <a:pt x="1800664" y="4464439"/>
                  </a:lnTo>
                  <a:lnTo>
                    <a:pt x="1800791" y="4464439"/>
                  </a:lnTo>
                  <a:lnTo>
                    <a:pt x="1800917" y="4464439"/>
                  </a:lnTo>
                  <a:lnTo>
                    <a:pt x="1801043" y="4464439"/>
                  </a:lnTo>
                  <a:lnTo>
                    <a:pt x="1801169" y="4464439"/>
                  </a:lnTo>
                  <a:lnTo>
                    <a:pt x="1801296" y="4464439"/>
                  </a:lnTo>
                  <a:lnTo>
                    <a:pt x="1801422" y="4464439"/>
                  </a:lnTo>
                  <a:lnTo>
                    <a:pt x="1801548" y="4464439"/>
                  </a:lnTo>
                  <a:lnTo>
                    <a:pt x="1801674" y="4464439"/>
                  </a:lnTo>
                  <a:lnTo>
                    <a:pt x="1801801" y="4464439"/>
                  </a:lnTo>
                  <a:lnTo>
                    <a:pt x="1801927" y="4464439"/>
                  </a:lnTo>
                  <a:lnTo>
                    <a:pt x="1802053" y="4464439"/>
                  </a:lnTo>
                  <a:lnTo>
                    <a:pt x="1802179" y="4464439"/>
                  </a:lnTo>
                  <a:lnTo>
                    <a:pt x="1802306" y="4464439"/>
                  </a:lnTo>
                  <a:lnTo>
                    <a:pt x="1802432" y="4464439"/>
                  </a:lnTo>
                  <a:lnTo>
                    <a:pt x="1802558" y="4464439"/>
                  </a:lnTo>
                  <a:lnTo>
                    <a:pt x="1802684" y="4464439"/>
                  </a:lnTo>
                  <a:lnTo>
                    <a:pt x="1802811" y="4464439"/>
                  </a:lnTo>
                  <a:lnTo>
                    <a:pt x="1802937" y="4464439"/>
                  </a:lnTo>
                  <a:lnTo>
                    <a:pt x="1803063" y="4464439"/>
                  </a:lnTo>
                  <a:lnTo>
                    <a:pt x="1803189" y="4464439"/>
                  </a:lnTo>
                  <a:lnTo>
                    <a:pt x="1803316" y="4464439"/>
                  </a:lnTo>
                  <a:lnTo>
                    <a:pt x="1803442" y="4464439"/>
                  </a:lnTo>
                  <a:lnTo>
                    <a:pt x="1803568" y="4464439"/>
                  </a:lnTo>
                  <a:lnTo>
                    <a:pt x="1803694" y="4464439"/>
                  </a:lnTo>
                  <a:lnTo>
                    <a:pt x="1803821" y="4464439"/>
                  </a:lnTo>
                  <a:lnTo>
                    <a:pt x="1803947" y="4464439"/>
                  </a:lnTo>
                  <a:lnTo>
                    <a:pt x="1804073" y="4464439"/>
                  </a:lnTo>
                  <a:lnTo>
                    <a:pt x="1804200" y="4464439"/>
                  </a:lnTo>
                  <a:lnTo>
                    <a:pt x="1804326" y="4464439"/>
                  </a:lnTo>
                  <a:lnTo>
                    <a:pt x="1804452" y="4464439"/>
                  </a:lnTo>
                  <a:lnTo>
                    <a:pt x="1804578" y="4464439"/>
                  </a:lnTo>
                  <a:lnTo>
                    <a:pt x="1804705" y="4464439"/>
                  </a:lnTo>
                  <a:lnTo>
                    <a:pt x="1804831" y="4464439"/>
                  </a:lnTo>
                  <a:lnTo>
                    <a:pt x="1804957" y="4464439"/>
                  </a:lnTo>
                  <a:lnTo>
                    <a:pt x="1805083" y="4464439"/>
                  </a:lnTo>
                  <a:lnTo>
                    <a:pt x="1805210" y="4464439"/>
                  </a:lnTo>
                  <a:lnTo>
                    <a:pt x="1805336" y="4464439"/>
                  </a:lnTo>
                  <a:lnTo>
                    <a:pt x="1805462" y="4464439"/>
                  </a:lnTo>
                  <a:lnTo>
                    <a:pt x="1805588" y="4464439"/>
                  </a:lnTo>
                  <a:lnTo>
                    <a:pt x="1805715" y="4464439"/>
                  </a:lnTo>
                  <a:lnTo>
                    <a:pt x="1805841" y="4464439"/>
                  </a:lnTo>
                  <a:lnTo>
                    <a:pt x="1805967" y="4464439"/>
                  </a:lnTo>
                  <a:lnTo>
                    <a:pt x="1806093" y="4464439"/>
                  </a:lnTo>
                  <a:lnTo>
                    <a:pt x="1806220" y="4464439"/>
                  </a:lnTo>
                  <a:lnTo>
                    <a:pt x="1806346" y="4464439"/>
                  </a:lnTo>
                  <a:lnTo>
                    <a:pt x="1806472" y="4464439"/>
                  </a:lnTo>
                  <a:lnTo>
                    <a:pt x="1806598" y="4464439"/>
                  </a:lnTo>
                  <a:lnTo>
                    <a:pt x="1806725" y="4464439"/>
                  </a:lnTo>
                  <a:lnTo>
                    <a:pt x="1806851" y="4464439"/>
                  </a:lnTo>
                  <a:lnTo>
                    <a:pt x="1806977" y="4464439"/>
                  </a:lnTo>
                  <a:lnTo>
                    <a:pt x="1807103" y="4464439"/>
                  </a:lnTo>
                  <a:lnTo>
                    <a:pt x="1807230" y="4464439"/>
                  </a:lnTo>
                  <a:lnTo>
                    <a:pt x="1807356" y="4464439"/>
                  </a:lnTo>
                  <a:lnTo>
                    <a:pt x="1807482" y="4464439"/>
                  </a:lnTo>
                  <a:lnTo>
                    <a:pt x="1807608" y="4464439"/>
                  </a:lnTo>
                  <a:lnTo>
                    <a:pt x="1807735" y="4464439"/>
                  </a:lnTo>
                  <a:lnTo>
                    <a:pt x="1807861" y="4464439"/>
                  </a:lnTo>
                  <a:lnTo>
                    <a:pt x="1807987" y="4464439"/>
                  </a:lnTo>
                  <a:lnTo>
                    <a:pt x="1808113" y="4464439"/>
                  </a:lnTo>
                  <a:lnTo>
                    <a:pt x="1808240" y="4464439"/>
                  </a:lnTo>
                  <a:lnTo>
                    <a:pt x="1808366" y="4464439"/>
                  </a:lnTo>
                  <a:lnTo>
                    <a:pt x="1808492" y="4464439"/>
                  </a:lnTo>
                  <a:lnTo>
                    <a:pt x="1808618" y="4464439"/>
                  </a:lnTo>
                  <a:lnTo>
                    <a:pt x="1808745" y="4464439"/>
                  </a:lnTo>
                  <a:lnTo>
                    <a:pt x="1808871" y="4464439"/>
                  </a:lnTo>
                  <a:lnTo>
                    <a:pt x="1808997" y="4464439"/>
                  </a:lnTo>
                  <a:lnTo>
                    <a:pt x="1808997" y="4459528"/>
                  </a:lnTo>
                  <a:lnTo>
                    <a:pt x="1809123" y="4459528"/>
                  </a:lnTo>
                  <a:lnTo>
                    <a:pt x="1809250" y="4459528"/>
                  </a:lnTo>
                  <a:lnTo>
                    <a:pt x="1809376" y="4459528"/>
                  </a:lnTo>
                  <a:lnTo>
                    <a:pt x="1809502" y="4459528"/>
                  </a:lnTo>
                  <a:lnTo>
                    <a:pt x="1809629" y="4459528"/>
                  </a:lnTo>
                  <a:lnTo>
                    <a:pt x="1809755" y="4459528"/>
                  </a:lnTo>
                  <a:lnTo>
                    <a:pt x="1809881" y="4459528"/>
                  </a:lnTo>
                  <a:lnTo>
                    <a:pt x="1810007" y="4459528"/>
                  </a:lnTo>
                  <a:lnTo>
                    <a:pt x="1810134" y="4459528"/>
                  </a:lnTo>
                  <a:lnTo>
                    <a:pt x="1810260" y="4459528"/>
                  </a:lnTo>
                  <a:lnTo>
                    <a:pt x="1810386" y="4459528"/>
                  </a:lnTo>
                  <a:lnTo>
                    <a:pt x="1810512" y="4459528"/>
                  </a:lnTo>
                  <a:lnTo>
                    <a:pt x="1810639" y="4459528"/>
                  </a:lnTo>
                  <a:lnTo>
                    <a:pt x="1810765" y="4459528"/>
                  </a:lnTo>
                  <a:lnTo>
                    <a:pt x="1810891" y="4459528"/>
                  </a:lnTo>
                  <a:lnTo>
                    <a:pt x="1811017" y="4459528"/>
                  </a:lnTo>
                  <a:lnTo>
                    <a:pt x="1811144" y="4459528"/>
                  </a:lnTo>
                  <a:lnTo>
                    <a:pt x="1811270" y="4459528"/>
                  </a:lnTo>
                  <a:lnTo>
                    <a:pt x="1811396" y="4459528"/>
                  </a:lnTo>
                  <a:lnTo>
                    <a:pt x="1811522" y="4459528"/>
                  </a:lnTo>
                  <a:lnTo>
                    <a:pt x="1811649" y="4459528"/>
                  </a:lnTo>
                  <a:lnTo>
                    <a:pt x="1811775" y="4459528"/>
                  </a:lnTo>
                  <a:lnTo>
                    <a:pt x="1811901" y="4459528"/>
                  </a:lnTo>
                  <a:lnTo>
                    <a:pt x="1812027" y="4459528"/>
                  </a:lnTo>
                  <a:lnTo>
                    <a:pt x="1812154" y="4459528"/>
                  </a:lnTo>
                  <a:lnTo>
                    <a:pt x="1812280" y="4459528"/>
                  </a:lnTo>
                  <a:lnTo>
                    <a:pt x="1812406" y="4459528"/>
                  </a:lnTo>
                  <a:lnTo>
                    <a:pt x="1812532" y="4459528"/>
                  </a:lnTo>
                  <a:lnTo>
                    <a:pt x="1812659" y="4459528"/>
                  </a:lnTo>
                  <a:lnTo>
                    <a:pt x="1812785" y="4459528"/>
                  </a:lnTo>
                  <a:lnTo>
                    <a:pt x="1812911" y="4459528"/>
                  </a:lnTo>
                  <a:lnTo>
                    <a:pt x="1813037" y="4459528"/>
                  </a:lnTo>
                  <a:lnTo>
                    <a:pt x="1813164" y="4459528"/>
                  </a:lnTo>
                  <a:lnTo>
                    <a:pt x="1813290" y="4459528"/>
                  </a:lnTo>
                  <a:lnTo>
                    <a:pt x="1813416" y="4459528"/>
                  </a:lnTo>
                  <a:lnTo>
                    <a:pt x="1813542" y="4459528"/>
                  </a:lnTo>
                  <a:lnTo>
                    <a:pt x="1813669" y="4459528"/>
                  </a:lnTo>
                  <a:lnTo>
                    <a:pt x="1813795" y="4459528"/>
                  </a:lnTo>
                  <a:lnTo>
                    <a:pt x="1813921" y="4459528"/>
                  </a:lnTo>
                  <a:lnTo>
                    <a:pt x="1814047" y="4459528"/>
                  </a:lnTo>
                  <a:lnTo>
                    <a:pt x="1814174" y="4459528"/>
                  </a:lnTo>
                  <a:lnTo>
                    <a:pt x="1814300" y="4459528"/>
                  </a:lnTo>
                  <a:lnTo>
                    <a:pt x="1814426" y="4459528"/>
                  </a:lnTo>
                  <a:lnTo>
                    <a:pt x="1814426" y="4454617"/>
                  </a:lnTo>
                  <a:lnTo>
                    <a:pt x="1814553" y="4454617"/>
                  </a:lnTo>
                  <a:lnTo>
                    <a:pt x="1814679" y="4454617"/>
                  </a:lnTo>
                  <a:lnTo>
                    <a:pt x="1814805" y="4454617"/>
                  </a:lnTo>
                  <a:lnTo>
                    <a:pt x="1814931" y="4454617"/>
                  </a:lnTo>
                  <a:lnTo>
                    <a:pt x="1815058" y="4454617"/>
                  </a:lnTo>
                  <a:lnTo>
                    <a:pt x="1815184" y="4454617"/>
                  </a:lnTo>
                  <a:lnTo>
                    <a:pt x="1815310" y="4454617"/>
                  </a:lnTo>
                  <a:lnTo>
                    <a:pt x="1815436" y="4454617"/>
                  </a:lnTo>
                  <a:lnTo>
                    <a:pt x="1815563" y="4454617"/>
                  </a:lnTo>
                  <a:lnTo>
                    <a:pt x="1815689" y="4454617"/>
                  </a:lnTo>
                  <a:lnTo>
                    <a:pt x="1815815" y="4454617"/>
                  </a:lnTo>
                  <a:lnTo>
                    <a:pt x="1815941" y="4454617"/>
                  </a:lnTo>
                  <a:lnTo>
                    <a:pt x="1816068" y="4454617"/>
                  </a:lnTo>
                  <a:lnTo>
                    <a:pt x="1816068" y="4449705"/>
                  </a:lnTo>
                  <a:lnTo>
                    <a:pt x="1816194" y="4449705"/>
                  </a:lnTo>
                  <a:lnTo>
                    <a:pt x="1816320" y="4449705"/>
                  </a:lnTo>
                  <a:lnTo>
                    <a:pt x="1816446" y="4449705"/>
                  </a:lnTo>
                  <a:lnTo>
                    <a:pt x="1816573" y="4449705"/>
                  </a:lnTo>
                  <a:lnTo>
                    <a:pt x="1816699" y="4449705"/>
                  </a:lnTo>
                  <a:lnTo>
                    <a:pt x="1816825" y="4449705"/>
                  </a:lnTo>
                  <a:lnTo>
                    <a:pt x="1816951" y="4449705"/>
                  </a:lnTo>
                  <a:lnTo>
                    <a:pt x="1817078" y="4449705"/>
                  </a:lnTo>
                  <a:lnTo>
                    <a:pt x="1817204" y="4449705"/>
                  </a:lnTo>
                  <a:lnTo>
                    <a:pt x="1817330" y="4449705"/>
                  </a:lnTo>
                  <a:lnTo>
                    <a:pt x="1817456" y="4449705"/>
                  </a:lnTo>
                  <a:lnTo>
                    <a:pt x="1817583" y="4449705"/>
                  </a:lnTo>
                  <a:lnTo>
                    <a:pt x="1817709" y="4449705"/>
                  </a:lnTo>
                  <a:lnTo>
                    <a:pt x="1817835" y="4449705"/>
                  </a:lnTo>
                  <a:lnTo>
                    <a:pt x="1817961" y="4449705"/>
                  </a:lnTo>
                  <a:lnTo>
                    <a:pt x="1818088" y="4449705"/>
                  </a:lnTo>
                  <a:lnTo>
                    <a:pt x="1818214" y="4449705"/>
                  </a:lnTo>
                  <a:lnTo>
                    <a:pt x="1818340" y="4449705"/>
                  </a:lnTo>
                  <a:lnTo>
                    <a:pt x="1818466" y="4449705"/>
                  </a:lnTo>
                  <a:lnTo>
                    <a:pt x="1818593" y="4449705"/>
                  </a:lnTo>
                  <a:lnTo>
                    <a:pt x="1818719" y="4449705"/>
                  </a:lnTo>
                  <a:lnTo>
                    <a:pt x="1818845" y="4449705"/>
                  </a:lnTo>
                  <a:lnTo>
                    <a:pt x="1818971" y="4449705"/>
                  </a:lnTo>
                  <a:lnTo>
                    <a:pt x="1819098" y="4449705"/>
                  </a:lnTo>
                  <a:lnTo>
                    <a:pt x="1819224" y="4449705"/>
                  </a:lnTo>
                  <a:lnTo>
                    <a:pt x="1819350" y="4449705"/>
                  </a:lnTo>
                  <a:lnTo>
                    <a:pt x="1819476" y="4449705"/>
                  </a:lnTo>
                  <a:lnTo>
                    <a:pt x="1819603" y="4449705"/>
                  </a:lnTo>
                  <a:lnTo>
                    <a:pt x="1819729" y="4449705"/>
                  </a:lnTo>
                  <a:lnTo>
                    <a:pt x="1819855" y="4449705"/>
                  </a:lnTo>
                  <a:lnTo>
                    <a:pt x="1819982" y="4449705"/>
                  </a:lnTo>
                  <a:lnTo>
                    <a:pt x="1820108" y="4449705"/>
                  </a:lnTo>
                  <a:lnTo>
                    <a:pt x="1820234" y="4449705"/>
                  </a:lnTo>
                  <a:lnTo>
                    <a:pt x="1820360" y="4449705"/>
                  </a:lnTo>
                  <a:lnTo>
                    <a:pt x="1820487" y="4449705"/>
                  </a:lnTo>
                  <a:lnTo>
                    <a:pt x="1820613" y="4449705"/>
                  </a:lnTo>
                  <a:lnTo>
                    <a:pt x="1820739" y="4449705"/>
                  </a:lnTo>
                  <a:lnTo>
                    <a:pt x="1820865" y="4449705"/>
                  </a:lnTo>
                  <a:lnTo>
                    <a:pt x="1820992" y="4449705"/>
                  </a:lnTo>
                  <a:lnTo>
                    <a:pt x="1821118" y="4449705"/>
                  </a:lnTo>
                  <a:lnTo>
                    <a:pt x="1821244" y="4449705"/>
                  </a:lnTo>
                  <a:lnTo>
                    <a:pt x="1821370" y="4449705"/>
                  </a:lnTo>
                  <a:lnTo>
                    <a:pt x="1821497" y="4449705"/>
                  </a:lnTo>
                  <a:lnTo>
                    <a:pt x="1821623" y="4449705"/>
                  </a:lnTo>
                  <a:lnTo>
                    <a:pt x="1821749" y="4449705"/>
                  </a:lnTo>
                  <a:lnTo>
                    <a:pt x="1821875" y="4449705"/>
                  </a:lnTo>
                  <a:lnTo>
                    <a:pt x="1822002" y="4449705"/>
                  </a:lnTo>
                  <a:lnTo>
                    <a:pt x="1822128" y="4449705"/>
                  </a:lnTo>
                  <a:lnTo>
                    <a:pt x="1822254" y="4449705"/>
                  </a:lnTo>
                  <a:lnTo>
                    <a:pt x="1822380" y="4449705"/>
                  </a:lnTo>
                  <a:lnTo>
                    <a:pt x="1822507" y="4449705"/>
                  </a:lnTo>
                  <a:lnTo>
                    <a:pt x="1822633" y="4449705"/>
                  </a:lnTo>
                  <a:lnTo>
                    <a:pt x="1822759" y="4449705"/>
                  </a:lnTo>
                  <a:lnTo>
                    <a:pt x="1822885" y="4449705"/>
                  </a:lnTo>
                  <a:lnTo>
                    <a:pt x="1823012" y="4449705"/>
                  </a:lnTo>
                  <a:lnTo>
                    <a:pt x="1823138" y="4449705"/>
                  </a:lnTo>
                  <a:lnTo>
                    <a:pt x="1823264" y="4449705"/>
                  </a:lnTo>
                  <a:lnTo>
                    <a:pt x="1823390" y="4449705"/>
                  </a:lnTo>
                  <a:lnTo>
                    <a:pt x="1823517" y="4449705"/>
                  </a:lnTo>
                  <a:lnTo>
                    <a:pt x="1823643" y="4449705"/>
                  </a:lnTo>
                  <a:lnTo>
                    <a:pt x="1823769" y="4449705"/>
                  </a:lnTo>
                  <a:lnTo>
                    <a:pt x="1823895" y="4449705"/>
                  </a:lnTo>
                  <a:lnTo>
                    <a:pt x="1824022" y="4449705"/>
                  </a:lnTo>
                  <a:lnTo>
                    <a:pt x="1824148" y="4449705"/>
                  </a:lnTo>
                  <a:lnTo>
                    <a:pt x="1824274" y="4449705"/>
                  </a:lnTo>
                  <a:lnTo>
                    <a:pt x="1824400" y="4449705"/>
                  </a:lnTo>
                  <a:lnTo>
                    <a:pt x="1824527" y="4449705"/>
                  </a:lnTo>
                  <a:lnTo>
                    <a:pt x="1824653" y="4449705"/>
                  </a:lnTo>
                  <a:lnTo>
                    <a:pt x="1824779" y="4449705"/>
                  </a:lnTo>
                  <a:lnTo>
                    <a:pt x="1824906" y="4449705"/>
                  </a:lnTo>
                  <a:lnTo>
                    <a:pt x="1825032" y="4449705"/>
                  </a:lnTo>
                  <a:lnTo>
                    <a:pt x="1825158" y="4449705"/>
                  </a:lnTo>
                  <a:lnTo>
                    <a:pt x="1825284" y="4449705"/>
                  </a:lnTo>
                  <a:lnTo>
                    <a:pt x="1825411" y="4449705"/>
                  </a:lnTo>
                  <a:lnTo>
                    <a:pt x="1825537" y="4449705"/>
                  </a:lnTo>
                  <a:lnTo>
                    <a:pt x="1825663" y="4449705"/>
                  </a:lnTo>
                  <a:lnTo>
                    <a:pt x="1825789" y="4449705"/>
                  </a:lnTo>
                  <a:lnTo>
                    <a:pt x="1825916" y="4449705"/>
                  </a:lnTo>
                  <a:lnTo>
                    <a:pt x="1826042" y="4449705"/>
                  </a:lnTo>
                  <a:lnTo>
                    <a:pt x="1826168" y="4449705"/>
                  </a:lnTo>
                  <a:lnTo>
                    <a:pt x="1826294" y="4449705"/>
                  </a:lnTo>
                  <a:lnTo>
                    <a:pt x="1826421" y="4449705"/>
                  </a:lnTo>
                  <a:lnTo>
                    <a:pt x="1826547" y="4449705"/>
                  </a:lnTo>
                  <a:lnTo>
                    <a:pt x="1826673" y="4449705"/>
                  </a:lnTo>
                  <a:lnTo>
                    <a:pt x="1826799" y="4449705"/>
                  </a:lnTo>
                  <a:lnTo>
                    <a:pt x="1826926" y="4449705"/>
                  </a:lnTo>
                  <a:lnTo>
                    <a:pt x="1827052" y="4449705"/>
                  </a:lnTo>
                  <a:lnTo>
                    <a:pt x="1827178" y="4449705"/>
                  </a:lnTo>
                  <a:lnTo>
                    <a:pt x="1827304" y="4449705"/>
                  </a:lnTo>
                  <a:lnTo>
                    <a:pt x="1827431" y="4449705"/>
                  </a:lnTo>
                  <a:lnTo>
                    <a:pt x="1827557" y="4449705"/>
                  </a:lnTo>
                  <a:lnTo>
                    <a:pt x="1827683" y="4449705"/>
                  </a:lnTo>
                  <a:lnTo>
                    <a:pt x="1827809" y="4449705"/>
                  </a:lnTo>
                  <a:lnTo>
                    <a:pt x="1827936" y="4449705"/>
                  </a:lnTo>
                  <a:lnTo>
                    <a:pt x="1828062" y="4449705"/>
                  </a:lnTo>
                  <a:lnTo>
                    <a:pt x="1828188" y="4449705"/>
                  </a:lnTo>
                  <a:lnTo>
                    <a:pt x="1828314" y="4449705"/>
                  </a:lnTo>
                  <a:lnTo>
                    <a:pt x="1828441" y="4449705"/>
                  </a:lnTo>
                  <a:lnTo>
                    <a:pt x="1828567" y="4449705"/>
                  </a:lnTo>
                  <a:lnTo>
                    <a:pt x="1828693" y="4449705"/>
                  </a:lnTo>
                  <a:lnTo>
                    <a:pt x="1828819" y="4449705"/>
                  </a:lnTo>
                  <a:lnTo>
                    <a:pt x="1828946" y="4449705"/>
                  </a:lnTo>
                  <a:lnTo>
                    <a:pt x="1829072" y="4449705"/>
                  </a:lnTo>
                  <a:lnTo>
                    <a:pt x="1829198" y="4449705"/>
                  </a:lnTo>
                  <a:lnTo>
                    <a:pt x="1829324" y="4449705"/>
                  </a:lnTo>
                  <a:lnTo>
                    <a:pt x="1829451" y="4449705"/>
                  </a:lnTo>
                  <a:lnTo>
                    <a:pt x="1829577" y="4449705"/>
                  </a:lnTo>
                  <a:lnTo>
                    <a:pt x="1829703" y="4449705"/>
                  </a:lnTo>
                  <a:lnTo>
                    <a:pt x="1829829" y="4449705"/>
                  </a:lnTo>
                  <a:lnTo>
                    <a:pt x="1829956" y="4449705"/>
                  </a:lnTo>
                  <a:lnTo>
                    <a:pt x="1830082" y="4449705"/>
                  </a:lnTo>
                  <a:lnTo>
                    <a:pt x="1830208" y="4449705"/>
                  </a:lnTo>
                  <a:lnTo>
                    <a:pt x="1830335" y="4449705"/>
                  </a:lnTo>
                  <a:lnTo>
                    <a:pt x="1830461" y="4449705"/>
                  </a:lnTo>
                  <a:lnTo>
                    <a:pt x="1830587" y="4449705"/>
                  </a:lnTo>
                  <a:lnTo>
                    <a:pt x="1830713" y="4449705"/>
                  </a:lnTo>
                  <a:lnTo>
                    <a:pt x="1830840" y="4449705"/>
                  </a:lnTo>
                  <a:lnTo>
                    <a:pt x="1830966" y="4449705"/>
                  </a:lnTo>
                  <a:lnTo>
                    <a:pt x="1831092" y="4449705"/>
                  </a:lnTo>
                  <a:lnTo>
                    <a:pt x="1831092" y="4444794"/>
                  </a:lnTo>
                  <a:lnTo>
                    <a:pt x="1831218" y="4444794"/>
                  </a:lnTo>
                  <a:lnTo>
                    <a:pt x="1831345" y="4444794"/>
                  </a:lnTo>
                  <a:lnTo>
                    <a:pt x="1831471" y="4444794"/>
                  </a:lnTo>
                  <a:lnTo>
                    <a:pt x="1831597" y="4444794"/>
                  </a:lnTo>
                  <a:lnTo>
                    <a:pt x="1831723" y="4444794"/>
                  </a:lnTo>
                  <a:lnTo>
                    <a:pt x="1831850" y="4444794"/>
                  </a:lnTo>
                  <a:lnTo>
                    <a:pt x="1831976" y="4444794"/>
                  </a:lnTo>
                  <a:lnTo>
                    <a:pt x="1832102" y="4444794"/>
                  </a:lnTo>
                  <a:lnTo>
                    <a:pt x="1832228" y="4444794"/>
                  </a:lnTo>
                  <a:lnTo>
                    <a:pt x="1832355" y="4444794"/>
                  </a:lnTo>
                  <a:lnTo>
                    <a:pt x="1832481" y="4444794"/>
                  </a:lnTo>
                  <a:lnTo>
                    <a:pt x="1832607" y="4444794"/>
                  </a:lnTo>
                  <a:lnTo>
                    <a:pt x="1832733" y="4444794"/>
                  </a:lnTo>
                  <a:lnTo>
                    <a:pt x="1832860" y="4444794"/>
                  </a:lnTo>
                  <a:lnTo>
                    <a:pt x="1832986" y="4444794"/>
                  </a:lnTo>
                  <a:lnTo>
                    <a:pt x="1833112" y="4444794"/>
                  </a:lnTo>
                  <a:lnTo>
                    <a:pt x="1833238" y="4444794"/>
                  </a:lnTo>
                  <a:lnTo>
                    <a:pt x="1833365" y="4444794"/>
                  </a:lnTo>
                  <a:lnTo>
                    <a:pt x="1833491" y="4444794"/>
                  </a:lnTo>
                  <a:lnTo>
                    <a:pt x="1833617" y="4444794"/>
                  </a:lnTo>
                  <a:lnTo>
                    <a:pt x="1833743" y="4444794"/>
                  </a:lnTo>
                  <a:lnTo>
                    <a:pt x="1833870" y="4444794"/>
                  </a:lnTo>
                  <a:lnTo>
                    <a:pt x="1833996" y="4444794"/>
                  </a:lnTo>
                  <a:lnTo>
                    <a:pt x="1833996" y="4439882"/>
                  </a:lnTo>
                  <a:lnTo>
                    <a:pt x="1834122" y="4439882"/>
                  </a:lnTo>
                  <a:lnTo>
                    <a:pt x="1834248" y="4439882"/>
                  </a:lnTo>
                  <a:lnTo>
                    <a:pt x="1834375" y="4439882"/>
                  </a:lnTo>
                  <a:lnTo>
                    <a:pt x="1834501" y="4439882"/>
                  </a:lnTo>
                  <a:lnTo>
                    <a:pt x="1834627" y="4439882"/>
                  </a:lnTo>
                  <a:lnTo>
                    <a:pt x="1834753" y="4439882"/>
                  </a:lnTo>
                  <a:lnTo>
                    <a:pt x="1834880" y="4439882"/>
                  </a:lnTo>
                  <a:lnTo>
                    <a:pt x="1835006" y="4439882"/>
                  </a:lnTo>
                  <a:lnTo>
                    <a:pt x="1835132" y="4439882"/>
                  </a:lnTo>
                  <a:lnTo>
                    <a:pt x="1835259" y="4439882"/>
                  </a:lnTo>
                  <a:lnTo>
                    <a:pt x="1835385" y="4439882"/>
                  </a:lnTo>
                  <a:lnTo>
                    <a:pt x="1835511" y="4439882"/>
                  </a:lnTo>
                  <a:lnTo>
                    <a:pt x="1835637" y="4439882"/>
                  </a:lnTo>
                  <a:lnTo>
                    <a:pt x="1835764" y="4439882"/>
                  </a:lnTo>
                  <a:lnTo>
                    <a:pt x="1835890" y="4439882"/>
                  </a:lnTo>
                  <a:lnTo>
                    <a:pt x="1836016" y="4439882"/>
                  </a:lnTo>
                  <a:lnTo>
                    <a:pt x="1836142" y="4439882"/>
                  </a:lnTo>
                  <a:lnTo>
                    <a:pt x="1836269" y="4439882"/>
                  </a:lnTo>
                  <a:lnTo>
                    <a:pt x="1836269" y="4434971"/>
                  </a:lnTo>
                  <a:lnTo>
                    <a:pt x="1836395" y="4434971"/>
                  </a:lnTo>
                  <a:lnTo>
                    <a:pt x="1836521" y="4434971"/>
                  </a:lnTo>
                  <a:lnTo>
                    <a:pt x="1836647" y="4434971"/>
                  </a:lnTo>
                  <a:lnTo>
                    <a:pt x="1836774" y="4434971"/>
                  </a:lnTo>
                  <a:lnTo>
                    <a:pt x="1836900" y="4434971"/>
                  </a:lnTo>
                  <a:lnTo>
                    <a:pt x="1837026" y="4434971"/>
                  </a:lnTo>
                  <a:lnTo>
                    <a:pt x="1837152" y="4434971"/>
                  </a:lnTo>
                  <a:lnTo>
                    <a:pt x="1837279" y="4434971"/>
                  </a:lnTo>
                  <a:lnTo>
                    <a:pt x="1837405" y="4434971"/>
                  </a:lnTo>
                  <a:lnTo>
                    <a:pt x="1837531" y="4434971"/>
                  </a:lnTo>
                  <a:lnTo>
                    <a:pt x="1837657" y="4434971"/>
                  </a:lnTo>
                  <a:lnTo>
                    <a:pt x="1837784" y="4434971"/>
                  </a:lnTo>
                  <a:lnTo>
                    <a:pt x="1837910" y="4434971"/>
                  </a:lnTo>
                  <a:lnTo>
                    <a:pt x="1838036" y="4434971"/>
                  </a:lnTo>
                  <a:lnTo>
                    <a:pt x="1838162" y="4434971"/>
                  </a:lnTo>
                  <a:lnTo>
                    <a:pt x="1838289" y="4434971"/>
                  </a:lnTo>
                  <a:lnTo>
                    <a:pt x="1838415" y="4434971"/>
                  </a:lnTo>
                  <a:lnTo>
                    <a:pt x="1838541" y="4434971"/>
                  </a:lnTo>
                  <a:lnTo>
                    <a:pt x="1838667" y="4434971"/>
                  </a:lnTo>
                  <a:lnTo>
                    <a:pt x="1838794" y="4434971"/>
                  </a:lnTo>
                  <a:lnTo>
                    <a:pt x="1838920" y="4434971"/>
                  </a:lnTo>
                  <a:lnTo>
                    <a:pt x="1839046" y="4434971"/>
                  </a:lnTo>
                  <a:lnTo>
                    <a:pt x="1839172" y="4434971"/>
                  </a:lnTo>
                  <a:lnTo>
                    <a:pt x="1839299" y="4434971"/>
                  </a:lnTo>
                  <a:lnTo>
                    <a:pt x="1839425" y="4434971"/>
                  </a:lnTo>
                  <a:lnTo>
                    <a:pt x="1839551" y="4434971"/>
                  </a:lnTo>
                  <a:lnTo>
                    <a:pt x="1839677" y="4434971"/>
                  </a:lnTo>
                  <a:lnTo>
                    <a:pt x="1839804" y="4434971"/>
                  </a:lnTo>
                  <a:lnTo>
                    <a:pt x="1839930" y="4434971"/>
                  </a:lnTo>
                  <a:lnTo>
                    <a:pt x="1840056" y="4434971"/>
                  </a:lnTo>
                  <a:lnTo>
                    <a:pt x="1840182" y="4434971"/>
                  </a:lnTo>
                  <a:lnTo>
                    <a:pt x="1840309" y="4434971"/>
                  </a:lnTo>
                  <a:lnTo>
                    <a:pt x="1840435" y="4434971"/>
                  </a:lnTo>
                  <a:lnTo>
                    <a:pt x="1840561" y="4434971"/>
                  </a:lnTo>
                  <a:lnTo>
                    <a:pt x="1840688" y="4434971"/>
                  </a:lnTo>
                  <a:lnTo>
                    <a:pt x="1840814" y="4434971"/>
                  </a:lnTo>
                  <a:lnTo>
                    <a:pt x="1840940" y="4434971"/>
                  </a:lnTo>
                  <a:lnTo>
                    <a:pt x="1841066" y="4434971"/>
                  </a:lnTo>
                  <a:lnTo>
                    <a:pt x="1841193" y="4434971"/>
                  </a:lnTo>
                  <a:lnTo>
                    <a:pt x="1841319" y="4434971"/>
                  </a:lnTo>
                  <a:lnTo>
                    <a:pt x="1841445" y="4434971"/>
                  </a:lnTo>
                  <a:lnTo>
                    <a:pt x="1841571" y="4434971"/>
                  </a:lnTo>
                  <a:lnTo>
                    <a:pt x="1841698" y="4434971"/>
                  </a:lnTo>
                  <a:lnTo>
                    <a:pt x="1841824" y="4434971"/>
                  </a:lnTo>
                  <a:lnTo>
                    <a:pt x="1841950" y="4434971"/>
                  </a:lnTo>
                  <a:lnTo>
                    <a:pt x="1842076" y="4434971"/>
                  </a:lnTo>
                  <a:lnTo>
                    <a:pt x="1842203" y="4434971"/>
                  </a:lnTo>
                  <a:lnTo>
                    <a:pt x="1842329" y="4434971"/>
                  </a:lnTo>
                  <a:lnTo>
                    <a:pt x="1842455" y="4434971"/>
                  </a:lnTo>
                  <a:lnTo>
                    <a:pt x="1842581" y="4434971"/>
                  </a:lnTo>
                  <a:lnTo>
                    <a:pt x="1842708" y="4434971"/>
                  </a:lnTo>
                  <a:lnTo>
                    <a:pt x="1842834" y="4434971"/>
                  </a:lnTo>
                  <a:lnTo>
                    <a:pt x="1842960" y="4434971"/>
                  </a:lnTo>
                  <a:lnTo>
                    <a:pt x="1843086" y="4434971"/>
                  </a:lnTo>
                  <a:lnTo>
                    <a:pt x="1843213" y="4434971"/>
                  </a:lnTo>
                  <a:lnTo>
                    <a:pt x="1843339" y="4434971"/>
                  </a:lnTo>
                  <a:lnTo>
                    <a:pt x="1843465" y="4434971"/>
                  </a:lnTo>
                  <a:lnTo>
                    <a:pt x="1843591" y="4434971"/>
                  </a:lnTo>
                  <a:lnTo>
                    <a:pt x="1843718" y="4434971"/>
                  </a:lnTo>
                  <a:lnTo>
                    <a:pt x="1843844" y="4434971"/>
                  </a:lnTo>
                  <a:lnTo>
                    <a:pt x="1843970" y="4434971"/>
                  </a:lnTo>
                  <a:lnTo>
                    <a:pt x="1844096" y="4434971"/>
                  </a:lnTo>
                  <a:lnTo>
                    <a:pt x="1844223" y="4434971"/>
                  </a:lnTo>
                  <a:lnTo>
                    <a:pt x="1844349" y="4434971"/>
                  </a:lnTo>
                  <a:lnTo>
                    <a:pt x="1844475" y="4434971"/>
                  </a:lnTo>
                  <a:lnTo>
                    <a:pt x="1844601" y="4434971"/>
                  </a:lnTo>
                  <a:lnTo>
                    <a:pt x="1844728" y="4434971"/>
                  </a:lnTo>
                  <a:lnTo>
                    <a:pt x="1844854" y="4434971"/>
                  </a:lnTo>
                  <a:lnTo>
                    <a:pt x="1844980" y="4434971"/>
                  </a:lnTo>
                  <a:lnTo>
                    <a:pt x="1845106" y="4434971"/>
                  </a:lnTo>
                  <a:lnTo>
                    <a:pt x="1845233" y="4434971"/>
                  </a:lnTo>
                  <a:lnTo>
                    <a:pt x="1845359" y="4434971"/>
                  </a:lnTo>
                  <a:lnTo>
                    <a:pt x="1845485" y="4434971"/>
                  </a:lnTo>
                  <a:lnTo>
                    <a:pt x="1845612" y="4434971"/>
                  </a:lnTo>
                  <a:lnTo>
                    <a:pt x="1845738" y="4434971"/>
                  </a:lnTo>
                  <a:lnTo>
                    <a:pt x="1845864" y="4434971"/>
                  </a:lnTo>
                  <a:lnTo>
                    <a:pt x="1845990" y="4434971"/>
                  </a:lnTo>
                  <a:lnTo>
                    <a:pt x="1846117" y="4434971"/>
                  </a:lnTo>
                  <a:lnTo>
                    <a:pt x="1846243" y="4434971"/>
                  </a:lnTo>
                  <a:lnTo>
                    <a:pt x="1846369" y="4434971"/>
                  </a:lnTo>
                  <a:lnTo>
                    <a:pt x="1846495" y="4434971"/>
                  </a:lnTo>
                  <a:lnTo>
                    <a:pt x="1846622" y="4434971"/>
                  </a:lnTo>
                  <a:lnTo>
                    <a:pt x="1846748" y="4434971"/>
                  </a:lnTo>
                  <a:lnTo>
                    <a:pt x="1846874" y="4434971"/>
                  </a:lnTo>
                  <a:lnTo>
                    <a:pt x="1847000" y="4434971"/>
                  </a:lnTo>
                  <a:lnTo>
                    <a:pt x="1847127" y="4434971"/>
                  </a:lnTo>
                  <a:lnTo>
                    <a:pt x="1847253" y="4434971"/>
                  </a:lnTo>
                  <a:lnTo>
                    <a:pt x="1847379" y="4434971"/>
                  </a:lnTo>
                  <a:lnTo>
                    <a:pt x="1847505" y="4434971"/>
                  </a:lnTo>
                  <a:lnTo>
                    <a:pt x="1847632" y="4434971"/>
                  </a:lnTo>
                  <a:lnTo>
                    <a:pt x="1847758" y="4434971"/>
                  </a:lnTo>
                  <a:lnTo>
                    <a:pt x="1847884" y="4434971"/>
                  </a:lnTo>
                  <a:lnTo>
                    <a:pt x="1848010" y="4434971"/>
                  </a:lnTo>
                  <a:lnTo>
                    <a:pt x="1848137" y="4434971"/>
                  </a:lnTo>
                  <a:lnTo>
                    <a:pt x="1848263" y="4434971"/>
                  </a:lnTo>
                  <a:lnTo>
                    <a:pt x="1848389" y="4434971"/>
                  </a:lnTo>
                  <a:lnTo>
                    <a:pt x="1848515" y="4434971"/>
                  </a:lnTo>
                  <a:lnTo>
                    <a:pt x="1848642" y="4434971"/>
                  </a:lnTo>
                  <a:lnTo>
                    <a:pt x="1848768" y="4434971"/>
                  </a:lnTo>
                  <a:lnTo>
                    <a:pt x="1848894" y="4434971"/>
                  </a:lnTo>
                  <a:lnTo>
                    <a:pt x="1849020" y="4434971"/>
                  </a:lnTo>
                  <a:lnTo>
                    <a:pt x="1849147" y="4434971"/>
                  </a:lnTo>
                  <a:lnTo>
                    <a:pt x="1849273" y="4434971"/>
                  </a:lnTo>
                  <a:lnTo>
                    <a:pt x="1849399" y="4434971"/>
                  </a:lnTo>
                  <a:lnTo>
                    <a:pt x="1849399" y="4430060"/>
                  </a:lnTo>
                  <a:lnTo>
                    <a:pt x="1849525" y="4430060"/>
                  </a:lnTo>
                  <a:lnTo>
                    <a:pt x="1849652" y="4430060"/>
                  </a:lnTo>
                  <a:lnTo>
                    <a:pt x="1849778" y="4430060"/>
                  </a:lnTo>
                  <a:lnTo>
                    <a:pt x="1849904" y="4430060"/>
                  </a:lnTo>
                  <a:lnTo>
                    <a:pt x="1850030" y="4430060"/>
                  </a:lnTo>
                  <a:lnTo>
                    <a:pt x="1850157" y="4430060"/>
                  </a:lnTo>
                  <a:lnTo>
                    <a:pt x="1850283" y="4430060"/>
                  </a:lnTo>
                  <a:lnTo>
                    <a:pt x="1850409" y="4430060"/>
                  </a:lnTo>
                  <a:lnTo>
                    <a:pt x="1850536" y="4430060"/>
                  </a:lnTo>
                  <a:lnTo>
                    <a:pt x="1850662" y="4430060"/>
                  </a:lnTo>
                  <a:lnTo>
                    <a:pt x="1850788" y="4430060"/>
                  </a:lnTo>
                  <a:lnTo>
                    <a:pt x="1850914" y="4430060"/>
                  </a:lnTo>
                  <a:lnTo>
                    <a:pt x="1851041" y="4430060"/>
                  </a:lnTo>
                  <a:lnTo>
                    <a:pt x="1851167" y="4430060"/>
                  </a:lnTo>
                  <a:lnTo>
                    <a:pt x="1851293" y="4430060"/>
                  </a:lnTo>
                  <a:lnTo>
                    <a:pt x="1851419" y="4430060"/>
                  </a:lnTo>
                  <a:lnTo>
                    <a:pt x="1851546" y="4430060"/>
                  </a:lnTo>
                  <a:lnTo>
                    <a:pt x="1851672" y="4430060"/>
                  </a:lnTo>
                  <a:lnTo>
                    <a:pt x="1851798" y="4430060"/>
                  </a:lnTo>
                  <a:lnTo>
                    <a:pt x="1851924" y="4430060"/>
                  </a:lnTo>
                  <a:lnTo>
                    <a:pt x="1852051" y="4430060"/>
                  </a:lnTo>
                  <a:lnTo>
                    <a:pt x="1852177" y="4430060"/>
                  </a:lnTo>
                  <a:lnTo>
                    <a:pt x="1852303" y="4430060"/>
                  </a:lnTo>
                  <a:lnTo>
                    <a:pt x="1852429" y="4430060"/>
                  </a:lnTo>
                  <a:lnTo>
                    <a:pt x="1852556" y="4430060"/>
                  </a:lnTo>
                  <a:lnTo>
                    <a:pt x="1852682" y="4430060"/>
                  </a:lnTo>
                  <a:lnTo>
                    <a:pt x="1852808" y="4430060"/>
                  </a:lnTo>
                  <a:lnTo>
                    <a:pt x="1852934" y="4430060"/>
                  </a:lnTo>
                  <a:lnTo>
                    <a:pt x="1853061" y="4430060"/>
                  </a:lnTo>
                  <a:lnTo>
                    <a:pt x="1853187" y="4430060"/>
                  </a:lnTo>
                  <a:lnTo>
                    <a:pt x="1853313" y="4430060"/>
                  </a:lnTo>
                  <a:lnTo>
                    <a:pt x="1853439" y="4430060"/>
                  </a:lnTo>
                  <a:lnTo>
                    <a:pt x="1853566" y="4430060"/>
                  </a:lnTo>
                  <a:lnTo>
                    <a:pt x="1853692" y="4430060"/>
                  </a:lnTo>
                  <a:lnTo>
                    <a:pt x="1853818" y="4430060"/>
                  </a:lnTo>
                  <a:lnTo>
                    <a:pt x="1853944" y="4430060"/>
                  </a:lnTo>
                  <a:lnTo>
                    <a:pt x="1854071" y="4430060"/>
                  </a:lnTo>
                  <a:lnTo>
                    <a:pt x="1854197" y="4430060"/>
                  </a:lnTo>
                  <a:lnTo>
                    <a:pt x="1854323" y="4430060"/>
                  </a:lnTo>
                  <a:lnTo>
                    <a:pt x="1854449" y="4430060"/>
                  </a:lnTo>
                  <a:lnTo>
                    <a:pt x="1854576" y="4430060"/>
                  </a:lnTo>
                  <a:lnTo>
                    <a:pt x="1854702" y="4430060"/>
                  </a:lnTo>
                  <a:lnTo>
                    <a:pt x="1854828" y="4430060"/>
                  </a:lnTo>
                  <a:lnTo>
                    <a:pt x="1854828" y="4425148"/>
                  </a:lnTo>
                  <a:lnTo>
                    <a:pt x="1854954" y="4425148"/>
                  </a:lnTo>
                  <a:lnTo>
                    <a:pt x="1854954" y="4420237"/>
                  </a:lnTo>
                  <a:lnTo>
                    <a:pt x="1855081" y="4420237"/>
                  </a:lnTo>
                  <a:lnTo>
                    <a:pt x="1855207" y="4420237"/>
                  </a:lnTo>
                  <a:lnTo>
                    <a:pt x="1855207" y="4415326"/>
                  </a:lnTo>
                  <a:lnTo>
                    <a:pt x="1855333" y="4415326"/>
                  </a:lnTo>
                  <a:lnTo>
                    <a:pt x="1855459" y="4415326"/>
                  </a:lnTo>
                  <a:lnTo>
                    <a:pt x="1855586" y="4415326"/>
                  </a:lnTo>
                  <a:lnTo>
                    <a:pt x="1855712" y="4415326"/>
                  </a:lnTo>
                  <a:lnTo>
                    <a:pt x="1855838" y="4415326"/>
                  </a:lnTo>
                  <a:lnTo>
                    <a:pt x="1855965" y="4415326"/>
                  </a:lnTo>
                  <a:lnTo>
                    <a:pt x="1856091" y="4415326"/>
                  </a:lnTo>
                  <a:lnTo>
                    <a:pt x="1856217" y="4415326"/>
                  </a:lnTo>
                  <a:lnTo>
                    <a:pt x="1856343" y="4415326"/>
                  </a:lnTo>
                  <a:lnTo>
                    <a:pt x="1856470" y="4415326"/>
                  </a:lnTo>
                  <a:lnTo>
                    <a:pt x="1856596" y="4415326"/>
                  </a:lnTo>
                  <a:lnTo>
                    <a:pt x="1856722" y="4415326"/>
                  </a:lnTo>
                  <a:lnTo>
                    <a:pt x="1856848" y="4415326"/>
                  </a:lnTo>
                  <a:lnTo>
                    <a:pt x="1856848" y="4410414"/>
                  </a:lnTo>
                  <a:lnTo>
                    <a:pt x="1856975" y="4410414"/>
                  </a:lnTo>
                  <a:lnTo>
                    <a:pt x="1857101" y="4410414"/>
                  </a:lnTo>
                  <a:lnTo>
                    <a:pt x="1857227" y="4410414"/>
                  </a:lnTo>
                  <a:lnTo>
                    <a:pt x="1857353" y="4410414"/>
                  </a:lnTo>
                  <a:lnTo>
                    <a:pt x="1857480" y="4410414"/>
                  </a:lnTo>
                  <a:lnTo>
                    <a:pt x="1857606" y="4410414"/>
                  </a:lnTo>
                  <a:lnTo>
                    <a:pt x="1857732" y="4410414"/>
                  </a:lnTo>
                  <a:lnTo>
                    <a:pt x="1857858" y="4410414"/>
                  </a:lnTo>
                  <a:lnTo>
                    <a:pt x="1857985" y="4410414"/>
                  </a:lnTo>
                  <a:lnTo>
                    <a:pt x="1858111" y="4410414"/>
                  </a:lnTo>
                  <a:lnTo>
                    <a:pt x="1858237" y="4410414"/>
                  </a:lnTo>
                  <a:lnTo>
                    <a:pt x="1858363" y="4410414"/>
                  </a:lnTo>
                  <a:lnTo>
                    <a:pt x="1858490" y="4410414"/>
                  </a:lnTo>
                  <a:lnTo>
                    <a:pt x="1858616" y="4410414"/>
                  </a:lnTo>
                  <a:lnTo>
                    <a:pt x="1858742" y="4410414"/>
                  </a:lnTo>
                  <a:lnTo>
                    <a:pt x="1858868" y="4410414"/>
                  </a:lnTo>
                  <a:lnTo>
                    <a:pt x="1858995" y="4410414"/>
                  </a:lnTo>
                  <a:lnTo>
                    <a:pt x="1859121" y="4410414"/>
                  </a:lnTo>
                  <a:lnTo>
                    <a:pt x="1859247" y="4410414"/>
                  </a:lnTo>
                  <a:lnTo>
                    <a:pt x="1859373" y="4410414"/>
                  </a:lnTo>
                  <a:lnTo>
                    <a:pt x="1859500" y="4410414"/>
                  </a:lnTo>
                  <a:lnTo>
                    <a:pt x="1859626" y="4410414"/>
                  </a:lnTo>
                  <a:lnTo>
                    <a:pt x="1859752" y="4410414"/>
                  </a:lnTo>
                  <a:lnTo>
                    <a:pt x="1859878" y="4410414"/>
                  </a:lnTo>
                  <a:lnTo>
                    <a:pt x="1860005" y="4410414"/>
                  </a:lnTo>
                  <a:lnTo>
                    <a:pt x="1860131" y="4410414"/>
                  </a:lnTo>
                  <a:lnTo>
                    <a:pt x="1860257" y="4410414"/>
                  </a:lnTo>
                  <a:lnTo>
                    <a:pt x="1860383" y="4410414"/>
                  </a:lnTo>
                  <a:lnTo>
                    <a:pt x="1860510" y="4410414"/>
                  </a:lnTo>
                  <a:lnTo>
                    <a:pt x="1860636" y="4410414"/>
                  </a:lnTo>
                  <a:lnTo>
                    <a:pt x="1860762" y="4410414"/>
                  </a:lnTo>
                  <a:lnTo>
                    <a:pt x="1860889" y="4410414"/>
                  </a:lnTo>
                  <a:lnTo>
                    <a:pt x="1860889" y="4405503"/>
                  </a:lnTo>
                  <a:lnTo>
                    <a:pt x="1861015" y="4405503"/>
                  </a:lnTo>
                  <a:lnTo>
                    <a:pt x="1861141" y="4405503"/>
                  </a:lnTo>
                  <a:lnTo>
                    <a:pt x="1861267" y="4405503"/>
                  </a:lnTo>
                  <a:lnTo>
                    <a:pt x="1861394" y="4405503"/>
                  </a:lnTo>
                  <a:lnTo>
                    <a:pt x="1861520" y="4405503"/>
                  </a:lnTo>
                  <a:lnTo>
                    <a:pt x="1861646" y="4405503"/>
                  </a:lnTo>
                  <a:lnTo>
                    <a:pt x="1861772" y="4405503"/>
                  </a:lnTo>
                  <a:lnTo>
                    <a:pt x="1861899" y="4405503"/>
                  </a:lnTo>
                  <a:lnTo>
                    <a:pt x="1862025" y="4405503"/>
                  </a:lnTo>
                  <a:lnTo>
                    <a:pt x="1862151" y="4405503"/>
                  </a:lnTo>
                  <a:lnTo>
                    <a:pt x="1862277" y="4405503"/>
                  </a:lnTo>
                  <a:lnTo>
                    <a:pt x="1862404" y="4405503"/>
                  </a:lnTo>
                  <a:lnTo>
                    <a:pt x="1862530" y="4405503"/>
                  </a:lnTo>
                  <a:lnTo>
                    <a:pt x="1862656" y="4405503"/>
                  </a:lnTo>
                  <a:lnTo>
                    <a:pt x="1862782" y="4405503"/>
                  </a:lnTo>
                  <a:lnTo>
                    <a:pt x="1862909" y="4405503"/>
                  </a:lnTo>
                  <a:lnTo>
                    <a:pt x="1863035" y="4405503"/>
                  </a:lnTo>
                  <a:lnTo>
                    <a:pt x="1863161" y="4405503"/>
                  </a:lnTo>
                  <a:lnTo>
                    <a:pt x="1863287" y="4405503"/>
                  </a:lnTo>
                  <a:lnTo>
                    <a:pt x="1863414" y="4405503"/>
                  </a:lnTo>
                  <a:lnTo>
                    <a:pt x="1863540" y="4405503"/>
                  </a:lnTo>
                  <a:lnTo>
                    <a:pt x="1863666" y="4405503"/>
                  </a:lnTo>
                  <a:lnTo>
                    <a:pt x="1863792" y="4405503"/>
                  </a:lnTo>
                  <a:lnTo>
                    <a:pt x="1863792" y="4400591"/>
                  </a:lnTo>
                  <a:lnTo>
                    <a:pt x="1863919" y="4400591"/>
                  </a:lnTo>
                  <a:lnTo>
                    <a:pt x="1864045" y="4400591"/>
                  </a:lnTo>
                  <a:lnTo>
                    <a:pt x="1864171" y="4400591"/>
                  </a:lnTo>
                  <a:lnTo>
                    <a:pt x="1864297" y="4400591"/>
                  </a:lnTo>
                  <a:lnTo>
                    <a:pt x="1864424" y="4400591"/>
                  </a:lnTo>
                  <a:lnTo>
                    <a:pt x="1864550" y="4400591"/>
                  </a:lnTo>
                  <a:lnTo>
                    <a:pt x="1864676" y="4400591"/>
                  </a:lnTo>
                  <a:lnTo>
                    <a:pt x="1864802" y="4400591"/>
                  </a:lnTo>
                  <a:lnTo>
                    <a:pt x="1864929" y="4400591"/>
                  </a:lnTo>
                  <a:lnTo>
                    <a:pt x="1865055" y="4400591"/>
                  </a:lnTo>
                  <a:lnTo>
                    <a:pt x="1865181" y="4400591"/>
                  </a:lnTo>
                  <a:lnTo>
                    <a:pt x="1865307" y="4400591"/>
                  </a:lnTo>
                  <a:lnTo>
                    <a:pt x="1865434" y="4400591"/>
                  </a:lnTo>
                  <a:lnTo>
                    <a:pt x="1865560" y="4400591"/>
                  </a:lnTo>
                  <a:lnTo>
                    <a:pt x="1865686" y="4400591"/>
                  </a:lnTo>
                  <a:lnTo>
                    <a:pt x="1865812" y="4400591"/>
                  </a:lnTo>
                  <a:lnTo>
                    <a:pt x="1865939" y="4400591"/>
                  </a:lnTo>
                  <a:lnTo>
                    <a:pt x="1866065" y="4400591"/>
                  </a:lnTo>
                  <a:lnTo>
                    <a:pt x="1866191" y="4400591"/>
                  </a:lnTo>
                  <a:lnTo>
                    <a:pt x="1866318" y="4400591"/>
                  </a:lnTo>
                  <a:lnTo>
                    <a:pt x="1866444" y="4400591"/>
                  </a:lnTo>
                  <a:lnTo>
                    <a:pt x="1866570" y="4400591"/>
                  </a:lnTo>
                  <a:lnTo>
                    <a:pt x="1866696" y="4400591"/>
                  </a:lnTo>
                  <a:lnTo>
                    <a:pt x="1866823" y="4400591"/>
                  </a:lnTo>
                  <a:lnTo>
                    <a:pt x="1866949" y="4400591"/>
                  </a:lnTo>
                  <a:lnTo>
                    <a:pt x="1867075" y="4400591"/>
                  </a:lnTo>
                  <a:lnTo>
                    <a:pt x="1867201" y="4400591"/>
                  </a:lnTo>
                  <a:lnTo>
                    <a:pt x="1867328" y="4400591"/>
                  </a:lnTo>
                  <a:lnTo>
                    <a:pt x="1867454" y="4400591"/>
                  </a:lnTo>
                  <a:lnTo>
                    <a:pt x="1867580" y="4400591"/>
                  </a:lnTo>
                  <a:lnTo>
                    <a:pt x="1867706" y="4400591"/>
                  </a:lnTo>
                  <a:lnTo>
                    <a:pt x="1867833" y="4400591"/>
                  </a:lnTo>
                  <a:lnTo>
                    <a:pt x="1867959" y="4400591"/>
                  </a:lnTo>
                  <a:lnTo>
                    <a:pt x="1868085" y="4400591"/>
                  </a:lnTo>
                  <a:lnTo>
                    <a:pt x="1868211" y="4400591"/>
                  </a:lnTo>
                  <a:lnTo>
                    <a:pt x="1868338" y="4400591"/>
                  </a:lnTo>
                  <a:lnTo>
                    <a:pt x="1868464" y="4400591"/>
                  </a:lnTo>
                  <a:lnTo>
                    <a:pt x="1868590" y="4400591"/>
                  </a:lnTo>
                  <a:lnTo>
                    <a:pt x="1868716" y="4400591"/>
                  </a:lnTo>
                  <a:lnTo>
                    <a:pt x="1868843" y="4400591"/>
                  </a:lnTo>
                  <a:lnTo>
                    <a:pt x="1868969" y="4400591"/>
                  </a:lnTo>
                  <a:lnTo>
                    <a:pt x="1869095" y="4400591"/>
                  </a:lnTo>
                  <a:lnTo>
                    <a:pt x="1869221" y="4400591"/>
                  </a:lnTo>
                  <a:lnTo>
                    <a:pt x="1869348" y="4400591"/>
                  </a:lnTo>
                  <a:lnTo>
                    <a:pt x="1869474" y="4400591"/>
                  </a:lnTo>
                  <a:lnTo>
                    <a:pt x="1869600" y="4400591"/>
                  </a:lnTo>
                  <a:lnTo>
                    <a:pt x="1869726" y="4400591"/>
                  </a:lnTo>
                  <a:lnTo>
                    <a:pt x="1869853" y="4400591"/>
                  </a:lnTo>
                  <a:lnTo>
                    <a:pt x="1869979" y="4400591"/>
                  </a:lnTo>
                  <a:lnTo>
                    <a:pt x="1870105" y="4400591"/>
                  </a:lnTo>
                  <a:lnTo>
                    <a:pt x="1870231" y="4400591"/>
                  </a:lnTo>
                  <a:lnTo>
                    <a:pt x="1870358" y="4400591"/>
                  </a:lnTo>
                  <a:lnTo>
                    <a:pt x="1870484" y="4400591"/>
                  </a:lnTo>
                  <a:lnTo>
                    <a:pt x="1870610" y="4400591"/>
                  </a:lnTo>
                  <a:lnTo>
                    <a:pt x="1870736" y="4400591"/>
                  </a:lnTo>
                  <a:lnTo>
                    <a:pt x="1870863" y="4400591"/>
                  </a:lnTo>
                  <a:lnTo>
                    <a:pt x="1870989" y="4400591"/>
                  </a:lnTo>
                  <a:lnTo>
                    <a:pt x="1871115" y="4400591"/>
                  </a:lnTo>
                  <a:lnTo>
                    <a:pt x="1871242" y="4400591"/>
                  </a:lnTo>
                  <a:lnTo>
                    <a:pt x="1871368" y="4400591"/>
                  </a:lnTo>
                  <a:lnTo>
                    <a:pt x="1871494" y="4400591"/>
                  </a:lnTo>
                  <a:lnTo>
                    <a:pt x="1871620" y="4400591"/>
                  </a:lnTo>
                  <a:lnTo>
                    <a:pt x="1871747" y="4400591"/>
                  </a:lnTo>
                  <a:lnTo>
                    <a:pt x="1871873" y="4400591"/>
                  </a:lnTo>
                  <a:lnTo>
                    <a:pt x="1871999" y="4400591"/>
                  </a:lnTo>
                  <a:lnTo>
                    <a:pt x="1872125" y="4400591"/>
                  </a:lnTo>
                  <a:lnTo>
                    <a:pt x="1872252" y="4400591"/>
                  </a:lnTo>
                  <a:lnTo>
                    <a:pt x="1872378" y="4400591"/>
                  </a:lnTo>
                  <a:lnTo>
                    <a:pt x="1872504" y="4400591"/>
                  </a:lnTo>
                  <a:lnTo>
                    <a:pt x="1872630" y="4400591"/>
                  </a:lnTo>
                  <a:lnTo>
                    <a:pt x="1872757" y="4400591"/>
                  </a:lnTo>
                  <a:lnTo>
                    <a:pt x="1872883" y="4400591"/>
                  </a:lnTo>
                  <a:lnTo>
                    <a:pt x="1873009" y="4400591"/>
                  </a:lnTo>
                  <a:lnTo>
                    <a:pt x="1873135" y="4400591"/>
                  </a:lnTo>
                  <a:lnTo>
                    <a:pt x="1873262" y="4400591"/>
                  </a:lnTo>
                  <a:lnTo>
                    <a:pt x="1873388" y="4400591"/>
                  </a:lnTo>
                  <a:lnTo>
                    <a:pt x="1873514" y="4400591"/>
                  </a:lnTo>
                  <a:lnTo>
                    <a:pt x="1873640" y="4400591"/>
                  </a:lnTo>
                  <a:lnTo>
                    <a:pt x="1873767" y="4400591"/>
                  </a:lnTo>
                  <a:lnTo>
                    <a:pt x="1873893" y="4400591"/>
                  </a:lnTo>
                  <a:lnTo>
                    <a:pt x="1874019" y="4400591"/>
                  </a:lnTo>
                  <a:lnTo>
                    <a:pt x="1874145" y="4400591"/>
                  </a:lnTo>
                  <a:lnTo>
                    <a:pt x="1874272" y="4400591"/>
                  </a:lnTo>
                  <a:lnTo>
                    <a:pt x="1874398" y="4400591"/>
                  </a:lnTo>
                  <a:lnTo>
                    <a:pt x="1874524" y="4400591"/>
                  </a:lnTo>
                  <a:lnTo>
                    <a:pt x="1874650" y="4400591"/>
                  </a:lnTo>
                  <a:lnTo>
                    <a:pt x="1874777" y="4400591"/>
                  </a:lnTo>
                  <a:lnTo>
                    <a:pt x="1874903" y="4400591"/>
                  </a:lnTo>
                  <a:lnTo>
                    <a:pt x="1875029" y="4400591"/>
                  </a:lnTo>
                  <a:lnTo>
                    <a:pt x="1875155" y="4400591"/>
                  </a:lnTo>
                  <a:lnTo>
                    <a:pt x="1875282" y="4400591"/>
                  </a:lnTo>
                  <a:lnTo>
                    <a:pt x="1875408" y="4400591"/>
                  </a:lnTo>
                  <a:lnTo>
                    <a:pt x="1875408" y="4395680"/>
                  </a:lnTo>
                  <a:lnTo>
                    <a:pt x="1875534" y="4395680"/>
                  </a:lnTo>
                  <a:lnTo>
                    <a:pt x="1875660" y="4395680"/>
                  </a:lnTo>
                  <a:lnTo>
                    <a:pt x="1875787" y="4395680"/>
                  </a:lnTo>
                  <a:lnTo>
                    <a:pt x="1875913" y="4395680"/>
                  </a:lnTo>
                  <a:lnTo>
                    <a:pt x="1876039" y="4395680"/>
                  </a:lnTo>
                  <a:lnTo>
                    <a:pt x="1876165" y="4395680"/>
                  </a:lnTo>
                  <a:lnTo>
                    <a:pt x="1876292" y="4395680"/>
                  </a:lnTo>
                  <a:lnTo>
                    <a:pt x="1876418" y="4395680"/>
                  </a:lnTo>
                  <a:lnTo>
                    <a:pt x="1876544" y="4395680"/>
                  </a:lnTo>
                  <a:lnTo>
                    <a:pt x="1876671" y="4395680"/>
                  </a:lnTo>
                  <a:lnTo>
                    <a:pt x="1876797" y="4395680"/>
                  </a:lnTo>
                  <a:lnTo>
                    <a:pt x="1876923" y="4395680"/>
                  </a:lnTo>
                  <a:lnTo>
                    <a:pt x="1877049" y="4395680"/>
                  </a:lnTo>
                  <a:lnTo>
                    <a:pt x="1877176" y="4395680"/>
                  </a:lnTo>
                  <a:lnTo>
                    <a:pt x="1877302" y="4395680"/>
                  </a:lnTo>
                  <a:lnTo>
                    <a:pt x="1877428" y="4395680"/>
                  </a:lnTo>
                  <a:lnTo>
                    <a:pt x="1877554" y="4395680"/>
                  </a:lnTo>
                  <a:lnTo>
                    <a:pt x="1877681" y="4395680"/>
                  </a:lnTo>
                  <a:lnTo>
                    <a:pt x="1877807" y="4395680"/>
                  </a:lnTo>
                  <a:lnTo>
                    <a:pt x="1877933" y="4395680"/>
                  </a:lnTo>
                  <a:lnTo>
                    <a:pt x="1878059" y="4395680"/>
                  </a:lnTo>
                  <a:lnTo>
                    <a:pt x="1878186" y="4395680"/>
                  </a:lnTo>
                  <a:lnTo>
                    <a:pt x="1878312" y="4395680"/>
                  </a:lnTo>
                  <a:lnTo>
                    <a:pt x="1878438" y="4395680"/>
                  </a:lnTo>
                  <a:lnTo>
                    <a:pt x="1878564" y="4395680"/>
                  </a:lnTo>
                  <a:lnTo>
                    <a:pt x="1878691" y="4395680"/>
                  </a:lnTo>
                  <a:lnTo>
                    <a:pt x="1878817" y="4395680"/>
                  </a:lnTo>
                  <a:lnTo>
                    <a:pt x="1878943" y="4395680"/>
                  </a:lnTo>
                  <a:lnTo>
                    <a:pt x="1879069" y="4395680"/>
                  </a:lnTo>
                  <a:lnTo>
                    <a:pt x="1879196" y="4395680"/>
                  </a:lnTo>
                  <a:lnTo>
                    <a:pt x="1879322" y="4395680"/>
                  </a:lnTo>
                  <a:lnTo>
                    <a:pt x="1879448" y="4395680"/>
                  </a:lnTo>
                  <a:lnTo>
                    <a:pt x="1879574" y="4395680"/>
                  </a:lnTo>
                  <a:lnTo>
                    <a:pt x="1879701" y="4395680"/>
                  </a:lnTo>
                  <a:lnTo>
                    <a:pt x="1879701" y="4390769"/>
                  </a:lnTo>
                  <a:lnTo>
                    <a:pt x="1879827" y="4390769"/>
                  </a:lnTo>
                  <a:lnTo>
                    <a:pt x="1879953" y="4390769"/>
                  </a:lnTo>
                  <a:lnTo>
                    <a:pt x="1880079" y="4390769"/>
                  </a:lnTo>
                  <a:lnTo>
                    <a:pt x="1880206" y="4390769"/>
                  </a:lnTo>
                  <a:lnTo>
                    <a:pt x="1880332" y="4390769"/>
                  </a:lnTo>
                  <a:lnTo>
                    <a:pt x="1880458" y="4390769"/>
                  </a:lnTo>
                  <a:lnTo>
                    <a:pt x="1880584" y="4390769"/>
                  </a:lnTo>
                  <a:lnTo>
                    <a:pt x="1880711" y="4390769"/>
                  </a:lnTo>
                  <a:lnTo>
                    <a:pt x="1880837" y="4390769"/>
                  </a:lnTo>
                  <a:lnTo>
                    <a:pt x="1880963" y="4390769"/>
                  </a:lnTo>
                  <a:lnTo>
                    <a:pt x="1880963" y="4385857"/>
                  </a:lnTo>
                  <a:lnTo>
                    <a:pt x="1881089" y="4385857"/>
                  </a:lnTo>
                  <a:lnTo>
                    <a:pt x="1881216" y="4385857"/>
                  </a:lnTo>
                  <a:lnTo>
                    <a:pt x="1881342" y="4385857"/>
                  </a:lnTo>
                  <a:lnTo>
                    <a:pt x="1881468" y="4385857"/>
                  </a:lnTo>
                  <a:lnTo>
                    <a:pt x="1881595" y="4385857"/>
                  </a:lnTo>
                  <a:lnTo>
                    <a:pt x="1881721" y="4385857"/>
                  </a:lnTo>
                  <a:lnTo>
                    <a:pt x="1881847" y="4385857"/>
                  </a:lnTo>
                  <a:lnTo>
                    <a:pt x="1881973" y="4385857"/>
                  </a:lnTo>
                  <a:lnTo>
                    <a:pt x="1882100" y="4385857"/>
                  </a:lnTo>
                  <a:lnTo>
                    <a:pt x="1882226" y="4385857"/>
                  </a:lnTo>
                  <a:lnTo>
                    <a:pt x="1882352" y="4385857"/>
                  </a:lnTo>
                  <a:lnTo>
                    <a:pt x="1882478" y="4385857"/>
                  </a:lnTo>
                  <a:lnTo>
                    <a:pt x="1882605" y="4385857"/>
                  </a:lnTo>
                  <a:lnTo>
                    <a:pt x="1882731" y="4385857"/>
                  </a:lnTo>
                  <a:lnTo>
                    <a:pt x="1882857" y="4385857"/>
                  </a:lnTo>
                  <a:lnTo>
                    <a:pt x="1882983" y="4385857"/>
                  </a:lnTo>
                  <a:lnTo>
                    <a:pt x="1883110" y="4385857"/>
                  </a:lnTo>
                  <a:lnTo>
                    <a:pt x="1883236" y="4385857"/>
                  </a:lnTo>
                  <a:lnTo>
                    <a:pt x="1883362" y="4385857"/>
                  </a:lnTo>
                  <a:lnTo>
                    <a:pt x="1883488" y="4385857"/>
                  </a:lnTo>
                  <a:lnTo>
                    <a:pt x="1883615" y="4385857"/>
                  </a:lnTo>
                  <a:lnTo>
                    <a:pt x="1883741" y="4385857"/>
                  </a:lnTo>
                  <a:lnTo>
                    <a:pt x="1883867" y="4385857"/>
                  </a:lnTo>
                  <a:lnTo>
                    <a:pt x="1883993" y="4385857"/>
                  </a:lnTo>
                  <a:lnTo>
                    <a:pt x="1884120" y="4385857"/>
                  </a:lnTo>
                  <a:lnTo>
                    <a:pt x="1884246" y="4385857"/>
                  </a:lnTo>
                  <a:lnTo>
                    <a:pt x="1884372" y="4385857"/>
                  </a:lnTo>
                  <a:lnTo>
                    <a:pt x="1884498" y="4385857"/>
                  </a:lnTo>
                  <a:lnTo>
                    <a:pt x="1884625" y="4385857"/>
                  </a:lnTo>
                  <a:lnTo>
                    <a:pt x="1884751" y="4385857"/>
                  </a:lnTo>
                  <a:lnTo>
                    <a:pt x="1884877" y="4385857"/>
                  </a:lnTo>
                  <a:lnTo>
                    <a:pt x="1885003" y="4385857"/>
                  </a:lnTo>
                  <a:lnTo>
                    <a:pt x="1885130" y="4385857"/>
                  </a:lnTo>
                  <a:lnTo>
                    <a:pt x="1885256" y="4385857"/>
                  </a:lnTo>
                  <a:lnTo>
                    <a:pt x="1885382" y="4385857"/>
                  </a:lnTo>
                  <a:lnTo>
                    <a:pt x="1885508" y="4385857"/>
                  </a:lnTo>
                  <a:lnTo>
                    <a:pt x="1885635" y="4385857"/>
                  </a:lnTo>
                  <a:lnTo>
                    <a:pt x="1885761" y="4385857"/>
                  </a:lnTo>
                  <a:lnTo>
                    <a:pt x="1885887" y="4385857"/>
                  </a:lnTo>
                  <a:lnTo>
                    <a:pt x="1886013" y="4385857"/>
                  </a:lnTo>
                  <a:lnTo>
                    <a:pt x="1886140" y="4385857"/>
                  </a:lnTo>
                  <a:lnTo>
                    <a:pt x="1886266" y="4385857"/>
                  </a:lnTo>
                  <a:lnTo>
                    <a:pt x="1886392" y="4385857"/>
                  </a:lnTo>
                  <a:lnTo>
                    <a:pt x="1886518" y="4385857"/>
                  </a:lnTo>
                  <a:lnTo>
                    <a:pt x="1886645" y="4385857"/>
                  </a:lnTo>
                  <a:lnTo>
                    <a:pt x="1886771" y="4385857"/>
                  </a:lnTo>
                  <a:lnTo>
                    <a:pt x="1886897" y="4385857"/>
                  </a:lnTo>
                  <a:lnTo>
                    <a:pt x="1887024" y="4385857"/>
                  </a:lnTo>
                  <a:lnTo>
                    <a:pt x="1887150" y="4385857"/>
                  </a:lnTo>
                  <a:lnTo>
                    <a:pt x="1887276" y="4385857"/>
                  </a:lnTo>
                  <a:lnTo>
                    <a:pt x="1887402" y="4385857"/>
                  </a:lnTo>
                  <a:lnTo>
                    <a:pt x="1887529" y="4385857"/>
                  </a:lnTo>
                  <a:lnTo>
                    <a:pt x="1887655" y="4385857"/>
                  </a:lnTo>
                  <a:lnTo>
                    <a:pt x="1887781" y="4385857"/>
                  </a:lnTo>
                  <a:lnTo>
                    <a:pt x="1887907" y="4385857"/>
                  </a:lnTo>
                  <a:lnTo>
                    <a:pt x="1888034" y="4385857"/>
                  </a:lnTo>
                  <a:lnTo>
                    <a:pt x="1888160" y="4385857"/>
                  </a:lnTo>
                  <a:lnTo>
                    <a:pt x="1888286" y="4385857"/>
                  </a:lnTo>
                  <a:lnTo>
                    <a:pt x="1888412" y="4385857"/>
                  </a:lnTo>
                  <a:lnTo>
                    <a:pt x="1888539" y="4385857"/>
                  </a:lnTo>
                  <a:lnTo>
                    <a:pt x="1888665" y="4385857"/>
                  </a:lnTo>
                  <a:lnTo>
                    <a:pt x="1888791" y="4385857"/>
                  </a:lnTo>
                  <a:lnTo>
                    <a:pt x="1888917" y="4385857"/>
                  </a:lnTo>
                  <a:lnTo>
                    <a:pt x="1889044" y="4385857"/>
                  </a:lnTo>
                  <a:lnTo>
                    <a:pt x="1889170" y="4385857"/>
                  </a:lnTo>
                  <a:lnTo>
                    <a:pt x="1889296" y="4385857"/>
                  </a:lnTo>
                  <a:lnTo>
                    <a:pt x="1889422" y="4385857"/>
                  </a:lnTo>
                  <a:lnTo>
                    <a:pt x="1889549" y="4385857"/>
                  </a:lnTo>
                  <a:lnTo>
                    <a:pt x="1889675" y="4385857"/>
                  </a:lnTo>
                  <a:lnTo>
                    <a:pt x="1889801" y="4385857"/>
                  </a:lnTo>
                  <a:lnTo>
                    <a:pt x="1889927" y="4385857"/>
                  </a:lnTo>
                  <a:lnTo>
                    <a:pt x="1890054" y="4385857"/>
                  </a:lnTo>
                  <a:lnTo>
                    <a:pt x="1890180" y="4385857"/>
                  </a:lnTo>
                  <a:lnTo>
                    <a:pt x="1890306" y="4385857"/>
                  </a:lnTo>
                  <a:lnTo>
                    <a:pt x="1890432" y="4385857"/>
                  </a:lnTo>
                  <a:lnTo>
                    <a:pt x="1890559" y="4385857"/>
                  </a:lnTo>
                  <a:lnTo>
                    <a:pt x="1890685" y="4385857"/>
                  </a:lnTo>
                  <a:lnTo>
                    <a:pt x="1890685" y="4380946"/>
                  </a:lnTo>
                  <a:lnTo>
                    <a:pt x="1890811" y="4380946"/>
                  </a:lnTo>
                  <a:lnTo>
                    <a:pt x="1890937" y="4380946"/>
                  </a:lnTo>
                  <a:lnTo>
                    <a:pt x="1891064" y="4380946"/>
                  </a:lnTo>
                  <a:lnTo>
                    <a:pt x="1891190" y="4380946"/>
                  </a:lnTo>
                  <a:lnTo>
                    <a:pt x="1891316" y="4380946"/>
                  </a:lnTo>
                  <a:lnTo>
                    <a:pt x="1891442" y="4380946"/>
                  </a:lnTo>
                  <a:lnTo>
                    <a:pt x="1891569" y="4380946"/>
                  </a:lnTo>
                  <a:lnTo>
                    <a:pt x="1891695" y="4380946"/>
                  </a:lnTo>
                  <a:lnTo>
                    <a:pt x="1891821" y="4380946"/>
                  </a:lnTo>
                  <a:lnTo>
                    <a:pt x="1891948" y="4380946"/>
                  </a:lnTo>
                  <a:lnTo>
                    <a:pt x="1892074" y="4380946"/>
                  </a:lnTo>
                  <a:lnTo>
                    <a:pt x="1892200" y="4380946"/>
                  </a:lnTo>
                  <a:lnTo>
                    <a:pt x="1892326" y="4380946"/>
                  </a:lnTo>
                  <a:lnTo>
                    <a:pt x="1892453" y="4380946"/>
                  </a:lnTo>
                  <a:lnTo>
                    <a:pt x="1892579" y="4380946"/>
                  </a:lnTo>
                  <a:lnTo>
                    <a:pt x="1892705" y="4380946"/>
                  </a:lnTo>
                  <a:lnTo>
                    <a:pt x="1892831" y="4380946"/>
                  </a:lnTo>
                  <a:lnTo>
                    <a:pt x="1892958" y="4380946"/>
                  </a:lnTo>
                  <a:lnTo>
                    <a:pt x="1893084" y="4380946"/>
                  </a:lnTo>
                  <a:lnTo>
                    <a:pt x="1893210" y="4380946"/>
                  </a:lnTo>
                  <a:lnTo>
                    <a:pt x="1893336" y="4380946"/>
                  </a:lnTo>
                  <a:lnTo>
                    <a:pt x="1893463" y="4380946"/>
                  </a:lnTo>
                  <a:lnTo>
                    <a:pt x="1893589" y="4380946"/>
                  </a:lnTo>
                  <a:lnTo>
                    <a:pt x="1893715" y="4380946"/>
                  </a:lnTo>
                  <a:lnTo>
                    <a:pt x="1893841" y="4380946"/>
                  </a:lnTo>
                  <a:lnTo>
                    <a:pt x="1893968" y="4380946"/>
                  </a:lnTo>
                  <a:lnTo>
                    <a:pt x="1894094" y="4380946"/>
                  </a:lnTo>
                  <a:lnTo>
                    <a:pt x="1894094" y="4376035"/>
                  </a:lnTo>
                  <a:lnTo>
                    <a:pt x="1894220" y="4376035"/>
                  </a:lnTo>
                  <a:lnTo>
                    <a:pt x="1894346" y="4376035"/>
                  </a:lnTo>
                  <a:lnTo>
                    <a:pt x="1894473" y="4376035"/>
                  </a:lnTo>
                  <a:lnTo>
                    <a:pt x="1894599" y="4376035"/>
                  </a:lnTo>
                  <a:lnTo>
                    <a:pt x="1894725" y="4376035"/>
                  </a:lnTo>
                  <a:lnTo>
                    <a:pt x="1894851" y="4376035"/>
                  </a:lnTo>
                  <a:lnTo>
                    <a:pt x="1894978" y="4376035"/>
                  </a:lnTo>
                  <a:lnTo>
                    <a:pt x="1895104" y="4376035"/>
                  </a:lnTo>
                  <a:lnTo>
                    <a:pt x="1895230" y="4376035"/>
                  </a:lnTo>
                  <a:lnTo>
                    <a:pt x="1895356" y="4376035"/>
                  </a:lnTo>
                  <a:lnTo>
                    <a:pt x="1895483" y="4376035"/>
                  </a:lnTo>
                  <a:lnTo>
                    <a:pt x="1895609" y="4376035"/>
                  </a:lnTo>
                  <a:lnTo>
                    <a:pt x="1895735" y="4376035"/>
                  </a:lnTo>
                  <a:lnTo>
                    <a:pt x="1895861" y="4376035"/>
                  </a:lnTo>
                  <a:lnTo>
                    <a:pt x="1895988" y="4376035"/>
                  </a:lnTo>
                  <a:lnTo>
                    <a:pt x="1896114" y="4376035"/>
                  </a:lnTo>
                  <a:lnTo>
                    <a:pt x="1896240" y="4376035"/>
                  </a:lnTo>
                  <a:lnTo>
                    <a:pt x="1896366" y="4376035"/>
                  </a:lnTo>
                  <a:lnTo>
                    <a:pt x="1896493" y="4376035"/>
                  </a:lnTo>
                  <a:lnTo>
                    <a:pt x="1896619" y="4376035"/>
                  </a:lnTo>
                  <a:lnTo>
                    <a:pt x="1896745" y="4376035"/>
                  </a:lnTo>
                  <a:lnTo>
                    <a:pt x="1896871" y="4376035"/>
                  </a:lnTo>
                  <a:lnTo>
                    <a:pt x="1896998" y="4376035"/>
                  </a:lnTo>
                  <a:lnTo>
                    <a:pt x="1897124" y="4376035"/>
                  </a:lnTo>
                  <a:lnTo>
                    <a:pt x="1897250" y="4376035"/>
                  </a:lnTo>
                  <a:lnTo>
                    <a:pt x="1897250" y="4371123"/>
                  </a:lnTo>
                  <a:lnTo>
                    <a:pt x="1897377" y="4371123"/>
                  </a:lnTo>
                  <a:lnTo>
                    <a:pt x="1897503" y="4371123"/>
                  </a:lnTo>
                  <a:lnTo>
                    <a:pt x="1897629" y="4371123"/>
                  </a:lnTo>
                  <a:lnTo>
                    <a:pt x="1897755" y="4371123"/>
                  </a:lnTo>
                  <a:lnTo>
                    <a:pt x="1897882" y="4371123"/>
                  </a:lnTo>
                  <a:lnTo>
                    <a:pt x="1898008" y="4371123"/>
                  </a:lnTo>
                  <a:lnTo>
                    <a:pt x="1898134" y="4371123"/>
                  </a:lnTo>
                  <a:lnTo>
                    <a:pt x="1898260" y="4371123"/>
                  </a:lnTo>
                  <a:lnTo>
                    <a:pt x="1898387" y="4371123"/>
                  </a:lnTo>
                  <a:lnTo>
                    <a:pt x="1898513" y="4371123"/>
                  </a:lnTo>
                  <a:lnTo>
                    <a:pt x="1898639" y="4371123"/>
                  </a:lnTo>
                  <a:lnTo>
                    <a:pt x="1898765" y="4371123"/>
                  </a:lnTo>
                  <a:lnTo>
                    <a:pt x="1898892" y="4371123"/>
                  </a:lnTo>
                  <a:lnTo>
                    <a:pt x="1898892" y="4366212"/>
                  </a:lnTo>
                  <a:lnTo>
                    <a:pt x="1899018" y="4366212"/>
                  </a:lnTo>
                  <a:lnTo>
                    <a:pt x="1899144" y="4366212"/>
                  </a:lnTo>
                  <a:lnTo>
                    <a:pt x="1899270" y="4366212"/>
                  </a:lnTo>
                  <a:lnTo>
                    <a:pt x="1899397" y="4366212"/>
                  </a:lnTo>
                  <a:lnTo>
                    <a:pt x="1899523" y="4366212"/>
                  </a:lnTo>
                  <a:lnTo>
                    <a:pt x="1899649" y="4366212"/>
                  </a:lnTo>
                  <a:lnTo>
                    <a:pt x="1899775" y="4366212"/>
                  </a:lnTo>
                  <a:lnTo>
                    <a:pt x="1899902" y="4366212"/>
                  </a:lnTo>
                  <a:lnTo>
                    <a:pt x="1900028" y="4366212"/>
                  </a:lnTo>
                  <a:lnTo>
                    <a:pt x="1900154" y="4366212"/>
                  </a:lnTo>
                  <a:lnTo>
                    <a:pt x="1900280" y="4366212"/>
                  </a:lnTo>
                  <a:lnTo>
                    <a:pt x="1900407" y="4366212"/>
                  </a:lnTo>
                  <a:lnTo>
                    <a:pt x="1900533" y="4366212"/>
                  </a:lnTo>
                  <a:lnTo>
                    <a:pt x="1900659" y="4366212"/>
                  </a:lnTo>
                  <a:lnTo>
                    <a:pt x="1900785" y="4366212"/>
                  </a:lnTo>
                  <a:lnTo>
                    <a:pt x="1900912" y="4366212"/>
                  </a:lnTo>
                  <a:lnTo>
                    <a:pt x="1901038" y="4366212"/>
                  </a:lnTo>
                  <a:lnTo>
                    <a:pt x="1901164" y="4366212"/>
                  </a:lnTo>
                  <a:lnTo>
                    <a:pt x="1901290" y="4366212"/>
                  </a:lnTo>
                  <a:lnTo>
                    <a:pt x="1901417" y="4366212"/>
                  </a:lnTo>
                  <a:lnTo>
                    <a:pt x="1901543" y="4366212"/>
                  </a:lnTo>
                  <a:lnTo>
                    <a:pt x="1901669" y="4366212"/>
                  </a:lnTo>
                  <a:lnTo>
                    <a:pt x="1901795" y="4366212"/>
                  </a:lnTo>
                  <a:lnTo>
                    <a:pt x="1901922" y="4366212"/>
                  </a:lnTo>
                  <a:lnTo>
                    <a:pt x="1902048" y="4366212"/>
                  </a:lnTo>
                  <a:lnTo>
                    <a:pt x="1902174" y="4366212"/>
                  </a:lnTo>
                  <a:lnTo>
                    <a:pt x="1902301" y="4366212"/>
                  </a:lnTo>
                  <a:lnTo>
                    <a:pt x="1902427" y="4366212"/>
                  </a:lnTo>
                  <a:lnTo>
                    <a:pt x="1902553" y="4366212"/>
                  </a:lnTo>
                  <a:lnTo>
                    <a:pt x="1902679" y="4366212"/>
                  </a:lnTo>
                  <a:lnTo>
                    <a:pt x="1902806" y="4366212"/>
                  </a:lnTo>
                  <a:lnTo>
                    <a:pt x="1902932" y="4366212"/>
                  </a:lnTo>
                  <a:lnTo>
                    <a:pt x="1903058" y="4366212"/>
                  </a:lnTo>
                  <a:lnTo>
                    <a:pt x="1903184" y="4366212"/>
                  </a:lnTo>
                  <a:lnTo>
                    <a:pt x="1903311" y="4366212"/>
                  </a:lnTo>
                  <a:lnTo>
                    <a:pt x="1903437" y="4366212"/>
                  </a:lnTo>
                  <a:lnTo>
                    <a:pt x="1903563" y="4366212"/>
                  </a:lnTo>
                  <a:lnTo>
                    <a:pt x="1903689" y="4366212"/>
                  </a:lnTo>
                  <a:lnTo>
                    <a:pt x="1903816" y="4366212"/>
                  </a:lnTo>
                  <a:lnTo>
                    <a:pt x="1903942" y="4366212"/>
                  </a:lnTo>
                  <a:lnTo>
                    <a:pt x="1903942" y="4361300"/>
                  </a:lnTo>
                  <a:lnTo>
                    <a:pt x="1904068" y="4361300"/>
                  </a:lnTo>
                  <a:lnTo>
                    <a:pt x="1904194" y="4361300"/>
                  </a:lnTo>
                  <a:lnTo>
                    <a:pt x="1904321" y="4361300"/>
                  </a:lnTo>
                  <a:lnTo>
                    <a:pt x="1904447" y="4361300"/>
                  </a:lnTo>
                  <a:lnTo>
                    <a:pt x="1904573" y="4361300"/>
                  </a:lnTo>
                  <a:lnTo>
                    <a:pt x="1904699" y="4361300"/>
                  </a:lnTo>
                  <a:lnTo>
                    <a:pt x="1904826" y="4361300"/>
                  </a:lnTo>
                  <a:lnTo>
                    <a:pt x="1904952" y="4361300"/>
                  </a:lnTo>
                  <a:lnTo>
                    <a:pt x="1905078" y="4361300"/>
                  </a:lnTo>
                  <a:lnTo>
                    <a:pt x="1905204" y="4361300"/>
                  </a:lnTo>
                  <a:lnTo>
                    <a:pt x="1905331" y="4361300"/>
                  </a:lnTo>
                  <a:lnTo>
                    <a:pt x="1905457" y="4361300"/>
                  </a:lnTo>
                  <a:lnTo>
                    <a:pt x="1905583" y="4361300"/>
                  </a:lnTo>
                  <a:lnTo>
                    <a:pt x="1905709" y="4361300"/>
                  </a:lnTo>
                  <a:lnTo>
                    <a:pt x="1905836" y="4361300"/>
                  </a:lnTo>
                  <a:lnTo>
                    <a:pt x="1905962" y="4361300"/>
                  </a:lnTo>
                  <a:lnTo>
                    <a:pt x="1906088" y="4361300"/>
                  </a:lnTo>
                  <a:lnTo>
                    <a:pt x="1906214" y="4361300"/>
                  </a:lnTo>
                  <a:lnTo>
                    <a:pt x="1906341" y="4361300"/>
                  </a:lnTo>
                  <a:lnTo>
                    <a:pt x="1906467" y="4361300"/>
                  </a:lnTo>
                  <a:lnTo>
                    <a:pt x="1906467" y="4356389"/>
                  </a:lnTo>
                  <a:lnTo>
                    <a:pt x="1906593" y="4356389"/>
                  </a:lnTo>
                  <a:lnTo>
                    <a:pt x="1906719" y="4356389"/>
                  </a:lnTo>
                  <a:lnTo>
                    <a:pt x="1906719" y="4351478"/>
                  </a:lnTo>
                  <a:lnTo>
                    <a:pt x="1906846" y="4351478"/>
                  </a:lnTo>
                  <a:lnTo>
                    <a:pt x="1906972" y="4351478"/>
                  </a:lnTo>
                  <a:lnTo>
                    <a:pt x="1907098" y="4351478"/>
                  </a:lnTo>
                  <a:lnTo>
                    <a:pt x="1907225" y="4351478"/>
                  </a:lnTo>
                  <a:lnTo>
                    <a:pt x="1907351" y="4351478"/>
                  </a:lnTo>
                  <a:lnTo>
                    <a:pt x="1907477" y="4351478"/>
                  </a:lnTo>
                  <a:lnTo>
                    <a:pt x="1907477" y="4346566"/>
                  </a:lnTo>
                  <a:lnTo>
                    <a:pt x="1907603" y="4346566"/>
                  </a:lnTo>
                  <a:lnTo>
                    <a:pt x="1907730" y="4346566"/>
                  </a:lnTo>
                  <a:lnTo>
                    <a:pt x="1907856" y="4346566"/>
                  </a:lnTo>
                  <a:lnTo>
                    <a:pt x="1907982" y="4346566"/>
                  </a:lnTo>
                  <a:lnTo>
                    <a:pt x="1908108" y="4346566"/>
                  </a:lnTo>
                  <a:lnTo>
                    <a:pt x="1908235" y="4346566"/>
                  </a:lnTo>
                  <a:lnTo>
                    <a:pt x="1908361" y="4346566"/>
                  </a:lnTo>
                  <a:lnTo>
                    <a:pt x="1908487" y="4346566"/>
                  </a:lnTo>
                  <a:lnTo>
                    <a:pt x="1908613" y="4346566"/>
                  </a:lnTo>
                  <a:lnTo>
                    <a:pt x="1908740" y="4346566"/>
                  </a:lnTo>
                  <a:lnTo>
                    <a:pt x="1908866" y="4346566"/>
                  </a:lnTo>
                  <a:lnTo>
                    <a:pt x="1908992" y="4346566"/>
                  </a:lnTo>
                  <a:lnTo>
                    <a:pt x="1909118" y="4346566"/>
                  </a:lnTo>
                  <a:lnTo>
                    <a:pt x="1909245" y="4346566"/>
                  </a:lnTo>
                  <a:lnTo>
                    <a:pt x="1909371" y="4346566"/>
                  </a:lnTo>
                  <a:lnTo>
                    <a:pt x="1909497" y="4346566"/>
                  </a:lnTo>
                  <a:lnTo>
                    <a:pt x="1909623" y="4346566"/>
                  </a:lnTo>
                  <a:lnTo>
                    <a:pt x="1909750" y="4346566"/>
                  </a:lnTo>
                  <a:lnTo>
                    <a:pt x="1909750" y="4341655"/>
                  </a:lnTo>
                  <a:lnTo>
                    <a:pt x="1909876" y="4341655"/>
                  </a:lnTo>
                  <a:lnTo>
                    <a:pt x="1910002" y="4341655"/>
                  </a:lnTo>
                  <a:lnTo>
                    <a:pt x="1910128" y="4341655"/>
                  </a:lnTo>
                  <a:lnTo>
                    <a:pt x="1910255" y="4341655"/>
                  </a:lnTo>
                  <a:lnTo>
                    <a:pt x="1910255" y="4336744"/>
                  </a:lnTo>
                  <a:lnTo>
                    <a:pt x="1910381" y="4336744"/>
                  </a:lnTo>
                  <a:lnTo>
                    <a:pt x="1910507" y="4336744"/>
                  </a:lnTo>
                  <a:lnTo>
                    <a:pt x="1910633" y="4336744"/>
                  </a:lnTo>
                  <a:lnTo>
                    <a:pt x="1910760" y="4336744"/>
                  </a:lnTo>
                  <a:lnTo>
                    <a:pt x="1910886" y="4336744"/>
                  </a:lnTo>
                  <a:lnTo>
                    <a:pt x="1911012" y="4336744"/>
                  </a:lnTo>
                  <a:lnTo>
                    <a:pt x="1911138" y="4336744"/>
                  </a:lnTo>
                  <a:lnTo>
                    <a:pt x="1911265" y="4336744"/>
                  </a:lnTo>
                  <a:lnTo>
                    <a:pt x="1911391" y="4336744"/>
                  </a:lnTo>
                  <a:lnTo>
                    <a:pt x="1911517" y="4336744"/>
                  </a:lnTo>
                  <a:lnTo>
                    <a:pt x="1911643" y="4336744"/>
                  </a:lnTo>
                  <a:lnTo>
                    <a:pt x="1911770" y="4336744"/>
                  </a:lnTo>
                  <a:lnTo>
                    <a:pt x="1911896" y="4336744"/>
                  </a:lnTo>
                  <a:lnTo>
                    <a:pt x="1912022" y="4336744"/>
                  </a:lnTo>
                  <a:lnTo>
                    <a:pt x="1912148" y="4336744"/>
                  </a:lnTo>
                  <a:lnTo>
                    <a:pt x="1912275" y="4336744"/>
                  </a:lnTo>
                  <a:lnTo>
                    <a:pt x="1912401" y="4336744"/>
                  </a:lnTo>
                  <a:lnTo>
                    <a:pt x="1912527" y="4336744"/>
                  </a:lnTo>
                  <a:lnTo>
                    <a:pt x="1912654" y="4336744"/>
                  </a:lnTo>
                  <a:lnTo>
                    <a:pt x="1912780" y="4336744"/>
                  </a:lnTo>
                  <a:lnTo>
                    <a:pt x="1912906" y="4336744"/>
                  </a:lnTo>
                  <a:lnTo>
                    <a:pt x="1913032" y="4336744"/>
                  </a:lnTo>
                  <a:lnTo>
                    <a:pt x="1913159" y="4336744"/>
                  </a:lnTo>
                  <a:lnTo>
                    <a:pt x="1913285" y="4336744"/>
                  </a:lnTo>
                  <a:lnTo>
                    <a:pt x="1913411" y="4336744"/>
                  </a:lnTo>
                  <a:lnTo>
                    <a:pt x="1913537" y="4336744"/>
                  </a:lnTo>
                  <a:lnTo>
                    <a:pt x="1913664" y="4336744"/>
                  </a:lnTo>
                  <a:lnTo>
                    <a:pt x="1913790" y="4336744"/>
                  </a:lnTo>
                  <a:lnTo>
                    <a:pt x="1913916" y="4336744"/>
                  </a:lnTo>
                  <a:lnTo>
                    <a:pt x="1914042" y="4336744"/>
                  </a:lnTo>
                  <a:lnTo>
                    <a:pt x="1914169" y="4336744"/>
                  </a:lnTo>
                  <a:lnTo>
                    <a:pt x="1914295" y="4336744"/>
                  </a:lnTo>
                  <a:lnTo>
                    <a:pt x="1914421" y="4336744"/>
                  </a:lnTo>
                  <a:lnTo>
                    <a:pt x="1914547" y="4336744"/>
                  </a:lnTo>
                  <a:lnTo>
                    <a:pt x="1914674" y="4336744"/>
                  </a:lnTo>
                  <a:lnTo>
                    <a:pt x="1914800" y="4336744"/>
                  </a:lnTo>
                  <a:lnTo>
                    <a:pt x="1914926" y="4336744"/>
                  </a:lnTo>
                  <a:lnTo>
                    <a:pt x="1915052" y="4336744"/>
                  </a:lnTo>
                  <a:lnTo>
                    <a:pt x="1915179" y="4336744"/>
                  </a:lnTo>
                  <a:lnTo>
                    <a:pt x="1915305" y="4336744"/>
                  </a:lnTo>
                  <a:lnTo>
                    <a:pt x="1915431" y="4336744"/>
                  </a:lnTo>
                  <a:lnTo>
                    <a:pt x="1915557" y="4336744"/>
                  </a:lnTo>
                  <a:lnTo>
                    <a:pt x="1915684" y="4336744"/>
                  </a:lnTo>
                  <a:lnTo>
                    <a:pt x="1915810" y="4336744"/>
                  </a:lnTo>
                  <a:lnTo>
                    <a:pt x="1915936" y="4336744"/>
                  </a:lnTo>
                  <a:lnTo>
                    <a:pt x="1916062" y="4336744"/>
                  </a:lnTo>
                  <a:lnTo>
                    <a:pt x="1916189" y="4336744"/>
                  </a:lnTo>
                  <a:lnTo>
                    <a:pt x="1916315" y="4336744"/>
                  </a:lnTo>
                  <a:lnTo>
                    <a:pt x="1916441" y="4336744"/>
                  </a:lnTo>
                  <a:lnTo>
                    <a:pt x="1916567" y="4336744"/>
                  </a:lnTo>
                  <a:lnTo>
                    <a:pt x="1916694" y="4336744"/>
                  </a:lnTo>
                  <a:lnTo>
                    <a:pt x="1916820" y="4336744"/>
                  </a:lnTo>
                  <a:lnTo>
                    <a:pt x="1916820" y="4331832"/>
                  </a:lnTo>
                  <a:lnTo>
                    <a:pt x="1916946" y="4331832"/>
                  </a:lnTo>
                  <a:lnTo>
                    <a:pt x="1917072" y="4331832"/>
                  </a:lnTo>
                  <a:lnTo>
                    <a:pt x="1917199" y="4331832"/>
                  </a:lnTo>
                  <a:lnTo>
                    <a:pt x="1917325" y="4331832"/>
                  </a:lnTo>
                  <a:lnTo>
                    <a:pt x="1917451" y="4331832"/>
                  </a:lnTo>
                  <a:lnTo>
                    <a:pt x="1917578" y="4331832"/>
                  </a:lnTo>
                  <a:lnTo>
                    <a:pt x="1917704" y="4331832"/>
                  </a:lnTo>
                  <a:lnTo>
                    <a:pt x="1917830" y="4331832"/>
                  </a:lnTo>
                  <a:lnTo>
                    <a:pt x="1917956" y="4331832"/>
                  </a:lnTo>
                  <a:lnTo>
                    <a:pt x="1918083" y="4331832"/>
                  </a:lnTo>
                  <a:lnTo>
                    <a:pt x="1918209" y="4331832"/>
                  </a:lnTo>
                  <a:lnTo>
                    <a:pt x="1918335" y="4331832"/>
                  </a:lnTo>
                  <a:lnTo>
                    <a:pt x="1918461" y="4331832"/>
                  </a:lnTo>
                  <a:lnTo>
                    <a:pt x="1918588" y="4331832"/>
                  </a:lnTo>
                  <a:lnTo>
                    <a:pt x="1918714" y="4331832"/>
                  </a:lnTo>
                  <a:lnTo>
                    <a:pt x="1918840" y="4331832"/>
                  </a:lnTo>
                  <a:lnTo>
                    <a:pt x="1918966" y="4331832"/>
                  </a:lnTo>
                  <a:lnTo>
                    <a:pt x="1919093" y="4331832"/>
                  </a:lnTo>
                  <a:lnTo>
                    <a:pt x="1919219" y="4331832"/>
                  </a:lnTo>
                  <a:lnTo>
                    <a:pt x="1919345" y="4331832"/>
                  </a:lnTo>
                  <a:lnTo>
                    <a:pt x="1919471" y="4331832"/>
                  </a:lnTo>
                  <a:lnTo>
                    <a:pt x="1919598" y="4331832"/>
                  </a:lnTo>
                  <a:lnTo>
                    <a:pt x="1919724" y="4331832"/>
                  </a:lnTo>
                  <a:lnTo>
                    <a:pt x="1919850" y="4331832"/>
                  </a:lnTo>
                  <a:lnTo>
                    <a:pt x="1919976" y="4331832"/>
                  </a:lnTo>
                  <a:lnTo>
                    <a:pt x="1920103" y="4331832"/>
                  </a:lnTo>
                  <a:lnTo>
                    <a:pt x="1920229" y="4331832"/>
                  </a:lnTo>
                  <a:lnTo>
                    <a:pt x="1920355" y="4331832"/>
                  </a:lnTo>
                  <a:lnTo>
                    <a:pt x="1920481" y="4331832"/>
                  </a:lnTo>
                  <a:lnTo>
                    <a:pt x="1920608" y="4331832"/>
                  </a:lnTo>
                  <a:lnTo>
                    <a:pt x="1920734" y="4331832"/>
                  </a:lnTo>
                  <a:lnTo>
                    <a:pt x="1920860" y="4331832"/>
                  </a:lnTo>
                  <a:lnTo>
                    <a:pt x="1920860" y="4326921"/>
                  </a:lnTo>
                  <a:lnTo>
                    <a:pt x="1920986" y="4326921"/>
                  </a:lnTo>
                  <a:lnTo>
                    <a:pt x="1921113" y="4326921"/>
                  </a:lnTo>
                  <a:lnTo>
                    <a:pt x="1921239" y="4326921"/>
                  </a:lnTo>
                  <a:lnTo>
                    <a:pt x="1921365" y="4326921"/>
                  </a:lnTo>
                  <a:lnTo>
                    <a:pt x="1921491" y="4326921"/>
                  </a:lnTo>
                  <a:lnTo>
                    <a:pt x="1921618" y="4326921"/>
                  </a:lnTo>
                  <a:lnTo>
                    <a:pt x="1921744" y="4326921"/>
                  </a:lnTo>
                  <a:lnTo>
                    <a:pt x="1921870" y="4326921"/>
                  </a:lnTo>
                  <a:lnTo>
                    <a:pt x="1921996" y="4326921"/>
                  </a:lnTo>
                  <a:lnTo>
                    <a:pt x="1922123" y="4326921"/>
                  </a:lnTo>
                  <a:lnTo>
                    <a:pt x="1922249" y="4326921"/>
                  </a:lnTo>
                  <a:lnTo>
                    <a:pt x="1922375" y="4326921"/>
                  </a:lnTo>
                  <a:lnTo>
                    <a:pt x="1922501" y="4326921"/>
                  </a:lnTo>
                  <a:lnTo>
                    <a:pt x="1922628" y="4326921"/>
                  </a:lnTo>
                  <a:lnTo>
                    <a:pt x="1922754" y="4326921"/>
                  </a:lnTo>
                  <a:lnTo>
                    <a:pt x="1922880" y="4326921"/>
                  </a:lnTo>
                  <a:lnTo>
                    <a:pt x="1923007" y="4326921"/>
                  </a:lnTo>
                  <a:lnTo>
                    <a:pt x="1923133" y="4326921"/>
                  </a:lnTo>
                  <a:lnTo>
                    <a:pt x="1923259" y="4326921"/>
                  </a:lnTo>
                  <a:lnTo>
                    <a:pt x="1923385" y="4326921"/>
                  </a:lnTo>
                  <a:lnTo>
                    <a:pt x="1923512" y="4326921"/>
                  </a:lnTo>
                  <a:lnTo>
                    <a:pt x="1923638" y="4326921"/>
                  </a:lnTo>
                  <a:lnTo>
                    <a:pt x="1923764" y="4326921"/>
                  </a:lnTo>
                  <a:lnTo>
                    <a:pt x="1923890" y="4326921"/>
                  </a:lnTo>
                  <a:lnTo>
                    <a:pt x="1924017" y="4326921"/>
                  </a:lnTo>
                  <a:lnTo>
                    <a:pt x="1924143" y="4326921"/>
                  </a:lnTo>
                  <a:lnTo>
                    <a:pt x="1924269" y="4326921"/>
                  </a:lnTo>
                  <a:lnTo>
                    <a:pt x="1924395" y="4326921"/>
                  </a:lnTo>
                  <a:lnTo>
                    <a:pt x="1924522" y="4326921"/>
                  </a:lnTo>
                  <a:lnTo>
                    <a:pt x="1924648" y="4326921"/>
                  </a:lnTo>
                  <a:lnTo>
                    <a:pt x="1924774" y="4326921"/>
                  </a:lnTo>
                  <a:lnTo>
                    <a:pt x="1924900" y="4326921"/>
                  </a:lnTo>
                  <a:lnTo>
                    <a:pt x="1925027" y="4326921"/>
                  </a:lnTo>
                  <a:lnTo>
                    <a:pt x="1925153" y="4326921"/>
                  </a:lnTo>
                  <a:lnTo>
                    <a:pt x="1925279" y="4326921"/>
                  </a:lnTo>
                  <a:lnTo>
                    <a:pt x="1925405" y="4326921"/>
                  </a:lnTo>
                  <a:lnTo>
                    <a:pt x="1925532" y="4326921"/>
                  </a:lnTo>
                  <a:lnTo>
                    <a:pt x="1925658" y="4326921"/>
                  </a:lnTo>
                  <a:lnTo>
                    <a:pt x="1925784" y="4326921"/>
                  </a:lnTo>
                  <a:lnTo>
                    <a:pt x="1925910" y="4326921"/>
                  </a:lnTo>
                  <a:lnTo>
                    <a:pt x="1926037" y="4326921"/>
                  </a:lnTo>
                  <a:lnTo>
                    <a:pt x="1926163" y="4326921"/>
                  </a:lnTo>
                  <a:lnTo>
                    <a:pt x="1926163" y="4322009"/>
                  </a:lnTo>
                  <a:lnTo>
                    <a:pt x="1926289" y="4322009"/>
                  </a:lnTo>
                  <a:lnTo>
                    <a:pt x="1926415" y="4322009"/>
                  </a:lnTo>
                  <a:lnTo>
                    <a:pt x="1926542" y="4322009"/>
                  </a:lnTo>
                  <a:lnTo>
                    <a:pt x="1926668" y="4322009"/>
                  </a:lnTo>
                  <a:lnTo>
                    <a:pt x="1926794" y="4322009"/>
                  </a:lnTo>
                  <a:lnTo>
                    <a:pt x="1926920" y="4322009"/>
                  </a:lnTo>
                  <a:lnTo>
                    <a:pt x="1927047" y="4322009"/>
                  </a:lnTo>
                  <a:lnTo>
                    <a:pt x="1927173" y="4322009"/>
                  </a:lnTo>
                  <a:lnTo>
                    <a:pt x="1927299" y="4322009"/>
                  </a:lnTo>
                  <a:lnTo>
                    <a:pt x="1927425" y="4322009"/>
                  </a:lnTo>
                  <a:lnTo>
                    <a:pt x="1927552" y="4322009"/>
                  </a:lnTo>
                  <a:lnTo>
                    <a:pt x="1927678" y="4322009"/>
                  </a:lnTo>
                  <a:lnTo>
                    <a:pt x="1927804" y="4322009"/>
                  </a:lnTo>
                  <a:lnTo>
                    <a:pt x="1927931" y="4322009"/>
                  </a:lnTo>
                  <a:lnTo>
                    <a:pt x="1928057" y="4322009"/>
                  </a:lnTo>
                  <a:lnTo>
                    <a:pt x="1928183" y="4322009"/>
                  </a:lnTo>
                  <a:lnTo>
                    <a:pt x="1928309" y="4322009"/>
                  </a:lnTo>
                  <a:lnTo>
                    <a:pt x="1928436" y="4322009"/>
                  </a:lnTo>
                  <a:lnTo>
                    <a:pt x="1928562" y="4322009"/>
                  </a:lnTo>
                  <a:lnTo>
                    <a:pt x="1928688" y="4322009"/>
                  </a:lnTo>
                  <a:lnTo>
                    <a:pt x="1928814" y="4322009"/>
                  </a:lnTo>
                  <a:lnTo>
                    <a:pt x="1928941" y="4322009"/>
                  </a:lnTo>
                  <a:lnTo>
                    <a:pt x="1929067" y="4322009"/>
                  </a:lnTo>
                  <a:lnTo>
                    <a:pt x="1929193" y="4322009"/>
                  </a:lnTo>
                  <a:lnTo>
                    <a:pt x="1929319" y="4322009"/>
                  </a:lnTo>
                  <a:lnTo>
                    <a:pt x="1929446" y="4322009"/>
                  </a:lnTo>
                  <a:lnTo>
                    <a:pt x="1929572" y="4322009"/>
                  </a:lnTo>
                  <a:lnTo>
                    <a:pt x="1929698" y="4322009"/>
                  </a:lnTo>
                  <a:lnTo>
                    <a:pt x="1929824" y="4322009"/>
                  </a:lnTo>
                  <a:lnTo>
                    <a:pt x="1929951" y="4322009"/>
                  </a:lnTo>
                  <a:lnTo>
                    <a:pt x="1930077" y="4322009"/>
                  </a:lnTo>
                  <a:lnTo>
                    <a:pt x="1930203" y="4322009"/>
                  </a:lnTo>
                  <a:lnTo>
                    <a:pt x="1930329" y="4322009"/>
                  </a:lnTo>
                  <a:lnTo>
                    <a:pt x="1930456" y="4322009"/>
                  </a:lnTo>
                  <a:lnTo>
                    <a:pt x="1930582" y="4322009"/>
                  </a:lnTo>
                  <a:lnTo>
                    <a:pt x="1930708" y="4322009"/>
                  </a:lnTo>
                  <a:lnTo>
                    <a:pt x="1930834" y="4322009"/>
                  </a:lnTo>
                  <a:lnTo>
                    <a:pt x="1930961" y="4322009"/>
                  </a:lnTo>
                  <a:lnTo>
                    <a:pt x="1931087" y="4322009"/>
                  </a:lnTo>
                  <a:lnTo>
                    <a:pt x="1931087" y="4317098"/>
                  </a:lnTo>
                  <a:lnTo>
                    <a:pt x="1931087" y="4312187"/>
                  </a:lnTo>
                  <a:lnTo>
                    <a:pt x="1931213" y="4312187"/>
                  </a:lnTo>
                  <a:lnTo>
                    <a:pt x="1931339" y="4312187"/>
                  </a:lnTo>
                  <a:lnTo>
                    <a:pt x="1931466" y="4312187"/>
                  </a:lnTo>
                  <a:lnTo>
                    <a:pt x="1931592" y="4312187"/>
                  </a:lnTo>
                  <a:lnTo>
                    <a:pt x="1931718" y="4312187"/>
                  </a:lnTo>
                  <a:lnTo>
                    <a:pt x="1931844" y="4312187"/>
                  </a:lnTo>
                  <a:lnTo>
                    <a:pt x="1931971" y="4312187"/>
                  </a:lnTo>
                  <a:lnTo>
                    <a:pt x="1932097" y="4312187"/>
                  </a:lnTo>
                  <a:lnTo>
                    <a:pt x="1932223" y="4312187"/>
                  </a:lnTo>
                  <a:lnTo>
                    <a:pt x="1932349" y="4312187"/>
                  </a:lnTo>
                  <a:lnTo>
                    <a:pt x="1932476" y="4312187"/>
                  </a:lnTo>
                  <a:lnTo>
                    <a:pt x="1932602" y="4312187"/>
                  </a:lnTo>
                  <a:lnTo>
                    <a:pt x="1932728" y="4312187"/>
                  </a:lnTo>
                  <a:lnTo>
                    <a:pt x="1932854" y="4312187"/>
                  </a:lnTo>
                  <a:lnTo>
                    <a:pt x="1932981" y="4312187"/>
                  </a:lnTo>
                  <a:lnTo>
                    <a:pt x="1933107" y="4312187"/>
                  </a:lnTo>
                  <a:lnTo>
                    <a:pt x="1933233" y="4312187"/>
                  </a:lnTo>
                  <a:lnTo>
                    <a:pt x="1933360" y="4312187"/>
                  </a:lnTo>
                  <a:lnTo>
                    <a:pt x="1933486" y="4312187"/>
                  </a:lnTo>
                  <a:lnTo>
                    <a:pt x="1933612" y="4312187"/>
                  </a:lnTo>
                  <a:lnTo>
                    <a:pt x="1933738" y="4312187"/>
                  </a:lnTo>
                  <a:lnTo>
                    <a:pt x="1933865" y="4312187"/>
                  </a:lnTo>
                  <a:lnTo>
                    <a:pt x="1933991" y="4312187"/>
                  </a:lnTo>
                  <a:lnTo>
                    <a:pt x="1934117" y="4312187"/>
                  </a:lnTo>
                  <a:lnTo>
                    <a:pt x="1934243" y="4312187"/>
                  </a:lnTo>
                  <a:lnTo>
                    <a:pt x="1934370" y="4312187"/>
                  </a:lnTo>
                  <a:lnTo>
                    <a:pt x="1934496" y="4312187"/>
                  </a:lnTo>
                  <a:lnTo>
                    <a:pt x="1934622" y="4312187"/>
                  </a:lnTo>
                  <a:lnTo>
                    <a:pt x="1934748" y="4312187"/>
                  </a:lnTo>
                  <a:lnTo>
                    <a:pt x="1934875" y="4312187"/>
                  </a:lnTo>
                  <a:lnTo>
                    <a:pt x="1935001" y="4312187"/>
                  </a:lnTo>
                  <a:lnTo>
                    <a:pt x="1935127" y="4312187"/>
                  </a:lnTo>
                  <a:lnTo>
                    <a:pt x="1935253" y="4312187"/>
                  </a:lnTo>
                  <a:lnTo>
                    <a:pt x="1935380" y="4312187"/>
                  </a:lnTo>
                  <a:lnTo>
                    <a:pt x="1935506" y="4312187"/>
                  </a:lnTo>
                  <a:lnTo>
                    <a:pt x="1935632" y="4312187"/>
                  </a:lnTo>
                  <a:lnTo>
                    <a:pt x="1935758" y="4312187"/>
                  </a:lnTo>
                  <a:lnTo>
                    <a:pt x="1935885" y="4312187"/>
                  </a:lnTo>
                  <a:lnTo>
                    <a:pt x="1936011" y="4312187"/>
                  </a:lnTo>
                  <a:lnTo>
                    <a:pt x="1936137" y="4312187"/>
                  </a:lnTo>
                  <a:lnTo>
                    <a:pt x="1936263" y="4312187"/>
                  </a:lnTo>
                  <a:lnTo>
                    <a:pt x="1936390" y="4312187"/>
                  </a:lnTo>
                  <a:lnTo>
                    <a:pt x="1936516" y="4312187"/>
                  </a:lnTo>
                  <a:lnTo>
                    <a:pt x="1936642" y="4312187"/>
                  </a:lnTo>
                  <a:lnTo>
                    <a:pt x="1936768" y="4312187"/>
                  </a:lnTo>
                  <a:lnTo>
                    <a:pt x="1936895" y="4312187"/>
                  </a:lnTo>
                  <a:lnTo>
                    <a:pt x="1937021" y="4312187"/>
                  </a:lnTo>
                  <a:lnTo>
                    <a:pt x="1937147" y="4312187"/>
                  </a:lnTo>
                  <a:lnTo>
                    <a:pt x="1937273" y="4312187"/>
                  </a:lnTo>
                  <a:lnTo>
                    <a:pt x="1937400" y="4312187"/>
                  </a:lnTo>
                  <a:lnTo>
                    <a:pt x="1937526" y="4312187"/>
                  </a:lnTo>
                  <a:lnTo>
                    <a:pt x="1937652" y="4312187"/>
                  </a:lnTo>
                  <a:lnTo>
                    <a:pt x="1937778" y="4312187"/>
                  </a:lnTo>
                  <a:lnTo>
                    <a:pt x="1937905" y="4312187"/>
                  </a:lnTo>
                  <a:lnTo>
                    <a:pt x="1938031" y="4312187"/>
                  </a:lnTo>
                  <a:lnTo>
                    <a:pt x="1938157" y="4312187"/>
                  </a:lnTo>
                  <a:lnTo>
                    <a:pt x="1938284" y="4312187"/>
                  </a:lnTo>
                  <a:lnTo>
                    <a:pt x="1938410" y="4312187"/>
                  </a:lnTo>
                  <a:lnTo>
                    <a:pt x="1938536" y="4312187"/>
                  </a:lnTo>
                  <a:lnTo>
                    <a:pt x="1938662" y="4312187"/>
                  </a:lnTo>
                  <a:lnTo>
                    <a:pt x="1938789" y="4312187"/>
                  </a:lnTo>
                  <a:lnTo>
                    <a:pt x="1938915" y="4312187"/>
                  </a:lnTo>
                  <a:lnTo>
                    <a:pt x="1939041" y="4312187"/>
                  </a:lnTo>
                  <a:lnTo>
                    <a:pt x="1939167" y="4312187"/>
                  </a:lnTo>
                  <a:lnTo>
                    <a:pt x="1939294" y="4312187"/>
                  </a:lnTo>
                  <a:lnTo>
                    <a:pt x="1939420" y="4312187"/>
                  </a:lnTo>
                  <a:lnTo>
                    <a:pt x="1939546" y="4312187"/>
                  </a:lnTo>
                  <a:lnTo>
                    <a:pt x="1939672" y="4312187"/>
                  </a:lnTo>
                  <a:lnTo>
                    <a:pt x="1939799" y="4312187"/>
                  </a:lnTo>
                  <a:lnTo>
                    <a:pt x="1939925" y="4312187"/>
                  </a:lnTo>
                  <a:lnTo>
                    <a:pt x="1940051" y="4312187"/>
                  </a:lnTo>
                  <a:lnTo>
                    <a:pt x="1940177" y="4312187"/>
                  </a:lnTo>
                  <a:lnTo>
                    <a:pt x="1940304" y="4312187"/>
                  </a:lnTo>
                  <a:lnTo>
                    <a:pt x="1940430" y="4312187"/>
                  </a:lnTo>
                  <a:lnTo>
                    <a:pt x="1940556" y="4312187"/>
                  </a:lnTo>
                  <a:lnTo>
                    <a:pt x="1940682" y="4312187"/>
                  </a:lnTo>
                  <a:lnTo>
                    <a:pt x="1940809" y="4312187"/>
                  </a:lnTo>
                  <a:lnTo>
                    <a:pt x="1940935" y="4312187"/>
                  </a:lnTo>
                  <a:lnTo>
                    <a:pt x="1941061" y="4312187"/>
                  </a:lnTo>
                  <a:lnTo>
                    <a:pt x="1941187" y="4312187"/>
                  </a:lnTo>
                  <a:lnTo>
                    <a:pt x="1941314" y="4312187"/>
                  </a:lnTo>
                  <a:lnTo>
                    <a:pt x="1941440" y="4312187"/>
                  </a:lnTo>
                  <a:lnTo>
                    <a:pt x="1941566" y="4312187"/>
                  </a:lnTo>
                  <a:lnTo>
                    <a:pt x="1941692" y="4312187"/>
                  </a:lnTo>
                  <a:lnTo>
                    <a:pt x="1941819" y="4312187"/>
                  </a:lnTo>
                  <a:lnTo>
                    <a:pt x="1941945" y="4312187"/>
                  </a:lnTo>
                  <a:lnTo>
                    <a:pt x="1942071" y="4312187"/>
                  </a:lnTo>
                  <a:lnTo>
                    <a:pt x="1942197" y="4312187"/>
                  </a:lnTo>
                  <a:lnTo>
                    <a:pt x="1942324" y="4312187"/>
                  </a:lnTo>
                  <a:lnTo>
                    <a:pt x="1942450" y="4312187"/>
                  </a:lnTo>
                  <a:lnTo>
                    <a:pt x="1942576" y="4312187"/>
                  </a:lnTo>
                  <a:lnTo>
                    <a:pt x="1942702" y="4312187"/>
                  </a:lnTo>
                  <a:lnTo>
                    <a:pt x="1942829" y="4312187"/>
                  </a:lnTo>
                  <a:lnTo>
                    <a:pt x="1942955" y="4312187"/>
                  </a:lnTo>
                  <a:lnTo>
                    <a:pt x="1943081" y="4312187"/>
                  </a:lnTo>
                  <a:lnTo>
                    <a:pt x="1943207" y="4312187"/>
                  </a:lnTo>
                  <a:lnTo>
                    <a:pt x="1943334" y="4312187"/>
                  </a:lnTo>
                  <a:lnTo>
                    <a:pt x="1943460" y="4312187"/>
                  </a:lnTo>
                  <a:lnTo>
                    <a:pt x="1943586" y="4312187"/>
                  </a:lnTo>
                  <a:lnTo>
                    <a:pt x="1943586" y="4307275"/>
                  </a:lnTo>
                  <a:lnTo>
                    <a:pt x="1943713" y="4307275"/>
                  </a:lnTo>
                  <a:lnTo>
                    <a:pt x="1943839" y="4307275"/>
                  </a:lnTo>
                  <a:lnTo>
                    <a:pt x="1943965" y="4307275"/>
                  </a:lnTo>
                  <a:lnTo>
                    <a:pt x="1944091" y="4307275"/>
                  </a:lnTo>
                  <a:lnTo>
                    <a:pt x="1944218" y="4307275"/>
                  </a:lnTo>
                  <a:lnTo>
                    <a:pt x="1944344" y="4307275"/>
                  </a:lnTo>
                  <a:lnTo>
                    <a:pt x="1944470" y="4307275"/>
                  </a:lnTo>
                  <a:lnTo>
                    <a:pt x="1944596" y="4307275"/>
                  </a:lnTo>
                  <a:lnTo>
                    <a:pt x="1944723" y="4307275"/>
                  </a:lnTo>
                  <a:lnTo>
                    <a:pt x="1944849" y="4307275"/>
                  </a:lnTo>
                  <a:lnTo>
                    <a:pt x="1944975" y="4307275"/>
                  </a:lnTo>
                  <a:lnTo>
                    <a:pt x="1945101" y="4307275"/>
                  </a:lnTo>
                  <a:lnTo>
                    <a:pt x="1945228" y="4307275"/>
                  </a:lnTo>
                  <a:lnTo>
                    <a:pt x="1945354" y="4307275"/>
                  </a:lnTo>
                  <a:lnTo>
                    <a:pt x="1945480" y="4307275"/>
                  </a:lnTo>
                  <a:lnTo>
                    <a:pt x="1945606" y="4307275"/>
                  </a:lnTo>
                  <a:lnTo>
                    <a:pt x="1945733" y="4307275"/>
                  </a:lnTo>
                  <a:lnTo>
                    <a:pt x="1945733" y="4302364"/>
                  </a:lnTo>
                  <a:lnTo>
                    <a:pt x="1945859" y="4302364"/>
                  </a:lnTo>
                  <a:lnTo>
                    <a:pt x="1945985" y="4302364"/>
                  </a:lnTo>
                  <a:lnTo>
                    <a:pt x="1946111" y="4302364"/>
                  </a:lnTo>
                  <a:lnTo>
                    <a:pt x="1946238" y="4302364"/>
                  </a:lnTo>
                  <a:lnTo>
                    <a:pt x="1946364" y="4302364"/>
                  </a:lnTo>
                  <a:lnTo>
                    <a:pt x="1946490" y="4302364"/>
                  </a:lnTo>
                  <a:lnTo>
                    <a:pt x="1946616" y="4302364"/>
                  </a:lnTo>
                  <a:lnTo>
                    <a:pt x="1946743" y="4302364"/>
                  </a:lnTo>
                  <a:lnTo>
                    <a:pt x="1946869" y="4302364"/>
                  </a:lnTo>
                  <a:lnTo>
                    <a:pt x="1946995" y="4302364"/>
                  </a:lnTo>
                  <a:lnTo>
                    <a:pt x="1947121" y="4302364"/>
                  </a:lnTo>
                  <a:lnTo>
                    <a:pt x="1947248" y="4302364"/>
                  </a:lnTo>
                  <a:lnTo>
                    <a:pt x="1947374" y="4302364"/>
                  </a:lnTo>
                  <a:lnTo>
                    <a:pt x="1947500" y="4302364"/>
                  </a:lnTo>
                  <a:lnTo>
                    <a:pt x="1947626" y="4302364"/>
                  </a:lnTo>
                  <a:lnTo>
                    <a:pt x="1947753" y="4302364"/>
                  </a:lnTo>
                  <a:lnTo>
                    <a:pt x="1947879" y="4302364"/>
                  </a:lnTo>
                  <a:lnTo>
                    <a:pt x="1948005" y="4302364"/>
                  </a:lnTo>
                  <a:lnTo>
                    <a:pt x="1948131" y="4302364"/>
                  </a:lnTo>
                  <a:lnTo>
                    <a:pt x="1948258" y="4302364"/>
                  </a:lnTo>
                  <a:lnTo>
                    <a:pt x="1948384" y="4302364"/>
                  </a:lnTo>
                  <a:lnTo>
                    <a:pt x="1948510" y="4302364"/>
                  </a:lnTo>
                  <a:lnTo>
                    <a:pt x="1948637" y="4302364"/>
                  </a:lnTo>
                  <a:lnTo>
                    <a:pt x="1948763" y="4302364"/>
                  </a:lnTo>
                  <a:lnTo>
                    <a:pt x="1948889" y="4302364"/>
                  </a:lnTo>
                  <a:lnTo>
                    <a:pt x="1949015" y="4302364"/>
                  </a:lnTo>
                  <a:lnTo>
                    <a:pt x="1949142" y="4302364"/>
                  </a:lnTo>
                  <a:lnTo>
                    <a:pt x="1949268" y="4302364"/>
                  </a:lnTo>
                  <a:lnTo>
                    <a:pt x="1949394" y="4302364"/>
                  </a:lnTo>
                  <a:lnTo>
                    <a:pt x="1949520" y="4302364"/>
                  </a:lnTo>
                  <a:lnTo>
                    <a:pt x="1949647" y="4302364"/>
                  </a:lnTo>
                  <a:lnTo>
                    <a:pt x="1949773" y="4302364"/>
                  </a:lnTo>
                  <a:lnTo>
                    <a:pt x="1949899" y="4302364"/>
                  </a:lnTo>
                  <a:lnTo>
                    <a:pt x="1950025" y="4302364"/>
                  </a:lnTo>
                  <a:lnTo>
                    <a:pt x="1950152" y="4302364"/>
                  </a:lnTo>
                  <a:lnTo>
                    <a:pt x="1950278" y="4302364"/>
                  </a:lnTo>
                  <a:lnTo>
                    <a:pt x="1950404" y="4302364"/>
                  </a:lnTo>
                  <a:lnTo>
                    <a:pt x="1950530" y="4302364"/>
                  </a:lnTo>
                  <a:lnTo>
                    <a:pt x="1950657" y="4302364"/>
                  </a:lnTo>
                  <a:lnTo>
                    <a:pt x="1950783" y="4302364"/>
                  </a:lnTo>
                  <a:lnTo>
                    <a:pt x="1950909" y="4302364"/>
                  </a:lnTo>
                  <a:lnTo>
                    <a:pt x="1951035" y="4302364"/>
                  </a:lnTo>
                  <a:lnTo>
                    <a:pt x="1951162" y="4302364"/>
                  </a:lnTo>
                  <a:lnTo>
                    <a:pt x="1951288" y="4302364"/>
                  </a:lnTo>
                  <a:lnTo>
                    <a:pt x="1951288" y="4297453"/>
                  </a:lnTo>
                  <a:lnTo>
                    <a:pt x="1951414" y="4297453"/>
                  </a:lnTo>
                  <a:lnTo>
                    <a:pt x="1951540" y="4297453"/>
                  </a:lnTo>
                  <a:lnTo>
                    <a:pt x="1951667" y="4297453"/>
                  </a:lnTo>
                  <a:lnTo>
                    <a:pt x="1951793" y="4297453"/>
                  </a:lnTo>
                  <a:lnTo>
                    <a:pt x="1951919" y="4297453"/>
                  </a:lnTo>
                  <a:lnTo>
                    <a:pt x="1952045" y="4297453"/>
                  </a:lnTo>
                  <a:lnTo>
                    <a:pt x="1952172" y="4297453"/>
                  </a:lnTo>
                  <a:lnTo>
                    <a:pt x="1952298" y="4297453"/>
                  </a:lnTo>
                  <a:lnTo>
                    <a:pt x="1952424" y="4297453"/>
                  </a:lnTo>
                  <a:lnTo>
                    <a:pt x="1952550" y="4297453"/>
                  </a:lnTo>
                  <a:lnTo>
                    <a:pt x="1952677" y="4297453"/>
                  </a:lnTo>
                  <a:lnTo>
                    <a:pt x="1952803" y="4297453"/>
                  </a:lnTo>
                  <a:lnTo>
                    <a:pt x="1952929" y="4297453"/>
                  </a:lnTo>
                  <a:lnTo>
                    <a:pt x="1953055" y="4297453"/>
                  </a:lnTo>
                  <a:lnTo>
                    <a:pt x="1953182" y="4297453"/>
                  </a:lnTo>
                  <a:lnTo>
                    <a:pt x="1953308" y="4297453"/>
                  </a:lnTo>
                  <a:lnTo>
                    <a:pt x="1953434" y="4297453"/>
                  </a:lnTo>
                  <a:lnTo>
                    <a:pt x="1953560" y="4297453"/>
                  </a:lnTo>
                  <a:lnTo>
                    <a:pt x="1953687" y="4297453"/>
                  </a:lnTo>
                  <a:lnTo>
                    <a:pt x="1953813" y="4297453"/>
                  </a:lnTo>
                  <a:lnTo>
                    <a:pt x="1953939" y="4297453"/>
                  </a:lnTo>
                  <a:lnTo>
                    <a:pt x="1954066" y="4297453"/>
                  </a:lnTo>
                  <a:lnTo>
                    <a:pt x="1954192" y="4297453"/>
                  </a:lnTo>
                  <a:lnTo>
                    <a:pt x="1954318" y="4297453"/>
                  </a:lnTo>
                  <a:lnTo>
                    <a:pt x="1954444" y="4297453"/>
                  </a:lnTo>
                  <a:lnTo>
                    <a:pt x="1954571" y="4297453"/>
                  </a:lnTo>
                  <a:lnTo>
                    <a:pt x="1954697" y="4297453"/>
                  </a:lnTo>
                  <a:lnTo>
                    <a:pt x="1954823" y="4297453"/>
                  </a:lnTo>
                  <a:lnTo>
                    <a:pt x="1954949" y="4297453"/>
                  </a:lnTo>
                  <a:lnTo>
                    <a:pt x="1955076" y="4297453"/>
                  </a:lnTo>
                  <a:lnTo>
                    <a:pt x="1955202" y="4297453"/>
                  </a:lnTo>
                  <a:lnTo>
                    <a:pt x="1955328" y="4297453"/>
                  </a:lnTo>
                  <a:lnTo>
                    <a:pt x="1955454" y="4297453"/>
                  </a:lnTo>
                  <a:lnTo>
                    <a:pt x="1955581" y="4297453"/>
                  </a:lnTo>
                  <a:lnTo>
                    <a:pt x="1955707" y="4297453"/>
                  </a:lnTo>
                  <a:lnTo>
                    <a:pt x="1955833" y="4297453"/>
                  </a:lnTo>
                  <a:lnTo>
                    <a:pt x="1955959" y="4297453"/>
                  </a:lnTo>
                  <a:lnTo>
                    <a:pt x="1956086" y="4297453"/>
                  </a:lnTo>
                  <a:lnTo>
                    <a:pt x="1956212" y="4297453"/>
                  </a:lnTo>
                  <a:lnTo>
                    <a:pt x="1956338" y="4297453"/>
                  </a:lnTo>
                  <a:lnTo>
                    <a:pt x="1956464" y="4297453"/>
                  </a:lnTo>
                  <a:lnTo>
                    <a:pt x="1956591" y="4297453"/>
                  </a:lnTo>
                  <a:lnTo>
                    <a:pt x="1956717" y="4297453"/>
                  </a:lnTo>
                  <a:lnTo>
                    <a:pt x="1956843" y="4297453"/>
                  </a:lnTo>
                  <a:lnTo>
                    <a:pt x="1956969" y="4297453"/>
                  </a:lnTo>
                  <a:lnTo>
                    <a:pt x="1957096" y="4297453"/>
                  </a:lnTo>
                  <a:lnTo>
                    <a:pt x="1957222" y="4297453"/>
                  </a:lnTo>
                  <a:lnTo>
                    <a:pt x="1957348" y="4297453"/>
                  </a:lnTo>
                  <a:lnTo>
                    <a:pt x="1957474" y="4297453"/>
                  </a:lnTo>
                  <a:lnTo>
                    <a:pt x="1957601" y="4297453"/>
                  </a:lnTo>
                  <a:lnTo>
                    <a:pt x="1957727" y="4297453"/>
                  </a:lnTo>
                  <a:lnTo>
                    <a:pt x="1957727" y="4292541"/>
                  </a:lnTo>
                  <a:lnTo>
                    <a:pt x="1957853" y="4292541"/>
                  </a:lnTo>
                  <a:lnTo>
                    <a:pt x="1957979" y="4292541"/>
                  </a:lnTo>
                  <a:lnTo>
                    <a:pt x="1958106" y="4292541"/>
                  </a:lnTo>
                  <a:lnTo>
                    <a:pt x="1958232" y="4292541"/>
                  </a:lnTo>
                  <a:lnTo>
                    <a:pt x="1958358" y="4292541"/>
                  </a:lnTo>
                  <a:lnTo>
                    <a:pt x="1958484" y="4292541"/>
                  </a:lnTo>
                  <a:lnTo>
                    <a:pt x="1958611" y="4292541"/>
                  </a:lnTo>
                  <a:lnTo>
                    <a:pt x="1958737" y="4292541"/>
                  </a:lnTo>
                  <a:lnTo>
                    <a:pt x="1958863" y="4292541"/>
                  </a:lnTo>
                  <a:lnTo>
                    <a:pt x="1958990" y="4292541"/>
                  </a:lnTo>
                  <a:lnTo>
                    <a:pt x="1959116" y="4292541"/>
                  </a:lnTo>
                  <a:lnTo>
                    <a:pt x="1959242" y="4292541"/>
                  </a:lnTo>
                  <a:lnTo>
                    <a:pt x="1959368" y="4292541"/>
                  </a:lnTo>
                  <a:lnTo>
                    <a:pt x="1959495" y="4292541"/>
                  </a:lnTo>
                  <a:lnTo>
                    <a:pt x="1959621" y="4292541"/>
                  </a:lnTo>
                  <a:lnTo>
                    <a:pt x="1959747" y="4292541"/>
                  </a:lnTo>
                  <a:lnTo>
                    <a:pt x="1959873" y="4292541"/>
                  </a:lnTo>
                  <a:lnTo>
                    <a:pt x="1960000" y="4292541"/>
                  </a:lnTo>
                  <a:lnTo>
                    <a:pt x="1960126" y="4292541"/>
                  </a:lnTo>
                  <a:lnTo>
                    <a:pt x="1960252" y="4292541"/>
                  </a:lnTo>
                  <a:lnTo>
                    <a:pt x="1960378" y="4292541"/>
                  </a:lnTo>
                  <a:lnTo>
                    <a:pt x="1960505" y="4292541"/>
                  </a:lnTo>
                  <a:lnTo>
                    <a:pt x="1960631" y="4292541"/>
                  </a:lnTo>
                  <a:lnTo>
                    <a:pt x="1960757" y="4292541"/>
                  </a:lnTo>
                  <a:lnTo>
                    <a:pt x="1960883" y="4292541"/>
                  </a:lnTo>
                  <a:lnTo>
                    <a:pt x="1961010" y="4292541"/>
                  </a:lnTo>
                  <a:lnTo>
                    <a:pt x="1961136" y="4292541"/>
                  </a:lnTo>
                  <a:lnTo>
                    <a:pt x="1961262" y="4292541"/>
                  </a:lnTo>
                  <a:lnTo>
                    <a:pt x="1961388" y="4292541"/>
                  </a:lnTo>
                  <a:lnTo>
                    <a:pt x="1961515" y="4292541"/>
                  </a:lnTo>
                  <a:lnTo>
                    <a:pt x="1961641" y="4292541"/>
                  </a:lnTo>
                  <a:lnTo>
                    <a:pt x="1961767" y="4292541"/>
                  </a:lnTo>
                  <a:lnTo>
                    <a:pt x="1961893" y="4292541"/>
                  </a:lnTo>
                  <a:lnTo>
                    <a:pt x="1962020" y="4292541"/>
                  </a:lnTo>
                  <a:lnTo>
                    <a:pt x="1962146" y="4292541"/>
                  </a:lnTo>
                  <a:lnTo>
                    <a:pt x="1962272" y="4292541"/>
                  </a:lnTo>
                  <a:lnTo>
                    <a:pt x="1962398" y="4292541"/>
                  </a:lnTo>
                  <a:lnTo>
                    <a:pt x="1962525" y="4292541"/>
                  </a:lnTo>
                  <a:lnTo>
                    <a:pt x="1962651" y="4292541"/>
                  </a:lnTo>
                  <a:lnTo>
                    <a:pt x="1962777" y="4292541"/>
                  </a:lnTo>
                  <a:lnTo>
                    <a:pt x="1962903" y="4292541"/>
                  </a:lnTo>
                  <a:lnTo>
                    <a:pt x="1963030" y="4292541"/>
                  </a:lnTo>
                  <a:lnTo>
                    <a:pt x="1963156" y="4292541"/>
                  </a:lnTo>
                  <a:lnTo>
                    <a:pt x="1963282" y="4292541"/>
                  </a:lnTo>
                  <a:lnTo>
                    <a:pt x="1963408" y="4292541"/>
                  </a:lnTo>
                  <a:lnTo>
                    <a:pt x="1963535" y="4292541"/>
                  </a:lnTo>
                  <a:lnTo>
                    <a:pt x="1963661" y="4292541"/>
                  </a:lnTo>
                  <a:lnTo>
                    <a:pt x="1963787" y="4292541"/>
                  </a:lnTo>
                  <a:lnTo>
                    <a:pt x="1963914" y="4292541"/>
                  </a:lnTo>
                  <a:lnTo>
                    <a:pt x="1964040" y="4292541"/>
                  </a:lnTo>
                  <a:lnTo>
                    <a:pt x="1964166" y="4292541"/>
                  </a:lnTo>
                  <a:lnTo>
                    <a:pt x="1964292" y="4292541"/>
                  </a:lnTo>
                  <a:lnTo>
                    <a:pt x="1964419" y="4292541"/>
                  </a:lnTo>
                  <a:lnTo>
                    <a:pt x="1964545" y="4292541"/>
                  </a:lnTo>
                  <a:lnTo>
                    <a:pt x="1964671" y="4292541"/>
                  </a:lnTo>
                  <a:lnTo>
                    <a:pt x="1964797" y="4292541"/>
                  </a:lnTo>
                  <a:lnTo>
                    <a:pt x="1964924" y="4292541"/>
                  </a:lnTo>
                  <a:lnTo>
                    <a:pt x="1965050" y="4292541"/>
                  </a:lnTo>
                  <a:lnTo>
                    <a:pt x="1965176" y="4292541"/>
                  </a:lnTo>
                  <a:lnTo>
                    <a:pt x="1965302" y="4292541"/>
                  </a:lnTo>
                  <a:lnTo>
                    <a:pt x="1965429" y="4292541"/>
                  </a:lnTo>
                  <a:lnTo>
                    <a:pt x="1965555" y="4292541"/>
                  </a:lnTo>
                  <a:lnTo>
                    <a:pt x="1965681" y="4292541"/>
                  </a:lnTo>
                  <a:lnTo>
                    <a:pt x="1965807" y="4292541"/>
                  </a:lnTo>
                  <a:lnTo>
                    <a:pt x="1965934" y="4292541"/>
                  </a:lnTo>
                  <a:lnTo>
                    <a:pt x="1966060" y="4292541"/>
                  </a:lnTo>
                  <a:lnTo>
                    <a:pt x="1966186" y="4292541"/>
                  </a:lnTo>
                  <a:lnTo>
                    <a:pt x="1966312" y="4292541"/>
                  </a:lnTo>
                  <a:lnTo>
                    <a:pt x="1966439" y="4292541"/>
                  </a:lnTo>
                  <a:lnTo>
                    <a:pt x="1966565" y="4292541"/>
                  </a:lnTo>
                  <a:lnTo>
                    <a:pt x="1966691" y="4292541"/>
                  </a:lnTo>
                  <a:lnTo>
                    <a:pt x="1966817" y="4292541"/>
                  </a:lnTo>
                  <a:lnTo>
                    <a:pt x="1966944" y="4292541"/>
                  </a:lnTo>
                  <a:lnTo>
                    <a:pt x="1967070" y="4292541"/>
                  </a:lnTo>
                  <a:lnTo>
                    <a:pt x="1967196" y="4292541"/>
                  </a:lnTo>
                  <a:lnTo>
                    <a:pt x="1967322" y="4292541"/>
                  </a:lnTo>
                  <a:lnTo>
                    <a:pt x="1967449" y="4292541"/>
                  </a:lnTo>
                  <a:lnTo>
                    <a:pt x="1967575" y="4292541"/>
                  </a:lnTo>
                  <a:lnTo>
                    <a:pt x="1967701" y="4292541"/>
                  </a:lnTo>
                  <a:lnTo>
                    <a:pt x="1967827" y="4292541"/>
                  </a:lnTo>
                  <a:lnTo>
                    <a:pt x="1967954" y="4292541"/>
                  </a:lnTo>
                  <a:lnTo>
                    <a:pt x="1968080" y="4292541"/>
                  </a:lnTo>
                  <a:lnTo>
                    <a:pt x="1968206" y="4292541"/>
                  </a:lnTo>
                  <a:lnTo>
                    <a:pt x="1968332" y="4292541"/>
                  </a:lnTo>
                  <a:lnTo>
                    <a:pt x="1968459" y="4292541"/>
                  </a:lnTo>
                  <a:lnTo>
                    <a:pt x="1968585" y="4292541"/>
                  </a:lnTo>
                  <a:lnTo>
                    <a:pt x="1968711" y="4292541"/>
                  </a:lnTo>
                  <a:lnTo>
                    <a:pt x="1968837" y="4292541"/>
                  </a:lnTo>
                  <a:lnTo>
                    <a:pt x="1968964" y="4292541"/>
                  </a:lnTo>
                  <a:lnTo>
                    <a:pt x="1969090" y="4292541"/>
                  </a:lnTo>
                  <a:lnTo>
                    <a:pt x="1969090" y="4287630"/>
                  </a:lnTo>
                  <a:lnTo>
                    <a:pt x="1969216" y="4287630"/>
                  </a:lnTo>
                  <a:lnTo>
                    <a:pt x="1969343" y="4287630"/>
                  </a:lnTo>
                  <a:lnTo>
                    <a:pt x="1969469" y="4287630"/>
                  </a:lnTo>
                  <a:lnTo>
                    <a:pt x="1969595" y="4287630"/>
                  </a:lnTo>
                  <a:lnTo>
                    <a:pt x="1969721" y="4287630"/>
                  </a:lnTo>
                  <a:lnTo>
                    <a:pt x="1969848" y="4287630"/>
                  </a:lnTo>
                  <a:lnTo>
                    <a:pt x="1969974" y="4287630"/>
                  </a:lnTo>
                  <a:lnTo>
                    <a:pt x="1970100" y="4287630"/>
                  </a:lnTo>
                  <a:lnTo>
                    <a:pt x="1970226" y="4287630"/>
                  </a:lnTo>
                  <a:lnTo>
                    <a:pt x="1970353" y="4287630"/>
                  </a:lnTo>
                  <a:lnTo>
                    <a:pt x="1970479" y="4287630"/>
                  </a:lnTo>
                  <a:lnTo>
                    <a:pt x="1970605" y="4287630"/>
                  </a:lnTo>
                  <a:lnTo>
                    <a:pt x="1970731" y="4287630"/>
                  </a:lnTo>
                  <a:lnTo>
                    <a:pt x="1970858" y="4287630"/>
                  </a:lnTo>
                  <a:lnTo>
                    <a:pt x="1970984" y="4287630"/>
                  </a:lnTo>
                  <a:lnTo>
                    <a:pt x="1971110" y="4287630"/>
                  </a:lnTo>
                  <a:lnTo>
                    <a:pt x="1971236" y="4287630"/>
                  </a:lnTo>
                  <a:lnTo>
                    <a:pt x="1971363" y="4287630"/>
                  </a:lnTo>
                  <a:lnTo>
                    <a:pt x="1971489" y="4287630"/>
                  </a:lnTo>
                  <a:lnTo>
                    <a:pt x="1971615" y="4287630"/>
                  </a:lnTo>
                  <a:lnTo>
                    <a:pt x="1971741" y="4287630"/>
                  </a:lnTo>
                  <a:lnTo>
                    <a:pt x="1971868" y="4287630"/>
                  </a:lnTo>
                  <a:lnTo>
                    <a:pt x="1971994" y="4287630"/>
                  </a:lnTo>
                  <a:lnTo>
                    <a:pt x="1971994" y="4282718"/>
                  </a:lnTo>
                  <a:lnTo>
                    <a:pt x="1972120" y="4282718"/>
                  </a:lnTo>
                  <a:lnTo>
                    <a:pt x="1972246" y="4282718"/>
                  </a:lnTo>
                  <a:lnTo>
                    <a:pt x="1972373" y="4282718"/>
                  </a:lnTo>
                  <a:lnTo>
                    <a:pt x="1972499" y="4282718"/>
                  </a:lnTo>
                  <a:lnTo>
                    <a:pt x="1972625" y="4282718"/>
                  </a:lnTo>
                  <a:lnTo>
                    <a:pt x="1972751" y="4282718"/>
                  </a:lnTo>
                  <a:lnTo>
                    <a:pt x="1972878" y="4282718"/>
                  </a:lnTo>
                  <a:lnTo>
                    <a:pt x="1973004" y="4282718"/>
                  </a:lnTo>
                  <a:lnTo>
                    <a:pt x="1973130" y="4282718"/>
                  </a:lnTo>
                  <a:lnTo>
                    <a:pt x="1973256" y="4282718"/>
                  </a:lnTo>
                  <a:lnTo>
                    <a:pt x="1973383" y="4282718"/>
                  </a:lnTo>
                  <a:lnTo>
                    <a:pt x="1973509" y="4282718"/>
                  </a:lnTo>
                  <a:lnTo>
                    <a:pt x="1973635" y="4282718"/>
                  </a:lnTo>
                  <a:lnTo>
                    <a:pt x="1973761" y="4282718"/>
                  </a:lnTo>
                  <a:lnTo>
                    <a:pt x="1973888" y="4282718"/>
                  </a:lnTo>
                  <a:lnTo>
                    <a:pt x="1974014" y="4282718"/>
                  </a:lnTo>
                  <a:lnTo>
                    <a:pt x="1974140" y="4282718"/>
                  </a:lnTo>
                  <a:lnTo>
                    <a:pt x="1974267" y="4282718"/>
                  </a:lnTo>
                  <a:lnTo>
                    <a:pt x="1974393" y="4282718"/>
                  </a:lnTo>
                  <a:lnTo>
                    <a:pt x="1974519" y="4282718"/>
                  </a:lnTo>
                  <a:lnTo>
                    <a:pt x="1974645" y="4282718"/>
                  </a:lnTo>
                  <a:lnTo>
                    <a:pt x="1974772" y="4282718"/>
                  </a:lnTo>
                  <a:lnTo>
                    <a:pt x="1974898" y="4282718"/>
                  </a:lnTo>
                  <a:lnTo>
                    <a:pt x="1974898" y="4277807"/>
                  </a:lnTo>
                  <a:lnTo>
                    <a:pt x="1975024" y="4277807"/>
                  </a:lnTo>
                  <a:lnTo>
                    <a:pt x="1975150" y="4277807"/>
                  </a:lnTo>
                  <a:lnTo>
                    <a:pt x="1975277" y="4277807"/>
                  </a:lnTo>
                  <a:lnTo>
                    <a:pt x="1975403" y="4277807"/>
                  </a:lnTo>
                  <a:lnTo>
                    <a:pt x="1975529" y="4277807"/>
                  </a:lnTo>
                  <a:lnTo>
                    <a:pt x="1975655" y="4277807"/>
                  </a:lnTo>
                  <a:lnTo>
                    <a:pt x="1975782" y="4277807"/>
                  </a:lnTo>
                  <a:lnTo>
                    <a:pt x="1975908" y="4277807"/>
                  </a:lnTo>
                  <a:lnTo>
                    <a:pt x="1976034" y="4277807"/>
                  </a:lnTo>
                  <a:lnTo>
                    <a:pt x="1976160" y="4277807"/>
                  </a:lnTo>
                  <a:lnTo>
                    <a:pt x="1976287" y="4277807"/>
                  </a:lnTo>
                  <a:lnTo>
                    <a:pt x="1976413" y="4277807"/>
                  </a:lnTo>
                  <a:lnTo>
                    <a:pt x="1976539" y="4277807"/>
                  </a:lnTo>
                  <a:lnTo>
                    <a:pt x="1976665" y="4277807"/>
                  </a:lnTo>
                  <a:lnTo>
                    <a:pt x="1976792" y="4277807"/>
                  </a:lnTo>
                  <a:lnTo>
                    <a:pt x="1976918" y="4277807"/>
                  </a:lnTo>
                  <a:lnTo>
                    <a:pt x="1977044" y="4277807"/>
                  </a:lnTo>
                  <a:lnTo>
                    <a:pt x="1977170" y="4277807"/>
                  </a:lnTo>
                  <a:lnTo>
                    <a:pt x="1977297" y="4277807"/>
                  </a:lnTo>
                  <a:lnTo>
                    <a:pt x="1977423" y="4277807"/>
                  </a:lnTo>
                  <a:lnTo>
                    <a:pt x="1977549" y="4277807"/>
                  </a:lnTo>
                  <a:lnTo>
                    <a:pt x="1977675" y="4277807"/>
                  </a:lnTo>
                  <a:lnTo>
                    <a:pt x="1977802" y="4277807"/>
                  </a:lnTo>
                  <a:lnTo>
                    <a:pt x="1977928" y="4277807"/>
                  </a:lnTo>
                  <a:lnTo>
                    <a:pt x="1978054" y="4277807"/>
                  </a:lnTo>
                  <a:lnTo>
                    <a:pt x="1978180" y="4277807"/>
                  </a:lnTo>
                  <a:lnTo>
                    <a:pt x="1978307" y="4277807"/>
                  </a:lnTo>
                  <a:lnTo>
                    <a:pt x="1978433" y="4277807"/>
                  </a:lnTo>
                  <a:lnTo>
                    <a:pt x="1978559" y="4277807"/>
                  </a:lnTo>
                  <a:lnTo>
                    <a:pt x="1978685" y="4277807"/>
                  </a:lnTo>
                  <a:lnTo>
                    <a:pt x="1978812" y="4277807"/>
                  </a:lnTo>
                  <a:lnTo>
                    <a:pt x="1978938" y="4277807"/>
                  </a:lnTo>
                  <a:lnTo>
                    <a:pt x="1979064" y="4277807"/>
                  </a:lnTo>
                  <a:lnTo>
                    <a:pt x="1979190" y="4277807"/>
                  </a:lnTo>
                  <a:lnTo>
                    <a:pt x="1979317" y="4277807"/>
                  </a:lnTo>
                  <a:lnTo>
                    <a:pt x="1979443" y="4277807"/>
                  </a:lnTo>
                  <a:lnTo>
                    <a:pt x="1979569" y="4277807"/>
                  </a:lnTo>
                  <a:lnTo>
                    <a:pt x="1979696" y="4277807"/>
                  </a:lnTo>
                  <a:lnTo>
                    <a:pt x="1979822" y="4277807"/>
                  </a:lnTo>
                  <a:lnTo>
                    <a:pt x="1979948" y="4277807"/>
                  </a:lnTo>
                  <a:lnTo>
                    <a:pt x="1980074" y="4277807"/>
                  </a:lnTo>
                  <a:lnTo>
                    <a:pt x="1980074" y="4272896"/>
                  </a:lnTo>
                  <a:lnTo>
                    <a:pt x="1980201" y="4272896"/>
                  </a:lnTo>
                  <a:lnTo>
                    <a:pt x="1980327" y="4272896"/>
                  </a:lnTo>
                  <a:lnTo>
                    <a:pt x="1980453" y="4272896"/>
                  </a:lnTo>
                  <a:lnTo>
                    <a:pt x="1980579" y="4272896"/>
                  </a:lnTo>
                  <a:lnTo>
                    <a:pt x="1980706" y="4272896"/>
                  </a:lnTo>
                  <a:lnTo>
                    <a:pt x="1980832" y="4272896"/>
                  </a:lnTo>
                  <a:lnTo>
                    <a:pt x="1980958" y="4272896"/>
                  </a:lnTo>
                  <a:lnTo>
                    <a:pt x="1981084" y="4272896"/>
                  </a:lnTo>
                  <a:lnTo>
                    <a:pt x="1981211" y="4272896"/>
                  </a:lnTo>
                  <a:lnTo>
                    <a:pt x="1981337" y="4272896"/>
                  </a:lnTo>
                  <a:lnTo>
                    <a:pt x="1981463" y="4272896"/>
                  </a:lnTo>
                  <a:lnTo>
                    <a:pt x="1981589" y="4272896"/>
                  </a:lnTo>
                  <a:lnTo>
                    <a:pt x="1981716" y="4272896"/>
                  </a:lnTo>
                  <a:lnTo>
                    <a:pt x="1981842" y="4272896"/>
                  </a:lnTo>
                  <a:lnTo>
                    <a:pt x="1981968" y="4272896"/>
                  </a:lnTo>
                  <a:lnTo>
                    <a:pt x="1982094" y="4272896"/>
                  </a:lnTo>
                  <a:lnTo>
                    <a:pt x="1982221" y="4272896"/>
                  </a:lnTo>
                  <a:lnTo>
                    <a:pt x="1982347" y="4272896"/>
                  </a:lnTo>
                  <a:lnTo>
                    <a:pt x="1982473" y="4272896"/>
                  </a:lnTo>
                  <a:lnTo>
                    <a:pt x="1982599" y="4272896"/>
                  </a:lnTo>
                  <a:lnTo>
                    <a:pt x="1982599" y="4267984"/>
                  </a:lnTo>
                  <a:lnTo>
                    <a:pt x="1982726" y="4267984"/>
                  </a:lnTo>
                  <a:lnTo>
                    <a:pt x="1982852" y="4267984"/>
                  </a:lnTo>
                  <a:lnTo>
                    <a:pt x="1982978" y="4267984"/>
                  </a:lnTo>
                  <a:lnTo>
                    <a:pt x="1983104" y="4267984"/>
                  </a:lnTo>
                  <a:lnTo>
                    <a:pt x="1983231" y="4267984"/>
                  </a:lnTo>
                  <a:lnTo>
                    <a:pt x="1983357" y="4267984"/>
                  </a:lnTo>
                  <a:lnTo>
                    <a:pt x="1983483" y="4267984"/>
                  </a:lnTo>
                  <a:lnTo>
                    <a:pt x="1983609" y="4267984"/>
                  </a:lnTo>
                  <a:lnTo>
                    <a:pt x="1983736" y="4267984"/>
                  </a:lnTo>
                  <a:lnTo>
                    <a:pt x="1983862" y="4267984"/>
                  </a:lnTo>
                  <a:lnTo>
                    <a:pt x="1983988" y="4267984"/>
                  </a:lnTo>
                  <a:lnTo>
                    <a:pt x="1984114" y="4267984"/>
                  </a:lnTo>
                  <a:lnTo>
                    <a:pt x="1984241" y="4267984"/>
                  </a:lnTo>
                  <a:lnTo>
                    <a:pt x="1984367" y="4267984"/>
                  </a:lnTo>
                  <a:lnTo>
                    <a:pt x="1984493" y="4267984"/>
                  </a:lnTo>
                  <a:lnTo>
                    <a:pt x="1984620" y="4267984"/>
                  </a:lnTo>
                  <a:lnTo>
                    <a:pt x="1984746" y="4267984"/>
                  </a:lnTo>
                  <a:lnTo>
                    <a:pt x="1984872" y="4267984"/>
                  </a:lnTo>
                  <a:lnTo>
                    <a:pt x="1984998" y="4267984"/>
                  </a:lnTo>
                  <a:lnTo>
                    <a:pt x="1985125" y="4267984"/>
                  </a:lnTo>
                  <a:lnTo>
                    <a:pt x="1985251" y="4267984"/>
                  </a:lnTo>
                  <a:lnTo>
                    <a:pt x="1985377" y="4267984"/>
                  </a:lnTo>
                  <a:lnTo>
                    <a:pt x="1985503" y="4267984"/>
                  </a:lnTo>
                  <a:lnTo>
                    <a:pt x="1985630" y="4267984"/>
                  </a:lnTo>
                  <a:lnTo>
                    <a:pt x="1985756" y="4267984"/>
                  </a:lnTo>
                  <a:lnTo>
                    <a:pt x="1985882" y="4267984"/>
                  </a:lnTo>
                  <a:lnTo>
                    <a:pt x="1985882" y="4263073"/>
                  </a:lnTo>
                  <a:lnTo>
                    <a:pt x="1986008" y="4263073"/>
                  </a:lnTo>
                  <a:lnTo>
                    <a:pt x="1986135" y="4263073"/>
                  </a:lnTo>
                  <a:lnTo>
                    <a:pt x="1986261" y="4263073"/>
                  </a:lnTo>
                  <a:lnTo>
                    <a:pt x="1986387" y="4263073"/>
                  </a:lnTo>
                  <a:lnTo>
                    <a:pt x="1986513" y="4263073"/>
                  </a:lnTo>
                  <a:lnTo>
                    <a:pt x="1986640" y="4263073"/>
                  </a:lnTo>
                  <a:lnTo>
                    <a:pt x="1986766" y="4263073"/>
                  </a:lnTo>
                  <a:lnTo>
                    <a:pt x="1986892" y="4263073"/>
                  </a:lnTo>
                  <a:lnTo>
                    <a:pt x="1987018" y="4263073"/>
                  </a:lnTo>
                  <a:lnTo>
                    <a:pt x="1987145" y="4263073"/>
                  </a:lnTo>
                  <a:lnTo>
                    <a:pt x="1987271" y="4263073"/>
                  </a:lnTo>
                  <a:lnTo>
                    <a:pt x="1987397" y="4263073"/>
                  </a:lnTo>
                  <a:lnTo>
                    <a:pt x="1987523" y="4263073"/>
                  </a:lnTo>
                  <a:lnTo>
                    <a:pt x="1987650" y="4263073"/>
                  </a:lnTo>
                  <a:lnTo>
                    <a:pt x="1987776" y="4263073"/>
                  </a:lnTo>
                  <a:lnTo>
                    <a:pt x="1987902" y="4263073"/>
                  </a:lnTo>
                  <a:lnTo>
                    <a:pt x="1988028" y="4263073"/>
                  </a:lnTo>
                  <a:lnTo>
                    <a:pt x="1988155" y="4263073"/>
                  </a:lnTo>
                  <a:lnTo>
                    <a:pt x="1988155" y="4258162"/>
                  </a:lnTo>
                  <a:lnTo>
                    <a:pt x="1988281" y="4258162"/>
                  </a:lnTo>
                  <a:lnTo>
                    <a:pt x="1988407" y="4258162"/>
                  </a:lnTo>
                  <a:lnTo>
                    <a:pt x="1988533" y="4258162"/>
                  </a:lnTo>
                  <a:lnTo>
                    <a:pt x="1988660" y="4258162"/>
                  </a:lnTo>
                  <a:lnTo>
                    <a:pt x="1988786" y="4258162"/>
                  </a:lnTo>
                  <a:lnTo>
                    <a:pt x="1988912" y="4258162"/>
                  </a:lnTo>
                  <a:lnTo>
                    <a:pt x="1989038" y="4258162"/>
                  </a:lnTo>
                  <a:lnTo>
                    <a:pt x="1989165" y="4258162"/>
                  </a:lnTo>
                  <a:lnTo>
                    <a:pt x="1989291" y="4258162"/>
                  </a:lnTo>
                  <a:lnTo>
                    <a:pt x="1989417" y="4258162"/>
                  </a:lnTo>
                  <a:lnTo>
                    <a:pt x="1989543" y="4258162"/>
                  </a:lnTo>
                  <a:lnTo>
                    <a:pt x="1989670" y="4258162"/>
                  </a:lnTo>
                  <a:lnTo>
                    <a:pt x="1989796" y="4258162"/>
                  </a:lnTo>
                  <a:lnTo>
                    <a:pt x="1989922" y="4258162"/>
                  </a:lnTo>
                  <a:lnTo>
                    <a:pt x="1990049" y="4258162"/>
                  </a:lnTo>
                  <a:lnTo>
                    <a:pt x="1990175" y="4258162"/>
                  </a:lnTo>
                  <a:lnTo>
                    <a:pt x="1990301" y="4258162"/>
                  </a:lnTo>
                  <a:lnTo>
                    <a:pt x="1990427" y="4258162"/>
                  </a:lnTo>
                  <a:lnTo>
                    <a:pt x="1990554" y="4258162"/>
                  </a:lnTo>
                  <a:lnTo>
                    <a:pt x="1990680" y="4258162"/>
                  </a:lnTo>
                  <a:lnTo>
                    <a:pt x="1990806" y="4258162"/>
                  </a:lnTo>
                  <a:lnTo>
                    <a:pt x="1990932" y="4258162"/>
                  </a:lnTo>
                  <a:lnTo>
                    <a:pt x="1991059" y="4258162"/>
                  </a:lnTo>
                  <a:lnTo>
                    <a:pt x="1991185" y="4258162"/>
                  </a:lnTo>
                  <a:lnTo>
                    <a:pt x="1991311" y="4258162"/>
                  </a:lnTo>
                  <a:lnTo>
                    <a:pt x="1991437" y="4258162"/>
                  </a:lnTo>
                  <a:lnTo>
                    <a:pt x="1991564" y="4258162"/>
                  </a:lnTo>
                  <a:lnTo>
                    <a:pt x="1991690" y="4258162"/>
                  </a:lnTo>
                  <a:lnTo>
                    <a:pt x="1991816" y="4258162"/>
                  </a:lnTo>
                  <a:lnTo>
                    <a:pt x="1991942" y="4258162"/>
                  </a:lnTo>
                  <a:lnTo>
                    <a:pt x="1992069" y="4258162"/>
                  </a:lnTo>
                  <a:lnTo>
                    <a:pt x="1992195" y="4258162"/>
                  </a:lnTo>
                  <a:lnTo>
                    <a:pt x="1992321" y="4258162"/>
                  </a:lnTo>
                  <a:lnTo>
                    <a:pt x="1992447" y="4258162"/>
                  </a:lnTo>
                  <a:lnTo>
                    <a:pt x="1992574" y="4258162"/>
                  </a:lnTo>
                  <a:lnTo>
                    <a:pt x="1992700" y="4258162"/>
                  </a:lnTo>
                  <a:lnTo>
                    <a:pt x="1992826" y="4258162"/>
                  </a:lnTo>
                  <a:lnTo>
                    <a:pt x="1992952" y="4258162"/>
                  </a:lnTo>
                  <a:lnTo>
                    <a:pt x="1993079" y="4258162"/>
                  </a:lnTo>
                  <a:lnTo>
                    <a:pt x="1993205" y="4258162"/>
                  </a:lnTo>
                  <a:lnTo>
                    <a:pt x="1993331" y="4258162"/>
                  </a:lnTo>
                  <a:lnTo>
                    <a:pt x="1993331" y="4253250"/>
                  </a:lnTo>
                  <a:lnTo>
                    <a:pt x="1993457" y="4253250"/>
                  </a:lnTo>
                  <a:lnTo>
                    <a:pt x="1993584" y="4253250"/>
                  </a:lnTo>
                  <a:lnTo>
                    <a:pt x="1993710" y="4253250"/>
                  </a:lnTo>
                  <a:lnTo>
                    <a:pt x="1993836" y="4253250"/>
                  </a:lnTo>
                  <a:lnTo>
                    <a:pt x="1993962" y="4253250"/>
                  </a:lnTo>
                  <a:lnTo>
                    <a:pt x="1994089" y="4253250"/>
                  </a:lnTo>
                  <a:lnTo>
                    <a:pt x="1994215" y="4253250"/>
                  </a:lnTo>
                  <a:lnTo>
                    <a:pt x="1994341" y="4253250"/>
                  </a:lnTo>
                  <a:lnTo>
                    <a:pt x="1994467" y="4253250"/>
                  </a:lnTo>
                  <a:lnTo>
                    <a:pt x="1994594" y="4253250"/>
                  </a:lnTo>
                  <a:lnTo>
                    <a:pt x="1994720" y="4253250"/>
                  </a:lnTo>
                  <a:lnTo>
                    <a:pt x="1994846" y="4253250"/>
                  </a:lnTo>
                  <a:lnTo>
                    <a:pt x="1994973" y="4253250"/>
                  </a:lnTo>
                  <a:lnTo>
                    <a:pt x="1995099" y="4253250"/>
                  </a:lnTo>
                  <a:lnTo>
                    <a:pt x="1995225" y="4253250"/>
                  </a:lnTo>
                  <a:lnTo>
                    <a:pt x="1995351" y="4253250"/>
                  </a:lnTo>
                  <a:lnTo>
                    <a:pt x="1995478" y="4253250"/>
                  </a:lnTo>
                  <a:lnTo>
                    <a:pt x="1995604" y="4253250"/>
                  </a:lnTo>
                  <a:lnTo>
                    <a:pt x="1995730" y="4253250"/>
                  </a:lnTo>
                  <a:lnTo>
                    <a:pt x="1995856" y="4253250"/>
                  </a:lnTo>
                  <a:lnTo>
                    <a:pt x="1995983" y="4253250"/>
                  </a:lnTo>
                  <a:lnTo>
                    <a:pt x="1996109" y="4253250"/>
                  </a:lnTo>
                  <a:lnTo>
                    <a:pt x="1996235" y="4253250"/>
                  </a:lnTo>
                  <a:lnTo>
                    <a:pt x="1996361" y="4253250"/>
                  </a:lnTo>
                  <a:lnTo>
                    <a:pt x="1996488" y="4253250"/>
                  </a:lnTo>
                  <a:lnTo>
                    <a:pt x="1996614" y="4253250"/>
                  </a:lnTo>
                  <a:lnTo>
                    <a:pt x="1996740" y="4253250"/>
                  </a:lnTo>
                  <a:lnTo>
                    <a:pt x="1996866" y="4253250"/>
                  </a:lnTo>
                  <a:lnTo>
                    <a:pt x="1996993" y="4253250"/>
                  </a:lnTo>
                  <a:lnTo>
                    <a:pt x="1997119" y="4253250"/>
                  </a:lnTo>
                  <a:lnTo>
                    <a:pt x="1997245" y="4253250"/>
                  </a:lnTo>
                  <a:lnTo>
                    <a:pt x="1997371" y="4253250"/>
                  </a:lnTo>
                  <a:lnTo>
                    <a:pt x="1997498" y="4253250"/>
                  </a:lnTo>
                  <a:lnTo>
                    <a:pt x="1997624" y="4253250"/>
                  </a:lnTo>
                  <a:lnTo>
                    <a:pt x="1997750" y="4253250"/>
                  </a:lnTo>
                  <a:lnTo>
                    <a:pt x="1997876" y="4253250"/>
                  </a:lnTo>
                  <a:lnTo>
                    <a:pt x="1998003" y="4253250"/>
                  </a:lnTo>
                  <a:lnTo>
                    <a:pt x="1998129" y="4253250"/>
                  </a:lnTo>
                  <a:lnTo>
                    <a:pt x="1998255" y="4253250"/>
                  </a:lnTo>
                  <a:lnTo>
                    <a:pt x="1998381" y="4253250"/>
                  </a:lnTo>
                  <a:lnTo>
                    <a:pt x="1998381" y="4248339"/>
                  </a:lnTo>
                  <a:lnTo>
                    <a:pt x="1998508" y="4248339"/>
                  </a:lnTo>
                  <a:lnTo>
                    <a:pt x="1998634" y="4248339"/>
                  </a:lnTo>
                  <a:lnTo>
                    <a:pt x="1998760" y="4248339"/>
                  </a:lnTo>
                  <a:lnTo>
                    <a:pt x="1998886" y="4248339"/>
                  </a:lnTo>
                  <a:lnTo>
                    <a:pt x="1999013" y="4248339"/>
                  </a:lnTo>
                  <a:lnTo>
                    <a:pt x="1999139" y="4248339"/>
                  </a:lnTo>
                  <a:lnTo>
                    <a:pt x="1999265" y="4248339"/>
                  </a:lnTo>
                  <a:lnTo>
                    <a:pt x="1999391" y="4248339"/>
                  </a:lnTo>
                  <a:lnTo>
                    <a:pt x="1999518" y="4248339"/>
                  </a:lnTo>
                  <a:lnTo>
                    <a:pt x="1999644" y="4248339"/>
                  </a:lnTo>
                  <a:lnTo>
                    <a:pt x="1999770" y="4248339"/>
                  </a:lnTo>
                  <a:lnTo>
                    <a:pt x="1999896" y="4248339"/>
                  </a:lnTo>
                  <a:lnTo>
                    <a:pt x="2000023" y="4248339"/>
                  </a:lnTo>
                  <a:lnTo>
                    <a:pt x="2000149" y="4248339"/>
                  </a:lnTo>
                  <a:lnTo>
                    <a:pt x="2000275" y="4248339"/>
                  </a:lnTo>
                  <a:lnTo>
                    <a:pt x="2000402" y="4248339"/>
                  </a:lnTo>
                  <a:lnTo>
                    <a:pt x="2000528" y="4248339"/>
                  </a:lnTo>
                  <a:lnTo>
                    <a:pt x="2000654" y="4248339"/>
                  </a:lnTo>
                  <a:lnTo>
                    <a:pt x="2000780" y="4248339"/>
                  </a:lnTo>
                  <a:lnTo>
                    <a:pt x="2000907" y="4248339"/>
                  </a:lnTo>
                  <a:lnTo>
                    <a:pt x="2001033" y="4248339"/>
                  </a:lnTo>
                  <a:lnTo>
                    <a:pt x="2001159" y="4248339"/>
                  </a:lnTo>
                  <a:lnTo>
                    <a:pt x="2001285" y="4248339"/>
                  </a:lnTo>
                  <a:lnTo>
                    <a:pt x="2001412" y="4248339"/>
                  </a:lnTo>
                  <a:lnTo>
                    <a:pt x="2001538" y="4248339"/>
                  </a:lnTo>
                  <a:lnTo>
                    <a:pt x="2001664" y="4248339"/>
                  </a:lnTo>
                  <a:lnTo>
                    <a:pt x="2001790" y="4248339"/>
                  </a:lnTo>
                  <a:lnTo>
                    <a:pt x="2001790" y="4243427"/>
                  </a:lnTo>
                  <a:lnTo>
                    <a:pt x="2001917" y="4243427"/>
                  </a:lnTo>
                  <a:lnTo>
                    <a:pt x="2002043" y="4243427"/>
                  </a:lnTo>
                  <a:lnTo>
                    <a:pt x="2002169" y="4243427"/>
                  </a:lnTo>
                  <a:lnTo>
                    <a:pt x="2002295" y="4243427"/>
                  </a:lnTo>
                  <a:lnTo>
                    <a:pt x="2002422" y="4243427"/>
                  </a:lnTo>
                  <a:lnTo>
                    <a:pt x="2002548" y="4243427"/>
                  </a:lnTo>
                  <a:lnTo>
                    <a:pt x="2002674" y="4243427"/>
                  </a:lnTo>
                  <a:lnTo>
                    <a:pt x="2002800" y="4243427"/>
                  </a:lnTo>
                  <a:lnTo>
                    <a:pt x="2002927" y="4243427"/>
                  </a:lnTo>
                  <a:lnTo>
                    <a:pt x="2003053" y="4243427"/>
                  </a:lnTo>
                  <a:lnTo>
                    <a:pt x="2003179" y="4243427"/>
                  </a:lnTo>
                  <a:lnTo>
                    <a:pt x="2003305" y="4243427"/>
                  </a:lnTo>
                  <a:lnTo>
                    <a:pt x="2003432" y="4243427"/>
                  </a:lnTo>
                  <a:lnTo>
                    <a:pt x="2003558" y="4243427"/>
                  </a:lnTo>
                  <a:lnTo>
                    <a:pt x="2003684" y="4243427"/>
                  </a:lnTo>
                  <a:lnTo>
                    <a:pt x="2003810" y="4243427"/>
                  </a:lnTo>
                  <a:lnTo>
                    <a:pt x="2003937" y="4243427"/>
                  </a:lnTo>
                  <a:lnTo>
                    <a:pt x="2004063" y="4243427"/>
                  </a:lnTo>
                  <a:lnTo>
                    <a:pt x="2004189" y="4243427"/>
                  </a:lnTo>
                  <a:lnTo>
                    <a:pt x="2004315" y="4243427"/>
                  </a:lnTo>
                  <a:lnTo>
                    <a:pt x="2004442" y="4243427"/>
                  </a:lnTo>
                  <a:lnTo>
                    <a:pt x="2004568" y="4243427"/>
                  </a:lnTo>
                  <a:lnTo>
                    <a:pt x="2004694" y="4243427"/>
                  </a:lnTo>
                  <a:lnTo>
                    <a:pt x="2004820" y="4243427"/>
                  </a:lnTo>
                  <a:lnTo>
                    <a:pt x="2004947" y="4243427"/>
                  </a:lnTo>
                  <a:lnTo>
                    <a:pt x="2004947" y="4238516"/>
                  </a:lnTo>
                  <a:lnTo>
                    <a:pt x="2005073" y="4238516"/>
                  </a:lnTo>
                  <a:lnTo>
                    <a:pt x="2005199" y="4238516"/>
                  </a:lnTo>
                  <a:lnTo>
                    <a:pt x="2005326" y="4238516"/>
                  </a:lnTo>
                  <a:lnTo>
                    <a:pt x="2005452" y="4238516"/>
                  </a:lnTo>
                  <a:lnTo>
                    <a:pt x="2005578" y="4238516"/>
                  </a:lnTo>
                  <a:lnTo>
                    <a:pt x="2005704" y="4238516"/>
                  </a:lnTo>
                  <a:lnTo>
                    <a:pt x="2005831" y="4238516"/>
                  </a:lnTo>
                  <a:lnTo>
                    <a:pt x="2005957" y="4238516"/>
                  </a:lnTo>
                  <a:lnTo>
                    <a:pt x="2006083" y="4238516"/>
                  </a:lnTo>
                  <a:lnTo>
                    <a:pt x="2006209" y="4238516"/>
                  </a:lnTo>
                  <a:lnTo>
                    <a:pt x="2006336" y="4238516"/>
                  </a:lnTo>
                  <a:lnTo>
                    <a:pt x="2006462" y="4238516"/>
                  </a:lnTo>
                  <a:lnTo>
                    <a:pt x="2006588" y="4238516"/>
                  </a:lnTo>
                  <a:lnTo>
                    <a:pt x="2006714" y="4238516"/>
                  </a:lnTo>
                  <a:lnTo>
                    <a:pt x="2006841" y="4238516"/>
                  </a:lnTo>
                  <a:lnTo>
                    <a:pt x="2006967" y="4238516"/>
                  </a:lnTo>
                  <a:lnTo>
                    <a:pt x="2007093" y="4238516"/>
                  </a:lnTo>
                  <a:lnTo>
                    <a:pt x="2007219" y="4238516"/>
                  </a:lnTo>
                  <a:lnTo>
                    <a:pt x="2007346" y="4238516"/>
                  </a:lnTo>
                  <a:lnTo>
                    <a:pt x="2007472" y="4238516"/>
                  </a:lnTo>
                  <a:lnTo>
                    <a:pt x="2007598" y="4238516"/>
                  </a:lnTo>
                  <a:lnTo>
                    <a:pt x="2007724" y="4238516"/>
                  </a:lnTo>
                  <a:lnTo>
                    <a:pt x="2007851" y="4238516"/>
                  </a:lnTo>
                  <a:lnTo>
                    <a:pt x="2007977" y="4238516"/>
                  </a:lnTo>
                  <a:lnTo>
                    <a:pt x="2008103" y="4238516"/>
                  </a:lnTo>
                  <a:lnTo>
                    <a:pt x="2008229" y="4238516"/>
                  </a:lnTo>
                  <a:lnTo>
                    <a:pt x="2008356" y="4238516"/>
                  </a:lnTo>
                  <a:lnTo>
                    <a:pt x="2008482" y="4238516"/>
                  </a:lnTo>
                  <a:lnTo>
                    <a:pt x="2008608" y="4238516"/>
                  </a:lnTo>
                  <a:lnTo>
                    <a:pt x="2008734" y="4238516"/>
                  </a:lnTo>
                  <a:lnTo>
                    <a:pt x="2008861" y="4238516"/>
                  </a:lnTo>
                  <a:lnTo>
                    <a:pt x="2008987" y="4238516"/>
                  </a:lnTo>
                  <a:lnTo>
                    <a:pt x="2009113" y="4238516"/>
                  </a:lnTo>
                  <a:lnTo>
                    <a:pt x="2009239" y="4238516"/>
                  </a:lnTo>
                  <a:lnTo>
                    <a:pt x="2009366" y="4238516"/>
                  </a:lnTo>
                  <a:lnTo>
                    <a:pt x="2009492" y="4238516"/>
                  </a:lnTo>
                  <a:lnTo>
                    <a:pt x="2009618" y="4238516"/>
                  </a:lnTo>
                  <a:lnTo>
                    <a:pt x="2009744" y="4238516"/>
                  </a:lnTo>
                  <a:lnTo>
                    <a:pt x="2009871" y="4238516"/>
                  </a:lnTo>
                  <a:lnTo>
                    <a:pt x="2009997" y="4238516"/>
                  </a:lnTo>
                  <a:lnTo>
                    <a:pt x="2010123" y="4238516"/>
                  </a:lnTo>
                  <a:lnTo>
                    <a:pt x="2010249" y="4238516"/>
                  </a:lnTo>
                  <a:lnTo>
                    <a:pt x="2010376" y="4238516"/>
                  </a:lnTo>
                  <a:lnTo>
                    <a:pt x="2010502" y="4238516"/>
                  </a:lnTo>
                  <a:lnTo>
                    <a:pt x="2010628" y="4238516"/>
                  </a:lnTo>
                  <a:lnTo>
                    <a:pt x="2010755" y="4238516"/>
                  </a:lnTo>
                  <a:lnTo>
                    <a:pt x="2010881" y="4238516"/>
                  </a:lnTo>
                  <a:lnTo>
                    <a:pt x="2011007" y="4238516"/>
                  </a:lnTo>
                  <a:lnTo>
                    <a:pt x="2011133" y="4238516"/>
                  </a:lnTo>
                  <a:lnTo>
                    <a:pt x="2011260" y="4238516"/>
                  </a:lnTo>
                  <a:lnTo>
                    <a:pt x="2011386" y="4238516"/>
                  </a:lnTo>
                  <a:lnTo>
                    <a:pt x="2011512" y="4238516"/>
                  </a:lnTo>
                  <a:lnTo>
                    <a:pt x="2011638" y="4238516"/>
                  </a:lnTo>
                  <a:lnTo>
                    <a:pt x="2011765" y="4238516"/>
                  </a:lnTo>
                  <a:lnTo>
                    <a:pt x="2011891" y="4238516"/>
                  </a:lnTo>
                  <a:lnTo>
                    <a:pt x="2012017" y="4238516"/>
                  </a:lnTo>
                  <a:lnTo>
                    <a:pt x="2012143" y="4238516"/>
                  </a:lnTo>
                  <a:lnTo>
                    <a:pt x="2012270" y="4238516"/>
                  </a:lnTo>
                  <a:lnTo>
                    <a:pt x="2012396" y="4238516"/>
                  </a:lnTo>
                  <a:lnTo>
                    <a:pt x="2012522" y="4238516"/>
                  </a:lnTo>
                  <a:lnTo>
                    <a:pt x="2012648" y="4238516"/>
                  </a:lnTo>
                  <a:lnTo>
                    <a:pt x="2012775" y="4238516"/>
                  </a:lnTo>
                  <a:lnTo>
                    <a:pt x="2012901" y="4238516"/>
                  </a:lnTo>
                  <a:lnTo>
                    <a:pt x="2013027" y="4238516"/>
                  </a:lnTo>
                  <a:lnTo>
                    <a:pt x="2013153" y="4238516"/>
                  </a:lnTo>
                  <a:lnTo>
                    <a:pt x="2013280" y="4238516"/>
                  </a:lnTo>
                  <a:lnTo>
                    <a:pt x="2013406" y="4238516"/>
                  </a:lnTo>
                  <a:lnTo>
                    <a:pt x="2013532" y="4238516"/>
                  </a:lnTo>
                  <a:lnTo>
                    <a:pt x="2013658" y="4238516"/>
                  </a:lnTo>
                  <a:lnTo>
                    <a:pt x="2013785" y="4238516"/>
                  </a:lnTo>
                  <a:lnTo>
                    <a:pt x="2013911" y="4238516"/>
                  </a:lnTo>
                  <a:lnTo>
                    <a:pt x="2014037" y="4238516"/>
                  </a:lnTo>
                  <a:lnTo>
                    <a:pt x="2014163" y="4238516"/>
                  </a:lnTo>
                  <a:lnTo>
                    <a:pt x="2014290" y="4238516"/>
                  </a:lnTo>
                  <a:lnTo>
                    <a:pt x="2014416" y="4238516"/>
                  </a:lnTo>
                  <a:lnTo>
                    <a:pt x="2014542" y="4238516"/>
                  </a:lnTo>
                  <a:lnTo>
                    <a:pt x="2014668" y="4238516"/>
                  </a:lnTo>
                  <a:lnTo>
                    <a:pt x="2014795" y="4238516"/>
                  </a:lnTo>
                  <a:lnTo>
                    <a:pt x="2014921" y="4238516"/>
                  </a:lnTo>
                  <a:lnTo>
                    <a:pt x="2015047" y="4238516"/>
                  </a:lnTo>
                  <a:lnTo>
                    <a:pt x="2015173" y="4238516"/>
                  </a:lnTo>
                  <a:lnTo>
                    <a:pt x="2015300" y="4238516"/>
                  </a:lnTo>
                  <a:lnTo>
                    <a:pt x="2015426" y="4238516"/>
                  </a:lnTo>
                  <a:lnTo>
                    <a:pt x="2015552" y="4238516"/>
                  </a:lnTo>
                  <a:lnTo>
                    <a:pt x="2015679" y="4238516"/>
                  </a:lnTo>
                  <a:lnTo>
                    <a:pt x="2015805" y="4238516"/>
                  </a:lnTo>
                  <a:lnTo>
                    <a:pt x="2015931" y="4238516"/>
                  </a:lnTo>
                  <a:lnTo>
                    <a:pt x="2016057" y="4238516"/>
                  </a:lnTo>
                  <a:lnTo>
                    <a:pt x="2016184" y="4238516"/>
                  </a:lnTo>
                  <a:lnTo>
                    <a:pt x="2016310" y="4238516"/>
                  </a:lnTo>
                  <a:lnTo>
                    <a:pt x="2016436" y="4238516"/>
                  </a:lnTo>
                  <a:lnTo>
                    <a:pt x="2016562" y="4238516"/>
                  </a:lnTo>
                  <a:lnTo>
                    <a:pt x="2016689" y="4238516"/>
                  </a:lnTo>
                  <a:lnTo>
                    <a:pt x="2016815" y="4238516"/>
                  </a:lnTo>
                  <a:lnTo>
                    <a:pt x="2016941" y="4238516"/>
                  </a:lnTo>
                  <a:lnTo>
                    <a:pt x="2017067" y="4238516"/>
                  </a:lnTo>
                  <a:lnTo>
                    <a:pt x="2017194" y="4238516"/>
                  </a:lnTo>
                  <a:lnTo>
                    <a:pt x="2017320" y="4238516"/>
                  </a:lnTo>
                  <a:lnTo>
                    <a:pt x="2017446" y="4238516"/>
                  </a:lnTo>
                  <a:lnTo>
                    <a:pt x="2017572" y="4238516"/>
                  </a:lnTo>
                  <a:lnTo>
                    <a:pt x="2017699" y="4238516"/>
                  </a:lnTo>
                  <a:lnTo>
                    <a:pt x="2017825" y="4238516"/>
                  </a:lnTo>
                  <a:lnTo>
                    <a:pt x="2017951" y="4238516"/>
                  </a:lnTo>
                  <a:lnTo>
                    <a:pt x="2018077" y="4238516"/>
                  </a:lnTo>
                  <a:lnTo>
                    <a:pt x="2018204" y="4238516"/>
                  </a:lnTo>
                  <a:lnTo>
                    <a:pt x="2018330" y="4238516"/>
                  </a:lnTo>
                  <a:lnTo>
                    <a:pt x="2018456" y="4238516"/>
                  </a:lnTo>
                  <a:lnTo>
                    <a:pt x="2018582" y="4238516"/>
                  </a:lnTo>
                  <a:lnTo>
                    <a:pt x="2018709" y="4238516"/>
                  </a:lnTo>
                  <a:lnTo>
                    <a:pt x="2018835" y="4238516"/>
                  </a:lnTo>
                  <a:lnTo>
                    <a:pt x="2018961" y="4238516"/>
                  </a:lnTo>
                  <a:lnTo>
                    <a:pt x="2019087" y="4238516"/>
                  </a:lnTo>
                  <a:lnTo>
                    <a:pt x="2019214" y="4238516"/>
                  </a:lnTo>
                  <a:lnTo>
                    <a:pt x="2019214" y="4233605"/>
                  </a:lnTo>
                  <a:lnTo>
                    <a:pt x="2019340" y="4233605"/>
                  </a:lnTo>
                  <a:lnTo>
                    <a:pt x="2019466" y="4233605"/>
                  </a:lnTo>
                  <a:lnTo>
                    <a:pt x="2019592" y="4233605"/>
                  </a:lnTo>
                  <a:lnTo>
                    <a:pt x="2019719" y="4233605"/>
                  </a:lnTo>
                  <a:lnTo>
                    <a:pt x="2019719" y="4228693"/>
                  </a:lnTo>
                  <a:lnTo>
                    <a:pt x="2019845" y="4228693"/>
                  </a:lnTo>
                  <a:lnTo>
                    <a:pt x="2019971" y="4228693"/>
                  </a:lnTo>
                  <a:lnTo>
                    <a:pt x="2020097" y="4228693"/>
                  </a:lnTo>
                  <a:lnTo>
                    <a:pt x="2020224" y="4228693"/>
                  </a:lnTo>
                  <a:lnTo>
                    <a:pt x="2020350" y="4228693"/>
                  </a:lnTo>
                  <a:lnTo>
                    <a:pt x="2020476" y="4228693"/>
                  </a:lnTo>
                  <a:lnTo>
                    <a:pt x="2020603" y="4228693"/>
                  </a:lnTo>
                  <a:lnTo>
                    <a:pt x="2020603" y="4223782"/>
                  </a:lnTo>
                  <a:lnTo>
                    <a:pt x="2020729" y="4223782"/>
                  </a:lnTo>
                  <a:lnTo>
                    <a:pt x="2020855" y="4223782"/>
                  </a:lnTo>
                  <a:lnTo>
                    <a:pt x="2020981" y="4223782"/>
                  </a:lnTo>
                  <a:lnTo>
                    <a:pt x="2021108" y="4223782"/>
                  </a:lnTo>
                  <a:lnTo>
                    <a:pt x="2021234" y="4223782"/>
                  </a:lnTo>
                  <a:lnTo>
                    <a:pt x="2021360" y="4223782"/>
                  </a:lnTo>
                  <a:lnTo>
                    <a:pt x="2021486" y="4223782"/>
                  </a:lnTo>
                  <a:lnTo>
                    <a:pt x="2021613" y="4223782"/>
                  </a:lnTo>
                  <a:lnTo>
                    <a:pt x="2021739" y="4223782"/>
                  </a:lnTo>
                  <a:lnTo>
                    <a:pt x="2021865" y="4223782"/>
                  </a:lnTo>
                  <a:lnTo>
                    <a:pt x="2021991" y="4223782"/>
                  </a:lnTo>
                  <a:lnTo>
                    <a:pt x="2022118" y="4223782"/>
                  </a:lnTo>
                  <a:lnTo>
                    <a:pt x="2022244" y="4223782"/>
                  </a:lnTo>
                  <a:lnTo>
                    <a:pt x="2022370" y="4223782"/>
                  </a:lnTo>
                  <a:lnTo>
                    <a:pt x="2022496" y="4223782"/>
                  </a:lnTo>
                  <a:lnTo>
                    <a:pt x="2022623" y="4223782"/>
                  </a:lnTo>
                  <a:lnTo>
                    <a:pt x="2022749" y="4223782"/>
                  </a:lnTo>
                  <a:lnTo>
                    <a:pt x="2022875" y="4223782"/>
                  </a:lnTo>
                  <a:lnTo>
                    <a:pt x="2023001" y="4223782"/>
                  </a:lnTo>
                  <a:lnTo>
                    <a:pt x="2023128" y="4223782"/>
                  </a:lnTo>
                  <a:lnTo>
                    <a:pt x="2023254" y="4223782"/>
                  </a:lnTo>
                  <a:lnTo>
                    <a:pt x="2023380" y="4223782"/>
                  </a:lnTo>
                  <a:lnTo>
                    <a:pt x="2023506" y="4223782"/>
                  </a:lnTo>
                  <a:lnTo>
                    <a:pt x="2023633" y="4223782"/>
                  </a:lnTo>
                  <a:lnTo>
                    <a:pt x="2023759" y="4223782"/>
                  </a:lnTo>
                  <a:lnTo>
                    <a:pt x="2023885" y="4223782"/>
                  </a:lnTo>
                  <a:lnTo>
                    <a:pt x="2024011" y="4223782"/>
                  </a:lnTo>
                  <a:lnTo>
                    <a:pt x="2024138" y="4223782"/>
                  </a:lnTo>
                  <a:lnTo>
                    <a:pt x="2024264" y="4223782"/>
                  </a:lnTo>
                  <a:lnTo>
                    <a:pt x="2024390" y="4223782"/>
                  </a:lnTo>
                  <a:lnTo>
                    <a:pt x="2024516" y="4223782"/>
                  </a:lnTo>
                  <a:lnTo>
                    <a:pt x="2024643" y="4223782"/>
                  </a:lnTo>
                  <a:lnTo>
                    <a:pt x="2024769" y="4223782"/>
                  </a:lnTo>
                  <a:lnTo>
                    <a:pt x="2024895" y="4223782"/>
                  </a:lnTo>
                  <a:lnTo>
                    <a:pt x="2025021" y="4223782"/>
                  </a:lnTo>
                  <a:lnTo>
                    <a:pt x="2025148" y="4223782"/>
                  </a:lnTo>
                  <a:lnTo>
                    <a:pt x="2025274" y="4223782"/>
                  </a:lnTo>
                  <a:lnTo>
                    <a:pt x="2025400" y="4223782"/>
                  </a:lnTo>
                  <a:lnTo>
                    <a:pt x="2025526" y="4223782"/>
                  </a:lnTo>
                  <a:lnTo>
                    <a:pt x="2025653" y="4223782"/>
                  </a:lnTo>
                  <a:lnTo>
                    <a:pt x="2025779" y="4223782"/>
                  </a:lnTo>
                  <a:lnTo>
                    <a:pt x="2025905" y="4223782"/>
                  </a:lnTo>
                  <a:lnTo>
                    <a:pt x="2026032" y="4223782"/>
                  </a:lnTo>
                  <a:lnTo>
                    <a:pt x="2026158" y="4223782"/>
                  </a:lnTo>
                  <a:lnTo>
                    <a:pt x="2026284" y="4223782"/>
                  </a:lnTo>
                  <a:lnTo>
                    <a:pt x="2026410" y="4223782"/>
                  </a:lnTo>
                  <a:lnTo>
                    <a:pt x="2026537" y="4223782"/>
                  </a:lnTo>
                  <a:lnTo>
                    <a:pt x="2026663" y="4223782"/>
                  </a:lnTo>
                  <a:lnTo>
                    <a:pt x="2026789" y="4223782"/>
                  </a:lnTo>
                  <a:lnTo>
                    <a:pt x="2026915" y="4223782"/>
                  </a:lnTo>
                  <a:lnTo>
                    <a:pt x="2027042" y="4223782"/>
                  </a:lnTo>
                  <a:lnTo>
                    <a:pt x="2027168" y="4223782"/>
                  </a:lnTo>
                  <a:lnTo>
                    <a:pt x="2027294" y="4223782"/>
                  </a:lnTo>
                  <a:lnTo>
                    <a:pt x="2027420" y="4223782"/>
                  </a:lnTo>
                  <a:lnTo>
                    <a:pt x="2027420" y="4218871"/>
                  </a:lnTo>
                  <a:lnTo>
                    <a:pt x="2027547" y="4218871"/>
                  </a:lnTo>
                  <a:lnTo>
                    <a:pt x="2027673" y="4218871"/>
                  </a:lnTo>
                  <a:lnTo>
                    <a:pt x="2027799" y="4218871"/>
                  </a:lnTo>
                  <a:lnTo>
                    <a:pt x="2027925" y="4218871"/>
                  </a:lnTo>
                  <a:lnTo>
                    <a:pt x="2028052" y="4218871"/>
                  </a:lnTo>
                  <a:lnTo>
                    <a:pt x="2028178" y="4218871"/>
                  </a:lnTo>
                  <a:lnTo>
                    <a:pt x="2028304" y="4218871"/>
                  </a:lnTo>
                  <a:lnTo>
                    <a:pt x="2028430" y="4218871"/>
                  </a:lnTo>
                  <a:lnTo>
                    <a:pt x="2028557" y="4218871"/>
                  </a:lnTo>
                  <a:lnTo>
                    <a:pt x="2028683" y="4218871"/>
                  </a:lnTo>
                  <a:lnTo>
                    <a:pt x="2028809" y="4218871"/>
                  </a:lnTo>
                  <a:lnTo>
                    <a:pt x="2028809" y="4213959"/>
                  </a:lnTo>
                  <a:lnTo>
                    <a:pt x="2028935" y="4213959"/>
                  </a:lnTo>
                  <a:lnTo>
                    <a:pt x="2029062" y="4213959"/>
                  </a:lnTo>
                  <a:lnTo>
                    <a:pt x="2029188" y="4213959"/>
                  </a:lnTo>
                  <a:lnTo>
                    <a:pt x="2029314" y="4213959"/>
                  </a:lnTo>
                  <a:lnTo>
                    <a:pt x="2029440" y="4213959"/>
                  </a:lnTo>
                  <a:lnTo>
                    <a:pt x="2029567" y="4213959"/>
                  </a:lnTo>
                  <a:lnTo>
                    <a:pt x="2029693" y="4213959"/>
                  </a:lnTo>
                  <a:lnTo>
                    <a:pt x="2029819" y="4213959"/>
                  </a:lnTo>
                  <a:lnTo>
                    <a:pt x="2029945" y="4213959"/>
                  </a:lnTo>
                  <a:lnTo>
                    <a:pt x="2030072" y="4213959"/>
                  </a:lnTo>
                  <a:lnTo>
                    <a:pt x="2030198" y="4213959"/>
                  </a:lnTo>
                  <a:lnTo>
                    <a:pt x="2030324" y="4213959"/>
                  </a:lnTo>
                  <a:lnTo>
                    <a:pt x="2030450" y="4213959"/>
                  </a:lnTo>
                  <a:lnTo>
                    <a:pt x="2030577" y="4213959"/>
                  </a:lnTo>
                  <a:lnTo>
                    <a:pt x="2030703" y="4213959"/>
                  </a:lnTo>
                  <a:lnTo>
                    <a:pt x="2030829" y="4213959"/>
                  </a:lnTo>
                  <a:lnTo>
                    <a:pt x="2030956" y="4213959"/>
                  </a:lnTo>
                  <a:lnTo>
                    <a:pt x="2031082" y="4213959"/>
                  </a:lnTo>
                  <a:lnTo>
                    <a:pt x="2031208" y="4213959"/>
                  </a:lnTo>
                  <a:lnTo>
                    <a:pt x="2031334" y="4213959"/>
                  </a:lnTo>
                  <a:lnTo>
                    <a:pt x="2031461" y="4213959"/>
                  </a:lnTo>
                  <a:lnTo>
                    <a:pt x="2031587" y="4213959"/>
                  </a:lnTo>
                  <a:lnTo>
                    <a:pt x="2031713" y="4213959"/>
                  </a:lnTo>
                  <a:lnTo>
                    <a:pt x="2031839" y="4213959"/>
                  </a:lnTo>
                  <a:lnTo>
                    <a:pt x="2031966" y="4213959"/>
                  </a:lnTo>
                  <a:lnTo>
                    <a:pt x="2032092" y="4213959"/>
                  </a:lnTo>
                  <a:lnTo>
                    <a:pt x="2032218" y="4213959"/>
                  </a:lnTo>
                  <a:lnTo>
                    <a:pt x="2032344" y="4213959"/>
                  </a:lnTo>
                  <a:lnTo>
                    <a:pt x="2032471" y="4213959"/>
                  </a:lnTo>
                  <a:lnTo>
                    <a:pt x="2032597" y="4213959"/>
                  </a:lnTo>
                  <a:lnTo>
                    <a:pt x="2032723" y="4213959"/>
                  </a:lnTo>
                  <a:lnTo>
                    <a:pt x="2032849" y="4213959"/>
                  </a:lnTo>
                  <a:lnTo>
                    <a:pt x="2032976" y="4213959"/>
                  </a:lnTo>
                  <a:lnTo>
                    <a:pt x="2033102" y="4213959"/>
                  </a:lnTo>
                  <a:lnTo>
                    <a:pt x="2033228" y="4213959"/>
                  </a:lnTo>
                  <a:lnTo>
                    <a:pt x="2033354" y="4213959"/>
                  </a:lnTo>
                  <a:lnTo>
                    <a:pt x="2033481" y="4213959"/>
                  </a:lnTo>
                  <a:lnTo>
                    <a:pt x="2033607" y="4213959"/>
                  </a:lnTo>
                  <a:lnTo>
                    <a:pt x="2033733" y="4213959"/>
                  </a:lnTo>
                  <a:lnTo>
                    <a:pt x="2033859" y="4213959"/>
                  </a:lnTo>
                  <a:lnTo>
                    <a:pt x="2033986" y="4213959"/>
                  </a:lnTo>
                  <a:lnTo>
                    <a:pt x="2034112" y="4213959"/>
                  </a:lnTo>
                  <a:lnTo>
                    <a:pt x="2034238" y="4213959"/>
                  </a:lnTo>
                  <a:lnTo>
                    <a:pt x="2034364" y="4213959"/>
                  </a:lnTo>
                  <a:lnTo>
                    <a:pt x="2034491" y="4213959"/>
                  </a:lnTo>
                  <a:lnTo>
                    <a:pt x="2034617" y="4213959"/>
                  </a:lnTo>
                  <a:lnTo>
                    <a:pt x="2034743" y="4213959"/>
                  </a:lnTo>
                  <a:lnTo>
                    <a:pt x="2034869" y="4213959"/>
                  </a:lnTo>
                  <a:lnTo>
                    <a:pt x="2034996" y="4213959"/>
                  </a:lnTo>
                  <a:lnTo>
                    <a:pt x="2035122" y="4213959"/>
                  </a:lnTo>
                  <a:lnTo>
                    <a:pt x="2035122" y="4209048"/>
                  </a:lnTo>
                  <a:lnTo>
                    <a:pt x="2035248" y="4209048"/>
                  </a:lnTo>
                  <a:lnTo>
                    <a:pt x="2035374" y="4209048"/>
                  </a:lnTo>
                  <a:lnTo>
                    <a:pt x="2035501" y="4209048"/>
                  </a:lnTo>
                  <a:lnTo>
                    <a:pt x="2035627" y="4209048"/>
                  </a:lnTo>
                  <a:lnTo>
                    <a:pt x="2035753" y="4209048"/>
                  </a:lnTo>
                  <a:lnTo>
                    <a:pt x="2035879" y="4209048"/>
                  </a:lnTo>
                  <a:lnTo>
                    <a:pt x="2036006" y="4209048"/>
                  </a:lnTo>
                  <a:lnTo>
                    <a:pt x="2036132" y="4209048"/>
                  </a:lnTo>
                  <a:lnTo>
                    <a:pt x="2036258" y="4209048"/>
                  </a:lnTo>
                  <a:lnTo>
                    <a:pt x="2036385" y="4209048"/>
                  </a:lnTo>
                  <a:lnTo>
                    <a:pt x="2036511" y="4209048"/>
                  </a:lnTo>
                  <a:lnTo>
                    <a:pt x="2036637" y="4209048"/>
                  </a:lnTo>
                  <a:lnTo>
                    <a:pt x="2036763" y="4209048"/>
                  </a:lnTo>
                  <a:lnTo>
                    <a:pt x="2036890" y="4209048"/>
                  </a:lnTo>
                  <a:lnTo>
                    <a:pt x="2037016" y="4209048"/>
                  </a:lnTo>
                  <a:lnTo>
                    <a:pt x="2037142" y="4209048"/>
                  </a:lnTo>
                  <a:lnTo>
                    <a:pt x="2037268" y="4209048"/>
                  </a:lnTo>
                  <a:lnTo>
                    <a:pt x="2037395" y="4209048"/>
                  </a:lnTo>
                  <a:lnTo>
                    <a:pt x="2037521" y="4209048"/>
                  </a:lnTo>
                  <a:lnTo>
                    <a:pt x="2037647" y="4209048"/>
                  </a:lnTo>
                  <a:lnTo>
                    <a:pt x="2037773" y="4209048"/>
                  </a:lnTo>
                  <a:lnTo>
                    <a:pt x="2037900" y="4209048"/>
                  </a:lnTo>
                  <a:lnTo>
                    <a:pt x="2038026" y="4209048"/>
                  </a:lnTo>
                  <a:lnTo>
                    <a:pt x="2038152" y="4209048"/>
                  </a:lnTo>
                  <a:lnTo>
                    <a:pt x="2038278" y="4209048"/>
                  </a:lnTo>
                  <a:lnTo>
                    <a:pt x="2038405" y="4209048"/>
                  </a:lnTo>
                  <a:lnTo>
                    <a:pt x="2038531" y="4209048"/>
                  </a:lnTo>
                  <a:lnTo>
                    <a:pt x="2038657" y="4209048"/>
                  </a:lnTo>
                  <a:lnTo>
                    <a:pt x="2038783" y="4209048"/>
                  </a:lnTo>
                  <a:lnTo>
                    <a:pt x="2038910" y="4209048"/>
                  </a:lnTo>
                  <a:lnTo>
                    <a:pt x="2039036" y="4209048"/>
                  </a:lnTo>
                  <a:lnTo>
                    <a:pt x="2039162" y="4209048"/>
                  </a:lnTo>
                  <a:lnTo>
                    <a:pt x="2039288" y="4209048"/>
                  </a:lnTo>
                  <a:lnTo>
                    <a:pt x="2039415" y="4209048"/>
                  </a:lnTo>
                  <a:lnTo>
                    <a:pt x="2039541" y="4209048"/>
                  </a:lnTo>
                  <a:lnTo>
                    <a:pt x="2039667" y="4209048"/>
                  </a:lnTo>
                  <a:lnTo>
                    <a:pt x="2039793" y="4209048"/>
                  </a:lnTo>
                  <a:lnTo>
                    <a:pt x="2039920" y="4209048"/>
                  </a:lnTo>
                  <a:lnTo>
                    <a:pt x="2040046" y="4209048"/>
                  </a:lnTo>
                  <a:lnTo>
                    <a:pt x="2040172" y="4209048"/>
                  </a:lnTo>
                  <a:lnTo>
                    <a:pt x="2040298" y="4209048"/>
                  </a:lnTo>
                  <a:lnTo>
                    <a:pt x="2040425" y="4209048"/>
                  </a:lnTo>
                  <a:lnTo>
                    <a:pt x="2040551" y="4209048"/>
                  </a:lnTo>
                  <a:lnTo>
                    <a:pt x="2040677" y="4209048"/>
                  </a:lnTo>
                  <a:lnTo>
                    <a:pt x="2040803" y="4209048"/>
                  </a:lnTo>
                  <a:lnTo>
                    <a:pt x="2040930" y="4209048"/>
                  </a:lnTo>
                  <a:lnTo>
                    <a:pt x="2041056" y="4209048"/>
                  </a:lnTo>
                  <a:lnTo>
                    <a:pt x="2041182" y="4209048"/>
                  </a:lnTo>
                  <a:lnTo>
                    <a:pt x="2041309" y="4209048"/>
                  </a:lnTo>
                  <a:lnTo>
                    <a:pt x="2041435" y="4209048"/>
                  </a:lnTo>
                  <a:lnTo>
                    <a:pt x="2041561" y="4209048"/>
                  </a:lnTo>
                  <a:lnTo>
                    <a:pt x="2041687" y="4209048"/>
                  </a:lnTo>
                  <a:lnTo>
                    <a:pt x="2041814" y="4209048"/>
                  </a:lnTo>
                  <a:lnTo>
                    <a:pt x="2041940" y="4209048"/>
                  </a:lnTo>
                  <a:lnTo>
                    <a:pt x="2041940" y="4204136"/>
                  </a:lnTo>
                  <a:lnTo>
                    <a:pt x="2042066" y="4204136"/>
                  </a:lnTo>
                  <a:lnTo>
                    <a:pt x="2042192" y="4204136"/>
                  </a:lnTo>
                  <a:lnTo>
                    <a:pt x="2042319" y="4204136"/>
                  </a:lnTo>
                  <a:lnTo>
                    <a:pt x="2042445" y="4204136"/>
                  </a:lnTo>
                  <a:lnTo>
                    <a:pt x="2042571" y="4204136"/>
                  </a:lnTo>
                  <a:lnTo>
                    <a:pt x="2042697" y="4204136"/>
                  </a:lnTo>
                  <a:lnTo>
                    <a:pt x="2042824" y="4204136"/>
                  </a:lnTo>
                  <a:lnTo>
                    <a:pt x="2042950" y="4204136"/>
                  </a:lnTo>
                  <a:lnTo>
                    <a:pt x="2043076" y="4204136"/>
                  </a:lnTo>
                  <a:lnTo>
                    <a:pt x="2043202" y="4204136"/>
                  </a:lnTo>
                  <a:lnTo>
                    <a:pt x="2043329" y="4204136"/>
                  </a:lnTo>
                  <a:lnTo>
                    <a:pt x="2043455" y="4204136"/>
                  </a:lnTo>
                  <a:lnTo>
                    <a:pt x="2043581" y="4204136"/>
                  </a:lnTo>
                  <a:lnTo>
                    <a:pt x="2043707" y="4204136"/>
                  </a:lnTo>
                  <a:lnTo>
                    <a:pt x="2043834" y="4204136"/>
                  </a:lnTo>
                  <a:lnTo>
                    <a:pt x="2043960" y="4204136"/>
                  </a:lnTo>
                  <a:lnTo>
                    <a:pt x="2044086" y="4204136"/>
                  </a:lnTo>
                  <a:lnTo>
                    <a:pt x="2044212" y="4204136"/>
                  </a:lnTo>
                  <a:lnTo>
                    <a:pt x="2044212" y="4199225"/>
                  </a:lnTo>
                  <a:lnTo>
                    <a:pt x="2044339" y="4199225"/>
                  </a:lnTo>
                  <a:lnTo>
                    <a:pt x="2044465" y="4199225"/>
                  </a:lnTo>
                  <a:lnTo>
                    <a:pt x="2044591" y="4199225"/>
                  </a:lnTo>
                  <a:lnTo>
                    <a:pt x="2044717" y="4199225"/>
                  </a:lnTo>
                  <a:lnTo>
                    <a:pt x="2044844" y="4199225"/>
                  </a:lnTo>
                  <a:lnTo>
                    <a:pt x="2044970" y="4199225"/>
                  </a:lnTo>
                  <a:lnTo>
                    <a:pt x="2045096" y="4199225"/>
                  </a:lnTo>
                  <a:lnTo>
                    <a:pt x="2045222" y="4199225"/>
                  </a:lnTo>
                  <a:lnTo>
                    <a:pt x="2045349" y="4199225"/>
                  </a:lnTo>
                  <a:lnTo>
                    <a:pt x="2045475" y="4199225"/>
                  </a:lnTo>
                  <a:lnTo>
                    <a:pt x="2045601" y="4199225"/>
                  </a:lnTo>
                  <a:lnTo>
                    <a:pt x="2045727" y="4199225"/>
                  </a:lnTo>
                  <a:lnTo>
                    <a:pt x="2045854" y="4199225"/>
                  </a:lnTo>
                  <a:lnTo>
                    <a:pt x="2045980" y="4199225"/>
                  </a:lnTo>
                  <a:lnTo>
                    <a:pt x="2046106" y="4199225"/>
                  </a:lnTo>
                  <a:lnTo>
                    <a:pt x="2046232" y="4199225"/>
                  </a:lnTo>
                  <a:lnTo>
                    <a:pt x="2046359" y="4199225"/>
                  </a:lnTo>
                  <a:lnTo>
                    <a:pt x="2046485" y="4199225"/>
                  </a:lnTo>
                  <a:lnTo>
                    <a:pt x="2046611" y="4199225"/>
                  </a:lnTo>
                  <a:lnTo>
                    <a:pt x="2046738" y="4199225"/>
                  </a:lnTo>
                  <a:lnTo>
                    <a:pt x="2046864" y="4199225"/>
                  </a:lnTo>
                  <a:lnTo>
                    <a:pt x="2046990" y="4199225"/>
                  </a:lnTo>
                  <a:lnTo>
                    <a:pt x="2047116" y="4199225"/>
                  </a:lnTo>
                  <a:lnTo>
                    <a:pt x="2047243" y="4199225"/>
                  </a:lnTo>
                  <a:lnTo>
                    <a:pt x="2047369" y="4199225"/>
                  </a:lnTo>
                  <a:lnTo>
                    <a:pt x="2047495" y="4199225"/>
                  </a:lnTo>
                  <a:lnTo>
                    <a:pt x="2047621" y="4199225"/>
                  </a:lnTo>
                  <a:lnTo>
                    <a:pt x="2047748" y="4199225"/>
                  </a:lnTo>
                  <a:lnTo>
                    <a:pt x="2047874" y="4199225"/>
                  </a:lnTo>
                  <a:lnTo>
                    <a:pt x="2048000" y="4199225"/>
                  </a:lnTo>
                  <a:lnTo>
                    <a:pt x="2048126" y="4199225"/>
                  </a:lnTo>
                  <a:lnTo>
                    <a:pt x="2048253" y="4199225"/>
                  </a:lnTo>
                  <a:lnTo>
                    <a:pt x="2048379" y="4199225"/>
                  </a:lnTo>
                  <a:lnTo>
                    <a:pt x="2048505" y="4199225"/>
                  </a:lnTo>
                  <a:lnTo>
                    <a:pt x="2048631" y="4199225"/>
                  </a:lnTo>
                  <a:lnTo>
                    <a:pt x="2048758" y="4199225"/>
                  </a:lnTo>
                  <a:lnTo>
                    <a:pt x="2048884" y="4199225"/>
                  </a:lnTo>
                  <a:lnTo>
                    <a:pt x="2049010" y="4199225"/>
                  </a:lnTo>
                  <a:lnTo>
                    <a:pt x="2049136" y="4199225"/>
                  </a:lnTo>
                  <a:lnTo>
                    <a:pt x="2049263" y="4199225"/>
                  </a:lnTo>
                  <a:lnTo>
                    <a:pt x="2049389" y="4199225"/>
                  </a:lnTo>
                  <a:lnTo>
                    <a:pt x="2049515" y="4199225"/>
                  </a:lnTo>
                  <a:lnTo>
                    <a:pt x="2049641" y="4199225"/>
                  </a:lnTo>
                  <a:lnTo>
                    <a:pt x="2049768" y="4199225"/>
                  </a:lnTo>
                  <a:lnTo>
                    <a:pt x="2049894" y="4199225"/>
                  </a:lnTo>
                  <a:lnTo>
                    <a:pt x="2049894" y="4194314"/>
                  </a:lnTo>
                  <a:lnTo>
                    <a:pt x="2049894" y="4189402"/>
                  </a:lnTo>
                  <a:lnTo>
                    <a:pt x="2050020" y="4189402"/>
                  </a:lnTo>
                  <a:lnTo>
                    <a:pt x="2050146" y="4189402"/>
                  </a:lnTo>
                  <a:lnTo>
                    <a:pt x="2050273" y="4189402"/>
                  </a:lnTo>
                  <a:lnTo>
                    <a:pt x="2050399" y="4189402"/>
                  </a:lnTo>
                  <a:lnTo>
                    <a:pt x="2050525" y="4189402"/>
                  </a:lnTo>
                  <a:lnTo>
                    <a:pt x="2050651" y="4189402"/>
                  </a:lnTo>
                  <a:lnTo>
                    <a:pt x="2050778" y="4189402"/>
                  </a:lnTo>
                  <a:lnTo>
                    <a:pt x="2050904" y="4189402"/>
                  </a:lnTo>
                  <a:lnTo>
                    <a:pt x="2051030" y="4189402"/>
                  </a:lnTo>
                  <a:lnTo>
                    <a:pt x="2051156" y="4189402"/>
                  </a:lnTo>
                  <a:lnTo>
                    <a:pt x="2051283" y="4189402"/>
                  </a:lnTo>
                  <a:lnTo>
                    <a:pt x="2051409" y="4189402"/>
                  </a:lnTo>
                  <a:lnTo>
                    <a:pt x="2051535" y="4189402"/>
                  </a:lnTo>
                  <a:lnTo>
                    <a:pt x="2051662" y="4189402"/>
                  </a:lnTo>
                  <a:lnTo>
                    <a:pt x="2051788" y="4189402"/>
                  </a:lnTo>
                  <a:lnTo>
                    <a:pt x="2051914" y="4189402"/>
                  </a:lnTo>
                  <a:lnTo>
                    <a:pt x="2052040" y="4189402"/>
                  </a:lnTo>
                  <a:lnTo>
                    <a:pt x="2052167" y="4189402"/>
                  </a:lnTo>
                  <a:lnTo>
                    <a:pt x="2052293" y="4189402"/>
                  </a:lnTo>
                  <a:lnTo>
                    <a:pt x="2052419" y="4189402"/>
                  </a:lnTo>
                  <a:lnTo>
                    <a:pt x="2052545" y="4189402"/>
                  </a:lnTo>
                  <a:lnTo>
                    <a:pt x="2052672" y="4189402"/>
                  </a:lnTo>
                  <a:lnTo>
                    <a:pt x="2052798" y="4189402"/>
                  </a:lnTo>
                  <a:lnTo>
                    <a:pt x="2052924" y="4189402"/>
                  </a:lnTo>
                  <a:lnTo>
                    <a:pt x="2053050" y="4189402"/>
                  </a:lnTo>
                  <a:lnTo>
                    <a:pt x="2053177" y="4189402"/>
                  </a:lnTo>
                  <a:lnTo>
                    <a:pt x="2053303" y="4189402"/>
                  </a:lnTo>
                  <a:lnTo>
                    <a:pt x="2053429" y="4189402"/>
                  </a:lnTo>
                  <a:lnTo>
                    <a:pt x="2053555" y="4189402"/>
                  </a:lnTo>
                  <a:lnTo>
                    <a:pt x="2053682" y="4189402"/>
                  </a:lnTo>
                  <a:lnTo>
                    <a:pt x="2053808" y="4189402"/>
                  </a:lnTo>
                  <a:lnTo>
                    <a:pt x="2053934" y="4189402"/>
                  </a:lnTo>
                  <a:lnTo>
                    <a:pt x="2054060" y="4189402"/>
                  </a:lnTo>
                  <a:lnTo>
                    <a:pt x="2054187" y="4189402"/>
                  </a:lnTo>
                  <a:lnTo>
                    <a:pt x="2054313" y="4189402"/>
                  </a:lnTo>
                  <a:lnTo>
                    <a:pt x="2054439" y="4189402"/>
                  </a:lnTo>
                  <a:lnTo>
                    <a:pt x="2054565" y="4189402"/>
                  </a:lnTo>
                  <a:lnTo>
                    <a:pt x="2054692" y="4189402"/>
                  </a:lnTo>
                  <a:lnTo>
                    <a:pt x="2054818" y="4189402"/>
                  </a:lnTo>
                  <a:lnTo>
                    <a:pt x="2054944" y="4189402"/>
                  </a:lnTo>
                  <a:lnTo>
                    <a:pt x="2055070" y="4189402"/>
                  </a:lnTo>
                  <a:lnTo>
                    <a:pt x="2055197" y="4189402"/>
                  </a:lnTo>
                  <a:lnTo>
                    <a:pt x="2055323" y="4189402"/>
                  </a:lnTo>
                  <a:lnTo>
                    <a:pt x="2055449" y="4189402"/>
                  </a:lnTo>
                  <a:lnTo>
                    <a:pt x="2055575" y="4189402"/>
                  </a:lnTo>
                  <a:lnTo>
                    <a:pt x="2055702" y="4189402"/>
                  </a:lnTo>
                  <a:lnTo>
                    <a:pt x="2055828" y="4189402"/>
                  </a:lnTo>
                  <a:lnTo>
                    <a:pt x="2055954" y="4189402"/>
                  </a:lnTo>
                  <a:lnTo>
                    <a:pt x="2056080" y="4189402"/>
                  </a:lnTo>
                  <a:lnTo>
                    <a:pt x="2056207" y="4189402"/>
                  </a:lnTo>
                  <a:lnTo>
                    <a:pt x="2056333" y="4189402"/>
                  </a:lnTo>
                  <a:lnTo>
                    <a:pt x="2056459" y="4189402"/>
                  </a:lnTo>
                  <a:lnTo>
                    <a:pt x="2056585" y="4189402"/>
                  </a:lnTo>
                  <a:lnTo>
                    <a:pt x="2056712" y="4189402"/>
                  </a:lnTo>
                  <a:lnTo>
                    <a:pt x="2056838" y="4189402"/>
                  </a:lnTo>
                  <a:lnTo>
                    <a:pt x="2056964" y="4189402"/>
                  </a:lnTo>
                  <a:lnTo>
                    <a:pt x="2057091" y="4189402"/>
                  </a:lnTo>
                  <a:lnTo>
                    <a:pt x="2057217" y="4189402"/>
                  </a:lnTo>
                  <a:lnTo>
                    <a:pt x="2057343" y="4189402"/>
                  </a:lnTo>
                  <a:lnTo>
                    <a:pt x="2057469" y="4189402"/>
                  </a:lnTo>
                  <a:lnTo>
                    <a:pt x="2057596" y="4189402"/>
                  </a:lnTo>
                  <a:lnTo>
                    <a:pt x="2057722" y="4189402"/>
                  </a:lnTo>
                  <a:lnTo>
                    <a:pt x="2057848" y="4189402"/>
                  </a:lnTo>
                  <a:lnTo>
                    <a:pt x="2057974" y="4189402"/>
                  </a:lnTo>
                  <a:lnTo>
                    <a:pt x="2058101" y="4189402"/>
                  </a:lnTo>
                  <a:lnTo>
                    <a:pt x="2058227" y="4189402"/>
                  </a:lnTo>
                  <a:lnTo>
                    <a:pt x="2058353" y="4189402"/>
                  </a:lnTo>
                  <a:lnTo>
                    <a:pt x="2058479" y="4189402"/>
                  </a:lnTo>
                  <a:lnTo>
                    <a:pt x="2058606" y="4189402"/>
                  </a:lnTo>
                  <a:lnTo>
                    <a:pt x="2058732" y="4189402"/>
                  </a:lnTo>
                  <a:lnTo>
                    <a:pt x="2058858" y="4189402"/>
                  </a:lnTo>
                  <a:lnTo>
                    <a:pt x="2058984" y="4189402"/>
                  </a:lnTo>
                  <a:lnTo>
                    <a:pt x="2059111" y="4189402"/>
                  </a:lnTo>
                  <a:lnTo>
                    <a:pt x="2059237" y="4189402"/>
                  </a:lnTo>
                  <a:lnTo>
                    <a:pt x="2059363" y="4189402"/>
                  </a:lnTo>
                  <a:lnTo>
                    <a:pt x="2059489" y="4189402"/>
                  </a:lnTo>
                  <a:lnTo>
                    <a:pt x="2059616" y="4189402"/>
                  </a:lnTo>
                  <a:lnTo>
                    <a:pt x="2059742" y="4189402"/>
                  </a:lnTo>
                  <a:lnTo>
                    <a:pt x="2059868" y="4189402"/>
                  </a:lnTo>
                  <a:lnTo>
                    <a:pt x="2059994" y="4189402"/>
                  </a:lnTo>
                  <a:lnTo>
                    <a:pt x="2060121" y="4189402"/>
                  </a:lnTo>
                  <a:lnTo>
                    <a:pt x="2060247" y="4189402"/>
                  </a:lnTo>
                  <a:lnTo>
                    <a:pt x="2060373" y="4189402"/>
                  </a:lnTo>
                  <a:lnTo>
                    <a:pt x="2060499" y="4189402"/>
                  </a:lnTo>
                  <a:lnTo>
                    <a:pt x="2060626" y="4189402"/>
                  </a:lnTo>
                  <a:lnTo>
                    <a:pt x="2060752" y="4189402"/>
                  </a:lnTo>
                  <a:lnTo>
                    <a:pt x="2060878" y="4189402"/>
                  </a:lnTo>
                  <a:lnTo>
                    <a:pt x="2061004" y="4189402"/>
                  </a:lnTo>
                  <a:lnTo>
                    <a:pt x="2061131" y="4189402"/>
                  </a:lnTo>
                  <a:lnTo>
                    <a:pt x="2061257" y="4189402"/>
                  </a:lnTo>
                  <a:lnTo>
                    <a:pt x="2061383" y="4189402"/>
                  </a:lnTo>
                  <a:lnTo>
                    <a:pt x="2061509" y="4189402"/>
                  </a:lnTo>
                  <a:lnTo>
                    <a:pt x="2061636" y="4189402"/>
                  </a:lnTo>
                  <a:lnTo>
                    <a:pt x="2061762" y="4189402"/>
                  </a:lnTo>
                  <a:lnTo>
                    <a:pt x="2061888" y="4189402"/>
                  </a:lnTo>
                  <a:lnTo>
                    <a:pt x="2062015" y="4189402"/>
                  </a:lnTo>
                  <a:lnTo>
                    <a:pt x="2062141" y="4189402"/>
                  </a:lnTo>
                  <a:lnTo>
                    <a:pt x="2062267" y="4189402"/>
                  </a:lnTo>
                  <a:lnTo>
                    <a:pt x="2062393" y="4189402"/>
                  </a:lnTo>
                  <a:lnTo>
                    <a:pt x="2062520" y="4189402"/>
                  </a:lnTo>
                  <a:lnTo>
                    <a:pt x="2062646" y="4189402"/>
                  </a:lnTo>
                  <a:lnTo>
                    <a:pt x="2062772" y="4189402"/>
                  </a:lnTo>
                  <a:lnTo>
                    <a:pt x="2062898" y="4189402"/>
                  </a:lnTo>
                  <a:lnTo>
                    <a:pt x="2063025" y="4189402"/>
                  </a:lnTo>
                  <a:lnTo>
                    <a:pt x="2063151" y="4189402"/>
                  </a:lnTo>
                  <a:lnTo>
                    <a:pt x="2063277" y="4189402"/>
                  </a:lnTo>
                  <a:lnTo>
                    <a:pt x="2063403" y="4189402"/>
                  </a:lnTo>
                  <a:lnTo>
                    <a:pt x="2063530" y="4189402"/>
                  </a:lnTo>
                  <a:lnTo>
                    <a:pt x="2063656" y="4189402"/>
                  </a:lnTo>
                  <a:lnTo>
                    <a:pt x="2063782" y="4189402"/>
                  </a:lnTo>
                  <a:lnTo>
                    <a:pt x="2063908" y="4189402"/>
                  </a:lnTo>
                  <a:lnTo>
                    <a:pt x="2064035" y="4189402"/>
                  </a:lnTo>
                  <a:lnTo>
                    <a:pt x="2064161" y="4189402"/>
                  </a:lnTo>
                  <a:lnTo>
                    <a:pt x="2064287" y="4189402"/>
                  </a:lnTo>
                  <a:lnTo>
                    <a:pt x="2064413" y="4189402"/>
                  </a:lnTo>
                  <a:lnTo>
                    <a:pt x="2064413" y="4184491"/>
                  </a:lnTo>
                  <a:lnTo>
                    <a:pt x="2064540" y="4184491"/>
                  </a:lnTo>
                  <a:lnTo>
                    <a:pt x="2064666" y="4184491"/>
                  </a:lnTo>
                  <a:lnTo>
                    <a:pt x="2064792" y="4184491"/>
                  </a:lnTo>
                  <a:lnTo>
                    <a:pt x="2064918" y="4184491"/>
                  </a:lnTo>
                  <a:lnTo>
                    <a:pt x="2065045" y="4184491"/>
                  </a:lnTo>
                  <a:lnTo>
                    <a:pt x="2065171" y="4184491"/>
                  </a:lnTo>
                  <a:lnTo>
                    <a:pt x="2065297" y="4184491"/>
                  </a:lnTo>
                  <a:lnTo>
                    <a:pt x="2065423" y="4184491"/>
                  </a:lnTo>
                  <a:lnTo>
                    <a:pt x="2065550" y="4184491"/>
                  </a:lnTo>
                  <a:lnTo>
                    <a:pt x="2065676" y="4184491"/>
                  </a:lnTo>
                  <a:lnTo>
                    <a:pt x="2065802" y="4184491"/>
                  </a:lnTo>
                  <a:lnTo>
                    <a:pt x="2065928" y="4184491"/>
                  </a:lnTo>
                  <a:lnTo>
                    <a:pt x="2066055" y="4184491"/>
                  </a:lnTo>
                  <a:lnTo>
                    <a:pt x="2066181" y="4184491"/>
                  </a:lnTo>
                  <a:lnTo>
                    <a:pt x="2066307" y="4184491"/>
                  </a:lnTo>
                  <a:lnTo>
                    <a:pt x="2066433" y="4184491"/>
                  </a:lnTo>
                  <a:lnTo>
                    <a:pt x="2066560" y="4184491"/>
                  </a:lnTo>
                  <a:lnTo>
                    <a:pt x="2066686" y="4184491"/>
                  </a:lnTo>
                  <a:lnTo>
                    <a:pt x="2066812" y="4184491"/>
                  </a:lnTo>
                  <a:lnTo>
                    <a:pt x="2066938" y="4184491"/>
                  </a:lnTo>
                  <a:lnTo>
                    <a:pt x="2067065" y="4184491"/>
                  </a:lnTo>
                  <a:lnTo>
                    <a:pt x="2067191" y="4184491"/>
                  </a:lnTo>
                  <a:lnTo>
                    <a:pt x="2067317" y="4184491"/>
                  </a:lnTo>
                  <a:lnTo>
                    <a:pt x="2067444" y="4184491"/>
                  </a:lnTo>
                  <a:lnTo>
                    <a:pt x="2067570" y="4184491"/>
                  </a:lnTo>
                  <a:lnTo>
                    <a:pt x="2067696" y="4184491"/>
                  </a:lnTo>
                  <a:lnTo>
                    <a:pt x="2067822" y="4184491"/>
                  </a:lnTo>
                  <a:lnTo>
                    <a:pt x="2067949" y="4184491"/>
                  </a:lnTo>
                  <a:lnTo>
                    <a:pt x="2068075" y="4184491"/>
                  </a:lnTo>
                  <a:lnTo>
                    <a:pt x="2068201" y="4184491"/>
                  </a:lnTo>
                  <a:lnTo>
                    <a:pt x="2068327" y="4184491"/>
                  </a:lnTo>
                  <a:lnTo>
                    <a:pt x="2068454" y="4184491"/>
                  </a:lnTo>
                  <a:lnTo>
                    <a:pt x="2068580" y="4184491"/>
                  </a:lnTo>
                  <a:lnTo>
                    <a:pt x="2068706" y="4184491"/>
                  </a:lnTo>
                  <a:lnTo>
                    <a:pt x="2068832" y="4184491"/>
                  </a:lnTo>
                  <a:lnTo>
                    <a:pt x="2068959" y="4184491"/>
                  </a:lnTo>
                  <a:lnTo>
                    <a:pt x="2069085" y="4184491"/>
                  </a:lnTo>
                  <a:lnTo>
                    <a:pt x="2069211" y="4184491"/>
                  </a:lnTo>
                  <a:lnTo>
                    <a:pt x="2069337" y="4184491"/>
                  </a:lnTo>
                  <a:lnTo>
                    <a:pt x="2069464" y="4184491"/>
                  </a:lnTo>
                  <a:lnTo>
                    <a:pt x="2069590" y="4184491"/>
                  </a:lnTo>
                  <a:lnTo>
                    <a:pt x="2069716" y="4184491"/>
                  </a:lnTo>
                  <a:lnTo>
                    <a:pt x="2069842" y="4184491"/>
                  </a:lnTo>
                  <a:lnTo>
                    <a:pt x="2069969" y="4184491"/>
                  </a:lnTo>
                  <a:lnTo>
                    <a:pt x="2070095" y="4184491"/>
                  </a:lnTo>
                  <a:lnTo>
                    <a:pt x="2070221" y="4184491"/>
                  </a:lnTo>
                  <a:lnTo>
                    <a:pt x="2070347" y="4184491"/>
                  </a:lnTo>
                  <a:lnTo>
                    <a:pt x="2070474" y="4184491"/>
                  </a:lnTo>
                  <a:lnTo>
                    <a:pt x="2070600" y="4184491"/>
                  </a:lnTo>
                  <a:lnTo>
                    <a:pt x="2070726" y="4184491"/>
                  </a:lnTo>
                  <a:lnTo>
                    <a:pt x="2070852" y="4184491"/>
                  </a:lnTo>
                  <a:lnTo>
                    <a:pt x="2070979" y="4184491"/>
                  </a:lnTo>
                  <a:lnTo>
                    <a:pt x="2071105" y="4184491"/>
                  </a:lnTo>
                  <a:lnTo>
                    <a:pt x="2071231" y="4184491"/>
                  </a:lnTo>
                  <a:lnTo>
                    <a:pt x="2071357" y="4184491"/>
                  </a:lnTo>
                  <a:lnTo>
                    <a:pt x="2071484" y="4184491"/>
                  </a:lnTo>
                  <a:lnTo>
                    <a:pt x="2071610" y="4184491"/>
                  </a:lnTo>
                  <a:lnTo>
                    <a:pt x="2071736" y="4184491"/>
                  </a:lnTo>
                  <a:lnTo>
                    <a:pt x="2071862" y="4184491"/>
                  </a:lnTo>
                  <a:lnTo>
                    <a:pt x="2071989" y="4184491"/>
                  </a:lnTo>
                  <a:lnTo>
                    <a:pt x="2072115" y="4184491"/>
                  </a:lnTo>
                  <a:lnTo>
                    <a:pt x="2072241" y="4184491"/>
                  </a:lnTo>
                  <a:lnTo>
                    <a:pt x="2072368" y="4184491"/>
                  </a:lnTo>
                  <a:lnTo>
                    <a:pt x="2072494" y="4184491"/>
                  </a:lnTo>
                  <a:lnTo>
                    <a:pt x="2072620" y="4184491"/>
                  </a:lnTo>
                  <a:lnTo>
                    <a:pt x="2072746" y="4184491"/>
                  </a:lnTo>
                  <a:lnTo>
                    <a:pt x="2072873" y="4184491"/>
                  </a:lnTo>
                  <a:lnTo>
                    <a:pt x="2072999" y="4184491"/>
                  </a:lnTo>
                  <a:lnTo>
                    <a:pt x="2073125" y="4184491"/>
                  </a:lnTo>
                  <a:lnTo>
                    <a:pt x="2073251" y="4184491"/>
                  </a:lnTo>
                  <a:lnTo>
                    <a:pt x="2073378" y="4184491"/>
                  </a:lnTo>
                  <a:lnTo>
                    <a:pt x="2073504" y="4184491"/>
                  </a:lnTo>
                  <a:lnTo>
                    <a:pt x="2073630" y="4184491"/>
                  </a:lnTo>
                  <a:lnTo>
                    <a:pt x="2073756" y="4184491"/>
                  </a:lnTo>
                  <a:lnTo>
                    <a:pt x="2073883" y="4184491"/>
                  </a:lnTo>
                  <a:lnTo>
                    <a:pt x="2074009" y="4184491"/>
                  </a:lnTo>
                  <a:lnTo>
                    <a:pt x="2074135" y="4184491"/>
                  </a:lnTo>
                  <a:lnTo>
                    <a:pt x="2074261" y="4184491"/>
                  </a:lnTo>
                  <a:lnTo>
                    <a:pt x="2074388" y="4184491"/>
                  </a:lnTo>
                  <a:lnTo>
                    <a:pt x="2074514" y="4184491"/>
                  </a:lnTo>
                  <a:lnTo>
                    <a:pt x="2074640" y="4184491"/>
                  </a:lnTo>
                  <a:lnTo>
                    <a:pt x="2074766" y="4184491"/>
                  </a:lnTo>
                  <a:lnTo>
                    <a:pt x="2074893" y="4184491"/>
                  </a:lnTo>
                  <a:lnTo>
                    <a:pt x="2075019" y="4184491"/>
                  </a:lnTo>
                  <a:lnTo>
                    <a:pt x="2075145" y="4184491"/>
                  </a:lnTo>
                  <a:lnTo>
                    <a:pt x="2075271" y="4184491"/>
                  </a:lnTo>
                  <a:lnTo>
                    <a:pt x="2075398" y="4184491"/>
                  </a:lnTo>
                  <a:lnTo>
                    <a:pt x="2075524" y="4184491"/>
                  </a:lnTo>
                  <a:lnTo>
                    <a:pt x="2075650" y="4184491"/>
                  </a:lnTo>
                  <a:lnTo>
                    <a:pt x="2075776" y="4184491"/>
                  </a:lnTo>
                  <a:lnTo>
                    <a:pt x="2075903" y="4184491"/>
                  </a:lnTo>
                  <a:lnTo>
                    <a:pt x="2076029" y="4184491"/>
                  </a:lnTo>
                  <a:lnTo>
                    <a:pt x="2076155" y="4184491"/>
                  </a:lnTo>
                  <a:lnTo>
                    <a:pt x="2076281" y="4184491"/>
                  </a:lnTo>
                  <a:lnTo>
                    <a:pt x="2076408" y="4184491"/>
                  </a:lnTo>
                  <a:lnTo>
                    <a:pt x="2076534" y="4184491"/>
                  </a:lnTo>
                  <a:lnTo>
                    <a:pt x="2076660" y="4184491"/>
                  </a:lnTo>
                  <a:lnTo>
                    <a:pt x="2076786" y="4184491"/>
                  </a:lnTo>
                  <a:lnTo>
                    <a:pt x="2076913" y="4184491"/>
                  </a:lnTo>
                  <a:lnTo>
                    <a:pt x="2077039" y="4184491"/>
                  </a:lnTo>
                  <a:lnTo>
                    <a:pt x="2077165" y="4184491"/>
                  </a:lnTo>
                  <a:lnTo>
                    <a:pt x="2077291" y="4184491"/>
                  </a:lnTo>
                  <a:lnTo>
                    <a:pt x="2077418" y="4184491"/>
                  </a:lnTo>
                  <a:lnTo>
                    <a:pt x="2077544" y="4184491"/>
                  </a:lnTo>
                  <a:lnTo>
                    <a:pt x="2077670" y="4184491"/>
                  </a:lnTo>
                  <a:lnTo>
                    <a:pt x="2077797" y="4184491"/>
                  </a:lnTo>
                  <a:lnTo>
                    <a:pt x="2077923" y="4184491"/>
                  </a:lnTo>
                  <a:lnTo>
                    <a:pt x="2078049" y="4184491"/>
                  </a:lnTo>
                  <a:lnTo>
                    <a:pt x="2078175" y="4184491"/>
                  </a:lnTo>
                  <a:lnTo>
                    <a:pt x="2078302" y="4184491"/>
                  </a:lnTo>
                  <a:lnTo>
                    <a:pt x="2078428" y="4184491"/>
                  </a:lnTo>
                  <a:lnTo>
                    <a:pt x="2078554" y="4184491"/>
                  </a:lnTo>
                  <a:lnTo>
                    <a:pt x="2078680" y="4184491"/>
                  </a:lnTo>
                  <a:lnTo>
                    <a:pt x="2078807" y="4184491"/>
                  </a:lnTo>
                  <a:lnTo>
                    <a:pt x="2078933" y="4184491"/>
                  </a:lnTo>
                  <a:lnTo>
                    <a:pt x="2079059" y="4184491"/>
                  </a:lnTo>
                  <a:lnTo>
                    <a:pt x="2079185" y="4184491"/>
                  </a:lnTo>
                  <a:lnTo>
                    <a:pt x="2079312" y="4184491"/>
                  </a:lnTo>
                  <a:lnTo>
                    <a:pt x="2079438" y="4184491"/>
                  </a:lnTo>
                  <a:lnTo>
                    <a:pt x="2079564" y="4184491"/>
                  </a:lnTo>
                  <a:lnTo>
                    <a:pt x="2079690" y="4184491"/>
                  </a:lnTo>
                  <a:lnTo>
                    <a:pt x="2079817" y="4184491"/>
                  </a:lnTo>
                  <a:lnTo>
                    <a:pt x="2079943" y="4184491"/>
                  </a:lnTo>
                  <a:lnTo>
                    <a:pt x="2080069" y="4184491"/>
                  </a:lnTo>
                  <a:lnTo>
                    <a:pt x="2080195" y="4184491"/>
                  </a:lnTo>
                  <a:lnTo>
                    <a:pt x="2080322" y="4184491"/>
                  </a:lnTo>
                  <a:lnTo>
                    <a:pt x="2080448" y="4184491"/>
                  </a:lnTo>
                  <a:lnTo>
                    <a:pt x="2080574" y="4184491"/>
                  </a:lnTo>
                  <a:lnTo>
                    <a:pt x="2080700" y="4184491"/>
                  </a:lnTo>
                  <a:lnTo>
                    <a:pt x="2080827" y="4184491"/>
                  </a:lnTo>
                  <a:lnTo>
                    <a:pt x="2080953" y="4184491"/>
                  </a:lnTo>
                  <a:lnTo>
                    <a:pt x="2081079" y="4184491"/>
                  </a:lnTo>
                  <a:lnTo>
                    <a:pt x="2081205" y="4184491"/>
                  </a:lnTo>
                  <a:lnTo>
                    <a:pt x="2081332" y="4184491"/>
                  </a:lnTo>
                  <a:lnTo>
                    <a:pt x="2081458" y="4184491"/>
                  </a:lnTo>
                  <a:lnTo>
                    <a:pt x="2081584" y="4184491"/>
                  </a:lnTo>
                  <a:lnTo>
                    <a:pt x="2081710" y="4184491"/>
                  </a:lnTo>
                  <a:lnTo>
                    <a:pt x="2081837" y="4184491"/>
                  </a:lnTo>
                  <a:lnTo>
                    <a:pt x="2081963" y="4184491"/>
                  </a:lnTo>
                  <a:lnTo>
                    <a:pt x="2082089" y="4184491"/>
                  </a:lnTo>
                  <a:lnTo>
                    <a:pt x="2082215" y="4184491"/>
                  </a:lnTo>
                  <a:lnTo>
                    <a:pt x="2082342" y="4184491"/>
                  </a:lnTo>
                  <a:lnTo>
                    <a:pt x="2082468" y="4184491"/>
                  </a:lnTo>
                  <a:lnTo>
                    <a:pt x="2082594" y="4184491"/>
                  </a:lnTo>
                  <a:lnTo>
                    <a:pt x="2082721" y="4184491"/>
                  </a:lnTo>
                  <a:lnTo>
                    <a:pt x="2082847" y="4184491"/>
                  </a:lnTo>
                  <a:lnTo>
                    <a:pt x="2082973" y="4184491"/>
                  </a:lnTo>
                  <a:lnTo>
                    <a:pt x="2083099" y="4184491"/>
                  </a:lnTo>
                  <a:lnTo>
                    <a:pt x="2083226" y="4184491"/>
                  </a:lnTo>
                  <a:lnTo>
                    <a:pt x="2083352" y="4184491"/>
                  </a:lnTo>
                  <a:lnTo>
                    <a:pt x="2083478" y="4184491"/>
                  </a:lnTo>
                  <a:lnTo>
                    <a:pt x="2083604" y="4184491"/>
                  </a:lnTo>
                  <a:lnTo>
                    <a:pt x="2083731" y="4184491"/>
                  </a:lnTo>
                  <a:lnTo>
                    <a:pt x="2083857" y="4184491"/>
                  </a:lnTo>
                  <a:lnTo>
                    <a:pt x="2083983" y="4184491"/>
                  </a:lnTo>
                  <a:lnTo>
                    <a:pt x="2084109" y="4184491"/>
                  </a:lnTo>
                  <a:lnTo>
                    <a:pt x="2084236" y="4184491"/>
                  </a:lnTo>
                  <a:lnTo>
                    <a:pt x="2084362" y="4184491"/>
                  </a:lnTo>
                  <a:lnTo>
                    <a:pt x="2084488" y="4184491"/>
                  </a:lnTo>
                  <a:lnTo>
                    <a:pt x="2084614" y="4184491"/>
                  </a:lnTo>
                  <a:lnTo>
                    <a:pt x="2084741" y="4184491"/>
                  </a:lnTo>
                  <a:lnTo>
                    <a:pt x="2084867" y="4184491"/>
                  </a:lnTo>
                  <a:lnTo>
                    <a:pt x="2084993" y="4184491"/>
                  </a:lnTo>
                  <a:lnTo>
                    <a:pt x="2085119" y="4184491"/>
                  </a:lnTo>
                  <a:lnTo>
                    <a:pt x="2085246" y="4184491"/>
                  </a:lnTo>
                  <a:lnTo>
                    <a:pt x="2085372" y="4184491"/>
                  </a:lnTo>
                  <a:lnTo>
                    <a:pt x="2085498" y="4184491"/>
                  </a:lnTo>
                  <a:lnTo>
                    <a:pt x="2085624" y="4184491"/>
                  </a:lnTo>
                  <a:lnTo>
                    <a:pt x="2085751" y="4184491"/>
                  </a:lnTo>
                  <a:lnTo>
                    <a:pt x="2085877" y="4184491"/>
                  </a:lnTo>
                  <a:lnTo>
                    <a:pt x="2086003" y="4184491"/>
                  </a:lnTo>
                  <a:lnTo>
                    <a:pt x="2086129" y="4184491"/>
                  </a:lnTo>
                  <a:lnTo>
                    <a:pt x="2086256" y="4184491"/>
                  </a:lnTo>
                  <a:lnTo>
                    <a:pt x="2086382" y="4184491"/>
                  </a:lnTo>
                  <a:lnTo>
                    <a:pt x="2086382" y="4179580"/>
                  </a:lnTo>
                  <a:lnTo>
                    <a:pt x="2086508" y="4179580"/>
                  </a:lnTo>
                  <a:lnTo>
                    <a:pt x="2086634" y="4179580"/>
                  </a:lnTo>
                  <a:lnTo>
                    <a:pt x="2086761" y="4179580"/>
                  </a:lnTo>
                  <a:lnTo>
                    <a:pt x="2086887" y="4179580"/>
                  </a:lnTo>
                  <a:lnTo>
                    <a:pt x="2087013" y="4179580"/>
                  </a:lnTo>
                  <a:lnTo>
                    <a:pt x="2087139" y="4179580"/>
                  </a:lnTo>
                  <a:lnTo>
                    <a:pt x="2087266" y="4179580"/>
                  </a:lnTo>
                  <a:lnTo>
                    <a:pt x="2087392" y="4179580"/>
                  </a:lnTo>
                  <a:lnTo>
                    <a:pt x="2087518" y="4179580"/>
                  </a:lnTo>
                  <a:lnTo>
                    <a:pt x="2087645" y="4179580"/>
                  </a:lnTo>
                  <a:lnTo>
                    <a:pt x="2087771" y="4179580"/>
                  </a:lnTo>
                  <a:lnTo>
                    <a:pt x="2087897" y="4179580"/>
                  </a:lnTo>
                  <a:lnTo>
                    <a:pt x="2088023" y="4179580"/>
                  </a:lnTo>
                  <a:lnTo>
                    <a:pt x="2088150" y="4179580"/>
                  </a:lnTo>
                  <a:lnTo>
                    <a:pt x="2088276" y="4179580"/>
                  </a:lnTo>
                  <a:lnTo>
                    <a:pt x="2088402" y="4179580"/>
                  </a:lnTo>
                  <a:lnTo>
                    <a:pt x="2088528" y="4179580"/>
                  </a:lnTo>
                  <a:lnTo>
                    <a:pt x="2088655" y="4179580"/>
                  </a:lnTo>
                  <a:lnTo>
                    <a:pt x="2088781" y="4179580"/>
                  </a:lnTo>
                  <a:lnTo>
                    <a:pt x="2088907" y="4179580"/>
                  </a:lnTo>
                  <a:lnTo>
                    <a:pt x="2089033" y="4179580"/>
                  </a:lnTo>
                  <a:lnTo>
                    <a:pt x="2089160" y="4179580"/>
                  </a:lnTo>
                  <a:lnTo>
                    <a:pt x="2089286" y="4179580"/>
                  </a:lnTo>
                  <a:lnTo>
                    <a:pt x="2089412" y="4179580"/>
                  </a:lnTo>
                  <a:lnTo>
                    <a:pt x="2089538" y="4179580"/>
                  </a:lnTo>
                  <a:lnTo>
                    <a:pt x="2089665" y="4179580"/>
                  </a:lnTo>
                  <a:lnTo>
                    <a:pt x="2089791" y="4179580"/>
                  </a:lnTo>
                  <a:lnTo>
                    <a:pt x="2089917" y="4179580"/>
                  </a:lnTo>
                  <a:lnTo>
                    <a:pt x="2090043" y="4179580"/>
                  </a:lnTo>
                  <a:lnTo>
                    <a:pt x="2090170" y="4179580"/>
                  </a:lnTo>
                  <a:lnTo>
                    <a:pt x="2090296" y="4179580"/>
                  </a:lnTo>
                  <a:lnTo>
                    <a:pt x="2090422" y="4179580"/>
                  </a:lnTo>
                  <a:lnTo>
                    <a:pt x="2090548" y="4179580"/>
                  </a:lnTo>
                  <a:lnTo>
                    <a:pt x="2090675" y="4179580"/>
                  </a:lnTo>
                  <a:lnTo>
                    <a:pt x="2090801" y="4179580"/>
                  </a:lnTo>
                  <a:lnTo>
                    <a:pt x="2090927" y="4179580"/>
                  </a:lnTo>
                  <a:lnTo>
                    <a:pt x="2091053" y="4179580"/>
                  </a:lnTo>
                  <a:lnTo>
                    <a:pt x="2091180" y="4179580"/>
                  </a:lnTo>
                  <a:lnTo>
                    <a:pt x="2091306" y="4179580"/>
                  </a:lnTo>
                  <a:lnTo>
                    <a:pt x="2091432" y="4179580"/>
                  </a:lnTo>
                  <a:lnTo>
                    <a:pt x="2091558" y="4179580"/>
                  </a:lnTo>
                  <a:lnTo>
                    <a:pt x="2091685" y="4179580"/>
                  </a:lnTo>
                  <a:lnTo>
                    <a:pt x="2091811" y="4179580"/>
                  </a:lnTo>
                  <a:lnTo>
                    <a:pt x="2091937" y="4179580"/>
                  </a:lnTo>
                  <a:lnTo>
                    <a:pt x="2092063" y="4179580"/>
                  </a:lnTo>
                  <a:lnTo>
                    <a:pt x="2092190" y="4179580"/>
                  </a:lnTo>
                  <a:lnTo>
                    <a:pt x="2092316" y="4179580"/>
                  </a:lnTo>
                  <a:lnTo>
                    <a:pt x="2092442" y="4179580"/>
                  </a:lnTo>
                  <a:lnTo>
                    <a:pt x="2092568" y="4179580"/>
                  </a:lnTo>
                  <a:lnTo>
                    <a:pt x="2092695" y="4179580"/>
                  </a:lnTo>
                  <a:lnTo>
                    <a:pt x="2092821" y="4179580"/>
                  </a:lnTo>
                  <a:lnTo>
                    <a:pt x="2092947" y="4179580"/>
                  </a:lnTo>
                  <a:lnTo>
                    <a:pt x="2093074" y="4179580"/>
                  </a:lnTo>
                  <a:lnTo>
                    <a:pt x="2093200" y="4179580"/>
                  </a:lnTo>
                  <a:lnTo>
                    <a:pt x="2093326" y="4179580"/>
                  </a:lnTo>
                  <a:lnTo>
                    <a:pt x="2093452" y="4179580"/>
                  </a:lnTo>
                  <a:lnTo>
                    <a:pt x="2093579" y="4179580"/>
                  </a:lnTo>
                  <a:lnTo>
                    <a:pt x="2093705" y="4179580"/>
                  </a:lnTo>
                  <a:lnTo>
                    <a:pt x="2093705" y="4174668"/>
                  </a:lnTo>
                  <a:lnTo>
                    <a:pt x="2093831" y="4174668"/>
                  </a:lnTo>
                  <a:lnTo>
                    <a:pt x="2093957" y="4174668"/>
                  </a:lnTo>
                  <a:lnTo>
                    <a:pt x="2094084" y="4174668"/>
                  </a:lnTo>
                  <a:lnTo>
                    <a:pt x="2094210" y="4174668"/>
                  </a:lnTo>
                  <a:lnTo>
                    <a:pt x="2094336" y="4174668"/>
                  </a:lnTo>
                  <a:lnTo>
                    <a:pt x="2094462" y="4174668"/>
                  </a:lnTo>
                  <a:lnTo>
                    <a:pt x="2094589" y="4174668"/>
                  </a:lnTo>
                  <a:lnTo>
                    <a:pt x="2094715" y="4174668"/>
                  </a:lnTo>
                  <a:lnTo>
                    <a:pt x="2094841" y="4174668"/>
                  </a:lnTo>
                  <a:lnTo>
                    <a:pt x="2094967" y="4174668"/>
                  </a:lnTo>
                  <a:lnTo>
                    <a:pt x="2095094" y="4174668"/>
                  </a:lnTo>
                  <a:lnTo>
                    <a:pt x="2095220" y="4174668"/>
                  </a:lnTo>
                  <a:lnTo>
                    <a:pt x="2095346" y="4174668"/>
                  </a:lnTo>
                  <a:lnTo>
                    <a:pt x="2095472" y="4174668"/>
                  </a:lnTo>
                  <a:lnTo>
                    <a:pt x="2095599" y="4174668"/>
                  </a:lnTo>
                  <a:lnTo>
                    <a:pt x="2095725" y="4174668"/>
                  </a:lnTo>
                  <a:lnTo>
                    <a:pt x="2095851" y="4174668"/>
                  </a:lnTo>
                  <a:lnTo>
                    <a:pt x="2095977" y="4174668"/>
                  </a:lnTo>
                  <a:lnTo>
                    <a:pt x="2096104" y="4174668"/>
                  </a:lnTo>
                  <a:lnTo>
                    <a:pt x="2096230" y="4174668"/>
                  </a:lnTo>
                  <a:lnTo>
                    <a:pt x="2096356" y="4174668"/>
                  </a:lnTo>
                  <a:lnTo>
                    <a:pt x="2096482" y="4174668"/>
                  </a:lnTo>
                  <a:lnTo>
                    <a:pt x="2096609" y="4174668"/>
                  </a:lnTo>
                  <a:lnTo>
                    <a:pt x="2096735" y="4174668"/>
                  </a:lnTo>
                  <a:lnTo>
                    <a:pt x="2096861" y="4174668"/>
                  </a:lnTo>
                  <a:lnTo>
                    <a:pt x="2096987" y="4174668"/>
                  </a:lnTo>
                  <a:lnTo>
                    <a:pt x="2097114" y="4174668"/>
                  </a:lnTo>
                  <a:lnTo>
                    <a:pt x="2097240" y="4174668"/>
                  </a:lnTo>
                  <a:lnTo>
                    <a:pt x="2097366" y="4174668"/>
                  </a:lnTo>
                  <a:lnTo>
                    <a:pt x="2097492" y="4174668"/>
                  </a:lnTo>
                  <a:lnTo>
                    <a:pt x="2097619" y="4174668"/>
                  </a:lnTo>
                  <a:lnTo>
                    <a:pt x="2097745" y="4174668"/>
                  </a:lnTo>
                  <a:lnTo>
                    <a:pt x="2097871" y="4174668"/>
                  </a:lnTo>
                  <a:lnTo>
                    <a:pt x="2097998" y="4174668"/>
                  </a:lnTo>
                  <a:lnTo>
                    <a:pt x="2098124" y="4174668"/>
                  </a:lnTo>
                  <a:lnTo>
                    <a:pt x="2098250" y="4174668"/>
                  </a:lnTo>
                  <a:lnTo>
                    <a:pt x="2098376" y="4174668"/>
                  </a:lnTo>
                  <a:lnTo>
                    <a:pt x="2098503" y="4174668"/>
                  </a:lnTo>
                  <a:lnTo>
                    <a:pt x="2098629" y="4174668"/>
                  </a:lnTo>
                  <a:lnTo>
                    <a:pt x="2098755" y="4174668"/>
                  </a:lnTo>
                  <a:lnTo>
                    <a:pt x="2098881" y="4174668"/>
                  </a:lnTo>
                  <a:lnTo>
                    <a:pt x="2099008" y="4174668"/>
                  </a:lnTo>
                  <a:lnTo>
                    <a:pt x="2099134" y="4174668"/>
                  </a:lnTo>
                  <a:lnTo>
                    <a:pt x="2099260" y="4174668"/>
                  </a:lnTo>
                  <a:lnTo>
                    <a:pt x="2099386" y="4174668"/>
                  </a:lnTo>
                  <a:lnTo>
                    <a:pt x="2099513" y="4174668"/>
                  </a:lnTo>
                  <a:lnTo>
                    <a:pt x="2099639" y="4174668"/>
                  </a:lnTo>
                  <a:lnTo>
                    <a:pt x="2099765" y="4174668"/>
                  </a:lnTo>
                  <a:lnTo>
                    <a:pt x="2099891" y="4174668"/>
                  </a:lnTo>
                  <a:lnTo>
                    <a:pt x="2100018" y="4174668"/>
                  </a:lnTo>
                  <a:lnTo>
                    <a:pt x="2100144" y="4174668"/>
                  </a:lnTo>
                  <a:lnTo>
                    <a:pt x="2100270" y="4174668"/>
                  </a:lnTo>
                  <a:lnTo>
                    <a:pt x="2100396" y="4174668"/>
                  </a:lnTo>
                  <a:lnTo>
                    <a:pt x="2100523" y="4174668"/>
                  </a:lnTo>
                  <a:lnTo>
                    <a:pt x="2100649" y="4174668"/>
                  </a:lnTo>
                  <a:lnTo>
                    <a:pt x="2100775" y="4174668"/>
                  </a:lnTo>
                  <a:lnTo>
                    <a:pt x="2100901" y="4174668"/>
                  </a:lnTo>
                  <a:lnTo>
                    <a:pt x="2101028" y="4174668"/>
                  </a:lnTo>
                  <a:lnTo>
                    <a:pt x="2101154" y="4174668"/>
                  </a:lnTo>
                  <a:lnTo>
                    <a:pt x="2101280" y="4174668"/>
                  </a:lnTo>
                  <a:lnTo>
                    <a:pt x="2101406" y="4174668"/>
                  </a:lnTo>
                  <a:lnTo>
                    <a:pt x="2101533" y="4174668"/>
                  </a:lnTo>
                  <a:lnTo>
                    <a:pt x="2101659" y="4174668"/>
                  </a:lnTo>
                  <a:lnTo>
                    <a:pt x="2101785" y="4174668"/>
                  </a:lnTo>
                  <a:lnTo>
                    <a:pt x="2101911" y="4174668"/>
                  </a:lnTo>
                  <a:lnTo>
                    <a:pt x="2102038" y="4174668"/>
                  </a:lnTo>
                  <a:lnTo>
                    <a:pt x="2102164" y="4174668"/>
                  </a:lnTo>
                  <a:lnTo>
                    <a:pt x="2102290" y="4174668"/>
                  </a:lnTo>
                  <a:lnTo>
                    <a:pt x="2102416" y="4174668"/>
                  </a:lnTo>
                  <a:lnTo>
                    <a:pt x="2102543" y="4174668"/>
                  </a:lnTo>
                  <a:lnTo>
                    <a:pt x="2102543" y="4169757"/>
                  </a:lnTo>
                  <a:lnTo>
                    <a:pt x="2102669" y="4169757"/>
                  </a:lnTo>
                  <a:lnTo>
                    <a:pt x="2102795" y="4169757"/>
                  </a:lnTo>
                  <a:lnTo>
                    <a:pt x="2102795" y="4164845"/>
                  </a:lnTo>
                  <a:lnTo>
                    <a:pt x="2102921" y="4164845"/>
                  </a:lnTo>
                  <a:lnTo>
                    <a:pt x="2103048" y="4164845"/>
                  </a:lnTo>
                  <a:lnTo>
                    <a:pt x="2103174" y="4164845"/>
                  </a:lnTo>
                  <a:lnTo>
                    <a:pt x="2103300" y="4164845"/>
                  </a:lnTo>
                  <a:lnTo>
                    <a:pt x="2103427" y="4164845"/>
                  </a:lnTo>
                  <a:lnTo>
                    <a:pt x="2103553" y="4164845"/>
                  </a:lnTo>
                  <a:lnTo>
                    <a:pt x="2103679" y="4164845"/>
                  </a:lnTo>
                  <a:lnTo>
                    <a:pt x="2103805" y="4164845"/>
                  </a:lnTo>
                  <a:lnTo>
                    <a:pt x="2103932" y="4164845"/>
                  </a:lnTo>
                  <a:lnTo>
                    <a:pt x="2104058" y="4164845"/>
                  </a:lnTo>
                  <a:lnTo>
                    <a:pt x="2104184" y="4164845"/>
                  </a:lnTo>
                  <a:lnTo>
                    <a:pt x="2104310" y="4164845"/>
                  </a:lnTo>
                  <a:lnTo>
                    <a:pt x="2104437" y="4164845"/>
                  </a:lnTo>
                  <a:lnTo>
                    <a:pt x="2104563" y="4164845"/>
                  </a:lnTo>
                  <a:lnTo>
                    <a:pt x="2104689" y="4164845"/>
                  </a:lnTo>
                  <a:lnTo>
                    <a:pt x="2104815" y="4164845"/>
                  </a:lnTo>
                  <a:lnTo>
                    <a:pt x="2104942" y="4164845"/>
                  </a:lnTo>
                  <a:lnTo>
                    <a:pt x="2105068" y="4164845"/>
                  </a:lnTo>
                  <a:lnTo>
                    <a:pt x="2105194" y="4164845"/>
                  </a:lnTo>
                  <a:lnTo>
                    <a:pt x="2105320" y="4164845"/>
                  </a:lnTo>
                  <a:lnTo>
                    <a:pt x="2105447" y="4164845"/>
                  </a:lnTo>
                  <a:lnTo>
                    <a:pt x="2105573" y="4164845"/>
                  </a:lnTo>
                  <a:lnTo>
                    <a:pt x="2105699" y="4164845"/>
                  </a:lnTo>
                  <a:lnTo>
                    <a:pt x="2105825" y="4164845"/>
                  </a:lnTo>
                  <a:lnTo>
                    <a:pt x="2105952" y="4164845"/>
                  </a:lnTo>
                  <a:lnTo>
                    <a:pt x="2106078" y="4164845"/>
                  </a:lnTo>
                  <a:lnTo>
                    <a:pt x="2106204" y="4164845"/>
                  </a:lnTo>
                  <a:lnTo>
                    <a:pt x="2106330" y="4164845"/>
                  </a:lnTo>
                  <a:lnTo>
                    <a:pt x="2106457" y="4164845"/>
                  </a:lnTo>
                  <a:lnTo>
                    <a:pt x="2106583" y="4164845"/>
                  </a:lnTo>
                  <a:lnTo>
                    <a:pt x="2106709" y="4164845"/>
                  </a:lnTo>
                  <a:lnTo>
                    <a:pt x="2106835" y="4164845"/>
                  </a:lnTo>
                  <a:lnTo>
                    <a:pt x="2106962" y="4164845"/>
                  </a:lnTo>
                  <a:lnTo>
                    <a:pt x="2107088" y="4164845"/>
                  </a:lnTo>
                  <a:lnTo>
                    <a:pt x="2107214" y="4164845"/>
                  </a:lnTo>
                  <a:lnTo>
                    <a:pt x="2107340" y="4164845"/>
                  </a:lnTo>
                  <a:lnTo>
                    <a:pt x="2107467" y="4164845"/>
                  </a:lnTo>
                  <a:lnTo>
                    <a:pt x="2107593" y="4164845"/>
                  </a:lnTo>
                  <a:lnTo>
                    <a:pt x="2107719" y="4164845"/>
                  </a:lnTo>
                  <a:lnTo>
                    <a:pt x="2107845" y="4164845"/>
                  </a:lnTo>
                  <a:lnTo>
                    <a:pt x="2107972" y="4164845"/>
                  </a:lnTo>
                  <a:lnTo>
                    <a:pt x="2108098" y="4164845"/>
                  </a:lnTo>
                  <a:lnTo>
                    <a:pt x="2108224" y="4164845"/>
                  </a:lnTo>
                  <a:lnTo>
                    <a:pt x="2108351" y="4164845"/>
                  </a:lnTo>
                  <a:lnTo>
                    <a:pt x="2108477" y="4164845"/>
                  </a:lnTo>
                  <a:lnTo>
                    <a:pt x="2108603" y="4164845"/>
                  </a:lnTo>
                  <a:lnTo>
                    <a:pt x="2108729" y="4164845"/>
                  </a:lnTo>
                  <a:lnTo>
                    <a:pt x="2108856" y="4164845"/>
                  </a:lnTo>
                  <a:lnTo>
                    <a:pt x="2108982" y="4164845"/>
                  </a:lnTo>
                  <a:lnTo>
                    <a:pt x="2109108" y="4164845"/>
                  </a:lnTo>
                  <a:lnTo>
                    <a:pt x="2109234" y="4164845"/>
                  </a:lnTo>
                  <a:lnTo>
                    <a:pt x="2109361" y="4164845"/>
                  </a:lnTo>
                  <a:lnTo>
                    <a:pt x="2109487" y="4164845"/>
                  </a:lnTo>
                  <a:lnTo>
                    <a:pt x="2109613" y="4164845"/>
                  </a:lnTo>
                  <a:lnTo>
                    <a:pt x="2109739" y="4164845"/>
                  </a:lnTo>
                  <a:lnTo>
                    <a:pt x="2109866" y="4164845"/>
                  </a:lnTo>
                  <a:lnTo>
                    <a:pt x="2109992" y="4164845"/>
                  </a:lnTo>
                  <a:lnTo>
                    <a:pt x="2110118" y="4164845"/>
                  </a:lnTo>
                  <a:lnTo>
                    <a:pt x="2110244" y="4164845"/>
                  </a:lnTo>
                  <a:lnTo>
                    <a:pt x="2110371" y="4164845"/>
                  </a:lnTo>
                  <a:lnTo>
                    <a:pt x="2110497" y="4164845"/>
                  </a:lnTo>
                  <a:lnTo>
                    <a:pt x="2110623" y="4164845"/>
                  </a:lnTo>
                  <a:lnTo>
                    <a:pt x="2110749" y="4164845"/>
                  </a:lnTo>
                  <a:lnTo>
                    <a:pt x="2110876" y="4164845"/>
                  </a:lnTo>
                  <a:lnTo>
                    <a:pt x="2111002" y="4164845"/>
                  </a:lnTo>
                  <a:lnTo>
                    <a:pt x="2111128" y="4164845"/>
                  </a:lnTo>
                  <a:lnTo>
                    <a:pt x="2111254" y="4164845"/>
                  </a:lnTo>
                  <a:lnTo>
                    <a:pt x="2111381" y="4164845"/>
                  </a:lnTo>
                  <a:lnTo>
                    <a:pt x="2111507" y="4164845"/>
                  </a:lnTo>
                  <a:lnTo>
                    <a:pt x="2111633" y="4164845"/>
                  </a:lnTo>
                  <a:lnTo>
                    <a:pt x="2111759" y="4164845"/>
                  </a:lnTo>
                  <a:lnTo>
                    <a:pt x="2111886" y="4164845"/>
                  </a:lnTo>
                  <a:lnTo>
                    <a:pt x="2112012" y="4164845"/>
                  </a:lnTo>
                  <a:lnTo>
                    <a:pt x="2112138" y="4164845"/>
                  </a:lnTo>
                  <a:lnTo>
                    <a:pt x="2112264" y="4164845"/>
                  </a:lnTo>
                  <a:lnTo>
                    <a:pt x="2112391" y="4164845"/>
                  </a:lnTo>
                  <a:lnTo>
                    <a:pt x="2112517" y="4164845"/>
                  </a:lnTo>
                  <a:lnTo>
                    <a:pt x="2112643" y="4164845"/>
                  </a:lnTo>
                  <a:lnTo>
                    <a:pt x="2112769" y="4164845"/>
                  </a:lnTo>
                  <a:lnTo>
                    <a:pt x="2112896" y="4164845"/>
                  </a:lnTo>
                  <a:lnTo>
                    <a:pt x="2113022" y="4164845"/>
                  </a:lnTo>
                  <a:lnTo>
                    <a:pt x="2113148" y="4164845"/>
                  </a:lnTo>
                  <a:lnTo>
                    <a:pt x="2113274" y="4164845"/>
                  </a:lnTo>
                  <a:lnTo>
                    <a:pt x="2113401" y="4164845"/>
                  </a:lnTo>
                  <a:lnTo>
                    <a:pt x="2113527" y="4164845"/>
                  </a:lnTo>
                  <a:lnTo>
                    <a:pt x="2113653" y="4164845"/>
                  </a:lnTo>
                  <a:lnTo>
                    <a:pt x="2113780" y="4164845"/>
                  </a:lnTo>
                  <a:lnTo>
                    <a:pt x="2113906" y="4164845"/>
                  </a:lnTo>
                  <a:lnTo>
                    <a:pt x="2114032" y="4164845"/>
                  </a:lnTo>
                  <a:lnTo>
                    <a:pt x="2114158" y="4164845"/>
                  </a:lnTo>
                  <a:lnTo>
                    <a:pt x="2114285" y="4164845"/>
                  </a:lnTo>
                  <a:lnTo>
                    <a:pt x="2114411" y="4164845"/>
                  </a:lnTo>
                  <a:lnTo>
                    <a:pt x="2114537" y="4164845"/>
                  </a:lnTo>
                  <a:lnTo>
                    <a:pt x="2114663" y="4164845"/>
                  </a:lnTo>
                  <a:lnTo>
                    <a:pt x="2114790" y="4164845"/>
                  </a:lnTo>
                  <a:lnTo>
                    <a:pt x="2114916" y="4164845"/>
                  </a:lnTo>
                  <a:lnTo>
                    <a:pt x="2115042" y="4164845"/>
                  </a:lnTo>
                  <a:lnTo>
                    <a:pt x="2115168" y="4164845"/>
                  </a:lnTo>
                  <a:lnTo>
                    <a:pt x="2115295" y="4164845"/>
                  </a:lnTo>
                  <a:lnTo>
                    <a:pt x="2115421" y="4164845"/>
                  </a:lnTo>
                  <a:lnTo>
                    <a:pt x="2115547" y="4164845"/>
                  </a:lnTo>
                  <a:lnTo>
                    <a:pt x="2115673" y="4164845"/>
                  </a:lnTo>
                  <a:lnTo>
                    <a:pt x="2115800" y="4164845"/>
                  </a:lnTo>
                  <a:lnTo>
                    <a:pt x="2115926" y="4164845"/>
                  </a:lnTo>
                  <a:lnTo>
                    <a:pt x="2116052" y="4164845"/>
                  </a:lnTo>
                  <a:lnTo>
                    <a:pt x="2116178" y="4164845"/>
                  </a:lnTo>
                  <a:lnTo>
                    <a:pt x="2116305" y="4164845"/>
                  </a:lnTo>
                  <a:lnTo>
                    <a:pt x="2116431" y="4164845"/>
                  </a:lnTo>
                  <a:lnTo>
                    <a:pt x="2116557" y="4164845"/>
                  </a:lnTo>
                  <a:lnTo>
                    <a:pt x="2116683" y="4164845"/>
                  </a:lnTo>
                  <a:lnTo>
                    <a:pt x="2116810" y="4164845"/>
                  </a:lnTo>
                  <a:lnTo>
                    <a:pt x="2116936" y="4164845"/>
                  </a:lnTo>
                  <a:lnTo>
                    <a:pt x="2117062" y="4164845"/>
                  </a:lnTo>
                  <a:lnTo>
                    <a:pt x="2117188" y="4164845"/>
                  </a:lnTo>
                  <a:lnTo>
                    <a:pt x="2117315" y="4164845"/>
                  </a:lnTo>
                  <a:lnTo>
                    <a:pt x="2117441" y="4164845"/>
                  </a:lnTo>
                  <a:lnTo>
                    <a:pt x="2117567" y="4164845"/>
                  </a:lnTo>
                  <a:lnTo>
                    <a:pt x="2117693" y="4164845"/>
                  </a:lnTo>
                  <a:lnTo>
                    <a:pt x="2117820" y="4164845"/>
                  </a:lnTo>
                  <a:lnTo>
                    <a:pt x="2117946" y="4164845"/>
                  </a:lnTo>
                  <a:lnTo>
                    <a:pt x="2118072" y="4164845"/>
                  </a:lnTo>
                  <a:lnTo>
                    <a:pt x="2118198" y="4164845"/>
                  </a:lnTo>
                  <a:lnTo>
                    <a:pt x="2118325" y="4164845"/>
                  </a:lnTo>
                  <a:lnTo>
                    <a:pt x="2118451" y="4164845"/>
                  </a:lnTo>
                  <a:lnTo>
                    <a:pt x="2118577" y="4164845"/>
                  </a:lnTo>
                  <a:lnTo>
                    <a:pt x="2118704" y="4164845"/>
                  </a:lnTo>
                  <a:lnTo>
                    <a:pt x="2118830" y="4164845"/>
                  </a:lnTo>
                  <a:lnTo>
                    <a:pt x="2118956" y="4164845"/>
                  </a:lnTo>
                  <a:lnTo>
                    <a:pt x="2119082" y="4164845"/>
                  </a:lnTo>
                  <a:lnTo>
                    <a:pt x="2119209" y="4164845"/>
                  </a:lnTo>
                  <a:lnTo>
                    <a:pt x="2119335" y="4164845"/>
                  </a:lnTo>
                  <a:lnTo>
                    <a:pt x="2119461" y="4164845"/>
                  </a:lnTo>
                  <a:lnTo>
                    <a:pt x="2119587" y="4164845"/>
                  </a:lnTo>
                  <a:lnTo>
                    <a:pt x="2119714" y="4164845"/>
                  </a:lnTo>
                  <a:lnTo>
                    <a:pt x="2119840" y="4164845"/>
                  </a:lnTo>
                  <a:lnTo>
                    <a:pt x="2119966" y="4164845"/>
                  </a:lnTo>
                  <a:lnTo>
                    <a:pt x="2120092" y="4164845"/>
                  </a:lnTo>
                  <a:lnTo>
                    <a:pt x="2120219" y="4164845"/>
                  </a:lnTo>
                  <a:lnTo>
                    <a:pt x="2120345" y="4164845"/>
                  </a:lnTo>
                  <a:lnTo>
                    <a:pt x="2120471" y="4164845"/>
                  </a:lnTo>
                  <a:lnTo>
                    <a:pt x="2120597" y="4164845"/>
                  </a:lnTo>
                  <a:lnTo>
                    <a:pt x="2120724" y="4164845"/>
                  </a:lnTo>
                  <a:lnTo>
                    <a:pt x="2120850" y="4164845"/>
                  </a:lnTo>
                  <a:lnTo>
                    <a:pt x="2120976" y="4164845"/>
                  </a:lnTo>
                  <a:lnTo>
                    <a:pt x="2121102" y="4164845"/>
                  </a:lnTo>
                  <a:lnTo>
                    <a:pt x="2121229" y="4164845"/>
                  </a:lnTo>
                  <a:lnTo>
                    <a:pt x="2121355" y="4164845"/>
                  </a:lnTo>
                  <a:lnTo>
                    <a:pt x="2121481" y="4164845"/>
                  </a:lnTo>
                  <a:lnTo>
                    <a:pt x="2121607" y="4164845"/>
                  </a:lnTo>
                  <a:lnTo>
                    <a:pt x="2121734" y="4164845"/>
                  </a:lnTo>
                  <a:lnTo>
                    <a:pt x="2121860" y="4164845"/>
                  </a:lnTo>
                  <a:lnTo>
                    <a:pt x="2121986" y="4164845"/>
                  </a:lnTo>
                  <a:lnTo>
                    <a:pt x="2122112" y="4164845"/>
                  </a:lnTo>
                  <a:lnTo>
                    <a:pt x="2122239" y="4164845"/>
                  </a:lnTo>
                  <a:lnTo>
                    <a:pt x="2122365" y="4164845"/>
                  </a:lnTo>
                  <a:lnTo>
                    <a:pt x="2122491" y="4164845"/>
                  </a:lnTo>
                  <a:lnTo>
                    <a:pt x="2122617" y="4164845"/>
                  </a:lnTo>
                  <a:lnTo>
                    <a:pt x="2122744" y="4164845"/>
                  </a:lnTo>
                  <a:lnTo>
                    <a:pt x="2122870" y="4164845"/>
                  </a:lnTo>
                  <a:lnTo>
                    <a:pt x="2122996" y="4164845"/>
                  </a:lnTo>
                  <a:lnTo>
                    <a:pt x="2123122" y="4164845"/>
                  </a:lnTo>
                  <a:lnTo>
                    <a:pt x="2123249" y="4164845"/>
                  </a:lnTo>
                  <a:lnTo>
                    <a:pt x="2123375" y="4164845"/>
                  </a:lnTo>
                  <a:lnTo>
                    <a:pt x="2123501" y="4164845"/>
                  </a:lnTo>
                  <a:lnTo>
                    <a:pt x="2123627" y="4164845"/>
                  </a:lnTo>
                  <a:lnTo>
                    <a:pt x="2123754" y="4164845"/>
                  </a:lnTo>
                  <a:lnTo>
                    <a:pt x="2123880" y="4164845"/>
                  </a:lnTo>
                  <a:lnTo>
                    <a:pt x="2124006" y="4164845"/>
                  </a:lnTo>
                  <a:lnTo>
                    <a:pt x="2124133" y="4164845"/>
                  </a:lnTo>
                  <a:lnTo>
                    <a:pt x="2124259" y="4164845"/>
                  </a:lnTo>
                  <a:lnTo>
                    <a:pt x="2124385" y="4164845"/>
                  </a:lnTo>
                  <a:lnTo>
                    <a:pt x="2124511" y="4164845"/>
                  </a:lnTo>
                  <a:lnTo>
                    <a:pt x="2124638" y="4164845"/>
                  </a:lnTo>
                  <a:lnTo>
                    <a:pt x="2124764" y="4164845"/>
                  </a:lnTo>
                  <a:lnTo>
                    <a:pt x="2124890" y="4164845"/>
                  </a:lnTo>
                  <a:lnTo>
                    <a:pt x="2125016" y="4164845"/>
                  </a:lnTo>
                  <a:lnTo>
                    <a:pt x="2125143" y="4164845"/>
                  </a:lnTo>
                  <a:lnTo>
                    <a:pt x="2125269" y="4164845"/>
                  </a:lnTo>
                  <a:lnTo>
                    <a:pt x="2125395" y="4164845"/>
                  </a:lnTo>
                  <a:lnTo>
                    <a:pt x="2125521" y="4164845"/>
                  </a:lnTo>
                  <a:lnTo>
                    <a:pt x="2125648" y="4164845"/>
                  </a:lnTo>
                  <a:lnTo>
                    <a:pt x="2125774" y="4164845"/>
                  </a:lnTo>
                  <a:lnTo>
                    <a:pt x="2125900" y="4164845"/>
                  </a:lnTo>
                  <a:lnTo>
                    <a:pt x="2126026" y="4164845"/>
                  </a:lnTo>
                  <a:lnTo>
                    <a:pt x="2126153" y="4164845"/>
                  </a:lnTo>
                  <a:lnTo>
                    <a:pt x="2126279" y="4164845"/>
                  </a:lnTo>
                  <a:lnTo>
                    <a:pt x="2126405" y="4164845"/>
                  </a:lnTo>
                  <a:lnTo>
                    <a:pt x="2126531" y="4164845"/>
                  </a:lnTo>
                  <a:lnTo>
                    <a:pt x="2126531" y="4159934"/>
                  </a:lnTo>
                  <a:lnTo>
                    <a:pt x="2126658" y="4159934"/>
                  </a:lnTo>
                  <a:lnTo>
                    <a:pt x="2126784" y="4159934"/>
                  </a:lnTo>
                  <a:lnTo>
                    <a:pt x="2126910" y="4159934"/>
                  </a:lnTo>
                  <a:lnTo>
                    <a:pt x="2127036" y="4159934"/>
                  </a:lnTo>
                  <a:lnTo>
                    <a:pt x="2127163" y="4159934"/>
                  </a:lnTo>
                  <a:lnTo>
                    <a:pt x="2127289" y="4159934"/>
                  </a:lnTo>
                  <a:lnTo>
                    <a:pt x="2127415" y="4159934"/>
                  </a:lnTo>
                  <a:lnTo>
                    <a:pt x="2127541" y="4159934"/>
                  </a:lnTo>
                  <a:lnTo>
                    <a:pt x="2127668" y="4159934"/>
                  </a:lnTo>
                  <a:lnTo>
                    <a:pt x="2127794" y="4159934"/>
                  </a:lnTo>
                  <a:lnTo>
                    <a:pt x="2127920" y="4159934"/>
                  </a:lnTo>
                  <a:lnTo>
                    <a:pt x="2128046" y="4159934"/>
                  </a:lnTo>
                  <a:lnTo>
                    <a:pt x="2128173" y="4159934"/>
                  </a:lnTo>
                  <a:lnTo>
                    <a:pt x="2128299" y="4159934"/>
                  </a:lnTo>
                  <a:lnTo>
                    <a:pt x="2128425" y="4159934"/>
                  </a:lnTo>
                  <a:lnTo>
                    <a:pt x="2128551" y="4159934"/>
                  </a:lnTo>
                  <a:lnTo>
                    <a:pt x="2128678" y="4159934"/>
                  </a:lnTo>
                  <a:lnTo>
                    <a:pt x="2128804" y="4159934"/>
                  </a:lnTo>
                  <a:lnTo>
                    <a:pt x="2128930" y="4159934"/>
                  </a:lnTo>
                  <a:lnTo>
                    <a:pt x="2129057" y="4159934"/>
                  </a:lnTo>
                  <a:lnTo>
                    <a:pt x="2129183" y="4159934"/>
                  </a:lnTo>
                  <a:lnTo>
                    <a:pt x="2129309" y="4159934"/>
                  </a:lnTo>
                  <a:lnTo>
                    <a:pt x="2129435" y="4159934"/>
                  </a:lnTo>
                  <a:lnTo>
                    <a:pt x="2129562" y="4159934"/>
                  </a:lnTo>
                  <a:lnTo>
                    <a:pt x="2129688" y="4159934"/>
                  </a:lnTo>
                  <a:lnTo>
                    <a:pt x="2129814" y="4159934"/>
                  </a:lnTo>
                  <a:lnTo>
                    <a:pt x="2129940" y="4159934"/>
                  </a:lnTo>
                  <a:lnTo>
                    <a:pt x="2130067" y="4159934"/>
                  </a:lnTo>
                  <a:lnTo>
                    <a:pt x="2130193" y="4159934"/>
                  </a:lnTo>
                  <a:lnTo>
                    <a:pt x="2130319" y="4159934"/>
                  </a:lnTo>
                  <a:lnTo>
                    <a:pt x="2130445" y="4159934"/>
                  </a:lnTo>
                  <a:lnTo>
                    <a:pt x="2130572" y="4159934"/>
                  </a:lnTo>
                  <a:lnTo>
                    <a:pt x="2130698" y="4159934"/>
                  </a:lnTo>
                  <a:lnTo>
                    <a:pt x="2130824" y="4159934"/>
                  </a:lnTo>
                  <a:lnTo>
                    <a:pt x="2130950" y="4159934"/>
                  </a:lnTo>
                  <a:lnTo>
                    <a:pt x="2131077" y="4159934"/>
                  </a:lnTo>
                  <a:lnTo>
                    <a:pt x="2131203" y="4159934"/>
                  </a:lnTo>
                  <a:lnTo>
                    <a:pt x="2131329" y="4159934"/>
                  </a:lnTo>
                  <a:lnTo>
                    <a:pt x="2131455" y="4159934"/>
                  </a:lnTo>
                  <a:lnTo>
                    <a:pt x="2131582" y="4159934"/>
                  </a:lnTo>
                  <a:lnTo>
                    <a:pt x="2131708" y="4159934"/>
                  </a:lnTo>
                  <a:lnTo>
                    <a:pt x="2131834" y="4159934"/>
                  </a:lnTo>
                  <a:lnTo>
                    <a:pt x="2131960" y="4159934"/>
                  </a:lnTo>
                  <a:lnTo>
                    <a:pt x="2132087" y="4159934"/>
                  </a:lnTo>
                  <a:lnTo>
                    <a:pt x="2132213" y="4159934"/>
                  </a:lnTo>
                  <a:lnTo>
                    <a:pt x="2132339" y="4159934"/>
                  </a:lnTo>
                  <a:lnTo>
                    <a:pt x="2132465" y="4159934"/>
                  </a:lnTo>
                  <a:lnTo>
                    <a:pt x="2132592" y="4159934"/>
                  </a:lnTo>
                  <a:lnTo>
                    <a:pt x="2132718" y="4159934"/>
                  </a:lnTo>
                  <a:lnTo>
                    <a:pt x="2132844" y="4159934"/>
                  </a:lnTo>
                  <a:lnTo>
                    <a:pt x="2132970" y="4159934"/>
                  </a:lnTo>
                  <a:lnTo>
                    <a:pt x="2133097" y="4159934"/>
                  </a:lnTo>
                  <a:lnTo>
                    <a:pt x="2133223" y="4159934"/>
                  </a:lnTo>
                  <a:lnTo>
                    <a:pt x="2133349" y="4159934"/>
                  </a:lnTo>
                  <a:lnTo>
                    <a:pt x="2133475" y="4159934"/>
                  </a:lnTo>
                  <a:lnTo>
                    <a:pt x="2133602" y="4159934"/>
                  </a:lnTo>
                  <a:lnTo>
                    <a:pt x="2133602" y="4155023"/>
                  </a:lnTo>
                  <a:lnTo>
                    <a:pt x="2133728" y="4155023"/>
                  </a:lnTo>
                  <a:lnTo>
                    <a:pt x="2133854" y="4155023"/>
                  </a:lnTo>
                  <a:lnTo>
                    <a:pt x="2133980" y="4155023"/>
                  </a:lnTo>
                  <a:lnTo>
                    <a:pt x="2134107" y="4155023"/>
                  </a:lnTo>
                  <a:lnTo>
                    <a:pt x="2134233" y="4155023"/>
                  </a:lnTo>
                  <a:lnTo>
                    <a:pt x="2134359" y="4155023"/>
                  </a:lnTo>
                  <a:lnTo>
                    <a:pt x="2134486" y="4155023"/>
                  </a:lnTo>
                  <a:lnTo>
                    <a:pt x="2134612" y="4155023"/>
                  </a:lnTo>
                  <a:lnTo>
                    <a:pt x="2134738" y="4155023"/>
                  </a:lnTo>
                  <a:lnTo>
                    <a:pt x="2134864" y="4155023"/>
                  </a:lnTo>
                  <a:lnTo>
                    <a:pt x="2134991" y="4155023"/>
                  </a:lnTo>
                  <a:lnTo>
                    <a:pt x="2135117" y="4155023"/>
                  </a:lnTo>
                  <a:lnTo>
                    <a:pt x="2135243" y="4155023"/>
                  </a:lnTo>
                  <a:lnTo>
                    <a:pt x="2135369" y="4155023"/>
                  </a:lnTo>
                  <a:lnTo>
                    <a:pt x="2135496" y="4155023"/>
                  </a:lnTo>
                  <a:lnTo>
                    <a:pt x="2135622" y="4155023"/>
                  </a:lnTo>
                  <a:lnTo>
                    <a:pt x="2135748" y="4155023"/>
                  </a:lnTo>
                  <a:lnTo>
                    <a:pt x="2135874" y="4155023"/>
                  </a:lnTo>
                  <a:lnTo>
                    <a:pt x="2136001" y="4155023"/>
                  </a:lnTo>
                  <a:lnTo>
                    <a:pt x="2136127" y="4155023"/>
                  </a:lnTo>
                  <a:lnTo>
                    <a:pt x="2136253" y="4155023"/>
                  </a:lnTo>
                  <a:lnTo>
                    <a:pt x="2136379" y="4155023"/>
                  </a:lnTo>
                  <a:lnTo>
                    <a:pt x="2136506" y="4155023"/>
                  </a:lnTo>
                  <a:lnTo>
                    <a:pt x="2136632" y="4155023"/>
                  </a:lnTo>
                  <a:lnTo>
                    <a:pt x="2136758" y="4155023"/>
                  </a:lnTo>
                  <a:lnTo>
                    <a:pt x="2136884" y="4155023"/>
                  </a:lnTo>
                  <a:lnTo>
                    <a:pt x="2137011" y="4155023"/>
                  </a:lnTo>
                  <a:lnTo>
                    <a:pt x="2137137" y="4155023"/>
                  </a:lnTo>
                  <a:lnTo>
                    <a:pt x="2137263" y="4155023"/>
                  </a:lnTo>
                  <a:lnTo>
                    <a:pt x="2137389" y="4155023"/>
                  </a:lnTo>
                  <a:lnTo>
                    <a:pt x="2137516" y="4155023"/>
                  </a:lnTo>
                  <a:lnTo>
                    <a:pt x="2137642" y="4155023"/>
                  </a:lnTo>
                  <a:lnTo>
                    <a:pt x="2137768" y="4155023"/>
                  </a:lnTo>
                  <a:lnTo>
                    <a:pt x="2137894" y="4155023"/>
                  </a:lnTo>
                  <a:lnTo>
                    <a:pt x="2138021" y="4155023"/>
                  </a:lnTo>
                  <a:lnTo>
                    <a:pt x="2138147" y="4155023"/>
                  </a:lnTo>
                  <a:lnTo>
                    <a:pt x="2138273" y="4155023"/>
                  </a:lnTo>
                  <a:lnTo>
                    <a:pt x="2138399" y="4155023"/>
                  </a:lnTo>
                  <a:lnTo>
                    <a:pt x="2138526" y="4155023"/>
                  </a:lnTo>
                  <a:lnTo>
                    <a:pt x="2138652" y="4155023"/>
                  </a:lnTo>
                  <a:lnTo>
                    <a:pt x="2138778" y="4155023"/>
                  </a:lnTo>
                  <a:lnTo>
                    <a:pt x="2138904" y="4155023"/>
                  </a:lnTo>
                  <a:lnTo>
                    <a:pt x="2139031" y="4155023"/>
                  </a:lnTo>
                  <a:lnTo>
                    <a:pt x="2139157" y="4155023"/>
                  </a:lnTo>
                  <a:lnTo>
                    <a:pt x="2139283" y="4155023"/>
                  </a:lnTo>
                  <a:lnTo>
                    <a:pt x="2139410" y="4155023"/>
                  </a:lnTo>
                  <a:lnTo>
                    <a:pt x="2139536" y="4155023"/>
                  </a:lnTo>
                  <a:lnTo>
                    <a:pt x="2139662" y="4155023"/>
                  </a:lnTo>
                  <a:lnTo>
                    <a:pt x="2139788" y="4155023"/>
                  </a:lnTo>
                  <a:lnTo>
                    <a:pt x="2139915" y="4155023"/>
                  </a:lnTo>
                  <a:lnTo>
                    <a:pt x="2140041" y="4155023"/>
                  </a:lnTo>
                  <a:lnTo>
                    <a:pt x="2140167" y="4155023"/>
                  </a:lnTo>
                  <a:lnTo>
                    <a:pt x="2140293" y="4155023"/>
                  </a:lnTo>
                  <a:lnTo>
                    <a:pt x="2140420" y="4155023"/>
                  </a:lnTo>
                  <a:lnTo>
                    <a:pt x="2140546" y="4155023"/>
                  </a:lnTo>
                  <a:lnTo>
                    <a:pt x="2140672" y="4155023"/>
                  </a:lnTo>
                  <a:lnTo>
                    <a:pt x="2140798" y="4155023"/>
                  </a:lnTo>
                  <a:lnTo>
                    <a:pt x="2140925" y="4155023"/>
                  </a:lnTo>
                  <a:lnTo>
                    <a:pt x="2141051" y="4155023"/>
                  </a:lnTo>
                  <a:lnTo>
                    <a:pt x="2141177" y="4155023"/>
                  </a:lnTo>
                  <a:lnTo>
                    <a:pt x="2141303" y="4155023"/>
                  </a:lnTo>
                  <a:lnTo>
                    <a:pt x="2141430" y="4155023"/>
                  </a:lnTo>
                  <a:lnTo>
                    <a:pt x="2141556" y="4155023"/>
                  </a:lnTo>
                  <a:lnTo>
                    <a:pt x="2141682" y="4155023"/>
                  </a:lnTo>
                  <a:lnTo>
                    <a:pt x="2141808" y="4155023"/>
                  </a:lnTo>
                  <a:lnTo>
                    <a:pt x="2141935" y="4155023"/>
                  </a:lnTo>
                  <a:lnTo>
                    <a:pt x="2142061" y="4155023"/>
                  </a:lnTo>
                  <a:lnTo>
                    <a:pt x="2142187" y="4155023"/>
                  </a:lnTo>
                  <a:lnTo>
                    <a:pt x="2142313" y="4155023"/>
                  </a:lnTo>
                  <a:lnTo>
                    <a:pt x="2142440" y="4155023"/>
                  </a:lnTo>
                  <a:lnTo>
                    <a:pt x="2142566" y="4155023"/>
                  </a:lnTo>
                  <a:lnTo>
                    <a:pt x="2142692" y="4155023"/>
                  </a:lnTo>
                  <a:lnTo>
                    <a:pt x="2142818" y="4155023"/>
                  </a:lnTo>
                  <a:lnTo>
                    <a:pt x="2142945" y="4155023"/>
                  </a:lnTo>
                  <a:lnTo>
                    <a:pt x="2143071" y="4155023"/>
                  </a:lnTo>
                  <a:lnTo>
                    <a:pt x="2143197" y="4155023"/>
                  </a:lnTo>
                  <a:lnTo>
                    <a:pt x="2143323" y="4155023"/>
                  </a:lnTo>
                  <a:lnTo>
                    <a:pt x="2143450" y="4155023"/>
                  </a:lnTo>
                  <a:lnTo>
                    <a:pt x="2143576" y="4155023"/>
                  </a:lnTo>
                  <a:lnTo>
                    <a:pt x="2143702" y="4155023"/>
                  </a:lnTo>
                  <a:lnTo>
                    <a:pt x="2143828" y="4155023"/>
                  </a:lnTo>
                  <a:lnTo>
                    <a:pt x="2143955" y="4155023"/>
                  </a:lnTo>
                  <a:lnTo>
                    <a:pt x="2144081" y="4155023"/>
                  </a:lnTo>
                  <a:lnTo>
                    <a:pt x="2144207" y="4155023"/>
                  </a:lnTo>
                  <a:lnTo>
                    <a:pt x="2144334" y="4155023"/>
                  </a:lnTo>
                  <a:lnTo>
                    <a:pt x="2144460" y="4155023"/>
                  </a:lnTo>
                  <a:lnTo>
                    <a:pt x="2144586" y="4155023"/>
                  </a:lnTo>
                  <a:lnTo>
                    <a:pt x="2144712" y="4155023"/>
                  </a:lnTo>
                  <a:lnTo>
                    <a:pt x="2144839" y="4155023"/>
                  </a:lnTo>
                  <a:lnTo>
                    <a:pt x="2144965" y="4155023"/>
                  </a:lnTo>
                  <a:lnTo>
                    <a:pt x="2145091" y="4155023"/>
                  </a:lnTo>
                  <a:lnTo>
                    <a:pt x="2145217" y="4155023"/>
                  </a:lnTo>
                  <a:lnTo>
                    <a:pt x="2145344" y="4155023"/>
                  </a:lnTo>
                  <a:lnTo>
                    <a:pt x="2145470" y="4155023"/>
                  </a:lnTo>
                  <a:lnTo>
                    <a:pt x="2145596" y="4155023"/>
                  </a:lnTo>
                  <a:lnTo>
                    <a:pt x="2145722" y="4155023"/>
                  </a:lnTo>
                  <a:lnTo>
                    <a:pt x="2145849" y="4155023"/>
                  </a:lnTo>
                  <a:lnTo>
                    <a:pt x="2145975" y="4155023"/>
                  </a:lnTo>
                  <a:lnTo>
                    <a:pt x="2146101" y="4155023"/>
                  </a:lnTo>
                  <a:lnTo>
                    <a:pt x="2146227" y="4155023"/>
                  </a:lnTo>
                  <a:lnTo>
                    <a:pt x="2146354" y="4155023"/>
                  </a:lnTo>
                  <a:lnTo>
                    <a:pt x="2146480" y="4155023"/>
                  </a:lnTo>
                  <a:lnTo>
                    <a:pt x="2146480" y="4150111"/>
                  </a:lnTo>
                  <a:lnTo>
                    <a:pt x="2146606" y="4150111"/>
                  </a:lnTo>
                  <a:lnTo>
                    <a:pt x="2146732" y="4150111"/>
                  </a:lnTo>
                  <a:lnTo>
                    <a:pt x="2146859" y="4150111"/>
                  </a:lnTo>
                  <a:lnTo>
                    <a:pt x="2146985" y="4150111"/>
                  </a:lnTo>
                  <a:lnTo>
                    <a:pt x="2146985" y="4145200"/>
                  </a:lnTo>
                  <a:lnTo>
                    <a:pt x="2147111" y="4145200"/>
                  </a:lnTo>
                  <a:lnTo>
                    <a:pt x="2147237" y="4145200"/>
                  </a:lnTo>
                  <a:lnTo>
                    <a:pt x="2147364" y="4145200"/>
                  </a:lnTo>
                  <a:lnTo>
                    <a:pt x="2147490" y="4145200"/>
                  </a:lnTo>
                  <a:lnTo>
                    <a:pt x="2147616" y="4145200"/>
                  </a:lnTo>
                  <a:lnTo>
                    <a:pt x="2147742" y="4145200"/>
                  </a:lnTo>
                  <a:lnTo>
                    <a:pt x="2147869" y="4145200"/>
                  </a:lnTo>
                  <a:lnTo>
                    <a:pt x="2147869" y="4140289"/>
                  </a:lnTo>
                  <a:lnTo>
                    <a:pt x="2147995" y="4140289"/>
                  </a:lnTo>
                  <a:lnTo>
                    <a:pt x="2148121" y="4140289"/>
                  </a:lnTo>
                  <a:lnTo>
                    <a:pt x="2148247" y="4140289"/>
                  </a:lnTo>
                  <a:lnTo>
                    <a:pt x="2148374" y="4140289"/>
                  </a:lnTo>
                  <a:lnTo>
                    <a:pt x="2148500" y="4140289"/>
                  </a:lnTo>
                  <a:lnTo>
                    <a:pt x="2148626" y="4140289"/>
                  </a:lnTo>
                  <a:lnTo>
                    <a:pt x="2148752" y="4140289"/>
                  </a:lnTo>
                  <a:lnTo>
                    <a:pt x="2148879" y="4140289"/>
                  </a:lnTo>
                  <a:lnTo>
                    <a:pt x="2149005" y="4140289"/>
                  </a:lnTo>
                  <a:lnTo>
                    <a:pt x="2149131" y="4140289"/>
                  </a:lnTo>
                  <a:lnTo>
                    <a:pt x="2149257" y="4140289"/>
                  </a:lnTo>
                  <a:lnTo>
                    <a:pt x="2149384" y="4140289"/>
                  </a:lnTo>
                  <a:lnTo>
                    <a:pt x="2149510" y="4140289"/>
                  </a:lnTo>
                  <a:lnTo>
                    <a:pt x="2149636" y="4140289"/>
                  </a:lnTo>
                  <a:lnTo>
                    <a:pt x="2149763" y="4140289"/>
                  </a:lnTo>
                  <a:lnTo>
                    <a:pt x="2149889" y="4140289"/>
                  </a:lnTo>
                  <a:lnTo>
                    <a:pt x="2150015" y="4140289"/>
                  </a:lnTo>
                  <a:lnTo>
                    <a:pt x="2150141" y="4140289"/>
                  </a:lnTo>
                  <a:lnTo>
                    <a:pt x="2150268" y="4140289"/>
                  </a:lnTo>
                  <a:lnTo>
                    <a:pt x="2150394" y="4140289"/>
                  </a:lnTo>
                  <a:lnTo>
                    <a:pt x="2150520" y="4140289"/>
                  </a:lnTo>
                  <a:lnTo>
                    <a:pt x="2150646" y="4140289"/>
                  </a:lnTo>
                  <a:lnTo>
                    <a:pt x="2150773" y="4140289"/>
                  </a:lnTo>
                  <a:lnTo>
                    <a:pt x="2150899" y="4140289"/>
                  </a:lnTo>
                  <a:lnTo>
                    <a:pt x="2151025" y="4140289"/>
                  </a:lnTo>
                  <a:lnTo>
                    <a:pt x="2151151" y="4140289"/>
                  </a:lnTo>
                  <a:lnTo>
                    <a:pt x="2151278" y="4140289"/>
                  </a:lnTo>
                  <a:lnTo>
                    <a:pt x="2151404" y="4140289"/>
                  </a:lnTo>
                  <a:lnTo>
                    <a:pt x="2151530" y="4140289"/>
                  </a:lnTo>
                  <a:lnTo>
                    <a:pt x="2151656" y="4140289"/>
                  </a:lnTo>
                  <a:lnTo>
                    <a:pt x="2151783" y="4140289"/>
                  </a:lnTo>
                  <a:lnTo>
                    <a:pt x="2151909" y="4140289"/>
                  </a:lnTo>
                  <a:lnTo>
                    <a:pt x="2152035" y="4140289"/>
                  </a:lnTo>
                  <a:lnTo>
                    <a:pt x="2152161" y="4140289"/>
                  </a:lnTo>
                  <a:lnTo>
                    <a:pt x="2152288" y="4140289"/>
                  </a:lnTo>
                  <a:lnTo>
                    <a:pt x="2152414" y="4140289"/>
                  </a:lnTo>
                  <a:lnTo>
                    <a:pt x="2152414" y="4135377"/>
                  </a:lnTo>
                  <a:lnTo>
                    <a:pt x="2152540" y="4135377"/>
                  </a:lnTo>
                  <a:lnTo>
                    <a:pt x="2152666" y="4135377"/>
                  </a:lnTo>
                  <a:lnTo>
                    <a:pt x="2152793" y="4135377"/>
                  </a:lnTo>
                  <a:lnTo>
                    <a:pt x="2152919" y="4135377"/>
                  </a:lnTo>
                  <a:lnTo>
                    <a:pt x="2153045" y="4135377"/>
                  </a:lnTo>
                  <a:lnTo>
                    <a:pt x="2153171" y="4135377"/>
                  </a:lnTo>
                  <a:lnTo>
                    <a:pt x="2153298" y="4135377"/>
                  </a:lnTo>
                  <a:lnTo>
                    <a:pt x="2153424" y="4135377"/>
                  </a:lnTo>
                  <a:lnTo>
                    <a:pt x="2153550" y="4135377"/>
                  </a:lnTo>
                  <a:lnTo>
                    <a:pt x="2153676" y="4135377"/>
                  </a:lnTo>
                  <a:lnTo>
                    <a:pt x="2153803" y="4135377"/>
                  </a:lnTo>
                  <a:lnTo>
                    <a:pt x="2153929" y="4135377"/>
                  </a:lnTo>
                  <a:lnTo>
                    <a:pt x="2154055" y="4135377"/>
                  </a:lnTo>
                  <a:lnTo>
                    <a:pt x="2154181" y="4135377"/>
                  </a:lnTo>
                  <a:lnTo>
                    <a:pt x="2154308" y="4135377"/>
                  </a:lnTo>
                  <a:lnTo>
                    <a:pt x="2154434" y="4135377"/>
                  </a:lnTo>
                  <a:lnTo>
                    <a:pt x="2154560" y="4135377"/>
                  </a:lnTo>
                  <a:lnTo>
                    <a:pt x="2154687" y="4135377"/>
                  </a:lnTo>
                  <a:lnTo>
                    <a:pt x="2154813" y="4135377"/>
                  </a:lnTo>
                  <a:lnTo>
                    <a:pt x="2154939" y="4135377"/>
                  </a:lnTo>
                  <a:lnTo>
                    <a:pt x="2155065" y="4135377"/>
                  </a:lnTo>
                  <a:lnTo>
                    <a:pt x="2155192" y="4135377"/>
                  </a:lnTo>
                  <a:lnTo>
                    <a:pt x="2155318" y="4135377"/>
                  </a:lnTo>
                  <a:lnTo>
                    <a:pt x="2155444" y="4135377"/>
                  </a:lnTo>
                  <a:lnTo>
                    <a:pt x="2155570" y="4135377"/>
                  </a:lnTo>
                  <a:lnTo>
                    <a:pt x="2155697" y="4135377"/>
                  </a:lnTo>
                  <a:lnTo>
                    <a:pt x="2155823" y="4135377"/>
                  </a:lnTo>
                  <a:lnTo>
                    <a:pt x="2155949" y="4135377"/>
                  </a:lnTo>
                  <a:lnTo>
                    <a:pt x="2156075" y="4135377"/>
                  </a:lnTo>
                  <a:lnTo>
                    <a:pt x="2156202" y="4135377"/>
                  </a:lnTo>
                  <a:lnTo>
                    <a:pt x="2156328" y="4135377"/>
                  </a:lnTo>
                  <a:lnTo>
                    <a:pt x="2156454" y="4135377"/>
                  </a:lnTo>
                  <a:lnTo>
                    <a:pt x="2156580" y="4135377"/>
                  </a:lnTo>
                  <a:lnTo>
                    <a:pt x="2156707" y="4135377"/>
                  </a:lnTo>
                  <a:lnTo>
                    <a:pt x="2156833" y="4135377"/>
                  </a:lnTo>
                  <a:lnTo>
                    <a:pt x="2156959" y="4135377"/>
                  </a:lnTo>
                  <a:lnTo>
                    <a:pt x="2157085" y="4135377"/>
                  </a:lnTo>
                  <a:lnTo>
                    <a:pt x="2157212" y="4135377"/>
                  </a:lnTo>
                  <a:lnTo>
                    <a:pt x="2157338" y="4135377"/>
                  </a:lnTo>
                  <a:lnTo>
                    <a:pt x="2157464" y="4135377"/>
                  </a:lnTo>
                  <a:lnTo>
                    <a:pt x="2157590" y="4135377"/>
                  </a:lnTo>
                  <a:lnTo>
                    <a:pt x="2157717" y="4135377"/>
                  </a:lnTo>
                  <a:lnTo>
                    <a:pt x="2157843" y="4135377"/>
                  </a:lnTo>
                  <a:lnTo>
                    <a:pt x="2157969" y="4135377"/>
                  </a:lnTo>
                  <a:lnTo>
                    <a:pt x="2158095" y="4135377"/>
                  </a:lnTo>
                  <a:lnTo>
                    <a:pt x="2158222" y="4135377"/>
                  </a:lnTo>
                  <a:lnTo>
                    <a:pt x="2158348" y="4135377"/>
                  </a:lnTo>
                  <a:lnTo>
                    <a:pt x="2158474" y="4135377"/>
                  </a:lnTo>
                  <a:lnTo>
                    <a:pt x="2158600" y="4135377"/>
                  </a:lnTo>
                  <a:lnTo>
                    <a:pt x="2158727" y="4135377"/>
                  </a:lnTo>
                  <a:lnTo>
                    <a:pt x="2158853" y="4135377"/>
                  </a:lnTo>
                  <a:lnTo>
                    <a:pt x="2158979" y="4135377"/>
                  </a:lnTo>
                  <a:lnTo>
                    <a:pt x="2159105" y="4135377"/>
                  </a:lnTo>
                  <a:lnTo>
                    <a:pt x="2159232" y="4135377"/>
                  </a:lnTo>
                  <a:lnTo>
                    <a:pt x="2159358" y="4135377"/>
                  </a:lnTo>
                  <a:lnTo>
                    <a:pt x="2159484" y="4135377"/>
                  </a:lnTo>
                  <a:lnTo>
                    <a:pt x="2159610" y="4135377"/>
                  </a:lnTo>
                  <a:lnTo>
                    <a:pt x="2159737" y="4135377"/>
                  </a:lnTo>
                  <a:lnTo>
                    <a:pt x="2159863" y="4135377"/>
                  </a:lnTo>
                  <a:lnTo>
                    <a:pt x="2159989" y="4135377"/>
                  </a:lnTo>
                  <a:lnTo>
                    <a:pt x="2160116" y="4135377"/>
                  </a:lnTo>
                  <a:lnTo>
                    <a:pt x="2160116" y="4130466"/>
                  </a:lnTo>
                  <a:lnTo>
                    <a:pt x="2160242" y="4130466"/>
                  </a:lnTo>
                  <a:lnTo>
                    <a:pt x="2160368" y="4130466"/>
                  </a:lnTo>
                  <a:lnTo>
                    <a:pt x="2160494" y="4130466"/>
                  </a:lnTo>
                  <a:lnTo>
                    <a:pt x="2160621" y="4130466"/>
                  </a:lnTo>
                  <a:lnTo>
                    <a:pt x="2160747" y="4130466"/>
                  </a:lnTo>
                  <a:lnTo>
                    <a:pt x="2160873" y="4130466"/>
                  </a:lnTo>
                  <a:lnTo>
                    <a:pt x="2160999" y="4130466"/>
                  </a:lnTo>
                  <a:lnTo>
                    <a:pt x="2161126" y="4130466"/>
                  </a:lnTo>
                  <a:lnTo>
                    <a:pt x="2161252" y="4130466"/>
                  </a:lnTo>
                  <a:lnTo>
                    <a:pt x="2161378" y="4130466"/>
                  </a:lnTo>
                  <a:lnTo>
                    <a:pt x="2161504" y="4130466"/>
                  </a:lnTo>
                  <a:lnTo>
                    <a:pt x="2161631" y="4130466"/>
                  </a:lnTo>
                  <a:lnTo>
                    <a:pt x="2161757" y="4130466"/>
                  </a:lnTo>
                  <a:lnTo>
                    <a:pt x="2161883" y="4130466"/>
                  </a:lnTo>
                  <a:lnTo>
                    <a:pt x="2162009" y="4130466"/>
                  </a:lnTo>
                  <a:lnTo>
                    <a:pt x="2162136" y="4130466"/>
                  </a:lnTo>
                  <a:lnTo>
                    <a:pt x="2162262" y="4130466"/>
                  </a:lnTo>
                  <a:lnTo>
                    <a:pt x="2162388" y="4130466"/>
                  </a:lnTo>
                  <a:lnTo>
                    <a:pt x="2162388" y="4125554"/>
                  </a:lnTo>
                  <a:lnTo>
                    <a:pt x="2162514" y="4125554"/>
                  </a:lnTo>
                  <a:lnTo>
                    <a:pt x="2162641" y="4125554"/>
                  </a:lnTo>
                  <a:lnTo>
                    <a:pt x="2162767" y="4125554"/>
                  </a:lnTo>
                  <a:lnTo>
                    <a:pt x="2162893" y="4125554"/>
                  </a:lnTo>
                  <a:lnTo>
                    <a:pt x="2163019" y="4125554"/>
                  </a:lnTo>
                  <a:lnTo>
                    <a:pt x="2163146" y="4125554"/>
                  </a:lnTo>
                  <a:lnTo>
                    <a:pt x="2163272" y="4125554"/>
                  </a:lnTo>
                  <a:lnTo>
                    <a:pt x="2163398" y="4125554"/>
                  </a:lnTo>
                  <a:lnTo>
                    <a:pt x="2163524" y="4125554"/>
                  </a:lnTo>
                  <a:lnTo>
                    <a:pt x="2163651" y="4125554"/>
                  </a:lnTo>
                  <a:lnTo>
                    <a:pt x="2163777" y="4125554"/>
                  </a:lnTo>
                  <a:lnTo>
                    <a:pt x="2163903" y="4125554"/>
                  </a:lnTo>
                  <a:lnTo>
                    <a:pt x="2164029" y="4125554"/>
                  </a:lnTo>
                  <a:lnTo>
                    <a:pt x="2164156" y="4125554"/>
                  </a:lnTo>
                  <a:lnTo>
                    <a:pt x="2164282" y="4125554"/>
                  </a:lnTo>
                  <a:lnTo>
                    <a:pt x="2164408" y="4125554"/>
                  </a:lnTo>
                  <a:lnTo>
                    <a:pt x="2164534" y="4125554"/>
                  </a:lnTo>
                  <a:lnTo>
                    <a:pt x="2164661" y="4125554"/>
                  </a:lnTo>
                  <a:lnTo>
                    <a:pt x="2164787" y="4125554"/>
                  </a:lnTo>
                  <a:lnTo>
                    <a:pt x="2164913" y="4125554"/>
                  </a:lnTo>
                  <a:lnTo>
                    <a:pt x="2165040" y="4125554"/>
                  </a:lnTo>
                  <a:lnTo>
                    <a:pt x="2165166" y="4125554"/>
                  </a:lnTo>
                  <a:lnTo>
                    <a:pt x="2165292" y="4125554"/>
                  </a:lnTo>
                  <a:lnTo>
                    <a:pt x="2165418" y="4125554"/>
                  </a:lnTo>
                  <a:lnTo>
                    <a:pt x="2165545" y="4125554"/>
                  </a:lnTo>
                  <a:lnTo>
                    <a:pt x="2165671" y="4125554"/>
                  </a:lnTo>
                  <a:lnTo>
                    <a:pt x="2165797" y="4125554"/>
                  </a:lnTo>
                  <a:lnTo>
                    <a:pt x="2165923" y="4125554"/>
                  </a:lnTo>
                  <a:lnTo>
                    <a:pt x="2166050" y="4125554"/>
                  </a:lnTo>
                  <a:lnTo>
                    <a:pt x="2166176" y="4125554"/>
                  </a:lnTo>
                  <a:lnTo>
                    <a:pt x="2166302" y="4125554"/>
                  </a:lnTo>
                  <a:lnTo>
                    <a:pt x="2166428" y="4125554"/>
                  </a:lnTo>
                  <a:lnTo>
                    <a:pt x="2166555" y="4125554"/>
                  </a:lnTo>
                  <a:lnTo>
                    <a:pt x="2166681" y="4125554"/>
                  </a:lnTo>
                  <a:lnTo>
                    <a:pt x="2166807" y="4125554"/>
                  </a:lnTo>
                  <a:lnTo>
                    <a:pt x="2166933" y="4125554"/>
                  </a:lnTo>
                  <a:lnTo>
                    <a:pt x="2167060" y="4125554"/>
                  </a:lnTo>
                  <a:lnTo>
                    <a:pt x="2167186" y="4125554"/>
                  </a:lnTo>
                  <a:lnTo>
                    <a:pt x="2167312" y="4125554"/>
                  </a:lnTo>
                  <a:lnTo>
                    <a:pt x="2167438" y="4125554"/>
                  </a:lnTo>
                  <a:lnTo>
                    <a:pt x="2167565" y="4125554"/>
                  </a:lnTo>
                  <a:lnTo>
                    <a:pt x="2167691" y="4125554"/>
                  </a:lnTo>
                  <a:lnTo>
                    <a:pt x="2167817" y="4125554"/>
                  </a:lnTo>
                  <a:lnTo>
                    <a:pt x="2167943" y="4125554"/>
                  </a:lnTo>
                  <a:lnTo>
                    <a:pt x="2168070" y="4125554"/>
                  </a:lnTo>
                  <a:lnTo>
                    <a:pt x="2168196" y="4125554"/>
                  </a:lnTo>
                  <a:lnTo>
                    <a:pt x="2168322" y="4125554"/>
                  </a:lnTo>
                  <a:lnTo>
                    <a:pt x="2168448" y="4125554"/>
                  </a:lnTo>
                  <a:lnTo>
                    <a:pt x="2168575" y="4125554"/>
                  </a:lnTo>
                  <a:lnTo>
                    <a:pt x="2168701" y="4125554"/>
                  </a:lnTo>
                  <a:lnTo>
                    <a:pt x="2168827" y="4125554"/>
                  </a:lnTo>
                  <a:lnTo>
                    <a:pt x="2168953" y="4125554"/>
                  </a:lnTo>
                  <a:lnTo>
                    <a:pt x="2169080" y="4125554"/>
                  </a:lnTo>
                  <a:lnTo>
                    <a:pt x="2169206" y="4125554"/>
                  </a:lnTo>
                  <a:lnTo>
                    <a:pt x="2169332" y="4125554"/>
                  </a:lnTo>
                  <a:lnTo>
                    <a:pt x="2169458" y="4125554"/>
                  </a:lnTo>
                  <a:lnTo>
                    <a:pt x="2169585" y="4125554"/>
                  </a:lnTo>
                  <a:lnTo>
                    <a:pt x="2169711" y="4125554"/>
                  </a:lnTo>
                  <a:lnTo>
                    <a:pt x="2169837" y="4125554"/>
                  </a:lnTo>
                  <a:lnTo>
                    <a:pt x="2169963" y="4125554"/>
                  </a:lnTo>
                  <a:lnTo>
                    <a:pt x="2170090" y="4125554"/>
                  </a:lnTo>
                  <a:lnTo>
                    <a:pt x="2170216" y="4125554"/>
                  </a:lnTo>
                  <a:lnTo>
                    <a:pt x="2170342" y="4125554"/>
                  </a:lnTo>
                  <a:lnTo>
                    <a:pt x="2170469" y="4125554"/>
                  </a:lnTo>
                  <a:lnTo>
                    <a:pt x="2170595" y="4125554"/>
                  </a:lnTo>
                  <a:lnTo>
                    <a:pt x="2170721" y="4125554"/>
                  </a:lnTo>
                  <a:lnTo>
                    <a:pt x="2170847" y="4125554"/>
                  </a:lnTo>
                  <a:lnTo>
                    <a:pt x="2170974" y="4125554"/>
                  </a:lnTo>
                  <a:lnTo>
                    <a:pt x="2171100" y="4125554"/>
                  </a:lnTo>
                  <a:lnTo>
                    <a:pt x="2171226" y="4125554"/>
                  </a:lnTo>
                  <a:lnTo>
                    <a:pt x="2171352" y="4125554"/>
                  </a:lnTo>
                  <a:lnTo>
                    <a:pt x="2171479" y="4125554"/>
                  </a:lnTo>
                  <a:lnTo>
                    <a:pt x="2171605" y="4125554"/>
                  </a:lnTo>
                  <a:lnTo>
                    <a:pt x="2171731" y="4125554"/>
                  </a:lnTo>
                  <a:lnTo>
                    <a:pt x="2171857" y="4125554"/>
                  </a:lnTo>
                  <a:lnTo>
                    <a:pt x="2171984" y="4125554"/>
                  </a:lnTo>
                  <a:lnTo>
                    <a:pt x="2172110" y="4125554"/>
                  </a:lnTo>
                  <a:lnTo>
                    <a:pt x="2172236" y="4125554"/>
                  </a:lnTo>
                  <a:lnTo>
                    <a:pt x="2172362" y="4125554"/>
                  </a:lnTo>
                  <a:lnTo>
                    <a:pt x="2172489" y="4125554"/>
                  </a:lnTo>
                  <a:lnTo>
                    <a:pt x="2172615" y="4125554"/>
                  </a:lnTo>
                  <a:lnTo>
                    <a:pt x="2172741" y="4125554"/>
                  </a:lnTo>
                  <a:lnTo>
                    <a:pt x="2172867" y="4125554"/>
                  </a:lnTo>
                  <a:lnTo>
                    <a:pt x="2172994" y="4125554"/>
                  </a:lnTo>
                  <a:lnTo>
                    <a:pt x="2173120" y="4125554"/>
                  </a:lnTo>
                  <a:lnTo>
                    <a:pt x="2173246" y="4125554"/>
                  </a:lnTo>
                  <a:lnTo>
                    <a:pt x="2173372" y="4125554"/>
                  </a:lnTo>
                  <a:lnTo>
                    <a:pt x="2173499" y="4125554"/>
                  </a:lnTo>
                  <a:lnTo>
                    <a:pt x="2173625" y="4125554"/>
                  </a:lnTo>
                  <a:lnTo>
                    <a:pt x="2173625" y="4120643"/>
                  </a:lnTo>
                  <a:lnTo>
                    <a:pt x="2173625" y="4115732"/>
                  </a:lnTo>
                  <a:lnTo>
                    <a:pt x="2173751" y="4115732"/>
                  </a:lnTo>
                  <a:lnTo>
                    <a:pt x="2173877" y="4115732"/>
                  </a:lnTo>
                  <a:lnTo>
                    <a:pt x="2174004" y="4115732"/>
                  </a:lnTo>
                  <a:lnTo>
                    <a:pt x="2174130" y="4115732"/>
                  </a:lnTo>
                  <a:lnTo>
                    <a:pt x="2174256" y="4115732"/>
                  </a:lnTo>
                  <a:lnTo>
                    <a:pt x="2174382" y="4115732"/>
                  </a:lnTo>
                  <a:lnTo>
                    <a:pt x="2174509" y="4115732"/>
                  </a:lnTo>
                  <a:lnTo>
                    <a:pt x="2174635" y="4115732"/>
                  </a:lnTo>
                  <a:lnTo>
                    <a:pt x="2174761" y="4115732"/>
                  </a:lnTo>
                  <a:lnTo>
                    <a:pt x="2174887" y="4115732"/>
                  </a:lnTo>
                  <a:lnTo>
                    <a:pt x="2175014" y="4115732"/>
                  </a:lnTo>
                  <a:lnTo>
                    <a:pt x="2175140" y="4115732"/>
                  </a:lnTo>
                  <a:lnTo>
                    <a:pt x="2175266" y="4115732"/>
                  </a:lnTo>
                  <a:lnTo>
                    <a:pt x="2175393" y="4115732"/>
                  </a:lnTo>
                  <a:lnTo>
                    <a:pt x="2175519" y="4115732"/>
                  </a:lnTo>
                  <a:lnTo>
                    <a:pt x="2175645" y="4115732"/>
                  </a:lnTo>
                  <a:lnTo>
                    <a:pt x="2175771" y="4115732"/>
                  </a:lnTo>
                  <a:lnTo>
                    <a:pt x="2175898" y="4115732"/>
                  </a:lnTo>
                  <a:lnTo>
                    <a:pt x="2176024" y="4115732"/>
                  </a:lnTo>
                  <a:lnTo>
                    <a:pt x="2176150" y="4115732"/>
                  </a:lnTo>
                  <a:lnTo>
                    <a:pt x="2176276" y="4115732"/>
                  </a:lnTo>
                  <a:lnTo>
                    <a:pt x="2176403" y="4115732"/>
                  </a:lnTo>
                  <a:lnTo>
                    <a:pt x="2176529" y="4115732"/>
                  </a:lnTo>
                  <a:lnTo>
                    <a:pt x="2176655" y="4115732"/>
                  </a:lnTo>
                  <a:lnTo>
                    <a:pt x="2176781" y="4115732"/>
                  </a:lnTo>
                  <a:lnTo>
                    <a:pt x="2176908" y="4115732"/>
                  </a:lnTo>
                  <a:lnTo>
                    <a:pt x="2177034" y="4115732"/>
                  </a:lnTo>
                  <a:lnTo>
                    <a:pt x="2177160" y="4115732"/>
                  </a:lnTo>
                  <a:lnTo>
                    <a:pt x="2177286" y="4115732"/>
                  </a:lnTo>
                  <a:lnTo>
                    <a:pt x="2177413" y="4115732"/>
                  </a:lnTo>
                  <a:lnTo>
                    <a:pt x="2177539" y="4115732"/>
                  </a:lnTo>
                  <a:lnTo>
                    <a:pt x="2177665" y="4115732"/>
                  </a:lnTo>
                  <a:lnTo>
                    <a:pt x="2177665" y="4110820"/>
                  </a:lnTo>
                  <a:lnTo>
                    <a:pt x="2177791" y="4110820"/>
                  </a:lnTo>
                  <a:lnTo>
                    <a:pt x="2177918" y="4110820"/>
                  </a:lnTo>
                  <a:lnTo>
                    <a:pt x="2177918" y="4105909"/>
                  </a:lnTo>
                  <a:lnTo>
                    <a:pt x="2178044" y="4105909"/>
                  </a:lnTo>
                  <a:lnTo>
                    <a:pt x="2178044" y="4100998"/>
                  </a:lnTo>
                  <a:lnTo>
                    <a:pt x="2178170" y="4100998"/>
                  </a:lnTo>
                  <a:lnTo>
                    <a:pt x="2178296" y="4100998"/>
                  </a:lnTo>
                  <a:lnTo>
                    <a:pt x="2178423" y="4100998"/>
                  </a:lnTo>
                  <a:lnTo>
                    <a:pt x="2178549" y="4100998"/>
                  </a:lnTo>
                  <a:lnTo>
                    <a:pt x="2178675" y="4100998"/>
                  </a:lnTo>
                  <a:lnTo>
                    <a:pt x="2178801" y="4100998"/>
                  </a:lnTo>
                  <a:lnTo>
                    <a:pt x="2178928" y="4100998"/>
                  </a:lnTo>
                  <a:lnTo>
                    <a:pt x="2179054" y="4100998"/>
                  </a:lnTo>
                  <a:lnTo>
                    <a:pt x="2179180" y="4100998"/>
                  </a:lnTo>
                  <a:lnTo>
                    <a:pt x="2179306" y="4100998"/>
                  </a:lnTo>
                  <a:lnTo>
                    <a:pt x="2179433" y="4100998"/>
                  </a:lnTo>
                  <a:lnTo>
                    <a:pt x="2179559" y="4100998"/>
                  </a:lnTo>
                  <a:lnTo>
                    <a:pt x="2179685" y="4100998"/>
                  </a:lnTo>
                  <a:lnTo>
                    <a:pt x="2179811" y="4100998"/>
                  </a:lnTo>
                  <a:lnTo>
                    <a:pt x="2179938" y="4100998"/>
                  </a:lnTo>
                  <a:lnTo>
                    <a:pt x="2180064" y="4100998"/>
                  </a:lnTo>
                  <a:lnTo>
                    <a:pt x="2180190" y="4100998"/>
                  </a:lnTo>
                  <a:lnTo>
                    <a:pt x="2180316" y="4100998"/>
                  </a:lnTo>
                  <a:lnTo>
                    <a:pt x="2180443" y="4100998"/>
                  </a:lnTo>
                  <a:lnTo>
                    <a:pt x="2180569" y="4100998"/>
                  </a:lnTo>
                  <a:lnTo>
                    <a:pt x="2180695" y="4100998"/>
                  </a:lnTo>
                  <a:lnTo>
                    <a:pt x="2180822" y="4100998"/>
                  </a:lnTo>
                  <a:lnTo>
                    <a:pt x="2180948" y="4100998"/>
                  </a:lnTo>
                  <a:lnTo>
                    <a:pt x="2181074" y="4100998"/>
                  </a:lnTo>
                  <a:lnTo>
                    <a:pt x="2181200" y="4100998"/>
                  </a:lnTo>
                  <a:lnTo>
                    <a:pt x="2181327" y="4100998"/>
                  </a:lnTo>
                  <a:lnTo>
                    <a:pt x="2181453" y="4100998"/>
                  </a:lnTo>
                  <a:lnTo>
                    <a:pt x="2181579" y="4100998"/>
                  </a:lnTo>
                  <a:lnTo>
                    <a:pt x="2181579" y="4096086"/>
                  </a:lnTo>
                  <a:lnTo>
                    <a:pt x="2181705" y="4096086"/>
                  </a:lnTo>
                  <a:lnTo>
                    <a:pt x="2181832" y="4096086"/>
                  </a:lnTo>
                  <a:lnTo>
                    <a:pt x="2181958" y="4096086"/>
                  </a:lnTo>
                  <a:lnTo>
                    <a:pt x="2182084" y="4096086"/>
                  </a:lnTo>
                  <a:lnTo>
                    <a:pt x="2182210" y="4096086"/>
                  </a:lnTo>
                  <a:lnTo>
                    <a:pt x="2182337" y="4096086"/>
                  </a:lnTo>
                  <a:lnTo>
                    <a:pt x="2182463" y="4096086"/>
                  </a:lnTo>
                  <a:lnTo>
                    <a:pt x="2182463" y="4091175"/>
                  </a:lnTo>
                  <a:lnTo>
                    <a:pt x="2182589" y="4091175"/>
                  </a:lnTo>
                  <a:lnTo>
                    <a:pt x="2182715" y="4091175"/>
                  </a:lnTo>
                  <a:lnTo>
                    <a:pt x="2182842" y="4091175"/>
                  </a:lnTo>
                  <a:lnTo>
                    <a:pt x="2182842" y="4086263"/>
                  </a:lnTo>
                  <a:lnTo>
                    <a:pt x="2182968" y="4086263"/>
                  </a:lnTo>
                  <a:lnTo>
                    <a:pt x="2183094" y="4086263"/>
                  </a:lnTo>
                  <a:lnTo>
                    <a:pt x="2183220" y="4086263"/>
                  </a:lnTo>
                  <a:lnTo>
                    <a:pt x="2183347" y="4086263"/>
                  </a:lnTo>
                  <a:lnTo>
                    <a:pt x="2183473" y="4086263"/>
                  </a:lnTo>
                  <a:lnTo>
                    <a:pt x="2183599" y="4086263"/>
                  </a:lnTo>
                  <a:lnTo>
                    <a:pt x="2183725" y="4086263"/>
                  </a:lnTo>
                  <a:lnTo>
                    <a:pt x="2183852" y="4086263"/>
                  </a:lnTo>
                  <a:lnTo>
                    <a:pt x="2183978" y="4086263"/>
                  </a:lnTo>
                  <a:lnTo>
                    <a:pt x="2184104" y="4086263"/>
                  </a:lnTo>
                  <a:lnTo>
                    <a:pt x="2184230" y="4086263"/>
                  </a:lnTo>
                  <a:lnTo>
                    <a:pt x="2184357" y="4086263"/>
                  </a:lnTo>
                  <a:lnTo>
                    <a:pt x="2184483" y="4086263"/>
                  </a:lnTo>
                  <a:lnTo>
                    <a:pt x="2184609" y="4086263"/>
                  </a:lnTo>
                  <a:lnTo>
                    <a:pt x="2184735" y="4086263"/>
                  </a:lnTo>
                  <a:lnTo>
                    <a:pt x="2184862" y="4086263"/>
                  </a:lnTo>
                  <a:lnTo>
                    <a:pt x="2184988" y="4086263"/>
                  </a:lnTo>
                  <a:lnTo>
                    <a:pt x="2185114" y="4086263"/>
                  </a:lnTo>
                  <a:lnTo>
                    <a:pt x="2185240" y="4086263"/>
                  </a:lnTo>
                  <a:lnTo>
                    <a:pt x="2185367" y="4086263"/>
                  </a:lnTo>
                  <a:lnTo>
                    <a:pt x="2185493" y="4086263"/>
                  </a:lnTo>
                  <a:lnTo>
                    <a:pt x="2185619" y="4086263"/>
                  </a:lnTo>
                  <a:lnTo>
                    <a:pt x="2185746" y="4086263"/>
                  </a:lnTo>
                  <a:lnTo>
                    <a:pt x="2185872" y="4086263"/>
                  </a:lnTo>
                  <a:lnTo>
                    <a:pt x="2185998" y="4086263"/>
                  </a:lnTo>
                  <a:lnTo>
                    <a:pt x="2186124" y="4086263"/>
                  </a:lnTo>
                  <a:lnTo>
                    <a:pt x="2186251" y="4086263"/>
                  </a:lnTo>
                  <a:lnTo>
                    <a:pt x="2186377" y="4086263"/>
                  </a:lnTo>
                  <a:lnTo>
                    <a:pt x="2186503" y="4086263"/>
                  </a:lnTo>
                  <a:lnTo>
                    <a:pt x="2186629" y="4086263"/>
                  </a:lnTo>
                  <a:lnTo>
                    <a:pt x="2186756" y="4086263"/>
                  </a:lnTo>
                  <a:lnTo>
                    <a:pt x="2186882" y="4086263"/>
                  </a:lnTo>
                  <a:lnTo>
                    <a:pt x="2187008" y="4086263"/>
                  </a:lnTo>
                  <a:lnTo>
                    <a:pt x="2187134" y="4086263"/>
                  </a:lnTo>
                  <a:lnTo>
                    <a:pt x="2187261" y="4086263"/>
                  </a:lnTo>
                  <a:lnTo>
                    <a:pt x="2187387" y="4086263"/>
                  </a:lnTo>
                  <a:lnTo>
                    <a:pt x="2187513" y="4086263"/>
                  </a:lnTo>
                  <a:lnTo>
                    <a:pt x="2187639" y="4086263"/>
                  </a:lnTo>
                  <a:lnTo>
                    <a:pt x="2187766" y="4086263"/>
                  </a:lnTo>
                  <a:lnTo>
                    <a:pt x="2187892" y="4086263"/>
                  </a:lnTo>
                  <a:lnTo>
                    <a:pt x="2188018" y="4086263"/>
                  </a:lnTo>
                  <a:lnTo>
                    <a:pt x="2188144" y="4086263"/>
                  </a:lnTo>
                  <a:lnTo>
                    <a:pt x="2188271" y="4086263"/>
                  </a:lnTo>
                  <a:lnTo>
                    <a:pt x="2188397" y="4086263"/>
                  </a:lnTo>
                  <a:lnTo>
                    <a:pt x="2188523" y="4086263"/>
                  </a:lnTo>
                  <a:lnTo>
                    <a:pt x="2188649" y="4086263"/>
                  </a:lnTo>
                  <a:lnTo>
                    <a:pt x="2188776" y="4086263"/>
                  </a:lnTo>
                  <a:lnTo>
                    <a:pt x="2188902" y="4086263"/>
                  </a:lnTo>
                  <a:lnTo>
                    <a:pt x="2189028" y="4086263"/>
                  </a:lnTo>
                  <a:lnTo>
                    <a:pt x="2189154" y="4086263"/>
                  </a:lnTo>
                  <a:lnTo>
                    <a:pt x="2189281" y="4086263"/>
                  </a:lnTo>
                  <a:lnTo>
                    <a:pt x="2189407" y="4086263"/>
                  </a:lnTo>
                  <a:lnTo>
                    <a:pt x="2189533" y="4086263"/>
                  </a:lnTo>
                  <a:lnTo>
                    <a:pt x="2189659" y="4086263"/>
                  </a:lnTo>
                  <a:lnTo>
                    <a:pt x="2189786" y="4086263"/>
                  </a:lnTo>
                  <a:lnTo>
                    <a:pt x="2189912" y="4086263"/>
                  </a:lnTo>
                  <a:lnTo>
                    <a:pt x="2190038" y="4086263"/>
                  </a:lnTo>
                  <a:lnTo>
                    <a:pt x="2190164" y="4086263"/>
                  </a:lnTo>
                  <a:lnTo>
                    <a:pt x="2190291" y="4086263"/>
                  </a:lnTo>
                  <a:lnTo>
                    <a:pt x="2190417" y="4086263"/>
                  </a:lnTo>
                  <a:lnTo>
                    <a:pt x="2190543" y="4086263"/>
                  </a:lnTo>
                  <a:lnTo>
                    <a:pt x="2190669" y="4086263"/>
                  </a:lnTo>
                  <a:lnTo>
                    <a:pt x="2190796" y="4086263"/>
                  </a:lnTo>
                  <a:lnTo>
                    <a:pt x="2190922" y="4086263"/>
                  </a:lnTo>
                  <a:lnTo>
                    <a:pt x="2191048" y="4086263"/>
                  </a:lnTo>
                  <a:lnTo>
                    <a:pt x="2191175" y="4086263"/>
                  </a:lnTo>
                  <a:lnTo>
                    <a:pt x="2191301" y="4086263"/>
                  </a:lnTo>
                  <a:lnTo>
                    <a:pt x="2191427" y="4086263"/>
                  </a:lnTo>
                  <a:lnTo>
                    <a:pt x="2191553" y="4086263"/>
                  </a:lnTo>
                  <a:lnTo>
                    <a:pt x="2191680" y="4086263"/>
                  </a:lnTo>
                  <a:lnTo>
                    <a:pt x="2191806" y="4086263"/>
                  </a:lnTo>
                  <a:lnTo>
                    <a:pt x="2191932" y="4086263"/>
                  </a:lnTo>
                  <a:lnTo>
                    <a:pt x="2192058" y="4086263"/>
                  </a:lnTo>
                  <a:lnTo>
                    <a:pt x="2192185" y="4086263"/>
                  </a:lnTo>
                  <a:lnTo>
                    <a:pt x="2192311" y="4086263"/>
                  </a:lnTo>
                  <a:lnTo>
                    <a:pt x="2192437" y="4086263"/>
                  </a:lnTo>
                  <a:lnTo>
                    <a:pt x="2192563" y="4086263"/>
                  </a:lnTo>
                  <a:lnTo>
                    <a:pt x="2192690" y="4086263"/>
                  </a:lnTo>
                  <a:lnTo>
                    <a:pt x="2192816" y="4086263"/>
                  </a:lnTo>
                  <a:lnTo>
                    <a:pt x="2192942" y="4086263"/>
                  </a:lnTo>
                  <a:lnTo>
                    <a:pt x="2193068" y="4086263"/>
                  </a:lnTo>
                  <a:lnTo>
                    <a:pt x="2193195" y="4086263"/>
                  </a:lnTo>
                  <a:lnTo>
                    <a:pt x="2193195" y="4081352"/>
                  </a:lnTo>
                  <a:lnTo>
                    <a:pt x="2193321" y="4081352"/>
                  </a:lnTo>
                  <a:lnTo>
                    <a:pt x="2193447" y="4081352"/>
                  </a:lnTo>
                  <a:lnTo>
                    <a:pt x="2193573" y="4081352"/>
                  </a:lnTo>
                  <a:lnTo>
                    <a:pt x="2193700" y="4081352"/>
                  </a:lnTo>
                  <a:lnTo>
                    <a:pt x="2193826" y="4081352"/>
                  </a:lnTo>
                  <a:lnTo>
                    <a:pt x="2193952" y="4081352"/>
                  </a:lnTo>
                  <a:lnTo>
                    <a:pt x="2194078" y="4081352"/>
                  </a:lnTo>
                  <a:lnTo>
                    <a:pt x="2194205" y="4081352"/>
                  </a:lnTo>
                  <a:lnTo>
                    <a:pt x="2194331" y="4081352"/>
                  </a:lnTo>
                  <a:lnTo>
                    <a:pt x="2194457" y="4081352"/>
                  </a:lnTo>
                  <a:lnTo>
                    <a:pt x="2194583" y="4081352"/>
                  </a:lnTo>
                  <a:lnTo>
                    <a:pt x="2194710" y="4081352"/>
                  </a:lnTo>
                  <a:lnTo>
                    <a:pt x="2194836" y="4081352"/>
                  </a:lnTo>
                  <a:lnTo>
                    <a:pt x="2194962" y="4081352"/>
                  </a:lnTo>
                  <a:lnTo>
                    <a:pt x="2195088" y="4081352"/>
                  </a:lnTo>
                  <a:lnTo>
                    <a:pt x="2195088" y="4076441"/>
                  </a:lnTo>
                  <a:lnTo>
                    <a:pt x="2195215" y="4076441"/>
                  </a:lnTo>
                  <a:lnTo>
                    <a:pt x="2195341" y="4076441"/>
                  </a:lnTo>
                  <a:lnTo>
                    <a:pt x="2195467" y="4076441"/>
                  </a:lnTo>
                  <a:lnTo>
                    <a:pt x="2195593" y="4076441"/>
                  </a:lnTo>
                  <a:lnTo>
                    <a:pt x="2195720" y="4076441"/>
                  </a:lnTo>
                  <a:lnTo>
                    <a:pt x="2195846" y="4076441"/>
                  </a:lnTo>
                  <a:lnTo>
                    <a:pt x="2195972" y="4076441"/>
                  </a:lnTo>
                  <a:lnTo>
                    <a:pt x="2196099" y="4076441"/>
                  </a:lnTo>
                  <a:lnTo>
                    <a:pt x="2196225" y="4076441"/>
                  </a:lnTo>
                  <a:lnTo>
                    <a:pt x="2196351" y="4076441"/>
                  </a:lnTo>
                  <a:lnTo>
                    <a:pt x="2196477" y="4076441"/>
                  </a:lnTo>
                  <a:lnTo>
                    <a:pt x="2196604" y="4076441"/>
                  </a:lnTo>
                  <a:lnTo>
                    <a:pt x="2196730" y="4076441"/>
                  </a:lnTo>
                  <a:lnTo>
                    <a:pt x="2196856" y="4076441"/>
                  </a:lnTo>
                  <a:lnTo>
                    <a:pt x="2196982" y="4076441"/>
                  </a:lnTo>
                  <a:lnTo>
                    <a:pt x="2197109" y="4076441"/>
                  </a:lnTo>
                  <a:lnTo>
                    <a:pt x="2197235" y="4076441"/>
                  </a:lnTo>
                  <a:lnTo>
                    <a:pt x="2197361" y="4076441"/>
                  </a:lnTo>
                  <a:lnTo>
                    <a:pt x="2197487" y="4076441"/>
                  </a:lnTo>
                  <a:lnTo>
                    <a:pt x="2197614" y="4076441"/>
                  </a:lnTo>
                  <a:lnTo>
                    <a:pt x="2197740" y="4076441"/>
                  </a:lnTo>
                  <a:lnTo>
                    <a:pt x="2197866" y="4076441"/>
                  </a:lnTo>
                  <a:lnTo>
                    <a:pt x="2197992" y="4076441"/>
                  </a:lnTo>
                  <a:lnTo>
                    <a:pt x="2197992" y="4071529"/>
                  </a:lnTo>
                  <a:lnTo>
                    <a:pt x="2198119" y="4071529"/>
                  </a:lnTo>
                  <a:lnTo>
                    <a:pt x="2198245" y="4071529"/>
                  </a:lnTo>
                  <a:lnTo>
                    <a:pt x="2198371" y="4071529"/>
                  </a:lnTo>
                  <a:lnTo>
                    <a:pt x="2198497" y="4071529"/>
                  </a:lnTo>
                  <a:lnTo>
                    <a:pt x="2198624" y="4071529"/>
                  </a:lnTo>
                  <a:lnTo>
                    <a:pt x="2198750" y="4071529"/>
                  </a:lnTo>
                  <a:lnTo>
                    <a:pt x="2198876" y="4071529"/>
                  </a:lnTo>
                  <a:lnTo>
                    <a:pt x="2199002" y="4071529"/>
                  </a:lnTo>
                  <a:lnTo>
                    <a:pt x="2199129" y="4071529"/>
                  </a:lnTo>
                  <a:lnTo>
                    <a:pt x="2199255" y="4071529"/>
                  </a:lnTo>
                  <a:lnTo>
                    <a:pt x="2199381" y="4071529"/>
                  </a:lnTo>
                  <a:lnTo>
                    <a:pt x="2199507" y="4071529"/>
                  </a:lnTo>
                  <a:lnTo>
                    <a:pt x="2199634" y="4071529"/>
                  </a:lnTo>
                  <a:lnTo>
                    <a:pt x="2199760" y="4071529"/>
                  </a:lnTo>
                  <a:lnTo>
                    <a:pt x="2199886" y="4071529"/>
                  </a:lnTo>
                  <a:lnTo>
                    <a:pt x="2200012" y="4071529"/>
                  </a:lnTo>
                  <a:lnTo>
                    <a:pt x="2200139" y="4071529"/>
                  </a:lnTo>
                  <a:lnTo>
                    <a:pt x="2200265" y="4071529"/>
                  </a:lnTo>
                  <a:lnTo>
                    <a:pt x="2200391" y="4071529"/>
                  </a:lnTo>
                  <a:lnTo>
                    <a:pt x="2200517" y="4071529"/>
                  </a:lnTo>
                  <a:lnTo>
                    <a:pt x="2200644" y="4071529"/>
                  </a:lnTo>
                  <a:lnTo>
                    <a:pt x="2200770" y="4071529"/>
                  </a:lnTo>
                  <a:lnTo>
                    <a:pt x="2200896" y="4071529"/>
                  </a:lnTo>
                  <a:lnTo>
                    <a:pt x="2201023" y="4071529"/>
                  </a:lnTo>
                  <a:lnTo>
                    <a:pt x="2201149" y="4071529"/>
                  </a:lnTo>
                  <a:lnTo>
                    <a:pt x="2201275" y="4071529"/>
                  </a:lnTo>
                  <a:lnTo>
                    <a:pt x="2201401" y="4071529"/>
                  </a:lnTo>
                  <a:lnTo>
                    <a:pt x="2201528" y="4071529"/>
                  </a:lnTo>
                  <a:lnTo>
                    <a:pt x="2201654" y="4071529"/>
                  </a:lnTo>
                  <a:lnTo>
                    <a:pt x="2201780" y="4071529"/>
                  </a:lnTo>
                  <a:lnTo>
                    <a:pt x="2201906" y="4071529"/>
                  </a:lnTo>
                  <a:lnTo>
                    <a:pt x="2202033" y="4071529"/>
                  </a:lnTo>
                  <a:lnTo>
                    <a:pt x="2202159" y="4071529"/>
                  </a:lnTo>
                  <a:lnTo>
                    <a:pt x="2202285" y="4071529"/>
                  </a:lnTo>
                  <a:lnTo>
                    <a:pt x="2202411" y="4071529"/>
                  </a:lnTo>
                  <a:lnTo>
                    <a:pt x="2202538" y="4071529"/>
                  </a:lnTo>
                  <a:lnTo>
                    <a:pt x="2202664" y="4071529"/>
                  </a:lnTo>
                  <a:lnTo>
                    <a:pt x="2202790" y="4071529"/>
                  </a:lnTo>
                  <a:lnTo>
                    <a:pt x="2202916" y="4071529"/>
                  </a:lnTo>
                  <a:lnTo>
                    <a:pt x="2203043" y="4071529"/>
                  </a:lnTo>
                  <a:lnTo>
                    <a:pt x="2203169" y="4071529"/>
                  </a:lnTo>
                  <a:lnTo>
                    <a:pt x="2203295" y="4071529"/>
                  </a:lnTo>
                  <a:lnTo>
                    <a:pt x="2203421" y="4071529"/>
                  </a:lnTo>
                  <a:lnTo>
                    <a:pt x="2203548" y="4071529"/>
                  </a:lnTo>
                  <a:lnTo>
                    <a:pt x="2203674" y="4071529"/>
                  </a:lnTo>
                  <a:lnTo>
                    <a:pt x="2203800" y="4071529"/>
                  </a:lnTo>
                  <a:lnTo>
                    <a:pt x="2203926" y="4071529"/>
                  </a:lnTo>
                  <a:lnTo>
                    <a:pt x="2204053" y="4071529"/>
                  </a:lnTo>
                  <a:lnTo>
                    <a:pt x="2204179" y="4071529"/>
                  </a:lnTo>
                  <a:lnTo>
                    <a:pt x="2204305" y="4071529"/>
                  </a:lnTo>
                  <a:lnTo>
                    <a:pt x="2204431" y="4071529"/>
                  </a:lnTo>
                  <a:lnTo>
                    <a:pt x="2204558" y="4071529"/>
                  </a:lnTo>
                  <a:lnTo>
                    <a:pt x="2204684" y="4071529"/>
                  </a:lnTo>
                  <a:lnTo>
                    <a:pt x="2204810" y="4071529"/>
                  </a:lnTo>
                  <a:lnTo>
                    <a:pt x="2204936" y="4071529"/>
                  </a:lnTo>
                  <a:lnTo>
                    <a:pt x="2205063" y="4071529"/>
                  </a:lnTo>
                  <a:lnTo>
                    <a:pt x="2205189" y="4071529"/>
                  </a:lnTo>
                  <a:lnTo>
                    <a:pt x="2205315" y="4071529"/>
                  </a:lnTo>
                  <a:lnTo>
                    <a:pt x="2205441" y="4071529"/>
                  </a:lnTo>
                  <a:lnTo>
                    <a:pt x="2205568" y="4071529"/>
                  </a:lnTo>
                  <a:lnTo>
                    <a:pt x="2205694" y="4071529"/>
                  </a:lnTo>
                  <a:lnTo>
                    <a:pt x="2205820" y="4071529"/>
                  </a:lnTo>
                  <a:lnTo>
                    <a:pt x="2205946" y="4071529"/>
                  </a:lnTo>
                  <a:lnTo>
                    <a:pt x="2206073" y="4071529"/>
                  </a:lnTo>
                  <a:lnTo>
                    <a:pt x="2206199" y="4071529"/>
                  </a:lnTo>
                  <a:lnTo>
                    <a:pt x="2206325" y="4071529"/>
                  </a:lnTo>
                  <a:lnTo>
                    <a:pt x="2206452" y="4071529"/>
                  </a:lnTo>
                  <a:lnTo>
                    <a:pt x="2206578" y="4071529"/>
                  </a:lnTo>
                  <a:lnTo>
                    <a:pt x="2206704" y="4071529"/>
                  </a:lnTo>
                  <a:lnTo>
                    <a:pt x="2206830" y="4071529"/>
                  </a:lnTo>
                  <a:lnTo>
                    <a:pt x="2206957" y="4071529"/>
                  </a:lnTo>
                  <a:lnTo>
                    <a:pt x="2207083" y="4071529"/>
                  </a:lnTo>
                  <a:lnTo>
                    <a:pt x="2207209" y="4071529"/>
                  </a:lnTo>
                  <a:lnTo>
                    <a:pt x="2207335" y="4071529"/>
                  </a:lnTo>
                  <a:lnTo>
                    <a:pt x="2207462" y="4071529"/>
                  </a:lnTo>
                  <a:lnTo>
                    <a:pt x="2207588" y="4071529"/>
                  </a:lnTo>
                  <a:lnTo>
                    <a:pt x="2207714" y="4071529"/>
                  </a:lnTo>
                  <a:lnTo>
                    <a:pt x="2207840" y="4071529"/>
                  </a:lnTo>
                  <a:lnTo>
                    <a:pt x="2207967" y="4071529"/>
                  </a:lnTo>
                  <a:lnTo>
                    <a:pt x="2208093" y="4071529"/>
                  </a:lnTo>
                  <a:lnTo>
                    <a:pt x="2208219" y="4071529"/>
                  </a:lnTo>
                  <a:lnTo>
                    <a:pt x="2208345" y="4071529"/>
                  </a:lnTo>
                  <a:lnTo>
                    <a:pt x="2208472" y="4071529"/>
                  </a:lnTo>
                  <a:lnTo>
                    <a:pt x="2208598" y="4071529"/>
                  </a:lnTo>
                  <a:lnTo>
                    <a:pt x="2208724" y="4071529"/>
                  </a:lnTo>
                  <a:lnTo>
                    <a:pt x="2208850" y="4071529"/>
                  </a:lnTo>
                  <a:lnTo>
                    <a:pt x="2208977" y="4071529"/>
                  </a:lnTo>
                  <a:lnTo>
                    <a:pt x="2209103" y="4071529"/>
                  </a:lnTo>
                  <a:lnTo>
                    <a:pt x="2209229" y="4071529"/>
                  </a:lnTo>
                  <a:lnTo>
                    <a:pt x="2209355" y="4071529"/>
                  </a:lnTo>
                  <a:lnTo>
                    <a:pt x="2209482" y="4071529"/>
                  </a:lnTo>
                  <a:lnTo>
                    <a:pt x="2209608" y="4071529"/>
                  </a:lnTo>
                  <a:lnTo>
                    <a:pt x="2209734" y="4071529"/>
                  </a:lnTo>
                  <a:lnTo>
                    <a:pt x="2209860" y="4071529"/>
                  </a:lnTo>
                  <a:lnTo>
                    <a:pt x="2209987" y="4071529"/>
                  </a:lnTo>
                  <a:lnTo>
                    <a:pt x="2210113" y="4071529"/>
                  </a:lnTo>
                  <a:lnTo>
                    <a:pt x="2210239" y="4071529"/>
                  </a:lnTo>
                  <a:lnTo>
                    <a:pt x="2210365" y="4071529"/>
                  </a:lnTo>
                  <a:lnTo>
                    <a:pt x="2210492" y="4071529"/>
                  </a:lnTo>
                  <a:lnTo>
                    <a:pt x="2210618" y="4071529"/>
                  </a:lnTo>
                  <a:lnTo>
                    <a:pt x="2210744" y="4071529"/>
                  </a:lnTo>
                  <a:lnTo>
                    <a:pt x="2210870" y="4071529"/>
                  </a:lnTo>
                  <a:lnTo>
                    <a:pt x="2210997" y="4071529"/>
                  </a:lnTo>
                  <a:lnTo>
                    <a:pt x="2211123" y="4071529"/>
                  </a:lnTo>
                  <a:lnTo>
                    <a:pt x="2211249" y="4071529"/>
                  </a:lnTo>
                  <a:lnTo>
                    <a:pt x="2211376" y="4071529"/>
                  </a:lnTo>
                  <a:lnTo>
                    <a:pt x="2211502" y="4071529"/>
                  </a:lnTo>
                  <a:lnTo>
                    <a:pt x="2211628" y="4071529"/>
                  </a:lnTo>
                  <a:lnTo>
                    <a:pt x="2211754" y="4071529"/>
                  </a:lnTo>
                  <a:lnTo>
                    <a:pt x="2211881" y="4071529"/>
                  </a:lnTo>
                  <a:lnTo>
                    <a:pt x="2212007" y="4071529"/>
                  </a:lnTo>
                  <a:lnTo>
                    <a:pt x="2212133" y="4071529"/>
                  </a:lnTo>
                  <a:lnTo>
                    <a:pt x="2212259" y="4071529"/>
                  </a:lnTo>
                  <a:lnTo>
                    <a:pt x="2212386" y="4071529"/>
                  </a:lnTo>
                  <a:lnTo>
                    <a:pt x="2212512" y="4071529"/>
                  </a:lnTo>
                  <a:lnTo>
                    <a:pt x="2212638" y="4071529"/>
                  </a:lnTo>
                  <a:lnTo>
                    <a:pt x="2212764" y="4071529"/>
                  </a:lnTo>
                  <a:lnTo>
                    <a:pt x="2212891" y="4071529"/>
                  </a:lnTo>
                  <a:lnTo>
                    <a:pt x="2213017" y="4071529"/>
                  </a:lnTo>
                  <a:lnTo>
                    <a:pt x="2213143" y="4071529"/>
                  </a:lnTo>
                  <a:lnTo>
                    <a:pt x="2213269" y="4071529"/>
                  </a:lnTo>
                  <a:lnTo>
                    <a:pt x="2213396" y="4071529"/>
                  </a:lnTo>
                  <a:lnTo>
                    <a:pt x="2213522" y="4071529"/>
                  </a:lnTo>
                  <a:lnTo>
                    <a:pt x="2213648" y="4071529"/>
                  </a:lnTo>
                  <a:lnTo>
                    <a:pt x="2213774" y="4071529"/>
                  </a:lnTo>
                  <a:lnTo>
                    <a:pt x="2213901" y="4071529"/>
                  </a:lnTo>
                  <a:lnTo>
                    <a:pt x="2214027" y="4071529"/>
                  </a:lnTo>
                  <a:lnTo>
                    <a:pt x="2214153" y="4071529"/>
                  </a:lnTo>
                  <a:lnTo>
                    <a:pt x="2214279" y="4071529"/>
                  </a:lnTo>
                  <a:lnTo>
                    <a:pt x="2214406" y="4071529"/>
                  </a:lnTo>
                  <a:lnTo>
                    <a:pt x="2214532" y="4071529"/>
                  </a:lnTo>
                  <a:lnTo>
                    <a:pt x="2214658" y="4071529"/>
                  </a:lnTo>
                  <a:lnTo>
                    <a:pt x="2214784" y="4071529"/>
                  </a:lnTo>
                  <a:lnTo>
                    <a:pt x="2214911" y="4071529"/>
                  </a:lnTo>
                  <a:lnTo>
                    <a:pt x="2215037" y="4071529"/>
                  </a:lnTo>
                  <a:lnTo>
                    <a:pt x="2215163" y="4071529"/>
                  </a:lnTo>
                  <a:lnTo>
                    <a:pt x="2215289" y="4071529"/>
                  </a:lnTo>
                  <a:lnTo>
                    <a:pt x="2215416" y="4071529"/>
                  </a:lnTo>
                  <a:lnTo>
                    <a:pt x="2215542" y="4071529"/>
                  </a:lnTo>
                  <a:lnTo>
                    <a:pt x="2215668" y="4071529"/>
                  </a:lnTo>
                  <a:lnTo>
                    <a:pt x="2215794" y="4071529"/>
                  </a:lnTo>
                  <a:lnTo>
                    <a:pt x="2215921" y="4071529"/>
                  </a:lnTo>
                  <a:lnTo>
                    <a:pt x="2216047" y="4071529"/>
                  </a:lnTo>
                  <a:lnTo>
                    <a:pt x="2216173" y="4071529"/>
                  </a:lnTo>
                  <a:lnTo>
                    <a:pt x="2216299" y="4071529"/>
                  </a:lnTo>
                  <a:lnTo>
                    <a:pt x="2216426" y="4071529"/>
                  </a:lnTo>
                  <a:lnTo>
                    <a:pt x="2216552" y="4071529"/>
                  </a:lnTo>
                  <a:lnTo>
                    <a:pt x="2216678" y="4071529"/>
                  </a:lnTo>
                  <a:lnTo>
                    <a:pt x="2216805" y="4071529"/>
                  </a:lnTo>
                  <a:lnTo>
                    <a:pt x="2216931" y="4071529"/>
                  </a:lnTo>
                  <a:lnTo>
                    <a:pt x="2217057" y="4071529"/>
                  </a:lnTo>
                  <a:lnTo>
                    <a:pt x="2217183" y="4071529"/>
                  </a:lnTo>
                  <a:lnTo>
                    <a:pt x="2217310" y="4071529"/>
                  </a:lnTo>
                  <a:lnTo>
                    <a:pt x="2217436" y="4071529"/>
                  </a:lnTo>
                  <a:lnTo>
                    <a:pt x="2217562" y="4071529"/>
                  </a:lnTo>
                  <a:lnTo>
                    <a:pt x="2217688" y="4071529"/>
                  </a:lnTo>
                  <a:lnTo>
                    <a:pt x="2217815" y="4071529"/>
                  </a:lnTo>
                  <a:lnTo>
                    <a:pt x="2217941" y="4071529"/>
                  </a:lnTo>
                  <a:lnTo>
                    <a:pt x="2218067" y="4071529"/>
                  </a:lnTo>
                  <a:lnTo>
                    <a:pt x="2218193" y="4071529"/>
                  </a:lnTo>
                  <a:lnTo>
                    <a:pt x="2218320" y="4071529"/>
                  </a:lnTo>
                  <a:lnTo>
                    <a:pt x="2218446" y="4071529"/>
                  </a:lnTo>
                  <a:lnTo>
                    <a:pt x="2218572" y="4071529"/>
                  </a:lnTo>
                  <a:lnTo>
                    <a:pt x="2218698" y="4071529"/>
                  </a:lnTo>
                  <a:lnTo>
                    <a:pt x="2218825" y="4071529"/>
                  </a:lnTo>
                  <a:lnTo>
                    <a:pt x="2218951" y="4071529"/>
                  </a:lnTo>
                  <a:lnTo>
                    <a:pt x="2219077" y="4071529"/>
                  </a:lnTo>
                  <a:lnTo>
                    <a:pt x="2219203" y="4071529"/>
                  </a:lnTo>
                  <a:lnTo>
                    <a:pt x="2219203" y="4066618"/>
                  </a:lnTo>
                  <a:lnTo>
                    <a:pt x="2219330" y="4066618"/>
                  </a:lnTo>
                  <a:lnTo>
                    <a:pt x="2219456" y="4066618"/>
                  </a:lnTo>
                  <a:lnTo>
                    <a:pt x="2219582" y="4066618"/>
                  </a:lnTo>
                  <a:lnTo>
                    <a:pt x="2219708" y="4066618"/>
                  </a:lnTo>
                  <a:lnTo>
                    <a:pt x="2219835" y="4066618"/>
                  </a:lnTo>
                  <a:lnTo>
                    <a:pt x="2219961" y="4066618"/>
                  </a:lnTo>
                  <a:lnTo>
                    <a:pt x="2220087" y="4066618"/>
                  </a:lnTo>
                  <a:lnTo>
                    <a:pt x="2220213" y="4066618"/>
                  </a:lnTo>
                  <a:lnTo>
                    <a:pt x="2220340" y="4066618"/>
                  </a:lnTo>
                  <a:lnTo>
                    <a:pt x="2220466" y="4066618"/>
                  </a:lnTo>
                  <a:lnTo>
                    <a:pt x="2220592" y="4066618"/>
                  </a:lnTo>
                  <a:lnTo>
                    <a:pt x="2220718" y="4066618"/>
                  </a:lnTo>
                  <a:lnTo>
                    <a:pt x="2220845" y="4066618"/>
                  </a:lnTo>
                  <a:lnTo>
                    <a:pt x="2220971" y="4066618"/>
                  </a:lnTo>
                  <a:lnTo>
                    <a:pt x="2221097" y="4066618"/>
                  </a:lnTo>
                  <a:lnTo>
                    <a:pt x="2221223" y="4066618"/>
                  </a:lnTo>
                  <a:lnTo>
                    <a:pt x="2221350" y="4066618"/>
                  </a:lnTo>
                  <a:lnTo>
                    <a:pt x="2221476" y="4066618"/>
                  </a:lnTo>
                  <a:lnTo>
                    <a:pt x="2221602" y="4066618"/>
                  </a:lnTo>
                  <a:lnTo>
                    <a:pt x="2221602" y="4061707"/>
                  </a:lnTo>
                  <a:lnTo>
                    <a:pt x="2221729" y="4061707"/>
                  </a:lnTo>
                  <a:lnTo>
                    <a:pt x="2221729" y="4056795"/>
                  </a:lnTo>
                  <a:lnTo>
                    <a:pt x="2221855" y="4056795"/>
                  </a:lnTo>
                  <a:lnTo>
                    <a:pt x="2221981" y="4056795"/>
                  </a:lnTo>
                  <a:lnTo>
                    <a:pt x="2222107" y="4056795"/>
                  </a:lnTo>
                  <a:lnTo>
                    <a:pt x="2222234" y="4056795"/>
                  </a:lnTo>
                  <a:lnTo>
                    <a:pt x="2222360" y="4056795"/>
                  </a:lnTo>
                  <a:lnTo>
                    <a:pt x="2222486" y="4056795"/>
                  </a:lnTo>
                  <a:lnTo>
                    <a:pt x="2222612" y="4056795"/>
                  </a:lnTo>
                  <a:lnTo>
                    <a:pt x="2222739" y="4056795"/>
                  </a:lnTo>
                  <a:lnTo>
                    <a:pt x="2222865" y="4056795"/>
                  </a:lnTo>
                  <a:lnTo>
                    <a:pt x="2222991" y="4056795"/>
                  </a:lnTo>
                  <a:lnTo>
                    <a:pt x="2223117" y="4056795"/>
                  </a:lnTo>
                  <a:lnTo>
                    <a:pt x="2223244" y="4056795"/>
                  </a:lnTo>
                  <a:lnTo>
                    <a:pt x="2223370" y="4056795"/>
                  </a:lnTo>
                  <a:lnTo>
                    <a:pt x="2223496" y="4056795"/>
                  </a:lnTo>
                  <a:lnTo>
                    <a:pt x="2223622" y="4056795"/>
                  </a:lnTo>
                  <a:lnTo>
                    <a:pt x="2223749" y="4056795"/>
                  </a:lnTo>
                  <a:lnTo>
                    <a:pt x="2223875" y="4056795"/>
                  </a:lnTo>
                  <a:lnTo>
                    <a:pt x="2224001" y="4056795"/>
                  </a:lnTo>
                  <a:lnTo>
                    <a:pt x="2224127" y="4056795"/>
                  </a:lnTo>
                  <a:lnTo>
                    <a:pt x="2224254" y="4056795"/>
                  </a:lnTo>
                  <a:lnTo>
                    <a:pt x="2224380" y="4056795"/>
                  </a:lnTo>
                  <a:lnTo>
                    <a:pt x="2224506" y="4056795"/>
                  </a:lnTo>
                  <a:lnTo>
                    <a:pt x="2224632" y="4056795"/>
                  </a:lnTo>
                  <a:lnTo>
                    <a:pt x="2224759" y="4056795"/>
                  </a:lnTo>
                  <a:lnTo>
                    <a:pt x="2224885" y="4056795"/>
                  </a:lnTo>
                  <a:lnTo>
                    <a:pt x="2225011" y="4056795"/>
                  </a:lnTo>
                  <a:lnTo>
                    <a:pt x="2225137" y="4056795"/>
                  </a:lnTo>
                  <a:lnTo>
                    <a:pt x="2225264" y="4056795"/>
                  </a:lnTo>
                  <a:lnTo>
                    <a:pt x="2225390" y="4056795"/>
                  </a:lnTo>
                  <a:lnTo>
                    <a:pt x="2225516" y="4056795"/>
                  </a:lnTo>
                  <a:lnTo>
                    <a:pt x="2225642" y="4056795"/>
                  </a:lnTo>
                  <a:lnTo>
                    <a:pt x="2225769" y="4056795"/>
                  </a:lnTo>
                  <a:lnTo>
                    <a:pt x="2225895" y="4056795"/>
                  </a:lnTo>
                  <a:lnTo>
                    <a:pt x="2226021" y="4056795"/>
                  </a:lnTo>
                  <a:lnTo>
                    <a:pt x="2226147" y="4056795"/>
                  </a:lnTo>
                  <a:lnTo>
                    <a:pt x="2226274" y="4056795"/>
                  </a:lnTo>
                  <a:lnTo>
                    <a:pt x="2226400" y="4056795"/>
                  </a:lnTo>
                  <a:lnTo>
                    <a:pt x="2226526" y="4056795"/>
                  </a:lnTo>
                  <a:lnTo>
                    <a:pt x="2226652" y="4056795"/>
                  </a:lnTo>
                  <a:lnTo>
                    <a:pt x="2226779" y="4056795"/>
                  </a:lnTo>
                  <a:lnTo>
                    <a:pt x="2226905" y="4056795"/>
                  </a:lnTo>
                  <a:lnTo>
                    <a:pt x="2227031" y="4056795"/>
                  </a:lnTo>
                  <a:lnTo>
                    <a:pt x="2227158" y="4056795"/>
                  </a:lnTo>
                  <a:lnTo>
                    <a:pt x="2227284" y="4056795"/>
                  </a:lnTo>
                  <a:lnTo>
                    <a:pt x="2227410" y="4056795"/>
                  </a:lnTo>
                  <a:lnTo>
                    <a:pt x="2227536" y="4056795"/>
                  </a:lnTo>
                  <a:lnTo>
                    <a:pt x="2227663" y="4056795"/>
                  </a:lnTo>
                  <a:lnTo>
                    <a:pt x="2227789" y="4056795"/>
                  </a:lnTo>
                  <a:lnTo>
                    <a:pt x="2227915" y="4056795"/>
                  </a:lnTo>
                  <a:lnTo>
                    <a:pt x="2228041" y="4056795"/>
                  </a:lnTo>
                  <a:lnTo>
                    <a:pt x="2228168" y="4056795"/>
                  </a:lnTo>
                  <a:lnTo>
                    <a:pt x="2228168" y="4051884"/>
                  </a:lnTo>
                  <a:lnTo>
                    <a:pt x="2228294" y="4051884"/>
                  </a:lnTo>
                  <a:lnTo>
                    <a:pt x="2228420" y="4051884"/>
                  </a:lnTo>
                  <a:lnTo>
                    <a:pt x="2228546" y="4051884"/>
                  </a:lnTo>
                  <a:lnTo>
                    <a:pt x="2228673" y="4051884"/>
                  </a:lnTo>
                  <a:lnTo>
                    <a:pt x="2228799" y="4051884"/>
                  </a:lnTo>
                  <a:lnTo>
                    <a:pt x="2228925" y="4051884"/>
                  </a:lnTo>
                  <a:lnTo>
                    <a:pt x="2229051" y="4051884"/>
                  </a:lnTo>
                  <a:lnTo>
                    <a:pt x="2229178" y="4051884"/>
                  </a:lnTo>
                  <a:lnTo>
                    <a:pt x="2229304" y="4051884"/>
                  </a:lnTo>
                  <a:lnTo>
                    <a:pt x="2229430" y="4051884"/>
                  </a:lnTo>
                  <a:lnTo>
                    <a:pt x="2229556" y="4051884"/>
                  </a:lnTo>
                  <a:lnTo>
                    <a:pt x="2229683" y="4051884"/>
                  </a:lnTo>
                  <a:lnTo>
                    <a:pt x="2229809" y="4051884"/>
                  </a:lnTo>
                  <a:lnTo>
                    <a:pt x="2229935" y="4051884"/>
                  </a:lnTo>
                  <a:lnTo>
                    <a:pt x="2230061" y="4051884"/>
                  </a:lnTo>
                  <a:lnTo>
                    <a:pt x="2230061" y="4046972"/>
                  </a:lnTo>
                  <a:lnTo>
                    <a:pt x="2230188" y="4046972"/>
                  </a:lnTo>
                  <a:lnTo>
                    <a:pt x="2230314" y="4046972"/>
                  </a:lnTo>
                  <a:lnTo>
                    <a:pt x="2230440" y="4046972"/>
                  </a:lnTo>
                  <a:lnTo>
                    <a:pt x="2230566" y="4046972"/>
                  </a:lnTo>
                  <a:lnTo>
                    <a:pt x="2230693" y="4046972"/>
                  </a:lnTo>
                  <a:lnTo>
                    <a:pt x="2230819" y="4046972"/>
                  </a:lnTo>
                  <a:lnTo>
                    <a:pt x="2230945" y="4046972"/>
                  </a:lnTo>
                  <a:lnTo>
                    <a:pt x="2231071" y="4046972"/>
                  </a:lnTo>
                  <a:lnTo>
                    <a:pt x="2231198" y="4046972"/>
                  </a:lnTo>
                  <a:lnTo>
                    <a:pt x="2231324" y="4046972"/>
                  </a:lnTo>
                  <a:lnTo>
                    <a:pt x="2231450" y="4046972"/>
                  </a:lnTo>
                  <a:lnTo>
                    <a:pt x="2231576" y="4046972"/>
                  </a:lnTo>
                  <a:lnTo>
                    <a:pt x="2231703" y="4046972"/>
                  </a:lnTo>
                  <a:lnTo>
                    <a:pt x="2231829" y="4046972"/>
                  </a:lnTo>
                  <a:lnTo>
                    <a:pt x="2231955" y="4046972"/>
                  </a:lnTo>
                  <a:lnTo>
                    <a:pt x="2231955" y="4042061"/>
                  </a:lnTo>
                  <a:lnTo>
                    <a:pt x="2232082" y="4042061"/>
                  </a:lnTo>
                  <a:lnTo>
                    <a:pt x="2232208" y="4042061"/>
                  </a:lnTo>
                  <a:lnTo>
                    <a:pt x="2232334" y="4042061"/>
                  </a:lnTo>
                  <a:lnTo>
                    <a:pt x="2232460" y="4042061"/>
                  </a:lnTo>
                  <a:lnTo>
                    <a:pt x="2232587" y="4042061"/>
                  </a:lnTo>
                  <a:lnTo>
                    <a:pt x="2232713" y="4042061"/>
                  </a:lnTo>
                  <a:lnTo>
                    <a:pt x="2232839" y="4042061"/>
                  </a:lnTo>
                  <a:lnTo>
                    <a:pt x="2232965" y="4042061"/>
                  </a:lnTo>
                  <a:lnTo>
                    <a:pt x="2233092" y="4042061"/>
                  </a:lnTo>
                  <a:lnTo>
                    <a:pt x="2233218" y="4042061"/>
                  </a:lnTo>
                  <a:lnTo>
                    <a:pt x="2233344" y="4042061"/>
                  </a:lnTo>
                  <a:lnTo>
                    <a:pt x="2233470" y="4042061"/>
                  </a:lnTo>
                  <a:lnTo>
                    <a:pt x="2233597" y="4042061"/>
                  </a:lnTo>
                  <a:lnTo>
                    <a:pt x="2233723" y="4042061"/>
                  </a:lnTo>
                  <a:lnTo>
                    <a:pt x="2233849" y="4042061"/>
                  </a:lnTo>
                  <a:lnTo>
                    <a:pt x="2233975" y="4042061"/>
                  </a:lnTo>
                  <a:lnTo>
                    <a:pt x="2234102" y="4042061"/>
                  </a:lnTo>
                  <a:lnTo>
                    <a:pt x="2234228" y="4042061"/>
                  </a:lnTo>
                  <a:lnTo>
                    <a:pt x="2234354" y="4042061"/>
                  </a:lnTo>
                  <a:lnTo>
                    <a:pt x="2234480" y="4042061"/>
                  </a:lnTo>
                  <a:lnTo>
                    <a:pt x="2234607" y="4042061"/>
                  </a:lnTo>
                  <a:lnTo>
                    <a:pt x="2234733" y="4042061"/>
                  </a:lnTo>
                  <a:lnTo>
                    <a:pt x="2234859" y="4042061"/>
                  </a:lnTo>
                  <a:lnTo>
                    <a:pt x="2234985" y="4042061"/>
                  </a:lnTo>
                  <a:lnTo>
                    <a:pt x="2235112" y="4042061"/>
                  </a:lnTo>
                  <a:lnTo>
                    <a:pt x="2235238" y="4042061"/>
                  </a:lnTo>
                  <a:lnTo>
                    <a:pt x="2235364" y="4042061"/>
                  </a:lnTo>
                  <a:lnTo>
                    <a:pt x="2235490" y="4042061"/>
                  </a:lnTo>
                  <a:lnTo>
                    <a:pt x="2235617" y="4042061"/>
                  </a:lnTo>
                  <a:lnTo>
                    <a:pt x="2235743" y="4042061"/>
                  </a:lnTo>
                  <a:lnTo>
                    <a:pt x="2235869" y="4042061"/>
                  </a:lnTo>
                  <a:lnTo>
                    <a:pt x="2235995" y="4042061"/>
                  </a:lnTo>
                  <a:lnTo>
                    <a:pt x="2236122" y="4042061"/>
                  </a:lnTo>
                  <a:lnTo>
                    <a:pt x="2236248" y="4042061"/>
                  </a:lnTo>
                  <a:lnTo>
                    <a:pt x="2236374" y="4042061"/>
                  </a:lnTo>
                  <a:lnTo>
                    <a:pt x="2236500" y="4042061"/>
                  </a:lnTo>
                  <a:lnTo>
                    <a:pt x="2236627" y="4042061"/>
                  </a:lnTo>
                  <a:lnTo>
                    <a:pt x="2236753" y="4042061"/>
                  </a:lnTo>
                  <a:lnTo>
                    <a:pt x="2236879" y="4042061"/>
                  </a:lnTo>
                  <a:lnTo>
                    <a:pt x="2237005" y="4042061"/>
                  </a:lnTo>
                  <a:lnTo>
                    <a:pt x="2237132" y="4042061"/>
                  </a:lnTo>
                  <a:lnTo>
                    <a:pt x="2237258" y="4042061"/>
                  </a:lnTo>
                  <a:lnTo>
                    <a:pt x="2237384" y="4042061"/>
                  </a:lnTo>
                  <a:lnTo>
                    <a:pt x="2237511" y="4042061"/>
                  </a:lnTo>
                  <a:lnTo>
                    <a:pt x="2237637" y="4042061"/>
                  </a:lnTo>
                  <a:lnTo>
                    <a:pt x="2237763" y="4042061"/>
                  </a:lnTo>
                  <a:lnTo>
                    <a:pt x="2237889" y="4042061"/>
                  </a:lnTo>
                  <a:lnTo>
                    <a:pt x="2238016" y="4042061"/>
                  </a:lnTo>
                  <a:lnTo>
                    <a:pt x="2238142" y="4042061"/>
                  </a:lnTo>
                  <a:lnTo>
                    <a:pt x="2238268" y="4042061"/>
                  </a:lnTo>
                  <a:lnTo>
                    <a:pt x="2238394" y="4042061"/>
                  </a:lnTo>
                  <a:lnTo>
                    <a:pt x="2238521" y="4042061"/>
                  </a:lnTo>
                  <a:lnTo>
                    <a:pt x="2238647" y="4042061"/>
                  </a:lnTo>
                  <a:lnTo>
                    <a:pt x="2238773" y="4042061"/>
                  </a:lnTo>
                  <a:lnTo>
                    <a:pt x="2238899" y="4042061"/>
                  </a:lnTo>
                  <a:lnTo>
                    <a:pt x="2239026" y="4042061"/>
                  </a:lnTo>
                  <a:lnTo>
                    <a:pt x="2239152" y="4042061"/>
                  </a:lnTo>
                  <a:lnTo>
                    <a:pt x="2239278" y="4042061"/>
                  </a:lnTo>
                  <a:lnTo>
                    <a:pt x="2239404" y="4042061"/>
                  </a:lnTo>
                  <a:lnTo>
                    <a:pt x="2239531" y="4042061"/>
                  </a:lnTo>
                  <a:lnTo>
                    <a:pt x="2239657" y="4042061"/>
                  </a:lnTo>
                  <a:lnTo>
                    <a:pt x="2239783" y="4042061"/>
                  </a:lnTo>
                  <a:lnTo>
                    <a:pt x="2239909" y="4042061"/>
                  </a:lnTo>
                  <a:lnTo>
                    <a:pt x="2240036" y="4042061"/>
                  </a:lnTo>
                  <a:lnTo>
                    <a:pt x="2240162" y="4042061"/>
                  </a:lnTo>
                  <a:lnTo>
                    <a:pt x="2240288" y="4042061"/>
                  </a:lnTo>
                  <a:lnTo>
                    <a:pt x="2240414" y="4042061"/>
                  </a:lnTo>
                  <a:lnTo>
                    <a:pt x="2240541" y="4042061"/>
                  </a:lnTo>
                  <a:lnTo>
                    <a:pt x="2240667" y="4042061"/>
                  </a:lnTo>
                  <a:lnTo>
                    <a:pt x="2240793" y="4042061"/>
                  </a:lnTo>
                  <a:lnTo>
                    <a:pt x="2240919" y="4042061"/>
                  </a:lnTo>
                  <a:lnTo>
                    <a:pt x="2241046" y="4042061"/>
                  </a:lnTo>
                  <a:lnTo>
                    <a:pt x="2241172" y="4042061"/>
                  </a:lnTo>
                  <a:lnTo>
                    <a:pt x="2241298" y="4042061"/>
                  </a:lnTo>
                  <a:lnTo>
                    <a:pt x="2241424" y="4042061"/>
                  </a:lnTo>
                  <a:lnTo>
                    <a:pt x="2241551" y="4042061"/>
                  </a:lnTo>
                  <a:lnTo>
                    <a:pt x="2241677" y="4042061"/>
                  </a:lnTo>
                  <a:lnTo>
                    <a:pt x="2241803" y="4042061"/>
                  </a:lnTo>
                  <a:lnTo>
                    <a:pt x="2241929" y="4042061"/>
                  </a:lnTo>
                  <a:lnTo>
                    <a:pt x="2242056" y="4042061"/>
                  </a:lnTo>
                  <a:lnTo>
                    <a:pt x="2242182" y="4042061"/>
                  </a:lnTo>
                  <a:lnTo>
                    <a:pt x="2242308" y="4042061"/>
                  </a:lnTo>
                  <a:lnTo>
                    <a:pt x="2242435" y="4042061"/>
                  </a:lnTo>
                  <a:lnTo>
                    <a:pt x="2242561" y="4042061"/>
                  </a:lnTo>
                  <a:lnTo>
                    <a:pt x="2242687" y="4042061"/>
                  </a:lnTo>
                  <a:lnTo>
                    <a:pt x="2242813" y="4042061"/>
                  </a:lnTo>
                  <a:lnTo>
                    <a:pt x="2242940" y="4042061"/>
                  </a:lnTo>
                  <a:lnTo>
                    <a:pt x="2243066" y="4042061"/>
                  </a:lnTo>
                  <a:lnTo>
                    <a:pt x="2243192" y="4042061"/>
                  </a:lnTo>
                  <a:lnTo>
                    <a:pt x="2243318" y="4042061"/>
                  </a:lnTo>
                  <a:lnTo>
                    <a:pt x="2243445" y="4042061"/>
                  </a:lnTo>
                  <a:lnTo>
                    <a:pt x="2243571" y="4042061"/>
                  </a:lnTo>
                  <a:lnTo>
                    <a:pt x="2243697" y="4042061"/>
                  </a:lnTo>
                  <a:lnTo>
                    <a:pt x="2243823" y="4042061"/>
                  </a:lnTo>
                  <a:lnTo>
                    <a:pt x="2243950" y="4042061"/>
                  </a:lnTo>
                  <a:lnTo>
                    <a:pt x="2244076" y="4042061"/>
                  </a:lnTo>
                  <a:lnTo>
                    <a:pt x="2244202" y="4042061"/>
                  </a:lnTo>
                  <a:lnTo>
                    <a:pt x="2244328" y="4042061"/>
                  </a:lnTo>
                  <a:lnTo>
                    <a:pt x="2244455" y="4042061"/>
                  </a:lnTo>
                  <a:lnTo>
                    <a:pt x="2244581" y="4042061"/>
                  </a:lnTo>
                  <a:lnTo>
                    <a:pt x="2244707" y="4042061"/>
                  </a:lnTo>
                  <a:lnTo>
                    <a:pt x="2244833" y="4042061"/>
                  </a:lnTo>
                  <a:lnTo>
                    <a:pt x="2244960" y="4042061"/>
                  </a:lnTo>
                  <a:lnTo>
                    <a:pt x="2245086" y="4042061"/>
                  </a:lnTo>
                  <a:lnTo>
                    <a:pt x="2245212" y="4042061"/>
                  </a:lnTo>
                  <a:lnTo>
                    <a:pt x="2245338" y="4042061"/>
                  </a:lnTo>
                  <a:lnTo>
                    <a:pt x="2245465" y="4042061"/>
                  </a:lnTo>
                  <a:lnTo>
                    <a:pt x="2245591" y="4042061"/>
                  </a:lnTo>
                  <a:lnTo>
                    <a:pt x="2245717" y="4042061"/>
                  </a:lnTo>
                  <a:lnTo>
                    <a:pt x="2245843" y="4042061"/>
                  </a:lnTo>
                  <a:lnTo>
                    <a:pt x="2245970" y="4042061"/>
                  </a:lnTo>
                  <a:lnTo>
                    <a:pt x="2246096" y="4042061"/>
                  </a:lnTo>
                  <a:lnTo>
                    <a:pt x="2246222" y="4042061"/>
                  </a:lnTo>
                  <a:lnTo>
                    <a:pt x="2246348" y="4042061"/>
                  </a:lnTo>
                  <a:lnTo>
                    <a:pt x="2246475" y="4042061"/>
                  </a:lnTo>
                  <a:lnTo>
                    <a:pt x="2246601" y="4042061"/>
                  </a:lnTo>
                  <a:lnTo>
                    <a:pt x="2246727" y="4042061"/>
                  </a:lnTo>
                  <a:lnTo>
                    <a:pt x="2246853" y="4042061"/>
                  </a:lnTo>
                  <a:lnTo>
                    <a:pt x="2246980" y="4042061"/>
                  </a:lnTo>
                  <a:lnTo>
                    <a:pt x="2247106" y="4042061"/>
                  </a:lnTo>
                  <a:lnTo>
                    <a:pt x="2247232" y="4042061"/>
                  </a:lnTo>
                  <a:lnTo>
                    <a:pt x="2247358" y="4042061"/>
                  </a:lnTo>
                  <a:lnTo>
                    <a:pt x="2247485" y="4042061"/>
                  </a:lnTo>
                  <a:lnTo>
                    <a:pt x="2247611" y="4042061"/>
                  </a:lnTo>
                  <a:lnTo>
                    <a:pt x="2247737" y="4042061"/>
                  </a:lnTo>
                  <a:lnTo>
                    <a:pt x="2247864" y="4042061"/>
                  </a:lnTo>
                  <a:lnTo>
                    <a:pt x="2247990" y="4042061"/>
                  </a:lnTo>
                  <a:lnTo>
                    <a:pt x="2247990" y="4037150"/>
                  </a:lnTo>
                  <a:lnTo>
                    <a:pt x="2248116" y="4037150"/>
                  </a:lnTo>
                  <a:lnTo>
                    <a:pt x="2248242" y="4037150"/>
                  </a:lnTo>
                  <a:lnTo>
                    <a:pt x="2248369" y="4037150"/>
                  </a:lnTo>
                  <a:lnTo>
                    <a:pt x="2248495" y="4037150"/>
                  </a:lnTo>
                  <a:lnTo>
                    <a:pt x="2248621" y="4037150"/>
                  </a:lnTo>
                  <a:lnTo>
                    <a:pt x="2248747" y="4037150"/>
                  </a:lnTo>
                  <a:lnTo>
                    <a:pt x="2248874" y="4037150"/>
                  </a:lnTo>
                  <a:lnTo>
                    <a:pt x="2249000" y="4037150"/>
                  </a:lnTo>
                  <a:lnTo>
                    <a:pt x="2249126" y="4037150"/>
                  </a:lnTo>
                  <a:lnTo>
                    <a:pt x="2249252" y="4037150"/>
                  </a:lnTo>
                  <a:lnTo>
                    <a:pt x="2249379" y="4037150"/>
                  </a:lnTo>
                  <a:lnTo>
                    <a:pt x="2249505" y="4037150"/>
                  </a:lnTo>
                  <a:lnTo>
                    <a:pt x="2249631" y="4037150"/>
                  </a:lnTo>
                  <a:lnTo>
                    <a:pt x="2249757" y="4037150"/>
                  </a:lnTo>
                  <a:lnTo>
                    <a:pt x="2249884" y="4037150"/>
                  </a:lnTo>
                  <a:lnTo>
                    <a:pt x="2250010" y="4037150"/>
                  </a:lnTo>
                  <a:lnTo>
                    <a:pt x="2250136" y="4037150"/>
                  </a:lnTo>
                  <a:lnTo>
                    <a:pt x="2250262" y="4037150"/>
                  </a:lnTo>
                  <a:lnTo>
                    <a:pt x="2250389" y="4037150"/>
                  </a:lnTo>
                  <a:lnTo>
                    <a:pt x="2250515" y="4037150"/>
                  </a:lnTo>
                  <a:lnTo>
                    <a:pt x="2250641" y="4037150"/>
                  </a:lnTo>
                  <a:lnTo>
                    <a:pt x="2250767" y="4037150"/>
                  </a:lnTo>
                  <a:lnTo>
                    <a:pt x="2250894" y="4037150"/>
                  </a:lnTo>
                  <a:lnTo>
                    <a:pt x="2251020" y="4037150"/>
                  </a:lnTo>
                  <a:lnTo>
                    <a:pt x="2251146" y="4037150"/>
                  </a:lnTo>
                  <a:lnTo>
                    <a:pt x="2251272" y="4037150"/>
                  </a:lnTo>
                  <a:lnTo>
                    <a:pt x="2251399" y="4037150"/>
                  </a:lnTo>
                  <a:lnTo>
                    <a:pt x="2251525" y="4037150"/>
                  </a:lnTo>
                  <a:lnTo>
                    <a:pt x="2251651" y="4037150"/>
                  </a:lnTo>
                  <a:lnTo>
                    <a:pt x="2251777" y="4037150"/>
                  </a:lnTo>
                  <a:lnTo>
                    <a:pt x="2251904" y="4037150"/>
                  </a:lnTo>
                  <a:lnTo>
                    <a:pt x="2252030" y="4037150"/>
                  </a:lnTo>
                  <a:lnTo>
                    <a:pt x="2252156" y="4037150"/>
                  </a:lnTo>
                  <a:lnTo>
                    <a:pt x="2252282" y="4037150"/>
                  </a:lnTo>
                  <a:lnTo>
                    <a:pt x="2252409" y="4037150"/>
                  </a:lnTo>
                  <a:lnTo>
                    <a:pt x="2252535" y="4037150"/>
                  </a:lnTo>
                  <a:lnTo>
                    <a:pt x="2252661" y="4037150"/>
                  </a:lnTo>
                  <a:lnTo>
                    <a:pt x="2252788" y="4037150"/>
                  </a:lnTo>
                  <a:lnTo>
                    <a:pt x="2252914" y="4037150"/>
                  </a:lnTo>
                  <a:lnTo>
                    <a:pt x="2253040" y="4037150"/>
                  </a:lnTo>
                  <a:lnTo>
                    <a:pt x="2253166" y="4037150"/>
                  </a:lnTo>
                  <a:lnTo>
                    <a:pt x="2253293" y="4037150"/>
                  </a:lnTo>
                  <a:lnTo>
                    <a:pt x="2253419" y="4037150"/>
                  </a:lnTo>
                  <a:lnTo>
                    <a:pt x="2253545" y="4037150"/>
                  </a:lnTo>
                  <a:lnTo>
                    <a:pt x="2253671" y="4037150"/>
                  </a:lnTo>
                  <a:lnTo>
                    <a:pt x="2253798" y="4037150"/>
                  </a:lnTo>
                  <a:lnTo>
                    <a:pt x="2253924" y="4037150"/>
                  </a:lnTo>
                  <a:lnTo>
                    <a:pt x="2254050" y="4037150"/>
                  </a:lnTo>
                  <a:lnTo>
                    <a:pt x="2254176" y="4037150"/>
                  </a:lnTo>
                  <a:lnTo>
                    <a:pt x="2254303" y="4037150"/>
                  </a:lnTo>
                  <a:lnTo>
                    <a:pt x="2254429" y="4037150"/>
                  </a:lnTo>
                  <a:lnTo>
                    <a:pt x="2254555" y="4037150"/>
                  </a:lnTo>
                  <a:lnTo>
                    <a:pt x="2254681" y="4037150"/>
                  </a:lnTo>
                  <a:lnTo>
                    <a:pt x="2254808" y="4037150"/>
                  </a:lnTo>
                  <a:lnTo>
                    <a:pt x="2254934" y="4037150"/>
                  </a:lnTo>
                  <a:lnTo>
                    <a:pt x="2255060" y="4037150"/>
                  </a:lnTo>
                  <a:lnTo>
                    <a:pt x="2255186" y="4037150"/>
                  </a:lnTo>
                  <a:lnTo>
                    <a:pt x="2255313" y="4037150"/>
                  </a:lnTo>
                  <a:lnTo>
                    <a:pt x="2255439" y="4037150"/>
                  </a:lnTo>
                  <a:lnTo>
                    <a:pt x="2255565" y="4037150"/>
                  </a:lnTo>
                  <a:lnTo>
                    <a:pt x="2255691" y="4037150"/>
                  </a:lnTo>
                  <a:lnTo>
                    <a:pt x="2255818" y="4037150"/>
                  </a:lnTo>
                  <a:lnTo>
                    <a:pt x="2255944" y="4037150"/>
                  </a:lnTo>
                  <a:lnTo>
                    <a:pt x="2256070" y="4037150"/>
                  </a:lnTo>
                  <a:lnTo>
                    <a:pt x="2256196" y="4037150"/>
                  </a:lnTo>
                  <a:lnTo>
                    <a:pt x="2256323" y="4037150"/>
                  </a:lnTo>
                  <a:lnTo>
                    <a:pt x="2256449" y="4037150"/>
                  </a:lnTo>
                  <a:lnTo>
                    <a:pt x="2256575" y="4037150"/>
                  </a:lnTo>
                  <a:lnTo>
                    <a:pt x="2256701" y="4037150"/>
                  </a:lnTo>
                  <a:lnTo>
                    <a:pt x="2256828" y="4037150"/>
                  </a:lnTo>
                  <a:lnTo>
                    <a:pt x="2256954" y="4037150"/>
                  </a:lnTo>
                  <a:lnTo>
                    <a:pt x="2257080" y="4037150"/>
                  </a:lnTo>
                  <a:lnTo>
                    <a:pt x="2257206" y="4037150"/>
                  </a:lnTo>
                  <a:lnTo>
                    <a:pt x="2257333" y="4037150"/>
                  </a:lnTo>
                  <a:lnTo>
                    <a:pt x="2257459" y="4037150"/>
                  </a:lnTo>
                  <a:lnTo>
                    <a:pt x="2257585" y="4037150"/>
                  </a:lnTo>
                  <a:lnTo>
                    <a:pt x="2257712" y="4037150"/>
                  </a:lnTo>
                  <a:lnTo>
                    <a:pt x="2257838" y="4037150"/>
                  </a:lnTo>
                  <a:lnTo>
                    <a:pt x="2257964" y="4037150"/>
                  </a:lnTo>
                  <a:lnTo>
                    <a:pt x="2258090" y="4037150"/>
                  </a:lnTo>
                  <a:lnTo>
                    <a:pt x="2258217" y="4037150"/>
                  </a:lnTo>
                  <a:lnTo>
                    <a:pt x="2258343" y="4037150"/>
                  </a:lnTo>
                  <a:lnTo>
                    <a:pt x="2258469" y="4037150"/>
                  </a:lnTo>
                  <a:lnTo>
                    <a:pt x="2258595" y="4037150"/>
                  </a:lnTo>
                  <a:lnTo>
                    <a:pt x="2258722" y="4037150"/>
                  </a:lnTo>
                  <a:lnTo>
                    <a:pt x="2258848" y="4037150"/>
                  </a:lnTo>
                  <a:lnTo>
                    <a:pt x="2258974" y="4037150"/>
                  </a:lnTo>
                  <a:lnTo>
                    <a:pt x="2259100" y="4037150"/>
                  </a:lnTo>
                  <a:lnTo>
                    <a:pt x="2259227" y="4037150"/>
                  </a:lnTo>
                  <a:lnTo>
                    <a:pt x="2259353" y="4037150"/>
                  </a:lnTo>
                  <a:lnTo>
                    <a:pt x="2259479" y="4037150"/>
                  </a:lnTo>
                  <a:lnTo>
                    <a:pt x="2259605" y="4037150"/>
                  </a:lnTo>
                  <a:lnTo>
                    <a:pt x="2259605" y="4032238"/>
                  </a:lnTo>
                  <a:lnTo>
                    <a:pt x="2259732" y="4032238"/>
                  </a:lnTo>
                  <a:lnTo>
                    <a:pt x="2259858" y="4032238"/>
                  </a:lnTo>
                  <a:lnTo>
                    <a:pt x="2259984" y="4032238"/>
                  </a:lnTo>
                  <a:lnTo>
                    <a:pt x="2260110" y="4032238"/>
                  </a:lnTo>
                  <a:lnTo>
                    <a:pt x="2260237" y="4032238"/>
                  </a:lnTo>
                  <a:lnTo>
                    <a:pt x="2260363" y="4032238"/>
                  </a:lnTo>
                  <a:lnTo>
                    <a:pt x="2260489" y="4032238"/>
                  </a:lnTo>
                  <a:lnTo>
                    <a:pt x="2260615" y="4032238"/>
                  </a:lnTo>
                  <a:lnTo>
                    <a:pt x="2260742" y="4032238"/>
                  </a:lnTo>
                  <a:lnTo>
                    <a:pt x="2260868" y="4032238"/>
                  </a:lnTo>
                  <a:lnTo>
                    <a:pt x="2260994" y="4032238"/>
                  </a:lnTo>
                  <a:lnTo>
                    <a:pt x="2261120" y="4032238"/>
                  </a:lnTo>
                  <a:lnTo>
                    <a:pt x="2261247" y="4032238"/>
                  </a:lnTo>
                  <a:lnTo>
                    <a:pt x="2261373" y="4032238"/>
                  </a:lnTo>
                  <a:lnTo>
                    <a:pt x="2261499" y="4032238"/>
                  </a:lnTo>
                  <a:lnTo>
                    <a:pt x="2261625" y="4032238"/>
                  </a:lnTo>
                  <a:lnTo>
                    <a:pt x="2261752" y="4032238"/>
                  </a:lnTo>
                  <a:lnTo>
                    <a:pt x="2261878" y="4032238"/>
                  </a:lnTo>
                  <a:lnTo>
                    <a:pt x="2262004" y="4032238"/>
                  </a:lnTo>
                  <a:lnTo>
                    <a:pt x="2262130" y="4032238"/>
                  </a:lnTo>
                  <a:lnTo>
                    <a:pt x="2262257" y="4032238"/>
                  </a:lnTo>
                  <a:lnTo>
                    <a:pt x="2262383" y="4032238"/>
                  </a:lnTo>
                  <a:lnTo>
                    <a:pt x="2262509" y="4032238"/>
                  </a:lnTo>
                  <a:lnTo>
                    <a:pt x="2262635" y="4032238"/>
                  </a:lnTo>
                  <a:lnTo>
                    <a:pt x="2262762" y="4032238"/>
                  </a:lnTo>
                  <a:lnTo>
                    <a:pt x="2262888" y="4032238"/>
                  </a:lnTo>
                  <a:lnTo>
                    <a:pt x="2262888" y="4027327"/>
                  </a:lnTo>
                  <a:lnTo>
                    <a:pt x="2263014" y="4027327"/>
                  </a:lnTo>
                  <a:lnTo>
                    <a:pt x="2263141" y="4027327"/>
                  </a:lnTo>
                  <a:lnTo>
                    <a:pt x="2263267" y="4027327"/>
                  </a:lnTo>
                  <a:lnTo>
                    <a:pt x="2263393" y="4027327"/>
                  </a:lnTo>
                  <a:lnTo>
                    <a:pt x="2263519" y="4027327"/>
                  </a:lnTo>
                  <a:lnTo>
                    <a:pt x="2263646" y="4027327"/>
                  </a:lnTo>
                  <a:lnTo>
                    <a:pt x="2263772" y="4027327"/>
                  </a:lnTo>
                  <a:lnTo>
                    <a:pt x="2263898" y="4027327"/>
                  </a:lnTo>
                  <a:lnTo>
                    <a:pt x="2264024" y="4027327"/>
                  </a:lnTo>
                  <a:lnTo>
                    <a:pt x="2264151" y="4027327"/>
                  </a:lnTo>
                  <a:lnTo>
                    <a:pt x="2264277" y="4027327"/>
                  </a:lnTo>
                  <a:lnTo>
                    <a:pt x="2264403" y="4027327"/>
                  </a:lnTo>
                  <a:lnTo>
                    <a:pt x="2264529" y="4027327"/>
                  </a:lnTo>
                  <a:lnTo>
                    <a:pt x="2264656" y="4027327"/>
                  </a:lnTo>
                  <a:lnTo>
                    <a:pt x="2264782" y="4027327"/>
                  </a:lnTo>
                  <a:lnTo>
                    <a:pt x="2264908" y="4027327"/>
                  </a:lnTo>
                  <a:lnTo>
                    <a:pt x="2265034" y="4027327"/>
                  </a:lnTo>
                  <a:lnTo>
                    <a:pt x="2265161" y="4027327"/>
                  </a:lnTo>
                  <a:lnTo>
                    <a:pt x="2265161" y="4022416"/>
                  </a:lnTo>
                  <a:lnTo>
                    <a:pt x="2265287" y="4022416"/>
                  </a:lnTo>
                  <a:lnTo>
                    <a:pt x="2265413" y="4022416"/>
                  </a:lnTo>
                  <a:lnTo>
                    <a:pt x="2265539" y="4022416"/>
                  </a:lnTo>
                  <a:lnTo>
                    <a:pt x="2265666" y="4022416"/>
                  </a:lnTo>
                  <a:lnTo>
                    <a:pt x="2265792" y="4022416"/>
                  </a:lnTo>
                  <a:lnTo>
                    <a:pt x="2265918" y="4022416"/>
                  </a:lnTo>
                  <a:lnTo>
                    <a:pt x="2266044" y="4022416"/>
                  </a:lnTo>
                  <a:lnTo>
                    <a:pt x="2266171" y="4022416"/>
                  </a:lnTo>
                  <a:lnTo>
                    <a:pt x="2266297" y="4022416"/>
                  </a:lnTo>
                  <a:lnTo>
                    <a:pt x="2266423" y="4022416"/>
                  </a:lnTo>
                  <a:lnTo>
                    <a:pt x="2266549" y="4022416"/>
                  </a:lnTo>
                  <a:lnTo>
                    <a:pt x="2266676" y="4022416"/>
                  </a:lnTo>
                  <a:lnTo>
                    <a:pt x="2266802" y="4022416"/>
                  </a:lnTo>
                  <a:lnTo>
                    <a:pt x="2266928" y="4022416"/>
                  </a:lnTo>
                  <a:lnTo>
                    <a:pt x="2267054" y="4022416"/>
                  </a:lnTo>
                  <a:lnTo>
                    <a:pt x="2267181" y="4022416"/>
                  </a:lnTo>
                  <a:lnTo>
                    <a:pt x="2267307" y="4022416"/>
                  </a:lnTo>
                  <a:lnTo>
                    <a:pt x="2267433" y="4022416"/>
                  </a:lnTo>
                  <a:lnTo>
                    <a:pt x="2267559" y="4022416"/>
                  </a:lnTo>
                  <a:lnTo>
                    <a:pt x="2267686" y="4022416"/>
                  </a:lnTo>
                  <a:lnTo>
                    <a:pt x="2267812" y="4022416"/>
                  </a:lnTo>
                  <a:lnTo>
                    <a:pt x="2267938" y="4022416"/>
                  </a:lnTo>
                  <a:lnTo>
                    <a:pt x="2268065" y="4022416"/>
                  </a:lnTo>
                  <a:lnTo>
                    <a:pt x="2268191" y="4022416"/>
                  </a:lnTo>
                  <a:lnTo>
                    <a:pt x="2268317" y="4022416"/>
                  </a:lnTo>
                  <a:lnTo>
                    <a:pt x="2268443" y="4022416"/>
                  </a:lnTo>
                  <a:lnTo>
                    <a:pt x="2268570" y="4022416"/>
                  </a:lnTo>
                  <a:lnTo>
                    <a:pt x="2268696" y="4022416"/>
                  </a:lnTo>
                  <a:lnTo>
                    <a:pt x="2268822" y="4022416"/>
                  </a:lnTo>
                  <a:lnTo>
                    <a:pt x="2268948" y="4022416"/>
                  </a:lnTo>
                  <a:lnTo>
                    <a:pt x="2269075" y="4022416"/>
                  </a:lnTo>
                  <a:lnTo>
                    <a:pt x="2269075" y="4017504"/>
                  </a:lnTo>
                  <a:lnTo>
                    <a:pt x="2269201" y="4017504"/>
                  </a:lnTo>
                  <a:lnTo>
                    <a:pt x="2269327" y="4017504"/>
                  </a:lnTo>
                  <a:lnTo>
                    <a:pt x="2269453" y="4017504"/>
                  </a:lnTo>
                  <a:lnTo>
                    <a:pt x="2269580" y="4017504"/>
                  </a:lnTo>
                  <a:lnTo>
                    <a:pt x="2269706" y="4017504"/>
                  </a:lnTo>
                  <a:lnTo>
                    <a:pt x="2269832" y="4017504"/>
                  </a:lnTo>
                  <a:lnTo>
                    <a:pt x="2269958" y="4017504"/>
                  </a:lnTo>
                  <a:lnTo>
                    <a:pt x="2270085" y="4017504"/>
                  </a:lnTo>
                  <a:lnTo>
                    <a:pt x="2270211" y="4017504"/>
                  </a:lnTo>
                  <a:lnTo>
                    <a:pt x="2270211" y="4012593"/>
                  </a:lnTo>
                  <a:lnTo>
                    <a:pt x="2270337" y="4012593"/>
                  </a:lnTo>
                  <a:lnTo>
                    <a:pt x="2270463" y="4012593"/>
                  </a:lnTo>
                  <a:lnTo>
                    <a:pt x="2270590" y="4012593"/>
                  </a:lnTo>
                  <a:lnTo>
                    <a:pt x="2270716" y="4012593"/>
                  </a:lnTo>
                  <a:lnTo>
                    <a:pt x="2270842" y="4012593"/>
                  </a:lnTo>
                  <a:lnTo>
                    <a:pt x="2270968" y="4012593"/>
                  </a:lnTo>
                  <a:lnTo>
                    <a:pt x="2271095" y="4012593"/>
                  </a:lnTo>
                  <a:lnTo>
                    <a:pt x="2271221" y="4012593"/>
                  </a:lnTo>
                  <a:lnTo>
                    <a:pt x="2271347" y="4012593"/>
                  </a:lnTo>
                  <a:lnTo>
                    <a:pt x="2271473" y="4012593"/>
                  </a:lnTo>
                  <a:lnTo>
                    <a:pt x="2271600" y="4012593"/>
                  </a:lnTo>
                  <a:lnTo>
                    <a:pt x="2271726" y="4012593"/>
                  </a:lnTo>
                  <a:lnTo>
                    <a:pt x="2271852" y="4012593"/>
                  </a:lnTo>
                  <a:lnTo>
                    <a:pt x="2271978" y="4012593"/>
                  </a:lnTo>
                  <a:lnTo>
                    <a:pt x="2272105" y="4012593"/>
                  </a:lnTo>
                  <a:lnTo>
                    <a:pt x="2272231" y="4012593"/>
                  </a:lnTo>
                  <a:lnTo>
                    <a:pt x="2272357" y="4012593"/>
                  </a:lnTo>
                  <a:lnTo>
                    <a:pt x="2272483" y="4012593"/>
                  </a:lnTo>
                  <a:lnTo>
                    <a:pt x="2272483" y="4007681"/>
                  </a:lnTo>
                  <a:lnTo>
                    <a:pt x="2272610" y="4007681"/>
                  </a:lnTo>
                  <a:lnTo>
                    <a:pt x="2272736" y="4007681"/>
                  </a:lnTo>
                  <a:lnTo>
                    <a:pt x="2272862" y="4007681"/>
                  </a:lnTo>
                  <a:lnTo>
                    <a:pt x="2272988" y="4007681"/>
                  </a:lnTo>
                  <a:lnTo>
                    <a:pt x="2273115" y="4007681"/>
                  </a:lnTo>
                  <a:lnTo>
                    <a:pt x="2273241" y="4007681"/>
                  </a:lnTo>
                  <a:lnTo>
                    <a:pt x="2273367" y="4007681"/>
                  </a:lnTo>
                  <a:lnTo>
                    <a:pt x="2273494" y="4007681"/>
                  </a:lnTo>
                  <a:lnTo>
                    <a:pt x="2273620" y="4007681"/>
                  </a:lnTo>
                  <a:lnTo>
                    <a:pt x="2273746" y="4007681"/>
                  </a:lnTo>
                  <a:lnTo>
                    <a:pt x="2273872" y="4007681"/>
                  </a:lnTo>
                  <a:lnTo>
                    <a:pt x="2273999" y="4007681"/>
                  </a:lnTo>
                  <a:lnTo>
                    <a:pt x="2274125" y="4007681"/>
                  </a:lnTo>
                  <a:lnTo>
                    <a:pt x="2274251" y="4007681"/>
                  </a:lnTo>
                  <a:lnTo>
                    <a:pt x="2274377" y="4007681"/>
                  </a:lnTo>
                  <a:lnTo>
                    <a:pt x="2274504" y="4007681"/>
                  </a:lnTo>
                  <a:lnTo>
                    <a:pt x="2274630" y="4007681"/>
                  </a:lnTo>
                  <a:lnTo>
                    <a:pt x="2274756" y="4007681"/>
                  </a:lnTo>
                  <a:lnTo>
                    <a:pt x="2274882" y="4007681"/>
                  </a:lnTo>
                  <a:lnTo>
                    <a:pt x="2275009" y="4007681"/>
                  </a:lnTo>
                  <a:lnTo>
                    <a:pt x="2275135" y="4007681"/>
                  </a:lnTo>
                  <a:lnTo>
                    <a:pt x="2275261" y="4007681"/>
                  </a:lnTo>
                  <a:lnTo>
                    <a:pt x="2275261" y="4002770"/>
                  </a:lnTo>
                  <a:lnTo>
                    <a:pt x="2275387" y="4002770"/>
                  </a:lnTo>
                  <a:lnTo>
                    <a:pt x="2275514" y="4002770"/>
                  </a:lnTo>
                  <a:lnTo>
                    <a:pt x="2275640" y="4002770"/>
                  </a:lnTo>
                  <a:lnTo>
                    <a:pt x="2275766" y="4002770"/>
                  </a:lnTo>
                  <a:lnTo>
                    <a:pt x="2275892" y="4002770"/>
                  </a:lnTo>
                  <a:lnTo>
                    <a:pt x="2276019" y="4002770"/>
                  </a:lnTo>
                  <a:lnTo>
                    <a:pt x="2276145" y="4002770"/>
                  </a:lnTo>
                  <a:lnTo>
                    <a:pt x="2276271" y="4002770"/>
                  </a:lnTo>
                  <a:lnTo>
                    <a:pt x="2276397" y="4002770"/>
                  </a:lnTo>
                  <a:lnTo>
                    <a:pt x="2276524" y="4002770"/>
                  </a:lnTo>
                  <a:lnTo>
                    <a:pt x="2276650" y="4002770"/>
                  </a:lnTo>
                  <a:lnTo>
                    <a:pt x="2276776" y="4002770"/>
                  </a:lnTo>
                  <a:lnTo>
                    <a:pt x="2276902" y="4002770"/>
                  </a:lnTo>
                  <a:lnTo>
                    <a:pt x="2276902" y="3997859"/>
                  </a:lnTo>
                  <a:lnTo>
                    <a:pt x="2277029" y="3997859"/>
                  </a:lnTo>
                  <a:lnTo>
                    <a:pt x="2277155" y="3997859"/>
                  </a:lnTo>
                  <a:lnTo>
                    <a:pt x="2277281" y="3997859"/>
                  </a:lnTo>
                  <a:lnTo>
                    <a:pt x="2277407" y="3997859"/>
                  </a:lnTo>
                  <a:lnTo>
                    <a:pt x="2277534" y="3997859"/>
                  </a:lnTo>
                  <a:lnTo>
                    <a:pt x="2277660" y="3997859"/>
                  </a:lnTo>
                  <a:lnTo>
                    <a:pt x="2277786" y="3997859"/>
                  </a:lnTo>
                  <a:lnTo>
                    <a:pt x="2277912" y="3997859"/>
                  </a:lnTo>
                  <a:lnTo>
                    <a:pt x="2278039" y="3997859"/>
                  </a:lnTo>
                  <a:lnTo>
                    <a:pt x="2278165" y="3997859"/>
                  </a:lnTo>
                  <a:lnTo>
                    <a:pt x="2278291" y="3997859"/>
                  </a:lnTo>
                  <a:lnTo>
                    <a:pt x="2278418" y="3997859"/>
                  </a:lnTo>
                  <a:lnTo>
                    <a:pt x="2278544" y="3997859"/>
                  </a:lnTo>
                  <a:lnTo>
                    <a:pt x="2278670" y="3997859"/>
                  </a:lnTo>
                  <a:lnTo>
                    <a:pt x="2278796" y="3997859"/>
                  </a:lnTo>
                  <a:lnTo>
                    <a:pt x="2278923" y="3997859"/>
                  </a:lnTo>
                  <a:lnTo>
                    <a:pt x="2279049" y="3997859"/>
                  </a:lnTo>
                  <a:lnTo>
                    <a:pt x="2279175" y="3997859"/>
                  </a:lnTo>
                  <a:lnTo>
                    <a:pt x="2279301" y="3997859"/>
                  </a:lnTo>
                  <a:lnTo>
                    <a:pt x="2279428" y="3997859"/>
                  </a:lnTo>
                  <a:lnTo>
                    <a:pt x="2279554" y="3997859"/>
                  </a:lnTo>
                  <a:lnTo>
                    <a:pt x="2279680" y="3997859"/>
                  </a:lnTo>
                  <a:lnTo>
                    <a:pt x="2279806" y="3997859"/>
                  </a:lnTo>
                  <a:lnTo>
                    <a:pt x="2279933" y="3997859"/>
                  </a:lnTo>
                  <a:lnTo>
                    <a:pt x="2280059" y="3997859"/>
                  </a:lnTo>
                  <a:lnTo>
                    <a:pt x="2280185" y="3997859"/>
                  </a:lnTo>
                  <a:lnTo>
                    <a:pt x="2280311" y="3997859"/>
                  </a:lnTo>
                  <a:lnTo>
                    <a:pt x="2280438" y="3997859"/>
                  </a:lnTo>
                  <a:lnTo>
                    <a:pt x="2280564" y="3997859"/>
                  </a:lnTo>
                  <a:lnTo>
                    <a:pt x="2280690" y="3997859"/>
                  </a:lnTo>
                  <a:lnTo>
                    <a:pt x="2280816" y="3997859"/>
                  </a:lnTo>
                  <a:lnTo>
                    <a:pt x="2280943" y="3997859"/>
                  </a:lnTo>
                  <a:lnTo>
                    <a:pt x="2281069" y="3997859"/>
                  </a:lnTo>
                  <a:lnTo>
                    <a:pt x="2281195" y="3997859"/>
                  </a:lnTo>
                  <a:lnTo>
                    <a:pt x="2281195" y="3992947"/>
                  </a:lnTo>
                  <a:lnTo>
                    <a:pt x="2281321" y="3992947"/>
                  </a:lnTo>
                  <a:lnTo>
                    <a:pt x="2281448" y="3992947"/>
                  </a:lnTo>
                  <a:lnTo>
                    <a:pt x="2281574" y="3992947"/>
                  </a:lnTo>
                  <a:lnTo>
                    <a:pt x="2281700" y="3992947"/>
                  </a:lnTo>
                  <a:lnTo>
                    <a:pt x="2281826" y="3992947"/>
                  </a:lnTo>
                  <a:lnTo>
                    <a:pt x="2281953" y="3992947"/>
                  </a:lnTo>
                  <a:lnTo>
                    <a:pt x="2282079" y="3992947"/>
                  </a:lnTo>
                  <a:lnTo>
                    <a:pt x="2282205" y="3992947"/>
                  </a:lnTo>
                  <a:lnTo>
                    <a:pt x="2282331" y="3992947"/>
                  </a:lnTo>
                  <a:lnTo>
                    <a:pt x="2282458" y="3992947"/>
                  </a:lnTo>
                  <a:lnTo>
                    <a:pt x="2282584" y="3992947"/>
                  </a:lnTo>
                  <a:lnTo>
                    <a:pt x="2282710" y="3992947"/>
                  </a:lnTo>
                  <a:lnTo>
                    <a:pt x="2282836" y="3992947"/>
                  </a:lnTo>
                  <a:lnTo>
                    <a:pt x="2282963" y="3992947"/>
                  </a:lnTo>
                  <a:lnTo>
                    <a:pt x="2283089" y="3992947"/>
                  </a:lnTo>
                  <a:lnTo>
                    <a:pt x="2283215" y="3992947"/>
                  </a:lnTo>
                  <a:lnTo>
                    <a:pt x="2283341" y="3992947"/>
                  </a:lnTo>
                  <a:lnTo>
                    <a:pt x="2283468" y="3992947"/>
                  </a:lnTo>
                  <a:lnTo>
                    <a:pt x="2283594" y="3992947"/>
                  </a:lnTo>
                  <a:lnTo>
                    <a:pt x="2283720" y="3992947"/>
                  </a:lnTo>
                  <a:lnTo>
                    <a:pt x="2283847" y="3992947"/>
                  </a:lnTo>
                  <a:lnTo>
                    <a:pt x="2283973" y="3992947"/>
                  </a:lnTo>
                  <a:lnTo>
                    <a:pt x="2284099" y="3992947"/>
                  </a:lnTo>
                  <a:lnTo>
                    <a:pt x="2284225" y="3992947"/>
                  </a:lnTo>
                  <a:lnTo>
                    <a:pt x="2284352" y="3992947"/>
                  </a:lnTo>
                  <a:lnTo>
                    <a:pt x="2284478" y="3992947"/>
                  </a:lnTo>
                  <a:lnTo>
                    <a:pt x="2284604" y="3992947"/>
                  </a:lnTo>
                  <a:lnTo>
                    <a:pt x="2284730" y="3992947"/>
                  </a:lnTo>
                  <a:lnTo>
                    <a:pt x="2284857" y="3992947"/>
                  </a:lnTo>
                  <a:lnTo>
                    <a:pt x="2284983" y="3992947"/>
                  </a:lnTo>
                  <a:lnTo>
                    <a:pt x="2285109" y="3992947"/>
                  </a:lnTo>
                  <a:lnTo>
                    <a:pt x="2285235" y="3992947"/>
                  </a:lnTo>
                  <a:lnTo>
                    <a:pt x="2285362" y="3992947"/>
                  </a:lnTo>
                  <a:lnTo>
                    <a:pt x="2285488" y="3992947"/>
                  </a:lnTo>
                  <a:lnTo>
                    <a:pt x="2285614" y="3992947"/>
                  </a:lnTo>
                  <a:lnTo>
                    <a:pt x="2285740" y="3992947"/>
                  </a:lnTo>
                  <a:lnTo>
                    <a:pt x="2285867" y="3992947"/>
                  </a:lnTo>
                  <a:lnTo>
                    <a:pt x="2285993" y="3992947"/>
                  </a:lnTo>
                  <a:lnTo>
                    <a:pt x="2286119" y="3992947"/>
                  </a:lnTo>
                  <a:lnTo>
                    <a:pt x="2286245" y="3992947"/>
                  </a:lnTo>
                  <a:lnTo>
                    <a:pt x="2286372" y="3992947"/>
                  </a:lnTo>
                  <a:lnTo>
                    <a:pt x="2286498" y="3992947"/>
                  </a:lnTo>
                  <a:lnTo>
                    <a:pt x="2286624" y="3992947"/>
                  </a:lnTo>
                  <a:lnTo>
                    <a:pt x="2286750" y="3992947"/>
                  </a:lnTo>
                  <a:lnTo>
                    <a:pt x="2286877" y="3992947"/>
                  </a:lnTo>
                  <a:lnTo>
                    <a:pt x="2287003" y="3992947"/>
                  </a:lnTo>
                  <a:lnTo>
                    <a:pt x="2287129" y="3992947"/>
                  </a:lnTo>
                  <a:lnTo>
                    <a:pt x="2287255" y="3992947"/>
                  </a:lnTo>
                  <a:lnTo>
                    <a:pt x="2287382" y="3992947"/>
                  </a:lnTo>
                  <a:lnTo>
                    <a:pt x="2287508" y="3992947"/>
                  </a:lnTo>
                  <a:lnTo>
                    <a:pt x="2287634" y="3992947"/>
                  </a:lnTo>
                  <a:lnTo>
                    <a:pt x="2287760" y="3992947"/>
                  </a:lnTo>
                  <a:lnTo>
                    <a:pt x="2287887" y="3992947"/>
                  </a:lnTo>
                  <a:lnTo>
                    <a:pt x="2288013" y="3992947"/>
                  </a:lnTo>
                  <a:lnTo>
                    <a:pt x="2288139" y="3992947"/>
                  </a:lnTo>
                  <a:lnTo>
                    <a:pt x="2288265" y="3992947"/>
                  </a:lnTo>
                  <a:lnTo>
                    <a:pt x="2288392" y="3992947"/>
                  </a:lnTo>
                  <a:lnTo>
                    <a:pt x="2288518" y="3992947"/>
                  </a:lnTo>
                  <a:lnTo>
                    <a:pt x="2288644" y="3992947"/>
                  </a:lnTo>
                  <a:lnTo>
                    <a:pt x="2288771" y="3992947"/>
                  </a:lnTo>
                  <a:lnTo>
                    <a:pt x="2288897" y="3992947"/>
                  </a:lnTo>
                  <a:lnTo>
                    <a:pt x="2289023" y="3992947"/>
                  </a:lnTo>
                  <a:lnTo>
                    <a:pt x="2289149" y="3992947"/>
                  </a:lnTo>
                  <a:lnTo>
                    <a:pt x="2289276" y="3992947"/>
                  </a:lnTo>
                  <a:lnTo>
                    <a:pt x="2289402" y="3992947"/>
                  </a:lnTo>
                  <a:lnTo>
                    <a:pt x="2289528" y="3992947"/>
                  </a:lnTo>
                  <a:lnTo>
                    <a:pt x="2289654" y="3992947"/>
                  </a:lnTo>
                  <a:lnTo>
                    <a:pt x="2289781" y="3992947"/>
                  </a:lnTo>
                  <a:lnTo>
                    <a:pt x="2289907" y="3992947"/>
                  </a:lnTo>
                  <a:lnTo>
                    <a:pt x="2290033" y="3992947"/>
                  </a:lnTo>
                  <a:lnTo>
                    <a:pt x="2290159" y="3992947"/>
                  </a:lnTo>
                  <a:lnTo>
                    <a:pt x="2290286" y="3992947"/>
                  </a:lnTo>
                  <a:lnTo>
                    <a:pt x="2290412" y="3992947"/>
                  </a:lnTo>
                  <a:lnTo>
                    <a:pt x="2290538" y="3992947"/>
                  </a:lnTo>
                  <a:lnTo>
                    <a:pt x="2290664" y="3992947"/>
                  </a:lnTo>
                  <a:lnTo>
                    <a:pt x="2290791" y="3992947"/>
                  </a:lnTo>
                  <a:lnTo>
                    <a:pt x="2290917" y="3992947"/>
                  </a:lnTo>
                  <a:lnTo>
                    <a:pt x="2291043" y="3992947"/>
                  </a:lnTo>
                  <a:lnTo>
                    <a:pt x="2291169" y="3992947"/>
                  </a:lnTo>
                  <a:lnTo>
                    <a:pt x="2291296" y="3992947"/>
                  </a:lnTo>
                  <a:lnTo>
                    <a:pt x="2291422" y="3992947"/>
                  </a:lnTo>
                  <a:lnTo>
                    <a:pt x="2291548" y="3992947"/>
                  </a:lnTo>
                  <a:lnTo>
                    <a:pt x="2291674" y="3992947"/>
                  </a:lnTo>
                  <a:lnTo>
                    <a:pt x="2291801" y="3992947"/>
                  </a:lnTo>
                  <a:lnTo>
                    <a:pt x="2291927" y="3992947"/>
                  </a:lnTo>
                  <a:lnTo>
                    <a:pt x="2292053" y="3992947"/>
                  </a:lnTo>
                  <a:lnTo>
                    <a:pt x="2292179" y="3992947"/>
                  </a:lnTo>
                  <a:lnTo>
                    <a:pt x="2292306" y="3992947"/>
                  </a:lnTo>
                  <a:lnTo>
                    <a:pt x="2292432" y="3992947"/>
                  </a:lnTo>
                  <a:lnTo>
                    <a:pt x="2292558" y="3992947"/>
                  </a:lnTo>
                  <a:lnTo>
                    <a:pt x="2292684" y="3992947"/>
                  </a:lnTo>
                  <a:lnTo>
                    <a:pt x="2292811" y="3992947"/>
                  </a:lnTo>
                  <a:lnTo>
                    <a:pt x="2292937" y="3992947"/>
                  </a:lnTo>
                  <a:lnTo>
                    <a:pt x="2293063" y="3992947"/>
                  </a:lnTo>
                  <a:lnTo>
                    <a:pt x="2293189" y="3992947"/>
                  </a:lnTo>
                  <a:lnTo>
                    <a:pt x="2293316" y="3992947"/>
                  </a:lnTo>
                  <a:lnTo>
                    <a:pt x="2293442" y="3992947"/>
                  </a:lnTo>
                  <a:lnTo>
                    <a:pt x="2293568" y="3992947"/>
                  </a:lnTo>
                  <a:lnTo>
                    <a:pt x="2293694" y="3992947"/>
                  </a:lnTo>
                  <a:lnTo>
                    <a:pt x="2293821" y="3992947"/>
                  </a:lnTo>
                  <a:lnTo>
                    <a:pt x="2293947" y="3992947"/>
                  </a:lnTo>
                  <a:lnTo>
                    <a:pt x="2294073" y="3992947"/>
                  </a:lnTo>
                  <a:lnTo>
                    <a:pt x="2294200" y="3992947"/>
                  </a:lnTo>
                  <a:lnTo>
                    <a:pt x="2294326" y="3992947"/>
                  </a:lnTo>
                  <a:lnTo>
                    <a:pt x="2294452" y="3992947"/>
                  </a:lnTo>
                  <a:lnTo>
                    <a:pt x="2294578" y="3992947"/>
                  </a:lnTo>
                  <a:lnTo>
                    <a:pt x="2294705" y="3992947"/>
                  </a:lnTo>
                  <a:lnTo>
                    <a:pt x="2294831" y="3992947"/>
                  </a:lnTo>
                  <a:lnTo>
                    <a:pt x="2294957" y="3992947"/>
                  </a:lnTo>
                  <a:lnTo>
                    <a:pt x="2295083" y="3992947"/>
                  </a:lnTo>
                  <a:lnTo>
                    <a:pt x="2295210" y="3992947"/>
                  </a:lnTo>
                  <a:lnTo>
                    <a:pt x="2295336" y="3992947"/>
                  </a:lnTo>
                  <a:lnTo>
                    <a:pt x="2295336" y="3988036"/>
                  </a:lnTo>
                  <a:lnTo>
                    <a:pt x="2295462" y="3988036"/>
                  </a:lnTo>
                  <a:lnTo>
                    <a:pt x="2295588" y="3988036"/>
                  </a:lnTo>
                  <a:lnTo>
                    <a:pt x="2295715" y="3988036"/>
                  </a:lnTo>
                  <a:lnTo>
                    <a:pt x="2295841" y="3988036"/>
                  </a:lnTo>
                  <a:lnTo>
                    <a:pt x="2295967" y="3988036"/>
                  </a:lnTo>
                  <a:lnTo>
                    <a:pt x="2296093" y="3988036"/>
                  </a:lnTo>
                  <a:lnTo>
                    <a:pt x="2296220" y="3988036"/>
                  </a:lnTo>
                  <a:lnTo>
                    <a:pt x="2296346" y="3988036"/>
                  </a:lnTo>
                  <a:lnTo>
                    <a:pt x="2296472" y="3988036"/>
                  </a:lnTo>
                  <a:lnTo>
                    <a:pt x="2296598" y="3988036"/>
                  </a:lnTo>
                  <a:lnTo>
                    <a:pt x="2296725" y="3988036"/>
                  </a:lnTo>
                  <a:lnTo>
                    <a:pt x="2296851" y="3988036"/>
                  </a:lnTo>
                  <a:lnTo>
                    <a:pt x="2296977" y="3988036"/>
                  </a:lnTo>
                  <a:lnTo>
                    <a:pt x="2297103" y="3988036"/>
                  </a:lnTo>
                  <a:lnTo>
                    <a:pt x="2297230" y="3988036"/>
                  </a:lnTo>
                  <a:lnTo>
                    <a:pt x="2297356" y="3988036"/>
                  </a:lnTo>
                  <a:lnTo>
                    <a:pt x="2297482" y="3988036"/>
                  </a:lnTo>
                  <a:lnTo>
                    <a:pt x="2297608" y="3988036"/>
                  </a:lnTo>
                  <a:lnTo>
                    <a:pt x="2297735" y="3988036"/>
                  </a:lnTo>
                  <a:lnTo>
                    <a:pt x="2297861" y="3988036"/>
                  </a:lnTo>
                  <a:lnTo>
                    <a:pt x="2297987" y="3988036"/>
                  </a:lnTo>
                  <a:lnTo>
                    <a:pt x="2298113" y="3988036"/>
                  </a:lnTo>
                  <a:lnTo>
                    <a:pt x="2298240" y="3988036"/>
                  </a:lnTo>
                  <a:lnTo>
                    <a:pt x="2298366" y="3988036"/>
                  </a:lnTo>
                  <a:lnTo>
                    <a:pt x="2298492" y="3988036"/>
                  </a:lnTo>
                  <a:lnTo>
                    <a:pt x="2298618" y="3988036"/>
                  </a:lnTo>
                  <a:lnTo>
                    <a:pt x="2298745" y="3988036"/>
                  </a:lnTo>
                  <a:lnTo>
                    <a:pt x="2298871" y="3988036"/>
                  </a:lnTo>
                  <a:lnTo>
                    <a:pt x="2298997" y="3988036"/>
                  </a:lnTo>
                  <a:lnTo>
                    <a:pt x="2299124" y="3988036"/>
                  </a:lnTo>
                  <a:lnTo>
                    <a:pt x="2299250" y="3988036"/>
                  </a:lnTo>
                  <a:lnTo>
                    <a:pt x="2299376" y="3988036"/>
                  </a:lnTo>
                  <a:lnTo>
                    <a:pt x="2299502" y="3988036"/>
                  </a:lnTo>
                  <a:lnTo>
                    <a:pt x="2299629" y="3988036"/>
                  </a:lnTo>
                  <a:lnTo>
                    <a:pt x="2299629" y="3983125"/>
                  </a:lnTo>
                  <a:lnTo>
                    <a:pt x="2299755" y="3983125"/>
                  </a:lnTo>
                  <a:lnTo>
                    <a:pt x="2299881" y="3983125"/>
                  </a:lnTo>
                  <a:lnTo>
                    <a:pt x="2300007" y="3983125"/>
                  </a:lnTo>
                  <a:lnTo>
                    <a:pt x="2300134" y="3983125"/>
                  </a:lnTo>
                  <a:lnTo>
                    <a:pt x="2300260" y="3983125"/>
                  </a:lnTo>
                  <a:lnTo>
                    <a:pt x="2300386" y="3983125"/>
                  </a:lnTo>
                  <a:lnTo>
                    <a:pt x="2300512" y="3983125"/>
                  </a:lnTo>
                  <a:lnTo>
                    <a:pt x="2300639" y="3983125"/>
                  </a:lnTo>
                  <a:lnTo>
                    <a:pt x="2300765" y="3983125"/>
                  </a:lnTo>
                  <a:lnTo>
                    <a:pt x="2300891" y="3983125"/>
                  </a:lnTo>
                  <a:lnTo>
                    <a:pt x="2301017" y="3983125"/>
                  </a:lnTo>
                  <a:lnTo>
                    <a:pt x="2301144" y="3983125"/>
                  </a:lnTo>
                  <a:lnTo>
                    <a:pt x="2301270" y="3983125"/>
                  </a:lnTo>
                  <a:lnTo>
                    <a:pt x="2301396" y="3983125"/>
                  </a:lnTo>
                  <a:lnTo>
                    <a:pt x="2301522" y="3983125"/>
                  </a:lnTo>
                  <a:lnTo>
                    <a:pt x="2301649" y="3983125"/>
                  </a:lnTo>
                  <a:lnTo>
                    <a:pt x="2301775" y="3983125"/>
                  </a:lnTo>
                  <a:lnTo>
                    <a:pt x="2301901" y="3983125"/>
                  </a:lnTo>
                  <a:lnTo>
                    <a:pt x="2302027" y="3983125"/>
                  </a:lnTo>
                  <a:lnTo>
                    <a:pt x="2302154" y="3983125"/>
                  </a:lnTo>
                  <a:lnTo>
                    <a:pt x="2302280" y="3983125"/>
                  </a:lnTo>
                  <a:lnTo>
                    <a:pt x="2302406" y="3983125"/>
                  </a:lnTo>
                  <a:lnTo>
                    <a:pt x="2302532" y="3983125"/>
                  </a:lnTo>
                  <a:lnTo>
                    <a:pt x="2302659" y="3983125"/>
                  </a:lnTo>
                  <a:lnTo>
                    <a:pt x="2302785" y="3983125"/>
                  </a:lnTo>
                  <a:lnTo>
                    <a:pt x="2302911" y="3983125"/>
                  </a:lnTo>
                  <a:lnTo>
                    <a:pt x="2303037" y="3983125"/>
                  </a:lnTo>
                  <a:lnTo>
                    <a:pt x="2303164" y="3983125"/>
                  </a:lnTo>
                  <a:lnTo>
                    <a:pt x="2303290" y="3983125"/>
                  </a:lnTo>
                  <a:lnTo>
                    <a:pt x="2303416" y="3983125"/>
                  </a:lnTo>
                  <a:lnTo>
                    <a:pt x="2303542" y="3983125"/>
                  </a:lnTo>
                  <a:lnTo>
                    <a:pt x="2303669" y="3983125"/>
                  </a:lnTo>
                  <a:lnTo>
                    <a:pt x="2303795" y="3983125"/>
                  </a:lnTo>
                  <a:lnTo>
                    <a:pt x="2303921" y="3983125"/>
                  </a:lnTo>
                  <a:lnTo>
                    <a:pt x="2304047" y="3983125"/>
                  </a:lnTo>
                  <a:lnTo>
                    <a:pt x="2304174" y="3983125"/>
                  </a:lnTo>
                  <a:lnTo>
                    <a:pt x="2304300" y="3983125"/>
                  </a:lnTo>
                  <a:lnTo>
                    <a:pt x="2304426" y="3983125"/>
                  </a:lnTo>
                  <a:lnTo>
                    <a:pt x="2304553" y="3983125"/>
                  </a:lnTo>
                  <a:lnTo>
                    <a:pt x="2304679" y="3983125"/>
                  </a:lnTo>
                  <a:lnTo>
                    <a:pt x="2304805" y="3983125"/>
                  </a:lnTo>
                  <a:lnTo>
                    <a:pt x="2304931" y="3983125"/>
                  </a:lnTo>
                  <a:lnTo>
                    <a:pt x="2305058" y="3983125"/>
                  </a:lnTo>
                  <a:lnTo>
                    <a:pt x="2305184" y="3983125"/>
                  </a:lnTo>
                  <a:lnTo>
                    <a:pt x="2305310" y="3983125"/>
                  </a:lnTo>
                  <a:lnTo>
                    <a:pt x="2305436" y="3983125"/>
                  </a:lnTo>
                  <a:lnTo>
                    <a:pt x="2305563" y="3983125"/>
                  </a:lnTo>
                  <a:lnTo>
                    <a:pt x="2305689" y="3983125"/>
                  </a:lnTo>
                  <a:lnTo>
                    <a:pt x="2305815" y="3983125"/>
                  </a:lnTo>
                  <a:lnTo>
                    <a:pt x="2305941" y="3983125"/>
                  </a:lnTo>
                  <a:lnTo>
                    <a:pt x="2306068" y="3983125"/>
                  </a:lnTo>
                  <a:lnTo>
                    <a:pt x="2306194" y="3983125"/>
                  </a:lnTo>
                  <a:lnTo>
                    <a:pt x="2306320" y="3983125"/>
                  </a:lnTo>
                  <a:lnTo>
                    <a:pt x="2306446" y="3983125"/>
                  </a:lnTo>
                  <a:lnTo>
                    <a:pt x="2306446" y="3978213"/>
                  </a:lnTo>
                  <a:lnTo>
                    <a:pt x="2306573" y="3978213"/>
                  </a:lnTo>
                  <a:lnTo>
                    <a:pt x="2306699" y="3978213"/>
                  </a:lnTo>
                  <a:lnTo>
                    <a:pt x="2306825" y="3978213"/>
                  </a:lnTo>
                  <a:lnTo>
                    <a:pt x="2306951" y="3978213"/>
                  </a:lnTo>
                  <a:lnTo>
                    <a:pt x="2307078" y="3978213"/>
                  </a:lnTo>
                  <a:lnTo>
                    <a:pt x="2307204" y="3978213"/>
                  </a:lnTo>
                  <a:lnTo>
                    <a:pt x="2307330" y="3978213"/>
                  </a:lnTo>
                  <a:lnTo>
                    <a:pt x="2307456" y="3978213"/>
                  </a:lnTo>
                  <a:lnTo>
                    <a:pt x="2307583" y="3978213"/>
                  </a:lnTo>
                  <a:lnTo>
                    <a:pt x="2307709" y="3978213"/>
                  </a:lnTo>
                  <a:lnTo>
                    <a:pt x="2307835" y="3978213"/>
                  </a:lnTo>
                  <a:lnTo>
                    <a:pt x="2307961" y="3978213"/>
                  </a:lnTo>
                  <a:lnTo>
                    <a:pt x="2307961" y="3973302"/>
                  </a:lnTo>
                  <a:lnTo>
                    <a:pt x="2308088" y="3973302"/>
                  </a:lnTo>
                  <a:lnTo>
                    <a:pt x="2308214" y="3973302"/>
                  </a:lnTo>
                  <a:lnTo>
                    <a:pt x="2308340" y="3973302"/>
                  </a:lnTo>
                  <a:lnTo>
                    <a:pt x="2308466" y="3973302"/>
                  </a:lnTo>
                  <a:lnTo>
                    <a:pt x="2308593" y="3973302"/>
                  </a:lnTo>
                  <a:lnTo>
                    <a:pt x="2308719" y="3973302"/>
                  </a:lnTo>
                  <a:lnTo>
                    <a:pt x="2308845" y="3973302"/>
                  </a:lnTo>
                  <a:lnTo>
                    <a:pt x="2308971" y="3973302"/>
                  </a:lnTo>
                  <a:lnTo>
                    <a:pt x="2309098" y="3973302"/>
                  </a:lnTo>
                  <a:lnTo>
                    <a:pt x="2309224" y="3973302"/>
                  </a:lnTo>
                  <a:lnTo>
                    <a:pt x="2309350" y="3973302"/>
                  </a:lnTo>
                  <a:lnTo>
                    <a:pt x="2309477" y="3973302"/>
                  </a:lnTo>
                  <a:lnTo>
                    <a:pt x="2309603" y="3973302"/>
                  </a:lnTo>
                  <a:lnTo>
                    <a:pt x="2309729" y="3973302"/>
                  </a:lnTo>
                  <a:lnTo>
                    <a:pt x="2309855" y="3973302"/>
                  </a:lnTo>
                  <a:lnTo>
                    <a:pt x="2309982" y="3973302"/>
                  </a:lnTo>
                  <a:lnTo>
                    <a:pt x="2310108" y="3973302"/>
                  </a:lnTo>
                  <a:lnTo>
                    <a:pt x="2310234" y="3973302"/>
                  </a:lnTo>
                  <a:lnTo>
                    <a:pt x="2310360" y="3973302"/>
                  </a:lnTo>
                  <a:lnTo>
                    <a:pt x="2310487" y="3973302"/>
                  </a:lnTo>
                  <a:lnTo>
                    <a:pt x="2310613" y="3973302"/>
                  </a:lnTo>
                  <a:lnTo>
                    <a:pt x="2310739" y="3973302"/>
                  </a:lnTo>
                  <a:lnTo>
                    <a:pt x="2310865" y="3973302"/>
                  </a:lnTo>
                  <a:lnTo>
                    <a:pt x="2310992" y="3973302"/>
                  </a:lnTo>
                  <a:lnTo>
                    <a:pt x="2311118" y="3973302"/>
                  </a:lnTo>
                  <a:lnTo>
                    <a:pt x="2311244" y="3973302"/>
                  </a:lnTo>
                  <a:lnTo>
                    <a:pt x="2311370" y="3973302"/>
                  </a:lnTo>
                  <a:lnTo>
                    <a:pt x="2311497" y="3973302"/>
                  </a:lnTo>
                  <a:lnTo>
                    <a:pt x="2311623" y="3973302"/>
                  </a:lnTo>
                  <a:lnTo>
                    <a:pt x="2311749" y="3973302"/>
                  </a:lnTo>
                  <a:lnTo>
                    <a:pt x="2311875" y="3973302"/>
                  </a:lnTo>
                  <a:lnTo>
                    <a:pt x="2312002" y="3973302"/>
                  </a:lnTo>
                  <a:lnTo>
                    <a:pt x="2312128" y="3973302"/>
                  </a:lnTo>
                  <a:lnTo>
                    <a:pt x="2312254" y="3973302"/>
                  </a:lnTo>
                  <a:lnTo>
                    <a:pt x="2312380" y="3973302"/>
                  </a:lnTo>
                  <a:lnTo>
                    <a:pt x="2312507" y="3973302"/>
                  </a:lnTo>
                  <a:lnTo>
                    <a:pt x="2312633" y="3973302"/>
                  </a:lnTo>
                  <a:lnTo>
                    <a:pt x="2312759" y="3973302"/>
                  </a:lnTo>
                  <a:lnTo>
                    <a:pt x="2312885" y="3973302"/>
                  </a:lnTo>
                  <a:lnTo>
                    <a:pt x="2313012" y="3973302"/>
                  </a:lnTo>
                  <a:lnTo>
                    <a:pt x="2313138" y="3973302"/>
                  </a:lnTo>
                  <a:lnTo>
                    <a:pt x="2313264" y="3973302"/>
                  </a:lnTo>
                  <a:lnTo>
                    <a:pt x="2313390" y="3973302"/>
                  </a:lnTo>
                  <a:lnTo>
                    <a:pt x="2313517" y="3973302"/>
                  </a:lnTo>
                  <a:lnTo>
                    <a:pt x="2313643" y="3973302"/>
                  </a:lnTo>
                  <a:lnTo>
                    <a:pt x="2313769" y="3973302"/>
                  </a:lnTo>
                  <a:lnTo>
                    <a:pt x="2313895" y="3973302"/>
                  </a:lnTo>
                  <a:lnTo>
                    <a:pt x="2314022" y="3973302"/>
                  </a:lnTo>
                  <a:lnTo>
                    <a:pt x="2314148" y="3973302"/>
                  </a:lnTo>
                  <a:lnTo>
                    <a:pt x="2314274" y="3973302"/>
                  </a:lnTo>
                  <a:lnTo>
                    <a:pt x="2314400" y="3973302"/>
                  </a:lnTo>
                  <a:lnTo>
                    <a:pt x="2314527" y="3973302"/>
                  </a:lnTo>
                  <a:lnTo>
                    <a:pt x="2314653" y="3973302"/>
                  </a:lnTo>
                  <a:lnTo>
                    <a:pt x="2314779" y="3973302"/>
                  </a:lnTo>
                  <a:lnTo>
                    <a:pt x="2314906" y="3973302"/>
                  </a:lnTo>
                  <a:lnTo>
                    <a:pt x="2315032" y="3973302"/>
                  </a:lnTo>
                  <a:lnTo>
                    <a:pt x="2315158" y="3973302"/>
                  </a:lnTo>
                  <a:lnTo>
                    <a:pt x="2315284" y="3973302"/>
                  </a:lnTo>
                  <a:lnTo>
                    <a:pt x="2315411" y="3973302"/>
                  </a:lnTo>
                  <a:lnTo>
                    <a:pt x="2315537" y="3973302"/>
                  </a:lnTo>
                  <a:lnTo>
                    <a:pt x="2315663" y="3973302"/>
                  </a:lnTo>
                  <a:lnTo>
                    <a:pt x="2315789" y="3973302"/>
                  </a:lnTo>
                  <a:lnTo>
                    <a:pt x="2315916" y="3973302"/>
                  </a:lnTo>
                  <a:lnTo>
                    <a:pt x="2316042" y="3973302"/>
                  </a:lnTo>
                  <a:lnTo>
                    <a:pt x="2316168" y="3973302"/>
                  </a:lnTo>
                  <a:lnTo>
                    <a:pt x="2316294" y="3973302"/>
                  </a:lnTo>
                  <a:lnTo>
                    <a:pt x="2316421" y="3973302"/>
                  </a:lnTo>
                  <a:lnTo>
                    <a:pt x="2316547" y="3973302"/>
                  </a:lnTo>
                  <a:lnTo>
                    <a:pt x="2316673" y="3973302"/>
                  </a:lnTo>
                  <a:lnTo>
                    <a:pt x="2316673" y="3968390"/>
                  </a:lnTo>
                  <a:lnTo>
                    <a:pt x="2316799" y="3968390"/>
                  </a:lnTo>
                  <a:lnTo>
                    <a:pt x="2316926" y="3968390"/>
                  </a:lnTo>
                  <a:lnTo>
                    <a:pt x="2317052" y="3968390"/>
                  </a:lnTo>
                  <a:lnTo>
                    <a:pt x="2317052" y="3963479"/>
                  </a:lnTo>
                  <a:lnTo>
                    <a:pt x="2317178" y="3963479"/>
                  </a:lnTo>
                  <a:lnTo>
                    <a:pt x="2317304" y="3963479"/>
                  </a:lnTo>
                  <a:lnTo>
                    <a:pt x="2317431" y="3963479"/>
                  </a:lnTo>
                  <a:lnTo>
                    <a:pt x="2317557" y="3963479"/>
                  </a:lnTo>
                  <a:lnTo>
                    <a:pt x="2317683" y="3963479"/>
                  </a:lnTo>
                  <a:lnTo>
                    <a:pt x="2317809" y="3963479"/>
                  </a:lnTo>
                  <a:lnTo>
                    <a:pt x="2317936" y="3963479"/>
                  </a:lnTo>
                  <a:lnTo>
                    <a:pt x="2318062" y="3963479"/>
                  </a:lnTo>
                  <a:lnTo>
                    <a:pt x="2318188" y="3963479"/>
                  </a:lnTo>
                  <a:lnTo>
                    <a:pt x="2318314" y="3963479"/>
                  </a:lnTo>
                  <a:lnTo>
                    <a:pt x="2318441" y="3963479"/>
                  </a:lnTo>
                  <a:lnTo>
                    <a:pt x="2318567" y="3963479"/>
                  </a:lnTo>
                  <a:lnTo>
                    <a:pt x="2318693" y="3963479"/>
                  </a:lnTo>
                  <a:lnTo>
                    <a:pt x="2318819" y="3963479"/>
                  </a:lnTo>
                  <a:lnTo>
                    <a:pt x="2318946" y="3963479"/>
                  </a:lnTo>
                  <a:lnTo>
                    <a:pt x="2319072" y="3963479"/>
                  </a:lnTo>
                  <a:lnTo>
                    <a:pt x="2319198" y="3963479"/>
                  </a:lnTo>
                  <a:lnTo>
                    <a:pt x="2319324" y="3963479"/>
                  </a:lnTo>
                  <a:lnTo>
                    <a:pt x="2319451" y="3963479"/>
                  </a:lnTo>
                  <a:lnTo>
                    <a:pt x="2319577" y="3963479"/>
                  </a:lnTo>
                  <a:lnTo>
                    <a:pt x="2319703" y="3963479"/>
                  </a:lnTo>
                  <a:lnTo>
                    <a:pt x="2319830" y="3963479"/>
                  </a:lnTo>
                  <a:lnTo>
                    <a:pt x="2319956" y="3963479"/>
                  </a:lnTo>
                  <a:lnTo>
                    <a:pt x="2320082" y="3963479"/>
                  </a:lnTo>
                  <a:lnTo>
                    <a:pt x="2320082" y="3958568"/>
                  </a:lnTo>
                  <a:lnTo>
                    <a:pt x="2320208" y="3958568"/>
                  </a:lnTo>
                  <a:lnTo>
                    <a:pt x="2320335" y="3958568"/>
                  </a:lnTo>
                  <a:lnTo>
                    <a:pt x="2320461" y="3958568"/>
                  </a:lnTo>
                  <a:lnTo>
                    <a:pt x="2320587" y="3958568"/>
                  </a:lnTo>
                  <a:lnTo>
                    <a:pt x="2320713" y="3958568"/>
                  </a:lnTo>
                  <a:lnTo>
                    <a:pt x="2320840" y="3958568"/>
                  </a:lnTo>
                  <a:lnTo>
                    <a:pt x="2320966" y="3958568"/>
                  </a:lnTo>
                  <a:lnTo>
                    <a:pt x="2321092" y="3958568"/>
                  </a:lnTo>
                  <a:lnTo>
                    <a:pt x="2321218" y="3958568"/>
                  </a:lnTo>
                  <a:lnTo>
                    <a:pt x="2321345" y="3958568"/>
                  </a:lnTo>
                  <a:lnTo>
                    <a:pt x="2321471" y="3958568"/>
                  </a:lnTo>
                  <a:lnTo>
                    <a:pt x="2321597" y="3958568"/>
                  </a:lnTo>
                  <a:lnTo>
                    <a:pt x="2321723" y="3958568"/>
                  </a:lnTo>
                  <a:lnTo>
                    <a:pt x="2321850" y="3958568"/>
                  </a:lnTo>
                  <a:lnTo>
                    <a:pt x="2321976" y="3958568"/>
                  </a:lnTo>
                  <a:lnTo>
                    <a:pt x="2322102" y="3958568"/>
                  </a:lnTo>
                  <a:lnTo>
                    <a:pt x="2322228" y="3958568"/>
                  </a:lnTo>
                  <a:lnTo>
                    <a:pt x="2322355" y="3958568"/>
                  </a:lnTo>
                  <a:lnTo>
                    <a:pt x="2322481" y="3958568"/>
                  </a:lnTo>
                  <a:lnTo>
                    <a:pt x="2322607" y="3958568"/>
                  </a:lnTo>
                  <a:lnTo>
                    <a:pt x="2322733" y="3958568"/>
                  </a:lnTo>
                  <a:lnTo>
                    <a:pt x="2322860" y="3958568"/>
                  </a:lnTo>
                  <a:lnTo>
                    <a:pt x="2322986" y="3958568"/>
                  </a:lnTo>
                  <a:lnTo>
                    <a:pt x="2323112" y="3958568"/>
                  </a:lnTo>
                  <a:lnTo>
                    <a:pt x="2323238" y="3958568"/>
                  </a:lnTo>
                  <a:lnTo>
                    <a:pt x="2323365" y="3958568"/>
                  </a:lnTo>
                  <a:lnTo>
                    <a:pt x="2323491" y="3958568"/>
                  </a:lnTo>
                  <a:lnTo>
                    <a:pt x="2323617" y="3958568"/>
                  </a:lnTo>
                  <a:lnTo>
                    <a:pt x="2323743" y="3958568"/>
                  </a:lnTo>
                  <a:lnTo>
                    <a:pt x="2323870" y="3958568"/>
                  </a:lnTo>
                  <a:lnTo>
                    <a:pt x="2323996" y="3958568"/>
                  </a:lnTo>
                  <a:lnTo>
                    <a:pt x="2324122" y="3958568"/>
                  </a:lnTo>
                  <a:lnTo>
                    <a:pt x="2324248" y="3958568"/>
                  </a:lnTo>
                  <a:lnTo>
                    <a:pt x="2324375" y="3958568"/>
                  </a:lnTo>
                  <a:lnTo>
                    <a:pt x="2324501" y="3958568"/>
                  </a:lnTo>
                  <a:lnTo>
                    <a:pt x="2324627" y="3958568"/>
                  </a:lnTo>
                  <a:lnTo>
                    <a:pt x="2324754" y="3958568"/>
                  </a:lnTo>
                  <a:lnTo>
                    <a:pt x="2324880" y="3958568"/>
                  </a:lnTo>
                  <a:lnTo>
                    <a:pt x="2325006" y="3958568"/>
                  </a:lnTo>
                  <a:lnTo>
                    <a:pt x="2325132" y="3958568"/>
                  </a:lnTo>
                  <a:lnTo>
                    <a:pt x="2325259" y="3958568"/>
                  </a:lnTo>
                  <a:lnTo>
                    <a:pt x="2325385" y="3958568"/>
                  </a:lnTo>
                  <a:lnTo>
                    <a:pt x="2325511" y="3958568"/>
                  </a:lnTo>
                  <a:lnTo>
                    <a:pt x="2325637" y="3958568"/>
                  </a:lnTo>
                  <a:lnTo>
                    <a:pt x="2325764" y="3958568"/>
                  </a:lnTo>
                  <a:lnTo>
                    <a:pt x="2325890" y="3958568"/>
                  </a:lnTo>
                  <a:lnTo>
                    <a:pt x="2326016" y="3958568"/>
                  </a:lnTo>
                  <a:lnTo>
                    <a:pt x="2326142" y="3958568"/>
                  </a:lnTo>
                  <a:lnTo>
                    <a:pt x="2326269" y="3958568"/>
                  </a:lnTo>
                  <a:lnTo>
                    <a:pt x="2326269" y="3953656"/>
                  </a:lnTo>
                  <a:lnTo>
                    <a:pt x="2326395" y="3953656"/>
                  </a:lnTo>
                  <a:lnTo>
                    <a:pt x="2326521" y="3953656"/>
                  </a:lnTo>
                  <a:lnTo>
                    <a:pt x="2326647" y="3953656"/>
                  </a:lnTo>
                  <a:lnTo>
                    <a:pt x="2326774" y="3953656"/>
                  </a:lnTo>
                  <a:lnTo>
                    <a:pt x="2326900" y="3953656"/>
                  </a:lnTo>
                  <a:lnTo>
                    <a:pt x="2327026" y="3953656"/>
                  </a:lnTo>
                  <a:lnTo>
                    <a:pt x="2327152" y="3953656"/>
                  </a:lnTo>
                  <a:lnTo>
                    <a:pt x="2327279" y="3953656"/>
                  </a:lnTo>
                  <a:lnTo>
                    <a:pt x="2327405" y="3953656"/>
                  </a:lnTo>
                  <a:lnTo>
                    <a:pt x="2327531" y="3953656"/>
                  </a:lnTo>
                  <a:lnTo>
                    <a:pt x="2327657" y="3953656"/>
                  </a:lnTo>
                  <a:lnTo>
                    <a:pt x="2327784" y="3953656"/>
                  </a:lnTo>
                  <a:lnTo>
                    <a:pt x="2327910" y="3953656"/>
                  </a:lnTo>
                  <a:lnTo>
                    <a:pt x="2328036" y="3953656"/>
                  </a:lnTo>
                  <a:lnTo>
                    <a:pt x="2328162" y="3953656"/>
                  </a:lnTo>
                  <a:lnTo>
                    <a:pt x="2328289" y="3953656"/>
                  </a:lnTo>
                  <a:lnTo>
                    <a:pt x="2328415" y="3953656"/>
                  </a:lnTo>
                  <a:lnTo>
                    <a:pt x="2328541" y="3953656"/>
                  </a:lnTo>
                  <a:lnTo>
                    <a:pt x="2328541" y="3948745"/>
                  </a:lnTo>
                  <a:lnTo>
                    <a:pt x="2328667" y="3948745"/>
                  </a:lnTo>
                  <a:lnTo>
                    <a:pt x="2328794" y="3948745"/>
                  </a:lnTo>
                  <a:lnTo>
                    <a:pt x="2328920" y="3948745"/>
                  </a:lnTo>
                  <a:lnTo>
                    <a:pt x="2329046" y="3948745"/>
                  </a:lnTo>
                  <a:lnTo>
                    <a:pt x="2329172" y="3948745"/>
                  </a:lnTo>
                  <a:lnTo>
                    <a:pt x="2329299" y="3948745"/>
                  </a:lnTo>
                  <a:lnTo>
                    <a:pt x="2329425" y="3948745"/>
                  </a:lnTo>
                  <a:lnTo>
                    <a:pt x="2329551" y="3948745"/>
                  </a:lnTo>
                  <a:lnTo>
                    <a:pt x="2329677" y="3948745"/>
                  </a:lnTo>
                  <a:lnTo>
                    <a:pt x="2329804" y="3948745"/>
                  </a:lnTo>
                  <a:lnTo>
                    <a:pt x="2329930" y="3948745"/>
                  </a:lnTo>
                  <a:lnTo>
                    <a:pt x="2330056" y="3948745"/>
                  </a:lnTo>
                  <a:lnTo>
                    <a:pt x="2330183" y="3948745"/>
                  </a:lnTo>
                  <a:lnTo>
                    <a:pt x="2330309" y="3948745"/>
                  </a:lnTo>
                  <a:lnTo>
                    <a:pt x="2330435" y="3948745"/>
                  </a:lnTo>
                  <a:lnTo>
                    <a:pt x="2330561" y="3948745"/>
                  </a:lnTo>
                  <a:lnTo>
                    <a:pt x="2330688" y="3948745"/>
                  </a:lnTo>
                  <a:lnTo>
                    <a:pt x="2330814" y="3948745"/>
                  </a:lnTo>
                  <a:lnTo>
                    <a:pt x="2330940" y="3948745"/>
                  </a:lnTo>
                  <a:lnTo>
                    <a:pt x="2330940" y="3943834"/>
                  </a:lnTo>
                  <a:lnTo>
                    <a:pt x="2331066" y="3943834"/>
                  </a:lnTo>
                  <a:lnTo>
                    <a:pt x="2331066" y="3938922"/>
                  </a:lnTo>
                  <a:lnTo>
                    <a:pt x="2331193" y="3938922"/>
                  </a:lnTo>
                  <a:lnTo>
                    <a:pt x="2331319" y="3938922"/>
                  </a:lnTo>
                  <a:lnTo>
                    <a:pt x="2331445" y="3938922"/>
                  </a:lnTo>
                  <a:lnTo>
                    <a:pt x="2331571" y="3938922"/>
                  </a:lnTo>
                  <a:lnTo>
                    <a:pt x="2331571" y="3934011"/>
                  </a:lnTo>
                  <a:lnTo>
                    <a:pt x="2331698" y="3934011"/>
                  </a:lnTo>
                  <a:lnTo>
                    <a:pt x="2331824" y="3934011"/>
                  </a:lnTo>
                  <a:lnTo>
                    <a:pt x="2331950" y="3934011"/>
                  </a:lnTo>
                  <a:lnTo>
                    <a:pt x="2332076" y="3934011"/>
                  </a:lnTo>
                  <a:lnTo>
                    <a:pt x="2332203" y="3934011"/>
                  </a:lnTo>
                  <a:lnTo>
                    <a:pt x="2332329" y="3934011"/>
                  </a:lnTo>
                  <a:lnTo>
                    <a:pt x="2332455" y="3934011"/>
                  </a:lnTo>
                  <a:lnTo>
                    <a:pt x="2332581" y="3934011"/>
                  </a:lnTo>
                  <a:lnTo>
                    <a:pt x="2332708" y="3934011"/>
                  </a:lnTo>
                  <a:lnTo>
                    <a:pt x="2332708" y="3929099"/>
                  </a:lnTo>
                  <a:lnTo>
                    <a:pt x="2332834" y="3929099"/>
                  </a:lnTo>
                  <a:lnTo>
                    <a:pt x="2332960" y="3929099"/>
                  </a:lnTo>
                  <a:lnTo>
                    <a:pt x="2333086" y="3929099"/>
                  </a:lnTo>
                  <a:lnTo>
                    <a:pt x="2333213" y="3929099"/>
                  </a:lnTo>
                  <a:lnTo>
                    <a:pt x="2333339" y="3929099"/>
                  </a:lnTo>
                  <a:lnTo>
                    <a:pt x="2333465" y="3929099"/>
                  </a:lnTo>
                  <a:lnTo>
                    <a:pt x="2333591" y="3929099"/>
                  </a:lnTo>
                  <a:lnTo>
                    <a:pt x="2333718" y="3929099"/>
                  </a:lnTo>
                  <a:lnTo>
                    <a:pt x="2333844" y="3929099"/>
                  </a:lnTo>
                  <a:lnTo>
                    <a:pt x="2333970" y="3929099"/>
                  </a:lnTo>
                  <a:lnTo>
                    <a:pt x="2334096" y="3929099"/>
                  </a:lnTo>
                  <a:lnTo>
                    <a:pt x="2334223" y="3929099"/>
                  </a:lnTo>
                  <a:lnTo>
                    <a:pt x="2334349" y="3929099"/>
                  </a:lnTo>
                  <a:lnTo>
                    <a:pt x="2334475" y="3929099"/>
                  </a:lnTo>
                  <a:lnTo>
                    <a:pt x="2334601" y="3929099"/>
                  </a:lnTo>
                  <a:lnTo>
                    <a:pt x="2334728" y="3929099"/>
                  </a:lnTo>
                  <a:lnTo>
                    <a:pt x="2334854" y="3929099"/>
                  </a:lnTo>
                  <a:lnTo>
                    <a:pt x="2334980" y="3929099"/>
                  </a:lnTo>
                  <a:lnTo>
                    <a:pt x="2335107" y="3929099"/>
                  </a:lnTo>
                  <a:lnTo>
                    <a:pt x="2335233" y="3929099"/>
                  </a:lnTo>
                  <a:lnTo>
                    <a:pt x="2335359" y="3929099"/>
                  </a:lnTo>
                  <a:lnTo>
                    <a:pt x="2335485" y="3929099"/>
                  </a:lnTo>
                  <a:lnTo>
                    <a:pt x="2335612" y="3929099"/>
                  </a:lnTo>
                  <a:lnTo>
                    <a:pt x="2335738" y="3929099"/>
                  </a:lnTo>
                  <a:lnTo>
                    <a:pt x="2335864" y="3929099"/>
                  </a:lnTo>
                  <a:lnTo>
                    <a:pt x="2335990" y="3929099"/>
                  </a:lnTo>
                  <a:lnTo>
                    <a:pt x="2336117" y="3929099"/>
                  </a:lnTo>
                  <a:lnTo>
                    <a:pt x="2336243" y="3929099"/>
                  </a:lnTo>
                  <a:lnTo>
                    <a:pt x="2336369" y="3929099"/>
                  </a:lnTo>
                  <a:lnTo>
                    <a:pt x="2336495" y="3929099"/>
                  </a:lnTo>
                  <a:lnTo>
                    <a:pt x="2336622" y="3929099"/>
                  </a:lnTo>
                  <a:lnTo>
                    <a:pt x="2336622" y="3924188"/>
                  </a:lnTo>
                  <a:lnTo>
                    <a:pt x="2336748" y="3924188"/>
                  </a:lnTo>
                  <a:lnTo>
                    <a:pt x="2336874" y="3924188"/>
                  </a:lnTo>
                  <a:lnTo>
                    <a:pt x="2337000" y="3924188"/>
                  </a:lnTo>
                  <a:lnTo>
                    <a:pt x="2337127" y="3924188"/>
                  </a:lnTo>
                  <a:lnTo>
                    <a:pt x="2337253" y="3924188"/>
                  </a:lnTo>
                  <a:lnTo>
                    <a:pt x="2337379" y="3924188"/>
                  </a:lnTo>
                  <a:lnTo>
                    <a:pt x="2337505" y="3924188"/>
                  </a:lnTo>
                  <a:lnTo>
                    <a:pt x="2337632" y="3924188"/>
                  </a:lnTo>
                  <a:lnTo>
                    <a:pt x="2337758" y="3924188"/>
                  </a:lnTo>
                  <a:lnTo>
                    <a:pt x="2337884" y="3924188"/>
                  </a:lnTo>
                  <a:lnTo>
                    <a:pt x="2338010" y="3924188"/>
                  </a:lnTo>
                  <a:lnTo>
                    <a:pt x="2338137" y="3924188"/>
                  </a:lnTo>
                  <a:lnTo>
                    <a:pt x="2338263" y="3924188"/>
                  </a:lnTo>
                  <a:lnTo>
                    <a:pt x="2338389" y="3924188"/>
                  </a:lnTo>
                  <a:lnTo>
                    <a:pt x="2338515" y="3924188"/>
                  </a:lnTo>
                  <a:lnTo>
                    <a:pt x="2338642" y="3924188"/>
                  </a:lnTo>
                  <a:lnTo>
                    <a:pt x="2338642" y="3919277"/>
                  </a:lnTo>
                  <a:lnTo>
                    <a:pt x="2338768" y="3919277"/>
                  </a:lnTo>
                  <a:lnTo>
                    <a:pt x="2338894" y="3919277"/>
                  </a:lnTo>
                  <a:lnTo>
                    <a:pt x="2338894" y="3914365"/>
                  </a:lnTo>
                  <a:lnTo>
                    <a:pt x="2339020" y="3914365"/>
                  </a:lnTo>
                  <a:lnTo>
                    <a:pt x="2339147" y="3914365"/>
                  </a:lnTo>
                  <a:lnTo>
                    <a:pt x="2339273" y="3914365"/>
                  </a:lnTo>
                  <a:lnTo>
                    <a:pt x="2339399" y="3914365"/>
                  </a:lnTo>
                  <a:lnTo>
                    <a:pt x="2339525" y="3914365"/>
                  </a:lnTo>
                  <a:lnTo>
                    <a:pt x="2339652" y="3914365"/>
                  </a:lnTo>
                  <a:lnTo>
                    <a:pt x="2339778" y="3914365"/>
                  </a:lnTo>
                  <a:lnTo>
                    <a:pt x="2339904" y="3914365"/>
                  </a:lnTo>
                  <a:lnTo>
                    <a:pt x="2340030" y="3914365"/>
                  </a:lnTo>
                  <a:lnTo>
                    <a:pt x="2340157" y="3914365"/>
                  </a:lnTo>
                  <a:lnTo>
                    <a:pt x="2340283" y="3914365"/>
                  </a:lnTo>
                  <a:lnTo>
                    <a:pt x="2340409" y="3914365"/>
                  </a:lnTo>
                  <a:lnTo>
                    <a:pt x="2340536" y="3914365"/>
                  </a:lnTo>
                  <a:lnTo>
                    <a:pt x="2340662" y="3914365"/>
                  </a:lnTo>
                  <a:lnTo>
                    <a:pt x="2340788" y="3914365"/>
                  </a:lnTo>
                  <a:lnTo>
                    <a:pt x="2340914" y="3914365"/>
                  </a:lnTo>
                  <a:lnTo>
                    <a:pt x="2341041" y="3914365"/>
                  </a:lnTo>
                  <a:lnTo>
                    <a:pt x="2341167" y="3914365"/>
                  </a:lnTo>
                  <a:lnTo>
                    <a:pt x="2341293" y="3914365"/>
                  </a:lnTo>
                  <a:lnTo>
                    <a:pt x="2341419" y="3914365"/>
                  </a:lnTo>
                  <a:lnTo>
                    <a:pt x="2341546" y="3914365"/>
                  </a:lnTo>
                  <a:lnTo>
                    <a:pt x="2341672" y="3914365"/>
                  </a:lnTo>
                  <a:lnTo>
                    <a:pt x="2341798" y="3914365"/>
                  </a:lnTo>
                  <a:lnTo>
                    <a:pt x="2341924" y="3914365"/>
                  </a:lnTo>
                  <a:lnTo>
                    <a:pt x="2342051" y="3914365"/>
                  </a:lnTo>
                  <a:lnTo>
                    <a:pt x="2342177" y="3914365"/>
                  </a:lnTo>
                  <a:lnTo>
                    <a:pt x="2342303" y="3914365"/>
                  </a:lnTo>
                  <a:lnTo>
                    <a:pt x="2342429" y="3914365"/>
                  </a:lnTo>
                  <a:lnTo>
                    <a:pt x="2342556" y="3914365"/>
                  </a:lnTo>
                  <a:lnTo>
                    <a:pt x="2342682" y="3914365"/>
                  </a:lnTo>
                  <a:lnTo>
                    <a:pt x="2342808" y="3914365"/>
                  </a:lnTo>
                  <a:lnTo>
                    <a:pt x="2342934" y="3914365"/>
                  </a:lnTo>
                  <a:lnTo>
                    <a:pt x="2343061" y="3914365"/>
                  </a:lnTo>
                  <a:lnTo>
                    <a:pt x="2343061" y="3909454"/>
                  </a:lnTo>
                  <a:lnTo>
                    <a:pt x="2343187" y="3909454"/>
                  </a:lnTo>
                  <a:lnTo>
                    <a:pt x="2343313" y="3909454"/>
                  </a:lnTo>
                  <a:lnTo>
                    <a:pt x="2343439" y="3909454"/>
                  </a:lnTo>
                  <a:lnTo>
                    <a:pt x="2343566" y="3909454"/>
                  </a:lnTo>
                  <a:lnTo>
                    <a:pt x="2343692" y="3909454"/>
                  </a:lnTo>
                  <a:lnTo>
                    <a:pt x="2343818" y="3909454"/>
                  </a:lnTo>
                  <a:lnTo>
                    <a:pt x="2343944" y="3909454"/>
                  </a:lnTo>
                  <a:lnTo>
                    <a:pt x="2344071" y="3909454"/>
                  </a:lnTo>
                  <a:lnTo>
                    <a:pt x="2344197" y="3909454"/>
                  </a:lnTo>
                  <a:lnTo>
                    <a:pt x="2344323" y="3909454"/>
                  </a:lnTo>
                  <a:lnTo>
                    <a:pt x="2344449" y="3909454"/>
                  </a:lnTo>
                  <a:lnTo>
                    <a:pt x="2344576" y="3909454"/>
                  </a:lnTo>
                  <a:lnTo>
                    <a:pt x="2344702" y="3909454"/>
                  </a:lnTo>
                  <a:lnTo>
                    <a:pt x="2344828" y="3909454"/>
                  </a:lnTo>
                  <a:lnTo>
                    <a:pt x="2344954" y="3909454"/>
                  </a:lnTo>
                  <a:lnTo>
                    <a:pt x="2345081" y="3909454"/>
                  </a:lnTo>
                  <a:lnTo>
                    <a:pt x="2345207" y="3909454"/>
                  </a:lnTo>
                  <a:lnTo>
                    <a:pt x="2345333" y="3909454"/>
                  </a:lnTo>
                  <a:lnTo>
                    <a:pt x="2345460" y="3909454"/>
                  </a:lnTo>
                  <a:lnTo>
                    <a:pt x="2345586" y="3909454"/>
                  </a:lnTo>
                  <a:lnTo>
                    <a:pt x="2345712" y="3909454"/>
                  </a:lnTo>
                  <a:lnTo>
                    <a:pt x="2345838" y="3909454"/>
                  </a:lnTo>
                  <a:lnTo>
                    <a:pt x="2345965" y="3909454"/>
                  </a:lnTo>
                  <a:lnTo>
                    <a:pt x="2346091" y="3909454"/>
                  </a:lnTo>
                  <a:lnTo>
                    <a:pt x="2346217" y="3909454"/>
                  </a:lnTo>
                  <a:lnTo>
                    <a:pt x="2346343" y="3909454"/>
                  </a:lnTo>
                  <a:lnTo>
                    <a:pt x="2346470" y="3909454"/>
                  </a:lnTo>
                  <a:lnTo>
                    <a:pt x="2346596" y="3909454"/>
                  </a:lnTo>
                  <a:lnTo>
                    <a:pt x="2346722" y="3909454"/>
                  </a:lnTo>
                  <a:lnTo>
                    <a:pt x="2346848" y="3909454"/>
                  </a:lnTo>
                  <a:lnTo>
                    <a:pt x="2346975" y="3909454"/>
                  </a:lnTo>
                  <a:lnTo>
                    <a:pt x="2347101" y="3909454"/>
                  </a:lnTo>
                  <a:lnTo>
                    <a:pt x="2347227" y="3909454"/>
                  </a:lnTo>
                  <a:lnTo>
                    <a:pt x="2347353" y="3909454"/>
                  </a:lnTo>
                  <a:lnTo>
                    <a:pt x="2347480" y="3909454"/>
                  </a:lnTo>
                  <a:lnTo>
                    <a:pt x="2347606" y="3909454"/>
                  </a:lnTo>
                  <a:lnTo>
                    <a:pt x="2347732" y="3909454"/>
                  </a:lnTo>
                  <a:lnTo>
                    <a:pt x="2347858" y="3909454"/>
                  </a:lnTo>
                  <a:lnTo>
                    <a:pt x="2347985" y="3909454"/>
                  </a:lnTo>
                  <a:lnTo>
                    <a:pt x="2348111" y="3909454"/>
                  </a:lnTo>
                  <a:lnTo>
                    <a:pt x="2348237" y="3909454"/>
                  </a:lnTo>
                  <a:lnTo>
                    <a:pt x="2348363" y="3909454"/>
                  </a:lnTo>
                  <a:lnTo>
                    <a:pt x="2348490" y="3909454"/>
                  </a:lnTo>
                  <a:lnTo>
                    <a:pt x="2348616" y="3909454"/>
                  </a:lnTo>
                  <a:lnTo>
                    <a:pt x="2348742" y="3909454"/>
                  </a:lnTo>
                  <a:lnTo>
                    <a:pt x="2348868" y="3909454"/>
                  </a:lnTo>
                  <a:lnTo>
                    <a:pt x="2348995" y="3909454"/>
                  </a:lnTo>
                  <a:lnTo>
                    <a:pt x="2349121" y="3909454"/>
                  </a:lnTo>
                  <a:lnTo>
                    <a:pt x="2349247" y="3909454"/>
                  </a:lnTo>
                  <a:lnTo>
                    <a:pt x="2349373" y="3909454"/>
                  </a:lnTo>
                  <a:lnTo>
                    <a:pt x="2349500" y="3909454"/>
                  </a:lnTo>
                  <a:lnTo>
                    <a:pt x="2349626" y="3909454"/>
                  </a:lnTo>
                  <a:lnTo>
                    <a:pt x="2349752" y="3909454"/>
                  </a:lnTo>
                  <a:lnTo>
                    <a:pt x="2349878" y="3909454"/>
                  </a:lnTo>
                  <a:lnTo>
                    <a:pt x="2350005" y="3909454"/>
                  </a:lnTo>
                  <a:lnTo>
                    <a:pt x="2350131" y="3909454"/>
                  </a:lnTo>
                  <a:lnTo>
                    <a:pt x="2350257" y="3909454"/>
                  </a:lnTo>
                  <a:lnTo>
                    <a:pt x="2350383" y="3909454"/>
                  </a:lnTo>
                  <a:lnTo>
                    <a:pt x="2350510" y="3909454"/>
                  </a:lnTo>
                  <a:lnTo>
                    <a:pt x="2350510" y="3904543"/>
                  </a:lnTo>
                  <a:lnTo>
                    <a:pt x="2350636" y="3904543"/>
                  </a:lnTo>
                  <a:lnTo>
                    <a:pt x="2350762" y="3904543"/>
                  </a:lnTo>
                  <a:lnTo>
                    <a:pt x="2350889" y="3904543"/>
                  </a:lnTo>
                  <a:lnTo>
                    <a:pt x="2351015" y="3904543"/>
                  </a:lnTo>
                  <a:lnTo>
                    <a:pt x="2351141" y="3904543"/>
                  </a:lnTo>
                  <a:lnTo>
                    <a:pt x="2351267" y="3904543"/>
                  </a:lnTo>
                  <a:lnTo>
                    <a:pt x="2351394" y="3904543"/>
                  </a:lnTo>
                  <a:lnTo>
                    <a:pt x="2351520" y="3904543"/>
                  </a:lnTo>
                  <a:lnTo>
                    <a:pt x="2351646" y="3904543"/>
                  </a:lnTo>
                  <a:lnTo>
                    <a:pt x="2351772" y="3904543"/>
                  </a:lnTo>
                  <a:lnTo>
                    <a:pt x="2351899" y="3904543"/>
                  </a:lnTo>
                  <a:lnTo>
                    <a:pt x="2352025" y="3904543"/>
                  </a:lnTo>
                  <a:lnTo>
                    <a:pt x="2352151" y="3904543"/>
                  </a:lnTo>
                  <a:lnTo>
                    <a:pt x="2352277" y="3904543"/>
                  </a:lnTo>
                  <a:lnTo>
                    <a:pt x="2352404" y="3904543"/>
                  </a:lnTo>
                  <a:lnTo>
                    <a:pt x="2352530" y="3904543"/>
                  </a:lnTo>
                  <a:lnTo>
                    <a:pt x="2352656" y="3904543"/>
                  </a:lnTo>
                  <a:lnTo>
                    <a:pt x="2352782" y="3904543"/>
                  </a:lnTo>
                  <a:lnTo>
                    <a:pt x="2352909" y="3904543"/>
                  </a:lnTo>
                  <a:lnTo>
                    <a:pt x="2353035" y="3904543"/>
                  </a:lnTo>
                  <a:lnTo>
                    <a:pt x="2353161" y="3904543"/>
                  </a:lnTo>
                  <a:lnTo>
                    <a:pt x="2353287" y="3904543"/>
                  </a:lnTo>
                  <a:lnTo>
                    <a:pt x="2353414" y="3904543"/>
                  </a:lnTo>
                  <a:lnTo>
                    <a:pt x="2353540" y="3904543"/>
                  </a:lnTo>
                  <a:lnTo>
                    <a:pt x="2353666" y="3904543"/>
                  </a:lnTo>
                  <a:lnTo>
                    <a:pt x="2353792" y="3904543"/>
                  </a:lnTo>
                  <a:lnTo>
                    <a:pt x="2353919" y="3904543"/>
                  </a:lnTo>
                  <a:lnTo>
                    <a:pt x="2354045" y="3904543"/>
                  </a:lnTo>
                  <a:lnTo>
                    <a:pt x="2354171" y="3904543"/>
                  </a:lnTo>
                  <a:lnTo>
                    <a:pt x="2354297" y="3904543"/>
                  </a:lnTo>
                  <a:lnTo>
                    <a:pt x="2354424" y="3904543"/>
                  </a:lnTo>
                  <a:lnTo>
                    <a:pt x="2354550" y="3904543"/>
                  </a:lnTo>
                  <a:lnTo>
                    <a:pt x="2354676" y="3904543"/>
                  </a:lnTo>
                  <a:lnTo>
                    <a:pt x="2354802" y="3904543"/>
                  </a:lnTo>
                  <a:lnTo>
                    <a:pt x="2354929" y="3904543"/>
                  </a:lnTo>
                  <a:lnTo>
                    <a:pt x="2355055" y="3904543"/>
                  </a:lnTo>
                  <a:lnTo>
                    <a:pt x="2355181" y="3904543"/>
                  </a:lnTo>
                  <a:lnTo>
                    <a:pt x="2355307" y="3904543"/>
                  </a:lnTo>
                  <a:lnTo>
                    <a:pt x="2355434" y="3904543"/>
                  </a:lnTo>
                  <a:lnTo>
                    <a:pt x="2355560" y="3904543"/>
                  </a:lnTo>
                  <a:lnTo>
                    <a:pt x="2355686" y="3904543"/>
                  </a:lnTo>
                  <a:lnTo>
                    <a:pt x="2355813" y="3904543"/>
                  </a:lnTo>
                  <a:lnTo>
                    <a:pt x="2355813" y="3899631"/>
                  </a:lnTo>
                  <a:lnTo>
                    <a:pt x="2355939" y="3899631"/>
                  </a:lnTo>
                  <a:lnTo>
                    <a:pt x="2356065" y="3899631"/>
                  </a:lnTo>
                  <a:lnTo>
                    <a:pt x="2356191" y="3899631"/>
                  </a:lnTo>
                  <a:lnTo>
                    <a:pt x="2356318" y="3899631"/>
                  </a:lnTo>
                  <a:lnTo>
                    <a:pt x="2356444" y="3899631"/>
                  </a:lnTo>
                  <a:lnTo>
                    <a:pt x="2356570" y="3899631"/>
                  </a:lnTo>
                  <a:lnTo>
                    <a:pt x="2356696" y="3899631"/>
                  </a:lnTo>
                  <a:lnTo>
                    <a:pt x="2356823" y="3899631"/>
                  </a:lnTo>
                  <a:lnTo>
                    <a:pt x="2356949" y="3899631"/>
                  </a:lnTo>
                  <a:lnTo>
                    <a:pt x="2357075" y="3899631"/>
                  </a:lnTo>
                  <a:lnTo>
                    <a:pt x="2357201" y="3899631"/>
                  </a:lnTo>
                  <a:lnTo>
                    <a:pt x="2357328" y="3899631"/>
                  </a:lnTo>
                  <a:lnTo>
                    <a:pt x="2357454" y="3899631"/>
                  </a:lnTo>
                  <a:lnTo>
                    <a:pt x="2357580" y="3899631"/>
                  </a:lnTo>
                  <a:lnTo>
                    <a:pt x="2357706" y="3899631"/>
                  </a:lnTo>
                  <a:lnTo>
                    <a:pt x="2357833" y="3899631"/>
                  </a:lnTo>
                  <a:lnTo>
                    <a:pt x="2357959" y="3899631"/>
                  </a:lnTo>
                  <a:lnTo>
                    <a:pt x="2358085" y="3899631"/>
                  </a:lnTo>
                  <a:lnTo>
                    <a:pt x="2358211" y="3899631"/>
                  </a:lnTo>
                  <a:lnTo>
                    <a:pt x="2358338" y="3899631"/>
                  </a:lnTo>
                  <a:lnTo>
                    <a:pt x="2358464" y="3899631"/>
                  </a:lnTo>
                  <a:lnTo>
                    <a:pt x="2358590" y="3899631"/>
                  </a:lnTo>
                  <a:lnTo>
                    <a:pt x="2358716" y="3899631"/>
                  </a:lnTo>
                  <a:lnTo>
                    <a:pt x="2358843" y="3899631"/>
                  </a:lnTo>
                  <a:lnTo>
                    <a:pt x="2358969" y="3899631"/>
                  </a:lnTo>
                  <a:lnTo>
                    <a:pt x="2359095" y="3899631"/>
                  </a:lnTo>
                  <a:lnTo>
                    <a:pt x="2359221" y="3899631"/>
                  </a:lnTo>
                  <a:lnTo>
                    <a:pt x="2359348" y="3899631"/>
                  </a:lnTo>
                  <a:lnTo>
                    <a:pt x="2359474" y="3899631"/>
                  </a:lnTo>
                  <a:lnTo>
                    <a:pt x="2359600" y="3899631"/>
                  </a:lnTo>
                  <a:lnTo>
                    <a:pt x="2359726" y="3899631"/>
                  </a:lnTo>
                  <a:lnTo>
                    <a:pt x="2359853" y="3899631"/>
                  </a:lnTo>
                  <a:lnTo>
                    <a:pt x="2359979" y="3899631"/>
                  </a:lnTo>
                  <a:lnTo>
                    <a:pt x="2360105" y="3899631"/>
                  </a:lnTo>
                  <a:lnTo>
                    <a:pt x="2360231" y="3899631"/>
                  </a:lnTo>
                  <a:lnTo>
                    <a:pt x="2360358" y="3899631"/>
                  </a:lnTo>
                  <a:lnTo>
                    <a:pt x="2360484" y="3899631"/>
                  </a:lnTo>
                  <a:lnTo>
                    <a:pt x="2360610" y="3899631"/>
                  </a:lnTo>
                  <a:lnTo>
                    <a:pt x="2360736" y="3899631"/>
                  </a:lnTo>
                  <a:lnTo>
                    <a:pt x="2360863" y="3899631"/>
                  </a:lnTo>
                  <a:lnTo>
                    <a:pt x="2360989" y="3899631"/>
                  </a:lnTo>
                  <a:lnTo>
                    <a:pt x="2361115" y="3899631"/>
                  </a:lnTo>
                  <a:lnTo>
                    <a:pt x="2361242" y="3899631"/>
                  </a:lnTo>
                  <a:lnTo>
                    <a:pt x="2361368" y="3899631"/>
                  </a:lnTo>
                  <a:lnTo>
                    <a:pt x="2361494" y="3899631"/>
                  </a:lnTo>
                  <a:lnTo>
                    <a:pt x="2361620" y="3899631"/>
                  </a:lnTo>
                  <a:lnTo>
                    <a:pt x="2361747" y="3899631"/>
                  </a:lnTo>
                  <a:lnTo>
                    <a:pt x="2361873" y="3899631"/>
                  </a:lnTo>
                  <a:lnTo>
                    <a:pt x="2361999" y="3899631"/>
                  </a:lnTo>
                  <a:lnTo>
                    <a:pt x="2362125" y="3899631"/>
                  </a:lnTo>
                  <a:lnTo>
                    <a:pt x="2362252" y="3899631"/>
                  </a:lnTo>
                  <a:lnTo>
                    <a:pt x="2362378" y="3899631"/>
                  </a:lnTo>
                  <a:lnTo>
                    <a:pt x="2362504" y="3899631"/>
                  </a:lnTo>
                  <a:lnTo>
                    <a:pt x="2362630" y="3899631"/>
                  </a:lnTo>
                  <a:lnTo>
                    <a:pt x="2362757" y="3899631"/>
                  </a:lnTo>
                  <a:lnTo>
                    <a:pt x="2362883" y="3899631"/>
                  </a:lnTo>
                  <a:lnTo>
                    <a:pt x="2363009" y="3899631"/>
                  </a:lnTo>
                  <a:lnTo>
                    <a:pt x="2363135" y="3899631"/>
                  </a:lnTo>
                  <a:lnTo>
                    <a:pt x="2363262" y="3899631"/>
                  </a:lnTo>
                  <a:lnTo>
                    <a:pt x="2363388" y="3899631"/>
                  </a:lnTo>
                  <a:lnTo>
                    <a:pt x="2363514" y="3899631"/>
                  </a:lnTo>
                  <a:lnTo>
                    <a:pt x="2363640" y="3899631"/>
                  </a:lnTo>
                  <a:lnTo>
                    <a:pt x="2363767" y="3899631"/>
                  </a:lnTo>
                  <a:lnTo>
                    <a:pt x="2363893" y="3899631"/>
                  </a:lnTo>
                  <a:lnTo>
                    <a:pt x="2364019" y="3899631"/>
                  </a:lnTo>
                  <a:lnTo>
                    <a:pt x="2364145" y="3899631"/>
                  </a:lnTo>
                  <a:lnTo>
                    <a:pt x="2364272" y="3899631"/>
                  </a:lnTo>
                  <a:lnTo>
                    <a:pt x="2364398" y="3899631"/>
                  </a:lnTo>
                  <a:lnTo>
                    <a:pt x="2364524" y="3899631"/>
                  </a:lnTo>
                  <a:lnTo>
                    <a:pt x="2364650" y="3899631"/>
                  </a:lnTo>
                  <a:lnTo>
                    <a:pt x="2364777" y="3899631"/>
                  </a:lnTo>
                  <a:lnTo>
                    <a:pt x="2364903" y="3899631"/>
                  </a:lnTo>
                  <a:lnTo>
                    <a:pt x="2365029" y="3899631"/>
                  </a:lnTo>
                  <a:lnTo>
                    <a:pt x="2365155" y="3899631"/>
                  </a:lnTo>
                  <a:lnTo>
                    <a:pt x="2365282" y="3899631"/>
                  </a:lnTo>
                  <a:lnTo>
                    <a:pt x="2365408" y="3899631"/>
                  </a:lnTo>
                  <a:lnTo>
                    <a:pt x="2365534" y="3899631"/>
                  </a:lnTo>
                  <a:lnTo>
                    <a:pt x="2365660" y="3899631"/>
                  </a:lnTo>
                  <a:lnTo>
                    <a:pt x="2365787" y="3899631"/>
                  </a:lnTo>
                  <a:lnTo>
                    <a:pt x="2365913" y="3899631"/>
                  </a:lnTo>
                  <a:lnTo>
                    <a:pt x="2366039" y="3899631"/>
                  </a:lnTo>
                  <a:lnTo>
                    <a:pt x="2366166" y="3899631"/>
                  </a:lnTo>
                  <a:lnTo>
                    <a:pt x="2366292" y="3899631"/>
                  </a:lnTo>
                  <a:lnTo>
                    <a:pt x="2366418" y="3899631"/>
                  </a:lnTo>
                  <a:lnTo>
                    <a:pt x="2366418" y="3894720"/>
                  </a:lnTo>
                  <a:lnTo>
                    <a:pt x="2366544" y="3894720"/>
                  </a:lnTo>
                  <a:lnTo>
                    <a:pt x="2366671" y="3894720"/>
                  </a:lnTo>
                  <a:lnTo>
                    <a:pt x="2366797" y="3894720"/>
                  </a:lnTo>
                  <a:lnTo>
                    <a:pt x="2366923" y="3894720"/>
                  </a:lnTo>
                  <a:lnTo>
                    <a:pt x="2367049" y="3894720"/>
                  </a:lnTo>
                  <a:lnTo>
                    <a:pt x="2367176" y="3894720"/>
                  </a:lnTo>
                  <a:lnTo>
                    <a:pt x="2367302" y="3894720"/>
                  </a:lnTo>
                  <a:lnTo>
                    <a:pt x="2367428" y="3894720"/>
                  </a:lnTo>
                  <a:lnTo>
                    <a:pt x="2367554" y="3894720"/>
                  </a:lnTo>
                  <a:lnTo>
                    <a:pt x="2367681" y="3894720"/>
                  </a:lnTo>
                  <a:lnTo>
                    <a:pt x="2367807" y="3894720"/>
                  </a:lnTo>
                  <a:lnTo>
                    <a:pt x="2367933" y="3894720"/>
                  </a:lnTo>
                  <a:lnTo>
                    <a:pt x="2368059" y="3894720"/>
                  </a:lnTo>
                  <a:lnTo>
                    <a:pt x="2368186" y="3894720"/>
                  </a:lnTo>
                  <a:lnTo>
                    <a:pt x="2368312" y="3894720"/>
                  </a:lnTo>
                  <a:lnTo>
                    <a:pt x="2368438" y="3894720"/>
                  </a:lnTo>
                  <a:lnTo>
                    <a:pt x="2368564" y="3894720"/>
                  </a:lnTo>
                  <a:lnTo>
                    <a:pt x="2368691" y="3894720"/>
                  </a:lnTo>
                  <a:lnTo>
                    <a:pt x="2368817" y="3894720"/>
                  </a:lnTo>
                  <a:lnTo>
                    <a:pt x="2368943" y="3894720"/>
                  </a:lnTo>
                  <a:lnTo>
                    <a:pt x="2368943" y="3889808"/>
                  </a:lnTo>
                  <a:lnTo>
                    <a:pt x="2369069" y="3889808"/>
                  </a:lnTo>
                  <a:lnTo>
                    <a:pt x="2369196" y="3889808"/>
                  </a:lnTo>
                  <a:lnTo>
                    <a:pt x="2369322" y="3889808"/>
                  </a:lnTo>
                  <a:lnTo>
                    <a:pt x="2369448" y="3889808"/>
                  </a:lnTo>
                  <a:lnTo>
                    <a:pt x="2369574" y="3889808"/>
                  </a:lnTo>
                  <a:lnTo>
                    <a:pt x="2369701" y="3889808"/>
                  </a:lnTo>
                  <a:lnTo>
                    <a:pt x="2369827" y="3889808"/>
                  </a:lnTo>
                  <a:lnTo>
                    <a:pt x="2369953" y="3889808"/>
                  </a:lnTo>
                  <a:lnTo>
                    <a:pt x="2370079" y="3889808"/>
                  </a:lnTo>
                  <a:lnTo>
                    <a:pt x="2370206" y="3889808"/>
                  </a:lnTo>
                  <a:lnTo>
                    <a:pt x="2370332" y="3889808"/>
                  </a:lnTo>
                  <a:lnTo>
                    <a:pt x="2370458" y="3889808"/>
                  </a:lnTo>
                  <a:lnTo>
                    <a:pt x="2370584" y="3889808"/>
                  </a:lnTo>
                  <a:lnTo>
                    <a:pt x="2370711" y="3889808"/>
                  </a:lnTo>
                  <a:lnTo>
                    <a:pt x="2370837" y="3889808"/>
                  </a:lnTo>
                  <a:lnTo>
                    <a:pt x="2370963" y="3889808"/>
                  </a:lnTo>
                  <a:lnTo>
                    <a:pt x="2371089" y="3889808"/>
                  </a:lnTo>
                  <a:lnTo>
                    <a:pt x="2371216" y="3889808"/>
                  </a:lnTo>
                  <a:lnTo>
                    <a:pt x="2371342" y="3889808"/>
                  </a:lnTo>
                  <a:lnTo>
                    <a:pt x="2371468" y="3889808"/>
                  </a:lnTo>
                  <a:lnTo>
                    <a:pt x="2371595" y="3889808"/>
                  </a:lnTo>
                  <a:lnTo>
                    <a:pt x="2371721" y="3889808"/>
                  </a:lnTo>
                  <a:lnTo>
                    <a:pt x="2371847" y="3889808"/>
                  </a:lnTo>
                  <a:lnTo>
                    <a:pt x="2371973" y="3889808"/>
                  </a:lnTo>
                  <a:lnTo>
                    <a:pt x="2372100" y="3889808"/>
                  </a:lnTo>
                  <a:lnTo>
                    <a:pt x="2372226" y="3889808"/>
                  </a:lnTo>
                  <a:lnTo>
                    <a:pt x="2372352" y="3889808"/>
                  </a:lnTo>
                  <a:lnTo>
                    <a:pt x="2372478" y="3889808"/>
                  </a:lnTo>
                  <a:lnTo>
                    <a:pt x="2372605" y="3889808"/>
                  </a:lnTo>
                  <a:lnTo>
                    <a:pt x="2372731" y="3889808"/>
                  </a:lnTo>
                  <a:lnTo>
                    <a:pt x="2372857" y="3889808"/>
                  </a:lnTo>
                  <a:lnTo>
                    <a:pt x="2372983" y="3889808"/>
                  </a:lnTo>
                  <a:lnTo>
                    <a:pt x="2373110" y="3889808"/>
                  </a:lnTo>
                  <a:lnTo>
                    <a:pt x="2373236" y="3889808"/>
                  </a:lnTo>
                  <a:lnTo>
                    <a:pt x="2373362" y="3889808"/>
                  </a:lnTo>
                  <a:lnTo>
                    <a:pt x="2373488" y="3889808"/>
                  </a:lnTo>
                  <a:lnTo>
                    <a:pt x="2373615" y="3889808"/>
                  </a:lnTo>
                  <a:lnTo>
                    <a:pt x="2373741" y="3889808"/>
                  </a:lnTo>
                  <a:lnTo>
                    <a:pt x="2373867" y="3889808"/>
                  </a:lnTo>
                  <a:lnTo>
                    <a:pt x="2373993" y="3889808"/>
                  </a:lnTo>
                  <a:lnTo>
                    <a:pt x="2374120" y="3889808"/>
                  </a:lnTo>
                  <a:lnTo>
                    <a:pt x="2374246" y="3889808"/>
                  </a:lnTo>
                  <a:lnTo>
                    <a:pt x="2374372" y="3889808"/>
                  </a:lnTo>
                  <a:lnTo>
                    <a:pt x="2374498" y="3889808"/>
                  </a:lnTo>
                  <a:lnTo>
                    <a:pt x="2374625" y="3889808"/>
                  </a:lnTo>
                  <a:lnTo>
                    <a:pt x="2374751" y="3889808"/>
                  </a:lnTo>
                  <a:lnTo>
                    <a:pt x="2374877" y="3889808"/>
                  </a:lnTo>
                  <a:lnTo>
                    <a:pt x="2375003" y="3889808"/>
                  </a:lnTo>
                  <a:lnTo>
                    <a:pt x="2375130" y="3889808"/>
                  </a:lnTo>
                  <a:lnTo>
                    <a:pt x="2375256" y="3889808"/>
                  </a:lnTo>
                  <a:lnTo>
                    <a:pt x="2375382" y="3889808"/>
                  </a:lnTo>
                  <a:lnTo>
                    <a:pt x="2375508" y="3889808"/>
                  </a:lnTo>
                  <a:lnTo>
                    <a:pt x="2375635" y="3889808"/>
                  </a:lnTo>
                  <a:lnTo>
                    <a:pt x="2375761" y="3889808"/>
                  </a:lnTo>
                  <a:lnTo>
                    <a:pt x="2375887" y="3889808"/>
                  </a:lnTo>
                  <a:lnTo>
                    <a:pt x="2376013" y="3889808"/>
                  </a:lnTo>
                  <a:lnTo>
                    <a:pt x="2376140" y="3889808"/>
                  </a:lnTo>
                  <a:lnTo>
                    <a:pt x="2376266" y="3889808"/>
                  </a:lnTo>
                  <a:lnTo>
                    <a:pt x="2376392" y="3889808"/>
                  </a:lnTo>
                  <a:lnTo>
                    <a:pt x="2376519" y="3889808"/>
                  </a:lnTo>
                  <a:lnTo>
                    <a:pt x="2376645" y="3889808"/>
                  </a:lnTo>
                  <a:lnTo>
                    <a:pt x="2376771" y="3889808"/>
                  </a:lnTo>
                  <a:lnTo>
                    <a:pt x="2376897" y="3889808"/>
                  </a:lnTo>
                  <a:lnTo>
                    <a:pt x="2377024" y="3889808"/>
                  </a:lnTo>
                  <a:lnTo>
                    <a:pt x="2377150" y="3889808"/>
                  </a:lnTo>
                  <a:lnTo>
                    <a:pt x="2377276" y="3889808"/>
                  </a:lnTo>
                  <a:lnTo>
                    <a:pt x="2377402" y="3889808"/>
                  </a:lnTo>
                  <a:lnTo>
                    <a:pt x="2377529" y="3889808"/>
                  </a:lnTo>
                  <a:lnTo>
                    <a:pt x="2377655" y="3889808"/>
                  </a:lnTo>
                  <a:lnTo>
                    <a:pt x="2377781" y="3889808"/>
                  </a:lnTo>
                  <a:lnTo>
                    <a:pt x="2377907" y="3889808"/>
                  </a:lnTo>
                  <a:lnTo>
                    <a:pt x="2378034" y="3889808"/>
                  </a:lnTo>
                  <a:lnTo>
                    <a:pt x="2378160" y="3889808"/>
                  </a:lnTo>
                  <a:lnTo>
                    <a:pt x="2378286" y="3889808"/>
                  </a:lnTo>
                  <a:lnTo>
                    <a:pt x="2378412" y="3889808"/>
                  </a:lnTo>
                  <a:lnTo>
                    <a:pt x="2378539" y="3889808"/>
                  </a:lnTo>
                  <a:lnTo>
                    <a:pt x="2378665" y="3889808"/>
                  </a:lnTo>
                  <a:lnTo>
                    <a:pt x="2378791" y="3889808"/>
                  </a:lnTo>
                  <a:lnTo>
                    <a:pt x="2378917" y="3889808"/>
                  </a:lnTo>
                  <a:lnTo>
                    <a:pt x="2379044" y="3889808"/>
                  </a:lnTo>
                  <a:lnTo>
                    <a:pt x="2379170" y="3889808"/>
                  </a:lnTo>
                  <a:lnTo>
                    <a:pt x="2379296" y="3889808"/>
                  </a:lnTo>
                  <a:lnTo>
                    <a:pt x="2379422" y="3889808"/>
                  </a:lnTo>
                  <a:lnTo>
                    <a:pt x="2379549" y="3889808"/>
                  </a:lnTo>
                  <a:lnTo>
                    <a:pt x="2379675" y="3889808"/>
                  </a:lnTo>
                  <a:lnTo>
                    <a:pt x="2379801" y="3889808"/>
                  </a:lnTo>
                  <a:lnTo>
                    <a:pt x="2379927" y="3889808"/>
                  </a:lnTo>
                  <a:lnTo>
                    <a:pt x="2380054" y="3889808"/>
                  </a:lnTo>
                  <a:lnTo>
                    <a:pt x="2380180" y="3889808"/>
                  </a:lnTo>
                  <a:lnTo>
                    <a:pt x="2380306" y="3889808"/>
                  </a:lnTo>
                  <a:lnTo>
                    <a:pt x="2380432" y="3889808"/>
                  </a:lnTo>
                  <a:lnTo>
                    <a:pt x="2380559" y="3889808"/>
                  </a:lnTo>
                  <a:lnTo>
                    <a:pt x="2380685" y="3889808"/>
                  </a:lnTo>
                  <a:lnTo>
                    <a:pt x="2380811" y="3889808"/>
                  </a:lnTo>
                  <a:lnTo>
                    <a:pt x="2380937" y="3889808"/>
                  </a:lnTo>
                  <a:lnTo>
                    <a:pt x="2381064" y="3889808"/>
                  </a:lnTo>
                  <a:lnTo>
                    <a:pt x="2381190" y="3889808"/>
                  </a:lnTo>
                  <a:lnTo>
                    <a:pt x="2381316" y="3889808"/>
                  </a:lnTo>
                  <a:lnTo>
                    <a:pt x="2381443" y="3889808"/>
                  </a:lnTo>
                  <a:lnTo>
                    <a:pt x="2381569" y="3889808"/>
                  </a:lnTo>
                  <a:lnTo>
                    <a:pt x="2381695" y="3889808"/>
                  </a:lnTo>
                  <a:lnTo>
                    <a:pt x="2381821" y="3889808"/>
                  </a:lnTo>
                  <a:lnTo>
                    <a:pt x="2381948" y="3889808"/>
                  </a:lnTo>
                  <a:lnTo>
                    <a:pt x="2381948" y="3884897"/>
                  </a:lnTo>
                  <a:lnTo>
                    <a:pt x="2382074" y="3884897"/>
                  </a:lnTo>
                  <a:lnTo>
                    <a:pt x="2382200" y="3884897"/>
                  </a:lnTo>
                  <a:lnTo>
                    <a:pt x="2382326" y="3884897"/>
                  </a:lnTo>
                  <a:lnTo>
                    <a:pt x="2382453" y="3884897"/>
                  </a:lnTo>
                  <a:lnTo>
                    <a:pt x="2382579" y="3884897"/>
                  </a:lnTo>
                  <a:lnTo>
                    <a:pt x="2382705" y="3884897"/>
                  </a:lnTo>
                  <a:lnTo>
                    <a:pt x="2382831" y="3884897"/>
                  </a:lnTo>
                  <a:lnTo>
                    <a:pt x="2382958" y="3884897"/>
                  </a:lnTo>
                  <a:lnTo>
                    <a:pt x="2383084" y="3884897"/>
                  </a:lnTo>
                  <a:lnTo>
                    <a:pt x="2383210" y="3884897"/>
                  </a:lnTo>
                  <a:lnTo>
                    <a:pt x="2383336" y="3884897"/>
                  </a:lnTo>
                  <a:lnTo>
                    <a:pt x="2383463" y="3884897"/>
                  </a:lnTo>
                  <a:lnTo>
                    <a:pt x="2383589" y="3884897"/>
                  </a:lnTo>
                  <a:lnTo>
                    <a:pt x="2383715" y="3884897"/>
                  </a:lnTo>
                  <a:lnTo>
                    <a:pt x="2383841" y="3884897"/>
                  </a:lnTo>
                  <a:lnTo>
                    <a:pt x="2383968" y="3884897"/>
                  </a:lnTo>
                  <a:lnTo>
                    <a:pt x="2384094" y="3884897"/>
                  </a:lnTo>
                  <a:lnTo>
                    <a:pt x="2384220" y="3884897"/>
                  </a:lnTo>
                  <a:lnTo>
                    <a:pt x="2384346" y="3884897"/>
                  </a:lnTo>
                  <a:lnTo>
                    <a:pt x="2384473" y="3884897"/>
                  </a:lnTo>
                  <a:lnTo>
                    <a:pt x="2384599" y="3884897"/>
                  </a:lnTo>
                  <a:lnTo>
                    <a:pt x="2384725" y="3884897"/>
                  </a:lnTo>
                  <a:lnTo>
                    <a:pt x="2384851" y="3884897"/>
                  </a:lnTo>
                  <a:lnTo>
                    <a:pt x="2384978" y="3884897"/>
                  </a:lnTo>
                  <a:lnTo>
                    <a:pt x="2385104" y="3884897"/>
                  </a:lnTo>
                  <a:lnTo>
                    <a:pt x="2385230" y="3884897"/>
                  </a:lnTo>
                  <a:lnTo>
                    <a:pt x="2385356" y="3884897"/>
                  </a:lnTo>
                  <a:lnTo>
                    <a:pt x="2385483" y="3884897"/>
                  </a:lnTo>
                  <a:lnTo>
                    <a:pt x="2385609" y="3884897"/>
                  </a:lnTo>
                  <a:lnTo>
                    <a:pt x="2385735" y="3884897"/>
                  </a:lnTo>
                  <a:lnTo>
                    <a:pt x="2385861" y="3884897"/>
                  </a:lnTo>
                  <a:lnTo>
                    <a:pt x="2385988" y="3884897"/>
                  </a:lnTo>
                  <a:lnTo>
                    <a:pt x="2386114" y="3884897"/>
                  </a:lnTo>
                  <a:lnTo>
                    <a:pt x="2386240" y="3884897"/>
                  </a:lnTo>
                  <a:lnTo>
                    <a:pt x="2386366" y="3884897"/>
                  </a:lnTo>
                  <a:lnTo>
                    <a:pt x="2386493" y="3884897"/>
                  </a:lnTo>
                  <a:lnTo>
                    <a:pt x="2386619" y="3884897"/>
                  </a:lnTo>
                  <a:lnTo>
                    <a:pt x="2386745" y="3884897"/>
                  </a:lnTo>
                  <a:lnTo>
                    <a:pt x="2386872" y="3884897"/>
                  </a:lnTo>
                  <a:lnTo>
                    <a:pt x="2386998" y="3884897"/>
                  </a:lnTo>
                  <a:lnTo>
                    <a:pt x="2387124" y="3884897"/>
                  </a:lnTo>
                  <a:lnTo>
                    <a:pt x="2387250" y="3884897"/>
                  </a:lnTo>
                  <a:lnTo>
                    <a:pt x="2387377" y="3884897"/>
                  </a:lnTo>
                  <a:lnTo>
                    <a:pt x="2387377" y="3879986"/>
                  </a:lnTo>
                  <a:lnTo>
                    <a:pt x="2387503" y="3879986"/>
                  </a:lnTo>
                  <a:lnTo>
                    <a:pt x="2387629" y="3879986"/>
                  </a:lnTo>
                  <a:lnTo>
                    <a:pt x="2387755" y="3879986"/>
                  </a:lnTo>
                  <a:lnTo>
                    <a:pt x="2387882" y="3879986"/>
                  </a:lnTo>
                  <a:lnTo>
                    <a:pt x="2388008" y="3879986"/>
                  </a:lnTo>
                  <a:lnTo>
                    <a:pt x="2388134" y="3879986"/>
                  </a:lnTo>
                  <a:lnTo>
                    <a:pt x="2388260" y="3879986"/>
                  </a:lnTo>
                  <a:lnTo>
                    <a:pt x="2388387" y="3879986"/>
                  </a:lnTo>
                  <a:lnTo>
                    <a:pt x="2388513" y="3879986"/>
                  </a:lnTo>
                  <a:lnTo>
                    <a:pt x="2388639" y="3879986"/>
                  </a:lnTo>
                  <a:lnTo>
                    <a:pt x="2388765" y="3879986"/>
                  </a:lnTo>
                  <a:lnTo>
                    <a:pt x="2388892" y="3879986"/>
                  </a:lnTo>
                  <a:lnTo>
                    <a:pt x="2389018" y="3879986"/>
                  </a:lnTo>
                  <a:lnTo>
                    <a:pt x="2389144" y="3879986"/>
                  </a:lnTo>
                  <a:lnTo>
                    <a:pt x="2389270" y="3879986"/>
                  </a:lnTo>
                  <a:lnTo>
                    <a:pt x="2389397" y="3879986"/>
                  </a:lnTo>
                  <a:lnTo>
                    <a:pt x="2389523" y="3879986"/>
                  </a:lnTo>
                  <a:lnTo>
                    <a:pt x="2389649" y="3879986"/>
                  </a:lnTo>
                  <a:lnTo>
                    <a:pt x="2389775" y="3879986"/>
                  </a:lnTo>
                  <a:lnTo>
                    <a:pt x="2389902" y="3879986"/>
                  </a:lnTo>
                  <a:lnTo>
                    <a:pt x="2390028" y="3879986"/>
                  </a:lnTo>
                  <a:lnTo>
                    <a:pt x="2390154" y="3879986"/>
                  </a:lnTo>
                  <a:lnTo>
                    <a:pt x="2390280" y="3879986"/>
                  </a:lnTo>
                  <a:lnTo>
                    <a:pt x="2390407" y="3879986"/>
                  </a:lnTo>
                  <a:lnTo>
                    <a:pt x="2390533" y="3879986"/>
                  </a:lnTo>
                  <a:lnTo>
                    <a:pt x="2390659" y="3879986"/>
                  </a:lnTo>
                  <a:lnTo>
                    <a:pt x="2390785" y="3879986"/>
                  </a:lnTo>
                  <a:lnTo>
                    <a:pt x="2390912" y="3879986"/>
                  </a:lnTo>
                  <a:lnTo>
                    <a:pt x="2391038" y="3879986"/>
                  </a:lnTo>
                  <a:lnTo>
                    <a:pt x="2391164" y="3879986"/>
                  </a:lnTo>
                  <a:lnTo>
                    <a:pt x="2391290" y="3879986"/>
                  </a:lnTo>
                  <a:lnTo>
                    <a:pt x="2391417" y="3879986"/>
                  </a:lnTo>
                  <a:lnTo>
                    <a:pt x="2391543" y="3879986"/>
                  </a:lnTo>
                  <a:lnTo>
                    <a:pt x="2391669" y="3879986"/>
                  </a:lnTo>
                  <a:lnTo>
                    <a:pt x="2391796" y="3879986"/>
                  </a:lnTo>
                  <a:lnTo>
                    <a:pt x="2391922" y="3879986"/>
                  </a:lnTo>
                  <a:lnTo>
                    <a:pt x="2392048" y="3879986"/>
                  </a:lnTo>
                  <a:lnTo>
                    <a:pt x="2392174" y="3879986"/>
                  </a:lnTo>
                  <a:lnTo>
                    <a:pt x="2392301" y="3879986"/>
                  </a:lnTo>
                  <a:lnTo>
                    <a:pt x="2392427" y="3879986"/>
                  </a:lnTo>
                  <a:lnTo>
                    <a:pt x="2392553" y="3879986"/>
                  </a:lnTo>
                  <a:lnTo>
                    <a:pt x="2392679" y="3879986"/>
                  </a:lnTo>
                  <a:lnTo>
                    <a:pt x="2392806" y="3879986"/>
                  </a:lnTo>
                  <a:lnTo>
                    <a:pt x="2392932" y="3879986"/>
                  </a:lnTo>
                  <a:lnTo>
                    <a:pt x="2393058" y="3879986"/>
                  </a:lnTo>
                  <a:lnTo>
                    <a:pt x="2393184" y="3879986"/>
                  </a:lnTo>
                  <a:lnTo>
                    <a:pt x="2393311" y="3879986"/>
                  </a:lnTo>
                  <a:lnTo>
                    <a:pt x="2393437" y="3879986"/>
                  </a:lnTo>
                  <a:lnTo>
                    <a:pt x="2393563" y="3879986"/>
                  </a:lnTo>
                  <a:lnTo>
                    <a:pt x="2393689" y="3879986"/>
                  </a:lnTo>
                  <a:lnTo>
                    <a:pt x="2393816" y="3879986"/>
                  </a:lnTo>
                  <a:lnTo>
                    <a:pt x="2393942" y="3879986"/>
                  </a:lnTo>
                  <a:lnTo>
                    <a:pt x="2394068" y="3879986"/>
                  </a:lnTo>
                  <a:lnTo>
                    <a:pt x="2394194" y="3879986"/>
                  </a:lnTo>
                  <a:lnTo>
                    <a:pt x="2394321" y="3879986"/>
                  </a:lnTo>
                  <a:lnTo>
                    <a:pt x="2394447" y="3879986"/>
                  </a:lnTo>
                  <a:lnTo>
                    <a:pt x="2394573" y="3879986"/>
                  </a:lnTo>
                  <a:lnTo>
                    <a:pt x="2394699" y="3879986"/>
                  </a:lnTo>
                  <a:lnTo>
                    <a:pt x="2394826" y="3879986"/>
                  </a:lnTo>
                  <a:lnTo>
                    <a:pt x="2394952" y="3879986"/>
                  </a:lnTo>
                  <a:lnTo>
                    <a:pt x="2395078" y="3879986"/>
                  </a:lnTo>
                  <a:lnTo>
                    <a:pt x="2395204" y="3879986"/>
                  </a:lnTo>
                  <a:lnTo>
                    <a:pt x="2395331" y="3879986"/>
                  </a:lnTo>
                  <a:lnTo>
                    <a:pt x="2395457" y="3879986"/>
                  </a:lnTo>
                  <a:lnTo>
                    <a:pt x="2395583" y="3879986"/>
                  </a:lnTo>
                  <a:lnTo>
                    <a:pt x="2395709" y="3879986"/>
                  </a:lnTo>
                  <a:lnTo>
                    <a:pt x="2395836" y="3879986"/>
                  </a:lnTo>
                  <a:lnTo>
                    <a:pt x="2395962" y="3879986"/>
                  </a:lnTo>
                  <a:lnTo>
                    <a:pt x="2396088" y="3879986"/>
                  </a:lnTo>
                  <a:lnTo>
                    <a:pt x="2396214" y="3879986"/>
                  </a:lnTo>
                  <a:lnTo>
                    <a:pt x="2396341" y="3879986"/>
                  </a:lnTo>
                  <a:lnTo>
                    <a:pt x="2396467" y="3879986"/>
                  </a:lnTo>
                  <a:lnTo>
                    <a:pt x="2396593" y="3879986"/>
                  </a:lnTo>
                  <a:lnTo>
                    <a:pt x="2396719" y="3879986"/>
                  </a:lnTo>
                  <a:lnTo>
                    <a:pt x="2396846" y="3879986"/>
                  </a:lnTo>
                  <a:lnTo>
                    <a:pt x="2396972" y="3879986"/>
                  </a:lnTo>
                  <a:lnTo>
                    <a:pt x="2397098" y="3879986"/>
                  </a:lnTo>
                  <a:lnTo>
                    <a:pt x="2397225" y="3879986"/>
                  </a:lnTo>
                  <a:lnTo>
                    <a:pt x="2397351" y="3879986"/>
                  </a:lnTo>
                  <a:lnTo>
                    <a:pt x="2397477" y="3879986"/>
                  </a:lnTo>
                  <a:lnTo>
                    <a:pt x="2397603" y="3879986"/>
                  </a:lnTo>
                  <a:lnTo>
                    <a:pt x="2397730" y="3879986"/>
                  </a:lnTo>
                  <a:lnTo>
                    <a:pt x="2397856" y="3879986"/>
                  </a:lnTo>
                  <a:lnTo>
                    <a:pt x="2397982" y="3879986"/>
                  </a:lnTo>
                  <a:lnTo>
                    <a:pt x="2398108" y="3879986"/>
                  </a:lnTo>
                  <a:lnTo>
                    <a:pt x="2398235" y="3879986"/>
                  </a:lnTo>
                  <a:lnTo>
                    <a:pt x="2398235" y="3875074"/>
                  </a:lnTo>
                  <a:lnTo>
                    <a:pt x="2398361" y="3875074"/>
                  </a:lnTo>
                  <a:lnTo>
                    <a:pt x="2398487" y="3875074"/>
                  </a:lnTo>
                  <a:lnTo>
                    <a:pt x="2398487" y="3870163"/>
                  </a:lnTo>
                  <a:lnTo>
                    <a:pt x="2398613" y="3870163"/>
                  </a:lnTo>
                  <a:lnTo>
                    <a:pt x="2398740" y="3870163"/>
                  </a:lnTo>
                  <a:lnTo>
                    <a:pt x="2398866" y="3870163"/>
                  </a:lnTo>
                  <a:lnTo>
                    <a:pt x="2398992" y="3870163"/>
                  </a:lnTo>
                  <a:lnTo>
                    <a:pt x="2399118" y="3870163"/>
                  </a:lnTo>
                  <a:lnTo>
                    <a:pt x="2399245" y="3870163"/>
                  </a:lnTo>
                  <a:lnTo>
                    <a:pt x="2399371" y="3870163"/>
                  </a:lnTo>
                  <a:lnTo>
                    <a:pt x="2399497" y="3870163"/>
                  </a:lnTo>
                  <a:lnTo>
                    <a:pt x="2399623" y="3870163"/>
                  </a:lnTo>
                  <a:lnTo>
                    <a:pt x="2399750" y="3870163"/>
                  </a:lnTo>
                  <a:lnTo>
                    <a:pt x="2399876" y="3870163"/>
                  </a:lnTo>
                  <a:lnTo>
                    <a:pt x="2400002" y="3870163"/>
                  </a:lnTo>
                  <a:lnTo>
                    <a:pt x="2400128" y="3870163"/>
                  </a:lnTo>
                  <a:lnTo>
                    <a:pt x="2400255" y="3870163"/>
                  </a:lnTo>
                  <a:lnTo>
                    <a:pt x="2400381" y="3870163"/>
                  </a:lnTo>
                  <a:lnTo>
                    <a:pt x="2400507" y="3870163"/>
                  </a:lnTo>
                  <a:lnTo>
                    <a:pt x="2400633" y="3870163"/>
                  </a:lnTo>
                  <a:lnTo>
                    <a:pt x="2400760" y="3870163"/>
                  </a:lnTo>
                  <a:lnTo>
                    <a:pt x="2400886" y="3870163"/>
                  </a:lnTo>
                  <a:lnTo>
                    <a:pt x="2401012" y="3870163"/>
                  </a:lnTo>
                  <a:lnTo>
                    <a:pt x="2401138" y="3870163"/>
                  </a:lnTo>
                  <a:lnTo>
                    <a:pt x="2401265" y="3870163"/>
                  </a:lnTo>
                  <a:lnTo>
                    <a:pt x="2401391" y="3870163"/>
                  </a:lnTo>
                  <a:lnTo>
                    <a:pt x="2401517" y="3870163"/>
                  </a:lnTo>
                  <a:lnTo>
                    <a:pt x="2401643" y="3870163"/>
                  </a:lnTo>
                  <a:lnTo>
                    <a:pt x="2401770" y="3870163"/>
                  </a:lnTo>
                  <a:lnTo>
                    <a:pt x="2401896" y="3870163"/>
                  </a:lnTo>
                  <a:lnTo>
                    <a:pt x="2402022" y="3870163"/>
                  </a:lnTo>
                  <a:lnTo>
                    <a:pt x="2402149" y="3870163"/>
                  </a:lnTo>
                  <a:lnTo>
                    <a:pt x="2402275" y="3870163"/>
                  </a:lnTo>
                  <a:lnTo>
                    <a:pt x="2402401" y="3870163"/>
                  </a:lnTo>
                  <a:lnTo>
                    <a:pt x="2402527" y="3870163"/>
                  </a:lnTo>
                  <a:lnTo>
                    <a:pt x="2402654" y="3870163"/>
                  </a:lnTo>
                  <a:lnTo>
                    <a:pt x="2402780" y="3870163"/>
                  </a:lnTo>
                  <a:lnTo>
                    <a:pt x="2402906" y="3870163"/>
                  </a:lnTo>
                  <a:lnTo>
                    <a:pt x="2403032" y="3870163"/>
                  </a:lnTo>
                  <a:lnTo>
                    <a:pt x="2403159" y="3870163"/>
                  </a:lnTo>
                  <a:lnTo>
                    <a:pt x="2403285" y="3870163"/>
                  </a:lnTo>
                  <a:lnTo>
                    <a:pt x="2403411" y="3870163"/>
                  </a:lnTo>
                  <a:lnTo>
                    <a:pt x="2403537" y="3870163"/>
                  </a:lnTo>
                  <a:lnTo>
                    <a:pt x="2403664" y="3870163"/>
                  </a:lnTo>
                  <a:lnTo>
                    <a:pt x="2403790" y="3870163"/>
                  </a:lnTo>
                  <a:lnTo>
                    <a:pt x="2403916" y="3870163"/>
                  </a:lnTo>
                  <a:lnTo>
                    <a:pt x="2404042" y="3870163"/>
                  </a:lnTo>
                  <a:lnTo>
                    <a:pt x="2404169" y="3870163"/>
                  </a:lnTo>
                  <a:lnTo>
                    <a:pt x="2404295" y="3870163"/>
                  </a:lnTo>
                  <a:lnTo>
                    <a:pt x="2404421" y="3870163"/>
                  </a:lnTo>
                  <a:lnTo>
                    <a:pt x="2404547" y="3870163"/>
                  </a:lnTo>
                  <a:lnTo>
                    <a:pt x="2404674" y="3870163"/>
                  </a:lnTo>
                  <a:lnTo>
                    <a:pt x="2404800" y="3870163"/>
                  </a:lnTo>
                  <a:lnTo>
                    <a:pt x="2404926" y="3870163"/>
                  </a:lnTo>
                  <a:lnTo>
                    <a:pt x="2405052" y="3870163"/>
                  </a:lnTo>
                  <a:lnTo>
                    <a:pt x="2405179" y="3870163"/>
                  </a:lnTo>
                  <a:lnTo>
                    <a:pt x="2405305" y="3870163"/>
                  </a:lnTo>
                  <a:lnTo>
                    <a:pt x="2405431" y="3870163"/>
                  </a:lnTo>
                  <a:lnTo>
                    <a:pt x="2405557" y="3870163"/>
                  </a:lnTo>
                  <a:lnTo>
                    <a:pt x="2405684" y="3870163"/>
                  </a:lnTo>
                  <a:lnTo>
                    <a:pt x="2405810" y="3870163"/>
                  </a:lnTo>
                  <a:lnTo>
                    <a:pt x="2405936" y="3870163"/>
                  </a:lnTo>
                  <a:lnTo>
                    <a:pt x="2406062" y="3870163"/>
                  </a:lnTo>
                  <a:lnTo>
                    <a:pt x="2406189" y="3870163"/>
                  </a:lnTo>
                  <a:lnTo>
                    <a:pt x="2406315" y="3870163"/>
                  </a:lnTo>
                  <a:lnTo>
                    <a:pt x="2406441" y="3870163"/>
                  </a:lnTo>
                  <a:lnTo>
                    <a:pt x="2406567" y="3870163"/>
                  </a:lnTo>
                  <a:lnTo>
                    <a:pt x="2406694" y="3870163"/>
                  </a:lnTo>
                  <a:lnTo>
                    <a:pt x="2406820" y="3870163"/>
                  </a:lnTo>
                  <a:lnTo>
                    <a:pt x="2406946" y="3870163"/>
                  </a:lnTo>
                  <a:lnTo>
                    <a:pt x="2407072" y="3870163"/>
                  </a:lnTo>
                  <a:lnTo>
                    <a:pt x="2407199" y="3870163"/>
                  </a:lnTo>
                  <a:lnTo>
                    <a:pt x="2407325" y="3870163"/>
                  </a:lnTo>
                  <a:lnTo>
                    <a:pt x="2407451" y="3870163"/>
                  </a:lnTo>
                  <a:lnTo>
                    <a:pt x="2407578" y="3870163"/>
                  </a:lnTo>
                  <a:lnTo>
                    <a:pt x="2407704" y="3870163"/>
                  </a:lnTo>
                  <a:lnTo>
                    <a:pt x="2407830" y="3870163"/>
                  </a:lnTo>
                  <a:lnTo>
                    <a:pt x="2407956" y="3870163"/>
                  </a:lnTo>
                  <a:lnTo>
                    <a:pt x="2408083" y="3870163"/>
                  </a:lnTo>
                  <a:lnTo>
                    <a:pt x="2408209" y="3870163"/>
                  </a:lnTo>
                  <a:lnTo>
                    <a:pt x="2408335" y="3870163"/>
                  </a:lnTo>
                  <a:lnTo>
                    <a:pt x="2408461" y="3870163"/>
                  </a:lnTo>
                  <a:lnTo>
                    <a:pt x="2408588" y="3870163"/>
                  </a:lnTo>
                  <a:lnTo>
                    <a:pt x="2408714" y="3870163"/>
                  </a:lnTo>
                  <a:lnTo>
                    <a:pt x="2408840" y="3870163"/>
                  </a:lnTo>
                  <a:lnTo>
                    <a:pt x="2408966" y="3870163"/>
                  </a:lnTo>
                  <a:lnTo>
                    <a:pt x="2409093" y="3870163"/>
                  </a:lnTo>
                  <a:lnTo>
                    <a:pt x="2409219" y="3870163"/>
                  </a:lnTo>
                  <a:lnTo>
                    <a:pt x="2409345" y="3870163"/>
                  </a:lnTo>
                  <a:lnTo>
                    <a:pt x="2409471" y="3870163"/>
                  </a:lnTo>
                  <a:lnTo>
                    <a:pt x="2409598" y="3870163"/>
                  </a:lnTo>
                  <a:lnTo>
                    <a:pt x="2409724" y="3870163"/>
                  </a:lnTo>
                  <a:lnTo>
                    <a:pt x="2409850" y="3870163"/>
                  </a:lnTo>
                  <a:lnTo>
                    <a:pt x="2409976" y="3870163"/>
                  </a:lnTo>
                  <a:lnTo>
                    <a:pt x="2410103" y="3870163"/>
                  </a:lnTo>
                  <a:lnTo>
                    <a:pt x="2410229" y="3870163"/>
                  </a:lnTo>
                  <a:lnTo>
                    <a:pt x="2410355" y="3870163"/>
                  </a:lnTo>
                  <a:lnTo>
                    <a:pt x="2410481" y="3870163"/>
                  </a:lnTo>
                  <a:lnTo>
                    <a:pt x="2410608" y="3870163"/>
                  </a:lnTo>
                  <a:lnTo>
                    <a:pt x="2410734" y="3870163"/>
                  </a:lnTo>
                  <a:lnTo>
                    <a:pt x="2410860" y="3870163"/>
                  </a:lnTo>
                  <a:lnTo>
                    <a:pt x="2410986" y="3870163"/>
                  </a:lnTo>
                  <a:lnTo>
                    <a:pt x="2411113" y="3870163"/>
                  </a:lnTo>
                  <a:lnTo>
                    <a:pt x="2411239" y="3870163"/>
                  </a:lnTo>
                  <a:lnTo>
                    <a:pt x="2411365" y="3870163"/>
                  </a:lnTo>
                  <a:lnTo>
                    <a:pt x="2411491" y="3870163"/>
                  </a:lnTo>
                  <a:lnTo>
                    <a:pt x="2411618" y="3870163"/>
                  </a:lnTo>
                  <a:lnTo>
                    <a:pt x="2411744" y="3870163"/>
                  </a:lnTo>
                  <a:lnTo>
                    <a:pt x="2411870" y="3870163"/>
                  </a:lnTo>
                  <a:lnTo>
                    <a:pt x="2411996" y="3870163"/>
                  </a:lnTo>
                  <a:lnTo>
                    <a:pt x="2412123" y="3870163"/>
                  </a:lnTo>
                  <a:lnTo>
                    <a:pt x="2412249" y="3870163"/>
                  </a:lnTo>
                  <a:lnTo>
                    <a:pt x="2412249" y="3865252"/>
                  </a:lnTo>
                  <a:lnTo>
                    <a:pt x="2412375" y="3865252"/>
                  </a:lnTo>
                  <a:lnTo>
                    <a:pt x="2412502" y="3865252"/>
                  </a:lnTo>
                  <a:lnTo>
                    <a:pt x="2412628" y="3865252"/>
                  </a:lnTo>
                  <a:lnTo>
                    <a:pt x="2412754" y="3865252"/>
                  </a:lnTo>
                  <a:lnTo>
                    <a:pt x="2412880" y="3865252"/>
                  </a:lnTo>
                  <a:lnTo>
                    <a:pt x="2413007" y="3865252"/>
                  </a:lnTo>
                  <a:lnTo>
                    <a:pt x="2413133" y="3865252"/>
                  </a:lnTo>
                  <a:lnTo>
                    <a:pt x="2413259" y="3865252"/>
                  </a:lnTo>
                  <a:lnTo>
                    <a:pt x="2413385" y="3865252"/>
                  </a:lnTo>
                  <a:lnTo>
                    <a:pt x="2413512" y="3865252"/>
                  </a:lnTo>
                  <a:lnTo>
                    <a:pt x="2413638" y="3865252"/>
                  </a:lnTo>
                  <a:lnTo>
                    <a:pt x="2413764" y="3865252"/>
                  </a:lnTo>
                  <a:lnTo>
                    <a:pt x="2413890" y="3865252"/>
                  </a:lnTo>
                  <a:lnTo>
                    <a:pt x="2414017" y="3865252"/>
                  </a:lnTo>
                  <a:lnTo>
                    <a:pt x="2414143" y="3865252"/>
                  </a:lnTo>
                  <a:lnTo>
                    <a:pt x="2414269" y="3865252"/>
                  </a:lnTo>
                  <a:lnTo>
                    <a:pt x="2414395" y="3865252"/>
                  </a:lnTo>
                  <a:lnTo>
                    <a:pt x="2414522" y="3865252"/>
                  </a:lnTo>
                  <a:lnTo>
                    <a:pt x="2414648" y="3865252"/>
                  </a:lnTo>
                  <a:lnTo>
                    <a:pt x="2414774" y="3865252"/>
                  </a:lnTo>
                  <a:lnTo>
                    <a:pt x="2414900" y="3865252"/>
                  </a:lnTo>
                  <a:lnTo>
                    <a:pt x="2415027" y="3865252"/>
                  </a:lnTo>
                  <a:lnTo>
                    <a:pt x="2415153" y="3865252"/>
                  </a:lnTo>
                  <a:lnTo>
                    <a:pt x="2415279" y="3865252"/>
                  </a:lnTo>
                  <a:lnTo>
                    <a:pt x="2415279" y="3860340"/>
                  </a:lnTo>
                  <a:lnTo>
                    <a:pt x="2415405" y="3860340"/>
                  </a:lnTo>
                  <a:lnTo>
                    <a:pt x="2415532" y="3860340"/>
                  </a:lnTo>
                  <a:lnTo>
                    <a:pt x="2415658" y="3860340"/>
                  </a:lnTo>
                  <a:lnTo>
                    <a:pt x="2415784" y="3860340"/>
                  </a:lnTo>
                  <a:lnTo>
                    <a:pt x="2415910" y="3860340"/>
                  </a:lnTo>
                  <a:lnTo>
                    <a:pt x="2416037" y="3860340"/>
                  </a:lnTo>
                  <a:lnTo>
                    <a:pt x="2416163" y="3860340"/>
                  </a:lnTo>
                  <a:lnTo>
                    <a:pt x="2416289" y="3860340"/>
                  </a:lnTo>
                  <a:lnTo>
                    <a:pt x="2416415" y="3860340"/>
                  </a:lnTo>
                  <a:lnTo>
                    <a:pt x="2416542" y="3860340"/>
                  </a:lnTo>
                  <a:lnTo>
                    <a:pt x="2416668" y="3860340"/>
                  </a:lnTo>
                  <a:lnTo>
                    <a:pt x="2416794" y="3860340"/>
                  </a:lnTo>
                  <a:lnTo>
                    <a:pt x="2416920" y="3860340"/>
                  </a:lnTo>
                  <a:lnTo>
                    <a:pt x="2417047" y="3860340"/>
                  </a:lnTo>
                  <a:lnTo>
                    <a:pt x="2417173" y="3860340"/>
                  </a:lnTo>
                  <a:lnTo>
                    <a:pt x="2417299" y="3860340"/>
                  </a:lnTo>
                  <a:lnTo>
                    <a:pt x="2417425" y="3860340"/>
                  </a:lnTo>
                  <a:lnTo>
                    <a:pt x="2417552" y="3860340"/>
                  </a:lnTo>
                  <a:lnTo>
                    <a:pt x="2417678" y="3860340"/>
                  </a:lnTo>
                  <a:lnTo>
                    <a:pt x="2417804" y="3860340"/>
                  </a:lnTo>
                  <a:lnTo>
                    <a:pt x="2417931" y="3860340"/>
                  </a:lnTo>
                  <a:lnTo>
                    <a:pt x="2418057" y="3860340"/>
                  </a:lnTo>
                  <a:lnTo>
                    <a:pt x="2418183" y="3860340"/>
                  </a:lnTo>
                  <a:lnTo>
                    <a:pt x="2418309" y="3860340"/>
                  </a:lnTo>
                  <a:lnTo>
                    <a:pt x="2418436" y="3860340"/>
                  </a:lnTo>
                  <a:lnTo>
                    <a:pt x="2418562" y="3860340"/>
                  </a:lnTo>
                  <a:lnTo>
                    <a:pt x="2418688" y="3860340"/>
                  </a:lnTo>
                  <a:lnTo>
                    <a:pt x="2418814" y="3860340"/>
                  </a:lnTo>
                  <a:lnTo>
                    <a:pt x="2418941" y="3860340"/>
                  </a:lnTo>
                  <a:lnTo>
                    <a:pt x="2419067" y="3860340"/>
                  </a:lnTo>
                  <a:lnTo>
                    <a:pt x="2419193" y="3860340"/>
                  </a:lnTo>
                  <a:lnTo>
                    <a:pt x="2419319" y="3860340"/>
                  </a:lnTo>
                  <a:lnTo>
                    <a:pt x="2419446" y="3860340"/>
                  </a:lnTo>
                  <a:lnTo>
                    <a:pt x="2419572" y="3860340"/>
                  </a:lnTo>
                  <a:lnTo>
                    <a:pt x="2419698" y="3860340"/>
                  </a:lnTo>
                  <a:lnTo>
                    <a:pt x="2419824" y="3860340"/>
                  </a:lnTo>
                  <a:lnTo>
                    <a:pt x="2419951" y="3860340"/>
                  </a:lnTo>
                  <a:lnTo>
                    <a:pt x="2420077" y="3860340"/>
                  </a:lnTo>
                  <a:lnTo>
                    <a:pt x="2420203" y="3860340"/>
                  </a:lnTo>
                  <a:lnTo>
                    <a:pt x="2420329" y="3860340"/>
                  </a:lnTo>
                  <a:lnTo>
                    <a:pt x="2420456" y="3860340"/>
                  </a:lnTo>
                  <a:lnTo>
                    <a:pt x="2420582" y="3860340"/>
                  </a:lnTo>
                  <a:lnTo>
                    <a:pt x="2420708" y="3860340"/>
                  </a:lnTo>
                  <a:lnTo>
                    <a:pt x="2420834" y="3860340"/>
                  </a:lnTo>
                  <a:lnTo>
                    <a:pt x="2420961" y="3860340"/>
                  </a:lnTo>
                  <a:lnTo>
                    <a:pt x="2421087" y="3860340"/>
                  </a:lnTo>
                  <a:lnTo>
                    <a:pt x="2421213" y="3860340"/>
                  </a:lnTo>
                  <a:lnTo>
                    <a:pt x="2421339" y="3860340"/>
                  </a:lnTo>
                  <a:lnTo>
                    <a:pt x="2421466" y="3860340"/>
                  </a:lnTo>
                  <a:lnTo>
                    <a:pt x="2421592" y="3860340"/>
                  </a:lnTo>
                  <a:lnTo>
                    <a:pt x="2421718" y="3860340"/>
                  </a:lnTo>
                  <a:lnTo>
                    <a:pt x="2421844" y="3860340"/>
                  </a:lnTo>
                  <a:lnTo>
                    <a:pt x="2421971" y="3860340"/>
                  </a:lnTo>
                  <a:lnTo>
                    <a:pt x="2422097" y="3860340"/>
                  </a:lnTo>
                  <a:lnTo>
                    <a:pt x="2422223" y="3860340"/>
                  </a:lnTo>
                  <a:lnTo>
                    <a:pt x="2422349" y="3860340"/>
                  </a:lnTo>
                  <a:lnTo>
                    <a:pt x="2422476" y="3860340"/>
                  </a:lnTo>
                  <a:lnTo>
                    <a:pt x="2422602" y="3860340"/>
                  </a:lnTo>
                  <a:lnTo>
                    <a:pt x="2422728" y="3860340"/>
                  </a:lnTo>
                  <a:lnTo>
                    <a:pt x="2422855" y="3860340"/>
                  </a:lnTo>
                  <a:lnTo>
                    <a:pt x="2422981" y="3860340"/>
                  </a:lnTo>
                  <a:lnTo>
                    <a:pt x="2423107" y="3860340"/>
                  </a:lnTo>
                  <a:lnTo>
                    <a:pt x="2423233" y="3860340"/>
                  </a:lnTo>
                  <a:lnTo>
                    <a:pt x="2423360" y="3860340"/>
                  </a:lnTo>
                  <a:lnTo>
                    <a:pt x="2423486" y="3860340"/>
                  </a:lnTo>
                  <a:lnTo>
                    <a:pt x="2423612" y="3860340"/>
                  </a:lnTo>
                  <a:lnTo>
                    <a:pt x="2423738" y="3860340"/>
                  </a:lnTo>
                  <a:lnTo>
                    <a:pt x="2423865" y="3860340"/>
                  </a:lnTo>
                  <a:lnTo>
                    <a:pt x="2423991" y="3860340"/>
                  </a:lnTo>
                  <a:lnTo>
                    <a:pt x="2424117" y="3860340"/>
                  </a:lnTo>
                  <a:lnTo>
                    <a:pt x="2424243" y="3860340"/>
                  </a:lnTo>
                  <a:lnTo>
                    <a:pt x="2424370" y="3860340"/>
                  </a:lnTo>
                  <a:lnTo>
                    <a:pt x="2424496" y="3860340"/>
                  </a:lnTo>
                  <a:lnTo>
                    <a:pt x="2424622" y="3860340"/>
                  </a:lnTo>
                  <a:lnTo>
                    <a:pt x="2424748" y="3860340"/>
                  </a:lnTo>
                  <a:lnTo>
                    <a:pt x="2424875" y="3860340"/>
                  </a:lnTo>
                  <a:lnTo>
                    <a:pt x="2425001" y="3860340"/>
                  </a:lnTo>
                  <a:lnTo>
                    <a:pt x="2425127" y="3860340"/>
                  </a:lnTo>
                  <a:lnTo>
                    <a:pt x="2425253" y="3860340"/>
                  </a:lnTo>
                  <a:lnTo>
                    <a:pt x="2425380" y="3860340"/>
                  </a:lnTo>
                  <a:lnTo>
                    <a:pt x="2425506" y="3860340"/>
                  </a:lnTo>
                  <a:lnTo>
                    <a:pt x="2425632" y="3860340"/>
                  </a:lnTo>
                  <a:lnTo>
                    <a:pt x="2425758" y="3860340"/>
                  </a:lnTo>
                  <a:lnTo>
                    <a:pt x="2425885" y="3860340"/>
                  </a:lnTo>
                  <a:lnTo>
                    <a:pt x="2426011" y="3860340"/>
                  </a:lnTo>
                  <a:lnTo>
                    <a:pt x="2426137" y="3860340"/>
                  </a:lnTo>
                  <a:lnTo>
                    <a:pt x="2426263" y="3860340"/>
                  </a:lnTo>
                  <a:lnTo>
                    <a:pt x="2426390" y="3860340"/>
                  </a:lnTo>
                  <a:lnTo>
                    <a:pt x="2426516" y="3860340"/>
                  </a:lnTo>
                  <a:lnTo>
                    <a:pt x="2426642" y="3860340"/>
                  </a:lnTo>
                  <a:lnTo>
                    <a:pt x="2426768" y="3860340"/>
                  </a:lnTo>
                  <a:lnTo>
                    <a:pt x="2426895" y="3860340"/>
                  </a:lnTo>
                  <a:lnTo>
                    <a:pt x="2427021" y="3860340"/>
                  </a:lnTo>
                  <a:lnTo>
                    <a:pt x="2427147" y="3860340"/>
                  </a:lnTo>
                  <a:lnTo>
                    <a:pt x="2427273" y="3860340"/>
                  </a:lnTo>
                  <a:lnTo>
                    <a:pt x="2427400" y="3860340"/>
                  </a:lnTo>
                  <a:lnTo>
                    <a:pt x="2427526" y="3860340"/>
                  </a:lnTo>
                  <a:lnTo>
                    <a:pt x="2427652" y="3860340"/>
                  </a:lnTo>
                  <a:lnTo>
                    <a:pt x="2427778" y="3860340"/>
                  </a:lnTo>
                  <a:lnTo>
                    <a:pt x="2427905" y="3860340"/>
                  </a:lnTo>
                  <a:lnTo>
                    <a:pt x="2428031" y="3860340"/>
                  </a:lnTo>
                  <a:lnTo>
                    <a:pt x="2428157" y="3860340"/>
                  </a:lnTo>
                  <a:lnTo>
                    <a:pt x="2428284" y="3860340"/>
                  </a:lnTo>
                  <a:lnTo>
                    <a:pt x="2428410" y="3860340"/>
                  </a:lnTo>
                  <a:lnTo>
                    <a:pt x="2428536" y="3860340"/>
                  </a:lnTo>
                  <a:lnTo>
                    <a:pt x="2428662" y="3860340"/>
                  </a:lnTo>
                  <a:lnTo>
                    <a:pt x="2428789" y="3860340"/>
                  </a:lnTo>
                  <a:lnTo>
                    <a:pt x="2428915" y="3860340"/>
                  </a:lnTo>
                  <a:lnTo>
                    <a:pt x="2428915" y="3855429"/>
                  </a:lnTo>
                  <a:lnTo>
                    <a:pt x="2429041" y="3855429"/>
                  </a:lnTo>
                  <a:lnTo>
                    <a:pt x="2429167" y="3855429"/>
                  </a:lnTo>
                  <a:lnTo>
                    <a:pt x="2429294" y="3855429"/>
                  </a:lnTo>
                  <a:lnTo>
                    <a:pt x="2429420" y="3855429"/>
                  </a:lnTo>
                  <a:lnTo>
                    <a:pt x="2429546" y="3855429"/>
                  </a:lnTo>
                  <a:lnTo>
                    <a:pt x="2429672" y="3855429"/>
                  </a:lnTo>
                  <a:lnTo>
                    <a:pt x="2429799" y="3855429"/>
                  </a:lnTo>
                  <a:lnTo>
                    <a:pt x="2429925" y="3855429"/>
                  </a:lnTo>
                  <a:lnTo>
                    <a:pt x="2430051" y="3855429"/>
                  </a:lnTo>
                  <a:lnTo>
                    <a:pt x="2430177" y="3855429"/>
                  </a:lnTo>
                  <a:lnTo>
                    <a:pt x="2430304" y="3855429"/>
                  </a:lnTo>
                  <a:lnTo>
                    <a:pt x="2430430" y="3855429"/>
                  </a:lnTo>
                  <a:lnTo>
                    <a:pt x="2430556" y="3855429"/>
                  </a:lnTo>
                  <a:lnTo>
                    <a:pt x="2430682" y="3855429"/>
                  </a:lnTo>
                  <a:lnTo>
                    <a:pt x="2430809" y="3855429"/>
                  </a:lnTo>
                  <a:lnTo>
                    <a:pt x="2430935" y="3855429"/>
                  </a:lnTo>
                  <a:lnTo>
                    <a:pt x="2431061" y="3855429"/>
                  </a:lnTo>
                  <a:lnTo>
                    <a:pt x="2431187" y="3855429"/>
                  </a:lnTo>
                  <a:lnTo>
                    <a:pt x="2431314" y="3855429"/>
                  </a:lnTo>
                  <a:lnTo>
                    <a:pt x="2431440" y="3855429"/>
                  </a:lnTo>
                  <a:lnTo>
                    <a:pt x="2431566" y="3855429"/>
                  </a:lnTo>
                  <a:lnTo>
                    <a:pt x="2431692" y="3855429"/>
                  </a:lnTo>
                  <a:lnTo>
                    <a:pt x="2431819" y="3855429"/>
                  </a:lnTo>
                  <a:lnTo>
                    <a:pt x="2431945" y="3855429"/>
                  </a:lnTo>
                  <a:lnTo>
                    <a:pt x="2432071" y="3855429"/>
                  </a:lnTo>
                  <a:lnTo>
                    <a:pt x="2432197" y="3855429"/>
                  </a:lnTo>
                  <a:lnTo>
                    <a:pt x="2432324" y="3855429"/>
                  </a:lnTo>
                  <a:lnTo>
                    <a:pt x="2432450" y="3855429"/>
                  </a:lnTo>
                  <a:lnTo>
                    <a:pt x="2432576" y="3855429"/>
                  </a:lnTo>
                  <a:lnTo>
                    <a:pt x="2432702" y="3855429"/>
                  </a:lnTo>
                  <a:lnTo>
                    <a:pt x="2432829" y="3855429"/>
                  </a:lnTo>
                  <a:lnTo>
                    <a:pt x="2432955" y="3855429"/>
                  </a:lnTo>
                  <a:lnTo>
                    <a:pt x="2433081" y="3855429"/>
                  </a:lnTo>
                  <a:lnTo>
                    <a:pt x="2433208" y="3855429"/>
                  </a:lnTo>
                  <a:lnTo>
                    <a:pt x="2433334" y="3855429"/>
                  </a:lnTo>
                  <a:lnTo>
                    <a:pt x="2433460" y="3855429"/>
                  </a:lnTo>
                  <a:lnTo>
                    <a:pt x="2433586" y="3855429"/>
                  </a:lnTo>
                  <a:lnTo>
                    <a:pt x="2433713" y="3855429"/>
                  </a:lnTo>
                  <a:lnTo>
                    <a:pt x="2433713" y="3850517"/>
                  </a:lnTo>
                  <a:lnTo>
                    <a:pt x="2433839" y="3850517"/>
                  </a:lnTo>
                  <a:lnTo>
                    <a:pt x="2433965" y="3850517"/>
                  </a:lnTo>
                  <a:lnTo>
                    <a:pt x="2434091" y="3850517"/>
                  </a:lnTo>
                  <a:lnTo>
                    <a:pt x="2434218" y="3850517"/>
                  </a:lnTo>
                  <a:lnTo>
                    <a:pt x="2434344" y="3850517"/>
                  </a:lnTo>
                  <a:lnTo>
                    <a:pt x="2434470" y="3850517"/>
                  </a:lnTo>
                  <a:lnTo>
                    <a:pt x="2434596" y="3850517"/>
                  </a:lnTo>
                  <a:lnTo>
                    <a:pt x="2434723" y="3850517"/>
                  </a:lnTo>
                  <a:lnTo>
                    <a:pt x="2434849" y="3850517"/>
                  </a:lnTo>
                  <a:lnTo>
                    <a:pt x="2434975" y="3850517"/>
                  </a:lnTo>
                  <a:lnTo>
                    <a:pt x="2435101" y="3850517"/>
                  </a:lnTo>
                  <a:lnTo>
                    <a:pt x="2435228" y="3850517"/>
                  </a:lnTo>
                  <a:lnTo>
                    <a:pt x="2435354" y="3850517"/>
                  </a:lnTo>
                  <a:lnTo>
                    <a:pt x="2435480" y="3850517"/>
                  </a:lnTo>
                  <a:lnTo>
                    <a:pt x="2435606" y="3850517"/>
                  </a:lnTo>
                  <a:lnTo>
                    <a:pt x="2435733" y="3850517"/>
                  </a:lnTo>
                  <a:lnTo>
                    <a:pt x="2435859" y="3850517"/>
                  </a:lnTo>
                  <a:lnTo>
                    <a:pt x="2435985" y="3850517"/>
                  </a:lnTo>
                  <a:lnTo>
                    <a:pt x="2436111" y="3850517"/>
                  </a:lnTo>
                  <a:lnTo>
                    <a:pt x="2436111" y="3845606"/>
                  </a:lnTo>
                  <a:lnTo>
                    <a:pt x="2436238" y="3845606"/>
                  </a:lnTo>
                  <a:lnTo>
                    <a:pt x="2436364" y="3845606"/>
                  </a:lnTo>
                  <a:lnTo>
                    <a:pt x="2436490" y="3845606"/>
                  </a:lnTo>
                  <a:lnTo>
                    <a:pt x="2436616" y="3845606"/>
                  </a:lnTo>
                  <a:lnTo>
                    <a:pt x="2436743" y="3845606"/>
                  </a:lnTo>
                  <a:lnTo>
                    <a:pt x="2436869" y="3845606"/>
                  </a:lnTo>
                  <a:lnTo>
                    <a:pt x="2436995" y="3845606"/>
                  </a:lnTo>
                  <a:lnTo>
                    <a:pt x="2437121" y="3845606"/>
                  </a:lnTo>
                  <a:lnTo>
                    <a:pt x="2437248" y="3845606"/>
                  </a:lnTo>
                  <a:lnTo>
                    <a:pt x="2437374" y="3845606"/>
                  </a:lnTo>
                  <a:lnTo>
                    <a:pt x="2437500" y="3845606"/>
                  </a:lnTo>
                  <a:lnTo>
                    <a:pt x="2437626" y="3845606"/>
                  </a:lnTo>
                  <a:lnTo>
                    <a:pt x="2437753" y="3845606"/>
                  </a:lnTo>
                  <a:lnTo>
                    <a:pt x="2437879" y="3845606"/>
                  </a:lnTo>
                  <a:lnTo>
                    <a:pt x="2438005" y="3845606"/>
                  </a:lnTo>
                  <a:lnTo>
                    <a:pt x="2438132" y="3845606"/>
                  </a:lnTo>
                  <a:lnTo>
                    <a:pt x="2438258" y="3845606"/>
                  </a:lnTo>
                  <a:lnTo>
                    <a:pt x="2438384" y="3845606"/>
                  </a:lnTo>
                  <a:lnTo>
                    <a:pt x="2438510" y="3845606"/>
                  </a:lnTo>
                  <a:lnTo>
                    <a:pt x="2438637" y="3845606"/>
                  </a:lnTo>
                  <a:lnTo>
                    <a:pt x="2438763" y="3845606"/>
                  </a:lnTo>
                  <a:lnTo>
                    <a:pt x="2438889" y="3845606"/>
                  </a:lnTo>
                  <a:lnTo>
                    <a:pt x="2439015" y="3845606"/>
                  </a:lnTo>
                  <a:lnTo>
                    <a:pt x="2439142" y="3845606"/>
                  </a:lnTo>
                  <a:lnTo>
                    <a:pt x="2439268" y="3845606"/>
                  </a:lnTo>
                  <a:lnTo>
                    <a:pt x="2439394" y="3845606"/>
                  </a:lnTo>
                  <a:lnTo>
                    <a:pt x="2439520" y="3845606"/>
                  </a:lnTo>
                  <a:lnTo>
                    <a:pt x="2439647" y="3845606"/>
                  </a:lnTo>
                  <a:lnTo>
                    <a:pt x="2439773" y="3845606"/>
                  </a:lnTo>
                  <a:lnTo>
                    <a:pt x="2439899" y="3845606"/>
                  </a:lnTo>
                  <a:lnTo>
                    <a:pt x="2440025" y="3845606"/>
                  </a:lnTo>
                  <a:lnTo>
                    <a:pt x="2440152" y="3845606"/>
                  </a:lnTo>
                  <a:lnTo>
                    <a:pt x="2440278" y="3845606"/>
                  </a:lnTo>
                  <a:lnTo>
                    <a:pt x="2440404" y="3845606"/>
                  </a:lnTo>
                  <a:lnTo>
                    <a:pt x="2440404" y="3840695"/>
                  </a:lnTo>
                  <a:lnTo>
                    <a:pt x="2440530" y="3840695"/>
                  </a:lnTo>
                  <a:lnTo>
                    <a:pt x="2440657" y="3840695"/>
                  </a:lnTo>
                  <a:lnTo>
                    <a:pt x="2440657" y="3835783"/>
                  </a:lnTo>
                  <a:lnTo>
                    <a:pt x="2440783" y="3835783"/>
                  </a:lnTo>
                  <a:lnTo>
                    <a:pt x="2440909" y="3835783"/>
                  </a:lnTo>
                  <a:lnTo>
                    <a:pt x="2441035" y="3835783"/>
                  </a:lnTo>
                  <a:lnTo>
                    <a:pt x="2441162" y="3835783"/>
                  </a:lnTo>
                  <a:lnTo>
                    <a:pt x="2441288" y="3835783"/>
                  </a:lnTo>
                  <a:lnTo>
                    <a:pt x="2441414" y="3835783"/>
                  </a:lnTo>
                  <a:lnTo>
                    <a:pt x="2441540" y="3835783"/>
                  </a:lnTo>
                  <a:lnTo>
                    <a:pt x="2441667" y="3835783"/>
                  </a:lnTo>
                  <a:lnTo>
                    <a:pt x="2441793" y="3835783"/>
                  </a:lnTo>
                  <a:lnTo>
                    <a:pt x="2441919" y="3835783"/>
                  </a:lnTo>
                  <a:lnTo>
                    <a:pt x="2442045" y="3835783"/>
                  </a:lnTo>
                  <a:lnTo>
                    <a:pt x="2442172" y="3835783"/>
                  </a:lnTo>
                  <a:lnTo>
                    <a:pt x="2442298" y="3835783"/>
                  </a:lnTo>
                  <a:lnTo>
                    <a:pt x="2442424" y="3835783"/>
                  </a:lnTo>
                  <a:lnTo>
                    <a:pt x="2442550" y="3835783"/>
                  </a:lnTo>
                  <a:lnTo>
                    <a:pt x="2442677" y="3835783"/>
                  </a:lnTo>
                  <a:lnTo>
                    <a:pt x="2442803" y="3835783"/>
                  </a:lnTo>
                  <a:lnTo>
                    <a:pt x="2442929" y="3835783"/>
                  </a:lnTo>
                  <a:lnTo>
                    <a:pt x="2443055" y="3835783"/>
                  </a:lnTo>
                  <a:lnTo>
                    <a:pt x="2443182" y="3835783"/>
                  </a:lnTo>
                  <a:lnTo>
                    <a:pt x="2443308" y="3835783"/>
                  </a:lnTo>
                  <a:lnTo>
                    <a:pt x="2443434" y="3835783"/>
                  </a:lnTo>
                  <a:lnTo>
                    <a:pt x="2443561" y="3835783"/>
                  </a:lnTo>
                  <a:lnTo>
                    <a:pt x="2443687" y="3835783"/>
                  </a:lnTo>
                  <a:lnTo>
                    <a:pt x="2443813" y="3835783"/>
                  </a:lnTo>
                  <a:lnTo>
                    <a:pt x="2443939" y="3835783"/>
                  </a:lnTo>
                  <a:lnTo>
                    <a:pt x="2444066" y="3835783"/>
                  </a:lnTo>
                  <a:lnTo>
                    <a:pt x="2444192" y="3835783"/>
                  </a:lnTo>
                  <a:lnTo>
                    <a:pt x="2444318" y="3835783"/>
                  </a:lnTo>
                  <a:lnTo>
                    <a:pt x="2444444" y="3835783"/>
                  </a:lnTo>
                  <a:lnTo>
                    <a:pt x="2444571" y="3835783"/>
                  </a:lnTo>
                  <a:lnTo>
                    <a:pt x="2444697" y="3835783"/>
                  </a:lnTo>
                  <a:lnTo>
                    <a:pt x="2444823" y="3835783"/>
                  </a:lnTo>
                  <a:lnTo>
                    <a:pt x="2444949" y="3835783"/>
                  </a:lnTo>
                  <a:lnTo>
                    <a:pt x="2445076" y="3835783"/>
                  </a:lnTo>
                  <a:lnTo>
                    <a:pt x="2445202" y="3835783"/>
                  </a:lnTo>
                  <a:lnTo>
                    <a:pt x="2445328" y="3835783"/>
                  </a:lnTo>
                  <a:lnTo>
                    <a:pt x="2445454" y="3835783"/>
                  </a:lnTo>
                  <a:lnTo>
                    <a:pt x="2445581" y="3835783"/>
                  </a:lnTo>
                  <a:lnTo>
                    <a:pt x="2445707" y="3835783"/>
                  </a:lnTo>
                  <a:lnTo>
                    <a:pt x="2445833" y="3835783"/>
                  </a:lnTo>
                  <a:lnTo>
                    <a:pt x="2445959" y="3835783"/>
                  </a:lnTo>
                  <a:lnTo>
                    <a:pt x="2446086" y="3835783"/>
                  </a:lnTo>
                  <a:lnTo>
                    <a:pt x="2446212" y="3835783"/>
                  </a:lnTo>
                  <a:lnTo>
                    <a:pt x="2446338" y="3835783"/>
                  </a:lnTo>
                  <a:lnTo>
                    <a:pt x="2446464" y="3835783"/>
                  </a:lnTo>
                  <a:lnTo>
                    <a:pt x="2446591" y="3835783"/>
                  </a:lnTo>
                  <a:lnTo>
                    <a:pt x="2446717" y="3835783"/>
                  </a:lnTo>
                  <a:lnTo>
                    <a:pt x="2446843" y="3835783"/>
                  </a:lnTo>
                  <a:lnTo>
                    <a:pt x="2446843" y="3830872"/>
                  </a:lnTo>
                  <a:lnTo>
                    <a:pt x="2446969" y="3830872"/>
                  </a:lnTo>
                  <a:lnTo>
                    <a:pt x="2447096" y="3830872"/>
                  </a:lnTo>
                  <a:lnTo>
                    <a:pt x="2447222" y="3830872"/>
                  </a:lnTo>
                  <a:lnTo>
                    <a:pt x="2447348" y="3830872"/>
                  </a:lnTo>
                  <a:lnTo>
                    <a:pt x="2447474" y="3830872"/>
                  </a:lnTo>
                  <a:lnTo>
                    <a:pt x="2447601" y="3830872"/>
                  </a:lnTo>
                  <a:lnTo>
                    <a:pt x="2447727" y="3830872"/>
                  </a:lnTo>
                  <a:lnTo>
                    <a:pt x="2447853" y="3830872"/>
                  </a:lnTo>
                  <a:lnTo>
                    <a:pt x="2447979" y="3830872"/>
                  </a:lnTo>
                  <a:lnTo>
                    <a:pt x="2448106" y="3830872"/>
                  </a:lnTo>
                  <a:lnTo>
                    <a:pt x="2448232" y="3830872"/>
                  </a:lnTo>
                  <a:lnTo>
                    <a:pt x="2448358" y="3830872"/>
                  </a:lnTo>
                  <a:lnTo>
                    <a:pt x="2448485" y="3830872"/>
                  </a:lnTo>
                  <a:lnTo>
                    <a:pt x="2448611" y="3830872"/>
                  </a:lnTo>
                  <a:lnTo>
                    <a:pt x="2448737" y="3830872"/>
                  </a:lnTo>
                  <a:lnTo>
                    <a:pt x="2448863" y="3830872"/>
                  </a:lnTo>
                  <a:lnTo>
                    <a:pt x="2448990" y="3830872"/>
                  </a:lnTo>
                  <a:lnTo>
                    <a:pt x="2449116" y="3830872"/>
                  </a:lnTo>
                  <a:lnTo>
                    <a:pt x="2449242" y="3830872"/>
                  </a:lnTo>
                  <a:lnTo>
                    <a:pt x="2449368" y="3830872"/>
                  </a:lnTo>
                  <a:lnTo>
                    <a:pt x="2449495" y="3830872"/>
                  </a:lnTo>
                  <a:lnTo>
                    <a:pt x="2449621" y="3830872"/>
                  </a:lnTo>
                  <a:lnTo>
                    <a:pt x="2449747" y="3830872"/>
                  </a:lnTo>
                  <a:lnTo>
                    <a:pt x="2449873" y="3830872"/>
                  </a:lnTo>
                  <a:lnTo>
                    <a:pt x="2450000" y="3830872"/>
                  </a:lnTo>
                  <a:lnTo>
                    <a:pt x="2450126" y="3830872"/>
                  </a:lnTo>
                  <a:lnTo>
                    <a:pt x="2450252" y="3830872"/>
                  </a:lnTo>
                  <a:lnTo>
                    <a:pt x="2450378" y="3830872"/>
                  </a:lnTo>
                  <a:lnTo>
                    <a:pt x="2450505" y="3830872"/>
                  </a:lnTo>
                  <a:lnTo>
                    <a:pt x="2450631" y="3830872"/>
                  </a:lnTo>
                  <a:lnTo>
                    <a:pt x="2450757" y="3830872"/>
                  </a:lnTo>
                  <a:lnTo>
                    <a:pt x="2450883" y="3830872"/>
                  </a:lnTo>
                  <a:lnTo>
                    <a:pt x="2451010" y="3830872"/>
                  </a:lnTo>
                  <a:lnTo>
                    <a:pt x="2451136" y="3830872"/>
                  </a:lnTo>
                  <a:lnTo>
                    <a:pt x="2451262" y="3830872"/>
                  </a:lnTo>
                  <a:lnTo>
                    <a:pt x="2451388" y="3830872"/>
                  </a:lnTo>
                  <a:lnTo>
                    <a:pt x="2451515" y="3830872"/>
                  </a:lnTo>
                  <a:lnTo>
                    <a:pt x="2451641" y="3830872"/>
                  </a:lnTo>
                  <a:lnTo>
                    <a:pt x="2451767" y="3830872"/>
                  </a:lnTo>
                  <a:lnTo>
                    <a:pt x="2451893" y="3830872"/>
                  </a:lnTo>
                  <a:lnTo>
                    <a:pt x="2452020" y="3830872"/>
                  </a:lnTo>
                  <a:lnTo>
                    <a:pt x="2452146" y="3830872"/>
                  </a:lnTo>
                  <a:lnTo>
                    <a:pt x="2452272" y="3830872"/>
                  </a:lnTo>
                  <a:lnTo>
                    <a:pt x="2452398" y="3830872"/>
                  </a:lnTo>
                  <a:lnTo>
                    <a:pt x="2452525" y="3830872"/>
                  </a:lnTo>
                  <a:lnTo>
                    <a:pt x="2452651" y="3830872"/>
                  </a:lnTo>
                  <a:lnTo>
                    <a:pt x="2452777" y="3830872"/>
                  </a:lnTo>
                  <a:lnTo>
                    <a:pt x="2452903" y="3830872"/>
                  </a:lnTo>
                  <a:lnTo>
                    <a:pt x="2453030" y="3830872"/>
                  </a:lnTo>
                  <a:lnTo>
                    <a:pt x="2453156" y="3830872"/>
                  </a:lnTo>
                  <a:lnTo>
                    <a:pt x="2453282" y="3830872"/>
                  </a:lnTo>
                  <a:lnTo>
                    <a:pt x="2453408" y="3830872"/>
                  </a:lnTo>
                  <a:lnTo>
                    <a:pt x="2453535" y="3830872"/>
                  </a:lnTo>
                  <a:lnTo>
                    <a:pt x="2453661" y="3830872"/>
                  </a:lnTo>
                  <a:lnTo>
                    <a:pt x="2453787" y="3830872"/>
                  </a:lnTo>
                  <a:lnTo>
                    <a:pt x="2453914" y="3830872"/>
                  </a:lnTo>
                  <a:lnTo>
                    <a:pt x="2454040" y="3830872"/>
                  </a:lnTo>
                  <a:lnTo>
                    <a:pt x="2454166" y="3830872"/>
                  </a:lnTo>
                  <a:lnTo>
                    <a:pt x="2454292" y="3830872"/>
                  </a:lnTo>
                  <a:lnTo>
                    <a:pt x="2454419" y="3830872"/>
                  </a:lnTo>
                  <a:lnTo>
                    <a:pt x="2454545" y="3830872"/>
                  </a:lnTo>
                  <a:lnTo>
                    <a:pt x="2454671" y="3830872"/>
                  </a:lnTo>
                  <a:lnTo>
                    <a:pt x="2454797" y="3830872"/>
                  </a:lnTo>
                  <a:lnTo>
                    <a:pt x="2454924" y="3830872"/>
                  </a:lnTo>
                  <a:lnTo>
                    <a:pt x="2455050" y="3830872"/>
                  </a:lnTo>
                  <a:lnTo>
                    <a:pt x="2455176" y="3830872"/>
                  </a:lnTo>
                  <a:lnTo>
                    <a:pt x="2455302" y="3830872"/>
                  </a:lnTo>
                  <a:lnTo>
                    <a:pt x="2455429" y="3830872"/>
                  </a:lnTo>
                  <a:lnTo>
                    <a:pt x="2455555" y="3830872"/>
                  </a:lnTo>
                  <a:lnTo>
                    <a:pt x="2455681" y="3830872"/>
                  </a:lnTo>
                  <a:lnTo>
                    <a:pt x="2455807" y="3830872"/>
                  </a:lnTo>
                  <a:lnTo>
                    <a:pt x="2455934" y="3830872"/>
                  </a:lnTo>
                  <a:lnTo>
                    <a:pt x="2456060" y="3830872"/>
                  </a:lnTo>
                  <a:lnTo>
                    <a:pt x="2456186" y="3830872"/>
                  </a:lnTo>
                  <a:lnTo>
                    <a:pt x="2456312" y="3830872"/>
                  </a:lnTo>
                  <a:lnTo>
                    <a:pt x="2456439" y="3830872"/>
                  </a:lnTo>
                  <a:lnTo>
                    <a:pt x="2456565" y="3830872"/>
                  </a:lnTo>
                  <a:lnTo>
                    <a:pt x="2456691" y="3830872"/>
                  </a:lnTo>
                  <a:lnTo>
                    <a:pt x="2456817" y="3830872"/>
                  </a:lnTo>
                  <a:lnTo>
                    <a:pt x="2456944" y="3830872"/>
                  </a:lnTo>
                  <a:lnTo>
                    <a:pt x="2457070" y="3830872"/>
                  </a:lnTo>
                  <a:lnTo>
                    <a:pt x="2457196" y="3830872"/>
                  </a:lnTo>
                  <a:lnTo>
                    <a:pt x="2457322" y="3830872"/>
                  </a:lnTo>
                  <a:lnTo>
                    <a:pt x="2457449" y="3830872"/>
                  </a:lnTo>
                  <a:lnTo>
                    <a:pt x="2457575" y="3830872"/>
                  </a:lnTo>
                  <a:lnTo>
                    <a:pt x="2457701" y="3830872"/>
                  </a:lnTo>
                  <a:lnTo>
                    <a:pt x="2457827" y="3830872"/>
                  </a:lnTo>
                  <a:lnTo>
                    <a:pt x="2457954" y="3830872"/>
                  </a:lnTo>
                  <a:lnTo>
                    <a:pt x="2458080" y="3830872"/>
                  </a:lnTo>
                  <a:lnTo>
                    <a:pt x="2458206" y="3830872"/>
                  </a:lnTo>
                  <a:lnTo>
                    <a:pt x="2458332" y="3830872"/>
                  </a:lnTo>
                  <a:lnTo>
                    <a:pt x="2458459" y="3830872"/>
                  </a:lnTo>
                  <a:lnTo>
                    <a:pt x="2458585" y="3830872"/>
                  </a:lnTo>
                  <a:lnTo>
                    <a:pt x="2458711" y="3830872"/>
                  </a:lnTo>
                  <a:lnTo>
                    <a:pt x="2458838" y="3830872"/>
                  </a:lnTo>
                  <a:lnTo>
                    <a:pt x="2458964" y="3830872"/>
                  </a:lnTo>
                  <a:lnTo>
                    <a:pt x="2459090" y="3830872"/>
                  </a:lnTo>
                  <a:lnTo>
                    <a:pt x="2459216" y="3830872"/>
                  </a:lnTo>
                  <a:lnTo>
                    <a:pt x="2459216" y="3825961"/>
                  </a:lnTo>
                  <a:lnTo>
                    <a:pt x="2459343" y="3825961"/>
                  </a:lnTo>
                  <a:lnTo>
                    <a:pt x="2459469" y="3825961"/>
                  </a:lnTo>
                  <a:lnTo>
                    <a:pt x="2459469" y="3821049"/>
                  </a:lnTo>
                  <a:lnTo>
                    <a:pt x="2459595" y="3821049"/>
                  </a:lnTo>
                  <a:lnTo>
                    <a:pt x="2459721" y="3821049"/>
                  </a:lnTo>
                  <a:lnTo>
                    <a:pt x="2459848" y="3821049"/>
                  </a:lnTo>
                  <a:lnTo>
                    <a:pt x="2459974" y="3821049"/>
                  </a:lnTo>
                  <a:lnTo>
                    <a:pt x="2460100" y="3821049"/>
                  </a:lnTo>
                  <a:lnTo>
                    <a:pt x="2460226" y="3821049"/>
                  </a:lnTo>
                  <a:lnTo>
                    <a:pt x="2460353" y="3821049"/>
                  </a:lnTo>
                  <a:lnTo>
                    <a:pt x="2460479" y="3821049"/>
                  </a:lnTo>
                  <a:lnTo>
                    <a:pt x="2460605" y="3821049"/>
                  </a:lnTo>
                  <a:lnTo>
                    <a:pt x="2460731" y="3821049"/>
                  </a:lnTo>
                  <a:lnTo>
                    <a:pt x="2460858" y="3821049"/>
                  </a:lnTo>
                  <a:lnTo>
                    <a:pt x="2460984" y="3821049"/>
                  </a:lnTo>
                  <a:lnTo>
                    <a:pt x="2461110" y="3821049"/>
                  </a:lnTo>
                  <a:lnTo>
                    <a:pt x="2461236" y="3821049"/>
                  </a:lnTo>
                  <a:lnTo>
                    <a:pt x="2461363" y="3821049"/>
                  </a:lnTo>
                  <a:lnTo>
                    <a:pt x="2461489" y="3821049"/>
                  </a:lnTo>
                  <a:lnTo>
                    <a:pt x="2461615" y="3821049"/>
                  </a:lnTo>
                  <a:lnTo>
                    <a:pt x="2461741" y="3821049"/>
                  </a:lnTo>
                  <a:lnTo>
                    <a:pt x="2461868" y="3821049"/>
                  </a:lnTo>
                  <a:lnTo>
                    <a:pt x="2461868" y="3816138"/>
                  </a:lnTo>
                  <a:lnTo>
                    <a:pt x="2461994" y="3816138"/>
                  </a:lnTo>
                  <a:lnTo>
                    <a:pt x="2462120" y="3816138"/>
                  </a:lnTo>
                  <a:lnTo>
                    <a:pt x="2462246" y="3816138"/>
                  </a:lnTo>
                  <a:lnTo>
                    <a:pt x="2462373" y="3816138"/>
                  </a:lnTo>
                  <a:lnTo>
                    <a:pt x="2462373" y="3811226"/>
                  </a:lnTo>
                  <a:lnTo>
                    <a:pt x="2462499" y="3811226"/>
                  </a:lnTo>
                  <a:lnTo>
                    <a:pt x="2462499" y="3806315"/>
                  </a:lnTo>
                  <a:lnTo>
                    <a:pt x="2462625" y="3806315"/>
                  </a:lnTo>
                  <a:lnTo>
                    <a:pt x="2462751" y="3806315"/>
                  </a:lnTo>
                  <a:lnTo>
                    <a:pt x="2462878" y="3806315"/>
                  </a:lnTo>
                  <a:lnTo>
                    <a:pt x="2463004" y="3806315"/>
                  </a:lnTo>
                  <a:lnTo>
                    <a:pt x="2463130" y="3806315"/>
                  </a:lnTo>
                  <a:lnTo>
                    <a:pt x="2463256" y="3806315"/>
                  </a:lnTo>
                  <a:lnTo>
                    <a:pt x="2463383" y="3806315"/>
                  </a:lnTo>
                  <a:lnTo>
                    <a:pt x="2463509" y="3806315"/>
                  </a:lnTo>
                  <a:lnTo>
                    <a:pt x="2463635" y="3806315"/>
                  </a:lnTo>
                  <a:lnTo>
                    <a:pt x="2463761" y="3806315"/>
                  </a:lnTo>
                  <a:lnTo>
                    <a:pt x="2463761" y="3801404"/>
                  </a:lnTo>
                  <a:lnTo>
                    <a:pt x="2463888" y="3801404"/>
                  </a:lnTo>
                  <a:lnTo>
                    <a:pt x="2464014" y="3801404"/>
                  </a:lnTo>
                  <a:lnTo>
                    <a:pt x="2464140" y="3801404"/>
                  </a:lnTo>
                  <a:lnTo>
                    <a:pt x="2464267" y="3801404"/>
                  </a:lnTo>
                  <a:lnTo>
                    <a:pt x="2464393" y="3801404"/>
                  </a:lnTo>
                  <a:lnTo>
                    <a:pt x="2464519" y="3801404"/>
                  </a:lnTo>
                  <a:lnTo>
                    <a:pt x="2464645" y="3801404"/>
                  </a:lnTo>
                  <a:lnTo>
                    <a:pt x="2464772" y="3801404"/>
                  </a:lnTo>
                  <a:lnTo>
                    <a:pt x="2464898" y="3801404"/>
                  </a:lnTo>
                  <a:lnTo>
                    <a:pt x="2465024" y="3801404"/>
                  </a:lnTo>
                  <a:lnTo>
                    <a:pt x="2465150" y="3801404"/>
                  </a:lnTo>
                  <a:lnTo>
                    <a:pt x="2465277" y="3801404"/>
                  </a:lnTo>
                  <a:lnTo>
                    <a:pt x="2465403" y="3801404"/>
                  </a:lnTo>
                  <a:lnTo>
                    <a:pt x="2465529" y="3801404"/>
                  </a:lnTo>
                  <a:lnTo>
                    <a:pt x="2465655" y="3801404"/>
                  </a:lnTo>
                  <a:lnTo>
                    <a:pt x="2465782" y="3801404"/>
                  </a:lnTo>
                  <a:lnTo>
                    <a:pt x="2465908" y="3801404"/>
                  </a:lnTo>
                  <a:lnTo>
                    <a:pt x="2466034" y="3801404"/>
                  </a:lnTo>
                  <a:lnTo>
                    <a:pt x="2466160" y="3801404"/>
                  </a:lnTo>
                  <a:lnTo>
                    <a:pt x="2466287" y="3801404"/>
                  </a:lnTo>
                  <a:lnTo>
                    <a:pt x="2466413" y="3801404"/>
                  </a:lnTo>
                  <a:lnTo>
                    <a:pt x="2466539" y="3801404"/>
                  </a:lnTo>
                  <a:lnTo>
                    <a:pt x="2466665" y="3801404"/>
                  </a:lnTo>
                  <a:lnTo>
                    <a:pt x="2466792" y="3801404"/>
                  </a:lnTo>
                  <a:lnTo>
                    <a:pt x="2466918" y="3801404"/>
                  </a:lnTo>
                  <a:lnTo>
                    <a:pt x="2467044" y="3801404"/>
                  </a:lnTo>
                  <a:lnTo>
                    <a:pt x="2467170" y="3801404"/>
                  </a:lnTo>
                  <a:lnTo>
                    <a:pt x="2467297" y="3801404"/>
                  </a:lnTo>
                  <a:lnTo>
                    <a:pt x="2467423" y="3801404"/>
                  </a:lnTo>
                  <a:lnTo>
                    <a:pt x="2467549" y="3801404"/>
                  </a:lnTo>
                  <a:lnTo>
                    <a:pt x="2467675" y="3801404"/>
                  </a:lnTo>
                  <a:lnTo>
                    <a:pt x="2467802" y="3801404"/>
                  </a:lnTo>
                  <a:lnTo>
                    <a:pt x="2467928" y="3801404"/>
                  </a:lnTo>
                  <a:lnTo>
                    <a:pt x="2468054" y="3801404"/>
                  </a:lnTo>
                  <a:lnTo>
                    <a:pt x="2468180" y="3801404"/>
                  </a:lnTo>
                  <a:lnTo>
                    <a:pt x="2468307" y="3801404"/>
                  </a:lnTo>
                  <a:lnTo>
                    <a:pt x="2468433" y="3801404"/>
                  </a:lnTo>
                  <a:lnTo>
                    <a:pt x="2468559" y="3801404"/>
                  </a:lnTo>
                  <a:lnTo>
                    <a:pt x="2468685" y="3801404"/>
                  </a:lnTo>
                  <a:lnTo>
                    <a:pt x="2468812" y="3801404"/>
                  </a:lnTo>
                  <a:lnTo>
                    <a:pt x="2468938" y="3801404"/>
                  </a:lnTo>
                  <a:lnTo>
                    <a:pt x="2469064" y="3801404"/>
                  </a:lnTo>
                  <a:lnTo>
                    <a:pt x="2469191" y="3801404"/>
                  </a:lnTo>
                  <a:lnTo>
                    <a:pt x="2469317" y="3801404"/>
                  </a:lnTo>
                  <a:lnTo>
                    <a:pt x="2469443" y="3801404"/>
                  </a:lnTo>
                  <a:lnTo>
                    <a:pt x="2469569" y="3801404"/>
                  </a:lnTo>
                  <a:lnTo>
                    <a:pt x="2469696" y="3801404"/>
                  </a:lnTo>
                  <a:lnTo>
                    <a:pt x="2469822" y="3801404"/>
                  </a:lnTo>
                  <a:lnTo>
                    <a:pt x="2469948" y="3801404"/>
                  </a:lnTo>
                  <a:lnTo>
                    <a:pt x="2470074" y="3801404"/>
                  </a:lnTo>
                  <a:lnTo>
                    <a:pt x="2470201" y="3801404"/>
                  </a:lnTo>
                  <a:lnTo>
                    <a:pt x="2470327" y="3801404"/>
                  </a:lnTo>
                  <a:lnTo>
                    <a:pt x="2470453" y="3801404"/>
                  </a:lnTo>
                  <a:lnTo>
                    <a:pt x="2470579" y="3801404"/>
                  </a:lnTo>
                  <a:lnTo>
                    <a:pt x="2470706" y="3801404"/>
                  </a:lnTo>
                  <a:lnTo>
                    <a:pt x="2470832" y="3801404"/>
                  </a:lnTo>
                  <a:lnTo>
                    <a:pt x="2470958" y="3801404"/>
                  </a:lnTo>
                  <a:lnTo>
                    <a:pt x="2471084" y="3801404"/>
                  </a:lnTo>
                  <a:lnTo>
                    <a:pt x="2471211" y="3801404"/>
                  </a:lnTo>
                  <a:lnTo>
                    <a:pt x="2471337" y="3801404"/>
                  </a:lnTo>
                  <a:lnTo>
                    <a:pt x="2471463" y="3801404"/>
                  </a:lnTo>
                  <a:lnTo>
                    <a:pt x="2471589" y="3801404"/>
                  </a:lnTo>
                  <a:lnTo>
                    <a:pt x="2471716" y="3801404"/>
                  </a:lnTo>
                  <a:lnTo>
                    <a:pt x="2471842" y="3801404"/>
                  </a:lnTo>
                  <a:lnTo>
                    <a:pt x="2471968" y="3801404"/>
                  </a:lnTo>
                  <a:lnTo>
                    <a:pt x="2472094" y="3801404"/>
                  </a:lnTo>
                  <a:lnTo>
                    <a:pt x="2472221" y="3801404"/>
                  </a:lnTo>
                  <a:lnTo>
                    <a:pt x="2472347" y="3801404"/>
                  </a:lnTo>
                  <a:lnTo>
                    <a:pt x="2472473" y="3801404"/>
                  </a:lnTo>
                  <a:lnTo>
                    <a:pt x="2472599" y="3801404"/>
                  </a:lnTo>
                  <a:lnTo>
                    <a:pt x="2472726" y="3801404"/>
                  </a:lnTo>
                  <a:lnTo>
                    <a:pt x="2472852" y="3801404"/>
                  </a:lnTo>
                  <a:lnTo>
                    <a:pt x="2472978" y="3801404"/>
                  </a:lnTo>
                  <a:lnTo>
                    <a:pt x="2473104" y="3801404"/>
                  </a:lnTo>
                  <a:lnTo>
                    <a:pt x="2473231" y="3801404"/>
                  </a:lnTo>
                  <a:lnTo>
                    <a:pt x="2473357" y="3801404"/>
                  </a:lnTo>
                  <a:lnTo>
                    <a:pt x="2473483" y="3801404"/>
                  </a:lnTo>
                  <a:lnTo>
                    <a:pt x="2473609" y="3801404"/>
                  </a:lnTo>
                  <a:lnTo>
                    <a:pt x="2473736" y="3801404"/>
                  </a:lnTo>
                  <a:lnTo>
                    <a:pt x="2473862" y="3801404"/>
                  </a:lnTo>
                  <a:lnTo>
                    <a:pt x="2473988" y="3801404"/>
                  </a:lnTo>
                  <a:lnTo>
                    <a:pt x="2474114" y="3801404"/>
                  </a:lnTo>
                  <a:lnTo>
                    <a:pt x="2474241" y="3801404"/>
                  </a:lnTo>
                  <a:lnTo>
                    <a:pt x="2474367" y="3801404"/>
                  </a:lnTo>
                  <a:lnTo>
                    <a:pt x="2474493" y="3801404"/>
                  </a:lnTo>
                  <a:lnTo>
                    <a:pt x="2474620" y="3801404"/>
                  </a:lnTo>
                  <a:lnTo>
                    <a:pt x="2474746" y="3801404"/>
                  </a:lnTo>
                  <a:lnTo>
                    <a:pt x="2474872" y="3801404"/>
                  </a:lnTo>
                  <a:lnTo>
                    <a:pt x="2474998" y="3801404"/>
                  </a:lnTo>
                  <a:lnTo>
                    <a:pt x="2475125" y="3801404"/>
                  </a:lnTo>
                  <a:lnTo>
                    <a:pt x="2475251" y="3801404"/>
                  </a:lnTo>
                  <a:lnTo>
                    <a:pt x="2475377" y="3801404"/>
                  </a:lnTo>
                  <a:lnTo>
                    <a:pt x="2475503" y="3801404"/>
                  </a:lnTo>
                  <a:lnTo>
                    <a:pt x="2475630" y="3801404"/>
                  </a:lnTo>
                  <a:lnTo>
                    <a:pt x="2475756" y="3801404"/>
                  </a:lnTo>
                  <a:lnTo>
                    <a:pt x="2475882" y="3801404"/>
                  </a:lnTo>
                  <a:lnTo>
                    <a:pt x="2476008" y="3801404"/>
                  </a:lnTo>
                  <a:lnTo>
                    <a:pt x="2476135" y="3801404"/>
                  </a:lnTo>
                  <a:lnTo>
                    <a:pt x="2476261" y="3801404"/>
                  </a:lnTo>
                  <a:lnTo>
                    <a:pt x="2476387" y="3801404"/>
                  </a:lnTo>
                  <a:lnTo>
                    <a:pt x="2476513" y="3801404"/>
                  </a:lnTo>
                  <a:lnTo>
                    <a:pt x="2476640" y="3801404"/>
                  </a:lnTo>
                  <a:lnTo>
                    <a:pt x="2476766" y="3801404"/>
                  </a:lnTo>
                  <a:lnTo>
                    <a:pt x="2476892" y="3801404"/>
                  </a:lnTo>
                  <a:lnTo>
                    <a:pt x="2476892" y="3796492"/>
                  </a:lnTo>
                  <a:lnTo>
                    <a:pt x="2477018" y="3796492"/>
                  </a:lnTo>
                  <a:lnTo>
                    <a:pt x="2477145" y="3796492"/>
                  </a:lnTo>
                  <a:lnTo>
                    <a:pt x="2477271" y="3796492"/>
                  </a:lnTo>
                  <a:lnTo>
                    <a:pt x="2477397" y="3796492"/>
                  </a:lnTo>
                  <a:lnTo>
                    <a:pt x="2477523" y="3796492"/>
                  </a:lnTo>
                  <a:lnTo>
                    <a:pt x="2477650" y="3796492"/>
                  </a:lnTo>
                  <a:lnTo>
                    <a:pt x="2477776" y="3796492"/>
                  </a:lnTo>
                  <a:lnTo>
                    <a:pt x="2477902" y="3796492"/>
                  </a:lnTo>
                  <a:lnTo>
                    <a:pt x="2478028" y="3796492"/>
                  </a:lnTo>
                  <a:lnTo>
                    <a:pt x="2478155" y="3796492"/>
                  </a:lnTo>
                  <a:lnTo>
                    <a:pt x="2478281" y="3796492"/>
                  </a:lnTo>
                  <a:lnTo>
                    <a:pt x="2478407" y="3796492"/>
                  </a:lnTo>
                  <a:lnTo>
                    <a:pt x="2478533" y="3796492"/>
                  </a:lnTo>
                  <a:lnTo>
                    <a:pt x="2478660" y="3796492"/>
                  </a:lnTo>
                  <a:lnTo>
                    <a:pt x="2478786" y="3796492"/>
                  </a:lnTo>
                  <a:lnTo>
                    <a:pt x="2478912" y="3796492"/>
                  </a:lnTo>
                  <a:lnTo>
                    <a:pt x="2479038" y="3796492"/>
                  </a:lnTo>
                  <a:lnTo>
                    <a:pt x="2479165" y="3796492"/>
                  </a:lnTo>
                  <a:lnTo>
                    <a:pt x="2479291" y="3796492"/>
                  </a:lnTo>
                  <a:lnTo>
                    <a:pt x="2479417" y="3796492"/>
                  </a:lnTo>
                  <a:lnTo>
                    <a:pt x="2479544" y="3796492"/>
                  </a:lnTo>
                  <a:lnTo>
                    <a:pt x="2479670" y="3796492"/>
                  </a:lnTo>
                  <a:lnTo>
                    <a:pt x="2479796" y="3796492"/>
                  </a:lnTo>
                  <a:lnTo>
                    <a:pt x="2479922" y="3796492"/>
                  </a:lnTo>
                  <a:lnTo>
                    <a:pt x="2480049" y="3796492"/>
                  </a:lnTo>
                  <a:lnTo>
                    <a:pt x="2480175" y="3796492"/>
                  </a:lnTo>
                  <a:lnTo>
                    <a:pt x="2480301" y="3796492"/>
                  </a:lnTo>
                  <a:lnTo>
                    <a:pt x="2480427" y="3796492"/>
                  </a:lnTo>
                  <a:lnTo>
                    <a:pt x="2480554" y="3796492"/>
                  </a:lnTo>
                  <a:lnTo>
                    <a:pt x="2480680" y="3796492"/>
                  </a:lnTo>
                  <a:lnTo>
                    <a:pt x="2480806" y="3796492"/>
                  </a:lnTo>
                  <a:lnTo>
                    <a:pt x="2480932" y="3796492"/>
                  </a:lnTo>
                  <a:lnTo>
                    <a:pt x="2481059" y="3796492"/>
                  </a:lnTo>
                  <a:lnTo>
                    <a:pt x="2481185" y="3796492"/>
                  </a:lnTo>
                  <a:lnTo>
                    <a:pt x="2481311" y="3796492"/>
                  </a:lnTo>
                  <a:lnTo>
                    <a:pt x="2481437" y="3796492"/>
                  </a:lnTo>
                  <a:lnTo>
                    <a:pt x="2481564" y="3796492"/>
                  </a:lnTo>
                  <a:lnTo>
                    <a:pt x="2481690" y="3796492"/>
                  </a:lnTo>
                  <a:lnTo>
                    <a:pt x="2481816" y="3796492"/>
                  </a:lnTo>
                  <a:lnTo>
                    <a:pt x="2481942" y="3796492"/>
                  </a:lnTo>
                  <a:lnTo>
                    <a:pt x="2482069" y="3796492"/>
                  </a:lnTo>
                  <a:lnTo>
                    <a:pt x="2482195" y="3796492"/>
                  </a:lnTo>
                  <a:lnTo>
                    <a:pt x="2482321" y="3796492"/>
                  </a:lnTo>
                  <a:lnTo>
                    <a:pt x="2482447" y="3796492"/>
                  </a:lnTo>
                  <a:lnTo>
                    <a:pt x="2482574" y="3796492"/>
                  </a:lnTo>
                  <a:lnTo>
                    <a:pt x="2482700" y="3796492"/>
                  </a:lnTo>
                  <a:lnTo>
                    <a:pt x="2482826" y="3796492"/>
                  </a:lnTo>
                  <a:lnTo>
                    <a:pt x="2482952" y="3796492"/>
                  </a:lnTo>
                  <a:lnTo>
                    <a:pt x="2483079" y="3796492"/>
                  </a:lnTo>
                  <a:lnTo>
                    <a:pt x="2483205" y="3796492"/>
                  </a:lnTo>
                  <a:lnTo>
                    <a:pt x="2483331" y="3796492"/>
                  </a:lnTo>
                  <a:lnTo>
                    <a:pt x="2483457" y="3796492"/>
                  </a:lnTo>
                  <a:lnTo>
                    <a:pt x="2483584" y="3796492"/>
                  </a:lnTo>
                  <a:lnTo>
                    <a:pt x="2483710" y="3796492"/>
                  </a:lnTo>
                  <a:lnTo>
                    <a:pt x="2483836" y="3796492"/>
                  </a:lnTo>
                  <a:lnTo>
                    <a:pt x="2483962" y="3796492"/>
                  </a:lnTo>
                  <a:lnTo>
                    <a:pt x="2484089" y="3796492"/>
                  </a:lnTo>
                  <a:lnTo>
                    <a:pt x="2484215" y="3796492"/>
                  </a:lnTo>
                  <a:lnTo>
                    <a:pt x="2484341" y="3796492"/>
                  </a:lnTo>
                  <a:lnTo>
                    <a:pt x="2484467" y="3796492"/>
                  </a:lnTo>
                  <a:lnTo>
                    <a:pt x="2484594" y="3796492"/>
                  </a:lnTo>
                  <a:lnTo>
                    <a:pt x="2484720" y="3796492"/>
                  </a:lnTo>
                  <a:lnTo>
                    <a:pt x="2484846" y="3796492"/>
                  </a:lnTo>
                  <a:lnTo>
                    <a:pt x="2484973" y="3796492"/>
                  </a:lnTo>
                  <a:lnTo>
                    <a:pt x="2485099" y="3796492"/>
                  </a:lnTo>
                  <a:lnTo>
                    <a:pt x="2485225" y="3796492"/>
                  </a:lnTo>
                  <a:lnTo>
                    <a:pt x="2485351" y="3796492"/>
                  </a:lnTo>
                  <a:lnTo>
                    <a:pt x="2485478" y="3796492"/>
                  </a:lnTo>
                  <a:lnTo>
                    <a:pt x="2485604" y="3796492"/>
                  </a:lnTo>
                  <a:lnTo>
                    <a:pt x="2485604" y="3791581"/>
                  </a:lnTo>
                  <a:lnTo>
                    <a:pt x="2485730" y="3791581"/>
                  </a:lnTo>
                  <a:lnTo>
                    <a:pt x="2485856" y="3791581"/>
                  </a:lnTo>
                  <a:lnTo>
                    <a:pt x="2485983" y="3791581"/>
                  </a:lnTo>
                  <a:lnTo>
                    <a:pt x="2486109" y="3791581"/>
                  </a:lnTo>
                  <a:lnTo>
                    <a:pt x="2486235" y="3791581"/>
                  </a:lnTo>
                  <a:lnTo>
                    <a:pt x="2486361" y="3791581"/>
                  </a:lnTo>
                  <a:lnTo>
                    <a:pt x="2486488" y="3791581"/>
                  </a:lnTo>
                  <a:lnTo>
                    <a:pt x="2486614" y="3791581"/>
                  </a:lnTo>
                  <a:lnTo>
                    <a:pt x="2486740" y="3791581"/>
                  </a:lnTo>
                  <a:lnTo>
                    <a:pt x="2486866" y="3791581"/>
                  </a:lnTo>
                  <a:lnTo>
                    <a:pt x="2486993" y="3791581"/>
                  </a:lnTo>
                  <a:lnTo>
                    <a:pt x="2487119" y="3791581"/>
                  </a:lnTo>
                  <a:lnTo>
                    <a:pt x="2487245" y="3791581"/>
                  </a:lnTo>
                  <a:lnTo>
                    <a:pt x="2487371" y="3791581"/>
                  </a:lnTo>
                  <a:lnTo>
                    <a:pt x="2487498" y="3791581"/>
                  </a:lnTo>
                  <a:lnTo>
                    <a:pt x="2487624" y="3791581"/>
                  </a:lnTo>
                  <a:lnTo>
                    <a:pt x="2487750" y="3791581"/>
                  </a:lnTo>
                  <a:lnTo>
                    <a:pt x="2487876" y="3791581"/>
                  </a:lnTo>
                  <a:lnTo>
                    <a:pt x="2488003" y="3791581"/>
                  </a:lnTo>
                  <a:lnTo>
                    <a:pt x="2488129" y="3791581"/>
                  </a:lnTo>
                  <a:lnTo>
                    <a:pt x="2488255" y="3791581"/>
                  </a:lnTo>
                  <a:lnTo>
                    <a:pt x="2488381" y="3791581"/>
                  </a:lnTo>
                  <a:lnTo>
                    <a:pt x="2488508" y="3791581"/>
                  </a:lnTo>
                  <a:lnTo>
                    <a:pt x="2488634" y="3791581"/>
                  </a:lnTo>
                  <a:lnTo>
                    <a:pt x="2488760" y="3791581"/>
                  </a:lnTo>
                  <a:lnTo>
                    <a:pt x="2488886" y="3791581"/>
                  </a:lnTo>
                  <a:lnTo>
                    <a:pt x="2489013" y="3791581"/>
                  </a:lnTo>
                  <a:lnTo>
                    <a:pt x="2489139" y="3791581"/>
                  </a:lnTo>
                  <a:lnTo>
                    <a:pt x="2489265" y="3791581"/>
                  </a:lnTo>
                  <a:lnTo>
                    <a:pt x="2489391" y="3791581"/>
                  </a:lnTo>
                  <a:lnTo>
                    <a:pt x="2489518" y="3791581"/>
                  </a:lnTo>
                  <a:lnTo>
                    <a:pt x="2489644" y="3791581"/>
                  </a:lnTo>
                  <a:lnTo>
                    <a:pt x="2489770" y="3791581"/>
                  </a:lnTo>
                  <a:lnTo>
                    <a:pt x="2489897" y="3791581"/>
                  </a:lnTo>
                  <a:lnTo>
                    <a:pt x="2490023" y="3791581"/>
                  </a:lnTo>
                  <a:lnTo>
                    <a:pt x="2490149" y="3791581"/>
                  </a:lnTo>
                  <a:lnTo>
                    <a:pt x="2490275" y="3791581"/>
                  </a:lnTo>
                  <a:lnTo>
                    <a:pt x="2490402" y="3791581"/>
                  </a:lnTo>
                  <a:lnTo>
                    <a:pt x="2490528" y="3791581"/>
                  </a:lnTo>
                  <a:lnTo>
                    <a:pt x="2490654" y="3791581"/>
                  </a:lnTo>
                  <a:lnTo>
                    <a:pt x="2490780" y="3791581"/>
                  </a:lnTo>
                  <a:lnTo>
                    <a:pt x="2490907" y="3791581"/>
                  </a:lnTo>
                  <a:lnTo>
                    <a:pt x="2491033" y="3791581"/>
                  </a:lnTo>
                  <a:lnTo>
                    <a:pt x="2491159" y="3791581"/>
                  </a:lnTo>
                  <a:lnTo>
                    <a:pt x="2491285" y="3791581"/>
                  </a:lnTo>
                  <a:lnTo>
                    <a:pt x="2491412" y="3791581"/>
                  </a:lnTo>
                  <a:lnTo>
                    <a:pt x="2491538" y="3791581"/>
                  </a:lnTo>
                  <a:lnTo>
                    <a:pt x="2491664" y="3791581"/>
                  </a:lnTo>
                  <a:lnTo>
                    <a:pt x="2491790" y="3791581"/>
                  </a:lnTo>
                  <a:lnTo>
                    <a:pt x="2491917" y="3791581"/>
                  </a:lnTo>
                  <a:lnTo>
                    <a:pt x="2492043" y="3791581"/>
                  </a:lnTo>
                  <a:lnTo>
                    <a:pt x="2492169" y="3791581"/>
                  </a:lnTo>
                  <a:lnTo>
                    <a:pt x="2492295" y="3791581"/>
                  </a:lnTo>
                  <a:lnTo>
                    <a:pt x="2492422" y="3791581"/>
                  </a:lnTo>
                  <a:lnTo>
                    <a:pt x="2492548" y="3791581"/>
                  </a:lnTo>
                  <a:lnTo>
                    <a:pt x="2492674" y="3791581"/>
                  </a:lnTo>
                  <a:lnTo>
                    <a:pt x="2492800" y="3791581"/>
                  </a:lnTo>
                  <a:lnTo>
                    <a:pt x="2492927" y="3791581"/>
                  </a:lnTo>
                  <a:lnTo>
                    <a:pt x="2493053" y="3791581"/>
                  </a:lnTo>
                  <a:lnTo>
                    <a:pt x="2493179" y="3791581"/>
                  </a:lnTo>
                  <a:lnTo>
                    <a:pt x="2493305" y="3791581"/>
                  </a:lnTo>
                  <a:lnTo>
                    <a:pt x="2493432" y="3791581"/>
                  </a:lnTo>
                  <a:lnTo>
                    <a:pt x="2493558" y="3791581"/>
                  </a:lnTo>
                  <a:lnTo>
                    <a:pt x="2493684" y="3791581"/>
                  </a:lnTo>
                  <a:lnTo>
                    <a:pt x="2493810" y="3791581"/>
                  </a:lnTo>
                  <a:lnTo>
                    <a:pt x="2493937" y="3791581"/>
                  </a:lnTo>
                  <a:lnTo>
                    <a:pt x="2494063" y="3791581"/>
                  </a:lnTo>
                  <a:lnTo>
                    <a:pt x="2494189" y="3791581"/>
                  </a:lnTo>
                  <a:lnTo>
                    <a:pt x="2494315" y="3791581"/>
                  </a:lnTo>
                  <a:lnTo>
                    <a:pt x="2494442" y="3791581"/>
                  </a:lnTo>
                  <a:lnTo>
                    <a:pt x="2494568" y="3791581"/>
                  </a:lnTo>
                  <a:lnTo>
                    <a:pt x="2494694" y="3791581"/>
                  </a:lnTo>
                  <a:lnTo>
                    <a:pt x="2494821" y="3791581"/>
                  </a:lnTo>
                  <a:lnTo>
                    <a:pt x="2494947" y="3791581"/>
                  </a:lnTo>
                  <a:lnTo>
                    <a:pt x="2495073" y="3791581"/>
                  </a:lnTo>
                  <a:lnTo>
                    <a:pt x="2495199" y="3791581"/>
                  </a:lnTo>
                  <a:lnTo>
                    <a:pt x="2495326" y="3791581"/>
                  </a:lnTo>
                  <a:lnTo>
                    <a:pt x="2495452" y="3791581"/>
                  </a:lnTo>
                  <a:lnTo>
                    <a:pt x="2495578" y="3791581"/>
                  </a:lnTo>
                  <a:lnTo>
                    <a:pt x="2495704" y="3791581"/>
                  </a:lnTo>
                  <a:lnTo>
                    <a:pt x="2495831" y="3791581"/>
                  </a:lnTo>
                  <a:lnTo>
                    <a:pt x="2495957" y="3791581"/>
                  </a:lnTo>
                  <a:lnTo>
                    <a:pt x="2496083" y="3791581"/>
                  </a:lnTo>
                  <a:lnTo>
                    <a:pt x="2496209" y="3791581"/>
                  </a:lnTo>
                  <a:lnTo>
                    <a:pt x="2496336" y="3791581"/>
                  </a:lnTo>
                  <a:lnTo>
                    <a:pt x="2496462" y="3791581"/>
                  </a:lnTo>
                  <a:lnTo>
                    <a:pt x="2496588" y="3791581"/>
                  </a:lnTo>
                  <a:lnTo>
                    <a:pt x="2496714" y="3791581"/>
                  </a:lnTo>
                  <a:lnTo>
                    <a:pt x="2496841" y="3791581"/>
                  </a:lnTo>
                  <a:lnTo>
                    <a:pt x="2496967" y="3791581"/>
                  </a:lnTo>
                  <a:lnTo>
                    <a:pt x="2497093" y="3791581"/>
                  </a:lnTo>
                  <a:lnTo>
                    <a:pt x="2497219" y="3791581"/>
                  </a:lnTo>
                  <a:lnTo>
                    <a:pt x="2497346" y="3791581"/>
                  </a:lnTo>
                  <a:lnTo>
                    <a:pt x="2497472" y="3791581"/>
                  </a:lnTo>
                  <a:lnTo>
                    <a:pt x="2497598" y="3791581"/>
                  </a:lnTo>
                  <a:lnTo>
                    <a:pt x="2497724" y="3791581"/>
                  </a:lnTo>
                  <a:lnTo>
                    <a:pt x="2497851" y="3791581"/>
                  </a:lnTo>
                  <a:lnTo>
                    <a:pt x="2497977" y="3791581"/>
                  </a:lnTo>
                  <a:lnTo>
                    <a:pt x="2498103" y="3791581"/>
                  </a:lnTo>
                  <a:lnTo>
                    <a:pt x="2498229" y="3791581"/>
                  </a:lnTo>
                  <a:lnTo>
                    <a:pt x="2498356" y="3791581"/>
                  </a:lnTo>
                  <a:lnTo>
                    <a:pt x="2498356" y="3786670"/>
                  </a:lnTo>
                  <a:lnTo>
                    <a:pt x="2498482" y="3786670"/>
                  </a:lnTo>
                  <a:lnTo>
                    <a:pt x="2498608" y="3786670"/>
                  </a:lnTo>
                  <a:lnTo>
                    <a:pt x="2498734" y="3786670"/>
                  </a:lnTo>
                  <a:lnTo>
                    <a:pt x="2498861" y="3786670"/>
                  </a:lnTo>
                  <a:lnTo>
                    <a:pt x="2498987" y="3786670"/>
                  </a:lnTo>
                  <a:lnTo>
                    <a:pt x="2499113" y="3786670"/>
                  </a:lnTo>
                  <a:lnTo>
                    <a:pt x="2499239" y="3786670"/>
                  </a:lnTo>
                  <a:lnTo>
                    <a:pt x="2499366" y="3786670"/>
                  </a:lnTo>
                  <a:lnTo>
                    <a:pt x="2499492" y="3786670"/>
                  </a:lnTo>
                  <a:lnTo>
                    <a:pt x="2499618" y="3786670"/>
                  </a:lnTo>
                  <a:lnTo>
                    <a:pt x="2499744" y="3786670"/>
                  </a:lnTo>
                  <a:lnTo>
                    <a:pt x="2499744" y="3781758"/>
                  </a:lnTo>
                  <a:lnTo>
                    <a:pt x="2499871" y="3781758"/>
                  </a:lnTo>
                  <a:lnTo>
                    <a:pt x="2499997" y="3781758"/>
                  </a:lnTo>
                  <a:lnTo>
                    <a:pt x="2500123" y="3781758"/>
                  </a:lnTo>
                  <a:lnTo>
                    <a:pt x="2500250" y="3781758"/>
                  </a:lnTo>
                  <a:lnTo>
                    <a:pt x="2500376" y="3781758"/>
                  </a:lnTo>
                  <a:lnTo>
                    <a:pt x="2500502" y="3781758"/>
                  </a:lnTo>
                  <a:lnTo>
                    <a:pt x="2500628" y="3781758"/>
                  </a:lnTo>
                  <a:lnTo>
                    <a:pt x="2500755" y="3781758"/>
                  </a:lnTo>
                  <a:lnTo>
                    <a:pt x="2500881" y="3781758"/>
                  </a:lnTo>
                  <a:lnTo>
                    <a:pt x="2501007" y="3781758"/>
                  </a:lnTo>
                  <a:lnTo>
                    <a:pt x="2501133" y="3781758"/>
                  </a:lnTo>
                  <a:lnTo>
                    <a:pt x="2501260" y="3781758"/>
                  </a:lnTo>
                  <a:lnTo>
                    <a:pt x="2501386" y="3781758"/>
                  </a:lnTo>
                  <a:lnTo>
                    <a:pt x="2501512" y="3781758"/>
                  </a:lnTo>
                  <a:lnTo>
                    <a:pt x="2501638" y="3781758"/>
                  </a:lnTo>
                  <a:lnTo>
                    <a:pt x="2501765" y="3781758"/>
                  </a:lnTo>
                  <a:lnTo>
                    <a:pt x="2501891" y="3781758"/>
                  </a:lnTo>
                  <a:lnTo>
                    <a:pt x="2502017" y="3781758"/>
                  </a:lnTo>
                  <a:lnTo>
                    <a:pt x="2502143" y="3781758"/>
                  </a:lnTo>
                  <a:lnTo>
                    <a:pt x="2502270" y="3781758"/>
                  </a:lnTo>
                  <a:lnTo>
                    <a:pt x="2502396" y="3781758"/>
                  </a:lnTo>
                  <a:lnTo>
                    <a:pt x="2502522" y="3781758"/>
                  </a:lnTo>
                  <a:lnTo>
                    <a:pt x="2502648" y="3781758"/>
                  </a:lnTo>
                  <a:lnTo>
                    <a:pt x="2502775" y="3781758"/>
                  </a:lnTo>
                  <a:lnTo>
                    <a:pt x="2502901" y="3781758"/>
                  </a:lnTo>
                  <a:lnTo>
                    <a:pt x="2503027" y="3781758"/>
                  </a:lnTo>
                  <a:lnTo>
                    <a:pt x="2503153" y="3781758"/>
                  </a:lnTo>
                  <a:lnTo>
                    <a:pt x="2503280" y="3781758"/>
                  </a:lnTo>
                  <a:lnTo>
                    <a:pt x="2503406" y="3781758"/>
                  </a:lnTo>
                  <a:lnTo>
                    <a:pt x="2503532" y="3781758"/>
                  </a:lnTo>
                  <a:lnTo>
                    <a:pt x="2503658" y="3781758"/>
                  </a:lnTo>
                  <a:lnTo>
                    <a:pt x="2503785" y="3781758"/>
                  </a:lnTo>
                  <a:lnTo>
                    <a:pt x="2503911" y="3781758"/>
                  </a:lnTo>
                  <a:lnTo>
                    <a:pt x="2504037" y="3781758"/>
                  </a:lnTo>
                  <a:lnTo>
                    <a:pt x="2504163" y="3781758"/>
                  </a:lnTo>
                  <a:lnTo>
                    <a:pt x="2504163" y="3776847"/>
                  </a:lnTo>
                  <a:lnTo>
                    <a:pt x="2504290" y="3776847"/>
                  </a:lnTo>
                  <a:lnTo>
                    <a:pt x="2504416" y="3776847"/>
                  </a:lnTo>
                  <a:lnTo>
                    <a:pt x="2504542" y="3776847"/>
                  </a:lnTo>
                  <a:lnTo>
                    <a:pt x="2504668" y="3776847"/>
                  </a:lnTo>
                  <a:lnTo>
                    <a:pt x="2504795" y="3776847"/>
                  </a:lnTo>
                  <a:lnTo>
                    <a:pt x="2504921" y="3776847"/>
                  </a:lnTo>
                  <a:lnTo>
                    <a:pt x="2505047" y="3776847"/>
                  </a:lnTo>
                  <a:lnTo>
                    <a:pt x="2505174" y="3776847"/>
                  </a:lnTo>
                  <a:lnTo>
                    <a:pt x="2505300" y="3776847"/>
                  </a:lnTo>
                  <a:lnTo>
                    <a:pt x="2505426" y="3776847"/>
                  </a:lnTo>
                  <a:lnTo>
                    <a:pt x="2505552" y="3776847"/>
                  </a:lnTo>
                  <a:lnTo>
                    <a:pt x="2505679" y="3776847"/>
                  </a:lnTo>
                  <a:lnTo>
                    <a:pt x="2505805" y="3776847"/>
                  </a:lnTo>
                  <a:lnTo>
                    <a:pt x="2505931" y="3776847"/>
                  </a:lnTo>
                  <a:lnTo>
                    <a:pt x="2506057" y="3776847"/>
                  </a:lnTo>
                  <a:lnTo>
                    <a:pt x="2506184" y="3776847"/>
                  </a:lnTo>
                  <a:lnTo>
                    <a:pt x="2506310" y="3776847"/>
                  </a:lnTo>
                  <a:lnTo>
                    <a:pt x="2506436" y="3776847"/>
                  </a:lnTo>
                  <a:lnTo>
                    <a:pt x="2506562" y="3776847"/>
                  </a:lnTo>
                  <a:lnTo>
                    <a:pt x="2506689" y="3776847"/>
                  </a:lnTo>
                  <a:lnTo>
                    <a:pt x="2506815" y="3776847"/>
                  </a:lnTo>
                  <a:lnTo>
                    <a:pt x="2506941" y="3776847"/>
                  </a:lnTo>
                  <a:lnTo>
                    <a:pt x="2507067" y="3776847"/>
                  </a:lnTo>
                  <a:lnTo>
                    <a:pt x="2507194" y="3776847"/>
                  </a:lnTo>
                  <a:lnTo>
                    <a:pt x="2507320" y="3776847"/>
                  </a:lnTo>
                  <a:lnTo>
                    <a:pt x="2507446" y="3776847"/>
                  </a:lnTo>
                  <a:lnTo>
                    <a:pt x="2507572" y="3776847"/>
                  </a:lnTo>
                  <a:lnTo>
                    <a:pt x="2507699" y="3776847"/>
                  </a:lnTo>
                  <a:lnTo>
                    <a:pt x="2507825" y="3776847"/>
                  </a:lnTo>
                  <a:lnTo>
                    <a:pt x="2507951" y="3776847"/>
                  </a:lnTo>
                  <a:lnTo>
                    <a:pt x="2508077" y="3776847"/>
                  </a:lnTo>
                  <a:lnTo>
                    <a:pt x="2508204" y="3776847"/>
                  </a:lnTo>
                  <a:lnTo>
                    <a:pt x="2508330" y="3776847"/>
                  </a:lnTo>
                  <a:lnTo>
                    <a:pt x="2508456" y="3776847"/>
                  </a:lnTo>
                  <a:lnTo>
                    <a:pt x="2508582" y="3776847"/>
                  </a:lnTo>
                  <a:lnTo>
                    <a:pt x="2508709" y="3776847"/>
                  </a:lnTo>
                  <a:lnTo>
                    <a:pt x="2508835" y="3776847"/>
                  </a:lnTo>
                  <a:lnTo>
                    <a:pt x="2508961" y="3776847"/>
                  </a:lnTo>
                  <a:lnTo>
                    <a:pt x="2509087" y="3776847"/>
                  </a:lnTo>
                  <a:lnTo>
                    <a:pt x="2509214" y="3776847"/>
                  </a:lnTo>
                  <a:lnTo>
                    <a:pt x="2509340" y="3776847"/>
                  </a:lnTo>
                  <a:lnTo>
                    <a:pt x="2509466" y="3776847"/>
                  </a:lnTo>
                  <a:lnTo>
                    <a:pt x="2509592" y="3776847"/>
                  </a:lnTo>
                  <a:lnTo>
                    <a:pt x="2509719" y="3776847"/>
                  </a:lnTo>
                  <a:lnTo>
                    <a:pt x="2509845" y="3776847"/>
                  </a:lnTo>
                  <a:lnTo>
                    <a:pt x="2509971" y="3776847"/>
                  </a:lnTo>
                  <a:lnTo>
                    <a:pt x="2510097" y="3776847"/>
                  </a:lnTo>
                  <a:lnTo>
                    <a:pt x="2510224" y="3776847"/>
                  </a:lnTo>
                  <a:lnTo>
                    <a:pt x="2510350" y="3776847"/>
                  </a:lnTo>
                  <a:lnTo>
                    <a:pt x="2510476" y="3776847"/>
                  </a:lnTo>
                  <a:lnTo>
                    <a:pt x="2510603" y="3776847"/>
                  </a:lnTo>
                  <a:lnTo>
                    <a:pt x="2510729" y="3776847"/>
                  </a:lnTo>
                  <a:lnTo>
                    <a:pt x="2510855" y="3776847"/>
                  </a:lnTo>
                  <a:lnTo>
                    <a:pt x="2510981" y="3776847"/>
                  </a:lnTo>
                  <a:lnTo>
                    <a:pt x="2511108" y="3776847"/>
                  </a:lnTo>
                  <a:lnTo>
                    <a:pt x="2511234" y="3776847"/>
                  </a:lnTo>
                  <a:lnTo>
                    <a:pt x="2511360" y="3776847"/>
                  </a:lnTo>
                  <a:lnTo>
                    <a:pt x="2511486" y="3776847"/>
                  </a:lnTo>
                  <a:lnTo>
                    <a:pt x="2511613" y="3776847"/>
                  </a:lnTo>
                  <a:lnTo>
                    <a:pt x="2511739" y="3776847"/>
                  </a:lnTo>
                  <a:lnTo>
                    <a:pt x="2511865" y="3776847"/>
                  </a:lnTo>
                  <a:lnTo>
                    <a:pt x="2511991" y="3776847"/>
                  </a:lnTo>
                  <a:lnTo>
                    <a:pt x="2512118" y="3776847"/>
                  </a:lnTo>
                  <a:lnTo>
                    <a:pt x="2512244" y="3776847"/>
                  </a:lnTo>
                  <a:lnTo>
                    <a:pt x="2512370" y="3776847"/>
                  </a:lnTo>
                  <a:lnTo>
                    <a:pt x="2512496" y="3776847"/>
                  </a:lnTo>
                  <a:lnTo>
                    <a:pt x="2512623" y="3776847"/>
                  </a:lnTo>
                  <a:lnTo>
                    <a:pt x="2512749" y="3776847"/>
                  </a:lnTo>
                  <a:lnTo>
                    <a:pt x="2512875" y="3776847"/>
                  </a:lnTo>
                  <a:lnTo>
                    <a:pt x="2513001" y="3776847"/>
                  </a:lnTo>
                  <a:lnTo>
                    <a:pt x="2513128" y="3776847"/>
                  </a:lnTo>
                  <a:lnTo>
                    <a:pt x="2513254" y="3776847"/>
                  </a:lnTo>
                  <a:lnTo>
                    <a:pt x="2513380" y="3776847"/>
                  </a:lnTo>
                  <a:lnTo>
                    <a:pt x="2513506" y="3776847"/>
                  </a:lnTo>
                  <a:lnTo>
                    <a:pt x="2513633" y="3776847"/>
                  </a:lnTo>
                  <a:lnTo>
                    <a:pt x="2513759" y="3776847"/>
                  </a:lnTo>
                  <a:lnTo>
                    <a:pt x="2513759" y="3771935"/>
                  </a:lnTo>
                  <a:lnTo>
                    <a:pt x="2513885" y="3771935"/>
                  </a:lnTo>
                  <a:lnTo>
                    <a:pt x="2514011" y="3771935"/>
                  </a:lnTo>
                  <a:lnTo>
                    <a:pt x="2514138" y="3771935"/>
                  </a:lnTo>
                  <a:lnTo>
                    <a:pt x="2514264" y="3771935"/>
                  </a:lnTo>
                  <a:lnTo>
                    <a:pt x="2514390" y="3771935"/>
                  </a:lnTo>
                  <a:lnTo>
                    <a:pt x="2514516" y="3771935"/>
                  </a:lnTo>
                  <a:lnTo>
                    <a:pt x="2514643" y="3771935"/>
                  </a:lnTo>
                  <a:lnTo>
                    <a:pt x="2514769" y="3771935"/>
                  </a:lnTo>
                  <a:lnTo>
                    <a:pt x="2514895" y="3771935"/>
                  </a:lnTo>
                  <a:lnTo>
                    <a:pt x="2515021" y="3771935"/>
                  </a:lnTo>
                  <a:lnTo>
                    <a:pt x="2515148" y="3771935"/>
                  </a:lnTo>
                  <a:lnTo>
                    <a:pt x="2515274" y="3771935"/>
                  </a:lnTo>
                  <a:lnTo>
                    <a:pt x="2515400" y="3771935"/>
                  </a:lnTo>
                  <a:lnTo>
                    <a:pt x="2515527" y="3771935"/>
                  </a:lnTo>
                  <a:lnTo>
                    <a:pt x="2515653" y="3771935"/>
                  </a:lnTo>
                  <a:lnTo>
                    <a:pt x="2515779" y="3771935"/>
                  </a:lnTo>
                  <a:lnTo>
                    <a:pt x="2515905" y="3771935"/>
                  </a:lnTo>
                  <a:lnTo>
                    <a:pt x="2516032" y="3771935"/>
                  </a:lnTo>
                  <a:lnTo>
                    <a:pt x="2516158" y="3771935"/>
                  </a:lnTo>
                  <a:lnTo>
                    <a:pt x="2516284" y="3771935"/>
                  </a:lnTo>
                  <a:lnTo>
                    <a:pt x="2516410" y="3771935"/>
                  </a:lnTo>
                  <a:lnTo>
                    <a:pt x="2516537" y="3771935"/>
                  </a:lnTo>
                  <a:lnTo>
                    <a:pt x="2516663" y="3771935"/>
                  </a:lnTo>
                  <a:lnTo>
                    <a:pt x="2516789" y="3771935"/>
                  </a:lnTo>
                  <a:lnTo>
                    <a:pt x="2516915" y="3771935"/>
                  </a:lnTo>
                  <a:lnTo>
                    <a:pt x="2517042" y="3771935"/>
                  </a:lnTo>
                  <a:lnTo>
                    <a:pt x="2517168" y="3771935"/>
                  </a:lnTo>
                  <a:lnTo>
                    <a:pt x="2517294" y="3771935"/>
                  </a:lnTo>
                  <a:lnTo>
                    <a:pt x="2517420" y="3771935"/>
                  </a:lnTo>
                  <a:lnTo>
                    <a:pt x="2517547" y="3771935"/>
                  </a:lnTo>
                  <a:lnTo>
                    <a:pt x="2517673" y="3771935"/>
                  </a:lnTo>
                  <a:lnTo>
                    <a:pt x="2517799" y="3771935"/>
                  </a:lnTo>
                  <a:lnTo>
                    <a:pt x="2517925" y="3771935"/>
                  </a:lnTo>
                  <a:lnTo>
                    <a:pt x="2518052" y="3771935"/>
                  </a:lnTo>
                  <a:lnTo>
                    <a:pt x="2518178" y="3771935"/>
                  </a:lnTo>
                  <a:lnTo>
                    <a:pt x="2518304" y="3771935"/>
                  </a:lnTo>
                  <a:lnTo>
                    <a:pt x="2518430" y="3771935"/>
                  </a:lnTo>
                  <a:lnTo>
                    <a:pt x="2518557" y="3771935"/>
                  </a:lnTo>
                  <a:lnTo>
                    <a:pt x="2518683" y="3771935"/>
                  </a:lnTo>
                  <a:lnTo>
                    <a:pt x="2518809" y="3771935"/>
                  </a:lnTo>
                  <a:lnTo>
                    <a:pt x="2518935" y="3771935"/>
                  </a:lnTo>
                  <a:lnTo>
                    <a:pt x="2519062" y="3771935"/>
                  </a:lnTo>
                  <a:lnTo>
                    <a:pt x="2519188" y="3771935"/>
                  </a:lnTo>
                  <a:lnTo>
                    <a:pt x="2519314" y="3771935"/>
                  </a:lnTo>
                  <a:lnTo>
                    <a:pt x="2519440" y="3771935"/>
                  </a:lnTo>
                  <a:lnTo>
                    <a:pt x="2519567" y="3771935"/>
                  </a:lnTo>
                  <a:lnTo>
                    <a:pt x="2519693" y="3771935"/>
                  </a:lnTo>
                  <a:lnTo>
                    <a:pt x="2519819" y="3771935"/>
                  </a:lnTo>
                  <a:lnTo>
                    <a:pt x="2519945" y="3771935"/>
                  </a:lnTo>
                  <a:lnTo>
                    <a:pt x="2520072" y="3771935"/>
                  </a:lnTo>
                  <a:lnTo>
                    <a:pt x="2520198" y="3771935"/>
                  </a:lnTo>
                  <a:lnTo>
                    <a:pt x="2520324" y="3771935"/>
                  </a:lnTo>
                  <a:lnTo>
                    <a:pt x="2520450" y="3771935"/>
                  </a:lnTo>
                  <a:lnTo>
                    <a:pt x="2520577" y="3771935"/>
                  </a:lnTo>
                  <a:lnTo>
                    <a:pt x="2520703" y="3771935"/>
                  </a:lnTo>
                  <a:lnTo>
                    <a:pt x="2520829" y="3771935"/>
                  </a:lnTo>
                  <a:lnTo>
                    <a:pt x="2520956" y="3771935"/>
                  </a:lnTo>
                  <a:lnTo>
                    <a:pt x="2521082" y="3771935"/>
                  </a:lnTo>
                  <a:lnTo>
                    <a:pt x="2521208" y="3771935"/>
                  </a:lnTo>
                  <a:lnTo>
                    <a:pt x="2521208" y="3767024"/>
                  </a:lnTo>
                  <a:lnTo>
                    <a:pt x="2521334" y="3767024"/>
                  </a:lnTo>
                  <a:lnTo>
                    <a:pt x="2521461" y="3767024"/>
                  </a:lnTo>
                  <a:lnTo>
                    <a:pt x="2521587" y="3767024"/>
                  </a:lnTo>
                  <a:lnTo>
                    <a:pt x="2521713" y="3767024"/>
                  </a:lnTo>
                  <a:lnTo>
                    <a:pt x="2521839" y="3767024"/>
                  </a:lnTo>
                  <a:lnTo>
                    <a:pt x="2521966" y="3767024"/>
                  </a:lnTo>
                  <a:lnTo>
                    <a:pt x="2522092" y="3767024"/>
                  </a:lnTo>
                  <a:lnTo>
                    <a:pt x="2522218" y="3767024"/>
                  </a:lnTo>
                  <a:lnTo>
                    <a:pt x="2522344" y="3767024"/>
                  </a:lnTo>
                  <a:lnTo>
                    <a:pt x="2522471" y="3767024"/>
                  </a:lnTo>
                  <a:lnTo>
                    <a:pt x="2522597" y="3767024"/>
                  </a:lnTo>
                  <a:lnTo>
                    <a:pt x="2522723" y="3767024"/>
                  </a:lnTo>
                  <a:lnTo>
                    <a:pt x="2522849" y="3767024"/>
                  </a:lnTo>
                  <a:lnTo>
                    <a:pt x="2522976" y="3767024"/>
                  </a:lnTo>
                  <a:lnTo>
                    <a:pt x="2523102" y="3767024"/>
                  </a:lnTo>
                  <a:lnTo>
                    <a:pt x="2523228" y="3767024"/>
                  </a:lnTo>
                  <a:lnTo>
                    <a:pt x="2523354" y="3767024"/>
                  </a:lnTo>
                  <a:lnTo>
                    <a:pt x="2523481" y="3767024"/>
                  </a:lnTo>
                  <a:lnTo>
                    <a:pt x="2523607" y="3767024"/>
                  </a:lnTo>
                  <a:lnTo>
                    <a:pt x="2523733" y="3767024"/>
                  </a:lnTo>
                  <a:lnTo>
                    <a:pt x="2523859" y="3767024"/>
                  </a:lnTo>
                  <a:lnTo>
                    <a:pt x="2523986" y="3767024"/>
                  </a:lnTo>
                  <a:lnTo>
                    <a:pt x="2524112" y="3767024"/>
                  </a:lnTo>
                  <a:lnTo>
                    <a:pt x="2524238" y="3767024"/>
                  </a:lnTo>
                  <a:lnTo>
                    <a:pt x="2524364" y="3767024"/>
                  </a:lnTo>
                  <a:lnTo>
                    <a:pt x="2524491" y="3767024"/>
                  </a:lnTo>
                  <a:lnTo>
                    <a:pt x="2524617" y="3767024"/>
                  </a:lnTo>
                  <a:lnTo>
                    <a:pt x="2524743" y="3767024"/>
                  </a:lnTo>
                  <a:lnTo>
                    <a:pt x="2524869" y="3767024"/>
                  </a:lnTo>
                  <a:lnTo>
                    <a:pt x="2524996" y="3767024"/>
                  </a:lnTo>
                  <a:lnTo>
                    <a:pt x="2525122" y="3767024"/>
                  </a:lnTo>
                  <a:lnTo>
                    <a:pt x="2525122" y="3762113"/>
                  </a:lnTo>
                  <a:lnTo>
                    <a:pt x="2525248" y="3762113"/>
                  </a:lnTo>
                  <a:lnTo>
                    <a:pt x="2525374" y="3762113"/>
                  </a:lnTo>
                  <a:lnTo>
                    <a:pt x="2525501" y="3762113"/>
                  </a:lnTo>
                  <a:lnTo>
                    <a:pt x="2525627" y="3762113"/>
                  </a:lnTo>
                  <a:lnTo>
                    <a:pt x="2525753" y="3762113"/>
                  </a:lnTo>
                  <a:lnTo>
                    <a:pt x="2525880" y="3762113"/>
                  </a:lnTo>
                  <a:lnTo>
                    <a:pt x="2526006" y="3762113"/>
                  </a:lnTo>
                  <a:lnTo>
                    <a:pt x="2526132" y="3762113"/>
                  </a:lnTo>
                  <a:lnTo>
                    <a:pt x="2526258" y="3762113"/>
                  </a:lnTo>
                  <a:lnTo>
                    <a:pt x="2526385" y="3762113"/>
                  </a:lnTo>
                  <a:lnTo>
                    <a:pt x="2526511" y="3762113"/>
                  </a:lnTo>
                  <a:lnTo>
                    <a:pt x="2526637" y="3762113"/>
                  </a:lnTo>
                  <a:lnTo>
                    <a:pt x="2526763" y="3762113"/>
                  </a:lnTo>
                  <a:lnTo>
                    <a:pt x="2526890" y="3762113"/>
                  </a:lnTo>
                  <a:lnTo>
                    <a:pt x="2527016" y="3762113"/>
                  </a:lnTo>
                  <a:lnTo>
                    <a:pt x="2527016" y="3757201"/>
                  </a:lnTo>
                  <a:lnTo>
                    <a:pt x="2527142" y="3757201"/>
                  </a:lnTo>
                  <a:lnTo>
                    <a:pt x="2527268" y="3757201"/>
                  </a:lnTo>
                  <a:lnTo>
                    <a:pt x="2527395" y="3757201"/>
                  </a:lnTo>
                  <a:lnTo>
                    <a:pt x="2527521" y="3757201"/>
                  </a:lnTo>
                  <a:lnTo>
                    <a:pt x="2527647" y="3757201"/>
                  </a:lnTo>
                  <a:lnTo>
                    <a:pt x="2527773" y="3757201"/>
                  </a:lnTo>
                  <a:lnTo>
                    <a:pt x="2527900" y="3757201"/>
                  </a:lnTo>
                  <a:lnTo>
                    <a:pt x="2528026" y="3757201"/>
                  </a:lnTo>
                  <a:lnTo>
                    <a:pt x="2528152" y="3757201"/>
                  </a:lnTo>
                  <a:lnTo>
                    <a:pt x="2528278" y="3757201"/>
                  </a:lnTo>
                  <a:lnTo>
                    <a:pt x="2528405" y="3757201"/>
                  </a:lnTo>
                  <a:lnTo>
                    <a:pt x="2528531" y="3757201"/>
                  </a:lnTo>
                  <a:lnTo>
                    <a:pt x="2528657" y="3757201"/>
                  </a:lnTo>
                  <a:lnTo>
                    <a:pt x="2528783" y="3757201"/>
                  </a:lnTo>
                  <a:lnTo>
                    <a:pt x="2528910" y="3757201"/>
                  </a:lnTo>
                  <a:lnTo>
                    <a:pt x="2529036" y="3757201"/>
                  </a:lnTo>
                  <a:lnTo>
                    <a:pt x="2529162" y="3757201"/>
                  </a:lnTo>
                  <a:lnTo>
                    <a:pt x="2529288" y="3757201"/>
                  </a:lnTo>
                  <a:lnTo>
                    <a:pt x="2529415" y="3757201"/>
                  </a:lnTo>
                  <a:lnTo>
                    <a:pt x="2529541" y="3757201"/>
                  </a:lnTo>
                  <a:lnTo>
                    <a:pt x="2529667" y="3757201"/>
                  </a:lnTo>
                  <a:lnTo>
                    <a:pt x="2529793" y="3757201"/>
                  </a:lnTo>
                  <a:lnTo>
                    <a:pt x="2529920" y="3757201"/>
                  </a:lnTo>
                  <a:lnTo>
                    <a:pt x="2530046" y="3757201"/>
                  </a:lnTo>
                  <a:lnTo>
                    <a:pt x="2530172" y="3757201"/>
                  </a:lnTo>
                  <a:lnTo>
                    <a:pt x="2530298" y="3757201"/>
                  </a:lnTo>
                  <a:lnTo>
                    <a:pt x="2530425" y="3757201"/>
                  </a:lnTo>
                  <a:lnTo>
                    <a:pt x="2530551" y="3757201"/>
                  </a:lnTo>
                  <a:lnTo>
                    <a:pt x="2530677" y="3757201"/>
                  </a:lnTo>
                  <a:lnTo>
                    <a:pt x="2530803" y="3757201"/>
                  </a:lnTo>
                  <a:lnTo>
                    <a:pt x="2530930" y="3757201"/>
                  </a:lnTo>
                  <a:lnTo>
                    <a:pt x="2531056" y="3757201"/>
                  </a:lnTo>
                  <a:lnTo>
                    <a:pt x="2531182" y="3757201"/>
                  </a:lnTo>
                  <a:lnTo>
                    <a:pt x="2531309" y="3757201"/>
                  </a:lnTo>
                  <a:lnTo>
                    <a:pt x="2531435" y="3757201"/>
                  </a:lnTo>
                  <a:lnTo>
                    <a:pt x="2531561" y="3757201"/>
                  </a:lnTo>
                  <a:lnTo>
                    <a:pt x="2531687" y="3757201"/>
                  </a:lnTo>
                  <a:lnTo>
                    <a:pt x="2531814" y="3757201"/>
                  </a:lnTo>
                  <a:lnTo>
                    <a:pt x="2531940" y="3757201"/>
                  </a:lnTo>
                  <a:lnTo>
                    <a:pt x="2532066" y="3757201"/>
                  </a:lnTo>
                  <a:lnTo>
                    <a:pt x="2532192" y="3757201"/>
                  </a:lnTo>
                  <a:lnTo>
                    <a:pt x="2532319" y="3757201"/>
                  </a:lnTo>
                  <a:lnTo>
                    <a:pt x="2532445" y="3757201"/>
                  </a:lnTo>
                  <a:lnTo>
                    <a:pt x="2532571" y="3757201"/>
                  </a:lnTo>
                  <a:lnTo>
                    <a:pt x="2532697" y="3757201"/>
                  </a:lnTo>
                  <a:lnTo>
                    <a:pt x="2532824" y="3757201"/>
                  </a:lnTo>
                  <a:lnTo>
                    <a:pt x="2532950" y="3757201"/>
                  </a:lnTo>
                  <a:lnTo>
                    <a:pt x="2533076" y="3757201"/>
                  </a:lnTo>
                  <a:lnTo>
                    <a:pt x="2533202" y="3757201"/>
                  </a:lnTo>
                  <a:lnTo>
                    <a:pt x="2533329" y="3757201"/>
                  </a:lnTo>
                  <a:lnTo>
                    <a:pt x="2533455" y="3757201"/>
                  </a:lnTo>
                  <a:lnTo>
                    <a:pt x="2533581" y="3757201"/>
                  </a:lnTo>
                  <a:lnTo>
                    <a:pt x="2533707" y="3757201"/>
                  </a:lnTo>
                  <a:lnTo>
                    <a:pt x="2533834" y="3757201"/>
                  </a:lnTo>
                  <a:lnTo>
                    <a:pt x="2533960" y="3757201"/>
                  </a:lnTo>
                  <a:lnTo>
                    <a:pt x="2534086" y="3757201"/>
                  </a:lnTo>
                  <a:lnTo>
                    <a:pt x="2534212" y="3757201"/>
                  </a:lnTo>
                  <a:lnTo>
                    <a:pt x="2534339" y="3757201"/>
                  </a:lnTo>
                  <a:lnTo>
                    <a:pt x="2534465" y="3757201"/>
                  </a:lnTo>
                  <a:lnTo>
                    <a:pt x="2534591" y="3757201"/>
                  </a:lnTo>
                  <a:lnTo>
                    <a:pt x="2534717" y="3757201"/>
                  </a:lnTo>
                  <a:lnTo>
                    <a:pt x="2534844" y="3757201"/>
                  </a:lnTo>
                  <a:lnTo>
                    <a:pt x="2534970" y="3757201"/>
                  </a:lnTo>
                  <a:lnTo>
                    <a:pt x="2535096" y="3757201"/>
                  </a:lnTo>
                  <a:lnTo>
                    <a:pt x="2535222" y="3757201"/>
                  </a:lnTo>
                  <a:lnTo>
                    <a:pt x="2535349" y="3757201"/>
                  </a:lnTo>
                  <a:lnTo>
                    <a:pt x="2535475" y="3757201"/>
                  </a:lnTo>
                  <a:lnTo>
                    <a:pt x="2535475" y="3752290"/>
                  </a:lnTo>
                  <a:lnTo>
                    <a:pt x="2535601" y="3752290"/>
                  </a:lnTo>
                  <a:lnTo>
                    <a:pt x="2535727" y="3752290"/>
                  </a:lnTo>
                  <a:lnTo>
                    <a:pt x="2535854" y="3752290"/>
                  </a:lnTo>
                  <a:lnTo>
                    <a:pt x="2535980" y="3752290"/>
                  </a:lnTo>
                  <a:lnTo>
                    <a:pt x="2536106" y="3752290"/>
                  </a:lnTo>
                  <a:lnTo>
                    <a:pt x="2536233" y="3752290"/>
                  </a:lnTo>
                  <a:lnTo>
                    <a:pt x="2536359" y="3752290"/>
                  </a:lnTo>
                  <a:lnTo>
                    <a:pt x="2536485" y="3752290"/>
                  </a:lnTo>
                  <a:lnTo>
                    <a:pt x="2536611" y="3752290"/>
                  </a:lnTo>
                  <a:lnTo>
                    <a:pt x="2536738" y="3752290"/>
                  </a:lnTo>
                  <a:lnTo>
                    <a:pt x="2536864" y="3752290"/>
                  </a:lnTo>
                  <a:lnTo>
                    <a:pt x="2536990" y="3752290"/>
                  </a:lnTo>
                  <a:lnTo>
                    <a:pt x="2537116" y="3752290"/>
                  </a:lnTo>
                  <a:lnTo>
                    <a:pt x="2537243" y="3752290"/>
                  </a:lnTo>
                  <a:lnTo>
                    <a:pt x="2537369" y="3752290"/>
                  </a:lnTo>
                  <a:lnTo>
                    <a:pt x="2537495" y="3752290"/>
                  </a:lnTo>
                  <a:lnTo>
                    <a:pt x="2537621" y="3752290"/>
                  </a:lnTo>
                  <a:lnTo>
                    <a:pt x="2537748" y="3752290"/>
                  </a:lnTo>
                  <a:lnTo>
                    <a:pt x="2537748" y="3747379"/>
                  </a:lnTo>
                  <a:lnTo>
                    <a:pt x="2537874" y="3747379"/>
                  </a:lnTo>
                  <a:lnTo>
                    <a:pt x="2538000" y="3747379"/>
                  </a:lnTo>
                  <a:lnTo>
                    <a:pt x="2538126" y="3747379"/>
                  </a:lnTo>
                  <a:lnTo>
                    <a:pt x="2538253" y="3747379"/>
                  </a:lnTo>
                  <a:lnTo>
                    <a:pt x="2538379" y="3747379"/>
                  </a:lnTo>
                  <a:lnTo>
                    <a:pt x="2538505" y="3747379"/>
                  </a:lnTo>
                  <a:lnTo>
                    <a:pt x="2538631" y="3747379"/>
                  </a:lnTo>
                  <a:lnTo>
                    <a:pt x="2538758" y="3747379"/>
                  </a:lnTo>
                  <a:lnTo>
                    <a:pt x="2538884" y="3747379"/>
                  </a:lnTo>
                  <a:lnTo>
                    <a:pt x="2539010" y="3747379"/>
                  </a:lnTo>
                  <a:lnTo>
                    <a:pt x="2539136" y="3747379"/>
                  </a:lnTo>
                  <a:lnTo>
                    <a:pt x="2539263" y="3747379"/>
                  </a:lnTo>
                  <a:lnTo>
                    <a:pt x="2539389" y="3747379"/>
                  </a:lnTo>
                  <a:lnTo>
                    <a:pt x="2539515" y="3747379"/>
                  </a:lnTo>
                  <a:lnTo>
                    <a:pt x="2539641" y="3747379"/>
                  </a:lnTo>
                  <a:lnTo>
                    <a:pt x="2539768" y="3747379"/>
                  </a:lnTo>
                  <a:lnTo>
                    <a:pt x="2539894" y="3747379"/>
                  </a:lnTo>
                  <a:lnTo>
                    <a:pt x="2540020" y="3747379"/>
                  </a:lnTo>
                  <a:lnTo>
                    <a:pt x="2540146" y="3747379"/>
                  </a:lnTo>
                  <a:lnTo>
                    <a:pt x="2540273" y="3747379"/>
                  </a:lnTo>
                  <a:lnTo>
                    <a:pt x="2540399" y="3747379"/>
                  </a:lnTo>
                  <a:lnTo>
                    <a:pt x="2540525" y="3747379"/>
                  </a:lnTo>
                  <a:lnTo>
                    <a:pt x="2540651" y="3747379"/>
                  </a:lnTo>
                  <a:lnTo>
                    <a:pt x="2540778" y="3747379"/>
                  </a:lnTo>
                  <a:lnTo>
                    <a:pt x="2540904" y="3747379"/>
                  </a:lnTo>
                  <a:lnTo>
                    <a:pt x="2541030" y="3747379"/>
                  </a:lnTo>
                  <a:lnTo>
                    <a:pt x="2541156" y="3747379"/>
                  </a:lnTo>
                  <a:lnTo>
                    <a:pt x="2541283" y="3747379"/>
                  </a:lnTo>
                  <a:lnTo>
                    <a:pt x="2541409" y="3747379"/>
                  </a:lnTo>
                  <a:lnTo>
                    <a:pt x="2541535" y="3747379"/>
                  </a:lnTo>
                  <a:lnTo>
                    <a:pt x="2541662" y="3747379"/>
                  </a:lnTo>
                  <a:lnTo>
                    <a:pt x="2541788" y="3747379"/>
                  </a:lnTo>
                  <a:lnTo>
                    <a:pt x="2541914" y="3747379"/>
                  </a:lnTo>
                  <a:lnTo>
                    <a:pt x="2542040" y="3747379"/>
                  </a:lnTo>
                  <a:lnTo>
                    <a:pt x="2542167" y="3747379"/>
                  </a:lnTo>
                  <a:lnTo>
                    <a:pt x="2542293" y="3747379"/>
                  </a:lnTo>
                  <a:lnTo>
                    <a:pt x="2542419" y="3747379"/>
                  </a:lnTo>
                  <a:lnTo>
                    <a:pt x="2542545" y="3747379"/>
                  </a:lnTo>
                  <a:lnTo>
                    <a:pt x="2542672" y="3747379"/>
                  </a:lnTo>
                  <a:lnTo>
                    <a:pt x="2542798" y="3747379"/>
                  </a:lnTo>
                  <a:lnTo>
                    <a:pt x="2542798" y="3742467"/>
                  </a:lnTo>
                  <a:lnTo>
                    <a:pt x="2542924" y="3742467"/>
                  </a:lnTo>
                  <a:lnTo>
                    <a:pt x="2543050" y="3742467"/>
                  </a:lnTo>
                  <a:lnTo>
                    <a:pt x="2543177" y="3742467"/>
                  </a:lnTo>
                  <a:lnTo>
                    <a:pt x="2543303" y="3742467"/>
                  </a:lnTo>
                  <a:lnTo>
                    <a:pt x="2543429" y="3742467"/>
                  </a:lnTo>
                  <a:lnTo>
                    <a:pt x="2543555" y="3742467"/>
                  </a:lnTo>
                  <a:lnTo>
                    <a:pt x="2543682" y="3742467"/>
                  </a:lnTo>
                  <a:lnTo>
                    <a:pt x="2543808" y="3742467"/>
                  </a:lnTo>
                  <a:lnTo>
                    <a:pt x="2543934" y="3742467"/>
                  </a:lnTo>
                  <a:lnTo>
                    <a:pt x="2544060" y="3742467"/>
                  </a:lnTo>
                  <a:lnTo>
                    <a:pt x="2544187" y="3742467"/>
                  </a:lnTo>
                  <a:lnTo>
                    <a:pt x="2544313" y="3742467"/>
                  </a:lnTo>
                  <a:lnTo>
                    <a:pt x="2544439" y="3742467"/>
                  </a:lnTo>
                  <a:lnTo>
                    <a:pt x="2544565" y="3742467"/>
                  </a:lnTo>
                  <a:lnTo>
                    <a:pt x="2544692" y="3742467"/>
                  </a:lnTo>
                  <a:lnTo>
                    <a:pt x="2544818" y="3742467"/>
                  </a:lnTo>
                  <a:lnTo>
                    <a:pt x="2544944" y="3742467"/>
                  </a:lnTo>
                  <a:lnTo>
                    <a:pt x="2545070" y="3742467"/>
                  </a:lnTo>
                  <a:lnTo>
                    <a:pt x="2545197" y="3742467"/>
                  </a:lnTo>
                  <a:lnTo>
                    <a:pt x="2545323" y="3742467"/>
                  </a:lnTo>
                  <a:lnTo>
                    <a:pt x="2545449" y="3742467"/>
                  </a:lnTo>
                  <a:lnTo>
                    <a:pt x="2545575" y="3742467"/>
                  </a:lnTo>
                  <a:lnTo>
                    <a:pt x="2545702" y="3742467"/>
                  </a:lnTo>
                  <a:lnTo>
                    <a:pt x="2545828" y="3742467"/>
                  </a:lnTo>
                  <a:lnTo>
                    <a:pt x="2545954" y="3742467"/>
                  </a:lnTo>
                  <a:lnTo>
                    <a:pt x="2546080" y="3742467"/>
                  </a:lnTo>
                  <a:lnTo>
                    <a:pt x="2546207" y="3742467"/>
                  </a:lnTo>
                  <a:lnTo>
                    <a:pt x="2546333" y="3742467"/>
                  </a:lnTo>
                  <a:lnTo>
                    <a:pt x="2546459" y="3742467"/>
                  </a:lnTo>
                  <a:lnTo>
                    <a:pt x="2546586" y="3742467"/>
                  </a:lnTo>
                  <a:lnTo>
                    <a:pt x="2546712" y="3742467"/>
                  </a:lnTo>
                  <a:lnTo>
                    <a:pt x="2546838" y="3742467"/>
                  </a:lnTo>
                  <a:lnTo>
                    <a:pt x="2546964" y="3742467"/>
                  </a:lnTo>
                  <a:lnTo>
                    <a:pt x="2547091" y="3742467"/>
                  </a:lnTo>
                  <a:lnTo>
                    <a:pt x="2547217" y="3742467"/>
                  </a:lnTo>
                  <a:lnTo>
                    <a:pt x="2547343" y="3742467"/>
                  </a:lnTo>
                  <a:lnTo>
                    <a:pt x="2547469" y="3742467"/>
                  </a:lnTo>
                  <a:lnTo>
                    <a:pt x="2547596" y="3742467"/>
                  </a:lnTo>
                  <a:lnTo>
                    <a:pt x="2547722" y="3742467"/>
                  </a:lnTo>
                  <a:lnTo>
                    <a:pt x="2547848" y="3742467"/>
                  </a:lnTo>
                  <a:lnTo>
                    <a:pt x="2547974" y="3742467"/>
                  </a:lnTo>
                  <a:lnTo>
                    <a:pt x="2548101" y="3742467"/>
                  </a:lnTo>
                  <a:lnTo>
                    <a:pt x="2548227" y="3742467"/>
                  </a:lnTo>
                  <a:lnTo>
                    <a:pt x="2548353" y="3742467"/>
                  </a:lnTo>
                  <a:lnTo>
                    <a:pt x="2548479" y="3742467"/>
                  </a:lnTo>
                  <a:lnTo>
                    <a:pt x="2548606" y="3742467"/>
                  </a:lnTo>
                  <a:lnTo>
                    <a:pt x="2548732" y="3742467"/>
                  </a:lnTo>
                  <a:lnTo>
                    <a:pt x="2548858" y="3742467"/>
                  </a:lnTo>
                  <a:lnTo>
                    <a:pt x="2548984" y="3742467"/>
                  </a:lnTo>
                  <a:lnTo>
                    <a:pt x="2549111" y="3742467"/>
                  </a:lnTo>
                  <a:lnTo>
                    <a:pt x="2549237" y="3742467"/>
                  </a:lnTo>
                  <a:lnTo>
                    <a:pt x="2549363" y="3742467"/>
                  </a:lnTo>
                  <a:lnTo>
                    <a:pt x="2549489" y="3742467"/>
                  </a:lnTo>
                  <a:lnTo>
                    <a:pt x="2549616" y="3742467"/>
                  </a:lnTo>
                  <a:lnTo>
                    <a:pt x="2549742" y="3742467"/>
                  </a:lnTo>
                  <a:lnTo>
                    <a:pt x="2549868" y="3742467"/>
                  </a:lnTo>
                  <a:lnTo>
                    <a:pt x="2549994" y="3742467"/>
                  </a:lnTo>
                  <a:lnTo>
                    <a:pt x="2550121" y="3742467"/>
                  </a:lnTo>
                  <a:lnTo>
                    <a:pt x="2550247" y="3742467"/>
                  </a:lnTo>
                  <a:lnTo>
                    <a:pt x="2550373" y="3742467"/>
                  </a:lnTo>
                  <a:lnTo>
                    <a:pt x="2550499" y="3742467"/>
                  </a:lnTo>
                  <a:lnTo>
                    <a:pt x="2550626" y="3742467"/>
                  </a:lnTo>
                  <a:lnTo>
                    <a:pt x="2550752" y="3742467"/>
                  </a:lnTo>
                  <a:lnTo>
                    <a:pt x="2550878" y="3742467"/>
                  </a:lnTo>
                  <a:lnTo>
                    <a:pt x="2551004" y="3742467"/>
                  </a:lnTo>
                  <a:lnTo>
                    <a:pt x="2551131" y="3742467"/>
                  </a:lnTo>
                  <a:lnTo>
                    <a:pt x="2551257" y="3742467"/>
                  </a:lnTo>
                  <a:lnTo>
                    <a:pt x="2551383" y="3742467"/>
                  </a:lnTo>
                  <a:lnTo>
                    <a:pt x="2551509" y="3742467"/>
                  </a:lnTo>
                  <a:lnTo>
                    <a:pt x="2551636" y="3742467"/>
                  </a:lnTo>
                  <a:lnTo>
                    <a:pt x="2551762" y="3742467"/>
                  </a:lnTo>
                  <a:lnTo>
                    <a:pt x="2551888" y="3742467"/>
                  </a:lnTo>
                  <a:lnTo>
                    <a:pt x="2552015" y="3742467"/>
                  </a:lnTo>
                  <a:lnTo>
                    <a:pt x="2552141" y="3742467"/>
                  </a:lnTo>
                  <a:lnTo>
                    <a:pt x="2552267" y="3742467"/>
                  </a:lnTo>
                  <a:lnTo>
                    <a:pt x="2552393" y="3742467"/>
                  </a:lnTo>
                  <a:lnTo>
                    <a:pt x="2552520" y="3742467"/>
                  </a:lnTo>
                  <a:lnTo>
                    <a:pt x="2552646" y="3742467"/>
                  </a:lnTo>
                  <a:lnTo>
                    <a:pt x="2552772" y="3742467"/>
                  </a:lnTo>
                  <a:lnTo>
                    <a:pt x="2552898" y="3742467"/>
                  </a:lnTo>
                  <a:lnTo>
                    <a:pt x="2553025" y="3742467"/>
                  </a:lnTo>
                  <a:lnTo>
                    <a:pt x="2553151" y="3742467"/>
                  </a:lnTo>
                  <a:lnTo>
                    <a:pt x="2553277" y="3742467"/>
                  </a:lnTo>
                  <a:lnTo>
                    <a:pt x="2553403" y="3742467"/>
                  </a:lnTo>
                  <a:lnTo>
                    <a:pt x="2553530" y="3742467"/>
                  </a:lnTo>
                  <a:lnTo>
                    <a:pt x="2553656" y="3742467"/>
                  </a:lnTo>
                  <a:lnTo>
                    <a:pt x="2553782" y="3742467"/>
                  </a:lnTo>
                  <a:lnTo>
                    <a:pt x="2553908" y="3742467"/>
                  </a:lnTo>
                  <a:lnTo>
                    <a:pt x="2554035" y="3742467"/>
                  </a:lnTo>
                  <a:lnTo>
                    <a:pt x="2554161" y="3742467"/>
                  </a:lnTo>
                  <a:lnTo>
                    <a:pt x="2554287" y="3742467"/>
                  </a:lnTo>
                  <a:lnTo>
                    <a:pt x="2554413" y="3742467"/>
                  </a:lnTo>
                  <a:lnTo>
                    <a:pt x="2554540" y="3742467"/>
                  </a:lnTo>
                  <a:lnTo>
                    <a:pt x="2554666" y="3742467"/>
                  </a:lnTo>
                  <a:lnTo>
                    <a:pt x="2554792" y="3742467"/>
                  </a:lnTo>
                  <a:lnTo>
                    <a:pt x="2554918" y="3742467"/>
                  </a:lnTo>
                  <a:lnTo>
                    <a:pt x="2555045" y="3742467"/>
                  </a:lnTo>
                  <a:lnTo>
                    <a:pt x="2555171" y="3742467"/>
                  </a:lnTo>
                  <a:lnTo>
                    <a:pt x="2555297" y="3742467"/>
                  </a:lnTo>
                  <a:lnTo>
                    <a:pt x="2555423" y="3742467"/>
                  </a:lnTo>
                  <a:lnTo>
                    <a:pt x="2555550" y="3742467"/>
                  </a:lnTo>
                  <a:lnTo>
                    <a:pt x="2555676" y="3742467"/>
                  </a:lnTo>
                  <a:lnTo>
                    <a:pt x="2555802" y="3742467"/>
                  </a:lnTo>
                  <a:lnTo>
                    <a:pt x="2555928" y="3742467"/>
                  </a:lnTo>
                  <a:lnTo>
                    <a:pt x="2556055" y="3742467"/>
                  </a:lnTo>
                  <a:lnTo>
                    <a:pt x="2556181" y="3742467"/>
                  </a:lnTo>
                  <a:lnTo>
                    <a:pt x="2556307" y="3742467"/>
                  </a:lnTo>
                  <a:lnTo>
                    <a:pt x="2556433" y="3742467"/>
                  </a:lnTo>
                  <a:lnTo>
                    <a:pt x="2556560" y="3742467"/>
                  </a:lnTo>
                  <a:lnTo>
                    <a:pt x="2556686" y="3742467"/>
                  </a:lnTo>
                  <a:lnTo>
                    <a:pt x="2556812" y="3742467"/>
                  </a:lnTo>
                  <a:lnTo>
                    <a:pt x="2556939" y="3742467"/>
                  </a:lnTo>
                  <a:lnTo>
                    <a:pt x="2557065" y="3742467"/>
                  </a:lnTo>
                  <a:lnTo>
                    <a:pt x="2557191" y="3742467"/>
                  </a:lnTo>
                  <a:lnTo>
                    <a:pt x="2557317" y="3742467"/>
                  </a:lnTo>
                  <a:lnTo>
                    <a:pt x="2557444" y="3742467"/>
                  </a:lnTo>
                  <a:lnTo>
                    <a:pt x="2557570" y="3742467"/>
                  </a:lnTo>
                  <a:lnTo>
                    <a:pt x="2557696" y="3742467"/>
                  </a:lnTo>
                  <a:lnTo>
                    <a:pt x="2557822" y="3742467"/>
                  </a:lnTo>
                  <a:lnTo>
                    <a:pt x="2557949" y="3742467"/>
                  </a:lnTo>
                  <a:lnTo>
                    <a:pt x="2558075" y="3742467"/>
                  </a:lnTo>
                  <a:lnTo>
                    <a:pt x="2558201" y="3742467"/>
                  </a:lnTo>
                  <a:lnTo>
                    <a:pt x="2558327" y="3742467"/>
                  </a:lnTo>
                  <a:lnTo>
                    <a:pt x="2558454" y="3742467"/>
                  </a:lnTo>
                  <a:lnTo>
                    <a:pt x="2558580" y="3742467"/>
                  </a:lnTo>
                  <a:lnTo>
                    <a:pt x="2558706" y="3742467"/>
                  </a:lnTo>
                  <a:lnTo>
                    <a:pt x="2558832" y="3742467"/>
                  </a:lnTo>
                  <a:lnTo>
                    <a:pt x="2558959" y="3742467"/>
                  </a:lnTo>
                  <a:lnTo>
                    <a:pt x="2559085" y="3742467"/>
                  </a:lnTo>
                  <a:lnTo>
                    <a:pt x="2559211" y="3742467"/>
                  </a:lnTo>
                  <a:lnTo>
                    <a:pt x="2559337" y="3742467"/>
                  </a:lnTo>
                  <a:lnTo>
                    <a:pt x="2559337" y="3737556"/>
                  </a:lnTo>
                  <a:lnTo>
                    <a:pt x="2559464" y="3737556"/>
                  </a:lnTo>
                  <a:lnTo>
                    <a:pt x="2559590" y="3737556"/>
                  </a:lnTo>
                  <a:lnTo>
                    <a:pt x="2559716" y="3737556"/>
                  </a:lnTo>
                  <a:lnTo>
                    <a:pt x="2559842" y="3737556"/>
                  </a:lnTo>
                  <a:lnTo>
                    <a:pt x="2559969" y="3737556"/>
                  </a:lnTo>
                  <a:lnTo>
                    <a:pt x="2560095" y="3737556"/>
                  </a:lnTo>
                  <a:lnTo>
                    <a:pt x="2560221" y="3737556"/>
                  </a:lnTo>
                  <a:lnTo>
                    <a:pt x="2560347" y="3737556"/>
                  </a:lnTo>
                  <a:lnTo>
                    <a:pt x="2560474" y="3737556"/>
                  </a:lnTo>
                  <a:lnTo>
                    <a:pt x="2560600" y="3737556"/>
                  </a:lnTo>
                  <a:lnTo>
                    <a:pt x="2560726" y="3737556"/>
                  </a:lnTo>
                  <a:lnTo>
                    <a:pt x="2560852" y="3737556"/>
                  </a:lnTo>
                  <a:lnTo>
                    <a:pt x="2560979" y="3737556"/>
                  </a:lnTo>
                  <a:lnTo>
                    <a:pt x="2561105" y="3737556"/>
                  </a:lnTo>
                  <a:lnTo>
                    <a:pt x="2561231" y="3737556"/>
                  </a:lnTo>
                  <a:lnTo>
                    <a:pt x="2561357" y="3737556"/>
                  </a:lnTo>
                  <a:lnTo>
                    <a:pt x="2561484" y="3737556"/>
                  </a:lnTo>
                  <a:lnTo>
                    <a:pt x="2561610" y="3737556"/>
                  </a:lnTo>
                  <a:lnTo>
                    <a:pt x="2561736" y="3737556"/>
                  </a:lnTo>
                  <a:lnTo>
                    <a:pt x="2561863" y="3737556"/>
                  </a:lnTo>
                  <a:lnTo>
                    <a:pt x="2561989" y="3737556"/>
                  </a:lnTo>
                  <a:lnTo>
                    <a:pt x="2562115" y="3737556"/>
                  </a:lnTo>
                  <a:lnTo>
                    <a:pt x="2562241" y="3737556"/>
                  </a:lnTo>
                  <a:lnTo>
                    <a:pt x="2562368" y="3737556"/>
                  </a:lnTo>
                  <a:lnTo>
                    <a:pt x="2562494" y="3737556"/>
                  </a:lnTo>
                  <a:lnTo>
                    <a:pt x="2562620" y="3737556"/>
                  </a:lnTo>
                  <a:lnTo>
                    <a:pt x="2562746" y="3737556"/>
                  </a:lnTo>
                  <a:lnTo>
                    <a:pt x="2562873" y="3737556"/>
                  </a:lnTo>
                  <a:lnTo>
                    <a:pt x="2562999" y="3737556"/>
                  </a:lnTo>
                  <a:lnTo>
                    <a:pt x="2563125" y="3737556"/>
                  </a:lnTo>
                  <a:lnTo>
                    <a:pt x="2563251" y="3737556"/>
                  </a:lnTo>
                  <a:lnTo>
                    <a:pt x="2563378" y="3737556"/>
                  </a:lnTo>
                  <a:lnTo>
                    <a:pt x="2563378" y="3732644"/>
                  </a:lnTo>
                  <a:lnTo>
                    <a:pt x="2563504" y="3732644"/>
                  </a:lnTo>
                  <a:lnTo>
                    <a:pt x="2563630" y="3732644"/>
                  </a:lnTo>
                  <a:lnTo>
                    <a:pt x="2563756" y="3732644"/>
                  </a:lnTo>
                  <a:lnTo>
                    <a:pt x="2563883" y="3732644"/>
                  </a:lnTo>
                  <a:lnTo>
                    <a:pt x="2564009" y="3732644"/>
                  </a:lnTo>
                  <a:lnTo>
                    <a:pt x="2564009" y="3727733"/>
                  </a:lnTo>
                  <a:lnTo>
                    <a:pt x="2564135" y="3727733"/>
                  </a:lnTo>
                  <a:lnTo>
                    <a:pt x="2564261" y="3727733"/>
                  </a:lnTo>
                  <a:lnTo>
                    <a:pt x="2564388" y="3727733"/>
                  </a:lnTo>
                  <a:lnTo>
                    <a:pt x="2564514" y="3727733"/>
                  </a:lnTo>
                  <a:lnTo>
                    <a:pt x="2564640" y="3727733"/>
                  </a:lnTo>
                  <a:lnTo>
                    <a:pt x="2564766" y="3727733"/>
                  </a:lnTo>
                  <a:lnTo>
                    <a:pt x="2564893" y="3727733"/>
                  </a:lnTo>
                  <a:lnTo>
                    <a:pt x="2565019" y="3727733"/>
                  </a:lnTo>
                  <a:lnTo>
                    <a:pt x="2565145" y="3727733"/>
                  </a:lnTo>
                  <a:lnTo>
                    <a:pt x="2565271" y="3727733"/>
                  </a:lnTo>
                  <a:lnTo>
                    <a:pt x="2565398" y="3727733"/>
                  </a:lnTo>
                  <a:lnTo>
                    <a:pt x="2565524" y="3727733"/>
                  </a:lnTo>
                  <a:lnTo>
                    <a:pt x="2565650" y="3727733"/>
                  </a:lnTo>
                  <a:lnTo>
                    <a:pt x="2565776" y="3727733"/>
                  </a:lnTo>
                  <a:lnTo>
                    <a:pt x="2565903" y="3727733"/>
                  </a:lnTo>
                  <a:lnTo>
                    <a:pt x="2566029" y="3727733"/>
                  </a:lnTo>
                  <a:lnTo>
                    <a:pt x="2566155" y="3727733"/>
                  </a:lnTo>
                  <a:lnTo>
                    <a:pt x="2566281" y="3727733"/>
                  </a:lnTo>
                  <a:lnTo>
                    <a:pt x="2566408" y="3727733"/>
                  </a:lnTo>
                  <a:lnTo>
                    <a:pt x="2566534" y="3727733"/>
                  </a:lnTo>
                  <a:lnTo>
                    <a:pt x="2566660" y="3727733"/>
                  </a:lnTo>
                  <a:lnTo>
                    <a:pt x="2566786" y="3727733"/>
                  </a:lnTo>
                  <a:lnTo>
                    <a:pt x="2566913" y="3727733"/>
                  </a:lnTo>
                  <a:lnTo>
                    <a:pt x="2567039" y="3727733"/>
                  </a:lnTo>
                  <a:lnTo>
                    <a:pt x="2567165" y="3727733"/>
                  </a:lnTo>
                  <a:lnTo>
                    <a:pt x="2567292" y="3727733"/>
                  </a:lnTo>
                  <a:lnTo>
                    <a:pt x="2567418" y="3727733"/>
                  </a:lnTo>
                  <a:lnTo>
                    <a:pt x="2567544" y="3727733"/>
                  </a:lnTo>
                  <a:lnTo>
                    <a:pt x="2567670" y="3727733"/>
                  </a:lnTo>
                  <a:lnTo>
                    <a:pt x="2567797" y="3727733"/>
                  </a:lnTo>
                  <a:lnTo>
                    <a:pt x="2567923" y="3727733"/>
                  </a:lnTo>
                  <a:lnTo>
                    <a:pt x="2568049" y="3727733"/>
                  </a:lnTo>
                  <a:lnTo>
                    <a:pt x="2568175" y="3727733"/>
                  </a:lnTo>
                  <a:lnTo>
                    <a:pt x="2568302" y="3727733"/>
                  </a:lnTo>
                  <a:lnTo>
                    <a:pt x="2568428" y="3727733"/>
                  </a:lnTo>
                  <a:lnTo>
                    <a:pt x="2568554" y="3727733"/>
                  </a:lnTo>
                  <a:lnTo>
                    <a:pt x="2568680" y="3727733"/>
                  </a:lnTo>
                  <a:lnTo>
                    <a:pt x="2568807" y="3727733"/>
                  </a:lnTo>
                  <a:lnTo>
                    <a:pt x="2568933" y="3727733"/>
                  </a:lnTo>
                  <a:lnTo>
                    <a:pt x="2569059" y="3727733"/>
                  </a:lnTo>
                  <a:lnTo>
                    <a:pt x="2569185" y="3727733"/>
                  </a:lnTo>
                  <a:lnTo>
                    <a:pt x="2569312" y="3727733"/>
                  </a:lnTo>
                  <a:lnTo>
                    <a:pt x="2569438" y="3727733"/>
                  </a:lnTo>
                  <a:lnTo>
                    <a:pt x="2569564" y="3727733"/>
                  </a:lnTo>
                  <a:lnTo>
                    <a:pt x="2569690" y="3727733"/>
                  </a:lnTo>
                  <a:lnTo>
                    <a:pt x="2569817" y="3727733"/>
                  </a:lnTo>
                  <a:lnTo>
                    <a:pt x="2569943" y="3727733"/>
                  </a:lnTo>
                  <a:lnTo>
                    <a:pt x="2570069" y="3727733"/>
                  </a:lnTo>
                  <a:lnTo>
                    <a:pt x="2570195" y="3727733"/>
                  </a:lnTo>
                  <a:lnTo>
                    <a:pt x="2570322" y="3727733"/>
                  </a:lnTo>
                  <a:lnTo>
                    <a:pt x="2570448" y="3727733"/>
                  </a:lnTo>
                  <a:lnTo>
                    <a:pt x="2570574" y="3727733"/>
                  </a:lnTo>
                  <a:lnTo>
                    <a:pt x="2570700" y="3727733"/>
                  </a:lnTo>
                  <a:lnTo>
                    <a:pt x="2570827" y="3727733"/>
                  </a:lnTo>
                  <a:lnTo>
                    <a:pt x="2570953" y="3727733"/>
                  </a:lnTo>
                  <a:lnTo>
                    <a:pt x="2571079" y="3727733"/>
                  </a:lnTo>
                  <a:lnTo>
                    <a:pt x="2571205" y="3727733"/>
                  </a:lnTo>
                  <a:lnTo>
                    <a:pt x="2571332" y="3727733"/>
                  </a:lnTo>
                  <a:lnTo>
                    <a:pt x="2571458" y="3727733"/>
                  </a:lnTo>
                  <a:lnTo>
                    <a:pt x="2571584" y="3727733"/>
                  </a:lnTo>
                  <a:lnTo>
                    <a:pt x="2571710" y="3727733"/>
                  </a:lnTo>
                  <a:lnTo>
                    <a:pt x="2571837" y="3727733"/>
                  </a:lnTo>
                  <a:lnTo>
                    <a:pt x="2571963" y="3727733"/>
                  </a:lnTo>
                  <a:lnTo>
                    <a:pt x="2572089" y="3727733"/>
                  </a:lnTo>
                  <a:lnTo>
                    <a:pt x="2572216" y="3727733"/>
                  </a:lnTo>
                  <a:lnTo>
                    <a:pt x="2572342" y="3727733"/>
                  </a:lnTo>
                  <a:lnTo>
                    <a:pt x="2572468" y="3727733"/>
                  </a:lnTo>
                  <a:lnTo>
                    <a:pt x="2572594" y="3727733"/>
                  </a:lnTo>
                  <a:lnTo>
                    <a:pt x="2572721" y="3727733"/>
                  </a:lnTo>
                  <a:lnTo>
                    <a:pt x="2572847" y="3727733"/>
                  </a:lnTo>
                  <a:lnTo>
                    <a:pt x="2572973" y="3727733"/>
                  </a:lnTo>
                  <a:lnTo>
                    <a:pt x="2573099" y="3727733"/>
                  </a:lnTo>
                  <a:lnTo>
                    <a:pt x="2573226" y="3727733"/>
                  </a:lnTo>
                  <a:lnTo>
                    <a:pt x="2573352" y="3727733"/>
                  </a:lnTo>
                  <a:lnTo>
                    <a:pt x="2573478" y="3727733"/>
                  </a:lnTo>
                  <a:lnTo>
                    <a:pt x="2573604" y="3727733"/>
                  </a:lnTo>
                  <a:lnTo>
                    <a:pt x="2573731" y="3727733"/>
                  </a:lnTo>
                  <a:lnTo>
                    <a:pt x="2573857" y="3727733"/>
                  </a:lnTo>
                  <a:lnTo>
                    <a:pt x="2573983" y="3727733"/>
                  </a:lnTo>
                  <a:lnTo>
                    <a:pt x="2574109" y="3727733"/>
                  </a:lnTo>
                  <a:lnTo>
                    <a:pt x="2574236" y="3727733"/>
                  </a:lnTo>
                  <a:lnTo>
                    <a:pt x="2574362" y="3727733"/>
                  </a:lnTo>
                  <a:lnTo>
                    <a:pt x="2574488" y="3727733"/>
                  </a:lnTo>
                  <a:lnTo>
                    <a:pt x="2574614" y="3727733"/>
                  </a:lnTo>
                  <a:lnTo>
                    <a:pt x="2574741" y="3727733"/>
                  </a:lnTo>
                  <a:lnTo>
                    <a:pt x="2574867" y="3727733"/>
                  </a:lnTo>
                  <a:lnTo>
                    <a:pt x="2574993" y="3727733"/>
                  </a:lnTo>
                  <a:lnTo>
                    <a:pt x="2575119" y="3727733"/>
                  </a:lnTo>
                  <a:lnTo>
                    <a:pt x="2575246" y="3727733"/>
                  </a:lnTo>
                  <a:lnTo>
                    <a:pt x="2575372" y="3727733"/>
                  </a:lnTo>
                  <a:lnTo>
                    <a:pt x="2575498" y="3727733"/>
                  </a:lnTo>
                  <a:lnTo>
                    <a:pt x="2575624" y="3727733"/>
                  </a:lnTo>
                  <a:lnTo>
                    <a:pt x="2575751" y="3727733"/>
                  </a:lnTo>
                  <a:lnTo>
                    <a:pt x="2575877" y="3727733"/>
                  </a:lnTo>
                  <a:lnTo>
                    <a:pt x="2576003" y="3727733"/>
                  </a:lnTo>
                  <a:lnTo>
                    <a:pt x="2576129" y="3727733"/>
                  </a:lnTo>
                  <a:lnTo>
                    <a:pt x="2576256" y="3727733"/>
                  </a:lnTo>
                  <a:lnTo>
                    <a:pt x="2576382" y="3727733"/>
                  </a:lnTo>
                  <a:lnTo>
                    <a:pt x="2576508" y="3727733"/>
                  </a:lnTo>
                  <a:lnTo>
                    <a:pt x="2576634" y="3727733"/>
                  </a:lnTo>
                  <a:lnTo>
                    <a:pt x="2576761" y="3727733"/>
                  </a:lnTo>
                  <a:lnTo>
                    <a:pt x="2576887" y="3727733"/>
                  </a:lnTo>
                  <a:lnTo>
                    <a:pt x="2577013" y="3727733"/>
                  </a:lnTo>
                  <a:lnTo>
                    <a:pt x="2577139" y="3727733"/>
                  </a:lnTo>
                  <a:lnTo>
                    <a:pt x="2577266" y="3727733"/>
                  </a:lnTo>
                  <a:lnTo>
                    <a:pt x="2577392" y="3727733"/>
                  </a:lnTo>
                  <a:lnTo>
                    <a:pt x="2577518" y="3727733"/>
                  </a:lnTo>
                  <a:lnTo>
                    <a:pt x="2577645" y="3727733"/>
                  </a:lnTo>
                  <a:lnTo>
                    <a:pt x="2577771" y="3727733"/>
                  </a:lnTo>
                  <a:lnTo>
                    <a:pt x="2577897" y="3727733"/>
                  </a:lnTo>
                  <a:lnTo>
                    <a:pt x="2578023" y="3727733"/>
                  </a:lnTo>
                  <a:lnTo>
                    <a:pt x="2578150" y="3727733"/>
                  </a:lnTo>
                  <a:lnTo>
                    <a:pt x="2578276" y="3727733"/>
                  </a:lnTo>
                  <a:lnTo>
                    <a:pt x="2578402" y="3727733"/>
                  </a:lnTo>
                  <a:lnTo>
                    <a:pt x="2578528" y="3727733"/>
                  </a:lnTo>
                  <a:lnTo>
                    <a:pt x="2578655" y="3727733"/>
                  </a:lnTo>
                  <a:lnTo>
                    <a:pt x="2578781" y="3727733"/>
                  </a:lnTo>
                  <a:lnTo>
                    <a:pt x="2578907" y="3727733"/>
                  </a:lnTo>
                  <a:lnTo>
                    <a:pt x="2579033" y="3727733"/>
                  </a:lnTo>
                  <a:lnTo>
                    <a:pt x="2579160" y="3727733"/>
                  </a:lnTo>
                  <a:lnTo>
                    <a:pt x="2579286" y="3727733"/>
                  </a:lnTo>
                  <a:lnTo>
                    <a:pt x="2579412" y="3727733"/>
                  </a:lnTo>
                  <a:lnTo>
                    <a:pt x="2579538" y="3727733"/>
                  </a:lnTo>
                  <a:lnTo>
                    <a:pt x="2579665" y="3727733"/>
                  </a:lnTo>
                  <a:lnTo>
                    <a:pt x="2579791" y="3727733"/>
                  </a:lnTo>
                  <a:lnTo>
                    <a:pt x="2579917" y="3727733"/>
                  </a:lnTo>
                  <a:lnTo>
                    <a:pt x="2580043" y="3727733"/>
                  </a:lnTo>
                  <a:lnTo>
                    <a:pt x="2580170" y="3727733"/>
                  </a:lnTo>
                  <a:lnTo>
                    <a:pt x="2580296" y="3727733"/>
                  </a:lnTo>
                  <a:lnTo>
                    <a:pt x="2580422" y="3727733"/>
                  </a:lnTo>
                  <a:lnTo>
                    <a:pt x="2580548" y="3727733"/>
                  </a:lnTo>
                  <a:lnTo>
                    <a:pt x="2580675" y="3727733"/>
                  </a:lnTo>
                  <a:lnTo>
                    <a:pt x="2580801" y="3727733"/>
                  </a:lnTo>
                  <a:lnTo>
                    <a:pt x="2580927" y="3727733"/>
                  </a:lnTo>
                  <a:lnTo>
                    <a:pt x="2581053" y="3727733"/>
                  </a:lnTo>
                  <a:lnTo>
                    <a:pt x="2581180" y="3727733"/>
                  </a:lnTo>
                  <a:lnTo>
                    <a:pt x="2581306" y="3727733"/>
                  </a:lnTo>
                  <a:lnTo>
                    <a:pt x="2581432" y="3727733"/>
                  </a:lnTo>
                  <a:lnTo>
                    <a:pt x="2581558" y="3727733"/>
                  </a:lnTo>
                  <a:lnTo>
                    <a:pt x="2581685" y="3727733"/>
                  </a:lnTo>
                  <a:lnTo>
                    <a:pt x="2581811" y="3727733"/>
                  </a:lnTo>
                  <a:lnTo>
                    <a:pt x="2581937" y="3727733"/>
                  </a:lnTo>
                  <a:lnTo>
                    <a:pt x="2582063" y="3727733"/>
                  </a:lnTo>
                  <a:lnTo>
                    <a:pt x="2582190" y="3727733"/>
                  </a:lnTo>
                  <a:lnTo>
                    <a:pt x="2582316" y="3727733"/>
                  </a:lnTo>
                  <a:lnTo>
                    <a:pt x="2582442" y="3727733"/>
                  </a:lnTo>
                  <a:lnTo>
                    <a:pt x="2582569" y="3727733"/>
                  </a:lnTo>
                  <a:lnTo>
                    <a:pt x="2582695" y="3727733"/>
                  </a:lnTo>
                  <a:lnTo>
                    <a:pt x="2582821" y="3727733"/>
                  </a:lnTo>
                  <a:lnTo>
                    <a:pt x="2582947" y="3727733"/>
                  </a:lnTo>
                  <a:lnTo>
                    <a:pt x="2583074" y="3727733"/>
                  </a:lnTo>
                  <a:lnTo>
                    <a:pt x="2583200" y="3727733"/>
                  </a:lnTo>
                  <a:lnTo>
                    <a:pt x="2583326" y="3727733"/>
                  </a:lnTo>
                  <a:lnTo>
                    <a:pt x="2583452" y="3727733"/>
                  </a:lnTo>
                  <a:lnTo>
                    <a:pt x="2583579" y="3727733"/>
                  </a:lnTo>
                  <a:lnTo>
                    <a:pt x="2583705" y="3727733"/>
                  </a:lnTo>
                  <a:lnTo>
                    <a:pt x="2583831" y="3727733"/>
                  </a:lnTo>
                  <a:lnTo>
                    <a:pt x="2583957" y="3727733"/>
                  </a:lnTo>
                  <a:lnTo>
                    <a:pt x="2584084" y="3727733"/>
                  </a:lnTo>
                  <a:lnTo>
                    <a:pt x="2584210" y="3727733"/>
                  </a:lnTo>
                  <a:lnTo>
                    <a:pt x="2584336" y="3727733"/>
                  </a:lnTo>
                  <a:lnTo>
                    <a:pt x="2584462" y="3727733"/>
                  </a:lnTo>
                  <a:lnTo>
                    <a:pt x="2584589" y="3727733"/>
                  </a:lnTo>
                  <a:lnTo>
                    <a:pt x="2584715" y="3727733"/>
                  </a:lnTo>
                  <a:lnTo>
                    <a:pt x="2584841" y="3727733"/>
                  </a:lnTo>
                  <a:lnTo>
                    <a:pt x="2584967" y="3727733"/>
                  </a:lnTo>
                  <a:lnTo>
                    <a:pt x="2585094" y="3727733"/>
                  </a:lnTo>
                  <a:lnTo>
                    <a:pt x="2585220" y="3727733"/>
                  </a:lnTo>
                  <a:lnTo>
                    <a:pt x="2585346" y="3727733"/>
                  </a:lnTo>
                  <a:lnTo>
                    <a:pt x="2585472" y="3727733"/>
                  </a:lnTo>
                  <a:lnTo>
                    <a:pt x="2585599" y="3727733"/>
                  </a:lnTo>
                  <a:lnTo>
                    <a:pt x="2585725" y="3727733"/>
                  </a:lnTo>
                  <a:lnTo>
                    <a:pt x="2585851" y="3727733"/>
                  </a:lnTo>
                  <a:lnTo>
                    <a:pt x="2585977" y="3727733"/>
                  </a:lnTo>
                  <a:lnTo>
                    <a:pt x="2586104" y="3727733"/>
                  </a:lnTo>
                  <a:lnTo>
                    <a:pt x="2586230" y="3727733"/>
                  </a:lnTo>
                  <a:lnTo>
                    <a:pt x="2586356" y="3727733"/>
                  </a:lnTo>
                  <a:lnTo>
                    <a:pt x="2586482" y="3727733"/>
                  </a:lnTo>
                  <a:lnTo>
                    <a:pt x="2586482" y="3722822"/>
                  </a:lnTo>
                  <a:lnTo>
                    <a:pt x="2586609" y="3722822"/>
                  </a:lnTo>
                  <a:lnTo>
                    <a:pt x="2586735" y="3722822"/>
                  </a:lnTo>
                  <a:lnTo>
                    <a:pt x="2586861" y="3722822"/>
                  </a:lnTo>
                  <a:lnTo>
                    <a:pt x="2586861" y="3717910"/>
                  </a:lnTo>
                  <a:lnTo>
                    <a:pt x="2586987" y="3717910"/>
                  </a:lnTo>
                  <a:lnTo>
                    <a:pt x="2587114" y="3717910"/>
                  </a:lnTo>
                  <a:lnTo>
                    <a:pt x="2587240" y="3717910"/>
                  </a:lnTo>
                  <a:lnTo>
                    <a:pt x="2587366" y="3717910"/>
                  </a:lnTo>
                  <a:lnTo>
                    <a:pt x="2587492" y="3717910"/>
                  </a:lnTo>
                  <a:lnTo>
                    <a:pt x="2587619" y="3717910"/>
                  </a:lnTo>
                  <a:lnTo>
                    <a:pt x="2587745" y="3717910"/>
                  </a:lnTo>
                  <a:lnTo>
                    <a:pt x="2587871" y="3717910"/>
                  </a:lnTo>
                  <a:lnTo>
                    <a:pt x="2587998" y="3717910"/>
                  </a:lnTo>
                  <a:lnTo>
                    <a:pt x="2588124" y="3717910"/>
                  </a:lnTo>
                  <a:lnTo>
                    <a:pt x="2588250" y="3717910"/>
                  </a:lnTo>
                  <a:lnTo>
                    <a:pt x="2588376" y="3717910"/>
                  </a:lnTo>
                  <a:lnTo>
                    <a:pt x="2588503" y="3717910"/>
                  </a:lnTo>
                  <a:lnTo>
                    <a:pt x="2588629" y="3717910"/>
                  </a:lnTo>
                  <a:lnTo>
                    <a:pt x="2588755" y="3717910"/>
                  </a:lnTo>
                  <a:lnTo>
                    <a:pt x="2588881" y="3717910"/>
                  </a:lnTo>
                  <a:lnTo>
                    <a:pt x="2589008" y="3717910"/>
                  </a:lnTo>
                  <a:lnTo>
                    <a:pt x="2589134" y="3717910"/>
                  </a:lnTo>
                  <a:lnTo>
                    <a:pt x="2589260" y="3717910"/>
                  </a:lnTo>
                  <a:lnTo>
                    <a:pt x="2589386" y="3717910"/>
                  </a:lnTo>
                  <a:lnTo>
                    <a:pt x="2589513" y="3717910"/>
                  </a:lnTo>
                  <a:lnTo>
                    <a:pt x="2589639" y="3717910"/>
                  </a:lnTo>
                  <a:lnTo>
                    <a:pt x="2589765" y="3717910"/>
                  </a:lnTo>
                  <a:lnTo>
                    <a:pt x="2589891" y="3717910"/>
                  </a:lnTo>
                  <a:lnTo>
                    <a:pt x="2590018" y="3717910"/>
                  </a:lnTo>
                  <a:lnTo>
                    <a:pt x="2590144" y="3717910"/>
                  </a:lnTo>
                  <a:lnTo>
                    <a:pt x="2590270" y="3717910"/>
                  </a:lnTo>
                  <a:lnTo>
                    <a:pt x="2590396" y="3717910"/>
                  </a:lnTo>
                  <a:lnTo>
                    <a:pt x="2590523" y="3717910"/>
                  </a:lnTo>
                  <a:lnTo>
                    <a:pt x="2590649" y="3717910"/>
                  </a:lnTo>
                  <a:lnTo>
                    <a:pt x="2590775" y="3717910"/>
                  </a:lnTo>
                  <a:lnTo>
                    <a:pt x="2590901" y="3717910"/>
                  </a:lnTo>
                  <a:lnTo>
                    <a:pt x="2591028" y="3717910"/>
                  </a:lnTo>
                  <a:lnTo>
                    <a:pt x="2591154" y="3717910"/>
                  </a:lnTo>
                  <a:lnTo>
                    <a:pt x="2591280" y="3717910"/>
                  </a:lnTo>
                  <a:lnTo>
                    <a:pt x="2591280" y="3712999"/>
                  </a:lnTo>
                  <a:lnTo>
                    <a:pt x="2591406" y="3712999"/>
                  </a:lnTo>
                  <a:lnTo>
                    <a:pt x="2591533" y="3712999"/>
                  </a:lnTo>
                  <a:lnTo>
                    <a:pt x="2591659" y="3712999"/>
                  </a:lnTo>
                  <a:lnTo>
                    <a:pt x="2591785" y="3712999"/>
                  </a:lnTo>
                  <a:lnTo>
                    <a:pt x="2591911" y="3712999"/>
                  </a:lnTo>
                  <a:lnTo>
                    <a:pt x="2592038" y="3712999"/>
                  </a:lnTo>
                  <a:lnTo>
                    <a:pt x="2592164" y="3712999"/>
                  </a:lnTo>
                  <a:lnTo>
                    <a:pt x="2592290" y="3712999"/>
                  </a:lnTo>
                  <a:lnTo>
                    <a:pt x="2592416" y="3712999"/>
                  </a:lnTo>
                  <a:lnTo>
                    <a:pt x="2592543" y="3712999"/>
                  </a:lnTo>
                  <a:lnTo>
                    <a:pt x="2592543" y="3708088"/>
                  </a:lnTo>
                  <a:lnTo>
                    <a:pt x="2592669" y="3708088"/>
                  </a:lnTo>
                  <a:lnTo>
                    <a:pt x="2592795" y="3708088"/>
                  </a:lnTo>
                  <a:lnTo>
                    <a:pt x="2592922" y="3708088"/>
                  </a:lnTo>
                  <a:lnTo>
                    <a:pt x="2593048" y="3708088"/>
                  </a:lnTo>
                  <a:lnTo>
                    <a:pt x="2593174" y="3708088"/>
                  </a:lnTo>
                  <a:lnTo>
                    <a:pt x="2593300" y="3708088"/>
                  </a:lnTo>
                  <a:lnTo>
                    <a:pt x="2593427" y="3708088"/>
                  </a:lnTo>
                  <a:lnTo>
                    <a:pt x="2593553" y="3708088"/>
                  </a:lnTo>
                  <a:lnTo>
                    <a:pt x="2593679" y="3708088"/>
                  </a:lnTo>
                  <a:lnTo>
                    <a:pt x="2593805" y="3708088"/>
                  </a:lnTo>
                  <a:lnTo>
                    <a:pt x="2593932" y="3708088"/>
                  </a:lnTo>
                  <a:lnTo>
                    <a:pt x="2594058" y="3708088"/>
                  </a:lnTo>
                  <a:lnTo>
                    <a:pt x="2594184" y="3708088"/>
                  </a:lnTo>
                  <a:lnTo>
                    <a:pt x="2594310" y="3708088"/>
                  </a:lnTo>
                  <a:lnTo>
                    <a:pt x="2594437" y="3708088"/>
                  </a:lnTo>
                  <a:lnTo>
                    <a:pt x="2594563" y="3708088"/>
                  </a:lnTo>
                  <a:lnTo>
                    <a:pt x="2594689" y="3708088"/>
                  </a:lnTo>
                  <a:lnTo>
                    <a:pt x="2594815" y="3708088"/>
                  </a:lnTo>
                  <a:lnTo>
                    <a:pt x="2594942" y="3708088"/>
                  </a:lnTo>
                  <a:lnTo>
                    <a:pt x="2595068" y="3708088"/>
                  </a:lnTo>
                  <a:lnTo>
                    <a:pt x="2595194" y="3708088"/>
                  </a:lnTo>
                  <a:lnTo>
                    <a:pt x="2595320" y="3708088"/>
                  </a:lnTo>
                  <a:lnTo>
                    <a:pt x="2595447" y="3708088"/>
                  </a:lnTo>
                  <a:lnTo>
                    <a:pt x="2595573" y="3708088"/>
                  </a:lnTo>
                  <a:lnTo>
                    <a:pt x="2595699" y="3708088"/>
                  </a:lnTo>
                  <a:lnTo>
                    <a:pt x="2595825" y="3708088"/>
                  </a:lnTo>
                  <a:lnTo>
                    <a:pt x="2595952" y="3708088"/>
                  </a:lnTo>
                  <a:lnTo>
                    <a:pt x="2596078" y="3708088"/>
                  </a:lnTo>
                  <a:lnTo>
                    <a:pt x="2596204" y="3708088"/>
                  </a:lnTo>
                  <a:lnTo>
                    <a:pt x="2596204" y="3703176"/>
                  </a:lnTo>
                  <a:lnTo>
                    <a:pt x="2596330" y="3703176"/>
                  </a:lnTo>
                  <a:lnTo>
                    <a:pt x="2596457" y="3703176"/>
                  </a:lnTo>
                  <a:lnTo>
                    <a:pt x="2596583" y="3703176"/>
                  </a:lnTo>
                  <a:lnTo>
                    <a:pt x="2596709" y="3703176"/>
                  </a:lnTo>
                  <a:lnTo>
                    <a:pt x="2596835" y="3703176"/>
                  </a:lnTo>
                  <a:lnTo>
                    <a:pt x="2596962" y="3703176"/>
                  </a:lnTo>
                  <a:lnTo>
                    <a:pt x="2597088" y="3703176"/>
                  </a:lnTo>
                  <a:lnTo>
                    <a:pt x="2597214" y="3703176"/>
                  </a:lnTo>
                  <a:lnTo>
                    <a:pt x="2597340" y="3703176"/>
                  </a:lnTo>
                  <a:lnTo>
                    <a:pt x="2597467" y="3703176"/>
                  </a:lnTo>
                  <a:lnTo>
                    <a:pt x="2597593" y="3703176"/>
                  </a:lnTo>
                  <a:lnTo>
                    <a:pt x="2597719" y="3703176"/>
                  </a:lnTo>
                  <a:lnTo>
                    <a:pt x="2597845" y="3703176"/>
                  </a:lnTo>
                  <a:lnTo>
                    <a:pt x="2597972" y="3703176"/>
                  </a:lnTo>
                  <a:lnTo>
                    <a:pt x="2598098" y="3703176"/>
                  </a:lnTo>
                  <a:lnTo>
                    <a:pt x="2598224" y="3703176"/>
                  </a:lnTo>
                  <a:lnTo>
                    <a:pt x="2598351" y="3703176"/>
                  </a:lnTo>
                  <a:lnTo>
                    <a:pt x="2598477" y="3703176"/>
                  </a:lnTo>
                  <a:lnTo>
                    <a:pt x="2598603" y="3703176"/>
                  </a:lnTo>
                  <a:lnTo>
                    <a:pt x="2598729" y="3703176"/>
                  </a:lnTo>
                  <a:lnTo>
                    <a:pt x="2598856" y="3703176"/>
                  </a:lnTo>
                  <a:lnTo>
                    <a:pt x="2598982" y="3703176"/>
                  </a:lnTo>
                  <a:lnTo>
                    <a:pt x="2599108" y="3703176"/>
                  </a:lnTo>
                  <a:lnTo>
                    <a:pt x="2599234" y="3703176"/>
                  </a:lnTo>
                  <a:lnTo>
                    <a:pt x="2599361" y="3703176"/>
                  </a:lnTo>
                  <a:lnTo>
                    <a:pt x="2599487" y="3703176"/>
                  </a:lnTo>
                  <a:lnTo>
                    <a:pt x="2599613" y="3703176"/>
                  </a:lnTo>
                  <a:lnTo>
                    <a:pt x="2599739" y="3703176"/>
                  </a:lnTo>
                  <a:lnTo>
                    <a:pt x="2599866" y="3703176"/>
                  </a:lnTo>
                  <a:lnTo>
                    <a:pt x="2599992" y="3703176"/>
                  </a:lnTo>
                  <a:lnTo>
                    <a:pt x="2599992" y="3698265"/>
                  </a:lnTo>
                  <a:lnTo>
                    <a:pt x="2600118" y="3698265"/>
                  </a:lnTo>
                  <a:lnTo>
                    <a:pt x="2600244" y="3698265"/>
                  </a:lnTo>
                  <a:lnTo>
                    <a:pt x="2600371" y="3698265"/>
                  </a:lnTo>
                  <a:lnTo>
                    <a:pt x="2600497" y="3698265"/>
                  </a:lnTo>
                  <a:lnTo>
                    <a:pt x="2600623" y="3698265"/>
                  </a:lnTo>
                  <a:lnTo>
                    <a:pt x="2600749" y="3698265"/>
                  </a:lnTo>
                  <a:lnTo>
                    <a:pt x="2600876" y="3698265"/>
                  </a:lnTo>
                  <a:lnTo>
                    <a:pt x="2601002" y="3698265"/>
                  </a:lnTo>
                  <a:lnTo>
                    <a:pt x="2601128" y="3698265"/>
                  </a:lnTo>
                  <a:lnTo>
                    <a:pt x="2601254" y="3698265"/>
                  </a:lnTo>
                  <a:lnTo>
                    <a:pt x="2601381" y="3698265"/>
                  </a:lnTo>
                  <a:lnTo>
                    <a:pt x="2601507" y="3698265"/>
                  </a:lnTo>
                  <a:lnTo>
                    <a:pt x="2601633" y="3698265"/>
                  </a:lnTo>
                  <a:lnTo>
                    <a:pt x="2601759" y="3698265"/>
                  </a:lnTo>
                  <a:lnTo>
                    <a:pt x="2601886" y="3698265"/>
                  </a:lnTo>
                  <a:lnTo>
                    <a:pt x="2602012" y="3698265"/>
                  </a:lnTo>
                  <a:lnTo>
                    <a:pt x="2602138" y="3698265"/>
                  </a:lnTo>
                  <a:lnTo>
                    <a:pt x="2602264" y="3698265"/>
                  </a:lnTo>
                  <a:lnTo>
                    <a:pt x="2602391" y="3698265"/>
                  </a:lnTo>
                  <a:lnTo>
                    <a:pt x="2602517" y="3698265"/>
                  </a:lnTo>
                  <a:lnTo>
                    <a:pt x="2602643" y="3698265"/>
                  </a:lnTo>
                  <a:lnTo>
                    <a:pt x="2602769" y="3698265"/>
                  </a:lnTo>
                  <a:lnTo>
                    <a:pt x="2602896" y="3698265"/>
                  </a:lnTo>
                  <a:lnTo>
                    <a:pt x="2603022" y="3698265"/>
                  </a:lnTo>
                  <a:lnTo>
                    <a:pt x="2603148" y="3698265"/>
                  </a:lnTo>
                  <a:lnTo>
                    <a:pt x="2603275" y="3698265"/>
                  </a:lnTo>
                  <a:lnTo>
                    <a:pt x="2603401" y="3698265"/>
                  </a:lnTo>
                  <a:lnTo>
                    <a:pt x="2603527" y="3698265"/>
                  </a:lnTo>
                  <a:lnTo>
                    <a:pt x="2603653" y="3698265"/>
                  </a:lnTo>
                  <a:lnTo>
                    <a:pt x="2603780" y="3698265"/>
                  </a:lnTo>
                  <a:lnTo>
                    <a:pt x="2603906" y="3698265"/>
                  </a:lnTo>
                  <a:lnTo>
                    <a:pt x="2604032" y="3698265"/>
                  </a:lnTo>
                  <a:lnTo>
                    <a:pt x="2604158" y="3698265"/>
                  </a:lnTo>
                  <a:lnTo>
                    <a:pt x="2604285" y="3698265"/>
                  </a:lnTo>
                  <a:lnTo>
                    <a:pt x="2604411" y="3698265"/>
                  </a:lnTo>
                  <a:lnTo>
                    <a:pt x="2604537" y="3698265"/>
                  </a:lnTo>
                  <a:lnTo>
                    <a:pt x="2604663" y="3698265"/>
                  </a:lnTo>
                  <a:lnTo>
                    <a:pt x="2604790" y="3698265"/>
                  </a:lnTo>
                  <a:lnTo>
                    <a:pt x="2604916" y="3698265"/>
                  </a:lnTo>
                  <a:lnTo>
                    <a:pt x="2605042" y="3698265"/>
                  </a:lnTo>
                  <a:lnTo>
                    <a:pt x="2605168" y="3698265"/>
                  </a:lnTo>
                  <a:lnTo>
                    <a:pt x="2605295" y="3698265"/>
                  </a:lnTo>
                  <a:lnTo>
                    <a:pt x="2605421" y="3698265"/>
                  </a:lnTo>
                  <a:lnTo>
                    <a:pt x="2605547" y="3698265"/>
                  </a:lnTo>
                  <a:lnTo>
                    <a:pt x="2605673" y="3698265"/>
                  </a:lnTo>
                  <a:lnTo>
                    <a:pt x="2605800" y="3698265"/>
                  </a:lnTo>
                  <a:lnTo>
                    <a:pt x="2605926" y="3698265"/>
                  </a:lnTo>
                  <a:lnTo>
                    <a:pt x="2606052" y="3698265"/>
                  </a:lnTo>
                  <a:lnTo>
                    <a:pt x="2606178" y="3698265"/>
                  </a:lnTo>
                  <a:lnTo>
                    <a:pt x="2606305" y="3698265"/>
                  </a:lnTo>
                  <a:lnTo>
                    <a:pt x="2606431" y="3698265"/>
                  </a:lnTo>
                  <a:lnTo>
                    <a:pt x="2606557" y="3698265"/>
                  </a:lnTo>
                  <a:lnTo>
                    <a:pt x="2606683" y="3698265"/>
                  </a:lnTo>
                  <a:lnTo>
                    <a:pt x="2606810" y="3698265"/>
                  </a:lnTo>
                  <a:lnTo>
                    <a:pt x="2606936" y="3698265"/>
                  </a:lnTo>
                  <a:lnTo>
                    <a:pt x="2607062" y="3698265"/>
                  </a:lnTo>
                  <a:lnTo>
                    <a:pt x="2607188" y="3698265"/>
                  </a:lnTo>
                  <a:lnTo>
                    <a:pt x="2607315" y="3698265"/>
                  </a:lnTo>
                  <a:lnTo>
                    <a:pt x="2607441" y="3698265"/>
                  </a:lnTo>
                  <a:lnTo>
                    <a:pt x="2607567" y="3698265"/>
                  </a:lnTo>
                  <a:lnTo>
                    <a:pt x="2607693" y="3698265"/>
                  </a:lnTo>
                  <a:lnTo>
                    <a:pt x="2607820" y="3698265"/>
                  </a:lnTo>
                  <a:lnTo>
                    <a:pt x="2607946" y="3698265"/>
                  </a:lnTo>
                  <a:lnTo>
                    <a:pt x="2608072" y="3698265"/>
                  </a:lnTo>
                  <a:lnTo>
                    <a:pt x="2608198" y="3698265"/>
                  </a:lnTo>
                  <a:lnTo>
                    <a:pt x="2608325" y="3698265"/>
                  </a:lnTo>
                  <a:lnTo>
                    <a:pt x="2608451" y="3698265"/>
                  </a:lnTo>
                  <a:lnTo>
                    <a:pt x="2608577" y="3698265"/>
                  </a:lnTo>
                  <a:lnTo>
                    <a:pt x="2608704" y="3698265"/>
                  </a:lnTo>
                  <a:lnTo>
                    <a:pt x="2608830" y="3698265"/>
                  </a:lnTo>
                  <a:lnTo>
                    <a:pt x="2608956" y="3698265"/>
                  </a:lnTo>
                  <a:lnTo>
                    <a:pt x="2609082" y="3698265"/>
                  </a:lnTo>
                  <a:lnTo>
                    <a:pt x="2609209" y="3698265"/>
                  </a:lnTo>
                  <a:lnTo>
                    <a:pt x="2609335" y="3698265"/>
                  </a:lnTo>
                  <a:lnTo>
                    <a:pt x="2609461" y="3698265"/>
                  </a:lnTo>
                  <a:lnTo>
                    <a:pt x="2609587" y="3698265"/>
                  </a:lnTo>
                  <a:lnTo>
                    <a:pt x="2609714" y="3698265"/>
                  </a:lnTo>
                  <a:lnTo>
                    <a:pt x="2609840" y="3698265"/>
                  </a:lnTo>
                  <a:lnTo>
                    <a:pt x="2609966" y="3698265"/>
                  </a:lnTo>
                  <a:lnTo>
                    <a:pt x="2610092" y="3698265"/>
                  </a:lnTo>
                  <a:lnTo>
                    <a:pt x="2610219" y="3698265"/>
                  </a:lnTo>
                  <a:lnTo>
                    <a:pt x="2610345" y="3698265"/>
                  </a:lnTo>
                  <a:lnTo>
                    <a:pt x="2610471" y="3698265"/>
                  </a:lnTo>
                  <a:lnTo>
                    <a:pt x="2610597" y="3698265"/>
                  </a:lnTo>
                  <a:lnTo>
                    <a:pt x="2610724" y="3698265"/>
                  </a:lnTo>
                  <a:lnTo>
                    <a:pt x="2610850" y="3698265"/>
                  </a:lnTo>
                  <a:lnTo>
                    <a:pt x="2610976" y="3698265"/>
                  </a:lnTo>
                  <a:lnTo>
                    <a:pt x="2611102" y="3698265"/>
                  </a:lnTo>
                  <a:lnTo>
                    <a:pt x="2611229" y="3698265"/>
                  </a:lnTo>
                  <a:lnTo>
                    <a:pt x="2611355" y="3698265"/>
                  </a:lnTo>
                  <a:lnTo>
                    <a:pt x="2611481" y="3698265"/>
                  </a:lnTo>
                  <a:lnTo>
                    <a:pt x="2611607" y="3698265"/>
                  </a:lnTo>
                  <a:lnTo>
                    <a:pt x="2611734" y="3698265"/>
                  </a:lnTo>
                  <a:lnTo>
                    <a:pt x="2611860" y="3698265"/>
                  </a:lnTo>
                  <a:lnTo>
                    <a:pt x="2611986" y="3698265"/>
                  </a:lnTo>
                  <a:lnTo>
                    <a:pt x="2612112" y="3698265"/>
                  </a:lnTo>
                  <a:lnTo>
                    <a:pt x="2612239" y="3698265"/>
                  </a:lnTo>
                  <a:lnTo>
                    <a:pt x="2612365" y="3698265"/>
                  </a:lnTo>
                  <a:lnTo>
                    <a:pt x="2612491" y="3698265"/>
                  </a:lnTo>
                  <a:lnTo>
                    <a:pt x="2612617" y="3698265"/>
                  </a:lnTo>
                  <a:lnTo>
                    <a:pt x="2612744" y="3698265"/>
                  </a:lnTo>
                  <a:lnTo>
                    <a:pt x="2612870" y="3698265"/>
                  </a:lnTo>
                  <a:lnTo>
                    <a:pt x="2612996" y="3698265"/>
                  </a:lnTo>
                  <a:lnTo>
                    <a:pt x="2613122" y="3698265"/>
                  </a:lnTo>
                  <a:lnTo>
                    <a:pt x="2613249" y="3698265"/>
                  </a:lnTo>
                  <a:lnTo>
                    <a:pt x="2613375" y="3698265"/>
                  </a:lnTo>
                  <a:lnTo>
                    <a:pt x="2613501" y="3698265"/>
                  </a:lnTo>
                  <a:lnTo>
                    <a:pt x="2613628" y="3698265"/>
                  </a:lnTo>
                  <a:lnTo>
                    <a:pt x="2613754" y="3698265"/>
                  </a:lnTo>
                  <a:lnTo>
                    <a:pt x="2613880" y="3698265"/>
                  </a:lnTo>
                  <a:lnTo>
                    <a:pt x="2614006" y="3698265"/>
                  </a:lnTo>
                  <a:lnTo>
                    <a:pt x="2614133" y="3698265"/>
                  </a:lnTo>
                  <a:lnTo>
                    <a:pt x="2614259" y="3698265"/>
                  </a:lnTo>
                  <a:lnTo>
                    <a:pt x="2614385" y="3698265"/>
                  </a:lnTo>
                  <a:lnTo>
                    <a:pt x="2614511" y="3698265"/>
                  </a:lnTo>
                  <a:lnTo>
                    <a:pt x="2614638" y="3698265"/>
                  </a:lnTo>
                  <a:lnTo>
                    <a:pt x="2614764" y="3698265"/>
                  </a:lnTo>
                  <a:lnTo>
                    <a:pt x="2614890" y="3698265"/>
                  </a:lnTo>
                  <a:lnTo>
                    <a:pt x="2615016" y="3698265"/>
                  </a:lnTo>
                  <a:lnTo>
                    <a:pt x="2615143" y="3698265"/>
                  </a:lnTo>
                  <a:lnTo>
                    <a:pt x="2615269" y="3698265"/>
                  </a:lnTo>
                  <a:lnTo>
                    <a:pt x="2615395" y="3698265"/>
                  </a:lnTo>
                  <a:lnTo>
                    <a:pt x="2615521" y="3698265"/>
                  </a:lnTo>
                  <a:lnTo>
                    <a:pt x="2615648" y="3698265"/>
                  </a:lnTo>
                  <a:lnTo>
                    <a:pt x="2615774" y="3698265"/>
                  </a:lnTo>
                  <a:lnTo>
                    <a:pt x="2615900" y="3698265"/>
                  </a:lnTo>
                  <a:lnTo>
                    <a:pt x="2616026" y="3698265"/>
                  </a:lnTo>
                  <a:lnTo>
                    <a:pt x="2616153" y="3698265"/>
                  </a:lnTo>
                  <a:lnTo>
                    <a:pt x="2616279" y="3698265"/>
                  </a:lnTo>
                  <a:lnTo>
                    <a:pt x="2616405" y="3698265"/>
                  </a:lnTo>
                  <a:lnTo>
                    <a:pt x="2616531" y="3698265"/>
                  </a:lnTo>
                  <a:lnTo>
                    <a:pt x="2616658" y="3698265"/>
                  </a:lnTo>
                  <a:lnTo>
                    <a:pt x="2616784" y="3698265"/>
                  </a:lnTo>
                  <a:lnTo>
                    <a:pt x="2616910" y="3698265"/>
                  </a:lnTo>
                  <a:lnTo>
                    <a:pt x="2617036" y="3698265"/>
                  </a:lnTo>
                  <a:lnTo>
                    <a:pt x="2617163" y="3698265"/>
                  </a:lnTo>
                  <a:lnTo>
                    <a:pt x="2617289" y="3698265"/>
                  </a:lnTo>
                  <a:lnTo>
                    <a:pt x="2617415" y="3698265"/>
                  </a:lnTo>
                  <a:lnTo>
                    <a:pt x="2617541" y="3698265"/>
                  </a:lnTo>
                  <a:lnTo>
                    <a:pt x="2617668" y="3698265"/>
                  </a:lnTo>
                  <a:lnTo>
                    <a:pt x="2617794" y="3698265"/>
                  </a:lnTo>
                  <a:lnTo>
                    <a:pt x="2617920" y="3698265"/>
                  </a:lnTo>
                  <a:lnTo>
                    <a:pt x="2618046" y="3698265"/>
                  </a:lnTo>
                  <a:lnTo>
                    <a:pt x="2618173" y="3698265"/>
                  </a:lnTo>
                  <a:lnTo>
                    <a:pt x="2618299" y="3698265"/>
                  </a:lnTo>
                  <a:lnTo>
                    <a:pt x="2618425" y="3698265"/>
                  </a:lnTo>
                  <a:lnTo>
                    <a:pt x="2618552" y="3698265"/>
                  </a:lnTo>
                  <a:lnTo>
                    <a:pt x="2618678" y="3698265"/>
                  </a:lnTo>
                  <a:lnTo>
                    <a:pt x="2618804" y="3698265"/>
                  </a:lnTo>
                  <a:lnTo>
                    <a:pt x="2618930" y="3698265"/>
                  </a:lnTo>
                  <a:lnTo>
                    <a:pt x="2619057" y="3698265"/>
                  </a:lnTo>
                  <a:lnTo>
                    <a:pt x="2619183" y="3698265"/>
                  </a:lnTo>
                  <a:lnTo>
                    <a:pt x="2619309" y="3698265"/>
                  </a:lnTo>
                  <a:lnTo>
                    <a:pt x="2619435" y="3698265"/>
                  </a:lnTo>
                  <a:lnTo>
                    <a:pt x="2619562" y="3698265"/>
                  </a:lnTo>
                  <a:lnTo>
                    <a:pt x="2619688" y="3698265"/>
                  </a:lnTo>
                  <a:lnTo>
                    <a:pt x="2619814" y="3698265"/>
                  </a:lnTo>
                  <a:lnTo>
                    <a:pt x="2619940" y="3698265"/>
                  </a:lnTo>
                  <a:lnTo>
                    <a:pt x="2620067" y="3698265"/>
                  </a:lnTo>
                  <a:lnTo>
                    <a:pt x="2620193" y="3698265"/>
                  </a:lnTo>
                  <a:lnTo>
                    <a:pt x="2620193" y="3693353"/>
                  </a:lnTo>
                  <a:lnTo>
                    <a:pt x="2620319" y="3693353"/>
                  </a:lnTo>
                  <a:lnTo>
                    <a:pt x="2620445" y="3693353"/>
                  </a:lnTo>
                  <a:lnTo>
                    <a:pt x="2620445" y="3688442"/>
                  </a:lnTo>
                  <a:lnTo>
                    <a:pt x="2620572" y="3688442"/>
                  </a:lnTo>
                  <a:lnTo>
                    <a:pt x="2620698" y="3688442"/>
                  </a:lnTo>
                  <a:lnTo>
                    <a:pt x="2620824" y="3688442"/>
                  </a:lnTo>
                  <a:lnTo>
                    <a:pt x="2620950" y="3688442"/>
                  </a:lnTo>
                  <a:lnTo>
                    <a:pt x="2621077" y="3688442"/>
                  </a:lnTo>
                  <a:lnTo>
                    <a:pt x="2621203" y="3688442"/>
                  </a:lnTo>
                  <a:lnTo>
                    <a:pt x="2621329" y="3688442"/>
                  </a:lnTo>
                  <a:lnTo>
                    <a:pt x="2621455" y="3688442"/>
                  </a:lnTo>
                  <a:lnTo>
                    <a:pt x="2621582" y="3688442"/>
                  </a:lnTo>
                  <a:lnTo>
                    <a:pt x="2621708" y="3688442"/>
                  </a:lnTo>
                  <a:lnTo>
                    <a:pt x="2621834" y="3688442"/>
                  </a:lnTo>
                  <a:lnTo>
                    <a:pt x="2621834" y="3683531"/>
                  </a:lnTo>
                  <a:lnTo>
                    <a:pt x="2621960" y="3683531"/>
                  </a:lnTo>
                  <a:lnTo>
                    <a:pt x="2622087" y="3683531"/>
                  </a:lnTo>
                  <a:lnTo>
                    <a:pt x="2622213" y="3683531"/>
                  </a:lnTo>
                  <a:lnTo>
                    <a:pt x="2622339" y="3683531"/>
                  </a:lnTo>
                  <a:lnTo>
                    <a:pt x="2622465" y="3683531"/>
                  </a:lnTo>
                  <a:lnTo>
                    <a:pt x="2622592" y="3683531"/>
                  </a:lnTo>
                  <a:lnTo>
                    <a:pt x="2622718" y="3683531"/>
                  </a:lnTo>
                  <a:lnTo>
                    <a:pt x="2622844" y="3683531"/>
                  </a:lnTo>
                  <a:lnTo>
                    <a:pt x="2622970" y="3683531"/>
                  </a:lnTo>
                  <a:lnTo>
                    <a:pt x="2623097" y="3683531"/>
                  </a:lnTo>
                  <a:lnTo>
                    <a:pt x="2623223" y="3683531"/>
                  </a:lnTo>
                  <a:lnTo>
                    <a:pt x="2623349" y="3683531"/>
                  </a:lnTo>
                  <a:lnTo>
                    <a:pt x="2623475" y="3683531"/>
                  </a:lnTo>
                  <a:lnTo>
                    <a:pt x="2623602" y="3683531"/>
                  </a:lnTo>
                  <a:lnTo>
                    <a:pt x="2623728" y="3683531"/>
                  </a:lnTo>
                  <a:lnTo>
                    <a:pt x="2623854" y="3683531"/>
                  </a:lnTo>
                  <a:lnTo>
                    <a:pt x="2623981" y="3683531"/>
                  </a:lnTo>
                  <a:lnTo>
                    <a:pt x="2624107" y="3683531"/>
                  </a:lnTo>
                  <a:lnTo>
                    <a:pt x="2624233" y="3683531"/>
                  </a:lnTo>
                  <a:lnTo>
                    <a:pt x="2624359" y="3683531"/>
                  </a:lnTo>
                  <a:lnTo>
                    <a:pt x="2624486" y="3683531"/>
                  </a:lnTo>
                  <a:lnTo>
                    <a:pt x="2624612" y="3683531"/>
                  </a:lnTo>
                  <a:lnTo>
                    <a:pt x="2624738" y="3683531"/>
                  </a:lnTo>
                  <a:lnTo>
                    <a:pt x="2624864" y="3683531"/>
                  </a:lnTo>
                  <a:lnTo>
                    <a:pt x="2624991" y="3683531"/>
                  </a:lnTo>
                  <a:lnTo>
                    <a:pt x="2625117" y="3683531"/>
                  </a:lnTo>
                  <a:lnTo>
                    <a:pt x="2625243" y="3683531"/>
                  </a:lnTo>
                  <a:lnTo>
                    <a:pt x="2625369" y="3683531"/>
                  </a:lnTo>
                  <a:lnTo>
                    <a:pt x="2625496" y="3683531"/>
                  </a:lnTo>
                  <a:lnTo>
                    <a:pt x="2625622" y="3683531"/>
                  </a:lnTo>
                  <a:lnTo>
                    <a:pt x="2625748" y="3683531"/>
                  </a:lnTo>
                  <a:lnTo>
                    <a:pt x="2625874" y="3683531"/>
                  </a:lnTo>
                  <a:lnTo>
                    <a:pt x="2626001" y="3683531"/>
                  </a:lnTo>
                  <a:lnTo>
                    <a:pt x="2626127" y="3683531"/>
                  </a:lnTo>
                  <a:lnTo>
                    <a:pt x="2626253" y="3683531"/>
                  </a:lnTo>
                  <a:lnTo>
                    <a:pt x="2626379" y="3683531"/>
                  </a:lnTo>
                  <a:lnTo>
                    <a:pt x="2626506" y="3683531"/>
                  </a:lnTo>
                  <a:lnTo>
                    <a:pt x="2626632" y="3683531"/>
                  </a:lnTo>
                  <a:lnTo>
                    <a:pt x="2626758" y="3683531"/>
                  </a:lnTo>
                  <a:lnTo>
                    <a:pt x="2626884" y="3683531"/>
                  </a:lnTo>
                  <a:lnTo>
                    <a:pt x="2627011" y="3683531"/>
                  </a:lnTo>
                  <a:lnTo>
                    <a:pt x="2627137" y="3683531"/>
                  </a:lnTo>
                  <a:lnTo>
                    <a:pt x="2627263" y="3683531"/>
                  </a:lnTo>
                  <a:lnTo>
                    <a:pt x="2627389" y="3683531"/>
                  </a:lnTo>
                  <a:lnTo>
                    <a:pt x="2627516" y="3683531"/>
                  </a:lnTo>
                  <a:lnTo>
                    <a:pt x="2627642" y="3683531"/>
                  </a:lnTo>
                  <a:lnTo>
                    <a:pt x="2627768" y="3683531"/>
                  </a:lnTo>
                  <a:lnTo>
                    <a:pt x="2627894" y="3683531"/>
                  </a:lnTo>
                  <a:lnTo>
                    <a:pt x="2628021" y="3683531"/>
                  </a:lnTo>
                  <a:lnTo>
                    <a:pt x="2628147" y="3683531"/>
                  </a:lnTo>
                  <a:lnTo>
                    <a:pt x="2628273" y="3683531"/>
                  </a:lnTo>
                  <a:lnTo>
                    <a:pt x="2628399" y="3683531"/>
                  </a:lnTo>
                  <a:lnTo>
                    <a:pt x="2628526" y="3683531"/>
                  </a:lnTo>
                  <a:lnTo>
                    <a:pt x="2628652" y="3683531"/>
                  </a:lnTo>
                  <a:lnTo>
                    <a:pt x="2628778" y="3683531"/>
                  </a:lnTo>
                  <a:lnTo>
                    <a:pt x="2628905" y="3683531"/>
                  </a:lnTo>
                  <a:lnTo>
                    <a:pt x="2629031" y="3683531"/>
                  </a:lnTo>
                  <a:lnTo>
                    <a:pt x="2629157" y="3683531"/>
                  </a:lnTo>
                  <a:lnTo>
                    <a:pt x="2629283" y="3683531"/>
                  </a:lnTo>
                  <a:lnTo>
                    <a:pt x="2629410" y="3683531"/>
                  </a:lnTo>
                  <a:lnTo>
                    <a:pt x="2629536" y="3683531"/>
                  </a:lnTo>
                  <a:lnTo>
                    <a:pt x="2629662" y="3683531"/>
                  </a:lnTo>
                  <a:lnTo>
                    <a:pt x="2629662" y="3678619"/>
                  </a:lnTo>
                  <a:lnTo>
                    <a:pt x="2629788" y="3678619"/>
                  </a:lnTo>
                  <a:lnTo>
                    <a:pt x="2629915" y="3678619"/>
                  </a:lnTo>
                  <a:lnTo>
                    <a:pt x="2630041" y="3678619"/>
                  </a:lnTo>
                  <a:lnTo>
                    <a:pt x="2630167" y="3678619"/>
                  </a:lnTo>
                  <a:lnTo>
                    <a:pt x="2630293" y="3678619"/>
                  </a:lnTo>
                  <a:lnTo>
                    <a:pt x="2630420" y="3678619"/>
                  </a:lnTo>
                  <a:lnTo>
                    <a:pt x="2630546" y="3678619"/>
                  </a:lnTo>
                  <a:lnTo>
                    <a:pt x="2630672" y="3678619"/>
                  </a:lnTo>
                  <a:lnTo>
                    <a:pt x="2630798" y="3678619"/>
                  </a:lnTo>
                  <a:lnTo>
                    <a:pt x="2630925" y="3678619"/>
                  </a:lnTo>
                  <a:lnTo>
                    <a:pt x="2631051" y="3678619"/>
                  </a:lnTo>
                  <a:lnTo>
                    <a:pt x="2631177" y="3678619"/>
                  </a:lnTo>
                  <a:lnTo>
                    <a:pt x="2631303" y="3678619"/>
                  </a:lnTo>
                  <a:lnTo>
                    <a:pt x="2631430" y="3678619"/>
                  </a:lnTo>
                  <a:lnTo>
                    <a:pt x="2631556" y="3678619"/>
                  </a:lnTo>
                  <a:lnTo>
                    <a:pt x="2631682" y="3678619"/>
                  </a:lnTo>
                  <a:lnTo>
                    <a:pt x="2631808" y="3678619"/>
                  </a:lnTo>
                  <a:lnTo>
                    <a:pt x="2631935" y="3678619"/>
                  </a:lnTo>
                  <a:lnTo>
                    <a:pt x="2632061" y="3678619"/>
                  </a:lnTo>
                  <a:lnTo>
                    <a:pt x="2632187" y="3678619"/>
                  </a:lnTo>
                  <a:lnTo>
                    <a:pt x="2632313" y="3678619"/>
                  </a:lnTo>
                  <a:lnTo>
                    <a:pt x="2632440" y="3678619"/>
                  </a:lnTo>
                  <a:lnTo>
                    <a:pt x="2632566" y="3678619"/>
                  </a:lnTo>
                  <a:lnTo>
                    <a:pt x="2632692" y="3678619"/>
                  </a:lnTo>
                  <a:lnTo>
                    <a:pt x="2632818" y="3678619"/>
                  </a:lnTo>
                  <a:lnTo>
                    <a:pt x="2632945" y="3678619"/>
                  </a:lnTo>
                  <a:lnTo>
                    <a:pt x="2633071" y="3678619"/>
                  </a:lnTo>
                  <a:lnTo>
                    <a:pt x="2633071" y="3673708"/>
                  </a:lnTo>
                  <a:lnTo>
                    <a:pt x="2633197" y="3673708"/>
                  </a:lnTo>
                  <a:lnTo>
                    <a:pt x="2633323" y="3673708"/>
                  </a:lnTo>
                  <a:lnTo>
                    <a:pt x="2633450" y="3673708"/>
                  </a:lnTo>
                  <a:lnTo>
                    <a:pt x="2633576" y="3673708"/>
                  </a:lnTo>
                  <a:lnTo>
                    <a:pt x="2633702" y="3673708"/>
                  </a:lnTo>
                  <a:lnTo>
                    <a:pt x="2633828" y="3673708"/>
                  </a:lnTo>
                  <a:lnTo>
                    <a:pt x="2633955" y="3673708"/>
                  </a:lnTo>
                  <a:lnTo>
                    <a:pt x="2634081" y="3673708"/>
                  </a:lnTo>
                  <a:lnTo>
                    <a:pt x="2634207" y="3673708"/>
                  </a:lnTo>
                  <a:lnTo>
                    <a:pt x="2634334" y="3673708"/>
                  </a:lnTo>
                  <a:lnTo>
                    <a:pt x="2634460" y="3673708"/>
                  </a:lnTo>
                  <a:lnTo>
                    <a:pt x="2634586" y="3673708"/>
                  </a:lnTo>
                  <a:lnTo>
                    <a:pt x="2634712" y="3673708"/>
                  </a:lnTo>
                  <a:lnTo>
                    <a:pt x="2634839" y="3673708"/>
                  </a:lnTo>
                  <a:lnTo>
                    <a:pt x="2634965" y="3673708"/>
                  </a:lnTo>
                  <a:lnTo>
                    <a:pt x="2635091" y="3673708"/>
                  </a:lnTo>
                  <a:lnTo>
                    <a:pt x="2635217" y="3673708"/>
                  </a:lnTo>
                  <a:lnTo>
                    <a:pt x="2635344" y="3673708"/>
                  </a:lnTo>
                  <a:lnTo>
                    <a:pt x="2635470" y="3673708"/>
                  </a:lnTo>
                  <a:lnTo>
                    <a:pt x="2635596" y="3673708"/>
                  </a:lnTo>
                  <a:lnTo>
                    <a:pt x="2635722" y="3673708"/>
                  </a:lnTo>
                  <a:lnTo>
                    <a:pt x="2635849" y="3673708"/>
                  </a:lnTo>
                  <a:lnTo>
                    <a:pt x="2635975" y="3673708"/>
                  </a:lnTo>
                  <a:lnTo>
                    <a:pt x="2636101" y="3673708"/>
                  </a:lnTo>
                  <a:lnTo>
                    <a:pt x="2636227" y="3673708"/>
                  </a:lnTo>
                  <a:lnTo>
                    <a:pt x="2636354" y="3673708"/>
                  </a:lnTo>
                  <a:lnTo>
                    <a:pt x="2636480" y="3673708"/>
                  </a:lnTo>
                  <a:lnTo>
                    <a:pt x="2636606" y="3673708"/>
                  </a:lnTo>
                  <a:lnTo>
                    <a:pt x="2636732" y="3673708"/>
                  </a:lnTo>
                  <a:lnTo>
                    <a:pt x="2636859" y="3673708"/>
                  </a:lnTo>
                  <a:lnTo>
                    <a:pt x="2636985" y="3673708"/>
                  </a:lnTo>
                  <a:lnTo>
                    <a:pt x="2636985" y="3668797"/>
                  </a:lnTo>
                  <a:lnTo>
                    <a:pt x="2637111" y="3668797"/>
                  </a:lnTo>
                  <a:lnTo>
                    <a:pt x="2637237" y="3668797"/>
                  </a:lnTo>
                  <a:lnTo>
                    <a:pt x="2637364" y="3668797"/>
                  </a:lnTo>
                  <a:lnTo>
                    <a:pt x="2637490" y="3668797"/>
                  </a:lnTo>
                  <a:lnTo>
                    <a:pt x="2637616" y="3668797"/>
                  </a:lnTo>
                  <a:lnTo>
                    <a:pt x="2637742" y="3668797"/>
                  </a:lnTo>
                  <a:lnTo>
                    <a:pt x="2637869" y="3668797"/>
                  </a:lnTo>
                  <a:lnTo>
                    <a:pt x="2637995" y="3668797"/>
                  </a:lnTo>
                  <a:lnTo>
                    <a:pt x="2638121" y="3668797"/>
                  </a:lnTo>
                  <a:lnTo>
                    <a:pt x="2638247" y="3668797"/>
                  </a:lnTo>
                  <a:lnTo>
                    <a:pt x="2638374" y="3668797"/>
                  </a:lnTo>
                  <a:lnTo>
                    <a:pt x="2638500" y="3668797"/>
                  </a:lnTo>
                  <a:lnTo>
                    <a:pt x="2638626" y="3668797"/>
                  </a:lnTo>
                  <a:lnTo>
                    <a:pt x="2638752" y="3668797"/>
                  </a:lnTo>
                  <a:lnTo>
                    <a:pt x="2638879" y="3668797"/>
                  </a:lnTo>
                  <a:lnTo>
                    <a:pt x="2639005" y="3668797"/>
                  </a:lnTo>
                  <a:lnTo>
                    <a:pt x="2639131" y="3668797"/>
                  </a:lnTo>
                  <a:lnTo>
                    <a:pt x="2639258" y="3668797"/>
                  </a:lnTo>
                  <a:lnTo>
                    <a:pt x="2639384" y="3668797"/>
                  </a:lnTo>
                  <a:lnTo>
                    <a:pt x="2639510" y="3668797"/>
                  </a:lnTo>
                  <a:lnTo>
                    <a:pt x="2639636" y="3668797"/>
                  </a:lnTo>
                  <a:lnTo>
                    <a:pt x="2639763" y="3668797"/>
                  </a:lnTo>
                  <a:lnTo>
                    <a:pt x="2639889" y="3668797"/>
                  </a:lnTo>
                  <a:lnTo>
                    <a:pt x="2640015" y="3668797"/>
                  </a:lnTo>
                  <a:lnTo>
                    <a:pt x="2640141" y="3668797"/>
                  </a:lnTo>
                  <a:lnTo>
                    <a:pt x="2640268" y="3668797"/>
                  </a:lnTo>
                  <a:lnTo>
                    <a:pt x="2640394" y="3668797"/>
                  </a:lnTo>
                  <a:lnTo>
                    <a:pt x="2640520" y="3668797"/>
                  </a:lnTo>
                  <a:lnTo>
                    <a:pt x="2640646" y="3668797"/>
                  </a:lnTo>
                  <a:lnTo>
                    <a:pt x="2640773" y="3668797"/>
                  </a:lnTo>
                  <a:lnTo>
                    <a:pt x="2640899" y="3668797"/>
                  </a:lnTo>
                  <a:lnTo>
                    <a:pt x="2641025" y="3668797"/>
                  </a:lnTo>
                  <a:lnTo>
                    <a:pt x="2641151" y="3668797"/>
                  </a:lnTo>
                  <a:lnTo>
                    <a:pt x="2641278" y="3668797"/>
                  </a:lnTo>
                  <a:lnTo>
                    <a:pt x="2641404" y="3668797"/>
                  </a:lnTo>
                  <a:lnTo>
                    <a:pt x="2641404" y="3663885"/>
                  </a:lnTo>
                  <a:lnTo>
                    <a:pt x="2641530" y="3663885"/>
                  </a:lnTo>
                  <a:lnTo>
                    <a:pt x="2641656" y="3663885"/>
                  </a:lnTo>
                  <a:lnTo>
                    <a:pt x="2641783" y="3663885"/>
                  </a:lnTo>
                  <a:lnTo>
                    <a:pt x="2641909" y="3663885"/>
                  </a:lnTo>
                  <a:lnTo>
                    <a:pt x="2642035" y="3663885"/>
                  </a:lnTo>
                  <a:lnTo>
                    <a:pt x="2642161" y="3663885"/>
                  </a:lnTo>
                  <a:lnTo>
                    <a:pt x="2642288" y="3663885"/>
                  </a:lnTo>
                  <a:lnTo>
                    <a:pt x="2642414" y="3663885"/>
                  </a:lnTo>
                  <a:lnTo>
                    <a:pt x="2642540" y="3663885"/>
                  </a:lnTo>
                  <a:lnTo>
                    <a:pt x="2642666" y="3663885"/>
                  </a:lnTo>
                  <a:lnTo>
                    <a:pt x="2642793" y="3663885"/>
                  </a:lnTo>
                  <a:lnTo>
                    <a:pt x="2642919" y="3663885"/>
                  </a:lnTo>
                  <a:lnTo>
                    <a:pt x="2643045" y="3663885"/>
                  </a:lnTo>
                  <a:lnTo>
                    <a:pt x="2643171" y="3663885"/>
                  </a:lnTo>
                  <a:lnTo>
                    <a:pt x="2643298" y="3663885"/>
                  </a:lnTo>
                  <a:lnTo>
                    <a:pt x="2643424" y="3663885"/>
                  </a:lnTo>
                  <a:lnTo>
                    <a:pt x="2643550" y="3663885"/>
                  </a:lnTo>
                  <a:lnTo>
                    <a:pt x="2643676" y="3663885"/>
                  </a:lnTo>
                  <a:lnTo>
                    <a:pt x="2643803" y="3663885"/>
                  </a:lnTo>
                  <a:lnTo>
                    <a:pt x="2643929" y="3663885"/>
                  </a:lnTo>
                  <a:lnTo>
                    <a:pt x="2644055" y="3663885"/>
                  </a:lnTo>
                  <a:lnTo>
                    <a:pt x="2644181" y="3663885"/>
                  </a:lnTo>
                  <a:lnTo>
                    <a:pt x="2644308" y="3663885"/>
                  </a:lnTo>
                  <a:lnTo>
                    <a:pt x="2644434" y="3663885"/>
                  </a:lnTo>
                  <a:lnTo>
                    <a:pt x="2644560" y="3663885"/>
                  </a:lnTo>
                  <a:lnTo>
                    <a:pt x="2644687" y="3663885"/>
                  </a:lnTo>
                  <a:lnTo>
                    <a:pt x="2644813" y="3663885"/>
                  </a:lnTo>
                  <a:lnTo>
                    <a:pt x="2644939" y="3663885"/>
                  </a:lnTo>
                  <a:lnTo>
                    <a:pt x="2644939" y="3658974"/>
                  </a:lnTo>
                  <a:lnTo>
                    <a:pt x="2645065" y="3658974"/>
                  </a:lnTo>
                  <a:lnTo>
                    <a:pt x="2645192" y="3658974"/>
                  </a:lnTo>
                  <a:lnTo>
                    <a:pt x="2645318" y="3658974"/>
                  </a:lnTo>
                  <a:lnTo>
                    <a:pt x="2645444" y="3658974"/>
                  </a:lnTo>
                  <a:lnTo>
                    <a:pt x="2645570" y="3658974"/>
                  </a:lnTo>
                  <a:lnTo>
                    <a:pt x="2645697" y="3658974"/>
                  </a:lnTo>
                  <a:lnTo>
                    <a:pt x="2645823" y="3658974"/>
                  </a:lnTo>
                  <a:lnTo>
                    <a:pt x="2645949" y="3658974"/>
                  </a:lnTo>
                  <a:lnTo>
                    <a:pt x="2646075" y="3658974"/>
                  </a:lnTo>
                  <a:lnTo>
                    <a:pt x="2646202" y="3658974"/>
                  </a:lnTo>
                  <a:lnTo>
                    <a:pt x="2646328" y="3658974"/>
                  </a:lnTo>
                  <a:lnTo>
                    <a:pt x="2646454" y="3658974"/>
                  </a:lnTo>
                  <a:lnTo>
                    <a:pt x="2646580" y="3658974"/>
                  </a:lnTo>
                  <a:lnTo>
                    <a:pt x="2646707" y="3658974"/>
                  </a:lnTo>
                  <a:lnTo>
                    <a:pt x="2646833" y="3658974"/>
                  </a:lnTo>
                  <a:lnTo>
                    <a:pt x="2646959" y="3658974"/>
                  </a:lnTo>
                  <a:lnTo>
                    <a:pt x="2647085" y="3658974"/>
                  </a:lnTo>
                  <a:lnTo>
                    <a:pt x="2647212" y="3658974"/>
                  </a:lnTo>
                  <a:lnTo>
                    <a:pt x="2647338" y="3658974"/>
                  </a:lnTo>
                  <a:lnTo>
                    <a:pt x="2647464" y="3658974"/>
                  </a:lnTo>
                  <a:lnTo>
                    <a:pt x="2647590" y="3658974"/>
                  </a:lnTo>
                  <a:lnTo>
                    <a:pt x="2647717" y="3658974"/>
                  </a:lnTo>
                  <a:lnTo>
                    <a:pt x="2647843" y="3658974"/>
                  </a:lnTo>
                  <a:lnTo>
                    <a:pt x="2647969" y="3658974"/>
                  </a:lnTo>
                  <a:lnTo>
                    <a:pt x="2648095" y="3658974"/>
                  </a:lnTo>
                  <a:lnTo>
                    <a:pt x="2648222" y="3658974"/>
                  </a:lnTo>
                  <a:lnTo>
                    <a:pt x="2648348" y="3658974"/>
                  </a:lnTo>
                  <a:lnTo>
                    <a:pt x="2648474" y="3658974"/>
                  </a:lnTo>
                  <a:lnTo>
                    <a:pt x="2648600" y="3658974"/>
                  </a:lnTo>
                  <a:lnTo>
                    <a:pt x="2648727" y="3658974"/>
                  </a:lnTo>
                  <a:lnTo>
                    <a:pt x="2648853" y="3658974"/>
                  </a:lnTo>
                  <a:lnTo>
                    <a:pt x="2648979" y="3658974"/>
                  </a:lnTo>
                  <a:lnTo>
                    <a:pt x="2649105" y="3658974"/>
                  </a:lnTo>
                  <a:lnTo>
                    <a:pt x="2649232" y="3658974"/>
                  </a:lnTo>
                  <a:lnTo>
                    <a:pt x="2649358" y="3658974"/>
                  </a:lnTo>
                  <a:lnTo>
                    <a:pt x="2649484" y="3658974"/>
                  </a:lnTo>
                  <a:lnTo>
                    <a:pt x="2649611" y="3658974"/>
                  </a:lnTo>
                  <a:lnTo>
                    <a:pt x="2649737" y="3658974"/>
                  </a:lnTo>
                  <a:lnTo>
                    <a:pt x="2649863" y="3658974"/>
                  </a:lnTo>
                  <a:lnTo>
                    <a:pt x="2649863" y="3654062"/>
                  </a:lnTo>
                  <a:lnTo>
                    <a:pt x="2649989" y="3654062"/>
                  </a:lnTo>
                  <a:lnTo>
                    <a:pt x="2650116" y="3654062"/>
                  </a:lnTo>
                  <a:lnTo>
                    <a:pt x="2650242" y="3654062"/>
                  </a:lnTo>
                  <a:lnTo>
                    <a:pt x="2650368" y="3654062"/>
                  </a:lnTo>
                  <a:lnTo>
                    <a:pt x="2650368" y="3649151"/>
                  </a:lnTo>
                  <a:lnTo>
                    <a:pt x="2650494" y="3649151"/>
                  </a:lnTo>
                  <a:lnTo>
                    <a:pt x="2650621" y="3649151"/>
                  </a:lnTo>
                  <a:lnTo>
                    <a:pt x="2650747" y="3649151"/>
                  </a:lnTo>
                  <a:lnTo>
                    <a:pt x="2650873" y="3649151"/>
                  </a:lnTo>
                  <a:lnTo>
                    <a:pt x="2650999" y="3649151"/>
                  </a:lnTo>
                  <a:lnTo>
                    <a:pt x="2651126" y="3649151"/>
                  </a:lnTo>
                  <a:lnTo>
                    <a:pt x="2651252" y="3649151"/>
                  </a:lnTo>
                  <a:lnTo>
                    <a:pt x="2651378" y="3649151"/>
                  </a:lnTo>
                  <a:lnTo>
                    <a:pt x="2651504" y="3649151"/>
                  </a:lnTo>
                  <a:lnTo>
                    <a:pt x="2651631" y="3649151"/>
                  </a:lnTo>
                  <a:lnTo>
                    <a:pt x="2651757" y="3649151"/>
                  </a:lnTo>
                  <a:lnTo>
                    <a:pt x="2651883" y="3649151"/>
                  </a:lnTo>
                  <a:lnTo>
                    <a:pt x="2651883" y="3644240"/>
                  </a:lnTo>
                  <a:lnTo>
                    <a:pt x="2652009" y="3644240"/>
                  </a:lnTo>
                  <a:lnTo>
                    <a:pt x="2652136" y="3644240"/>
                  </a:lnTo>
                  <a:lnTo>
                    <a:pt x="2652262" y="3644240"/>
                  </a:lnTo>
                  <a:lnTo>
                    <a:pt x="2652388" y="3644240"/>
                  </a:lnTo>
                  <a:lnTo>
                    <a:pt x="2652514" y="3644240"/>
                  </a:lnTo>
                  <a:lnTo>
                    <a:pt x="2652641" y="3644240"/>
                  </a:lnTo>
                  <a:lnTo>
                    <a:pt x="2652767" y="3644240"/>
                  </a:lnTo>
                  <a:lnTo>
                    <a:pt x="2652893" y="3644240"/>
                  </a:lnTo>
                  <a:lnTo>
                    <a:pt x="2653019" y="3644240"/>
                  </a:lnTo>
                  <a:lnTo>
                    <a:pt x="2653146" y="3644240"/>
                  </a:lnTo>
                  <a:lnTo>
                    <a:pt x="2653272" y="3644240"/>
                  </a:lnTo>
                  <a:lnTo>
                    <a:pt x="2653272" y="3639328"/>
                  </a:lnTo>
                  <a:lnTo>
                    <a:pt x="2653398" y="3639328"/>
                  </a:lnTo>
                  <a:lnTo>
                    <a:pt x="2653524" y="3639328"/>
                  </a:lnTo>
                  <a:lnTo>
                    <a:pt x="2653651" y="3639328"/>
                  </a:lnTo>
                  <a:lnTo>
                    <a:pt x="2653777" y="3639328"/>
                  </a:lnTo>
                  <a:lnTo>
                    <a:pt x="2653903" y="3639328"/>
                  </a:lnTo>
                  <a:lnTo>
                    <a:pt x="2654029" y="3639328"/>
                  </a:lnTo>
                  <a:lnTo>
                    <a:pt x="2654156" y="3639328"/>
                  </a:lnTo>
                  <a:lnTo>
                    <a:pt x="2654282" y="3639328"/>
                  </a:lnTo>
                  <a:lnTo>
                    <a:pt x="2654408" y="3639328"/>
                  </a:lnTo>
                  <a:lnTo>
                    <a:pt x="2654534" y="3639328"/>
                  </a:lnTo>
                  <a:lnTo>
                    <a:pt x="2654661" y="3639328"/>
                  </a:lnTo>
                  <a:lnTo>
                    <a:pt x="2654787" y="3639328"/>
                  </a:lnTo>
                  <a:lnTo>
                    <a:pt x="2654913" y="3639328"/>
                  </a:lnTo>
                  <a:lnTo>
                    <a:pt x="2655040" y="3639328"/>
                  </a:lnTo>
                  <a:lnTo>
                    <a:pt x="2655166" y="3639328"/>
                  </a:lnTo>
                  <a:lnTo>
                    <a:pt x="2655292" y="3639328"/>
                  </a:lnTo>
                  <a:lnTo>
                    <a:pt x="2655418" y="3639328"/>
                  </a:lnTo>
                  <a:lnTo>
                    <a:pt x="2655545" y="3639328"/>
                  </a:lnTo>
                  <a:lnTo>
                    <a:pt x="2655671" y="3639328"/>
                  </a:lnTo>
                  <a:lnTo>
                    <a:pt x="2655797" y="3639328"/>
                  </a:lnTo>
                  <a:lnTo>
                    <a:pt x="2655923" y="3639328"/>
                  </a:lnTo>
                  <a:lnTo>
                    <a:pt x="2656050" y="3639328"/>
                  </a:lnTo>
                  <a:lnTo>
                    <a:pt x="2656176" y="3639328"/>
                  </a:lnTo>
                  <a:lnTo>
                    <a:pt x="2656302" y="3639328"/>
                  </a:lnTo>
                  <a:lnTo>
                    <a:pt x="2656428" y="3639328"/>
                  </a:lnTo>
                  <a:lnTo>
                    <a:pt x="2656555" y="3639328"/>
                  </a:lnTo>
                  <a:lnTo>
                    <a:pt x="2656681" y="3639328"/>
                  </a:lnTo>
                  <a:lnTo>
                    <a:pt x="2656807" y="3639328"/>
                  </a:lnTo>
                  <a:lnTo>
                    <a:pt x="2656933" y="3639328"/>
                  </a:lnTo>
                  <a:lnTo>
                    <a:pt x="2657060" y="3639328"/>
                  </a:lnTo>
                  <a:lnTo>
                    <a:pt x="2657186" y="3639328"/>
                  </a:lnTo>
                  <a:lnTo>
                    <a:pt x="2657312" y="3639328"/>
                  </a:lnTo>
                  <a:lnTo>
                    <a:pt x="2657438" y="3639328"/>
                  </a:lnTo>
                  <a:lnTo>
                    <a:pt x="2657565" y="3639328"/>
                  </a:lnTo>
                  <a:lnTo>
                    <a:pt x="2657691" y="3639328"/>
                  </a:lnTo>
                  <a:lnTo>
                    <a:pt x="2657817" y="3639328"/>
                  </a:lnTo>
                  <a:lnTo>
                    <a:pt x="2657943" y="3639328"/>
                  </a:lnTo>
                  <a:lnTo>
                    <a:pt x="2658070" y="3639328"/>
                  </a:lnTo>
                  <a:lnTo>
                    <a:pt x="2658070" y="3634417"/>
                  </a:lnTo>
                  <a:lnTo>
                    <a:pt x="2658196" y="3634417"/>
                  </a:lnTo>
                  <a:lnTo>
                    <a:pt x="2658322" y="3634417"/>
                  </a:lnTo>
                  <a:lnTo>
                    <a:pt x="2658448" y="3634417"/>
                  </a:lnTo>
                  <a:lnTo>
                    <a:pt x="2658575" y="3634417"/>
                  </a:lnTo>
                  <a:lnTo>
                    <a:pt x="2658701" y="3634417"/>
                  </a:lnTo>
                  <a:lnTo>
                    <a:pt x="2658827" y="3634417"/>
                  </a:lnTo>
                  <a:lnTo>
                    <a:pt x="2658953" y="3634417"/>
                  </a:lnTo>
                  <a:lnTo>
                    <a:pt x="2659080" y="3634417"/>
                  </a:lnTo>
                  <a:lnTo>
                    <a:pt x="2659206" y="3634417"/>
                  </a:lnTo>
                  <a:lnTo>
                    <a:pt x="2659332" y="3634417"/>
                  </a:lnTo>
                  <a:lnTo>
                    <a:pt x="2659458" y="3634417"/>
                  </a:lnTo>
                  <a:lnTo>
                    <a:pt x="2659585" y="3634417"/>
                  </a:lnTo>
                  <a:lnTo>
                    <a:pt x="2659711" y="3634417"/>
                  </a:lnTo>
                  <a:lnTo>
                    <a:pt x="2659837" y="3634417"/>
                  </a:lnTo>
                  <a:lnTo>
                    <a:pt x="2659964" y="3634417"/>
                  </a:lnTo>
                  <a:lnTo>
                    <a:pt x="2659964" y="3629506"/>
                  </a:lnTo>
                  <a:lnTo>
                    <a:pt x="2660090" y="3629506"/>
                  </a:lnTo>
                  <a:lnTo>
                    <a:pt x="2660216" y="3629506"/>
                  </a:lnTo>
                  <a:lnTo>
                    <a:pt x="2660342" y="3629506"/>
                  </a:lnTo>
                  <a:lnTo>
                    <a:pt x="2660469" y="3629506"/>
                  </a:lnTo>
                  <a:lnTo>
                    <a:pt x="2660595" y="3629506"/>
                  </a:lnTo>
                  <a:lnTo>
                    <a:pt x="2660721" y="3629506"/>
                  </a:lnTo>
                  <a:lnTo>
                    <a:pt x="2660847" y="3629506"/>
                  </a:lnTo>
                  <a:lnTo>
                    <a:pt x="2660974" y="3629506"/>
                  </a:lnTo>
                  <a:lnTo>
                    <a:pt x="2661100" y="3629506"/>
                  </a:lnTo>
                  <a:lnTo>
                    <a:pt x="2661226" y="3629506"/>
                  </a:lnTo>
                  <a:lnTo>
                    <a:pt x="2661352" y="3629506"/>
                  </a:lnTo>
                  <a:lnTo>
                    <a:pt x="2661479" y="3629506"/>
                  </a:lnTo>
                  <a:lnTo>
                    <a:pt x="2661605" y="3629506"/>
                  </a:lnTo>
                  <a:lnTo>
                    <a:pt x="2661605" y="3624594"/>
                  </a:lnTo>
                  <a:lnTo>
                    <a:pt x="2661731" y="3624594"/>
                  </a:lnTo>
                  <a:lnTo>
                    <a:pt x="2661857" y="3624594"/>
                  </a:lnTo>
                  <a:lnTo>
                    <a:pt x="2661857" y="3619683"/>
                  </a:lnTo>
                  <a:lnTo>
                    <a:pt x="2661984" y="3619683"/>
                  </a:lnTo>
                  <a:lnTo>
                    <a:pt x="2662110" y="3619683"/>
                  </a:lnTo>
                  <a:lnTo>
                    <a:pt x="2662236" y="3619683"/>
                  </a:lnTo>
                  <a:lnTo>
                    <a:pt x="2662362" y="3619683"/>
                  </a:lnTo>
                  <a:lnTo>
                    <a:pt x="2662489" y="3619683"/>
                  </a:lnTo>
                  <a:lnTo>
                    <a:pt x="2662615" y="3619683"/>
                  </a:lnTo>
                  <a:lnTo>
                    <a:pt x="2662741" y="3619683"/>
                  </a:lnTo>
                  <a:lnTo>
                    <a:pt x="2662867" y="3619683"/>
                  </a:lnTo>
                  <a:lnTo>
                    <a:pt x="2662994" y="3619683"/>
                  </a:lnTo>
                  <a:lnTo>
                    <a:pt x="2663120" y="3619683"/>
                  </a:lnTo>
                  <a:lnTo>
                    <a:pt x="2663246" y="3619683"/>
                  </a:lnTo>
                  <a:lnTo>
                    <a:pt x="2663372" y="3619683"/>
                  </a:lnTo>
                  <a:lnTo>
                    <a:pt x="2663499" y="3619683"/>
                  </a:lnTo>
                  <a:lnTo>
                    <a:pt x="2663499" y="3614771"/>
                  </a:lnTo>
                  <a:lnTo>
                    <a:pt x="2663625" y="3614771"/>
                  </a:lnTo>
                  <a:lnTo>
                    <a:pt x="2663751" y="3614771"/>
                  </a:lnTo>
                  <a:lnTo>
                    <a:pt x="2663877" y="3614771"/>
                  </a:lnTo>
                  <a:lnTo>
                    <a:pt x="2664004" y="3614771"/>
                  </a:lnTo>
                  <a:lnTo>
                    <a:pt x="2664130" y="3614771"/>
                  </a:lnTo>
                  <a:lnTo>
                    <a:pt x="2664256" y="3614771"/>
                  </a:lnTo>
                  <a:lnTo>
                    <a:pt x="2664382" y="3614771"/>
                  </a:lnTo>
                  <a:lnTo>
                    <a:pt x="2664509" y="3614771"/>
                  </a:lnTo>
                  <a:lnTo>
                    <a:pt x="2664635" y="3614771"/>
                  </a:lnTo>
                  <a:lnTo>
                    <a:pt x="2664761" y="3614771"/>
                  </a:lnTo>
                  <a:lnTo>
                    <a:pt x="2664887" y="3614771"/>
                  </a:lnTo>
                  <a:lnTo>
                    <a:pt x="2665014" y="3614771"/>
                  </a:lnTo>
                  <a:lnTo>
                    <a:pt x="2665140" y="3614771"/>
                  </a:lnTo>
                  <a:lnTo>
                    <a:pt x="2665266" y="3614771"/>
                  </a:lnTo>
                  <a:lnTo>
                    <a:pt x="2665393" y="3614771"/>
                  </a:lnTo>
                  <a:lnTo>
                    <a:pt x="2665519" y="3614771"/>
                  </a:lnTo>
                  <a:lnTo>
                    <a:pt x="2665645" y="3614771"/>
                  </a:lnTo>
                  <a:lnTo>
                    <a:pt x="2665771" y="3614771"/>
                  </a:lnTo>
                  <a:lnTo>
                    <a:pt x="2665898" y="3614771"/>
                  </a:lnTo>
                  <a:lnTo>
                    <a:pt x="2666024" y="3614771"/>
                  </a:lnTo>
                  <a:lnTo>
                    <a:pt x="2666150" y="3614771"/>
                  </a:lnTo>
                  <a:lnTo>
                    <a:pt x="2666276" y="3614771"/>
                  </a:lnTo>
                  <a:lnTo>
                    <a:pt x="2666403" y="3614771"/>
                  </a:lnTo>
                  <a:lnTo>
                    <a:pt x="2666529" y="3614771"/>
                  </a:lnTo>
                  <a:lnTo>
                    <a:pt x="2666655" y="3614771"/>
                  </a:lnTo>
                  <a:lnTo>
                    <a:pt x="2666781" y="3614771"/>
                  </a:lnTo>
                  <a:lnTo>
                    <a:pt x="2666908" y="3614771"/>
                  </a:lnTo>
                  <a:lnTo>
                    <a:pt x="2667034" y="3614771"/>
                  </a:lnTo>
                  <a:lnTo>
                    <a:pt x="2667160" y="3614771"/>
                  </a:lnTo>
                  <a:lnTo>
                    <a:pt x="2667286" y="3614771"/>
                  </a:lnTo>
                  <a:lnTo>
                    <a:pt x="2667413" y="3614771"/>
                  </a:lnTo>
                  <a:lnTo>
                    <a:pt x="2667539" y="3614771"/>
                  </a:lnTo>
                  <a:lnTo>
                    <a:pt x="2667665" y="3614771"/>
                  </a:lnTo>
                  <a:lnTo>
                    <a:pt x="2667791" y="3614771"/>
                  </a:lnTo>
                  <a:lnTo>
                    <a:pt x="2667918" y="3614771"/>
                  </a:lnTo>
                  <a:lnTo>
                    <a:pt x="2668044" y="3614771"/>
                  </a:lnTo>
                  <a:lnTo>
                    <a:pt x="2668170" y="3614771"/>
                  </a:lnTo>
                  <a:lnTo>
                    <a:pt x="2668296" y="3614771"/>
                  </a:lnTo>
                  <a:lnTo>
                    <a:pt x="2668423" y="3614771"/>
                  </a:lnTo>
                  <a:lnTo>
                    <a:pt x="2668549" y="3614771"/>
                  </a:lnTo>
                  <a:lnTo>
                    <a:pt x="2668675" y="3614771"/>
                  </a:lnTo>
                  <a:lnTo>
                    <a:pt x="2668801" y="3614771"/>
                  </a:lnTo>
                  <a:lnTo>
                    <a:pt x="2668928" y="3614771"/>
                  </a:lnTo>
                  <a:lnTo>
                    <a:pt x="2669054" y="3614771"/>
                  </a:lnTo>
                  <a:lnTo>
                    <a:pt x="2669180" y="3614771"/>
                  </a:lnTo>
                  <a:lnTo>
                    <a:pt x="2669306" y="3614771"/>
                  </a:lnTo>
                  <a:lnTo>
                    <a:pt x="2669433" y="3614771"/>
                  </a:lnTo>
                  <a:lnTo>
                    <a:pt x="2669559" y="3614771"/>
                  </a:lnTo>
                  <a:lnTo>
                    <a:pt x="2669685" y="3614771"/>
                  </a:lnTo>
                  <a:lnTo>
                    <a:pt x="2669811" y="3614771"/>
                  </a:lnTo>
                  <a:lnTo>
                    <a:pt x="2669938" y="3614771"/>
                  </a:lnTo>
                  <a:lnTo>
                    <a:pt x="2670064" y="3614771"/>
                  </a:lnTo>
                  <a:lnTo>
                    <a:pt x="2670190" y="3614771"/>
                  </a:lnTo>
                  <a:lnTo>
                    <a:pt x="2670317" y="3614771"/>
                  </a:lnTo>
                  <a:lnTo>
                    <a:pt x="2670443" y="3614771"/>
                  </a:lnTo>
                  <a:lnTo>
                    <a:pt x="2670569" y="3614771"/>
                  </a:lnTo>
                  <a:lnTo>
                    <a:pt x="2670695" y="3614771"/>
                  </a:lnTo>
                  <a:lnTo>
                    <a:pt x="2670822" y="3614771"/>
                  </a:lnTo>
                  <a:lnTo>
                    <a:pt x="2670948" y="3614771"/>
                  </a:lnTo>
                  <a:lnTo>
                    <a:pt x="2671074" y="3614771"/>
                  </a:lnTo>
                  <a:lnTo>
                    <a:pt x="2671200" y="3614771"/>
                  </a:lnTo>
                  <a:lnTo>
                    <a:pt x="2671327" y="3614771"/>
                  </a:lnTo>
                  <a:lnTo>
                    <a:pt x="2671453" y="3614771"/>
                  </a:lnTo>
                  <a:lnTo>
                    <a:pt x="2671579" y="3614771"/>
                  </a:lnTo>
                  <a:lnTo>
                    <a:pt x="2671705" y="3614771"/>
                  </a:lnTo>
                  <a:lnTo>
                    <a:pt x="2671832" y="3614771"/>
                  </a:lnTo>
                  <a:lnTo>
                    <a:pt x="2671958" y="3614771"/>
                  </a:lnTo>
                  <a:lnTo>
                    <a:pt x="2672084" y="3614771"/>
                  </a:lnTo>
                  <a:lnTo>
                    <a:pt x="2672210" y="3614771"/>
                  </a:lnTo>
                  <a:lnTo>
                    <a:pt x="2672337" y="3614771"/>
                  </a:lnTo>
                  <a:lnTo>
                    <a:pt x="2672463" y="3614771"/>
                  </a:lnTo>
                  <a:lnTo>
                    <a:pt x="2672589" y="3614771"/>
                  </a:lnTo>
                  <a:lnTo>
                    <a:pt x="2672715" y="3614771"/>
                  </a:lnTo>
                  <a:lnTo>
                    <a:pt x="2672842" y="3614771"/>
                  </a:lnTo>
                  <a:lnTo>
                    <a:pt x="2672968" y="3614771"/>
                  </a:lnTo>
                  <a:lnTo>
                    <a:pt x="2673094" y="3614771"/>
                  </a:lnTo>
                  <a:lnTo>
                    <a:pt x="2673220" y="3614771"/>
                  </a:lnTo>
                  <a:lnTo>
                    <a:pt x="2673347" y="3614771"/>
                  </a:lnTo>
                  <a:lnTo>
                    <a:pt x="2673473" y="3614771"/>
                  </a:lnTo>
                  <a:lnTo>
                    <a:pt x="2673599" y="3614771"/>
                  </a:lnTo>
                  <a:lnTo>
                    <a:pt x="2673725" y="3614771"/>
                  </a:lnTo>
                  <a:lnTo>
                    <a:pt x="2673852" y="3614771"/>
                  </a:lnTo>
                  <a:lnTo>
                    <a:pt x="2673978" y="3614771"/>
                  </a:lnTo>
                  <a:lnTo>
                    <a:pt x="2674104" y="3614771"/>
                  </a:lnTo>
                  <a:lnTo>
                    <a:pt x="2674230" y="3614771"/>
                  </a:lnTo>
                  <a:lnTo>
                    <a:pt x="2674357" y="3614771"/>
                  </a:lnTo>
                  <a:lnTo>
                    <a:pt x="2674483" y="3614771"/>
                  </a:lnTo>
                  <a:lnTo>
                    <a:pt x="2674609" y="3614771"/>
                  </a:lnTo>
                  <a:lnTo>
                    <a:pt x="2674735" y="3614771"/>
                  </a:lnTo>
                  <a:lnTo>
                    <a:pt x="2674862" y="3614771"/>
                  </a:lnTo>
                  <a:lnTo>
                    <a:pt x="2674988" y="3614771"/>
                  </a:lnTo>
                  <a:lnTo>
                    <a:pt x="2675114" y="3614771"/>
                  </a:lnTo>
                  <a:lnTo>
                    <a:pt x="2675241" y="3614771"/>
                  </a:lnTo>
                  <a:lnTo>
                    <a:pt x="2675367" y="3614771"/>
                  </a:lnTo>
                  <a:lnTo>
                    <a:pt x="2675493" y="3614771"/>
                  </a:lnTo>
                  <a:lnTo>
                    <a:pt x="2675493" y="3609860"/>
                  </a:lnTo>
                  <a:lnTo>
                    <a:pt x="2675619" y="3609860"/>
                  </a:lnTo>
                  <a:lnTo>
                    <a:pt x="2675746" y="3609860"/>
                  </a:lnTo>
                  <a:lnTo>
                    <a:pt x="2675872" y="3609860"/>
                  </a:lnTo>
                  <a:lnTo>
                    <a:pt x="2675998" y="3609860"/>
                  </a:lnTo>
                  <a:lnTo>
                    <a:pt x="2676124" y="3609860"/>
                  </a:lnTo>
                  <a:lnTo>
                    <a:pt x="2676251" y="3609860"/>
                  </a:lnTo>
                  <a:lnTo>
                    <a:pt x="2676251" y="3604949"/>
                  </a:lnTo>
                  <a:lnTo>
                    <a:pt x="2676377" y="3604949"/>
                  </a:lnTo>
                  <a:lnTo>
                    <a:pt x="2676503" y="3604949"/>
                  </a:lnTo>
                  <a:lnTo>
                    <a:pt x="2676629" y="3604949"/>
                  </a:lnTo>
                  <a:lnTo>
                    <a:pt x="2676756" y="3604949"/>
                  </a:lnTo>
                  <a:lnTo>
                    <a:pt x="2676882" y="3604949"/>
                  </a:lnTo>
                  <a:lnTo>
                    <a:pt x="2677008" y="3604949"/>
                  </a:lnTo>
                  <a:lnTo>
                    <a:pt x="2677134" y="3604949"/>
                  </a:lnTo>
                  <a:lnTo>
                    <a:pt x="2677261" y="3604949"/>
                  </a:lnTo>
                  <a:lnTo>
                    <a:pt x="2677387" y="3604949"/>
                  </a:lnTo>
                  <a:lnTo>
                    <a:pt x="2677513" y="3604949"/>
                  </a:lnTo>
                  <a:lnTo>
                    <a:pt x="2677639" y="3604949"/>
                  </a:lnTo>
                  <a:lnTo>
                    <a:pt x="2677766" y="3604949"/>
                  </a:lnTo>
                  <a:lnTo>
                    <a:pt x="2677892" y="3604949"/>
                  </a:lnTo>
                  <a:lnTo>
                    <a:pt x="2678018" y="3604949"/>
                  </a:lnTo>
                  <a:lnTo>
                    <a:pt x="2678144" y="3604949"/>
                  </a:lnTo>
                  <a:lnTo>
                    <a:pt x="2678271" y="3604949"/>
                  </a:lnTo>
                  <a:lnTo>
                    <a:pt x="2678397" y="3604949"/>
                  </a:lnTo>
                  <a:lnTo>
                    <a:pt x="2678523" y="3604949"/>
                  </a:lnTo>
                  <a:lnTo>
                    <a:pt x="2678649" y="3604949"/>
                  </a:lnTo>
                  <a:lnTo>
                    <a:pt x="2678776" y="3604949"/>
                  </a:lnTo>
                  <a:lnTo>
                    <a:pt x="2678902" y="3604949"/>
                  </a:lnTo>
                  <a:lnTo>
                    <a:pt x="2679028" y="3604949"/>
                  </a:lnTo>
                  <a:lnTo>
                    <a:pt x="2679154" y="3604949"/>
                  </a:lnTo>
                  <a:lnTo>
                    <a:pt x="2679281" y="3604949"/>
                  </a:lnTo>
                  <a:lnTo>
                    <a:pt x="2679407" y="3604949"/>
                  </a:lnTo>
                  <a:lnTo>
                    <a:pt x="2679533" y="3604949"/>
                  </a:lnTo>
                  <a:lnTo>
                    <a:pt x="2679659" y="3604949"/>
                  </a:lnTo>
                  <a:lnTo>
                    <a:pt x="2679786" y="3604949"/>
                  </a:lnTo>
                  <a:lnTo>
                    <a:pt x="2679912" y="3604949"/>
                  </a:lnTo>
                  <a:lnTo>
                    <a:pt x="2680038" y="3604949"/>
                  </a:lnTo>
                  <a:lnTo>
                    <a:pt x="2680164" y="3604949"/>
                  </a:lnTo>
                  <a:lnTo>
                    <a:pt x="2680291" y="3604949"/>
                  </a:lnTo>
                  <a:lnTo>
                    <a:pt x="2680417" y="3604949"/>
                  </a:lnTo>
                  <a:lnTo>
                    <a:pt x="2680543" y="3604949"/>
                  </a:lnTo>
                  <a:lnTo>
                    <a:pt x="2680670" y="3604949"/>
                  </a:lnTo>
                  <a:lnTo>
                    <a:pt x="2680796" y="3604949"/>
                  </a:lnTo>
                  <a:lnTo>
                    <a:pt x="2680922" y="3604949"/>
                  </a:lnTo>
                  <a:lnTo>
                    <a:pt x="2681048" y="3604949"/>
                  </a:lnTo>
                  <a:lnTo>
                    <a:pt x="2681175" y="3604949"/>
                  </a:lnTo>
                  <a:lnTo>
                    <a:pt x="2681301" y="3604949"/>
                  </a:lnTo>
                  <a:lnTo>
                    <a:pt x="2681427" y="3604949"/>
                  </a:lnTo>
                  <a:lnTo>
                    <a:pt x="2681553" y="3604949"/>
                  </a:lnTo>
                  <a:lnTo>
                    <a:pt x="2681680" y="3604949"/>
                  </a:lnTo>
                  <a:lnTo>
                    <a:pt x="2681806" y="3604949"/>
                  </a:lnTo>
                  <a:lnTo>
                    <a:pt x="2681932" y="3604949"/>
                  </a:lnTo>
                  <a:lnTo>
                    <a:pt x="2682058" y="3604949"/>
                  </a:lnTo>
                  <a:lnTo>
                    <a:pt x="2682185" y="3604949"/>
                  </a:lnTo>
                  <a:lnTo>
                    <a:pt x="2682311" y="3604949"/>
                  </a:lnTo>
                  <a:lnTo>
                    <a:pt x="2682437" y="3604949"/>
                  </a:lnTo>
                  <a:lnTo>
                    <a:pt x="2682563" y="3604949"/>
                  </a:lnTo>
                  <a:lnTo>
                    <a:pt x="2682690" y="3604949"/>
                  </a:lnTo>
                  <a:lnTo>
                    <a:pt x="2682816" y="3604949"/>
                  </a:lnTo>
                  <a:lnTo>
                    <a:pt x="2682942" y="3604949"/>
                  </a:lnTo>
                  <a:lnTo>
                    <a:pt x="2683068" y="3604949"/>
                  </a:lnTo>
                  <a:lnTo>
                    <a:pt x="2683195" y="3604949"/>
                  </a:lnTo>
                  <a:lnTo>
                    <a:pt x="2683321" y="3604949"/>
                  </a:lnTo>
                  <a:lnTo>
                    <a:pt x="2683447" y="3604949"/>
                  </a:lnTo>
                  <a:lnTo>
                    <a:pt x="2683573" y="3604949"/>
                  </a:lnTo>
                  <a:lnTo>
                    <a:pt x="2683700" y="3604949"/>
                  </a:lnTo>
                  <a:lnTo>
                    <a:pt x="2683826" y="3604949"/>
                  </a:lnTo>
                  <a:lnTo>
                    <a:pt x="2683952" y="3604949"/>
                  </a:lnTo>
                  <a:lnTo>
                    <a:pt x="2684078" y="3604949"/>
                  </a:lnTo>
                  <a:lnTo>
                    <a:pt x="2684205" y="3604949"/>
                  </a:lnTo>
                  <a:lnTo>
                    <a:pt x="2684331" y="3604949"/>
                  </a:lnTo>
                  <a:lnTo>
                    <a:pt x="2684331" y="3600037"/>
                  </a:lnTo>
                  <a:lnTo>
                    <a:pt x="2684457" y="3600037"/>
                  </a:lnTo>
                  <a:lnTo>
                    <a:pt x="2684583" y="3600037"/>
                  </a:lnTo>
                  <a:lnTo>
                    <a:pt x="2684710" y="3600037"/>
                  </a:lnTo>
                  <a:lnTo>
                    <a:pt x="2684836" y="3600037"/>
                  </a:lnTo>
                  <a:lnTo>
                    <a:pt x="2684962" y="3600037"/>
                  </a:lnTo>
                  <a:lnTo>
                    <a:pt x="2685088" y="3600037"/>
                  </a:lnTo>
                  <a:lnTo>
                    <a:pt x="2685215" y="3600037"/>
                  </a:lnTo>
                  <a:lnTo>
                    <a:pt x="2685215" y="3595126"/>
                  </a:lnTo>
                  <a:lnTo>
                    <a:pt x="2685341" y="3595126"/>
                  </a:lnTo>
                  <a:lnTo>
                    <a:pt x="2685467" y="3595126"/>
                  </a:lnTo>
                  <a:lnTo>
                    <a:pt x="2685594" y="3595126"/>
                  </a:lnTo>
                  <a:lnTo>
                    <a:pt x="2685720" y="3595126"/>
                  </a:lnTo>
                  <a:lnTo>
                    <a:pt x="2685846" y="3595126"/>
                  </a:lnTo>
                  <a:lnTo>
                    <a:pt x="2685972" y="3595126"/>
                  </a:lnTo>
                  <a:lnTo>
                    <a:pt x="2686099" y="3595126"/>
                  </a:lnTo>
                  <a:lnTo>
                    <a:pt x="2686225" y="3595126"/>
                  </a:lnTo>
                  <a:lnTo>
                    <a:pt x="2686351" y="3595126"/>
                  </a:lnTo>
                  <a:lnTo>
                    <a:pt x="2686477" y="3595126"/>
                  </a:lnTo>
                  <a:lnTo>
                    <a:pt x="2686604" y="3595126"/>
                  </a:lnTo>
                  <a:lnTo>
                    <a:pt x="2686730" y="3595126"/>
                  </a:lnTo>
                  <a:lnTo>
                    <a:pt x="2686856" y="3595126"/>
                  </a:lnTo>
                  <a:lnTo>
                    <a:pt x="2686982" y="3595126"/>
                  </a:lnTo>
                  <a:lnTo>
                    <a:pt x="2687109" y="3595126"/>
                  </a:lnTo>
                  <a:lnTo>
                    <a:pt x="2687235" y="3595126"/>
                  </a:lnTo>
                  <a:lnTo>
                    <a:pt x="2687361" y="3595126"/>
                  </a:lnTo>
                  <a:lnTo>
                    <a:pt x="2687487" y="3595126"/>
                  </a:lnTo>
                  <a:lnTo>
                    <a:pt x="2687487" y="3590215"/>
                  </a:lnTo>
                  <a:lnTo>
                    <a:pt x="2687614" y="3590215"/>
                  </a:lnTo>
                  <a:lnTo>
                    <a:pt x="2687740" y="3590215"/>
                  </a:lnTo>
                  <a:lnTo>
                    <a:pt x="2687866" y="3590215"/>
                  </a:lnTo>
                  <a:lnTo>
                    <a:pt x="2687992" y="3590215"/>
                  </a:lnTo>
                  <a:lnTo>
                    <a:pt x="2688119" y="3590215"/>
                  </a:lnTo>
                  <a:lnTo>
                    <a:pt x="2688245" y="3590215"/>
                  </a:lnTo>
                  <a:lnTo>
                    <a:pt x="2688371" y="3590215"/>
                  </a:lnTo>
                  <a:lnTo>
                    <a:pt x="2688497" y="3590215"/>
                  </a:lnTo>
                  <a:lnTo>
                    <a:pt x="2688624" y="3590215"/>
                  </a:lnTo>
                  <a:lnTo>
                    <a:pt x="2688750" y="3590215"/>
                  </a:lnTo>
                  <a:lnTo>
                    <a:pt x="2688876" y="3590215"/>
                  </a:lnTo>
                  <a:lnTo>
                    <a:pt x="2689002" y="3590215"/>
                  </a:lnTo>
                  <a:lnTo>
                    <a:pt x="2689129" y="3590215"/>
                  </a:lnTo>
                  <a:lnTo>
                    <a:pt x="2689255" y="3590215"/>
                  </a:lnTo>
                  <a:lnTo>
                    <a:pt x="2689381" y="3590215"/>
                  </a:lnTo>
                  <a:lnTo>
                    <a:pt x="2689507" y="3590215"/>
                  </a:lnTo>
                  <a:lnTo>
                    <a:pt x="2689507" y="3585303"/>
                  </a:lnTo>
                  <a:lnTo>
                    <a:pt x="2689634" y="3585303"/>
                  </a:lnTo>
                  <a:lnTo>
                    <a:pt x="2689760" y="3585303"/>
                  </a:lnTo>
                  <a:lnTo>
                    <a:pt x="2689886" y="3585303"/>
                  </a:lnTo>
                  <a:lnTo>
                    <a:pt x="2690012" y="3585303"/>
                  </a:lnTo>
                  <a:lnTo>
                    <a:pt x="2690139" y="3585303"/>
                  </a:lnTo>
                  <a:lnTo>
                    <a:pt x="2690265" y="3585303"/>
                  </a:lnTo>
                  <a:lnTo>
                    <a:pt x="2690391" y="3585303"/>
                  </a:lnTo>
                  <a:lnTo>
                    <a:pt x="2690517" y="3585303"/>
                  </a:lnTo>
                  <a:lnTo>
                    <a:pt x="2690517" y="3580392"/>
                  </a:lnTo>
                  <a:lnTo>
                    <a:pt x="2690644" y="3580392"/>
                  </a:lnTo>
                  <a:lnTo>
                    <a:pt x="2690770" y="3580392"/>
                  </a:lnTo>
                  <a:lnTo>
                    <a:pt x="2690896" y="3580392"/>
                  </a:lnTo>
                  <a:lnTo>
                    <a:pt x="2691023" y="3580392"/>
                  </a:lnTo>
                  <a:lnTo>
                    <a:pt x="2691149" y="3580392"/>
                  </a:lnTo>
                  <a:lnTo>
                    <a:pt x="2691275" y="3580392"/>
                  </a:lnTo>
                  <a:lnTo>
                    <a:pt x="2691401" y="3580392"/>
                  </a:lnTo>
                  <a:lnTo>
                    <a:pt x="2691528" y="3580392"/>
                  </a:lnTo>
                  <a:lnTo>
                    <a:pt x="2691654" y="3580392"/>
                  </a:lnTo>
                  <a:lnTo>
                    <a:pt x="2691780" y="3580392"/>
                  </a:lnTo>
                  <a:lnTo>
                    <a:pt x="2691906" y="3580392"/>
                  </a:lnTo>
                  <a:lnTo>
                    <a:pt x="2692033" y="3580392"/>
                  </a:lnTo>
                  <a:lnTo>
                    <a:pt x="2692159" y="3580392"/>
                  </a:lnTo>
                  <a:lnTo>
                    <a:pt x="2692285" y="3580392"/>
                  </a:lnTo>
                  <a:lnTo>
                    <a:pt x="2692411" y="3580392"/>
                  </a:lnTo>
                  <a:lnTo>
                    <a:pt x="2692538" y="3580392"/>
                  </a:lnTo>
                  <a:lnTo>
                    <a:pt x="2692664" y="3580392"/>
                  </a:lnTo>
                  <a:lnTo>
                    <a:pt x="2692790" y="3580392"/>
                  </a:lnTo>
                  <a:lnTo>
                    <a:pt x="2692790" y="3575480"/>
                  </a:lnTo>
                  <a:lnTo>
                    <a:pt x="2692916" y="3575480"/>
                  </a:lnTo>
                  <a:lnTo>
                    <a:pt x="2693043" y="3575480"/>
                  </a:lnTo>
                  <a:lnTo>
                    <a:pt x="2693169" y="3575480"/>
                  </a:lnTo>
                  <a:lnTo>
                    <a:pt x="2693295" y="3575480"/>
                  </a:lnTo>
                  <a:lnTo>
                    <a:pt x="2693421" y="3575480"/>
                  </a:lnTo>
                  <a:lnTo>
                    <a:pt x="2693548" y="3575480"/>
                  </a:lnTo>
                  <a:lnTo>
                    <a:pt x="2693674" y="3575480"/>
                  </a:lnTo>
                  <a:lnTo>
                    <a:pt x="2693800" y="3575480"/>
                  </a:lnTo>
                  <a:lnTo>
                    <a:pt x="2693926" y="3575480"/>
                  </a:lnTo>
                  <a:lnTo>
                    <a:pt x="2694053" y="3575480"/>
                  </a:lnTo>
                  <a:lnTo>
                    <a:pt x="2694179" y="3575480"/>
                  </a:lnTo>
                  <a:lnTo>
                    <a:pt x="2694305" y="3575480"/>
                  </a:lnTo>
                  <a:lnTo>
                    <a:pt x="2694431" y="3575480"/>
                  </a:lnTo>
                  <a:lnTo>
                    <a:pt x="2694558" y="3575480"/>
                  </a:lnTo>
                  <a:lnTo>
                    <a:pt x="2694684" y="3575480"/>
                  </a:lnTo>
                  <a:lnTo>
                    <a:pt x="2694810" y="3575480"/>
                  </a:lnTo>
                  <a:lnTo>
                    <a:pt x="2694936" y="3575480"/>
                  </a:lnTo>
                  <a:lnTo>
                    <a:pt x="2695063" y="3575480"/>
                  </a:lnTo>
                  <a:lnTo>
                    <a:pt x="2695189" y="3575480"/>
                  </a:lnTo>
                  <a:lnTo>
                    <a:pt x="2695315" y="3575480"/>
                  </a:lnTo>
                  <a:lnTo>
                    <a:pt x="2695441" y="3575480"/>
                  </a:lnTo>
                  <a:lnTo>
                    <a:pt x="2695568" y="3575480"/>
                  </a:lnTo>
                  <a:lnTo>
                    <a:pt x="2695694" y="3575480"/>
                  </a:lnTo>
                  <a:lnTo>
                    <a:pt x="2695820" y="3575480"/>
                  </a:lnTo>
                  <a:lnTo>
                    <a:pt x="2695947" y="3575480"/>
                  </a:lnTo>
                  <a:lnTo>
                    <a:pt x="2696073" y="3575480"/>
                  </a:lnTo>
                  <a:lnTo>
                    <a:pt x="2696199" y="3575480"/>
                  </a:lnTo>
                  <a:lnTo>
                    <a:pt x="2696325" y="3575480"/>
                  </a:lnTo>
                  <a:lnTo>
                    <a:pt x="2696452" y="3575480"/>
                  </a:lnTo>
                  <a:lnTo>
                    <a:pt x="2696578" y="3575480"/>
                  </a:lnTo>
                  <a:lnTo>
                    <a:pt x="2696704" y="3575480"/>
                  </a:lnTo>
                  <a:lnTo>
                    <a:pt x="2696830" y="3575480"/>
                  </a:lnTo>
                  <a:lnTo>
                    <a:pt x="2696957" y="3575480"/>
                  </a:lnTo>
                  <a:lnTo>
                    <a:pt x="2697083" y="3575480"/>
                  </a:lnTo>
                  <a:lnTo>
                    <a:pt x="2697209" y="3575480"/>
                  </a:lnTo>
                  <a:lnTo>
                    <a:pt x="2697335" y="3575480"/>
                  </a:lnTo>
                  <a:lnTo>
                    <a:pt x="2697462" y="3575480"/>
                  </a:lnTo>
                  <a:lnTo>
                    <a:pt x="2697588" y="3575480"/>
                  </a:lnTo>
                  <a:lnTo>
                    <a:pt x="2697714" y="3575480"/>
                  </a:lnTo>
                  <a:lnTo>
                    <a:pt x="2697714" y="3570569"/>
                  </a:lnTo>
                  <a:lnTo>
                    <a:pt x="2697840" y="3570569"/>
                  </a:lnTo>
                  <a:lnTo>
                    <a:pt x="2697967" y="3570569"/>
                  </a:lnTo>
                  <a:lnTo>
                    <a:pt x="2698093" y="3570569"/>
                  </a:lnTo>
                  <a:lnTo>
                    <a:pt x="2698219" y="3570569"/>
                  </a:lnTo>
                  <a:lnTo>
                    <a:pt x="2698345" y="3570569"/>
                  </a:lnTo>
                  <a:lnTo>
                    <a:pt x="2698472" y="3570569"/>
                  </a:lnTo>
                  <a:lnTo>
                    <a:pt x="2698598" y="3570569"/>
                  </a:lnTo>
                  <a:lnTo>
                    <a:pt x="2698724" y="3570569"/>
                  </a:lnTo>
                  <a:lnTo>
                    <a:pt x="2698850" y="3570569"/>
                  </a:lnTo>
                  <a:lnTo>
                    <a:pt x="2698977" y="3570569"/>
                  </a:lnTo>
                  <a:lnTo>
                    <a:pt x="2699103" y="3570569"/>
                  </a:lnTo>
                  <a:lnTo>
                    <a:pt x="2699229" y="3570569"/>
                  </a:lnTo>
                  <a:lnTo>
                    <a:pt x="2699355" y="3570569"/>
                  </a:lnTo>
                  <a:lnTo>
                    <a:pt x="2699482" y="3570569"/>
                  </a:lnTo>
                  <a:lnTo>
                    <a:pt x="2699608" y="3570569"/>
                  </a:lnTo>
                  <a:lnTo>
                    <a:pt x="2699734" y="3570569"/>
                  </a:lnTo>
                  <a:lnTo>
                    <a:pt x="2699860" y="3570569"/>
                  </a:lnTo>
                  <a:lnTo>
                    <a:pt x="2699987" y="3570569"/>
                  </a:lnTo>
                  <a:lnTo>
                    <a:pt x="2700113" y="3570569"/>
                  </a:lnTo>
                  <a:lnTo>
                    <a:pt x="2700239" y="3570569"/>
                  </a:lnTo>
                  <a:lnTo>
                    <a:pt x="2700365" y="3570569"/>
                  </a:lnTo>
                  <a:lnTo>
                    <a:pt x="2700492" y="3570569"/>
                  </a:lnTo>
                  <a:lnTo>
                    <a:pt x="2700618" y="3570569"/>
                  </a:lnTo>
                  <a:lnTo>
                    <a:pt x="2700744" y="3570569"/>
                  </a:lnTo>
                  <a:lnTo>
                    <a:pt x="2700870" y="3570569"/>
                  </a:lnTo>
                  <a:lnTo>
                    <a:pt x="2700997" y="3570569"/>
                  </a:lnTo>
                  <a:lnTo>
                    <a:pt x="2701123" y="3570569"/>
                  </a:lnTo>
                  <a:lnTo>
                    <a:pt x="2701249" y="3570569"/>
                  </a:lnTo>
                  <a:lnTo>
                    <a:pt x="2701376" y="3570569"/>
                  </a:lnTo>
                  <a:lnTo>
                    <a:pt x="2701502" y="3570569"/>
                  </a:lnTo>
                  <a:lnTo>
                    <a:pt x="2701628" y="3570569"/>
                  </a:lnTo>
                  <a:lnTo>
                    <a:pt x="2701754" y="3570569"/>
                  </a:lnTo>
                  <a:lnTo>
                    <a:pt x="2701881" y="3570569"/>
                  </a:lnTo>
                  <a:lnTo>
                    <a:pt x="2702007" y="3570569"/>
                  </a:lnTo>
                  <a:lnTo>
                    <a:pt x="2702133" y="3570569"/>
                  </a:lnTo>
                  <a:lnTo>
                    <a:pt x="2702259" y="3570569"/>
                  </a:lnTo>
                  <a:lnTo>
                    <a:pt x="2702386" y="3570569"/>
                  </a:lnTo>
                  <a:lnTo>
                    <a:pt x="2702512" y="3570569"/>
                  </a:lnTo>
                  <a:lnTo>
                    <a:pt x="2702638" y="3570569"/>
                  </a:lnTo>
                  <a:lnTo>
                    <a:pt x="2702764" y="3570569"/>
                  </a:lnTo>
                  <a:lnTo>
                    <a:pt x="2702891" y="3570569"/>
                  </a:lnTo>
                  <a:lnTo>
                    <a:pt x="2703017" y="3570569"/>
                  </a:lnTo>
                  <a:lnTo>
                    <a:pt x="2703143" y="3570569"/>
                  </a:lnTo>
                  <a:lnTo>
                    <a:pt x="2703269" y="3570569"/>
                  </a:lnTo>
                  <a:lnTo>
                    <a:pt x="2703396" y="3570569"/>
                  </a:lnTo>
                  <a:lnTo>
                    <a:pt x="2703522" y="3570569"/>
                  </a:lnTo>
                  <a:lnTo>
                    <a:pt x="2703648" y="3570569"/>
                  </a:lnTo>
                  <a:lnTo>
                    <a:pt x="2703774" y="3570569"/>
                  </a:lnTo>
                  <a:lnTo>
                    <a:pt x="2703901" y="3570569"/>
                  </a:lnTo>
                  <a:lnTo>
                    <a:pt x="2704027" y="3570569"/>
                  </a:lnTo>
                  <a:lnTo>
                    <a:pt x="2704153" y="3570569"/>
                  </a:lnTo>
                  <a:lnTo>
                    <a:pt x="2704279" y="3570569"/>
                  </a:lnTo>
                  <a:lnTo>
                    <a:pt x="2704406" y="3570569"/>
                  </a:lnTo>
                  <a:lnTo>
                    <a:pt x="2704532" y="3570569"/>
                  </a:lnTo>
                  <a:lnTo>
                    <a:pt x="2704658" y="3570569"/>
                  </a:lnTo>
                  <a:lnTo>
                    <a:pt x="2704784" y="3570569"/>
                  </a:lnTo>
                  <a:lnTo>
                    <a:pt x="2704911" y="3570569"/>
                  </a:lnTo>
                  <a:lnTo>
                    <a:pt x="2705037" y="3570569"/>
                  </a:lnTo>
                  <a:lnTo>
                    <a:pt x="2705163" y="3570569"/>
                  </a:lnTo>
                  <a:lnTo>
                    <a:pt x="2705289" y="3570569"/>
                  </a:lnTo>
                  <a:lnTo>
                    <a:pt x="2705416" y="3570569"/>
                  </a:lnTo>
                  <a:lnTo>
                    <a:pt x="2705542" y="3570569"/>
                  </a:lnTo>
                  <a:lnTo>
                    <a:pt x="2705668" y="3570569"/>
                  </a:lnTo>
                  <a:lnTo>
                    <a:pt x="2705794" y="3570569"/>
                  </a:lnTo>
                  <a:lnTo>
                    <a:pt x="2705921" y="3570569"/>
                  </a:lnTo>
                  <a:lnTo>
                    <a:pt x="2706047" y="3570569"/>
                  </a:lnTo>
                  <a:lnTo>
                    <a:pt x="2706173" y="3570569"/>
                  </a:lnTo>
                  <a:lnTo>
                    <a:pt x="2706300" y="3570569"/>
                  </a:lnTo>
                  <a:lnTo>
                    <a:pt x="2706426" y="3570569"/>
                  </a:lnTo>
                  <a:lnTo>
                    <a:pt x="2706552" y="3570569"/>
                  </a:lnTo>
                  <a:lnTo>
                    <a:pt x="2706678" y="3570569"/>
                  </a:lnTo>
                  <a:lnTo>
                    <a:pt x="2706805" y="3570569"/>
                  </a:lnTo>
                  <a:lnTo>
                    <a:pt x="2706931" y="3570569"/>
                  </a:lnTo>
                  <a:lnTo>
                    <a:pt x="2707057" y="3570569"/>
                  </a:lnTo>
                  <a:lnTo>
                    <a:pt x="2707183" y="3570569"/>
                  </a:lnTo>
                  <a:lnTo>
                    <a:pt x="2707310" y="3570569"/>
                  </a:lnTo>
                  <a:lnTo>
                    <a:pt x="2707436" y="3570569"/>
                  </a:lnTo>
                  <a:lnTo>
                    <a:pt x="2707562" y="3570569"/>
                  </a:lnTo>
                  <a:lnTo>
                    <a:pt x="2707688" y="3570569"/>
                  </a:lnTo>
                  <a:lnTo>
                    <a:pt x="2707815" y="3570569"/>
                  </a:lnTo>
                  <a:lnTo>
                    <a:pt x="2707941" y="3570569"/>
                  </a:lnTo>
                  <a:lnTo>
                    <a:pt x="2708067" y="3570569"/>
                  </a:lnTo>
                  <a:lnTo>
                    <a:pt x="2708193" y="3570569"/>
                  </a:lnTo>
                  <a:lnTo>
                    <a:pt x="2708320" y="3570569"/>
                  </a:lnTo>
                  <a:lnTo>
                    <a:pt x="2708446" y="3570569"/>
                  </a:lnTo>
                  <a:lnTo>
                    <a:pt x="2708572" y="3570569"/>
                  </a:lnTo>
                  <a:lnTo>
                    <a:pt x="2708698" y="3570569"/>
                  </a:lnTo>
                  <a:lnTo>
                    <a:pt x="2708825" y="3570569"/>
                  </a:lnTo>
                  <a:lnTo>
                    <a:pt x="2708951" y="3570569"/>
                  </a:lnTo>
                  <a:lnTo>
                    <a:pt x="2709077" y="3570569"/>
                  </a:lnTo>
                  <a:lnTo>
                    <a:pt x="2709203" y="3570569"/>
                  </a:lnTo>
                  <a:lnTo>
                    <a:pt x="2709330" y="3570569"/>
                  </a:lnTo>
                  <a:lnTo>
                    <a:pt x="2709456" y="3570569"/>
                  </a:lnTo>
                  <a:lnTo>
                    <a:pt x="2709582" y="3570569"/>
                  </a:lnTo>
                  <a:lnTo>
                    <a:pt x="2709708" y="3570569"/>
                  </a:lnTo>
                  <a:lnTo>
                    <a:pt x="2709835" y="3570569"/>
                  </a:lnTo>
                  <a:lnTo>
                    <a:pt x="2709961" y="3570569"/>
                  </a:lnTo>
                  <a:lnTo>
                    <a:pt x="2710087" y="3570569"/>
                  </a:lnTo>
                  <a:lnTo>
                    <a:pt x="2710213" y="3570569"/>
                  </a:lnTo>
                  <a:lnTo>
                    <a:pt x="2710340" y="3570569"/>
                  </a:lnTo>
                  <a:lnTo>
                    <a:pt x="2710466" y="3570569"/>
                  </a:lnTo>
                  <a:lnTo>
                    <a:pt x="2710592" y="3570569"/>
                  </a:lnTo>
                  <a:lnTo>
                    <a:pt x="2710718" y="3570569"/>
                  </a:lnTo>
                  <a:lnTo>
                    <a:pt x="2710845" y="3570569"/>
                  </a:lnTo>
                  <a:lnTo>
                    <a:pt x="2710971" y="3570569"/>
                  </a:lnTo>
                  <a:lnTo>
                    <a:pt x="2711097" y="3570569"/>
                  </a:lnTo>
                  <a:lnTo>
                    <a:pt x="2711223" y="3570569"/>
                  </a:lnTo>
                  <a:lnTo>
                    <a:pt x="2711350" y="3570569"/>
                  </a:lnTo>
                  <a:lnTo>
                    <a:pt x="2711476" y="3570569"/>
                  </a:lnTo>
                  <a:lnTo>
                    <a:pt x="2711602" y="3570569"/>
                  </a:lnTo>
                  <a:lnTo>
                    <a:pt x="2711729" y="3570569"/>
                  </a:lnTo>
                  <a:lnTo>
                    <a:pt x="2711855" y="3570569"/>
                  </a:lnTo>
                  <a:lnTo>
                    <a:pt x="2711981" y="3570569"/>
                  </a:lnTo>
                  <a:lnTo>
                    <a:pt x="2712107" y="3570569"/>
                  </a:lnTo>
                  <a:lnTo>
                    <a:pt x="2712234" y="3570569"/>
                  </a:lnTo>
                  <a:lnTo>
                    <a:pt x="2712360" y="3570569"/>
                  </a:lnTo>
                  <a:lnTo>
                    <a:pt x="2712486" y="3570569"/>
                  </a:lnTo>
                  <a:lnTo>
                    <a:pt x="2712612" y="3570569"/>
                  </a:lnTo>
                  <a:lnTo>
                    <a:pt x="2712739" y="3570569"/>
                  </a:lnTo>
                  <a:lnTo>
                    <a:pt x="2712865" y="3570569"/>
                  </a:lnTo>
                  <a:lnTo>
                    <a:pt x="2712991" y="3570569"/>
                  </a:lnTo>
                  <a:lnTo>
                    <a:pt x="2713117" y="3570569"/>
                  </a:lnTo>
                  <a:lnTo>
                    <a:pt x="2713244" y="3570569"/>
                  </a:lnTo>
                  <a:lnTo>
                    <a:pt x="2713370" y="3570569"/>
                  </a:lnTo>
                  <a:lnTo>
                    <a:pt x="2713496" y="3570569"/>
                  </a:lnTo>
                  <a:lnTo>
                    <a:pt x="2713622" y="3570569"/>
                  </a:lnTo>
                  <a:lnTo>
                    <a:pt x="2713622" y="3565658"/>
                  </a:lnTo>
                  <a:lnTo>
                    <a:pt x="2713749" y="3565658"/>
                  </a:lnTo>
                  <a:lnTo>
                    <a:pt x="2713875" y="3565658"/>
                  </a:lnTo>
                  <a:lnTo>
                    <a:pt x="2714001" y="3565658"/>
                  </a:lnTo>
                  <a:lnTo>
                    <a:pt x="2714127" y="3565658"/>
                  </a:lnTo>
                  <a:lnTo>
                    <a:pt x="2714254" y="3565658"/>
                  </a:lnTo>
                  <a:lnTo>
                    <a:pt x="2714380" y="3565658"/>
                  </a:lnTo>
                  <a:lnTo>
                    <a:pt x="2714506" y="3565658"/>
                  </a:lnTo>
                  <a:lnTo>
                    <a:pt x="2714632" y="3565658"/>
                  </a:lnTo>
                  <a:lnTo>
                    <a:pt x="2714759" y="3565658"/>
                  </a:lnTo>
                  <a:lnTo>
                    <a:pt x="2714885" y="3565658"/>
                  </a:lnTo>
                  <a:lnTo>
                    <a:pt x="2715011" y="3565658"/>
                  </a:lnTo>
                  <a:lnTo>
                    <a:pt x="2715137" y="3565658"/>
                  </a:lnTo>
                  <a:lnTo>
                    <a:pt x="2715264" y="3565658"/>
                  </a:lnTo>
                  <a:lnTo>
                    <a:pt x="2715390" y="3565658"/>
                  </a:lnTo>
                  <a:lnTo>
                    <a:pt x="2715516" y="3565658"/>
                  </a:lnTo>
                  <a:lnTo>
                    <a:pt x="2715642" y="3565658"/>
                  </a:lnTo>
                  <a:lnTo>
                    <a:pt x="2715769" y="3565658"/>
                  </a:lnTo>
                  <a:lnTo>
                    <a:pt x="2715895" y="3565658"/>
                  </a:lnTo>
                  <a:lnTo>
                    <a:pt x="2716021" y="3565658"/>
                  </a:lnTo>
                  <a:lnTo>
                    <a:pt x="2716147" y="3565658"/>
                  </a:lnTo>
                  <a:lnTo>
                    <a:pt x="2716274" y="3565658"/>
                  </a:lnTo>
                  <a:lnTo>
                    <a:pt x="2716400" y="3565658"/>
                  </a:lnTo>
                  <a:lnTo>
                    <a:pt x="2716526" y="3565658"/>
                  </a:lnTo>
                  <a:lnTo>
                    <a:pt x="2716653" y="3565658"/>
                  </a:lnTo>
                  <a:lnTo>
                    <a:pt x="2716779" y="3565658"/>
                  </a:lnTo>
                  <a:lnTo>
                    <a:pt x="2716905" y="3565658"/>
                  </a:lnTo>
                  <a:lnTo>
                    <a:pt x="2717031" y="3565658"/>
                  </a:lnTo>
                  <a:lnTo>
                    <a:pt x="2717158" y="3565658"/>
                  </a:lnTo>
                  <a:lnTo>
                    <a:pt x="2717284" y="3565658"/>
                  </a:lnTo>
                  <a:lnTo>
                    <a:pt x="2717284" y="3560746"/>
                  </a:lnTo>
                  <a:lnTo>
                    <a:pt x="2717410" y="3560746"/>
                  </a:lnTo>
                  <a:lnTo>
                    <a:pt x="2717536" y="3560746"/>
                  </a:lnTo>
                  <a:lnTo>
                    <a:pt x="2717663" y="3560746"/>
                  </a:lnTo>
                  <a:lnTo>
                    <a:pt x="2717789" y="3560746"/>
                  </a:lnTo>
                  <a:lnTo>
                    <a:pt x="2717915" y="3560746"/>
                  </a:lnTo>
                  <a:lnTo>
                    <a:pt x="2718041" y="3560746"/>
                  </a:lnTo>
                  <a:lnTo>
                    <a:pt x="2718168" y="3560746"/>
                  </a:lnTo>
                  <a:lnTo>
                    <a:pt x="2718294" y="3560746"/>
                  </a:lnTo>
                  <a:lnTo>
                    <a:pt x="2718420" y="3560746"/>
                  </a:lnTo>
                  <a:lnTo>
                    <a:pt x="2718546" y="3560746"/>
                  </a:lnTo>
                  <a:lnTo>
                    <a:pt x="2718673" y="3560746"/>
                  </a:lnTo>
                  <a:lnTo>
                    <a:pt x="2718799" y="3560746"/>
                  </a:lnTo>
                  <a:lnTo>
                    <a:pt x="2718799" y="3555835"/>
                  </a:lnTo>
                  <a:lnTo>
                    <a:pt x="2718925" y="3555835"/>
                  </a:lnTo>
                  <a:lnTo>
                    <a:pt x="2719051" y="3555835"/>
                  </a:lnTo>
                  <a:lnTo>
                    <a:pt x="2719178" y="3555835"/>
                  </a:lnTo>
                  <a:lnTo>
                    <a:pt x="2719304" y="3555835"/>
                  </a:lnTo>
                  <a:lnTo>
                    <a:pt x="2719430" y="3555835"/>
                  </a:lnTo>
                  <a:lnTo>
                    <a:pt x="2719556" y="3555835"/>
                  </a:lnTo>
                  <a:lnTo>
                    <a:pt x="2719683" y="3555835"/>
                  </a:lnTo>
                  <a:lnTo>
                    <a:pt x="2719809" y="3555835"/>
                  </a:lnTo>
                  <a:lnTo>
                    <a:pt x="2719935" y="3555835"/>
                  </a:lnTo>
                  <a:lnTo>
                    <a:pt x="2720061" y="3555835"/>
                  </a:lnTo>
                  <a:lnTo>
                    <a:pt x="2720188" y="3555835"/>
                  </a:lnTo>
                  <a:lnTo>
                    <a:pt x="2720314" y="3555835"/>
                  </a:lnTo>
                  <a:lnTo>
                    <a:pt x="2720440" y="3555835"/>
                  </a:lnTo>
                  <a:lnTo>
                    <a:pt x="2720566" y="3555835"/>
                  </a:lnTo>
                  <a:lnTo>
                    <a:pt x="2720693" y="3555835"/>
                  </a:lnTo>
                  <a:lnTo>
                    <a:pt x="2720819" y="3555835"/>
                  </a:lnTo>
                  <a:lnTo>
                    <a:pt x="2720945" y="3555835"/>
                  </a:lnTo>
                  <a:lnTo>
                    <a:pt x="2721071" y="3555835"/>
                  </a:lnTo>
                  <a:lnTo>
                    <a:pt x="2721198" y="3555835"/>
                  </a:lnTo>
                  <a:lnTo>
                    <a:pt x="2721324" y="3555835"/>
                  </a:lnTo>
                  <a:lnTo>
                    <a:pt x="2721450" y="3555835"/>
                  </a:lnTo>
                  <a:lnTo>
                    <a:pt x="2721576" y="3555835"/>
                  </a:lnTo>
                  <a:lnTo>
                    <a:pt x="2721703" y="3555835"/>
                  </a:lnTo>
                  <a:lnTo>
                    <a:pt x="2721829" y="3555835"/>
                  </a:lnTo>
                  <a:lnTo>
                    <a:pt x="2721955" y="3555835"/>
                  </a:lnTo>
                  <a:lnTo>
                    <a:pt x="2722082" y="3555835"/>
                  </a:lnTo>
                  <a:lnTo>
                    <a:pt x="2722208" y="3555835"/>
                  </a:lnTo>
                  <a:lnTo>
                    <a:pt x="2722334" y="3555835"/>
                  </a:lnTo>
                  <a:lnTo>
                    <a:pt x="2722460" y="3555835"/>
                  </a:lnTo>
                  <a:lnTo>
                    <a:pt x="2722587" y="3555835"/>
                  </a:lnTo>
                  <a:lnTo>
                    <a:pt x="2722713" y="3555835"/>
                  </a:lnTo>
                  <a:lnTo>
                    <a:pt x="2722839" y="3555835"/>
                  </a:lnTo>
                  <a:lnTo>
                    <a:pt x="2722965" y="3555835"/>
                  </a:lnTo>
                  <a:lnTo>
                    <a:pt x="2723092" y="3555835"/>
                  </a:lnTo>
                  <a:lnTo>
                    <a:pt x="2723218" y="3555835"/>
                  </a:lnTo>
                  <a:lnTo>
                    <a:pt x="2723344" y="3555835"/>
                  </a:lnTo>
                  <a:lnTo>
                    <a:pt x="2723470" y="3555835"/>
                  </a:lnTo>
                  <a:lnTo>
                    <a:pt x="2723597" y="3555835"/>
                  </a:lnTo>
                  <a:lnTo>
                    <a:pt x="2723723" y="3555835"/>
                  </a:lnTo>
                  <a:lnTo>
                    <a:pt x="2723849" y="3555835"/>
                  </a:lnTo>
                  <a:lnTo>
                    <a:pt x="2723975" y="3555835"/>
                  </a:lnTo>
                  <a:lnTo>
                    <a:pt x="2724102" y="3555835"/>
                  </a:lnTo>
                  <a:lnTo>
                    <a:pt x="2724228" y="3555835"/>
                  </a:lnTo>
                  <a:lnTo>
                    <a:pt x="2724354" y="3555835"/>
                  </a:lnTo>
                  <a:lnTo>
                    <a:pt x="2724354" y="3550924"/>
                  </a:lnTo>
                  <a:lnTo>
                    <a:pt x="2724480" y="3550924"/>
                  </a:lnTo>
                  <a:lnTo>
                    <a:pt x="2724607" y="3550924"/>
                  </a:lnTo>
                  <a:lnTo>
                    <a:pt x="2724733" y="3550924"/>
                  </a:lnTo>
                  <a:lnTo>
                    <a:pt x="2724859" y="3550924"/>
                  </a:lnTo>
                  <a:lnTo>
                    <a:pt x="2724985" y="3550924"/>
                  </a:lnTo>
                  <a:lnTo>
                    <a:pt x="2725112" y="3550924"/>
                  </a:lnTo>
                  <a:lnTo>
                    <a:pt x="2725238" y="3550924"/>
                  </a:lnTo>
                  <a:lnTo>
                    <a:pt x="2725364" y="3550924"/>
                  </a:lnTo>
                  <a:lnTo>
                    <a:pt x="2725490" y="3550924"/>
                  </a:lnTo>
                  <a:lnTo>
                    <a:pt x="2725617" y="3550924"/>
                  </a:lnTo>
                  <a:lnTo>
                    <a:pt x="2725743" y="3550924"/>
                  </a:lnTo>
                  <a:lnTo>
                    <a:pt x="2725869" y="3550924"/>
                  </a:lnTo>
                  <a:lnTo>
                    <a:pt x="2725995" y="3550924"/>
                  </a:lnTo>
                  <a:lnTo>
                    <a:pt x="2726122" y="3550924"/>
                  </a:lnTo>
                  <a:lnTo>
                    <a:pt x="2726248" y="3550924"/>
                  </a:lnTo>
                  <a:lnTo>
                    <a:pt x="2726374" y="3550924"/>
                  </a:lnTo>
                  <a:lnTo>
                    <a:pt x="2726500" y="3550924"/>
                  </a:lnTo>
                  <a:lnTo>
                    <a:pt x="2726627" y="3550924"/>
                  </a:lnTo>
                  <a:lnTo>
                    <a:pt x="2726753" y="3550924"/>
                  </a:lnTo>
                  <a:lnTo>
                    <a:pt x="2726879" y="3550924"/>
                  </a:lnTo>
                  <a:lnTo>
                    <a:pt x="2727006" y="3550924"/>
                  </a:lnTo>
                  <a:lnTo>
                    <a:pt x="2727132" y="3550924"/>
                  </a:lnTo>
                  <a:lnTo>
                    <a:pt x="2727258" y="3550924"/>
                  </a:lnTo>
                  <a:lnTo>
                    <a:pt x="2727384" y="3550924"/>
                  </a:lnTo>
                  <a:lnTo>
                    <a:pt x="2727511" y="3550924"/>
                  </a:lnTo>
                  <a:lnTo>
                    <a:pt x="2727637" y="3550924"/>
                  </a:lnTo>
                  <a:lnTo>
                    <a:pt x="2727763" y="3550924"/>
                  </a:lnTo>
                  <a:lnTo>
                    <a:pt x="2727889" y="3550924"/>
                  </a:lnTo>
                  <a:lnTo>
                    <a:pt x="2728016" y="3550924"/>
                  </a:lnTo>
                  <a:lnTo>
                    <a:pt x="2728142" y="3550924"/>
                  </a:lnTo>
                  <a:lnTo>
                    <a:pt x="2728268" y="3550924"/>
                  </a:lnTo>
                  <a:lnTo>
                    <a:pt x="2728394" y="3550924"/>
                  </a:lnTo>
                  <a:lnTo>
                    <a:pt x="2728521" y="3550924"/>
                  </a:lnTo>
                  <a:lnTo>
                    <a:pt x="2728647" y="3550924"/>
                  </a:lnTo>
                  <a:lnTo>
                    <a:pt x="2728773" y="3550924"/>
                  </a:lnTo>
                  <a:lnTo>
                    <a:pt x="2728899" y="3550924"/>
                  </a:lnTo>
                  <a:lnTo>
                    <a:pt x="2729026" y="3550924"/>
                  </a:lnTo>
                  <a:lnTo>
                    <a:pt x="2729152" y="3550924"/>
                  </a:lnTo>
                  <a:lnTo>
                    <a:pt x="2729278" y="3550924"/>
                  </a:lnTo>
                  <a:lnTo>
                    <a:pt x="2729404" y="3550924"/>
                  </a:lnTo>
                  <a:lnTo>
                    <a:pt x="2729531" y="3550924"/>
                  </a:lnTo>
                  <a:lnTo>
                    <a:pt x="2729657" y="3550924"/>
                  </a:lnTo>
                  <a:lnTo>
                    <a:pt x="2729783" y="3550924"/>
                  </a:lnTo>
                  <a:lnTo>
                    <a:pt x="2729909" y="3550924"/>
                  </a:lnTo>
                  <a:lnTo>
                    <a:pt x="2730036" y="3550924"/>
                  </a:lnTo>
                  <a:lnTo>
                    <a:pt x="2730162" y="3550924"/>
                  </a:lnTo>
                  <a:lnTo>
                    <a:pt x="2730162" y="3546012"/>
                  </a:lnTo>
                  <a:lnTo>
                    <a:pt x="2730288" y="3546012"/>
                  </a:lnTo>
                  <a:lnTo>
                    <a:pt x="2730414" y="3546012"/>
                  </a:lnTo>
                  <a:lnTo>
                    <a:pt x="2730541" y="3546012"/>
                  </a:lnTo>
                  <a:lnTo>
                    <a:pt x="2730667" y="3546012"/>
                  </a:lnTo>
                  <a:lnTo>
                    <a:pt x="2730793" y="3546012"/>
                  </a:lnTo>
                  <a:lnTo>
                    <a:pt x="2730919" y="3546012"/>
                  </a:lnTo>
                  <a:lnTo>
                    <a:pt x="2731046" y="3546012"/>
                  </a:lnTo>
                  <a:lnTo>
                    <a:pt x="2731046" y="3541101"/>
                  </a:lnTo>
                  <a:lnTo>
                    <a:pt x="2731172" y="3541101"/>
                  </a:lnTo>
                  <a:lnTo>
                    <a:pt x="2731298" y="3541101"/>
                  </a:lnTo>
                  <a:lnTo>
                    <a:pt x="2731424" y="3541101"/>
                  </a:lnTo>
                  <a:lnTo>
                    <a:pt x="2731551" y="3541101"/>
                  </a:lnTo>
                  <a:lnTo>
                    <a:pt x="2731551" y="3536189"/>
                  </a:lnTo>
                  <a:lnTo>
                    <a:pt x="2731677" y="3536189"/>
                  </a:lnTo>
                  <a:lnTo>
                    <a:pt x="2731803" y="3536189"/>
                  </a:lnTo>
                  <a:lnTo>
                    <a:pt x="2731930" y="3536189"/>
                  </a:lnTo>
                  <a:lnTo>
                    <a:pt x="2732056" y="3536189"/>
                  </a:lnTo>
                  <a:lnTo>
                    <a:pt x="2732182" y="3536189"/>
                  </a:lnTo>
                  <a:lnTo>
                    <a:pt x="2732308" y="3536189"/>
                  </a:lnTo>
                  <a:lnTo>
                    <a:pt x="2732435" y="3536189"/>
                  </a:lnTo>
                  <a:lnTo>
                    <a:pt x="2732561" y="3536189"/>
                  </a:lnTo>
                  <a:lnTo>
                    <a:pt x="2732687" y="3536189"/>
                  </a:lnTo>
                  <a:lnTo>
                    <a:pt x="2732813" y="3536189"/>
                  </a:lnTo>
                  <a:lnTo>
                    <a:pt x="2732940" y="3536189"/>
                  </a:lnTo>
                  <a:lnTo>
                    <a:pt x="2733066" y="3536189"/>
                  </a:lnTo>
                  <a:lnTo>
                    <a:pt x="2733192" y="3536189"/>
                  </a:lnTo>
                  <a:lnTo>
                    <a:pt x="2733318" y="3536189"/>
                  </a:lnTo>
                  <a:lnTo>
                    <a:pt x="2733445" y="3536189"/>
                  </a:lnTo>
                  <a:lnTo>
                    <a:pt x="2733571" y="3536189"/>
                  </a:lnTo>
                  <a:lnTo>
                    <a:pt x="2733697" y="3536189"/>
                  </a:lnTo>
                  <a:lnTo>
                    <a:pt x="2733823" y="3536189"/>
                  </a:lnTo>
                  <a:lnTo>
                    <a:pt x="2733950" y="3536189"/>
                  </a:lnTo>
                  <a:lnTo>
                    <a:pt x="2734076" y="3536189"/>
                  </a:lnTo>
                  <a:lnTo>
                    <a:pt x="2734202" y="3536189"/>
                  </a:lnTo>
                  <a:lnTo>
                    <a:pt x="2734328" y="3536189"/>
                  </a:lnTo>
                  <a:lnTo>
                    <a:pt x="2734455" y="3536189"/>
                  </a:lnTo>
                  <a:lnTo>
                    <a:pt x="2734581" y="3536189"/>
                  </a:lnTo>
                  <a:lnTo>
                    <a:pt x="2734707" y="3536189"/>
                  </a:lnTo>
                  <a:lnTo>
                    <a:pt x="2734833" y="3536189"/>
                  </a:lnTo>
                  <a:lnTo>
                    <a:pt x="2734960" y="3536189"/>
                  </a:lnTo>
                  <a:lnTo>
                    <a:pt x="2735086" y="3536189"/>
                  </a:lnTo>
                  <a:lnTo>
                    <a:pt x="2735212" y="3536189"/>
                  </a:lnTo>
                  <a:lnTo>
                    <a:pt x="2735338" y="3536189"/>
                  </a:lnTo>
                  <a:lnTo>
                    <a:pt x="2735465" y="3536189"/>
                  </a:lnTo>
                  <a:lnTo>
                    <a:pt x="2735591" y="3536189"/>
                  </a:lnTo>
                  <a:lnTo>
                    <a:pt x="2735717" y="3536189"/>
                  </a:lnTo>
                  <a:lnTo>
                    <a:pt x="2735843" y="3536189"/>
                  </a:lnTo>
                  <a:lnTo>
                    <a:pt x="2735970" y="3536189"/>
                  </a:lnTo>
                  <a:lnTo>
                    <a:pt x="2736096" y="3536189"/>
                  </a:lnTo>
                  <a:lnTo>
                    <a:pt x="2736222" y="3536189"/>
                  </a:lnTo>
                  <a:lnTo>
                    <a:pt x="2736348" y="3536189"/>
                  </a:lnTo>
                  <a:lnTo>
                    <a:pt x="2736475" y="3536189"/>
                  </a:lnTo>
                  <a:lnTo>
                    <a:pt x="2736601" y="3536189"/>
                  </a:lnTo>
                  <a:lnTo>
                    <a:pt x="2736727" y="3536189"/>
                  </a:lnTo>
                  <a:lnTo>
                    <a:pt x="2736853" y="3536189"/>
                  </a:lnTo>
                  <a:lnTo>
                    <a:pt x="2736980" y="3536189"/>
                  </a:lnTo>
                  <a:lnTo>
                    <a:pt x="2737106" y="3536189"/>
                  </a:lnTo>
                  <a:lnTo>
                    <a:pt x="2737232" y="3536189"/>
                  </a:lnTo>
                  <a:lnTo>
                    <a:pt x="2737359" y="3536189"/>
                  </a:lnTo>
                  <a:lnTo>
                    <a:pt x="2737485" y="3536189"/>
                  </a:lnTo>
                  <a:lnTo>
                    <a:pt x="2737611" y="3536189"/>
                  </a:lnTo>
                  <a:lnTo>
                    <a:pt x="2737737" y="3536189"/>
                  </a:lnTo>
                  <a:lnTo>
                    <a:pt x="2737864" y="3536189"/>
                  </a:lnTo>
                  <a:lnTo>
                    <a:pt x="2737990" y="3536189"/>
                  </a:lnTo>
                  <a:lnTo>
                    <a:pt x="2738116" y="3536189"/>
                  </a:lnTo>
                  <a:lnTo>
                    <a:pt x="2738242" y="3536189"/>
                  </a:lnTo>
                  <a:lnTo>
                    <a:pt x="2738369" y="3536189"/>
                  </a:lnTo>
                  <a:lnTo>
                    <a:pt x="2738495" y="3536189"/>
                  </a:lnTo>
                  <a:lnTo>
                    <a:pt x="2738621" y="3536189"/>
                  </a:lnTo>
                  <a:lnTo>
                    <a:pt x="2738747" y="3536189"/>
                  </a:lnTo>
                  <a:lnTo>
                    <a:pt x="2738874" y="3536189"/>
                  </a:lnTo>
                  <a:lnTo>
                    <a:pt x="2739000" y="3536189"/>
                  </a:lnTo>
                  <a:lnTo>
                    <a:pt x="2739126" y="3536189"/>
                  </a:lnTo>
                  <a:lnTo>
                    <a:pt x="2739252" y="3536189"/>
                  </a:lnTo>
                  <a:lnTo>
                    <a:pt x="2739379" y="3536189"/>
                  </a:lnTo>
                  <a:lnTo>
                    <a:pt x="2739505" y="3536189"/>
                  </a:lnTo>
                  <a:lnTo>
                    <a:pt x="2739631" y="3536189"/>
                  </a:lnTo>
                  <a:lnTo>
                    <a:pt x="2739757" y="3536189"/>
                  </a:lnTo>
                  <a:lnTo>
                    <a:pt x="2739884" y="3536189"/>
                  </a:lnTo>
                  <a:lnTo>
                    <a:pt x="2740010" y="3536189"/>
                  </a:lnTo>
                  <a:lnTo>
                    <a:pt x="2740136" y="3536189"/>
                  </a:lnTo>
                  <a:lnTo>
                    <a:pt x="2740262" y="3536189"/>
                  </a:lnTo>
                  <a:lnTo>
                    <a:pt x="2740389" y="3536189"/>
                  </a:lnTo>
                  <a:lnTo>
                    <a:pt x="2740515" y="3536189"/>
                  </a:lnTo>
                  <a:lnTo>
                    <a:pt x="2740641" y="3536189"/>
                  </a:lnTo>
                  <a:lnTo>
                    <a:pt x="2740767" y="3536189"/>
                  </a:lnTo>
                  <a:lnTo>
                    <a:pt x="2740894" y="3536189"/>
                  </a:lnTo>
                  <a:lnTo>
                    <a:pt x="2741020" y="3536189"/>
                  </a:lnTo>
                  <a:lnTo>
                    <a:pt x="2741146" y="3536189"/>
                  </a:lnTo>
                  <a:lnTo>
                    <a:pt x="2741272" y="3536189"/>
                  </a:lnTo>
                  <a:lnTo>
                    <a:pt x="2741399" y="3536189"/>
                  </a:lnTo>
                  <a:lnTo>
                    <a:pt x="2741525" y="3536189"/>
                  </a:lnTo>
                  <a:lnTo>
                    <a:pt x="2741651" y="3536189"/>
                  </a:lnTo>
                  <a:lnTo>
                    <a:pt x="2741777" y="3536189"/>
                  </a:lnTo>
                  <a:lnTo>
                    <a:pt x="2741904" y="3536189"/>
                  </a:lnTo>
                  <a:lnTo>
                    <a:pt x="2742030" y="3536189"/>
                  </a:lnTo>
                  <a:lnTo>
                    <a:pt x="2742156" y="3536189"/>
                  </a:lnTo>
                  <a:lnTo>
                    <a:pt x="2742283" y="3536189"/>
                  </a:lnTo>
                  <a:lnTo>
                    <a:pt x="2742409" y="3536189"/>
                  </a:lnTo>
                  <a:lnTo>
                    <a:pt x="2742535" y="3536189"/>
                  </a:lnTo>
                  <a:lnTo>
                    <a:pt x="2742661" y="3536189"/>
                  </a:lnTo>
                  <a:lnTo>
                    <a:pt x="2742788" y="3536189"/>
                  </a:lnTo>
                  <a:lnTo>
                    <a:pt x="2742914" y="3536189"/>
                  </a:lnTo>
                  <a:lnTo>
                    <a:pt x="2743040" y="3536189"/>
                  </a:lnTo>
                  <a:lnTo>
                    <a:pt x="2743166" y="3536189"/>
                  </a:lnTo>
                  <a:lnTo>
                    <a:pt x="2743293" y="3536189"/>
                  </a:lnTo>
                  <a:lnTo>
                    <a:pt x="2743419" y="3536189"/>
                  </a:lnTo>
                  <a:lnTo>
                    <a:pt x="2743545" y="3536189"/>
                  </a:lnTo>
                  <a:lnTo>
                    <a:pt x="2743671" y="3536189"/>
                  </a:lnTo>
                  <a:lnTo>
                    <a:pt x="2743798" y="3536189"/>
                  </a:lnTo>
                  <a:lnTo>
                    <a:pt x="2743924" y="3536189"/>
                  </a:lnTo>
                  <a:lnTo>
                    <a:pt x="2744050" y="3536189"/>
                  </a:lnTo>
                  <a:lnTo>
                    <a:pt x="2744176" y="3536189"/>
                  </a:lnTo>
                  <a:lnTo>
                    <a:pt x="2744303" y="3536189"/>
                  </a:lnTo>
                  <a:lnTo>
                    <a:pt x="2744429" y="3536189"/>
                  </a:lnTo>
                  <a:lnTo>
                    <a:pt x="2744555" y="3536189"/>
                  </a:lnTo>
                  <a:lnTo>
                    <a:pt x="2744681" y="3536189"/>
                  </a:lnTo>
                  <a:lnTo>
                    <a:pt x="2744808" y="3536189"/>
                  </a:lnTo>
                  <a:lnTo>
                    <a:pt x="2744934" y="3536189"/>
                  </a:lnTo>
                  <a:lnTo>
                    <a:pt x="2745060" y="3536189"/>
                  </a:lnTo>
                  <a:lnTo>
                    <a:pt x="2745186" y="3536189"/>
                  </a:lnTo>
                  <a:lnTo>
                    <a:pt x="2745313" y="3536189"/>
                  </a:lnTo>
                  <a:lnTo>
                    <a:pt x="2745439" y="3536189"/>
                  </a:lnTo>
                  <a:lnTo>
                    <a:pt x="2745565" y="3536189"/>
                  </a:lnTo>
                  <a:lnTo>
                    <a:pt x="2745691" y="3536189"/>
                  </a:lnTo>
                  <a:lnTo>
                    <a:pt x="2745818" y="3536189"/>
                  </a:lnTo>
                  <a:lnTo>
                    <a:pt x="2745944" y="3536189"/>
                  </a:lnTo>
                  <a:lnTo>
                    <a:pt x="2746070" y="3536189"/>
                  </a:lnTo>
                  <a:lnTo>
                    <a:pt x="2746196" y="3536189"/>
                  </a:lnTo>
                  <a:lnTo>
                    <a:pt x="2746323" y="3536189"/>
                  </a:lnTo>
                  <a:lnTo>
                    <a:pt x="2746449" y="3536189"/>
                  </a:lnTo>
                  <a:lnTo>
                    <a:pt x="2746449" y="3531278"/>
                  </a:lnTo>
                  <a:lnTo>
                    <a:pt x="2746575" y="3531278"/>
                  </a:lnTo>
                  <a:lnTo>
                    <a:pt x="2746701" y="3531278"/>
                  </a:lnTo>
                  <a:lnTo>
                    <a:pt x="2746828" y="3531278"/>
                  </a:lnTo>
                  <a:lnTo>
                    <a:pt x="2746954" y="3531278"/>
                  </a:lnTo>
                  <a:lnTo>
                    <a:pt x="2747080" y="3531278"/>
                  </a:lnTo>
                  <a:lnTo>
                    <a:pt x="2747206" y="3531278"/>
                  </a:lnTo>
                  <a:lnTo>
                    <a:pt x="2747333" y="3531278"/>
                  </a:lnTo>
                  <a:lnTo>
                    <a:pt x="2747459" y="3531278"/>
                  </a:lnTo>
                  <a:lnTo>
                    <a:pt x="2747585" y="3531278"/>
                  </a:lnTo>
                  <a:lnTo>
                    <a:pt x="2747712" y="3531278"/>
                  </a:lnTo>
                  <a:lnTo>
                    <a:pt x="2747838" y="3531278"/>
                  </a:lnTo>
                  <a:lnTo>
                    <a:pt x="2747964" y="3531278"/>
                  </a:lnTo>
                  <a:lnTo>
                    <a:pt x="2748090" y="3531278"/>
                  </a:lnTo>
                  <a:lnTo>
                    <a:pt x="2748217" y="3531278"/>
                  </a:lnTo>
                  <a:lnTo>
                    <a:pt x="2748343" y="3531278"/>
                  </a:lnTo>
                  <a:lnTo>
                    <a:pt x="2748469" y="3531278"/>
                  </a:lnTo>
                  <a:lnTo>
                    <a:pt x="2748595" y="3531278"/>
                  </a:lnTo>
                  <a:lnTo>
                    <a:pt x="2748722" y="3531278"/>
                  </a:lnTo>
                  <a:lnTo>
                    <a:pt x="2748848" y="3531278"/>
                  </a:lnTo>
                  <a:lnTo>
                    <a:pt x="2748974" y="3531278"/>
                  </a:lnTo>
                  <a:lnTo>
                    <a:pt x="2749100" y="3531278"/>
                  </a:lnTo>
                  <a:lnTo>
                    <a:pt x="2749227" y="3531278"/>
                  </a:lnTo>
                  <a:lnTo>
                    <a:pt x="2749353" y="3531278"/>
                  </a:lnTo>
                  <a:lnTo>
                    <a:pt x="2749479" y="3531278"/>
                  </a:lnTo>
                  <a:lnTo>
                    <a:pt x="2749605" y="3531278"/>
                  </a:lnTo>
                  <a:lnTo>
                    <a:pt x="2749732" y="3531278"/>
                  </a:lnTo>
                  <a:lnTo>
                    <a:pt x="2749858" y="3531278"/>
                  </a:lnTo>
                  <a:lnTo>
                    <a:pt x="2749984" y="3531278"/>
                  </a:lnTo>
                  <a:lnTo>
                    <a:pt x="2750110" y="3531278"/>
                  </a:lnTo>
                  <a:lnTo>
                    <a:pt x="2750237" y="3531278"/>
                  </a:lnTo>
                  <a:lnTo>
                    <a:pt x="2750237" y="3526367"/>
                  </a:lnTo>
                  <a:lnTo>
                    <a:pt x="2750363" y="3526367"/>
                  </a:lnTo>
                  <a:lnTo>
                    <a:pt x="2750489" y="3526367"/>
                  </a:lnTo>
                  <a:lnTo>
                    <a:pt x="2750615" y="3526367"/>
                  </a:lnTo>
                  <a:lnTo>
                    <a:pt x="2750742" y="3526367"/>
                  </a:lnTo>
                  <a:lnTo>
                    <a:pt x="2750868" y="3526367"/>
                  </a:lnTo>
                  <a:lnTo>
                    <a:pt x="2750994" y="3526367"/>
                  </a:lnTo>
                  <a:lnTo>
                    <a:pt x="2751120" y="3526367"/>
                  </a:lnTo>
                  <a:lnTo>
                    <a:pt x="2751247" y="3526367"/>
                  </a:lnTo>
                  <a:lnTo>
                    <a:pt x="2751373" y="3526367"/>
                  </a:lnTo>
                  <a:lnTo>
                    <a:pt x="2751499" y="3526367"/>
                  </a:lnTo>
                  <a:lnTo>
                    <a:pt x="2751625" y="3526367"/>
                  </a:lnTo>
                  <a:lnTo>
                    <a:pt x="2751752" y="3526367"/>
                  </a:lnTo>
                  <a:lnTo>
                    <a:pt x="2751752" y="3521455"/>
                  </a:lnTo>
                  <a:lnTo>
                    <a:pt x="2751878" y="3521455"/>
                  </a:lnTo>
                  <a:lnTo>
                    <a:pt x="2752004" y="3521455"/>
                  </a:lnTo>
                  <a:lnTo>
                    <a:pt x="2752130" y="3521455"/>
                  </a:lnTo>
                  <a:lnTo>
                    <a:pt x="2752130" y="3516544"/>
                  </a:lnTo>
                  <a:lnTo>
                    <a:pt x="2752257" y="3516544"/>
                  </a:lnTo>
                  <a:lnTo>
                    <a:pt x="2752383" y="3516544"/>
                  </a:lnTo>
                  <a:lnTo>
                    <a:pt x="2752509" y="3516544"/>
                  </a:lnTo>
                  <a:lnTo>
                    <a:pt x="2752636" y="3516544"/>
                  </a:lnTo>
                  <a:lnTo>
                    <a:pt x="2752762" y="3516544"/>
                  </a:lnTo>
                  <a:lnTo>
                    <a:pt x="2752888" y="3516544"/>
                  </a:lnTo>
                  <a:lnTo>
                    <a:pt x="2753014" y="3516544"/>
                  </a:lnTo>
                  <a:lnTo>
                    <a:pt x="2753141" y="3516544"/>
                  </a:lnTo>
                  <a:lnTo>
                    <a:pt x="2753267" y="3516544"/>
                  </a:lnTo>
                  <a:lnTo>
                    <a:pt x="2753393" y="3516544"/>
                  </a:lnTo>
                  <a:lnTo>
                    <a:pt x="2753519" y="3516544"/>
                  </a:lnTo>
                  <a:lnTo>
                    <a:pt x="2753646" y="3516544"/>
                  </a:lnTo>
                  <a:lnTo>
                    <a:pt x="2753772" y="3516544"/>
                  </a:lnTo>
                  <a:lnTo>
                    <a:pt x="2753898" y="3516544"/>
                  </a:lnTo>
                  <a:lnTo>
                    <a:pt x="2754024" y="3516544"/>
                  </a:lnTo>
                  <a:lnTo>
                    <a:pt x="2754151" y="3516544"/>
                  </a:lnTo>
                  <a:lnTo>
                    <a:pt x="2754277" y="3516544"/>
                  </a:lnTo>
                  <a:lnTo>
                    <a:pt x="2754403" y="3516544"/>
                  </a:lnTo>
                  <a:lnTo>
                    <a:pt x="2754529" y="3516544"/>
                  </a:lnTo>
                  <a:lnTo>
                    <a:pt x="2754656" y="3516544"/>
                  </a:lnTo>
                  <a:lnTo>
                    <a:pt x="2754782" y="3516544"/>
                  </a:lnTo>
                  <a:lnTo>
                    <a:pt x="2754908" y="3516544"/>
                  </a:lnTo>
                  <a:lnTo>
                    <a:pt x="2755034" y="3516544"/>
                  </a:lnTo>
                  <a:lnTo>
                    <a:pt x="2755161" y="3516544"/>
                  </a:lnTo>
                  <a:lnTo>
                    <a:pt x="2755287" y="3516544"/>
                  </a:lnTo>
                  <a:lnTo>
                    <a:pt x="2755413" y="3516544"/>
                  </a:lnTo>
                  <a:lnTo>
                    <a:pt x="2755539" y="3516544"/>
                  </a:lnTo>
                  <a:lnTo>
                    <a:pt x="2755666" y="3516544"/>
                  </a:lnTo>
                  <a:lnTo>
                    <a:pt x="2755792" y="3516544"/>
                  </a:lnTo>
                  <a:lnTo>
                    <a:pt x="2755918" y="3516544"/>
                  </a:lnTo>
                  <a:lnTo>
                    <a:pt x="2756044" y="3516544"/>
                  </a:lnTo>
                  <a:lnTo>
                    <a:pt x="2756171" y="3516544"/>
                  </a:lnTo>
                  <a:lnTo>
                    <a:pt x="2756297" y="3516544"/>
                  </a:lnTo>
                  <a:lnTo>
                    <a:pt x="2756423" y="3516544"/>
                  </a:lnTo>
                  <a:lnTo>
                    <a:pt x="2756549" y="3516544"/>
                  </a:lnTo>
                  <a:lnTo>
                    <a:pt x="2756676" y="3516544"/>
                  </a:lnTo>
                  <a:lnTo>
                    <a:pt x="2756802" y="3516544"/>
                  </a:lnTo>
                  <a:lnTo>
                    <a:pt x="2756928" y="3516544"/>
                  </a:lnTo>
                  <a:lnTo>
                    <a:pt x="2757054" y="3516544"/>
                  </a:lnTo>
                  <a:lnTo>
                    <a:pt x="2757181" y="3516544"/>
                  </a:lnTo>
                  <a:lnTo>
                    <a:pt x="2757307" y="3516544"/>
                  </a:lnTo>
                  <a:lnTo>
                    <a:pt x="2757433" y="3516544"/>
                  </a:lnTo>
                  <a:lnTo>
                    <a:pt x="2757433" y="3511633"/>
                  </a:lnTo>
                  <a:lnTo>
                    <a:pt x="2757559" y="3511633"/>
                  </a:lnTo>
                  <a:lnTo>
                    <a:pt x="2757686" y="3511633"/>
                  </a:lnTo>
                  <a:lnTo>
                    <a:pt x="2757812" y="3511633"/>
                  </a:lnTo>
                  <a:lnTo>
                    <a:pt x="2757938" y="3511633"/>
                  </a:lnTo>
                  <a:lnTo>
                    <a:pt x="2758065" y="3511633"/>
                  </a:lnTo>
                  <a:lnTo>
                    <a:pt x="2758191" y="3511633"/>
                  </a:lnTo>
                  <a:lnTo>
                    <a:pt x="2758317" y="3511633"/>
                  </a:lnTo>
                  <a:lnTo>
                    <a:pt x="2758443" y="3511633"/>
                  </a:lnTo>
                  <a:lnTo>
                    <a:pt x="2758570" y="3511633"/>
                  </a:lnTo>
                  <a:lnTo>
                    <a:pt x="2758696" y="3511633"/>
                  </a:lnTo>
                  <a:lnTo>
                    <a:pt x="2758822" y="3511633"/>
                  </a:lnTo>
                  <a:lnTo>
                    <a:pt x="2758948" y="3511633"/>
                  </a:lnTo>
                  <a:lnTo>
                    <a:pt x="2759075" y="3511633"/>
                  </a:lnTo>
                  <a:lnTo>
                    <a:pt x="2759201" y="3511633"/>
                  </a:lnTo>
                  <a:lnTo>
                    <a:pt x="2759327" y="3511633"/>
                  </a:lnTo>
                  <a:lnTo>
                    <a:pt x="2759453" y="3511633"/>
                  </a:lnTo>
                  <a:lnTo>
                    <a:pt x="2759580" y="3511633"/>
                  </a:lnTo>
                  <a:lnTo>
                    <a:pt x="2759706" y="3511633"/>
                  </a:lnTo>
                  <a:lnTo>
                    <a:pt x="2759832" y="3511633"/>
                  </a:lnTo>
                  <a:lnTo>
                    <a:pt x="2759958" y="3511633"/>
                  </a:lnTo>
                  <a:lnTo>
                    <a:pt x="2760085" y="3511633"/>
                  </a:lnTo>
                  <a:lnTo>
                    <a:pt x="2760211" y="3511633"/>
                  </a:lnTo>
                  <a:lnTo>
                    <a:pt x="2760337" y="3511633"/>
                  </a:lnTo>
                  <a:lnTo>
                    <a:pt x="2760463" y="3511633"/>
                  </a:lnTo>
                  <a:lnTo>
                    <a:pt x="2760590" y="3511633"/>
                  </a:lnTo>
                  <a:lnTo>
                    <a:pt x="2760716" y="3511633"/>
                  </a:lnTo>
                  <a:lnTo>
                    <a:pt x="2760842" y="3511633"/>
                  </a:lnTo>
                  <a:lnTo>
                    <a:pt x="2760968" y="3511633"/>
                  </a:lnTo>
                  <a:lnTo>
                    <a:pt x="2761095" y="3511633"/>
                  </a:lnTo>
                  <a:lnTo>
                    <a:pt x="2761221" y="3511633"/>
                  </a:lnTo>
                  <a:lnTo>
                    <a:pt x="2761347" y="3511633"/>
                  </a:lnTo>
                  <a:lnTo>
                    <a:pt x="2761473" y="3511633"/>
                  </a:lnTo>
                  <a:lnTo>
                    <a:pt x="2761600" y="3511633"/>
                  </a:lnTo>
                  <a:lnTo>
                    <a:pt x="2761726" y="3511633"/>
                  </a:lnTo>
                  <a:lnTo>
                    <a:pt x="2761852" y="3511633"/>
                  </a:lnTo>
                  <a:lnTo>
                    <a:pt x="2761978" y="3511633"/>
                  </a:lnTo>
                  <a:lnTo>
                    <a:pt x="2762105" y="3511633"/>
                  </a:lnTo>
                  <a:lnTo>
                    <a:pt x="2762231" y="3511633"/>
                  </a:lnTo>
                  <a:lnTo>
                    <a:pt x="2762357" y="3511633"/>
                  </a:lnTo>
                  <a:lnTo>
                    <a:pt x="2762483" y="3511633"/>
                  </a:lnTo>
                  <a:lnTo>
                    <a:pt x="2762610" y="3511633"/>
                  </a:lnTo>
                  <a:lnTo>
                    <a:pt x="2762610" y="3506721"/>
                  </a:lnTo>
                  <a:lnTo>
                    <a:pt x="2762736" y="3506721"/>
                  </a:lnTo>
                  <a:lnTo>
                    <a:pt x="2762862" y="3506721"/>
                  </a:lnTo>
                  <a:lnTo>
                    <a:pt x="2762989" y="3506721"/>
                  </a:lnTo>
                  <a:lnTo>
                    <a:pt x="2763115" y="3506721"/>
                  </a:lnTo>
                  <a:lnTo>
                    <a:pt x="2763241" y="3506721"/>
                  </a:lnTo>
                  <a:lnTo>
                    <a:pt x="2763367" y="3506721"/>
                  </a:lnTo>
                  <a:lnTo>
                    <a:pt x="2763494" y="3506721"/>
                  </a:lnTo>
                  <a:lnTo>
                    <a:pt x="2763620" y="3506721"/>
                  </a:lnTo>
                  <a:lnTo>
                    <a:pt x="2763620" y="3501810"/>
                  </a:lnTo>
                  <a:lnTo>
                    <a:pt x="2763746" y="3501810"/>
                  </a:lnTo>
                  <a:lnTo>
                    <a:pt x="2763872" y="3501810"/>
                  </a:lnTo>
                  <a:lnTo>
                    <a:pt x="2763999" y="3501810"/>
                  </a:lnTo>
                  <a:lnTo>
                    <a:pt x="2764125" y="3501810"/>
                  </a:lnTo>
                  <a:lnTo>
                    <a:pt x="2764251" y="3501810"/>
                  </a:lnTo>
                  <a:lnTo>
                    <a:pt x="2764377" y="3501810"/>
                  </a:lnTo>
                  <a:lnTo>
                    <a:pt x="2764504" y="3501810"/>
                  </a:lnTo>
                  <a:lnTo>
                    <a:pt x="2764630" y="3501810"/>
                  </a:lnTo>
                  <a:lnTo>
                    <a:pt x="2764756" y="3501810"/>
                  </a:lnTo>
                  <a:lnTo>
                    <a:pt x="2764882" y="3501810"/>
                  </a:lnTo>
                  <a:lnTo>
                    <a:pt x="2765009" y="3501810"/>
                  </a:lnTo>
                  <a:lnTo>
                    <a:pt x="2765135" y="3501810"/>
                  </a:lnTo>
                  <a:lnTo>
                    <a:pt x="2765135" y="3496898"/>
                  </a:lnTo>
                  <a:lnTo>
                    <a:pt x="2765261" y="3496898"/>
                  </a:lnTo>
                  <a:lnTo>
                    <a:pt x="2765387" y="3496898"/>
                  </a:lnTo>
                  <a:lnTo>
                    <a:pt x="2765514" y="3496898"/>
                  </a:lnTo>
                  <a:lnTo>
                    <a:pt x="2765514" y="3491987"/>
                  </a:lnTo>
                  <a:lnTo>
                    <a:pt x="2765640" y="3491987"/>
                  </a:lnTo>
                  <a:lnTo>
                    <a:pt x="2765766" y="3491987"/>
                  </a:lnTo>
                  <a:lnTo>
                    <a:pt x="2765892" y="3491987"/>
                  </a:lnTo>
                  <a:lnTo>
                    <a:pt x="2766019" y="3491987"/>
                  </a:lnTo>
                  <a:lnTo>
                    <a:pt x="2766145" y="3491987"/>
                  </a:lnTo>
                  <a:lnTo>
                    <a:pt x="2766271" y="3491987"/>
                  </a:lnTo>
                  <a:lnTo>
                    <a:pt x="2766397" y="3491987"/>
                  </a:lnTo>
                  <a:lnTo>
                    <a:pt x="2766524" y="3491987"/>
                  </a:lnTo>
                  <a:lnTo>
                    <a:pt x="2766650" y="3491987"/>
                  </a:lnTo>
                  <a:lnTo>
                    <a:pt x="2766776" y="3491987"/>
                  </a:lnTo>
                  <a:lnTo>
                    <a:pt x="2766902" y="3491987"/>
                  </a:lnTo>
                  <a:lnTo>
                    <a:pt x="2766902" y="3487076"/>
                  </a:lnTo>
                  <a:lnTo>
                    <a:pt x="2767029" y="3487076"/>
                  </a:lnTo>
                  <a:lnTo>
                    <a:pt x="2767155" y="3487076"/>
                  </a:lnTo>
                  <a:lnTo>
                    <a:pt x="2767281" y="3487076"/>
                  </a:lnTo>
                  <a:lnTo>
                    <a:pt x="2767407" y="3487076"/>
                  </a:lnTo>
                  <a:lnTo>
                    <a:pt x="2767534" y="3487076"/>
                  </a:lnTo>
                  <a:lnTo>
                    <a:pt x="2767660" y="3487076"/>
                  </a:lnTo>
                  <a:lnTo>
                    <a:pt x="2767786" y="3487076"/>
                  </a:lnTo>
                  <a:lnTo>
                    <a:pt x="2767912" y="3487076"/>
                  </a:lnTo>
                  <a:lnTo>
                    <a:pt x="2768039" y="3487076"/>
                  </a:lnTo>
                  <a:lnTo>
                    <a:pt x="2768165" y="3487076"/>
                  </a:lnTo>
                  <a:lnTo>
                    <a:pt x="2768291" y="3487076"/>
                  </a:lnTo>
                  <a:lnTo>
                    <a:pt x="2768418" y="3487076"/>
                  </a:lnTo>
                  <a:lnTo>
                    <a:pt x="2768544" y="3487076"/>
                  </a:lnTo>
                  <a:lnTo>
                    <a:pt x="2768670" y="3487076"/>
                  </a:lnTo>
                  <a:lnTo>
                    <a:pt x="2768796" y="3487076"/>
                  </a:lnTo>
                  <a:lnTo>
                    <a:pt x="2768923" y="3487076"/>
                  </a:lnTo>
                  <a:lnTo>
                    <a:pt x="2769049" y="3487076"/>
                  </a:lnTo>
                  <a:lnTo>
                    <a:pt x="2769175" y="3487076"/>
                  </a:lnTo>
                  <a:lnTo>
                    <a:pt x="2769301" y="3487076"/>
                  </a:lnTo>
                  <a:lnTo>
                    <a:pt x="2769428" y="3487076"/>
                  </a:lnTo>
                  <a:lnTo>
                    <a:pt x="2769554" y="3487076"/>
                  </a:lnTo>
                  <a:lnTo>
                    <a:pt x="2769680" y="3487076"/>
                  </a:lnTo>
                  <a:lnTo>
                    <a:pt x="2769806" y="3487076"/>
                  </a:lnTo>
                  <a:lnTo>
                    <a:pt x="2769933" y="3487076"/>
                  </a:lnTo>
                  <a:lnTo>
                    <a:pt x="2770059" y="3487076"/>
                  </a:lnTo>
                  <a:lnTo>
                    <a:pt x="2770185" y="3487076"/>
                  </a:lnTo>
                  <a:lnTo>
                    <a:pt x="2770311" y="3487076"/>
                  </a:lnTo>
                  <a:lnTo>
                    <a:pt x="2770438" y="3487076"/>
                  </a:lnTo>
                  <a:lnTo>
                    <a:pt x="2770564" y="3487076"/>
                  </a:lnTo>
                  <a:lnTo>
                    <a:pt x="2770690" y="3487076"/>
                  </a:lnTo>
                  <a:lnTo>
                    <a:pt x="2770816" y="3487076"/>
                  </a:lnTo>
                  <a:lnTo>
                    <a:pt x="2770943" y="3487076"/>
                  </a:lnTo>
                  <a:lnTo>
                    <a:pt x="2771069" y="3487076"/>
                  </a:lnTo>
                  <a:lnTo>
                    <a:pt x="2771195" y="3487076"/>
                  </a:lnTo>
                  <a:lnTo>
                    <a:pt x="2771321" y="3487076"/>
                  </a:lnTo>
                  <a:lnTo>
                    <a:pt x="2771448" y="3487076"/>
                  </a:lnTo>
                  <a:lnTo>
                    <a:pt x="2771448" y="3482164"/>
                  </a:lnTo>
                  <a:lnTo>
                    <a:pt x="2771574" y="3482164"/>
                  </a:lnTo>
                  <a:lnTo>
                    <a:pt x="2771700" y="3482164"/>
                  </a:lnTo>
                  <a:lnTo>
                    <a:pt x="2771826" y="3482164"/>
                  </a:lnTo>
                  <a:lnTo>
                    <a:pt x="2771953" y="3482164"/>
                  </a:lnTo>
                  <a:lnTo>
                    <a:pt x="2772079" y="3482164"/>
                  </a:lnTo>
                  <a:lnTo>
                    <a:pt x="2772205" y="3482164"/>
                  </a:lnTo>
                  <a:lnTo>
                    <a:pt x="2772331" y="3482164"/>
                  </a:lnTo>
                  <a:lnTo>
                    <a:pt x="2772458" y="3482164"/>
                  </a:lnTo>
                  <a:lnTo>
                    <a:pt x="2772584" y="3482164"/>
                  </a:lnTo>
                  <a:lnTo>
                    <a:pt x="2772710" y="3482164"/>
                  </a:lnTo>
                  <a:lnTo>
                    <a:pt x="2772836" y="3482164"/>
                  </a:lnTo>
                  <a:lnTo>
                    <a:pt x="2772963" y="3482164"/>
                  </a:lnTo>
                  <a:lnTo>
                    <a:pt x="2773089" y="3482164"/>
                  </a:lnTo>
                  <a:lnTo>
                    <a:pt x="2773215" y="3482164"/>
                  </a:lnTo>
                  <a:lnTo>
                    <a:pt x="2773342" y="3482164"/>
                  </a:lnTo>
                  <a:lnTo>
                    <a:pt x="2773468" y="3482164"/>
                  </a:lnTo>
                  <a:lnTo>
                    <a:pt x="2773594" y="3482164"/>
                  </a:lnTo>
                  <a:lnTo>
                    <a:pt x="2773720" y="3482164"/>
                  </a:lnTo>
                  <a:lnTo>
                    <a:pt x="2773847" y="3482164"/>
                  </a:lnTo>
                  <a:lnTo>
                    <a:pt x="2773973" y="3482164"/>
                  </a:lnTo>
                  <a:lnTo>
                    <a:pt x="2774099" y="3482164"/>
                  </a:lnTo>
                  <a:lnTo>
                    <a:pt x="2774225" y="3482164"/>
                  </a:lnTo>
                  <a:lnTo>
                    <a:pt x="2774352" y="3482164"/>
                  </a:lnTo>
                  <a:lnTo>
                    <a:pt x="2774478" y="3482164"/>
                  </a:lnTo>
                  <a:lnTo>
                    <a:pt x="2774604" y="3482164"/>
                  </a:lnTo>
                  <a:lnTo>
                    <a:pt x="2774730" y="3482164"/>
                  </a:lnTo>
                  <a:lnTo>
                    <a:pt x="2774857" y="3482164"/>
                  </a:lnTo>
                  <a:lnTo>
                    <a:pt x="2774983" y="3482164"/>
                  </a:lnTo>
                  <a:lnTo>
                    <a:pt x="2775109" y="3482164"/>
                  </a:lnTo>
                  <a:lnTo>
                    <a:pt x="2775235" y="3482164"/>
                  </a:lnTo>
                  <a:lnTo>
                    <a:pt x="2775362" y="3482164"/>
                  </a:lnTo>
                  <a:lnTo>
                    <a:pt x="2775488" y="3482164"/>
                  </a:lnTo>
                  <a:lnTo>
                    <a:pt x="2775614" y="3482164"/>
                  </a:lnTo>
                  <a:lnTo>
                    <a:pt x="2775740" y="3482164"/>
                  </a:lnTo>
                  <a:lnTo>
                    <a:pt x="2775867" y="3482164"/>
                  </a:lnTo>
                  <a:lnTo>
                    <a:pt x="2775993" y="3482164"/>
                  </a:lnTo>
                  <a:lnTo>
                    <a:pt x="2776119" y="3482164"/>
                  </a:lnTo>
                  <a:lnTo>
                    <a:pt x="2776245" y="3482164"/>
                  </a:lnTo>
                  <a:lnTo>
                    <a:pt x="2776372" y="3482164"/>
                  </a:lnTo>
                  <a:lnTo>
                    <a:pt x="2776498" y="3482164"/>
                  </a:lnTo>
                  <a:lnTo>
                    <a:pt x="2776624" y="3482164"/>
                  </a:lnTo>
                  <a:lnTo>
                    <a:pt x="2776750" y="3482164"/>
                  </a:lnTo>
                  <a:lnTo>
                    <a:pt x="2776877" y="3482164"/>
                  </a:lnTo>
                  <a:lnTo>
                    <a:pt x="2777003" y="3482164"/>
                  </a:lnTo>
                  <a:lnTo>
                    <a:pt x="2777129" y="3482164"/>
                  </a:lnTo>
                  <a:lnTo>
                    <a:pt x="2777255" y="3482164"/>
                  </a:lnTo>
                  <a:lnTo>
                    <a:pt x="2777382" y="3482164"/>
                  </a:lnTo>
                  <a:lnTo>
                    <a:pt x="2777508" y="3482164"/>
                  </a:lnTo>
                  <a:lnTo>
                    <a:pt x="2777634" y="3482164"/>
                  </a:lnTo>
                  <a:lnTo>
                    <a:pt x="2777760" y="3482164"/>
                  </a:lnTo>
                  <a:lnTo>
                    <a:pt x="2777887" y="3482164"/>
                  </a:lnTo>
                  <a:lnTo>
                    <a:pt x="2778013" y="3482164"/>
                  </a:lnTo>
                  <a:lnTo>
                    <a:pt x="2778139" y="3482164"/>
                  </a:lnTo>
                  <a:lnTo>
                    <a:pt x="2778265" y="3482164"/>
                  </a:lnTo>
                  <a:lnTo>
                    <a:pt x="2778392" y="3482164"/>
                  </a:lnTo>
                  <a:lnTo>
                    <a:pt x="2778518" y="3482164"/>
                  </a:lnTo>
                  <a:lnTo>
                    <a:pt x="2778644" y="3482164"/>
                  </a:lnTo>
                  <a:lnTo>
                    <a:pt x="2778771" y="3482164"/>
                  </a:lnTo>
                  <a:lnTo>
                    <a:pt x="2778897" y="3482164"/>
                  </a:lnTo>
                  <a:lnTo>
                    <a:pt x="2779023" y="3482164"/>
                  </a:lnTo>
                  <a:lnTo>
                    <a:pt x="2779149" y="3482164"/>
                  </a:lnTo>
                  <a:lnTo>
                    <a:pt x="2779276" y="3482164"/>
                  </a:lnTo>
                  <a:lnTo>
                    <a:pt x="2779402" y="3482164"/>
                  </a:lnTo>
                  <a:lnTo>
                    <a:pt x="2779528" y="3482164"/>
                  </a:lnTo>
                  <a:lnTo>
                    <a:pt x="2779654" y="3482164"/>
                  </a:lnTo>
                  <a:lnTo>
                    <a:pt x="2779781" y="3482164"/>
                  </a:lnTo>
                  <a:lnTo>
                    <a:pt x="2779907" y="3482164"/>
                  </a:lnTo>
                  <a:lnTo>
                    <a:pt x="2780033" y="3482164"/>
                  </a:lnTo>
                  <a:lnTo>
                    <a:pt x="2780033" y="3477253"/>
                  </a:lnTo>
                  <a:lnTo>
                    <a:pt x="2780159" y="3477253"/>
                  </a:lnTo>
                  <a:lnTo>
                    <a:pt x="2780286" y="3477253"/>
                  </a:lnTo>
                  <a:lnTo>
                    <a:pt x="2780412" y="3477253"/>
                  </a:lnTo>
                  <a:lnTo>
                    <a:pt x="2780538" y="3477253"/>
                  </a:lnTo>
                  <a:lnTo>
                    <a:pt x="2780664" y="3477253"/>
                  </a:lnTo>
                  <a:lnTo>
                    <a:pt x="2780791" y="3477253"/>
                  </a:lnTo>
                  <a:lnTo>
                    <a:pt x="2780917" y="3477253"/>
                  </a:lnTo>
                  <a:lnTo>
                    <a:pt x="2781043" y="3477253"/>
                  </a:lnTo>
                  <a:lnTo>
                    <a:pt x="2781169" y="3477253"/>
                  </a:lnTo>
                  <a:lnTo>
                    <a:pt x="2781296" y="3477253"/>
                  </a:lnTo>
                  <a:lnTo>
                    <a:pt x="2781422" y="3477253"/>
                  </a:lnTo>
                  <a:lnTo>
                    <a:pt x="2781548" y="3477253"/>
                  </a:lnTo>
                  <a:lnTo>
                    <a:pt x="2781674" y="3477253"/>
                  </a:lnTo>
                  <a:lnTo>
                    <a:pt x="2781801" y="3477253"/>
                  </a:lnTo>
                  <a:lnTo>
                    <a:pt x="2781927" y="3477253"/>
                  </a:lnTo>
                  <a:lnTo>
                    <a:pt x="2782053" y="3477253"/>
                  </a:lnTo>
                  <a:lnTo>
                    <a:pt x="2782179" y="3477253"/>
                  </a:lnTo>
                  <a:lnTo>
                    <a:pt x="2782306" y="3477253"/>
                  </a:lnTo>
                  <a:lnTo>
                    <a:pt x="2782432" y="3477253"/>
                  </a:lnTo>
                  <a:lnTo>
                    <a:pt x="2782558" y="3477253"/>
                  </a:lnTo>
                  <a:lnTo>
                    <a:pt x="2782684" y="3477253"/>
                  </a:lnTo>
                  <a:lnTo>
                    <a:pt x="2782811" y="3477253"/>
                  </a:lnTo>
                  <a:lnTo>
                    <a:pt x="2782937" y="3477253"/>
                  </a:lnTo>
                  <a:lnTo>
                    <a:pt x="2783063" y="3477253"/>
                  </a:lnTo>
                  <a:lnTo>
                    <a:pt x="2783189" y="3477253"/>
                  </a:lnTo>
                  <a:lnTo>
                    <a:pt x="2783316" y="3477253"/>
                  </a:lnTo>
                  <a:lnTo>
                    <a:pt x="2783442" y="3477253"/>
                  </a:lnTo>
                  <a:lnTo>
                    <a:pt x="2783568" y="3477253"/>
                  </a:lnTo>
                  <a:lnTo>
                    <a:pt x="2783695" y="3477253"/>
                  </a:lnTo>
                  <a:lnTo>
                    <a:pt x="2783821" y="3477253"/>
                  </a:lnTo>
                  <a:lnTo>
                    <a:pt x="2783947" y="3477253"/>
                  </a:lnTo>
                  <a:lnTo>
                    <a:pt x="2784073" y="3477253"/>
                  </a:lnTo>
                  <a:lnTo>
                    <a:pt x="2784200" y="3477253"/>
                  </a:lnTo>
                  <a:lnTo>
                    <a:pt x="2784326" y="3477253"/>
                  </a:lnTo>
                  <a:lnTo>
                    <a:pt x="2784452" y="3477253"/>
                  </a:lnTo>
                  <a:lnTo>
                    <a:pt x="2784578" y="3477253"/>
                  </a:lnTo>
                  <a:lnTo>
                    <a:pt x="2784705" y="3477253"/>
                  </a:lnTo>
                  <a:lnTo>
                    <a:pt x="2784831" y="3477253"/>
                  </a:lnTo>
                  <a:lnTo>
                    <a:pt x="2784957" y="3477253"/>
                  </a:lnTo>
                  <a:lnTo>
                    <a:pt x="2785083" y="3477253"/>
                  </a:lnTo>
                  <a:lnTo>
                    <a:pt x="2785210" y="3477253"/>
                  </a:lnTo>
                  <a:lnTo>
                    <a:pt x="2785336" y="3477253"/>
                  </a:lnTo>
                  <a:lnTo>
                    <a:pt x="2785462" y="3477253"/>
                  </a:lnTo>
                  <a:lnTo>
                    <a:pt x="2785588" y="3477253"/>
                  </a:lnTo>
                  <a:lnTo>
                    <a:pt x="2785715" y="3477253"/>
                  </a:lnTo>
                  <a:lnTo>
                    <a:pt x="2785841" y="3477253"/>
                  </a:lnTo>
                  <a:lnTo>
                    <a:pt x="2785841" y="3472342"/>
                  </a:lnTo>
                  <a:lnTo>
                    <a:pt x="2785967" y="3472342"/>
                  </a:lnTo>
                  <a:lnTo>
                    <a:pt x="2786093" y="3472342"/>
                  </a:lnTo>
                  <a:lnTo>
                    <a:pt x="2786220" y="3472342"/>
                  </a:lnTo>
                  <a:lnTo>
                    <a:pt x="2786346" y="3472342"/>
                  </a:lnTo>
                  <a:lnTo>
                    <a:pt x="2786472" y="3472342"/>
                  </a:lnTo>
                  <a:lnTo>
                    <a:pt x="2786598" y="3472342"/>
                  </a:lnTo>
                  <a:lnTo>
                    <a:pt x="2786725" y="3472342"/>
                  </a:lnTo>
                  <a:lnTo>
                    <a:pt x="2786851" y="3472342"/>
                  </a:lnTo>
                  <a:lnTo>
                    <a:pt x="2786977" y="3472342"/>
                  </a:lnTo>
                  <a:lnTo>
                    <a:pt x="2787103" y="3472342"/>
                  </a:lnTo>
                  <a:lnTo>
                    <a:pt x="2787230" y="3472342"/>
                  </a:lnTo>
                  <a:lnTo>
                    <a:pt x="2787356" y="3472342"/>
                  </a:lnTo>
                  <a:lnTo>
                    <a:pt x="2787482" y="3472342"/>
                  </a:lnTo>
                  <a:lnTo>
                    <a:pt x="2787608" y="3472342"/>
                  </a:lnTo>
                  <a:lnTo>
                    <a:pt x="2787735" y="3472342"/>
                  </a:lnTo>
                  <a:lnTo>
                    <a:pt x="2787861" y="3472342"/>
                  </a:lnTo>
                  <a:lnTo>
                    <a:pt x="2787987" y="3472342"/>
                  </a:lnTo>
                  <a:lnTo>
                    <a:pt x="2788113" y="3472342"/>
                  </a:lnTo>
                  <a:lnTo>
                    <a:pt x="2788240" y="3472342"/>
                  </a:lnTo>
                  <a:lnTo>
                    <a:pt x="2788366" y="3472342"/>
                  </a:lnTo>
                  <a:lnTo>
                    <a:pt x="2788492" y="3472342"/>
                  </a:lnTo>
                  <a:lnTo>
                    <a:pt x="2788618" y="3472342"/>
                  </a:lnTo>
                  <a:lnTo>
                    <a:pt x="2788618" y="3467430"/>
                  </a:lnTo>
                  <a:lnTo>
                    <a:pt x="2788745" y="3467430"/>
                  </a:lnTo>
                  <a:lnTo>
                    <a:pt x="2788871" y="3467430"/>
                  </a:lnTo>
                  <a:lnTo>
                    <a:pt x="2788997" y="3467430"/>
                  </a:lnTo>
                  <a:lnTo>
                    <a:pt x="2789124" y="3467430"/>
                  </a:lnTo>
                  <a:lnTo>
                    <a:pt x="2789250" y="3467430"/>
                  </a:lnTo>
                  <a:lnTo>
                    <a:pt x="2789376" y="3467430"/>
                  </a:lnTo>
                  <a:lnTo>
                    <a:pt x="2789376" y="3462519"/>
                  </a:lnTo>
                  <a:lnTo>
                    <a:pt x="2789502" y="3462519"/>
                  </a:lnTo>
                  <a:lnTo>
                    <a:pt x="2789629" y="3462519"/>
                  </a:lnTo>
                  <a:lnTo>
                    <a:pt x="2789755" y="3462519"/>
                  </a:lnTo>
                  <a:lnTo>
                    <a:pt x="2789881" y="3462519"/>
                  </a:lnTo>
                  <a:lnTo>
                    <a:pt x="2790007" y="3462519"/>
                  </a:lnTo>
                  <a:lnTo>
                    <a:pt x="2790134" y="3462519"/>
                  </a:lnTo>
                  <a:lnTo>
                    <a:pt x="2790260" y="3462519"/>
                  </a:lnTo>
                  <a:lnTo>
                    <a:pt x="2790386" y="3462519"/>
                  </a:lnTo>
                  <a:lnTo>
                    <a:pt x="2790512" y="3462519"/>
                  </a:lnTo>
                  <a:lnTo>
                    <a:pt x="2790639" y="3462519"/>
                  </a:lnTo>
                  <a:lnTo>
                    <a:pt x="2790765" y="3462519"/>
                  </a:lnTo>
                  <a:lnTo>
                    <a:pt x="2790891" y="3462519"/>
                  </a:lnTo>
                  <a:lnTo>
                    <a:pt x="2791017" y="3462519"/>
                  </a:lnTo>
                  <a:lnTo>
                    <a:pt x="2791144" y="3462519"/>
                  </a:lnTo>
                  <a:lnTo>
                    <a:pt x="2791270" y="3462519"/>
                  </a:lnTo>
                  <a:lnTo>
                    <a:pt x="2791396" y="3462519"/>
                  </a:lnTo>
                  <a:lnTo>
                    <a:pt x="2791522" y="3462519"/>
                  </a:lnTo>
                  <a:lnTo>
                    <a:pt x="2791649" y="3462519"/>
                  </a:lnTo>
                  <a:lnTo>
                    <a:pt x="2791775" y="3462519"/>
                  </a:lnTo>
                  <a:lnTo>
                    <a:pt x="2791901" y="3462519"/>
                  </a:lnTo>
                  <a:lnTo>
                    <a:pt x="2792027" y="3462519"/>
                  </a:lnTo>
                  <a:lnTo>
                    <a:pt x="2792154" y="3462519"/>
                  </a:lnTo>
                  <a:lnTo>
                    <a:pt x="2792280" y="3462519"/>
                  </a:lnTo>
                  <a:lnTo>
                    <a:pt x="2792406" y="3462519"/>
                  </a:lnTo>
                  <a:lnTo>
                    <a:pt x="2792532" y="3462519"/>
                  </a:lnTo>
                  <a:lnTo>
                    <a:pt x="2792659" y="3462519"/>
                  </a:lnTo>
                  <a:lnTo>
                    <a:pt x="2792785" y="3462519"/>
                  </a:lnTo>
                  <a:lnTo>
                    <a:pt x="2792911" y="3462519"/>
                  </a:lnTo>
                  <a:lnTo>
                    <a:pt x="2793037" y="3462519"/>
                  </a:lnTo>
                  <a:lnTo>
                    <a:pt x="2793164" y="3462519"/>
                  </a:lnTo>
                  <a:lnTo>
                    <a:pt x="2793290" y="3462519"/>
                  </a:lnTo>
                  <a:lnTo>
                    <a:pt x="2793416" y="3462519"/>
                  </a:lnTo>
                  <a:lnTo>
                    <a:pt x="2793542" y="3462519"/>
                  </a:lnTo>
                  <a:lnTo>
                    <a:pt x="2793669" y="3462519"/>
                  </a:lnTo>
                  <a:lnTo>
                    <a:pt x="2793795" y="3462519"/>
                  </a:lnTo>
                  <a:lnTo>
                    <a:pt x="2793921" y="3462519"/>
                  </a:lnTo>
                  <a:lnTo>
                    <a:pt x="2794048" y="3462519"/>
                  </a:lnTo>
                  <a:lnTo>
                    <a:pt x="2794174" y="3462519"/>
                  </a:lnTo>
                  <a:lnTo>
                    <a:pt x="2794300" y="3462519"/>
                  </a:lnTo>
                  <a:lnTo>
                    <a:pt x="2794426" y="3462519"/>
                  </a:lnTo>
                  <a:lnTo>
                    <a:pt x="2794553" y="3462519"/>
                  </a:lnTo>
                  <a:lnTo>
                    <a:pt x="2794679" y="3462519"/>
                  </a:lnTo>
                  <a:lnTo>
                    <a:pt x="2794805" y="3462519"/>
                  </a:lnTo>
                  <a:lnTo>
                    <a:pt x="2794931" y="3462519"/>
                  </a:lnTo>
                  <a:lnTo>
                    <a:pt x="2795058" y="3462519"/>
                  </a:lnTo>
                  <a:lnTo>
                    <a:pt x="2795184" y="3462519"/>
                  </a:lnTo>
                  <a:lnTo>
                    <a:pt x="2795310" y="3462519"/>
                  </a:lnTo>
                  <a:lnTo>
                    <a:pt x="2795310" y="3457607"/>
                  </a:lnTo>
                  <a:lnTo>
                    <a:pt x="2795436" y="3457607"/>
                  </a:lnTo>
                  <a:lnTo>
                    <a:pt x="2795563" y="3457607"/>
                  </a:lnTo>
                  <a:lnTo>
                    <a:pt x="2795689" y="3457607"/>
                  </a:lnTo>
                  <a:lnTo>
                    <a:pt x="2795815" y="3457607"/>
                  </a:lnTo>
                  <a:lnTo>
                    <a:pt x="2795941" y="3457607"/>
                  </a:lnTo>
                  <a:lnTo>
                    <a:pt x="2796068" y="3457607"/>
                  </a:lnTo>
                  <a:lnTo>
                    <a:pt x="2796194" y="3457607"/>
                  </a:lnTo>
                  <a:lnTo>
                    <a:pt x="2796320" y="3457607"/>
                  </a:lnTo>
                  <a:lnTo>
                    <a:pt x="2796446" y="3457607"/>
                  </a:lnTo>
                  <a:lnTo>
                    <a:pt x="2796573" y="3457607"/>
                  </a:lnTo>
                  <a:lnTo>
                    <a:pt x="2796699" y="3457607"/>
                  </a:lnTo>
                  <a:lnTo>
                    <a:pt x="2796825" y="3457607"/>
                  </a:lnTo>
                  <a:lnTo>
                    <a:pt x="2796951" y="3457607"/>
                  </a:lnTo>
                  <a:lnTo>
                    <a:pt x="2797078" y="3457607"/>
                  </a:lnTo>
                  <a:lnTo>
                    <a:pt x="2797204" y="3457607"/>
                  </a:lnTo>
                  <a:lnTo>
                    <a:pt x="2797330" y="3457607"/>
                  </a:lnTo>
                  <a:lnTo>
                    <a:pt x="2797456" y="3457607"/>
                  </a:lnTo>
                  <a:lnTo>
                    <a:pt x="2797583" y="3457607"/>
                  </a:lnTo>
                  <a:lnTo>
                    <a:pt x="2797709" y="3457607"/>
                  </a:lnTo>
                  <a:lnTo>
                    <a:pt x="2797835" y="3457607"/>
                  </a:lnTo>
                  <a:lnTo>
                    <a:pt x="2797961" y="3457607"/>
                  </a:lnTo>
                  <a:lnTo>
                    <a:pt x="2798088" y="3457607"/>
                  </a:lnTo>
                  <a:lnTo>
                    <a:pt x="2798214" y="3457607"/>
                  </a:lnTo>
                  <a:lnTo>
                    <a:pt x="2798340" y="3457607"/>
                  </a:lnTo>
                  <a:lnTo>
                    <a:pt x="2798466" y="3457607"/>
                  </a:lnTo>
                  <a:lnTo>
                    <a:pt x="2798593" y="3457607"/>
                  </a:lnTo>
                  <a:lnTo>
                    <a:pt x="2798719" y="3457607"/>
                  </a:lnTo>
                  <a:lnTo>
                    <a:pt x="2798845" y="3457607"/>
                  </a:lnTo>
                  <a:lnTo>
                    <a:pt x="2798972" y="3457607"/>
                  </a:lnTo>
                  <a:lnTo>
                    <a:pt x="2799098" y="3457607"/>
                  </a:lnTo>
                  <a:lnTo>
                    <a:pt x="2799098" y="3452696"/>
                  </a:lnTo>
                  <a:lnTo>
                    <a:pt x="2799224" y="3452696"/>
                  </a:lnTo>
                  <a:lnTo>
                    <a:pt x="2799350" y="3452696"/>
                  </a:lnTo>
                  <a:lnTo>
                    <a:pt x="2799477" y="3452696"/>
                  </a:lnTo>
                  <a:lnTo>
                    <a:pt x="2799603" y="3452696"/>
                  </a:lnTo>
                  <a:lnTo>
                    <a:pt x="2799729" y="3452696"/>
                  </a:lnTo>
                  <a:lnTo>
                    <a:pt x="2799855" y="3452696"/>
                  </a:lnTo>
                  <a:lnTo>
                    <a:pt x="2799982" y="3452696"/>
                  </a:lnTo>
                  <a:lnTo>
                    <a:pt x="2800108" y="3452696"/>
                  </a:lnTo>
                  <a:lnTo>
                    <a:pt x="2800234" y="3452696"/>
                  </a:lnTo>
                  <a:lnTo>
                    <a:pt x="2800360" y="3452696"/>
                  </a:lnTo>
                  <a:lnTo>
                    <a:pt x="2800487" y="3452696"/>
                  </a:lnTo>
                  <a:lnTo>
                    <a:pt x="2800613" y="3452696"/>
                  </a:lnTo>
                  <a:lnTo>
                    <a:pt x="2800739" y="3452696"/>
                  </a:lnTo>
                  <a:lnTo>
                    <a:pt x="2800865" y="3452696"/>
                  </a:lnTo>
                  <a:lnTo>
                    <a:pt x="2800992" y="3452696"/>
                  </a:lnTo>
                  <a:lnTo>
                    <a:pt x="2801118" y="3452696"/>
                  </a:lnTo>
                  <a:lnTo>
                    <a:pt x="2801244" y="3452696"/>
                  </a:lnTo>
                  <a:lnTo>
                    <a:pt x="2801370" y="3452696"/>
                  </a:lnTo>
                  <a:lnTo>
                    <a:pt x="2801497" y="3452696"/>
                  </a:lnTo>
                  <a:lnTo>
                    <a:pt x="2801623" y="3452696"/>
                  </a:lnTo>
                  <a:lnTo>
                    <a:pt x="2801749" y="3452696"/>
                  </a:lnTo>
                  <a:lnTo>
                    <a:pt x="2801875" y="3452696"/>
                  </a:lnTo>
                  <a:lnTo>
                    <a:pt x="2802002" y="3452696"/>
                  </a:lnTo>
                  <a:lnTo>
                    <a:pt x="2802128" y="3452696"/>
                  </a:lnTo>
                  <a:lnTo>
                    <a:pt x="2802254" y="3452696"/>
                  </a:lnTo>
                  <a:lnTo>
                    <a:pt x="2802380" y="3452696"/>
                  </a:lnTo>
                  <a:lnTo>
                    <a:pt x="2802507" y="3452696"/>
                  </a:lnTo>
                  <a:lnTo>
                    <a:pt x="2802633" y="3452696"/>
                  </a:lnTo>
                  <a:lnTo>
                    <a:pt x="2802759" y="3452696"/>
                  </a:lnTo>
                  <a:lnTo>
                    <a:pt x="2802885" y="3452696"/>
                  </a:lnTo>
                  <a:lnTo>
                    <a:pt x="2803012" y="3452696"/>
                  </a:lnTo>
                  <a:lnTo>
                    <a:pt x="2803138" y="3452696"/>
                  </a:lnTo>
                  <a:lnTo>
                    <a:pt x="2803264" y="3452696"/>
                  </a:lnTo>
                  <a:lnTo>
                    <a:pt x="2803390" y="3452696"/>
                  </a:lnTo>
                  <a:lnTo>
                    <a:pt x="2803517" y="3452696"/>
                  </a:lnTo>
                  <a:lnTo>
                    <a:pt x="2803643" y="3452696"/>
                  </a:lnTo>
                  <a:lnTo>
                    <a:pt x="2803769" y="3452696"/>
                  </a:lnTo>
                  <a:lnTo>
                    <a:pt x="2803895" y="3452696"/>
                  </a:lnTo>
                  <a:lnTo>
                    <a:pt x="2804022" y="3452696"/>
                  </a:lnTo>
                  <a:lnTo>
                    <a:pt x="2804148" y="3452696"/>
                  </a:lnTo>
                  <a:lnTo>
                    <a:pt x="2804274" y="3452696"/>
                  </a:lnTo>
                  <a:lnTo>
                    <a:pt x="2804401" y="3452696"/>
                  </a:lnTo>
                  <a:lnTo>
                    <a:pt x="2804527" y="3452696"/>
                  </a:lnTo>
                  <a:lnTo>
                    <a:pt x="2804653" y="3452696"/>
                  </a:lnTo>
                  <a:lnTo>
                    <a:pt x="2804779" y="3452696"/>
                  </a:lnTo>
                  <a:lnTo>
                    <a:pt x="2804906" y="3452696"/>
                  </a:lnTo>
                  <a:lnTo>
                    <a:pt x="2805032" y="3452696"/>
                  </a:lnTo>
                  <a:lnTo>
                    <a:pt x="2805158" y="3452696"/>
                  </a:lnTo>
                  <a:lnTo>
                    <a:pt x="2805284" y="3452696"/>
                  </a:lnTo>
                  <a:lnTo>
                    <a:pt x="2805411" y="3452696"/>
                  </a:lnTo>
                  <a:lnTo>
                    <a:pt x="2805537" y="3452696"/>
                  </a:lnTo>
                  <a:lnTo>
                    <a:pt x="2805663" y="3452696"/>
                  </a:lnTo>
                  <a:lnTo>
                    <a:pt x="2805789" y="3452696"/>
                  </a:lnTo>
                  <a:lnTo>
                    <a:pt x="2805916" y="3452696"/>
                  </a:lnTo>
                  <a:lnTo>
                    <a:pt x="2806042" y="3452696"/>
                  </a:lnTo>
                  <a:lnTo>
                    <a:pt x="2806168" y="3452696"/>
                  </a:lnTo>
                  <a:lnTo>
                    <a:pt x="2806294" y="3452696"/>
                  </a:lnTo>
                  <a:lnTo>
                    <a:pt x="2806421" y="3452696"/>
                  </a:lnTo>
                  <a:lnTo>
                    <a:pt x="2806547" y="3452696"/>
                  </a:lnTo>
                  <a:lnTo>
                    <a:pt x="2806673" y="3452696"/>
                  </a:lnTo>
                  <a:lnTo>
                    <a:pt x="2806799" y="3452696"/>
                  </a:lnTo>
                  <a:lnTo>
                    <a:pt x="2806926" y="3452696"/>
                  </a:lnTo>
                  <a:lnTo>
                    <a:pt x="2807052" y="3452696"/>
                  </a:lnTo>
                  <a:lnTo>
                    <a:pt x="2807178" y="3452696"/>
                  </a:lnTo>
                  <a:lnTo>
                    <a:pt x="2807304" y="3452696"/>
                  </a:lnTo>
                  <a:lnTo>
                    <a:pt x="2807431" y="3452696"/>
                  </a:lnTo>
                  <a:lnTo>
                    <a:pt x="2807557" y="3452696"/>
                  </a:lnTo>
                  <a:lnTo>
                    <a:pt x="2807683" y="3452696"/>
                  </a:lnTo>
                  <a:lnTo>
                    <a:pt x="2807809" y="3452696"/>
                  </a:lnTo>
                  <a:lnTo>
                    <a:pt x="2807936" y="3452696"/>
                  </a:lnTo>
                  <a:lnTo>
                    <a:pt x="2808062" y="3452696"/>
                  </a:lnTo>
                  <a:lnTo>
                    <a:pt x="2808188" y="3452696"/>
                  </a:lnTo>
                  <a:lnTo>
                    <a:pt x="2808314" y="3452696"/>
                  </a:lnTo>
                  <a:lnTo>
                    <a:pt x="2808441" y="3452696"/>
                  </a:lnTo>
                  <a:lnTo>
                    <a:pt x="2808567" y="3452696"/>
                  </a:lnTo>
                  <a:lnTo>
                    <a:pt x="2808693" y="3452696"/>
                  </a:lnTo>
                  <a:lnTo>
                    <a:pt x="2808819" y="3452696"/>
                  </a:lnTo>
                  <a:lnTo>
                    <a:pt x="2808946" y="3452696"/>
                  </a:lnTo>
                  <a:lnTo>
                    <a:pt x="2809072" y="3452696"/>
                  </a:lnTo>
                  <a:lnTo>
                    <a:pt x="2809198" y="3452696"/>
                  </a:lnTo>
                  <a:lnTo>
                    <a:pt x="2809325" y="3452696"/>
                  </a:lnTo>
                  <a:lnTo>
                    <a:pt x="2809451" y="3452696"/>
                  </a:lnTo>
                  <a:lnTo>
                    <a:pt x="2809577" y="3452696"/>
                  </a:lnTo>
                  <a:lnTo>
                    <a:pt x="2809703" y="3452696"/>
                  </a:lnTo>
                  <a:lnTo>
                    <a:pt x="2809830" y="3452696"/>
                  </a:lnTo>
                  <a:lnTo>
                    <a:pt x="2809956" y="3452696"/>
                  </a:lnTo>
                  <a:lnTo>
                    <a:pt x="2810082" y="3452696"/>
                  </a:lnTo>
                  <a:lnTo>
                    <a:pt x="2810208" y="3452696"/>
                  </a:lnTo>
                  <a:lnTo>
                    <a:pt x="2810335" y="3452696"/>
                  </a:lnTo>
                  <a:lnTo>
                    <a:pt x="2810461" y="3452696"/>
                  </a:lnTo>
                  <a:lnTo>
                    <a:pt x="2810587" y="3452696"/>
                  </a:lnTo>
                  <a:lnTo>
                    <a:pt x="2810713" y="3452696"/>
                  </a:lnTo>
                  <a:lnTo>
                    <a:pt x="2810840" y="3452696"/>
                  </a:lnTo>
                  <a:lnTo>
                    <a:pt x="2810966" y="3452696"/>
                  </a:lnTo>
                  <a:lnTo>
                    <a:pt x="2811092" y="3452696"/>
                  </a:lnTo>
                  <a:lnTo>
                    <a:pt x="2811218" y="3452696"/>
                  </a:lnTo>
                  <a:lnTo>
                    <a:pt x="2811345" y="3452696"/>
                  </a:lnTo>
                  <a:lnTo>
                    <a:pt x="2811471" y="3452696"/>
                  </a:lnTo>
                  <a:lnTo>
                    <a:pt x="2811597" y="3452696"/>
                  </a:lnTo>
                  <a:lnTo>
                    <a:pt x="2811723" y="3452696"/>
                  </a:lnTo>
                  <a:lnTo>
                    <a:pt x="2811850" y="3452696"/>
                  </a:lnTo>
                  <a:lnTo>
                    <a:pt x="2811976" y="3452696"/>
                  </a:lnTo>
                  <a:lnTo>
                    <a:pt x="2812102" y="3452696"/>
                  </a:lnTo>
                  <a:lnTo>
                    <a:pt x="2812228" y="3452696"/>
                  </a:lnTo>
                  <a:lnTo>
                    <a:pt x="2812355" y="3452696"/>
                  </a:lnTo>
                  <a:lnTo>
                    <a:pt x="2812481" y="3452696"/>
                  </a:lnTo>
                  <a:lnTo>
                    <a:pt x="2812607" y="3452696"/>
                  </a:lnTo>
                  <a:lnTo>
                    <a:pt x="2812733" y="3452696"/>
                  </a:lnTo>
                  <a:lnTo>
                    <a:pt x="2812860" y="3452696"/>
                  </a:lnTo>
                  <a:lnTo>
                    <a:pt x="2812986" y="3452696"/>
                  </a:lnTo>
                  <a:lnTo>
                    <a:pt x="2813112" y="3452696"/>
                  </a:lnTo>
                  <a:lnTo>
                    <a:pt x="2813238" y="3452696"/>
                  </a:lnTo>
                  <a:lnTo>
                    <a:pt x="2813365" y="3452696"/>
                  </a:lnTo>
                  <a:lnTo>
                    <a:pt x="2813491" y="3452696"/>
                  </a:lnTo>
                  <a:lnTo>
                    <a:pt x="2813617" y="3452696"/>
                  </a:lnTo>
                  <a:lnTo>
                    <a:pt x="2813743" y="3452696"/>
                  </a:lnTo>
                  <a:lnTo>
                    <a:pt x="2813870" y="3452696"/>
                  </a:lnTo>
                  <a:lnTo>
                    <a:pt x="2813996" y="3452696"/>
                  </a:lnTo>
                  <a:lnTo>
                    <a:pt x="2814122" y="3452696"/>
                  </a:lnTo>
                  <a:lnTo>
                    <a:pt x="2814248" y="3452696"/>
                  </a:lnTo>
                  <a:lnTo>
                    <a:pt x="2814375" y="3452696"/>
                  </a:lnTo>
                  <a:lnTo>
                    <a:pt x="2814501" y="3452696"/>
                  </a:lnTo>
                  <a:lnTo>
                    <a:pt x="2814627" y="3452696"/>
                  </a:lnTo>
                  <a:lnTo>
                    <a:pt x="2814754" y="3452696"/>
                  </a:lnTo>
                  <a:lnTo>
                    <a:pt x="2814880" y="3452696"/>
                  </a:lnTo>
                  <a:lnTo>
                    <a:pt x="2815006" y="3452696"/>
                  </a:lnTo>
                  <a:lnTo>
                    <a:pt x="2815132" y="3452696"/>
                  </a:lnTo>
                  <a:lnTo>
                    <a:pt x="2815259" y="3452696"/>
                  </a:lnTo>
                  <a:lnTo>
                    <a:pt x="2815259" y="3447785"/>
                  </a:lnTo>
                  <a:lnTo>
                    <a:pt x="2815385" y="3447785"/>
                  </a:lnTo>
                  <a:lnTo>
                    <a:pt x="2815511" y="3447785"/>
                  </a:lnTo>
                  <a:lnTo>
                    <a:pt x="2815637" y="3447785"/>
                  </a:lnTo>
                  <a:lnTo>
                    <a:pt x="2815764" y="3447785"/>
                  </a:lnTo>
                  <a:lnTo>
                    <a:pt x="2815890" y="3447785"/>
                  </a:lnTo>
                  <a:lnTo>
                    <a:pt x="2816016" y="3447785"/>
                  </a:lnTo>
                  <a:lnTo>
                    <a:pt x="2816142" y="3447785"/>
                  </a:lnTo>
                  <a:lnTo>
                    <a:pt x="2816269" y="3447785"/>
                  </a:lnTo>
                  <a:lnTo>
                    <a:pt x="2816395" y="3447785"/>
                  </a:lnTo>
                  <a:lnTo>
                    <a:pt x="2816521" y="3447785"/>
                  </a:lnTo>
                  <a:lnTo>
                    <a:pt x="2816647" y="3447785"/>
                  </a:lnTo>
                  <a:lnTo>
                    <a:pt x="2816774" y="3447785"/>
                  </a:lnTo>
                  <a:lnTo>
                    <a:pt x="2816900" y="3447785"/>
                  </a:lnTo>
                  <a:lnTo>
                    <a:pt x="2817026" y="3447785"/>
                  </a:lnTo>
                  <a:lnTo>
                    <a:pt x="2817152" y="3447785"/>
                  </a:lnTo>
                  <a:lnTo>
                    <a:pt x="2817279" y="3447785"/>
                  </a:lnTo>
                  <a:lnTo>
                    <a:pt x="2817405" y="3447785"/>
                  </a:lnTo>
                  <a:lnTo>
                    <a:pt x="2817531" y="3447785"/>
                  </a:lnTo>
                  <a:lnTo>
                    <a:pt x="2817657" y="3447785"/>
                  </a:lnTo>
                  <a:lnTo>
                    <a:pt x="2817784" y="3447785"/>
                  </a:lnTo>
                  <a:lnTo>
                    <a:pt x="2817910" y="3447785"/>
                  </a:lnTo>
                  <a:lnTo>
                    <a:pt x="2818036" y="3447785"/>
                  </a:lnTo>
                  <a:lnTo>
                    <a:pt x="2818162" y="3447785"/>
                  </a:lnTo>
                  <a:lnTo>
                    <a:pt x="2818289" y="3447785"/>
                  </a:lnTo>
                  <a:lnTo>
                    <a:pt x="2818415" y="3447785"/>
                  </a:lnTo>
                  <a:lnTo>
                    <a:pt x="2818541" y="3447785"/>
                  </a:lnTo>
                  <a:lnTo>
                    <a:pt x="2818667" y="3447785"/>
                  </a:lnTo>
                  <a:lnTo>
                    <a:pt x="2818794" y="3447785"/>
                  </a:lnTo>
                  <a:lnTo>
                    <a:pt x="2818920" y="3447785"/>
                  </a:lnTo>
                  <a:lnTo>
                    <a:pt x="2819046" y="3447785"/>
                  </a:lnTo>
                  <a:lnTo>
                    <a:pt x="2819172" y="3447785"/>
                  </a:lnTo>
                  <a:lnTo>
                    <a:pt x="2819299" y="3447785"/>
                  </a:lnTo>
                  <a:lnTo>
                    <a:pt x="2819425" y="3447785"/>
                  </a:lnTo>
                  <a:lnTo>
                    <a:pt x="2819425" y="3442873"/>
                  </a:lnTo>
                  <a:lnTo>
                    <a:pt x="2819551" y="3442873"/>
                  </a:lnTo>
                  <a:lnTo>
                    <a:pt x="2819678" y="3442873"/>
                  </a:lnTo>
                  <a:lnTo>
                    <a:pt x="2819804" y="3442873"/>
                  </a:lnTo>
                  <a:lnTo>
                    <a:pt x="2819930" y="3442873"/>
                  </a:lnTo>
                  <a:lnTo>
                    <a:pt x="2820056" y="3442873"/>
                  </a:lnTo>
                  <a:lnTo>
                    <a:pt x="2820183" y="3442873"/>
                  </a:lnTo>
                  <a:lnTo>
                    <a:pt x="2820309" y="3442873"/>
                  </a:lnTo>
                  <a:lnTo>
                    <a:pt x="2820435" y="3442873"/>
                  </a:lnTo>
                  <a:lnTo>
                    <a:pt x="2820561" y="3442873"/>
                  </a:lnTo>
                  <a:lnTo>
                    <a:pt x="2820688" y="3442873"/>
                  </a:lnTo>
                  <a:lnTo>
                    <a:pt x="2820814" y="3442873"/>
                  </a:lnTo>
                  <a:lnTo>
                    <a:pt x="2820940" y="3442873"/>
                  </a:lnTo>
                  <a:lnTo>
                    <a:pt x="2821066" y="3442873"/>
                  </a:lnTo>
                  <a:lnTo>
                    <a:pt x="2821193" y="3442873"/>
                  </a:lnTo>
                  <a:lnTo>
                    <a:pt x="2821319" y="3442873"/>
                  </a:lnTo>
                  <a:lnTo>
                    <a:pt x="2821445" y="3442873"/>
                  </a:lnTo>
                  <a:lnTo>
                    <a:pt x="2821571" y="3442873"/>
                  </a:lnTo>
                  <a:lnTo>
                    <a:pt x="2821698" y="3442873"/>
                  </a:lnTo>
                  <a:lnTo>
                    <a:pt x="2821824" y="3442873"/>
                  </a:lnTo>
                  <a:lnTo>
                    <a:pt x="2821950" y="3442873"/>
                  </a:lnTo>
                  <a:lnTo>
                    <a:pt x="2822076" y="3442873"/>
                  </a:lnTo>
                  <a:lnTo>
                    <a:pt x="2822203" y="3442873"/>
                  </a:lnTo>
                  <a:lnTo>
                    <a:pt x="2822329" y="3442873"/>
                  </a:lnTo>
                  <a:lnTo>
                    <a:pt x="2822455" y="3442873"/>
                  </a:lnTo>
                  <a:lnTo>
                    <a:pt x="2822581" y="3442873"/>
                  </a:lnTo>
                  <a:lnTo>
                    <a:pt x="2822708" y="3442873"/>
                  </a:lnTo>
                  <a:lnTo>
                    <a:pt x="2822834" y="3442873"/>
                  </a:lnTo>
                  <a:lnTo>
                    <a:pt x="2822960" y="3442873"/>
                  </a:lnTo>
                  <a:lnTo>
                    <a:pt x="2823086" y="3442873"/>
                  </a:lnTo>
                  <a:lnTo>
                    <a:pt x="2823213" y="3442873"/>
                  </a:lnTo>
                  <a:lnTo>
                    <a:pt x="2823213" y="3437962"/>
                  </a:lnTo>
                  <a:lnTo>
                    <a:pt x="2823339" y="3437962"/>
                  </a:lnTo>
                  <a:lnTo>
                    <a:pt x="2823465" y="3437962"/>
                  </a:lnTo>
                  <a:lnTo>
                    <a:pt x="2823591" y="3437962"/>
                  </a:lnTo>
                  <a:lnTo>
                    <a:pt x="2823718" y="3437962"/>
                  </a:lnTo>
                  <a:lnTo>
                    <a:pt x="2823844" y="3437962"/>
                  </a:lnTo>
                  <a:lnTo>
                    <a:pt x="2823970" y="3437962"/>
                  </a:lnTo>
                  <a:lnTo>
                    <a:pt x="2824096" y="3437962"/>
                  </a:lnTo>
                  <a:lnTo>
                    <a:pt x="2824223" y="3437962"/>
                  </a:lnTo>
                  <a:lnTo>
                    <a:pt x="2824349" y="3437962"/>
                  </a:lnTo>
                  <a:lnTo>
                    <a:pt x="2824475" y="3437962"/>
                  </a:lnTo>
                  <a:lnTo>
                    <a:pt x="2824601" y="3437962"/>
                  </a:lnTo>
                  <a:lnTo>
                    <a:pt x="2824728" y="3437962"/>
                  </a:lnTo>
                  <a:lnTo>
                    <a:pt x="2824854" y="3437962"/>
                  </a:lnTo>
                  <a:lnTo>
                    <a:pt x="2824980" y="3437962"/>
                  </a:lnTo>
                  <a:lnTo>
                    <a:pt x="2825107" y="3437962"/>
                  </a:lnTo>
                  <a:lnTo>
                    <a:pt x="2825233" y="3437962"/>
                  </a:lnTo>
                  <a:lnTo>
                    <a:pt x="2825359" y="3437962"/>
                  </a:lnTo>
                  <a:lnTo>
                    <a:pt x="2825485" y="3437962"/>
                  </a:lnTo>
                  <a:lnTo>
                    <a:pt x="2825612" y="3437962"/>
                  </a:lnTo>
                  <a:lnTo>
                    <a:pt x="2825738" y="3437962"/>
                  </a:lnTo>
                  <a:lnTo>
                    <a:pt x="2825864" y="3437962"/>
                  </a:lnTo>
                  <a:lnTo>
                    <a:pt x="2825990" y="3437962"/>
                  </a:lnTo>
                  <a:lnTo>
                    <a:pt x="2826117" y="3437962"/>
                  </a:lnTo>
                  <a:lnTo>
                    <a:pt x="2826243" y="3437962"/>
                  </a:lnTo>
                  <a:lnTo>
                    <a:pt x="2826369" y="3437962"/>
                  </a:lnTo>
                  <a:lnTo>
                    <a:pt x="2826495" y="3437962"/>
                  </a:lnTo>
                  <a:lnTo>
                    <a:pt x="2826622" y="3437962"/>
                  </a:lnTo>
                  <a:lnTo>
                    <a:pt x="2826748" y="3437962"/>
                  </a:lnTo>
                  <a:lnTo>
                    <a:pt x="2826874" y="3437962"/>
                  </a:lnTo>
                  <a:lnTo>
                    <a:pt x="2827000" y="3437962"/>
                  </a:lnTo>
                  <a:lnTo>
                    <a:pt x="2827127" y="3437962"/>
                  </a:lnTo>
                  <a:lnTo>
                    <a:pt x="2827253" y="3437962"/>
                  </a:lnTo>
                  <a:lnTo>
                    <a:pt x="2827379" y="3437962"/>
                  </a:lnTo>
                  <a:lnTo>
                    <a:pt x="2827505" y="3437962"/>
                  </a:lnTo>
                  <a:lnTo>
                    <a:pt x="2827632" y="3437962"/>
                  </a:lnTo>
                  <a:lnTo>
                    <a:pt x="2827758" y="3437962"/>
                  </a:lnTo>
                  <a:lnTo>
                    <a:pt x="2827884" y="3437962"/>
                  </a:lnTo>
                  <a:lnTo>
                    <a:pt x="2828010" y="3437962"/>
                  </a:lnTo>
                  <a:lnTo>
                    <a:pt x="2828137" y="3437962"/>
                  </a:lnTo>
                  <a:lnTo>
                    <a:pt x="2828263" y="3437962"/>
                  </a:lnTo>
                  <a:lnTo>
                    <a:pt x="2828389" y="3437962"/>
                  </a:lnTo>
                  <a:lnTo>
                    <a:pt x="2828515" y="3437962"/>
                  </a:lnTo>
                  <a:lnTo>
                    <a:pt x="2828642" y="3437962"/>
                  </a:lnTo>
                  <a:lnTo>
                    <a:pt x="2828768" y="3437962"/>
                  </a:lnTo>
                  <a:lnTo>
                    <a:pt x="2828894" y="3437962"/>
                  </a:lnTo>
                  <a:lnTo>
                    <a:pt x="2829020" y="3437962"/>
                  </a:lnTo>
                  <a:lnTo>
                    <a:pt x="2829147" y="3437962"/>
                  </a:lnTo>
                  <a:lnTo>
                    <a:pt x="2829273" y="3437962"/>
                  </a:lnTo>
                  <a:lnTo>
                    <a:pt x="2829399" y="3437962"/>
                  </a:lnTo>
                  <a:lnTo>
                    <a:pt x="2829525" y="3437962"/>
                  </a:lnTo>
                  <a:lnTo>
                    <a:pt x="2829652" y="3437962"/>
                  </a:lnTo>
                  <a:lnTo>
                    <a:pt x="2829778" y="3437962"/>
                  </a:lnTo>
                  <a:lnTo>
                    <a:pt x="2829904" y="3437962"/>
                  </a:lnTo>
                  <a:lnTo>
                    <a:pt x="2830031" y="3437962"/>
                  </a:lnTo>
                  <a:lnTo>
                    <a:pt x="2830157" y="3437962"/>
                  </a:lnTo>
                  <a:lnTo>
                    <a:pt x="2830283" y="3437962"/>
                  </a:lnTo>
                  <a:lnTo>
                    <a:pt x="2830409" y="3437962"/>
                  </a:lnTo>
                  <a:lnTo>
                    <a:pt x="2830536" y="3437962"/>
                  </a:lnTo>
                  <a:lnTo>
                    <a:pt x="2830662" y="3437962"/>
                  </a:lnTo>
                  <a:lnTo>
                    <a:pt x="2830788" y="3437962"/>
                  </a:lnTo>
                  <a:lnTo>
                    <a:pt x="2830914" y="3437962"/>
                  </a:lnTo>
                  <a:lnTo>
                    <a:pt x="2831041" y="3437962"/>
                  </a:lnTo>
                  <a:lnTo>
                    <a:pt x="2831167" y="3437962"/>
                  </a:lnTo>
                  <a:lnTo>
                    <a:pt x="2831293" y="3437962"/>
                  </a:lnTo>
                  <a:lnTo>
                    <a:pt x="2831419" y="3437962"/>
                  </a:lnTo>
                  <a:lnTo>
                    <a:pt x="2831546" y="3437962"/>
                  </a:lnTo>
                  <a:lnTo>
                    <a:pt x="2831672" y="3437962"/>
                  </a:lnTo>
                  <a:lnTo>
                    <a:pt x="2831798" y="3437962"/>
                  </a:lnTo>
                  <a:lnTo>
                    <a:pt x="2831924" y="3437962"/>
                  </a:lnTo>
                  <a:lnTo>
                    <a:pt x="2832051" y="3437962"/>
                  </a:lnTo>
                  <a:lnTo>
                    <a:pt x="2832177" y="3437962"/>
                  </a:lnTo>
                  <a:lnTo>
                    <a:pt x="2832303" y="3437962"/>
                  </a:lnTo>
                  <a:lnTo>
                    <a:pt x="2832429" y="3437962"/>
                  </a:lnTo>
                  <a:lnTo>
                    <a:pt x="2832556" y="3437962"/>
                  </a:lnTo>
                  <a:lnTo>
                    <a:pt x="2832682" y="3437962"/>
                  </a:lnTo>
                  <a:lnTo>
                    <a:pt x="2832808" y="3437962"/>
                  </a:lnTo>
                  <a:lnTo>
                    <a:pt x="2832934" y="3437962"/>
                  </a:lnTo>
                  <a:lnTo>
                    <a:pt x="2833061" y="3437962"/>
                  </a:lnTo>
                  <a:lnTo>
                    <a:pt x="2833187" y="3437962"/>
                  </a:lnTo>
                  <a:lnTo>
                    <a:pt x="2833313" y="3437962"/>
                  </a:lnTo>
                  <a:lnTo>
                    <a:pt x="2833439" y="3437962"/>
                  </a:lnTo>
                  <a:lnTo>
                    <a:pt x="2833566" y="3437962"/>
                  </a:lnTo>
                  <a:lnTo>
                    <a:pt x="2833692" y="3437962"/>
                  </a:lnTo>
                  <a:lnTo>
                    <a:pt x="2833818" y="3437962"/>
                  </a:lnTo>
                  <a:lnTo>
                    <a:pt x="2833944" y="3437962"/>
                  </a:lnTo>
                  <a:lnTo>
                    <a:pt x="2834071" y="3437962"/>
                  </a:lnTo>
                  <a:lnTo>
                    <a:pt x="2834197" y="3437962"/>
                  </a:lnTo>
                  <a:lnTo>
                    <a:pt x="2834323" y="3437962"/>
                  </a:lnTo>
                  <a:lnTo>
                    <a:pt x="2834449" y="3437962"/>
                  </a:lnTo>
                  <a:lnTo>
                    <a:pt x="2834576" y="3437962"/>
                  </a:lnTo>
                  <a:lnTo>
                    <a:pt x="2834702" y="3437962"/>
                  </a:lnTo>
                  <a:lnTo>
                    <a:pt x="2834828" y="3437962"/>
                  </a:lnTo>
                  <a:lnTo>
                    <a:pt x="2834954" y="3437962"/>
                  </a:lnTo>
                  <a:lnTo>
                    <a:pt x="2835081" y="3437962"/>
                  </a:lnTo>
                  <a:lnTo>
                    <a:pt x="2835207" y="3437962"/>
                  </a:lnTo>
                  <a:lnTo>
                    <a:pt x="2835333" y="3437962"/>
                  </a:lnTo>
                  <a:lnTo>
                    <a:pt x="2835460" y="3437962"/>
                  </a:lnTo>
                  <a:lnTo>
                    <a:pt x="2835586" y="3437962"/>
                  </a:lnTo>
                  <a:lnTo>
                    <a:pt x="2835712" y="3437962"/>
                  </a:lnTo>
                  <a:lnTo>
                    <a:pt x="2835838" y="3437962"/>
                  </a:lnTo>
                  <a:lnTo>
                    <a:pt x="2835965" y="3437962"/>
                  </a:lnTo>
                  <a:lnTo>
                    <a:pt x="2836091" y="3437962"/>
                  </a:lnTo>
                  <a:lnTo>
                    <a:pt x="2836217" y="3437962"/>
                  </a:lnTo>
                  <a:lnTo>
                    <a:pt x="2836343" y="3437962"/>
                  </a:lnTo>
                  <a:lnTo>
                    <a:pt x="2836470" y="3437962"/>
                  </a:lnTo>
                  <a:lnTo>
                    <a:pt x="2836596" y="3437962"/>
                  </a:lnTo>
                  <a:lnTo>
                    <a:pt x="2836722" y="3437962"/>
                  </a:lnTo>
                  <a:lnTo>
                    <a:pt x="2836848" y="3437962"/>
                  </a:lnTo>
                  <a:lnTo>
                    <a:pt x="2836975" y="3437962"/>
                  </a:lnTo>
                  <a:lnTo>
                    <a:pt x="2837101" y="3437962"/>
                  </a:lnTo>
                  <a:lnTo>
                    <a:pt x="2837227" y="3437962"/>
                  </a:lnTo>
                  <a:lnTo>
                    <a:pt x="2837353" y="3437962"/>
                  </a:lnTo>
                  <a:lnTo>
                    <a:pt x="2837480" y="3437962"/>
                  </a:lnTo>
                  <a:lnTo>
                    <a:pt x="2837606" y="3437962"/>
                  </a:lnTo>
                  <a:lnTo>
                    <a:pt x="2837732" y="3437962"/>
                  </a:lnTo>
                  <a:lnTo>
                    <a:pt x="2837858" y="3437962"/>
                  </a:lnTo>
                  <a:lnTo>
                    <a:pt x="2837985" y="3437962"/>
                  </a:lnTo>
                  <a:lnTo>
                    <a:pt x="2838111" y="3437962"/>
                  </a:lnTo>
                  <a:lnTo>
                    <a:pt x="2838237" y="3437962"/>
                  </a:lnTo>
                  <a:lnTo>
                    <a:pt x="2838363" y="3437962"/>
                  </a:lnTo>
                  <a:lnTo>
                    <a:pt x="2838490" y="3437962"/>
                  </a:lnTo>
                  <a:lnTo>
                    <a:pt x="2838616" y="3437962"/>
                  </a:lnTo>
                  <a:lnTo>
                    <a:pt x="2838742" y="3437962"/>
                  </a:lnTo>
                  <a:lnTo>
                    <a:pt x="2838868" y="3437962"/>
                  </a:lnTo>
                  <a:lnTo>
                    <a:pt x="2838995" y="3437962"/>
                  </a:lnTo>
                  <a:lnTo>
                    <a:pt x="2839121" y="3437962"/>
                  </a:lnTo>
                  <a:lnTo>
                    <a:pt x="2839247" y="3437962"/>
                  </a:lnTo>
                  <a:lnTo>
                    <a:pt x="2839373" y="3437962"/>
                  </a:lnTo>
                  <a:lnTo>
                    <a:pt x="2839500" y="3437962"/>
                  </a:lnTo>
                  <a:lnTo>
                    <a:pt x="2839626" y="3437962"/>
                  </a:lnTo>
                  <a:lnTo>
                    <a:pt x="2839752" y="3437962"/>
                  </a:lnTo>
                  <a:lnTo>
                    <a:pt x="2839878" y="3437962"/>
                  </a:lnTo>
                  <a:lnTo>
                    <a:pt x="2840005" y="3437962"/>
                  </a:lnTo>
                  <a:lnTo>
                    <a:pt x="2840131" y="3437962"/>
                  </a:lnTo>
                  <a:lnTo>
                    <a:pt x="2840257" y="3437962"/>
                  </a:lnTo>
                  <a:lnTo>
                    <a:pt x="2840384" y="3437962"/>
                  </a:lnTo>
                  <a:lnTo>
                    <a:pt x="2840510" y="3437962"/>
                  </a:lnTo>
                  <a:lnTo>
                    <a:pt x="2840636" y="3437962"/>
                  </a:lnTo>
                  <a:lnTo>
                    <a:pt x="2840762" y="3437962"/>
                  </a:lnTo>
                  <a:lnTo>
                    <a:pt x="2840889" y="3437962"/>
                  </a:lnTo>
                  <a:lnTo>
                    <a:pt x="2841015" y="3437962"/>
                  </a:lnTo>
                  <a:lnTo>
                    <a:pt x="2841141" y="3437962"/>
                  </a:lnTo>
                  <a:lnTo>
                    <a:pt x="2841267" y="3437962"/>
                  </a:lnTo>
                  <a:lnTo>
                    <a:pt x="2841394" y="3437962"/>
                  </a:lnTo>
                  <a:lnTo>
                    <a:pt x="2841520" y="3437962"/>
                  </a:lnTo>
                  <a:lnTo>
                    <a:pt x="2841646" y="3437962"/>
                  </a:lnTo>
                  <a:lnTo>
                    <a:pt x="2841772" y="3437962"/>
                  </a:lnTo>
                  <a:lnTo>
                    <a:pt x="2841899" y="3437962"/>
                  </a:lnTo>
                  <a:lnTo>
                    <a:pt x="2842025" y="3437962"/>
                  </a:lnTo>
                  <a:lnTo>
                    <a:pt x="2842151" y="3437962"/>
                  </a:lnTo>
                  <a:lnTo>
                    <a:pt x="2842277" y="3437962"/>
                  </a:lnTo>
                  <a:lnTo>
                    <a:pt x="2842404" y="3437962"/>
                  </a:lnTo>
                  <a:lnTo>
                    <a:pt x="2842530" y="3437962"/>
                  </a:lnTo>
                  <a:lnTo>
                    <a:pt x="2842656" y="3437962"/>
                  </a:lnTo>
                  <a:lnTo>
                    <a:pt x="2842782" y="3437962"/>
                  </a:lnTo>
                  <a:lnTo>
                    <a:pt x="2842909" y="3437962"/>
                  </a:lnTo>
                  <a:lnTo>
                    <a:pt x="2843035" y="3437962"/>
                  </a:lnTo>
                  <a:lnTo>
                    <a:pt x="2843161" y="3437962"/>
                  </a:lnTo>
                  <a:lnTo>
                    <a:pt x="2843287" y="3437962"/>
                  </a:lnTo>
                  <a:lnTo>
                    <a:pt x="2843414" y="3437962"/>
                  </a:lnTo>
                  <a:lnTo>
                    <a:pt x="2843540" y="3437962"/>
                  </a:lnTo>
                  <a:lnTo>
                    <a:pt x="2843666" y="3437962"/>
                  </a:lnTo>
                  <a:lnTo>
                    <a:pt x="2843792" y="3437962"/>
                  </a:lnTo>
                  <a:lnTo>
                    <a:pt x="2843919" y="3437962"/>
                  </a:lnTo>
                  <a:lnTo>
                    <a:pt x="2844045" y="3437962"/>
                  </a:lnTo>
                  <a:lnTo>
                    <a:pt x="2844171" y="3437962"/>
                  </a:lnTo>
                  <a:lnTo>
                    <a:pt x="2844297" y="3437962"/>
                  </a:lnTo>
                  <a:lnTo>
                    <a:pt x="2844424" y="3437962"/>
                  </a:lnTo>
                  <a:lnTo>
                    <a:pt x="2844550" y="3437962"/>
                  </a:lnTo>
                  <a:lnTo>
                    <a:pt x="2844676" y="3437962"/>
                  </a:lnTo>
                  <a:lnTo>
                    <a:pt x="2844802" y="3437962"/>
                  </a:lnTo>
                  <a:lnTo>
                    <a:pt x="2844929" y="3437962"/>
                  </a:lnTo>
                  <a:lnTo>
                    <a:pt x="2845055" y="3437962"/>
                  </a:lnTo>
                  <a:lnTo>
                    <a:pt x="2845181" y="3437962"/>
                  </a:lnTo>
                  <a:lnTo>
                    <a:pt x="2845307" y="3437962"/>
                  </a:lnTo>
                  <a:lnTo>
                    <a:pt x="2845434" y="3437962"/>
                  </a:lnTo>
                  <a:lnTo>
                    <a:pt x="2845560" y="3437962"/>
                  </a:lnTo>
                  <a:lnTo>
                    <a:pt x="2845686" y="3437962"/>
                  </a:lnTo>
                  <a:lnTo>
                    <a:pt x="2845813" y="3437962"/>
                  </a:lnTo>
                  <a:lnTo>
                    <a:pt x="2845939" y="3437962"/>
                  </a:lnTo>
                  <a:lnTo>
                    <a:pt x="2846065" y="3437962"/>
                  </a:lnTo>
                  <a:lnTo>
                    <a:pt x="2846191" y="3437962"/>
                  </a:lnTo>
                  <a:lnTo>
                    <a:pt x="2846318" y="3437962"/>
                  </a:lnTo>
                  <a:lnTo>
                    <a:pt x="2846444" y="3437962"/>
                  </a:lnTo>
                  <a:lnTo>
                    <a:pt x="2846570" y="3437962"/>
                  </a:lnTo>
                  <a:lnTo>
                    <a:pt x="2846696" y="3437962"/>
                  </a:lnTo>
                  <a:lnTo>
                    <a:pt x="2846823" y="3437962"/>
                  </a:lnTo>
                  <a:lnTo>
                    <a:pt x="2846949" y="3437962"/>
                  </a:lnTo>
                  <a:lnTo>
                    <a:pt x="2847075" y="3437962"/>
                  </a:lnTo>
                  <a:lnTo>
                    <a:pt x="2847201" y="3437962"/>
                  </a:lnTo>
                  <a:lnTo>
                    <a:pt x="2847328" y="3437962"/>
                  </a:lnTo>
                  <a:lnTo>
                    <a:pt x="2847454" y="3437962"/>
                  </a:lnTo>
                  <a:lnTo>
                    <a:pt x="2847580" y="3437962"/>
                  </a:lnTo>
                  <a:lnTo>
                    <a:pt x="2847706" y="3437962"/>
                  </a:lnTo>
                  <a:lnTo>
                    <a:pt x="2847833" y="3437962"/>
                  </a:lnTo>
                  <a:lnTo>
                    <a:pt x="2847959" y="3437962"/>
                  </a:lnTo>
                  <a:lnTo>
                    <a:pt x="2848085" y="3437962"/>
                  </a:lnTo>
                  <a:lnTo>
                    <a:pt x="2848211" y="3437962"/>
                  </a:lnTo>
                  <a:lnTo>
                    <a:pt x="2848338" y="3437962"/>
                  </a:lnTo>
                  <a:lnTo>
                    <a:pt x="2848464" y="3437962"/>
                  </a:lnTo>
                  <a:lnTo>
                    <a:pt x="2848590" y="3437962"/>
                  </a:lnTo>
                  <a:lnTo>
                    <a:pt x="2848716" y="3437962"/>
                  </a:lnTo>
                  <a:lnTo>
                    <a:pt x="2848843" y="3437962"/>
                  </a:lnTo>
                  <a:lnTo>
                    <a:pt x="2848969" y="3437962"/>
                  </a:lnTo>
                  <a:lnTo>
                    <a:pt x="2849095" y="3437962"/>
                  </a:lnTo>
                  <a:lnTo>
                    <a:pt x="2849221" y="3437962"/>
                  </a:lnTo>
                  <a:lnTo>
                    <a:pt x="2849348" y="3437962"/>
                  </a:lnTo>
                  <a:lnTo>
                    <a:pt x="2849474" y="3437962"/>
                  </a:lnTo>
                  <a:lnTo>
                    <a:pt x="2849600" y="3437962"/>
                  </a:lnTo>
                  <a:lnTo>
                    <a:pt x="2849726" y="3437962"/>
                  </a:lnTo>
                  <a:lnTo>
                    <a:pt x="2849853" y="3437962"/>
                  </a:lnTo>
                  <a:lnTo>
                    <a:pt x="2849979" y="3437962"/>
                  </a:lnTo>
                  <a:lnTo>
                    <a:pt x="2850105" y="3437962"/>
                  </a:lnTo>
                  <a:lnTo>
                    <a:pt x="2850231" y="3437962"/>
                  </a:lnTo>
                  <a:lnTo>
                    <a:pt x="2850358" y="3437962"/>
                  </a:lnTo>
                  <a:lnTo>
                    <a:pt x="2850484" y="3437962"/>
                  </a:lnTo>
                  <a:lnTo>
                    <a:pt x="2850610" y="3437962"/>
                  </a:lnTo>
                  <a:lnTo>
                    <a:pt x="2850737" y="3437962"/>
                  </a:lnTo>
                  <a:lnTo>
                    <a:pt x="2850863" y="3437962"/>
                  </a:lnTo>
                  <a:lnTo>
                    <a:pt x="2850989" y="3437962"/>
                  </a:lnTo>
                  <a:lnTo>
                    <a:pt x="2851115" y="3437962"/>
                  </a:lnTo>
                  <a:lnTo>
                    <a:pt x="2851242" y="3437962"/>
                  </a:lnTo>
                  <a:lnTo>
                    <a:pt x="2851368" y="3437962"/>
                  </a:lnTo>
                  <a:lnTo>
                    <a:pt x="2851494" y="3437962"/>
                  </a:lnTo>
                  <a:lnTo>
                    <a:pt x="2851620" y="3437962"/>
                  </a:lnTo>
                  <a:lnTo>
                    <a:pt x="2851747" y="3437962"/>
                  </a:lnTo>
                  <a:lnTo>
                    <a:pt x="2851873" y="3437962"/>
                  </a:lnTo>
                  <a:lnTo>
                    <a:pt x="2851999" y="3437962"/>
                  </a:lnTo>
                  <a:lnTo>
                    <a:pt x="2852125" y="3437962"/>
                  </a:lnTo>
                  <a:lnTo>
                    <a:pt x="2852252" y="3437962"/>
                  </a:lnTo>
                  <a:lnTo>
                    <a:pt x="2852378" y="3437962"/>
                  </a:lnTo>
                  <a:lnTo>
                    <a:pt x="2852504" y="3437962"/>
                  </a:lnTo>
                  <a:lnTo>
                    <a:pt x="2852630" y="3437962"/>
                  </a:lnTo>
                  <a:lnTo>
                    <a:pt x="2852757" y="3437962"/>
                  </a:lnTo>
                  <a:lnTo>
                    <a:pt x="2852883" y="3437962"/>
                  </a:lnTo>
                  <a:lnTo>
                    <a:pt x="2853009" y="3437962"/>
                  </a:lnTo>
                  <a:lnTo>
                    <a:pt x="2853135" y="3437962"/>
                  </a:lnTo>
                  <a:lnTo>
                    <a:pt x="2853262" y="3437962"/>
                  </a:lnTo>
                  <a:lnTo>
                    <a:pt x="2853388" y="3437962"/>
                  </a:lnTo>
                  <a:lnTo>
                    <a:pt x="2853514" y="3437962"/>
                  </a:lnTo>
                  <a:lnTo>
                    <a:pt x="2853640" y="3437962"/>
                  </a:lnTo>
                  <a:lnTo>
                    <a:pt x="2853767" y="3437962"/>
                  </a:lnTo>
                  <a:lnTo>
                    <a:pt x="2853893" y="3437962"/>
                  </a:lnTo>
                  <a:lnTo>
                    <a:pt x="2854019" y="3437962"/>
                  </a:lnTo>
                  <a:lnTo>
                    <a:pt x="2854145" y="3437962"/>
                  </a:lnTo>
                  <a:lnTo>
                    <a:pt x="2854272" y="3437962"/>
                  </a:lnTo>
                  <a:lnTo>
                    <a:pt x="2854398" y="3437962"/>
                  </a:lnTo>
                  <a:lnTo>
                    <a:pt x="2854524" y="3437962"/>
                  </a:lnTo>
                  <a:lnTo>
                    <a:pt x="2854650" y="3437962"/>
                  </a:lnTo>
                  <a:lnTo>
                    <a:pt x="2854777" y="3437962"/>
                  </a:lnTo>
                  <a:lnTo>
                    <a:pt x="2854903" y="3437962"/>
                  </a:lnTo>
                  <a:lnTo>
                    <a:pt x="2855029" y="3437962"/>
                  </a:lnTo>
                  <a:lnTo>
                    <a:pt x="2855155" y="3437962"/>
                  </a:lnTo>
                  <a:lnTo>
                    <a:pt x="2855282" y="3437962"/>
                  </a:lnTo>
                  <a:lnTo>
                    <a:pt x="2855408" y="3437962"/>
                  </a:lnTo>
                  <a:lnTo>
                    <a:pt x="2855534" y="3437962"/>
                  </a:lnTo>
                  <a:lnTo>
                    <a:pt x="2855661" y="3437962"/>
                  </a:lnTo>
                  <a:lnTo>
                    <a:pt x="2855787" y="3437962"/>
                  </a:lnTo>
                  <a:lnTo>
                    <a:pt x="2855913" y="3437962"/>
                  </a:lnTo>
                  <a:lnTo>
                    <a:pt x="2856039" y="3437962"/>
                  </a:lnTo>
                  <a:lnTo>
                    <a:pt x="2856166" y="3437962"/>
                  </a:lnTo>
                  <a:lnTo>
                    <a:pt x="2856292" y="3437962"/>
                  </a:lnTo>
                  <a:lnTo>
                    <a:pt x="2856418" y="3437962"/>
                  </a:lnTo>
                  <a:lnTo>
                    <a:pt x="2856544" y="3437962"/>
                  </a:lnTo>
                  <a:lnTo>
                    <a:pt x="2856671" y="3437962"/>
                  </a:lnTo>
                  <a:lnTo>
                    <a:pt x="2856797" y="3437962"/>
                  </a:lnTo>
                  <a:lnTo>
                    <a:pt x="2856923" y="3437962"/>
                  </a:lnTo>
                  <a:lnTo>
                    <a:pt x="2857049" y="3437962"/>
                  </a:lnTo>
                  <a:lnTo>
                    <a:pt x="2857176" y="3437962"/>
                  </a:lnTo>
                  <a:lnTo>
                    <a:pt x="2857302" y="3437962"/>
                  </a:lnTo>
                  <a:lnTo>
                    <a:pt x="2857428" y="3437962"/>
                  </a:lnTo>
                  <a:lnTo>
                    <a:pt x="2857554" y="3437962"/>
                  </a:lnTo>
                  <a:lnTo>
                    <a:pt x="2857681" y="3437962"/>
                  </a:lnTo>
                  <a:lnTo>
                    <a:pt x="2857807" y="3437962"/>
                  </a:lnTo>
                  <a:lnTo>
                    <a:pt x="2857933" y="3437962"/>
                  </a:lnTo>
                  <a:lnTo>
                    <a:pt x="2858059" y="3437962"/>
                  </a:lnTo>
                  <a:lnTo>
                    <a:pt x="2858186" y="3437962"/>
                  </a:lnTo>
                  <a:lnTo>
                    <a:pt x="2858312" y="3437962"/>
                  </a:lnTo>
                  <a:lnTo>
                    <a:pt x="2858438" y="3437962"/>
                  </a:lnTo>
                  <a:lnTo>
                    <a:pt x="2858564" y="3437962"/>
                  </a:lnTo>
                  <a:lnTo>
                    <a:pt x="2858691" y="3437962"/>
                  </a:lnTo>
                  <a:lnTo>
                    <a:pt x="2858817" y="3437962"/>
                  </a:lnTo>
                  <a:lnTo>
                    <a:pt x="2858943" y="3437962"/>
                  </a:lnTo>
                  <a:lnTo>
                    <a:pt x="2859069" y="3437962"/>
                  </a:lnTo>
                  <a:lnTo>
                    <a:pt x="2859196" y="3437962"/>
                  </a:lnTo>
                  <a:lnTo>
                    <a:pt x="2859322" y="3437962"/>
                  </a:lnTo>
                  <a:lnTo>
                    <a:pt x="2859448" y="3437962"/>
                  </a:lnTo>
                  <a:lnTo>
                    <a:pt x="2859574" y="3437962"/>
                  </a:lnTo>
                  <a:lnTo>
                    <a:pt x="2859701" y="3437962"/>
                  </a:lnTo>
                  <a:lnTo>
                    <a:pt x="2859827" y="3437962"/>
                  </a:lnTo>
                  <a:lnTo>
                    <a:pt x="2859953" y="3437962"/>
                  </a:lnTo>
                  <a:lnTo>
                    <a:pt x="2860079" y="3437962"/>
                  </a:lnTo>
                  <a:lnTo>
                    <a:pt x="2860206" y="3437962"/>
                  </a:lnTo>
                  <a:lnTo>
                    <a:pt x="2860332" y="3437962"/>
                  </a:lnTo>
                  <a:lnTo>
                    <a:pt x="2860458" y="3437962"/>
                  </a:lnTo>
                  <a:lnTo>
                    <a:pt x="2860584" y="3437962"/>
                  </a:lnTo>
                  <a:lnTo>
                    <a:pt x="2860711" y="3437962"/>
                  </a:lnTo>
                  <a:lnTo>
                    <a:pt x="2860837" y="3437962"/>
                  </a:lnTo>
                  <a:lnTo>
                    <a:pt x="2860963" y="3437962"/>
                  </a:lnTo>
                  <a:lnTo>
                    <a:pt x="2860963" y="3433051"/>
                  </a:lnTo>
                  <a:lnTo>
                    <a:pt x="2860963" y="3428139"/>
                  </a:lnTo>
                  <a:lnTo>
                    <a:pt x="2861090" y="3428139"/>
                  </a:lnTo>
                  <a:lnTo>
                    <a:pt x="2861216" y="3428139"/>
                  </a:lnTo>
                  <a:lnTo>
                    <a:pt x="2861342" y="3428139"/>
                  </a:lnTo>
                  <a:lnTo>
                    <a:pt x="2861468" y="3428139"/>
                  </a:lnTo>
                  <a:lnTo>
                    <a:pt x="2861595" y="3428139"/>
                  </a:lnTo>
                  <a:lnTo>
                    <a:pt x="2861595" y="3423228"/>
                  </a:lnTo>
                  <a:lnTo>
                    <a:pt x="2861721" y="3423228"/>
                  </a:lnTo>
                  <a:lnTo>
                    <a:pt x="2861847" y="3423228"/>
                  </a:lnTo>
                  <a:lnTo>
                    <a:pt x="2861973" y="3423228"/>
                  </a:lnTo>
                  <a:lnTo>
                    <a:pt x="2862100" y="3423228"/>
                  </a:lnTo>
                  <a:lnTo>
                    <a:pt x="2862226" y="3423228"/>
                  </a:lnTo>
                  <a:lnTo>
                    <a:pt x="2862352" y="3423228"/>
                  </a:lnTo>
                  <a:lnTo>
                    <a:pt x="2862478" y="3423228"/>
                  </a:lnTo>
                  <a:lnTo>
                    <a:pt x="2862605" y="3423228"/>
                  </a:lnTo>
                  <a:lnTo>
                    <a:pt x="2862605" y="3418316"/>
                  </a:lnTo>
                  <a:lnTo>
                    <a:pt x="2862605" y="3413405"/>
                  </a:lnTo>
                  <a:lnTo>
                    <a:pt x="2862731" y="3413405"/>
                  </a:lnTo>
                  <a:lnTo>
                    <a:pt x="2862857" y="3413405"/>
                  </a:lnTo>
                  <a:lnTo>
                    <a:pt x="2862983" y="3413405"/>
                  </a:lnTo>
                  <a:lnTo>
                    <a:pt x="2863110" y="3413405"/>
                  </a:lnTo>
                  <a:lnTo>
                    <a:pt x="2863236" y="3413405"/>
                  </a:lnTo>
                  <a:lnTo>
                    <a:pt x="2863362" y="3413405"/>
                  </a:lnTo>
                  <a:lnTo>
                    <a:pt x="2863488" y="3413405"/>
                  </a:lnTo>
                  <a:lnTo>
                    <a:pt x="2863615" y="3413405"/>
                  </a:lnTo>
                  <a:lnTo>
                    <a:pt x="2863741" y="3413405"/>
                  </a:lnTo>
                  <a:lnTo>
                    <a:pt x="2863867" y="3413405"/>
                  </a:lnTo>
                  <a:lnTo>
                    <a:pt x="2863993" y="3413405"/>
                  </a:lnTo>
                  <a:lnTo>
                    <a:pt x="2864120" y="3413405"/>
                  </a:lnTo>
                  <a:lnTo>
                    <a:pt x="2864246" y="3413405"/>
                  </a:lnTo>
                  <a:lnTo>
                    <a:pt x="2864372" y="3413405"/>
                  </a:lnTo>
                  <a:lnTo>
                    <a:pt x="2864498" y="3413405"/>
                  </a:lnTo>
                  <a:lnTo>
                    <a:pt x="2864625" y="3413405"/>
                  </a:lnTo>
                  <a:lnTo>
                    <a:pt x="2864751" y="3413405"/>
                  </a:lnTo>
                  <a:lnTo>
                    <a:pt x="2864877" y="3413405"/>
                  </a:lnTo>
                  <a:lnTo>
                    <a:pt x="2865003" y="3413405"/>
                  </a:lnTo>
                  <a:lnTo>
                    <a:pt x="2865130" y="3413405"/>
                  </a:lnTo>
                  <a:lnTo>
                    <a:pt x="2865256" y="3413405"/>
                  </a:lnTo>
                  <a:lnTo>
                    <a:pt x="2865382" y="3413405"/>
                  </a:lnTo>
                  <a:lnTo>
                    <a:pt x="2865508" y="3413405"/>
                  </a:lnTo>
                  <a:lnTo>
                    <a:pt x="2865635" y="3413405"/>
                  </a:lnTo>
                  <a:lnTo>
                    <a:pt x="2865761" y="3413405"/>
                  </a:lnTo>
                  <a:lnTo>
                    <a:pt x="2865887" y="3413405"/>
                  </a:lnTo>
                  <a:lnTo>
                    <a:pt x="2866014" y="3413405"/>
                  </a:lnTo>
                  <a:lnTo>
                    <a:pt x="2866140" y="3413405"/>
                  </a:lnTo>
                  <a:lnTo>
                    <a:pt x="2866266" y="3413405"/>
                  </a:lnTo>
                  <a:lnTo>
                    <a:pt x="2866392" y="3413405"/>
                  </a:lnTo>
                  <a:lnTo>
                    <a:pt x="2866519" y="3413405"/>
                  </a:lnTo>
                  <a:lnTo>
                    <a:pt x="2866645" y="3413405"/>
                  </a:lnTo>
                  <a:lnTo>
                    <a:pt x="2866771" y="3413405"/>
                  </a:lnTo>
                  <a:lnTo>
                    <a:pt x="2866897" y="3413405"/>
                  </a:lnTo>
                  <a:lnTo>
                    <a:pt x="2867024" y="3413405"/>
                  </a:lnTo>
                  <a:lnTo>
                    <a:pt x="2867150" y="3413405"/>
                  </a:lnTo>
                  <a:lnTo>
                    <a:pt x="2867276" y="3413405"/>
                  </a:lnTo>
                  <a:lnTo>
                    <a:pt x="2867402" y="3413405"/>
                  </a:lnTo>
                  <a:lnTo>
                    <a:pt x="2867529" y="3413405"/>
                  </a:lnTo>
                  <a:lnTo>
                    <a:pt x="2867655" y="3413405"/>
                  </a:lnTo>
                  <a:lnTo>
                    <a:pt x="2867781" y="3413405"/>
                  </a:lnTo>
                  <a:lnTo>
                    <a:pt x="2867907" y="3413405"/>
                  </a:lnTo>
                  <a:lnTo>
                    <a:pt x="2867907" y="3408494"/>
                  </a:lnTo>
                  <a:lnTo>
                    <a:pt x="2868034" y="3408494"/>
                  </a:lnTo>
                  <a:lnTo>
                    <a:pt x="2868160" y="3408494"/>
                  </a:lnTo>
                  <a:lnTo>
                    <a:pt x="2868286" y="3408494"/>
                  </a:lnTo>
                  <a:lnTo>
                    <a:pt x="2868412" y="3408494"/>
                  </a:lnTo>
                  <a:lnTo>
                    <a:pt x="2868539" y="3408494"/>
                  </a:lnTo>
                  <a:lnTo>
                    <a:pt x="2868665" y="3408494"/>
                  </a:lnTo>
                  <a:lnTo>
                    <a:pt x="2868791" y="3408494"/>
                  </a:lnTo>
                  <a:lnTo>
                    <a:pt x="2868917" y="3408494"/>
                  </a:lnTo>
                  <a:lnTo>
                    <a:pt x="2869044" y="3408494"/>
                  </a:lnTo>
                  <a:lnTo>
                    <a:pt x="2869170" y="3408494"/>
                  </a:lnTo>
                  <a:lnTo>
                    <a:pt x="2869296" y="3408494"/>
                  </a:lnTo>
                  <a:lnTo>
                    <a:pt x="2869422" y="3408494"/>
                  </a:lnTo>
                  <a:lnTo>
                    <a:pt x="2869549" y="3408494"/>
                  </a:lnTo>
                  <a:lnTo>
                    <a:pt x="2869675" y="3408494"/>
                  </a:lnTo>
                  <a:lnTo>
                    <a:pt x="2869801" y="3408494"/>
                  </a:lnTo>
                  <a:lnTo>
                    <a:pt x="2869927" y="3408494"/>
                  </a:lnTo>
                  <a:lnTo>
                    <a:pt x="2870054" y="3408494"/>
                  </a:lnTo>
                  <a:lnTo>
                    <a:pt x="2870180" y="3408494"/>
                  </a:lnTo>
                  <a:lnTo>
                    <a:pt x="2870306" y="3408494"/>
                  </a:lnTo>
                  <a:lnTo>
                    <a:pt x="2870432" y="3408494"/>
                  </a:lnTo>
                  <a:lnTo>
                    <a:pt x="2870559" y="3408494"/>
                  </a:lnTo>
                  <a:lnTo>
                    <a:pt x="2870685" y="3408494"/>
                  </a:lnTo>
                  <a:lnTo>
                    <a:pt x="2870811" y="3408494"/>
                  </a:lnTo>
                  <a:lnTo>
                    <a:pt x="2870937" y="3408494"/>
                  </a:lnTo>
                  <a:lnTo>
                    <a:pt x="2871064" y="3408494"/>
                  </a:lnTo>
                  <a:lnTo>
                    <a:pt x="2871190" y="3408494"/>
                  </a:lnTo>
                  <a:lnTo>
                    <a:pt x="2871316" y="3408494"/>
                  </a:lnTo>
                  <a:lnTo>
                    <a:pt x="2871443" y="3408494"/>
                  </a:lnTo>
                  <a:lnTo>
                    <a:pt x="2871569" y="3408494"/>
                  </a:lnTo>
                  <a:lnTo>
                    <a:pt x="2871695" y="3408494"/>
                  </a:lnTo>
                  <a:lnTo>
                    <a:pt x="2871821" y="3408494"/>
                  </a:lnTo>
                  <a:lnTo>
                    <a:pt x="2871948" y="3408494"/>
                  </a:lnTo>
                  <a:lnTo>
                    <a:pt x="2872074" y="3408494"/>
                  </a:lnTo>
                  <a:lnTo>
                    <a:pt x="2872200" y="3408494"/>
                  </a:lnTo>
                  <a:lnTo>
                    <a:pt x="2872326" y="3408494"/>
                  </a:lnTo>
                  <a:lnTo>
                    <a:pt x="2872453" y="3408494"/>
                  </a:lnTo>
                  <a:lnTo>
                    <a:pt x="2872579" y="3408494"/>
                  </a:lnTo>
                  <a:lnTo>
                    <a:pt x="2872705" y="3408494"/>
                  </a:lnTo>
                  <a:lnTo>
                    <a:pt x="2872831" y="3408494"/>
                  </a:lnTo>
                  <a:lnTo>
                    <a:pt x="2872958" y="3408494"/>
                  </a:lnTo>
                  <a:lnTo>
                    <a:pt x="2873084" y="3408494"/>
                  </a:lnTo>
                  <a:lnTo>
                    <a:pt x="2873210" y="3408494"/>
                  </a:lnTo>
                  <a:lnTo>
                    <a:pt x="2873336" y="3408494"/>
                  </a:lnTo>
                  <a:lnTo>
                    <a:pt x="2873463" y="3408494"/>
                  </a:lnTo>
                  <a:lnTo>
                    <a:pt x="2873589" y="3408494"/>
                  </a:lnTo>
                  <a:lnTo>
                    <a:pt x="2873715" y="3408494"/>
                  </a:lnTo>
                  <a:lnTo>
                    <a:pt x="2873841" y="3408494"/>
                  </a:lnTo>
                  <a:lnTo>
                    <a:pt x="2873968" y="3408494"/>
                  </a:lnTo>
                  <a:lnTo>
                    <a:pt x="2874094" y="3408494"/>
                  </a:lnTo>
                  <a:lnTo>
                    <a:pt x="2874220" y="3408494"/>
                  </a:lnTo>
                  <a:lnTo>
                    <a:pt x="2874346" y="3408494"/>
                  </a:lnTo>
                  <a:lnTo>
                    <a:pt x="2874473" y="3408494"/>
                  </a:lnTo>
                  <a:lnTo>
                    <a:pt x="2874599" y="3408494"/>
                  </a:lnTo>
                  <a:lnTo>
                    <a:pt x="2874725" y="3408494"/>
                  </a:lnTo>
                  <a:lnTo>
                    <a:pt x="2874851" y="3408494"/>
                  </a:lnTo>
                  <a:lnTo>
                    <a:pt x="2874978" y="3408494"/>
                  </a:lnTo>
                  <a:lnTo>
                    <a:pt x="2875104" y="3408494"/>
                  </a:lnTo>
                  <a:lnTo>
                    <a:pt x="2875230" y="3408494"/>
                  </a:lnTo>
                  <a:lnTo>
                    <a:pt x="2875356" y="3408494"/>
                  </a:lnTo>
                  <a:lnTo>
                    <a:pt x="2875483" y="3408494"/>
                  </a:lnTo>
                  <a:lnTo>
                    <a:pt x="2875609" y="3408494"/>
                  </a:lnTo>
                  <a:lnTo>
                    <a:pt x="2875735" y="3408494"/>
                  </a:lnTo>
                  <a:lnTo>
                    <a:pt x="2875861" y="3408494"/>
                  </a:lnTo>
                  <a:lnTo>
                    <a:pt x="2875988" y="3408494"/>
                  </a:lnTo>
                  <a:lnTo>
                    <a:pt x="2876114" y="3408494"/>
                  </a:lnTo>
                  <a:lnTo>
                    <a:pt x="2876240" y="3408494"/>
                  </a:lnTo>
                  <a:lnTo>
                    <a:pt x="2876367" y="3408494"/>
                  </a:lnTo>
                  <a:lnTo>
                    <a:pt x="2876493" y="3408494"/>
                  </a:lnTo>
                  <a:lnTo>
                    <a:pt x="2876619" y="3408494"/>
                  </a:lnTo>
                  <a:lnTo>
                    <a:pt x="2876745" y="3408494"/>
                  </a:lnTo>
                  <a:lnTo>
                    <a:pt x="2876872" y="3408494"/>
                  </a:lnTo>
                  <a:lnTo>
                    <a:pt x="2876998" y="3408494"/>
                  </a:lnTo>
                  <a:lnTo>
                    <a:pt x="2877124" y="3408494"/>
                  </a:lnTo>
                  <a:lnTo>
                    <a:pt x="2877250" y="3408494"/>
                  </a:lnTo>
                  <a:lnTo>
                    <a:pt x="2877377" y="3408494"/>
                  </a:lnTo>
                  <a:lnTo>
                    <a:pt x="2877503" y="3408494"/>
                  </a:lnTo>
                  <a:lnTo>
                    <a:pt x="2877629" y="3408494"/>
                  </a:lnTo>
                  <a:lnTo>
                    <a:pt x="2877755" y="3408494"/>
                  </a:lnTo>
                  <a:lnTo>
                    <a:pt x="2877882" y="3408494"/>
                  </a:lnTo>
                  <a:lnTo>
                    <a:pt x="2878008" y="3408494"/>
                  </a:lnTo>
                  <a:lnTo>
                    <a:pt x="2878134" y="3408494"/>
                  </a:lnTo>
                  <a:lnTo>
                    <a:pt x="2878260" y="3408494"/>
                  </a:lnTo>
                  <a:lnTo>
                    <a:pt x="2878387" y="3408494"/>
                  </a:lnTo>
                  <a:lnTo>
                    <a:pt x="2878513" y="3408494"/>
                  </a:lnTo>
                  <a:lnTo>
                    <a:pt x="2878639" y="3408494"/>
                  </a:lnTo>
                  <a:lnTo>
                    <a:pt x="2878765" y="3408494"/>
                  </a:lnTo>
                  <a:lnTo>
                    <a:pt x="2878892" y="3408494"/>
                  </a:lnTo>
                  <a:lnTo>
                    <a:pt x="2879018" y="3408494"/>
                  </a:lnTo>
                  <a:lnTo>
                    <a:pt x="2879144" y="3408494"/>
                  </a:lnTo>
                  <a:lnTo>
                    <a:pt x="2879270" y="3408494"/>
                  </a:lnTo>
                  <a:lnTo>
                    <a:pt x="2879397" y="3408494"/>
                  </a:lnTo>
                  <a:lnTo>
                    <a:pt x="2879523" y="3408494"/>
                  </a:lnTo>
                  <a:lnTo>
                    <a:pt x="2879649" y="3408494"/>
                  </a:lnTo>
                  <a:lnTo>
                    <a:pt x="2879775" y="3408494"/>
                  </a:lnTo>
                  <a:lnTo>
                    <a:pt x="2879902" y="3408494"/>
                  </a:lnTo>
                  <a:lnTo>
                    <a:pt x="2880028" y="3408494"/>
                  </a:lnTo>
                  <a:lnTo>
                    <a:pt x="2880154" y="3408494"/>
                  </a:lnTo>
                  <a:lnTo>
                    <a:pt x="2880280" y="3408494"/>
                  </a:lnTo>
                  <a:lnTo>
                    <a:pt x="2880407" y="3408494"/>
                  </a:lnTo>
                  <a:lnTo>
                    <a:pt x="2880533" y="3408494"/>
                  </a:lnTo>
                  <a:lnTo>
                    <a:pt x="2880659" y="3408494"/>
                  </a:lnTo>
                  <a:lnTo>
                    <a:pt x="2880785" y="3408494"/>
                  </a:lnTo>
                  <a:lnTo>
                    <a:pt x="2880912" y="3408494"/>
                  </a:lnTo>
                  <a:lnTo>
                    <a:pt x="2881038" y="3408494"/>
                  </a:lnTo>
                  <a:lnTo>
                    <a:pt x="2881164" y="3408494"/>
                  </a:lnTo>
                  <a:lnTo>
                    <a:pt x="2881290" y="3408494"/>
                  </a:lnTo>
                  <a:lnTo>
                    <a:pt x="2881417" y="3408494"/>
                  </a:lnTo>
                  <a:lnTo>
                    <a:pt x="2881543" y="3408494"/>
                  </a:lnTo>
                  <a:lnTo>
                    <a:pt x="2881669" y="3408494"/>
                  </a:lnTo>
                  <a:lnTo>
                    <a:pt x="2881796" y="3408494"/>
                  </a:lnTo>
                  <a:lnTo>
                    <a:pt x="2881922" y="3408494"/>
                  </a:lnTo>
                  <a:lnTo>
                    <a:pt x="2882048" y="3408494"/>
                  </a:lnTo>
                  <a:lnTo>
                    <a:pt x="2882174" y="3408494"/>
                  </a:lnTo>
                  <a:lnTo>
                    <a:pt x="2882174" y="3403582"/>
                  </a:lnTo>
                  <a:lnTo>
                    <a:pt x="2882301" y="3403582"/>
                  </a:lnTo>
                  <a:lnTo>
                    <a:pt x="2882427" y="3403582"/>
                  </a:lnTo>
                  <a:lnTo>
                    <a:pt x="2882553" y="3403582"/>
                  </a:lnTo>
                  <a:lnTo>
                    <a:pt x="2882679" y="3403582"/>
                  </a:lnTo>
                  <a:lnTo>
                    <a:pt x="2882806" y="3403582"/>
                  </a:lnTo>
                  <a:lnTo>
                    <a:pt x="2882932" y="3403582"/>
                  </a:lnTo>
                  <a:lnTo>
                    <a:pt x="2883058" y="3403582"/>
                  </a:lnTo>
                  <a:lnTo>
                    <a:pt x="2883184" y="3403582"/>
                  </a:lnTo>
                  <a:lnTo>
                    <a:pt x="2883311" y="3403582"/>
                  </a:lnTo>
                  <a:lnTo>
                    <a:pt x="2883437" y="3403582"/>
                  </a:lnTo>
                  <a:lnTo>
                    <a:pt x="2883563" y="3403582"/>
                  </a:lnTo>
                  <a:lnTo>
                    <a:pt x="2883689" y="3403582"/>
                  </a:lnTo>
                  <a:lnTo>
                    <a:pt x="2883816" y="3403582"/>
                  </a:lnTo>
                  <a:lnTo>
                    <a:pt x="2883942" y="3403582"/>
                  </a:lnTo>
                  <a:lnTo>
                    <a:pt x="2884068" y="3403582"/>
                  </a:lnTo>
                  <a:lnTo>
                    <a:pt x="2884194" y="3403582"/>
                  </a:lnTo>
                  <a:lnTo>
                    <a:pt x="2884321" y="3403582"/>
                  </a:lnTo>
                  <a:lnTo>
                    <a:pt x="2884447" y="3403582"/>
                  </a:lnTo>
                  <a:lnTo>
                    <a:pt x="2884573" y="3403582"/>
                  </a:lnTo>
                  <a:lnTo>
                    <a:pt x="2884699" y="3403582"/>
                  </a:lnTo>
                  <a:lnTo>
                    <a:pt x="2884826" y="3403582"/>
                  </a:lnTo>
                  <a:lnTo>
                    <a:pt x="2884952" y="3403582"/>
                  </a:lnTo>
                  <a:lnTo>
                    <a:pt x="2885078" y="3403582"/>
                  </a:lnTo>
                  <a:lnTo>
                    <a:pt x="2885204" y="3403582"/>
                  </a:lnTo>
                  <a:lnTo>
                    <a:pt x="2885331" y="3403582"/>
                  </a:lnTo>
                  <a:lnTo>
                    <a:pt x="2885457" y="3403582"/>
                  </a:lnTo>
                  <a:lnTo>
                    <a:pt x="2885583" y="3403582"/>
                  </a:lnTo>
                  <a:lnTo>
                    <a:pt x="2885709" y="3403582"/>
                  </a:lnTo>
                  <a:lnTo>
                    <a:pt x="2885836" y="3403582"/>
                  </a:lnTo>
                  <a:lnTo>
                    <a:pt x="2885962" y="3403582"/>
                  </a:lnTo>
                  <a:lnTo>
                    <a:pt x="2886088" y="3403582"/>
                  </a:lnTo>
                  <a:lnTo>
                    <a:pt x="2886214" y="3403582"/>
                  </a:lnTo>
                  <a:lnTo>
                    <a:pt x="2886341" y="3403582"/>
                  </a:lnTo>
                  <a:lnTo>
                    <a:pt x="2886467" y="3403582"/>
                  </a:lnTo>
                  <a:lnTo>
                    <a:pt x="2886593" y="3403582"/>
                  </a:lnTo>
                  <a:lnTo>
                    <a:pt x="2886720" y="3403582"/>
                  </a:lnTo>
                  <a:lnTo>
                    <a:pt x="2886846" y="3403582"/>
                  </a:lnTo>
                  <a:lnTo>
                    <a:pt x="2886972" y="3403582"/>
                  </a:lnTo>
                  <a:lnTo>
                    <a:pt x="2887098" y="3403582"/>
                  </a:lnTo>
                  <a:lnTo>
                    <a:pt x="2887225" y="3403582"/>
                  </a:lnTo>
                  <a:lnTo>
                    <a:pt x="2887351" y="3403582"/>
                  </a:lnTo>
                  <a:lnTo>
                    <a:pt x="2887477" y="3403582"/>
                  </a:lnTo>
                  <a:lnTo>
                    <a:pt x="2887603" y="3403582"/>
                  </a:lnTo>
                  <a:lnTo>
                    <a:pt x="2887730" y="3403582"/>
                  </a:lnTo>
                  <a:lnTo>
                    <a:pt x="2887856" y="3403582"/>
                  </a:lnTo>
                  <a:lnTo>
                    <a:pt x="2887982" y="3403582"/>
                  </a:lnTo>
                  <a:lnTo>
                    <a:pt x="2888108" y="3403582"/>
                  </a:lnTo>
                  <a:lnTo>
                    <a:pt x="2888235" y="3403582"/>
                  </a:lnTo>
                  <a:lnTo>
                    <a:pt x="2888361" y="3403582"/>
                  </a:lnTo>
                  <a:lnTo>
                    <a:pt x="2888487" y="3403582"/>
                  </a:lnTo>
                  <a:lnTo>
                    <a:pt x="2888613" y="3403582"/>
                  </a:lnTo>
                  <a:lnTo>
                    <a:pt x="2888740" y="3403582"/>
                  </a:lnTo>
                  <a:lnTo>
                    <a:pt x="2888866" y="3403582"/>
                  </a:lnTo>
                  <a:lnTo>
                    <a:pt x="2888992" y="3403582"/>
                  </a:lnTo>
                  <a:lnTo>
                    <a:pt x="2889118" y="3403582"/>
                  </a:lnTo>
                  <a:lnTo>
                    <a:pt x="2889245" y="3403582"/>
                  </a:lnTo>
                  <a:lnTo>
                    <a:pt x="2889371" y="3403582"/>
                  </a:lnTo>
                  <a:lnTo>
                    <a:pt x="2889497" y="3403582"/>
                  </a:lnTo>
                  <a:lnTo>
                    <a:pt x="2889623" y="3403582"/>
                  </a:lnTo>
                  <a:lnTo>
                    <a:pt x="2889623" y="3398671"/>
                  </a:lnTo>
                  <a:lnTo>
                    <a:pt x="2889750" y="3398671"/>
                  </a:lnTo>
                  <a:lnTo>
                    <a:pt x="2889876" y="3398671"/>
                  </a:lnTo>
                  <a:lnTo>
                    <a:pt x="2890002" y="3398671"/>
                  </a:lnTo>
                  <a:lnTo>
                    <a:pt x="2890128" y="3398671"/>
                  </a:lnTo>
                  <a:lnTo>
                    <a:pt x="2890255" y="3398671"/>
                  </a:lnTo>
                  <a:lnTo>
                    <a:pt x="2890381" y="3398671"/>
                  </a:lnTo>
                  <a:lnTo>
                    <a:pt x="2890507" y="3398671"/>
                  </a:lnTo>
                  <a:lnTo>
                    <a:pt x="2890633" y="3398671"/>
                  </a:lnTo>
                  <a:lnTo>
                    <a:pt x="2890760" y="3398671"/>
                  </a:lnTo>
                  <a:lnTo>
                    <a:pt x="2890886" y="3398671"/>
                  </a:lnTo>
                  <a:lnTo>
                    <a:pt x="2891012" y="3398671"/>
                  </a:lnTo>
                  <a:lnTo>
                    <a:pt x="2891138" y="3398671"/>
                  </a:lnTo>
                  <a:lnTo>
                    <a:pt x="2891265" y="3398671"/>
                  </a:lnTo>
                  <a:lnTo>
                    <a:pt x="2891391" y="3398671"/>
                  </a:lnTo>
                  <a:lnTo>
                    <a:pt x="2891517" y="3398671"/>
                  </a:lnTo>
                  <a:lnTo>
                    <a:pt x="2891643" y="3398671"/>
                  </a:lnTo>
                  <a:lnTo>
                    <a:pt x="2891770" y="3398671"/>
                  </a:lnTo>
                  <a:lnTo>
                    <a:pt x="2891896" y="3398671"/>
                  </a:lnTo>
                  <a:lnTo>
                    <a:pt x="2892022" y="3398671"/>
                  </a:lnTo>
                  <a:lnTo>
                    <a:pt x="2892149" y="3398671"/>
                  </a:lnTo>
                  <a:lnTo>
                    <a:pt x="2892275" y="3398671"/>
                  </a:lnTo>
                  <a:lnTo>
                    <a:pt x="2892401" y="3398671"/>
                  </a:lnTo>
                  <a:lnTo>
                    <a:pt x="2892527" y="3398671"/>
                  </a:lnTo>
                  <a:lnTo>
                    <a:pt x="2892654" y="3398671"/>
                  </a:lnTo>
                  <a:lnTo>
                    <a:pt x="2892780" y="3398671"/>
                  </a:lnTo>
                  <a:lnTo>
                    <a:pt x="2892906" y="3398671"/>
                  </a:lnTo>
                  <a:lnTo>
                    <a:pt x="2893032" y="3398671"/>
                  </a:lnTo>
                  <a:lnTo>
                    <a:pt x="2893159" y="3398671"/>
                  </a:lnTo>
                  <a:lnTo>
                    <a:pt x="2893285" y="3398671"/>
                  </a:lnTo>
                  <a:lnTo>
                    <a:pt x="2893411" y="3398671"/>
                  </a:lnTo>
                  <a:lnTo>
                    <a:pt x="2893537" y="3398671"/>
                  </a:lnTo>
                  <a:lnTo>
                    <a:pt x="2893664" y="3398671"/>
                  </a:lnTo>
                  <a:lnTo>
                    <a:pt x="2893790" y="3398671"/>
                  </a:lnTo>
                  <a:lnTo>
                    <a:pt x="2893916" y="3398671"/>
                  </a:lnTo>
                  <a:lnTo>
                    <a:pt x="2894042" y="3398671"/>
                  </a:lnTo>
                  <a:lnTo>
                    <a:pt x="2894169" y="3398671"/>
                  </a:lnTo>
                  <a:lnTo>
                    <a:pt x="2894295" y="3398671"/>
                  </a:lnTo>
                  <a:lnTo>
                    <a:pt x="2894421" y="3398671"/>
                  </a:lnTo>
                  <a:lnTo>
                    <a:pt x="2894547" y="3398671"/>
                  </a:lnTo>
                  <a:lnTo>
                    <a:pt x="2894674" y="3398671"/>
                  </a:lnTo>
                  <a:lnTo>
                    <a:pt x="2894800" y="3398671"/>
                  </a:lnTo>
                  <a:lnTo>
                    <a:pt x="2894926" y="3398671"/>
                  </a:lnTo>
                  <a:lnTo>
                    <a:pt x="2895052" y="3398671"/>
                  </a:lnTo>
                  <a:lnTo>
                    <a:pt x="2895179" y="3398671"/>
                  </a:lnTo>
                  <a:lnTo>
                    <a:pt x="2895305" y="3398671"/>
                  </a:lnTo>
                  <a:lnTo>
                    <a:pt x="2895431" y="3398671"/>
                  </a:lnTo>
                  <a:lnTo>
                    <a:pt x="2895557" y="3398671"/>
                  </a:lnTo>
                  <a:lnTo>
                    <a:pt x="2895684" y="3398671"/>
                  </a:lnTo>
                  <a:lnTo>
                    <a:pt x="2895810" y="3398671"/>
                  </a:lnTo>
                  <a:lnTo>
                    <a:pt x="2895936" y="3398671"/>
                  </a:lnTo>
                  <a:lnTo>
                    <a:pt x="2896062" y="3398671"/>
                  </a:lnTo>
                  <a:lnTo>
                    <a:pt x="2896189" y="3398671"/>
                  </a:lnTo>
                  <a:lnTo>
                    <a:pt x="2896315" y="3398671"/>
                  </a:lnTo>
                  <a:lnTo>
                    <a:pt x="2896441" y="3398671"/>
                  </a:lnTo>
                  <a:lnTo>
                    <a:pt x="2896567" y="3398671"/>
                  </a:lnTo>
                  <a:lnTo>
                    <a:pt x="2896694" y="3398671"/>
                  </a:lnTo>
                  <a:lnTo>
                    <a:pt x="2896820" y="3398671"/>
                  </a:lnTo>
                  <a:lnTo>
                    <a:pt x="2896946" y="3398671"/>
                  </a:lnTo>
                  <a:lnTo>
                    <a:pt x="2897073" y="3398671"/>
                  </a:lnTo>
                  <a:lnTo>
                    <a:pt x="2897199" y="3398671"/>
                  </a:lnTo>
                  <a:lnTo>
                    <a:pt x="2897325" y="3398671"/>
                  </a:lnTo>
                  <a:lnTo>
                    <a:pt x="2897451" y="3398671"/>
                  </a:lnTo>
                  <a:lnTo>
                    <a:pt x="2897578" y="3398671"/>
                  </a:lnTo>
                  <a:lnTo>
                    <a:pt x="2897704" y="3398671"/>
                  </a:lnTo>
                  <a:lnTo>
                    <a:pt x="2897830" y="3398671"/>
                  </a:lnTo>
                  <a:lnTo>
                    <a:pt x="2897956" y="3398671"/>
                  </a:lnTo>
                  <a:lnTo>
                    <a:pt x="2897956" y="3393760"/>
                  </a:lnTo>
                  <a:lnTo>
                    <a:pt x="2898083" y="3393760"/>
                  </a:lnTo>
                  <a:lnTo>
                    <a:pt x="2898209" y="3393760"/>
                  </a:lnTo>
                  <a:lnTo>
                    <a:pt x="2898335" y="3393760"/>
                  </a:lnTo>
                  <a:lnTo>
                    <a:pt x="2898461" y="3393760"/>
                  </a:lnTo>
                  <a:lnTo>
                    <a:pt x="2898588" y="3393760"/>
                  </a:lnTo>
                  <a:lnTo>
                    <a:pt x="2898714" y="3393760"/>
                  </a:lnTo>
                  <a:lnTo>
                    <a:pt x="2898840" y="3393760"/>
                  </a:lnTo>
                  <a:lnTo>
                    <a:pt x="2898966" y="3393760"/>
                  </a:lnTo>
                  <a:lnTo>
                    <a:pt x="2899093" y="3393760"/>
                  </a:lnTo>
                  <a:lnTo>
                    <a:pt x="2899219" y="3393760"/>
                  </a:lnTo>
                  <a:lnTo>
                    <a:pt x="2899345" y="3393760"/>
                  </a:lnTo>
                  <a:lnTo>
                    <a:pt x="2899471" y="3393760"/>
                  </a:lnTo>
                  <a:lnTo>
                    <a:pt x="2899598" y="3393760"/>
                  </a:lnTo>
                  <a:lnTo>
                    <a:pt x="2899724" y="3393760"/>
                  </a:lnTo>
                  <a:lnTo>
                    <a:pt x="2899850" y="3393760"/>
                  </a:lnTo>
                  <a:lnTo>
                    <a:pt x="2899850" y="3388848"/>
                  </a:lnTo>
                  <a:lnTo>
                    <a:pt x="2899976" y="3388848"/>
                  </a:lnTo>
                  <a:lnTo>
                    <a:pt x="2900103" y="3388848"/>
                  </a:lnTo>
                  <a:lnTo>
                    <a:pt x="2900229" y="3388848"/>
                  </a:lnTo>
                  <a:lnTo>
                    <a:pt x="2900355" y="3388848"/>
                  </a:lnTo>
                  <a:lnTo>
                    <a:pt x="2900481" y="3388848"/>
                  </a:lnTo>
                  <a:lnTo>
                    <a:pt x="2900608" y="3388848"/>
                  </a:lnTo>
                  <a:lnTo>
                    <a:pt x="2900734" y="3388848"/>
                  </a:lnTo>
                  <a:lnTo>
                    <a:pt x="2900860" y="3388848"/>
                  </a:lnTo>
                  <a:lnTo>
                    <a:pt x="2900986" y="3388848"/>
                  </a:lnTo>
                  <a:lnTo>
                    <a:pt x="2901113" y="3388848"/>
                  </a:lnTo>
                  <a:lnTo>
                    <a:pt x="2901239" y="3388848"/>
                  </a:lnTo>
                  <a:lnTo>
                    <a:pt x="2901365" y="3388848"/>
                  </a:lnTo>
                  <a:lnTo>
                    <a:pt x="2901491" y="3388848"/>
                  </a:lnTo>
                  <a:lnTo>
                    <a:pt x="2901618" y="3388848"/>
                  </a:lnTo>
                  <a:lnTo>
                    <a:pt x="2901744" y="3388848"/>
                  </a:lnTo>
                  <a:lnTo>
                    <a:pt x="2901870" y="3388848"/>
                  </a:lnTo>
                  <a:lnTo>
                    <a:pt x="2901996" y="3388848"/>
                  </a:lnTo>
                  <a:lnTo>
                    <a:pt x="2902123" y="3388848"/>
                  </a:lnTo>
                  <a:lnTo>
                    <a:pt x="2902249" y="3388848"/>
                  </a:lnTo>
                  <a:lnTo>
                    <a:pt x="2902375" y="3388848"/>
                  </a:lnTo>
                  <a:lnTo>
                    <a:pt x="2902502" y="3388848"/>
                  </a:lnTo>
                  <a:lnTo>
                    <a:pt x="2902628" y="3388848"/>
                  </a:lnTo>
                  <a:lnTo>
                    <a:pt x="2902754" y="3388848"/>
                  </a:lnTo>
                  <a:lnTo>
                    <a:pt x="2902880" y="3388848"/>
                  </a:lnTo>
                  <a:lnTo>
                    <a:pt x="2903007" y="3388848"/>
                  </a:lnTo>
                  <a:lnTo>
                    <a:pt x="2903133" y="3388848"/>
                  </a:lnTo>
                  <a:lnTo>
                    <a:pt x="2903259" y="3388848"/>
                  </a:lnTo>
                  <a:lnTo>
                    <a:pt x="2903385" y="3388848"/>
                  </a:lnTo>
                  <a:lnTo>
                    <a:pt x="2903512" y="3388848"/>
                  </a:lnTo>
                  <a:lnTo>
                    <a:pt x="2903638" y="3388848"/>
                  </a:lnTo>
                  <a:lnTo>
                    <a:pt x="2903764" y="3388848"/>
                  </a:lnTo>
                  <a:lnTo>
                    <a:pt x="2903890" y="3388848"/>
                  </a:lnTo>
                  <a:lnTo>
                    <a:pt x="2904017" y="3388848"/>
                  </a:lnTo>
                  <a:lnTo>
                    <a:pt x="2904143" y="3388848"/>
                  </a:lnTo>
                  <a:lnTo>
                    <a:pt x="2904269" y="3388848"/>
                  </a:lnTo>
                  <a:lnTo>
                    <a:pt x="2904395" y="3388848"/>
                  </a:lnTo>
                  <a:lnTo>
                    <a:pt x="2904522" y="3388848"/>
                  </a:lnTo>
                  <a:lnTo>
                    <a:pt x="2904648" y="3388848"/>
                  </a:lnTo>
                  <a:lnTo>
                    <a:pt x="2904774" y="3388848"/>
                  </a:lnTo>
                  <a:lnTo>
                    <a:pt x="2904900" y="3388848"/>
                  </a:lnTo>
                  <a:lnTo>
                    <a:pt x="2905027" y="3388848"/>
                  </a:lnTo>
                  <a:lnTo>
                    <a:pt x="2905153" y="3388848"/>
                  </a:lnTo>
                  <a:lnTo>
                    <a:pt x="2905279" y="3388848"/>
                  </a:lnTo>
                  <a:lnTo>
                    <a:pt x="2905405" y="3388848"/>
                  </a:lnTo>
                  <a:lnTo>
                    <a:pt x="2905532" y="3388848"/>
                  </a:lnTo>
                  <a:lnTo>
                    <a:pt x="2905658" y="3388848"/>
                  </a:lnTo>
                  <a:lnTo>
                    <a:pt x="2905784" y="3388848"/>
                  </a:lnTo>
                  <a:lnTo>
                    <a:pt x="2905910" y="3388848"/>
                  </a:lnTo>
                  <a:lnTo>
                    <a:pt x="2906037" y="3388848"/>
                  </a:lnTo>
                  <a:lnTo>
                    <a:pt x="2906163" y="3388848"/>
                  </a:lnTo>
                  <a:lnTo>
                    <a:pt x="2906289" y="3388848"/>
                  </a:lnTo>
                  <a:lnTo>
                    <a:pt x="2906415" y="3388848"/>
                  </a:lnTo>
                  <a:lnTo>
                    <a:pt x="2906542" y="3388848"/>
                  </a:lnTo>
                  <a:lnTo>
                    <a:pt x="2906668" y="3388848"/>
                  </a:lnTo>
                  <a:lnTo>
                    <a:pt x="2906794" y="3388848"/>
                  </a:lnTo>
                  <a:lnTo>
                    <a:pt x="2906920" y="3388848"/>
                  </a:lnTo>
                  <a:lnTo>
                    <a:pt x="2907047" y="3388848"/>
                  </a:lnTo>
                  <a:lnTo>
                    <a:pt x="2907173" y="3388848"/>
                  </a:lnTo>
                  <a:lnTo>
                    <a:pt x="2907299" y="3388848"/>
                  </a:lnTo>
                  <a:lnTo>
                    <a:pt x="2907426" y="3388848"/>
                  </a:lnTo>
                  <a:lnTo>
                    <a:pt x="2907552" y="3388848"/>
                  </a:lnTo>
                  <a:lnTo>
                    <a:pt x="2907678" y="3388848"/>
                  </a:lnTo>
                  <a:lnTo>
                    <a:pt x="2907804" y="3388848"/>
                  </a:lnTo>
                  <a:lnTo>
                    <a:pt x="2907931" y="3388848"/>
                  </a:lnTo>
                  <a:lnTo>
                    <a:pt x="2908057" y="3388848"/>
                  </a:lnTo>
                  <a:lnTo>
                    <a:pt x="2908057" y="3383937"/>
                  </a:lnTo>
                  <a:lnTo>
                    <a:pt x="2908183" y="3383937"/>
                  </a:lnTo>
                  <a:lnTo>
                    <a:pt x="2908309" y="3383937"/>
                  </a:lnTo>
                  <a:lnTo>
                    <a:pt x="2908436" y="3383937"/>
                  </a:lnTo>
                  <a:lnTo>
                    <a:pt x="2908562" y="3383937"/>
                  </a:lnTo>
                  <a:lnTo>
                    <a:pt x="2908688" y="3383937"/>
                  </a:lnTo>
                  <a:lnTo>
                    <a:pt x="2908814" y="3383937"/>
                  </a:lnTo>
                  <a:lnTo>
                    <a:pt x="2908941" y="3383937"/>
                  </a:lnTo>
                  <a:lnTo>
                    <a:pt x="2909067" y="3383937"/>
                  </a:lnTo>
                  <a:lnTo>
                    <a:pt x="2909193" y="3383937"/>
                  </a:lnTo>
                  <a:lnTo>
                    <a:pt x="2909319" y="3383937"/>
                  </a:lnTo>
                  <a:lnTo>
                    <a:pt x="2909446" y="3383937"/>
                  </a:lnTo>
                  <a:lnTo>
                    <a:pt x="2909572" y="3383937"/>
                  </a:lnTo>
                  <a:lnTo>
                    <a:pt x="2909698" y="3383937"/>
                  </a:lnTo>
                  <a:lnTo>
                    <a:pt x="2909824" y="3383937"/>
                  </a:lnTo>
                  <a:lnTo>
                    <a:pt x="2909951" y="3383937"/>
                  </a:lnTo>
                  <a:lnTo>
                    <a:pt x="2910077" y="3383937"/>
                  </a:lnTo>
                  <a:lnTo>
                    <a:pt x="2910203" y="3383937"/>
                  </a:lnTo>
                  <a:lnTo>
                    <a:pt x="2910329" y="3383937"/>
                  </a:lnTo>
                  <a:lnTo>
                    <a:pt x="2910456" y="3383937"/>
                  </a:lnTo>
                  <a:lnTo>
                    <a:pt x="2910582" y="3383937"/>
                  </a:lnTo>
                  <a:lnTo>
                    <a:pt x="2910708" y="3383937"/>
                  </a:lnTo>
                  <a:lnTo>
                    <a:pt x="2910834" y="3383937"/>
                  </a:lnTo>
                  <a:lnTo>
                    <a:pt x="2910961" y="3383937"/>
                  </a:lnTo>
                  <a:lnTo>
                    <a:pt x="2911087" y="3383937"/>
                  </a:lnTo>
                  <a:lnTo>
                    <a:pt x="2911213" y="3383937"/>
                  </a:lnTo>
                  <a:lnTo>
                    <a:pt x="2911339" y="3383937"/>
                  </a:lnTo>
                  <a:lnTo>
                    <a:pt x="2911466" y="3383937"/>
                  </a:lnTo>
                  <a:lnTo>
                    <a:pt x="2911592" y="3383937"/>
                  </a:lnTo>
                  <a:lnTo>
                    <a:pt x="2911718" y="3383937"/>
                  </a:lnTo>
                  <a:lnTo>
                    <a:pt x="2911844" y="3383937"/>
                  </a:lnTo>
                  <a:lnTo>
                    <a:pt x="2911971" y="3383937"/>
                  </a:lnTo>
                  <a:lnTo>
                    <a:pt x="2912097" y="3383937"/>
                  </a:lnTo>
                  <a:lnTo>
                    <a:pt x="2912223" y="3383937"/>
                  </a:lnTo>
                  <a:lnTo>
                    <a:pt x="2912350" y="3383937"/>
                  </a:lnTo>
                  <a:lnTo>
                    <a:pt x="2912476" y="3383937"/>
                  </a:lnTo>
                  <a:lnTo>
                    <a:pt x="2912602" y="3383937"/>
                  </a:lnTo>
                  <a:lnTo>
                    <a:pt x="2912728" y="3383937"/>
                  </a:lnTo>
                  <a:lnTo>
                    <a:pt x="2912855" y="3383937"/>
                  </a:lnTo>
                  <a:lnTo>
                    <a:pt x="2912981" y="3383937"/>
                  </a:lnTo>
                  <a:lnTo>
                    <a:pt x="2913107" y="3383937"/>
                  </a:lnTo>
                  <a:lnTo>
                    <a:pt x="2913233" y="3383937"/>
                  </a:lnTo>
                  <a:lnTo>
                    <a:pt x="2913360" y="3383937"/>
                  </a:lnTo>
                  <a:lnTo>
                    <a:pt x="2913486" y="3383937"/>
                  </a:lnTo>
                  <a:lnTo>
                    <a:pt x="2913612" y="3383937"/>
                  </a:lnTo>
                  <a:lnTo>
                    <a:pt x="2913738" y="3383937"/>
                  </a:lnTo>
                  <a:lnTo>
                    <a:pt x="2913865" y="3383937"/>
                  </a:lnTo>
                  <a:lnTo>
                    <a:pt x="2913991" y="3383937"/>
                  </a:lnTo>
                  <a:lnTo>
                    <a:pt x="2914117" y="3383937"/>
                  </a:lnTo>
                  <a:lnTo>
                    <a:pt x="2914243" y="3383937"/>
                  </a:lnTo>
                  <a:lnTo>
                    <a:pt x="2914370" y="3383937"/>
                  </a:lnTo>
                  <a:lnTo>
                    <a:pt x="2914496" y="3383937"/>
                  </a:lnTo>
                  <a:lnTo>
                    <a:pt x="2914622" y="3383937"/>
                  </a:lnTo>
                  <a:lnTo>
                    <a:pt x="2914748" y="3383937"/>
                  </a:lnTo>
                  <a:lnTo>
                    <a:pt x="2914875" y="3383937"/>
                  </a:lnTo>
                  <a:lnTo>
                    <a:pt x="2915001" y="3383937"/>
                  </a:lnTo>
                  <a:lnTo>
                    <a:pt x="2915127" y="3383937"/>
                  </a:lnTo>
                  <a:lnTo>
                    <a:pt x="2915253" y="3383937"/>
                  </a:lnTo>
                  <a:lnTo>
                    <a:pt x="2915380" y="3383937"/>
                  </a:lnTo>
                  <a:lnTo>
                    <a:pt x="2915506" y="3383937"/>
                  </a:lnTo>
                  <a:lnTo>
                    <a:pt x="2915632" y="3383937"/>
                  </a:lnTo>
                  <a:lnTo>
                    <a:pt x="2915758" y="3383937"/>
                  </a:lnTo>
                  <a:lnTo>
                    <a:pt x="2915885" y="3383937"/>
                  </a:lnTo>
                  <a:lnTo>
                    <a:pt x="2916011" y="3383937"/>
                  </a:lnTo>
                  <a:lnTo>
                    <a:pt x="2916011" y="3379025"/>
                  </a:lnTo>
                  <a:lnTo>
                    <a:pt x="2916137" y="3379025"/>
                  </a:lnTo>
                  <a:lnTo>
                    <a:pt x="2916263" y="3379025"/>
                  </a:lnTo>
                  <a:lnTo>
                    <a:pt x="2916390" y="3379025"/>
                  </a:lnTo>
                  <a:lnTo>
                    <a:pt x="2916516" y="3379025"/>
                  </a:lnTo>
                  <a:lnTo>
                    <a:pt x="2916642" y="3379025"/>
                  </a:lnTo>
                  <a:lnTo>
                    <a:pt x="2916768" y="3379025"/>
                  </a:lnTo>
                  <a:lnTo>
                    <a:pt x="2916895" y="3379025"/>
                  </a:lnTo>
                  <a:lnTo>
                    <a:pt x="2917021" y="3379025"/>
                  </a:lnTo>
                  <a:lnTo>
                    <a:pt x="2917147" y="3379025"/>
                  </a:lnTo>
                  <a:lnTo>
                    <a:pt x="2917273" y="3379025"/>
                  </a:lnTo>
                  <a:lnTo>
                    <a:pt x="2917400" y="3379025"/>
                  </a:lnTo>
                  <a:lnTo>
                    <a:pt x="2917526" y="3379025"/>
                  </a:lnTo>
                  <a:lnTo>
                    <a:pt x="2917652" y="3379025"/>
                  </a:lnTo>
                  <a:lnTo>
                    <a:pt x="2917779" y="3379025"/>
                  </a:lnTo>
                  <a:lnTo>
                    <a:pt x="2917905" y="3379025"/>
                  </a:lnTo>
                  <a:lnTo>
                    <a:pt x="2918031" y="3379025"/>
                  </a:lnTo>
                  <a:lnTo>
                    <a:pt x="2918157" y="3379025"/>
                  </a:lnTo>
                  <a:lnTo>
                    <a:pt x="2918284" y="3379025"/>
                  </a:lnTo>
                  <a:lnTo>
                    <a:pt x="2918410" y="3379025"/>
                  </a:lnTo>
                  <a:lnTo>
                    <a:pt x="2918536" y="3379025"/>
                  </a:lnTo>
                  <a:lnTo>
                    <a:pt x="2918662" y="3379025"/>
                  </a:lnTo>
                  <a:lnTo>
                    <a:pt x="2918789" y="3379025"/>
                  </a:lnTo>
                  <a:lnTo>
                    <a:pt x="2918915" y="3379025"/>
                  </a:lnTo>
                  <a:lnTo>
                    <a:pt x="2919041" y="3379025"/>
                  </a:lnTo>
                  <a:lnTo>
                    <a:pt x="2919167" y="3379025"/>
                  </a:lnTo>
                  <a:lnTo>
                    <a:pt x="2919294" y="3379025"/>
                  </a:lnTo>
                  <a:lnTo>
                    <a:pt x="2919420" y="3379025"/>
                  </a:lnTo>
                  <a:lnTo>
                    <a:pt x="2919546" y="3379025"/>
                  </a:lnTo>
                  <a:lnTo>
                    <a:pt x="2919672" y="3379025"/>
                  </a:lnTo>
                  <a:lnTo>
                    <a:pt x="2919799" y="3379025"/>
                  </a:lnTo>
                  <a:lnTo>
                    <a:pt x="2919925" y="3379025"/>
                  </a:lnTo>
                  <a:lnTo>
                    <a:pt x="2920051" y="3379025"/>
                  </a:lnTo>
                  <a:lnTo>
                    <a:pt x="2920177" y="3379025"/>
                  </a:lnTo>
                  <a:lnTo>
                    <a:pt x="2920304" y="3379025"/>
                  </a:lnTo>
                  <a:lnTo>
                    <a:pt x="2920430" y="3379025"/>
                  </a:lnTo>
                  <a:lnTo>
                    <a:pt x="2920556" y="3379025"/>
                  </a:lnTo>
                  <a:lnTo>
                    <a:pt x="2920682" y="3379025"/>
                  </a:lnTo>
                  <a:lnTo>
                    <a:pt x="2920809" y="3379025"/>
                  </a:lnTo>
                  <a:lnTo>
                    <a:pt x="2920935" y="3379025"/>
                  </a:lnTo>
                  <a:lnTo>
                    <a:pt x="2921061" y="3379025"/>
                  </a:lnTo>
                  <a:lnTo>
                    <a:pt x="2921187" y="3379025"/>
                  </a:lnTo>
                  <a:lnTo>
                    <a:pt x="2921187" y="3374114"/>
                  </a:lnTo>
                  <a:lnTo>
                    <a:pt x="2921314" y="3374114"/>
                  </a:lnTo>
                  <a:lnTo>
                    <a:pt x="2921440" y="3374114"/>
                  </a:lnTo>
                  <a:lnTo>
                    <a:pt x="2921566" y="3374114"/>
                  </a:lnTo>
                  <a:lnTo>
                    <a:pt x="2921692" y="3374114"/>
                  </a:lnTo>
                  <a:lnTo>
                    <a:pt x="2921819" y="3374114"/>
                  </a:lnTo>
                  <a:lnTo>
                    <a:pt x="2921945" y="3374114"/>
                  </a:lnTo>
                  <a:lnTo>
                    <a:pt x="2922071" y="3374114"/>
                  </a:lnTo>
                  <a:lnTo>
                    <a:pt x="2922197" y="3374114"/>
                  </a:lnTo>
                  <a:lnTo>
                    <a:pt x="2922324" y="3374114"/>
                  </a:lnTo>
                  <a:lnTo>
                    <a:pt x="2922324" y="3369203"/>
                  </a:lnTo>
                  <a:lnTo>
                    <a:pt x="2922450" y="3369203"/>
                  </a:lnTo>
                  <a:lnTo>
                    <a:pt x="2922576" y="3369203"/>
                  </a:lnTo>
                  <a:lnTo>
                    <a:pt x="2922703" y="3369203"/>
                  </a:lnTo>
                  <a:lnTo>
                    <a:pt x="2922829" y="3369203"/>
                  </a:lnTo>
                  <a:lnTo>
                    <a:pt x="2922955" y="3369203"/>
                  </a:lnTo>
                  <a:lnTo>
                    <a:pt x="2923081" y="3369203"/>
                  </a:lnTo>
                  <a:lnTo>
                    <a:pt x="2923208" y="3369203"/>
                  </a:lnTo>
                  <a:lnTo>
                    <a:pt x="2923334" y="3369203"/>
                  </a:lnTo>
                  <a:lnTo>
                    <a:pt x="2923460" y="3369203"/>
                  </a:lnTo>
                  <a:lnTo>
                    <a:pt x="2923586" y="3369203"/>
                  </a:lnTo>
                  <a:lnTo>
                    <a:pt x="2923713" y="3369203"/>
                  </a:lnTo>
                  <a:lnTo>
                    <a:pt x="2923713" y="3364291"/>
                  </a:lnTo>
                  <a:lnTo>
                    <a:pt x="2923839" y="3364291"/>
                  </a:lnTo>
                  <a:lnTo>
                    <a:pt x="2923965" y="3364291"/>
                  </a:lnTo>
                  <a:lnTo>
                    <a:pt x="2924091" y="3364291"/>
                  </a:lnTo>
                  <a:lnTo>
                    <a:pt x="2924218" y="3364291"/>
                  </a:lnTo>
                  <a:lnTo>
                    <a:pt x="2924344" y="3364291"/>
                  </a:lnTo>
                  <a:lnTo>
                    <a:pt x="2924470" y="3364291"/>
                  </a:lnTo>
                  <a:lnTo>
                    <a:pt x="2924596" y="3364291"/>
                  </a:lnTo>
                  <a:lnTo>
                    <a:pt x="2924723" y="3364291"/>
                  </a:lnTo>
                  <a:lnTo>
                    <a:pt x="2924849" y="3364291"/>
                  </a:lnTo>
                  <a:lnTo>
                    <a:pt x="2924975" y="3364291"/>
                  </a:lnTo>
                  <a:lnTo>
                    <a:pt x="2925101" y="3364291"/>
                  </a:lnTo>
                  <a:lnTo>
                    <a:pt x="2925228" y="3364291"/>
                  </a:lnTo>
                  <a:lnTo>
                    <a:pt x="2925354" y="3364291"/>
                  </a:lnTo>
                  <a:lnTo>
                    <a:pt x="2925480" y="3364291"/>
                  </a:lnTo>
                  <a:lnTo>
                    <a:pt x="2925606" y="3364291"/>
                  </a:lnTo>
                  <a:lnTo>
                    <a:pt x="2925733" y="3364291"/>
                  </a:lnTo>
                  <a:lnTo>
                    <a:pt x="2925859" y="3364291"/>
                  </a:lnTo>
                  <a:lnTo>
                    <a:pt x="2925985" y="3364291"/>
                  </a:lnTo>
                  <a:lnTo>
                    <a:pt x="2926111" y="3364291"/>
                  </a:lnTo>
                  <a:lnTo>
                    <a:pt x="2926238" y="3364291"/>
                  </a:lnTo>
                  <a:lnTo>
                    <a:pt x="2926364" y="3364291"/>
                  </a:lnTo>
                  <a:lnTo>
                    <a:pt x="2926490" y="3364291"/>
                  </a:lnTo>
                  <a:lnTo>
                    <a:pt x="2926616" y="3364291"/>
                  </a:lnTo>
                  <a:lnTo>
                    <a:pt x="2926743" y="3364291"/>
                  </a:lnTo>
                  <a:lnTo>
                    <a:pt x="2926869" y="3364291"/>
                  </a:lnTo>
                  <a:lnTo>
                    <a:pt x="2926995" y="3364291"/>
                  </a:lnTo>
                  <a:lnTo>
                    <a:pt x="2927121" y="3364291"/>
                  </a:lnTo>
                  <a:lnTo>
                    <a:pt x="2927248" y="3364291"/>
                  </a:lnTo>
                  <a:lnTo>
                    <a:pt x="2927374" y="3364291"/>
                  </a:lnTo>
                  <a:lnTo>
                    <a:pt x="2927500" y="3364291"/>
                  </a:lnTo>
                  <a:lnTo>
                    <a:pt x="2927626" y="3364291"/>
                  </a:lnTo>
                  <a:lnTo>
                    <a:pt x="2927753" y="3364291"/>
                  </a:lnTo>
                  <a:lnTo>
                    <a:pt x="2927879" y="3364291"/>
                  </a:lnTo>
                  <a:lnTo>
                    <a:pt x="2928005" y="3364291"/>
                  </a:lnTo>
                  <a:lnTo>
                    <a:pt x="2928132" y="3364291"/>
                  </a:lnTo>
                  <a:lnTo>
                    <a:pt x="2928132" y="3359380"/>
                  </a:lnTo>
                  <a:lnTo>
                    <a:pt x="2928258" y="3359380"/>
                  </a:lnTo>
                  <a:lnTo>
                    <a:pt x="2928384" y="3359380"/>
                  </a:lnTo>
                  <a:lnTo>
                    <a:pt x="2928510" y="3359380"/>
                  </a:lnTo>
                  <a:lnTo>
                    <a:pt x="2928637" y="3359380"/>
                  </a:lnTo>
                  <a:lnTo>
                    <a:pt x="2928763" y="3359380"/>
                  </a:lnTo>
                  <a:lnTo>
                    <a:pt x="2928889" y="3359380"/>
                  </a:lnTo>
                  <a:lnTo>
                    <a:pt x="2929015" y="3359380"/>
                  </a:lnTo>
                  <a:lnTo>
                    <a:pt x="2929142" y="3359380"/>
                  </a:lnTo>
                  <a:lnTo>
                    <a:pt x="2929268" y="3359380"/>
                  </a:lnTo>
                  <a:lnTo>
                    <a:pt x="2929394" y="3359380"/>
                  </a:lnTo>
                  <a:lnTo>
                    <a:pt x="2929520" y="3359380"/>
                  </a:lnTo>
                  <a:lnTo>
                    <a:pt x="2929647" y="3359380"/>
                  </a:lnTo>
                  <a:lnTo>
                    <a:pt x="2929773" y="3359380"/>
                  </a:lnTo>
                  <a:lnTo>
                    <a:pt x="2929899" y="3359380"/>
                  </a:lnTo>
                  <a:lnTo>
                    <a:pt x="2930025" y="3359380"/>
                  </a:lnTo>
                  <a:lnTo>
                    <a:pt x="2930152" y="3359380"/>
                  </a:lnTo>
                  <a:lnTo>
                    <a:pt x="2930278" y="3359380"/>
                  </a:lnTo>
                  <a:lnTo>
                    <a:pt x="2930404" y="3359380"/>
                  </a:lnTo>
                  <a:lnTo>
                    <a:pt x="2930530" y="3359380"/>
                  </a:lnTo>
                  <a:lnTo>
                    <a:pt x="2930657" y="3359380"/>
                  </a:lnTo>
                  <a:lnTo>
                    <a:pt x="2930783" y="3359380"/>
                  </a:lnTo>
                  <a:lnTo>
                    <a:pt x="2930909" y="3359380"/>
                  </a:lnTo>
                  <a:lnTo>
                    <a:pt x="2931035" y="3359380"/>
                  </a:lnTo>
                  <a:lnTo>
                    <a:pt x="2931162" y="3359380"/>
                  </a:lnTo>
                  <a:lnTo>
                    <a:pt x="2931288" y="3359380"/>
                  </a:lnTo>
                  <a:lnTo>
                    <a:pt x="2931414" y="3359380"/>
                  </a:lnTo>
                  <a:lnTo>
                    <a:pt x="2931540" y="3359380"/>
                  </a:lnTo>
                  <a:lnTo>
                    <a:pt x="2931667" y="3359380"/>
                  </a:lnTo>
                  <a:lnTo>
                    <a:pt x="2931793" y="3359380"/>
                  </a:lnTo>
                  <a:lnTo>
                    <a:pt x="2931919" y="3359380"/>
                  </a:lnTo>
                  <a:lnTo>
                    <a:pt x="2932045" y="3359380"/>
                  </a:lnTo>
                  <a:lnTo>
                    <a:pt x="2932172" y="3359380"/>
                  </a:lnTo>
                  <a:lnTo>
                    <a:pt x="2932298" y="3359380"/>
                  </a:lnTo>
                  <a:lnTo>
                    <a:pt x="2932424" y="3359380"/>
                  </a:lnTo>
                  <a:lnTo>
                    <a:pt x="2932550" y="3359380"/>
                  </a:lnTo>
                  <a:lnTo>
                    <a:pt x="2932550" y="3354469"/>
                  </a:lnTo>
                  <a:lnTo>
                    <a:pt x="2932677" y="3354469"/>
                  </a:lnTo>
                  <a:lnTo>
                    <a:pt x="2932803" y="3354469"/>
                  </a:lnTo>
                  <a:lnTo>
                    <a:pt x="2932929" y="3354469"/>
                  </a:lnTo>
                  <a:lnTo>
                    <a:pt x="2933056" y="3354469"/>
                  </a:lnTo>
                  <a:lnTo>
                    <a:pt x="2933182" y="3354469"/>
                  </a:lnTo>
                  <a:lnTo>
                    <a:pt x="2933308" y="3354469"/>
                  </a:lnTo>
                  <a:lnTo>
                    <a:pt x="2933434" y="3354469"/>
                  </a:lnTo>
                  <a:lnTo>
                    <a:pt x="2933561" y="3354469"/>
                  </a:lnTo>
                  <a:lnTo>
                    <a:pt x="2933687" y="3354469"/>
                  </a:lnTo>
                  <a:lnTo>
                    <a:pt x="2933813" y="3354469"/>
                  </a:lnTo>
                  <a:lnTo>
                    <a:pt x="2933939" y="3354469"/>
                  </a:lnTo>
                  <a:lnTo>
                    <a:pt x="2934066" y="3354469"/>
                  </a:lnTo>
                  <a:lnTo>
                    <a:pt x="2934192" y="3354469"/>
                  </a:lnTo>
                  <a:lnTo>
                    <a:pt x="2934318" y="3354469"/>
                  </a:lnTo>
                  <a:lnTo>
                    <a:pt x="2934318" y="3349557"/>
                  </a:lnTo>
                  <a:lnTo>
                    <a:pt x="2934444" y="3349557"/>
                  </a:lnTo>
                  <a:lnTo>
                    <a:pt x="2934571" y="3349557"/>
                  </a:lnTo>
                  <a:lnTo>
                    <a:pt x="2934697" y="3349557"/>
                  </a:lnTo>
                  <a:lnTo>
                    <a:pt x="2934823" y="3349557"/>
                  </a:lnTo>
                  <a:lnTo>
                    <a:pt x="2934949" y="3349557"/>
                  </a:lnTo>
                  <a:lnTo>
                    <a:pt x="2935076" y="3349557"/>
                  </a:lnTo>
                  <a:lnTo>
                    <a:pt x="2935202" y="3349557"/>
                  </a:lnTo>
                  <a:lnTo>
                    <a:pt x="2935328" y="3349557"/>
                  </a:lnTo>
                  <a:lnTo>
                    <a:pt x="2935454" y="3349557"/>
                  </a:lnTo>
                  <a:lnTo>
                    <a:pt x="2935581" y="3349557"/>
                  </a:lnTo>
                  <a:lnTo>
                    <a:pt x="2935707" y="3349557"/>
                  </a:lnTo>
                  <a:lnTo>
                    <a:pt x="2935833" y="3349557"/>
                  </a:lnTo>
                  <a:lnTo>
                    <a:pt x="2935959" y="3349557"/>
                  </a:lnTo>
                  <a:lnTo>
                    <a:pt x="2936086" y="3349557"/>
                  </a:lnTo>
                  <a:lnTo>
                    <a:pt x="2936212" y="3349557"/>
                  </a:lnTo>
                  <a:lnTo>
                    <a:pt x="2936338" y="3349557"/>
                  </a:lnTo>
                  <a:lnTo>
                    <a:pt x="2936464" y="3349557"/>
                  </a:lnTo>
                  <a:lnTo>
                    <a:pt x="2936591" y="3349557"/>
                  </a:lnTo>
                  <a:lnTo>
                    <a:pt x="2936717" y="3349557"/>
                  </a:lnTo>
                  <a:lnTo>
                    <a:pt x="2936843" y="3349557"/>
                  </a:lnTo>
                  <a:lnTo>
                    <a:pt x="2936969" y="3349557"/>
                  </a:lnTo>
                  <a:lnTo>
                    <a:pt x="2937096" y="3349557"/>
                  </a:lnTo>
                  <a:lnTo>
                    <a:pt x="2937222" y="3349557"/>
                  </a:lnTo>
                  <a:lnTo>
                    <a:pt x="2937348" y="3349557"/>
                  </a:lnTo>
                  <a:lnTo>
                    <a:pt x="2937474" y="3349557"/>
                  </a:lnTo>
                  <a:lnTo>
                    <a:pt x="2937601" y="3349557"/>
                  </a:lnTo>
                  <a:lnTo>
                    <a:pt x="2937727" y="3349557"/>
                  </a:lnTo>
                  <a:lnTo>
                    <a:pt x="2937853" y="3349557"/>
                  </a:lnTo>
                  <a:lnTo>
                    <a:pt x="2937979" y="3349557"/>
                  </a:lnTo>
                  <a:lnTo>
                    <a:pt x="2938106" y="3349557"/>
                  </a:lnTo>
                  <a:lnTo>
                    <a:pt x="2938232" y="3349557"/>
                  </a:lnTo>
                  <a:lnTo>
                    <a:pt x="2938358" y="3349557"/>
                  </a:lnTo>
                  <a:lnTo>
                    <a:pt x="2938485" y="3349557"/>
                  </a:lnTo>
                  <a:lnTo>
                    <a:pt x="2938611" y="3349557"/>
                  </a:lnTo>
                  <a:lnTo>
                    <a:pt x="2938737" y="3349557"/>
                  </a:lnTo>
                  <a:lnTo>
                    <a:pt x="2938863" y="3349557"/>
                  </a:lnTo>
                  <a:lnTo>
                    <a:pt x="2938990" y="3349557"/>
                  </a:lnTo>
                  <a:lnTo>
                    <a:pt x="2938990" y="3344646"/>
                  </a:lnTo>
                  <a:lnTo>
                    <a:pt x="2939116" y="3344646"/>
                  </a:lnTo>
                  <a:lnTo>
                    <a:pt x="2939242" y="3344646"/>
                  </a:lnTo>
                  <a:lnTo>
                    <a:pt x="2939368" y="3344646"/>
                  </a:lnTo>
                  <a:lnTo>
                    <a:pt x="2939495" y="3344646"/>
                  </a:lnTo>
                  <a:lnTo>
                    <a:pt x="2939621" y="3344646"/>
                  </a:lnTo>
                  <a:lnTo>
                    <a:pt x="2939747" y="3344646"/>
                  </a:lnTo>
                  <a:lnTo>
                    <a:pt x="2939873" y="3344646"/>
                  </a:lnTo>
                  <a:lnTo>
                    <a:pt x="2940000" y="3344646"/>
                  </a:lnTo>
                  <a:lnTo>
                    <a:pt x="2940126" y="3344646"/>
                  </a:lnTo>
                  <a:lnTo>
                    <a:pt x="2940252" y="3344646"/>
                  </a:lnTo>
                  <a:lnTo>
                    <a:pt x="2940378" y="3344646"/>
                  </a:lnTo>
                  <a:lnTo>
                    <a:pt x="2940505" y="3344646"/>
                  </a:lnTo>
                  <a:lnTo>
                    <a:pt x="2940631" y="3344646"/>
                  </a:lnTo>
                  <a:lnTo>
                    <a:pt x="2940757" y="3344646"/>
                  </a:lnTo>
                  <a:lnTo>
                    <a:pt x="2940883" y="3344646"/>
                  </a:lnTo>
                  <a:lnTo>
                    <a:pt x="2941010" y="3344646"/>
                  </a:lnTo>
                  <a:lnTo>
                    <a:pt x="2941136" y="3344646"/>
                  </a:lnTo>
                  <a:lnTo>
                    <a:pt x="2941262" y="3344646"/>
                  </a:lnTo>
                  <a:lnTo>
                    <a:pt x="2941388" y="3344646"/>
                  </a:lnTo>
                  <a:lnTo>
                    <a:pt x="2941515" y="3344646"/>
                  </a:lnTo>
                  <a:lnTo>
                    <a:pt x="2941641" y="3344646"/>
                  </a:lnTo>
                  <a:lnTo>
                    <a:pt x="2941767" y="3344646"/>
                  </a:lnTo>
                  <a:lnTo>
                    <a:pt x="2941893" y="3344646"/>
                  </a:lnTo>
                  <a:lnTo>
                    <a:pt x="2942020" y="3344646"/>
                  </a:lnTo>
                  <a:lnTo>
                    <a:pt x="2942146" y="3344646"/>
                  </a:lnTo>
                  <a:lnTo>
                    <a:pt x="2942272" y="3344646"/>
                  </a:lnTo>
                  <a:lnTo>
                    <a:pt x="2942398" y="3344646"/>
                  </a:lnTo>
                  <a:lnTo>
                    <a:pt x="2942525" y="3344646"/>
                  </a:lnTo>
                  <a:lnTo>
                    <a:pt x="2942651" y="3344646"/>
                  </a:lnTo>
                  <a:lnTo>
                    <a:pt x="2942777" y="3344646"/>
                  </a:lnTo>
                  <a:lnTo>
                    <a:pt x="2942903" y="3344646"/>
                  </a:lnTo>
                  <a:lnTo>
                    <a:pt x="2943030" y="3344646"/>
                  </a:lnTo>
                  <a:lnTo>
                    <a:pt x="2943156" y="3344646"/>
                  </a:lnTo>
                  <a:lnTo>
                    <a:pt x="2943156" y="3339734"/>
                  </a:lnTo>
                  <a:lnTo>
                    <a:pt x="2943282" y="3339734"/>
                  </a:lnTo>
                  <a:lnTo>
                    <a:pt x="2943409" y="3339734"/>
                  </a:lnTo>
                  <a:lnTo>
                    <a:pt x="2943535" y="3339734"/>
                  </a:lnTo>
                  <a:lnTo>
                    <a:pt x="2943661" y="3339734"/>
                  </a:lnTo>
                  <a:lnTo>
                    <a:pt x="2943787" y="3339734"/>
                  </a:lnTo>
                  <a:lnTo>
                    <a:pt x="2943914" y="3339734"/>
                  </a:lnTo>
                  <a:lnTo>
                    <a:pt x="2944040" y="3339734"/>
                  </a:lnTo>
                  <a:lnTo>
                    <a:pt x="2944166" y="3339734"/>
                  </a:lnTo>
                  <a:lnTo>
                    <a:pt x="2944292" y="3339734"/>
                  </a:lnTo>
                  <a:lnTo>
                    <a:pt x="2944419" y="3339734"/>
                  </a:lnTo>
                  <a:lnTo>
                    <a:pt x="2944545" y="3339734"/>
                  </a:lnTo>
                  <a:lnTo>
                    <a:pt x="2944671" y="3339734"/>
                  </a:lnTo>
                  <a:lnTo>
                    <a:pt x="2944797" y="3339734"/>
                  </a:lnTo>
                  <a:lnTo>
                    <a:pt x="2944924" y="3339734"/>
                  </a:lnTo>
                  <a:lnTo>
                    <a:pt x="2945050" y="3339734"/>
                  </a:lnTo>
                  <a:lnTo>
                    <a:pt x="2945176" y="3339734"/>
                  </a:lnTo>
                  <a:lnTo>
                    <a:pt x="2945302" y="3339734"/>
                  </a:lnTo>
                  <a:lnTo>
                    <a:pt x="2945429" y="3339734"/>
                  </a:lnTo>
                  <a:lnTo>
                    <a:pt x="2945555" y="3339734"/>
                  </a:lnTo>
                  <a:lnTo>
                    <a:pt x="2945681" y="3339734"/>
                  </a:lnTo>
                  <a:lnTo>
                    <a:pt x="2945807" y="3339734"/>
                  </a:lnTo>
                  <a:lnTo>
                    <a:pt x="2945934" y="3339734"/>
                  </a:lnTo>
                  <a:lnTo>
                    <a:pt x="2946060" y="3339734"/>
                  </a:lnTo>
                  <a:lnTo>
                    <a:pt x="2946186" y="3339734"/>
                  </a:lnTo>
                  <a:lnTo>
                    <a:pt x="2946312" y="3339734"/>
                  </a:lnTo>
                  <a:lnTo>
                    <a:pt x="2946439" y="3339734"/>
                  </a:lnTo>
                  <a:lnTo>
                    <a:pt x="2946565" y="3339734"/>
                  </a:lnTo>
                  <a:lnTo>
                    <a:pt x="2946691" y="3339734"/>
                  </a:lnTo>
                  <a:lnTo>
                    <a:pt x="2946817" y="3339734"/>
                  </a:lnTo>
                  <a:lnTo>
                    <a:pt x="2946944" y="3339734"/>
                  </a:lnTo>
                  <a:lnTo>
                    <a:pt x="2946944" y="3334823"/>
                  </a:lnTo>
                  <a:lnTo>
                    <a:pt x="2947070" y="3334823"/>
                  </a:lnTo>
                  <a:lnTo>
                    <a:pt x="2947196" y="3334823"/>
                  </a:lnTo>
                  <a:lnTo>
                    <a:pt x="2947322" y="3334823"/>
                  </a:lnTo>
                  <a:lnTo>
                    <a:pt x="2947449" y="3334823"/>
                  </a:lnTo>
                  <a:lnTo>
                    <a:pt x="2947575" y="3334823"/>
                  </a:lnTo>
                  <a:lnTo>
                    <a:pt x="2947701" y="3334823"/>
                  </a:lnTo>
                  <a:lnTo>
                    <a:pt x="2947827" y="3334823"/>
                  </a:lnTo>
                  <a:lnTo>
                    <a:pt x="2947954" y="3334823"/>
                  </a:lnTo>
                  <a:lnTo>
                    <a:pt x="2948080" y="3334823"/>
                  </a:lnTo>
                  <a:lnTo>
                    <a:pt x="2948206" y="3334823"/>
                  </a:lnTo>
                  <a:lnTo>
                    <a:pt x="2948332" y="3334823"/>
                  </a:lnTo>
                  <a:lnTo>
                    <a:pt x="2948459" y="3334823"/>
                  </a:lnTo>
                  <a:lnTo>
                    <a:pt x="2948585" y="3334823"/>
                  </a:lnTo>
                  <a:lnTo>
                    <a:pt x="2948711" y="3334823"/>
                  </a:lnTo>
                  <a:lnTo>
                    <a:pt x="2948838" y="3334823"/>
                  </a:lnTo>
                  <a:lnTo>
                    <a:pt x="2948964" y="3334823"/>
                  </a:lnTo>
                  <a:lnTo>
                    <a:pt x="2948964" y="3329912"/>
                  </a:lnTo>
                  <a:lnTo>
                    <a:pt x="2949090" y="3329912"/>
                  </a:lnTo>
                  <a:lnTo>
                    <a:pt x="2949216" y="3329912"/>
                  </a:lnTo>
                  <a:lnTo>
                    <a:pt x="2949343" y="3329912"/>
                  </a:lnTo>
                  <a:lnTo>
                    <a:pt x="2949469" y="3329912"/>
                  </a:lnTo>
                  <a:lnTo>
                    <a:pt x="2949595" y="3329912"/>
                  </a:lnTo>
                  <a:lnTo>
                    <a:pt x="2949721" y="3329912"/>
                  </a:lnTo>
                  <a:lnTo>
                    <a:pt x="2949721" y="3325000"/>
                  </a:lnTo>
                  <a:lnTo>
                    <a:pt x="2949848" y="3325000"/>
                  </a:lnTo>
                  <a:lnTo>
                    <a:pt x="2949974" y="3325000"/>
                  </a:lnTo>
                  <a:lnTo>
                    <a:pt x="2950100" y="3325000"/>
                  </a:lnTo>
                  <a:lnTo>
                    <a:pt x="2950226" y="3325000"/>
                  </a:lnTo>
                  <a:lnTo>
                    <a:pt x="2950353" y="3325000"/>
                  </a:lnTo>
                  <a:lnTo>
                    <a:pt x="2950479" y="3325000"/>
                  </a:lnTo>
                  <a:lnTo>
                    <a:pt x="2950605" y="3325000"/>
                  </a:lnTo>
                  <a:lnTo>
                    <a:pt x="2950731" y="3325000"/>
                  </a:lnTo>
                  <a:lnTo>
                    <a:pt x="2950858" y="3325000"/>
                  </a:lnTo>
                  <a:lnTo>
                    <a:pt x="2950984" y="3325000"/>
                  </a:lnTo>
                  <a:lnTo>
                    <a:pt x="2951110" y="3325000"/>
                  </a:lnTo>
                  <a:lnTo>
                    <a:pt x="2951236" y="3325000"/>
                  </a:lnTo>
                  <a:lnTo>
                    <a:pt x="2951363" y="3325000"/>
                  </a:lnTo>
                  <a:lnTo>
                    <a:pt x="2951489" y="3325000"/>
                  </a:lnTo>
                  <a:lnTo>
                    <a:pt x="2951615" y="3325000"/>
                  </a:lnTo>
                  <a:lnTo>
                    <a:pt x="2951741" y="3325000"/>
                  </a:lnTo>
                  <a:lnTo>
                    <a:pt x="2951868" y="3325000"/>
                  </a:lnTo>
                  <a:lnTo>
                    <a:pt x="2951994" y="3325000"/>
                  </a:lnTo>
                  <a:lnTo>
                    <a:pt x="2952120" y="3325000"/>
                  </a:lnTo>
                  <a:lnTo>
                    <a:pt x="2952246" y="3325000"/>
                  </a:lnTo>
                  <a:lnTo>
                    <a:pt x="2952373" y="3325000"/>
                  </a:lnTo>
                  <a:lnTo>
                    <a:pt x="2952499" y="3325000"/>
                  </a:lnTo>
                  <a:lnTo>
                    <a:pt x="2952625" y="3325000"/>
                  </a:lnTo>
                  <a:lnTo>
                    <a:pt x="2952751" y="3325000"/>
                  </a:lnTo>
                  <a:lnTo>
                    <a:pt x="2952878" y="3325000"/>
                  </a:lnTo>
                  <a:lnTo>
                    <a:pt x="2953004" y="3325000"/>
                  </a:lnTo>
                  <a:lnTo>
                    <a:pt x="2953130" y="3325000"/>
                  </a:lnTo>
                  <a:lnTo>
                    <a:pt x="2953256" y="3325000"/>
                  </a:lnTo>
                  <a:lnTo>
                    <a:pt x="2953383" y="3325000"/>
                  </a:lnTo>
                  <a:lnTo>
                    <a:pt x="2953509" y="3325000"/>
                  </a:lnTo>
                  <a:lnTo>
                    <a:pt x="2953635" y="3325000"/>
                  </a:lnTo>
                  <a:lnTo>
                    <a:pt x="2953762" y="3325000"/>
                  </a:lnTo>
                  <a:lnTo>
                    <a:pt x="2953888" y="3325000"/>
                  </a:lnTo>
                  <a:lnTo>
                    <a:pt x="2954014" y="3325000"/>
                  </a:lnTo>
                  <a:lnTo>
                    <a:pt x="2954140" y="3325000"/>
                  </a:lnTo>
                  <a:lnTo>
                    <a:pt x="2954267" y="3325000"/>
                  </a:lnTo>
                  <a:lnTo>
                    <a:pt x="2954393" y="3325000"/>
                  </a:lnTo>
                  <a:lnTo>
                    <a:pt x="2954519" y="3325000"/>
                  </a:lnTo>
                  <a:lnTo>
                    <a:pt x="2954645" y="3325000"/>
                  </a:lnTo>
                  <a:lnTo>
                    <a:pt x="2954772" y="3325000"/>
                  </a:lnTo>
                  <a:lnTo>
                    <a:pt x="2954898" y="3325000"/>
                  </a:lnTo>
                  <a:lnTo>
                    <a:pt x="2955024" y="3325000"/>
                  </a:lnTo>
                  <a:lnTo>
                    <a:pt x="2955150" y="3325000"/>
                  </a:lnTo>
                  <a:lnTo>
                    <a:pt x="2955277" y="3325000"/>
                  </a:lnTo>
                  <a:lnTo>
                    <a:pt x="2955403" y="3325000"/>
                  </a:lnTo>
                  <a:lnTo>
                    <a:pt x="2955529" y="3325000"/>
                  </a:lnTo>
                  <a:lnTo>
                    <a:pt x="2955655" y="3325000"/>
                  </a:lnTo>
                  <a:lnTo>
                    <a:pt x="2955782" y="3325000"/>
                  </a:lnTo>
                  <a:lnTo>
                    <a:pt x="2955782" y="3320089"/>
                  </a:lnTo>
                  <a:lnTo>
                    <a:pt x="2955908" y="3320089"/>
                  </a:lnTo>
                  <a:lnTo>
                    <a:pt x="2956034" y="3320089"/>
                  </a:lnTo>
                  <a:lnTo>
                    <a:pt x="2956160" y="3320089"/>
                  </a:lnTo>
                  <a:lnTo>
                    <a:pt x="2956287" y="3320089"/>
                  </a:lnTo>
                  <a:lnTo>
                    <a:pt x="2956413" y="3320089"/>
                  </a:lnTo>
                  <a:lnTo>
                    <a:pt x="2956539" y="3320089"/>
                  </a:lnTo>
                  <a:lnTo>
                    <a:pt x="2956665" y="3320089"/>
                  </a:lnTo>
                  <a:lnTo>
                    <a:pt x="2956792" y="3320089"/>
                  </a:lnTo>
                  <a:lnTo>
                    <a:pt x="2956918" y="3320089"/>
                  </a:lnTo>
                  <a:lnTo>
                    <a:pt x="2957044" y="3320089"/>
                  </a:lnTo>
                  <a:lnTo>
                    <a:pt x="2957170" y="3320089"/>
                  </a:lnTo>
                  <a:lnTo>
                    <a:pt x="2957297" y="3320089"/>
                  </a:lnTo>
                  <a:lnTo>
                    <a:pt x="2957423" y="3320089"/>
                  </a:lnTo>
                  <a:lnTo>
                    <a:pt x="2957549" y="3320089"/>
                  </a:lnTo>
                  <a:lnTo>
                    <a:pt x="2957675" y="3320089"/>
                  </a:lnTo>
                  <a:lnTo>
                    <a:pt x="2957802" y="3320089"/>
                  </a:lnTo>
                  <a:lnTo>
                    <a:pt x="2957928" y="3320089"/>
                  </a:lnTo>
                  <a:lnTo>
                    <a:pt x="2958054" y="3320089"/>
                  </a:lnTo>
                  <a:lnTo>
                    <a:pt x="2958180" y="3320089"/>
                  </a:lnTo>
                  <a:lnTo>
                    <a:pt x="2958307" y="3320089"/>
                  </a:lnTo>
                  <a:lnTo>
                    <a:pt x="2958307" y="3315178"/>
                  </a:lnTo>
                  <a:lnTo>
                    <a:pt x="2958433" y="3315178"/>
                  </a:lnTo>
                  <a:lnTo>
                    <a:pt x="2958559" y="3315178"/>
                  </a:lnTo>
                  <a:lnTo>
                    <a:pt x="2958685" y="3315178"/>
                  </a:lnTo>
                  <a:lnTo>
                    <a:pt x="2958812" y="3315178"/>
                  </a:lnTo>
                  <a:lnTo>
                    <a:pt x="2958938" y="3315178"/>
                  </a:lnTo>
                  <a:lnTo>
                    <a:pt x="2959064" y="3315178"/>
                  </a:lnTo>
                  <a:lnTo>
                    <a:pt x="2959191" y="3315178"/>
                  </a:lnTo>
                  <a:lnTo>
                    <a:pt x="2959317" y="3315178"/>
                  </a:lnTo>
                  <a:lnTo>
                    <a:pt x="2959443" y="3315178"/>
                  </a:lnTo>
                  <a:lnTo>
                    <a:pt x="2959569" y="3315178"/>
                  </a:lnTo>
                  <a:lnTo>
                    <a:pt x="2959696" y="3315178"/>
                  </a:lnTo>
                  <a:lnTo>
                    <a:pt x="2959822" y="3315178"/>
                  </a:lnTo>
                  <a:lnTo>
                    <a:pt x="2959948" y="3315178"/>
                  </a:lnTo>
                  <a:lnTo>
                    <a:pt x="2960074" y="3315178"/>
                  </a:lnTo>
                  <a:lnTo>
                    <a:pt x="2960201" y="3315178"/>
                  </a:lnTo>
                  <a:lnTo>
                    <a:pt x="2960327" y="3315178"/>
                  </a:lnTo>
                  <a:lnTo>
                    <a:pt x="2960453" y="3315178"/>
                  </a:lnTo>
                  <a:lnTo>
                    <a:pt x="2960579" y="3315178"/>
                  </a:lnTo>
                  <a:lnTo>
                    <a:pt x="2960706" y="3315178"/>
                  </a:lnTo>
                  <a:lnTo>
                    <a:pt x="2960832" y="3315178"/>
                  </a:lnTo>
                  <a:lnTo>
                    <a:pt x="2960958" y="3315178"/>
                  </a:lnTo>
                  <a:lnTo>
                    <a:pt x="2961084" y="3315178"/>
                  </a:lnTo>
                  <a:lnTo>
                    <a:pt x="2961211" y="3315178"/>
                  </a:lnTo>
                  <a:lnTo>
                    <a:pt x="2961337" y="3315178"/>
                  </a:lnTo>
                  <a:lnTo>
                    <a:pt x="2961463" y="3315178"/>
                  </a:lnTo>
                  <a:lnTo>
                    <a:pt x="2961589" y="3315178"/>
                  </a:lnTo>
                  <a:lnTo>
                    <a:pt x="2961716" y="3315178"/>
                  </a:lnTo>
                  <a:lnTo>
                    <a:pt x="2961716" y="3310266"/>
                  </a:lnTo>
                  <a:lnTo>
                    <a:pt x="2961842" y="3310266"/>
                  </a:lnTo>
                  <a:lnTo>
                    <a:pt x="2961968" y="3310266"/>
                  </a:lnTo>
                  <a:lnTo>
                    <a:pt x="2962094" y="3310266"/>
                  </a:lnTo>
                  <a:lnTo>
                    <a:pt x="2962221" y="3310266"/>
                  </a:lnTo>
                  <a:lnTo>
                    <a:pt x="2962347" y="3310266"/>
                  </a:lnTo>
                  <a:lnTo>
                    <a:pt x="2962473" y="3310266"/>
                  </a:lnTo>
                  <a:lnTo>
                    <a:pt x="2962599" y="3310266"/>
                  </a:lnTo>
                  <a:lnTo>
                    <a:pt x="2962726" y="3310266"/>
                  </a:lnTo>
                  <a:lnTo>
                    <a:pt x="2962852" y="3310266"/>
                  </a:lnTo>
                  <a:lnTo>
                    <a:pt x="2962978" y="3310266"/>
                  </a:lnTo>
                  <a:lnTo>
                    <a:pt x="2963104" y="3310266"/>
                  </a:lnTo>
                  <a:lnTo>
                    <a:pt x="2963231" y="3310266"/>
                  </a:lnTo>
                  <a:lnTo>
                    <a:pt x="2963357" y="3310266"/>
                  </a:lnTo>
                  <a:lnTo>
                    <a:pt x="2963483" y="3310266"/>
                  </a:lnTo>
                  <a:lnTo>
                    <a:pt x="2963609" y="3310266"/>
                  </a:lnTo>
                  <a:lnTo>
                    <a:pt x="2963736" y="3310266"/>
                  </a:lnTo>
                  <a:lnTo>
                    <a:pt x="2963862" y="3310266"/>
                  </a:lnTo>
                  <a:lnTo>
                    <a:pt x="2963988" y="3310266"/>
                  </a:lnTo>
                  <a:lnTo>
                    <a:pt x="2964115" y="3310266"/>
                  </a:lnTo>
                  <a:lnTo>
                    <a:pt x="2964241" y="3310266"/>
                  </a:lnTo>
                  <a:lnTo>
                    <a:pt x="2964367" y="3310266"/>
                  </a:lnTo>
                  <a:lnTo>
                    <a:pt x="2964493" y="3310266"/>
                  </a:lnTo>
                  <a:lnTo>
                    <a:pt x="2964620" y="3310266"/>
                  </a:lnTo>
                  <a:lnTo>
                    <a:pt x="2964746" y="3310266"/>
                  </a:lnTo>
                  <a:lnTo>
                    <a:pt x="2964872" y="3310266"/>
                  </a:lnTo>
                  <a:lnTo>
                    <a:pt x="2964998" y="3310266"/>
                  </a:lnTo>
                  <a:lnTo>
                    <a:pt x="2965125" y="3310266"/>
                  </a:lnTo>
                  <a:lnTo>
                    <a:pt x="2965251" y="3310266"/>
                  </a:lnTo>
                  <a:lnTo>
                    <a:pt x="2965377" y="3310266"/>
                  </a:lnTo>
                  <a:lnTo>
                    <a:pt x="2965503" y="3310266"/>
                  </a:lnTo>
                  <a:lnTo>
                    <a:pt x="2965630" y="3310266"/>
                  </a:lnTo>
                  <a:lnTo>
                    <a:pt x="2965756" y="3310266"/>
                  </a:lnTo>
                  <a:lnTo>
                    <a:pt x="2965882" y="3310266"/>
                  </a:lnTo>
                  <a:lnTo>
                    <a:pt x="2966008" y="3310266"/>
                  </a:lnTo>
                  <a:lnTo>
                    <a:pt x="2966135" y="3310266"/>
                  </a:lnTo>
                  <a:lnTo>
                    <a:pt x="2966261" y="3310266"/>
                  </a:lnTo>
                  <a:lnTo>
                    <a:pt x="2966387" y="3310266"/>
                  </a:lnTo>
                  <a:lnTo>
                    <a:pt x="2966513" y="3310266"/>
                  </a:lnTo>
                  <a:lnTo>
                    <a:pt x="2966640" y="3310266"/>
                  </a:lnTo>
                  <a:lnTo>
                    <a:pt x="2966766" y="3310266"/>
                  </a:lnTo>
                  <a:lnTo>
                    <a:pt x="2966892" y="3310266"/>
                  </a:lnTo>
                  <a:lnTo>
                    <a:pt x="2967018" y="3310266"/>
                  </a:lnTo>
                  <a:lnTo>
                    <a:pt x="2967145" y="3310266"/>
                  </a:lnTo>
                  <a:lnTo>
                    <a:pt x="2967271" y="3310266"/>
                  </a:lnTo>
                  <a:lnTo>
                    <a:pt x="2967397" y="3310266"/>
                  </a:lnTo>
                  <a:lnTo>
                    <a:pt x="2967523" y="3310266"/>
                  </a:lnTo>
                  <a:lnTo>
                    <a:pt x="2967650" y="3310266"/>
                  </a:lnTo>
                  <a:lnTo>
                    <a:pt x="2967776" y="3310266"/>
                  </a:lnTo>
                  <a:lnTo>
                    <a:pt x="2967902" y="3310266"/>
                  </a:lnTo>
                  <a:lnTo>
                    <a:pt x="2968028" y="3310266"/>
                  </a:lnTo>
                  <a:lnTo>
                    <a:pt x="2968155" y="3310266"/>
                  </a:lnTo>
                  <a:lnTo>
                    <a:pt x="2968281" y="3310266"/>
                  </a:lnTo>
                  <a:lnTo>
                    <a:pt x="2968407" y="3310266"/>
                  </a:lnTo>
                  <a:lnTo>
                    <a:pt x="2968533" y="3310266"/>
                  </a:lnTo>
                  <a:lnTo>
                    <a:pt x="2968660" y="3310266"/>
                  </a:lnTo>
                  <a:lnTo>
                    <a:pt x="2968786" y="3310266"/>
                  </a:lnTo>
                  <a:lnTo>
                    <a:pt x="2968912" y="3310266"/>
                  </a:lnTo>
                  <a:lnTo>
                    <a:pt x="2968912" y="3305355"/>
                  </a:lnTo>
                  <a:lnTo>
                    <a:pt x="2969038" y="3305355"/>
                  </a:lnTo>
                  <a:lnTo>
                    <a:pt x="2969165" y="3305355"/>
                  </a:lnTo>
                  <a:lnTo>
                    <a:pt x="2969291" y="3305355"/>
                  </a:lnTo>
                  <a:lnTo>
                    <a:pt x="2969417" y="3305355"/>
                  </a:lnTo>
                  <a:lnTo>
                    <a:pt x="2969544" y="3305355"/>
                  </a:lnTo>
                  <a:lnTo>
                    <a:pt x="2969670" y="3305355"/>
                  </a:lnTo>
                  <a:lnTo>
                    <a:pt x="2969796" y="3305355"/>
                  </a:lnTo>
                  <a:lnTo>
                    <a:pt x="2969922" y="3305355"/>
                  </a:lnTo>
                  <a:lnTo>
                    <a:pt x="2970049" y="3305355"/>
                  </a:lnTo>
                  <a:lnTo>
                    <a:pt x="2970175" y="3305355"/>
                  </a:lnTo>
                  <a:lnTo>
                    <a:pt x="2970301" y="3305355"/>
                  </a:lnTo>
                  <a:lnTo>
                    <a:pt x="2970427" y="3305355"/>
                  </a:lnTo>
                  <a:lnTo>
                    <a:pt x="2970554" y="3305355"/>
                  </a:lnTo>
                  <a:lnTo>
                    <a:pt x="2970680" y="3305355"/>
                  </a:lnTo>
                  <a:lnTo>
                    <a:pt x="2970806" y="3305355"/>
                  </a:lnTo>
                  <a:lnTo>
                    <a:pt x="2970932" y="3305355"/>
                  </a:lnTo>
                  <a:lnTo>
                    <a:pt x="2971059" y="3305355"/>
                  </a:lnTo>
                  <a:lnTo>
                    <a:pt x="2971185" y="3305355"/>
                  </a:lnTo>
                  <a:lnTo>
                    <a:pt x="2971311" y="3305355"/>
                  </a:lnTo>
                  <a:lnTo>
                    <a:pt x="2971437" y="3305355"/>
                  </a:lnTo>
                  <a:lnTo>
                    <a:pt x="2971564" y="3305355"/>
                  </a:lnTo>
                  <a:lnTo>
                    <a:pt x="2971690" y="3305355"/>
                  </a:lnTo>
                  <a:lnTo>
                    <a:pt x="2971816" y="3305355"/>
                  </a:lnTo>
                  <a:lnTo>
                    <a:pt x="2971942" y="3305355"/>
                  </a:lnTo>
                  <a:lnTo>
                    <a:pt x="2972069" y="3305355"/>
                  </a:lnTo>
                  <a:lnTo>
                    <a:pt x="2972195" y="3305355"/>
                  </a:lnTo>
                  <a:lnTo>
                    <a:pt x="2972321" y="3305355"/>
                  </a:lnTo>
                  <a:lnTo>
                    <a:pt x="2972447" y="3305355"/>
                  </a:lnTo>
                  <a:lnTo>
                    <a:pt x="2972574" y="3305355"/>
                  </a:lnTo>
                  <a:lnTo>
                    <a:pt x="2972700" y="3305355"/>
                  </a:lnTo>
                  <a:lnTo>
                    <a:pt x="2972826" y="3305355"/>
                  </a:lnTo>
                  <a:lnTo>
                    <a:pt x="2972952" y="3305355"/>
                  </a:lnTo>
                  <a:lnTo>
                    <a:pt x="2973079" y="3305355"/>
                  </a:lnTo>
                  <a:lnTo>
                    <a:pt x="2973205" y="3305355"/>
                  </a:lnTo>
                  <a:lnTo>
                    <a:pt x="2973331" y="3305355"/>
                  </a:lnTo>
                  <a:lnTo>
                    <a:pt x="2973331" y="3300443"/>
                  </a:lnTo>
                  <a:lnTo>
                    <a:pt x="2973457" y="3300443"/>
                  </a:lnTo>
                  <a:lnTo>
                    <a:pt x="2973584" y="3300443"/>
                  </a:lnTo>
                  <a:lnTo>
                    <a:pt x="2973710" y="3300443"/>
                  </a:lnTo>
                  <a:lnTo>
                    <a:pt x="2973836" y="3300443"/>
                  </a:lnTo>
                  <a:lnTo>
                    <a:pt x="2973962" y="3300443"/>
                  </a:lnTo>
                  <a:lnTo>
                    <a:pt x="2974089" y="3300443"/>
                  </a:lnTo>
                  <a:lnTo>
                    <a:pt x="2974215" y="3300443"/>
                  </a:lnTo>
                  <a:lnTo>
                    <a:pt x="2974341" y="3300443"/>
                  </a:lnTo>
                  <a:lnTo>
                    <a:pt x="2974468" y="3300443"/>
                  </a:lnTo>
                  <a:lnTo>
                    <a:pt x="2974594" y="3300443"/>
                  </a:lnTo>
                  <a:lnTo>
                    <a:pt x="2974720" y="3300443"/>
                  </a:lnTo>
                  <a:lnTo>
                    <a:pt x="2974846" y="3300443"/>
                  </a:lnTo>
                  <a:lnTo>
                    <a:pt x="2974973" y="3300443"/>
                  </a:lnTo>
                  <a:lnTo>
                    <a:pt x="2975099" y="3300443"/>
                  </a:lnTo>
                  <a:lnTo>
                    <a:pt x="2975225" y="3300443"/>
                  </a:lnTo>
                  <a:lnTo>
                    <a:pt x="2975351" y="3300443"/>
                  </a:lnTo>
                  <a:lnTo>
                    <a:pt x="2975478" y="3300443"/>
                  </a:lnTo>
                  <a:lnTo>
                    <a:pt x="2975604" y="3300443"/>
                  </a:lnTo>
                  <a:lnTo>
                    <a:pt x="2975730" y="3300443"/>
                  </a:lnTo>
                  <a:lnTo>
                    <a:pt x="2975856" y="3300443"/>
                  </a:lnTo>
                  <a:lnTo>
                    <a:pt x="2975983" y="3300443"/>
                  </a:lnTo>
                  <a:lnTo>
                    <a:pt x="2976109" y="3300443"/>
                  </a:lnTo>
                  <a:lnTo>
                    <a:pt x="2976235" y="3300443"/>
                  </a:lnTo>
                  <a:lnTo>
                    <a:pt x="2976361" y="3300443"/>
                  </a:lnTo>
                  <a:lnTo>
                    <a:pt x="2976488" y="3300443"/>
                  </a:lnTo>
                  <a:lnTo>
                    <a:pt x="2976614" y="3300443"/>
                  </a:lnTo>
                  <a:lnTo>
                    <a:pt x="2976740" y="3300443"/>
                  </a:lnTo>
                  <a:lnTo>
                    <a:pt x="2976866" y="3300443"/>
                  </a:lnTo>
                  <a:lnTo>
                    <a:pt x="2976993" y="3300443"/>
                  </a:lnTo>
                  <a:lnTo>
                    <a:pt x="2976993" y="3295532"/>
                  </a:lnTo>
                  <a:lnTo>
                    <a:pt x="2977119" y="3295532"/>
                  </a:lnTo>
                  <a:lnTo>
                    <a:pt x="2977245" y="3295532"/>
                  </a:lnTo>
                  <a:lnTo>
                    <a:pt x="2977371" y="3295532"/>
                  </a:lnTo>
                  <a:lnTo>
                    <a:pt x="2977498" y="3295532"/>
                  </a:lnTo>
                  <a:lnTo>
                    <a:pt x="2977624" y="3295532"/>
                  </a:lnTo>
                  <a:lnTo>
                    <a:pt x="2977750" y="3295532"/>
                  </a:lnTo>
                  <a:lnTo>
                    <a:pt x="2977876" y="3295532"/>
                  </a:lnTo>
                  <a:lnTo>
                    <a:pt x="2978003" y="3295532"/>
                  </a:lnTo>
                  <a:lnTo>
                    <a:pt x="2978129" y="3295532"/>
                  </a:lnTo>
                  <a:lnTo>
                    <a:pt x="2978255" y="3295532"/>
                  </a:lnTo>
                  <a:lnTo>
                    <a:pt x="2978381" y="3295532"/>
                  </a:lnTo>
                  <a:lnTo>
                    <a:pt x="2978508" y="3295532"/>
                  </a:lnTo>
                  <a:lnTo>
                    <a:pt x="2978634" y="3295532"/>
                  </a:lnTo>
                  <a:lnTo>
                    <a:pt x="2978760" y="3295532"/>
                  </a:lnTo>
                  <a:lnTo>
                    <a:pt x="2978886" y="3295532"/>
                  </a:lnTo>
                  <a:lnTo>
                    <a:pt x="2979013" y="3295532"/>
                  </a:lnTo>
                  <a:lnTo>
                    <a:pt x="2979139" y="3295532"/>
                  </a:lnTo>
                  <a:lnTo>
                    <a:pt x="2979265" y="3295532"/>
                  </a:lnTo>
                  <a:lnTo>
                    <a:pt x="2979392" y="3295532"/>
                  </a:lnTo>
                  <a:lnTo>
                    <a:pt x="2979518" y="3295532"/>
                  </a:lnTo>
                  <a:lnTo>
                    <a:pt x="2979518" y="3290621"/>
                  </a:lnTo>
                  <a:lnTo>
                    <a:pt x="2979644" y="3290621"/>
                  </a:lnTo>
                  <a:lnTo>
                    <a:pt x="2979770" y="3290621"/>
                  </a:lnTo>
                  <a:lnTo>
                    <a:pt x="2979897" y="3290621"/>
                  </a:lnTo>
                  <a:lnTo>
                    <a:pt x="2980023" y="3290621"/>
                  </a:lnTo>
                  <a:lnTo>
                    <a:pt x="2980149" y="3290621"/>
                  </a:lnTo>
                  <a:lnTo>
                    <a:pt x="2980275" y="3290621"/>
                  </a:lnTo>
                  <a:lnTo>
                    <a:pt x="2980402" y="3290621"/>
                  </a:lnTo>
                  <a:lnTo>
                    <a:pt x="2980528" y="3290621"/>
                  </a:lnTo>
                  <a:lnTo>
                    <a:pt x="2980654" y="3290621"/>
                  </a:lnTo>
                  <a:lnTo>
                    <a:pt x="2980780" y="3290621"/>
                  </a:lnTo>
                  <a:lnTo>
                    <a:pt x="2980907" y="3290621"/>
                  </a:lnTo>
                  <a:lnTo>
                    <a:pt x="2981033" y="3290621"/>
                  </a:lnTo>
                  <a:lnTo>
                    <a:pt x="2981159" y="3290621"/>
                  </a:lnTo>
                  <a:lnTo>
                    <a:pt x="2981285" y="3290621"/>
                  </a:lnTo>
                  <a:lnTo>
                    <a:pt x="2981412" y="3290621"/>
                  </a:lnTo>
                  <a:lnTo>
                    <a:pt x="2981538" y="3290621"/>
                  </a:lnTo>
                  <a:lnTo>
                    <a:pt x="2981664" y="3290621"/>
                  </a:lnTo>
                  <a:lnTo>
                    <a:pt x="2981790" y="3290621"/>
                  </a:lnTo>
                  <a:lnTo>
                    <a:pt x="2981917" y="3290621"/>
                  </a:lnTo>
                  <a:lnTo>
                    <a:pt x="2982043" y="3290621"/>
                  </a:lnTo>
                  <a:lnTo>
                    <a:pt x="2982169" y="3290621"/>
                  </a:lnTo>
                  <a:lnTo>
                    <a:pt x="2982295" y="3290621"/>
                  </a:lnTo>
                  <a:lnTo>
                    <a:pt x="2982422" y="3290621"/>
                  </a:lnTo>
                  <a:lnTo>
                    <a:pt x="2982548" y="3290621"/>
                  </a:lnTo>
                  <a:lnTo>
                    <a:pt x="2982674" y="3290621"/>
                  </a:lnTo>
                  <a:lnTo>
                    <a:pt x="2982800" y="3290621"/>
                  </a:lnTo>
                  <a:lnTo>
                    <a:pt x="2982927" y="3290621"/>
                  </a:lnTo>
                  <a:lnTo>
                    <a:pt x="2983053" y="3290621"/>
                  </a:lnTo>
                  <a:lnTo>
                    <a:pt x="2983053" y="3285709"/>
                  </a:lnTo>
                  <a:lnTo>
                    <a:pt x="2983179" y="3285709"/>
                  </a:lnTo>
                  <a:lnTo>
                    <a:pt x="2983305" y="3285709"/>
                  </a:lnTo>
                  <a:lnTo>
                    <a:pt x="2983432" y="3285709"/>
                  </a:lnTo>
                  <a:lnTo>
                    <a:pt x="2983558" y="3285709"/>
                  </a:lnTo>
                  <a:lnTo>
                    <a:pt x="2983684" y="3285709"/>
                  </a:lnTo>
                  <a:lnTo>
                    <a:pt x="2983810" y="3285709"/>
                  </a:lnTo>
                  <a:lnTo>
                    <a:pt x="2983937" y="3285709"/>
                  </a:lnTo>
                  <a:lnTo>
                    <a:pt x="2984063" y="3285709"/>
                  </a:lnTo>
                  <a:lnTo>
                    <a:pt x="2984189" y="3285709"/>
                  </a:lnTo>
                  <a:lnTo>
                    <a:pt x="2984315" y="3285709"/>
                  </a:lnTo>
                  <a:lnTo>
                    <a:pt x="2984442" y="3285709"/>
                  </a:lnTo>
                  <a:lnTo>
                    <a:pt x="2984568" y="3285709"/>
                  </a:lnTo>
                  <a:lnTo>
                    <a:pt x="2984694" y="3285709"/>
                  </a:lnTo>
                  <a:lnTo>
                    <a:pt x="2984821" y="3285709"/>
                  </a:lnTo>
                  <a:lnTo>
                    <a:pt x="2984947" y="3285709"/>
                  </a:lnTo>
                  <a:lnTo>
                    <a:pt x="2985073" y="3285709"/>
                  </a:lnTo>
                  <a:lnTo>
                    <a:pt x="2985199" y="3285709"/>
                  </a:lnTo>
                  <a:lnTo>
                    <a:pt x="2985326" y="3285709"/>
                  </a:lnTo>
                  <a:lnTo>
                    <a:pt x="2985452" y="3285709"/>
                  </a:lnTo>
                  <a:lnTo>
                    <a:pt x="2985578" y="3285709"/>
                  </a:lnTo>
                  <a:lnTo>
                    <a:pt x="2985704" y="3285709"/>
                  </a:lnTo>
                  <a:lnTo>
                    <a:pt x="2985831" y="3285709"/>
                  </a:lnTo>
                  <a:lnTo>
                    <a:pt x="2985957" y="3285709"/>
                  </a:lnTo>
                  <a:lnTo>
                    <a:pt x="2986083" y="3285709"/>
                  </a:lnTo>
                  <a:lnTo>
                    <a:pt x="2986209" y="3285709"/>
                  </a:lnTo>
                  <a:lnTo>
                    <a:pt x="2986336" y="3285709"/>
                  </a:lnTo>
                  <a:lnTo>
                    <a:pt x="2986462" y="3285709"/>
                  </a:lnTo>
                  <a:lnTo>
                    <a:pt x="2986588" y="3285709"/>
                  </a:lnTo>
                  <a:lnTo>
                    <a:pt x="2986714" y="3285709"/>
                  </a:lnTo>
                  <a:lnTo>
                    <a:pt x="2986841" y="3285709"/>
                  </a:lnTo>
                  <a:lnTo>
                    <a:pt x="2986967" y="3285709"/>
                  </a:lnTo>
                  <a:lnTo>
                    <a:pt x="2987093" y="3285709"/>
                  </a:lnTo>
                  <a:lnTo>
                    <a:pt x="2987219" y="3285709"/>
                  </a:lnTo>
                  <a:lnTo>
                    <a:pt x="2987346" y="3285709"/>
                  </a:lnTo>
                  <a:lnTo>
                    <a:pt x="2987472" y="3285709"/>
                  </a:lnTo>
                  <a:lnTo>
                    <a:pt x="2987598" y="3285709"/>
                  </a:lnTo>
                  <a:lnTo>
                    <a:pt x="2987724" y="3285709"/>
                  </a:lnTo>
                  <a:lnTo>
                    <a:pt x="2987851" y="3285709"/>
                  </a:lnTo>
                  <a:lnTo>
                    <a:pt x="2987851" y="3280798"/>
                  </a:lnTo>
                  <a:lnTo>
                    <a:pt x="2987977" y="3280798"/>
                  </a:lnTo>
                  <a:lnTo>
                    <a:pt x="2988103" y="3280798"/>
                  </a:lnTo>
                  <a:lnTo>
                    <a:pt x="2988229" y="3280798"/>
                  </a:lnTo>
                  <a:lnTo>
                    <a:pt x="2988229" y="3275887"/>
                  </a:lnTo>
                  <a:lnTo>
                    <a:pt x="2988356" y="3275887"/>
                  </a:lnTo>
                  <a:lnTo>
                    <a:pt x="2988482" y="3275887"/>
                  </a:lnTo>
                  <a:lnTo>
                    <a:pt x="2988608" y="3275887"/>
                  </a:lnTo>
                  <a:lnTo>
                    <a:pt x="2988734" y="3275887"/>
                  </a:lnTo>
                  <a:lnTo>
                    <a:pt x="2988861" y="3275887"/>
                  </a:lnTo>
                  <a:lnTo>
                    <a:pt x="2988987" y="3275887"/>
                  </a:lnTo>
                  <a:lnTo>
                    <a:pt x="2989113" y="3275887"/>
                  </a:lnTo>
                  <a:lnTo>
                    <a:pt x="2989239" y="3275887"/>
                  </a:lnTo>
                  <a:lnTo>
                    <a:pt x="2989239" y="3270975"/>
                  </a:lnTo>
                  <a:lnTo>
                    <a:pt x="2989366" y="3270975"/>
                  </a:lnTo>
                  <a:lnTo>
                    <a:pt x="2989492" y="3270975"/>
                  </a:lnTo>
                  <a:lnTo>
                    <a:pt x="2989618" y="3270975"/>
                  </a:lnTo>
                  <a:lnTo>
                    <a:pt x="2989745" y="3270975"/>
                  </a:lnTo>
                  <a:lnTo>
                    <a:pt x="2989871" y="3270975"/>
                  </a:lnTo>
                  <a:lnTo>
                    <a:pt x="2989997" y="3270975"/>
                  </a:lnTo>
                  <a:lnTo>
                    <a:pt x="2990123" y="3270975"/>
                  </a:lnTo>
                  <a:lnTo>
                    <a:pt x="2990250" y="3270975"/>
                  </a:lnTo>
                  <a:lnTo>
                    <a:pt x="2990376" y="3270975"/>
                  </a:lnTo>
                  <a:lnTo>
                    <a:pt x="2990502" y="3270975"/>
                  </a:lnTo>
                  <a:lnTo>
                    <a:pt x="2990628" y="3270975"/>
                  </a:lnTo>
                  <a:lnTo>
                    <a:pt x="2990755" y="3270975"/>
                  </a:lnTo>
                  <a:lnTo>
                    <a:pt x="2990881" y="3270975"/>
                  </a:lnTo>
                  <a:lnTo>
                    <a:pt x="2991007" y="3270975"/>
                  </a:lnTo>
                  <a:lnTo>
                    <a:pt x="2991133" y="3270975"/>
                  </a:lnTo>
                  <a:lnTo>
                    <a:pt x="2991260" y="3270975"/>
                  </a:lnTo>
                  <a:lnTo>
                    <a:pt x="2991386" y="3270975"/>
                  </a:lnTo>
                  <a:lnTo>
                    <a:pt x="2991512" y="3270975"/>
                  </a:lnTo>
                  <a:lnTo>
                    <a:pt x="2991638" y="3270975"/>
                  </a:lnTo>
                  <a:lnTo>
                    <a:pt x="2991765" y="3270975"/>
                  </a:lnTo>
                  <a:lnTo>
                    <a:pt x="2991891" y="3270975"/>
                  </a:lnTo>
                  <a:lnTo>
                    <a:pt x="2992017" y="3270975"/>
                  </a:lnTo>
                  <a:lnTo>
                    <a:pt x="2992143" y="3270975"/>
                  </a:lnTo>
                  <a:lnTo>
                    <a:pt x="2992270" y="3270975"/>
                  </a:lnTo>
                  <a:lnTo>
                    <a:pt x="2992396" y="3270975"/>
                  </a:lnTo>
                  <a:lnTo>
                    <a:pt x="2992522" y="3270975"/>
                  </a:lnTo>
                  <a:lnTo>
                    <a:pt x="2992648" y="3270975"/>
                  </a:lnTo>
                  <a:lnTo>
                    <a:pt x="2992775" y="3270975"/>
                  </a:lnTo>
                  <a:lnTo>
                    <a:pt x="2992901" y="3270975"/>
                  </a:lnTo>
                  <a:lnTo>
                    <a:pt x="2993027" y="3270975"/>
                  </a:lnTo>
                  <a:lnTo>
                    <a:pt x="2993153" y="3270975"/>
                  </a:lnTo>
                  <a:lnTo>
                    <a:pt x="2993280" y="3270975"/>
                  </a:lnTo>
                  <a:lnTo>
                    <a:pt x="2993406" y="3270975"/>
                  </a:lnTo>
                  <a:lnTo>
                    <a:pt x="2993406" y="3266064"/>
                  </a:lnTo>
                  <a:lnTo>
                    <a:pt x="2993532" y="3266064"/>
                  </a:lnTo>
                  <a:lnTo>
                    <a:pt x="2993658" y="3266064"/>
                  </a:lnTo>
                  <a:lnTo>
                    <a:pt x="2993785" y="3266064"/>
                  </a:lnTo>
                  <a:lnTo>
                    <a:pt x="2993911" y="3266064"/>
                  </a:lnTo>
                  <a:lnTo>
                    <a:pt x="2994037" y="3266064"/>
                  </a:lnTo>
                  <a:lnTo>
                    <a:pt x="2994163" y="3266064"/>
                  </a:lnTo>
                  <a:lnTo>
                    <a:pt x="2994290" y="3266064"/>
                  </a:lnTo>
                  <a:lnTo>
                    <a:pt x="2994416" y="3266064"/>
                  </a:lnTo>
                  <a:lnTo>
                    <a:pt x="2994542" y="3266064"/>
                  </a:lnTo>
                  <a:lnTo>
                    <a:pt x="2994668" y="3266064"/>
                  </a:lnTo>
                  <a:lnTo>
                    <a:pt x="2994795" y="3266064"/>
                  </a:lnTo>
                  <a:lnTo>
                    <a:pt x="2994921" y="3266064"/>
                  </a:lnTo>
                  <a:lnTo>
                    <a:pt x="2995047" y="3266064"/>
                  </a:lnTo>
                  <a:lnTo>
                    <a:pt x="2995174" y="3266064"/>
                  </a:lnTo>
                  <a:lnTo>
                    <a:pt x="2995300" y="3266064"/>
                  </a:lnTo>
                  <a:lnTo>
                    <a:pt x="2995426" y="3266064"/>
                  </a:lnTo>
                  <a:lnTo>
                    <a:pt x="2995552" y="3266064"/>
                  </a:lnTo>
                  <a:lnTo>
                    <a:pt x="2995679" y="3266064"/>
                  </a:lnTo>
                  <a:lnTo>
                    <a:pt x="2995805" y="3266064"/>
                  </a:lnTo>
                  <a:lnTo>
                    <a:pt x="2995931" y="3266064"/>
                  </a:lnTo>
                  <a:lnTo>
                    <a:pt x="2996057" y="3266064"/>
                  </a:lnTo>
                  <a:lnTo>
                    <a:pt x="2996184" y="3266064"/>
                  </a:lnTo>
                  <a:lnTo>
                    <a:pt x="2996310" y="3266064"/>
                  </a:lnTo>
                  <a:lnTo>
                    <a:pt x="2996436" y="3266064"/>
                  </a:lnTo>
                  <a:lnTo>
                    <a:pt x="2996562" y="3266064"/>
                  </a:lnTo>
                  <a:lnTo>
                    <a:pt x="2996689" y="3266064"/>
                  </a:lnTo>
                  <a:lnTo>
                    <a:pt x="2996815" y="3266064"/>
                  </a:lnTo>
                  <a:lnTo>
                    <a:pt x="2996941" y="3266064"/>
                  </a:lnTo>
                  <a:lnTo>
                    <a:pt x="2997067" y="3266064"/>
                  </a:lnTo>
                  <a:lnTo>
                    <a:pt x="2997194" y="3266064"/>
                  </a:lnTo>
                  <a:lnTo>
                    <a:pt x="2997320" y="3266064"/>
                  </a:lnTo>
                  <a:lnTo>
                    <a:pt x="2997446" y="3266064"/>
                  </a:lnTo>
                  <a:lnTo>
                    <a:pt x="2997572" y="3266064"/>
                  </a:lnTo>
                  <a:lnTo>
                    <a:pt x="2997699" y="3266064"/>
                  </a:lnTo>
                  <a:lnTo>
                    <a:pt x="2997825" y="3266064"/>
                  </a:lnTo>
                  <a:lnTo>
                    <a:pt x="2997951" y="3266064"/>
                  </a:lnTo>
                  <a:lnTo>
                    <a:pt x="2998077" y="3266064"/>
                  </a:lnTo>
                  <a:lnTo>
                    <a:pt x="2998204" y="3266064"/>
                  </a:lnTo>
                  <a:lnTo>
                    <a:pt x="2998330" y="3266064"/>
                  </a:lnTo>
                  <a:lnTo>
                    <a:pt x="2998456" y="3266064"/>
                  </a:lnTo>
                  <a:lnTo>
                    <a:pt x="2998582" y="3266064"/>
                  </a:lnTo>
                  <a:lnTo>
                    <a:pt x="2998709" y="3266064"/>
                  </a:lnTo>
                  <a:lnTo>
                    <a:pt x="2998835" y="3266064"/>
                  </a:lnTo>
                  <a:lnTo>
                    <a:pt x="2998961" y="3266064"/>
                  </a:lnTo>
                  <a:lnTo>
                    <a:pt x="2999087" y="3266064"/>
                  </a:lnTo>
                  <a:lnTo>
                    <a:pt x="2999214" y="3266064"/>
                  </a:lnTo>
                  <a:lnTo>
                    <a:pt x="2999340" y="3266064"/>
                  </a:lnTo>
                  <a:lnTo>
                    <a:pt x="2999466" y="3266064"/>
                  </a:lnTo>
                  <a:lnTo>
                    <a:pt x="2999592" y="3266064"/>
                  </a:lnTo>
                  <a:lnTo>
                    <a:pt x="2999719" y="3266064"/>
                  </a:lnTo>
                  <a:lnTo>
                    <a:pt x="2999845" y="3266064"/>
                  </a:lnTo>
                  <a:lnTo>
                    <a:pt x="2999971" y="3266064"/>
                  </a:lnTo>
                  <a:lnTo>
                    <a:pt x="3000098" y="3266064"/>
                  </a:lnTo>
                  <a:lnTo>
                    <a:pt x="3000224" y="3266064"/>
                  </a:lnTo>
                  <a:lnTo>
                    <a:pt x="3000350" y="3266064"/>
                  </a:lnTo>
                  <a:lnTo>
                    <a:pt x="3000476" y="3266064"/>
                  </a:lnTo>
                  <a:lnTo>
                    <a:pt x="3000603" y="3266064"/>
                  </a:lnTo>
                  <a:lnTo>
                    <a:pt x="3000729" y="3266064"/>
                  </a:lnTo>
                  <a:lnTo>
                    <a:pt x="3000855" y="3266064"/>
                  </a:lnTo>
                  <a:lnTo>
                    <a:pt x="3000981" y="3266064"/>
                  </a:lnTo>
                  <a:lnTo>
                    <a:pt x="3001108" y="3266064"/>
                  </a:lnTo>
                  <a:lnTo>
                    <a:pt x="3001234" y="3266064"/>
                  </a:lnTo>
                  <a:lnTo>
                    <a:pt x="3001360" y="3266064"/>
                  </a:lnTo>
                  <a:lnTo>
                    <a:pt x="3001486" y="3266064"/>
                  </a:lnTo>
                  <a:lnTo>
                    <a:pt x="3001613" y="3266064"/>
                  </a:lnTo>
                  <a:lnTo>
                    <a:pt x="3001739" y="3266064"/>
                  </a:lnTo>
                  <a:lnTo>
                    <a:pt x="3001865" y="3266064"/>
                  </a:lnTo>
                  <a:lnTo>
                    <a:pt x="3001991" y="3266064"/>
                  </a:lnTo>
                  <a:lnTo>
                    <a:pt x="3001991" y="3261152"/>
                  </a:lnTo>
                  <a:lnTo>
                    <a:pt x="3002118" y="3261152"/>
                  </a:lnTo>
                  <a:lnTo>
                    <a:pt x="3002244" y="3261152"/>
                  </a:lnTo>
                  <a:lnTo>
                    <a:pt x="3002370" y="3261152"/>
                  </a:lnTo>
                  <a:lnTo>
                    <a:pt x="3002496" y="3261152"/>
                  </a:lnTo>
                  <a:lnTo>
                    <a:pt x="3002623" y="3261152"/>
                  </a:lnTo>
                  <a:lnTo>
                    <a:pt x="3002749" y="3261152"/>
                  </a:lnTo>
                  <a:lnTo>
                    <a:pt x="3002875" y="3261152"/>
                  </a:lnTo>
                  <a:lnTo>
                    <a:pt x="3003001" y="3261152"/>
                  </a:lnTo>
                  <a:lnTo>
                    <a:pt x="3003128" y="3261152"/>
                  </a:lnTo>
                  <a:lnTo>
                    <a:pt x="3003254" y="3261152"/>
                  </a:lnTo>
                  <a:lnTo>
                    <a:pt x="3003380" y="3261152"/>
                  </a:lnTo>
                  <a:lnTo>
                    <a:pt x="3003506" y="3261152"/>
                  </a:lnTo>
                  <a:lnTo>
                    <a:pt x="3003633" y="3261152"/>
                  </a:lnTo>
                  <a:lnTo>
                    <a:pt x="3003759" y="3261152"/>
                  </a:lnTo>
                  <a:lnTo>
                    <a:pt x="3003885" y="3261152"/>
                  </a:lnTo>
                  <a:lnTo>
                    <a:pt x="3004011" y="3261152"/>
                  </a:lnTo>
                  <a:lnTo>
                    <a:pt x="3004138" y="3261152"/>
                  </a:lnTo>
                  <a:lnTo>
                    <a:pt x="3004138" y="3256241"/>
                  </a:lnTo>
                  <a:lnTo>
                    <a:pt x="3004264" y="3256241"/>
                  </a:lnTo>
                  <a:lnTo>
                    <a:pt x="3004390" y="3256241"/>
                  </a:lnTo>
                  <a:lnTo>
                    <a:pt x="3004516" y="3256241"/>
                  </a:lnTo>
                  <a:lnTo>
                    <a:pt x="3004643" y="3256241"/>
                  </a:lnTo>
                  <a:lnTo>
                    <a:pt x="3004769" y="3256241"/>
                  </a:lnTo>
                  <a:lnTo>
                    <a:pt x="3004895" y="3256241"/>
                  </a:lnTo>
                  <a:lnTo>
                    <a:pt x="3005021" y="3256241"/>
                  </a:lnTo>
                  <a:lnTo>
                    <a:pt x="3005148" y="3256241"/>
                  </a:lnTo>
                  <a:lnTo>
                    <a:pt x="3005274" y="3256241"/>
                  </a:lnTo>
                  <a:lnTo>
                    <a:pt x="3005400" y="3256241"/>
                  </a:lnTo>
                  <a:lnTo>
                    <a:pt x="3005527" y="3256241"/>
                  </a:lnTo>
                  <a:lnTo>
                    <a:pt x="3005653" y="3256241"/>
                  </a:lnTo>
                  <a:lnTo>
                    <a:pt x="3005779" y="3256241"/>
                  </a:lnTo>
                  <a:lnTo>
                    <a:pt x="3005905" y="3256241"/>
                  </a:lnTo>
                  <a:lnTo>
                    <a:pt x="3006032" y="3256241"/>
                  </a:lnTo>
                  <a:lnTo>
                    <a:pt x="3006158" y="3256241"/>
                  </a:lnTo>
                  <a:lnTo>
                    <a:pt x="3006284" y="3256241"/>
                  </a:lnTo>
                  <a:lnTo>
                    <a:pt x="3006410" y="3256241"/>
                  </a:lnTo>
                  <a:lnTo>
                    <a:pt x="3006537" y="3256241"/>
                  </a:lnTo>
                  <a:lnTo>
                    <a:pt x="3006663" y="3256241"/>
                  </a:lnTo>
                  <a:lnTo>
                    <a:pt x="3006789" y="3256241"/>
                  </a:lnTo>
                  <a:lnTo>
                    <a:pt x="3006915" y="3256241"/>
                  </a:lnTo>
                  <a:lnTo>
                    <a:pt x="3007042" y="3256241"/>
                  </a:lnTo>
                  <a:lnTo>
                    <a:pt x="3007168" y="3256241"/>
                  </a:lnTo>
                  <a:lnTo>
                    <a:pt x="3007294" y="3256241"/>
                  </a:lnTo>
                  <a:lnTo>
                    <a:pt x="3007420" y="3256241"/>
                  </a:lnTo>
                  <a:lnTo>
                    <a:pt x="3007547" y="3256241"/>
                  </a:lnTo>
                  <a:lnTo>
                    <a:pt x="3007673" y="3256241"/>
                  </a:lnTo>
                  <a:lnTo>
                    <a:pt x="3007799" y="3256241"/>
                  </a:lnTo>
                  <a:lnTo>
                    <a:pt x="3007925" y="3256241"/>
                  </a:lnTo>
                  <a:lnTo>
                    <a:pt x="3008052" y="3256241"/>
                  </a:lnTo>
                  <a:lnTo>
                    <a:pt x="3008178" y="3256241"/>
                  </a:lnTo>
                  <a:lnTo>
                    <a:pt x="3008304" y="3256241"/>
                  </a:lnTo>
                  <a:lnTo>
                    <a:pt x="3008430" y="3256241"/>
                  </a:lnTo>
                  <a:lnTo>
                    <a:pt x="3008430" y="3251330"/>
                  </a:lnTo>
                  <a:lnTo>
                    <a:pt x="3008557" y="3251330"/>
                  </a:lnTo>
                  <a:lnTo>
                    <a:pt x="3008557" y="3246418"/>
                  </a:lnTo>
                  <a:lnTo>
                    <a:pt x="3008683" y="3246418"/>
                  </a:lnTo>
                  <a:lnTo>
                    <a:pt x="3008809" y="3246418"/>
                  </a:lnTo>
                  <a:lnTo>
                    <a:pt x="3008935" y="3246418"/>
                  </a:lnTo>
                  <a:lnTo>
                    <a:pt x="3009062" y="3246418"/>
                  </a:lnTo>
                  <a:lnTo>
                    <a:pt x="3009188" y="3246418"/>
                  </a:lnTo>
                  <a:lnTo>
                    <a:pt x="3009314" y="3246418"/>
                  </a:lnTo>
                  <a:lnTo>
                    <a:pt x="3009440" y="3246418"/>
                  </a:lnTo>
                  <a:lnTo>
                    <a:pt x="3009567" y="3246418"/>
                  </a:lnTo>
                  <a:lnTo>
                    <a:pt x="3009693" y="3246418"/>
                  </a:lnTo>
                  <a:lnTo>
                    <a:pt x="3009819" y="3246418"/>
                  </a:lnTo>
                  <a:lnTo>
                    <a:pt x="3009945" y="3246418"/>
                  </a:lnTo>
                  <a:lnTo>
                    <a:pt x="3010072" y="3246418"/>
                  </a:lnTo>
                  <a:lnTo>
                    <a:pt x="3010198" y="3246418"/>
                  </a:lnTo>
                  <a:lnTo>
                    <a:pt x="3010324" y="3246418"/>
                  </a:lnTo>
                  <a:lnTo>
                    <a:pt x="3010451" y="3246418"/>
                  </a:lnTo>
                  <a:lnTo>
                    <a:pt x="3010577" y="3246418"/>
                  </a:lnTo>
                  <a:lnTo>
                    <a:pt x="3010703" y="3246418"/>
                  </a:lnTo>
                  <a:lnTo>
                    <a:pt x="3010829" y="3246418"/>
                  </a:lnTo>
                  <a:lnTo>
                    <a:pt x="3010956" y="3246418"/>
                  </a:lnTo>
                  <a:lnTo>
                    <a:pt x="3011082" y="3246418"/>
                  </a:lnTo>
                  <a:lnTo>
                    <a:pt x="3011208" y="3246418"/>
                  </a:lnTo>
                  <a:lnTo>
                    <a:pt x="3011334" y="3246418"/>
                  </a:lnTo>
                  <a:lnTo>
                    <a:pt x="3011461" y="3246418"/>
                  </a:lnTo>
                  <a:lnTo>
                    <a:pt x="3011587" y="3246418"/>
                  </a:lnTo>
                  <a:lnTo>
                    <a:pt x="3011713" y="3246418"/>
                  </a:lnTo>
                  <a:lnTo>
                    <a:pt x="3011839" y="3246418"/>
                  </a:lnTo>
                  <a:lnTo>
                    <a:pt x="3011966" y="3246418"/>
                  </a:lnTo>
                  <a:lnTo>
                    <a:pt x="3012092" y="3246418"/>
                  </a:lnTo>
                  <a:lnTo>
                    <a:pt x="3012218" y="3246418"/>
                  </a:lnTo>
                  <a:lnTo>
                    <a:pt x="3012344" y="3246418"/>
                  </a:lnTo>
                  <a:lnTo>
                    <a:pt x="3012471" y="3246418"/>
                  </a:lnTo>
                  <a:lnTo>
                    <a:pt x="3012597" y="3246418"/>
                  </a:lnTo>
                  <a:lnTo>
                    <a:pt x="3012723" y="3246418"/>
                  </a:lnTo>
                  <a:lnTo>
                    <a:pt x="3012849" y="3246418"/>
                  </a:lnTo>
                  <a:lnTo>
                    <a:pt x="3012976" y="3246418"/>
                  </a:lnTo>
                  <a:lnTo>
                    <a:pt x="3013102" y="3246418"/>
                  </a:lnTo>
                  <a:lnTo>
                    <a:pt x="3013228" y="3246418"/>
                  </a:lnTo>
                  <a:lnTo>
                    <a:pt x="3013228" y="3241507"/>
                  </a:lnTo>
                  <a:lnTo>
                    <a:pt x="3013354" y="3241507"/>
                  </a:lnTo>
                  <a:lnTo>
                    <a:pt x="3013481" y="3241507"/>
                  </a:lnTo>
                  <a:lnTo>
                    <a:pt x="3013607" y="3241507"/>
                  </a:lnTo>
                  <a:lnTo>
                    <a:pt x="3013733" y="3241507"/>
                  </a:lnTo>
                  <a:lnTo>
                    <a:pt x="3013859" y="3241507"/>
                  </a:lnTo>
                  <a:lnTo>
                    <a:pt x="3013986" y="3241507"/>
                  </a:lnTo>
                  <a:lnTo>
                    <a:pt x="3014112" y="3241507"/>
                  </a:lnTo>
                  <a:lnTo>
                    <a:pt x="3014238" y="3241507"/>
                  </a:lnTo>
                  <a:lnTo>
                    <a:pt x="3014364" y="3241507"/>
                  </a:lnTo>
                  <a:lnTo>
                    <a:pt x="3014491" y="3241507"/>
                  </a:lnTo>
                  <a:lnTo>
                    <a:pt x="3014617" y="3241507"/>
                  </a:lnTo>
                  <a:lnTo>
                    <a:pt x="3014743" y="3241507"/>
                  </a:lnTo>
                  <a:lnTo>
                    <a:pt x="3014869" y="3241507"/>
                  </a:lnTo>
                  <a:lnTo>
                    <a:pt x="3014996" y="3241507"/>
                  </a:lnTo>
                  <a:lnTo>
                    <a:pt x="3015122" y="3241507"/>
                  </a:lnTo>
                  <a:lnTo>
                    <a:pt x="3015248" y="3241507"/>
                  </a:lnTo>
                  <a:lnTo>
                    <a:pt x="3015374" y="3241507"/>
                  </a:lnTo>
                  <a:lnTo>
                    <a:pt x="3015501" y="3241507"/>
                  </a:lnTo>
                  <a:lnTo>
                    <a:pt x="3015627" y="3241507"/>
                  </a:lnTo>
                  <a:lnTo>
                    <a:pt x="3015753" y="3241507"/>
                  </a:lnTo>
                  <a:lnTo>
                    <a:pt x="3015880" y="3241507"/>
                  </a:lnTo>
                  <a:lnTo>
                    <a:pt x="3016006" y="3241507"/>
                  </a:lnTo>
                  <a:lnTo>
                    <a:pt x="3016132" y="3241507"/>
                  </a:lnTo>
                  <a:lnTo>
                    <a:pt x="3016258" y="3241507"/>
                  </a:lnTo>
                  <a:lnTo>
                    <a:pt x="3016385" y="3241507"/>
                  </a:lnTo>
                  <a:lnTo>
                    <a:pt x="3016511" y="3241507"/>
                  </a:lnTo>
                  <a:lnTo>
                    <a:pt x="3016637" y="3241507"/>
                  </a:lnTo>
                  <a:lnTo>
                    <a:pt x="3016763" y="3241507"/>
                  </a:lnTo>
                  <a:lnTo>
                    <a:pt x="3016890" y="3241507"/>
                  </a:lnTo>
                  <a:lnTo>
                    <a:pt x="3017016" y="3241507"/>
                  </a:lnTo>
                  <a:lnTo>
                    <a:pt x="3017142" y="3241507"/>
                  </a:lnTo>
                  <a:lnTo>
                    <a:pt x="3017268" y="3241507"/>
                  </a:lnTo>
                  <a:lnTo>
                    <a:pt x="3017395" y="3241507"/>
                  </a:lnTo>
                  <a:lnTo>
                    <a:pt x="3017521" y="3241507"/>
                  </a:lnTo>
                  <a:lnTo>
                    <a:pt x="3017647" y="3241507"/>
                  </a:lnTo>
                  <a:lnTo>
                    <a:pt x="3017773" y="3241507"/>
                  </a:lnTo>
                  <a:lnTo>
                    <a:pt x="3017900" y="3241507"/>
                  </a:lnTo>
                  <a:lnTo>
                    <a:pt x="3018026" y="3241507"/>
                  </a:lnTo>
                  <a:lnTo>
                    <a:pt x="3018152" y="3241507"/>
                  </a:lnTo>
                  <a:lnTo>
                    <a:pt x="3018278" y="3241507"/>
                  </a:lnTo>
                  <a:lnTo>
                    <a:pt x="3018405" y="3241507"/>
                  </a:lnTo>
                  <a:lnTo>
                    <a:pt x="3018531" y="3241507"/>
                  </a:lnTo>
                  <a:lnTo>
                    <a:pt x="3018657" y="3241507"/>
                  </a:lnTo>
                  <a:lnTo>
                    <a:pt x="3018783" y="3241507"/>
                  </a:lnTo>
                  <a:lnTo>
                    <a:pt x="3018910" y="3241507"/>
                  </a:lnTo>
                  <a:lnTo>
                    <a:pt x="3018910" y="3236596"/>
                  </a:lnTo>
                  <a:lnTo>
                    <a:pt x="3019036" y="3236596"/>
                  </a:lnTo>
                  <a:lnTo>
                    <a:pt x="3019162" y="3236596"/>
                  </a:lnTo>
                  <a:lnTo>
                    <a:pt x="3019288" y="3236596"/>
                  </a:lnTo>
                  <a:lnTo>
                    <a:pt x="3019415" y="3236596"/>
                  </a:lnTo>
                  <a:lnTo>
                    <a:pt x="3019541" y="3236596"/>
                  </a:lnTo>
                  <a:lnTo>
                    <a:pt x="3019667" y="3236596"/>
                  </a:lnTo>
                  <a:lnTo>
                    <a:pt x="3019793" y="3236596"/>
                  </a:lnTo>
                  <a:lnTo>
                    <a:pt x="3019920" y="3236596"/>
                  </a:lnTo>
                  <a:lnTo>
                    <a:pt x="3020046" y="3236596"/>
                  </a:lnTo>
                  <a:lnTo>
                    <a:pt x="3020172" y="3236596"/>
                  </a:lnTo>
                  <a:lnTo>
                    <a:pt x="3020298" y="3236596"/>
                  </a:lnTo>
                  <a:lnTo>
                    <a:pt x="3020425" y="3236596"/>
                  </a:lnTo>
                  <a:lnTo>
                    <a:pt x="3020551" y="3236596"/>
                  </a:lnTo>
                  <a:lnTo>
                    <a:pt x="3020677" y="3236596"/>
                  </a:lnTo>
                  <a:lnTo>
                    <a:pt x="3020804" y="3236596"/>
                  </a:lnTo>
                  <a:lnTo>
                    <a:pt x="3020930" y="3236596"/>
                  </a:lnTo>
                  <a:lnTo>
                    <a:pt x="3021056" y="3236596"/>
                  </a:lnTo>
                  <a:lnTo>
                    <a:pt x="3021182" y="3236596"/>
                  </a:lnTo>
                  <a:lnTo>
                    <a:pt x="3021309" y="3236596"/>
                  </a:lnTo>
                  <a:lnTo>
                    <a:pt x="3021435" y="3236596"/>
                  </a:lnTo>
                  <a:lnTo>
                    <a:pt x="3021561" y="3236596"/>
                  </a:lnTo>
                  <a:lnTo>
                    <a:pt x="3021687" y="3236596"/>
                  </a:lnTo>
                  <a:lnTo>
                    <a:pt x="3021814" y="3236596"/>
                  </a:lnTo>
                  <a:lnTo>
                    <a:pt x="3021940" y="3236596"/>
                  </a:lnTo>
                  <a:lnTo>
                    <a:pt x="3022066" y="3236596"/>
                  </a:lnTo>
                  <a:lnTo>
                    <a:pt x="3022192" y="3236596"/>
                  </a:lnTo>
                  <a:lnTo>
                    <a:pt x="3022319" y="3236596"/>
                  </a:lnTo>
                  <a:lnTo>
                    <a:pt x="3022445" y="3236596"/>
                  </a:lnTo>
                  <a:lnTo>
                    <a:pt x="3022571" y="3236596"/>
                  </a:lnTo>
                  <a:lnTo>
                    <a:pt x="3022697" y="3236596"/>
                  </a:lnTo>
                  <a:lnTo>
                    <a:pt x="3022824" y="3236596"/>
                  </a:lnTo>
                  <a:lnTo>
                    <a:pt x="3022950" y="3236596"/>
                  </a:lnTo>
                  <a:lnTo>
                    <a:pt x="3023076" y="3236596"/>
                  </a:lnTo>
                  <a:lnTo>
                    <a:pt x="3023202" y="3236596"/>
                  </a:lnTo>
                  <a:lnTo>
                    <a:pt x="3023329" y="3236596"/>
                  </a:lnTo>
                  <a:lnTo>
                    <a:pt x="3023455" y="3236596"/>
                  </a:lnTo>
                  <a:lnTo>
                    <a:pt x="3023581" y="3236596"/>
                  </a:lnTo>
                  <a:lnTo>
                    <a:pt x="3023707" y="3236596"/>
                  </a:lnTo>
                  <a:lnTo>
                    <a:pt x="3023834" y="3236596"/>
                  </a:lnTo>
                  <a:lnTo>
                    <a:pt x="3023960" y="3236596"/>
                  </a:lnTo>
                  <a:lnTo>
                    <a:pt x="3024086" y="3236596"/>
                  </a:lnTo>
                  <a:lnTo>
                    <a:pt x="3024212" y="3236596"/>
                  </a:lnTo>
                  <a:lnTo>
                    <a:pt x="3024339" y="3236596"/>
                  </a:lnTo>
                  <a:lnTo>
                    <a:pt x="3024465" y="3236596"/>
                  </a:lnTo>
                  <a:lnTo>
                    <a:pt x="3024591" y="3236596"/>
                  </a:lnTo>
                  <a:lnTo>
                    <a:pt x="3024717" y="3236596"/>
                  </a:lnTo>
                  <a:lnTo>
                    <a:pt x="3024844" y="3236596"/>
                  </a:lnTo>
                  <a:lnTo>
                    <a:pt x="3024970" y="3236596"/>
                  </a:lnTo>
                  <a:lnTo>
                    <a:pt x="3025096" y="3236596"/>
                  </a:lnTo>
                  <a:lnTo>
                    <a:pt x="3025222" y="3236596"/>
                  </a:lnTo>
                  <a:lnTo>
                    <a:pt x="3025349" y="3236596"/>
                  </a:lnTo>
                  <a:lnTo>
                    <a:pt x="3025475" y="3236596"/>
                  </a:lnTo>
                  <a:lnTo>
                    <a:pt x="3025601" y="3236596"/>
                  </a:lnTo>
                  <a:lnTo>
                    <a:pt x="3025727" y="3236596"/>
                  </a:lnTo>
                  <a:lnTo>
                    <a:pt x="3025854" y="3236596"/>
                  </a:lnTo>
                  <a:lnTo>
                    <a:pt x="3025980" y="3236596"/>
                  </a:lnTo>
                  <a:lnTo>
                    <a:pt x="3026106" y="3236596"/>
                  </a:lnTo>
                  <a:lnTo>
                    <a:pt x="3026233" y="3236596"/>
                  </a:lnTo>
                  <a:lnTo>
                    <a:pt x="3026359" y="3236596"/>
                  </a:lnTo>
                  <a:lnTo>
                    <a:pt x="3026485" y="3236596"/>
                  </a:lnTo>
                  <a:lnTo>
                    <a:pt x="3026611" y="3236596"/>
                  </a:lnTo>
                  <a:lnTo>
                    <a:pt x="3026611" y="3231684"/>
                  </a:lnTo>
                  <a:lnTo>
                    <a:pt x="3026738" y="3231684"/>
                  </a:lnTo>
                  <a:lnTo>
                    <a:pt x="3026864" y="3231684"/>
                  </a:lnTo>
                  <a:lnTo>
                    <a:pt x="3026990" y="3231684"/>
                  </a:lnTo>
                  <a:lnTo>
                    <a:pt x="3027116" y="3231684"/>
                  </a:lnTo>
                  <a:lnTo>
                    <a:pt x="3027243" y="3231684"/>
                  </a:lnTo>
                  <a:lnTo>
                    <a:pt x="3027369" y="3231684"/>
                  </a:lnTo>
                  <a:lnTo>
                    <a:pt x="3027495" y="3231684"/>
                  </a:lnTo>
                  <a:lnTo>
                    <a:pt x="3027621" y="3231684"/>
                  </a:lnTo>
                  <a:lnTo>
                    <a:pt x="3027748" y="3231684"/>
                  </a:lnTo>
                  <a:lnTo>
                    <a:pt x="3027874" y="3231684"/>
                  </a:lnTo>
                  <a:lnTo>
                    <a:pt x="3028000" y="3231684"/>
                  </a:lnTo>
                  <a:lnTo>
                    <a:pt x="3028126" y="3231684"/>
                  </a:lnTo>
                  <a:lnTo>
                    <a:pt x="3028253" y="3231684"/>
                  </a:lnTo>
                  <a:lnTo>
                    <a:pt x="3028379" y="3231684"/>
                  </a:lnTo>
                  <a:lnTo>
                    <a:pt x="3028505" y="3231684"/>
                  </a:lnTo>
                  <a:lnTo>
                    <a:pt x="3028631" y="3231684"/>
                  </a:lnTo>
                  <a:lnTo>
                    <a:pt x="3028758" y="3231684"/>
                  </a:lnTo>
                  <a:lnTo>
                    <a:pt x="3028758" y="3226773"/>
                  </a:lnTo>
                  <a:lnTo>
                    <a:pt x="3028884" y="3226773"/>
                  </a:lnTo>
                  <a:lnTo>
                    <a:pt x="3029010" y="3226773"/>
                  </a:lnTo>
                  <a:lnTo>
                    <a:pt x="3029136" y="3226773"/>
                  </a:lnTo>
                  <a:lnTo>
                    <a:pt x="3029263" y="3226773"/>
                  </a:lnTo>
                  <a:lnTo>
                    <a:pt x="3029389" y="3226773"/>
                  </a:lnTo>
                  <a:lnTo>
                    <a:pt x="3029515" y="3226773"/>
                  </a:lnTo>
                  <a:lnTo>
                    <a:pt x="3029641" y="3226773"/>
                  </a:lnTo>
                  <a:lnTo>
                    <a:pt x="3029768" y="3226773"/>
                  </a:lnTo>
                  <a:lnTo>
                    <a:pt x="3029894" y="3226773"/>
                  </a:lnTo>
                  <a:lnTo>
                    <a:pt x="3030020" y="3226773"/>
                  </a:lnTo>
                  <a:lnTo>
                    <a:pt x="3030146" y="3226773"/>
                  </a:lnTo>
                  <a:lnTo>
                    <a:pt x="3030273" y="3226773"/>
                  </a:lnTo>
                  <a:lnTo>
                    <a:pt x="3030399" y="3226773"/>
                  </a:lnTo>
                  <a:lnTo>
                    <a:pt x="3030525" y="3226773"/>
                  </a:lnTo>
                  <a:lnTo>
                    <a:pt x="3030651" y="3226773"/>
                  </a:lnTo>
                  <a:lnTo>
                    <a:pt x="3030778" y="3226773"/>
                  </a:lnTo>
                  <a:lnTo>
                    <a:pt x="3030904" y="3226773"/>
                  </a:lnTo>
                  <a:lnTo>
                    <a:pt x="3031030" y="3226773"/>
                  </a:lnTo>
                  <a:lnTo>
                    <a:pt x="3031157" y="3226773"/>
                  </a:lnTo>
                  <a:lnTo>
                    <a:pt x="3031283" y="3226773"/>
                  </a:lnTo>
                  <a:lnTo>
                    <a:pt x="3031409" y="3226773"/>
                  </a:lnTo>
                  <a:lnTo>
                    <a:pt x="3031535" y="3226773"/>
                  </a:lnTo>
                  <a:lnTo>
                    <a:pt x="3031662" y="3226773"/>
                  </a:lnTo>
                  <a:lnTo>
                    <a:pt x="3031662" y="3221861"/>
                  </a:lnTo>
                  <a:lnTo>
                    <a:pt x="3031788" y="3221861"/>
                  </a:lnTo>
                  <a:lnTo>
                    <a:pt x="3031914" y="3221861"/>
                  </a:lnTo>
                  <a:lnTo>
                    <a:pt x="3032040" y="3221861"/>
                  </a:lnTo>
                  <a:lnTo>
                    <a:pt x="3032167" y="3221861"/>
                  </a:lnTo>
                  <a:lnTo>
                    <a:pt x="3032293" y="3221861"/>
                  </a:lnTo>
                  <a:lnTo>
                    <a:pt x="3032419" y="3221861"/>
                  </a:lnTo>
                  <a:lnTo>
                    <a:pt x="3032545" y="3221861"/>
                  </a:lnTo>
                  <a:lnTo>
                    <a:pt x="3032672" y="3221861"/>
                  </a:lnTo>
                  <a:lnTo>
                    <a:pt x="3032798" y="3221861"/>
                  </a:lnTo>
                  <a:lnTo>
                    <a:pt x="3032924" y="3221861"/>
                  </a:lnTo>
                  <a:lnTo>
                    <a:pt x="3033050" y="3221861"/>
                  </a:lnTo>
                  <a:lnTo>
                    <a:pt x="3033177" y="3221861"/>
                  </a:lnTo>
                  <a:lnTo>
                    <a:pt x="3033303" y="3221861"/>
                  </a:lnTo>
                  <a:lnTo>
                    <a:pt x="3033429" y="3221861"/>
                  </a:lnTo>
                  <a:lnTo>
                    <a:pt x="3033555" y="3221861"/>
                  </a:lnTo>
                  <a:lnTo>
                    <a:pt x="3033682" y="3221861"/>
                  </a:lnTo>
                  <a:lnTo>
                    <a:pt x="3033808" y="3221861"/>
                  </a:lnTo>
                  <a:lnTo>
                    <a:pt x="3033934" y="3221861"/>
                  </a:lnTo>
                  <a:lnTo>
                    <a:pt x="3034060" y="3221861"/>
                  </a:lnTo>
                  <a:lnTo>
                    <a:pt x="3034187" y="3221861"/>
                  </a:lnTo>
                  <a:lnTo>
                    <a:pt x="3034313" y="3221861"/>
                  </a:lnTo>
                  <a:lnTo>
                    <a:pt x="3034439" y="3221861"/>
                  </a:lnTo>
                  <a:lnTo>
                    <a:pt x="3034565" y="3221861"/>
                  </a:lnTo>
                  <a:lnTo>
                    <a:pt x="3034692" y="3221861"/>
                  </a:lnTo>
                  <a:lnTo>
                    <a:pt x="3034818" y="3221861"/>
                  </a:lnTo>
                  <a:lnTo>
                    <a:pt x="3034944" y="3221861"/>
                  </a:lnTo>
                  <a:lnTo>
                    <a:pt x="3035070" y="3221861"/>
                  </a:lnTo>
                  <a:lnTo>
                    <a:pt x="3035197" y="3221861"/>
                  </a:lnTo>
                  <a:lnTo>
                    <a:pt x="3035323" y="3221861"/>
                  </a:lnTo>
                  <a:lnTo>
                    <a:pt x="3035449" y="3221861"/>
                  </a:lnTo>
                  <a:lnTo>
                    <a:pt x="3035575" y="3221861"/>
                  </a:lnTo>
                  <a:lnTo>
                    <a:pt x="3035702" y="3221861"/>
                  </a:lnTo>
                  <a:lnTo>
                    <a:pt x="3035828" y="3221861"/>
                  </a:lnTo>
                  <a:lnTo>
                    <a:pt x="3035954" y="3221861"/>
                  </a:lnTo>
                  <a:lnTo>
                    <a:pt x="3036081" y="3221861"/>
                  </a:lnTo>
                  <a:lnTo>
                    <a:pt x="3036207" y="3221861"/>
                  </a:lnTo>
                  <a:lnTo>
                    <a:pt x="3036333" y="3221861"/>
                  </a:lnTo>
                  <a:lnTo>
                    <a:pt x="3036459" y="3221861"/>
                  </a:lnTo>
                  <a:lnTo>
                    <a:pt x="3036586" y="3221861"/>
                  </a:lnTo>
                  <a:lnTo>
                    <a:pt x="3036712" y="3221861"/>
                  </a:lnTo>
                  <a:lnTo>
                    <a:pt x="3036838" y="3221861"/>
                  </a:lnTo>
                  <a:lnTo>
                    <a:pt x="3036964" y="3221861"/>
                  </a:lnTo>
                  <a:lnTo>
                    <a:pt x="3037091" y="3221861"/>
                  </a:lnTo>
                  <a:lnTo>
                    <a:pt x="3037217" y="3221861"/>
                  </a:lnTo>
                  <a:lnTo>
                    <a:pt x="3037343" y="3221861"/>
                  </a:lnTo>
                  <a:lnTo>
                    <a:pt x="3037469" y="3221861"/>
                  </a:lnTo>
                  <a:lnTo>
                    <a:pt x="3037596" y="3221861"/>
                  </a:lnTo>
                  <a:lnTo>
                    <a:pt x="3037722" y="3221861"/>
                  </a:lnTo>
                  <a:lnTo>
                    <a:pt x="3037848" y="3221861"/>
                  </a:lnTo>
                  <a:lnTo>
                    <a:pt x="3037974" y="3221861"/>
                  </a:lnTo>
                  <a:lnTo>
                    <a:pt x="3038101" y="3221861"/>
                  </a:lnTo>
                  <a:lnTo>
                    <a:pt x="3038227" y="3221861"/>
                  </a:lnTo>
                  <a:lnTo>
                    <a:pt x="3038353" y="3221861"/>
                  </a:lnTo>
                  <a:lnTo>
                    <a:pt x="3038479" y="3221861"/>
                  </a:lnTo>
                  <a:lnTo>
                    <a:pt x="3038606" y="3221861"/>
                  </a:lnTo>
                  <a:lnTo>
                    <a:pt x="3038732" y="3221861"/>
                  </a:lnTo>
                  <a:lnTo>
                    <a:pt x="3038858" y="3221861"/>
                  </a:lnTo>
                  <a:lnTo>
                    <a:pt x="3038984" y="3221861"/>
                  </a:lnTo>
                  <a:lnTo>
                    <a:pt x="3039111" y="3221861"/>
                  </a:lnTo>
                  <a:lnTo>
                    <a:pt x="3039237" y="3221861"/>
                  </a:lnTo>
                  <a:lnTo>
                    <a:pt x="3039363" y="3221861"/>
                  </a:lnTo>
                  <a:lnTo>
                    <a:pt x="3039363" y="3216950"/>
                  </a:lnTo>
                  <a:lnTo>
                    <a:pt x="3039489" y="3216950"/>
                  </a:lnTo>
                  <a:lnTo>
                    <a:pt x="3039616" y="3216950"/>
                  </a:lnTo>
                  <a:lnTo>
                    <a:pt x="3039742" y="3216950"/>
                  </a:lnTo>
                  <a:lnTo>
                    <a:pt x="3039868" y="3216950"/>
                  </a:lnTo>
                  <a:lnTo>
                    <a:pt x="3039994" y="3216950"/>
                  </a:lnTo>
                  <a:lnTo>
                    <a:pt x="3040121" y="3216950"/>
                  </a:lnTo>
                  <a:lnTo>
                    <a:pt x="3040247" y="3216950"/>
                  </a:lnTo>
                  <a:lnTo>
                    <a:pt x="3040373" y="3216950"/>
                  </a:lnTo>
                  <a:lnTo>
                    <a:pt x="3040499" y="3216950"/>
                  </a:lnTo>
                  <a:lnTo>
                    <a:pt x="3040626" y="3216950"/>
                  </a:lnTo>
                  <a:lnTo>
                    <a:pt x="3040752" y="3216950"/>
                  </a:lnTo>
                  <a:lnTo>
                    <a:pt x="3040878" y="3216950"/>
                  </a:lnTo>
                  <a:lnTo>
                    <a:pt x="3041004" y="3216950"/>
                  </a:lnTo>
                  <a:lnTo>
                    <a:pt x="3041131" y="3216950"/>
                  </a:lnTo>
                  <a:lnTo>
                    <a:pt x="3041257" y="3216950"/>
                  </a:lnTo>
                  <a:lnTo>
                    <a:pt x="3041383" y="3216950"/>
                  </a:lnTo>
                  <a:lnTo>
                    <a:pt x="3041510" y="3216950"/>
                  </a:lnTo>
                  <a:lnTo>
                    <a:pt x="3041636" y="3216950"/>
                  </a:lnTo>
                  <a:lnTo>
                    <a:pt x="3041762" y="3216950"/>
                  </a:lnTo>
                  <a:lnTo>
                    <a:pt x="3041888" y="3216950"/>
                  </a:lnTo>
                  <a:lnTo>
                    <a:pt x="3042015" y="3216950"/>
                  </a:lnTo>
                  <a:lnTo>
                    <a:pt x="3042141" y="3216950"/>
                  </a:lnTo>
                  <a:lnTo>
                    <a:pt x="3042267" y="3216950"/>
                  </a:lnTo>
                  <a:lnTo>
                    <a:pt x="3042393" y="3216950"/>
                  </a:lnTo>
                  <a:lnTo>
                    <a:pt x="3042520" y="3216950"/>
                  </a:lnTo>
                  <a:lnTo>
                    <a:pt x="3042646" y="3216950"/>
                  </a:lnTo>
                  <a:lnTo>
                    <a:pt x="3042772" y="3216950"/>
                  </a:lnTo>
                  <a:lnTo>
                    <a:pt x="3042898" y="3216950"/>
                  </a:lnTo>
                  <a:lnTo>
                    <a:pt x="3043025" y="3216950"/>
                  </a:lnTo>
                  <a:lnTo>
                    <a:pt x="3043151" y="3216950"/>
                  </a:lnTo>
                  <a:lnTo>
                    <a:pt x="3043277" y="3216950"/>
                  </a:lnTo>
                  <a:lnTo>
                    <a:pt x="3043403" y="3216950"/>
                  </a:lnTo>
                  <a:lnTo>
                    <a:pt x="3043403" y="3212039"/>
                  </a:lnTo>
                  <a:lnTo>
                    <a:pt x="3043530" y="3212039"/>
                  </a:lnTo>
                  <a:lnTo>
                    <a:pt x="3043656" y="3212039"/>
                  </a:lnTo>
                  <a:lnTo>
                    <a:pt x="3043782" y="3212039"/>
                  </a:lnTo>
                  <a:lnTo>
                    <a:pt x="3043908" y="3212039"/>
                  </a:lnTo>
                  <a:lnTo>
                    <a:pt x="3044035" y="3212039"/>
                  </a:lnTo>
                  <a:lnTo>
                    <a:pt x="3044161" y="3212039"/>
                  </a:lnTo>
                  <a:lnTo>
                    <a:pt x="3044287" y="3212039"/>
                  </a:lnTo>
                  <a:lnTo>
                    <a:pt x="3044413" y="3212039"/>
                  </a:lnTo>
                  <a:lnTo>
                    <a:pt x="3044540" y="3212039"/>
                  </a:lnTo>
                  <a:lnTo>
                    <a:pt x="3044666" y="3212039"/>
                  </a:lnTo>
                  <a:lnTo>
                    <a:pt x="3044792" y="3212039"/>
                  </a:lnTo>
                  <a:lnTo>
                    <a:pt x="3044918" y="3212039"/>
                  </a:lnTo>
                  <a:lnTo>
                    <a:pt x="3045045" y="3212039"/>
                  </a:lnTo>
                  <a:lnTo>
                    <a:pt x="3045171" y="3212039"/>
                  </a:lnTo>
                  <a:lnTo>
                    <a:pt x="3045297" y="3212039"/>
                  </a:lnTo>
                  <a:lnTo>
                    <a:pt x="3045423" y="3212039"/>
                  </a:lnTo>
                  <a:lnTo>
                    <a:pt x="3045550" y="3212039"/>
                  </a:lnTo>
                  <a:lnTo>
                    <a:pt x="3045676" y="3212039"/>
                  </a:lnTo>
                  <a:lnTo>
                    <a:pt x="3045802" y="3212039"/>
                  </a:lnTo>
                  <a:lnTo>
                    <a:pt x="3045928" y="3212039"/>
                  </a:lnTo>
                  <a:lnTo>
                    <a:pt x="3046055" y="3212039"/>
                  </a:lnTo>
                  <a:lnTo>
                    <a:pt x="3046181" y="3212039"/>
                  </a:lnTo>
                  <a:lnTo>
                    <a:pt x="3046307" y="3212039"/>
                  </a:lnTo>
                  <a:lnTo>
                    <a:pt x="3046434" y="3212039"/>
                  </a:lnTo>
                  <a:lnTo>
                    <a:pt x="3046434" y="3207127"/>
                  </a:lnTo>
                  <a:lnTo>
                    <a:pt x="3046560" y="3207127"/>
                  </a:lnTo>
                  <a:lnTo>
                    <a:pt x="3046686" y="3207127"/>
                  </a:lnTo>
                  <a:lnTo>
                    <a:pt x="3046812" y="3207127"/>
                  </a:lnTo>
                  <a:lnTo>
                    <a:pt x="3046939" y="3207127"/>
                  </a:lnTo>
                  <a:lnTo>
                    <a:pt x="3047065" y="3207127"/>
                  </a:lnTo>
                  <a:lnTo>
                    <a:pt x="3047191" y="3207127"/>
                  </a:lnTo>
                  <a:lnTo>
                    <a:pt x="3047317" y="3207127"/>
                  </a:lnTo>
                  <a:lnTo>
                    <a:pt x="3047444" y="3207127"/>
                  </a:lnTo>
                  <a:lnTo>
                    <a:pt x="3047570" y="3207127"/>
                  </a:lnTo>
                  <a:lnTo>
                    <a:pt x="3047696" y="3207127"/>
                  </a:lnTo>
                  <a:lnTo>
                    <a:pt x="3047822" y="3207127"/>
                  </a:lnTo>
                  <a:lnTo>
                    <a:pt x="3047949" y="3207127"/>
                  </a:lnTo>
                  <a:lnTo>
                    <a:pt x="3048075" y="3207127"/>
                  </a:lnTo>
                  <a:lnTo>
                    <a:pt x="3048201" y="3207127"/>
                  </a:lnTo>
                  <a:lnTo>
                    <a:pt x="3048327" y="3207127"/>
                  </a:lnTo>
                  <a:lnTo>
                    <a:pt x="3048454" y="3207127"/>
                  </a:lnTo>
                  <a:lnTo>
                    <a:pt x="3048580" y="3207127"/>
                  </a:lnTo>
                  <a:lnTo>
                    <a:pt x="3048706" y="3207127"/>
                  </a:lnTo>
                  <a:lnTo>
                    <a:pt x="3048832" y="3207127"/>
                  </a:lnTo>
                  <a:lnTo>
                    <a:pt x="3048959" y="3207127"/>
                  </a:lnTo>
                  <a:lnTo>
                    <a:pt x="3049085" y="3207127"/>
                  </a:lnTo>
                  <a:lnTo>
                    <a:pt x="3049211" y="3207127"/>
                  </a:lnTo>
                  <a:lnTo>
                    <a:pt x="3049337" y="3207127"/>
                  </a:lnTo>
                  <a:lnTo>
                    <a:pt x="3049464" y="3207127"/>
                  </a:lnTo>
                  <a:lnTo>
                    <a:pt x="3049590" y="3207127"/>
                  </a:lnTo>
                  <a:lnTo>
                    <a:pt x="3049716" y="3207127"/>
                  </a:lnTo>
                  <a:lnTo>
                    <a:pt x="3049842" y="3207127"/>
                  </a:lnTo>
                  <a:lnTo>
                    <a:pt x="3049969" y="3207127"/>
                  </a:lnTo>
                  <a:lnTo>
                    <a:pt x="3050095" y="3207127"/>
                  </a:lnTo>
                  <a:lnTo>
                    <a:pt x="3050221" y="3207127"/>
                  </a:lnTo>
                  <a:lnTo>
                    <a:pt x="3050347" y="3207127"/>
                  </a:lnTo>
                  <a:lnTo>
                    <a:pt x="3050474" y="3207127"/>
                  </a:lnTo>
                  <a:lnTo>
                    <a:pt x="3050600" y="3207127"/>
                  </a:lnTo>
                  <a:lnTo>
                    <a:pt x="3050726" y="3207127"/>
                  </a:lnTo>
                  <a:lnTo>
                    <a:pt x="3050852" y="3207127"/>
                  </a:lnTo>
                  <a:lnTo>
                    <a:pt x="3050979" y="3207127"/>
                  </a:lnTo>
                  <a:lnTo>
                    <a:pt x="3051105" y="3207127"/>
                  </a:lnTo>
                  <a:lnTo>
                    <a:pt x="3051231" y="3207127"/>
                  </a:lnTo>
                  <a:lnTo>
                    <a:pt x="3051357" y="3207127"/>
                  </a:lnTo>
                  <a:lnTo>
                    <a:pt x="3051484" y="3207127"/>
                  </a:lnTo>
                  <a:lnTo>
                    <a:pt x="3051610" y="3207127"/>
                  </a:lnTo>
                  <a:lnTo>
                    <a:pt x="3051736" y="3207127"/>
                  </a:lnTo>
                  <a:lnTo>
                    <a:pt x="3051863" y="3207127"/>
                  </a:lnTo>
                  <a:lnTo>
                    <a:pt x="3051989" y="3207127"/>
                  </a:lnTo>
                  <a:lnTo>
                    <a:pt x="3052115" y="3207127"/>
                  </a:lnTo>
                  <a:lnTo>
                    <a:pt x="3052241" y="3207127"/>
                  </a:lnTo>
                  <a:lnTo>
                    <a:pt x="3052368" y="3207127"/>
                  </a:lnTo>
                  <a:lnTo>
                    <a:pt x="3052494" y="3207127"/>
                  </a:lnTo>
                  <a:lnTo>
                    <a:pt x="3052620" y="3207127"/>
                  </a:lnTo>
                  <a:lnTo>
                    <a:pt x="3052746" y="3207127"/>
                  </a:lnTo>
                  <a:lnTo>
                    <a:pt x="3052873" y="3207127"/>
                  </a:lnTo>
                  <a:lnTo>
                    <a:pt x="3052999" y="3207127"/>
                  </a:lnTo>
                  <a:lnTo>
                    <a:pt x="3053125" y="3207127"/>
                  </a:lnTo>
                  <a:lnTo>
                    <a:pt x="3053251" y="3207127"/>
                  </a:lnTo>
                  <a:lnTo>
                    <a:pt x="3053378" y="3207127"/>
                  </a:lnTo>
                  <a:lnTo>
                    <a:pt x="3053504" y="3207127"/>
                  </a:lnTo>
                  <a:lnTo>
                    <a:pt x="3053630" y="3207127"/>
                  </a:lnTo>
                  <a:lnTo>
                    <a:pt x="3053756" y="3207127"/>
                  </a:lnTo>
                  <a:lnTo>
                    <a:pt x="3053883" y="3207127"/>
                  </a:lnTo>
                  <a:lnTo>
                    <a:pt x="3054009" y="3207127"/>
                  </a:lnTo>
                  <a:lnTo>
                    <a:pt x="3054135" y="3207127"/>
                  </a:lnTo>
                  <a:lnTo>
                    <a:pt x="3054261" y="3207127"/>
                  </a:lnTo>
                  <a:lnTo>
                    <a:pt x="3054388" y="3207127"/>
                  </a:lnTo>
                  <a:lnTo>
                    <a:pt x="3054514" y="3207127"/>
                  </a:lnTo>
                  <a:lnTo>
                    <a:pt x="3054640" y="3207127"/>
                  </a:lnTo>
                  <a:lnTo>
                    <a:pt x="3054766" y="3207127"/>
                  </a:lnTo>
                  <a:lnTo>
                    <a:pt x="3054893" y="3207127"/>
                  </a:lnTo>
                  <a:lnTo>
                    <a:pt x="3055019" y="3207127"/>
                  </a:lnTo>
                  <a:lnTo>
                    <a:pt x="3055145" y="3207127"/>
                  </a:lnTo>
                  <a:lnTo>
                    <a:pt x="3055271" y="3207127"/>
                  </a:lnTo>
                  <a:lnTo>
                    <a:pt x="3055398" y="3207127"/>
                  </a:lnTo>
                  <a:lnTo>
                    <a:pt x="3055524" y="3207127"/>
                  </a:lnTo>
                  <a:lnTo>
                    <a:pt x="3055650" y="3207127"/>
                  </a:lnTo>
                  <a:lnTo>
                    <a:pt x="3055776" y="3207127"/>
                  </a:lnTo>
                  <a:lnTo>
                    <a:pt x="3055903" y="3207127"/>
                  </a:lnTo>
                  <a:lnTo>
                    <a:pt x="3056029" y="3207127"/>
                  </a:lnTo>
                  <a:lnTo>
                    <a:pt x="3056155" y="3207127"/>
                  </a:lnTo>
                  <a:lnTo>
                    <a:pt x="3056281" y="3207127"/>
                  </a:lnTo>
                  <a:lnTo>
                    <a:pt x="3056408" y="3207127"/>
                  </a:lnTo>
                  <a:lnTo>
                    <a:pt x="3056534" y="3207127"/>
                  </a:lnTo>
                  <a:lnTo>
                    <a:pt x="3056660" y="3207127"/>
                  </a:lnTo>
                  <a:lnTo>
                    <a:pt x="3056787" y="3207127"/>
                  </a:lnTo>
                  <a:lnTo>
                    <a:pt x="3056913" y="3207127"/>
                  </a:lnTo>
                  <a:lnTo>
                    <a:pt x="3057039" y="3207127"/>
                  </a:lnTo>
                  <a:lnTo>
                    <a:pt x="3057165" y="3207127"/>
                  </a:lnTo>
                  <a:lnTo>
                    <a:pt x="3057292" y="3207127"/>
                  </a:lnTo>
                  <a:lnTo>
                    <a:pt x="3057418" y="3207127"/>
                  </a:lnTo>
                  <a:lnTo>
                    <a:pt x="3057544" y="3207127"/>
                  </a:lnTo>
                  <a:lnTo>
                    <a:pt x="3057670" y="3207127"/>
                  </a:lnTo>
                  <a:lnTo>
                    <a:pt x="3057797" y="3207127"/>
                  </a:lnTo>
                  <a:lnTo>
                    <a:pt x="3057923" y="3207127"/>
                  </a:lnTo>
                  <a:lnTo>
                    <a:pt x="3058049" y="3207127"/>
                  </a:lnTo>
                  <a:lnTo>
                    <a:pt x="3058175" y="3207127"/>
                  </a:lnTo>
                  <a:lnTo>
                    <a:pt x="3058302" y="3207127"/>
                  </a:lnTo>
                  <a:lnTo>
                    <a:pt x="3058428" y="3207127"/>
                  </a:lnTo>
                  <a:lnTo>
                    <a:pt x="3058554" y="3207127"/>
                  </a:lnTo>
                  <a:lnTo>
                    <a:pt x="3058680" y="3207127"/>
                  </a:lnTo>
                  <a:lnTo>
                    <a:pt x="3058807" y="3207127"/>
                  </a:lnTo>
                  <a:lnTo>
                    <a:pt x="3058933" y="3207127"/>
                  </a:lnTo>
                  <a:lnTo>
                    <a:pt x="3059059" y="3207127"/>
                  </a:lnTo>
                  <a:lnTo>
                    <a:pt x="3059185" y="3207127"/>
                  </a:lnTo>
                  <a:lnTo>
                    <a:pt x="3059312" y="3207127"/>
                  </a:lnTo>
                  <a:lnTo>
                    <a:pt x="3059438" y="3207127"/>
                  </a:lnTo>
                  <a:lnTo>
                    <a:pt x="3059564" y="3207127"/>
                  </a:lnTo>
                  <a:lnTo>
                    <a:pt x="3059690" y="3207127"/>
                  </a:lnTo>
                  <a:lnTo>
                    <a:pt x="3059817" y="3207127"/>
                  </a:lnTo>
                  <a:lnTo>
                    <a:pt x="3059943" y="3207127"/>
                  </a:lnTo>
                  <a:lnTo>
                    <a:pt x="3060069" y="3207127"/>
                  </a:lnTo>
                  <a:lnTo>
                    <a:pt x="3060195" y="3207127"/>
                  </a:lnTo>
                  <a:lnTo>
                    <a:pt x="3060322" y="3207127"/>
                  </a:lnTo>
                  <a:lnTo>
                    <a:pt x="3060448" y="3207127"/>
                  </a:lnTo>
                  <a:lnTo>
                    <a:pt x="3060574" y="3207127"/>
                  </a:lnTo>
                  <a:lnTo>
                    <a:pt x="3060700" y="3207127"/>
                  </a:lnTo>
                  <a:lnTo>
                    <a:pt x="3060827" y="3207127"/>
                  </a:lnTo>
                  <a:lnTo>
                    <a:pt x="3060953" y="3207127"/>
                  </a:lnTo>
                  <a:lnTo>
                    <a:pt x="3061079" y="3207127"/>
                  </a:lnTo>
                  <a:lnTo>
                    <a:pt x="3061205" y="3207127"/>
                  </a:lnTo>
                  <a:lnTo>
                    <a:pt x="3061332" y="3207127"/>
                  </a:lnTo>
                  <a:lnTo>
                    <a:pt x="3061458" y="3207127"/>
                  </a:lnTo>
                  <a:lnTo>
                    <a:pt x="3061458" y="3202216"/>
                  </a:lnTo>
                  <a:lnTo>
                    <a:pt x="3061584" y="3202216"/>
                  </a:lnTo>
                  <a:lnTo>
                    <a:pt x="3061710" y="3202216"/>
                  </a:lnTo>
                  <a:lnTo>
                    <a:pt x="3061837" y="3202216"/>
                  </a:lnTo>
                  <a:lnTo>
                    <a:pt x="3061963" y="3202216"/>
                  </a:lnTo>
                  <a:lnTo>
                    <a:pt x="3062089" y="3202216"/>
                  </a:lnTo>
                  <a:lnTo>
                    <a:pt x="3062216" y="3202216"/>
                  </a:lnTo>
                  <a:lnTo>
                    <a:pt x="3062342" y="3202216"/>
                  </a:lnTo>
                  <a:lnTo>
                    <a:pt x="3062468" y="3202216"/>
                  </a:lnTo>
                  <a:lnTo>
                    <a:pt x="3062594" y="3202216"/>
                  </a:lnTo>
                  <a:lnTo>
                    <a:pt x="3062721" y="3202216"/>
                  </a:lnTo>
                  <a:lnTo>
                    <a:pt x="3062847" y="3202216"/>
                  </a:lnTo>
                  <a:lnTo>
                    <a:pt x="3062973" y="3202216"/>
                  </a:lnTo>
                  <a:lnTo>
                    <a:pt x="3063099" y="3202216"/>
                  </a:lnTo>
                  <a:lnTo>
                    <a:pt x="3063226" y="3202216"/>
                  </a:lnTo>
                  <a:lnTo>
                    <a:pt x="3063352" y="3202216"/>
                  </a:lnTo>
                  <a:lnTo>
                    <a:pt x="3063478" y="3202216"/>
                  </a:lnTo>
                  <a:lnTo>
                    <a:pt x="3063604" y="3202216"/>
                  </a:lnTo>
                  <a:lnTo>
                    <a:pt x="3063731" y="3202216"/>
                  </a:lnTo>
                  <a:lnTo>
                    <a:pt x="3063857" y="3202216"/>
                  </a:lnTo>
                  <a:lnTo>
                    <a:pt x="3063983" y="3202216"/>
                  </a:lnTo>
                  <a:lnTo>
                    <a:pt x="3064109" y="3202216"/>
                  </a:lnTo>
                  <a:lnTo>
                    <a:pt x="3064236" y="3202216"/>
                  </a:lnTo>
                  <a:lnTo>
                    <a:pt x="3064362" y="3202216"/>
                  </a:lnTo>
                  <a:lnTo>
                    <a:pt x="3064488" y="3202216"/>
                  </a:lnTo>
                  <a:lnTo>
                    <a:pt x="3064614" y="3202216"/>
                  </a:lnTo>
                  <a:lnTo>
                    <a:pt x="3064741" y="3202216"/>
                  </a:lnTo>
                  <a:lnTo>
                    <a:pt x="3064867" y="3202216"/>
                  </a:lnTo>
                  <a:lnTo>
                    <a:pt x="3064993" y="3202216"/>
                  </a:lnTo>
                  <a:lnTo>
                    <a:pt x="3065119" y="3202216"/>
                  </a:lnTo>
                  <a:lnTo>
                    <a:pt x="3065246" y="3202216"/>
                  </a:lnTo>
                  <a:lnTo>
                    <a:pt x="3065372" y="3202216"/>
                  </a:lnTo>
                  <a:lnTo>
                    <a:pt x="3065498" y="3202216"/>
                  </a:lnTo>
                  <a:lnTo>
                    <a:pt x="3065624" y="3202216"/>
                  </a:lnTo>
                  <a:lnTo>
                    <a:pt x="3065751" y="3202216"/>
                  </a:lnTo>
                  <a:lnTo>
                    <a:pt x="3065877" y="3202216"/>
                  </a:lnTo>
                  <a:lnTo>
                    <a:pt x="3066003" y="3202216"/>
                  </a:lnTo>
                  <a:lnTo>
                    <a:pt x="3066129" y="3202216"/>
                  </a:lnTo>
                  <a:lnTo>
                    <a:pt x="3066256" y="3202216"/>
                  </a:lnTo>
                  <a:lnTo>
                    <a:pt x="3066382" y="3202216"/>
                  </a:lnTo>
                  <a:lnTo>
                    <a:pt x="3066508" y="3202216"/>
                  </a:lnTo>
                  <a:lnTo>
                    <a:pt x="3066634" y="3202216"/>
                  </a:lnTo>
                  <a:lnTo>
                    <a:pt x="3066761" y="3202216"/>
                  </a:lnTo>
                  <a:lnTo>
                    <a:pt x="3066887" y="3202216"/>
                  </a:lnTo>
                  <a:lnTo>
                    <a:pt x="3067013" y="3202216"/>
                  </a:lnTo>
                  <a:lnTo>
                    <a:pt x="3067140" y="3202216"/>
                  </a:lnTo>
                  <a:lnTo>
                    <a:pt x="3067266" y="3202216"/>
                  </a:lnTo>
                  <a:lnTo>
                    <a:pt x="3067392" y="3202216"/>
                  </a:lnTo>
                  <a:lnTo>
                    <a:pt x="3067518" y="3202216"/>
                  </a:lnTo>
                  <a:lnTo>
                    <a:pt x="3067645" y="3202216"/>
                  </a:lnTo>
                  <a:lnTo>
                    <a:pt x="3067771" y="3202216"/>
                  </a:lnTo>
                  <a:lnTo>
                    <a:pt x="3067897" y="3202216"/>
                  </a:lnTo>
                  <a:lnTo>
                    <a:pt x="3068023" y="3202216"/>
                  </a:lnTo>
                  <a:lnTo>
                    <a:pt x="3068150" y="3202216"/>
                  </a:lnTo>
                  <a:lnTo>
                    <a:pt x="3068276" y="3202216"/>
                  </a:lnTo>
                  <a:lnTo>
                    <a:pt x="3068402" y="3202216"/>
                  </a:lnTo>
                  <a:lnTo>
                    <a:pt x="3068528" y="3202216"/>
                  </a:lnTo>
                  <a:lnTo>
                    <a:pt x="3068655" y="3202216"/>
                  </a:lnTo>
                  <a:lnTo>
                    <a:pt x="3068781" y="3202216"/>
                  </a:lnTo>
                  <a:lnTo>
                    <a:pt x="3068907" y="3202216"/>
                  </a:lnTo>
                  <a:lnTo>
                    <a:pt x="3068907" y="3197305"/>
                  </a:lnTo>
                  <a:lnTo>
                    <a:pt x="3069033" y="3197305"/>
                  </a:lnTo>
                  <a:lnTo>
                    <a:pt x="3069160" y="3197305"/>
                  </a:lnTo>
                  <a:lnTo>
                    <a:pt x="3069286" y="3197305"/>
                  </a:lnTo>
                  <a:lnTo>
                    <a:pt x="3069412" y="3197305"/>
                  </a:lnTo>
                  <a:lnTo>
                    <a:pt x="3069538" y="3197305"/>
                  </a:lnTo>
                  <a:lnTo>
                    <a:pt x="3069665" y="3197305"/>
                  </a:lnTo>
                  <a:lnTo>
                    <a:pt x="3069791" y="3197305"/>
                  </a:lnTo>
                  <a:lnTo>
                    <a:pt x="3069917" y="3197305"/>
                  </a:lnTo>
                  <a:lnTo>
                    <a:pt x="3070043" y="3197305"/>
                  </a:lnTo>
                  <a:lnTo>
                    <a:pt x="3070170" y="3197305"/>
                  </a:lnTo>
                  <a:lnTo>
                    <a:pt x="3070296" y="3197305"/>
                  </a:lnTo>
                  <a:lnTo>
                    <a:pt x="3070422" y="3197305"/>
                  </a:lnTo>
                  <a:lnTo>
                    <a:pt x="3070548" y="3197305"/>
                  </a:lnTo>
                  <a:lnTo>
                    <a:pt x="3070675" y="3197305"/>
                  </a:lnTo>
                  <a:lnTo>
                    <a:pt x="3070801" y="3197305"/>
                  </a:lnTo>
                  <a:lnTo>
                    <a:pt x="3070927" y="3197305"/>
                  </a:lnTo>
                  <a:lnTo>
                    <a:pt x="3071053" y="3197305"/>
                  </a:lnTo>
                  <a:lnTo>
                    <a:pt x="3071180" y="3197305"/>
                  </a:lnTo>
                  <a:lnTo>
                    <a:pt x="3071306" y="3197305"/>
                  </a:lnTo>
                  <a:lnTo>
                    <a:pt x="3071432" y="3197305"/>
                  </a:lnTo>
                  <a:lnTo>
                    <a:pt x="3071558" y="3197305"/>
                  </a:lnTo>
                  <a:lnTo>
                    <a:pt x="3071685" y="3197305"/>
                  </a:lnTo>
                  <a:lnTo>
                    <a:pt x="3071811" y="3197305"/>
                  </a:lnTo>
                  <a:lnTo>
                    <a:pt x="3071937" y="3197305"/>
                  </a:lnTo>
                  <a:lnTo>
                    <a:pt x="3072063" y="3197305"/>
                  </a:lnTo>
                  <a:lnTo>
                    <a:pt x="3072190" y="3197305"/>
                  </a:lnTo>
                  <a:lnTo>
                    <a:pt x="3072316" y="3197305"/>
                  </a:lnTo>
                  <a:lnTo>
                    <a:pt x="3072442" y="3197305"/>
                  </a:lnTo>
                  <a:lnTo>
                    <a:pt x="3072569" y="3197305"/>
                  </a:lnTo>
                  <a:lnTo>
                    <a:pt x="3072695" y="3197305"/>
                  </a:lnTo>
                  <a:lnTo>
                    <a:pt x="3072821" y="3197305"/>
                  </a:lnTo>
                  <a:lnTo>
                    <a:pt x="3072947" y="3197305"/>
                  </a:lnTo>
                  <a:lnTo>
                    <a:pt x="3073074" y="3197305"/>
                  </a:lnTo>
                  <a:lnTo>
                    <a:pt x="3073200" y="3197305"/>
                  </a:lnTo>
                  <a:lnTo>
                    <a:pt x="3073326" y="3197305"/>
                  </a:lnTo>
                  <a:lnTo>
                    <a:pt x="3073452" y="3197305"/>
                  </a:lnTo>
                  <a:lnTo>
                    <a:pt x="3073579" y="3197305"/>
                  </a:lnTo>
                  <a:lnTo>
                    <a:pt x="3073705" y="3197305"/>
                  </a:lnTo>
                  <a:lnTo>
                    <a:pt x="3073831" y="3197305"/>
                  </a:lnTo>
                  <a:lnTo>
                    <a:pt x="3073957" y="3197305"/>
                  </a:lnTo>
                  <a:lnTo>
                    <a:pt x="3074084" y="3197305"/>
                  </a:lnTo>
                  <a:lnTo>
                    <a:pt x="3074210" y="3197305"/>
                  </a:lnTo>
                  <a:lnTo>
                    <a:pt x="3074336" y="3197305"/>
                  </a:lnTo>
                  <a:lnTo>
                    <a:pt x="3074336" y="3192393"/>
                  </a:lnTo>
                  <a:lnTo>
                    <a:pt x="3074462" y="3192393"/>
                  </a:lnTo>
                  <a:lnTo>
                    <a:pt x="3074589" y="3192393"/>
                  </a:lnTo>
                  <a:lnTo>
                    <a:pt x="3074715" y="3192393"/>
                  </a:lnTo>
                  <a:lnTo>
                    <a:pt x="3074841" y="3192393"/>
                  </a:lnTo>
                  <a:lnTo>
                    <a:pt x="3074967" y="3192393"/>
                  </a:lnTo>
                  <a:lnTo>
                    <a:pt x="3075094" y="3192393"/>
                  </a:lnTo>
                  <a:lnTo>
                    <a:pt x="3075220" y="3192393"/>
                  </a:lnTo>
                  <a:lnTo>
                    <a:pt x="3075346" y="3192393"/>
                  </a:lnTo>
                  <a:lnTo>
                    <a:pt x="3075472" y="3192393"/>
                  </a:lnTo>
                  <a:lnTo>
                    <a:pt x="3075599" y="3192393"/>
                  </a:lnTo>
                  <a:lnTo>
                    <a:pt x="3075725" y="3192393"/>
                  </a:lnTo>
                  <a:lnTo>
                    <a:pt x="3075851" y="3192393"/>
                  </a:lnTo>
                  <a:lnTo>
                    <a:pt x="3075977" y="3192393"/>
                  </a:lnTo>
                  <a:lnTo>
                    <a:pt x="3076104" y="3192393"/>
                  </a:lnTo>
                  <a:lnTo>
                    <a:pt x="3076230" y="3192393"/>
                  </a:lnTo>
                  <a:lnTo>
                    <a:pt x="3076356" y="3192393"/>
                  </a:lnTo>
                  <a:lnTo>
                    <a:pt x="3076482" y="3192393"/>
                  </a:lnTo>
                  <a:lnTo>
                    <a:pt x="3076609" y="3192393"/>
                  </a:lnTo>
                  <a:lnTo>
                    <a:pt x="3076735" y="3192393"/>
                  </a:lnTo>
                  <a:lnTo>
                    <a:pt x="3076861" y="3192393"/>
                  </a:lnTo>
                  <a:lnTo>
                    <a:pt x="3076987" y="3192393"/>
                  </a:lnTo>
                  <a:lnTo>
                    <a:pt x="3077114" y="3192393"/>
                  </a:lnTo>
                  <a:lnTo>
                    <a:pt x="3077240" y="3192393"/>
                  </a:lnTo>
                  <a:lnTo>
                    <a:pt x="3077366" y="3192393"/>
                  </a:lnTo>
                  <a:lnTo>
                    <a:pt x="3077493" y="3192393"/>
                  </a:lnTo>
                  <a:lnTo>
                    <a:pt x="3077619" y="3192393"/>
                  </a:lnTo>
                  <a:lnTo>
                    <a:pt x="3077745" y="3192393"/>
                  </a:lnTo>
                  <a:lnTo>
                    <a:pt x="3077871" y="3192393"/>
                  </a:lnTo>
                  <a:lnTo>
                    <a:pt x="3077998" y="3192393"/>
                  </a:lnTo>
                  <a:lnTo>
                    <a:pt x="3078124" y="3192393"/>
                  </a:lnTo>
                  <a:lnTo>
                    <a:pt x="3078250" y="3192393"/>
                  </a:lnTo>
                  <a:lnTo>
                    <a:pt x="3078376" y="3192393"/>
                  </a:lnTo>
                  <a:lnTo>
                    <a:pt x="3078503" y="3192393"/>
                  </a:lnTo>
                  <a:lnTo>
                    <a:pt x="3078629" y="3192393"/>
                  </a:lnTo>
                  <a:lnTo>
                    <a:pt x="3078755" y="3192393"/>
                  </a:lnTo>
                  <a:lnTo>
                    <a:pt x="3078881" y="3192393"/>
                  </a:lnTo>
                  <a:lnTo>
                    <a:pt x="3079008" y="3192393"/>
                  </a:lnTo>
                  <a:lnTo>
                    <a:pt x="3079134" y="3192393"/>
                  </a:lnTo>
                  <a:lnTo>
                    <a:pt x="3079260" y="3192393"/>
                  </a:lnTo>
                  <a:lnTo>
                    <a:pt x="3079386" y="3192393"/>
                  </a:lnTo>
                  <a:lnTo>
                    <a:pt x="3079513" y="3192393"/>
                  </a:lnTo>
                  <a:lnTo>
                    <a:pt x="3079639" y="3192393"/>
                  </a:lnTo>
                  <a:lnTo>
                    <a:pt x="3079765" y="3192393"/>
                  </a:lnTo>
                  <a:lnTo>
                    <a:pt x="3079891" y="3192393"/>
                  </a:lnTo>
                  <a:lnTo>
                    <a:pt x="3080018" y="3192393"/>
                  </a:lnTo>
                  <a:lnTo>
                    <a:pt x="3080144" y="3192393"/>
                  </a:lnTo>
                  <a:lnTo>
                    <a:pt x="3080270" y="3192393"/>
                  </a:lnTo>
                  <a:lnTo>
                    <a:pt x="3080396" y="3192393"/>
                  </a:lnTo>
                  <a:lnTo>
                    <a:pt x="3080523" y="3192393"/>
                  </a:lnTo>
                  <a:lnTo>
                    <a:pt x="3080649" y="3192393"/>
                  </a:lnTo>
                  <a:lnTo>
                    <a:pt x="3080775" y="3192393"/>
                  </a:lnTo>
                  <a:lnTo>
                    <a:pt x="3080901" y="3192393"/>
                  </a:lnTo>
                  <a:lnTo>
                    <a:pt x="3081028" y="3192393"/>
                  </a:lnTo>
                  <a:lnTo>
                    <a:pt x="3081154" y="3192393"/>
                  </a:lnTo>
                  <a:lnTo>
                    <a:pt x="3081280" y="3192393"/>
                  </a:lnTo>
                  <a:lnTo>
                    <a:pt x="3081406" y="3192393"/>
                  </a:lnTo>
                  <a:lnTo>
                    <a:pt x="3081533" y="3192393"/>
                  </a:lnTo>
                  <a:lnTo>
                    <a:pt x="3081659" y="3192393"/>
                  </a:lnTo>
                  <a:lnTo>
                    <a:pt x="3081785" y="3192393"/>
                  </a:lnTo>
                  <a:lnTo>
                    <a:pt x="3081911" y="3192393"/>
                  </a:lnTo>
                  <a:lnTo>
                    <a:pt x="3082038" y="3192393"/>
                  </a:lnTo>
                  <a:lnTo>
                    <a:pt x="3082164" y="3192393"/>
                  </a:lnTo>
                  <a:lnTo>
                    <a:pt x="3082164" y="3187482"/>
                  </a:lnTo>
                  <a:lnTo>
                    <a:pt x="3082290" y="3187482"/>
                  </a:lnTo>
                  <a:lnTo>
                    <a:pt x="3082416" y="3187482"/>
                  </a:lnTo>
                  <a:lnTo>
                    <a:pt x="3082543" y="3187482"/>
                  </a:lnTo>
                  <a:lnTo>
                    <a:pt x="3082669" y="3187482"/>
                  </a:lnTo>
                  <a:lnTo>
                    <a:pt x="3082795" y="3187482"/>
                  </a:lnTo>
                  <a:lnTo>
                    <a:pt x="3082922" y="3187482"/>
                  </a:lnTo>
                  <a:lnTo>
                    <a:pt x="3083048" y="3187482"/>
                  </a:lnTo>
                  <a:lnTo>
                    <a:pt x="3083174" y="3187482"/>
                  </a:lnTo>
                  <a:lnTo>
                    <a:pt x="3083300" y="3187482"/>
                  </a:lnTo>
                  <a:lnTo>
                    <a:pt x="3083427" y="3187482"/>
                  </a:lnTo>
                  <a:lnTo>
                    <a:pt x="3083553" y="3187482"/>
                  </a:lnTo>
                  <a:lnTo>
                    <a:pt x="3083679" y="3187482"/>
                  </a:lnTo>
                  <a:lnTo>
                    <a:pt x="3083805" y="3187482"/>
                  </a:lnTo>
                  <a:lnTo>
                    <a:pt x="3083932" y="3187482"/>
                  </a:lnTo>
                  <a:lnTo>
                    <a:pt x="3084058" y="3187482"/>
                  </a:lnTo>
                  <a:lnTo>
                    <a:pt x="3084184" y="3187482"/>
                  </a:lnTo>
                  <a:lnTo>
                    <a:pt x="3084310" y="3187482"/>
                  </a:lnTo>
                  <a:lnTo>
                    <a:pt x="3084437" y="3187482"/>
                  </a:lnTo>
                  <a:lnTo>
                    <a:pt x="3084563" y="3187482"/>
                  </a:lnTo>
                  <a:lnTo>
                    <a:pt x="3084689" y="3187482"/>
                  </a:lnTo>
                  <a:lnTo>
                    <a:pt x="3084815" y="3187482"/>
                  </a:lnTo>
                  <a:lnTo>
                    <a:pt x="3084942" y="3187482"/>
                  </a:lnTo>
                  <a:lnTo>
                    <a:pt x="3085068" y="3187482"/>
                  </a:lnTo>
                  <a:lnTo>
                    <a:pt x="3085194" y="3187482"/>
                  </a:lnTo>
                  <a:lnTo>
                    <a:pt x="3085320" y="3187482"/>
                  </a:lnTo>
                  <a:lnTo>
                    <a:pt x="3085447" y="3187482"/>
                  </a:lnTo>
                  <a:lnTo>
                    <a:pt x="3085573" y="3187482"/>
                  </a:lnTo>
                  <a:lnTo>
                    <a:pt x="3085699" y="3187482"/>
                  </a:lnTo>
                  <a:lnTo>
                    <a:pt x="3085825" y="3187482"/>
                  </a:lnTo>
                  <a:lnTo>
                    <a:pt x="3085952" y="3187482"/>
                  </a:lnTo>
                  <a:lnTo>
                    <a:pt x="3086078" y="3187482"/>
                  </a:lnTo>
                  <a:lnTo>
                    <a:pt x="3086204" y="3187482"/>
                  </a:lnTo>
                  <a:lnTo>
                    <a:pt x="3086330" y="3187482"/>
                  </a:lnTo>
                  <a:lnTo>
                    <a:pt x="3086457" y="3187482"/>
                  </a:lnTo>
                  <a:lnTo>
                    <a:pt x="3086583" y="3187482"/>
                  </a:lnTo>
                  <a:lnTo>
                    <a:pt x="3086709" y="3187482"/>
                  </a:lnTo>
                  <a:lnTo>
                    <a:pt x="3086835" y="3187482"/>
                  </a:lnTo>
                  <a:lnTo>
                    <a:pt x="3086962" y="3187482"/>
                  </a:lnTo>
                  <a:lnTo>
                    <a:pt x="3087088" y="3187482"/>
                  </a:lnTo>
                  <a:lnTo>
                    <a:pt x="3087214" y="3187482"/>
                  </a:lnTo>
                  <a:lnTo>
                    <a:pt x="3087340" y="3187482"/>
                  </a:lnTo>
                  <a:lnTo>
                    <a:pt x="3087467" y="3187482"/>
                  </a:lnTo>
                  <a:lnTo>
                    <a:pt x="3087467" y="3182570"/>
                  </a:lnTo>
                  <a:lnTo>
                    <a:pt x="3087593" y="3182570"/>
                  </a:lnTo>
                  <a:lnTo>
                    <a:pt x="3087719" y="3182570"/>
                  </a:lnTo>
                  <a:lnTo>
                    <a:pt x="3087846" y="3182570"/>
                  </a:lnTo>
                  <a:lnTo>
                    <a:pt x="3087972" y="3182570"/>
                  </a:lnTo>
                  <a:lnTo>
                    <a:pt x="3088098" y="3182570"/>
                  </a:lnTo>
                  <a:lnTo>
                    <a:pt x="3088224" y="3182570"/>
                  </a:lnTo>
                  <a:lnTo>
                    <a:pt x="3088351" y="3182570"/>
                  </a:lnTo>
                  <a:lnTo>
                    <a:pt x="3088477" y="3182570"/>
                  </a:lnTo>
                  <a:lnTo>
                    <a:pt x="3088603" y="3182570"/>
                  </a:lnTo>
                  <a:lnTo>
                    <a:pt x="3088729" y="3182570"/>
                  </a:lnTo>
                  <a:lnTo>
                    <a:pt x="3088856" y="3182570"/>
                  </a:lnTo>
                  <a:lnTo>
                    <a:pt x="3088982" y="3182570"/>
                  </a:lnTo>
                  <a:lnTo>
                    <a:pt x="3089108" y="3182570"/>
                  </a:lnTo>
                  <a:lnTo>
                    <a:pt x="3089234" y="3182570"/>
                  </a:lnTo>
                  <a:lnTo>
                    <a:pt x="3089361" y="3182570"/>
                  </a:lnTo>
                  <a:lnTo>
                    <a:pt x="3089487" y="3182570"/>
                  </a:lnTo>
                  <a:lnTo>
                    <a:pt x="3089613" y="3182570"/>
                  </a:lnTo>
                  <a:lnTo>
                    <a:pt x="3089739" y="3182570"/>
                  </a:lnTo>
                  <a:lnTo>
                    <a:pt x="3089866" y="3182570"/>
                  </a:lnTo>
                  <a:lnTo>
                    <a:pt x="3089992" y="3182570"/>
                  </a:lnTo>
                  <a:lnTo>
                    <a:pt x="3090118" y="3182570"/>
                  </a:lnTo>
                  <a:lnTo>
                    <a:pt x="3090244" y="3182570"/>
                  </a:lnTo>
                  <a:lnTo>
                    <a:pt x="3090371" y="3182570"/>
                  </a:lnTo>
                  <a:lnTo>
                    <a:pt x="3090497" y="3182570"/>
                  </a:lnTo>
                  <a:lnTo>
                    <a:pt x="3090623" y="3182570"/>
                  </a:lnTo>
                  <a:lnTo>
                    <a:pt x="3090749" y="3182570"/>
                  </a:lnTo>
                  <a:lnTo>
                    <a:pt x="3090876" y="3182570"/>
                  </a:lnTo>
                  <a:lnTo>
                    <a:pt x="3091002" y="3182570"/>
                  </a:lnTo>
                  <a:lnTo>
                    <a:pt x="3091128" y="3182570"/>
                  </a:lnTo>
                  <a:lnTo>
                    <a:pt x="3091254" y="3182570"/>
                  </a:lnTo>
                  <a:lnTo>
                    <a:pt x="3091381" y="3182570"/>
                  </a:lnTo>
                  <a:lnTo>
                    <a:pt x="3091507" y="3182570"/>
                  </a:lnTo>
                  <a:lnTo>
                    <a:pt x="3091633" y="3182570"/>
                  </a:lnTo>
                  <a:lnTo>
                    <a:pt x="3091759" y="3182570"/>
                  </a:lnTo>
                  <a:lnTo>
                    <a:pt x="3091886" y="3182570"/>
                  </a:lnTo>
                  <a:lnTo>
                    <a:pt x="3092012" y="3182570"/>
                  </a:lnTo>
                  <a:lnTo>
                    <a:pt x="3092138" y="3182570"/>
                  </a:lnTo>
                  <a:lnTo>
                    <a:pt x="3092264" y="3182570"/>
                  </a:lnTo>
                  <a:lnTo>
                    <a:pt x="3092391" y="3182570"/>
                  </a:lnTo>
                  <a:lnTo>
                    <a:pt x="3092517" y="3182570"/>
                  </a:lnTo>
                  <a:lnTo>
                    <a:pt x="3092643" y="3182570"/>
                  </a:lnTo>
                  <a:lnTo>
                    <a:pt x="3092770" y="3182570"/>
                  </a:lnTo>
                  <a:lnTo>
                    <a:pt x="3092896" y="3182570"/>
                  </a:lnTo>
                  <a:lnTo>
                    <a:pt x="3093022" y="3182570"/>
                  </a:lnTo>
                  <a:lnTo>
                    <a:pt x="3093022" y="3177659"/>
                  </a:lnTo>
                  <a:lnTo>
                    <a:pt x="3093148" y="3177659"/>
                  </a:lnTo>
                  <a:lnTo>
                    <a:pt x="3093275" y="3177659"/>
                  </a:lnTo>
                  <a:lnTo>
                    <a:pt x="3093401" y="3177659"/>
                  </a:lnTo>
                  <a:lnTo>
                    <a:pt x="3093527" y="3177659"/>
                  </a:lnTo>
                  <a:lnTo>
                    <a:pt x="3093653" y="3177659"/>
                  </a:lnTo>
                  <a:lnTo>
                    <a:pt x="3093780" y="3177659"/>
                  </a:lnTo>
                  <a:lnTo>
                    <a:pt x="3093906" y="3177659"/>
                  </a:lnTo>
                  <a:lnTo>
                    <a:pt x="3094032" y="3177659"/>
                  </a:lnTo>
                  <a:lnTo>
                    <a:pt x="3094158" y="3177659"/>
                  </a:lnTo>
                  <a:lnTo>
                    <a:pt x="3094285" y="3177659"/>
                  </a:lnTo>
                  <a:lnTo>
                    <a:pt x="3094411" y="3177659"/>
                  </a:lnTo>
                  <a:lnTo>
                    <a:pt x="3094537" y="3177659"/>
                  </a:lnTo>
                  <a:lnTo>
                    <a:pt x="3094663" y="3177659"/>
                  </a:lnTo>
                  <a:lnTo>
                    <a:pt x="3094790" y="3177659"/>
                  </a:lnTo>
                  <a:lnTo>
                    <a:pt x="3094916" y="3177659"/>
                  </a:lnTo>
                  <a:lnTo>
                    <a:pt x="3095042" y="3177659"/>
                  </a:lnTo>
                  <a:lnTo>
                    <a:pt x="3095168" y="3177659"/>
                  </a:lnTo>
                  <a:lnTo>
                    <a:pt x="3095295" y="3177659"/>
                  </a:lnTo>
                  <a:lnTo>
                    <a:pt x="3095421" y="3177659"/>
                  </a:lnTo>
                  <a:lnTo>
                    <a:pt x="3095547" y="3177659"/>
                  </a:lnTo>
                  <a:lnTo>
                    <a:pt x="3095673" y="3177659"/>
                  </a:lnTo>
                  <a:lnTo>
                    <a:pt x="3095800" y="3177659"/>
                  </a:lnTo>
                  <a:lnTo>
                    <a:pt x="3095926" y="3177659"/>
                  </a:lnTo>
                  <a:lnTo>
                    <a:pt x="3096052" y="3177659"/>
                  </a:lnTo>
                  <a:lnTo>
                    <a:pt x="3096178" y="3177659"/>
                  </a:lnTo>
                  <a:lnTo>
                    <a:pt x="3096305" y="3177659"/>
                  </a:lnTo>
                  <a:lnTo>
                    <a:pt x="3096431" y="3177659"/>
                  </a:lnTo>
                  <a:lnTo>
                    <a:pt x="3096557" y="3177659"/>
                  </a:lnTo>
                  <a:lnTo>
                    <a:pt x="3096683" y="3177659"/>
                  </a:lnTo>
                  <a:lnTo>
                    <a:pt x="3096810" y="3177659"/>
                  </a:lnTo>
                  <a:lnTo>
                    <a:pt x="3096936" y="3177659"/>
                  </a:lnTo>
                  <a:lnTo>
                    <a:pt x="3097062" y="3177659"/>
                  </a:lnTo>
                  <a:lnTo>
                    <a:pt x="3097188" y="3177659"/>
                  </a:lnTo>
                  <a:lnTo>
                    <a:pt x="3097315" y="3177659"/>
                  </a:lnTo>
                  <a:lnTo>
                    <a:pt x="3097441" y="3177659"/>
                  </a:lnTo>
                  <a:lnTo>
                    <a:pt x="3097567" y="3177659"/>
                  </a:lnTo>
                  <a:lnTo>
                    <a:pt x="3097693" y="3177659"/>
                  </a:lnTo>
                  <a:lnTo>
                    <a:pt x="3097820" y="3177659"/>
                  </a:lnTo>
                  <a:lnTo>
                    <a:pt x="3097946" y="3177659"/>
                  </a:lnTo>
                  <a:lnTo>
                    <a:pt x="3098072" y="3177659"/>
                  </a:lnTo>
                  <a:lnTo>
                    <a:pt x="3098199" y="3177659"/>
                  </a:lnTo>
                  <a:lnTo>
                    <a:pt x="3098325" y="3177659"/>
                  </a:lnTo>
                  <a:lnTo>
                    <a:pt x="3098451" y="3177659"/>
                  </a:lnTo>
                  <a:lnTo>
                    <a:pt x="3098577" y="3177659"/>
                  </a:lnTo>
                  <a:lnTo>
                    <a:pt x="3098704" y="3177659"/>
                  </a:lnTo>
                  <a:lnTo>
                    <a:pt x="3098830" y="3177659"/>
                  </a:lnTo>
                  <a:lnTo>
                    <a:pt x="3098956" y="3177659"/>
                  </a:lnTo>
                  <a:lnTo>
                    <a:pt x="3099082" y="3177659"/>
                  </a:lnTo>
                  <a:lnTo>
                    <a:pt x="3099209" y="3177659"/>
                  </a:lnTo>
                  <a:lnTo>
                    <a:pt x="3099335" y="3177659"/>
                  </a:lnTo>
                  <a:lnTo>
                    <a:pt x="3099461" y="3177659"/>
                  </a:lnTo>
                  <a:lnTo>
                    <a:pt x="3099587" y="3177659"/>
                  </a:lnTo>
                  <a:lnTo>
                    <a:pt x="3099714" y="3177659"/>
                  </a:lnTo>
                  <a:lnTo>
                    <a:pt x="3099840" y="3177659"/>
                  </a:lnTo>
                  <a:lnTo>
                    <a:pt x="3099966" y="3177659"/>
                  </a:lnTo>
                  <a:lnTo>
                    <a:pt x="3100092" y="3177659"/>
                  </a:lnTo>
                  <a:lnTo>
                    <a:pt x="3100219" y="3177659"/>
                  </a:lnTo>
                  <a:lnTo>
                    <a:pt x="3100345" y="3177659"/>
                  </a:lnTo>
                  <a:lnTo>
                    <a:pt x="3100471" y="3177659"/>
                  </a:lnTo>
                  <a:lnTo>
                    <a:pt x="3100597" y="3177659"/>
                  </a:lnTo>
                  <a:lnTo>
                    <a:pt x="3100724" y="3177659"/>
                  </a:lnTo>
                  <a:lnTo>
                    <a:pt x="3100850" y="3177659"/>
                  </a:lnTo>
                  <a:lnTo>
                    <a:pt x="3100976" y="3177659"/>
                  </a:lnTo>
                  <a:lnTo>
                    <a:pt x="3101102" y="3177659"/>
                  </a:lnTo>
                  <a:lnTo>
                    <a:pt x="3101229" y="3177659"/>
                  </a:lnTo>
                  <a:lnTo>
                    <a:pt x="3101355" y="3177659"/>
                  </a:lnTo>
                  <a:lnTo>
                    <a:pt x="3101481" y="3177659"/>
                  </a:lnTo>
                  <a:lnTo>
                    <a:pt x="3101607" y="3177659"/>
                  </a:lnTo>
                  <a:lnTo>
                    <a:pt x="3101734" y="3177659"/>
                  </a:lnTo>
                  <a:lnTo>
                    <a:pt x="3101860" y="3177659"/>
                  </a:lnTo>
                  <a:lnTo>
                    <a:pt x="3101986" y="3177659"/>
                  </a:lnTo>
                  <a:lnTo>
                    <a:pt x="3102112" y="3177659"/>
                  </a:lnTo>
                  <a:lnTo>
                    <a:pt x="3102239" y="3177659"/>
                  </a:lnTo>
                  <a:lnTo>
                    <a:pt x="3102365" y="3177659"/>
                  </a:lnTo>
                  <a:lnTo>
                    <a:pt x="3102491" y="3177659"/>
                  </a:lnTo>
                  <a:lnTo>
                    <a:pt x="3102491" y="3172748"/>
                  </a:lnTo>
                  <a:lnTo>
                    <a:pt x="3102617" y="3172748"/>
                  </a:lnTo>
                  <a:lnTo>
                    <a:pt x="3102744" y="3172748"/>
                  </a:lnTo>
                  <a:lnTo>
                    <a:pt x="3102870" y="3172748"/>
                  </a:lnTo>
                  <a:lnTo>
                    <a:pt x="3102996" y="3172748"/>
                  </a:lnTo>
                  <a:lnTo>
                    <a:pt x="3103123" y="3172748"/>
                  </a:lnTo>
                  <a:lnTo>
                    <a:pt x="3103249" y="3172748"/>
                  </a:lnTo>
                  <a:lnTo>
                    <a:pt x="3103375" y="3172748"/>
                  </a:lnTo>
                  <a:lnTo>
                    <a:pt x="3103501" y="3172748"/>
                  </a:lnTo>
                  <a:lnTo>
                    <a:pt x="3103628" y="3172748"/>
                  </a:lnTo>
                  <a:lnTo>
                    <a:pt x="3103754" y="3172748"/>
                  </a:lnTo>
                  <a:lnTo>
                    <a:pt x="3103880" y="3172748"/>
                  </a:lnTo>
                  <a:lnTo>
                    <a:pt x="3104006" y="3172748"/>
                  </a:lnTo>
                  <a:lnTo>
                    <a:pt x="3104133" y="3172748"/>
                  </a:lnTo>
                  <a:lnTo>
                    <a:pt x="3104259" y="3172748"/>
                  </a:lnTo>
                  <a:lnTo>
                    <a:pt x="3104385" y="3172748"/>
                  </a:lnTo>
                  <a:lnTo>
                    <a:pt x="3104511" y="3172748"/>
                  </a:lnTo>
                  <a:lnTo>
                    <a:pt x="3104638" y="3172748"/>
                  </a:lnTo>
                  <a:lnTo>
                    <a:pt x="3104764" y="3172748"/>
                  </a:lnTo>
                  <a:lnTo>
                    <a:pt x="3104890" y="3172748"/>
                  </a:lnTo>
                  <a:lnTo>
                    <a:pt x="3105016" y="3172748"/>
                  </a:lnTo>
                  <a:lnTo>
                    <a:pt x="3105016" y="3167836"/>
                  </a:lnTo>
                  <a:lnTo>
                    <a:pt x="3105143" y="3167836"/>
                  </a:lnTo>
                  <a:lnTo>
                    <a:pt x="3105269" y="3167836"/>
                  </a:lnTo>
                  <a:lnTo>
                    <a:pt x="3105395" y="3167836"/>
                  </a:lnTo>
                  <a:lnTo>
                    <a:pt x="3105521" y="3167836"/>
                  </a:lnTo>
                  <a:lnTo>
                    <a:pt x="3105648" y="3167836"/>
                  </a:lnTo>
                  <a:lnTo>
                    <a:pt x="3105774" y="3167836"/>
                  </a:lnTo>
                  <a:lnTo>
                    <a:pt x="3105900" y="3167836"/>
                  </a:lnTo>
                  <a:lnTo>
                    <a:pt x="3106026" y="3167836"/>
                  </a:lnTo>
                  <a:lnTo>
                    <a:pt x="3106153" y="3167836"/>
                  </a:lnTo>
                  <a:lnTo>
                    <a:pt x="3106279" y="3167836"/>
                  </a:lnTo>
                  <a:lnTo>
                    <a:pt x="3106405" y="3167836"/>
                  </a:lnTo>
                  <a:lnTo>
                    <a:pt x="3106531" y="3167836"/>
                  </a:lnTo>
                  <a:lnTo>
                    <a:pt x="3106658" y="3167836"/>
                  </a:lnTo>
                  <a:lnTo>
                    <a:pt x="3106784" y="3167836"/>
                  </a:lnTo>
                  <a:lnTo>
                    <a:pt x="3106784" y="3162925"/>
                  </a:lnTo>
                  <a:lnTo>
                    <a:pt x="3106910" y="3162925"/>
                  </a:lnTo>
                  <a:lnTo>
                    <a:pt x="3107036" y="3162925"/>
                  </a:lnTo>
                  <a:lnTo>
                    <a:pt x="3107163" y="3162925"/>
                  </a:lnTo>
                  <a:lnTo>
                    <a:pt x="3107289" y="3162925"/>
                  </a:lnTo>
                  <a:lnTo>
                    <a:pt x="3107415" y="3162925"/>
                  </a:lnTo>
                  <a:lnTo>
                    <a:pt x="3107541" y="3162925"/>
                  </a:lnTo>
                  <a:lnTo>
                    <a:pt x="3107668" y="3162925"/>
                  </a:lnTo>
                  <a:lnTo>
                    <a:pt x="3107794" y="3162925"/>
                  </a:lnTo>
                  <a:lnTo>
                    <a:pt x="3107920" y="3162925"/>
                  </a:lnTo>
                  <a:lnTo>
                    <a:pt x="3108046" y="3162925"/>
                  </a:lnTo>
                  <a:lnTo>
                    <a:pt x="3108173" y="3162925"/>
                  </a:lnTo>
                  <a:lnTo>
                    <a:pt x="3108299" y="3162925"/>
                  </a:lnTo>
                  <a:lnTo>
                    <a:pt x="3108425" y="3162925"/>
                  </a:lnTo>
                  <a:lnTo>
                    <a:pt x="3108552" y="3162925"/>
                  </a:lnTo>
                  <a:lnTo>
                    <a:pt x="3108678" y="3162925"/>
                  </a:lnTo>
                  <a:lnTo>
                    <a:pt x="3108804" y="3162925"/>
                  </a:lnTo>
                  <a:lnTo>
                    <a:pt x="3108930" y="3162925"/>
                  </a:lnTo>
                  <a:lnTo>
                    <a:pt x="3109057" y="3162925"/>
                  </a:lnTo>
                  <a:lnTo>
                    <a:pt x="3109183" y="3162925"/>
                  </a:lnTo>
                  <a:lnTo>
                    <a:pt x="3109309" y="3162925"/>
                  </a:lnTo>
                  <a:lnTo>
                    <a:pt x="3109435" y="3162925"/>
                  </a:lnTo>
                  <a:lnTo>
                    <a:pt x="3109562" y="3162925"/>
                  </a:lnTo>
                  <a:lnTo>
                    <a:pt x="3109688" y="3162925"/>
                  </a:lnTo>
                  <a:lnTo>
                    <a:pt x="3109814" y="3162925"/>
                  </a:lnTo>
                  <a:lnTo>
                    <a:pt x="3109940" y="3162925"/>
                  </a:lnTo>
                  <a:lnTo>
                    <a:pt x="3110067" y="3162925"/>
                  </a:lnTo>
                  <a:lnTo>
                    <a:pt x="3110193" y="3162925"/>
                  </a:lnTo>
                  <a:lnTo>
                    <a:pt x="3110319" y="3162925"/>
                  </a:lnTo>
                  <a:lnTo>
                    <a:pt x="3110445" y="3162925"/>
                  </a:lnTo>
                  <a:lnTo>
                    <a:pt x="3110572" y="3162925"/>
                  </a:lnTo>
                  <a:lnTo>
                    <a:pt x="3110698" y="3162925"/>
                  </a:lnTo>
                  <a:lnTo>
                    <a:pt x="3110824" y="3162925"/>
                  </a:lnTo>
                  <a:lnTo>
                    <a:pt x="3110950" y="3162925"/>
                  </a:lnTo>
                  <a:lnTo>
                    <a:pt x="3111077" y="3162925"/>
                  </a:lnTo>
                  <a:lnTo>
                    <a:pt x="3111203" y="3162925"/>
                  </a:lnTo>
                  <a:lnTo>
                    <a:pt x="3111329" y="3162925"/>
                  </a:lnTo>
                  <a:lnTo>
                    <a:pt x="3111455" y="3162925"/>
                  </a:lnTo>
                  <a:lnTo>
                    <a:pt x="3111582" y="3162925"/>
                  </a:lnTo>
                  <a:lnTo>
                    <a:pt x="3111708" y="3162925"/>
                  </a:lnTo>
                  <a:lnTo>
                    <a:pt x="3111834" y="3162925"/>
                  </a:lnTo>
                  <a:lnTo>
                    <a:pt x="3111960" y="3162925"/>
                  </a:lnTo>
                  <a:lnTo>
                    <a:pt x="3112087" y="3162925"/>
                  </a:lnTo>
                  <a:lnTo>
                    <a:pt x="3112213" y="3162925"/>
                  </a:lnTo>
                  <a:lnTo>
                    <a:pt x="3112339" y="3162925"/>
                  </a:lnTo>
                  <a:lnTo>
                    <a:pt x="3112465" y="3162925"/>
                  </a:lnTo>
                  <a:lnTo>
                    <a:pt x="3112592" y="3162925"/>
                  </a:lnTo>
                  <a:lnTo>
                    <a:pt x="3112718" y="3162925"/>
                  </a:lnTo>
                  <a:lnTo>
                    <a:pt x="3112844" y="3162925"/>
                  </a:lnTo>
                  <a:lnTo>
                    <a:pt x="3112970" y="3162925"/>
                  </a:lnTo>
                  <a:lnTo>
                    <a:pt x="3113097" y="3162925"/>
                  </a:lnTo>
                  <a:lnTo>
                    <a:pt x="3113223" y="3162925"/>
                  </a:lnTo>
                  <a:lnTo>
                    <a:pt x="3113349" y="3162925"/>
                  </a:lnTo>
                  <a:lnTo>
                    <a:pt x="3113476" y="3162925"/>
                  </a:lnTo>
                  <a:lnTo>
                    <a:pt x="3113602" y="3162925"/>
                  </a:lnTo>
                  <a:lnTo>
                    <a:pt x="3113728" y="3162925"/>
                  </a:lnTo>
                  <a:lnTo>
                    <a:pt x="3113854" y="3162925"/>
                  </a:lnTo>
                  <a:lnTo>
                    <a:pt x="3113981" y="3162925"/>
                  </a:lnTo>
                  <a:lnTo>
                    <a:pt x="3114107" y="3162925"/>
                  </a:lnTo>
                  <a:lnTo>
                    <a:pt x="3114233" y="3162925"/>
                  </a:lnTo>
                  <a:lnTo>
                    <a:pt x="3114359" y="3162925"/>
                  </a:lnTo>
                  <a:lnTo>
                    <a:pt x="3114486" y="3162925"/>
                  </a:lnTo>
                  <a:lnTo>
                    <a:pt x="3114612" y="3162925"/>
                  </a:lnTo>
                  <a:lnTo>
                    <a:pt x="3114738" y="3162925"/>
                  </a:lnTo>
                  <a:lnTo>
                    <a:pt x="3114864" y="3162925"/>
                  </a:lnTo>
                  <a:lnTo>
                    <a:pt x="3114991" y="3162925"/>
                  </a:lnTo>
                  <a:lnTo>
                    <a:pt x="3115117" y="3162925"/>
                  </a:lnTo>
                  <a:lnTo>
                    <a:pt x="3115243" y="3162925"/>
                  </a:lnTo>
                  <a:lnTo>
                    <a:pt x="3115369" y="3162925"/>
                  </a:lnTo>
                  <a:lnTo>
                    <a:pt x="3115496" y="3162925"/>
                  </a:lnTo>
                  <a:lnTo>
                    <a:pt x="3115622" y="3162925"/>
                  </a:lnTo>
                  <a:lnTo>
                    <a:pt x="3115748" y="3162925"/>
                  </a:lnTo>
                  <a:lnTo>
                    <a:pt x="3115874" y="3162925"/>
                  </a:lnTo>
                  <a:lnTo>
                    <a:pt x="3116001" y="3162925"/>
                  </a:lnTo>
                  <a:lnTo>
                    <a:pt x="3116127" y="3162925"/>
                  </a:lnTo>
                  <a:lnTo>
                    <a:pt x="3116127" y="3158014"/>
                  </a:lnTo>
                  <a:lnTo>
                    <a:pt x="3116253" y="3158014"/>
                  </a:lnTo>
                  <a:lnTo>
                    <a:pt x="3116379" y="3158014"/>
                  </a:lnTo>
                  <a:lnTo>
                    <a:pt x="3116506" y="3158014"/>
                  </a:lnTo>
                  <a:lnTo>
                    <a:pt x="3116632" y="3158014"/>
                  </a:lnTo>
                  <a:lnTo>
                    <a:pt x="3116758" y="3158014"/>
                  </a:lnTo>
                  <a:lnTo>
                    <a:pt x="3116884" y="3158014"/>
                  </a:lnTo>
                  <a:lnTo>
                    <a:pt x="3117011" y="3158014"/>
                  </a:lnTo>
                  <a:lnTo>
                    <a:pt x="3117137" y="3158014"/>
                  </a:lnTo>
                  <a:lnTo>
                    <a:pt x="3117263" y="3158014"/>
                  </a:lnTo>
                  <a:lnTo>
                    <a:pt x="3117263" y="3153102"/>
                  </a:lnTo>
                  <a:lnTo>
                    <a:pt x="3117389" y="3153102"/>
                  </a:lnTo>
                  <a:lnTo>
                    <a:pt x="3117389" y="3148191"/>
                  </a:lnTo>
                  <a:lnTo>
                    <a:pt x="3117516" y="3148191"/>
                  </a:lnTo>
                  <a:lnTo>
                    <a:pt x="3117642" y="3148191"/>
                  </a:lnTo>
                  <a:lnTo>
                    <a:pt x="3117768" y="3148191"/>
                  </a:lnTo>
                  <a:lnTo>
                    <a:pt x="3117894" y="3148191"/>
                  </a:lnTo>
                  <a:lnTo>
                    <a:pt x="3118021" y="3148191"/>
                  </a:lnTo>
                  <a:lnTo>
                    <a:pt x="3118147" y="3148191"/>
                  </a:lnTo>
                  <a:lnTo>
                    <a:pt x="3118273" y="3148191"/>
                  </a:lnTo>
                  <a:lnTo>
                    <a:pt x="3118399" y="3148191"/>
                  </a:lnTo>
                  <a:lnTo>
                    <a:pt x="3118526" y="3148191"/>
                  </a:lnTo>
                  <a:lnTo>
                    <a:pt x="3118652" y="3148191"/>
                  </a:lnTo>
                  <a:lnTo>
                    <a:pt x="3118778" y="3148191"/>
                  </a:lnTo>
                  <a:lnTo>
                    <a:pt x="3118905" y="3148191"/>
                  </a:lnTo>
                  <a:lnTo>
                    <a:pt x="3119031" y="3148191"/>
                  </a:lnTo>
                  <a:lnTo>
                    <a:pt x="3119157" y="3148191"/>
                  </a:lnTo>
                  <a:lnTo>
                    <a:pt x="3119283" y="3148191"/>
                  </a:lnTo>
                  <a:lnTo>
                    <a:pt x="3119410" y="3148191"/>
                  </a:lnTo>
                  <a:lnTo>
                    <a:pt x="3119536" y="3148191"/>
                  </a:lnTo>
                  <a:lnTo>
                    <a:pt x="3119662" y="3148191"/>
                  </a:lnTo>
                  <a:lnTo>
                    <a:pt x="3119788" y="3148191"/>
                  </a:lnTo>
                  <a:lnTo>
                    <a:pt x="3119915" y="3148191"/>
                  </a:lnTo>
                  <a:lnTo>
                    <a:pt x="3120041" y="3148191"/>
                  </a:lnTo>
                  <a:lnTo>
                    <a:pt x="3120167" y="3148191"/>
                  </a:lnTo>
                  <a:lnTo>
                    <a:pt x="3120293" y="3148191"/>
                  </a:lnTo>
                  <a:lnTo>
                    <a:pt x="3120420" y="3148191"/>
                  </a:lnTo>
                  <a:lnTo>
                    <a:pt x="3120546" y="3148191"/>
                  </a:lnTo>
                  <a:lnTo>
                    <a:pt x="3120672" y="3148191"/>
                  </a:lnTo>
                  <a:lnTo>
                    <a:pt x="3120672" y="3143279"/>
                  </a:lnTo>
                  <a:lnTo>
                    <a:pt x="3120798" y="3143279"/>
                  </a:lnTo>
                  <a:lnTo>
                    <a:pt x="3120925" y="3143279"/>
                  </a:lnTo>
                  <a:lnTo>
                    <a:pt x="3121051" y="3143279"/>
                  </a:lnTo>
                  <a:lnTo>
                    <a:pt x="3121177" y="3143279"/>
                  </a:lnTo>
                  <a:lnTo>
                    <a:pt x="3121303" y="3143279"/>
                  </a:lnTo>
                  <a:lnTo>
                    <a:pt x="3121430" y="3143279"/>
                  </a:lnTo>
                  <a:lnTo>
                    <a:pt x="3121556" y="3143279"/>
                  </a:lnTo>
                  <a:lnTo>
                    <a:pt x="3121682" y="3143279"/>
                  </a:lnTo>
                  <a:lnTo>
                    <a:pt x="3121808" y="3143279"/>
                  </a:lnTo>
                  <a:lnTo>
                    <a:pt x="3121935" y="3143279"/>
                  </a:lnTo>
                  <a:lnTo>
                    <a:pt x="3122061" y="3143279"/>
                  </a:lnTo>
                  <a:lnTo>
                    <a:pt x="3122187" y="3143279"/>
                  </a:lnTo>
                  <a:lnTo>
                    <a:pt x="3122313" y="3143279"/>
                  </a:lnTo>
                  <a:lnTo>
                    <a:pt x="3122440" y="3143279"/>
                  </a:lnTo>
                  <a:lnTo>
                    <a:pt x="3122566" y="3143279"/>
                  </a:lnTo>
                  <a:lnTo>
                    <a:pt x="3122692" y="3143279"/>
                  </a:lnTo>
                  <a:lnTo>
                    <a:pt x="3122818" y="3143279"/>
                  </a:lnTo>
                  <a:lnTo>
                    <a:pt x="3122945" y="3143279"/>
                  </a:lnTo>
                  <a:lnTo>
                    <a:pt x="3123071" y="3143279"/>
                  </a:lnTo>
                  <a:lnTo>
                    <a:pt x="3123197" y="3143279"/>
                  </a:lnTo>
                  <a:lnTo>
                    <a:pt x="3123323" y="3143279"/>
                  </a:lnTo>
                  <a:lnTo>
                    <a:pt x="3123450" y="3143279"/>
                  </a:lnTo>
                  <a:lnTo>
                    <a:pt x="3123576" y="3143279"/>
                  </a:lnTo>
                  <a:lnTo>
                    <a:pt x="3123702" y="3143279"/>
                  </a:lnTo>
                  <a:lnTo>
                    <a:pt x="3123829" y="3143279"/>
                  </a:lnTo>
                  <a:lnTo>
                    <a:pt x="3123955" y="3143279"/>
                  </a:lnTo>
                  <a:lnTo>
                    <a:pt x="3124081" y="3143279"/>
                  </a:lnTo>
                  <a:lnTo>
                    <a:pt x="3124207" y="3143279"/>
                  </a:lnTo>
                  <a:lnTo>
                    <a:pt x="3124334" y="3143279"/>
                  </a:lnTo>
                  <a:lnTo>
                    <a:pt x="3124460" y="3143279"/>
                  </a:lnTo>
                  <a:lnTo>
                    <a:pt x="3124586" y="3143279"/>
                  </a:lnTo>
                  <a:lnTo>
                    <a:pt x="3124712" y="3143279"/>
                  </a:lnTo>
                  <a:lnTo>
                    <a:pt x="3124839" y="3143279"/>
                  </a:lnTo>
                  <a:lnTo>
                    <a:pt x="3124965" y="3143279"/>
                  </a:lnTo>
                  <a:lnTo>
                    <a:pt x="3124965" y="3138368"/>
                  </a:lnTo>
                  <a:lnTo>
                    <a:pt x="3124965" y="3133457"/>
                  </a:lnTo>
                  <a:lnTo>
                    <a:pt x="3125091" y="3133457"/>
                  </a:lnTo>
                  <a:lnTo>
                    <a:pt x="3125217" y="3133457"/>
                  </a:lnTo>
                  <a:lnTo>
                    <a:pt x="3125344" y="3133457"/>
                  </a:lnTo>
                  <a:lnTo>
                    <a:pt x="3125470" y="3133457"/>
                  </a:lnTo>
                  <a:lnTo>
                    <a:pt x="3125596" y="3133457"/>
                  </a:lnTo>
                  <a:lnTo>
                    <a:pt x="3125722" y="3133457"/>
                  </a:lnTo>
                  <a:lnTo>
                    <a:pt x="3125849" y="3133457"/>
                  </a:lnTo>
                  <a:lnTo>
                    <a:pt x="3125975" y="3133457"/>
                  </a:lnTo>
                  <a:lnTo>
                    <a:pt x="3126101" y="3133457"/>
                  </a:lnTo>
                  <a:lnTo>
                    <a:pt x="3126227" y="3133457"/>
                  </a:lnTo>
                  <a:lnTo>
                    <a:pt x="3126354" y="3133457"/>
                  </a:lnTo>
                  <a:lnTo>
                    <a:pt x="3126480" y="3133457"/>
                  </a:lnTo>
                  <a:lnTo>
                    <a:pt x="3126606" y="3133457"/>
                  </a:lnTo>
                  <a:lnTo>
                    <a:pt x="3126732" y="3133457"/>
                  </a:lnTo>
                  <a:lnTo>
                    <a:pt x="3126859" y="3133457"/>
                  </a:lnTo>
                  <a:lnTo>
                    <a:pt x="3126985" y="3133457"/>
                  </a:lnTo>
                  <a:lnTo>
                    <a:pt x="3127111" y="3133457"/>
                  </a:lnTo>
                  <a:lnTo>
                    <a:pt x="3127237" y="3133457"/>
                  </a:lnTo>
                  <a:lnTo>
                    <a:pt x="3127364" y="3133457"/>
                  </a:lnTo>
                  <a:lnTo>
                    <a:pt x="3127490" y="3133457"/>
                  </a:lnTo>
                  <a:lnTo>
                    <a:pt x="3127616" y="3133457"/>
                  </a:lnTo>
                  <a:lnTo>
                    <a:pt x="3127742" y="3133457"/>
                  </a:lnTo>
                  <a:lnTo>
                    <a:pt x="3127869" y="3133457"/>
                  </a:lnTo>
                  <a:lnTo>
                    <a:pt x="3127995" y="3133457"/>
                  </a:lnTo>
                  <a:lnTo>
                    <a:pt x="3128121" y="3133457"/>
                  </a:lnTo>
                  <a:lnTo>
                    <a:pt x="3128247" y="3133457"/>
                  </a:lnTo>
                  <a:lnTo>
                    <a:pt x="3128374" y="3133457"/>
                  </a:lnTo>
                  <a:lnTo>
                    <a:pt x="3128500" y="3133457"/>
                  </a:lnTo>
                  <a:lnTo>
                    <a:pt x="3128626" y="3133457"/>
                  </a:lnTo>
                  <a:lnTo>
                    <a:pt x="3128752" y="3133457"/>
                  </a:lnTo>
                  <a:lnTo>
                    <a:pt x="3128879" y="3133457"/>
                  </a:lnTo>
                  <a:lnTo>
                    <a:pt x="3129005" y="3133457"/>
                  </a:lnTo>
                  <a:lnTo>
                    <a:pt x="3129131" y="3133457"/>
                  </a:lnTo>
                  <a:lnTo>
                    <a:pt x="3129258" y="3133457"/>
                  </a:lnTo>
                  <a:lnTo>
                    <a:pt x="3129384" y="3133457"/>
                  </a:lnTo>
                  <a:lnTo>
                    <a:pt x="3129510" y="3133457"/>
                  </a:lnTo>
                  <a:lnTo>
                    <a:pt x="3129636" y="3133457"/>
                  </a:lnTo>
                  <a:lnTo>
                    <a:pt x="3129763" y="3133457"/>
                  </a:lnTo>
                  <a:lnTo>
                    <a:pt x="3129889" y="3133457"/>
                  </a:lnTo>
                  <a:lnTo>
                    <a:pt x="3130015" y="3133457"/>
                  </a:lnTo>
                  <a:lnTo>
                    <a:pt x="3130141" y="3133457"/>
                  </a:lnTo>
                  <a:lnTo>
                    <a:pt x="3130268" y="3133457"/>
                  </a:lnTo>
                  <a:lnTo>
                    <a:pt x="3130394" y="3133457"/>
                  </a:lnTo>
                  <a:lnTo>
                    <a:pt x="3130520" y="3133457"/>
                  </a:lnTo>
                  <a:lnTo>
                    <a:pt x="3130646" y="3133457"/>
                  </a:lnTo>
                  <a:lnTo>
                    <a:pt x="3130773" y="3133457"/>
                  </a:lnTo>
                  <a:lnTo>
                    <a:pt x="3130899" y="3133457"/>
                  </a:lnTo>
                  <a:lnTo>
                    <a:pt x="3131025" y="3133457"/>
                  </a:lnTo>
                  <a:lnTo>
                    <a:pt x="3131151" y="3133457"/>
                  </a:lnTo>
                  <a:lnTo>
                    <a:pt x="3131278" y="3133457"/>
                  </a:lnTo>
                  <a:lnTo>
                    <a:pt x="3131404" y="3133457"/>
                  </a:lnTo>
                  <a:lnTo>
                    <a:pt x="3131530" y="3133457"/>
                  </a:lnTo>
                  <a:lnTo>
                    <a:pt x="3131656" y="3133457"/>
                  </a:lnTo>
                  <a:lnTo>
                    <a:pt x="3131783" y="3133457"/>
                  </a:lnTo>
                  <a:lnTo>
                    <a:pt x="3131909" y="3133457"/>
                  </a:lnTo>
                  <a:lnTo>
                    <a:pt x="3132035" y="3133457"/>
                  </a:lnTo>
                  <a:lnTo>
                    <a:pt x="3132161" y="3133457"/>
                  </a:lnTo>
                  <a:lnTo>
                    <a:pt x="3132288" y="3133457"/>
                  </a:lnTo>
                  <a:lnTo>
                    <a:pt x="3132414" y="3133457"/>
                  </a:lnTo>
                  <a:lnTo>
                    <a:pt x="3132540" y="3133457"/>
                  </a:lnTo>
                  <a:lnTo>
                    <a:pt x="3132666" y="3133457"/>
                  </a:lnTo>
                  <a:lnTo>
                    <a:pt x="3132793" y="3133457"/>
                  </a:lnTo>
                  <a:lnTo>
                    <a:pt x="3132919" y="3133457"/>
                  </a:lnTo>
                  <a:lnTo>
                    <a:pt x="3133045" y="3133457"/>
                  </a:lnTo>
                  <a:lnTo>
                    <a:pt x="3133171" y="3133457"/>
                  </a:lnTo>
                  <a:lnTo>
                    <a:pt x="3133298" y="3133457"/>
                  </a:lnTo>
                  <a:lnTo>
                    <a:pt x="3133424" y="3133457"/>
                  </a:lnTo>
                  <a:lnTo>
                    <a:pt x="3133550" y="3133457"/>
                  </a:lnTo>
                  <a:lnTo>
                    <a:pt x="3133676" y="3133457"/>
                  </a:lnTo>
                  <a:lnTo>
                    <a:pt x="3133803" y="3133457"/>
                  </a:lnTo>
                  <a:lnTo>
                    <a:pt x="3133929" y="3133457"/>
                  </a:lnTo>
                  <a:lnTo>
                    <a:pt x="3134055" y="3133457"/>
                  </a:lnTo>
                  <a:lnTo>
                    <a:pt x="3134182" y="3133457"/>
                  </a:lnTo>
                  <a:lnTo>
                    <a:pt x="3134308" y="3133457"/>
                  </a:lnTo>
                  <a:lnTo>
                    <a:pt x="3134308" y="3128545"/>
                  </a:lnTo>
                  <a:lnTo>
                    <a:pt x="3134434" y="3128545"/>
                  </a:lnTo>
                  <a:lnTo>
                    <a:pt x="3134560" y="3128545"/>
                  </a:lnTo>
                  <a:lnTo>
                    <a:pt x="3134687" y="3128545"/>
                  </a:lnTo>
                  <a:lnTo>
                    <a:pt x="3134813" y="3128545"/>
                  </a:lnTo>
                  <a:lnTo>
                    <a:pt x="3134939" y="3128545"/>
                  </a:lnTo>
                  <a:lnTo>
                    <a:pt x="3135065" y="3128545"/>
                  </a:lnTo>
                  <a:lnTo>
                    <a:pt x="3135192" y="3128545"/>
                  </a:lnTo>
                  <a:lnTo>
                    <a:pt x="3135318" y="3128545"/>
                  </a:lnTo>
                  <a:lnTo>
                    <a:pt x="3135444" y="3128545"/>
                  </a:lnTo>
                  <a:lnTo>
                    <a:pt x="3135570" y="3128545"/>
                  </a:lnTo>
                  <a:lnTo>
                    <a:pt x="3135697" y="3128545"/>
                  </a:lnTo>
                  <a:lnTo>
                    <a:pt x="3135823" y="3128545"/>
                  </a:lnTo>
                  <a:lnTo>
                    <a:pt x="3135823" y="3123634"/>
                  </a:lnTo>
                  <a:lnTo>
                    <a:pt x="3135949" y="3123634"/>
                  </a:lnTo>
                  <a:lnTo>
                    <a:pt x="3136075" y="3123634"/>
                  </a:lnTo>
                  <a:lnTo>
                    <a:pt x="3136202" y="3123634"/>
                  </a:lnTo>
                  <a:lnTo>
                    <a:pt x="3136328" y="3123634"/>
                  </a:lnTo>
                  <a:lnTo>
                    <a:pt x="3136454" y="3123634"/>
                  </a:lnTo>
                  <a:lnTo>
                    <a:pt x="3136580" y="3123634"/>
                  </a:lnTo>
                  <a:lnTo>
                    <a:pt x="3136707" y="3123634"/>
                  </a:lnTo>
                  <a:lnTo>
                    <a:pt x="3136833" y="3123634"/>
                  </a:lnTo>
                  <a:lnTo>
                    <a:pt x="3136959" y="3123634"/>
                  </a:lnTo>
                  <a:lnTo>
                    <a:pt x="3137085" y="3123634"/>
                  </a:lnTo>
                  <a:lnTo>
                    <a:pt x="3137212" y="3123634"/>
                  </a:lnTo>
                  <a:lnTo>
                    <a:pt x="3137338" y="3123634"/>
                  </a:lnTo>
                  <a:lnTo>
                    <a:pt x="3137464" y="3123634"/>
                  </a:lnTo>
                  <a:lnTo>
                    <a:pt x="3137590" y="3123634"/>
                  </a:lnTo>
                  <a:lnTo>
                    <a:pt x="3137717" y="3123634"/>
                  </a:lnTo>
                  <a:lnTo>
                    <a:pt x="3137843" y="3123634"/>
                  </a:lnTo>
                  <a:lnTo>
                    <a:pt x="3137969" y="3123634"/>
                  </a:lnTo>
                  <a:lnTo>
                    <a:pt x="3138095" y="3123634"/>
                  </a:lnTo>
                  <a:lnTo>
                    <a:pt x="3138222" y="3123634"/>
                  </a:lnTo>
                  <a:lnTo>
                    <a:pt x="3138348" y="3123634"/>
                  </a:lnTo>
                  <a:lnTo>
                    <a:pt x="3138474" y="3123634"/>
                  </a:lnTo>
                  <a:lnTo>
                    <a:pt x="3138474" y="3118723"/>
                  </a:lnTo>
                  <a:lnTo>
                    <a:pt x="3138600" y="3118723"/>
                  </a:lnTo>
                  <a:lnTo>
                    <a:pt x="3138727" y="3118723"/>
                  </a:lnTo>
                  <a:lnTo>
                    <a:pt x="3138853" y="3118723"/>
                  </a:lnTo>
                  <a:lnTo>
                    <a:pt x="3138979" y="3118723"/>
                  </a:lnTo>
                  <a:lnTo>
                    <a:pt x="3139105" y="3118723"/>
                  </a:lnTo>
                  <a:lnTo>
                    <a:pt x="3139232" y="3118723"/>
                  </a:lnTo>
                  <a:lnTo>
                    <a:pt x="3139358" y="3118723"/>
                  </a:lnTo>
                  <a:lnTo>
                    <a:pt x="3139484" y="3118723"/>
                  </a:lnTo>
                  <a:lnTo>
                    <a:pt x="3139611" y="3118723"/>
                  </a:lnTo>
                  <a:lnTo>
                    <a:pt x="3139737" y="3118723"/>
                  </a:lnTo>
                  <a:lnTo>
                    <a:pt x="3139863" y="3118723"/>
                  </a:lnTo>
                  <a:lnTo>
                    <a:pt x="3139989" y="3118723"/>
                  </a:lnTo>
                  <a:lnTo>
                    <a:pt x="3140116" y="3118723"/>
                  </a:lnTo>
                  <a:lnTo>
                    <a:pt x="3140242" y="3118723"/>
                  </a:lnTo>
                  <a:lnTo>
                    <a:pt x="3140368" y="3118723"/>
                  </a:lnTo>
                  <a:lnTo>
                    <a:pt x="3140494" y="3118723"/>
                  </a:lnTo>
                  <a:lnTo>
                    <a:pt x="3140621" y="3118723"/>
                  </a:lnTo>
                  <a:lnTo>
                    <a:pt x="3140747" y="3118723"/>
                  </a:lnTo>
                  <a:lnTo>
                    <a:pt x="3140873" y="3118723"/>
                  </a:lnTo>
                  <a:lnTo>
                    <a:pt x="3140999" y="3118723"/>
                  </a:lnTo>
                  <a:lnTo>
                    <a:pt x="3141126" y="3118723"/>
                  </a:lnTo>
                  <a:lnTo>
                    <a:pt x="3141252" y="3118723"/>
                  </a:lnTo>
                  <a:lnTo>
                    <a:pt x="3141378" y="3118723"/>
                  </a:lnTo>
                  <a:lnTo>
                    <a:pt x="3141504" y="3118723"/>
                  </a:lnTo>
                  <a:lnTo>
                    <a:pt x="3141631" y="3118723"/>
                  </a:lnTo>
                  <a:lnTo>
                    <a:pt x="3141757" y="3118723"/>
                  </a:lnTo>
                  <a:lnTo>
                    <a:pt x="3141883" y="3118723"/>
                  </a:lnTo>
                  <a:lnTo>
                    <a:pt x="3142009" y="3118723"/>
                  </a:lnTo>
                  <a:lnTo>
                    <a:pt x="3142136" y="3118723"/>
                  </a:lnTo>
                  <a:lnTo>
                    <a:pt x="3142262" y="3118723"/>
                  </a:lnTo>
                  <a:lnTo>
                    <a:pt x="3142388" y="3118723"/>
                  </a:lnTo>
                  <a:lnTo>
                    <a:pt x="3142514" y="3118723"/>
                  </a:lnTo>
                  <a:lnTo>
                    <a:pt x="3142641" y="3118723"/>
                  </a:lnTo>
                  <a:lnTo>
                    <a:pt x="3142767" y="3118723"/>
                  </a:lnTo>
                  <a:lnTo>
                    <a:pt x="3142893" y="3118723"/>
                  </a:lnTo>
                  <a:lnTo>
                    <a:pt x="3143019" y="3118723"/>
                  </a:lnTo>
                  <a:lnTo>
                    <a:pt x="3143146" y="3118723"/>
                  </a:lnTo>
                  <a:lnTo>
                    <a:pt x="3143272" y="3118723"/>
                  </a:lnTo>
                  <a:lnTo>
                    <a:pt x="3143398" y="3118723"/>
                  </a:lnTo>
                  <a:lnTo>
                    <a:pt x="3143524" y="3118723"/>
                  </a:lnTo>
                  <a:lnTo>
                    <a:pt x="3143651" y="3118723"/>
                  </a:lnTo>
                  <a:lnTo>
                    <a:pt x="3143777" y="3118723"/>
                  </a:lnTo>
                  <a:lnTo>
                    <a:pt x="3143903" y="3118723"/>
                  </a:lnTo>
                  <a:lnTo>
                    <a:pt x="3144029" y="3118723"/>
                  </a:lnTo>
                  <a:lnTo>
                    <a:pt x="3144156" y="3118723"/>
                  </a:lnTo>
                  <a:lnTo>
                    <a:pt x="3144282" y="3118723"/>
                  </a:lnTo>
                  <a:lnTo>
                    <a:pt x="3144408" y="3118723"/>
                  </a:lnTo>
                  <a:lnTo>
                    <a:pt x="3144535" y="3118723"/>
                  </a:lnTo>
                  <a:lnTo>
                    <a:pt x="3144661" y="3118723"/>
                  </a:lnTo>
                  <a:lnTo>
                    <a:pt x="3144787" y="3118723"/>
                  </a:lnTo>
                  <a:lnTo>
                    <a:pt x="3144913" y="3118723"/>
                  </a:lnTo>
                  <a:lnTo>
                    <a:pt x="3145040" y="3118723"/>
                  </a:lnTo>
                  <a:lnTo>
                    <a:pt x="3145166" y="3118723"/>
                  </a:lnTo>
                  <a:lnTo>
                    <a:pt x="3145292" y="3118723"/>
                  </a:lnTo>
                  <a:lnTo>
                    <a:pt x="3145418" y="3118723"/>
                  </a:lnTo>
                  <a:lnTo>
                    <a:pt x="3145545" y="3118723"/>
                  </a:lnTo>
                  <a:lnTo>
                    <a:pt x="3145671" y="3118723"/>
                  </a:lnTo>
                  <a:lnTo>
                    <a:pt x="3145797" y="3118723"/>
                  </a:lnTo>
                  <a:lnTo>
                    <a:pt x="3145923" y="3118723"/>
                  </a:lnTo>
                  <a:lnTo>
                    <a:pt x="3146050" y="3118723"/>
                  </a:lnTo>
                  <a:lnTo>
                    <a:pt x="3146176" y="3118723"/>
                  </a:lnTo>
                  <a:lnTo>
                    <a:pt x="3146302" y="3118723"/>
                  </a:lnTo>
                  <a:lnTo>
                    <a:pt x="3146428" y="3118723"/>
                  </a:lnTo>
                  <a:lnTo>
                    <a:pt x="3146555" y="3118723"/>
                  </a:lnTo>
                  <a:lnTo>
                    <a:pt x="3146681" y="3118723"/>
                  </a:lnTo>
                  <a:lnTo>
                    <a:pt x="3146807" y="3118723"/>
                  </a:lnTo>
                  <a:lnTo>
                    <a:pt x="3146933" y="3118723"/>
                  </a:lnTo>
                  <a:lnTo>
                    <a:pt x="3147060" y="3118723"/>
                  </a:lnTo>
                  <a:lnTo>
                    <a:pt x="3147186" y="3118723"/>
                  </a:lnTo>
                  <a:lnTo>
                    <a:pt x="3147312" y="3118723"/>
                  </a:lnTo>
                  <a:lnTo>
                    <a:pt x="3147438" y="3118723"/>
                  </a:lnTo>
                  <a:lnTo>
                    <a:pt x="3147565" y="3118723"/>
                  </a:lnTo>
                  <a:lnTo>
                    <a:pt x="3147691" y="3118723"/>
                  </a:lnTo>
                  <a:lnTo>
                    <a:pt x="3147817" y="3118723"/>
                  </a:lnTo>
                  <a:lnTo>
                    <a:pt x="3147943" y="3118723"/>
                  </a:lnTo>
                  <a:lnTo>
                    <a:pt x="3148070" y="3118723"/>
                  </a:lnTo>
                  <a:lnTo>
                    <a:pt x="3148196" y="3118723"/>
                  </a:lnTo>
                  <a:lnTo>
                    <a:pt x="3148322" y="3118723"/>
                  </a:lnTo>
                  <a:lnTo>
                    <a:pt x="3148448" y="3118723"/>
                  </a:lnTo>
                  <a:lnTo>
                    <a:pt x="3148575" y="3118723"/>
                  </a:lnTo>
                  <a:lnTo>
                    <a:pt x="3148701" y="3118723"/>
                  </a:lnTo>
                  <a:lnTo>
                    <a:pt x="3148827" y="3118723"/>
                  </a:lnTo>
                  <a:lnTo>
                    <a:pt x="3148953" y="3118723"/>
                  </a:lnTo>
                  <a:lnTo>
                    <a:pt x="3149080" y="3118723"/>
                  </a:lnTo>
                  <a:lnTo>
                    <a:pt x="3149206" y="3118723"/>
                  </a:lnTo>
                  <a:lnTo>
                    <a:pt x="3149332" y="3118723"/>
                  </a:lnTo>
                  <a:lnTo>
                    <a:pt x="3149459" y="3118723"/>
                  </a:lnTo>
                  <a:lnTo>
                    <a:pt x="3149585" y="3118723"/>
                  </a:lnTo>
                  <a:lnTo>
                    <a:pt x="3149711" y="3118723"/>
                  </a:lnTo>
                  <a:lnTo>
                    <a:pt x="3149837" y="3118723"/>
                  </a:lnTo>
                  <a:lnTo>
                    <a:pt x="3149964" y="3118723"/>
                  </a:lnTo>
                  <a:lnTo>
                    <a:pt x="3150090" y="3118723"/>
                  </a:lnTo>
                  <a:lnTo>
                    <a:pt x="3150216" y="3118723"/>
                  </a:lnTo>
                  <a:lnTo>
                    <a:pt x="3150342" y="3118723"/>
                  </a:lnTo>
                  <a:lnTo>
                    <a:pt x="3150469" y="3118723"/>
                  </a:lnTo>
                  <a:lnTo>
                    <a:pt x="3150595" y="3118723"/>
                  </a:lnTo>
                  <a:lnTo>
                    <a:pt x="3150721" y="3118723"/>
                  </a:lnTo>
                  <a:lnTo>
                    <a:pt x="3150847" y="3118723"/>
                  </a:lnTo>
                  <a:lnTo>
                    <a:pt x="3150974" y="3118723"/>
                  </a:lnTo>
                  <a:lnTo>
                    <a:pt x="3151100" y="3118723"/>
                  </a:lnTo>
                  <a:lnTo>
                    <a:pt x="3151226" y="3118723"/>
                  </a:lnTo>
                  <a:lnTo>
                    <a:pt x="3151352" y="3118723"/>
                  </a:lnTo>
                  <a:lnTo>
                    <a:pt x="3151479" y="3118723"/>
                  </a:lnTo>
                  <a:lnTo>
                    <a:pt x="3151605" y="3118723"/>
                  </a:lnTo>
                  <a:lnTo>
                    <a:pt x="3151731" y="3118723"/>
                  </a:lnTo>
                  <a:lnTo>
                    <a:pt x="3151857" y="3118723"/>
                  </a:lnTo>
                  <a:lnTo>
                    <a:pt x="3151984" y="3118723"/>
                  </a:lnTo>
                  <a:lnTo>
                    <a:pt x="3152110" y="3118723"/>
                  </a:lnTo>
                  <a:lnTo>
                    <a:pt x="3152236" y="3118723"/>
                  </a:lnTo>
                  <a:lnTo>
                    <a:pt x="3152362" y="3118723"/>
                  </a:lnTo>
                  <a:lnTo>
                    <a:pt x="3152489" y="3118723"/>
                  </a:lnTo>
                  <a:lnTo>
                    <a:pt x="3152615" y="3118723"/>
                  </a:lnTo>
                  <a:lnTo>
                    <a:pt x="3152741" y="3118723"/>
                  </a:lnTo>
                  <a:lnTo>
                    <a:pt x="3152867" y="3118723"/>
                  </a:lnTo>
                  <a:lnTo>
                    <a:pt x="3152994" y="3118723"/>
                  </a:lnTo>
                  <a:lnTo>
                    <a:pt x="3153120" y="3118723"/>
                  </a:lnTo>
                  <a:lnTo>
                    <a:pt x="3153246" y="3118723"/>
                  </a:lnTo>
                  <a:lnTo>
                    <a:pt x="3153372" y="3118723"/>
                  </a:lnTo>
                  <a:lnTo>
                    <a:pt x="3153372" y="3113811"/>
                  </a:lnTo>
                  <a:lnTo>
                    <a:pt x="3153499" y="3113811"/>
                  </a:lnTo>
                  <a:lnTo>
                    <a:pt x="3153625" y="3113811"/>
                  </a:lnTo>
                  <a:lnTo>
                    <a:pt x="3153751" y="3113811"/>
                  </a:lnTo>
                  <a:lnTo>
                    <a:pt x="3153877" y="3113811"/>
                  </a:lnTo>
                  <a:lnTo>
                    <a:pt x="3154004" y="3113811"/>
                  </a:lnTo>
                  <a:lnTo>
                    <a:pt x="3154130" y="3113811"/>
                  </a:lnTo>
                  <a:lnTo>
                    <a:pt x="3154256" y="3113811"/>
                  </a:lnTo>
                  <a:lnTo>
                    <a:pt x="3154382" y="3113811"/>
                  </a:lnTo>
                  <a:lnTo>
                    <a:pt x="3154509" y="3113811"/>
                  </a:lnTo>
                  <a:lnTo>
                    <a:pt x="3154635" y="3113811"/>
                  </a:lnTo>
                  <a:lnTo>
                    <a:pt x="3154761" y="3113811"/>
                  </a:lnTo>
                  <a:lnTo>
                    <a:pt x="3154888" y="3113811"/>
                  </a:lnTo>
                  <a:lnTo>
                    <a:pt x="3155014" y="3113811"/>
                  </a:lnTo>
                  <a:lnTo>
                    <a:pt x="3155014" y="3108900"/>
                  </a:lnTo>
                  <a:lnTo>
                    <a:pt x="3155140" y="3108900"/>
                  </a:lnTo>
                  <a:lnTo>
                    <a:pt x="3155266" y="3108900"/>
                  </a:lnTo>
                  <a:lnTo>
                    <a:pt x="3155393" y="3108900"/>
                  </a:lnTo>
                  <a:lnTo>
                    <a:pt x="3155519" y="3108900"/>
                  </a:lnTo>
                  <a:lnTo>
                    <a:pt x="3155645" y="3108900"/>
                  </a:lnTo>
                  <a:lnTo>
                    <a:pt x="3155771" y="3108900"/>
                  </a:lnTo>
                  <a:lnTo>
                    <a:pt x="3155898" y="3108900"/>
                  </a:lnTo>
                  <a:lnTo>
                    <a:pt x="3156024" y="3108900"/>
                  </a:lnTo>
                  <a:lnTo>
                    <a:pt x="3156150" y="3108900"/>
                  </a:lnTo>
                  <a:lnTo>
                    <a:pt x="3156276" y="3108900"/>
                  </a:lnTo>
                  <a:lnTo>
                    <a:pt x="3156403" y="3108900"/>
                  </a:lnTo>
                  <a:lnTo>
                    <a:pt x="3156529" y="3108900"/>
                  </a:lnTo>
                  <a:lnTo>
                    <a:pt x="3156655" y="3108900"/>
                  </a:lnTo>
                  <a:lnTo>
                    <a:pt x="3156781" y="3108900"/>
                  </a:lnTo>
                  <a:lnTo>
                    <a:pt x="3156908" y="3108900"/>
                  </a:lnTo>
                  <a:lnTo>
                    <a:pt x="3157034" y="3108900"/>
                  </a:lnTo>
                  <a:lnTo>
                    <a:pt x="3157160" y="3108900"/>
                  </a:lnTo>
                  <a:lnTo>
                    <a:pt x="3157286" y="3108900"/>
                  </a:lnTo>
                  <a:lnTo>
                    <a:pt x="3157413" y="3108900"/>
                  </a:lnTo>
                  <a:lnTo>
                    <a:pt x="3157539" y="3108900"/>
                  </a:lnTo>
                  <a:lnTo>
                    <a:pt x="3157665" y="3108900"/>
                  </a:lnTo>
                  <a:lnTo>
                    <a:pt x="3157791" y="3108900"/>
                  </a:lnTo>
                  <a:lnTo>
                    <a:pt x="3157918" y="3108900"/>
                  </a:lnTo>
                  <a:lnTo>
                    <a:pt x="3158044" y="3108900"/>
                  </a:lnTo>
                  <a:lnTo>
                    <a:pt x="3158170" y="3108900"/>
                  </a:lnTo>
                  <a:lnTo>
                    <a:pt x="3158296" y="3108900"/>
                  </a:lnTo>
                  <a:lnTo>
                    <a:pt x="3158423" y="3108900"/>
                  </a:lnTo>
                  <a:lnTo>
                    <a:pt x="3158549" y="3108900"/>
                  </a:lnTo>
                  <a:lnTo>
                    <a:pt x="3158675" y="3108900"/>
                  </a:lnTo>
                  <a:lnTo>
                    <a:pt x="3158801" y="3108900"/>
                  </a:lnTo>
                  <a:lnTo>
                    <a:pt x="3158928" y="3108900"/>
                  </a:lnTo>
                  <a:lnTo>
                    <a:pt x="3159054" y="3108900"/>
                  </a:lnTo>
                  <a:lnTo>
                    <a:pt x="3159180" y="3108900"/>
                  </a:lnTo>
                  <a:lnTo>
                    <a:pt x="3159306" y="3108900"/>
                  </a:lnTo>
                  <a:lnTo>
                    <a:pt x="3159433" y="3108900"/>
                  </a:lnTo>
                  <a:lnTo>
                    <a:pt x="3159559" y="3108900"/>
                  </a:lnTo>
                  <a:lnTo>
                    <a:pt x="3159685" y="3108900"/>
                  </a:lnTo>
                  <a:lnTo>
                    <a:pt x="3159812" y="3108900"/>
                  </a:lnTo>
                  <a:lnTo>
                    <a:pt x="3159938" y="3108900"/>
                  </a:lnTo>
                  <a:lnTo>
                    <a:pt x="3160064" y="3108900"/>
                  </a:lnTo>
                  <a:lnTo>
                    <a:pt x="3160190" y="3108900"/>
                  </a:lnTo>
                  <a:lnTo>
                    <a:pt x="3160317" y="3108900"/>
                  </a:lnTo>
                  <a:lnTo>
                    <a:pt x="3160443" y="3108900"/>
                  </a:lnTo>
                  <a:lnTo>
                    <a:pt x="3160569" y="3108900"/>
                  </a:lnTo>
                  <a:lnTo>
                    <a:pt x="3160695" y="3108900"/>
                  </a:lnTo>
                  <a:lnTo>
                    <a:pt x="3160822" y="3108900"/>
                  </a:lnTo>
                  <a:lnTo>
                    <a:pt x="3160948" y="3108900"/>
                  </a:lnTo>
                  <a:lnTo>
                    <a:pt x="3161074" y="3108900"/>
                  </a:lnTo>
                  <a:lnTo>
                    <a:pt x="3161200" y="3108900"/>
                  </a:lnTo>
                  <a:lnTo>
                    <a:pt x="3161327" y="3108900"/>
                  </a:lnTo>
                  <a:lnTo>
                    <a:pt x="3161453" y="3108900"/>
                  </a:lnTo>
                  <a:lnTo>
                    <a:pt x="3161579" y="3108900"/>
                  </a:lnTo>
                  <a:lnTo>
                    <a:pt x="3161705" y="3108900"/>
                  </a:lnTo>
                  <a:lnTo>
                    <a:pt x="3161832" y="3108900"/>
                  </a:lnTo>
                  <a:lnTo>
                    <a:pt x="3161958" y="3108900"/>
                  </a:lnTo>
                  <a:lnTo>
                    <a:pt x="3162084" y="3108900"/>
                  </a:lnTo>
                  <a:lnTo>
                    <a:pt x="3162210" y="3108900"/>
                  </a:lnTo>
                  <a:lnTo>
                    <a:pt x="3162337" y="3108900"/>
                  </a:lnTo>
                  <a:lnTo>
                    <a:pt x="3162463" y="3108900"/>
                  </a:lnTo>
                  <a:lnTo>
                    <a:pt x="3162589" y="3108900"/>
                  </a:lnTo>
                  <a:lnTo>
                    <a:pt x="3162715" y="3108900"/>
                  </a:lnTo>
                  <a:lnTo>
                    <a:pt x="3162842" y="3108900"/>
                  </a:lnTo>
                  <a:lnTo>
                    <a:pt x="3162968" y="3108900"/>
                  </a:lnTo>
                  <a:lnTo>
                    <a:pt x="3163094" y="3108900"/>
                  </a:lnTo>
                  <a:lnTo>
                    <a:pt x="3163220" y="3108900"/>
                  </a:lnTo>
                  <a:lnTo>
                    <a:pt x="3163347" y="3108900"/>
                  </a:lnTo>
                  <a:lnTo>
                    <a:pt x="3163473" y="3108900"/>
                  </a:lnTo>
                  <a:lnTo>
                    <a:pt x="3163599" y="3108900"/>
                  </a:lnTo>
                  <a:lnTo>
                    <a:pt x="3163725" y="3108900"/>
                  </a:lnTo>
                  <a:lnTo>
                    <a:pt x="3163852" y="3108900"/>
                  </a:lnTo>
                  <a:lnTo>
                    <a:pt x="3163852" y="3103988"/>
                  </a:lnTo>
                  <a:lnTo>
                    <a:pt x="3163978" y="3103988"/>
                  </a:lnTo>
                  <a:lnTo>
                    <a:pt x="3164104" y="3103988"/>
                  </a:lnTo>
                  <a:lnTo>
                    <a:pt x="3164230" y="3103988"/>
                  </a:lnTo>
                  <a:lnTo>
                    <a:pt x="3164357" y="3103988"/>
                  </a:lnTo>
                  <a:lnTo>
                    <a:pt x="3164483" y="3103988"/>
                  </a:lnTo>
                  <a:lnTo>
                    <a:pt x="3164609" y="3103988"/>
                  </a:lnTo>
                  <a:lnTo>
                    <a:pt x="3164735" y="3103988"/>
                  </a:lnTo>
                  <a:lnTo>
                    <a:pt x="3164735" y="3099077"/>
                  </a:lnTo>
                  <a:lnTo>
                    <a:pt x="3164862" y="3099077"/>
                  </a:lnTo>
                  <a:lnTo>
                    <a:pt x="3164988" y="3099077"/>
                  </a:lnTo>
                  <a:lnTo>
                    <a:pt x="3165114" y="3099077"/>
                  </a:lnTo>
                  <a:lnTo>
                    <a:pt x="3165241" y="3099077"/>
                  </a:lnTo>
                  <a:lnTo>
                    <a:pt x="3165367" y="3099077"/>
                  </a:lnTo>
                  <a:lnTo>
                    <a:pt x="3165493" y="3099077"/>
                  </a:lnTo>
                  <a:lnTo>
                    <a:pt x="3165493" y="3094166"/>
                  </a:lnTo>
                  <a:lnTo>
                    <a:pt x="3165619" y="3094166"/>
                  </a:lnTo>
                  <a:lnTo>
                    <a:pt x="3165746" y="3094166"/>
                  </a:lnTo>
                  <a:lnTo>
                    <a:pt x="3165872" y="3094166"/>
                  </a:lnTo>
                  <a:lnTo>
                    <a:pt x="3165998" y="3094166"/>
                  </a:lnTo>
                  <a:lnTo>
                    <a:pt x="3166124" y="3094166"/>
                  </a:lnTo>
                  <a:lnTo>
                    <a:pt x="3166251" y="3094166"/>
                  </a:lnTo>
                  <a:lnTo>
                    <a:pt x="3166377" y="3094166"/>
                  </a:lnTo>
                  <a:lnTo>
                    <a:pt x="3166503" y="3094166"/>
                  </a:lnTo>
                  <a:lnTo>
                    <a:pt x="3166629" y="3094166"/>
                  </a:lnTo>
                  <a:lnTo>
                    <a:pt x="3166756" y="3094166"/>
                  </a:lnTo>
                  <a:lnTo>
                    <a:pt x="3166882" y="3094166"/>
                  </a:lnTo>
                  <a:lnTo>
                    <a:pt x="3167008" y="3094166"/>
                  </a:lnTo>
                  <a:lnTo>
                    <a:pt x="3167134" y="3094166"/>
                  </a:lnTo>
                  <a:lnTo>
                    <a:pt x="3167261" y="3094166"/>
                  </a:lnTo>
                  <a:lnTo>
                    <a:pt x="3167387" y="3094166"/>
                  </a:lnTo>
                  <a:lnTo>
                    <a:pt x="3167513" y="3094166"/>
                  </a:lnTo>
                  <a:lnTo>
                    <a:pt x="3167639" y="3094166"/>
                  </a:lnTo>
                  <a:lnTo>
                    <a:pt x="3167766" y="3094166"/>
                  </a:lnTo>
                  <a:lnTo>
                    <a:pt x="3167892" y="3094166"/>
                  </a:lnTo>
                  <a:lnTo>
                    <a:pt x="3168018" y="3094166"/>
                  </a:lnTo>
                  <a:lnTo>
                    <a:pt x="3168144" y="3094166"/>
                  </a:lnTo>
                  <a:lnTo>
                    <a:pt x="3168271" y="3094166"/>
                  </a:lnTo>
                  <a:lnTo>
                    <a:pt x="3168397" y="3094166"/>
                  </a:lnTo>
                  <a:lnTo>
                    <a:pt x="3168523" y="3094166"/>
                  </a:lnTo>
                  <a:lnTo>
                    <a:pt x="3168649" y="3094166"/>
                  </a:lnTo>
                  <a:lnTo>
                    <a:pt x="3168776" y="3094166"/>
                  </a:lnTo>
                  <a:lnTo>
                    <a:pt x="3168902" y="3094166"/>
                  </a:lnTo>
                  <a:lnTo>
                    <a:pt x="3168902" y="3089254"/>
                  </a:lnTo>
                  <a:lnTo>
                    <a:pt x="3169028" y="3089254"/>
                  </a:lnTo>
                  <a:lnTo>
                    <a:pt x="3169154" y="3089254"/>
                  </a:lnTo>
                  <a:lnTo>
                    <a:pt x="3169281" y="3089254"/>
                  </a:lnTo>
                  <a:lnTo>
                    <a:pt x="3169407" y="3089254"/>
                  </a:lnTo>
                  <a:lnTo>
                    <a:pt x="3169533" y="3089254"/>
                  </a:lnTo>
                  <a:lnTo>
                    <a:pt x="3169659" y="3089254"/>
                  </a:lnTo>
                  <a:lnTo>
                    <a:pt x="3169786" y="3089254"/>
                  </a:lnTo>
                  <a:lnTo>
                    <a:pt x="3169912" y="3089254"/>
                  </a:lnTo>
                  <a:lnTo>
                    <a:pt x="3169912" y="3084343"/>
                  </a:lnTo>
                  <a:lnTo>
                    <a:pt x="3170038" y="3084343"/>
                  </a:lnTo>
                  <a:lnTo>
                    <a:pt x="3170165" y="3084343"/>
                  </a:lnTo>
                  <a:lnTo>
                    <a:pt x="3170291" y="3084343"/>
                  </a:lnTo>
                  <a:lnTo>
                    <a:pt x="3170417" y="3084343"/>
                  </a:lnTo>
                  <a:lnTo>
                    <a:pt x="3170543" y="3084343"/>
                  </a:lnTo>
                  <a:lnTo>
                    <a:pt x="3170670" y="3084343"/>
                  </a:lnTo>
                  <a:lnTo>
                    <a:pt x="3170796" y="3084343"/>
                  </a:lnTo>
                  <a:lnTo>
                    <a:pt x="3170922" y="3084343"/>
                  </a:lnTo>
                  <a:lnTo>
                    <a:pt x="3171048" y="3084343"/>
                  </a:lnTo>
                  <a:lnTo>
                    <a:pt x="3171175" y="3084343"/>
                  </a:lnTo>
                  <a:lnTo>
                    <a:pt x="3171301" y="3084343"/>
                  </a:lnTo>
                  <a:lnTo>
                    <a:pt x="3171427" y="3084343"/>
                  </a:lnTo>
                  <a:lnTo>
                    <a:pt x="3171553" y="3084343"/>
                  </a:lnTo>
                  <a:lnTo>
                    <a:pt x="3171680" y="3084343"/>
                  </a:lnTo>
                  <a:lnTo>
                    <a:pt x="3171806" y="3084343"/>
                  </a:lnTo>
                  <a:lnTo>
                    <a:pt x="3171932" y="3084343"/>
                  </a:lnTo>
                  <a:lnTo>
                    <a:pt x="3172058" y="3084343"/>
                  </a:lnTo>
                  <a:lnTo>
                    <a:pt x="3172185" y="3084343"/>
                  </a:lnTo>
                  <a:lnTo>
                    <a:pt x="3172311" y="3084343"/>
                  </a:lnTo>
                  <a:lnTo>
                    <a:pt x="3172437" y="3084343"/>
                  </a:lnTo>
                  <a:lnTo>
                    <a:pt x="3172563" y="3084343"/>
                  </a:lnTo>
                  <a:lnTo>
                    <a:pt x="3172690" y="3084343"/>
                  </a:lnTo>
                  <a:lnTo>
                    <a:pt x="3172816" y="3084343"/>
                  </a:lnTo>
                  <a:lnTo>
                    <a:pt x="3172942" y="3084343"/>
                  </a:lnTo>
                  <a:lnTo>
                    <a:pt x="3173068" y="3084343"/>
                  </a:lnTo>
                  <a:lnTo>
                    <a:pt x="3173195" y="3084343"/>
                  </a:lnTo>
                  <a:lnTo>
                    <a:pt x="3173321" y="3084343"/>
                  </a:lnTo>
                  <a:lnTo>
                    <a:pt x="3173447" y="3084343"/>
                  </a:lnTo>
                  <a:lnTo>
                    <a:pt x="3173573" y="3084343"/>
                  </a:lnTo>
                  <a:lnTo>
                    <a:pt x="3173700" y="3084343"/>
                  </a:lnTo>
                  <a:lnTo>
                    <a:pt x="3173826" y="3084343"/>
                  </a:lnTo>
                  <a:lnTo>
                    <a:pt x="3173952" y="3084343"/>
                  </a:lnTo>
                  <a:lnTo>
                    <a:pt x="3174078" y="3084343"/>
                  </a:lnTo>
                  <a:lnTo>
                    <a:pt x="3174205" y="3084343"/>
                  </a:lnTo>
                  <a:lnTo>
                    <a:pt x="3174331" y="3084343"/>
                  </a:lnTo>
                  <a:lnTo>
                    <a:pt x="3174457" y="3084343"/>
                  </a:lnTo>
                  <a:lnTo>
                    <a:pt x="3174583" y="3084343"/>
                  </a:lnTo>
                  <a:lnTo>
                    <a:pt x="3174710" y="3084343"/>
                  </a:lnTo>
                  <a:lnTo>
                    <a:pt x="3174836" y="3084343"/>
                  </a:lnTo>
                  <a:lnTo>
                    <a:pt x="3174962" y="3084343"/>
                  </a:lnTo>
                  <a:lnTo>
                    <a:pt x="3175088" y="3084343"/>
                  </a:lnTo>
                  <a:lnTo>
                    <a:pt x="3175215" y="3084343"/>
                  </a:lnTo>
                  <a:lnTo>
                    <a:pt x="3175341" y="3084343"/>
                  </a:lnTo>
                  <a:lnTo>
                    <a:pt x="3175467" y="3084343"/>
                  </a:lnTo>
                  <a:lnTo>
                    <a:pt x="3175594" y="3084343"/>
                  </a:lnTo>
                  <a:lnTo>
                    <a:pt x="3175720" y="3084343"/>
                  </a:lnTo>
                  <a:lnTo>
                    <a:pt x="3175846" y="3084343"/>
                  </a:lnTo>
                  <a:lnTo>
                    <a:pt x="3175972" y="3084343"/>
                  </a:lnTo>
                  <a:lnTo>
                    <a:pt x="3176099" y="3084343"/>
                  </a:lnTo>
                  <a:lnTo>
                    <a:pt x="3176225" y="3084343"/>
                  </a:lnTo>
                  <a:lnTo>
                    <a:pt x="3176351" y="3084343"/>
                  </a:lnTo>
                  <a:lnTo>
                    <a:pt x="3176477" y="3084343"/>
                  </a:lnTo>
                  <a:lnTo>
                    <a:pt x="3176604" y="3084343"/>
                  </a:lnTo>
                  <a:lnTo>
                    <a:pt x="3176730" y="3084343"/>
                  </a:lnTo>
                  <a:lnTo>
                    <a:pt x="3176856" y="3084343"/>
                  </a:lnTo>
                  <a:lnTo>
                    <a:pt x="3176982" y="3084343"/>
                  </a:lnTo>
                  <a:lnTo>
                    <a:pt x="3177109" y="3084343"/>
                  </a:lnTo>
                  <a:lnTo>
                    <a:pt x="3177235" y="3084343"/>
                  </a:lnTo>
                  <a:lnTo>
                    <a:pt x="3177361" y="3084343"/>
                  </a:lnTo>
                  <a:lnTo>
                    <a:pt x="3177487" y="3084343"/>
                  </a:lnTo>
                  <a:lnTo>
                    <a:pt x="3177614" y="3084343"/>
                  </a:lnTo>
                  <a:lnTo>
                    <a:pt x="3177740" y="3084343"/>
                  </a:lnTo>
                  <a:lnTo>
                    <a:pt x="3177866" y="3084343"/>
                  </a:lnTo>
                  <a:lnTo>
                    <a:pt x="3177992" y="3084343"/>
                  </a:lnTo>
                  <a:lnTo>
                    <a:pt x="3178119" y="3084343"/>
                  </a:lnTo>
                  <a:lnTo>
                    <a:pt x="3178245" y="3084343"/>
                  </a:lnTo>
                  <a:lnTo>
                    <a:pt x="3178371" y="3084343"/>
                  </a:lnTo>
                  <a:lnTo>
                    <a:pt x="3178497" y="3084343"/>
                  </a:lnTo>
                  <a:lnTo>
                    <a:pt x="3178624" y="3084343"/>
                  </a:lnTo>
                  <a:lnTo>
                    <a:pt x="3178750" y="3084343"/>
                  </a:lnTo>
                  <a:lnTo>
                    <a:pt x="3178876" y="3084343"/>
                  </a:lnTo>
                  <a:lnTo>
                    <a:pt x="3179002" y="3084343"/>
                  </a:lnTo>
                  <a:lnTo>
                    <a:pt x="3179129" y="3084343"/>
                  </a:lnTo>
                  <a:lnTo>
                    <a:pt x="3179255" y="3084343"/>
                  </a:lnTo>
                  <a:lnTo>
                    <a:pt x="3179381" y="3084343"/>
                  </a:lnTo>
                  <a:lnTo>
                    <a:pt x="3179507" y="3084343"/>
                  </a:lnTo>
                  <a:lnTo>
                    <a:pt x="3179634" y="3084343"/>
                  </a:lnTo>
                  <a:lnTo>
                    <a:pt x="3179760" y="3084343"/>
                  </a:lnTo>
                  <a:lnTo>
                    <a:pt x="3179886" y="3084343"/>
                  </a:lnTo>
                  <a:lnTo>
                    <a:pt x="3180012" y="3084343"/>
                  </a:lnTo>
                  <a:lnTo>
                    <a:pt x="3180139" y="3084343"/>
                  </a:lnTo>
                  <a:lnTo>
                    <a:pt x="3180265" y="3084343"/>
                  </a:lnTo>
                  <a:lnTo>
                    <a:pt x="3180391" y="3084343"/>
                  </a:lnTo>
                  <a:lnTo>
                    <a:pt x="3180518" y="3084343"/>
                  </a:lnTo>
                  <a:lnTo>
                    <a:pt x="3180644" y="3084343"/>
                  </a:lnTo>
                  <a:lnTo>
                    <a:pt x="3180770" y="3084343"/>
                  </a:lnTo>
                  <a:lnTo>
                    <a:pt x="3180896" y="3084343"/>
                  </a:lnTo>
                  <a:lnTo>
                    <a:pt x="3181023" y="3084343"/>
                  </a:lnTo>
                  <a:lnTo>
                    <a:pt x="3181149" y="3084343"/>
                  </a:lnTo>
                  <a:lnTo>
                    <a:pt x="3181275" y="3084343"/>
                  </a:lnTo>
                  <a:lnTo>
                    <a:pt x="3181401" y="3084343"/>
                  </a:lnTo>
                  <a:lnTo>
                    <a:pt x="3181528" y="3084343"/>
                  </a:lnTo>
                  <a:lnTo>
                    <a:pt x="3181654" y="3084343"/>
                  </a:lnTo>
                  <a:lnTo>
                    <a:pt x="3181780" y="3084343"/>
                  </a:lnTo>
                  <a:lnTo>
                    <a:pt x="3181906" y="3084343"/>
                  </a:lnTo>
                  <a:lnTo>
                    <a:pt x="3182033" y="3084343"/>
                  </a:lnTo>
                  <a:lnTo>
                    <a:pt x="3182159" y="3084343"/>
                  </a:lnTo>
                  <a:lnTo>
                    <a:pt x="3182285" y="3084343"/>
                  </a:lnTo>
                  <a:lnTo>
                    <a:pt x="3182411" y="3084343"/>
                  </a:lnTo>
                  <a:lnTo>
                    <a:pt x="3182538" y="3084343"/>
                  </a:lnTo>
                  <a:lnTo>
                    <a:pt x="3182664" y="3084343"/>
                  </a:lnTo>
                  <a:lnTo>
                    <a:pt x="3182790" y="3084343"/>
                  </a:lnTo>
                  <a:lnTo>
                    <a:pt x="3182916" y="3084343"/>
                  </a:lnTo>
                  <a:lnTo>
                    <a:pt x="3183043" y="3084343"/>
                  </a:lnTo>
                  <a:lnTo>
                    <a:pt x="3183169" y="3084343"/>
                  </a:lnTo>
                  <a:lnTo>
                    <a:pt x="3183295" y="3084343"/>
                  </a:lnTo>
                  <a:lnTo>
                    <a:pt x="3183421" y="3084343"/>
                  </a:lnTo>
                  <a:lnTo>
                    <a:pt x="3183548" y="3084343"/>
                  </a:lnTo>
                  <a:lnTo>
                    <a:pt x="3183674" y="3084343"/>
                  </a:lnTo>
                  <a:lnTo>
                    <a:pt x="3183800" y="3084343"/>
                  </a:lnTo>
                  <a:lnTo>
                    <a:pt x="3183926" y="3084343"/>
                  </a:lnTo>
                  <a:lnTo>
                    <a:pt x="3184053" y="3084343"/>
                  </a:lnTo>
                  <a:lnTo>
                    <a:pt x="3184179" y="3084343"/>
                  </a:lnTo>
                  <a:lnTo>
                    <a:pt x="3184305" y="3084343"/>
                  </a:lnTo>
                  <a:lnTo>
                    <a:pt x="3184431" y="3084343"/>
                  </a:lnTo>
                  <a:lnTo>
                    <a:pt x="3184558" y="3084343"/>
                  </a:lnTo>
                  <a:lnTo>
                    <a:pt x="3184684" y="3084343"/>
                  </a:lnTo>
                  <a:lnTo>
                    <a:pt x="3184810" y="3084343"/>
                  </a:lnTo>
                  <a:lnTo>
                    <a:pt x="3184936" y="3084343"/>
                  </a:lnTo>
                  <a:lnTo>
                    <a:pt x="3185063" y="3084343"/>
                  </a:lnTo>
                  <a:lnTo>
                    <a:pt x="3185189" y="3084343"/>
                  </a:lnTo>
                  <a:lnTo>
                    <a:pt x="3185315" y="3084343"/>
                  </a:lnTo>
                  <a:lnTo>
                    <a:pt x="3185441" y="3084343"/>
                  </a:lnTo>
                  <a:lnTo>
                    <a:pt x="3185568" y="3084343"/>
                  </a:lnTo>
                  <a:lnTo>
                    <a:pt x="3185694" y="3084343"/>
                  </a:lnTo>
                  <a:lnTo>
                    <a:pt x="3185820" y="3084343"/>
                  </a:lnTo>
                  <a:lnTo>
                    <a:pt x="3185947" y="3084343"/>
                  </a:lnTo>
                  <a:lnTo>
                    <a:pt x="3186073" y="3084343"/>
                  </a:lnTo>
                  <a:lnTo>
                    <a:pt x="3186199" y="3084343"/>
                  </a:lnTo>
                  <a:lnTo>
                    <a:pt x="3186325" y="3084343"/>
                  </a:lnTo>
                  <a:lnTo>
                    <a:pt x="3186452" y="3084343"/>
                  </a:lnTo>
                  <a:lnTo>
                    <a:pt x="3186578" y="3084343"/>
                  </a:lnTo>
                  <a:lnTo>
                    <a:pt x="3186704" y="3084343"/>
                  </a:lnTo>
                  <a:lnTo>
                    <a:pt x="3186830" y="3084343"/>
                  </a:lnTo>
                  <a:lnTo>
                    <a:pt x="3186957" y="3084343"/>
                  </a:lnTo>
                  <a:lnTo>
                    <a:pt x="3187083" y="3084343"/>
                  </a:lnTo>
                  <a:lnTo>
                    <a:pt x="3187209" y="3084343"/>
                  </a:lnTo>
                  <a:lnTo>
                    <a:pt x="3187335" y="3084343"/>
                  </a:lnTo>
                  <a:lnTo>
                    <a:pt x="3187462" y="3084343"/>
                  </a:lnTo>
                  <a:lnTo>
                    <a:pt x="3187588" y="3084343"/>
                  </a:lnTo>
                  <a:lnTo>
                    <a:pt x="3187714" y="3084343"/>
                  </a:lnTo>
                  <a:lnTo>
                    <a:pt x="3187840" y="3084343"/>
                  </a:lnTo>
                  <a:lnTo>
                    <a:pt x="3187967" y="3084343"/>
                  </a:lnTo>
                  <a:lnTo>
                    <a:pt x="3188093" y="3084343"/>
                  </a:lnTo>
                  <a:lnTo>
                    <a:pt x="3188219" y="3084343"/>
                  </a:lnTo>
                  <a:lnTo>
                    <a:pt x="3188345" y="3084343"/>
                  </a:lnTo>
                  <a:lnTo>
                    <a:pt x="3188472" y="3084343"/>
                  </a:lnTo>
                  <a:lnTo>
                    <a:pt x="3188598" y="3084343"/>
                  </a:lnTo>
                  <a:lnTo>
                    <a:pt x="3188724" y="3084343"/>
                  </a:lnTo>
                  <a:lnTo>
                    <a:pt x="3188850" y="3084343"/>
                  </a:lnTo>
                  <a:lnTo>
                    <a:pt x="3188977" y="3084343"/>
                  </a:lnTo>
                  <a:lnTo>
                    <a:pt x="3189103" y="3084343"/>
                  </a:lnTo>
                  <a:lnTo>
                    <a:pt x="3189229" y="3084343"/>
                  </a:lnTo>
                  <a:lnTo>
                    <a:pt x="3189355" y="3084343"/>
                  </a:lnTo>
                  <a:lnTo>
                    <a:pt x="3189482" y="3084343"/>
                  </a:lnTo>
                  <a:lnTo>
                    <a:pt x="3189608" y="3084343"/>
                  </a:lnTo>
                  <a:lnTo>
                    <a:pt x="3189734" y="3084343"/>
                  </a:lnTo>
                  <a:lnTo>
                    <a:pt x="3189860" y="3084343"/>
                  </a:lnTo>
                  <a:lnTo>
                    <a:pt x="3189987" y="3084343"/>
                  </a:lnTo>
                  <a:lnTo>
                    <a:pt x="3190113" y="3084343"/>
                  </a:lnTo>
                  <a:lnTo>
                    <a:pt x="3190239" y="3084343"/>
                  </a:lnTo>
                  <a:lnTo>
                    <a:pt x="3190365" y="3084343"/>
                  </a:lnTo>
                  <a:lnTo>
                    <a:pt x="3190492" y="3084343"/>
                  </a:lnTo>
                  <a:lnTo>
                    <a:pt x="3190618" y="3084343"/>
                  </a:lnTo>
                  <a:lnTo>
                    <a:pt x="3190744" y="3084343"/>
                  </a:lnTo>
                  <a:lnTo>
                    <a:pt x="3190871" y="3084343"/>
                  </a:lnTo>
                  <a:lnTo>
                    <a:pt x="3190997" y="3084343"/>
                  </a:lnTo>
                  <a:lnTo>
                    <a:pt x="3191123" y="3084343"/>
                  </a:lnTo>
                  <a:lnTo>
                    <a:pt x="3191249" y="3084343"/>
                  </a:lnTo>
                  <a:lnTo>
                    <a:pt x="3191376" y="3084343"/>
                  </a:lnTo>
                  <a:lnTo>
                    <a:pt x="3191502" y="3084343"/>
                  </a:lnTo>
                  <a:lnTo>
                    <a:pt x="3191628" y="3084343"/>
                  </a:lnTo>
                  <a:lnTo>
                    <a:pt x="3191754" y="3084343"/>
                  </a:lnTo>
                  <a:lnTo>
                    <a:pt x="3191881" y="3084343"/>
                  </a:lnTo>
                  <a:lnTo>
                    <a:pt x="3192007" y="3084343"/>
                  </a:lnTo>
                  <a:lnTo>
                    <a:pt x="3192133" y="3084343"/>
                  </a:lnTo>
                  <a:lnTo>
                    <a:pt x="3192259" y="3084343"/>
                  </a:lnTo>
                  <a:lnTo>
                    <a:pt x="3192259" y="3079432"/>
                  </a:lnTo>
                  <a:lnTo>
                    <a:pt x="3192386" y="3079432"/>
                  </a:lnTo>
                  <a:lnTo>
                    <a:pt x="3192512" y="3079432"/>
                  </a:lnTo>
                  <a:lnTo>
                    <a:pt x="3192638" y="3079432"/>
                  </a:lnTo>
                  <a:lnTo>
                    <a:pt x="3192764" y="3079432"/>
                  </a:lnTo>
                  <a:lnTo>
                    <a:pt x="3192891" y="3079432"/>
                  </a:lnTo>
                  <a:lnTo>
                    <a:pt x="3193017" y="3079432"/>
                  </a:lnTo>
                  <a:lnTo>
                    <a:pt x="3193143" y="3079432"/>
                  </a:lnTo>
                  <a:lnTo>
                    <a:pt x="3193269" y="3079432"/>
                  </a:lnTo>
                  <a:lnTo>
                    <a:pt x="3193396" y="3079432"/>
                  </a:lnTo>
                  <a:lnTo>
                    <a:pt x="3193522" y="3079432"/>
                  </a:lnTo>
                  <a:lnTo>
                    <a:pt x="3193648" y="3079432"/>
                  </a:lnTo>
                  <a:lnTo>
                    <a:pt x="3193774" y="3079432"/>
                  </a:lnTo>
                  <a:lnTo>
                    <a:pt x="3193901" y="3079432"/>
                  </a:lnTo>
                  <a:lnTo>
                    <a:pt x="3194027" y="3079432"/>
                  </a:lnTo>
                  <a:lnTo>
                    <a:pt x="3194153" y="3079432"/>
                  </a:lnTo>
                  <a:lnTo>
                    <a:pt x="3194279" y="3079432"/>
                  </a:lnTo>
                  <a:lnTo>
                    <a:pt x="3194406" y="3079432"/>
                  </a:lnTo>
                  <a:lnTo>
                    <a:pt x="3194532" y="3079432"/>
                  </a:lnTo>
                  <a:lnTo>
                    <a:pt x="3194658" y="3079432"/>
                  </a:lnTo>
                  <a:lnTo>
                    <a:pt x="3194784" y="3079432"/>
                  </a:lnTo>
                  <a:lnTo>
                    <a:pt x="3194911" y="3079432"/>
                  </a:lnTo>
                  <a:lnTo>
                    <a:pt x="3195037" y="3079432"/>
                  </a:lnTo>
                  <a:lnTo>
                    <a:pt x="3195163" y="3079432"/>
                  </a:lnTo>
                  <a:lnTo>
                    <a:pt x="3195289" y="3079432"/>
                  </a:lnTo>
                  <a:lnTo>
                    <a:pt x="3195416" y="3079432"/>
                  </a:lnTo>
                  <a:lnTo>
                    <a:pt x="3195542" y="3079432"/>
                  </a:lnTo>
                  <a:lnTo>
                    <a:pt x="3195542" y="3074520"/>
                  </a:lnTo>
                  <a:lnTo>
                    <a:pt x="3195668" y="3074520"/>
                  </a:lnTo>
                  <a:lnTo>
                    <a:pt x="3195794" y="3074520"/>
                  </a:lnTo>
                  <a:lnTo>
                    <a:pt x="3195921" y="3074520"/>
                  </a:lnTo>
                  <a:lnTo>
                    <a:pt x="3196047" y="3074520"/>
                  </a:lnTo>
                  <a:lnTo>
                    <a:pt x="3196173" y="3074520"/>
                  </a:lnTo>
                  <a:lnTo>
                    <a:pt x="3196300" y="3074520"/>
                  </a:lnTo>
                  <a:lnTo>
                    <a:pt x="3196426" y="3074520"/>
                  </a:lnTo>
                  <a:lnTo>
                    <a:pt x="3196552" y="3074520"/>
                  </a:lnTo>
                  <a:lnTo>
                    <a:pt x="3196678" y="3074520"/>
                  </a:lnTo>
                  <a:lnTo>
                    <a:pt x="3196805" y="3074520"/>
                  </a:lnTo>
                  <a:lnTo>
                    <a:pt x="3196931" y="3074520"/>
                  </a:lnTo>
                  <a:lnTo>
                    <a:pt x="3197057" y="3074520"/>
                  </a:lnTo>
                  <a:lnTo>
                    <a:pt x="3197183" y="3074520"/>
                  </a:lnTo>
                  <a:lnTo>
                    <a:pt x="3197310" y="3074520"/>
                  </a:lnTo>
                  <a:lnTo>
                    <a:pt x="3197436" y="3074520"/>
                  </a:lnTo>
                  <a:lnTo>
                    <a:pt x="3197562" y="3074520"/>
                  </a:lnTo>
                  <a:lnTo>
                    <a:pt x="3197688" y="3074520"/>
                  </a:lnTo>
                  <a:lnTo>
                    <a:pt x="3197815" y="3074520"/>
                  </a:lnTo>
                  <a:lnTo>
                    <a:pt x="3197941" y="3074520"/>
                  </a:lnTo>
                  <a:lnTo>
                    <a:pt x="3198067" y="3074520"/>
                  </a:lnTo>
                  <a:lnTo>
                    <a:pt x="3198193" y="3074520"/>
                  </a:lnTo>
                  <a:lnTo>
                    <a:pt x="3198320" y="3074520"/>
                  </a:lnTo>
                  <a:lnTo>
                    <a:pt x="3198446" y="3074520"/>
                  </a:lnTo>
                  <a:lnTo>
                    <a:pt x="3198572" y="3074520"/>
                  </a:lnTo>
                  <a:lnTo>
                    <a:pt x="3198698" y="3074520"/>
                  </a:lnTo>
                  <a:lnTo>
                    <a:pt x="3198825" y="3074520"/>
                  </a:lnTo>
                  <a:lnTo>
                    <a:pt x="3198951" y="3074520"/>
                  </a:lnTo>
                  <a:lnTo>
                    <a:pt x="3199077" y="3074520"/>
                  </a:lnTo>
                  <a:lnTo>
                    <a:pt x="3199203" y="3074520"/>
                  </a:lnTo>
                  <a:lnTo>
                    <a:pt x="3199330" y="3074520"/>
                  </a:lnTo>
                  <a:lnTo>
                    <a:pt x="3199456" y="3074520"/>
                  </a:lnTo>
                  <a:lnTo>
                    <a:pt x="3199582" y="3074520"/>
                  </a:lnTo>
                  <a:lnTo>
                    <a:pt x="3199708" y="3074520"/>
                  </a:lnTo>
                  <a:lnTo>
                    <a:pt x="3199835" y="3074520"/>
                  </a:lnTo>
                  <a:lnTo>
                    <a:pt x="3199961" y="3074520"/>
                  </a:lnTo>
                  <a:lnTo>
                    <a:pt x="3199961" y="3069609"/>
                  </a:lnTo>
                  <a:lnTo>
                    <a:pt x="3200087" y="3069609"/>
                  </a:lnTo>
                  <a:lnTo>
                    <a:pt x="3200213" y="3069609"/>
                  </a:lnTo>
                  <a:lnTo>
                    <a:pt x="3200340" y="3069609"/>
                  </a:lnTo>
                  <a:lnTo>
                    <a:pt x="3200466" y="3069609"/>
                  </a:lnTo>
                  <a:lnTo>
                    <a:pt x="3200592" y="3069609"/>
                  </a:lnTo>
                  <a:lnTo>
                    <a:pt x="3200718" y="3069609"/>
                  </a:lnTo>
                  <a:lnTo>
                    <a:pt x="3200845" y="3069609"/>
                  </a:lnTo>
                  <a:lnTo>
                    <a:pt x="3200971" y="3069609"/>
                  </a:lnTo>
                  <a:lnTo>
                    <a:pt x="3201097" y="3069609"/>
                  </a:lnTo>
                  <a:lnTo>
                    <a:pt x="3201224" y="3069609"/>
                  </a:lnTo>
                  <a:lnTo>
                    <a:pt x="3201224" y="3064697"/>
                  </a:lnTo>
                  <a:lnTo>
                    <a:pt x="3201350" y="3064697"/>
                  </a:lnTo>
                  <a:lnTo>
                    <a:pt x="3201476" y="3064697"/>
                  </a:lnTo>
                  <a:lnTo>
                    <a:pt x="3201602" y="3064697"/>
                  </a:lnTo>
                  <a:lnTo>
                    <a:pt x="3201729" y="3064697"/>
                  </a:lnTo>
                  <a:lnTo>
                    <a:pt x="3201855" y="3064697"/>
                  </a:lnTo>
                  <a:lnTo>
                    <a:pt x="3201981" y="3064697"/>
                  </a:lnTo>
                  <a:lnTo>
                    <a:pt x="3202107" y="3064697"/>
                  </a:lnTo>
                  <a:lnTo>
                    <a:pt x="3202107" y="3059786"/>
                  </a:lnTo>
                  <a:lnTo>
                    <a:pt x="3202234" y="3059786"/>
                  </a:lnTo>
                  <a:lnTo>
                    <a:pt x="3202234" y="3054875"/>
                  </a:lnTo>
                  <a:lnTo>
                    <a:pt x="3202360" y="3054875"/>
                  </a:lnTo>
                  <a:lnTo>
                    <a:pt x="3202486" y="3054875"/>
                  </a:lnTo>
                  <a:lnTo>
                    <a:pt x="3202612" y="3054875"/>
                  </a:lnTo>
                  <a:lnTo>
                    <a:pt x="3202739" y="3054875"/>
                  </a:lnTo>
                  <a:lnTo>
                    <a:pt x="3202865" y="3054875"/>
                  </a:lnTo>
                  <a:lnTo>
                    <a:pt x="3202991" y="3054875"/>
                  </a:lnTo>
                  <a:lnTo>
                    <a:pt x="3203117" y="3054875"/>
                  </a:lnTo>
                  <a:lnTo>
                    <a:pt x="3203244" y="3054875"/>
                  </a:lnTo>
                  <a:lnTo>
                    <a:pt x="3203370" y="3054875"/>
                  </a:lnTo>
                  <a:lnTo>
                    <a:pt x="3203496" y="3054875"/>
                  </a:lnTo>
                  <a:lnTo>
                    <a:pt x="3203622" y="3054875"/>
                  </a:lnTo>
                  <a:lnTo>
                    <a:pt x="3203749" y="3054875"/>
                  </a:lnTo>
                  <a:lnTo>
                    <a:pt x="3203875" y="3054875"/>
                  </a:lnTo>
                  <a:lnTo>
                    <a:pt x="3204001" y="3054875"/>
                  </a:lnTo>
                  <a:lnTo>
                    <a:pt x="3204127" y="3054875"/>
                  </a:lnTo>
                  <a:lnTo>
                    <a:pt x="3204254" y="3054875"/>
                  </a:lnTo>
                  <a:lnTo>
                    <a:pt x="3204380" y="3054875"/>
                  </a:lnTo>
                  <a:lnTo>
                    <a:pt x="3204506" y="3054875"/>
                  </a:lnTo>
                  <a:lnTo>
                    <a:pt x="3204632" y="3054875"/>
                  </a:lnTo>
                  <a:lnTo>
                    <a:pt x="3204759" y="3054875"/>
                  </a:lnTo>
                  <a:lnTo>
                    <a:pt x="3204885" y="3054875"/>
                  </a:lnTo>
                  <a:lnTo>
                    <a:pt x="3205011" y="3054875"/>
                  </a:lnTo>
                  <a:lnTo>
                    <a:pt x="3205137" y="3054875"/>
                  </a:lnTo>
                  <a:lnTo>
                    <a:pt x="3205264" y="3054875"/>
                  </a:lnTo>
                  <a:lnTo>
                    <a:pt x="3205390" y="3054875"/>
                  </a:lnTo>
                  <a:lnTo>
                    <a:pt x="3205390" y="3049963"/>
                  </a:lnTo>
                  <a:lnTo>
                    <a:pt x="3205516" y="3049963"/>
                  </a:lnTo>
                  <a:lnTo>
                    <a:pt x="3205642" y="3049963"/>
                  </a:lnTo>
                  <a:lnTo>
                    <a:pt x="3205769" y="3049963"/>
                  </a:lnTo>
                  <a:lnTo>
                    <a:pt x="3205895" y="3049963"/>
                  </a:lnTo>
                  <a:lnTo>
                    <a:pt x="3206021" y="3049963"/>
                  </a:lnTo>
                  <a:lnTo>
                    <a:pt x="3206147" y="3049963"/>
                  </a:lnTo>
                  <a:lnTo>
                    <a:pt x="3206274" y="3049963"/>
                  </a:lnTo>
                  <a:lnTo>
                    <a:pt x="3206400" y="3049963"/>
                  </a:lnTo>
                  <a:lnTo>
                    <a:pt x="3206526" y="3049963"/>
                  </a:lnTo>
                  <a:lnTo>
                    <a:pt x="3206653" y="3049963"/>
                  </a:lnTo>
                  <a:lnTo>
                    <a:pt x="3206779" y="3049963"/>
                  </a:lnTo>
                  <a:lnTo>
                    <a:pt x="3206905" y="3049963"/>
                  </a:lnTo>
                  <a:lnTo>
                    <a:pt x="3207031" y="3049963"/>
                  </a:lnTo>
                  <a:lnTo>
                    <a:pt x="3207158" y="3049963"/>
                  </a:lnTo>
                  <a:lnTo>
                    <a:pt x="3207284" y="3049963"/>
                  </a:lnTo>
                  <a:lnTo>
                    <a:pt x="3207410" y="3049963"/>
                  </a:lnTo>
                  <a:lnTo>
                    <a:pt x="3207536" y="3049963"/>
                  </a:lnTo>
                  <a:lnTo>
                    <a:pt x="3207663" y="3049963"/>
                  </a:lnTo>
                  <a:lnTo>
                    <a:pt x="3207789" y="3049963"/>
                  </a:lnTo>
                  <a:lnTo>
                    <a:pt x="3207915" y="3049963"/>
                  </a:lnTo>
                  <a:lnTo>
                    <a:pt x="3208041" y="3049963"/>
                  </a:lnTo>
                  <a:lnTo>
                    <a:pt x="3208168" y="3049963"/>
                  </a:lnTo>
                  <a:lnTo>
                    <a:pt x="3208294" y="3049963"/>
                  </a:lnTo>
                  <a:lnTo>
                    <a:pt x="3208420" y="3049963"/>
                  </a:lnTo>
                  <a:lnTo>
                    <a:pt x="3208546" y="3049963"/>
                  </a:lnTo>
                  <a:lnTo>
                    <a:pt x="3208673" y="3049963"/>
                  </a:lnTo>
                  <a:lnTo>
                    <a:pt x="3208799" y="3049963"/>
                  </a:lnTo>
                  <a:lnTo>
                    <a:pt x="3208925" y="3049963"/>
                  </a:lnTo>
                  <a:lnTo>
                    <a:pt x="3209051" y="3049963"/>
                  </a:lnTo>
                  <a:lnTo>
                    <a:pt x="3209178" y="3049963"/>
                  </a:lnTo>
                  <a:lnTo>
                    <a:pt x="3209304" y="3049963"/>
                  </a:lnTo>
                  <a:lnTo>
                    <a:pt x="3209430" y="3049963"/>
                  </a:lnTo>
                  <a:lnTo>
                    <a:pt x="3209556" y="3049963"/>
                  </a:lnTo>
                  <a:lnTo>
                    <a:pt x="3209683" y="3049963"/>
                  </a:lnTo>
                  <a:lnTo>
                    <a:pt x="3209809" y="3049963"/>
                  </a:lnTo>
                  <a:lnTo>
                    <a:pt x="3209935" y="3049963"/>
                  </a:lnTo>
                  <a:lnTo>
                    <a:pt x="3210061" y="3049963"/>
                  </a:lnTo>
                  <a:lnTo>
                    <a:pt x="3210188" y="3049963"/>
                  </a:lnTo>
                  <a:lnTo>
                    <a:pt x="3210314" y="3049963"/>
                  </a:lnTo>
                  <a:lnTo>
                    <a:pt x="3210440" y="3049963"/>
                  </a:lnTo>
                  <a:lnTo>
                    <a:pt x="3210566" y="3049963"/>
                  </a:lnTo>
                  <a:lnTo>
                    <a:pt x="3210693" y="3049963"/>
                  </a:lnTo>
                  <a:lnTo>
                    <a:pt x="3210819" y="3049963"/>
                  </a:lnTo>
                  <a:lnTo>
                    <a:pt x="3210945" y="3049963"/>
                  </a:lnTo>
                  <a:lnTo>
                    <a:pt x="3211071" y="3049963"/>
                  </a:lnTo>
                  <a:lnTo>
                    <a:pt x="3211198" y="3049963"/>
                  </a:lnTo>
                  <a:lnTo>
                    <a:pt x="3211324" y="3049963"/>
                  </a:lnTo>
                  <a:lnTo>
                    <a:pt x="3211450" y="3049963"/>
                  </a:lnTo>
                  <a:lnTo>
                    <a:pt x="3211577" y="3049963"/>
                  </a:lnTo>
                  <a:lnTo>
                    <a:pt x="3211703" y="3049963"/>
                  </a:lnTo>
                  <a:lnTo>
                    <a:pt x="3211829" y="3049963"/>
                  </a:lnTo>
                  <a:lnTo>
                    <a:pt x="3211955" y="3049963"/>
                  </a:lnTo>
                  <a:lnTo>
                    <a:pt x="3212082" y="3049963"/>
                  </a:lnTo>
                  <a:lnTo>
                    <a:pt x="3212208" y="3049963"/>
                  </a:lnTo>
                  <a:lnTo>
                    <a:pt x="3212334" y="3049963"/>
                  </a:lnTo>
                  <a:lnTo>
                    <a:pt x="3212460" y="3049963"/>
                  </a:lnTo>
                  <a:lnTo>
                    <a:pt x="3212587" y="3049963"/>
                  </a:lnTo>
                  <a:lnTo>
                    <a:pt x="3212713" y="3049963"/>
                  </a:lnTo>
                  <a:lnTo>
                    <a:pt x="3212713" y="3045052"/>
                  </a:lnTo>
                  <a:lnTo>
                    <a:pt x="3212839" y="3045052"/>
                  </a:lnTo>
                  <a:lnTo>
                    <a:pt x="3212965" y="3045052"/>
                  </a:lnTo>
                  <a:lnTo>
                    <a:pt x="3213092" y="3045052"/>
                  </a:lnTo>
                  <a:lnTo>
                    <a:pt x="3213218" y="3045052"/>
                  </a:lnTo>
                  <a:lnTo>
                    <a:pt x="3213344" y="3045052"/>
                  </a:lnTo>
                  <a:lnTo>
                    <a:pt x="3213470" y="3045052"/>
                  </a:lnTo>
                  <a:lnTo>
                    <a:pt x="3213597" y="3045052"/>
                  </a:lnTo>
                  <a:lnTo>
                    <a:pt x="3213723" y="3045052"/>
                  </a:lnTo>
                  <a:lnTo>
                    <a:pt x="3213849" y="3045052"/>
                  </a:lnTo>
                  <a:lnTo>
                    <a:pt x="3213975" y="3045052"/>
                  </a:lnTo>
                  <a:lnTo>
                    <a:pt x="3214102" y="3045052"/>
                  </a:lnTo>
                  <a:lnTo>
                    <a:pt x="3214228" y="3045052"/>
                  </a:lnTo>
                  <a:lnTo>
                    <a:pt x="3214354" y="3045052"/>
                  </a:lnTo>
                  <a:lnTo>
                    <a:pt x="3214480" y="3045052"/>
                  </a:lnTo>
                  <a:lnTo>
                    <a:pt x="3214607" y="3045052"/>
                  </a:lnTo>
                  <a:lnTo>
                    <a:pt x="3214733" y="3045052"/>
                  </a:lnTo>
                  <a:lnTo>
                    <a:pt x="3214859" y="3045052"/>
                  </a:lnTo>
                  <a:lnTo>
                    <a:pt x="3214985" y="3045052"/>
                  </a:lnTo>
                  <a:lnTo>
                    <a:pt x="3215112" y="3045052"/>
                  </a:lnTo>
                  <a:lnTo>
                    <a:pt x="3215238" y="3045052"/>
                  </a:lnTo>
                  <a:lnTo>
                    <a:pt x="3215364" y="3045052"/>
                  </a:lnTo>
                  <a:lnTo>
                    <a:pt x="3215490" y="3045052"/>
                  </a:lnTo>
                  <a:lnTo>
                    <a:pt x="3215617" y="3045052"/>
                  </a:lnTo>
                  <a:lnTo>
                    <a:pt x="3215743" y="3045052"/>
                  </a:lnTo>
                  <a:lnTo>
                    <a:pt x="3215869" y="3045052"/>
                  </a:lnTo>
                  <a:lnTo>
                    <a:pt x="3215995" y="3045052"/>
                  </a:lnTo>
                  <a:lnTo>
                    <a:pt x="3216122" y="3045052"/>
                  </a:lnTo>
                  <a:lnTo>
                    <a:pt x="3216248" y="3045052"/>
                  </a:lnTo>
                  <a:lnTo>
                    <a:pt x="3216374" y="3045052"/>
                  </a:lnTo>
                  <a:lnTo>
                    <a:pt x="3216501" y="3045052"/>
                  </a:lnTo>
                  <a:lnTo>
                    <a:pt x="3216627" y="3045052"/>
                  </a:lnTo>
                  <a:lnTo>
                    <a:pt x="3216753" y="3045052"/>
                  </a:lnTo>
                  <a:lnTo>
                    <a:pt x="3216879" y="3045052"/>
                  </a:lnTo>
                  <a:lnTo>
                    <a:pt x="3217006" y="3045052"/>
                  </a:lnTo>
                  <a:lnTo>
                    <a:pt x="3217132" y="3045052"/>
                  </a:lnTo>
                  <a:lnTo>
                    <a:pt x="3217258" y="3045052"/>
                  </a:lnTo>
                  <a:lnTo>
                    <a:pt x="3217384" y="3045052"/>
                  </a:lnTo>
                  <a:lnTo>
                    <a:pt x="3217511" y="3045052"/>
                  </a:lnTo>
                  <a:lnTo>
                    <a:pt x="3217637" y="3045052"/>
                  </a:lnTo>
                  <a:lnTo>
                    <a:pt x="3217763" y="3045052"/>
                  </a:lnTo>
                  <a:lnTo>
                    <a:pt x="3217889" y="3045052"/>
                  </a:lnTo>
                  <a:lnTo>
                    <a:pt x="3218016" y="3045052"/>
                  </a:lnTo>
                  <a:lnTo>
                    <a:pt x="3218142" y="3045052"/>
                  </a:lnTo>
                  <a:lnTo>
                    <a:pt x="3218268" y="3045052"/>
                  </a:lnTo>
                  <a:lnTo>
                    <a:pt x="3218394" y="3045052"/>
                  </a:lnTo>
                  <a:lnTo>
                    <a:pt x="3218521" y="3045052"/>
                  </a:lnTo>
                  <a:lnTo>
                    <a:pt x="3218647" y="3045052"/>
                  </a:lnTo>
                  <a:lnTo>
                    <a:pt x="3218773" y="3045052"/>
                  </a:lnTo>
                  <a:lnTo>
                    <a:pt x="3218899" y="3045052"/>
                  </a:lnTo>
                  <a:lnTo>
                    <a:pt x="3219026" y="3045052"/>
                  </a:lnTo>
                  <a:lnTo>
                    <a:pt x="3219152" y="3045052"/>
                  </a:lnTo>
                  <a:lnTo>
                    <a:pt x="3219278" y="3045052"/>
                  </a:lnTo>
                  <a:lnTo>
                    <a:pt x="3219404" y="3045052"/>
                  </a:lnTo>
                  <a:lnTo>
                    <a:pt x="3219531" y="3045052"/>
                  </a:lnTo>
                  <a:lnTo>
                    <a:pt x="3219657" y="3045052"/>
                  </a:lnTo>
                  <a:lnTo>
                    <a:pt x="3219783" y="3045052"/>
                  </a:lnTo>
                  <a:lnTo>
                    <a:pt x="3219909" y="3045052"/>
                  </a:lnTo>
                  <a:lnTo>
                    <a:pt x="3220036" y="3045052"/>
                  </a:lnTo>
                  <a:lnTo>
                    <a:pt x="3220162" y="3045052"/>
                  </a:lnTo>
                  <a:lnTo>
                    <a:pt x="3220288" y="3045052"/>
                  </a:lnTo>
                  <a:lnTo>
                    <a:pt x="3220414" y="3045052"/>
                  </a:lnTo>
                  <a:lnTo>
                    <a:pt x="3220541" y="3045052"/>
                  </a:lnTo>
                  <a:lnTo>
                    <a:pt x="3220667" y="3045052"/>
                  </a:lnTo>
                  <a:lnTo>
                    <a:pt x="3220793" y="3045052"/>
                  </a:lnTo>
                  <a:lnTo>
                    <a:pt x="3220919" y="3045052"/>
                  </a:lnTo>
                  <a:lnTo>
                    <a:pt x="3221046" y="3045052"/>
                  </a:lnTo>
                  <a:lnTo>
                    <a:pt x="3221172" y="3045052"/>
                  </a:lnTo>
                  <a:lnTo>
                    <a:pt x="3221298" y="3045052"/>
                  </a:lnTo>
                  <a:lnTo>
                    <a:pt x="3221424" y="3045052"/>
                  </a:lnTo>
                  <a:lnTo>
                    <a:pt x="3221551" y="3045052"/>
                  </a:lnTo>
                  <a:lnTo>
                    <a:pt x="3221677" y="3045052"/>
                  </a:lnTo>
                  <a:lnTo>
                    <a:pt x="3221803" y="3045052"/>
                  </a:lnTo>
                  <a:lnTo>
                    <a:pt x="3221930" y="3045052"/>
                  </a:lnTo>
                  <a:lnTo>
                    <a:pt x="3222056" y="3045052"/>
                  </a:lnTo>
                  <a:lnTo>
                    <a:pt x="3222182" y="3045052"/>
                  </a:lnTo>
                  <a:lnTo>
                    <a:pt x="3222308" y="3045052"/>
                  </a:lnTo>
                  <a:lnTo>
                    <a:pt x="3222435" y="3045052"/>
                  </a:lnTo>
                  <a:lnTo>
                    <a:pt x="3222561" y="3045052"/>
                  </a:lnTo>
                  <a:lnTo>
                    <a:pt x="3222687" y="3045052"/>
                  </a:lnTo>
                  <a:lnTo>
                    <a:pt x="3222813" y="3045052"/>
                  </a:lnTo>
                  <a:lnTo>
                    <a:pt x="3222940" y="3045052"/>
                  </a:lnTo>
                  <a:lnTo>
                    <a:pt x="3223066" y="3045052"/>
                  </a:lnTo>
                  <a:lnTo>
                    <a:pt x="3223192" y="3045052"/>
                  </a:lnTo>
                  <a:lnTo>
                    <a:pt x="3223318" y="3045052"/>
                  </a:lnTo>
                  <a:lnTo>
                    <a:pt x="3223445" y="3045052"/>
                  </a:lnTo>
                  <a:lnTo>
                    <a:pt x="3223571" y="3045052"/>
                  </a:lnTo>
                  <a:lnTo>
                    <a:pt x="3223697" y="3045052"/>
                  </a:lnTo>
                  <a:lnTo>
                    <a:pt x="3223823" y="3045052"/>
                  </a:lnTo>
                  <a:lnTo>
                    <a:pt x="3223950" y="3045052"/>
                  </a:lnTo>
                  <a:lnTo>
                    <a:pt x="3224076" y="3045052"/>
                  </a:lnTo>
                  <a:lnTo>
                    <a:pt x="3224202" y="3045052"/>
                  </a:lnTo>
                  <a:lnTo>
                    <a:pt x="3224328" y="3045052"/>
                  </a:lnTo>
                  <a:lnTo>
                    <a:pt x="3224455" y="3045052"/>
                  </a:lnTo>
                  <a:lnTo>
                    <a:pt x="3224581" y="3045052"/>
                  </a:lnTo>
                  <a:lnTo>
                    <a:pt x="3224707" y="3045052"/>
                  </a:lnTo>
                  <a:lnTo>
                    <a:pt x="3224833" y="3045052"/>
                  </a:lnTo>
                  <a:lnTo>
                    <a:pt x="3224960" y="3045052"/>
                  </a:lnTo>
                  <a:lnTo>
                    <a:pt x="3225086" y="3045052"/>
                  </a:lnTo>
                  <a:lnTo>
                    <a:pt x="3225212" y="3045052"/>
                  </a:lnTo>
                  <a:lnTo>
                    <a:pt x="3225338" y="3045052"/>
                  </a:lnTo>
                  <a:lnTo>
                    <a:pt x="3225465" y="3045052"/>
                  </a:lnTo>
                  <a:lnTo>
                    <a:pt x="3225591" y="3045052"/>
                  </a:lnTo>
                  <a:lnTo>
                    <a:pt x="3225717" y="3045052"/>
                  </a:lnTo>
                  <a:lnTo>
                    <a:pt x="3225843" y="3045052"/>
                  </a:lnTo>
                  <a:lnTo>
                    <a:pt x="3225970" y="3045052"/>
                  </a:lnTo>
                  <a:lnTo>
                    <a:pt x="3226096" y="3045052"/>
                  </a:lnTo>
                  <a:lnTo>
                    <a:pt x="3226222" y="3045052"/>
                  </a:lnTo>
                  <a:lnTo>
                    <a:pt x="3226348" y="3045052"/>
                  </a:lnTo>
                  <a:lnTo>
                    <a:pt x="3226475" y="3045052"/>
                  </a:lnTo>
                  <a:lnTo>
                    <a:pt x="3226601" y="3045052"/>
                  </a:lnTo>
                  <a:lnTo>
                    <a:pt x="3226727" y="3045052"/>
                  </a:lnTo>
                  <a:lnTo>
                    <a:pt x="3226854" y="3045052"/>
                  </a:lnTo>
                  <a:lnTo>
                    <a:pt x="3226980" y="3045052"/>
                  </a:lnTo>
                  <a:lnTo>
                    <a:pt x="3227106" y="3045052"/>
                  </a:lnTo>
                  <a:lnTo>
                    <a:pt x="3227232" y="3045052"/>
                  </a:lnTo>
                  <a:lnTo>
                    <a:pt x="3227232" y="3040141"/>
                  </a:lnTo>
                  <a:lnTo>
                    <a:pt x="3227359" y="3040141"/>
                  </a:lnTo>
                  <a:lnTo>
                    <a:pt x="3227359" y="3035229"/>
                  </a:lnTo>
                  <a:lnTo>
                    <a:pt x="3227485" y="3035229"/>
                  </a:lnTo>
                  <a:lnTo>
                    <a:pt x="3227611" y="3035229"/>
                  </a:lnTo>
                  <a:lnTo>
                    <a:pt x="3227737" y="3035229"/>
                  </a:lnTo>
                  <a:lnTo>
                    <a:pt x="3227864" y="3035229"/>
                  </a:lnTo>
                  <a:lnTo>
                    <a:pt x="3227990" y="3035229"/>
                  </a:lnTo>
                  <a:lnTo>
                    <a:pt x="3228116" y="3035229"/>
                  </a:lnTo>
                  <a:lnTo>
                    <a:pt x="3228242" y="3035229"/>
                  </a:lnTo>
                  <a:lnTo>
                    <a:pt x="3228369" y="3035229"/>
                  </a:lnTo>
                  <a:lnTo>
                    <a:pt x="3228495" y="3035229"/>
                  </a:lnTo>
                  <a:lnTo>
                    <a:pt x="3228621" y="3035229"/>
                  </a:lnTo>
                  <a:lnTo>
                    <a:pt x="3228747" y="3035229"/>
                  </a:lnTo>
                  <a:lnTo>
                    <a:pt x="3228874" y="3035229"/>
                  </a:lnTo>
                  <a:lnTo>
                    <a:pt x="3229000" y="3035229"/>
                  </a:lnTo>
                  <a:lnTo>
                    <a:pt x="3229126" y="3035229"/>
                  </a:lnTo>
                  <a:lnTo>
                    <a:pt x="3229252" y="3035229"/>
                  </a:lnTo>
                  <a:lnTo>
                    <a:pt x="3229379" y="3035229"/>
                  </a:lnTo>
                  <a:lnTo>
                    <a:pt x="3229505" y="3035229"/>
                  </a:lnTo>
                  <a:lnTo>
                    <a:pt x="3229631" y="3035229"/>
                  </a:lnTo>
                  <a:lnTo>
                    <a:pt x="3229757" y="3035229"/>
                  </a:lnTo>
                  <a:lnTo>
                    <a:pt x="3229884" y="3035229"/>
                  </a:lnTo>
                  <a:lnTo>
                    <a:pt x="3230010" y="3035229"/>
                  </a:lnTo>
                  <a:lnTo>
                    <a:pt x="3230136" y="3035229"/>
                  </a:lnTo>
                  <a:lnTo>
                    <a:pt x="3230262" y="3035229"/>
                  </a:lnTo>
                  <a:lnTo>
                    <a:pt x="3230389" y="3035229"/>
                  </a:lnTo>
                  <a:lnTo>
                    <a:pt x="3230515" y="3035229"/>
                  </a:lnTo>
                  <a:lnTo>
                    <a:pt x="3230641" y="3035229"/>
                  </a:lnTo>
                  <a:lnTo>
                    <a:pt x="3230767" y="3035229"/>
                  </a:lnTo>
                  <a:lnTo>
                    <a:pt x="3230894" y="3035229"/>
                  </a:lnTo>
                  <a:lnTo>
                    <a:pt x="3231020" y="3035229"/>
                  </a:lnTo>
                  <a:lnTo>
                    <a:pt x="3231146" y="3035229"/>
                  </a:lnTo>
                  <a:lnTo>
                    <a:pt x="3231272" y="3035229"/>
                  </a:lnTo>
                  <a:lnTo>
                    <a:pt x="3231399" y="3035229"/>
                  </a:lnTo>
                  <a:lnTo>
                    <a:pt x="3231399" y="3030318"/>
                  </a:lnTo>
                  <a:lnTo>
                    <a:pt x="3231525" y="3030318"/>
                  </a:lnTo>
                  <a:lnTo>
                    <a:pt x="3231651" y="3030318"/>
                  </a:lnTo>
                  <a:lnTo>
                    <a:pt x="3231777" y="3030318"/>
                  </a:lnTo>
                  <a:lnTo>
                    <a:pt x="3231904" y="3030318"/>
                  </a:lnTo>
                  <a:lnTo>
                    <a:pt x="3232030" y="3030318"/>
                  </a:lnTo>
                  <a:lnTo>
                    <a:pt x="3232156" y="3030318"/>
                  </a:lnTo>
                  <a:lnTo>
                    <a:pt x="3232283" y="3030318"/>
                  </a:lnTo>
                  <a:lnTo>
                    <a:pt x="3232409" y="3030318"/>
                  </a:lnTo>
                  <a:lnTo>
                    <a:pt x="3232535" y="3030318"/>
                  </a:lnTo>
                  <a:lnTo>
                    <a:pt x="3232661" y="3030318"/>
                  </a:lnTo>
                  <a:lnTo>
                    <a:pt x="3232788" y="3030318"/>
                  </a:lnTo>
                  <a:lnTo>
                    <a:pt x="3232914" y="3030318"/>
                  </a:lnTo>
                  <a:lnTo>
                    <a:pt x="3233040" y="3030318"/>
                  </a:lnTo>
                  <a:lnTo>
                    <a:pt x="3233166" y="3030318"/>
                  </a:lnTo>
                  <a:lnTo>
                    <a:pt x="3233293" y="3030318"/>
                  </a:lnTo>
                  <a:lnTo>
                    <a:pt x="3233419" y="3030318"/>
                  </a:lnTo>
                  <a:lnTo>
                    <a:pt x="3233545" y="3030318"/>
                  </a:lnTo>
                  <a:lnTo>
                    <a:pt x="3233671" y="3030318"/>
                  </a:lnTo>
                  <a:lnTo>
                    <a:pt x="3233798" y="3030318"/>
                  </a:lnTo>
                  <a:lnTo>
                    <a:pt x="3233924" y="3030318"/>
                  </a:lnTo>
                  <a:lnTo>
                    <a:pt x="3234050" y="3030318"/>
                  </a:lnTo>
                  <a:lnTo>
                    <a:pt x="3234176" y="3030318"/>
                  </a:lnTo>
                  <a:lnTo>
                    <a:pt x="3234303" y="3030318"/>
                  </a:lnTo>
                  <a:lnTo>
                    <a:pt x="3234429" y="3030318"/>
                  </a:lnTo>
                  <a:lnTo>
                    <a:pt x="3234555" y="3030318"/>
                  </a:lnTo>
                  <a:lnTo>
                    <a:pt x="3234681" y="3030318"/>
                  </a:lnTo>
                  <a:lnTo>
                    <a:pt x="3234808" y="3030318"/>
                  </a:lnTo>
                  <a:lnTo>
                    <a:pt x="3234934" y="3030318"/>
                  </a:lnTo>
                  <a:lnTo>
                    <a:pt x="3235060" y="3030318"/>
                  </a:lnTo>
                  <a:lnTo>
                    <a:pt x="3235186" y="3030318"/>
                  </a:lnTo>
                  <a:lnTo>
                    <a:pt x="3235313" y="3030318"/>
                  </a:lnTo>
                  <a:lnTo>
                    <a:pt x="3235439" y="3030318"/>
                  </a:lnTo>
                  <a:lnTo>
                    <a:pt x="3235565" y="3030318"/>
                  </a:lnTo>
                  <a:lnTo>
                    <a:pt x="3235691" y="3030318"/>
                  </a:lnTo>
                  <a:lnTo>
                    <a:pt x="3235818" y="3030318"/>
                  </a:lnTo>
                  <a:lnTo>
                    <a:pt x="3235944" y="3030318"/>
                  </a:lnTo>
                  <a:lnTo>
                    <a:pt x="3236070" y="3030318"/>
                  </a:lnTo>
                  <a:lnTo>
                    <a:pt x="3236196" y="3030318"/>
                  </a:lnTo>
                  <a:lnTo>
                    <a:pt x="3236323" y="3030318"/>
                  </a:lnTo>
                  <a:lnTo>
                    <a:pt x="3236449" y="3030318"/>
                  </a:lnTo>
                  <a:lnTo>
                    <a:pt x="3236575" y="3030318"/>
                  </a:lnTo>
                  <a:lnTo>
                    <a:pt x="3236701" y="3030318"/>
                  </a:lnTo>
                  <a:lnTo>
                    <a:pt x="3236828" y="3030318"/>
                  </a:lnTo>
                  <a:lnTo>
                    <a:pt x="3236954" y="3030318"/>
                  </a:lnTo>
                  <a:lnTo>
                    <a:pt x="3237080" y="3030318"/>
                  </a:lnTo>
                  <a:lnTo>
                    <a:pt x="3237207" y="3030318"/>
                  </a:lnTo>
                  <a:lnTo>
                    <a:pt x="3237333" y="3030318"/>
                  </a:lnTo>
                  <a:lnTo>
                    <a:pt x="3237459" y="3030318"/>
                  </a:lnTo>
                  <a:lnTo>
                    <a:pt x="3237585" y="3030318"/>
                  </a:lnTo>
                  <a:lnTo>
                    <a:pt x="3237712" y="3030318"/>
                  </a:lnTo>
                  <a:lnTo>
                    <a:pt x="3237838" y="3030318"/>
                  </a:lnTo>
                  <a:lnTo>
                    <a:pt x="3237964" y="3030318"/>
                  </a:lnTo>
                  <a:lnTo>
                    <a:pt x="3238090" y="3030318"/>
                  </a:lnTo>
                  <a:lnTo>
                    <a:pt x="3238217" y="3030318"/>
                  </a:lnTo>
                  <a:lnTo>
                    <a:pt x="3238343" y="3030318"/>
                  </a:lnTo>
                  <a:lnTo>
                    <a:pt x="3238469" y="3030318"/>
                  </a:lnTo>
                  <a:lnTo>
                    <a:pt x="3238595" y="3030318"/>
                  </a:lnTo>
                  <a:lnTo>
                    <a:pt x="3238722" y="3030318"/>
                  </a:lnTo>
                  <a:lnTo>
                    <a:pt x="3238848" y="3030318"/>
                  </a:lnTo>
                  <a:lnTo>
                    <a:pt x="3238974" y="3030318"/>
                  </a:lnTo>
                  <a:lnTo>
                    <a:pt x="3239100" y="3030318"/>
                  </a:lnTo>
                  <a:lnTo>
                    <a:pt x="3239227" y="3030318"/>
                  </a:lnTo>
                  <a:lnTo>
                    <a:pt x="3239353" y="3030318"/>
                  </a:lnTo>
                  <a:lnTo>
                    <a:pt x="3239479" y="3030318"/>
                  </a:lnTo>
                  <a:lnTo>
                    <a:pt x="3239605" y="3030318"/>
                  </a:lnTo>
                  <a:lnTo>
                    <a:pt x="3239732" y="3030318"/>
                  </a:lnTo>
                  <a:lnTo>
                    <a:pt x="3239858" y="3030318"/>
                  </a:lnTo>
                  <a:lnTo>
                    <a:pt x="3239984" y="3030318"/>
                  </a:lnTo>
                  <a:lnTo>
                    <a:pt x="3240110" y="3030318"/>
                  </a:lnTo>
                  <a:lnTo>
                    <a:pt x="3240237" y="3030318"/>
                  </a:lnTo>
                  <a:lnTo>
                    <a:pt x="3240363" y="3030318"/>
                  </a:lnTo>
                  <a:lnTo>
                    <a:pt x="3240489" y="3030318"/>
                  </a:lnTo>
                  <a:lnTo>
                    <a:pt x="3240615" y="3030318"/>
                  </a:lnTo>
                  <a:lnTo>
                    <a:pt x="3240742" y="3030318"/>
                  </a:lnTo>
                  <a:lnTo>
                    <a:pt x="3240868" y="3030318"/>
                  </a:lnTo>
                  <a:lnTo>
                    <a:pt x="3240994" y="3030318"/>
                  </a:lnTo>
                  <a:lnTo>
                    <a:pt x="3241120" y="3030318"/>
                  </a:lnTo>
                  <a:lnTo>
                    <a:pt x="3241247" y="3030318"/>
                  </a:lnTo>
                  <a:lnTo>
                    <a:pt x="3241373" y="3030318"/>
                  </a:lnTo>
                  <a:lnTo>
                    <a:pt x="3241499" y="3030318"/>
                  </a:lnTo>
                  <a:lnTo>
                    <a:pt x="3241625" y="3030318"/>
                  </a:lnTo>
                  <a:lnTo>
                    <a:pt x="3241752" y="3030318"/>
                  </a:lnTo>
                  <a:lnTo>
                    <a:pt x="3241752" y="3025406"/>
                  </a:lnTo>
                  <a:lnTo>
                    <a:pt x="3241878" y="3025406"/>
                  </a:lnTo>
                  <a:lnTo>
                    <a:pt x="3242004" y="3025406"/>
                  </a:lnTo>
                  <a:lnTo>
                    <a:pt x="3242130" y="3025406"/>
                  </a:lnTo>
                  <a:lnTo>
                    <a:pt x="3242257" y="3025406"/>
                  </a:lnTo>
                  <a:lnTo>
                    <a:pt x="3242383" y="3025406"/>
                  </a:lnTo>
                  <a:lnTo>
                    <a:pt x="3242509" y="3025406"/>
                  </a:lnTo>
                  <a:lnTo>
                    <a:pt x="3242636" y="3025406"/>
                  </a:lnTo>
                  <a:lnTo>
                    <a:pt x="3242762" y="3025406"/>
                  </a:lnTo>
                  <a:lnTo>
                    <a:pt x="3242888" y="3025406"/>
                  </a:lnTo>
                  <a:lnTo>
                    <a:pt x="3243014" y="3025406"/>
                  </a:lnTo>
                  <a:lnTo>
                    <a:pt x="3243141" y="3025406"/>
                  </a:lnTo>
                  <a:lnTo>
                    <a:pt x="3243141" y="3020495"/>
                  </a:lnTo>
                  <a:lnTo>
                    <a:pt x="3243267" y="3020495"/>
                  </a:lnTo>
                  <a:lnTo>
                    <a:pt x="3243393" y="3020495"/>
                  </a:lnTo>
                  <a:lnTo>
                    <a:pt x="3243519" y="3020495"/>
                  </a:lnTo>
                  <a:lnTo>
                    <a:pt x="3243646" y="3020495"/>
                  </a:lnTo>
                  <a:lnTo>
                    <a:pt x="3243772" y="3020495"/>
                  </a:lnTo>
                  <a:lnTo>
                    <a:pt x="3243898" y="3020495"/>
                  </a:lnTo>
                  <a:lnTo>
                    <a:pt x="3244024" y="3020495"/>
                  </a:lnTo>
                  <a:lnTo>
                    <a:pt x="3244151" y="3020495"/>
                  </a:lnTo>
                  <a:lnTo>
                    <a:pt x="3244277" y="3020495"/>
                  </a:lnTo>
                  <a:lnTo>
                    <a:pt x="3244403" y="3020495"/>
                  </a:lnTo>
                  <a:lnTo>
                    <a:pt x="3244529" y="3020495"/>
                  </a:lnTo>
                  <a:lnTo>
                    <a:pt x="3244656" y="3020495"/>
                  </a:lnTo>
                  <a:lnTo>
                    <a:pt x="3244782" y="3020495"/>
                  </a:lnTo>
                  <a:lnTo>
                    <a:pt x="3244908" y="3020495"/>
                  </a:lnTo>
                  <a:lnTo>
                    <a:pt x="3245034" y="3020495"/>
                  </a:lnTo>
                  <a:lnTo>
                    <a:pt x="3245161" y="3020495"/>
                  </a:lnTo>
                  <a:lnTo>
                    <a:pt x="3245287" y="3020495"/>
                  </a:lnTo>
                  <a:lnTo>
                    <a:pt x="3245413" y="3020495"/>
                  </a:lnTo>
                  <a:lnTo>
                    <a:pt x="3245539" y="3020495"/>
                  </a:lnTo>
                  <a:lnTo>
                    <a:pt x="3245666" y="3020495"/>
                  </a:lnTo>
                  <a:lnTo>
                    <a:pt x="3245792" y="3020495"/>
                  </a:lnTo>
                  <a:lnTo>
                    <a:pt x="3245918" y="3020495"/>
                  </a:lnTo>
                  <a:lnTo>
                    <a:pt x="3246044" y="3020495"/>
                  </a:lnTo>
                  <a:lnTo>
                    <a:pt x="3246171" y="3020495"/>
                  </a:lnTo>
                  <a:lnTo>
                    <a:pt x="3246297" y="3020495"/>
                  </a:lnTo>
                  <a:lnTo>
                    <a:pt x="3246423" y="3020495"/>
                  </a:lnTo>
                  <a:lnTo>
                    <a:pt x="3246549" y="3020495"/>
                  </a:lnTo>
                  <a:lnTo>
                    <a:pt x="3246676" y="3020495"/>
                  </a:lnTo>
                  <a:lnTo>
                    <a:pt x="3246802" y="3020495"/>
                  </a:lnTo>
                  <a:lnTo>
                    <a:pt x="3246928" y="3020495"/>
                  </a:lnTo>
                  <a:lnTo>
                    <a:pt x="3247054" y="3020495"/>
                  </a:lnTo>
                  <a:lnTo>
                    <a:pt x="3247181" y="3020495"/>
                  </a:lnTo>
                  <a:lnTo>
                    <a:pt x="3247307" y="3020495"/>
                  </a:lnTo>
                  <a:lnTo>
                    <a:pt x="3247433" y="3020495"/>
                  </a:lnTo>
                  <a:lnTo>
                    <a:pt x="3247560" y="3020495"/>
                  </a:lnTo>
                  <a:lnTo>
                    <a:pt x="3247686" y="3020495"/>
                  </a:lnTo>
                  <a:lnTo>
                    <a:pt x="3247812" y="3020495"/>
                  </a:lnTo>
                  <a:lnTo>
                    <a:pt x="3247938" y="3020495"/>
                  </a:lnTo>
                  <a:lnTo>
                    <a:pt x="3248065" y="3020495"/>
                  </a:lnTo>
                  <a:lnTo>
                    <a:pt x="3248191" y="3020495"/>
                  </a:lnTo>
                  <a:lnTo>
                    <a:pt x="3248317" y="3020495"/>
                  </a:lnTo>
                  <a:lnTo>
                    <a:pt x="3248443" y="3020495"/>
                  </a:lnTo>
                  <a:lnTo>
                    <a:pt x="3248570" y="3020495"/>
                  </a:lnTo>
                  <a:lnTo>
                    <a:pt x="3248696" y="3020495"/>
                  </a:lnTo>
                  <a:lnTo>
                    <a:pt x="3248822" y="3020495"/>
                  </a:lnTo>
                  <a:lnTo>
                    <a:pt x="3248822" y="3015584"/>
                  </a:lnTo>
                  <a:lnTo>
                    <a:pt x="3248948" y="3015584"/>
                  </a:lnTo>
                  <a:lnTo>
                    <a:pt x="3249075" y="3015584"/>
                  </a:lnTo>
                  <a:lnTo>
                    <a:pt x="3249075" y="3010672"/>
                  </a:lnTo>
                  <a:lnTo>
                    <a:pt x="3249201" y="3010672"/>
                  </a:lnTo>
                  <a:lnTo>
                    <a:pt x="3249327" y="3010672"/>
                  </a:lnTo>
                  <a:lnTo>
                    <a:pt x="3249453" y="3010672"/>
                  </a:lnTo>
                  <a:lnTo>
                    <a:pt x="3249580" y="3010672"/>
                  </a:lnTo>
                  <a:lnTo>
                    <a:pt x="3249706" y="3010672"/>
                  </a:lnTo>
                  <a:lnTo>
                    <a:pt x="3249832" y="3010672"/>
                  </a:lnTo>
                  <a:lnTo>
                    <a:pt x="3249958" y="3010672"/>
                  </a:lnTo>
                  <a:lnTo>
                    <a:pt x="3250085" y="3010672"/>
                  </a:lnTo>
                  <a:lnTo>
                    <a:pt x="3250211" y="3010672"/>
                  </a:lnTo>
                  <a:lnTo>
                    <a:pt x="3250337" y="3010672"/>
                  </a:lnTo>
                  <a:lnTo>
                    <a:pt x="3250463" y="3010672"/>
                  </a:lnTo>
                  <a:lnTo>
                    <a:pt x="3250590" y="3010672"/>
                  </a:lnTo>
                  <a:lnTo>
                    <a:pt x="3250716" y="3010672"/>
                  </a:lnTo>
                  <a:lnTo>
                    <a:pt x="3250842" y="3010672"/>
                  </a:lnTo>
                  <a:lnTo>
                    <a:pt x="3250968" y="3010672"/>
                  </a:lnTo>
                  <a:lnTo>
                    <a:pt x="3251095" y="3010672"/>
                  </a:lnTo>
                  <a:lnTo>
                    <a:pt x="3251221" y="3010672"/>
                  </a:lnTo>
                  <a:lnTo>
                    <a:pt x="3251347" y="3010672"/>
                  </a:lnTo>
                  <a:lnTo>
                    <a:pt x="3251473" y="3010672"/>
                  </a:lnTo>
                  <a:lnTo>
                    <a:pt x="3251600" y="3010672"/>
                  </a:lnTo>
                  <a:lnTo>
                    <a:pt x="3251726" y="3010672"/>
                  </a:lnTo>
                  <a:lnTo>
                    <a:pt x="3251852" y="3010672"/>
                  </a:lnTo>
                  <a:lnTo>
                    <a:pt x="3251978" y="3010672"/>
                  </a:lnTo>
                  <a:lnTo>
                    <a:pt x="3252105" y="3010672"/>
                  </a:lnTo>
                  <a:lnTo>
                    <a:pt x="3252231" y="3010672"/>
                  </a:lnTo>
                  <a:lnTo>
                    <a:pt x="3252357" y="3010672"/>
                  </a:lnTo>
                  <a:lnTo>
                    <a:pt x="3252483" y="3010672"/>
                  </a:lnTo>
                  <a:lnTo>
                    <a:pt x="3252610" y="3010672"/>
                  </a:lnTo>
                  <a:lnTo>
                    <a:pt x="3252736" y="3010672"/>
                  </a:lnTo>
                  <a:lnTo>
                    <a:pt x="3252862" y="3010672"/>
                  </a:lnTo>
                  <a:lnTo>
                    <a:pt x="3252989" y="3010672"/>
                  </a:lnTo>
                  <a:lnTo>
                    <a:pt x="3253115" y="3010672"/>
                  </a:lnTo>
                  <a:lnTo>
                    <a:pt x="3253241" y="3010672"/>
                  </a:lnTo>
                  <a:lnTo>
                    <a:pt x="3253367" y="3010672"/>
                  </a:lnTo>
                  <a:lnTo>
                    <a:pt x="3253494" y="3010672"/>
                  </a:lnTo>
                  <a:lnTo>
                    <a:pt x="3253620" y="3010672"/>
                  </a:lnTo>
                  <a:lnTo>
                    <a:pt x="3253746" y="3010672"/>
                  </a:lnTo>
                  <a:lnTo>
                    <a:pt x="3253872" y="3010672"/>
                  </a:lnTo>
                  <a:lnTo>
                    <a:pt x="3253999" y="3010672"/>
                  </a:lnTo>
                  <a:lnTo>
                    <a:pt x="3254125" y="3010672"/>
                  </a:lnTo>
                  <a:lnTo>
                    <a:pt x="3254251" y="3010672"/>
                  </a:lnTo>
                  <a:lnTo>
                    <a:pt x="3254377" y="3010672"/>
                  </a:lnTo>
                  <a:lnTo>
                    <a:pt x="3254504" y="3010672"/>
                  </a:lnTo>
                  <a:lnTo>
                    <a:pt x="3254630" y="3010672"/>
                  </a:lnTo>
                  <a:lnTo>
                    <a:pt x="3254756" y="3010672"/>
                  </a:lnTo>
                  <a:lnTo>
                    <a:pt x="3254882" y="3010672"/>
                  </a:lnTo>
                  <a:lnTo>
                    <a:pt x="3255009" y="3010672"/>
                  </a:lnTo>
                  <a:lnTo>
                    <a:pt x="3255135" y="3010672"/>
                  </a:lnTo>
                  <a:lnTo>
                    <a:pt x="3255261" y="3010672"/>
                  </a:lnTo>
                  <a:lnTo>
                    <a:pt x="3255387" y="3010672"/>
                  </a:lnTo>
                  <a:lnTo>
                    <a:pt x="3255514" y="3010672"/>
                  </a:lnTo>
                  <a:lnTo>
                    <a:pt x="3255640" y="3010672"/>
                  </a:lnTo>
                  <a:lnTo>
                    <a:pt x="3255766" y="3010672"/>
                  </a:lnTo>
                  <a:lnTo>
                    <a:pt x="3255892" y="3010672"/>
                  </a:lnTo>
                  <a:lnTo>
                    <a:pt x="3256019" y="3010672"/>
                  </a:lnTo>
                  <a:lnTo>
                    <a:pt x="3256145" y="3010672"/>
                  </a:lnTo>
                  <a:lnTo>
                    <a:pt x="3256271" y="3010672"/>
                  </a:lnTo>
                  <a:lnTo>
                    <a:pt x="3256397" y="3010672"/>
                  </a:lnTo>
                  <a:lnTo>
                    <a:pt x="3256524" y="3010672"/>
                  </a:lnTo>
                  <a:lnTo>
                    <a:pt x="3256650" y="3010672"/>
                  </a:lnTo>
                  <a:lnTo>
                    <a:pt x="3256776" y="3010672"/>
                  </a:lnTo>
                  <a:lnTo>
                    <a:pt x="3256902" y="3010672"/>
                  </a:lnTo>
                  <a:lnTo>
                    <a:pt x="3257029" y="3010672"/>
                  </a:lnTo>
                  <a:lnTo>
                    <a:pt x="3257155" y="3010672"/>
                  </a:lnTo>
                  <a:lnTo>
                    <a:pt x="3257281" y="3010672"/>
                  </a:lnTo>
                  <a:lnTo>
                    <a:pt x="3257407" y="3010672"/>
                  </a:lnTo>
                  <a:lnTo>
                    <a:pt x="3257534" y="3010672"/>
                  </a:lnTo>
                  <a:lnTo>
                    <a:pt x="3257660" y="3010672"/>
                  </a:lnTo>
                  <a:lnTo>
                    <a:pt x="3257786" y="3010672"/>
                  </a:lnTo>
                  <a:lnTo>
                    <a:pt x="3257913" y="3010672"/>
                  </a:lnTo>
                  <a:lnTo>
                    <a:pt x="3258039" y="3010672"/>
                  </a:lnTo>
                  <a:lnTo>
                    <a:pt x="3258165" y="3010672"/>
                  </a:lnTo>
                  <a:lnTo>
                    <a:pt x="3258291" y="3010672"/>
                  </a:lnTo>
                  <a:lnTo>
                    <a:pt x="3258291" y="3005761"/>
                  </a:lnTo>
                  <a:lnTo>
                    <a:pt x="3258418" y="3005761"/>
                  </a:lnTo>
                  <a:lnTo>
                    <a:pt x="3258544" y="3005761"/>
                  </a:lnTo>
                  <a:lnTo>
                    <a:pt x="3258670" y="3005761"/>
                  </a:lnTo>
                  <a:lnTo>
                    <a:pt x="3258796" y="3005761"/>
                  </a:lnTo>
                  <a:lnTo>
                    <a:pt x="3258923" y="3005761"/>
                  </a:lnTo>
                  <a:lnTo>
                    <a:pt x="3259049" y="3005761"/>
                  </a:lnTo>
                  <a:lnTo>
                    <a:pt x="3259175" y="3005761"/>
                  </a:lnTo>
                  <a:lnTo>
                    <a:pt x="3259301" y="3005761"/>
                  </a:lnTo>
                  <a:lnTo>
                    <a:pt x="3259428" y="3005761"/>
                  </a:lnTo>
                  <a:lnTo>
                    <a:pt x="3259554" y="3005761"/>
                  </a:lnTo>
                  <a:lnTo>
                    <a:pt x="3259680" y="3005761"/>
                  </a:lnTo>
                  <a:lnTo>
                    <a:pt x="3259806" y="3005761"/>
                  </a:lnTo>
                  <a:lnTo>
                    <a:pt x="3259933" y="3005761"/>
                  </a:lnTo>
                  <a:lnTo>
                    <a:pt x="3260059" y="3005761"/>
                  </a:lnTo>
                  <a:lnTo>
                    <a:pt x="3260185" y="3005761"/>
                  </a:lnTo>
                  <a:lnTo>
                    <a:pt x="3260311" y="3005761"/>
                  </a:lnTo>
                  <a:lnTo>
                    <a:pt x="3260438" y="3005761"/>
                  </a:lnTo>
                  <a:lnTo>
                    <a:pt x="3260564" y="3005761"/>
                  </a:lnTo>
                  <a:lnTo>
                    <a:pt x="3260690" y="3005761"/>
                  </a:lnTo>
                  <a:lnTo>
                    <a:pt x="3260816" y="3005761"/>
                  </a:lnTo>
                  <a:lnTo>
                    <a:pt x="3260943" y="3005761"/>
                  </a:lnTo>
                  <a:lnTo>
                    <a:pt x="3261069" y="3005761"/>
                  </a:lnTo>
                  <a:lnTo>
                    <a:pt x="3261195" y="3005761"/>
                  </a:lnTo>
                  <a:lnTo>
                    <a:pt x="3261321" y="3005761"/>
                  </a:lnTo>
                  <a:lnTo>
                    <a:pt x="3261448" y="3005761"/>
                  </a:lnTo>
                  <a:lnTo>
                    <a:pt x="3261574" y="3005761"/>
                  </a:lnTo>
                  <a:lnTo>
                    <a:pt x="3261700" y="3005761"/>
                  </a:lnTo>
                  <a:lnTo>
                    <a:pt x="3261826" y="3005761"/>
                  </a:lnTo>
                  <a:lnTo>
                    <a:pt x="3261826" y="3000850"/>
                  </a:lnTo>
                  <a:lnTo>
                    <a:pt x="3261953" y="3000850"/>
                  </a:lnTo>
                  <a:lnTo>
                    <a:pt x="3262079" y="3000850"/>
                  </a:lnTo>
                  <a:lnTo>
                    <a:pt x="3262205" y="3000850"/>
                  </a:lnTo>
                  <a:lnTo>
                    <a:pt x="3262331" y="3000850"/>
                  </a:lnTo>
                  <a:lnTo>
                    <a:pt x="3262458" y="3000850"/>
                  </a:lnTo>
                  <a:lnTo>
                    <a:pt x="3262584" y="3000850"/>
                  </a:lnTo>
                  <a:lnTo>
                    <a:pt x="3262710" y="3000850"/>
                  </a:lnTo>
                  <a:lnTo>
                    <a:pt x="3262836" y="3000850"/>
                  </a:lnTo>
                  <a:lnTo>
                    <a:pt x="3262963" y="3000850"/>
                  </a:lnTo>
                  <a:lnTo>
                    <a:pt x="3263089" y="3000850"/>
                  </a:lnTo>
                  <a:lnTo>
                    <a:pt x="3263215" y="3000850"/>
                  </a:lnTo>
                  <a:lnTo>
                    <a:pt x="3263342" y="3000850"/>
                  </a:lnTo>
                  <a:lnTo>
                    <a:pt x="3263468" y="3000850"/>
                  </a:lnTo>
                  <a:lnTo>
                    <a:pt x="3263594" y="3000850"/>
                  </a:lnTo>
                  <a:lnTo>
                    <a:pt x="3263720" y="3000850"/>
                  </a:lnTo>
                  <a:lnTo>
                    <a:pt x="3263847" y="3000850"/>
                  </a:lnTo>
                  <a:lnTo>
                    <a:pt x="3263973" y="3000850"/>
                  </a:lnTo>
                  <a:lnTo>
                    <a:pt x="3264099" y="3000850"/>
                  </a:lnTo>
                  <a:lnTo>
                    <a:pt x="3264225" y="3000850"/>
                  </a:lnTo>
                  <a:lnTo>
                    <a:pt x="3264352" y="3000850"/>
                  </a:lnTo>
                  <a:lnTo>
                    <a:pt x="3264478" y="3000850"/>
                  </a:lnTo>
                  <a:lnTo>
                    <a:pt x="3264604" y="3000850"/>
                  </a:lnTo>
                  <a:lnTo>
                    <a:pt x="3264730" y="3000850"/>
                  </a:lnTo>
                  <a:lnTo>
                    <a:pt x="3264857" y="3000850"/>
                  </a:lnTo>
                  <a:lnTo>
                    <a:pt x="3264983" y="3000850"/>
                  </a:lnTo>
                  <a:lnTo>
                    <a:pt x="3265109" y="3000850"/>
                  </a:lnTo>
                  <a:lnTo>
                    <a:pt x="3265235" y="3000850"/>
                  </a:lnTo>
                  <a:lnTo>
                    <a:pt x="3265362" y="3000850"/>
                  </a:lnTo>
                  <a:lnTo>
                    <a:pt x="3265488" y="3000850"/>
                  </a:lnTo>
                  <a:lnTo>
                    <a:pt x="3265614" y="3000850"/>
                  </a:lnTo>
                  <a:lnTo>
                    <a:pt x="3265740" y="3000850"/>
                  </a:lnTo>
                  <a:lnTo>
                    <a:pt x="3265867" y="3000850"/>
                  </a:lnTo>
                  <a:lnTo>
                    <a:pt x="3265993" y="3000850"/>
                  </a:lnTo>
                  <a:lnTo>
                    <a:pt x="3266119" y="3000850"/>
                  </a:lnTo>
                  <a:lnTo>
                    <a:pt x="3266245" y="3000850"/>
                  </a:lnTo>
                  <a:lnTo>
                    <a:pt x="3266372" y="3000850"/>
                  </a:lnTo>
                  <a:lnTo>
                    <a:pt x="3266498" y="3000850"/>
                  </a:lnTo>
                  <a:lnTo>
                    <a:pt x="3266624" y="3000850"/>
                  </a:lnTo>
                  <a:lnTo>
                    <a:pt x="3266750" y="3000850"/>
                  </a:lnTo>
                  <a:lnTo>
                    <a:pt x="3266877" y="3000850"/>
                  </a:lnTo>
                  <a:lnTo>
                    <a:pt x="3267003" y="3000850"/>
                  </a:lnTo>
                  <a:lnTo>
                    <a:pt x="3267129" y="3000850"/>
                  </a:lnTo>
                  <a:lnTo>
                    <a:pt x="3267255" y="3000850"/>
                  </a:lnTo>
                  <a:lnTo>
                    <a:pt x="3267382" y="3000850"/>
                  </a:lnTo>
                  <a:lnTo>
                    <a:pt x="3267508" y="3000850"/>
                  </a:lnTo>
                  <a:lnTo>
                    <a:pt x="3267634" y="3000850"/>
                  </a:lnTo>
                  <a:lnTo>
                    <a:pt x="3267760" y="3000850"/>
                  </a:lnTo>
                  <a:lnTo>
                    <a:pt x="3267887" y="3000850"/>
                  </a:lnTo>
                  <a:lnTo>
                    <a:pt x="3268013" y="3000850"/>
                  </a:lnTo>
                  <a:lnTo>
                    <a:pt x="3268139" y="3000850"/>
                  </a:lnTo>
                  <a:lnTo>
                    <a:pt x="3268266" y="3000850"/>
                  </a:lnTo>
                  <a:lnTo>
                    <a:pt x="3268392" y="3000850"/>
                  </a:lnTo>
                  <a:lnTo>
                    <a:pt x="3268518" y="3000850"/>
                  </a:lnTo>
                  <a:lnTo>
                    <a:pt x="3268644" y="3000850"/>
                  </a:lnTo>
                  <a:lnTo>
                    <a:pt x="3268771" y="3000850"/>
                  </a:lnTo>
                  <a:lnTo>
                    <a:pt x="3268897" y="3000850"/>
                  </a:lnTo>
                  <a:lnTo>
                    <a:pt x="3269023" y="3000850"/>
                  </a:lnTo>
                  <a:lnTo>
                    <a:pt x="3269149" y="3000850"/>
                  </a:lnTo>
                  <a:lnTo>
                    <a:pt x="3269276" y="3000850"/>
                  </a:lnTo>
                  <a:lnTo>
                    <a:pt x="3269402" y="3000850"/>
                  </a:lnTo>
                  <a:lnTo>
                    <a:pt x="3269528" y="3000850"/>
                  </a:lnTo>
                  <a:lnTo>
                    <a:pt x="3269654" y="3000850"/>
                  </a:lnTo>
                  <a:lnTo>
                    <a:pt x="3269781" y="3000850"/>
                  </a:lnTo>
                  <a:lnTo>
                    <a:pt x="3269907" y="3000850"/>
                  </a:lnTo>
                  <a:lnTo>
                    <a:pt x="3270033" y="3000850"/>
                  </a:lnTo>
                  <a:lnTo>
                    <a:pt x="3270159" y="3000850"/>
                  </a:lnTo>
                  <a:lnTo>
                    <a:pt x="3270286" y="3000850"/>
                  </a:lnTo>
                  <a:lnTo>
                    <a:pt x="3270412" y="3000850"/>
                  </a:lnTo>
                  <a:lnTo>
                    <a:pt x="3270538" y="3000850"/>
                  </a:lnTo>
                  <a:lnTo>
                    <a:pt x="3270664" y="3000850"/>
                  </a:lnTo>
                  <a:lnTo>
                    <a:pt x="3270791" y="3000850"/>
                  </a:lnTo>
                  <a:lnTo>
                    <a:pt x="3270917" y="3000850"/>
                  </a:lnTo>
                  <a:lnTo>
                    <a:pt x="3271043" y="3000850"/>
                  </a:lnTo>
                  <a:lnTo>
                    <a:pt x="3271169" y="3000850"/>
                  </a:lnTo>
                  <a:lnTo>
                    <a:pt x="3271296" y="3000850"/>
                  </a:lnTo>
                  <a:lnTo>
                    <a:pt x="3271422" y="3000850"/>
                  </a:lnTo>
                  <a:lnTo>
                    <a:pt x="3271548" y="3000850"/>
                  </a:lnTo>
                  <a:lnTo>
                    <a:pt x="3271674" y="3000850"/>
                  </a:lnTo>
                  <a:lnTo>
                    <a:pt x="3271801" y="3000850"/>
                  </a:lnTo>
                  <a:lnTo>
                    <a:pt x="3271927" y="3000850"/>
                  </a:lnTo>
                  <a:lnTo>
                    <a:pt x="3272053" y="3000850"/>
                  </a:lnTo>
                  <a:lnTo>
                    <a:pt x="3272179" y="3000850"/>
                  </a:lnTo>
                  <a:lnTo>
                    <a:pt x="3272306" y="3000850"/>
                  </a:lnTo>
                  <a:lnTo>
                    <a:pt x="3272432" y="3000850"/>
                  </a:lnTo>
                  <a:lnTo>
                    <a:pt x="3272558" y="3000850"/>
                  </a:lnTo>
                  <a:lnTo>
                    <a:pt x="3272684" y="3000850"/>
                  </a:lnTo>
                  <a:lnTo>
                    <a:pt x="3272811" y="3000850"/>
                  </a:lnTo>
                  <a:lnTo>
                    <a:pt x="3272937" y="3000850"/>
                  </a:lnTo>
                  <a:lnTo>
                    <a:pt x="3273063" y="3000850"/>
                  </a:lnTo>
                  <a:lnTo>
                    <a:pt x="3273190" y="3000850"/>
                  </a:lnTo>
                  <a:lnTo>
                    <a:pt x="3273316" y="3000850"/>
                  </a:lnTo>
                  <a:lnTo>
                    <a:pt x="3273442" y="3000850"/>
                  </a:lnTo>
                  <a:lnTo>
                    <a:pt x="3273568" y="3000850"/>
                  </a:lnTo>
                  <a:lnTo>
                    <a:pt x="3273695" y="3000850"/>
                  </a:lnTo>
                  <a:lnTo>
                    <a:pt x="3273821" y="3000850"/>
                  </a:lnTo>
                  <a:lnTo>
                    <a:pt x="3273947" y="3000850"/>
                  </a:lnTo>
                  <a:lnTo>
                    <a:pt x="3274073" y="3000850"/>
                  </a:lnTo>
                  <a:lnTo>
                    <a:pt x="3274200" y="3000850"/>
                  </a:lnTo>
                  <a:lnTo>
                    <a:pt x="3274326" y="3000850"/>
                  </a:lnTo>
                  <a:lnTo>
                    <a:pt x="3274452" y="3000850"/>
                  </a:lnTo>
                  <a:lnTo>
                    <a:pt x="3274578" y="3000850"/>
                  </a:lnTo>
                  <a:lnTo>
                    <a:pt x="3274705" y="3000850"/>
                  </a:lnTo>
                  <a:lnTo>
                    <a:pt x="3274831" y="3000850"/>
                  </a:lnTo>
                  <a:lnTo>
                    <a:pt x="3274957" y="3000850"/>
                  </a:lnTo>
                  <a:lnTo>
                    <a:pt x="3275083" y="3000850"/>
                  </a:lnTo>
                  <a:lnTo>
                    <a:pt x="3275210" y="3000850"/>
                  </a:lnTo>
                  <a:lnTo>
                    <a:pt x="3275336" y="3000850"/>
                  </a:lnTo>
                  <a:lnTo>
                    <a:pt x="3275462" y="3000850"/>
                  </a:lnTo>
                  <a:lnTo>
                    <a:pt x="3275588" y="3000850"/>
                  </a:lnTo>
                  <a:lnTo>
                    <a:pt x="3275715" y="3000850"/>
                  </a:lnTo>
                  <a:lnTo>
                    <a:pt x="3275841" y="3000850"/>
                  </a:lnTo>
                  <a:lnTo>
                    <a:pt x="3275967" y="3000850"/>
                  </a:lnTo>
                  <a:lnTo>
                    <a:pt x="3276093" y="3000850"/>
                  </a:lnTo>
                  <a:lnTo>
                    <a:pt x="3276220" y="3000850"/>
                  </a:lnTo>
                  <a:lnTo>
                    <a:pt x="3276346" y="3000850"/>
                  </a:lnTo>
                  <a:lnTo>
                    <a:pt x="3276472" y="3000850"/>
                  </a:lnTo>
                  <a:lnTo>
                    <a:pt x="3276472" y="2995938"/>
                  </a:lnTo>
                  <a:lnTo>
                    <a:pt x="3276598" y="2995938"/>
                  </a:lnTo>
                  <a:lnTo>
                    <a:pt x="3276725" y="2995938"/>
                  </a:lnTo>
                  <a:lnTo>
                    <a:pt x="3276851" y="2995938"/>
                  </a:lnTo>
                  <a:lnTo>
                    <a:pt x="3276977" y="2995938"/>
                  </a:lnTo>
                  <a:lnTo>
                    <a:pt x="3277103" y="2995938"/>
                  </a:lnTo>
                  <a:lnTo>
                    <a:pt x="3277230" y="2995938"/>
                  </a:lnTo>
                  <a:lnTo>
                    <a:pt x="3277356" y="2995938"/>
                  </a:lnTo>
                  <a:lnTo>
                    <a:pt x="3277482" y="2995938"/>
                  </a:lnTo>
                  <a:lnTo>
                    <a:pt x="3277608" y="2995938"/>
                  </a:lnTo>
                  <a:lnTo>
                    <a:pt x="3277735" y="2995938"/>
                  </a:lnTo>
                  <a:lnTo>
                    <a:pt x="3277861" y="2995938"/>
                  </a:lnTo>
                  <a:lnTo>
                    <a:pt x="3277861" y="2991027"/>
                  </a:lnTo>
                  <a:lnTo>
                    <a:pt x="3277987" y="2991027"/>
                  </a:lnTo>
                  <a:lnTo>
                    <a:pt x="3278113" y="2991027"/>
                  </a:lnTo>
                  <a:lnTo>
                    <a:pt x="3278240" y="2991027"/>
                  </a:lnTo>
                  <a:lnTo>
                    <a:pt x="3278366" y="2991027"/>
                  </a:lnTo>
                  <a:lnTo>
                    <a:pt x="3278492" y="2991027"/>
                  </a:lnTo>
                  <a:lnTo>
                    <a:pt x="3278619" y="2991027"/>
                  </a:lnTo>
                  <a:lnTo>
                    <a:pt x="3278745" y="2991027"/>
                  </a:lnTo>
                  <a:lnTo>
                    <a:pt x="3278871" y="2991027"/>
                  </a:lnTo>
                  <a:lnTo>
                    <a:pt x="3278997" y="2991027"/>
                  </a:lnTo>
                  <a:lnTo>
                    <a:pt x="3279124" y="2991027"/>
                  </a:lnTo>
                  <a:lnTo>
                    <a:pt x="3279250" y="2991027"/>
                  </a:lnTo>
                  <a:lnTo>
                    <a:pt x="3279376" y="2991027"/>
                  </a:lnTo>
                  <a:lnTo>
                    <a:pt x="3279502" y="2991027"/>
                  </a:lnTo>
                  <a:lnTo>
                    <a:pt x="3279629" y="2991027"/>
                  </a:lnTo>
                  <a:lnTo>
                    <a:pt x="3279629" y="2986115"/>
                  </a:lnTo>
                  <a:lnTo>
                    <a:pt x="3279755" y="2986115"/>
                  </a:lnTo>
                  <a:lnTo>
                    <a:pt x="3279881" y="2986115"/>
                  </a:lnTo>
                  <a:lnTo>
                    <a:pt x="3280007" y="2986115"/>
                  </a:lnTo>
                  <a:lnTo>
                    <a:pt x="3280134" y="2986115"/>
                  </a:lnTo>
                  <a:lnTo>
                    <a:pt x="3280260" y="2986115"/>
                  </a:lnTo>
                  <a:lnTo>
                    <a:pt x="3280386" y="2986115"/>
                  </a:lnTo>
                  <a:lnTo>
                    <a:pt x="3280512" y="2986115"/>
                  </a:lnTo>
                  <a:lnTo>
                    <a:pt x="3280639" y="2986115"/>
                  </a:lnTo>
                  <a:lnTo>
                    <a:pt x="3280765" y="2986115"/>
                  </a:lnTo>
                  <a:lnTo>
                    <a:pt x="3280891" y="2986115"/>
                  </a:lnTo>
                  <a:lnTo>
                    <a:pt x="3281017" y="2986115"/>
                  </a:lnTo>
                  <a:lnTo>
                    <a:pt x="3281144" y="2986115"/>
                  </a:lnTo>
                  <a:lnTo>
                    <a:pt x="3281270" y="2986115"/>
                  </a:lnTo>
                  <a:lnTo>
                    <a:pt x="3281396" y="2986115"/>
                  </a:lnTo>
                  <a:lnTo>
                    <a:pt x="3281522" y="2986115"/>
                  </a:lnTo>
                  <a:lnTo>
                    <a:pt x="3281649" y="2986115"/>
                  </a:lnTo>
                  <a:lnTo>
                    <a:pt x="3281775" y="2986115"/>
                  </a:lnTo>
                  <a:lnTo>
                    <a:pt x="3281901" y="2986115"/>
                  </a:lnTo>
                  <a:lnTo>
                    <a:pt x="3282027" y="2986115"/>
                  </a:lnTo>
                  <a:lnTo>
                    <a:pt x="3282154" y="2986115"/>
                  </a:lnTo>
                  <a:lnTo>
                    <a:pt x="3282280" y="2986115"/>
                  </a:lnTo>
                  <a:lnTo>
                    <a:pt x="3282406" y="2986115"/>
                  </a:lnTo>
                  <a:lnTo>
                    <a:pt x="3282532" y="2986115"/>
                  </a:lnTo>
                  <a:lnTo>
                    <a:pt x="3282659" y="2986115"/>
                  </a:lnTo>
                  <a:lnTo>
                    <a:pt x="3282785" y="2986115"/>
                  </a:lnTo>
                  <a:lnTo>
                    <a:pt x="3282911" y="2986115"/>
                  </a:lnTo>
                  <a:lnTo>
                    <a:pt x="3283037" y="2986115"/>
                  </a:lnTo>
                  <a:lnTo>
                    <a:pt x="3283164" y="2986115"/>
                  </a:lnTo>
                  <a:lnTo>
                    <a:pt x="3283290" y="2986115"/>
                  </a:lnTo>
                  <a:lnTo>
                    <a:pt x="3283416" y="2986115"/>
                  </a:lnTo>
                  <a:lnTo>
                    <a:pt x="3283543" y="2986115"/>
                  </a:lnTo>
                  <a:lnTo>
                    <a:pt x="3283669" y="2986115"/>
                  </a:lnTo>
                  <a:lnTo>
                    <a:pt x="3283795" y="2986115"/>
                  </a:lnTo>
                  <a:lnTo>
                    <a:pt x="3283921" y="2986115"/>
                  </a:lnTo>
                  <a:lnTo>
                    <a:pt x="3284048" y="2986115"/>
                  </a:lnTo>
                  <a:lnTo>
                    <a:pt x="3284174" y="2986115"/>
                  </a:lnTo>
                  <a:lnTo>
                    <a:pt x="3284300" y="2986115"/>
                  </a:lnTo>
                  <a:lnTo>
                    <a:pt x="3284426" y="2986115"/>
                  </a:lnTo>
                  <a:lnTo>
                    <a:pt x="3284553" y="2986115"/>
                  </a:lnTo>
                  <a:lnTo>
                    <a:pt x="3284679" y="2986115"/>
                  </a:lnTo>
                  <a:lnTo>
                    <a:pt x="3284805" y="2986115"/>
                  </a:lnTo>
                  <a:lnTo>
                    <a:pt x="3284931" y="2986115"/>
                  </a:lnTo>
                  <a:lnTo>
                    <a:pt x="3285058" y="2986115"/>
                  </a:lnTo>
                  <a:lnTo>
                    <a:pt x="3285058" y="2981204"/>
                  </a:lnTo>
                  <a:lnTo>
                    <a:pt x="3285184" y="2981204"/>
                  </a:lnTo>
                  <a:lnTo>
                    <a:pt x="3285310" y="2981204"/>
                  </a:lnTo>
                  <a:lnTo>
                    <a:pt x="3285436" y="2981204"/>
                  </a:lnTo>
                  <a:lnTo>
                    <a:pt x="3285563" y="2981204"/>
                  </a:lnTo>
                  <a:lnTo>
                    <a:pt x="3285689" y="2981204"/>
                  </a:lnTo>
                  <a:lnTo>
                    <a:pt x="3285815" y="2981204"/>
                  </a:lnTo>
                  <a:lnTo>
                    <a:pt x="3285941" y="2981204"/>
                  </a:lnTo>
                  <a:lnTo>
                    <a:pt x="3286068" y="2981204"/>
                  </a:lnTo>
                  <a:lnTo>
                    <a:pt x="3286194" y="2981204"/>
                  </a:lnTo>
                  <a:lnTo>
                    <a:pt x="3286320" y="2981204"/>
                  </a:lnTo>
                  <a:lnTo>
                    <a:pt x="3286446" y="2981204"/>
                  </a:lnTo>
                  <a:lnTo>
                    <a:pt x="3286573" y="2981204"/>
                  </a:lnTo>
                  <a:lnTo>
                    <a:pt x="3286699" y="2981204"/>
                  </a:lnTo>
                  <a:lnTo>
                    <a:pt x="3286825" y="2981204"/>
                  </a:lnTo>
                  <a:lnTo>
                    <a:pt x="3286951" y="2981204"/>
                  </a:lnTo>
                  <a:lnTo>
                    <a:pt x="3287078" y="2981204"/>
                  </a:lnTo>
                  <a:lnTo>
                    <a:pt x="3287204" y="2981204"/>
                  </a:lnTo>
                  <a:lnTo>
                    <a:pt x="3287330" y="2981204"/>
                  </a:lnTo>
                  <a:lnTo>
                    <a:pt x="3287456" y="2981204"/>
                  </a:lnTo>
                  <a:lnTo>
                    <a:pt x="3287583" y="2981204"/>
                  </a:lnTo>
                  <a:lnTo>
                    <a:pt x="3287709" y="2981204"/>
                  </a:lnTo>
                  <a:lnTo>
                    <a:pt x="3287835" y="2981204"/>
                  </a:lnTo>
                  <a:lnTo>
                    <a:pt x="3287961" y="2981204"/>
                  </a:lnTo>
                  <a:lnTo>
                    <a:pt x="3288088" y="2981204"/>
                  </a:lnTo>
                  <a:lnTo>
                    <a:pt x="3288214" y="2981204"/>
                  </a:lnTo>
                  <a:lnTo>
                    <a:pt x="3288340" y="2981204"/>
                  </a:lnTo>
                  <a:lnTo>
                    <a:pt x="3288466" y="2981204"/>
                  </a:lnTo>
                  <a:lnTo>
                    <a:pt x="3288593" y="2981204"/>
                  </a:lnTo>
                  <a:lnTo>
                    <a:pt x="3288719" y="2981204"/>
                  </a:lnTo>
                  <a:lnTo>
                    <a:pt x="3288845" y="2981204"/>
                  </a:lnTo>
                  <a:lnTo>
                    <a:pt x="3288972" y="2981204"/>
                  </a:lnTo>
                  <a:lnTo>
                    <a:pt x="3289098" y="2981204"/>
                  </a:lnTo>
                  <a:lnTo>
                    <a:pt x="3289224" y="2981204"/>
                  </a:lnTo>
                  <a:lnTo>
                    <a:pt x="3289350" y="2981204"/>
                  </a:lnTo>
                  <a:lnTo>
                    <a:pt x="3289477" y="2981204"/>
                  </a:lnTo>
                  <a:lnTo>
                    <a:pt x="3289603" y="2981204"/>
                  </a:lnTo>
                  <a:lnTo>
                    <a:pt x="3289729" y="2981204"/>
                  </a:lnTo>
                  <a:lnTo>
                    <a:pt x="3289855" y="2981204"/>
                  </a:lnTo>
                  <a:lnTo>
                    <a:pt x="3289982" y="2981204"/>
                  </a:lnTo>
                  <a:lnTo>
                    <a:pt x="3290108" y="2981204"/>
                  </a:lnTo>
                  <a:lnTo>
                    <a:pt x="3290234" y="2981204"/>
                  </a:lnTo>
                  <a:lnTo>
                    <a:pt x="3290360" y="2981204"/>
                  </a:lnTo>
                  <a:lnTo>
                    <a:pt x="3290487" y="2981204"/>
                  </a:lnTo>
                  <a:lnTo>
                    <a:pt x="3290613" y="2981204"/>
                  </a:lnTo>
                  <a:lnTo>
                    <a:pt x="3290739" y="2981204"/>
                  </a:lnTo>
                  <a:lnTo>
                    <a:pt x="3290865" y="2981204"/>
                  </a:lnTo>
                  <a:lnTo>
                    <a:pt x="3290992" y="2981204"/>
                  </a:lnTo>
                  <a:lnTo>
                    <a:pt x="3291118" y="2981204"/>
                  </a:lnTo>
                  <a:lnTo>
                    <a:pt x="3291244" y="2981204"/>
                  </a:lnTo>
                  <a:lnTo>
                    <a:pt x="3291370" y="2981204"/>
                  </a:lnTo>
                  <a:lnTo>
                    <a:pt x="3291497" y="2981204"/>
                  </a:lnTo>
                  <a:lnTo>
                    <a:pt x="3291497" y="2976293"/>
                  </a:lnTo>
                  <a:lnTo>
                    <a:pt x="3291623" y="2976293"/>
                  </a:lnTo>
                  <a:lnTo>
                    <a:pt x="3291749" y="2976293"/>
                  </a:lnTo>
                  <a:lnTo>
                    <a:pt x="3291875" y="2976293"/>
                  </a:lnTo>
                  <a:lnTo>
                    <a:pt x="3292002" y="2976293"/>
                  </a:lnTo>
                  <a:lnTo>
                    <a:pt x="3292128" y="2976293"/>
                  </a:lnTo>
                  <a:lnTo>
                    <a:pt x="3292254" y="2976293"/>
                  </a:lnTo>
                  <a:lnTo>
                    <a:pt x="3292380" y="2976293"/>
                  </a:lnTo>
                  <a:lnTo>
                    <a:pt x="3292507" y="2976293"/>
                  </a:lnTo>
                  <a:lnTo>
                    <a:pt x="3292633" y="2976293"/>
                  </a:lnTo>
                  <a:lnTo>
                    <a:pt x="3292759" y="2976293"/>
                  </a:lnTo>
                  <a:lnTo>
                    <a:pt x="3292885" y="2976293"/>
                  </a:lnTo>
                  <a:lnTo>
                    <a:pt x="3293012" y="2976293"/>
                  </a:lnTo>
                  <a:lnTo>
                    <a:pt x="3293138" y="2976293"/>
                  </a:lnTo>
                  <a:lnTo>
                    <a:pt x="3293264" y="2976293"/>
                  </a:lnTo>
                  <a:lnTo>
                    <a:pt x="3293390" y="2976293"/>
                  </a:lnTo>
                  <a:lnTo>
                    <a:pt x="3293517" y="2976293"/>
                  </a:lnTo>
                  <a:lnTo>
                    <a:pt x="3293643" y="2976293"/>
                  </a:lnTo>
                  <a:lnTo>
                    <a:pt x="3293769" y="2976293"/>
                  </a:lnTo>
                  <a:lnTo>
                    <a:pt x="3293896" y="2976293"/>
                  </a:lnTo>
                  <a:lnTo>
                    <a:pt x="3294022" y="2976293"/>
                  </a:lnTo>
                  <a:lnTo>
                    <a:pt x="3294148" y="2976293"/>
                  </a:lnTo>
                  <a:lnTo>
                    <a:pt x="3294274" y="2976293"/>
                  </a:lnTo>
                  <a:lnTo>
                    <a:pt x="3294401" y="2976293"/>
                  </a:lnTo>
                  <a:lnTo>
                    <a:pt x="3294527" y="2976293"/>
                  </a:lnTo>
                  <a:lnTo>
                    <a:pt x="3294653" y="2976293"/>
                  </a:lnTo>
                  <a:lnTo>
                    <a:pt x="3294779" y="2976293"/>
                  </a:lnTo>
                  <a:lnTo>
                    <a:pt x="3294906" y="2976293"/>
                  </a:lnTo>
                  <a:lnTo>
                    <a:pt x="3295032" y="2976293"/>
                  </a:lnTo>
                  <a:lnTo>
                    <a:pt x="3295158" y="2976293"/>
                  </a:lnTo>
                  <a:lnTo>
                    <a:pt x="3295284" y="2976293"/>
                  </a:lnTo>
                  <a:lnTo>
                    <a:pt x="3295411" y="2976293"/>
                  </a:lnTo>
                  <a:lnTo>
                    <a:pt x="3295537" y="2976293"/>
                  </a:lnTo>
                  <a:lnTo>
                    <a:pt x="3295663" y="2976293"/>
                  </a:lnTo>
                  <a:lnTo>
                    <a:pt x="3295789" y="2976293"/>
                  </a:lnTo>
                  <a:lnTo>
                    <a:pt x="3295916" y="2976293"/>
                  </a:lnTo>
                  <a:lnTo>
                    <a:pt x="3296042" y="2976293"/>
                  </a:lnTo>
                  <a:lnTo>
                    <a:pt x="3296168" y="2976293"/>
                  </a:lnTo>
                  <a:lnTo>
                    <a:pt x="3296294" y="2976293"/>
                  </a:lnTo>
                  <a:lnTo>
                    <a:pt x="3296421" y="2976293"/>
                  </a:lnTo>
                  <a:lnTo>
                    <a:pt x="3296547" y="2976293"/>
                  </a:lnTo>
                  <a:lnTo>
                    <a:pt x="3296673" y="2976293"/>
                  </a:lnTo>
                  <a:lnTo>
                    <a:pt x="3296673" y="2971381"/>
                  </a:lnTo>
                  <a:lnTo>
                    <a:pt x="3296799" y="2971381"/>
                  </a:lnTo>
                  <a:lnTo>
                    <a:pt x="3296926" y="2971381"/>
                  </a:lnTo>
                  <a:lnTo>
                    <a:pt x="3297052" y="2971381"/>
                  </a:lnTo>
                  <a:lnTo>
                    <a:pt x="3297178" y="2971381"/>
                  </a:lnTo>
                  <a:lnTo>
                    <a:pt x="3297304" y="2971381"/>
                  </a:lnTo>
                  <a:lnTo>
                    <a:pt x="3297431" y="2971381"/>
                  </a:lnTo>
                  <a:lnTo>
                    <a:pt x="3297557" y="2971381"/>
                  </a:lnTo>
                  <a:lnTo>
                    <a:pt x="3297683" y="2971381"/>
                  </a:lnTo>
                  <a:lnTo>
                    <a:pt x="3297809" y="2971381"/>
                  </a:lnTo>
                  <a:lnTo>
                    <a:pt x="3297936" y="2971381"/>
                  </a:lnTo>
                  <a:lnTo>
                    <a:pt x="3298062" y="2971381"/>
                  </a:lnTo>
                  <a:lnTo>
                    <a:pt x="3298188" y="2971381"/>
                  </a:lnTo>
                  <a:lnTo>
                    <a:pt x="3298314" y="2971381"/>
                  </a:lnTo>
                  <a:lnTo>
                    <a:pt x="3298441" y="2971381"/>
                  </a:lnTo>
                  <a:lnTo>
                    <a:pt x="3298441" y="2966470"/>
                  </a:lnTo>
                  <a:lnTo>
                    <a:pt x="3298567" y="2966470"/>
                  </a:lnTo>
                  <a:lnTo>
                    <a:pt x="3298693" y="2966470"/>
                  </a:lnTo>
                  <a:lnTo>
                    <a:pt x="3298819" y="2966470"/>
                  </a:lnTo>
                  <a:lnTo>
                    <a:pt x="3298946" y="2966470"/>
                  </a:lnTo>
                  <a:lnTo>
                    <a:pt x="3299072" y="2966470"/>
                  </a:lnTo>
                  <a:lnTo>
                    <a:pt x="3299198" y="2966470"/>
                  </a:lnTo>
                  <a:lnTo>
                    <a:pt x="3299325" y="2966470"/>
                  </a:lnTo>
                  <a:lnTo>
                    <a:pt x="3299451" y="2966470"/>
                  </a:lnTo>
                  <a:lnTo>
                    <a:pt x="3299577" y="2966470"/>
                  </a:lnTo>
                  <a:lnTo>
                    <a:pt x="3299703" y="2966470"/>
                  </a:lnTo>
                  <a:lnTo>
                    <a:pt x="3299830" y="2966470"/>
                  </a:lnTo>
                  <a:lnTo>
                    <a:pt x="3299956" y="2966470"/>
                  </a:lnTo>
                  <a:lnTo>
                    <a:pt x="3300082" y="2966470"/>
                  </a:lnTo>
                  <a:lnTo>
                    <a:pt x="3300208" y="2966470"/>
                  </a:lnTo>
                  <a:lnTo>
                    <a:pt x="3300335" y="2966470"/>
                  </a:lnTo>
                  <a:lnTo>
                    <a:pt x="3300461" y="2966470"/>
                  </a:lnTo>
                  <a:lnTo>
                    <a:pt x="3300587" y="2966470"/>
                  </a:lnTo>
                  <a:lnTo>
                    <a:pt x="3300713" y="2966470"/>
                  </a:lnTo>
                  <a:lnTo>
                    <a:pt x="3300840" y="2966470"/>
                  </a:lnTo>
                  <a:lnTo>
                    <a:pt x="3300966" y="2966470"/>
                  </a:lnTo>
                  <a:lnTo>
                    <a:pt x="3301092" y="2966470"/>
                  </a:lnTo>
                  <a:lnTo>
                    <a:pt x="3301218" y="2966470"/>
                  </a:lnTo>
                  <a:lnTo>
                    <a:pt x="3301345" y="2966470"/>
                  </a:lnTo>
                  <a:lnTo>
                    <a:pt x="3301471" y="2966470"/>
                  </a:lnTo>
                  <a:lnTo>
                    <a:pt x="3301597" y="2966470"/>
                  </a:lnTo>
                  <a:lnTo>
                    <a:pt x="3301723" y="2966470"/>
                  </a:lnTo>
                  <a:lnTo>
                    <a:pt x="3301850" y="2966470"/>
                  </a:lnTo>
                  <a:lnTo>
                    <a:pt x="3301976" y="2966470"/>
                  </a:lnTo>
                  <a:lnTo>
                    <a:pt x="3302102" y="2966470"/>
                  </a:lnTo>
                  <a:lnTo>
                    <a:pt x="3302228" y="2966470"/>
                  </a:lnTo>
                  <a:lnTo>
                    <a:pt x="3302355" y="2966470"/>
                  </a:lnTo>
                  <a:lnTo>
                    <a:pt x="3302481" y="2966470"/>
                  </a:lnTo>
                  <a:lnTo>
                    <a:pt x="3302607" y="2966470"/>
                  </a:lnTo>
                  <a:lnTo>
                    <a:pt x="3302733" y="2966470"/>
                  </a:lnTo>
                  <a:lnTo>
                    <a:pt x="3302860" y="2966470"/>
                  </a:lnTo>
                  <a:lnTo>
                    <a:pt x="3302986" y="2966470"/>
                  </a:lnTo>
                  <a:lnTo>
                    <a:pt x="3303112" y="2966470"/>
                  </a:lnTo>
                  <a:lnTo>
                    <a:pt x="3303238" y="2966470"/>
                  </a:lnTo>
                  <a:lnTo>
                    <a:pt x="3303365" y="2966470"/>
                  </a:lnTo>
                  <a:lnTo>
                    <a:pt x="3303491" y="2966470"/>
                  </a:lnTo>
                  <a:lnTo>
                    <a:pt x="3303617" y="2966470"/>
                  </a:lnTo>
                  <a:lnTo>
                    <a:pt x="3303743" y="2966470"/>
                  </a:lnTo>
                  <a:lnTo>
                    <a:pt x="3303870" y="2966470"/>
                  </a:lnTo>
                  <a:lnTo>
                    <a:pt x="3303996" y="2966470"/>
                  </a:lnTo>
                  <a:lnTo>
                    <a:pt x="3304122" y="2966470"/>
                  </a:lnTo>
                  <a:lnTo>
                    <a:pt x="3304249" y="2966470"/>
                  </a:lnTo>
                  <a:lnTo>
                    <a:pt x="3304249" y="2961559"/>
                  </a:lnTo>
                  <a:lnTo>
                    <a:pt x="3304375" y="2961559"/>
                  </a:lnTo>
                  <a:lnTo>
                    <a:pt x="3304501" y="2961559"/>
                  </a:lnTo>
                  <a:lnTo>
                    <a:pt x="3304627" y="2961559"/>
                  </a:lnTo>
                  <a:lnTo>
                    <a:pt x="3304754" y="2961559"/>
                  </a:lnTo>
                  <a:lnTo>
                    <a:pt x="3304880" y="2961559"/>
                  </a:lnTo>
                  <a:lnTo>
                    <a:pt x="3305006" y="2961559"/>
                  </a:lnTo>
                  <a:lnTo>
                    <a:pt x="3305132" y="2961559"/>
                  </a:lnTo>
                  <a:lnTo>
                    <a:pt x="3305259" y="2961559"/>
                  </a:lnTo>
                  <a:lnTo>
                    <a:pt x="3305385" y="2961559"/>
                  </a:lnTo>
                  <a:lnTo>
                    <a:pt x="3305511" y="2961559"/>
                  </a:lnTo>
                  <a:lnTo>
                    <a:pt x="3305637" y="2961559"/>
                  </a:lnTo>
                  <a:lnTo>
                    <a:pt x="3305764" y="2961559"/>
                  </a:lnTo>
                  <a:lnTo>
                    <a:pt x="3305890" y="2961559"/>
                  </a:lnTo>
                  <a:lnTo>
                    <a:pt x="3306016" y="2961559"/>
                  </a:lnTo>
                  <a:lnTo>
                    <a:pt x="3306142" y="2961559"/>
                  </a:lnTo>
                  <a:lnTo>
                    <a:pt x="3306269" y="2961559"/>
                  </a:lnTo>
                  <a:lnTo>
                    <a:pt x="3306395" y="2961559"/>
                  </a:lnTo>
                  <a:lnTo>
                    <a:pt x="3306521" y="2961559"/>
                  </a:lnTo>
                  <a:lnTo>
                    <a:pt x="3306647" y="2961559"/>
                  </a:lnTo>
                  <a:lnTo>
                    <a:pt x="3306774" y="2961559"/>
                  </a:lnTo>
                  <a:lnTo>
                    <a:pt x="3306900" y="2961559"/>
                  </a:lnTo>
                  <a:lnTo>
                    <a:pt x="3307026" y="2961559"/>
                  </a:lnTo>
                  <a:lnTo>
                    <a:pt x="3307152" y="2961559"/>
                  </a:lnTo>
                  <a:lnTo>
                    <a:pt x="3307279" y="2961559"/>
                  </a:lnTo>
                  <a:lnTo>
                    <a:pt x="3307405" y="2961559"/>
                  </a:lnTo>
                  <a:lnTo>
                    <a:pt x="3307531" y="2961559"/>
                  </a:lnTo>
                  <a:lnTo>
                    <a:pt x="3307657" y="2961559"/>
                  </a:lnTo>
                  <a:lnTo>
                    <a:pt x="3307784" y="2961559"/>
                  </a:lnTo>
                  <a:lnTo>
                    <a:pt x="3307910" y="2961559"/>
                  </a:lnTo>
                  <a:lnTo>
                    <a:pt x="3308036" y="2961559"/>
                  </a:lnTo>
                  <a:lnTo>
                    <a:pt x="3308162" y="2961559"/>
                  </a:lnTo>
                  <a:lnTo>
                    <a:pt x="3308289" y="2961559"/>
                  </a:lnTo>
                  <a:lnTo>
                    <a:pt x="3308415" y="2961559"/>
                  </a:lnTo>
                  <a:lnTo>
                    <a:pt x="3308541" y="2961559"/>
                  </a:lnTo>
                  <a:lnTo>
                    <a:pt x="3308667" y="2961559"/>
                  </a:lnTo>
                  <a:lnTo>
                    <a:pt x="3308794" y="2961559"/>
                  </a:lnTo>
                  <a:lnTo>
                    <a:pt x="3308920" y="2961559"/>
                  </a:lnTo>
                  <a:lnTo>
                    <a:pt x="3309046" y="2961559"/>
                  </a:lnTo>
                  <a:lnTo>
                    <a:pt x="3309172" y="2961559"/>
                  </a:lnTo>
                  <a:lnTo>
                    <a:pt x="3309299" y="2961559"/>
                  </a:lnTo>
                  <a:lnTo>
                    <a:pt x="3309425" y="2961559"/>
                  </a:lnTo>
                  <a:lnTo>
                    <a:pt x="3309551" y="2961559"/>
                  </a:lnTo>
                  <a:lnTo>
                    <a:pt x="3309678" y="2961559"/>
                  </a:lnTo>
                  <a:lnTo>
                    <a:pt x="3309804" y="2961559"/>
                  </a:lnTo>
                  <a:lnTo>
                    <a:pt x="3309930" y="2961559"/>
                  </a:lnTo>
                  <a:lnTo>
                    <a:pt x="3310056" y="2961559"/>
                  </a:lnTo>
                  <a:lnTo>
                    <a:pt x="3310183" y="2961559"/>
                  </a:lnTo>
                  <a:lnTo>
                    <a:pt x="3310309" y="2961559"/>
                  </a:lnTo>
                  <a:lnTo>
                    <a:pt x="3310435" y="2961559"/>
                  </a:lnTo>
                  <a:lnTo>
                    <a:pt x="3310561" y="2961559"/>
                  </a:lnTo>
                  <a:lnTo>
                    <a:pt x="3310688" y="2961559"/>
                  </a:lnTo>
                  <a:lnTo>
                    <a:pt x="3310814" y="2961559"/>
                  </a:lnTo>
                  <a:lnTo>
                    <a:pt x="3310940" y="2961559"/>
                  </a:lnTo>
                  <a:lnTo>
                    <a:pt x="3311066" y="2961559"/>
                  </a:lnTo>
                  <a:lnTo>
                    <a:pt x="3311193" y="2961559"/>
                  </a:lnTo>
                  <a:lnTo>
                    <a:pt x="3311319" y="2961559"/>
                  </a:lnTo>
                  <a:lnTo>
                    <a:pt x="3311445" y="2961559"/>
                  </a:lnTo>
                  <a:lnTo>
                    <a:pt x="3311571" y="2961559"/>
                  </a:lnTo>
                  <a:lnTo>
                    <a:pt x="3311698" y="2961559"/>
                  </a:lnTo>
                  <a:lnTo>
                    <a:pt x="3311824" y="2961559"/>
                  </a:lnTo>
                  <a:lnTo>
                    <a:pt x="3311950" y="2961559"/>
                  </a:lnTo>
                  <a:lnTo>
                    <a:pt x="3312076" y="2961559"/>
                  </a:lnTo>
                  <a:lnTo>
                    <a:pt x="3312203" y="2961559"/>
                  </a:lnTo>
                  <a:lnTo>
                    <a:pt x="3312329" y="2961559"/>
                  </a:lnTo>
                  <a:lnTo>
                    <a:pt x="3312455" y="2961559"/>
                  </a:lnTo>
                  <a:lnTo>
                    <a:pt x="3312581" y="2961559"/>
                  </a:lnTo>
                  <a:lnTo>
                    <a:pt x="3312708" y="2961559"/>
                  </a:lnTo>
                  <a:lnTo>
                    <a:pt x="3312834" y="2961559"/>
                  </a:lnTo>
                  <a:lnTo>
                    <a:pt x="3312960" y="2961559"/>
                  </a:lnTo>
                  <a:lnTo>
                    <a:pt x="3313086" y="2961559"/>
                  </a:lnTo>
                  <a:lnTo>
                    <a:pt x="3313213" y="2961559"/>
                  </a:lnTo>
                  <a:lnTo>
                    <a:pt x="3313339" y="2961559"/>
                  </a:lnTo>
                  <a:lnTo>
                    <a:pt x="3313465" y="2961559"/>
                  </a:lnTo>
                  <a:lnTo>
                    <a:pt x="3313591" y="2961559"/>
                  </a:lnTo>
                  <a:lnTo>
                    <a:pt x="3313718" y="2961559"/>
                  </a:lnTo>
                  <a:lnTo>
                    <a:pt x="3313844" y="2961559"/>
                  </a:lnTo>
                  <a:lnTo>
                    <a:pt x="3313970" y="2961559"/>
                  </a:lnTo>
                  <a:lnTo>
                    <a:pt x="3314096" y="2961559"/>
                  </a:lnTo>
                  <a:lnTo>
                    <a:pt x="3314223" y="2961559"/>
                  </a:lnTo>
                  <a:lnTo>
                    <a:pt x="3314349" y="2961559"/>
                  </a:lnTo>
                  <a:lnTo>
                    <a:pt x="3314475" y="2961559"/>
                  </a:lnTo>
                  <a:lnTo>
                    <a:pt x="3314602" y="2961559"/>
                  </a:lnTo>
                  <a:lnTo>
                    <a:pt x="3314728" y="2961559"/>
                  </a:lnTo>
                  <a:lnTo>
                    <a:pt x="3314854" y="2961559"/>
                  </a:lnTo>
                  <a:lnTo>
                    <a:pt x="3314980" y="2961559"/>
                  </a:lnTo>
                  <a:lnTo>
                    <a:pt x="3315107" y="2961559"/>
                  </a:lnTo>
                  <a:lnTo>
                    <a:pt x="3315233" y="2961559"/>
                  </a:lnTo>
                  <a:lnTo>
                    <a:pt x="3315359" y="2961559"/>
                  </a:lnTo>
                  <a:lnTo>
                    <a:pt x="3315485" y="2961559"/>
                  </a:lnTo>
                  <a:lnTo>
                    <a:pt x="3315612" y="2961559"/>
                  </a:lnTo>
                  <a:lnTo>
                    <a:pt x="3315612" y="2956647"/>
                  </a:lnTo>
                  <a:lnTo>
                    <a:pt x="3315612" y="2951736"/>
                  </a:lnTo>
                  <a:lnTo>
                    <a:pt x="3315738" y="2951736"/>
                  </a:lnTo>
                  <a:lnTo>
                    <a:pt x="3315864" y="2951736"/>
                  </a:lnTo>
                  <a:lnTo>
                    <a:pt x="3315990" y="2951736"/>
                  </a:lnTo>
                  <a:lnTo>
                    <a:pt x="3316117" y="2951736"/>
                  </a:lnTo>
                  <a:lnTo>
                    <a:pt x="3316243" y="2951736"/>
                  </a:lnTo>
                  <a:lnTo>
                    <a:pt x="3316369" y="2951736"/>
                  </a:lnTo>
                  <a:lnTo>
                    <a:pt x="3316495" y="2951736"/>
                  </a:lnTo>
                  <a:lnTo>
                    <a:pt x="3316622" y="2951736"/>
                  </a:lnTo>
                  <a:lnTo>
                    <a:pt x="3316748" y="2951736"/>
                  </a:lnTo>
                  <a:lnTo>
                    <a:pt x="3316874" y="2951736"/>
                  </a:lnTo>
                  <a:lnTo>
                    <a:pt x="3317000" y="2951736"/>
                  </a:lnTo>
                  <a:lnTo>
                    <a:pt x="3317127" y="2951736"/>
                  </a:lnTo>
                  <a:lnTo>
                    <a:pt x="3317253" y="2951736"/>
                  </a:lnTo>
                  <a:lnTo>
                    <a:pt x="3317253" y="2946824"/>
                  </a:lnTo>
                  <a:lnTo>
                    <a:pt x="3317379" y="2946824"/>
                  </a:lnTo>
                  <a:lnTo>
                    <a:pt x="3317505" y="2946824"/>
                  </a:lnTo>
                  <a:lnTo>
                    <a:pt x="3317632" y="2946824"/>
                  </a:lnTo>
                  <a:lnTo>
                    <a:pt x="3317758" y="2946824"/>
                  </a:lnTo>
                  <a:lnTo>
                    <a:pt x="3317884" y="2946824"/>
                  </a:lnTo>
                  <a:lnTo>
                    <a:pt x="3318010" y="2946824"/>
                  </a:lnTo>
                  <a:lnTo>
                    <a:pt x="3318137" y="2946824"/>
                  </a:lnTo>
                  <a:lnTo>
                    <a:pt x="3318137" y="2941913"/>
                  </a:lnTo>
                  <a:lnTo>
                    <a:pt x="3318263" y="2941913"/>
                  </a:lnTo>
                  <a:lnTo>
                    <a:pt x="3318389" y="2941913"/>
                  </a:lnTo>
                  <a:lnTo>
                    <a:pt x="3318515" y="2941913"/>
                  </a:lnTo>
                  <a:lnTo>
                    <a:pt x="3318642" y="2941913"/>
                  </a:lnTo>
                  <a:lnTo>
                    <a:pt x="3318768" y="2941913"/>
                  </a:lnTo>
                  <a:lnTo>
                    <a:pt x="3318768" y="2937002"/>
                  </a:lnTo>
                  <a:lnTo>
                    <a:pt x="3318894" y="2937002"/>
                  </a:lnTo>
                  <a:lnTo>
                    <a:pt x="3319020" y="2937002"/>
                  </a:lnTo>
                  <a:lnTo>
                    <a:pt x="3319147" y="2937002"/>
                  </a:lnTo>
                  <a:lnTo>
                    <a:pt x="3319273" y="2937002"/>
                  </a:lnTo>
                  <a:lnTo>
                    <a:pt x="3319399" y="2937002"/>
                  </a:lnTo>
                  <a:lnTo>
                    <a:pt x="3319525" y="2937002"/>
                  </a:lnTo>
                  <a:lnTo>
                    <a:pt x="3319652" y="2937002"/>
                  </a:lnTo>
                  <a:lnTo>
                    <a:pt x="3319778" y="2937002"/>
                  </a:lnTo>
                  <a:lnTo>
                    <a:pt x="3319904" y="2937002"/>
                  </a:lnTo>
                  <a:lnTo>
                    <a:pt x="3320031" y="2937002"/>
                  </a:lnTo>
                  <a:lnTo>
                    <a:pt x="3320157" y="2937002"/>
                  </a:lnTo>
                  <a:lnTo>
                    <a:pt x="3320283" y="2937002"/>
                  </a:lnTo>
                  <a:lnTo>
                    <a:pt x="3320409" y="2937002"/>
                  </a:lnTo>
                  <a:lnTo>
                    <a:pt x="3320536" y="2937002"/>
                  </a:lnTo>
                  <a:lnTo>
                    <a:pt x="3320662" y="2937002"/>
                  </a:lnTo>
                  <a:lnTo>
                    <a:pt x="3320788" y="2937002"/>
                  </a:lnTo>
                  <a:lnTo>
                    <a:pt x="3320914" y="2937002"/>
                  </a:lnTo>
                  <a:lnTo>
                    <a:pt x="3321041" y="2937002"/>
                  </a:lnTo>
                  <a:lnTo>
                    <a:pt x="3321167" y="2937002"/>
                  </a:lnTo>
                  <a:lnTo>
                    <a:pt x="3321293" y="2937002"/>
                  </a:lnTo>
                  <a:lnTo>
                    <a:pt x="3321419" y="2937002"/>
                  </a:lnTo>
                  <a:lnTo>
                    <a:pt x="3321546" y="2937002"/>
                  </a:lnTo>
                  <a:lnTo>
                    <a:pt x="3321672" y="2937002"/>
                  </a:lnTo>
                  <a:lnTo>
                    <a:pt x="3321798" y="2937002"/>
                  </a:lnTo>
                  <a:lnTo>
                    <a:pt x="3321924" y="2937002"/>
                  </a:lnTo>
                  <a:lnTo>
                    <a:pt x="3322051" y="2937002"/>
                  </a:lnTo>
                  <a:lnTo>
                    <a:pt x="3322177" y="2937002"/>
                  </a:lnTo>
                  <a:lnTo>
                    <a:pt x="3322303" y="2937002"/>
                  </a:lnTo>
                  <a:lnTo>
                    <a:pt x="3322429" y="2937002"/>
                  </a:lnTo>
                  <a:lnTo>
                    <a:pt x="3322556" y="2937002"/>
                  </a:lnTo>
                  <a:lnTo>
                    <a:pt x="3322682" y="2937002"/>
                  </a:lnTo>
                  <a:lnTo>
                    <a:pt x="3322808" y="2937002"/>
                  </a:lnTo>
                  <a:lnTo>
                    <a:pt x="3322934" y="2937002"/>
                  </a:lnTo>
                  <a:lnTo>
                    <a:pt x="3323061" y="2937002"/>
                  </a:lnTo>
                  <a:lnTo>
                    <a:pt x="3323187" y="2937002"/>
                  </a:lnTo>
                  <a:lnTo>
                    <a:pt x="3323313" y="2937002"/>
                  </a:lnTo>
                  <a:lnTo>
                    <a:pt x="3323439" y="2937002"/>
                  </a:lnTo>
                  <a:lnTo>
                    <a:pt x="3323566" y="2937002"/>
                  </a:lnTo>
                  <a:lnTo>
                    <a:pt x="3323692" y="2937002"/>
                  </a:lnTo>
                  <a:lnTo>
                    <a:pt x="3323818" y="2937002"/>
                  </a:lnTo>
                  <a:lnTo>
                    <a:pt x="3323944" y="2937002"/>
                  </a:lnTo>
                  <a:lnTo>
                    <a:pt x="3324071" y="2937002"/>
                  </a:lnTo>
                  <a:lnTo>
                    <a:pt x="3324197" y="2937002"/>
                  </a:lnTo>
                  <a:lnTo>
                    <a:pt x="3324323" y="2937002"/>
                  </a:lnTo>
                  <a:lnTo>
                    <a:pt x="3324449" y="2937002"/>
                  </a:lnTo>
                  <a:lnTo>
                    <a:pt x="3324576" y="2937002"/>
                  </a:lnTo>
                  <a:lnTo>
                    <a:pt x="3324702" y="2937002"/>
                  </a:lnTo>
                  <a:lnTo>
                    <a:pt x="3324828" y="2937002"/>
                  </a:lnTo>
                  <a:lnTo>
                    <a:pt x="3324955" y="2937002"/>
                  </a:lnTo>
                  <a:lnTo>
                    <a:pt x="3325081" y="2937002"/>
                  </a:lnTo>
                  <a:lnTo>
                    <a:pt x="3325207" y="2937002"/>
                  </a:lnTo>
                  <a:lnTo>
                    <a:pt x="3325333" y="2937002"/>
                  </a:lnTo>
                  <a:lnTo>
                    <a:pt x="3325460" y="2937002"/>
                  </a:lnTo>
                  <a:lnTo>
                    <a:pt x="3325586" y="2937002"/>
                  </a:lnTo>
                  <a:lnTo>
                    <a:pt x="3325712" y="2937002"/>
                  </a:lnTo>
                  <a:lnTo>
                    <a:pt x="3325838" y="2937002"/>
                  </a:lnTo>
                  <a:lnTo>
                    <a:pt x="3325965" y="2937002"/>
                  </a:lnTo>
                  <a:lnTo>
                    <a:pt x="3326091" y="2937002"/>
                  </a:lnTo>
                  <a:lnTo>
                    <a:pt x="3326217" y="2937002"/>
                  </a:lnTo>
                  <a:lnTo>
                    <a:pt x="3326343" y="2937002"/>
                  </a:lnTo>
                  <a:lnTo>
                    <a:pt x="3326470" y="2937002"/>
                  </a:lnTo>
                  <a:lnTo>
                    <a:pt x="3326596" y="2937002"/>
                  </a:lnTo>
                  <a:lnTo>
                    <a:pt x="3326722" y="2937002"/>
                  </a:lnTo>
                  <a:lnTo>
                    <a:pt x="3326722" y="2932090"/>
                  </a:lnTo>
                  <a:lnTo>
                    <a:pt x="3326848" y="2932090"/>
                  </a:lnTo>
                  <a:lnTo>
                    <a:pt x="3326975" y="2932090"/>
                  </a:lnTo>
                  <a:lnTo>
                    <a:pt x="3327101" y="2932090"/>
                  </a:lnTo>
                  <a:lnTo>
                    <a:pt x="3327227" y="2932090"/>
                  </a:lnTo>
                  <a:lnTo>
                    <a:pt x="3327353" y="2932090"/>
                  </a:lnTo>
                  <a:lnTo>
                    <a:pt x="3327480" y="2932090"/>
                  </a:lnTo>
                  <a:lnTo>
                    <a:pt x="3327480" y="2927179"/>
                  </a:lnTo>
                  <a:lnTo>
                    <a:pt x="3327606" y="2927179"/>
                  </a:lnTo>
                  <a:lnTo>
                    <a:pt x="3327732" y="2927179"/>
                  </a:lnTo>
                  <a:lnTo>
                    <a:pt x="3327732" y="2922268"/>
                  </a:lnTo>
                  <a:lnTo>
                    <a:pt x="3327858" y="2922268"/>
                  </a:lnTo>
                  <a:lnTo>
                    <a:pt x="3327985" y="2922268"/>
                  </a:lnTo>
                  <a:lnTo>
                    <a:pt x="3328111" y="2922268"/>
                  </a:lnTo>
                  <a:lnTo>
                    <a:pt x="3328237" y="2922268"/>
                  </a:lnTo>
                  <a:lnTo>
                    <a:pt x="3328363" y="2922268"/>
                  </a:lnTo>
                  <a:lnTo>
                    <a:pt x="3328490" y="2922268"/>
                  </a:lnTo>
                  <a:lnTo>
                    <a:pt x="3328616" y="2922268"/>
                  </a:lnTo>
                  <a:lnTo>
                    <a:pt x="3328616" y="2917356"/>
                  </a:lnTo>
                  <a:lnTo>
                    <a:pt x="3328742" y="2917356"/>
                  </a:lnTo>
                  <a:lnTo>
                    <a:pt x="3328868" y="2917356"/>
                  </a:lnTo>
                  <a:lnTo>
                    <a:pt x="3328995" y="2917356"/>
                  </a:lnTo>
                  <a:lnTo>
                    <a:pt x="3329121" y="2917356"/>
                  </a:lnTo>
                  <a:lnTo>
                    <a:pt x="3329247" y="2917356"/>
                  </a:lnTo>
                  <a:lnTo>
                    <a:pt x="3329373" y="2917356"/>
                  </a:lnTo>
                  <a:lnTo>
                    <a:pt x="3329500" y="2917356"/>
                  </a:lnTo>
                  <a:lnTo>
                    <a:pt x="3329626" y="2917356"/>
                  </a:lnTo>
                  <a:lnTo>
                    <a:pt x="3329752" y="2917356"/>
                  </a:lnTo>
                  <a:lnTo>
                    <a:pt x="3329879" y="2917356"/>
                  </a:lnTo>
                  <a:lnTo>
                    <a:pt x="3330005" y="2917356"/>
                  </a:lnTo>
                  <a:lnTo>
                    <a:pt x="3330131" y="2917356"/>
                  </a:lnTo>
                  <a:lnTo>
                    <a:pt x="3330257" y="2917356"/>
                  </a:lnTo>
                  <a:lnTo>
                    <a:pt x="3330384" y="2917356"/>
                  </a:lnTo>
                  <a:lnTo>
                    <a:pt x="3330510" y="2917356"/>
                  </a:lnTo>
                  <a:lnTo>
                    <a:pt x="3330636" y="2917356"/>
                  </a:lnTo>
                  <a:lnTo>
                    <a:pt x="3330762" y="2917356"/>
                  </a:lnTo>
                  <a:lnTo>
                    <a:pt x="3330889" y="2917356"/>
                  </a:lnTo>
                  <a:lnTo>
                    <a:pt x="3331015" y="2917356"/>
                  </a:lnTo>
                  <a:lnTo>
                    <a:pt x="3331141" y="2917356"/>
                  </a:lnTo>
                  <a:lnTo>
                    <a:pt x="3331267" y="2917356"/>
                  </a:lnTo>
                  <a:lnTo>
                    <a:pt x="3331394" y="2917356"/>
                  </a:lnTo>
                  <a:lnTo>
                    <a:pt x="3331520" y="2917356"/>
                  </a:lnTo>
                  <a:lnTo>
                    <a:pt x="3331646" y="2917356"/>
                  </a:lnTo>
                  <a:lnTo>
                    <a:pt x="3331772" y="2917356"/>
                  </a:lnTo>
                  <a:lnTo>
                    <a:pt x="3331899" y="2917356"/>
                  </a:lnTo>
                  <a:lnTo>
                    <a:pt x="3332025" y="2917356"/>
                  </a:lnTo>
                  <a:lnTo>
                    <a:pt x="3332151" y="2917356"/>
                  </a:lnTo>
                  <a:lnTo>
                    <a:pt x="3332277" y="2917356"/>
                  </a:lnTo>
                  <a:lnTo>
                    <a:pt x="3332404" y="2917356"/>
                  </a:lnTo>
                  <a:lnTo>
                    <a:pt x="3332530" y="2917356"/>
                  </a:lnTo>
                  <a:lnTo>
                    <a:pt x="3332656" y="2917356"/>
                  </a:lnTo>
                  <a:lnTo>
                    <a:pt x="3332782" y="2917356"/>
                  </a:lnTo>
                  <a:lnTo>
                    <a:pt x="3332909" y="2917356"/>
                  </a:lnTo>
                  <a:lnTo>
                    <a:pt x="3333035" y="2917356"/>
                  </a:lnTo>
                  <a:lnTo>
                    <a:pt x="3333161" y="2917356"/>
                  </a:lnTo>
                  <a:lnTo>
                    <a:pt x="3333287" y="2917356"/>
                  </a:lnTo>
                  <a:lnTo>
                    <a:pt x="3333414" y="2917356"/>
                  </a:lnTo>
                  <a:lnTo>
                    <a:pt x="3333540" y="2917356"/>
                  </a:lnTo>
                  <a:lnTo>
                    <a:pt x="3333666" y="2917356"/>
                  </a:lnTo>
                  <a:lnTo>
                    <a:pt x="3333792" y="2917356"/>
                  </a:lnTo>
                  <a:lnTo>
                    <a:pt x="3333919" y="2917356"/>
                  </a:lnTo>
                  <a:lnTo>
                    <a:pt x="3334045" y="2917356"/>
                  </a:lnTo>
                  <a:lnTo>
                    <a:pt x="3334171" y="2917356"/>
                  </a:lnTo>
                  <a:lnTo>
                    <a:pt x="3334297" y="2917356"/>
                  </a:lnTo>
                  <a:lnTo>
                    <a:pt x="3334424" y="2917356"/>
                  </a:lnTo>
                  <a:lnTo>
                    <a:pt x="3334550" y="2917356"/>
                  </a:lnTo>
                  <a:lnTo>
                    <a:pt x="3334676" y="2917356"/>
                  </a:lnTo>
                  <a:lnTo>
                    <a:pt x="3334802" y="2917356"/>
                  </a:lnTo>
                  <a:lnTo>
                    <a:pt x="3334929" y="2917356"/>
                  </a:lnTo>
                  <a:lnTo>
                    <a:pt x="3335055" y="2917356"/>
                  </a:lnTo>
                  <a:lnTo>
                    <a:pt x="3335181" y="2917356"/>
                  </a:lnTo>
                  <a:lnTo>
                    <a:pt x="3335308" y="2917356"/>
                  </a:lnTo>
                  <a:lnTo>
                    <a:pt x="3335434" y="2917356"/>
                  </a:lnTo>
                  <a:lnTo>
                    <a:pt x="3335560" y="2917356"/>
                  </a:lnTo>
                  <a:lnTo>
                    <a:pt x="3335686" y="2917356"/>
                  </a:lnTo>
                  <a:lnTo>
                    <a:pt x="3335813" y="2917356"/>
                  </a:lnTo>
                  <a:lnTo>
                    <a:pt x="3335939" y="2917356"/>
                  </a:lnTo>
                  <a:lnTo>
                    <a:pt x="3336065" y="2917356"/>
                  </a:lnTo>
                  <a:lnTo>
                    <a:pt x="3336191" y="2917356"/>
                  </a:lnTo>
                  <a:lnTo>
                    <a:pt x="3336318" y="2917356"/>
                  </a:lnTo>
                  <a:lnTo>
                    <a:pt x="3336444" y="2917356"/>
                  </a:lnTo>
                  <a:lnTo>
                    <a:pt x="3336570" y="2917356"/>
                  </a:lnTo>
                  <a:lnTo>
                    <a:pt x="3336696" y="2917356"/>
                  </a:lnTo>
                  <a:lnTo>
                    <a:pt x="3336823" y="2917356"/>
                  </a:lnTo>
                  <a:lnTo>
                    <a:pt x="3336949" y="2917356"/>
                  </a:lnTo>
                  <a:lnTo>
                    <a:pt x="3337075" y="2917356"/>
                  </a:lnTo>
                  <a:lnTo>
                    <a:pt x="3337201" y="2917356"/>
                  </a:lnTo>
                  <a:lnTo>
                    <a:pt x="3337328" y="2917356"/>
                  </a:lnTo>
                  <a:lnTo>
                    <a:pt x="3337454" y="2917356"/>
                  </a:lnTo>
                  <a:lnTo>
                    <a:pt x="3337580" y="2917356"/>
                  </a:lnTo>
                  <a:lnTo>
                    <a:pt x="3337706" y="2917356"/>
                  </a:lnTo>
                  <a:lnTo>
                    <a:pt x="3337833" y="2917356"/>
                  </a:lnTo>
                  <a:lnTo>
                    <a:pt x="3337959" y="2917356"/>
                  </a:lnTo>
                  <a:lnTo>
                    <a:pt x="3338085" y="2917356"/>
                  </a:lnTo>
                  <a:lnTo>
                    <a:pt x="3338211" y="2917356"/>
                  </a:lnTo>
                  <a:lnTo>
                    <a:pt x="3338338" y="2917356"/>
                  </a:lnTo>
                  <a:lnTo>
                    <a:pt x="3338464" y="2917356"/>
                  </a:lnTo>
                  <a:lnTo>
                    <a:pt x="3338590" y="2917356"/>
                  </a:lnTo>
                  <a:lnTo>
                    <a:pt x="3338716" y="2917356"/>
                  </a:lnTo>
                  <a:lnTo>
                    <a:pt x="3338843" y="2917356"/>
                  </a:lnTo>
                  <a:lnTo>
                    <a:pt x="3338969" y="2917356"/>
                  </a:lnTo>
                  <a:lnTo>
                    <a:pt x="3339095" y="2917356"/>
                  </a:lnTo>
                  <a:lnTo>
                    <a:pt x="3339221" y="2917356"/>
                  </a:lnTo>
                  <a:lnTo>
                    <a:pt x="3339348" y="2917356"/>
                  </a:lnTo>
                  <a:lnTo>
                    <a:pt x="3339474" y="2917356"/>
                  </a:lnTo>
                  <a:lnTo>
                    <a:pt x="3339600" y="2917356"/>
                  </a:lnTo>
                  <a:lnTo>
                    <a:pt x="3339726" y="2917356"/>
                  </a:lnTo>
                  <a:lnTo>
                    <a:pt x="3339853" y="2917356"/>
                  </a:lnTo>
                  <a:lnTo>
                    <a:pt x="3339979" y="2917356"/>
                  </a:lnTo>
                  <a:lnTo>
                    <a:pt x="3340105" y="2917356"/>
                  </a:lnTo>
                  <a:lnTo>
                    <a:pt x="3340232" y="2917356"/>
                  </a:lnTo>
                  <a:lnTo>
                    <a:pt x="3340358" y="2917356"/>
                  </a:lnTo>
                  <a:lnTo>
                    <a:pt x="3340358" y="2912445"/>
                  </a:lnTo>
                  <a:lnTo>
                    <a:pt x="3340484" y="2912445"/>
                  </a:lnTo>
                  <a:lnTo>
                    <a:pt x="3340610" y="2912445"/>
                  </a:lnTo>
                  <a:lnTo>
                    <a:pt x="3340737" y="2912445"/>
                  </a:lnTo>
                  <a:lnTo>
                    <a:pt x="3340863" y="2912445"/>
                  </a:lnTo>
                  <a:lnTo>
                    <a:pt x="3340989" y="2912445"/>
                  </a:lnTo>
                  <a:lnTo>
                    <a:pt x="3341115" y="2912445"/>
                  </a:lnTo>
                  <a:lnTo>
                    <a:pt x="3341242" y="2912445"/>
                  </a:lnTo>
                  <a:lnTo>
                    <a:pt x="3341368" y="2912445"/>
                  </a:lnTo>
                  <a:lnTo>
                    <a:pt x="3341494" y="2912445"/>
                  </a:lnTo>
                  <a:lnTo>
                    <a:pt x="3341620" y="2912445"/>
                  </a:lnTo>
                  <a:lnTo>
                    <a:pt x="3341747" y="2912445"/>
                  </a:lnTo>
                  <a:lnTo>
                    <a:pt x="3341873" y="2912445"/>
                  </a:lnTo>
                  <a:lnTo>
                    <a:pt x="3341999" y="2912445"/>
                  </a:lnTo>
                  <a:lnTo>
                    <a:pt x="3342125" y="2912445"/>
                  </a:lnTo>
                  <a:lnTo>
                    <a:pt x="3342252" y="2912445"/>
                  </a:lnTo>
                  <a:lnTo>
                    <a:pt x="3342378" y="2912445"/>
                  </a:lnTo>
                  <a:lnTo>
                    <a:pt x="3342504" y="2912445"/>
                  </a:lnTo>
                  <a:lnTo>
                    <a:pt x="3342630" y="2912445"/>
                  </a:lnTo>
                  <a:lnTo>
                    <a:pt x="3342757" y="2912445"/>
                  </a:lnTo>
                  <a:lnTo>
                    <a:pt x="3342883" y="2912445"/>
                  </a:lnTo>
                  <a:lnTo>
                    <a:pt x="3343009" y="2912445"/>
                  </a:lnTo>
                  <a:lnTo>
                    <a:pt x="3343135" y="2912445"/>
                  </a:lnTo>
                  <a:lnTo>
                    <a:pt x="3343262" y="2912445"/>
                  </a:lnTo>
                  <a:lnTo>
                    <a:pt x="3343388" y="2912445"/>
                  </a:lnTo>
                  <a:lnTo>
                    <a:pt x="3343514" y="2912445"/>
                  </a:lnTo>
                  <a:lnTo>
                    <a:pt x="3343640" y="2912445"/>
                  </a:lnTo>
                  <a:lnTo>
                    <a:pt x="3343767" y="2912445"/>
                  </a:lnTo>
                  <a:lnTo>
                    <a:pt x="3343893" y="2912445"/>
                  </a:lnTo>
                  <a:lnTo>
                    <a:pt x="3344019" y="2912445"/>
                  </a:lnTo>
                  <a:lnTo>
                    <a:pt x="3344145" y="2912445"/>
                  </a:lnTo>
                  <a:lnTo>
                    <a:pt x="3344272" y="2912445"/>
                  </a:lnTo>
                  <a:lnTo>
                    <a:pt x="3344398" y="2912445"/>
                  </a:lnTo>
                  <a:lnTo>
                    <a:pt x="3344524" y="2912445"/>
                  </a:lnTo>
                  <a:lnTo>
                    <a:pt x="3344650" y="2912445"/>
                  </a:lnTo>
                  <a:lnTo>
                    <a:pt x="3344777" y="2912445"/>
                  </a:lnTo>
                  <a:lnTo>
                    <a:pt x="3344903" y="2912445"/>
                  </a:lnTo>
                  <a:lnTo>
                    <a:pt x="3345029" y="2912445"/>
                  </a:lnTo>
                  <a:lnTo>
                    <a:pt x="3345155" y="2912445"/>
                  </a:lnTo>
                  <a:lnTo>
                    <a:pt x="3345282" y="2912445"/>
                  </a:lnTo>
                  <a:lnTo>
                    <a:pt x="3345408" y="2912445"/>
                  </a:lnTo>
                  <a:lnTo>
                    <a:pt x="3345534" y="2912445"/>
                  </a:lnTo>
                  <a:lnTo>
                    <a:pt x="3345661" y="2912445"/>
                  </a:lnTo>
                  <a:lnTo>
                    <a:pt x="3345787" y="2912445"/>
                  </a:lnTo>
                  <a:lnTo>
                    <a:pt x="3345913" y="2912445"/>
                  </a:lnTo>
                  <a:lnTo>
                    <a:pt x="3346039" y="2912445"/>
                  </a:lnTo>
                  <a:lnTo>
                    <a:pt x="3346166" y="2912445"/>
                  </a:lnTo>
                  <a:lnTo>
                    <a:pt x="3346292" y="2912445"/>
                  </a:lnTo>
                  <a:lnTo>
                    <a:pt x="3346418" y="2912445"/>
                  </a:lnTo>
                  <a:lnTo>
                    <a:pt x="3346544" y="2912445"/>
                  </a:lnTo>
                  <a:lnTo>
                    <a:pt x="3346671" y="2912445"/>
                  </a:lnTo>
                  <a:lnTo>
                    <a:pt x="3346671" y="2907533"/>
                  </a:lnTo>
                  <a:lnTo>
                    <a:pt x="3346797" y="2907533"/>
                  </a:lnTo>
                  <a:lnTo>
                    <a:pt x="3346923" y="2907533"/>
                  </a:lnTo>
                  <a:lnTo>
                    <a:pt x="3347049" y="2907533"/>
                  </a:lnTo>
                  <a:lnTo>
                    <a:pt x="3347176" y="2907533"/>
                  </a:lnTo>
                  <a:lnTo>
                    <a:pt x="3347302" y="2907533"/>
                  </a:lnTo>
                  <a:lnTo>
                    <a:pt x="3347428" y="2907533"/>
                  </a:lnTo>
                  <a:lnTo>
                    <a:pt x="3347554" y="2907533"/>
                  </a:lnTo>
                  <a:lnTo>
                    <a:pt x="3347681" y="2907533"/>
                  </a:lnTo>
                  <a:lnTo>
                    <a:pt x="3347807" y="2907533"/>
                  </a:lnTo>
                  <a:lnTo>
                    <a:pt x="3347933" y="2907533"/>
                  </a:lnTo>
                  <a:lnTo>
                    <a:pt x="3348059" y="2907533"/>
                  </a:lnTo>
                  <a:lnTo>
                    <a:pt x="3348186" y="2907533"/>
                  </a:lnTo>
                  <a:lnTo>
                    <a:pt x="3348312" y="2907533"/>
                  </a:lnTo>
                  <a:lnTo>
                    <a:pt x="3348438" y="2907533"/>
                  </a:lnTo>
                  <a:lnTo>
                    <a:pt x="3348564" y="2907533"/>
                  </a:lnTo>
                  <a:lnTo>
                    <a:pt x="3348691" y="2907533"/>
                  </a:lnTo>
                  <a:lnTo>
                    <a:pt x="3348817" y="2907533"/>
                  </a:lnTo>
                  <a:lnTo>
                    <a:pt x="3348943" y="2907533"/>
                  </a:lnTo>
                  <a:lnTo>
                    <a:pt x="3349069" y="2907533"/>
                  </a:lnTo>
                  <a:lnTo>
                    <a:pt x="3349196" y="2907533"/>
                  </a:lnTo>
                  <a:lnTo>
                    <a:pt x="3349322" y="2907533"/>
                  </a:lnTo>
                  <a:lnTo>
                    <a:pt x="3349448" y="2907533"/>
                  </a:lnTo>
                  <a:lnTo>
                    <a:pt x="3349574" y="2907533"/>
                  </a:lnTo>
                  <a:lnTo>
                    <a:pt x="3349701" y="2907533"/>
                  </a:lnTo>
                  <a:lnTo>
                    <a:pt x="3349827" y="2907533"/>
                  </a:lnTo>
                  <a:lnTo>
                    <a:pt x="3349953" y="2907533"/>
                  </a:lnTo>
                  <a:lnTo>
                    <a:pt x="3350079" y="2907533"/>
                  </a:lnTo>
                  <a:lnTo>
                    <a:pt x="3350206" y="2907533"/>
                  </a:lnTo>
                  <a:lnTo>
                    <a:pt x="3350332" y="2907533"/>
                  </a:lnTo>
                  <a:lnTo>
                    <a:pt x="3350458" y="2907533"/>
                  </a:lnTo>
                  <a:lnTo>
                    <a:pt x="3350585" y="2907533"/>
                  </a:lnTo>
                  <a:lnTo>
                    <a:pt x="3350711" y="2907533"/>
                  </a:lnTo>
                  <a:lnTo>
                    <a:pt x="3350837" y="2907533"/>
                  </a:lnTo>
                  <a:lnTo>
                    <a:pt x="3350963" y="2907533"/>
                  </a:lnTo>
                  <a:lnTo>
                    <a:pt x="3351090" y="2907533"/>
                  </a:lnTo>
                  <a:lnTo>
                    <a:pt x="3351216" y="2907533"/>
                  </a:lnTo>
                  <a:lnTo>
                    <a:pt x="3351342" y="2907533"/>
                  </a:lnTo>
                  <a:lnTo>
                    <a:pt x="3351468" y="2907533"/>
                  </a:lnTo>
                  <a:lnTo>
                    <a:pt x="3351595" y="2907533"/>
                  </a:lnTo>
                  <a:lnTo>
                    <a:pt x="3351721" y="2907533"/>
                  </a:lnTo>
                  <a:lnTo>
                    <a:pt x="3351847" y="2907533"/>
                  </a:lnTo>
                  <a:lnTo>
                    <a:pt x="3351973" y="2907533"/>
                  </a:lnTo>
                  <a:lnTo>
                    <a:pt x="3352100" y="2907533"/>
                  </a:lnTo>
                  <a:lnTo>
                    <a:pt x="3352226" y="2907533"/>
                  </a:lnTo>
                  <a:lnTo>
                    <a:pt x="3352352" y="2907533"/>
                  </a:lnTo>
                  <a:lnTo>
                    <a:pt x="3352478" y="2907533"/>
                  </a:lnTo>
                  <a:lnTo>
                    <a:pt x="3352605" y="2907533"/>
                  </a:lnTo>
                  <a:lnTo>
                    <a:pt x="3352731" y="2907533"/>
                  </a:lnTo>
                  <a:lnTo>
                    <a:pt x="3352857" y="2907533"/>
                  </a:lnTo>
                  <a:lnTo>
                    <a:pt x="3352983" y="2907533"/>
                  </a:lnTo>
                  <a:lnTo>
                    <a:pt x="3353110" y="2907533"/>
                  </a:lnTo>
                  <a:lnTo>
                    <a:pt x="3353236" y="2907533"/>
                  </a:lnTo>
                  <a:lnTo>
                    <a:pt x="3353362" y="2907533"/>
                  </a:lnTo>
                  <a:lnTo>
                    <a:pt x="3353488" y="2907533"/>
                  </a:lnTo>
                  <a:lnTo>
                    <a:pt x="3353615" y="2907533"/>
                  </a:lnTo>
                  <a:lnTo>
                    <a:pt x="3353741" y="2907533"/>
                  </a:lnTo>
                  <a:lnTo>
                    <a:pt x="3353867" y="2907533"/>
                  </a:lnTo>
                  <a:lnTo>
                    <a:pt x="3353993" y="2907533"/>
                  </a:lnTo>
                  <a:lnTo>
                    <a:pt x="3354120" y="2907533"/>
                  </a:lnTo>
                  <a:lnTo>
                    <a:pt x="3354246" y="2907533"/>
                  </a:lnTo>
                  <a:lnTo>
                    <a:pt x="3354372" y="2907533"/>
                  </a:lnTo>
                  <a:lnTo>
                    <a:pt x="3354498" y="2907533"/>
                  </a:lnTo>
                  <a:lnTo>
                    <a:pt x="3354625" y="2907533"/>
                  </a:lnTo>
                  <a:lnTo>
                    <a:pt x="3354751" y="2907533"/>
                  </a:lnTo>
                  <a:lnTo>
                    <a:pt x="3354877" y="2907533"/>
                  </a:lnTo>
                  <a:lnTo>
                    <a:pt x="3355003" y="2907533"/>
                  </a:lnTo>
                  <a:lnTo>
                    <a:pt x="3355130" y="2907533"/>
                  </a:lnTo>
                  <a:lnTo>
                    <a:pt x="3355256" y="2907533"/>
                  </a:lnTo>
                  <a:lnTo>
                    <a:pt x="3355382" y="2907533"/>
                  </a:lnTo>
                  <a:lnTo>
                    <a:pt x="3355508" y="2907533"/>
                  </a:lnTo>
                  <a:lnTo>
                    <a:pt x="3355635" y="2907533"/>
                  </a:lnTo>
                  <a:lnTo>
                    <a:pt x="3355761" y="2907533"/>
                  </a:lnTo>
                  <a:lnTo>
                    <a:pt x="3355887" y="2907533"/>
                  </a:lnTo>
                  <a:lnTo>
                    <a:pt x="3356014" y="2907533"/>
                  </a:lnTo>
                  <a:lnTo>
                    <a:pt x="3356140" y="2907533"/>
                  </a:lnTo>
                  <a:lnTo>
                    <a:pt x="3356266" y="2907533"/>
                  </a:lnTo>
                  <a:lnTo>
                    <a:pt x="3356392" y="2907533"/>
                  </a:lnTo>
                  <a:lnTo>
                    <a:pt x="3356519" y="2907533"/>
                  </a:lnTo>
                  <a:lnTo>
                    <a:pt x="3356645" y="2907533"/>
                  </a:lnTo>
                  <a:lnTo>
                    <a:pt x="3356771" y="2907533"/>
                  </a:lnTo>
                  <a:lnTo>
                    <a:pt x="3356897" y="2907533"/>
                  </a:lnTo>
                  <a:lnTo>
                    <a:pt x="3357024" y="2907533"/>
                  </a:lnTo>
                  <a:lnTo>
                    <a:pt x="3357150" y="2907533"/>
                  </a:lnTo>
                  <a:lnTo>
                    <a:pt x="3357276" y="2907533"/>
                  </a:lnTo>
                  <a:lnTo>
                    <a:pt x="3357402" y="2907533"/>
                  </a:lnTo>
                  <a:lnTo>
                    <a:pt x="3357529" y="2907533"/>
                  </a:lnTo>
                  <a:lnTo>
                    <a:pt x="3357655" y="2907533"/>
                  </a:lnTo>
                  <a:lnTo>
                    <a:pt x="3357781" y="2907533"/>
                  </a:lnTo>
                  <a:lnTo>
                    <a:pt x="3357907" y="2907533"/>
                  </a:lnTo>
                  <a:lnTo>
                    <a:pt x="3358034" y="2907533"/>
                  </a:lnTo>
                  <a:lnTo>
                    <a:pt x="3358160" y="2907533"/>
                  </a:lnTo>
                  <a:lnTo>
                    <a:pt x="3358286" y="2907533"/>
                  </a:lnTo>
                  <a:lnTo>
                    <a:pt x="3358412" y="2907533"/>
                  </a:lnTo>
                  <a:lnTo>
                    <a:pt x="3358539" y="2907533"/>
                  </a:lnTo>
                  <a:lnTo>
                    <a:pt x="3358665" y="2907533"/>
                  </a:lnTo>
                  <a:lnTo>
                    <a:pt x="3358791" y="2907533"/>
                  </a:lnTo>
                  <a:lnTo>
                    <a:pt x="3358917" y="2907533"/>
                  </a:lnTo>
                  <a:lnTo>
                    <a:pt x="3359044" y="2907533"/>
                  </a:lnTo>
                  <a:lnTo>
                    <a:pt x="3359170" y="2907533"/>
                  </a:lnTo>
                  <a:lnTo>
                    <a:pt x="3359296" y="2907533"/>
                  </a:lnTo>
                  <a:lnTo>
                    <a:pt x="3359422" y="2907533"/>
                  </a:lnTo>
                  <a:lnTo>
                    <a:pt x="3359549" y="2907533"/>
                  </a:lnTo>
                  <a:lnTo>
                    <a:pt x="3359675" y="2907533"/>
                  </a:lnTo>
                  <a:lnTo>
                    <a:pt x="3359801" y="2907533"/>
                  </a:lnTo>
                  <a:lnTo>
                    <a:pt x="3359927" y="2907533"/>
                  </a:lnTo>
                  <a:lnTo>
                    <a:pt x="3360054" y="2907533"/>
                  </a:lnTo>
                  <a:lnTo>
                    <a:pt x="3360180" y="2907533"/>
                  </a:lnTo>
                  <a:lnTo>
                    <a:pt x="3360306" y="2907533"/>
                  </a:lnTo>
                  <a:lnTo>
                    <a:pt x="3360432" y="2907533"/>
                  </a:lnTo>
                  <a:lnTo>
                    <a:pt x="3360559" y="2907533"/>
                  </a:lnTo>
                  <a:lnTo>
                    <a:pt x="3360685" y="2907533"/>
                  </a:lnTo>
                  <a:lnTo>
                    <a:pt x="3360811" y="2907533"/>
                  </a:lnTo>
                  <a:lnTo>
                    <a:pt x="3360938" y="2907533"/>
                  </a:lnTo>
                  <a:lnTo>
                    <a:pt x="3361064" y="2907533"/>
                  </a:lnTo>
                  <a:lnTo>
                    <a:pt x="3361190" y="2907533"/>
                  </a:lnTo>
                  <a:lnTo>
                    <a:pt x="3361316" y="2907533"/>
                  </a:lnTo>
                  <a:lnTo>
                    <a:pt x="3361443" y="2907533"/>
                  </a:lnTo>
                  <a:lnTo>
                    <a:pt x="3361569" y="2907533"/>
                  </a:lnTo>
                  <a:lnTo>
                    <a:pt x="3361695" y="2907533"/>
                  </a:lnTo>
                  <a:lnTo>
                    <a:pt x="3361821" y="2907533"/>
                  </a:lnTo>
                  <a:lnTo>
                    <a:pt x="3361948" y="2907533"/>
                  </a:lnTo>
                  <a:lnTo>
                    <a:pt x="3362074" y="2907533"/>
                  </a:lnTo>
                  <a:lnTo>
                    <a:pt x="3362200" y="2907533"/>
                  </a:lnTo>
                  <a:lnTo>
                    <a:pt x="3362326" y="2907533"/>
                  </a:lnTo>
                  <a:lnTo>
                    <a:pt x="3362453" y="2907533"/>
                  </a:lnTo>
                  <a:lnTo>
                    <a:pt x="3362579" y="2907533"/>
                  </a:lnTo>
                  <a:lnTo>
                    <a:pt x="3362705" y="2907533"/>
                  </a:lnTo>
                  <a:lnTo>
                    <a:pt x="3362705" y="2902622"/>
                  </a:lnTo>
                  <a:lnTo>
                    <a:pt x="3362831" y="2902622"/>
                  </a:lnTo>
                  <a:lnTo>
                    <a:pt x="3362958" y="2902622"/>
                  </a:lnTo>
                  <a:lnTo>
                    <a:pt x="3363084" y="2902622"/>
                  </a:lnTo>
                  <a:lnTo>
                    <a:pt x="3363210" y="2902622"/>
                  </a:lnTo>
                  <a:lnTo>
                    <a:pt x="3363336" y="2902622"/>
                  </a:lnTo>
                  <a:lnTo>
                    <a:pt x="3363463" y="2902622"/>
                  </a:lnTo>
                  <a:lnTo>
                    <a:pt x="3363463" y="2897711"/>
                  </a:lnTo>
                  <a:lnTo>
                    <a:pt x="3363589" y="2897711"/>
                  </a:lnTo>
                  <a:lnTo>
                    <a:pt x="3363715" y="2897711"/>
                  </a:lnTo>
                  <a:lnTo>
                    <a:pt x="3363841" y="2897711"/>
                  </a:lnTo>
                  <a:lnTo>
                    <a:pt x="3363968" y="2897711"/>
                  </a:lnTo>
                  <a:lnTo>
                    <a:pt x="3364094" y="2897711"/>
                  </a:lnTo>
                  <a:lnTo>
                    <a:pt x="3364220" y="2897711"/>
                  </a:lnTo>
                  <a:lnTo>
                    <a:pt x="3364346" y="2897711"/>
                  </a:lnTo>
                  <a:lnTo>
                    <a:pt x="3364473" y="2897711"/>
                  </a:lnTo>
                  <a:lnTo>
                    <a:pt x="3364599" y="2897711"/>
                  </a:lnTo>
                  <a:lnTo>
                    <a:pt x="3364725" y="2897711"/>
                  </a:lnTo>
                  <a:lnTo>
                    <a:pt x="3364851" y="2897711"/>
                  </a:lnTo>
                  <a:lnTo>
                    <a:pt x="3364978" y="2897711"/>
                  </a:lnTo>
                  <a:lnTo>
                    <a:pt x="3365104" y="2897711"/>
                  </a:lnTo>
                  <a:lnTo>
                    <a:pt x="3365230" y="2897711"/>
                  </a:lnTo>
                  <a:lnTo>
                    <a:pt x="3365356" y="2897711"/>
                  </a:lnTo>
                  <a:lnTo>
                    <a:pt x="3365483" y="2897711"/>
                  </a:lnTo>
                  <a:lnTo>
                    <a:pt x="3365609" y="2897711"/>
                  </a:lnTo>
                  <a:lnTo>
                    <a:pt x="3365609" y="2892799"/>
                  </a:lnTo>
                  <a:lnTo>
                    <a:pt x="3365735" y="2892799"/>
                  </a:lnTo>
                  <a:lnTo>
                    <a:pt x="3365861" y="2892799"/>
                  </a:lnTo>
                  <a:lnTo>
                    <a:pt x="3365988" y="2892799"/>
                  </a:lnTo>
                  <a:lnTo>
                    <a:pt x="3366114" y="2892799"/>
                  </a:lnTo>
                  <a:lnTo>
                    <a:pt x="3366240" y="2892799"/>
                  </a:lnTo>
                  <a:lnTo>
                    <a:pt x="3366367" y="2892799"/>
                  </a:lnTo>
                  <a:lnTo>
                    <a:pt x="3366493" y="2892799"/>
                  </a:lnTo>
                  <a:lnTo>
                    <a:pt x="3366493" y="2887888"/>
                  </a:lnTo>
                  <a:lnTo>
                    <a:pt x="3366619" y="2887888"/>
                  </a:lnTo>
                  <a:lnTo>
                    <a:pt x="3366745" y="2887888"/>
                  </a:lnTo>
                  <a:lnTo>
                    <a:pt x="3366872" y="2887888"/>
                  </a:lnTo>
                  <a:lnTo>
                    <a:pt x="3366998" y="2887888"/>
                  </a:lnTo>
                  <a:lnTo>
                    <a:pt x="3367124" y="2887888"/>
                  </a:lnTo>
                  <a:lnTo>
                    <a:pt x="3367250" y="2887888"/>
                  </a:lnTo>
                  <a:lnTo>
                    <a:pt x="3367377" y="2887888"/>
                  </a:lnTo>
                  <a:lnTo>
                    <a:pt x="3367503" y="2887888"/>
                  </a:lnTo>
                  <a:lnTo>
                    <a:pt x="3367629" y="2887888"/>
                  </a:lnTo>
                  <a:lnTo>
                    <a:pt x="3367755" y="2887888"/>
                  </a:lnTo>
                  <a:lnTo>
                    <a:pt x="3367882" y="2887888"/>
                  </a:lnTo>
                  <a:lnTo>
                    <a:pt x="3368008" y="2887888"/>
                  </a:lnTo>
                  <a:lnTo>
                    <a:pt x="3368134" y="2887888"/>
                  </a:lnTo>
                  <a:lnTo>
                    <a:pt x="3368260" y="2887888"/>
                  </a:lnTo>
                  <a:lnTo>
                    <a:pt x="3368387" y="2887888"/>
                  </a:lnTo>
                  <a:lnTo>
                    <a:pt x="3368513" y="2887888"/>
                  </a:lnTo>
                  <a:lnTo>
                    <a:pt x="3368639" y="2887888"/>
                  </a:lnTo>
                  <a:lnTo>
                    <a:pt x="3368765" y="2887888"/>
                  </a:lnTo>
                  <a:lnTo>
                    <a:pt x="3368892" y="2887888"/>
                  </a:lnTo>
                  <a:lnTo>
                    <a:pt x="3369018" y="2887888"/>
                  </a:lnTo>
                  <a:lnTo>
                    <a:pt x="3369144" y="2887888"/>
                  </a:lnTo>
                  <a:lnTo>
                    <a:pt x="3369270" y="2887888"/>
                  </a:lnTo>
                  <a:lnTo>
                    <a:pt x="3369397" y="2887888"/>
                  </a:lnTo>
                  <a:lnTo>
                    <a:pt x="3369523" y="2887888"/>
                  </a:lnTo>
                  <a:lnTo>
                    <a:pt x="3369649" y="2887888"/>
                  </a:lnTo>
                  <a:lnTo>
                    <a:pt x="3369775" y="2887888"/>
                  </a:lnTo>
                  <a:lnTo>
                    <a:pt x="3369902" y="2887888"/>
                  </a:lnTo>
                  <a:lnTo>
                    <a:pt x="3370028" y="2887888"/>
                  </a:lnTo>
                  <a:lnTo>
                    <a:pt x="3370028" y="2882977"/>
                  </a:lnTo>
                  <a:lnTo>
                    <a:pt x="3370154" y="2882977"/>
                  </a:lnTo>
                  <a:lnTo>
                    <a:pt x="3370280" y="2882977"/>
                  </a:lnTo>
                  <a:lnTo>
                    <a:pt x="3370407" y="2882977"/>
                  </a:lnTo>
                  <a:lnTo>
                    <a:pt x="3370533" y="2882977"/>
                  </a:lnTo>
                  <a:lnTo>
                    <a:pt x="3370659" y="2882977"/>
                  </a:lnTo>
                  <a:lnTo>
                    <a:pt x="3370785" y="2882977"/>
                  </a:lnTo>
                  <a:lnTo>
                    <a:pt x="3370912" y="2882977"/>
                  </a:lnTo>
                  <a:lnTo>
                    <a:pt x="3371038" y="2882977"/>
                  </a:lnTo>
                  <a:lnTo>
                    <a:pt x="3371164" y="2882977"/>
                  </a:lnTo>
                  <a:lnTo>
                    <a:pt x="3371291" y="2882977"/>
                  </a:lnTo>
                  <a:lnTo>
                    <a:pt x="3371417" y="2882977"/>
                  </a:lnTo>
                  <a:lnTo>
                    <a:pt x="3371543" y="2882977"/>
                  </a:lnTo>
                  <a:lnTo>
                    <a:pt x="3371669" y="2882977"/>
                  </a:lnTo>
                  <a:lnTo>
                    <a:pt x="3371796" y="2882977"/>
                  </a:lnTo>
                  <a:lnTo>
                    <a:pt x="3371922" y="2882977"/>
                  </a:lnTo>
                  <a:lnTo>
                    <a:pt x="3372048" y="2882977"/>
                  </a:lnTo>
                  <a:lnTo>
                    <a:pt x="3372174" y="2882977"/>
                  </a:lnTo>
                  <a:lnTo>
                    <a:pt x="3372301" y="2882977"/>
                  </a:lnTo>
                  <a:lnTo>
                    <a:pt x="3372427" y="2882977"/>
                  </a:lnTo>
                  <a:lnTo>
                    <a:pt x="3372553" y="2882977"/>
                  </a:lnTo>
                  <a:lnTo>
                    <a:pt x="3372679" y="2882977"/>
                  </a:lnTo>
                  <a:lnTo>
                    <a:pt x="3372806" y="2882977"/>
                  </a:lnTo>
                  <a:lnTo>
                    <a:pt x="3372932" y="2882977"/>
                  </a:lnTo>
                  <a:lnTo>
                    <a:pt x="3373058" y="2882977"/>
                  </a:lnTo>
                  <a:lnTo>
                    <a:pt x="3373184" y="2882977"/>
                  </a:lnTo>
                  <a:lnTo>
                    <a:pt x="3373311" y="2882977"/>
                  </a:lnTo>
                  <a:lnTo>
                    <a:pt x="3373437" y="2882977"/>
                  </a:lnTo>
                  <a:lnTo>
                    <a:pt x="3373563" y="2882977"/>
                  </a:lnTo>
                  <a:lnTo>
                    <a:pt x="3373689" y="2882977"/>
                  </a:lnTo>
                  <a:lnTo>
                    <a:pt x="3373816" y="2882977"/>
                  </a:lnTo>
                  <a:lnTo>
                    <a:pt x="3373942" y="2882977"/>
                  </a:lnTo>
                  <a:lnTo>
                    <a:pt x="3374068" y="2882977"/>
                  </a:lnTo>
                  <a:lnTo>
                    <a:pt x="3374194" y="2882977"/>
                  </a:lnTo>
                  <a:lnTo>
                    <a:pt x="3374321" y="2882977"/>
                  </a:lnTo>
                  <a:lnTo>
                    <a:pt x="3374447" y="2882977"/>
                  </a:lnTo>
                  <a:lnTo>
                    <a:pt x="3374573" y="2882977"/>
                  </a:lnTo>
                  <a:lnTo>
                    <a:pt x="3374699" y="2882977"/>
                  </a:lnTo>
                  <a:lnTo>
                    <a:pt x="3374826" y="2882977"/>
                  </a:lnTo>
                  <a:lnTo>
                    <a:pt x="3374952" y="2882977"/>
                  </a:lnTo>
                  <a:lnTo>
                    <a:pt x="3375078" y="2882977"/>
                  </a:lnTo>
                  <a:lnTo>
                    <a:pt x="3375204" y="2882977"/>
                  </a:lnTo>
                  <a:lnTo>
                    <a:pt x="3375331" y="2882977"/>
                  </a:lnTo>
                  <a:lnTo>
                    <a:pt x="3375331" y="2878065"/>
                  </a:lnTo>
                  <a:lnTo>
                    <a:pt x="3375457" y="2878065"/>
                  </a:lnTo>
                  <a:lnTo>
                    <a:pt x="3375583" y="2878065"/>
                  </a:lnTo>
                  <a:lnTo>
                    <a:pt x="3375709" y="2878065"/>
                  </a:lnTo>
                  <a:lnTo>
                    <a:pt x="3375836" y="2878065"/>
                  </a:lnTo>
                  <a:lnTo>
                    <a:pt x="3375962" y="2878065"/>
                  </a:lnTo>
                  <a:lnTo>
                    <a:pt x="3376088" y="2878065"/>
                  </a:lnTo>
                  <a:lnTo>
                    <a:pt x="3376214" y="2878065"/>
                  </a:lnTo>
                  <a:lnTo>
                    <a:pt x="3376341" y="2878065"/>
                  </a:lnTo>
                  <a:lnTo>
                    <a:pt x="3376467" y="2878065"/>
                  </a:lnTo>
                  <a:lnTo>
                    <a:pt x="3376593" y="2878065"/>
                  </a:lnTo>
                  <a:lnTo>
                    <a:pt x="3376720" y="2878065"/>
                  </a:lnTo>
                  <a:lnTo>
                    <a:pt x="3376846" y="2878065"/>
                  </a:lnTo>
                  <a:lnTo>
                    <a:pt x="3376972" y="2878065"/>
                  </a:lnTo>
                  <a:lnTo>
                    <a:pt x="3376972" y="2873154"/>
                  </a:lnTo>
                  <a:lnTo>
                    <a:pt x="3377098" y="2873154"/>
                  </a:lnTo>
                  <a:lnTo>
                    <a:pt x="3377225" y="2873154"/>
                  </a:lnTo>
                  <a:lnTo>
                    <a:pt x="3377351" y="2873154"/>
                  </a:lnTo>
                  <a:lnTo>
                    <a:pt x="3377477" y="2873154"/>
                  </a:lnTo>
                  <a:lnTo>
                    <a:pt x="3377603" y="2873154"/>
                  </a:lnTo>
                  <a:lnTo>
                    <a:pt x="3377730" y="2873154"/>
                  </a:lnTo>
                  <a:lnTo>
                    <a:pt x="3377856" y="2873154"/>
                  </a:lnTo>
                  <a:lnTo>
                    <a:pt x="3377982" y="2873154"/>
                  </a:lnTo>
                  <a:lnTo>
                    <a:pt x="3378108" y="2873154"/>
                  </a:lnTo>
                  <a:lnTo>
                    <a:pt x="3378235" y="2873154"/>
                  </a:lnTo>
                  <a:lnTo>
                    <a:pt x="3378361" y="2873154"/>
                  </a:lnTo>
                  <a:lnTo>
                    <a:pt x="3378487" y="2873154"/>
                  </a:lnTo>
                  <a:lnTo>
                    <a:pt x="3378613" y="2873154"/>
                  </a:lnTo>
                  <a:lnTo>
                    <a:pt x="3378740" y="2873154"/>
                  </a:lnTo>
                  <a:lnTo>
                    <a:pt x="3378866" y="2873154"/>
                  </a:lnTo>
                  <a:lnTo>
                    <a:pt x="3378992" y="2873154"/>
                  </a:lnTo>
                  <a:lnTo>
                    <a:pt x="3379118" y="2873154"/>
                  </a:lnTo>
                  <a:lnTo>
                    <a:pt x="3379245" y="2873154"/>
                  </a:lnTo>
                  <a:lnTo>
                    <a:pt x="3379371" y="2873154"/>
                  </a:lnTo>
                  <a:lnTo>
                    <a:pt x="3379497" y="2873154"/>
                  </a:lnTo>
                  <a:lnTo>
                    <a:pt x="3379623" y="2873154"/>
                  </a:lnTo>
                  <a:lnTo>
                    <a:pt x="3379750" y="2873154"/>
                  </a:lnTo>
                  <a:lnTo>
                    <a:pt x="3379876" y="2873154"/>
                  </a:lnTo>
                  <a:lnTo>
                    <a:pt x="3380002" y="2873154"/>
                  </a:lnTo>
                  <a:lnTo>
                    <a:pt x="3380128" y="2873154"/>
                  </a:lnTo>
                  <a:lnTo>
                    <a:pt x="3380255" y="2873154"/>
                  </a:lnTo>
                  <a:lnTo>
                    <a:pt x="3380381" y="2873154"/>
                  </a:lnTo>
                  <a:lnTo>
                    <a:pt x="3380507" y="2873154"/>
                  </a:lnTo>
                  <a:lnTo>
                    <a:pt x="3380633" y="2873154"/>
                  </a:lnTo>
                  <a:lnTo>
                    <a:pt x="3380760" y="2873154"/>
                  </a:lnTo>
                  <a:lnTo>
                    <a:pt x="3380886" y="2873154"/>
                  </a:lnTo>
                  <a:lnTo>
                    <a:pt x="3381012" y="2873154"/>
                  </a:lnTo>
                  <a:lnTo>
                    <a:pt x="3381138" y="2873154"/>
                  </a:lnTo>
                  <a:lnTo>
                    <a:pt x="3381265" y="2873154"/>
                  </a:lnTo>
                  <a:lnTo>
                    <a:pt x="3381391" y="2873154"/>
                  </a:lnTo>
                  <a:lnTo>
                    <a:pt x="3381517" y="2873154"/>
                  </a:lnTo>
                  <a:lnTo>
                    <a:pt x="3381644" y="2873154"/>
                  </a:lnTo>
                  <a:lnTo>
                    <a:pt x="3381770" y="2873154"/>
                  </a:lnTo>
                  <a:lnTo>
                    <a:pt x="3381896" y="2873154"/>
                  </a:lnTo>
                  <a:lnTo>
                    <a:pt x="3382022" y="2873154"/>
                  </a:lnTo>
                  <a:lnTo>
                    <a:pt x="3382149" y="2873154"/>
                  </a:lnTo>
                  <a:lnTo>
                    <a:pt x="3382275" y="2873154"/>
                  </a:lnTo>
                  <a:lnTo>
                    <a:pt x="3382401" y="2873154"/>
                  </a:lnTo>
                  <a:lnTo>
                    <a:pt x="3382527" y="2873154"/>
                  </a:lnTo>
                  <a:lnTo>
                    <a:pt x="3382654" y="2873154"/>
                  </a:lnTo>
                  <a:lnTo>
                    <a:pt x="3382780" y="2873154"/>
                  </a:lnTo>
                  <a:lnTo>
                    <a:pt x="3382906" y="2873154"/>
                  </a:lnTo>
                  <a:lnTo>
                    <a:pt x="3383032" y="2873154"/>
                  </a:lnTo>
                  <a:lnTo>
                    <a:pt x="3383159" y="2873154"/>
                  </a:lnTo>
                  <a:lnTo>
                    <a:pt x="3383285" y="2873154"/>
                  </a:lnTo>
                  <a:lnTo>
                    <a:pt x="3383411" y="2873154"/>
                  </a:lnTo>
                  <a:lnTo>
                    <a:pt x="3383537" y="2873154"/>
                  </a:lnTo>
                  <a:lnTo>
                    <a:pt x="3383664" y="2873154"/>
                  </a:lnTo>
                  <a:lnTo>
                    <a:pt x="3383790" y="2873154"/>
                  </a:lnTo>
                  <a:lnTo>
                    <a:pt x="3383916" y="2873154"/>
                  </a:lnTo>
                  <a:lnTo>
                    <a:pt x="3384042" y="2873154"/>
                  </a:lnTo>
                  <a:lnTo>
                    <a:pt x="3384169" y="2873154"/>
                  </a:lnTo>
                  <a:lnTo>
                    <a:pt x="3384295" y="2873154"/>
                  </a:lnTo>
                  <a:lnTo>
                    <a:pt x="3384421" y="2873154"/>
                  </a:lnTo>
                  <a:lnTo>
                    <a:pt x="3384547" y="2873154"/>
                  </a:lnTo>
                  <a:lnTo>
                    <a:pt x="3384674" y="2873154"/>
                  </a:lnTo>
                  <a:lnTo>
                    <a:pt x="3384800" y="2873154"/>
                  </a:lnTo>
                  <a:lnTo>
                    <a:pt x="3384926" y="2873154"/>
                  </a:lnTo>
                  <a:lnTo>
                    <a:pt x="3385052" y="2873154"/>
                  </a:lnTo>
                  <a:lnTo>
                    <a:pt x="3385179" y="2873154"/>
                  </a:lnTo>
                  <a:lnTo>
                    <a:pt x="3385305" y="2873154"/>
                  </a:lnTo>
                  <a:lnTo>
                    <a:pt x="3385431" y="2873154"/>
                  </a:lnTo>
                  <a:lnTo>
                    <a:pt x="3385557" y="2873154"/>
                  </a:lnTo>
                  <a:lnTo>
                    <a:pt x="3385684" y="2873154"/>
                  </a:lnTo>
                  <a:lnTo>
                    <a:pt x="3385810" y="2873154"/>
                  </a:lnTo>
                  <a:lnTo>
                    <a:pt x="3385936" y="2873154"/>
                  </a:lnTo>
                  <a:lnTo>
                    <a:pt x="3386062" y="2873154"/>
                  </a:lnTo>
                  <a:lnTo>
                    <a:pt x="3386189" y="2873154"/>
                  </a:lnTo>
                  <a:lnTo>
                    <a:pt x="3386315" y="2873154"/>
                  </a:lnTo>
                  <a:lnTo>
                    <a:pt x="3386441" y="2873154"/>
                  </a:lnTo>
                  <a:lnTo>
                    <a:pt x="3386568" y="2873154"/>
                  </a:lnTo>
                  <a:lnTo>
                    <a:pt x="3386694" y="2873154"/>
                  </a:lnTo>
                  <a:lnTo>
                    <a:pt x="3386820" y="2873154"/>
                  </a:lnTo>
                  <a:lnTo>
                    <a:pt x="3386946" y="2873154"/>
                  </a:lnTo>
                  <a:lnTo>
                    <a:pt x="3387073" y="2873154"/>
                  </a:lnTo>
                  <a:lnTo>
                    <a:pt x="3387199" y="2873154"/>
                  </a:lnTo>
                  <a:lnTo>
                    <a:pt x="3387325" y="2873154"/>
                  </a:lnTo>
                  <a:lnTo>
                    <a:pt x="3387451" y="2873154"/>
                  </a:lnTo>
                  <a:lnTo>
                    <a:pt x="3387578" y="2873154"/>
                  </a:lnTo>
                  <a:lnTo>
                    <a:pt x="3387578" y="2868242"/>
                  </a:lnTo>
                  <a:lnTo>
                    <a:pt x="3387704" y="2868242"/>
                  </a:lnTo>
                  <a:lnTo>
                    <a:pt x="3387830" y="2868242"/>
                  </a:lnTo>
                  <a:lnTo>
                    <a:pt x="3387956" y="2868242"/>
                  </a:lnTo>
                  <a:lnTo>
                    <a:pt x="3388083" y="2868242"/>
                  </a:lnTo>
                  <a:lnTo>
                    <a:pt x="3388209" y="2868242"/>
                  </a:lnTo>
                  <a:lnTo>
                    <a:pt x="3388335" y="2868242"/>
                  </a:lnTo>
                  <a:lnTo>
                    <a:pt x="3388461" y="2868242"/>
                  </a:lnTo>
                  <a:lnTo>
                    <a:pt x="3388588" y="2868242"/>
                  </a:lnTo>
                  <a:lnTo>
                    <a:pt x="3388714" y="2868242"/>
                  </a:lnTo>
                  <a:lnTo>
                    <a:pt x="3388840" y="2868242"/>
                  </a:lnTo>
                  <a:lnTo>
                    <a:pt x="3388966" y="2868242"/>
                  </a:lnTo>
                  <a:lnTo>
                    <a:pt x="3389093" y="2868242"/>
                  </a:lnTo>
                  <a:lnTo>
                    <a:pt x="3389219" y="2868242"/>
                  </a:lnTo>
                  <a:lnTo>
                    <a:pt x="3389345" y="2868242"/>
                  </a:lnTo>
                  <a:lnTo>
                    <a:pt x="3389471" y="2868242"/>
                  </a:lnTo>
                  <a:lnTo>
                    <a:pt x="3389598" y="2868242"/>
                  </a:lnTo>
                  <a:lnTo>
                    <a:pt x="3389724" y="2868242"/>
                  </a:lnTo>
                  <a:lnTo>
                    <a:pt x="3389850" y="2868242"/>
                  </a:lnTo>
                  <a:lnTo>
                    <a:pt x="3389976" y="2868242"/>
                  </a:lnTo>
                  <a:lnTo>
                    <a:pt x="3390103" y="2868242"/>
                  </a:lnTo>
                  <a:lnTo>
                    <a:pt x="3390229" y="2868242"/>
                  </a:lnTo>
                  <a:lnTo>
                    <a:pt x="3390355" y="2868242"/>
                  </a:lnTo>
                  <a:lnTo>
                    <a:pt x="3390481" y="2868242"/>
                  </a:lnTo>
                  <a:lnTo>
                    <a:pt x="3390608" y="2868242"/>
                  </a:lnTo>
                  <a:lnTo>
                    <a:pt x="3390734" y="2868242"/>
                  </a:lnTo>
                  <a:lnTo>
                    <a:pt x="3390860" y="2868242"/>
                  </a:lnTo>
                  <a:lnTo>
                    <a:pt x="3390986" y="2868242"/>
                  </a:lnTo>
                  <a:lnTo>
                    <a:pt x="3391113" y="2868242"/>
                  </a:lnTo>
                  <a:lnTo>
                    <a:pt x="3391239" y="2868242"/>
                  </a:lnTo>
                  <a:lnTo>
                    <a:pt x="3391365" y="2868242"/>
                  </a:lnTo>
                  <a:lnTo>
                    <a:pt x="3391491" y="2868242"/>
                  </a:lnTo>
                  <a:lnTo>
                    <a:pt x="3391618" y="2868242"/>
                  </a:lnTo>
                  <a:lnTo>
                    <a:pt x="3391744" y="2868242"/>
                  </a:lnTo>
                  <a:lnTo>
                    <a:pt x="3391870" y="2868242"/>
                  </a:lnTo>
                  <a:lnTo>
                    <a:pt x="3391997" y="2868242"/>
                  </a:lnTo>
                  <a:lnTo>
                    <a:pt x="3392123" y="2868242"/>
                  </a:lnTo>
                  <a:lnTo>
                    <a:pt x="3392249" y="2868242"/>
                  </a:lnTo>
                  <a:lnTo>
                    <a:pt x="3392375" y="2868242"/>
                  </a:lnTo>
                  <a:lnTo>
                    <a:pt x="3392502" y="2868242"/>
                  </a:lnTo>
                  <a:lnTo>
                    <a:pt x="3392628" y="2868242"/>
                  </a:lnTo>
                  <a:lnTo>
                    <a:pt x="3392754" y="2868242"/>
                  </a:lnTo>
                  <a:lnTo>
                    <a:pt x="3392880" y="2868242"/>
                  </a:lnTo>
                  <a:lnTo>
                    <a:pt x="3393007" y="2868242"/>
                  </a:lnTo>
                  <a:lnTo>
                    <a:pt x="3393133" y="2868242"/>
                  </a:lnTo>
                  <a:lnTo>
                    <a:pt x="3393259" y="2868242"/>
                  </a:lnTo>
                  <a:lnTo>
                    <a:pt x="3393385" y="2868242"/>
                  </a:lnTo>
                  <a:lnTo>
                    <a:pt x="3393512" y="2868242"/>
                  </a:lnTo>
                  <a:lnTo>
                    <a:pt x="3393638" y="2868242"/>
                  </a:lnTo>
                  <a:lnTo>
                    <a:pt x="3393764" y="2868242"/>
                  </a:lnTo>
                  <a:lnTo>
                    <a:pt x="3393890" y="2868242"/>
                  </a:lnTo>
                  <a:lnTo>
                    <a:pt x="3394017" y="2868242"/>
                  </a:lnTo>
                  <a:lnTo>
                    <a:pt x="3394143" y="2868242"/>
                  </a:lnTo>
                  <a:lnTo>
                    <a:pt x="3394269" y="2868242"/>
                  </a:lnTo>
                  <a:lnTo>
                    <a:pt x="3394395" y="2868242"/>
                  </a:lnTo>
                  <a:lnTo>
                    <a:pt x="3394522" y="2868242"/>
                  </a:lnTo>
                  <a:lnTo>
                    <a:pt x="3394648" y="2868242"/>
                  </a:lnTo>
                  <a:lnTo>
                    <a:pt x="3394774" y="2868242"/>
                  </a:lnTo>
                  <a:lnTo>
                    <a:pt x="3394900" y="2868242"/>
                  </a:lnTo>
                  <a:lnTo>
                    <a:pt x="3395027" y="2868242"/>
                  </a:lnTo>
                  <a:lnTo>
                    <a:pt x="3395153" y="2868242"/>
                  </a:lnTo>
                  <a:lnTo>
                    <a:pt x="3395279" y="2868242"/>
                  </a:lnTo>
                  <a:lnTo>
                    <a:pt x="3395405" y="2868242"/>
                  </a:lnTo>
                  <a:lnTo>
                    <a:pt x="3395532" y="2868242"/>
                  </a:lnTo>
                  <a:lnTo>
                    <a:pt x="3395658" y="2868242"/>
                  </a:lnTo>
                  <a:lnTo>
                    <a:pt x="3395784" y="2868242"/>
                  </a:lnTo>
                  <a:lnTo>
                    <a:pt x="3395910" y="2868242"/>
                  </a:lnTo>
                  <a:lnTo>
                    <a:pt x="3396037" y="2868242"/>
                  </a:lnTo>
                  <a:lnTo>
                    <a:pt x="3396037" y="2863331"/>
                  </a:lnTo>
                  <a:lnTo>
                    <a:pt x="3396163" y="2863331"/>
                  </a:lnTo>
                  <a:lnTo>
                    <a:pt x="3396289" y="2863331"/>
                  </a:lnTo>
                  <a:lnTo>
                    <a:pt x="3396415" y="2863331"/>
                  </a:lnTo>
                  <a:lnTo>
                    <a:pt x="3396542" y="2863331"/>
                  </a:lnTo>
                  <a:lnTo>
                    <a:pt x="3396668" y="2863331"/>
                  </a:lnTo>
                  <a:lnTo>
                    <a:pt x="3396794" y="2863331"/>
                  </a:lnTo>
                  <a:lnTo>
                    <a:pt x="3396921" y="2863331"/>
                  </a:lnTo>
                  <a:lnTo>
                    <a:pt x="3397047" y="2863331"/>
                  </a:lnTo>
                  <a:lnTo>
                    <a:pt x="3397173" y="2863331"/>
                  </a:lnTo>
                  <a:lnTo>
                    <a:pt x="3397299" y="2863331"/>
                  </a:lnTo>
                  <a:lnTo>
                    <a:pt x="3397426" y="2863331"/>
                  </a:lnTo>
                  <a:lnTo>
                    <a:pt x="3397552" y="2863331"/>
                  </a:lnTo>
                  <a:lnTo>
                    <a:pt x="3397678" y="2863331"/>
                  </a:lnTo>
                  <a:lnTo>
                    <a:pt x="3397804" y="2863331"/>
                  </a:lnTo>
                  <a:lnTo>
                    <a:pt x="3397931" y="2863331"/>
                  </a:lnTo>
                  <a:lnTo>
                    <a:pt x="3398057" y="2863331"/>
                  </a:lnTo>
                  <a:lnTo>
                    <a:pt x="3398183" y="2863331"/>
                  </a:lnTo>
                  <a:lnTo>
                    <a:pt x="3398309" y="2863331"/>
                  </a:lnTo>
                  <a:lnTo>
                    <a:pt x="3398436" y="2863331"/>
                  </a:lnTo>
                  <a:lnTo>
                    <a:pt x="3398562" y="2863331"/>
                  </a:lnTo>
                  <a:lnTo>
                    <a:pt x="3398688" y="2863331"/>
                  </a:lnTo>
                  <a:lnTo>
                    <a:pt x="3398814" y="2863331"/>
                  </a:lnTo>
                  <a:lnTo>
                    <a:pt x="3398941" y="2863331"/>
                  </a:lnTo>
                  <a:lnTo>
                    <a:pt x="3399067" y="2863331"/>
                  </a:lnTo>
                  <a:lnTo>
                    <a:pt x="3399193" y="2863331"/>
                  </a:lnTo>
                  <a:lnTo>
                    <a:pt x="3399319" y="2863331"/>
                  </a:lnTo>
                  <a:lnTo>
                    <a:pt x="3399446" y="2863331"/>
                  </a:lnTo>
                  <a:lnTo>
                    <a:pt x="3399572" y="2863331"/>
                  </a:lnTo>
                  <a:lnTo>
                    <a:pt x="3399698" y="2863331"/>
                  </a:lnTo>
                  <a:lnTo>
                    <a:pt x="3399824" y="2863331"/>
                  </a:lnTo>
                  <a:lnTo>
                    <a:pt x="3399951" y="2863331"/>
                  </a:lnTo>
                  <a:lnTo>
                    <a:pt x="3400077" y="2863331"/>
                  </a:lnTo>
                  <a:lnTo>
                    <a:pt x="3400203" y="2863331"/>
                  </a:lnTo>
                  <a:lnTo>
                    <a:pt x="3400329" y="2863331"/>
                  </a:lnTo>
                  <a:lnTo>
                    <a:pt x="3400456" y="2863331"/>
                  </a:lnTo>
                  <a:lnTo>
                    <a:pt x="3400582" y="2863331"/>
                  </a:lnTo>
                  <a:lnTo>
                    <a:pt x="3400708" y="2863331"/>
                  </a:lnTo>
                  <a:lnTo>
                    <a:pt x="3400834" y="2863331"/>
                  </a:lnTo>
                  <a:lnTo>
                    <a:pt x="3400961" y="2863331"/>
                  </a:lnTo>
                  <a:lnTo>
                    <a:pt x="3401087" y="2863331"/>
                  </a:lnTo>
                  <a:lnTo>
                    <a:pt x="3401213" y="2863331"/>
                  </a:lnTo>
                  <a:lnTo>
                    <a:pt x="3401339" y="2863331"/>
                  </a:lnTo>
                  <a:lnTo>
                    <a:pt x="3401466" y="2863331"/>
                  </a:lnTo>
                  <a:lnTo>
                    <a:pt x="3401592" y="2863331"/>
                  </a:lnTo>
                  <a:lnTo>
                    <a:pt x="3401718" y="2863331"/>
                  </a:lnTo>
                  <a:lnTo>
                    <a:pt x="3401844" y="2863331"/>
                  </a:lnTo>
                  <a:lnTo>
                    <a:pt x="3401844" y="2858420"/>
                  </a:lnTo>
                  <a:lnTo>
                    <a:pt x="3401971" y="2858420"/>
                  </a:lnTo>
                  <a:lnTo>
                    <a:pt x="3402097" y="2858420"/>
                  </a:lnTo>
                  <a:lnTo>
                    <a:pt x="3402223" y="2858420"/>
                  </a:lnTo>
                  <a:lnTo>
                    <a:pt x="3402350" y="2858420"/>
                  </a:lnTo>
                  <a:lnTo>
                    <a:pt x="3402476" y="2858420"/>
                  </a:lnTo>
                  <a:lnTo>
                    <a:pt x="3402602" y="2858420"/>
                  </a:lnTo>
                  <a:lnTo>
                    <a:pt x="3402728" y="2858420"/>
                  </a:lnTo>
                  <a:lnTo>
                    <a:pt x="3402855" y="2858420"/>
                  </a:lnTo>
                  <a:lnTo>
                    <a:pt x="3402981" y="2858420"/>
                  </a:lnTo>
                  <a:lnTo>
                    <a:pt x="3403107" y="2858420"/>
                  </a:lnTo>
                  <a:lnTo>
                    <a:pt x="3403233" y="2858420"/>
                  </a:lnTo>
                  <a:lnTo>
                    <a:pt x="3403360" y="2858420"/>
                  </a:lnTo>
                  <a:lnTo>
                    <a:pt x="3403486" y="2858420"/>
                  </a:lnTo>
                  <a:lnTo>
                    <a:pt x="3403612" y="2858420"/>
                  </a:lnTo>
                  <a:lnTo>
                    <a:pt x="3403738" y="2858420"/>
                  </a:lnTo>
                  <a:lnTo>
                    <a:pt x="3403865" y="2858420"/>
                  </a:lnTo>
                  <a:lnTo>
                    <a:pt x="3403991" y="2858420"/>
                  </a:lnTo>
                  <a:lnTo>
                    <a:pt x="3404117" y="2858420"/>
                  </a:lnTo>
                  <a:lnTo>
                    <a:pt x="3404243" y="2858420"/>
                  </a:lnTo>
                  <a:lnTo>
                    <a:pt x="3404370" y="2858420"/>
                  </a:lnTo>
                  <a:lnTo>
                    <a:pt x="3404496" y="2858420"/>
                  </a:lnTo>
                  <a:lnTo>
                    <a:pt x="3404622" y="2858420"/>
                  </a:lnTo>
                  <a:lnTo>
                    <a:pt x="3404748" y="2858420"/>
                  </a:lnTo>
                  <a:lnTo>
                    <a:pt x="3404875" y="2858420"/>
                  </a:lnTo>
                  <a:lnTo>
                    <a:pt x="3405001" y="2858420"/>
                  </a:lnTo>
                  <a:lnTo>
                    <a:pt x="3405127" y="2858420"/>
                  </a:lnTo>
                  <a:lnTo>
                    <a:pt x="3405253" y="2858420"/>
                  </a:lnTo>
                  <a:lnTo>
                    <a:pt x="3405380" y="2858420"/>
                  </a:lnTo>
                  <a:lnTo>
                    <a:pt x="3405506" y="2858420"/>
                  </a:lnTo>
                  <a:lnTo>
                    <a:pt x="3405632" y="2858420"/>
                  </a:lnTo>
                  <a:lnTo>
                    <a:pt x="3405758" y="2858420"/>
                  </a:lnTo>
                  <a:lnTo>
                    <a:pt x="3405885" y="2858420"/>
                  </a:lnTo>
                  <a:lnTo>
                    <a:pt x="3406011" y="2858420"/>
                  </a:lnTo>
                  <a:lnTo>
                    <a:pt x="3406137" y="2858420"/>
                  </a:lnTo>
                  <a:lnTo>
                    <a:pt x="3406263" y="2858420"/>
                  </a:lnTo>
                  <a:lnTo>
                    <a:pt x="3406390" y="2858420"/>
                  </a:lnTo>
                  <a:lnTo>
                    <a:pt x="3406516" y="2858420"/>
                  </a:lnTo>
                  <a:lnTo>
                    <a:pt x="3406642" y="2858420"/>
                  </a:lnTo>
                  <a:lnTo>
                    <a:pt x="3406768" y="2858420"/>
                  </a:lnTo>
                  <a:lnTo>
                    <a:pt x="3406895" y="2858420"/>
                  </a:lnTo>
                  <a:lnTo>
                    <a:pt x="3407021" y="2858420"/>
                  </a:lnTo>
                  <a:lnTo>
                    <a:pt x="3407147" y="2858420"/>
                  </a:lnTo>
                  <a:lnTo>
                    <a:pt x="3407274" y="2858420"/>
                  </a:lnTo>
                  <a:lnTo>
                    <a:pt x="3407400" y="2858420"/>
                  </a:lnTo>
                  <a:lnTo>
                    <a:pt x="3407526" y="2858420"/>
                  </a:lnTo>
                  <a:lnTo>
                    <a:pt x="3407652" y="2858420"/>
                  </a:lnTo>
                  <a:lnTo>
                    <a:pt x="3407779" y="2858420"/>
                  </a:lnTo>
                  <a:lnTo>
                    <a:pt x="3407905" y="2858420"/>
                  </a:lnTo>
                  <a:lnTo>
                    <a:pt x="3408031" y="2858420"/>
                  </a:lnTo>
                  <a:lnTo>
                    <a:pt x="3408157" y="2858420"/>
                  </a:lnTo>
                  <a:lnTo>
                    <a:pt x="3408284" y="2858420"/>
                  </a:lnTo>
                  <a:lnTo>
                    <a:pt x="3408410" y="2858420"/>
                  </a:lnTo>
                  <a:lnTo>
                    <a:pt x="3408536" y="2858420"/>
                  </a:lnTo>
                  <a:lnTo>
                    <a:pt x="3408662" y="2858420"/>
                  </a:lnTo>
                  <a:lnTo>
                    <a:pt x="3408789" y="2858420"/>
                  </a:lnTo>
                  <a:lnTo>
                    <a:pt x="3408915" y="2858420"/>
                  </a:lnTo>
                  <a:lnTo>
                    <a:pt x="3409041" y="2858420"/>
                  </a:lnTo>
                  <a:lnTo>
                    <a:pt x="3409167" y="2858420"/>
                  </a:lnTo>
                  <a:lnTo>
                    <a:pt x="3409294" y="2858420"/>
                  </a:lnTo>
                  <a:lnTo>
                    <a:pt x="3409420" y="2858420"/>
                  </a:lnTo>
                  <a:lnTo>
                    <a:pt x="3409546" y="2858420"/>
                  </a:lnTo>
                  <a:lnTo>
                    <a:pt x="3409672" y="2858420"/>
                  </a:lnTo>
                  <a:lnTo>
                    <a:pt x="3409799" y="2858420"/>
                  </a:lnTo>
                  <a:lnTo>
                    <a:pt x="3409925" y="2858420"/>
                  </a:lnTo>
                  <a:lnTo>
                    <a:pt x="3409925" y="2853508"/>
                  </a:lnTo>
                  <a:lnTo>
                    <a:pt x="3410051" y="2853508"/>
                  </a:lnTo>
                  <a:lnTo>
                    <a:pt x="3410177" y="2853508"/>
                  </a:lnTo>
                  <a:lnTo>
                    <a:pt x="3410304" y="2853508"/>
                  </a:lnTo>
                  <a:lnTo>
                    <a:pt x="3410430" y="2853508"/>
                  </a:lnTo>
                  <a:lnTo>
                    <a:pt x="3410556" y="2853508"/>
                  </a:lnTo>
                  <a:lnTo>
                    <a:pt x="3410682" y="2853508"/>
                  </a:lnTo>
                  <a:lnTo>
                    <a:pt x="3410809" y="2853508"/>
                  </a:lnTo>
                  <a:lnTo>
                    <a:pt x="3410935" y="2853508"/>
                  </a:lnTo>
                  <a:lnTo>
                    <a:pt x="3411061" y="2853508"/>
                  </a:lnTo>
                  <a:lnTo>
                    <a:pt x="3411187" y="2853508"/>
                  </a:lnTo>
                  <a:lnTo>
                    <a:pt x="3411314" y="2853508"/>
                  </a:lnTo>
                  <a:lnTo>
                    <a:pt x="3411440" y="2853508"/>
                  </a:lnTo>
                  <a:lnTo>
                    <a:pt x="3411566" y="2853508"/>
                  </a:lnTo>
                  <a:lnTo>
                    <a:pt x="3411692" y="2853508"/>
                  </a:lnTo>
                  <a:lnTo>
                    <a:pt x="3411819" y="2853508"/>
                  </a:lnTo>
                  <a:lnTo>
                    <a:pt x="3411945" y="2853508"/>
                  </a:lnTo>
                  <a:lnTo>
                    <a:pt x="3412071" y="2853508"/>
                  </a:lnTo>
                  <a:lnTo>
                    <a:pt x="3412197" y="2853508"/>
                  </a:lnTo>
                  <a:lnTo>
                    <a:pt x="3412324" y="2853508"/>
                  </a:lnTo>
                  <a:lnTo>
                    <a:pt x="3412450" y="2853508"/>
                  </a:lnTo>
                  <a:lnTo>
                    <a:pt x="3412576" y="2853508"/>
                  </a:lnTo>
                  <a:lnTo>
                    <a:pt x="3412703" y="2853508"/>
                  </a:lnTo>
                  <a:lnTo>
                    <a:pt x="3412829" y="2853508"/>
                  </a:lnTo>
                  <a:lnTo>
                    <a:pt x="3412955" y="2853508"/>
                  </a:lnTo>
                  <a:lnTo>
                    <a:pt x="3413081" y="2853508"/>
                  </a:lnTo>
                  <a:lnTo>
                    <a:pt x="3413208" y="2853508"/>
                  </a:lnTo>
                  <a:lnTo>
                    <a:pt x="3413334" y="2853508"/>
                  </a:lnTo>
                  <a:lnTo>
                    <a:pt x="3413460" y="2853508"/>
                  </a:lnTo>
                  <a:lnTo>
                    <a:pt x="3413586" y="2853508"/>
                  </a:lnTo>
                  <a:lnTo>
                    <a:pt x="3413713" y="2853508"/>
                  </a:lnTo>
                  <a:lnTo>
                    <a:pt x="3413839" y="2853508"/>
                  </a:lnTo>
                  <a:lnTo>
                    <a:pt x="3413965" y="2853508"/>
                  </a:lnTo>
                  <a:lnTo>
                    <a:pt x="3414091" y="2853508"/>
                  </a:lnTo>
                  <a:lnTo>
                    <a:pt x="3414218" y="2853508"/>
                  </a:lnTo>
                  <a:lnTo>
                    <a:pt x="3414344" y="2853508"/>
                  </a:lnTo>
                  <a:lnTo>
                    <a:pt x="3414470" y="2853508"/>
                  </a:lnTo>
                  <a:lnTo>
                    <a:pt x="3414596" y="2853508"/>
                  </a:lnTo>
                  <a:lnTo>
                    <a:pt x="3414723" y="2853508"/>
                  </a:lnTo>
                  <a:lnTo>
                    <a:pt x="3414849" y="2853508"/>
                  </a:lnTo>
                  <a:lnTo>
                    <a:pt x="3414975" y="2853508"/>
                  </a:lnTo>
                  <a:lnTo>
                    <a:pt x="3415101" y="2853508"/>
                  </a:lnTo>
                  <a:lnTo>
                    <a:pt x="3415228" y="2853508"/>
                  </a:lnTo>
                  <a:lnTo>
                    <a:pt x="3415354" y="2853508"/>
                  </a:lnTo>
                  <a:lnTo>
                    <a:pt x="3415480" y="2853508"/>
                  </a:lnTo>
                  <a:lnTo>
                    <a:pt x="3415480" y="2848597"/>
                  </a:lnTo>
                  <a:lnTo>
                    <a:pt x="3415606" y="2848597"/>
                  </a:lnTo>
                  <a:lnTo>
                    <a:pt x="3415733" y="2848597"/>
                  </a:lnTo>
                  <a:lnTo>
                    <a:pt x="3415859" y="2848597"/>
                  </a:lnTo>
                  <a:lnTo>
                    <a:pt x="3415985" y="2848597"/>
                  </a:lnTo>
                  <a:lnTo>
                    <a:pt x="3416111" y="2848597"/>
                  </a:lnTo>
                  <a:lnTo>
                    <a:pt x="3416238" y="2848597"/>
                  </a:lnTo>
                  <a:lnTo>
                    <a:pt x="3416364" y="2848597"/>
                  </a:lnTo>
                  <a:lnTo>
                    <a:pt x="3416490" y="2848597"/>
                  </a:lnTo>
                  <a:lnTo>
                    <a:pt x="3416616" y="2848597"/>
                  </a:lnTo>
                  <a:lnTo>
                    <a:pt x="3416743" y="2848597"/>
                  </a:lnTo>
                  <a:lnTo>
                    <a:pt x="3416869" y="2848597"/>
                  </a:lnTo>
                  <a:lnTo>
                    <a:pt x="3416995" y="2848597"/>
                  </a:lnTo>
                  <a:lnTo>
                    <a:pt x="3417121" y="2848597"/>
                  </a:lnTo>
                  <a:lnTo>
                    <a:pt x="3417248" y="2848597"/>
                  </a:lnTo>
                  <a:lnTo>
                    <a:pt x="3417374" y="2848597"/>
                  </a:lnTo>
                  <a:lnTo>
                    <a:pt x="3417500" y="2848597"/>
                  </a:lnTo>
                  <a:lnTo>
                    <a:pt x="3417627" y="2848597"/>
                  </a:lnTo>
                  <a:lnTo>
                    <a:pt x="3417753" y="2848597"/>
                  </a:lnTo>
                  <a:lnTo>
                    <a:pt x="3417879" y="2848597"/>
                  </a:lnTo>
                  <a:lnTo>
                    <a:pt x="3418005" y="2848597"/>
                  </a:lnTo>
                  <a:lnTo>
                    <a:pt x="3418132" y="2848597"/>
                  </a:lnTo>
                  <a:lnTo>
                    <a:pt x="3418258" y="2848597"/>
                  </a:lnTo>
                  <a:lnTo>
                    <a:pt x="3418258" y="2843686"/>
                  </a:lnTo>
                  <a:lnTo>
                    <a:pt x="3418384" y="2843686"/>
                  </a:lnTo>
                  <a:lnTo>
                    <a:pt x="3418510" y="2843686"/>
                  </a:lnTo>
                  <a:lnTo>
                    <a:pt x="3418637" y="2843686"/>
                  </a:lnTo>
                  <a:lnTo>
                    <a:pt x="3418763" y="2843686"/>
                  </a:lnTo>
                  <a:lnTo>
                    <a:pt x="3418889" y="2843686"/>
                  </a:lnTo>
                  <a:lnTo>
                    <a:pt x="3419015" y="2843686"/>
                  </a:lnTo>
                  <a:lnTo>
                    <a:pt x="3419142" y="2843686"/>
                  </a:lnTo>
                  <a:lnTo>
                    <a:pt x="3419268" y="2843686"/>
                  </a:lnTo>
                  <a:lnTo>
                    <a:pt x="3419394" y="2843686"/>
                  </a:lnTo>
                  <a:lnTo>
                    <a:pt x="3419520" y="2843686"/>
                  </a:lnTo>
                  <a:lnTo>
                    <a:pt x="3419647" y="2843686"/>
                  </a:lnTo>
                  <a:lnTo>
                    <a:pt x="3419773" y="2843686"/>
                  </a:lnTo>
                  <a:lnTo>
                    <a:pt x="3419899" y="2843686"/>
                  </a:lnTo>
                  <a:lnTo>
                    <a:pt x="3420025" y="2843686"/>
                  </a:lnTo>
                  <a:lnTo>
                    <a:pt x="3420152" y="2843686"/>
                  </a:lnTo>
                  <a:lnTo>
                    <a:pt x="3420278" y="2843686"/>
                  </a:lnTo>
                  <a:lnTo>
                    <a:pt x="3420404" y="2843686"/>
                  </a:lnTo>
                  <a:lnTo>
                    <a:pt x="3420404" y="2838774"/>
                  </a:lnTo>
                  <a:lnTo>
                    <a:pt x="3420404" y="2833863"/>
                  </a:lnTo>
                  <a:lnTo>
                    <a:pt x="3420530" y="2833863"/>
                  </a:lnTo>
                  <a:lnTo>
                    <a:pt x="3420657" y="2833863"/>
                  </a:lnTo>
                  <a:lnTo>
                    <a:pt x="3420783" y="2833863"/>
                  </a:lnTo>
                  <a:lnTo>
                    <a:pt x="3420783" y="2828951"/>
                  </a:lnTo>
                  <a:lnTo>
                    <a:pt x="3420909" y="2828951"/>
                  </a:lnTo>
                  <a:lnTo>
                    <a:pt x="3421035" y="2828951"/>
                  </a:lnTo>
                  <a:lnTo>
                    <a:pt x="3421162" y="2828951"/>
                  </a:lnTo>
                  <a:lnTo>
                    <a:pt x="3421288" y="2828951"/>
                  </a:lnTo>
                  <a:lnTo>
                    <a:pt x="3421288" y="2824040"/>
                  </a:lnTo>
                  <a:lnTo>
                    <a:pt x="3421414" y="2824040"/>
                  </a:lnTo>
                  <a:lnTo>
                    <a:pt x="3421540" y="2824040"/>
                  </a:lnTo>
                  <a:lnTo>
                    <a:pt x="3421667" y="2824040"/>
                  </a:lnTo>
                  <a:lnTo>
                    <a:pt x="3421793" y="2824040"/>
                  </a:lnTo>
                  <a:lnTo>
                    <a:pt x="3421919" y="2824040"/>
                  </a:lnTo>
                  <a:lnTo>
                    <a:pt x="3422045" y="2824040"/>
                  </a:lnTo>
                  <a:lnTo>
                    <a:pt x="3422172" y="2824040"/>
                  </a:lnTo>
                  <a:lnTo>
                    <a:pt x="3422298" y="2824040"/>
                  </a:lnTo>
                  <a:lnTo>
                    <a:pt x="3422424" y="2824040"/>
                  </a:lnTo>
                  <a:lnTo>
                    <a:pt x="3422550" y="2824040"/>
                  </a:lnTo>
                  <a:lnTo>
                    <a:pt x="3422677" y="2824040"/>
                  </a:lnTo>
                  <a:lnTo>
                    <a:pt x="3422803" y="2824040"/>
                  </a:lnTo>
                  <a:lnTo>
                    <a:pt x="3422929" y="2824040"/>
                  </a:lnTo>
                  <a:lnTo>
                    <a:pt x="3423056" y="2824040"/>
                  </a:lnTo>
                  <a:lnTo>
                    <a:pt x="3423182" y="2824040"/>
                  </a:lnTo>
                  <a:lnTo>
                    <a:pt x="3423308" y="2824040"/>
                  </a:lnTo>
                  <a:lnTo>
                    <a:pt x="3423434" y="2824040"/>
                  </a:lnTo>
                  <a:lnTo>
                    <a:pt x="3423561" y="2824040"/>
                  </a:lnTo>
                  <a:lnTo>
                    <a:pt x="3423687" y="2824040"/>
                  </a:lnTo>
                  <a:lnTo>
                    <a:pt x="3423813" y="2824040"/>
                  </a:lnTo>
                  <a:lnTo>
                    <a:pt x="3423939" y="2824040"/>
                  </a:lnTo>
                  <a:lnTo>
                    <a:pt x="3424066" y="2824040"/>
                  </a:lnTo>
                  <a:lnTo>
                    <a:pt x="3424192" y="2824040"/>
                  </a:lnTo>
                  <a:lnTo>
                    <a:pt x="3424318" y="2824040"/>
                  </a:lnTo>
                  <a:lnTo>
                    <a:pt x="3424444" y="2824040"/>
                  </a:lnTo>
                  <a:lnTo>
                    <a:pt x="3424571" y="2824040"/>
                  </a:lnTo>
                  <a:lnTo>
                    <a:pt x="3424697" y="2824040"/>
                  </a:lnTo>
                  <a:lnTo>
                    <a:pt x="3424823" y="2824040"/>
                  </a:lnTo>
                  <a:lnTo>
                    <a:pt x="3424949" y="2824040"/>
                  </a:lnTo>
                  <a:lnTo>
                    <a:pt x="3425076" y="2824040"/>
                  </a:lnTo>
                  <a:lnTo>
                    <a:pt x="3425202" y="2824040"/>
                  </a:lnTo>
                  <a:lnTo>
                    <a:pt x="3425328" y="2824040"/>
                  </a:lnTo>
                  <a:lnTo>
                    <a:pt x="3425454" y="2824040"/>
                  </a:lnTo>
                  <a:lnTo>
                    <a:pt x="3425581" y="2824040"/>
                  </a:lnTo>
                  <a:lnTo>
                    <a:pt x="3425707" y="2824040"/>
                  </a:lnTo>
                  <a:lnTo>
                    <a:pt x="3425833" y="2824040"/>
                  </a:lnTo>
                  <a:lnTo>
                    <a:pt x="3425959" y="2824040"/>
                  </a:lnTo>
                  <a:lnTo>
                    <a:pt x="3426086" y="2824040"/>
                  </a:lnTo>
                  <a:lnTo>
                    <a:pt x="3426212" y="2824040"/>
                  </a:lnTo>
                  <a:lnTo>
                    <a:pt x="3426338" y="2824040"/>
                  </a:lnTo>
                  <a:lnTo>
                    <a:pt x="3426464" y="2824040"/>
                  </a:lnTo>
                  <a:lnTo>
                    <a:pt x="3426591" y="2824040"/>
                  </a:lnTo>
                  <a:lnTo>
                    <a:pt x="3426717" y="2824040"/>
                  </a:lnTo>
                  <a:lnTo>
                    <a:pt x="3426843" y="2824040"/>
                  </a:lnTo>
                  <a:lnTo>
                    <a:pt x="3426969" y="2824040"/>
                  </a:lnTo>
                  <a:lnTo>
                    <a:pt x="3427096" y="2824040"/>
                  </a:lnTo>
                  <a:lnTo>
                    <a:pt x="3427222" y="2824040"/>
                  </a:lnTo>
                  <a:lnTo>
                    <a:pt x="3427348" y="2824040"/>
                  </a:lnTo>
                  <a:lnTo>
                    <a:pt x="3427474" y="2824040"/>
                  </a:lnTo>
                  <a:lnTo>
                    <a:pt x="3427601" y="2824040"/>
                  </a:lnTo>
                  <a:lnTo>
                    <a:pt x="3427727" y="2824040"/>
                  </a:lnTo>
                  <a:lnTo>
                    <a:pt x="3427853" y="2824040"/>
                  </a:lnTo>
                  <a:lnTo>
                    <a:pt x="3427980" y="2824040"/>
                  </a:lnTo>
                  <a:lnTo>
                    <a:pt x="3428106" y="2824040"/>
                  </a:lnTo>
                  <a:lnTo>
                    <a:pt x="3428232" y="2824040"/>
                  </a:lnTo>
                  <a:lnTo>
                    <a:pt x="3428358" y="2824040"/>
                  </a:lnTo>
                  <a:lnTo>
                    <a:pt x="3428485" y="2824040"/>
                  </a:lnTo>
                  <a:lnTo>
                    <a:pt x="3428611" y="2824040"/>
                  </a:lnTo>
                  <a:lnTo>
                    <a:pt x="3428737" y="2824040"/>
                  </a:lnTo>
                  <a:lnTo>
                    <a:pt x="3428863" y="2824040"/>
                  </a:lnTo>
                  <a:lnTo>
                    <a:pt x="3428990" y="2824040"/>
                  </a:lnTo>
                  <a:lnTo>
                    <a:pt x="3429116" y="2824040"/>
                  </a:lnTo>
                  <a:lnTo>
                    <a:pt x="3429242" y="2824040"/>
                  </a:lnTo>
                  <a:lnTo>
                    <a:pt x="3429368" y="2824040"/>
                  </a:lnTo>
                  <a:lnTo>
                    <a:pt x="3429495" y="2824040"/>
                  </a:lnTo>
                  <a:lnTo>
                    <a:pt x="3429621" y="2824040"/>
                  </a:lnTo>
                  <a:lnTo>
                    <a:pt x="3429747" y="2824040"/>
                  </a:lnTo>
                  <a:lnTo>
                    <a:pt x="3429873" y="2824040"/>
                  </a:lnTo>
                  <a:lnTo>
                    <a:pt x="3430000" y="2824040"/>
                  </a:lnTo>
                  <a:lnTo>
                    <a:pt x="3430126" y="2824040"/>
                  </a:lnTo>
                  <a:lnTo>
                    <a:pt x="3430252" y="2824040"/>
                  </a:lnTo>
                  <a:lnTo>
                    <a:pt x="3430378" y="2824040"/>
                  </a:lnTo>
                  <a:lnTo>
                    <a:pt x="3430505" y="2824040"/>
                  </a:lnTo>
                  <a:lnTo>
                    <a:pt x="3430631" y="2824040"/>
                  </a:lnTo>
                  <a:lnTo>
                    <a:pt x="3430757" y="2824040"/>
                  </a:lnTo>
                  <a:lnTo>
                    <a:pt x="3430883" y="2824040"/>
                  </a:lnTo>
                  <a:lnTo>
                    <a:pt x="3431010" y="2824040"/>
                  </a:lnTo>
                  <a:lnTo>
                    <a:pt x="3431136" y="2824040"/>
                  </a:lnTo>
                  <a:lnTo>
                    <a:pt x="3431262" y="2824040"/>
                  </a:lnTo>
                  <a:lnTo>
                    <a:pt x="3431388" y="2824040"/>
                  </a:lnTo>
                  <a:lnTo>
                    <a:pt x="3431515" y="2824040"/>
                  </a:lnTo>
                  <a:lnTo>
                    <a:pt x="3431641" y="2824040"/>
                  </a:lnTo>
                  <a:lnTo>
                    <a:pt x="3431767" y="2824040"/>
                  </a:lnTo>
                  <a:lnTo>
                    <a:pt x="3431893" y="2824040"/>
                  </a:lnTo>
                  <a:lnTo>
                    <a:pt x="3431893" y="2819129"/>
                  </a:lnTo>
                  <a:lnTo>
                    <a:pt x="3432020" y="2819129"/>
                  </a:lnTo>
                  <a:lnTo>
                    <a:pt x="3432146" y="2819129"/>
                  </a:lnTo>
                  <a:lnTo>
                    <a:pt x="3432272" y="2819129"/>
                  </a:lnTo>
                  <a:lnTo>
                    <a:pt x="3432398" y="2819129"/>
                  </a:lnTo>
                  <a:lnTo>
                    <a:pt x="3432525" y="2819129"/>
                  </a:lnTo>
                  <a:lnTo>
                    <a:pt x="3432651" y="2819129"/>
                  </a:lnTo>
                  <a:lnTo>
                    <a:pt x="3432777" y="2819129"/>
                  </a:lnTo>
                  <a:lnTo>
                    <a:pt x="3432903" y="2819129"/>
                  </a:lnTo>
                  <a:lnTo>
                    <a:pt x="3433030" y="2819129"/>
                  </a:lnTo>
                  <a:lnTo>
                    <a:pt x="3433156" y="2819129"/>
                  </a:lnTo>
                  <a:lnTo>
                    <a:pt x="3433282" y="2819129"/>
                  </a:lnTo>
                  <a:lnTo>
                    <a:pt x="3433409" y="2819129"/>
                  </a:lnTo>
                  <a:lnTo>
                    <a:pt x="3433409" y="2814217"/>
                  </a:lnTo>
                  <a:lnTo>
                    <a:pt x="3433535" y="2814217"/>
                  </a:lnTo>
                  <a:lnTo>
                    <a:pt x="3433661" y="2814217"/>
                  </a:lnTo>
                  <a:lnTo>
                    <a:pt x="3433787" y="2814217"/>
                  </a:lnTo>
                  <a:lnTo>
                    <a:pt x="3433914" y="2814217"/>
                  </a:lnTo>
                  <a:lnTo>
                    <a:pt x="3434040" y="2814217"/>
                  </a:lnTo>
                  <a:lnTo>
                    <a:pt x="3434166" y="2814217"/>
                  </a:lnTo>
                  <a:lnTo>
                    <a:pt x="3434292" y="2814217"/>
                  </a:lnTo>
                  <a:lnTo>
                    <a:pt x="3434419" y="2814217"/>
                  </a:lnTo>
                  <a:lnTo>
                    <a:pt x="3434545" y="2814217"/>
                  </a:lnTo>
                  <a:lnTo>
                    <a:pt x="3434671" y="2814217"/>
                  </a:lnTo>
                  <a:lnTo>
                    <a:pt x="3434797" y="2814217"/>
                  </a:lnTo>
                  <a:lnTo>
                    <a:pt x="3434924" y="2814217"/>
                  </a:lnTo>
                  <a:lnTo>
                    <a:pt x="3435050" y="2814217"/>
                  </a:lnTo>
                  <a:lnTo>
                    <a:pt x="3435176" y="2814217"/>
                  </a:lnTo>
                  <a:lnTo>
                    <a:pt x="3435302" y="2814217"/>
                  </a:lnTo>
                  <a:lnTo>
                    <a:pt x="3435429" y="2814217"/>
                  </a:lnTo>
                  <a:lnTo>
                    <a:pt x="3435555" y="2814217"/>
                  </a:lnTo>
                  <a:lnTo>
                    <a:pt x="3435681" y="2814217"/>
                  </a:lnTo>
                  <a:lnTo>
                    <a:pt x="3435807" y="2814217"/>
                  </a:lnTo>
                  <a:lnTo>
                    <a:pt x="3435934" y="2814217"/>
                  </a:lnTo>
                  <a:lnTo>
                    <a:pt x="3436060" y="2814217"/>
                  </a:lnTo>
                  <a:lnTo>
                    <a:pt x="3436186" y="2814217"/>
                  </a:lnTo>
                  <a:lnTo>
                    <a:pt x="3436312" y="2814217"/>
                  </a:lnTo>
                  <a:lnTo>
                    <a:pt x="3436312" y="2809306"/>
                  </a:lnTo>
                  <a:lnTo>
                    <a:pt x="3436439" y="2809306"/>
                  </a:lnTo>
                  <a:lnTo>
                    <a:pt x="3436565" y="2809306"/>
                  </a:lnTo>
                  <a:lnTo>
                    <a:pt x="3436691" y="2809306"/>
                  </a:lnTo>
                  <a:lnTo>
                    <a:pt x="3436817" y="2809306"/>
                  </a:lnTo>
                  <a:lnTo>
                    <a:pt x="3436944" y="2809306"/>
                  </a:lnTo>
                  <a:lnTo>
                    <a:pt x="3437070" y="2809306"/>
                  </a:lnTo>
                  <a:lnTo>
                    <a:pt x="3437196" y="2809306"/>
                  </a:lnTo>
                  <a:lnTo>
                    <a:pt x="3437322" y="2809306"/>
                  </a:lnTo>
                  <a:lnTo>
                    <a:pt x="3437449" y="2809306"/>
                  </a:lnTo>
                  <a:lnTo>
                    <a:pt x="3437575" y="2809306"/>
                  </a:lnTo>
                  <a:lnTo>
                    <a:pt x="3437701" y="2809306"/>
                  </a:lnTo>
                  <a:lnTo>
                    <a:pt x="3437827" y="2809306"/>
                  </a:lnTo>
                  <a:lnTo>
                    <a:pt x="3437954" y="2809306"/>
                  </a:lnTo>
                  <a:lnTo>
                    <a:pt x="3438080" y="2809306"/>
                  </a:lnTo>
                  <a:lnTo>
                    <a:pt x="3438206" y="2809306"/>
                  </a:lnTo>
                  <a:lnTo>
                    <a:pt x="3438333" y="2809306"/>
                  </a:lnTo>
                  <a:lnTo>
                    <a:pt x="3438459" y="2809306"/>
                  </a:lnTo>
                  <a:lnTo>
                    <a:pt x="3438585" y="2809306"/>
                  </a:lnTo>
                  <a:lnTo>
                    <a:pt x="3438585" y="2804395"/>
                  </a:lnTo>
                  <a:lnTo>
                    <a:pt x="3438711" y="2804395"/>
                  </a:lnTo>
                  <a:lnTo>
                    <a:pt x="3438838" y="2804395"/>
                  </a:lnTo>
                  <a:lnTo>
                    <a:pt x="3438964" y="2804395"/>
                  </a:lnTo>
                  <a:lnTo>
                    <a:pt x="3439090" y="2804395"/>
                  </a:lnTo>
                  <a:lnTo>
                    <a:pt x="3439216" y="2804395"/>
                  </a:lnTo>
                  <a:lnTo>
                    <a:pt x="3439343" y="2804395"/>
                  </a:lnTo>
                  <a:lnTo>
                    <a:pt x="3439469" y="2804395"/>
                  </a:lnTo>
                  <a:lnTo>
                    <a:pt x="3439595" y="2804395"/>
                  </a:lnTo>
                  <a:lnTo>
                    <a:pt x="3439721" y="2804395"/>
                  </a:lnTo>
                  <a:lnTo>
                    <a:pt x="3439848" y="2804395"/>
                  </a:lnTo>
                  <a:lnTo>
                    <a:pt x="3439974" y="2804395"/>
                  </a:lnTo>
                  <a:lnTo>
                    <a:pt x="3440100" y="2804395"/>
                  </a:lnTo>
                  <a:lnTo>
                    <a:pt x="3440226" y="2804395"/>
                  </a:lnTo>
                  <a:lnTo>
                    <a:pt x="3440353" y="2804395"/>
                  </a:lnTo>
                  <a:lnTo>
                    <a:pt x="3440479" y="2804395"/>
                  </a:lnTo>
                  <a:lnTo>
                    <a:pt x="3440605" y="2804395"/>
                  </a:lnTo>
                  <a:lnTo>
                    <a:pt x="3440731" y="2804395"/>
                  </a:lnTo>
                  <a:lnTo>
                    <a:pt x="3440858" y="2804395"/>
                  </a:lnTo>
                  <a:lnTo>
                    <a:pt x="3440984" y="2804395"/>
                  </a:lnTo>
                  <a:lnTo>
                    <a:pt x="3441110" y="2804395"/>
                  </a:lnTo>
                  <a:lnTo>
                    <a:pt x="3441236" y="2804395"/>
                  </a:lnTo>
                  <a:lnTo>
                    <a:pt x="3441363" y="2804395"/>
                  </a:lnTo>
                  <a:lnTo>
                    <a:pt x="3441489" y="2804395"/>
                  </a:lnTo>
                  <a:lnTo>
                    <a:pt x="3441615" y="2804395"/>
                  </a:lnTo>
                  <a:lnTo>
                    <a:pt x="3441741" y="2804395"/>
                  </a:lnTo>
                  <a:lnTo>
                    <a:pt x="3441868" y="2804395"/>
                  </a:lnTo>
                  <a:lnTo>
                    <a:pt x="3441994" y="2804395"/>
                  </a:lnTo>
                  <a:lnTo>
                    <a:pt x="3442120" y="2804395"/>
                  </a:lnTo>
                  <a:lnTo>
                    <a:pt x="3442246" y="2804395"/>
                  </a:lnTo>
                  <a:lnTo>
                    <a:pt x="3442373" y="2804395"/>
                  </a:lnTo>
                  <a:lnTo>
                    <a:pt x="3442499" y="2804395"/>
                  </a:lnTo>
                  <a:lnTo>
                    <a:pt x="3442625" y="2804395"/>
                  </a:lnTo>
                  <a:lnTo>
                    <a:pt x="3442751" y="2804395"/>
                  </a:lnTo>
                  <a:lnTo>
                    <a:pt x="3442878" y="2804395"/>
                  </a:lnTo>
                  <a:lnTo>
                    <a:pt x="3443004" y="2804395"/>
                  </a:lnTo>
                  <a:lnTo>
                    <a:pt x="3443130" y="2804395"/>
                  </a:lnTo>
                  <a:lnTo>
                    <a:pt x="3443256" y="2804395"/>
                  </a:lnTo>
                  <a:lnTo>
                    <a:pt x="3443383" y="2804395"/>
                  </a:lnTo>
                  <a:lnTo>
                    <a:pt x="3443509" y="2804395"/>
                  </a:lnTo>
                  <a:lnTo>
                    <a:pt x="3443635" y="2804395"/>
                  </a:lnTo>
                  <a:lnTo>
                    <a:pt x="3443762" y="2804395"/>
                  </a:lnTo>
                  <a:lnTo>
                    <a:pt x="3443888" y="2804395"/>
                  </a:lnTo>
                  <a:lnTo>
                    <a:pt x="3444014" y="2804395"/>
                  </a:lnTo>
                  <a:lnTo>
                    <a:pt x="3444140" y="2804395"/>
                  </a:lnTo>
                  <a:lnTo>
                    <a:pt x="3444267" y="2804395"/>
                  </a:lnTo>
                  <a:lnTo>
                    <a:pt x="3444393" y="2804395"/>
                  </a:lnTo>
                  <a:lnTo>
                    <a:pt x="3444519" y="2804395"/>
                  </a:lnTo>
                  <a:lnTo>
                    <a:pt x="3444645" y="2804395"/>
                  </a:lnTo>
                  <a:lnTo>
                    <a:pt x="3444772" y="2804395"/>
                  </a:lnTo>
                  <a:lnTo>
                    <a:pt x="3444898" y="2804395"/>
                  </a:lnTo>
                  <a:lnTo>
                    <a:pt x="3445024" y="2804395"/>
                  </a:lnTo>
                  <a:lnTo>
                    <a:pt x="3445150" y="2804395"/>
                  </a:lnTo>
                  <a:lnTo>
                    <a:pt x="3445277" y="2804395"/>
                  </a:lnTo>
                  <a:lnTo>
                    <a:pt x="3445403" y="2804395"/>
                  </a:lnTo>
                  <a:lnTo>
                    <a:pt x="3445529" y="2804395"/>
                  </a:lnTo>
                  <a:lnTo>
                    <a:pt x="3445655" y="2804395"/>
                  </a:lnTo>
                  <a:lnTo>
                    <a:pt x="3445782" y="2804395"/>
                  </a:lnTo>
                  <a:lnTo>
                    <a:pt x="3445908" y="2804395"/>
                  </a:lnTo>
                  <a:lnTo>
                    <a:pt x="3446034" y="2804395"/>
                  </a:lnTo>
                  <a:lnTo>
                    <a:pt x="3446160" y="2804395"/>
                  </a:lnTo>
                  <a:lnTo>
                    <a:pt x="3446287" y="2804395"/>
                  </a:lnTo>
                  <a:lnTo>
                    <a:pt x="3446413" y="2804395"/>
                  </a:lnTo>
                  <a:lnTo>
                    <a:pt x="3446539" y="2804395"/>
                  </a:lnTo>
                  <a:lnTo>
                    <a:pt x="3446665" y="2804395"/>
                  </a:lnTo>
                  <a:lnTo>
                    <a:pt x="3446792" y="2804395"/>
                  </a:lnTo>
                  <a:lnTo>
                    <a:pt x="3446918" y="2804395"/>
                  </a:lnTo>
                  <a:lnTo>
                    <a:pt x="3447044" y="2804395"/>
                  </a:lnTo>
                  <a:lnTo>
                    <a:pt x="3447170" y="2804395"/>
                  </a:lnTo>
                  <a:lnTo>
                    <a:pt x="3447297" y="2804395"/>
                  </a:lnTo>
                  <a:lnTo>
                    <a:pt x="3447423" y="2804395"/>
                  </a:lnTo>
                  <a:lnTo>
                    <a:pt x="3447549" y="2804395"/>
                  </a:lnTo>
                  <a:lnTo>
                    <a:pt x="3447675" y="2804395"/>
                  </a:lnTo>
                  <a:lnTo>
                    <a:pt x="3447802" y="2804395"/>
                  </a:lnTo>
                  <a:lnTo>
                    <a:pt x="3447928" y="2804395"/>
                  </a:lnTo>
                  <a:lnTo>
                    <a:pt x="3448054" y="2804395"/>
                  </a:lnTo>
                  <a:lnTo>
                    <a:pt x="3448180" y="2804395"/>
                  </a:lnTo>
                  <a:lnTo>
                    <a:pt x="3448307" y="2804395"/>
                  </a:lnTo>
                  <a:lnTo>
                    <a:pt x="3448433" y="2804395"/>
                  </a:lnTo>
                  <a:lnTo>
                    <a:pt x="3448559" y="2804395"/>
                  </a:lnTo>
                  <a:lnTo>
                    <a:pt x="3448686" y="2804395"/>
                  </a:lnTo>
                  <a:lnTo>
                    <a:pt x="3448812" y="2804395"/>
                  </a:lnTo>
                  <a:lnTo>
                    <a:pt x="3448938" y="2804395"/>
                  </a:lnTo>
                  <a:lnTo>
                    <a:pt x="3448938" y="2799483"/>
                  </a:lnTo>
                  <a:lnTo>
                    <a:pt x="3449064" y="2799483"/>
                  </a:lnTo>
                  <a:lnTo>
                    <a:pt x="3449191" y="2799483"/>
                  </a:lnTo>
                  <a:lnTo>
                    <a:pt x="3449317" y="2799483"/>
                  </a:lnTo>
                  <a:lnTo>
                    <a:pt x="3449443" y="2799483"/>
                  </a:lnTo>
                  <a:lnTo>
                    <a:pt x="3449569" y="2799483"/>
                  </a:lnTo>
                  <a:lnTo>
                    <a:pt x="3449696" y="2799483"/>
                  </a:lnTo>
                  <a:lnTo>
                    <a:pt x="3449822" y="2799483"/>
                  </a:lnTo>
                  <a:lnTo>
                    <a:pt x="3449948" y="2799483"/>
                  </a:lnTo>
                  <a:lnTo>
                    <a:pt x="3450074" y="2799483"/>
                  </a:lnTo>
                  <a:lnTo>
                    <a:pt x="3450201" y="2799483"/>
                  </a:lnTo>
                  <a:lnTo>
                    <a:pt x="3450327" y="2799483"/>
                  </a:lnTo>
                  <a:lnTo>
                    <a:pt x="3450453" y="2799483"/>
                  </a:lnTo>
                  <a:lnTo>
                    <a:pt x="3450579" y="2799483"/>
                  </a:lnTo>
                  <a:lnTo>
                    <a:pt x="3450706" y="2799483"/>
                  </a:lnTo>
                  <a:lnTo>
                    <a:pt x="3450832" y="2799483"/>
                  </a:lnTo>
                  <a:lnTo>
                    <a:pt x="3450832" y="2794572"/>
                  </a:lnTo>
                  <a:lnTo>
                    <a:pt x="3450958" y="2794572"/>
                  </a:lnTo>
                  <a:lnTo>
                    <a:pt x="3451084" y="2794572"/>
                  </a:lnTo>
                  <a:lnTo>
                    <a:pt x="3451211" y="2794572"/>
                  </a:lnTo>
                  <a:lnTo>
                    <a:pt x="3451337" y="2794572"/>
                  </a:lnTo>
                  <a:lnTo>
                    <a:pt x="3451463" y="2794572"/>
                  </a:lnTo>
                  <a:lnTo>
                    <a:pt x="3451589" y="2794572"/>
                  </a:lnTo>
                  <a:lnTo>
                    <a:pt x="3451716" y="2794572"/>
                  </a:lnTo>
                  <a:lnTo>
                    <a:pt x="3451842" y="2794572"/>
                  </a:lnTo>
                  <a:lnTo>
                    <a:pt x="3451968" y="2794572"/>
                  </a:lnTo>
                  <a:lnTo>
                    <a:pt x="3452094" y="2794572"/>
                  </a:lnTo>
                  <a:lnTo>
                    <a:pt x="3452221" y="2794572"/>
                  </a:lnTo>
                  <a:lnTo>
                    <a:pt x="3452347" y="2794572"/>
                  </a:lnTo>
                  <a:lnTo>
                    <a:pt x="3452473" y="2794572"/>
                  </a:lnTo>
                  <a:lnTo>
                    <a:pt x="3452599" y="2794572"/>
                  </a:lnTo>
                  <a:lnTo>
                    <a:pt x="3452726" y="2794572"/>
                  </a:lnTo>
                  <a:lnTo>
                    <a:pt x="3452852" y="2794572"/>
                  </a:lnTo>
                  <a:lnTo>
                    <a:pt x="3452978" y="2794572"/>
                  </a:lnTo>
                  <a:lnTo>
                    <a:pt x="3453104" y="2794572"/>
                  </a:lnTo>
                  <a:lnTo>
                    <a:pt x="3453231" y="2794572"/>
                  </a:lnTo>
                  <a:lnTo>
                    <a:pt x="3453357" y="2794572"/>
                  </a:lnTo>
                  <a:lnTo>
                    <a:pt x="3453483" y="2794572"/>
                  </a:lnTo>
                  <a:lnTo>
                    <a:pt x="3453610" y="2794572"/>
                  </a:lnTo>
                  <a:lnTo>
                    <a:pt x="3453736" y="2794572"/>
                  </a:lnTo>
                  <a:lnTo>
                    <a:pt x="3453862" y="2794572"/>
                  </a:lnTo>
                  <a:lnTo>
                    <a:pt x="3453988" y="2794572"/>
                  </a:lnTo>
                  <a:lnTo>
                    <a:pt x="3454115" y="2794572"/>
                  </a:lnTo>
                  <a:lnTo>
                    <a:pt x="3454241" y="2794572"/>
                  </a:lnTo>
                  <a:lnTo>
                    <a:pt x="3454367" y="2794572"/>
                  </a:lnTo>
                  <a:lnTo>
                    <a:pt x="3454493" y="2794572"/>
                  </a:lnTo>
                  <a:lnTo>
                    <a:pt x="3454620" y="2794572"/>
                  </a:lnTo>
                  <a:lnTo>
                    <a:pt x="3454746" y="2794572"/>
                  </a:lnTo>
                  <a:lnTo>
                    <a:pt x="3454872" y="2794572"/>
                  </a:lnTo>
                  <a:lnTo>
                    <a:pt x="3454998" y="2794572"/>
                  </a:lnTo>
                  <a:lnTo>
                    <a:pt x="3455125" y="2794572"/>
                  </a:lnTo>
                  <a:lnTo>
                    <a:pt x="3455251" y="2794572"/>
                  </a:lnTo>
                  <a:lnTo>
                    <a:pt x="3455377" y="2794572"/>
                  </a:lnTo>
                  <a:lnTo>
                    <a:pt x="3455503" y="2794572"/>
                  </a:lnTo>
                  <a:lnTo>
                    <a:pt x="3455630" y="2794572"/>
                  </a:lnTo>
                  <a:lnTo>
                    <a:pt x="3455756" y="2794572"/>
                  </a:lnTo>
                  <a:lnTo>
                    <a:pt x="3455882" y="2794572"/>
                  </a:lnTo>
                  <a:lnTo>
                    <a:pt x="3456008" y="2794572"/>
                  </a:lnTo>
                  <a:lnTo>
                    <a:pt x="3456135" y="2794572"/>
                  </a:lnTo>
                  <a:lnTo>
                    <a:pt x="3456261" y="2794572"/>
                  </a:lnTo>
                  <a:lnTo>
                    <a:pt x="3456387" y="2794572"/>
                  </a:lnTo>
                  <a:lnTo>
                    <a:pt x="3456513" y="2794572"/>
                  </a:lnTo>
                  <a:lnTo>
                    <a:pt x="3456640" y="2794572"/>
                  </a:lnTo>
                  <a:lnTo>
                    <a:pt x="3456766" y="2794572"/>
                  </a:lnTo>
                  <a:lnTo>
                    <a:pt x="3456892" y="2794572"/>
                  </a:lnTo>
                  <a:lnTo>
                    <a:pt x="3457018" y="2794572"/>
                  </a:lnTo>
                  <a:lnTo>
                    <a:pt x="3457145" y="2794572"/>
                  </a:lnTo>
                  <a:lnTo>
                    <a:pt x="3457271" y="2794572"/>
                  </a:lnTo>
                  <a:lnTo>
                    <a:pt x="3457397" y="2794572"/>
                  </a:lnTo>
                  <a:lnTo>
                    <a:pt x="3457523" y="2794572"/>
                  </a:lnTo>
                  <a:lnTo>
                    <a:pt x="3457650" y="2794572"/>
                  </a:lnTo>
                  <a:lnTo>
                    <a:pt x="3457776" y="2794572"/>
                  </a:lnTo>
                  <a:lnTo>
                    <a:pt x="3457902" y="2794572"/>
                  </a:lnTo>
                  <a:lnTo>
                    <a:pt x="3458028" y="2794572"/>
                  </a:lnTo>
                  <a:lnTo>
                    <a:pt x="3458155" y="2794572"/>
                  </a:lnTo>
                  <a:lnTo>
                    <a:pt x="3458281" y="2794572"/>
                  </a:lnTo>
                  <a:lnTo>
                    <a:pt x="3458407" y="2794572"/>
                  </a:lnTo>
                  <a:lnTo>
                    <a:pt x="3458533" y="2794572"/>
                  </a:lnTo>
                  <a:lnTo>
                    <a:pt x="3458660" y="2794572"/>
                  </a:lnTo>
                  <a:lnTo>
                    <a:pt x="3458660" y="2789660"/>
                  </a:lnTo>
                  <a:lnTo>
                    <a:pt x="3458786" y="2789660"/>
                  </a:lnTo>
                  <a:lnTo>
                    <a:pt x="3458912" y="2789660"/>
                  </a:lnTo>
                  <a:lnTo>
                    <a:pt x="3459039" y="2789660"/>
                  </a:lnTo>
                  <a:lnTo>
                    <a:pt x="3459165" y="2789660"/>
                  </a:lnTo>
                  <a:lnTo>
                    <a:pt x="3459291" y="2789660"/>
                  </a:lnTo>
                  <a:lnTo>
                    <a:pt x="3459417" y="2789660"/>
                  </a:lnTo>
                  <a:lnTo>
                    <a:pt x="3459544" y="2789660"/>
                  </a:lnTo>
                  <a:lnTo>
                    <a:pt x="3459670" y="2789660"/>
                  </a:lnTo>
                  <a:lnTo>
                    <a:pt x="3459796" y="2789660"/>
                  </a:lnTo>
                  <a:lnTo>
                    <a:pt x="3459922" y="2789660"/>
                  </a:lnTo>
                  <a:lnTo>
                    <a:pt x="3460049" y="2789660"/>
                  </a:lnTo>
                  <a:lnTo>
                    <a:pt x="3460175" y="2789660"/>
                  </a:lnTo>
                  <a:lnTo>
                    <a:pt x="3460301" y="2789660"/>
                  </a:lnTo>
                  <a:lnTo>
                    <a:pt x="3460427" y="2789660"/>
                  </a:lnTo>
                  <a:lnTo>
                    <a:pt x="3460554" y="2789660"/>
                  </a:lnTo>
                  <a:lnTo>
                    <a:pt x="3460680" y="2789660"/>
                  </a:lnTo>
                  <a:lnTo>
                    <a:pt x="3460806" y="2789660"/>
                  </a:lnTo>
                  <a:lnTo>
                    <a:pt x="3460932" y="2789660"/>
                  </a:lnTo>
                  <a:lnTo>
                    <a:pt x="3461059" y="2789660"/>
                  </a:lnTo>
                  <a:lnTo>
                    <a:pt x="3461185" y="2789660"/>
                  </a:lnTo>
                  <a:lnTo>
                    <a:pt x="3461311" y="2789660"/>
                  </a:lnTo>
                  <a:lnTo>
                    <a:pt x="3461437" y="2789660"/>
                  </a:lnTo>
                  <a:lnTo>
                    <a:pt x="3461564" y="2789660"/>
                  </a:lnTo>
                  <a:lnTo>
                    <a:pt x="3461690" y="2789660"/>
                  </a:lnTo>
                  <a:lnTo>
                    <a:pt x="3461816" y="2789660"/>
                  </a:lnTo>
                  <a:lnTo>
                    <a:pt x="3461942" y="2789660"/>
                  </a:lnTo>
                  <a:lnTo>
                    <a:pt x="3462069" y="2789660"/>
                  </a:lnTo>
                  <a:lnTo>
                    <a:pt x="3462195" y="2789660"/>
                  </a:lnTo>
                  <a:lnTo>
                    <a:pt x="3462321" y="2789660"/>
                  </a:lnTo>
                  <a:lnTo>
                    <a:pt x="3462447" y="2789660"/>
                  </a:lnTo>
                  <a:lnTo>
                    <a:pt x="3462574" y="2789660"/>
                  </a:lnTo>
                  <a:lnTo>
                    <a:pt x="3462700" y="2789660"/>
                  </a:lnTo>
                  <a:lnTo>
                    <a:pt x="3462826" y="2789660"/>
                  </a:lnTo>
                  <a:lnTo>
                    <a:pt x="3462952" y="2789660"/>
                  </a:lnTo>
                  <a:lnTo>
                    <a:pt x="3463079" y="2789660"/>
                  </a:lnTo>
                  <a:lnTo>
                    <a:pt x="3463205" y="2789660"/>
                  </a:lnTo>
                  <a:lnTo>
                    <a:pt x="3463331" y="2789660"/>
                  </a:lnTo>
                  <a:lnTo>
                    <a:pt x="3463457" y="2789660"/>
                  </a:lnTo>
                  <a:lnTo>
                    <a:pt x="3463584" y="2789660"/>
                  </a:lnTo>
                  <a:lnTo>
                    <a:pt x="3463710" y="2789660"/>
                  </a:lnTo>
                  <a:lnTo>
                    <a:pt x="3463836" y="2789660"/>
                  </a:lnTo>
                  <a:lnTo>
                    <a:pt x="3463963" y="2789660"/>
                  </a:lnTo>
                  <a:lnTo>
                    <a:pt x="3464089" y="2789660"/>
                  </a:lnTo>
                  <a:lnTo>
                    <a:pt x="3464215" y="2789660"/>
                  </a:lnTo>
                  <a:lnTo>
                    <a:pt x="3464215" y="2784749"/>
                  </a:lnTo>
                  <a:lnTo>
                    <a:pt x="3464341" y="2784749"/>
                  </a:lnTo>
                  <a:lnTo>
                    <a:pt x="3464468" y="2784749"/>
                  </a:lnTo>
                  <a:lnTo>
                    <a:pt x="3464594" y="2784749"/>
                  </a:lnTo>
                  <a:lnTo>
                    <a:pt x="3464720" y="2784749"/>
                  </a:lnTo>
                  <a:lnTo>
                    <a:pt x="3464846" y="2784749"/>
                  </a:lnTo>
                  <a:lnTo>
                    <a:pt x="3464973" y="2784749"/>
                  </a:lnTo>
                  <a:lnTo>
                    <a:pt x="3465099" y="2784749"/>
                  </a:lnTo>
                  <a:lnTo>
                    <a:pt x="3465225" y="2784749"/>
                  </a:lnTo>
                  <a:lnTo>
                    <a:pt x="3465351" y="2784749"/>
                  </a:lnTo>
                  <a:lnTo>
                    <a:pt x="3465478" y="2784749"/>
                  </a:lnTo>
                  <a:lnTo>
                    <a:pt x="3465604" y="2784749"/>
                  </a:lnTo>
                  <a:lnTo>
                    <a:pt x="3465730" y="2784749"/>
                  </a:lnTo>
                  <a:lnTo>
                    <a:pt x="3465856" y="2784749"/>
                  </a:lnTo>
                  <a:lnTo>
                    <a:pt x="3465983" y="2784749"/>
                  </a:lnTo>
                  <a:lnTo>
                    <a:pt x="3466109" y="2784749"/>
                  </a:lnTo>
                  <a:lnTo>
                    <a:pt x="3466235" y="2784749"/>
                  </a:lnTo>
                  <a:lnTo>
                    <a:pt x="3466361" y="2784749"/>
                  </a:lnTo>
                  <a:lnTo>
                    <a:pt x="3466488" y="2784749"/>
                  </a:lnTo>
                  <a:lnTo>
                    <a:pt x="3466614" y="2784749"/>
                  </a:lnTo>
                  <a:lnTo>
                    <a:pt x="3466740" y="2784749"/>
                  </a:lnTo>
                  <a:lnTo>
                    <a:pt x="3466866" y="2784749"/>
                  </a:lnTo>
                  <a:lnTo>
                    <a:pt x="3466993" y="2784749"/>
                  </a:lnTo>
                  <a:lnTo>
                    <a:pt x="3467119" y="2784749"/>
                  </a:lnTo>
                  <a:lnTo>
                    <a:pt x="3467245" y="2784749"/>
                  </a:lnTo>
                  <a:lnTo>
                    <a:pt x="3467371" y="2784749"/>
                  </a:lnTo>
                  <a:lnTo>
                    <a:pt x="3467498" y="2784749"/>
                  </a:lnTo>
                  <a:lnTo>
                    <a:pt x="3467624" y="2784749"/>
                  </a:lnTo>
                  <a:lnTo>
                    <a:pt x="3467750" y="2784749"/>
                  </a:lnTo>
                  <a:lnTo>
                    <a:pt x="3467876" y="2784749"/>
                  </a:lnTo>
                  <a:lnTo>
                    <a:pt x="3468003" y="2784749"/>
                  </a:lnTo>
                  <a:lnTo>
                    <a:pt x="3468129" y="2784749"/>
                  </a:lnTo>
                  <a:lnTo>
                    <a:pt x="3468255" y="2784749"/>
                  </a:lnTo>
                  <a:lnTo>
                    <a:pt x="3468381" y="2784749"/>
                  </a:lnTo>
                  <a:lnTo>
                    <a:pt x="3468508" y="2784749"/>
                  </a:lnTo>
                  <a:lnTo>
                    <a:pt x="3468634" y="2784749"/>
                  </a:lnTo>
                  <a:lnTo>
                    <a:pt x="3468760" y="2784749"/>
                  </a:lnTo>
                  <a:lnTo>
                    <a:pt x="3468886" y="2784749"/>
                  </a:lnTo>
                  <a:lnTo>
                    <a:pt x="3469013" y="2784749"/>
                  </a:lnTo>
                  <a:lnTo>
                    <a:pt x="3469139" y="2784749"/>
                  </a:lnTo>
                  <a:lnTo>
                    <a:pt x="3469265" y="2784749"/>
                  </a:lnTo>
                  <a:lnTo>
                    <a:pt x="3469392" y="2784749"/>
                  </a:lnTo>
                  <a:lnTo>
                    <a:pt x="3469518" y="2784749"/>
                  </a:lnTo>
                  <a:lnTo>
                    <a:pt x="3469644" y="2784749"/>
                  </a:lnTo>
                  <a:lnTo>
                    <a:pt x="3469770" y="2784749"/>
                  </a:lnTo>
                  <a:lnTo>
                    <a:pt x="3469897" y="2784749"/>
                  </a:lnTo>
                  <a:lnTo>
                    <a:pt x="3470023" y="2784749"/>
                  </a:lnTo>
                  <a:lnTo>
                    <a:pt x="3470149" y="2784749"/>
                  </a:lnTo>
                  <a:lnTo>
                    <a:pt x="3470275" y="2784749"/>
                  </a:lnTo>
                  <a:lnTo>
                    <a:pt x="3470402" y="2784749"/>
                  </a:lnTo>
                  <a:lnTo>
                    <a:pt x="3470528" y="2784749"/>
                  </a:lnTo>
                  <a:lnTo>
                    <a:pt x="3470654" y="2784749"/>
                  </a:lnTo>
                  <a:lnTo>
                    <a:pt x="3470780" y="2784749"/>
                  </a:lnTo>
                  <a:lnTo>
                    <a:pt x="3470907" y="2784749"/>
                  </a:lnTo>
                  <a:lnTo>
                    <a:pt x="3471033" y="2784749"/>
                  </a:lnTo>
                  <a:lnTo>
                    <a:pt x="3471159" y="2784749"/>
                  </a:lnTo>
                  <a:lnTo>
                    <a:pt x="3471285" y="2784749"/>
                  </a:lnTo>
                  <a:lnTo>
                    <a:pt x="3471412" y="2784749"/>
                  </a:lnTo>
                  <a:lnTo>
                    <a:pt x="3471538" y="2784749"/>
                  </a:lnTo>
                  <a:lnTo>
                    <a:pt x="3471664" y="2784749"/>
                  </a:lnTo>
                  <a:lnTo>
                    <a:pt x="3471790" y="2784749"/>
                  </a:lnTo>
                  <a:lnTo>
                    <a:pt x="3471917" y="2784749"/>
                  </a:lnTo>
                  <a:lnTo>
                    <a:pt x="3472043" y="2784749"/>
                  </a:lnTo>
                  <a:lnTo>
                    <a:pt x="3472169" y="2784749"/>
                  </a:lnTo>
                  <a:lnTo>
                    <a:pt x="3472295" y="2784749"/>
                  </a:lnTo>
                  <a:lnTo>
                    <a:pt x="3472422" y="2784749"/>
                  </a:lnTo>
                  <a:lnTo>
                    <a:pt x="3472548" y="2784749"/>
                  </a:lnTo>
                  <a:lnTo>
                    <a:pt x="3472674" y="2784749"/>
                  </a:lnTo>
                  <a:lnTo>
                    <a:pt x="3472800" y="2784749"/>
                  </a:lnTo>
                  <a:lnTo>
                    <a:pt x="3472927" y="2784749"/>
                  </a:lnTo>
                  <a:lnTo>
                    <a:pt x="3473053" y="2784749"/>
                  </a:lnTo>
                  <a:lnTo>
                    <a:pt x="3473179" y="2784749"/>
                  </a:lnTo>
                  <a:lnTo>
                    <a:pt x="3473305" y="2784749"/>
                  </a:lnTo>
                  <a:lnTo>
                    <a:pt x="3473432" y="2784749"/>
                  </a:lnTo>
                  <a:lnTo>
                    <a:pt x="3473558" y="2784749"/>
                  </a:lnTo>
                  <a:lnTo>
                    <a:pt x="3473684" y="2784749"/>
                  </a:lnTo>
                  <a:lnTo>
                    <a:pt x="3473810" y="2784749"/>
                  </a:lnTo>
                  <a:lnTo>
                    <a:pt x="3473937" y="2784749"/>
                  </a:lnTo>
                  <a:lnTo>
                    <a:pt x="3474063" y="2784749"/>
                  </a:lnTo>
                  <a:lnTo>
                    <a:pt x="3474189" y="2784749"/>
                  </a:lnTo>
                  <a:lnTo>
                    <a:pt x="3474316" y="2784749"/>
                  </a:lnTo>
                  <a:lnTo>
                    <a:pt x="3474442" y="2784749"/>
                  </a:lnTo>
                  <a:lnTo>
                    <a:pt x="3474568" y="2784749"/>
                  </a:lnTo>
                  <a:lnTo>
                    <a:pt x="3474694" y="2784749"/>
                  </a:lnTo>
                  <a:lnTo>
                    <a:pt x="3474821" y="2784749"/>
                  </a:lnTo>
                  <a:lnTo>
                    <a:pt x="3474947" y="2784749"/>
                  </a:lnTo>
                  <a:lnTo>
                    <a:pt x="3475073" y="2784749"/>
                  </a:lnTo>
                  <a:lnTo>
                    <a:pt x="3475199" y="2784749"/>
                  </a:lnTo>
                  <a:lnTo>
                    <a:pt x="3475326" y="2784749"/>
                  </a:lnTo>
                  <a:lnTo>
                    <a:pt x="3475452" y="2784749"/>
                  </a:lnTo>
                  <a:lnTo>
                    <a:pt x="3475578" y="2784749"/>
                  </a:lnTo>
                  <a:lnTo>
                    <a:pt x="3475704" y="2784749"/>
                  </a:lnTo>
                  <a:lnTo>
                    <a:pt x="3475831" y="2784749"/>
                  </a:lnTo>
                  <a:lnTo>
                    <a:pt x="3475957" y="2784749"/>
                  </a:lnTo>
                  <a:lnTo>
                    <a:pt x="3476083" y="2784749"/>
                  </a:lnTo>
                  <a:lnTo>
                    <a:pt x="3476209" y="2784749"/>
                  </a:lnTo>
                  <a:lnTo>
                    <a:pt x="3476336" y="2784749"/>
                  </a:lnTo>
                  <a:lnTo>
                    <a:pt x="3476462" y="2784749"/>
                  </a:lnTo>
                  <a:lnTo>
                    <a:pt x="3476588" y="2784749"/>
                  </a:lnTo>
                  <a:lnTo>
                    <a:pt x="3476714" y="2784749"/>
                  </a:lnTo>
                  <a:lnTo>
                    <a:pt x="3476841" y="2784749"/>
                  </a:lnTo>
                  <a:lnTo>
                    <a:pt x="3476967" y="2784749"/>
                  </a:lnTo>
                  <a:lnTo>
                    <a:pt x="3477093" y="2784749"/>
                  </a:lnTo>
                  <a:lnTo>
                    <a:pt x="3477219" y="2784749"/>
                  </a:lnTo>
                  <a:lnTo>
                    <a:pt x="3477346" y="2784749"/>
                  </a:lnTo>
                  <a:lnTo>
                    <a:pt x="3477472" y="2784749"/>
                  </a:lnTo>
                  <a:lnTo>
                    <a:pt x="3477598" y="2784749"/>
                  </a:lnTo>
                  <a:lnTo>
                    <a:pt x="3477724" y="2784749"/>
                  </a:lnTo>
                  <a:lnTo>
                    <a:pt x="3477851" y="2784749"/>
                  </a:lnTo>
                  <a:lnTo>
                    <a:pt x="3477977" y="2784749"/>
                  </a:lnTo>
                  <a:lnTo>
                    <a:pt x="3478103" y="2784749"/>
                  </a:lnTo>
                  <a:lnTo>
                    <a:pt x="3478229" y="2784749"/>
                  </a:lnTo>
                  <a:lnTo>
                    <a:pt x="3478356" y="2784749"/>
                  </a:lnTo>
                  <a:lnTo>
                    <a:pt x="3478482" y="2784749"/>
                  </a:lnTo>
                  <a:lnTo>
                    <a:pt x="3478608" y="2784749"/>
                  </a:lnTo>
                  <a:lnTo>
                    <a:pt x="3478734" y="2784749"/>
                  </a:lnTo>
                  <a:lnTo>
                    <a:pt x="3478861" y="2784749"/>
                  </a:lnTo>
                  <a:lnTo>
                    <a:pt x="3478987" y="2784749"/>
                  </a:lnTo>
                  <a:lnTo>
                    <a:pt x="3479113" y="2784749"/>
                  </a:lnTo>
                  <a:lnTo>
                    <a:pt x="3479239" y="2784749"/>
                  </a:lnTo>
                  <a:lnTo>
                    <a:pt x="3479366" y="2784749"/>
                  </a:lnTo>
                  <a:lnTo>
                    <a:pt x="3479492" y="2784749"/>
                  </a:lnTo>
                  <a:lnTo>
                    <a:pt x="3479618" y="2784749"/>
                  </a:lnTo>
                  <a:lnTo>
                    <a:pt x="3479745" y="2784749"/>
                  </a:lnTo>
                  <a:lnTo>
                    <a:pt x="3479871" y="2784749"/>
                  </a:lnTo>
                  <a:lnTo>
                    <a:pt x="3479997" y="2784749"/>
                  </a:lnTo>
                  <a:lnTo>
                    <a:pt x="3480123" y="2784749"/>
                  </a:lnTo>
                  <a:lnTo>
                    <a:pt x="3480250" y="2784749"/>
                  </a:lnTo>
                  <a:lnTo>
                    <a:pt x="3480376" y="2784749"/>
                  </a:lnTo>
                  <a:lnTo>
                    <a:pt x="3480502" y="2784749"/>
                  </a:lnTo>
                  <a:lnTo>
                    <a:pt x="3480628" y="2784749"/>
                  </a:lnTo>
                  <a:lnTo>
                    <a:pt x="3480628" y="2779838"/>
                  </a:lnTo>
                  <a:lnTo>
                    <a:pt x="3480755" y="2779838"/>
                  </a:lnTo>
                  <a:lnTo>
                    <a:pt x="3480881" y="2779838"/>
                  </a:lnTo>
                  <a:lnTo>
                    <a:pt x="3481007" y="2779838"/>
                  </a:lnTo>
                  <a:lnTo>
                    <a:pt x="3481133" y="2779838"/>
                  </a:lnTo>
                  <a:lnTo>
                    <a:pt x="3481260" y="2779838"/>
                  </a:lnTo>
                  <a:lnTo>
                    <a:pt x="3481386" y="2779838"/>
                  </a:lnTo>
                  <a:lnTo>
                    <a:pt x="3481512" y="2779838"/>
                  </a:lnTo>
                  <a:lnTo>
                    <a:pt x="3481638" y="2779838"/>
                  </a:lnTo>
                  <a:lnTo>
                    <a:pt x="3481765" y="2779838"/>
                  </a:lnTo>
                  <a:lnTo>
                    <a:pt x="3481891" y="2779838"/>
                  </a:lnTo>
                  <a:lnTo>
                    <a:pt x="3482017" y="2779838"/>
                  </a:lnTo>
                  <a:lnTo>
                    <a:pt x="3482143" y="2779838"/>
                  </a:lnTo>
                  <a:lnTo>
                    <a:pt x="3482270" y="2779838"/>
                  </a:lnTo>
                  <a:lnTo>
                    <a:pt x="3482396" y="2779838"/>
                  </a:lnTo>
                  <a:lnTo>
                    <a:pt x="3482522" y="2779838"/>
                  </a:lnTo>
                  <a:lnTo>
                    <a:pt x="3482648" y="2779838"/>
                  </a:lnTo>
                  <a:lnTo>
                    <a:pt x="3482775" y="2779838"/>
                  </a:lnTo>
                  <a:lnTo>
                    <a:pt x="3482901" y="2779838"/>
                  </a:lnTo>
                  <a:lnTo>
                    <a:pt x="3483027" y="2779838"/>
                  </a:lnTo>
                  <a:lnTo>
                    <a:pt x="3483153" y="2779838"/>
                  </a:lnTo>
                  <a:lnTo>
                    <a:pt x="3483280" y="2779838"/>
                  </a:lnTo>
                  <a:lnTo>
                    <a:pt x="3483406" y="2779838"/>
                  </a:lnTo>
                  <a:lnTo>
                    <a:pt x="3483532" y="2779838"/>
                  </a:lnTo>
                  <a:lnTo>
                    <a:pt x="3483658" y="2779838"/>
                  </a:lnTo>
                  <a:lnTo>
                    <a:pt x="3483785" y="2779838"/>
                  </a:lnTo>
                  <a:lnTo>
                    <a:pt x="3483911" y="2779838"/>
                  </a:lnTo>
                  <a:lnTo>
                    <a:pt x="3484037" y="2779838"/>
                  </a:lnTo>
                  <a:lnTo>
                    <a:pt x="3484163" y="2779838"/>
                  </a:lnTo>
                  <a:lnTo>
                    <a:pt x="3484290" y="2779838"/>
                  </a:lnTo>
                  <a:lnTo>
                    <a:pt x="3484416" y="2779838"/>
                  </a:lnTo>
                  <a:lnTo>
                    <a:pt x="3484542" y="2779838"/>
                  </a:lnTo>
                  <a:lnTo>
                    <a:pt x="3484669" y="2779838"/>
                  </a:lnTo>
                  <a:lnTo>
                    <a:pt x="3484795" y="2779838"/>
                  </a:lnTo>
                  <a:lnTo>
                    <a:pt x="3484921" y="2779838"/>
                  </a:lnTo>
                  <a:lnTo>
                    <a:pt x="3485047" y="2779838"/>
                  </a:lnTo>
                  <a:lnTo>
                    <a:pt x="3485174" y="2779838"/>
                  </a:lnTo>
                  <a:lnTo>
                    <a:pt x="3485300" y="2779838"/>
                  </a:lnTo>
                  <a:lnTo>
                    <a:pt x="3485426" y="2779838"/>
                  </a:lnTo>
                  <a:lnTo>
                    <a:pt x="3485552" y="2779838"/>
                  </a:lnTo>
                  <a:lnTo>
                    <a:pt x="3485679" y="2779838"/>
                  </a:lnTo>
                  <a:lnTo>
                    <a:pt x="3485805" y="2779838"/>
                  </a:lnTo>
                  <a:lnTo>
                    <a:pt x="3485931" y="2779838"/>
                  </a:lnTo>
                  <a:lnTo>
                    <a:pt x="3486057" y="2779838"/>
                  </a:lnTo>
                  <a:lnTo>
                    <a:pt x="3486184" y="2779838"/>
                  </a:lnTo>
                  <a:lnTo>
                    <a:pt x="3486310" y="2779838"/>
                  </a:lnTo>
                  <a:lnTo>
                    <a:pt x="3486436" y="2779838"/>
                  </a:lnTo>
                  <a:lnTo>
                    <a:pt x="3486562" y="2779838"/>
                  </a:lnTo>
                  <a:lnTo>
                    <a:pt x="3486689" y="2779838"/>
                  </a:lnTo>
                  <a:lnTo>
                    <a:pt x="3486815" y="2779838"/>
                  </a:lnTo>
                  <a:lnTo>
                    <a:pt x="3486941" y="2779838"/>
                  </a:lnTo>
                  <a:lnTo>
                    <a:pt x="3487067" y="2779838"/>
                  </a:lnTo>
                  <a:lnTo>
                    <a:pt x="3487194" y="2779838"/>
                  </a:lnTo>
                  <a:lnTo>
                    <a:pt x="3487320" y="2779838"/>
                  </a:lnTo>
                  <a:lnTo>
                    <a:pt x="3487446" y="2779838"/>
                  </a:lnTo>
                  <a:lnTo>
                    <a:pt x="3487572" y="2779838"/>
                  </a:lnTo>
                  <a:lnTo>
                    <a:pt x="3487699" y="2779838"/>
                  </a:lnTo>
                  <a:lnTo>
                    <a:pt x="3487825" y="2779838"/>
                  </a:lnTo>
                  <a:lnTo>
                    <a:pt x="3487951" y="2779838"/>
                  </a:lnTo>
                  <a:lnTo>
                    <a:pt x="3488077" y="2779838"/>
                  </a:lnTo>
                  <a:lnTo>
                    <a:pt x="3488204" y="2779838"/>
                  </a:lnTo>
                  <a:lnTo>
                    <a:pt x="3488330" y="2779838"/>
                  </a:lnTo>
                  <a:lnTo>
                    <a:pt x="3488456" y="2779838"/>
                  </a:lnTo>
                  <a:lnTo>
                    <a:pt x="3488582" y="2779838"/>
                  </a:lnTo>
                  <a:lnTo>
                    <a:pt x="3488709" y="2779838"/>
                  </a:lnTo>
                  <a:lnTo>
                    <a:pt x="3488835" y="2779838"/>
                  </a:lnTo>
                  <a:lnTo>
                    <a:pt x="3488961" y="2779838"/>
                  </a:lnTo>
                  <a:lnTo>
                    <a:pt x="3489087" y="2779838"/>
                  </a:lnTo>
                  <a:lnTo>
                    <a:pt x="3489214" y="2779838"/>
                  </a:lnTo>
                  <a:lnTo>
                    <a:pt x="3489340" y="2779838"/>
                  </a:lnTo>
                  <a:lnTo>
                    <a:pt x="3489466" y="2779838"/>
                  </a:lnTo>
                  <a:lnTo>
                    <a:pt x="3489592" y="2779838"/>
                  </a:lnTo>
                  <a:lnTo>
                    <a:pt x="3489719" y="2779838"/>
                  </a:lnTo>
                  <a:lnTo>
                    <a:pt x="3489845" y="2779838"/>
                  </a:lnTo>
                  <a:lnTo>
                    <a:pt x="3489971" y="2779838"/>
                  </a:lnTo>
                  <a:lnTo>
                    <a:pt x="3490098" y="2779838"/>
                  </a:lnTo>
                  <a:lnTo>
                    <a:pt x="3490224" y="2779838"/>
                  </a:lnTo>
                  <a:lnTo>
                    <a:pt x="3490350" y="2779838"/>
                  </a:lnTo>
                  <a:lnTo>
                    <a:pt x="3490476" y="2779838"/>
                  </a:lnTo>
                  <a:lnTo>
                    <a:pt x="3490603" y="2779838"/>
                  </a:lnTo>
                  <a:lnTo>
                    <a:pt x="3490729" y="2779838"/>
                  </a:lnTo>
                  <a:lnTo>
                    <a:pt x="3490855" y="2779838"/>
                  </a:lnTo>
                  <a:lnTo>
                    <a:pt x="3490981" y="2779838"/>
                  </a:lnTo>
                  <a:lnTo>
                    <a:pt x="3491108" y="2779838"/>
                  </a:lnTo>
                  <a:lnTo>
                    <a:pt x="3491234" y="2779838"/>
                  </a:lnTo>
                  <a:lnTo>
                    <a:pt x="3491360" y="2779838"/>
                  </a:lnTo>
                  <a:lnTo>
                    <a:pt x="3491486" y="2779838"/>
                  </a:lnTo>
                  <a:lnTo>
                    <a:pt x="3491613" y="2779838"/>
                  </a:lnTo>
                  <a:lnTo>
                    <a:pt x="3491613" y="2774926"/>
                  </a:lnTo>
                  <a:lnTo>
                    <a:pt x="3491739" y="2774926"/>
                  </a:lnTo>
                  <a:lnTo>
                    <a:pt x="3491865" y="2774926"/>
                  </a:lnTo>
                  <a:lnTo>
                    <a:pt x="3491991" y="2774926"/>
                  </a:lnTo>
                  <a:lnTo>
                    <a:pt x="3492118" y="2774926"/>
                  </a:lnTo>
                  <a:lnTo>
                    <a:pt x="3492244" y="2774926"/>
                  </a:lnTo>
                  <a:lnTo>
                    <a:pt x="3492370" y="2774926"/>
                  </a:lnTo>
                  <a:lnTo>
                    <a:pt x="3492496" y="2774926"/>
                  </a:lnTo>
                  <a:lnTo>
                    <a:pt x="3492623" y="2774926"/>
                  </a:lnTo>
                  <a:lnTo>
                    <a:pt x="3492749" y="2774926"/>
                  </a:lnTo>
                  <a:lnTo>
                    <a:pt x="3492875" y="2774926"/>
                  </a:lnTo>
                  <a:lnTo>
                    <a:pt x="3493001" y="2774926"/>
                  </a:lnTo>
                  <a:lnTo>
                    <a:pt x="3493128" y="2774926"/>
                  </a:lnTo>
                  <a:lnTo>
                    <a:pt x="3493254" y="2774926"/>
                  </a:lnTo>
                  <a:lnTo>
                    <a:pt x="3493380" y="2774926"/>
                  </a:lnTo>
                  <a:lnTo>
                    <a:pt x="3493506" y="2774926"/>
                  </a:lnTo>
                  <a:lnTo>
                    <a:pt x="3493633" y="2774926"/>
                  </a:lnTo>
                  <a:lnTo>
                    <a:pt x="3493759" y="2774926"/>
                  </a:lnTo>
                  <a:lnTo>
                    <a:pt x="3493885" y="2774926"/>
                  </a:lnTo>
                  <a:lnTo>
                    <a:pt x="3494011" y="2774926"/>
                  </a:lnTo>
                  <a:lnTo>
                    <a:pt x="3494138" y="2774926"/>
                  </a:lnTo>
                  <a:lnTo>
                    <a:pt x="3494264" y="2774926"/>
                  </a:lnTo>
                  <a:lnTo>
                    <a:pt x="3494390" y="2774926"/>
                  </a:lnTo>
                  <a:lnTo>
                    <a:pt x="3494516" y="2774926"/>
                  </a:lnTo>
                  <a:lnTo>
                    <a:pt x="3494643" y="2774926"/>
                  </a:lnTo>
                  <a:lnTo>
                    <a:pt x="3494769" y="2774926"/>
                  </a:lnTo>
                  <a:lnTo>
                    <a:pt x="3494895" y="2774926"/>
                  </a:lnTo>
                  <a:lnTo>
                    <a:pt x="3495022" y="2774926"/>
                  </a:lnTo>
                  <a:lnTo>
                    <a:pt x="3495148" y="2774926"/>
                  </a:lnTo>
                  <a:lnTo>
                    <a:pt x="3495274" y="2774926"/>
                  </a:lnTo>
                  <a:lnTo>
                    <a:pt x="3495400" y="2774926"/>
                  </a:lnTo>
                  <a:lnTo>
                    <a:pt x="3495527" y="2774926"/>
                  </a:lnTo>
                  <a:lnTo>
                    <a:pt x="3495653" y="2774926"/>
                  </a:lnTo>
                  <a:lnTo>
                    <a:pt x="3495779" y="2774926"/>
                  </a:lnTo>
                  <a:lnTo>
                    <a:pt x="3495905" y="2774926"/>
                  </a:lnTo>
                  <a:lnTo>
                    <a:pt x="3496032" y="2774926"/>
                  </a:lnTo>
                  <a:lnTo>
                    <a:pt x="3496158" y="2774926"/>
                  </a:lnTo>
                  <a:lnTo>
                    <a:pt x="3496284" y="2774926"/>
                  </a:lnTo>
                  <a:lnTo>
                    <a:pt x="3496410" y="2774926"/>
                  </a:lnTo>
                  <a:lnTo>
                    <a:pt x="3496537" y="2774926"/>
                  </a:lnTo>
                  <a:lnTo>
                    <a:pt x="3496663" y="2774926"/>
                  </a:lnTo>
                  <a:lnTo>
                    <a:pt x="3496789" y="2774926"/>
                  </a:lnTo>
                  <a:lnTo>
                    <a:pt x="3496915" y="2774926"/>
                  </a:lnTo>
                  <a:lnTo>
                    <a:pt x="3497042" y="2774926"/>
                  </a:lnTo>
                  <a:lnTo>
                    <a:pt x="3497168" y="2774926"/>
                  </a:lnTo>
                  <a:lnTo>
                    <a:pt x="3497294" y="2774926"/>
                  </a:lnTo>
                  <a:lnTo>
                    <a:pt x="3497420" y="2774926"/>
                  </a:lnTo>
                  <a:lnTo>
                    <a:pt x="3497547" y="2774926"/>
                  </a:lnTo>
                  <a:lnTo>
                    <a:pt x="3497673" y="2774926"/>
                  </a:lnTo>
                  <a:lnTo>
                    <a:pt x="3497799" y="2774926"/>
                  </a:lnTo>
                  <a:lnTo>
                    <a:pt x="3497925" y="2774926"/>
                  </a:lnTo>
                  <a:lnTo>
                    <a:pt x="3498052" y="2774926"/>
                  </a:lnTo>
                  <a:lnTo>
                    <a:pt x="3498178" y="2774926"/>
                  </a:lnTo>
                  <a:lnTo>
                    <a:pt x="3498304" y="2774926"/>
                  </a:lnTo>
                  <a:lnTo>
                    <a:pt x="3498430" y="2774926"/>
                  </a:lnTo>
                  <a:lnTo>
                    <a:pt x="3498557" y="2774926"/>
                  </a:lnTo>
                  <a:lnTo>
                    <a:pt x="3498683" y="2774926"/>
                  </a:lnTo>
                  <a:lnTo>
                    <a:pt x="3498809" y="2774926"/>
                  </a:lnTo>
                  <a:lnTo>
                    <a:pt x="3498935" y="2774926"/>
                  </a:lnTo>
                  <a:lnTo>
                    <a:pt x="3499062" y="2774926"/>
                  </a:lnTo>
                  <a:lnTo>
                    <a:pt x="3499188" y="2774926"/>
                  </a:lnTo>
                  <a:lnTo>
                    <a:pt x="3499314" y="2774926"/>
                  </a:lnTo>
                  <a:lnTo>
                    <a:pt x="3499440" y="2774926"/>
                  </a:lnTo>
                  <a:lnTo>
                    <a:pt x="3499567" y="2774926"/>
                  </a:lnTo>
                  <a:lnTo>
                    <a:pt x="3499693" y="2774926"/>
                  </a:lnTo>
                  <a:lnTo>
                    <a:pt x="3499819" y="2774926"/>
                  </a:lnTo>
                  <a:lnTo>
                    <a:pt x="3499945" y="2774926"/>
                  </a:lnTo>
                  <a:lnTo>
                    <a:pt x="3500072" y="2774926"/>
                  </a:lnTo>
                  <a:lnTo>
                    <a:pt x="3500198" y="2774926"/>
                  </a:lnTo>
                  <a:lnTo>
                    <a:pt x="3500324" y="2774926"/>
                  </a:lnTo>
                  <a:lnTo>
                    <a:pt x="3500451" y="2774926"/>
                  </a:lnTo>
                  <a:lnTo>
                    <a:pt x="3500577" y="2774926"/>
                  </a:lnTo>
                  <a:lnTo>
                    <a:pt x="3500703" y="2774926"/>
                  </a:lnTo>
                  <a:lnTo>
                    <a:pt x="3500829" y="2774926"/>
                  </a:lnTo>
                  <a:lnTo>
                    <a:pt x="3500956" y="2774926"/>
                  </a:lnTo>
                  <a:lnTo>
                    <a:pt x="3501082" y="2774926"/>
                  </a:lnTo>
                  <a:lnTo>
                    <a:pt x="3501208" y="2774926"/>
                  </a:lnTo>
                  <a:lnTo>
                    <a:pt x="3501334" y="2774926"/>
                  </a:lnTo>
                  <a:lnTo>
                    <a:pt x="3501461" y="2774926"/>
                  </a:lnTo>
                  <a:lnTo>
                    <a:pt x="3501587" y="2774926"/>
                  </a:lnTo>
                  <a:lnTo>
                    <a:pt x="3501713" y="2774926"/>
                  </a:lnTo>
                  <a:lnTo>
                    <a:pt x="3501839" y="2774926"/>
                  </a:lnTo>
                  <a:lnTo>
                    <a:pt x="3501966" y="2774926"/>
                  </a:lnTo>
                  <a:lnTo>
                    <a:pt x="3502092" y="2774926"/>
                  </a:lnTo>
                  <a:lnTo>
                    <a:pt x="3502218" y="2774926"/>
                  </a:lnTo>
                  <a:lnTo>
                    <a:pt x="3502218" y="2770015"/>
                  </a:lnTo>
                  <a:lnTo>
                    <a:pt x="3502344" y="2770015"/>
                  </a:lnTo>
                  <a:lnTo>
                    <a:pt x="3502471" y="2770015"/>
                  </a:lnTo>
                  <a:lnTo>
                    <a:pt x="3502597" y="2770015"/>
                  </a:lnTo>
                  <a:lnTo>
                    <a:pt x="3502723" y="2770015"/>
                  </a:lnTo>
                  <a:lnTo>
                    <a:pt x="3502849" y="2770015"/>
                  </a:lnTo>
                  <a:lnTo>
                    <a:pt x="3502976" y="2770015"/>
                  </a:lnTo>
                  <a:lnTo>
                    <a:pt x="3503102" y="2770015"/>
                  </a:lnTo>
                  <a:lnTo>
                    <a:pt x="3503228" y="2770015"/>
                  </a:lnTo>
                  <a:lnTo>
                    <a:pt x="3503354" y="2770015"/>
                  </a:lnTo>
                  <a:lnTo>
                    <a:pt x="3503481" y="2770015"/>
                  </a:lnTo>
                  <a:lnTo>
                    <a:pt x="3503607" y="2770015"/>
                  </a:lnTo>
                  <a:lnTo>
                    <a:pt x="3503733" y="2770015"/>
                  </a:lnTo>
                  <a:lnTo>
                    <a:pt x="3503859" y="2770015"/>
                  </a:lnTo>
                  <a:lnTo>
                    <a:pt x="3503986" y="2770015"/>
                  </a:lnTo>
                  <a:lnTo>
                    <a:pt x="3504112" y="2770015"/>
                  </a:lnTo>
                  <a:lnTo>
                    <a:pt x="3504238" y="2770015"/>
                  </a:lnTo>
                  <a:lnTo>
                    <a:pt x="3504364" y="2770015"/>
                  </a:lnTo>
                  <a:lnTo>
                    <a:pt x="3504491" y="2770015"/>
                  </a:lnTo>
                  <a:lnTo>
                    <a:pt x="3504617" y="2770015"/>
                  </a:lnTo>
                  <a:lnTo>
                    <a:pt x="3504743" y="2770015"/>
                  </a:lnTo>
                  <a:lnTo>
                    <a:pt x="3504869" y="2770015"/>
                  </a:lnTo>
                  <a:lnTo>
                    <a:pt x="3504996" y="2770015"/>
                  </a:lnTo>
                  <a:lnTo>
                    <a:pt x="3505122" y="2770015"/>
                  </a:lnTo>
                  <a:lnTo>
                    <a:pt x="3505248" y="2770015"/>
                  </a:lnTo>
                  <a:lnTo>
                    <a:pt x="3505375" y="2770015"/>
                  </a:lnTo>
                  <a:lnTo>
                    <a:pt x="3505501" y="2770015"/>
                  </a:lnTo>
                  <a:lnTo>
                    <a:pt x="3505627" y="2770015"/>
                  </a:lnTo>
                  <a:lnTo>
                    <a:pt x="3505753" y="2770015"/>
                  </a:lnTo>
                  <a:lnTo>
                    <a:pt x="3505880" y="2770015"/>
                  </a:lnTo>
                  <a:lnTo>
                    <a:pt x="3506006" y="2770015"/>
                  </a:lnTo>
                  <a:lnTo>
                    <a:pt x="3506132" y="2770015"/>
                  </a:lnTo>
                  <a:lnTo>
                    <a:pt x="3506258" y="2770015"/>
                  </a:lnTo>
                  <a:lnTo>
                    <a:pt x="3506385" y="2770015"/>
                  </a:lnTo>
                  <a:lnTo>
                    <a:pt x="3506511" y="2770015"/>
                  </a:lnTo>
                  <a:lnTo>
                    <a:pt x="3506637" y="2770015"/>
                  </a:lnTo>
                  <a:lnTo>
                    <a:pt x="3506763" y="2770015"/>
                  </a:lnTo>
                  <a:lnTo>
                    <a:pt x="3506890" y="2770015"/>
                  </a:lnTo>
                  <a:lnTo>
                    <a:pt x="3507016" y="2770015"/>
                  </a:lnTo>
                  <a:lnTo>
                    <a:pt x="3507142" y="2770015"/>
                  </a:lnTo>
                  <a:lnTo>
                    <a:pt x="3507268" y="2770015"/>
                  </a:lnTo>
                  <a:lnTo>
                    <a:pt x="3507395" y="2770015"/>
                  </a:lnTo>
                  <a:lnTo>
                    <a:pt x="3507521" y="2770015"/>
                  </a:lnTo>
                  <a:lnTo>
                    <a:pt x="3507647" y="2770015"/>
                  </a:lnTo>
                  <a:lnTo>
                    <a:pt x="3507773" y="2770015"/>
                  </a:lnTo>
                  <a:lnTo>
                    <a:pt x="3507900" y="2770015"/>
                  </a:lnTo>
                  <a:lnTo>
                    <a:pt x="3508026" y="2770015"/>
                  </a:lnTo>
                  <a:lnTo>
                    <a:pt x="3508152" y="2770015"/>
                  </a:lnTo>
                  <a:lnTo>
                    <a:pt x="3508278" y="2770015"/>
                  </a:lnTo>
                  <a:lnTo>
                    <a:pt x="3508405" y="2770015"/>
                  </a:lnTo>
                  <a:lnTo>
                    <a:pt x="3508531" y="2770015"/>
                  </a:lnTo>
                  <a:lnTo>
                    <a:pt x="3508657" y="2770015"/>
                  </a:lnTo>
                  <a:lnTo>
                    <a:pt x="3508783" y="2770015"/>
                  </a:lnTo>
                  <a:lnTo>
                    <a:pt x="3508910" y="2770015"/>
                  </a:lnTo>
                  <a:lnTo>
                    <a:pt x="3509036" y="2770015"/>
                  </a:lnTo>
                  <a:lnTo>
                    <a:pt x="3509162" y="2770015"/>
                  </a:lnTo>
                  <a:lnTo>
                    <a:pt x="3509288" y="2770015"/>
                  </a:lnTo>
                  <a:lnTo>
                    <a:pt x="3509415" y="2770015"/>
                  </a:lnTo>
                  <a:lnTo>
                    <a:pt x="3509541" y="2770015"/>
                  </a:lnTo>
                  <a:lnTo>
                    <a:pt x="3509667" y="2770015"/>
                  </a:lnTo>
                  <a:lnTo>
                    <a:pt x="3509793" y="2770015"/>
                  </a:lnTo>
                  <a:lnTo>
                    <a:pt x="3509920" y="2770015"/>
                  </a:lnTo>
                  <a:lnTo>
                    <a:pt x="3510046" y="2770015"/>
                  </a:lnTo>
                  <a:lnTo>
                    <a:pt x="3510172" y="2770015"/>
                  </a:lnTo>
                  <a:lnTo>
                    <a:pt x="3510299" y="2770015"/>
                  </a:lnTo>
                  <a:lnTo>
                    <a:pt x="3510425" y="2770015"/>
                  </a:lnTo>
                  <a:lnTo>
                    <a:pt x="3510551" y="2770015"/>
                  </a:lnTo>
                  <a:lnTo>
                    <a:pt x="3510677" y="2770015"/>
                  </a:lnTo>
                  <a:lnTo>
                    <a:pt x="3510804" y="2770015"/>
                  </a:lnTo>
                  <a:lnTo>
                    <a:pt x="3510804" y="2765104"/>
                  </a:lnTo>
                  <a:lnTo>
                    <a:pt x="3510930" y="2765104"/>
                  </a:lnTo>
                  <a:lnTo>
                    <a:pt x="3511056" y="2765104"/>
                  </a:lnTo>
                  <a:lnTo>
                    <a:pt x="3511182" y="2765104"/>
                  </a:lnTo>
                  <a:lnTo>
                    <a:pt x="3511309" y="2765104"/>
                  </a:lnTo>
                  <a:lnTo>
                    <a:pt x="3511435" y="2765104"/>
                  </a:lnTo>
                  <a:lnTo>
                    <a:pt x="3511561" y="2765104"/>
                  </a:lnTo>
                  <a:lnTo>
                    <a:pt x="3511687" y="2765104"/>
                  </a:lnTo>
                  <a:lnTo>
                    <a:pt x="3511814" y="2765104"/>
                  </a:lnTo>
                  <a:lnTo>
                    <a:pt x="3511940" y="2765104"/>
                  </a:lnTo>
                  <a:lnTo>
                    <a:pt x="3512066" y="2765104"/>
                  </a:lnTo>
                  <a:lnTo>
                    <a:pt x="3512192" y="2765104"/>
                  </a:lnTo>
                  <a:lnTo>
                    <a:pt x="3512319" y="2765104"/>
                  </a:lnTo>
                  <a:lnTo>
                    <a:pt x="3512445" y="2765104"/>
                  </a:lnTo>
                  <a:lnTo>
                    <a:pt x="3512445" y="2760192"/>
                  </a:lnTo>
                  <a:lnTo>
                    <a:pt x="3512571" y="2760192"/>
                  </a:lnTo>
                  <a:lnTo>
                    <a:pt x="3512697" y="2760192"/>
                  </a:lnTo>
                  <a:lnTo>
                    <a:pt x="3512824" y="2760192"/>
                  </a:lnTo>
                  <a:lnTo>
                    <a:pt x="3512950" y="2760192"/>
                  </a:lnTo>
                  <a:lnTo>
                    <a:pt x="3513076" y="2760192"/>
                  </a:lnTo>
                  <a:lnTo>
                    <a:pt x="3513202" y="2760192"/>
                  </a:lnTo>
                  <a:lnTo>
                    <a:pt x="3513202" y="2755281"/>
                  </a:lnTo>
                  <a:lnTo>
                    <a:pt x="3513329" y="2755281"/>
                  </a:lnTo>
                  <a:lnTo>
                    <a:pt x="3513329" y="2750369"/>
                  </a:lnTo>
                  <a:lnTo>
                    <a:pt x="3513455" y="2750369"/>
                  </a:lnTo>
                  <a:lnTo>
                    <a:pt x="3513581" y="2750369"/>
                  </a:lnTo>
                  <a:lnTo>
                    <a:pt x="3513707" y="2750369"/>
                  </a:lnTo>
                  <a:lnTo>
                    <a:pt x="3513834" y="2750369"/>
                  </a:lnTo>
                  <a:lnTo>
                    <a:pt x="3513960" y="2750369"/>
                  </a:lnTo>
                  <a:lnTo>
                    <a:pt x="3514086" y="2750369"/>
                  </a:lnTo>
                  <a:lnTo>
                    <a:pt x="3514212" y="2750369"/>
                  </a:lnTo>
                  <a:lnTo>
                    <a:pt x="3514339" y="2750369"/>
                  </a:lnTo>
                  <a:lnTo>
                    <a:pt x="3514465" y="2750369"/>
                  </a:lnTo>
                  <a:lnTo>
                    <a:pt x="3514591" y="2750369"/>
                  </a:lnTo>
                  <a:lnTo>
                    <a:pt x="3514717" y="2750369"/>
                  </a:lnTo>
                  <a:lnTo>
                    <a:pt x="3514844" y="2750369"/>
                  </a:lnTo>
                  <a:lnTo>
                    <a:pt x="3514970" y="2750369"/>
                  </a:lnTo>
                  <a:lnTo>
                    <a:pt x="3515096" y="2750369"/>
                  </a:lnTo>
                  <a:lnTo>
                    <a:pt x="3515222" y="2750369"/>
                  </a:lnTo>
                  <a:lnTo>
                    <a:pt x="3515349" y="2750369"/>
                  </a:lnTo>
                  <a:lnTo>
                    <a:pt x="3515475" y="2750369"/>
                  </a:lnTo>
                  <a:lnTo>
                    <a:pt x="3515601" y="2750369"/>
                  </a:lnTo>
                  <a:lnTo>
                    <a:pt x="3515728" y="2750369"/>
                  </a:lnTo>
                  <a:lnTo>
                    <a:pt x="3515854" y="2750369"/>
                  </a:lnTo>
                  <a:lnTo>
                    <a:pt x="3515980" y="2750369"/>
                  </a:lnTo>
                  <a:lnTo>
                    <a:pt x="3516106" y="2750369"/>
                  </a:lnTo>
                  <a:lnTo>
                    <a:pt x="3516233" y="2750369"/>
                  </a:lnTo>
                  <a:lnTo>
                    <a:pt x="3516359" y="2750369"/>
                  </a:lnTo>
                  <a:lnTo>
                    <a:pt x="3516485" y="2750369"/>
                  </a:lnTo>
                  <a:lnTo>
                    <a:pt x="3516611" y="2750369"/>
                  </a:lnTo>
                  <a:lnTo>
                    <a:pt x="3516738" y="2750369"/>
                  </a:lnTo>
                  <a:lnTo>
                    <a:pt x="3516864" y="2750369"/>
                  </a:lnTo>
                  <a:lnTo>
                    <a:pt x="3516990" y="2750369"/>
                  </a:lnTo>
                  <a:lnTo>
                    <a:pt x="3517116" y="2750369"/>
                  </a:lnTo>
                  <a:lnTo>
                    <a:pt x="3517243" y="2750369"/>
                  </a:lnTo>
                  <a:lnTo>
                    <a:pt x="3517369" y="2750369"/>
                  </a:lnTo>
                  <a:lnTo>
                    <a:pt x="3517495" y="2750369"/>
                  </a:lnTo>
                  <a:lnTo>
                    <a:pt x="3517621" y="2750369"/>
                  </a:lnTo>
                  <a:lnTo>
                    <a:pt x="3517748" y="2750369"/>
                  </a:lnTo>
                  <a:lnTo>
                    <a:pt x="3517874" y="2750369"/>
                  </a:lnTo>
                  <a:lnTo>
                    <a:pt x="3518000" y="2750369"/>
                  </a:lnTo>
                  <a:lnTo>
                    <a:pt x="3518126" y="2750369"/>
                  </a:lnTo>
                  <a:lnTo>
                    <a:pt x="3518253" y="2750369"/>
                  </a:lnTo>
                  <a:lnTo>
                    <a:pt x="3518379" y="2750369"/>
                  </a:lnTo>
                  <a:lnTo>
                    <a:pt x="3518505" y="2750369"/>
                  </a:lnTo>
                  <a:lnTo>
                    <a:pt x="3518631" y="2750369"/>
                  </a:lnTo>
                  <a:lnTo>
                    <a:pt x="3518758" y="2750369"/>
                  </a:lnTo>
                  <a:lnTo>
                    <a:pt x="3518884" y="2750369"/>
                  </a:lnTo>
                  <a:lnTo>
                    <a:pt x="3519010" y="2750369"/>
                  </a:lnTo>
                  <a:lnTo>
                    <a:pt x="3519136" y="2750369"/>
                  </a:lnTo>
                  <a:lnTo>
                    <a:pt x="3519263" y="2750369"/>
                  </a:lnTo>
                  <a:lnTo>
                    <a:pt x="3519389" y="2750369"/>
                  </a:lnTo>
                  <a:lnTo>
                    <a:pt x="3519515" y="2750369"/>
                  </a:lnTo>
                  <a:lnTo>
                    <a:pt x="3519641" y="2750369"/>
                  </a:lnTo>
                  <a:lnTo>
                    <a:pt x="3519768" y="2750369"/>
                  </a:lnTo>
                  <a:lnTo>
                    <a:pt x="3519894" y="2750369"/>
                  </a:lnTo>
                  <a:lnTo>
                    <a:pt x="3520020" y="2750369"/>
                  </a:lnTo>
                  <a:lnTo>
                    <a:pt x="3520146" y="2750369"/>
                  </a:lnTo>
                  <a:lnTo>
                    <a:pt x="3520273" y="2750369"/>
                  </a:lnTo>
                  <a:lnTo>
                    <a:pt x="3520399" y="2750369"/>
                  </a:lnTo>
                  <a:lnTo>
                    <a:pt x="3520525" y="2750369"/>
                  </a:lnTo>
                  <a:lnTo>
                    <a:pt x="3520652" y="2750369"/>
                  </a:lnTo>
                  <a:lnTo>
                    <a:pt x="3520778" y="2750369"/>
                  </a:lnTo>
                  <a:lnTo>
                    <a:pt x="3520904" y="2750369"/>
                  </a:lnTo>
                  <a:lnTo>
                    <a:pt x="3521030" y="2750369"/>
                  </a:lnTo>
                  <a:lnTo>
                    <a:pt x="3521157" y="2750369"/>
                  </a:lnTo>
                  <a:lnTo>
                    <a:pt x="3521283" y="2750369"/>
                  </a:lnTo>
                  <a:lnTo>
                    <a:pt x="3521409" y="2750369"/>
                  </a:lnTo>
                  <a:lnTo>
                    <a:pt x="3521535" y="2750369"/>
                  </a:lnTo>
                  <a:lnTo>
                    <a:pt x="3521662" y="2750369"/>
                  </a:lnTo>
                  <a:lnTo>
                    <a:pt x="3521788" y="2750369"/>
                  </a:lnTo>
                  <a:lnTo>
                    <a:pt x="3521914" y="2750369"/>
                  </a:lnTo>
                  <a:lnTo>
                    <a:pt x="3522040" y="2750369"/>
                  </a:lnTo>
                  <a:lnTo>
                    <a:pt x="3522167" y="2750369"/>
                  </a:lnTo>
                  <a:lnTo>
                    <a:pt x="3522293" y="2750369"/>
                  </a:lnTo>
                  <a:lnTo>
                    <a:pt x="3522419" y="2750369"/>
                  </a:lnTo>
                  <a:lnTo>
                    <a:pt x="3522545" y="2750369"/>
                  </a:lnTo>
                  <a:lnTo>
                    <a:pt x="3522672" y="2750369"/>
                  </a:lnTo>
                  <a:lnTo>
                    <a:pt x="3522798" y="2750369"/>
                  </a:lnTo>
                  <a:lnTo>
                    <a:pt x="3522924" y="2750369"/>
                  </a:lnTo>
                  <a:lnTo>
                    <a:pt x="3523050" y="2750369"/>
                  </a:lnTo>
                  <a:lnTo>
                    <a:pt x="3523177" y="2750369"/>
                  </a:lnTo>
                  <a:lnTo>
                    <a:pt x="3523303" y="2750369"/>
                  </a:lnTo>
                  <a:lnTo>
                    <a:pt x="3523429" y="2750369"/>
                  </a:lnTo>
                  <a:lnTo>
                    <a:pt x="3523555" y="2750369"/>
                  </a:lnTo>
                  <a:lnTo>
                    <a:pt x="3523682" y="2750369"/>
                  </a:lnTo>
                  <a:lnTo>
                    <a:pt x="3523808" y="2750369"/>
                  </a:lnTo>
                  <a:lnTo>
                    <a:pt x="3523934" y="2750369"/>
                  </a:lnTo>
                  <a:lnTo>
                    <a:pt x="3524060" y="2750369"/>
                  </a:lnTo>
                  <a:lnTo>
                    <a:pt x="3524187" y="2750369"/>
                  </a:lnTo>
                  <a:lnTo>
                    <a:pt x="3524313" y="2750369"/>
                  </a:lnTo>
                  <a:lnTo>
                    <a:pt x="3524439" y="2750369"/>
                  </a:lnTo>
                  <a:lnTo>
                    <a:pt x="3524565" y="2750369"/>
                  </a:lnTo>
                  <a:lnTo>
                    <a:pt x="3524692" y="2750369"/>
                  </a:lnTo>
                  <a:lnTo>
                    <a:pt x="3524818" y="2750369"/>
                  </a:lnTo>
                  <a:lnTo>
                    <a:pt x="3524944" y="2750369"/>
                  </a:lnTo>
                  <a:lnTo>
                    <a:pt x="3525070" y="2750369"/>
                  </a:lnTo>
                  <a:lnTo>
                    <a:pt x="3525197" y="2750369"/>
                  </a:lnTo>
                  <a:lnTo>
                    <a:pt x="3525323" y="2750369"/>
                  </a:lnTo>
                  <a:lnTo>
                    <a:pt x="3525449" y="2750369"/>
                  </a:lnTo>
                  <a:lnTo>
                    <a:pt x="3525575" y="2750369"/>
                  </a:lnTo>
                  <a:lnTo>
                    <a:pt x="3525702" y="2750369"/>
                  </a:lnTo>
                  <a:lnTo>
                    <a:pt x="3525828" y="2750369"/>
                  </a:lnTo>
                  <a:lnTo>
                    <a:pt x="3525954" y="2750369"/>
                  </a:lnTo>
                  <a:lnTo>
                    <a:pt x="3526081" y="2750369"/>
                  </a:lnTo>
                  <a:lnTo>
                    <a:pt x="3526207" y="2750369"/>
                  </a:lnTo>
                  <a:lnTo>
                    <a:pt x="3526333" y="2750369"/>
                  </a:lnTo>
                  <a:lnTo>
                    <a:pt x="3526459" y="2750369"/>
                  </a:lnTo>
                  <a:lnTo>
                    <a:pt x="3526586" y="2750369"/>
                  </a:lnTo>
                  <a:lnTo>
                    <a:pt x="3526712" y="2750369"/>
                  </a:lnTo>
                  <a:lnTo>
                    <a:pt x="3526838" y="2750369"/>
                  </a:lnTo>
                  <a:lnTo>
                    <a:pt x="3526964" y="2750369"/>
                  </a:lnTo>
                  <a:lnTo>
                    <a:pt x="3527091" y="2750369"/>
                  </a:lnTo>
                  <a:lnTo>
                    <a:pt x="3527217" y="2750369"/>
                  </a:lnTo>
                  <a:lnTo>
                    <a:pt x="3527343" y="2750369"/>
                  </a:lnTo>
                  <a:lnTo>
                    <a:pt x="3527469" y="2750369"/>
                  </a:lnTo>
                  <a:lnTo>
                    <a:pt x="3527596" y="2750369"/>
                  </a:lnTo>
                  <a:lnTo>
                    <a:pt x="3527722" y="2750369"/>
                  </a:lnTo>
                  <a:lnTo>
                    <a:pt x="3527848" y="2750369"/>
                  </a:lnTo>
                  <a:lnTo>
                    <a:pt x="3527974" y="2750369"/>
                  </a:lnTo>
                  <a:lnTo>
                    <a:pt x="3528101" y="2750369"/>
                  </a:lnTo>
                  <a:lnTo>
                    <a:pt x="3528227" y="2750369"/>
                  </a:lnTo>
                  <a:lnTo>
                    <a:pt x="3528353" y="2750369"/>
                  </a:lnTo>
                  <a:lnTo>
                    <a:pt x="3528479" y="2750369"/>
                  </a:lnTo>
                  <a:lnTo>
                    <a:pt x="3528606" y="2750369"/>
                  </a:lnTo>
                  <a:lnTo>
                    <a:pt x="3528732" y="2750369"/>
                  </a:lnTo>
                  <a:lnTo>
                    <a:pt x="3528858" y="2750369"/>
                  </a:lnTo>
                  <a:lnTo>
                    <a:pt x="3528984" y="2750369"/>
                  </a:lnTo>
                  <a:lnTo>
                    <a:pt x="3529111" y="2750369"/>
                  </a:lnTo>
                  <a:lnTo>
                    <a:pt x="3529237" y="2750369"/>
                  </a:lnTo>
                  <a:lnTo>
                    <a:pt x="3529363" y="2750369"/>
                  </a:lnTo>
                  <a:lnTo>
                    <a:pt x="3529489" y="2750369"/>
                  </a:lnTo>
                  <a:lnTo>
                    <a:pt x="3529616" y="2750369"/>
                  </a:lnTo>
                  <a:lnTo>
                    <a:pt x="3529742" y="2750369"/>
                  </a:lnTo>
                  <a:lnTo>
                    <a:pt x="3529868" y="2750369"/>
                  </a:lnTo>
                  <a:lnTo>
                    <a:pt x="3529994" y="2750369"/>
                  </a:lnTo>
                  <a:lnTo>
                    <a:pt x="3530121" y="2750369"/>
                  </a:lnTo>
                  <a:lnTo>
                    <a:pt x="3530247" y="2750369"/>
                  </a:lnTo>
                  <a:lnTo>
                    <a:pt x="3530373" y="2750369"/>
                  </a:lnTo>
                  <a:lnTo>
                    <a:pt x="3530499" y="2750369"/>
                  </a:lnTo>
                  <a:lnTo>
                    <a:pt x="3530626" y="2750369"/>
                  </a:lnTo>
                  <a:lnTo>
                    <a:pt x="3530752" y="2750369"/>
                  </a:lnTo>
                  <a:lnTo>
                    <a:pt x="3530878" y="2750369"/>
                  </a:lnTo>
                  <a:lnTo>
                    <a:pt x="3531005" y="2750369"/>
                  </a:lnTo>
                  <a:lnTo>
                    <a:pt x="3531131" y="2750369"/>
                  </a:lnTo>
                  <a:lnTo>
                    <a:pt x="3531257" y="2750369"/>
                  </a:lnTo>
                  <a:lnTo>
                    <a:pt x="3531383" y="2750369"/>
                  </a:lnTo>
                  <a:lnTo>
                    <a:pt x="3531510" y="2750369"/>
                  </a:lnTo>
                  <a:lnTo>
                    <a:pt x="3531636" y="2750369"/>
                  </a:lnTo>
                  <a:lnTo>
                    <a:pt x="3531762" y="2750369"/>
                  </a:lnTo>
                  <a:lnTo>
                    <a:pt x="3531888" y="2750369"/>
                  </a:lnTo>
                  <a:lnTo>
                    <a:pt x="3532015" y="2750369"/>
                  </a:lnTo>
                  <a:lnTo>
                    <a:pt x="3532141" y="2750369"/>
                  </a:lnTo>
                  <a:lnTo>
                    <a:pt x="3532267" y="2750369"/>
                  </a:lnTo>
                  <a:lnTo>
                    <a:pt x="3532393" y="2750369"/>
                  </a:lnTo>
                  <a:lnTo>
                    <a:pt x="3532520" y="2750369"/>
                  </a:lnTo>
                  <a:lnTo>
                    <a:pt x="3532646" y="2750369"/>
                  </a:lnTo>
                  <a:lnTo>
                    <a:pt x="3532772" y="2750369"/>
                  </a:lnTo>
                  <a:lnTo>
                    <a:pt x="3532898" y="2750369"/>
                  </a:lnTo>
                  <a:lnTo>
                    <a:pt x="3533025" y="2750369"/>
                  </a:lnTo>
                  <a:lnTo>
                    <a:pt x="3533151" y="2750369"/>
                  </a:lnTo>
                  <a:lnTo>
                    <a:pt x="3533277" y="2750369"/>
                  </a:lnTo>
                  <a:lnTo>
                    <a:pt x="3533403" y="2750369"/>
                  </a:lnTo>
                  <a:lnTo>
                    <a:pt x="3533530" y="2750369"/>
                  </a:lnTo>
                  <a:lnTo>
                    <a:pt x="3533656" y="2750369"/>
                  </a:lnTo>
                  <a:lnTo>
                    <a:pt x="3533782" y="2750369"/>
                  </a:lnTo>
                  <a:lnTo>
                    <a:pt x="3533908" y="2750369"/>
                  </a:lnTo>
                  <a:lnTo>
                    <a:pt x="3534035" y="2750369"/>
                  </a:lnTo>
                  <a:lnTo>
                    <a:pt x="3534161" y="2750369"/>
                  </a:lnTo>
                  <a:lnTo>
                    <a:pt x="3534287" y="2750369"/>
                  </a:lnTo>
                  <a:lnTo>
                    <a:pt x="3534413" y="2750369"/>
                  </a:lnTo>
                  <a:lnTo>
                    <a:pt x="3534413" y="2745458"/>
                  </a:lnTo>
                  <a:lnTo>
                    <a:pt x="3534540" y="2745458"/>
                  </a:lnTo>
                  <a:lnTo>
                    <a:pt x="3534666" y="2745458"/>
                  </a:lnTo>
                  <a:lnTo>
                    <a:pt x="3534792" y="2745458"/>
                  </a:lnTo>
                  <a:lnTo>
                    <a:pt x="3534918" y="2745458"/>
                  </a:lnTo>
                  <a:lnTo>
                    <a:pt x="3535045" y="2745458"/>
                  </a:lnTo>
                  <a:lnTo>
                    <a:pt x="3535171" y="2745458"/>
                  </a:lnTo>
                  <a:lnTo>
                    <a:pt x="3535297" y="2745458"/>
                  </a:lnTo>
                  <a:lnTo>
                    <a:pt x="3535423" y="2745458"/>
                  </a:lnTo>
                  <a:lnTo>
                    <a:pt x="3535550" y="2745458"/>
                  </a:lnTo>
                  <a:lnTo>
                    <a:pt x="3535676" y="2745458"/>
                  </a:lnTo>
                  <a:lnTo>
                    <a:pt x="3535802" y="2745458"/>
                  </a:lnTo>
                  <a:lnTo>
                    <a:pt x="3535928" y="2745458"/>
                  </a:lnTo>
                  <a:lnTo>
                    <a:pt x="3536055" y="2745458"/>
                  </a:lnTo>
                  <a:lnTo>
                    <a:pt x="3536181" y="2745458"/>
                  </a:lnTo>
                  <a:lnTo>
                    <a:pt x="3536307" y="2745458"/>
                  </a:lnTo>
                  <a:lnTo>
                    <a:pt x="3536434" y="2745458"/>
                  </a:lnTo>
                  <a:lnTo>
                    <a:pt x="3536560" y="2745458"/>
                  </a:lnTo>
                  <a:lnTo>
                    <a:pt x="3536686" y="2745458"/>
                  </a:lnTo>
                  <a:lnTo>
                    <a:pt x="3536812" y="2745458"/>
                  </a:lnTo>
                  <a:lnTo>
                    <a:pt x="3536939" y="2745458"/>
                  </a:lnTo>
                  <a:lnTo>
                    <a:pt x="3537065" y="2745458"/>
                  </a:lnTo>
                  <a:lnTo>
                    <a:pt x="3537191" y="2745458"/>
                  </a:lnTo>
                  <a:lnTo>
                    <a:pt x="3537317" y="2745458"/>
                  </a:lnTo>
                  <a:lnTo>
                    <a:pt x="3537444" y="2745458"/>
                  </a:lnTo>
                  <a:lnTo>
                    <a:pt x="3537570" y="2745458"/>
                  </a:lnTo>
                  <a:lnTo>
                    <a:pt x="3537696" y="2745458"/>
                  </a:lnTo>
                  <a:lnTo>
                    <a:pt x="3537822" y="2745458"/>
                  </a:lnTo>
                  <a:lnTo>
                    <a:pt x="3537949" y="2745458"/>
                  </a:lnTo>
                  <a:lnTo>
                    <a:pt x="3538075" y="2745458"/>
                  </a:lnTo>
                  <a:lnTo>
                    <a:pt x="3538201" y="2745458"/>
                  </a:lnTo>
                  <a:lnTo>
                    <a:pt x="3538201" y="2740547"/>
                  </a:lnTo>
                  <a:lnTo>
                    <a:pt x="3538327" y="2740547"/>
                  </a:lnTo>
                  <a:lnTo>
                    <a:pt x="3538454" y="2740547"/>
                  </a:lnTo>
                  <a:lnTo>
                    <a:pt x="3538580" y="2740547"/>
                  </a:lnTo>
                  <a:lnTo>
                    <a:pt x="3538706" y="2740547"/>
                  </a:lnTo>
                  <a:lnTo>
                    <a:pt x="3538832" y="2740547"/>
                  </a:lnTo>
                  <a:lnTo>
                    <a:pt x="3538959" y="2740547"/>
                  </a:lnTo>
                  <a:lnTo>
                    <a:pt x="3539085" y="2740547"/>
                  </a:lnTo>
                  <a:lnTo>
                    <a:pt x="3539211" y="2740547"/>
                  </a:lnTo>
                  <a:lnTo>
                    <a:pt x="3539337" y="2740547"/>
                  </a:lnTo>
                  <a:lnTo>
                    <a:pt x="3539464" y="2740547"/>
                  </a:lnTo>
                  <a:lnTo>
                    <a:pt x="3539590" y="2740547"/>
                  </a:lnTo>
                  <a:lnTo>
                    <a:pt x="3539716" y="2740547"/>
                  </a:lnTo>
                  <a:lnTo>
                    <a:pt x="3539842" y="2740547"/>
                  </a:lnTo>
                  <a:lnTo>
                    <a:pt x="3539969" y="2740547"/>
                  </a:lnTo>
                  <a:lnTo>
                    <a:pt x="3540095" y="2740547"/>
                  </a:lnTo>
                  <a:lnTo>
                    <a:pt x="3540221" y="2740547"/>
                  </a:lnTo>
                  <a:lnTo>
                    <a:pt x="3540347" y="2740547"/>
                  </a:lnTo>
                  <a:lnTo>
                    <a:pt x="3540474" y="2740547"/>
                  </a:lnTo>
                  <a:lnTo>
                    <a:pt x="3540600" y="2740547"/>
                  </a:lnTo>
                  <a:lnTo>
                    <a:pt x="3540726" y="2740547"/>
                  </a:lnTo>
                  <a:lnTo>
                    <a:pt x="3540852" y="2740547"/>
                  </a:lnTo>
                  <a:lnTo>
                    <a:pt x="3540979" y="2740547"/>
                  </a:lnTo>
                  <a:lnTo>
                    <a:pt x="3540979" y="2735635"/>
                  </a:lnTo>
                  <a:lnTo>
                    <a:pt x="3541105" y="2735635"/>
                  </a:lnTo>
                  <a:lnTo>
                    <a:pt x="3541231" y="2735635"/>
                  </a:lnTo>
                  <a:lnTo>
                    <a:pt x="3541358" y="2735635"/>
                  </a:lnTo>
                  <a:lnTo>
                    <a:pt x="3541484" y="2735635"/>
                  </a:lnTo>
                  <a:lnTo>
                    <a:pt x="3541610" y="2735635"/>
                  </a:lnTo>
                  <a:lnTo>
                    <a:pt x="3541736" y="2735635"/>
                  </a:lnTo>
                  <a:lnTo>
                    <a:pt x="3541863" y="2735635"/>
                  </a:lnTo>
                  <a:lnTo>
                    <a:pt x="3541989" y="2735635"/>
                  </a:lnTo>
                  <a:lnTo>
                    <a:pt x="3542115" y="2735635"/>
                  </a:lnTo>
                  <a:lnTo>
                    <a:pt x="3542241" y="2735635"/>
                  </a:lnTo>
                  <a:lnTo>
                    <a:pt x="3542368" y="2735635"/>
                  </a:lnTo>
                  <a:lnTo>
                    <a:pt x="3542494" y="2735635"/>
                  </a:lnTo>
                  <a:lnTo>
                    <a:pt x="3542620" y="2735635"/>
                  </a:lnTo>
                  <a:lnTo>
                    <a:pt x="3542746" y="2735635"/>
                  </a:lnTo>
                  <a:lnTo>
                    <a:pt x="3542873" y="2735635"/>
                  </a:lnTo>
                  <a:lnTo>
                    <a:pt x="3542999" y="2735635"/>
                  </a:lnTo>
                  <a:lnTo>
                    <a:pt x="3543125" y="2735635"/>
                  </a:lnTo>
                  <a:lnTo>
                    <a:pt x="3543251" y="2735635"/>
                  </a:lnTo>
                  <a:lnTo>
                    <a:pt x="3543378" y="2735635"/>
                  </a:lnTo>
                  <a:lnTo>
                    <a:pt x="3543504" y="2735635"/>
                  </a:lnTo>
                  <a:lnTo>
                    <a:pt x="3543630" y="2735635"/>
                  </a:lnTo>
                  <a:lnTo>
                    <a:pt x="3543756" y="2735635"/>
                  </a:lnTo>
                  <a:lnTo>
                    <a:pt x="3543883" y="2735635"/>
                  </a:lnTo>
                  <a:lnTo>
                    <a:pt x="3544009" y="2735635"/>
                  </a:lnTo>
                  <a:lnTo>
                    <a:pt x="3544135" y="2735635"/>
                  </a:lnTo>
                  <a:lnTo>
                    <a:pt x="3544261" y="2735635"/>
                  </a:lnTo>
                  <a:lnTo>
                    <a:pt x="3544388" y="2735635"/>
                  </a:lnTo>
                  <a:lnTo>
                    <a:pt x="3544514" y="2735635"/>
                  </a:lnTo>
                  <a:lnTo>
                    <a:pt x="3544640" y="2735635"/>
                  </a:lnTo>
                  <a:lnTo>
                    <a:pt x="3544766" y="2735635"/>
                  </a:lnTo>
                  <a:lnTo>
                    <a:pt x="3544893" y="2735635"/>
                  </a:lnTo>
                  <a:lnTo>
                    <a:pt x="3545019" y="2735635"/>
                  </a:lnTo>
                  <a:lnTo>
                    <a:pt x="3545145" y="2735635"/>
                  </a:lnTo>
                  <a:lnTo>
                    <a:pt x="3545271" y="2735635"/>
                  </a:lnTo>
                  <a:lnTo>
                    <a:pt x="3545398" y="2735635"/>
                  </a:lnTo>
                  <a:lnTo>
                    <a:pt x="3545524" y="2735635"/>
                  </a:lnTo>
                  <a:lnTo>
                    <a:pt x="3545650" y="2735635"/>
                  </a:lnTo>
                  <a:lnTo>
                    <a:pt x="3545776" y="2735635"/>
                  </a:lnTo>
                  <a:lnTo>
                    <a:pt x="3545903" y="2735635"/>
                  </a:lnTo>
                  <a:lnTo>
                    <a:pt x="3546029" y="2735635"/>
                  </a:lnTo>
                  <a:lnTo>
                    <a:pt x="3546155" y="2735635"/>
                  </a:lnTo>
                  <a:lnTo>
                    <a:pt x="3546281" y="2735635"/>
                  </a:lnTo>
                  <a:lnTo>
                    <a:pt x="3546408" y="2735635"/>
                  </a:lnTo>
                  <a:lnTo>
                    <a:pt x="3546534" y="2735635"/>
                  </a:lnTo>
                  <a:lnTo>
                    <a:pt x="3546660" y="2735635"/>
                  </a:lnTo>
                  <a:lnTo>
                    <a:pt x="3546787" y="2735635"/>
                  </a:lnTo>
                  <a:lnTo>
                    <a:pt x="3546913" y="2735635"/>
                  </a:lnTo>
                  <a:lnTo>
                    <a:pt x="3547039" y="2735635"/>
                  </a:lnTo>
                  <a:lnTo>
                    <a:pt x="3547165" y="2735635"/>
                  </a:lnTo>
                  <a:lnTo>
                    <a:pt x="3547292" y="2735635"/>
                  </a:lnTo>
                  <a:lnTo>
                    <a:pt x="3547418" y="2735635"/>
                  </a:lnTo>
                  <a:lnTo>
                    <a:pt x="3547544" y="2735635"/>
                  </a:lnTo>
                  <a:lnTo>
                    <a:pt x="3547670" y="2735635"/>
                  </a:lnTo>
                  <a:lnTo>
                    <a:pt x="3547797" y="2735635"/>
                  </a:lnTo>
                  <a:lnTo>
                    <a:pt x="3547923" y="2735635"/>
                  </a:lnTo>
                  <a:lnTo>
                    <a:pt x="3548049" y="2735635"/>
                  </a:lnTo>
                  <a:lnTo>
                    <a:pt x="3548175" y="2735635"/>
                  </a:lnTo>
                  <a:lnTo>
                    <a:pt x="3548302" y="2735635"/>
                  </a:lnTo>
                  <a:lnTo>
                    <a:pt x="3548428" y="2735635"/>
                  </a:lnTo>
                  <a:lnTo>
                    <a:pt x="3548554" y="2735635"/>
                  </a:lnTo>
                  <a:lnTo>
                    <a:pt x="3548680" y="2735635"/>
                  </a:lnTo>
                  <a:lnTo>
                    <a:pt x="3548807" y="2735635"/>
                  </a:lnTo>
                  <a:lnTo>
                    <a:pt x="3548933" y="2735635"/>
                  </a:lnTo>
                  <a:lnTo>
                    <a:pt x="3549059" y="2735635"/>
                  </a:lnTo>
                  <a:lnTo>
                    <a:pt x="3549185" y="2735635"/>
                  </a:lnTo>
                  <a:lnTo>
                    <a:pt x="3549312" y="2735635"/>
                  </a:lnTo>
                  <a:lnTo>
                    <a:pt x="3549438" y="2735635"/>
                  </a:lnTo>
                  <a:lnTo>
                    <a:pt x="3549564" y="2735635"/>
                  </a:lnTo>
                  <a:lnTo>
                    <a:pt x="3549690" y="2735635"/>
                  </a:lnTo>
                  <a:lnTo>
                    <a:pt x="3549817" y="2735635"/>
                  </a:lnTo>
                  <a:lnTo>
                    <a:pt x="3549943" y="2735635"/>
                  </a:lnTo>
                  <a:lnTo>
                    <a:pt x="3550069" y="2735635"/>
                  </a:lnTo>
                  <a:lnTo>
                    <a:pt x="3550195" y="2735635"/>
                  </a:lnTo>
                  <a:lnTo>
                    <a:pt x="3550195" y="2730724"/>
                  </a:lnTo>
                  <a:lnTo>
                    <a:pt x="3550322" y="2730724"/>
                  </a:lnTo>
                  <a:lnTo>
                    <a:pt x="3550448" y="2730724"/>
                  </a:lnTo>
                  <a:lnTo>
                    <a:pt x="3550574" y="2730724"/>
                  </a:lnTo>
                  <a:lnTo>
                    <a:pt x="3550700" y="2730724"/>
                  </a:lnTo>
                  <a:lnTo>
                    <a:pt x="3550827" y="2730724"/>
                  </a:lnTo>
                  <a:lnTo>
                    <a:pt x="3550953" y="2730724"/>
                  </a:lnTo>
                  <a:lnTo>
                    <a:pt x="3551079" y="2730724"/>
                  </a:lnTo>
                  <a:lnTo>
                    <a:pt x="3551205" y="2730724"/>
                  </a:lnTo>
                  <a:lnTo>
                    <a:pt x="3551332" y="2730724"/>
                  </a:lnTo>
                  <a:lnTo>
                    <a:pt x="3551458" y="2730724"/>
                  </a:lnTo>
                  <a:lnTo>
                    <a:pt x="3551584" y="2730724"/>
                  </a:lnTo>
                  <a:lnTo>
                    <a:pt x="3551711" y="2730724"/>
                  </a:lnTo>
                  <a:lnTo>
                    <a:pt x="3551837" y="2730724"/>
                  </a:lnTo>
                  <a:lnTo>
                    <a:pt x="3551963" y="2730724"/>
                  </a:lnTo>
                  <a:lnTo>
                    <a:pt x="3552089" y="2730724"/>
                  </a:lnTo>
                  <a:lnTo>
                    <a:pt x="3552216" y="2730724"/>
                  </a:lnTo>
                  <a:lnTo>
                    <a:pt x="3552342" y="2730724"/>
                  </a:lnTo>
                  <a:lnTo>
                    <a:pt x="3552468" y="2730724"/>
                  </a:lnTo>
                  <a:lnTo>
                    <a:pt x="3552594" y="2730724"/>
                  </a:lnTo>
                  <a:lnTo>
                    <a:pt x="3552721" y="2730724"/>
                  </a:lnTo>
                  <a:lnTo>
                    <a:pt x="3552847" y="2730724"/>
                  </a:lnTo>
                  <a:lnTo>
                    <a:pt x="3552973" y="2730724"/>
                  </a:lnTo>
                  <a:lnTo>
                    <a:pt x="3553099" y="2730724"/>
                  </a:lnTo>
                  <a:lnTo>
                    <a:pt x="3553226" y="2730724"/>
                  </a:lnTo>
                  <a:lnTo>
                    <a:pt x="3553352" y="2730724"/>
                  </a:lnTo>
                  <a:lnTo>
                    <a:pt x="3553478" y="2730724"/>
                  </a:lnTo>
                  <a:lnTo>
                    <a:pt x="3553604" y="2730724"/>
                  </a:lnTo>
                  <a:lnTo>
                    <a:pt x="3553731" y="2730724"/>
                  </a:lnTo>
                  <a:lnTo>
                    <a:pt x="3553857" y="2730724"/>
                  </a:lnTo>
                  <a:lnTo>
                    <a:pt x="3553983" y="2730724"/>
                  </a:lnTo>
                  <a:lnTo>
                    <a:pt x="3554109" y="2730724"/>
                  </a:lnTo>
                  <a:lnTo>
                    <a:pt x="3554236" y="2730724"/>
                  </a:lnTo>
                  <a:lnTo>
                    <a:pt x="3554362" y="2730724"/>
                  </a:lnTo>
                  <a:lnTo>
                    <a:pt x="3554488" y="2730724"/>
                  </a:lnTo>
                  <a:lnTo>
                    <a:pt x="3554614" y="2730724"/>
                  </a:lnTo>
                  <a:lnTo>
                    <a:pt x="3554741" y="2730724"/>
                  </a:lnTo>
                  <a:lnTo>
                    <a:pt x="3554867" y="2730724"/>
                  </a:lnTo>
                  <a:lnTo>
                    <a:pt x="3554993" y="2730724"/>
                  </a:lnTo>
                  <a:lnTo>
                    <a:pt x="3555119" y="2730724"/>
                  </a:lnTo>
                  <a:lnTo>
                    <a:pt x="3555246" y="2730724"/>
                  </a:lnTo>
                  <a:lnTo>
                    <a:pt x="3555372" y="2730724"/>
                  </a:lnTo>
                  <a:lnTo>
                    <a:pt x="3555498" y="2730724"/>
                  </a:lnTo>
                  <a:lnTo>
                    <a:pt x="3555624" y="2730724"/>
                  </a:lnTo>
                  <a:lnTo>
                    <a:pt x="3555751" y="2730724"/>
                  </a:lnTo>
                  <a:lnTo>
                    <a:pt x="3555877" y="2730724"/>
                  </a:lnTo>
                  <a:lnTo>
                    <a:pt x="3556003" y="2730724"/>
                  </a:lnTo>
                  <a:lnTo>
                    <a:pt x="3556129" y="2730724"/>
                  </a:lnTo>
                  <a:lnTo>
                    <a:pt x="3556256" y="2730724"/>
                  </a:lnTo>
                  <a:lnTo>
                    <a:pt x="3556382" y="2730724"/>
                  </a:lnTo>
                  <a:lnTo>
                    <a:pt x="3556508" y="2730724"/>
                  </a:lnTo>
                  <a:lnTo>
                    <a:pt x="3556634" y="2730724"/>
                  </a:lnTo>
                  <a:lnTo>
                    <a:pt x="3556761" y="2730724"/>
                  </a:lnTo>
                  <a:lnTo>
                    <a:pt x="3556887" y="2730724"/>
                  </a:lnTo>
                  <a:lnTo>
                    <a:pt x="3557013" y="2730724"/>
                  </a:lnTo>
                  <a:lnTo>
                    <a:pt x="3557140" y="2730724"/>
                  </a:lnTo>
                  <a:lnTo>
                    <a:pt x="3557266" y="2730724"/>
                  </a:lnTo>
                  <a:lnTo>
                    <a:pt x="3557392" y="2730724"/>
                  </a:lnTo>
                  <a:lnTo>
                    <a:pt x="3557518" y="2730724"/>
                  </a:lnTo>
                  <a:lnTo>
                    <a:pt x="3557645" y="2730724"/>
                  </a:lnTo>
                  <a:lnTo>
                    <a:pt x="3557771" y="2730724"/>
                  </a:lnTo>
                  <a:lnTo>
                    <a:pt x="3557897" y="2730724"/>
                  </a:lnTo>
                  <a:lnTo>
                    <a:pt x="3558023" y="2730724"/>
                  </a:lnTo>
                  <a:lnTo>
                    <a:pt x="3558150" y="2730724"/>
                  </a:lnTo>
                  <a:lnTo>
                    <a:pt x="3558276" y="2730724"/>
                  </a:lnTo>
                  <a:lnTo>
                    <a:pt x="3558402" y="2730724"/>
                  </a:lnTo>
                  <a:lnTo>
                    <a:pt x="3558528" y="2730724"/>
                  </a:lnTo>
                  <a:lnTo>
                    <a:pt x="3558655" y="2730724"/>
                  </a:lnTo>
                  <a:lnTo>
                    <a:pt x="3558781" y="2730724"/>
                  </a:lnTo>
                  <a:lnTo>
                    <a:pt x="3558907" y="2730724"/>
                  </a:lnTo>
                  <a:lnTo>
                    <a:pt x="3559033" y="2730724"/>
                  </a:lnTo>
                  <a:lnTo>
                    <a:pt x="3559160" y="2730724"/>
                  </a:lnTo>
                  <a:lnTo>
                    <a:pt x="3559286" y="2730724"/>
                  </a:lnTo>
                  <a:lnTo>
                    <a:pt x="3559412" y="2730724"/>
                  </a:lnTo>
                  <a:lnTo>
                    <a:pt x="3559538" y="2730724"/>
                  </a:lnTo>
                  <a:lnTo>
                    <a:pt x="3559665" y="2730724"/>
                  </a:lnTo>
                  <a:lnTo>
                    <a:pt x="3559791" y="2730724"/>
                  </a:lnTo>
                  <a:lnTo>
                    <a:pt x="3559917" y="2730724"/>
                  </a:lnTo>
                  <a:lnTo>
                    <a:pt x="3560043" y="2730724"/>
                  </a:lnTo>
                  <a:lnTo>
                    <a:pt x="3560170" y="2730724"/>
                  </a:lnTo>
                  <a:lnTo>
                    <a:pt x="3560296" y="2730724"/>
                  </a:lnTo>
                  <a:lnTo>
                    <a:pt x="3560422" y="2730724"/>
                  </a:lnTo>
                  <a:lnTo>
                    <a:pt x="3560548" y="2730724"/>
                  </a:lnTo>
                  <a:lnTo>
                    <a:pt x="3560675" y="2730724"/>
                  </a:lnTo>
                  <a:lnTo>
                    <a:pt x="3560801" y="2730724"/>
                  </a:lnTo>
                  <a:lnTo>
                    <a:pt x="3560927" y="2730724"/>
                  </a:lnTo>
                  <a:lnTo>
                    <a:pt x="3561053" y="2730724"/>
                  </a:lnTo>
                  <a:lnTo>
                    <a:pt x="3561180" y="2730724"/>
                  </a:lnTo>
                  <a:lnTo>
                    <a:pt x="3561306" y="2730724"/>
                  </a:lnTo>
                  <a:lnTo>
                    <a:pt x="3561432" y="2730724"/>
                  </a:lnTo>
                  <a:lnTo>
                    <a:pt x="3561558" y="2730724"/>
                  </a:lnTo>
                  <a:lnTo>
                    <a:pt x="3561685" y="2730724"/>
                  </a:lnTo>
                  <a:lnTo>
                    <a:pt x="3561811" y="2730724"/>
                  </a:lnTo>
                  <a:lnTo>
                    <a:pt x="3561937" y="2730724"/>
                  </a:lnTo>
                  <a:lnTo>
                    <a:pt x="3562064" y="2730724"/>
                  </a:lnTo>
                  <a:lnTo>
                    <a:pt x="3562190" y="2730724"/>
                  </a:lnTo>
                  <a:lnTo>
                    <a:pt x="3562316" y="2730724"/>
                  </a:lnTo>
                  <a:lnTo>
                    <a:pt x="3562442" y="2730724"/>
                  </a:lnTo>
                  <a:lnTo>
                    <a:pt x="3562569" y="2730724"/>
                  </a:lnTo>
                  <a:lnTo>
                    <a:pt x="3562695" y="2730724"/>
                  </a:lnTo>
                  <a:lnTo>
                    <a:pt x="3562821" y="2730724"/>
                  </a:lnTo>
                  <a:lnTo>
                    <a:pt x="3562947" y="2730724"/>
                  </a:lnTo>
                  <a:lnTo>
                    <a:pt x="3563074" y="2730724"/>
                  </a:lnTo>
                  <a:lnTo>
                    <a:pt x="3563200" y="2730724"/>
                  </a:lnTo>
                  <a:lnTo>
                    <a:pt x="3563326" y="2730724"/>
                  </a:lnTo>
                  <a:lnTo>
                    <a:pt x="3563452" y="2730724"/>
                  </a:lnTo>
                  <a:lnTo>
                    <a:pt x="3563579" y="2730724"/>
                  </a:lnTo>
                  <a:lnTo>
                    <a:pt x="3563705" y="2730724"/>
                  </a:lnTo>
                  <a:lnTo>
                    <a:pt x="3563831" y="2730724"/>
                  </a:lnTo>
                  <a:lnTo>
                    <a:pt x="3563957" y="2730724"/>
                  </a:lnTo>
                  <a:lnTo>
                    <a:pt x="3564084" y="2730724"/>
                  </a:lnTo>
                  <a:lnTo>
                    <a:pt x="3564210" y="2730724"/>
                  </a:lnTo>
                  <a:lnTo>
                    <a:pt x="3564336" y="2730724"/>
                  </a:lnTo>
                  <a:lnTo>
                    <a:pt x="3564462" y="2730724"/>
                  </a:lnTo>
                  <a:lnTo>
                    <a:pt x="3564589" y="2730724"/>
                  </a:lnTo>
                  <a:lnTo>
                    <a:pt x="3564715" y="2730724"/>
                  </a:lnTo>
                  <a:lnTo>
                    <a:pt x="3564841" y="2730724"/>
                  </a:lnTo>
                  <a:lnTo>
                    <a:pt x="3564967" y="2730724"/>
                  </a:lnTo>
                  <a:lnTo>
                    <a:pt x="3565094" y="2730724"/>
                  </a:lnTo>
                  <a:lnTo>
                    <a:pt x="3565220" y="2730724"/>
                  </a:lnTo>
                  <a:lnTo>
                    <a:pt x="3565346" y="2730724"/>
                  </a:lnTo>
                  <a:lnTo>
                    <a:pt x="3565472" y="2730724"/>
                  </a:lnTo>
                  <a:lnTo>
                    <a:pt x="3565472" y="2725813"/>
                  </a:lnTo>
                  <a:lnTo>
                    <a:pt x="3565599" y="2725813"/>
                  </a:lnTo>
                  <a:lnTo>
                    <a:pt x="3565725" y="2725813"/>
                  </a:lnTo>
                  <a:lnTo>
                    <a:pt x="3565851" y="2725813"/>
                  </a:lnTo>
                  <a:lnTo>
                    <a:pt x="3565977" y="2725813"/>
                  </a:lnTo>
                  <a:lnTo>
                    <a:pt x="3566104" y="2725813"/>
                  </a:lnTo>
                  <a:lnTo>
                    <a:pt x="3566230" y="2725813"/>
                  </a:lnTo>
                  <a:lnTo>
                    <a:pt x="3566356" y="2725813"/>
                  </a:lnTo>
                  <a:lnTo>
                    <a:pt x="3566482" y="2725813"/>
                  </a:lnTo>
                  <a:lnTo>
                    <a:pt x="3566609" y="2725813"/>
                  </a:lnTo>
                  <a:lnTo>
                    <a:pt x="3566735" y="2725813"/>
                  </a:lnTo>
                  <a:lnTo>
                    <a:pt x="3566861" y="2725813"/>
                  </a:lnTo>
                  <a:lnTo>
                    <a:pt x="3566988" y="2725813"/>
                  </a:lnTo>
                  <a:lnTo>
                    <a:pt x="3567114" y="2725813"/>
                  </a:lnTo>
                  <a:lnTo>
                    <a:pt x="3567240" y="2725813"/>
                  </a:lnTo>
                  <a:lnTo>
                    <a:pt x="3567366" y="2725813"/>
                  </a:lnTo>
                  <a:lnTo>
                    <a:pt x="3567493" y="2725813"/>
                  </a:lnTo>
                  <a:lnTo>
                    <a:pt x="3567619" y="2725813"/>
                  </a:lnTo>
                  <a:lnTo>
                    <a:pt x="3567745" y="2725813"/>
                  </a:lnTo>
                  <a:lnTo>
                    <a:pt x="3567871" y="2725813"/>
                  </a:lnTo>
                  <a:lnTo>
                    <a:pt x="3567998" y="2725813"/>
                  </a:lnTo>
                  <a:lnTo>
                    <a:pt x="3568124" y="2725813"/>
                  </a:lnTo>
                  <a:lnTo>
                    <a:pt x="3568250" y="2725813"/>
                  </a:lnTo>
                  <a:lnTo>
                    <a:pt x="3568376" y="2725813"/>
                  </a:lnTo>
                  <a:lnTo>
                    <a:pt x="3568503" y="2725813"/>
                  </a:lnTo>
                  <a:lnTo>
                    <a:pt x="3568503" y="2720901"/>
                  </a:lnTo>
                  <a:lnTo>
                    <a:pt x="3568503" y="2715990"/>
                  </a:lnTo>
                  <a:lnTo>
                    <a:pt x="3568629" y="2715990"/>
                  </a:lnTo>
                  <a:lnTo>
                    <a:pt x="3568755" y="2715990"/>
                  </a:lnTo>
                  <a:lnTo>
                    <a:pt x="3568881" y="2715990"/>
                  </a:lnTo>
                  <a:lnTo>
                    <a:pt x="3569008" y="2715990"/>
                  </a:lnTo>
                  <a:lnTo>
                    <a:pt x="3569134" y="2715990"/>
                  </a:lnTo>
                  <a:lnTo>
                    <a:pt x="3569260" y="2715990"/>
                  </a:lnTo>
                  <a:lnTo>
                    <a:pt x="3569386" y="2715990"/>
                  </a:lnTo>
                  <a:lnTo>
                    <a:pt x="3569513" y="2715990"/>
                  </a:lnTo>
                  <a:lnTo>
                    <a:pt x="3569639" y="2715990"/>
                  </a:lnTo>
                  <a:lnTo>
                    <a:pt x="3569765" y="2715990"/>
                  </a:lnTo>
                  <a:lnTo>
                    <a:pt x="3569891" y="2715990"/>
                  </a:lnTo>
                  <a:lnTo>
                    <a:pt x="3570018" y="2715990"/>
                  </a:lnTo>
                  <a:lnTo>
                    <a:pt x="3570144" y="2715990"/>
                  </a:lnTo>
                  <a:lnTo>
                    <a:pt x="3570270" y="2715990"/>
                  </a:lnTo>
                  <a:lnTo>
                    <a:pt x="3570396" y="2715990"/>
                  </a:lnTo>
                  <a:lnTo>
                    <a:pt x="3570523" y="2715990"/>
                  </a:lnTo>
                  <a:lnTo>
                    <a:pt x="3570649" y="2715990"/>
                  </a:lnTo>
                  <a:lnTo>
                    <a:pt x="3570775" y="2715990"/>
                  </a:lnTo>
                  <a:lnTo>
                    <a:pt x="3570901" y="2715990"/>
                  </a:lnTo>
                  <a:lnTo>
                    <a:pt x="3571028" y="2715990"/>
                  </a:lnTo>
                  <a:lnTo>
                    <a:pt x="3571154" y="2715990"/>
                  </a:lnTo>
                  <a:lnTo>
                    <a:pt x="3571280" y="2715990"/>
                  </a:lnTo>
                  <a:lnTo>
                    <a:pt x="3571406" y="2715990"/>
                  </a:lnTo>
                  <a:lnTo>
                    <a:pt x="3571533" y="2715990"/>
                  </a:lnTo>
                  <a:lnTo>
                    <a:pt x="3571659" y="2715990"/>
                  </a:lnTo>
                  <a:lnTo>
                    <a:pt x="3571785" y="2715990"/>
                  </a:lnTo>
                  <a:lnTo>
                    <a:pt x="3571911" y="2715990"/>
                  </a:lnTo>
                  <a:lnTo>
                    <a:pt x="3572038" y="2715990"/>
                  </a:lnTo>
                  <a:lnTo>
                    <a:pt x="3572164" y="2715990"/>
                  </a:lnTo>
                  <a:lnTo>
                    <a:pt x="3572290" y="2715990"/>
                  </a:lnTo>
                  <a:lnTo>
                    <a:pt x="3572417" y="2715990"/>
                  </a:lnTo>
                  <a:lnTo>
                    <a:pt x="3572543" y="2715990"/>
                  </a:lnTo>
                  <a:lnTo>
                    <a:pt x="3572669" y="2715990"/>
                  </a:lnTo>
                  <a:lnTo>
                    <a:pt x="3572795" y="2715990"/>
                  </a:lnTo>
                  <a:lnTo>
                    <a:pt x="3572922" y="2715990"/>
                  </a:lnTo>
                  <a:lnTo>
                    <a:pt x="3573048" y="2715990"/>
                  </a:lnTo>
                  <a:lnTo>
                    <a:pt x="3573174" y="2715990"/>
                  </a:lnTo>
                  <a:lnTo>
                    <a:pt x="3573300" y="2715990"/>
                  </a:lnTo>
                  <a:lnTo>
                    <a:pt x="3573427" y="2715990"/>
                  </a:lnTo>
                  <a:lnTo>
                    <a:pt x="3573553" y="2715990"/>
                  </a:lnTo>
                  <a:lnTo>
                    <a:pt x="3573679" y="2715990"/>
                  </a:lnTo>
                  <a:lnTo>
                    <a:pt x="3573805" y="2715990"/>
                  </a:lnTo>
                  <a:lnTo>
                    <a:pt x="3573932" y="2715990"/>
                  </a:lnTo>
                  <a:lnTo>
                    <a:pt x="3574058" y="2715990"/>
                  </a:lnTo>
                  <a:lnTo>
                    <a:pt x="3574184" y="2715990"/>
                  </a:lnTo>
                  <a:lnTo>
                    <a:pt x="3574310" y="2715990"/>
                  </a:lnTo>
                  <a:lnTo>
                    <a:pt x="3574437" y="2715990"/>
                  </a:lnTo>
                  <a:lnTo>
                    <a:pt x="3574563" y="2715990"/>
                  </a:lnTo>
                  <a:lnTo>
                    <a:pt x="3574689" y="2715990"/>
                  </a:lnTo>
                  <a:lnTo>
                    <a:pt x="3574815" y="2715990"/>
                  </a:lnTo>
                  <a:lnTo>
                    <a:pt x="3574942" y="2715990"/>
                  </a:lnTo>
                  <a:lnTo>
                    <a:pt x="3575068" y="2715990"/>
                  </a:lnTo>
                  <a:lnTo>
                    <a:pt x="3575194" y="2715990"/>
                  </a:lnTo>
                  <a:lnTo>
                    <a:pt x="3575320" y="2715990"/>
                  </a:lnTo>
                  <a:lnTo>
                    <a:pt x="3575447" y="2715990"/>
                  </a:lnTo>
                  <a:lnTo>
                    <a:pt x="3575573" y="2715990"/>
                  </a:lnTo>
                  <a:lnTo>
                    <a:pt x="3575699" y="2715990"/>
                  </a:lnTo>
                  <a:lnTo>
                    <a:pt x="3575699" y="2711078"/>
                  </a:lnTo>
                  <a:lnTo>
                    <a:pt x="3575825" y="2711078"/>
                  </a:lnTo>
                  <a:lnTo>
                    <a:pt x="3575952" y="2711078"/>
                  </a:lnTo>
                  <a:lnTo>
                    <a:pt x="3576078" y="2711078"/>
                  </a:lnTo>
                  <a:lnTo>
                    <a:pt x="3576204" y="2711078"/>
                  </a:lnTo>
                  <a:lnTo>
                    <a:pt x="3576330" y="2711078"/>
                  </a:lnTo>
                  <a:lnTo>
                    <a:pt x="3576457" y="2711078"/>
                  </a:lnTo>
                  <a:lnTo>
                    <a:pt x="3576583" y="2711078"/>
                  </a:lnTo>
                  <a:lnTo>
                    <a:pt x="3576709" y="2711078"/>
                  </a:lnTo>
                  <a:lnTo>
                    <a:pt x="3576835" y="2711078"/>
                  </a:lnTo>
                  <a:lnTo>
                    <a:pt x="3576962" y="2711078"/>
                  </a:lnTo>
                  <a:lnTo>
                    <a:pt x="3577088" y="2711078"/>
                  </a:lnTo>
                  <a:lnTo>
                    <a:pt x="3577088" y="2706167"/>
                  </a:lnTo>
                  <a:lnTo>
                    <a:pt x="3577214" y="2706167"/>
                  </a:lnTo>
                  <a:lnTo>
                    <a:pt x="3577341" y="2706167"/>
                  </a:lnTo>
                  <a:lnTo>
                    <a:pt x="3577467" y="2706167"/>
                  </a:lnTo>
                  <a:lnTo>
                    <a:pt x="3577593" y="2706167"/>
                  </a:lnTo>
                  <a:lnTo>
                    <a:pt x="3577719" y="2706167"/>
                  </a:lnTo>
                  <a:lnTo>
                    <a:pt x="3577846" y="2706167"/>
                  </a:lnTo>
                  <a:lnTo>
                    <a:pt x="3577972" y="2706167"/>
                  </a:lnTo>
                  <a:lnTo>
                    <a:pt x="3578098" y="2706167"/>
                  </a:lnTo>
                  <a:lnTo>
                    <a:pt x="3578224" y="2706167"/>
                  </a:lnTo>
                  <a:lnTo>
                    <a:pt x="3578351" y="2706167"/>
                  </a:lnTo>
                  <a:lnTo>
                    <a:pt x="3578477" y="2706167"/>
                  </a:lnTo>
                  <a:lnTo>
                    <a:pt x="3578603" y="2706167"/>
                  </a:lnTo>
                  <a:lnTo>
                    <a:pt x="3578729" y="2706167"/>
                  </a:lnTo>
                  <a:lnTo>
                    <a:pt x="3578856" y="2706167"/>
                  </a:lnTo>
                  <a:lnTo>
                    <a:pt x="3578982" y="2706167"/>
                  </a:lnTo>
                  <a:lnTo>
                    <a:pt x="3579108" y="2706167"/>
                  </a:lnTo>
                  <a:lnTo>
                    <a:pt x="3579234" y="2706167"/>
                  </a:lnTo>
                  <a:lnTo>
                    <a:pt x="3579361" y="2706167"/>
                  </a:lnTo>
                  <a:lnTo>
                    <a:pt x="3579487" y="2706167"/>
                  </a:lnTo>
                  <a:lnTo>
                    <a:pt x="3579613" y="2706167"/>
                  </a:lnTo>
                  <a:lnTo>
                    <a:pt x="3579739" y="2706167"/>
                  </a:lnTo>
                  <a:lnTo>
                    <a:pt x="3579866" y="2706167"/>
                  </a:lnTo>
                  <a:lnTo>
                    <a:pt x="3579992" y="2706167"/>
                  </a:lnTo>
                  <a:lnTo>
                    <a:pt x="3580118" y="2706167"/>
                  </a:lnTo>
                  <a:lnTo>
                    <a:pt x="3580244" y="2706167"/>
                  </a:lnTo>
                  <a:lnTo>
                    <a:pt x="3580371" y="2706167"/>
                  </a:lnTo>
                  <a:lnTo>
                    <a:pt x="3580497" y="2706167"/>
                  </a:lnTo>
                  <a:lnTo>
                    <a:pt x="3580623" y="2706167"/>
                  </a:lnTo>
                  <a:lnTo>
                    <a:pt x="3580749" y="2706167"/>
                  </a:lnTo>
                  <a:lnTo>
                    <a:pt x="3580876" y="2706167"/>
                  </a:lnTo>
                  <a:lnTo>
                    <a:pt x="3581002" y="2706167"/>
                  </a:lnTo>
                  <a:lnTo>
                    <a:pt x="3581128" y="2706167"/>
                  </a:lnTo>
                  <a:lnTo>
                    <a:pt x="3581254" y="2706167"/>
                  </a:lnTo>
                  <a:lnTo>
                    <a:pt x="3581381" y="2706167"/>
                  </a:lnTo>
                  <a:lnTo>
                    <a:pt x="3581507" y="2706167"/>
                  </a:lnTo>
                  <a:lnTo>
                    <a:pt x="3581633" y="2706167"/>
                  </a:lnTo>
                  <a:lnTo>
                    <a:pt x="3581759" y="2706167"/>
                  </a:lnTo>
                  <a:lnTo>
                    <a:pt x="3581886" y="2706167"/>
                  </a:lnTo>
                  <a:lnTo>
                    <a:pt x="3582012" y="2706167"/>
                  </a:lnTo>
                  <a:lnTo>
                    <a:pt x="3582138" y="2706167"/>
                  </a:lnTo>
                  <a:lnTo>
                    <a:pt x="3582264" y="2706167"/>
                  </a:lnTo>
                  <a:lnTo>
                    <a:pt x="3582391" y="2706167"/>
                  </a:lnTo>
                  <a:lnTo>
                    <a:pt x="3582517" y="2706167"/>
                  </a:lnTo>
                  <a:lnTo>
                    <a:pt x="3582643" y="2706167"/>
                  </a:lnTo>
                  <a:lnTo>
                    <a:pt x="3582770" y="2706167"/>
                  </a:lnTo>
                  <a:lnTo>
                    <a:pt x="3582896" y="2706167"/>
                  </a:lnTo>
                  <a:lnTo>
                    <a:pt x="3583022" y="2706167"/>
                  </a:lnTo>
                  <a:lnTo>
                    <a:pt x="3583148" y="2706167"/>
                  </a:lnTo>
                  <a:lnTo>
                    <a:pt x="3583275" y="2706167"/>
                  </a:lnTo>
                  <a:lnTo>
                    <a:pt x="3583401" y="2706167"/>
                  </a:lnTo>
                  <a:lnTo>
                    <a:pt x="3583527" y="2706167"/>
                  </a:lnTo>
                  <a:lnTo>
                    <a:pt x="3583653" y="2706167"/>
                  </a:lnTo>
                  <a:lnTo>
                    <a:pt x="3583780" y="2706167"/>
                  </a:lnTo>
                  <a:lnTo>
                    <a:pt x="3583906" y="2706167"/>
                  </a:lnTo>
                  <a:lnTo>
                    <a:pt x="3584032" y="2706167"/>
                  </a:lnTo>
                  <a:lnTo>
                    <a:pt x="3584158" y="2706167"/>
                  </a:lnTo>
                  <a:lnTo>
                    <a:pt x="3584285" y="2706167"/>
                  </a:lnTo>
                  <a:lnTo>
                    <a:pt x="3584411" y="2706167"/>
                  </a:lnTo>
                  <a:lnTo>
                    <a:pt x="3584537" y="2706167"/>
                  </a:lnTo>
                  <a:lnTo>
                    <a:pt x="3584537" y="2701256"/>
                  </a:lnTo>
                  <a:lnTo>
                    <a:pt x="3584663" y="2701256"/>
                  </a:lnTo>
                  <a:lnTo>
                    <a:pt x="3584790" y="2701256"/>
                  </a:lnTo>
                  <a:lnTo>
                    <a:pt x="3584916" y="2701256"/>
                  </a:lnTo>
                  <a:lnTo>
                    <a:pt x="3585042" y="2701256"/>
                  </a:lnTo>
                  <a:lnTo>
                    <a:pt x="3585168" y="2701256"/>
                  </a:lnTo>
                  <a:lnTo>
                    <a:pt x="3585295" y="2701256"/>
                  </a:lnTo>
                  <a:lnTo>
                    <a:pt x="3585421" y="2701256"/>
                  </a:lnTo>
                  <a:lnTo>
                    <a:pt x="3585547" y="2701256"/>
                  </a:lnTo>
                  <a:lnTo>
                    <a:pt x="3585673" y="2701256"/>
                  </a:lnTo>
                  <a:lnTo>
                    <a:pt x="3585800" y="2701256"/>
                  </a:lnTo>
                  <a:lnTo>
                    <a:pt x="3585926" y="2701256"/>
                  </a:lnTo>
                  <a:lnTo>
                    <a:pt x="3586052" y="2701256"/>
                  </a:lnTo>
                  <a:lnTo>
                    <a:pt x="3586178" y="2701256"/>
                  </a:lnTo>
                  <a:lnTo>
                    <a:pt x="3586305" y="2701256"/>
                  </a:lnTo>
                  <a:lnTo>
                    <a:pt x="3586431" y="2701256"/>
                  </a:lnTo>
                  <a:lnTo>
                    <a:pt x="3586431" y="2696344"/>
                  </a:lnTo>
                  <a:lnTo>
                    <a:pt x="3586557" y="2696344"/>
                  </a:lnTo>
                  <a:lnTo>
                    <a:pt x="3586683" y="2696344"/>
                  </a:lnTo>
                  <a:lnTo>
                    <a:pt x="3586810" y="2696344"/>
                  </a:lnTo>
                  <a:lnTo>
                    <a:pt x="3586936" y="2696344"/>
                  </a:lnTo>
                  <a:lnTo>
                    <a:pt x="3587062" y="2696344"/>
                  </a:lnTo>
                  <a:lnTo>
                    <a:pt x="3587062" y="2691433"/>
                  </a:lnTo>
                  <a:lnTo>
                    <a:pt x="3587188" y="2691433"/>
                  </a:lnTo>
                  <a:lnTo>
                    <a:pt x="3587315" y="2691433"/>
                  </a:lnTo>
                  <a:lnTo>
                    <a:pt x="3587441" y="2691433"/>
                  </a:lnTo>
                  <a:lnTo>
                    <a:pt x="3587567" y="2691433"/>
                  </a:lnTo>
                  <a:lnTo>
                    <a:pt x="3587694" y="2691433"/>
                  </a:lnTo>
                  <a:lnTo>
                    <a:pt x="3587820" y="2691433"/>
                  </a:lnTo>
                  <a:lnTo>
                    <a:pt x="3587946" y="2691433"/>
                  </a:lnTo>
                  <a:lnTo>
                    <a:pt x="3588072" y="2691433"/>
                  </a:lnTo>
                  <a:lnTo>
                    <a:pt x="3588199" y="2691433"/>
                  </a:lnTo>
                  <a:lnTo>
                    <a:pt x="3588325" y="2691433"/>
                  </a:lnTo>
                  <a:lnTo>
                    <a:pt x="3588451" y="2691433"/>
                  </a:lnTo>
                  <a:lnTo>
                    <a:pt x="3588577" y="2691433"/>
                  </a:lnTo>
                  <a:lnTo>
                    <a:pt x="3588704" y="2691433"/>
                  </a:lnTo>
                  <a:lnTo>
                    <a:pt x="3588830" y="2691433"/>
                  </a:lnTo>
                  <a:lnTo>
                    <a:pt x="3588956" y="2691433"/>
                  </a:lnTo>
                  <a:lnTo>
                    <a:pt x="3589082" y="2691433"/>
                  </a:lnTo>
                  <a:lnTo>
                    <a:pt x="3589209" y="2691433"/>
                  </a:lnTo>
                  <a:lnTo>
                    <a:pt x="3589335" y="2691433"/>
                  </a:lnTo>
                  <a:lnTo>
                    <a:pt x="3589461" y="2691433"/>
                  </a:lnTo>
                  <a:lnTo>
                    <a:pt x="3589587" y="2691433"/>
                  </a:lnTo>
                  <a:lnTo>
                    <a:pt x="3589714" y="2691433"/>
                  </a:lnTo>
                  <a:lnTo>
                    <a:pt x="3589840" y="2691433"/>
                  </a:lnTo>
                  <a:lnTo>
                    <a:pt x="3589966" y="2691433"/>
                  </a:lnTo>
                  <a:lnTo>
                    <a:pt x="3590092" y="2691433"/>
                  </a:lnTo>
                  <a:lnTo>
                    <a:pt x="3590219" y="2691433"/>
                  </a:lnTo>
                  <a:lnTo>
                    <a:pt x="3590345" y="2691433"/>
                  </a:lnTo>
                  <a:lnTo>
                    <a:pt x="3590471" y="2691433"/>
                  </a:lnTo>
                  <a:lnTo>
                    <a:pt x="3590597" y="2691433"/>
                  </a:lnTo>
                  <a:lnTo>
                    <a:pt x="3590724" y="2691433"/>
                  </a:lnTo>
                  <a:lnTo>
                    <a:pt x="3590850" y="2691433"/>
                  </a:lnTo>
                  <a:lnTo>
                    <a:pt x="3590976" y="2691433"/>
                  </a:lnTo>
                  <a:lnTo>
                    <a:pt x="3591102" y="2691433"/>
                  </a:lnTo>
                  <a:lnTo>
                    <a:pt x="3591229" y="2691433"/>
                  </a:lnTo>
                  <a:lnTo>
                    <a:pt x="3591355" y="2691433"/>
                  </a:lnTo>
                  <a:lnTo>
                    <a:pt x="3591481" y="2691433"/>
                  </a:lnTo>
                  <a:lnTo>
                    <a:pt x="3591607" y="2691433"/>
                  </a:lnTo>
                  <a:lnTo>
                    <a:pt x="3591734" y="2691433"/>
                  </a:lnTo>
                  <a:lnTo>
                    <a:pt x="3591860" y="2691433"/>
                  </a:lnTo>
                  <a:lnTo>
                    <a:pt x="3591986" y="2691433"/>
                  </a:lnTo>
                  <a:lnTo>
                    <a:pt x="3592112" y="2691433"/>
                  </a:lnTo>
                  <a:lnTo>
                    <a:pt x="3592239" y="2691433"/>
                  </a:lnTo>
                  <a:lnTo>
                    <a:pt x="3592365" y="2691433"/>
                  </a:lnTo>
                  <a:lnTo>
                    <a:pt x="3592491" y="2691433"/>
                  </a:lnTo>
                  <a:lnTo>
                    <a:pt x="3592617" y="2691433"/>
                  </a:lnTo>
                  <a:lnTo>
                    <a:pt x="3592744" y="2691433"/>
                  </a:lnTo>
                  <a:lnTo>
                    <a:pt x="3592870" y="2691433"/>
                  </a:lnTo>
                  <a:lnTo>
                    <a:pt x="3592996" y="2691433"/>
                  </a:lnTo>
                  <a:lnTo>
                    <a:pt x="3593123" y="2691433"/>
                  </a:lnTo>
                  <a:lnTo>
                    <a:pt x="3593249" y="2691433"/>
                  </a:lnTo>
                  <a:lnTo>
                    <a:pt x="3593375" y="2691433"/>
                  </a:lnTo>
                  <a:lnTo>
                    <a:pt x="3593501" y="2691433"/>
                  </a:lnTo>
                  <a:lnTo>
                    <a:pt x="3593628" y="2691433"/>
                  </a:lnTo>
                  <a:lnTo>
                    <a:pt x="3593754" y="2691433"/>
                  </a:lnTo>
                  <a:lnTo>
                    <a:pt x="3593880" y="2691433"/>
                  </a:lnTo>
                  <a:lnTo>
                    <a:pt x="3594006" y="2691433"/>
                  </a:lnTo>
                  <a:lnTo>
                    <a:pt x="3594133" y="2691433"/>
                  </a:lnTo>
                  <a:lnTo>
                    <a:pt x="3594259" y="2691433"/>
                  </a:lnTo>
                  <a:lnTo>
                    <a:pt x="3594385" y="2691433"/>
                  </a:lnTo>
                  <a:lnTo>
                    <a:pt x="3594511" y="2691433"/>
                  </a:lnTo>
                  <a:lnTo>
                    <a:pt x="3594511" y="2686522"/>
                  </a:lnTo>
                  <a:lnTo>
                    <a:pt x="3594638" y="2686522"/>
                  </a:lnTo>
                  <a:lnTo>
                    <a:pt x="3594764" y="2686522"/>
                  </a:lnTo>
                  <a:lnTo>
                    <a:pt x="3594890" y="2686522"/>
                  </a:lnTo>
                  <a:lnTo>
                    <a:pt x="3594890" y="2681610"/>
                  </a:lnTo>
                  <a:lnTo>
                    <a:pt x="3595016" y="2681610"/>
                  </a:lnTo>
                  <a:lnTo>
                    <a:pt x="3595143" y="2681610"/>
                  </a:lnTo>
                  <a:lnTo>
                    <a:pt x="3595269" y="2681610"/>
                  </a:lnTo>
                  <a:lnTo>
                    <a:pt x="3595395" y="2681610"/>
                  </a:lnTo>
                  <a:lnTo>
                    <a:pt x="3595521" y="2681610"/>
                  </a:lnTo>
                  <a:lnTo>
                    <a:pt x="3595648" y="2681610"/>
                  </a:lnTo>
                  <a:lnTo>
                    <a:pt x="3595774" y="2681610"/>
                  </a:lnTo>
                  <a:lnTo>
                    <a:pt x="3595900" y="2681610"/>
                  </a:lnTo>
                  <a:lnTo>
                    <a:pt x="3596026" y="2681610"/>
                  </a:lnTo>
                  <a:lnTo>
                    <a:pt x="3596153" y="2681610"/>
                  </a:lnTo>
                  <a:lnTo>
                    <a:pt x="3596279" y="2681610"/>
                  </a:lnTo>
                  <a:lnTo>
                    <a:pt x="3596405" y="2681610"/>
                  </a:lnTo>
                  <a:lnTo>
                    <a:pt x="3596531" y="2681610"/>
                  </a:lnTo>
                  <a:lnTo>
                    <a:pt x="3596658" y="2681610"/>
                  </a:lnTo>
                  <a:lnTo>
                    <a:pt x="3596784" y="2681610"/>
                  </a:lnTo>
                  <a:lnTo>
                    <a:pt x="3596910" y="2681610"/>
                  </a:lnTo>
                  <a:lnTo>
                    <a:pt x="3597036" y="2681610"/>
                  </a:lnTo>
                  <a:lnTo>
                    <a:pt x="3597163" y="2681610"/>
                  </a:lnTo>
                  <a:lnTo>
                    <a:pt x="3597289" y="2681610"/>
                  </a:lnTo>
                  <a:lnTo>
                    <a:pt x="3597415" y="2681610"/>
                  </a:lnTo>
                  <a:lnTo>
                    <a:pt x="3597541" y="2681610"/>
                  </a:lnTo>
                  <a:lnTo>
                    <a:pt x="3597668" y="2681610"/>
                  </a:lnTo>
                  <a:lnTo>
                    <a:pt x="3597794" y="2681610"/>
                  </a:lnTo>
                  <a:lnTo>
                    <a:pt x="3597920" y="2681610"/>
                  </a:lnTo>
                  <a:lnTo>
                    <a:pt x="3598047" y="2681610"/>
                  </a:lnTo>
                  <a:lnTo>
                    <a:pt x="3598173" y="2681610"/>
                  </a:lnTo>
                  <a:lnTo>
                    <a:pt x="3598299" y="2681610"/>
                  </a:lnTo>
                  <a:lnTo>
                    <a:pt x="3598425" y="2681610"/>
                  </a:lnTo>
                  <a:lnTo>
                    <a:pt x="3598552" y="2681610"/>
                  </a:lnTo>
                  <a:lnTo>
                    <a:pt x="3598678" y="2681610"/>
                  </a:lnTo>
                  <a:lnTo>
                    <a:pt x="3598804" y="2681610"/>
                  </a:lnTo>
                  <a:lnTo>
                    <a:pt x="3598930" y="2681610"/>
                  </a:lnTo>
                  <a:lnTo>
                    <a:pt x="3599057" y="2681610"/>
                  </a:lnTo>
                  <a:lnTo>
                    <a:pt x="3599183" y="2681610"/>
                  </a:lnTo>
                  <a:lnTo>
                    <a:pt x="3599309" y="2681610"/>
                  </a:lnTo>
                  <a:lnTo>
                    <a:pt x="3599435" y="2681610"/>
                  </a:lnTo>
                  <a:lnTo>
                    <a:pt x="3599562" y="2681610"/>
                  </a:lnTo>
                  <a:lnTo>
                    <a:pt x="3599688" y="2681610"/>
                  </a:lnTo>
                  <a:lnTo>
                    <a:pt x="3599814" y="2681610"/>
                  </a:lnTo>
                  <a:lnTo>
                    <a:pt x="3599940" y="2681610"/>
                  </a:lnTo>
                  <a:lnTo>
                    <a:pt x="3600067" y="2681610"/>
                  </a:lnTo>
                  <a:lnTo>
                    <a:pt x="3600193" y="2681610"/>
                  </a:lnTo>
                  <a:lnTo>
                    <a:pt x="3600319" y="2681610"/>
                  </a:lnTo>
                  <a:lnTo>
                    <a:pt x="3600445" y="2681610"/>
                  </a:lnTo>
                  <a:lnTo>
                    <a:pt x="3600572" y="2681610"/>
                  </a:lnTo>
                  <a:lnTo>
                    <a:pt x="3600698" y="2681610"/>
                  </a:lnTo>
                  <a:lnTo>
                    <a:pt x="3600824" y="2681610"/>
                  </a:lnTo>
                  <a:lnTo>
                    <a:pt x="3600950" y="2681610"/>
                  </a:lnTo>
                  <a:lnTo>
                    <a:pt x="3601077" y="2681610"/>
                  </a:lnTo>
                  <a:lnTo>
                    <a:pt x="3601203" y="2681610"/>
                  </a:lnTo>
                  <a:lnTo>
                    <a:pt x="3601329" y="2681610"/>
                  </a:lnTo>
                  <a:lnTo>
                    <a:pt x="3601455" y="2681610"/>
                  </a:lnTo>
                  <a:lnTo>
                    <a:pt x="3601582" y="2681610"/>
                  </a:lnTo>
                  <a:lnTo>
                    <a:pt x="3601708" y="2681610"/>
                  </a:lnTo>
                  <a:lnTo>
                    <a:pt x="3601834" y="2681610"/>
                  </a:lnTo>
                  <a:lnTo>
                    <a:pt x="3601960" y="2681610"/>
                  </a:lnTo>
                  <a:lnTo>
                    <a:pt x="3602087" y="2681610"/>
                  </a:lnTo>
                  <a:lnTo>
                    <a:pt x="3602213" y="2681610"/>
                  </a:lnTo>
                  <a:lnTo>
                    <a:pt x="3602339" y="2681610"/>
                  </a:lnTo>
                  <a:lnTo>
                    <a:pt x="3602465" y="2681610"/>
                  </a:lnTo>
                  <a:lnTo>
                    <a:pt x="3602592" y="2681610"/>
                  </a:lnTo>
                  <a:lnTo>
                    <a:pt x="3602718" y="2681610"/>
                  </a:lnTo>
                  <a:lnTo>
                    <a:pt x="3602844" y="2681610"/>
                  </a:lnTo>
                  <a:lnTo>
                    <a:pt x="3602970" y="2681610"/>
                  </a:lnTo>
                  <a:lnTo>
                    <a:pt x="3603097" y="2681610"/>
                  </a:lnTo>
                  <a:lnTo>
                    <a:pt x="3603223" y="2681610"/>
                  </a:lnTo>
                  <a:lnTo>
                    <a:pt x="3603349" y="2681610"/>
                  </a:lnTo>
                  <a:lnTo>
                    <a:pt x="3603476" y="2681610"/>
                  </a:lnTo>
                  <a:lnTo>
                    <a:pt x="3603602" y="2681610"/>
                  </a:lnTo>
                  <a:lnTo>
                    <a:pt x="3603728" y="2681610"/>
                  </a:lnTo>
                  <a:lnTo>
                    <a:pt x="3603854" y="2681610"/>
                  </a:lnTo>
                  <a:lnTo>
                    <a:pt x="3603981" y="2681610"/>
                  </a:lnTo>
                  <a:lnTo>
                    <a:pt x="3604107" y="2681610"/>
                  </a:lnTo>
                  <a:lnTo>
                    <a:pt x="3604233" y="2681610"/>
                  </a:lnTo>
                  <a:lnTo>
                    <a:pt x="3604359" y="2681610"/>
                  </a:lnTo>
                  <a:lnTo>
                    <a:pt x="3604486" y="2681610"/>
                  </a:lnTo>
                  <a:lnTo>
                    <a:pt x="3604612" y="2681610"/>
                  </a:lnTo>
                  <a:lnTo>
                    <a:pt x="3604738" y="2681610"/>
                  </a:lnTo>
                  <a:lnTo>
                    <a:pt x="3604864" y="2681610"/>
                  </a:lnTo>
                  <a:lnTo>
                    <a:pt x="3604991" y="2681610"/>
                  </a:lnTo>
                  <a:lnTo>
                    <a:pt x="3605117" y="2681610"/>
                  </a:lnTo>
                  <a:lnTo>
                    <a:pt x="3605243" y="2681610"/>
                  </a:lnTo>
                  <a:lnTo>
                    <a:pt x="3605369" y="2681610"/>
                  </a:lnTo>
                  <a:lnTo>
                    <a:pt x="3605496" y="2681610"/>
                  </a:lnTo>
                  <a:lnTo>
                    <a:pt x="3605622" y="2681610"/>
                  </a:lnTo>
                  <a:lnTo>
                    <a:pt x="3605748" y="2681610"/>
                  </a:lnTo>
                  <a:lnTo>
                    <a:pt x="3605874" y="2681610"/>
                  </a:lnTo>
                  <a:lnTo>
                    <a:pt x="3606001" y="2681610"/>
                  </a:lnTo>
                  <a:lnTo>
                    <a:pt x="3606127" y="2681610"/>
                  </a:lnTo>
                  <a:lnTo>
                    <a:pt x="3606253" y="2681610"/>
                  </a:lnTo>
                  <a:lnTo>
                    <a:pt x="3606379" y="2681610"/>
                  </a:lnTo>
                  <a:lnTo>
                    <a:pt x="3606506" y="2681610"/>
                  </a:lnTo>
                  <a:lnTo>
                    <a:pt x="3606632" y="2681610"/>
                  </a:lnTo>
                  <a:lnTo>
                    <a:pt x="3606632" y="2676699"/>
                  </a:lnTo>
                  <a:lnTo>
                    <a:pt x="3606758" y="2676699"/>
                  </a:lnTo>
                  <a:lnTo>
                    <a:pt x="3606884" y="2676699"/>
                  </a:lnTo>
                  <a:lnTo>
                    <a:pt x="3607011" y="2676699"/>
                  </a:lnTo>
                  <a:lnTo>
                    <a:pt x="3607137" y="2676699"/>
                  </a:lnTo>
                  <a:lnTo>
                    <a:pt x="3607263" y="2676699"/>
                  </a:lnTo>
                  <a:lnTo>
                    <a:pt x="3607389" y="2676699"/>
                  </a:lnTo>
                  <a:lnTo>
                    <a:pt x="3607516" y="2676699"/>
                  </a:lnTo>
                  <a:lnTo>
                    <a:pt x="3607642" y="2676699"/>
                  </a:lnTo>
                  <a:lnTo>
                    <a:pt x="3607768" y="2676699"/>
                  </a:lnTo>
                  <a:lnTo>
                    <a:pt x="3607894" y="2676699"/>
                  </a:lnTo>
                  <a:lnTo>
                    <a:pt x="3608021" y="2676699"/>
                  </a:lnTo>
                  <a:lnTo>
                    <a:pt x="3608147" y="2676699"/>
                  </a:lnTo>
                  <a:lnTo>
                    <a:pt x="3608273" y="2676699"/>
                  </a:lnTo>
                  <a:lnTo>
                    <a:pt x="3608400" y="2676699"/>
                  </a:lnTo>
                  <a:lnTo>
                    <a:pt x="3608526" y="2676699"/>
                  </a:lnTo>
                  <a:lnTo>
                    <a:pt x="3608652" y="2676699"/>
                  </a:lnTo>
                  <a:lnTo>
                    <a:pt x="3608778" y="2676699"/>
                  </a:lnTo>
                  <a:lnTo>
                    <a:pt x="3608905" y="2676699"/>
                  </a:lnTo>
                  <a:lnTo>
                    <a:pt x="3609031" y="2676699"/>
                  </a:lnTo>
                  <a:lnTo>
                    <a:pt x="3609157" y="2676699"/>
                  </a:lnTo>
                  <a:lnTo>
                    <a:pt x="3609283" y="2676699"/>
                  </a:lnTo>
                  <a:lnTo>
                    <a:pt x="3609410" y="2676699"/>
                  </a:lnTo>
                  <a:lnTo>
                    <a:pt x="3609536" y="2676699"/>
                  </a:lnTo>
                  <a:lnTo>
                    <a:pt x="3609662" y="2676699"/>
                  </a:lnTo>
                  <a:lnTo>
                    <a:pt x="3609788" y="2676699"/>
                  </a:lnTo>
                  <a:lnTo>
                    <a:pt x="3609915" y="2676699"/>
                  </a:lnTo>
                  <a:lnTo>
                    <a:pt x="3610041" y="2676699"/>
                  </a:lnTo>
                  <a:lnTo>
                    <a:pt x="3610167" y="2676699"/>
                  </a:lnTo>
                  <a:lnTo>
                    <a:pt x="3610293" y="2676699"/>
                  </a:lnTo>
                  <a:lnTo>
                    <a:pt x="3610420" y="2676699"/>
                  </a:lnTo>
                  <a:lnTo>
                    <a:pt x="3610546" y="2676699"/>
                  </a:lnTo>
                  <a:lnTo>
                    <a:pt x="3610672" y="2676699"/>
                  </a:lnTo>
                  <a:lnTo>
                    <a:pt x="3610798" y="2676699"/>
                  </a:lnTo>
                  <a:lnTo>
                    <a:pt x="3610925" y="2676699"/>
                  </a:lnTo>
                  <a:lnTo>
                    <a:pt x="3611051" y="2676699"/>
                  </a:lnTo>
                  <a:lnTo>
                    <a:pt x="3611177" y="2676699"/>
                  </a:lnTo>
                  <a:lnTo>
                    <a:pt x="3611303" y="2676699"/>
                  </a:lnTo>
                  <a:lnTo>
                    <a:pt x="3611430" y="2676699"/>
                  </a:lnTo>
                  <a:lnTo>
                    <a:pt x="3611556" y="2676699"/>
                  </a:lnTo>
                  <a:lnTo>
                    <a:pt x="3611682" y="2676699"/>
                  </a:lnTo>
                  <a:lnTo>
                    <a:pt x="3611808" y="2676699"/>
                  </a:lnTo>
                  <a:lnTo>
                    <a:pt x="3611935" y="2676699"/>
                  </a:lnTo>
                  <a:lnTo>
                    <a:pt x="3612061" y="2676699"/>
                  </a:lnTo>
                  <a:lnTo>
                    <a:pt x="3612187" y="2676699"/>
                  </a:lnTo>
                  <a:lnTo>
                    <a:pt x="3612313" y="2676699"/>
                  </a:lnTo>
                  <a:lnTo>
                    <a:pt x="3612440" y="2676699"/>
                  </a:lnTo>
                  <a:lnTo>
                    <a:pt x="3612566" y="2676699"/>
                  </a:lnTo>
                  <a:lnTo>
                    <a:pt x="3612692" y="2676699"/>
                  </a:lnTo>
                  <a:lnTo>
                    <a:pt x="3612818" y="2676699"/>
                  </a:lnTo>
                  <a:lnTo>
                    <a:pt x="3612945" y="2676699"/>
                  </a:lnTo>
                  <a:lnTo>
                    <a:pt x="3613071" y="2676699"/>
                  </a:lnTo>
                  <a:lnTo>
                    <a:pt x="3613197" y="2676699"/>
                  </a:lnTo>
                  <a:lnTo>
                    <a:pt x="3613323" y="2676699"/>
                  </a:lnTo>
                  <a:lnTo>
                    <a:pt x="3613450" y="2676699"/>
                  </a:lnTo>
                  <a:lnTo>
                    <a:pt x="3613576" y="2676699"/>
                  </a:lnTo>
                  <a:lnTo>
                    <a:pt x="3613702" y="2676699"/>
                  </a:lnTo>
                  <a:lnTo>
                    <a:pt x="3613829" y="2676699"/>
                  </a:lnTo>
                  <a:lnTo>
                    <a:pt x="3613955" y="2676699"/>
                  </a:lnTo>
                  <a:lnTo>
                    <a:pt x="3614081" y="2676699"/>
                  </a:lnTo>
                  <a:lnTo>
                    <a:pt x="3614207" y="2676699"/>
                  </a:lnTo>
                  <a:lnTo>
                    <a:pt x="3614334" y="2676699"/>
                  </a:lnTo>
                  <a:lnTo>
                    <a:pt x="3614460" y="2676699"/>
                  </a:lnTo>
                  <a:lnTo>
                    <a:pt x="3614586" y="2676699"/>
                  </a:lnTo>
                  <a:lnTo>
                    <a:pt x="3614712" y="2676699"/>
                  </a:lnTo>
                  <a:lnTo>
                    <a:pt x="3614839" y="2676699"/>
                  </a:lnTo>
                  <a:lnTo>
                    <a:pt x="3614965" y="2676699"/>
                  </a:lnTo>
                  <a:lnTo>
                    <a:pt x="3615091" y="2676699"/>
                  </a:lnTo>
                  <a:lnTo>
                    <a:pt x="3615091" y="2671787"/>
                  </a:lnTo>
                  <a:lnTo>
                    <a:pt x="3615217" y="2671787"/>
                  </a:lnTo>
                  <a:lnTo>
                    <a:pt x="3615344" y="2671787"/>
                  </a:lnTo>
                  <a:lnTo>
                    <a:pt x="3615470" y="2671787"/>
                  </a:lnTo>
                  <a:lnTo>
                    <a:pt x="3615596" y="2671787"/>
                  </a:lnTo>
                  <a:lnTo>
                    <a:pt x="3615722" y="2671787"/>
                  </a:lnTo>
                  <a:lnTo>
                    <a:pt x="3615849" y="2671787"/>
                  </a:lnTo>
                  <a:lnTo>
                    <a:pt x="3615975" y="2671787"/>
                  </a:lnTo>
                  <a:lnTo>
                    <a:pt x="3616101" y="2671787"/>
                  </a:lnTo>
                  <a:lnTo>
                    <a:pt x="3616227" y="2671787"/>
                  </a:lnTo>
                  <a:lnTo>
                    <a:pt x="3616354" y="2671787"/>
                  </a:lnTo>
                  <a:lnTo>
                    <a:pt x="3616480" y="2671787"/>
                  </a:lnTo>
                  <a:lnTo>
                    <a:pt x="3616606" y="2671787"/>
                  </a:lnTo>
                  <a:lnTo>
                    <a:pt x="3616732" y="2671787"/>
                  </a:lnTo>
                  <a:lnTo>
                    <a:pt x="3616859" y="2671787"/>
                  </a:lnTo>
                  <a:lnTo>
                    <a:pt x="3616985" y="2671787"/>
                  </a:lnTo>
                  <a:lnTo>
                    <a:pt x="3617111" y="2671787"/>
                  </a:lnTo>
                  <a:lnTo>
                    <a:pt x="3617237" y="2671787"/>
                  </a:lnTo>
                  <a:lnTo>
                    <a:pt x="3617364" y="2671787"/>
                  </a:lnTo>
                  <a:lnTo>
                    <a:pt x="3617490" y="2671787"/>
                  </a:lnTo>
                  <a:lnTo>
                    <a:pt x="3617616" y="2671787"/>
                  </a:lnTo>
                  <a:lnTo>
                    <a:pt x="3617742" y="2671787"/>
                  </a:lnTo>
                  <a:lnTo>
                    <a:pt x="3617869" y="2671787"/>
                  </a:lnTo>
                  <a:lnTo>
                    <a:pt x="3617995" y="2671787"/>
                  </a:lnTo>
                  <a:lnTo>
                    <a:pt x="3618121" y="2671787"/>
                  </a:lnTo>
                  <a:lnTo>
                    <a:pt x="3618247" y="2671787"/>
                  </a:lnTo>
                  <a:lnTo>
                    <a:pt x="3618374" y="2671787"/>
                  </a:lnTo>
                  <a:lnTo>
                    <a:pt x="3618500" y="2671787"/>
                  </a:lnTo>
                  <a:lnTo>
                    <a:pt x="3618626" y="2671787"/>
                  </a:lnTo>
                  <a:lnTo>
                    <a:pt x="3618753" y="2671787"/>
                  </a:lnTo>
                  <a:lnTo>
                    <a:pt x="3618879" y="2671787"/>
                  </a:lnTo>
                  <a:lnTo>
                    <a:pt x="3619005" y="2671787"/>
                  </a:lnTo>
                  <a:lnTo>
                    <a:pt x="3619131" y="2671787"/>
                  </a:lnTo>
                  <a:lnTo>
                    <a:pt x="3619258" y="2671787"/>
                  </a:lnTo>
                  <a:lnTo>
                    <a:pt x="3619384" y="2671787"/>
                  </a:lnTo>
                  <a:lnTo>
                    <a:pt x="3619510" y="2671787"/>
                  </a:lnTo>
                  <a:lnTo>
                    <a:pt x="3619636" y="2671787"/>
                  </a:lnTo>
                  <a:lnTo>
                    <a:pt x="3619763" y="2671787"/>
                  </a:lnTo>
                  <a:lnTo>
                    <a:pt x="3619889" y="2671787"/>
                  </a:lnTo>
                  <a:lnTo>
                    <a:pt x="3620015" y="2671787"/>
                  </a:lnTo>
                  <a:lnTo>
                    <a:pt x="3620141" y="2671787"/>
                  </a:lnTo>
                  <a:lnTo>
                    <a:pt x="3620268" y="2671787"/>
                  </a:lnTo>
                  <a:lnTo>
                    <a:pt x="3620394" y="2671787"/>
                  </a:lnTo>
                  <a:lnTo>
                    <a:pt x="3620520" y="2671787"/>
                  </a:lnTo>
                  <a:lnTo>
                    <a:pt x="3620646" y="2671787"/>
                  </a:lnTo>
                  <a:lnTo>
                    <a:pt x="3620773" y="2671787"/>
                  </a:lnTo>
                  <a:lnTo>
                    <a:pt x="3620899" y="2671787"/>
                  </a:lnTo>
                  <a:lnTo>
                    <a:pt x="3621025" y="2671787"/>
                  </a:lnTo>
                  <a:lnTo>
                    <a:pt x="3621151" y="2671787"/>
                  </a:lnTo>
                  <a:lnTo>
                    <a:pt x="3621278" y="2671787"/>
                  </a:lnTo>
                  <a:lnTo>
                    <a:pt x="3621404" y="2671787"/>
                  </a:lnTo>
                  <a:lnTo>
                    <a:pt x="3621530" y="2671787"/>
                  </a:lnTo>
                  <a:lnTo>
                    <a:pt x="3621656" y="2671787"/>
                  </a:lnTo>
                  <a:lnTo>
                    <a:pt x="3621783" y="2671787"/>
                  </a:lnTo>
                  <a:lnTo>
                    <a:pt x="3621909" y="2671787"/>
                  </a:lnTo>
                  <a:lnTo>
                    <a:pt x="3622035" y="2671787"/>
                  </a:lnTo>
                  <a:lnTo>
                    <a:pt x="3622161" y="2671787"/>
                  </a:lnTo>
                  <a:lnTo>
                    <a:pt x="3622288" y="2671787"/>
                  </a:lnTo>
                  <a:lnTo>
                    <a:pt x="3622414" y="2671787"/>
                  </a:lnTo>
                  <a:lnTo>
                    <a:pt x="3622540" y="2671787"/>
                  </a:lnTo>
                  <a:lnTo>
                    <a:pt x="3622666" y="2671787"/>
                  </a:lnTo>
                  <a:lnTo>
                    <a:pt x="3622793" y="2671787"/>
                  </a:lnTo>
                  <a:lnTo>
                    <a:pt x="3622919" y="2671787"/>
                  </a:lnTo>
                  <a:lnTo>
                    <a:pt x="3623045" y="2671787"/>
                  </a:lnTo>
                  <a:lnTo>
                    <a:pt x="3623171" y="2671787"/>
                  </a:lnTo>
                  <a:lnTo>
                    <a:pt x="3623298" y="2671787"/>
                  </a:lnTo>
                  <a:lnTo>
                    <a:pt x="3623424" y="2671787"/>
                  </a:lnTo>
                  <a:lnTo>
                    <a:pt x="3623550" y="2671787"/>
                  </a:lnTo>
                  <a:lnTo>
                    <a:pt x="3623677" y="2671787"/>
                  </a:lnTo>
                  <a:lnTo>
                    <a:pt x="3623803" y="2671787"/>
                  </a:lnTo>
                  <a:lnTo>
                    <a:pt x="3623929" y="2671787"/>
                  </a:lnTo>
                  <a:lnTo>
                    <a:pt x="3624055" y="2671787"/>
                  </a:lnTo>
                  <a:lnTo>
                    <a:pt x="3624182" y="2671787"/>
                  </a:lnTo>
                  <a:lnTo>
                    <a:pt x="3624308" y="2671787"/>
                  </a:lnTo>
                  <a:lnTo>
                    <a:pt x="3624434" y="2671787"/>
                  </a:lnTo>
                  <a:lnTo>
                    <a:pt x="3624560" y="2671787"/>
                  </a:lnTo>
                  <a:lnTo>
                    <a:pt x="3624687" y="2671787"/>
                  </a:lnTo>
                  <a:lnTo>
                    <a:pt x="3624813" y="2671787"/>
                  </a:lnTo>
                  <a:lnTo>
                    <a:pt x="3624939" y="2671787"/>
                  </a:lnTo>
                  <a:lnTo>
                    <a:pt x="3625065" y="2671787"/>
                  </a:lnTo>
                  <a:lnTo>
                    <a:pt x="3625192" y="2671787"/>
                  </a:lnTo>
                  <a:lnTo>
                    <a:pt x="3625318" y="2671787"/>
                  </a:lnTo>
                  <a:lnTo>
                    <a:pt x="3625444" y="2671787"/>
                  </a:lnTo>
                  <a:lnTo>
                    <a:pt x="3625570" y="2671787"/>
                  </a:lnTo>
                  <a:lnTo>
                    <a:pt x="3625697" y="2671787"/>
                  </a:lnTo>
                  <a:lnTo>
                    <a:pt x="3625823" y="2671787"/>
                  </a:lnTo>
                  <a:lnTo>
                    <a:pt x="3625823" y="2666876"/>
                  </a:lnTo>
                  <a:lnTo>
                    <a:pt x="3625949" y="2666876"/>
                  </a:lnTo>
                  <a:lnTo>
                    <a:pt x="3626075" y="2666876"/>
                  </a:lnTo>
                  <a:lnTo>
                    <a:pt x="3626202" y="2666876"/>
                  </a:lnTo>
                  <a:lnTo>
                    <a:pt x="3626202" y="2661965"/>
                  </a:lnTo>
                  <a:lnTo>
                    <a:pt x="3626328" y="2661965"/>
                  </a:lnTo>
                  <a:lnTo>
                    <a:pt x="3626454" y="2661965"/>
                  </a:lnTo>
                  <a:lnTo>
                    <a:pt x="3626580" y="2661965"/>
                  </a:lnTo>
                  <a:lnTo>
                    <a:pt x="3626707" y="2661965"/>
                  </a:lnTo>
                  <a:lnTo>
                    <a:pt x="3626833" y="2661965"/>
                  </a:lnTo>
                  <a:lnTo>
                    <a:pt x="3626959" y="2661965"/>
                  </a:lnTo>
                  <a:lnTo>
                    <a:pt x="3627085" y="2661965"/>
                  </a:lnTo>
                  <a:lnTo>
                    <a:pt x="3627212" y="2661965"/>
                  </a:lnTo>
                  <a:lnTo>
                    <a:pt x="3627338" y="2661965"/>
                  </a:lnTo>
                  <a:lnTo>
                    <a:pt x="3627464" y="2661965"/>
                  </a:lnTo>
                  <a:lnTo>
                    <a:pt x="3627590" y="2661965"/>
                  </a:lnTo>
                  <a:lnTo>
                    <a:pt x="3627717" y="2661965"/>
                  </a:lnTo>
                  <a:lnTo>
                    <a:pt x="3627843" y="2661965"/>
                  </a:lnTo>
                  <a:lnTo>
                    <a:pt x="3627969" y="2661965"/>
                  </a:lnTo>
                  <a:lnTo>
                    <a:pt x="3628095" y="2661965"/>
                  </a:lnTo>
                  <a:lnTo>
                    <a:pt x="3628222" y="2661965"/>
                  </a:lnTo>
                  <a:lnTo>
                    <a:pt x="3628348" y="2661965"/>
                  </a:lnTo>
                  <a:lnTo>
                    <a:pt x="3628474" y="2661965"/>
                  </a:lnTo>
                  <a:lnTo>
                    <a:pt x="3628600" y="2661965"/>
                  </a:lnTo>
                  <a:lnTo>
                    <a:pt x="3628727" y="2661965"/>
                  </a:lnTo>
                  <a:lnTo>
                    <a:pt x="3628853" y="2661965"/>
                  </a:lnTo>
                  <a:lnTo>
                    <a:pt x="3628979" y="2661965"/>
                  </a:lnTo>
                  <a:lnTo>
                    <a:pt x="3629106" y="2661965"/>
                  </a:lnTo>
                  <a:lnTo>
                    <a:pt x="3629232" y="2661965"/>
                  </a:lnTo>
                  <a:lnTo>
                    <a:pt x="3629358" y="2661965"/>
                  </a:lnTo>
                  <a:lnTo>
                    <a:pt x="3629484" y="2661965"/>
                  </a:lnTo>
                  <a:lnTo>
                    <a:pt x="3629611" y="2661965"/>
                  </a:lnTo>
                  <a:lnTo>
                    <a:pt x="3629737" y="2661965"/>
                  </a:lnTo>
                  <a:lnTo>
                    <a:pt x="3629863" y="2661965"/>
                  </a:lnTo>
                  <a:lnTo>
                    <a:pt x="3629989" y="2661965"/>
                  </a:lnTo>
                  <a:lnTo>
                    <a:pt x="3630116" y="2661965"/>
                  </a:lnTo>
                  <a:lnTo>
                    <a:pt x="3630242" y="2661965"/>
                  </a:lnTo>
                  <a:lnTo>
                    <a:pt x="3630368" y="2661965"/>
                  </a:lnTo>
                  <a:lnTo>
                    <a:pt x="3630494" y="2661965"/>
                  </a:lnTo>
                  <a:lnTo>
                    <a:pt x="3630621" y="2661965"/>
                  </a:lnTo>
                  <a:lnTo>
                    <a:pt x="3630747" y="2661965"/>
                  </a:lnTo>
                  <a:lnTo>
                    <a:pt x="3630873" y="2661965"/>
                  </a:lnTo>
                  <a:lnTo>
                    <a:pt x="3630999" y="2661965"/>
                  </a:lnTo>
                  <a:lnTo>
                    <a:pt x="3631126" y="2661965"/>
                  </a:lnTo>
                  <a:lnTo>
                    <a:pt x="3631252" y="2661965"/>
                  </a:lnTo>
                  <a:lnTo>
                    <a:pt x="3631378" y="2661965"/>
                  </a:lnTo>
                  <a:lnTo>
                    <a:pt x="3631504" y="2661965"/>
                  </a:lnTo>
                  <a:lnTo>
                    <a:pt x="3631631" y="2661965"/>
                  </a:lnTo>
                  <a:lnTo>
                    <a:pt x="3631757" y="2661965"/>
                  </a:lnTo>
                  <a:lnTo>
                    <a:pt x="3631883" y="2661965"/>
                  </a:lnTo>
                  <a:lnTo>
                    <a:pt x="3632009" y="2661965"/>
                  </a:lnTo>
                  <a:lnTo>
                    <a:pt x="3632136" y="2661965"/>
                  </a:lnTo>
                  <a:lnTo>
                    <a:pt x="3632262" y="2661965"/>
                  </a:lnTo>
                  <a:lnTo>
                    <a:pt x="3632388" y="2661965"/>
                  </a:lnTo>
                  <a:lnTo>
                    <a:pt x="3632514" y="2661965"/>
                  </a:lnTo>
                  <a:lnTo>
                    <a:pt x="3632641" y="2661965"/>
                  </a:lnTo>
                  <a:lnTo>
                    <a:pt x="3632767" y="2661965"/>
                  </a:lnTo>
                  <a:lnTo>
                    <a:pt x="3632893" y="2661965"/>
                  </a:lnTo>
                  <a:lnTo>
                    <a:pt x="3633019" y="2661965"/>
                  </a:lnTo>
                  <a:lnTo>
                    <a:pt x="3633146" y="2661965"/>
                  </a:lnTo>
                  <a:lnTo>
                    <a:pt x="3633272" y="2661965"/>
                  </a:lnTo>
                  <a:lnTo>
                    <a:pt x="3633398" y="2661965"/>
                  </a:lnTo>
                  <a:lnTo>
                    <a:pt x="3633524" y="2661965"/>
                  </a:lnTo>
                  <a:lnTo>
                    <a:pt x="3633651" y="2661965"/>
                  </a:lnTo>
                  <a:lnTo>
                    <a:pt x="3633777" y="2661965"/>
                  </a:lnTo>
                  <a:lnTo>
                    <a:pt x="3633903" y="2661965"/>
                  </a:lnTo>
                  <a:lnTo>
                    <a:pt x="3634030" y="2661965"/>
                  </a:lnTo>
                  <a:lnTo>
                    <a:pt x="3634156" y="2661965"/>
                  </a:lnTo>
                  <a:lnTo>
                    <a:pt x="3634282" y="2661965"/>
                  </a:lnTo>
                  <a:lnTo>
                    <a:pt x="3634408" y="2661965"/>
                  </a:lnTo>
                  <a:lnTo>
                    <a:pt x="3634535" y="2661965"/>
                  </a:lnTo>
                  <a:lnTo>
                    <a:pt x="3634661" y="2661965"/>
                  </a:lnTo>
                  <a:lnTo>
                    <a:pt x="3634787" y="2661965"/>
                  </a:lnTo>
                  <a:lnTo>
                    <a:pt x="3634913" y="2661965"/>
                  </a:lnTo>
                  <a:lnTo>
                    <a:pt x="3635040" y="2661965"/>
                  </a:lnTo>
                  <a:lnTo>
                    <a:pt x="3635166" y="2661965"/>
                  </a:lnTo>
                  <a:lnTo>
                    <a:pt x="3635292" y="2661965"/>
                  </a:lnTo>
                  <a:lnTo>
                    <a:pt x="3635418" y="2661965"/>
                  </a:lnTo>
                  <a:lnTo>
                    <a:pt x="3635545" y="2661965"/>
                  </a:lnTo>
                  <a:lnTo>
                    <a:pt x="3635671" y="2661965"/>
                  </a:lnTo>
                  <a:lnTo>
                    <a:pt x="3635671" y="2657053"/>
                  </a:lnTo>
                  <a:lnTo>
                    <a:pt x="3635671" y="2652142"/>
                  </a:lnTo>
                  <a:lnTo>
                    <a:pt x="3635797" y="2652142"/>
                  </a:lnTo>
                  <a:lnTo>
                    <a:pt x="3635923" y="2652142"/>
                  </a:lnTo>
                  <a:lnTo>
                    <a:pt x="3636050" y="2652142"/>
                  </a:lnTo>
                  <a:lnTo>
                    <a:pt x="3636176" y="2652142"/>
                  </a:lnTo>
                  <a:lnTo>
                    <a:pt x="3636302" y="2652142"/>
                  </a:lnTo>
                  <a:lnTo>
                    <a:pt x="3636428" y="2652142"/>
                  </a:lnTo>
                  <a:lnTo>
                    <a:pt x="3636555" y="2652142"/>
                  </a:lnTo>
                  <a:lnTo>
                    <a:pt x="3636681" y="2652142"/>
                  </a:lnTo>
                  <a:lnTo>
                    <a:pt x="3636807" y="2652142"/>
                  </a:lnTo>
                  <a:lnTo>
                    <a:pt x="3636933" y="2652142"/>
                  </a:lnTo>
                  <a:lnTo>
                    <a:pt x="3637060" y="2652142"/>
                  </a:lnTo>
                  <a:lnTo>
                    <a:pt x="3637186" y="2652142"/>
                  </a:lnTo>
                  <a:lnTo>
                    <a:pt x="3637312" y="2652142"/>
                  </a:lnTo>
                  <a:lnTo>
                    <a:pt x="3637438" y="2652142"/>
                  </a:lnTo>
                  <a:lnTo>
                    <a:pt x="3637565" y="2652142"/>
                  </a:lnTo>
                  <a:lnTo>
                    <a:pt x="3637691" y="2652142"/>
                  </a:lnTo>
                  <a:lnTo>
                    <a:pt x="3637817" y="2652142"/>
                  </a:lnTo>
                  <a:lnTo>
                    <a:pt x="3637943" y="2652142"/>
                  </a:lnTo>
                  <a:lnTo>
                    <a:pt x="3638070" y="2652142"/>
                  </a:lnTo>
                  <a:lnTo>
                    <a:pt x="3638196" y="2652142"/>
                  </a:lnTo>
                  <a:lnTo>
                    <a:pt x="3638322" y="2652142"/>
                  </a:lnTo>
                  <a:lnTo>
                    <a:pt x="3638448" y="2652142"/>
                  </a:lnTo>
                  <a:lnTo>
                    <a:pt x="3638575" y="2652142"/>
                  </a:lnTo>
                  <a:lnTo>
                    <a:pt x="3638701" y="2652142"/>
                  </a:lnTo>
                  <a:lnTo>
                    <a:pt x="3638827" y="2652142"/>
                  </a:lnTo>
                  <a:lnTo>
                    <a:pt x="3638953" y="2652142"/>
                  </a:lnTo>
                  <a:lnTo>
                    <a:pt x="3639080" y="2652142"/>
                  </a:lnTo>
                  <a:lnTo>
                    <a:pt x="3639206" y="2652142"/>
                  </a:lnTo>
                  <a:lnTo>
                    <a:pt x="3639332" y="2652142"/>
                  </a:lnTo>
                  <a:lnTo>
                    <a:pt x="3639459" y="2652142"/>
                  </a:lnTo>
                  <a:lnTo>
                    <a:pt x="3639585" y="2652142"/>
                  </a:lnTo>
                  <a:lnTo>
                    <a:pt x="3639711" y="2652142"/>
                  </a:lnTo>
                  <a:lnTo>
                    <a:pt x="3639837" y="2652142"/>
                  </a:lnTo>
                  <a:lnTo>
                    <a:pt x="3639964" y="2652142"/>
                  </a:lnTo>
                  <a:lnTo>
                    <a:pt x="3640090" y="2652142"/>
                  </a:lnTo>
                  <a:lnTo>
                    <a:pt x="3640216" y="2652142"/>
                  </a:lnTo>
                  <a:lnTo>
                    <a:pt x="3640342" y="2652142"/>
                  </a:lnTo>
                  <a:lnTo>
                    <a:pt x="3640469" y="2652142"/>
                  </a:lnTo>
                  <a:lnTo>
                    <a:pt x="3640595" y="2652142"/>
                  </a:lnTo>
                  <a:lnTo>
                    <a:pt x="3640721" y="2652142"/>
                  </a:lnTo>
                  <a:lnTo>
                    <a:pt x="3640847" y="2652142"/>
                  </a:lnTo>
                  <a:lnTo>
                    <a:pt x="3640974" y="2652142"/>
                  </a:lnTo>
                  <a:lnTo>
                    <a:pt x="3641100" y="2652142"/>
                  </a:lnTo>
                  <a:lnTo>
                    <a:pt x="3641226" y="2652142"/>
                  </a:lnTo>
                  <a:lnTo>
                    <a:pt x="3641352" y="2652142"/>
                  </a:lnTo>
                  <a:lnTo>
                    <a:pt x="3641479" y="2652142"/>
                  </a:lnTo>
                  <a:lnTo>
                    <a:pt x="3641605" y="2652142"/>
                  </a:lnTo>
                  <a:lnTo>
                    <a:pt x="3641731" y="2652142"/>
                  </a:lnTo>
                  <a:lnTo>
                    <a:pt x="3641857" y="2652142"/>
                  </a:lnTo>
                  <a:lnTo>
                    <a:pt x="3641984" y="2652142"/>
                  </a:lnTo>
                  <a:lnTo>
                    <a:pt x="3642110" y="2652142"/>
                  </a:lnTo>
                  <a:lnTo>
                    <a:pt x="3642236" y="2652142"/>
                  </a:lnTo>
                  <a:lnTo>
                    <a:pt x="3642362" y="2652142"/>
                  </a:lnTo>
                  <a:lnTo>
                    <a:pt x="3642489" y="2652142"/>
                  </a:lnTo>
                  <a:lnTo>
                    <a:pt x="3642615" y="2652142"/>
                  </a:lnTo>
                  <a:lnTo>
                    <a:pt x="3642741" y="2652142"/>
                  </a:lnTo>
                  <a:lnTo>
                    <a:pt x="3642867" y="2652142"/>
                  </a:lnTo>
                  <a:lnTo>
                    <a:pt x="3642994" y="2652142"/>
                  </a:lnTo>
                  <a:lnTo>
                    <a:pt x="3643120" y="2652142"/>
                  </a:lnTo>
                  <a:lnTo>
                    <a:pt x="3643246" y="2652142"/>
                  </a:lnTo>
                  <a:lnTo>
                    <a:pt x="3643372" y="2652142"/>
                  </a:lnTo>
                  <a:lnTo>
                    <a:pt x="3643499" y="2652142"/>
                  </a:lnTo>
                  <a:lnTo>
                    <a:pt x="3643625" y="2652142"/>
                  </a:lnTo>
                  <a:lnTo>
                    <a:pt x="3643751" y="2652142"/>
                  </a:lnTo>
                  <a:lnTo>
                    <a:pt x="3643877" y="2652142"/>
                  </a:lnTo>
                  <a:lnTo>
                    <a:pt x="3644004" y="2652142"/>
                  </a:lnTo>
                  <a:lnTo>
                    <a:pt x="3644130" y="2652142"/>
                  </a:lnTo>
                  <a:lnTo>
                    <a:pt x="3644256" y="2652142"/>
                  </a:lnTo>
                  <a:lnTo>
                    <a:pt x="3644383" y="2652142"/>
                  </a:lnTo>
                  <a:lnTo>
                    <a:pt x="3644509" y="2652142"/>
                  </a:lnTo>
                  <a:lnTo>
                    <a:pt x="3644635" y="2652142"/>
                  </a:lnTo>
                  <a:lnTo>
                    <a:pt x="3644761" y="2652142"/>
                  </a:lnTo>
                  <a:lnTo>
                    <a:pt x="3644888" y="2652142"/>
                  </a:lnTo>
                  <a:lnTo>
                    <a:pt x="3645014" y="2652142"/>
                  </a:lnTo>
                  <a:lnTo>
                    <a:pt x="3645140" y="2652142"/>
                  </a:lnTo>
                  <a:lnTo>
                    <a:pt x="3645266" y="2652142"/>
                  </a:lnTo>
                  <a:lnTo>
                    <a:pt x="3645393" y="2652142"/>
                  </a:lnTo>
                  <a:lnTo>
                    <a:pt x="3645519" y="2652142"/>
                  </a:lnTo>
                  <a:lnTo>
                    <a:pt x="3645645" y="2652142"/>
                  </a:lnTo>
                  <a:lnTo>
                    <a:pt x="3645771" y="2652142"/>
                  </a:lnTo>
                  <a:lnTo>
                    <a:pt x="3645898" y="2652142"/>
                  </a:lnTo>
                  <a:lnTo>
                    <a:pt x="3646024" y="2652142"/>
                  </a:lnTo>
                  <a:lnTo>
                    <a:pt x="3646150" y="2652142"/>
                  </a:lnTo>
                  <a:lnTo>
                    <a:pt x="3646276" y="2652142"/>
                  </a:lnTo>
                  <a:lnTo>
                    <a:pt x="3646403" y="2652142"/>
                  </a:lnTo>
                  <a:lnTo>
                    <a:pt x="3646529" y="2652142"/>
                  </a:lnTo>
                  <a:lnTo>
                    <a:pt x="3646655" y="2652142"/>
                  </a:lnTo>
                  <a:lnTo>
                    <a:pt x="3646781" y="2652142"/>
                  </a:lnTo>
                  <a:lnTo>
                    <a:pt x="3646908" y="2652142"/>
                  </a:lnTo>
                  <a:lnTo>
                    <a:pt x="3647034" y="2652142"/>
                  </a:lnTo>
                  <a:lnTo>
                    <a:pt x="3647160" y="2652142"/>
                  </a:lnTo>
                  <a:lnTo>
                    <a:pt x="3647286" y="2652142"/>
                  </a:lnTo>
                  <a:lnTo>
                    <a:pt x="3647413" y="2652142"/>
                  </a:lnTo>
                  <a:lnTo>
                    <a:pt x="3647539" y="2652142"/>
                  </a:lnTo>
                  <a:lnTo>
                    <a:pt x="3647665" y="2652142"/>
                  </a:lnTo>
                  <a:lnTo>
                    <a:pt x="3647791" y="2652142"/>
                  </a:lnTo>
                  <a:lnTo>
                    <a:pt x="3647918" y="2652142"/>
                  </a:lnTo>
                  <a:lnTo>
                    <a:pt x="3648044" y="2652142"/>
                  </a:lnTo>
                  <a:lnTo>
                    <a:pt x="3648170" y="2652142"/>
                  </a:lnTo>
                  <a:lnTo>
                    <a:pt x="3648296" y="2652142"/>
                  </a:lnTo>
                  <a:lnTo>
                    <a:pt x="3648423" y="2652142"/>
                  </a:lnTo>
                  <a:lnTo>
                    <a:pt x="3648549" y="2652142"/>
                  </a:lnTo>
                  <a:lnTo>
                    <a:pt x="3648675" y="2652142"/>
                  </a:lnTo>
                  <a:lnTo>
                    <a:pt x="3648801" y="2652142"/>
                  </a:lnTo>
                  <a:lnTo>
                    <a:pt x="3648928" y="2652142"/>
                  </a:lnTo>
                  <a:lnTo>
                    <a:pt x="3649054" y="2652142"/>
                  </a:lnTo>
                  <a:lnTo>
                    <a:pt x="3649180" y="2652142"/>
                  </a:lnTo>
                  <a:lnTo>
                    <a:pt x="3649306" y="2652142"/>
                  </a:lnTo>
                  <a:lnTo>
                    <a:pt x="3649433" y="2652142"/>
                  </a:lnTo>
                  <a:lnTo>
                    <a:pt x="3649559" y="2652142"/>
                  </a:lnTo>
                  <a:lnTo>
                    <a:pt x="3649685" y="2652142"/>
                  </a:lnTo>
                  <a:lnTo>
                    <a:pt x="3649812" y="2652142"/>
                  </a:lnTo>
                  <a:lnTo>
                    <a:pt x="3649938" y="2652142"/>
                  </a:lnTo>
                  <a:lnTo>
                    <a:pt x="3650064" y="2652142"/>
                  </a:lnTo>
                  <a:lnTo>
                    <a:pt x="3650190" y="2652142"/>
                  </a:lnTo>
                  <a:lnTo>
                    <a:pt x="3650317" y="2652142"/>
                  </a:lnTo>
                  <a:lnTo>
                    <a:pt x="3650443" y="2652142"/>
                  </a:lnTo>
                  <a:lnTo>
                    <a:pt x="3650569" y="2652142"/>
                  </a:lnTo>
                  <a:lnTo>
                    <a:pt x="3650695" y="2652142"/>
                  </a:lnTo>
                  <a:lnTo>
                    <a:pt x="3650822" y="2652142"/>
                  </a:lnTo>
                  <a:lnTo>
                    <a:pt x="3650948" y="2652142"/>
                  </a:lnTo>
                  <a:lnTo>
                    <a:pt x="3651074" y="2652142"/>
                  </a:lnTo>
                  <a:lnTo>
                    <a:pt x="3651200" y="2652142"/>
                  </a:lnTo>
                  <a:lnTo>
                    <a:pt x="3651327" y="2652142"/>
                  </a:lnTo>
                  <a:lnTo>
                    <a:pt x="3651453" y="2652142"/>
                  </a:lnTo>
                  <a:lnTo>
                    <a:pt x="3651579" y="2652142"/>
                  </a:lnTo>
                  <a:lnTo>
                    <a:pt x="3651705" y="2652142"/>
                  </a:lnTo>
                  <a:lnTo>
                    <a:pt x="3651832" y="2652142"/>
                  </a:lnTo>
                  <a:lnTo>
                    <a:pt x="3651958" y="2652142"/>
                  </a:lnTo>
                  <a:lnTo>
                    <a:pt x="3652084" y="2652142"/>
                  </a:lnTo>
                  <a:lnTo>
                    <a:pt x="3652210" y="2652142"/>
                  </a:lnTo>
                  <a:lnTo>
                    <a:pt x="3652337" y="2652142"/>
                  </a:lnTo>
                  <a:lnTo>
                    <a:pt x="3652463" y="2652142"/>
                  </a:lnTo>
                  <a:lnTo>
                    <a:pt x="3652589" y="2652142"/>
                  </a:lnTo>
                  <a:lnTo>
                    <a:pt x="3652715" y="2652142"/>
                  </a:lnTo>
                  <a:lnTo>
                    <a:pt x="3652842" y="2652142"/>
                  </a:lnTo>
                  <a:lnTo>
                    <a:pt x="3652968" y="2652142"/>
                  </a:lnTo>
                  <a:lnTo>
                    <a:pt x="3653094" y="2652142"/>
                  </a:lnTo>
                  <a:lnTo>
                    <a:pt x="3653220" y="2652142"/>
                  </a:lnTo>
                  <a:lnTo>
                    <a:pt x="3653347" y="2652142"/>
                  </a:lnTo>
                  <a:lnTo>
                    <a:pt x="3653473" y="2652142"/>
                  </a:lnTo>
                  <a:lnTo>
                    <a:pt x="3653599" y="2652142"/>
                  </a:lnTo>
                  <a:lnTo>
                    <a:pt x="3653725" y="2652142"/>
                  </a:lnTo>
                  <a:lnTo>
                    <a:pt x="3653852" y="2652142"/>
                  </a:lnTo>
                  <a:lnTo>
                    <a:pt x="3653978" y="2652142"/>
                  </a:lnTo>
                  <a:lnTo>
                    <a:pt x="3654104" y="2652142"/>
                  </a:lnTo>
                  <a:lnTo>
                    <a:pt x="3654104" y="2647231"/>
                  </a:lnTo>
                  <a:lnTo>
                    <a:pt x="3654230" y="2647231"/>
                  </a:lnTo>
                  <a:lnTo>
                    <a:pt x="3654357" y="2647231"/>
                  </a:lnTo>
                  <a:lnTo>
                    <a:pt x="3654483" y="2647231"/>
                  </a:lnTo>
                  <a:lnTo>
                    <a:pt x="3654609" y="2647231"/>
                  </a:lnTo>
                  <a:lnTo>
                    <a:pt x="3654736" y="2647231"/>
                  </a:lnTo>
                  <a:lnTo>
                    <a:pt x="3654862" y="2647231"/>
                  </a:lnTo>
                  <a:lnTo>
                    <a:pt x="3654988" y="2647231"/>
                  </a:lnTo>
                  <a:lnTo>
                    <a:pt x="3655114" y="2647231"/>
                  </a:lnTo>
                  <a:lnTo>
                    <a:pt x="3655241" y="2647231"/>
                  </a:lnTo>
                  <a:lnTo>
                    <a:pt x="3655367" y="2647231"/>
                  </a:lnTo>
                  <a:lnTo>
                    <a:pt x="3655493" y="2647231"/>
                  </a:lnTo>
                  <a:lnTo>
                    <a:pt x="3655619" y="2647231"/>
                  </a:lnTo>
                  <a:lnTo>
                    <a:pt x="3655746" y="2647231"/>
                  </a:lnTo>
                  <a:lnTo>
                    <a:pt x="3655872" y="2647231"/>
                  </a:lnTo>
                  <a:lnTo>
                    <a:pt x="3655998" y="2647231"/>
                  </a:lnTo>
                  <a:lnTo>
                    <a:pt x="3656124" y="2647231"/>
                  </a:lnTo>
                  <a:lnTo>
                    <a:pt x="3656251" y="2647231"/>
                  </a:lnTo>
                  <a:lnTo>
                    <a:pt x="3656377" y="2647231"/>
                  </a:lnTo>
                  <a:lnTo>
                    <a:pt x="3656503" y="2647231"/>
                  </a:lnTo>
                  <a:lnTo>
                    <a:pt x="3656629" y="2647231"/>
                  </a:lnTo>
                  <a:lnTo>
                    <a:pt x="3656756" y="2647231"/>
                  </a:lnTo>
                  <a:lnTo>
                    <a:pt x="3656882" y="2647231"/>
                  </a:lnTo>
                  <a:lnTo>
                    <a:pt x="3657008" y="2647231"/>
                  </a:lnTo>
                  <a:lnTo>
                    <a:pt x="3657134" y="2647231"/>
                  </a:lnTo>
                  <a:lnTo>
                    <a:pt x="3657261" y="2647231"/>
                  </a:lnTo>
                  <a:lnTo>
                    <a:pt x="3657387" y="2647231"/>
                  </a:lnTo>
                  <a:lnTo>
                    <a:pt x="3657513" y="2647231"/>
                  </a:lnTo>
                  <a:lnTo>
                    <a:pt x="3657639" y="2647231"/>
                  </a:lnTo>
                  <a:lnTo>
                    <a:pt x="3657766" y="2647231"/>
                  </a:lnTo>
                  <a:lnTo>
                    <a:pt x="3657892" y="2647231"/>
                  </a:lnTo>
                  <a:lnTo>
                    <a:pt x="3658018" y="2647231"/>
                  </a:lnTo>
                  <a:lnTo>
                    <a:pt x="3658144" y="2647231"/>
                  </a:lnTo>
                  <a:lnTo>
                    <a:pt x="3658271" y="2647231"/>
                  </a:lnTo>
                  <a:lnTo>
                    <a:pt x="3658397" y="2647231"/>
                  </a:lnTo>
                  <a:lnTo>
                    <a:pt x="3658523" y="2647231"/>
                  </a:lnTo>
                  <a:lnTo>
                    <a:pt x="3658649" y="2647231"/>
                  </a:lnTo>
                  <a:lnTo>
                    <a:pt x="3658776" y="2647231"/>
                  </a:lnTo>
                  <a:lnTo>
                    <a:pt x="3658902" y="2647231"/>
                  </a:lnTo>
                  <a:lnTo>
                    <a:pt x="3659028" y="2647231"/>
                  </a:lnTo>
                  <a:lnTo>
                    <a:pt x="3659154" y="2647231"/>
                  </a:lnTo>
                  <a:lnTo>
                    <a:pt x="3659281" y="2647231"/>
                  </a:lnTo>
                  <a:lnTo>
                    <a:pt x="3659407" y="2647231"/>
                  </a:lnTo>
                  <a:lnTo>
                    <a:pt x="3659533" y="2647231"/>
                  </a:lnTo>
                  <a:lnTo>
                    <a:pt x="3659659" y="2647231"/>
                  </a:lnTo>
                  <a:lnTo>
                    <a:pt x="3659786" y="2647231"/>
                  </a:lnTo>
                  <a:lnTo>
                    <a:pt x="3659912" y="2647231"/>
                  </a:lnTo>
                  <a:lnTo>
                    <a:pt x="3660038" y="2647231"/>
                  </a:lnTo>
                  <a:lnTo>
                    <a:pt x="3660165" y="2647231"/>
                  </a:lnTo>
                  <a:lnTo>
                    <a:pt x="3660291" y="2647231"/>
                  </a:lnTo>
                  <a:lnTo>
                    <a:pt x="3660417" y="2647231"/>
                  </a:lnTo>
                  <a:lnTo>
                    <a:pt x="3660543" y="2647231"/>
                  </a:lnTo>
                  <a:lnTo>
                    <a:pt x="3660670" y="2647231"/>
                  </a:lnTo>
                  <a:lnTo>
                    <a:pt x="3660796" y="2647231"/>
                  </a:lnTo>
                  <a:lnTo>
                    <a:pt x="3660922" y="2647231"/>
                  </a:lnTo>
                  <a:lnTo>
                    <a:pt x="3661048" y="2647231"/>
                  </a:lnTo>
                  <a:lnTo>
                    <a:pt x="3661175" y="2647231"/>
                  </a:lnTo>
                  <a:lnTo>
                    <a:pt x="3661301" y="2647231"/>
                  </a:lnTo>
                  <a:lnTo>
                    <a:pt x="3661427" y="2647231"/>
                  </a:lnTo>
                  <a:lnTo>
                    <a:pt x="3661553" y="2647231"/>
                  </a:lnTo>
                  <a:lnTo>
                    <a:pt x="3661680" y="2647231"/>
                  </a:lnTo>
                  <a:lnTo>
                    <a:pt x="3661806" y="2647231"/>
                  </a:lnTo>
                  <a:lnTo>
                    <a:pt x="3661932" y="2647231"/>
                  </a:lnTo>
                  <a:lnTo>
                    <a:pt x="3662058" y="2647231"/>
                  </a:lnTo>
                  <a:lnTo>
                    <a:pt x="3662185" y="2647231"/>
                  </a:lnTo>
                  <a:lnTo>
                    <a:pt x="3662311" y="2647231"/>
                  </a:lnTo>
                  <a:lnTo>
                    <a:pt x="3662437" y="2647231"/>
                  </a:lnTo>
                  <a:lnTo>
                    <a:pt x="3662437" y="2642319"/>
                  </a:lnTo>
                  <a:lnTo>
                    <a:pt x="3662563" y="2642319"/>
                  </a:lnTo>
                  <a:lnTo>
                    <a:pt x="3662690" y="2642319"/>
                  </a:lnTo>
                  <a:lnTo>
                    <a:pt x="3662816" y="2642319"/>
                  </a:lnTo>
                  <a:lnTo>
                    <a:pt x="3662942" y="2642319"/>
                  </a:lnTo>
                  <a:lnTo>
                    <a:pt x="3663068" y="2642319"/>
                  </a:lnTo>
                  <a:lnTo>
                    <a:pt x="3663195" y="2642319"/>
                  </a:lnTo>
                  <a:lnTo>
                    <a:pt x="3663321" y="2642319"/>
                  </a:lnTo>
                  <a:lnTo>
                    <a:pt x="3663447" y="2642319"/>
                  </a:lnTo>
                  <a:lnTo>
                    <a:pt x="3663573" y="2642319"/>
                  </a:lnTo>
                  <a:lnTo>
                    <a:pt x="3663700" y="2642319"/>
                  </a:lnTo>
                  <a:lnTo>
                    <a:pt x="3663826" y="2642319"/>
                  </a:lnTo>
                  <a:lnTo>
                    <a:pt x="3663952" y="2642319"/>
                  </a:lnTo>
                  <a:lnTo>
                    <a:pt x="3664078" y="2642319"/>
                  </a:lnTo>
                  <a:lnTo>
                    <a:pt x="3664205" y="2642319"/>
                  </a:lnTo>
                  <a:lnTo>
                    <a:pt x="3664331" y="2642319"/>
                  </a:lnTo>
                  <a:lnTo>
                    <a:pt x="3664457" y="2642319"/>
                  </a:lnTo>
                  <a:lnTo>
                    <a:pt x="3664583" y="2642319"/>
                  </a:lnTo>
                  <a:lnTo>
                    <a:pt x="3664710" y="2642319"/>
                  </a:lnTo>
                  <a:lnTo>
                    <a:pt x="3664836" y="2642319"/>
                  </a:lnTo>
                  <a:lnTo>
                    <a:pt x="3664962" y="2642319"/>
                  </a:lnTo>
                  <a:lnTo>
                    <a:pt x="3665089" y="2642319"/>
                  </a:lnTo>
                  <a:lnTo>
                    <a:pt x="3665215" y="2642319"/>
                  </a:lnTo>
                  <a:lnTo>
                    <a:pt x="3665341" y="2642319"/>
                  </a:lnTo>
                  <a:lnTo>
                    <a:pt x="3665467" y="2642319"/>
                  </a:lnTo>
                  <a:lnTo>
                    <a:pt x="3665594" y="2642319"/>
                  </a:lnTo>
                  <a:lnTo>
                    <a:pt x="3665720" y="2642319"/>
                  </a:lnTo>
                  <a:lnTo>
                    <a:pt x="3665846" y="2642319"/>
                  </a:lnTo>
                  <a:lnTo>
                    <a:pt x="3665972" y="2642319"/>
                  </a:lnTo>
                  <a:lnTo>
                    <a:pt x="3666099" y="2642319"/>
                  </a:lnTo>
                  <a:lnTo>
                    <a:pt x="3666225" y="2642319"/>
                  </a:lnTo>
                  <a:lnTo>
                    <a:pt x="3666351" y="2642319"/>
                  </a:lnTo>
                  <a:lnTo>
                    <a:pt x="3666477" y="2642319"/>
                  </a:lnTo>
                  <a:lnTo>
                    <a:pt x="3666604" y="2642319"/>
                  </a:lnTo>
                  <a:lnTo>
                    <a:pt x="3666730" y="2642319"/>
                  </a:lnTo>
                  <a:lnTo>
                    <a:pt x="3666856" y="2642319"/>
                  </a:lnTo>
                  <a:lnTo>
                    <a:pt x="3666982" y="2642319"/>
                  </a:lnTo>
                  <a:lnTo>
                    <a:pt x="3667109" y="2642319"/>
                  </a:lnTo>
                  <a:lnTo>
                    <a:pt x="3667235" y="2642319"/>
                  </a:lnTo>
                  <a:lnTo>
                    <a:pt x="3667361" y="2642319"/>
                  </a:lnTo>
                  <a:lnTo>
                    <a:pt x="3667487" y="2642319"/>
                  </a:lnTo>
                  <a:lnTo>
                    <a:pt x="3667614" y="2642319"/>
                  </a:lnTo>
                  <a:lnTo>
                    <a:pt x="3667740" y="2642319"/>
                  </a:lnTo>
                  <a:lnTo>
                    <a:pt x="3667740" y="2637408"/>
                  </a:lnTo>
                  <a:lnTo>
                    <a:pt x="3667866" y="2637408"/>
                  </a:lnTo>
                  <a:lnTo>
                    <a:pt x="3667992" y="2637408"/>
                  </a:lnTo>
                  <a:lnTo>
                    <a:pt x="3668119" y="2637408"/>
                  </a:lnTo>
                  <a:lnTo>
                    <a:pt x="3668245" y="2637408"/>
                  </a:lnTo>
                  <a:lnTo>
                    <a:pt x="3668371" y="2637408"/>
                  </a:lnTo>
                  <a:lnTo>
                    <a:pt x="3668497" y="2637408"/>
                  </a:lnTo>
                  <a:lnTo>
                    <a:pt x="3668624" y="2637408"/>
                  </a:lnTo>
                  <a:lnTo>
                    <a:pt x="3668750" y="2637408"/>
                  </a:lnTo>
                  <a:lnTo>
                    <a:pt x="3668876" y="2637408"/>
                  </a:lnTo>
                  <a:lnTo>
                    <a:pt x="3669002" y="2637408"/>
                  </a:lnTo>
                  <a:lnTo>
                    <a:pt x="3669129" y="2637408"/>
                  </a:lnTo>
                  <a:lnTo>
                    <a:pt x="3669255" y="2637408"/>
                  </a:lnTo>
                  <a:lnTo>
                    <a:pt x="3669381" y="2637408"/>
                  </a:lnTo>
                  <a:lnTo>
                    <a:pt x="3669507" y="2637408"/>
                  </a:lnTo>
                  <a:lnTo>
                    <a:pt x="3669634" y="2637408"/>
                  </a:lnTo>
                  <a:lnTo>
                    <a:pt x="3669760" y="2637408"/>
                  </a:lnTo>
                  <a:lnTo>
                    <a:pt x="3669886" y="2637408"/>
                  </a:lnTo>
                  <a:lnTo>
                    <a:pt x="3670012" y="2637408"/>
                  </a:lnTo>
                  <a:lnTo>
                    <a:pt x="3670139" y="2637408"/>
                  </a:lnTo>
                  <a:lnTo>
                    <a:pt x="3670265" y="2637408"/>
                  </a:lnTo>
                  <a:lnTo>
                    <a:pt x="3670391" y="2637408"/>
                  </a:lnTo>
                  <a:lnTo>
                    <a:pt x="3670518" y="2637408"/>
                  </a:lnTo>
                  <a:lnTo>
                    <a:pt x="3670644" y="2637408"/>
                  </a:lnTo>
                  <a:lnTo>
                    <a:pt x="3670770" y="2637408"/>
                  </a:lnTo>
                  <a:lnTo>
                    <a:pt x="3670896" y="2637408"/>
                  </a:lnTo>
                  <a:lnTo>
                    <a:pt x="3671023" y="2637408"/>
                  </a:lnTo>
                  <a:lnTo>
                    <a:pt x="3671149" y="2637408"/>
                  </a:lnTo>
                  <a:lnTo>
                    <a:pt x="3671275" y="2637408"/>
                  </a:lnTo>
                  <a:lnTo>
                    <a:pt x="3671401" y="2637408"/>
                  </a:lnTo>
                  <a:lnTo>
                    <a:pt x="3671528" y="2637408"/>
                  </a:lnTo>
                  <a:lnTo>
                    <a:pt x="3671654" y="2637408"/>
                  </a:lnTo>
                  <a:lnTo>
                    <a:pt x="3671780" y="2637408"/>
                  </a:lnTo>
                  <a:lnTo>
                    <a:pt x="3671906" y="2637408"/>
                  </a:lnTo>
                  <a:lnTo>
                    <a:pt x="3672033" y="2637408"/>
                  </a:lnTo>
                  <a:lnTo>
                    <a:pt x="3672159" y="2637408"/>
                  </a:lnTo>
                  <a:lnTo>
                    <a:pt x="3672285" y="2637408"/>
                  </a:lnTo>
                  <a:lnTo>
                    <a:pt x="3672411" y="2637408"/>
                  </a:lnTo>
                  <a:lnTo>
                    <a:pt x="3672538" y="2637408"/>
                  </a:lnTo>
                  <a:lnTo>
                    <a:pt x="3672664" y="2637408"/>
                  </a:lnTo>
                  <a:lnTo>
                    <a:pt x="3672790" y="2637408"/>
                  </a:lnTo>
                  <a:lnTo>
                    <a:pt x="3672916" y="2637408"/>
                  </a:lnTo>
                  <a:lnTo>
                    <a:pt x="3673043" y="2637408"/>
                  </a:lnTo>
                  <a:lnTo>
                    <a:pt x="3673169" y="2637408"/>
                  </a:lnTo>
                  <a:lnTo>
                    <a:pt x="3673295" y="2637408"/>
                  </a:lnTo>
                  <a:lnTo>
                    <a:pt x="3673421" y="2637408"/>
                  </a:lnTo>
                  <a:lnTo>
                    <a:pt x="3673548" y="2637408"/>
                  </a:lnTo>
                  <a:lnTo>
                    <a:pt x="3673674" y="2637408"/>
                  </a:lnTo>
                  <a:lnTo>
                    <a:pt x="3673800" y="2637408"/>
                  </a:lnTo>
                  <a:lnTo>
                    <a:pt x="3673926" y="2637408"/>
                  </a:lnTo>
                  <a:lnTo>
                    <a:pt x="3674053" y="2637408"/>
                  </a:lnTo>
                  <a:lnTo>
                    <a:pt x="3674179" y="2637408"/>
                  </a:lnTo>
                  <a:lnTo>
                    <a:pt x="3674305" y="2637408"/>
                  </a:lnTo>
                  <a:lnTo>
                    <a:pt x="3674431" y="2637408"/>
                  </a:lnTo>
                  <a:lnTo>
                    <a:pt x="3674558" y="2637408"/>
                  </a:lnTo>
                  <a:lnTo>
                    <a:pt x="3674684" y="2637408"/>
                  </a:lnTo>
                  <a:lnTo>
                    <a:pt x="3674810" y="2637408"/>
                  </a:lnTo>
                  <a:lnTo>
                    <a:pt x="3674936" y="2637408"/>
                  </a:lnTo>
                  <a:lnTo>
                    <a:pt x="3675063" y="2637408"/>
                  </a:lnTo>
                  <a:lnTo>
                    <a:pt x="3675189" y="2637408"/>
                  </a:lnTo>
                  <a:lnTo>
                    <a:pt x="3675315" y="2637408"/>
                  </a:lnTo>
                  <a:lnTo>
                    <a:pt x="3675442" y="2637408"/>
                  </a:lnTo>
                  <a:lnTo>
                    <a:pt x="3675568" y="2637408"/>
                  </a:lnTo>
                  <a:lnTo>
                    <a:pt x="3675694" y="2637408"/>
                  </a:lnTo>
                  <a:lnTo>
                    <a:pt x="3675820" y="2637408"/>
                  </a:lnTo>
                  <a:lnTo>
                    <a:pt x="3675947" y="2637408"/>
                  </a:lnTo>
                  <a:lnTo>
                    <a:pt x="3676073" y="2637408"/>
                  </a:lnTo>
                  <a:lnTo>
                    <a:pt x="3676199" y="2637408"/>
                  </a:lnTo>
                  <a:lnTo>
                    <a:pt x="3676199" y="2632496"/>
                  </a:lnTo>
                  <a:lnTo>
                    <a:pt x="3676325" y="2632496"/>
                  </a:lnTo>
                  <a:lnTo>
                    <a:pt x="3676452" y="2632496"/>
                  </a:lnTo>
                  <a:lnTo>
                    <a:pt x="3676578" y="2632496"/>
                  </a:lnTo>
                  <a:lnTo>
                    <a:pt x="3676704" y="2632496"/>
                  </a:lnTo>
                  <a:lnTo>
                    <a:pt x="3676830" y="2632496"/>
                  </a:lnTo>
                  <a:lnTo>
                    <a:pt x="3676957" y="2632496"/>
                  </a:lnTo>
                  <a:lnTo>
                    <a:pt x="3677083" y="2632496"/>
                  </a:lnTo>
                  <a:lnTo>
                    <a:pt x="3677209" y="2632496"/>
                  </a:lnTo>
                  <a:lnTo>
                    <a:pt x="3677335" y="2632496"/>
                  </a:lnTo>
                  <a:lnTo>
                    <a:pt x="3677462" y="2632496"/>
                  </a:lnTo>
                  <a:lnTo>
                    <a:pt x="3677588" y="2632496"/>
                  </a:lnTo>
                  <a:lnTo>
                    <a:pt x="3677714" y="2632496"/>
                  </a:lnTo>
                  <a:lnTo>
                    <a:pt x="3677840" y="2632496"/>
                  </a:lnTo>
                  <a:lnTo>
                    <a:pt x="3677967" y="2632496"/>
                  </a:lnTo>
                  <a:lnTo>
                    <a:pt x="3678093" y="2632496"/>
                  </a:lnTo>
                  <a:lnTo>
                    <a:pt x="3678219" y="2632496"/>
                  </a:lnTo>
                  <a:lnTo>
                    <a:pt x="3678345" y="2632496"/>
                  </a:lnTo>
                  <a:lnTo>
                    <a:pt x="3678472" y="2632496"/>
                  </a:lnTo>
                  <a:lnTo>
                    <a:pt x="3678598" y="2632496"/>
                  </a:lnTo>
                  <a:lnTo>
                    <a:pt x="3678724" y="2632496"/>
                  </a:lnTo>
                  <a:lnTo>
                    <a:pt x="3678850" y="2632496"/>
                  </a:lnTo>
                  <a:lnTo>
                    <a:pt x="3678977" y="2632496"/>
                  </a:lnTo>
                  <a:lnTo>
                    <a:pt x="3679103" y="2632496"/>
                  </a:lnTo>
                  <a:lnTo>
                    <a:pt x="3679229" y="2632496"/>
                  </a:lnTo>
                  <a:lnTo>
                    <a:pt x="3679355" y="2632496"/>
                  </a:lnTo>
                  <a:lnTo>
                    <a:pt x="3679482" y="2632496"/>
                  </a:lnTo>
                  <a:lnTo>
                    <a:pt x="3679608" y="2632496"/>
                  </a:lnTo>
                  <a:lnTo>
                    <a:pt x="3679734" y="2632496"/>
                  </a:lnTo>
                  <a:lnTo>
                    <a:pt x="3679860" y="2632496"/>
                  </a:lnTo>
                  <a:lnTo>
                    <a:pt x="3679987" y="2632496"/>
                  </a:lnTo>
                  <a:lnTo>
                    <a:pt x="3680113" y="2632496"/>
                  </a:lnTo>
                  <a:lnTo>
                    <a:pt x="3680239" y="2632496"/>
                  </a:lnTo>
                  <a:lnTo>
                    <a:pt x="3680365" y="2632496"/>
                  </a:lnTo>
                  <a:lnTo>
                    <a:pt x="3680492" y="2632496"/>
                  </a:lnTo>
                  <a:lnTo>
                    <a:pt x="3680618" y="2632496"/>
                  </a:lnTo>
                  <a:lnTo>
                    <a:pt x="3680744" y="2632496"/>
                  </a:lnTo>
                  <a:lnTo>
                    <a:pt x="3680871" y="2632496"/>
                  </a:lnTo>
                  <a:lnTo>
                    <a:pt x="3680997" y="2632496"/>
                  </a:lnTo>
                  <a:lnTo>
                    <a:pt x="3681123" y="2632496"/>
                  </a:lnTo>
                  <a:lnTo>
                    <a:pt x="3681249" y="2632496"/>
                  </a:lnTo>
                  <a:lnTo>
                    <a:pt x="3681376" y="2632496"/>
                  </a:lnTo>
                  <a:lnTo>
                    <a:pt x="3681502" y="2632496"/>
                  </a:lnTo>
                  <a:lnTo>
                    <a:pt x="3681628" y="2632496"/>
                  </a:lnTo>
                  <a:lnTo>
                    <a:pt x="3681754" y="2632496"/>
                  </a:lnTo>
                  <a:lnTo>
                    <a:pt x="3681881" y="2632496"/>
                  </a:lnTo>
                  <a:lnTo>
                    <a:pt x="3682007" y="2632496"/>
                  </a:lnTo>
                  <a:lnTo>
                    <a:pt x="3682133" y="2632496"/>
                  </a:lnTo>
                  <a:lnTo>
                    <a:pt x="3682259" y="2632496"/>
                  </a:lnTo>
                  <a:lnTo>
                    <a:pt x="3682386" y="2632496"/>
                  </a:lnTo>
                  <a:lnTo>
                    <a:pt x="3682512" y="2632496"/>
                  </a:lnTo>
                  <a:lnTo>
                    <a:pt x="3682638" y="2632496"/>
                  </a:lnTo>
                  <a:lnTo>
                    <a:pt x="3682764" y="2632496"/>
                  </a:lnTo>
                  <a:lnTo>
                    <a:pt x="3682891" y="2632496"/>
                  </a:lnTo>
                  <a:lnTo>
                    <a:pt x="3683017" y="2632496"/>
                  </a:lnTo>
                  <a:lnTo>
                    <a:pt x="3683143" y="2632496"/>
                  </a:lnTo>
                  <a:lnTo>
                    <a:pt x="3683269" y="2632496"/>
                  </a:lnTo>
                  <a:lnTo>
                    <a:pt x="3683396" y="2632496"/>
                  </a:lnTo>
                  <a:lnTo>
                    <a:pt x="3683522" y="2632496"/>
                  </a:lnTo>
                  <a:lnTo>
                    <a:pt x="3683648" y="2632496"/>
                  </a:lnTo>
                  <a:lnTo>
                    <a:pt x="3683774" y="2632496"/>
                  </a:lnTo>
                  <a:lnTo>
                    <a:pt x="3683901" y="2632496"/>
                  </a:lnTo>
                  <a:lnTo>
                    <a:pt x="3684027" y="2632496"/>
                  </a:lnTo>
                  <a:lnTo>
                    <a:pt x="3684027" y="2627585"/>
                  </a:lnTo>
                  <a:lnTo>
                    <a:pt x="3684153" y="2627585"/>
                  </a:lnTo>
                  <a:lnTo>
                    <a:pt x="3684279" y="2627585"/>
                  </a:lnTo>
                  <a:lnTo>
                    <a:pt x="3684406" y="2627585"/>
                  </a:lnTo>
                  <a:lnTo>
                    <a:pt x="3684532" y="2627585"/>
                  </a:lnTo>
                  <a:lnTo>
                    <a:pt x="3684658" y="2627585"/>
                  </a:lnTo>
                  <a:lnTo>
                    <a:pt x="3684784" y="2627585"/>
                  </a:lnTo>
                  <a:lnTo>
                    <a:pt x="3684911" y="2627585"/>
                  </a:lnTo>
                  <a:lnTo>
                    <a:pt x="3685037" y="2627585"/>
                  </a:lnTo>
                  <a:lnTo>
                    <a:pt x="3685163" y="2627585"/>
                  </a:lnTo>
                  <a:lnTo>
                    <a:pt x="3685289" y="2627585"/>
                  </a:lnTo>
                  <a:lnTo>
                    <a:pt x="3685416" y="2627585"/>
                  </a:lnTo>
                  <a:lnTo>
                    <a:pt x="3685542" y="2627585"/>
                  </a:lnTo>
                  <a:lnTo>
                    <a:pt x="3685668" y="2627585"/>
                  </a:lnTo>
                  <a:lnTo>
                    <a:pt x="3685795" y="2627585"/>
                  </a:lnTo>
                  <a:lnTo>
                    <a:pt x="3685921" y="2627585"/>
                  </a:lnTo>
                  <a:lnTo>
                    <a:pt x="3686047" y="2627585"/>
                  </a:lnTo>
                  <a:lnTo>
                    <a:pt x="3686173" y="2627585"/>
                  </a:lnTo>
                  <a:lnTo>
                    <a:pt x="3686300" y="2627585"/>
                  </a:lnTo>
                  <a:lnTo>
                    <a:pt x="3686426" y="2627585"/>
                  </a:lnTo>
                  <a:lnTo>
                    <a:pt x="3686426" y="2622674"/>
                  </a:lnTo>
                  <a:lnTo>
                    <a:pt x="3686552" y="2622674"/>
                  </a:lnTo>
                  <a:lnTo>
                    <a:pt x="3686678" y="2622674"/>
                  </a:lnTo>
                  <a:lnTo>
                    <a:pt x="3686805" y="2622674"/>
                  </a:lnTo>
                  <a:lnTo>
                    <a:pt x="3686931" y="2622674"/>
                  </a:lnTo>
                  <a:lnTo>
                    <a:pt x="3687057" y="2622674"/>
                  </a:lnTo>
                  <a:lnTo>
                    <a:pt x="3687183" y="2622674"/>
                  </a:lnTo>
                  <a:lnTo>
                    <a:pt x="3687310" y="2622674"/>
                  </a:lnTo>
                  <a:lnTo>
                    <a:pt x="3687436" y="2622674"/>
                  </a:lnTo>
                  <a:lnTo>
                    <a:pt x="3687562" y="2622674"/>
                  </a:lnTo>
                  <a:lnTo>
                    <a:pt x="3687688" y="2622674"/>
                  </a:lnTo>
                  <a:lnTo>
                    <a:pt x="3687815" y="2622674"/>
                  </a:lnTo>
                  <a:lnTo>
                    <a:pt x="3687941" y="2622674"/>
                  </a:lnTo>
                  <a:lnTo>
                    <a:pt x="3688067" y="2622674"/>
                  </a:lnTo>
                  <a:lnTo>
                    <a:pt x="3688193" y="2622674"/>
                  </a:lnTo>
                  <a:lnTo>
                    <a:pt x="3688320" y="2622674"/>
                  </a:lnTo>
                  <a:lnTo>
                    <a:pt x="3688446" y="2622674"/>
                  </a:lnTo>
                  <a:lnTo>
                    <a:pt x="3688572" y="2622674"/>
                  </a:lnTo>
                  <a:lnTo>
                    <a:pt x="3688698" y="2622674"/>
                  </a:lnTo>
                  <a:lnTo>
                    <a:pt x="3688825" y="2622674"/>
                  </a:lnTo>
                  <a:lnTo>
                    <a:pt x="3688951" y="2622674"/>
                  </a:lnTo>
                  <a:lnTo>
                    <a:pt x="3689077" y="2622674"/>
                  </a:lnTo>
                  <a:lnTo>
                    <a:pt x="3689203" y="2622674"/>
                  </a:lnTo>
                  <a:lnTo>
                    <a:pt x="3689330" y="2622674"/>
                  </a:lnTo>
                  <a:lnTo>
                    <a:pt x="3689456" y="2622674"/>
                  </a:lnTo>
                  <a:lnTo>
                    <a:pt x="3689582" y="2622674"/>
                  </a:lnTo>
                  <a:lnTo>
                    <a:pt x="3689708" y="2622674"/>
                  </a:lnTo>
                  <a:lnTo>
                    <a:pt x="3689835" y="2622674"/>
                  </a:lnTo>
                  <a:lnTo>
                    <a:pt x="3689961" y="2622674"/>
                  </a:lnTo>
                  <a:lnTo>
                    <a:pt x="3690087" y="2622674"/>
                  </a:lnTo>
                  <a:lnTo>
                    <a:pt x="3690213" y="2622674"/>
                  </a:lnTo>
                  <a:lnTo>
                    <a:pt x="3690340" y="2622674"/>
                  </a:lnTo>
                  <a:lnTo>
                    <a:pt x="3690466" y="2622674"/>
                  </a:lnTo>
                  <a:lnTo>
                    <a:pt x="3690592" y="2622674"/>
                  </a:lnTo>
                  <a:lnTo>
                    <a:pt x="3690719" y="2622674"/>
                  </a:lnTo>
                  <a:lnTo>
                    <a:pt x="3690845" y="2622674"/>
                  </a:lnTo>
                  <a:lnTo>
                    <a:pt x="3690971" y="2622674"/>
                  </a:lnTo>
                  <a:lnTo>
                    <a:pt x="3691097" y="2622674"/>
                  </a:lnTo>
                  <a:lnTo>
                    <a:pt x="3691224" y="2622674"/>
                  </a:lnTo>
                  <a:lnTo>
                    <a:pt x="3691350" y="2622674"/>
                  </a:lnTo>
                  <a:lnTo>
                    <a:pt x="3691476" y="2622674"/>
                  </a:lnTo>
                  <a:lnTo>
                    <a:pt x="3691602" y="2622674"/>
                  </a:lnTo>
                  <a:lnTo>
                    <a:pt x="3691729" y="2622674"/>
                  </a:lnTo>
                  <a:lnTo>
                    <a:pt x="3691855" y="2622674"/>
                  </a:lnTo>
                  <a:lnTo>
                    <a:pt x="3691981" y="2622674"/>
                  </a:lnTo>
                  <a:lnTo>
                    <a:pt x="3692107" y="2622674"/>
                  </a:lnTo>
                  <a:lnTo>
                    <a:pt x="3692234" y="2622674"/>
                  </a:lnTo>
                  <a:lnTo>
                    <a:pt x="3692360" y="2622674"/>
                  </a:lnTo>
                  <a:lnTo>
                    <a:pt x="3692486" y="2622674"/>
                  </a:lnTo>
                  <a:lnTo>
                    <a:pt x="3692612" y="2622674"/>
                  </a:lnTo>
                  <a:lnTo>
                    <a:pt x="3692739" y="2622674"/>
                  </a:lnTo>
                  <a:lnTo>
                    <a:pt x="3692865" y="2622674"/>
                  </a:lnTo>
                  <a:lnTo>
                    <a:pt x="3692991" y="2622674"/>
                  </a:lnTo>
                  <a:lnTo>
                    <a:pt x="3693117" y="2622674"/>
                  </a:lnTo>
                  <a:lnTo>
                    <a:pt x="3693244" y="2622674"/>
                  </a:lnTo>
                  <a:lnTo>
                    <a:pt x="3693370" y="2622674"/>
                  </a:lnTo>
                  <a:lnTo>
                    <a:pt x="3693496" y="2622674"/>
                  </a:lnTo>
                  <a:lnTo>
                    <a:pt x="3693622" y="2622674"/>
                  </a:lnTo>
                  <a:lnTo>
                    <a:pt x="3693749" y="2622674"/>
                  </a:lnTo>
                  <a:lnTo>
                    <a:pt x="3693875" y="2622674"/>
                  </a:lnTo>
                  <a:lnTo>
                    <a:pt x="3694001" y="2622674"/>
                  </a:lnTo>
                  <a:lnTo>
                    <a:pt x="3694127" y="2622674"/>
                  </a:lnTo>
                  <a:lnTo>
                    <a:pt x="3694254" y="2622674"/>
                  </a:lnTo>
                  <a:lnTo>
                    <a:pt x="3694380" y="2622674"/>
                  </a:lnTo>
                  <a:lnTo>
                    <a:pt x="3694506" y="2622674"/>
                  </a:lnTo>
                  <a:lnTo>
                    <a:pt x="3694632" y="2622674"/>
                  </a:lnTo>
                  <a:lnTo>
                    <a:pt x="3694759" y="2622674"/>
                  </a:lnTo>
                  <a:lnTo>
                    <a:pt x="3694885" y="2622674"/>
                  </a:lnTo>
                  <a:lnTo>
                    <a:pt x="3695011" y="2622674"/>
                  </a:lnTo>
                  <a:lnTo>
                    <a:pt x="3695137" y="2622674"/>
                  </a:lnTo>
                  <a:lnTo>
                    <a:pt x="3695264" y="2622674"/>
                  </a:lnTo>
                  <a:lnTo>
                    <a:pt x="3695390" y="2622674"/>
                  </a:lnTo>
                  <a:lnTo>
                    <a:pt x="3695516" y="2622674"/>
                  </a:lnTo>
                  <a:lnTo>
                    <a:pt x="3695642" y="2622674"/>
                  </a:lnTo>
                  <a:lnTo>
                    <a:pt x="3695769" y="2622674"/>
                  </a:lnTo>
                  <a:lnTo>
                    <a:pt x="3695895" y="2622674"/>
                  </a:lnTo>
                  <a:lnTo>
                    <a:pt x="3696021" y="2622674"/>
                  </a:lnTo>
                  <a:lnTo>
                    <a:pt x="3696148" y="2622674"/>
                  </a:lnTo>
                  <a:lnTo>
                    <a:pt x="3696274" y="2622674"/>
                  </a:lnTo>
                  <a:lnTo>
                    <a:pt x="3696400" y="2622674"/>
                  </a:lnTo>
                  <a:lnTo>
                    <a:pt x="3696526" y="2622674"/>
                  </a:lnTo>
                  <a:lnTo>
                    <a:pt x="3696653" y="2622674"/>
                  </a:lnTo>
                  <a:lnTo>
                    <a:pt x="3696779" y="2622674"/>
                  </a:lnTo>
                  <a:lnTo>
                    <a:pt x="3696905" y="2622674"/>
                  </a:lnTo>
                  <a:lnTo>
                    <a:pt x="3697031" y="2622674"/>
                  </a:lnTo>
                  <a:lnTo>
                    <a:pt x="3697158" y="2622674"/>
                  </a:lnTo>
                  <a:lnTo>
                    <a:pt x="3697284" y="2622674"/>
                  </a:lnTo>
                  <a:lnTo>
                    <a:pt x="3697410" y="2622674"/>
                  </a:lnTo>
                  <a:lnTo>
                    <a:pt x="3697536" y="2622674"/>
                  </a:lnTo>
                  <a:lnTo>
                    <a:pt x="3697663" y="2622674"/>
                  </a:lnTo>
                  <a:lnTo>
                    <a:pt x="3697789" y="2622674"/>
                  </a:lnTo>
                  <a:lnTo>
                    <a:pt x="3697915" y="2622674"/>
                  </a:lnTo>
                  <a:lnTo>
                    <a:pt x="3698041" y="2622674"/>
                  </a:lnTo>
                  <a:lnTo>
                    <a:pt x="3698168" y="2622674"/>
                  </a:lnTo>
                  <a:lnTo>
                    <a:pt x="3698294" y="2622674"/>
                  </a:lnTo>
                  <a:lnTo>
                    <a:pt x="3698420" y="2622674"/>
                  </a:lnTo>
                  <a:lnTo>
                    <a:pt x="3698546" y="2622674"/>
                  </a:lnTo>
                  <a:lnTo>
                    <a:pt x="3698673" y="2622674"/>
                  </a:lnTo>
                  <a:lnTo>
                    <a:pt x="3698799" y="2622674"/>
                  </a:lnTo>
                  <a:lnTo>
                    <a:pt x="3698925" y="2622674"/>
                  </a:lnTo>
                  <a:lnTo>
                    <a:pt x="3699051" y="2622674"/>
                  </a:lnTo>
                  <a:lnTo>
                    <a:pt x="3699178" y="2622674"/>
                  </a:lnTo>
                  <a:lnTo>
                    <a:pt x="3699304" y="2622674"/>
                  </a:lnTo>
                  <a:lnTo>
                    <a:pt x="3699430" y="2622674"/>
                  </a:lnTo>
                  <a:lnTo>
                    <a:pt x="3699556" y="2622674"/>
                  </a:lnTo>
                  <a:lnTo>
                    <a:pt x="3699683" y="2622674"/>
                  </a:lnTo>
                  <a:lnTo>
                    <a:pt x="3699809" y="2622674"/>
                  </a:lnTo>
                  <a:lnTo>
                    <a:pt x="3699935" y="2622674"/>
                  </a:lnTo>
                  <a:lnTo>
                    <a:pt x="3700061" y="2622674"/>
                  </a:lnTo>
                  <a:lnTo>
                    <a:pt x="3700188" y="2622674"/>
                  </a:lnTo>
                  <a:lnTo>
                    <a:pt x="3700314" y="2622674"/>
                  </a:lnTo>
                  <a:lnTo>
                    <a:pt x="3700440" y="2622674"/>
                  </a:lnTo>
                  <a:lnTo>
                    <a:pt x="3700566" y="2622674"/>
                  </a:lnTo>
                  <a:lnTo>
                    <a:pt x="3700693" y="2622674"/>
                  </a:lnTo>
                  <a:lnTo>
                    <a:pt x="3700819" y="2622674"/>
                  </a:lnTo>
                  <a:lnTo>
                    <a:pt x="3700945" y="2622674"/>
                  </a:lnTo>
                  <a:lnTo>
                    <a:pt x="3701072" y="2622674"/>
                  </a:lnTo>
                  <a:lnTo>
                    <a:pt x="3701198" y="2622674"/>
                  </a:lnTo>
                  <a:lnTo>
                    <a:pt x="3701324" y="2622674"/>
                  </a:lnTo>
                  <a:lnTo>
                    <a:pt x="3701450" y="2622674"/>
                  </a:lnTo>
                  <a:lnTo>
                    <a:pt x="3701577" y="2622674"/>
                  </a:lnTo>
                  <a:lnTo>
                    <a:pt x="3701703" y="2622674"/>
                  </a:lnTo>
                  <a:lnTo>
                    <a:pt x="3701829" y="2622674"/>
                  </a:lnTo>
                  <a:lnTo>
                    <a:pt x="3701955" y="2622674"/>
                  </a:lnTo>
                  <a:lnTo>
                    <a:pt x="3702082" y="2622674"/>
                  </a:lnTo>
                  <a:lnTo>
                    <a:pt x="3702208" y="2622674"/>
                  </a:lnTo>
                  <a:lnTo>
                    <a:pt x="3702334" y="2622674"/>
                  </a:lnTo>
                  <a:lnTo>
                    <a:pt x="3702460" y="2622674"/>
                  </a:lnTo>
                  <a:lnTo>
                    <a:pt x="3702587" y="2622674"/>
                  </a:lnTo>
                  <a:lnTo>
                    <a:pt x="3702713" y="2622674"/>
                  </a:lnTo>
                  <a:lnTo>
                    <a:pt x="3702839" y="2622674"/>
                  </a:lnTo>
                  <a:lnTo>
                    <a:pt x="3702965" y="2622674"/>
                  </a:lnTo>
                  <a:lnTo>
                    <a:pt x="3703092" y="2622674"/>
                  </a:lnTo>
                  <a:lnTo>
                    <a:pt x="3703218" y="2622674"/>
                  </a:lnTo>
                  <a:lnTo>
                    <a:pt x="3703344" y="2622674"/>
                  </a:lnTo>
                  <a:lnTo>
                    <a:pt x="3703470" y="2622674"/>
                  </a:lnTo>
                  <a:lnTo>
                    <a:pt x="3703597" y="2622674"/>
                  </a:lnTo>
                  <a:lnTo>
                    <a:pt x="3703723" y="2622674"/>
                  </a:lnTo>
                  <a:lnTo>
                    <a:pt x="3703849" y="2622674"/>
                  </a:lnTo>
                  <a:lnTo>
                    <a:pt x="3703975" y="2622674"/>
                  </a:lnTo>
                  <a:lnTo>
                    <a:pt x="3704102" y="2622674"/>
                  </a:lnTo>
                  <a:lnTo>
                    <a:pt x="3704228" y="2622674"/>
                  </a:lnTo>
                  <a:lnTo>
                    <a:pt x="3704354" y="2622674"/>
                  </a:lnTo>
                  <a:lnTo>
                    <a:pt x="3704480" y="2622674"/>
                  </a:lnTo>
                  <a:lnTo>
                    <a:pt x="3704607" y="2622674"/>
                  </a:lnTo>
                  <a:lnTo>
                    <a:pt x="3704733" y="2622674"/>
                  </a:lnTo>
                  <a:lnTo>
                    <a:pt x="3704859" y="2622674"/>
                  </a:lnTo>
                  <a:lnTo>
                    <a:pt x="3704985" y="2622674"/>
                  </a:lnTo>
                  <a:lnTo>
                    <a:pt x="3704985" y="2617762"/>
                  </a:lnTo>
                  <a:lnTo>
                    <a:pt x="3705112" y="2617762"/>
                  </a:lnTo>
                  <a:lnTo>
                    <a:pt x="3705238" y="2617762"/>
                  </a:lnTo>
                  <a:lnTo>
                    <a:pt x="3705364" y="2617762"/>
                  </a:lnTo>
                  <a:lnTo>
                    <a:pt x="3705490" y="2617762"/>
                  </a:lnTo>
                  <a:lnTo>
                    <a:pt x="3705617" y="2617762"/>
                  </a:lnTo>
                  <a:lnTo>
                    <a:pt x="3705743" y="2617762"/>
                  </a:lnTo>
                  <a:lnTo>
                    <a:pt x="3705869" y="2617762"/>
                  </a:lnTo>
                  <a:lnTo>
                    <a:pt x="3705995" y="2617762"/>
                  </a:lnTo>
                  <a:lnTo>
                    <a:pt x="3706122" y="2617762"/>
                  </a:lnTo>
                  <a:lnTo>
                    <a:pt x="3706248" y="2617762"/>
                  </a:lnTo>
                  <a:lnTo>
                    <a:pt x="3706374" y="2617762"/>
                  </a:lnTo>
                  <a:lnTo>
                    <a:pt x="3706501" y="2617762"/>
                  </a:lnTo>
                  <a:lnTo>
                    <a:pt x="3706627" y="2617762"/>
                  </a:lnTo>
                  <a:lnTo>
                    <a:pt x="3706753" y="2617762"/>
                  </a:lnTo>
                  <a:lnTo>
                    <a:pt x="3706879" y="2617762"/>
                  </a:lnTo>
                  <a:lnTo>
                    <a:pt x="3707006" y="2617762"/>
                  </a:lnTo>
                  <a:lnTo>
                    <a:pt x="3707132" y="2617762"/>
                  </a:lnTo>
                  <a:lnTo>
                    <a:pt x="3707258" y="2617762"/>
                  </a:lnTo>
                  <a:lnTo>
                    <a:pt x="3707384" y="2617762"/>
                  </a:lnTo>
                  <a:lnTo>
                    <a:pt x="3707511" y="2617762"/>
                  </a:lnTo>
                  <a:lnTo>
                    <a:pt x="3707637" y="2617762"/>
                  </a:lnTo>
                  <a:lnTo>
                    <a:pt x="3707763" y="2617762"/>
                  </a:lnTo>
                  <a:lnTo>
                    <a:pt x="3707889" y="2617762"/>
                  </a:lnTo>
                  <a:lnTo>
                    <a:pt x="3708016" y="2617762"/>
                  </a:lnTo>
                  <a:lnTo>
                    <a:pt x="3708142" y="2617762"/>
                  </a:lnTo>
                  <a:lnTo>
                    <a:pt x="3708142" y="2612851"/>
                  </a:lnTo>
                  <a:lnTo>
                    <a:pt x="3708268" y="2612851"/>
                  </a:lnTo>
                  <a:lnTo>
                    <a:pt x="3708268" y="2607940"/>
                  </a:lnTo>
                  <a:lnTo>
                    <a:pt x="3708394" y="2607940"/>
                  </a:lnTo>
                  <a:lnTo>
                    <a:pt x="3708521" y="2607940"/>
                  </a:lnTo>
                  <a:lnTo>
                    <a:pt x="3708647" y="2607940"/>
                  </a:lnTo>
                  <a:lnTo>
                    <a:pt x="3708773" y="2607940"/>
                  </a:lnTo>
                  <a:lnTo>
                    <a:pt x="3708899" y="2607940"/>
                  </a:lnTo>
                  <a:lnTo>
                    <a:pt x="3709026" y="2607940"/>
                  </a:lnTo>
                  <a:lnTo>
                    <a:pt x="3709152" y="2607940"/>
                  </a:lnTo>
                  <a:lnTo>
                    <a:pt x="3709278" y="2607940"/>
                  </a:lnTo>
                  <a:lnTo>
                    <a:pt x="3709404" y="2607940"/>
                  </a:lnTo>
                  <a:lnTo>
                    <a:pt x="3709531" y="2607940"/>
                  </a:lnTo>
                  <a:lnTo>
                    <a:pt x="3709657" y="2607940"/>
                  </a:lnTo>
                  <a:lnTo>
                    <a:pt x="3709783" y="2607940"/>
                  </a:lnTo>
                  <a:lnTo>
                    <a:pt x="3709909" y="2607940"/>
                  </a:lnTo>
                  <a:lnTo>
                    <a:pt x="3710036" y="2607940"/>
                  </a:lnTo>
                  <a:lnTo>
                    <a:pt x="3710162" y="2607940"/>
                  </a:lnTo>
                  <a:lnTo>
                    <a:pt x="3710288" y="2607940"/>
                  </a:lnTo>
                  <a:lnTo>
                    <a:pt x="3710414" y="2607940"/>
                  </a:lnTo>
                  <a:lnTo>
                    <a:pt x="3710541" y="2607940"/>
                  </a:lnTo>
                  <a:lnTo>
                    <a:pt x="3710667" y="2607940"/>
                  </a:lnTo>
                  <a:lnTo>
                    <a:pt x="3710793" y="2607940"/>
                  </a:lnTo>
                  <a:lnTo>
                    <a:pt x="3710919" y="2607940"/>
                  </a:lnTo>
                  <a:lnTo>
                    <a:pt x="3711046" y="2607940"/>
                  </a:lnTo>
                  <a:lnTo>
                    <a:pt x="3711172" y="2607940"/>
                  </a:lnTo>
                  <a:lnTo>
                    <a:pt x="3711298" y="2607940"/>
                  </a:lnTo>
                  <a:lnTo>
                    <a:pt x="3711425" y="2607940"/>
                  </a:lnTo>
                  <a:lnTo>
                    <a:pt x="3711551" y="2607940"/>
                  </a:lnTo>
                  <a:lnTo>
                    <a:pt x="3711677" y="2607940"/>
                  </a:lnTo>
                  <a:lnTo>
                    <a:pt x="3711803" y="2607940"/>
                  </a:lnTo>
                  <a:lnTo>
                    <a:pt x="3711930" y="2607940"/>
                  </a:lnTo>
                  <a:lnTo>
                    <a:pt x="3712056" y="2607940"/>
                  </a:lnTo>
                  <a:lnTo>
                    <a:pt x="3712056" y="2603028"/>
                  </a:lnTo>
                  <a:lnTo>
                    <a:pt x="3712182" y="2603028"/>
                  </a:lnTo>
                  <a:lnTo>
                    <a:pt x="3712308" y="2603028"/>
                  </a:lnTo>
                  <a:lnTo>
                    <a:pt x="3712435" y="2603028"/>
                  </a:lnTo>
                  <a:lnTo>
                    <a:pt x="3712561" y="2603028"/>
                  </a:lnTo>
                  <a:lnTo>
                    <a:pt x="3712687" y="2603028"/>
                  </a:lnTo>
                  <a:lnTo>
                    <a:pt x="3712813" y="2603028"/>
                  </a:lnTo>
                  <a:lnTo>
                    <a:pt x="3712940" y="2603028"/>
                  </a:lnTo>
                  <a:lnTo>
                    <a:pt x="3713066" y="2603028"/>
                  </a:lnTo>
                  <a:lnTo>
                    <a:pt x="3713192" y="2603028"/>
                  </a:lnTo>
                  <a:lnTo>
                    <a:pt x="3713318" y="2603028"/>
                  </a:lnTo>
                  <a:lnTo>
                    <a:pt x="3713445" y="2603028"/>
                  </a:lnTo>
                  <a:lnTo>
                    <a:pt x="3713445" y="2598117"/>
                  </a:lnTo>
                  <a:lnTo>
                    <a:pt x="3713571" y="2598117"/>
                  </a:lnTo>
                  <a:lnTo>
                    <a:pt x="3713697" y="2598117"/>
                  </a:lnTo>
                  <a:lnTo>
                    <a:pt x="3713823" y="2598117"/>
                  </a:lnTo>
                  <a:lnTo>
                    <a:pt x="3713950" y="2598117"/>
                  </a:lnTo>
                  <a:lnTo>
                    <a:pt x="3714076" y="2598117"/>
                  </a:lnTo>
                  <a:lnTo>
                    <a:pt x="3714202" y="2598117"/>
                  </a:lnTo>
                  <a:lnTo>
                    <a:pt x="3714202" y="2593205"/>
                  </a:lnTo>
                  <a:lnTo>
                    <a:pt x="3714328" y="2593205"/>
                  </a:lnTo>
                  <a:lnTo>
                    <a:pt x="3714328" y="2588294"/>
                  </a:lnTo>
                  <a:lnTo>
                    <a:pt x="3714455" y="2588294"/>
                  </a:lnTo>
                  <a:lnTo>
                    <a:pt x="3714455" y="2583383"/>
                  </a:lnTo>
                  <a:lnTo>
                    <a:pt x="3714581" y="2583383"/>
                  </a:lnTo>
                  <a:lnTo>
                    <a:pt x="3714707" y="2583383"/>
                  </a:lnTo>
                  <a:lnTo>
                    <a:pt x="3714833" y="2583383"/>
                  </a:lnTo>
                  <a:lnTo>
                    <a:pt x="3714960" y="2583383"/>
                  </a:lnTo>
                  <a:lnTo>
                    <a:pt x="3715086" y="2583383"/>
                  </a:lnTo>
                  <a:lnTo>
                    <a:pt x="3715212" y="2583383"/>
                  </a:lnTo>
                  <a:lnTo>
                    <a:pt x="3715212" y="2578471"/>
                  </a:lnTo>
                  <a:lnTo>
                    <a:pt x="3715338" y="2578471"/>
                  </a:lnTo>
                  <a:lnTo>
                    <a:pt x="3715465" y="2578471"/>
                  </a:lnTo>
                  <a:lnTo>
                    <a:pt x="3715591" y="2578471"/>
                  </a:lnTo>
                  <a:lnTo>
                    <a:pt x="3715717" y="2578471"/>
                  </a:lnTo>
                  <a:lnTo>
                    <a:pt x="3715843" y="2578471"/>
                  </a:lnTo>
                  <a:lnTo>
                    <a:pt x="3715970" y="2578471"/>
                  </a:lnTo>
                  <a:lnTo>
                    <a:pt x="3716096" y="2578471"/>
                  </a:lnTo>
                  <a:lnTo>
                    <a:pt x="3716222" y="2578471"/>
                  </a:lnTo>
                  <a:lnTo>
                    <a:pt x="3716348" y="2578471"/>
                  </a:lnTo>
                  <a:lnTo>
                    <a:pt x="3716475" y="2578471"/>
                  </a:lnTo>
                  <a:lnTo>
                    <a:pt x="3716601" y="2578471"/>
                  </a:lnTo>
                  <a:lnTo>
                    <a:pt x="3716727" y="2578471"/>
                  </a:lnTo>
                  <a:lnTo>
                    <a:pt x="3716854" y="2578471"/>
                  </a:lnTo>
                  <a:lnTo>
                    <a:pt x="3716980" y="2578471"/>
                  </a:lnTo>
                  <a:lnTo>
                    <a:pt x="3717106" y="2578471"/>
                  </a:lnTo>
                  <a:lnTo>
                    <a:pt x="3717232" y="2578471"/>
                  </a:lnTo>
                  <a:lnTo>
                    <a:pt x="3717359" y="2578471"/>
                  </a:lnTo>
                  <a:lnTo>
                    <a:pt x="3717485" y="2578471"/>
                  </a:lnTo>
                  <a:lnTo>
                    <a:pt x="3717611" y="2578471"/>
                  </a:lnTo>
                  <a:lnTo>
                    <a:pt x="3717737" y="2578471"/>
                  </a:lnTo>
                  <a:lnTo>
                    <a:pt x="3717864" y="2578471"/>
                  </a:lnTo>
                  <a:lnTo>
                    <a:pt x="3717990" y="2578471"/>
                  </a:lnTo>
                  <a:lnTo>
                    <a:pt x="3718116" y="2578471"/>
                  </a:lnTo>
                  <a:lnTo>
                    <a:pt x="3718242" y="2578471"/>
                  </a:lnTo>
                  <a:lnTo>
                    <a:pt x="3718369" y="2578471"/>
                  </a:lnTo>
                  <a:lnTo>
                    <a:pt x="3718495" y="2578471"/>
                  </a:lnTo>
                  <a:lnTo>
                    <a:pt x="3718621" y="2578471"/>
                  </a:lnTo>
                  <a:lnTo>
                    <a:pt x="3718747" y="2578471"/>
                  </a:lnTo>
                  <a:lnTo>
                    <a:pt x="3718874" y="2578471"/>
                  </a:lnTo>
                  <a:lnTo>
                    <a:pt x="3719000" y="2578471"/>
                  </a:lnTo>
                  <a:lnTo>
                    <a:pt x="3719126" y="2578471"/>
                  </a:lnTo>
                  <a:lnTo>
                    <a:pt x="3719252" y="2578471"/>
                  </a:lnTo>
                  <a:lnTo>
                    <a:pt x="3719379" y="2578471"/>
                  </a:lnTo>
                  <a:lnTo>
                    <a:pt x="3719505" y="2578471"/>
                  </a:lnTo>
                  <a:lnTo>
                    <a:pt x="3719631" y="2578471"/>
                  </a:lnTo>
                  <a:lnTo>
                    <a:pt x="3719757" y="2578471"/>
                  </a:lnTo>
                  <a:lnTo>
                    <a:pt x="3719884" y="2578471"/>
                  </a:lnTo>
                  <a:lnTo>
                    <a:pt x="3720010" y="2578471"/>
                  </a:lnTo>
                  <a:lnTo>
                    <a:pt x="3720136" y="2578471"/>
                  </a:lnTo>
                  <a:lnTo>
                    <a:pt x="3720262" y="2578471"/>
                  </a:lnTo>
                  <a:lnTo>
                    <a:pt x="3720389" y="2578471"/>
                  </a:lnTo>
                  <a:lnTo>
                    <a:pt x="3720515" y="2578471"/>
                  </a:lnTo>
                  <a:lnTo>
                    <a:pt x="3720641" y="2578471"/>
                  </a:lnTo>
                  <a:lnTo>
                    <a:pt x="3720767" y="2578471"/>
                  </a:lnTo>
                  <a:lnTo>
                    <a:pt x="3720894" y="2578471"/>
                  </a:lnTo>
                  <a:lnTo>
                    <a:pt x="3721020" y="2578471"/>
                  </a:lnTo>
                  <a:lnTo>
                    <a:pt x="3721146" y="2578471"/>
                  </a:lnTo>
                  <a:lnTo>
                    <a:pt x="3721272" y="2578471"/>
                  </a:lnTo>
                  <a:lnTo>
                    <a:pt x="3721399" y="2578471"/>
                  </a:lnTo>
                  <a:lnTo>
                    <a:pt x="3721525" y="2578471"/>
                  </a:lnTo>
                  <a:lnTo>
                    <a:pt x="3721651" y="2578471"/>
                  </a:lnTo>
                  <a:lnTo>
                    <a:pt x="3721778" y="2578471"/>
                  </a:lnTo>
                  <a:lnTo>
                    <a:pt x="3721904" y="2578471"/>
                  </a:lnTo>
                  <a:lnTo>
                    <a:pt x="3722030" y="2578471"/>
                  </a:lnTo>
                  <a:lnTo>
                    <a:pt x="3722156" y="2578471"/>
                  </a:lnTo>
                  <a:lnTo>
                    <a:pt x="3722283" y="2578471"/>
                  </a:lnTo>
                  <a:lnTo>
                    <a:pt x="3722409" y="2578471"/>
                  </a:lnTo>
                  <a:lnTo>
                    <a:pt x="3722535" y="2578471"/>
                  </a:lnTo>
                  <a:lnTo>
                    <a:pt x="3722661" y="2578471"/>
                  </a:lnTo>
                  <a:lnTo>
                    <a:pt x="3722788" y="2578471"/>
                  </a:lnTo>
                  <a:lnTo>
                    <a:pt x="3722914" y="2578471"/>
                  </a:lnTo>
                  <a:lnTo>
                    <a:pt x="3723040" y="2578471"/>
                  </a:lnTo>
                  <a:lnTo>
                    <a:pt x="3723166" y="2578471"/>
                  </a:lnTo>
                  <a:lnTo>
                    <a:pt x="3723293" y="2578471"/>
                  </a:lnTo>
                  <a:lnTo>
                    <a:pt x="3723419" y="2578471"/>
                  </a:lnTo>
                  <a:lnTo>
                    <a:pt x="3723545" y="2578471"/>
                  </a:lnTo>
                  <a:lnTo>
                    <a:pt x="3723671" y="2578471"/>
                  </a:lnTo>
                  <a:lnTo>
                    <a:pt x="3723798" y="2578471"/>
                  </a:lnTo>
                  <a:lnTo>
                    <a:pt x="3723924" y="2578471"/>
                  </a:lnTo>
                  <a:lnTo>
                    <a:pt x="3724050" y="2578471"/>
                  </a:lnTo>
                  <a:lnTo>
                    <a:pt x="3724176" y="2578471"/>
                  </a:lnTo>
                  <a:lnTo>
                    <a:pt x="3724303" y="2578471"/>
                  </a:lnTo>
                  <a:lnTo>
                    <a:pt x="3724429" y="2578471"/>
                  </a:lnTo>
                  <a:lnTo>
                    <a:pt x="3724555" y="2578471"/>
                  </a:lnTo>
                  <a:lnTo>
                    <a:pt x="3724681" y="2578471"/>
                  </a:lnTo>
                  <a:lnTo>
                    <a:pt x="3724808" y="2578471"/>
                  </a:lnTo>
                  <a:lnTo>
                    <a:pt x="3724934" y="2578471"/>
                  </a:lnTo>
                  <a:lnTo>
                    <a:pt x="3725060" y="2578471"/>
                  </a:lnTo>
                  <a:lnTo>
                    <a:pt x="3725186" y="2578471"/>
                  </a:lnTo>
                  <a:lnTo>
                    <a:pt x="3725313" y="2578471"/>
                  </a:lnTo>
                  <a:lnTo>
                    <a:pt x="3725439" y="2578471"/>
                  </a:lnTo>
                  <a:lnTo>
                    <a:pt x="3725565" y="2578471"/>
                  </a:lnTo>
                  <a:lnTo>
                    <a:pt x="3725691" y="2578471"/>
                  </a:lnTo>
                  <a:lnTo>
                    <a:pt x="3725818" y="2578471"/>
                  </a:lnTo>
                  <a:lnTo>
                    <a:pt x="3725944" y="2578471"/>
                  </a:lnTo>
                  <a:lnTo>
                    <a:pt x="3726070" y="2578471"/>
                  </a:lnTo>
                  <a:lnTo>
                    <a:pt x="3726196" y="2578471"/>
                  </a:lnTo>
                  <a:lnTo>
                    <a:pt x="3726323" y="2578471"/>
                  </a:lnTo>
                  <a:lnTo>
                    <a:pt x="3726449" y="2578471"/>
                  </a:lnTo>
                  <a:lnTo>
                    <a:pt x="3726575" y="2578471"/>
                  </a:lnTo>
                  <a:lnTo>
                    <a:pt x="3726701" y="2578471"/>
                  </a:lnTo>
                  <a:lnTo>
                    <a:pt x="3726828" y="2578471"/>
                  </a:lnTo>
                  <a:lnTo>
                    <a:pt x="3726954" y="2578471"/>
                  </a:lnTo>
                  <a:lnTo>
                    <a:pt x="3727080" y="2578471"/>
                  </a:lnTo>
                  <a:lnTo>
                    <a:pt x="3727207" y="2578471"/>
                  </a:lnTo>
                  <a:lnTo>
                    <a:pt x="3727333" y="2578471"/>
                  </a:lnTo>
                  <a:lnTo>
                    <a:pt x="3727459" y="2578471"/>
                  </a:lnTo>
                  <a:lnTo>
                    <a:pt x="3727585" y="2578471"/>
                  </a:lnTo>
                  <a:lnTo>
                    <a:pt x="3727712" y="2578471"/>
                  </a:lnTo>
                  <a:lnTo>
                    <a:pt x="3727838" y="2578471"/>
                  </a:lnTo>
                  <a:lnTo>
                    <a:pt x="3727964" y="2578471"/>
                  </a:lnTo>
                  <a:lnTo>
                    <a:pt x="3728090" y="2578471"/>
                  </a:lnTo>
                  <a:lnTo>
                    <a:pt x="3728217" y="2578471"/>
                  </a:lnTo>
                  <a:lnTo>
                    <a:pt x="3728343" y="2578471"/>
                  </a:lnTo>
                  <a:lnTo>
                    <a:pt x="3728469" y="2578471"/>
                  </a:lnTo>
                  <a:lnTo>
                    <a:pt x="3728595" y="2578471"/>
                  </a:lnTo>
                  <a:lnTo>
                    <a:pt x="3728722" y="2578471"/>
                  </a:lnTo>
                  <a:lnTo>
                    <a:pt x="3728848" y="2578471"/>
                  </a:lnTo>
                  <a:lnTo>
                    <a:pt x="3728974" y="2578471"/>
                  </a:lnTo>
                  <a:lnTo>
                    <a:pt x="3729100" y="2578471"/>
                  </a:lnTo>
                  <a:lnTo>
                    <a:pt x="3729227" y="2578471"/>
                  </a:lnTo>
                  <a:lnTo>
                    <a:pt x="3729353" y="2578471"/>
                  </a:lnTo>
                  <a:lnTo>
                    <a:pt x="3729479" y="2578471"/>
                  </a:lnTo>
                  <a:lnTo>
                    <a:pt x="3729605" y="2578471"/>
                  </a:lnTo>
                  <a:lnTo>
                    <a:pt x="3729732" y="2578471"/>
                  </a:lnTo>
                  <a:lnTo>
                    <a:pt x="3729858" y="2578471"/>
                  </a:lnTo>
                  <a:lnTo>
                    <a:pt x="3729984" y="2578471"/>
                  </a:lnTo>
                  <a:lnTo>
                    <a:pt x="3730110" y="2578471"/>
                  </a:lnTo>
                  <a:lnTo>
                    <a:pt x="3730237" y="2578471"/>
                  </a:lnTo>
                  <a:lnTo>
                    <a:pt x="3730363" y="2578471"/>
                  </a:lnTo>
                  <a:lnTo>
                    <a:pt x="3730489" y="2578471"/>
                  </a:lnTo>
                  <a:lnTo>
                    <a:pt x="3730615" y="2578471"/>
                  </a:lnTo>
                  <a:lnTo>
                    <a:pt x="3730742" y="2578471"/>
                  </a:lnTo>
                  <a:lnTo>
                    <a:pt x="3730868" y="2578471"/>
                  </a:lnTo>
                  <a:lnTo>
                    <a:pt x="3730994" y="2578471"/>
                  </a:lnTo>
                  <a:lnTo>
                    <a:pt x="3731120" y="2578471"/>
                  </a:lnTo>
                  <a:lnTo>
                    <a:pt x="3731247" y="2578471"/>
                  </a:lnTo>
                  <a:lnTo>
                    <a:pt x="3731373" y="2578471"/>
                  </a:lnTo>
                  <a:lnTo>
                    <a:pt x="3731499" y="2578471"/>
                  </a:lnTo>
                  <a:lnTo>
                    <a:pt x="3731625" y="2578471"/>
                  </a:lnTo>
                  <a:lnTo>
                    <a:pt x="3731752" y="2578471"/>
                  </a:lnTo>
                  <a:lnTo>
                    <a:pt x="3731878" y="2578471"/>
                  </a:lnTo>
                  <a:lnTo>
                    <a:pt x="3732004" y="2578471"/>
                  </a:lnTo>
                  <a:lnTo>
                    <a:pt x="3732131" y="2578471"/>
                  </a:lnTo>
                  <a:lnTo>
                    <a:pt x="3732257" y="2578471"/>
                  </a:lnTo>
                  <a:lnTo>
                    <a:pt x="3732383" y="2578471"/>
                  </a:lnTo>
                  <a:lnTo>
                    <a:pt x="3732509" y="2578471"/>
                  </a:lnTo>
                  <a:lnTo>
                    <a:pt x="3732636" y="2578471"/>
                  </a:lnTo>
                  <a:lnTo>
                    <a:pt x="3732762" y="2578471"/>
                  </a:lnTo>
                  <a:lnTo>
                    <a:pt x="3732888" y="2578471"/>
                  </a:lnTo>
                  <a:lnTo>
                    <a:pt x="3733014" y="2578471"/>
                  </a:lnTo>
                  <a:lnTo>
                    <a:pt x="3733141" y="2578471"/>
                  </a:lnTo>
                  <a:lnTo>
                    <a:pt x="3733267" y="2578471"/>
                  </a:lnTo>
                  <a:lnTo>
                    <a:pt x="3733393" y="2578471"/>
                  </a:lnTo>
                  <a:lnTo>
                    <a:pt x="3733519" y="2578471"/>
                  </a:lnTo>
                  <a:lnTo>
                    <a:pt x="3733646" y="2578471"/>
                  </a:lnTo>
                  <a:lnTo>
                    <a:pt x="3733772" y="2578471"/>
                  </a:lnTo>
                  <a:lnTo>
                    <a:pt x="3733898" y="2578471"/>
                  </a:lnTo>
                  <a:lnTo>
                    <a:pt x="3734024" y="2578471"/>
                  </a:lnTo>
                  <a:lnTo>
                    <a:pt x="3734151" y="2578471"/>
                  </a:lnTo>
                  <a:lnTo>
                    <a:pt x="3734151" y="2573560"/>
                  </a:lnTo>
                  <a:lnTo>
                    <a:pt x="3734277" y="2573560"/>
                  </a:lnTo>
                  <a:lnTo>
                    <a:pt x="3734403" y="2573560"/>
                  </a:lnTo>
                  <a:lnTo>
                    <a:pt x="3734403" y="2568649"/>
                  </a:lnTo>
                  <a:lnTo>
                    <a:pt x="3734529" y="2568649"/>
                  </a:lnTo>
                  <a:lnTo>
                    <a:pt x="3734656" y="2568649"/>
                  </a:lnTo>
                  <a:lnTo>
                    <a:pt x="3734782" y="2568649"/>
                  </a:lnTo>
                  <a:lnTo>
                    <a:pt x="3734908" y="2568649"/>
                  </a:lnTo>
                  <a:lnTo>
                    <a:pt x="3735034" y="2568649"/>
                  </a:lnTo>
                  <a:lnTo>
                    <a:pt x="3735161" y="2568649"/>
                  </a:lnTo>
                  <a:lnTo>
                    <a:pt x="3735287" y="2568649"/>
                  </a:lnTo>
                  <a:lnTo>
                    <a:pt x="3735413" y="2568649"/>
                  </a:lnTo>
                  <a:lnTo>
                    <a:pt x="3735539" y="2568649"/>
                  </a:lnTo>
                  <a:lnTo>
                    <a:pt x="3735666" y="2568649"/>
                  </a:lnTo>
                  <a:lnTo>
                    <a:pt x="3735792" y="2568649"/>
                  </a:lnTo>
                  <a:lnTo>
                    <a:pt x="3735918" y="2568649"/>
                  </a:lnTo>
                  <a:lnTo>
                    <a:pt x="3736044" y="2568649"/>
                  </a:lnTo>
                  <a:lnTo>
                    <a:pt x="3736171" y="2568649"/>
                  </a:lnTo>
                  <a:lnTo>
                    <a:pt x="3736297" y="2568649"/>
                  </a:lnTo>
                  <a:lnTo>
                    <a:pt x="3736423" y="2568649"/>
                  </a:lnTo>
                  <a:lnTo>
                    <a:pt x="3736549" y="2568649"/>
                  </a:lnTo>
                  <a:lnTo>
                    <a:pt x="3736676" y="2568649"/>
                  </a:lnTo>
                  <a:lnTo>
                    <a:pt x="3736802" y="2568649"/>
                  </a:lnTo>
                  <a:lnTo>
                    <a:pt x="3736928" y="2568649"/>
                  </a:lnTo>
                  <a:lnTo>
                    <a:pt x="3737054" y="2568649"/>
                  </a:lnTo>
                  <a:lnTo>
                    <a:pt x="3737181" y="2568649"/>
                  </a:lnTo>
                  <a:lnTo>
                    <a:pt x="3737307" y="2568649"/>
                  </a:lnTo>
                  <a:lnTo>
                    <a:pt x="3737433" y="2568649"/>
                  </a:lnTo>
                  <a:lnTo>
                    <a:pt x="3737560" y="2568649"/>
                  </a:lnTo>
                  <a:lnTo>
                    <a:pt x="3737686" y="2568649"/>
                  </a:lnTo>
                  <a:lnTo>
                    <a:pt x="3737812" y="2568649"/>
                  </a:lnTo>
                  <a:lnTo>
                    <a:pt x="3737938" y="2568649"/>
                  </a:lnTo>
                  <a:lnTo>
                    <a:pt x="3738065" y="2568649"/>
                  </a:lnTo>
                  <a:lnTo>
                    <a:pt x="3738191" y="2568649"/>
                  </a:lnTo>
                  <a:lnTo>
                    <a:pt x="3738317" y="2568649"/>
                  </a:lnTo>
                  <a:lnTo>
                    <a:pt x="3738443" y="2568649"/>
                  </a:lnTo>
                  <a:lnTo>
                    <a:pt x="3738570" y="2568649"/>
                  </a:lnTo>
                  <a:lnTo>
                    <a:pt x="3738696" y="2568649"/>
                  </a:lnTo>
                  <a:lnTo>
                    <a:pt x="3738822" y="2568649"/>
                  </a:lnTo>
                  <a:lnTo>
                    <a:pt x="3738822" y="2563737"/>
                  </a:lnTo>
                  <a:lnTo>
                    <a:pt x="3738948" y="2563737"/>
                  </a:lnTo>
                  <a:lnTo>
                    <a:pt x="3739075" y="2563737"/>
                  </a:lnTo>
                  <a:lnTo>
                    <a:pt x="3739201" y="2563737"/>
                  </a:lnTo>
                  <a:lnTo>
                    <a:pt x="3739327" y="2563737"/>
                  </a:lnTo>
                  <a:lnTo>
                    <a:pt x="3739453" y="2563737"/>
                  </a:lnTo>
                  <a:lnTo>
                    <a:pt x="3739580" y="2563737"/>
                  </a:lnTo>
                  <a:lnTo>
                    <a:pt x="3739706" y="2563737"/>
                  </a:lnTo>
                  <a:lnTo>
                    <a:pt x="3739832" y="2563737"/>
                  </a:lnTo>
                  <a:lnTo>
                    <a:pt x="3739958" y="2563737"/>
                  </a:lnTo>
                  <a:lnTo>
                    <a:pt x="3740085" y="2563737"/>
                  </a:lnTo>
                  <a:lnTo>
                    <a:pt x="3740211" y="2563737"/>
                  </a:lnTo>
                  <a:lnTo>
                    <a:pt x="3740337" y="2563737"/>
                  </a:lnTo>
                  <a:lnTo>
                    <a:pt x="3740463" y="2563737"/>
                  </a:lnTo>
                  <a:lnTo>
                    <a:pt x="3740590" y="2563737"/>
                  </a:lnTo>
                  <a:lnTo>
                    <a:pt x="3740716" y="2563737"/>
                  </a:lnTo>
                  <a:lnTo>
                    <a:pt x="3740842" y="2563737"/>
                  </a:lnTo>
                  <a:lnTo>
                    <a:pt x="3740968" y="2563737"/>
                  </a:lnTo>
                  <a:lnTo>
                    <a:pt x="3741095" y="2563737"/>
                  </a:lnTo>
                  <a:lnTo>
                    <a:pt x="3741221" y="2563737"/>
                  </a:lnTo>
                  <a:lnTo>
                    <a:pt x="3741347" y="2563737"/>
                  </a:lnTo>
                  <a:lnTo>
                    <a:pt x="3741473" y="2563737"/>
                  </a:lnTo>
                  <a:lnTo>
                    <a:pt x="3741600" y="2563737"/>
                  </a:lnTo>
                  <a:lnTo>
                    <a:pt x="3741726" y="2563737"/>
                  </a:lnTo>
                  <a:lnTo>
                    <a:pt x="3741852" y="2563737"/>
                  </a:lnTo>
                  <a:lnTo>
                    <a:pt x="3741978" y="2563737"/>
                  </a:lnTo>
                  <a:lnTo>
                    <a:pt x="3742105" y="2563737"/>
                  </a:lnTo>
                  <a:lnTo>
                    <a:pt x="3742231" y="2563737"/>
                  </a:lnTo>
                  <a:lnTo>
                    <a:pt x="3742357" y="2563737"/>
                  </a:lnTo>
                  <a:lnTo>
                    <a:pt x="3742484" y="2563737"/>
                  </a:lnTo>
                  <a:lnTo>
                    <a:pt x="3742610" y="2563737"/>
                  </a:lnTo>
                  <a:lnTo>
                    <a:pt x="3742736" y="2563737"/>
                  </a:lnTo>
                  <a:lnTo>
                    <a:pt x="3742862" y="2563737"/>
                  </a:lnTo>
                  <a:lnTo>
                    <a:pt x="3742989" y="2563737"/>
                  </a:lnTo>
                  <a:lnTo>
                    <a:pt x="3743115" y="2563737"/>
                  </a:lnTo>
                  <a:lnTo>
                    <a:pt x="3743241" y="2563737"/>
                  </a:lnTo>
                  <a:lnTo>
                    <a:pt x="3743367" y="2563737"/>
                  </a:lnTo>
                  <a:lnTo>
                    <a:pt x="3743494" y="2563737"/>
                  </a:lnTo>
                  <a:lnTo>
                    <a:pt x="3743620" y="2563737"/>
                  </a:lnTo>
                  <a:lnTo>
                    <a:pt x="3743746" y="2563737"/>
                  </a:lnTo>
                  <a:lnTo>
                    <a:pt x="3743872" y="2563737"/>
                  </a:lnTo>
                  <a:lnTo>
                    <a:pt x="3743999" y="2563737"/>
                  </a:lnTo>
                  <a:lnTo>
                    <a:pt x="3744125" y="2563737"/>
                  </a:lnTo>
                  <a:lnTo>
                    <a:pt x="3744251" y="2563737"/>
                  </a:lnTo>
                  <a:lnTo>
                    <a:pt x="3744377" y="2563737"/>
                  </a:lnTo>
                  <a:lnTo>
                    <a:pt x="3744504" y="2563737"/>
                  </a:lnTo>
                  <a:lnTo>
                    <a:pt x="3744504" y="2558826"/>
                  </a:lnTo>
                  <a:lnTo>
                    <a:pt x="3744630" y="2558826"/>
                  </a:lnTo>
                  <a:lnTo>
                    <a:pt x="3744756" y="2558826"/>
                  </a:lnTo>
                  <a:lnTo>
                    <a:pt x="3744882" y="2558826"/>
                  </a:lnTo>
                  <a:lnTo>
                    <a:pt x="3745009" y="2558826"/>
                  </a:lnTo>
                  <a:lnTo>
                    <a:pt x="3745135" y="2558826"/>
                  </a:lnTo>
                  <a:lnTo>
                    <a:pt x="3745261" y="2558826"/>
                  </a:lnTo>
                  <a:lnTo>
                    <a:pt x="3745387" y="2558826"/>
                  </a:lnTo>
                  <a:lnTo>
                    <a:pt x="3745514" y="2558826"/>
                  </a:lnTo>
                  <a:lnTo>
                    <a:pt x="3745640" y="2558826"/>
                  </a:lnTo>
                  <a:lnTo>
                    <a:pt x="3745766" y="2558826"/>
                  </a:lnTo>
                  <a:lnTo>
                    <a:pt x="3745892" y="2558826"/>
                  </a:lnTo>
                  <a:lnTo>
                    <a:pt x="3746019" y="2558826"/>
                  </a:lnTo>
                  <a:lnTo>
                    <a:pt x="3746145" y="2558826"/>
                  </a:lnTo>
                  <a:lnTo>
                    <a:pt x="3746271" y="2558826"/>
                  </a:lnTo>
                  <a:lnTo>
                    <a:pt x="3746397" y="2558826"/>
                  </a:lnTo>
                  <a:lnTo>
                    <a:pt x="3746524" y="2558826"/>
                  </a:lnTo>
                  <a:lnTo>
                    <a:pt x="3746650" y="2558826"/>
                  </a:lnTo>
                  <a:lnTo>
                    <a:pt x="3746776" y="2558826"/>
                  </a:lnTo>
                  <a:lnTo>
                    <a:pt x="3746902" y="2558826"/>
                  </a:lnTo>
                  <a:lnTo>
                    <a:pt x="3747029" y="2558826"/>
                  </a:lnTo>
                  <a:lnTo>
                    <a:pt x="3747155" y="2558826"/>
                  </a:lnTo>
                  <a:lnTo>
                    <a:pt x="3747281" y="2558826"/>
                  </a:lnTo>
                  <a:lnTo>
                    <a:pt x="3747408" y="2558826"/>
                  </a:lnTo>
                  <a:lnTo>
                    <a:pt x="3747534" y="2558826"/>
                  </a:lnTo>
                  <a:lnTo>
                    <a:pt x="3747660" y="2558826"/>
                  </a:lnTo>
                  <a:lnTo>
                    <a:pt x="3747786" y="2558826"/>
                  </a:lnTo>
                  <a:lnTo>
                    <a:pt x="3747913" y="2558826"/>
                  </a:lnTo>
                  <a:lnTo>
                    <a:pt x="3748039" y="2558826"/>
                  </a:lnTo>
                  <a:lnTo>
                    <a:pt x="3748165" y="2558826"/>
                  </a:lnTo>
                  <a:lnTo>
                    <a:pt x="3748291" y="2558826"/>
                  </a:lnTo>
                  <a:lnTo>
                    <a:pt x="3748418" y="2558826"/>
                  </a:lnTo>
                  <a:lnTo>
                    <a:pt x="3748544" y="2558826"/>
                  </a:lnTo>
                  <a:lnTo>
                    <a:pt x="3748670" y="2558826"/>
                  </a:lnTo>
                  <a:lnTo>
                    <a:pt x="3748796" y="2558826"/>
                  </a:lnTo>
                  <a:lnTo>
                    <a:pt x="3748923" y="2558826"/>
                  </a:lnTo>
                  <a:lnTo>
                    <a:pt x="3748923" y="2553914"/>
                  </a:lnTo>
                  <a:lnTo>
                    <a:pt x="3749049" y="2553914"/>
                  </a:lnTo>
                  <a:lnTo>
                    <a:pt x="3749175" y="2553914"/>
                  </a:lnTo>
                  <a:lnTo>
                    <a:pt x="3749301" y="2553914"/>
                  </a:lnTo>
                  <a:lnTo>
                    <a:pt x="3749428" y="2553914"/>
                  </a:lnTo>
                  <a:lnTo>
                    <a:pt x="3749428" y="2549003"/>
                  </a:lnTo>
                  <a:lnTo>
                    <a:pt x="3749554" y="2549003"/>
                  </a:lnTo>
                  <a:lnTo>
                    <a:pt x="3749680" y="2549003"/>
                  </a:lnTo>
                  <a:lnTo>
                    <a:pt x="3749806" y="2549003"/>
                  </a:lnTo>
                  <a:lnTo>
                    <a:pt x="3749933" y="2549003"/>
                  </a:lnTo>
                  <a:lnTo>
                    <a:pt x="3750059" y="2549003"/>
                  </a:lnTo>
                  <a:lnTo>
                    <a:pt x="3750185" y="2549003"/>
                  </a:lnTo>
                  <a:lnTo>
                    <a:pt x="3750311" y="2549003"/>
                  </a:lnTo>
                  <a:lnTo>
                    <a:pt x="3750438" y="2549003"/>
                  </a:lnTo>
                  <a:lnTo>
                    <a:pt x="3750564" y="2549003"/>
                  </a:lnTo>
                  <a:lnTo>
                    <a:pt x="3750690" y="2549003"/>
                  </a:lnTo>
                  <a:lnTo>
                    <a:pt x="3750816" y="2549003"/>
                  </a:lnTo>
                  <a:lnTo>
                    <a:pt x="3750943" y="2549003"/>
                  </a:lnTo>
                  <a:lnTo>
                    <a:pt x="3751069" y="2549003"/>
                  </a:lnTo>
                  <a:lnTo>
                    <a:pt x="3751195" y="2549003"/>
                  </a:lnTo>
                  <a:lnTo>
                    <a:pt x="3751321" y="2549003"/>
                  </a:lnTo>
                  <a:lnTo>
                    <a:pt x="3751448" y="2549003"/>
                  </a:lnTo>
                  <a:lnTo>
                    <a:pt x="3751574" y="2549003"/>
                  </a:lnTo>
                  <a:lnTo>
                    <a:pt x="3751700" y="2549003"/>
                  </a:lnTo>
                  <a:lnTo>
                    <a:pt x="3751826" y="2549003"/>
                  </a:lnTo>
                  <a:lnTo>
                    <a:pt x="3751953" y="2549003"/>
                  </a:lnTo>
                  <a:lnTo>
                    <a:pt x="3752079" y="2549003"/>
                  </a:lnTo>
                  <a:lnTo>
                    <a:pt x="3752205" y="2549003"/>
                  </a:lnTo>
                  <a:lnTo>
                    <a:pt x="3752331" y="2549003"/>
                  </a:lnTo>
                  <a:lnTo>
                    <a:pt x="3752458" y="2549003"/>
                  </a:lnTo>
                  <a:lnTo>
                    <a:pt x="3752584" y="2549003"/>
                  </a:lnTo>
                  <a:lnTo>
                    <a:pt x="3752710" y="2549003"/>
                  </a:lnTo>
                  <a:lnTo>
                    <a:pt x="3752837" y="2549003"/>
                  </a:lnTo>
                  <a:lnTo>
                    <a:pt x="3752963" y="2549003"/>
                  </a:lnTo>
                  <a:lnTo>
                    <a:pt x="3753089" y="2549003"/>
                  </a:lnTo>
                  <a:lnTo>
                    <a:pt x="3753215" y="2549003"/>
                  </a:lnTo>
                  <a:lnTo>
                    <a:pt x="3753342" y="2549003"/>
                  </a:lnTo>
                  <a:lnTo>
                    <a:pt x="3753468" y="2549003"/>
                  </a:lnTo>
                  <a:lnTo>
                    <a:pt x="3753594" y="2549003"/>
                  </a:lnTo>
                  <a:lnTo>
                    <a:pt x="3753720" y="2549003"/>
                  </a:lnTo>
                  <a:lnTo>
                    <a:pt x="3753847" y="2549003"/>
                  </a:lnTo>
                  <a:lnTo>
                    <a:pt x="3753973" y="2549003"/>
                  </a:lnTo>
                  <a:lnTo>
                    <a:pt x="3754099" y="2549003"/>
                  </a:lnTo>
                  <a:lnTo>
                    <a:pt x="3754225" y="2549003"/>
                  </a:lnTo>
                  <a:lnTo>
                    <a:pt x="3754352" y="2549003"/>
                  </a:lnTo>
                  <a:lnTo>
                    <a:pt x="3754478" y="2549003"/>
                  </a:lnTo>
                  <a:lnTo>
                    <a:pt x="3754604" y="2549003"/>
                  </a:lnTo>
                  <a:lnTo>
                    <a:pt x="3754730" y="2549003"/>
                  </a:lnTo>
                  <a:lnTo>
                    <a:pt x="3754857" y="2549003"/>
                  </a:lnTo>
                  <a:lnTo>
                    <a:pt x="3754983" y="2549003"/>
                  </a:lnTo>
                  <a:lnTo>
                    <a:pt x="3755109" y="2549003"/>
                  </a:lnTo>
                  <a:lnTo>
                    <a:pt x="3755235" y="2549003"/>
                  </a:lnTo>
                  <a:lnTo>
                    <a:pt x="3755362" y="2549003"/>
                  </a:lnTo>
                  <a:lnTo>
                    <a:pt x="3755488" y="2549003"/>
                  </a:lnTo>
                  <a:lnTo>
                    <a:pt x="3755614" y="2549003"/>
                  </a:lnTo>
                  <a:lnTo>
                    <a:pt x="3755740" y="2549003"/>
                  </a:lnTo>
                  <a:lnTo>
                    <a:pt x="3755867" y="2549003"/>
                  </a:lnTo>
                  <a:lnTo>
                    <a:pt x="3755993" y="2549003"/>
                  </a:lnTo>
                  <a:lnTo>
                    <a:pt x="3756119" y="2549003"/>
                  </a:lnTo>
                  <a:lnTo>
                    <a:pt x="3756245" y="2549003"/>
                  </a:lnTo>
                  <a:lnTo>
                    <a:pt x="3756372" y="2549003"/>
                  </a:lnTo>
                  <a:lnTo>
                    <a:pt x="3756498" y="2549003"/>
                  </a:lnTo>
                  <a:lnTo>
                    <a:pt x="3756624" y="2549003"/>
                  </a:lnTo>
                  <a:lnTo>
                    <a:pt x="3756750" y="2549003"/>
                  </a:lnTo>
                  <a:lnTo>
                    <a:pt x="3756877" y="2549003"/>
                  </a:lnTo>
                  <a:lnTo>
                    <a:pt x="3757003" y="2549003"/>
                  </a:lnTo>
                  <a:lnTo>
                    <a:pt x="3757129" y="2549003"/>
                  </a:lnTo>
                  <a:lnTo>
                    <a:pt x="3757255" y="2549003"/>
                  </a:lnTo>
                  <a:lnTo>
                    <a:pt x="3757382" y="2549003"/>
                  </a:lnTo>
                  <a:lnTo>
                    <a:pt x="3757508" y="2549003"/>
                  </a:lnTo>
                  <a:lnTo>
                    <a:pt x="3757634" y="2549003"/>
                  </a:lnTo>
                  <a:lnTo>
                    <a:pt x="3757761" y="2549003"/>
                  </a:lnTo>
                  <a:lnTo>
                    <a:pt x="3757887" y="2549003"/>
                  </a:lnTo>
                  <a:lnTo>
                    <a:pt x="3758013" y="2549003"/>
                  </a:lnTo>
                  <a:lnTo>
                    <a:pt x="3758139" y="2549003"/>
                  </a:lnTo>
                  <a:lnTo>
                    <a:pt x="3758266" y="2549003"/>
                  </a:lnTo>
                  <a:lnTo>
                    <a:pt x="3758392" y="2549003"/>
                  </a:lnTo>
                  <a:lnTo>
                    <a:pt x="3758518" y="2549003"/>
                  </a:lnTo>
                  <a:lnTo>
                    <a:pt x="3758644" y="2549003"/>
                  </a:lnTo>
                  <a:lnTo>
                    <a:pt x="3758771" y="2549003"/>
                  </a:lnTo>
                  <a:lnTo>
                    <a:pt x="3758897" y="2549003"/>
                  </a:lnTo>
                  <a:lnTo>
                    <a:pt x="3759023" y="2549003"/>
                  </a:lnTo>
                  <a:lnTo>
                    <a:pt x="3759023" y="2544092"/>
                  </a:lnTo>
                  <a:lnTo>
                    <a:pt x="3759149" y="2544092"/>
                  </a:lnTo>
                  <a:lnTo>
                    <a:pt x="3759276" y="2544092"/>
                  </a:lnTo>
                  <a:lnTo>
                    <a:pt x="3759402" y="2544092"/>
                  </a:lnTo>
                  <a:lnTo>
                    <a:pt x="3759528" y="2544092"/>
                  </a:lnTo>
                  <a:lnTo>
                    <a:pt x="3759654" y="2544092"/>
                  </a:lnTo>
                  <a:lnTo>
                    <a:pt x="3759781" y="2544092"/>
                  </a:lnTo>
                  <a:lnTo>
                    <a:pt x="3759907" y="2544092"/>
                  </a:lnTo>
                  <a:lnTo>
                    <a:pt x="3760033" y="2544092"/>
                  </a:lnTo>
                  <a:lnTo>
                    <a:pt x="3760159" y="2544092"/>
                  </a:lnTo>
                  <a:lnTo>
                    <a:pt x="3760286" y="2544092"/>
                  </a:lnTo>
                  <a:lnTo>
                    <a:pt x="3760412" y="2544092"/>
                  </a:lnTo>
                  <a:lnTo>
                    <a:pt x="3760538" y="2544092"/>
                  </a:lnTo>
                  <a:lnTo>
                    <a:pt x="3760664" y="2544092"/>
                  </a:lnTo>
                  <a:lnTo>
                    <a:pt x="3760791" y="2544092"/>
                  </a:lnTo>
                  <a:lnTo>
                    <a:pt x="3760917" y="2544092"/>
                  </a:lnTo>
                  <a:lnTo>
                    <a:pt x="3761043" y="2544092"/>
                  </a:lnTo>
                  <a:lnTo>
                    <a:pt x="3761169" y="2544092"/>
                  </a:lnTo>
                  <a:lnTo>
                    <a:pt x="3761296" y="2544092"/>
                  </a:lnTo>
                  <a:lnTo>
                    <a:pt x="3761422" y="2544092"/>
                  </a:lnTo>
                  <a:lnTo>
                    <a:pt x="3761548" y="2544092"/>
                  </a:lnTo>
                  <a:lnTo>
                    <a:pt x="3761674" y="2544092"/>
                  </a:lnTo>
                  <a:lnTo>
                    <a:pt x="3761801" y="2544092"/>
                  </a:lnTo>
                  <a:lnTo>
                    <a:pt x="3761927" y="2544092"/>
                  </a:lnTo>
                  <a:lnTo>
                    <a:pt x="3762053" y="2544092"/>
                  </a:lnTo>
                  <a:lnTo>
                    <a:pt x="3762179" y="2544092"/>
                  </a:lnTo>
                  <a:lnTo>
                    <a:pt x="3762306" y="2544092"/>
                  </a:lnTo>
                  <a:lnTo>
                    <a:pt x="3762432" y="2544092"/>
                  </a:lnTo>
                  <a:lnTo>
                    <a:pt x="3762558" y="2544092"/>
                  </a:lnTo>
                  <a:lnTo>
                    <a:pt x="3762684" y="2544092"/>
                  </a:lnTo>
                  <a:lnTo>
                    <a:pt x="3762811" y="2544092"/>
                  </a:lnTo>
                  <a:lnTo>
                    <a:pt x="3762937" y="2544092"/>
                  </a:lnTo>
                  <a:lnTo>
                    <a:pt x="3763063" y="2544092"/>
                  </a:lnTo>
                  <a:lnTo>
                    <a:pt x="3763190" y="2544092"/>
                  </a:lnTo>
                  <a:lnTo>
                    <a:pt x="3763316" y="2544092"/>
                  </a:lnTo>
                  <a:lnTo>
                    <a:pt x="3763442" y="2544092"/>
                  </a:lnTo>
                  <a:lnTo>
                    <a:pt x="3763568" y="2544092"/>
                  </a:lnTo>
                  <a:lnTo>
                    <a:pt x="3763695" y="2544092"/>
                  </a:lnTo>
                  <a:lnTo>
                    <a:pt x="3763821" y="2544092"/>
                  </a:lnTo>
                  <a:lnTo>
                    <a:pt x="3763947" y="2544092"/>
                  </a:lnTo>
                  <a:lnTo>
                    <a:pt x="3764073" y="2544092"/>
                  </a:lnTo>
                  <a:lnTo>
                    <a:pt x="3764200" y="2544092"/>
                  </a:lnTo>
                  <a:lnTo>
                    <a:pt x="3764326" y="2544092"/>
                  </a:lnTo>
                  <a:lnTo>
                    <a:pt x="3764452" y="2544092"/>
                  </a:lnTo>
                  <a:lnTo>
                    <a:pt x="3764578" y="2544092"/>
                  </a:lnTo>
                  <a:lnTo>
                    <a:pt x="3764705" y="2544092"/>
                  </a:lnTo>
                  <a:lnTo>
                    <a:pt x="3764831" y="2544092"/>
                  </a:lnTo>
                  <a:lnTo>
                    <a:pt x="3764957" y="2544092"/>
                  </a:lnTo>
                  <a:lnTo>
                    <a:pt x="3765083" y="2544092"/>
                  </a:lnTo>
                  <a:lnTo>
                    <a:pt x="3765210" y="2544092"/>
                  </a:lnTo>
                  <a:lnTo>
                    <a:pt x="3765336" y="2544092"/>
                  </a:lnTo>
                  <a:lnTo>
                    <a:pt x="3765462" y="2544092"/>
                  </a:lnTo>
                  <a:lnTo>
                    <a:pt x="3765462" y="2539180"/>
                  </a:lnTo>
                  <a:lnTo>
                    <a:pt x="3765588" y="2539180"/>
                  </a:lnTo>
                  <a:lnTo>
                    <a:pt x="3765715" y="2539180"/>
                  </a:lnTo>
                  <a:lnTo>
                    <a:pt x="3765841" y="2539180"/>
                  </a:lnTo>
                  <a:lnTo>
                    <a:pt x="3765967" y="2539180"/>
                  </a:lnTo>
                  <a:lnTo>
                    <a:pt x="3766093" y="2539180"/>
                  </a:lnTo>
                  <a:lnTo>
                    <a:pt x="3766220" y="2539180"/>
                  </a:lnTo>
                  <a:lnTo>
                    <a:pt x="3766346" y="2539180"/>
                  </a:lnTo>
                  <a:lnTo>
                    <a:pt x="3766472" y="2539180"/>
                  </a:lnTo>
                  <a:lnTo>
                    <a:pt x="3766598" y="2539180"/>
                  </a:lnTo>
                  <a:lnTo>
                    <a:pt x="3766725" y="2539180"/>
                  </a:lnTo>
                  <a:lnTo>
                    <a:pt x="3766725" y="2534269"/>
                  </a:lnTo>
                  <a:lnTo>
                    <a:pt x="3766851" y="2534269"/>
                  </a:lnTo>
                  <a:lnTo>
                    <a:pt x="3766977" y="2534269"/>
                  </a:lnTo>
                  <a:lnTo>
                    <a:pt x="3767103" y="2534269"/>
                  </a:lnTo>
                  <a:lnTo>
                    <a:pt x="3767230" y="2534269"/>
                  </a:lnTo>
                  <a:lnTo>
                    <a:pt x="3767356" y="2534269"/>
                  </a:lnTo>
                  <a:lnTo>
                    <a:pt x="3767482" y="2534269"/>
                  </a:lnTo>
                  <a:lnTo>
                    <a:pt x="3767608" y="2534269"/>
                  </a:lnTo>
                  <a:lnTo>
                    <a:pt x="3767735" y="2534269"/>
                  </a:lnTo>
                  <a:lnTo>
                    <a:pt x="3767861" y="2534269"/>
                  </a:lnTo>
                  <a:lnTo>
                    <a:pt x="3767987" y="2534269"/>
                  </a:lnTo>
                  <a:lnTo>
                    <a:pt x="3768114" y="2534269"/>
                  </a:lnTo>
                  <a:lnTo>
                    <a:pt x="3768240" y="2534269"/>
                  </a:lnTo>
                  <a:lnTo>
                    <a:pt x="3768366" y="2534269"/>
                  </a:lnTo>
                  <a:lnTo>
                    <a:pt x="3768492" y="2534269"/>
                  </a:lnTo>
                  <a:lnTo>
                    <a:pt x="3768619" y="2534269"/>
                  </a:lnTo>
                  <a:lnTo>
                    <a:pt x="3768745" y="2534269"/>
                  </a:lnTo>
                  <a:lnTo>
                    <a:pt x="3768871" y="2534269"/>
                  </a:lnTo>
                  <a:lnTo>
                    <a:pt x="3768997" y="2534269"/>
                  </a:lnTo>
                  <a:lnTo>
                    <a:pt x="3769124" y="2534269"/>
                  </a:lnTo>
                  <a:lnTo>
                    <a:pt x="3769250" y="2534269"/>
                  </a:lnTo>
                  <a:lnTo>
                    <a:pt x="3769376" y="2534269"/>
                  </a:lnTo>
                  <a:lnTo>
                    <a:pt x="3769502" y="2534269"/>
                  </a:lnTo>
                  <a:lnTo>
                    <a:pt x="3769629" y="2534269"/>
                  </a:lnTo>
                  <a:lnTo>
                    <a:pt x="3769755" y="2534269"/>
                  </a:lnTo>
                  <a:lnTo>
                    <a:pt x="3769881" y="2534269"/>
                  </a:lnTo>
                  <a:lnTo>
                    <a:pt x="3770007" y="2534269"/>
                  </a:lnTo>
                  <a:lnTo>
                    <a:pt x="3770134" y="2534269"/>
                  </a:lnTo>
                  <a:lnTo>
                    <a:pt x="3770260" y="2534269"/>
                  </a:lnTo>
                  <a:lnTo>
                    <a:pt x="3770386" y="2534269"/>
                  </a:lnTo>
                  <a:lnTo>
                    <a:pt x="3770512" y="2534269"/>
                  </a:lnTo>
                  <a:lnTo>
                    <a:pt x="3770639" y="2534269"/>
                  </a:lnTo>
                  <a:lnTo>
                    <a:pt x="3770765" y="2534269"/>
                  </a:lnTo>
                  <a:lnTo>
                    <a:pt x="3770891" y="2534269"/>
                  </a:lnTo>
                  <a:lnTo>
                    <a:pt x="3771017" y="2534269"/>
                  </a:lnTo>
                  <a:lnTo>
                    <a:pt x="3771144" y="2534269"/>
                  </a:lnTo>
                  <a:lnTo>
                    <a:pt x="3771270" y="2534269"/>
                  </a:lnTo>
                  <a:lnTo>
                    <a:pt x="3771396" y="2534269"/>
                  </a:lnTo>
                  <a:lnTo>
                    <a:pt x="3771522" y="2534269"/>
                  </a:lnTo>
                  <a:lnTo>
                    <a:pt x="3771649" y="2534269"/>
                  </a:lnTo>
                  <a:lnTo>
                    <a:pt x="3771775" y="2534269"/>
                  </a:lnTo>
                  <a:lnTo>
                    <a:pt x="3771901" y="2534269"/>
                  </a:lnTo>
                  <a:lnTo>
                    <a:pt x="3772027" y="2534269"/>
                  </a:lnTo>
                  <a:lnTo>
                    <a:pt x="3772154" y="2534269"/>
                  </a:lnTo>
                  <a:lnTo>
                    <a:pt x="3772280" y="2534269"/>
                  </a:lnTo>
                  <a:lnTo>
                    <a:pt x="3772406" y="2534269"/>
                  </a:lnTo>
                  <a:lnTo>
                    <a:pt x="3772532" y="2534269"/>
                  </a:lnTo>
                  <a:lnTo>
                    <a:pt x="3772659" y="2534269"/>
                  </a:lnTo>
                  <a:lnTo>
                    <a:pt x="3772785" y="2534269"/>
                  </a:lnTo>
                  <a:lnTo>
                    <a:pt x="3772911" y="2534269"/>
                  </a:lnTo>
                  <a:lnTo>
                    <a:pt x="3773037" y="2534269"/>
                  </a:lnTo>
                  <a:lnTo>
                    <a:pt x="3773164" y="2534269"/>
                  </a:lnTo>
                  <a:lnTo>
                    <a:pt x="3773290" y="2534269"/>
                  </a:lnTo>
                  <a:lnTo>
                    <a:pt x="3773416" y="2534269"/>
                  </a:lnTo>
                  <a:lnTo>
                    <a:pt x="3773543" y="2534269"/>
                  </a:lnTo>
                  <a:lnTo>
                    <a:pt x="3773669" y="2534269"/>
                  </a:lnTo>
                  <a:lnTo>
                    <a:pt x="3773795" y="2534269"/>
                  </a:lnTo>
                  <a:lnTo>
                    <a:pt x="3773921" y="2534269"/>
                  </a:lnTo>
                  <a:lnTo>
                    <a:pt x="3773921" y="2529358"/>
                  </a:lnTo>
                  <a:lnTo>
                    <a:pt x="3774048" y="2529358"/>
                  </a:lnTo>
                  <a:lnTo>
                    <a:pt x="3774174" y="2529358"/>
                  </a:lnTo>
                  <a:lnTo>
                    <a:pt x="3774300" y="2529358"/>
                  </a:lnTo>
                  <a:lnTo>
                    <a:pt x="3774426" y="2529358"/>
                  </a:lnTo>
                  <a:lnTo>
                    <a:pt x="3774553" y="2529358"/>
                  </a:lnTo>
                  <a:lnTo>
                    <a:pt x="3774679" y="2529358"/>
                  </a:lnTo>
                  <a:lnTo>
                    <a:pt x="3774805" y="2529358"/>
                  </a:lnTo>
                  <a:lnTo>
                    <a:pt x="3774931" y="2529358"/>
                  </a:lnTo>
                  <a:lnTo>
                    <a:pt x="3775058" y="2529358"/>
                  </a:lnTo>
                  <a:lnTo>
                    <a:pt x="3775184" y="2529358"/>
                  </a:lnTo>
                  <a:lnTo>
                    <a:pt x="3775310" y="2529358"/>
                  </a:lnTo>
                  <a:lnTo>
                    <a:pt x="3775436" y="2529358"/>
                  </a:lnTo>
                  <a:lnTo>
                    <a:pt x="3775563" y="2529358"/>
                  </a:lnTo>
                  <a:lnTo>
                    <a:pt x="3775689" y="2529358"/>
                  </a:lnTo>
                  <a:lnTo>
                    <a:pt x="3775689" y="2524446"/>
                  </a:lnTo>
                  <a:lnTo>
                    <a:pt x="3775815" y="2524446"/>
                  </a:lnTo>
                  <a:lnTo>
                    <a:pt x="3775941" y="2524446"/>
                  </a:lnTo>
                  <a:lnTo>
                    <a:pt x="3776068" y="2524446"/>
                  </a:lnTo>
                  <a:lnTo>
                    <a:pt x="3776194" y="2524446"/>
                  </a:lnTo>
                  <a:lnTo>
                    <a:pt x="3776320" y="2524446"/>
                  </a:lnTo>
                  <a:lnTo>
                    <a:pt x="3776446" y="2524446"/>
                  </a:lnTo>
                  <a:lnTo>
                    <a:pt x="3776573" y="2524446"/>
                  </a:lnTo>
                  <a:lnTo>
                    <a:pt x="3776699" y="2524446"/>
                  </a:lnTo>
                  <a:lnTo>
                    <a:pt x="3776825" y="2524446"/>
                  </a:lnTo>
                  <a:lnTo>
                    <a:pt x="3776951" y="2524446"/>
                  </a:lnTo>
                  <a:lnTo>
                    <a:pt x="3777078" y="2524446"/>
                  </a:lnTo>
                  <a:lnTo>
                    <a:pt x="3777204" y="2524446"/>
                  </a:lnTo>
                  <a:lnTo>
                    <a:pt x="3777330" y="2524446"/>
                  </a:lnTo>
                  <a:lnTo>
                    <a:pt x="3777456" y="2524446"/>
                  </a:lnTo>
                  <a:lnTo>
                    <a:pt x="3777583" y="2524446"/>
                  </a:lnTo>
                  <a:lnTo>
                    <a:pt x="3777709" y="2524446"/>
                  </a:lnTo>
                  <a:lnTo>
                    <a:pt x="3777835" y="2524446"/>
                  </a:lnTo>
                  <a:lnTo>
                    <a:pt x="3777961" y="2524446"/>
                  </a:lnTo>
                  <a:lnTo>
                    <a:pt x="3778088" y="2524446"/>
                  </a:lnTo>
                  <a:lnTo>
                    <a:pt x="3778214" y="2524446"/>
                  </a:lnTo>
                  <a:lnTo>
                    <a:pt x="3778340" y="2524446"/>
                  </a:lnTo>
                  <a:lnTo>
                    <a:pt x="3778467" y="2524446"/>
                  </a:lnTo>
                  <a:lnTo>
                    <a:pt x="3778593" y="2524446"/>
                  </a:lnTo>
                  <a:lnTo>
                    <a:pt x="3778719" y="2524446"/>
                  </a:lnTo>
                  <a:lnTo>
                    <a:pt x="3778845" y="2524446"/>
                  </a:lnTo>
                  <a:lnTo>
                    <a:pt x="3778972" y="2524446"/>
                  </a:lnTo>
                  <a:lnTo>
                    <a:pt x="3779098" y="2524446"/>
                  </a:lnTo>
                  <a:lnTo>
                    <a:pt x="3779224" y="2524446"/>
                  </a:lnTo>
                  <a:lnTo>
                    <a:pt x="3779350" y="2524446"/>
                  </a:lnTo>
                  <a:lnTo>
                    <a:pt x="3779477" y="2524446"/>
                  </a:lnTo>
                  <a:lnTo>
                    <a:pt x="3779603" y="2524446"/>
                  </a:lnTo>
                  <a:lnTo>
                    <a:pt x="3779729" y="2524446"/>
                  </a:lnTo>
                  <a:lnTo>
                    <a:pt x="3779855" y="2524446"/>
                  </a:lnTo>
                  <a:lnTo>
                    <a:pt x="3779982" y="2524446"/>
                  </a:lnTo>
                  <a:lnTo>
                    <a:pt x="3780108" y="2524446"/>
                  </a:lnTo>
                  <a:lnTo>
                    <a:pt x="3780234" y="2524446"/>
                  </a:lnTo>
                  <a:lnTo>
                    <a:pt x="3780360" y="2524446"/>
                  </a:lnTo>
                  <a:lnTo>
                    <a:pt x="3780487" y="2524446"/>
                  </a:lnTo>
                  <a:lnTo>
                    <a:pt x="3780487" y="2519535"/>
                  </a:lnTo>
                  <a:lnTo>
                    <a:pt x="3780613" y="2519535"/>
                  </a:lnTo>
                  <a:lnTo>
                    <a:pt x="3780613" y="2514623"/>
                  </a:lnTo>
                  <a:lnTo>
                    <a:pt x="3780739" y="2514623"/>
                  </a:lnTo>
                  <a:lnTo>
                    <a:pt x="3780865" y="2514623"/>
                  </a:lnTo>
                  <a:lnTo>
                    <a:pt x="3780992" y="2514623"/>
                  </a:lnTo>
                  <a:lnTo>
                    <a:pt x="3781118" y="2514623"/>
                  </a:lnTo>
                  <a:lnTo>
                    <a:pt x="3781244" y="2514623"/>
                  </a:lnTo>
                  <a:lnTo>
                    <a:pt x="3781370" y="2514623"/>
                  </a:lnTo>
                  <a:lnTo>
                    <a:pt x="3781497" y="2514623"/>
                  </a:lnTo>
                  <a:lnTo>
                    <a:pt x="3781623" y="2514623"/>
                  </a:lnTo>
                  <a:lnTo>
                    <a:pt x="3781749" y="2514623"/>
                  </a:lnTo>
                  <a:lnTo>
                    <a:pt x="3781875" y="2514623"/>
                  </a:lnTo>
                  <a:lnTo>
                    <a:pt x="3782002" y="2514623"/>
                  </a:lnTo>
                  <a:lnTo>
                    <a:pt x="3782128" y="2514623"/>
                  </a:lnTo>
                  <a:lnTo>
                    <a:pt x="3782254" y="2514623"/>
                  </a:lnTo>
                  <a:lnTo>
                    <a:pt x="3782380" y="2514623"/>
                  </a:lnTo>
                  <a:lnTo>
                    <a:pt x="3782507" y="2514623"/>
                  </a:lnTo>
                  <a:lnTo>
                    <a:pt x="3782633" y="2514623"/>
                  </a:lnTo>
                  <a:lnTo>
                    <a:pt x="3782633" y="2509712"/>
                  </a:lnTo>
                  <a:lnTo>
                    <a:pt x="3782759" y="2509712"/>
                  </a:lnTo>
                  <a:lnTo>
                    <a:pt x="3782885" y="2509712"/>
                  </a:lnTo>
                  <a:lnTo>
                    <a:pt x="3783012" y="2509712"/>
                  </a:lnTo>
                  <a:lnTo>
                    <a:pt x="3783138" y="2509712"/>
                  </a:lnTo>
                  <a:lnTo>
                    <a:pt x="3783264" y="2509712"/>
                  </a:lnTo>
                  <a:lnTo>
                    <a:pt x="3783390" y="2509712"/>
                  </a:lnTo>
                  <a:lnTo>
                    <a:pt x="3783517" y="2509712"/>
                  </a:lnTo>
                  <a:lnTo>
                    <a:pt x="3783643" y="2509712"/>
                  </a:lnTo>
                  <a:lnTo>
                    <a:pt x="3783769" y="2509712"/>
                  </a:lnTo>
                  <a:lnTo>
                    <a:pt x="3783896" y="2509712"/>
                  </a:lnTo>
                  <a:lnTo>
                    <a:pt x="3784022" y="2509712"/>
                  </a:lnTo>
                  <a:lnTo>
                    <a:pt x="3784148" y="2509712"/>
                  </a:lnTo>
                  <a:lnTo>
                    <a:pt x="3784274" y="2509712"/>
                  </a:lnTo>
                  <a:lnTo>
                    <a:pt x="3784401" y="2509712"/>
                  </a:lnTo>
                  <a:lnTo>
                    <a:pt x="3784527" y="2509712"/>
                  </a:lnTo>
                  <a:lnTo>
                    <a:pt x="3784653" y="2509712"/>
                  </a:lnTo>
                  <a:lnTo>
                    <a:pt x="3784779" y="2509712"/>
                  </a:lnTo>
                  <a:lnTo>
                    <a:pt x="3784906" y="2509712"/>
                  </a:lnTo>
                  <a:lnTo>
                    <a:pt x="3785032" y="2509712"/>
                  </a:lnTo>
                  <a:lnTo>
                    <a:pt x="3785158" y="2509712"/>
                  </a:lnTo>
                  <a:lnTo>
                    <a:pt x="3785284" y="2509712"/>
                  </a:lnTo>
                  <a:lnTo>
                    <a:pt x="3785411" y="2509712"/>
                  </a:lnTo>
                  <a:lnTo>
                    <a:pt x="3785537" y="2509712"/>
                  </a:lnTo>
                  <a:lnTo>
                    <a:pt x="3785663" y="2509712"/>
                  </a:lnTo>
                  <a:lnTo>
                    <a:pt x="3785789" y="2509712"/>
                  </a:lnTo>
                  <a:lnTo>
                    <a:pt x="3785916" y="2509712"/>
                  </a:lnTo>
                  <a:lnTo>
                    <a:pt x="3786042" y="2509712"/>
                  </a:lnTo>
                  <a:lnTo>
                    <a:pt x="3786168" y="2509712"/>
                  </a:lnTo>
                  <a:lnTo>
                    <a:pt x="3786294" y="2509712"/>
                  </a:lnTo>
                  <a:lnTo>
                    <a:pt x="3786421" y="2509712"/>
                  </a:lnTo>
                  <a:lnTo>
                    <a:pt x="3786547" y="2509712"/>
                  </a:lnTo>
                  <a:lnTo>
                    <a:pt x="3786673" y="2509712"/>
                  </a:lnTo>
                  <a:lnTo>
                    <a:pt x="3786799" y="2509712"/>
                  </a:lnTo>
                  <a:lnTo>
                    <a:pt x="3786926" y="2509712"/>
                  </a:lnTo>
                  <a:lnTo>
                    <a:pt x="3787052" y="2509712"/>
                  </a:lnTo>
                  <a:lnTo>
                    <a:pt x="3787178" y="2509712"/>
                  </a:lnTo>
                  <a:lnTo>
                    <a:pt x="3787304" y="2509712"/>
                  </a:lnTo>
                  <a:lnTo>
                    <a:pt x="3787431" y="2509712"/>
                  </a:lnTo>
                  <a:lnTo>
                    <a:pt x="3787557" y="2509712"/>
                  </a:lnTo>
                  <a:lnTo>
                    <a:pt x="3787683" y="2509712"/>
                  </a:lnTo>
                  <a:lnTo>
                    <a:pt x="3787809" y="2509712"/>
                  </a:lnTo>
                  <a:lnTo>
                    <a:pt x="3787936" y="2509712"/>
                  </a:lnTo>
                  <a:lnTo>
                    <a:pt x="3788062" y="2509712"/>
                  </a:lnTo>
                  <a:lnTo>
                    <a:pt x="3788188" y="2509712"/>
                  </a:lnTo>
                  <a:lnTo>
                    <a:pt x="3788314" y="2509712"/>
                  </a:lnTo>
                  <a:lnTo>
                    <a:pt x="3788441" y="2509712"/>
                  </a:lnTo>
                  <a:lnTo>
                    <a:pt x="3788441" y="2504801"/>
                  </a:lnTo>
                  <a:lnTo>
                    <a:pt x="3788567" y="2504801"/>
                  </a:lnTo>
                  <a:lnTo>
                    <a:pt x="3788693" y="2504801"/>
                  </a:lnTo>
                  <a:lnTo>
                    <a:pt x="3788820" y="2504801"/>
                  </a:lnTo>
                  <a:lnTo>
                    <a:pt x="3788946" y="2504801"/>
                  </a:lnTo>
                  <a:lnTo>
                    <a:pt x="3789072" y="2504801"/>
                  </a:lnTo>
                  <a:lnTo>
                    <a:pt x="3789198" y="2504801"/>
                  </a:lnTo>
                  <a:lnTo>
                    <a:pt x="3789325" y="2504801"/>
                  </a:lnTo>
                  <a:lnTo>
                    <a:pt x="3789451" y="2504801"/>
                  </a:lnTo>
                  <a:lnTo>
                    <a:pt x="3789577" y="2504801"/>
                  </a:lnTo>
                  <a:lnTo>
                    <a:pt x="3789703" y="2504801"/>
                  </a:lnTo>
                  <a:lnTo>
                    <a:pt x="3789830" y="2504801"/>
                  </a:lnTo>
                  <a:lnTo>
                    <a:pt x="3789956" y="2504801"/>
                  </a:lnTo>
                  <a:lnTo>
                    <a:pt x="3790082" y="2504801"/>
                  </a:lnTo>
                  <a:lnTo>
                    <a:pt x="3790208" y="2504801"/>
                  </a:lnTo>
                  <a:lnTo>
                    <a:pt x="3790335" y="2504801"/>
                  </a:lnTo>
                  <a:lnTo>
                    <a:pt x="3790461" y="2504801"/>
                  </a:lnTo>
                  <a:lnTo>
                    <a:pt x="3790587" y="2504801"/>
                  </a:lnTo>
                  <a:lnTo>
                    <a:pt x="3790587" y="2499889"/>
                  </a:lnTo>
                  <a:lnTo>
                    <a:pt x="3790713" y="2499889"/>
                  </a:lnTo>
                  <a:lnTo>
                    <a:pt x="3790840" y="2499889"/>
                  </a:lnTo>
                  <a:lnTo>
                    <a:pt x="3790966" y="2499889"/>
                  </a:lnTo>
                  <a:lnTo>
                    <a:pt x="3791092" y="2499889"/>
                  </a:lnTo>
                  <a:lnTo>
                    <a:pt x="3791218" y="2499889"/>
                  </a:lnTo>
                  <a:lnTo>
                    <a:pt x="3791345" y="2499889"/>
                  </a:lnTo>
                  <a:lnTo>
                    <a:pt x="3791471" y="2499889"/>
                  </a:lnTo>
                  <a:lnTo>
                    <a:pt x="3791597" y="2499889"/>
                  </a:lnTo>
                  <a:lnTo>
                    <a:pt x="3791723" y="2499889"/>
                  </a:lnTo>
                  <a:lnTo>
                    <a:pt x="3791850" y="2499889"/>
                  </a:lnTo>
                  <a:lnTo>
                    <a:pt x="3791976" y="2499889"/>
                  </a:lnTo>
                  <a:lnTo>
                    <a:pt x="3792102" y="2499889"/>
                  </a:lnTo>
                  <a:lnTo>
                    <a:pt x="3792228" y="2499889"/>
                  </a:lnTo>
                  <a:lnTo>
                    <a:pt x="3792355" y="2499889"/>
                  </a:lnTo>
                  <a:lnTo>
                    <a:pt x="3792481" y="2499889"/>
                  </a:lnTo>
                  <a:lnTo>
                    <a:pt x="3792607" y="2499889"/>
                  </a:lnTo>
                  <a:lnTo>
                    <a:pt x="3792733" y="2499889"/>
                  </a:lnTo>
                  <a:lnTo>
                    <a:pt x="3792860" y="2499889"/>
                  </a:lnTo>
                  <a:lnTo>
                    <a:pt x="3792986" y="2499889"/>
                  </a:lnTo>
                  <a:lnTo>
                    <a:pt x="3793112" y="2499889"/>
                  </a:lnTo>
                  <a:lnTo>
                    <a:pt x="3793238" y="2499889"/>
                  </a:lnTo>
                  <a:lnTo>
                    <a:pt x="3793365" y="2499889"/>
                  </a:lnTo>
                  <a:lnTo>
                    <a:pt x="3793491" y="2499889"/>
                  </a:lnTo>
                  <a:lnTo>
                    <a:pt x="3793617" y="2499889"/>
                  </a:lnTo>
                  <a:lnTo>
                    <a:pt x="3793743" y="2499889"/>
                  </a:lnTo>
                  <a:lnTo>
                    <a:pt x="3793870" y="2499889"/>
                  </a:lnTo>
                  <a:lnTo>
                    <a:pt x="3793996" y="2499889"/>
                  </a:lnTo>
                  <a:lnTo>
                    <a:pt x="3794122" y="2499889"/>
                  </a:lnTo>
                  <a:lnTo>
                    <a:pt x="3794249" y="2499889"/>
                  </a:lnTo>
                  <a:lnTo>
                    <a:pt x="3794375" y="2499889"/>
                  </a:lnTo>
                  <a:lnTo>
                    <a:pt x="3794501" y="2499889"/>
                  </a:lnTo>
                  <a:lnTo>
                    <a:pt x="3794627" y="2499889"/>
                  </a:lnTo>
                  <a:lnTo>
                    <a:pt x="3794754" y="2499889"/>
                  </a:lnTo>
                  <a:lnTo>
                    <a:pt x="3794880" y="2499889"/>
                  </a:lnTo>
                  <a:lnTo>
                    <a:pt x="3795006" y="2499889"/>
                  </a:lnTo>
                  <a:lnTo>
                    <a:pt x="3795132" y="2499889"/>
                  </a:lnTo>
                  <a:lnTo>
                    <a:pt x="3795259" y="2499889"/>
                  </a:lnTo>
                  <a:lnTo>
                    <a:pt x="3795385" y="2499889"/>
                  </a:lnTo>
                  <a:lnTo>
                    <a:pt x="3795511" y="2499889"/>
                  </a:lnTo>
                  <a:lnTo>
                    <a:pt x="3795637" y="2499889"/>
                  </a:lnTo>
                  <a:lnTo>
                    <a:pt x="3795764" y="2499889"/>
                  </a:lnTo>
                  <a:lnTo>
                    <a:pt x="3795890" y="2499889"/>
                  </a:lnTo>
                  <a:lnTo>
                    <a:pt x="3796016" y="2499889"/>
                  </a:lnTo>
                  <a:lnTo>
                    <a:pt x="3796142" y="2499889"/>
                  </a:lnTo>
                  <a:lnTo>
                    <a:pt x="3796269" y="2499889"/>
                  </a:lnTo>
                  <a:lnTo>
                    <a:pt x="3796395" y="2499889"/>
                  </a:lnTo>
                  <a:lnTo>
                    <a:pt x="3796521" y="2499889"/>
                  </a:lnTo>
                  <a:lnTo>
                    <a:pt x="3796647" y="2499889"/>
                  </a:lnTo>
                  <a:lnTo>
                    <a:pt x="3796774" y="2499889"/>
                  </a:lnTo>
                  <a:lnTo>
                    <a:pt x="3796900" y="2499889"/>
                  </a:lnTo>
                  <a:lnTo>
                    <a:pt x="3797026" y="2499889"/>
                  </a:lnTo>
                  <a:lnTo>
                    <a:pt x="3797152" y="2499889"/>
                  </a:lnTo>
                  <a:lnTo>
                    <a:pt x="3797279" y="2499889"/>
                  </a:lnTo>
                  <a:lnTo>
                    <a:pt x="3797405" y="2499889"/>
                  </a:lnTo>
                  <a:lnTo>
                    <a:pt x="3797531" y="2499889"/>
                  </a:lnTo>
                  <a:lnTo>
                    <a:pt x="3797657" y="2499889"/>
                  </a:lnTo>
                  <a:lnTo>
                    <a:pt x="3797784" y="2499889"/>
                  </a:lnTo>
                  <a:lnTo>
                    <a:pt x="3797910" y="2499889"/>
                  </a:lnTo>
                  <a:lnTo>
                    <a:pt x="3798036" y="2499889"/>
                  </a:lnTo>
                  <a:lnTo>
                    <a:pt x="3798162" y="2499889"/>
                  </a:lnTo>
                  <a:lnTo>
                    <a:pt x="3798289" y="2499889"/>
                  </a:lnTo>
                  <a:lnTo>
                    <a:pt x="3798415" y="2499889"/>
                  </a:lnTo>
                  <a:lnTo>
                    <a:pt x="3798541" y="2499889"/>
                  </a:lnTo>
                  <a:lnTo>
                    <a:pt x="3798667" y="2499889"/>
                  </a:lnTo>
                  <a:lnTo>
                    <a:pt x="3798794" y="2499889"/>
                  </a:lnTo>
                  <a:lnTo>
                    <a:pt x="3798920" y="2499889"/>
                  </a:lnTo>
                  <a:lnTo>
                    <a:pt x="3799046" y="2499889"/>
                  </a:lnTo>
                  <a:lnTo>
                    <a:pt x="3799173" y="2499889"/>
                  </a:lnTo>
                  <a:lnTo>
                    <a:pt x="3799299" y="2499889"/>
                  </a:lnTo>
                  <a:lnTo>
                    <a:pt x="3799425" y="2499889"/>
                  </a:lnTo>
                  <a:lnTo>
                    <a:pt x="3799551" y="2499889"/>
                  </a:lnTo>
                  <a:lnTo>
                    <a:pt x="3799678" y="2499889"/>
                  </a:lnTo>
                  <a:lnTo>
                    <a:pt x="3799804" y="2499889"/>
                  </a:lnTo>
                  <a:lnTo>
                    <a:pt x="3799930" y="2499889"/>
                  </a:lnTo>
                  <a:lnTo>
                    <a:pt x="3800056" y="2499889"/>
                  </a:lnTo>
                  <a:lnTo>
                    <a:pt x="3800183" y="2499889"/>
                  </a:lnTo>
                  <a:lnTo>
                    <a:pt x="3800309" y="2499889"/>
                  </a:lnTo>
                  <a:lnTo>
                    <a:pt x="3800435" y="2499889"/>
                  </a:lnTo>
                  <a:lnTo>
                    <a:pt x="3800561" y="2499889"/>
                  </a:lnTo>
                  <a:lnTo>
                    <a:pt x="3800688" y="2499889"/>
                  </a:lnTo>
                  <a:lnTo>
                    <a:pt x="3800814" y="2499889"/>
                  </a:lnTo>
                  <a:lnTo>
                    <a:pt x="3800940" y="2499889"/>
                  </a:lnTo>
                  <a:lnTo>
                    <a:pt x="3801066" y="2499889"/>
                  </a:lnTo>
                  <a:lnTo>
                    <a:pt x="3801066" y="2494978"/>
                  </a:lnTo>
                  <a:lnTo>
                    <a:pt x="3801193" y="2494978"/>
                  </a:lnTo>
                  <a:lnTo>
                    <a:pt x="3801319" y="2494978"/>
                  </a:lnTo>
                  <a:lnTo>
                    <a:pt x="3801445" y="2494978"/>
                  </a:lnTo>
                  <a:lnTo>
                    <a:pt x="3801571" y="2494978"/>
                  </a:lnTo>
                  <a:lnTo>
                    <a:pt x="3801698" y="2494978"/>
                  </a:lnTo>
                  <a:lnTo>
                    <a:pt x="3801824" y="2494978"/>
                  </a:lnTo>
                  <a:lnTo>
                    <a:pt x="3801950" y="2494978"/>
                  </a:lnTo>
                  <a:lnTo>
                    <a:pt x="3802076" y="2494978"/>
                  </a:lnTo>
                  <a:lnTo>
                    <a:pt x="3802203" y="2494978"/>
                  </a:lnTo>
                  <a:lnTo>
                    <a:pt x="3802329" y="2494978"/>
                  </a:lnTo>
                  <a:lnTo>
                    <a:pt x="3802455" y="2494978"/>
                  </a:lnTo>
                  <a:lnTo>
                    <a:pt x="3802581" y="2494978"/>
                  </a:lnTo>
                  <a:lnTo>
                    <a:pt x="3802708" y="2494978"/>
                  </a:lnTo>
                  <a:lnTo>
                    <a:pt x="3802834" y="2494978"/>
                  </a:lnTo>
                  <a:lnTo>
                    <a:pt x="3802960" y="2494978"/>
                  </a:lnTo>
                  <a:lnTo>
                    <a:pt x="3803086" y="2494978"/>
                  </a:lnTo>
                  <a:lnTo>
                    <a:pt x="3803213" y="2494978"/>
                  </a:lnTo>
                  <a:lnTo>
                    <a:pt x="3803339" y="2494978"/>
                  </a:lnTo>
                  <a:lnTo>
                    <a:pt x="3803465" y="2494978"/>
                  </a:lnTo>
                  <a:lnTo>
                    <a:pt x="3803591" y="2494978"/>
                  </a:lnTo>
                  <a:lnTo>
                    <a:pt x="3803718" y="2494978"/>
                  </a:lnTo>
                  <a:lnTo>
                    <a:pt x="3803844" y="2494978"/>
                  </a:lnTo>
                  <a:lnTo>
                    <a:pt x="3803970" y="2494978"/>
                  </a:lnTo>
                  <a:lnTo>
                    <a:pt x="3804097" y="2494978"/>
                  </a:lnTo>
                  <a:lnTo>
                    <a:pt x="3804223" y="2494978"/>
                  </a:lnTo>
                  <a:lnTo>
                    <a:pt x="3804349" y="2494978"/>
                  </a:lnTo>
                  <a:lnTo>
                    <a:pt x="3804475" y="2494978"/>
                  </a:lnTo>
                  <a:lnTo>
                    <a:pt x="3804602" y="2494978"/>
                  </a:lnTo>
                  <a:lnTo>
                    <a:pt x="3804728" y="2494978"/>
                  </a:lnTo>
                  <a:lnTo>
                    <a:pt x="3804854" y="2494978"/>
                  </a:lnTo>
                  <a:lnTo>
                    <a:pt x="3804980" y="2494978"/>
                  </a:lnTo>
                  <a:lnTo>
                    <a:pt x="3805107" y="2494978"/>
                  </a:lnTo>
                  <a:lnTo>
                    <a:pt x="3805233" y="2494978"/>
                  </a:lnTo>
                  <a:lnTo>
                    <a:pt x="3805359" y="2494978"/>
                  </a:lnTo>
                  <a:lnTo>
                    <a:pt x="3805485" y="2494978"/>
                  </a:lnTo>
                  <a:lnTo>
                    <a:pt x="3805612" y="2494978"/>
                  </a:lnTo>
                  <a:lnTo>
                    <a:pt x="3805738" y="2494978"/>
                  </a:lnTo>
                  <a:lnTo>
                    <a:pt x="3805864" y="2494978"/>
                  </a:lnTo>
                  <a:lnTo>
                    <a:pt x="3805864" y="2490067"/>
                  </a:lnTo>
                  <a:lnTo>
                    <a:pt x="3805990" y="2490067"/>
                  </a:lnTo>
                  <a:lnTo>
                    <a:pt x="3806117" y="2490067"/>
                  </a:lnTo>
                  <a:lnTo>
                    <a:pt x="3806243" y="2490067"/>
                  </a:lnTo>
                  <a:lnTo>
                    <a:pt x="3806369" y="2490067"/>
                  </a:lnTo>
                  <a:lnTo>
                    <a:pt x="3806495" y="2490067"/>
                  </a:lnTo>
                  <a:lnTo>
                    <a:pt x="3806495" y="2485155"/>
                  </a:lnTo>
                  <a:lnTo>
                    <a:pt x="3806622" y="2485155"/>
                  </a:lnTo>
                  <a:lnTo>
                    <a:pt x="3806748" y="2485155"/>
                  </a:lnTo>
                  <a:lnTo>
                    <a:pt x="3806874" y="2485155"/>
                  </a:lnTo>
                  <a:lnTo>
                    <a:pt x="3807000" y="2485155"/>
                  </a:lnTo>
                  <a:lnTo>
                    <a:pt x="3807000" y="2480244"/>
                  </a:lnTo>
                  <a:lnTo>
                    <a:pt x="3807127" y="2480244"/>
                  </a:lnTo>
                  <a:lnTo>
                    <a:pt x="3807253" y="2480244"/>
                  </a:lnTo>
                  <a:lnTo>
                    <a:pt x="3807379" y="2480244"/>
                  </a:lnTo>
                  <a:lnTo>
                    <a:pt x="3807505" y="2480244"/>
                  </a:lnTo>
                  <a:lnTo>
                    <a:pt x="3807632" y="2480244"/>
                  </a:lnTo>
                  <a:lnTo>
                    <a:pt x="3807758" y="2480244"/>
                  </a:lnTo>
                  <a:lnTo>
                    <a:pt x="3807884" y="2480244"/>
                  </a:lnTo>
                  <a:lnTo>
                    <a:pt x="3808010" y="2480244"/>
                  </a:lnTo>
                  <a:lnTo>
                    <a:pt x="3808137" y="2480244"/>
                  </a:lnTo>
                  <a:lnTo>
                    <a:pt x="3808263" y="2480244"/>
                  </a:lnTo>
                  <a:lnTo>
                    <a:pt x="3808389" y="2480244"/>
                  </a:lnTo>
                  <a:lnTo>
                    <a:pt x="3808515" y="2480244"/>
                  </a:lnTo>
                  <a:lnTo>
                    <a:pt x="3808642" y="2480244"/>
                  </a:lnTo>
                  <a:lnTo>
                    <a:pt x="3808768" y="2480244"/>
                  </a:lnTo>
                  <a:lnTo>
                    <a:pt x="3808894" y="2480244"/>
                  </a:lnTo>
                  <a:lnTo>
                    <a:pt x="3809020" y="2480244"/>
                  </a:lnTo>
                  <a:lnTo>
                    <a:pt x="3809147" y="2480244"/>
                  </a:lnTo>
                  <a:lnTo>
                    <a:pt x="3809273" y="2480244"/>
                  </a:lnTo>
                  <a:lnTo>
                    <a:pt x="3809399" y="2480244"/>
                  </a:lnTo>
                  <a:lnTo>
                    <a:pt x="3809526" y="2480244"/>
                  </a:lnTo>
                  <a:lnTo>
                    <a:pt x="3809526" y="2475332"/>
                  </a:lnTo>
                  <a:lnTo>
                    <a:pt x="3809652" y="2475332"/>
                  </a:lnTo>
                  <a:lnTo>
                    <a:pt x="3809778" y="2475332"/>
                  </a:lnTo>
                  <a:lnTo>
                    <a:pt x="3809904" y="2475332"/>
                  </a:lnTo>
                  <a:lnTo>
                    <a:pt x="3810031" y="2475332"/>
                  </a:lnTo>
                  <a:lnTo>
                    <a:pt x="3810157" y="2475332"/>
                  </a:lnTo>
                  <a:lnTo>
                    <a:pt x="3810283" y="2475332"/>
                  </a:lnTo>
                  <a:lnTo>
                    <a:pt x="3810409" y="2475332"/>
                  </a:lnTo>
                  <a:lnTo>
                    <a:pt x="3810536" y="2475332"/>
                  </a:lnTo>
                  <a:lnTo>
                    <a:pt x="3810662" y="2475332"/>
                  </a:lnTo>
                  <a:lnTo>
                    <a:pt x="3810788" y="2475332"/>
                  </a:lnTo>
                  <a:lnTo>
                    <a:pt x="3810914" y="2475332"/>
                  </a:lnTo>
                  <a:lnTo>
                    <a:pt x="3811041" y="2475332"/>
                  </a:lnTo>
                  <a:lnTo>
                    <a:pt x="3811167" y="2475332"/>
                  </a:lnTo>
                  <a:lnTo>
                    <a:pt x="3811293" y="2475332"/>
                  </a:lnTo>
                  <a:lnTo>
                    <a:pt x="3811419" y="2475332"/>
                  </a:lnTo>
                  <a:lnTo>
                    <a:pt x="3811546" y="2475332"/>
                  </a:lnTo>
                  <a:lnTo>
                    <a:pt x="3811672" y="2475332"/>
                  </a:lnTo>
                  <a:lnTo>
                    <a:pt x="3811798" y="2475332"/>
                  </a:lnTo>
                  <a:lnTo>
                    <a:pt x="3811798" y="2470421"/>
                  </a:lnTo>
                  <a:lnTo>
                    <a:pt x="3811924" y="2470421"/>
                  </a:lnTo>
                  <a:lnTo>
                    <a:pt x="3812051" y="2470421"/>
                  </a:lnTo>
                  <a:lnTo>
                    <a:pt x="3812177" y="2470421"/>
                  </a:lnTo>
                  <a:lnTo>
                    <a:pt x="3812303" y="2470421"/>
                  </a:lnTo>
                  <a:lnTo>
                    <a:pt x="3812429" y="2470421"/>
                  </a:lnTo>
                  <a:lnTo>
                    <a:pt x="3812556" y="2470421"/>
                  </a:lnTo>
                  <a:lnTo>
                    <a:pt x="3812682" y="2470421"/>
                  </a:lnTo>
                  <a:lnTo>
                    <a:pt x="3812808" y="2470421"/>
                  </a:lnTo>
                  <a:lnTo>
                    <a:pt x="3812934" y="2470421"/>
                  </a:lnTo>
                  <a:lnTo>
                    <a:pt x="3813061" y="2470421"/>
                  </a:lnTo>
                  <a:lnTo>
                    <a:pt x="3813187" y="2470421"/>
                  </a:lnTo>
                  <a:lnTo>
                    <a:pt x="3813313" y="2470421"/>
                  </a:lnTo>
                  <a:lnTo>
                    <a:pt x="3813439" y="2470421"/>
                  </a:lnTo>
                  <a:lnTo>
                    <a:pt x="3813439" y="2465510"/>
                  </a:lnTo>
                  <a:lnTo>
                    <a:pt x="3813566" y="2465510"/>
                  </a:lnTo>
                  <a:lnTo>
                    <a:pt x="3813692" y="2465510"/>
                  </a:lnTo>
                  <a:lnTo>
                    <a:pt x="3813818" y="2465510"/>
                  </a:lnTo>
                  <a:lnTo>
                    <a:pt x="3813944" y="2465510"/>
                  </a:lnTo>
                  <a:lnTo>
                    <a:pt x="3814071" y="2465510"/>
                  </a:lnTo>
                  <a:lnTo>
                    <a:pt x="3814197" y="2465510"/>
                  </a:lnTo>
                  <a:lnTo>
                    <a:pt x="3814323" y="2465510"/>
                  </a:lnTo>
                  <a:lnTo>
                    <a:pt x="3814450" y="2465510"/>
                  </a:lnTo>
                  <a:lnTo>
                    <a:pt x="3814576" y="2465510"/>
                  </a:lnTo>
                  <a:lnTo>
                    <a:pt x="3814702" y="2465510"/>
                  </a:lnTo>
                  <a:lnTo>
                    <a:pt x="3814828" y="2465510"/>
                  </a:lnTo>
                  <a:lnTo>
                    <a:pt x="3814955" y="2465510"/>
                  </a:lnTo>
                  <a:lnTo>
                    <a:pt x="3815081" y="2465510"/>
                  </a:lnTo>
                  <a:lnTo>
                    <a:pt x="3815207" y="2465510"/>
                  </a:lnTo>
                  <a:lnTo>
                    <a:pt x="3815333" y="2465510"/>
                  </a:lnTo>
                  <a:lnTo>
                    <a:pt x="3815460" y="2465510"/>
                  </a:lnTo>
                  <a:lnTo>
                    <a:pt x="3815586" y="2465510"/>
                  </a:lnTo>
                  <a:lnTo>
                    <a:pt x="3815712" y="2465510"/>
                  </a:lnTo>
                  <a:lnTo>
                    <a:pt x="3815838" y="2465510"/>
                  </a:lnTo>
                  <a:lnTo>
                    <a:pt x="3815965" y="2465510"/>
                  </a:lnTo>
                  <a:lnTo>
                    <a:pt x="3816091" y="2465510"/>
                  </a:lnTo>
                  <a:lnTo>
                    <a:pt x="3816217" y="2465510"/>
                  </a:lnTo>
                  <a:lnTo>
                    <a:pt x="3816343" y="2465510"/>
                  </a:lnTo>
                  <a:lnTo>
                    <a:pt x="3816470" y="2465510"/>
                  </a:lnTo>
                  <a:lnTo>
                    <a:pt x="3816596" y="2465510"/>
                  </a:lnTo>
                  <a:lnTo>
                    <a:pt x="3816722" y="2465510"/>
                  </a:lnTo>
                  <a:lnTo>
                    <a:pt x="3816848" y="2465510"/>
                  </a:lnTo>
                  <a:lnTo>
                    <a:pt x="3816975" y="2465510"/>
                  </a:lnTo>
                  <a:lnTo>
                    <a:pt x="3817101" y="2465510"/>
                  </a:lnTo>
                  <a:lnTo>
                    <a:pt x="3817227" y="2465510"/>
                  </a:lnTo>
                  <a:lnTo>
                    <a:pt x="3817353" y="2465510"/>
                  </a:lnTo>
                  <a:lnTo>
                    <a:pt x="3817480" y="2465510"/>
                  </a:lnTo>
                  <a:lnTo>
                    <a:pt x="3817606" y="2465510"/>
                  </a:lnTo>
                  <a:lnTo>
                    <a:pt x="3817732" y="2465510"/>
                  </a:lnTo>
                  <a:lnTo>
                    <a:pt x="3817858" y="2465510"/>
                  </a:lnTo>
                  <a:lnTo>
                    <a:pt x="3817985" y="2465510"/>
                  </a:lnTo>
                  <a:lnTo>
                    <a:pt x="3818111" y="2465510"/>
                  </a:lnTo>
                  <a:lnTo>
                    <a:pt x="3818237" y="2465510"/>
                  </a:lnTo>
                  <a:lnTo>
                    <a:pt x="3818363" y="2465510"/>
                  </a:lnTo>
                  <a:lnTo>
                    <a:pt x="3818490" y="2465510"/>
                  </a:lnTo>
                  <a:lnTo>
                    <a:pt x="3818616" y="2465510"/>
                  </a:lnTo>
                  <a:lnTo>
                    <a:pt x="3818742" y="2465510"/>
                  </a:lnTo>
                  <a:lnTo>
                    <a:pt x="3818868" y="2465510"/>
                  </a:lnTo>
                  <a:lnTo>
                    <a:pt x="3818995" y="2465510"/>
                  </a:lnTo>
                  <a:lnTo>
                    <a:pt x="3819121" y="2465510"/>
                  </a:lnTo>
                  <a:lnTo>
                    <a:pt x="3819247" y="2465510"/>
                  </a:lnTo>
                  <a:lnTo>
                    <a:pt x="3819373" y="2465510"/>
                  </a:lnTo>
                  <a:lnTo>
                    <a:pt x="3819500" y="2465510"/>
                  </a:lnTo>
                  <a:lnTo>
                    <a:pt x="3819626" y="2465510"/>
                  </a:lnTo>
                  <a:lnTo>
                    <a:pt x="3819752" y="2465510"/>
                  </a:lnTo>
                  <a:lnTo>
                    <a:pt x="3819879" y="2465510"/>
                  </a:lnTo>
                  <a:lnTo>
                    <a:pt x="3819879" y="2460598"/>
                  </a:lnTo>
                  <a:lnTo>
                    <a:pt x="3819879" y="2455687"/>
                  </a:lnTo>
                  <a:lnTo>
                    <a:pt x="3820005" y="2455687"/>
                  </a:lnTo>
                  <a:lnTo>
                    <a:pt x="3820131" y="2455687"/>
                  </a:lnTo>
                  <a:lnTo>
                    <a:pt x="3820257" y="2455687"/>
                  </a:lnTo>
                  <a:lnTo>
                    <a:pt x="3820384" y="2455687"/>
                  </a:lnTo>
                  <a:lnTo>
                    <a:pt x="3820510" y="2455687"/>
                  </a:lnTo>
                  <a:lnTo>
                    <a:pt x="3820636" y="2455687"/>
                  </a:lnTo>
                  <a:lnTo>
                    <a:pt x="3820762" y="2455687"/>
                  </a:lnTo>
                  <a:lnTo>
                    <a:pt x="3820889" y="2455687"/>
                  </a:lnTo>
                  <a:lnTo>
                    <a:pt x="3821015" y="2455687"/>
                  </a:lnTo>
                  <a:lnTo>
                    <a:pt x="3821141" y="2455687"/>
                  </a:lnTo>
                  <a:lnTo>
                    <a:pt x="3821267" y="2455687"/>
                  </a:lnTo>
                  <a:lnTo>
                    <a:pt x="3821394" y="2455687"/>
                  </a:lnTo>
                  <a:lnTo>
                    <a:pt x="3821520" y="2455687"/>
                  </a:lnTo>
                  <a:lnTo>
                    <a:pt x="3821646" y="2455687"/>
                  </a:lnTo>
                  <a:lnTo>
                    <a:pt x="3821772" y="2455687"/>
                  </a:lnTo>
                  <a:lnTo>
                    <a:pt x="3821899" y="2455687"/>
                  </a:lnTo>
                  <a:lnTo>
                    <a:pt x="3822025" y="2455687"/>
                  </a:lnTo>
                  <a:lnTo>
                    <a:pt x="3822151" y="2455687"/>
                  </a:lnTo>
                  <a:lnTo>
                    <a:pt x="3822277" y="2455687"/>
                  </a:lnTo>
                  <a:lnTo>
                    <a:pt x="3822404" y="2455687"/>
                  </a:lnTo>
                  <a:lnTo>
                    <a:pt x="3822530" y="2455687"/>
                  </a:lnTo>
                  <a:lnTo>
                    <a:pt x="3822656" y="2455687"/>
                  </a:lnTo>
                  <a:lnTo>
                    <a:pt x="3822782" y="2455687"/>
                  </a:lnTo>
                  <a:lnTo>
                    <a:pt x="3822782" y="2450776"/>
                  </a:lnTo>
                  <a:lnTo>
                    <a:pt x="3822909" y="2450776"/>
                  </a:lnTo>
                  <a:lnTo>
                    <a:pt x="3823035" y="2450776"/>
                  </a:lnTo>
                  <a:lnTo>
                    <a:pt x="3823161" y="2450776"/>
                  </a:lnTo>
                  <a:lnTo>
                    <a:pt x="3823287" y="2450776"/>
                  </a:lnTo>
                  <a:lnTo>
                    <a:pt x="3823414" y="2450776"/>
                  </a:lnTo>
                  <a:lnTo>
                    <a:pt x="3823540" y="2450776"/>
                  </a:lnTo>
                  <a:lnTo>
                    <a:pt x="3823666" y="2450776"/>
                  </a:lnTo>
                  <a:lnTo>
                    <a:pt x="3823792" y="2450776"/>
                  </a:lnTo>
                  <a:lnTo>
                    <a:pt x="3823919" y="2450776"/>
                  </a:lnTo>
                  <a:lnTo>
                    <a:pt x="3824045" y="2450776"/>
                  </a:lnTo>
                  <a:lnTo>
                    <a:pt x="3824171" y="2450776"/>
                  </a:lnTo>
                  <a:lnTo>
                    <a:pt x="3824297" y="2450776"/>
                  </a:lnTo>
                  <a:lnTo>
                    <a:pt x="3824424" y="2450776"/>
                  </a:lnTo>
                  <a:lnTo>
                    <a:pt x="3824550" y="2450776"/>
                  </a:lnTo>
                  <a:lnTo>
                    <a:pt x="3824676" y="2450776"/>
                  </a:lnTo>
                  <a:lnTo>
                    <a:pt x="3824803" y="2450776"/>
                  </a:lnTo>
                  <a:lnTo>
                    <a:pt x="3824929" y="2450776"/>
                  </a:lnTo>
                  <a:lnTo>
                    <a:pt x="3825055" y="2450776"/>
                  </a:lnTo>
                  <a:lnTo>
                    <a:pt x="3825181" y="2450776"/>
                  </a:lnTo>
                  <a:lnTo>
                    <a:pt x="3825308" y="2450776"/>
                  </a:lnTo>
                  <a:lnTo>
                    <a:pt x="3825434" y="2450776"/>
                  </a:lnTo>
                  <a:lnTo>
                    <a:pt x="3825560" y="2450776"/>
                  </a:lnTo>
                  <a:lnTo>
                    <a:pt x="3825686" y="2450776"/>
                  </a:lnTo>
                  <a:lnTo>
                    <a:pt x="3825813" y="2450776"/>
                  </a:lnTo>
                  <a:lnTo>
                    <a:pt x="3825939" y="2450776"/>
                  </a:lnTo>
                  <a:lnTo>
                    <a:pt x="3826065" y="2450776"/>
                  </a:lnTo>
                  <a:lnTo>
                    <a:pt x="3826191" y="2450776"/>
                  </a:lnTo>
                  <a:lnTo>
                    <a:pt x="3826318" y="2450776"/>
                  </a:lnTo>
                  <a:lnTo>
                    <a:pt x="3826444" y="2450776"/>
                  </a:lnTo>
                  <a:lnTo>
                    <a:pt x="3826570" y="2450776"/>
                  </a:lnTo>
                  <a:lnTo>
                    <a:pt x="3826696" y="2450776"/>
                  </a:lnTo>
                  <a:lnTo>
                    <a:pt x="3826823" y="2450776"/>
                  </a:lnTo>
                  <a:lnTo>
                    <a:pt x="3826949" y="2450776"/>
                  </a:lnTo>
                  <a:lnTo>
                    <a:pt x="3827075" y="2450776"/>
                  </a:lnTo>
                  <a:lnTo>
                    <a:pt x="3827201" y="2450776"/>
                  </a:lnTo>
                  <a:lnTo>
                    <a:pt x="3827328" y="2450776"/>
                  </a:lnTo>
                  <a:lnTo>
                    <a:pt x="3827454" y="2450776"/>
                  </a:lnTo>
                  <a:lnTo>
                    <a:pt x="3827580" y="2450776"/>
                  </a:lnTo>
                  <a:lnTo>
                    <a:pt x="3827706" y="2450776"/>
                  </a:lnTo>
                  <a:lnTo>
                    <a:pt x="3827833" y="2450776"/>
                  </a:lnTo>
                  <a:lnTo>
                    <a:pt x="3827959" y="2450776"/>
                  </a:lnTo>
                  <a:lnTo>
                    <a:pt x="3827959" y="2445864"/>
                  </a:lnTo>
                  <a:lnTo>
                    <a:pt x="3828085" y="2445864"/>
                  </a:lnTo>
                  <a:lnTo>
                    <a:pt x="3828211" y="2445864"/>
                  </a:lnTo>
                  <a:lnTo>
                    <a:pt x="3828338" y="2445864"/>
                  </a:lnTo>
                  <a:lnTo>
                    <a:pt x="3828464" y="2445864"/>
                  </a:lnTo>
                  <a:lnTo>
                    <a:pt x="3828590" y="2445864"/>
                  </a:lnTo>
                  <a:lnTo>
                    <a:pt x="3828716" y="2445864"/>
                  </a:lnTo>
                  <a:lnTo>
                    <a:pt x="3828843" y="2445864"/>
                  </a:lnTo>
                  <a:lnTo>
                    <a:pt x="3828969" y="2445864"/>
                  </a:lnTo>
                  <a:lnTo>
                    <a:pt x="3829095" y="2445864"/>
                  </a:lnTo>
                  <a:lnTo>
                    <a:pt x="3829221" y="2445864"/>
                  </a:lnTo>
                  <a:lnTo>
                    <a:pt x="3829348" y="2445864"/>
                  </a:lnTo>
                  <a:lnTo>
                    <a:pt x="3829474" y="2445864"/>
                  </a:lnTo>
                  <a:lnTo>
                    <a:pt x="3829600" y="2445864"/>
                  </a:lnTo>
                  <a:lnTo>
                    <a:pt x="3829726" y="2445864"/>
                  </a:lnTo>
                  <a:lnTo>
                    <a:pt x="3829853" y="2445864"/>
                  </a:lnTo>
                  <a:lnTo>
                    <a:pt x="3829979" y="2445864"/>
                  </a:lnTo>
                  <a:lnTo>
                    <a:pt x="3830105" y="2445864"/>
                  </a:lnTo>
                  <a:lnTo>
                    <a:pt x="3830232" y="2445864"/>
                  </a:lnTo>
                  <a:lnTo>
                    <a:pt x="3830358" y="2445864"/>
                  </a:lnTo>
                  <a:lnTo>
                    <a:pt x="3830484" y="2445864"/>
                  </a:lnTo>
                  <a:lnTo>
                    <a:pt x="3830610" y="2445864"/>
                  </a:lnTo>
                  <a:lnTo>
                    <a:pt x="3830737" y="2445864"/>
                  </a:lnTo>
                  <a:lnTo>
                    <a:pt x="3830863" y="2445864"/>
                  </a:lnTo>
                  <a:lnTo>
                    <a:pt x="3830989" y="2445864"/>
                  </a:lnTo>
                  <a:lnTo>
                    <a:pt x="3831115" y="2445864"/>
                  </a:lnTo>
                  <a:lnTo>
                    <a:pt x="3831242" y="2445864"/>
                  </a:lnTo>
                  <a:lnTo>
                    <a:pt x="3831368" y="2445864"/>
                  </a:lnTo>
                  <a:lnTo>
                    <a:pt x="3831494" y="2445864"/>
                  </a:lnTo>
                  <a:lnTo>
                    <a:pt x="3831620" y="2445864"/>
                  </a:lnTo>
                  <a:lnTo>
                    <a:pt x="3831747" y="2445864"/>
                  </a:lnTo>
                  <a:lnTo>
                    <a:pt x="3831873" y="2445864"/>
                  </a:lnTo>
                  <a:lnTo>
                    <a:pt x="3831999" y="2445864"/>
                  </a:lnTo>
                  <a:lnTo>
                    <a:pt x="3832125" y="2445864"/>
                  </a:lnTo>
                  <a:lnTo>
                    <a:pt x="3832252" y="2445864"/>
                  </a:lnTo>
                  <a:lnTo>
                    <a:pt x="3832378" y="2445864"/>
                  </a:lnTo>
                  <a:lnTo>
                    <a:pt x="3832504" y="2445864"/>
                  </a:lnTo>
                  <a:lnTo>
                    <a:pt x="3832630" y="2445864"/>
                  </a:lnTo>
                  <a:lnTo>
                    <a:pt x="3832757" y="2445864"/>
                  </a:lnTo>
                  <a:lnTo>
                    <a:pt x="3832883" y="2445864"/>
                  </a:lnTo>
                  <a:lnTo>
                    <a:pt x="3833009" y="2445864"/>
                  </a:lnTo>
                  <a:lnTo>
                    <a:pt x="3833135" y="2445864"/>
                  </a:lnTo>
                  <a:lnTo>
                    <a:pt x="3833262" y="2445864"/>
                  </a:lnTo>
                  <a:lnTo>
                    <a:pt x="3833388" y="2445864"/>
                  </a:lnTo>
                  <a:lnTo>
                    <a:pt x="3833514" y="2445864"/>
                  </a:lnTo>
                  <a:lnTo>
                    <a:pt x="3833640" y="2445864"/>
                  </a:lnTo>
                  <a:lnTo>
                    <a:pt x="3833767" y="2445864"/>
                  </a:lnTo>
                  <a:lnTo>
                    <a:pt x="3833893" y="2445864"/>
                  </a:lnTo>
                  <a:lnTo>
                    <a:pt x="3834019" y="2445864"/>
                  </a:lnTo>
                  <a:lnTo>
                    <a:pt x="3834145" y="2445864"/>
                  </a:lnTo>
                  <a:lnTo>
                    <a:pt x="3834272" y="2445864"/>
                  </a:lnTo>
                  <a:lnTo>
                    <a:pt x="3834398" y="2445864"/>
                  </a:lnTo>
                  <a:lnTo>
                    <a:pt x="3834524" y="2445864"/>
                  </a:lnTo>
                  <a:lnTo>
                    <a:pt x="3834650" y="2445864"/>
                  </a:lnTo>
                  <a:lnTo>
                    <a:pt x="3834777" y="2445864"/>
                  </a:lnTo>
                  <a:lnTo>
                    <a:pt x="3834903" y="2445864"/>
                  </a:lnTo>
                  <a:lnTo>
                    <a:pt x="3835029" y="2445864"/>
                  </a:lnTo>
                  <a:lnTo>
                    <a:pt x="3835156" y="2445864"/>
                  </a:lnTo>
                  <a:lnTo>
                    <a:pt x="3835282" y="2445864"/>
                  </a:lnTo>
                  <a:lnTo>
                    <a:pt x="3835408" y="2445864"/>
                  </a:lnTo>
                  <a:lnTo>
                    <a:pt x="3835534" y="2445864"/>
                  </a:lnTo>
                  <a:lnTo>
                    <a:pt x="3835661" y="2445864"/>
                  </a:lnTo>
                  <a:lnTo>
                    <a:pt x="3835787" y="2445864"/>
                  </a:lnTo>
                  <a:lnTo>
                    <a:pt x="3835913" y="2445864"/>
                  </a:lnTo>
                  <a:lnTo>
                    <a:pt x="3836039" y="2445864"/>
                  </a:lnTo>
                  <a:lnTo>
                    <a:pt x="3836166" y="2445864"/>
                  </a:lnTo>
                  <a:lnTo>
                    <a:pt x="3836292" y="2445864"/>
                  </a:lnTo>
                  <a:lnTo>
                    <a:pt x="3836418" y="2445864"/>
                  </a:lnTo>
                  <a:lnTo>
                    <a:pt x="3836544" y="2445864"/>
                  </a:lnTo>
                  <a:lnTo>
                    <a:pt x="3836671" y="2445864"/>
                  </a:lnTo>
                  <a:lnTo>
                    <a:pt x="3836797" y="2445864"/>
                  </a:lnTo>
                  <a:lnTo>
                    <a:pt x="3836923" y="2445864"/>
                  </a:lnTo>
                  <a:lnTo>
                    <a:pt x="3837049" y="2445864"/>
                  </a:lnTo>
                  <a:lnTo>
                    <a:pt x="3837176" y="2445864"/>
                  </a:lnTo>
                  <a:lnTo>
                    <a:pt x="3837302" y="2445864"/>
                  </a:lnTo>
                  <a:lnTo>
                    <a:pt x="3837428" y="2445864"/>
                  </a:lnTo>
                  <a:lnTo>
                    <a:pt x="3837554" y="2445864"/>
                  </a:lnTo>
                  <a:lnTo>
                    <a:pt x="3837681" y="2445864"/>
                  </a:lnTo>
                  <a:lnTo>
                    <a:pt x="3837807" y="2445864"/>
                  </a:lnTo>
                  <a:lnTo>
                    <a:pt x="3837933" y="2445864"/>
                  </a:lnTo>
                  <a:lnTo>
                    <a:pt x="3838059" y="2445864"/>
                  </a:lnTo>
                  <a:lnTo>
                    <a:pt x="3838186" y="2445864"/>
                  </a:lnTo>
                  <a:lnTo>
                    <a:pt x="3838312" y="2445864"/>
                  </a:lnTo>
                  <a:lnTo>
                    <a:pt x="3838438" y="2445864"/>
                  </a:lnTo>
                  <a:lnTo>
                    <a:pt x="3838564" y="2445864"/>
                  </a:lnTo>
                  <a:lnTo>
                    <a:pt x="3838691" y="2445864"/>
                  </a:lnTo>
                  <a:lnTo>
                    <a:pt x="3838817" y="2445864"/>
                  </a:lnTo>
                  <a:lnTo>
                    <a:pt x="3838943" y="2445864"/>
                  </a:lnTo>
                  <a:lnTo>
                    <a:pt x="3839069" y="2445864"/>
                  </a:lnTo>
                  <a:lnTo>
                    <a:pt x="3839196" y="2445864"/>
                  </a:lnTo>
                  <a:lnTo>
                    <a:pt x="3839322" y="2445864"/>
                  </a:lnTo>
                  <a:lnTo>
                    <a:pt x="3839448" y="2445864"/>
                  </a:lnTo>
                  <a:lnTo>
                    <a:pt x="3839574" y="2445864"/>
                  </a:lnTo>
                  <a:lnTo>
                    <a:pt x="3839701" y="2445864"/>
                  </a:lnTo>
                  <a:lnTo>
                    <a:pt x="3839827" y="2445864"/>
                  </a:lnTo>
                  <a:lnTo>
                    <a:pt x="3839953" y="2445864"/>
                  </a:lnTo>
                  <a:lnTo>
                    <a:pt x="3840079" y="2445864"/>
                  </a:lnTo>
                  <a:lnTo>
                    <a:pt x="3840206" y="2445864"/>
                  </a:lnTo>
                  <a:lnTo>
                    <a:pt x="3840332" y="2445864"/>
                  </a:lnTo>
                  <a:lnTo>
                    <a:pt x="3840458" y="2445864"/>
                  </a:lnTo>
                  <a:lnTo>
                    <a:pt x="3840585" y="2445864"/>
                  </a:lnTo>
                  <a:lnTo>
                    <a:pt x="3840711" y="2445864"/>
                  </a:lnTo>
                  <a:lnTo>
                    <a:pt x="3840837" y="2445864"/>
                  </a:lnTo>
                  <a:lnTo>
                    <a:pt x="3840963" y="2445864"/>
                  </a:lnTo>
                  <a:lnTo>
                    <a:pt x="3841090" y="2445864"/>
                  </a:lnTo>
                  <a:lnTo>
                    <a:pt x="3841216" y="2445864"/>
                  </a:lnTo>
                  <a:lnTo>
                    <a:pt x="3841342" y="2445864"/>
                  </a:lnTo>
                  <a:lnTo>
                    <a:pt x="3841468" y="2445864"/>
                  </a:lnTo>
                  <a:lnTo>
                    <a:pt x="3841595" y="2445864"/>
                  </a:lnTo>
                  <a:lnTo>
                    <a:pt x="3841721" y="2445864"/>
                  </a:lnTo>
                  <a:lnTo>
                    <a:pt x="3841847" y="2445864"/>
                  </a:lnTo>
                  <a:lnTo>
                    <a:pt x="3841973" y="2445864"/>
                  </a:lnTo>
                  <a:lnTo>
                    <a:pt x="3842100" y="2445864"/>
                  </a:lnTo>
                  <a:lnTo>
                    <a:pt x="3842226" y="2445864"/>
                  </a:lnTo>
                  <a:lnTo>
                    <a:pt x="3842352" y="2445864"/>
                  </a:lnTo>
                  <a:lnTo>
                    <a:pt x="3842478" y="2445864"/>
                  </a:lnTo>
                  <a:lnTo>
                    <a:pt x="3842605" y="2445864"/>
                  </a:lnTo>
                  <a:lnTo>
                    <a:pt x="3842731" y="2445864"/>
                  </a:lnTo>
                  <a:lnTo>
                    <a:pt x="3842857" y="2445864"/>
                  </a:lnTo>
                  <a:lnTo>
                    <a:pt x="3842983" y="2445864"/>
                  </a:lnTo>
                  <a:lnTo>
                    <a:pt x="3843110" y="2445864"/>
                  </a:lnTo>
                  <a:lnTo>
                    <a:pt x="3843236" y="2445864"/>
                  </a:lnTo>
                  <a:lnTo>
                    <a:pt x="3843362" y="2445864"/>
                  </a:lnTo>
                  <a:lnTo>
                    <a:pt x="3843488" y="2445864"/>
                  </a:lnTo>
                  <a:lnTo>
                    <a:pt x="3843615" y="2445864"/>
                  </a:lnTo>
                  <a:lnTo>
                    <a:pt x="3843741" y="2445864"/>
                  </a:lnTo>
                  <a:lnTo>
                    <a:pt x="3843867" y="2445864"/>
                  </a:lnTo>
                  <a:lnTo>
                    <a:pt x="3843993" y="2445864"/>
                  </a:lnTo>
                  <a:lnTo>
                    <a:pt x="3844120" y="2445864"/>
                  </a:lnTo>
                  <a:lnTo>
                    <a:pt x="3844246" y="2445864"/>
                  </a:lnTo>
                  <a:lnTo>
                    <a:pt x="3844372" y="2445864"/>
                  </a:lnTo>
                  <a:lnTo>
                    <a:pt x="3844498" y="2445864"/>
                  </a:lnTo>
                  <a:lnTo>
                    <a:pt x="3844625" y="2445864"/>
                  </a:lnTo>
                  <a:lnTo>
                    <a:pt x="3844751" y="2445864"/>
                  </a:lnTo>
                  <a:lnTo>
                    <a:pt x="3844877" y="2445864"/>
                  </a:lnTo>
                  <a:lnTo>
                    <a:pt x="3845003" y="2445864"/>
                  </a:lnTo>
                  <a:lnTo>
                    <a:pt x="3845130" y="2445864"/>
                  </a:lnTo>
                  <a:lnTo>
                    <a:pt x="3845256" y="2445864"/>
                  </a:lnTo>
                  <a:lnTo>
                    <a:pt x="3845382" y="2445864"/>
                  </a:lnTo>
                  <a:lnTo>
                    <a:pt x="3845509" y="2445864"/>
                  </a:lnTo>
                  <a:lnTo>
                    <a:pt x="3845635" y="2445864"/>
                  </a:lnTo>
                  <a:lnTo>
                    <a:pt x="3845761" y="2445864"/>
                  </a:lnTo>
                  <a:lnTo>
                    <a:pt x="3845887" y="2445864"/>
                  </a:lnTo>
                  <a:lnTo>
                    <a:pt x="3846014" y="2445864"/>
                  </a:lnTo>
                  <a:lnTo>
                    <a:pt x="3846140" y="2445864"/>
                  </a:lnTo>
                  <a:lnTo>
                    <a:pt x="3846266" y="2445864"/>
                  </a:lnTo>
                  <a:lnTo>
                    <a:pt x="3846392" y="2445864"/>
                  </a:lnTo>
                  <a:lnTo>
                    <a:pt x="3846519" y="2445864"/>
                  </a:lnTo>
                  <a:lnTo>
                    <a:pt x="3846645" y="2445864"/>
                  </a:lnTo>
                  <a:lnTo>
                    <a:pt x="3846771" y="2445864"/>
                  </a:lnTo>
                  <a:lnTo>
                    <a:pt x="3846897" y="2445864"/>
                  </a:lnTo>
                  <a:lnTo>
                    <a:pt x="3847024" y="2445864"/>
                  </a:lnTo>
                  <a:lnTo>
                    <a:pt x="3847150" y="2445864"/>
                  </a:lnTo>
                  <a:lnTo>
                    <a:pt x="3847276" y="2445864"/>
                  </a:lnTo>
                  <a:lnTo>
                    <a:pt x="3847402" y="2445864"/>
                  </a:lnTo>
                  <a:lnTo>
                    <a:pt x="3847529" y="2445864"/>
                  </a:lnTo>
                  <a:lnTo>
                    <a:pt x="3847655" y="2445864"/>
                  </a:lnTo>
                  <a:lnTo>
                    <a:pt x="3847781" y="2445864"/>
                  </a:lnTo>
                  <a:lnTo>
                    <a:pt x="3847907" y="2445864"/>
                  </a:lnTo>
                  <a:lnTo>
                    <a:pt x="3848034" y="2445864"/>
                  </a:lnTo>
                  <a:lnTo>
                    <a:pt x="3848160" y="2445864"/>
                  </a:lnTo>
                  <a:lnTo>
                    <a:pt x="3848286" y="2445864"/>
                  </a:lnTo>
                  <a:lnTo>
                    <a:pt x="3848412" y="2445864"/>
                  </a:lnTo>
                  <a:lnTo>
                    <a:pt x="3848539" y="2445864"/>
                  </a:lnTo>
                  <a:lnTo>
                    <a:pt x="3848665" y="2445864"/>
                  </a:lnTo>
                  <a:lnTo>
                    <a:pt x="3848791" y="2445864"/>
                  </a:lnTo>
                  <a:lnTo>
                    <a:pt x="3848917" y="2445864"/>
                  </a:lnTo>
                  <a:lnTo>
                    <a:pt x="3849044" y="2445864"/>
                  </a:lnTo>
                  <a:lnTo>
                    <a:pt x="3849170" y="2445864"/>
                  </a:lnTo>
                  <a:lnTo>
                    <a:pt x="3849296" y="2445864"/>
                  </a:lnTo>
                  <a:lnTo>
                    <a:pt x="3849422" y="2445864"/>
                  </a:lnTo>
                  <a:lnTo>
                    <a:pt x="3849549" y="2445864"/>
                  </a:lnTo>
                  <a:lnTo>
                    <a:pt x="3849675" y="2445864"/>
                  </a:lnTo>
                  <a:lnTo>
                    <a:pt x="3849801" y="2445864"/>
                  </a:lnTo>
                  <a:lnTo>
                    <a:pt x="3849927" y="2445864"/>
                  </a:lnTo>
                  <a:lnTo>
                    <a:pt x="3850054" y="2445864"/>
                  </a:lnTo>
                  <a:lnTo>
                    <a:pt x="3850180" y="2445864"/>
                  </a:lnTo>
                  <a:lnTo>
                    <a:pt x="3850180" y="2440953"/>
                  </a:lnTo>
                  <a:lnTo>
                    <a:pt x="3850306" y="2440953"/>
                  </a:lnTo>
                  <a:lnTo>
                    <a:pt x="3850432" y="2440953"/>
                  </a:lnTo>
                  <a:lnTo>
                    <a:pt x="3850559" y="2440953"/>
                  </a:lnTo>
                  <a:lnTo>
                    <a:pt x="3850685" y="2440953"/>
                  </a:lnTo>
                  <a:lnTo>
                    <a:pt x="3850811" y="2440953"/>
                  </a:lnTo>
                  <a:lnTo>
                    <a:pt x="3850938" y="2440953"/>
                  </a:lnTo>
                  <a:lnTo>
                    <a:pt x="3851064" y="2440953"/>
                  </a:lnTo>
                  <a:lnTo>
                    <a:pt x="3851190" y="2440953"/>
                  </a:lnTo>
                  <a:lnTo>
                    <a:pt x="3851316" y="2440953"/>
                  </a:lnTo>
                  <a:lnTo>
                    <a:pt x="3851443" y="2440953"/>
                  </a:lnTo>
                  <a:lnTo>
                    <a:pt x="3851569" y="2440953"/>
                  </a:lnTo>
                  <a:lnTo>
                    <a:pt x="3851695" y="2440953"/>
                  </a:lnTo>
                  <a:lnTo>
                    <a:pt x="3851821" y="2440953"/>
                  </a:lnTo>
                  <a:lnTo>
                    <a:pt x="3851948" y="2440953"/>
                  </a:lnTo>
                  <a:lnTo>
                    <a:pt x="3852074" y="2440953"/>
                  </a:lnTo>
                  <a:lnTo>
                    <a:pt x="3852200" y="2440953"/>
                  </a:lnTo>
                  <a:lnTo>
                    <a:pt x="3852326" y="2440953"/>
                  </a:lnTo>
                  <a:lnTo>
                    <a:pt x="3852453" y="2440953"/>
                  </a:lnTo>
                  <a:lnTo>
                    <a:pt x="3852579" y="2440953"/>
                  </a:lnTo>
                  <a:lnTo>
                    <a:pt x="3852705" y="2440953"/>
                  </a:lnTo>
                  <a:lnTo>
                    <a:pt x="3852831" y="2440953"/>
                  </a:lnTo>
                  <a:lnTo>
                    <a:pt x="3852958" y="2440953"/>
                  </a:lnTo>
                  <a:lnTo>
                    <a:pt x="3853084" y="2440953"/>
                  </a:lnTo>
                  <a:lnTo>
                    <a:pt x="3853210" y="2440953"/>
                  </a:lnTo>
                  <a:lnTo>
                    <a:pt x="3853336" y="2440953"/>
                  </a:lnTo>
                  <a:lnTo>
                    <a:pt x="3853463" y="2440953"/>
                  </a:lnTo>
                  <a:lnTo>
                    <a:pt x="3853589" y="2440953"/>
                  </a:lnTo>
                  <a:lnTo>
                    <a:pt x="3853715" y="2440953"/>
                  </a:lnTo>
                  <a:lnTo>
                    <a:pt x="3853841" y="2440953"/>
                  </a:lnTo>
                  <a:lnTo>
                    <a:pt x="3853968" y="2440953"/>
                  </a:lnTo>
                  <a:lnTo>
                    <a:pt x="3854094" y="2440953"/>
                  </a:lnTo>
                  <a:lnTo>
                    <a:pt x="3854220" y="2440953"/>
                  </a:lnTo>
                  <a:lnTo>
                    <a:pt x="3854346" y="2440953"/>
                  </a:lnTo>
                  <a:lnTo>
                    <a:pt x="3854473" y="2440953"/>
                  </a:lnTo>
                  <a:lnTo>
                    <a:pt x="3854599" y="2440953"/>
                  </a:lnTo>
                  <a:lnTo>
                    <a:pt x="3854725" y="2440953"/>
                  </a:lnTo>
                  <a:lnTo>
                    <a:pt x="3854851" y="2440953"/>
                  </a:lnTo>
                  <a:lnTo>
                    <a:pt x="3854978" y="2440953"/>
                  </a:lnTo>
                  <a:lnTo>
                    <a:pt x="3855104" y="2440953"/>
                  </a:lnTo>
                  <a:lnTo>
                    <a:pt x="3855230" y="2440953"/>
                  </a:lnTo>
                  <a:lnTo>
                    <a:pt x="3855356" y="2440953"/>
                  </a:lnTo>
                  <a:lnTo>
                    <a:pt x="3855483" y="2440953"/>
                  </a:lnTo>
                  <a:lnTo>
                    <a:pt x="3855609" y="2440953"/>
                  </a:lnTo>
                  <a:lnTo>
                    <a:pt x="3855735" y="2440953"/>
                  </a:lnTo>
                  <a:lnTo>
                    <a:pt x="3855862" y="2440953"/>
                  </a:lnTo>
                  <a:lnTo>
                    <a:pt x="3855862" y="2436041"/>
                  </a:lnTo>
                  <a:lnTo>
                    <a:pt x="3855988" y="2436041"/>
                  </a:lnTo>
                  <a:lnTo>
                    <a:pt x="3856114" y="2436041"/>
                  </a:lnTo>
                  <a:lnTo>
                    <a:pt x="3856240" y="2436041"/>
                  </a:lnTo>
                  <a:lnTo>
                    <a:pt x="3856367" y="2436041"/>
                  </a:lnTo>
                  <a:lnTo>
                    <a:pt x="3856493" y="2436041"/>
                  </a:lnTo>
                  <a:lnTo>
                    <a:pt x="3856619" y="2436041"/>
                  </a:lnTo>
                  <a:lnTo>
                    <a:pt x="3856745" y="2436041"/>
                  </a:lnTo>
                  <a:lnTo>
                    <a:pt x="3856872" y="2436041"/>
                  </a:lnTo>
                  <a:lnTo>
                    <a:pt x="3856998" y="2436041"/>
                  </a:lnTo>
                  <a:lnTo>
                    <a:pt x="3857124" y="2436041"/>
                  </a:lnTo>
                  <a:lnTo>
                    <a:pt x="3857250" y="2436041"/>
                  </a:lnTo>
                  <a:lnTo>
                    <a:pt x="3857377" y="2436041"/>
                  </a:lnTo>
                  <a:lnTo>
                    <a:pt x="3857503" y="2436041"/>
                  </a:lnTo>
                  <a:lnTo>
                    <a:pt x="3857629" y="2436041"/>
                  </a:lnTo>
                  <a:lnTo>
                    <a:pt x="3857755" y="2436041"/>
                  </a:lnTo>
                  <a:lnTo>
                    <a:pt x="3857882" y="2436041"/>
                  </a:lnTo>
                  <a:lnTo>
                    <a:pt x="3858008" y="2436041"/>
                  </a:lnTo>
                  <a:lnTo>
                    <a:pt x="3858134" y="2436041"/>
                  </a:lnTo>
                  <a:lnTo>
                    <a:pt x="3858260" y="2436041"/>
                  </a:lnTo>
                  <a:lnTo>
                    <a:pt x="3858387" y="2436041"/>
                  </a:lnTo>
                  <a:lnTo>
                    <a:pt x="3858513" y="2436041"/>
                  </a:lnTo>
                  <a:lnTo>
                    <a:pt x="3858639" y="2436041"/>
                  </a:lnTo>
                  <a:lnTo>
                    <a:pt x="3858765" y="2436041"/>
                  </a:lnTo>
                  <a:lnTo>
                    <a:pt x="3858892" y="2436041"/>
                  </a:lnTo>
                  <a:lnTo>
                    <a:pt x="3859018" y="2436041"/>
                  </a:lnTo>
                  <a:lnTo>
                    <a:pt x="3859144" y="2436041"/>
                  </a:lnTo>
                  <a:lnTo>
                    <a:pt x="3859270" y="2436041"/>
                  </a:lnTo>
                  <a:lnTo>
                    <a:pt x="3859397" y="2436041"/>
                  </a:lnTo>
                  <a:lnTo>
                    <a:pt x="3859523" y="2436041"/>
                  </a:lnTo>
                  <a:lnTo>
                    <a:pt x="3859649" y="2436041"/>
                  </a:lnTo>
                  <a:lnTo>
                    <a:pt x="3859775" y="2436041"/>
                  </a:lnTo>
                  <a:lnTo>
                    <a:pt x="3859902" y="2436041"/>
                  </a:lnTo>
                  <a:lnTo>
                    <a:pt x="3860028" y="2436041"/>
                  </a:lnTo>
                  <a:lnTo>
                    <a:pt x="3860154" y="2436041"/>
                  </a:lnTo>
                  <a:lnTo>
                    <a:pt x="3860280" y="2436041"/>
                  </a:lnTo>
                  <a:lnTo>
                    <a:pt x="3860407" y="2436041"/>
                  </a:lnTo>
                  <a:lnTo>
                    <a:pt x="3860533" y="2436041"/>
                  </a:lnTo>
                  <a:lnTo>
                    <a:pt x="3860659" y="2436041"/>
                  </a:lnTo>
                  <a:lnTo>
                    <a:pt x="3860786" y="2436041"/>
                  </a:lnTo>
                  <a:lnTo>
                    <a:pt x="3860912" y="2436041"/>
                  </a:lnTo>
                  <a:lnTo>
                    <a:pt x="3861038" y="2436041"/>
                  </a:lnTo>
                  <a:lnTo>
                    <a:pt x="3861164" y="2436041"/>
                  </a:lnTo>
                  <a:lnTo>
                    <a:pt x="3861291" y="2436041"/>
                  </a:lnTo>
                  <a:lnTo>
                    <a:pt x="3861417" y="2436041"/>
                  </a:lnTo>
                  <a:lnTo>
                    <a:pt x="3861543" y="2436041"/>
                  </a:lnTo>
                  <a:lnTo>
                    <a:pt x="3861669" y="2436041"/>
                  </a:lnTo>
                  <a:lnTo>
                    <a:pt x="3861796" y="2436041"/>
                  </a:lnTo>
                  <a:lnTo>
                    <a:pt x="3861922" y="2436041"/>
                  </a:lnTo>
                  <a:lnTo>
                    <a:pt x="3862048" y="2436041"/>
                  </a:lnTo>
                  <a:lnTo>
                    <a:pt x="3862174" y="2436041"/>
                  </a:lnTo>
                  <a:lnTo>
                    <a:pt x="3862301" y="2436041"/>
                  </a:lnTo>
                  <a:lnTo>
                    <a:pt x="3862427" y="2436041"/>
                  </a:lnTo>
                  <a:lnTo>
                    <a:pt x="3862553" y="2436041"/>
                  </a:lnTo>
                  <a:lnTo>
                    <a:pt x="3862679" y="2436041"/>
                  </a:lnTo>
                  <a:lnTo>
                    <a:pt x="3862806" y="2436041"/>
                  </a:lnTo>
                  <a:lnTo>
                    <a:pt x="3862932" y="2436041"/>
                  </a:lnTo>
                  <a:lnTo>
                    <a:pt x="3862932" y="2431130"/>
                  </a:lnTo>
                  <a:lnTo>
                    <a:pt x="3863058" y="2431130"/>
                  </a:lnTo>
                  <a:lnTo>
                    <a:pt x="3863184" y="2431130"/>
                  </a:lnTo>
                  <a:lnTo>
                    <a:pt x="3863311" y="2431130"/>
                  </a:lnTo>
                  <a:lnTo>
                    <a:pt x="3863437" y="2431130"/>
                  </a:lnTo>
                  <a:lnTo>
                    <a:pt x="3863563" y="2431130"/>
                  </a:lnTo>
                  <a:lnTo>
                    <a:pt x="3863689" y="2431130"/>
                  </a:lnTo>
                  <a:lnTo>
                    <a:pt x="3863816" y="2431130"/>
                  </a:lnTo>
                  <a:lnTo>
                    <a:pt x="3863942" y="2431130"/>
                  </a:lnTo>
                  <a:lnTo>
                    <a:pt x="3864068" y="2431130"/>
                  </a:lnTo>
                  <a:lnTo>
                    <a:pt x="3864194" y="2431130"/>
                  </a:lnTo>
                  <a:lnTo>
                    <a:pt x="3864321" y="2431130"/>
                  </a:lnTo>
                  <a:lnTo>
                    <a:pt x="3864447" y="2431130"/>
                  </a:lnTo>
                  <a:lnTo>
                    <a:pt x="3864447" y="2426219"/>
                  </a:lnTo>
                  <a:lnTo>
                    <a:pt x="3864573" y="2426219"/>
                  </a:lnTo>
                  <a:lnTo>
                    <a:pt x="3864699" y="2426219"/>
                  </a:lnTo>
                  <a:lnTo>
                    <a:pt x="3864826" y="2426219"/>
                  </a:lnTo>
                  <a:lnTo>
                    <a:pt x="3864952" y="2426219"/>
                  </a:lnTo>
                  <a:lnTo>
                    <a:pt x="3865078" y="2426219"/>
                  </a:lnTo>
                  <a:lnTo>
                    <a:pt x="3865204" y="2426219"/>
                  </a:lnTo>
                  <a:lnTo>
                    <a:pt x="3865331" y="2426219"/>
                  </a:lnTo>
                  <a:lnTo>
                    <a:pt x="3865457" y="2426219"/>
                  </a:lnTo>
                  <a:lnTo>
                    <a:pt x="3865583" y="2426219"/>
                  </a:lnTo>
                  <a:lnTo>
                    <a:pt x="3865709" y="2426219"/>
                  </a:lnTo>
                  <a:lnTo>
                    <a:pt x="3865836" y="2426219"/>
                  </a:lnTo>
                  <a:lnTo>
                    <a:pt x="3865962" y="2426219"/>
                  </a:lnTo>
                  <a:lnTo>
                    <a:pt x="3866088" y="2426219"/>
                  </a:lnTo>
                  <a:lnTo>
                    <a:pt x="3866215" y="2426219"/>
                  </a:lnTo>
                  <a:lnTo>
                    <a:pt x="3866341" y="2426219"/>
                  </a:lnTo>
                  <a:lnTo>
                    <a:pt x="3866467" y="2426219"/>
                  </a:lnTo>
                  <a:lnTo>
                    <a:pt x="3866593" y="2426219"/>
                  </a:lnTo>
                  <a:lnTo>
                    <a:pt x="3866720" y="2426219"/>
                  </a:lnTo>
                  <a:lnTo>
                    <a:pt x="3866846" y="2426219"/>
                  </a:lnTo>
                  <a:lnTo>
                    <a:pt x="3866972" y="2426219"/>
                  </a:lnTo>
                  <a:lnTo>
                    <a:pt x="3867098" y="2426219"/>
                  </a:lnTo>
                  <a:lnTo>
                    <a:pt x="3867225" y="2426219"/>
                  </a:lnTo>
                  <a:lnTo>
                    <a:pt x="3867351" y="2426219"/>
                  </a:lnTo>
                  <a:lnTo>
                    <a:pt x="3867477" y="2426219"/>
                  </a:lnTo>
                  <a:lnTo>
                    <a:pt x="3867603" y="2426219"/>
                  </a:lnTo>
                  <a:lnTo>
                    <a:pt x="3867730" y="2426219"/>
                  </a:lnTo>
                  <a:lnTo>
                    <a:pt x="3867856" y="2426219"/>
                  </a:lnTo>
                  <a:lnTo>
                    <a:pt x="3867982" y="2426219"/>
                  </a:lnTo>
                  <a:lnTo>
                    <a:pt x="3868108" y="2426219"/>
                  </a:lnTo>
                  <a:lnTo>
                    <a:pt x="3868235" y="2426219"/>
                  </a:lnTo>
                  <a:lnTo>
                    <a:pt x="3868361" y="2426219"/>
                  </a:lnTo>
                  <a:lnTo>
                    <a:pt x="3868487" y="2426219"/>
                  </a:lnTo>
                  <a:lnTo>
                    <a:pt x="3868613" y="2426219"/>
                  </a:lnTo>
                  <a:lnTo>
                    <a:pt x="3868740" y="2426219"/>
                  </a:lnTo>
                  <a:lnTo>
                    <a:pt x="3868866" y="2426219"/>
                  </a:lnTo>
                  <a:lnTo>
                    <a:pt x="3868992" y="2426219"/>
                  </a:lnTo>
                  <a:lnTo>
                    <a:pt x="3869118" y="2426219"/>
                  </a:lnTo>
                  <a:lnTo>
                    <a:pt x="3869245" y="2426219"/>
                  </a:lnTo>
                  <a:lnTo>
                    <a:pt x="3869371" y="2426219"/>
                  </a:lnTo>
                  <a:lnTo>
                    <a:pt x="3869497" y="2426219"/>
                  </a:lnTo>
                  <a:lnTo>
                    <a:pt x="3869623" y="2426219"/>
                  </a:lnTo>
                  <a:lnTo>
                    <a:pt x="3869750" y="2426219"/>
                  </a:lnTo>
                  <a:lnTo>
                    <a:pt x="3869876" y="2426219"/>
                  </a:lnTo>
                  <a:lnTo>
                    <a:pt x="3870002" y="2426219"/>
                  </a:lnTo>
                  <a:lnTo>
                    <a:pt x="3870128" y="2426219"/>
                  </a:lnTo>
                  <a:lnTo>
                    <a:pt x="3870255" y="2426219"/>
                  </a:lnTo>
                  <a:lnTo>
                    <a:pt x="3870381" y="2426219"/>
                  </a:lnTo>
                  <a:lnTo>
                    <a:pt x="3870381" y="2421307"/>
                  </a:lnTo>
                  <a:lnTo>
                    <a:pt x="3870507" y="2421307"/>
                  </a:lnTo>
                  <a:lnTo>
                    <a:pt x="3870633" y="2421307"/>
                  </a:lnTo>
                  <a:lnTo>
                    <a:pt x="3870760" y="2421307"/>
                  </a:lnTo>
                  <a:lnTo>
                    <a:pt x="3870886" y="2421307"/>
                  </a:lnTo>
                  <a:lnTo>
                    <a:pt x="3871012" y="2421307"/>
                  </a:lnTo>
                  <a:lnTo>
                    <a:pt x="3871139" y="2421307"/>
                  </a:lnTo>
                  <a:lnTo>
                    <a:pt x="3871265" y="2421307"/>
                  </a:lnTo>
                  <a:lnTo>
                    <a:pt x="3871391" y="2421307"/>
                  </a:lnTo>
                  <a:lnTo>
                    <a:pt x="3871517" y="2421307"/>
                  </a:lnTo>
                  <a:lnTo>
                    <a:pt x="3871644" y="2421307"/>
                  </a:lnTo>
                  <a:lnTo>
                    <a:pt x="3871770" y="2421307"/>
                  </a:lnTo>
                  <a:lnTo>
                    <a:pt x="3871896" y="2421307"/>
                  </a:lnTo>
                  <a:lnTo>
                    <a:pt x="3872022" y="2421307"/>
                  </a:lnTo>
                  <a:lnTo>
                    <a:pt x="3872149" y="2421307"/>
                  </a:lnTo>
                  <a:lnTo>
                    <a:pt x="3872275" y="2421307"/>
                  </a:lnTo>
                  <a:lnTo>
                    <a:pt x="3872401" y="2421307"/>
                  </a:lnTo>
                  <a:lnTo>
                    <a:pt x="3872527" y="2421307"/>
                  </a:lnTo>
                  <a:lnTo>
                    <a:pt x="3872654" y="2421307"/>
                  </a:lnTo>
                  <a:lnTo>
                    <a:pt x="3872780" y="2421307"/>
                  </a:lnTo>
                  <a:lnTo>
                    <a:pt x="3872906" y="2421307"/>
                  </a:lnTo>
                  <a:lnTo>
                    <a:pt x="3873032" y="2421307"/>
                  </a:lnTo>
                  <a:lnTo>
                    <a:pt x="3873159" y="2421307"/>
                  </a:lnTo>
                  <a:lnTo>
                    <a:pt x="3873285" y="2421307"/>
                  </a:lnTo>
                  <a:lnTo>
                    <a:pt x="3873411" y="2421307"/>
                  </a:lnTo>
                  <a:lnTo>
                    <a:pt x="3873537" y="2421307"/>
                  </a:lnTo>
                  <a:lnTo>
                    <a:pt x="3873664" y="2421307"/>
                  </a:lnTo>
                  <a:lnTo>
                    <a:pt x="3873790" y="2421307"/>
                  </a:lnTo>
                  <a:lnTo>
                    <a:pt x="3873916" y="2421307"/>
                  </a:lnTo>
                  <a:lnTo>
                    <a:pt x="3874042" y="2421307"/>
                  </a:lnTo>
                  <a:lnTo>
                    <a:pt x="3874169" y="2421307"/>
                  </a:lnTo>
                  <a:lnTo>
                    <a:pt x="3874295" y="2421307"/>
                  </a:lnTo>
                  <a:lnTo>
                    <a:pt x="3874421" y="2421307"/>
                  </a:lnTo>
                  <a:lnTo>
                    <a:pt x="3874547" y="2421307"/>
                  </a:lnTo>
                  <a:lnTo>
                    <a:pt x="3874674" y="2421307"/>
                  </a:lnTo>
                  <a:lnTo>
                    <a:pt x="3874674" y="2416396"/>
                  </a:lnTo>
                  <a:lnTo>
                    <a:pt x="3874800" y="2416396"/>
                  </a:lnTo>
                  <a:lnTo>
                    <a:pt x="3874926" y="2416396"/>
                  </a:lnTo>
                  <a:lnTo>
                    <a:pt x="3875052" y="2416396"/>
                  </a:lnTo>
                  <a:lnTo>
                    <a:pt x="3875179" y="2416396"/>
                  </a:lnTo>
                  <a:lnTo>
                    <a:pt x="3875305" y="2416396"/>
                  </a:lnTo>
                  <a:lnTo>
                    <a:pt x="3875431" y="2416396"/>
                  </a:lnTo>
                  <a:lnTo>
                    <a:pt x="3875557" y="2416396"/>
                  </a:lnTo>
                  <a:lnTo>
                    <a:pt x="3875684" y="2416396"/>
                  </a:lnTo>
                  <a:lnTo>
                    <a:pt x="3875810" y="2416396"/>
                  </a:lnTo>
                  <a:lnTo>
                    <a:pt x="3875936" y="2416396"/>
                  </a:lnTo>
                  <a:lnTo>
                    <a:pt x="3876062" y="2416396"/>
                  </a:lnTo>
                  <a:lnTo>
                    <a:pt x="3876189" y="2416396"/>
                  </a:lnTo>
                  <a:lnTo>
                    <a:pt x="3876315" y="2416396"/>
                  </a:lnTo>
                  <a:lnTo>
                    <a:pt x="3876441" y="2416396"/>
                  </a:lnTo>
                  <a:lnTo>
                    <a:pt x="3876568" y="2416396"/>
                  </a:lnTo>
                  <a:lnTo>
                    <a:pt x="3876694" y="2416396"/>
                  </a:lnTo>
                  <a:lnTo>
                    <a:pt x="3876820" y="2416396"/>
                  </a:lnTo>
                  <a:lnTo>
                    <a:pt x="3876946" y="2416396"/>
                  </a:lnTo>
                  <a:lnTo>
                    <a:pt x="3877073" y="2416396"/>
                  </a:lnTo>
                  <a:lnTo>
                    <a:pt x="3877199" y="2416396"/>
                  </a:lnTo>
                  <a:lnTo>
                    <a:pt x="3877325" y="2416396"/>
                  </a:lnTo>
                  <a:lnTo>
                    <a:pt x="3877451" y="2416396"/>
                  </a:lnTo>
                  <a:lnTo>
                    <a:pt x="3877578" y="2416396"/>
                  </a:lnTo>
                  <a:lnTo>
                    <a:pt x="3877704" y="2416396"/>
                  </a:lnTo>
                  <a:lnTo>
                    <a:pt x="3877830" y="2416396"/>
                  </a:lnTo>
                  <a:lnTo>
                    <a:pt x="3877956" y="2416396"/>
                  </a:lnTo>
                  <a:lnTo>
                    <a:pt x="3878083" y="2416396"/>
                  </a:lnTo>
                  <a:lnTo>
                    <a:pt x="3878209" y="2416396"/>
                  </a:lnTo>
                  <a:lnTo>
                    <a:pt x="3878335" y="2416396"/>
                  </a:lnTo>
                  <a:lnTo>
                    <a:pt x="3878461" y="2416396"/>
                  </a:lnTo>
                  <a:lnTo>
                    <a:pt x="3878588" y="2416396"/>
                  </a:lnTo>
                  <a:lnTo>
                    <a:pt x="3878714" y="2416396"/>
                  </a:lnTo>
                  <a:lnTo>
                    <a:pt x="3878840" y="2416396"/>
                  </a:lnTo>
                  <a:lnTo>
                    <a:pt x="3878966" y="2416396"/>
                  </a:lnTo>
                  <a:lnTo>
                    <a:pt x="3879093" y="2416396"/>
                  </a:lnTo>
                  <a:lnTo>
                    <a:pt x="3879219" y="2416396"/>
                  </a:lnTo>
                  <a:lnTo>
                    <a:pt x="3879345" y="2416396"/>
                  </a:lnTo>
                  <a:lnTo>
                    <a:pt x="3879471" y="2416396"/>
                  </a:lnTo>
                  <a:lnTo>
                    <a:pt x="3879598" y="2416396"/>
                  </a:lnTo>
                  <a:lnTo>
                    <a:pt x="3879724" y="2416396"/>
                  </a:lnTo>
                  <a:lnTo>
                    <a:pt x="3879850" y="2416396"/>
                  </a:lnTo>
                  <a:lnTo>
                    <a:pt x="3879976" y="2416396"/>
                  </a:lnTo>
                  <a:lnTo>
                    <a:pt x="3880103" y="2416396"/>
                  </a:lnTo>
                  <a:lnTo>
                    <a:pt x="3880229" y="2416396"/>
                  </a:lnTo>
                  <a:lnTo>
                    <a:pt x="3880355" y="2416396"/>
                  </a:lnTo>
                  <a:lnTo>
                    <a:pt x="3880481" y="2416396"/>
                  </a:lnTo>
                  <a:lnTo>
                    <a:pt x="3880608" y="2416396"/>
                  </a:lnTo>
                  <a:lnTo>
                    <a:pt x="3880734" y="2416396"/>
                  </a:lnTo>
                  <a:lnTo>
                    <a:pt x="3880860" y="2416396"/>
                  </a:lnTo>
                  <a:lnTo>
                    <a:pt x="3880986" y="2416396"/>
                  </a:lnTo>
                  <a:lnTo>
                    <a:pt x="3880986" y="2411485"/>
                  </a:lnTo>
                  <a:lnTo>
                    <a:pt x="3881113" y="2411485"/>
                  </a:lnTo>
                  <a:lnTo>
                    <a:pt x="3881239" y="2411485"/>
                  </a:lnTo>
                  <a:lnTo>
                    <a:pt x="3881365" y="2411485"/>
                  </a:lnTo>
                  <a:lnTo>
                    <a:pt x="3881365" y="2406573"/>
                  </a:lnTo>
                  <a:lnTo>
                    <a:pt x="3881492" y="2406573"/>
                  </a:lnTo>
                  <a:lnTo>
                    <a:pt x="3881618" y="2406573"/>
                  </a:lnTo>
                  <a:lnTo>
                    <a:pt x="3881744" y="2406573"/>
                  </a:lnTo>
                  <a:lnTo>
                    <a:pt x="3881870" y="2406573"/>
                  </a:lnTo>
                  <a:lnTo>
                    <a:pt x="3881997" y="2406573"/>
                  </a:lnTo>
                  <a:lnTo>
                    <a:pt x="3882123" y="2406573"/>
                  </a:lnTo>
                  <a:lnTo>
                    <a:pt x="3882249" y="2406573"/>
                  </a:lnTo>
                  <a:lnTo>
                    <a:pt x="3882375" y="2406573"/>
                  </a:lnTo>
                  <a:lnTo>
                    <a:pt x="3882502" y="2406573"/>
                  </a:lnTo>
                  <a:lnTo>
                    <a:pt x="3882628" y="2406573"/>
                  </a:lnTo>
                  <a:lnTo>
                    <a:pt x="3882754" y="2406573"/>
                  </a:lnTo>
                  <a:lnTo>
                    <a:pt x="3882880" y="2406573"/>
                  </a:lnTo>
                  <a:lnTo>
                    <a:pt x="3883007" y="2406573"/>
                  </a:lnTo>
                  <a:lnTo>
                    <a:pt x="3883133" y="2406573"/>
                  </a:lnTo>
                  <a:lnTo>
                    <a:pt x="3883259" y="2406573"/>
                  </a:lnTo>
                  <a:lnTo>
                    <a:pt x="3883385" y="2406573"/>
                  </a:lnTo>
                  <a:lnTo>
                    <a:pt x="3883512" y="2406573"/>
                  </a:lnTo>
                  <a:lnTo>
                    <a:pt x="3883638" y="2406573"/>
                  </a:lnTo>
                  <a:lnTo>
                    <a:pt x="3883764" y="2406573"/>
                  </a:lnTo>
                  <a:lnTo>
                    <a:pt x="3883890" y="2406573"/>
                  </a:lnTo>
                  <a:lnTo>
                    <a:pt x="3884017" y="2406573"/>
                  </a:lnTo>
                  <a:lnTo>
                    <a:pt x="3884143" y="2406573"/>
                  </a:lnTo>
                  <a:lnTo>
                    <a:pt x="3884269" y="2406573"/>
                  </a:lnTo>
                  <a:lnTo>
                    <a:pt x="3884395" y="2406573"/>
                  </a:lnTo>
                  <a:lnTo>
                    <a:pt x="3884522" y="2406573"/>
                  </a:lnTo>
                  <a:lnTo>
                    <a:pt x="3884648" y="2406573"/>
                  </a:lnTo>
                  <a:lnTo>
                    <a:pt x="3884774" y="2406573"/>
                  </a:lnTo>
                  <a:lnTo>
                    <a:pt x="3884900" y="2406573"/>
                  </a:lnTo>
                  <a:lnTo>
                    <a:pt x="3885027" y="2406573"/>
                  </a:lnTo>
                  <a:lnTo>
                    <a:pt x="3885153" y="2406573"/>
                  </a:lnTo>
                  <a:lnTo>
                    <a:pt x="3885279" y="2406573"/>
                  </a:lnTo>
                  <a:lnTo>
                    <a:pt x="3885405" y="2406573"/>
                  </a:lnTo>
                  <a:lnTo>
                    <a:pt x="3885532" y="2406573"/>
                  </a:lnTo>
                  <a:lnTo>
                    <a:pt x="3885658" y="2406573"/>
                  </a:lnTo>
                  <a:lnTo>
                    <a:pt x="3885784" y="2406573"/>
                  </a:lnTo>
                  <a:lnTo>
                    <a:pt x="3885910" y="2406573"/>
                  </a:lnTo>
                  <a:lnTo>
                    <a:pt x="3886037" y="2406573"/>
                  </a:lnTo>
                  <a:lnTo>
                    <a:pt x="3886163" y="2406573"/>
                  </a:lnTo>
                  <a:lnTo>
                    <a:pt x="3886289" y="2406573"/>
                  </a:lnTo>
                  <a:lnTo>
                    <a:pt x="3886415" y="2406573"/>
                  </a:lnTo>
                  <a:lnTo>
                    <a:pt x="3886542" y="2406573"/>
                  </a:lnTo>
                  <a:lnTo>
                    <a:pt x="3886668" y="2406573"/>
                  </a:lnTo>
                  <a:lnTo>
                    <a:pt x="3886794" y="2406573"/>
                  </a:lnTo>
                  <a:lnTo>
                    <a:pt x="3886921" y="2406573"/>
                  </a:lnTo>
                  <a:lnTo>
                    <a:pt x="3887047" y="2406573"/>
                  </a:lnTo>
                  <a:lnTo>
                    <a:pt x="3887173" y="2406573"/>
                  </a:lnTo>
                  <a:lnTo>
                    <a:pt x="3887299" y="2406573"/>
                  </a:lnTo>
                  <a:lnTo>
                    <a:pt x="3887426" y="2406573"/>
                  </a:lnTo>
                  <a:lnTo>
                    <a:pt x="3887552" y="2406573"/>
                  </a:lnTo>
                  <a:lnTo>
                    <a:pt x="3887678" y="2406573"/>
                  </a:lnTo>
                  <a:lnTo>
                    <a:pt x="3887804" y="2406573"/>
                  </a:lnTo>
                  <a:lnTo>
                    <a:pt x="3887931" y="2406573"/>
                  </a:lnTo>
                  <a:lnTo>
                    <a:pt x="3888057" y="2406573"/>
                  </a:lnTo>
                  <a:lnTo>
                    <a:pt x="3888183" y="2406573"/>
                  </a:lnTo>
                  <a:lnTo>
                    <a:pt x="3888309" y="2406573"/>
                  </a:lnTo>
                  <a:lnTo>
                    <a:pt x="3888436" y="2406573"/>
                  </a:lnTo>
                  <a:lnTo>
                    <a:pt x="3888562" y="2406573"/>
                  </a:lnTo>
                  <a:lnTo>
                    <a:pt x="3888688" y="2406573"/>
                  </a:lnTo>
                  <a:lnTo>
                    <a:pt x="3888814" y="2406573"/>
                  </a:lnTo>
                  <a:lnTo>
                    <a:pt x="3888941" y="2406573"/>
                  </a:lnTo>
                  <a:lnTo>
                    <a:pt x="3889067" y="2406573"/>
                  </a:lnTo>
                  <a:lnTo>
                    <a:pt x="3889193" y="2406573"/>
                  </a:lnTo>
                  <a:lnTo>
                    <a:pt x="3889319" y="2406573"/>
                  </a:lnTo>
                  <a:lnTo>
                    <a:pt x="3889446" y="2406573"/>
                  </a:lnTo>
                  <a:lnTo>
                    <a:pt x="3889572" y="2406573"/>
                  </a:lnTo>
                  <a:lnTo>
                    <a:pt x="3889698" y="2406573"/>
                  </a:lnTo>
                  <a:lnTo>
                    <a:pt x="3889824" y="2406573"/>
                  </a:lnTo>
                  <a:lnTo>
                    <a:pt x="3889951" y="2406573"/>
                  </a:lnTo>
                  <a:lnTo>
                    <a:pt x="3890077" y="2406573"/>
                  </a:lnTo>
                  <a:lnTo>
                    <a:pt x="3890203" y="2406573"/>
                  </a:lnTo>
                  <a:lnTo>
                    <a:pt x="3890329" y="2406573"/>
                  </a:lnTo>
                  <a:lnTo>
                    <a:pt x="3890456" y="2406573"/>
                  </a:lnTo>
                  <a:lnTo>
                    <a:pt x="3890582" y="2406573"/>
                  </a:lnTo>
                  <a:lnTo>
                    <a:pt x="3890708" y="2406573"/>
                  </a:lnTo>
                  <a:lnTo>
                    <a:pt x="3890834" y="2406573"/>
                  </a:lnTo>
                  <a:lnTo>
                    <a:pt x="3890961" y="2406573"/>
                  </a:lnTo>
                  <a:lnTo>
                    <a:pt x="3891087" y="2406573"/>
                  </a:lnTo>
                  <a:lnTo>
                    <a:pt x="3891213" y="2406573"/>
                  </a:lnTo>
                  <a:lnTo>
                    <a:pt x="3891339" y="2406573"/>
                  </a:lnTo>
                  <a:lnTo>
                    <a:pt x="3891466" y="2406573"/>
                  </a:lnTo>
                  <a:lnTo>
                    <a:pt x="3891592" y="2406573"/>
                  </a:lnTo>
                  <a:lnTo>
                    <a:pt x="3891718" y="2406573"/>
                  </a:lnTo>
                  <a:lnTo>
                    <a:pt x="3891845" y="2406573"/>
                  </a:lnTo>
                  <a:lnTo>
                    <a:pt x="3891845" y="2401662"/>
                  </a:lnTo>
                  <a:lnTo>
                    <a:pt x="3891971" y="2401662"/>
                  </a:lnTo>
                  <a:lnTo>
                    <a:pt x="3892097" y="2401662"/>
                  </a:lnTo>
                  <a:lnTo>
                    <a:pt x="3892223" y="2401662"/>
                  </a:lnTo>
                  <a:lnTo>
                    <a:pt x="3892350" y="2401662"/>
                  </a:lnTo>
                  <a:lnTo>
                    <a:pt x="3892476" y="2401662"/>
                  </a:lnTo>
                  <a:lnTo>
                    <a:pt x="3892602" y="2401662"/>
                  </a:lnTo>
                  <a:lnTo>
                    <a:pt x="3892728" y="2401662"/>
                  </a:lnTo>
                  <a:lnTo>
                    <a:pt x="3892855" y="2401662"/>
                  </a:lnTo>
                  <a:lnTo>
                    <a:pt x="3892981" y="2401662"/>
                  </a:lnTo>
                  <a:lnTo>
                    <a:pt x="3893107" y="2401662"/>
                  </a:lnTo>
                  <a:lnTo>
                    <a:pt x="3893233" y="2401662"/>
                  </a:lnTo>
                  <a:lnTo>
                    <a:pt x="3893360" y="2401662"/>
                  </a:lnTo>
                  <a:lnTo>
                    <a:pt x="3893486" y="2401662"/>
                  </a:lnTo>
                  <a:lnTo>
                    <a:pt x="3893612" y="2401662"/>
                  </a:lnTo>
                  <a:lnTo>
                    <a:pt x="3893738" y="2401662"/>
                  </a:lnTo>
                  <a:lnTo>
                    <a:pt x="3893865" y="2401662"/>
                  </a:lnTo>
                  <a:lnTo>
                    <a:pt x="3893991" y="2401662"/>
                  </a:lnTo>
                  <a:lnTo>
                    <a:pt x="3894117" y="2401662"/>
                  </a:lnTo>
                  <a:lnTo>
                    <a:pt x="3894243" y="2401662"/>
                  </a:lnTo>
                  <a:lnTo>
                    <a:pt x="3894370" y="2401662"/>
                  </a:lnTo>
                  <a:lnTo>
                    <a:pt x="3894496" y="2401662"/>
                  </a:lnTo>
                  <a:lnTo>
                    <a:pt x="3894622" y="2401662"/>
                  </a:lnTo>
                  <a:lnTo>
                    <a:pt x="3894748" y="2401662"/>
                  </a:lnTo>
                  <a:lnTo>
                    <a:pt x="3894875" y="2401662"/>
                  </a:lnTo>
                  <a:lnTo>
                    <a:pt x="3895001" y="2401662"/>
                  </a:lnTo>
                  <a:lnTo>
                    <a:pt x="3895127" y="2401662"/>
                  </a:lnTo>
                  <a:lnTo>
                    <a:pt x="3895253" y="2401662"/>
                  </a:lnTo>
                  <a:lnTo>
                    <a:pt x="3895380" y="2401662"/>
                  </a:lnTo>
                  <a:lnTo>
                    <a:pt x="3895506" y="2401662"/>
                  </a:lnTo>
                  <a:lnTo>
                    <a:pt x="3895632" y="2401662"/>
                  </a:lnTo>
                  <a:lnTo>
                    <a:pt x="3895758" y="2401662"/>
                  </a:lnTo>
                  <a:lnTo>
                    <a:pt x="3895885" y="2401662"/>
                  </a:lnTo>
                  <a:lnTo>
                    <a:pt x="3896011" y="2401662"/>
                  </a:lnTo>
                  <a:lnTo>
                    <a:pt x="3896137" y="2401662"/>
                  </a:lnTo>
                  <a:lnTo>
                    <a:pt x="3896263" y="2401662"/>
                  </a:lnTo>
                  <a:lnTo>
                    <a:pt x="3896390" y="2401662"/>
                  </a:lnTo>
                  <a:lnTo>
                    <a:pt x="3896516" y="2401662"/>
                  </a:lnTo>
                  <a:lnTo>
                    <a:pt x="3896642" y="2401662"/>
                  </a:lnTo>
                  <a:lnTo>
                    <a:pt x="3896768" y="2401662"/>
                  </a:lnTo>
                  <a:lnTo>
                    <a:pt x="3896895" y="2401662"/>
                  </a:lnTo>
                  <a:lnTo>
                    <a:pt x="3897021" y="2401662"/>
                  </a:lnTo>
                  <a:lnTo>
                    <a:pt x="3897147" y="2401662"/>
                  </a:lnTo>
                  <a:lnTo>
                    <a:pt x="3897274" y="2401662"/>
                  </a:lnTo>
                  <a:lnTo>
                    <a:pt x="3897400" y="2401662"/>
                  </a:lnTo>
                  <a:lnTo>
                    <a:pt x="3897526" y="2401662"/>
                  </a:lnTo>
                  <a:lnTo>
                    <a:pt x="3897652" y="2401662"/>
                  </a:lnTo>
                  <a:lnTo>
                    <a:pt x="3897779" y="2401662"/>
                  </a:lnTo>
                  <a:lnTo>
                    <a:pt x="3897905" y="2401662"/>
                  </a:lnTo>
                  <a:lnTo>
                    <a:pt x="3898031" y="2401662"/>
                  </a:lnTo>
                  <a:lnTo>
                    <a:pt x="3898157" y="2401662"/>
                  </a:lnTo>
                  <a:lnTo>
                    <a:pt x="3898284" y="2401662"/>
                  </a:lnTo>
                  <a:lnTo>
                    <a:pt x="3898410" y="2401662"/>
                  </a:lnTo>
                  <a:lnTo>
                    <a:pt x="3898536" y="2401662"/>
                  </a:lnTo>
                  <a:lnTo>
                    <a:pt x="3898662" y="2401662"/>
                  </a:lnTo>
                  <a:lnTo>
                    <a:pt x="3898789" y="2401662"/>
                  </a:lnTo>
                  <a:lnTo>
                    <a:pt x="3898915" y="2401662"/>
                  </a:lnTo>
                  <a:lnTo>
                    <a:pt x="3899041" y="2401662"/>
                  </a:lnTo>
                  <a:lnTo>
                    <a:pt x="3899167" y="2401662"/>
                  </a:lnTo>
                  <a:lnTo>
                    <a:pt x="3899294" y="2401662"/>
                  </a:lnTo>
                  <a:lnTo>
                    <a:pt x="3899420" y="2401662"/>
                  </a:lnTo>
                  <a:lnTo>
                    <a:pt x="3899546" y="2401662"/>
                  </a:lnTo>
                  <a:lnTo>
                    <a:pt x="3899672" y="2401662"/>
                  </a:lnTo>
                  <a:lnTo>
                    <a:pt x="3899799" y="2401662"/>
                  </a:lnTo>
                  <a:lnTo>
                    <a:pt x="3899925" y="2401662"/>
                  </a:lnTo>
                  <a:lnTo>
                    <a:pt x="3900051" y="2401662"/>
                  </a:lnTo>
                  <a:lnTo>
                    <a:pt x="3900177" y="2401662"/>
                  </a:lnTo>
                  <a:lnTo>
                    <a:pt x="3900304" y="2401662"/>
                  </a:lnTo>
                  <a:lnTo>
                    <a:pt x="3900430" y="2401662"/>
                  </a:lnTo>
                  <a:lnTo>
                    <a:pt x="3900556" y="2401662"/>
                  </a:lnTo>
                  <a:lnTo>
                    <a:pt x="3900682" y="2401662"/>
                  </a:lnTo>
                  <a:lnTo>
                    <a:pt x="3900809" y="2401662"/>
                  </a:lnTo>
                  <a:lnTo>
                    <a:pt x="3900935" y="2401662"/>
                  </a:lnTo>
                  <a:lnTo>
                    <a:pt x="3901061" y="2401662"/>
                  </a:lnTo>
                  <a:lnTo>
                    <a:pt x="3901187" y="2401662"/>
                  </a:lnTo>
                  <a:lnTo>
                    <a:pt x="3901314" y="2401662"/>
                  </a:lnTo>
                  <a:lnTo>
                    <a:pt x="3901440" y="2401662"/>
                  </a:lnTo>
                  <a:lnTo>
                    <a:pt x="3901566" y="2401662"/>
                  </a:lnTo>
                  <a:lnTo>
                    <a:pt x="3901692" y="2401662"/>
                  </a:lnTo>
                  <a:lnTo>
                    <a:pt x="3901819" y="2401662"/>
                  </a:lnTo>
                  <a:lnTo>
                    <a:pt x="3901945" y="2401662"/>
                  </a:lnTo>
                  <a:lnTo>
                    <a:pt x="3902071" y="2401662"/>
                  </a:lnTo>
                  <a:lnTo>
                    <a:pt x="3902198" y="2401662"/>
                  </a:lnTo>
                  <a:lnTo>
                    <a:pt x="3902324" y="2401662"/>
                  </a:lnTo>
                  <a:lnTo>
                    <a:pt x="3902450" y="2401662"/>
                  </a:lnTo>
                  <a:lnTo>
                    <a:pt x="3902576" y="2401662"/>
                  </a:lnTo>
                  <a:lnTo>
                    <a:pt x="3902703" y="2401662"/>
                  </a:lnTo>
                  <a:lnTo>
                    <a:pt x="3902829" y="2401662"/>
                  </a:lnTo>
                  <a:lnTo>
                    <a:pt x="3902955" y="2401662"/>
                  </a:lnTo>
                  <a:lnTo>
                    <a:pt x="3903081" y="2401662"/>
                  </a:lnTo>
                  <a:lnTo>
                    <a:pt x="3903208" y="2401662"/>
                  </a:lnTo>
                  <a:lnTo>
                    <a:pt x="3903334" y="2401662"/>
                  </a:lnTo>
                  <a:lnTo>
                    <a:pt x="3903460" y="2401662"/>
                  </a:lnTo>
                  <a:lnTo>
                    <a:pt x="3903460" y="2396750"/>
                  </a:lnTo>
                  <a:lnTo>
                    <a:pt x="3903586" y="2396750"/>
                  </a:lnTo>
                  <a:lnTo>
                    <a:pt x="3903713" y="2396750"/>
                  </a:lnTo>
                  <a:lnTo>
                    <a:pt x="3903839" y="2396750"/>
                  </a:lnTo>
                  <a:lnTo>
                    <a:pt x="3903965" y="2396750"/>
                  </a:lnTo>
                  <a:lnTo>
                    <a:pt x="3904091" y="2396750"/>
                  </a:lnTo>
                  <a:lnTo>
                    <a:pt x="3904218" y="2396750"/>
                  </a:lnTo>
                  <a:lnTo>
                    <a:pt x="3904344" y="2396750"/>
                  </a:lnTo>
                  <a:lnTo>
                    <a:pt x="3904470" y="2396750"/>
                  </a:lnTo>
                  <a:lnTo>
                    <a:pt x="3904596" y="2396750"/>
                  </a:lnTo>
                  <a:lnTo>
                    <a:pt x="3904723" y="2396750"/>
                  </a:lnTo>
                  <a:lnTo>
                    <a:pt x="3904849" y="2396750"/>
                  </a:lnTo>
                  <a:lnTo>
                    <a:pt x="3904975" y="2396750"/>
                  </a:lnTo>
                  <a:lnTo>
                    <a:pt x="3905101" y="2396750"/>
                  </a:lnTo>
                  <a:lnTo>
                    <a:pt x="3905228" y="2396750"/>
                  </a:lnTo>
                  <a:lnTo>
                    <a:pt x="3905354" y="2396750"/>
                  </a:lnTo>
                  <a:lnTo>
                    <a:pt x="3905480" y="2396750"/>
                  </a:lnTo>
                  <a:lnTo>
                    <a:pt x="3905606" y="2396750"/>
                  </a:lnTo>
                  <a:lnTo>
                    <a:pt x="3905733" y="2396750"/>
                  </a:lnTo>
                  <a:lnTo>
                    <a:pt x="3905859" y="2396750"/>
                  </a:lnTo>
                  <a:lnTo>
                    <a:pt x="3905985" y="2396750"/>
                  </a:lnTo>
                  <a:lnTo>
                    <a:pt x="3906111" y="2396750"/>
                  </a:lnTo>
                  <a:lnTo>
                    <a:pt x="3906238" y="2396750"/>
                  </a:lnTo>
                  <a:lnTo>
                    <a:pt x="3906364" y="2396750"/>
                  </a:lnTo>
                  <a:lnTo>
                    <a:pt x="3906490" y="2396750"/>
                  </a:lnTo>
                  <a:lnTo>
                    <a:pt x="3906616" y="2396750"/>
                  </a:lnTo>
                  <a:lnTo>
                    <a:pt x="3906743" y="2396750"/>
                  </a:lnTo>
                  <a:lnTo>
                    <a:pt x="3906869" y="2396750"/>
                  </a:lnTo>
                  <a:lnTo>
                    <a:pt x="3906995" y="2396750"/>
                  </a:lnTo>
                  <a:lnTo>
                    <a:pt x="3907121" y="2396750"/>
                  </a:lnTo>
                  <a:lnTo>
                    <a:pt x="3907248" y="2396750"/>
                  </a:lnTo>
                  <a:lnTo>
                    <a:pt x="3907374" y="2396750"/>
                  </a:lnTo>
                  <a:lnTo>
                    <a:pt x="3907500" y="2396750"/>
                  </a:lnTo>
                  <a:lnTo>
                    <a:pt x="3907627" y="2396750"/>
                  </a:lnTo>
                  <a:lnTo>
                    <a:pt x="3907753" y="2396750"/>
                  </a:lnTo>
                  <a:lnTo>
                    <a:pt x="3907879" y="2396750"/>
                  </a:lnTo>
                  <a:lnTo>
                    <a:pt x="3908005" y="2396750"/>
                  </a:lnTo>
                  <a:lnTo>
                    <a:pt x="3908132" y="2396750"/>
                  </a:lnTo>
                  <a:lnTo>
                    <a:pt x="3908258" y="2396750"/>
                  </a:lnTo>
                  <a:lnTo>
                    <a:pt x="3908384" y="2396750"/>
                  </a:lnTo>
                  <a:lnTo>
                    <a:pt x="3908510" y="2396750"/>
                  </a:lnTo>
                  <a:lnTo>
                    <a:pt x="3908637" y="2396750"/>
                  </a:lnTo>
                  <a:lnTo>
                    <a:pt x="3908763" y="2396750"/>
                  </a:lnTo>
                  <a:lnTo>
                    <a:pt x="3908889" y="2396750"/>
                  </a:lnTo>
                  <a:lnTo>
                    <a:pt x="3909015" y="2396750"/>
                  </a:lnTo>
                  <a:lnTo>
                    <a:pt x="3909142" y="2396750"/>
                  </a:lnTo>
                  <a:lnTo>
                    <a:pt x="3909268" y="2396750"/>
                  </a:lnTo>
                  <a:lnTo>
                    <a:pt x="3909394" y="2396750"/>
                  </a:lnTo>
                  <a:lnTo>
                    <a:pt x="3909520" y="2396750"/>
                  </a:lnTo>
                  <a:lnTo>
                    <a:pt x="3909647" y="2396750"/>
                  </a:lnTo>
                  <a:lnTo>
                    <a:pt x="3909773" y="2396750"/>
                  </a:lnTo>
                  <a:lnTo>
                    <a:pt x="3909899" y="2396750"/>
                  </a:lnTo>
                  <a:lnTo>
                    <a:pt x="3910025" y="2396750"/>
                  </a:lnTo>
                  <a:lnTo>
                    <a:pt x="3910152" y="2396750"/>
                  </a:lnTo>
                  <a:lnTo>
                    <a:pt x="3910278" y="2396750"/>
                  </a:lnTo>
                  <a:lnTo>
                    <a:pt x="3910404" y="2396750"/>
                  </a:lnTo>
                  <a:lnTo>
                    <a:pt x="3910530" y="2396750"/>
                  </a:lnTo>
                  <a:lnTo>
                    <a:pt x="3910657" y="2396750"/>
                  </a:lnTo>
                  <a:lnTo>
                    <a:pt x="3910783" y="2396750"/>
                  </a:lnTo>
                  <a:lnTo>
                    <a:pt x="3910909" y="2396750"/>
                  </a:lnTo>
                  <a:lnTo>
                    <a:pt x="3911035" y="2396750"/>
                  </a:lnTo>
                  <a:lnTo>
                    <a:pt x="3911162" y="2396750"/>
                  </a:lnTo>
                  <a:lnTo>
                    <a:pt x="3911288" y="2396750"/>
                  </a:lnTo>
                  <a:lnTo>
                    <a:pt x="3911414" y="2396750"/>
                  </a:lnTo>
                  <a:lnTo>
                    <a:pt x="3911540" y="2396750"/>
                  </a:lnTo>
                  <a:lnTo>
                    <a:pt x="3911667" y="2396750"/>
                  </a:lnTo>
                  <a:lnTo>
                    <a:pt x="3911793" y="2396750"/>
                  </a:lnTo>
                  <a:lnTo>
                    <a:pt x="3911919" y="2396750"/>
                  </a:lnTo>
                  <a:lnTo>
                    <a:pt x="3911919" y="2391839"/>
                  </a:lnTo>
                  <a:lnTo>
                    <a:pt x="3912045" y="2391839"/>
                  </a:lnTo>
                  <a:lnTo>
                    <a:pt x="3912172" y="2391839"/>
                  </a:lnTo>
                  <a:lnTo>
                    <a:pt x="3912172" y="2386928"/>
                  </a:lnTo>
                  <a:lnTo>
                    <a:pt x="3912298" y="2386928"/>
                  </a:lnTo>
                  <a:lnTo>
                    <a:pt x="3912424" y="2386928"/>
                  </a:lnTo>
                  <a:lnTo>
                    <a:pt x="3912551" y="2386928"/>
                  </a:lnTo>
                  <a:lnTo>
                    <a:pt x="3912677" y="2386928"/>
                  </a:lnTo>
                  <a:lnTo>
                    <a:pt x="3912803" y="2386928"/>
                  </a:lnTo>
                  <a:lnTo>
                    <a:pt x="3912929" y="2386928"/>
                  </a:lnTo>
                  <a:lnTo>
                    <a:pt x="3913056" y="2386928"/>
                  </a:lnTo>
                  <a:lnTo>
                    <a:pt x="3913182" y="2386928"/>
                  </a:lnTo>
                  <a:lnTo>
                    <a:pt x="3913308" y="2386928"/>
                  </a:lnTo>
                  <a:lnTo>
                    <a:pt x="3913434" y="2386928"/>
                  </a:lnTo>
                  <a:lnTo>
                    <a:pt x="3913561" y="2386928"/>
                  </a:lnTo>
                  <a:lnTo>
                    <a:pt x="3913687" y="2386928"/>
                  </a:lnTo>
                  <a:lnTo>
                    <a:pt x="3913813" y="2386928"/>
                  </a:lnTo>
                  <a:lnTo>
                    <a:pt x="3913939" y="2386928"/>
                  </a:lnTo>
                  <a:lnTo>
                    <a:pt x="3914066" y="2386928"/>
                  </a:lnTo>
                  <a:lnTo>
                    <a:pt x="3914192" y="2386928"/>
                  </a:lnTo>
                  <a:lnTo>
                    <a:pt x="3914318" y="2386928"/>
                  </a:lnTo>
                  <a:lnTo>
                    <a:pt x="3914444" y="2386928"/>
                  </a:lnTo>
                  <a:lnTo>
                    <a:pt x="3914571" y="2386928"/>
                  </a:lnTo>
                  <a:lnTo>
                    <a:pt x="3914697" y="2386928"/>
                  </a:lnTo>
                  <a:lnTo>
                    <a:pt x="3914697" y="2382016"/>
                  </a:lnTo>
                  <a:lnTo>
                    <a:pt x="3914823" y="2382016"/>
                  </a:lnTo>
                  <a:lnTo>
                    <a:pt x="3914949" y="2382016"/>
                  </a:lnTo>
                  <a:lnTo>
                    <a:pt x="3915076" y="2382016"/>
                  </a:lnTo>
                  <a:lnTo>
                    <a:pt x="3915076" y="2377105"/>
                  </a:lnTo>
                  <a:lnTo>
                    <a:pt x="3915202" y="2377105"/>
                  </a:lnTo>
                  <a:lnTo>
                    <a:pt x="3915328" y="2377105"/>
                  </a:lnTo>
                  <a:lnTo>
                    <a:pt x="3915454" y="2377105"/>
                  </a:lnTo>
                  <a:lnTo>
                    <a:pt x="3915581" y="2377105"/>
                  </a:lnTo>
                  <a:lnTo>
                    <a:pt x="3915707" y="2377105"/>
                  </a:lnTo>
                  <a:lnTo>
                    <a:pt x="3915833" y="2377105"/>
                  </a:lnTo>
                  <a:lnTo>
                    <a:pt x="3915959" y="2377105"/>
                  </a:lnTo>
                  <a:lnTo>
                    <a:pt x="3916086" y="2377105"/>
                  </a:lnTo>
                  <a:lnTo>
                    <a:pt x="3916212" y="2377105"/>
                  </a:lnTo>
                  <a:lnTo>
                    <a:pt x="3916338" y="2377105"/>
                  </a:lnTo>
                  <a:lnTo>
                    <a:pt x="3916464" y="2377105"/>
                  </a:lnTo>
                  <a:lnTo>
                    <a:pt x="3916591" y="2377105"/>
                  </a:lnTo>
                  <a:lnTo>
                    <a:pt x="3916717" y="2377105"/>
                  </a:lnTo>
                  <a:lnTo>
                    <a:pt x="3916843" y="2377105"/>
                  </a:lnTo>
                  <a:lnTo>
                    <a:pt x="3916969" y="2377105"/>
                  </a:lnTo>
                  <a:lnTo>
                    <a:pt x="3917096" y="2377105"/>
                  </a:lnTo>
                  <a:lnTo>
                    <a:pt x="3917222" y="2377105"/>
                  </a:lnTo>
                  <a:lnTo>
                    <a:pt x="3917222" y="2372194"/>
                  </a:lnTo>
                  <a:lnTo>
                    <a:pt x="3917348" y="2372194"/>
                  </a:lnTo>
                  <a:lnTo>
                    <a:pt x="3917474" y="2372194"/>
                  </a:lnTo>
                  <a:lnTo>
                    <a:pt x="3917601" y="2372194"/>
                  </a:lnTo>
                  <a:lnTo>
                    <a:pt x="3917727" y="2372194"/>
                  </a:lnTo>
                  <a:lnTo>
                    <a:pt x="3917853" y="2372194"/>
                  </a:lnTo>
                  <a:lnTo>
                    <a:pt x="3917980" y="2372194"/>
                  </a:lnTo>
                  <a:lnTo>
                    <a:pt x="3918106" y="2372194"/>
                  </a:lnTo>
                  <a:lnTo>
                    <a:pt x="3918232" y="2372194"/>
                  </a:lnTo>
                  <a:lnTo>
                    <a:pt x="3918358" y="2372194"/>
                  </a:lnTo>
                  <a:lnTo>
                    <a:pt x="3918485" y="2372194"/>
                  </a:lnTo>
                  <a:lnTo>
                    <a:pt x="3918611" y="2372194"/>
                  </a:lnTo>
                  <a:lnTo>
                    <a:pt x="3918737" y="2372194"/>
                  </a:lnTo>
                  <a:lnTo>
                    <a:pt x="3918863" y="2372194"/>
                  </a:lnTo>
                  <a:lnTo>
                    <a:pt x="3918990" y="2372194"/>
                  </a:lnTo>
                  <a:lnTo>
                    <a:pt x="3919116" y="2372194"/>
                  </a:lnTo>
                  <a:lnTo>
                    <a:pt x="3919242" y="2372194"/>
                  </a:lnTo>
                  <a:lnTo>
                    <a:pt x="3919368" y="2372194"/>
                  </a:lnTo>
                  <a:lnTo>
                    <a:pt x="3919495" y="2372194"/>
                  </a:lnTo>
                  <a:lnTo>
                    <a:pt x="3919621" y="2372194"/>
                  </a:lnTo>
                  <a:lnTo>
                    <a:pt x="3919747" y="2372194"/>
                  </a:lnTo>
                  <a:lnTo>
                    <a:pt x="3919873" y="2372194"/>
                  </a:lnTo>
                  <a:lnTo>
                    <a:pt x="3920000" y="2372194"/>
                  </a:lnTo>
                  <a:lnTo>
                    <a:pt x="3920126" y="2372194"/>
                  </a:lnTo>
                  <a:lnTo>
                    <a:pt x="3920126" y="2367282"/>
                  </a:lnTo>
                  <a:lnTo>
                    <a:pt x="3920252" y="2367282"/>
                  </a:lnTo>
                  <a:lnTo>
                    <a:pt x="3920378" y="2367282"/>
                  </a:lnTo>
                  <a:lnTo>
                    <a:pt x="3920505" y="2367282"/>
                  </a:lnTo>
                  <a:lnTo>
                    <a:pt x="3920631" y="2367282"/>
                  </a:lnTo>
                  <a:lnTo>
                    <a:pt x="3920757" y="2367282"/>
                  </a:lnTo>
                  <a:lnTo>
                    <a:pt x="3920883" y="2367282"/>
                  </a:lnTo>
                  <a:lnTo>
                    <a:pt x="3921010" y="2367282"/>
                  </a:lnTo>
                  <a:lnTo>
                    <a:pt x="3921136" y="2367282"/>
                  </a:lnTo>
                  <a:lnTo>
                    <a:pt x="3921262" y="2367282"/>
                  </a:lnTo>
                  <a:lnTo>
                    <a:pt x="3921262" y="2362371"/>
                  </a:lnTo>
                  <a:lnTo>
                    <a:pt x="3921388" y="2362371"/>
                  </a:lnTo>
                  <a:lnTo>
                    <a:pt x="3921515" y="2362371"/>
                  </a:lnTo>
                  <a:lnTo>
                    <a:pt x="3921641" y="2362371"/>
                  </a:lnTo>
                  <a:lnTo>
                    <a:pt x="3921767" y="2362371"/>
                  </a:lnTo>
                  <a:lnTo>
                    <a:pt x="3921893" y="2362371"/>
                  </a:lnTo>
                  <a:lnTo>
                    <a:pt x="3922020" y="2362371"/>
                  </a:lnTo>
                  <a:lnTo>
                    <a:pt x="3922146" y="2362371"/>
                  </a:lnTo>
                  <a:lnTo>
                    <a:pt x="3922272" y="2362371"/>
                  </a:lnTo>
                  <a:lnTo>
                    <a:pt x="3922398" y="2362371"/>
                  </a:lnTo>
                  <a:lnTo>
                    <a:pt x="3922525" y="2362371"/>
                  </a:lnTo>
                  <a:lnTo>
                    <a:pt x="3922651" y="2362371"/>
                  </a:lnTo>
                  <a:lnTo>
                    <a:pt x="3922777" y="2362371"/>
                  </a:lnTo>
                  <a:lnTo>
                    <a:pt x="3922904" y="2362371"/>
                  </a:lnTo>
                  <a:lnTo>
                    <a:pt x="3923030" y="2362371"/>
                  </a:lnTo>
                  <a:lnTo>
                    <a:pt x="3923156" y="2362371"/>
                  </a:lnTo>
                  <a:lnTo>
                    <a:pt x="3923282" y="2362371"/>
                  </a:lnTo>
                  <a:lnTo>
                    <a:pt x="3923409" y="2362371"/>
                  </a:lnTo>
                  <a:lnTo>
                    <a:pt x="3923535" y="2362371"/>
                  </a:lnTo>
                  <a:lnTo>
                    <a:pt x="3923661" y="2362371"/>
                  </a:lnTo>
                  <a:lnTo>
                    <a:pt x="3923787" y="2362371"/>
                  </a:lnTo>
                  <a:lnTo>
                    <a:pt x="3923914" y="2362371"/>
                  </a:lnTo>
                  <a:lnTo>
                    <a:pt x="3924040" y="2362371"/>
                  </a:lnTo>
                  <a:lnTo>
                    <a:pt x="3924166" y="2362371"/>
                  </a:lnTo>
                  <a:lnTo>
                    <a:pt x="3924292" y="2362371"/>
                  </a:lnTo>
                  <a:lnTo>
                    <a:pt x="3924419" y="2362371"/>
                  </a:lnTo>
                  <a:lnTo>
                    <a:pt x="3924419" y="2357459"/>
                  </a:lnTo>
                  <a:lnTo>
                    <a:pt x="3924545" y="2357459"/>
                  </a:lnTo>
                  <a:lnTo>
                    <a:pt x="3924671" y="2357459"/>
                  </a:lnTo>
                  <a:lnTo>
                    <a:pt x="3924797" y="2357459"/>
                  </a:lnTo>
                  <a:lnTo>
                    <a:pt x="3924924" y="2357459"/>
                  </a:lnTo>
                  <a:lnTo>
                    <a:pt x="3925050" y="2357459"/>
                  </a:lnTo>
                  <a:lnTo>
                    <a:pt x="3925176" y="2357459"/>
                  </a:lnTo>
                  <a:lnTo>
                    <a:pt x="3925302" y="2357459"/>
                  </a:lnTo>
                  <a:lnTo>
                    <a:pt x="3925429" y="2357459"/>
                  </a:lnTo>
                  <a:lnTo>
                    <a:pt x="3925555" y="2357459"/>
                  </a:lnTo>
                  <a:lnTo>
                    <a:pt x="3925681" y="2357459"/>
                  </a:lnTo>
                  <a:lnTo>
                    <a:pt x="3925807" y="2357459"/>
                  </a:lnTo>
                  <a:lnTo>
                    <a:pt x="3925934" y="2357459"/>
                  </a:lnTo>
                  <a:lnTo>
                    <a:pt x="3926060" y="2357459"/>
                  </a:lnTo>
                  <a:lnTo>
                    <a:pt x="3926186" y="2357459"/>
                  </a:lnTo>
                  <a:lnTo>
                    <a:pt x="3926312" y="2357459"/>
                  </a:lnTo>
                  <a:lnTo>
                    <a:pt x="3926439" y="2357459"/>
                  </a:lnTo>
                  <a:lnTo>
                    <a:pt x="3926565" y="2357459"/>
                  </a:lnTo>
                  <a:lnTo>
                    <a:pt x="3926691" y="2357459"/>
                  </a:lnTo>
                  <a:lnTo>
                    <a:pt x="3926817" y="2357459"/>
                  </a:lnTo>
                  <a:lnTo>
                    <a:pt x="3926944" y="2357459"/>
                  </a:lnTo>
                  <a:lnTo>
                    <a:pt x="3927070" y="2357459"/>
                  </a:lnTo>
                  <a:lnTo>
                    <a:pt x="3927196" y="2357459"/>
                  </a:lnTo>
                  <a:lnTo>
                    <a:pt x="3927322" y="2357459"/>
                  </a:lnTo>
                  <a:lnTo>
                    <a:pt x="3927449" y="2357459"/>
                  </a:lnTo>
                  <a:lnTo>
                    <a:pt x="3927575" y="2357459"/>
                  </a:lnTo>
                  <a:lnTo>
                    <a:pt x="3927701" y="2357459"/>
                  </a:lnTo>
                  <a:lnTo>
                    <a:pt x="3927828" y="2357459"/>
                  </a:lnTo>
                  <a:lnTo>
                    <a:pt x="3927954" y="2357459"/>
                  </a:lnTo>
                  <a:lnTo>
                    <a:pt x="3928080" y="2357459"/>
                  </a:lnTo>
                  <a:lnTo>
                    <a:pt x="3928206" y="2357459"/>
                  </a:lnTo>
                  <a:lnTo>
                    <a:pt x="3928333" y="2357459"/>
                  </a:lnTo>
                  <a:lnTo>
                    <a:pt x="3928459" y="2357459"/>
                  </a:lnTo>
                  <a:lnTo>
                    <a:pt x="3928585" y="2357459"/>
                  </a:lnTo>
                  <a:lnTo>
                    <a:pt x="3928711" y="2357459"/>
                  </a:lnTo>
                  <a:lnTo>
                    <a:pt x="3928838" y="2357459"/>
                  </a:lnTo>
                  <a:lnTo>
                    <a:pt x="3928964" y="2357459"/>
                  </a:lnTo>
                  <a:lnTo>
                    <a:pt x="3929090" y="2357459"/>
                  </a:lnTo>
                  <a:lnTo>
                    <a:pt x="3929216" y="2357459"/>
                  </a:lnTo>
                  <a:lnTo>
                    <a:pt x="3929343" y="2357459"/>
                  </a:lnTo>
                  <a:lnTo>
                    <a:pt x="3929469" y="2357459"/>
                  </a:lnTo>
                  <a:lnTo>
                    <a:pt x="3929595" y="2357459"/>
                  </a:lnTo>
                  <a:lnTo>
                    <a:pt x="3929721" y="2357459"/>
                  </a:lnTo>
                  <a:lnTo>
                    <a:pt x="3929848" y="2357459"/>
                  </a:lnTo>
                  <a:lnTo>
                    <a:pt x="3929974" y="2357459"/>
                  </a:lnTo>
                  <a:lnTo>
                    <a:pt x="3930100" y="2357459"/>
                  </a:lnTo>
                  <a:lnTo>
                    <a:pt x="3930226" y="2357459"/>
                  </a:lnTo>
                  <a:lnTo>
                    <a:pt x="3930353" y="2357459"/>
                  </a:lnTo>
                  <a:lnTo>
                    <a:pt x="3930479" y="2357459"/>
                  </a:lnTo>
                  <a:lnTo>
                    <a:pt x="3930605" y="2357459"/>
                  </a:lnTo>
                  <a:lnTo>
                    <a:pt x="3930731" y="2357459"/>
                  </a:lnTo>
                  <a:lnTo>
                    <a:pt x="3930858" y="2357459"/>
                  </a:lnTo>
                  <a:lnTo>
                    <a:pt x="3930984" y="2357459"/>
                  </a:lnTo>
                  <a:lnTo>
                    <a:pt x="3931110" y="2357459"/>
                  </a:lnTo>
                  <a:lnTo>
                    <a:pt x="3931236" y="2357459"/>
                  </a:lnTo>
                  <a:lnTo>
                    <a:pt x="3931363" y="2357459"/>
                  </a:lnTo>
                  <a:lnTo>
                    <a:pt x="3931489" y="2357459"/>
                  </a:lnTo>
                  <a:lnTo>
                    <a:pt x="3931615" y="2357459"/>
                  </a:lnTo>
                  <a:lnTo>
                    <a:pt x="3931741" y="2357459"/>
                  </a:lnTo>
                  <a:lnTo>
                    <a:pt x="3931868" y="2357459"/>
                  </a:lnTo>
                  <a:lnTo>
                    <a:pt x="3931994" y="2357459"/>
                  </a:lnTo>
                  <a:lnTo>
                    <a:pt x="3932120" y="2357459"/>
                  </a:lnTo>
                  <a:lnTo>
                    <a:pt x="3932246" y="2357459"/>
                  </a:lnTo>
                  <a:lnTo>
                    <a:pt x="3932373" y="2357459"/>
                  </a:lnTo>
                  <a:lnTo>
                    <a:pt x="3932499" y="2357459"/>
                  </a:lnTo>
                  <a:lnTo>
                    <a:pt x="3932625" y="2357459"/>
                  </a:lnTo>
                  <a:lnTo>
                    <a:pt x="3932751" y="2357459"/>
                  </a:lnTo>
                  <a:lnTo>
                    <a:pt x="3932878" y="2357459"/>
                  </a:lnTo>
                  <a:lnTo>
                    <a:pt x="3933004" y="2357459"/>
                  </a:lnTo>
                  <a:lnTo>
                    <a:pt x="3933130" y="2357459"/>
                  </a:lnTo>
                  <a:lnTo>
                    <a:pt x="3933257" y="2357459"/>
                  </a:lnTo>
                  <a:lnTo>
                    <a:pt x="3933383" y="2357459"/>
                  </a:lnTo>
                  <a:lnTo>
                    <a:pt x="3933509" y="2357459"/>
                  </a:lnTo>
                  <a:lnTo>
                    <a:pt x="3933635" y="2357459"/>
                  </a:lnTo>
                  <a:lnTo>
                    <a:pt x="3933762" y="2357459"/>
                  </a:lnTo>
                  <a:lnTo>
                    <a:pt x="3933888" y="2357459"/>
                  </a:lnTo>
                  <a:lnTo>
                    <a:pt x="3934014" y="2357459"/>
                  </a:lnTo>
                  <a:lnTo>
                    <a:pt x="3934014" y="2352548"/>
                  </a:lnTo>
                  <a:lnTo>
                    <a:pt x="3934140" y="2352548"/>
                  </a:lnTo>
                  <a:lnTo>
                    <a:pt x="3934267" y="2352548"/>
                  </a:lnTo>
                  <a:lnTo>
                    <a:pt x="3934393" y="2352548"/>
                  </a:lnTo>
                  <a:lnTo>
                    <a:pt x="3934519" y="2352548"/>
                  </a:lnTo>
                  <a:lnTo>
                    <a:pt x="3934645" y="2352548"/>
                  </a:lnTo>
                  <a:lnTo>
                    <a:pt x="3934772" y="2352548"/>
                  </a:lnTo>
                  <a:lnTo>
                    <a:pt x="3934898" y="2352548"/>
                  </a:lnTo>
                  <a:lnTo>
                    <a:pt x="3935024" y="2352548"/>
                  </a:lnTo>
                  <a:lnTo>
                    <a:pt x="3935150" y="2352548"/>
                  </a:lnTo>
                  <a:lnTo>
                    <a:pt x="3935277" y="2352548"/>
                  </a:lnTo>
                  <a:lnTo>
                    <a:pt x="3935403" y="2352548"/>
                  </a:lnTo>
                  <a:lnTo>
                    <a:pt x="3935529" y="2352548"/>
                  </a:lnTo>
                  <a:lnTo>
                    <a:pt x="3935655" y="2352548"/>
                  </a:lnTo>
                  <a:lnTo>
                    <a:pt x="3935782" y="2352548"/>
                  </a:lnTo>
                  <a:lnTo>
                    <a:pt x="3935908" y="2352548"/>
                  </a:lnTo>
                  <a:lnTo>
                    <a:pt x="3936034" y="2352548"/>
                  </a:lnTo>
                  <a:lnTo>
                    <a:pt x="3936160" y="2352548"/>
                  </a:lnTo>
                  <a:lnTo>
                    <a:pt x="3936287" y="2352548"/>
                  </a:lnTo>
                  <a:lnTo>
                    <a:pt x="3936413" y="2352548"/>
                  </a:lnTo>
                  <a:lnTo>
                    <a:pt x="3936539" y="2352548"/>
                  </a:lnTo>
                  <a:lnTo>
                    <a:pt x="3936665" y="2352548"/>
                  </a:lnTo>
                  <a:lnTo>
                    <a:pt x="3936792" y="2352548"/>
                  </a:lnTo>
                  <a:lnTo>
                    <a:pt x="3936918" y="2352548"/>
                  </a:lnTo>
                  <a:lnTo>
                    <a:pt x="3937044" y="2352548"/>
                  </a:lnTo>
                  <a:lnTo>
                    <a:pt x="3937170" y="2352548"/>
                  </a:lnTo>
                  <a:lnTo>
                    <a:pt x="3937297" y="2352548"/>
                  </a:lnTo>
                  <a:lnTo>
                    <a:pt x="3937423" y="2352548"/>
                  </a:lnTo>
                  <a:lnTo>
                    <a:pt x="3937549" y="2352548"/>
                  </a:lnTo>
                  <a:lnTo>
                    <a:pt x="3937675" y="2352548"/>
                  </a:lnTo>
                  <a:lnTo>
                    <a:pt x="3937802" y="2352548"/>
                  </a:lnTo>
                  <a:lnTo>
                    <a:pt x="3937928" y="2352548"/>
                  </a:lnTo>
                  <a:lnTo>
                    <a:pt x="3938054" y="2352548"/>
                  </a:lnTo>
                  <a:lnTo>
                    <a:pt x="3938181" y="2352548"/>
                  </a:lnTo>
                  <a:lnTo>
                    <a:pt x="3938307" y="2352548"/>
                  </a:lnTo>
                  <a:lnTo>
                    <a:pt x="3938433" y="2352548"/>
                  </a:lnTo>
                  <a:lnTo>
                    <a:pt x="3938559" y="2352548"/>
                  </a:lnTo>
                  <a:lnTo>
                    <a:pt x="3938686" y="2352548"/>
                  </a:lnTo>
                  <a:lnTo>
                    <a:pt x="3938812" y="2352548"/>
                  </a:lnTo>
                  <a:lnTo>
                    <a:pt x="3938938" y="2352548"/>
                  </a:lnTo>
                  <a:lnTo>
                    <a:pt x="3939064" y="2352548"/>
                  </a:lnTo>
                  <a:lnTo>
                    <a:pt x="3939191" y="2352548"/>
                  </a:lnTo>
                  <a:lnTo>
                    <a:pt x="3939317" y="2352548"/>
                  </a:lnTo>
                  <a:lnTo>
                    <a:pt x="3939443" y="2352548"/>
                  </a:lnTo>
                  <a:lnTo>
                    <a:pt x="3939569" y="2352548"/>
                  </a:lnTo>
                  <a:lnTo>
                    <a:pt x="3939696" y="2352548"/>
                  </a:lnTo>
                  <a:lnTo>
                    <a:pt x="3939822" y="2352548"/>
                  </a:lnTo>
                  <a:lnTo>
                    <a:pt x="3939948" y="2352548"/>
                  </a:lnTo>
                  <a:lnTo>
                    <a:pt x="3940074" y="2352548"/>
                  </a:lnTo>
                  <a:lnTo>
                    <a:pt x="3940201" y="2352548"/>
                  </a:lnTo>
                  <a:lnTo>
                    <a:pt x="3940327" y="2352548"/>
                  </a:lnTo>
                  <a:lnTo>
                    <a:pt x="3940453" y="2352548"/>
                  </a:lnTo>
                  <a:lnTo>
                    <a:pt x="3940579" y="2352548"/>
                  </a:lnTo>
                  <a:lnTo>
                    <a:pt x="3940706" y="2352548"/>
                  </a:lnTo>
                  <a:lnTo>
                    <a:pt x="3940832" y="2352548"/>
                  </a:lnTo>
                  <a:lnTo>
                    <a:pt x="3940958" y="2352548"/>
                  </a:lnTo>
                  <a:lnTo>
                    <a:pt x="3941084" y="2352548"/>
                  </a:lnTo>
                  <a:lnTo>
                    <a:pt x="3941211" y="2352548"/>
                  </a:lnTo>
                  <a:lnTo>
                    <a:pt x="3941337" y="2352548"/>
                  </a:lnTo>
                  <a:lnTo>
                    <a:pt x="3941463" y="2352548"/>
                  </a:lnTo>
                  <a:lnTo>
                    <a:pt x="3941589" y="2352548"/>
                  </a:lnTo>
                  <a:lnTo>
                    <a:pt x="3941716" y="2352548"/>
                  </a:lnTo>
                  <a:lnTo>
                    <a:pt x="3941842" y="2352548"/>
                  </a:lnTo>
                  <a:lnTo>
                    <a:pt x="3941968" y="2352548"/>
                  </a:lnTo>
                  <a:lnTo>
                    <a:pt x="3942094" y="2352548"/>
                  </a:lnTo>
                  <a:lnTo>
                    <a:pt x="3942221" y="2352548"/>
                  </a:lnTo>
                  <a:lnTo>
                    <a:pt x="3942347" y="2352548"/>
                  </a:lnTo>
                  <a:lnTo>
                    <a:pt x="3942473" y="2352548"/>
                  </a:lnTo>
                  <a:lnTo>
                    <a:pt x="3942599" y="2352548"/>
                  </a:lnTo>
                  <a:lnTo>
                    <a:pt x="3942726" y="2352548"/>
                  </a:lnTo>
                  <a:lnTo>
                    <a:pt x="3942852" y="2352548"/>
                  </a:lnTo>
                  <a:lnTo>
                    <a:pt x="3942978" y="2352548"/>
                  </a:lnTo>
                  <a:lnTo>
                    <a:pt x="3943104" y="2352548"/>
                  </a:lnTo>
                  <a:lnTo>
                    <a:pt x="3943231" y="2352548"/>
                  </a:lnTo>
                  <a:lnTo>
                    <a:pt x="3943357" y="2352548"/>
                  </a:lnTo>
                  <a:lnTo>
                    <a:pt x="3943483" y="2352548"/>
                  </a:lnTo>
                  <a:lnTo>
                    <a:pt x="3943483" y="2347637"/>
                  </a:lnTo>
                  <a:lnTo>
                    <a:pt x="3943610" y="2347637"/>
                  </a:lnTo>
                  <a:lnTo>
                    <a:pt x="3943736" y="2347637"/>
                  </a:lnTo>
                  <a:lnTo>
                    <a:pt x="3943862" y="2347637"/>
                  </a:lnTo>
                  <a:lnTo>
                    <a:pt x="3943988" y="2347637"/>
                  </a:lnTo>
                  <a:lnTo>
                    <a:pt x="3944115" y="2347637"/>
                  </a:lnTo>
                  <a:lnTo>
                    <a:pt x="3944241" y="2347637"/>
                  </a:lnTo>
                  <a:lnTo>
                    <a:pt x="3944367" y="2347637"/>
                  </a:lnTo>
                  <a:lnTo>
                    <a:pt x="3944367" y="2342725"/>
                  </a:lnTo>
                  <a:lnTo>
                    <a:pt x="3944493" y="2342725"/>
                  </a:lnTo>
                  <a:lnTo>
                    <a:pt x="3944620" y="2342725"/>
                  </a:lnTo>
                  <a:lnTo>
                    <a:pt x="3944746" y="2342725"/>
                  </a:lnTo>
                  <a:lnTo>
                    <a:pt x="3944872" y="2342725"/>
                  </a:lnTo>
                  <a:lnTo>
                    <a:pt x="3944998" y="2342725"/>
                  </a:lnTo>
                  <a:lnTo>
                    <a:pt x="3945125" y="2342725"/>
                  </a:lnTo>
                  <a:lnTo>
                    <a:pt x="3945251" y="2342725"/>
                  </a:lnTo>
                  <a:lnTo>
                    <a:pt x="3945377" y="2342725"/>
                  </a:lnTo>
                  <a:lnTo>
                    <a:pt x="3945503" y="2342725"/>
                  </a:lnTo>
                  <a:lnTo>
                    <a:pt x="3945630" y="2342725"/>
                  </a:lnTo>
                  <a:lnTo>
                    <a:pt x="3945756" y="2342725"/>
                  </a:lnTo>
                  <a:lnTo>
                    <a:pt x="3945882" y="2342725"/>
                  </a:lnTo>
                  <a:lnTo>
                    <a:pt x="3946008" y="2342725"/>
                  </a:lnTo>
                  <a:lnTo>
                    <a:pt x="3946135" y="2342725"/>
                  </a:lnTo>
                  <a:lnTo>
                    <a:pt x="3946261" y="2342725"/>
                  </a:lnTo>
                  <a:lnTo>
                    <a:pt x="3946387" y="2342725"/>
                  </a:lnTo>
                  <a:lnTo>
                    <a:pt x="3946513" y="2342725"/>
                  </a:lnTo>
                  <a:lnTo>
                    <a:pt x="3946640" y="2342725"/>
                  </a:lnTo>
                  <a:lnTo>
                    <a:pt x="3946766" y="2342725"/>
                  </a:lnTo>
                  <a:lnTo>
                    <a:pt x="3946892" y="2342725"/>
                  </a:lnTo>
                  <a:lnTo>
                    <a:pt x="3947018" y="2342725"/>
                  </a:lnTo>
                  <a:lnTo>
                    <a:pt x="3947145" y="2342725"/>
                  </a:lnTo>
                  <a:lnTo>
                    <a:pt x="3947271" y="2342725"/>
                  </a:lnTo>
                  <a:lnTo>
                    <a:pt x="3947397" y="2342725"/>
                  </a:lnTo>
                  <a:lnTo>
                    <a:pt x="3947523" y="2342725"/>
                  </a:lnTo>
                  <a:lnTo>
                    <a:pt x="3947650" y="2342725"/>
                  </a:lnTo>
                  <a:lnTo>
                    <a:pt x="3947776" y="2342725"/>
                  </a:lnTo>
                  <a:lnTo>
                    <a:pt x="3947902" y="2342725"/>
                  </a:lnTo>
                  <a:lnTo>
                    <a:pt x="3948028" y="2342725"/>
                  </a:lnTo>
                  <a:lnTo>
                    <a:pt x="3948155" y="2342725"/>
                  </a:lnTo>
                  <a:lnTo>
                    <a:pt x="3948281" y="2342725"/>
                  </a:lnTo>
                  <a:lnTo>
                    <a:pt x="3948407" y="2342725"/>
                  </a:lnTo>
                  <a:lnTo>
                    <a:pt x="3948534" y="2342725"/>
                  </a:lnTo>
                  <a:lnTo>
                    <a:pt x="3948660" y="2342725"/>
                  </a:lnTo>
                  <a:lnTo>
                    <a:pt x="3948786" y="2342725"/>
                  </a:lnTo>
                  <a:lnTo>
                    <a:pt x="3948912" y="2342725"/>
                  </a:lnTo>
                  <a:lnTo>
                    <a:pt x="3949039" y="2342725"/>
                  </a:lnTo>
                  <a:lnTo>
                    <a:pt x="3949165" y="2342725"/>
                  </a:lnTo>
                  <a:lnTo>
                    <a:pt x="3949291" y="2342725"/>
                  </a:lnTo>
                  <a:lnTo>
                    <a:pt x="3949417" y="2342725"/>
                  </a:lnTo>
                  <a:lnTo>
                    <a:pt x="3949544" y="2342725"/>
                  </a:lnTo>
                  <a:lnTo>
                    <a:pt x="3949670" y="2342725"/>
                  </a:lnTo>
                  <a:lnTo>
                    <a:pt x="3949796" y="2342725"/>
                  </a:lnTo>
                  <a:lnTo>
                    <a:pt x="3949922" y="2342725"/>
                  </a:lnTo>
                  <a:lnTo>
                    <a:pt x="3949922" y="2337814"/>
                  </a:lnTo>
                  <a:lnTo>
                    <a:pt x="3950049" y="2337814"/>
                  </a:lnTo>
                  <a:lnTo>
                    <a:pt x="3950175" y="2337814"/>
                  </a:lnTo>
                  <a:lnTo>
                    <a:pt x="3950301" y="2337814"/>
                  </a:lnTo>
                  <a:lnTo>
                    <a:pt x="3950427" y="2337814"/>
                  </a:lnTo>
                  <a:lnTo>
                    <a:pt x="3950554" y="2337814"/>
                  </a:lnTo>
                  <a:lnTo>
                    <a:pt x="3950680" y="2337814"/>
                  </a:lnTo>
                  <a:lnTo>
                    <a:pt x="3950806" y="2337814"/>
                  </a:lnTo>
                  <a:lnTo>
                    <a:pt x="3950932" y="2337814"/>
                  </a:lnTo>
                  <a:lnTo>
                    <a:pt x="3951059" y="2337814"/>
                  </a:lnTo>
                  <a:lnTo>
                    <a:pt x="3951185" y="2337814"/>
                  </a:lnTo>
                  <a:lnTo>
                    <a:pt x="3951311" y="2337814"/>
                  </a:lnTo>
                  <a:lnTo>
                    <a:pt x="3951437" y="2337814"/>
                  </a:lnTo>
                  <a:lnTo>
                    <a:pt x="3951564" y="2337814"/>
                  </a:lnTo>
                  <a:lnTo>
                    <a:pt x="3951690" y="2337814"/>
                  </a:lnTo>
                  <a:lnTo>
                    <a:pt x="3951816" y="2337814"/>
                  </a:lnTo>
                  <a:lnTo>
                    <a:pt x="3951942" y="2337814"/>
                  </a:lnTo>
                  <a:lnTo>
                    <a:pt x="3952069" y="2337814"/>
                  </a:lnTo>
                  <a:lnTo>
                    <a:pt x="3952195" y="2337814"/>
                  </a:lnTo>
                  <a:lnTo>
                    <a:pt x="3952321" y="2337814"/>
                  </a:lnTo>
                  <a:lnTo>
                    <a:pt x="3952447" y="2337814"/>
                  </a:lnTo>
                  <a:lnTo>
                    <a:pt x="3952574" y="2337814"/>
                  </a:lnTo>
                  <a:lnTo>
                    <a:pt x="3952700" y="2337814"/>
                  </a:lnTo>
                  <a:lnTo>
                    <a:pt x="3952826" y="2337814"/>
                  </a:lnTo>
                  <a:lnTo>
                    <a:pt x="3952952" y="2337814"/>
                  </a:lnTo>
                  <a:lnTo>
                    <a:pt x="3953079" y="2337814"/>
                  </a:lnTo>
                  <a:lnTo>
                    <a:pt x="3953205" y="2337814"/>
                  </a:lnTo>
                  <a:lnTo>
                    <a:pt x="3953331" y="2337814"/>
                  </a:lnTo>
                  <a:lnTo>
                    <a:pt x="3953457" y="2337814"/>
                  </a:lnTo>
                  <a:lnTo>
                    <a:pt x="3953584" y="2337814"/>
                  </a:lnTo>
                  <a:lnTo>
                    <a:pt x="3953710" y="2337814"/>
                  </a:lnTo>
                  <a:lnTo>
                    <a:pt x="3953836" y="2337814"/>
                  </a:lnTo>
                  <a:lnTo>
                    <a:pt x="3953963" y="2337814"/>
                  </a:lnTo>
                  <a:lnTo>
                    <a:pt x="3954089" y="2337814"/>
                  </a:lnTo>
                  <a:lnTo>
                    <a:pt x="3954215" y="2337814"/>
                  </a:lnTo>
                  <a:lnTo>
                    <a:pt x="3954341" y="2337814"/>
                  </a:lnTo>
                  <a:lnTo>
                    <a:pt x="3954468" y="2337814"/>
                  </a:lnTo>
                  <a:lnTo>
                    <a:pt x="3954594" y="2337814"/>
                  </a:lnTo>
                  <a:lnTo>
                    <a:pt x="3954720" y="2337814"/>
                  </a:lnTo>
                  <a:lnTo>
                    <a:pt x="3954846" y="2337814"/>
                  </a:lnTo>
                  <a:lnTo>
                    <a:pt x="3954973" y="2337814"/>
                  </a:lnTo>
                  <a:lnTo>
                    <a:pt x="3955099" y="2337814"/>
                  </a:lnTo>
                  <a:lnTo>
                    <a:pt x="3955225" y="2337814"/>
                  </a:lnTo>
                  <a:lnTo>
                    <a:pt x="3955351" y="2337814"/>
                  </a:lnTo>
                  <a:lnTo>
                    <a:pt x="3955478" y="2337814"/>
                  </a:lnTo>
                  <a:lnTo>
                    <a:pt x="3955604" y="2337814"/>
                  </a:lnTo>
                  <a:lnTo>
                    <a:pt x="3955730" y="2337814"/>
                  </a:lnTo>
                  <a:lnTo>
                    <a:pt x="3955856" y="2337814"/>
                  </a:lnTo>
                  <a:lnTo>
                    <a:pt x="3955983" y="2337814"/>
                  </a:lnTo>
                  <a:lnTo>
                    <a:pt x="3956109" y="2337814"/>
                  </a:lnTo>
                  <a:lnTo>
                    <a:pt x="3956235" y="2337814"/>
                  </a:lnTo>
                  <a:lnTo>
                    <a:pt x="3956361" y="2337814"/>
                  </a:lnTo>
                  <a:lnTo>
                    <a:pt x="3956488" y="2337814"/>
                  </a:lnTo>
                  <a:lnTo>
                    <a:pt x="3956614" y="2337814"/>
                  </a:lnTo>
                  <a:lnTo>
                    <a:pt x="3956740" y="2337814"/>
                  </a:lnTo>
                  <a:lnTo>
                    <a:pt x="3956866" y="2337814"/>
                  </a:lnTo>
                  <a:lnTo>
                    <a:pt x="3956993" y="2337814"/>
                  </a:lnTo>
                  <a:lnTo>
                    <a:pt x="3957119" y="2337814"/>
                  </a:lnTo>
                  <a:lnTo>
                    <a:pt x="3957245" y="2337814"/>
                  </a:lnTo>
                  <a:lnTo>
                    <a:pt x="3957371" y="2337814"/>
                  </a:lnTo>
                  <a:lnTo>
                    <a:pt x="3957498" y="2337814"/>
                  </a:lnTo>
                  <a:lnTo>
                    <a:pt x="3957624" y="2337814"/>
                  </a:lnTo>
                  <a:lnTo>
                    <a:pt x="3957750" y="2337814"/>
                  </a:lnTo>
                  <a:lnTo>
                    <a:pt x="3957876" y="2337814"/>
                  </a:lnTo>
                  <a:lnTo>
                    <a:pt x="3958003" y="2337814"/>
                  </a:lnTo>
                  <a:lnTo>
                    <a:pt x="3958129" y="2337814"/>
                  </a:lnTo>
                  <a:lnTo>
                    <a:pt x="3958255" y="2337814"/>
                  </a:lnTo>
                  <a:lnTo>
                    <a:pt x="3958381" y="2337814"/>
                  </a:lnTo>
                  <a:lnTo>
                    <a:pt x="3958508" y="2337814"/>
                  </a:lnTo>
                  <a:lnTo>
                    <a:pt x="3958634" y="2337814"/>
                  </a:lnTo>
                  <a:lnTo>
                    <a:pt x="3958760" y="2337814"/>
                  </a:lnTo>
                  <a:lnTo>
                    <a:pt x="3958887" y="2337814"/>
                  </a:lnTo>
                  <a:lnTo>
                    <a:pt x="3959013" y="2337814"/>
                  </a:lnTo>
                  <a:lnTo>
                    <a:pt x="3959139" y="2337814"/>
                  </a:lnTo>
                  <a:lnTo>
                    <a:pt x="3959265" y="2337814"/>
                  </a:lnTo>
                  <a:lnTo>
                    <a:pt x="3959392" y="2337814"/>
                  </a:lnTo>
                  <a:lnTo>
                    <a:pt x="3959518" y="2337814"/>
                  </a:lnTo>
                  <a:lnTo>
                    <a:pt x="3959644" y="2337814"/>
                  </a:lnTo>
                  <a:lnTo>
                    <a:pt x="3959770" y="2337814"/>
                  </a:lnTo>
                  <a:lnTo>
                    <a:pt x="3959897" y="2337814"/>
                  </a:lnTo>
                  <a:lnTo>
                    <a:pt x="3960023" y="2337814"/>
                  </a:lnTo>
                  <a:lnTo>
                    <a:pt x="3960149" y="2337814"/>
                  </a:lnTo>
                  <a:lnTo>
                    <a:pt x="3960275" y="2337814"/>
                  </a:lnTo>
                  <a:lnTo>
                    <a:pt x="3960402" y="2337814"/>
                  </a:lnTo>
                  <a:lnTo>
                    <a:pt x="3960528" y="2337814"/>
                  </a:lnTo>
                  <a:lnTo>
                    <a:pt x="3960654" y="2337814"/>
                  </a:lnTo>
                  <a:lnTo>
                    <a:pt x="3960780" y="2337814"/>
                  </a:lnTo>
                  <a:lnTo>
                    <a:pt x="3960907" y="2337814"/>
                  </a:lnTo>
                  <a:lnTo>
                    <a:pt x="3961033" y="2337814"/>
                  </a:lnTo>
                  <a:lnTo>
                    <a:pt x="3961159" y="2337814"/>
                  </a:lnTo>
                  <a:lnTo>
                    <a:pt x="3961285" y="2337814"/>
                  </a:lnTo>
                  <a:lnTo>
                    <a:pt x="3961412" y="2337814"/>
                  </a:lnTo>
                  <a:lnTo>
                    <a:pt x="3961538" y="2337814"/>
                  </a:lnTo>
                  <a:lnTo>
                    <a:pt x="3961664" y="2337814"/>
                  </a:lnTo>
                  <a:lnTo>
                    <a:pt x="3961790" y="2337814"/>
                  </a:lnTo>
                  <a:lnTo>
                    <a:pt x="3961917" y="2337814"/>
                  </a:lnTo>
                  <a:lnTo>
                    <a:pt x="3962043" y="2337814"/>
                  </a:lnTo>
                  <a:lnTo>
                    <a:pt x="3962169" y="2337814"/>
                  </a:lnTo>
                  <a:lnTo>
                    <a:pt x="3962295" y="2337814"/>
                  </a:lnTo>
                  <a:lnTo>
                    <a:pt x="3962422" y="2337814"/>
                  </a:lnTo>
                  <a:lnTo>
                    <a:pt x="3962548" y="2337814"/>
                  </a:lnTo>
                  <a:lnTo>
                    <a:pt x="3962674" y="2337814"/>
                  </a:lnTo>
                  <a:lnTo>
                    <a:pt x="3962800" y="2337814"/>
                  </a:lnTo>
                  <a:lnTo>
                    <a:pt x="3962927" y="2337814"/>
                  </a:lnTo>
                  <a:lnTo>
                    <a:pt x="3963053" y="2337814"/>
                  </a:lnTo>
                  <a:lnTo>
                    <a:pt x="3963179" y="2337814"/>
                  </a:lnTo>
                  <a:lnTo>
                    <a:pt x="3963305" y="2337814"/>
                  </a:lnTo>
                  <a:lnTo>
                    <a:pt x="3963432" y="2337814"/>
                  </a:lnTo>
                  <a:lnTo>
                    <a:pt x="3963558" y="2337814"/>
                  </a:lnTo>
                  <a:lnTo>
                    <a:pt x="3963684" y="2337814"/>
                  </a:lnTo>
                  <a:lnTo>
                    <a:pt x="3963810" y="2337814"/>
                  </a:lnTo>
                  <a:lnTo>
                    <a:pt x="3963937" y="2337814"/>
                  </a:lnTo>
                  <a:lnTo>
                    <a:pt x="3964063" y="2337814"/>
                  </a:lnTo>
                  <a:lnTo>
                    <a:pt x="3964189" y="2337814"/>
                  </a:lnTo>
                  <a:lnTo>
                    <a:pt x="3964316" y="2337814"/>
                  </a:lnTo>
                  <a:lnTo>
                    <a:pt x="3964442" y="2337814"/>
                  </a:lnTo>
                  <a:lnTo>
                    <a:pt x="3964568" y="2337814"/>
                  </a:lnTo>
                  <a:lnTo>
                    <a:pt x="3964694" y="2337814"/>
                  </a:lnTo>
                  <a:lnTo>
                    <a:pt x="3964821" y="2337814"/>
                  </a:lnTo>
                  <a:lnTo>
                    <a:pt x="3964947" y="2337814"/>
                  </a:lnTo>
                  <a:lnTo>
                    <a:pt x="3965073" y="2337814"/>
                  </a:lnTo>
                  <a:lnTo>
                    <a:pt x="3965199" y="2337814"/>
                  </a:lnTo>
                  <a:lnTo>
                    <a:pt x="3965326" y="2337814"/>
                  </a:lnTo>
                  <a:lnTo>
                    <a:pt x="3965452" y="2337814"/>
                  </a:lnTo>
                  <a:lnTo>
                    <a:pt x="3965578" y="2337814"/>
                  </a:lnTo>
                  <a:lnTo>
                    <a:pt x="3965704" y="2337814"/>
                  </a:lnTo>
                  <a:lnTo>
                    <a:pt x="3965831" y="2337814"/>
                  </a:lnTo>
                  <a:lnTo>
                    <a:pt x="3965957" y="2337814"/>
                  </a:lnTo>
                  <a:lnTo>
                    <a:pt x="3966083" y="2337814"/>
                  </a:lnTo>
                  <a:lnTo>
                    <a:pt x="3966209" y="2337814"/>
                  </a:lnTo>
                  <a:lnTo>
                    <a:pt x="3966336" y="2337814"/>
                  </a:lnTo>
                  <a:lnTo>
                    <a:pt x="3966462" y="2337814"/>
                  </a:lnTo>
                  <a:lnTo>
                    <a:pt x="3966588" y="2337814"/>
                  </a:lnTo>
                  <a:lnTo>
                    <a:pt x="3966714" y="2337814"/>
                  </a:lnTo>
                  <a:lnTo>
                    <a:pt x="3966841" y="2337814"/>
                  </a:lnTo>
                  <a:lnTo>
                    <a:pt x="3966967" y="2337814"/>
                  </a:lnTo>
                  <a:lnTo>
                    <a:pt x="3967093" y="2337814"/>
                  </a:lnTo>
                  <a:lnTo>
                    <a:pt x="3967219" y="2337814"/>
                  </a:lnTo>
                  <a:lnTo>
                    <a:pt x="3967346" y="2337814"/>
                  </a:lnTo>
                  <a:lnTo>
                    <a:pt x="3967472" y="2337814"/>
                  </a:lnTo>
                  <a:lnTo>
                    <a:pt x="3967598" y="2337814"/>
                  </a:lnTo>
                  <a:lnTo>
                    <a:pt x="3967724" y="2337814"/>
                  </a:lnTo>
                  <a:lnTo>
                    <a:pt x="3967851" y="2337814"/>
                  </a:lnTo>
                  <a:lnTo>
                    <a:pt x="3967977" y="2337814"/>
                  </a:lnTo>
                  <a:lnTo>
                    <a:pt x="3968103" y="2337814"/>
                  </a:lnTo>
                  <a:lnTo>
                    <a:pt x="3968229" y="2337814"/>
                  </a:lnTo>
                  <a:lnTo>
                    <a:pt x="3968356" y="2337814"/>
                  </a:lnTo>
                  <a:lnTo>
                    <a:pt x="3968482" y="2337814"/>
                  </a:lnTo>
                  <a:lnTo>
                    <a:pt x="3968608" y="2337814"/>
                  </a:lnTo>
                  <a:lnTo>
                    <a:pt x="3968734" y="2337814"/>
                  </a:lnTo>
                  <a:lnTo>
                    <a:pt x="3968861" y="2337814"/>
                  </a:lnTo>
                  <a:lnTo>
                    <a:pt x="3968987" y="2337814"/>
                  </a:lnTo>
                  <a:lnTo>
                    <a:pt x="3969113" y="2337814"/>
                  </a:lnTo>
                  <a:lnTo>
                    <a:pt x="3969240" y="2337814"/>
                  </a:lnTo>
                  <a:lnTo>
                    <a:pt x="3969366" y="2337814"/>
                  </a:lnTo>
                  <a:lnTo>
                    <a:pt x="3969492" y="2337814"/>
                  </a:lnTo>
                  <a:lnTo>
                    <a:pt x="3969618" y="2337814"/>
                  </a:lnTo>
                  <a:lnTo>
                    <a:pt x="3969745" y="2337814"/>
                  </a:lnTo>
                  <a:lnTo>
                    <a:pt x="3969871" y="2337814"/>
                  </a:lnTo>
                  <a:lnTo>
                    <a:pt x="3969997" y="2337814"/>
                  </a:lnTo>
                  <a:lnTo>
                    <a:pt x="3970123" y="2337814"/>
                  </a:lnTo>
                  <a:lnTo>
                    <a:pt x="3970250" y="2337814"/>
                  </a:lnTo>
                  <a:lnTo>
                    <a:pt x="3970376" y="2337814"/>
                  </a:lnTo>
                  <a:lnTo>
                    <a:pt x="3970502" y="2337814"/>
                  </a:lnTo>
                  <a:lnTo>
                    <a:pt x="3970628" y="2337814"/>
                  </a:lnTo>
                  <a:lnTo>
                    <a:pt x="3970755" y="2337814"/>
                  </a:lnTo>
                  <a:lnTo>
                    <a:pt x="3970881" y="2337814"/>
                  </a:lnTo>
                  <a:lnTo>
                    <a:pt x="3971007" y="2337814"/>
                  </a:lnTo>
                  <a:lnTo>
                    <a:pt x="3971133" y="2337814"/>
                  </a:lnTo>
                  <a:lnTo>
                    <a:pt x="3971260" y="2337814"/>
                  </a:lnTo>
                  <a:lnTo>
                    <a:pt x="3971386" y="2337814"/>
                  </a:lnTo>
                  <a:lnTo>
                    <a:pt x="3971512" y="2337814"/>
                  </a:lnTo>
                  <a:lnTo>
                    <a:pt x="3971638" y="2337814"/>
                  </a:lnTo>
                  <a:lnTo>
                    <a:pt x="3971765" y="2337814"/>
                  </a:lnTo>
                  <a:lnTo>
                    <a:pt x="3971891" y="2337814"/>
                  </a:lnTo>
                  <a:lnTo>
                    <a:pt x="3972017" y="2337814"/>
                  </a:lnTo>
                  <a:lnTo>
                    <a:pt x="3972143" y="2337814"/>
                  </a:lnTo>
                  <a:lnTo>
                    <a:pt x="3972270" y="2337814"/>
                  </a:lnTo>
                  <a:lnTo>
                    <a:pt x="3972396" y="2337814"/>
                  </a:lnTo>
                  <a:lnTo>
                    <a:pt x="3972522" y="2337814"/>
                  </a:lnTo>
                  <a:lnTo>
                    <a:pt x="3972648" y="2337814"/>
                  </a:lnTo>
                  <a:lnTo>
                    <a:pt x="3972775" y="2337814"/>
                  </a:lnTo>
                  <a:lnTo>
                    <a:pt x="3972901" y="2337814"/>
                  </a:lnTo>
                  <a:lnTo>
                    <a:pt x="3973027" y="2337814"/>
                  </a:lnTo>
                  <a:lnTo>
                    <a:pt x="3973153" y="2337814"/>
                  </a:lnTo>
                  <a:lnTo>
                    <a:pt x="3973280" y="2337814"/>
                  </a:lnTo>
                  <a:lnTo>
                    <a:pt x="3973406" y="2337814"/>
                  </a:lnTo>
                  <a:lnTo>
                    <a:pt x="3973532" y="2337814"/>
                  </a:lnTo>
                  <a:lnTo>
                    <a:pt x="3973658" y="2337814"/>
                  </a:lnTo>
                  <a:lnTo>
                    <a:pt x="3973785" y="2337814"/>
                  </a:lnTo>
                  <a:lnTo>
                    <a:pt x="3973911" y="2337814"/>
                  </a:lnTo>
                  <a:lnTo>
                    <a:pt x="3974037" y="2337814"/>
                  </a:lnTo>
                  <a:lnTo>
                    <a:pt x="3974163" y="2337814"/>
                  </a:lnTo>
                  <a:lnTo>
                    <a:pt x="3974290" y="2337814"/>
                  </a:lnTo>
                  <a:lnTo>
                    <a:pt x="3974416" y="2337814"/>
                  </a:lnTo>
                  <a:lnTo>
                    <a:pt x="3974542" y="2337814"/>
                  </a:lnTo>
                  <a:lnTo>
                    <a:pt x="3974669" y="2337814"/>
                  </a:lnTo>
                  <a:lnTo>
                    <a:pt x="3974795" y="2337814"/>
                  </a:lnTo>
                  <a:lnTo>
                    <a:pt x="3974921" y="2337814"/>
                  </a:lnTo>
                  <a:lnTo>
                    <a:pt x="3975047" y="2337814"/>
                  </a:lnTo>
                  <a:lnTo>
                    <a:pt x="3975174" y="2337814"/>
                  </a:lnTo>
                  <a:lnTo>
                    <a:pt x="3975300" y="2337814"/>
                  </a:lnTo>
                  <a:lnTo>
                    <a:pt x="3975426" y="2337814"/>
                  </a:lnTo>
                  <a:lnTo>
                    <a:pt x="3975552" y="2337814"/>
                  </a:lnTo>
                  <a:lnTo>
                    <a:pt x="3975679" y="2337814"/>
                  </a:lnTo>
                  <a:lnTo>
                    <a:pt x="3975805" y="2337814"/>
                  </a:lnTo>
                  <a:lnTo>
                    <a:pt x="3975931" y="2337814"/>
                  </a:lnTo>
                  <a:lnTo>
                    <a:pt x="3976057" y="2337814"/>
                  </a:lnTo>
                  <a:lnTo>
                    <a:pt x="3976184" y="2337814"/>
                  </a:lnTo>
                  <a:lnTo>
                    <a:pt x="3976310" y="2337814"/>
                  </a:lnTo>
                  <a:lnTo>
                    <a:pt x="3976436" y="2337814"/>
                  </a:lnTo>
                  <a:lnTo>
                    <a:pt x="3976562" y="2337814"/>
                  </a:lnTo>
                  <a:lnTo>
                    <a:pt x="3976689" y="2337814"/>
                  </a:lnTo>
                  <a:lnTo>
                    <a:pt x="3976815" y="2337814"/>
                  </a:lnTo>
                  <a:lnTo>
                    <a:pt x="3976941" y="2337814"/>
                  </a:lnTo>
                  <a:lnTo>
                    <a:pt x="3977067" y="2337814"/>
                  </a:lnTo>
                  <a:lnTo>
                    <a:pt x="3977194" y="2337814"/>
                  </a:lnTo>
                  <a:lnTo>
                    <a:pt x="3977320" y="2337814"/>
                  </a:lnTo>
                  <a:lnTo>
                    <a:pt x="3977446" y="2337814"/>
                  </a:lnTo>
                  <a:lnTo>
                    <a:pt x="3977572" y="2337814"/>
                  </a:lnTo>
                  <a:lnTo>
                    <a:pt x="3977699" y="2337814"/>
                  </a:lnTo>
                  <a:lnTo>
                    <a:pt x="3977825" y="2337814"/>
                  </a:lnTo>
                  <a:lnTo>
                    <a:pt x="3977951" y="2337814"/>
                  </a:lnTo>
                  <a:lnTo>
                    <a:pt x="3978077" y="2337814"/>
                  </a:lnTo>
                  <a:lnTo>
                    <a:pt x="3978204" y="2337814"/>
                  </a:lnTo>
                  <a:lnTo>
                    <a:pt x="3978330" y="2337814"/>
                  </a:lnTo>
                  <a:lnTo>
                    <a:pt x="3978456" y="2337814"/>
                  </a:lnTo>
                  <a:lnTo>
                    <a:pt x="3978582" y="2337814"/>
                  </a:lnTo>
                  <a:lnTo>
                    <a:pt x="3978709" y="2337814"/>
                  </a:lnTo>
                  <a:lnTo>
                    <a:pt x="3978835" y="2337814"/>
                  </a:lnTo>
                  <a:lnTo>
                    <a:pt x="3978835" y="2332903"/>
                  </a:lnTo>
                  <a:lnTo>
                    <a:pt x="3978961" y="2332903"/>
                  </a:lnTo>
                  <a:lnTo>
                    <a:pt x="3979087" y="2332903"/>
                  </a:lnTo>
                  <a:lnTo>
                    <a:pt x="3979214" y="2332903"/>
                  </a:lnTo>
                  <a:lnTo>
                    <a:pt x="3979340" y="2332903"/>
                  </a:lnTo>
                  <a:lnTo>
                    <a:pt x="3979466" y="2332903"/>
                  </a:lnTo>
                  <a:lnTo>
                    <a:pt x="3979593" y="2332903"/>
                  </a:lnTo>
                  <a:lnTo>
                    <a:pt x="3979719" y="2332903"/>
                  </a:lnTo>
                  <a:lnTo>
                    <a:pt x="3979845" y="2332903"/>
                  </a:lnTo>
                  <a:lnTo>
                    <a:pt x="3979971" y="2332903"/>
                  </a:lnTo>
                  <a:lnTo>
                    <a:pt x="3980098" y="2332903"/>
                  </a:lnTo>
                  <a:lnTo>
                    <a:pt x="3980224" y="2332903"/>
                  </a:lnTo>
                  <a:lnTo>
                    <a:pt x="3980350" y="2332903"/>
                  </a:lnTo>
                  <a:lnTo>
                    <a:pt x="3980476" y="2332903"/>
                  </a:lnTo>
                  <a:lnTo>
                    <a:pt x="3980603" y="2332903"/>
                  </a:lnTo>
                  <a:lnTo>
                    <a:pt x="3980729" y="2332903"/>
                  </a:lnTo>
                  <a:lnTo>
                    <a:pt x="3980855" y="2332903"/>
                  </a:lnTo>
                  <a:lnTo>
                    <a:pt x="3980981" y="2332903"/>
                  </a:lnTo>
                  <a:lnTo>
                    <a:pt x="3981108" y="2332903"/>
                  </a:lnTo>
                  <a:lnTo>
                    <a:pt x="3981234" y="2332903"/>
                  </a:lnTo>
                  <a:lnTo>
                    <a:pt x="3981360" y="2332903"/>
                  </a:lnTo>
                  <a:lnTo>
                    <a:pt x="3981486" y="2332903"/>
                  </a:lnTo>
                  <a:lnTo>
                    <a:pt x="3981613" y="2332903"/>
                  </a:lnTo>
                  <a:lnTo>
                    <a:pt x="3981739" y="2332903"/>
                  </a:lnTo>
                  <a:lnTo>
                    <a:pt x="3981865" y="2332903"/>
                  </a:lnTo>
                  <a:lnTo>
                    <a:pt x="3981991" y="2332903"/>
                  </a:lnTo>
                  <a:lnTo>
                    <a:pt x="3982118" y="2332903"/>
                  </a:lnTo>
                  <a:lnTo>
                    <a:pt x="3982244" y="2332903"/>
                  </a:lnTo>
                  <a:lnTo>
                    <a:pt x="3982370" y="2332903"/>
                  </a:lnTo>
                  <a:lnTo>
                    <a:pt x="3982496" y="2332903"/>
                  </a:lnTo>
                  <a:lnTo>
                    <a:pt x="3982623" y="2332903"/>
                  </a:lnTo>
                  <a:lnTo>
                    <a:pt x="3982749" y="2332903"/>
                  </a:lnTo>
                  <a:lnTo>
                    <a:pt x="3982875" y="2332903"/>
                  </a:lnTo>
                  <a:lnTo>
                    <a:pt x="3983001" y="2332903"/>
                  </a:lnTo>
                  <a:lnTo>
                    <a:pt x="3983128" y="2332903"/>
                  </a:lnTo>
                  <a:lnTo>
                    <a:pt x="3983254" y="2332903"/>
                  </a:lnTo>
                  <a:lnTo>
                    <a:pt x="3983380" y="2332903"/>
                  </a:lnTo>
                  <a:lnTo>
                    <a:pt x="3983506" y="2332903"/>
                  </a:lnTo>
                  <a:lnTo>
                    <a:pt x="3983633" y="2332903"/>
                  </a:lnTo>
                  <a:lnTo>
                    <a:pt x="3983759" y="2332903"/>
                  </a:lnTo>
                  <a:lnTo>
                    <a:pt x="3983885" y="2332903"/>
                  </a:lnTo>
                  <a:lnTo>
                    <a:pt x="3984011" y="2332903"/>
                  </a:lnTo>
                  <a:lnTo>
                    <a:pt x="3984138" y="2332903"/>
                  </a:lnTo>
                  <a:lnTo>
                    <a:pt x="3984264" y="2332903"/>
                  </a:lnTo>
                  <a:lnTo>
                    <a:pt x="3984390" y="2332903"/>
                  </a:lnTo>
                  <a:lnTo>
                    <a:pt x="3984517" y="2332903"/>
                  </a:lnTo>
                  <a:lnTo>
                    <a:pt x="3984643" y="2332903"/>
                  </a:lnTo>
                  <a:lnTo>
                    <a:pt x="3984769" y="2332903"/>
                  </a:lnTo>
                  <a:lnTo>
                    <a:pt x="3984895" y="2332903"/>
                  </a:lnTo>
                  <a:lnTo>
                    <a:pt x="3985022" y="2332903"/>
                  </a:lnTo>
                  <a:lnTo>
                    <a:pt x="3985148" y="2332903"/>
                  </a:lnTo>
                  <a:lnTo>
                    <a:pt x="3985274" y="2332903"/>
                  </a:lnTo>
                  <a:lnTo>
                    <a:pt x="3985400" y="2332903"/>
                  </a:lnTo>
                  <a:lnTo>
                    <a:pt x="3985527" y="2332903"/>
                  </a:lnTo>
                  <a:lnTo>
                    <a:pt x="3985653" y="2332903"/>
                  </a:lnTo>
                  <a:lnTo>
                    <a:pt x="3985779" y="2332903"/>
                  </a:lnTo>
                  <a:lnTo>
                    <a:pt x="3985905" y="2332903"/>
                  </a:lnTo>
                  <a:lnTo>
                    <a:pt x="3986032" y="2332903"/>
                  </a:lnTo>
                  <a:lnTo>
                    <a:pt x="3986158" y="2332903"/>
                  </a:lnTo>
                  <a:lnTo>
                    <a:pt x="3986284" y="2332903"/>
                  </a:lnTo>
                  <a:lnTo>
                    <a:pt x="3986410" y="2332903"/>
                  </a:lnTo>
                  <a:lnTo>
                    <a:pt x="3986537" y="2332903"/>
                  </a:lnTo>
                  <a:lnTo>
                    <a:pt x="3986663" y="2332903"/>
                  </a:lnTo>
                  <a:lnTo>
                    <a:pt x="3986789" y="2332903"/>
                  </a:lnTo>
                  <a:lnTo>
                    <a:pt x="3986915" y="2332903"/>
                  </a:lnTo>
                  <a:lnTo>
                    <a:pt x="3987042" y="2332903"/>
                  </a:lnTo>
                  <a:lnTo>
                    <a:pt x="3987168" y="2332903"/>
                  </a:lnTo>
                  <a:lnTo>
                    <a:pt x="3987294" y="2332903"/>
                  </a:lnTo>
                  <a:lnTo>
                    <a:pt x="3987420" y="2332903"/>
                  </a:lnTo>
                  <a:lnTo>
                    <a:pt x="3987547" y="2332903"/>
                  </a:lnTo>
                  <a:lnTo>
                    <a:pt x="3987673" y="2332903"/>
                  </a:lnTo>
                  <a:lnTo>
                    <a:pt x="3987799" y="2332903"/>
                  </a:lnTo>
                  <a:lnTo>
                    <a:pt x="3987925" y="2332903"/>
                  </a:lnTo>
                  <a:lnTo>
                    <a:pt x="3988052" y="2332903"/>
                  </a:lnTo>
                  <a:lnTo>
                    <a:pt x="3988178" y="2332903"/>
                  </a:lnTo>
                  <a:lnTo>
                    <a:pt x="3988304" y="2332903"/>
                  </a:lnTo>
                  <a:lnTo>
                    <a:pt x="3988430" y="2332903"/>
                  </a:lnTo>
                  <a:lnTo>
                    <a:pt x="3988557" y="2332903"/>
                  </a:lnTo>
                  <a:lnTo>
                    <a:pt x="3988683" y="2332903"/>
                  </a:lnTo>
                  <a:lnTo>
                    <a:pt x="3988809" y="2332903"/>
                  </a:lnTo>
                  <a:lnTo>
                    <a:pt x="3988935" y="2332903"/>
                  </a:lnTo>
                  <a:lnTo>
                    <a:pt x="3989062" y="2332903"/>
                  </a:lnTo>
                  <a:lnTo>
                    <a:pt x="3989188" y="2332903"/>
                  </a:lnTo>
                  <a:lnTo>
                    <a:pt x="3989314" y="2332903"/>
                  </a:lnTo>
                  <a:lnTo>
                    <a:pt x="3989440" y="2332903"/>
                  </a:lnTo>
                  <a:lnTo>
                    <a:pt x="3989440" y="2327991"/>
                  </a:lnTo>
                  <a:lnTo>
                    <a:pt x="3989567" y="2327991"/>
                  </a:lnTo>
                  <a:lnTo>
                    <a:pt x="3989693" y="2327991"/>
                  </a:lnTo>
                  <a:lnTo>
                    <a:pt x="3989819" y="2327991"/>
                  </a:lnTo>
                  <a:lnTo>
                    <a:pt x="3989946" y="2327991"/>
                  </a:lnTo>
                  <a:lnTo>
                    <a:pt x="3990072" y="2327991"/>
                  </a:lnTo>
                  <a:lnTo>
                    <a:pt x="3990198" y="2327991"/>
                  </a:lnTo>
                  <a:lnTo>
                    <a:pt x="3990324" y="2327991"/>
                  </a:lnTo>
                  <a:lnTo>
                    <a:pt x="3990451" y="2327991"/>
                  </a:lnTo>
                  <a:lnTo>
                    <a:pt x="3990577" y="2327991"/>
                  </a:lnTo>
                  <a:lnTo>
                    <a:pt x="3990703" y="2327991"/>
                  </a:lnTo>
                  <a:lnTo>
                    <a:pt x="3990829" y="2327991"/>
                  </a:lnTo>
                  <a:lnTo>
                    <a:pt x="3990956" y="2327991"/>
                  </a:lnTo>
                  <a:lnTo>
                    <a:pt x="3991082" y="2327991"/>
                  </a:lnTo>
                  <a:lnTo>
                    <a:pt x="3991208" y="2327991"/>
                  </a:lnTo>
                  <a:lnTo>
                    <a:pt x="3991334" y="2327991"/>
                  </a:lnTo>
                  <a:lnTo>
                    <a:pt x="3991461" y="2327991"/>
                  </a:lnTo>
                  <a:lnTo>
                    <a:pt x="3991587" y="2327991"/>
                  </a:lnTo>
                  <a:lnTo>
                    <a:pt x="3991713" y="2327991"/>
                  </a:lnTo>
                  <a:lnTo>
                    <a:pt x="3991839" y="2327991"/>
                  </a:lnTo>
                  <a:lnTo>
                    <a:pt x="3991966" y="2327991"/>
                  </a:lnTo>
                  <a:lnTo>
                    <a:pt x="3992092" y="2327991"/>
                  </a:lnTo>
                  <a:lnTo>
                    <a:pt x="3992218" y="2327991"/>
                  </a:lnTo>
                  <a:lnTo>
                    <a:pt x="3992344" y="2327991"/>
                  </a:lnTo>
                  <a:lnTo>
                    <a:pt x="3992471" y="2327991"/>
                  </a:lnTo>
                  <a:lnTo>
                    <a:pt x="3992597" y="2327991"/>
                  </a:lnTo>
                  <a:lnTo>
                    <a:pt x="3992723" y="2327991"/>
                  </a:lnTo>
                  <a:lnTo>
                    <a:pt x="3992849" y="2327991"/>
                  </a:lnTo>
                  <a:lnTo>
                    <a:pt x="3992976" y="2327991"/>
                  </a:lnTo>
                  <a:lnTo>
                    <a:pt x="3993102" y="2327991"/>
                  </a:lnTo>
                  <a:lnTo>
                    <a:pt x="3993228" y="2327991"/>
                  </a:lnTo>
                  <a:lnTo>
                    <a:pt x="3993354" y="2327991"/>
                  </a:lnTo>
                  <a:lnTo>
                    <a:pt x="3993481" y="2327991"/>
                  </a:lnTo>
                  <a:lnTo>
                    <a:pt x="3993607" y="2327991"/>
                  </a:lnTo>
                  <a:lnTo>
                    <a:pt x="3993733" y="2327991"/>
                  </a:lnTo>
                  <a:lnTo>
                    <a:pt x="3993859" y="2327991"/>
                  </a:lnTo>
                  <a:lnTo>
                    <a:pt x="3993986" y="2327991"/>
                  </a:lnTo>
                  <a:lnTo>
                    <a:pt x="3994112" y="2327991"/>
                  </a:lnTo>
                  <a:lnTo>
                    <a:pt x="3994238" y="2327991"/>
                  </a:lnTo>
                  <a:lnTo>
                    <a:pt x="3994364" y="2327991"/>
                  </a:lnTo>
                  <a:lnTo>
                    <a:pt x="3994491" y="2327991"/>
                  </a:lnTo>
                  <a:lnTo>
                    <a:pt x="3994617" y="2327991"/>
                  </a:lnTo>
                  <a:lnTo>
                    <a:pt x="3994743" y="2327991"/>
                  </a:lnTo>
                  <a:lnTo>
                    <a:pt x="3994870" y="2327991"/>
                  </a:lnTo>
                  <a:lnTo>
                    <a:pt x="3994996" y="2327991"/>
                  </a:lnTo>
                  <a:lnTo>
                    <a:pt x="3995122" y="2327991"/>
                  </a:lnTo>
                  <a:lnTo>
                    <a:pt x="3995248" y="2327991"/>
                  </a:lnTo>
                  <a:lnTo>
                    <a:pt x="3995375" y="2327991"/>
                  </a:lnTo>
                  <a:lnTo>
                    <a:pt x="3995501" y="2327991"/>
                  </a:lnTo>
                  <a:lnTo>
                    <a:pt x="3995627" y="2327991"/>
                  </a:lnTo>
                  <a:lnTo>
                    <a:pt x="3995753" y="2327991"/>
                  </a:lnTo>
                  <a:lnTo>
                    <a:pt x="3995880" y="2327991"/>
                  </a:lnTo>
                  <a:lnTo>
                    <a:pt x="3996006" y="2327991"/>
                  </a:lnTo>
                  <a:lnTo>
                    <a:pt x="3996132" y="2327991"/>
                  </a:lnTo>
                  <a:lnTo>
                    <a:pt x="3996258" y="2327991"/>
                  </a:lnTo>
                  <a:lnTo>
                    <a:pt x="3996385" y="2327991"/>
                  </a:lnTo>
                  <a:lnTo>
                    <a:pt x="3996511" y="2327991"/>
                  </a:lnTo>
                  <a:lnTo>
                    <a:pt x="3996637" y="2327991"/>
                  </a:lnTo>
                  <a:lnTo>
                    <a:pt x="3996763" y="2327991"/>
                  </a:lnTo>
                  <a:lnTo>
                    <a:pt x="3996890" y="2327991"/>
                  </a:lnTo>
                  <a:lnTo>
                    <a:pt x="3997016" y="2327991"/>
                  </a:lnTo>
                  <a:lnTo>
                    <a:pt x="3997142" y="2327991"/>
                  </a:lnTo>
                  <a:lnTo>
                    <a:pt x="3997268" y="2327991"/>
                  </a:lnTo>
                  <a:lnTo>
                    <a:pt x="3997395" y="2327991"/>
                  </a:lnTo>
                  <a:lnTo>
                    <a:pt x="3997521" y="2327991"/>
                  </a:lnTo>
                  <a:lnTo>
                    <a:pt x="3997647" y="2327991"/>
                  </a:lnTo>
                  <a:lnTo>
                    <a:pt x="3997773" y="2327991"/>
                  </a:lnTo>
                  <a:lnTo>
                    <a:pt x="3997900" y="2327991"/>
                  </a:lnTo>
                  <a:lnTo>
                    <a:pt x="3998026" y="2327991"/>
                  </a:lnTo>
                  <a:lnTo>
                    <a:pt x="3998152" y="2327991"/>
                  </a:lnTo>
                  <a:lnTo>
                    <a:pt x="3998278" y="2327991"/>
                  </a:lnTo>
                  <a:lnTo>
                    <a:pt x="3998405" y="2327991"/>
                  </a:lnTo>
                  <a:lnTo>
                    <a:pt x="3998531" y="2327991"/>
                  </a:lnTo>
                  <a:lnTo>
                    <a:pt x="3998657" y="2327991"/>
                  </a:lnTo>
                  <a:lnTo>
                    <a:pt x="3998783" y="2327991"/>
                  </a:lnTo>
                  <a:lnTo>
                    <a:pt x="3998910" y="2327991"/>
                  </a:lnTo>
                  <a:lnTo>
                    <a:pt x="3999036" y="2327991"/>
                  </a:lnTo>
                  <a:lnTo>
                    <a:pt x="3999162" y="2327991"/>
                  </a:lnTo>
                  <a:lnTo>
                    <a:pt x="3999288" y="2327991"/>
                  </a:lnTo>
                  <a:lnTo>
                    <a:pt x="3999415" y="2327991"/>
                  </a:lnTo>
                  <a:lnTo>
                    <a:pt x="3999541" y="2327991"/>
                  </a:lnTo>
                  <a:lnTo>
                    <a:pt x="3999667" y="2327991"/>
                  </a:lnTo>
                  <a:lnTo>
                    <a:pt x="3999793" y="2327991"/>
                  </a:lnTo>
                  <a:lnTo>
                    <a:pt x="3999920" y="2327991"/>
                  </a:lnTo>
                  <a:lnTo>
                    <a:pt x="4000046" y="2327991"/>
                  </a:lnTo>
                  <a:lnTo>
                    <a:pt x="4000172" y="2327991"/>
                  </a:lnTo>
                  <a:lnTo>
                    <a:pt x="4000299" y="2327991"/>
                  </a:lnTo>
                  <a:lnTo>
                    <a:pt x="4000425" y="2327991"/>
                  </a:lnTo>
                  <a:lnTo>
                    <a:pt x="4000551" y="2327991"/>
                  </a:lnTo>
                  <a:lnTo>
                    <a:pt x="4000677" y="2327991"/>
                  </a:lnTo>
                  <a:lnTo>
                    <a:pt x="4000804" y="2327991"/>
                  </a:lnTo>
                  <a:lnTo>
                    <a:pt x="4000930" y="2327991"/>
                  </a:lnTo>
                  <a:lnTo>
                    <a:pt x="4001056" y="2327991"/>
                  </a:lnTo>
                  <a:lnTo>
                    <a:pt x="4001182" y="2327991"/>
                  </a:lnTo>
                  <a:lnTo>
                    <a:pt x="4001309" y="2327991"/>
                  </a:lnTo>
                  <a:lnTo>
                    <a:pt x="4001435" y="2327991"/>
                  </a:lnTo>
                  <a:lnTo>
                    <a:pt x="4001561" y="2327991"/>
                  </a:lnTo>
                  <a:lnTo>
                    <a:pt x="4001687" y="2327991"/>
                  </a:lnTo>
                  <a:lnTo>
                    <a:pt x="4001814" y="2327991"/>
                  </a:lnTo>
                  <a:lnTo>
                    <a:pt x="4001940" y="2327991"/>
                  </a:lnTo>
                  <a:lnTo>
                    <a:pt x="4002066" y="2327991"/>
                  </a:lnTo>
                  <a:lnTo>
                    <a:pt x="4002192" y="2327991"/>
                  </a:lnTo>
                  <a:lnTo>
                    <a:pt x="4002319" y="2327991"/>
                  </a:lnTo>
                  <a:lnTo>
                    <a:pt x="4002445" y="2327991"/>
                  </a:lnTo>
                  <a:lnTo>
                    <a:pt x="4002571" y="2327991"/>
                  </a:lnTo>
                  <a:lnTo>
                    <a:pt x="4002697" y="2327991"/>
                  </a:lnTo>
                  <a:lnTo>
                    <a:pt x="4002824" y="2327991"/>
                  </a:lnTo>
                  <a:lnTo>
                    <a:pt x="4002950" y="2327991"/>
                  </a:lnTo>
                  <a:lnTo>
                    <a:pt x="4002950" y="2323080"/>
                  </a:lnTo>
                  <a:lnTo>
                    <a:pt x="4003076" y="2323080"/>
                  </a:lnTo>
                  <a:lnTo>
                    <a:pt x="4003202" y="2323080"/>
                  </a:lnTo>
                  <a:lnTo>
                    <a:pt x="4003329" y="2323080"/>
                  </a:lnTo>
                  <a:lnTo>
                    <a:pt x="4003455" y="2323080"/>
                  </a:lnTo>
                  <a:lnTo>
                    <a:pt x="4003581" y="2323080"/>
                  </a:lnTo>
                  <a:lnTo>
                    <a:pt x="4003707" y="2323080"/>
                  </a:lnTo>
                  <a:lnTo>
                    <a:pt x="4003834" y="2323080"/>
                  </a:lnTo>
                  <a:lnTo>
                    <a:pt x="4003960" y="2323080"/>
                  </a:lnTo>
                  <a:lnTo>
                    <a:pt x="4004086" y="2323080"/>
                  </a:lnTo>
                  <a:lnTo>
                    <a:pt x="4004212" y="2323080"/>
                  </a:lnTo>
                  <a:lnTo>
                    <a:pt x="4004339" y="2323080"/>
                  </a:lnTo>
                  <a:lnTo>
                    <a:pt x="4004465" y="2323080"/>
                  </a:lnTo>
                  <a:lnTo>
                    <a:pt x="4004591" y="2323080"/>
                  </a:lnTo>
                  <a:lnTo>
                    <a:pt x="4004717" y="2323080"/>
                  </a:lnTo>
                  <a:lnTo>
                    <a:pt x="4004844" y="2323080"/>
                  </a:lnTo>
                  <a:lnTo>
                    <a:pt x="4004970" y="2323080"/>
                  </a:lnTo>
                  <a:lnTo>
                    <a:pt x="4005096" y="2323080"/>
                  </a:lnTo>
                  <a:lnTo>
                    <a:pt x="4005223" y="2323080"/>
                  </a:lnTo>
                  <a:lnTo>
                    <a:pt x="4005349" y="2323080"/>
                  </a:lnTo>
                  <a:lnTo>
                    <a:pt x="4005475" y="2323080"/>
                  </a:lnTo>
                  <a:lnTo>
                    <a:pt x="4005601" y="2323080"/>
                  </a:lnTo>
                  <a:lnTo>
                    <a:pt x="4005728" y="2323080"/>
                  </a:lnTo>
                  <a:lnTo>
                    <a:pt x="4005854" y="2323080"/>
                  </a:lnTo>
                  <a:lnTo>
                    <a:pt x="4005854" y="2318168"/>
                  </a:lnTo>
                  <a:lnTo>
                    <a:pt x="4005980" y="2318168"/>
                  </a:lnTo>
                  <a:lnTo>
                    <a:pt x="4006106" y="2318168"/>
                  </a:lnTo>
                  <a:lnTo>
                    <a:pt x="4006233" y="2318168"/>
                  </a:lnTo>
                  <a:lnTo>
                    <a:pt x="4006359" y="2318168"/>
                  </a:lnTo>
                  <a:lnTo>
                    <a:pt x="4006485" y="2318168"/>
                  </a:lnTo>
                  <a:lnTo>
                    <a:pt x="4006611" y="2318168"/>
                  </a:lnTo>
                  <a:lnTo>
                    <a:pt x="4006738" y="2318168"/>
                  </a:lnTo>
                  <a:lnTo>
                    <a:pt x="4006864" y="2318168"/>
                  </a:lnTo>
                  <a:lnTo>
                    <a:pt x="4006990" y="2318168"/>
                  </a:lnTo>
                  <a:lnTo>
                    <a:pt x="4007116" y="2318168"/>
                  </a:lnTo>
                  <a:lnTo>
                    <a:pt x="4007243" y="2318168"/>
                  </a:lnTo>
                  <a:lnTo>
                    <a:pt x="4007369" y="2318168"/>
                  </a:lnTo>
                  <a:lnTo>
                    <a:pt x="4007495" y="2318168"/>
                  </a:lnTo>
                  <a:lnTo>
                    <a:pt x="4007621" y="2318168"/>
                  </a:lnTo>
                  <a:lnTo>
                    <a:pt x="4007621" y="2313257"/>
                  </a:lnTo>
                  <a:lnTo>
                    <a:pt x="4007748" y="2313257"/>
                  </a:lnTo>
                  <a:lnTo>
                    <a:pt x="4007874" y="2313257"/>
                  </a:lnTo>
                  <a:lnTo>
                    <a:pt x="4008000" y="2313257"/>
                  </a:lnTo>
                  <a:lnTo>
                    <a:pt x="4008126" y="2313257"/>
                  </a:lnTo>
                  <a:lnTo>
                    <a:pt x="4008253" y="2313257"/>
                  </a:lnTo>
                  <a:lnTo>
                    <a:pt x="4008379" y="2313257"/>
                  </a:lnTo>
                  <a:lnTo>
                    <a:pt x="4008505" y="2313257"/>
                  </a:lnTo>
                  <a:lnTo>
                    <a:pt x="4008631" y="2313257"/>
                  </a:lnTo>
                  <a:lnTo>
                    <a:pt x="4008758" y="2313257"/>
                  </a:lnTo>
                  <a:lnTo>
                    <a:pt x="4008884" y="2313257"/>
                  </a:lnTo>
                  <a:lnTo>
                    <a:pt x="4009010" y="2313257"/>
                  </a:lnTo>
                  <a:lnTo>
                    <a:pt x="4009136" y="2313257"/>
                  </a:lnTo>
                  <a:lnTo>
                    <a:pt x="4009263" y="2313257"/>
                  </a:lnTo>
                  <a:lnTo>
                    <a:pt x="4009389" y="2313257"/>
                  </a:lnTo>
                  <a:lnTo>
                    <a:pt x="4009515" y="2313257"/>
                  </a:lnTo>
                  <a:lnTo>
                    <a:pt x="4009641" y="2313257"/>
                  </a:lnTo>
                  <a:lnTo>
                    <a:pt x="4009768" y="2313257"/>
                  </a:lnTo>
                  <a:lnTo>
                    <a:pt x="4009894" y="2313257"/>
                  </a:lnTo>
                  <a:lnTo>
                    <a:pt x="4010020" y="2313257"/>
                  </a:lnTo>
                  <a:lnTo>
                    <a:pt x="4010146" y="2313257"/>
                  </a:lnTo>
                  <a:lnTo>
                    <a:pt x="4010273" y="2313257"/>
                  </a:lnTo>
                  <a:lnTo>
                    <a:pt x="4010399" y="2313257"/>
                  </a:lnTo>
                  <a:lnTo>
                    <a:pt x="4010525" y="2313257"/>
                  </a:lnTo>
                  <a:lnTo>
                    <a:pt x="4010652" y="2313257"/>
                  </a:lnTo>
                  <a:lnTo>
                    <a:pt x="4010778" y="2313257"/>
                  </a:lnTo>
                  <a:lnTo>
                    <a:pt x="4010904" y="2313257"/>
                  </a:lnTo>
                  <a:lnTo>
                    <a:pt x="4011030" y="2313257"/>
                  </a:lnTo>
                  <a:lnTo>
                    <a:pt x="4011157" y="2313257"/>
                  </a:lnTo>
                  <a:lnTo>
                    <a:pt x="4011283" y="2313257"/>
                  </a:lnTo>
                  <a:lnTo>
                    <a:pt x="4011409" y="2313257"/>
                  </a:lnTo>
                  <a:lnTo>
                    <a:pt x="4011535" y="2313257"/>
                  </a:lnTo>
                  <a:lnTo>
                    <a:pt x="4011662" y="2313257"/>
                  </a:lnTo>
                  <a:lnTo>
                    <a:pt x="4011788" y="2313257"/>
                  </a:lnTo>
                  <a:lnTo>
                    <a:pt x="4011914" y="2313257"/>
                  </a:lnTo>
                  <a:lnTo>
                    <a:pt x="4012040" y="2313257"/>
                  </a:lnTo>
                  <a:lnTo>
                    <a:pt x="4012167" y="2313257"/>
                  </a:lnTo>
                  <a:lnTo>
                    <a:pt x="4012293" y="2313257"/>
                  </a:lnTo>
                  <a:lnTo>
                    <a:pt x="4012419" y="2313257"/>
                  </a:lnTo>
                  <a:lnTo>
                    <a:pt x="4012545" y="2313257"/>
                  </a:lnTo>
                  <a:lnTo>
                    <a:pt x="4012672" y="2313257"/>
                  </a:lnTo>
                  <a:lnTo>
                    <a:pt x="4012798" y="2313257"/>
                  </a:lnTo>
                  <a:lnTo>
                    <a:pt x="4012924" y="2313257"/>
                  </a:lnTo>
                  <a:lnTo>
                    <a:pt x="4013050" y="2313257"/>
                  </a:lnTo>
                  <a:lnTo>
                    <a:pt x="4013177" y="2313257"/>
                  </a:lnTo>
                  <a:lnTo>
                    <a:pt x="4013303" y="2313257"/>
                  </a:lnTo>
                  <a:lnTo>
                    <a:pt x="4013429" y="2313257"/>
                  </a:lnTo>
                  <a:lnTo>
                    <a:pt x="4013555" y="2313257"/>
                  </a:lnTo>
                  <a:lnTo>
                    <a:pt x="4013682" y="2313257"/>
                  </a:lnTo>
                  <a:lnTo>
                    <a:pt x="4013808" y="2313257"/>
                  </a:lnTo>
                  <a:lnTo>
                    <a:pt x="4013808" y="2308346"/>
                  </a:lnTo>
                  <a:lnTo>
                    <a:pt x="4013808" y="2303434"/>
                  </a:lnTo>
                  <a:lnTo>
                    <a:pt x="4013934" y="2303434"/>
                  </a:lnTo>
                  <a:lnTo>
                    <a:pt x="4014060" y="2303434"/>
                  </a:lnTo>
                  <a:lnTo>
                    <a:pt x="4014187" y="2303434"/>
                  </a:lnTo>
                  <a:lnTo>
                    <a:pt x="4014313" y="2303434"/>
                  </a:lnTo>
                  <a:lnTo>
                    <a:pt x="4014439" y="2303434"/>
                  </a:lnTo>
                  <a:lnTo>
                    <a:pt x="4014565" y="2303434"/>
                  </a:lnTo>
                  <a:lnTo>
                    <a:pt x="4014692" y="2303434"/>
                  </a:lnTo>
                  <a:lnTo>
                    <a:pt x="4014818" y="2303434"/>
                  </a:lnTo>
                  <a:lnTo>
                    <a:pt x="4014944" y="2303434"/>
                  </a:lnTo>
                  <a:lnTo>
                    <a:pt x="4015070" y="2303434"/>
                  </a:lnTo>
                  <a:lnTo>
                    <a:pt x="4015197" y="2303434"/>
                  </a:lnTo>
                  <a:lnTo>
                    <a:pt x="4015323" y="2303434"/>
                  </a:lnTo>
                  <a:lnTo>
                    <a:pt x="4015449" y="2303434"/>
                  </a:lnTo>
                  <a:lnTo>
                    <a:pt x="4015576" y="2303434"/>
                  </a:lnTo>
                  <a:lnTo>
                    <a:pt x="4015702" y="2303434"/>
                  </a:lnTo>
                  <a:lnTo>
                    <a:pt x="4015828" y="2303434"/>
                  </a:lnTo>
                  <a:lnTo>
                    <a:pt x="4015954" y="2303434"/>
                  </a:lnTo>
                  <a:lnTo>
                    <a:pt x="4016081" y="2303434"/>
                  </a:lnTo>
                  <a:lnTo>
                    <a:pt x="4016207" y="2303434"/>
                  </a:lnTo>
                  <a:lnTo>
                    <a:pt x="4016333" y="2303434"/>
                  </a:lnTo>
                  <a:lnTo>
                    <a:pt x="4016459" y="2303434"/>
                  </a:lnTo>
                  <a:lnTo>
                    <a:pt x="4016586" y="2303434"/>
                  </a:lnTo>
                  <a:lnTo>
                    <a:pt x="4016712" y="2303434"/>
                  </a:lnTo>
                  <a:lnTo>
                    <a:pt x="4016838" y="2303434"/>
                  </a:lnTo>
                  <a:lnTo>
                    <a:pt x="4016964" y="2303434"/>
                  </a:lnTo>
                  <a:lnTo>
                    <a:pt x="4017091" y="2303434"/>
                  </a:lnTo>
                  <a:lnTo>
                    <a:pt x="4017217" y="2303434"/>
                  </a:lnTo>
                  <a:lnTo>
                    <a:pt x="4017343" y="2303434"/>
                  </a:lnTo>
                  <a:lnTo>
                    <a:pt x="4017469" y="2303434"/>
                  </a:lnTo>
                  <a:lnTo>
                    <a:pt x="4017596" y="2303434"/>
                  </a:lnTo>
                  <a:lnTo>
                    <a:pt x="4017722" y="2303434"/>
                  </a:lnTo>
                  <a:lnTo>
                    <a:pt x="4017848" y="2303434"/>
                  </a:lnTo>
                  <a:lnTo>
                    <a:pt x="4017974" y="2303434"/>
                  </a:lnTo>
                  <a:lnTo>
                    <a:pt x="4018101" y="2303434"/>
                  </a:lnTo>
                  <a:lnTo>
                    <a:pt x="4018227" y="2303434"/>
                  </a:lnTo>
                  <a:lnTo>
                    <a:pt x="4018353" y="2303434"/>
                  </a:lnTo>
                  <a:lnTo>
                    <a:pt x="4018479" y="2303434"/>
                  </a:lnTo>
                  <a:lnTo>
                    <a:pt x="4018606" y="2303434"/>
                  </a:lnTo>
                  <a:lnTo>
                    <a:pt x="4018732" y="2303434"/>
                  </a:lnTo>
                  <a:lnTo>
                    <a:pt x="4018858" y="2303434"/>
                  </a:lnTo>
                  <a:lnTo>
                    <a:pt x="4018984" y="2303434"/>
                  </a:lnTo>
                  <a:lnTo>
                    <a:pt x="4019111" y="2303434"/>
                  </a:lnTo>
                  <a:lnTo>
                    <a:pt x="4019237" y="2303434"/>
                  </a:lnTo>
                  <a:lnTo>
                    <a:pt x="4019237" y="2298523"/>
                  </a:lnTo>
                  <a:lnTo>
                    <a:pt x="4019363" y="2298523"/>
                  </a:lnTo>
                  <a:lnTo>
                    <a:pt x="4019489" y="2298523"/>
                  </a:lnTo>
                  <a:lnTo>
                    <a:pt x="4019616" y="2298523"/>
                  </a:lnTo>
                  <a:lnTo>
                    <a:pt x="4019742" y="2298523"/>
                  </a:lnTo>
                  <a:lnTo>
                    <a:pt x="4019868" y="2298523"/>
                  </a:lnTo>
                  <a:lnTo>
                    <a:pt x="4019994" y="2298523"/>
                  </a:lnTo>
                  <a:lnTo>
                    <a:pt x="4020121" y="2298523"/>
                  </a:lnTo>
                  <a:lnTo>
                    <a:pt x="4020247" y="2298523"/>
                  </a:lnTo>
                  <a:lnTo>
                    <a:pt x="4020373" y="2298523"/>
                  </a:lnTo>
                  <a:lnTo>
                    <a:pt x="4020499" y="2298523"/>
                  </a:lnTo>
                  <a:lnTo>
                    <a:pt x="4020626" y="2298523"/>
                  </a:lnTo>
                  <a:lnTo>
                    <a:pt x="4020752" y="2298523"/>
                  </a:lnTo>
                  <a:lnTo>
                    <a:pt x="4020878" y="2298523"/>
                  </a:lnTo>
                  <a:lnTo>
                    <a:pt x="4021005" y="2298523"/>
                  </a:lnTo>
                  <a:lnTo>
                    <a:pt x="4021131" y="2298523"/>
                  </a:lnTo>
                  <a:lnTo>
                    <a:pt x="4021257" y="2298523"/>
                  </a:lnTo>
                  <a:lnTo>
                    <a:pt x="4021383" y="2298523"/>
                  </a:lnTo>
                  <a:lnTo>
                    <a:pt x="4021510" y="2298523"/>
                  </a:lnTo>
                  <a:lnTo>
                    <a:pt x="4021636" y="2298523"/>
                  </a:lnTo>
                  <a:lnTo>
                    <a:pt x="4021762" y="2298523"/>
                  </a:lnTo>
                  <a:lnTo>
                    <a:pt x="4021888" y="2298523"/>
                  </a:lnTo>
                  <a:lnTo>
                    <a:pt x="4022015" y="2298523"/>
                  </a:lnTo>
                  <a:lnTo>
                    <a:pt x="4022141" y="2298523"/>
                  </a:lnTo>
                  <a:lnTo>
                    <a:pt x="4022267" y="2298523"/>
                  </a:lnTo>
                  <a:lnTo>
                    <a:pt x="4022393" y="2298523"/>
                  </a:lnTo>
                  <a:lnTo>
                    <a:pt x="4022520" y="2298523"/>
                  </a:lnTo>
                  <a:lnTo>
                    <a:pt x="4022646" y="2298523"/>
                  </a:lnTo>
                  <a:lnTo>
                    <a:pt x="4022772" y="2298523"/>
                  </a:lnTo>
                  <a:lnTo>
                    <a:pt x="4022898" y="2298523"/>
                  </a:lnTo>
                  <a:lnTo>
                    <a:pt x="4023025" y="2298523"/>
                  </a:lnTo>
                  <a:lnTo>
                    <a:pt x="4023151" y="2298523"/>
                  </a:lnTo>
                  <a:lnTo>
                    <a:pt x="4023277" y="2298523"/>
                  </a:lnTo>
                  <a:lnTo>
                    <a:pt x="4023403" y="2298523"/>
                  </a:lnTo>
                  <a:lnTo>
                    <a:pt x="4023530" y="2298523"/>
                  </a:lnTo>
                  <a:lnTo>
                    <a:pt x="4023656" y="2298523"/>
                  </a:lnTo>
                  <a:lnTo>
                    <a:pt x="4023656" y="2293612"/>
                  </a:lnTo>
                  <a:lnTo>
                    <a:pt x="4023782" y="2293612"/>
                  </a:lnTo>
                  <a:lnTo>
                    <a:pt x="4023908" y="2293612"/>
                  </a:lnTo>
                  <a:lnTo>
                    <a:pt x="4024035" y="2293612"/>
                  </a:lnTo>
                  <a:lnTo>
                    <a:pt x="4024161" y="2293612"/>
                  </a:lnTo>
                  <a:lnTo>
                    <a:pt x="4024287" y="2293612"/>
                  </a:lnTo>
                  <a:lnTo>
                    <a:pt x="4024413" y="2293612"/>
                  </a:lnTo>
                  <a:lnTo>
                    <a:pt x="4024540" y="2293612"/>
                  </a:lnTo>
                  <a:lnTo>
                    <a:pt x="4024666" y="2293612"/>
                  </a:lnTo>
                  <a:lnTo>
                    <a:pt x="4024792" y="2293612"/>
                  </a:lnTo>
                  <a:lnTo>
                    <a:pt x="4024918" y="2293612"/>
                  </a:lnTo>
                  <a:lnTo>
                    <a:pt x="4025045" y="2293612"/>
                  </a:lnTo>
                  <a:lnTo>
                    <a:pt x="4025171" y="2293612"/>
                  </a:lnTo>
                  <a:lnTo>
                    <a:pt x="4025297" y="2293612"/>
                  </a:lnTo>
                  <a:lnTo>
                    <a:pt x="4025423" y="2293612"/>
                  </a:lnTo>
                  <a:lnTo>
                    <a:pt x="4025550" y="2293612"/>
                  </a:lnTo>
                  <a:lnTo>
                    <a:pt x="4025676" y="2293612"/>
                  </a:lnTo>
                  <a:lnTo>
                    <a:pt x="4025802" y="2293612"/>
                  </a:lnTo>
                  <a:lnTo>
                    <a:pt x="4025929" y="2293612"/>
                  </a:lnTo>
                  <a:lnTo>
                    <a:pt x="4026055" y="2293612"/>
                  </a:lnTo>
                  <a:lnTo>
                    <a:pt x="4026181" y="2293612"/>
                  </a:lnTo>
                  <a:lnTo>
                    <a:pt x="4026307" y="2293612"/>
                  </a:lnTo>
                  <a:lnTo>
                    <a:pt x="4026434" y="2293612"/>
                  </a:lnTo>
                  <a:lnTo>
                    <a:pt x="4026560" y="2293612"/>
                  </a:lnTo>
                  <a:lnTo>
                    <a:pt x="4026686" y="2293612"/>
                  </a:lnTo>
                  <a:lnTo>
                    <a:pt x="4026812" y="2293612"/>
                  </a:lnTo>
                  <a:lnTo>
                    <a:pt x="4026939" y="2293612"/>
                  </a:lnTo>
                  <a:lnTo>
                    <a:pt x="4027065" y="2293612"/>
                  </a:lnTo>
                  <a:lnTo>
                    <a:pt x="4027191" y="2293612"/>
                  </a:lnTo>
                  <a:lnTo>
                    <a:pt x="4027317" y="2293612"/>
                  </a:lnTo>
                  <a:lnTo>
                    <a:pt x="4027444" y="2293612"/>
                  </a:lnTo>
                  <a:lnTo>
                    <a:pt x="4027570" y="2293612"/>
                  </a:lnTo>
                  <a:lnTo>
                    <a:pt x="4027696" y="2293612"/>
                  </a:lnTo>
                  <a:lnTo>
                    <a:pt x="4027822" y="2293612"/>
                  </a:lnTo>
                  <a:lnTo>
                    <a:pt x="4027949" y="2293612"/>
                  </a:lnTo>
                  <a:lnTo>
                    <a:pt x="4028075" y="2293612"/>
                  </a:lnTo>
                  <a:lnTo>
                    <a:pt x="4028201" y="2293612"/>
                  </a:lnTo>
                  <a:lnTo>
                    <a:pt x="4028327" y="2293612"/>
                  </a:lnTo>
                  <a:lnTo>
                    <a:pt x="4028454" y="2293612"/>
                  </a:lnTo>
                  <a:lnTo>
                    <a:pt x="4028580" y="2293612"/>
                  </a:lnTo>
                  <a:lnTo>
                    <a:pt x="4028706" y="2293612"/>
                  </a:lnTo>
                  <a:lnTo>
                    <a:pt x="4028832" y="2293612"/>
                  </a:lnTo>
                  <a:lnTo>
                    <a:pt x="4028959" y="2293612"/>
                  </a:lnTo>
                  <a:lnTo>
                    <a:pt x="4029085" y="2293612"/>
                  </a:lnTo>
                  <a:lnTo>
                    <a:pt x="4029211" y="2293612"/>
                  </a:lnTo>
                  <a:lnTo>
                    <a:pt x="4029337" y="2293612"/>
                  </a:lnTo>
                  <a:lnTo>
                    <a:pt x="4029464" y="2293612"/>
                  </a:lnTo>
                  <a:lnTo>
                    <a:pt x="4029590" y="2293612"/>
                  </a:lnTo>
                  <a:lnTo>
                    <a:pt x="4029716" y="2293612"/>
                  </a:lnTo>
                  <a:lnTo>
                    <a:pt x="4029842" y="2293612"/>
                  </a:lnTo>
                  <a:lnTo>
                    <a:pt x="4029969" y="2293612"/>
                  </a:lnTo>
                  <a:lnTo>
                    <a:pt x="4030095" y="2293612"/>
                  </a:lnTo>
                  <a:lnTo>
                    <a:pt x="4030221" y="2293612"/>
                  </a:lnTo>
                  <a:lnTo>
                    <a:pt x="4030347" y="2293612"/>
                  </a:lnTo>
                  <a:lnTo>
                    <a:pt x="4030474" y="2293612"/>
                  </a:lnTo>
                  <a:lnTo>
                    <a:pt x="4030600" y="2293612"/>
                  </a:lnTo>
                  <a:lnTo>
                    <a:pt x="4030726" y="2293612"/>
                  </a:lnTo>
                  <a:lnTo>
                    <a:pt x="4030852" y="2293612"/>
                  </a:lnTo>
                  <a:lnTo>
                    <a:pt x="4030979" y="2293612"/>
                  </a:lnTo>
                  <a:lnTo>
                    <a:pt x="4031105" y="2293612"/>
                  </a:lnTo>
                  <a:lnTo>
                    <a:pt x="4031231" y="2293612"/>
                  </a:lnTo>
                  <a:lnTo>
                    <a:pt x="4031358" y="2293612"/>
                  </a:lnTo>
                  <a:lnTo>
                    <a:pt x="4031484" y="2293612"/>
                  </a:lnTo>
                  <a:lnTo>
                    <a:pt x="4031610" y="2293612"/>
                  </a:lnTo>
                  <a:lnTo>
                    <a:pt x="4031736" y="2293612"/>
                  </a:lnTo>
                  <a:lnTo>
                    <a:pt x="4031863" y="2293612"/>
                  </a:lnTo>
                  <a:lnTo>
                    <a:pt x="4031989" y="2293612"/>
                  </a:lnTo>
                  <a:lnTo>
                    <a:pt x="4032115" y="2293612"/>
                  </a:lnTo>
                  <a:lnTo>
                    <a:pt x="4032241" y="2293612"/>
                  </a:lnTo>
                  <a:lnTo>
                    <a:pt x="4032368" y="2293612"/>
                  </a:lnTo>
                  <a:lnTo>
                    <a:pt x="4032494" y="2293612"/>
                  </a:lnTo>
                  <a:lnTo>
                    <a:pt x="4032620" y="2293612"/>
                  </a:lnTo>
                  <a:lnTo>
                    <a:pt x="4032746" y="2293612"/>
                  </a:lnTo>
                  <a:lnTo>
                    <a:pt x="4032873" y="2293612"/>
                  </a:lnTo>
                  <a:lnTo>
                    <a:pt x="4032999" y="2293612"/>
                  </a:lnTo>
                  <a:lnTo>
                    <a:pt x="4033125" y="2293612"/>
                  </a:lnTo>
                  <a:lnTo>
                    <a:pt x="4033251" y="2293612"/>
                  </a:lnTo>
                  <a:lnTo>
                    <a:pt x="4033378" y="2293612"/>
                  </a:lnTo>
                  <a:lnTo>
                    <a:pt x="4033504" y="2293612"/>
                  </a:lnTo>
                  <a:lnTo>
                    <a:pt x="4033630" y="2293612"/>
                  </a:lnTo>
                  <a:lnTo>
                    <a:pt x="4033756" y="2293612"/>
                  </a:lnTo>
                  <a:lnTo>
                    <a:pt x="4033883" y="2293612"/>
                  </a:lnTo>
                  <a:lnTo>
                    <a:pt x="4034009" y="2293612"/>
                  </a:lnTo>
                  <a:lnTo>
                    <a:pt x="4034135" y="2293612"/>
                  </a:lnTo>
                  <a:lnTo>
                    <a:pt x="4034261" y="2293612"/>
                  </a:lnTo>
                  <a:lnTo>
                    <a:pt x="4034388" y="2293612"/>
                  </a:lnTo>
                  <a:lnTo>
                    <a:pt x="4034514" y="2293612"/>
                  </a:lnTo>
                  <a:lnTo>
                    <a:pt x="4034640" y="2293612"/>
                  </a:lnTo>
                  <a:lnTo>
                    <a:pt x="4034766" y="2293612"/>
                  </a:lnTo>
                  <a:lnTo>
                    <a:pt x="4034893" y="2293612"/>
                  </a:lnTo>
                  <a:lnTo>
                    <a:pt x="4035019" y="2293612"/>
                  </a:lnTo>
                  <a:lnTo>
                    <a:pt x="4035145" y="2293612"/>
                  </a:lnTo>
                  <a:lnTo>
                    <a:pt x="4035271" y="2293612"/>
                  </a:lnTo>
                  <a:lnTo>
                    <a:pt x="4035398" y="2293612"/>
                  </a:lnTo>
                  <a:lnTo>
                    <a:pt x="4035524" y="2293612"/>
                  </a:lnTo>
                  <a:lnTo>
                    <a:pt x="4035650" y="2293612"/>
                  </a:lnTo>
                  <a:lnTo>
                    <a:pt x="4035776" y="2293612"/>
                  </a:lnTo>
                  <a:lnTo>
                    <a:pt x="4035903" y="2293612"/>
                  </a:lnTo>
                  <a:lnTo>
                    <a:pt x="4036029" y="2293612"/>
                  </a:lnTo>
                  <a:lnTo>
                    <a:pt x="4036155" y="2293612"/>
                  </a:lnTo>
                  <a:lnTo>
                    <a:pt x="4036282" y="2293612"/>
                  </a:lnTo>
                  <a:lnTo>
                    <a:pt x="4036408" y="2293612"/>
                  </a:lnTo>
                  <a:lnTo>
                    <a:pt x="4036534" y="2293612"/>
                  </a:lnTo>
                  <a:lnTo>
                    <a:pt x="4036660" y="2293612"/>
                  </a:lnTo>
                  <a:lnTo>
                    <a:pt x="4036787" y="2293612"/>
                  </a:lnTo>
                  <a:lnTo>
                    <a:pt x="4036913" y="2293612"/>
                  </a:lnTo>
                  <a:lnTo>
                    <a:pt x="4037039" y="2293612"/>
                  </a:lnTo>
                  <a:lnTo>
                    <a:pt x="4037165" y="2293612"/>
                  </a:lnTo>
                  <a:lnTo>
                    <a:pt x="4037292" y="2293612"/>
                  </a:lnTo>
                  <a:lnTo>
                    <a:pt x="4037418" y="2293612"/>
                  </a:lnTo>
                  <a:lnTo>
                    <a:pt x="4037544" y="2293612"/>
                  </a:lnTo>
                  <a:lnTo>
                    <a:pt x="4037670" y="2293612"/>
                  </a:lnTo>
                  <a:lnTo>
                    <a:pt x="4037797" y="2293612"/>
                  </a:lnTo>
                  <a:lnTo>
                    <a:pt x="4037923" y="2293612"/>
                  </a:lnTo>
                  <a:lnTo>
                    <a:pt x="4038049" y="2293612"/>
                  </a:lnTo>
                  <a:lnTo>
                    <a:pt x="4038175" y="2293612"/>
                  </a:lnTo>
                  <a:lnTo>
                    <a:pt x="4038302" y="2293612"/>
                  </a:lnTo>
                  <a:lnTo>
                    <a:pt x="4038428" y="2293612"/>
                  </a:lnTo>
                  <a:lnTo>
                    <a:pt x="4038554" y="2293612"/>
                  </a:lnTo>
                  <a:lnTo>
                    <a:pt x="4038680" y="2293612"/>
                  </a:lnTo>
                  <a:lnTo>
                    <a:pt x="4038807" y="2293612"/>
                  </a:lnTo>
                  <a:lnTo>
                    <a:pt x="4038933" y="2293612"/>
                  </a:lnTo>
                  <a:lnTo>
                    <a:pt x="4039059" y="2293612"/>
                  </a:lnTo>
                  <a:lnTo>
                    <a:pt x="4039185" y="2293612"/>
                  </a:lnTo>
                  <a:lnTo>
                    <a:pt x="4039312" y="2293612"/>
                  </a:lnTo>
                  <a:lnTo>
                    <a:pt x="4039438" y="2293612"/>
                  </a:lnTo>
                  <a:lnTo>
                    <a:pt x="4039564" y="2293612"/>
                  </a:lnTo>
                  <a:lnTo>
                    <a:pt x="4039690" y="2293612"/>
                  </a:lnTo>
                  <a:lnTo>
                    <a:pt x="4039817" y="2293612"/>
                  </a:lnTo>
                  <a:lnTo>
                    <a:pt x="4039943" y="2293612"/>
                  </a:lnTo>
                  <a:lnTo>
                    <a:pt x="4040069" y="2293612"/>
                  </a:lnTo>
                  <a:lnTo>
                    <a:pt x="4040195" y="2293612"/>
                  </a:lnTo>
                  <a:lnTo>
                    <a:pt x="4040322" y="2293612"/>
                  </a:lnTo>
                  <a:lnTo>
                    <a:pt x="4040448" y="2293612"/>
                  </a:lnTo>
                  <a:lnTo>
                    <a:pt x="4040574" y="2293612"/>
                  </a:lnTo>
                  <a:lnTo>
                    <a:pt x="4040700" y="2293612"/>
                  </a:lnTo>
                  <a:lnTo>
                    <a:pt x="4040827" y="2293612"/>
                  </a:lnTo>
                  <a:lnTo>
                    <a:pt x="4040953" y="2293612"/>
                  </a:lnTo>
                  <a:lnTo>
                    <a:pt x="4041079" y="2293612"/>
                  </a:lnTo>
                  <a:lnTo>
                    <a:pt x="4041206" y="2293612"/>
                  </a:lnTo>
                  <a:lnTo>
                    <a:pt x="4041332" y="2293612"/>
                  </a:lnTo>
                  <a:lnTo>
                    <a:pt x="4041458" y="2293612"/>
                  </a:lnTo>
                  <a:lnTo>
                    <a:pt x="4041584" y="2293612"/>
                  </a:lnTo>
                  <a:lnTo>
                    <a:pt x="4041711" y="2293612"/>
                  </a:lnTo>
                  <a:lnTo>
                    <a:pt x="4041837" y="2293612"/>
                  </a:lnTo>
                  <a:lnTo>
                    <a:pt x="4041963" y="2293612"/>
                  </a:lnTo>
                  <a:lnTo>
                    <a:pt x="4042089" y="2293612"/>
                  </a:lnTo>
                  <a:lnTo>
                    <a:pt x="4042216" y="2293612"/>
                  </a:lnTo>
                  <a:lnTo>
                    <a:pt x="4042342" y="2293612"/>
                  </a:lnTo>
                  <a:lnTo>
                    <a:pt x="4042468" y="2293612"/>
                  </a:lnTo>
                  <a:lnTo>
                    <a:pt x="4042594" y="2293612"/>
                  </a:lnTo>
                  <a:lnTo>
                    <a:pt x="4042594" y="2288700"/>
                  </a:lnTo>
                  <a:lnTo>
                    <a:pt x="4042721" y="2288700"/>
                  </a:lnTo>
                  <a:lnTo>
                    <a:pt x="4042847" y="2288700"/>
                  </a:lnTo>
                  <a:lnTo>
                    <a:pt x="4042973" y="2288700"/>
                  </a:lnTo>
                  <a:lnTo>
                    <a:pt x="4043099" y="2288700"/>
                  </a:lnTo>
                  <a:lnTo>
                    <a:pt x="4043226" y="2288700"/>
                  </a:lnTo>
                  <a:lnTo>
                    <a:pt x="4043352" y="2288700"/>
                  </a:lnTo>
                  <a:lnTo>
                    <a:pt x="4043478" y="2288700"/>
                  </a:lnTo>
                  <a:lnTo>
                    <a:pt x="4043604" y="2288700"/>
                  </a:lnTo>
                  <a:lnTo>
                    <a:pt x="4043731" y="2288700"/>
                  </a:lnTo>
                  <a:lnTo>
                    <a:pt x="4043857" y="2288700"/>
                  </a:lnTo>
                  <a:lnTo>
                    <a:pt x="4043983" y="2288700"/>
                  </a:lnTo>
                  <a:lnTo>
                    <a:pt x="4044109" y="2288700"/>
                  </a:lnTo>
                  <a:lnTo>
                    <a:pt x="4044236" y="2288700"/>
                  </a:lnTo>
                  <a:lnTo>
                    <a:pt x="4044362" y="2288700"/>
                  </a:lnTo>
                  <a:lnTo>
                    <a:pt x="4044488" y="2288700"/>
                  </a:lnTo>
                  <a:lnTo>
                    <a:pt x="4044614" y="2288700"/>
                  </a:lnTo>
                  <a:lnTo>
                    <a:pt x="4044741" y="2288700"/>
                  </a:lnTo>
                  <a:lnTo>
                    <a:pt x="4044867" y="2288700"/>
                  </a:lnTo>
                  <a:lnTo>
                    <a:pt x="4044993" y="2288700"/>
                  </a:lnTo>
                  <a:lnTo>
                    <a:pt x="4044993" y="2283789"/>
                  </a:lnTo>
                  <a:lnTo>
                    <a:pt x="4045119" y="2283789"/>
                  </a:lnTo>
                  <a:lnTo>
                    <a:pt x="4045246" y="2283789"/>
                  </a:lnTo>
                  <a:lnTo>
                    <a:pt x="4045372" y="2283789"/>
                  </a:lnTo>
                  <a:lnTo>
                    <a:pt x="4045372" y="2278877"/>
                  </a:lnTo>
                  <a:lnTo>
                    <a:pt x="4045498" y="2278877"/>
                  </a:lnTo>
                  <a:lnTo>
                    <a:pt x="4045624" y="2278877"/>
                  </a:lnTo>
                  <a:lnTo>
                    <a:pt x="4045751" y="2278877"/>
                  </a:lnTo>
                  <a:lnTo>
                    <a:pt x="4045877" y="2278877"/>
                  </a:lnTo>
                  <a:lnTo>
                    <a:pt x="4045877" y="2273966"/>
                  </a:lnTo>
                  <a:lnTo>
                    <a:pt x="4046003" y="2273966"/>
                  </a:lnTo>
                  <a:lnTo>
                    <a:pt x="4046129" y="2273966"/>
                  </a:lnTo>
                  <a:lnTo>
                    <a:pt x="4046256" y="2273966"/>
                  </a:lnTo>
                  <a:lnTo>
                    <a:pt x="4046382" y="2273966"/>
                  </a:lnTo>
                  <a:lnTo>
                    <a:pt x="4046508" y="2273966"/>
                  </a:lnTo>
                  <a:lnTo>
                    <a:pt x="4046635" y="2273966"/>
                  </a:lnTo>
                  <a:lnTo>
                    <a:pt x="4046761" y="2273966"/>
                  </a:lnTo>
                  <a:lnTo>
                    <a:pt x="4046887" y="2273966"/>
                  </a:lnTo>
                  <a:lnTo>
                    <a:pt x="4047013" y="2273966"/>
                  </a:lnTo>
                  <a:lnTo>
                    <a:pt x="4047140" y="2273966"/>
                  </a:lnTo>
                  <a:lnTo>
                    <a:pt x="4047266" y="2273966"/>
                  </a:lnTo>
                  <a:lnTo>
                    <a:pt x="4047392" y="2273966"/>
                  </a:lnTo>
                  <a:lnTo>
                    <a:pt x="4047518" y="2273966"/>
                  </a:lnTo>
                  <a:lnTo>
                    <a:pt x="4047645" y="2273966"/>
                  </a:lnTo>
                  <a:lnTo>
                    <a:pt x="4047771" y="2273966"/>
                  </a:lnTo>
                  <a:lnTo>
                    <a:pt x="4047897" y="2273966"/>
                  </a:lnTo>
                  <a:lnTo>
                    <a:pt x="4048023" y="2273966"/>
                  </a:lnTo>
                  <a:lnTo>
                    <a:pt x="4048150" y="2273966"/>
                  </a:lnTo>
                  <a:lnTo>
                    <a:pt x="4048276" y="2273966"/>
                  </a:lnTo>
                  <a:lnTo>
                    <a:pt x="4048402" y="2273966"/>
                  </a:lnTo>
                  <a:lnTo>
                    <a:pt x="4048528" y="2273966"/>
                  </a:lnTo>
                  <a:lnTo>
                    <a:pt x="4048655" y="2273966"/>
                  </a:lnTo>
                  <a:lnTo>
                    <a:pt x="4048781" y="2273966"/>
                  </a:lnTo>
                  <a:lnTo>
                    <a:pt x="4048907" y="2273966"/>
                  </a:lnTo>
                  <a:lnTo>
                    <a:pt x="4048907" y="2269055"/>
                  </a:lnTo>
                  <a:lnTo>
                    <a:pt x="4049033" y="2269055"/>
                  </a:lnTo>
                  <a:lnTo>
                    <a:pt x="4049160" y="2269055"/>
                  </a:lnTo>
                  <a:lnTo>
                    <a:pt x="4049286" y="2269055"/>
                  </a:lnTo>
                  <a:lnTo>
                    <a:pt x="4049412" y="2269055"/>
                  </a:lnTo>
                  <a:lnTo>
                    <a:pt x="4049538" y="2269055"/>
                  </a:lnTo>
                  <a:lnTo>
                    <a:pt x="4049665" y="2269055"/>
                  </a:lnTo>
                  <a:lnTo>
                    <a:pt x="4049791" y="2269055"/>
                  </a:lnTo>
                  <a:lnTo>
                    <a:pt x="4049917" y="2269055"/>
                  </a:lnTo>
                  <a:lnTo>
                    <a:pt x="4050043" y="2269055"/>
                  </a:lnTo>
                  <a:lnTo>
                    <a:pt x="4050170" y="2269055"/>
                  </a:lnTo>
                  <a:lnTo>
                    <a:pt x="4050296" y="2269055"/>
                  </a:lnTo>
                  <a:lnTo>
                    <a:pt x="4050422" y="2269055"/>
                  </a:lnTo>
                  <a:lnTo>
                    <a:pt x="4050548" y="2269055"/>
                  </a:lnTo>
                  <a:lnTo>
                    <a:pt x="4050675" y="2269055"/>
                  </a:lnTo>
                  <a:lnTo>
                    <a:pt x="4050801" y="2269055"/>
                  </a:lnTo>
                  <a:lnTo>
                    <a:pt x="4050927" y="2269055"/>
                  </a:lnTo>
                  <a:lnTo>
                    <a:pt x="4051053" y="2269055"/>
                  </a:lnTo>
                  <a:lnTo>
                    <a:pt x="4051180" y="2269055"/>
                  </a:lnTo>
                  <a:lnTo>
                    <a:pt x="4051180" y="2264143"/>
                  </a:lnTo>
                  <a:lnTo>
                    <a:pt x="4051306" y="2264143"/>
                  </a:lnTo>
                  <a:lnTo>
                    <a:pt x="4051432" y="2264143"/>
                  </a:lnTo>
                  <a:lnTo>
                    <a:pt x="4051559" y="2264143"/>
                  </a:lnTo>
                  <a:lnTo>
                    <a:pt x="4051685" y="2264143"/>
                  </a:lnTo>
                  <a:lnTo>
                    <a:pt x="4051811" y="2264143"/>
                  </a:lnTo>
                  <a:lnTo>
                    <a:pt x="4051937" y="2264143"/>
                  </a:lnTo>
                  <a:lnTo>
                    <a:pt x="4052064" y="2264143"/>
                  </a:lnTo>
                  <a:lnTo>
                    <a:pt x="4052190" y="2264143"/>
                  </a:lnTo>
                  <a:lnTo>
                    <a:pt x="4052190" y="2259232"/>
                  </a:lnTo>
                  <a:lnTo>
                    <a:pt x="4052316" y="2259232"/>
                  </a:lnTo>
                  <a:lnTo>
                    <a:pt x="4052442" y="2259232"/>
                  </a:lnTo>
                  <a:lnTo>
                    <a:pt x="4052569" y="2259232"/>
                  </a:lnTo>
                  <a:lnTo>
                    <a:pt x="4052695" y="2259232"/>
                  </a:lnTo>
                  <a:lnTo>
                    <a:pt x="4052821" y="2259232"/>
                  </a:lnTo>
                  <a:lnTo>
                    <a:pt x="4052947" y="2259232"/>
                  </a:lnTo>
                  <a:lnTo>
                    <a:pt x="4053074" y="2259232"/>
                  </a:lnTo>
                  <a:lnTo>
                    <a:pt x="4053200" y="2259232"/>
                  </a:lnTo>
                  <a:lnTo>
                    <a:pt x="4053326" y="2259232"/>
                  </a:lnTo>
                  <a:lnTo>
                    <a:pt x="4053452" y="2259232"/>
                  </a:lnTo>
                  <a:lnTo>
                    <a:pt x="4053579" y="2259232"/>
                  </a:lnTo>
                  <a:lnTo>
                    <a:pt x="4053705" y="2259232"/>
                  </a:lnTo>
                  <a:lnTo>
                    <a:pt x="4053831" y="2259232"/>
                  </a:lnTo>
                  <a:lnTo>
                    <a:pt x="4053957" y="2259232"/>
                  </a:lnTo>
                  <a:lnTo>
                    <a:pt x="4054084" y="2259232"/>
                  </a:lnTo>
                  <a:lnTo>
                    <a:pt x="4054210" y="2259232"/>
                  </a:lnTo>
                  <a:lnTo>
                    <a:pt x="4054336" y="2259232"/>
                  </a:lnTo>
                  <a:lnTo>
                    <a:pt x="4054462" y="2259232"/>
                  </a:lnTo>
                  <a:lnTo>
                    <a:pt x="4054589" y="2259232"/>
                  </a:lnTo>
                  <a:lnTo>
                    <a:pt x="4054715" y="2259232"/>
                  </a:lnTo>
                  <a:lnTo>
                    <a:pt x="4054841" y="2259232"/>
                  </a:lnTo>
                  <a:lnTo>
                    <a:pt x="4054967" y="2259232"/>
                  </a:lnTo>
                  <a:lnTo>
                    <a:pt x="4055094" y="2259232"/>
                  </a:lnTo>
                  <a:lnTo>
                    <a:pt x="4055220" y="2259232"/>
                  </a:lnTo>
                  <a:lnTo>
                    <a:pt x="4055346" y="2259232"/>
                  </a:lnTo>
                  <a:lnTo>
                    <a:pt x="4055472" y="2259232"/>
                  </a:lnTo>
                  <a:lnTo>
                    <a:pt x="4055599" y="2259232"/>
                  </a:lnTo>
                  <a:lnTo>
                    <a:pt x="4055725" y="2259232"/>
                  </a:lnTo>
                  <a:lnTo>
                    <a:pt x="4055851" y="2259232"/>
                  </a:lnTo>
                  <a:lnTo>
                    <a:pt x="4055977" y="2259232"/>
                  </a:lnTo>
                  <a:lnTo>
                    <a:pt x="4056104" y="2259232"/>
                  </a:lnTo>
                  <a:lnTo>
                    <a:pt x="4056230" y="2259232"/>
                  </a:lnTo>
                  <a:lnTo>
                    <a:pt x="4056356" y="2259232"/>
                  </a:lnTo>
                  <a:lnTo>
                    <a:pt x="4056482" y="2259232"/>
                  </a:lnTo>
                  <a:lnTo>
                    <a:pt x="4056609" y="2259232"/>
                  </a:lnTo>
                  <a:lnTo>
                    <a:pt x="4056735" y="2259232"/>
                  </a:lnTo>
                  <a:lnTo>
                    <a:pt x="4056861" y="2259232"/>
                  </a:lnTo>
                  <a:lnTo>
                    <a:pt x="4056988" y="2259232"/>
                  </a:lnTo>
                  <a:lnTo>
                    <a:pt x="4057114" y="2259232"/>
                  </a:lnTo>
                  <a:lnTo>
                    <a:pt x="4057240" y="2259232"/>
                  </a:lnTo>
                  <a:lnTo>
                    <a:pt x="4057366" y="2259232"/>
                  </a:lnTo>
                  <a:lnTo>
                    <a:pt x="4057493" y="2259232"/>
                  </a:lnTo>
                  <a:lnTo>
                    <a:pt x="4057619" y="2259232"/>
                  </a:lnTo>
                  <a:lnTo>
                    <a:pt x="4057745" y="2259232"/>
                  </a:lnTo>
                  <a:lnTo>
                    <a:pt x="4057871" y="2259232"/>
                  </a:lnTo>
                  <a:lnTo>
                    <a:pt x="4057998" y="2259232"/>
                  </a:lnTo>
                  <a:lnTo>
                    <a:pt x="4058124" y="2259232"/>
                  </a:lnTo>
                  <a:lnTo>
                    <a:pt x="4058250" y="2259232"/>
                  </a:lnTo>
                  <a:lnTo>
                    <a:pt x="4058376" y="2259232"/>
                  </a:lnTo>
                  <a:lnTo>
                    <a:pt x="4058503" y="2259232"/>
                  </a:lnTo>
                  <a:lnTo>
                    <a:pt x="4058629" y="2259232"/>
                  </a:lnTo>
                  <a:lnTo>
                    <a:pt x="4058755" y="2259232"/>
                  </a:lnTo>
                  <a:lnTo>
                    <a:pt x="4058881" y="2259232"/>
                  </a:lnTo>
                  <a:lnTo>
                    <a:pt x="4059008" y="2259232"/>
                  </a:lnTo>
                  <a:lnTo>
                    <a:pt x="4059134" y="2259232"/>
                  </a:lnTo>
                  <a:lnTo>
                    <a:pt x="4059260" y="2259232"/>
                  </a:lnTo>
                  <a:lnTo>
                    <a:pt x="4059386" y="2259232"/>
                  </a:lnTo>
                  <a:lnTo>
                    <a:pt x="4059513" y="2259232"/>
                  </a:lnTo>
                  <a:lnTo>
                    <a:pt x="4059639" y="2259232"/>
                  </a:lnTo>
                  <a:lnTo>
                    <a:pt x="4059765" y="2259232"/>
                  </a:lnTo>
                  <a:lnTo>
                    <a:pt x="4059891" y="2259232"/>
                  </a:lnTo>
                  <a:lnTo>
                    <a:pt x="4060018" y="2259232"/>
                  </a:lnTo>
                  <a:lnTo>
                    <a:pt x="4060144" y="2259232"/>
                  </a:lnTo>
                  <a:lnTo>
                    <a:pt x="4060270" y="2259232"/>
                  </a:lnTo>
                  <a:lnTo>
                    <a:pt x="4060396" y="2259232"/>
                  </a:lnTo>
                  <a:lnTo>
                    <a:pt x="4060523" y="2259232"/>
                  </a:lnTo>
                  <a:lnTo>
                    <a:pt x="4060649" y="2259232"/>
                  </a:lnTo>
                  <a:lnTo>
                    <a:pt x="4060775" y="2259232"/>
                  </a:lnTo>
                  <a:lnTo>
                    <a:pt x="4060901" y="2259232"/>
                  </a:lnTo>
                  <a:lnTo>
                    <a:pt x="4061028" y="2259232"/>
                  </a:lnTo>
                  <a:lnTo>
                    <a:pt x="4061154" y="2259232"/>
                  </a:lnTo>
                  <a:lnTo>
                    <a:pt x="4061280" y="2259232"/>
                  </a:lnTo>
                  <a:lnTo>
                    <a:pt x="4061406" y="2259232"/>
                  </a:lnTo>
                  <a:lnTo>
                    <a:pt x="4061533" y="2259232"/>
                  </a:lnTo>
                  <a:lnTo>
                    <a:pt x="4061659" y="2259232"/>
                  </a:lnTo>
                  <a:lnTo>
                    <a:pt x="4061785" y="2259232"/>
                  </a:lnTo>
                  <a:lnTo>
                    <a:pt x="4061912" y="2259232"/>
                  </a:lnTo>
                  <a:lnTo>
                    <a:pt x="4062038" y="2259232"/>
                  </a:lnTo>
                  <a:lnTo>
                    <a:pt x="4062164" y="2259232"/>
                  </a:lnTo>
                  <a:lnTo>
                    <a:pt x="4062290" y="2259232"/>
                  </a:lnTo>
                  <a:lnTo>
                    <a:pt x="4062417" y="2259232"/>
                  </a:lnTo>
                  <a:lnTo>
                    <a:pt x="4062543" y="2259232"/>
                  </a:lnTo>
                  <a:lnTo>
                    <a:pt x="4062669" y="2259232"/>
                  </a:lnTo>
                  <a:lnTo>
                    <a:pt x="4062795" y="2259232"/>
                  </a:lnTo>
                  <a:lnTo>
                    <a:pt x="4062922" y="2259232"/>
                  </a:lnTo>
                  <a:lnTo>
                    <a:pt x="4063048" y="2259232"/>
                  </a:lnTo>
                  <a:lnTo>
                    <a:pt x="4063174" y="2259232"/>
                  </a:lnTo>
                  <a:lnTo>
                    <a:pt x="4063300" y="2259232"/>
                  </a:lnTo>
                  <a:lnTo>
                    <a:pt x="4063427" y="2259232"/>
                  </a:lnTo>
                  <a:lnTo>
                    <a:pt x="4063553" y="2259232"/>
                  </a:lnTo>
                  <a:lnTo>
                    <a:pt x="4063679" y="2259232"/>
                  </a:lnTo>
                  <a:lnTo>
                    <a:pt x="4063805" y="2259232"/>
                  </a:lnTo>
                  <a:lnTo>
                    <a:pt x="4063932" y="2259232"/>
                  </a:lnTo>
                  <a:lnTo>
                    <a:pt x="4064058" y="2259232"/>
                  </a:lnTo>
                  <a:lnTo>
                    <a:pt x="4064184" y="2259232"/>
                  </a:lnTo>
                  <a:lnTo>
                    <a:pt x="4064310" y="2259232"/>
                  </a:lnTo>
                  <a:lnTo>
                    <a:pt x="4064437" y="2259232"/>
                  </a:lnTo>
                  <a:lnTo>
                    <a:pt x="4064563" y="2259232"/>
                  </a:lnTo>
                  <a:lnTo>
                    <a:pt x="4064689" y="2259232"/>
                  </a:lnTo>
                  <a:lnTo>
                    <a:pt x="4064815" y="2259232"/>
                  </a:lnTo>
                  <a:lnTo>
                    <a:pt x="4064942" y="2259232"/>
                  </a:lnTo>
                  <a:lnTo>
                    <a:pt x="4065068" y="2259232"/>
                  </a:lnTo>
                  <a:lnTo>
                    <a:pt x="4065194" y="2259232"/>
                  </a:lnTo>
                  <a:lnTo>
                    <a:pt x="4065320" y="2259232"/>
                  </a:lnTo>
                  <a:lnTo>
                    <a:pt x="4065447" y="2259232"/>
                  </a:lnTo>
                  <a:lnTo>
                    <a:pt x="4065573" y="2259232"/>
                  </a:lnTo>
                  <a:lnTo>
                    <a:pt x="4065699" y="2259232"/>
                  </a:lnTo>
                  <a:lnTo>
                    <a:pt x="4065825" y="2259232"/>
                  </a:lnTo>
                  <a:lnTo>
                    <a:pt x="4065952" y="2259232"/>
                  </a:lnTo>
                  <a:lnTo>
                    <a:pt x="4066078" y="2259232"/>
                  </a:lnTo>
                  <a:lnTo>
                    <a:pt x="4066204" y="2259232"/>
                  </a:lnTo>
                  <a:lnTo>
                    <a:pt x="4066330" y="2259232"/>
                  </a:lnTo>
                  <a:lnTo>
                    <a:pt x="4066457" y="2259232"/>
                  </a:lnTo>
                  <a:lnTo>
                    <a:pt x="4066583" y="2259232"/>
                  </a:lnTo>
                  <a:lnTo>
                    <a:pt x="4066709" y="2259232"/>
                  </a:lnTo>
                  <a:lnTo>
                    <a:pt x="4066835" y="2259232"/>
                  </a:lnTo>
                  <a:lnTo>
                    <a:pt x="4066962" y="2259232"/>
                  </a:lnTo>
                  <a:lnTo>
                    <a:pt x="4067088" y="2259232"/>
                  </a:lnTo>
                  <a:lnTo>
                    <a:pt x="4067214" y="2259232"/>
                  </a:lnTo>
                  <a:lnTo>
                    <a:pt x="4067341" y="2259232"/>
                  </a:lnTo>
                  <a:lnTo>
                    <a:pt x="4067467" y="2259232"/>
                  </a:lnTo>
                  <a:lnTo>
                    <a:pt x="4067593" y="2259232"/>
                  </a:lnTo>
                  <a:lnTo>
                    <a:pt x="4067719" y="2259232"/>
                  </a:lnTo>
                  <a:lnTo>
                    <a:pt x="4067846" y="2259232"/>
                  </a:lnTo>
                  <a:lnTo>
                    <a:pt x="4067972" y="2259232"/>
                  </a:lnTo>
                  <a:lnTo>
                    <a:pt x="4068098" y="2259232"/>
                  </a:lnTo>
                  <a:lnTo>
                    <a:pt x="4068224" y="2259232"/>
                  </a:lnTo>
                  <a:lnTo>
                    <a:pt x="4068351" y="2259232"/>
                  </a:lnTo>
                  <a:lnTo>
                    <a:pt x="4068477" y="2259232"/>
                  </a:lnTo>
                  <a:lnTo>
                    <a:pt x="4068603" y="2259232"/>
                  </a:lnTo>
                  <a:lnTo>
                    <a:pt x="4068729" y="2259232"/>
                  </a:lnTo>
                  <a:lnTo>
                    <a:pt x="4068856" y="2259232"/>
                  </a:lnTo>
                  <a:lnTo>
                    <a:pt x="4068982" y="2259232"/>
                  </a:lnTo>
                  <a:lnTo>
                    <a:pt x="4069108" y="2259232"/>
                  </a:lnTo>
                  <a:lnTo>
                    <a:pt x="4069234" y="2259232"/>
                  </a:lnTo>
                  <a:lnTo>
                    <a:pt x="4069361" y="2259232"/>
                  </a:lnTo>
                  <a:lnTo>
                    <a:pt x="4069487" y="2259232"/>
                  </a:lnTo>
                  <a:lnTo>
                    <a:pt x="4069613" y="2259232"/>
                  </a:lnTo>
                  <a:lnTo>
                    <a:pt x="4069739" y="2259232"/>
                  </a:lnTo>
                  <a:lnTo>
                    <a:pt x="4069866" y="2259232"/>
                  </a:lnTo>
                  <a:lnTo>
                    <a:pt x="4069992" y="2259232"/>
                  </a:lnTo>
                  <a:lnTo>
                    <a:pt x="4070118" y="2259232"/>
                  </a:lnTo>
                  <a:lnTo>
                    <a:pt x="4070244" y="2259232"/>
                  </a:lnTo>
                  <a:lnTo>
                    <a:pt x="4070371" y="2259232"/>
                  </a:lnTo>
                  <a:lnTo>
                    <a:pt x="4070497" y="2259232"/>
                  </a:lnTo>
                  <a:lnTo>
                    <a:pt x="4070623" y="2259232"/>
                  </a:lnTo>
                  <a:lnTo>
                    <a:pt x="4070749" y="2259232"/>
                  </a:lnTo>
                  <a:lnTo>
                    <a:pt x="4070876" y="2259232"/>
                  </a:lnTo>
                  <a:lnTo>
                    <a:pt x="4071002" y="2259232"/>
                  </a:lnTo>
                  <a:lnTo>
                    <a:pt x="4071128" y="2259232"/>
                  </a:lnTo>
                  <a:lnTo>
                    <a:pt x="4071254" y="2259232"/>
                  </a:lnTo>
                  <a:lnTo>
                    <a:pt x="4071381" y="2259232"/>
                  </a:lnTo>
                  <a:lnTo>
                    <a:pt x="4071507" y="2259232"/>
                  </a:lnTo>
                  <a:lnTo>
                    <a:pt x="4071633" y="2259232"/>
                  </a:lnTo>
                  <a:lnTo>
                    <a:pt x="4071759" y="2259232"/>
                  </a:lnTo>
                  <a:lnTo>
                    <a:pt x="4071886" y="2259232"/>
                  </a:lnTo>
                  <a:lnTo>
                    <a:pt x="4072012" y="2259232"/>
                  </a:lnTo>
                  <a:lnTo>
                    <a:pt x="4072138" y="2259232"/>
                  </a:lnTo>
                  <a:lnTo>
                    <a:pt x="4072265" y="2259232"/>
                  </a:lnTo>
                  <a:lnTo>
                    <a:pt x="4072391" y="2259232"/>
                  </a:lnTo>
                  <a:lnTo>
                    <a:pt x="4072517" y="2259232"/>
                  </a:lnTo>
                  <a:lnTo>
                    <a:pt x="4072643" y="2259232"/>
                  </a:lnTo>
                  <a:lnTo>
                    <a:pt x="4072770" y="2259232"/>
                  </a:lnTo>
                  <a:lnTo>
                    <a:pt x="4072896" y="2259232"/>
                  </a:lnTo>
                  <a:lnTo>
                    <a:pt x="4073022" y="2259232"/>
                  </a:lnTo>
                  <a:lnTo>
                    <a:pt x="4073148" y="2259232"/>
                  </a:lnTo>
                  <a:lnTo>
                    <a:pt x="4073275" y="2259232"/>
                  </a:lnTo>
                  <a:lnTo>
                    <a:pt x="4073401" y="2259232"/>
                  </a:lnTo>
                  <a:lnTo>
                    <a:pt x="4073401" y="2254321"/>
                  </a:lnTo>
                  <a:lnTo>
                    <a:pt x="4073527" y="2254321"/>
                  </a:lnTo>
                  <a:lnTo>
                    <a:pt x="4073653" y="2254321"/>
                  </a:lnTo>
                  <a:lnTo>
                    <a:pt x="4073780" y="2254321"/>
                  </a:lnTo>
                  <a:lnTo>
                    <a:pt x="4073906" y="2254321"/>
                  </a:lnTo>
                  <a:lnTo>
                    <a:pt x="4074032" y="2254321"/>
                  </a:lnTo>
                  <a:lnTo>
                    <a:pt x="4074158" y="2254321"/>
                  </a:lnTo>
                  <a:lnTo>
                    <a:pt x="4074285" y="2254321"/>
                  </a:lnTo>
                  <a:lnTo>
                    <a:pt x="4074411" y="2254321"/>
                  </a:lnTo>
                  <a:lnTo>
                    <a:pt x="4074537" y="2254321"/>
                  </a:lnTo>
                  <a:lnTo>
                    <a:pt x="4074663" y="2254321"/>
                  </a:lnTo>
                  <a:lnTo>
                    <a:pt x="4074790" y="2254321"/>
                  </a:lnTo>
                  <a:lnTo>
                    <a:pt x="4074916" y="2254321"/>
                  </a:lnTo>
                  <a:lnTo>
                    <a:pt x="4075042" y="2254321"/>
                  </a:lnTo>
                  <a:lnTo>
                    <a:pt x="4075168" y="2254321"/>
                  </a:lnTo>
                  <a:lnTo>
                    <a:pt x="4075295" y="2254321"/>
                  </a:lnTo>
                  <a:lnTo>
                    <a:pt x="4075421" y="2254321"/>
                  </a:lnTo>
                  <a:lnTo>
                    <a:pt x="4075547" y="2254321"/>
                  </a:lnTo>
                  <a:lnTo>
                    <a:pt x="4075673" y="2254321"/>
                  </a:lnTo>
                  <a:lnTo>
                    <a:pt x="4075800" y="2254321"/>
                  </a:lnTo>
                  <a:lnTo>
                    <a:pt x="4075926" y="2254321"/>
                  </a:lnTo>
                  <a:lnTo>
                    <a:pt x="4076052" y="2254321"/>
                  </a:lnTo>
                  <a:lnTo>
                    <a:pt x="4076178" y="2254321"/>
                  </a:lnTo>
                  <a:lnTo>
                    <a:pt x="4076305" y="2254321"/>
                  </a:lnTo>
                  <a:lnTo>
                    <a:pt x="4076431" y="2254321"/>
                  </a:lnTo>
                  <a:lnTo>
                    <a:pt x="4076557" y="2254321"/>
                  </a:lnTo>
                  <a:lnTo>
                    <a:pt x="4076683" y="2254321"/>
                  </a:lnTo>
                  <a:lnTo>
                    <a:pt x="4076810" y="2254321"/>
                  </a:lnTo>
                  <a:lnTo>
                    <a:pt x="4076936" y="2254321"/>
                  </a:lnTo>
                  <a:lnTo>
                    <a:pt x="4077062" y="2254321"/>
                  </a:lnTo>
                  <a:lnTo>
                    <a:pt x="4077188" y="2254321"/>
                  </a:lnTo>
                  <a:lnTo>
                    <a:pt x="4077315" y="2254321"/>
                  </a:lnTo>
                  <a:lnTo>
                    <a:pt x="4077441" y="2254321"/>
                  </a:lnTo>
                  <a:lnTo>
                    <a:pt x="4077567" y="2254321"/>
                  </a:lnTo>
                  <a:lnTo>
                    <a:pt x="4077694" y="2254321"/>
                  </a:lnTo>
                  <a:lnTo>
                    <a:pt x="4077820" y="2254321"/>
                  </a:lnTo>
                  <a:lnTo>
                    <a:pt x="4077820" y="2249409"/>
                  </a:lnTo>
                  <a:lnTo>
                    <a:pt x="4077946" y="2249409"/>
                  </a:lnTo>
                  <a:lnTo>
                    <a:pt x="4078072" y="2249409"/>
                  </a:lnTo>
                  <a:lnTo>
                    <a:pt x="4078199" y="2249409"/>
                  </a:lnTo>
                  <a:lnTo>
                    <a:pt x="4078325" y="2249409"/>
                  </a:lnTo>
                  <a:lnTo>
                    <a:pt x="4078451" y="2249409"/>
                  </a:lnTo>
                  <a:lnTo>
                    <a:pt x="4078577" y="2249409"/>
                  </a:lnTo>
                  <a:lnTo>
                    <a:pt x="4078577" y="2244498"/>
                  </a:lnTo>
                  <a:lnTo>
                    <a:pt x="4078704" y="2244498"/>
                  </a:lnTo>
                  <a:lnTo>
                    <a:pt x="4078830" y="2244498"/>
                  </a:lnTo>
                  <a:lnTo>
                    <a:pt x="4078956" y="2244498"/>
                  </a:lnTo>
                  <a:lnTo>
                    <a:pt x="4079082" y="2244498"/>
                  </a:lnTo>
                  <a:lnTo>
                    <a:pt x="4079209" y="2244498"/>
                  </a:lnTo>
                  <a:lnTo>
                    <a:pt x="4079335" y="2244498"/>
                  </a:lnTo>
                  <a:lnTo>
                    <a:pt x="4079335" y="2239586"/>
                  </a:lnTo>
                  <a:lnTo>
                    <a:pt x="4079461" y="2239586"/>
                  </a:lnTo>
                  <a:lnTo>
                    <a:pt x="4079587" y="2239586"/>
                  </a:lnTo>
                  <a:lnTo>
                    <a:pt x="4079714" y="2239586"/>
                  </a:lnTo>
                  <a:lnTo>
                    <a:pt x="4079840" y="2239586"/>
                  </a:lnTo>
                  <a:lnTo>
                    <a:pt x="4079966" y="2239586"/>
                  </a:lnTo>
                  <a:lnTo>
                    <a:pt x="4080092" y="2239586"/>
                  </a:lnTo>
                  <a:lnTo>
                    <a:pt x="4080219" y="2239586"/>
                  </a:lnTo>
                  <a:lnTo>
                    <a:pt x="4080345" y="2239586"/>
                  </a:lnTo>
                  <a:lnTo>
                    <a:pt x="4080471" y="2239586"/>
                  </a:lnTo>
                  <a:lnTo>
                    <a:pt x="4080597" y="2239586"/>
                  </a:lnTo>
                  <a:lnTo>
                    <a:pt x="4080724" y="2239586"/>
                  </a:lnTo>
                  <a:lnTo>
                    <a:pt x="4080724" y="2234675"/>
                  </a:lnTo>
                  <a:lnTo>
                    <a:pt x="4080850" y="2234675"/>
                  </a:lnTo>
                  <a:lnTo>
                    <a:pt x="4080976" y="2234675"/>
                  </a:lnTo>
                  <a:lnTo>
                    <a:pt x="4081102" y="2234675"/>
                  </a:lnTo>
                  <a:lnTo>
                    <a:pt x="4081229" y="2234675"/>
                  </a:lnTo>
                  <a:lnTo>
                    <a:pt x="4081355" y="2234675"/>
                  </a:lnTo>
                  <a:lnTo>
                    <a:pt x="4081481" y="2234675"/>
                  </a:lnTo>
                  <a:lnTo>
                    <a:pt x="4081607" y="2234675"/>
                  </a:lnTo>
                  <a:lnTo>
                    <a:pt x="4081734" y="2234675"/>
                  </a:lnTo>
                  <a:lnTo>
                    <a:pt x="4081860" y="2234675"/>
                  </a:lnTo>
                  <a:lnTo>
                    <a:pt x="4081986" y="2234675"/>
                  </a:lnTo>
                  <a:lnTo>
                    <a:pt x="4082112" y="2234675"/>
                  </a:lnTo>
                  <a:lnTo>
                    <a:pt x="4082112" y="2229764"/>
                  </a:lnTo>
                  <a:lnTo>
                    <a:pt x="4082239" y="2229764"/>
                  </a:lnTo>
                  <a:lnTo>
                    <a:pt x="4082365" y="2229764"/>
                  </a:lnTo>
                  <a:lnTo>
                    <a:pt x="4082491" y="2229764"/>
                  </a:lnTo>
                  <a:lnTo>
                    <a:pt x="4082618" y="2229764"/>
                  </a:lnTo>
                  <a:lnTo>
                    <a:pt x="4082744" y="2229764"/>
                  </a:lnTo>
                  <a:lnTo>
                    <a:pt x="4082870" y="2229764"/>
                  </a:lnTo>
                  <a:lnTo>
                    <a:pt x="4082996" y="2229764"/>
                  </a:lnTo>
                  <a:lnTo>
                    <a:pt x="4083123" y="2229764"/>
                  </a:lnTo>
                  <a:lnTo>
                    <a:pt x="4083249" y="2229764"/>
                  </a:lnTo>
                  <a:lnTo>
                    <a:pt x="4083375" y="2229764"/>
                  </a:lnTo>
                  <a:lnTo>
                    <a:pt x="4083501" y="2229764"/>
                  </a:lnTo>
                  <a:lnTo>
                    <a:pt x="4083628" y="2229764"/>
                  </a:lnTo>
                  <a:lnTo>
                    <a:pt x="4083754" y="2229764"/>
                  </a:lnTo>
                  <a:lnTo>
                    <a:pt x="4083880" y="2229764"/>
                  </a:lnTo>
                  <a:lnTo>
                    <a:pt x="4084006" y="2229764"/>
                  </a:lnTo>
                  <a:lnTo>
                    <a:pt x="4084133" y="2229764"/>
                  </a:lnTo>
                  <a:lnTo>
                    <a:pt x="4084133" y="2224852"/>
                  </a:lnTo>
                  <a:lnTo>
                    <a:pt x="4084259" y="2224852"/>
                  </a:lnTo>
                  <a:lnTo>
                    <a:pt x="4084385" y="2224852"/>
                  </a:lnTo>
                  <a:lnTo>
                    <a:pt x="4084511" y="2224852"/>
                  </a:lnTo>
                  <a:lnTo>
                    <a:pt x="4084638" y="2224852"/>
                  </a:lnTo>
                  <a:lnTo>
                    <a:pt x="4084764" y="2224852"/>
                  </a:lnTo>
                  <a:lnTo>
                    <a:pt x="4084890" y="2224852"/>
                  </a:lnTo>
                  <a:lnTo>
                    <a:pt x="4085016" y="2224852"/>
                  </a:lnTo>
                  <a:lnTo>
                    <a:pt x="4085143" y="2224852"/>
                  </a:lnTo>
                  <a:lnTo>
                    <a:pt x="4085269" y="2224852"/>
                  </a:lnTo>
                  <a:lnTo>
                    <a:pt x="4085395" y="2224852"/>
                  </a:lnTo>
                  <a:lnTo>
                    <a:pt x="4085521" y="2224852"/>
                  </a:lnTo>
                  <a:lnTo>
                    <a:pt x="4085648" y="2224852"/>
                  </a:lnTo>
                  <a:lnTo>
                    <a:pt x="4085774" y="2224852"/>
                  </a:lnTo>
                  <a:lnTo>
                    <a:pt x="4085900" y="2224852"/>
                  </a:lnTo>
                  <a:lnTo>
                    <a:pt x="4086026" y="2224852"/>
                  </a:lnTo>
                  <a:lnTo>
                    <a:pt x="4086153" y="2224852"/>
                  </a:lnTo>
                  <a:lnTo>
                    <a:pt x="4086279" y="2224852"/>
                  </a:lnTo>
                  <a:lnTo>
                    <a:pt x="4086405" y="2224852"/>
                  </a:lnTo>
                  <a:lnTo>
                    <a:pt x="4086531" y="2224852"/>
                  </a:lnTo>
                  <a:lnTo>
                    <a:pt x="4086658" y="2224852"/>
                  </a:lnTo>
                  <a:lnTo>
                    <a:pt x="4086784" y="2224852"/>
                  </a:lnTo>
                  <a:lnTo>
                    <a:pt x="4086910" y="2224852"/>
                  </a:lnTo>
                  <a:lnTo>
                    <a:pt x="4087036" y="2224852"/>
                  </a:lnTo>
                  <a:lnTo>
                    <a:pt x="4087163" y="2224852"/>
                  </a:lnTo>
                  <a:lnTo>
                    <a:pt x="4087289" y="2224852"/>
                  </a:lnTo>
                  <a:lnTo>
                    <a:pt x="4087415" y="2224852"/>
                  </a:lnTo>
                  <a:lnTo>
                    <a:pt x="4087541" y="2224852"/>
                  </a:lnTo>
                  <a:lnTo>
                    <a:pt x="4087668" y="2224852"/>
                  </a:lnTo>
                  <a:lnTo>
                    <a:pt x="4087794" y="2224852"/>
                  </a:lnTo>
                  <a:lnTo>
                    <a:pt x="4087920" y="2224852"/>
                  </a:lnTo>
                  <a:lnTo>
                    <a:pt x="4088047" y="2224852"/>
                  </a:lnTo>
                  <a:lnTo>
                    <a:pt x="4088047" y="2219941"/>
                  </a:lnTo>
                  <a:lnTo>
                    <a:pt x="4088173" y="2219941"/>
                  </a:lnTo>
                  <a:lnTo>
                    <a:pt x="4088173" y="2215030"/>
                  </a:lnTo>
                  <a:lnTo>
                    <a:pt x="4088299" y="2215030"/>
                  </a:lnTo>
                  <a:lnTo>
                    <a:pt x="4088425" y="2215030"/>
                  </a:lnTo>
                  <a:lnTo>
                    <a:pt x="4088552" y="2215030"/>
                  </a:lnTo>
                  <a:lnTo>
                    <a:pt x="4088678" y="2215030"/>
                  </a:lnTo>
                  <a:lnTo>
                    <a:pt x="4088804" y="2215030"/>
                  </a:lnTo>
                  <a:lnTo>
                    <a:pt x="4088930" y="2215030"/>
                  </a:lnTo>
                  <a:lnTo>
                    <a:pt x="4089057" y="2215030"/>
                  </a:lnTo>
                  <a:lnTo>
                    <a:pt x="4089183" y="2215030"/>
                  </a:lnTo>
                  <a:lnTo>
                    <a:pt x="4089309" y="2215030"/>
                  </a:lnTo>
                  <a:lnTo>
                    <a:pt x="4089435" y="2215030"/>
                  </a:lnTo>
                  <a:lnTo>
                    <a:pt x="4089562" y="2215030"/>
                  </a:lnTo>
                  <a:lnTo>
                    <a:pt x="4089688" y="2215030"/>
                  </a:lnTo>
                  <a:lnTo>
                    <a:pt x="4089814" y="2215030"/>
                  </a:lnTo>
                  <a:lnTo>
                    <a:pt x="4089940" y="2215030"/>
                  </a:lnTo>
                  <a:lnTo>
                    <a:pt x="4090067" y="2215030"/>
                  </a:lnTo>
                  <a:lnTo>
                    <a:pt x="4090193" y="2215030"/>
                  </a:lnTo>
                  <a:lnTo>
                    <a:pt x="4090319" y="2215030"/>
                  </a:lnTo>
                  <a:lnTo>
                    <a:pt x="4090445" y="2215030"/>
                  </a:lnTo>
                  <a:lnTo>
                    <a:pt x="4090572" y="2215030"/>
                  </a:lnTo>
                  <a:lnTo>
                    <a:pt x="4090698" y="2215030"/>
                  </a:lnTo>
                  <a:lnTo>
                    <a:pt x="4090824" y="2215030"/>
                  </a:lnTo>
                  <a:lnTo>
                    <a:pt x="4090950" y="2215030"/>
                  </a:lnTo>
                  <a:lnTo>
                    <a:pt x="4091077" y="2215030"/>
                  </a:lnTo>
                  <a:lnTo>
                    <a:pt x="4091203" y="2215030"/>
                  </a:lnTo>
                  <a:lnTo>
                    <a:pt x="4091329" y="2215030"/>
                  </a:lnTo>
                  <a:lnTo>
                    <a:pt x="4091455" y="2215030"/>
                  </a:lnTo>
                  <a:lnTo>
                    <a:pt x="4091582" y="2215030"/>
                  </a:lnTo>
                  <a:lnTo>
                    <a:pt x="4091708" y="2215030"/>
                  </a:lnTo>
                  <a:lnTo>
                    <a:pt x="4091834" y="2215030"/>
                  </a:lnTo>
                  <a:lnTo>
                    <a:pt x="4091960" y="2215030"/>
                  </a:lnTo>
                  <a:lnTo>
                    <a:pt x="4092087" y="2215030"/>
                  </a:lnTo>
                  <a:lnTo>
                    <a:pt x="4092213" y="2215030"/>
                  </a:lnTo>
                  <a:lnTo>
                    <a:pt x="4092339" y="2215030"/>
                  </a:lnTo>
                  <a:lnTo>
                    <a:pt x="4092465" y="2215030"/>
                  </a:lnTo>
                  <a:lnTo>
                    <a:pt x="4092592" y="2215030"/>
                  </a:lnTo>
                  <a:lnTo>
                    <a:pt x="4092718" y="2215030"/>
                  </a:lnTo>
                  <a:lnTo>
                    <a:pt x="4092844" y="2215030"/>
                  </a:lnTo>
                  <a:lnTo>
                    <a:pt x="4092971" y="2215030"/>
                  </a:lnTo>
                  <a:lnTo>
                    <a:pt x="4093097" y="2215030"/>
                  </a:lnTo>
                  <a:lnTo>
                    <a:pt x="4093223" y="2215030"/>
                  </a:lnTo>
                  <a:lnTo>
                    <a:pt x="4093349" y="2215030"/>
                  </a:lnTo>
                  <a:lnTo>
                    <a:pt x="4093476" y="2215030"/>
                  </a:lnTo>
                  <a:lnTo>
                    <a:pt x="4093602" y="2215030"/>
                  </a:lnTo>
                  <a:lnTo>
                    <a:pt x="4093728" y="2215030"/>
                  </a:lnTo>
                  <a:lnTo>
                    <a:pt x="4093854" y="2215030"/>
                  </a:lnTo>
                  <a:lnTo>
                    <a:pt x="4093981" y="2215030"/>
                  </a:lnTo>
                  <a:lnTo>
                    <a:pt x="4094107" y="2215030"/>
                  </a:lnTo>
                  <a:lnTo>
                    <a:pt x="4094233" y="2215030"/>
                  </a:lnTo>
                  <a:lnTo>
                    <a:pt x="4094359" y="2215030"/>
                  </a:lnTo>
                  <a:lnTo>
                    <a:pt x="4094486" y="2215030"/>
                  </a:lnTo>
                  <a:lnTo>
                    <a:pt x="4094612" y="2215030"/>
                  </a:lnTo>
                  <a:lnTo>
                    <a:pt x="4094612" y="2210118"/>
                  </a:lnTo>
                  <a:lnTo>
                    <a:pt x="4094738" y="2210118"/>
                  </a:lnTo>
                  <a:lnTo>
                    <a:pt x="4094738" y="2205207"/>
                  </a:lnTo>
                  <a:lnTo>
                    <a:pt x="4094864" y="2205207"/>
                  </a:lnTo>
                  <a:lnTo>
                    <a:pt x="4094991" y="2205207"/>
                  </a:lnTo>
                  <a:lnTo>
                    <a:pt x="4095117" y="2205207"/>
                  </a:lnTo>
                  <a:lnTo>
                    <a:pt x="4095243" y="2205207"/>
                  </a:lnTo>
                  <a:lnTo>
                    <a:pt x="4095369" y="2205207"/>
                  </a:lnTo>
                  <a:lnTo>
                    <a:pt x="4095496" y="2205207"/>
                  </a:lnTo>
                  <a:lnTo>
                    <a:pt x="4095622" y="2205207"/>
                  </a:lnTo>
                  <a:lnTo>
                    <a:pt x="4095748" y="2205207"/>
                  </a:lnTo>
                  <a:lnTo>
                    <a:pt x="4095874" y="2205207"/>
                  </a:lnTo>
                  <a:lnTo>
                    <a:pt x="4096001" y="2205207"/>
                  </a:lnTo>
                  <a:lnTo>
                    <a:pt x="4096127" y="2205207"/>
                  </a:lnTo>
                  <a:lnTo>
                    <a:pt x="4096253" y="2205207"/>
                  </a:lnTo>
                  <a:lnTo>
                    <a:pt x="4096379" y="2205207"/>
                  </a:lnTo>
                  <a:lnTo>
                    <a:pt x="4096506" y="2205207"/>
                  </a:lnTo>
                  <a:lnTo>
                    <a:pt x="4096632" y="2205207"/>
                  </a:lnTo>
                  <a:lnTo>
                    <a:pt x="4096758" y="2205207"/>
                  </a:lnTo>
                  <a:lnTo>
                    <a:pt x="4096884" y="2205207"/>
                  </a:lnTo>
                  <a:lnTo>
                    <a:pt x="4097011" y="2205207"/>
                  </a:lnTo>
                  <a:lnTo>
                    <a:pt x="4097137" y="2205207"/>
                  </a:lnTo>
                  <a:lnTo>
                    <a:pt x="4097263" y="2205207"/>
                  </a:lnTo>
                  <a:lnTo>
                    <a:pt x="4097389" y="2205207"/>
                  </a:lnTo>
                  <a:lnTo>
                    <a:pt x="4097516" y="2205207"/>
                  </a:lnTo>
                  <a:lnTo>
                    <a:pt x="4097642" y="2205207"/>
                  </a:lnTo>
                  <a:lnTo>
                    <a:pt x="4097768" y="2205207"/>
                  </a:lnTo>
                  <a:lnTo>
                    <a:pt x="4097895" y="2205207"/>
                  </a:lnTo>
                  <a:lnTo>
                    <a:pt x="4098021" y="2205207"/>
                  </a:lnTo>
                  <a:lnTo>
                    <a:pt x="4098147" y="2205207"/>
                  </a:lnTo>
                  <a:lnTo>
                    <a:pt x="4098273" y="2205207"/>
                  </a:lnTo>
                  <a:lnTo>
                    <a:pt x="4098400" y="2205207"/>
                  </a:lnTo>
                  <a:lnTo>
                    <a:pt x="4098526" y="2205207"/>
                  </a:lnTo>
                  <a:lnTo>
                    <a:pt x="4098652" y="2205207"/>
                  </a:lnTo>
                  <a:lnTo>
                    <a:pt x="4098778" y="2205207"/>
                  </a:lnTo>
                  <a:lnTo>
                    <a:pt x="4098905" y="2205207"/>
                  </a:lnTo>
                  <a:lnTo>
                    <a:pt x="4099031" y="2205207"/>
                  </a:lnTo>
                  <a:lnTo>
                    <a:pt x="4099157" y="2205207"/>
                  </a:lnTo>
                  <a:lnTo>
                    <a:pt x="4099283" y="2205207"/>
                  </a:lnTo>
                  <a:lnTo>
                    <a:pt x="4099410" y="2205207"/>
                  </a:lnTo>
                  <a:lnTo>
                    <a:pt x="4099536" y="2205207"/>
                  </a:lnTo>
                  <a:lnTo>
                    <a:pt x="4099662" y="2205207"/>
                  </a:lnTo>
                  <a:lnTo>
                    <a:pt x="4099788" y="2205207"/>
                  </a:lnTo>
                  <a:lnTo>
                    <a:pt x="4099915" y="2205207"/>
                  </a:lnTo>
                  <a:lnTo>
                    <a:pt x="4100041" y="2205207"/>
                  </a:lnTo>
                  <a:lnTo>
                    <a:pt x="4100167" y="2205207"/>
                  </a:lnTo>
                  <a:lnTo>
                    <a:pt x="4100293" y="2205207"/>
                  </a:lnTo>
                  <a:lnTo>
                    <a:pt x="4100420" y="2205207"/>
                  </a:lnTo>
                  <a:lnTo>
                    <a:pt x="4100546" y="2205207"/>
                  </a:lnTo>
                  <a:lnTo>
                    <a:pt x="4100672" y="2205207"/>
                  </a:lnTo>
                  <a:lnTo>
                    <a:pt x="4100798" y="2205207"/>
                  </a:lnTo>
                  <a:lnTo>
                    <a:pt x="4100925" y="2205207"/>
                  </a:lnTo>
                  <a:lnTo>
                    <a:pt x="4101051" y="2205207"/>
                  </a:lnTo>
                  <a:lnTo>
                    <a:pt x="4101177" y="2205207"/>
                  </a:lnTo>
                  <a:lnTo>
                    <a:pt x="4101303" y="2205207"/>
                  </a:lnTo>
                  <a:lnTo>
                    <a:pt x="4101430" y="2205207"/>
                  </a:lnTo>
                  <a:lnTo>
                    <a:pt x="4101556" y="2205207"/>
                  </a:lnTo>
                  <a:lnTo>
                    <a:pt x="4101682" y="2205207"/>
                  </a:lnTo>
                  <a:lnTo>
                    <a:pt x="4101808" y="2205207"/>
                  </a:lnTo>
                  <a:lnTo>
                    <a:pt x="4101935" y="2205207"/>
                  </a:lnTo>
                  <a:lnTo>
                    <a:pt x="4102061" y="2205207"/>
                  </a:lnTo>
                  <a:lnTo>
                    <a:pt x="4102187" y="2205207"/>
                  </a:lnTo>
                  <a:lnTo>
                    <a:pt x="4102313" y="2205207"/>
                  </a:lnTo>
                  <a:lnTo>
                    <a:pt x="4102440" y="2205207"/>
                  </a:lnTo>
                  <a:lnTo>
                    <a:pt x="4102566" y="2205207"/>
                  </a:lnTo>
                  <a:lnTo>
                    <a:pt x="4102692" y="2205207"/>
                  </a:lnTo>
                  <a:lnTo>
                    <a:pt x="4102818" y="2205207"/>
                  </a:lnTo>
                  <a:lnTo>
                    <a:pt x="4102945" y="2205207"/>
                  </a:lnTo>
                  <a:lnTo>
                    <a:pt x="4103071" y="2205207"/>
                  </a:lnTo>
                  <a:lnTo>
                    <a:pt x="4103197" y="2205207"/>
                  </a:lnTo>
                  <a:lnTo>
                    <a:pt x="4103324" y="2205207"/>
                  </a:lnTo>
                  <a:lnTo>
                    <a:pt x="4103450" y="2205207"/>
                  </a:lnTo>
                  <a:lnTo>
                    <a:pt x="4103576" y="2205207"/>
                  </a:lnTo>
                  <a:lnTo>
                    <a:pt x="4103702" y="2205207"/>
                  </a:lnTo>
                  <a:lnTo>
                    <a:pt x="4103829" y="2205207"/>
                  </a:lnTo>
                  <a:lnTo>
                    <a:pt x="4103955" y="2205207"/>
                  </a:lnTo>
                  <a:lnTo>
                    <a:pt x="4104081" y="2205207"/>
                  </a:lnTo>
                  <a:lnTo>
                    <a:pt x="4104207" y="2205207"/>
                  </a:lnTo>
                  <a:lnTo>
                    <a:pt x="4104334" y="2205207"/>
                  </a:lnTo>
                  <a:lnTo>
                    <a:pt x="4104460" y="2205207"/>
                  </a:lnTo>
                  <a:lnTo>
                    <a:pt x="4104586" y="2205207"/>
                  </a:lnTo>
                  <a:lnTo>
                    <a:pt x="4104712" y="2205207"/>
                  </a:lnTo>
                  <a:lnTo>
                    <a:pt x="4104839" y="2205207"/>
                  </a:lnTo>
                  <a:lnTo>
                    <a:pt x="4104965" y="2205207"/>
                  </a:lnTo>
                  <a:lnTo>
                    <a:pt x="4105091" y="2205207"/>
                  </a:lnTo>
                  <a:lnTo>
                    <a:pt x="4105217" y="2205207"/>
                  </a:lnTo>
                  <a:lnTo>
                    <a:pt x="4105344" y="2205207"/>
                  </a:lnTo>
                  <a:lnTo>
                    <a:pt x="4105470" y="2205207"/>
                  </a:lnTo>
                  <a:lnTo>
                    <a:pt x="4105596" y="2205207"/>
                  </a:lnTo>
                  <a:lnTo>
                    <a:pt x="4105722" y="2205207"/>
                  </a:lnTo>
                  <a:lnTo>
                    <a:pt x="4105849" y="2205207"/>
                  </a:lnTo>
                  <a:lnTo>
                    <a:pt x="4105975" y="2205207"/>
                  </a:lnTo>
                  <a:lnTo>
                    <a:pt x="4106101" y="2205207"/>
                  </a:lnTo>
                  <a:lnTo>
                    <a:pt x="4106227" y="2205207"/>
                  </a:lnTo>
                  <a:lnTo>
                    <a:pt x="4106227" y="2200295"/>
                  </a:lnTo>
                  <a:lnTo>
                    <a:pt x="4106354" y="2200295"/>
                  </a:lnTo>
                  <a:lnTo>
                    <a:pt x="4106480" y="2200295"/>
                  </a:lnTo>
                  <a:lnTo>
                    <a:pt x="4106606" y="2200295"/>
                  </a:lnTo>
                  <a:lnTo>
                    <a:pt x="4106732" y="2200295"/>
                  </a:lnTo>
                  <a:lnTo>
                    <a:pt x="4106859" y="2200295"/>
                  </a:lnTo>
                  <a:lnTo>
                    <a:pt x="4106985" y="2200295"/>
                  </a:lnTo>
                  <a:lnTo>
                    <a:pt x="4107111" y="2200295"/>
                  </a:lnTo>
                  <a:lnTo>
                    <a:pt x="4107237" y="2200295"/>
                  </a:lnTo>
                  <a:lnTo>
                    <a:pt x="4107364" y="2200295"/>
                  </a:lnTo>
                  <a:lnTo>
                    <a:pt x="4107490" y="2200295"/>
                  </a:lnTo>
                  <a:lnTo>
                    <a:pt x="4107616" y="2200295"/>
                  </a:lnTo>
                  <a:lnTo>
                    <a:pt x="4107742" y="2200295"/>
                  </a:lnTo>
                  <a:lnTo>
                    <a:pt x="4107869" y="2200295"/>
                  </a:lnTo>
                  <a:lnTo>
                    <a:pt x="4107995" y="2200295"/>
                  </a:lnTo>
                  <a:lnTo>
                    <a:pt x="4108121" y="2200295"/>
                  </a:lnTo>
                  <a:lnTo>
                    <a:pt x="4108248" y="2200295"/>
                  </a:lnTo>
                  <a:lnTo>
                    <a:pt x="4108374" y="2200295"/>
                  </a:lnTo>
                  <a:lnTo>
                    <a:pt x="4108500" y="2200295"/>
                  </a:lnTo>
                  <a:lnTo>
                    <a:pt x="4108626" y="2200295"/>
                  </a:lnTo>
                  <a:lnTo>
                    <a:pt x="4108753" y="2200295"/>
                  </a:lnTo>
                  <a:lnTo>
                    <a:pt x="4108879" y="2200295"/>
                  </a:lnTo>
                  <a:lnTo>
                    <a:pt x="4109005" y="2200295"/>
                  </a:lnTo>
                  <a:lnTo>
                    <a:pt x="4109131" y="2200295"/>
                  </a:lnTo>
                  <a:lnTo>
                    <a:pt x="4109258" y="2200295"/>
                  </a:lnTo>
                  <a:lnTo>
                    <a:pt x="4109384" y="2200295"/>
                  </a:lnTo>
                  <a:lnTo>
                    <a:pt x="4109510" y="2200295"/>
                  </a:lnTo>
                  <a:lnTo>
                    <a:pt x="4109636" y="2200295"/>
                  </a:lnTo>
                  <a:lnTo>
                    <a:pt x="4109763" y="2200295"/>
                  </a:lnTo>
                  <a:lnTo>
                    <a:pt x="4109889" y="2200295"/>
                  </a:lnTo>
                  <a:lnTo>
                    <a:pt x="4110015" y="2200295"/>
                  </a:lnTo>
                  <a:lnTo>
                    <a:pt x="4110141" y="2200295"/>
                  </a:lnTo>
                  <a:lnTo>
                    <a:pt x="4110268" y="2200295"/>
                  </a:lnTo>
                  <a:lnTo>
                    <a:pt x="4110394" y="2200295"/>
                  </a:lnTo>
                  <a:lnTo>
                    <a:pt x="4110520" y="2200295"/>
                  </a:lnTo>
                  <a:lnTo>
                    <a:pt x="4110646" y="2200295"/>
                  </a:lnTo>
                  <a:lnTo>
                    <a:pt x="4110773" y="2200295"/>
                  </a:lnTo>
                  <a:lnTo>
                    <a:pt x="4110899" y="2200295"/>
                  </a:lnTo>
                  <a:lnTo>
                    <a:pt x="4111025" y="2200295"/>
                  </a:lnTo>
                  <a:lnTo>
                    <a:pt x="4111151" y="2200295"/>
                  </a:lnTo>
                  <a:lnTo>
                    <a:pt x="4111278" y="2200295"/>
                  </a:lnTo>
                  <a:lnTo>
                    <a:pt x="4111404" y="2200295"/>
                  </a:lnTo>
                  <a:lnTo>
                    <a:pt x="4111530" y="2200295"/>
                  </a:lnTo>
                  <a:lnTo>
                    <a:pt x="4111656" y="2200295"/>
                  </a:lnTo>
                  <a:lnTo>
                    <a:pt x="4111783" y="2200295"/>
                  </a:lnTo>
                  <a:lnTo>
                    <a:pt x="4111909" y="2200295"/>
                  </a:lnTo>
                  <a:lnTo>
                    <a:pt x="4112035" y="2200295"/>
                  </a:lnTo>
                  <a:lnTo>
                    <a:pt x="4112161" y="2200295"/>
                  </a:lnTo>
                  <a:lnTo>
                    <a:pt x="4112288" y="2200295"/>
                  </a:lnTo>
                  <a:lnTo>
                    <a:pt x="4112414" y="2200295"/>
                  </a:lnTo>
                  <a:lnTo>
                    <a:pt x="4112540" y="2200295"/>
                  </a:lnTo>
                  <a:lnTo>
                    <a:pt x="4112666" y="2200295"/>
                  </a:lnTo>
                  <a:lnTo>
                    <a:pt x="4112793" y="2200295"/>
                  </a:lnTo>
                  <a:lnTo>
                    <a:pt x="4112919" y="2200295"/>
                  </a:lnTo>
                  <a:lnTo>
                    <a:pt x="4113045" y="2200295"/>
                  </a:lnTo>
                  <a:lnTo>
                    <a:pt x="4113171" y="2200295"/>
                  </a:lnTo>
                  <a:lnTo>
                    <a:pt x="4113298" y="2200295"/>
                  </a:lnTo>
                  <a:lnTo>
                    <a:pt x="4113424" y="2200295"/>
                  </a:lnTo>
                  <a:lnTo>
                    <a:pt x="4113550" y="2200295"/>
                  </a:lnTo>
                  <a:lnTo>
                    <a:pt x="4113677" y="2200295"/>
                  </a:lnTo>
                  <a:lnTo>
                    <a:pt x="4113803" y="2200295"/>
                  </a:lnTo>
                  <a:lnTo>
                    <a:pt x="4113929" y="2200295"/>
                  </a:lnTo>
                  <a:lnTo>
                    <a:pt x="4114055" y="2200295"/>
                  </a:lnTo>
                  <a:lnTo>
                    <a:pt x="4114182" y="2200295"/>
                  </a:lnTo>
                  <a:lnTo>
                    <a:pt x="4114308" y="2200295"/>
                  </a:lnTo>
                  <a:lnTo>
                    <a:pt x="4114434" y="2200295"/>
                  </a:lnTo>
                  <a:lnTo>
                    <a:pt x="4114560" y="2200295"/>
                  </a:lnTo>
                  <a:lnTo>
                    <a:pt x="4114687" y="2200295"/>
                  </a:lnTo>
                  <a:lnTo>
                    <a:pt x="4114813" y="2200295"/>
                  </a:lnTo>
                  <a:lnTo>
                    <a:pt x="4114939" y="2200295"/>
                  </a:lnTo>
                  <a:lnTo>
                    <a:pt x="4115065" y="2200295"/>
                  </a:lnTo>
                  <a:lnTo>
                    <a:pt x="4115192" y="2200295"/>
                  </a:lnTo>
                  <a:lnTo>
                    <a:pt x="4115318" y="2200295"/>
                  </a:lnTo>
                  <a:lnTo>
                    <a:pt x="4115444" y="2200295"/>
                  </a:lnTo>
                  <a:lnTo>
                    <a:pt x="4115570" y="2200295"/>
                  </a:lnTo>
                  <a:lnTo>
                    <a:pt x="4115697" y="2200295"/>
                  </a:lnTo>
                  <a:lnTo>
                    <a:pt x="4115823" y="2200295"/>
                  </a:lnTo>
                  <a:lnTo>
                    <a:pt x="4115949" y="2200295"/>
                  </a:lnTo>
                  <a:lnTo>
                    <a:pt x="4116075" y="2200295"/>
                  </a:lnTo>
                  <a:lnTo>
                    <a:pt x="4116202" y="2200295"/>
                  </a:lnTo>
                  <a:lnTo>
                    <a:pt x="4116328" y="2200295"/>
                  </a:lnTo>
                  <a:lnTo>
                    <a:pt x="4116454" y="2200295"/>
                  </a:lnTo>
                  <a:lnTo>
                    <a:pt x="4116580" y="2200295"/>
                  </a:lnTo>
                  <a:lnTo>
                    <a:pt x="4116707" y="2200295"/>
                  </a:lnTo>
                  <a:lnTo>
                    <a:pt x="4116833" y="2200295"/>
                  </a:lnTo>
                  <a:lnTo>
                    <a:pt x="4116959" y="2200295"/>
                  </a:lnTo>
                  <a:lnTo>
                    <a:pt x="4117085" y="2200295"/>
                  </a:lnTo>
                  <a:lnTo>
                    <a:pt x="4117212" y="2200295"/>
                  </a:lnTo>
                  <a:lnTo>
                    <a:pt x="4117338" y="2200295"/>
                  </a:lnTo>
                  <a:lnTo>
                    <a:pt x="4117464" y="2200295"/>
                  </a:lnTo>
                  <a:lnTo>
                    <a:pt x="4117590" y="2200295"/>
                  </a:lnTo>
                  <a:lnTo>
                    <a:pt x="4117717" y="2200295"/>
                  </a:lnTo>
                  <a:lnTo>
                    <a:pt x="4117843" y="2200295"/>
                  </a:lnTo>
                  <a:lnTo>
                    <a:pt x="4117969" y="2200295"/>
                  </a:lnTo>
                  <a:lnTo>
                    <a:pt x="4118095" y="2200295"/>
                  </a:lnTo>
                  <a:lnTo>
                    <a:pt x="4118222" y="2200295"/>
                  </a:lnTo>
                  <a:lnTo>
                    <a:pt x="4118348" y="2200295"/>
                  </a:lnTo>
                  <a:lnTo>
                    <a:pt x="4118474" y="2200295"/>
                  </a:lnTo>
                  <a:lnTo>
                    <a:pt x="4118601" y="2200295"/>
                  </a:lnTo>
                  <a:lnTo>
                    <a:pt x="4118727" y="2200295"/>
                  </a:lnTo>
                  <a:lnTo>
                    <a:pt x="4118853" y="2200295"/>
                  </a:lnTo>
                  <a:lnTo>
                    <a:pt x="4118979" y="2200295"/>
                  </a:lnTo>
                  <a:lnTo>
                    <a:pt x="4119106" y="2200295"/>
                  </a:lnTo>
                  <a:lnTo>
                    <a:pt x="4119232" y="2200295"/>
                  </a:lnTo>
                  <a:lnTo>
                    <a:pt x="4119358" y="2200295"/>
                  </a:lnTo>
                  <a:lnTo>
                    <a:pt x="4119484" y="2200295"/>
                  </a:lnTo>
                  <a:lnTo>
                    <a:pt x="4119611" y="2200295"/>
                  </a:lnTo>
                  <a:lnTo>
                    <a:pt x="4119737" y="2200295"/>
                  </a:lnTo>
                  <a:lnTo>
                    <a:pt x="4119863" y="2200295"/>
                  </a:lnTo>
                  <a:lnTo>
                    <a:pt x="4119989" y="2200295"/>
                  </a:lnTo>
                  <a:lnTo>
                    <a:pt x="4119989" y="2195384"/>
                  </a:lnTo>
                  <a:lnTo>
                    <a:pt x="4120116" y="2195384"/>
                  </a:lnTo>
                  <a:lnTo>
                    <a:pt x="4120242" y="2195384"/>
                  </a:lnTo>
                  <a:lnTo>
                    <a:pt x="4120368" y="2195384"/>
                  </a:lnTo>
                  <a:lnTo>
                    <a:pt x="4120494" y="2195384"/>
                  </a:lnTo>
                  <a:lnTo>
                    <a:pt x="4120621" y="2195384"/>
                  </a:lnTo>
                  <a:lnTo>
                    <a:pt x="4120621" y="2190473"/>
                  </a:lnTo>
                  <a:lnTo>
                    <a:pt x="4120747" y="2190473"/>
                  </a:lnTo>
                  <a:lnTo>
                    <a:pt x="4120873" y="2190473"/>
                  </a:lnTo>
                  <a:lnTo>
                    <a:pt x="4120999" y="2190473"/>
                  </a:lnTo>
                  <a:lnTo>
                    <a:pt x="4121126" y="2190473"/>
                  </a:lnTo>
                  <a:lnTo>
                    <a:pt x="4121252" y="2190473"/>
                  </a:lnTo>
                  <a:lnTo>
                    <a:pt x="4121378" y="2190473"/>
                  </a:lnTo>
                  <a:lnTo>
                    <a:pt x="4121504" y="2190473"/>
                  </a:lnTo>
                  <a:lnTo>
                    <a:pt x="4121631" y="2190473"/>
                  </a:lnTo>
                  <a:lnTo>
                    <a:pt x="4121757" y="2190473"/>
                  </a:lnTo>
                  <a:lnTo>
                    <a:pt x="4121883" y="2190473"/>
                  </a:lnTo>
                  <a:lnTo>
                    <a:pt x="4122009" y="2190473"/>
                  </a:lnTo>
                  <a:lnTo>
                    <a:pt x="4122136" y="2190473"/>
                  </a:lnTo>
                  <a:lnTo>
                    <a:pt x="4122262" y="2190473"/>
                  </a:lnTo>
                  <a:lnTo>
                    <a:pt x="4122388" y="2190473"/>
                  </a:lnTo>
                  <a:lnTo>
                    <a:pt x="4122514" y="2190473"/>
                  </a:lnTo>
                  <a:lnTo>
                    <a:pt x="4122641" y="2190473"/>
                  </a:lnTo>
                  <a:lnTo>
                    <a:pt x="4122767" y="2190473"/>
                  </a:lnTo>
                  <a:lnTo>
                    <a:pt x="4122893" y="2190473"/>
                  </a:lnTo>
                  <a:lnTo>
                    <a:pt x="4123019" y="2190473"/>
                  </a:lnTo>
                  <a:lnTo>
                    <a:pt x="4123146" y="2190473"/>
                  </a:lnTo>
                  <a:lnTo>
                    <a:pt x="4123272" y="2190473"/>
                  </a:lnTo>
                  <a:lnTo>
                    <a:pt x="4123398" y="2190473"/>
                  </a:lnTo>
                  <a:lnTo>
                    <a:pt x="4123524" y="2190473"/>
                  </a:lnTo>
                  <a:lnTo>
                    <a:pt x="4123651" y="2190473"/>
                  </a:lnTo>
                  <a:lnTo>
                    <a:pt x="4123777" y="2190473"/>
                  </a:lnTo>
                  <a:lnTo>
                    <a:pt x="4123903" y="2190473"/>
                  </a:lnTo>
                  <a:lnTo>
                    <a:pt x="4124030" y="2190473"/>
                  </a:lnTo>
                  <a:lnTo>
                    <a:pt x="4124156" y="2190473"/>
                  </a:lnTo>
                  <a:lnTo>
                    <a:pt x="4124282" y="2190473"/>
                  </a:lnTo>
                  <a:lnTo>
                    <a:pt x="4124408" y="2190473"/>
                  </a:lnTo>
                  <a:lnTo>
                    <a:pt x="4124535" y="2190473"/>
                  </a:lnTo>
                  <a:lnTo>
                    <a:pt x="4124661" y="2190473"/>
                  </a:lnTo>
                  <a:lnTo>
                    <a:pt x="4124787" y="2190473"/>
                  </a:lnTo>
                  <a:lnTo>
                    <a:pt x="4124913" y="2190473"/>
                  </a:lnTo>
                  <a:lnTo>
                    <a:pt x="4125040" y="2190473"/>
                  </a:lnTo>
                  <a:lnTo>
                    <a:pt x="4125166" y="2190473"/>
                  </a:lnTo>
                  <a:lnTo>
                    <a:pt x="4125292" y="2190473"/>
                  </a:lnTo>
                  <a:lnTo>
                    <a:pt x="4125418" y="2190473"/>
                  </a:lnTo>
                  <a:lnTo>
                    <a:pt x="4125545" y="2190473"/>
                  </a:lnTo>
                  <a:lnTo>
                    <a:pt x="4125671" y="2190473"/>
                  </a:lnTo>
                  <a:lnTo>
                    <a:pt x="4125797" y="2190473"/>
                  </a:lnTo>
                  <a:lnTo>
                    <a:pt x="4125923" y="2190473"/>
                  </a:lnTo>
                  <a:lnTo>
                    <a:pt x="4126050" y="2190473"/>
                  </a:lnTo>
                  <a:lnTo>
                    <a:pt x="4126176" y="2190473"/>
                  </a:lnTo>
                  <a:lnTo>
                    <a:pt x="4126302" y="2190473"/>
                  </a:lnTo>
                  <a:lnTo>
                    <a:pt x="4126428" y="2190473"/>
                  </a:lnTo>
                  <a:lnTo>
                    <a:pt x="4126555" y="2190473"/>
                  </a:lnTo>
                  <a:lnTo>
                    <a:pt x="4126681" y="2190473"/>
                  </a:lnTo>
                  <a:lnTo>
                    <a:pt x="4126807" y="2190473"/>
                  </a:lnTo>
                  <a:lnTo>
                    <a:pt x="4126933" y="2190473"/>
                  </a:lnTo>
                  <a:lnTo>
                    <a:pt x="4127060" y="2190473"/>
                  </a:lnTo>
                  <a:lnTo>
                    <a:pt x="4127186" y="2190473"/>
                  </a:lnTo>
                  <a:lnTo>
                    <a:pt x="4127312" y="2190473"/>
                  </a:lnTo>
                  <a:lnTo>
                    <a:pt x="4127438" y="2190473"/>
                  </a:lnTo>
                  <a:lnTo>
                    <a:pt x="4127565" y="2190473"/>
                  </a:lnTo>
                  <a:lnTo>
                    <a:pt x="4127691" y="2190473"/>
                  </a:lnTo>
                  <a:lnTo>
                    <a:pt x="4127691" y="2185561"/>
                  </a:lnTo>
                  <a:lnTo>
                    <a:pt x="4127817" y="2185561"/>
                  </a:lnTo>
                  <a:lnTo>
                    <a:pt x="4127943" y="2185561"/>
                  </a:lnTo>
                  <a:lnTo>
                    <a:pt x="4128070" y="2185561"/>
                  </a:lnTo>
                  <a:lnTo>
                    <a:pt x="4128196" y="2185561"/>
                  </a:lnTo>
                  <a:lnTo>
                    <a:pt x="4128322" y="2185561"/>
                  </a:lnTo>
                  <a:lnTo>
                    <a:pt x="4128448" y="2185561"/>
                  </a:lnTo>
                  <a:lnTo>
                    <a:pt x="4128575" y="2185561"/>
                  </a:lnTo>
                  <a:lnTo>
                    <a:pt x="4128701" y="2185561"/>
                  </a:lnTo>
                  <a:lnTo>
                    <a:pt x="4128827" y="2185561"/>
                  </a:lnTo>
                  <a:lnTo>
                    <a:pt x="4128954" y="2185561"/>
                  </a:lnTo>
                  <a:lnTo>
                    <a:pt x="4129080" y="2185561"/>
                  </a:lnTo>
                  <a:lnTo>
                    <a:pt x="4129206" y="2185561"/>
                  </a:lnTo>
                  <a:lnTo>
                    <a:pt x="4129332" y="2185561"/>
                  </a:lnTo>
                  <a:lnTo>
                    <a:pt x="4129459" y="2185561"/>
                  </a:lnTo>
                  <a:lnTo>
                    <a:pt x="4129585" y="2185561"/>
                  </a:lnTo>
                  <a:lnTo>
                    <a:pt x="4129711" y="2185561"/>
                  </a:lnTo>
                  <a:lnTo>
                    <a:pt x="4129837" y="2185561"/>
                  </a:lnTo>
                  <a:lnTo>
                    <a:pt x="4129964" y="2185561"/>
                  </a:lnTo>
                  <a:lnTo>
                    <a:pt x="4130090" y="2185561"/>
                  </a:lnTo>
                  <a:lnTo>
                    <a:pt x="4130216" y="2185561"/>
                  </a:lnTo>
                  <a:lnTo>
                    <a:pt x="4130342" y="2185561"/>
                  </a:lnTo>
                  <a:lnTo>
                    <a:pt x="4130469" y="2185561"/>
                  </a:lnTo>
                  <a:lnTo>
                    <a:pt x="4130595" y="2185561"/>
                  </a:lnTo>
                  <a:lnTo>
                    <a:pt x="4130721" y="2185561"/>
                  </a:lnTo>
                  <a:lnTo>
                    <a:pt x="4130847" y="2185561"/>
                  </a:lnTo>
                  <a:lnTo>
                    <a:pt x="4130974" y="2185561"/>
                  </a:lnTo>
                  <a:lnTo>
                    <a:pt x="4130974" y="2180650"/>
                  </a:lnTo>
                  <a:lnTo>
                    <a:pt x="4131100" y="2180650"/>
                  </a:lnTo>
                  <a:lnTo>
                    <a:pt x="4131226" y="2180650"/>
                  </a:lnTo>
                  <a:lnTo>
                    <a:pt x="4131352" y="2180650"/>
                  </a:lnTo>
                  <a:lnTo>
                    <a:pt x="4131479" y="2180650"/>
                  </a:lnTo>
                  <a:lnTo>
                    <a:pt x="4131605" y="2180650"/>
                  </a:lnTo>
                  <a:lnTo>
                    <a:pt x="4131731" y="2180650"/>
                  </a:lnTo>
                  <a:lnTo>
                    <a:pt x="4131857" y="2180650"/>
                  </a:lnTo>
                  <a:lnTo>
                    <a:pt x="4131984" y="2180650"/>
                  </a:lnTo>
                  <a:lnTo>
                    <a:pt x="4132110" y="2180650"/>
                  </a:lnTo>
                  <a:lnTo>
                    <a:pt x="4132236" y="2180650"/>
                  </a:lnTo>
                  <a:lnTo>
                    <a:pt x="4132362" y="2180650"/>
                  </a:lnTo>
                  <a:lnTo>
                    <a:pt x="4132489" y="2180650"/>
                  </a:lnTo>
                  <a:lnTo>
                    <a:pt x="4132615" y="2180650"/>
                  </a:lnTo>
                  <a:lnTo>
                    <a:pt x="4132741" y="2180650"/>
                  </a:lnTo>
                  <a:lnTo>
                    <a:pt x="4132867" y="2180650"/>
                  </a:lnTo>
                  <a:lnTo>
                    <a:pt x="4132994" y="2180650"/>
                  </a:lnTo>
                  <a:lnTo>
                    <a:pt x="4133120" y="2180650"/>
                  </a:lnTo>
                  <a:lnTo>
                    <a:pt x="4133246" y="2180650"/>
                  </a:lnTo>
                  <a:lnTo>
                    <a:pt x="4133372" y="2180650"/>
                  </a:lnTo>
                  <a:lnTo>
                    <a:pt x="4133499" y="2180650"/>
                  </a:lnTo>
                  <a:lnTo>
                    <a:pt x="4133625" y="2180650"/>
                  </a:lnTo>
                  <a:lnTo>
                    <a:pt x="4133751" y="2180650"/>
                  </a:lnTo>
                  <a:lnTo>
                    <a:pt x="4133877" y="2180650"/>
                  </a:lnTo>
                  <a:lnTo>
                    <a:pt x="4134004" y="2180650"/>
                  </a:lnTo>
                  <a:lnTo>
                    <a:pt x="4134130" y="2180650"/>
                  </a:lnTo>
                  <a:lnTo>
                    <a:pt x="4134256" y="2180650"/>
                  </a:lnTo>
                  <a:lnTo>
                    <a:pt x="4134383" y="2180650"/>
                  </a:lnTo>
                  <a:lnTo>
                    <a:pt x="4134509" y="2180650"/>
                  </a:lnTo>
                  <a:lnTo>
                    <a:pt x="4134635" y="2180650"/>
                  </a:lnTo>
                  <a:lnTo>
                    <a:pt x="4134761" y="2180650"/>
                  </a:lnTo>
                  <a:lnTo>
                    <a:pt x="4134888" y="2180650"/>
                  </a:lnTo>
                  <a:lnTo>
                    <a:pt x="4135014" y="2180650"/>
                  </a:lnTo>
                  <a:lnTo>
                    <a:pt x="4135140" y="2180650"/>
                  </a:lnTo>
                  <a:lnTo>
                    <a:pt x="4135266" y="2180650"/>
                  </a:lnTo>
                  <a:lnTo>
                    <a:pt x="4135393" y="2180650"/>
                  </a:lnTo>
                  <a:lnTo>
                    <a:pt x="4135519" y="2180650"/>
                  </a:lnTo>
                  <a:lnTo>
                    <a:pt x="4135645" y="2180650"/>
                  </a:lnTo>
                  <a:lnTo>
                    <a:pt x="4135771" y="2180650"/>
                  </a:lnTo>
                  <a:lnTo>
                    <a:pt x="4135898" y="2180650"/>
                  </a:lnTo>
                  <a:lnTo>
                    <a:pt x="4136024" y="2180650"/>
                  </a:lnTo>
                  <a:lnTo>
                    <a:pt x="4136150" y="2180650"/>
                  </a:lnTo>
                  <a:lnTo>
                    <a:pt x="4136276" y="2180650"/>
                  </a:lnTo>
                  <a:lnTo>
                    <a:pt x="4136403" y="2180650"/>
                  </a:lnTo>
                  <a:lnTo>
                    <a:pt x="4136529" y="2180650"/>
                  </a:lnTo>
                  <a:lnTo>
                    <a:pt x="4136655" y="2180650"/>
                  </a:lnTo>
                  <a:lnTo>
                    <a:pt x="4136781" y="2180650"/>
                  </a:lnTo>
                  <a:lnTo>
                    <a:pt x="4136908" y="2180650"/>
                  </a:lnTo>
                  <a:lnTo>
                    <a:pt x="4137034" y="2180650"/>
                  </a:lnTo>
                  <a:lnTo>
                    <a:pt x="4137160" y="2180650"/>
                  </a:lnTo>
                  <a:lnTo>
                    <a:pt x="4137286" y="2180650"/>
                  </a:lnTo>
                  <a:lnTo>
                    <a:pt x="4137413" y="2180650"/>
                  </a:lnTo>
                  <a:lnTo>
                    <a:pt x="4137539" y="2180650"/>
                  </a:lnTo>
                  <a:lnTo>
                    <a:pt x="4137665" y="2180650"/>
                  </a:lnTo>
                  <a:lnTo>
                    <a:pt x="4137791" y="2180650"/>
                  </a:lnTo>
                  <a:lnTo>
                    <a:pt x="4137918" y="2180650"/>
                  </a:lnTo>
                  <a:lnTo>
                    <a:pt x="4138044" y="2180650"/>
                  </a:lnTo>
                  <a:lnTo>
                    <a:pt x="4138170" y="2180650"/>
                  </a:lnTo>
                  <a:lnTo>
                    <a:pt x="4138296" y="2180650"/>
                  </a:lnTo>
                  <a:lnTo>
                    <a:pt x="4138423" y="2180650"/>
                  </a:lnTo>
                  <a:lnTo>
                    <a:pt x="4138549" y="2180650"/>
                  </a:lnTo>
                  <a:lnTo>
                    <a:pt x="4138675" y="2180650"/>
                  </a:lnTo>
                  <a:lnTo>
                    <a:pt x="4138801" y="2180650"/>
                  </a:lnTo>
                  <a:lnTo>
                    <a:pt x="4138928" y="2180650"/>
                  </a:lnTo>
                  <a:lnTo>
                    <a:pt x="4139054" y="2180650"/>
                  </a:lnTo>
                  <a:lnTo>
                    <a:pt x="4139180" y="2180650"/>
                  </a:lnTo>
                  <a:lnTo>
                    <a:pt x="4139307" y="2180650"/>
                  </a:lnTo>
                  <a:lnTo>
                    <a:pt x="4139433" y="2180650"/>
                  </a:lnTo>
                  <a:lnTo>
                    <a:pt x="4139559" y="2180650"/>
                  </a:lnTo>
                  <a:lnTo>
                    <a:pt x="4139685" y="2180650"/>
                  </a:lnTo>
                  <a:lnTo>
                    <a:pt x="4139812" y="2180650"/>
                  </a:lnTo>
                  <a:lnTo>
                    <a:pt x="4139938" y="2180650"/>
                  </a:lnTo>
                  <a:lnTo>
                    <a:pt x="4140064" y="2180650"/>
                  </a:lnTo>
                  <a:lnTo>
                    <a:pt x="4140190" y="2180650"/>
                  </a:lnTo>
                  <a:lnTo>
                    <a:pt x="4140317" y="2180650"/>
                  </a:lnTo>
                  <a:lnTo>
                    <a:pt x="4140443" y="2180650"/>
                  </a:lnTo>
                  <a:lnTo>
                    <a:pt x="4140569" y="2180650"/>
                  </a:lnTo>
                  <a:lnTo>
                    <a:pt x="4140695" y="2180650"/>
                  </a:lnTo>
                  <a:lnTo>
                    <a:pt x="4140822" y="2180650"/>
                  </a:lnTo>
                  <a:lnTo>
                    <a:pt x="4140948" y="2180650"/>
                  </a:lnTo>
                  <a:lnTo>
                    <a:pt x="4141074" y="2180650"/>
                  </a:lnTo>
                  <a:lnTo>
                    <a:pt x="4141200" y="2180650"/>
                  </a:lnTo>
                  <a:lnTo>
                    <a:pt x="4141327" y="2180650"/>
                  </a:lnTo>
                  <a:lnTo>
                    <a:pt x="4141453" y="2180650"/>
                  </a:lnTo>
                  <a:lnTo>
                    <a:pt x="4141579" y="2180650"/>
                  </a:lnTo>
                  <a:lnTo>
                    <a:pt x="4141705" y="2180650"/>
                  </a:lnTo>
                  <a:lnTo>
                    <a:pt x="4141832" y="2180650"/>
                  </a:lnTo>
                  <a:lnTo>
                    <a:pt x="4141958" y="2180650"/>
                  </a:lnTo>
                  <a:lnTo>
                    <a:pt x="4142084" y="2180650"/>
                  </a:lnTo>
                  <a:lnTo>
                    <a:pt x="4142210" y="2180650"/>
                  </a:lnTo>
                  <a:lnTo>
                    <a:pt x="4142337" y="2180650"/>
                  </a:lnTo>
                  <a:lnTo>
                    <a:pt x="4142463" y="2180650"/>
                  </a:lnTo>
                  <a:lnTo>
                    <a:pt x="4142589" y="2180650"/>
                  </a:lnTo>
                  <a:lnTo>
                    <a:pt x="4142715" y="2180650"/>
                  </a:lnTo>
                  <a:lnTo>
                    <a:pt x="4142842" y="2180650"/>
                  </a:lnTo>
                  <a:lnTo>
                    <a:pt x="4142842" y="2175739"/>
                  </a:lnTo>
                  <a:lnTo>
                    <a:pt x="4142968" y="2175739"/>
                  </a:lnTo>
                  <a:lnTo>
                    <a:pt x="4143094" y="2175739"/>
                  </a:lnTo>
                  <a:lnTo>
                    <a:pt x="4143220" y="2175739"/>
                  </a:lnTo>
                  <a:lnTo>
                    <a:pt x="4143347" y="2175739"/>
                  </a:lnTo>
                  <a:lnTo>
                    <a:pt x="4143473" y="2175739"/>
                  </a:lnTo>
                  <a:lnTo>
                    <a:pt x="4143599" y="2175739"/>
                  </a:lnTo>
                  <a:lnTo>
                    <a:pt x="4143725" y="2175739"/>
                  </a:lnTo>
                  <a:lnTo>
                    <a:pt x="4143852" y="2175739"/>
                  </a:lnTo>
                  <a:lnTo>
                    <a:pt x="4143978" y="2175739"/>
                  </a:lnTo>
                  <a:lnTo>
                    <a:pt x="4143978" y="2170827"/>
                  </a:lnTo>
                  <a:lnTo>
                    <a:pt x="4144104" y="2170827"/>
                  </a:lnTo>
                  <a:lnTo>
                    <a:pt x="4144230" y="2170827"/>
                  </a:lnTo>
                  <a:lnTo>
                    <a:pt x="4144357" y="2170827"/>
                  </a:lnTo>
                  <a:lnTo>
                    <a:pt x="4144483" y="2170827"/>
                  </a:lnTo>
                  <a:lnTo>
                    <a:pt x="4144609" y="2170827"/>
                  </a:lnTo>
                  <a:lnTo>
                    <a:pt x="4144736" y="2170827"/>
                  </a:lnTo>
                  <a:lnTo>
                    <a:pt x="4144736" y="2165916"/>
                  </a:lnTo>
                  <a:lnTo>
                    <a:pt x="4144862" y="2165916"/>
                  </a:lnTo>
                  <a:lnTo>
                    <a:pt x="4144988" y="2165916"/>
                  </a:lnTo>
                  <a:lnTo>
                    <a:pt x="4145114" y="2165916"/>
                  </a:lnTo>
                  <a:lnTo>
                    <a:pt x="4145241" y="2165916"/>
                  </a:lnTo>
                  <a:lnTo>
                    <a:pt x="4145367" y="2165916"/>
                  </a:lnTo>
                  <a:lnTo>
                    <a:pt x="4145493" y="2165916"/>
                  </a:lnTo>
                  <a:lnTo>
                    <a:pt x="4145619" y="2165916"/>
                  </a:lnTo>
                  <a:lnTo>
                    <a:pt x="4145746" y="2165916"/>
                  </a:lnTo>
                  <a:lnTo>
                    <a:pt x="4145872" y="2165916"/>
                  </a:lnTo>
                  <a:lnTo>
                    <a:pt x="4145998" y="2165916"/>
                  </a:lnTo>
                  <a:lnTo>
                    <a:pt x="4146124" y="2165916"/>
                  </a:lnTo>
                  <a:lnTo>
                    <a:pt x="4146251" y="2165916"/>
                  </a:lnTo>
                  <a:lnTo>
                    <a:pt x="4146377" y="2165916"/>
                  </a:lnTo>
                  <a:lnTo>
                    <a:pt x="4146503" y="2165916"/>
                  </a:lnTo>
                  <a:lnTo>
                    <a:pt x="4146629" y="2165916"/>
                  </a:lnTo>
                  <a:lnTo>
                    <a:pt x="4146756" y="2165916"/>
                  </a:lnTo>
                  <a:lnTo>
                    <a:pt x="4146882" y="2165916"/>
                  </a:lnTo>
                  <a:lnTo>
                    <a:pt x="4147008" y="2165916"/>
                  </a:lnTo>
                  <a:lnTo>
                    <a:pt x="4147134" y="2165916"/>
                  </a:lnTo>
                  <a:lnTo>
                    <a:pt x="4147261" y="2165916"/>
                  </a:lnTo>
                  <a:lnTo>
                    <a:pt x="4147387" y="2165916"/>
                  </a:lnTo>
                  <a:lnTo>
                    <a:pt x="4147513" y="2165916"/>
                  </a:lnTo>
                  <a:lnTo>
                    <a:pt x="4147639" y="2165916"/>
                  </a:lnTo>
                  <a:lnTo>
                    <a:pt x="4147766" y="2165916"/>
                  </a:lnTo>
                  <a:lnTo>
                    <a:pt x="4147766" y="2161004"/>
                  </a:lnTo>
                  <a:lnTo>
                    <a:pt x="4147892" y="2161004"/>
                  </a:lnTo>
                  <a:lnTo>
                    <a:pt x="4148018" y="2161004"/>
                  </a:lnTo>
                  <a:lnTo>
                    <a:pt x="4148144" y="2161004"/>
                  </a:lnTo>
                  <a:lnTo>
                    <a:pt x="4148271" y="2161004"/>
                  </a:lnTo>
                  <a:lnTo>
                    <a:pt x="4148397" y="2161004"/>
                  </a:lnTo>
                  <a:lnTo>
                    <a:pt x="4148523" y="2161004"/>
                  </a:lnTo>
                  <a:lnTo>
                    <a:pt x="4148649" y="2161004"/>
                  </a:lnTo>
                  <a:lnTo>
                    <a:pt x="4148776" y="2161004"/>
                  </a:lnTo>
                  <a:lnTo>
                    <a:pt x="4148902" y="2161004"/>
                  </a:lnTo>
                  <a:lnTo>
                    <a:pt x="4149028" y="2161004"/>
                  </a:lnTo>
                  <a:lnTo>
                    <a:pt x="4149154" y="2161004"/>
                  </a:lnTo>
                  <a:lnTo>
                    <a:pt x="4149281" y="2161004"/>
                  </a:lnTo>
                  <a:lnTo>
                    <a:pt x="4149407" y="2161004"/>
                  </a:lnTo>
                  <a:lnTo>
                    <a:pt x="4149533" y="2161004"/>
                  </a:lnTo>
                  <a:lnTo>
                    <a:pt x="4149660" y="2161004"/>
                  </a:lnTo>
                  <a:lnTo>
                    <a:pt x="4149786" y="2161004"/>
                  </a:lnTo>
                  <a:lnTo>
                    <a:pt x="4149912" y="2161004"/>
                  </a:lnTo>
                  <a:lnTo>
                    <a:pt x="4150038" y="2161004"/>
                  </a:lnTo>
                  <a:lnTo>
                    <a:pt x="4150165" y="2161004"/>
                  </a:lnTo>
                  <a:lnTo>
                    <a:pt x="4150291" y="2161004"/>
                  </a:lnTo>
                  <a:lnTo>
                    <a:pt x="4150417" y="2161004"/>
                  </a:lnTo>
                  <a:lnTo>
                    <a:pt x="4150543" y="2161004"/>
                  </a:lnTo>
                  <a:lnTo>
                    <a:pt x="4150670" y="2161004"/>
                  </a:lnTo>
                  <a:lnTo>
                    <a:pt x="4150796" y="2161004"/>
                  </a:lnTo>
                  <a:lnTo>
                    <a:pt x="4150922" y="2161004"/>
                  </a:lnTo>
                  <a:lnTo>
                    <a:pt x="4151048" y="2161004"/>
                  </a:lnTo>
                  <a:lnTo>
                    <a:pt x="4151175" y="2161004"/>
                  </a:lnTo>
                  <a:lnTo>
                    <a:pt x="4151301" y="2161004"/>
                  </a:lnTo>
                  <a:lnTo>
                    <a:pt x="4151427" y="2161004"/>
                  </a:lnTo>
                  <a:lnTo>
                    <a:pt x="4151553" y="2161004"/>
                  </a:lnTo>
                  <a:lnTo>
                    <a:pt x="4151680" y="2161004"/>
                  </a:lnTo>
                  <a:lnTo>
                    <a:pt x="4151806" y="2161004"/>
                  </a:lnTo>
                  <a:lnTo>
                    <a:pt x="4151932" y="2161004"/>
                  </a:lnTo>
                  <a:lnTo>
                    <a:pt x="4152058" y="2161004"/>
                  </a:lnTo>
                  <a:lnTo>
                    <a:pt x="4152185" y="2161004"/>
                  </a:lnTo>
                  <a:lnTo>
                    <a:pt x="4152311" y="2161004"/>
                  </a:lnTo>
                  <a:lnTo>
                    <a:pt x="4152437" y="2161004"/>
                  </a:lnTo>
                  <a:lnTo>
                    <a:pt x="4152563" y="2161004"/>
                  </a:lnTo>
                  <a:lnTo>
                    <a:pt x="4152690" y="2161004"/>
                  </a:lnTo>
                  <a:lnTo>
                    <a:pt x="4152816" y="2161004"/>
                  </a:lnTo>
                  <a:lnTo>
                    <a:pt x="4152942" y="2161004"/>
                  </a:lnTo>
                  <a:lnTo>
                    <a:pt x="4153068" y="2161004"/>
                  </a:lnTo>
                  <a:lnTo>
                    <a:pt x="4153195" y="2161004"/>
                  </a:lnTo>
                  <a:lnTo>
                    <a:pt x="4153321" y="2161004"/>
                  </a:lnTo>
                  <a:lnTo>
                    <a:pt x="4153447" y="2161004"/>
                  </a:lnTo>
                  <a:lnTo>
                    <a:pt x="4153573" y="2161004"/>
                  </a:lnTo>
                  <a:lnTo>
                    <a:pt x="4153700" y="2161004"/>
                  </a:lnTo>
                  <a:lnTo>
                    <a:pt x="4153826" y="2161004"/>
                  </a:lnTo>
                  <a:lnTo>
                    <a:pt x="4153952" y="2161004"/>
                  </a:lnTo>
                  <a:lnTo>
                    <a:pt x="4154078" y="2161004"/>
                  </a:lnTo>
                  <a:lnTo>
                    <a:pt x="4154205" y="2161004"/>
                  </a:lnTo>
                  <a:lnTo>
                    <a:pt x="4154331" y="2161004"/>
                  </a:lnTo>
                  <a:lnTo>
                    <a:pt x="4154457" y="2161004"/>
                  </a:lnTo>
                  <a:lnTo>
                    <a:pt x="4154583" y="2161004"/>
                  </a:lnTo>
                  <a:lnTo>
                    <a:pt x="4154710" y="2161004"/>
                  </a:lnTo>
                  <a:lnTo>
                    <a:pt x="4154836" y="2161004"/>
                  </a:lnTo>
                  <a:lnTo>
                    <a:pt x="4154962" y="2161004"/>
                  </a:lnTo>
                  <a:lnTo>
                    <a:pt x="4155089" y="2161004"/>
                  </a:lnTo>
                  <a:lnTo>
                    <a:pt x="4155215" y="2161004"/>
                  </a:lnTo>
                  <a:lnTo>
                    <a:pt x="4155341" y="2161004"/>
                  </a:lnTo>
                  <a:lnTo>
                    <a:pt x="4155467" y="2161004"/>
                  </a:lnTo>
                  <a:lnTo>
                    <a:pt x="4155594" y="2161004"/>
                  </a:lnTo>
                  <a:lnTo>
                    <a:pt x="4155720" y="2161004"/>
                  </a:lnTo>
                  <a:lnTo>
                    <a:pt x="4155846" y="2161004"/>
                  </a:lnTo>
                  <a:lnTo>
                    <a:pt x="4155972" y="2161004"/>
                  </a:lnTo>
                  <a:lnTo>
                    <a:pt x="4156099" y="2161004"/>
                  </a:lnTo>
                  <a:lnTo>
                    <a:pt x="4156225" y="2161004"/>
                  </a:lnTo>
                  <a:lnTo>
                    <a:pt x="4156351" y="2161004"/>
                  </a:lnTo>
                  <a:lnTo>
                    <a:pt x="4156477" y="2161004"/>
                  </a:lnTo>
                  <a:lnTo>
                    <a:pt x="4156604" y="2161004"/>
                  </a:lnTo>
                  <a:lnTo>
                    <a:pt x="4156730" y="2161004"/>
                  </a:lnTo>
                  <a:lnTo>
                    <a:pt x="4156856" y="2161004"/>
                  </a:lnTo>
                  <a:lnTo>
                    <a:pt x="4156982" y="2161004"/>
                  </a:lnTo>
                  <a:lnTo>
                    <a:pt x="4157109" y="2161004"/>
                  </a:lnTo>
                  <a:lnTo>
                    <a:pt x="4157235" y="2161004"/>
                  </a:lnTo>
                  <a:lnTo>
                    <a:pt x="4157361" y="2161004"/>
                  </a:lnTo>
                  <a:lnTo>
                    <a:pt x="4157487" y="2161004"/>
                  </a:lnTo>
                  <a:lnTo>
                    <a:pt x="4157614" y="2161004"/>
                  </a:lnTo>
                  <a:lnTo>
                    <a:pt x="4157740" y="2161004"/>
                  </a:lnTo>
                  <a:lnTo>
                    <a:pt x="4157866" y="2161004"/>
                  </a:lnTo>
                  <a:lnTo>
                    <a:pt x="4157992" y="2161004"/>
                  </a:lnTo>
                  <a:lnTo>
                    <a:pt x="4158119" y="2161004"/>
                  </a:lnTo>
                  <a:lnTo>
                    <a:pt x="4158245" y="2161004"/>
                  </a:lnTo>
                  <a:lnTo>
                    <a:pt x="4158371" y="2161004"/>
                  </a:lnTo>
                  <a:lnTo>
                    <a:pt x="4158497" y="2161004"/>
                  </a:lnTo>
                  <a:lnTo>
                    <a:pt x="4158624" y="2161004"/>
                  </a:lnTo>
                  <a:lnTo>
                    <a:pt x="4158750" y="2161004"/>
                  </a:lnTo>
                  <a:lnTo>
                    <a:pt x="4158876" y="2161004"/>
                  </a:lnTo>
                  <a:lnTo>
                    <a:pt x="4159002" y="2161004"/>
                  </a:lnTo>
                  <a:lnTo>
                    <a:pt x="4159129" y="2161004"/>
                  </a:lnTo>
                  <a:lnTo>
                    <a:pt x="4159255" y="2161004"/>
                  </a:lnTo>
                  <a:lnTo>
                    <a:pt x="4159381" y="2161004"/>
                  </a:lnTo>
                  <a:lnTo>
                    <a:pt x="4159507" y="2161004"/>
                  </a:lnTo>
                  <a:lnTo>
                    <a:pt x="4159634" y="2161004"/>
                  </a:lnTo>
                  <a:lnTo>
                    <a:pt x="4159760" y="2161004"/>
                  </a:lnTo>
                  <a:lnTo>
                    <a:pt x="4159886" y="2161004"/>
                  </a:lnTo>
                  <a:lnTo>
                    <a:pt x="4160013" y="2161004"/>
                  </a:lnTo>
                  <a:lnTo>
                    <a:pt x="4160139" y="2161004"/>
                  </a:lnTo>
                  <a:lnTo>
                    <a:pt x="4160265" y="2161004"/>
                  </a:lnTo>
                  <a:lnTo>
                    <a:pt x="4160391" y="2161004"/>
                  </a:lnTo>
                  <a:lnTo>
                    <a:pt x="4160518" y="2161004"/>
                  </a:lnTo>
                  <a:lnTo>
                    <a:pt x="4160644" y="2161004"/>
                  </a:lnTo>
                  <a:lnTo>
                    <a:pt x="4160770" y="2161004"/>
                  </a:lnTo>
                  <a:lnTo>
                    <a:pt x="4160896" y="2161004"/>
                  </a:lnTo>
                  <a:lnTo>
                    <a:pt x="4161023" y="2161004"/>
                  </a:lnTo>
                  <a:lnTo>
                    <a:pt x="4161149" y="2161004"/>
                  </a:lnTo>
                  <a:lnTo>
                    <a:pt x="4161275" y="2161004"/>
                  </a:lnTo>
                  <a:lnTo>
                    <a:pt x="4161401" y="2161004"/>
                  </a:lnTo>
                  <a:lnTo>
                    <a:pt x="4161528" y="2161004"/>
                  </a:lnTo>
                  <a:lnTo>
                    <a:pt x="4161654" y="2161004"/>
                  </a:lnTo>
                  <a:lnTo>
                    <a:pt x="4161780" y="2161004"/>
                  </a:lnTo>
                  <a:lnTo>
                    <a:pt x="4161906" y="2161004"/>
                  </a:lnTo>
                  <a:lnTo>
                    <a:pt x="4162033" y="2161004"/>
                  </a:lnTo>
                  <a:lnTo>
                    <a:pt x="4162159" y="2161004"/>
                  </a:lnTo>
                  <a:lnTo>
                    <a:pt x="4162285" y="2161004"/>
                  </a:lnTo>
                  <a:lnTo>
                    <a:pt x="4162411" y="2161004"/>
                  </a:lnTo>
                  <a:lnTo>
                    <a:pt x="4162538" y="2161004"/>
                  </a:lnTo>
                  <a:lnTo>
                    <a:pt x="4162664" y="2161004"/>
                  </a:lnTo>
                  <a:lnTo>
                    <a:pt x="4162790" y="2161004"/>
                  </a:lnTo>
                  <a:lnTo>
                    <a:pt x="4162916" y="2161004"/>
                  </a:lnTo>
                  <a:lnTo>
                    <a:pt x="4162916" y="2156093"/>
                  </a:lnTo>
                  <a:lnTo>
                    <a:pt x="4163043" y="2156093"/>
                  </a:lnTo>
                  <a:lnTo>
                    <a:pt x="4163169" y="2156093"/>
                  </a:lnTo>
                  <a:lnTo>
                    <a:pt x="4163295" y="2156093"/>
                  </a:lnTo>
                  <a:lnTo>
                    <a:pt x="4163421" y="2156093"/>
                  </a:lnTo>
                  <a:lnTo>
                    <a:pt x="4163548" y="2156093"/>
                  </a:lnTo>
                  <a:lnTo>
                    <a:pt x="4163674" y="2156093"/>
                  </a:lnTo>
                  <a:lnTo>
                    <a:pt x="4163800" y="2156093"/>
                  </a:lnTo>
                  <a:lnTo>
                    <a:pt x="4163926" y="2156093"/>
                  </a:lnTo>
                  <a:lnTo>
                    <a:pt x="4164053" y="2156093"/>
                  </a:lnTo>
                  <a:lnTo>
                    <a:pt x="4164179" y="2156093"/>
                  </a:lnTo>
                  <a:lnTo>
                    <a:pt x="4164305" y="2156093"/>
                  </a:lnTo>
                  <a:lnTo>
                    <a:pt x="4164431" y="2156093"/>
                  </a:lnTo>
                  <a:lnTo>
                    <a:pt x="4164558" y="2156093"/>
                  </a:lnTo>
                  <a:lnTo>
                    <a:pt x="4164684" y="2156093"/>
                  </a:lnTo>
                  <a:lnTo>
                    <a:pt x="4164810" y="2156093"/>
                  </a:lnTo>
                  <a:lnTo>
                    <a:pt x="4164937" y="2156093"/>
                  </a:lnTo>
                  <a:lnTo>
                    <a:pt x="4165063" y="2156093"/>
                  </a:lnTo>
                  <a:lnTo>
                    <a:pt x="4165189" y="2156093"/>
                  </a:lnTo>
                  <a:lnTo>
                    <a:pt x="4165315" y="2156093"/>
                  </a:lnTo>
                  <a:lnTo>
                    <a:pt x="4165442" y="2156093"/>
                  </a:lnTo>
                  <a:lnTo>
                    <a:pt x="4165568" y="2156093"/>
                  </a:lnTo>
                  <a:lnTo>
                    <a:pt x="4165694" y="2156093"/>
                  </a:lnTo>
                  <a:lnTo>
                    <a:pt x="4165820" y="2156093"/>
                  </a:lnTo>
                  <a:lnTo>
                    <a:pt x="4165947" y="2156093"/>
                  </a:lnTo>
                  <a:lnTo>
                    <a:pt x="4166073" y="2156093"/>
                  </a:lnTo>
                  <a:lnTo>
                    <a:pt x="4166199" y="2156093"/>
                  </a:lnTo>
                  <a:lnTo>
                    <a:pt x="4166325" y="2156093"/>
                  </a:lnTo>
                  <a:lnTo>
                    <a:pt x="4166452" y="2156093"/>
                  </a:lnTo>
                  <a:lnTo>
                    <a:pt x="4166578" y="2156093"/>
                  </a:lnTo>
                  <a:lnTo>
                    <a:pt x="4166704" y="2156093"/>
                  </a:lnTo>
                  <a:lnTo>
                    <a:pt x="4166830" y="2156093"/>
                  </a:lnTo>
                  <a:lnTo>
                    <a:pt x="4166957" y="2156093"/>
                  </a:lnTo>
                  <a:lnTo>
                    <a:pt x="4167083" y="2156093"/>
                  </a:lnTo>
                  <a:lnTo>
                    <a:pt x="4167209" y="2156093"/>
                  </a:lnTo>
                  <a:lnTo>
                    <a:pt x="4167335" y="2156093"/>
                  </a:lnTo>
                  <a:lnTo>
                    <a:pt x="4167462" y="2156093"/>
                  </a:lnTo>
                  <a:lnTo>
                    <a:pt x="4167588" y="2156093"/>
                  </a:lnTo>
                  <a:lnTo>
                    <a:pt x="4167714" y="2156093"/>
                  </a:lnTo>
                  <a:lnTo>
                    <a:pt x="4167840" y="2156093"/>
                  </a:lnTo>
                  <a:lnTo>
                    <a:pt x="4167967" y="2156093"/>
                  </a:lnTo>
                  <a:lnTo>
                    <a:pt x="4168093" y="2156093"/>
                  </a:lnTo>
                  <a:lnTo>
                    <a:pt x="4168219" y="2156093"/>
                  </a:lnTo>
                  <a:lnTo>
                    <a:pt x="4168345" y="2156093"/>
                  </a:lnTo>
                  <a:lnTo>
                    <a:pt x="4168472" y="2156093"/>
                  </a:lnTo>
                  <a:lnTo>
                    <a:pt x="4168598" y="2156093"/>
                  </a:lnTo>
                  <a:lnTo>
                    <a:pt x="4168724" y="2156093"/>
                  </a:lnTo>
                  <a:lnTo>
                    <a:pt x="4168850" y="2156093"/>
                  </a:lnTo>
                  <a:lnTo>
                    <a:pt x="4168977" y="2156093"/>
                  </a:lnTo>
                  <a:lnTo>
                    <a:pt x="4168977" y="2151182"/>
                  </a:lnTo>
                  <a:lnTo>
                    <a:pt x="4169103" y="2151182"/>
                  </a:lnTo>
                  <a:lnTo>
                    <a:pt x="4169229" y="2151182"/>
                  </a:lnTo>
                  <a:lnTo>
                    <a:pt x="4169355" y="2151182"/>
                  </a:lnTo>
                  <a:lnTo>
                    <a:pt x="4169482" y="2151182"/>
                  </a:lnTo>
                  <a:lnTo>
                    <a:pt x="4169608" y="2151182"/>
                  </a:lnTo>
                  <a:lnTo>
                    <a:pt x="4169734" y="2151182"/>
                  </a:lnTo>
                  <a:lnTo>
                    <a:pt x="4169860" y="2151182"/>
                  </a:lnTo>
                  <a:lnTo>
                    <a:pt x="4169987" y="2151182"/>
                  </a:lnTo>
                  <a:lnTo>
                    <a:pt x="4170113" y="2151182"/>
                  </a:lnTo>
                  <a:lnTo>
                    <a:pt x="4170239" y="2151182"/>
                  </a:lnTo>
                  <a:lnTo>
                    <a:pt x="4170366" y="2151182"/>
                  </a:lnTo>
                  <a:lnTo>
                    <a:pt x="4170492" y="2151182"/>
                  </a:lnTo>
                  <a:lnTo>
                    <a:pt x="4170618" y="2151182"/>
                  </a:lnTo>
                  <a:lnTo>
                    <a:pt x="4170744" y="2151182"/>
                  </a:lnTo>
                  <a:lnTo>
                    <a:pt x="4170871" y="2151182"/>
                  </a:lnTo>
                  <a:lnTo>
                    <a:pt x="4170997" y="2151182"/>
                  </a:lnTo>
                  <a:lnTo>
                    <a:pt x="4171123" y="2151182"/>
                  </a:lnTo>
                  <a:lnTo>
                    <a:pt x="4171249" y="2151182"/>
                  </a:lnTo>
                  <a:lnTo>
                    <a:pt x="4171376" y="2151182"/>
                  </a:lnTo>
                  <a:lnTo>
                    <a:pt x="4171502" y="2151182"/>
                  </a:lnTo>
                  <a:lnTo>
                    <a:pt x="4171628" y="2151182"/>
                  </a:lnTo>
                  <a:lnTo>
                    <a:pt x="4171754" y="2151182"/>
                  </a:lnTo>
                  <a:lnTo>
                    <a:pt x="4171881" y="2151182"/>
                  </a:lnTo>
                  <a:lnTo>
                    <a:pt x="4172007" y="2151182"/>
                  </a:lnTo>
                  <a:lnTo>
                    <a:pt x="4172133" y="2151182"/>
                  </a:lnTo>
                  <a:lnTo>
                    <a:pt x="4172259" y="2151182"/>
                  </a:lnTo>
                  <a:lnTo>
                    <a:pt x="4172386" y="2151182"/>
                  </a:lnTo>
                  <a:lnTo>
                    <a:pt x="4172512" y="2151182"/>
                  </a:lnTo>
                  <a:lnTo>
                    <a:pt x="4172638" y="2151182"/>
                  </a:lnTo>
                  <a:lnTo>
                    <a:pt x="4172764" y="2151182"/>
                  </a:lnTo>
                  <a:lnTo>
                    <a:pt x="4172891" y="2151182"/>
                  </a:lnTo>
                  <a:lnTo>
                    <a:pt x="4173017" y="2151182"/>
                  </a:lnTo>
                  <a:lnTo>
                    <a:pt x="4173143" y="2151182"/>
                  </a:lnTo>
                  <a:lnTo>
                    <a:pt x="4173269" y="2151182"/>
                  </a:lnTo>
                  <a:lnTo>
                    <a:pt x="4173396" y="2151182"/>
                  </a:lnTo>
                  <a:lnTo>
                    <a:pt x="4173522" y="2151182"/>
                  </a:lnTo>
                  <a:lnTo>
                    <a:pt x="4173648" y="2151182"/>
                  </a:lnTo>
                  <a:lnTo>
                    <a:pt x="4173774" y="2151182"/>
                  </a:lnTo>
                  <a:lnTo>
                    <a:pt x="4173901" y="2151182"/>
                  </a:lnTo>
                  <a:lnTo>
                    <a:pt x="4174027" y="2151182"/>
                  </a:lnTo>
                  <a:lnTo>
                    <a:pt x="4174153" y="2151182"/>
                  </a:lnTo>
                  <a:lnTo>
                    <a:pt x="4174279" y="2151182"/>
                  </a:lnTo>
                  <a:lnTo>
                    <a:pt x="4174406" y="2151182"/>
                  </a:lnTo>
                  <a:lnTo>
                    <a:pt x="4174532" y="2151182"/>
                  </a:lnTo>
                  <a:lnTo>
                    <a:pt x="4174658" y="2151182"/>
                  </a:lnTo>
                  <a:lnTo>
                    <a:pt x="4174784" y="2151182"/>
                  </a:lnTo>
                  <a:lnTo>
                    <a:pt x="4174911" y="2151182"/>
                  </a:lnTo>
                  <a:lnTo>
                    <a:pt x="4175037" y="2151182"/>
                  </a:lnTo>
                  <a:lnTo>
                    <a:pt x="4175163" y="2151182"/>
                  </a:lnTo>
                  <a:lnTo>
                    <a:pt x="4175290" y="2151182"/>
                  </a:lnTo>
                  <a:lnTo>
                    <a:pt x="4175416" y="2151182"/>
                  </a:lnTo>
                  <a:lnTo>
                    <a:pt x="4175542" y="2151182"/>
                  </a:lnTo>
                  <a:lnTo>
                    <a:pt x="4175668" y="2151182"/>
                  </a:lnTo>
                  <a:lnTo>
                    <a:pt x="4175795" y="2151182"/>
                  </a:lnTo>
                  <a:lnTo>
                    <a:pt x="4175921" y="2151182"/>
                  </a:lnTo>
                  <a:lnTo>
                    <a:pt x="4176047" y="2151182"/>
                  </a:lnTo>
                  <a:lnTo>
                    <a:pt x="4176173" y="2151182"/>
                  </a:lnTo>
                  <a:lnTo>
                    <a:pt x="4176300" y="2151182"/>
                  </a:lnTo>
                  <a:lnTo>
                    <a:pt x="4176426" y="2151182"/>
                  </a:lnTo>
                  <a:lnTo>
                    <a:pt x="4176552" y="2151182"/>
                  </a:lnTo>
                  <a:lnTo>
                    <a:pt x="4176678" y="2151182"/>
                  </a:lnTo>
                  <a:lnTo>
                    <a:pt x="4176805" y="2151182"/>
                  </a:lnTo>
                  <a:lnTo>
                    <a:pt x="4176931" y="2151182"/>
                  </a:lnTo>
                  <a:lnTo>
                    <a:pt x="4177057" y="2151182"/>
                  </a:lnTo>
                  <a:lnTo>
                    <a:pt x="4177183" y="2151182"/>
                  </a:lnTo>
                  <a:lnTo>
                    <a:pt x="4177310" y="2151182"/>
                  </a:lnTo>
                  <a:lnTo>
                    <a:pt x="4177436" y="2151182"/>
                  </a:lnTo>
                  <a:lnTo>
                    <a:pt x="4177562" y="2151182"/>
                  </a:lnTo>
                  <a:lnTo>
                    <a:pt x="4177562" y="2146270"/>
                  </a:lnTo>
                  <a:lnTo>
                    <a:pt x="4177688" y="2146270"/>
                  </a:lnTo>
                  <a:lnTo>
                    <a:pt x="4177815" y="2146270"/>
                  </a:lnTo>
                  <a:lnTo>
                    <a:pt x="4177941" y="2146270"/>
                  </a:lnTo>
                  <a:lnTo>
                    <a:pt x="4178067" y="2146270"/>
                  </a:lnTo>
                  <a:lnTo>
                    <a:pt x="4178193" y="2146270"/>
                  </a:lnTo>
                  <a:lnTo>
                    <a:pt x="4178320" y="2146270"/>
                  </a:lnTo>
                  <a:lnTo>
                    <a:pt x="4178446" y="2146270"/>
                  </a:lnTo>
                  <a:lnTo>
                    <a:pt x="4178572" y="2146270"/>
                  </a:lnTo>
                  <a:lnTo>
                    <a:pt x="4178698" y="2146270"/>
                  </a:lnTo>
                  <a:lnTo>
                    <a:pt x="4178825" y="2146270"/>
                  </a:lnTo>
                  <a:lnTo>
                    <a:pt x="4178951" y="2146270"/>
                  </a:lnTo>
                  <a:lnTo>
                    <a:pt x="4179077" y="2146270"/>
                  </a:lnTo>
                  <a:lnTo>
                    <a:pt x="4179203" y="2146270"/>
                  </a:lnTo>
                  <a:lnTo>
                    <a:pt x="4179330" y="2146270"/>
                  </a:lnTo>
                  <a:lnTo>
                    <a:pt x="4179456" y="2146270"/>
                  </a:lnTo>
                  <a:lnTo>
                    <a:pt x="4179582" y="2146270"/>
                  </a:lnTo>
                  <a:lnTo>
                    <a:pt x="4179708" y="2146270"/>
                  </a:lnTo>
                  <a:lnTo>
                    <a:pt x="4179835" y="2146270"/>
                  </a:lnTo>
                  <a:lnTo>
                    <a:pt x="4179961" y="2146270"/>
                  </a:lnTo>
                  <a:lnTo>
                    <a:pt x="4180087" y="2146270"/>
                  </a:lnTo>
                  <a:lnTo>
                    <a:pt x="4180213" y="2146270"/>
                  </a:lnTo>
                  <a:lnTo>
                    <a:pt x="4180340" y="2146270"/>
                  </a:lnTo>
                  <a:lnTo>
                    <a:pt x="4180466" y="2146270"/>
                  </a:lnTo>
                  <a:lnTo>
                    <a:pt x="4180592" y="2146270"/>
                  </a:lnTo>
                  <a:lnTo>
                    <a:pt x="4180719" y="2146270"/>
                  </a:lnTo>
                  <a:lnTo>
                    <a:pt x="4180845" y="2146270"/>
                  </a:lnTo>
                  <a:lnTo>
                    <a:pt x="4180971" y="2146270"/>
                  </a:lnTo>
                  <a:lnTo>
                    <a:pt x="4181097" y="2146270"/>
                  </a:lnTo>
                  <a:lnTo>
                    <a:pt x="4181224" y="2146270"/>
                  </a:lnTo>
                  <a:lnTo>
                    <a:pt x="4181350" y="2146270"/>
                  </a:lnTo>
                  <a:lnTo>
                    <a:pt x="4181476" y="2146270"/>
                  </a:lnTo>
                  <a:lnTo>
                    <a:pt x="4181602" y="2146270"/>
                  </a:lnTo>
                  <a:lnTo>
                    <a:pt x="4181729" y="2146270"/>
                  </a:lnTo>
                  <a:lnTo>
                    <a:pt x="4181855" y="2146270"/>
                  </a:lnTo>
                  <a:lnTo>
                    <a:pt x="4181981" y="2146270"/>
                  </a:lnTo>
                  <a:lnTo>
                    <a:pt x="4182107" y="2146270"/>
                  </a:lnTo>
                  <a:lnTo>
                    <a:pt x="4182234" y="2146270"/>
                  </a:lnTo>
                  <a:lnTo>
                    <a:pt x="4182360" y="2146270"/>
                  </a:lnTo>
                  <a:lnTo>
                    <a:pt x="4182486" y="2146270"/>
                  </a:lnTo>
                  <a:lnTo>
                    <a:pt x="4182612" y="2146270"/>
                  </a:lnTo>
                  <a:lnTo>
                    <a:pt x="4182739" y="2146270"/>
                  </a:lnTo>
                  <a:lnTo>
                    <a:pt x="4182865" y="2146270"/>
                  </a:lnTo>
                  <a:lnTo>
                    <a:pt x="4182991" y="2146270"/>
                  </a:lnTo>
                  <a:lnTo>
                    <a:pt x="4183117" y="2146270"/>
                  </a:lnTo>
                  <a:lnTo>
                    <a:pt x="4183244" y="2146270"/>
                  </a:lnTo>
                  <a:lnTo>
                    <a:pt x="4183370" y="2146270"/>
                  </a:lnTo>
                  <a:lnTo>
                    <a:pt x="4183496" y="2146270"/>
                  </a:lnTo>
                  <a:lnTo>
                    <a:pt x="4183622" y="2146270"/>
                  </a:lnTo>
                  <a:lnTo>
                    <a:pt x="4183749" y="2146270"/>
                  </a:lnTo>
                  <a:lnTo>
                    <a:pt x="4183875" y="2146270"/>
                  </a:lnTo>
                  <a:lnTo>
                    <a:pt x="4184001" y="2146270"/>
                  </a:lnTo>
                  <a:lnTo>
                    <a:pt x="4184127" y="2146270"/>
                  </a:lnTo>
                  <a:lnTo>
                    <a:pt x="4184254" y="2146270"/>
                  </a:lnTo>
                  <a:lnTo>
                    <a:pt x="4184380" y="2146270"/>
                  </a:lnTo>
                  <a:lnTo>
                    <a:pt x="4184506" y="2146270"/>
                  </a:lnTo>
                  <a:lnTo>
                    <a:pt x="4184632" y="2146270"/>
                  </a:lnTo>
                  <a:lnTo>
                    <a:pt x="4184759" y="2146270"/>
                  </a:lnTo>
                  <a:lnTo>
                    <a:pt x="4184885" y="2146270"/>
                  </a:lnTo>
                  <a:lnTo>
                    <a:pt x="4185011" y="2146270"/>
                  </a:lnTo>
                  <a:lnTo>
                    <a:pt x="4185137" y="2146270"/>
                  </a:lnTo>
                  <a:lnTo>
                    <a:pt x="4185264" y="2146270"/>
                  </a:lnTo>
                  <a:lnTo>
                    <a:pt x="4185390" y="2146270"/>
                  </a:lnTo>
                  <a:lnTo>
                    <a:pt x="4185516" y="2146270"/>
                  </a:lnTo>
                  <a:lnTo>
                    <a:pt x="4185643" y="2146270"/>
                  </a:lnTo>
                  <a:lnTo>
                    <a:pt x="4185769" y="2146270"/>
                  </a:lnTo>
                  <a:lnTo>
                    <a:pt x="4185895" y="2146270"/>
                  </a:lnTo>
                  <a:lnTo>
                    <a:pt x="4186021" y="2146270"/>
                  </a:lnTo>
                  <a:lnTo>
                    <a:pt x="4186148" y="2146270"/>
                  </a:lnTo>
                  <a:lnTo>
                    <a:pt x="4186274" y="2146270"/>
                  </a:lnTo>
                  <a:lnTo>
                    <a:pt x="4186400" y="2146270"/>
                  </a:lnTo>
                  <a:lnTo>
                    <a:pt x="4186526" y="2146270"/>
                  </a:lnTo>
                  <a:lnTo>
                    <a:pt x="4186653" y="2146270"/>
                  </a:lnTo>
                  <a:lnTo>
                    <a:pt x="4186779" y="2146270"/>
                  </a:lnTo>
                  <a:lnTo>
                    <a:pt x="4186905" y="2146270"/>
                  </a:lnTo>
                  <a:lnTo>
                    <a:pt x="4187031" y="2146270"/>
                  </a:lnTo>
                  <a:lnTo>
                    <a:pt x="4187158" y="2146270"/>
                  </a:lnTo>
                  <a:lnTo>
                    <a:pt x="4187284" y="2146270"/>
                  </a:lnTo>
                  <a:lnTo>
                    <a:pt x="4187410" y="2146270"/>
                  </a:lnTo>
                  <a:lnTo>
                    <a:pt x="4187536" y="2146270"/>
                  </a:lnTo>
                  <a:lnTo>
                    <a:pt x="4187663" y="2146270"/>
                  </a:lnTo>
                  <a:lnTo>
                    <a:pt x="4187789" y="2146270"/>
                  </a:lnTo>
                  <a:lnTo>
                    <a:pt x="4187915" y="2146270"/>
                  </a:lnTo>
                  <a:lnTo>
                    <a:pt x="4188041" y="2146270"/>
                  </a:lnTo>
                  <a:lnTo>
                    <a:pt x="4188168" y="2146270"/>
                  </a:lnTo>
                  <a:lnTo>
                    <a:pt x="4188294" y="2146270"/>
                  </a:lnTo>
                  <a:lnTo>
                    <a:pt x="4188420" y="2146270"/>
                  </a:lnTo>
                  <a:lnTo>
                    <a:pt x="4188546" y="2146270"/>
                  </a:lnTo>
                  <a:lnTo>
                    <a:pt x="4188673" y="2146270"/>
                  </a:lnTo>
                  <a:lnTo>
                    <a:pt x="4188799" y="2146270"/>
                  </a:lnTo>
                  <a:lnTo>
                    <a:pt x="4188925" y="2146270"/>
                  </a:lnTo>
                  <a:lnTo>
                    <a:pt x="4189051" y="2146270"/>
                  </a:lnTo>
                  <a:lnTo>
                    <a:pt x="4189178" y="2146270"/>
                  </a:lnTo>
                  <a:lnTo>
                    <a:pt x="4189304" y="2146270"/>
                  </a:lnTo>
                  <a:lnTo>
                    <a:pt x="4189430" y="2146270"/>
                  </a:lnTo>
                  <a:lnTo>
                    <a:pt x="4189556" y="2146270"/>
                  </a:lnTo>
                  <a:lnTo>
                    <a:pt x="4189683" y="2146270"/>
                  </a:lnTo>
                  <a:lnTo>
                    <a:pt x="4189809" y="2146270"/>
                  </a:lnTo>
                  <a:lnTo>
                    <a:pt x="4189935" y="2146270"/>
                  </a:lnTo>
                  <a:lnTo>
                    <a:pt x="4190061" y="2146270"/>
                  </a:lnTo>
                  <a:lnTo>
                    <a:pt x="4190188" y="2146270"/>
                  </a:lnTo>
                  <a:lnTo>
                    <a:pt x="4190314" y="2146270"/>
                  </a:lnTo>
                  <a:lnTo>
                    <a:pt x="4190440" y="2146270"/>
                  </a:lnTo>
                  <a:lnTo>
                    <a:pt x="4190566" y="2146270"/>
                  </a:lnTo>
                  <a:lnTo>
                    <a:pt x="4190693" y="2146270"/>
                  </a:lnTo>
                  <a:lnTo>
                    <a:pt x="4190819" y="2146270"/>
                  </a:lnTo>
                  <a:lnTo>
                    <a:pt x="4190945" y="2146270"/>
                  </a:lnTo>
                  <a:lnTo>
                    <a:pt x="4191072" y="2146270"/>
                  </a:lnTo>
                  <a:lnTo>
                    <a:pt x="4191198" y="2146270"/>
                  </a:lnTo>
                  <a:lnTo>
                    <a:pt x="4191324" y="2146270"/>
                  </a:lnTo>
                  <a:lnTo>
                    <a:pt x="4191450" y="2146270"/>
                  </a:lnTo>
                  <a:lnTo>
                    <a:pt x="4191577" y="2146270"/>
                  </a:lnTo>
                  <a:lnTo>
                    <a:pt x="4191703" y="2146270"/>
                  </a:lnTo>
                  <a:lnTo>
                    <a:pt x="4191829" y="2146270"/>
                  </a:lnTo>
                  <a:lnTo>
                    <a:pt x="4191955" y="2146270"/>
                  </a:lnTo>
                  <a:lnTo>
                    <a:pt x="4192082" y="2146270"/>
                  </a:lnTo>
                  <a:lnTo>
                    <a:pt x="4192208" y="2146270"/>
                  </a:lnTo>
                  <a:lnTo>
                    <a:pt x="4192334" y="2146270"/>
                  </a:lnTo>
                  <a:lnTo>
                    <a:pt x="4192460" y="2146270"/>
                  </a:lnTo>
                  <a:lnTo>
                    <a:pt x="4192587" y="2146270"/>
                  </a:lnTo>
                  <a:lnTo>
                    <a:pt x="4192713" y="2146270"/>
                  </a:lnTo>
                  <a:lnTo>
                    <a:pt x="4192839" y="2146270"/>
                  </a:lnTo>
                  <a:lnTo>
                    <a:pt x="4192965" y="2146270"/>
                  </a:lnTo>
                  <a:lnTo>
                    <a:pt x="4193092" y="2146270"/>
                  </a:lnTo>
                  <a:lnTo>
                    <a:pt x="4193218" y="2146270"/>
                  </a:lnTo>
                  <a:lnTo>
                    <a:pt x="4193344" y="2146270"/>
                  </a:lnTo>
                  <a:lnTo>
                    <a:pt x="4193470" y="2146270"/>
                  </a:lnTo>
                  <a:lnTo>
                    <a:pt x="4193597" y="2146270"/>
                  </a:lnTo>
                  <a:lnTo>
                    <a:pt x="4193723" y="2146270"/>
                  </a:lnTo>
                  <a:lnTo>
                    <a:pt x="4193849" y="2146270"/>
                  </a:lnTo>
                  <a:lnTo>
                    <a:pt x="4193975" y="2146270"/>
                  </a:lnTo>
                  <a:lnTo>
                    <a:pt x="4194102" y="2146270"/>
                  </a:lnTo>
                  <a:lnTo>
                    <a:pt x="4194228" y="2146270"/>
                  </a:lnTo>
                  <a:lnTo>
                    <a:pt x="4194354" y="2146270"/>
                  </a:lnTo>
                  <a:lnTo>
                    <a:pt x="4194480" y="2146270"/>
                  </a:lnTo>
                  <a:lnTo>
                    <a:pt x="4194607" y="2146270"/>
                  </a:lnTo>
                  <a:lnTo>
                    <a:pt x="4194733" y="2146270"/>
                  </a:lnTo>
                  <a:lnTo>
                    <a:pt x="4194859" y="2146270"/>
                  </a:lnTo>
                  <a:lnTo>
                    <a:pt x="4194985" y="2146270"/>
                  </a:lnTo>
                  <a:lnTo>
                    <a:pt x="4195112" y="2146270"/>
                  </a:lnTo>
                  <a:lnTo>
                    <a:pt x="4195238" y="2146270"/>
                  </a:lnTo>
                  <a:lnTo>
                    <a:pt x="4195364" y="2146270"/>
                  </a:lnTo>
                  <a:lnTo>
                    <a:pt x="4195490" y="2146270"/>
                  </a:lnTo>
                  <a:lnTo>
                    <a:pt x="4195617" y="2146270"/>
                  </a:lnTo>
                  <a:lnTo>
                    <a:pt x="4195743" y="2146270"/>
                  </a:lnTo>
                  <a:lnTo>
                    <a:pt x="4195869" y="2146270"/>
                  </a:lnTo>
                  <a:lnTo>
                    <a:pt x="4195996" y="2146270"/>
                  </a:lnTo>
                  <a:lnTo>
                    <a:pt x="4196122" y="2146270"/>
                  </a:lnTo>
                  <a:lnTo>
                    <a:pt x="4196248" y="2146270"/>
                  </a:lnTo>
                  <a:lnTo>
                    <a:pt x="4196374" y="2146270"/>
                  </a:lnTo>
                  <a:lnTo>
                    <a:pt x="4196374" y="2141359"/>
                  </a:lnTo>
                  <a:lnTo>
                    <a:pt x="4196501" y="2141359"/>
                  </a:lnTo>
                  <a:lnTo>
                    <a:pt x="4196627" y="2141359"/>
                  </a:lnTo>
                  <a:lnTo>
                    <a:pt x="4196753" y="2141359"/>
                  </a:lnTo>
                  <a:lnTo>
                    <a:pt x="4196879" y="2141359"/>
                  </a:lnTo>
                  <a:lnTo>
                    <a:pt x="4197006" y="2141359"/>
                  </a:lnTo>
                  <a:lnTo>
                    <a:pt x="4197132" y="2141359"/>
                  </a:lnTo>
                  <a:lnTo>
                    <a:pt x="4197258" y="2141359"/>
                  </a:lnTo>
                  <a:lnTo>
                    <a:pt x="4197384" y="2141359"/>
                  </a:lnTo>
                  <a:lnTo>
                    <a:pt x="4197511" y="2141359"/>
                  </a:lnTo>
                  <a:lnTo>
                    <a:pt x="4197637" y="2141359"/>
                  </a:lnTo>
                  <a:lnTo>
                    <a:pt x="4197763" y="2141359"/>
                  </a:lnTo>
                  <a:lnTo>
                    <a:pt x="4197889" y="2141359"/>
                  </a:lnTo>
                  <a:lnTo>
                    <a:pt x="4198016" y="2141359"/>
                  </a:lnTo>
                  <a:lnTo>
                    <a:pt x="4198142" y="2141359"/>
                  </a:lnTo>
                  <a:lnTo>
                    <a:pt x="4198268" y="2141359"/>
                  </a:lnTo>
                  <a:lnTo>
                    <a:pt x="4198394" y="2141359"/>
                  </a:lnTo>
                  <a:lnTo>
                    <a:pt x="4198521" y="2141359"/>
                  </a:lnTo>
                  <a:lnTo>
                    <a:pt x="4198647" y="2141359"/>
                  </a:lnTo>
                  <a:lnTo>
                    <a:pt x="4198773" y="2141359"/>
                  </a:lnTo>
                  <a:lnTo>
                    <a:pt x="4198899" y="2141359"/>
                  </a:lnTo>
                  <a:lnTo>
                    <a:pt x="4199026" y="2141359"/>
                  </a:lnTo>
                  <a:lnTo>
                    <a:pt x="4199152" y="2141359"/>
                  </a:lnTo>
                  <a:lnTo>
                    <a:pt x="4199278" y="2141359"/>
                  </a:lnTo>
                  <a:lnTo>
                    <a:pt x="4199404" y="2141359"/>
                  </a:lnTo>
                  <a:lnTo>
                    <a:pt x="4199531" y="2141359"/>
                  </a:lnTo>
                  <a:lnTo>
                    <a:pt x="4199657" y="2141359"/>
                  </a:lnTo>
                  <a:lnTo>
                    <a:pt x="4199783" y="2141359"/>
                  </a:lnTo>
                  <a:lnTo>
                    <a:pt x="4199909" y="2141359"/>
                  </a:lnTo>
                  <a:lnTo>
                    <a:pt x="4200036" y="2141359"/>
                  </a:lnTo>
                  <a:lnTo>
                    <a:pt x="4200162" y="2141359"/>
                  </a:lnTo>
                  <a:lnTo>
                    <a:pt x="4200288" y="2141359"/>
                  </a:lnTo>
                  <a:lnTo>
                    <a:pt x="4200414" y="2141359"/>
                  </a:lnTo>
                  <a:lnTo>
                    <a:pt x="4200541" y="2141359"/>
                  </a:lnTo>
                  <a:lnTo>
                    <a:pt x="4200667" y="2141359"/>
                  </a:lnTo>
                  <a:lnTo>
                    <a:pt x="4200793" y="2141359"/>
                  </a:lnTo>
                  <a:lnTo>
                    <a:pt x="4200919" y="2141359"/>
                  </a:lnTo>
                  <a:lnTo>
                    <a:pt x="4201046" y="2141359"/>
                  </a:lnTo>
                  <a:lnTo>
                    <a:pt x="4201172" y="2141359"/>
                  </a:lnTo>
                  <a:lnTo>
                    <a:pt x="4201298" y="2141359"/>
                  </a:lnTo>
                  <a:lnTo>
                    <a:pt x="4201425" y="2141359"/>
                  </a:lnTo>
                  <a:lnTo>
                    <a:pt x="4201551" y="2141359"/>
                  </a:lnTo>
                  <a:lnTo>
                    <a:pt x="4201677" y="2141359"/>
                  </a:lnTo>
                  <a:lnTo>
                    <a:pt x="4201803" y="2141359"/>
                  </a:lnTo>
                  <a:lnTo>
                    <a:pt x="4201930" y="2141359"/>
                  </a:lnTo>
                  <a:lnTo>
                    <a:pt x="4202056" y="2141359"/>
                  </a:lnTo>
                  <a:lnTo>
                    <a:pt x="4202182" y="2141359"/>
                  </a:lnTo>
                  <a:lnTo>
                    <a:pt x="4202308" y="2141359"/>
                  </a:lnTo>
                  <a:lnTo>
                    <a:pt x="4202435" y="2141359"/>
                  </a:lnTo>
                  <a:lnTo>
                    <a:pt x="4202561" y="2141359"/>
                  </a:lnTo>
                  <a:lnTo>
                    <a:pt x="4202561" y="2136448"/>
                  </a:lnTo>
                  <a:lnTo>
                    <a:pt x="4202687" y="2136448"/>
                  </a:lnTo>
                  <a:lnTo>
                    <a:pt x="4202813" y="2136448"/>
                  </a:lnTo>
                  <a:lnTo>
                    <a:pt x="4202940" y="2136448"/>
                  </a:lnTo>
                  <a:lnTo>
                    <a:pt x="4203066" y="2136448"/>
                  </a:lnTo>
                  <a:lnTo>
                    <a:pt x="4203192" y="2136448"/>
                  </a:lnTo>
                  <a:lnTo>
                    <a:pt x="4203318" y="2136448"/>
                  </a:lnTo>
                  <a:lnTo>
                    <a:pt x="4203445" y="2136448"/>
                  </a:lnTo>
                  <a:lnTo>
                    <a:pt x="4203571" y="2136448"/>
                  </a:lnTo>
                  <a:lnTo>
                    <a:pt x="4203697" y="2136448"/>
                  </a:lnTo>
                  <a:lnTo>
                    <a:pt x="4203823" y="2136448"/>
                  </a:lnTo>
                  <a:lnTo>
                    <a:pt x="4203950" y="2136448"/>
                  </a:lnTo>
                  <a:lnTo>
                    <a:pt x="4204076" y="2136448"/>
                  </a:lnTo>
                  <a:lnTo>
                    <a:pt x="4204202" y="2136448"/>
                  </a:lnTo>
                  <a:lnTo>
                    <a:pt x="4204328" y="2136448"/>
                  </a:lnTo>
                  <a:lnTo>
                    <a:pt x="4204455" y="2136448"/>
                  </a:lnTo>
                  <a:lnTo>
                    <a:pt x="4204581" y="2136448"/>
                  </a:lnTo>
                  <a:lnTo>
                    <a:pt x="4204707" y="2136448"/>
                  </a:lnTo>
                  <a:lnTo>
                    <a:pt x="4204833" y="2136448"/>
                  </a:lnTo>
                  <a:lnTo>
                    <a:pt x="4204960" y="2136448"/>
                  </a:lnTo>
                  <a:lnTo>
                    <a:pt x="4205086" y="2136448"/>
                  </a:lnTo>
                  <a:lnTo>
                    <a:pt x="4205212" y="2136448"/>
                  </a:lnTo>
                  <a:lnTo>
                    <a:pt x="4205212" y="2131536"/>
                  </a:lnTo>
                  <a:lnTo>
                    <a:pt x="4205338" y="2131536"/>
                  </a:lnTo>
                  <a:lnTo>
                    <a:pt x="4205465" y="2131536"/>
                  </a:lnTo>
                  <a:lnTo>
                    <a:pt x="4205591" y="2131536"/>
                  </a:lnTo>
                  <a:lnTo>
                    <a:pt x="4205717" y="2131536"/>
                  </a:lnTo>
                  <a:lnTo>
                    <a:pt x="4205843" y="2131536"/>
                  </a:lnTo>
                  <a:lnTo>
                    <a:pt x="4205970" y="2131536"/>
                  </a:lnTo>
                  <a:lnTo>
                    <a:pt x="4206096" y="2131536"/>
                  </a:lnTo>
                  <a:lnTo>
                    <a:pt x="4206222" y="2131536"/>
                  </a:lnTo>
                  <a:lnTo>
                    <a:pt x="4206349" y="2131536"/>
                  </a:lnTo>
                  <a:lnTo>
                    <a:pt x="4206475" y="2131536"/>
                  </a:lnTo>
                  <a:lnTo>
                    <a:pt x="4206601" y="2131536"/>
                  </a:lnTo>
                  <a:lnTo>
                    <a:pt x="4206727" y="2131536"/>
                  </a:lnTo>
                  <a:lnTo>
                    <a:pt x="4206854" y="2131536"/>
                  </a:lnTo>
                  <a:lnTo>
                    <a:pt x="4206980" y="2131536"/>
                  </a:lnTo>
                  <a:lnTo>
                    <a:pt x="4207106" y="2131536"/>
                  </a:lnTo>
                  <a:lnTo>
                    <a:pt x="4207232" y="2131536"/>
                  </a:lnTo>
                  <a:lnTo>
                    <a:pt x="4207359" y="2131536"/>
                  </a:lnTo>
                  <a:lnTo>
                    <a:pt x="4207485" y="2131536"/>
                  </a:lnTo>
                  <a:lnTo>
                    <a:pt x="4207611" y="2131536"/>
                  </a:lnTo>
                  <a:lnTo>
                    <a:pt x="4207611" y="2126625"/>
                  </a:lnTo>
                  <a:lnTo>
                    <a:pt x="4207737" y="2126625"/>
                  </a:lnTo>
                  <a:lnTo>
                    <a:pt x="4207864" y="2126625"/>
                  </a:lnTo>
                  <a:lnTo>
                    <a:pt x="4207990" y="2126625"/>
                  </a:lnTo>
                  <a:lnTo>
                    <a:pt x="4208116" y="2126625"/>
                  </a:lnTo>
                  <a:lnTo>
                    <a:pt x="4208242" y="2126625"/>
                  </a:lnTo>
                  <a:lnTo>
                    <a:pt x="4208369" y="2126625"/>
                  </a:lnTo>
                  <a:lnTo>
                    <a:pt x="4208495" y="2126625"/>
                  </a:lnTo>
                  <a:lnTo>
                    <a:pt x="4208621" y="2126625"/>
                  </a:lnTo>
                  <a:lnTo>
                    <a:pt x="4208747" y="2126625"/>
                  </a:lnTo>
                  <a:lnTo>
                    <a:pt x="4208874" y="2126625"/>
                  </a:lnTo>
                  <a:lnTo>
                    <a:pt x="4209000" y="2126625"/>
                  </a:lnTo>
                  <a:lnTo>
                    <a:pt x="4209126" y="2126625"/>
                  </a:lnTo>
                  <a:lnTo>
                    <a:pt x="4209252" y="2126625"/>
                  </a:lnTo>
                  <a:lnTo>
                    <a:pt x="4209379" y="2126625"/>
                  </a:lnTo>
                  <a:lnTo>
                    <a:pt x="4209505" y="2126625"/>
                  </a:lnTo>
                  <a:lnTo>
                    <a:pt x="4209631" y="2126625"/>
                  </a:lnTo>
                  <a:lnTo>
                    <a:pt x="4209757" y="2126625"/>
                  </a:lnTo>
                  <a:lnTo>
                    <a:pt x="4209884" y="2126625"/>
                  </a:lnTo>
                  <a:lnTo>
                    <a:pt x="4210010" y="2126625"/>
                  </a:lnTo>
                  <a:lnTo>
                    <a:pt x="4210136" y="2126625"/>
                  </a:lnTo>
                  <a:lnTo>
                    <a:pt x="4210262" y="2126625"/>
                  </a:lnTo>
                  <a:lnTo>
                    <a:pt x="4210389" y="2126625"/>
                  </a:lnTo>
                  <a:lnTo>
                    <a:pt x="4210515" y="2126625"/>
                  </a:lnTo>
                  <a:lnTo>
                    <a:pt x="4210641" y="2126625"/>
                  </a:lnTo>
                  <a:lnTo>
                    <a:pt x="4210767" y="2126625"/>
                  </a:lnTo>
                  <a:lnTo>
                    <a:pt x="4210894" y="2126625"/>
                  </a:lnTo>
                  <a:lnTo>
                    <a:pt x="4211020" y="2126625"/>
                  </a:lnTo>
                  <a:lnTo>
                    <a:pt x="4211146" y="2126625"/>
                  </a:lnTo>
                  <a:lnTo>
                    <a:pt x="4211272" y="2126625"/>
                  </a:lnTo>
                  <a:lnTo>
                    <a:pt x="4211399" y="2126625"/>
                  </a:lnTo>
                  <a:lnTo>
                    <a:pt x="4211525" y="2126625"/>
                  </a:lnTo>
                  <a:lnTo>
                    <a:pt x="4211651" y="2126625"/>
                  </a:lnTo>
                  <a:lnTo>
                    <a:pt x="4211778" y="2126625"/>
                  </a:lnTo>
                  <a:lnTo>
                    <a:pt x="4211904" y="2126625"/>
                  </a:lnTo>
                  <a:lnTo>
                    <a:pt x="4212030" y="2126625"/>
                  </a:lnTo>
                  <a:lnTo>
                    <a:pt x="4212156" y="2126625"/>
                  </a:lnTo>
                  <a:lnTo>
                    <a:pt x="4212283" y="2126625"/>
                  </a:lnTo>
                  <a:lnTo>
                    <a:pt x="4212409" y="2126625"/>
                  </a:lnTo>
                  <a:lnTo>
                    <a:pt x="4212535" y="2126625"/>
                  </a:lnTo>
                  <a:lnTo>
                    <a:pt x="4212661" y="2126625"/>
                  </a:lnTo>
                  <a:lnTo>
                    <a:pt x="4212788" y="2126625"/>
                  </a:lnTo>
                  <a:lnTo>
                    <a:pt x="4212914" y="2126625"/>
                  </a:lnTo>
                  <a:lnTo>
                    <a:pt x="4213040" y="2126625"/>
                  </a:lnTo>
                  <a:lnTo>
                    <a:pt x="4213166" y="2126625"/>
                  </a:lnTo>
                  <a:lnTo>
                    <a:pt x="4213293" y="2126625"/>
                  </a:lnTo>
                  <a:lnTo>
                    <a:pt x="4213419" y="2126625"/>
                  </a:lnTo>
                  <a:lnTo>
                    <a:pt x="4213545" y="2126625"/>
                  </a:lnTo>
                  <a:lnTo>
                    <a:pt x="4213671" y="2126625"/>
                  </a:lnTo>
                  <a:lnTo>
                    <a:pt x="4213798" y="2126625"/>
                  </a:lnTo>
                  <a:lnTo>
                    <a:pt x="4213924" y="2126625"/>
                  </a:lnTo>
                  <a:lnTo>
                    <a:pt x="4214050" y="2126625"/>
                  </a:lnTo>
                  <a:lnTo>
                    <a:pt x="4214176" y="2126625"/>
                  </a:lnTo>
                  <a:lnTo>
                    <a:pt x="4214303" y="2126625"/>
                  </a:lnTo>
                  <a:lnTo>
                    <a:pt x="4214429" y="2126625"/>
                  </a:lnTo>
                  <a:lnTo>
                    <a:pt x="4214555" y="2126625"/>
                  </a:lnTo>
                  <a:lnTo>
                    <a:pt x="4214681" y="2126625"/>
                  </a:lnTo>
                  <a:lnTo>
                    <a:pt x="4214808" y="2126625"/>
                  </a:lnTo>
                  <a:lnTo>
                    <a:pt x="4214934" y="2126625"/>
                  </a:lnTo>
                  <a:lnTo>
                    <a:pt x="4215060" y="2126625"/>
                  </a:lnTo>
                  <a:lnTo>
                    <a:pt x="4215186" y="2126625"/>
                  </a:lnTo>
                  <a:lnTo>
                    <a:pt x="4215313" y="2126625"/>
                  </a:lnTo>
                  <a:lnTo>
                    <a:pt x="4215439" y="2126625"/>
                  </a:lnTo>
                  <a:lnTo>
                    <a:pt x="4215565" y="2126625"/>
                  </a:lnTo>
                  <a:lnTo>
                    <a:pt x="4215691" y="2126625"/>
                  </a:lnTo>
                  <a:lnTo>
                    <a:pt x="4215818" y="2126625"/>
                  </a:lnTo>
                  <a:lnTo>
                    <a:pt x="4215944" y="2126625"/>
                  </a:lnTo>
                  <a:lnTo>
                    <a:pt x="4216070" y="2126625"/>
                  </a:lnTo>
                  <a:lnTo>
                    <a:pt x="4216196" y="2126625"/>
                  </a:lnTo>
                  <a:lnTo>
                    <a:pt x="4216323" y="2126625"/>
                  </a:lnTo>
                  <a:lnTo>
                    <a:pt x="4216449" y="2126625"/>
                  </a:lnTo>
                  <a:lnTo>
                    <a:pt x="4216449" y="2121713"/>
                  </a:lnTo>
                  <a:lnTo>
                    <a:pt x="4216575" y="2121713"/>
                  </a:lnTo>
                  <a:lnTo>
                    <a:pt x="4216702" y="2121713"/>
                  </a:lnTo>
                  <a:lnTo>
                    <a:pt x="4216828" y="2121713"/>
                  </a:lnTo>
                  <a:lnTo>
                    <a:pt x="4216954" y="2121713"/>
                  </a:lnTo>
                  <a:lnTo>
                    <a:pt x="4217080" y="2121713"/>
                  </a:lnTo>
                  <a:lnTo>
                    <a:pt x="4217207" y="2121713"/>
                  </a:lnTo>
                  <a:lnTo>
                    <a:pt x="4217333" y="2121713"/>
                  </a:lnTo>
                  <a:lnTo>
                    <a:pt x="4217459" y="2121713"/>
                  </a:lnTo>
                  <a:lnTo>
                    <a:pt x="4217585" y="2121713"/>
                  </a:lnTo>
                  <a:lnTo>
                    <a:pt x="4217712" y="2121713"/>
                  </a:lnTo>
                  <a:lnTo>
                    <a:pt x="4217838" y="2121713"/>
                  </a:lnTo>
                  <a:lnTo>
                    <a:pt x="4217964" y="2121713"/>
                  </a:lnTo>
                  <a:lnTo>
                    <a:pt x="4218090" y="2121713"/>
                  </a:lnTo>
                  <a:lnTo>
                    <a:pt x="4218217" y="2121713"/>
                  </a:lnTo>
                  <a:lnTo>
                    <a:pt x="4218343" y="2121713"/>
                  </a:lnTo>
                  <a:lnTo>
                    <a:pt x="4218469" y="2121713"/>
                  </a:lnTo>
                  <a:lnTo>
                    <a:pt x="4218595" y="2121713"/>
                  </a:lnTo>
                  <a:lnTo>
                    <a:pt x="4218722" y="2121713"/>
                  </a:lnTo>
                  <a:lnTo>
                    <a:pt x="4218848" y="2121713"/>
                  </a:lnTo>
                  <a:lnTo>
                    <a:pt x="4218974" y="2121713"/>
                  </a:lnTo>
                  <a:lnTo>
                    <a:pt x="4219100" y="2121713"/>
                  </a:lnTo>
                  <a:lnTo>
                    <a:pt x="4219227" y="2121713"/>
                  </a:lnTo>
                  <a:lnTo>
                    <a:pt x="4219353" y="2121713"/>
                  </a:lnTo>
                  <a:lnTo>
                    <a:pt x="4219479" y="2121713"/>
                  </a:lnTo>
                  <a:lnTo>
                    <a:pt x="4219605" y="2121713"/>
                  </a:lnTo>
                  <a:lnTo>
                    <a:pt x="4219732" y="2121713"/>
                  </a:lnTo>
                  <a:lnTo>
                    <a:pt x="4219858" y="2121713"/>
                  </a:lnTo>
                  <a:lnTo>
                    <a:pt x="4219984" y="2121713"/>
                  </a:lnTo>
                  <a:lnTo>
                    <a:pt x="4220110" y="2121713"/>
                  </a:lnTo>
                  <a:lnTo>
                    <a:pt x="4220237" y="2121713"/>
                  </a:lnTo>
                  <a:lnTo>
                    <a:pt x="4220363" y="2121713"/>
                  </a:lnTo>
                  <a:lnTo>
                    <a:pt x="4220489" y="2121713"/>
                  </a:lnTo>
                  <a:lnTo>
                    <a:pt x="4220615" y="2121713"/>
                  </a:lnTo>
                  <a:lnTo>
                    <a:pt x="4220742" y="2121713"/>
                  </a:lnTo>
                  <a:lnTo>
                    <a:pt x="4220868" y="2121713"/>
                  </a:lnTo>
                  <a:lnTo>
                    <a:pt x="4220994" y="2121713"/>
                  </a:lnTo>
                  <a:lnTo>
                    <a:pt x="4221120" y="2121713"/>
                  </a:lnTo>
                  <a:lnTo>
                    <a:pt x="4221247" y="2121713"/>
                  </a:lnTo>
                  <a:lnTo>
                    <a:pt x="4221373" y="2121713"/>
                  </a:lnTo>
                  <a:lnTo>
                    <a:pt x="4221499" y="2121713"/>
                  </a:lnTo>
                  <a:lnTo>
                    <a:pt x="4221626" y="2121713"/>
                  </a:lnTo>
                  <a:lnTo>
                    <a:pt x="4221752" y="2121713"/>
                  </a:lnTo>
                  <a:lnTo>
                    <a:pt x="4221752" y="2116802"/>
                  </a:lnTo>
                  <a:lnTo>
                    <a:pt x="4221878" y="2116802"/>
                  </a:lnTo>
                  <a:lnTo>
                    <a:pt x="4222004" y="2116802"/>
                  </a:lnTo>
                  <a:lnTo>
                    <a:pt x="4222131" y="2116802"/>
                  </a:lnTo>
                  <a:lnTo>
                    <a:pt x="4222257" y="2116802"/>
                  </a:lnTo>
                  <a:lnTo>
                    <a:pt x="4222383" y="2116802"/>
                  </a:lnTo>
                  <a:lnTo>
                    <a:pt x="4222509" y="2116802"/>
                  </a:lnTo>
                  <a:lnTo>
                    <a:pt x="4222636" y="2116802"/>
                  </a:lnTo>
                  <a:lnTo>
                    <a:pt x="4222762" y="2116802"/>
                  </a:lnTo>
                  <a:lnTo>
                    <a:pt x="4222888" y="2116802"/>
                  </a:lnTo>
                  <a:lnTo>
                    <a:pt x="4223014" y="2116802"/>
                  </a:lnTo>
                  <a:lnTo>
                    <a:pt x="4223141" y="2116802"/>
                  </a:lnTo>
                  <a:lnTo>
                    <a:pt x="4223267" y="2116802"/>
                  </a:lnTo>
                  <a:lnTo>
                    <a:pt x="4223393" y="2116802"/>
                  </a:lnTo>
                  <a:lnTo>
                    <a:pt x="4223519" y="2116802"/>
                  </a:lnTo>
                  <a:lnTo>
                    <a:pt x="4223646" y="2116802"/>
                  </a:lnTo>
                  <a:lnTo>
                    <a:pt x="4223772" y="2116802"/>
                  </a:lnTo>
                  <a:lnTo>
                    <a:pt x="4223898" y="2116802"/>
                  </a:lnTo>
                  <a:lnTo>
                    <a:pt x="4224024" y="2116802"/>
                  </a:lnTo>
                  <a:lnTo>
                    <a:pt x="4224151" y="2116802"/>
                  </a:lnTo>
                  <a:lnTo>
                    <a:pt x="4224277" y="2116802"/>
                  </a:lnTo>
                  <a:lnTo>
                    <a:pt x="4224403" y="2116802"/>
                  </a:lnTo>
                  <a:lnTo>
                    <a:pt x="4224529" y="2116802"/>
                  </a:lnTo>
                  <a:lnTo>
                    <a:pt x="4224656" y="2116802"/>
                  </a:lnTo>
                  <a:lnTo>
                    <a:pt x="4224782" y="2116802"/>
                  </a:lnTo>
                  <a:lnTo>
                    <a:pt x="4224908" y="2116802"/>
                  </a:lnTo>
                  <a:lnTo>
                    <a:pt x="4225034" y="2116802"/>
                  </a:lnTo>
                  <a:lnTo>
                    <a:pt x="4225161" y="2116802"/>
                  </a:lnTo>
                  <a:lnTo>
                    <a:pt x="4225287" y="2116802"/>
                  </a:lnTo>
                  <a:lnTo>
                    <a:pt x="4225413" y="2116802"/>
                  </a:lnTo>
                  <a:lnTo>
                    <a:pt x="4225539" y="2116802"/>
                  </a:lnTo>
                  <a:lnTo>
                    <a:pt x="4225666" y="2116802"/>
                  </a:lnTo>
                  <a:lnTo>
                    <a:pt x="4225792" y="2116802"/>
                  </a:lnTo>
                  <a:lnTo>
                    <a:pt x="4225918" y="2116802"/>
                  </a:lnTo>
                  <a:lnTo>
                    <a:pt x="4226044" y="2116802"/>
                  </a:lnTo>
                  <a:lnTo>
                    <a:pt x="4226171" y="2116802"/>
                  </a:lnTo>
                  <a:lnTo>
                    <a:pt x="4226297" y="2116802"/>
                  </a:lnTo>
                  <a:lnTo>
                    <a:pt x="4226423" y="2116802"/>
                  </a:lnTo>
                  <a:lnTo>
                    <a:pt x="4226549" y="2116802"/>
                  </a:lnTo>
                  <a:lnTo>
                    <a:pt x="4226676" y="2116802"/>
                  </a:lnTo>
                  <a:lnTo>
                    <a:pt x="4226802" y="2116802"/>
                  </a:lnTo>
                  <a:lnTo>
                    <a:pt x="4226928" y="2116802"/>
                  </a:lnTo>
                  <a:lnTo>
                    <a:pt x="4227055" y="2116802"/>
                  </a:lnTo>
                  <a:lnTo>
                    <a:pt x="4227181" y="2116802"/>
                  </a:lnTo>
                  <a:lnTo>
                    <a:pt x="4227307" y="2116802"/>
                  </a:lnTo>
                  <a:lnTo>
                    <a:pt x="4227433" y="2116802"/>
                  </a:lnTo>
                  <a:lnTo>
                    <a:pt x="4227560" y="2116802"/>
                  </a:lnTo>
                  <a:lnTo>
                    <a:pt x="4227686" y="2116802"/>
                  </a:lnTo>
                  <a:lnTo>
                    <a:pt x="4227812" y="2116802"/>
                  </a:lnTo>
                  <a:lnTo>
                    <a:pt x="4227938" y="2116802"/>
                  </a:lnTo>
                  <a:lnTo>
                    <a:pt x="4228065" y="2116802"/>
                  </a:lnTo>
                  <a:lnTo>
                    <a:pt x="4228191" y="2116802"/>
                  </a:lnTo>
                  <a:lnTo>
                    <a:pt x="4228317" y="2116802"/>
                  </a:lnTo>
                  <a:lnTo>
                    <a:pt x="4228443" y="2116802"/>
                  </a:lnTo>
                  <a:lnTo>
                    <a:pt x="4228570" y="2116802"/>
                  </a:lnTo>
                  <a:lnTo>
                    <a:pt x="4228696" y="2116802"/>
                  </a:lnTo>
                  <a:lnTo>
                    <a:pt x="4228822" y="2116802"/>
                  </a:lnTo>
                  <a:lnTo>
                    <a:pt x="4228948" y="2116802"/>
                  </a:lnTo>
                  <a:lnTo>
                    <a:pt x="4229075" y="2116802"/>
                  </a:lnTo>
                  <a:lnTo>
                    <a:pt x="4229201" y="2116802"/>
                  </a:lnTo>
                  <a:lnTo>
                    <a:pt x="4229327" y="2116802"/>
                  </a:lnTo>
                  <a:lnTo>
                    <a:pt x="4229453" y="2116802"/>
                  </a:lnTo>
                  <a:lnTo>
                    <a:pt x="4229580" y="2116802"/>
                  </a:lnTo>
                  <a:lnTo>
                    <a:pt x="4229706" y="2116802"/>
                  </a:lnTo>
                  <a:lnTo>
                    <a:pt x="4229832" y="2116802"/>
                  </a:lnTo>
                  <a:lnTo>
                    <a:pt x="4229958" y="2116802"/>
                  </a:lnTo>
                  <a:lnTo>
                    <a:pt x="4230085" y="2116802"/>
                  </a:lnTo>
                  <a:lnTo>
                    <a:pt x="4230211" y="2116802"/>
                  </a:lnTo>
                  <a:lnTo>
                    <a:pt x="4230337" y="2116802"/>
                  </a:lnTo>
                  <a:lnTo>
                    <a:pt x="4230463" y="2116802"/>
                  </a:lnTo>
                  <a:lnTo>
                    <a:pt x="4230590" y="2116802"/>
                  </a:lnTo>
                  <a:lnTo>
                    <a:pt x="4230716" y="2116802"/>
                  </a:lnTo>
                  <a:lnTo>
                    <a:pt x="4230842" y="2116802"/>
                  </a:lnTo>
                  <a:lnTo>
                    <a:pt x="4230968" y="2116802"/>
                  </a:lnTo>
                  <a:lnTo>
                    <a:pt x="4230968" y="2111891"/>
                  </a:lnTo>
                  <a:lnTo>
                    <a:pt x="4231095" y="2111891"/>
                  </a:lnTo>
                  <a:lnTo>
                    <a:pt x="4231221" y="2111891"/>
                  </a:lnTo>
                  <a:lnTo>
                    <a:pt x="4231347" y="2111891"/>
                  </a:lnTo>
                  <a:lnTo>
                    <a:pt x="4231473" y="2111891"/>
                  </a:lnTo>
                  <a:lnTo>
                    <a:pt x="4231600" y="2111891"/>
                  </a:lnTo>
                  <a:lnTo>
                    <a:pt x="4231726" y="2111891"/>
                  </a:lnTo>
                  <a:lnTo>
                    <a:pt x="4231852" y="2111891"/>
                  </a:lnTo>
                  <a:lnTo>
                    <a:pt x="4231979" y="2111891"/>
                  </a:lnTo>
                  <a:lnTo>
                    <a:pt x="4232105" y="2111891"/>
                  </a:lnTo>
                  <a:lnTo>
                    <a:pt x="4232231" y="2111891"/>
                  </a:lnTo>
                  <a:lnTo>
                    <a:pt x="4232357" y="2111891"/>
                  </a:lnTo>
                  <a:lnTo>
                    <a:pt x="4232484" y="2111891"/>
                  </a:lnTo>
                  <a:lnTo>
                    <a:pt x="4232610" y="2111891"/>
                  </a:lnTo>
                  <a:lnTo>
                    <a:pt x="4232736" y="2111891"/>
                  </a:lnTo>
                  <a:lnTo>
                    <a:pt x="4232862" y="2111891"/>
                  </a:lnTo>
                  <a:lnTo>
                    <a:pt x="4232989" y="2111891"/>
                  </a:lnTo>
                  <a:lnTo>
                    <a:pt x="4233115" y="2111891"/>
                  </a:lnTo>
                  <a:lnTo>
                    <a:pt x="4233241" y="2111891"/>
                  </a:lnTo>
                  <a:lnTo>
                    <a:pt x="4233367" y="2111891"/>
                  </a:lnTo>
                  <a:lnTo>
                    <a:pt x="4233494" y="2111891"/>
                  </a:lnTo>
                  <a:lnTo>
                    <a:pt x="4233620" y="2111891"/>
                  </a:lnTo>
                  <a:lnTo>
                    <a:pt x="4233746" y="2111891"/>
                  </a:lnTo>
                  <a:lnTo>
                    <a:pt x="4233872" y="2111891"/>
                  </a:lnTo>
                  <a:lnTo>
                    <a:pt x="4233999" y="2111891"/>
                  </a:lnTo>
                  <a:lnTo>
                    <a:pt x="4234125" y="2111891"/>
                  </a:lnTo>
                  <a:lnTo>
                    <a:pt x="4234251" y="2111891"/>
                  </a:lnTo>
                  <a:lnTo>
                    <a:pt x="4234377" y="2111891"/>
                  </a:lnTo>
                  <a:lnTo>
                    <a:pt x="4234504" y="2111891"/>
                  </a:lnTo>
                  <a:lnTo>
                    <a:pt x="4234630" y="2111891"/>
                  </a:lnTo>
                  <a:lnTo>
                    <a:pt x="4234756" y="2111891"/>
                  </a:lnTo>
                  <a:lnTo>
                    <a:pt x="4234882" y="2111891"/>
                  </a:lnTo>
                  <a:lnTo>
                    <a:pt x="4235009" y="2111891"/>
                  </a:lnTo>
                  <a:lnTo>
                    <a:pt x="4235135" y="2111891"/>
                  </a:lnTo>
                  <a:lnTo>
                    <a:pt x="4235261" y="2111891"/>
                  </a:lnTo>
                  <a:lnTo>
                    <a:pt x="4235387" y="2111891"/>
                  </a:lnTo>
                  <a:lnTo>
                    <a:pt x="4235514" y="2111891"/>
                  </a:lnTo>
                  <a:lnTo>
                    <a:pt x="4235640" y="2111891"/>
                  </a:lnTo>
                  <a:lnTo>
                    <a:pt x="4235766" y="2111891"/>
                  </a:lnTo>
                  <a:lnTo>
                    <a:pt x="4235892" y="2111891"/>
                  </a:lnTo>
                  <a:lnTo>
                    <a:pt x="4236019" y="2111891"/>
                  </a:lnTo>
                  <a:lnTo>
                    <a:pt x="4236145" y="2111891"/>
                  </a:lnTo>
                  <a:lnTo>
                    <a:pt x="4236271" y="2111891"/>
                  </a:lnTo>
                  <a:lnTo>
                    <a:pt x="4236397" y="2111891"/>
                  </a:lnTo>
                  <a:lnTo>
                    <a:pt x="4236524" y="2111891"/>
                  </a:lnTo>
                  <a:lnTo>
                    <a:pt x="4236650" y="2111891"/>
                  </a:lnTo>
                  <a:lnTo>
                    <a:pt x="4236776" y="2111891"/>
                  </a:lnTo>
                  <a:lnTo>
                    <a:pt x="4236902" y="2111891"/>
                  </a:lnTo>
                  <a:lnTo>
                    <a:pt x="4237029" y="2111891"/>
                  </a:lnTo>
                  <a:lnTo>
                    <a:pt x="4237155" y="2111891"/>
                  </a:lnTo>
                  <a:lnTo>
                    <a:pt x="4237281" y="2111891"/>
                  </a:lnTo>
                  <a:lnTo>
                    <a:pt x="4237408" y="2111891"/>
                  </a:lnTo>
                  <a:lnTo>
                    <a:pt x="4237534" y="2111891"/>
                  </a:lnTo>
                  <a:lnTo>
                    <a:pt x="4237660" y="2111891"/>
                  </a:lnTo>
                  <a:lnTo>
                    <a:pt x="4237786" y="2111891"/>
                  </a:lnTo>
                  <a:lnTo>
                    <a:pt x="4237913" y="2111891"/>
                  </a:lnTo>
                  <a:lnTo>
                    <a:pt x="4238039" y="2111891"/>
                  </a:lnTo>
                  <a:lnTo>
                    <a:pt x="4238165" y="2111891"/>
                  </a:lnTo>
                  <a:lnTo>
                    <a:pt x="4238291" y="2111891"/>
                  </a:lnTo>
                  <a:lnTo>
                    <a:pt x="4238418" y="2111891"/>
                  </a:lnTo>
                  <a:lnTo>
                    <a:pt x="4238544" y="2111891"/>
                  </a:lnTo>
                  <a:lnTo>
                    <a:pt x="4238670" y="2111891"/>
                  </a:lnTo>
                  <a:lnTo>
                    <a:pt x="4238796" y="2111891"/>
                  </a:lnTo>
                  <a:lnTo>
                    <a:pt x="4238923" y="2111891"/>
                  </a:lnTo>
                  <a:lnTo>
                    <a:pt x="4239049" y="2111891"/>
                  </a:lnTo>
                  <a:lnTo>
                    <a:pt x="4239175" y="2111891"/>
                  </a:lnTo>
                  <a:lnTo>
                    <a:pt x="4239301" y="2111891"/>
                  </a:lnTo>
                  <a:lnTo>
                    <a:pt x="4239301" y="2106979"/>
                  </a:lnTo>
                  <a:lnTo>
                    <a:pt x="4239428" y="2106979"/>
                  </a:lnTo>
                  <a:lnTo>
                    <a:pt x="4239554" y="2106979"/>
                  </a:lnTo>
                  <a:lnTo>
                    <a:pt x="4239680" y="2106979"/>
                  </a:lnTo>
                  <a:lnTo>
                    <a:pt x="4239806" y="2106979"/>
                  </a:lnTo>
                  <a:lnTo>
                    <a:pt x="4239933" y="2106979"/>
                  </a:lnTo>
                  <a:lnTo>
                    <a:pt x="4240059" y="2106979"/>
                  </a:lnTo>
                  <a:lnTo>
                    <a:pt x="4240185" y="2106979"/>
                  </a:lnTo>
                  <a:lnTo>
                    <a:pt x="4240311" y="2106979"/>
                  </a:lnTo>
                  <a:lnTo>
                    <a:pt x="4240438" y="2106979"/>
                  </a:lnTo>
                  <a:lnTo>
                    <a:pt x="4240564" y="2106979"/>
                  </a:lnTo>
                  <a:lnTo>
                    <a:pt x="4240690" y="2106979"/>
                  </a:lnTo>
                  <a:lnTo>
                    <a:pt x="4240816" y="2106979"/>
                  </a:lnTo>
                  <a:lnTo>
                    <a:pt x="4240943" y="2106979"/>
                  </a:lnTo>
                  <a:lnTo>
                    <a:pt x="4241069" y="2106979"/>
                  </a:lnTo>
                  <a:lnTo>
                    <a:pt x="4241195" y="2106979"/>
                  </a:lnTo>
                  <a:lnTo>
                    <a:pt x="4241321" y="2106979"/>
                  </a:lnTo>
                  <a:lnTo>
                    <a:pt x="4241448" y="2106979"/>
                  </a:lnTo>
                  <a:lnTo>
                    <a:pt x="4241574" y="2106979"/>
                  </a:lnTo>
                  <a:lnTo>
                    <a:pt x="4241700" y="2106979"/>
                  </a:lnTo>
                  <a:lnTo>
                    <a:pt x="4241826" y="2106979"/>
                  </a:lnTo>
                  <a:lnTo>
                    <a:pt x="4241953" y="2106979"/>
                  </a:lnTo>
                  <a:lnTo>
                    <a:pt x="4242079" y="2106979"/>
                  </a:lnTo>
                  <a:lnTo>
                    <a:pt x="4242205" y="2106979"/>
                  </a:lnTo>
                  <a:lnTo>
                    <a:pt x="4242332" y="2106979"/>
                  </a:lnTo>
                  <a:lnTo>
                    <a:pt x="4242458" y="2106979"/>
                  </a:lnTo>
                  <a:lnTo>
                    <a:pt x="4242584" y="2106979"/>
                  </a:lnTo>
                  <a:lnTo>
                    <a:pt x="4242584" y="2102068"/>
                  </a:lnTo>
                  <a:lnTo>
                    <a:pt x="4242710" y="2102068"/>
                  </a:lnTo>
                  <a:lnTo>
                    <a:pt x="4242837" y="2102068"/>
                  </a:lnTo>
                  <a:lnTo>
                    <a:pt x="4242963" y="2102068"/>
                  </a:lnTo>
                  <a:lnTo>
                    <a:pt x="4243089" y="2102068"/>
                  </a:lnTo>
                  <a:lnTo>
                    <a:pt x="4243215" y="2102068"/>
                  </a:lnTo>
                  <a:lnTo>
                    <a:pt x="4243342" y="2102068"/>
                  </a:lnTo>
                  <a:lnTo>
                    <a:pt x="4243468" y="2102068"/>
                  </a:lnTo>
                  <a:lnTo>
                    <a:pt x="4243594" y="2102068"/>
                  </a:lnTo>
                  <a:lnTo>
                    <a:pt x="4243720" y="2102068"/>
                  </a:lnTo>
                  <a:lnTo>
                    <a:pt x="4243847" y="2102068"/>
                  </a:lnTo>
                  <a:lnTo>
                    <a:pt x="4243973" y="2102068"/>
                  </a:lnTo>
                  <a:lnTo>
                    <a:pt x="4244099" y="2102068"/>
                  </a:lnTo>
                  <a:lnTo>
                    <a:pt x="4244225" y="2102068"/>
                  </a:lnTo>
                  <a:lnTo>
                    <a:pt x="4244352" y="2102068"/>
                  </a:lnTo>
                  <a:lnTo>
                    <a:pt x="4244478" y="2102068"/>
                  </a:lnTo>
                  <a:lnTo>
                    <a:pt x="4244604" y="2102068"/>
                  </a:lnTo>
                  <a:lnTo>
                    <a:pt x="4244730" y="2102068"/>
                  </a:lnTo>
                  <a:lnTo>
                    <a:pt x="4244857" y="2102068"/>
                  </a:lnTo>
                  <a:lnTo>
                    <a:pt x="4244983" y="2102068"/>
                  </a:lnTo>
                  <a:lnTo>
                    <a:pt x="4245109" y="2102068"/>
                  </a:lnTo>
                  <a:lnTo>
                    <a:pt x="4245235" y="2102068"/>
                  </a:lnTo>
                  <a:lnTo>
                    <a:pt x="4245362" y="2102068"/>
                  </a:lnTo>
                  <a:lnTo>
                    <a:pt x="4245488" y="2102068"/>
                  </a:lnTo>
                  <a:lnTo>
                    <a:pt x="4245614" y="2102068"/>
                  </a:lnTo>
                  <a:lnTo>
                    <a:pt x="4245740" y="2102068"/>
                  </a:lnTo>
                  <a:lnTo>
                    <a:pt x="4245867" y="2102068"/>
                  </a:lnTo>
                  <a:lnTo>
                    <a:pt x="4245993" y="2102068"/>
                  </a:lnTo>
                  <a:lnTo>
                    <a:pt x="4246119" y="2102068"/>
                  </a:lnTo>
                  <a:lnTo>
                    <a:pt x="4246245" y="2102068"/>
                  </a:lnTo>
                  <a:lnTo>
                    <a:pt x="4246372" y="2102068"/>
                  </a:lnTo>
                  <a:lnTo>
                    <a:pt x="4246498" y="2102068"/>
                  </a:lnTo>
                  <a:lnTo>
                    <a:pt x="4246624" y="2102068"/>
                  </a:lnTo>
                  <a:lnTo>
                    <a:pt x="4246750" y="2102068"/>
                  </a:lnTo>
                  <a:lnTo>
                    <a:pt x="4246877" y="2102068"/>
                  </a:lnTo>
                  <a:lnTo>
                    <a:pt x="4247003" y="2102068"/>
                  </a:lnTo>
                  <a:lnTo>
                    <a:pt x="4247129" y="2102068"/>
                  </a:lnTo>
                  <a:lnTo>
                    <a:pt x="4247255" y="2102068"/>
                  </a:lnTo>
                  <a:lnTo>
                    <a:pt x="4247382" y="2102068"/>
                  </a:lnTo>
                  <a:lnTo>
                    <a:pt x="4247382" y="2097157"/>
                  </a:lnTo>
                  <a:lnTo>
                    <a:pt x="4247508" y="2097157"/>
                  </a:lnTo>
                  <a:lnTo>
                    <a:pt x="4247634" y="2097157"/>
                  </a:lnTo>
                  <a:lnTo>
                    <a:pt x="4247761" y="2097157"/>
                  </a:lnTo>
                  <a:lnTo>
                    <a:pt x="4247887" y="2097157"/>
                  </a:lnTo>
                  <a:lnTo>
                    <a:pt x="4248013" y="2097157"/>
                  </a:lnTo>
                  <a:lnTo>
                    <a:pt x="4248139" y="2097157"/>
                  </a:lnTo>
                  <a:lnTo>
                    <a:pt x="4248266" y="2097157"/>
                  </a:lnTo>
                  <a:lnTo>
                    <a:pt x="4248392" y="2097157"/>
                  </a:lnTo>
                  <a:lnTo>
                    <a:pt x="4248518" y="2097157"/>
                  </a:lnTo>
                  <a:lnTo>
                    <a:pt x="4248644" y="2097157"/>
                  </a:lnTo>
                  <a:lnTo>
                    <a:pt x="4248771" y="2097157"/>
                  </a:lnTo>
                  <a:lnTo>
                    <a:pt x="4248897" y="2097157"/>
                  </a:lnTo>
                  <a:lnTo>
                    <a:pt x="4249023" y="2097157"/>
                  </a:lnTo>
                  <a:lnTo>
                    <a:pt x="4249149" y="2097157"/>
                  </a:lnTo>
                  <a:lnTo>
                    <a:pt x="4249276" y="2097157"/>
                  </a:lnTo>
                  <a:lnTo>
                    <a:pt x="4249402" y="2097157"/>
                  </a:lnTo>
                  <a:lnTo>
                    <a:pt x="4249528" y="2097157"/>
                  </a:lnTo>
                  <a:lnTo>
                    <a:pt x="4249654" y="2097157"/>
                  </a:lnTo>
                  <a:lnTo>
                    <a:pt x="4249781" y="2097157"/>
                  </a:lnTo>
                  <a:lnTo>
                    <a:pt x="4249907" y="2097157"/>
                  </a:lnTo>
                  <a:lnTo>
                    <a:pt x="4250033" y="2097157"/>
                  </a:lnTo>
                  <a:lnTo>
                    <a:pt x="4250159" y="2097157"/>
                  </a:lnTo>
                  <a:lnTo>
                    <a:pt x="4250286" y="2097157"/>
                  </a:lnTo>
                  <a:lnTo>
                    <a:pt x="4250412" y="2097157"/>
                  </a:lnTo>
                  <a:lnTo>
                    <a:pt x="4250538" y="2097157"/>
                  </a:lnTo>
                  <a:lnTo>
                    <a:pt x="4250664" y="2097157"/>
                  </a:lnTo>
                  <a:lnTo>
                    <a:pt x="4250791" y="2097157"/>
                  </a:lnTo>
                  <a:lnTo>
                    <a:pt x="4250917" y="2097157"/>
                  </a:lnTo>
                  <a:lnTo>
                    <a:pt x="4251043" y="2097157"/>
                  </a:lnTo>
                  <a:lnTo>
                    <a:pt x="4251169" y="2097157"/>
                  </a:lnTo>
                  <a:lnTo>
                    <a:pt x="4251296" y="2097157"/>
                  </a:lnTo>
                  <a:lnTo>
                    <a:pt x="4251422" y="2097157"/>
                  </a:lnTo>
                  <a:lnTo>
                    <a:pt x="4251548" y="2097157"/>
                  </a:lnTo>
                  <a:lnTo>
                    <a:pt x="4251674" y="2097157"/>
                  </a:lnTo>
                  <a:lnTo>
                    <a:pt x="4251801" y="2097157"/>
                  </a:lnTo>
                  <a:lnTo>
                    <a:pt x="4251927" y="2097157"/>
                  </a:lnTo>
                  <a:lnTo>
                    <a:pt x="4252053" y="2097157"/>
                  </a:lnTo>
                  <a:lnTo>
                    <a:pt x="4252179" y="2097157"/>
                  </a:lnTo>
                  <a:lnTo>
                    <a:pt x="4252306" y="2097157"/>
                  </a:lnTo>
                  <a:lnTo>
                    <a:pt x="4252432" y="2097157"/>
                  </a:lnTo>
                  <a:lnTo>
                    <a:pt x="4252558" y="2097157"/>
                  </a:lnTo>
                  <a:lnTo>
                    <a:pt x="4252685" y="2097157"/>
                  </a:lnTo>
                  <a:lnTo>
                    <a:pt x="4252811" y="2097157"/>
                  </a:lnTo>
                  <a:lnTo>
                    <a:pt x="4252937" y="2097157"/>
                  </a:lnTo>
                  <a:lnTo>
                    <a:pt x="4253063" y="2097157"/>
                  </a:lnTo>
                  <a:lnTo>
                    <a:pt x="4253190" y="2097157"/>
                  </a:lnTo>
                  <a:lnTo>
                    <a:pt x="4253316" y="2097157"/>
                  </a:lnTo>
                  <a:lnTo>
                    <a:pt x="4253442" y="2097157"/>
                  </a:lnTo>
                  <a:lnTo>
                    <a:pt x="4253568" y="2097157"/>
                  </a:lnTo>
                  <a:lnTo>
                    <a:pt x="4253695" y="2097157"/>
                  </a:lnTo>
                  <a:lnTo>
                    <a:pt x="4253695" y="2092245"/>
                  </a:lnTo>
                  <a:lnTo>
                    <a:pt x="4253821" y="2092245"/>
                  </a:lnTo>
                  <a:lnTo>
                    <a:pt x="4253947" y="2092245"/>
                  </a:lnTo>
                  <a:lnTo>
                    <a:pt x="4254073" y="2092245"/>
                  </a:lnTo>
                  <a:lnTo>
                    <a:pt x="4254200" y="2092245"/>
                  </a:lnTo>
                  <a:lnTo>
                    <a:pt x="4254326" y="2092245"/>
                  </a:lnTo>
                  <a:lnTo>
                    <a:pt x="4254452" y="2092245"/>
                  </a:lnTo>
                  <a:lnTo>
                    <a:pt x="4254578" y="2092245"/>
                  </a:lnTo>
                  <a:lnTo>
                    <a:pt x="4254705" y="2092245"/>
                  </a:lnTo>
                  <a:lnTo>
                    <a:pt x="4254831" y="2092245"/>
                  </a:lnTo>
                  <a:lnTo>
                    <a:pt x="4254957" y="2092245"/>
                  </a:lnTo>
                  <a:lnTo>
                    <a:pt x="4255083" y="2092245"/>
                  </a:lnTo>
                  <a:lnTo>
                    <a:pt x="4255210" y="2092245"/>
                  </a:lnTo>
                  <a:lnTo>
                    <a:pt x="4255336" y="2092245"/>
                  </a:lnTo>
                  <a:lnTo>
                    <a:pt x="4255462" y="2092245"/>
                  </a:lnTo>
                  <a:lnTo>
                    <a:pt x="4255588" y="2092245"/>
                  </a:lnTo>
                  <a:lnTo>
                    <a:pt x="4255715" y="2092245"/>
                  </a:lnTo>
                  <a:lnTo>
                    <a:pt x="4255841" y="2092245"/>
                  </a:lnTo>
                  <a:lnTo>
                    <a:pt x="4255967" y="2092245"/>
                  </a:lnTo>
                  <a:lnTo>
                    <a:pt x="4256093" y="2092245"/>
                  </a:lnTo>
                  <a:lnTo>
                    <a:pt x="4256220" y="2092245"/>
                  </a:lnTo>
                  <a:lnTo>
                    <a:pt x="4256346" y="2092245"/>
                  </a:lnTo>
                  <a:lnTo>
                    <a:pt x="4256472" y="2092245"/>
                  </a:lnTo>
                  <a:lnTo>
                    <a:pt x="4256598" y="2092245"/>
                  </a:lnTo>
                  <a:lnTo>
                    <a:pt x="4256725" y="2092245"/>
                  </a:lnTo>
                  <a:lnTo>
                    <a:pt x="4256851" y="2092245"/>
                  </a:lnTo>
                  <a:lnTo>
                    <a:pt x="4256977" y="2092245"/>
                  </a:lnTo>
                  <a:lnTo>
                    <a:pt x="4257103" y="2092245"/>
                  </a:lnTo>
                  <a:lnTo>
                    <a:pt x="4257230" y="2092245"/>
                  </a:lnTo>
                  <a:lnTo>
                    <a:pt x="4257356" y="2092245"/>
                  </a:lnTo>
                  <a:lnTo>
                    <a:pt x="4257482" y="2092245"/>
                  </a:lnTo>
                  <a:lnTo>
                    <a:pt x="4257608" y="2092245"/>
                  </a:lnTo>
                  <a:lnTo>
                    <a:pt x="4257735" y="2092245"/>
                  </a:lnTo>
                  <a:lnTo>
                    <a:pt x="4257861" y="2092245"/>
                  </a:lnTo>
                  <a:lnTo>
                    <a:pt x="4257987" y="2092245"/>
                  </a:lnTo>
                  <a:lnTo>
                    <a:pt x="4258114" y="2092245"/>
                  </a:lnTo>
                  <a:lnTo>
                    <a:pt x="4258240" y="2092245"/>
                  </a:lnTo>
                  <a:lnTo>
                    <a:pt x="4258366" y="2092245"/>
                  </a:lnTo>
                  <a:lnTo>
                    <a:pt x="4258492" y="2092245"/>
                  </a:lnTo>
                  <a:lnTo>
                    <a:pt x="4258619" y="2092245"/>
                  </a:lnTo>
                  <a:lnTo>
                    <a:pt x="4258745" y="2092245"/>
                  </a:lnTo>
                  <a:lnTo>
                    <a:pt x="4258871" y="2092245"/>
                  </a:lnTo>
                  <a:lnTo>
                    <a:pt x="4258997" y="2092245"/>
                  </a:lnTo>
                  <a:lnTo>
                    <a:pt x="4259124" y="2092245"/>
                  </a:lnTo>
                  <a:lnTo>
                    <a:pt x="4259250" y="2092245"/>
                  </a:lnTo>
                  <a:lnTo>
                    <a:pt x="4259376" y="2092245"/>
                  </a:lnTo>
                  <a:lnTo>
                    <a:pt x="4259502" y="2092245"/>
                  </a:lnTo>
                  <a:lnTo>
                    <a:pt x="4259629" y="2092245"/>
                  </a:lnTo>
                  <a:lnTo>
                    <a:pt x="4259755" y="2092245"/>
                  </a:lnTo>
                  <a:lnTo>
                    <a:pt x="4259881" y="2092245"/>
                  </a:lnTo>
                  <a:lnTo>
                    <a:pt x="4260007" y="2092245"/>
                  </a:lnTo>
                  <a:lnTo>
                    <a:pt x="4260134" y="2092245"/>
                  </a:lnTo>
                  <a:lnTo>
                    <a:pt x="4260260" y="2092245"/>
                  </a:lnTo>
                  <a:lnTo>
                    <a:pt x="4260386" y="2092245"/>
                  </a:lnTo>
                  <a:lnTo>
                    <a:pt x="4260512" y="2092245"/>
                  </a:lnTo>
                  <a:lnTo>
                    <a:pt x="4260639" y="2092245"/>
                  </a:lnTo>
                  <a:lnTo>
                    <a:pt x="4260765" y="2092245"/>
                  </a:lnTo>
                  <a:lnTo>
                    <a:pt x="4260891" y="2092245"/>
                  </a:lnTo>
                  <a:lnTo>
                    <a:pt x="4260891" y="2087334"/>
                  </a:lnTo>
                  <a:lnTo>
                    <a:pt x="4261017" y="2087334"/>
                  </a:lnTo>
                  <a:lnTo>
                    <a:pt x="4261144" y="2087334"/>
                  </a:lnTo>
                  <a:lnTo>
                    <a:pt x="4261270" y="2087334"/>
                  </a:lnTo>
                  <a:lnTo>
                    <a:pt x="4261396" y="2087334"/>
                  </a:lnTo>
                  <a:lnTo>
                    <a:pt x="4261522" y="2087334"/>
                  </a:lnTo>
                  <a:lnTo>
                    <a:pt x="4261649" y="2087334"/>
                  </a:lnTo>
                  <a:lnTo>
                    <a:pt x="4261775" y="2087334"/>
                  </a:lnTo>
                  <a:lnTo>
                    <a:pt x="4261901" y="2087334"/>
                  </a:lnTo>
                  <a:lnTo>
                    <a:pt x="4262027" y="2087334"/>
                  </a:lnTo>
                  <a:lnTo>
                    <a:pt x="4262154" y="2087334"/>
                  </a:lnTo>
                  <a:lnTo>
                    <a:pt x="4262280" y="2087334"/>
                  </a:lnTo>
                  <a:lnTo>
                    <a:pt x="4262406" y="2087334"/>
                  </a:lnTo>
                  <a:lnTo>
                    <a:pt x="4262532" y="2087334"/>
                  </a:lnTo>
                  <a:lnTo>
                    <a:pt x="4262659" y="2087334"/>
                  </a:lnTo>
                  <a:lnTo>
                    <a:pt x="4262785" y="2087334"/>
                  </a:lnTo>
                  <a:lnTo>
                    <a:pt x="4262911" y="2087334"/>
                  </a:lnTo>
                  <a:lnTo>
                    <a:pt x="4263038" y="2087334"/>
                  </a:lnTo>
                  <a:lnTo>
                    <a:pt x="4263164" y="2087334"/>
                  </a:lnTo>
                  <a:lnTo>
                    <a:pt x="4263290" y="2087334"/>
                  </a:lnTo>
                  <a:lnTo>
                    <a:pt x="4263416" y="2087334"/>
                  </a:lnTo>
                  <a:lnTo>
                    <a:pt x="4263543" y="2087334"/>
                  </a:lnTo>
                  <a:lnTo>
                    <a:pt x="4263669" y="2087334"/>
                  </a:lnTo>
                  <a:lnTo>
                    <a:pt x="4263795" y="2087334"/>
                  </a:lnTo>
                  <a:lnTo>
                    <a:pt x="4263921" y="2087334"/>
                  </a:lnTo>
                  <a:lnTo>
                    <a:pt x="4263921" y="2082422"/>
                  </a:lnTo>
                  <a:lnTo>
                    <a:pt x="4264048" y="2082422"/>
                  </a:lnTo>
                  <a:lnTo>
                    <a:pt x="4264174" y="2082422"/>
                  </a:lnTo>
                  <a:lnTo>
                    <a:pt x="4264300" y="2082422"/>
                  </a:lnTo>
                  <a:lnTo>
                    <a:pt x="4264426" y="2082422"/>
                  </a:lnTo>
                  <a:lnTo>
                    <a:pt x="4264553" y="2082422"/>
                  </a:lnTo>
                  <a:lnTo>
                    <a:pt x="4264679" y="2082422"/>
                  </a:lnTo>
                  <a:lnTo>
                    <a:pt x="4264805" y="2082422"/>
                  </a:lnTo>
                  <a:lnTo>
                    <a:pt x="4264931" y="2082422"/>
                  </a:lnTo>
                  <a:lnTo>
                    <a:pt x="4265058" y="2082422"/>
                  </a:lnTo>
                  <a:lnTo>
                    <a:pt x="4265184" y="2082422"/>
                  </a:lnTo>
                  <a:lnTo>
                    <a:pt x="4265310" y="2082422"/>
                  </a:lnTo>
                  <a:lnTo>
                    <a:pt x="4265436" y="2082422"/>
                  </a:lnTo>
                  <a:lnTo>
                    <a:pt x="4265563" y="2082422"/>
                  </a:lnTo>
                  <a:lnTo>
                    <a:pt x="4265689" y="2082422"/>
                  </a:lnTo>
                  <a:lnTo>
                    <a:pt x="4265815" y="2082422"/>
                  </a:lnTo>
                  <a:lnTo>
                    <a:pt x="4265941" y="2082422"/>
                  </a:lnTo>
                  <a:lnTo>
                    <a:pt x="4266068" y="2082422"/>
                  </a:lnTo>
                  <a:lnTo>
                    <a:pt x="4266194" y="2082422"/>
                  </a:lnTo>
                  <a:lnTo>
                    <a:pt x="4266320" y="2082422"/>
                  </a:lnTo>
                  <a:lnTo>
                    <a:pt x="4266446" y="2082422"/>
                  </a:lnTo>
                  <a:lnTo>
                    <a:pt x="4266573" y="2082422"/>
                  </a:lnTo>
                  <a:lnTo>
                    <a:pt x="4266699" y="2082422"/>
                  </a:lnTo>
                  <a:lnTo>
                    <a:pt x="4266825" y="2082422"/>
                  </a:lnTo>
                  <a:lnTo>
                    <a:pt x="4266951" y="2082422"/>
                  </a:lnTo>
                  <a:lnTo>
                    <a:pt x="4267078" y="2082422"/>
                  </a:lnTo>
                  <a:lnTo>
                    <a:pt x="4267204" y="2082422"/>
                  </a:lnTo>
                  <a:lnTo>
                    <a:pt x="4267330" y="2082422"/>
                  </a:lnTo>
                  <a:lnTo>
                    <a:pt x="4267456" y="2082422"/>
                  </a:lnTo>
                  <a:lnTo>
                    <a:pt x="4267583" y="2082422"/>
                  </a:lnTo>
                  <a:lnTo>
                    <a:pt x="4267709" y="2082422"/>
                  </a:lnTo>
                  <a:lnTo>
                    <a:pt x="4267835" y="2082422"/>
                  </a:lnTo>
                  <a:lnTo>
                    <a:pt x="4267961" y="2082422"/>
                  </a:lnTo>
                  <a:lnTo>
                    <a:pt x="4268088" y="2082422"/>
                  </a:lnTo>
                  <a:lnTo>
                    <a:pt x="4268214" y="2082422"/>
                  </a:lnTo>
                  <a:lnTo>
                    <a:pt x="4268340" y="2082422"/>
                  </a:lnTo>
                  <a:lnTo>
                    <a:pt x="4268467" y="2082422"/>
                  </a:lnTo>
                  <a:lnTo>
                    <a:pt x="4268593" y="2082422"/>
                  </a:lnTo>
                  <a:lnTo>
                    <a:pt x="4268719" y="2082422"/>
                  </a:lnTo>
                  <a:lnTo>
                    <a:pt x="4268845" y="2082422"/>
                  </a:lnTo>
                  <a:lnTo>
                    <a:pt x="4268972" y="2082422"/>
                  </a:lnTo>
                  <a:lnTo>
                    <a:pt x="4269098" y="2082422"/>
                  </a:lnTo>
                  <a:lnTo>
                    <a:pt x="4269224" y="2082422"/>
                  </a:lnTo>
                  <a:lnTo>
                    <a:pt x="4269350" y="2082422"/>
                  </a:lnTo>
                  <a:lnTo>
                    <a:pt x="4269477" y="2082422"/>
                  </a:lnTo>
                  <a:lnTo>
                    <a:pt x="4269603" y="2082422"/>
                  </a:lnTo>
                  <a:lnTo>
                    <a:pt x="4269729" y="2082422"/>
                  </a:lnTo>
                  <a:lnTo>
                    <a:pt x="4269855" y="2082422"/>
                  </a:lnTo>
                  <a:lnTo>
                    <a:pt x="4269982" y="2082422"/>
                  </a:lnTo>
                  <a:lnTo>
                    <a:pt x="4270108" y="2082422"/>
                  </a:lnTo>
                  <a:lnTo>
                    <a:pt x="4270234" y="2082422"/>
                  </a:lnTo>
                  <a:lnTo>
                    <a:pt x="4270360" y="2082422"/>
                  </a:lnTo>
                  <a:lnTo>
                    <a:pt x="4270487" y="2082422"/>
                  </a:lnTo>
                  <a:lnTo>
                    <a:pt x="4270613" y="2082422"/>
                  </a:lnTo>
                  <a:lnTo>
                    <a:pt x="4270739" y="2082422"/>
                  </a:lnTo>
                  <a:lnTo>
                    <a:pt x="4270865" y="2082422"/>
                  </a:lnTo>
                  <a:lnTo>
                    <a:pt x="4270992" y="2082422"/>
                  </a:lnTo>
                  <a:lnTo>
                    <a:pt x="4271118" y="2082422"/>
                  </a:lnTo>
                  <a:lnTo>
                    <a:pt x="4271244" y="2082422"/>
                  </a:lnTo>
                  <a:lnTo>
                    <a:pt x="4271370" y="2082422"/>
                  </a:lnTo>
                  <a:lnTo>
                    <a:pt x="4271497" y="2082422"/>
                  </a:lnTo>
                  <a:lnTo>
                    <a:pt x="4271623" y="2082422"/>
                  </a:lnTo>
                  <a:lnTo>
                    <a:pt x="4271749" y="2082422"/>
                  </a:lnTo>
                  <a:lnTo>
                    <a:pt x="4271875" y="2082422"/>
                  </a:lnTo>
                  <a:lnTo>
                    <a:pt x="4272002" y="2082422"/>
                  </a:lnTo>
                  <a:lnTo>
                    <a:pt x="4272128" y="2082422"/>
                  </a:lnTo>
                  <a:lnTo>
                    <a:pt x="4272254" y="2082422"/>
                  </a:lnTo>
                  <a:lnTo>
                    <a:pt x="4272380" y="2082422"/>
                  </a:lnTo>
                  <a:lnTo>
                    <a:pt x="4272507" y="2082422"/>
                  </a:lnTo>
                  <a:lnTo>
                    <a:pt x="4272633" y="2082422"/>
                  </a:lnTo>
                  <a:lnTo>
                    <a:pt x="4272759" y="2082422"/>
                  </a:lnTo>
                  <a:lnTo>
                    <a:pt x="4272885" y="2082422"/>
                  </a:lnTo>
                  <a:lnTo>
                    <a:pt x="4273012" y="2082422"/>
                  </a:lnTo>
                  <a:lnTo>
                    <a:pt x="4273138" y="2082422"/>
                  </a:lnTo>
                  <a:lnTo>
                    <a:pt x="4273264" y="2082422"/>
                  </a:lnTo>
                  <a:lnTo>
                    <a:pt x="4273391" y="2082422"/>
                  </a:lnTo>
                  <a:lnTo>
                    <a:pt x="4273517" y="2082422"/>
                  </a:lnTo>
                  <a:lnTo>
                    <a:pt x="4273643" y="2082422"/>
                  </a:lnTo>
                  <a:lnTo>
                    <a:pt x="4273769" y="2082422"/>
                  </a:lnTo>
                  <a:lnTo>
                    <a:pt x="4273769" y="2077511"/>
                  </a:lnTo>
                  <a:lnTo>
                    <a:pt x="4273896" y="2077511"/>
                  </a:lnTo>
                  <a:lnTo>
                    <a:pt x="4274022" y="2077511"/>
                  </a:lnTo>
                  <a:lnTo>
                    <a:pt x="4274148" y="2077511"/>
                  </a:lnTo>
                  <a:lnTo>
                    <a:pt x="4274274" y="2077511"/>
                  </a:lnTo>
                  <a:lnTo>
                    <a:pt x="4274401" y="2077511"/>
                  </a:lnTo>
                  <a:lnTo>
                    <a:pt x="4274527" y="2077511"/>
                  </a:lnTo>
                  <a:lnTo>
                    <a:pt x="4274653" y="2077511"/>
                  </a:lnTo>
                  <a:lnTo>
                    <a:pt x="4274779" y="2077511"/>
                  </a:lnTo>
                  <a:lnTo>
                    <a:pt x="4274906" y="2077511"/>
                  </a:lnTo>
                  <a:lnTo>
                    <a:pt x="4275032" y="2077511"/>
                  </a:lnTo>
                  <a:lnTo>
                    <a:pt x="4275032" y="2072600"/>
                  </a:lnTo>
                  <a:lnTo>
                    <a:pt x="4275158" y="2072600"/>
                  </a:lnTo>
                  <a:lnTo>
                    <a:pt x="4275284" y="2072600"/>
                  </a:lnTo>
                  <a:lnTo>
                    <a:pt x="4275411" y="2072600"/>
                  </a:lnTo>
                  <a:lnTo>
                    <a:pt x="4275537" y="2072600"/>
                  </a:lnTo>
                  <a:lnTo>
                    <a:pt x="4275663" y="2072600"/>
                  </a:lnTo>
                  <a:lnTo>
                    <a:pt x="4275663" y="2067688"/>
                  </a:lnTo>
                  <a:lnTo>
                    <a:pt x="4275789" y="2067688"/>
                  </a:lnTo>
                  <a:lnTo>
                    <a:pt x="4275916" y="2067688"/>
                  </a:lnTo>
                  <a:lnTo>
                    <a:pt x="4276042" y="2067688"/>
                  </a:lnTo>
                  <a:lnTo>
                    <a:pt x="4276168" y="2067688"/>
                  </a:lnTo>
                  <a:lnTo>
                    <a:pt x="4276294" y="2067688"/>
                  </a:lnTo>
                  <a:lnTo>
                    <a:pt x="4276421" y="2067688"/>
                  </a:lnTo>
                  <a:lnTo>
                    <a:pt x="4276547" y="2067688"/>
                  </a:lnTo>
                  <a:lnTo>
                    <a:pt x="4276673" y="2067688"/>
                  </a:lnTo>
                  <a:lnTo>
                    <a:pt x="4276799" y="2067688"/>
                  </a:lnTo>
                  <a:lnTo>
                    <a:pt x="4276799" y="2062777"/>
                  </a:lnTo>
                  <a:lnTo>
                    <a:pt x="4276926" y="2062777"/>
                  </a:lnTo>
                  <a:lnTo>
                    <a:pt x="4277052" y="2062777"/>
                  </a:lnTo>
                  <a:lnTo>
                    <a:pt x="4277178" y="2062777"/>
                  </a:lnTo>
                  <a:lnTo>
                    <a:pt x="4277304" y="2062777"/>
                  </a:lnTo>
                  <a:lnTo>
                    <a:pt x="4277431" y="2062777"/>
                  </a:lnTo>
                  <a:lnTo>
                    <a:pt x="4277557" y="2062777"/>
                  </a:lnTo>
                  <a:lnTo>
                    <a:pt x="4277683" y="2062777"/>
                  </a:lnTo>
                  <a:lnTo>
                    <a:pt x="4277809" y="2062777"/>
                  </a:lnTo>
                  <a:lnTo>
                    <a:pt x="4277936" y="2062777"/>
                  </a:lnTo>
                  <a:lnTo>
                    <a:pt x="4278062" y="2062777"/>
                  </a:lnTo>
                  <a:lnTo>
                    <a:pt x="4278188" y="2062777"/>
                  </a:lnTo>
                  <a:lnTo>
                    <a:pt x="4278315" y="2062777"/>
                  </a:lnTo>
                  <a:lnTo>
                    <a:pt x="4278441" y="2062777"/>
                  </a:lnTo>
                  <a:lnTo>
                    <a:pt x="4278567" y="2062777"/>
                  </a:lnTo>
                  <a:lnTo>
                    <a:pt x="4278693" y="2062777"/>
                  </a:lnTo>
                  <a:lnTo>
                    <a:pt x="4278820" y="2062777"/>
                  </a:lnTo>
                  <a:lnTo>
                    <a:pt x="4278946" y="2062777"/>
                  </a:lnTo>
                  <a:lnTo>
                    <a:pt x="4279072" y="2062777"/>
                  </a:lnTo>
                  <a:lnTo>
                    <a:pt x="4279198" y="2062777"/>
                  </a:lnTo>
                  <a:lnTo>
                    <a:pt x="4279325" y="2062777"/>
                  </a:lnTo>
                  <a:lnTo>
                    <a:pt x="4279451" y="2062777"/>
                  </a:lnTo>
                  <a:lnTo>
                    <a:pt x="4279577" y="2062777"/>
                  </a:lnTo>
                  <a:lnTo>
                    <a:pt x="4279703" y="2062777"/>
                  </a:lnTo>
                  <a:lnTo>
                    <a:pt x="4279830" y="2062777"/>
                  </a:lnTo>
                  <a:lnTo>
                    <a:pt x="4279956" y="2062777"/>
                  </a:lnTo>
                  <a:lnTo>
                    <a:pt x="4280082" y="2062777"/>
                  </a:lnTo>
                  <a:lnTo>
                    <a:pt x="4280208" y="2062777"/>
                  </a:lnTo>
                  <a:lnTo>
                    <a:pt x="4280335" y="2062777"/>
                  </a:lnTo>
                  <a:lnTo>
                    <a:pt x="4280461" y="2062777"/>
                  </a:lnTo>
                  <a:lnTo>
                    <a:pt x="4280587" y="2062777"/>
                  </a:lnTo>
                  <a:lnTo>
                    <a:pt x="4280713" y="2062777"/>
                  </a:lnTo>
                  <a:lnTo>
                    <a:pt x="4280840" y="2062777"/>
                  </a:lnTo>
                  <a:lnTo>
                    <a:pt x="4280966" y="2062777"/>
                  </a:lnTo>
                  <a:lnTo>
                    <a:pt x="4281092" y="2062777"/>
                  </a:lnTo>
                  <a:lnTo>
                    <a:pt x="4281218" y="2062777"/>
                  </a:lnTo>
                  <a:lnTo>
                    <a:pt x="4281345" y="2062777"/>
                  </a:lnTo>
                  <a:lnTo>
                    <a:pt x="4281471" y="2062777"/>
                  </a:lnTo>
                  <a:lnTo>
                    <a:pt x="4281471" y="2057866"/>
                  </a:lnTo>
                  <a:lnTo>
                    <a:pt x="4281597" y="2057866"/>
                  </a:lnTo>
                  <a:lnTo>
                    <a:pt x="4281597" y="2052954"/>
                  </a:lnTo>
                  <a:lnTo>
                    <a:pt x="4281723" y="2052954"/>
                  </a:lnTo>
                  <a:lnTo>
                    <a:pt x="4281850" y="2052954"/>
                  </a:lnTo>
                  <a:lnTo>
                    <a:pt x="4281976" y="2052954"/>
                  </a:lnTo>
                  <a:lnTo>
                    <a:pt x="4282102" y="2052954"/>
                  </a:lnTo>
                  <a:lnTo>
                    <a:pt x="4282228" y="2052954"/>
                  </a:lnTo>
                  <a:lnTo>
                    <a:pt x="4282355" y="2052954"/>
                  </a:lnTo>
                  <a:lnTo>
                    <a:pt x="4282481" y="2052954"/>
                  </a:lnTo>
                  <a:lnTo>
                    <a:pt x="4282607" y="2052954"/>
                  </a:lnTo>
                  <a:lnTo>
                    <a:pt x="4282733" y="2052954"/>
                  </a:lnTo>
                  <a:lnTo>
                    <a:pt x="4282860" y="2052954"/>
                  </a:lnTo>
                  <a:lnTo>
                    <a:pt x="4282986" y="2052954"/>
                  </a:lnTo>
                  <a:lnTo>
                    <a:pt x="4283112" y="2052954"/>
                  </a:lnTo>
                  <a:lnTo>
                    <a:pt x="4283238" y="2052954"/>
                  </a:lnTo>
                  <a:lnTo>
                    <a:pt x="4283365" y="2052954"/>
                  </a:lnTo>
                  <a:lnTo>
                    <a:pt x="4283491" y="2052954"/>
                  </a:lnTo>
                  <a:lnTo>
                    <a:pt x="4283617" y="2052954"/>
                  </a:lnTo>
                  <a:lnTo>
                    <a:pt x="4283744" y="2052954"/>
                  </a:lnTo>
                  <a:lnTo>
                    <a:pt x="4283870" y="2052954"/>
                  </a:lnTo>
                  <a:lnTo>
                    <a:pt x="4283996" y="2052954"/>
                  </a:lnTo>
                  <a:lnTo>
                    <a:pt x="4284122" y="2052954"/>
                  </a:lnTo>
                  <a:lnTo>
                    <a:pt x="4284249" y="2052954"/>
                  </a:lnTo>
                  <a:lnTo>
                    <a:pt x="4284375" y="2052954"/>
                  </a:lnTo>
                  <a:lnTo>
                    <a:pt x="4284501" y="2052954"/>
                  </a:lnTo>
                  <a:lnTo>
                    <a:pt x="4284627" y="2052954"/>
                  </a:lnTo>
                  <a:lnTo>
                    <a:pt x="4284754" y="2052954"/>
                  </a:lnTo>
                  <a:lnTo>
                    <a:pt x="4284880" y="2052954"/>
                  </a:lnTo>
                  <a:lnTo>
                    <a:pt x="4285006" y="2052954"/>
                  </a:lnTo>
                  <a:lnTo>
                    <a:pt x="4285132" y="2052954"/>
                  </a:lnTo>
                  <a:lnTo>
                    <a:pt x="4285259" y="2052954"/>
                  </a:lnTo>
                  <a:lnTo>
                    <a:pt x="4285385" y="2052954"/>
                  </a:lnTo>
                  <a:lnTo>
                    <a:pt x="4285511" y="2052954"/>
                  </a:lnTo>
                  <a:lnTo>
                    <a:pt x="4285637" y="2052954"/>
                  </a:lnTo>
                  <a:lnTo>
                    <a:pt x="4285764" y="2052954"/>
                  </a:lnTo>
                  <a:lnTo>
                    <a:pt x="4285890" y="2052954"/>
                  </a:lnTo>
                  <a:lnTo>
                    <a:pt x="4286016" y="2052954"/>
                  </a:lnTo>
                  <a:lnTo>
                    <a:pt x="4286142" y="2052954"/>
                  </a:lnTo>
                  <a:lnTo>
                    <a:pt x="4286269" y="2052954"/>
                  </a:lnTo>
                  <a:lnTo>
                    <a:pt x="4286395" y="2052954"/>
                  </a:lnTo>
                  <a:lnTo>
                    <a:pt x="4286521" y="2052954"/>
                  </a:lnTo>
                  <a:lnTo>
                    <a:pt x="4286647" y="2052954"/>
                  </a:lnTo>
                  <a:lnTo>
                    <a:pt x="4286774" y="2052954"/>
                  </a:lnTo>
                  <a:lnTo>
                    <a:pt x="4286900" y="2052954"/>
                  </a:lnTo>
                  <a:lnTo>
                    <a:pt x="4287026" y="2052954"/>
                  </a:lnTo>
                  <a:lnTo>
                    <a:pt x="4287152" y="2052954"/>
                  </a:lnTo>
                  <a:lnTo>
                    <a:pt x="4287279" y="2052954"/>
                  </a:lnTo>
                  <a:lnTo>
                    <a:pt x="4287405" y="2052954"/>
                  </a:lnTo>
                  <a:lnTo>
                    <a:pt x="4287531" y="2052954"/>
                  </a:lnTo>
                  <a:lnTo>
                    <a:pt x="4287657" y="2052954"/>
                  </a:lnTo>
                  <a:lnTo>
                    <a:pt x="4287784" y="2052954"/>
                  </a:lnTo>
                  <a:lnTo>
                    <a:pt x="4287910" y="2052954"/>
                  </a:lnTo>
                  <a:lnTo>
                    <a:pt x="4288036" y="2052954"/>
                  </a:lnTo>
                  <a:lnTo>
                    <a:pt x="4288162" y="2052954"/>
                  </a:lnTo>
                  <a:lnTo>
                    <a:pt x="4288289" y="2052954"/>
                  </a:lnTo>
                  <a:lnTo>
                    <a:pt x="4288415" y="2052954"/>
                  </a:lnTo>
                  <a:lnTo>
                    <a:pt x="4288541" y="2052954"/>
                  </a:lnTo>
                  <a:lnTo>
                    <a:pt x="4288668" y="2052954"/>
                  </a:lnTo>
                  <a:lnTo>
                    <a:pt x="4288794" y="2052954"/>
                  </a:lnTo>
                  <a:lnTo>
                    <a:pt x="4288920" y="2052954"/>
                  </a:lnTo>
                  <a:lnTo>
                    <a:pt x="4289046" y="2052954"/>
                  </a:lnTo>
                  <a:lnTo>
                    <a:pt x="4289173" y="2052954"/>
                  </a:lnTo>
                  <a:lnTo>
                    <a:pt x="4289299" y="2052954"/>
                  </a:lnTo>
                  <a:lnTo>
                    <a:pt x="4289425" y="2052954"/>
                  </a:lnTo>
                  <a:lnTo>
                    <a:pt x="4289551" y="2052954"/>
                  </a:lnTo>
                  <a:lnTo>
                    <a:pt x="4289678" y="2052954"/>
                  </a:lnTo>
                  <a:lnTo>
                    <a:pt x="4289804" y="2052954"/>
                  </a:lnTo>
                  <a:lnTo>
                    <a:pt x="4289930" y="2052954"/>
                  </a:lnTo>
                  <a:lnTo>
                    <a:pt x="4289930" y="2048043"/>
                  </a:lnTo>
                  <a:lnTo>
                    <a:pt x="4290056" y="2048043"/>
                  </a:lnTo>
                  <a:lnTo>
                    <a:pt x="4290183" y="2048043"/>
                  </a:lnTo>
                  <a:lnTo>
                    <a:pt x="4290309" y="2048043"/>
                  </a:lnTo>
                  <a:lnTo>
                    <a:pt x="4290309" y="2043131"/>
                  </a:lnTo>
                  <a:lnTo>
                    <a:pt x="4290435" y="2043131"/>
                  </a:lnTo>
                  <a:lnTo>
                    <a:pt x="4290561" y="2043131"/>
                  </a:lnTo>
                  <a:lnTo>
                    <a:pt x="4290688" y="2043131"/>
                  </a:lnTo>
                  <a:lnTo>
                    <a:pt x="4290814" y="2043131"/>
                  </a:lnTo>
                  <a:lnTo>
                    <a:pt x="4290940" y="2043131"/>
                  </a:lnTo>
                  <a:lnTo>
                    <a:pt x="4291066" y="2043131"/>
                  </a:lnTo>
                  <a:lnTo>
                    <a:pt x="4291193" y="2043131"/>
                  </a:lnTo>
                  <a:lnTo>
                    <a:pt x="4291319" y="2043131"/>
                  </a:lnTo>
                  <a:lnTo>
                    <a:pt x="4291445" y="2043131"/>
                  </a:lnTo>
                  <a:lnTo>
                    <a:pt x="4291571" y="2043131"/>
                  </a:lnTo>
                  <a:lnTo>
                    <a:pt x="4291698" y="2043131"/>
                  </a:lnTo>
                  <a:lnTo>
                    <a:pt x="4291824" y="2043131"/>
                  </a:lnTo>
                  <a:lnTo>
                    <a:pt x="4291950" y="2043131"/>
                  </a:lnTo>
                  <a:lnTo>
                    <a:pt x="4292076" y="2043131"/>
                  </a:lnTo>
                  <a:lnTo>
                    <a:pt x="4292203" y="2043131"/>
                  </a:lnTo>
                  <a:lnTo>
                    <a:pt x="4292329" y="2043131"/>
                  </a:lnTo>
                  <a:lnTo>
                    <a:pt x="4292455" y="2043131"/>
                  </a:lnTo>
                  <a:lnTo>
                    <a:pt x="4292581" y="2043131"/>
                  </a:lnTo>
                  <a:lnTo>
                    <a:pt x="4292708" y="2043131"/>
                  </a:lnTo>
                  <a:lnTo>
                    <a:pt x="4292834" y="2043131"/>
                  </a:lnTo>
                  <a:lnTo>
                    <a:pt x="4292960" y="2043131"/>
                  </a:lnTo>
                  <a:lnTo>
                    <a:pt x="4293086" y="2043131"/>
                  </a:lnTo>
                  <a:lnTo>
                    <a:pt x="4293213" y="2043131"/>
                  </a:lnTo>
                  <a:lnTo>
                    <a:pt x="4293339" y="2043131"/>
                  </a:lnTo>
                  <a:lnTo>
                    <a:pt x="4293465" y="2043131"/>
                  </a:lnTo>
                  <a:lnTo>
                    <a:pt x="4293591" y="2043131"/>
                  </a:lnTo>
                  <a:lnTo>
                    <a:pt x="4293718" y="2043131"/>
                  </a:lnTo>
                  <a:lnTo>
                    <a:pt x="4293844" y="2043131"/>
                  </a:lnTo>
                  <a:lnTo>
                    <a:pt x="4293970" y="2043131"/>
                  </a:lnTo>
                  <a:lnTo>
                    <a:pt x="4294097" y="2043131"/>
                  </a:lnTo>
                  <a:lnTo>
                    <a:pt x="4294223" y="2043131"/>
                  </a:lnTo>
                  <a:lnTo>
                    <a:pt x="4294349" y="2043131"/>
                  </a:lnTo>
                  <a:lnTo>
                    <a:pt x="4294475" y="2043131"/>
                  </a:lnTo>
                  <a:lnTo>
                    <a:pt x="4294602" y="2043131"/>
                  </a:lnTo>
                  <a:lnTo>
                    <a:pt x="4294728" y="2043131"/>
                  </a:lnTo>
                  <a:lnTo>
                    <a:pt x="4294854" y="2043131"/>
                  </a:lnTo>
                  <a:lnTo>
                    <a:pt x="4294980" y="2043131"/>
                  </a:lnTo>
                  <a:lnTo>
                    <a:pt x="4295107" y="2043131"/>
                  </a:lnTo>
                  <a:lnTo>
                    <a:pt x="4295233" y="2043131"/>
                  </a:lnTo>
                  <a:lnTo>
                    <a:pt x="4295359" y="2043131"/>
                  </a:lnTo>
                  <a:lnTo>
                    <a:pt x="4295485" y="2043131"/>
                  </a:lnTo>
                  <a:lnTo>
                    <a:pt x="4295612" y="2043131"/>
                  </a:lnTo>
                  <a:lnTo>
                    <a:pt x="4295738" y="2043131"/>
                  </a:lnTo>
                  <a:lnTo>
                    <a:pt x="4295864" y="2043131"/>
                  </a:lnTo>
                  <a:lnTo>
                    <a:pt x="4295990" y="2043131"/>
                  </a:lnTo>
                  <a:lnTo>
                    <a:pt x="4296117" y="2043131"/>
                  </a:lnTo>
                  <a:lnTo>
                    <a:pt x="4296243" y="2043131"/>
                  </a:lnTo>
                  <a:lnTo>
                    <a:pt x="4296369" y="2043131"/>
                  </a:lnTo>
                  <a:lnTo>
                    <a:pt x="4296495" y="2043131"/>
                  </a:lnTo>
                  <a:lnTo>
                    <a:pt x="4296622" y="2043131"/>
                  </a:lnTo>
                  <a:lnTo>
                    <a:pt x="4296748" y="2043131"/>
                  </a:lnTo>
                  <a:lnTo>
                    <a:pt x="4296874" y="2043131"/>
                  </a:lnTo>
                  <a:lnTo>
                    <a:pt x="4297000" y="2043131"/>
                  </a:lnTo>
                  <a:lnTo>
                    <a:pt x="4297127" y="2043131"/>
                  </a:lnTo>
                  <a:lnTo>
                    <a:pt x="4297253" y="2043131"/>
                  </a:lnTo>
                  <a:lnTo>
                    <a:pt x="4297379" y="2043131"/>
                  </a:lnTo>
                  <a:lnTo>
                    <a:pt x="4297505" y="2043131"/>
                  </a:lnTo>
                  <a:lnTo>
                    <a:pt x="4297632" y="2043131"/>
                  </a:lnTo>
                  <a:lnTo>
                    <a:pt x="4297758" y="2043131"/>
                  </a:lnTo>
                  <a:lnTo>
                    <a:pt x="4297884" y="2043131"/>
                  </a:lnTo>
                  <a:lnTo>
                    <a:pt x="4298010" y="2043131"/>
                  </a:lnTo>
                  <a:lnTo>
                    <a:pt x="4298137" y="2043131"/>
                  </a:lnTo>
                  <a:lnTo>
                    <a:pt x="4298137" y="2038220"/>
                  </a:lnTo>
                  <a:lnTo>
                    <a:pt x="4298263" y="2038220"/>
                  </a:lnTo>
                  <a:lnTo>
                    <a:pt x="4298389" y="2038220"/>
                  </a:lnTo>
                  <a:lnTo>
                    <a:pt x="4298515" y="2038220"/>
                  </a:lnTo>
                  <a:lnTo>
                    <a:pt x="4298515" y="2033309"/>
                  </a:lnTo>
                  <a:lnTo>
                    <a:pt x="4298642" y="2033309"/>
                  </a:lnTo>
                  <a:lnTo>
                    <a:pt x="4298768" y="2033309"/>
                  </a:lnTo>
                  <a:lnTo>
                    <a:pt x="4298894" y="2033309"/>
                  </a:lnTo>
                  <a:lnTo>
                    <a:pt x="4299021" y="2033309"/>
                  </a:lnTo>
                  <a:lnTo>
                    <a:pt x="4299147" y="2033309"/>
                  </a:lnTo>
                  <a:lnTo>
                    <a:pt x="4299273" y="2033309"/>
                  </a:lnTo>
                  <a:lnTo>
                    <a:pt x="4299399" y="2033309"/>
                  </a:lnTo>
                  <a:lnTo>
                    <a:pt x="4299526" y="2033309"/>
                  </a:lnTo>
                  <a:lnTo>
                    <a:pt x="4299526" y="2028397"/>
                  </a:lnTo>
                  <a:lnTo>
                    <a:pt x="4299652" y="2028397"/>
                  </a:lnTo>
                  <a:lnTo>
                    <a:pt x="4299778" y="2028397"/>
                  </a:lnTo>
                  <a:lnTo>
                    <a:pt x="4299904" y="2028397"/>
                  </a:lnTo>
                  <a:lnTo>
                    <a:pt x="4300031" y="2028397"/>
                  </a:lnTo>
                  <a:lnTo>
                    <a:pt x="4300157" y="2028397"/>
                  </a:lnTo>
                  <a:lnTo>
                    <a:pt x="4300283" y="2028397"/>
                  </a:lnTo>
                  <a:lnTo>
                    <a:pt x="4300409" y="2028397"/>
                  </a:lnTo>
                  <a:lnTo>
                    <a:pt x="4300536" y="2028397"/>
                  </a:lnTo>
                  <a:lnTo>
                    <a:pt x="4300662" y="2028397"/>
                  </a:lnTo>
                  <a:lnTo>
                    <a:pt x="4300788" y="2028397"/>
                  </a:lnTo>
                  <a:lnTo>
                    <a:pt x="4300914" y="2028397"/>
                  </a:lnTo>
                  <a:lnTo>
                    <a:pt x="4301041" y="2028397"/>
                  </a:lnTo>
                  <a:lnTo>
                    <a:pt x="4301167" y="2028397"/>
                  </a:lnTo>
                  <a:lnTo>
                    <a:pt x="4301293" y="2028397"/>
                  </a:lnTo>
                  <a:lnTo>
                    <a:pt x="4301419" y="2028397"/>
                  </a:lnTo>
                  <a:lnTo>
                    <a:pt x="4301546" y="2028397"/>
                  </a:lnTo>
                  <a:lnTo>
                    <a:pt x="4301672" y="2028397"/>
                  </a:lnTo>
                  <a:lnTo>
                    <a:pt x="4301798" y="2028397"/>
                  </a:lnTo>
                  <a:lnTo>
                    <a:pt x="4301924" y="2028397"/>
                  </a:lnTo>
                  <a:lnTo>
                    <a:pt x="4301924" y="2023486"/>
                  </a:lnTo>
                  <a:lnTo>
                    <a:pt x="4302051" y="2023486"/>
                  </a:lnTo>
                  <a:lnTo>
                    <a:pt x="4302177" y="2023486"/>
                  </a:lnTo>
                  <a:lnTo>
                    <a:pt x="4302303" y="2023486"/>
                  </a:lnTo>
                  <a:lnTo>
                    <a:pt x="4302429" y="2023486"/>
                  </a:lnTo>
                  <a:lnTo>
                    <a:pt x="4302556" y="2023486"/>
                  </a:lnTo>
                  <a:lnTo>
                    <a:pt x="4302682" y="2023486"/>
                  </a:lnTo>
                  <a:lnTo>
                    <a:pt x="4302808" y="2023486"/>
                  </a:lnTo>
                  <a:lnTo>
                    <a:pt x="4302934" y="2023486"/>
                  </a:lnTo>
                  <a:lnTo>
                    <a:pt x="4303061" y="2023486"/>
                  </a:lnTo>
                  <a:lnTo>
                    <a:pt x="4303187" y="2023486"/>
                  </a:lnTo>
                  <a:lnTo>
                    <a:pt x="4303313" y="2023486"/>
                  </a:lnTo>
                  <a:lnTo>
                    <a:pt x="4303439" y="2023486"/>
                  </a:lnTo>
                  <a:lnTo>
                    <a:pt x="4303566" y="2023486"/>
                  </a:lnTo>
                  <a:lnTo>
                    <a:pt x="4303692" y="2023486"/>
                  </a:lnTo>
                  <a:lnTo>
                    <a:pt x="4303818" y="2023486"/>
                  </a:lnTo>
                  <a:lnTo>
                    <a:pt x="4303944" y="2023486"/>
                  </a:lnTo>
                  <a:lnTo>
                    <a:pt x="4304071" y="2023486"/>
                  </a:lnTo>
                  <a:lnTo>
                    <a:pt x="4304197" y="2023486"/>
                  </a:lnTo>
                  <a:lnTo>
                    <a:pt x="4304323" y="2023486"/>
                  </a:lnTo>
                  <a:lnTo>
                    <a:pt x="4304450" y="2023486"/>
                  </a:lnTo>
                  <a:lnTo>
                    <a:pt x="4304576" y="2023486"/>
                  </a:lnTo>
                  <a:lnTo>
                    <a:pt x="4304702" y="2023486"/>
                  </a:lnTo>
                  <a:lnTo>
                    <a:pt x="4304828" y="2023486"/>
                  </a:lnTo>
                  <a:lnTo>
                    <a:pt x="4304955" y="2023486"/>
                  </a:lnTo>
                  <a:lnTo>
                    <a:pt x="4305081" y="2023486"/>
                  </a:lnTo>
                  <a:lnTo>
                    <a:pt x="4305207" y="2023486"/>
                  </a:lnTo>
                  <a:lnTo>
                    <a:pt x="4305333" y="2023486"/>
                  </a:lnTo>
                  <a:lnTo>
                    <a:pt x="4305460" y="2023486"/>
                  </a:lnTo>
                  <a:lnTo>
                    <a:pt x="4305586" y="2023486"/>
                  </a:lnTo>
                  <a:lnTo>
                    <a:pt x="4305712" y="2023486"/>
                  </a:lnTo>
                  <a:lnTo>
                    <a:pt x="4305838" y="2023486"/>
                  </a:lnTo>
                  <a:lnTo>
                    <a:pt x="4305965" y="2023486"/>
                  </a:lnTo>
                  <a:lnTo>
                    <a:pt x="4306091" y="2023486"/>
                  </a:lnTo>
                  <a:lnTo>
                    <a:pt x="4306217" y="2023486"/>
                  </a:lnTo>
                  <a:lnTo>
                    <a:pt x="4306343" y="2023486"/>
                  </a:lnTo>
                  <a:lnTo>
                    <a:pt x="4306470" y="2023486"/>
                  </a:lnTo>
                  <a:lnTo>
                    <a:pt x="4306596" y="2023486"/>
                  </a:lnTo>
                  <a:lnTo>
                    <a:pt x="4306722" y="2023486"/>
                  </a:lnTo>
                  <a:lnTo>
                    <a:pt x="4306848" y="2023486"/>
                  </a:lnTo>
                  <a:lnTo>
                    <a:pt x="4306975" y="2023486"/>
                  </a:lnTo>
                  <a:lnTo>
                    <a:pt x="4307101" y="2023486"/>
                  </a:lnTo>
                  <a:lnTo>
                    <a:pt x="4307227" y="2023486"/>
                  </a:lnTo>
                  <a:lnTo>
                    <a:pt x="4307353" y="2023486"/>
                  </a:lnTo>
                  <a:lnTo>
                    <a:pt x="4307480" y="2023486"/>
                  </a:lnTo>
                  <a:lnTo>
                    <a:pt x="4307606" y="2023486"/>
                  </a:lnTo>
                  <a:lnTo>
                    <a:pt x="4307732" y="2023486"/>
                  </a:lnTo>
                  <a:lnTo>
                    <a:pt x="4307858" y="2023486"/>
                  </a:lnTo>
                  <a:lnTo>
                    <a:pt x="4307985" y="2023486"/>
                  </a:lnTo>
                  <a:lnTo>
                    <a:pt x="4308111" y="2023486"/>
                  </a:lnTo>
                  <a:lnTo>
                    <a:pt x="4308237" y="2023486"/>
                  </a:lnTo>
                  <a:lnTo>
                    <a:pt x="4308363" y="2023486"/>
                  </a:lnTo>
                  <a:lnTo>
                    <a:pt x="4308490" y="2023486"/>
                  </a:lnTo>
                  <a:lnTo>
                    <a:pt x="4308616" y="2023486"/>
                  </a:lnTo>
                  <a:lnTo>
                    <a:pt x="4308742" y="2023486"/>
                  </a:lnTo>
                  <a:lnTo>
                    <a:pt x="4308868" y="2023486"/>
                  </a:lnTo>
                  <a:lnTo>
                    <a:pt x="4308995" y="2023486"/>
                  </a:lnTo>
                  <a:lnTo>
                    <a:pt x="4309121" y="2023486"/>
                  </a:lnTo>
                  <a:lnTo>
                    <a:pt x="4309247" y="2023486"/>
                  </a:lnTo>
                  <a:lnTo>
                    <a:pt x="4309374" y="2023486"/>
                  </a:lnTo>
                  <a:lnTo>
                    <a:pt x="4309500" y="2023486"/>
                  </a:lnTo>
                  <a:lnTo>
                    <a:pt x="4309626" y="2023486"/>
                  </a:lnTo>
                  <a:lnTo>
                    <a:pt x="4309752" y="2023486"/>
                  </a:lnTo>
                  <a:lnTo>
                    <a:pt x="4309752" y="2018575"/>
                  </a:lnTo>
                  <a:lnTo>
                    <a:pt x="4309879" y="2018575"/>
                  </a:lnTo>
                  <a:lnTo>
                    <a:pt x="4310005" y="2018575"/>
                  </a:lnTo>
                  <a:lnTo>
                    <a:pt x="4310131" y="2018575"/>
                  </a:lnTo>
                  <a:lnTo>
                    <a:pt x="4310257" y="2018575"/>
                  </a:lnTo>
                  <a:lnTo>
                    <a:pt x="4310384" y="2018575"/>
                  </a:lnTo>
                  <a:lnTo>
                    <a:pt x="4310510" y="2018575"/>
                  </a:lnTo>
                  <a:lnTo>
                    <a:pt x="4310636" y="2018575"/>
                  </a:lnTo>
                  <a:lnTo>
                    <a:pt x="4310762" y="2018575"/>
                  </a:lnTo>
                  <a:lnTo>
                    <a:pt x="4310889" y="2018575"/>
                  </a:lnTo>
                  <a:lnTo>
                    <a:pt x="4311015" y="2018575"/>
                  </a:lnTo>
                  <a:lnTo>
                    <a:pt x="4311141" y="2018575"/>
                  </a:lnTo>
                  <a:lnTo>
                    <a:pt x="4311267" y="2018575"/>
                  </a:lnTo>
                  <a:lnTo>
                    <a:pt x="4311394" y="2018575"/>
                  </a:lnTo>
                  <a:lnTo>
                    <a:pt x="4311520" y="2018575"/>
                  </a:lnTo>
                  <a:lnTo>
                    <a:pt x="4311646" y="2018575"/>
                  </a:lnTo>
                  <a:lnTo>
                    <a:pt x="4311772" y="2018575"/>
                  </a:lnTo>
                  <a:lnTo>
                    <a:pt x="4311899" y="2018575"/>
                  </a:lnTo>
                  <a:lnTo>
                    <a:pt x="4312025" y="2018575"/>
                  </a:lnTo>
                  <a:lnTo>
                    <a:pt x="4312151" y="2018575"/>
                  </a:lnTo>
                  <a:lnTo>
                    <a:pt x="4312277" y="2018575"/>
                  </a:lnTo>
                  <a:lnTo>
                    <a:pt x="4312404" y="2018575"/>
                  </a:lnTo>
                  <a:lnTo>
                    <a:pt x="4312530" y="2018575"/>
                  </a:lnTo>
                  <a:lnTo>
                    <a:pt x="4312656" y="2018575"/>
                  </a:lnTo>
                  <a:lnTo>
                    <a:pt x="4312782" y="2018575"/>
                  </a:lnTo>
                  <a:lnTo>
                    <a:pt x="4312909" y="2018575"/>
                  </a:lnTo>
                  <a:lnTo>
                    <a:pt x="4313035" y="2018575"/>
                  </a:lnTo>
                  <a:lnTo>
                    <a:pt x="4313161" y="2018575"/>
                  </a:lnTo>
                  <a:lnTo>
                    <a:pt x="4313287" y="2018575"/>
                  </a:lnTo>
                  <a:lnTo>
                    <a:pt x="4313414" y="2018575"/>
                  </a:lnTo>
                  <a:lnTo>
                    <a:pt x="4313540" y="2018575"/>
                  </a:lnTo>
                  <a:lnTo>
                    <a:pt x="4313666" y="2018575"/>
                  </a:lnTo>
                  <a:lnTo>
                    <a:pt x="4313792" y="2018575"/>
                  </a:lnTo>
                  <a:lnTo>
                    <a:pt x="4313919" y="2018575"/>
                  </a:lnTo>
                  <a:lnTo>
                    <a:pt x="4314045" y="2018575"/>
                  </a:lnTo>
                  <a:lnTo>
                    <a:pt x="4314171" y="2018575"/>
                  </a:lnTo>
                  <a:lnTo>
                    <a:pt x="4314297" y="2018575"/>
                  </a:lnTo>
                  <a:lnTo>
                    <a:pt x="4314424" y="2018575"/>
                  </a:lnTo>
                  <a:lnTo>
                    <a:pt x="4314550" y="2018575"/>
                  </a:lnTo>
                  <a:lnTo>
                    <a:pt x="4314676" y="2018575"/>
                  </a:lnTo>
                  <a:lnTo>
                    <a:pt x="4314803" y="2018575"/>
                  </a:lnTo>
                  <a:lnTo>
                    <a:pt x="4314929" y="2018575"/>
                  </a:lnTo>
                  <a:lnTo>
                    <a:pt x="4315055" y="2018575"/>
                  </a:lnTo>
                  <a:lnTo>
                    <a:pt x="4315181" y="2018575"/>
                  </a:lnTo>
                  <a:lnTo>
                    <a:pt x="4315308" y="2018575"/>
                  </a:lnTo>
                  <a:lnTo>
                    <a:pt x="4315308" y="2013663"/>
                  </a:lnTo>
                  <a:lnTo>
                    <a:pt x="4315434" y="2013663"/>
                  </a:lnTo>
                  <a:lnTo>
                    <a:pt x="4315560" y="2013663"/>
                  </a:lnTo>
                  <a:lnTo>
                    <a:pt x="4315560" y="2008752"/>
                  </a:lnTo>
                  <a:lnTo>
                    <a:pt x="4315686" y="2008752"/>
                  </a:lnTo>
                  <a:lnTo>
                    <a:pt x="4315813" y="2008752"/>
                  </a:lnTo>
                  <a:lnTo>
                    <a:pt x="4315939" y="2008752"/>
                  </a:lnTo>
                  <a:lnTo>
                    <a:pt x="4316065" y="2008752"/>
                  </a:lnTo>
                  <a:lnTo>
                    <a:pt x="4316191" y="2008752"/>
                  </a:lnTo>
                  <a:lnTo>
                    <a:pt x="4316318" y="2008752"/>
                  </a:lnTo>
                  <a:lnTo>
                    <a:pt x="4316444" y="2008752"/>
                  </a:lnTo>
                  <a:lnTo>
                    <a:pt x="4316570" y="2008752"/>
                  </a:lnTo>
                  <a:lnTo>
                    <a:pt x="4316696" y="2008752"/>
                  </a:lnTo>
                  <a:lnTo>
                    <a:pt x="4316823" y="2008752"/>
                  </a:lnTo>
                  <a:lnTo>
                    <a:pt x="4316823" y="2003840"/>
                  </a:lnTo>
                  <a:lnTo>
                    <a:pt x="4316949" y="2003840"/>
                  </a:lnTo>
                  <a:lnTo>
                    <a:pt x="4317075" y="2003840"/>
                  </a:lnTo>
                  <a:lnTo>
                    <a:pt x="4317201" y="2003840"/>
                  </a:lnTo>
                  <a:lnTo>
                    <a:pt x="4317328" y="2003840"/>
                  </a:lnTo>
                  <a:lnTo>
                    <a:pt x="4317454" y="2003840"/>
                  </a:lnTo>
                  <a:lnTo>
                    <a:pt x="4317580" y="2003840"/>
                  </a:lnTo>
                  <a:lnTo>
                    <a:pt x="4317706" y="2003840"/>
                  </a:lnTo>
                  <a:lnTo>
                    <a:pt x="4317833" y="2003840"/>
                  </a:lnTo>
                  <a:lnTo>
                    <a:pt x="4317959" y="2003840"/>
                  </a:lnTo>
                  <a:lnTo>
                    <a:pt x="4318085" y="2003840"/>
                  </a:lnTo>
                  <a:lnTo>
                    <a:pt x="4318211" y="2003840"/>
                  </a:lnTo>
                  <a:lnTo>
                    <a:pt x="4318338" y="2003840"/>
                  </a:lnTo>
                  <a:lnTo>
                    <a:pt x="4318464" y="2003840"/>
                  </a:lnTo>
                  <a:lnTo>
                    <a:pt x="4318590" y="2003840"/>
                  </a:lnTo>
                  <a:lnTo>
                    <a:pt x="4318716" y="2003840"/>
                  </a:lnTo>
                  <a:lnTo>
                    <a:pt x="4318843" y="2003840"/>
                  </a:lnTo>
                  <a:lnTo>
                    <a:pt x="4318969" y="2003840"/>
                  </a:lnTo>
                  <a:lnTo>
                    <a:pt x="4319095" y="2003840"/>
                  </a:lnTo>
                  <a:lnTo>
                    <a:pt x="4319221" y="2003840"/>
                  </a:lnTo>
                  <a:lnTo>
                    <a:pt x="4319348" y="2003840"/>
                  </a:lnTo>
                  <a:lnTo>
                    <a:pt x="4319474" y="2003840"/>
                  </a:lnTo>
                  <a:lnTo>
                    <a:pt x="4319600" y="2003840"/>
                  </a:lnTo>
                  <a:lnTo>
                    <a:pt x="4319727" y="2003840"/>
                  </a:lnTo>
                  <a:lnTo>
                    <a:pt x="4319853" y="2003840"/>
                  </a:lnTo>
                  <a:lnTo>
                    <a:pt x="4319979" y="2003840"/>
                  </a:lnTo>
                  <a:lnTo>
                    <a:pt x="4320105" y="2003840"/>
                  </a:lnTo>
                  <a:lnTo>
                    <a:pt x="4320232" y="2003840"/>
                  </a:lnTo>
                  <a:lnTo>
                    <a:pt x="4320358" y="2003840"/>
                  </a:lnTo>
                  <a:lnTo>
                    <a:pt x="4320484" y="2003840"/>
                  </a:lnTo>
                  <a:lnTo>
                    <a:pt x="4320610" y="2003840"/>
                  </a:lnTo>
                  <a:lnTo>
                    <a:pt x="4320737" y="2003840"/>
                  </a:lnTo>
                  <a:lnTo>
                    <a:pt x="4320863" y="2003840"/>
                  </a:lnTo>
                  <a:lnTo>
                    <a:pt x="4320989" y="2003840"/>
                  </a:lnTo>
                  <a:lnTo>
                    <a:pt x="4320989" y="1998929"/>
                  </a:lnTo>
                  <a:lnTo>
                    <a:pt x="4321115" y="1998929"/>
                  </a:lnTo>
                  <a:lnTo>
                    <a:pt x="4321242" y="1998929"/>
                  </a:lnTo>
                  <a:lnTo>
                    <a:pt x="4321368" y="1998929"/>
                  </a:lnTo>
                  <a:lnTo>
                    <a:pt x="4321494" y="1998929"/>
                  </a:lnTo>
                  <a:lnTo>
                    <a:pt x="4321620" y="1998929"/>
                  </a:lnTo>
                  <a:lnTo>
                    <a:pt x="4321747" y="1998929"/>
                  </a:lnTo>
                  <a:lnTo>
                    <a:pt x="4321873" y="1998929"/>
                  </a:lnTo>
                  <a:lnTo>
                    <a:pt x="4321999" y="1998929"/>
                  </a:lnTo>
                  <a:lnTo>
                    <a:pt x="4322125" y="1998929"/>
                  </a:lnTo>
                  <a:lnTo>
                    <a:pt x="4322252" y="1998929"/>
                  </a:lnTo>
                  <a:lnTo>
                    <a:pt x="4322378" y="1998929"/>
                  </a:lnTo>
                  <a:lnTo>
                    <a:pt x="4322504" y="1998929"/>
                  </a:lnTo>
                  <a:lnTo>
                    <a:pt x="4322630" y="1998929"/>
                  </a:lnTo>
                  <a:lnTo>
                    <a:pt x="4322757" y="1998929"/>
                  </a:lnTo>
                  <a:lnTo>
                    <a:pt x="4322883" y="1998929"/>
                  </a:lnTo>
                  <a:lnTo>
                    <a:pt x="4322883" y="1994018"/>
                  </a:lnTo>
                  <a:lnTo>
                    <a:pt x="4323009" y="1994018"/>
                  </a:lnTo>
                  <a:lnTo>
                    <a:pt x="4323135" y="1994018"/>
                  </a:lnTo>
                  <a:lnTo>
                    <a:pt x="4323262" y="1994018"/>
                  </a:lnTo>
                  <a:lnTo>
                    <a:pt x="4323388" y="1994018"/>
                  </a:lnTo>
                  <a:lnTo>
                    <a:pt x="4323514" y="1994018"/>
                  </a:lnTo>
                  <a:lnTo>
                    <a:pt x="4323640" y="1994018"/>
                  </a:lnTo>
                  <a:lnTo>
                    <a:pt x="4323767" y="1994018"/>
                  </a:lnTo>
                  <a:lnTo>
                    <a:pt x="4323893" y="1994018"/>
                  </a:lnTo>
                  <a:lnTo>
                    <a:pt x="4324019" y="1994018"/>
                  </a:lnTo>
                  <a:lnTo>
                    <a:pt x="4324145" y="1994018"/>
                  </a:lnTo>
                  <a:lnTo>
                    <a:pt x="4324272" y="1994018"/>
                  </a:lnTo>
                  <a:lnTo>
                    <a:pt x="4324398" y="1994018"/>
                  </a:lnTo>
                  <a:lnTo>
                    <a:pt x="4324524" y="1994018"/>
                  </a:lnTo>
                  <a:lnTo>
                    <a:pt x="4324650" y="1994018"/>
                  </a:lnTo>
                  <a:lnTo>
                    <a:pt x="4324777" y="1994018"/>
                  </a:lnTo>
                  <a:lnTo>
                    <a:pt x="4324903" y="1994018"/>
                  </a:lnTo>
                  <a:lnTo>
                    <a:pt x="4325029" y="1994018"/>
                  </a:lnTo>
                  <a:lnTo>
                    <a:pt x="4325156" y="1994018"/>
                  </a:lnTo>
                  <a:lnTo>
                    <a:pt x="4325282" y="1994018"/>
                  </a:lnTo>
                  <a:lnTo>
                    <a:pt x="4325408" y="1994018"/>
                  </a:lnTo>
                  <a:lnTo>
                    <a:pt x="4325534" y="1994018"/>
                  </a:lnTo>
                  <a:lnTo>
                    <a:pt x="4325661" y="1994018"/>
                  </a:lnTo>
                  <a:lnTo>
                    <a:pt x="4325787" y="1994018"/>
                  </a:lnTo>
                  <a:lnTo>
                    <a:pt x="4325913" y="1994018"/>
                  </a:lnTo>
                  <a:lnTo>
                    <a:pt x="4326039" y="1994018"/>
                  </a:lnTo>
                  <a:lnTo>
                    <a:pt x="4326166" y="1994018"/>
                  </a:lnTo>
                  <a:lnTo>
                    <a:pt x="4326292" y="1994018"/>
                  </a:lnTo>
                  <a:lnTo>
                    <a:pt x="4326418" y="1994018"/>
                  </a:lnTo>
                  <a:lnTo>
                    <a:pt x="4326418" y="1989106"/>
                  </a:lnTo>
                  <a:lnTo>
                    <a:pt x="4326544" y="1989106"/>
                  </a:lnTo>
                  <a:lnTo>
                    <a:pt x="4326671" y="1989106"/>
                  </a:lnTo>
                  <a:lnTo>
                    <a:pt x="4326797" y="1989106"/>
                  </a:lnTo>
                  <a:lnTo>
                    <a:pt x="4326923" y="1989106"/>
                  </a:lnTo>
                  <a:lnTo>
                    <a:pt x="4327049" y="1989106"/>
                  </a:lnTo>
                  <a:lnTo>
                    <a:pt x="4327176" y="1989106"/>
                  </a:lnTo>
                  <a:lnTo>
                    <a:pt x="4327302" y="1989106"/>
                  </a:lnTo>
                  <a:lnTo>
                    <a:pt x="4327428" y="1989106"/>
                  </a:lnTo>
                  <a:lnTo>
                    <a:pt x="4327554" y="1989106"/>
                  </a:lnTo>
                  <a:lnTo>
                    <a:pt x="4327681" y="1989106"/>
                  </a:lnTo>
                  <a:lnTo>
                    <a:pt x="4327807" y="1989106"/>
                  </a:lnTo>
                  <a:lnTo>
                    <a:pt x="4327933" y="1989106"/>
                  </a:lnTo>
                  <a:lnTo>
                    <a:pt x="4328059" y="1989106"/>
                  </a:lnTo>
                  <a:lnTo>
                    <a:pt x="4328186" y="1989106"/>
                  </a:lnTo>
                  <a:lnTo>
                    <a:pt x="4328312" y="1989106"/>
                  </a:lnTo>
                  <a:lnTo>
                    <a:pt x="4328312" y="1984195"/>
                  </a:lnTo>
                  <a:lnTo>
                    <a:pt x="4328438" y="1984195"/>
                  </a:lnTo>
                  <a:lnTo>
                    <a:pt x="4328564" y="1984195"/>
                  </a:lnTo>
                  <a:lnTo>
                    <a:pt x="4328691" y="1984195"/>
                  </a:lnTo>
                  <a:lnTo>
                    <a:pt x="4328817" y="1984195"/>
                  </a:lnTo>
                  <a:lnTo>
                    <a:pt x="4328943" y="1984195"/>
                  </a:lnTo>
                  <a:lnTo>
                    <a:pt x="4329069" y="1984195"/>
                  </a:lnTo>
                  <a:lnTo>
                    <a:pt x="4329196" y="1984195"/>
                  </a:lnTo>
                  <a:lnTo>
                    <a:pt x="4329322" y="1984195"/>
                  </a:lnTo>
                  <a:lnTo>
                    <a:pt x="4329448" y="1984195"/>
                  </a:lnTo>
                  <a:lnTo>
                    <a:pt x="4329574" y="1984195"/>
                  </a:lnTo>
                  <a:lnTo>
                    <a:pt x="4329701" y="1984195"/>
                  </a:lnTo>
                  <a:lnTo>
                    <a:pt x="4329827" y="1984195"/>
                  </a:lnTo>
                  <a:lnTo>
                    <a:pt x="4329953" y="1984195"/>
                  </a:lnTo>
                  <a:lnTo>
                    <a:pt x="4330080" y="1984195"/>
                  </a:lnTo>
                  <a:lnTo>
                    <a:pt x="4330206" y="1984195"/>
                  </a:lnTo>
                  <a:lnTo>
                    <a:pt x="4330332" y="1984195"/>
                  </a:lnTo>
                  <a:lnTo>
                    <a:pt x="4330458" y="1984195"/>
                  </a:lnTo>
                  <a:lnTo>
                    <a:pt x="4330585" y="1984195"/>
                  </a:lnTo>
                  <a:lnTo>
                    <a:pt x="4330711" y="1984195"/>
                  </a:lnTo>
                  <a:lnTo>
                    <a:pt x="4330837" y="1984195"/>
                  </a:lnTo>
                  <a:lnTo>
                    <a:pt x="4330963" y="1984195"/>
                  </a:lnTo>
                  <a:lnTo>
                    <a:pt x="4331090" y="1984195"/>
                  </a:lnTo>
                  <a:lnTo>
                    <a:pt x="4331216" y="1984195"/>
                  </a:lnTo>
                  <a:lnTo>
                    <a:pt x="4331342" y="1984195"/>
                  </a:lnTo>
                  <a:lnTo>
                    <a:pt x="4331468" y="1984195"/>
                  </a:lnTo>
                  <a:lnTo>
                    <a:pt x="4331595" y="1984195"/>
                  </a:lnTo>
                  <a:lnTo>
                    <a:pt x="4331721" y="1984195"/>
                  </a:lnTo>
                  <a:lnTo>
                    <a:pt x="4331847" y="1984195"/>
                  </a:lnTo>
                  <a:lnTo>
                    <a:pt x="4331973" y="1984195"/>
                  </a:lnTo>
                  <a:lnTo>
                    <a:pt x="4332100" y="1984195"/>
                  </a:lnTo>
                  <a:lnTo>
                    <a:pt x="4332226" y="1984195"/>
                  </a:lnTo>
                  <a:lnTo>
                    <a:pt x="4332352" y="1984195"/>
                  </a:lnTo>
                  <a:lnTo>
                    <a:pt x="4332478" y="1984195"/>
                  </a:lnTo>
                  <a:lnTo>
                    <a:pt x="4332605" y="1984195"/>
                  </a:lnTo>
                  <a:lnTo>
                    <a:pt x="4332731" y="1984195"/>
                  </a:lnTo>
                  <a:lnTo>
                    <a:pt x="4332857" y="1984195"/>
                  </a:lnTo>
                  <a:lnTo>
                    <a:pt x="4332983" y="1984195"/>
                  </a:lnTo>
                  <a:lnTo>
                    <a:pt x="4333110" y="1984195"/>
                  </a:lnTo>
                  <a:lnTo>
                    <a:pt x="4333236" y="1984195"/>
                  </a:lnTo>
                  <a:lnTo>
                    <a:pt x="4333362" y="1984195"/>
                  </a:lnTo>
                  <a:lnTo>
                    <a:pt x="4333488" y="1984195"/>
                  </a:lnTo>
                  <a:lnTo>
                    <a:pt x="4333615" y="1984195"/>
                  </a:lnTo>
                  <a:lnTo>
                    <a:pt x="4333741" y="1984195"/>
                  </a:lnTo>
                  <a:lnTo>
                    <a:pt x="4333867" y="1984195"/>
                  </a:lnTo>
                  <a:lnTo>
                    <a:pt x="4333993" y="1984195"/>
                  </a:lnTo>
                  <a:lnTo>
                    <a:pt x="4334120" y="1984195"/>
                  </a:lnTo>
                  <a:lnTo>
                    <a:pt x="4334246" y="1984195"/>
                  </a:lnTo>
                  <a:lnTo>
                    <a:pt x="4334372" y="1984195"/>
                  </a:lnTo>
                  <a:lnTo>
                    <a:pt x="4334498" y="1984195"/>
                  </a:lnTo>
                  <a:lnTo>
                    <a:pt x="4334625" y="1984195"/>
                  </a:lnTo>
                  <a:lnTo>
                    <a:pt x="4334751" y="1984195"/>
                  </a:lnTo>
                  <a:lnTo>
                    <a:pt x="4334877" y="1984195"/>
                  </a:lnTo>
                  <a:lnTo>
                    <a:pt x="4335004" y="1984195"/>
                  </a:lnTo>
                  <a:lnTo>
                    <a:pt x="4335130" y="1984195"/>
                  </a:lnTo>
                  <a:lnTo>
                    <a:pt x="4335256" y="1984195"/>
                  </a:lnTo>
                  <a:lnTo>
                    <a:pt x="4335382" y="1984195"/>
                  </a:lnTo>
                  <a:lnTo>
                    <a:pt x="4335509" y="1984195"/>
                  </a:lnTo>
                  <a:lnTo>
                    <a:pt x="4335635" y="1984195"/>
                  </a:lnTo>
                  <a:lnTo>
                    <a:pt x="4335761" y="1984195"/>
                  </a:lnTo>
                  <a:lnTo>
                    <a:pt x="4335887" y="1984195"/>
                  </a:lnTo>
                  <a:lnTo>
                    <a:pt x="4336014" y="1984195"/>
                  </a:lnTo>
                  <a:lnTo>
                    <a:pt x="4336140" y="1984195"/>
                  </a:lnTo>
                  <a:lnTo>
                    <a:pt x="4336266" y="1984195"/>
                  </a:lnTo>
                  <a:lnTo>
                    <a:pt x="4336392" y="1984195"/>
                  </a:lnTo>
                  <a:lnTo>
                    <a:pt x="4336519" y="1984195"/>
                  </a:lnTo>
                  <a:lnTo>
                    <a:pt x="4336645" y="1984195"/>
                  </a:lnTo>
                  <a:lnTo>
                    <a:pt x="4336771" y="1984195"/>
                  </a:lnTo>
                  <a:lnTo>
                    <a:pt x="4336897" y="1984195"/>
                  </a:lnTo>
                  <a:lnTo>
                    <a:pt x="4337024" y="1984195"/>
                  </a:lnTo>
                  <a:lnTo>
                    <a:pt x="4337150" y="1984195"/>
                  </a:lnTo>
                  <a:lnTo>
                    <a:pt x="4337276" y="1984195"/>
                  </a:lnTo>
                  <a:lnTo>
                    <a:pt x="4337402" y="1984195"/>
                  </a:lnTo>
                  <a:lnTo>
                    <a:pt x="4337529" y="1984195"/>
                  </a:lnTo>
                  <a:lnTo>
                    <a:pt x="4337655" y="1984195"/>
                  </a:lnTo>
                  <a:lnTo>
                    <a:pt x="4337781" y="1984195"/>
                  </a:lnTo>
                  <a:lnTo>
                    <a:pt x="4337907" y="1984195"/>
                  </a:lnTo>
                  <a:lnTo>
                    <a:pt x="4338034" y="1984195"/>
                  </a:lnTo>
                  <a:lnTo>
                    <a:pt x="4338160" y="1984195"/>
                  </a:lnTo>
                  <a:lnTo>
                    <a:pt x="4338286" y="1984195"/>
                  </a:lnTo>
                  <a:lnTo>
                    <a:pt x="4338412" y="1984195"/>
                  </a:lnTo>
                  <a:lnTo>
                    <a:pt x="4338539" y="1984195"/>
                  </a:lnTo>
                  <a:lnTo>
                    <a:pt x="4338665" y="1984195"/>
                  </a:lnTo>
                  <a:lnTo>
                    <a:pt x="4338791" y="1984195"/>
                  </a:lnTo>
                  <a:lnTo>
                    <a:pt x="4338917" y="1984195"/>
                  </a:lnTo>
                  <a:lnTo>
                    <a:pt x="4339044" y="1984195"/>
                  </a:lnTo>
                  <a:lnTo>
                    <a:pt x="4339170" y="1984195"/>
                  </a:lnTo>
                  <a:lnTo>
                    <a:pt x="4339296" y="1984195"/>
                  </a:lnTo>
                  <a:lnTo>
                    <a:pt x="4339422" y="1984195"/>
                  </a:lnTo>
                  <a:lnTo>
                    <a:pt x="4339549" y="1984195"/>
                  </a:lnTo>
                  <a:lnTo>
                    <a:pt x="4339549" y="1979284"/>
                  </a:lnTo>
                  <a:lnTo>
                    <a:pt x="4339675" y="1979284"/>
                  </a:lnTo>
                  <a:lnTo>
                    <a:pt x="4339801" y="1979284"/>
                  </a:lnTo>
                  <a:lnTo>
                    <a:pt x="4339927" y="1979284"/>
                  </a:lnTo>
                  <a:lnTo>
                    <a:pt x="4340054" y="1979284"/>
                  </a:lnTo>
                  <a:lnTo>
                    <a:pt x="4340180" y="1979284"/>
                  </a:lnTo>
                  <a:lnTo>
                    <a:pt x="4340306" y="1979284"/>
                  </a:lnTo>
                  <a:lnTo>
                    <a:pt x="4340433" y="1979284"/>
                  </a:lnTo>
                  <a:lnTo>
                    <a:pt x="4340559" y="1979284"/>
                  </a:lnTo>
                  <a:lnTo>
                    <a:pt x="4340685" y="1979284"/>
                  </a:lnTo>
                  <a:lnTo>
                    <a:pt x="4340811" y="1979284"/>
                  </a:lnTo>
                  <a:lnTo>
                    <a:pt x="4340938" y="1979284"/>
                  </a:lnTo>
                  <a:lnTo>
                    <a:pt x="4341064" y="1979284"/>
                  </a:lnTo>
                  <a:lnTo>
                    <a:pt x="4341190" y="1979284"/>
                  </a:lnTo>
                  <a:lnTo>
                    <a:pt x="4341316" y="1979284"/>
                  </a:lnTo>
                  <a:lnTo>
                    <a:pt x="4341443" y="1979284"/>
                  </a:lnTo>
                  <a:lnTo>
                    <a:pt x="4341569" y="1979284"/>
                  </a:lnTo>
                  <a:lnTo>
                    <a:pt x="4341695" y="1979284"/>
                  </a:lnTo>
                  <a:lnTo>
                    <a:pt x="4341821" y="1979284"/>
                  </a:lnTo>
                  <a:lnTo>
                    <a:pt x="4341948" y="1979284"/>
                  </a:lnTo>
                  <a:lnTo>
                    <a:pt x="4342074" y="1979284"/>
                  </a:lnTo>
                  <a:lnTo>
                    <a:pt x="4342200" y="1979284"/>
                  </a:lnTo>
                  <a:lnTo>
                    <a:pt x="4342326" y="1979284"/>
                  </a:lnTo>
                  <a:lnTo>
                    <a:pt x="4342453" y="1979284"/>
                  </a:lnTo>
                  <a:lnTo>
                    <a:pt x="4342579" y="1979284"/>
                  </a:lnTo>
                  <a:lnTo>
                    <a:pt x="4342705" y="1979284"/>
                  </a:lnTo>
                  <a:lnTo>
                    <a:pt x="4342831" y="1979284"/>
                  </a:lnTo>
                  <a:lnTo>
                    <a:pt x="4342958" y="1979284"/>
                  </a:lnTo>
                  <a:lnTo>
                    <a:pt x="4343084" y="1979284"/>
                  </a:lnTo>
                  <a:lnTo>
                    <a:pt x="4343210" y="1979284"/>
                  </a:lnTo>
                  <a:lnTo>
                    <a:pt x="4343336" y="1979284"/>
                  </a:lnTo>
                  <a:lnTo>
                    <a:pt x="4343463" y="1979284"/>
                  </a:lnTo>
                  <a:lnTo>
                    <a:pt x="4343589" y="1979284"/>
                  </a:lnTo>
                  <a:lnTo>
                    <a:pt x="4343715" y="1979284"/>
                  </a:lnTo>
                  <a:lnTo>
                    <a:pt x="4343841" y="1979284"/>
                  </a:lnTo>
                  <a:lnTo>
                    <a:pt x="4343968" y="1979284"/>
                  </a:lnTo>
                  <a:lnTo>
                    <a:pt x="4344094" y="1979284"/>
                  </a:lnTo>
                  <a:lnTo>
                    <a:pt x="4344220" y="1979284"/>
                  </a:lnTo>
                  <a:lnTo>
                    <a:pt x="4344346" y="1979284"/>
                  </a:lnTo>
                  <a:lnTo>
                    <a:pt x="4344473" y="1979284"/>
                  </a:lnTo>
                  <a:lnTo>
                    <a:pt x="4344599" y="1979284"/>
                  </a:lnTo>
                  <a:lnTo>
                    <a:pt x="4344725" y="1979284"/>
                  </a:lnTo>
                  <a:lnTo>
                    <a:pt x="4344851" y="1979284"/>
                  </a:lnTo>
                  <a:lnTo>
                    <a:pt x="4344978" y="1979284"/>
                  </a:lnTo>
                  <a:lnTo>
                    <a:pt x="4345104" y="1979284"/>
                  </a:lnTo>
                  <a:lnTo>
                    <a:pt x="4345230" y="1979284"/>
                  </a:lnTo>
                  <a:lnTo>
                    <a:pt x="4345357" y="1979284"/>
                  </a:lnTo>
                  <a:lnTo>
                    <a:pt x="4345483" y="1979284"/>
                  </a:lnTo>
                  <a:lnTo>
                    <a:pt x="4345609" y="1979284"/>
                  </a:lnTo>
                  <a:lnTo>
                    <a:pt x="4345735" y="1979284"/>
                  </a:lnTo>
                  <a:lnTo>
                    <a:pt x="4345862" y="1979284"/>
                  </a:lnTo>
                  <a:lnTo>
                    <a:pt x="4345988" y="1979284"/>
                  </a:lnTo>
                  <a:lnTo>
                    <a:pt x="4346114" y="1979284"/>
                  </a:lnTo>
                  <a:lnTo>
                    <a:pt x="4346240" y="1979284"/>
                  </a:lnTo>
                  <a:lnTo>
                    <a:pt x="4346367" y="1979284"/>
                  </a:lnTo>
                  <a:lnTo>
                    <a:pt x="4346493" y="1979284"/>
                  </a:lnTo>
                  <a:lnTo>
                    <a:pt x="4346619" y="1979284"/>
                  </a:lnTo>
                  <a:lnTo>
                    <a:pt x="4346745" y="1979284"/>
                  </a:lnTo>
                  <a:lnTo>
                    <a:pt x="4346872" y="1979284"/>
                  </a:lnTo>
                  <a:lnTo>
                    <a:pt x="4346998" y="1979284"/>
                  </a:lnTo>
                  <a:lnTo>
                    <a:pt x="4347124" y="1979284"/>
                  </a:lnTo>
                  <a:lnTo>
                    <a:pt x="4347250" y="1979284"/>
                  </a:lnTo>
                  <a:lnTo>
                    <a:pt x="4347377" y="1979284"/>
                  </a:lnTo>
                  <a:lnTo>
                    <a:pt x="4347503" y="1979284"/>
                  </a:lnTo>
                  <a:lnTo>
                    <a:pt x="4347629" y="1979284"/>
                  </a:lnTo>
                  <a:lnTo>
                    <a:pt x="4347755" y="1979284"/>
                  </a:lnTo>
                  <a:lnTo>
                    <a:pt x="4347882" y="1979284"/>
                  </a:lnTo>
                  <a:lnTo>
                    <a:pt x="4348008" y="1979284"/>
                  </a:lnTo>
                  <a:lnTo>
                    <a:pt x="4348134" y="1979284"/>
                  </a:lnTo>
                  <a:lnTo>
                    <a:pt x="4348260" y="1979284"/>
                  </a:lnTo>
                  <a:lnTo>
                    <a:pt x="4348387" y="1979284"/>
                  </a:lnTo>
                  <a:lnTo>
                    <a:pt x="4348513" y="1979284"/>
                  </a:lnTo>
                  <a:lnTo>
                    <a:pt x="4348639" y="1979284"/>
                  </a:lnTo>
                  <a:lnTo>
                    <a:pt x="4348765" y="1979284"/>
                  </a:lnTo>
                  <a:lnTo>
                    <a:pt x="4348892" y="1979284"/>
                  </a:lnTo>
                  <a:lnTo>
                    <a:pt x="4349018" y="1979284"/>
                  </a:lnTo>
                  <a:lnTo>
                    <a:pt x="4349144" y="1979284"/>
                  </a:lnTo>
                  <a:lnTo>
                    <a:pt x="4349144" y="1974372"/>
                  </a:lnTo>
                  <a:lnTo>
                    <a:pt x="4349270" y="1974372"/>
                  </a:lnTo>
                  <a:lnTo>
                    <a:pt x="4349397" y="1974372"/>
                  </a:lnTo>
                  <a:lnTo>
                    <a:pt x="4349523" y="1974372"/>
                  </a:lnTo>
                  <a:lnTo>
                    <a:pt x="4349649" y="1974372"/>
                  </a:lnTo>
                  <a:lnTo>
                    <a:pt x="4349775" y="1974372"/>
                  </a:lnTo>
                  <a:lnTo>
                    <a:pt x="4349902" y="1974372"/>
                  </a:lnTo>
                  <a:lnTo>
                    <a:pt x="4350028" y="1974372"/>
                  </a:lnTo>
                  <a:lnTo>
                    <a:pt x="4350154" y="1974372"/>
                  </a:lnTo>
                  <a:lnTo>
                    <a:pt x="4350280" y="1974372"/>
                  </a:lnTo>
                  <a:lnTo>
                    <a:pt x="4350407" y="1974372"/>
                  </a:lnTo>
                  <a:lnTo>
                    <a:pt x="4350533" y="1974372"/>
                  </a:lnTo>
                  <a:lnTo>
                    <a:pt x="4350659" y="1974372"/>
                  </a:lnTo>
                  <a:lnTo>
                    <a:pt x="4350786" y="1974372"/>
                  </a:lnTo>
                  <a:lnTo>
                    <a:pt x="4350912" y="1974372"/>
                  </a:lnTo>
                  <a:lnTo>
                    <a:pt x="4351038" y="1974372"/>
                  </a:lnTo>
                  <a:lnTo>
                    <a:pt x="4351164" y="1974372"/>
                  </a:lnTo>
                  <a:lnTo>
                    <a:pt x="4351291" y="1974372"/>
                  </a:lnTo>
                  <a:lnTo>
                    <a:pt x="4351417" y="1974372"/>
                  </a:lnTo>
                  <a:lnTo>
                    <a:pt x="4351543" y="1974372"/>
                  </a:lnTo>
                  <a:lnTo>
                    <a:pt x="4351669" y="1974372"/>
                  </a:lnTo>
                  <a:lnTo>
                    <a:pt x="4351796" y="1974372"/>
                  </a:lnTo>
                  <a:lnTo>
                    <a:pt x="4351922" y="1974372"/>
                  </a:lnTo>
                  <a:lnTo>
                    <a:pt x="4352048" y="1974372"/>
                  </a:lnTo>
                  <a:lnTo>
                    <a:pt x="4352174" y="1974372"/>
                  </a:lnTo>
                  <a:lnTo>
                    <a:pt x="4352301" y="1974372"/>
                  </a:lnTo>
                  <a:lnTo>
                    <a:pt x="4352427" y="1974372"/>
                  </a:lnTo>
                  <a:lnTo>
                    <a:pt x="4352553" y="1974372"/>
                  </a:lnTo>
                  <a:lnTo>
                    <a:pt x="4352679" y="1974372"/>
                  </a:lnTo>
                  <a:lnTo>
                    <a:pt x="4352806" y="1974372"/>
                  </a:lnTo>
                  <a:lnTo>
                    <a:pt x="4352932" y="1974372"/>
                  </a:lnTo>
                  <a:lnTo>
                    <a:pt x="4353058" y="1974372"/>
                  </a:lnTo>
                  <a:lnTo>
                    <a:pt x="4353184" y="1974372"/>
                  </a:lnTo>
                  <a:lnTo>
                    <a:pt x="4353311" y="1974372"/>
                  </a:lnTo>
                  <a:lnTo>
                    <a:pt x="4353437" y="1974372"/>
                  </a:lnTo>
                  <a:lnTo>
                    <a:pt x="4353563" y="1974372"/>
                  </a:lnTo>
                  <a:lnTo>
                    <a:pt x="4353689" y="1974372"/>
                  </a:lnTo>
                  <a:lnTo>
                    <a:pt x="4353816" y="1974372"/>
                  </a:lnTo>
                  <a:lnTo>
                    <a:pt x="4353942" y="1974372"/>
                  </a:lnTo>
                  <a:lnTo>
                    <a:pt x="4354068" y="1974372"/>
                  </a:lnTo>
                  <a:lnTo>
                    <a:pt x="4354194" y="1974372"/>
                  </a:lnTo>
                  <a:lnTo>
                    <a:pt x="4354321" y="1974372"/>
                  </a:lnTo>
                  <a:lnTo>
                    <a:pt x="4354447" y="1974372"/>
                  </a:lnTo>
                  <a:lnTo>
                    <a:pt x="4354573" y="1974372"/>
                  </a:lnTo>
                  <a:lnTo>
                    <a:pt x="4354699" y="1974372"/>
                  </a:lnTo>
                  <a:lnTo>
                    <a:pt x="4354826" y="1974372"/>
                  </a:lnTo>
                  <a:lnTo>
                    <a:pt x="4354952" y="1974372"/>
                  </a:lnTo>
                  <a:lnTo>
                    <a:pt x="4355078" y="1974372"/>
                  </a:lnTo>
                  <a:lnTo>
                    <a:pt x="4355204" y="1974372"/>
                  </a:lnTo>
                  <a:lnTo>
                    <a:pt x="4355204" y="1969461"/>
                  </a:lnTo>
                  <a:lnTo>
                    <a:pt x="4355331" y="1969461"/>
                  </a:lnTo>
                  <a:lnTo>
                    <a:pt x="4355457" y="1969461"/>
                  </a:lnTo>
                  <a:lnTo>
                    <a:pt x="4355583" y="1969461"/>
                  </a:lnTo>
                  <a:lnTo>
                    <a:pt x="4355710" y="1969461"/>
                  </a:lnTo>
                  <a:lnTo>
                    <a:pt x="4355836" y="1969461"/>
                  </a:lnTo>
                  <a:lnTo>
                    <a:pt x="4355962" y="1969461"/>
                  </a:lnTo>
                  <a:lnTo>
                    <a:pt x="4356088" y="1969461"/>
                  </a:lnTo>
                  <a:lnTo>
                    <a:pt x="4356215" y="1969461"/>
                  </a:lnTo>
                  <a:lnTo>
                    <a:pt x="4356341" y="1969461"/>
                  </a:lnTo>
                  <a:lnTo>
                    <a:pt x="4356467" y="1969461"/>
                  </a:lnTo>
                  <a:lnTo>
                    <a:pt x="4356593" y="1969461"/>
                  </a:lnTo>
                  <a:lnTo>
                    <a:pt x="4356720" y="1969461"/>
                  </a:lnTo>
                  <a:lnTo>
                    <a:pt x="4356846" y="1969461"/>
                  </a:lnTo>
                  <a:lnTo>
                    <a:pt x="4356972" y="1969461"/>
                  </a:lnTo>
                  <a:lnTo>
                    <a:pt x="4357098" y="1969461"/>
                  </a:lnTo>
                  <a:lnTo>
                    <a:pt x="4357225" y="1969461"/>
                  </a:lnTo>
                  <a:lnTo>
                    <a:pt x="4357351" y="1969461"/>
                  </a:lnTo>
                  <a:lnTo>
                    <a:pt x="4357477" y="1969461"/>
                  </a:lnTo>
                  <a:lnTo>
                    <a:pt x="4357603" y="1969461"/>
                  </a:lnTo>
                  <a:lnTo>
                    <a:pt x="4357730" y="1969461"/>
                  </a:lnTo>
                  <a:lnTo>
                    <a:pt x="4357856" y="1969461"/>
                  </a:lnTo>
                  <a:lnTo>
                    <a:pt x="4357982" y="1969461"/>
                  </a:lnTo>
                  <a:lnTo>
                    <a:pt x="4358108" y="1969461"/>
                  </a:lnTo>
                  <a:lnTo>
                    <a:pt x="4358235" y="1969461"/>
                  </a:lnTo>
                  <a:lnTo>
                    <a:pt x="4358361" y="1969461"/>
                  </a:lnTo>
                  <a:lnTo>
                    <a:pt x="4358361" y="1964549"/>
                  </a:lnTo>
                  <a:lnTo>
                    <a:pt x="4358487" y="1964549"/>
                  </a:lnTo>
                  <a:lnTo>
                    <a:pt x="4358613" y="1964549"/>
                  </a:lnTo>
                  <a:lnTo>
                    <a:pt x="4358740" y="1964549"/>
                  </a:lnTo>
                  <a:lnTo>
                    <a:pt x="4358866" y="1964549"/>
                  </a:lnTo>
                  <a:lnTo>
                    <a:pt x="4358992" y="1964549"/>
                  </a:lnTo>
                  <a:lnTo>
                    <a:pt x="4359118" y="1964549"/>
                  </a:lnTo>
                  <a:lnTo>
                    <a:pt x="4359245" y="1964549"/>
                  </a:lnTo>
                  <a:lnTo>
                    <a:pt x="4359371" y="1964549"/>
                  </a:lnTo>
                  <a:lnTo>
                    <a:pt x="4359497" y="1964549"/>
                  </a:lnTo>
                  <a:lnTo>
                    <a:pt x="4359623" y="1964549"/>
                  </a:lnTo>
                  <a:lnTo>
                    <a:pt x="4359750" y="1964549"/>
                  </a:lnTo>
                  <a:lnTo>
                    <a:pt x="4359876" y="1964549"/>
                  </a:lnTo>
                  <a:lnTo>
                    <a:pt x="4360002" y="1964549"/>
                  </a:lnTo>
                  <a:lnTo>
                    <a:pt x="4360128" y="1964549"/>
                  </a:lnTo>
                  <a:lnTo>
                    <a:pt x="4360255" y="1964549"/>
                  </a:lnTo>
                  <a:lnTo>
                    <a:pt x="4360381" y="1964549"/>
                  </a:lnTo>
                  <a:lnTo>
                    <a:pt x="4360507" y="1964549"/>
                  </a:lnTo>
                  <a:lnTo>
                    <a:pt x="4360633" y="1964549"/>
                  </a:lnTo>
                  <a:lnTo>
                    <a:pt x="4360760" y="1964549"/>
                  </a:lnTo>
                  <a:lnTo>
                    <a:pt x="4360886" y="1964549"/>
                  </a:lnTo>
                  <a:lnTo>
                    <a:pt x="4361012" y="1964549"/>
                  </a:lnTo>
                  <a:lnTo>
                    <a:pt x="4361139" y="1964549"/>
                  </a:lnTo>
                  <a:lnTo>
                    <a:pt x="4361265" y="1964549"/>
                  </a:lnTo>
                  <a:lnTo>
                    <a:pt x="4361391" y="1964549"/>
                  </a:lnTo>
                  <a:lnTo>
                    <a:pt x="4361517" y="1964549"/>
                  </a:lnTo>
                  <a:lnTo>
                    <a:pt x="4361644" y="1964549"/>
                  </a:lnTo>
                  <a:lnTo>
                    <a:pt x="4361770" y="1964549"/>
                  </a:lnTo>
                  <a:lnTo>
                    <a:pt x="4361896" y="1964549"/>
                  </a:lnTo>
                  <a:lnTo>
                    <a:pt x="4362022" y="1964549"/>
                  </a:lnTo>
                  <a:lnTo>
                    <a:pt x="4362149" y="1964549"/>
                  </a:lnTo>
                  <a:lnTo>
                    <a:pt x="4362275" y="1964549"/>
                  </a:lnTo>
                  <a:lnTo>
                    <a:pt x="4362401" y="1964549"/>
                  </a:lnTo>
                  <a:lnTo>
                    <a:pt x="4362527" y="1964549"/>
                  </a:lnTo>
                  <a:lnTo>
                    <a:pt x="4362654" y="1964549"/>
                  </a:lnTo>
                  <a:lnTo>
                    <a:pt x="4362780" y="1964549"/>
                  </a:lnTo>
                  <a:lnTo>
                    <a:pt x="4362906" y="1964549"/>
                  </a:lnTo>
                  <a:lnTo>
                    <a:pt x="4363032" y="1964549"/>
                  </a:lnTo>
                  <a:lnTo>
                    <a:pt x="4363159" y="1964549"/>
                  </a:lnTo>
                  <a:lnTo>
                    <a:pt x="4363285" y="1964549"/>
                  </a:lnTo>
                  <a:lnTo>
                    <a:pt x="4363411" y="1964549"/>
                  </a:lnTo>
                  <a:lnTo>
                    <a:pt x="4363537" y="1964549"/>
                  </a:lnTo>
                  <a:lnTo>
                    <a:pt x="4363664" y="1964549"/>
                  </a:lnTo>
                  <a:lnTo>
                    <a:pt x="4363790" y="1964549"/>
                  </a:lnTo>
                  <a:lnTo>
                    <a:pt x="4363916" y="1964549"/>
                  </a:lnTo>
                  <a:lnTo>
                    <a:pt x="4364042" y="1964549"/>
                  </a:lnTo>
                  <a:lnTo>
                    <a:pt x="4364169" y="1964549"/>
                  </a:lnTo>
                  <a:lnTo>
                    <a:pt x="4364295" y="1964549"/>
                  </a:lnTo>
                  <a:lnTo>
                    <a:pt x="4364421" y="1964549"/>
                  </a:lnTo>
                  <a:lnTo>
                    <a:pt x="4364547" y="1964549"/>
                  </a:lnTo>
                  <a:lnTo>
                    <a:pt x="4364674" y="1964549"/>
                  </a:lnTo>
                  <a:lnTo>
                    <a:pt x="4364800" y="1964549"/>
                  </a:lnTo>
                  <a:lnTo>
                    <a:pt x="4364926" y="1964549"/>
                  </a:lnTo>
                  <a:lnTo>
                    <a:pt x="4365052" y="1964549"/>
                  </a:lnTo>
                  <a:lnTo>
                    <a:pt x="4365179" y="1964549"/>
                  </a:lnTo>
                  <a:lnTo>
                    <a:pt x="4365305" y="1964549"/>
                  </a:lnTo>
                  <a:lnTo>
                    <a:pt x="4365431" y="1964549"/>
                  </a:lnTo>
                  <a:lnTo>
                    <a:pt x="4365557" y="1964549"/>
                  </a:lnTo>
                  <a:lnTo>
                    <a:pt x="4365684" y="1964549"/>
                  </a:lnTo>
                  <a:lnTo>
                    <a:pt x="4365810" y="1964549"/>
                  </a:lnTo>
                  <a:lnTo>
                    <a:pt x="4365936" y="1964549"/>
                  </a:lnTo>
                  <a:lnTo>
                    <a:pt x="4366063" y="1964549"/>
                  </a:lnTo>
                  <a:lnTo>
                    <a:pt x="4366189" y="1964549"/>
                  </a:lnTo>
                  <a:lnTo>
                    <a:pt x="4366315" y="1964549"/>
                  </a:lnTo>
                  <a:lnTo>
                    <a:pt x="4366441" y="1964549"/>
                  </a:lnTo>
                  <a:lnTo>
                    <a:pt x="4366568" y="1964549"/>
                  </a:lnTo>
                  <a:lnTo>
                    <a:pt x="4366694" y="1964549"/>
                  </a:lnTo>
                  <a:lnTo>
                    <a:pt x="4366820" y="1964549"/>
                  </a:lnTo>
                  <a:lnTo>
                    <a:pt x="4366946" y="1964549"/>
                  </a:lnTo>
                  <a:lnTo>
                    <a:pt x="4367073" y="1964549"/>
                  </a:lnTo>
                  <a:lnTo>
                    <a:pt x="4367199" y="1964549"/>
                  </a:lnTo>
                  <a:lnTo>
                    <a:pt x="4367325" y="1964549"/>
                  </a:lnTo>
                  <a:lnTo>
                    <a:pt x="4367451" y="1964549"/>
                  </a:lnTo>
                  <a:lnTo>
                    <a:pt x="4367578" y="1964549"/>
                  </a:lnTo>
                  <a:lnTo>
                    <a:pt x="4367704" y="1964549"/>
                  </a:lnTo>
                  <a:lnTo>
                    <a:pt x="4367830" y="1964549"/>
                  </a:lnTo>
                  <a:lnTo>
                    <a:pt x="4367956" y="1964549"/>
                  </a:lnTo>
                  <a:lnTo>
                    <a:pt x="4368083" y="1964549"/>
                  </a:lnTo>
                  <a:lnTo>
                    <a:pt x="4368209" y="1964549"/>
                  </a:lnTo>
                  <a:lnTo>
                    <a:pt x="4368335" y="1964549"/>
                  </a:lnTo>
                  <a:lnTo>
                    <a:pt x="4368461" y="1964549"/>
                  </a:lnTo>
                  <a:lnTo>
                    <a:pt x="4368588" y="1964549"/>
                  </a:lnTo>
                  <a:lnTo>
                    <a:pt x="4368714" y="1964549"/>
                  </a:lnTo>
                  <a:lnTo>
                    <a:pt x="4368840" y="1964549"/>
                  </a:lnTo>
                  <a:lnTo>
                    <a:pt x="4368966" y="1964549"/>
                  </a:lnTo>
                  <a:lnTo>
                    <a:pt x="4369093" y="1964549"/>
                  </a:lnTo>
                  <a:lnTo>
                    <a:pt x="4369219" y="1964549"/>
                  </a:lnTo>
                  <a:lnTo>
                    <a:pt x="4369345" y="1964549"/>
                  </a:lnTo>
                  <a:lnTo>
                    <a:pt x="4369471" y="1964549"/>
                  </a:lnTo>
                  <a:lnTo>
                    <a:pt x="4369471" y="1959638"/>
                  </a:lnTo>
                  <a:lnTo>
                    <a:pt x="4369598" y="1959638"/>
                  </a:lnTo>
                  <a:lnTo>
                    <a:pt x="4369724" y="1959638"/>
                  </a:lnTo>
                  <a:lnTo>
                    <a:pt x="4369850" y="1959638"/>
                  </a:lnTo>
                  <a:lnTo>
                    <a:pt x="4369976" y="1959638"/>
                  </a:lnTo>
                  <a:lnTo>
                    <a:pt x="4370103" y="1959638"/>
                  </a:lnTo>
                  <a:lnTo>
                    <a:pt x="4370229" y="1959638"/>
                  </a:lnTo>
                  <a:lnTo>
                    <a:pt x="4370355" y="1959638"/>
                  </a:lnTo>
                  <a:lnTo>
                    <a:pt x="4370481" y="1959638"/>
                  </a:lnTo>
                  <a:lnTo>
                    <a:pt x="4370608" y="1959638"/>
                  </a:lnTo>
                  <a:lnTo>
                    <a:pt x="4370734" y="1959638"/>
                  </a:lnTo>
                  <a:lnTo>
                    <a:pt x="4370860" y="1959638"/>
                  </a:lnTo>
                  <a:lnTo>
                    <a:pt x="4370986" y="1959638"/>
                  </a:lnTo>
                  <a:lnTo>
                    <a:pt x="4371113" y="1959638"/>
                  </a:lnTo>
                  <a:lnTo>
                    <a:pt x="4371239" y="1959638"/>
                  </a:lnTo>
                  <a:lnTo>
                    <a:pt x="4371365" y="1959638"/>
                  </a:lnTo>
                  <a:lnTo>
                    <a:pt x="4371492" y="1959638"/>
                  </a:lnTo>
                  <a:lnTo>
                    <a:pt x="4371618" y="1959638"/>
                  </a:lnTo>
                  <a:lnTo>
                    <a:pt x="4371744" y="1959638"/>
                  </a:lnTo>
                  <a:lnTo>
                    <a:pt x="4371870" y="1959638"/>
                  </a:lnTo>
                  <a:lnTo>
                    <a:pt x="4371997" y="1959638"/>
                  </a:lnTo>
                  <a:lnTo>
                    <a:pt x="4372123" y="1959638"/>
                  </a:lnTo>
                  <a:lnTo>
                    <a:pt x="4372249" y="1959638"/>
                  </a:lnTo>
                  <a:lnTo>
                    <a:pt x="4372375" y="1959638"/>
                  </a:lnTo>
                  <a:lnTo>
                    <a:pt x="4372502" y="1959638"/>
                  </a:lnTo>
                  <a:lnTo>
                    <a:pt x="4372628" y="1959638"/>
                  </a:lnTo>
                  <a:lnTo>
                    <a:pt x="4372754" y="1959638"/>
                  </a:lnTo>
                  <a:lnTo>
                    <a:pt x="4372880" y="1959638"/>
                  </a:lnTo>
                  <a:lnTo>
                    <a:pt x="4373007" y="1959638"/>
                  </a:lnTo>
                  <a:lnTo>
                    <a:pt x="4373133" y="1959638"/>
                  </a:lnTo>
                  <a:lnTo>
                    <a:pt x="4373259" y="1959638"/>
                  </a:lnTo>
                  <a:lnTo>
                    <a:pt x="4373385" y="1959638"/>
                  </a:lnTo>
                  <a:lnTo>
                    <a:pt x="4373512" y="1959638"/>
                  </a:lnTo>
                  <a:lnTo>
                    <a:pt x="4373638" y="1959638"/>
                  </a:lnTo>
                  <a:lnTo>
                    <a:pt x="4373764" y="1959638"/>
                  </a:lnTo>
                  <a:lnTo>
                    <a:pt x="4373890" y="1959638"/>
                  </a:lnTo>
                  <a:lnTo>
                    <a:pt x="4374017" y="1959638"/>
                  </a:lnTo>
                  <a:lnTo>
                    <a:pt x="4374143" y="1959638"/>
                  </a:lnTo>
                  <a:lnTo>
                    <a:pt x="4374269" y="1959638"/>
                  </a:lnTo>
                  <a:lnTo>
                    <a:pt x="4374395" y="1959638"/>
                  </a:lnTo>
                  <a:lnTo>
                    <a:pt x="4374522" y="1959638"/>
                  </a:lnTo>
                  <a:lnTo>
                    <a:pt x="4374648" y="1959638"/>
                  </a:lnTo>
                  <a:lnTo>
                    <a:pt x="4374774" y="1959638"/>
                  </a:lnTo>
                  <a:lnTo>
                    <a:pt x="4374900" y="1959638"/>
                  </a:lnTo>
                  <a:lnTo>
                    <a:pt x="4375027" y="1959638"/>
                  </a:lnTo>
                  <a:lnTo>
                    <a:pt x="4375153" y="1959638"/>
                  </a:lnTo>
                  <a:lnTo>
                    <a:pt x="4375279" y="1959638"/>
                  </a:lnTo>
                  <a:lnTo>
                    <a:pt x="4375405" y="1959638"/>
                  </a:lnTo>
                  <a:lnTo>
                    <a:pt x="4375532" y="1959638"/>
                  </a:lnTo>
                  <a:lnTo>
                    <a:pt x="4375658" y="1959638"/>
                  </a:lnTo>
                  <a:lnTo>
                    <a:pt x="4375784" y="1959638"/>
                  </a:lnTo>
                  <a:lnTo>
                    <a:pt x="4375910" y="1959638"/>
                  </a:lnTo>
                  <a:lnTo>
                    <a:pt x="4376037" y="1959638"/>
                  </a:lnTo>
                  <a:lnTo>
                    <a:pt x="4376163" y="1959638"/>
                  </a:lnTo>
                  <a:lnTo>
                    <a:pt x="4376289" y="1959638"/>
                  </a:lnTo>
                  <a:lnTo>
                    <a:pt x="4376416" y="1959638"/>
                  </a:lnTo>
                  <a:lnTo>
                    <a:pt x="4376542" y="1959638"/>
                  </a:lnTo>
                  <a:lnTo>
                    <a:pt x="4376668" y="1959638"/>
                  </a:lnTo>
                  <a:lnTo>
                    <a:pt x="4376794" y="1959638"/>
                  </a:lnTo>
                  <a:lnTo>
                    <a:pt x="4376921" y="1959638"/>
                  </a:lnTo>
                  <a:lnTo>
                    <a:pt x="4377047" y="1959638"/>
                  </a:lnTo>
                  <a:lnTo>
                    <a:pt x="4377173" y="1959638"/>
                  </a:lnTo>
                  <a:lnTo>
                    <a:pt x="4377299" y="1959638"/>
                  </a:lnTo>
                  <a:lnTo>
                    <a:pt x="4377299" y="1954727"/>
                  </a:lnTo>
                  <a:lnTo>
                    <a:pt x="4377426" y="1954727"/>
                  </a:lnTo>
                  <a:lnTo>
                    <a:pt x="4377552" y="1954727"/>
                  </a:lnTo>
                  <a:lnTo>
                    <a:pt x="4377678" y="1954727"/>
                  </a:lnTo>
                  <a:lnTo>
                    <a:pt x="4377804" y="1954727"/>
                  </a:lnTo>
                  <a:lnTo>
                    <a:pt x="4377931" y="1954727"/>
                  </a:lnTo>
                  <a:lnTo>
                    <a:pt x="4378057" y="1954727"/>
                  </a:lnTo>
                  <a:lnTo>
                    <a:pt x="4378183" y="1954727"/>
                  </a:lnTo>
                  <a:lnTo>
                    <a:pt x="4378309" y="1954727"/>
                  </a:lnTo>
                  <a:lnTo>
                    <a:pt x="4378436" y="1954727"/>
                  </a:lnTo>
                  <a:lnTo>
                    <a:pt x="4378562" y="1954727"/>
                  </a:lnTo>
                  <a:lnTo>
                    <a:pt x="4378688" y="1954727"/>
                  </a:lnTo>
                  <a:lnTo>
                    <a:pt x="4378814" y="1954727"/>
                  </a:lnTo>
                  <a:lnTo>
                    <a:pt x="4378941" y="1954727"/>
                  </a:lnTo>
                  <a:lnTo>
                    <a:pt x="4379067" y="1954727"/>
                  </a:lnTo>
                  <a:lnTo>
                    <a:pt x="4379193" y="1954727"/>
                  </a:lnTo>
                  <a:lnTo>
                    <a:pt x="4379319" y="1954727"/>
                  </a:lnTo>
                  <a:lnTo>
                    <a:pt x="4379446" y="1954727"/>
                  </a:lnTo>
                  <a:lnTo>
                    <a:pt x="4379572" y="1954727"/>
                  </a:lnTo>
                  <a:lnTo>
                    <a:pt x="4379698" y="1954727"/>
                  </a:lnTo>
                  <a:lnTo>
                    <a:pt x="4379824" y="1954727"/>
                  </a:lnTo>
                  <a:lnTo>
                    <a:pt x="4379951" y="1954727"/>
                  </a:lnTo>
                  <a:lnTo>
                    <a:pt x="4380077" y="1954727"/>
                  </a:lnTo>
                  <a:lnTo>
                    <a:pt x="4380203" y="1954727"/>
                  </a:lnTo>
                  <a:lnTo>
                    <a:pt x="4380329" y="1954727"/>
                  </a:lnTo>
                  <a:lnTo>
                    <a:pt x="4380456" y="1954727"/>
                  </a:lnTo>
                  <a:lnTo>
                    <a:pt x="4380582" y="1954727"/>
                  </a:lnTo>
                  <a:lnTo>
                    <a:pt x="4380708" y="1954727"/>
                  </a:lnTo>
                  <a:lnTo>
                    <a:pt x="4380834" y="1954727"/>
                  </a:lnTo>
                  <a:lnTo>
                    <a:pt x="4380961" y="1954727"/>
                  </a:lnTo>
                  <a:lnTo>
                    <a:pt x="4381087" y="1954727"/>
                  </a:lnTo>
                  <a:lnTo>
                    <a:pt x="4381213" y="1954727"/>
                  </a:lnTo>
                  <a:lnTo>
                    <a:pt x="4381339" y="1954727"/>
                  </a:lnTo>
                  <a:lnTo>
                    <a:pt x="4381466" y="1954727"/>
                  </a:lnTo>
                  <a:lnTo>
                    <a:pt x="4381592" y="1954727"/>
                  </a:lnTo>
                  <a:lnTo>
                    <a:pt x="4381718" y="1954727"/>
                  </a:lnTo>
                  <a:lnTo>
                    <a:pt x="4381845" y="1954727"/>
                  </a:lnTo>
                  <a:lnTo>
                    <a:pt x="4381971" y="1954727"/>
                  </a:lnTo>
                  <a:lnTo>
                    <a:pt x="4382097" y="1954727"/>
                  </a:lnTo>
                  <a:lnTo>
                    <a:pt x="4382223" y="1954727"/>
                  </a:lnTo>
                  <a:lnTo>
                    <a:pt x="4382350" y="1954727"/>
                  </a:lnTo>
                  <a:lnTo>
                    <a:pt x="4382476" y="1954727"/>
                  </a:lnTo>
                  <a:lnTo>
                    <a:pt x="4382602" y="1954727"/>
                  </a:lnTo>
                  <a:lnTo>
                    <a:pt x="4382728" y="1954727"/>
                  </a:lnTo>
                  <a:lnTo>
                    <a:pt x="4382855" y="1954727"/>
                  </a:lnTo>
                  <a:lnTo>
                    <a:pt x="4382981" y="1954727"/>
                  </a:lnTo>
                  <a:lnTo>
                    <a:pt x="4383107" y="1954727"/>
                  </a:lnTo>
                  <a:lnTo>
                    <a:pt x="4383233" y="1954727"/>
                  </a:lnTo>
                  <a:lnTo>
                    <a:pt x="4383360" y="1954727"/>
                  </a:lnTo>
                  <a:lnTo>
                    <a:pt x="4383486" y="1954727"/>
                  </a:lnTo>
                  <a:lnTo>
                    <a:pt x="4383612" y="1954727"/>
                  </a:lnTo>
                  <a:lnTo>
                    <a:pt x="4383738" y="1954727"/>
                  </a:lnTo>
                  <a:lnTo>
                    <a:pt x="4383865" y="1954727"/>
                  </a:lnTo>
                  <a:lnTo>
                    <a:pt x="4383991" y="1954727"/>
                  </a:lnTo>
                  <a:lnTo>
                    <a:pt x="4384117" y="1954727"/>
                  </a:lnTo>
                  <a:lnTo>
                    <a:pt x="4384243" y="1954727"/>
                  </a:lnTo>
                  <a:lnTo>
                    <a:pt x="4384370" y="1954727"/>
                  </a:lnTo>
                  <a:lnTo>
                    <a:pt x="4384496" y="1954727"/>
                  </a:lnTo>
                  <a:lnTo>
                    <a:pt x="4384622" y="1954727"/>
                  </a:lnTo>
                  <a:lnTo>
                    <a:pt x="4384748" y="1954727"/>
                  </a:lnTo>
                  <a:lnTo>
                    <a:pt x="4384875" y="1954727"/>
                  </a:lnTo>
                  <a:lnTo>
                    <a:pt x="4385001" y="1954727"/>
                  </a:lnTo>
                  <a:lnTo>
                    <a:pt x="4385127" y="1954727"/>
                  </a:lnTo>
                  <a:lnTo>
                    <a:pt x="4385253" y="1954727"/>
                  </a:lnTo>
                  <a:lnTo>
                    <a:pt x="4385380" y="1954727"/>
                  </a:lnTo>
                  <a:lnTo>
                    <a:pt x="4385506" y="1954727"/>
                  </a:lnTo>
                  <a:lnTo>
                    <a:pt x="4385632" y="1954727"/>
                  </a:lnTo>
                  <a:lnTo>
                    <a:pt x="4385758" y="1954727"/>
                  </a:lnTo>
                  <a:lnTo>
                    <a:pt x="4385885" y="1954727"/>
                  </a:lnTo>
                  <a:lnTo>
                    <a:pt x="4386011" y="1954727"/>
                  </a:lnTo>
                  <a:lnTo>
                    <a:pt x="4386137" y="1954727"/>
                  </a:lnTo>
                  <a:lnTo>
                    <a:pt x="4386263" y="1954727"/>
                  </a:lnTo>
                  <a:lnTo>
                    <a:pt x="4386263" y="1949815"/>
                  </a:lnTo>
                  <a:lnTo>
                    <a:pt x="4386390" y="1949815"/>
                  </a:lnTo>
                  <a:lnTo>
                    <a:pt x="4386516" y="1949815"/>
                  </a:lnTo>
                  <a:lnTo>
                    <a:pt x="4386642" y="1949815"/>
                  </a:lnTo>
                  <a:lnTo>
                    <a:pt x="4386769" y="1949815"/>
                  </a:lnTo>
                  <a:lnTo>
                    <a:pt x="4386895" y="1949815"/>
                  </a:lnTo>
                  <a:lnTo>
                    <a:pt x="4387021" y="1949815"/>
                  </a:lnTo>
                  <a:lnTo>
                    <a:pt x="4387147" y="1949815"/>
                  </a:lnTo>
                  <a:lnTo>
                    <a:pt x="4387274" y="1949815"/>
                  </a:lnTo>
                  <a:lnTo>
                    <a:pt x="4387400" y="1949815"/>
                  </a:lnTo>
                  <a:lnTo>
                    <a:pt x="4387526" y="1949815"/>
                  </a:lnTo>
                  <a:lnTo>
                    <a:pt x="4387652" y="1949815"/>
                  </a:lnTo>
                  <a:lnTo>
                    <a:pt x="4387779" y="1949815"/>
                  </a:lnTo>
                  <a:lnTo>
                    <a:pt x="4387905" y="1949815"/>
                  </a:lnTo>
                  <a:lnTo>
                    <a:pt x="4388031" y="1949815"/>
                  </a:lnTo>
                  <a:lnTo>
                    <a:pt x="4388157" y="1949815"/>
                  </a:lnTo>
                  <a:lnTo>
                    <a:pt x="4388284" y="1949815"/>
                  </a:lnTo>
                  <a:lnTo>
                    <a:pt x="4388410" y="1949815"/>
                  </a:lnTo>
                  <a:lnTo>
                    <a:pt x="4388536" y="1949815"/>
                  </a:lnTo>
                  <a:lnTo>
                    <a:pt x="4388662" y="1949815"/>
                  </a:lnTo>
                  <a:lnTo>
                    <a:pt x="4388789" y="1949815"/>
                  </a:lnTo>
                  <a:lnTo>
                    <a:pt x="4388915" y="1949815"/>
                  </a:lnTo>
                  <a:lnTo>
                    <a:pt x="4389041" y="1949815"/>
                  </a:lnTo>
                  <a:lnTo>
                    <a:pt x="4389167" y="1949815"/>
                  </a:lnTo>
                  <a:lnTo>
                    <a:pt x="4389294" y="1949815"/>
                  </a:lnTo>
                  <a:lnTo>
                    <a:pt x="4389420" y="1949815"/>
                  </a:lnTo>
                  <a:lnTo>
                    <a:pt x="4389546" y="1949815"/>
                  </a:lnTo>
                  <a:lnTo>
                    <a:pt x="4389672" y="1949815"/>
                  </a:lnTo>
                  <a:lnTo>
                    <a:pt x="4389799" y="1949815"/>
                  </a:lnTo>
                  <a:lnTo>
                    <a:pt x="4389925" y="1949815"/>
                  </a:lnTo>
                  <a:lnTo>
                    <a:pt x="4390051" y="1949815"/>
                  </a:lnTo>
                  <a:lnTo>
                    <a:pt x="4390177" y="1949815"/>
                  </a:lnTo>
                  <a:lnTo>
                    <a:pt x="4390304" y="1949815"/>
                  </a:lnTo>
                  <a:lnTo>
                    <a:pt x="4390430" y="1949815"/>
                  </a:lnTo>
                  <a:lnTo>
                    <a:pt x="4390556" y="1949815"/>
                  </a:lnTo>
                  <a:lnTo>
                    <a:pt x="4390682" y="1949815"/>
                  </a:lnTo>
                  <a:lnTo>
                    <a:pt x="4390809" y="1949815"/>
                  </a:lnTo>
                  <a:lnTo>
                    <a:pt x="4390935" y="1949815"/>
                  </a:lnTo>
                  <a:lnTo>
                    <a:pt x="4391061" y="1949815"/>
                  </a:lnTo>
                  <a:lnTo>
                    <a:pt x="4391187" y="1949815"/>
                  </a:lnTo>
                  <a:lnTo>
                    <a:pt x="4391314" y="1949815"/>
                  </a:lnTo>
                  <a:lnTo>
                    <a:pt x="4391440" y="1949815"/>
                  </a:lnTo>
                  <a:lnTo>
                    <a:pt x="4391566" y="1949815"/>
                  </a:lnTo>
                  <a:lnTo>
                    <a:pt x="4391692" y="1949815"/>
                  </a:lnTo>
                  <a:lnTo>
                    <a:pt x="4391819" y="1949815"/>
                  </a:lnTo>
                  <a:lnTo>
                    <a:pt x="4391945" y="1949815"/>
                  </a:lnTo>
                  <a:lnTo>
                    <a:pt x="4392071" y="1949815"/>
                  </a:lnTo>
                  <a:lnTo>
                    <a:pt x="4392198" y="1949815"/>
                  </a:lnTo>
                  <a:lnTo>
                    <a:pt x="4392198" y="1944904"/>
                  </a:lnTo>
                  <a:lnTo>
                    <a:pt x="4392324" y="1944904"/>
                  </a:lnTo>
                  <a:lnTo>
                    <a:pt x="4392450" y="1944904"/>
                  </a:lnTo>
                  <a:lnTo>
                    <a:pt x="4392576" y="1944904"/>
                  </a:lnTo>
                  <a:lnTo>
                    <a:pt x="4392703" y="1944904"/>
                  </a:lnTo>
                  <a:lnTo>
                    <a:pt x="4392829" y="1944904"/>
                  </a:lnTo>
                  <a:lnTo>
                    <a:pt x="4392955" y="1944904"/>
                  </a:lnTo>
                  <a:lnTo>
                    <a:pt x="4393081" y="1944904"/>
                  </a:lnTo>
                  <a:lnTo>
                    <a:pt x="4393208" y="1944904"/>
                  </a:lnTo>
                  <a:lnTo>
                    <a:pt x="4393334" y="1944904"/>
                  </a:lnTo>
                  <a:lnTo>
                    <a:pt x="4393460" y="1944904"/>
                  </a:lnTo>
                  <a:lnTo>
                    <a:pt x="4393586" y="1944904"/>
                  </a:lnTo>
                  <a:lnTo>
                    <a:pt x="4393713" y="1944904"/>
                  </a:lnTo>
                  <a:lnTo>
                    <a:pt x="4393839" y="1944904"/>
                  </a:lnTo>
                  <a:lnTo>
                    <a:pt x="4393965" y="1944904"/>
                  </a:lnTo>
                  <a:lnTo>
                    <a:pt x="4394091" y="1944904"/>
                  </a:lnTo>
                  <a:lnTo>
                    <a:pt x="4394218" y="1944904"/>
                  </a:lnTo>
                  <a:lnTo>
                    <a:pt x="4394344" y="1944904"/>
                  </a:lnTo>
                  <a:lnTo>
                    <a:pt x="4394470" y="1944904"/>
                  </a:lnTo>
                  <a:lnTo>
                    <a:pt x="4394596" y="1944904"/>
                  </a:lnTo>
                  <a:lnTo>
                    <a:pt x="4394723" y="1944904"/>
                  </a:lnTo>
                  <a:lnTo>
                    <a:pt x="4394723" y="1939993"/>
                  </a:lnTo>
                  <a:lnTo>
                    <a:pt x="4394849" y="1939993"/>
                  </a:lnTo>
                  <a:lnTo>
                    <a:pt x="4394975" y="1939993"/>
                  </a:lnTo>
                  <a:lnTo>
                    <a:pt x="4395101" y="1939993"/>
                  </a:lnTo>
                  <a:lnTo>
                    <a:pt x="4395228" y="1939993"/>
                  </a:lnTo>
                  <a:lnTo>
                    <a:pt x="4395354" y="1939993"/>
                  </a:lnTo>
                  <a:lnTo>
                    <a:pt x="4395480" y="1939993"/>
                  </a:lnTo>
                  <a:lnTo>
                    <a:pt x="4395606" y="1939993"/>
                  </a:lnTo>
                  <a:lnTo>
                    <a:pt x="4395733" y="1939993"/>
                  </a:lnTo>
                  <a:lnTo>
                    <a:pt x="4395859" y="1939993"/>
                  </a:lnTo>
                  <a:lnTo>
                    <a:pt x="4395985" y="1939993"/>
                  </a:lnTo>
                  <a:lnTo>
                    <a:pt x="4395985" y="1935081"/>
                  </a:lnTo>
                  <a:lnTo>
                    <a:pt x="4396111" y="1935081"/>
                  </a:lnTo>
                  <a:lnTo>
                    <a:pt x="4396238" y="1935081"/>
                  </a:lnTo>
                  <a:lnTo>
                    <a:pt x="4396364" y="1935081"/>
                  </a:lnTo>
                  <a:lnTo>
                    <a:pt x="4396490" y="1935081"/>
                  </a:lnTo>
                  <a:lnTo>
                    <a:pt x="4396616" y="1935081"/>
                  </a:lnTo>
                  <a:lnTo>
                    <a:pt x="4396743" y="1935081"/>
                  </a:lnTo>
                  <a:lnTo>
                    <a:pt x="4396869" y="1935081"/>
                  </a:lnTo>
                  <a:lnTo>
                    <a:pt x="4396995" y="1935081"/>
                  </a:lnTo>
                  <a:lnTo>
                    <a:pt x="4397122" y="1935081"/>
                  </a:lnTo>
                  <a:lnTo>
                    <a:pt x="4397248" y="1935081"/>
                  </a:lnTo>
                  <a:lnTo>
                    <a:pt x="4397374" y="1935081"/>
                  </a:lnTo>
                  <a:lnTo>
                    <a:pt x="4397500" y="1935081"/>
                  </a:lnTo>
                  <a:lnTo>
                    <a:pt x="4397627" y="1935081"/>
                  </a:lnTo>
                  <a:lnTo>
                    <a:pt x="4397753" y="1935081"/>
                  </a:lnTo>
                  <a:lnTo>
                    <a:pt x="4397879" y="1935081"/>
                  </a:lnTo>
                  <a:lnTo>
                    <a:pt x="4398005" y="1935081"/>
                  </a:lnTo>
                  <a:lnTo>
                    <a:pt x="4398132" y="1935081"/>
                  </a:lnTo>
                  <a:lnTo>
                    <a:pt x="4398258" y="1935081"/>
                  </a:lnTo>
                  <a:lnTo>
                    <a:pt x="4398384" y="1935081"/>
                  </a:lnTo>
                  <a:lnTo>
                    <a:pt x="4398510" y="1935081"/>
                  </a:lnTo>
                  <a:lnTo>
                    <a:pt x="4398637" y="1935081"/>
                  </a:lnTo>
                  <a:lnTo>
                    <a:pt x="4398763" y="1935081"/>
                  </a:lnTo>
                  <a:lnTo>
                    <a:pt x="4398889" y="1935081"/>
                  </a:lnTo>
                  <a:lnTo>
                    <a:pt x="4399015" y="1935081"/>
                  </a:lnTo>
                  <a:lnTo>
                    <a:pt x="4399142" y="1935081"/>
                  </a:lnTo>
                  <a:lnTo>
                    <a:pt x="4399268" y="1935081"/>
                  </a:lnTo>
                  <a:lnTo>
                    <a:pt x="4399394" y="1935081"/>
                  </a:lnTo>
                  <a:lnTo>
                    <a:pt x="4399520" y="1935081"/>
                  </a:lnTo>
                  <a:lnTo>
                    <a:pt x="4399647" y="1935081"/>
                  </a:lnTo>
                  <a:lnTo>
                    <a:pt x="4399773" y="1935081"/>
                  </a:lnTo>
                  <a:lnTo>
                    <a:pt x="4399899" y="1935081"/>
                  </a:lnTo>
                  <a:lnTo>
                    <a:pt x="4400025" y="1935081"/>
                  </a:lnTo>
                  <a:lnTo>
                    <a:pt x="4400152" y="1935081"/>
                  </a:lnTo>
                  <a:lnTo>
                    <a:pt x="4400278" y="1935081"/>
                  </a:lnTo>
                  <a:lnTo>
                    <a:pt x="4400404" y="1935081"/>
                  </a:lnTo>
                  <a:lnTo>
                    <a:pt x="4400530" y="1935081"/>
                  </a:lnTo>
                  <a:lnTo>
                    <a:pt x="4400657" y="1935081"/>
                  </a:lnTo>
                  <a:lnTo>
                    <a:pt x="4400783" y="1935081"/>
                  </a:lnTo>
                  <a:lnTo>
                    <a:pt x="4400909" y="1935081"/>
                  </a:lnTo>
                  <a:lnTo>
                    <a:pt x="4401035" y="1935081"/>
                  </a:lnTo>
                  <a:lnTo>
                    <a:pt x="4401162" y="1935081"/>
                  </a:lnTo>
                  <a:lnTo>
                    <a:pt x="4401288" y="1935081"/>
                  </a:lnTo>
                  <a:lnTo>
                    <a:pt x="4401414" y="1935081"/>
                  </a:lnTo>
                  <a:lnTo>
                    <a:pt x="4401540" y="1935081"/>
                  </a:lnTo>
                  <a:lnTo>
                    <a:pt x="4401667" y="1935081"/>
                  </a:lnTo>
                  <a:lnTo>
                    <a:pt x="4401793" y="1935081"/>
                  </a:lnTo>
                  <a:lnTo>
                    <a:pt x="4401919" y="1935081"/>
                  </a:lnTo>
                  <a:lnTo>
                    <a:pt x="4402046" y="1935081"/>
                  </a:lnTo>
                  <a:lnTo>
                    <a:pt x="4402172" y="1935081"/>
                  </a:lnTo>
                  <a:lnTo>
                    <a:pt x="4402298" y="1935081"/>
                  </a:lnTo>
                  <a:lnTo>
                    <a:pt x="4402424" y="1935081"/>
                  </a:lnTo>
                  <a:lnTo>
                    <a:pt x="4402551" y="1935081"/>
                  </a:lnTo>
                  <a:lnTo>
                    <a:pt x="4402677" y="1935081"/>
                  </a:lnTo>
                  <a:lnTo>
                    <a:pt x="4402803" y="1935081"/>
                  </a:lnTo>
                  <a:lnTo>
                    <a:pt x="4402929" y="1935081"/>
                  </a:lnTo>
                  <a:lnTo>
                    <a:pt x="4403056" y="1935081"/>
                  </a:lnTo>
                  <a:lnTo>
                    <a:pt x="4403182" y="1935081"/>
                  </a:lnTo>
                  <a:lnTo>
                    <a:pt x="4403308" y="1935081"/>
                  </a:lnTo>
                  <a:lnTo>
                    <a:pt x="4403434" y="1935081"/>
                  </a:lnTo>
                  <a:lnTo>
                    <a:pt x="4403561" y="1935081"/>
                  </a:lnTo>
                  <a:lnTo>
                    <a:pt x="4403687" y="1935081"/>
                  </a:lnTo>
                  <a:lnTo>
                    <a:pt x="4403813" y="1935081"/>
                  </a:lnTo>
                  <a:lnTo>
                    <a:pt x="4403939" y="1935081"/>
                  </a:lnTo>
                  <a:lnTo>
                    <a:pt x="4404066" y="1935081"/>
                  </a:lnTo>
                  <a:lnTo>
                    <a:pt x="4404192" y="1935081"/>
                  </a:lnTo>
                  <a:lnTo>
                    <a:pt x="4404318" y="1935081"/>
                  </a:lnTo>
                  <a:lnTo>
                    <a:pt x="4404444" y="1935081"/>
                  </a:lnTo>
                  <a:lnTo>
                    <a:pt x="4404571" y="1935081"/>
                  </a:lnTo>
                  <a:lnTo>
                    <a:pt x="4404697" y="1935081"/>
                  </a:lnTo>
                  <a:lnTo>
                    <a:pt x="4404823" y="1935081"/>
                  </a:lnTo>
                  <a:lnTo>
                    <a:pt x="4404949" y="1935081"/>
                  </a:lnTo>
                  <a:lnTo>
                    <a:pt x="4405076" y="1935081"/>
                  </a:lnTo>
                  <a:lnTo>
                    <a:pt x="4405202" y="1935081"/>
                  </a:lnTo>
                  <a:lnTo>
                    <a:pt x="4405328" y="1935081"/>
                  </a:lnTo>
                  <a:lnTo>
                    <a:pt x="4405454" y="1935081"/>
                  </a:lnTo>
                  <a:lnTo>
                    <a:pt x="4405581" y="1935081"/>
                  </a:lnTo>
                  <a:lnTo>
                    <a:pt x="4405707" y="1935081"/>
                  </a:lnTo>
                  <a:lnTo>
                    <a:pt x="4405833" y="1935081"/>
                  </a:lnTo>
                  <a:lnTo>
                    <a:pt x="4405959" y="1935081"/>
                  </a:lnTo>
                  <a:lnTo>
                    <a:pt x="4406086" y="1935081"/>
                  </a:lnTo>
                  <a:lnTo>
                    <a:pt x="4406212" y="1935081"/>
                  </a:lnTo>
                  <a:lnTo>
                    <a:pt x="4406338" y="1935081"/>
                  </a:lnTo>
                  <a:lnTo>
                    <a:pt x="4406464" y="1935081"/>
                  </a:lnTo>
                  <a:lnTo>
                    <a:pt x="4406591" y="1935081"/>
                  </a:lnTo>
                  <a:lnTo>
                    <a:pt x="4406717" y="1935081"/>
                  </a:lnTo>
                  <a:lnTo>
                    <a:pt x="4406843" y="1935081"/>
                  </a:lnTo>
                  <a:lnTo>
                    <a:pt x="4406969" y="1935081"/>
                  </a:lnTo>
                  <a:lnTo>
                    <a:pt x="4407096" y="1935081"/>
                  </a:lnTo>
                  <a:lnTo>
                    <a:pt x="4407222" y="1935081"/>
                  </a:lnTo>
                  <a:lnTo>
                    <a:pt x="4407348" y="1935081"/>
                  </a:lnTo>
                  <a:lnTo>
                    <a:pt x="4407475" y="1935081"/>
                  </a:lnTo>
                  <a:lnTo>
                    <a:pt x="4407601" y="1935081"/>
                  </a:lnTo>
                  <a:lnTo>
                    <a:pt x="4407727" y="1935081"/>
                  </a:lnTo>
                  <a:lnTo>
                    <a:pt x="4407853" y="1935081"/>
                  </a:lnTo>
                  <a:lnTo>
                    <a:pt x="4407980" y="1935081"/>
                  </a:lnTo>
                  <a:lnTo>
                    <a:pt x="4408106" y="1935081"/>
                  </a:lnTo>
                  <a:lnTo>
                    <a:pt x="4408106" y="1930170"/>
                  </a:lnTo>
                  <a:lnTo>
                    <a:pt x="4408232" y="1930170"/>
                  </a:lnTo>
                  <a:lnTo>
                    <a:pt x="4408358" y="1930170"/>
                  </a:lnTo>
                  <a:lnTo>
                    <a:pt x="4408485" y="1930170"/>
                  </a:lnTo>
                  <a:lnTo>
                    <a:pt x="4408611" y="1930170"/>
                  </a:lnTo>
                  <a:lnTo>
                    <a:pt x="4408611" y="1925258"/>
                  </a:lnTo>
                  <a:lnTo>
                    <a:pt x="4408737" y="1925258"/>
                  </a:lnTo>
                  <a:lnTo>
                    <a:pt x="4408863" y="1925258"/>
                  </a:lnTo>
                  <a:lnTo>
                    <a:pt x="4408990" y="1925258"/>
                  </a:lnTo>
                  <a:lnTo>
                    <a:pt x="4409116" y="1925258"/>
                  </a:lnTo>
                  <a:lnTo>
                    <a:pt x="4409242" y="1925258"/>
                  </a:lnTo>
                  <a:lnTo>
                    <a:pt x="4409368" y="1925258"/>
                  </a:lnTo>
                  <a:lnTo>
                    <a:pt x="4409495" y="1925258"/>
                  </a:lnTo>
                  <a:lnTo>
                    <a:pt x="4409621" y="1925258"/>
                  </a:lnTo>
                  <a:lnTo>
                    <a:pt x="4409747" y="1925258"/>
                  </a:lnTo>
                  <a:lnTo>
                    <a:pt x="4409873" y="1925258"/>
                  </a:lnTo>
                  <a:lnTo>
                    <a:pt x="4410000" y="1925258"/>
                  </a:lnTo>
                  <a:lnTo>
                    <a:pt x="4410126" y="1925258"/>
                  </a:lnTo>
                  <a:lnTo>
                    <a:pt x="4410252" y="1925258"/>
                  </a:lnTo>
                  <a:lnTo>
                    <a:pt x="4410378" y="1925258"/>
                  </a:lnTo>
                  <a:lnTo>
                    <a:pt x="4410505" y="1925258"/>
                  </a:lnTo>
                  <a:lnTo>
                    <a:pt x="4410631" y="1925258"/>
                  </a:lnTo>
                  <a:lnTo>
                    <a:pt x="4410757" y="1925258"/>
                  </a:lnTo>
                  <a:lnTo>
                    <a:pt x="4410883" y="1925258"/>
                  </a:lnTo>
                  <a:lnTo>
                    <a:pt x="4411010" y="1925258"/>
                  </a:lnTo>
                  <a:lnTo>
                    <a:pt x="4411136" y="1925258"/>
                  </a:lnTo>
                  <a:lnTo>
                    <a:pt x="4411262" y="1925258"/>
                  </a:lnTo>
                  <a:lnTo>
                    <a:pt x="4411388" y="1925258"/>
                  </a:lnTo>
                  <a:lnTo>
                    <a:pt x="4411515" y="1925258"/>
                  </a:lnTo>
                  <a:lnTo>
                    <a:pt x="4411641" y="1925258"/>
                  </a:lnTo>
                  <a:lnTo>
                    <a:pt x="4411767" y="1925258"/>
                  </a:lnTo>
                  <a:lnTo>
                    <a:pt x="4411893" y="1925258"/>
                  </a:lnTo>
                  <a:lnTo>
                    <a:pt x="4412020" y="1925258"/>
                  </a:lnTo>
                  <a:lnTo>
                    <a:pt x="4412146" y="1925258"/>
                  </a:lnTo>
                  <a:lnTo>
                    <a:pt x="4412272" y="1925258"/>
                  </a:lnTo>
                  <a:lnTo>
                    <a:pt x="4412399" y="1925258"/>
                  </a:lnTo>
                  <a:lnTo>
                    <a:pt x="4412525" y="1925258"/>
                  </a:lnTo>
                  <a:lnTo>
                    <a:pt x="4412651" y="1925258"/>
                  </a:lnTo>
                  <a:lnTo>
                    <a:pt x="4412777" y="1925258"/>
                  </a:lnTo>
                  <a:lnTo>
                    <a:pt x="4412904" y="1925258"/>
                  </a:lnTo>
                  <a:lnTo>
                    <a:pt x="4413030" y="1925258"/>
                  </a:lnTo>
                  <a:lnTo>
                    <a:pt x="4413156" y="1925258"/>
                  </a:lnTo>
                  <a:lnTo>
                    <a:pt x="4413282" y="1925258"/>
                  </a:lnTo>
                  <a:lnTo>
                    <a:pt x="4413409" y="1925258"/>
                  </a:lnTo>
                  <a:lnTo>
                    <a:pt x="4413535" y="1925258"/>
                  </a:lnTo>
                  <a:lnTo>
                    <a:pt x="4413661" y="1925258"/>
                  </a:lnTo>
                  <a:lnTo>
                    <a:pt x="4413787" y="1925258"/>
                  </a:lnTo>
                  <a:lnTo>
                    <a:pt x="4413914" y="1925258"/>
                  </a:lnTo>
                  <a:lnTo>
                    <a:pt x="4414040" y="1925258"/>
                  </a:lnTo>
                  <a:lnTo>
                    <a:pt x="4414166" y="1925258"/>
                  </a:lnTo>
                  <a:lnTo>
                    <a:pt x="4414292" y="1925258"/>
                  </a:lnTo>
                  <a:lnTo>
                    <a:pt x="4414419" y="1925258"/>
                  </a:lnTo>
                  <a:lnTo>
                    <a:pt x="4414545" y="1925258"/>
                  </a:lnTo>
                  <a:lnTo>
                    <a:pt x="4414671" y="1925258"/>
                  </a:lnTo>
                  <a:lnTo>
                    <a:pt x="4414797" y="1925258"/>
                  </a:lnTo>
                  <a:lnTo>
                    <a:pt x="4414924" y="1925258"/>
                  </a:lnTo>
                  <a:lnTo>
                    <a:pt x="4415050" y="1925258"/>
                  </a:lnTo>
                  <a:lnTo>
                    <a:pt x="4415176" y="1925258"/>
                  </a:lnTo>
                  <a:lnTo>
                    <a:pt x="4415302" y="1925258"/>
                  </a:lnTo>
                  <a:lnTo>
                    <a:pt x="4415429" y="1925258"/>
                  </a:lnTo>
                  <a:lnTo>
                    <a:pt x="4415555" y="1925258"/>
                  </a:lnTo>
                  <a:lnTo>
                    <a:pt x="4415681" y="1925258"/>
                  </a:lnTo>
                  <a:lnTo>
                    <a:pt x="4415807" y="1925258"/>
                  </a:lnTo>
                  <a:lnTo>
                    <a:pt x="4415934" y="1925258"/>
                  </a:lnTo>
                  <a:lnTo>
                    <a:pt x="4416060" y="1925258"/>
                  </a:lnTo>
                  <a:lnTo>
                    <a:pt x="4416186" y="1925258"/>
                  </a:lnTo>
                  <a:lnTo>
                    <a:pt x="4416312" y="1925258"/>
                  </a:lnTo>
                  <a:lnTo>
                    <a:pt x="4416312" y="1920347"/>
                  </a:lnTo>
                  <a:lnTo>
                    <a:pt x="4416439" y="1920347"/>
                  </a:lnTo>
                  <a:lnTo>
                    <a:pt x="4416565" y="1920347"/>
                  </a:lnTo>
                  <a:lnTo>
                    <a:pt x="4416691" y="1920347"/>
                  </a:lnTo>
                  <a:lnTo>
                    <a:pt x="4416817" y="1920347"/>
                  </a:lnTo>
                  <a:lnTo>
                    <a:pt x="4416944" y="1920347"/>
                  </a:lnTo>
                  <a:lnTo>
                    <a:pt x="4417070" y="1920347"/>
                  </a:lnTo>
                  <a:lnTo>
                    <a:pt x="4417196" y="1920347"/>
                  </a:lnTo>
                  <a:lnTo>
                    <a:pt x="4417322" y="1920347"/>
                  </a:lnTo>
                  <a:lnTo>
                    <a:pt x="4417449" y="1920347"/>
                  </a:lnTo>
                  <a:lnTo>
                    <a:pt x="4417575" y="1920347"/>
                  </a:lnTo>
                  <a:lnTo>
                    <a:pt x="4417701" y="1920347"/>
                  </a:lnTo>
                  <a:lnTo>
                    <a:pt x="4417828" y="1920347"/>
                  </a:lnTo>
                  <a:lnTo>
                    <a:pt x="4417954" y="1920347"/>
                  </a:lnTo>
                  <a:lnTo>
                    <a:pt x="4418080" y="1920347"/>
                  </a:lnTo>
                  <a:lnTo>
                    <a:pt x="4418206" y="1920347"/>
                  </a:lnTo>
                  <a:lnTo>
                    <a:pt x="4418333" y="1920347"/>
                  </a:lnTo>
                  <a:lnTo>
                    <a:pt x="4418459" y="1920347"/>
                  </a:lnTo>
                  <a:lnTo>
                    <a:pt x="4418459" y="1915436"/>
                  </a:lnTo>
                  <a:lnTo>
                    <a:pt x="4418585" y="1915436"/>
                  </a:lnTo>
                  <a:lnTo>
                    <a:pt x="4418711" y="1915436"/>
                  </a:lnTo>
                  <a:lnTo>
                    <a:pt x="4418838" y="1915436"/>
                  </a:lnTo>
                  <a:lnTo>
                    <a:pt x="4418964" y="1915436"/>
                  </a:lnTo>
                  <a:lnTo>
                    <a:pt x="4419090" y="1915436"/>
                  </a:lnTo>
                  <a:lnTo>
                    <a:pt x="4419216" y="1915436"/>
                  </a:lnTo>
                  <a:lnTo>
                    <a:pt x="4419343" y="1915436"/>
                  </a:lnTo>
                  <a:lnTo>
                    <a:pt x="4419469" y="1915436"/>
                  </a:lnTo>
                  <a:lnTo>
                    <a:pt x="4419595" y="1915436"/>
                  </a:lnTo>
                  <a:lnTo>
                    <a:pt x="4419721" y="1915436"/>
                  </a:lnTo>
                  <a:lnTo>
                    <a:pt x="4419848" y="1915436"/>
                  </a:lnTo>
                  <a:lnTo>
                    <a:pt x="4419974" y="1915436"/>
                  </a:lnTo>
                  <a:lnTo>
                    <a:pt x="4420100" y="1915436"/>
                  </a:lnTo>
                  <a:lnTo>
                    <a:pt x="4420226" y="1915436"/>
                  </a:lnTo>
                  <a:lnTo>
                    <a:pt x="4420353" y="1915436"/>
                  </a:lnTo>
                  <a:lnTo>
                    <a:pt x="4420479" y="1915436"/>
                  </a:lnTo>
                  <a:lnTo>
                    <a:pt x="4420605" y="1915436"/>
                  </a:lnTo>
                  <a:lnTo>
                    <a:pt x="4420731" y="1915436"/>
                  </a:lnTo>
                  <a:lnTo>
                    <a:pt x="4420858" y="1915436"/>
                  </a:lnTo>
                  <a:lnTo>
                    <a:pt x="4420984" y="1915436"/>
                  </a:lnTo>
                  <a:lnTo>
                    <a:pt x="4421110" y="1915436"/>
                  </a:lnTo>
                  <a:lnTo>
                    <a:pt x="4421236" y="1915436"/>
                  </a:lnTo>
                  <a:lnTo>
                    <a:pt x="4421363" y="1915436"/>
                  </a:lnTo>
                  <a:lnTo>
                    <a:pt x="4421489" y="1915436"/>
                  </a:lnTo>
                  <a:lnTo>
                    <a:pt x="4421615" y="1915436"/>
                  </a:lnTo>
                  <a:lnTo>
                    <a:pt x="4421741" y="1915436"/>
                  </a:lnTo>
                  <a:lnTo>
                    <a:pt x="4421868" y="1915436"/>
                  </a:lnTo>
                  <a:lnTo>
                    <a:pt x="4421994" y="1915436"/>
                  </a:lnTo>
                  <a:lnTo>
                    <a:pt x="4422120" y="1915436"/>
                  </a:lnTo>
                  <a:lnTo>
                    <a:pt x="4422246" y="1915436"/>
                  </a:lnTo>
                  <a:lnTo>
                    <a:pt x="4422373" y="1915436"/>
                  </a:lnTo>
                  <a:lnTo>
                    <a:pt x="4422499" y="1915436"/>
                  </a:lnTo>
                  <a:lnTo>
                    <a:pt x="4422625" y="1915436"/>
                  </a:lnTo>
                  <a:lnTo>
                    <a:pt x="4422752" y="1915436"/>
                  </a:lnTo>
                  <a:lnTo>
                    <a:pt x="4422878" y="1915436"/>
                  </a:lnTo>
                  <a:lnTo>
                    <a:pt x="4423004" y="1915436"/>
                  </a:lnTo>
                  <a:lnTo>
                    <a:pt x="4423130" y="1915436"/>
                  </a:lnTo>
                  <a:lnTo>
                    <a:pt x="4423257" y="1915436"/>
                  </a:lnTo>
                  <a:lnTo>
                    <a:pt x="4423383" y="1915436"/>
                  </a:lnTo>
                  <a:lnTo>
                    <a:pt x="4423509" y="1915436"/>
                  </a:lnTo>
                  <a:lnTo>
                    <a:pt x="4423635" y="1915436"/>
                  </a:lnTo>
                  <a:lnTo>
                    <a:pt x="4423762" y="1915436"/>
                  </a:lnTo>
                  <a:lnTo>
                    <a:pt x="4423888" y="1915436"/>
                  </a:lnTo>
                  <a:lnTo>
                    <a:pt x="4424014" y="1915436"/>
                  </a:lnTo>
                  <a:lnTo>
                    <a:pt x="4424140" y="1915436"/>
                  </a:lnTo>
                  <a:lnTo>
                    <a:pt x="4424267" y="1915436"/>
                  </a:lnTo>
                  <a:lnTo>
                    <a:pt x="4424393" y="1915436"/>
                  </a:lnTo>
                  <a:lnTo>
                    <a:pt x="4424393" y="1910524"/>
                  </a:lnTo>
                  <a:lnTo>
                    <a:pt x="4424519" y="1910524"/>
                  </a:lnTo>
                  <a:lnTo>
                    <a:pt x="4424645" y="1910524"/>
                  </a:lnTo>
                  <a:lnTo>
                    <a:pt x="4424772" y="1910524"/>
                  </a:lnTo>
                  <a:lnTo>
                    <a:pt x="4424898" y="1910524"/>
                  </a:lnTo>
                  <a:lnTo>
                    <a:pt x="4425024" y="1910524"/>
                  </a:lnTo>
                  <a:lnTo>
                    <a:pt x="4425150" y="1910524"/>
                  </a:lnTo>
                  <a:lnTo>
                    <a:pt x="4425150" y="1905613"/>
                  </a:lnTo>
                  <a:lnTo>
                    <a:pt x="4425277" y="1905613"/>
                  </a:lnTo>
                  <a:lnTo>
                    <a:pt x="4425403" y="1905613"/>
                  </a:lnTo>
                  <a:lnTo>
                    <a:pt x="4425529" y="1905613"/>
                  </a:lnTo>
                  <a:lnTo>
                    <a:pt x="4425655" y="1905613"/>
                  </a:lnTo>
                  <a:lnTo>
                    <a:pt x="4425782" y="1905613"/>
                  </a:lnTo>
                  <a:lnTo>
                    <a:pt x="4425908" y="1905613"/>
                  </a:lnTo>
                  <a:lnTo>
                    <a:pt x="4426034" y="1905613"/>
                  </a:lnTo>
                  <a:lnTo>
                    <a:pt x="4426160" y="1905613"/>
                  </a:lnTo>
                  <a:lnTo>
                    <a:pt x="4426287" y="1905613"/>
                  </a:lnTo>
                  <a:lnTo>
                    <a:pt x="4426413" y="1905613"/>
                  </a:lnTo>
                  <a:lnTo>
                    <a:pt x="4426539" y="1905613"/>
                  </a:lnTo>
                  <a:lnTo>
                    <a:pt x="4426665" y="1905613"/>
                  </a:lnTo>
                  <a:lnTo>
                    <a:pt x="4426792" y="1905613"/>
                  </a:lnTo>
                  <a:lnTo>
                    <a:pt x="4426918" y="1905613"/>
                  </a:lnTo>
                  <a:lnTo>
                    <a:pt x="4427044" y="1905613"/>
                  </a:lnTo>
                  <a:lnTo>
                    <a:pt x="4427170" y="1905613"/>
                  </a:lnTo>
                  <a:lnTo>
                    <a:pt x="4427297" y="1905613"/>
                  </a:lnTo>
                  <a:lnTo>
                    <a:pt x="4427297" y="1900702"/>
                  </a:lnTo>
                  <a:lnTo>
                    <a:pt x="4427423" y="1900702"/>
                  </a:lnTo>
                  <a:lnTo>
                    <a:pt x="4427549" y="1900702"/>
                  </a:lnTo>
                  <a:lnTo>
                    <a:pt x="4427675" y="1900702"/>
                  </a:lnTo>
                  <a:lnTo>
                    <a:pt x="4427802" y="1900702"/>
                  </a:lnTo>
                  <a:lnTo>
                    <a:pt x="4427928" y="1900702"/>
                  </a:lnTo>
                  <a:lnTo>
                    <a:pt x="4428054" y="1900702"/>
                  </a:lnTo>
                  <a:lnTo>
                    <a:pt x="4428181" y="1900702"/>
                  </a:lnTo>
                  <a:lnTo>
                    <a:pt x="4428307" y="1900702"/>
                  </a:lnTo>
                  <a:lnTo>
                    <a:pt x="4428433" y="1900702"/>
                  </a:lnTo>
                  <a:lnTo>
                    <a:pt x="4428559" y="1900702"/>
                  </a:lnTo>
                  <a:lnTo>
                    <a:pt x="4428686" y="1900702"/>
                  </a:lnTo>
                  <a:lnTo>
                    <a:pt x="4428812" y="1900702"/>
                  </a:lnTo>
                  <a:lnTo>
                    <a:pt x="4428938" y="1900702"/>
                  </a:lnTo>
                  <a:lnTo>
                    <a:pt x="4429064" y="1900702"/>
                  </a:lnTo>
                  <a:lnTo>
                    <a:pt x="4429191" y="1900702"/>
                  </a:lnTo>
                  <a:lnTo>
                    <a:pt x="4429317" y="1900702"/>
                  </a:lnTo>
                  <a:lnTo>
                    <a:pt x="4429443" y="1900702"/>
                  </a:lnTo>
                  <a:lnTo>
                    <a:pt x="4429569" y="1900702"/>
                  </a:lnTo>
                  <a:lnTo>
                    <a:pt x="4429696" y="1900702"/>
                  </a:lnTo>
                  <a:lnTo>
                    <a:pt x="4429822" y="1900702"/>
                  </a:lnTo>
                  <a:lnTo>
                    <a:pt x="4429948" y="1900702"/>
                  </a:lnTo>
                  <a:lnTo>
                    <a:pt x="4430074" y="1900702"/>
                  </a:lnTo>
                  <a:lnTo>
                    <a:pt x="4430201" y="1900702"/>
                  </a:lnTo>
                  <a:lnTo>
                    <a:pt x="4430327" y="1900702"/>
                  </a:lnTo>
                  <a:lnTo>
                    <a:pt x="4430453" y="1900702"/>
                  </a:lnTo>
                  <a:lnTo>
                    <a:pt x="4430579" y="1900702"/>
                  </a:lnTo>
                  <a:lnTo>
                    <a:pt x="4430706" y="1900702"/>
                  </a:lnTo>
                  <a:lnTo>
                    <a:pt x="4430832" y="1900702"/>
                  </a:lnTo>
                  <a:lnTo>
                    <a:pt x="4430958" y="1900702"/>
                  </a:lnTo>
                  <a:lnTo>
                    <a:pt x="4431084" y="1900702"/>
                  </a:lnTo>
                  <a:lnTo>
                    <a:pt x="4431211" y="1900702"/>
                  </a:lnTo>
                  <a:lnTo>
                    <a:pt x="4431337" y="1900702"/>
                  </a:lnTo>
                  <a:lnTo>
                    <a:pt x="4431463" y="1900702"/>
                  </a:lnTo>
                  <a:lnTo>
                    <a:pt x="4431589" y="1900702"/>
                  </a:lnTo>
                  <a:lnTo>
                    <a:pt x="4431716" y="1900702"/>
                  </a:lnTo>
                  <a:lnTo>
                    <a:pt x="4431842" y="1900702"/>
                  </a:lnTo>
                  <a:lnTo>
                    <a:pt x="4431968" y="1900702"/>
                  </a:lnTo>
                  <a:lnTo>
                    <a:pt x="4432094" y="1900702"/>
                  </a:lnTo>
                  <a:lnTo>
                    <a:pt x="4432221" y="1900702"/>
                  </a:lnTo>
                  <a:lnTo>
                    <a:pt x="4432347" y="1900702"/>
                  </a:lnTo>
                  <a:lnTo>
                    <a:pt x="4432473" y="1900702"/>
                  </a:lnTo>
                  <a:lnTo>
                    <a:pt x="4432599" y="1900702"/>
                  </a:lnTo>
                  <a:lnTo>
                    <a:pt x="4432726" y="1900702"/>
                  </a:lnTo>
                  <a:lnTo>
                    <a:pt x="4432852" y="1900702"/>
                  </a:lnTo>
                  <a:lnTo>
                    <a:pt x="4432978" y="1900702"/>
                  </a:lnTo>
                  <a:lnTo>
                    <a:pt x="4433105" y="1900702"/>
                  </a:lnTo>
                  <a:lnTo>
                    <a:pt x="4433231" y="1900702"/>
                  </a:lnTo>
                  <a:lnTo>
                    <a:pt x="4433357" y="1900702"/>
                  </a:lnTo>
                  <a:lnTo>
                    <a:pt x="4433483" y="1900702"/>
                  </a:lnTo>
                  <a:lnTo>
                    <a:pt x="4433610" y="1900702"/>
                  </a:lnTo>
                  <a:lnTo>
                    <a:pt x="4433736" y="1900702"/>
                  </a:lnTo>
                  <a:lnTo>
                    <a:pt x="4433862" y="1900702"/>
                  </a:lnTo>
                  <a:lnTo>
                    <a:pt x="4433988" y="1900702"/>
                  </a:lnTo>
                  <a:lnTo>
                    <a:pt x="4434115" y="1900702"/>
                  </a:lnTo>
                  <a:lnTo>
                    <a:pt x="4434241" y="1900702"/>
                  </a:lnTo>
                  <a:lnTo>
                    <a:pt x="4434367" y="1900702"/>
                  </a:lnTo>
                  <a:lnTo>
                    <a:pt x="4434493" y="1900702"/>
                  </a:lnTo>
                  <a:lnTo>
                    <a:pt x="4434620" y="1900702"/>
                  </a:lnTo>
                  <a:lnTo>
                    <a:pt x="4434746" y="1900702"/>
                  </a:lnTo>
                  <a:lnTo>
                    <a:pt x="4434872" y="1900702"/>
                  </a:lnTo>
                  <a:lnTo>
                    <a:pt x="4434998" y="1900702"/>
                  </a:lnTo>
                  <a:lnTo>
                    <a:pt x="4435125" y="1900702"/>
                  </a:lnTo>
                  <a:lnTo>
                    <a:pt x="4435251" y="1900702"/>
                  </a:lnTo>
                  <a:lnTo>
                    <a:pt x="4435377" y="1900702"/>
                  </a:lnTo>
                  <a:lnTo>
                    <a:pt x="4435503" y="1900702"/>
                  </a:lnTo>
                  <a:lnTo>
                    <a:pt x="4435630" y="1900702"/>
                  </a:lnTo>
                  <a:lnTo>
                    <a:pt x="4435756" y="1900702"/>
                  </a:lnTo>
                  <a:lnTo>
                    <a:pt x="4435882" y="1900702"/>
                  </a:lnTo>
                  <a:lnTo>
                    <a:pt x="4436008" y="1900702"/>
                  </a:lnTo>
                  <a:lnTo>
                    <a:pt x="4436135" y="1900702"/>
                  </a:lnTo>
                  <a:lnTo>
                    <a:pt x="4436261" y="1900702"/>
                  </a:lnTo>
                  <a:lnTo>
                    <a:pt x="4436387" y="1900702"/>
                  </a:lnTo>
                  <a:lnTo>
                    <a:pt x="4436513" y="1900702"/>
                  </a:lnTo>
                  <a:lnTo>
                    <a:pt x="4436640" y="1900702"/>
                  </a:lnTo>
                  <a:lnTo>
                    <a:pt x="4436766" y="1900702"/>
                  </a:lnTo>
                  <a:lnTo>
                    <a:pt x="4436892" y="1900702"/>
                  </a:lnTo>
                  <a:lnTo>
                    <a:pt x="4437018" y="1900702"/>
                  </a:lnTo>
                  <a:lnTo>
                    <a:pt x="4437145" y="1900702"/>
                  </a:lnTo>
                  <a:lnTo>
                    <a:pt x="4437271" y="1900702"/>
                  </a:lnTo>
                  <a:lnTo>
                    <a:pt x="4437397" y="1900702"/>
                  </a:lnTo>
                  <a:lnTo>
                    <a:pt x="4437523" y="1900702"/>
                  </a:lnTo>
                  <a:lnTo>
                    <a:pt x="4437650" y="1900702"/>
                  </a:lnTo>
                  <a:lnTo>
                    <a:pt x="4437776" y="1900702"/>
                  </a:lnTo>
                  <a:lnTo>
                    <a:pt x="4437902" y="1900702"/>
                  </a:lnTo>
                  <a:lnTo>
                    <a:pt x="4438028" y="1900702"/>
                  </a:lnTo>
                  <a:lnTo>
                    <a:pt x="4438155" y="1900702"/>
                  </a:lnTo>
                  <a:lnTo>
                    <a:pt x="4438281" y="1900702"/>
                  </a:lnTo>
                  <a:lnTo>
                    <a:pt x="4438407" y="1900702"/>
                  </a:lnTo>
                  <a:lnTo>
                    <a:pt x="4438534" y="1900702"/>
                  </a:lnTo>
                  <a:lnTo>
                    <a:pt x="4438660" y="1900702"/>
                  </a:lnTo>
                  <a:lnTo>
                    <a:pt x="4438786" y="1900702"/>
                  </a:lnTo>
                  <a:lnTo>
                    <a:pt x="4438912" y="1900702"/>
                  </a:lnTo>
                  <a:lnTo>
                    <a:pt x="4439039" y="1900702"/>
                  </a:lnTo>
                  <a:lnTo>
                    <a:pt x="4439165" y="1900702"/>
                  </a:lnTo>
                  <a:lnTo>
                    <a:pt x="4439291" y="1900702"/>
                  </a:lnTo>
                  <a:lnTo>
                    <a:pt x="4439417" y="1900702"/>
                  </a:lnTo>
                  <a:lnTo>
                    <a:pt x="4439544" y="1900702"/>
                  </a:lnTo>
                  <a:lnTo>
                    <a:pt x="4439670" y="1900702"/>
                  </a:lnTo>
                  <a:lnTo>
                    <a:pt x="4439796" y="1900702"/>
                  </a:lnTo>
                  <a:lnTo>
                    <a:pt x="4439922" y="1900702"/>
                  </a:lnTo>
                  <a:lnTo>
                    <a:pt x="4440049" y="1900702"/>
                  </a:lnTo>
                  <a:lnTo>
                    <a:pt x="4440175" y="1900702"/>
                  </a:lnTo>
                  <a:lnTo>
                    <a:pt x="4440301" y="1900702"/>
                  </a:lnTo>
                  <a:lnTo>
                    <a:pt x="4440427" y="1900702"/>
                  </a:lnTo>
                  <a:lnTo>
                    <a:pt x="4440554" y="1900702"/>
                  </a:lnTo>
                  <a:lnTo>
                    <a:pt x="4440680" y="1900702"/>
                  </a:lnTo>
                  <a:lnTo>
                    <a:pt x="4440806" y="1900702"/>
                  </a:lnTo>
                  <a:lnTo>
                    <a:pt x="4440932" y="1900702"/>
                  </a:lnTo>
                  <a:lnTo>
                    <a:pt x="4441059" y="1900702"/>
                  </a:lnTo>
                  <a:lnTo>
                    <a:pt x="4441185" y="1900702"/>
                  </a:lnTo>
                  <a:lnTo>
                    <a:pt x="4441311" y="1900702"/>
                  </a:lnTo>
                  <a:lnTo>
                    <a:pt x="4441437" y="1900702"/>
                  </a:lnTo>
                  <a:lnTo>
                    <a:pt x="4441564" y="1900702"/>
                  </a:lnTo>
                  <a:lnTo>
                    <a:pt x="4441690" y="1900702"/>
                  </a:lnTo>
                  <a:lnTo>
                    <a:pt x="4441816" y="1900702"/>
                  </a:lnTo>
                  <a:lnTo>
                    <a:pt x="4441942" y="1900702"/>
                  </a:lnTo>
                  <a:lnTo>
                    <a:pt x="4442069" y="1900702"/>
                  </a:lnTo>
                  <a:lnTo>
                    <a:pt x="4442195" y="1900702"/>
                  </a:lnTo>
                  <a:lnTo>
                    <a:pt x="4442321" y="1900702"/>
                  </a:lnTo>
                  <a:lnTo>
                    <a:pt x="4442447" y="1900702"/>
                  </a:lnTo>
                  <a:lnTo>
                    <a:pt x="4442574" y="1900702"/>
                  </a:lnTo>
                  <a:lnTo>
                    <a:pt x="4442700" y="1900702"/>
                  </a:lnTo>
                  <a:lnTo>
                    <a:pt x="4442826" y="1900702"/>
                  </a:lnTo>
                  <a:lnTo>
                    <a:pt x="4442952" y="1900702"/>
                  </a:lnTo>
                  <a:lnTo>
                    <a:pt x="4443079" y="1900702"/>
                  </a:lnTo>
                  <a:lnTo>
                    <a:pt x="4443205" y="1900702"/>
                  </a:lnTo>
                  <a:lnTo>
                    <a:pt x="4443331" y="1900702"/>
                  </a:lnTo>
                  <a:lnTo>
                    <a:pt x="4443458" y="1900702"/>
                  </a:lnTo>
                  <a:lnTo>
                    <a:pt x="4443584" y="1900702"/>
                  </a:lnTo>
                  <a:lnTo>
                    <a:pt x="4443710" y="1900702"/>
                  </a:lnTo>
                  <a:lnTo>
                    <a:pt x="4443836" y="1900702"/>
                  </a:lnTo>
                  <a:lnTo>
                    <a:pt x="4443963" y="1900702"/>
                  </a:lnTo>
                  <a:lnTo>
                    <a:pt x="4444089" y="1900702"/>
                  </a:lnTo>
                  <a:lnTo>
                    <a:pt x="4444215" y="1900702"/>
                  </a:lnTo>
                  <a:lnTo>
                    <a:pt x="4444341" y="1900702"/>
                  </a:lnTo>
                  <a:lnTo>
                    <a:pt x="4444468" y="1900702"/>
                  </a:lnTo>
                  <a:lnTo>
                    <a:pt x="4444594" y="1900702"/>
                  </a:lnTo>
                  <a:lnTo>
                    <a:pt x="4444720" y="1900702"/>
                  </a:lnTo>
                  <a:lnTo>
                    <a:pt x="4444846" y="1900702"/>
                  </a:lnTo>
                  <a:lnTo>
                    <a:pt x="4444973" y="1900702"/>
                  </a:lnTo>
                  <a:lnTo>
                    <a:pt x="4445099" y="1900702"/>
                  </a:lnTo>
                  <a:lnTo>
                    <a:pt x="4445225" y="1900702"/>
                  </a:lnTo>
                  <a:lnTo>
                    <a:pt x="4445351" y="1900702"/>
                  </a:lnTo>
                  <a:lnTo>
                    <a:pt x="4445478" y="1900702"/>
                  </a:lnTo>
                  <a:lnTo>
                    <a:pt x="4445604" y="1900702"/>
                  </a:lnTo>
                  <a:lnTo>
                    <a:pt x="4445730" y="1900702"/>
                  </a:lnTo>
                  <a:lnTo>
                    <a:pt x="4445856" y="1900702"/>
                  </a:lnTo>
                  <a:lnTo>
                    <a:pt x="4445983" y="1900702"/>
                  </a:lnTo>
                  <a:lnTo>
                    <a:pt x="4446109" y="1900702"/>
                  </a:lnTo>
                  <a:lnTo>
                    <a:pt x="4446235" y="1900702"/>
                  </a:lnTo>
                  <a:lnTo>
                    <a:pt x="4446361" y="1900702"/>
                  </a:lnTo>
                  <a:lnTo>
                    <a:pt x="4446488" y="1900702"/>
                  </a:lnTo>
                  <a:lnTo>
                    <a:pt x="4446614" y="1900702"/>
                  </a:lnTo>
                  <a:lnTo>
                    <a:pt x="4446740" y="1900702"/>
                  </a:lnTo>
                  <a:lnTo>
                    <a:pt x="4446866" y="1900702"/>
                  </a:lnTo>
                  <a:lnTo>
                    <a:pt x="4446993" y="1900702"/>
                  </a:lnTo>
                  <a:lnTo>
                    <a:pt x="4447119" y="1900702"/>
                  </a:lnTo>
                  <a:lnTo>
                    <a:pt x="4447245" y="1900702"/>
                  </a:lnTo>
                  <a:lnTo>
                    <a:pt x="4447371" y="1900702"/>
                  </a:lnTo>
                  <a:lnTo>
                    <a:pt x="4447498" y="1900702"/>
                  </a:lnTo>
                  <a:lnTo>
                    <a:pt x="4447624" y="1900702"/>
                  </a:lnTo>
                  <a:lnTo>
                    <a:pt x="4447750" y="1900702"/>
                  </a:lnTo>
                  <a:lnTo>
                    <a:pt x="4447876" y="1900702"/>
                  </a:lnTo>
                  <a:lnTo>
                    <a:pt x="4448003" y="1900702"/>
                  </a:lnTo>
                  <a:lnTo>
                    <a:pt x="4448129" y="1900702"/>
                  </a:lnTo>
                  <a:lnTo>
                    <a:pt x="4448255" y="1900702"/>
                  </a:lnTo>
                  <a:lnTo>
                    <a:pt x="4448381" y="1900702"/>
                  </a:lnTo>
                  <a:lnTo>
                    <a:pt x="4448508" y="1900702"/>
                  </a:lnTo>
                  <a:lnTo>
                    <a:pt x="4448634" y="1900702"/>
                  </a:lnTo>
                  <a:lnTo>
                    <a:pt x="4448760" y="1900702"/>
                  </a:lnTo>
                  <a:lnTo>
                    <a:pt x="4448887" y="1900702"/>
                  </a:lnTo>
                  <a:lnTo>
                    <a:pt x="4449013" y="1900702"/>
                  </a:lnTo>
                  <a:lnTo>
                    <a:pt x="4449139" y="1900702"/>
                  </a:lnTo>
                  <a:lnTo>
                    <a:pt x="4449265" y="1900702"/>
                  </a:lnTo>
                  <a:lnTo>
                    <a:pt x="4449392" y="1900702"/>
                  </a:lnTo>
                  <a:lnTo>
                    <a:pt x="4449518" y="1900702"/>
                  </a:lnTo>
                  <a:lnTo>
                    <a:pt x="4449644" y="1900702"/>
                  </a:lnTo>
                  <a:lnTo>
                    <a:pt x="4449770" y="1900702"/>
                  </a:lnTo>
                  <a:lnTo>
                    <a:pt x="4449897" y="1900702"/>
                  </a:lnTo>
                  <a:lnTo>
                    <a:pt x="4450023" y="1900702"/>
                  </a:lnTo>
                  <a:lnTo>
                    <a:pt x="4450149" y="1900702"/>
                  </a:lnTo>
                  <a:lnTo>
                    <a:pt x="4450275" y="1900702"/>
                  </a:lnTo>
                  <a:lnTo>
                    <a:pt x="4450402" y="1900702"/>
                  </a:lnTo>
                  <a:lnTo>
                    <a:pt x="4450528" y="1900702"/>
                  </a:lnTo>
                  <a:lnTo>
                    <a:pt x="4450654" y="1900702"/>
                  </a:lnTo>
                  <a:lnTo>
                    <a:pt x="4450780" y="1900702"/>
                  </a:lnTo>
                  <a:lnTo>
                    <a:pt x="4450907" y="1900702"/>
                  </a:lnTo>
                  <a:lnTo>
                    <a:pt x="4451033" y="1900702"/>
                  </a:lnTo>
                  <a:lnTo>
                    <a:pt x="4451159" y="1900702"/>
                  </a:lnTo>
                  <a:lnTo>
                    <a:pt x="4451285" y="1900702"/>
                  </a:lnTo>
                  <a:lnTo>
                    <a:pt x="4451412" y="1900702"/>
                  </a:lnTo>
                  <a:lnTo>
                    <a:pt x="4451538" y="1900702"/>
                  </a:lnTo>
                  <a:lnTo>
                    <a:pt x="4451664" y="1900702"/>
                  </a:lnTo>
                  <a:lnTo>
                    <a:pt x="4451790" y="1900702"/>
                  </a:lnTo>
                  <a:lnTo>
                    <a:pt x="4451917" y="1900702"/>
                  </a:lnTo>
                  <a:lnTo>
                    <a:pt x="4452043" y="1900702"/>
                  </a:lnTo>
                  <a:lnTo>
                    <a:pt x="4452169" y="1900702"/>
                  </a:lnTo>
                  <a:lnTo>
                    <a:pt x="4452295" y="1900702"/>
                  </a:lnTo>
                  <a:lnTo>
                    <a:pt x="4452422" y="1900702"/>
                  </a:lnTo>
                  <a:lnTo>
                    <a:pt x="4452548" y="1900702"/>
                  </a:lnTo>
                  <a:lnTo>
                    <a:pt x="4452674" y="1900702"/>
                  </a:lnTo>
                  <a:lnTo>
                    <a:pt x="4452800" y="1900702"/>
                  </a:lnTo>
                  <a:lnTo>
                    <a:pt x="4452927" y="1900702"/>
                  </a:lnTo>
                  <a:lnTo>
                    <a:pt x="4453053" y="1900702"/>
                  </a:lnTo>
                  <a:lnTo>
                    <a:pt x="4453179" y="1900702"/>
                  </a:lnTo>
                  <a:lnTo>
                    <a:pt x="4453305" y="1900702"/>
                  </a:lnTo>
                  <a:lnTo>
                    <a:pt x="4453432" y="1900702"/>
                  </a:lnTo>
                  <a:lnTo>
                    <a:pt x="4453558" y="1900702"/>
                  </a:lnTo>
                  <a:lnTo>
                    <a:pt x="4453684" y="1900702"/>
                  </a:lnTo>
                  <a:lnTo>
                    <a:pt x="4453811" y="1900702"/>
                  </a:lnTo>
                  <a:lnTo>
                    <a:pt x="4453937" y="1900702"/>
                  </a:lnTo>
                  <a:lnTo>
                    <a:pt x="4454063" y="1900702"/>
                  </a:lnTo>
                  <a:lnTo>
                    <a:pt x="4454189" y="1900702"/>
                  </a:lnTo>
                  <a:lnTo>
                    <a:pt x="4454316" y="1900702"/>
                  </a:lnTo>
                  <a:lnTo>
                    <a:pt x="4454442" y="1900702"/>
                  </a:lnTo>
                  <a:lnTo>
                    <a:pt x="4454568" y="1900702"/>
                  </a:lnTo>
                  <a:lnTo>
                    <a:pt x="4454694" y="1900702"/>
                  </a:lnTo>
                  <a:lnTo>
                    <a:pt x="4454821" y="1900702"/>
                  </a:lnTo>
                  <a:lnTo>
                    <a:pt x="4454947" y="1900702"/>
                  </a:lnTo>
                  <a:lnTo>
                    <a:pt x="4455073" y="1900702"/>
                  </a:lnTo>
                  <a:lnTo>
                    <a:pt x="4455199" y="1900702"/>
                  </a:lnTo>
                  <a:lnTo>
                    <a:pt x="4455326" y="1900702"/>
                  </a:lnTo>
                  <a:lnTo>
                    <a:pt x="4455452" y="1900702"/>
                  </a:lnTo>
                  <a:lnTo>
                    <a:pt x="4455578" y="1900702"/>
                  </a:lnTo>
                  <a:lnTo>
                    <a:pt x="4455704" y="1900702"/>
                  </a:lnTo>
                  <a:lnTo>
                    <a:pt x="4455831" y="1900702"/>
                  </a:lnTo>
                  <a:lnTo>
                    <a:pt x="4455957" y="1900702"/>
                  </a:lnTo>
                  <a:lnTo>
                    <a:pt x="4456083" y="1900702"/>
                  </a:lnTo>
                  <a:lnTo>
                    <a:pt x="4456209" y="1900702"/>
                  </a:lnTo>
                  <a:lnTo>
                    <a:pt x="4456336" y="1900702"/>
                  </a:lnTo>
                  <a:lnTo>
                    <a:pt x="4456462" y="1900702"/>
                  </a:lnTo>
                  <a:lnTo>
                    <a:pt x="4456588" y="1900702"/>
                  </a:lnTo>
                  <a:lnTo>
                    <a:pt x="4456714" y="1900702"/>
                  </a:lnTo>
                  <a:lnTo>
                    <a:pt x="4456841" y="1900702"/>
                  </a:lnTo>
                  <a:lnTo>
                    <a:pt x="4456967" y="1900702"/>
                  </a:lnTo>
                  <a:lnTo>
                    <a:pt x="4457093" y="1900702"/>
                  </a:lnTo>
                  <a:lnTo>
                    <a:pt x="4457219" y="1900702"/>
                  </a:lnTo>
                  <a:lnTo>
                    <a:pt x="4457346" y="1900702"/>
                  </a:lnTo>
                  <a:lnTo>
                    <a:pt x="4457472" y="1900702"/>
                  </a:lnTo>
                  <a:lnTo>
                    <a:pt x="4457598" y="1900702"/>
                  </a:lnTo>
                  <a:lnTo>
                    <a:pt x="4457724" y="1900702"/>
                  </a:lnTo>
                  <a:lnTo>
                    <a:pt x="4457851" y="1900702"/>
                  </a:lnTo>
                  <a:lnTo>
                    <a:pt x="4457977" y="1900702"/>
                  </a:lnTo>
                  <a:lnTo>
                    <a:pt x="4458103" y="1900702"/>
                  </a:lnTo>
                  <a:lnTo>
                    <a:pt x="4458229" y="1900702"/>
                  </a:lnTo>
                  <a:lnTo>
                    <a:pt x="4458356" y="1900702"/>
                  </a:lnTo>
                  <a:lnTo>
                    <a:pt x="4458482" y="1900702"/>
                  </a:lnTo>
                  <a:lnTo>
                    <a:pt x="4458608" y="1900702"/>
                  </a:lnTo>
                  <a:lnTo>
                    <a:pt x="4458735" y="1900702"/>
                  </a:lnTo>
                  <a:lnTo>
                    <a:pt x="4458861" y="1900702"/>
                  </a:lnTo>
                  <a:lnTo>
                    <a:pt x="4458987" y="1900702"/>
                  </a:lnTo>
                  <a:lnTo>
                    <a:pt x="4459113" y="1900702"/>
                  </a:lnTo>
                  <a:lnTo>
                    <a:pt x="4459240" y="1900702"/>
                  </a:lnTo>
                  <a:lnTo>
                    <a:pt x="4459366" y="1900702"/>
                  </a:lnTo>
                  <a:lnTo>
                    <a:pt x="4459492" y="1900702"/>
                  </a:lnTo>
                  <a:lnTo>
                    <a:pt x="4459618" y="1900702"/>
                  </a:lnTo>
                  <a:lnTo>
                    <a:pt x="4459745" y="1900702"/>
                  </a:lnTo>
                  <a:lnTo>
                    <a:pt x="4459871" y="1900702"/>
                  </a:lnTo>
                  <a:lnTo>
                    <a:pt x="4459997" y="1900702"/>
                  </a:lnTo>
                  <a:lnTo>
                    <a:pt x="4460123" y="1900702"/>
                  </a:lnTo>
                  <a:lnTo>
                    <a:pt x="4460250" y="1900702"/>
                  </a:lnTo>
                  <a:lnTo>
                    <a:pt x="4460376" y="1900702"/>
                  </a:lnTo>
                  <a:lnTo>
                    <a:pt x="4460502" y="1900702"/>
                  </a:lnTo>
                  <a:lnTo>
                    <a:pt x="4460628" y="1900702"/>
                  </a:lnTo>
                  <a:lnTo>
                    <a:pt x="4460755" y="1900702"/>
                  </a:lnTo>
                  <a:lnTo>
                    <a:pt x="4460881" y="1900702"/>
                  </a:lnTo>
                  <a:lnTo>
                    <a:pt x="4461007" y="1900702"/>
                  </a:lnTo>
                  <a:lnTo>
                    <a:pt x="4461133" y="1900702"/>
                  </a:lnTo>
                  <a:lnTo>
                    <a:pt x="4461260" y="1900702"/>
                  </a:lnTo>
                  <a:lnTo>
                    <a:pt x="4461386" y="1900702"/>
                  </a:lnTo>
                  <a:lnTo>
                    <a:pt x="4461512" y="1900702"/>
                  </a:lnTo>
                  <a:lnTo>
                    <a:pt x="4461638" y="1900702"/>
                  </a:lnTo>
                  <a:lnTo>
                    <a:pt x="4461765" y="1900702"/>
                  </a:lnTo>
                  <a:lnTo>
                    <a:pt x="4461891" y="1900702"/>
                  </a:lnTo>
                  <a:lnTo>
                    <a:pt x="4462017" y="1900702"/>
                  </a:lnTo>
                  <a:lnTo>
                    <a:pt x="4462017" y="1895790"/>
                  </a:lnTo>
                  <a:lnTo>
                    <a:pt x="4462143" y="1895790"/>
                  </a:lnTo>
                  <a:lnTo>
                    <a:pt x="4462270" y="1895790"/>
                  </a:lnTo>
                  <a:lnTo>
                    <a:pt x="4462396" y="1895790"/>
                  </a:lnTo>
                  <a:lnTo>
                    <a:pt x="4462522" y="1895790"/>
                  </a:lnTo>
                  <a:lnTo>
                    <a:pt x="4462648" y="1895790"/>
                  </a:lnTo>
                  <a:lnTo>
                    <a:pt x="4462775" y="1895790"/>
                  </a:lnTo>
                  <a:lnTo>
                    <a:pt x="4462901" y="1895790"/>
                  </a:lnTo>
                  <a:lnTo>
                    <a:pt x="4463027" y="1895790"/>
                  </a:lnTo>
                  <a:lnTo>
                    <a:pt x="4463153" y="1895790"/>
                  </a:lnTo>
                  <a:lnTo>
                    <a:pt x="4463280" y="1895790"/>
                  </a:lnTo>
                  <a:lnTo>
                    <a:pt x="4463406" y="1895790"/>
                  </a:lnTo>
                  <a:lnTo>
                    <a:pt x="4463532" y="1895790"/>
                  </a:lnTo>
                  <a:lnTo>
                    <a:pt x="4463658" y="1895790"/>
                  </a:lnTo>
                  <a:lnTo>
                    <a:pt x="4463785" y="1895790"/>
                  </a:lnTo>
                  <a:lnTo>
                    <a:pt x="4463911" y="1895790"/>
                  </a:lnTo>
                  <a:lnTo>
                    <a:pt x="4464037" y="1895790"/>
                  </a:lnTo>
                  <a:lnTo>
                    <a:pt x="4464164" y="1895790"/>
                  </a:lnTo>
                  <a:lnTo>
                    <a:pt x="4464290" y="1895790"/>
                  </a:lnTo>
                  <a:lnTo>
                    <a:pt x="4464416" y="1895790"/>
                  </a:lnTo>
                  <a:lnTo>
                    <a:pt x="4464542" y="1895790"/>
                  </a:lnTo>
                  <a:lnTo>
                    <a:pt x="4464669" y="1895790"/>
                  </a:lnTo>
                  <a:lnTo>
                    <a:pt x="4464795" y="1895790"/>
                  </a:lnTo>
                  <a:lnTo>
                    <a:pt x="4464921" y="1895790"/>
                  </a:lnTo>
                  <a:lnTo>
                    <a:pt x="4465047" y="1895790"/>
                  </a:lnTo>
                  <a:lnTo>
                    <a:pt x="4465174" y="1895790"/>
                  </a:lnTo>
                  <a:lnTo>
                    <a:pt x="4465300" y="1895790"/>
                  </a:lnTo>
                  <a:lnTo>
                    <a:pt x="4465426" y="1895790"/>
                  </a:lnTo>
                  <a:lnTo>
                    <a:pt x="4465552" y="1895790"/>
                  </a:lnTo>
                  <a:lnTo>
                    <a:pt x="4465679" y="1895790"/>
                  </a:lnTo>
                  <a:lnTo>
                    <a:pt x="4465805" y="1895790"/>
                  </a:lnTo>
                  <a:lnTo>
                    <a:pt x="4465931" y="1895790"/>
                  </a:lnTo>
                  <a:lnTo>
                    <a:pt x="4466057" y="1895790"/>
                  </a:lnTo>
                  <a:lnTo>
                    <a:pt x="4466184" y="1895790"/>
                  </a:lnTo>
                  <a:lnTo>
                    <a:pt x="4466310" y="1895790"/>
                  </a:lnTo>
                  <a:lnTo>
                    <a:pt x="4466436" y="1895790"/>
                  </a:lnTo>
                  <a:lnTo>
                    <a:pt x="4466562" y="1895790"/>
                  </a:lnTo>
                  <a:lnTo>
                    <a:pt x="4466689" y="1895790"/>
                  </a:lnTo>
                  <a:lnTo>
                    <a:pt x="4466815" y="1895790"/>
                  </a:lnTo>
                  <a:lnTo>
                    <a:pt x="4466941" y="1895790"/>
                  </a:lnTo>
                  <a:lnTo>
                    <a:pt x="4467067" y="1895790"/>
                  </a:lnTo>
                  <a:lnTo>
                    <a:pt x="4467194" y="1895790"/>
                  </a:lnTo>
                  <a:lnTo>
                    <a:pt x="4467320" y="1895790"/>
                  </a:lnTo>
                  <a:lnTo>
                    <a:pt x="4467446" y="1895790"/>
                  </a:lnTo>
                  <a:lnTo>
                    <a:pt x="4467572" y="1895790"/>
                  </a:lnTo>
                  <a:lnTo>
                    <a:pt x="4467699" y="1895790"/>
                  </a:lnTo>
                  <a:lnTo>
                    <a:pt x="4467825" y="1895790"/>
                  </a:lnTo>
                  <a:lnTo>
                    <a:pt x="4467951" y="1895790"/>
                  </a:lnTo>
                  <a:lnTo>
                    <a:pt x="4468077" y="1895790"/>
                  </a:lnTo>
                  <a:lnTo>
                    <a:pt x="4468204" y="1895790"/>
                  </a:lnTo>
                  <a:lnTo>
                    <a:pt x="4468330" y="1895790"/>
                  </a:lnTo>
                  <a:lnTo>
                    <a:pt x="4468456" y="1895790"/>
                  </a:lnTo>
                  <a:lnTo>
                    <a:pt x="4468582" y="1895790"/>
                  </a:lnTo>
                  <a:lnTo>
                    <a:pt x="4468709" y="1895790"/>
                  </a:lnTo>
                  <a:lnTo>
                    <a:pt x="4468835" y="1895790"/>
                  </a:lnTo>
                  <a:lnTo>
                    <a:pt x="4468961" y="1895790"/>
                  </a:lnTo>
                  <a:lnTo>
                    <a:pt x="4469088" y="1895790"/>
                  </a:lnTo>
                  <a:lnTo>
                    <a:pt x="4469214" y="1895790"/>
                  </a:lnTo>
                  <a:lnTo>
                    <a:pt x="4469340" y="1895790"/>
                  </a:lnTo>
                  <a:lnTo>
                    <a:pt x="4469466" y="1895790"/>
                  </a:lnTo>
                  <a:lnTo>
                    <a:pt x="4469593" y="1895790"/>
                  </a:lnTo>
                  <a:lnTo>
                    <a:pt x="4469719" y="1895790"/>
                  </a:lnTo>
                  <a:lnTo>
                    <a:pt x="4469845" y="1895790"/>
                  </a:lnTo>
                  <a:lnTo>
                    <a:pt x="4469971" y="1895790"/>
                  </a:lnTo>
                  <a:lnTo>
                    <a:pt x="4470098" y="1895790"/>
                  </a:lnTo>
                  <a:lnTo>
                    <a:pt x="4470224" y="1895790"/>
                  </a:lnTo>
                  <a:lnTo>
                    <a:pt x="4470350" y="1895790"/>
                  </a:lnTo>
                  <a:lnTo>
                    <a:pt x="4470476" y="1895790"/>
                  </a:lnTo>
                  <a:lnTo>
                    <a:pt x="4470603" y="1895790"/>
                  </a:lnTo>
                  <a:lnTo>
                    <a:pt x="4470729" y="1895790"/>
                  </a:lnTo>
                  <a:lnTo>
                    <a:pt x="4470855" y="1895790"/>
                  </a:lnTo>
                  <a:lnTo>
                    <a:pt x="4470981" y="1895790"/>
                  </a:lnTo>
                  <a:lnTo>
                    <a:pt x="4471108" y="1895790"/>
                  </a:lnTo>
                  <a:lnTo>
                    <a:pt x="4471234" y="1895790"/>
                  </a:lnTo>
                  <a:lnTo>
                    <a:pt x="4471360" y="1895790"/>
                  </a:lnTo>
                  <a:lnTo>
                    <a:pt x="4471486" y="1895790"/>
                  </a:lnTo>
                  <a:lnTo>
                    <a:pt x="4471613" y="1895790"/>
                  </a:lnTo>
                  <a:lnTo>
                    <a:pt x="4471739" y="1895790"/>
                  </a:lnTo>
                  <a:lnTo>
                    <a:pt x="4471865" y="1895790"/>
                  </a:lnTo>
                  <a:lnTo>
                    <a:pt x="4471991" y="1895790"/>
                  </a:lnTo>
                  <a:lnTo>
                    <a:pt x="4472118" y="1895790"/>
                  </a:lnTo>
                  <a:lnTo>
                    <a:pt x="4472244" y="1895790"/>
                  </a:lnTo>
                  <a:lnTo>
                    <a:pt x="4472370" y="1895790"/>
                  </a:lnTo>
                  <a:lnTo>
                    <a:pt x="4472496" y="1895790"/>
                  </a:lnTo>
                  <a:lnTo>
                    <a:pt x="4472623" y="1895790"/>
                  </a:lnTo>
                  <a:lnTo>
                    <a:pt x="4472749" y="1895790"/>
                  </a:lnTo>
                  <a:lnTo>
                    <a:pt x="4472875" y="1895790"/>
                  </a:lnTo>
                  <a:lnTo>
                    <a:pt x="4473001" y="1895790"/>
                  </a:lnTo>
                  <a:lnTo>
                    <a:pt x="4473128" y="1895790"/>
                  </a:lnTo>
                  <a:lnTo>
                    <a:pt x="4473254" y="1895790"/>
                  </a:lnTo>
                  <a:lnTo>
                    <a:pt x="4473380" y="1895790"/>
                  </a:lnTo>
                  <a:lnTo>
                    <a:pt x="4473506" y="1895790"/>
                  </a:lnTo>
                  <a:lnTo>
                    <a:pt x="4473633" y="1895790"/>
                  </a:lnTo>
                  <a:lnTo>
                    <a:pt x="4473759" y="1895790"/>
                  </a:lnTo>
                  <a:lnTo>
                    <a:pt x="4473885" y="1895790"/>
                  </a:lnTo>
                  <a:lnTo>
                    <a:pt x="4474011" y="1895790"/>
                  </a:lnTo>
                  <a:lnTo>
                    <a:pt x="4474138" y="1895790"/>
                  </a:lnTo>
                  <a:lnTo>
                    <a:pt x="4474264" y="1895790"/>
                  </a:lnTo>
                  <a:lnTo>
                    <a:pt x="4474390" y="1895790"/>
                  </a:lnTo>
                  <a:lnTo>
                    <a:pt x="4474517" y="1895790"/>
                  </a:lnTo>
                  <a:lnTo>
                    <a:pt x="4474643" y="1895790"/>
                  </a:lnTo>
                  <a:lnTo>
                    <a:pt x="4474769" y="1895790"/>
                  </a:lnTo>
                  <a:lnTo>
                    <a:pt x="4474895" y="1895790"/>
                  </a:lnTo>
                  <a:lnTo>
                    <a:pt x="4475022" y="1895790"/>
                  </a:lnTo>
                  <a:lnTo>
                    <a:pt x="4475148" y="1895790"/>
                  </a:lnTo>
                  <a:lnTo>
                    <a:pt x="4475274" y="1895790"/>
                  </a:lnTo>
                  <a:lnTo>
                    <a:pt x="4475400" y="1895790"/>
                  </a:lnTo>
                  <a:lnTo>
                    <a:pt x="4475527" y="1895790"/>
                  </a:lnTo>
                  <a:lnTo>
                    <a:pt x="4475653" y="1895790"/>
                  </a:lnTo>
                  <a:lnTo>
                    <a:pt x="4475779" y="1895790"/>
                  </a:lnTo>
                  <a:lnTo>
                    <a:pt x="4475905" y="1895790"/>
                  </a:lnTo>
                  <a:lnTo>
                    <a:pt x="4476032" y="1895790"/>
                  </a:lnTo>
                  <a:lnTo>
                    <a:pt x="4476158" y="1895790"/>
                  </a:lnTo>
                  <a:lnTo>
                    <a:pt x="4476284" y="1895790"/>
                  </a:lnTo>
                  <a:lnTo>
                    <a:pt x="4476410" y="1895790"/>
                  </a:lnTo>
                  <a:lnTo>
                    <a:pt x="4476537" y="1895790"/>
                  </a:lnTo>
                  <a:lnTo>
                    <a:pt x="4476663" y="1895790"/>
                  </a:lnTo>
                  <a:lnTo>
                    <a:pt x="4476789" y="1895790"/>
                  </a:lnTo>
                  <a:lnTo>
                    <a:pt x="4476915" y="1895790"/>
                  </a:lnTo>
                  <a:lnTo>
                    <a:pt x="4477042" y="1895790"/>
                  </a:lnTo>
                  <a:lnTo>
                    <a:pt x="4477168" y="1895790"/>
                  </a:lnTo>
                  <a:lnTo>
                    <a:pt x="4477294" y="1895790"/>
                  </a:lnTo>
                  <a:lnTo>
                    <a:pt x="4477420" y="1895790"/>
                  </a:lnTo>
                  <a:lnTo>
                    <a:pt x="4477547" y="1895790"/>
                  </a:lnTo>
                  <a:lnTo>
                    <a:pt x="4477673" y="1895790"/>
                  </a:lnTo>
                  <a:lnTo>
                    <a:pt x="4477799" y="1895790"/>
                  </a:lnTo>
                  <a:lnTo>
                    <a:pt x="4477925" y="1895790"/>
                  </a:lnTo>
                  <a:lnTo>
                    <a:pt x="4478052" y="1895790"/>
                  </a:lnTo>
                  <a:lnTo>
                    <a:pt x="4478178" y="1895790"/>
                  </a:lnTo>
                  <a:lnTo>
                    <a:pt x="4478304" y="1895790"/>
                  </a:lnTo>
                  <a:lnTo>
                    <a:pt x="4478430" y="1895790"/>
                  </a:lnTo>
                  <a:lnTo>
                    <a:pt x="4478557" y="1895790"/>
                  </a:lnTo>
                  <a:lnTo>
                    <a:pt x="4478683" y="1895790"/>
                  </a:lnTo>
                  <a:lnTo>
                    <a:pt x="4478809" y="1895790"/>
                  </a:lnTo>
                  <a:lnTo>
                    <a:pt x="4478935" y="1895790"/>
                  </a:lnTo>
                  <a:lnTo>
                    <a:pt x="4479062" y="1895790"/>
                  </a:lnTo>
                  <a:lnTo>
                    <a:pt x="4479188" y="1895790"/>
                  </a:lnTo>
                  <a:lnTo>
                    <a:pt x="4479314" y="1895790"/>
                  </a:lnTo>
                  <a:lnTo>
                    <a:pt x="4479441" y="1895790"/>
                  </a:lnTo>
                  <a:lnTo>
                    <a:pt x="4479567" y="1895790"/>
                  </a:lnTo>
                  <a:lnTo>
                    <a:pt x="4479693" y="1895790"/>
                  </a:lnTo>
                  <a:lnTo>
                    <a:pt x="4479819" y="1895790"/>
                  </a:lnTo>
                  <a:lnTo>
                    <a:pt x="4479946" y="1895790"/>
                  </a:lnTo>
                  <a:lnTo>
                    <a:pt x="4480072" y="1895790"/>
                  </a:lnTo>
                  <a:lnTo>
                    <a:pt x="4480198" y="1895790"/>
                  </a:lnTo>
                  <a:lnTo>
                    <a:pt x="4480324" y="1895790"/>
                  </a:lnTo>
                  <a:lnTo>
                    <a:pt x="4480451" y="1895790"/>
                  </a:lnTo>
                  <a:lnTo>
                    <a:pt x="4480577" y="1895790"/>
                  </a:lnTo>
                  <a:lnTo>
                    <a:pt x="4480703" y="1895790"/>
                  </a:lnTo>
                  <a:lnTo>
                    <a:pt x="4480829" y="1895790"/>
                  </a:lnTo>
                  <a:lnTo>
                    <a:pt x="4480956" y="1895790"/>
                  </a:lnTo>
                  <a:lnTo>
                    <a:pt x="4481082" y="1895790"/>
                  </a:lnTo>
                  <a:lnTo>
                    <a:pt x="4481208" y="1895790"/>
                  </a:lnTo>
                  <a:lnTo>
                    <a:pt x="4481334" y="1895790"/>
                  </a:lnTo>
                  <a:lnTo>
                    <a:pt x="4481461" y="1895790"/>
                  </a:lnTo>
                  <a:lnTo>
                    <a:pt x="4481587" y="1895790"/>
                  </a:lnTo>
                  <a:lnTo>
                    <a:pt x="4481713" y="1895790"/>
                  </a:lnTo>
                  <a:lnTo>
                    <a:pt x="4481839" y="1895790"/>
                  </a:lnTo>
                  <a:lnTo>
                    <a:pt x="4481966" y="1895790"/>
                  </a:lnTo>
                  <a:lnTo>
                    <a:pt x="4482092" y="1895790"/>
                  </a:lnTo>
                  <a:lnTo>
                    <a:pt x="4482218" y="1895790"/>
                  </a:lnTo>
                  <a:lnTo>
                    <a:pt x="4482344" y="1895790"/>
                  </a:lnTo>
                  <a:lnTo>
                    <a:pt x="4482471" y="1895790"/>
                  </a:lnTo>
                  <a:lnTo>
                    <a:pt x="4482597" y="1895790"/>
                  </a:lnTo>
                  <a:lnTo>
                    <a:pt x="4482723" y="1895790"/>
                  </a:lnTo>
                  <a:lnTo>
                    <a:pt x="4482849" y="1895790"/>
                  </a:lnTo>
                  <a:lnTo>
                    <a:pt x="4482849" y="1890879"/>
                  </a:lnTo>
                  <a:lnTo>
                    <a:pt x="4482976" y="1890879"/>
                  </a:lnTo>
                  <a:lnTo>
                    <a:pt x="4483102" y="1890879"/>
                  </a:lnTo>
                  <a:lnTo>
                    <a:pt x="4483228" y="1890879"/>
                  </a:lnTo>
                  <a:lnTo>
                    <a:pt x="4483354" y="1890879"/>
                  </a:lnTo>
                  <a:lnTo>
                    <a:pt x="4483481" y="1890879"/>
                  </a:lnTo>
                  <a:lnTo>
                    <a:pt x="4483607" y="1890879"/>
                  </a:lnTo>
                  <a:lnTo>
                    <a:pt x="4483733" y="1890879"/>
                  </a:lnTo>
                  <a:lnTo>
                    <a:pt x="4483859" y="1890879"/>
                  </a:lnTo>
                  <a:lnTo>
                    <a:pt x="4483986" y="1890879"/>
                  </a:lnTo>
                  <a:lnTo>
                    <a:pt x="4484112" y="1890879"/>
                  </a:lnTo>
                  <a:lnTo>
                    <a:pt x="4484238" y="1890879"/>
                  </a:lnTo>
                  <a:lnTo>
                    <a:pt x="4484364" y="1890879"/>
                  </a:lnTo>
                  <a:lnTo>
                    <a:pt x="4484364" y="1885967"/>
                  </a:lnTo>
                  <a:lnTo>
                    <a:pt x="4484491" y="1885967"/>
                  </a:lnTo>
                  <a:lnTo>
                    <a:pt x="4484617" y="1885967"/>
                  </a:lnTo>
                  <a:lnTo>
                    <a:pt x="4484743" y="1885967"/>
                  </a:lnTo>
                  <a:lnTo>
                    <a:pt x="4484870" y="1885967"/>
                  </a:lnTo>
                  <a:lnTo>
                    <a:pt x="4484996" y="1885967"/>
                  </a:lnTo>
                  <a:lnTo>
                    <a:pt x="4485122" y="1885967"/>
                  </a:lnTo>
                  <a:lnTo>
                    <a:pt x="4485248" y="1885967"/>
                  </a:lnTo>
                  <a:lnTo>
                    <a:pt x="4485375" y="1885967"/>
                  </a:lnTo>
                  <a:lnTo>
                    <a:pt x="4485501" y="1885967"/>
                  </a:lnTo>
                  <a:lnTo>
                    <a:pt x="4485627" y="1885967"/>
                  </a:lnTo>
                  <a:lnTo>
                    <a:pt x="4485753" y="1885967"/>
                  </a:lnTo>
                  <a:lnTo>
                    <a:pt x="4485880" y="1885967"/>
                  </a:lnTo>
                  <a:lnTo>
                    <a:pt x="4486006" y="1885967"/>
                  </a:lnTo>
                  <a:lnTo>
                    <a:pt x="4486132" y="1885967"/>
                  </a:lnTo>
                  <a:lnTo>
                    <a:pt x="4486258" y="1885967"/>
                  </a:lnTo>
                  <a:lnTo>
                    <a:pt x="4486385" y="1885967"/>
                  </a:lnTo>
                  <a:lnTo>
                    <a:pt x="4486385" y="1881056"/>
                  </a:lnTo>
                  <a:lnTo>
                    <a:pt x="4486511" y="1881056"/>
                  </a:lnTo>
                  <a:lnTo>
                    <a:pt x="4486637" y="1881056"/>
                  </a:lnTo>
                  <a:lnTo>
                    <a:pt x="4486763" y="1881056"/>
                  </a:lnTo>
                  <a:lnTo>
                    <a:pt x="4486890" y="1881056"/>
                  </a:lnTo>
                  <a:lnTo>
                    <a:pt x="4487016" y="1881056"/>
                  </a:lnTo>
                  <a:lnTo>
                    <a:pt x="4487142" y="1881056"/>
                  </a:lnTo>
                  <a:lnTo>
                    <a:pt x="4487268" y="1881056"/>
                  </a:lnTo>
                  <a:lnTo>
                    <a:pt x="4487395" y="1881056"/>
                  </a:lnTo>
                  <a:lnTo>
                    <a:pt x="4487521" y="1881056"/>
                  </a:lnTo>
                  <a:lnTo>
                    <a:pt x="4487647" y="1881056"/>
                  </a:lnTo>
                  <a:lnTo>
                    <a:pt x="4487773" y="1881056"/>
                  </a:lnTo>
                  <a:lnTo>
                    <a:pt x="4487900" y="1881056"/>
                  </a:lnTo>
                  <a:lnTo>
                    <a:pt x="4488026" y="1881056"/>
                  </a:lnTo>
                  <a:lnTo>
                    <a:pt x="4488152" y="1881056"/>
                  </a:lnTo>
                  <a:lnTo>
                    <a:pt x="4488278" y="1881056"/>
                  </a:lnTo>
                  <a:lnTo>
                    <a:pt x="4488405" y="1881056"/>
                  </a:lnTo>
                  <a:lnTo>
                    <a:pt x="4488531" y="1881056"/>
                  </a:lnTo>
                  <a:lnTo>
                    <a:pt x="4488657" y="1881056"/>
                  </a:lnTo>
                  <a:lnTo>
                    <a:pt x="4488783" y="1881056"/>
                  </a:lnTo>
                  <a:lnTo>
                    <a:pt x="4488910" y="1881056"/>
                  </a:lnTo>
                  <a:lnTo>
                    <a:pt x="4489036" y="1881056"/>
                  </a:lnTo>
                  <a:lnTo>
                    <a:pt x="4489162" y="1881056"/>
                  </a:lnTo>
                  <a:lnTo>
                    <a:pt x="4489288" y="1881056"/>
                  </a:lnTo>
                  <a:lnTo>
                    <a:pt x="4489415" y="1881056"/>
                  </a:lnTo>
                  <a:lnTo>
                    <a:pt x="4489541" y="1881056"/>
                  </a:lnTo>
                  <a:lnTo>
                    <a:pt x="4489667" y="1881056"/>
                  </a:lnTo>
                  <a:lnTo>
                    <a:pt x="4489794" y="1881056"/>
                  </a:lnTo>
                  <a:lnTo>
                    <a:pt x="4489920" y="1881056"/>
                  </a:lnTo>
                  <a:lnTo>
                    <a:pt x="4490046" y="1881056"/>
                  </a:lnTo>
                  <a:lnTo>
                    <a:pt x="4490172" y="1881056"/>
                  </a:lnTo>
                  <a:lnTo>
                    <a:pt x="4490299" y="1881056"/>
                  </a:lnTo>
                  <a:lnTo>
                    <a:pt x="4490425" y="1881056"/>
                  </a:lnTo>
                  <a:lnTo>
                    <a:pt x="4490551" y="1881056"/>
                  </a:lnTo>
                  <a:lnTo>
                    <a:pt x="4490677" y="1881056"/>
                  </a:lnTo>
                  <a:lnTo>
                    <a:pt x="4490804" y="1881056"/>
                  </a:lnTo>
                  <a:lnTo>
                    <a:pt x="4490930" y="1881056"/>
                  </a:lnTo>
                  <a:lnTo>
                    <a:pt x="4491056" y="1881056"/>
                  </a:lnTo>
                  <a:lnTo>
                    <a:pt x="4491182" y="1881056"/>
                  </a:lnTo>
                  <a:lnTo>
                    <a:pt x="4491309" y="1881056"/>
                  </a:lnTo>
                  <a:lnTo>
                    <a:pt x="4491435" y="1881056"/>
                  </a:lnTo>
                  <a:lnTo>
                    <a:pt x="4491561" y="1881056"/>
                  </a:lnTo>
                  <a:lnTo>
                    <a:pt x="4491687" y="1881056"/>
                  </a:lnTo>
                  <a:lnTo>
                    <a:pt x="4491814" y="1881056"/>
                  </a:lnTo>
                  <a:lnTo>
                    <a:pt x="4491940" y="1881056"/>
                  </a:lnTo>
                  <a:lnTo>
                    <a:pt x="4492066" y="1881056"/>
                  </a:lnTo>
                  <a:lnTo>
                    <a:pt x="4492192" y="1881056"/>
                  </a:lnTo>
                  <a:lnTo>
                    <a:pt x="4492319" y="1881056"/>
                  </a:lnTo>
                  <a:lnTo>
                    <a:pt x="4492445" y="1881056"/>
                  </a:lnTo>
                  <a:lnTo>
                    <a:pt x="4492571" y="1881056"/>
                  </a:lnTo>
                  <a:lnTo>
                    <a:pt x="4492697" y="1881056"/>
                  </a:lnTo>
                  <a:lnTo>
                    <a:pt x="4492824" y="1881056"/>
                  </a:lnTo>
                  <a:lnTo>
                    <a:pt x="4492950" y="1881056"/>
                  </a:lnTo>
                  <a:lnTo>
                    <a:pt x="4493076" y="1881056"/>
                  </a:lnTo>
                  <a:lnTo>
                    <a:pt x="4493202" y="1881056"/>
                  </a:lnTo>
                  <a:lnTo>
                    <a:pt x="4493329" y="1881056"/>
                  </a:lnTo>
                  <a:lnTo>
                    <a:pt x="4493455" y="1881056"/>
                  </a:lnTo>
                  <a:lnTo>
                    <a:pt x="4493581" y="1881056"/>
                  </a:lnTo>
                  <a:lnTo>
                    <a:pt x="4493707" y="1881056"/>
                  </a:lnTo>
                  <a:lnTo>
                    <a:pt x="4493834" y="1881056"/>
                  </a:lnTo>
                  <a:lnTo>
                    <a:pt x="4493960" y="1881056"/>
                  </a:lnTo>
                  <a:lnTo>
                    <a:pt x="4494086" y="1881056"/>
                  </a:lnTo>
                  <a:lnTo>
                    <a:pt x="4494212" y="1881056"/>
                  </a:lnTo>
                  <a:lnTo>
                    <a:pt x="4494339" y="1881056"/>
                  </a:lnTo>
                  <a:lnTo>
                    <a:pt x="4494465" y="1881056"/>
                  </a:lnTo>
                  <a:lnTo>
                    <a:pt x="4494591" y="1881056"/>
                  </a:lnTo>
                  <a:lnTo>
                    <a:pt x="4494717" y="1881056"/>
                  </a:lnTo>
                  <a:lnTo>
                    <a:pt x="4494844" y="1881056"/>
                  </a:lnTo>
                  <a:lnTo>
                    <a:pt x="4494970" y="1881056"/>
                  </a:lnTo>
                  <a:lnTo>
                    <a:pt x="4495096" y="1881056"/>
                  </a:lnTo>
                  <a:lnTo>
                    <a:pt x="4495223" y="1881056"/>
                  </a:lnTo>
                  <a:lnTo>
                    <a:pt x="4495349" y="1881056"/>
                  </a:lnTo>
                  <a:lnTo>
                    <a:pt x="4495475" y="1881056"/>
                  </a:lnTo>
                  <a:lnTo>
                    <a:pt x="4495601" y="1881056"/>
                  </a:lnTo>
                  <a:lnTo>
                    <a:pt x="4495728" y="1881056"/>
                  </a:lnTo>
                  <a:lnTo>
                    <a:pt x="4495854" y="1881056"/>
                  </a:lnTo>
                  <a:lnTo>
                    <a:pt x="4495980" y="1881056"/>
                  </a:lnTo>
                  <a:lnTo>
                    <a:pt x="4496106" y="1881056"/>
                  </a:lnTo>
                  <a:lnTo>
                    <a:pt x="4496233" y="1881056"/>
                  </a:lnTo>
                  <a:lnTo>
                    <a:pt x="4496359" y="1881056"/>
                  </a:lnTo>
                  <a:lnTo>
                    <a:pt x="4496485" y="1881056"/>
                  </a:lnTo>
                  <a:lnTo>
                    <a:pt x="4496611" y="1881056"/>
                  </a:lnTo>
                  <a:lnTo>
                    <a:pt x="4496738" y="1881056"/>
                  </a:lnTo>
                  <a:lnTo>
                    <a:pt x="4496864" y="1881056"/>
                  </a:lnTo>
                  <a:lnTo>
                    <a:pt x="4496990" y="1881056"/>
                  </a:lnTo>
                  <a:lnTo>
                    <a:pt x="4497116" y="1881056"/>
                  </a:lnTo>
                  <a:lnTo>
                    <a:pt x="4497243" y="1881056"/>
                  </a:lnTo>
                  <a:lnTo>
                    <a:pt x="4497369" y="1881056"/>
                  </a:lnTo>
                  <a:lnTo>
                    <a:pt x="4497495" y="1881056"/>
                  </a:lnTo>
                  <a:lnTo>
                    <a:pt x="4497621" y="1881056"/>
                  </a:lnTo>
                  <a:lnTo>
                    <a:pt x="4497748" y="1881056"/>
                  </a:lnTo>
                  <a:lnTo>
                    <a:pt x="4497874" y="1881056"/>
                  </a:lnTo>
                  <a:lnTo>
                    <a:pt x="4498000" y="1881056"/>
                  </a:lnTo>
                  <a:lnTo>
                    <a:pt x="4498126" y="1881056"/>
                  </a:lnTo>
                  <a:lnTo>
                    <a:pt x="4498253" y="1881056"/>
                  </a:lnTo>
                  <a:lnTo>
                    <a:pt x="4498379" y="1881056"/>
                  </a:lnTo>
                  <a:lnTo>
                    <a:pt x="4498505" y="1881056"/>
                  </a:lnTo>
                  <a:lnTo>
                    <a:pt x="4498631" y="1881056"/>
                  </a:lnTo>
                  <a:lnTo>
                    <a:pt x="4498758" y="1881056"/>
                  </a:lnTo>
                  <a:lnTo>
                    <a:pt x="4498884" y="1881056"/>
                  </a:lnTo>
                  <a:lnTo>
                    <a:pt x="4499010" y="1881056"/>
                  </a:lnTo>
                  <a:lnTo>
                    <a:pt x="4499136" y="1881056"/>
                  </a:lnTo>
                  <a:lnTo>
                    <a:pt x="4499263" y="1881056"/>
                  </a:lnTo>
                  <a:lnTo>
                    <a:pt x="4499389" y="1881056"/>
                  </a:lnTo>
                  <a:lnTo>
                    <a:pt x="4499515" y="1881056"/>
                  </a:lnTo>
                  <a:lnTo>
                    <a:pt x="4499641" y="1881056"/>
                  </a:lnTo>
                  <a:lnTo>
                    <a:pt x="4499768" y="1881056"/>
                  </a:lnTo>
                  <a:lnTo>
                    <a:pt x="4499894" y="1881056"/>
                  </a:lnTo>
                  <a:lnTo>
                    <a:pt x="4500020" y="1881056"/>
                  </a:lnTo>
                  <a:lnTo>
                    <a:pt x="4500147" y="1881056"/>
                  </a:lnTo>
                  <a:lnTo>
                    <a:pt x="4500273" y="1881056"/>
                  </a:lnTo>
                  <a:lnTo>
                    <a:pt x="4500399" y="1881056"/>
                  </a:lnTo>
                  <a:lnTo>
                    <a:pt x="4500525" y="1881056"/>
                  </a:lnTo>
                  <a:lnTo>
                    <a:pt x="4500652" y="1881056"/>
                  </a:lnTo>
                  <a:lnTo>
                    <a:pt x="4500778" y="1881056"/>
                  </a:lnTo>
                  <a:lnTo>
                    <a:pt x="4500904" y="1881056"/>
                  </a:lnTo>
                  <a:lnTo>
                    <a:pt x="4501030" y="1881056"/>
                  </a:lnTo>
                  <a:lnTo>
                    <a:pt x="4501157" y="1881056"/>
                  </a:lnTo>
                  <a:lnTo>
                    <a:pt x="4501283" y="1881056"/>
                  </a:lnTo>
                  <a:lnTo>
                    <a:pt x="4501409" y="1881056"/>
                  </a:lnTo>
                  <a:lnTo>
                    <a:pt x="4501535" y="1881056"/>
                  </a:lnTo>
                  <a:lnTo>
                    <a:pt x="4501662" y="1881056"/>
                  </a:lnTo>
                  <a:lnTo>
                    <a:pt x="4501788" y="1881056"/>
                  </a:lnTo>
                  <a:lnTo>
                    <a:pt x="4501914" y="1881056"/>
                  </a:lnTo>
                  <a:lnTo>
                    <a:pt x="4502040" y="1881056"/>
                  </a:lnTo>
                  <a:lnTo>
                    <a:pt x="4502167" y="1881056"/>
                  </a:lnTo>
                  <a:lnTo>
                    <a:pt x="4502293" y="1881056"/>
                  </a:lnTo>
                  <a:lnTo>
                    <a:pt x="4502419" y="1881056"/>
                  </a:lnTo>
                  <a:lnTo>
                    <a:pt x="4502545" y="1881056"/>
                  </a:lnTo>
                  <a:lnTo>
                    <a:pt x="4502672" y="1881056"/>
                  </a:lnTo>
                  <a:lnTo>
                    <a:pt x="4502798" y="1881056"/>
                  </a:lnTo>
                  <a:lnTo>
                    <a:pt x="4502924" y="1881056"/>
                  </a:lnTo>
                  <a:lnTo>
                    <a:pt x="4503050" y="1881056"/>
                  </a:lnTo>
                  <a:lnTo>
                    <a:pt x="4503177" y="1881056"/>
                  </a:lnTo>
                  <a:lnTo>
                    <a:pt x="4503303" y="1881056"/>
                  </a:lnTo>
                  <a:lnTo>
                    <a:pt x="4503429" y="1881056"/>
                  </a:lnTo>
                  <a:lnTo>
                    <a:pt x="4503555" y="1881056"/>
                  </a:lnTo>
                  <a:lnTo>
                    <a:pt x="4503682" y="1881056"/>
                  </a:lnTo>
                  <a:lnTo>
                    <a:pt x="4503808" y="1881056"/>
                  </a:lnTo>
                  <a:lnTo>
                    <a:pt x="4503934" y="1881056"/>
                  </a:lnTo>
                  <a:lnTo>
                    <a:pt x="4504060" y="1881056"/>
                  </a:lnTo>
                  <a:lnTo>
                    <a:pt x="4504187" y="1881056"/>
                  </a:lnTo>
                  <a:lnTo>
                    <a:pt x="4504313" y="1881056"/>
                  </a:lnTo>
                  <a:lnTo>
                    <a:pt x="4504439" y="1881056"/>
                  </a:lnTo>
                  <a:lnTo>
                    <a:pt x="4504565" y="1881056"/>
                  </a:lnTo>
                  <a:lnTo>
                    <a:pt x="4504692" y="1881056"/>
                  </a:lnTo>
                  <a:lnTo>
                    <a:pt x="4504818" y="1881056"/>
                  </a:lnTo>
                  <a:lnTo>
                    <a:pt x="4504944" y="1881056"/>
                  </a:lnTo>
                  <a:lnTo>
                    <a:pt x="4505070" y="1881056"/>
                  </a:lnTo>
                  <a:lnTo>
                    <a:pt x="4505197" y="1881056"/>
                  </a:lnTo>
                  <a:lnTo>
                    <a:pt x="4505323" y="1881056"/>
                  </a:lnTo>
                  <a:lnTo>
                    <a:pt x="4505449" y="1881056"/>
                  </a:lnTo>
                  <a:lnTo>
                    <a:pt x="4505576" y="1881056"/>
                  </a:lnTo>
                  <a:lnTo>
                    <a:pt x="4505702" y="1881056"/>
                  </a:lnTo>
                  <a:lnTo>
                    <a:pt x="4505828" y="1881056"/>
                  </a:lnTo>
                  <a:lnTo>
                    <a:pt x="4505954" y="1881056"/>
                  </a:lnTo>
                  <a:lnTo>
                    <a:pt x="4506081" y="1881056"/>
                  </a:lnTo>
                  <a:lnTo>
                    <a:pt x="4506207" y="1881056"/>
                  </a:lnTo>
                  <a:lnTo>
                    <a:pt x="4506333" y="1881056"/>
                  </a:lnTo>
                  <a:lnTo>
                    <a:pt x="4506459" y="1881056"/>
                  </a:lnTo>
                  <a:lnTo>
                    <a:pt x="4506586" y="1881056"/>
                  </a:lnTo>
                  <a:lnTo>
                    <a:pt x="4506712" y="1881056"/>
                  </a:lnTo>
                  <a:lnTo>
                    <a:pt x="4506838" y="1881056"/>
                  </a:lnTo>
                  <a:lnTo>
                    <a:pt x="4506964" y="1881056"/>
                  </a:lnTo>
                  <a:lnTo>
                    <a:pt x="4507091" y="1881056"/>
                  </a:lnTo>
                  <a:lnTo>
                    <a:pt x="4507217" y="1881056"/>
                  </a:lnTo>
                  <a:lnTo>
                    <a:pt x="4507343" y="1881056"/>
                  </a:lnTo>
                  <a:lnTo>
                    <a:pt x="4507469" y="1881056"/>
                  </a:lnTo>
                  <a:lnTo>
                    <a:pt x="4507596" y="1881056"/>
                  </a:lnTo>
                  <a:lnTo>
                    <a:pt x="4507722" y="1881056"/>
                  </a:lnTo>
                  <a:lnTo>
                    <a:pt x="4507848" y="1881056"/>
                  </a:lnTo>
                  <a:lnTo>
                    <a:pt x="4507974" y="1881056"/>
                  </a:lnTo>
                  <a:lnTo>
                    <a:pt x="4508101" y="1881056"/>
                  </a:lnTo>
                  <a:lnTo>
                    <a:pt x="4508227" y="1881056"/>
                  </a:lnTo>
                  <a:lnTo>
                    <a:pt x="4508353" y="1881056"/>
                  </a:lnTo>
                  <a:lnTo>
                    <a:pt x="4508479" y="1881056"/>
                  </a:lnTo>
                  <a:lnTo>
                    <a:pt x="4508606" y="1881056"/>
                  </a:lnTo>
                  <a:lnTo>
                    <a:pt x="4508732" y="1881056"/>
                  </a:lnTo>
                  <a:lnTo>
                    <a:pt x="4508858" y="1881056"/>
                  </a:lnTo>
                  <a:lnTo>
                    <a:pt x="4508984" y="1881056"/>
                  </a:lnTo>
                  <a:lnTo>
                    <a:pt x="4509111" y="1881056"/>
                  </a:lnTo>
                  <a:lnTo>
                    <a:pt x="4509237" y="1881056"/>
                  </a:lnTo>
                  <a:lnTo>
                    <a:pt x="4509363" y="1881056"/>
                  </a:lnTo>
                  <a:lnTo>
                    <a:pt x="4509489" y="1881056"/>
                  </a:lnTo>
                  <a:lnTo>
                    <a:pt x="4509616" y="1881056"/>
                  </a:lnTo>
                  <a:lnTo>
                    <a:pt x="4509742" y="1881056"/>
                  </a:lnTo>
                  <a:lnTo>
                    <a:pt x="4509868" y="1881056"/>
                  </a:lnTo>
                  <a:lnTo>
                    <a:pt x="4509994" y="1881056"/>
                  </a:lnTo>
                  <a:lnTo>
                    <a:pt x="4510121" y="1881056"/>
                  </a:lnTo>
                  <a:lnTo>
                    <a:pt x="4510247" y="1881056"/>
                  </a:lnTo>
                  <a:lnTo>
                    <a:pt x="4510373" y="1881056"/>
                  </a:lnTo>
                  <a:lnTo>
                    <a:pt x="4510500" y="1881056"/>
                  </a:lnTo>
                  <a:lnTo>
                    <a:pt x="4510626" y="1881056"/>
                  </a:lnTo>
                  <a:lnTo>
                    <a:pt x="4510752" y="1881056"/>
                  </a:lnTo>
                  <a:lnTo>
                    <a:pt x="4510878" y="1881056"/>
                  </a:lnTo>
                  <a:lnTo>
                    <a:pt x="4510878" y="1876145"/>
                  </a:lnTo>
                  <a:lnTo>
                    <a:pt x="4511005" y="1876145"/>
                  </a:lnTo>
                  <a:lnTo>
                    <a:pt x="4511131" y="1876145"/>
                  </a:lnTo>
                  <a:lnTo>
                    <a:pt x="4511257" y="1876145"/>
                  </a:lnTo>
                  <a:lnTo>
                    <a:pt x="4511383" y="1876145"/>
                  </a:lnTo>
                  <a:lnTo>
                    <a:pt x="4511383" y="1871233"/>
                  </a:lnTo>
                  <a:lnTo>
                    <a:pt x="4511510" y="1871233"/>
                  </a:lnTo>
                  <a:lnTo>
                    <a:pt x="4511636" y="1871233"/>
                  </a:lnTo>
                  <a:lnTo>
                    <a:pt x="4511762" y="1871233"/>
                  </a:lnTo>
                  <a:lnTo>
                    <a:pt x="4511888" y="1871233"/>
                  </a:lnTo>
                  <a:lnTo>
                    <a:pt x="4512015" y="1871233"/>
                  </a:lnTo>
                  <a:lnTo>
                    <a:pt x="4512141" y="1871233"/>
                  </a:lnTo>
                  <a:lnTo>
                    <a:pt x="4512267" y="1871233"/>
                  </a:lnTo>
                  <a:lnTo>
                    <a:pt x="4512393" y="1871233"/>
                  </a:lnTo>
                  <a:lnTo>
                    <a:pt x="4512520" y="1871233"/>
                  </a:lnTo>
                  <a:lnTo>
                    <a:pt x="4512646" y="1871233"/>
                  </a:lnTo>
                  <a:lnTo>
                    <a:pt x="4512772" y="1871233"/>
                  </a:lnTo>
                  <a:lnTo>
                    <a:pt x="4512898" y="1871233"/>
                  </a:lnTo>
                  <a:lnTo>
                    <a:pt x="4513025" y="1871233"/>
                  </a:lnTo>
                  <a:lnTo>
                    <a:pt x="4513151" y="1871233"/>
                  </a:lnTo>
                  <a:lnTo>
                    <a:pt x="4513277" y="1871233"/>
                  </a:lnTo>
                  <a:lnTo>
                    <a:pt x="4513403" y="1871233"/>
                  </a:lnTo>
                  <a:lnTo>
                    <a:pt x="4513530" y="1871233"/>
                  </a:lnTo>
                  <a:lnTo>
                    <a:pt x="4513656" y="1871233"/>
                  </a:lnTo>
                  <a:lnTo>
                    <a:pt x="4513782" y="1871233"/>
                  </a:lnTo>
                  <a:lnTo>
                    <a:pt x="4513908" y="1871233"/>
                  </a:lnTo>
                  <a:lnTo>
                    <a:pt x="4514035" y="1871233"/>
                  </a:lnTo>
                  <a:lnTo>
                    <a:pt x="4514161" y="1871233"/>
                  </a:lnTo>
                  <a:lnTo>
                    <a:pt x="4514287" y="1871233"/>
                  </a:lnTo>
                  <a:lnTo>
                    <a:pt x="4514413" y="1871233"/>
                  </a:lnTo>
                  <a:lnTo>
                    <a:pt x="4514540" y="1871233"/>
                  </a:lnTo>
                  <a:lnTo>
                    <a:pt x="4514666" y="1871233"/>
                  </a:lnTo>
                  <a:lnTo>
                    <a:pt x="4514792" y="1871233"/>
                  </a:lnTo>
                  <a:lnTo>
                    <a:pt x="4514918" y="1871233"/>
                  </a:lnTo>
                  <a:lnTo>
                    <a:pt x="4515045" y="1871233"/>
                  </a:lnTo>
                  <a:lnTo>
                    <a:pt x="4515171" y="1871233"/>
                  </a:lnTo>
                  <a:lnTo>
                    <a:pt x="4515297" y="1871233"/>
                  </a:lnTo>
                  <a:lnTo>
                    <a:pt x="4515424" y="1871233"/>
                  </a:lnTo>
                  <a:lnTo>
                    <a:pt x="4515550" y="1871233"/>
                  </a:lnTo>
                  <a:lnTo>
                    <a:pt x="4515676" y="1871233"/>
                  </a:lnTo>
                  <a:lnTo>
                    <a:pt x="4515802" y="1871233"/>
                  </a:lnTo>
                  <a:lnTo>
                    <a:pt x="4515929" y="1871233"/>
                  </a:lnTo>
                  <a:lnTo>
                    <a:pt x="4516055" y="1871233"/>
                  </a:lnTo>
                  <a:lnTo>
                    <a:pt x="4516181" y="1871233"/>
                  </a:lnTo>
                  <a:lnTo>
                    <a:pt x="4516307" y="1871233"/>
                  </a:lnTo>
                  <a:lnTo>
                    <a:pt x="4516434" y="1871233"/>
                  </a:lnTo>
                  <a:lnTo>
                    <a:pt x="4516560" y="1871233"/>
                  </a:lnTo>
                  <a:lnTo>
                    <a:pt x="4516686" y="1871233"/>
                  </a:lnTo>
                  <a:lnTo>
                    <a:pt x="4516812" y="1871233"/>
                  </a:lnTo>
                  <a:lnTo>
                    <a:pt x="4516939" y="1871233"/>
                  </a:lnTo>
                  <a:lnTo>
                    <a:pt x="4516939" y="1866322"/>
                  </a:lnTo>
                  <a:lnTo>
                    <a:pt x="4517065" y="1866322"/>
                  </a:lnTo>
                  <a:lnTo>
                    <a:pt x="4517191" y="1866322"/>
                  </a:lnTo>
                  <a:lnTo>
                    <a:pt x="4517317" y="1866322"/>
                  </a:lnTo>
                  <a:lnTo>
                    <a:pt x="4517444" y="1866322"/>
                  </a:lnTo>
                  <a:lnTo>
                    <a:pt x="4517570" y="1866322"/>
                  </a:lnTo>
                  <a:lnTo>
                    <a:pt x="4517696" y="1866322"/>
                  </a:lnTo>
                  <a:lnTo>
                    <a:pt x="4517822" y="1866322"/>
                  </a:lnTo>
                  <a:lnTo>
                    <a:pt x="4517949" y="1866322"/>
                  </a:lnTo>
                  <a:lnTo>
                    <a:pt x="4518075" y="1866322"/>
                  </a:lnTo>
                  <a:lnTo>
                    <a:pt x="4518201" y="1866322"/>
                  </a:lnTo>
                  <a:lnTo>
                    <a:pt x="4518327" y="1866322"/>
                  </a:lnTo>
                  <a:lnTo>
                    <a:pt x="4518454" y="1866322"/>
                  </a:lnTo>
                  <a:lnTo>
                    <a:pt x="4518580" y="1866322"/>
                  </a:lnTo>
                  <a:lnTo>
                    <a:pt x="4518706" y="1866322"/>
                  </a:lnTo>
                  <a:lnTo>
                    <a:pt x="4518832" y="1866322"/>
                  </a:lnTo>
                  <a:lnTo>
                    <a:pt x="4518959" y="1866322"/>
                  </a:lnTo>
                  <a:lnTo>
                    <a:pt x="4519085" y="1866322"/>
                  </a:lnTo>
                  <a:lnTo>
                    <a:pt x="4519211" y="1866322"/>
                  </a:lnTo>
                  <a:lnTo>
                    <a:pt x="4519337" y="1866322"/>
                  </a:lnTo>
                  <a:lnTo>
                    <a:pt x="4519464" y="1866322"/>
                  </a:lnTo>
                  <a:lnTo>
                    <a:pt x="4519590" y="1866322"/>
                  </a:lnTo>
                  <a:lnTo>
                    <a:pt x="4519716" y="1866322"/>
                  </a:lnTo>
                  <a:lnTo>
                    <a:pt x="4519842" y="1866322"/>
                  </a:lnTo>
                  <a:lnTo>
                    <a:pt x="4519969" y="1866322"/>
                  </a:lnTo>
                  <a:lnTo>
                    <a:pt x="4520095" y="1866322"/>
                  </a:lnTo>
                  <a:lnTo>
                    <a:pt x="4520221" y="1866322"/>
                  </a:lnTo>
                  <a:lnTo>
                    <a:pt x="4520347" y="1866322"/>
                  </a:lnTo>
                  <a:lnTo>
                    <a:pt x="4520474" y="1866322"/>
                  </a:lnTo>
                  <a:lnTo>
                    <a:pt x="4520600" y="1866322"/>
                  </a:lnTo>
                  <a:lnTo>
                    <a:pt x="4520726" y="1866322"/>
                  </a:lnTo>
                  <a:lnTo>
                    <a:pt x="4520853" y="1866322"/>
                  </a:lnTo>
                  <a:lnTo>
                    <a:pt x="4520979" y="1866322"/>
                  </a:lnTo>
                  <a:lnTo>
                    <a:pt x="4521105" y="1866322"/>
                  </a:lnTo>
                  <a:lnTo>
                    <a:pt x="4521231" y="1866322"/>
                  </a:lnTo>
                  <a:lnTo>
                    <a:pt x="4521358" y="1866322"/>
                  </a:lnTo>
                  <a:lnTo>
                    <a:pt x="4521484" y="1866322"/>
                  </a:lnTo>
                  <a:lnTo>
                    <a:pt x="4521610" y="1866322"/>
                  </a:lnTo>
                  <a:lnTo>
                    <a:pt x="4521736" y="1866322"/>
                  </a:lnTo>
                  <a:lnTo>
                    <a:pt x="4521863" y="1866322"/>
                  </a:lnTo>
                  <a:lnTo>
                    <a:pt x="4521989" y="1866322"/>
                  </a:lnTo>
                  <a:lnTo>
                    <a:pt x="4522115" y="1866322"/>
                  </a:lnTo>
                  <a:lnTo>
                    <a:pt x="4522241" y="1866322"/>
                  </a:lnTo>
                  <a:lnTo>
                    <a:pt x="4522368" y="1866322"/>
                  </a:lnTo>
                  <a:lnTo>
                    <a:pt x="4522494" y="1866322"/>
                  </a:lnTo>
                  <a:lnTo>
                    <a:pt x="4522620" y="1866322"/>
                  </a:lnTo>
                  <a:lnTo>
                    <a:pt x="4522746" y="1866322"/>
                  </a:lnTo>
                  <a:lnTo>
                    <a:pt x="4522873" y="1866322"/>
                  </a:lnTo>
                  <a:lnTo>
                    <a:pt x="4522999" y="1866322"/>
                  </a:lnTo>
                  <a:lnTo>
                    <a:pt x="4523125" y="1866322"/>
                  </a:lnTo>
                  <a:lnTo>
                    <a:pt x="4523251" y="1866322"/>
                  </a:lnTo>
                  <a:lnTo>
                    <a:pt x="4523378" y="1866322"/>
                  </a:lnTo>
                  <a:lnTo>
                    <a:pt x="4523504" y="1866322"/>
                  </a:lnTo>
                  <a:lnTo>
                    <a:pt x="4523630" y="1866322"/>
                  </a:lnTo>
                  <a:lnTo>
                    <a:pt x="4523756" y="1866322"/>
                  </a:lnTo>
                  <a:lnTo>
                    <a:pt x="4523883" y="1866322"/>
                  </a:lnTo>
                  <a:lnTo>
                    <a:pt x="4524009" y="1866322"/>
                  </a:lnTo>
                  <a:lnTo>
                    <a:pt x="4524135" y="1866322"/>
                  </a:lnTo>
                  <a:lnTo>
                    <a:pt x="4524261" y="1866322"/>
                  </a:lnTo>
                  <a:lnTo>
                    <a:pt x="4524388" y="1866322"/>
                  </a:lnTo>
                  <a:lnTo>
                    <a:pt x="4524514" y="1866322"/>
                  </a:lnTo>
                  <a:lnTo>
                    <a:pt x="4524640" y="1866322"/>
                  </a:lnTo>
                  <a:lnTo>
                    <a:pt x="4524766" y="1866322"/>
                  </a:lnTo>
                  <a:lnTo>
                    <a:pt x="4524893" y="1866322"/>
                  </a:lnTo>
                  <a:lnTo>
                    <a:pt x="4525019" y="1866322"/>
                  </a:lnTo>
                  <a:lnTo>
                    <a:pt x="4525145" y="1866322"/>
                  </a:lnTo>
                  <a:lnTo>
                    <a:pt x="4525271" y="1866322"/>
                  </a:lnTo>
                  <a:lnTo>
                    <a:pt x="4525398" y="1866322"/>
                  </a:lnTo>
                  <a:lnTo>
                    <a:pt x="4525524" y="1866322"/>
                  </a:lnTo>
                  <a:lnTo>
                    <a:pt x="4525650" y="1866322"/>
                  </a:lnTo>
                  <a:lnTo>
                    <a:pt x="4525777" y="1866322"/>
                  </a:lnTo>
                  <a:lnTo>
                    <a:pt x="4525903" y="1866322"/>
                  </a:lnTo>
                  <a:lnTo>
                    <a:pt x="4526029" y="1866322"/>
                  </a:lnTo>
                  <a:lnTo>
                    <a:pt x="4526155" y="1866322"/>
                  </a:lnTo>
                  <a:lnTo>
                    <a:pt x="4526282" y="1866322"/>
                  </a:lnTo>
                  <a:lnTo>
                    <a:pt x="4526408" y="1866322"/>
                  </a:lnTo>
                  <a:lnTo>
                    <a:pt x="4526534" y="1866322"/>
                  </a:lnTo>
                  <a:lnTo>
                    <a:pt x="4526660" y="1866322"/>
                  </a:lnTo>
                  <a:lnTo>
                    <a:pt x="4526787" y="1866322"/>
                  </a:lnTo>
                  <a:lnTo>
                    <a:pt x="4526913" y="1866322"/>
                  </a:lnTo>
                  <a:lnTo>
                    <a:pt x="4527039" y="1866322"/>
                  </a:lnTo>
                  <a:lnTo>
                    <a:pt x="4527165" y="1866322"/>
                  </a:lnTo>
                  <a:lnTo>
                    <a:pt x="4527292" y="1866322"/>
                  </a:lnTo>
                  <a:lnTo>
                    <a:pt x="4527418" y="1866322"/>
                  </a:lnTo>
                  <a:lnTo>
                    <a:pt x="4527544" y="1866322"/>
                  </a:lnTo>
                  <a:lnTo>
                    <a:pt x="4527670" y="1866322"/>
                  </a:lnTo>
                  <a:lnTo>
                    <a:pt x="4527797" y="1866322"/>
                  </a:lnTo>
                  <a:lnTo>
                    <a:pt x="4527923" y="1866322"/>
                  </a:lnTo>
                  <a:lnTo>
                    <a:pt x="4528049" y="1866322"/>
                  </a:lnTo>
                  <a:lnTo>
                    <a:pt x="4528175" y="1866322"/>
                  </a:lnTo>
                  <a:lnTo>
                    <a:pt x="4528302" y="1866322"/>
                  </a:lnTo>
                  <a:lnTo>
                    <a:pt x="4528428" y="1866322"/>
                  </a:lnTo>
                  <a:lnTo>
                    <a:pt x="4528554" y="1866322"/>
                  </a:lnTo>
                  <a:lnTo>
                    <a:pt x="4528680" y="1866322"/>
                  </a:lnTo>
                  <a:lnTo>
                    <a:pt x="4528807" y="1866322"/>
                  </a:lnTo>
                  <a:lnTo>
                    <a:pt x="4528933" y="1866322"/>
                  </a:lnTo>
                  <a:lnTo>
                    <a:pt x="4529059" y="1866322"/>
                  </a:lnTo>
                  <a:lnTo>
                    <a:pt x="4529185" y="1866322"/>
                  </a:lnTo>
                  <a:lnTo>
                    <a:pt x="4529312" y="1866322"/>
                  </a:lnTo>
                  <a:lnTo>
                    <a:pt x="4529438" y="1866322"/>
                  </a:lnTo>
                  <a:lnTo>
                    <a:pt x="4529564" y="1866322"/>
                  </a:lnTo>
                  <a:lnTo>
                    <a:pt x="4529690" y="1866322"/>
                  </a:lnTo>
                  <a:lnTo>
                    <a:pt x="4529817" y="1866322"/>
                  </a:lnTo>
                  <a:lnTo>
                    <a:pt x="4529943" y="1866322"/>
                  </a:lnTo>
                  <a:lnTo>
                    <a:pt x="4530069" y="1866322"/>
                  </a:lnTo>
                  <a:lnTo>
                    <a:pt x="4530195" y="1866322"/>
                  </a:lnTo>
                  <a:lnTo>
                    <a:pt x="4530322" y="1866322"/>
                  </a:lnTo>
                  <a:lnTo>
                    <a:pt x="4530448" y="1866322"/>
                  </a:lnTo>
                  <a:lnTo>
                    <a:pt x="4530574" y="1866322"/>
                  </a:lnTo>
                  <a:lnTo>
                    <a:pt x="4530700" y="1866322"/>
                  </a:lnTo>
                  <a:lnTo>
                    <a:pt x="4530827" y="1866322"/>
                  </a:lnTo>
                  <a:lnTo>
                    <a:pt x="4530953" y="1866322"/>
                  </a:lnTo>
                  <a:lnTo>
                    <a:pt x="4531079" y="1866322"/>
                  </a:lnTo>
                  <a:lnTo>
                    <a:pt x="4531206" y="1866322"/>
                  </a:lnTo>
                  <a:lnTo>
                    <a:pt x="4531332" y="1866322"/>
                  </a:lnTo>
                  <a:lnTo>
                    <a:pt x="4531458" y="1866322"/>
                  </a:lnTo>
                  <a:lnTo>
                    <a:pt x="4531584" y="1866322"/>
                  </a:lnTo>
                  <a:lnTo>
                    <a:pt x="4531711" y="1866322"/>
                  </a:lnTo>
                  <a:lnTo>
                    <a:pt x="4531837" y="1866322"/>
                  </a:lnTo>
                  <a:lnTo>
                    <a:pt x="4531963" y="1866322"/>
                  </a:lnTo>
                  <a:lnTo>
                    <a:pt x="4532089" y="1866322"/>
                  </a:lnTo>
                  <a:lnTo>
                    <a:pt x="4532216" y="1866322"/>
                  </a:lnTo>
                  <a:lnTo>
                    <a:pt x="4532342" y="1866322"/>
                  </a:lnTo>
                  <a:lnTo>
                    <a:pt x="4532468" y="1866322"/>
                  </a:lnTo>
                  <a:lnTo>
                    <a:pt x="4532594" y="1866322"/>
                  </a:lnTo>
                  <a:lnTo>
                    <a:pt x="4532721" y="1866322"/>
                  </a:lnTo>
                  <a:lnTo>
                    <a:pt x="4532847" y="1866322"/>
                  </a:lnTo>
                  <a:lnTo>
                    <a:pt x="4532973" y="1866322"/>
                  </a:lnTo>
                  <a:lnTo>
                    <a:pt x="4533099" y="1866322"/>
                  </a:lnTo>
                  <a:lnTo>
                    <a:pt x="4533226" y="1866322"/>
                  </a:lnTo>
                  <a:lnTo>
                    <a:pt x="4533352" y="1866322"/>
                  </a:lnTo>
                  <a:lnTo>
                    <a:pt x="4533478" y="1866322"/>
                  </a:lnTo>
                  <a:lnTo>
                    <a:pt x="4533604" y="1866322"/>
                  </a:lnTo>
                  <a:lnTo>
                    <a:pt x="4533731" y="1866322"/>
                  </a:lnTo>
                  <a:lnTo>
                    <a:pt x="4533857" y="1866322"/>
                  </a:lnTo>
                  <a:lnTo>
                    <a:pt x="4533983" y="1866322"/>
                  </a:lnTo>
                  <a:lnTo>
                    <a:pt x="4534109" y="1866322"/>
                  </a:lnTo>
                  <a:lnTo>
                    <a:pt x="4534236" y="1866322"/>
                  </a:lnTo>
                  <a:lnTo>
                    <a:pt x="4534362" y="1866322"/>
                  </a:lnTo>
                  <a:lnTo>
                    <a:pt x="4534488" y="1866322"/>
                  </a:lnTo>
                  <a:lnTo>
                    <a:pt x="4534614" y="1866322"/>
                  </a:lnTo>
                  <a:lnTo>
                    <a:pt x="4534741" y="1866322"/>
                  </a:lnTo>
                  <a:lnTo>
                    <a:pt x="4534867" y="1866322"/>
                  </a:lnTo>
                  <a:lnTo>
                    <a:pt x="4534993" y="1866322"/>
                  </a:lnTo>
                  <a:lnTo>
                    <a:pt x="4535119" y="1866322"/>
                  </a:lnTo>
                  <a:lnTo>
                    <a:pt x="4535246" y="1866322"/>
                  </a:lnTo>
                  <a:lnTo>
                    <a:pt x="4535372" y="1866322"/>
                  </a:lnTo>
                  <a:lnTo>
                    <a:pt x="4535498" y="1866322"/>
                  </a:lnTo>
                  <a:lnTo>
                    <a:pt x="4535624" y="1866322"/>
                  </a:lnTo>
                  <a:lnTo>
                    <a:pt x="4535751" y="1866322"/>
                  </a:lnTo>
                  <a:lnTo>
                    <a:pt x="4535877" y="1866322"/>
                  </a:lnTo>
                  <a:lnTo>
                    <a:pt x="4536003" y="1866322"/>
                  </a:lnTo>
                  <a:lnTo>
                    <a:pt x="4536130" y="1866322"/>
                  </a:lnTo>
                  <a:lnTo>
                    <a:pt x="4536256" y="1866322"/>
                  </a:lnTo>
                  <a:lnTo>
                    <a:pt x="4536382" y="1866322"/>
                  </a:lnTo>
                  <a:lnTo>
                    <a:pt x="4536508" y="1866322"/>
                  </a:lnTo>
                  <a:lnTo>
                    <a:pt x="4536635" y="1866322"/>
                  </a:lnTo>
                  <a:lnTo>
                    <a:pt x="4536761" y="1866322"/>
                  </a:lnTo>
                  <a:lnTo>
                    <a:pt x="4536887" y="1866322"/>
                  </a:lnTo>
                  <a:lnTo>
                    <a:pt x="4537013" y="1866322"/>
                  </a:lnTo>
                  <a:lnTo>
                    <a:pt x="4537140" y="1866322"/>
                  </a:lnTo>
                  <a:lnTo>
                    <a:pt x="4537266" y="1866322"/>
                  </a:lnTo>
                  <a:lnTo>
                    <a:pt x="4537392" y="1866322"/>
                  </a:lnTo>
                  <a:lnTo>
                    <a:pt x="4537518" y="1866322"/>
                  </a:lnTo>
                  <a:lnTo>
                    <a:pt x="4537645" y="1866322"/>
                  </a:lnTo>
                  <a:lnTo>
                    <a:pt x="4537771" y="1866322"/>
                  </a:lnTo>
                  <a:lnTo>
                    <a:pt x="4537897" y="1866322"/>
                  </a:lnTo>
                  <a:lnTo>
                    <a:pt x="4538023" y="1866322"/>
                  </a:lnTo>
                  <a:lnTo>
                    <a:pt x="4538150" y="1866322"/>
                  </a:lnTo>
                  <a:lnTo>
                    <a:pt x="4538276" y="1866322"/>
                  </a:lnTo>
                  <a:lnTo>
                    <a:pt x="4538402" y="1866322"/>
                  </a:lnTo>
                  <a:lnTo>
                    <a:pt x="4538528" y="1866322"/>
                  </a:lnTo>
                  <a:lnTo>
                    <a:pt x="4538655" y="1866322"/>
                  </a:lnTo>
                  <a:lnTo>
                    <a:pt x="4538781" y="1866322"/>
                  </a:lnTo>
                  <a:lnTo>
                    <a:pt x="4538907" y="1866322"/>
                  </a:lnTo>
                  <a:lnTo>
                    <a:pt x="4539033" y="1866322"/>
                  </a:lnTo>
                  <a:lnTo>
                    <a:pt x="4539160" y="1866322"/>
                  </a:lnTo>
                  <a:lnTo>
                    <a:pt x="4539286" y="1866322"/>
                  </a:lnTo>
                  <a:lnTo>
                    <a:pt x="4539412" y="1866322"/>
                  </a:lnTo>
                  <a:lnTo>
                    <a:pt x="4539538" y="1866322"/>
                  </a:lnTo>
                  <a:lnTo>
                    <a:pt x="4539665" y="1866322"/>
                  </a:lnTo>
                  <a:lnTo>
                    <a:pt x="4539791" y="1866322"/>
                  </a:lnTo>
                  <a:lnTo>
                    <a:pt x="4539917" y="1866322"/>
                  </a:lnTo>
                  <a:lnTo>
                    <a:pt x="4540043" y="1866322"/>
                  </a:lnTo>
                  <a:lnTo>
                    <a:pt x="4540170" y="1866322"/>
                  </a:lnTo>
                  <a:lnTo>
                    <a:pt x="4540296" y="1866322"/>
                  </a:lnTo>
                  <a:lnTo>
                    <a:pt x="4540422" y="1866322"/>
                  </a:lnTo>
                  <a:lnTo>
                    <a:pt x="4540548" y="1866322"/>
                  </a:lnTo>
                  <a:lnTo>
                    <a:pt x="4540675" y="1866322"/>
                  </a:lnTo>
                  <a:lnTo>
                    <a:pt x="4540801" y="1866322"/>
                  </a:lnTo>
                  <a:lnTo>
                    <a:pt x="4540927" y="1866322"/>
                  </a:lnTo>
                  <a:lnTo>
                    <a:pt x="4541053" y="1866322"/>
                  </a:lnTo>
                  <a:lnTo>
                    <a:pt x="4541180" y="1866322"/>
                  </a:lnTo>
                  <a:lnTo>
                    <a:pt x="4541306" y="1866322"/>
                  </a:lnTo>
                  <a:lnTo>
                    <a:pt x="4541432" y="1866322"/>
                  </a:lnTo>
                  <a:lnTo>
                    <a:pt x="4541559" y="1866322"/>
                  </a:lnTo>
                  <a:lnTo>
                    <a:pt x="4541685" y="1866322"/>
                  </a:lnTo>
                  <a:lnTo>
                    <a:pt x="4541811" y="1866322"/>
                  </a:lnTo>
                  <a:lnTo>
                    <a:pt x="4541937" y="1866322"/>
                  </a:lnTo>
                  <a:lnTo>
                    <a:pt x="4542064" y="1866322"/>
                  </a:lnTo>
                  <a:lnTo>
                    <a:pt x="4542190" y="1866322"/>
                  </a:lnTo>
                  <a:lnTo>
                    <a:pt x="4542316" y="1866322"/>
                  </a:lnTo>
                  <a:lnTo>
                    <a:pt x="4542442" y="1866322"/>
                  </a:lnTo>
                  <a:lnTo>
                    <a:pt x="4542569" y="1866322"/>
                  </a:lnTo>
                  <a:lnTo>
                    <a:pt x="4542695" y="1866322"/>
                  </a:lnTo>
                  <a:lnTo>
                    <a:pt x="4542821" y="1866322"/>
                  </a:lnTo>
                  <a:lnTo>
                    <a:pt x="4542947" y="1866322"/>
                  </a:lnTo>
                  <a:lnTo>
                    <a:pt x="4543074" y="1866322"/>
                  </a:lnTo>
                  <a:lnTo>
                    <a:pt x="4543200" y="1866322"/>
                  </a:lnTo>
                  <a:lnTo>
                    <a:pt x="4543326" y="1866322"/>
                  </a:lnTo>
                  <a:lnTo>
                    <a:pt x="4543452" y="1866322"/>
                  </a:lnTo>
                  <a:lnTo>
                    <a:pt x="4543579" y="1866322"/>
                  </a:lnTo>
                  <a:lnTo>
                    <a:pt x="4543705" y="1866322"/>
                  </a:lnTo>
                  <a:lnTo>
                    <a:pt x="4543831" y="1866322"/>
                  </a:lnTo>
                  <a:lnTo>
                    <a:pt x="4543957" y="1866322"/>
                  </a:lnTo>
                  <a:lnTo>
                    <a:pt x="4544084" y="1866322"/>
                  </a:lnTo>
                  <a:lnTo>
                    <a:pt x="4544210" y="1866322"/>
                  </a:lnTo>
                  <a:lnTo>
                    <a:pt x="4544336" y="1866322"/>
                  </a:lnTo>
                  <a:lnTo>
                    <a:pt x="4544462" y="1866322"/>
                  </a:lnTo>
                  <a:lnTo>
                    <a:pt x="4544589" y="1866322"/>
                  </a:lnTo>
                  <a:lnTo>
                    <a:pt x="4544715" y="1866322"/>
                  </a:lnTo>
                  <a:lnTo>
                    <a:pt x="4544841" y="1866322"/>
                  </a:lnTo>
                  <a:lnTo>
                    <a:pt x="4544967" y="1866322"/>
                  </a:lnTo>
                  <a:lnTo>
                    <a:pt x="4545094" y="1866322"/>
                  </a:lnTo>
                  <a:lnTo>
                    <a:pt x="4545220" y="1866322"/>
                  </a:lnTo>
                  <a:lnTo>
                    <a:pt x="4545346" y="1866322"/>
                  </a:lnTo>
                  <a:lnTo>
                    <a:pt x="4545472" y="1866322"/>
                  </a:lnTo>
                  <a:lnTo>
                    <a:pt x="4545599" y="1866322"/>
                  </a:lnTo>
                  <a:lnTo>
                    <a:pt x="4545725" y="1866322"/>
                  </a:lnTo>
                  <a:lnTo>
                    <a:pt x="4545851" y="1866322"/>
                  </a:lnTo>
                  <a:lnTo>
                    <a:pt x="4545977" y="1866322"/>
                  </a:lnTo>
                  <a:lnTo>
                    <a:pt x="4546104" y="1866322"/>
                  </a:lnTo>
                  <a:lnTo>
                    <a:pt x="4546230" y="1866322"/>
                  </a:lnTo>
                  <a:lnTo>
                    <a:pt x="4546356" y="1866322"/>
                  </a:lnTo>
                  <a:lnTo>
                    <a:pt x="4546483" y="1866322"/>
                  </a:lnTo>
                  <a:lnTo>
                    <a:pt x="4546609" y="1866322"/>
                  </a:lnTo>
                  <a:lnTo>
                    <a:pt x="4546735" y="1866322"/>
                  </a:lnTo>
                  <a:lnTo>
                    <a:pt x="4546861" y="1866322"/>
                  </a:lnTo>
                  <a:lnTo>
                    <a:pt x="4546988" y="1866322"/>
                  </a:lnTo>
                  <a:lnTo>
                    <a:pt x="4547114" y="1866322"/>
                  </a:lnTo>
                  <a:lnTo>
                    <a:pt x="4547240" y="1866322"/>
                  </a:lnTo>
                  <a:lnTo>
                    <a:pt x="4547366" y="1866322"/>
                  </a:lnTo>
                  <a:lnTo>
                    <a:pt x="4547493" y="1866322"/>
                  </a:lnTo>
                  <a:lnTo>
                    <a:pt x="4547619" y="1866322"/>
                  </a:lnTo>
                  <a:lnTo>
                    <a:pt x="4547745" y="1866322"/>
                  </a:lnTo>
                  <a:lnTo>
                    <a:pt x="4547871" y="1866322"/>
                  </a:lnTo>
                  <a:lnTo>
                    <a:pt x="4547998" y="1866322"/>
                  </a:lnTo>
                  <a:lnTo>
                    <a:pt x="4548124" y="1866322"/>
                  </a:lnTo>
                  <a:lnTo>
                    <a:pt x="4548250" y="1866322"/>
                  </a:lnTo>
                  <a:lnTo>
                    <a:pt x="4548376" y="1866322"/>
                  </a:lnTo>
                  <a:lnTo>
                    <a:pt x="4548503" y="1866322"/>
                  </a:lnTo>
                  <a:lnTo>
                    <a:pt x="4548629" y="1866322"/>
                  </a:lnTo>
                  <a:lnTo>
                    <a:pt x="4548755" y="1866322"/>
                  </a:lnTo>
                  <a:lnTo>
                    <a:pt x="4548881" y="1866322"/>
                  </a:lnTo>
                  <a:lnTo>
                    <a:pt x="4549008" y="1866322"/>
                  </a:lnTo>
                  <a:lnTo>
                    <a:pt x="4549134" y="1866322"/>
                  </a:lnTo>
                  <a:lnTo>
                    <a:pt x="4549260" y="1866322"/>
                  </a:lnTo>
                  <a:lnTo>
                    <a:pt x="4549386" y="1866322"/>
                  </a:lnTo>
                  <a:lnTo>
                    <a:pt x="4549513" y="1866322"/>
                  </a:lnTo>
                  <a:lnTo>
                    <a:pt x="4549639" y="1866322"/>
                  </a:lnTo>
                  <a:lnTo>
                    <a:pt x="4549765" y="1866322"/>
                  </a:lnTo>
                  <a:lnTo>
                    <a:pt x="4549891" y="1866322"/>
                  </a:lnTo>
                  <a:lnTo>
                    <a:pt x="4550018" y="1866322"/>
                  </a:lnTo>
                  <a:lnTo>
                    <a:pt x="4550144" y="1866322"/>
                  </a:lnTo>
                  <a:lnTo>
                    <a:pt x="4550270" y="1866322"/>
                  </a:lnTo>
                  <a:lnTo>
                    <a:pt x="4550396" y="1866322"/>
                  </a:lnTo>
                  <a:lnTo>
                    <a:pt x="4550523" y="1866322"/>
                  </a:lnTo>
                  <a:lnTo>
                    <a:pt x="4550649" y="1866322"/>
                  </a:lnTo>
                  <a:lnTo>
                    <a:pt x="4550775" y="1866322"/>
                  </a:lnTo>
                  <a:lnTo>
                    <a:pt x="4550901" y="1866322"/>
                  </a:lnTo>
                  <a:lnTo>
                    <a:pt x="4551028" y="1866322"/>
                  </a:lnTo>
                  <a:lnTo>
                    <a:pt x="4551154" y="1866322"/>
                  </a:lnTo>
                  <a:lnTo>
                    <a:pt x="4551280" y="1866322"/>
                  </a:lnTo>
                  <a:lnTo>
                    <a:pt x="4551406" y="1866322"/>
                  </a:lnTo>
                  <a:lnTo>
                    <a:pt x="4551533" y="1866322"/>
                  </a:lnTo>
                  <a:lnTo>
                    <a:pt x="4551659" y="1866322"/>
                  </a:lnTo>
                  <a:lnTo>
                    <a:pt x="4551785" y="1866322"/>
                  </a:lnTo>
                  <a:lnTo>
                    <a:pt x="4551912" y="1866322"/>
                  </a:lnTo>
                  <a:lnTo>
                    <a:pt x="4552038" y="1866322"/>
                  </a:lnTo>
                  <a:lnTo>
                    <a:pt x="4552164" y="1866322"/>
                  </a:lnTo>
                  <a:lnTo>
                    <a:pt x="4552290" y="1866322"/>
                  </a:lnTo>
                  <a:lnTo>
                    <a:pt x="4552290" y="1861411"/>
                  </a:lnTo>
                  <a:lnTo>
                    <a:pt x="4552417" y="1861411"/>
                  </a:lnTo>
                  <a:lnTo>
                    <a:pt x="4552543" y="1861411"/>
                  </a:lnTo>
                  <a:lnTo>
                    <a:pt x="4552669" y="1861411"/>
                  </a:lnTo>
                  <a:lnTo>
                    <a:pt x="4552795" y="1861411"/>
                  </a:lnTo>
                  <a:lnTo>
                    <a:pt x="4552922" y="1861411"/>
                  </a:lnTo>
                  <a:lnTo>
                    <a:pt x="4553048" y="1861411"/>
                  </a:lnTo>
                  <a:lnTo>
                    <a:pt x="4553174" y="1861411"/>
                  </a:lnTo>
                  <a:lnTo>
                    <a:pt x="4553300" y="1861411"/>
                  </a:lnTo>
                  <a:lnTo>
                    <a:pt x="4553427" y="1861411"/>
                  </a:lnTo>
                  <a:lnTo>
                    <a:pt x="4553553" y="1861411"/>
                  </a:lnTo>
                  <a:lnTo>
                    <a:pt x="4553679" y="1861411"/>
                  </a:lnTo>
                  <a:lnTo>
                    <a:pt x="4553805" y="1861411"/>
                  </a:lnTo>
                  <a:lnTo>
                    <a:pt x="4553932" y="1861411"/>
                  </a:lnTo>
                  <a:lnTo>
                    <a:pt x="4554058" y="1861411"/>
                  </a:lnTo>
                  <a:lnTo>
                    <a:pt x="4554184" y="1861411"/>
                  </a:lnTo>
                  <a:lnTo>
                    <a:pt x="4554184" y="1856499"/>
                  </a:lnTo>
                  <a:lnTo>
                    <a:pt x="4554310" y="1856499"/>
                  </a:lnTo>
                  <a:lnTo>
                    <a:pt x="4554437" y="1856499"/>
                  </a:lnTo>
                  <a:lnTo>
                    <a:pt x="4554563" y="1856499"/>
                  </a:lnTo>
                  <a:lnTo>
                    <a:pt x="4554689" y="1856499"/>
                  </a:lnTo>
                  <a:lnTo>
                    <a:pt x="4554815" y="1856499"/>
                  </a:lnTo>
                  <a:lnTo>
                    <a:pt x="4554942" y="1856499"/>
                  </a:lnTo>
                  <a:lnTo>
                    <a:pt x="4555068" y="1856499"/>
                  </a:lnTo>
                  <a:lnTo>
                    <a:pt x="4555194" y="1856499"/>
                  </a:lnTo>
                  <a:lnTo>
                    <a:pt x="4555320" y="1856499"/>
                  </a:lnTo>
                  <a:lnTo>
                    <a:pt x="4555447" y="1856499"/>
                  </a:lnTo>
                  <a:lnTo>
                    <a:pt x="4555573" y="1856499"/>
                  </a:lnTo>
                  <a:lnTo>
                    <a:pt x="4555699" y="1856499"/>
                  </a:lnTo>
                  <a:lnTo>
                    <a:pt x="4555825" y="1856499"/>
                  </a:lnTo>
                  <a:lnTo>
                    <a:pt x="4555952" y="1856499"/>
                  </a:lnTo>
                  <a:lnTo>
                    <a:pt x="4556078" y="1856499"/>
                  </a:lnTo>
                  <a:lnTo>
                    <a:pt x="4556204" y="1856499"/>
                  </a:lnTo>
                  <a:lnTo>
                    <a:pt x="4556330" y="1856499"/>
                  </a:lnTo>
                  <a:lnTo>
                    <a:pt x="4556457" y="1856499"/>
                  </a:lnTo>
                  <a:lnTo>
                    <a:pt x="4556583" y="1856499"/>
                  </a:lnTo>
                  <a:lnTo>
                    <a:pt x="4556709" y="1856499"/>
                  </a:lnTo>
                  <a:lnTo>
                    <a:pt x="4556836" y="1856499"/>
                  </a:lnTo>
                  <a:lnTo>
                    <a:pt x="4556962" y="1856499"/>
                  </a:lnTo>
                  <a:lnTo>
                    <a:pt x="4557088" y="1856499"/>
                  </a:lnTo>
                  <a:lnTo>
                    <a:pt x="4557214" y="1856499"/>
                  </a:lnTo>
                  <a:lnTo>
                    <a:pt x="4557341" y="1856499"/>
                  </a:lnTo>
                  <a:lnTo>
                    <a:pt x="4557467" y="1856499"/>
                  </a:lnTo>
                  <a:lnTo>
                    <a:pt x="4557593" y="1856499"/>
                  </a:lnTo>
                  <a:lnTo>
                    <a:pt x="4557719" y="1856499"/>
                  </a:lnTo>
                  <a:lnTo>
                    <a:pt x="4557846" y="1856499"/>
                  </a:lnTo>
                  <a:lnTo>
                    <a:pt x="4557972" y="1856499"/>
                  </a:lnTo>
                  <a:lnTo>
                    <a:pt x="4558098" y="1856499"/>
                  </a:lnTo>
                  <a:lnTo>
                    <a:pt x="4558224" y="1856499"/>
                  </a:lnTo>
                  <a:lnTo>
                    <a:pt x="4558351" y="1856499"/>
                  </a:lnTo>
                  <a:lnTo>
                    <a:pt x="4558351" y="1851588"/>
                  </a:lnTo>
                  <a:lnTo>
                    <a:pt x="4558477" y="1851588"/>
                  </a:lnTo>
                  <a:lnTo>
                    <a:pt x="4558603" y="1851588"/>
                  </a:lnTo>
                  <a:lnTo>
                    <a:pt x="4558729" y="1851588"/>
                  </a:lnTo>
                  <a:lnTo>
                    <a:pt x="4558856" y="1851588"/>
                  </a:lnTo>
                  <a:lnTo>
                    <a:pt x="4558982" y="1851588"/>
                  </a:lnTo>
                  <a:lnTo>
                    <a:pt x="4559108" y="1851588"/>
                  </a:lnTo>
                  <a:lnTo>
                    <a:pt x="4559234" y="1851588"/>
                  </a:lnTo>
                  <a:lnTo>
                    <a:pt x="4559361" y="1851588"/>
                  </a:lnTo>
                  <a:lnTo>
                    <a:pt x="4559487" y="1851588"/>
                  </a:lnTo>
                  <a:lnTo>
                    <a:pt x="4559613" y="1851588"/>
                  </a:lnTo>
                  <a:lnTo>
                    <a:pt x="4559739" y="1851588"/>
                  </a:lnTo>
                  <a:lnTo>
                    <a:pt x="4559866" y="1851588"/>
                  </a:lnTo>
                  <a:lnTo>
                    <a:pt x="4559992" y="1851588"/>
                  </a:lnTo>
                  <a:lnTo>
                    <a:pt x="4560118" y="1851588"/>
                  </a:lnTo>
                  <a:lnTo>
                    <a:pt x="4560244" y="1851588"/>
                  </a:lnTo>
                  <a:lnTo>
                    <a:pt x="4560371" y="1851588"/>
                  </a:lnTo>
                  <a:lnTo>
                    <a:pt x="4560497" y="1851588"/>
                  </a:lnTo>
                  <a:lnTo>
                    <a:pt x="4560623" y="1851588"/>
                  </a:lnTo>
                  <a:lnTo>
                    <a:pt x="4560749" y="1851588"/>
                  </a:lnTo>
                  <a:lnTo>
                    <a:pt x="4560876" y="1851588"/>
                  </a:lnTo>
                  <a:lnTo>
                    <a:pt x="4561002" y="1851588"/>
                  </a:lnTo>
                  <a:lnTo>
                    <a:pt x="4561128" y="1851588"/>
                  </a:lnTo>
                  <a:lnTo>
                    <a:pt x="4561254" y="1851588"/>
                  </a:lnTo>
                  <a:lnTo>
                    <a:pt x="4561381" y="1851588"/>
                  </a:lnTo>
                  <a:lnTo>
                    <a:pt x="4561507" y="1851588"/>
                  </a:lnTo>
                  <a:lnTo>
                    <a:pt x="4561633" y="1851588"/>
                  </a:lnTo>
                  <a:lnTo>
                    <a:pt x="4561759" y="1851588"/>
                  </a:lnTo>
                  <a:lnTo>
                    <a:pt x="4561886" y="1851588"/>
                  </a:lnTo>
                  <a:lnTo>
                    <a:pt x="4562012" y="1851588"/>
                  </a:lnTo>
                  <a:lnTo>
                    <a:pt x="4562138" y="1851588"/>
                  </a:lnTo>
                  <a:lnTo>
                    <a:pt x="4562265" y="1851588"/>
                  </a:lnTo>
                  <a:lnTo>
                    <a:pt x="4562391" y="1851588"/>
                  </a:lnTo>
                  <a:lnTo>
                    <a:pt x="4562517" y="1851588"/>
                  </a:lnTo>
                  <a:lnTo>
                    <a:pt x="4562643" y="1851588"/>
                  </a:lnTo>
                  <a:lnTo>
                    <a:pt x="4562770" y="1851588"/>
                  </a:lnTo>
                  <a:lnTo>
                    <a:pt x="4562896" y="1851588"/>
                  </a:lnTo>
                  <a:lnTo>
                    <a:pt x="4562896" y="1846676"/>
                  </a:lnTo>
                  <a:lnTo>
                    <a:pt x="4563022" y="1846676"/>
                  </a:lnTo>
                  <a:lnTo>
                    <a:pt x="4563148" y="1846676"/>
                  </a:lnTo>
                  <a:lnTo>
                    <a:pt x="4563275" y="1846676"/>
                  </a:lnTo>
                  <a:lnTo>
                    <a:pt x="4563401" y="1846676"/>
                  </a:lnTo>
                  <a:lnTo>
                    <a:pt x="4563527" y="1846676"/>
                  </a:lnTo>
                  <a:lnTo>
                    <a:pt x="4563653" y="1846676"/>
                  </a:lnTo>
                  <a:lnTo>
                    <a:pt x="4563780" y="1846676"/>
                  </a:lnTo>
                  <a:lnTo>
                    <a:pt x="4563906" y="1846676"/>
                  </a:lnTo>
                  <a:lnTo>
                    <a:pt x="4564032" y="1846676"/>
                  </a:lnTo>
                  <a:lnTo>
                    <a:pt x="4564158" y="1846676"/>
                  </a:lnTo>
                  <a:lnTo>
                    <a:pt x="4564285" y="1846676"/>
                  </a:lnTo>
                  <a:lnTo>
                    <a:pt x="4564411" y="1846676"/>
                  </a:lnTo>
                  <a:lnTo>
                    <a:pt x="4564537" y="1846676"/>
                  </a:lnTo>
                  <a:lnTo>
                    <a:pt x="4564663" y="1846676"/>
                  </a:lnTo>
                  <a:lnTo>
                    <a:pt x="4564790" y="1846676"/>
                  </a:lnTo>
                  <a:lnTo>
                    <a:pt x="4564916" y="1846676"/>
                  </a:lnTo>
                  <a:lnTo>
                    <a:pt x="4565042" y="1846676"/>
                  </a:lnTo>
                  <a:lnTo>
                    <a:pt x="4565168" y="1846676"/>
                  </a:lnTo>
                  <a:lnTo>
                    <a:pt x="4565295" y="1846676"/>
                  </a:lnTo>
                  <a:lnTo>
                    <a:pt x="4565421" y="1846676"/>
                  </a:lnTo>
                  <a:lnTo>
                    <a:pt x="4565547" y="1846676"/>
                  </a:lnTo>
                  <a:lnTo>
                    <a:pt x="4565673" y="1846676"/>
                  </a:lnTo>
                  <a:lnTo>
                    <a:pt x="4565800" y="1846676"/>
                  </a:lnTo>
                  <a:lnTo>
                    <a:pt x="4565926" y="1846676"/>
                  </a:lnTo>
                  <a:lnTo>
                    <a:pt x="4566052" y="1846676"/>
                  </a:lnTo>
                  <a:lnTo>
                    <a:pt x="4566178" y="1846676"/>
                  </a:lnTo>
                  <a:lnTo>
                    <a:pt x="4566305" y="1846676"/>
                  </a:lnTo>
                  <a:lnTo>
                    <a:pt x="4566431" y="1846676"/>
                  </a:lnTo>
                  <a:lnTo>
                    <a:pt x="4566557" y="1846676"/>
                  </a:lnTo>
                  <a:lnTo>
                    <a:pt x="4566683" y="1846676"/>
                  </a:lnTo>
                  <a:lnTo>
                    <a:pt x="4566810" y="1846676"/>
                  </a:lnTo>
                  <a:lnTo>
                    <a:pt x="4566936" y="1846676"/>
                  </a:lnTo>
                  <a:lnTo>
                    <a:pt x="4567062" y="1846676"/>
                  </a:lnTo>
                  <a:lnTo>
                    <a:pt x="4567189" y="1846676"/>
                  </a:lnTo>
                  <a:lnTo>
                    <a:pt x="4567315" y="1846676"/>
                  </a:lnTo>
                  <a:lnTo>
                    <a:pt x="4567441" y="1846676"/>
                  </a:lnTo>
                  <a:lnTo>
                    <a:pt x="4567567" y="1846676"/>
                  </a:lnTo>
                  <a:lnTo>
                    <a:pt x="4567694" y="1846676"/>
                  </a:lnTo>
                  <a:lnTo>
                    <a:pt x="4567820" y="1846676"/>
                  </a:lnTo>
                  <a:lnTo>
                    <a:pt x="4567946" y="1846676"/>
                  </a:lnTo>
                  <a:lnTo>
                    <a:pt x="4568072" y="1846676"/>
                  </a:lnTo>
                  <a:lnTo>
                    <a:pt x="4568072" y="1841765"/>
                  </a:lnTo>
                  <a:lnTo>
                    <a:pt x="4568199" y="1841765"/>
                  </a:lnTo>
                  <a:lnTo>
                    <a:pt x="4568325" y="1841765"/>
                  </a:lnTo>
                  <a:lnTo>
                    <a:pt x="4568451" y="1841765"/>
                  </a:lnTo>
                  <a:lnTo>
                    <a:pt x="4568577" y="1841765"/>
                  </a:lnTo>
                  <a:lnTo>
                    <a:pt x="4568704" y="1841765"/>
                  </a:lnTo>
                  <a:lnTo>
                    <a:pt x="4568830" y="1841765"/>
                  </a:lnTo>
                  <a:lnTo>
                    <a:pt x="4568956" y="1841765"/>
                  </a:lnTo>
                  <a:lnTo>
                    <a:pt x="4569082" y="1841765"/>
                  </a:lnTo>
                  <a:lnTo>
                    <a:pt x="4569209" y="1841765"/>
                  </a:lnTo>
                  <a:lnTo>
                    <a:pt x="4569335" y="1841765"/>
                  </a:lnTo>
                  <a:lnTo>
                    <a:pt x="4569461" y="1841765"/>
                  </a:lnTo>
                  <a:lnTo>
                    <a:pt x="4569587" y="1841765"/>
                  </a:lnTo>
                  <a:lnTo>
                    <a:pt x="4569714" y="1841765"/>
                  </a:lnTo>
                  <a:lnTo>
                    <a:pt x="4569840" y="1841765"/>
                  </a:lnTo>
                  <a:lnTo>
                    <a:pt x="4569966" y="1841765"/>
                  </a:lnTo>
                  <a:lnTo>
                    <a:pt x="4570092" y="1841765"/>
                  </a:lnTo>
                  <a:lnTo>
                    <a:pt x="4570219" y="1841765"/>
                  </a:lnTo>
                  <a:lnTo>
                    <a:pt x="4570345" y="1841765"/>
                  </a:lnTo>
                  <a:lnTo>
                    <a:pt x="4570471" y="1841765"/>
                  </a:lnTo>
                  <a:lnTo>
                    <a:pt x="4570597" y="1841765"/>
                  </a:lnTo>
                  <a:lnTo>
                    <a:pt x="4570724" y="1841765"/>
                  </a:lnTo>
                  <a:lnTo>
                    <a:pt x="4570850" y="1841765"/>
                  </a:lnTo>
                  <a:lnTo>
                    <a:pt x="4570976" y="1841765"/>
                  </a:lnTo>
                  <a:lnTo>
                    <a:pt x="4571102" y="1841765"/>
                  </a:lnTo>
                  <a:lnTo>
                    <a:pt x="4571229" y="1841765"/>
                  </a:lnTo>
                  <a:lnTo>
                    <a:pt x="4571355" y="1841765"/>
                  </a:lnTo>
                  <a:lnTo>
                    <a:pt x="4571481" y="1841765"/>
                  </a:lnTo>
                  <a:lnTo>
                    <a:pt x="4571607" y="1841765"/>
                  </a:lnTo>
                  <a:lnTo>
                    <a:pt x="4571734" y="1841765"/>
                  </a:lnTo>
                  <a:lnTo>
                    <a:pt x="4571860" y="1841765"/>
                  </a:lnTo>
                  <a:lnTo>
                    <a:pt x="4571986" y="1841765"/>
                  </a:lnTo>
                  <a:lnTo>
                    <a:pt x="4572112" y="1841765"/>
                  </a:lnTo>
                  <a:lnTo>
                    <a:pt x="4572239" y="1841765"/>
                  </a:lnTo>
                  <a:lnTo>
                    <a:pt x="4572365" y="1841765"/>
                  </a:lnTo>
                  <a:lnTo>
                    <a:pt x="4572491" y="1841765"/>
                  </a:lnTo>
                  <a:lnTo>
                    <a:pt x="4572618" y="1841765"/>
                  </a:lnTo>
                  <a:lnTo>
                    <a:pt x="4572744" y="1841765"/>
                  </a:lnTo>
                  <a:lnTo>
                    <a:pt x="4572870" y="1841765"/>
                  </a:lnTo>
                  <a:lnTo>
                    <a:pt x="4572996" y="1841765"/>
                  </a:lnTo>
                  <a:lnTo>
                    <a:pt x="4573123" y="1841765"/>
                  </a:lnTo>
                  <a:lnTo>
                    <a:pt x="4573249" y="1841765"/>
                  </a:lnTo>
                  <a:lnTo>
                    <a:pt x="4573375" y="1841765"/>
                  </a:lnTo>
                  <a:lnTo>
                    <a:pt x="4573501" y="1841765"/>
                  </a:lnTo>
                  <a:lnTo>
                    <a:pt x="4573628" y="1841765"/>
                  </a:lnTo>
                  <a:lnTo>
                    <a:pt x="4573754" y="1841765"/>
                  </a:lnTo>
                  <a:lnTo>
                    <a:pt x="4573880" y="1841765"/>
                  </a:lnTo>
                  <a:lnTo>
                    <a:pt x="4574006" y="1841765"/>
                  </a:lnTo>
                  <a:lnTo>
                    <a:pt x="4574133" y="1841765"/>
                  </a:lnTo>
                  <a:lnTo>
                    <a:pt x="4574259" y="1841765"/>
                  </a:lnTo>
                  <a:lnTo>
                    <a:pt x="4574385" y="1841765"/>
                  </a:lnTo>
                  <a:lnTo>
                    <a:pt x="4574511" y="1841765"/>
                  </a:lnTo>
                  <a:lnTo>
                    <a:pt x="4574638" y="1841765"/>
                  </a:lnTo>
                  <a:lnTo>
                    <a:pt x="4574764" y="1841765"/>
                  </a:lnTo>
                  <a:lnTo>
                    <a:pt x="4574890" y="1841765"/>
                  </a:lnTo>
                  <a:lnTo>
                    <a:pt x="4575016" y="1841765"/>
                  </a:lnTo>
                  <a:lnTo>
                    <a:pt x="4575143" y="1841765"/>
                  </a:lnTo>
                  <a:lnTo>
                    <a:pt x="4575269" y="1841765"/>
                  </a:lnTo>
                  <a:lnTo>
                    <a:pt x="4575395" y="1841765"/>
                  </a:lnTo>
                  <a:lnTo>
                    <a:pt x="4575521" y="1841765"/>
                  </a:lnTo>
                  <a:lnTo>
                    <a:pt x="4575648" y="1841765"/>
                  </a:lnTo>
                  <a:lnTo>
                    <a:pt x="4575648" y="1836854"/>
                  </a:lnTo>
                  <a:lnTo>
                    <a:pt x="4575774" y="1836854"/>
                  </a:lnTo>
                  <a:lnTo>
                    <a:pt x="4575774" y="1831942"/>
                  </a:lnTo>
                  <a:lnTo>
                    <a:pt x="4575900" y="1831942"/>
                  </a:lnTo>
                  <a:lnTo>
                    <a:pt x="4576026" y="1831942"/>
                  </a:lnTo>
                  <a:lnTo>
                    <a:pt x="4576153" y="1831942"/>
                  </a:lnTo>
                  <a:lnTo>
                    <a:pt x="4576279" y="1831942"/>
                  </a:lnTo>
                  <a:lnTo>
                    <a:pt x="4576405" y="1831942"/>
                  </a:lnTo>
                  <a:lnTo>
                    <a:pt x="4576531" y="1831942"/>
                  </a:lnTo>
                  <a:lnTo>
                    <a:pt x="4576658" y="1831942"/>
                  </a:lnTo>
                  <a:lnTo>
                    <a:pt x="4576784" y="1831942"/>
                  </a:lnTo>
                  <a:lnTo>
                    <a:pt x="4576910" y="1831942"/>
                  </a:lnTo>
                  <a:lnTo>
                    <a:pt x="4577036" y="1831942"/>
                  </a:lnTo>
                  <a:lnTo>
                    <a:pt x="4577163" y="1831942"/>
                  </a:lnTo>
                  <a:lnTo>
                    <a:pt x="4577289" y="1831942"/>
                  </a:lnTo>
                  <a:lnTo>
                    <a:pt x="4577415" y="1831942"/>
                  </a:lnTo>
                  <a:lnTo>
                    <a:pt x="4577542" y="1831942"/>
                  </a:lnTo>
                  <a:lnTo>
                    <a:pt x="4577668" y="1831942"/>
                  </a:lnTo>
                  <a:lnTo>
                    <a:pt x="4577794" y="1831942"/>
                  </a:lnTo>
                  <a:lnTo>
                    <a:pt x="4577920" y="1831942"/>
                  </a:lnTo>
                  <a:lnTo>
                    <a:pt x="4578047" y="1831942"/>
                  </a:lnTo>
                  <a:lnTo>
                    <a:pt x="4578173" y="1831942"/>
                  </a:lnTo>
                  <a:lnTo>
                    <a:pt x="4578299" y="1831942"/>
                  </a:lnTo>
                  <a:lnTo>
                    <a:pt x="4578425" y="1831942"/>
                  </a:lnTo>
                  <a:lnTo>
                    <a:pt x="4578552" y="1831942"/>
                  </a:lnTo>
                  <a:lnTo>
                    <a:pt x="4578678" y="1831942"/>
                  </a:lnTo>
                  <a:lnTo>
                    <a:pt x="4578804" y="1831942"/>
                  </a:lnTo>
                  <a:lnTo>
                    <a:pt x="4578930" y="1831942"/>
                  </a:lnTo>
                  <a:lnTo>
                    <a:pt x="4579057" y="1831942"/>
                  </a:lnTo>
                  <a:lnTo>
                    <a:pt x="4579183" y="1831942"/>
                  </a:lnTo>
                  <a:lnTo>
                    <a:pt x="4579309" y="1831942"/>
                  </a:lnTo>
                  <a:lnTo>
                    <a:pt x="4579435" y="1831942"/>
                  </a:lnTo>
                  <a:lnTo>
                    <a:pt x="4579562" y="1831942"/>
                  </a:lnTo>
                  <a:lnTo>
                    <a:pt x="4579688" y="1831942"/>
                  </a:lnTo>
                  <a:lnTo>
                    <a:pt x="4579814" y="1831942"/>
                  </a:lnTo>
                  <a:lnTo>
                    <a:pt x="4579940" y="1831942"/>
                  </a:lnTo>
                  <a:lnTo>
                    <a:pt x="4580067" y="1831942"/>
                  </a:lnTo>
                  <a:lnTo>
                    <a:pt x="4580193" y="1831942"/>
                  </a:lnTo>
                  <a:lnTo>
                    <a:pt x="4580319" y="1831942"/>
                  </a:lnTo>
                  <a:lnTo>
                    <a:pt x="4580445" y="1831942"/>
                  </a:lnTo>
                  <a:lnTo>
                    <a:pt x="4580572" y="1831942"/>
                  </a:lnTo>
                  <a:lnTo>
                    <a:pt x="4580698" y="1831942"/>
                  </a:lnTo>
                  <a:lnTo>
                    <a:pt x="4580824" y="1831942"/>
                  </a:lnTo>
                  <a:lnTo>
                    <a:pt x="4580950" y="1831942"/>
                  </a:lnTo>
                  <a:lnTo>
                    <a:pt x="4581077" y="1831942"/>
                  </a:lnTo>
                  <a:lnTo>
                    <a:pt x="4581203" y="1831942"/>
                  </a:lnTo>
                  <a:lnTo>
                    <a:pt x="4581329" y="1831942"/>
                  </a:lnTo>
                  <a:lnTo>
                    <a:pt x="4581455" y="1831942"/>
                  </a:lnTo>
                  <a:lnTo>
                    <a:pt x="4581582" y="1831942"/>
                  </a:lnTo>
                  <a:lnTo>
                    <a:pt x="4581708" y="1831942"/>
                  </a:lnTo>
                  <a:lnTo>
                    <a:pt x="4581834" y="1831942"/>
                  </a:lnTo>
                  <a:lnTo>
                    <a:pt x="4581960" y="1831942"/>
                  </a:lnTo>
                  <a:lnTo>
                    <a:pt x="4582087" y="1831942"/>
                  </a:lnTo>
                  <a:lnTo>
                    <a:pt x="4582213" y="1831942"/>
                  </a:lnTo>
                  <a:lnTo>
                    <a:pt x="4582339" y="1831942"/>
                  </a:lnTo>
                  <a:lnTo>
                    <a:pt x="4582466" y="1831942"/>
                  </a:lnTo>
                  <a:lnTo>
                    <a:pt x="4582592" y="1831942"/>
                  </a:lnTo>
                  <a:lnTo>
                    <a:pt x="4582718" y="1831942"/>
                  </a:lnTo>
                  <a:lnTo>
                    <a:pt x="4582844" y="1831942"/>
                  </a:lnTo>
                  <a:lnTo>
                    <a:pt x="4582971" y="1831942"/>
                  </a:lnTo>
                  <a:lnTo>
                    <a:pt x="4583097" y="1831942"/>
                  </a:lnTo>
                  <a:lnTo>
                    <a:pt x="4583223" y="1831942"/>
                  </a:lnTo>
                  <a:lnTo>
                    <a:pt x="4583349" y="1831942"/>
                  </a:lnTo>
                  <a:lnTo>
                    <a:pt x="4583476" y="1831942"/>
                  </a:lnTo>
                  <a:lnTo>
                    <a:pt x="4583602" y="1831942"/>
                  </a:lnTo>
                  <a:lnTo>
                    <a:pt x="4583728" y="1831942"/>
                  </a:lnTo>
                  <a:lnTo>
                    <a:pt x="4583854" y="1831942"/>
                  </a:lnTo>
                  <a:lnTo>
                    <a:pt x="4583981" y="1831942"/>
                  </a:lnTo>
                  <a:lnTo>
                    <a:pt x="4584107" y="1831942"/>
                  </a:lnTo>
                  <a:lnTo>
                    <a:pt x="4584233" y="1831942"/>
                  </a:lnTo>
                  <a:lnTo>
                    <a:pt x="4584359" y="1831942"/>
                  </a:lnTo>
                  <a:lnTo>
                    <a:pt x="4584486" y="1831942"/>
                  </a:lnTo>
                  <a:lnTo>
                    <a:pt x="4584612" y="1831942"/>
                  </a:lnTo>
                  <a:lnTo>
                    <a:pt x="4584738" y="1831942"/>
                  </a:lnTo>
                  <a:lnTo>
                    <a:pt x="4584864" y="1831942"/>
                  </a:lnTo>
                  <a:lnTo>
                    <a:pt x="4584991" y="1831942"/>
                  </a:lnTo>
                  <a:lnTo>
                    <a:pt x="4585117" y="1831942"/>
                  </a:lnTo>
                  <a:lnTo>
                    <a:pt x="4585243" y="1831942"/>
                  </a:lnTo>
                  <a:lnTo>
                    <a:pt x="4585369" y="1831942"/>
                  </a:lnTo>
                  <a:lnTo>
                    <a:pt x="4585496" y="1831942"/>
                  </a:lnTo>
                  <a:lnTo>
                    <a:pt x="4585622" y="1831942"/>
                  </a:lnTo>
                  <a:lnTo>
                    <a:pt x="4585748" y="1831942"/>
                  </a:lnTo>
                  <a:lnTo>
                    <a:pt x="4585874" y="1831942"/>
                  </a:lnTo>
                  <a:lnTo>
                    <a:pt x="4586001" y="1831942"/>
                  </a:lnTo>
                  <a:lnTo>
                    <a:pt x="4586127" y="1831942"/>
                  </a:lnTo>
                  <a:lnTo>
                    <a:pt x="4586253" y="1831942"/>
                  </a:lnTo>
                  <a:lnTo>
                    <a:pt x="4586379" y="1831942"/>
                  </a:lnTo>
                  <a:lnTo>
                    <a:pt x="4586506" y="1831942"/>
                  </a:lnTo>
                  <a:lnTo>
                    <a:pt x="4586632" y="1831942"/>
                  </a:lnTo>
                  <a:lnTo>
                    <a:pt x="4586758" y="1831942"/>
                  </a:lnTo>
                  <a:lnTo>
                    <a:pt x="4586884" y="1831942"/>
                  </a:lnTo>
                  <a:lnTo>
                    <a:pt x="4587011" y="1831942"/>
                  </a:lnTo>
                  <a:lnTo>
                    <a:pt x="4587137" y="1831942"/>
                  </a:lnTo>
                  <a:lnTo>
                    <a:pt x="4587263" y="1831942"/>
                  </a:lnTo>
                  <a:lnTo>
                    <a:pt x="4587263" y="1827031"/>
                  </a:lnTo>
                  <a:lnTo>
                    <a:pt x="4587389" y="1827031"/>
                  </a:lnTo>
                  <a:lnTo>
                    <a:pt x="4587516" y="1827031"/>
                  </a:lnTo>
                  <a:lnTo>
                    <a:pt x="4587642" y="1827031"/>
                  </a:lnTo>
                  <a:lnTo>
                    <a:pt x="4587768" y="1827031"/>
                  </a:lnTo>
                  <a:lnTo>
                    <a:pt x="4587895" y="1827031"/>
                  </a:lnTo>
                  <a:lnTo>
                    <a:pt x="4588021" y="1827031"/>
                  </a:lnTo>
                  <a:lnTo>
                    <a:pt x="4588147" y="1827031"/>
                  </a:lnTo>
                  <a:lnTo>
                    <a:pt x="4588273" y="1827031"/>
                  </a:lnTo>
                  <a:lnTo>
                    <a:pt x="4588400" y="1827031"/>
                  </a:lnTo>
                  <a:lnTo>
                    <a:pt x="4588526" y="1827031"/>
                  </a:lnTo>
                  <a:lnTo>
                    <a:pt x="4588652" y="1827031"/>
                  </a:lnTo>
                  <a:lnTo>
                    <a:pt x="4588778" y="1827031"/>
                  </a:lnTo>
                  <a:lnTo>
                    <a:pt x="4588905" y="1827031"/>
                  </a:lnTo>
                  <a:lnTo>
                    <a:pt x="4589031" y="1827031"/>
                  </a:lnTo>
                  <a:lnTo>
                    <a:pt x="4589157" y="1827031"/>
                  </a:lnTo>
                  <a:lnTo>
                    <a:pt x="4589283" y="1827031"/>
                  </a:lnTo>
                  <a:lnTo>
                    <a:pt x="4589410" y="1827031"/>
                  </a:lnTo>
                  <a:lnTo>
                    <a:pt x="4589536" y="1827031"/>
                  </a:lnTo>
                  <a:lnTo>
                    <a:pt x="4589662" y="1827031"/>
                  </a:lnTo>
                  <a:lnTo>
                    <a:pt x="4589788" y="1827031"/>
                  </a:lnTo>
                  <a:lnTo>
                    <a:pt x="4589915" y="1827031"/>
                  </a:lnTo>
                  <a:lnTo>
                    <a:pt x="4590041" y="1827031"/>
                  </a:lnTo>
                  <a:lnTo>
                    <a:pt x="4590167" y="1827031"/>
                  </a:lnTo>
                  <a:lnTo>
                    <a:pt x="4590293" y="1827031"/>
                  </a:lnTo>
                  <a:lnTo>
                    <a:pt x="4590420" y="1827031"/>
                  </a:lnTo>
                  <a:lnTo>
                    <a:pt x="4590546" y="1827031"/>
                  </a:lnTo>
                  <a:lnTo>
                    <a:pt x="4590672" y="1827031"/>
                  </a:lnTo>
                  <a:lnTo>
                    <a:pt x="4590798" y="1827031"/>
                  </a:lnTo>
                  <a:lnTo>
                    <a:pt x="4590925" y="1827031"/>
                  </a:lnTo>
                  <a:lnTo>
                    <a:pt x="4591051" y="1827031"/>
                  </a:lnTo>
                  <a:lnTo>
                    <a:pt x="4591177" y="1827031"/>
                  </a:lnTo>
                  <a:lnTo>
                    <a:pt x="4591303" y="1827031"/>
                  </a:lnTo>
                  <a:lnTo>
                    <a:pt x="4591430" y="1827031"/>
                  </a:lnTo>
                  <a:lnTo>
                    <a:pt x="4591556" y="1827031"/>
                  </a:lnTo>
                  <a:lnTo>
                    <a:pt x="4591682" y="1827031"/>
                  </a:lnTo>
                  <a:lnTo>
                    <a:pt x="4591808" y="1827031"/>
                  </a:lnTo>
                  <a:lnTo>
                    <a:pt x="4591935" y="1827031"/>
                  </a:lnTo>
                  <a:lnTo>
                    <a:pt x="4592061" y="1827031"/>
                  </a:lnTo>
                  <a:lnTo>
                    <a:pt x="4592187" y="1827031"/>
                  </a:lnTo>
                  <a:lnTo>
                    <a:pt x="4592313" y="1827031"/>
                  </a:lnTo>
                  <a:lnTo>
                    <a:pt x="4592440" y="1827031"/>
                  </a:lnTo>
                  <a:lnTo>
                    <a:pt x="4592566" y="1827031"/>
                  </a:lnTo>
                  <a:lnTo>
                    <a:pt x="4592692" y="1827031"/>
                  </a:lnTo>
                  <a:lnTo>
                    <a:pt x="4592819" y="1827031"/>
                  </a:lnTo>
                  <a:lnTo>
                    <a:pt x="4592945" y="1827031"/>
                  </a:lnTo>
                  <a:lnTo>
                    <a:pt x="4593071" y="1827031"/>
                  </a:lnTo>
                  <a:lnTo>
                    <a:pt x="4593197" y="1827031"/>
                  </a:lnTo>
                  <a:lnTo>
                    <a:pt x="4593324" y="1827031"/>
                  </a:lnTo>
                  <a:lnTo>
                    <a:pt x="4593450" y="1827031"/>
                  </a:lnTo>
                  <a:lnTo>
                    <a:pt x="4593576" y="1827031"/>
                  </a:lnTo>
                  <a:lnTo>
                    <a:pt x="4593702" y="1827031"/>
                  </a:lnTo>
                  <a:lnTo>
                    <a:pt x="4593829" y="1827031"/>
                  </a:lnTo>
                  <a:lnTo>
                    <a:pt x="4593955" y="1827031"/>
                  </a:lnTo>
                  <a:lnTo>
                    <a:pt x="4594081" y="1827031"/>
                  </a:lnTo>
                  <a:lnTo>
                    <a:pt x="4594207" y="1827031"/>
                  </a:lnTo>
                  <a:lnTo>
                    <a:pt x="4594334" y="1827031"/>
                  </a:lnTo>
                  <a:lnTo>
                    <a:pt x="4594460" y="1827031"/>
                  </a:lnTo>
                  <a:lnTo>
                    <a:pt x="4594586" y="1827031"/>
                  </a:lnTo>
                  <a:lnTo>
                    <a:pt x="4594712" y="1827031"/>
                  </a:lnTo>
                  <a:lnTo>
                    <a:pt x="4594839" y="1827031"/>
                  </a:lnTo>
                  <a:lnTo>
                    <a:pt x="4594965" y="1827031"/>
                  </a:lnTo>
                  <a:lnTo>
                    <a:pt x="4595091" y="1827031"/>
                  </a:lnTo>
                  <a:lnTo>
                    <a:pt x="4595217" y="1827031"/>
                  </a:lnTo>
                  <a:lnTo>
                    <a:pt x="4595344" y="1827031"/>
                  </a:lnTo>
                  <a:lnTo>
                    <a:pt x="4595470" y="1827031"/>
                  </a:lnTo>
                  <a:lnTo>
                    <a:pt x="4595596" y="1827031"/>
                  </a:lnTo>
                  <a:lnTo>
                    <a:pt x="4595722" y="1827031"/>
                  </a:lnTo>
                  <a:lnTo>
                    <a:pt x="4595849" y="1827031"/>
                  </a:lnTo>
                  <a:lnTo>
                    <a:pt x="4595975" y="1827031"/>
                  </a:lnTo>
                  <a:lnTo>
                    <a:pt x="4596101" y="1827031"/>
                  </a:lnTo>
                  <a:lnTo>
                    <a:pt x="4596227" y="1827031"/>
                  </a:lnTo>
                  <a:lnTo>
                    <a:pt x="4596354" y="1827031"/>
                  </a:lnTo>
                  <a:lnTo>
                    <a:pt x="4596480" y="1827031"/>
                  </a:lnTo>
                  <a:lnTo>
                    <a:pt x="4596606" y="1827031"/>
                  </a:lnTo>
                  <a:lnTo>
                    <a:pt x="4596732" y="1827031"/>
                  </a:lnTo>
                  <a:lnTo>
                    <a:pt x="4596859" y="1827031"/>
                  </a:lnTo>
                  <a:lnTo>
                    <a:pt x="4596985" y="1827031"/>
                  </a:lnTo>
                  <a:lnTo>
                    <a:pt x="4597111" y="1827031"/>
                  </a:lnTo>
                  <a:lnTo>
                    <a:pt x="4597237" y="1827031"/>
                  </a:lnTo>
                  <a:lnTo>
                    <a:pt x="4597364" y="1827031"/>
                  </a:lnTo>
                  <a:lnTo>
                    <a:pt x="4597490" y="1827031"/>
                  </a:lnTo>
                  <a:lnTo>
                    <a:pt x="4597616" y="1827031"/>
                  </a:lnTo>
                  <a:lnTo>
                    <a:pt x="4597742" y="1827031"/>
                  </a:lnTo>
                  <a:lnTo>
                    <a:pt x="4597869" y="1827031"/>
                  </a:lnTo>
                  <a:lnTo>
                    <a:pt x="4597995" y="1827031"/>
                  </a:lnTo>
                  <a:lnTo>
                    <a:pt x="4598121" y="1827031"/>
                  </a:lnTo>
                  <a:lnTo>
                    <a:pt x="4598248" y="1827031"/>
                  </a:lnTo>
                  <a:lnTo>
                    <a:pt x="4598374" y="1827031"/>
                  </a:lnTo>
                  <a:lnTo>
                    <a:pt x="4598500" y="1827031"/>
                  </a:lnTo>
                  <a:lnTo>
                    <a:pt x="4598626" y="1827031"/>
                  </a:lnTo>
                  <a:lnTo>
                    <a:pt x="4598753" y="1827031"/>
                  </a:lnTo>
                  <a:lnTo>
                    <a:pt x="4598879" y="1827031"/>
                  </a:lnTo>
                  <a:lnTo>
                    <a:pt x="4599005" y="1827031"/>
                  </a:lnTo>
                  <a:lnTo>
                    <a:pt x="4599131" y="1827031"/>
                  </a:lnTo>
                  <a:lnTo>
                    <a:pt x="4599258" y="1827031"/>
                  </a:lnTo>
                  <a:lnTo>
                    <a:pt x="4599384" y="1827031"/>
                  </a:lnTo>
                  <a:lnTo>
                    <a:pt x="4599510" y="1827031"/>
                  </a:lnTo>
                  <a:lnTo>
                    <a:pt x="4599636" y="1827031"/>
                  </a:lnTo>
                  <a:lnTo>
                    <a:pt x="4599763" y="1827031"/>
                  </a:lnTo>
                  <a:lnTo>
                    <a:pt x="4599889" y="1827031"/>
                  </a:lnTo>
                  <a:lnTo>
                    <a:pt x="4600015" y="1827031"/>
                  </a:lnTo>
                  <a:lnTo>
                    <a:pt x="4600141" y="1827031"/>
                  </a:lnTo>
                  <a:lnTo>
                    <a:pt x="4600268" y="1827031"/>
                  </a:lnTo>
                  <a:lnTo>
                    <a:pt x="4600394" y="1827031"/>
                  </a:lnTo>
                  <a:lnTo>
                    <a:pt x="4600520" y="1827031"/>
                  </a:lnTo>
                  <a:lnTo>
                    <a:pt x="4600646" y="1827031"/>
                  </a:lnTo>
                  <a:lnTo>
                    <a:pt x="4600773" y="1827031"/>
                  </a:lnTo>
                  <a:lnTo>
                    <a:pt x="4600899" y="1827031"/>
                  </a:lnTo>
                  <a:lnTo>
                    <a:pt x="4601025" y="1827031"/>
                  </a:lnTo>
                  <a:lnTo>
                    <a:pt x="4601151" y="1827031"/>
                  </a:lnTo>
                  <a:lnTo>
                    <a:pt x="4601278" y="1827031"/>
                  </a:lnTo>
                  <a:lnTo>
                    <a:pt x="4601404" y="1827031"/>
                  </a:lnTo>
                  <a:lnTo>
                    <a:pt x="4601530" y="1827031"/>
                  </a:lnTo>
                  <a:lnTo>
                    <a:pt x="4601656" y="1827031"/>
                  </a:lnTo>
                  <a:lnTo>
                    <a:pt x="4601783" y="1827031"/>
                  </a:lnTo>
                  <a:lnTo>
                    <a:pt x="4601909" y="1827031"/>
                  </a:lnTo>
                  <a:lnTo>
                    <a:pt x="4602035" y="1827031"/>
                  </a:lnTo>
                  <a:lnTo>
                    <a:pt x="4602161" y="1827031"/>
                  </a:lnTo>
                  <a:lnTo>
                    <a:pt x="4602288" y="1827031"/>
                  </a:lnTo>
                  <a:lnTo>
                    <a:pt x="4602414" y="1827031"/>
                  </a:lnTo>
                  <a:lnTo>
                    <a:pt x="4602540" y="1827031"/>
                  </a:lnTo>
                  <a:lnTo>
                    <a:pt x="4602666" y="1827031"/>
                  </a:lnTo>
                  <a:lnTo>
                    <a:pt x="4602793" y="1827031"/>
                  </a:lnTo>
                  <a:lnTo>
                    <a:pt x="4602919" y="1827031"/>
                  </a:lnTo>
                  <a:lnTo>
                    <a:pt x="4603045" y="1827031"/>
                  </a:lnTo>
                  <a:lnTo>
                    <a:pt x="4603172" y="1827031"/>
                  </a:lnTo>
                  <a:lnTo>
                    <a:pt x="4603298" y="1827031"/>
                  </a:lnTo>
                  <a:lnTo>
                    <a:pt x="4603424" y="1827031"/>
                  </a:lnTo>
                  <a:lnTo>
                    <a:pt x="4603550" y="1827031"/>
                  </a:lnTo>
                  <a:lnTo>
                    <a:pt x="4603677" y="1827031"/>
                  </a:lnTo>
                  <a:lnTo>
                    <a:pt x="4603803" y="1827031"/>
                  </a:lnTo>
                  <a:lnTo>
                    <a:pt x="4603929" y="1827031"/>
                  </a:lnTo>
                  <a:lnTo>
                    <a:pt x="4604055" y="1827031"/>
                  </a:lnTo>
                  <a:lnTo>
                    <a:pt x="4604182" y="1827031"/>
                  </a:lnTo>
                  <a:lnTo>
                    <a:pt x="4604308" y="1827031"/>
                  </a:lnTo>
                  <a:lnTo>
                    <a:pt x="4604434" y="1827031"/>
                  </a:lnTo>
                  <a:lnTo>
                    <a:pt x="4604560" y="1827031"/>
                  </a:lnTo>
                  <a:lnTo>
                    <a:pt x="4604687" y="1827031"/>
                  </a:lnTo>
                  <a:lnTo>
                    <a:pt x="4604813" y="1827031"/>
                  </a:lnTo>
                  <a:lnTo>
                    <a:pt x="4604939" y="1827031"/>
                  </a:lnTo>
                  <a:lnTo>
                    <a:pt x="4605065" y="1827031"/>
                  </a:lnTo>
                  <a:lnTo>
                    <a:pt x="4605192" y="1827031"/>
                  </a:lnTo>
                  <a:lnTo>
                    <a:pt x="4605318" y="1827031"/>
                  </a:lnTo>
                  <a:lnTo>
                    <a:pt x="4605444" y="1827031"/>
                  </a:lnTo>
                  <a:lnTo>
                    <a:pt x="4605570" y="1827031"/>
                  </a:lnTo>
                  <a:lnTo>
                    <a:pt x="4605697" y="1827031"/>
                  </a:lnTo>
                  <a:lnTo>
                    <a:pt x="4605823" y="1827031"/>
                  </a:lnTo>
                  <a:lnTo>
                    <a:pt x="4605949" y="1827031"/>
                  </a:lnTo>
                  <a:lnTo>
                    <a:pt x="4606075" y="1827031"/>
                  </a:lnTo>
                  <a:lnTo>
                    <a:pt x="4606202" y="1827031"/>
                  </a:lnTo>
                  <a:lnTo>
                    <a:pt x="4606328" y="1827031"/>
                  </a:lnTo>
                  <a:lnTo>
                    <a:pt x="4606454" y="1827031"/>
                  </a:lnTo>
                  <a:lnTo>
                    <a:pt x="4606580" y="1827031"/>
                  </a:lnTo>
                  <a:lnTo>
                    <a:pt x="4606707" y="1827031"/>
                  </a:lnTo>
                  <a:lnTo>
                    <a:pt x="4606833" y="1827031"/>
                  </a:lnTo>
                  <a:lnTo>
                    <a:pt x="4606959" y="1827031"/>
                  </a:lnTo>
                  <a:lnTo>
                    <a:pt x="4607085" y="1827031"/>
                  </a:lnTo>
                  <a:lnTo>
                    <a:pt x="4607212" y="1827031"/>
                  </a:lnTo>
                  <a:lnTo>
                    <a:pt x="4607338" y="1827031"/>
                  </a:lnTo>
                  <a:lnTo>
                    <a:pt x="4607464" y="1827031"/>
                  </a:lnTo>
                  <a:lnTo>
                    <a:pt x="4607590" y="1827031"/>
                  </a:lnTo>
                  <a:lnTo>
                    <a:pt x="4607717" y="1827031"/>
                  </a:lnTo>
                  <a:lnTo>
                    <a:pt x="4607843" y="1827031"/>
                  </a:lnTo>
                  <a:lnTo>
                    <a:pt x="4607969" y="1827031"/>
                  </a:lnTo>
                  <a:lnTo>
                    <a:pt x="4608095" y="1827031"/>
                  </a:lnTo>
                  <a:lnTo>
                    <a:pt x="4608222" y="1827031"/>
                  </a:lnTo>
                  <a:lnTo>
                    <a:pt x="4608348" y="1827031"/>
                  </a:lnTo>
                  <a:lnTo>
                    <a:pt x="4608474" y="1827031"/>
                  </a:lnTo>
                  <a:lnTo>
                    <a:pt x="4608601" y="1827031"/>
                  </a:lnTo>
                  <a:lnTo>
                    <a:pt x="4608727" y="1827031"/>
                  </a:lnTo>
                  <a:lnTo>
                    <a:pt x="4608853" y="1827031"/>
                  </a:lnTo>
                  <a:lnTo>
                    <a:pt x="4608979" y="1827031"/>
                  </a:lnTo>
                  <a:lnTo>
                    <a:pt x="4609106" y="1827031"/>
                  </a:lnTo>
                  <a:lnTo>
                    <a:pt x="4609232" y="1827031"/>
                  </a:lnTo>
                  <a:lnTo>
                    <a:pt x="4609358" y="1827031"/>
                  </a:lnTo>
                  <a:lnTo>
                    <a:pt x="4609484" y="1827031"/>
                  </a:lnTo>
                  <a:lnTo>
                    <a:pt x="4609611" y="1827031"/>
                  </a:lnTo>
                  <a:lnTo>
                    <a:pt x="4609737" y="1827031"/>
                  </a:lnTo>
                  <a:lnTo>
                    <a:pt x="4609863" y="1827031"/>
                  </a:lnTo>
                  <a:lnTo>
                    <a:pt x="4609863" y="1822120"/>
                  </a:lnTo>
                  <a:lnTo>
                    <a:pt x="4609989" y="1822120"/>
                  </a:lnTo>
                  <a:lnTo>
                    <a:pt x="4610116" y="1822120"/>
                  </a:lnTo>
                  <a:lnTo>
                    <a:pt x="4610242" y="1822120"/>
                  </a:lnTo>
                  <a:lnTo>
                    <a:pt x="4610368" y="1822120"/>
                  </a:lnTo>
                  <a:lnTo>
                    <a:pt x="4610494" y="1822120"/>
                  </a:lnTo>
                  <a:lnTo>
                    <a:pt x="4610621" y="1822120"/>
                  </a:lnTo>
                  <a:lnTo>
                    <a:pt x="4610747" y="1822120"/>
                  </a:lnTo>
                  <a:lnTo>
                    <a:pt x="4610873" y="1822120"/>
                  </a:lnTo>
                  <a:lnTo>
                    <a:pt x="4610999" y="1822120"/>
                  </a:lnTo>
                  <a:lnTo>
                    <a:pt x="4611126" y="1822120"/>
                  </a:lnTo>
                  <a:lnTo>
                    <a:pt x="4611252" y="1822120"/>
                  </a:lnTo>
                  <a:lnTo>
                    <a:pt x="4611378" y="1822120"/>
                  </a:lnTo>
                  <a:lnTo>
                    <a:pt x="4611504" y="1822120"/>
                  </a:lnTo>
                  <a:lnTo>
                    <a:pt x="4611631" y="1822120"/>
                  </a:lnTo>
                  <a:lnTo>
                    <a:pt x="4611757" y="1822120"/>
                  </a:lnTo>
                  <a:lnTo>
                    <a:pt x="4611883" y="1822120"/>
                  </a:lnTo>
                  <a:lnTo>
                    <a:pt x="4612009" y="1822120"/>
                  </a:lnTo>
                  <a:lnTo>
                    <a:pt x="4612136" y="1822120"/>
                  </a:lnTo>
                  <a:lnTo>
                    <a:pt x="4612262" y="1822120"/>
                  </a:lnTo>
                  <a:lnTo>
                    <a:pt x="4612388" y="1822120"/>
                  </a:lnTo>
                  <a:lnTo>
                    <a:pt x="4612514" y="1822120"/>
                  </a:lnTo>
                  <a:lnTo>
                    <a:pt x="4612514" y="1817208"/>
                  </a:lnTo>
                  <a:lnTo>
                    <a:pt x="4612641" y="1817208"/>
                  </a:lnTo>
                  <a:lnTo>
                    <a:pt x="4612767" y="1817208"/>
                  </a:lnTo>
                  <a:lnTo>
                    <a:pt x="4612893" y="1817208"/>
                  </a:lnTo>
                  <a:lnTo>
                    <a:pt x="4613019" y="1817208"/>
                  </a:lnTo>
                  <a:lnTo>
                    <a:pt x="4613146" y="1817208"/>
                  </a:lnTo>
                  <a:lnTo>
                    <a:pt x="4613272" y="1817208"/>
                  </a:lnTo>
                  <a:lnTo>
                    <a:pt x="4613398" y="1817208"/>
                  </a:lnTo>
                  <a:lnTo>
                    <a:pt x="4613525" y="1817208"/>
                  </a:lnTo>
                  <a:lnTo>
                    <a:pt x="4613651" y="1817208"/>
                  </a:lnTo>
                  <a:lnTo>
                    <a:pt x="4613777" y="1817208"/>
                  </a:lnTo>
                  <a:lnTo>
                    <a:pt x="4613903" y="1817208"/>
                  </a:lnTo>
                  <a:lnTo>
                    <a:pt x="4614030" y="1817208"/>
                  </a:lnTo>
                  <a:lnTo>
                    <a:pt x="4614156" y="1817208"/>
                  </a:lnTo>
                  <a:lnTo>
                    <a:pt x="4614282" y="1817208"/>
                  </a:lnTo>
                  <a:lnTo>
                    <a:pt x="4614408" y="1817208"/>
                  </a:lnTo>
                  <a:lnTo>
                    <a:pt x="4614535" y="1817208"/>
                  </a:lnTo>
                  <a:lnTo>
                    <a:pt x="4614661" y="1817208"/>
                  </a:lnTo>
                  <a:lnTo>
                    <a:pt x="4614787" y="1817208"/>
                  </a:lnTo>
                  <a:lnTo>
                    <a:pt x="4614913" y="1817208"/>
                  </a:lnTo>
                  <a:lnTo>
                    <a:pt x="4615040" y="1817208"/>
                  </a:lnTo>
                  <a:lnTo>
                    <a:pt x="4615166" y="1817208"/>
                  </a:lnTo>
                  <a:lnTo>
                    <a:pt x="4615292" y="1817208"/>
                  </a:lnTo>
                  <a:lnTo>
                    <a:pt x="4615418" y="1817208"/>
                  </a:lnTo>
                  <a:lnTo>
                    <a:pt x="4615545" y="1817208"/>
                  </a:lnTo>
                  <a:lnTo>
                    <a:pt x="4615671" y="1817208"/>
                  </a:lnTo>
                  <a:lnTo>
                    <a:pt x="4615797" y="1817208"/>
                  </a:lnTo>
                  <a:lnTo>
                    <a:pt x="4615923" y="1817208"/>
                  </a:lnTo>
                  <a:lnTo>
                    <a:pt x="4616050" y="1817208"/>
                  </a:lnTo>
                  <a:lnTo>
                    <a:pt x="4616176" y="1817208"/>
                  </a:lnTo>
                  <a:lnTo>
                    <a:pt x="4616302" y="1817208"/>
                  </a:lnTo>
                  <a:lnTo>
                    <a:pt x="4616428" y="1817208"/>
                  </a:lnTo>
                  <a:lnTo>
                    <a:pt x="4616555" y="1817208"/>
                  </a:lnTo>
                  <a:lnTo>
                    <a:pt x="4616681" y="1817208"/>
                  </a:lnTo>
                  <a:lnTo>
                    <a:pt x="4616807" y="1817208"/>
                  </a:lnTo>
                  <a:lnTo>
                    <a:pt x="4616933" y="1817208"/>
                  </a:lnTo>
                  <a:lnTo>
                    <a:pt x="4617060" y="1817208"/>
                  </a:lnTo>
                  <a:lnTo>
                    <a:pt x="4617186" y="1817208"/>
                  </a:lnTo>
                  <a:lnTo>
                    <a:pt x="4617312" y="1817208"/>
                  </a:lnTo>
                  <a:lnTo>
                    <a:pt x="4617438" y="1817208"/>
                  </a:lnTo>
                  <a:lnTo>
                    <a:pt x="4617565" y="1817208"/>
                  </a:lnTo>
                  <a:lnTo>
                    <a:pt x="4617691" y="1817208"/>
                  </a:lnTo>
                  <a:lnTo>
                    <a:pt x="4617817" y="1817208"/>
                  </a:lnTo>
                  <a:lnTo>
                    <a:pt x="4617943" y="1817208"/>
                  </a:lnTo>
                  <a:lnTo>
                    <a:pt x="4618070" y="1817208"/>
                  </a:lnTo>
                  <a:lnTo>
                    <a:pt x="4618196" y="1817208"/>
                  </a:lnTo>
                  <a:lnTo>
                    <a:pt x="4618322" y="1817208"/>
                  </a:lnTo>
                  <a:lnTo>
                    <a:pt x="4618448" y="1817208"/>
                  </a:lnTo>
                  <a:lnTo>
                    <a:pt x="4618575" y="1817208"/>
                  </a:lnTo>
                  <a:lnTo>
                    <a:pt x="4618701" y="1817208"/>
                  </a:lnTo>
                  <a:lnTo>
                    <a:pt x="4618827" y="1817208"/>
                  </a:lnTo>
                  <a:lnTo>
                    <a:pt x="4618954" y="1817208"/>
                  </a:lnTo>
                  <a:lnTo>
                    <a:pt x="4619080" y="1817208"/>
                  </a:lnTo>
                  <a:lnTo>
                    <a:pt x="4619206" y="1817208"/>
                  </a:lnTo>
                  <a:lnTo>
                    <a:pt x="4619332" y="1817208"/>
                  </a:lnTo>
                  <a:lnTo>
                    <a:pt x="4619459" y="1817208"/>
                  </a:lnTo>
                  <a:lnTo>
                    <a:pt x="4619585" y="1817208"/>
                  </a:lnTo>
                  <a:lnTo>
                    <a:pt x="4619711" y="1817208"/>
                  </a:lnTo>
                  <a:lnTo>
                    <a:pt x="4619837" y="1817208"/>
                  </a:lnTo>
                  <a:lnTo>
                    <a:pt x="4619837" y="1812297"/>
                  </a:lnTo>
                  <a:lnTo>
                    <a:pt x="4619964" y="1812297"/>
                  </a:lnTo>
                  <a:lnTo>
                    <a:pt x="4620090" y="1812297"/>
                  </a:lnTo>
                  <a:lnTo>
                    <a:pt x="4620216" y="1812297"/>
                  </a:lnTo>
                  <a:lnTo>
                    <a:pt x="4620216" y="1807385"/>
                  </a:lnTo>
                  <a:lnTo>
                    <a:pt x="4620342" y="1807385"/>
                  </a:lnTo>
                  <a:lnTo>
                    <a:pt x="4620342" y="1802474"/>
                  </a:lnTo>
                  <a:lnTo>
                    <a:pt x="4620469" y="1802474"/>
                  </a:lnTo>
                  <a:lnTo>
                    <a:pt x="4620595" y="1802474"/>
                  </a:lnTo>
                  <a:lnTo>
                    <a:pt x="4620721" y="1802474"/>
                  </a:lnTo>
                  <a:lnTo>
                    <a:pt x="4620847" y="1802474"/>
                  </a:lnTo>
                  <a:lnTo>
                    <a:pt x="4620974" y="1802474"/>
                  </a:lnTo>
                  <a:lnTo>
                    <a:pt x="4621100" y="1802474"/>
                  </a:lnTo>
                  <a:lnTo>
                    <a:pt x="4621226" y="1802474"/>
                  </a:lnTo>
                  <a:lnTo>
                    <a:pt x="4621352" y="1802474"/>
                  </a:lnTo>
                  <a:lnTo>
                    <a:pt x="4621479" y="1802474"/>
                  </a:lnTo>
                  <a:lnTo>
                    <a:pt x="4621605" y="1802474"/>
                  </a:lnTo>
                  <a:lnTo>
                    <a:pt x="4621731" y="1802474"/>
                  </a:lnTo>
                  <a:lnTo>
                    <a:pt x="4621857" y="1802474"/>
                  </a:lnTo>
                  <a:lnTo>
                    <a:pt x="4621984" y="1802474"/>
                  </a:lnTo>
                  <a:lnTo>
                    <a:pt x="4622110" y="1802474"/>
                  </a:lnTo>
                  <a:lnTo>
                    <a:pt x="4622236" y="1802474"/>
                  </a:lnTo>
                  <a:lnTo>
                    <a:pt x="4622362" y="1802474"/>
                  </a:lnTo>
                  <a:lnTo>
                    <a:pt x="4622489" y="1802474"/>
                  </a:lnTo>
                  <a:lnTo>
                    <a:pt x="4622615" y="1802474"/>
                  </a:lnTo>
                  <a:lnTo>
                    <a:pt x="4622741" y="1802474"/>
                  </a:lnTo>
                  <a:lnTo>
                    <a:pt x="4622867" y="1802474"/>
                  </a:lnTo>
                  <a:lnTo>
                    <a:pt x="4622994" y="1802474"/>
                  </a:lnTo>
                  <a:lnTo>
                    <a:pt x="4623120" y="1802474"/>
                  </a:lnTo>
                  <a:lnTo>
                    <a:pt x="4623246" y="1802474"/>
                  </a:lnTo>
                  <a:lnTo>
                    <a:pt x="4623372" y="1802474"/>
                  </a:lnTo>
                  <a:lnTo>
                    <a:pt x="4623499" y="1802474"/>
                  </a:lnTo>
                  <a:lnTo>
                    <a:pt x="4623625" y="1802474"/>
                  </a:lnTo>
                  <a:lnTo>
                    <a:pt x="4623751" y="1802474"/>
                  </a:lnTo>
                  <a:lnTo>
                    <a:pt x="4623878" y="1802474"/>
                  </a:lnTo>
                  <a:lnTo>
                    <a:pt x="4624004" y="1802474"/>
                  </a:lnTo>
                  <a:lnTo>
                    <a:pt x="4624130" y="1802474"/>
                  </a:lnTo>
                  <a:lnTo>
                    <a:pt x="4624256" y="1802474"/>
                  </a:lnTo>
                  <a:lnTo>
                    <a:pt x="4624383" y="1802474"/>
                  </a:lnTo>
                  <a:lnTo>
                    <a:pt x="4624509" y="1802474"/>
                  </a:lnTo>
                  <a:lnTo>
                    <a:pt x="4624635" y="1802474"/>
                  </a:lnTo>
                  <a:lnTo>
                    <a:pt x="4624761" y="1802474"/>
                  </a:lnTo>
                  <a:lnTo>
                    <a:pt x="4624888" y="1802474"/>
                  </a:lnTo>
                  <a:lnTo>
                    <a:pt x="4625014" y="1802474"/>
                  </a:lnTo>
                  <a:lnTo>
                    <a:pt x="4625140" y="1802474"/>
                  </a:lnTo>
                  <a:lnTo>
                    <a:pt x="4625266" y="1802474"/>
                  </a:lnTo>
                  <a:lnTo>
                    <a:pt x="4625393" y="1802474"/>
                  </a:lnTo>
                  <a:lnTo>
                    <a:pt x="4625519" y="1802474"/>
                  </a:lnTo>
                  <a:lnTo>
                    <a:pt x="4625645" y="1802474"/>
                  </a:lnTo>
                  <a:lnTo>
                    <a:pt x="4625771" y="1802474"/>
                  </a:lnTo>
                  <a:lnTo>
                    <a:pt x="4625898" y="1802474"/>
                  </a:lnTo>
                  <a:lnTo>
                    <a:pt x="4626024" y="1802474"/>
                  </a:lnTo>
                  <a:lnTo>
                    <a:pt x="4626150" y="1802474"/>
                  </a:lnTo>
                  <a:lnTo>
                    <a:pt x="4626276" y="1802474"/>
                  </a:lnTo>
                  <a:lnTo>
                    <a:pt x="4626403" y="1802474"/>
                  </a:lnTo>
                  <a:lnTo>
                    <a:pt x="4626529" y="1802474"/>
                  </a:lnTo>
                  <a:lnTo>
                    <a:pt x="4626655" y="1802474"/>
                  </a:lnTo>
                  <a:lnTo>
                    <a:pt x="4626781" y="1802474"/>
                  </a:lnTo>
                  <a:lnTo>
                    <a:pt x="4626908" y="1802474"/>
                  </a:lnTo>
                  <a:lnTo>
                    <a:pt x="4627034" y="1802474"/>
                  </a:lnTo>
                  <a:lnTo>
                    <a:pt x="4627160" y="1802474"/>
                  </a:lnTo>
                  <a:lnTo>
                    <a:pt x="4627286" y="1802474"/>
                  </a:lnTo>
                  <a:lnTo>
                    <a:pt x="4627413" y="1802474"/>
                  </a:lnTo>
                  <a:lnTo>
                    <a:pt x="4627539" y="1802474"/>
                  </a:lnTo>
                  <a:lnTo>
                    <a:pt x="4627665" y="1802474"/>
                  </a:lnTo>
                  <a:lnTo>
                    <a:pt x="4627791" y="1802474"/>
                  </a:lnTo>
                  <a:lnTo>
                    <a:pt x="4627918" y="1802474"/>
                  </a:lnTo>
                  <a:lnTo>
                    <a:pt x="4628044" y="1802474"/>
                  </a:lnTo>
                  <a:lnTo>
                    <a:pt x="4628170" y="1802474"/>
                  </a:lnTo>
                  <a:lnTo>
                    <a:pt x="4628296" y="1802474"/>
                  </a:lnTo>
                  <a:lnTo>
                    <a:pt x="4628423" y="1802474"/>
                  </a:lnTo>
                  <a:lnTo>
                    <a:pt x="4628549" y="1802474"/>
                  </a:lnTo>
                  <a:lnTo>
                    <a:pt x="4628675" y="1802474"/>
                  </a:lnTo>
                  <a:lnTo>
                    <a:pt x="4628801" y="1802474"/>
                  </a:lnTo>
                  <a:lnTo>
                    <a:pt x="4628928" y="1802474"/>
                  </a:lnTo>
                  <a:lnTo>
                    <a:pt x="4629054" y="1802474"/>
                  </a:lnTo>
                  <a:lnTo>
                    <a:pt x="4629180" y="1802474"/>
                  </a:lnTo>
                  <a:lnTo>
                    <a:pt x="4629307" y="1802474"/>
                  </a:lnTo>
                  <a:lnTo>
                    <a:pt x="4629433" y="1802474"/>
                  </a:lnTo>
                  <a:lnTo>
                    <a:pt x="4629559" y="1802474"/>
                  </a:lnTo>
                  <a:lnTo>
                    <a:pt x="4629685" y="1802474"/>
                  </a:lnTo>
                  <a:lnTo>
                    <a:pt x="4629812" y="1802474"/>
                  </a:lnTo>
                  <a:lnTo>
                    <a:pt x="4629938" y="1802474"/>
                  </a:lnTo>
                  <a:lnTo>
                    <a:pt x="4630064" y="1802474"/>
                  </a:lnTo>
                  <a:lnTo>
                    <a:pt x="4630190" y="1802474"/>
                  </a:lnTo>
                  <a:lnTo>
                    <a:pt x="4630317" y="1802474"/>
                  </a:lnTo>
                  <a:lnTo>
                    <a:pt x="4630443" y="1802474"/>
                  </a:lnTo>
                  <a:lnTo>
                    <a:pt x="4630569" y="1802474"/>
                  </a:lnTo>
                  <a:lnTo>
                    <a:pt x="4630695" y="1802474"/>
                  </a:lnTo>
                  <a:lnTo>
                    <a:pt x="4630822" y="1802474"/>
                  </a:lnTo>
                  <a:lnTo>
                    <a:pt x="4630948" y="1802474"/>
                  </a:lnTo>
                  <a:lnTo>
                    <a:pt x="4631074" y="1802474"/>
                  </a:lnTo>
                  <a:lnTo>
                    <a:pt x="4631200" y="1802474"/>
                  </a:lnTo>
                  <a:lnTo>
                    <a:pt x="4631327" y="1802474"/>
                  </a:lnTo>
                  <a:lnTo>
                    <a:pt x="4631453" y="1802474"/>
                  </a:lnTo>
                  <a:lnTo>
                    <a:pt x="4631579" y="1802474"/>
                  </a:lnTo>
                  <a:lnTo>
                    <a:pt x="4631705" y="1802474"/>
                  </a:lnTo>
                  <a:lnTo>
                    <a:pt x="4631832" y="1802474"/>
                  </a:lnTo>
                  <a:lnTo>
                    <a:pt x="4631958" y="1802474"/>
                  </a:lnTo>
                  <a:lnTo>
                    <a:pt x="4632084" y="1802474"/>
                  </a:lnTo>
                  <a:lnTo>
                    <a:pt x="4632210" y="1802474"/>
                  </a:lnTo>
                  <a:lnTo>
                    <a:pt x="4632337" y="1802474"/>
                  </a:lnTo>
                  <a:lnTo>
                    <a:pt x="4632463" y="1802474"/>
                  </a:lnTo>
                  <a:lnTo>
                    <a:pt x="4632589" y="1802474"/>
                  </a:lnTo>
                  <a:lnTo>
                    <a:pt x="4632715" y="1802474"/>
                  </a:lnTo>
                  <a:lnTo>
                    <a:pt x="4632842" y="1802474"/>
                  </a:lnTo>
                  <a:lnTo>
                    <a:pt x="4632968" y="1802474"/>
                  </a:lnTo>
                  <a:lnTo>
                    <a:pt x="4633094" y="1802474"/>
                  </a:lnTo>
                  <a:lnTo>
                    <a:pt x="4633220" y="1802474"/>
                  </a:lnTo>
                  <a:lnTo>
                    <a:pt x="4633347" y="1802474"/>
                  </a:lnTo>
                  <a:lnTo>
                    <a:pt x="4633473" y="1802474"/>
                  </a:lnTo>
                  <a:lnTo>
                    <a:pt x="4633599" y="1802474"/>
                  </a:lnTo>
                  <a:lnTo>
                    <a:pt x="4633725" y="1802474"/>
                  </a:lnTo>
                  <a:lnTo>
                    <a:pt x="4633852" y="1802474"/>
                  </a:lnTo>
                  <a:lnTo>
                    <a:pt x="4633978" y="1802474"/>
                  </a:lnTo>
                  <a:lnTo>
                    <a:pt x="4634104" y="1802474"/>
                  </a:lnTo>
                  <a:lnTo>
                    <a:pt x="4634231" y="1802474"/>
                  </a:lnTo>
                  <a:lnTo>
                    <a:pt x="4634357" y="1802474"/>
                  </a:lnTo>
                  <a:lnTo>
                    <a:pt x="4634483" y="1802474"/>
                  </a:lnTo>
                  <a:lnTo>
                    <a:pt x="4634483" y="1797563"/>
                  </a:lnTo>
                  <a:lnTo>
                    <a:pt x="4634609" y="1797563"/>
                  </a:lnTo>
                  <a:lnTo>
                    <a:pt x="4634736" y="1797563"/>
                  </a:lnTo>
                  <a:lnTo>
                    <a:pt x="4634862" y="1797563"/>
                  </a:lnTo>
                  <a:lnTo>
                    <a:pt x="4634988" y="1797563"/>
                  </a:lnTo>
                  <a:lnTo>
                    <a:pt x="4635114" y="1797563"/>
                  </a:lnTo>
                  <a:lnTo>
                    <a:pt x="4635241" y="1797563"/>
                  </a:lnTo>
                  <a:lnTo>
                    <a:pt x="4635367" y="1797563"/>
                  </a:lnTo>
                  <a:lnTo>
                    <a:pt x="4635493" y="1797563"/>
                  </a:lnTo>
                  <a:lnTo>
                    <a:pt x="4635619" y="1797563"/>
                  </a:lnTo>
                  <a:lnTo>
                    <a:pt x="4635746" y="1797563"/>
                  </a:lnTo>
                  <a:lnTo>
                    <a:pt x="4635872" y="1797563"/>
                  </a:lnTo>
                  <a:lnTo>
                    <a:pt x="4635998" y="1797563"/>
                  </a:lnTo>
                  <a:lnTo>
                    <a:pt x="4636124" y="1797563"/>
                  </a:lnTo>
                  <a:lnTo>
                    <a:pt x="4636251" y="1797563"/>
                  </a:lnTo>
                  <a:lnTo>
                    <a:pt x="4636377" y="1797563"/>
                  </a:lnTo>
                  <a:lnTo>
                    <a:pt x="4636503" y="1797563"/>
                  </a:lnTo>
                  <a:lnTo>
                    <a:pt x="4636629" y="1797563"/>
                  </a:lnTo>
                  <a:lnTo>
                    <a:pt x="4636756" y="1797563"/>
                  </a:lnTo>
                  <a:lnTo>
                    <a:pt x="4636882" y="1797563"/>
                  </a:lnTo>
                  <a:lnTo>
                    <a:pt x="4637008" y="1797563"/>
                  </a:lnTo>
                  <a:lnTo>
                    <a:pt x="4637134" y="1797563"/>
                  </a:lnTo>
                  <a:lnTo>
                    <a:pt x="4637261" y="1797563"/>
                  </a:lnTo>
                  <a:lnTo>
                    <a:pt x="4637387" y="1797563"/>
                  </a:lnTo>
                  <a:lnTo>
                    <a:pt x="4637513" y="1797563"/>
                  </a:lnTo>
                  <a:lnTo>
                    <a:pt x="4637639" y="1797563"/>
                  </a:lnTo>
                  <a:lnTo>
                    <a:pt x="4637766" y="1797563"/>
                  </a:lnTo>
                  <a:lnTo>
                    <a:pt x="4637892" y="1797563"/>
                  </a:lnTo>
                  <a:lnTo>
                    <a:pt x="4638018" y="1797563"/>
                  </a:lnTo>
                  <a:lnTo>
                    <a:pt x="4638144" y="1797563"/>
                  </a:lnTo>
                  <a:lnTo>
                    <a:pt x="4638271" y="1797563"/>
                  </a:lnTo>
                  <a:lnTo>
                    <a:pt x="4638397" y="1797563"/>
                  </a:lnTo>
                  <a:lnTo>
                    <a:pt x="4638523" y="1797563"/>
                  </a:lnTo>
                  <a:lnTo>
                    <a:pt x="4638649" y="1797563"/>
                  </a:lnTo>
                  <a:lnTo>
                    <a:pt x="4638776" y="1797563"/>
                  </a:lnTo>
                  <a:lnTo>
                    <a:pt x="4638902" y="1797563"/>
                  </a:lnTo>
                  <a:lnTo>
                    <a:pt x="4639028" y="1797563"/>
                  </a:lnTo>
                  <a:lnTo>
                    <a:pt x="4639155" y="1797563"/>
                  </a:lnTo>
                  <a:lnTo>
                    <a:pt x="4639155" y="1792651"/>
                  </a:lnTo>
                  <a:lnTo>
                    <a:pt x="4639281" y="1792651"/>
                  </a:lnTo>
                  <a:lnTo>
                    <a:pt x="4639407" y="1792651"/>
                  </a:lnTo>
                  <a:lnTo>
                    <a:pt x="4639533" y="1792651"/>
                  </a:lnTo>
                  <a:lnTo>
                    <a:pt x="4639660" y="1792651"/>
                  </a:lnTo>
                  <a:lnTo>
                    <a:pt x="4639786" y="1792651"/>
                  </a:lnTo>
                  <a:lnTo>
                    <a:pt x="4639912" y="1792651"/>
                  </a:lnTo>
                  <a:lnTo>
                    <a:pt x="4640038" y="1792651"/>
                  </a:lnTo>
                  <a:lnTo>
                    <a:pt x="4640165" y="1792651"/>
                  </a:lnTo>
                  <a:lnTo>
                    <a:pt x="4640291" y="1792651"/>
                  </a:lnTo>
                  <a:lnTo>
                    <a:pt x="4640417" y="1792651"/>
                  </a:lnTo>
                  <a:lnTo>
                    <a:pt x="4640543" y="1792651"/>
                  </a:lnTo>
                  <a:lnTo>
                    <a:pt x="4640670" y="1792651"/>
                  </a:lnTo>
                  <a:lnTo>
                    <a:pt x="4640796" y="1792651"/>
                  </a:lnTo>
                  <a:lnTo>
                    <a:pt x="4640922" y="1792651"/>
                  </a:lnTo>
                  <a:lnTo>
                    <a:pt x="4641048" y="1792651"/>
                  </a:lnTo>
                  <a:lnTo>
                    <a:pt x="4641175" y="1792651"/>
                  </a:lnTo>
                  <a:lnTo>
                    <a:pt x="4641301" y="1792651"/>
                  </a:lnTo>
                  <a:lnTo>
                    <a:pt x="4641427" y="1792651"/>
                  </a:lnTo>
                  <a:lnTo>
                    <a:pt x="4641553" y="1792651"/>
                  </a:lnTo>
                  <a:lnTo>
                    <a:pt x="4641680" y="1792651"/>
                  </a:lnTo>
                  <a:lnTo>
                    <a:pt x="4641806" y="1792651"/>
                  </a:lnTo>
                  <a:lnTo>
                    <a:pt x="4641932" y="1792651"/>
                  </a:lnTo>
                  <a:lnTo>
                    <a:pt x="4642058" y="1792651"/>
                  </a:lnTo>
                  <a:lnTo>
                    <a:pt x="4642185" y="1792651"/>
                  </a:lnTo>
                  <a:lnTo>
                    <a:pt x="4642311" y="1792651"/>
                  </a:lnTo>
                  <a:lnTo>
                    <a:pt x="4642437" y="1792651"/>
                  </a:lnTo>
                  <a:lnTo>
                    <a:pt x="4642563" y="1792651"/>
                  </a:lnTo>
                  <a:lnTo>
                    <a:pt x="4642690" y="1792651"/>
                  </a:lnTo>
                  <a:lnTo>
                    <a:pt x="4642816" y="1792651"/>
                  </a:lnTo>
                  <a:lnTo>
                    <a:pt x="4642942" y="1792651"/>
                  </a:lnTo>
                  <a:lnTo>
                    <a:pt x="4643068" y="1792651"/>
                  </a:lnTo>
                  <a:lnTo>
                    <a:pt x="4643195" y="1792651"/>
                  </a:lnTo>
                  <a:lnTo>
                    <a:pt x="4643321" y="1792651"/>
                  </a:lnTo>
                  <a:lnTo>
                    <a:pt x="4643447" y="1792651"/>
                  </a:lnTo>
                  <a:lnTo>
                    <a:pt x="4643573" y="1792651"/>
                  </a:lnTo>
                  <a:lnTo>
                    <a:pt x="4643700" y="1792651"/>
                  </a:lnTo>
                  <a:lnTo>
                    <a:pt x="4643826" y="1792651"/>
                  </a:lnTo>
                  <a:lnTo>
                    <a:pt x="4643952" y="1792651"/>
                  </a:lnTo>
                  <a:lnTo>
                    <a:pt x="4644078" y="1792651"/>
                  </a:lnTo>
                  <a:lnTo>
                    <a:pt x="4644205" y="1792651"/>
                  </a:lnTo>
                  <a:lnTo>
                    <a:pt x="4644331" y="1792651"/>
                  </a:lnTo>
                  <a:lnTo>
                    <a:pt x="4644457" y="1792651"/>
                  </a:lnTo>
                  <a:lnTo>
                    <a:pt x="4644584" y="1792651"/>
                  </a:lnTo>
                  <a:lnTo>
                    <a:pt x="4644710" y="1792651"/>
                  </a:lnTo>
                  <a:lnTo>
                    <a:pt x="4644836" y="1792651"/>
                  </a:lnTo>
                  <a:lnTo>
                    <a:pt x="4644962" y="1792651"/>
                  </a:lnTo>
                  <a:lnTo>
                    <a:pt x="4645089" y="1792651"/>
                  </a:lnTo>
                  <a:lnTo>
                    <a:pt x="4645215" y="1792651"/>
                  </a:lnTo>
                  <a:lnTo>
                    <a:pt x="4645341" y="1792651"/>
                  </a:lnTo>
                  <a:lnTo>
                    <a:pt x="4645467" y="1792651"/>
                  </a:lnTo>
                  <a:lnTo>
                    <a:pt x="4645594" y="1792651"/>
                  </a:lnTo>
                  <a:lnTo>
                    <a:pt x="4645720" y="1792651"/>
                  </a:lnTo>
                  <a:lnTo>
                    <a:pt x="4645846" y="1792651"/>
                  </a:lnTo>
                  <a:lnTo>
                    <a:pt x="4645972" y="1792651"/>
                  </a:lnTo>
                  <a:lnTo>
                    <a:pt x="4646099" y="1792651"/>
                  </a:lnTo>
                  <a:lnTo>
                    <a:pt x="4646225" y="1792651"/>
                  </a:lnTo>
                  <a:lnTo>
                    <a:pt x="4646351" y="1792651"/>
                  </a:lnTo>
                  <a:lnTo>
                    <a:pt x="4646477" y="1792651"/>
                  </a:lnTo>
                  <a:lnTo>
                    <a:pt x="4646604" y="1792651"/>
                  </a:lnTo>
                  <a:lnTo>
                    <a:pt x="4646730" y="1792651"/>
                  </a:lnTo>
                  <a:lnTo>
                    <a:pt x="4646856" y="1792651"/>
                  </a:lnTo>
                  <a:lnTo>
                    <a:pt x="4646982" y="1792651"/>
                  </a:lnTo>
                  <a:lnTo>
                    <a:pt x="4647109" y="1792651"/>
                  </a:lnTo>
                  <a:lnTo>
                    <a:pt x="4647235" y="1792651"/>
                  </a:lnTo>
                  <a:lnTo>
                    <a:pt x="4647361" y="1792651"/>
                  </a:lnTo>
                  <a:lnTo>
                    <a:pt x="4647487" y="1792651"/>
                  </a:lnTo>
                  <a:lnTo>
                    <a:pt x="4647614" y="1792651"/>
                  </a:lnTo>
                  <a:lnTo>
                    <a:pt x="4647740" y="1792651"/>
                  </a:lnTo>
                  <a:lnTo>
                    <a:pt x="4647866" y="1792651"/>
                  </a:lnTo>
                  <a:lnTo>
                    <a:pt x="4647992" y="1792651"/>
                  </a:lnTo>
                  <a:lnTo>
                    <a:pt x="4648119" y="1792651"/>
                  </a:lnTo>
                  <a:lnTo>
                    <a:pt x="4648245" y="1792651"/>
                  </a:lnTo>
                  <a:lnTo>
                    <a:pt x="4648371" y="1792651"/>
                  </a:lnTo>
                  <a:lnTo>
                    <a:pt x="4648497" y="1792651"/>
                  </a:lnTo>
                  <a:lnTo>
                    <a:pt x="4648624" y="1792651"/>
                  </a:lnTo>
                  <a:lnTo>
                    <a:pt x="4648750" y="1792651"/>
                  </a:lnTo>
                  <a:lnTo>
                    <a:pt x="4648876" y="1792651"/>
                  </a:lnTo>
                  <a:lnTo>
                    <a:pt x="4649002" y="1792651"/>
                  </a:lnTo>
                  <a:lnTo>
                    <a:pt x="4649129" y="1792651"/>
                  </a:lnTo>
                  <a:lnTo>
                    <a:pt x="4649255" y="1792651"/>
                  </a:lnTo>
                  <a:lnTo>
                    <a:pt x="4649381" y="1792651"/>
                  </a:lnTo>
                  <a:lnTo>
                    <a:pt x="4649508" y="1792651"/>
                  </a:lnTo>
                  <a:lnTo>
                    <a:pt x="4649634" y="1792651"/>
                  </a:lnTo>
                  <a:lnTo>
                    <a:pt x="4649760" y="1792651"/>
                  </a:lnTo>
                  <a:lnTo>
                    <a:pt x="4649886" y="1792651"/>
                  </a:lnTo>
                  <a:lnTo>
                    <a:pt x="4650013" y="1792651"/>
                  </a:lnTo>
                  <a:lnTo>
                    <a:pt x="4650139" y="1792651"/>
                  </a:lnTo>
                  <a:lnTo>
                    <a:pt x="4650265" y="1792651"/>
                  </a:lnTo>
                  <a:lnTo>
                    <a:pt x="4650391" y="1792651"/>
                  </a:lnTo>
                  <a:lnTo>
                    <a:pt x="4650518" y="1792651"/>
                  </a:lnTo>
                  <a:lnTo>
                    <a:pt x="4650644" y="1792651"/>
                  </a:lnTo>
                  <a:lnTo>
                    <a:pt x="4650770" y="1792651"/>
                  </a:lnTo>
                  <a:lnTo>
                    <a:pt x="4650896" y="1792651"/>
                  </a:lnTo>
                  <a:lnTo>
                    <a:pt x="4650896" y="1787740"/>
                  </a:lnTo>
                  <a:lnTo>
                    <a:pt x="4651023" y="1787740"/>
                  </a:lnTo>
                  <a:lnTo>
                    <a:pt x="4651149" y="1787740"/>
                  </a:lnTo>
                  <a:lnTo>
                    <a:pt x="4651275" y="1787740"/>
                  </a:lnTo>
                  <a:lnTo>
                    <a:pt x="4651401" y="1787740"/>
                  </a:lnTo>
                  <a:lnTo>
                    <a:pt x="4651528" y="1787740"/>
                  </a:lnTo>
                  <a:lnTo>
                    <a:pt x="4651654" y="1787740"/>
                  </a:lnTo>
                  <a:lnTo>
                    <a:pt x="4651780" y="1787740"/>
                  </a:lnTo>
                  <a:lnTo>
                    <a:pt x="4651906" y="1787740"/>
                  </a:lnTo>
                  <a:lnTo>
                    <a:pt x="4652033" y="1787740"/>
                  </a:lnTo>
                  <a:lnTo>
                    <a:pt x="4652159" y="1787740"/>
                  </a:lnTo>
                  <a:lnTo>
                    <a:pt x="4652285" y="1787740"/>
                  </a:lnTo>
                  <a:lnTo>
                    <a:pt x="4652411" y="1787740"/>
                  </a:lnTo>
                  <a:lnTo>
                    <a:pt x="4652538" y="1787740"/>
                  </a:lnTo>
                  <a:lnTo>
                    <a:pt x="4652664" y="1787740"/>
                  </a:lnTo>
                  <a:lnTo>
                    <a:pt x="4652790" y="1787740"/>
                  </a:lnTo>
                  <a:lnTo>
                    <a:pt x="4652916" y="1787740"/>
                  </a:lnTo>
                  <a:lnTo>
                    <a:pt x="4653043" y="1787740"/>
                  </a:lnTo>
                  <a:lnTo>
                    <a:pt x="4653169" y="1787740"/>
                  </a:lnTo>
                  <a:lnTo>
                    <a:pt x="4653295" y="1787740"/>
                  </a:lnTo>
                  <a:lnTo>
                    <a:pt x="4653421" y="1787740"/>
                  </a:lnTo>
                  <a:lnTo>
                    <a:pt x="4653548" y="1787740"/>
                  </a:lnTo>
                  <a:lnTo>
                    <a:pt x="4653674" y="1787740"/>
                  </a:lnTo>
                  <a:lnTo>
                    <a:pt x="4653674" y="1782829"/>
                  </a:lnTo>
                  <a:lnTo>
                    <a:pt x="4653800" y="1782829"/>
                  </a:lnTo>
                  <a:lnTo>
                    <a:pt x="4653926" y="1782829"/>
                  </a:lnTo>
                  <a:lnTo>
                    <a:pt x="4654053" y="1782829"/>
                  </a:lnTo>
                  <a:lnTo>
                    <a:pt x="4654179" y="1782829"/>
                  </a:lnTo>
                  <a:lnTo>
                    <a:pt x="4654305" y="1782829"/>
                  </a:lnTo>
                  <a:lnTo>
                    <a:pt x="4654431" y="1782829"/>
                  </a:lnTo>
                  <a:lnTo>
                    <a:pt x="4654558" y="1782829"/>
                  </a:lnTo>
                  <a:lnTo>
                    <a:pt x="4654684" y="1782829"/>
                  </a:lnTo>
                  <a:lnTo>
                    <a:pt x="4654810" y="1782829"/>
                  </a:lnTo>
                  <a:lnTo>
                    <a:pt x="4654937" y="1782829"/>
                  </a:lnTo>
                  <a:lnTo>
                    <a:pt x="4655063" y="1782829"/>
                  </a:lnTo>
                  <a:lnTo>
                    <a:pt x="4655189" y="1782829"/>
                  </a:lnTo>
                  <a:lnTo>
                    <a:pt x="4655315" y="1782829"/>
                  </a:lnTo>
                  <a:lnTo>
                    <a:pt x="4655442" y="1782829"/>
                  </a:lnTo>
                  <a:lnTo>
                    <a:pt x="4655568" y="1782829"/>
                  </a:lnTo>
                  <a:lnTo>
                    <a:pt x="4655694" y="1782829"/>
                  </a:lnTo>
                  <a:lnTo>
                    <a:pt x="4655820" y="1782829"/>
                  </a:lnTo>
                  <a:lnTo>
                    <a:pt x="4655947" y="1782829"/>
                  </a:lnTo>
                  <a:lnTo>
                    <a:pt x="4656073" y="1782829"/>
                  </a:lnTo>
                  <a:lnTo>
                    <a:pt x="4656199" y="1782829"/>
                  </a:lnTo>
                  <a:lnTo>
                    <a:pt x="4656325" y="1782829"/>
                  </a:lnTo>
                  <a:lnTo>
                    <a:pt x="4656452" y="1782829"/>
                  </a:lnTo>
                  <a:lnTo>
                    <a:pt x="4656578" y="1782829"/>
                  </a:lnTo>
                  <a:lnTo>
                    <a:pt x="4656704" y="1782829"/>
                  </a:lnTo>
                  <a:lnTo>
                    <a:pt x="4656830" y="1782829"/>
                  </a:lnTo>
                  <a:lnTo>
                    <a:pt x="4656957" y="1782829"/>
                  </a:lnTo>
                  <a:lnTo>
                    <a:pt x="4656957" y="1777917"/>
                  </a:lnTo>
                  <a:lnTo>
                    <a:pt x="4657083" y="1777917"/>
                  </a:lnTo>
                  <a:lnTo>
                    <a:pt x="4657209" y="1777917"/>
                  </a:lnTo>
                  <a:lnTo>
                    <a:pt x="4657335" y="1777917"/>
                  </a:lnTo>
                  <a:lnTo>
                    <a:pt x="4657462" y="1777917"/>
                  </a:lnTo>
                  <a:lnTo>
                    <a:pt x="4657588" y="1777917"/>
                  </a:lnTo>
                  <a:lnTo>
                    <a:pt x="4657714" y="1777917"/>
                  </a:lnTo>
                  <a:lnTo>
                    <a:pt x="4657840" y="1777917"/>
                  </a:lnTo>
                  <a:lnTo>
                    <a:pt x="4657967" y="1777917"/>
                  </a:lnTo>
                  <a:lnTo>
                    <a:pt x="4658093" y="1777917"/>
                  </a:lnTo>
                  <a:lnTo>
                    <a:pt x="4658219" y="1777917"/>
                  </a:lnTo>
                  <a:lnTo>
                    <a:pt x="4658345" y="1777917"/>
                  </a:lnTo>
                  <a:lnTo>
                    <a:pt x="4658472" y="1777917"/>
                  </a:lnTo>
                  <a:lnTo>
                    <a:pt x="4658598" y="1777917"/>
                  </a:lnTo>
                  <a:lnTo>
                    <a:pt x="4658724" y="1777917"/>
                  </a:lnTo>
                  <a:lnTo>
                    <a:pt x="4658850" y="1777917"/>
                  </a:lnTo>
                  <a:lnTo>
                    <a:pt x="4658977" y="1777917"/>
                  </a:lnTo>
                  <a:lnTo>
                    <a:pt x="4659103" y="1777917"/>
                  </a:lnTo>
                  <a:lnTo>
                    <a:pt x="4659229" y="1777917"/>
                  </a:lnTo>
                  <a:lnTo>
                    <a:pt x="4659355" y="1777917"/>
                  </a:lnTo>
                  <a:lnTo>
                    <a:pt x="4659482" y="1777917"/>
                  </a:lnTo>
                  <a:lnTo>
                    <a:pt x="4659608" y="1777917"/>
                  </a:lnTo>
                  <a:lnTo>
                    <a:pt x="4659734" y="1777917"/>
                  </a:lnTo>
                  <a:lnTo>
                    <a:pt x="4659861" y="1777917"/>
                  </a:lnTo>
                  <a:lnTo>
                    <a:pt x="4659987" y="1777917"/>
                  </a:lnTo>
                  <a:lnTo>
                    <a:pt x="4660113" y="1777917"/>
                  </a:lnTo>
                  <a:lnTo>
                    <a:pt x="4660239" y="1777917"/>
                  </a:lnTo>
                  <a:lnTo>
                    <a:pt x="4660366" y="1777917"/>
                  </a:lnTo>
                  <a:lnTo>
                    <a:pt x="4660492" y="1777917"/>
                  </a:lnTo>
                  <a:lnTo>
                    <a:pt x="4660618" y="1777917"/>
                  </a:lnTo>
                  <a:lnTo>
                    <a:pt x="4660744" y="1777917"/>
                  </a:lnTo>
                  <a:lnTo>
                    <a:pt x="4660871" y="1777917"/>
                  </a:lnTo>
                  <a:lnTo>
                    <a:pt x="4660997" y="1777917"/>
                  </a:lnTo>
                  <a:lnTo>
                    <a:pt x="4661123" y="1777917"/>
                  </a:lnTo>
                  <a:lnTo>
                    <a:pt x="4661249" y="1777917"/>
                  </a:lnTo>
                  <a:lnTo>
                    <a:pt x="4661376" y="1777917"/>
                  </a:lnTo>
                  <a:lnTo>
                    <a:pt x="4661502" y="1777917"/>
                  </a:lnTo>
                  <a:lnTo>
                    <a:pt x="4661628" y="1777917"/>
                  </a:lnTo>
                  <a:lnTo>
                    <a:pt x="4661754" y="1777917"/>
                  </a:lnTo>
                  <a:lnTo>
                    <a:pt x="4661881" y="1777917"/>
                  </a:lnTo>
                  <a:lnTo>
                    <a:pt x="4662007" y="1777917"/>
                  </a:lnTo>
                  <a:lnTo>
                    <a:pt x="4662133" y="1777917"/>
                  </a:lnTo>
                  <a:lnTo>
                    <a:pt x="4662259" y="1777917"/>
                  </a:lnTo>
                  <a:lnTo>
                    <a:pt x="4662386" y="1777917"/>
                  </a:lnTo>
                  <a:lnTo>
                    <a:pt x="4662512" y="1777917"/>
                  </a:lnTo>
                  <a:lnTo>
                    <a:pt x="4662638" y="1777917"/>
                  </a:lnTo>
                  <a:lnTo>
                    <a:pt x="4662764" y="1777917"/>
                  </a:lnTo>
                  <a:lnTo>
                    <a:pt x="4662891" y="1777917"/>
                  </a:lnTo>
                  <a:lnTo>
                    <a:pt x="4663017" y="1777917"/>
                  </a:lnTo>
                  <a:lnTo>
                    <a:pt x="4663143" y="1777917"/>
                  </a:lnTo>
                  <a:lnTo>
                    <a:pt x="4663269" y="1777917"/>
                  </a:lnTo>
                  <a:lnTo>
                    <a:pt x="4663396" y="1777917"/>
                  </a:lnTo>
                  <a:lnTo>
                    <a:pt x="4663522" y="1777917"/>
                  </a:lnTo>
                  <a:lnTo>
                    <a:pt x="4663648" y="1777917"/>
                  </a:lnTo>
                  <a:lnTo>
                    <a:pt x="4663774" y="1777917"/>
                  </a:lnTo>
                  <a:lnTo>
                    <a:pt x="4663901" y="1777917"/>
                  </a:lnTo>
                  <a:lnTo>
                    <a:pt x="4664027" y="1777917"/>
                  </a:lnTo>
                  <a:lnTo>
                    <a:pt x="4664153" y="1777917"/>
                  </a:lnTo>
                  <a:lnTo>
                    <a:pt x="4664279" y="1777917"/>
                  </a:lnTo>
                  <a:lnTo>
                    <a:pt x="4664406" y="1777917"/>
                  </a:lnTo>
                  <a:lnTo>
                    <a:pt x="4664532" y="1777917"/>
                  </a:lnTo>
                  <a:lnTo>
                    <a:pt x="4664658" y="1777917"/>
                  </a:lnTo>
                  <a:lnTo>
                    <a:pt x="4664784" y="1777917"/>
                  </a:lnTo>
                  <a:lnTo>
                    <a:pt x="4664911" y="1777917"/>
                  </a:lnTo>
                  <a:lnTo>
                    <a:pt x="4665037" y="1777917"/>
                  </a:lnTo>
                  <a:lnTo>
                    <a:pt x="4665163" y="1777917"/>
                  </a:lnTo>
                  <a:lnTo>
                    <a:pt x="4665290" y="1777917"/>
                  </a:lnTo>
                  <a:lnTo>
                    <a:pt x="4665416" y="1777917"/>
                  </a:lnTo>
                  <a:lnTo>
                    <a:pt x="4665542" y="1777917"/>
                  </a:lnTo>
                  <a:lnTo>
                    <a:pt x="4665668" y="1777917"/>
                  </a:lnTo>
                  <a:lnTo>
                    <a:pt x="4665795" y="1777917"/>
                  </a:lnTo>
                  <a:lnTo>
                    <a:pt x="4665921" y="1777917"/>
                  </a:lnTo>
                  <a:lnTo>
                    <a:pt x="4666047" y="1777917"/>
                  </a:lnTo>
                  <a:lnTo>
                    <a:pt x="4666173" y="1777917"/>
                  </a:lnTo>
                  <a:lnTo>
                    <a:pt x="4666300" y="1777917"/>
                  </a:lnTo>
                  <a:lnTo>
                    <a:pt x="4666426" y="1777917"/>
                  </a:lnTo>
                  <a:lnTo>
                    <a:pt x="4666552" y="1777917"/>
                  </a:lnTo>
                  <a:lnTo>
                    <a:pt x="4666678" y="1777917"/>
                  </a:lnTo>
                  <a:lnTo>
                    <a:pt x="4666805" y="1777917"/>
                  </a:lnTo>
                  <a:lnTo>
                    <a:pt x="4666931" y="1777917"/>
                  </a:lnTo>
                  <a:lnTo>
                    <a:pt x="4667057" y="1777917"/>
                  </a:lnTo>
                  <a:lnTo>
                    <a:pt x="4667183" y="1777917"/>
                  </a:lnTo>
                  <a:lnTo>
                    <a:pt x="4667310" y="1777917"/>
                  </a:lnTo>
                  <a:lnTo>
                    <a:pt x="4667436" y="1777917"/>
                  </a:lnTo>
                  <a:lnTo>
                    <a:pt x="4667562" y="1777917"/>
                  </a:lnTo>
                  <a:lnTo>
                    <a:pt x="4667688" y="1777917"/>
                  </a:lnTo>
                  <a:lnTo>
                    <a:pt x="4667815" y="1777917"/>
                  </a:lnTo>
                  <a:lnTo>
                    <a:pt x="4667941" y="1777917"/>
                  </a:lnTo>
                  <a:lnTo>
                    <a:pt x="4668067" y="1777917"/>
                  </a:lnTo>
                  <a:lnTo>
                    <a:pt x="4668193" y="1777917"/>
                  </a:lnTo>
                  <a:lnTo>
                    <a:pt x="4668320" y="1777917"/>
                  </a:lnTo>
                  <a:lnTo>
                    <a:pt x="4668446" y="1777917"/>
                  </a:lnTo>
                  <a:lnTo>
                    <a:pt x="4668572" y="1777917"/>
                  </a:lnTo>
                  <a:lnTo>
                    <a:pt x="4668698" y="1777917"/>
                  </a:lnTo>
                  <a:lnTo>
                    <a:pt x="4668825" y="1777917"/>
                  </a:lnTo>
                  <a:lnTo>
                    <a:pt x="4668951" y="1777917"/>
                  </a:lnTo>
                  <a:lnTo>
                    <a:pt x="4669077" y="1777917"/>
                  </a:lnTo>
                  <a:lnTo>
                    <a:pt x="4669203" y="1777917"/>
                  </a:lnTo>
                  <a:lnTo>
                    <a:pt x="4669330" y="1777917"/>
                  </a:lnTo>
                  <a:lnTo>
                    <a:pt x="4669456" y="1777917"/>
                  </a:lnTo>
                  <a:lnTo>
                    <a:pt x="4669582" y="1777917"/>
                  </a:lnTo>
                  <a:lnTo>
                    <a:pt x="4669708" y="1777917"/>
                  </a:lnTo>
                  <a:lnTo>
                    <a:pt x="4669835" y="1777917"/>
                  </a:lnTo>
                  <a:lnTo>
                    <a:pt x="4669961" y="1777917"/>
                  </a:lnTo>
                  <a:lnTo>
                    <a:pt x="4670087" y="1777917"/>
                  </a:lnTo>
                  <a:lnTo>
                    <a:pt x="4670214" y="1777917"/>
                  </a:lnTo>
                  <a:lnTo>
                    <a:pt x="4670340" y="1777917"/>
                  </a:lnTo>
                  <a:lnTo>
                    <a:pt x="4670466" y="1777917"/>
                  </a:lnTo>
                  <a:lnTo>
                    <a:pt x="4670592" y="1777917"/>
                  </a:lnTo>
                  <a:lnTo>
                    <a:pt x="4670719" y="1777917"/>
                  </a:lnTo>
                  <a:lnTo>
                    <a:pt x="4670845" y="1777917"/>
                  </a:lnTo>
                  <a:lnTo>
                    <a:pt x="4670971" y="1777917"/>
                  </a:lnTo>
                  <a:lnTo>
                    <a:pt x="4671097" y="1777917"/>
                  </a:lnTo>
                  <a:lnTo>
                    <a:pt x="4671224" y="1777917"/>
                  </a:lnTo>
                  <a:lnTo>
                    <a:pt x="4671350" y="1777917"/>
                  </a:lnTo>
                  <a:lnTo>
                    <a:pt x="4671476" y="1777917"/>
                  </a:lnTo>
                  <a:lnTo>
                    <a:pt x="4671602" y="1777917"/>
                  </a:lnTo>
                  <a:lnTo>
                    <a:pt x="4671729" y="1777917"/>
                  </a:lnTo>
                  <a:lnTo>
                    <a:pt x="4671855" y="1777917"/>
                  </a:lnTo>
                  <a:lnTo>
                    <a:pt x="4671981" y="1777917"/>
                  </a:lnTo>
                  <a:lnTo>
                    <a:pt x="4672107" y="1777917"/>
                  </a:lnTo>
                  <a:lnTo>
                    <a:pt x="4672234" y="1777917"/>
                  </a:lnTo>
                  <a:lnTo>
                    <a:pt x="4672360" y="1777917"/>
                  </a:lnTo>
                  <a:lnTo>
                    <a:pt x="4672486" y="1777917"/>
                  </a:lnTo>
                  <a:lnTo>
                    <a:pt x="4672612" y="1777917"/>
                  </a:lnTo>
                  <a:lnTo>
                    <a:pt x="4672739" y="1777917"/>
                  </a:lnTo>
                  <a:lnTo>
                    <a:pt x="4672865" y="1777917"/>
                  </a:lnTo>
                  <a:lnTo>
                    <a:pt x="4672991" y="1777917"/>
                  </a:lnTo>
                  <a:lnTo>
                    <a:pt x="4673117" y="1777917"/>
                  </a:lnTo>
                  <a:lnTo>
                    <a:pt x="4673244" y="1777917"/>
                  </a:lnTo>
                  <a:lnTo>
                    <a:pt x="4673370" y="1777917"/>
                  </a:lnTo>
                  <a:lnTo>
                    <a:pt x="4673496" y="1777917"/>
                  </a:lnTo>
                  <a:lnTo>
                    <a:pt x="4673622" y="1777917"/>
                  </a:lnTo>
                  <a:lnTo>
                    <a:pt x="4673749" y="1777917"/>
                  </a:lnTo>
                  <a:lnTo>
                    <a:pt x="4673875" y="1777917"/>
                  </a:lnTo>
                  <a:lnTo>
                    <a:pt x="4674001" y="1777917"/>
                  </a:lnTo>
                  <a:lnTo>
                    <a:pt x="4674127" y="1777917"/>
                  </a:lnTo>
                  <a:lnTo>
                    <a:pt x="4674254" y="1777917"/>
                  </a:lnTo>
                  <a:lnTo>
                    <a:pt x="4674380" y="1777917"/>
                  </a:lnTo>
                  <a:lnTo>
                    <a:pt x="4674506" y="1777917"/>
                  </a:lnTo>
                  <a:lnTo>
                    <a:pt x="4674632" y="1777917"/>
                  </a:lnTo>
                  <a:lnTo>
                    <a:pt x="4674759" y="1777917"/>
                  </a:lnTo>
                  <a:lnTo>
                    <a:pt x="4674885" y="1777917"/>
                  </a:lnTo>
                  <a:lnTo>
                    <a:pt x="4675011" y="1777917"/>
                  </a:lnTo>
                  <a:lnTo>
                    <a:pt x="4675137" y="1777917"/>
                  </a:lnTo>
                  <a:lnTo>
                    <a:pt x="4675264" y="1777917"/>
                  </a:lnTo>
                  <a:lnTo>
                    <a:pt x="4675390" y="1777917"/>
                  </a:lnTo>
                  <a:lnTo>
                    <a:pt x="4675516" y="1777917"/>
                  </a:lnTo>
                  <a:lnTo>
                    <a:pt x="4675643" y="1777917"/>
                  </a:lnTo>
                  <a:lnTo>
                    <a:pt x="4675769" y="1777917"/>
                  </a:lnTo>
                  <a:lnTo>
                    <a:pt x="4675895" y="1777917"/>
                  </a:lnTo>
                  <a:lnTo>
                    <a:pt x="4676021" y="1777917"/>
                  </a:lnTo>
                  <a:lnTo>
                    <a:pt x="4676148" y="1777917"/>
                  </a:lnTo>
                  <a:lnTo>
                    <a:pt x="4676274" y="1777917"/>
                  </a:lnTo>
                  <a:lnTo>
                    <a:pt x="4676400" y="1777917"/>
                  </a:lnTo>
                  <a:lnTo>
                    <a:pt x="4676526" y="1777917"/>
                  </a:lnTo>
                  <a:lnTo>
                    <a:pt x="4676653" y="1777917"/>
                  </a:lnTo>
                  <a:lnTo>
                    <a:pt x="4676779" y="1777917"/>
                  </a:lnTo>
                  <a:lnTo>
                    <a:pt x="4676905" y="1777917"/>
                  </a:lnTo>
                  <a:lnTo>
                    <a:pt x="4677031" y="1777917"/>
                  </a:lnTo>
                  <a:lnTo>
                    <a:pt x="4677158" y="1777917"/>
                  </a:lnTo>
                  <a:lnTo>
                    <a:pt x="4677284" y="1777917"/>
                  </a:lnTo>
                  <a:lnTo>
                    <a:pt x="4677410" y="1777917"/>
                  </a:lnTo>
                  <a:lnTo>
                    <a:pt x="4677536" y="1777917"/>
                  </a:lnTo>
                  <a:lnTo>
                    <a:pt x="4677663" y="1777917"/>
                  </a:lnTo>
                  <a:lnTo>
                    <a:pt x="4677789" y="1777917"/>
                  </a:lnTo>
                  <a:lnTo>
                    <a:pt x="4677915" y="1777917"/>
                  </a:lnTo>
                  <a:lnTo>
                    <a:pt x="4678041" y="1777917"/>
                  </a:lnTo>
                  <a:lnTo>
                    <a:pt x="4678168" y="1777917"/>
                  </a:lnTo>
                  <a:lnTo>
                    <a:pt x="4678294" y="1777917"/>
                  </a:lnTo>
                  <a:lnTo>
                    <a:pt x="4678420" y="1777917"/>
                  </a:lnTo>
                  <a:lnTo>
                    <a:pt x="4678546" y="1777917"/>
                  </a:lnTo>
                  <a:lnTo>
                    <a:pt x="4678673" y="1777917"/>
                  </a:lnTo>
                  <a:lnTo>
                    <a:pt x="4678799" y="1777917"/>
                  </a:lnTo>
                  <a:lnTo>
                    <a:pt x="4678925" y="1777917"/>
                  </a:lnTo>
                  <a:lnTo>
                    <a:pt x="4678925" y="1773006"/>
                  </a:lnTo>
                  <a:lnTo>
                    <a:pt x="4679051" y="1773006"/>
                  </a:lnTo>
                  <a:lnTo>
                    <a:pt x="4679178" y="1773006"/>
                  </a:lnTo>
                  <a:lnTo>
                    <a:pt x="4679304" y="1773006"/>
                  </a:lnTo>
                  <a:lnTo>
                    <a:pt x="4679430" y="1773006"/>
                  </a:lnTo>
                  <a:lnTo>
                    <a:pt x="4679430" y="1768094"/>
                  </a:lnTo>
                  <a:lnTo>
                    <a:pt x="4679556" y="1768094"/>
                  </a:lnTo>
                  <a:lnTo>
                    <a:pt x="4679683" y="1768094"/>
                  </a:lnTo>
                  <a:lnTo>
                    <a:pt x="4679809" y="1768094"/>
                  </a:lnTo>
                  <a:lnTo>
                    <a:pt x="4679935" y="1768094"/>
                  </a:lnTo>
                  <a:lnTo>
                    <a:pt x="4680061" y="1768094"/>
                  </a:lnTo>
                  <a:lnTo>
                    <a:pt x="4680188" y="1768094"/>
                  </a:lnTo>
                  <a:lnTo>
                    <a:pt x="4680314" y="1768094"/>
                  </a:lnTo>
                  <a:lnTo>
                    <a:pt x="4680440" y="1768094"/>
                  </a:lnTo>
                  <a:lnTo>
                    <a:pt x="4680567" y="1768094"/>
                  </a:lnTo>
                  <a:lnTo>
                    <a:pt x="4680693" y="1768094"/>
                  </a:lnTo>
                  <a:lnTo>
                    <a:pt x="4680819" y="1768094"/>
                  </a:lnTo>
                  <a:lnTo>
                    <a:pt x="4680945" y="1768094"/>
                  </a:lnTo>
                  <a:lnTo>
                    <a:pt x="4681072" y="1768094"/>
                  </a:lnTo>
                  <a:lnTo>
                    <a:pt x="4681198" y="1768094"/>
                  </a:lnTo>
                  <a:lnTo>
                    <a:pt x="4681324" y="1768094"/>
                  </a:lnTo>
                  <a:lnTo>
                    <a:pt x="4681450" y="1768094"/>
                  </a:lnTo>
                  <a:lnTo>
                    <a:pt x="4681577" y="1768094"/>
                  </a:lnTo>
                  <a:lnTo>
                    <a:pt x="4681703" y="1768094"/>
                  </a:lnTo>
                  <a:lnTo>
                    <a:pt x="4681829" y="1768094"/>
                  </a:lnTo>
                  <a:lnTo>
                    <a:pt x="4681955" y="1768094"/>
                  </a:lnTo>
                  <a:lnTo>
                    <a:pt x="4682082" y="1768094"/>
                  </a:lnTo>
                  <a:lnTo>
                    <a:pt x="4682208" y="1768094"/>
                  </a:lnTo>
                  <a:lnTo>
                    <a:pt x="4682334" y="1768094"/>
                  </a:lnTo>
                  <a:lnTo>
                    <a:pt x="4682460" y="1768094"/>
                  </a:lnTo>
                  <a:lnTo>
                    <a:pt x="4682587" y="1768094"/>
                  </a:lnTo>
                  <a:lnTo>
                    <a:pt x="4682713" y="1768094"/>
                  </a:lnTo>
                  <a:lnTo>
                    <a:pt x="4682839" y="1768094"/>
                  </a:lnTo>
                  <a:lnTo>
                    <a:pt x="4682965" y="1768094"/>
                  </a:lnTo>
                  <a:lnTo>
                    <a:pt x="4683092" y="1768094"/>
                  </a:lnTo>
                  <a:lnTo>
                    <a:pt x="4683218" y="1768094"/>
                  </a:lnTo>
                  <a:lnTo>
                    <a:pt x="4683344" y="1768094"/>
                  </a:lnTo>
                  <a:lnTo>
                    <a:pt x="4683470" y="1768094"/>
                  </a:lnTo>
                  <a:lnTo>
                    <a:pt x="4683597" y="1768094"/>
                  </a:lnTo>
                  <a:lnTo>
                    <a:pt x="4683723" y="1768094"/>
                  </a:lnTo>
                  <a:lnTo>
                    <a:pt x="4683849" y="1768094"/>
                  </a:lnTo>
                  <a:lnTo>
                    <a:pt x="4683975" y="1768094"/>
                  </a:lnTo>
                  <a:lnTo>
                    <a:pt x="4684102" y="1768094"/>
                  </a:lnTo>
                  <a:lnTo>
                    <a:pt x="4684228" y="1768094"/>
                  </a:lnTo>
                  <a:lnTo>
                    <a:pt x="4684354" y="1768094"/>
                  </a:lnTo>
                  <a:lnTo>
                    <a:pt x="4684480" y="1768094"/>
                  </a:lnTo>
                  <a:lnTo>
                    <a:pt x="4684607" y="1768094"/>
                  </a:lnTo>
                  <a:lnTo>
                    <a:pt x="4684733" y="1768094"/>
                  </a:lnTo>
                  <a:lnTo>
                    <a:pt x="4684859" y="1768094"/>
                  </a:lnTo>
                  <a:lnTo>
                    <a:pt x="4684985" y="1768094"/>
                  </a:lnTo>
                  <a:lnTo>
                    <a:pt x="4685112" y="1768094"/>
                  </a:lnTo>
                  <a:lnTo>
                    <a:pt x="4685238" y="1768094"/>
                  </a:lnTo>
                  <a:lnTo>
                    <a:pt x="4685364" y="1768094"/>
                  </a:lnTo>
                  <a:lnTo>
                    <a:pt x="4685490" y="1768094"/>
                  </a:lnTo>
                  <a:lnTo>
                    <a:pt x="4685617" y="1768094"/>
                  </a:lnTo>
                  <a:lnTo>
                    <a:pt x="4685743" y="1768094"/>
                  </a:lnTo>
                  <a:lnTo>
                    <a:pt x="4685869" y="1768094"/>
                  </a:lnTo>
                  <a:lnTo>
                    <a:pt x="4685996" y="1768094"/>
                  </a:lnTo>
                  <a:lnTo>
                    <a:pt x="4686122" y="1768094"/>
                  </a:lnTo>
                  <a:lnTo>
                    <a:pt x="4686248" y="1768094"/>
                  </a:lnTo>
                  <a:lnTo>
                    <a:pt x="4686374" y="1768094"/>
                  </a:lnTo>
                  <a:lnTo>
                    <a:pt x="4686501" y="1768094"/>
                  </a:lnTo>
                  <a:lnTo>
                    <a:pt x="4686627" y="1768094"/>
                  </a:lnTo>
                  <a:lnTo>
                    <a:pt x="4686753" y="1768094"/>
                  </a:lnTo>
                  <a:lnTo>
                    <a:pt x="4686879" y="1768094"/>
                  </a:lnTo>
                  <a:lnTo>
                    <a:pt x="4687006" y="1768094"/>
                  </a:lnTo>
                  <a:lnTo>
                    <a:pt x="4687132" y="1768094"/>
                  </a:lnTo>
                  <a:lnTo>
                    <a:pt x="4687258" y="1768094"/>
                  </a:lnTo>
                  <a:lnTo>
                    <a:pt x="4687384" y="1768094"/>
                  </a:lnTo>
                  <a:lnTo>
                    <a:pt x="4687511" y="1768094"/>
                  </a:lnTo>
                  <a:lnTo>
                    <a:pt x="4687637" y="1768094"/>
                  </a:lnTo>
                  <a:lnTo>
                    <a:pt x="4687763" y="1768094"/>
                  </a:lnTo>
                  <a:lnTo>
                    <a:pt x="4687889" y="1768094"/>
                  </a:lnTo>
                  <a:lnTo>
                    <a:pt x="4688016" y="1768094"/>
                  </a:lnTo>
                  <a:lnTo>
                    <a:pt x="4688142" y="1768094"/>
                  </a:lnTo>
                  <a:lnTo>
                    <a:pt x="4688268" y="1768094"/>
                  </a:lnTo>
                  <a:lnTo>
                    <a:pt x="4688394" y="1768094"/>
                  </a:lnTo>
                  <a:lnTo>
                    <a:pt x="4688521" y="1768094"/>
                  </a:lnTo>
                  <a:lnTo>
                    <a:pt x="4688647" y="1768094"/>
                  </a:lnTo>
                  <a:lnTo>
                    <a:pt x="4688773" y="1768094"/>
                  </a:lnTo>
                  <a:lnTo>
                    <a:pt x="4688899" y="1768094"/>
                  </a:lnTo>
                  <a:lnTo>
                    <a:pt x="4689026" y="1768094"/>
                  </a:lnTo>
                  <a:lnTo>
                    <a:pt x="4689152" y="1768094"/>
                  </a:lnTo>
                  <a:lnTo>
                    <a:pt x="4689278" y="1768094"/>
                  </a:lnTo>
                  <a:lnTo>
                    <a:pt x="4689404" y="1768094"/>
                  </a:lnTo>
                  <a:lnTo>
                    <a:pt x="4689531" y="1768094"/>
                  </a:lnTo>
                  <a:lnTo>
                    <a:pt x="4689657" y="1768094"/>
                  </a:lnTo>
                  <a:lnTo>
                    <a:pt x="4689783" y="1768094"/>
                  </a:lnTo>
                  <a:lnTo>
                    <a:pt x="4689909" y="1768094"/>
                  </a:lnTo>
                  <a:lnTo>
                    <a:pt x="4690036" y="1768094"/>
                  </a:lnTo>
                  <a:lnTo>
                    <a:pt x="4690162" y="1768094"/>
                  </a:lnTo>
                  <a:lnTo>
                    <a:pt x="4690288" y="1768094"/>
                  </a:lnTo>
                  <a:lnTo>
                    <a:pt x="4690414" y="1768094"/>
                  </a:lnTo>
                  <a:lnTo>
                    <a:pt x="4690541" y="1768094"/>
                  </a:lnTo>
                  <a:lnTo>
                    <a:pt x="4690667" y="1768094"/>
                  </a:lnTo>
                  <a:lnTo>
                    <a:pt x="4690793" y="1768094"/>
                  </a:lnTo>
                  <a:lnTo>
                    <a:pt x="4690920" y="1768094"/>
                  </a:lnTo>
                  <a:lnTo>
                    <a:pt x="4691046" y="1768094"/>
                  </a:lnTo>
                  <a:lnTo>
                    <a:pt x="4691172" y="1768094"/>
                  </a:lnTo>
                  <a:lnTo>
                    <a:pt x="4691298" y="1768094"/>
                  </a:lnTo>
                  <a:lnTo>
                    <a:pt x="4691298" y="1763183"/>
                  </a:lnTo>
                  <a:lnTo>
                    <a:pt x="4691425" y="1763183"/>
                  </a:lnTo>
                  <a:lnTo>
                    <a:pt x="4691551" y="1763183"/>
                  </a:lnTo>
                  <a:lnTo>
                    <a:pt x="4691677" y="1763183"/>
                  </a:lnTo>
                  <a:lnTo>
                    <a:pt x="4691803" y="1763183"/>
                  </a:lnTo>
                  <a:lnTo>
                    <a:pt x="4691930" y="1763183"/>
                  </a:lnTo>
                  <a:lnTo>
                    <a:pt x="4692056" y="1763183"/>
                  </a:lnTo>
                  <a:lnTo>
                    <a:pt x="4692182" y="1763183"/>
                  </a:lnTo>
                  <a:lnTo>
                    <a:pt x="4692308" y="1763183"/>
                  </a:lnTo>
                  <a:lnTo>
                    <a:pt x="4692435" y="1763183"/>
                  </a:lnTo>
                  <a:lnTo>
                    <a:pt x="4692561" y="1763183"/>
                  </a:lnTo>
                  <a:lnTo>
                    <a:pt x="4692687" y="1763183"/>
                  </a:lnTo>
                  <a:lnTo>
                    <a:pt x="4692813" y="1763183"/>
                  </a:lnTo>
                  <a:lnTo>
                    <a:pt x="4692940" y="1763183"/>
                  </a:lnTo>
                  <a:lnTo>
                    <a:pt x="4693066" y="1763183"/>
                  </a:lnTo>
                  <a:lnTo>
                    <a:pt x="4693192" y="1763183"/>
                  </a:lnTo>
                  <a:lnTo>
                    <a:pt x="4693318" y="1763183"/>
                  </a:lnTo>
                  <a:lnTo>
                    <a:pt x="4693445" y="1763183"/>
                  </a:lnTo>
                  <a:lnTo>
                    <a:pt x="4693571" y="1763183"/>
                  </a:lnTo>
                  <a:lnTo>
                    <a:pt x="4693697" y="1763183"/>
                  </a:lnTo>
                  <a:lnTo>
                    <a:pt x="4693823" y="1763183"/>
                  </a:lnTo>
                  <a:lnTo>
                    <a:pt x="4693950" y="1763183"/>
                  </a:lnTo>
                  <a:lnTo>
                    <a:pt x="4694076" y="1763183"/>
                  </a:lnTo>
                  <a:lnTo>
                    <a:pt x="4694202" y="1763183"/>
                  </a:lnTo>
                  <a:lnTo>
                    <a:pt x="4694328" y="1763183"/>
                  </a:lnTo>
                  <a:lnTo>
                    <a:pt x="4694328" y="1758272"/>
                  </a:lnTo>
                  <a:lnTo>
                    <a:pt x="4694455" y="1758272"/>
                  </a:lnTo>
                  <a:lnTo>
                    <a:pt x="4694581" y="1758272"/>
                  </a:lnTo>
                  <a:lnTo>
                    <a:pt x="4694707" y="1758272"/>
                  </a:lnTo>
                  <a:lnTo>
                    <a:pt x="4694833" y="1758272"/>
                  </a:lnTo>
                  <a:lnTo>
                    <a:pt x="4694960" y="1758272"/>
                  </a:lnTo>
                  <a:lnTo>
                    <a:pt x="4695086" y="1758272"/>
                  </a:lnTo>
                  <a:lnTo>
                    <a:pt x="4695086" y="1753360"/>
                  </a:lnTo>
                  <a:lnTo>
                    <a:pt x="4695212" y="1753360"/>
                  </a:lnTo>
                  <a:lnTo>
                    <a:pt x="4695338" y="1753360"/>
                  </a:lnTo>
                  <a:lnTo>
                    <a:pt x="4695465" y="1753360"/>
                  </a:lnTo>
                  <a:lnTo>
                    <a:pt x="4695591" y="1753360"/>
                  </a:lnTo>
                  <a:lnTo>
                    <a:pt x="4695717" y="1753360"/>
                  </a:lnTo>
                  <a:lnTo>
                    <a:pt x="4695844" y="1753360"/>
                  </a:lnTo>
                  <a:lnTo>
                    <a:pt x="4695970" y="1753360"/>
                  </a:lnTo>
                  <a:lnTo>
                    <a:pt x="4696096" y="1753360"/>
                  </a:lnTo>
                  <a:lnTo>
                    <a:pt x="4696222" y="1753360"/>
                  </a:lnTo>
                  <a:lnTo>
                    <a:pt x="4696349" y="1753360"/>
                  </a:lnTo>
                  <a:lnTo>
                    <a:pt x="4696475" y="1753360"/>
                  </a:lnTo>
                  <a:lnTo>
                    <a:pt x="4696601" y="1753360"/>
                  </a:lnTo>
                  <a:lnTo>
                    <a:pt x="4696727" y="1753360"/>
                  </a:lnTo>
                  <a:lnTo>
                    <a:pt x="4696854" y="1753360"/>
                  </a:lnTo>
                  <a:lnTo>
                    <a:pt x="4696980" y="1753360"/>
                  </a:lnTo>
                  <a:lnTo>
                    <a:pt x="4697106" y="1753360"/>
                  </a:lnTo>
                  <a:lnTo>
                    <a:pt x="4697106" y="1748449"/>
                  </a:lnTo>
                  <a:lnTo>
                    <a:pt x="4697232" y="1748449"/>
                  </a:lnTo>
                  <a:lnTo>
                    <a:pt x="4697359" y="1748449"/>
                  </a:lnTo>
                  <a:lnTo>
                    <a:pt x="4697485" y="1748449"/>
                  </a:lnTo>
                  <a:lnTo>
                    <a:pt x="4697611" y="1748449"/>
                  </a:lnTo>
                  <a:lnTo>
                    <a:pt x="4697737" y="1748449"/>
                  </a:lnTo>
                  <a:lnTo>
                    <a:pt x="4697864" y="1748449"/>
                  </a:lnTo>
                  <a:lnTo>
                    <a:pt x="4697990" y="1748449"/>
                  </a:lnTo>
                  <a:lnTo>
                    <a:pt x="4698116" y="1748449"/>
                  </a:lnTo>
                  <a:lnTo>
                    <a:pt x="4698242" y="1748449"/>
                  </a:lnTo>
                  <a:lnTo>
                    <a:pt x="4698369" y="1748449"/>
                  </a:lnTo>
                  <a:lnTo>
                    <a:pt x="4698495" y="1748449"/>
                  </a:lnTo>
                  <a:lnTo>
                    <a:pt x="4698621" y="1748449"/>
                  </a:lnTo>
                  <a:lnTo>
                    <a:pt x="4698747" y="1748449"/>
                  </a:lnTo>
                  <a:lnTo>
                    <a:pt x="4698874" y="1748449"/>
                  </a:lnTo>
                  <a:lnTo>
                    <a:pt x="4699000" y="1748449"/>
                  </a:lnTo>
                  <a:lnTo>
                    <a:pt x="4699126" y="1748449"/>
                  </a:lnTo>
                  <a:lnTo>
                    <a:pt x="4699252" y="1748449"/>
                  </a:lnTo>
                  <a:lnTo>
                    <a:pt x="4699379" y="1748449"/>
                  </a:lnTo>
                  <a:lnTo>
                    <a:pt x="4699505" y="1748449"/>
                  </a:lnTo>
                  <a:lnTo>
                    <a:pt x="4699631" y="1748449"/>
                  </a:lnTo>
                  <a:lnTo>
                    <a:pt x="4699757" y="1748449"/>
                  </a:lnTo>
                  <a:lnTo>
                    <a:pt x="4699884" y="1748449"/>
                  </a:lnTo>
                  <a:lnTo>
                    <a:pt x="4700010" y="1748449"/>
                  </a:lnTo>
                  <a:lnTo>
                    <a:pt x="4700136" y="1748449"/>
                  </a:lnTo>
                  <a:lnTo>
                    <a:pt x="4700262" y="1748449"/>
                  </a:lnTo>
                  <a:lnTo>
                    <a:pt x="4700389" y="1748449"/>
                  </a:lnTo>
                  <a:lnTo>
                    <a:pt x="4700515" y="1748449"/>
                  </a:lnTo>
                  <a:lnTo>
                    <a:pt x="4700641" y="1748449"/>
                  </a:lnTo>
                  <a:lnTo>
                    <a:pt x="4700767" y="1748449"/>
                  </a:lnTo>
                  <a:lnTo>
                    <a:pt x="4700894" y="1748449"/>
                  </a:lnTo>
                  <a:lnTo>
                    <a:pt x="4701020" y="1748449"/>
                  </a:lnTo>
                  <a:lnTo>
                    <a:pt x="4701146" y="1748449"/>
                  </a:lnTo>
                  <a:lnTo>
                    <a:pt x="4701273" y="1748449"/>
                  </a:lnTo>
                  <a:lnTo>
                    <a:pt x="4701399" y="1748449"/>
                  </a:lnTo>
                  <a:lnTo>
                    <a:pt x="4701525" y="1748449"/>
                  </a:lnTo>
                  <a:lnTo>
                    <a:pt x="4701651" y="1748449"/>
                  </a:lnTo>
                  <a:lnTo>
                    <a:pt x="4701778" y="1748449"/>
                  </a:lnTo>
                  <a:lnTo>
                    <a:pt x="4701904" y="1748449"/>
                  </a:lnTo>
                  <a:lnTo>
                    <a:pt x="4702030" y="1748449"/>
                  </a:lnTo>
                  <a:lnTo>
                    <a:pt x="4702156" y="1748449"/>
                  </a:lnTo>
                  <a:lnTo>
                    <a:pt x="4702283" y="1748449"/>
                  </a:lnTo>
                  <a:lnTo>
                    <a:pt x="4702409" y="1748449"/>
                  </a:lnTo>
                  <a:lnTo>
                    <a:pt x="4702535" y="1748449"/>
                  </a:lnTo>
                  <a:lnTo>
                    <a:pt x="4702661" y="1748449"/>
                  </a:lnTo>
                  <a:lnTo>
                    <a:pt x="4702788" y="1748449"/>
                  </a:lnTo>
                  <a:lnTo>
                    <a:pt x="4702914" y="1748449"/>
                  </a:lnTo>
                  <a:lnTo>
                    <a:pt x="4703040" y="1748449"/>
                  </a:lnTo>
                  <a:lnTo>
                    <a:pt x="4703166" y="1748449"/>
                  </a:lnTo>
                  <a:lnTo>
                    <a:pt x="4703293" y="1748449"/>
                  </a:lnTo>
                  <a:lnTo>
                    <a:pt x="4703419" y="1748449"/>
                  </a:lnTo>
                  <a:lnTo>
                    <a:pt x="4703419" y="1743538"/>
                  </a:lnTo>
                  <a:lnTo>
                    <a:pt x="4703545" y="1743538"/>
                  </a:lnTo>
                  <a:lnTo>
                    <a:pt x="4703671" y="1743538"/>
                  </a:lnTo>
                  <a:lnTo>
                    <a:pt x="4703798" y="1743538"/>
                  </a:lnTo>
                  <a:lnTo>
                    <a:pt x="4703924" y="1743538"/>
                  </a:lnTo>
                  <a:lnTo>
                    <a:pt x="4704050" y="1743538"/>
                  </a:lnTo>
                  <a:lnTo>
                    <a:pt x="4704176" y="1743538"/>
                  </a:lnTo>
                  <a:lnTo>
                    <a:pt x="4704303" y="1743538"/>
                  </a:lnTo>
                  <a:lnTo>
                    <a:pt x="4704429" y="1743538"/>
                  </a:lnTo>
                  <a:lnTo>
                    <a:pt x="4704555" y="1743538"/>
                  </a:lnTo>
                  <a:lnTo>
                    <a:pt x="4704681" y="1743538"/>
                  </a:lnTo>
                  <a:lnTo>
                    <a:pt x="4704808" y="1743538"/>
                  </a:lnTo>
                  <a:lnTo>
                    <a:pt x="4704934" y="1743538"/>
                  </a:lnTo>
                  <a:lnTo>
                    <a:pt x="4705060" y="1743538"/>
                  </a:lnTo>
                  <a:lnTo>
                    <a:pt x="4705186" y="1743538"/>
                  </a:lnTo>
                  <a:lnTo>
                    <a:pt x="4705313" y="1743538"/>
                  </a:lnTo>
                  <a:lnTo>
                    <a:pt x="4705439" y="1743538"/>
                  </a:lnTo>
                  <a:lnTo>
                    <a:pt x="4705565" y="1743538"/>
                  </a:lnTo>
                  <a:lnTo>
                    <a:pt x="4705691" y="1743538"/>
                  </a:lnTo>
                  <a:lnTo>
                    <a:pt x="4705818" y="1743538"/>
                  </a:lnTo>
                  <a:lnTo>
                    <a:pt x="4705944" y="1743538"/>
                  </a:lnTo>
                  <a:lnTo>
                    <a:pt x="4706070" y="1743538"/>
                  </a:lnTo>
                  <a:lnTo>
                    <a:pt x="4706197" y="1743538"/>
                  </a:lnTo>
                  <a:lnTo>
                    <a:pt x="4706323" y="1743538"/>
                  </a:lnTo>
                  <a:lnTo>
                    <a:pt x="4706449" y="1743538"/>
                  </a:lnTo>
                  <a:lnTo>
                    <a:pt x="4706575" y="1743538"/>
                  </a:lnTo>
                  <a:lnTo>
                    <a:pt x="4706702" y="1743538"/>
                  </a:lnTo>
                  <a:lnTo>
                    <a:pt x="4706828" y="1743538"/>
                  </a:lnTo>
                  <a:lnTo>
                    <a:pt x="4706954" y="1743538"/>
                  </a:lnTo>
                  <a:lnTo>
                    <a:pt x="4707080" y="1743538"/>
                  </a:lnTo>
                  <a:lnTo>
                    <a:pt x="4707207" y="1743538"/>
                  </a:lnTo>
                  <a:lnTo>
                    <a:pt x="4707333" y="1743538"/>
                  </a:lnTo>
                  <a:lnTo>
                    <a:pt x="4707459" y="1743538"/>
                  </a:lnTo>
                  <a:lnTo>
                    <a:pt x="4707585" y="1743538"/>
                  </a:lnTo>
                  <a:lnTo>
                    <a:pt x="4707712" y="1743538"/>
                  </a:lnTo>
                  <a:lnTo>
                    <a:pt x="4707838" y="1743538"/>
                  </a:lnTo>
                  <a:lnTo>
                    <a:pt x="4707964" y="1743538"/>
                  </a:lnTo>
                  <a:lnTo>
                    <a:pt x="4707964" y="1738626"/>
                  </a:lnTo>
                  <a:lnTo>
                    <a:pt x="4708090" y="1738626"/>
                  </a:lnTo>
                  <a:lnTo>
                    <a:pt x="4708217" y="1738626"/>
                  </a:lnTo>
                  <a:lnTo>
                    <a:pt x="4708343" y="1738626"/>
                  </a:lnTo>
                  <a:lnTo>
                    <a:pt x="4708469" y="1738626"/>
                  </a:lnTo>
                  <a:lnTo>
                    <a:pt x="4708595" y="1738626"/>
                  </a:lnTo>
                  <a:lnTo>
                    <a:pt x="4708722" y="1738626"/>
                  </a:lnTo>
                  <a:lnTo>
                    <a:pt x="4708848" y="1738626"/>
                  </a:lnTo>
                  <a:lnTo>
                    <a:pt x="4708974" y="1738626"/>
                  </a:lnTo>
                  <a:lnTo>
                    <a:pt x="4709100" y="1738626"/>
                  </a:lnTo>
                  <a:lnTo>
                    <a:pt x="4709227" y="1738626"/>
                  </a:lnTo>
                  <a:lnTo>
                    <a:pt x="4709353" y="1738626"/>
                  </a:lnTo>
                  <a:lnTo>
                    <a:pt x="4709479" y="1738626"/>
                  </a:lnTo>
                  <a:lnTo>
                    <a:pt x="4709605" y="1738626"/>
                  </a:lnTo>
                  <a:lnTo>
                    <a:pt x="4709732" y="1738626"/>
                  </a:lnTo>
                  <a:lnTo>
                    <a:pt x="4709858" y="1738626"/>
                  </a:lnTo>
                  <a:lnTo>
                    <a:pt x="4709984" y="1738626"/>
                  </a:lnTo>
                  <a:lnTo>
                    <a:pt x="4710110" y="1738626"/>
                  </a:lnTo>
                  <a:lnTo>
                    <a:pt x="4710237" y="1738626"/>
                  </a:lnTo>
                  <a:lnTo>
                    <a:pt x="4710363" y="1738626"/>
                  </a:lnTo>
                  <a:lnTo>
                    <a:pt x="4710489" y="1738626"/>
                  </a:lnTo>
                  <a:lnTo>
                    <a:pt x="4710615" y="1738626"/>
                  </a:lnTo>
                  <a:lnTo>
                    <a:pt x="4710742" y="1738626"/>
                  </a:lnTo>
                  <a:lnTo>
                    <a:pt x="4710868" y="1738626"/>
                  </a:lnTo>
                  <a:lnTo>
                    <a:pt x="4710994" y="1738626"/>
                  </a:lnTo>
                  <a:lnTo>
                    <a:pt x="4711120" y="1738626"/>
                  </a:lnTo>
                  <a:lnTo>
                    <a:pt x="4711247" y="1738626"/>
                  </a:lnTo>
                  <a:lnTo>
                    <a:pt x="4711373" y="1738626"/>
                  </a:lnTo>
                  <a:lnTo>
                    <a:pt x="4711499" y="1738626"/>
                  </a:lnTo>
                  <a:lnTo>
                    <a:pt x="4711626" y="1738626"/>
                  </a:lnTo>
                  <a:lnTo>
                    <a:pt x="4711752" y="1738626"/>
                  </a:lnTo>
                  <a:lnTo>
                    <a:pt x="4711878" y="1738626"/>
                  </a:lnTo>
                  <a:lnTo>
                    <a:pt x="4712004" y="1738626"/>
                  </a:lnTo>
                  <a:lnTo>
                    <a:pt x="4712131" y="1738626"/>
                  </a:lnTo>
                  <a:lnTo>
                    <a:pt x="4712257" y="1738626"/>
                  </a:lnTo>
                  <a:lnTo>
                    <a:pt x="4712383" y="1738626"/>
                  </a:lnTo>
                  <a:lnTo>
                    <a:pt x="4712509" y="1738626"/>
                  </a:lnTo>
                  <a:lnTo>
                    <a:pt x="4712636" y="1738626"/>
                  </a:lnTo>
                  <a:lnTo>
                    <a:pt x="4712762" y="1738626"/>
                  </a:lnTo>
                  <a:lnTo>
                    <a:pt x="4712888" y="1738626"/>
                  </a:lnTo>
                  <a:lnTo>
                    <a:pt x="4713014" y="1738626"/>
                  </a:lnTo>
                  <a:lnTo>
                    <a:pt x="4713141" y="1738626"/>
                  </a:lnTo>
                  <a:lnTo>
                    <a:pt x="4713267" y="1738626"/>
                  </a:lnTo>
                  <a:lnTo>
                    <a:pt x="4713393" y="1738626"/>
                  </a:lnTo>
                  <a:lnTo>
                    <a:pt x="4713519" y="1738626"/>
                  </a:lnTo>
                  <a:lnTo>
                    <a:pt x="4713646" y="1738626"/>
                  </a:lnTo>
                  <a:lnTo>
                    <a:pt x="4713772" y="1738626"/>
                  </a:lnTo>
                  <a:lnTo>
                    <a:pt x="4713898" y="1738626"/>
                  </a:lnTo>
                  <a:lnTo>
                    <a:pt x="4714024" y="1738626"/>
                  </a:lnTo>
                  <a:lnTo>
                    <a:pt x="4714151" y="1738626"/>
                  </a:lnTo>
                  <a:lnTo>
                    <a:pt x="4714277" y="1738626"/>
                  </a:lnTo>
                  <a:lnTo>
                    <a:pt x="4714403" y="1738626"/>
                  </a:lnTo>
                  <a:lnTo>
                    <a:pt x="4714529" y="1738626"/>
                  </a:lnTo>
                  <a:lnTo>
                    <a:pt x="4714656" y="1738626"/>
                  </a:lnTo>
                  <a:lnTo>
                    <a:pt x="4714782" y="1738626"/>
                  </a:lnTo>
                  <a:lnTo>
                    <a:pt x="4714908" y="1738626"/>
                  </a:lnTo>
                  <a:lnTo>
                    <a:pt x="4715034" y="1738626"/>
                  </a:lnTo>
                  <a:lnTo>
                    <a:pt x="4715161" y="1738626"/>
                  </a:lnTo>
                  <a:lnTo>
                    <a:pt x="4715287" y="1738626"/>
                  </a:lnTo>
                  <a:lnTo>
                    <a:pt x="4715413" y="1738626"/>
                  </a:lnTo>
                  <a:lnTo>
                    <a:pt x="4715539" y="1738626"/>
                  </a:lnTo>
                  <a:lnTo>
                    <a:pt x="4715666" y="1738626"/>
                  </a:lnTo>
                  <a:lnTo>
                    <a:pt x="4715792" y="1738626"/>
                  </a:lnTo>
                  <a:lnTo>
                    <a:pt x="4715918" y="1738626"/>
                  </a:lnTo>
                  <a:lnTo>
                    <a:pt x="4716044" y="1738626"/>
                  </a:lnTo>
                  <a:lnTo>
                    <a:pt x="4716171" y="1738626"/>
                  </a:lnTo>
                  <a:lnTo>
                    <a:pt x="4716297" y="1738626"/>
                  </a:lnTo>
                  <a:lnTo>
                    <a:pt x="4716297" y="1733715"/>
                  </a:lnTo>
                  <a:lnTo>
                    <a:pt x="4716423" y="1733715"/>
                  </a:lnTo>
                  <a:lnTo>
                    <a:pt x="4716550" y="1733715"/>
                  </a:lnTo>
                  <a:lnTo>
                    <a:pt x="4716676" y="1733715"/>
                  </a:lnTo>
                  <a:lnTo>
                    <a:pt x="4716802" y="1733715"/>
                  </a:lnTo>
                  <a:lnTo>
                    <a:pt x="4716928" y="1733715"/>
                  </a:lnTo>
                  <a:lnTo>
                    <a:pt x="4717055" y="1733715"/>
                  </a:lnTo>
                  <a:lnTo>
                    <a:pt x="4717181" y="1733715"/>
                  </a:lnTo>
                  <a:lnTo>
                    <a:pt x="4717307" y="1733715"/>
                  </a:lnTo>
                  <a:lnTo>
                    <a:pt x="4717433" y="1733715"/>
                  </a:lnTo>
                  <a:lnTo>
                    <a:pt x="4717560" y="1733715"/>
                  </a:lnTo>
                  <a:lnTo>
                    <a:pt x="4717686" y="1733715"/>
                  </a:lnTo>
                  <a:lnTo>
                    <a:pt x="4717812" y="1733715"/>
                  </a:lnTo>
                  <a:lnTo>
                    <a:pt x="4717938" y="1733715"/>
                  </a:lnTo>
                  <a:lnTo>
                    <a:pt x="4718065" y="1733715"/>
                  </a:lnTo>
                  <a:lnTo>
                    <a:pt x="4718191" y="1733715"/>
                  </a:lnTo>
                  <a:lnTo>
                    <a:pt x="4718317" y="1733715"/>
                  </a:lnTo>
                  <a:lnTo>
                    <a:pt x="4718443" y="1733715"/>
                  </a:lnTo>
                  <a:lnTo>
                    <a:pt x="4718570" y="1733715"/>
                  </a:lnTo>
                  <a:lnTo>
                    <a:pt x="4718696" y="1733715"/>
                  </a:lnTo>
                  <a:lnTo>
                    <a:pt x="4718822" y="1733715"/>
                  </a:lnTo>
                  <a:lnTo>
                    <a:pt x="4718948" y="1733715"/>
                  </a:lnTo>
                  <a:lnTo>
                    <a:pt x="4719075" y="1733715"/>
                  </a:lnTo>
                  <a:lnTo>
                    <a:pt x="4719201" y="1733715"/>
                  </a:lnTo>
                  <a:lnTo>
                    <a:pt x="4719327" y="1733715"/>
                  </a:lnTo>
                  <a:lnTo>
                    <a:pt x="4719453" y="1733715"/>
                  </a:lnTo>
                  <a:lnTo>
                    <a:pt x="4719580" y="1733715"/>
                  </a:lnTo>
                  <a:lnTo>
                    <a:pt x="4719706" y="1733715"/>
                  </a:lnTo>
                  <a:lnTo>
                    <a:pt x="4719832" y="1733715"/>
                  </a:lnTo>
                  <a:lnTo>
                    <a:pt x="4719958" y="1733715"/>
                  </a:lnTo>
                  <a:lnTo>
                    <a:pt x="4720085" y="1733715"/>
                  </a:lnTo>
                  <a:lnTo>
                    <a:pt x="4720211" y="1733715"/>
                  </a:lnTo>
                  <a:lnTo>
                    <a:pt x="4720337" y="1733715"/>
                  </a:lnTo>
                  <a:lnTo>
                    <a:pt x="4720463" y="1733715"/>
                  </a:lnTo>
                  <a:lnTo>
                    <a:pt x="4720590" y="1733715"/>
                  </a:lnTo>
                  <a:lnTo>
                    <a:pt x="4720716" y="1733715"/>
                  </a:lnTo>
                  <a:lnTo>
                    <a:pt x="4720842" y="1733715"/>
                  </a:lnTo>
                  <a:lnTo>
                    <a:pt x="4720968" y="1733715"/>
                  </a:lnTo>
                  <a:lnTo>
                    <a:pt x="4721095" y="1733715"/>
                  </a:lnTo>
                  <a:lnTo>
                    <a:pt x="4721221" y="1733715"/>
                  </a:lnTo>
                  <a:lnTo>
                    <a:pt x="4721347" y="1733715"/>
                  </a:lnTo>
                  <a:lnTo>
                    <a:pt x="4721473" y="1733715"/>
                  </a:lnTo>
                  <a:lnTo>
                    <a:pt x="4721600" y="1733715"/>
                  </a:lnTo>
                  <a:lnTo>
                    <a:pt x="4721726" y="1733715"/>
                  </a:lnTo>
                  <a:lnTo>
                    <a:pt x="4721852" y="1733715"/>
                  </a:lnTo>
                  <a:lnTo>
                    <a:pt x="4721979" y="1733715"/>
                  </a:lnTo>
                  <a:lnTo>
                    <a:pt x="4722105" y="1733715"/>
                  </a:lnTo>
                  <a:lnTo>
                    <a:pt x="4722231" y="1733715"/>
                  </a:lnTo>
                  <a:lnTo>
                    <a:pt x="4722357" y="1733715"/>
                  </a:lnTo>
                  <a:lnTo>
                    <a:pt x="4722484" y="1733715"/>
                  </a:lnTo>
                  <a:lnTo>
                    <a:pt x="4722610" y="1733715"/>
                  </a:lnTo>
                  <a:lnTo>
                    <a:pt x="4722736" y="1733715"/>
                  </a:lnTo>
                  <a:lnTo>
                    <a:pt x="4722862" y="1733715"/>
                  </a:lnTo>
                  <a:lnTo>
                    <a:pt x="4722989" y="1733715"/>
                  </a:lnTo>
                  <a:lnTo>
                    <a:pt x="4723115" y="1733715"/>
                  </a:lnTo>
                  <a:lnTo>
                    <a:pt x="4723241" y="1733715"/>
                  </a:lnTo>
                  <a:lnTo>
                    <a:pt x="4723367" y="1733715"/>
                  </a:lnTo>
                  <a:lnTo>
                    <a:pt x="4723494" y="1733715"/>
                  </a:lnTo>
                  <a:lnTo>
                    <a:pt x="4723620" y="1733715"/>
                  </a:lnTo>
                  <a:lnTo>
                    <a:pt x="4723746" y="1733715"/>
                  </a:lnTo>
                  <a:lnTo>
                    <a:pt x="4723872" y="1733715"/>
                  </a:lnTo>
                  <a:lnTo>
                    <a:pt x="4723999" y="1733715"/>
                  </a:lnTo>
                  <a:lnTo>
                    <a:pt x="4724125" y="1733715"/>
                  </a:lnTo>
                  <a:lnTo>
                    <a:pt x="4724251" y="1733715"/>
                  </a:lnTo>
                  <a:lnTo>
                    <a:pt x="4724377" y="1733715"/>
                  </a:lnTo>
                  <a:lnTo>
                    <a:pt x="4724504" y="1733715"/>
                  </a:lnTo>
                  <a:lnTo>
                    <a:pt x="4724630" y="1733715"/>
                  </a:lnTo>
                  <a:lnTo>
                    <a:pt x="4724630" y="1728803"/>
                  </a:lnTo>
                  <a:lnTo>
                    <a:pt x="4724756" y="1728803"/>
                  </a:lnTo>
                  <a:lnTo>
                    <a:pt x="4724882" y="1728803"/>
                  </a:lnTo>
                  <a:lnTo>
                    <a:pt x="4725009" y="1728803"/>
                  </a:lnTo>
                  <a:lnTo>
                    <a:pt x="4725135" y="1728803"/>
                  </a:lnTo>
                  <a:lnTo>
                    <a:pt x="4725261" y="1728803"/>
                  </a:lnTo>
                  <a:lnTo>
                    <a:pt x="4725387" y="1728803"/>
                  </a:lnTo>
                  <a:lnTo>
                    <a:pt x="4725514" y="1728803"/>
                  </a:lnTo>
                  <a:lnTo>
                    <a:pt x="4725640" y="1728803"/>
                  </a:lnTo>
                  <a:lnTo>
                    <a:pt x="4725766" y="1728803"/>
                  </a:lnTo>
                  <a:lnTo>
                    <a:pt x="4725892" y="1728803"/>
                  </a:lnTo>
                  <a:lnTo>
                    <a:pt x="4725892" y="1723892"/>
                  </a:lnTo>
                  <a:lnTo>
                    <a:pt x="4726019" y="1723892"/>
                  </a:lnTo>
                  <a:lnTo>
                    <a:pt x="4726145" y="1723892"/>
                  </a:lnTo>
                  <a:lnTo>
                    <a:pt x="4726271" y="1723892"/>
                  </a:lnTo>
                  <a:lnTo>
                    <a:pt x="4726397" y="1723892"/>
                  </a:lnTo>
                  <a:lnTo>
                    <a:pt x="4726524" y="1723892"/>
                  </a:lnTo>
                  <a:lnTo>
                    <a:pt x="4726650" y="1723892"/>
                  </a:lnTo>
                  <a:lnTo>
                    <a:pt x="4726776" y="1723892"/>
                  </a:lnTo>
                  <a:lnTo>
                    <a:pt x="4726903" y="1723892"/>
                  </a:lnTo>
                  <a:lnTo>
                    <a:pt x="4727029" y="1723892"/>
                  </a:lnTo>
                  <a:lnTo>
                    <a:pt x="4727155" y="1723892"/>
                  </a:lnTo>
                  <a:lnTo>
                    <a:pt x="4727281" y="1723892"/>
                  </a:lnTo>
                  <a:lnTo>
                    <a:pt x="4727408" y="1723892"/>
                  </a:lnTo>
                  <a:lnTo>
                    <a:pt x="4727534" y="1723892"/>
                  </a:lnTo>
                  <a:lnTo>
                    <a:pt x="4727660" y="1723892"/>
                  </a:lnTo>
                  <a:lnTo>
                    <a:pt x="4727786" y="1723892"/>
                  </a:lnTo>
                  <a:lnTo>
                    <a:pt x="4727913" y="1723892"/>
                  </a:lnTo>
                  <a:lnTo>
                    <a:pt x="4728039" y="1723892"/>
                  </a:lnTo>
                  <a:lnTo>
                    <a:pt x="4728165" y="1723892"/>
                  </a:lnTo>
                  <a:lnTo>
                    <a:pt x="4728165" y="1718981"/>
                  </a:lnTo>
                  <a:lnTo>
                    <a:pt x="4728291" y="1718981"/>
                  </a:lnTo>
                  <a:lnTo>
                    <a:pt x="4728418" y="1718981"/>
                  </a:lnTo>
                  <a:lnTo>
                    <a:pt x="4728544" y="1718981"/>
                  </a:lnTo>
                  <a:lnTo>
                    <a:pt x="4728670" y="1718981"/>
                  </a:lnTo>
                  <a:lnTo>
                    <a:pt x="4728796" y="1718981"/>
                  </a:lnTo>
                  <a:lnTo>
                    <a:pt x="4728923" y="1718981"/>
                  </a:lnTo>
                  <a:lnTo>
                    <a:pt x="4729049" y="1718981"/>
                  </a:lnTo>
                  <a:lnTo>
                    <a:pt x="4729175" y="1718981"/>
                  </a:lnTo>
                  <a:lnTo>
                    <a:pt x="4729301" y="1718981"/>
                  </a:lnTo>
                  <a:lnTo>
                    <a:pt x="4729428" y="1718981"/>
                  </a:lnTo>
                  <a:lnTo>
                    <a:pt x="4729554" y="1718981"/>
                  </a:lnTo>
                  <a:lnTo>
                    <a:pt x="4729680" y="1718981"/>
                  </a:lnTo>
                  <a:lnTo>
                    <a:pt x="4729806" y="1718981"/>
                  </a:lnTo>
                  <a:lnTo>
                    <a:pt x="4729933" y="1718981"/>
                  </a:lnTo>
                  <a:lnTo>
                    <a:pt x="4730059" y="1718981"/>
                  </a:lnTo>
                  <a:lnTo>
                    <a:pt x="4730185" y="1718981"/>
                  </a:lnTo>
                  <a:lnTo>
                    <a:pt x="4730311" y="1718981"/>
                  </a:lnTo>
                  <a:lnTo>
                    <a:pt x="4730438" y="1718981"/>
                  </a:lnTo>
                  <a:lnTo>
                    <a:pt x="4730564" y="1718981"/>
                  </a:lnTo>
                  <a:lnTo>
                    <a:pt x="4730690" y="1718981"/>
                  </a:lnTo>
                  <a:lnTo>
                    <a:pt x="4730816" y="1718981"/>
                  </a:lnTo>
                  <a:lnTo>
                    <a:pt x="4730943" y="1718981"/>
                  </a:lnTo>
                  <a:lnTo>
                    <a:pt x="4731069" y="1718981"/>
                  </a:lnTo>
                  <a:lnTo>
                    <a:pt x="4731195" y="1718981"/>
                  </a:lnTo>
                  <a:lnTo>
                    <a:pt x="4731321" y="1718981"/>
                  </a:lnTo>
                  <a:lnTo>
                    <a:pt x="4731448" y="1718981"/>
                  </a:lnTo>
                  <a:lnTo>
                    <a:pt x="4731574" y="1718981"/>
                  </a:lnTo>
                  <a:lnTo>
                    <a:pt x="4731700" y="1718981"/>
                  </a:lnTo>
                  <a:lnTo>
                    <a:pt x="4731826" y="1718981"/>
                  </a:lnTo>
                  <a:lnTo>
                    <a:pt x="4731953" y="1718981"/>
                  </a:lnTo>
                  <a:lnTo>
                    <a:pt x="4732079" y="1718981"/>
                  </a:lnTo>
                  <a:lnTo>
                    <a:pt x="4732205" y="1718981"/>
                  </a:lnTo>
                  <a:lnTo>
                    <a:pt x="4732332" y="1718981"/>
                  </a:lnTo>
                  <a:lnTo>
                    <a:pt x="4732458" y="1718981"/>
                  </a:lnTo>
                  <a:lnTo>
                    <a:pt x="4732584" y="1718981"/>
                  </a:lnTo>
                  <a:lnTo>
                    <a:pt x="4732710" y="1718981"/>
                  </a:lnTo>
                  <a:lnTo>
                    <a:pt x="4732837" y="1718981"/>
                  </a:lnTo>
                  <a:lnTo>
                    <a:pt x="4732963" y="1718981"/>
                  </a:lnTo>
                  <a:lnTo>
                    <a:pt x="4733089" y="1718981"/>
                  </a:lnTo>
                  <a:lnTo>
                    <a:pt x="4733215" y="1718981"/>
                  </a:lnTo>
                  <a:lnTo>
                    <a:pt x="4733342" y="1718981"/>
                  </a:lnTo>
                  <a:lnTo>
                    <a:pt x="4733468" y="1718981"/>
                  </a:lnTo>
                  <a:lnTo>
                    <a:pt x="4733594" y="1718981"/>
                  </a:lnTo>
                  <a:lnTo>
                    <a:pt x="4733720" y="1718981"/>
                  </a:lnTo>
                  <a:lnTo>
                    <a:pt x="4733847" y="1718981"/>
                  </a:lnTo>
                  <a:lnTo>
                    <a:pt x="4733973" y="1718981"/>
                  </a:lnTo>
                  <a:lnTo>
                    <a:pt x="4734099" y="1718981"/>
                  </a:lnTo>
                  <a:lnTo>
                    <a:pt x="4734225" y="1718981"/>
                  </a:lnTo>
                  <a:lnTo>
                    <a:pt x="4734352" y="1718981"/>
                  </a:lnTo>
                  <a:lnTo>
                    <a:pt x="4734478" y="1718981"/>
                  </a:lnTo>
                  <a:lnTo>
                    <a:pt x="4734604" y="1718981"/>
                  </a:lnTo>
                  <a:lnTo>
                    <a:pt x="4734730" y="1718981"/>
                  </a:lnTo>
                  <a:lnTo>
                    <a:pt x="4734857" y="1718981"/>
                  </a:lnTo>
                  <a:lnTo>
                    <a:pt x="4734983" y="1718981"/>
                  </a:lnTo>
                  <a:lnTo>
                    <a:pt x="4735109" y="1718981"/>
                  </a:lnTo>
                  <a:lnTo>
                    <a:pt x="4735235" y="1718981"/>
                  </a:lnTo>
                  <a:lnTo>
                    <a:pt x="4735362" y="1718981"/>
                  </a:lnTo>
                  <a:lnTo>
                    <a:pt x="4735488" y="1718981"/>
                  </a:lnTo>
                  <a:lnTo>
                    <a:pt x="4735614" y="1718981"/>
                  </a:lnTo>
                  <a:lnTo>
                    <a:pt x="4735740" y="1718981"/>
                  </a:lnTo>
                  <a:lnTo>
                    <a:pt x="4735867" y="1718981"/>
                  </a:lnTo>
                  <a:lnTo>
                    <a:pt x="4735867" y="1714069"/>
                  </a:lnTo>
                  <a:lnTo>
                    <a:pt x="4735993" y="1714069"/>
                  </a:lnTo>
                  <a:lnTo>
                    <a:pt x="4736119" y="1714069"/>
                  </a:lnTo>
                  <a:lnTo>
                    <a:pt x="4736245" y="1714069"/>
                  </a:lnTo>
                  <a:lnTo>
                    <a:pt x="4736372" y="1714069"/>
                  </a:lnTo>
                  <a:lnTo>
                    <a:pt x="4736498" y="1714069"/>
                  </a:lnTo>
                  <a:lnTo>
                    <a:pt x="4736624" y="1714069"/>
                  </a:lnTo>
                  <a:lnTo>
                    <a:pt x="4736750" y="1714069"/>
                  </a:lnTo>
                  <a:lnTo>
                    <a:pt x="4736877" y="1714069"/>
                  </a:lnTo>
                  <a:lnTo>
                    <a:pt x="4737003" y="1714069"/>
                  </a:lnTo>
                  <a:lnTo>
                    <a:pt x="4737129" y="1714069"/>
                  </a:lnTo>
                  <a:lnTo>
                    <a:pt x="4737256" y="1714069"/>
                  </a:lnTo>
                  <a:lnTo>
                    <a:pt x="4737382" y="1714069"/>
                  </a:lnTo>
                  <a:lnTo>
                    <a:pt x="4737508" y="1714069"/>
                  </a:lnTo>
                  <a:lnTo>
                    <a:pt x="4737634" y="1714069"/>
                  </a:lnTo>
                  <a:lnTo>
                    <a:pt x="4737761" y="1714069"/>
                  </a:lnTo>
                  <a:lnTo>
                    <a:pt x="4737887" y="1714069"/>
                  </a:lnTo>
                  <a:lnTo>
                    <a:pt x="4738013" y="1714069"/>
                  </a:lnTo>
                  <a:lnTo>
                    <a:pt x="4738139" y="1714069"/>
                  </a:lnTo>
                  <a:lnTo>
                    <a:pt x="4738266" y="1714069"/>
                  </a:lnTo>
                  <a:lnTo>
                    <a:pt x="4738392" y="1714069"/>
                  </a:lnTo>
                  <a:lnTo>
                    <a:pt x="4738518" y="1714069"/>
                  </a:lnTo>
                  <a:lnTo>
                    <a:pt x="4738644" y="1714069"/>
                  </a:lnTo>
                  <a:lnTo>
                    <a:pt x="4738771" y="1714069"/>
                  </a:lnTo>
                  <a:lnTo>
                    <a:pt x="4738897" y="1714069"/>
                  </a:lnTo>
                  <a:lnTo>
                    <a:pt x="4739023" y="1714069"/>
                  </a:lnTo>
                  <a:lnTo>
                    <a:pt x="4739149" y="1714069"/>
                  </a:lnTo>
                  <a:lnTo>
                    <a:pt x="4739276" y="1714069"/>
                  </a:lnTo>
                  <a:lnTo>
                    <a:pt x="4739402" y="1714069"/>
                  </a:lnTo>
                  <a:lnTo>
                    <a:pt x="4739528" y="1714069"/>
                  </a:lnTo>
                  <a:lnTo>
                    <a:pt x="4739654" y="1714069"/>
                  </a:lnTo>
                  <a:lnTo>
                    <a:pt x="4739781" y="1714069"/>
                  </a:lnTo>
                  <a:lnTo>
                    <a:pt x="4739907" y="1714069"/>
                  </a:lnTo>
                  <a:lnTo>
                    <a:pt x="4740033" y="1714069"/>
                  </a:lnTo>
                  <a:lnTo>
                    <a:pt x="4740159" y="1714069"/>
                  </a:lnTo>
                  <a:lnTo>
                    <a:pt x="4740286" y="1714069"/>
                  </a:lnTo>
                  <a:lnTo>
                    <a:pt x="4740412" y="1714069"/>
                  </a:lnTo>
                  <a:lnTo>
                    <a:pt x="4740538" y="1714069"/>
                  </a:lnTo>
                  <a:lnTo>
                    <a:pt x="4740664" y="1714069"/>
                  </a:lnTo>
                  <a:lnTo>
                    <a:pt x="4740791" y="1714069"/>
                  </a:lnTo>
                  <a:lnTo>
                    <a:pt x="4740917" y="1714069"/>
                  </a:lnTo>
                  <a:lnTo>
                    <a:pt x="4741043" y="1714069"/>
                  </a:lnTo>
                  <a:lnTo>
                    <a:pt x="4741169" y="1714069"/>
                  </a:lnTo>
                  <a:lnTo>
                    <a:pt x="4741296" y="1714069"/>
                  </a:lnTo>
                  <a:lnTo>
                    <a:pt x="4741422" y="1714069"/>
                  </a:lnTo>
                  <a:lnTo>
                    <a:pt x="4741548" y="1714069"/>
                  </a:lnTo>
                  <a:lnTo>
                    <a:pt x="4741674" y="1714069"/>
                  </a:lnTo>
                  <a:lnTo>
                    <a:pt x="4741801" y="1714069"/>
                  </a:lnTo>
                  <a:lnTo>
                    <a:pt x="4741927" y="1714069"/>
                  </a:lnTo>
                  <a:lnTo>
                    <a:pt x="4742053" y="1714069"/>
                  </a:lnTo>
                  <a:lnTo>
                    <a:pt x="4742179" y="1714069"/>
                  </a:lnTo>
                  <a:lnTo>
                    <a:pt x="4742306" y="1714069"/>
                  </a:lnTo>
                  <a:lnTo>
                    <a:pt x="4742432" y="1714069"/>
                  </a:lnTo>
                  <a:lnTo>
                    <a:pt x="4742558" y="1714069"/>
                  </a:lnTo>
                  <a:lnTo>
                    <a:pt x="4742685" y="1714069"/>
                  </a:lnTo>
                  <a:lnTo>
                    <a:pt x="4742811" y="1714069"/>
                  </a:lnTo>
                  <a:lnTo>
                    <a:pt x="4742937" y="1714069"/>
                  </a:lnTo>
                  <a:lnTo>
                    <a:pt x="4743063" y="1714069"/>
                  </a:lnTo>
                  <a:lnTo>
                    <a:pt x="4743190" y="1714069"/>
                  </a:lnTo>
                  <a:lnTo>
                    <a:pt x="4743316" y="1714069"/>
                  </a:lnTo>
                  <a:lnTo>
                    <a:pt x="4743442" y="1714069"/>
                  </a:lnTo>
                  <a:lnTo>
                    <a:pt x="4743568" y="1714069"/>
                  </a:lnTo>
                  <a:lnTo>
                    <a:pt x="4743695" y="1714069"/>
                  </a:lnTo>
                  <a:lnTo>
                    <a:pt x="4743821" y="1714069"/>
                  </a:lnTo>
                  <a:lnTo>
                    <a:pt x="4743947" y="1714069"/>
                  </a:lnTo>
                  <a:lnTo>
                    <a:pt x="4744073" y="1714069"/>
                  </a:lnTo>
                  <a:lnTo>
                    <a:pt x="4744200" y="1714069"/>
                  </a:lnTo>
                  <a:lnTo>
                    <a:pt x="4744326" y="1714069"/>
                  </a:lnTo>
                  <a:lnTo>
                    <a:pt x="4744452" y="1714069"/>
                  </a:lnTo>
                  <a:lnTo>
                    <a:pt x="4744578" y="1714069"/>
                  </a:lnTo>
                  <a:lnTo>
                    <a:pt x="4744705" y="1714069"/>
                  </a:lnTo>
                  <a:lnTo>
                    <a:pt x="4744831" y="1714069"/>
                  </a:lnTo>
                  <a:lnTo>
                    <a:pt x="4744957" y="1714069"/>
                  </a:lnTo>
                  <a:lnTo>
                    <a:pt x="4745083" y="1714069"/>
                  </a:lnTo>
                  <a:lnTo>
                    <a:pt x="4745210" y="1714069"/>
                  </a:lnTo>
                  <a:lnTo>
                    <a:pt x="4745336" y="1714069"/>
                  </a:lnTo>
                  <a:lnTo>
                    <a:pt x="4745462" y="1714069"/>
                  </a:lnTo>
                  <a:lnTo>
                    <a:pt x="4745588" y="1714069"/>
                  </a:lnTo>
                  <a:lnTo>
                    <a:pt x="4745715" y="1714069"/>
                  </a:lnTo>
                  <a:lnTo>
                    <a:pt x="4745841" y="1714069"/>
                  </a:lnTo>
                  <a:lnTo>
                    <a:pt x="4745967" y="1714069"/>
                  </a:lnTo>
                  <a:lnTo>
                    <a:pt x="4746093" y="1714069"/>
                  </a:lnTo>
                  <a:lnTo>
                    <a:pt x="4746220" y="1714069"/>
                  </a:lnTo>
                  <a:lnTo>
                    <a:pt x="4746346" y="1714069"/>
                  </a:lnTo>
                  <a:lnTo>
                    <a:pt x="4746472" y="1714069"/>
                  </a:lnTo>
                  <a:lnTo>
                    <a:pt x="4746598" y="1714069"/>
                  </a:lnTo>
                  <a:lnTo>
                    <a:pt x="4746725" y="1714069"/>
                  </a:lnTo>
                  <a:lnTo>
                    <a:pt x="4746851" y="1714069"/>
                  </a:lnTo>
                  <a:lnTo>
                    <a:pt x="4746977" y="1714069"/>
                  </a:lnTo>
                  <a:lnTo>
                    <a:pt x="4747103" y="1714069"/>
                  </a:lnTo>
                  <a:lnTo>
                    <a:pt x="4747230" y="1714069"/>
                  </a:lnTo>
                  <a:lnTo>
                    <a:pt x="4747356" y="1714069"/>
                  </a:lnTo>
                  <a:lnTo>
                    <a:pt x="4747482" y="1714069"/>
                  </a:lnTo>
                  <a:lnTo>
                    <a:pt x="4747609" y="1714069"/>
                  </a:lnTo>
                  <a:lnTo>
                    <a:pt x="4747609" y="1709158"/>
                  </a:lnTo>
                  <a:lnTo>
                    <a:pt x="4747735" y="1709158"/>
                  </a:lnTo>
                  <a:lnTo>
                    <a:pt x="4747861" y="1709158"/>
                  </a:lnTo>
                  <a:lnTo>
                    <a:pt x="4747987" y="1709158"/>
                  </a:lnTo>
                  <a:lnTo>
                    <a:pt x="4748114" y="1709158"/>
                  </a:lnTo>
                  <a:lnTo>
                    <a:pt x="4748240" y="1709158"/>
                  </a:lnTo>
                  <a:lnTo>
                    <a:pt x="4748366" y="1709158"/>
                  </a:lnTo>
                  <a:lnTo>
                    <a:pt x="4748492" y="1709158"/>
                  </a:lnTo>
                  <a:lnTo>
                    <a:pt x="4748619" y="1709158"/>
                  </a:lnTo>
                  <a:lnTo>
                    <a:pt x="4748619" y="1704247"/>
                  </a:lnTo>
                  <a:lnTo>
                    <a:pt x="4748745" y="1704247"/>
                  </a:lnTo>
                  <a:lnTo>
                    <a:pt x="4748871" y="1704247"/>
                  </a:lnTo>
                  <a:lnTo>
                    <a:pt x="4748997" y="1704247"/>
                  </a:lnTo>
                  <a:lnTo>
                    <a:pt x="4749124" y="1704247"/>
                  </a:lnTo>
                  <a:lnTo>
                    <a:pt x="4749250" y="1704247"/>
                  </a:lnTo>
                  <a:lnTo>
                    <a:pt x="4749376" y="1704247"/>
                  </a:lnTo>
                  <a:lnTo>
                    <a:pt x="4749502" y="1704247"/>
                  </a:lnTo>
                  <a:lnTo>
                    <a:pt x="4749629" y="1704247"/>
                  </a:lnTo>
                  <a:lnTo>
                    <a:pt x="4749629" y="1699335"/>
                  </a:lnTo>
                  <a:lnTo>
                    <a:pt x="4749755" y="1699335"/>
                  </a:lnTo>
                  <a:lnTo>
                    <a:pt x="4749881" y="1699335"/>
                  </a:lnTo>
                  <a:lnTo>
                    <a:pt x="4750007" y="1699335"/>
                  </a:lnTo>
                  <a:lnTo>
                    <a:pt x="4750134" y="1699335"/>
                  </a:lnTo>
                  <a:lnTo>
                    <a:pt x="4750260" y="1699335"/>
                  </a:lnTo>
                  <a:lnTo>
                    <a:pt x="4750386" y="1699335"/>
                  </a:lnTo>
                  <a:lnTo>
                    <a:pt x="4750512" y="1699335"/>
                  </a:lnTo>
                  <a:lnTo>
                    <a:pt x="4750639" y="1699335"/>
                  </a:lnTo>
                  <a:lnTo>
                    <a:pt x="4750765" y="1699335"/>
                  </a:lnTo>
                  <a:lnTo>
                    <a:pt x="4750891" y="1699335"/>
                  </a:lnTo>
                  <a:lnTo>
                    <a:pt x="4751017" y="1699335"/>
                  </a:lnTo>
                  <a:lnTo>
                    <a:pt x="4751144" y="1699335"/>
                  </a:lnTo>
                  <a:lnTo>
                    <a:pt x="4751270" y="1699335"/>
                  </a:lnTo>
                  <a:lnTo>
                    <a:pt x="4751396" y="1699335"/>
                  </a:lnTo>
                  <a:lnTo>
                    <a:pt x="4751522" y="1699335"/>
                  </a:lnTo>
                  <a:lnTo>
                    <a:pt x="4751649" y="1699335"/>
                  </a:lnTo>
                  <a:lnTo>
                    <a:pt x="4751775" y="1699335"/>
                  </a:lnTo>
                  <a:lnTo>
                    <a:pt x="4751901" y="1699335"/>
                  </a:lnTo>
                  <a:lnTo>
                    <a:pt x="4752027" y="1699335"/>
                  </a:lnTo>
                  <a:lnTo>
                    <a:pt x="4752154" y="1699335"/>
                  </a:lnTo>
                  <a:lnTo>
                    <a:pt x="4752280" y="1699335"/>
                  </a:lnTo>
                  <a:lnTo>
                    <a:pt x="4752406" y="1699335"/>
                  </a:lnTo>
                  <a:lnTo>
                    <a:pt x="4752533" y="1699335"/>
                  </a:lnTo>
                  <a:lnTo>
                    <a:pt x="4752659" y="1699335"/>
                  </a:lnTo>
                  <a:lnTo>
                    <a:pt x="4752785" y="1699335"/>
                  </a:lnTo>
                  <a:lnTo>
                    <a:pt x="4752911" y="1699335"/>
                  </a:lnTo>
                  <a:lnTo>
                    <a:pt x="4753038" y="1699335"/>
                  </a:lnTo>
                  <a:lnTo>
                    <a:pt x="4753164" y="1699335"/>
                  </a:lnTo>
                  <a:lnTo>
                    <a:pt x="4753290" y="1699335"/>
                  </a:lnTo>
                  <a:lnTo>
                    <a:pt x="4753416" y="1699335"/>
                  </a:lnTo>
                  <a:lnTo>
                    <a:pt x="4753543" y="1699335"/>
                  </a:lnTo>
                  <a:lnTo>
                    <a:pt x="4753669" y="1699335"/>
                  </a:lnTo>
                  <a:lnTo>
                    <a:pt x="4753795" y="1699335"/>
                  </a:lnTo>
                  <a:lnTo>
                    <a:pt x="4753921" y="1699335"/>
                  </a:lnTo>
                  <a:lnTo>
                    <a:pt x="4754048" y="1699335"/>
                  </a:lnTo>
                  <a:lnTo>
                    <a:pt x="4754174" y="1699335"/>
                  </a:lnTo>
                  <a:lnTo>
                    <a:pt x="4754300" y="1699335"/>
                  </a:lnTo>
                  <a:lnTo>
                    <a:pt x="4754426" y="1699335"/>
                  </a:lnTo>
                  <a:lnTo>
                    <a:pt x="4754553" y="1699335"/>
                  </a:lnTo>
                  <a:lnTo>
                    <a:pt x="4754679" y="1699335"/>
                  </a:lnTo>
                  <a:lnTo>
                    <a:pt x="4754805" y="1699335"/>
                  </a:lnTo>
                  <a:lnTo>
                    <a:pt x="4754931" y="1699335"/>
                  </a:lnTo>
                  <a:lnTo>
                    <a:pt x="4755058" y="1699335"/>
                  </a:lnTo>
                  <a:lnTo>
                    <a:pt x="4755184" y="1699335"/>
                  </a:lnTo>
                  <a:lnTo>
                    <a:pt x="4755310" y="1699335"/>
                  </a:lnTo>
                  <a:lnTo>
                    <a:pt x="4755436" y="1699335"/>
                  </a:lnTo>
                  <a:lnTo>
                    <a:pt x="4755563" y="1699335"/>
                  </a:lnTo>
                  <a:lnTo>
                    <a:pt x="4755689" y="1699335"/>
                  </a:lnTo>
                  <a:lnTo>
                    <a:pt x="4755815" y="1699335"/>
                  </a:lnTo>
                  <a:lnTo>
                    <a:pt x="4755941" y="1699335"/>
                  </a:lnTo>
                  <a:lnTo>
                    <a:pt x="4756068" y="1699335"/>
                  </a:lnTo>
                  <a:lnTo>
                    <a:pt x="4756194" y="1699335"/>
                  </a:lnTo>
                  <a:lnTo>
                    <a:pt x="4756320" y="1699335"/>
                  </a:lnTo>
                  <a:lnTo>
                    <a:pt x="4756446" y="1699335"/>
                  </a:lnTo>
                  <a:lnTo>
                    <a:pt x="4756573" y="1699335"/>
                  </a:lnTo>
                  <a:lnTo>
                    <a:pt x="4756699" y="1699335"/>
                  </a:lnTo>
                  <a:lnTo>
                    <a:pt x="4756825" y="1699335"/>
                  </a:lnTo>
                  <a:lnTo>
                    <a:pt x="4756951" y="1699335"/>
                  </a:lnTo>
                  <a:lnTo>
                    <a:pt x="4757078" y="1699335"/>
                  </a:lnTo>
                  <a:lnTo>
                    <a:pt x="4757204" y="1699335"/>
                  </a:lnTo>
                  <a:lnTo>
                    <a:pt x="4757330" y="1699335"/>
                  </a:lnTo>
                  <a:lnTo>
                    <a:pt x="4757456" y="1699335"/>
                  </a:lnTo>
                  <a:lnTo>
                    <a:pt x="4757583" y="1699335"/>
                  </a:lnTo>
                  <a:lnTo>
                    <a:pt x="4757709" y="1699335"/>
                  </a:lnTo>
                  <a:lnTo>
                    <a:pt x="4757835" y="1699335"/>
                  </a:lnTo>
                  <a:lnTo>
                    <a:pt x="4757962" y="1699335"/>
                  </a:lnTo>
                  <a:lnTo>
                    <a:pt x="4758088" y="1699335"/>
                  </a:lnTo>
                  <a:lnTo>
                    <a:pt x="4758214" y="1699335"/>
                  </a:lnTo>
                  <a:lnTo>
                    <a:pt x="4758340" y="1699335"/>
                  </a:lnTo>
                  <a:lnTo>
                    <a:pt x="4758467" y="1699335"/>
                  </a:lnTo>
                  <a:lnTo>
                    <a:pt x="4758593" y="1699335"/>
                  </a:lnTo>
                  <a:lnTo>
                    <a:pt x="4758719" y="1699335"/>
                  </a:lnTo>
                  <a:lnTo>
                    <a:pt x="4758845" y="1699335"/>
                  </a:lnTo>
                  <a:lnTo>
                    <a:pt x="4758972" y="1699335"/>
                  </a:lnTo>
                  <a:lnTo>
                    <a:pt x="4759098" y="1699335"/>
                  </a:lnTo>
                  <a:lnTo>
                    <a:pt x="4759224" y="1699335"/>
                  </a:lnTo>
                  <a:lnTo>
                    <a:pt x="4759350" y="1699335"/>
                  </a:lnTo>
                  <a:lnTo>
                    <a:pt x="4759477" y="1699335"/>
                  </a:lnTo>
                  <a:lnTo>
                    <a:pt x="4759603" y="1699335"/>
                  </a:lnTo>
                  <a:lnTo>
                    <a:pt x="4759729" y="1699335"/>
                  </a:lnTo>
                  <a:lnTo>
                    <a:pt x="4759855" y="1699335"/>
                  </a:lnTo>
                  <a:lnTo>
                    <a:pt x="4759982" y="1699335"/>
                  </a:lnTo>
                  <a:lnTo>
                    <a:pt x="4760108" y="1699335"/>
                  </a:lnTo>
                  <a:lnTo>
                    <a:pt x="4760234" y="1699335"/>
                  </a:lnTo>
                  <a:lnTo>
                    <a:pt x="4760360" y="1699335"/>
                  </a:lnTo>
                  <a:lnTo>
                    <a:pt x="4760487" y="1699335"/>
                  </a:lnTo>
                  <a:lnTo>
                    <a:pt x="4760613" y="1699335"/>
                  </a:lnTo>
                  <a:lnTo>
                    <a:pt x="4760739" y="1699335"/>
                  </a:lnTo>
                  <a:lnTo>
                    <a:pt x="4760865" y="1699335"/>
                  </a:lnTo>
                  <a:lnTo>
                    <a:pt x="4760992" y="1699335"/>
                  </a:lnTo>
                  <a:lnTo>
                    <a:pt x="4761118" y="1699335"/>
                  </a:lnTo>
                  <a:lnTo>
                    <a:pt x="4761244" y="1699335"/>
                  </a:lnTo>
                  <a:lnTo>
                    <a:pt x="4761370" y="1699335"/>
                  </a:lnTo>
                  <a:lnTo>
                    <a:pt x="4761497" y="1699335"/>
                  </a:lnTo>
                  <a:lnTo>
                    <a:pt x="4761623" y="1699335"/>
                  </a:lnTo>
                  <a:lnTo>
                    <a:pt x="4761749" y="1699335"/>
                  </a:lnTo>
                  <a:lnTo>
                    <a:pt x="4761749" y="1694424"/>
                  </a:lnTo>
                  <a:lnTo>
                    <a:pt x="4761875" y="1694424"/>
                  </a:lnTo>
                  <a:lnTo>
                    <a:pt x="4762002" y="1694424"/>
                  </a:lnTo>
                  <a:lnTo>
                    <a:pt x="4762128" y="1694424"/>
                  </a:lnTo>
                  <a:lnTo>
                    <a:pt x="4762254" y="1694424"/>
                  </a:lnTo>
                  <a:lnTo>
                    <a:pt x="4762380" y="1694424"/>
                  </a:lnTo>
                  <a:lnTo>
                    <a:pt x="4762507" y="1694424"/>
                  </a:lnTo>
                  <a:lnTo>
                    <a:pt x="4762633" y="1694424"/>
                  </a:lnTo>
                  <a:lnTo>
                    <a:pt x="4762759" y="1694424"/>
                  </a:lnTo>
                  <a:lnTo>
                    <a:pt x="4762886" y="1694424"/>
                  </a:lnTo>
                  <a:lnTo>
                    <a:pt x="4763012" y="1694424"/>
                  </a:lnTo>
                  <a:lnTo>
                    <a:pt x="4763138" y="1694424"/>
                  </a:lnTo>
                  <a:lnTo>
                    <a:pt x="4763264" y="1694424"/>
                  </a:lnTo>
                  <a:lnTo>
                    <a:pt x="4763391" y="1694424"/>
                  </a:lnTo>
                  <a:lnTo>
                    <a:pt x="4763517" y="1694424"/>
                  </a:lnTo>
                  <a:lnTo>
                    <a:pt x="4763643" y="1694424"/>
                  </a:lnTo>
                  <a:lnTo>
                    <a:pt x="4763769" y="1694424"/>
                  </a:lnTo>
                  <a:lnTo>
                    <a:pt x="4763896" y="1694424"/>
                  </a:lnTo>
                  <a:lnTo>
                    <a:pt x="4764022" y="1694424"/>
                  </a:lnTo>
                  <a:lnTo>
                    <a:pt x="4764148" y="1694424"/>
                  </a:lnTo>
                  <a:lnTo>
                    <a:pt x="4764274" y="1694424"/>
                  </a:lnTo>
                  <a:lnTo>
                    <a:pt x="4764401" y="1694424"/>
                  </a:lnTo>
                  <a:lnTo>
                    <a:pt x="4764527" y="1694424"/>
                  </a:lnTo>
                  <a:lnTo>
                    <a:pt x="4764653" y="1694424"/>
                  </a:lnTo>
                  <a:lnTo>
                    <a:pt x="4764779" y="1694424"/>
                  </a:lnTo>
                  <a:lnTo>
                    <a:pt x="4764906" y="1694424"/>
                  </a:lnTo>
                  <a:lnTo>
                    <a:pt x="4765032" y="1694424"/>
                  </a:lnTo>
                  <a:lnTo>
                    <a:pt x="4765158" y="1694424"/>
                  </a:lnTo>
                  <a:lnTo>
                    <a:pt x="4765284" y="1694424"/>
                  </a:lnTo>
                  <a:lnTo>
                    <a:pt x="4765411" y="1694424"/>
                  </a:lnTo>
                  <a:lnTo>
                    <a:pt x="4765537" y="1694424"/>
                  </a:lnTo>
                  <a:lnTo>
                    <a:pt x="4765663" y="1694424"/>
                  </a:lnTo>
                  <a:lnTo>
                    <a:pt x="4765789" y="1694424"/>
                  </a:lnTo>
                  <a:lnTo>
                    <a:pt x="4765916" y="1694424"/>
                  </a:lnTo>
                  <a:lnTo>
                    <a:pt x="4766042" y="1694424"/>
                  </a:lnTo>
                  <a:lnTo>
                    <a:pt x="4766168" y="1694424"/>
                  </a:lnTo>
                  <a:lnTo>
                    <a:pt x="4766294" y="1694424"/>
                  </a:lnTo>
                  <a:lnTo>
                    <a:pt x="4766421" y="1694424"/>
                  </a:lnTo>
                  <a:lnTo>
                    <a:pt x="4766547" y="1694424"/>
                  </a:lnTo>
                  <a:lnTo>
                    <a:pt x="4766673" y="1694424"/>
                  </a:lnTo>
                  <a:lnTo>
                    <a:pt x="4766799" y="1694424"/>
                  </a:lnTo>
                  <a:lnTo>
                    <a:pt x="4766926" y="1694424"/>
                  </a:lnTo>
                  <a:lnTo>
                    <a:pt x="4767052" y="1694424"/>
                  </a:lnTo>
                  <a:lnTo>
                    <a:pt x="4767178" y="1694424"/>
                  </a:lnTo>
                  <a:lnTo>
                    <a:pt x="4767304" y="1694424"/>
                  </a:lnTo>
                  <a:lnTo>
                    <a:pt x="4767431" y="1694424"/>
                  </a:lnTo>
                  <a:lnTo>
                    <a:pt x="4767557" y="1694424"/>
                  </a:lnTo>
                  <a:lnTo>
                    <a:pt x="4767683" y="1694424"/>
                  </a:lnTo>
                  <a:lnTo>
                    <a:pt x="4767809" y="1694424"/>
                  </a:lnTo>
                  <a:lnTo>
                    <a:pt x="4767936" y="1694424"/>
                  </a:lnTo>
                  <a:lnTo>
                    <a:pt x="4768062" y="1694424"/>
                  </a:lnTo>
                  <a:lnTo>
                    <a:pt x="4768188" y="1694424"/>
                  </a:lnTo>
                  <a:lnTo>
                    <a:pt x="4768315" y="1694424"/>
                  </a:lnTo>
                  <a:lnTo>
                    <a:pt x="4768441" y="1694424"/>
                  </a:lnTo>
                  <a:lnTo>
                    <a:pt x="4768567" y="1694424"/>
                  </a:lnTo>
                  <a:lnTo>
                    <a:pt x="4768693" y="1694424"/>
                  </a:lnTo>
                  <a:lnTo>
                    <a:pt x="4768820" y="1694424"/>
                  </a:lnTo>
                  <a:lnTo>
                    <a:pt x="4768946" y="1694424"/>
                  </a:lnTo>
                  <a:lnTo>
                    <a:pt x="4769072" y="1694424"/>
                  </a:lnTo>
                  <a:lnTo>
                    <a:pt x="4769198" y="1694424"/>
                  </a:lnTo>
                  <a:lnTo>
                    <a:pt x="4769325" y="1694424"/>
                  </a:lnTo>
                  <a:lnTo>
                    <a:pt x="4769451" y="1694424"/>
                  </a:lnTo>
                  <a:lnTo>
                    <a:pt x="4769577" y="1694424"/>
                  </a:lnTo>
                  <a:lnTo>
                    <a:pt x="4769703" y="1694424"/>
                  </a:lnTo>
                  <a:lnTo>
                    <a:pt x="4769830" y="1694424"/>
                  </a:lnTo>
                  <a:lnTo>
                    <a:pt x="4769956" y="1694424"/>
                  </a:lnTo>
                  <a:lnTo>
                    <a:pt x="4770082" y="1694424"/>
                  </a:lnTo>
                  <a:lnTo>
                    <a:pt x="4770208" y="1694424"/>
                  </a:lnTo>
                  <a:lnTo>
                    <a:pt x="4770208" y="1689512"/>
                  </a:lnTo>
                  <a:lnTo>
                    <a:pt x="4770335" y="1689512"/>
                  </a:lnTo>
                  <a:lnTo>
                    <a:pt x="4770461" y="1689512"/>
                  </a:lnTo>
                  <a:lnTo>
                    <a:pt x="4770587" y="1689512"/>
                  </a:lnTo>
                  <a:lnTo>
                    <a:pt x="4770713" y="1689512"/>
                  </a:lnTo>
                  <a:lnTo>
                    <a:pt x="4770840" y="1689512"/>
                  </a:lnTo>
                  <a:lnTo>
                    <a:pt x="4770966" y="1689512"/>
                  </a:lnTo>
                  <a:lnTo>
                    <a:pt x="4771092" y="1689512"/>
                  </a:lnTo>
                  <a:lnTo>
                    <a:pt x="4771218" y="1689512"/>
                  </a:lnTo>
                  <a:lnTo>
                    <a:pt x="4771345" y="1689512"/>
                  </a:lnTo>
                  <a:lnTo>
                    <a:pt x="4771345" y="1684601"/>
                  </a:lnTo>
                  <a:lnTo>
                    <a:pt x="4771471" y="1684601"/>
                  </a:lnTo>
                  <a:lnTo>
                    <a:pt x="4771597" y="1684601"/>
                  </a:lnTo>
                  <a:lnTo>
                    <a:pt x="4771723" y="1684601"/>
                  </a:lnTo>
                  <a:lnTo>
                    <a:pt x="4771850" y="1684601"/>
                  </a:lnTo>
                  <a:lnTo>
                    <a:pt x="4771976" y="1684601"/>
                  </a:lnTo>
                  <a:lnTo>
                    <a:pt x="4772102" y="1684601"/>
                  </a:lnTo>
                  <a:lnTo>
                    <a:pt x="4772228" y="1684601"/>
                  </a:lnTo>
                  <a:lnTo>
                    <a:pt x="4772355" y="1684601"/>
                  </a:lnTo>
                  <a:lnTo>
                    <a:pt x="4772481" y="1684601"/>
                  </a:lnTo>
                  <a:lnTo>
                    <a:pt x="4772607" y="1684601"/>
                  </a:lnTo>
                  <a:lnTo>
                    <a:pt x="4772733" y="1684601"/>
                  </a:lnTo>
                  <a:lnTo>
                    <a:pt x="4772860" y="1684601"/>
                  </a:lnTo>
                  <a:lnTo>
                    <a:pt x="4772986" y="1684601"/>
                  </a:lnTo>
                  <a:lnTo>
                    <a:pt x="4773112" y="1684601"/>
                  </a:lnTo>
                  <a:lnTo>
                    <a:pt x="4773239" y="1684601"/>
                  </a:lnTo>
                  <a:lnTo>
                    <a:pt x="4773365" y="1684601"/>
                  </a:lnTo>
                  <a:lnTo>
                    <a:pt x="4773491" y="1684601"/>
                  </a:lnTo>
                  <a:lnTo>
                    <a:pt x="4773617" y="1684601"/>
                  </a:lnTo>
                  <a:lnTo>
                    <a:pt x="4773744" y="1684601"/>
                  </a:lnTo>
                  <a:lnTo>
                    <a:pt x="4773870" y="1684601"/>
                  </a:lnTo>
                  <a:lnTo>
                    <a:pt x="4773996" y="1684601"/>
                  </a:lnTo>
                  <a:lnTo>
                    <a:pt x="4774122" y="1684601"/>
                  </a:lnTo>
                  <a:lnTo>
                    <a:pt x="4774249" y="1684601"/>
                  </a:lnTo>
                  <a:lnTo>
                    <a:pt x="4774249" y="1679690"/>
                  </a:lnTo>
                  <a:lnTo>
                    <a:pt x="4774375" y="1679690"/>
                  </a:lnTo>
                  <a:lnTo>
                    <a:pt x="4774501" y="1679690"/>
                  </a:lnTo>
                  <a:lnTo>
                    <a:pt x="4774627" y="1679690"/>
                  </a:lnTo>
                  <a:lnTo>
                    <a:pt x="4774754" y="1679690"/>
                  </a:lnTo>
                  <a:lnTo>
                    <a:pt x="4774880" y="1679690"/>
                  </a:lnTo>
                  <a:lnTo>
                    <a:pt x="4775006" y="1679690"/>
                  </a:lnTo>
                  <a:lnTo>
                    <a:pt x="4775132" y="1679690"/>
                  </a:lnTo>
                  <a:lnTo>
                    <a:pt x="4775259" y="1679690"/>
                  </a:lnTo>
                  <a:lnTo>
                    <a:pt x="4775385" y="1679690"/>
                  </a:lnTo>
                  <a:lnTo>
                    <a:pt x="4775385" y="1674778"/>
                  </a:lnTo>
                  <a:lnTo>
                    <a:pt x="4775511" y="1674778"/>
                  </a:lnTo>
                  <a:lnTo>
                    <a:pt x="4775637" y="1674778"/>
                  </a:lnTo>
                  <a:lnTo>
                    <a:pt x="4775764" y="1674778"/>
                  </a:lnTo>
                  <a:lnTo>
                    <a:pt x="4775890" y="1674778"/>
                  </a:lnTo>
                  <a:lnTo>
                    <a:pt x="4776016" y="1674778"/>
                  </a:lnTo>
                  <a:lnTo>
                    <a:pt x="4776142" y="1674778"/>
                  </a:lnTo>
                  <a:lnTo>
                    <a:pt x="4776269" y="1674778"/>
                  </a:lnTo>
                  <a:lnTo>
                    <a:pt x="4776395" y="1674778"/>
                  </a:lnTo>
                  <a:lnTo>
                    <a:pt x="4776395" y="1669867"/>
                  </a:lnTo>
                  <a:lnTo>
                    <a:pt x="4776521" y="1669867"/>
                  </a:lnTo>
                  <a:lnTo>
                    <a:pt x="4776647" y="1669867"/>
                  </a:lnTo>
                  <a:lnTo>
                    <a:pt x="4776774" y="1669867"/>
                  </a:lnTo>
                  <a:lnTo>
                    <a:pt x="4776900" y="1669867"/>
                  </a:lnTo>
                  <a:lnTo>
                    <a:pt x="4777026" y="1669867"/>
                  </a:lnTo>
                  <a:lnTo>
                    <a:pt x="4777152" y="1669867"/>
                  </a:lnTo>
                  <a:lnTo>
                    <a:pt x="4777279" y="1669867"/>
                  </a:lnTo>
                  <a:lnTo>
                    <a:pt x="4777405" y="1669867"/>
                  </a:lnTo>
                  <a:lnTo>
                    <a:pt x="4777531" y="1669867"/>
                  </a:lnTo>
                  <a:lnTo>
                    <a:pt x="4777657" y="1669867"/>
                  </a:lnTo>
                  <a:lnTo>
                    <a:pt x="4777784" y="1669867"/>
                  </a:lnTo>
                  <a:lnTo>
                    <a:pt x="4777910" y="1669867"/>
                  </a:lnTo>
                  <a:lnTo>
                    <a:pt x="4778036" y="1669867"/>
                  </a:lnTo>
                  <a:lnTo>
                    <a:pt x="4778162" y="1669867"/>
                  </a:lnTo>
                  <a:lnTo>
                    <a:pt x="4778289" y="1669867"/>
                  </a:lnTo>
                  <a:lnTo>
                    <a:pt x="4778415" y="1669867"/>
                  </a:lnTo>
                  <a:lnTo>
                    <a:pt x="4778541" y="1669867"/>
                  </a:lnTo>
                  <a:lnTo>
                    <a:pt x="4778668" y="1669867"/>
                  </a:lnTo>
                  <a:lnTo>
                    <a:pt x="4778794" y="1669867"/>
                  </a:lnTo>
                  <a:lnTo>
                    <a:pt x="4778920" y="1669867"/>
                  </a:lnTo>
                  <a:lnTo>
                    <a:pt x="4779046" y="1669867"/>
                  </a:lnTo>
                  <a:lnTo>
                    <a:pt x="4779173" y="1669867"/>
                  </a:lnTo>
                  <a:lnTo>
                    <a:pt x="4779299" y="1669867"/>
                  </a:lnTo>
                  <a:lnTo>
                    <a:pt x="4779425" y="1669867"/>
                  </a:lnTo>
                  <a:lnTo>
                    <a:pt x="4779551" y="1669867"/>
                  </a:lnTo>
                  <a:lnTo>
                    <a:pt x="4779678" y="1669867"/>
                  </a:lnTo>
                  <a:lnTo>
                    <a:pt x="4779804" y="1669867"/>
                  </a:lnTo>
                  <a:lnTo>
                    <a:pt x="4779930" y="1669867"/>
                  </a:lnTo>
                  <a:lnTo>
                    <a:pt x="4780056" y="1669867"/>
                  </a:lnTo>
                  <a:lnTo>
                    <a:pt x="4780183" y="1669867"/>
                  </a:lnTo>
                  <a:lnTo>
                    <a:pt x="4780309" y="1669867"/>
                  </a:lnTo>
                  <a:lnTo>
                    <a:pt x="4780435" y="1669867"/>
                  </a:lnTo>
                  <a:lnTo>
                    <a:pt x="4780561" y="1669867"/>
                  </a:lnTo>
                  <a:lnTo>
                    <a:pt x="4780688" y="1669867"/>
                  </a:lnTo>
                  <a:lnTo>
                    <a:pt x="4780814" y="1669867"/>
                  </a:lnTo>
                  <a:lnTo>
                    <a:pt x="4780814" y="1664956"/>
                  </a:lnTo>
                  <a:lnTo>
                    <a:pt x="4780940" y="1664956"/>
                  </a:lnTo>
                  <a:lnTo>
                    <a:pt x="4781066" y="1664956"/>
                  </a:lnTo>
                  <a:lnTo>
                    <a:pt x="4781193" y="1664956"/>
                  </a:lnTo>
                  <a:lnTo>
                    <a:pt x="4781319" y="1664956"/>
                  </a:lnTo>
                  <a:lnTo>
                    <a:pt x="4781445" y="1664956"/>
                  </a:lnTo>
                  <a:lnTo>
                    <a:pt x="4781571" y="1664956"/>
                  </a:lnTo>
                  <a:lnTo>
                    <a:pt x="4781698" y="1664956"/>
                  </a:lnTo>
                  <a:lnTo>
                    <a:pt x="4781824" y="1664956"/>
                  </a:lnTo>
                  <a:lnTo>
                    <a:pt x="4781950" y="1664956"/>
                  </a:lnTo>
                  <a:lnTo>
                    <a:pt x="4782076" y="1664956"/>
                  </a:lnTo>
                  <a:lnTo>
                    <a:pt x="4782203" y="1664956"/>
                  </a:lnTo>
                  <a:lnTo>
                    <a:pt x="4782329" y="1664956"/>
                  </a:lnTo>
                  <a:lnTo>
                    <a:pt x="4782455" y="1664956"/>
                  </a:lnTo>
                  <a:lnTo>
                    <a:pt x="4782581" y="1664956"/>
                  </a:lnTo>
                  <a:lnTo>
                    <a:pt x="4782708" y="1664956"/>
                  </a:lnTo>
                  <a:lnTo>
                    <a:pt x="4782834" y="1664956"/>
                  </a:lnTo>
                  <a:lnTo>
                    <a:pt x="4782960" y="1664956"/>
                  </a:lnTo>
                  <a:lnTo>
                    <a:pt x="4783086" y="1664956"/>
                  </a:lnTo>
                  <a:lnTo>
                    <a:pt x="4783213" y="1664956"/>
                  </a:lnTo>
                  <a:lnTo>
                    <a:pt x="4783339" y="1664956"/>
                  </a:lnTo>
                  <a:lnTo>
                    <a:pt x="4783465" y="1664956"/>
                  </a:lnTo>
                  <a:lnTo>
                    <a:pt x="4783592" y="1664956"/>
                  </a:lnTo>
                  <a:lnTo>
                    <a:pt x="4783718" y="1664956"/>
                  </a:lnTo>
                  <a:lnTo>
                    <a:pt x="4783844" y="1664956"/>
                  </a:lnTo>
                  <a:lnTo>
                    <a:pt x="4783970" y="1664956"/>
                  </a:lnTo>
                  <a:lnTo>
                    <a:pt x="4784097" y="1664956"/>
                  </a:lnTo>
                  <a:lnTo>
                    <a:pt x="4784223" y="1664956"/>
                  </a:lnTo>
                  <a:lnTo>
                    <a:pt x="4784349" y="1664956"/>
                  </a:lnTo>
                  <a:lnTo>
                    <a:pt x="4784475" y="1664956"/>
                  </a:lnTo>
                  <a:lnTo>
                    <a:pt x="4784602" y="1664956"/>
                  </a:lnTo>
                  <a:lnTo>
                    <a:pt x="4784728" y="1664956"/>
                  </a:lnTo>
                  <a:lnTo>
                    <a:pt x="4784854" y="1664956"/>
                  </a:lnTo>
                  <a:lnTo>
                    <a:pt x="4784980" y="1664956"/>
                  </a:lnTo>
                  <a:lnTo>
                    <a:pt x="4785107" y="1664956"/>
                  </a:lnTo>
                  <a:lnTo>
                    <a:pt x="4785233" y="1664956"/>
                  </a:lnTo>
                  <a:lnTo>
                    <a:pt x="4785359" y="1664956"/>
                  </a:lnTo>
                  <a:lnTo>
                    <a:pt x="4785485" y="1664956"/>
                  </a:lnTo>
                  <a:lnTo>
                    <a:pt x="4785612" y="1664956"/>
                  </a:lnTo>
                  <a:lnTo>
                    <a:pt x="4785738" y="1664956"/>
                  </a:lnTo>
                  <a:lnTo>
                    <a:pt x="4785864" y="1664956"/>
                  </a:lnTo>
                  <a:lnTo>
                    <a:pt x="4785990" y="1664956"/>
                  </a:lnTo>
                  <a:lnTo>
                    <a:pt x="4786117" y="1664956"/>
                  </a:lnTo>
                  <a:lnTo>
                    <a:pt x="4786243" y="1664956"/>
                  </a:lnTo>
                  <a:lnTo>
                    <a:pt x="4786369" y="1664956"/>
                  </a:lnTo>
                  <a:lnTo>
                    <a:pt x="4786495" y="1664956"/>
                  </a:lnTo>
                  <a:lnTo>
                    <a:pt x="4786622" y="1664956"/>
                  </a:lnTo>
                  <a:lnTo>
                    <a:pt x="4786748" y="1664956"/>
                  </a:lnTo>
                  <a:lnTo>
                    <a:pt x="4786874" y="1664956"/>
                  </a:lnTo>
                  <a:lnTo>
                    <a:pt x="4787000" y="1664956"/>
                  </a:lnTo>
                  <a:lnTo>
                    <a:pt x="4787127" y="1664956"/>
                  </a:lnTo>
                  <a:lnTo>
                    <a:pt x="4787253" y="1664956"/>
                  </a:lnTo>
                  <a:lnTo>
                    <a:pt x="4787379" y="1664956"/>
                  </a:lnTo>
                  <a:lnTo>
                    <a:pt x="4787505" y="1664956"/>
                  </a:lnTo>
                  <a:lnTo>
                    <a:pt x="4787632" y="1664956"/>
                  </a:lnTo>
                  <a:lnTo>
                    <a:pt x="4787758" y="1664956"/>
                  </a:lnTo>
                  <a:lnTo>
                    <a:pt x="4787884" y="1664956"/>
                  </a:lnTo>
                  <a:lnTo>
                    <a:pt x="4788010" y="1664956"/>
                  </a:lnTo>
                  <a:lnTo>
                    <a:pt x="4788137" y="1664956"/>
                  </a:lnTo>
                  <a:lnTo>
                    <a:pt x="4788263" y="1664956"/>
                  </a:lnTo>
                  <a:lnTo>
                    <a:pt x="4788389" y="1664956"/>
                  </a:lnTo>
                  <a:lnTo>
                    <a:pt x="4788515" y="1664956"/>
                  </a:lnTo>
                  <a:lnTo>
                    <a:pt x="4788642" y="1664956"/>
                  </a:lnTo>
                  <a:lnTo>
                    <a:pt x="4788768" y="1664956"/>
                  </a:lnTo>
                  <a:lnTo>
                    <a:pt x="4788894" y="1664956"/>
                  </a:lnTo>
                  <a:lnTo>
                    <a:pt x="4789021" y="1664956"/>
                  </a:lnTo>
                  <a:lnTo>
                    <a:pt x="4789147" y="1664956"/>
                  </a:lnTo>
                  <a:lnTo>
                    <a:pt x="4789273" y="1664956"/>
                  </a:lnTo>
                  <a:lnTo>
                    <a:pt x="4789399" y="1664956"/>
                  </a:lnTo>
                  <a:lnTo>
                    <a:pt x="4789399" y="1660044"/>
                  </a:lnTo>
                  <a:lnTo>
                    <a:pt x="4789526" y="1660044"/>
                  </a:lnTo>
                  <a:lnTo>
                    <a:pt x="4789652" y="1660044"/>
                  </a:lnTo>
                  <a:lnTo>
                    <a:pt x="4789778" y="1660044"/>
                  </a:lnTo>
                  <a:lnTo>
                    <a:pt x="4789904" y="1660044"/>
                  </a:lnTo>
                  <a:lnTo>
                    <a:pt x="4790031" y="1660044"/>
                  </a:lnTo>
                  <a:lnTo>
                    <a:pt x="4790157" y="1660044"/>
                  </a:lnTo>
                  <a:lnTo>
                    <a:pt x="4790283" y="1660044"/>
                  </a:lnTo>
                  <a:lnTo>
                    <a:pt x="4790409" y="1660044"/>
                  </a:lnTo>
                  <a:lnTo>
                    <a:pt x="4790536" y="1660044"/>
                  </a:lnTo>
                  <a:lnTo>
                    <a:pt x="4790662" y="1660044"/>
                  </a:lnTo>
                  <a:lnTo>
                    <a:pt x="4790788" y="1660044"/>
                  </a:lnTo>
                  <a:lnTo>
                    <a:pt x="4790914" y="1660044"/>
                  </a:lnTo>
                  <a:lnTo>
                    <a:pt x="4791041" y="1660044"/>
                  </a:lnTo>
                  <a:lnTo>
                    <a:pt x="4791167" y="1660044"/>
                  </a:lnTo>
                  <a:lnTo>
                    <a:pt x="4791293" y="1660044"/>
                  </a:lnTo>
                  <a:lnTo>
                    <a:pt x="4791419" y="1660044"/>
                  </a:lnTo>
                  <a:lnTo>
                    <a:pt x="4791546" y="1660044"/>
                  </a:lnTo>
                  <a:lnTo>
                    <a:pt x="4791672" y="1660044"/>
                  </a:lnTo>
                  <a:lnTo>
                    <a:pt x="4791798" y="1660044"/>
                  </a:lnTo>
                  <a:lnTo>
                    <a:pt x="4791924" y="1660044"/>
                  </a:lnTo>
                  <a:lnTo>
                    <a:pt x="4792051" y="1660044"/>
                  </a:lnTo>
                  <a:lnTo>
                    <a:pt x="4792177" y="1660044"/>
                  </a:lnTo>
                  <a:lnTo>
                    <a:pt x="4792303" y="1660044"/>
                  </a:lnTo>
                  <a:lnTo>
                    <a:pt x="4792429" y="1660044"/>
                  </a:lnTo>
                  <a:lnTo>
                    <a:pt x="4792556" y="1660044"/>
                  </a:lnTo>
                  <a:lnTo>
                    <a:pt x="4792682" y="1660044"/>
                  </a:lnTo>
                  <a:lnTo>
                    <a:pt x="4792808" y="1660044"/>
                  </a:lnTo>
                  <a:lnTo>
                    <a:pt x="4792934" y="1660044"/>
                  </a:lnTo>
                  <a:lnTo>
                    <a:pt x="4793061" y="1660044"/>
                  </a:lnTo>
                  <a:lnTo>
                    <a:pt x="4793187" y="1660044"/>
                  </a:lnTo>
                  <a:lnTo>
                    <a:pt x="4793313" y="1660044"/>
                  </a:lnTo>
                  <a:lnTo>
                    <a:pt x="4793439" y="1660044"/>
                  </a:lnTo>
                  <a:lnTo>
                    <a:pt x="4793566" y="1660044"/>
                  </a:lnTo>
                  <a:lnTo>
                    <a:pt x="4793692" y="1660044"/>
                  </a:lnTo>
                  <a:lnTo>
                    <a:pt x="4793818" y="1660044"/>
                  </a:lnTo>
                  <a:lnTo>
                    <a:pt x="4793945" y="1660044"/>
                  </a:lnTo>
                  <a:lnTo>
                    <a:pt x="4794071" y="1660044"/>
                  </a:lnTo>
                  <a:lnTo>
                    <a:pt x="4794197" y="1660044"/>
                  </a:lnTo>
                  <a:lnTo>
                    <a:pt x="4794323" y="1660044"/>
                  </a:lnTo>
                  <a:lnTo>
                    <a:pt x="4794450" y="1660044"/>
                  </a:lnTo>
                  <a:lnTo>
                    <a:pt x="4794576" y="1660044"/>
                  </a:lnTo>
                  <a:lnTo>
                    <a:pt x="4794576" y="1655133"/>
                  </a:lnTo>
                  <a:lnTo>
                    <a:pt x="4794702" y="1655133"/>
                  </a:lnTo>
                  <a:lnTo>
                    <a:pt x="4794828" y="1655133"/>
                  </a:lnTo>
                  <a:lnTo>
                    <a:pt x="4794955" y="1655133"/>
                  </a:lnTo>
                  <a:lnTo>
                    <a:pt x="4795081" y="1655133"/>
                  </a:lnTo>
                  <a:lnTo>
                    <a:pt x="4795207" y="1655133"/>
                  </a:lnTo>
                  <a:lnTo>
                    <a:pt x="4795333" y="1655133"/>
                  </a:lnTo>
                  <a:lnTo>
                    <a:pt x="4795460" y="1655133"/>
                  </a:lnTo>
                  <a:lnTo>
                    <a:pt x="4795586" y="1655133"/>
                  </a:lnTo>
                  <a:lnTo>
                    <a:pt x="4795712" y="1655133"/>
                  </a:lnTo>
                  <a:lnTo>
                    <a:pt x="4795838" y="1655133"/>
                  </a:lnTo>
                  <a:lnTo>
                    <a:pt x="4795965" y="1655133"/>
                  </a:lnTo>
                  <a:lnTo>
                    <a:pt x="4796091" y="1655133"/>
                  </a:lnTo>
                  <a:lnTo>
                    <a:pt x="4796217" y="1655133"/>
                  </a:lnTo>
                  <a:lnTo>
                    <a:pt x="4796343" y="1655133"/>
                  </a:lnTo>
                  <a:lnTo>
                    <a:pt x="4796470" y="1655133"/>
                  </a:lnTo>
                  <a:lnTo>
                    <a:pt x="4796596" y="1655133"/>
                  </a:lnTo>
                  <a:lnTo>
                    <a:pt x="4796722" y="1655133"/>
                  </a:lnTo>
                  <a:lnTo>
                    <a:pt x="4796848" y="1655133"/>
                  </a:lnTo>
                  <a:lnTo>
                    <a:pt x="4796975" y="1655133"/>
                  </a:lnTo>
                  <a:lnTo>
                    <a:pt x="4797101" y="1655133"/>
                  </a:lnTo>
                  <a:lnTo>
                    <a:pt x="4797227" y="1655133"/>
                  </a:lnTo>
                  <a:lnTo>
                    <a:pt x="4797353" y="1655133"/>
                  </a:lnTo>
                  <a:lnTo>
                    <a:pt x="4797480" y="1655133"/>
                  </a:lnTo>
                  <a:lnTo>
                    <a:pt x="4797606" y="1655133"/>
                  </a:lnTo>
                  <a:lnTo>
                    <a:pt x="4797732" y="1655133"/>
                  </a:lnTo>
                  <a:lnTo>
                    <a:pt x="4797858" y="1655133"/>
                  </a:lnTo>
                  <a:lnTo>
                    <a:pt x="4797985" y="1655133"/>
                  </a:lnTo>
                  <a:lnTo>
                    <a:pt x="4798111" y="1655133"/>
                  </a:lnTo>
                  <a:lnTo>
                    <a:pt x="4798237" y="1655133"/>
                  </a:lnTo>
                  <a:lnTo>
                    <a:pt x="4798363" y="1655133"/>
                  </a:lnTo>
                  <a:lnTo>
                    <a:pt x="4798490" y="1655133"/>
                  </a:lnTo>
                  <a:lnTo>
                    <a:pt x="4798616" y="1655133"/>
                  </a:lnTo>
                  <a:lnTo>
                    <a:pt x="4798742" y="1655133"/>
                  </a:lnTo>
                  <a:lnTo>
                    <a:pt x="4798868" y="1655133"/>
                  </a:lnTo>
                  <a:lnTo>
                    <a:pt x="4798995" y="1655133"/>
                  </a:lnTo>
                  <a:lnTo>
                    <a:pt x="4799121" y="1655133"/>
                  </a:lnTo>
                  <a:lnTo>
                    <a:pt x="4799247" y="1655133"/>
                  </a:lnTo>
                  <a:lnTo>
                    <a:pt x="4799374" y="1655133"/>
                  </a:lnTo>
                  <a:lnTo>
                    <a:pt x="4799500" y="1655133"/>
                  </a:lnTo>
                  <a:lnTo>
                    <a:pt x="4799626" y="1655133"/>
                  </a:lnTo>
                  <a:lnTo>
                    <a:pt x="4799752" y="1655133"/>
                  </a:lnTo>
                  <a:lnTo>
                    <a:pt x="4799879" y="1655133"/>
                  </a:lnTo>
                  <a:lnTo>
                    <a:pt x="4800005" y="1655133"/>
                  </a:lnTo>
                  <a:lnTo>
                    <a:pt x="4800131" y="1655133"/>
                  </a:lnTo>
                  <a:lnTo>
                    <a:pt x="4800257" y="1655133"/>
                  </a:lnTo>
                  <a:lnTo>
                    <a:pt x="4800384" y="1655133"/>
                  </a:lnTo>
                  <a:lnTo>
                    <a:pt x="4800510" y="1655133"/>
                  </a:lnTo>
                  <a:lnTo>
                    <a:pt x="4800636" y="1655133"/>
                  </a:lnTo>
                  <a:lnTo>
                    <a:pt x="4800762" y="1655133"/>
                  </a:lnTo>
                  <a:lnTo>
                    <a:pt x="4800889" y="1655133"/>
                  </a:lnTo>
                  <a:lnTo>
                    <a:pt x="4801015" y="1655133"/>
                  </a:lnTo>
                  <a:lnTo>
                    <a:pt x="4801141" y="1655133"/>
                  </a:lnTo>
                  <a:lnTo>
                    <a:pt x="4801267" y="1655133"/>
                  </a:lnTo>
                  <a:lnTo>
                    <a:pt x="4801394" y="1655133"/>
                  </a:lnTo>
                  <a:lnTo>
                    <a:pt x="4801520" y="1655133"/>
                  </a:lnTo>
                  <a:lnTo>
                    <a:pt x="4801646" y="1655133"/>
                  </a:lnTo>
                  <a:lnTo>
                    <a:pt x="4801772" y="1655133"/>
                  </a:lnTo>
                  <a:lnTo>
                    <a:pt x="4801899" y="1655133"/>
                  </a:lnTo>
                  <a:lnTo>
                    <a:pt x="4802025" y="1655133"/>
                  </a:lnTo>
                  <a:lnTo>
                    <a:pt x="4802151" y="1655133"/>
                  </a:lnTo>
                  <a:lnTo>
                    <a:pt x="4802277" y="1655133"/>
                  </a:lnTo>
                  <a:lnTo>
                    <a:pt x="4802404" y="1655133"/>
                  </a:lnTo>
                  <a:lnTo>
                    <a:pt x="4802530" y="1655133"/>
                  </a:lnTo>
                  <a:lnTo>
                    <a:pt x="4802656" y="1655133"/>
                  </a:lnTo>
                  <a:lnTo>
                    <a:pt x="4802782" y="1655133"/>
                  </a:lnTo>
                  <a:lnTo>
                    <a:pt x="4802909" y="1655133"/>
                  </a:lnTo>
                  <a:lnTo>
                    <a:pt x="4803035" y="1655133"/>
                  </a:lnTo>
                  <a:lnTo>
                    <a:pt x="4803161" y="1655133"/>
                  </a:lnTo>
                  <a:lnTo>
                    <a:pt x="4803287" y="1655133"/>
                  </a:lnTo>
                  <a:lnTo>
                    <a:pt x="4803414" y="1655133"/>
                  </a:lnTo>
                  <a:lnTo>
                    <a:pt x="4803540" y="1655133"/>
                  </a:lnTo>
                  <a:lnTo>
                    <a:pt x="4803666" y="1655133"/>
                  </a:lnTo>
                  <a:lnTo>
                    <a:pt x="4803792" y="1655133"/>
                  </a:lnTo>
                  <a:lnTo>
                    <a:pt x="4803919" y="1655133"/>
                  </a:lnTo>
                  <a:lnTo>
                    <a:pt x="4804045" y="1655133"/>
                  </a:lnTo>
                  <a:lnTo>
                    <a:pt x="4804171" y="1655133"/>
                  </a:lnTo>
                  <a:lnTo>
                    <a:pt x="4804298" y="1655133"/>
                  </a:lnTo>
                  <a:lnTo>
                    <a:pt x="4804424" y="1655133"/>
                  </a:lnTo>
                  <a:lnTo>
                    <a:pt x="4804550" y="1655133"/>
                  </a:lnTo>
                  <a:lnTo>
                    <a:pt x="4804676" y="1655133"/>
                  </a:lnTo>
                  <a:lnTo>
                    <a:pt x="4804803" y="1655133"/>
                  </a:lnTo>
                  <a:lnTo>
                    <a:pt x="4804929" y="1655133"/>
                  </a:lnTo>
                  <a:lnTo>
                    <a:pt x="4805055" y="1655133"/>
                  </a:lnTo>
                  <a:lnTo>
                    <a:pt x="4805181" y="1655133"/>
                  </a:lnTo>
                  <a:lnTo>
                    <a:pt x="4805308" y="1655133"/>
                  </a:lnTo>
                  <a:lnTo>
                    <a:pt x="4805434" y="1655133"/>
                  </a:lnTo>
                  <a:lnTo>
                    <a:pt x="4805560" y="1655133"/>
                  </a:lnTo>
                  <a:lnTo>
                    <a:pt x="4805686" y="1655133"/>
                  </a:lnTo>
                  <a:lnTo>
                    <a:pt x="4805813" y="1655133"/>
                  </a:lnTo>
                  <a:lnTo>
                    <a:pt x="4805939" y="1655133"/>
                  </a:lnTo>
                  <a:lnTo>
                    <a:pt x="4806065" y="1655133"/>
                  </a:lnTo>
                  <a:lnTo>
                    <a:pt x="4806191" y="1655133"/>
                  </a:lnTo>
                  <a:lnTo>
                    <a:pt x="4806318" y="1655133"/>
                  </a:lnTo>
                  <a:lnTo>
                    <a:pt x="4806444" y="1655133"/>
                  </a:lnTo>
                  <a:lnTo>
                    <a:pt x="4806570" y="1655133"/>
                  </a:lnTo>
                  <a:lnTo>
                    <a:pt x="4806696" y="1655133"/>
                  </a:lnTo>
                  <a:lnTo>
                    <a:pt x="4806823" y="1655133"/>
                  </a:lnTo>
                  <a:lnTo>
                    <a:pt x="4806949" y="1655133"/>
                  </a:lnTo>
                  <a:lnTo>
                    <a:pt x="4807075" y="1655133"/>
                  </a:lnTo>
                  <a:lnTo>
                    <a:pt x="4807201" y="1655133"/>
                  </a:lnTo>
                  <a:lnTo>
                    <a:pt x="4807328" y="1655133"/>
                  </a:lnTo>
                  <a:lnTo>
                    <a:pt x="4807454" y="1655133"/>
                  </a:lnTo>
                  <a:lnTo>
                    <a:pt x="4807580" y="1655133"/>
                  </a:lnTo>
                  <a:lnTo>
                    <a:pt x="4807706" y="1655133"/>
                  </a:lnTo>
                  <a:lnTo>
                    <a:pt x="4807833" y="1655133"/>
                  </a:lnTo>
                  <a:lnTo>
                    <a:pt x="4807959" y="1655133"/>
                  </a:lnTo>
                  <a:lnTo>
                    <a:pt x="4808085" y="1655133"/>
                  </a:lnTo>
                  <a:lnTo>
                    <a:pt x="4808211" y="1655133"/>
                  </a:lnTo>
                  <a:lnTo>
                    <a:pt x="4808338" y="1655133"/>
                  </a:lnTo>
                  <a:lnTo>
                    <a:pt x="4808464" y="1655133"/>
                  </a:lnTo>
                  <a:lnTo>
                    <a:pt x="4808590" y="1655133"/>
                  </a:lnTo>
                  <a:lnTo>
                    <a:pt x="4808716" y="1655133"/>
                  </a:lnTo>
                  <a:lnTo>
                    <a:pt x="4808843" y="1655133"/>
                  </a:lnTo>
                  <a:lnTo>
                    <a:pt x="4808969" y="1655133"/>
                  </a:lnTo>
                  <a:lnTo>
                    <a:pt x="4809095" y="1655133"/>
                  </a:lnTo>
                  <a:lnTo>
                    <a:pt x="4809221" y="1655133"/>
                  </a:lnTo>
                  <a:lnTo>
                    <a:pt x="4809348" y="1655133"/>
                  </a:lnTo>
                  <a:lnTo>
                    <a:pt x="4809474" y="1655133"/>
                  </a:lnTo>
                  <a:lnTo>
                    <a:pt x="4809600" y="1655133"/>
                  </a:lnTo>
                  <a:lnTo>
                    <a:pt x="4809727" y="1655133"/>
                  </a:lnTo>
                  <a:lnTo>
                    <a:pt x="4809853" y="1655133"/>
                  </a:lnTo>
                  <a:lnTo>
                    <a:pt x="4809979" y="1655133"/>
                  </a:lnTo>
                  <a:lnTo>
                    <a:pt x="4810105" y="1655133"/>
                  </a:lnTo>
                  <a:lnTo>
                    <a:pt x="4810232" y="1655133"/>
                  </a:lnTo>
                  <a:lnTo>
                    <a:pt x="4810232" y="1650221"/>
                  </a:lnTo>
                  <a:lnTo>
                    <a:pt x="4810358" y="1650221"/>
                  </a:lnTo>
                  <a:lnTo>
                    <a:pt x="4810484" y="1650221"/>
                  </a:lnTo>
                  <a:lnTo>
                    <a:pt x="4810610" y="1650221"/>
                  </a:lnTo>
                  <a:lnTo>
                    <a:pt x="4810737" y="1650221"/>
                  </a:lnTo>
                  <a:lnTo>
                    <a:pt x="4810863" y="1650221"/>
                  </a:lnTo>
                  <a:lnTo>
                    <a:pt x="4810989" y="1650221"/>
                  </a:lnTo>
                  <a:lnTo>
                    <a:pt x="4811115" y="1650221"/>
                  </a:lnTo>
                  <a:lnTo>
                    <a:pt x="4811242" y="1650221"/>
                  </a:lnTo>
                  <a:lnTo>
                    <a:pt x="4811368" y="1650221"/>
                  </a:lnTo>
                  <a:lnTo>
                    <a:pt x="4811494" y="1650221"/>
                  </a:lnTo>
                  <a:lnTo>
                    <a:pt x="4811620" y="1650221"/>
                  </a:lnTo>
                  <a:lnTo>
                    <a:pt x="4811747" y="1650221"/>
                  </a:lnTo>
                  <a:lnTo>
                    <a:pt x="4811873" y="1650221"/>
                  </a:lnTo>
                  <a:lnTo>
                    <a:pt x="4811999" y="1650221"/>
                  </a:lnTo>
                  <a:lnTo>
                    <a:pt x="4812125" y="1650221"/>
                  </a:lnTo>
                  <a:lnTo>
                    <a:pt x="4812252" y="1650221"/>
                  </a:lnTo>
                  <a:lnTo>
                    <a:pt x="4812378" y="1650221"/>
                  </a:lnTo>
                  <a:lnTo>
                    <a:pt x="4812504" y="1650221"/>
                  </a:lnTo>
                  <a:lnTo>
                    <a:pt x="4812630" y="1650221"/>
                  </a:lnTo>
                  <a:lnTo>
                    <a:pt x="4812757" y="1650221"/>
                  </a:lnTo>
                  <a:lnTo>
                    <a:pt x="4812883" y="1650221"/>
                  </a:lnTo>
                  <a:lnTo>
                    <a:pt x="4813009" y="1650221"/>
                  </a:lnTo>
                  <a:lnTo>
                    <a:pt x="4813135" y="1650221"/>
                  </a:lnTo>
                  <a:lnTo>
                    <a:pt x="4813262" y="1650221"/>
                  </a:lnTo>
                  <a:lnTo>
                    <a:pt x="4813388" y="1650221"/>
                  </a:lnTo>
                  <a:lnTo>
                    <a:pt x="4813514" y="1650221"/>
                  </a:lnTo>
                  <a:lnTo>
                    <a:pt x="4813640" y="1650221"/>
                  </a:lnTo>
                  <a:lnTo>
                    <a:pt x="4813767" y="1650221"/>
                  </a:lnTo>
                  <a:lnTo>
                    <a:pt x="4813893" y="1650221"/>
                  </a:lnTo>
                  <a:lnTo>
                    <a:pt x="4814019" y="1650221"/>
                  </a:lnTo>
                  <a:lnTo>
                    <a:pt x="4814145" y="1650221"/>
                  </a:lnTo>
                  <a:lnTo>
                    <a:pt x="4814272" y="1650221"/>
                  </a:lnTo>
                  <a:lnTo>
                    <a:pt x="4814398" y="1650221"/>
                  </a:lnTo>
                  <a:lnTo>
                    <a:pt x="4814524" y="1650221"/>
                  </a:lnTo>
                  <a:lnTo>
                    <a:pt x="4814651" y="1650221"/>
                  </a:lnTo>
                  <a:lnTo>
                    <a:pt x="4814777" y="1650221"/>
                  </a:lnTo>
                  <a:lnTo>
                    <a:pt x="4814903" y="1650221"/>
                  </a:lnTo>
                  <a:lnTo>
                    <a:pt x="4815029" y="1650221"/>
                  </a:lnTo>
                  <a:lnTo>
                    <a:pt x="4815156" y="1650221"/>
                  </a:lnTo>
                  <a:lnTo>
                    <a:pt x="4815282" y="1650221"/>
                  </a:lnTo>
                  <a:lnTo>
                    <a:pt x="4815282" y="1645310"/>
                  </a:lnTo>
                  <a:lnTo>
                    <a:pt x="4815408" y="1645310"/>
                  </a:lnTo>
                  <a:lnTo>
                    <a:pt x="4815534" y="1645310"/>
                  </a:lnTo>
                  <a:lnTo>
                    <a:pt x="4815661" y="1645310"/>
                  </a:lnTo>
                  <a:lnTo>
                    <a:pt x="4815787" y="1645310"/>
                  </a:lnTo>
                  <a:lnTo>
                    <a:pt x="4815913" y="1645310"/>
                  </a:lnTo>
                  <a:lnTo>
                    <a:pt x="4816039" y="1645310"/>
                  </a:lnTo>
                  <a:lnTo>
                    <a:pt x="4816166" y="1645310"/>
                  </a:lnTo>
                  <a:lnTo>
                    <a:pt x="4816292" y="1645310"/>
                  </a:lnTo>
                  <a:lnTo>
                    <a:pt x="4816418" y="1645310"/>
                  </a:lnTo>
                  <a:lnTo>
                    <a:pt x="4816544" y="1645310"/>
                  </a:lnTo>
                  <a:lnTo>
                    <a:pt x="4816671" y="1645310"/>
                  </a:lnTo>
                  <a:lnTo>
                    <a:pt x="4816797" y="1645310"/>
                  </a:lnTo>
                  <a:lnTo>
                    <a:pt x="4816923" y="1645310"/>
                  </a:lnTo>
                  <a:lnTo>
                    <a:pt x="4817049" y="1645310"/>
                  </a:lnTo>
                  <a:lnTo>
                    <a:pt x="4817176" y="1645310"/>
                  </a:lnTo>
                  <a:lnTo>
                    <a:pt x="4817302" y="1645310"/>
                  </a:lnTo>
                  <a:lnTo>
                    <a:pt x="4817428" y="1645310"/>
                  </a:lnTo>
                  <a:lnTo>
                    <a:pt x="4817554" y="1645310"/>
                  </a:lnTo>
                  <a:lnTo>
                    <a:pt x="4817681" y="1645310"/>
                  </a:lnTo>
                  <a:lnTo>
                    <a:pt x="4817807" y="1645310"/>
                  </a:lnTo>
                  <a:lnTo>
                    <a:pt x="4817933" y="1645310"/>
                  </a:lnTo>
                  <a:lnTo>
                    <a:pt x="4818059" y="1645310"/>
                  </a:lnTo>
                  <a:lnTo>
                    <a:pt x="4818186" y="1645310"/>
                  </a:lnTo>
                  <a:lnTo>
                    <a:pt x="4818312" y="1645310"/>
                  </a:lnTo>
                  <a:lnTo>
                    <a:pt x="4818438" y="1645310"/>
                  </a:lnTo>
                  <a:lnTo>
                    <a:pt x="4818564" y="1645310"/>
                  </a:lnTo>
                  <a:lnTo>
                    <a:pt x="4818691" y="1645310"/>
                  </a:lnTo>
                  <a:lnTo>
                    <a:pt x="4818817" y="1645310"/>
                  </a:lnTo>
                  <a:lnTo>
                    <a:pt x="4818943" y="1645310"/>
                  </a:lnTo>
                  <a:lnTo>
                    <a:pt x="4819069" y="1645310"/>
                  </a:lnTo>
                  <a:lnTo>
                    <a:pt x="4819196" y="1645310"/>
                  </a:lnTo>
                  <a:lnTo>
                    <a:pt x="4819322" y="1645310"/>
                  </a:lnTo>
                  <a:lnTo>
                    <a:pt x="4819448" y="1645310"/>
                  </a:lnTo>
                  <a:lnTo>
                    <a:pt x="4819575" y="1645310"/>
                  </a:lnTo>
                  <a:lnTo>
                    <a:pt x="4819701" y="1645310"/>
                  </a:lnTo>
                  <a:lnTo>
                    <a:pt x="4819827" y="1645310"/>
                  </a:lnTo>
                  <a:lnTo>
                    <a:pt x="4819953" y="1645310"/>
                  </a:lnTo>
                  <a:lnTo>
                    <a:pt x="4820080" y="1645310"/>
                  </a:lnTo>
                  <a:lnTo>
                    <a:pt x="4820206" y="1645310"/>
                  </a:lnTo>
                  <a:lnTo>
                    <a:pt x="4820332" y="1645310"/>
                  </a:lnTo>
                  <a:lnTo>
                    <a:pt x="4820458" y="1645310"/>
                  </a:lnTo>
                  <a:lnTo>
                    <a:pt x="4820585" y="1645310"/>
                  </a:lnTo>
                  <a:lnTo>
                    <a:pt x="4820711" y="1645310"/>
                  </a:lnTo>
                  <a:lnTo>
                    <a:pt x="4820837" y="1645310"/>
                  </a:lnTo>
                  <a:lnTo>
                    <a:pt x="4820963" y="1645310"/>
                  </a:lnTo>
                  <a:lnTo>
                    <a:pt x="4821090" y="1645310"/>
                  </a:lnTo>
                  <a:lnTo>
                    <a:pt x="4821216" y="1645310"/>
                  </a:lnTo>
                  <a:lnTo>
                    <a:pt x="4821342" y="1645310"/>
                  </a:lnTo>
                  <a:lnTo>
                    <a:pt x="4821468" y="1645310"/>
                  </a:lnTo>
                  <a:lnTo>
                    <a:pt x="4821595" y="1645310"/>
                  </a:lnTo>
                  <a:lnTo>
                    <a:pt x="4821721" y="1645310"/>
                  </a:lnTo>
                  <a:lnTo>
                    <a:pt x="4821847" y="1645310"/>
                  </a:lnTo>
                  <a:lnTo>
                    <a:pt x="4821973" y="1645310"/>
                  </a:lnTo>
                  <a:lnTo>
                    <a:pt x="4822100" y="1645310"/>
                  </a:lnTo>
                  <a:lnTo>
                    <a:pt x="4822226" y="1645310"/>
                  </a:lnTo>
                  <a:lnTo>
                    <a:pt x="4822352" y="1645310"/>
                  </a:lnTo>
                  <a:lnTo>
                    <a:pt x="4822478" y="1645310"/>
                  </a:lnTo>
                  <a:lnTo>
                    <a:pt x="4822605" y="1645310"/>
                  </a:lnTo>
                  <a:lnTo>
                    <a:pt x="4822731" y="1645310"/>
                  </a:lnTo>
                  <a:lnTo>
                    <a:pt x="4822857" y="1645310"/>
                  </a:lnTo>
                  <a:lnTo>
                    <a:pt x="4822983" y="1645310"/>
                  </a:lnTo>
                  <a:lnTo>
                    <a:pt x="4823110" y="1645310"/>
                  </a:lnTo>
                  <a:lnTo>
                    <a:pt x="4823236" y="1645310"/>
                  </a:lnTo>
                  <a:lnTo>
                    <a:pt x="4823362" y="1645310"/>
                  </a:lnTo>
                  <a:lnTo>
                    <a:pt x="4823488" y="1645310"/>
                  </a:lnTo>
                  <a:lnTo>
                    <a:pt x="4823615" y="1645310"/>
                  </a:lnTo>
                  <a:lnTo>
                    <a:pt x="4823741" y="1645310"/>
                  </a:lnTo>
                  <a:lnTo>
                    <a:pt x="4823867" y="1645310"/>
                  </a:lnTo>
                  <a:lnTo>
                    <a:pt x="4823993" y="1645310"/>
                  </a:lnTo>
                  <a:lnTo>
                    <a:pt x="4824120" y="1645310"/>
                  </a:lnTo>
                  <a:lnTo>
                    <a:pt x="4824246" y="1645310"/>
                  </a:lnTo>
                  <a:lnTo>
                    <a:pt x="4824372" y="1645310"/>
                  </a:lnTo>
                  <a:lnTo>
                    <a:pt x="4824498" y="1645310"/>
                  </a:lnTo>
                  <a:lnTo>
                    <a:pt x="4824625" y="1645310"/>
                  </a:lnTo>
                  <a:lnTo>
                    <a:pt x="4824751" y="1645310"/>
                  </a:lnTo>
                  <a:lnTo>
                    <a:pt x="4824877" y="1645310"/>
                  </a:lnTo>
                  <a:lnTo>
                    <a:pt x="4825004" y="1645310"/>
                  </a:lnTo>
                  <a:lnTo>
                    <a:pt x="4825130" y="1645310"/>
                  </a:lnTo>
                  <a:lnTo>
                    <a:pt x="4825256" y="1645310"/>
                  </a:lnTo>
                  <a:lnTo>
                    <a:pt x="4825382" y="1645310"/>
                  </a:lnTo>
                  <a:lnTo>
                    <a:pt x="4825509" y="1645310"/>
                  </a:lnTo>
                  <a:lnTo>
                    <a:pt x="4825635" y="1645310"/>
                  </a:lnTo>
                  <a:lnTo>
                    <a:pt x="4825761" y="1645310"/>
                  </a:lnTo>
                  <a:lnTo>
                    <a:pt x="4825887" y="1645310"/>
                  </a:lnTo>
                  <a:lnTo>
                    <a:pt x="4826014" y="1645310"/>
                  </a:lnTo>
                  <a:lnTo>
                    <a:pt x="4826140" y="1645310"/>
                  </a:lnTo>
                  <a:lnTo>
                    <a:pt x="4826266" y="1645310"/>
                  </a:lnTo>
                  <a:lnTo>
                    <a:pt x="4826392" y="1645310"/>
                  </a:lnTo>
                  <a:lnTo>
                    <a:pt x="4826519" y="1645310"/>
                  </a:lnTo>
                  <a:lnTo>
                    <a:pt x="4826645" y="1645310"/>
                  </a:lnTo>
                  <a:lnTo>
                    <a:pt x="4826771" y="1645310"/>
                  </a:lnTo>
                  <a:lnTo>
                    <a:pt x="4826897" y="1645310"/>
                  </a:lnTo>
                  <a:lnTo>
                    <a:pt x="4827024" y="1645310"/>
                  </a:lnTo>
                  <a:lnTo>
                    <a:pt x="4827150" y="1645310"/>
                  </a:lnTo>
                  <a:lnTo>
                    <a:pt x="4827276" y="1645310"/>
                  </a:lnTo>
                  <a:lnTo>
                    <a:pt x="4827402" y="1645310"/>
                  </a:lnTo>
                  <a:lnTo>
                    <a:pt x="4827529" y="1645310"/>
                  </a:lnTo>
                  <a:lnTo>
                    <a:pt x="4827655" y="1645310"/>
                  </a:lnTo>
                  <a:lnTo>
                    <a:pt x="4827781" y="1645310"/>
                  </a:lnTo>
                  <a:lnTo>
                    <a:pt x="4827907" y="1645310"/>
                  </a:lnTo>
                  <a:lnTo>
                    <a:pt x="4828034" y="1645310"/>
                  </a:lnTo>
                  <a:lnTo>
                    <a:pt x="4828160" y="1645310"/>
                  </a:lnTo>
                  <a:lnTo>
                    <a:pt x="4828286" y="1645310"/>
                  </a:lnTo>
                  <a:lnTo>
                    <a:pt x="4828412" y="1645310"/>
                  </a:lnTo>
                  <a:lnTo>
                    <a:pt x="4828539" y="1645310"/>
                  </a:lnTo>
                  <a:lnTo>
                    <a:pt x="4828665" y="1645310"/>
                  </a:lnTo>
                  <a:lnTo>
                    <a:pt x="4828791" y="1645310"/>
                  </a:lnTo>
                  <a:lnTo>
                    <a:pt x="4828917" y="1645310"/>
                  </a:lnTo>
                  <a:lnTo>
                    <a:pt x="4829044" y="1645310"/>
                  </a:lnTo>
                  <a:lnTo>
                    <a:pt x="4829170" y="1645310"/>
                  </a:lnTo>
                  <a:lnTo>
                    <a:pt x="4829296" y="1645310"/>
                  </a:lnTo>
                  <a:lnTo>
                    <a:pt x="4829422" y="1645310"/>
                  </a:lnTo>
                  <a:lnTo>
                    <a:pt x="4829549" y="1645310"/>
                  </a:lnTo>
                  <a:lnTo>
                    <a:pt x="4829675" y="1645310"/>
                  </a:lnTo>
                  <a:lnTo>
                    <a:pt x="4829801" y="1645310"/>
                  </a:lnTo>
                  <a:lnTo>
                    <a:pt x="4829928" y="1645310"/>
                  </a:lnTo>
                  <a:lnTo>
                    <a:pt x="4830054" y="1645310"/>
                  </a:lnTo>
                  <a:lnTo>
                    <a:pt x="4830180" y="1645310"/>
                  </a:lnTo>
                  <a:lnTo>
                    <a:pt x="4830306" y="1645310"/>
                  </a:lnTo>
                  <a:lnTo>
                    <a:pt x="4830433" y="1645310"/>
                  </a:lnTo>
                  <a:lnTo>
                    <a:pt x="4830559" y="1645310"/>
                  </a:lnTo>
                  <a:lnTo>
                    <a:pt x="4830685" y="1645310"/>
                  </a:lnTo>
                  <a:lnTo>
                    <a:pt x="4830811" y="1645310"/>
                  </a:lnTo>
                  <a:lnTo>
                    <a:pt x="4830938" y="1645310"/>
                  </a:lnTo>
                  <a:lnTo>
                    <a:pt x="4831064" y="1645310"/>
                  </a:lnTo>
                  <a:lnTo>
                    <a:pt x="4831190" y="1645310"/>
                  </a:lnTo>
                  <a:lnTo>
                    <a:pt x="4831316" y="1645310"/>
                  </a:lnTo>
                  <a:lnTo>
                    <a:pt x="4831443" y="1645310"/>
                  </a:lnTo>
                  <a:lnTo>
                    <a:pt x="4831569" y="1645310"/>
                  </a:lnTo>
                  <a:lnTo>
                    <a:pt x="4831569" y="1640399"/>
                  </a:lnTo>
                  <a:lnTo>
                    <a:pt x="4831695" y="1640399"/>
                  </a:lnTo>
                  <a:lnTo>
                    <a:pt x="4831821" y="1640399"/>
                  </a:lnTo>
                  <a:lnTo>
                    <a:pt x="4831948" y="1640399"/>
                  </a:lnTo>
                  <a:lnTo>
                    <a:pt x="4832074" y="1640399"/>
                  </a:lnTo>
                  <a:lnTo>
                    <a:pt x="4832200" y="1640399"/>
                  </a:lnTo>
                  <a:lnTo>
                    <a:pt x="4832326" y="1640399"/>
                  </a:lnTo>
                  <a:lnTo>
                    <a:pt x="4832453" y="1640399"/>
                  </a:lnTo>
                  <a:lnTo>
                    <a:pt x="4832579" y="1640399"/>
                  </a:lnTo>
                  <a:lnTo>
                    <a:pt x="4832705" y="1640399"/>
                  </a:lnTo>
                  <a:lnTo>
                    <a:pt x="4832831" y="1640399"/>
                  </a:lnTo>
                  <a:lnTo>
                    <a:pt x="4832958" y="1640399"/>
                  </a:lnTo>
                  <a:lnTo>
                    <a:pt x="4833084" y="1640399"/>
                  </a:lnTo>
                  <a:lnTo>
                    <a:pt x="4833210" y="1640399"/>
                  </a:lnTo>
                  <a:lnTo>
                    <a:pt x="4833336" y="1640399"/>
                  </a:lnTo>
                  <a:lnTo>
                    <a:pt x="4833463" y="1640399"/>
                  </a:lnTo>
                  <a:lnTo>
                    <a:pt x="4833589" y="1640399"/>
                  </a:lnTo>
                  <a:lnTo>
                    <a:pt x="4833715" y="1640399"/>
                  </a:lnTo>
                  <a:lnTo>
                    <a:pt x="4833841" y="1640399"/>
                  </a:lnTo>
                  <a:lnTo>
                    <a:pt x="4833968" y="1640399"/>
                  </a:lnTo>
                  <a:lnTo>
                    <a:pt x="4834094" y="1640399"/>
                  </a:lnTo>
                  <a:lnTo>
                    <a:pt x="4834094" y="1635487"/>
                  </a:lnTo>
                  <a:lnTo>
                    <a:pt x="4834220" y="1635487"/>
                  </a:lnTo>
                  <a:lnTo>
                    <a:pt x="4834346" y="1635487"/>
                  </a:lnTo>
                  <a:lnTo>
                    <a:pt x="4834473" y="1635487"/>
                  </a:lnTo>
                  <a:lnTo>
                    <a:pt x="4834599" y="1635487"/>
                  </a:lnTo>
                  <a:lnTo>
                    <a:pt x="4834725" y="1635487"/>
                  </a:lnTo>
                  <a:lnTo>
                    <a:pt x="4834851" y="1635487"/>
                  </a:lnTo>
                  <a:lnTo>
                    <a:pt x="4834978" y="1635487"/>
                  </a:lnTo>
                  <a:lnTo>
                    <a:pt x="4835104" y="1635487"/>
                  </a:lnTo>
                  <a:lnTo>
                    <a:pt x="4835230" y="1635487"/>
                  </a:lnTo>
                  <a:lnTo>
                    <a:pt x="4835357" y="1635487"/>
                  </a:lnTo>
                  <a:lnTo>
                    <a:pt x="4835483" y="1635487"/>
                  </a:lnTo>
                  <a:lnTo>
                    <a:pt x="4835609" y="1635487"/>
                  </a:lnTo>
                  <a:lnTo>
                    <a:pt x="4835735" y="1635487"/>
                  </a:lnTo>
                  <a:lnTo>
                    <a:pt x="4835862" y="1635487"/>
                  </a:lnTo>
                  <a:lnTo>
                    <a:pt x="4835988" y="1635487"/>
                  </a:lnTo>
                  <a:lnTo>
                    <a:pt x="4836114" y="1635487"/>
                  </a:lnTo>
                  <a:lnTo>
                    <a:pt x="4836240" y="1635487"/>
                  </a:lnTo>
                  <a:lnTo>
                    <a:pt x="4836367" y="1635487"/>
                  </a:lnTo>
                  <a:lnTo>
                    <a:pt x="4836493" y="1635487"/>
                  </a:lnTo>
                  <a:lnTo>
                    <a:pt x="4836619" y="1635487"/>
                  </a:lnTo>
                  <a:lnTo>
                    <a:pt x="4836745" y="1635487"/>
                  </a:lnTo>
                  <a:lnTo>
                    <a:pt x="4836872" y="1635487"/>
                  </a:lnTo>
                  <a:lnTo>
                    <a:pt x="4836998" y="1635487"/>
                  </a:lnTo>
                  <a:lnTo>
                    <a:pt x="4837124" y="1635487"/>
                  </a:lnTo>
                  <a:lnTo>
                    <a:pt x="4837250" y="1635487"/>
                  </a:lnTo>
                  <a:lnTo>
                    <a:pt x="4837377" y="1635487"/>
                  </a:lnTo>
                  <a:lnTo>
                    <a:pt x="4837503" y="1635487"/>
                  </a:lnTo>
                  <a:lnTo>
                    <a:pt x="4837629" y="1635487"/>
                  </a:lnTo>
                  <a:lnTo>
                    <a:pt x="4837755" y="1635487"/>
                  </a:lnTo>
                  <a:lnTo>
                    <a:pt x="4837882" y="1635487"/>
                  </a:lnTo>
                  <a:lnTo>
                    <a:pt x="4838008" y="1635487"/>
                  </a:lnTo>
                  <a:lnTo>
                    <a:pt x="4838134" y="1635487"/>
                  </a:lnTo>
                  <a:lnTo>
                    <a:pt x="4838260" y="1635487"/>
                  </a:lnTo>
                  <a:lnTo>
                    <a:pt x="4838387" y="1635487"/>
                  </a:lnTo>
                  <a:lnTo>
                    <a:pt x="4838513" y="1635487"/>
                  </a:lnTo>
                  <a:lnTo>
                    <a:pt x="4838639" y="1635487"/>
                  </a:lnTo>
                  <a:lnTo>
                    <a:pt x="4838765" y="1635487"/>
                  </a:lnTo>
                  <a:lnTo>
                    <a:pt x="4838892" y="1635487"/>
                  </a:lnTo>
                  <a:lnTo>
                    <a:pt x="4839018" y="1635487"/>
                  </a:lnTo>
                  <a:lnTo>
                    <a:pt x="4839144" y="1635487"/>
                  </a:lnTo>
                  <a:lnTo>
                    <a:pt x="4839270" y="1635487"/>
                  </a:lnTo>
                  <a:lnTo>
                    <a:pt x="4839397" y="1635487"/>
                  </a:lnTo>
                  <a:lnTo>
                    <a:pt x="4839523" y="1635487"/>
                  </a:lnTo>
                  <a:lnTo>
                    <a:pt x="4839649" y="1635487"/>
                  </a:lnTo>
                  <a:lnTo>
                    <a:pt x="4839775" y="1635487"/>
                  </a:lnTo>
                  <a:lnTo>
                    <a:pt x="4839902" y="1635487"/>
                  </a:lnTo>
                  <a:lnTo>
                    <a:pt x="4840028" y="1635487"/>
                  </a:lnTo>
                  <a:lnTo>
                    <a:pt x="4840154" y="1635487"/>
                  </a:lnTo>
                  <a:lnTo>
                    <a:pt x="4840281" y="1635487"/>
                  </a:lnTo>
                  <a:lnTo>
                    <a:pt x="4840407" y="1635487"/>
                  </a:lnTo>
                  <a:lnTo>
                    <a:pt x="4840533" y="1635487"/>
                  </a:lnTo>
                  <a:lnTo>
                    <a:pt x="4840659" y="1635487"/>
                  </a:lnTo>
                  <a:lnTo>
                    <a:pt x="4840786" y="1635487"/>
                  </a:lnTo>
                  <a:lnTo>
                    <a:pt x="4840912" y="1635487"/>
                  </a:lnTo>
                  <a:lnTo>
                    <a:pt x="4841038" y="1635487"/>
                  </a:lnTo>
                  <a:lnTo>
                    <a:pt x="4841164" y="1635487"/>
                  </a:lnTo>
                  <a:lnTo>
                    <a:pt x="4841291" y="1635487"/>
                  </a:lnTo>
                  <a:lnTo>
                    <a:pt x="4841417" y="1635487"/>
                  </a:lnTo>
                  <a:lnTo>
                    <a:pt x="4841543" y="1635487"/>
                  </a:lnTo>
                  <a:lnTo>
                    <a:pt x="4841669" y="1635487"/>
                  </a:lnTo>
                  <a:lnTo>
                    <a:pt x="4841796" y="1635487"/>
                  </a:lnTo>
                  <a:lnTo>
                    <a:pt x="4841922" y="1635487"/>
                  </a:lnTo>
                  <a:lnTo>
                    <a:pt x="4842048" y="1635487"/>
                  </a:lnTo>
                  <a:lnTo>
                    <a:pt x="4842174" y="1635487"/>
                  </a:lnTo>
                  <a:lnTo>
                    <a:pt x="4842301" y="1635487"/>
                  </a:lnTo>
                  <a:lnTo>
                    <a:pt x="4842427" y="1635487"/>
                  </a:lnTo>
                  <a:lnTo>
                    <a:pt x="4842553" y="1635487"/>
                  </a:lnTo>
                  <a:lnTo>
                    <a:pt x="4842679" y="1635487"/>
                  </a:lnTo>
                  <a:lnTo>
                    <a:pt x="4842806" y="1635487"/>
                  </a:lnTo>
                  <a:lnTo>
                    <a:pt x="4842932" y="1635487"/>
                  </a:lnTo>
                  <a:lnTo>
                    <a:pt x="4843058" y="1635487"/>
                  </a:lnTo>
                  <a:lnTo>
                    <a:pt x="4843184" y="1635487"/>
                  </a:lnTo>
                  <a:lnTo>
                    <a:pt x="4843311" y="1635487"/>
                  </a:lnTo>
                  <a:lnTo>
                    <a:pt x="4843437" y="1635487"/>
                  </a:lnTo>
                  <a:lnTo>
                    <a:pt x="4843563" y="1635487"/>
                  </a:lnTo>
                  <a:lnTo>
                    <a:pt x="4843689" y="1635487"/>
                  </a:lnTo>
                  <a:lnTo>
                    <a:pt x="4843816" y="1635487"/>
                  </a:lnTo>
                  <a:lnTo>
                    <a:pt x="4843942" y="1635487"/>
                  </a:lnTo>
                  <a:lnTo>
                    <a:pt x="4844068" y="1635487"/>
                  </a:lnTo>
                  <a:lnTo>
                    <a:pt x="4844194" y="1635487"/>
                  </a:lnTo>
                  <a:lnTo>
                    <a:pt x="4844194" y="1630576"/>
                  </a:lnTo>
                  <a:lnTo>
                    <a:pt x="4844321" y="1630576"/>
                  </a:lnTo>
                  <a:lnTo>
                    <a:pt x="4844447" y="1630576"/>
                  </a:lnTo>
                  <a:lnTo>
                    <a:pt x="4844573" y="1630576"/>
                  </a:lnTo>
                  <a:lnTo>
                    <a:pt x="4844699" y="1630576"/>
                  </a:lnTo>
                  <a:lnTo>
                    <a:pt x="4844826" y="1630576"/>
                  </a:lnTo>
                  <a:lnTo>
                    <a:pt x="4844952" y="1630576"/>
                  </a:lnTo>
                  <a:lnTo>
                    <a:pt x="4845078" y="1630576"/>
                  </a:lnTo>
                  <a:lnTo>
                    <a:pt x="4845204" y="1630576"/>
                  </a:lnTo>
                  <a:lnTo>
                    <a:pt x="4845331" y="1630576"/>
                  </a:lnTo>
                  <a:lnTo>
                    <a:pt x="4845457" y="1630576"/>
                  </a:lnTo>
                  <a:lnTo>
                    <a:pt x="4845583" y="1630576"/>
                  </a:lnTo>
                  <a:lnTo>
                    <a:pt x="4845710" y="1630576"/>
                  </a:lnTo>
                  <a:lnTo>
                    <a:pt x="4845836" y="1630576"/>
                  </a:lnTo>
                  <a:lnTo>
                    <a:pt x="4845962" y="1630576"/>
                  </a:lnTo>
                  <a:lnTo>
                    <a:pt x="4846088" y="1630576"/>
                  </a:lnTo>
                  <a:lnTo>
                    <a:pt x="4846215" y="1630576"/>
                  </a:lnTo>
                  <a:lnTo>
                    <a:pt x="4846341" y="1630576"/>
                  </a:lnTo>
                  <a:lnTo>
                    <a:pt x="4846467" y="1630576"/>
                  </a:lnTo>
                  <a:lnTo>
                    <a:pt x="4846593" y="1630576"/>
                  </a:lnTo>
                  <a:lnTo>
                    <a:pt x="4846720" y="1630576"/>
                  </a:lnTo>
                  <a:lnTo>
                    <a:pt x="4846846" y="1630576"/>
                  </a:lnTo>
                  <a:lnTo>
                    <a:pt x="4846972" y="1630576"/>
                  </a:lnTo>
                  <a:lnTo>
                    <a:pt x="4847098" y="1630576"/>
                  </a:lnTo>
                  <a:lnTo>
                    <a:pt x="4847225" y="1630576"/>
                  </a:lnTo>
                  <a:lnTo>
                    <a:pt x="4847351" y="1630576"/>
                  </a:lnTo>
                  <a:lnTo>
                    <a:pt x="4847477" y="1630576"/>
                  </a:lnTo>
                  <a:lnTo>
                    <a:pt x="4847603" y="1630576"/>
                  </a:lnTo>
                  <a:lnTo>
                    <a:pt x="4847730" y="1630576"/>
                  </a:lnTo>
                  <a:lnTo>
                    <a:pt x="4847856" y="1630576"/>
                  </a:lnTo>
                  <a:lnTo>
                    <a:pt x="4847982" y="1630576"/>
                  </a:lnTo>
                  <a:lnTo>
                    <a:pt x="4848108" y="1630576"/>
                  </a:lnTo>
                  <a:lnTo>
                    <a:pt x="4848235" y="1630576"/>
                  </a:lnTo>
                  <a:lnTo>
                    <a:pt x="4848361" y="1630576"/>
                  </a:lnTo>
                  <a:lnTo>
                    <a:pt x="4848487" y="1630576"/>
                  </a:lnTo>
                  <a:lnTo>
                    <a:pt x="4848613" y="1630576"/>
                  </a:lnTo>
                  <a:lnTo>
                    <a:pt x="4848740" y="1630576"/>
                  </a:lnTo>
                  <a:lnTo>
                    <a:pt x="4848866" y="1630576"/>
                  </a:lnTo>
                  <a:lnTo>
                    <a:pt x="4848992" y="1630576"/>
                  </a:lnTo>
                  <a:lnTo>
                    <a:pt x="4849118" y="1630576"/>
                  </a:lnTo>
                  <a:lnTo>
                    <a:pt x="4849245" y="1630576"/>
                  </a:lnTo>
                  <a:lnTo>
                    <a:pt x="4849371" y="1630576"/>
                  </a:lnTo>
                  <a:lnTo>
                    <a:pt x="4849497" y="1630576"/>
                  </a:lnTo>
                  <a:lnTo>
                    <a:pt x="4849623" y="1630576"/>
                  </a:lnTo>
                  <a:lnTo>
                    <a:pt x="4849750" y="1630576"/>
                  </a:lnTo>
                  <a:lnTo>
                    <a:pt x="4849876" y="1630576"/>
                  </a:lnTo>
                  <a:lnTo>
                    <a:pt x="4850002" y="1630576"/>
                  </a:lnTo>
                  <a:lnTo>
                    <a:pt x="4850128" y="1630576"/>
                  </a:lnTo>
                  <a:lnTo>
                    <a:pt x="4850255" y="1630576"/>
                  </a:lnTo>
                  <a:lnTo>
                    <a:pt x="4850381" y="1630576"/>
                  </a:lnTo>
                  <a:lnTo>
                    <a:pt x="4850507" y="1630576"/>
                  </a:lnTo>
                  <a:lnTo>
                    <a:pt x="4850634" y="1630576"/>
                  </a:lnTo>
                  <a:lnTo>
                    <a:pt x="4850760" y="1630576"/>
                  </a:lnTo>
                  <a:lnTo>
                    <a:pt x="4850886" y="1630576"/>
                  </a:lnTo>
                  <a:lnTo>
                    <a:pt x="4851012" y="1630576"/>
                  </a:lnTo>
                  <a:lnTo>
                    <a:pt x="4851139" y="1630576"/>
                  </a:lnTo>
                  <a:lnTo>
                    <a:pt x="4851265" y="1630576"/>
                  </a:lnTo>
                  <a:lnTo>
                    <a:pt x="4851391" y="1630576"/>
                  </a:lnTo>
                  <a:lnTo>
                    <a:pt x="4851517" y="1630576"/>
                  </a:lnTo>
                  <a:lnTo>
                    <a:pt x="4851644" y="1630576"/>
                  </a:lnTo>
                  <a:lnTo>
                    <a:pt x="4851770" y="1630576"/>
                  </a:lnTo>
                  <a:lnTo>
                    <a:pt x="4851896" y="1630576"/>
                  </a:lnTo>
                  <a:lnTo>
                    <a:pt x="4851896" y="1625665"/>
                  </a:lnTo>
                  <a:lnTo>
                    <a:pt x="4852022" y="1625665"/>
                  </a:lnTo>
                  <a:lnTo>
                    <a:pt x="4852149" y="1625665"/>
                  </a:lnTo>
                  <a:lnTo>
                    <a:pt x="4852275" y="1625665"/>
                  </a:lnTo>
                  <a:lnTo>
                    <a:pt x="4852401" y="1625665"/>
                  </a:lnTo>
                  <a:lnTo>
                    <a:pt x="4852527" y="1625665"/>
                  </a:lnTo>
                  <a:lnTo>
                    <a:pt x="4852527" y="1620753"/>
                  </a:lnTo>
                  <a:lnTo>
                    <a:pt x="4852654" y="1620753"/>
                  </a:lnTo>
                  <a:lnTo>
                    <a:pt x="4852780" y="1620753"/>
                  </a:lnTo>
                  <a:lnTo>
                    <a:pt x="4852906" y="1620753"/>
                  </a:lnTo>
                  <a:lnTo>
                    <a:pt x="4853032" y="1620753"/>
                  </a:lnTo>
                  <a:lnTo>
                    <a:pt x="4853159" y="1620753"/>
                  </a:lnTo>
                  <a:lnTo>
                    <a:pt x="4853285" y="1620753"/>
                  </a:lnTo>
                  <a:lnTo>
                    <a:pt x="4853411" y="1620753"/>
                  </a:lnTo>
                  <a:lnTo>
                    <a:pt x="4853537" y="1620753"/>
                  </a:lnTo>
                  <a:lnTo>
                    <a:pt x="4853664" y="1620753"/>
                  </a:lnTo>
                  <a:lnTo>
                    <a:pt x="4853664" y="1615842"/>
                  </a:lnTo>
                  <a:lnTo>
                    <a:pt x="4853790" y="1615842"/>
                  </a:lnTo>
                  <a:lnTo>
                    <a:pt x="4853916" y="1615842"/>
                  </a:lnTo>
                  <a:lnTo>
                    <a:pt x="4854042" y="1615842"/>
                  </a:lnTo>
                  <a:lnTo>
                    <a:pt x="4854169" y="1615842"/>
                  </a:lnTo>
                  <a:lnTo>
                    <a:pt x="4854295" y="1615842"/>
                  </a:lnTo>
                  <a:lnTo>
                    <a:pt x="4854421" y="1615842"/>
                  </a:lnTo>
                  <a:lnTo>
                    <a:pt x="4854547" y="1615842"/>
                  </a:lnTo>
                  <a:lnTo>
                    <a:pt x="4854674" y="1615842"/>
                  </a:lnTo>
                  <a:lnTo>
                    <a:pt x="4854800" y="1615842"/>
                  </a:lnTo>
                  <a:lnTo>
                    <a:pt x="4854926" y="1615842"/>
                  </a:lnTo>
                  <a:lnTo>
                    <a:pt x="4855052" y="1615842"/>
                  </a:lnTo>
                  <a:lnTo>
                    <a:pt x="4855179" y="1615842"/>
                  </a:lnTo>
                  <a:lnTo>
                    <a:pt x="4855305" y="1615842"/>
                  </a:lnTo>
                  <a:lnTo>
                    <a:pt x="4855431" y="1615842"/>
                  </a:lnTo>
                  <a:lnTo>
                    <a:pt x="4855557" y="1615842"/>
                  </a:lnTo>
                  <a:lnTo>
                    <a:pt x="4855684" y="1615842"/>
                  </a:lnTo>
                  <a:lnTo>
                    <a:pt x="4855684" y="1610930"/>
                  </a:lnTo>
                  <a:lnTo>
                    <a:pt x="4855810" y="1610930"/>
                  </a:lnTo>
                  <a:lnTo>
                    <a:pt x="4855936" y="1610930"/>
                  </a:lnTo>
                  <a:lnTo>
                    <a:pt x="4856063" y="1610930"/>
                  </a:lnTo>
                  <a:lnTo>
                    <a:pt x="4856189" y="1610930"/>
                  </a:lnTo>
                  <a:lnTo>
                    <a:pt x="4856315" y="1610930"/>
                  </a:lnTo>
                  <a:lnTo>
                    <a:pt x="4856441" y="1610930"/>
                  </a:lnTo>
                  <a:lnTo>
                    <a:pt x="4856568" y="1610930"/>
                  </a:lnTo>
                  <a:lnTo>
                    <a:pt x="4856694" y="1610930"/>
                  </a:lnTo>
                  <a:lnTo>
                    <a:pt x="4856820" y="1610930"/>
                  </a:lnTo>
                  <a:lnTo>
                    <a:pt x="4856946" y="1610930"/>
                  </a:lnTo>
                  <a:lnTo>
                    <a:pt x="4857073" y="1610930"/>
                  </a:lnTo>
                  <a:lnTo>
                    <a:pt x="4857199" y="1610930"/>
                  </a:lnTo>
                  <a:lnTo>
                    <a:pt x="4857325" y="1610930"/>
                  </a:lnTo>
                  <a:lnTo>
                    <a:pt x="4857451" y="1610930"/>
                  </a:lnTo>
                  <a:lnTo>
                    <a:pt x="4857578" y="1610930"/>
                  </a:lnTo>
                  <a:lnTo>
                    <a:pt x="4857704" y="1610930"/>
                  </a:lnTo>
                  <a:lnTo>
                    <a:pt x="4857830" y="1610930"/>
                  </a:lnTo>
                  <a:lnTo>
                    <a:pt x="4857956" y="1610930"/>
                  </a:lnTo>
                  <a:lnTo>
                    <a:pt x="4858083" y="1610930"/>
                  </a:lnTo>
                  <a:lnTo>
                    <a:pt x="4858209" y="1610930"/>
                  </a:lnTo>
                  <a:lnTo>
                    <a:pt x="4858335" y="1610930"/>
                  </a:lnTo>
                  <a:lnTo>
                    <a:pt x="4858461" y="1610930"/>
                  </a:lnTo>
                  <a:lnTo>
                    <a:pt x="4858588" y="1610930"/>
                  </a:lnTo>
                  <a:lnTo>
                    <a:pt x="4858714" y="1610930"/>
                  </a:lnTo>
                  <a:lnTo>
                    <a:pt x="4858840" y="1610930"/>
                  </a:lnTo>
                  <a:lnTo>
                    <a:pt x="4858966" y="1610930"/>
                  </a:lnTo>
                  <a:lnTo>
                    <a:pt x="4859093" y="1610930"/>
                  </a:lnTo>
                  <a:lnTo>
                    <a:pt x="4859219" y="1610930"/>
                  </a:lnTo>
                  <a:lnTo>
                    <a:pt x="4859345" y="1610930"/>
                  </a:lnTo>
                  <a:lnTo>
                    <a:pt x="4859471" y="1610930"/>
                  </a:lnTo>
                  <a:lnTo>
                    <a:pt x="4859598" y="1610930"/>
                  </a:lnTo>
                  <a:lnTo>
                    <a:pt x="4859724" y="1610930"/>
                  </a:lnTo>
                  <a:lnTo>
                    <a:pt x="4859850" y="1610930"/>
                  </a:lnTo>
                  <a:lnTo>
                    <a:pt x="4859976" y="1610930"/>
                  </a:lnTo>
                  <a:lnTo>
                    <a:pt x="4860103" y="1610930"/>
                  </a:lnTo>
                  <a:lnTo>
                    <a:pt x="4860229" y="1610930"/>
                  </a:lnTo>
                  <a:lnTo>
                    <a:pt x="4860355" y="1610930"/>
                  </a:lnTo>
                  <a:lnTo>
                    <a:pt x="4860481" y="1610930"/>
                  </a:lnTo>
                  <a:lnTo>
                    <a:pt x="4860608" y="1610930"/>
                  </a:lnTo>
                  <a:lnTo>
                    <a:pt x="4860734" y="1610930"/>
                  </a:lnTo>
                  <a:lnTo>
                    <a:pt x="4860860" y="1610930"/>
                  </a:lnTo>
                  <a:lnTo>
                    <a:pt x="4860987" y="1610930"/>
                  </a:lnTo>
                  <a:lnTo>
                    <a:pt x="4861113" y="1610930"/>
                  </a:lnTo>
                  <a:lnTo>
                    <a:pt x="4861239" y="1610930"/>
                  </a:lnTo>
                  <a:lnTo>
                    <a:pt x="4861365" y="1610930"/>
                  </a:lnTo>
                  <a:lnTo>
                    <a:pt x="4861492" y="1610930"/>
                  </a:lnTo>
                  <a:lnTo>
                    <a:pt x="4861618" y="1610930"/>
                  </a:lnTo>
                  <a:lnTo>
                    <a:pt x="4861744" y="1610930"/>
                  </a:lnTo>
                  <a:lnTo>
                    <a:pt x="4861870" y="1610930"/>
                  </a:lnTo>
                  <a:lnTo>
                    <a:pt x="4861997" y="1610930"/>
                  </a:lnTo>
                  <a:lnTo>
                    <a:pt x="4862123" y="1610930"/>
                  </a:lnTo>
                  <a:lnTo>
                    <a:pt x="4862249" y="1610930"/>
                  </a:lnTo>
                  <a:lnTo>
                    <a:pt x="4862375" y="1610930"/>
                  </a:lnTo>
                  <a:lnTo>
                    <a:pt x="4862502" y="1610930"/>
                  </a:lnTo>
                  <a:lnTo>
                    <a:pt x="4862628" y="1610930"/>
                  </a:lnTo>
                  <a:lnTo>
                    <a:pt x="4862754" y="1610930"/>
                  </a:lnTo>
                  <a:lnTo>
                    <a:pt x="4862880" y="1610930"/>
                  </a:lnTo>
                  <a:lnTo>
                    <a:pt x="4863007" y="1610930"/>
                  </a:lnTo>
                  <a:lnTo>
                    <a:pt x="4863133" y="1610930"/>
                  </a:lnTo>
                  <a:lnTo>
                    <a:pt x="4863259" y="1610930"/>
                  </a:lnTo>
                  <a:lnTo>
                    <a:pt x="4863385" y="1610930"/>
                  </a:lnTo>
                  <a:lnTo>
                    <a:pt x="4863512" y="1610930"/>
                  </a:lnTo>
                  <a:lnTo>
                    <a:pt x="4863638" y="1610930"/>
                  </a:lnTo>
                  <a:lnTo>
                    <a:pt x="4863764" y="1610930"/>
                  </a:lnTo>
                  <a:lnTo>
                    <a:pt x="4863890" y="1610930"/>
                  </a:lnTo>
                  <a:lnTo>
                    <a:pt x="4864017" y="1610930"/>
                  </a:lnTo>
                  <a:lnTo>
                    <a:pt x="4864143" y="1610930"/>
                  </a:lnTo>
                  <a:lnTo>
                    <a:pt x="4864269" y="1610930"/>
                  </a:lnTo>
                  <a:lnTo>
                    <a:pt x="4864395" y="1610930"/>
                  </a:lnTo>
                  <a:lnTo>
                    <a:pt x="4864522" y="1610930"/>
                  </a:lnTo>
                  <a:lnTo>
                    <a:pt x="4864648" y="1610930"/>
                  </a:lnTo>
                  <a:lnTo>
                    <a:pt x="4864774" y="1610930"/>
                  </a:lnTo>
                  <a:lnTo>
                    <a:pt x="4864900" y="1610930"/>
                  </a:lnTo>
                  <a:lnTo>
                    <a:pt x="4865027" y="1610930"/>
                  </a:lnTo>
                  <a:lnTo>
                    <a:pt x="4865153" y="1610930"/>
                  </a:lnTo>
                  <a:lnTo>
                    <a:pt x="4865279" y="1610930"/>
                  </a:lnTo>
                  <a:lnTo>
                    <a:pt x="4865405" y="1610930"/>
                  </a:lnTo>
                  <a:lnTo>
                    <a:pt x="4865532" y="1610930"/>
                  </a:lnTo>
                  <a:lnTo>
                    <a:pt x="4865658" y="1610930"/>
                  </a:lnTo>
                  <a:lnTo>
                    <a:pt x="4865784" y="1610930"/>
                  </a:lnTo>
                  <a:lnTo>
                    <a:pt x="4865910" y="1610930"/>
                  </a:lnTo>
                  <a:lnTo>
                    <a:pt x="4866037" y="1610930"/>
                  </a:lnTo>
                  <a:lnTo>
                    <a:pt x="4866163" y="1610930"/>
                  </a:lnTo>
                  <a:lnTo>
                    <a:pt x="4866289" y="1610930"/>
                  </a:lnTo>
                  <a:lnTo>
                    <a:pt x="4866416" y="1610930"/>
                  </a:lnTo>
                  <a:lnTo>
                    <a:pt x="4866542" y="1610930"/>
                  </a:lnTo>
                  <a:lnTo>
                    <a:pt x="4866668" y="1610930"/>
                  </a:lnTo>
                  <a:lnTo>
                    <a:pt x="4866794" y="1610930"/>
                  </a:lnTo>
                  <a:lnTo>
                    <a:pt x="4866921" y="1610930"/>
                  </a:lnTo>
                  <a:lnTo>
                    <a:pt x="4867047" y="1610930"/>
                  </a:lnTo>
                  <a:lnTo>
                    <a:pt x="4867173" y="1610930"/>
                  </a:lnTo>
                  <a:lnTo>
                    <a:pt x="4867299" y="1610930"/>
                  </a:lnTo>
                  <a:lnTo>
                    <a:pt x="4867426" y="1610930"/>
                  </a:lnTo>
                  <a:lnTo>
                    <a:pt x="4867552" y="1610930"/>
                  </a:lnTo>
                  <a:lnTo>
                    <a:pt x="4867678" y="1610930"/>
                  </a:lnTo>
                  <a:lnTo>
                    <a:pt x="4867804" y="1610930"/>
                  </a:lnTo>
                  <a:lnTo>
                    <a:pt x="4867931" y="1610930"/>
                  </a:lnTo>
                  <a:lnTo>
                    <a:pt x="4868057" y="1610930"/>
                  </a:lnTo>
                  <a:lnTo>
                    <a:pt x="4868183" y="1610930"/>
                  </a:lnTo>
                  <a:lnTo>
                    <a:pt x="4868309" y="1610930"/>
                  </a:lnTo>
                  <a:lnTo>
                    <a:pt x="4868436" y="1610930"/>
                  </a:lnTo>
                  <a:lnTo>
                    <a:pt x="4868562" y="1610930"/>
                  </a:lnTo>
                  <a:lnTo>
                    <a:pt x="4868688" y="1610930"/>
                  </a:lnTo>
                  <a:lnTo>
                    <a:pt x="4868688" y="1606019"/>
                  </a:lnTo>
                  <a:lnTo>
                    <a:pt x="4868814" y="1606019"/>
                  </a:lnTo>
                  <a:lnTo>
                    <a:pt x="4868941" y="1606019"/>
                  </a:lnTo>
                  <a:lnTo>
                    <a:pt x="4869067" y="1606019"/>
                  </a:lnTo>
                  <a:lnTo>
                    <a:pt x="4869193" y="1606019"/>
                  </a:lnTo>
                  <a:lnTo>
                    <a:pt x="4869319" y="1606019"/>
                  </a:lnTo>
                  <a:lnTo>
                    <a:pt x="4869446" y="1606019"/>
                  </a:lnTo>
                  <a:lnTo>
                    <a:pt x="4869572" y="1606019"/>
                  </a:lnTo>
                  <a:lnTo>
                    <a:pt x="4869698" y="1606019"/>
                  </a:lnTo>
                  <a:lnTo>
                    <a:pt x="4869824" y="1606019"/>
                  </a:lnTo>
                  <a:lnTo>
                    <a:pt x="4869824" y="1601108"/>
                  </a:lnTo>
                  <a:lnTo>
                    <a:pt x="4869951" y="1601108"/>
                  </a:lnTo>
                  <a:lnTo>
                    <a:pt x="4870077" y="1601108"/>
                  </a:lnTo>
                  <a:lnTo>
                    <a:pt x="4870203" y="1601108"/>
                  </a:lnTo>
                  <a:lnTo>
                    <a:pt x="4870329" y="1601108"/>
                  </a:lnTo>
                  <a:lnTo>
                    <a:pt x="4870456" y="1601108"/>
                  </a:lnTo>
                  <a:lnTo>
                    <a:pt x="4870582" y="1601108"/>
                  </a:lnTo>
                  <a:lnTo>
                    <a:pt x="4870708" y="1601108"/>
                  </a:lnTo>
                  <a:lnTo>
                    <a:pt x="4870834" y="1601108"/>
                  </a:lnTo>
                  <a:lnTo>
                    <a:pt x="4870961" y="1601108"/>
                  </a:lnTo>
                  <a:lnTo>
                    <a:pt x="4871087" y="1601108"/>
                  </a:lnTo>
                  <a:lnTo>
                    <a:pt x="4871213" y="1601108"/>
                  </a:lnTo>
                  <a:lnTo>
                    <a:pt x="4871340" y="1601108"/>
                  </a:lnTo>
                  <a:lnTo>
                    <a:pt x="4871466" y="1601108"/>
                  </a:lnTo>
                  <a:lnTo>
                    <a:pt x="4871592" y="1601108"/>
                  </a:lnTo>
                  <a:lnTo>
                    <a:pt x="4871718" y="1601108"/>
                  </a:lnTo>
                  <a:lnTo>
                    <a:pt x="4871845" y="1601108"/>
                  </a:lnTo>
                  <a:lnTo>
                    <a:pt x="4871971" y="1601108"/>
                  </a:lnTo>
                  <a:lnTo>
                    <a:pt x="4872097" y="1601108"/>
                  </a:lnTo>
                  <a:lnTo>
                    <a:pt x="4872223" y="1601108"/>
                  </a:lnTo>
                  <a:lnTo>
                    <a:pt x="4872350" y="1601108"/>
                  </a:lnTo>
                  <a:lnTo>
                    <a:pt x="4872476" y="1601108"/>
                  </a:lnTo>
                  <a:lnTo>
                    <a:pt x="4872602" y="1601108"/>
                  </a:lnTo>
                  <a:lnTo>
                    <a:pt x="4872728" y="1601108"/>
                  </a:lnTo>
                  <a:lnTo>
                    <a:pt x="4872855" y="1601108"/>
                  </a:lnTo>
                  <a:lnTo>
                    <a:pt x="4872981" y="1601108"/>
                  </a:lnTo>
                  <a:lnTo>
                    <a:pt x="4873107" y="1601108"/>
                  </a:lnTo>
                  <a:lnTo>
                    <a:pt x="4873233" y="1601108"/>
                  </a:lnTo>
                  <a:lnTo>
                    <a:pt x="4873360" y="1601108"/>
                  </a:lnTo>
                  <a:lnTo>
                    <a:pt x="4873486" y="1601108"/>
                  </a:lnTo>
                  <a:lnTo>
                    <a:pt x="4873612" y="1601108"/>
                  </a:lnTo>
                  <a:lnTo>
                    <a:pt x="4873738" y="1601108"/>
                  </a:lnTo>
                  <a:lnTo>
                    <a:pt x="4873865" y="1601108"/>
                  </a:lnTo>
                  <a:lnTo>
                    <a:pt x="4873991" y="1601108"/>
                  </a:lnTo>
                  <a:lnTo>
                    <a:pt x="4874117" y="1601108"/>
                  </a:lnTo>
                  <a:lnTo>
                    <a:pt x="4874243" y="1601108"/>
                  </a:lnTo>
                  <a:lnTo>
                    <a:pt x="4874370" y="1601108"/>
                  </a:lnTo>
                  <a:lnTo>
                    <a:pt x="4874496" y="1601108"/>
                  </a:lnTo>
                  <a:lnTo>
                    <a:pt x="4874622" y="1601108"/>
                  </a:lnTo>
                  <a:lnTo>
                    <a:pt x="4874748" y="1601108"/>
                  </a:lnTo>
                  <a:lnTo>
                    <a:pt x="4874875" y="1601108"/>
                  </a:lnTo>
                  <a:lnTo>
                    <a:pt x="4875001" y="1601108"/>
                  </a:lnTo>
                  <a:lnTo>
                    <a:pt x="4875127" y="1601108"/>
                  </a:lnTo>
                  <a:lnTo>
                    <a:pt x="4875253" y="1601108"/>
                  </a:lnTo>
                  <a:lnTo>
                    <a:pt x="4875380" y="1601108"/>
                  </a:lnTo>
                  <a:lnTo>
                    <a:pt x="4875506" y="1601108"/>
                  </a:lnTo>
                  <a:lnTo>
                    <a:pt x="4875632" y="1601108"/>
                  </a:lnTo>
                  <a:lnTo>
                    <a:pt x="4875758" y="1601108"/>
                  </a:lnTo>
                  <a:lnTo>
                    <a:pt x="4875885" y="1601108"/>
                  </a:lnTo>
                  <a:lnTo>
                    <a:pt x="4876011" y="1601108"/>
                  </a:lnTo>
                  <a:lnTo>
                    <a:pt x="4876137" y="1601108"/>
                  </a:lnTo>
                  <a:lnTo>
                    <a:pt x="4876264" y="1601108"/>
                  </a:lnTo>
                  <a:lnTo>
                    <a:pt x="4876390" y="1601108"/>
                  </a:lnTo>
                  <a:lnTo>
                    <a:pt x="4876516" y="1601108"/>
                  </a:lnTo>
                  <a:lnTo>
                    <a:pt x="4876642" y="1601108"/>
                  </a:lnTo>
                  <a:lnTo>
                    <a:pt x="4876642" y="1596196"/>
                  </a:lnTo>
                  <a:lnTo>
                    <a:pt x="4876769" y="1596196"/>
                  </a:lnTo>
                  <a:lnTo>
                    <a:pt x="4876895" y="1596196"/>
                  </a:lnTo>
                  <a:lnTo>
                    <a:pt x="4877021" y="1596196"/>
                  </a:lnTo>
                  <a:lnTo>
                    <a:pt x="4877147" y="1596196"/>
                  </a:lnTo>
                  <a:lnTo>
                    <a:pt x="4877274" y="1596196"/>
                  </a:lnTo>
                  <a:lnTo>
                    <a:pt x="4877400" y="1596196"/>
                  </a:lnTo>
                  <a:lnTo>
                    <a:pt x="4877526" y="1596196"/>
                  </a:lnTo>
                  <a:lnTo>
                    <a:pt x="4877652" y="1596196"/>
                  </a:lnTo>
                  <a:lnTo>
                    <a:pt x="4877779" y="1596196"/>
                  </a:lnTo>
                  <a:lnTo>
                    <a:pt x="4877905" y="1596196"/>
                  </a:lnTo>
                  <a:lnTo>
                    <a:pt x="4878031" y="1596196"/>
                  </a:lnTo>
                  <a:lnTo>
                    <a:pt x="4878157" y="1596196"/>
                  </a:lnTo>
                  <a:lnTo>
                    <a:pt x="4878284" y="1596196"/>
                  </a:lnTo>
                  <a:lnTo>
                    <a:pt x="4878410" y="1596196"/>
                  </a:lnTo>
                  <a:lnTo>
                    <a:pt x="4878536" y="1596196"/>
                  </a:lnTo>
                  <a:lnTo>
                    <a:pt x="4878662" y="1596196"/>
                  </a:lnTo>
                  <a:lnTo>
                    <a:pt x="4878789" y="1596196"/>
                  </a:lnTo>
                  <a:lnTo>
                    <a:pt x="4878915" y="1596196"/>
                  </a:lnTo>
                  <a:lnTo>
                    <a:pt x="4879041" y="1596196"/>
                  </a:lnTo>
                  <a:lnTo>
                    <a:pt x="4879167" y="1596196"/>
                  </a:lnTo>
                  <a:lnTo>
                    <a:pt x="4879294" y="1596196"/>
                  </a:lnTo>
                  <a:lnTo>
                    <a:pt x="4879420" y="1596196"/>
                  </a:lnTo>
                  <a:lnTo>
                    <a:pt x="4879546" y="1596196"/>
                  </a:lnTo>
                  <a:lnTo>
                    <a:pt x="4879672" y="1596196"/>
                  </a:lnTo>
                  <a:lnTo>
                    <a:pt x="4879799" y="1596196"/>
                  </a:lnTo>
                  <a:lnTo>
                    <a:pt x="4879925" y="1596196"/>
                  </a:lnTo>
                  <a:lnTo>
                    <a:pt x="4880051" y="1596196"/>
                  </a:lnTo>
                  <a:lnTo>
                    <a:pt x="4880177" y="1596196"/>
                  </a:lnTo>
                  <a:lnTo>
                    <a:pt x="4880304" y="1596196"/>
                  </a:lnTo>
                  <a:lnTo>
                    <a:pt x="4880430" y="1596196"/>
                  </a:lnTo>
                  <a:lnTo>
                    <a:pt x="4880556" y="1596196"/>
                  </a:lnTo>
                  <a:lnTo>
                    <a:pt x="4880682" y="1596196"/>
                  </a:lnTo>
                  <a:lnTo>
                    <a:pt x="4880809" y="1596196"/>
                  </a:lnTo>
                  <a:lnTo>
                    <a:pt x="4880935" y="1596196"/>
                  </a:lnTo>
                  <a:lnTo>
                    <a:pt x="4881061" y="1596196"/>
                  </a:lnTo>
                  <a:lnTo>
                    <a:pt x="4881187" y="1596196"/>
                  </a:lnTo>
                  <a:lnTo>
                    <a:pt x="4881314" y="1596196"/>
                  </a:lnTo>
                  <a:lnTo>
                    <a:pt x="4881440" y="1596196"/>
                  </a:lnTo>
                  <a:lnTo>
                    <a:pt x="4881566" y="1596196"/>
                  </a:lnTo>
                  <a:lnTo>
                    <a:pt x="4881693" y="1596196"/>
                  </a:lnTo>
                  <a:lnTo>
                    <a:pt x="4881819" y="1596196"/>
                  </a:lnTo>
                  <a:lnTo>
                    <a:pt x="4881945" y="1596196"/>
                  </a:lnTo>
                  <a:lnTo>
                    <a:pt x="4882071" y="1596196"/>
                  </a:lnTo>
                  <a:lnTo>
                    <a:pt x="4882198" y="1596196"/>
                  </a:lnTo>
                  <a:lnTo>
                    <a:pt x="4882324" y="1596196"/>
                  </a:lnTo>
                  <a:lnTo>
                    <a:pt x="4882450" y="1596196"/>
                  </a:lnTo>
                  <a:lnTo>
                    <a:pt x="4882576" y="1596196"/>
                  </a:lnTo>
                  <a:lnTo>
                    <a:pt x="4882703" y="1596196"/>
                  </a:lnTo>
                  <a:lnTo>
                    <a:pt x="4882829" y="1596196"/>
                  </a:lnTo>
                  <a:lnTo>
                    <a:pt x="4882955" y="1596196"/>
                  </a:lnTo>
                  <a:lnTo>
                    <a:pt x="4883081" y="1596196"/>
                  </a:lnTo>
                  <a:lnTo>
                    <a:pt x="4883208" y="1596196"/>
                  </a:lnTo>
                  <a:lnTo>
                    <a:pt x="4883334" y="1596196"/>
                  </a:lnTo>
                  <a:lnTo>
                    <a:pt x="4883460" y="1596196"/>
                  </a:lnTo>
                  <a:lnTo>
                    <a:pt x="4883586" y="1596196"/>
                  </a:lnTo>
                  <a:lnTo>
                    <a:pt x="4883713" y="1596196"/>
                  </a:lnTo>
                  <a:lnTo>
                    <a:pt x="4883839" y="1596196"/>
                  </a:lnTo>
                  <a:lnTo>
                    <a:pt x="4883965" y="1596196"/>
                  </a:lnTo>
                  <a:lnTo>
                    <a:pt x="4884091" y="1596196"/>
                  </a:lnTo>
                  <a:lnTo>
                    <a:pt x="4884218" y="1596196"/>
                  </a:lnTo>
                  <a:lnTo>
                    <a:pt x="4884344" y="1596196"/>
                  </a:lnTo>
                  <a:lnTo>
                    <a:pt x="4884470" y="1596196"/>
                  </a:lnTo>
                  <a:lnTo>
                    <a:pt x="4884596" y="1596196"/>
                  </a:lnTo>
                  <a:lnTo>
                    <a:pt x="4884723" y="1596196"/>
                  </a:lnTo>
                  <a:lnTo>
                    <a:pt x="4884849" y="1596196"/>
                  </a:lnTo>
                  <a:lnTo>
                    <a:pt x="4884975" y="1596196"/>
                  </a:lnTo>
                  <a:lnTo>
                    <a:pt x="4885101" y="1596196"/>
                  </a:lnTo>
                  <a:lnTo>
                    <a:pt x="4885228" y="1596196"/>
                  </a:lnTo>
                  <a:lnTo>
                    <a:pt x="4885354" y="1596196"/>
                  </a:lnTo>
                  <a:lnTo>
                    <a:pt x="4885480" y="1596196"/>
                  </a:lnTo>
                  <a:lnTo>
                    <a:pt x="4885606" y="1596196"/>
                  </a:lnTo>
                  <a:lnTo>
                    <a:pt x="4885733" y="1596196"/>
                  </a:lnTo>
                  <a:lnTo>
                    <a:pt x="4885859" y="1596196"/>
                  </a:lnTo>
                  <a:lnTo>
                    <a:pt x="4885985" y="1596196"/>
                  </a:lnTo>
                  <a:lnTo>
                    <a:pt x="4886111" y="1596196"/>
                  </a:lnTo>
                  <a:lnTo>
                    <a:pt x="4886238" y="1596196"/>
                  </a:lnTo>
                  <a:lnTo>
                    <a:pt x="4886364" y="1596196"/>
                  </a:lnTo>
                  <a:lnTo>
                    <a:pt x="4886490" y="1596196"/>
                  </a:lnTo>
                  <a:lnTo>
                    <a:pt x="4886617" y="1596196"/>
                  </a:lnTo>
                  <a:lnTo>
                    <a:pt x="4886743" y="1596196"/>
                  </a:lnTo>
                  <a:lnTo>
                    <a:pt x="4886869" y="1596196"/>
                  </a:lnTo>
                  <a:lnTo>
                    <a:pt x="4886995" y="1596196"/>
                  </a:lnTo>
                  <a:lnTo>
                    <a:pt x="4887122" y="1596196"/>
                  </a:lnTo>
                  <a:lnTo>
                    <a:pt x="4887248" y="1596196"/>
                  </a:lnTo>
                  <a:lnTo>
                    <a:pt x="4887374" y="1596196"/>
                  </a:lnTo>
                  <a:lnTo>
                    <a:pt x="4887500" y="1596196"/>
                  </a:lnTo>
                  <a:lnTo>
                    <a:pt x="4887627" y="1596196"/>
                  </a:lnTo>
                  <a:lnTo>
                    <a:pt x="4887753" y="1596196"/>
                  </a:lnTo>
                  <a:lnTo>
                    <a:pt x="4887879" y="1596196"/>
                  </a:lnTo>
                  <a:lnTo>
                    <a:pt x="4888005" y="1596196"/>
                  </a:lnTo>
                  <a:lnTo>
                    <a:pt x="4888132" y="1596196"/>
                  </a:lnTo>
                  <a:lnTo>
                    <a:pt x="4888258" y="1596196"/>
                  </a:lnTo>
                  <a:lnTo>
                    <a:pt x="4888384" y="1596196"/>
                  </a:lnTo>
                  <a:lnTo>
                    <a:pt x="4888510" y="1596196"/>
                  </a:lnTo>
                  <a:lnTo>
                    <a:pt x="4888637" y="1596196"/>
                  </a:lnTo>
                  <a:lnTo>
                    <a:pt x="4888763" y="1596196"/>
                  </a:lnTo>
                  <a:lnTo>
                    <a:pt x="4888889" y="1596196"/>
                  </a:lnTo>
                  <a:lnTo>
                    <a:pt x="4889015" y="1596196"/>
                  </a:lnTo>
                  <a:lnTo>
                    <a:pt x="4889142" y="1596196"/>
                  </a:lnTo>
                  <a:lnTo>
                    <a:pt x="4889268" y="1596196"/>
                  </a:lnTo>
                  <a:lnTo>
                    <a:pt x="4889394" y="1596196"/>
                  </a:lnTo>
                  <a:lnTo>
                    <a:pt x="4889520" y="1596196"/>
                  </a:lnTo>
                  <a:lnTo>
                    <a:pt x="4889647" y="1596196"/>
                  </a:lnTo>
                  <a:lnTo>
                    <a:pt x="4889773" y="1596196"/>
                  </a:lnTo>
                  <a:lnTo>
                    <a:pt x="4889899" y="1596196"/>
                  </a:lnTo>
                  <a:lnTo>
                    <a:pt x="4890025" y="1596196"/>
                  </a:lnTo>
                  <a:lnTo>
                    <a:pt x="4890152" y="1596196"/>
                  </a:lnTo>
                  <a:lnTo>
                    <a:pt x="4890278" y="1596196"/>
                  </a:lnTo>
                  <a:lnTo>
                    <a:pt x="4890404" y="1596196"/>
                  </a:lnTo>
                  <a:lnTo>
                    <a:pt x="4890530" y="1596196"/>
                  </a:lnTo>
                  <a:lnTo>
                    <a:pt x="4890657" y="1596196"/>
                  </a:lnTo>
                  <a:lnTo>
                    <a:pt x="4890783" y="1596196"/>
                  </a:lnTo>
                  <a:lnTo>
                    <a:pt x="4890909" y="1596196"/>
                  </a:lnTo>
                  <a:lnTo>
                    <a:pt x="4891035" y="1596196"/>
                  </a:lnTo>
                  <a:lnTo>
                    <a:pt x="4891162" y="1596196"/>
                  </a:lnTo>
                  <a:lnTo>
                    <a:pt x="4891288" y="1596196"/>
                  </a:lnTo>
                  <a:lnTo>
                    <a:pt x="4891414" y="1596196"/>
                  </a:lnTo>
                  <a:lnTo>
                    <a:pt x="4891540" y="1596196"/>
                  </a:lnTo>
                  <a:lnTo>
                    <a:pt x="4891667" y="1596196"/>
                  </a:lnTo>
                  <a:lnTo>
                    <a:pt x="4891793" y="1596196"/>
                  </a:lnTo>
                  <a:lnTo>
                    <a:pt x="4891919" y="1596196"/>
                  </a:lnTo>
                  <a:lnTo>
                    <a:pt x="4892046" y="1596196"/>
                  </a:lnTo>
                  <a:lnTo>
                    <a:pt x="4892172" y="1596196"/>
                  </a:lnTo>
                  <a:lnTo>
                    <a:pt x="4892298" y="1596196"/>
                  </a:lnTo>
                  <a:lnTo>
                    <a:pt x="4892298" y="1591285"/>
                  </a:lnTo>
                  <a:lnTo>
                    <a:pt x="4892424" y="1591285"/>
                  </a:lnTo>
                  <a:lnTo>
                    <a:pt x="4892551" y="1591285"/>
                  </a:lnTo>
                  <a:lnTo>
                    <a:pt x="4892677" y="1591285"/>
                  </a:lnTo>
                  <a:lnTo>
                    <a:pt x="4892803" y="1591285"/>
                  </a:lnTo>
                  <a:lnTo>
                    <a:pt x="4892929" y="1591285"/>
                  </a:lnTo>
                  <a:lnTo>
                    <a:pt x="4893056" y="1591285"/>
                  </a:lnTo>
                  <a:lnTo>
                    <a:pt x="4893182" y="1591285"/>
                  </a:lnTo>
                  <a:lnTo>
                    <a:pt x="4893308" y="1591285"/>
                  </a:lnTo>
                  <a:lnTo>
                    <a:pt x="4893434" y="1591285"/>
                  </a:lnTo>
                  <a:lnTo>
                    <a:pt x="4893561" y="1591285"/>
                  </a:lnTo>
                  <a:lnTo>
                    <a:pt x="4893687" y="1591285"/>
                  </a:lnTo>
                  <a:lnTo>
                    <a:pt x="4893813" y="1591285"/>
                  </a:lnTo>
                  <a:lnTo>
                    <a:pt x="4893939" y="1591285"/>
                  </a:lnTo>
                  <a:lnTo>
                    <a:pt x="4894066" y="1591285"/>
                  </a:lnTo>
                  <a:lnTo>
                    <a:pt x="4894192" y="1591285"/>
                  </a:lnTo>
                  <a:lnTo>
                    <a:pt x="4894318" y="1591285"/>
                  </a:lnTo>
                  <a:lnTo>
                    <a:pt x="4894444" y="1591285"/>
                  </a:lnTo>
                  <a:lnTo>
                    <a:pt x="4894571" y="1591285"/>
                  </a:lnTo>
                  <a:lnTo>
                    <a:pt x="4894697" y="1591285"/>
                  </a:lnTo>
                  <a:lnTo>
                    <a:pt x="4894823" y="1591285"/>
                  </a:lnTo>
                  <a:lnTo>
                    <a:pt x="4894949" y="1591285"/>
                  </a:lnTo>
                  <a:lnTo>
                    <a:pt x="4895076" y="1591285"/>
                  </a:lnTo>
                  <a:lnTo>
                    <a:pt x="4895202" y="1591285"/>
                  </a:lnTo>
                  <a:lnTo>
                    <a:pt x="4895328" y="1591285"/>
                  </a:lnTo>
                  <a:lnTo>
                    <a:pt x="4895454" y="1591285"/>
                  </a:lnTo>
                  <a:lnTo>
                    <a:pt x="4895581" y="1591285"/>
                  </a:lnTo>
                  <a:lnTo>
                    <a:pt x="4895581" y="1586374"/>
                  </a:lnTo>
                  <a:lnTo>
                    <a:pt x="4895707" y="1586374"/>
                  </a:lnTo>
                  <a:lnTo>
                    <a:pt x="4895833" y="1586374"/>
                  </a:lnTo>
                  <a:lnTo>
                    <a:pt x="4895959" y="1586374"/>
                  </a:lnTo>
                  <a:lnTo>
                    <a:pt x="4896086" y="1586374"/>
                  </a:lnTo>
                  <a:lnTo>
                    <a:pt x="4896212" y="1586374"/>
                  </a:lnTo>
                  <a:lnTo>
                    <a:pt x="4896212" y="1581462"/>
                  </a:lnTo>
                  <a:lnTo>
                    <a:pt x="4896338" y="1581462"/>
                  </a:lnTo>
                  <a:lnTo>
                    <a:pt x="4896464" y="1581462"/>
                  </a:lnTo>
                  <a:lnTo>
                    <a:pt x="4896591" y="1581462"/>
                  </a:lnTo>
                  <a:lnTo>
                    <a:pt x="4896717" y="1581462"/>
                  </a:lnTo>
                  <a:lnTo>
                    <a:pt x="4896843" y="1581462"/>
                  </a:lnTo>
                  <a:lnTo>
                    <a:pt x="4896970" y="1581462"/>
                  </a:lnTo>
                  <a:lnTo>
                    <a:pt x="4897096" y="1581462"/>
                  </a:lnTo>
                  <a:lnTo>
                    <a:pt x="4897222" y="1581462"/>
                  </a:lnTo>
                  <a:lnTo>
                    <a:pt x="4897348" y="1581462"/>
                  </a:lnTo>
                  <a:lnTo>
                    <a:pt x="4897475" y="1581462"/>
                  </a:lnTo>
                  <a:lnTo>
                    <a:pt x="4897601" y="1581462"/>
                  </a:lnTo>
                  <a:lnTo>
                    <a:pt x="4897727" y="1581462"/>
                  </a:lnTo>
                  <a:lnTo>
                    <a:pt x="4897853" y="1581462"/>
                  </a:lnTo>
                  <a:lnTo>
                    <a:pt x="4897980" y="1581462"/>
                  </a:lnTo>
                  <a:lnTo>
                    <a:pt x="4898106" y="1581462"/>
                  </a:lnTo>
                  <a:lnTo>
                    <a:pt x="4898232" y="1581462"/>
                  </a:lnTo>
                  <a:lnTo>
                    <a:pt x="4898358" y="1581462"/>
                  </a:lnTo>
                  <a:lnTo>
                    <a:pt x="4898485" y="1581462"/>
                  </a:lnTo>
                  <a:lnTo>
                    <a:pt x="4898611" y="1581462"/>
                  </a:lnTo>
                  <a:lnTo>
                    <a:pt x="4898737" y="1581462"/>
                  </a:lnTo>
                  <a:lnTo>
                    <a:pt x="4898863" y="1581462"/>
                  </a:lnTo>
                  <a:lnTo>
                    <a:pt x="4898990" y="1581462"/>
                  </a:lnTo>
                  <a:lnTo>
                    <a:pt x="4899116" y="1581462"/>
                  </a:lnTo>
                  <a:lnTo>
                    <a:pt x="4899242" y="1581462"/>
                  </a:lnTo>
                  <a:lnTo>
                    <a:pt x="4899368" y="1581462"/>
                  </a:lnTo>
                  <a:lnTo>
                    <a:pt x="4899495" y="1581462"/>
                  </a:lnTo>
                  <a:lnTo>
                    <a:pt x="4899621" y="1581462"/>
                  </a:lnTo>
                  <a:lnTo>
                    <a:pt x="4899747" y="1581462"/>
                  </a:lnTo>
                  <a:lnTo>
                    <a:pt x="4899873" y="1581462"/>
                  </a:lnTo>
                  <a:lnTo>
                    <a:pt x="4900000" y="1581462"/>
                  </a:lnTo>
                  <a:lnTo>
                    <a:pt x="4900126" y="1581462"/>
                  </a:lnTo>
                  <a:lnTo>
                    <a:pt x="4900252" y="1581462"/>
                  </a:lnTo>
                  <a:lnTo>
                    <a:pt x="4900378" y="1581462"/>
                  </a:lnTo>
                  <a:lnTo>
                    <a:pt x="4900505" y="1581462"/>
                  </a:lnTo>
                  <a:lnTo>
                    <a:pt x="4900631" y="1581462"/>
                  </a:lnTo>
                  <a:lnTo>
                    <a:pt x="4900757" y="1581462"/>
                  </a:lnTo>
                  <a:lnTo>
                    <a:pt x="4900883" y="1581462"/>
                  </a:lnTo>
                  <a:lnTo>
                    <a:pt x="4901010" y="1581462"/>
                  </a:lnTo>
                  <a:lnTo>
                    <a:pt x="4901136" y="1581462"/>
                  </a:lnTo>
                  <a:lnTo>
                    <a:pt x="4901262" y="1581462"/>
                  </a:lnTo>
                  <a:lnTo>
                    <a:pt x="4901388" y="1581462"/>
                  </a:lnTo>
                  <a:lnTo>
                    <a:pt x="4901515" y="1581462"/>
                  </a:lnTo>
                  <a:lnTo>
                    <a:pt x="4901641" y="1581462"/>
                  </a:lnTo>
                  <a:lnTo>
                    <a:pt x="4901767" y="1581462"/>
                  </a:lnTo>
                  <a:lnTo>
                    <a:pt x="4901893" y="1581462"/>
                  </a:lnTo>
                  <a:lnTo>
                    <a:pt x="4902020" y="1581462"/>
                  </a:lnTo>
                  <a:lnTo>
                    <a:pt x="4902146" y="1581462"/>
                  </a:lnTo>
                  <a:lnTo>
                    <a:pt x="4902272" y="1581462"/>
                  </a:lnTo>
                  <a:lnTo>
                    <a:pt x="4902399" y="1581462"/>
                  </a:lnTo>
                  <a:lnTo>
                    <a:pt x="4902525" y="1581462"/>
                  </a:lnTo>
                  <a:lnTo>
                    <a:pt x="4902651" y="1581462"/>
                  </a:lnTo>
                  <a:lnTo>
                    <a:pt x="4902651" y="1576551"/>
                  </a:lnTo>
                  <a:lnTo>
                    <a:pt x="4902777" y="1576551"/>
                  </a:lnTo>
                  <a:lnTo>
                    <a:pt x="4902904" y="1576551"/>
                  </a:lnTo>
                  <a:lnTo>
                    <a:pt x="4903030" y="1576551"/>
                  </a:lnTo>
                  <a:lnTo>
                    <a:pt x="4903156" y="1576551"/>
                  </a:lnTo>
                  <a:lnTo>
                    <a:pt x="4903282" y="1576551"/>
                  </a:lnTo>
                  <a:lnTo>
                    <a:pt x="4903409" y="1576551"/>
                  </a:lnTo>
                  <a:lnTo>
                    <a:pt x="4903535" y="1576551"/>
                  </a:lnTo>
                  <a:lnTo>
                    <a:pt x="4903661" y="1576551"/>
                  </a:lnTo>
                  <a:lnTo>
                    <a:pt x="4903787" y="1576551"/>
                  </a:lnTo>
                  <a:lnTo>
                    <a:pt x="4903914" y="1576551"/>
                  </a:lnTo>
                  <a:lnTo>
                    <a:pt x="4904040" y="1576551"/>
                  </a:lnTo>
                  <a:lnTo>
                    <a:pt x="4904166" y="1576551"/>
                  </a:lnTo>
                  <a:lnTo>
                    <a:pt x="4904292" y="1576551"/>
                  </a:lnTo>
                  <a:lnTo>
                    <a:pt x="4904419" y="1576551"/>
                  </a:lnTo>
                  <a:lnTo>
                    <a:pt x="4904545" y="1576551"/>
                  </a:lnTo>
                  <a:lnTo>
                    <a:pt x="4904671" y="1576551"/>
                  </a:lnTo>
                  <a:lnTo>
                    <a:pt x="4904797" y="1576551"/>
                  </a:lnTo>
                  <a:lnTo>
                    <a:pt x="4904924" y="1576551"/>
                  </a:lnTo>
                  <a:lnTo>
                    <a:pt x="4905050" y="1576551"/>
                  </a:lnTo>
                  <a:lnTo>
                    <a:pt x="4905176" y="1576551"/>
                  </a:lnTo>
                  <a:lnTo>
                    <a:pt x="4905302" y="1576551"/>
                  </a:lnTo>
                  <a:lnTo>
                    <a:pt x="4905429" y="1576551"/>
                  </a:lnTo>
                  <a:lnTo>
                    <a:pt x="4905555" y="1576551"/>
                  </a:lnTo>
                  <a:lnTo>
                    <a:pt x="4905681" y="1576551"/>
                  </a:lnTo>
                  <a:lnTo>
                    <a:pt x="4905807" y="1576551"/>
                  </a:lnTo>
                  <a:lnTo>
                    <a:pt x="4905934" y="1576551"/>
                  </a:lnTo>
                  <a:lnTo>
                    <a:pt x="4906060" y="1576551"/>
                  </a:lnTo>
                  <a:lnTo>
                    <a:pt x="4906186" y="1576551"/>
                  </a:lnTo>
                  <a:lnTo>
                    <a:pt x="4906312" y="1576551"/>
                  </a:lnTo>
                  <a:lnTo>
                    <a:pt x="4906439" y="1576551"/>
                  </a:lnTo>
                  <a:lnTo>
                    <a:pt x="4906565" y="1576551"/>
                  </a:lnTo>
                  <a:lnTo>
                    <a:pt x="4906691" y="1576551"/>
                  </a:lnTo>
                  <a:lnTo>
                    <a:pt x="4906817" y="1576551"/>
                  </a:lnTo>
                  <a:lnTo>
                    <a:pt x="4906944" y="1576551"/>
                  </a:lnTo>
                  <a:lnTo>
                    <a:pt x="4907070" y="1576551"/>
                  </a:lnTo>
                  <a:lnTo>
                    <a:pt x="4907196" y="1576551"/>
                  </a:lnTo>
                  <a:lnTo>
                    <a:pt x="4907323" y="1576551"/>
                  </a:lnTo>
                  <a:lnTo>
                    <a:pt x="4907449" y="1576551"/>
                  </a:lnTo>
                  <a:lnTo>
                    <a:pt x="4907575" y="1576551"/>
                  </a:lnTo>
                  <a:lnTo>
                    <a:pt x="4907701" y="1576551"/>
                  </a:lnTo>
                  <a:lnTo>
                    <a:pt x="4907828" y="1576551"/>
                  </a:lnTo>
                  <a:lnTo>
                    <a:pt x="4907954" y="1576551"/>
                  </a:lnTo>
                  <a:lnTo>
                    <a:pt x="4908080" y="1576551"/>
                  </a:lnTo>
                  <a:lnTo>
                    <a:pt x="4908206" y="1576551"/>
                  </a:lnTo>
                  <a:lnTo>
                    <a:pt x="4908333" y="1576551"/>
                  </a:lnTo>
                  <a:lnTo>
                    <a:pt x="4908459" y="1576551"/>
                  </a:lnTo>
                  <a:lnTo>
                    <a:pt x="4908585" y="1576551"/>
                  </a:lnTo>
                  <a:lnTo>
                    <a:pt x="4908711" y="1576551"/>
                  </a:lnTo>
                  <a:lnTo>
                    <a:pt x="4908838" y="1576551"/>
                  </a:lnTo>
                  <a:lnTo>
                    <a:pt x="4908964" y="1576551"/>
                  </a:lnTo>
                  <a:lnTo>
                    <a:pt x="4909090" y="1576551"/>
                  </a:lnTo>
                  <a:lnTo>
                    <a:pt x="4909216" y="1576551"/>
                  </a:lnTo>
                  <a:lnTo>
                    <a:pt x="4909216" y="1571639"/>
                  </a:lnTo>
                  <a:lnTo>
                    <a:pt x="4909343" y="1571639"/>
                  </a:lnTo>
                  <a:lnTo>
                    <a:pt x="4909469" y="1571639"/>
                  </a:lnTo>
                  <a:lnTo>
                    <a:pt x="4909595" y="1571639"/>
                  </a:lnTo>
                  <a:lnTo>
                    <a:pt x="4909721" y="1571639"/>
                  </a:lnTo>
                  <a:lnTo>
                    <a:pt x="4909848" y="1571639"/>
                  </a:lnTo>
                  <a:lnTo>
                    <a:pt x="4909974" y="1571639"/>
                  </a:lnTo>
                  <a:lnTo>
                    <a:pt x="4910100" y="1571639"/>
                  </a:lnTo>
                  <a:lnTo>
                    <a:pt x="4910226" y="1571639"/>
                  </a:lnTo>
                  <a:lnTo>
                    <a:pt x="4910353" y="1571639"/>
                  </a:lnTo>
                  <a:lnTo>
                    <a:pt x="4910479" y="1571639"/>
                  </a:lnTo>
                  <a:lnTo>
                    <a:pt x="4910605" y="1571639"/>
                  </a:lnTo>
                  <a:lnTo>
                    <a:pt x="4910731" y="1571639"/>
                  </a:lnTo>
                  <a:lnTo>
                    <a:pt x="4910858" y="1571639"/>
                  </a:lnTo>
                  <a:lnTo>
                    <a:pt x="4910984" y="1571639"/>
                  </a:lnTo>
                  <a:lnTo>
                    <a:pt x="4911110" y="1571639"/>
                  </a:lnTo>
                  <a:lnTo>
                    <a:pt x="4911236" y="1571639"/>
                  </a:lnTo>
                  <a:lnTo>
                    <a:pt x="4911363" y="1571639"/>
                  </a:lnTo>
                  <a:lnTo>
                    <a:pt x="4911489" y="1571639"/>
                  </a:lnTo>
                  <a:lnTo>
                    <a:pt x="4911615" y="1571639"/>
                  </a:lnTo>
                  <a:lnTo>
                    <a:pt x="4911741" y="1571639"/>
                  </a:lnTo>
                  <a:lnTo>
                    <a:pt x="4911868" y="1571639"/>
                  </a:lnTo>
                  <a:lnTo>
                    <a:pt x="4911994" y="1571639"/>
                  </a:lnTo>
                  <a:lnTo>
                    <a:pt x="4912120" y="1571639"/>
                  </a:lnTo>
                  <a:lnTo>
                    <a:pt x="4912246" y="1571639"/>
                  </a:lnTo>
                  <a:lnTo>
                    <a:pt x="4912373" y="1571639"/>
                  </a:lnTo>
                  <a:lnTo>
                    <a:pt x="4912499" y="1571639"/>
                  </a:lnTo>
                  <a:lnTo>
                    <a:pt x="4912625" y="1571639"/>
                  </a:lnTo>
                  <a:lnTo>
                    <a:pt x="4912752" y="1571639"/>
                  </a:lnTo>
                  <a:lnTo>
                    <a:pt x="4912878" y="1571639"/>
                  </a:lnTo>
                  <a:lnTo>
                    <a:pt x="4913004" y="1571639"/>
                  </a:lnTo>
                  <a:lnTo>
                    <a:pt x="4913130" y="1571639"/>
                  </a:lnTo>
                  <a:lnTo>
                    <a:pt x="4913257" y="1571639"/>
                  </a:lnTo>
                  <a:lnTo>
                    <a:pt x="4913383" y="1571639"/>
                  </a:lnTo>
                  <a:lnTo>
                    <a:pt x="4913509" y="1571639"/>
                  </a:lnTo>
                  <a:lnTo>
                    <a:pt x="4913635" y="1571639"/>
                  </a:lnTo>
                  <a:lnTo>
                    <a:pt x="4913762" y="1571639"/>
                  </a:lnTo>
                  <a:lnTo>
                    <a:pt x="4913888" y="1571639"/>
                  </a:lnTo>
                  <a:lnTo>
                    <a:pt x="4914014" y="1571639"/>
                  </a:lnTo>
                  <a:lnTo>
                    <a:pt x="4914140" y="1571639"/>
                  </a:lnTo>
                  <a:lnTo>
                    <a:pt x="4914267" y="1571639"/>
                  </a:lnTo>
                  <a:lnTo>
                    <a:pt x="4914393" y="1571639"/>
                  </a:lnTo>
                  <a:lnTo>
                    <a:pt x="4914519" y="1571639"/>
                  </a:lnTo>
                  <a:lnTo>
                    <a:pt x="4914645" y="1571639"/>
                  </a:lnTo>
                  <a:lnTo>
                    <a:pt x="4914772" y="1571639"/>
                  </a:lnTo>
                  <a:lnTo>
                    <a:pt x="4914898" y="1571639"/>
                  </a:lnTo>
                  <a:lnTo>
                    <a:pt x="4915024" y="1571639"/>
                  </a:lnTo>
                  <a:lnTo>
                    <a:pt x="4915150" y="1571639"/>
                  </a:lnTo>
                  <a:lnTo>
                    <a:pt x="4915277" y="1571639"/>
                  </a:lnTo>
                  <a:lnTo>
                    <a:pt x="4915403" y="1571639"/>
                  </a:lnTo>
                  <a:lnTo>
                    <a:pt x="4915529" y="1571639"/>
                  </a:lnTo>
                  <a:lnTo>
                    <a:pt x="4915655" y="1571639"/>
                  </a:lnTo>
                  <a:lnTo>
                    <a:pt x="4915782" y="1571639"/>
                  </a:lnTo>
                  <a:lnTo>
                    <a:pt x="4915908" y="1571639"/>
                  </a:lnTo>
                  <a:lnTo>
                    <a:pt x="4916034" y="1571639"/>
                  </a:lnTo>
                  <a:lnTo>
                    <a:pt x="4916160" y="1571639"/>
                  </a:lnTo>
                  <a:lnTo>
                    <a:pt x="4916287" y="1571639"/>
                  </a:lnTo>
                  <a:lnTo>
                    <a:pt x="4916413" y="1571639"/>
                  </a:lnTo>
                  <a:lnTo>
                    <a:pt x="4916539" y="1571639"/>
                  </a:lnTo>
                  <a:lnTo>
                    <a:pt x="4916665" y="1571639"/>
                  </a:lnTo>
                  <a:lnTo>
                    <a:pt x="4916792" y="1571639"/>
                  </a:lnTo>
                  <a:lnTo>
                    <a:pt x="4916918" y="1571639"/>
                  </a:lnTo>
                  <a:lnTo>
                    <a:pt x="4917044" y="1571639"/>
                  </a:lnTo>
                  <a:lnTo>
                    <a:pt x="4917170" y="1571639"/>
                  </a:lnTo>
                  <a:lnTo>
                    <a:pt x="4917297" y="1571639"/>
                  </a:lnTo>
                  <a:lnTo>
                    <a:pt x="4917423" y="1571639"/>
                  </a:lnTo>
                  <a:lnTo>
                    <a:pt x="4917549" y="1571639"/>
                  </a:lnTo>
                  <a:lnTo>
                    <a:pt x="4917676" y="1571639"/>
                  </a:lnTo>
                  <a:lnTo>
                    <a:pt x="4917802" y="1571639"/>
                  </a:lnTo>
                  <a:lnTo>
                    <a:pt x="4917928" y="1571639"/>
                  </a:lnTo>
                  <a:lnTo>
                    <a:pt x="4918054" y="1571639"/>
                  </a:lnTo>
                  <a:lnTo>
                    <a:pt x="4918181" y="1571639"/>
                  </a:lnTo>
                  <a:lnTo>
                    <a:pt x="4918307" y="1571639"/>
                  </a:lnTo>
                  <a:lnTo>
                    <a:pt x="4918433" y="1571639"/>
                  </a:lnTo>
                  <a:lnTo>
                    <a:pt x="4918559" y="1571639"/>
                  </a:lnTo>
                  <a:lnTo>
                    <a:pt x="4918686" y="1571639"/>
                  </a:lnTo>
                  <a:lnTo>
                    <a:pt x="4918812" y="1571639"/>
                  </a:lnTo>
                  <a:lnTo>
                    <a:pt x="4918938" y="1571639"/>
                  </a:lnTo>
                  <a:lnTo>
                    <a:pt x="4919064" y="1571639"/>
                  </a:lnTo>
                  <a:lnTo>
                    <a:pt x="4919191" y="1571639"/>
                  </a:lnTo>
                  <a:lnTo>
                    <a:pt x="4919317" y="1571639"/>
                  </a:lnTo>
                  <a:lnTo>
                    <a:pt x="4919443" y="1571639"/>
                  </a:lnTo>
                  <a:lnTo>
                    <a:pt x="4919569" y="1571639"/>
                  </a:lnTo>
                  <a:lnTo>
                    <a:pt x="4919696" y="1571639"/>
                  </a:lnTo>
                  <a:lnTo>
                    <a:pt x="4919822" y="1571639"/>
                  </a:lnTo>
                  <a:lnTo>
                    <a:pt x="4919948" y="1571639"/>
                  </a:lnTo>
                  <a:lnTo>
                    <a:pt x="4920074" y="1571639"/>
                  </a:lnTo>
                  <a:lnTo>
                    <a:pt x="4920201" y="1571639"/>
                  </a:lnTo>
                  <a:lnTo>
                    <a:pt x="4920327" y="1571639"/>
                  </a:lnTo>
                  <a:lnTo>
                    <a:pt x="4920453" y="1571639"/>
                  </a:lnTo>
                  <a:lnTo>
                    <a:pt x="4920579" y="1571639"/>
                  </a:lnTo>
                  <a:lnTo>
                    <a:pt x="4920706" y="1571639"/>
                  </a:lnTo>
                  <a:lnTo>
                    <a:pt x="4920832" y="1571639"/>
                  </a:lnTo>
                  <a:lnTo>
                    <a:pt x="4920958" y="1571639"/>
                  </a:lnTo>
                  <a:lnTo>
                    <a:pt x="4921084" y="1571639"/>
                  </a:lnTo>
                  <a:lnTo>
                    <a:pt x="4921211" y="1571639"/>
                  </a:lnTo>
                  <a:lnTo>
                    <a:pt x="4921337" y="1571639"/>
                  </a:lnTo>
                  <a:lnTo>
                    <a:pt x="4921463" y="1571639"/>
                  </a:lnTo>
                  <a:lnTo>
                    <a:pt x="4921589" y="1571639"/>
                  </a:lnTo>
                  <a:lnTo>
                    <a:pt x="4921716" y="1571639"/>
                  </a:lnTo>
                  <a:lnTo>
                    <a:pt x="4921842" y="1571639"/>
                  </a:lnTo>
                  <a:lnTo>
                    <a:pt x="4921968" y="1571639"/>
                  </a:lnTo>
                  <a:lnTo>
                    <a:pt x="4922094" y="1571639"/>
                  </a:lnTo>
                  <a:lnTo>
                    <a:pt x="4922221" y="1571639"/>
                  </a:lnTo>
                  <a:lnTo>
                    <a:pt x="4922347" y="1571639"/>
                  </a:lnTo>
                  <a:lnTo>
                    <a:pt x="4922473" y="1571639"/>
                  </a:lnTo>
                  <a:lnTo>
                    <a:pt x="4922599" y="1571639"/>
                  </a:lnTo>
                  <a:lnTo>
                    <a:pt x="4922726" y="1571639"/>
                  </a:lnTo>
                  <a:lnTo>
                    <a:pt x="4922852" y="1571639"/>
                  </a:lnTo>
                  <a:lnTo>
                    <a:pt x="4922978" y="1571639"/>
                  </a:lnTo>
                  <a:lnTo>
                    <a:pt x="4923105" y="1571639"/>
                  </a:lnTo>
                  <a:lnTo>
                    <a:pt x="4923231" y="1571639"/>
                  </a:lnTo>
                  <a:lnTo>
                    <a:pt x="4923357" y="1571639"/>
                  </a:lnTo>
                  <a:lnTo>
                    <a:pt x="4923483" y="1571639"/>
                  </a:lnTo>
                  <a:lnTo>
                    <a:pt x="4923610" y="1571639"/>
                  </a:lnTo>
                  <a:lnTo>
                    <a:pt x="4923736" y="1571639"/>
                  </a:lnTo>
                  <a:lnTo>
                    <a:pt x="4923862" y="1571639"/>
                  </a:lnTo>
                  <a:lnTo>
                    <a:pt x="4923988" y="1571639"/>
                  </a:lnTo>
                  <a:lnTo>
                    <a:pt x="4924115" y="1571639"/>
                  </a:lnTo>
                  <a:lnTo>
                    <a:pt x="4924241" y="1571639"/>
                  </a:lnTo>
                  <a:lnTo>
                    <a:pt x="4924367" y="1571639"/>
                  </a:lnTo>
                  <a:lnTo>
                    <a:pt x="4924493" y="1571639"/>
                  </a:lnTo>
                  <a:lnTo>
                    <a:pt x="4924620" y="1571639"/>
                  </a:lnTo>
                  <a:lnTo>
                    <a:pt x="4924746" y="1571639"/>
                  </a:lnTo>
                  <a:lnTo>
                    <a:pt x="4924872" y="1571639"/>
                  </a:lnTo>
                  <a:lnTo>
                    <a:pt x="4924998" y="1571639"/>
                  </a:lnTo>
                  <a:lnTo>
                    <a:pt x="4925125" y="1571639"/>
                  </a:lnTo>
                  <a:lnTo>
                    <a:pt x="4925251" y="1571639"/>
                  </a:lnTo>
                  <a:lnTo>
                    <a:pt x="4925377" y="1571639"/>
                  </a:lnTo>
                  <a:lnTo>
                    <a:pt x="4925503" y="1571639"/>
                  </a:lnTo>
                  <a:lnTo>
                    <a:pt x="4925630" y="1571639"/>
                  </a:lnTo>
                  <a:lnTo>
                    <a:pt x="4925756" y="1571639"/>
                  </a:lnTo>
                  <a:lnTo>
                    <a:pt x="4925882" y="1571639"/>
                  </a:lnTo>
                  <a:lnTo>
                    <a:pt x="4926008" y="1571639"/>
                  </a:lnTo>
                  <a:lnTo>
                    <a:pt x="4926135" y="1571639"/>
                  </a:lnTo>
                  <a:lnTo>
                    <a:pt x="4926261" y="1571639"/>
                  </a:lnTo>
                  <a:lnTo>
                    <a:pt x="4926387" y="1571639"/>
                  </a:lnTo>
                  <a:lnTo>
                    <a:pt x="4926513" y="1571639"/>
                  </a:lnTo>
                  <a:lnTo>
                    <a:pt x="4926640" y="1571639"/>
                  </a:lnTo>
                  <a:lnTo>
                    <a:pt x="4926766" y="1571639"/>
                  </a:lnTo>
                  <a:lnTo>
                    <a:pt x="4926892" y="1571639"/>
                  </a:lnTo>
                  <a:lnTo>
                    <a:pt x="4927018" y="1571639"/>
                  </a:lnTo>
                  <a:lnTo>
                    <a:pt x="4927145" y="1571639"/>
                  </a:lnTo>
                  <a:lnTo>
                    <a:pt x="4927271" y="1571639"/>
                  </a:lnTo>
                  <a:lnTo>
                    <a:pt x="4927397" y="1571639"/>
                  </a:lnTo>
                  <a:lnTo>
                    <a:pt x="4927523" y="1571639"/>
                  </a:lnTo>
                  <a:lnTo>
                    <a:pt x="4927650" y="1571639"/>
                  </a:lnTo>
                  <a:lnTo>
                    <a:pt x="4927776" y="1571639"/>
                  </a:lnTo>
                  <a:lnTo>
                    <a:pt x="4927902" y="1571639"/>
                  </a:lnTo>
                  <a:lnTo>
                    <a:pt x="4928029" y="1571639"/>
                  </a:lnTo>
                  <a:lnTo>
                    <a:pt x="4928155" y="1571639"/>
                  </a:lnTo>
                  <a:lnTo>
                    <a:pt x="4928281" y="1571639"/>
                  </a:lnTo>
                  <a:lnTo>
                    <a:pt x="4928407" y="1571639"/>
                  </a:lnTo>
                  <a:lnTo>
                    <a:pt x="4928534" y="1571639"/>
                  </a:lnTo>
                  <a:lnTo>
                    <a:pt x="4928660" y="1571639"/>
                  </a:lnTo>
                  <a:lnTo>
                    <a:pt x="4928786" y="1571639"/>
                  </a:lnTo>
                  <a:lnTo>
                    <a:pt x="4928912" y="1571639"/>
                  </a:lnTo>
                  <a:lnTo>
                    <a:pt x="4929039" y="1571639"/>
                  </a:lnTo>
                  <a:lnTo>
                    <a:pt x="4929165" y="1571639"/>
                  </a:lnTo>
                  <a:lnTo>
                    <a:pt x="4929291" y="1571639"/>
                  </a:lnTo>
                  <a:lnTo>
                    <a:pt x="4929417" y="1571639"/>
                  </a:lnTo>
                  <a:lnTo>
                    <a:pt x="4929544" y="1571639"/>
                  </a:lnTo>
                  <a:lnTo>
                    <a:pt x="4929670" y="1571639"/>
                  </a:lnTo>
                  <a:lnTo>
                    <a:pt x="4929796" y="1571639"/>
                  </a:lnTo>
                  <a:lnTo>
                    <a:pt x="4929922" y="1571639"/>
                  </a:lnTo>
                  <a:lnTo>
                    <a:pt x="4930049" y="1571639"/>
                  </a:lnTo>
                  <a:lnTo>
                    <a:pt x="4930175" y="1571639"/>
                  </a:lnTo>
                  <a:lnTo>
                    <a:pt x="4930301" y="1571639"/>
                  </a:lnTo>
                  <a:lnTo>
                    <a:pt x="4930427" y="1571639"/>
                  </a:lnTo>
                  <a:lnTo>
                    <a:pt x="4930554" y="1571639"/>
                  </a:lnTo>
                  <a:lnTo>
                    <a:pt x="4930680" y="1571639"/>
                  </a:lnTo>
                  <a:lnTo>
                    <a:pt x="4930806" y="1571639"/>
                  </a:lnTo>
                  <a:lnTo>
                    <a:pt x="4930806" y="1566728"/>
                  </a:lnTo>
                  <a:lnTo>
                    <a:pt x="4930932" y="1566728"/>
                  </a:lnTo>
                  <a:lnTo>
                    <a:pt x="4931059" y="1566728"/>
                  </a:lnTo>
                  <a:lnTo>
                    <a:pt x="4931185" y="1566728"/>
                  </a:lnTo>
                  <a:lnTo>
                    <a:pt x="4931311" y="1566728"/>
                  </a:lnTo>
                  <a:lnTo>
                    <a:pt x="4931437" y="1566728"/>
                  </a:lnTo>
                  <a:lnTo>
                    <a:pt x="4931564" y="1566728"/>
                  </a:lnTo>
                  <a:lnTo>
                    <a:pt x="4931690" y="1566728"/>
                  </a:lnTo>
                  <a:lnTo>
                    <a:pt x="4931816" y="1566728"/>
                  </a:lnTo>
                  <a:lnTo>
                    <a:pt x="4931942" y="1566728"/>
                  </a:lnTo>
                  <a:lnTo>
                    <a:pt x="4932069" y="1566728"/>
                  </a:lnTo>
                  <a:lnTo>
                    <a:pt x="4932195" y="1566728"/>
                  </a:lnTo>
                  <a:lnTo>
                    <a:pt x="4932321" y="1566728"/>
                  </a:lnTo>
                  <a:lnTo>
                    <a:pt x="4932447" y="1566728"/>
                  </a:lnTo>
                  <a:lnTo>
                    <a:pt x="4932574" y="1566728"/>
                  </a:lnTo>
                  <a:lnTo>
                    <a:pt x="4932700" y="1566728"/>
                  </a:lnTo>
                  <a:lnTo>
                    <a:pt x="4932826" y="1566728"/>
                  </a:lnTo>
                  <a:lnTo>
                    <a:pt x="4932953" y="1566728"/>
                  </a:lnTo>
                  <a:lnTo>
                    <a:pt x="4933079" y="1566728"/>
                  </a:lnTo>
                  <a:lnTo>
                    <a:pt x="4933205" y="1566728"/>
                  </a:lnTo>
                  <a:lnTo>
                    <a:pt x="4933331" y="1566728"/>
                  </a:lnTo>
                  <a:lnTo>
                    <a:pt x="4933458" y="1566728"/>
                  </a:lnTo>
                  <a:lnTo>
                    <a:pt x="4933584" y="1566728"/>
                  </a:lnTo>
                  <a:lnTo>
                    <a:pt x="4933710" y="1566728"/>
                  </a:lnTo>
                  <a:lnTo>
                    <a:pt x="4933836" y="1566728"/>
                  </a:lnTo>
                  <a:lnTo>
                    <a:pt x="4933963" y="1566728"/>
                  </a:lnTo>
                  <a:lnTo>
                    <a:pt x="4934089" y="1566728"/>
                  </a:lnTo>
                  <a:lnTo>
                    <a:pt x="4934215" y="1566728"/>
                  </a:lnTo>
                  <a:lnTo>
                    <a:pt x="4934341" y="1566728"/>
                  </a:lnTo>
                  <a:lnTo>
                    <a:pt x="4934468" y="1566728"/>
                  </a:lnTo>
                  <a:lnTo>
                    <a:pt x="4934594" y="1566728"/>
                  </a:lnTo>
                  <a:lnTo>
                    <a:pt x="4934720" y="1566728"/>
                  </a:lnTo>
                  <a:lnTo>
                    <a:pt x="4934846" y="1566728"/>
                  </a:lnTo>
                  <a:lnTo>
                    <a:pt x="4934973" y="1566728"/>
                  </a:lnTo>
                  <a:lnTo>
                    <a:pt x="4935099" y="1566728"/>
                  </a:lnTo>
                  <a:lnTo>
                    <a:pt x="4935225" y="1566728"/>
                  </a:lnTo>
                  <a:lnTo>
                    <a:pt x="4935351" y="1566728"/>
                  </a:lnTo>
                  <a:lnTo>
                    <a:pt x="4935478" y="1566728"/>
                  </a:lnTo>
                  <a:lnTo>
                    <a:pt x="4935604" y="1566728"/>
                  </a:lnTo>
                  <a:lnTo>
                    <a:pt x="4935730" y="1566728"/>
                  </a:lnTo>
                  <a:lnTo>
                    <a:pt x="4935856" y="1566728"/>
                  </a:lnTo>
                  <a:lnTo>
                    <a:pt x="4935983" y="1566728"/>
                  </a:lnTo>
                  <a:lnTo>
                    <a:pt x="4936109" y="1566728"/>
                  </a:lnTo>
                  <a:lnTo>
                    <a:pt x="4936235" y="1566728"/>
                  </a:lnTo>
                  <a:lnTo>
                    <a:pt x="4936361" y="1566728"/>
                  </a:lnTo>
                  <a:lnTo>
                    <a:pt x="4936488" y="1566728"/>
                  </a:lnTo>
                  <a:lnTo>
                    <a:pt x="4936614" y="1566728"/>
                  </a:lnTo>
                  <a:lnTo>
                    <a:pt x="4936740" y="1566728"/>
                  </a:lnTo>
                  <a:lnTo>
                    <a:pt x="4936866" y="1566728"/>
                  </a:lnTo>
                  <a:lnTo>
                    <a:pt x="4936993" y="1566728"/>
                  </a:lnTo>
                  <a:lnTo>
                    <a:pt x="4937119" y="1566728"/>
                  </a:lnTo>
                  <a:lnTo>
                    <a:pt x="4937245" y="1566728"/>
                  </a:lnTo>
                  <a:lnTo>
                    <a:pt x="4937371" y="1566728"/>
                  </a:lnTo>
                  <a:lnTo>
                    <a:pt x="4937498" y="1566728"/>
                  </a:lnTo>
                  <a:lnTo>
                    <a:pt x="4937624" y="1566728"/>
                  </a:lnTo>
                  <a:lnTo>
                    <a:pt x="4937750" y="1566728"/>
                  </a:lnTo>
                  <a:lnTo>
                    <a:pt x="4937876" y="1566728"/>
                  </a:lnTo>
                  <a:lnTo>
                    <a:pt x="4938003" y="1566728"/>
                  </a:lnTo>
                  <a:lnTo>
                    <a:pt x="4938129" y="1566728"/>
                  </a:lnTo>
                  <a:lnTo>
                    <a:pt x="4938255" y="1566728"/>
                  </a:lnTo>
                  <a:lnTo>
                    <a:pt x="4938382" y="1566728"/>
                  </a:lnTo>
                  <a:lnTo>
                    <a:pt x="4938508" y="1566728"/>
                  </a:lnTo>
                  <a:lnTo>
                    <a:pt x="4938634" y="1566728"/>
                  </a:lnTo>
                  <a:lnTo>
                    <a:pt x="4938760" y="1566728"/>
                  </a:lnTo>
                  <a:lnTo>
                    <a:pt x="4938887" y="1566728"/>
                  </a:lnTo>
                  <a:lnTo>
                    <a:pt x="4939013" y="1566728"/>
                  </a:lnTo>
                  <a:lnTo>
                    <a:pt x="4939139" y="1566728"/>
                  </a:lnTo>
                  <a:lnTo>
                    <a:pt x="4939265" y="1566728"/>
                  </a:lnTo>
                  <a:lnTo>
                    <a:pt x="4939392" y="1566728"/>
                  </a:lnTo>
                  <a:lnTo>
                    <a:pt x="4939518" y="1566728"/>
                  </a:lnTo>
                  <a:lnTo>
                    <a:pt x="4939644" y="1566728"/>
                  </a:lnTo>
                  <a:lnTo>
                    <a:pt x="4939770" y="1566728"/>
                  </a:lnTo>
                  <a:lnTo>
                    <a:pt x="4939897" y="1566728"/>
                  </a:lnTo>
                  <a:lnTo>
                    <a:pt x="4940023" y="1566728"/>
                  </a:lnTo>
                  <a:lnTo>
                    <a:pt x="4940149" y="1566728"/>
                  </a:lnTo>
                  <a:lnTo>
                    <a:pt x="4940275" y="1566728"/>
                  </a:lnTo>
                  <a:lnTo>
                    <a:pt x="4940402" y="1566728"/>
                  </a:lnTo>
                  <a:lnTo>
                    <a:pt x="4940528" y="1566728"/>
                  </a:lnTo>
                  <a:lnTo>
                    <a:pt x="4940654" y="1566728"/>
                  </a:lnTo>
                  <a:lnTo>
                    <a:pt x="4940780" y="1566728"/>
                  </a:lnTo>
                  <a:lnTo>
                    <a:pt x="4940907" y="1566728"/>
                  </a:lnTo>
                  <a:lnTo>
                    <a:pt x="4941033" y="1566728"/>
                  </a:lnTo>
                  <a:lnTo>
                    <a:pt x="4941159" y="1566728"/>
                  </a:lnTo>
                  <a:lnTo>
                    <a:pt x="4941285" y="1566728"/>
                  </a:lnTo>
                  <a:lnTo>
                    <a:pt x="4941412" y="1566728"/>
                  </a:lnTo>
                  <a:lnTo>
                    <a:pt x="4941538" y="1566728"/>
                  </a:lnTo>
                  <a:lnTo>
                    <a:pt x="4941664" y="1566728"/>
                  </a:lnTo>
                  <a:lnTo>
                    <a:pt x="4941790" y="1566728"/>
                  </a:lnTo>
                  <a:lnTo>
                    <a:pt x="4941917" y="1566728"/>
                  </a:lnTo>
                  <a:lnTo>
                    <a:pt x="4942043" y="1566728"/>
                  </a:lnTo>
                  <a:lnTo>
                    <a:pt x="4942169" y="1566728"/>
                  </a:lnTo>
                  <a:lnTo>
                    <a:pt x="4942295" y="1566728"/>
                  </a:lnTo>
                  <a:lnTo>
                    <a:pt x="4942422" y="1566728"/>
                  </a:lnTo>
                  <a:lnTo>
                    <a:pt x="4942548" y="1566728"/>
                  </a:lnTo>
                  <a:lnTo>
                    <a:pt x="4942674" y="1566728"/>
                  </a:lnTo>
                  <a:lnTo>
                    <a:pt x="4942800" y="1566728"/>
                  </a:lnTo>
                  <a:lnTo>
                    <a:pt x="4942927" y="1566728"/>
                  </a:lnTo>
                  <a:lnTo>
                    <a:pt x="4943053" y="1566728"/>
                  </a:lnTo>
                  <a:lnTo>
                    <a:pt x="4943179" y="1566728"/>
                  </a:lnTo>
                  <a:lnTo>
                    <a:pt x="4943306" y="1566728"/>
                  </a:lnTo>
                  <a:lnTo>
                    <a:pt x="4943432" y="1566728"/>
                  </a:lnTo>
                  <a:lnTo>
                    <a:pt x="4943558" y="1566728"/>
                  </a:lnTo>
                  <a:lnTo>
                    <a:pt x="4943684" y="1566728"/>
                  </a:lnTo>
                  <a:lnTo>
                    <a:pt x="4943811" y="1566728"/>
                  </a:lnTo>
                  <a:lnTo>
                    <a:pt x="4943937" y="1566728"/>
                  </a:lnTo>
                  <a:lnTo>
                    <a:pt x="4944063" y="1566728"/>
                  </a:lnTo>
                  <a:lnTo>
                    <a:pt x="4944189" y="1566728"/>
                  </a:lnTo>
                  <a:lnTo>
                    <a:pt x="4944316" y="1566728"/>
                  </a:lnTo>
                  <a:lnTo>
                    <a:pt x="4944442" y="1566728"/>
                  </a:lnTo>
                  <a:lnTo>
                    <a:pt x="4944568" y="1566728"/>
                  </a:lnTo>
                  <a:lnTo>
                    <a:pt x="4944694" y="1566728"/>
                  </a:lnTo>
                  <a:lnTo>
                    <a:pt x="4944821" y="1566728"/>
                  </a:lnTo>
                  <a:lnTo>
                    <a:pt x="4944947" y="1566728"/>
                  </a:lnTo>
                  <a:lnTo>
                    <a:pt x="4945073" y="1566728"/>
                  </a:lnTo>
                  <a:lnTo>
                    <a:pt x="4945199" y="1566728"/>
                  </a:lnTo>
                  <a:lnTo>
                    <a:pt x="4945326" y="1566728"/>
                  </a:lnTo>
                  <a:lnTo>
                    <a:pt x="4945452" y="1566728"/>
                  </a:lnTo>
                  <a:lnTo>
                    <a:pt x="4945578" y="1566728"/>
                  </a:lnTo>
                  <a:lnTo>
                    <a:pt x="4945704" y="1566728"/>
                  </a:lnTo>
                  <a:lnTo>
                    <a:pt x="4945831" y="1566728"/>
                  </a:lnTo>
                  <a:lnTo>
                    <a:pt x="4945957" y="1566728"/>
                  </a:lnTo>
                  <a:lnTo>
                    <a:pt x="4945957" y="1561817"/>
                  </a:lnTo>
                  <a:lnTo>
                    <a:pt x="4946083" y="1561817"/>
                  </a:lnTo>
                  <a:lnTo>
                    <a:pt x="4946209" y="1561817"/>
                  </a:lnTo>
                  <a:lnTo>
                    <a:pt x="4946336" y="1561817"/>
                  </a:lnTo>
                  <a:lnTo>
                    <a:pt x="4946462" y="1561817"/>
                  </a:lnTo>
                  <a:lnTo>
                    <a:pt x="4946588" y="1561817"/>
                  </a:lnTo>
                  <a:lnTo>
                    <a:pt x="4946714" y="1561817"/>
                  </a:lnTo>
                  <a:lnTo>
                    <a:pt x="4946714" y="1556905"/>
                  </a:lnTo>
                  <a:lnTo>
                    <a:pt x="4946841" y="1556905"/>
                  </a:lnTo>
                  <a:lnTo>
                    <a:pt x="4946967" y="1556905"/>
                  </a:lnTo>
                  <a:lnTo>
                    <a:pt x="4947093" y="1556905"/>
                  </a:lnTo>
                  <a:lnTo>
                    <a:pt x="4947219" y="1556905"/>
                  </a:lnTo>
                  <a:lnTo>
                    <a:pt x="4947346" y="1556905"/>
                  </a:lnTo>
                  <a:lnTo>
                    <a:pt x="4947472" y="1556905"/>
                  </a:lnTo>
                  <a:lnTo>
                    <a:pt x="4947598" y="1556905"/>
                  </a:lnTo>
                  <a:lnTo>
                    <a:pt x="4947724" y="1556905"/>
                  </a:lnTo>
                  <a:lnTo>
                    <a:pt x="4947851" y="1556905"/>
                  </a:lnTo>
                  <a:lnTo>
                    <a:pt x="4947977" y="1556905"/>
                  </a:lnTo>
                  <a:lnTo>
                    <a:pt x="4948103" y="1556905"/>
                  </a:lnTo>
                  <a:lnTo>
                    <a:pt x="4948229" y="1556905"/>
                  </a:lnTo>
                  <a:lnTo>
                    <a:pt x="4948356" y="1556905"/>
                  </a:lnTo>
                  <a:lnTo>
                    <a:pt x="4948482" y="1556905"/>
                  </a:lnTo>
                  <a:lnTo>
                    <a:pt x="4948608" y="1556905"/>
                  </a:lnTo>
                  <a:lnTo>
                    <a:pt x="4948735" y="1556905"/>
                  </a:lnTo>
                  <a:lnTo>
                    <a:pt x="4948861" y="1556905"/>
                  </a:lnTo>
                  <a:lnTo>
                    <a:pt x="4948987" y="1556905"/>
                  </a:lnTo>
                  <a:lnTo>
                    <a:pt x="4949113" y="1556905"/>
                  </a:lnTo>
                  <a:lnTo>
                    <a:pt x="4949240" y="1556905"/>
                  </a:lnTo>
                  <a:lnTo>
                    <a:pt x="4949366" y="1556905"/>
                  </a:lnTo>
                  <a:lnTo>
                    <a:pt x="4949492" y="1556905"/>
                  </a:lnTo>
                  <a:lnTo>
                    <a:pt x="4949618" y="1556905"/>
                  </a:lnTo>
                  <a:lnTo>
                    <a:pt x="4949745" y="1556905"/>
                  </a:lnTo>
                  <a:lnTo>
                    <a:pt x="4949871" y="1556905"/>
                  </a:lnTo>
                  <a:lnTo>
                    <a:pt x="4949997" y="1556905"/>
                  </a:lnTo>
                  <a:lnTo>
                    <a:pt x="4950123" y="1556905"/>
                  </a:lnTo>
                  <a:lnTo>
                    <a:pt x="4950250" y="1556905"/>
                  </a:lnTo>
                  <a:lnTo>
                    <a:pt x="4950376" y="1556905"/>
                  </a:lnTo>
                  <a:lnTo>
                    <a:pt x="4950502" y="1556905"/>
                  </a:lnTo>
                  <a:lnTo>
                    <a:pt x="4950628" y="1556905"/>
                  </a:lnTo>
                  <a:lnTo>
                    <a:pt x="4950755" y="1556905"/>
                  </a:lnTo>
                  <a:lnTo>
                    <a:pt x="4950881" y="1556905"/>
                  </a:lnTo>
                  <a:lnTo>
                    <a:pt x="4951007" y="1556905"/>
                  </a:lnTo>
                  <a:lnTo>
                    <a:pt x="4951133" y="1556905"/>
                  </a:lnTo>
                  <a:lnTo>
                    <a:pt x="4951260" y="1556905"/>
                  </a:lnTo>
                  <a:lnTo>
                    <a:pt x="4951386" y="1556905"/>
                  </a:lnTo>
                  <a:lnTo>
                    <a:pt x="4951512" y="1556905"/>
                  </a:lnTo>
                  <a:lnTo>
                    <a:pt x="4951638" y="1556905"/>
                  </a:lnTo>
                  <a:lnTo>
                    <a:pt x="4951765" y="1556905"/>
                  </a:lnTo>
                  <a:lnTo>
                    <a:pt x="4951891" y="1556905"/>
                  </a:lnTo>
                  <a:lnTo>
                    <a:pt x="4952017" y="1556905"/>
                  </a:lnTo>
                  <a:lnTo>
                    <a:pt x="4952143" y="1556905"/>
                  </a:lnTo>
                  <a:lnTo>
                    <a:pt x="4952270" y="1556905"/>
                  </a:lnTo>
                  <a:lnTo>
                    <a:pt x="4952396" y="1556905"/>
                  </a:lnTo>
                  <a:lnTo>
                    <a:pt x="4952522" y="1556905"/>
                  </a:lnTo>
                  <a:lnTo>
                    <a:pt x="4952648" y="1556905"/>
                  </a:lnTo>
                  <a:lnTo>
                    <a:pt x="4952775" y="1556905"/>
                  </a:lnTo>
                  <a:lnTo>
                    <a:pt x="4952901" y="1556905"/>
                  </a:lnTo>
                  <a:lnTo>
                    <a:pt x="4953027" y="1556905"/>
                  </a:lnTo>
                  <a:lnTo>
                    <a:pt x="4953153" y="1556905"/>
                  </a:lnTo>
                  <a:lnTo>
                    <a:pt x="4953280" y="1556905"/>
                  </a:lnTo>
                  <a:lnTo>
                    <a:pt x="4953406" y="1556905"/>
                  </a:lnTo>
                  <a:lnTo>
                    <a:pt x="4953532" y="1556905"/>
                  </a:lnTo>
                  <a:lnTo>
                    <a:pt x="4953659" y="1556905"/>
                  </a:lnTo>
                  <a:lnTo>
                    <a:pt x="4953785" y="1556905"/>
                  </a:lnTo>
                  <a:lnTo>
                    <a:pt x="4953911" y="1556905"/>
                  </a:lnTo>
                  <a:lnTo>
                    <a:pt x="4954037" y="1556905"/>
                  </a:lnTo>
                  <a:lnTo>
                    <a:pt x="4954164" y="1556905"/>
                  </a:lnTo>
                  <a:lnTo>
                    <a:pt x="4954290" y="1556905"/>
                  </a:lnTo>
                  <a:lnTo>
                    <a:pt x="4954416" y="1556905"/>
                  </a:lnTo>
                  <a:lnTo>
                    <a:pt x="4954542" y="1556905"/>
                  </a:lnTo>
                  <a:lnTo>
                    <a:pt x="4954669" y="1556905"/>
                  </a:lnTo>
                  <a:lnTo>
                    <a:pt x="4954795" y="1556905"/>
                  </a:lnTo>
                  <a:lnTo>
                    <a:pt x="4954921" y="1556905"/>
                  </a:lnTo>
                  <a:lnTo>
                    <a:pt x="4955047" y="1556905"/>
                  </a:lnTo>
                  <a:lnTo>
                    <a:pt x="4955174" y="1556905"/>
                  </a:lnTo>
                  <a:lnTo>
                    <a:pt x="4955300" y="1556905"/>
                  </a:lnTo>
                  <a:lnTo>
                    <a:pt x="4955426" y="1556905"/>
                  </a:lnTo>
                  <a:lnTo>
                    <a:pt x="4955552" y="1556905"/>
                  </a:lnTo>
                  <a:lnTo>
                    <a:pt x="4955679" y="1556905"/>
                  </a:lnTo>
                  <a:lnTo>
                    <a:pt x="4955805" y="1556905"/>
                  </a:lnTo>
                  <a:lnTo>
                    <a:pt x="4955931" y="1556905"/>
                  </a:lnTo>
                  <a:lnTo>
                    <a:pt x="4956057" y="1556905"/>
                  </a:lnTo>
                  <a:lnTo>
                    <a:pt x="4956184" y="1556905"/>
                  </a:lnTo>
                  <a:lnTo>
                    <a:pt x="4956310" y="1556905"/>
                  </a:lnTo>
                  <a:lnTo>
                    <a:pt x="4956436" y="1556905"/>
                  </a:lnTo>
                  <a:lnTo>
                    <a:pt x="4956562" y="1556905"/>
                  </a:lnTo>
                  <a:lnTo>
                    <a:pt x="4956689" y="1556905"/>
                  </a:lnTo>
                  <a:lnTo>
                    <a:pt x="4956815" y="1556905"/>
                  </a:lnTo>
                  <a:lnTo>
                    <a:pt x="4956941" y="1556905"/>
                  </a:lnTo>
                  <a:lnTo>
                    <a:pt x="4957067" y="1556905"/>
                  </a:lnTo>
                  <a:lnTo>
                    <a:pt x="4957194" y="1556905"/>
                  </a:lnTo>
                  <a:lnTo>
                    <a:pt x="4957320" y="1556905"/>
                  </a:lnTo>
                  <a:lnTo>
                    <a:pt x="4957446" y="1556905"/>
                  </a:lnTo>
                  <a:lnTo>
                    <a:pt x="4957572" y="1556905"/>
                  </a:lnTo>
                  <a:lnTo>
                    <a:pt x="4957699" y="1556905"/>
                  </a:lnTo>
                  <a:lnTo>
                    <a:pt x="4957825" y="1556905"/>
                  </a:lnTo>
                  <a:lnTo>
                    <a:pt x="4957951" y="1556905"/>
                  </a:lnTo>
                  <a:lnTo>
                    <a:pt x="4958077" y="1556905"/>
                  </a:lnTo>
                  <a:lnTo>
                    <a:pt x="4958204" y="1556905"/>
                  </a:lnTo>
                  <a:lnTo>
                    <a:pt x="4958330" y="1556905"/>
                  </a:lnTo>
                  <a:lnTo>
                    <a:pt x="4958456" y="1556905"/>
                  </a:lnTo>
                  <a:lnTo>
                    <a:pt x="4958582" y="1556905"/>
                  </a:lnTo>
                  <a:lnTo>
                    <a:pt x="4958709" y="1556905"/>
                  </a:lnTo>
                  <a:lnTo>
                    <a:pt x="4958835" y="1556905"/>
                  </a:lnTo>
                  <a:lnTo>
                    <a:pt x="4958961" y="1556905"/>
                  </a:lnTo>
                  <a:lnTo>
                    <a:pt x="4959088" y="1556905"/>
                  </a:lnTo>
                  <a:lnTo>
                    <a:pt x="4959214" y="1556905"/>
                  </a:lnTo>
                  <a:lnTo>
                    <a:pt x="4959340" y="1556905"/>
                  </a:lnTo>
                  <a:lnTo>
                    <a:pt x="4959466" y="1556905"/>
                  </a:lnTo>
                  <a:lnTo>
                    <a:pt x="4959593" y="1556905"/>
                  </a:lnTo>
                  <a:lnTo>
                    <a:pt x="4959719" y="1556905"/>
                  </a:lnTo>
                  <a:lnTo>
                    <a:pt x="4959845" y="1556905"/>
                  </a:lnTo>
                  <a:lnTo>
                    <a:pt x="4959971" y="1556905"/>
                  </a:lnTo>
                  <a:lnTo>
                    <a:pt x="4960098" y="1556905"/>
                  </a:lnTo>
                  <a:lnTo>
                    <a:pt x="4960224" y="1556905"/>
                  </a:lnTo>
                  <a:lnTo>
                    <a:pt x="4960350" y="1556905"/>
                  </a:lnTo>
                  <a:lnTo>
                    <a:pt x="4960476" y="1556905"/>
                  </a:lnTo>
                  <a:lnTo>
                    <a:pt x="4960603" y="1556905"/>
                  </a:lnTo>
                  <a:lnTo>
                    <a:pt x="4960729" y="1556905"/>
                  </a:lnTo>
                  <a:lnTo>
                    <a:pt x="4960855" y="1556905"/>
                  </a:lnTo>
                  <a:lnTo>
                    <a:pt x="4960981" y="1556905"/>
                  </a:lnTo>
                  <a:lnTo>
                    <a:pt x="4961108" y="1556905"/>
                  </a:lnTo>
                  <a:lnTo>
                    <a:pt x="4961234" y="1556905"/>
                  </a:lnTo>
                  <a:lnTo>
                    <a:pt x="4961360" y="1556905"/>
                  </a:lnTo>
                  <a:lnTo>
                    <a:pt x="4961486" y="1556905"/>
                  </a:lnTo>
                  <a:lnTo>
                    <a:pt x="4961613" y="1556905"/>
                  </a:lnTo>
                  <a:lnTo>
                    <a:pt x="4961739" y="1556905"/>
                  </a:lnTo>
                  <a:lnTo>
                    <a:pt x="4961865" y="1556905"/>
                  </a:lnTo>
                  <a:lnTo>
                    <a:pt x="4961991" y="1556905"/>
                  </a:lnTo>
                  <a:lnTo>
                    <a:pt x="4962118" y="1556905"/>
                  </a:lnTo>
                  <a:lnTo>
                    <a:pt x="4962244" y="1556905"/>
                  </a:lnTo>
                  <a:lnTo>
                    <a:pt x="4962370" y="1556905"/>
                  </a:lnTo>
                  <a:lnTo>
                    <a:pt x="4962496" y="1556905"/>
                  </a:lnTo>
                  <a:lnTo>
                    <a:pt x="4962496" y="1551994"/>
                  </a:lnTo>
                  <a:lnTo>
                    <a:pt x="4962623" y="1551994"/>
                  </a:lnTo>
                  <a:lnTo>
                    <a:pt x="4962749" y="1551994"/>
                  </a:lnTo>
                  <a:lnTo>
                    <a:pt x="4962875" y="1551994"/>
                  </a:lnTo>
                  <a:lnTo>
                    <a:pt x="4963001" y="1551994"/>
                  </a:lnTo>
                  <a:lnTo>
                    <a:pt x="4963128" y="1551994"/>
                  </a:lnTo>
                  <a:lnTo>
                    <a:pt x="4963254" y="1551994"/>
                  </a:lnTo>
                  <a:lnTo>
                    <a:pt x="4963380" y="1551994"/>
                  </a:lnTo>
                  <a:lnTo>
                    <a:pt x="4963506" y="1551994"/>
                  </a:lnTo>
                  <a:lnTo>
                    <a:pt x="4963633" y="1551994"/>
                  </a:lnTo>
                  <a:lnTo>
                    <a:pt x="4963759" y="1551994"/>
                  </a:lnTo>
                  <a:lnTo>
                    <a:pt x="4963885" y="1551994"/>
                  </a:lnTo>
                  <a:lnTo>
                    <a:pt x="4964012" y="1551994"/>
                  </a:lnTo>
                  <a:lnTo>
                    <a:pt x="4964138" y="1551994"/>
                  </a:lnTo>
                  <a:lnTo>
                    <a:pt x="4964264" y="1551994"/>
                  </a:lnTo>
                  <a:lnTo>
                    <a:pt x="4964390" y="1551994"/>
                  </a:lnTo>
                  <a:lnTo>
                    <a:pt x="4964517" y="1551994"/>
                  </a:lnTo>
                  <a:lnTo>
                    <a:pt x="4964643" y="1551994"/>
                  </a:lnTo>
                  <a:lnTo>
                    <a:pt x="4964769" y="1551994"/>
                  </a:lnTo>
                  <a:lnTo>
                    <a:pt x="4964895" y="1551994"/>
                  </a:lnTo>
                  <a:lnTo>
                    <a:pt x="4965022" y="1551994"/>
                  </a:lnTo>
                  <a:lnTo>
                    <a:pt x="4965148" y="1551994"/>
                  </a:lnTo>
                  <a:lnTo>
                    <a:pt x="4965274" y="1551994"/>
                  </a:lnTo>
                  <a:lnTo>
                    <a:pt x="4965400" y="1551994"/>
                  </a:lnTo>
                  <a:lnTo>
                    <a:pt x="4965527" y="1551994"/>
                  </a:lnTo>
                  <a:lnTo>
                    <a:pt x="4965653" y="1551994"/>
                  </a:lnTo>
                  <a:lnTo>
                    <a:pt x="4965779" y="1551994"/>
                  </a:lnTo>
                  <a:lnTo>
                    <a:pt x="4965905" y="1551994"/>
                  </a:lnTo>
                  <a:lnTo>
                    <a:pt x="4966032" y="1551994"/>
                  </a:lnTo>
                  <a:lnTo>
                    <a:pt x="4966158" y="1551994"/>
                  </a:lnTo>
                  <a:lnTo>
                    <a:pt x="4966284" y="1551994"/>
                  </a:lnTo>
                  <a:lnTo>
                    <a:pt x="4966410" y="1551994"/>
                  </a:lnTo>
                  <a:lnTo>
                    <a:pt x="4966537" y="1551994"/>
                  </a:lnTo>
                  <a:lnTo>
                    <a:pt x="4966663" y="1551994"/>
                  </a:lnTo>
                  <a:lnTo>
                    <a:pt x="4966789" y="1551994"/>
                  </a:lnTo>
                  <a:lnTo>
                    <a:pt x="4966915" y="1551994"/>
                  </a:lnTo>
                  <a:lnTo>
                    <a:pt x="4967042" y="1551994"/>
                  </a:lnTo>
                  <a:lnTo>
                    <a:pt x="4967168" y="1551994"/>
                  </a:lnTo>
                  <a:lnTo>
                    <a:pt x="4967294" y="1551994"/>
                  </a:lnTo>
                  <a:lnTo>
                    <a:pt x="4967420" y="1551994"/>
                  </a:lnTo>
                  <a:lnTo>
                    <a:pt x="4967547" y="1551994"/>
                  </a:lnTo>
                  <a:lnTo>
                    <a:pt x="4967673" y="1551994"/>
                  </a:lnTo>
                  <a:lnTo>
                    <a:pt x="4967799" y="1551994"/>
                  </a:lnTo>
                  <a:lnTo>
                    <a:pt x="4967925" y="1551994"/>
                  </a:lnTo>
                  <a:lnTo>
                    <a:pt x="4968052" y="1551994"/>
                  </a:lnTo>
                  <a:lnTo>
                    <a:pt x="4968178" y="1551994"/>
                  </a:lnTo>
                  <a:lnTo>
                    <a:pt x="4968304" y="1551994"/>
                  </a:lnTo>
                  <a:lnTo>
                    <a:pt x="4968430" y="1551994"/>
                  </a:lnTo>
                  <a:lnTo>
                    <a:pt x="4968557" y="1551994"/>
                  </a:lnTo>
                  <a:lnTo>
                    <a:pt x="4968683" y="1551994"/>
                  </a:lnTo>
                  <a:lnTo>
                    <a:pt x="4968809" y="1551994"/>
                  </a:lnTo>
                  <a:lnTo>
                    <a:pt x="4968935" y="1551994"/>
                  </a:lnTo>
                  <a:lnTo>
                    <a:pt x="4969062" y="1551994"/>
                  </a:lnTo>
                  <a:lnTo>
                    <a:pt x="4969188" y="1551994"/>
                  </a:lnTo>
                  <a:lnTo>
                    <a:pt x="4969314" y="1551994"/>
                  </a:lnTo>
                  <a:lnTo>
                    <a:pt x="4969441" y="1551994"/>
                  </a:lnTo>
                  <a:lnTo>
                    <a:pt x="4969567" y="1551994"/>
                  </a:lnTo>
                  <a:lnTo>
                    <a:pt x="4969693" y="1551994"/>
                  </a:lnTo>
                  <a:lnTo>
                    <a:pt x="4969819" y="1551994"/>
                  </a:lnTo>
                  <a:lnTo>
                    <a:pt x="4969946" y="1551994"/>
                  </a:lnTo>
                  <a:lnTo>
                    <a:pt x="4970072" y="1551994"/>
                  </a:lnTo>
                  <a:lnTo>
                    <a:pt x="4970198" y="1551994"/>
                  </a:lnTo>
                  <a:lnTo>
                    <a:pt x="4970324" y="1551994"/>
                  </a:lnTo>
                  <a:lnTo>
                    <a:pt x="4970451" y="1551994"/>
                  </a:lnTo>
                  <a:lnTo>
                    <a:pt x="4970577" y="1551994"/>
                  </a:lnTo>
                  <a:lnTo>
                    <a:pt x="4970703" y="1551994"/>
                  </a:lnTo>
                  <a:lnTo>
                    <a:pt x="4970829" y="1551994"/>
                  </a:lnTo>
                  <a:lnTo>
                    <a:pt x="4970956" y="1551994"/>
                  </a:lnTo>
                  <a:lnTo>
                    <a:pt x="4971082" y="1551994"/>
                  </a:lnTo>
                  <a:lnTo>
                    <a:pt x="4971208" y="1551994"/>
                  </a:lnTo>
                  <a:lnTo>
                    <a:pt x="4971334" y="1551994"/>
                  </a:lnTo>
                  <a:lnTo>
                    <a:pt x="4971461" y="1551994"/>
                  </a:lnTo>
                  <a:lnTo>
                    <a:pt x="4971587" y="1551994"/>
                  </a:lnTo>
                  <a:lnTo>
                    <a:pt x="4971713" y="1551994"/>
                  </a:lnTo>
                  <a:lnTo>
                    <a:pt x="4971839" y="1551994"/>
                  </a:lnTo>
                  <a:lnTo>
                    <a:pt x="4971966" y="1551994"/>
                  </a:lnTo>
                  <a:lnTo>
                    <a:pt x="4972092" y="1551994"/>
                  </a:lnTo>
                  <a:lnTo>
                    <a:pt x="4972218" y="1551994"/>
                  </a:lnTo>
                  <a:lnTo>
                    <a:pt x="4972344" y="1551994"/>
                  </a:lnTo>
                  <a:lnTo>
                    <a:pt x="4972471" y="1551994"/>
                  </a:lnTo>
                  <a:lnTo>
                    <a:pt x="4972597" y="1551994"/>
                  </a:lnTo>
                  <a:lnTo>
                    <a:pt x="4972723" y="1551994"/>
                  </a:lnTo>
                  <a:lnTo>
                    <a:pt x="4972849" y="1551994"/>
                  </a:lnTo>
                  <a:lnTo>
                    <a:pt x="4972976" y="1551994"/>
                  </a:lnTo>
                  <a:lnTo>
                    <a:pt x="4973102" y="1551994"/>
                  </a:lnTo>
                  <a:lnTo>
                    <a:pt x="4973228" y="1551994"/>
                  </a:lnTo>
                  <a:lnTo>
                    <a:pt x="4973354" y="1551994"/>
                  </a:lnTo>
                  <a:lnTo>
                    <a:pt x="4973481" y="1551994"/>
                  </a:lnTo>
                  <a:lnTo>
                    <a:pt x="4973481" y="1547083"/>
                  </a:lnTo>
                  <a:lnTo>
                    <a:pt x="4973607" y="1547083"/>
                  </a:lnTo>
                  <a:lnTo>
                    <a:pt x="4973733" y="1547083"/>
                  </a:lnTo>
                  <a:lnTo>
                    <a:pt x="4973859" y="1547083"/>
                  </a:lnTo>
                  <a:lnTo>
                    <a:pt x="4973986" y="1547083"/>
                  </a:lnTo>
                  <a:lnTo>
                    <a:pt x="4974112" y="1547083"/>
                  </a:lnTo>
                  <a:lnTo>
                    <a:pt x="4974238" y="1547083"/>
                  </a:lnTo>
                  <a:lnTo>
                    <a:pt x="4974365" y="1547083"/>
                  </a:lnTo>
                  <a:lnTo>
                    <a:pt x="4974491" y="1547083"/>
                  </a:lnTo>
                  <a:lnTo>
                    <a:pt x="4974617" y="1547083"/>
                  </a:lnTo>
                  <a:lnTo>
                    <a:pt x="4974743" y="1547083"/>
                  </a:lnTo>
                  <a:lnTo>
                    <a:pt x="4974870" y="1547083"/>
                  </a:lnTo>
                  <a:lnTo>
                    <a:pt x="4974996" y="1547083"/>
                  </a:lnTo>
                  <a:lnTo>
                    <a:pt x="4975122" y="1547083"/>
                  </a:lnTo>
                  <a:lnTo>
                    <a:pt x="4975248" y="1547083"/>
                  </a:lnTo>
                  <a:lnTo>
                    <a:pt x="4975375" y="1547083"/>
                  </a:lnTo>
                  <a:lnTo>
                    <a:pt x="4975501" y="1547083"/>
                  </a:lnTo>
                  <a:lnTo>
                    <a:pt x="4975627" y="1547083"/>
                  </a:lnTo>
                  <a:lnTo>
                    <a:pt x="4975753" y="1547083"/>
                  </a:lnTo>
                  <a:lnTo>
                    <a:pt x="4975880" y="1547083"/>
                  </a:lnTo>
                  <a:lnTo>
                    <a:pt x="4976006" y="1547083"/>
                  </a:lnTo>
                  <a:lnTo>
                    <a:pt x="4976132" y="1547083"/>
                  </a:lnTo>
                  <a:lnTo>
                    <a:pt x="4976258" y="1547083"/>
                  </a:lnTo>
                  <a:lnTo>
                    <a:pt x="4976385" y="1547083"/>
                  </a:lnTo>
                  <a:lnTo>
                    <a:pt x="4976511" y="1547083"/>
                  </a:lnTo>
                  <a:lnTo>
                    <a:pt x="4976637" y="1547083"/>
                  </a:lnTo>
                  <a:lnTo>
                    <a:pt x="4976763" y="1547083"/>
                  </a:lnTo>
                  <a:lnTo>
                    <a:pt x="4976890" y="1547083"/>
                  </a:lnTo>
                  <a:lnTo>
                    <a:pt x="4977016" y="1547083"/>
                  </a:lnTo>
                  <a:lnTo>
                    <a:pt x="4977142" y="1547083"/>
                  </a:lnTo>
                  <a:lnTo>
                    <a:pt x="4977268" y="1547083"/>
                  </a:lnTo>
                  <a:lnTo>
                    <a:pt x="4977395" y="1547083"/>
                  </a:lnTo>
                  <a:lnTo>
                    <a:pt x="4977521" y="1547083"/>
                  </a:lnTo>
                  <a:lnTo>
                    <a:pt x="4977647" y="1547083"/>
                  </a:lnTo>
                  <a:lnTo>
                    <a:pt x="4977773" y="1547083"/>
                  </a:lnTo>
                  <a:lnTo>
                    <a:pt x="4977900" y="1547083"/>
                  </a:lnTo>
                  <a:lnTo>
                    <a:pt x="4978026" y="1547083"/>
                  </a:lnTo>
                  <a:lnTo>
                    <a:pt x="4978152" y="1547083"/>
                  </a:lnTo>
                  <a:lnTo>
                    <a:pt x="4978278" y="1547083"/>
                  </a:lnTo>
                  <a:lnTo>
                    <a:pt x="4978405" y="1547083"/>
                  </a:lnTo>
                  <a:lnTo>
                    <a:pt x="4978531" y="1547083"/>
                  </a:lnTo>
                  <a:lnTo>
                    <a:pt x="4978657" y="1547083"/>
                  </a:lnTo>
                  <a:lnTo>
                    <a:pt x="4978783" y="1547083"/>
                  </a:lnTo>
                  <a:lnTo>
                    <a:pt x="4978910" y="1547083"/>
                  </a:lnTo>
                  <a:lnTo>
                    <a:pt x="4979036" y="1547083"/>
                  </a:lnTo>
                  <a:lnTo>
                    <a:pt x="4979162" y="1547083"/>
                  </a:lnTo>
                  <a:lnTo>
                    <a:pt x="4979288" y="1547083"/>
                  </a:lnTo>
                  <a:lnTo>
                    <a:pt x="4979415" y="1547083"/>
                  </a:lnTo>
                  <a:lnTo>
                    <a:pt x="4979541" y="1547083"/>
                  </a:lnTo>
                  <a:lnTo>
                    <a:pt x="4979667" y="1547083"/>
                  </a:lnTo>
                  <a:lnTo>
                    <a:pt x="4979794" y="1547083"/>
                  </a:lnTo>
                  <a:lnTo>
                    <a:pt x="4979920" y="1547083"/>
                  </a:lnTo>
                  <a:lnTo>
                    <a:pt x="4980046" y="1547083"/>
                  </a:lnTo>
                  <a:lnTo>
                    <a:pt x="4980172" y="1547083"/>
                  </a:lnTo>
                  <a:lnTo>
                    <a:pt x="4980299" y="1547083"/>
                  </a:lnTo>
                  <a:lnTo>
                    <a:pt x="4980425" y="1547083"/>
                  </a:lnTo>
                  <a:lnTo>
                    <a:pt x="4980551" y="1547083"/>
                  </a:lnTo>
                  <a:lnTo>
                    <a:pt x="4980677" y="1547083"/>
                  </a:lnTo>
                  <a:lnTo>
                    <a:pt x="4980804" y="1547083"/>
                  </a:lnTo>
                  <a:lnTo>
                    <a:pt x="4980930" y="1547083"/>
                  </a:lnTo>
                  <a:lnTo>
                    <a:pt x="4981056" y="1547083"/>
                  </a:lnTo>
                  <a:lnTo>
                    <a:pt x="4981182" y="1547083"/>
                  </a:lnTo>
                  <a:lnTo>
                    <a:pt x="4981309" y="1547083"/>
                  </a:lnTo>
                  <a:lnTo>
                    <a:pt x="4981435" y="1547083"/>
                  </a:lnTo>
                  <a:lnTo>
                    <a:pt x="4981561" y="1547083"/>
                  </a:lnTo>
                  <a:lnTo>
                    <a:pt x="4981561" y="1542171"/>
                  </a:lnTo>
                  <a:lnTo>
                    <a:pt x="4981687" y="1542171"/>
                  </a:lnTo>
                  <a:lnTo>
                    <a:pt x="4981814" y="1542171"/>
                  </a:lnTo>
                  <a:lnTo>
                    <a:pt x="4981940" y="1542171"/>
                  </a:lnTo>
                  <a:lnTo>
                    <a:pt x="4982066" y="1542171"/>
                  </a:lnTo>
                  <a:lnTo>
                    <a:pt x="4982192" y="1542171"/>
                  </a:lnTo>
                  <a:lnTo>
                    <a:pt x="4982319" y="1542171"/>
                  </a:lnTo>
                  <a:lnTo>
                    <a:pt x="4982445" y="1542171"/>
                  </a:lnTo>
                  <a:lnTo>
                    <a:pt x="4982571" y="1542171"/>
                  </a:lnTo>
                  <a:lnTo>
                    <a:pt x="4982697" y="1542171"/>
                  </a:lnTo>
                  <a:lnTo>
                    <a:pt x="4982824" y="1542171"/>
                  </a:lnTo>
                  <a:lnTo>
                    <a:pt x="4982950" y="1542171"/>
                  </a:lnTo>
                  <a:lnTo>
                    <a:pt x="4983076" y="1542171"/>
                  </a:lnTo>
                  <a:lnTo>
                    <a:pt x="4983202" y="1542171"/>
                  </a:lnTo>
                  <a:lnTo>
                    <a:pt x="4983329" y="1542171"/>
                  </a:lnTo>
                  <a:lnTo>
                    <a:pt x="4983455" y="1542171"/>
                  </a:lnTo>
                  <a:lnTo>
                    <a:pt x="4983581" y="1542171"/>
                  </a:lnTo>
                  <a:lnTo>
                    <a:pt x="4983707" y="1542171"/>
                  </a:lnTo>
                  <a:lnTo>
                    <a:pt x="4983834" y="1542171"/>
                  </a:lnTo>
                  <a:lnTo>
                    <a:pt x="4983960" y="1542171"/>
                  </a:lnTo>
                  <a:lnTo>
                    <a:pt x="4984086" y="1542171"/>
                  </a:lnTo>
                  <a:lnTo>
                    <a:pt x="4984212" y="1542171"/>
                  </a:lnTo>
                  <a:lnTo>
                    <a:pt x="4984339" y="1542171"/>
                  </a:lnTo>
                  <a:lnTo>
                    <a:pt x="4984465" y="1542171"/>
                  </a:lnTo>
                  <a:lnTo>
                    <a:pt x="4984591" y="1542171"/>
                  </a:lnTo>
                  <a:lnTo>
                    <a:pt x="4984718" y="1542171"/>
                  </a:lnTo>
                  <a:lnTo>
                    <a:pt x="4984844" y="1542171"/>
                  </a:lnTo>
                  <a:lnTo>
                    <a:pt x="4984970" y="1542171"/>
                  </a:lnTo>
                  <a:lnTo>
                    <a:pt x="4985096" y="1542171"/>
                  </a:lnTo>
                  <a:lnTo>
                    <a:pt x="4985223" y="1542171"/>
                  </a:lnTo>
                  <a:lnTo>
                    <a:pt x="4985349" y="1542171"/>
                  </a:lnTo>
                  <a:lnTo>
                    <a:pt x="4985475" y="1542171"/>
                  </a:lnTo>
                  <a:lnTo>
                    <a:pt x="4985601" y="1542171"/>
                  </a:lnTo>
                  <a:lnTo>
                    <a:pt x="4985728" y="1542171"/>
                  </a:lnTo>
                  <a:lnTo>
                    <a:pt x="4985854" y="1542171"/>
                  </a:lnTo>
                  <a:lnTo>
                    <a:pt x="4985980" y="1542171"/>
                  </a:lnTo>
                  <a:lnTo>
                    <a:pt x="4986106" y="1542171"/>
                  </a:lnTo>
                  <a:lnTo>
                    <a:pt x="4986233" y="1542171"/>
                  </a:lnTo>
                  <a:lnTo>
                    <a:pt x="4986359" y="1542171"/>
                  </a:lnTo>
                  <a:lnTo>
                    <a:pt x="4986485" y="1542171"/>
                  </a:lnTo>
                  <a:lnTo>
                    <a:pt x="4986611" y="1542171"/>
                  </a:lnTo>
                  <a:lnTo>
                    <a:pt x="4986738" y="1542171"/>
                  </a:lnTo>
                  <a:lnTo>
                    <a:pt x="4986864" y="1542171"/>
                  </a:lnTo>
                  <a:lnTo>
                    <a:pt x="4986990" y="1542171"/>
                  </a:lnTo>
                  <a:lnTo>
                    <a:pt x="4987116" y="1542171"/>
                  </a:lnTo>
                  <a:lnTo>
                    <a:pt x="4987243" y="1542171"/>
                  </a:lnTo>
                  <a:lnTo>
                    <a:pt x="4987369" y="1542171"/>
                  </a:lnTo>
                  <a:lnTo>
                    <a:pt x="4987495" y="1542171"/>
                  </a:lnTo>
                  <a:lnTo>
                    <a:pt x="4987621" y="1542171"/>
                  </a:lnTo>
                  <a:lnTo>
                    <a:pt x="4987748" y="1542171"/>
                  </a:lnTo>
                  <a:lnTo>
                    <a:pt x="4987874" y="1542171"/>
                  </a:lnTo>
                  <a:lnTo>
                    <a:pt x="4988000" y="1542171"/>
                  </a:lnTo>
                  <a:lnTo>
                    <a:pt x="4988126" y="1542171"/>
                  </a:lnTo>
                  <a:lnTo>
                    <a:pt x="4988253" y="1542171"/>
                  </a:lnTo>
                  <a:lnTo>
                    <a:pt x="4988379" y="1542171"/>
                  </a:lnTo>
                  <a:lnTo>
                    <a:pt x="4988505" y="1542171"/>
                  </a:lnTo>
                  <a:lnTo>
                    <a:pt x="4988631" y="1542171"/>
                  </a:lnTo>
                  <a:lnTo>
                    <a:pt x="4988758" y="1542171"/>
                  </a:lnTo>
                  <a:lnTo>
                    <a:pt x="4988884" y="1542171"/>
                  </a:lnTo>
                  <a:lnTo>
                    <a:pt x="4989010" y="1542171"/>
                  </a:lnTo>
                  <a:lnTo>
                    <a:pt x="4989136" y="1542171"/>
                  </a:lnTo>
                  <a:lnTo>
                    <a:pt x="4989263" y="1542171"/>
                  </a:lnTo>
                  <a:lnTo>
                    <a:pt x="4989389" y="1542171"/>
                  </a:lnTo>
                  <a:lnTo>
                    <a:pt x="4989515" y="1542171"/>
                  </a:lnTo>
                  <a:lnTo>
                    <a:pt x="4989642" y="1542171"/>
                  </a:lnTo>
                  <a:lnTo>
                    <a:pt x="4989768" y="1542171"/>
                  </a:lnTo>
                  <a:lnTo>
                    <a:pt x="4989894" y="1542171"/>
                  </a:lnTo>
                  <a:lnTo>
                    <a:pt x="4990020" y="1542171"/>
                  </a:lnTo>
                  <a:lnTo>
                    <a:pt x="4990147" y="1542171"/>
                  </a:lnTo>
                  <a:lnTo>
                    <a:pt x="4990273" y="1542171"/>
                  </a:lnTo>
                  <a:lnTo>
                    <a:pt x="4990399" y="1542171"/>
                  </a:lnTo>
                  <a:lnTo>
                    <a:pt x="4990525" y="1542171"/>
                  </a:lnTo>
                  <a:lnTo>
                    <a:pt x="4990652" y="1542171"/>
                  </a:lnTo>
                  <a:lnTo>
                    <a:pt x="4990778" y="1542171"/>
                  </a:lnTo>
                  <a:lnTo>
                    <a:pt x="4990904" y="1542171"/>
                  </a:lnTo>
                  <a:lnTo>
                    <a:pt x="4991030" y="1542171"/>
                  </a:lnTo>
                  <a:lnTo>
                    <a:pt x="4991157" y="1542171"/>
                  </a:lnTo>
                  <a:lnTo>
                    <a:pt x="4991283" y="1542171"/>
                  </a:lnTo>
                  <a:lnTo>
                    <a:pt x="4991409" y="1542171"/>
                  </a:lnTo>
                  <a:lnTo>
                    <a:pt x="4991535" y="1542171"/>
                  </a:lnTo>
                  <a:lnTo>
                    <a:pt x="4991662" y="1542171"/>
                  </a:lnTo>
                  <a:lnTo>
                    <a:pt x="4991788" y="1542171"/>
                  </a:lnTo>
                  <a:lnTo>
                    <a:pt x="4991914" y="1542171"/>
                  </a:lnTo>
                  <a:lnTo>
                    <a:pt x="4992040" y="1542171"/>
                  </a:lnTo>
                  <a:lnTo>
                    <a:pt x="4992167" y="1542171"/>
                  </a:lnTo>
                  <a:lnTo>
                    <a:pt x="4992293" y="1542171"/>
                  </a:lnTo>
                  <a:lnTo>
                    <a:pt x="4992419" y="1542171"/>
                  </a:lnTo>
                  <a:lnTo>
                    <a:pt x="4992545" y="1542171"/>
                  </a:lnTo>
                  <a:lnTo>
                    <a:pt x="4992672" y="1542171"/>
                  </a:lnTo>
                  <a:lnTo>
                    <a:pt x="4992798" y="1542171"/>
                  </a:lnTo>
                  <a:lnTo>
                    <a:pt x="4992924" y="1542171"/>
                  </a:lnTo>
                  <a:lnTo>
                    <a:pt x="4993050" y="1542171"/>
                  </a:lnTo>
                  <a:lnTo>
                    <a:pt x="4993177" y="1542171"/>
                  </a:lnTo>
                  <a:lnTo>
                    <a:pt x="4993303" y="1542171"/>
                  </a:lnTo>
                  <a:lnTo>
                    <a:pt x="4993429" y="1542171"/>
                  </a:lnTo>
                  <a:lnTo>
                    <a:pt x="4993555" y="1542171"/>
                  </a:lnTo>
                  <a:lnTo>
                    <a:pt x="4993682" y="1542171"/>
                  </a:lnTo>
                  <a:lnTo>
                    <a:pt x="4993808" y="1542171"/>
                  </a:lnTo>
                  <a:lnTo>
                    <a:pt x="4993934" y="1542171"/>
                  </a:lnTo>
                  <a:lnTo>
                    <a:pt x="4994060" y="1542171"/>
                  </a:lnTo>
                  <a:lnTo>
                    <a:pt x="4994187" y="1542171"/>
                  </a:lnTo>
                  <a:lnTo>
                    <a:pt x="4994313" y="1542171"/>
                  </a:lnTo>
                  <a:lnTo>
                    <a:pt x="4994439" y="1542171"/>
                  </a:lnTo>
                  <a:lnTo>
                    <a:pt x="4994565" y="1542171"/>
                  </a:lnTo>
                  <a:lnTo>
                    <a:pt x="4994692" y="1542171"/>
                  </a:lnTo>
                  <a:lnTo>
                    <a:pt x="4994818" y="1542171"/>
                  </a:lnTo>
                  <a:lnTo>
                    <a:pt x="4994944" y="1542171"/>
                  </a:lnTo>
                  <a:lnTo>
                    <a:pt x="4995071" y="1542171"/>
                  </a:lnTo>
                  <a:lnTo>
                    <a:pt x="4995197" y="1542171"/>
                  </a:lnTo>
                  <a:lnTo>
                    <a:pt x="4995323" y="1542171"/>
                  </a:lnTo>
                  <a:lnTo>
                    <a:pt x="4995449" y="1542171"/>
                  </a:lnTo>
                  <a:lnTo>
                    <a:pt x="4995576" y="1542171"/>
                  </a:lnTo>
                  <a:lnTo>
                    <a:pt x="4995702" y="1542171"/>
                  </a:lnTo>
                  <a:lnTo>
                    <a:pt x="4995828" y="1542171"/>
                  </a:lnTo>
                  <a:lnTo>
                    <a:pt x="4995954" y="1542171"/>
                  </a:lnTo>
                  <a:lnTo>
                    <a:pt x="4996081" y="1542171"/>
                  </a:lnTo>
                  <a:lnTo>
                    <a:pt x="4996207" y="1542171"/>
                  </a:lnTo>
                  <a:lnTo>
                    <a:pt x="4996333" y="1542171"/>
                  </a:lnTo>
                  <a:lnTo>
                    <a:pt x="4996459" y="1542171"/>
                  </a:lnTo>
                  <a:lnTo>
                    <a:pt x="4996586" y="1542171"/>
                  </a:lnTo>
                  <a:lnTo>
                    <a:pt x="4996712" y="1542171"/>
                  </a:lnTo>
                  <a:lnTo>
                    <a:pt x="4996838" y="1542171"/>
                  </a:lnTo>
                  <a:lnTo>
                    <a:pt x="4996964" y="1542171"/>
                  </a:lnTo>
                  <a:lnTo>
                    <a:pt x="4997091" y="1542171"/>
                  </a:lnTo>
                  <a:lnTo>
                    <a:pt x="4997217" y="1542171"/>
                  </a:lnTo>
                  <a:lnTo>
                    <a:pt x="4997343" y="1542171"/>
                  </a:lnTo>
                  <a:lnTo>
                    <a:pt x="4997469" y="1542171"/>
                  </a:lnTo>
                  <a:lnTo>
                    <a:pt x="4997596" y="1542171"/>
                  </a:lnTo>
                  <a:lnTo>
                    <a:pt x="4997722" y="1542171"/>
                  </a:lnTo>
                  <a:lnTo>
                    <a:pt x="4997848" y="1542171"/>
                  </a:lnTo>
                  <a:lnTo>
                    <a:pt x="4997974" y="1542171"/>
                  </a:lnTo>
                  <a:lnTo>
                    <a:pt x="4998101" y="1542171"/>
                  </a:lnTo>
                  <a:lnTo>
                    <a:pt x="4998227" y="1542171"/>
                  </a:lnTo>
                  <a:lnTo>
                    <a:pt x="4998353" y="1542171"/>
                  </a:lnTo>
                  <a:lnTo>
                    <a:pt x="4998479" y="1542171"/>
                  </a:lnTo>
                  <a:lnTo>
                    <a:pt x="4998606" y="1542171"/>
                  </a:lnTo>
                  <a:lnTo>
                    <a:pt x="4998732" y="1542171"/>
                  </a:lnTo>
                  <a:lnTo>
                    <a:pt x="4998858" y="1542171"/>
                  </a:lnTo>
                  <a:lnTo>
                    <a:pt x="4998984" y="1542171"/>
                  </a:lnTo>
                  <a:lnTo>
                    <a:pt x="4999111" y="1542171"/>
                  </a:lnTo>
                  <a:lnTo>
                    <a:pt x="4999237" y="1542171"/>
                  </a:lnTo>
                  <a:lnTo>
                    <a:pt x="4999363" y="1542171"/>
                  </a:lnTo>
                  <a:lnTo>
                    <a:pt x="4999489" y="1542171"/>
                  </a:lnTo>
                  <a:lnTo>
                    <a:pt x="4999616" y="1542171"/>
                  </a:lnTo>
                  <a:lnTo>
                    <a:pt x="4999742" y="1542171"/>
                  </a:lnTo>
                  <a:lnTo>
                    <a:pt x="4999868" y="1542171"/>
                  </a:lnTo>
                  <a:lnTo>
                    <a:pt x="4999995" y="1542171"/>
                  </a:lnTo>
                  <a:lnTo>
                    <a:pt x="5000121" y="1542171"/>
                  </a:lnTo>
                  <a:lnTo>
                    <a:pt x="5000247" y="1542171"/>
                  </a:lnTo>
                  <a:lnTo>
                    <a:pt x="5000373" y="1542171"/>
                  </a:lnTo>
                  <a:lnTo>
                    <a:pt x="5000500" y="1542171"/>
                  </a:lnTo>
                  <a:lnTo>
                    <a:pt x="5000626" y="1542171"/>
                  </a:lnTo>
                  <a:lnTo>
                    <a:pt x="5000752" y="1542171"/>
                  </a:lnTo>
                  <a:lnTo>
                    <a:pt x="5000878" y="1542171"/>
                  </a:lnTo>
                  <a:lnTo>
                    <a:pt x="5001005" y="1542171"/>
                  </a:lnTo>
                  <a:lnTo>
                    <a:pt x="5001131" y="1542171"/>
                  </a:lnTo>
                  <a:lnTo>
                    <a:pt x="5001257" y="1542171"/>
                  </a:lnTo>
                  <a:lnTo>
                    <a:pt x="5001383" y="1542171"/>
                  </a:lnTo>
                  <a:lnTo>
                    <a:pt x="5001510" y="1542171"/>
                  </a:lnTo>
                  <a:lnTo>
                    <a:pt x="5001636" y="1542171"/>
                  </a:lnTo>
                  <a:lnTo>
                    <a:pt x="5001762" y="1542171"/>
                  </a:lnTo>
                  <a:lnTo>
                    <a:pt x="5001888" y="1542171"/>
                  </a:lnTo>
                  <a:lnTo>
                    <a:pt x="5002015" y="1542171"/>
                  </a:lnTo>
                  <a:lnTo>
                    <a:pt x="5002141" y="1542171"/>
                  </a:lnTo>
                  <a:lnTo>
                    <a:pt x="5002267" y="1542171"/>
                  </a:lnTo>
                  <a:lnTo>
                    <a:pt x="5002393" y="1542171"/>
                  </a:lnTo>
                  <a:lnTo>
                    <a:pt x="5002520" y="1542171"/>
                  </a:lnTo>
                  <a:lnTo>
                    <a:pt x="5002646" y="1542171"/>
                  </a:lnTo>
                  <a:lnTo>
                    <a:pt x="5002772" y="1542171"/>
                  </a:lnTo>
                  <a:lnTo>
                    <a:pt x="5002898" y="1542171"/>
                  </a:lnTo>
                  <a:lnTo>
                    <a:pt x="5003025" y="1542171"/>
                  </a:lnTo>
                  <a:lnTo>
                    <a:pt x="5003151" y="1542171"/>
                  </a:lnTo>
                  <a:lnTo>
                    <a:pt x="5003277" y="1542171"/>
                  </a:lnTo>
                  <a:lnTo>
                    <a:pt x="5003403" y="1542171"/>
                  </a:lnTo>
                  <a:lnTo>
                    <a:pt x="5003530" y="1542171"/>
                  </a:lnTo>
                  <a:lnTo>
                    <a:pt x="5003656" y="1542171"/>
                  </a:lnTo>
                  <a:lnTo>
                    <a:pt x="5003782" y="1542171"/>
                  </a:lnTo>
                  <a:lnTo>
                    <a:pt x="5003908" y="1542171"/>
                  </a:lnTo>
                  <a:lnTo>
                    <a:pt x="5004035" y="1542171"/>
                  </a:lnTo>
                  <a:lnTo>
                    <a:pt x="5004161" y="1542171"/>
                  </a:lnTo>
                  <a:lnTo>
                    <a:pt x="5004287" y="1542171"/>
                  </a:lnTo>
                  <a:lnTo>
                    <a:pt x="5004413" y="1542171"/>
                  </a:lnTo>
                  <a:lnTo>
                    <a:pt x="5004540" y="1542171"/>
                  </a:lnTo>
                  <a:lnTo>
                    <a:pt x="5004666" y="1542171"/>
                  </a:lnTo>
                  <a:lnTo>
                    <a:pt x="5004792" y="1542171"/>
                  </a:lnTo>
                  <a:lnTo>
                    <a:pt x="5004918" y="1542171"/>
                  </a:lnTo>
                  <a:lnTo>
                    <a:pt x="5005045" y="1542171"/>
                  </a:lnTo>
                  <a:lnTo>
                    <a:pt x="5005171" y="1542171"/>
                  </a:lnTo>
                  <a:lnTo>
                    <a:pt x="5005297" y="1542171"/>
                  </a:lnTo>
                  <a:lnTo>
                    <a:pt x="5005424" y="1542171"/>
                  </a:lnTo>
                  <a:lnTo>
                    <a:pt x="5005550" y="1542171"/>
                  </a:lnTo>
                  <a:lnTo>
                    <a:pt x="5005676" y="1542171"/>
                  </a:lnTo>
                  <a:lnTo>
                    <a:pt x="5005802" y="1542171"/>
                  </a:lnTo>
                  <a:lnTo>
                    <a:pt x="5005929" y="1542171"/>
                  </a:lnTo>
                  <a:lnTo>
                    <a:pt x="5006055" y="1542171"/>
                  </a:lnTo>
                  <a:lnTo>
                    <a:pt x="5006181" y="1542171"/>
                  </a:lnTo>
                  <a:lnTo>
                    <a:pt x="5006307" y="1542171"/>
                  </a:lnTo>
                  <a:lnTo>
                    <a:pt x="5006434" y="1542171"/>
                  </a:lnTo>
                  <a:lnTo>
                    <a:pt x="5006560" y="1542171"/>
                  </a:lnTo>
                  <a:lnTo>
                    <a:pt x="5006686" y="1542171"/>
                  </a:lnTo>
                  <a:lnTo>
                    <a:pt x="5006812" y="1542171"/>
                  </a:lnTo>
                  <a:lnTo>
                    <a:pt x="5006939" y="1542171"/>
                  </a:lnTo>
                  <a:lnTo>
                    <a:pt x="5007065" y="1542171"/>
                  </a:lnTo>
                  <a:lnTo>
                    <a:pt x="5007191" y="1542171"/>
                  </a:lnTo>
                  <a:lnTo>
                    <a:pt x="5007317" y="1542171"/>
                  </a:lnTo>
                  <a:lnTo>
                    <a:pt x="5007444" y="1542171"/>
                  </a:lnTo>
                  <a:lnTo>
                    <a:pt x="5007570" y="1542171"/>
                  </a:lnTo>
                  <a:lnTo>
                    <a:pt x="5007696" y="1542171"/>
                  </a:lnTo>
                  <a:lnTo>
                    <a:pt x="5007822" y="1542171"/>
                  </a:lnTo>
                  <a:lnTo>
                    <a:pt x="5007949" y="1542171"/>
                  </a:lnTo>
                  <a:lnTo>
                    <a:pt x="5008075" y="1542171"/>
                  </a:lnTo>
                  <a:lnTo>
                    <a:pt x="5008201" y="1542171"/>
                  </a:lnTo>
                  <a:lnTo>
                    <a:pt x="5008327" y="1542171"/>
                  </a:lnTo>
                  <a:lnTo>
                    <a:pt x="5008454" y="1542171"/>
                  </a:lnTo>
                  <a:lnTo>
                    <a:pt x="5008580" y="1542171"/>
                  </a:lnTo>
                  <a:lnTo>
                    <a:pt x="5008706" y="1542171"/>
                  </a:lnTo>
                  <a:lnTo>
                    <a:pt x="5008832" y="1542171"/>
                  </a:lnTo>
                  <a:lnTo>
                    <a:pt x="5008959" y="1542171"/>
                  </a:lnTo>
                  <a:lnTo>
                    <a:pt x="5009085" y="1542171"/>
                  </a:lnTo>
                  <a:lnTo>
                    <a:pt x="5009211" y="1542171"/>
                  </a:lnTo>
                  <a:lnTo>
                    <a:pt x="5009337" y="1542171"/>
                  </a:lnTo>
                  <a:lnTo>
                    <a:pt x="5009464" y="1542171"/>
                  </a:lnTo>
                  <a:lnTo>
                    <a:pt x="5009590" y="1542171"/>
                  </a:lnTo>
                  <a:lnTo>
                    <a:pt x="5009716" y="1542171"/>
                  </a:lnTo>
                  <a:lnTo>
                    <a:pt x="5009842" y="1542171"/>
                  </a:lnTo>
                  <a:lnTo>
                    <a:pt x="5009969" y="1542171"/>
                  </a:lnTo>
                  <a:lnTo>
                    <a:pt x="5010095" y="1542171"/>
                  </a:lnTo>
                  <a:lnTo>
                    <a:pt x="5010221" y="1542171"/>
                  </a:lnTo>
                  <a:lnTo>
                    <a:pt x="5010348" y="1542171"/>
                  </a:lnTo>
                  <a:lnTo>
                    <a:pt x="5010474" y="1542171"/>
                  </a:lnTo>
                  <a:lnTo>
                    <a:pt x="5010600" y="1542171"/>
                  </a:lnTo>
                  <a:lnTo>
                    <a:pt x="5010726" y="1542171"/>
                  </a:lnTo>
                  <a:lnTo>
                    <a:pt x="5010853" y="1542171"/>
                  </a:lnTo>
                  <a:lnTo>
                    <a:pt x="5010979" y="1542171"/>
                  </a:lnTo>
                  <a:lnTo>
                    <a:pt x="5011105" y="1542171"/>
                  </a:lnTo>
                  <a:lnTo>
                    <a:pt x="5011231" y="1542171"/>
                  </a:lnTo>
                  <a:lnTo>
                    <a:pt x="5011358" y="1542171"/>
                  </a:lnTo>
                  <a:lnTo>
                    <a:pt x="5011484" y="1542171"/>
                  </a:lnTo>
                  <a:lnTo>
                    <a:pt x="5011610" y="1542171"/>
                  </a:lnTo>
                  <a:lnTo>
                    <a:pt x="5011736" y="1542171"/>
                  </a:lnTo>
                  <a:lnTo>
                    <a:pt x="5011863" y="1542171"/>
                  </a:lnTo>
                  <a:lnTo>
                    <a:pt x="5011989" y="1542171"/>
                  </a:lnTo>
                  <a:lnTo>
                    <a:pt x="5012115" y="1542171"/>
                  </a:lnTo>
                  <a:lnTo>
                    <a:pt x="5012241" y="1542171"/>
                  </a:lnTo>
                  <a:lnTo>
                    <a:pt x="5012368" y="1542171"/>
                  </a:lnTo>
                  <a:lnTo>
                    <a:pt x="5012494" y="1542171"/>
                  </a:lnTo>
                  <a:lnTo>
                    <a:pt x="5012620" y="1542171"/>
                  </a:lnTo>
                  <a:lnTo>
                    <a:pt x="5012746" y="1542171"/>
                  </a:lnTo>
                  <a:lnTo>
                    <a:pt x="5012873" y="1542171"/>
                  </a:lnTo>
                  <a:lnTo>
                    <a:pt x="5012999" y="1542171"/>
                  </a:lnTo>
                  <a:lnTo>
                    <a:pt x="5013125" y="1542171"/>
                  </a:lnTo>
                  <a:lnTo>
                    <a:pt x="5013251" y="1542171"/>
                  </a:lnTo>
                  <a:lnTo>
                    <a:pt x="5013378" y="1542171"/>
                  </a:lnTo>
                  <a:lnTo>
                    <a:pt x="5013504" y="1542171"/>
                  </a:lnTo>
                  <a:lnTo>
                    <a:pt x="5013630" y="1542171"/>
                  </a:lnTo>
                  <a:lnTo>
                    <a:pt x="5013756" y="1542171"/>
                  </a:lnTo>
                  <a:lnTo>
                    <a:pt x="5013883" y="1542171"/>
                  </a:lnTo>
                  <a:lnTo>
                    <a:pt x="5014009" y="1542171"/>
                  </a:lnTo>
                  <a:lnTo>
                    <a:pt x="5014135" y="1542171"/>
                  </a:lnTo>
                  <a:lnTo>
                    <a:pt x="5014261" y="1542171"/>
                  </a:lnTo>
                  <a:lnTo>
                    <a:pt x="5014388" y="1542171"/>
                  </a:lnTo>
                  <a:lnTo>
                    <a:pt x="5014514" y="1542171"/>
                  </a:lnTo>
                  <a:lnTo>
                    <a:pt x="5014640" y="1542171"/>
                  </a:lnTo>
                  <a:lnTo>
                    <a:pt x="5014640" y="1537260"/>
                  </a:lnTo>
                  <a:lnTo>
                    <a:pt x="5014766" y="1537260"/>
                  </a:lnTo>
                  <a:lnTo>
                    <a:pt x="5014766" y="1532348"/>
                  </a:lnTo>
                  <a:lnTo>
                    <a:pt x="5014893" y="1532348"/>
                  </a:lnTo>
                  <a:lnTo>
                    <a:pt x="5015019" y="1532348"/>
                  </a:lnTo>
                  <a:lnTo>
                    <a:pt x="5015145" y="1532348"/>
                  </a:lnTo>
                  <a:lnTo>
                    <a:pt x="5015271" y="1532348"/>
                  </a:lnTo>
                  <a:lnTo>
                    <a:pt x="5015398" y="1532348"/>
                  </a:lnTo>
                  <a:lnTo>
                    <a:pt x="5015524" y="1532348"/>
                  </a:lnTo>
                  <a:lnTo>
                    <a:pt x="5015650" y="1532348"/>
                  </a:lnTo>
                  <a:lnTo>
                    <a:pt x="5015777" y="1532348"/>
                  </a:lnTo>
                  <a:lnTo>
                    <a:pt x="5015903" y="1532348"/>
                  </a:lnTo>
                  <a:lnTo>
                    <a:pt x="5016029" y="1532348"/>
                  </a:lnTo>
                  <a:lnTo>
                    <a:pt x="5016155" y="1532348"/>
                  </a:lnTo>
                  <a:lnTo>
                    <a:pt x="5016282" y="1532348"/>
                  </a:lnTo>
                  <a:lnTo>
                    <a:pt x="5016408" y="1532348"/>
                  </a:lnTo>
                  <a:lnTo>
                    <a:pt x="5016534" y="1532348"/>
                  </a:lnTo>
                  <a:lnTo>
                    <a:pt x="5016660" y="1532348"/>
                  </a:lnTo>
                  <a:lnTo>
                    <a:pt x="5016787" y="1532348"/>
                  </a:lnTo>
                  <a:lnTo>
                    <a:pt x="5016913" y="1532348"/>
                  </a:lnTo>
                  <a:lnTo>
                    <a:pt x="5017039" y="1532348"/>
                  </a:lnTo>
                  <a:lnTo>
                    <a:pt x="5017165" y="1532348"/>
                  </a:lnTo>
                  <a:lnTo>
                    <a:pt x="5017292" y="1532348"/>
                  </a:lnTo>
                  <a:lnTo>
                    <a:pt x="5017418" y="1532348"/>
                  </a:lnTo>
                  <a:lnTo>
                    <a:pt x="5017544" y="1532348"/>
                  </a:lnTo>
                  <a:lnTo>
                    <a:pt x="5017670" y="1532348"/>
                  </a:lnTo>
                  <a:lnTo>
                    <a:pt x="5017797" y="1532348"/>
                  </a:lnTo>
                  <a:lnTo>
                    <a:pt x="5017923" y="1532348"/>
                  </a:lnTo>
                  <a:lnTo>
                    <a:pt x="5018049" y="1532348"/>
                  </a:lnTo>
                  <a:lnTo>
                    <a:pt x="5018175" y="1532348"/>
                  </a:lnTo>
                  <a:lnTo>
                    <a:pt x="5018302" y="1532348"/>
                  </a:lnTo>
                  <a:lnTo>
                    <a:pt x="5018428" y="1532348"/>
                  </a:lnTo>
                  <a:lnTo>
                    <a:pt x="5018554" y="1532348"/>
                  </a:lnTo>
                  <a:lnTo>
                    <a:pt x="5018680" y="1532348"/>
                  </a:lnTo>
                  <a:lnTo>
                    <a:pt x="5018807" y="1532348"/>
                  </a:lnTo>
                  <a:lnTo>
                    <a:pt x="5018933" y="1532348"/>
                  </a:lnTo>
                  <a:lnTo>
                    <a:pt x="5019059" y="1532348"/>
                  </a:lnTo>
                  <a:lnTo>
                    <a:pt x="5019185" y="1532348"/>
                  </a:lnTo>
                  <a:lnTo>
                    <a:pt x="5019312" y="1532348"/>
                  </a:lnTo>
                  <a:lnTo>
                    <a:pt x="5019438" y="1532348"/>
                  </a:lnTo>
                  <a:lnTo>
                    <a:pt x="5019564" y="1532348"/>
                  </a:lnTo>
                  <a:lnTo>
                    <a:pt x="5019690" y="1532348"/>
                  </a:lnTo>
                  <a:lnTo>
                    <a:pt x="5019817" y="1532348"/>
                  </a:lnTo>
                  <a:lnTo>
                    <a:pt x="5019943" y="1532348"/>
                  </a:lnTo>
                  <a:lnTo>
                    <a:pt x="5020069" y="1532348"/>
                  </a:lnTo>
                  <a:lnTo>
                    <a:pt x="5020195" y="1532348"/>
                  </a:lnTo>
                  <a:lnTo>
                    <a:pt x="5020322" y="1532348"/>
                  </a:lnTo>
                  <a:lnTo>
                    <a:pt x="5020448" y="1532348"/>
                  </a:lnTo>
                  <a:lnTo>
                    <a:pt x="5020574" y="1532348"/>
                  </a:lnTo>
                  <a:lnTo>
                    <a:pt x="5020701" y="1532348"/>
                  </a:lnTo>
                  <a:lnTo>
                    <a:pt x="5020827" y="1532348"/>
                  </a:lnTo>
                  <a:lnTo>
                    <a:pt x="5020953" y="1532348"/>
                  </a:lnTo>
                  <a:lnTo>
                    <a:pt x="5021079" y="1532348"/>
                  </a:lnTo>
                  <a:lnTo>
                    <a:pt x="5021206" y="1532348"/>
                  </a:lnTo>
                  <a:lnTo>
                    <a:pt x="5021332" y="1532348"/>
                  </a:lnTo>
                  <a:lnTo>
                    <a:pt x="5021332" y="1527437"/>
                  </a:lnTo>
                  <a:lnTo>
                    <a:pt x="5021332" y="1522526"/>
                  </a:lnTo>
                  <a:lnTo>
                    <a:pt x="5021458" y="1522526"/>
                  </a:lnTo>
                  <a:lnTo>
                    <a:pt x="5021584" y="1522526"/>
                  </a:lnTo>
                  <a:lnTo>
                    <a:pt x="5021711" y="1522526"/>
                  </a:lnTo>
                  <a:lnTo>
                    <a:pt x="5021837" y="1522526"/>
                  </a:lnTo>
                  <a:lnTo>
                    <a:pt x="5021963" y="1522526"/>
                  </a:lnTo>
                  <a:lnTo>
                    <a:pt x="5022089" y="1522526"/>
                  </a:lnTo>
                  <a:lnTo>
                    <a:pt x="5022216" y="1522526"/>
                  </a:lnTo>
                  <a:lnTo>
                    <a:pt x="5022342" y="1522526"/>
                  </a:lnTo>
                  <a:lnTo>
                    <a:pt x="5022468" y="1522526"/>
                  </a:lnTo>
                  <a:lnTo>
                    <a:pt x="5022594" y="1522526"/>
                  </a:lnTo>
                  <a:lnTo>
                    <a:pt x="5022721" y="1522526"/>
                  </a:lnTo>
                  <a:lnTo>
                    <a:pt x="5022847" y="1522526"/>
                  </a:lnTo>
                  <a:lnTo>
                    <a:pt x="5022847" y="1517614"/>
                  </a:lnTo>
                  <a:lnTo>
                    <a:pt x="5022973" y="1517614"/>
                  </a:lnTo>
                  <a:lnTo>
                    <a:pt x="5023099" y="1517614"/>
                  </a:lnTo>
                  <a:lnTo>
                    <a:pt x="5023226" y="1517614"/>
                  </a:lnTo>
                  <a:lnTo>
                    <a:pt x="5023352" y="1517614"/>
                  </a:lnTo>
                  <a:lnTo>
                    <a:pt x="5023478" y="1517614"/>
                  </a:lnTo>
                  <a:lnTo>
                    <a:pt x="5023604" y="1517614"/>
                  </a:lnTo>
                  <a:lnTo>
                    <a:pt x="5023731" y="1517614"/>
                  </a:lnTo>
                  <a:lnTo>
                    <a:pt x="5023857" y="1517614"/>
                  </a:lnTo>
                  <a:lnTo>
                    <a:pt x="5023983" y="1517614"/>
                  </a:lnTo>
                  <a:lnTo>
                    <a:pt x="5024109" y="1517614"/>
                  </a:lnTo>
                  <a:lnTo>
                    <a:pt x="5024236" y="1517614"/>
                  </a:lnTo>
                  <a:lnTo>
                    <a:pt x="5024362" y="1517614"/>
                  </a:lnTo>
                  <a:lnTo>
                    <a:pt x="5024488" y="1517614"/>
                  </a:lnTo>
                  <a:lnTo>
                    <a:pt x="5024614" y="1517614"/>
                  </a:lnTo>
                  <a:lnTo>
                    <a:pt x="5024741" y="1517614"/>
                  </a:lnTo>
                  <a:lnTo>
                    <a:pt x="5024867" y="1517614"/>
                  </a:lnTo>
                  <a:lnTo>
                    <a:pt x="5024993" y="1517614"/>
                  </a:lnTo>
                  <a:lnTo>
                    <a:pt x="5025119" y="1517614"/>
                  </a:lnTo>
                  <a:lnTo>
                    <a:pt x="5025246" y="1517614"/>
                  </a:lnTo>
                  <a:lnTo>
                    <a:pt x="5025372" y="1517614"/>
                  </a:lnTo>
                  <a:lnTo>
                    <a:pt x="5025498" y="1517614"/>
                  </a:lnTo>
                  <a:lnTo>
                    <a:pt x="5025624" y="1517614"/>
                  </a:lnTo>
                  <a:lnTo>
                    <a:pt x="5025751" y="1517614"/>
                  </a:lnTo>
                  <a:lnTo>
                    <a:pt x="5025877" y="1517614"/>
                  </a:lnTo>
                  <a:lnTo>
                    <a:pt x="5026003" y="1517614"/>
                  </a:lnTo>
                  <a:lnTo>
                    <a:pt x="5026130" y="1517614"/>
                  </a:lnTo>
                  <a:lnTo>
                    <a:pt x="5026256" y="1517614"/>
                  </a:lnTo>
                  <a:lnTo>
                    <a:pt x="5026382" y="1517614"/>
                  </a:lnTo>
                  <a:lnTo>
                    <a:pt x="5026508" y="1517614"/>
                  </a:lnTo>
                  <a:lnTo>
                    <a:pt x="5026635" y="1517614"/>
                  </a:lnTo>
                  <a:lnTo>
                    <a:pt x="5026761" y="1517614"/>
                  </a:lnTo>
                  <a:lnTo>
                    <a:pt x="5026887" y="1517614"/>
                  </a:lnTo>
                  <a:lnTo>
                    <a:pt x="5027013" y="1517614"/>
                  </a:lnTo>
                  <a:lnTo>
                    <a:pt x="5027140" y="1517614"/>
                  </a:lnTo>
                  <a:lnTo>
                    <a:pt x="5027266" y="1517614"/>
                  </a:lnTo>
                  <a:lnTo>
                    <a:pt x="5027392" y="1517614"/>
                  </a:lnTo>
                  <a:lnTo>
                    <a:pt x="5027518" y="1517614"/>
                  </a:lnTo>
                  <a:lnTo>
                    <a:pt x="5027645" y="1517614"/>
                  </a:lnTo>
                  <a:lnTo>
                    <a:pt x="5027771" y="1517614"/>
                  </a:lnTo>
                  <a:lnTo>
                    <a:pt x="5027897" y="1517614"/>
                  </a:lnTo>
                  <a:lnTo>
                    <a:pt x="5028023" y="1517614"/>
                  </a:lnTo>
                  <a:lnTo>
                    <a:pt x="5028150" y="1517614"/>
                  </a:lnTo>
                  <a:lnTo>
                    <a:pt x="5028276" y="1517614"/>
                  </a:lnTo>
                  <a:lnTo>
                    <a:pt x="5028402" y="1517614"/>
                  </a:lnTo>
                  <a:lnTo>
                    <a:pt x="5028528" y="1517614"/>
                  </a:lnTo>
                  <a:lnTo>
                    <a:pt x="5028655" y="1517614"/>
                  </a:lnTo>
                  <a:lnTo>
                    <a:pt x="5028781" y="1517614"/>
                  </a:lnTo>
                  <a:lnTo>
                    <a:pt x="5028907" y="1517614"/>
                  </a:lnTo>
                  <a:lnTo>
                    <a:pt x="5029033" y="1517614"/>
                  </a:lnTo>
                  <a:lnTo>
                    <a:pt x="5029160" y="1517614"/>
                  </a:lnTo>
                  <a:lnTo>
                    <a:pt x="5029286" y="1517614"/>
                  </a:lnTo>
                  <a:lnTo>
                    <a:pt x="5029412" y="1517614"/>
                  </a:lnTo>
                  <a:lnTo>
                    <a:pt x="5029538" y="1517614"/>
                  </a:lnTo>
                  <a:lnTo>
                    <a:pt x="5029665" y="1517614"/>
                  </a:lnTo>
                  <a:lnTo>
                    <a:pt x="5029791" y="1517614"/>
                  </a:lnTo>
                  <a:lnTo>
                    <a:pt x="5029917" y="1517614"/>
                  </a:lnTo>
                  <a:lnTo>
                    <a:pt x="5030043" y="1517614"/>
                  </a:lnTo>
                  <a:lnTo>
                    <a:pt x="5030170" y="1517614"/>
                  </a:lnTo>
                  <a:lnTo>
                    <a:pt x="5030296" y="1517614"/>
                  </a:lnTo>
                  <a:lnTo>
                    <a:pt x="5030422" y="1517614"/>
                  </a:lnTo>
                  <a:lnTo>
                    <a:pt x="5030548" y="1517614"/>
                  </a:lnTo>
                  <a:lnTo>
                    <a:pt x="5030675" y="1517614"/>
                  </a:lnTo>
                  <a:lnTo>
                    <a:pt x="5030801" y="1517614"/>
                  </a:lnTo>
                  <a:lnTo>
                    <a:pt x="5030927" y="1517614"/>
                  </a:lnTo>
                  <a:lnTo>
                    <a:pt x="5031054" y="1517614"/>
                  </a:lnTo>
                  <a:lnTo>
                    <a:pt x="5031180" y="1517614"/>
                  </a:lnTo>
                  <a:lnTo>
                    <a:pt x="5031306" y="1517614"/>
                  </a:lnTo>
                  <a:lnTo>
                    <a:pt x="5031432" y="1517614"/>
                  </a:lnTo>
                  <a:lnTo>
                    <a:pt x="5031559" y="1517614"/>
                  </a:lnTo>
                  <a:lnTo>
                    <a:pt x="5031685" y="1517614"/>
                  </a:lnTo>
                  <a:lnTo>
                    <a:pt x="5031811" y="1517614"/>
                  </a:lnTo>
                  <a:lnTo>
                    <a:pt x="5031937" y="1517614"/>
                  </a:lnTo>
                  <a:lnTo>
                    <a:pt x="5032064" y="1517614"/>
                  </a:lnTo>
                  <a:lnTo>
                    <a:pt x="5032190" y="1517614"/>
                  </a:lnTo>
                  <a:lnTo>
                    <a:pt x="5032316" y="1517614"/>
                  </a:lnTo>
                  <a:lnTo>
                    <a:pt x="5032442" y="1517614"/>
                  </a:lnTo>
                  <a:lnTo>
                    <a:pt x="5032569" y="1517614"/>
                  </a:lnTo>
                  <a:lnTo>
                    <a:pt x="5032695" y="1517614"/>
                  </a:lnTo>
                  <a:lnTo>
                    <a:pt x="5032821" y="1517614"/>
                  </a:lnTo>
                  <a:lnTo>
                    <a:pt x="5032947" y="1517614"/>
                  </a:lnTo>
                  <a:lnTo>
                    <a:pt x="5033074" y="1517614"/>
                  </a:lnTo>
                  <a:lnTo>
                    <a:pt x="5033200" y="1517614"/>
                  </a:lnTo>
                  <a:lnTo>
                    <a:pt x="5033326" y="1517614"/>
                  </a:lnTo>
                  <a:lnTo>
                    <a:pt x="5033452" y="1517614"/>
                  </a:lnTo>
                  <a:lnTo>
                    <a:pt x="5033579" y="1517614"/>
                  </a:lnTo>
                  <a:lnTo>
                    <a:pt x="5033705" y="1517614"/>
                  </a:lnTo>
                  <a:lnTo>
                    <a:pt x="5033831" y="1517614"/>
                  </a:lnTo>
                  <a:lnTo>
                    <a:pt x="5033957" y="1517614"/>
                  </a:lnTo>
                  <a:lnTo>
                    <a:pt x="5034084" y="1517614"/>
                  </a:lnTo>
                  <a:lnTo>
                    <a:pt x="5034210" y="1517614"/>
                  </a:lnTo>
                  <a:lnTo>
                    <a:pt x="5034336" y="1517614"/>
                  </a:lnTo>
                  <a:lnTo>
                    <a:pt x="5034462" y="1517614"/>
                  </a:lnTo>
                  <a:lnTo>
                    <a:pt x="5034589" y="1517614"/>
                  </a:lnTo>
                  <a:lnTo>
                    <a:pt x="5034715" y="1517614"/>
                  </a:lnTo>
                  <a:lnTo>
                    <a:pt x="5034841" y="1517614"/>
                  </a:lnTo>
                  <a:lnTo>
                    <a:pt x="5034967" y="1517614"/>
                  </a:lnTo>
                  <a:lnTo>
                    <a:pt x="5035094" y="1517614"/>
                  </a:lnTo>
                  <a:lnTo>
                    <a:pt x="5035220" y="1517614"/>
                  </a:lnTo>
                  <a:lnTo>
                    <a:pt x="5035346" y="1517614"/>
                  </a:lnTo>
                  <a:lnTo>
                    <a:pt x="5035472" y="1517614"/>
                  </a:lnTo>
                  <a:lnTo>
                    <a:pt x="5035599" y="1517614"/>
                  </a:lnTo>
                  <a:lnTo>
                    <a:pt x="5035725" y="1517614"/>
                  </a:lnTo>
                  <a:lnTo>
                    <a:pt x="5035851" y="1517614"/>
                  </a:lnTo>
                  <a:lnTo>
                    <a:pt x="5035977" y="1517614"/>
                  </a:lnTo>
                  <a:lnTo>
                    <a:pt x="5036104" y="1517614"/>
                  </a:lnTo>
                  <a:lnTo>
                    <a:pt x="5036230" y="1517614"/>
                  </a:lnTo>
                  <a:lnTo>
                    <a:pt x="5036356" y="1517614"/>
                  </a:lnTo>
                  <a:lnTo>
                    <a:pt x="5036483" y="1517614"/>
                  </a:lnTo>
                  <a:lnTo>
                    <a:pt x="5036609" y="1517614"/>
                  </a:lnTo>
                  <a:lnTo>
                    <a:pt x="5036735" y="1517614"/>
                  </a:lnTo>
                  <a:lnTo>
                    <a:pt x="5036861" y="1517614"/>
                  </a:lnTo>
                  <a:lnTo>
                    <a:pt x="5036988" y="1517614"/>
                  </a:lnTo>
                  <a:lnTo>
                    <a:pt x="5037114" y="1517614"/>
                  </a:lnTo>
                  <a:lnTo>
                    <a:pt x="5037240" y="1517614"/>
                  </a:lnTo>
                  <a:lnTo>
                    <a:pt x="5037366" y="1517614"/>
                  </a:lnTo>
                  <a:lnTo>
                    <a:pt x="5037493" y="1517614"/>
                  </a:lnTo>
                  <a:lnTo>
                    <a:pt x="5037619" y="1517614"/>
                  </a:lnTo>
                  <a:lnTo>
                    <a:pt x="5037745" y="1517614"/>
                  </a:lnTo>
                  <a:lnTo>
                    <a:pt x="5037871" y="1517614"/>
                  </a:lnTo>
                  <a:lnTo>
                    <a:pt x="5037998" y="1517614"/>
                  </a:lnTo>
                  <a:lnTo>
                    <a:pt x="5038124" y="1517614"/>
                  </a:lnTo>
                  <a:lnTo>
                    <a:pt x="5038250" y="1517614"/>
                  </a:lnTo>
                  <a:lnTo>
                    <a:pt x="5038250" y="1512703"/>
                  </a:lnTo>
                  <a:lnTo>
                    <a:pt x="5038376" y="1512703"/>
                  </a:lnTo>
                  <a:lnTo>
                    <a:pt x="5038503" y="1512703"/>
                  </a:lnTo>
                  <a:lnTo>
                    <a:pt x="5038629" y="1512703"/>
                  </a:lnTo>
                  <a:lnTo>
                    <a:pt x="5038755" y="1512703"/>
                  </a:lnTo>
                  <a:lnTo>
                    <a:pt x="5038881" y="1512703"/>
                  </a:lnTo>
                  <a:lnTo>
                    <a:pt x="5039008" y="1512703"/>
                  </a:lnTo>
                  <a:lnTo>
                    <a:pt x="5039134" y="1512703"/>
                  </a:lnTo>
                  <a:lnTo>
                    <a:pt x="5039260" y="1512703"/>
                  </a:lnTo>
                  <a:lnTo>
                    <a:pt x="5039386" y="1512703"/>
                  </a:lnTo>
                  <a:lnTo>
                    <a:pt x="5039513" y="1512703"/>
                  </a:lnTo>
                  <a:lnTo>
                    <a:pt x="5039639" y="1512703"/>
                  </a:lnTo>
                  <a:lnTo>
                    <a:pt x="5039765" y="1512703"/>
                  </a:lnTo>
                  <a:lnTo>
                    <a:pt x="5039891" y="1512703"/>
                  </a:lnTo>
                  <a:lnTo>
                    <a:pt x="5040018" y="1512703"/>
                  </a:lnTo>
                  <a:lnTo>
                    <a:pt x="5040144" y="1512703"/>
                  </a:lnTo>
                  <a:lnTo>
                    <a:pt x="5040270" y="1512703"/>
                  </a:lnTo>
                  <a:lnTo>
                    <a:pt x="5040396" y="1512703"/>
                  </a:lnTo>
                  <a:lnTo>
                    <a:pt x="5040523" y="1512703"/>
                  </a:lnTo>
                  <a:lnTo>
                    <a:pt x="5040649" y="1512703"/>
                  </a:lnTo>
                  <a:lnTo>
                    <a:pt x="5040775" y="1512703"/>
                  </a:lnTo>
                  <a:lnTo>
                    <a:pt x="5040901" y="1512703"/>
                  </a:lnTo>
                  <a:lnTo>
                    <a:pt x="5041028" y="1512703"/>
                  </a:lnTo>
                  <a:lnTo>
                    <a:pt x="5041154" y="1512703"/>
                  </a:lnTo>
                  <a:lnTo>
                    <a:pt x="5041154" y="1507792"/>
                  </a:lnTo>
                  <a:lnTo>
                    <a:pt x="5041280" y="1507792"/>
                  </a:lnTo>
                  <a:lnTo>
                    <a:pt x="5041407" y="1507792"/>
                  </a:lnTo>
                  <a:lnTo>
                    <a:pt x="5041533" y="1507792"/>
                  </a:lnTo>
                  <a:lnTo>
                    <a:pt x="5041659" y="1507792"/>
                  </a:lnTo>
                  <a:lnTo>
                    <a:pt x="5041785" y="1507792"/>
                  </a:lnTo>
                  <a:lnTo>
                    <a:pt x="5041912" y="1507792"/>
                  </a:lnTo>
                  <a:lnTo>
                    <a:pt x="5041912" y="1502880"/>
                  </a:lnTo>
                  <a:lnTo>
                    <a:pt x="5042038" y="1502880"/>
                  </a:lnTo>
                  <a:lnTo>
                    <a:pt x="5042164" y="1502880"/>
                  </a:lnTo>
                  <a:lnTo>
                    <a:pt x="5042290" y="1502880"/>
                  </a:lnTo>
                  <a:lnTo>
                    <a:pt x="5042417" y="1502880"/>
                  </a:lnTo>
                  <a:lnTo>
                    <a:pt x="5042543" y="1502880"/>
                  </a:lnTo>
                  <a:lnTo>
                    <a:pt x="5042669" y="1502880"/>
                  </a:lnTo>
                  <a:lnTo>
                    <a:pt x="5042795" y="1502880"/>
                  </a:lnTo>
                  <a:lnTo>
                    <a:pt x="5042922" y="1502880"/>
                  </a:lnTo>
                  <a:lnTo>
                    <a:pt x="5043048" y="1502880"/>
                  </a:lnTo>
                  <a:lnTo>
                    <a:pt x="5043174" y="1502880"/>
                  </a:lnTo>
                  <a:lnTo>
                    <a:pt x="5043300" y="1502880"/>
                  </a:lnTo>
                  <a:lnTo>
                    <a:pt x="5043427" y="1502880"/>
                  </a:lnTo>
                  <a:lnTo>
                    <a:pt x="5043553" y="1502880"/>
                  </a:lnTo>
                  <a:lnTo>
                    <a:pt x="5043679" y="1502880"/>
                  </a:lnTo>
                  <a:lnTo>
                    <a:pt x="5043805" y="1502880"/>
                  </a:lnTo>
                  <a:lnTo>
                    <a:pt x="5043932" y="1502880"/>
                  </a:lnTo>
                  <a:lnTo>
                    <a:pt x="5044058" y="1502880"/>
                  </a:lnTo>
                  <a:lnTo>
                    <a:pt x="5044184" y="1502880"/>
                  </a:lnTo>
                  <a:lnTo>
                    <a:pt x="5044310" y="1502880"/>
                  </a:lnTo>
                  <a:lnTo>
                    <a:pt x="5044437" y="1502880"/>
                  </a:lnTo>
                  <a:lnTo>
                    <a:pt x="5044563" y="1502880"/>
                  </a:lnTo>
                  <a:lnTo>
                    <a:pt x="5044689" y="1502880"/>
                  </a:lnTo>
                  <a:lnTo>
                    <a:pt x="5044815" y="1502880"/>
                  </a:lnTo>
                  <a:lnTo>
                    <a:pt x="5044942" y="1502880"/>
                  </a:lnTo>
                  <a:lnTo>
                    <a:pt x="5045068" y="1502880"/>
                  </a:lnTo>
                  <a:lnTo>
                    <a:pt x="5045194" y="1502880"/>
                  </a:lnTo>
                  <a:lnTo>
                    <a:pt x="5045320" y="1502880"/>
                  </a:lnTo>
                  <a:lnTo>
                    <a:pt x="5045447" y="1502880"/>
                  </a:lnTo>
                  <a:lnTo>
                    <a:pt x="5045573" y="1502880"/>
                  </a:lnTo>
                  <a:lnTo>
                    <a:pt x="5045699" y="1502880"/>
                  </a:lnTo>
                  <a:lnTo>
                    <a:pt x="5045825" y="1502880"/>
                  </a:lnTo>
                  <a:lnTo>
                    <a:pt x="5045952" y="1502880"/>
                  </a:lnTo>
                  <a:lnTo>
                    <a:pt x="5046078" y="1502880"/>
                  </a:lnTo>
                  <a:lnTo>
                    <a:pt x="5046204" y="1502880"/>
                  </a:lnTo>
                  <a:lnTo>
                    <a:pt x="5046330" y="1502880"/>
                  </a:lnTo>
                  <a:lnTo>
                    <a:pt x="5046457" y="1502880"/>
                  </a:lnTo>
                  <a:lnTo>
                    <a:pt x="5046583" y="1502880"/>
                  </a:lnTo>
                  <a:lnTo>
                    <a:pt x="5046709" y="1502880"/>
                  </a:lnTo>
                  <a:lnTo>
                    <a:pt x="5046836" y="1502880"/>
                  </a:lnTo>
                  <a:lnTo>
                    <a:pt x="5046962" y="1502880"/>
                  </a:lnTo>
                  <a:lnTo>
                    <a:pt x="5047088" y="1502880"/>
                  </a:lnTo>
                  <a:lnTo>
                    <a:pt x="5047214" y="1502880"/>
                  </a:lnTo>
                  <a:lnTo>
                    <a:pt x="5047341" y="1502880"/>
                  </a:lnTo>
                  <a:lnTo>
                    <a:pt x="5047467" y="1502880"/>
                  </a:lnTo>
                  <a:lnTo>
                    <a:pt x="5047593" y="1502880"/>
                  </a:lnTo>
                  <a:lnTo>
                    <a:pt x="5047719" y="1502880"/>
                  </a:lnTo>
                  <a:lnTo>
                    <a:pt x="5047846" y="1502880"/>
                  </a:lnTo>
                  <a:lnTo>
                    <a:pt x="5047972" y="1502880"/>
                  </a:lnTo>
                  <a:lnTo>
                    <a:pt x="5048098" y="1502880"/>
                  </a:lnTo>
                  <a:lnTo>
                    <a:pt x="5048224" y="1502880"/>
                  </a:lnTo>
                  <a:lnTo>
                    <a:pt x="5048351" y="1502880"/>
                  </a:lnTo>
                  <a:lnTo>
                    <a:pt x="5048477" y="1502880"/>
                  </a:lnTo>
                  <a:lnTo>
                    <a:pt x="5048603" y="1502880"/>
                  </a:lnTo>
                  <a:lnTo>
                    <a:pt x="5048729" y="1502880"/>
                  </a:lnTo>
                  <a:lnTo>
                    <a:pt x="5048856" y="1502880"/>
                  </a:lnTo>
                  <a:lnTo>
                    <a:pt x="5048982" y="1502880"/>
                  </a:lnTo>
                  <a:lnTo>
                    <a:pt x="5049108" y="1502880"/>
                  </a:lnTo>
                  <a:lnTo>
                    <a:pt x="5049234" y="1502880"/>
                  </a:lnTo>
                  <a:lnTo>
                    <a:pt x="5049361" y="1502880"/>
                  </a:lnTo>
                  <a:lnTo>
                    <a:pt x="5049487" y="1502880"/>
                  </a:lnTo>
                  <a:lnTo>
                    <a:pt x="5049613" y="1502880"/>
                  </a:lnTo>
                  <a:lnTo>
                    <a:pt x="5049739" y="1502880"/>
                  </a:lnTo>
                  <a:lnTo>
                    <a:pt x="5049866" y="1502880"/>
                  </a:lnTo>
                  <a:lnTo>
                    <a:pt x="5049992" y="1502880"/>
                  </a:lnTo>
                  <a:lnTo>
                    <a:pt x="5050118" y="1502880"/>
                  </a:lnTo>
                  <a:lnTo>
                    <a:pt x="5050244" y="1502880"/>
                  </a:lnTo>
                  <a:lnTo>
                    <a:pt x="5050371" y="1502880"/>
                  </a:lnTo>
                  <a:lnTo>
                    <a:pt x="5050497" y="1502880"/>
                  </a:lnTo>
                  <a:lnTo>
                    <a:pt x="5050623" y="1502880"/>
                  </a:lnTo>
                  <a:lnTo>
                    <a:pt x="5050749" y="1502880"/>
                  </a:lnTo>
                  <a:lnTo>
                    <a:pt x="5050876" y="1502880"/>
                  </a:lnTo>
                  <a:lnTo>
                    <a:pt x="5051002" y="1502880"/>
                  </a:lnTo>
                  <a:lnTo>
                    <a:pt x="5051128" y="1502880"/>
                  </a:lnTo>
                  <a:lnTo>
                    <a:pt x="5051254" y="1502880"/>
                  </a:lnTo>
                  <a:lnTo>
                    <a:pt x="5051381" y="1502880"/>
                  </a:lnTo>
                  <a:lnTo>
                    <a:pt x="5051507" y="1502880"/>
                  </a:lnTo>
                  <a:lnTo>
                    <a:pt x="5051633" y="1502880"/>
                  </a:lnTo>
                  <a:lnTo>
                    <a:pt x="5051760" y="1502880"/>
                  </a:lnTo>
                  <a:lnTo>
                    <a:pt x="5051886" y="1502880"/>
                  </a:lnTo>
                  <a:lnTo>
                    <a:pt x="5052012" y="1502880"/>
                  </a:lnTo>
                  <a:lnTo>
                    <a:pt x="5052138" y="1502880"/>
                  </a:lnTo>
                  <a:lnTo>
                    <a:pt x="5052265" y="1502880"/>
                  </a:lnTo>
                  <a:lnTo>
                    <a:pt x="5052391" y="1502880"/>
                  </a:lnTo>
                  <a:lnTo>
                    <a:pt x="5052517" y="1502880"/>
                  </a:lnTo>
                  <a:lnTo>
                    <a:pt x="5052643" y="1502880"/>
                  </a:lnTo>
                  <a:lnTo>
                    <a:pt x="5052770" y="1502880"/>
                  </a:lnTo>
                  <a:lnTo>
                    <a:pt x="5052896" y="1502880"/>
                  </a:lnTo>
                  <a:lnTo>
                    <a:pt x="5053022" y="1502880"/>
                  </a:lnTo>
                  <a:lnTo>
                    <a:pt x="5053148" y="1502880"/>
                  </a:lnTo>
                  <a:lnTo>
                    <a:pt x="5053275" y="1502880"/>
                  </a:lnTo>
                  <a:lnTo>
                    <a:pt x="5053401" y="1502880"/>
                  </a:lnTo>
                  <a:lnTo>
                    <a:pt x="5053527" y="1502880"/>
                  </a:lnTo>
                  <a:lnTo>
                    <a:pt x="5053653" y="1502880"/>
                  </a:lnTo>
                  <a:lnTo>
                    <a:pt x="5053780" y="1502880"/>
                  </a:lnTo>
                  <a:lnTo>
                    <a:pt x="5053906" y="1502880"/>
                  </a:lnTo>
                  <a:lnTo>
                    <a:pt x="5054032" y="1502880"/>
                  </a:lnTo>
                  <a:lnTo>
                    <a:pt x="5054158" y="1502880"/>
                  </a:lnTo>
                  <a:lnTo>
                    <a:pt x="5054285" y="1502880"/>
                  </a:lnTo>
                  <a:lnTo>
                    <a:pt x="5054411" y="1502880"/>
                  </a:lnTo>
                  <a:lnTo>
                    <a:pt x="5054537" y="1502880"/>
                  </a:lnTo>
                  <a:lnTo>
                    <a:pt x="5054663" y="1502880"/>
                  </a:lnTo>
                  <a:lnTo>
                    <a:pt x="5054790" y="1502880"/>
                  </a:lnTo>
                  <a:lnTo>
                    <a:pt x="5054916" y="1502880"/>
                  </a:lnTo>
                  <a:lnTo>
                    <a:pt x="5055042" y="1502880"/>
                  </a:lnTo>
                  <a:lnTo>
                    <a:pt x="5055168" y="1502880"/>
                  </a:lnTo>
                  <a:lnTo>
                    <a:pt x="5055295" y="1502880"/>
                  </a:lnTo>
                  <a:lnTo>
                    <a:pt x="5055421" y="1502880"/>
                  </a:lnTo>
                  <a:lnTo>
                    <a:pt x="5055547" y="1502880"/>
                  </a:lnTo>
                  <a:lnTo>
                    <a:pt x="5055673" y="1502880"/>
                  </a:lnTo>
                  <a:lnTo>
                    <a:pt x="5055800" y="1502880"/>
                  </a:lnTo>
                  <a:lnTo>
                    <a:pt x="5055926" y="1502880"/>
                  </a:lnTo>
                  <a:lnTo>
                    <a:pt x="5055926" y="1497969"/>
                  </a:lnTo>
                  <a:lnTo>
                    <a:pt x="5056052" y="1497969"/>
                  </a:lnTo>
                  <a:lnTo>
                    <a:pt x="5056178" y="1497969"/>
                  </a:lnTo>
                  <a:lnTo>
                    <a:pt x="5056305" y="1497969"/>
                  </a:lnTo>
                  <a:lnTo>
                    <a:pt x="5056431" y="1497969"/>
                  </a:lnTo>
                  <a:lnTo>
                    <a:pt x="5056557" y="1497969"/>
                  </a:lnTo>
                  <a:lnTo>
                    <a:pt x="5056684" y="1497969"/>
                  </a:lnTo>
                  <a:lnTo>
                    <a:pt x="5056810" y="1497969"/>
                  </a:lnTo>
                  <a:lnTo>
                    <a:pt x="5056810" y="1493057"/>
                  </a:lnTo>
                  <a:lnTo>
                    <a:pt x="5056936" y="1493057"/>
                  </a:lnTo>
                  <a:lnTo>
                    <a:pt x="5056936" y="1488146"/>
                  </a:lnTo>
                  <a:lnTo>
                    <a:pt x="5057062" y="1488146"/>
                  </a:lnTo>
                  <a:lnTo>
                    <a:pt x="5057189" y="1488146"/>
                  </a:lnTo>
                  <a:lnTo>
                    <a:pt x="5057315" y="1488146"/>
                  </a:lnTo>
                  <a:lnTo>
                    <a:pt x="5057441" y="1488146"/>
                  </a:lnTo>
                  <a:lnTo>
                    <a:pt x="5057567" y="1488146"/>
                  </a:lnTo>
                  <a:lnTo>
                    <a:pt x="5057694" y="1488146"/>
                  </a:lnTo>
                  <a:lnTo>
                    <a:pt x="5057820" y="1488146"/>
                  </a:lnTo>
                  <a:lnTo>
                    <a:pt x="5057946" y="1488146"/>
                  </a:lnTo>
                  <a:lnTo>
                    <a:pt x="5058072" y="1488146"/>
                  </a:lnTo>
                  <a:lnTo>
                    <a:pt x="5058199" y="1488146"/>
                  </a:lnTo>
                  <a:lnTo>
                    <a:pt x="5058325" y="1488146"/>
                  </a:lnTo>
                  <a:lnTo>
                    <a:pt x="5058451" y="1488146"/>
                  </a:lnTo>
                  <a:lnTo>
                    <a:pt x="5058577" y="1488146"/>
                  </a:lnTo>
                  <a:lnTo>
                    <a:pt x="5058704" y="1488146"/>
                  </a:lnTo>
                  <a:lnTo>
                    <a:pt x="5058830" y="1488146"/>
                  </a:lnTo>
                  <a:lnTo>
                    <a:pt x="5058956" y="1488146"/>
                  </a:lnTo>
                  <a:lnTo>
                    <a:pt x="5059082" y="1488146"/>
                  </a:lnTo>
                  <a:lnTo>
                    <a:pt x="5059209" y="1488146"/>
                  </a:lnTo>
                  <a:lnTo>
                    <a:pt x="5059335" y="1488146"/>
                  </a:lnTo>
                  <a:lnTo>
                    <a:pt x="5059461" y="1488146"/>
                  </a:lnTo>
                  <a:lnTo>
                    <a:pt x="5059587" y="1488146"/>
                  </a:lnTo>
                  <a:lnTo>
                    <a:pt x="5059714" y="1488146"/>
                  </a:lnTo>
                  <a:lnTo>
                    <a:pt x="5059840" y="1488146"/>
                  </a:lnTo>
                  <a:lnTo>
                    <a:pt x="5059966" y="1488146"/>
                  </a:lnTo>
                  <a:lnTo>
                    <a:pt x="5060092" y="1488146"/>
                  </a:lnTo>
                  <a:lnTo>
                    <a:pt x="5060219" y="1488146"/>
                  </a:lnTo>
                  <a:lnTo>
                    <a:pt x="5060345" y="1488146"/>
                  </a:lnTo>
                  <a:lnTo>
                    <a:pt x="5060471" y="1488146"/>
                  </a:lnTo>
                  <a:lnTo>
                    <a:pt x="5060597" y="1488146"/>
                  </a:lnTo>
                  <a:lnTo>
                    <a:pt x="5060724" y="1488146"/>
                  </a:lnTo>
                  <a:lnTo>
                    <a:pt x="5060850" y="1488146"/>
                  </a:lnTo>
                  <a:lnTo>
                    <a:pt x="5060976" y="1488146"/>
                  </a:lnTo>
                  <a:lnTo>
                    <a:pt x="5061102" y="1488146"/>
                  </a:lnTo>
                  <a:lnTo>
                    <a:pt x="5061229" y="1488146"/>
                  </a:lnTo>
                  <a:lnTo>
                    <a:pt x="5061355" y="1488146"/>
                  </a:lnTo>
                  <a:lnTo>
                    <a:pt x="5061481" y="1488146"/>
                  </a:lnTo>
                  <a:lnTo>
                    <a:pt x="5061607" y="1488146"/>
                  </a:lnTo>
                  <a:lnTo>
                    <a:pt x="5061734" y="1488146"/>
                  </a:lnTo>
                  <a:lnTo>
                    <a:pt x="5061860" y="1488146"/>
                  </a:lnTo>
                  <a:lnTo>
                    <a:pt x="5061986" y="1488146"/>
                  </a:lnTo>
                  <a:lnTo>
                    <a:pt x="5062113" y="1488146"/>
                  </a:lnTo>
                  <a:lnTo>
                    <a:pt x="5062239" y="1488146"/>
                  </a:lnTo>
                  <a:lnTo>
                    <a:pt x="5062365" y="1488146"/>
                  </a:lnTo>
                  <a:lnTo>
                    <a:pt x="5062491" y="1488146"/>
                  </a:lnTo>
                  <a:lnTo>
                    <a:pt x="5062618" y="1488146"/>
                  </a:lnTo>
                  <a:lnTo>
                    <a:pt x="5062744" y="1488146"/>
                  </a:lnTo>
                  <a:lnTo>
                    <a:pt x="5062870" y="1488146"/>
                  </a:lnTo>
                  <a:lnTo>
                    <a:pt x="5062996" y="1488146"/>
                  </a:lnTo>
                  <a:lnTo>
                    <a:pt x="5063123" y="1488146"/>
                  </a:lnTo>
                  <a:lnTo>
                    <a:pt x="5063249" y="1488146"/>
                  </a:lnTo>
                  <a:lnTo>
                    <a:pt x="5063375" y="1488146"/>
                  </a:lnTo>
                  <a:lnTo>
                    <a:pt x="5063501" y="1488146"/>
                  </a:lnTo>
                  <a:lnTo>
                    <a:pt x="5063628" y="1488146"/>
                  </a:lnTo>
                  <a:lnTo>
                    <a:pt x="5063754" y="1488146"/>
                  </a:lnTo>
                  <a:lnTo>
                    <a:pt x="5063754" y="1483235"/>
                  </a:lnTo>
                  <a:lnTo>
                    <a:pt x="5063880" y="1483235"/>
                  </a:lnTo>
                  <a:lnTo>
                    <a:pt x="5064006" y="1483235"/>
                  </a:lnTo>
                  <a:lnTo>
                    <a:pt x="5064006" y="1478323"/>
                  </a:lnTo>
                  <a:lnTo>
                    <a:pt x="5064133" y="1478323"/>
                  </a:lnTo>
                  <a:lnTo>
                    <a:pt x="5064259" y="1478323"/>
                  </a:lnTo>
                  <a:lnTo>
                    <a:pt x="5064385" y="1478323"/>
                  </a:lnTo>
                  <a:lnTo>
                    <a:pt x="5064511" y="1478323"/>
                  </a:lnTo>
                  <a:lnTo>
                    <a:pt x="5064638" y="1478323"/>
                  </a:lnTo>
                  <a:lnTo>
                    <a:pt x="5064764" y="1478323"/>
                  </a:lnTo>
                  <a:lnTo>
                    <a:pt x="5064890" y="1478323"/>
                  </a:lnTo>
                  <a:lnTo>
                    <a:pt x="5065016" y="1478323"/>
                  </a:lnTo>
                  <a:lnTo>
                    <a:pt x="5065143" y="1478323"/>
                  </a:lnTo>
                  <a:lnTo>
                    <a:pt x="5065269" y="1478323"/>
                  </a:lnTo>
                  <a:lnTo>
                    <a:pt x="5065395" y="1478323"/>
                  </a:lnTo>
                  <a:lnTo>
                    <a:pt x="5065521" y="1478323"/>
                  </a:lnTo>
                  <a:lnTo>
                    <a:pt x="5065648" y="1478323"/>
                  </a:lnTo>
                  <a:lnTo>
                    <a:pt x="5065774" y="1478323"/>
                  </a:lnTo>
                  <a:lnTo>
                    <a:pt x="5065900" y="1478323"/>
                  </a:lnTo>
                  <a:lnTo>
                    <a:pt x="5066026" y="1478323"/>
                  </a:lnTo>
                  <a:lnTo>
                    <a:pt x="5066153" y="1478323"/>
                  </a:lnTo>
                  <a:lnTo>
                    <a:pt x="5066279" y="1478323"/>
                  </a:lnTo>
                  <a:lnTo>
                    <a:pt x="5066405" y="1478323"/>
                  </a:lnTo>
                  <a:lnTo>
                    <a:pt x="5066531" y="1478323"/>
                  </a:lnTo>
                  <a:lnTo>
                    <a:pt x="5066658" y="1478323"/>
                  </a:lnTo>
                  <a:lnTo>
                    <a:pt x="5066784" y="1478323"/>
                  </a:lnTo>
                  <a:lnTo>
                    <a:pt x="5066910" y="1478323"/>
                  </a:lnTo>
                  <a:lnTo>
                    <a:pt x="5067037" y="1478323"/>
                  </a:lnTo>
                  <a:lnTo>
                    <a:pt x="5067163" y="1478323"/>
                  </a:lnTo>
                  <a:lnTo>
                    <a:pt x="5067289" y="1478323"/>
                  </a:lnTo>
                  <a:lnTo>
                    <a:pt x="5067415" y="1478323"/>
                  </a:lnTo>
                  <a:lnTo>
                    <a:pt x="5067542" y="1478323"/>
                  </a:lnTo>
                  <a:lnTo>
                    <a:pt x="5067668" y="1478323"/>
                  </a:lnTo>
                  <a:lnTo>
                    <a:pt x="5067794" y="1478323"/>
                  </a:lnTo>
                  <a:lnTo>
                    <a:pt x="5067920" y="1478323"/>
                  </a:lnTo>
                  <a:lnTo>
                    <a:pt x="5068047" y="1478323"/>
                  </a:lnTo>
                  <a:lnTo>
                    <a:pt x="5068173" y="1478323"/>
                  </a:lnTo>
                  <a:lnTo>
                    <a:pt x="5068299" y="1478323"/>
                  </a:lnTo>
                  <a:lnTo>
                    <a:pt x="5068425" y="1478323"/>
                  </a:lnTo>
                  <a:lnTo>
                    <a:pt x="5068552" y="1478323"/>
                  </a:lnTo>
                  <a:lnTo>
                    <a:pt x="5068678" y="1478323"/>
                  </a:lnTo>
                  <a:lnTo>
                    <a:pt x="5068804" y="1478323"/>
                  </a:lnTo>
                  <a:lnTo>
                    <a:pt x="5068930" y="1478323"/>
                  </a:lnTo>
                  <a:lnTo>
                    <a:pt x="5069057" y="1478323"/>
                  </a:lnTo>
                  <a:lnTo>
                    <a:pt x="5069183" y="1478323"/>
                  </a:lnTo>
                  <a:lnTo>
                    <a:pt x="5069309" y="1478323"/>
                  </a:lnTo>
                  <a:lnTo>
                    <a:pt x="5069435" y="1478323"/>
                  </a:lnTo>
                  <a:lnTo>
                    <a:pt x="5069435" y="1473412"/>
                  </a:lnTo>
                  <a:lnTo>
                    <a:pt x="5069562" y="1473412"/>
                  </a:lnTo>
                  <a:lnTo>
                    <a:pt x="5069688" y="1473412"/>
                  </a:lnTo>
                  <a:lnTo>
                    <a:pt x="5069814" y="1473412"/>
                  </a:lnTo>
                  <a:lnTo>
                    <a:pt x="5069940" y="1473412"/>
                  </a:lnTo>
                  <a:lnTo>
                    <a:pt x="5070067" y="1473412"/>
                  </a:lnTo>
                  <a:lnTo>
                    <a:pt x="5070193" y="1473412"/>
                  </a:lnTo>
                  <a:lnTo>
                    <a:pt x="5070319" y="1473412"/>
                  </a:lnTo>
                  <a:lnTo>
                    <a:pt x="5070445" y="1473412"/>
                  </a:lnTo>
                  <a:lnTo>
                    <a:pt x="5070572" y="1473412"/>
                  </a:lnTo>
                  <a:lnTo>
                    <a:pt x="5070698" y="1473412"/>
                  </a:lnTo>
                  <a:lnTo>
                    <a:pt x="5070824" y="1473412"/>
                  </a:lnTo>
                  <a:lnTo>
                    <a:pt x="5070950" y="1473412"/>
                  </a:lnTo>
                  <a:lnTo>
                    <a:pt x="5071077" y="1473412"/>
                  </a:lnTo>
                  <a:lnTo>
                    <a:pt x="5071203" y="1473412"/>
                  </a:lnTo>
                  <a:lnTo>
                    <a:pt x="5071329" y="1473412"/>
                  </a:lnTo>
                  <a:lnTo>
                    <a:pt x="5071455" y="1473412"/>
                  </a:lnTo>
                  <a:lnTo>
                    <a:pt x="5071582" y="1473412"/>
                  </a:lnTo>
                  <a:lnTo>
                    <a:pt x="5071708" y="1473412"/>
                  </a:lnTo>
                  <a:lnTo>
                    <a:pt x="5071834" y="1473412"/>
                  </a:lnTo>
                  <a:lnTo>
                    <a:pt x="5071960" y="1473412"/>
                  </a:lnTo>
                  <a:lnTo>
                    <a:pt x="5072087" y="1473412"/>
                  </a:lnTo>
                  <a:lnTo>
                    <a:pt x="5072213" y="1473412"/>
                  </a:lnTo>
                  <a:lnTo>
                    <a:pt x="5072339" y="1473412"/>
                  </a:lnTo>
                  <a:lnTo>
                    <a:pt x="5072466" y="1473412"/>
                  </a:lnTo>
                  <a:lnTo>
                    <a:pt x="5072592" y="1473412"/>
                  </a:lnTo>
                  <a:lnTo>
                    <a:pt x="5072718" y="1473412"/>
                  </a:lnTo>
                  <a:lnTo>
                    <a:pt x="5072844" y="1473412"/>
                  </a:lnTo>
                  <a:lnTo>
                    <a:pt x="5072971" y="1473412"/>
                  </a:lnTo>
                  <a:lnTo>
                    <a:pt x="5073097" y="1473412"/>
                  </a:lnTo>
                  <a:lnTo>
                    <a:pt x="5073223" y="1473412"/>
                  </a:lnTo>
                  <a:lnTo>
                    <a:pt x="5073349" y="1473412"/>
                  </a:lnTo>
                  <a:lnTo>
                    <a:pt x="5073476" y="1473412"/>
                  </a:lnTo>
                  <a:lnTo>
                    <a:pt x="5073602" y="1473412"/>
                  </a:lnTo>
                  <a:lnTo>
                    <a:pt x="5073728" y="1473412"/>
                  </a:lnTo>
                  <a:lnTo>
                    <a:pt x="5073854" y="1473412"/>
                  </a:lnTo>
                  <a:lnTo>
                    <a:pt x="5073981" y="1473412"/>
                  </a:lnTo>
                  <a:lnTo>
                    <a:pt x="5074107" y="1473412"/>
                  </a:lnTo>
                  <a:lnTo>
                    <a:pt x="5074233" y="1473412"/>
                  </a:lnTo>
                  <a:lnTo>
                    <a:pt x="5074233" y="1468501"/>
                  </a:lnTo>
                  <a:lnTo>
                    <a:pt x="5074359" y="1468501"/>
                  </a:lnTo>
                  <a:lnTo>
                    <a:pt x="5074486" y="1468501"/>
                  </a:lnTo>
                  <a:lnTo>
                    <a:pt x="5074612" y="1468501"/>
                  </a:lnTo>
                  <a:lnTo>
                    <a:pt x="5074738" y="1468501"/>
                  </a:lnTo>
                  <a:lnTo>
                    <a:pt x="5074738" y="1463589"/>
                  </a:lnTo>
                  <a:lnTo>
                    <a:pt x="5074864" y="1463589"/>
                  </a:lnTo>
                  <a:lnTo>
                    <a:pt x="5074991" y="1463589"/>
                  </a:lnTo>
                  <a:lnTo>
                    <a:pt x="5075117" y="1463589"/>
                  </a:lnTo>
                  <a:lnTo>
                    <a:pt x="5075243" y="1463589"/>
                  </a:lnTo>
                  <a:lnTo>
                    <a:pt x="5075369" y="1463589"/>
                  </a:lnTo>
                  <a:lnTo>
                    <a:pt x="5075496" y="1463589"/>
                  </a:lnTo>
                  <a:lnTo>
                    <a:pt x="5075622" y="1463589"/>
                  </a:lnTo>
                  <a:lnTo>
                    <a:pt x="5075748" y="1463589"/>
                  </a:lnTo>
                  <a:lnTo>
                    <a:pt x="5075874" y="1463589"/>
                  </a:lnTo>
                  <a:lnTo>
                    <a:pt x="5076001" y="1463589"/>
                  </a:lnTo>
                  <a:lnTo>
                    <a:pt x="5076127" y="1463589"/>
                  </a:lnTo>
                  <a:lnTo>
                    <a:pt x="5076253" y="1463589"/>
                  </a:lnTo>
                  <a:lnTo>
                    <a:pt x="5076379" y="1463589"/>
                  </a:lnTo>
                  <a:lnTo>
                    <a:pt x="5076506" y="1463589"/>
                  </a:lnTo>
                  <a:lnTo>
                    <a:pt x="5076632" y="1463589"/>
                  </a:lnTo>
                  <a:lnTo>
                    <a:pt x="5076758" y="1463589"/>
                  </a:lnTo>
                  <a:lnTo>
                    <a:pt x="5076884" y="1463589"/>
                  </a:lnTo>
                  <a:lnTo>
                    <a:pt x="5077011" y="1463589"/>
                  </a:lnTo>
                  <a:lnTo>
                    <a:pt x="5077137" y="1463589"/>
                  </a:lnTo>
                  <a:lnTo>
                    <a:pt x="5077263" y="1463589"/>
                  </a:lnTo>
                  <a:lnTo>
                    <a:pt x="5077390" y="1463589"/>
                  </a:lnTo>
                  <a:lnTo>
                    <a:pt x="5077516" y="1463589"/>
                  </a:lnTo>
                  <a:lnTo>
                    <a:pt x="5077516" y="1458678"/>
                  </a:lnTo>
                  <a:lnTo>
                    <a:pt x="5077642" y="1458678"/>
                  </a:lnTo>
                  <a:lnTo>
                    <a:pt x="5077768" y="1458678"/>
                  </a:lnTo>
                  <a:lnTo>
                    <a:pt x="5077895" y="1458678"/>
                  </a:lnTo>
                  <a:lnTo>
                    <a:pt x="5078021" y="1458678"/>
                  </a:lnTo>
                  <a:lnTo>
                    <a:pt x="5078147" y="1458678"/>
                  </a:lnTo>
                  <a:lnTo>
                    <a:pt x="5078273" y="1458678"/>
                  </a:lnTo>
                  <a:lnTo>
                    <a:pt x="5078400" y="1458678"/>
                  </a:lnTo>
                  <a:lnTo>
                    <a:pt x="5078526" y="1458678"/>
                  </a:lnTo>
                  <a:lnTo>
                    <a:pt x="5078652" y="1458678"/>
                  </a:lnTo>
                  <a:lnTo>
                    <a:pt x="5078778" y="1458678"/>
                  </a:lnTo>
                  <a:lnTo>
                    <a:pt x="5078905" y="1458678"/>
                  </a:lnTo>
                  <a:lnTo>
                    <a:pt x="5079031" y="1458678"/>
                  </a:lnTo>
                  <a:lnTo>
                    <a:pt x="5079157" y="1458678"/>
                  </a:lnTo>
                  <a:lnTo>
                    <a:pt x="5079283" y="1458678"/>
                  </a:lnTo>
                  <a:lnTo>
                    <a:pt x="5079410" y="1458678"/>
                  </a:lnTo>
                  <a:lnTo>
                    <a:pt x="5079536" y="1458678"/>
                  </a:lnTo>
                  <a:lnTo>
                    <a:pt x="5079662" y="1458678"/>
                  </a:lnTo>
                  <a:lnTo>
                    <a:pt x="5079788" y="1458678"/>
                  </a:lnTo>
                  <a:lnTo>
                    <a:pt x="5079915" y="1458678"/>
                  </a:lnTo>
                  <a:lnTo>
                    <a:pt x="5080041" y="1458678"/>
                  </a:lnTo>
                  <a:lnTo>
                    <a:pt x="5080167" y="1458678"/>
                  </a:lnTo>
                  <a:lnTo>
                    <a:pt x="5080293" y="1458678"/>
                  </a:lnTo>
                  <a:lnTo>
                    <a:pt x="5080420" y="1458678"/>
                  </a:lnTo>
                  <a:lnTo>
                    <a:pt x="5080546" y="1458678"/>
                  </a:lnTo>
                  <a:lnTo>
                    <a:pt x="5080672" y="1458678"/>
                  </a:lnTo>
                  <a:lnTo>
                    <a:pt x="5080798" y="1458678"/>
                  </a:lnTo>
                  <a:lnTo>
                    <a:pt x="5080925" y="1458678"/>
                  </a:lnTo>
                  <a:lnTo>
                    <a:pt x="5081051" y="1458678"/>
                  </a:lnTo>
                  <a:lnTo>
                    <a:pt x="5081177" y="1458678"/>
                  </a:lnTo>
                  <a:lnTo>
                    <a:pt x="5081303" y="1458678"/>
                  </a:lnTo>
                  <a:lnTo>
                    <a:pt x="5081430" y="1458678"/>
                  </a:lnTo>
                  <a:lnTo>
                    <a:pt x="5081556" y="1458678"/>
                  </a:lnTo>
                  <a:lnTo>
                    <a:pt x="5081682" y="1458678"/>
                  </a:lnTo>
                  <a:lnTo>
                    <a:pt x="5081808" y="1458678"/>
                  </a:lnTo>
                  <a:lnTo>
                    <a:pt x="5081935" y="1458678"/>
                  </a:lnTo>
                  <a:lnTo>
                    <a:pt x="5082061" y="1458678"/>
                  </a:lnTo>
                  <a:lnTo>
                    <a:pt x="5082187" y="1458678"/>
                  </a:lnTo>
                  <a:lnTo>
                    <a:pt x="5082313" y="1458678"/>
                  </a:lnTo>
                  <a:lnTo>
                    <a:pt x="5082440" y="1458678"/>
                  </a:lnTo>
                  <a:lnTo>
                    <a:pt x="5082566" y="1458678"/>
                  </a:lnTo>
                  <a:lnTo>
                    <a:pt x="5082692" y="1458678"/>
                  </a:lnTo>
                  <a:lnTo>
                    <a:pt x="5082819" y="1458678"/>
                  </a:lnTo>
                  <a:lnTo>
                    <a:pt x="5082945" y="1458678"/>
                  </a:lnTo>
                  <a:lnTo>
                    <a:pt x="5083071" y="1458678"/>
                  </a:lnTo>
                  <a:lnTo>
                    <a:pt x="5083197" y="1458678"/>
                  </a:lnTo>
                  <a:lnTo>
                    <a:pt x="5083324" y="1458678"/>
                  </a:lnTo>
                  <a:lnTo>
                    <a:pt x="5083450" y="1458678"/>
                  </a:lnTo>
                  <a:lnTo>
                    <a:pt x="5083576" y="1458678"/>
                  </a:lnTo>
                  <a:lnTo>
                    <a:pt x="5083702" y="1458678"/>
                  </a:lnTo>
                  <a:lnTo>
                    <a:pt x="5083829" y="1458678"/>
                  </a:lnTo>
                  <a:lnTo>
                    <a:pt x="5083955" y="1458678"/>
                  </a:lnTo>
                  <a:lnTo>
                    <a:pt x="5084081" y="1458678"/>
                  </a:lnTo>
                  <a:lnTo>
                    <a:pt x="5084207" y="1458678"/>
                  </a:lnTo>
                  <a:lnTo>
                    <a:pt x="5084334" y="1458678"/>
                  </a:lnTo>
                  <a:lnTo>
                    <a:pt x="5084460" y="1458678"/>
                  </a:lnTo>
                  <a:lnTo>
                    <a:pt x="5084586" y="1458678"/>
                  </a:lnTo>
                  <a:lnTo>
                    <a:pt x="5084712" y="1458678"/>
                  </a:lnTo>
                  <a:lnTo>
                    <a:pt x="5084839" y="1458678"/>
                  </a:lnTo>
                  <a:lnTo>
                    <a:pt x="5084965" y="1458678"/>
                  </a:lnTo>
                  <a:lnTo>
                    <a:pt x="5085091" y="1458678"/>
                  </a:lnTo>
                  <a:lnTo>
                    <a:pt x="5085217" y="1458678"/>
                  </a:lnTo>
                  <a:lnTo>
                    <a:pt x="5085344" y="1458678"/>
                  </a:lnTo>
                  <a:lnTo>
                    <a:pt x="5085470" y="1458678"/>
                  </a:lnTo>
                  <a:lnTo>
                    <a:pt x="5085596" y="1458678"/>
                  </a:lnTo>
                  <a:lnTo>
                    <a:pt x="5085596" y="1453766"/>
                  </a:lnTo>
                  <a:lnTo>
                    <a:pt x="5085722" y="1453766"/>
                  </a:lnTo>
                  <a:lnTo>
                    <a:pt x="5085849" y="1453766"/>
                  </a:lnTo>
                  <a:lnTo>
                    <a:pt x="5085975" y="1453766"/>
                  </a:lnTo>
                  <a:lnTo>
                    <a:pt x="5086101" y="1453766"/>
                  </a:lnTo>
                  <a:lnTo>
                    <a:pt x="5086227" y="1453766"/>
                  </a:lnTo>
                  <a:lnTo>
                    <a:pt x="5086354" y="1453766"/>
                  </a:lnTo>
                  <a:lnTo>
                    <a:pt x="5086480" y="1453766"/>
                  </a:lnTo>
                  <a:lnTo>
                    <a:pt x="5086606" y="1453766"/>
                  </a:lnTo>
                  <a:lnTo>
                    <a:pt x="5086732" y="1453766"/>
                  </a:lnTo>
                  <a:lnTo>
                    <a:pt x="5086859" y="1453766"/>
                  </a:lnTo>
                  <a:lnTo>
                    <a:pt x="5086985" y="1453766"/>
                  </a:lnTo>
                  <a:lnTo>
                    <a:pt x="5087111" y="1453766"/>
                  </a:lnTo>
                  <a:lnTo>
                    <a:pt x="5087237" y="1453766"/>
                  </a:lnTo>
                  <a:lnTo>
                    <a:pt x="5087364" y="1453766"/>
                  </a:lnTo>
                  <a:lnTo>
                    <a:pt x="5087490" y="1453766"/>
                  </a:lnTo>
                  <a:lnTo>
                    <a:pt x="5087616" y="1453766"/>
                  </a:lnTo>
                  <a:lnTo>
                    <a:pt x="5087743" y="1453766"/>
                  </a:lnTo>
                  <a:lnTo>
                    <a:pt x="5087869" y="1453766"/>
                  </a:lnTo>
                  <a:lnTo>
                    <a:pt x="5087995" y="1453766"/>
                  </a:lnTo>
                  <a:lnTo>
                    <a:pt x="5088121" y="1453766"/>
                  </a:lnTo>
                  <a:lnTo>
                    <a:pt x="5088248" y="1453766"/>
                  </a:lnTo>
                  <a:lnTo>
                    <a:pt x="5088374" y="1453766"/>
                  </a:lnTo>
                  <a:lnTo>
                    <a:pt x="5088500" y="1453766"/>
                  </a:lnTo>
                  <a:lnTo>
                    <a:pt x="5088626" y="1453766"/>
                  </a:lnTo>
                  <a:lnTo>
                    <a:pt x="5088753" y="1453766"/>
                  </a:lnTo>
                  <a:lnTo>
                    <a:pt x="5088879" y="1453766"/>
                  </a:lnTo>
                  <a:lnTo>
                    <a:pt x="5089005" y="1453766"/>
                  </a:lnTo>
                  <a:lnTo>
                    <a:pt x="5089131" y="1453766"/>
                  </a:lnTo>
                  <a:lnTo>
                    <a:pt x="5089258" y="1453766"/>
                  </a:lnTo>
                  <a:lnTo>
                    <a:pt x="5089384" y="1453766"/>
                  </a:lnTo>
                  <a:lnTo>
                    <a:pt x="5089510" y="1453766"/>
                  </a:lnTo>
                  <a:lnTo>
                    <a:pt x="5089636" y="1453766"/>
                  </a:lnTo>
                  <a:lnTo>
                    <a:pt x="5089763" y="1453766"/>
                  </a:lnTo>
                  <a:lnTo>
                    <a:pt x="5089889" y="1453766"/>
                  </a:lnTo>
                  <a:lnTo>
                    <a:pt x="5090015" y="1453766"/>
                  </a:lnTo>
                  <a:lnTo>
                    <a:pt x="5090141" y="1453766"/>
                  </a:lnTo>
                  <a:lnTo>
                    <a:pt x="5090268" y="1453766"/>
                  </a:lnTo>
                  <a:lnTo>
                    <a:pt x="5090394" y="1453766"/>
                  </a:lnTo>
                  <a:lnTo>
                    <a:pt x="5090520" y="1453766"/>
                  </a:lnTo>
                  <a:lnTo>
                    <a:pt x="5090646" y="1453766"/>
                  </a:lnTo>
                  <a:lnTo>
                    <a:pt x="5090773" y="1453766"/>
                  </a:lnTo>
                  <a:lnTo>
                    <a:pt x="5090899" y="1453766"/>
                  </a:lnTo>
                  <a:lnTo>
                    <a:pt x="5091025" y="1453766"/>
                  </a:lnTo>
                  <a:lnTo>
                    <a:pt x="5091151" y="1453766"/>
                  </a:lnTo>
                  <a:lnTo>
                    <a:pt x="5091278" y="1453766"/>
                  </a:lnTo>
                  <a:lnTo>
                    <a:pt x="5091404" y="1453766"/>
                  </a:lnTo>
                  <a:lnTo>
                    <a:pt x="5091530" y="1453766"/>
                  </a:lnTo>
                  <a:lnTo>
                    <a:pt x="5091656" y="1453766"/>
                  </a:lnTo>
                  <a:lnTo>
                    <a:pt x="5091783" y="1453766"/>
                  </a:lnTo>
                  <a:lnTo>
                    <a:pt x="5091909" y="1453766"/>
                  </a:lnTo>
                  <a:lnTo>
                    <a:pt x="5092035" y="1453766"/>
                  </a:lnTo>
                  <a:lnTo>
                    <a:pt x="5092161" y="1453766"/>
                  </a:lnTo>
                  <a:lnTo>
                    <a:pt x="5092288" y="1453766"/>
                  </a:lnTo>
                  <a:lnTo>
                    <a:pt x="5092414" y="1453766"/>
                  </a:lnTo>
                  <a:lnTo>
                    <a:pt x="5092540" y="1453766"/>
                  </a:lnTo>
                  <a:lnTo>
                    <a:pt x="5092666" y="1453766"/>
                  </a:lnTo>
                  <a:lnTo>
                    <a:pt x="5092793" y="1453766"/>
                  </a:lnTo>
                  <a:lnTo>
                    <a:pt x="5092919" y="1453766"/>
                  </a:lnTo>
                  <a:lnTo>
                    <a:pt x="5093045" y="1453766"/>
                  </a:lnTo>
                  <a:lnTo>
                    <a:pt x="5093172" y="1453766"/>
                  </a:lnTo>
                  <a:lnTo>
                    <a:pt x="5093298" y="1453766"/>
                  </a:lnTo>
                  <a:lnTo>
                    <a:pt x="5093424" y="1453766"/>
                  </a:lnTo>
                  <a:lnTo>
                    <a:pt x="5093550" y="1453766"/>
                  </a:lnTo>
                  <a:lnTo>
                    <a:pt x="5093677" y="1453766"/>
                  </a:lnTo>
                  <a:lnTo>
                    <a:pt x="5093803" y="1453766"/>
                  </a:lnTo>
                  <a:lnTo>
                    <a:pt x="5093929" y="1453766"/>
                  </a:lnTo>
                  <a:lnTo>
                    <a:pt x="5094055" y="1453766"/>
                  </a:lnTo>
                  <a:lnTo>
                    <a:pt x="5094182" y="1453766"/>
                  </a:lnTo>
                  <a:lnTo>
                    <a:pt x="5094308" y="1453766"/>
                  </a:lnTo>
                  <a:lnTo>
                    <a:pt x="5094434" y="1453766"/>
                  </a:lnTo>
                  <a:lnTo>
                    <a:pt x="5094560" y="1453766"/>
                  </a:lnTo>
                  <a:lnTo>
                    <a:pt x="5094687" y="1453766"/>
                  </a:lnTo>
                  <a:lnTo>
                    <a:pt x="5094813" y="1453766"/>
                  </a:lnTo>
                  <a:lnTo>
                    <a:pt x="5094939" y="1453766"/>
                  </a:lnTo>
                  <a:lnTo>
                    <a:pt x="5095065" y="1453766"/>
                  </a:lnTo>
                  <a:lnTo>
                    <a:pt x="5095192" y="1453766"/>
                  </a:lnTo>
                  <a:lnTo>
                    <a:pt x="5095318" y="1453766"/>
                  </a:lnTo>
                  <a:lnTo>
                    <a:pt x="5095444" y="1453766"/>
                  </a:lnTo>
                  <a:lnTo>
                    <a:pt x="5095570" y="1453766"/>
                  </a:lnTo>
                  <a:lnTo>
                    <a:pt x="5095697" y="1453766"/>
                  </a:lnTo>
                  <a:lnTo>
                    <a:pt x="5095823" y="1453766"/>
                  </a:lnTo>
                  <a:lnTo>
                    <a:pt x="5095949" y="1453766"/>
                  </a:lnTo>
                  <a:lnTo>
                    <a:pt x="5096075" y="1453766"/>
                  </a:lnTo>
                  <a:lnTo>
                    <a:pt x="5096202" y="1453766"/>
                  </a:lnTo>
                  <a:lnTo>
                    <a:pt x="5096328" y="1453766"/>
                  </a:lnTo>
                  <a:lnTo>
                    <a:pt x="5096454" y="1453766"/>
                  </a:lnTo>
                  <a:lnTo>
                    <a:pt x="5096580" y="1453766"/>
                  </a:lnTo>
                  <a:lnTo>
                    <a:pt x="5096707" y="1453766"/>
                  </a:lnTo>
                  <a:lnTo>
                    <a:pt x="5096833" y="1453766"/>
                  </a:lnTo>
                  <a:lnTo>
                    <a:pt x="5096959" y="1453766"/>
                  </a:lnTo>
                  <a:lnTo>
                    <a:pt x="5097085" y="1453766"/>
                  </a:lnTo>
                  <a:lnTo>
                    <a:pt x="5097212" y="1453766"/>
                  </a:lnTo>
                  <a:lnTo>
                    <a:pt x="5097338" y="1453766"/>
                  </a:lnTo>
                  <a:lnTo>
                    <a:pt x="5097464" y="1453766"/>
                  </a:lnTo>
                  <a:lnTo>
                    <a:pt x="5097590" y="1453766"/>
                  </a:lnTo>
                  <a:lnTo>
                    <a:pt x="5097717" y="1453766"/>
                  </a:lnTo>
                  <a:lnTo>
                    <a:pt x="5097843" y="1453766"/>
                  </a:lnTo>
                  <a:lnTo>
                    <a:pt x="5097969" y="1453766"/>
                  </a:lnTo>
                  <a:lnTo>
                    <a:pt x="5098096" y="1453766"/>
                  </a:lnTo>
                  <a:lnTo>
                    <a:pt x="5098222" y="1453766"/>
                  </a:lnTo>
                  <a:lnTo>
                    <a:pt x="5098348" y="1453766"/>
                  </a:lnTo>
                  <a:lnTo>
                    <a:pt x="5098474" y="1453766"/>
                  </a:lnTo>
                  <a:lnTo>
                    <a:pt x="5098601" y="1453766"/>
                  </a:lnTo>
                  <a:lnTo>
                    <a:pt x="5098727" y="1453766"/>
                  </a:lnTo>
                  <a:lnTo>
                    <a:pt x="5098853" y="1453766"/>
                  </a:lnTo>
                  <a:lnTo>
                    <a:pt x="5098979" y="1453766"/>
                  </a:lnTo>
                  <a:lnTo>
                    <a:pt x="5099106" y="1453766"/>
                  </a:lnTo>
                  <a:lnTo>
                    <a:pt x="5099232" y="1453766"/>
                  </a:lnTo>
                  <a:lnTo>
                    <a:pt x="5099358" y="1453766"/>
                  </a:lnTo>
                  <a:lnTo>
                    <a:pt x="5099484" y="1453766"/>
                  </a:lnTo>
                  <a:lnTo>
                    <a:pt x="5099611" y="1453766"/>
                  </a:lnTo>
                  <a:lnTo>
                    <a:pt x="5099737" y="1453766"/>
                  </a:lnTo>
                  <a:lnTo>
                    <a:pt x="5099863" y="1453766"/>
                  </a:lnTo>
                  <a:lnTo>
                    <a:pt x="5099989" y="1453766"/>
                  </a:lnTo>
                  <a:lnTo>
                    <a:pt x="5100116" y="1453766"/>
                  </a:lnTo>
                  <a:lnTo>
                    <a:pt x="5100242" y="1453766"/>
                  </a:lnTo>
                  <a:lnTo>
                    <a:pt x="5100368" y="1453766"/>
                  </a:lnTo>
                  <a:lnTo>
                    <a:pt x="5100494" y="1453766"/>
                  </a:lnTo>
                  <a:lnTo>
                    <a:pt x="5100621" y="1453766"/>
                  </a:lnTo>
                  <a:lnTo>
                    <a:pt x="5100747" y="1453766"/>
                  </a:lnTo>
                  <a:lnTo>
                    <a:pt x="5100873" y="1453766"/>
                  </a:lnTo>
                  <a:lnTo>
                    <a:pt x="5100999" y="1453766"/>
                  </a:lnTo>
                  <a:lnTo>
                    <a:pt x="5101126" y="1453766"/>
                  </a:lnTo>
                  <a:lnTo>
                    <a:pt x="5101252" y="1453766"/>
                  </a:lnTo>
                  <a:lnTo>
                    <a:pt x="5101378" y="1453766"/>
                  </a:lnTo>
                  <a:lnTo>
                    <a:pt x="5101504" y="1453766"/>
                  </a:lnTo>
                  <a:lnTo>
                    <a:pt x="5101631" y="1453766"/>
                  </a:lnTo>
                  <a:lnTo>
                    <a:pt x="5101757" y="1453766"/>
                  </a:lnTo>
                  <a:lnTo>
                    <a:pt x="5101883" y="1453766"/>
                  </a:lnTo>
                  <a:lnTo>
                    <a:pt x="5102009" y="1453766"/>
                  </a:lnTo>
                  <a:lnTo>
                    <a:pt x="5102136" y="1453766"/>
                  </a:lnTo>
                  <a:lnTo>
                    <a:pt x="5102262" y="1453766"/>
                  </a:lnTo>
                  <a:lnTo>
                    <a:pt x="5102388" y="1453766"/>
                  </a:lnTo>
                  <a:lnTo>
                    <a:pt x="5102514" y="1453766"/>
                  </a:lnTo>
                  <a:lnTo>
                    <a:pt x="5102641" y="1453766"/>
                  </a:lnTo>
                  <a:lnTo>
                    <a:pt x="5102767" y="1453766"/>
                  </a:lnTo>
                  <a:lnTo>
                    <a:pt x="5102893" y="1453766"/>
                  </a:lnTo>
                  <a:lnTo>
                    <a:pt x="5103019" y="1453766"/>
                  </a:lnTo>
                  <a:lnTo>
                    <a:pt x="5103146" y="1453766"/>
                  </a:lnTo>
                  <a:lnTo>
                    <a:pt x="5103272" y="1453766"/>
                  </a:lnTo>
                  <a:lnTo>
                    <a:pt x="5103398" y="1453766"/>
                  </a:lnTo>
                  <a:lnTo>
                    <a:pt x="5103525" y="1453766"/>
                  </a:lnTo>
                  <a:lnTo>
                    <a:pt x="5103651" y="1453766"/>
                  </a:lnTo>
                  <a:lnTo>
                    <a:pt x="5103777" y="1453766"/>
                  </a:lnTo>
                  <a:lnTo>
                    <a:pt x="5103903" y="1453766"/>
                  </a:lnTo>
                  <a:lnTo>
                    <a:pt x="5104030" y="1453766"/>
                  </a:lnTo>
                  <a:lnTo>
                    <a:pt x="5104156" y="1453766"/>
                  </a:lnTo>
                  <a:lnTo>
                    <a:pt x="5104282" y="1453766"/>
                  </a:lnTo>
                  <a:lnTo>
                    <a:pt x="5104408" y="1453766"/>
                  </a:lnTo>
                  <a:lnTo>
                    <a:pt x="5104535" y="1453766"/>
                  </a:lnTo>
                  <a:lnTo>
                    <a:pt x="5104661" y="1453766"/>
                  </a:lnTo>
                  <a:lnTo>
                    <a:pt x="5104787" y="1453766"/>
                  </a:lnTo>
                  <a:lnTo>
                    <a:pt x="5104913" y="1453766"/>
                  </a:lnTo>
                  <a:lnTo>
                    <a:pt x="5105040" y="1453766"/>
                  </a:lnTo>
                  <a:lnTo>
                    <a:pt x="5105166" y="1453766"/>
                  </a:lnTo>
                  <a:lnTo>
                    <a:pt x="5105292" y="1453766"/>
                  </a:lnTo>
                  <a:lnTo>
                    <a:pt x="5105418" y="1453766"/>
                  </a:lnTo>
                  <a:lnTo>
                    <a:pt x="5105545" y="1453766"/>
                  </a:lnTo>
                  <a:lnTo>
                    <a:pt x="5105671" y="1453766"/>
                  </a:lnTo>
                  <a:lnTo>
                    <a:pt x="5105797" y="1453766"/>
                  </a:lnTo>
                  <a:lnTo>
                    <a:pt x="5105923" y="1453766"/>
                  </a:lnTo>
                  <a:lnTo>
                    <a:pt x="5106050" y="1453766"/>
                  </a:lnTo>
                  <a:lnTo>
                    <a:pt x="5106176" y="1453766"/>
                  </a:lnTo>
                  <a:lnTo>
                    <a:pt x="5106302" y="1453766"/>
                  </a:lnTo>
                  <a:lnTo>
                    <a:pt x="5106428" y="1453766"/>
                  </a:lnTo>
                  <a:lnTo>
                    <a:pt x="5106555" y="1453766"/>
                  </a:lnTo>
                  <a:lnTo>
                    <a:pt x="5106681" y="1453766"/>
                  </a:lnTo>
                  <a:lnTo>
                    <a:pt x="5106807" y="1453766"/>
                  </a:lnTo>
                  <a:lnTo>
                    <a:pt x="5106933" y="1453766"/>
                  </a:lnTo>
                  <a:lnTo>
                    <a:pt x="5107060" y="1453766"/>
                  </a:lnTo>
                  <a:lnTo>
                    <a:pt x="5107186" y="1453766"/>
                  </a:lnTo>
                  <a:lnTo>
                    <a:pt x="5107312" y="1453766"/>
                  </a:lnTo>
                  <a:lnTo>
                    <a:pt x="5107312" y="1448855"/>
                  </a:lnTo>
                  <a:lnTo>
                    <a:pt x="5107438" y="1448855"/>
                  </a:lnTo>
                  <a:lnTo>
                    <a:pt x="5107565" y="1448855"/>
                  </a:lnTo>
                  <a:lnTo>
                    <a:pt x="5107691" y="1448855"/>
                  </a:lnTo>
                  <a:lnTo>
                    <a:pt x="5107817" y="1448855"/>
                  </a:lnTo>
                  <a:lnTo>
                    <a:pt x="5107943" y="1448855"/>
                  </a:lnTo>
                  <a:lnTo>
                    <a:pt x="5108070" y="1448855"/>
                  </a:lnTo>
                  <a:lnTo>
                    <a:pt x="5108196" y="1448855"/>
                  </a:lnTo>
                  <a:lnTo>
                    <a:pt x="5108322" y="1448855"/>
                  </a:lnTo>
                  <a:lnTo>
                    <a:pt x="5108449" y="1448855"/>
                  </a:lnTo>
                  <a:lnTo>
                    <a:pt x="5108575" y="1448855"/>
                  </a:lnTo>
                  <a:lnTo>
                    <a:pt x="5108701" y="1448855"/>
                  </a:lnTo>
                  <a:lnTo>
                    <a:pt x="5108827" y="1448855"/>
                  </a:lnTo>
                  <a:lnTo>
                    <a:pt x="5108954" y="1448855"/>
                  </a:lnTo>
                  <a:lnTo>
                    <a:pt x="5109080" y="1448855"/>
                  </a:lnTo>
                  <a:lnTo>
                    <a:pt x="5109206" y="1448855"/>
                  </a:lnTo>
                  <a:lnTo>
                    <a:pt x="5109332" y="1448855"/>
                  </a:lnTo>
                  <a:lnTo>
                    <a:pt x="5109459" y="1448855"/>
                  </a:lnTo>
                  <a:lnTo>
                    <a:pt x="5109585" y="1448855"/>
                  </a:lnTo>
                  <a:lnTo>
                    <a:pt x="5109711" y="1448855"/>
                  </a:lnTo>
                  <a:lnTo>
                    <a:pt x="5109837" y="1448855"/>
                  </a:lnTo>
                  <a:lnTo>
                    <a:pt x="5109964" y="1448855"/>
                  </a:lnTo>
                  <a:lnTo>
                    <a:pt x="5110090" y="1448855"/>
                  </a:lnTo>
                  <a:lnTo>
                    <a:pt x="5110216" y="1448855"/>
                  </a:lnTo>
                  <a:lnTo>
                    <a:pt x="5110342" y="1448855"/>
                  </a:lnTo>
                  <a:lnTo>
                    <a:pt x="5110469" y="1448855"/>
                  </a:lnTo>
                  <a:lnTo>
                    <a:pt x="5110595" y="1448855"/>
                  </a:lnTo>
                  <a:lnTo>
                    <a:pt x="5110721" y="1448855"/>
                  </a:lnTo>
                  <a:lnTo>
                    <a:pt x="5110847" y="1448855"/>
                  </a:lnTo>
                  <a:lnTo>
                    <a:pt x="5110974" y="1448855"/>
                  </a:lnTo>
                  <a:lnTo>
                    <a:pt x="5111100" y="1448855"/>
                  </a:lnTo>
                  <a:lnTo>
                    <a:pt x="5111226" y="1448855"/>
                  </a:lnTo>
                  <a:lnTo>
                    <a:pt x="5111352" y="1448855"/>
                  </a:lnTo>
                  <a:lnTo>
                    <a:pt x="5111352" y="1443944"/>
                  </a:lnTo>
                  <a:lnTo>
                    <a:pt x="5111479" y="1443944"/>
                  </a:lnTo>
                  <a:lnTo>
                    <a:pt x="5111479" y="1439032"/>
                  </a:lnTo>
                  <a:lnTo>
                    <a:pt x="5111605" y="1439032"/>
                  </a:lnTo>
                  <a:lnTo>
                    <a:pt x="5111731" y="1439032"/>
                  </a:lnTo>
                  <a:lnTo>
                    <a:pt x="5111857" y="1439032"/>
                  </a:lnTo>
                  <a:lnTo>
                    <a:pt x="5111984" y="1439032"/>
                  </a:lnTo>
                  <a:lnTo>
                    <a:pt x="5112110" y="1439032"/>
                  </a:lnTo>
                  <a:lnTo>
                    <a:pt x="5112236" y="1439032"/>
                  </a:lnTo>
                  <a:lnTo>
                    <a:pt x="5112362" y="1439032"/>
                  </a:lnTo>
                  <a:lnTo>
                    <a:pt x="5112489" y="1439032"/>
                  </a:lnTo>
                  <a:lnTo>
                    <a:pt x="5112615" y="1439032"/>
                  </a:lnTo>
                  <a:lnTo>
                    <a:pt x="5112741" y="1439032"/>
                  </a:lnTo>
                  <a:lnTo>
                    <a:pt x="5112867" y="1439032"/>
                  </a:lnTo>
                  <a:lnTo>
                    <a:pt x="5112994" y="1439032"/>
                  </a:lnTo>
                  <a:lnTo>
                    <a:pt x="5113120" y="1439032"/>
                  </a:lnTo>
                  <a:lnTo>
                    <a:pt x="5113246" y="1439032"/>
                  </a:lnTo>
                  <a:lnTo>
                    <a:pt x="5113373" y="1439032"/>
                  </a:lnTo>
                  <a:lnTo>
                    <a:pt x="5113499" y="1439032"/>
                  </a:lnTo>
                  <a:lnTo>
                    <a:pt x="5113625" y="1439032"/>
                  </a:lnTo>
                  <a:lnTo>
                    <a:pt x="5113751" y="1439032"/>
                  </a:lnTo>
                  <a:lnTo>
                    <a:pt x="5113878" y="1439032"/>
                  </a:lnTo>
                  <a:lnTo>
                    <a:pt x="5114004" y="1439032"/>
                  </a:lnTo>
                  <a:lnTo>
                    <a:pt x="5114130" y="1439032"/>
                  </a:lnTo>
                  <a:lnTo>
                    <a:pt x="5114256" y="1439032"/>
                  </a:lnTo>
                  <a:lnTo>
                    <a:pt x="5114383" y="1439032"/>
                  </a:lnTo>
                  <a:lnTo>
                    <a:pt x="5114509" y="1439032"/>
                  </a:lnTo>
                  <a:lnTo>
                    <a:pt x="5114635" y="1439032"/>
                  </a:lnTo>
                  <a:lnTo>
                    <a:pt x="5114761" y="1439032"/>
                  </a:lnTo>
                  <a:lnTo>
                    <a:pt x="5114888" y="1439032"/>
                  </a:lnTo>
                  <a:lnTo>
                    <a:pt x="5115014" y="1439032"/>
                  </a:lnTo>
                  <a:lnTo>
                    <a:pt x="5115140" y="1439032"/>
                  </a:lnTo>
                  <a:lnTo>
                    <a:pt x="5115266" y="1439032"/>
                  </a:lnTo>
                  <a:lnTo>
                    <a:pt x="5115393" y="1439032"/>
                  </a:lnTo>
                  <a:lnTo>
                    <a:pt x="5115519" y="1439032"/>
                  </a:lnTo>
                  <a:lnTo>
                    <a:pt x="5115645" y="1439032"/>
                  </a:lnTo>
                  <a:lnTo>
                    <a:pt x="5115771" y="1439032"/>
                  </a:lnTo>
                  <a:lnTo>
                    <a:pt x="5115898" y="1439032"/>
                  </a:lnTo>
                  <a:lnTo>
                    <a:pt x="5116024" y="1439032"/>
                  </a:lnTo>
                  <a:lnTo>
                    <a:pt x="5116150" y="1439032"/>
                  </a:lnTo>
                  <a:lnTo>
                    <a:pt x="5116276" y="1439032"/>
                  </a:lnTo>
                  <a:lnTo>
                    <a:pt x="5116403" y="1439032"/>
                  </a:lnTo>
                  <a:lnTo>
                    <a:pt x="5116529" y="1439032"/>
                  </a:lnTo>
                  <a:lnTo>
                    <a:pt x="5116655" y="1439032"/>
                  </a:lnTo>
                  <a:lnTo>
                    <a:pt x="5116781" y="1439032"/>
                  </a:lnTo>
                  <a:lnTo>
                    <a:pt x="5116908" y="1439032"/>
                  </a:lnTo>
                  <a:lnTo>
                    <a:pt x="5117034" y="1439032"/>
                  </a:lnTo>
                  <a:lnTo>
                    <a:pt x="5117160" y="1439032"/>
                  </a:lnTo>
                  <a:lnTo>
                    <a:pt x="5117286" y="1439032"/>
                  </a:lnTo>
                  <a:lnTo>
                    <a:pt x="5117413" y="1439032"/>
                  </a:lnTo>
                  <a:lnTo>
                    <a:pt x="5117539" y="1439032"/>
                  </a:lnTo>
                  <a:lnTo>
                    <a:pt x="5117665" y="1439032"/>
                  </a:lnTo>
                  <a:lnTo>
                    <a:pt x="5117791" y="1439032"/>
                  </a:lnTo>
                  <a:lnTo>
                    <a:pt x="5117791" y="1434121"/>
                  </a:lnTo>
                  <a:lnTo>
                    <a:pt x="5117918" y="1434121"/>
                  </a:lnTo>
                  <a:lnTo>
                    <a:pt x="5118044" y="1434121"/>
                  </a:lnTo>
                  <a:lnTo>
                    <a:pt x="5118170" y="1434121"/>
                  </a:lnTo>
                  <a:lnTo>
                    <a:pt x="5118296" y="1434121"/>
                  </a:lnTo>
                  <a:lnTo>
                    <a:pt x="5118423" y="1434121"/>
                  </a:lnTo>
                  <a:lnTo>
                    <a:pt x="5118549" y="1434121"/>
                  </a:lnTo>
                  <a:lnTo>
                    <a:pt x="5118675" y="1434121"/>
                  </a:lnTo>
                  <a:lnTo>
                    <a:pt x="5118802" y="1434121"/>
                  </a:lnTo>
                  <a:lnTo>
                    <a:pt x="5118928" y="1434121"/>
                  </a:lnTo>
                  <a:lnTo>
                    <a:pt x="5119054" y="1434121"/>
                  </a:lnTo>
                  <a:lnTo>
                    <a:pt x="5119180" y="1434121"/>
                  </a:lnTo>
                  <a:lnTo>
                    <a:pt x="5119307" y="1434121"/>
                  </a:lnTo>
                  <a:lnTo>
                    <a:pt x="5119433" y="1434121"/>
                  </a:lnTo>
                  <a:lnTo>
                    <a:pt x="5119559" y="1434121"/>
                  </a:lnTo>
                  <a:lnTo>
                    <a:pt x="5119685" y="1434121"/>
                  </a:lnTo>
                  <a:lnTo>
                    <a:pt x="5119812" y="1434121"/>
                  </a:lnTo>
                  <a:lnTo>
                    <a:pt x="5119812" y="1429210"/>
                  </a:lnTo>
                  <a:lnTo>
                    <a:pt x="5119938" y="1429210"/>
                  </a:lnTo>
                  <a:lnTo>
                    <a:pt x="5120064" y="1429210"/>
                  </a:lnTo>
                  <a:lnTo>
                    <a:pt x="5120190" y="1429210"/>
                  </a:lnTo>
                  <a:lnTo>
                    <a:pt x="5120317" y="1429210"/>
                  </a:lnTo>
                  <a:lnTo>
                    <a:pt x="5120443" y="1429210"/>
                  </a:lnTo>
                  <a:lnTo>
                    <a:pt x="5120569" y="1429210"/>
                  </a:lnTo>
                  <a:lnTo>
                    <a:pt x="5120695" y="1429210"/>
                  </a:lnTo>
                  <a:lnTo>
                    <a:pt x="5120822" y="1429210"/>
                  </a:lnTo>
                  <a:lnTo>
                    <a:pt x="5120948" y="1429210"/>
                  </a:lnTo>
                  <a:lnTo>
                    <a:pt x="5121074" y="1429210"/>
                  </a:lnTo>
                  <a:lnTo>
                    <a:pt x="5121200" y="1429210"/>
                  </a:lnTo>
                  <a:lnTo>
                    <a:pt x="5121327" y="1429210"/>
                  </a:lnTo>
                  <a:lnTo>
                    <a:pt x="5121453" y="1429210"/>
                  </a:lnTo>
                  <a:lnTo>
                    <a:pt x="5121579" y="1429210"/>
                  </a:lnTo>
                  <a:lnTo>
                    <a:pt x="5121705" y="1429210"/>
                  </a:lnTo>
                  <a:lnTo>
                    <a:pt x="5121832" y="1429210"/>
                  </a:lnTo>
                  <a:lnTo>
                    <a:pt x="5121832" y="1424298"/>
                  </a:lnTo>
                  <a:lnTo>
                    <a:pt x="5121958" y="1424298"/>
                  </a:lnTo>
                  <a:lnTo>
                    <a:pt x="5122084" y="1424298"/>
                  </a:lnTo>
                  <a:lnTo>
                    <a:pt x="5122210" y="1424298"/>
                  </a:lnTo>
                  <a:lnTo>
                    <a:pt x="5122337" y="1424298"/>
                  </a:lnTo>
                  <a:lnTo>
                    <a:pt x="5122463" y="1424298"/>
                  </a:lnTo>
                  <a:lnTo>
                    <a:pt x="5122589" y="1424298"/>
                  </a:lnTo>
                  <a:lnTo>
                    <a:pt x="5122715" y="1424298"/>
                  </a:lnTo>
                  <a:lnTo>
                    <a:pt x="5122842" y="1424298"/>
                  </a:lnTo>
                  <a:lnTo>
                    <a:pt x="5122968" y="1424298"/>
                  </a:lnTo>
                  <a:lnTo>
                    <a:pt x="5123094" y="1424298"/>
                  </a:lnTo>
                  <a:lnTo>
                    <a:pt x="5123220" y="1424298"/>
                  </a:lnTo>
                  <a:lnTo>
                    <a:pt x="5123347" y="1424298"/>
                  </a:lnTo>
                  <a:lnTo>
                    <a:pt x="5123473" y="1424298"/>
                  </a:lnTo>
                  <a:lnTo>
                    <a:pt x="5123599" y="1424298"/>
                  </a:lnTo>
                  <a:lnTo>
                    <a:pt x="5123726" y="1424298"/>
                  </a:lnTo>
                  <a:lnTo>
                    <a:pt x="5123852" y="1424298"/>
                  </a:lnTo>
                  <a:lnTo>
                    <a:pt x="5123978" y="1424298"/>
                  </a:lnTo>
                  <a:lnTo>
                    <a:pt x="5124104" y="1424298"/>
                  </a:lnTo>
                  <a:lnTo>
                    <a:pt x="5124231" y="1424298"/>
                  </a:lnTo>
                  <a:lnTo>
                    <a:pt x="5124357" y="1424298"/>
                  </a:lnTo>
                  <a:lnTo>
                    <a:pt x="5124483" y="1424298"/>
                  </a:lnTo>
                  <a:lnTo>
                    <a:pt x="5124609" y="1424298"/>
                  </a:lnTo>
                  <a:lnTo>
                    <a:pt x="5124736" y="1424298"/>
                  </a:lnTo>
                  <a:lnTo>
                    <a:pt x="5124862" y="1424298"/>
                  </a:lnTo>
                  <a:lnTo>
                    <a:pt x="5124988" y="1424298"/>
                  </a:lnTo>
                  <a:lnTo>
                    <a:pt x="5125114" y="1424298"/>
                  </a:lnTo>
                  <a:lnTo>
                    <a:pt x="5125241" y="1424298"/>
                  </a:lnTo>
                  <a:lnTo>
                    <a:pt x="5125367" y="1424298"/>
                  </a:lnTo>
                  <a:lnTo>
                    <a:pt x="5125493" y="1424298"/>
                  </a:lnTo>
                  <a:lnTo>
                    <a:pt x="5125619" y="1424298"/>
                  </a:lnTo>
                  <a:lnTo>
                    <a:pt x="5125746" y="1424298"/>
                  </a:lnTo>
                  <a:lnTo>
                    <a:pt x="5125872" y="1424298"/>
                  </a:lnTo>
                  <a:lnTo>
                    <a:pt x="5125998" y="1424298"/>
                  </a:lnTo>
                  <a:lnTo>
                    <a:pt x="5126124" y="1424298"/>
                  </a:lnTo>
                  <a:lnTo>
                    <a:pt x="5126251" y="1424298"/>
                  </a:lnTo>
                  <a:lnTo>
                    <a:pt x="5126377" y="1424298"/>
                  </a:lnTo>
                  <a:lnTo>
                    <a:pt x="5126503" y="1424298"/>
                  </a:lnTo>
                  <a:lnTo>
                    <a:pt x="5126629" y="1424298"/>
                  </a:lnTo>
                  <a:lnTo>
                    <a:pt x="5126756" y="1424298"/>
                  </a:lnTo>
                  <a:lnTo>
                    <a:pt x="5126882" y="1424298"/>
                  </a:lnTo>
                  <a:lnTo>
                    <a:pt x="5127008" y="1424298"/>
                  </a:lnTo>
                  <a:lnTo>
                    <a:pt x="5127134" y="1424298"/>
                  </a:lnTo>
                  <a:lnTo>
                    <a:pt x="5127261" y="1424298"/>
                  </a:lnTo>
                  <a:lnTo>
                    <a:pt x="5127387" y="1424298"/>
                  </a:lnTo>
                  <a:lnTo>
                    <a:pt x="5127513" y="1424298"/>
                  </a:lnTo>
                  <a:lnTo>
                    <a:pt x="5127639" y="1424298"/>
                  </a:lnTo>
                  <a:lnTo>
                    <a:pt x="5127766" y="1424298"/>
                  </a:lnTo>
                  <a:lnTo>
                    <a:pt x="5127892" y="1424298"/>
                  </a:lnTo>
                  <a:lnTo>
                    <a:pt x="5128018" y="1424298"/>
                  </a:lnTo>
                  <a:lnTo>
                    <a:pt x="5128144" y="1424298"/>
                  </a:lnTo>
                  <a:lnTo>
                    <a:pt x="5128271" y="1424298"/>
                  </a:lnTo>
                  <a:lnTo>
                    <a:pt x="5128397" y="1424298"/>
                  </a:lnTo>
                  <a:lnTo>
                    <a:pt x="5128523" y="1424298"/>
                  </a:lnTo>
                  <a:lnTo>
                    <a:pt x="5128649" y="1424298"/>
                  </a:lnTo>
                  <a:lnTo>
                    <a:pt x="5128776" y="1424298"/>
                  </a:lnTo>
                  <a:lnTo>
                    <a:pt x="5128902" y="1424298"/>
                  </a:lnTo>
                  <a:lnTo>
                    <a:pt x="5129028" y="1424298"/>
                  </a:lnTo>
                  <a:lnTo>
                    <a:pt x="5129155" y="1424298"/>
                  </a:lnTo>
                  <a:lnTo>
                    <a:pt x="5129281" y="1424298"/>
                  </a:lnTo>
                  <a:lnTo>
                    <a:pt x="5129407" y="1424298"/>
                  </a:lnTo>
                  <a:lnTo>
                    <a:pt x="5129533" y="1424298"/>
                  </a:lnTo>
                  <a:lnTo>
                    <a:pt x="5129660" y="1424298"/>
                  </a:lnTo>
                  <a:lnTo>
                    <a:pt x="5129786" y="1424298"/>
                  </a:lnTo>
                  <a:lnTo>
                    <a:pt x="5129912" y="1424298"/>
                  </a:lnTo>
                  <a:lnTo>
                    <a:pt x="5130038" y="1424298"/>
                  </a:lnTo>
                  <a:lnTo>
                    <a:pt x="5130165" y="1424298"/>
                  </a:lnTo>
                  <a:lnTo>
                    <a:pt x="5130291" y="1424298"/>
                  </a:lnTo>
                  <a:lnTo>
                    <a:pt x="5130417" y="1424298"/>
                  </a:lnTo>
                  <a:lnTo>
                    <a:pt x="5130543" y="1424298"/>
                  </a:lnTo>
                  <a:lnTo>
                    <a:pt x="5130670" y="1424298"/>
                  </a:lnTo>
                  <a:lnTo>
                    <a:pt x="5130796" y="1424298"/>
                  </a:lnTo>
                  <a:lnTo>
                    <a:pt x="5130922" y="1424298"/>
                  </a:lnTo>
                  <a:lnTo>
                    <a:pt x="5131048" y="1424298"/>
                  </a:lnTo>
                  <a:lnTo>
                    <a:pt x="5131175" y="1424298"/>
                  </a:lnTo>
                  <a:lnTo>
                    <a:pt x="5131301" y="1424298"/>
                  </a:lnTo>
                  <a:lnTo>
                    <a:pt x="5131427" y="1424298"/>
                  </a:lnTo>
                  <a:lnTo>
                    <a:pt x="5131553" y="1424298"/>
                  </a:lnTo>
                  <a:lnTo>
                    <a:pt x="5131680" y="1424298"/>
                  </a:lnTo>
                  <a:lnTo>
                    <a:pt x="5131806" y="1424298"/>
                  </a:lnTo>
                  <a:lnTo>
                    <a:pt x="5131932" y="1424298"/>
                  </a:lnTo>
                  <a:lnTo>
                    <a:pt x="5132058" y="1424298"/>
                  </a:lnTo>
                  <a:lnTo>
                    <a:pt x="5132185" y="1424298"/>
                  </a:lnTo>
                  <a:lnTo>
                    <a:pt x="5132311" y="1424298"/>
                  </a:lnTo>
                  <a:lnTo>
                    <a:pt x="5132437" y="1424298"/>
                  </a:lnTo>
                  <a:lnTo>
                    <a:pt x="5132563" y="1424298"/>
                  </a:lnTo>
                  <a:lnTo>
                    <a:pt x="5132690" y="1424298"/>
                  </a:lnTo>
                  <a:lnTo>
                    <a:pt x="5132816" y="1424298"/>
                  </a:lnTo>
                  <a:lnTo>
                    <a:pt x="5132942" y="1424298"/>
                  </a:lnTo>
                  <a:lnTo>
                    <a:pt x="5133068" y="1424298"/>
                  </a:lnTo>
                  <a:lnTo>
                    <a:pt x="5133195" y="1424298"/>
                  </a:lnTo>
                  <a:lnTo>
                    <a:pt x="5133321" y="1424298"/>
                  </a:lnTo>
                  <a:lnTo>
                    <a:pt x="5133447" y="1424298"/>
                  </a:lnTo>
                  <a:lnTo>
                    <a:pt x="5133573" y="1424298"/>
                  </a:lnTo>
                  <a:lnTo>
                    <a:pt x="5133700" y="1424298"/>
                  </a:lnTo>
                  <a:lnTo>
                    <a:pt x="5133826" y="1424298"/>
                  </a:lnTo>
                  <a:lnTo>
                    <a:pt x="5133952" y="1424298"/>
                  </a:lnTo>
                  <a:lnTo>
                    <a:pt x="5134079" y="1424298"/>
                  </a:lnTo>
                  <a:lnTo>
                    <a:pt x="5134205" y="1424298"/>
                  </a:lnTo>
                  <a:lnTo>
                    <a:pt x="5134331" y="1424298"/>
                  </a:lnTo>
                  <a:lnTo>
                    <a:pt x="5134457" y="1424298"/>
                  </a:lnTo>
                  <a:lnTo>
                    <a:pt x="5134584" y="1424298"/>
                  </a:lnTo>
                  <a:lnTo>
                    <a:pt x="5134710" y="1424298"/>
                  </a:lnTo>
                  <a:lnTo>
                    <a:pt x="5134836" y="1424298"/>
                  </a:lnTo>
                  <a:lnTo>
                    <a:pt x="5134962" y="1424298"/>
                  </a:lnTo>
                  <a:lnTo>
                    <a:pt x="5135089" y="1424298"/>
                  </a:lnTo>
                  <a:lnTo>
                    <a:pt x="5135215" y="1424298"/>
                  </a:lnTo>
                  <a:lnTo>
                    <a:pt x="5135341" y="1424298"/>
                  </a:lnTo>
                  <a:lnTo>
                    <a:pt x="5135467" y="1424298"/>
                  </a:lnTo>
                  <a:lnTo>
                    <a:pt x="5135594" y="1424298"/>
                  </a:lnTo>
                  <a:lnTo>
                    <a:pt x="5135720" y="1424298"/>
                  </a:lnTo>
                  <a:lnTo>
                    <a:pt x="5135846" y="1424298"/>
                  </a:lnTo>
                  <a:lnTo>
                    <a:pt x="5135972" y="1424298"/>
                  </a:lnTo>
                  <a:lnTo>
                    <a:pt x="5136099" y="1424298"/>
                  </a:lnTo>
                  <a:lnTo>
                    <a:pt x="5136225" y="1424298"/>
                  </a:lnTo>
                  <a:lnTo>
                    <a:pt x="5136351" y="1424298"/>
                  </a:lnTo>
                  <a:lnTo>
                    <a:pt x="5136477" y="1424298"/>
                  </a:lnTo>
                  <a:lnTo>
                    <a:pt x="5136604" y="1424298"/>
                  </a:lnTo>
                  <a:lnTo>
                    <a:pt x="5136730" y="1424298"/>
                  </a:lnTo>
                  <a:lnTo>
                    <a:pt x="5136856" y="1424298"/>
                  </a:lnTo>
                  <a:lnTo>
                    <a:pt x="5136982" y="1424298"/>
                  </a:lnTo>
                  <a:lnTo>
                    <a:pt x="5137109" y="1424298"/>
                  </a:lnTo>
                  <a:lnTo>
                    <a:pt x="5137235" y="1424298"/>
                  </a:lnTo>
                  <a:lnTo>
                    <a:pt x="5137361" y="1424298"/>
                  </a:lnTo>
                  <a:lnTo>
                    <a:pt x="5137487" y="1424298"/>
                  </a:lnTo>
                  <a:lnTo>
                    <a:pt x="5137614" y="1424298"/>
                  </a:lnTo>
                  <a:lnTo>
                    <a:pt x="5137740" y="1424298"/>
                  </a:lnTo>
                  <a:lnTo>
                    <a:pt x="5137866" y="1424298"/>
                  </a:lnTo>
                  <a:lnTo>
                    <a:pt x="5137992" y="1424298"/>
                  </a:lnTo>
                  <a:lnTo>
                    <a:pt x="5138119" y="1424298"/>
                  </a:lnTo>
                  <a:lnTo>
                    <a:pt x="5138245" y="1424298"/>
                  </a:lnTo>
                  <a:lnTo>
                    <a:pt x="5138371" y="1424298"/>
                  </a:lnTo>
                  <a:lnTo>
                    <a:pt x="5138497" y="1424298"/>
                  </a:lnTo>
                  <a:lnTo>
                    <a:pt x="5138624" y="1424298"/>
                  </a:lnTo>
                  <a:lnTo>
                    <a:pt x="5138750" y="1424298"/>
                  </a:lnTo>
                  <a:lnTo>
                    <a:pt x="5138876" y="1424298"/>
                  </a:lnTo>
                  <a:lnTo>
                    <a:pt x="5139002" y="1424298"/>
                  </a:lnTo>
                  <a:lnTo>
                    <a:pt x="5139129" y="1424298"/>
                  </a:lnTo>
                  <a:lnTo>
                    <a:pt x="5139255" y="1424298"/>
                  </a:lnTo>
                  <a:lnTo>
                    <a:pt x="5139381" y="1424298"/>
                  </a:lnTo>
                  <a:lnTo>
                    <a:pt x="5139508" y="1424298"/>
                  </a:lnTo>
                  <a:lnTo>
                    <a:pt x="5139634" y="1424298"/>
                  </a:lnTo>
                  <a:lnTo>
                    <a:pt x="5139760" y="1424298"/>
                  </a:lnTo>
                  <a:lnTo>
                    <a:pt x="5139886" y="1424298"/>
                  </a:lnTo>
                  <a:lnTo>
                    <a:pt x="5140013" y="1424298"/>
                  </a:lnTo>
                  <a:lnTo>
                    <a:pt x="5140139" y="1424298"/>
                  </a:lnTo>
                  <a:lnTo>
                    <a:pt x="5140265" y="1424298"/>
                  </a:lnTo>
                  <a:lnTo>
                    <a:pt x="5140391" y="1424298"/>
                  </a:lnTo>
                  <a:lnTo>
                    <a:pt x="5140518" y="1424298"/>
                  </a:lnTo>
                  <a:lnTo>
                    <a:pt x="5140644" y="1424298"/>
                  </a:lnTo>
                  <a:lnTo>
                    <a:pt x="5140770" y="1424298"/>
                  </a:lnTo>
                  <a:lnTo>
                    <a:pt x="5140896" y="1424298"/>
                  </a:lnTo>
                  <a:lnTo>
                    <a:pt x="5141023" y="1424298"/>
                  </a:lnTo>
                  <a:lnTo>
                    <a:pt x="5141149" y="1424298"/>
                  </a:lnTo>
                  <a:lnTo>
                    <a:pt x="5141275" y="1424298"/>
                  </a:lnTo>
                  <a:lnTo>
                    <a:pt x="5141401" y="1424298"/>
                  </a:lnTo>
                  <a:lnTo>
                    <a:pt x="5141528" y="1424298"/>
                  </a:lnTo>
                  <a:lnTo>
                    <a:pt x="5141654" y="1424298"/>
                  </a:lnTo>
                  <a:lnTo>
                    <a:pt x="5141780" y="1424298"/>
                  </a:lnTo>
                  <a:lnTo>
                    <a:pt x="5141906" y="1424298"/>
                  </a:lnTo>
                  <a:lnTo>
                    <a:pt x="5142033" y="1424298"/>
                  </a:lnTo>
                  <a:lnTo>
                    <a:pt x="5142159" y="1424298"/>
                  </a:lnTo>
                  <a:lnTo>
                    <a:pt x="5142285" y="1424298"/>
                  </a:lnTo>
                  <a:lnTo>
                    <a:pt x="5142411" y="1424298"/>
                  </a:lnTo>
                  <a:lnTo>
                    <a:pt x="5142538" y="1424298"/>
                  </a:lnTo>
                  <a:lnTo>
                    <a:pt x="5142664" y="1424298"/>
                  </a:lnTo>
                  <a:lnTo>
                    <a:pt x="5142790" y="1424298"/>
                  </a:lnTo>
                  <a:lnTo>
                    <a:pt x="5142916" y="1424298"/>
                  </a:lnTo>
                  <a:lnTo>
                    <a:pt x="5143043" y="1424298"/>
                  </a:lnTo>
                  <a:lnTo>
                    <a:pt x="5143169" y="1424298"/>
                  </a:lnTo>
                  <a:lnTo>
                    <a:pt x="5143295" y="1424298"/>
                  </a:lnTo>
                  <a:lnTo>
                    <a:pt x="5143421" y="1424298"/>
                  </a:lnTo>
                  <a:lnTo>
                    <a:pt x="5143548" y="1424298"/>
                  </a:lnTo>
                  <a:lnTo>
                    <a:pt x="5143674" y="1424298"/>
                  </a:lnTo>
                  <a:lnTo>
                    <a:pt x="5143800" y="1424298"/>
                  </a:lnTo>
                  <a:lnTo>
                    <a:pt x="5143926" y="1424298"/>
                  </a:lnTo>
                  <a:lnTo>
                    <a:pt x="5144053" y="1424298"/>
                  </a:lnTo>
                  <a:lnTo>
                    <a:pt x="5144179" y="1424298"/>
                  </a:lnTo>
                  <a:lnTo>
                    <a:pt x="5144305" y="1424298"/>
                  </a:lnTo>
                  <a:lnTo>
                    <a:pt x="5144432" y="1424298"/>
                  </a:lnTo>
                  <a:lnTo>
                    <a:pt x="5144432" y="1419387"/>
                  </a:lnTo>
                  <a:lnTo>
                    <a:pt x="5144558" y="1419387"/>
                  </a:lnTo>
                  <a:lnTo>
                    <a:pt x="5144684" y="1419387"/>
                  </a:lnTo>
                  <a:lnTo>
                    <a:pt x="5144810" y="1419387"/>
                  </a:lnTo>
                  <a:lnTo>
                    <a:pt x="5144937" y="1419387"/>
                  </a:lnTo>
                  <a:lnTo>
                    <a:pt x="5145063" y="1419387"/>
                  </a:lnTo>
                  <a:lnTo>
                    <a:pt x="5145189" y="1419387"/>
                  </a:lnTo>
                  <a:lnTo>
                    <a:pt x="5145315" y="1419387"/>
                  </a:lnTo>
                  <a:lnTo>
                    <a:pt x="5145442" y="1419387"/>
                  </a:lnTo>
                  <a:lnTo>
                    <a:pt x="5145568" y="1419387"/>
                  </a:lnTo>
                  <a:lnTo>
                    <a:pt x="5145694" y="1419387"/>
                  </a:lnTo>
                  <a:lnTo>
                    <a:pt x="5145820" y="1419387"/>
                  </a:lnTo>
                  <a:lnTo>
                    <a:pt x="5145947" y="1419387"/>
                  </a:lnTo>
                  <a:lnTo>
                    <a:pt x="5146073" y="1419387"/>
                  </a:lnTo>
                  <a:lnTo>
                    <a:pt x="5146199" y="1419387"/>
                  </a:lnTo>
                  <a:lnTo>
                    <a:pt x="5146325" y="1419387"/>
                  </a:lnTo>
                  <a:lnTo>
                    <a:pt x="5146452" y="1419387"/>
                  </a:lnTo>
                  <a:lnTo>
                    <a:pt x="5146578" y="1419387"/>
                  </a:lnTo>
                  <a:lnTo>
                    <a:pt x="5146704" y="1419387"/>
                  </a:lnTo>
                  <a:lnTo>
                    <a:pt x="5146830" y="1419387"/>
                  </a:lnTo>
                  <a:lnTo>
                    <a:pt x="5146957" y="1419387"/>
                  </a:lnTo>
                  <a:lnTo>
                    <a:pt x="5147083" y="1419387"/>
                  </a:lnTo>
                  <a:lnTo>
                    <a:pt x="5147209" y="1419387"/>
                  </a:lnTo>
                  <a:lnTo>
                    <a:pt x="5147335" y="1419387"/>
                  </a:lnTo>
                  <a:lnTo>
                    <a:pt x="5147462" y="1419387"/>
                  </a:lnTo>
                  <a:lnTo>
                    <a:pt x="5147588" y="1419387"/>
                  </a:lnTo>
                  <a:lnTo>
                    <a:pt x="5147714" y="1419387"/>
                  </a:lnTo>
                  <a:lnTo>
                    <a:pt x="5147840" y="1419387"/>
                  </a:lnTo>
                  <a:lnTo>
                    <a:pt x="5147967" y="1419387"/>
                  </a:lnTo>
                  <a:lnTo>
                    <a:pt x="5148093" y="1419387"/>
                  </a:lnTo>
                  <a:lnTo>
                    <a:pt x="5148219" y="1419387"/>
                  </a:lnTo>
                  <a:lnTo>
                    <a:pt x="5148345" y="1419387"/>
                  </a:lnTo>
                  <a:lnTo>
                    <a:pt x="5148472" y="1419387"/>
                  </a:lnTo>
                  <a:lnTo>
                    <a:pt x="5148598" y="1419387"/>
                  </a:lnTo>
                  <a:lnTo>
                    <a:pt x="5148724" y="1419387"/>
                  </a:lnTo>
                  <a:lnTo>
                    <a:pt x="5148850" y="1419387"/>
                  </a:lnTo>
                  <a:lnTo>
                    <a:pt x="5148977" y="1419387"/>
                  </a:lnTo>
                  <a:lnTo>
                    <a:pt x="5149103" y="1419387"/>
                  </a:lnTo>
                  <a:lnTo>
                    <a:pt x="5149229" y="1419387"/>
                  </a:lnTo>
                  <a:lnTo>
                    <a:pt x="5149355" y="1419387"/>
                  </a:lnTo>
                  <a:lnTo>
                    <a:pt x="5149482" y="1419387"/>
                  </a:lnTo>
                  <a:lnTo>
                    <a:pt x="5149608" y="1419387"/>
                  </a:lnTo>
                  <a:lnTo>
                    <a:pt x="5149734" y="1419387"/>
                  </a:lnTo>
                  <a:lnTo>
                    <a:pt x="5149861" y="1419387"/>
                  </a:lnTo>
                  <a:lnTo>
                    <a:pt x="5149987" y="1419387"/>
                  </a:lnTo>
                  <a:lnTo>
                    <a:pt x="5150113" y="1419387"/>
                  </a:lnTo>
                  <a:lnTo>
                    <a:pt x="5150239" y="1419387"/>
                  </a:lnTo>
                  <a:lnTo>
                    <a:pt x="5150366" y="1419387"/>
                  </a:lnTo>
                  <a:lnTo>
                    <a:pt x="5150492" y="1419387"/>
                  </a:lnTo>
                  <a:lnTo>
                    <a:pt x="5150618" y="1419387"/>
                  </a:lnTo>
                  <a:lnTo>
                    <a:pt x="5150744" y="1419387"/>
                  </a:lnTo>
                  <a:lnTo>
                    <a:pt x="5150871" y="1419387"/>
                  </a:lnTo>
                  <a:lnTo>
                    <a:pt x="5150997" y="1419387"/>
                  </a:lnTo>
                  <a:lnTo>
                    <a:pt x="5151123" y="1419387"/>
                  </a:lnTo>
                  <a:lnTo>
                    <a:pt x="5151249" y="1419387"/>
                  </a:lnTo>
                  <a:lnTo>
                    <a:pt x="5151376" y="1419387"/>
                  </a:lnTo>
                  <a:lnTo>
                    <a:pt x="5151502" y="1419387"/>
                  </a:lnTo>
                  <a:lnTo>
                    <a:pt x="5151628" y="1419387"/>
                  </a:lnTo>
                  <a:lnTo>
                    <a:pt x="5151754" y="1419387"/>
                  </a:lnTo>
                  <a:lnTo>
                    <a:pt x="5151881" y="1419387"/>
                  </a:lnTo>
                  <a:lnTo>
                    <a:pt x="5152007" y="1419387"/>
                  </a:lnTo>
                  <a:lnTo>
                    <a:pt x="5152133" y="1419387"/>
                  </a:lnTo>
                  <a:lnTo>
                    <a:pt x="5152259" y="1419387"/>
                  </a:lnTo>
                  <a:lnTo>
                    <a:pt x="5152386" y="1419387"/>
                  </a:lnTo>
                  <a:lnTo>
                    <a:pt x="5152512" y="1419387"/>
                  </a:lnTo>
                  <a:lnTo>
                    <a:pt x="5152638" y="1419387"/>
                  </a:lnTo>
                  <a:lnTo>
                    <a:pt x="5152764" y="1419387"/>
                  </a:lnTo>
                  <a:lnTo>
                    <a:pt x="5152891" y="1419387"/>
                  </a:lnTo>
                  <a:lnTo>
                    <a:pt x="5153017" y="1419387"/>
                  </a:lnTo>
                  <a:lnTo>
                    <a:pt x="5153143" y="1419387"/>
                  </a:lnTo>
                  <a:lnTo>
                    <a:pt x="5153269" y="1419387"/>
                  </a:lnTo>
                  <a:lnTo>
                    <a:pt x="5153396" y="1419387"/>
                  </a:lnTo>
                  <a:lnTo>
                    <a:pt x="5153522" y="1419387"/>
                  </a:lnTo>
                  <a:lnTo>
                    <a:pt x="5153648" y="1419387"/>
                  </a:lnTo>
                  <a:lnTo>
                    <a:pt x="5153774" y="1419387"/>
                  </a:lnTo>
                  <a:lnTo>
                    <a:pt x="5153901" y="1419387"/>
                  </a:lnTo>
                  <a:lnTo>
                    <a:pt x="5154027" y="1419387"/>
                  </a:lnTo>
                  <a:lnTo>
                    <a:pt x="5154027" y="1414475"/>
                  </a:lnTo>
                  <a:lnTo>
                    <a:pt x="5154153" y="1414475"/>
                  </a:lnTo>
                  <a:lnTo>
                    <a:pt x="5154279" y="1414475"/>
                  </a:lnTo>
                  <a:lnTo>
                    <a:pt x="5154406" y="1414475"/>
                  </a:lnTo>
                  <a:lnTo>
                    <a:pt x="5154532" y="1414475"/>
                  </a:lnTo>
                  <a:lnTo>
                    <a:pt x="5154658" y="1414475"/>
                  </a:lnTo>
                  <a:lnTo>
                    <a:pt x="5154785" y="1414475"/>
                  </a:lnTo>
                  <a:lnTo>
                    <a:pt x="5154911" y="1414475"/>
                  </a:lnTo>
                  <a:lnTo>
                    <a:pt x="5155037" y="1414475"/>
                  </a:lnTo>
                  <a:lnTo>
                    <a:pt x="5155163" y="1414475"/>
                  </a:lnTo>
                  <a:lnTo>
                    <a:pt x="5155290" y="1414475"/>
                  </a:lnTo>
                  <a:lnTo>
                    <a:pt x="5155416" y="1414475"/>
                  </a:lnTo>
                  <a:lnTo>
                    <a:pt x="5155542" y="1414475"/>
                  </a:lnTo>
                  <a:lnTo>
                    <a:pt x="5155668" y="1414475"/>
                  </a:lnTo>
                  <a:lnTo>
                    <a:pt x="5155795" y="1414475"/>
                  </a:lnTo>
                  <a:lnTo>
                    <a:pt x="5155921" y="1414475"/>
                  </a:lnTo>
                  <a:lnTo>
                    <a:pt x="5156047" y="1414475"/>
                  </a:lnTo>
                  <a:lnTo>
                    <a:pt x="5156173" y="1414475"/>
                  </a:lnTo>
                  <a:lnTo>
                    <a:pt x="5156300" y="1414475"/>
                  </a:lnTo>
                  <a:lnTo>
                    <a:pt x="5156426" y="1414475"/>
                  </a:lnTo>
                  <a:lnTo>
                    <a:pt x="5156552" y="1414475"/>
                  </a:lnTo>
                  <a:lnTo>
                    <a:pt x="5156678" y="1414475"/>
                  </a:lnTo>
                  <a:lnTo>
                    <a:pt x="5156805" y="1414475"/>
                  </a:lnTo>
                  <a:lnTo>
                    <a:pt x="5156931" y="1414475"/>
                  </a:lnTo>
                  <a:lnTo>
                    <a:pt x="5157057" y="1414475"/>
                  </a:lnTo>
                  <a:lnTo>
                    <a:pt x="5157183" y="1414475"/>
                  </a:lnTo>
                  <a:lnTo>
                    <a:pt x="5157310" y="1414475"/>
                  </a:lnTo>
                  <a:lnTo>
                    <a:pt x="5157436" y="1414475"/>
                  </a:lnTo>
                  <a:lnTo>
                    <a:pt x="5157562" y="1414475"/>
                  </a:lnTo>
                  <a:lnTo>
                    <a:pt x="5157688" y="1414475"/>
                  </a:lnTo>
                  <a:lnTo>
                    <a:pt x="5157815" y="1414475"/>
                  </a:lnTo>
                  <a:lnTo>
                    <a:pt x="5157941" y="1414475"/>
                  </a:lnTo>
                  <a:lnTo>
                    <a:pt x="5158067" y="1414475"/>
                  </a:lnTo>
                  <a:lnTo>
                    <a:pt x="5158193" y="1414475"/>
                  </a:lnTo>
                  <a:lnTo>
                    <a:pt x="5158320" y="1414475"/>
                  </a:lnTo>
                  <a:lnTo>
                    <a:pt x="5158446" y="1414475"/>
                  </a:lnTo>
                  <a:lnTo>
                    <a:pt x="5158572" y="1414475"/>
                  </a:lnTo>
                  <a:lnTo>
                    <a:pt x="5158698" y="1414475"/>
                  </a:lnTo>
                  <a:lnTo>
                    <a:pt x="5158825" y="1414475"/>
                  </a:lnTo>
                  <a:lnTo>
                    <a:pt x="5158951" y="1414475"/>
                  </a:lnTo>
                  <a:lnTo>
                    <a:pt x="5159077" y="1414475"/>
                  </a:lnTo>
                  <a:lnTo>
                    <a:pt x="5159203" y="1414475"/>
                  </a:lnTo>
                  <a:lnTo>
                    <a:pt x="5159330" y="1414475"/>
                  </a:lnTo>
                  <a:lnTo>
                    <a:pt x="5159456" y="1414475"/>
                  </a:lnTo>
                  <a:lnTo>
                    <a:pt x="5159582" y="1414475"/>
                  </a:lnTo>
                  <a:lnTo>
                    <a:pt x="5159708" y="1414475"/>
                  </a:lnTo>
                  <a:lnTo>
                    <a:pt x="5159835" y="1414475"/>
                  </a:lnTo>
                  <a:lnTo>
                    <a:pt x="5159961" y="1414475"/>
                  </a:lnTo>
                  <a:lnTo>
                    <a:pt x="5160087" y="1414475"/>
                  </a:lnTo>
                  <a:lnTo>
                    <a:pt x="5160214" y="1414475"/>
                  </a:lnTo>
                  <a:lnTo>
                    <a:pt x="5160340" y="1414475"/>
                  </a:lnTo>
                  <a:lnTo>
                    <a:pt x="5160466" y="1414475"/>
                  </a:lnTo>
                  <a:lnTo>
                    <a:pt x="5160592" y="1414475"/>
                  </a:lnTo>
                  <a:lnTo>
                    <a:pt x="5160719" y="1414475"/>
                  </a:lnTo>
                  <a:lnTo>
                    <a:pt x="5160845" y="1414475"/>
                  </a:lnTo>
                  <a:lnTo>
                    <a:pt x="5160971" y="1414475"/>
                  </a:lnTo>
                  <a:lnTo>
                    <a:pt x="5161097" y="1414475"/>
                  </a:lnTo>
                  <a:lnTo>
                    <a:pt x="5161224" y="1414475"/>
                  </a:lnTo>
                  <a:lnTo>
                    <a:pt x="5161350" y="1414475"/>
                  </a:lnTo>
                  <a:lnTo>
                    <a:pt x="5161476" y="1414475"/>
                  </a:lnTo>
                  <a:lnTo>
                    <a:pt x="5161602" y="1414475"/>
                  </a:lnTo>
                  <a:lnTo>
                    <a:pt x="5161729" y="1414475"/>
                  </a:lnTo>
                  <a:lnTo>
                    <a:pt x="5161855" y="1414475"/>
                  </a:lnTo>
                  <a:lnTo>
                    <a:pt x="5161981" y="1414475"/>
                  </a:lnTo>
                  <a:lnTo>
                    <a:pt x="5162107" y="1414475"/>
                  </a:lnTo>
                  <a:lnTo>
                    <a:pt x="5162234" y="1414475"/>
                  </a:lnTo>
                  <a:lnTo>
                    <a:pt x="5162360" y="1414475"/>
                  </a:lnTo>
                  <a:lnTo>
                    <a:pt x="5162486" y="1414475"/>
                  </a:lnTo>
                  <a:lnTo>
                    <a:pt x="5162612" y="1414475"/>
                  </a:lnTo>
                  <a:lnTo>
                    <a:pt x="5162739" y="1414475"/>
                  </a:lnTo>
                  <a:lnTo>
                    <a:pt x="5162865" y="1414475"/>
                  </a:lnTo>
                  <a:lnTo>
                    <a:pt x="5162991" y="1414475"/>
                  </a:lnTo>
                  <a:lnTo>
                    <a:pt x="5162991" y="1409564"/>
                  </a:lnTo>
                  <a:lnTo>
                    <a:pt x="5163117" y="1409564"/>
                  </a:lnTo>
                  <a:lnTo>
                    <a:pt x="5163244" y="1409564"/>
                  </a:lnTo>
                  <a:lnTo>
                    <a:pt x="5163370" y="1409564"/>
                  </a:lnTo>
                  <a:lnTo>
                    <a:pt x="5163496" y="1409564"/>
                  </a:lnTo>
                  <a:lnTo>
                    <a:pt x="5163622" y="1409564"/>
                  </a:lnTo>
                  <a:lnTo>
                    <a:pt x="5163749" y="1409564"/>
                  </a:lnTo>
                  <a:lnTo>
                    <a:pt x="5163875" y="1409564"/>
                  </a:lnTo>
                  <a:lnTo>
                    <a:pt x="5164001" y="1409564"/>
                  </a:lnTo>
                  <a:lnTo>
                    <a:pt x="5164127" y="1409564"/>
                  </a:lnTo>
                  <a:lnTo>
                    <a:pt x="5164254" y="1409564"/>
                  </a:lnTo>
                  <a:lnTo>
                    <a:pt x="5164380" y="1409564"/>
                  </a:lnTo>
                  <a:lnTo>
                    <a:pt x="5164506" y="1409564"/>
                  </a:lnTo>
                  <a:lnTo>
                    <a:pt x="5164632" y="1409564"/>
                  </a:lnTo>
                  <a:lnTo>
                    <a:pt x="5164759" y="1409564"/>
                  </a:lnTo>
                  <a:lnTo>
                    <a:pt x="5164885" y="1409564"/>
                  </a:lnTo>
                  <a:lnTo>
                    <a:pt x="5165011" y="1409564"/>
                  </a:lnTo>
                  <a:lnTo>
                    <a:pt x="5165138" y="1409564"/>
                  </a:lnTo>
                  <a:lnTo>
                    <a:pt x="5165264" y="1409564"/>
                  </a:lnTo>
                  <a:lnTo>
                    <a:pt x="5165390" y="1409564"/>
                  </a:lnTo>
                  <a:lnTo>
                    <a:pt x="5165516" y="1409564"/>
                  </a:lnTo>
                  <a:lnTo>
                    <a:pt x="5165643" y="1409564"/>
                  </a:lnTo>
                  <a:lnTo>
                    <a:pt x="5165643" y="1404653"/>
                  </a:lnTo>
                  <a:lnTo>
                    <a:pt x="5165769" y="1404653"/>
                  </a:lnTo>
                  <a:lnTo>
                    <a:pt x="5165895" y="1404653"/>
                  </a:lnTo>
                  <a:lnTo>
                    <a:pt x="5166021" y="1404653"/>
                  </a:lnTo>
                  <a:lnTo>
                    <a:pt x="5166148" y="1404653"/>
                  </a:lnTo>
                  <a:lnTo>
                    <a:pt x="5166274" y="1404653"/>
                  </a:lnTo>
                  <a:lnTo>
                    <a:pt x="5166400" y="1404653"/>
                  </a:lnTo>
                  <a:lnTo>
                    <a:pt x="5166526" y="1404653"/>
                  </a:lnTo>
                  <a:lnTo>
                    <a:pt x="5166653" y="1404653"/>
                  </a:lnTo>
                  <a:lnTo>
                    <a:pt x="5166779" y="1404653"/>
                  </a:lnTo>
                  <a:lnTo>
                    <a:pt x="5166905" y="1404653"/>
                  </a:lnTo>
                  <a:lnTo>
                    <a:pt x="5167031" y="1404653"/>
                  </a:lnTo>
                  <a:lnTo>
                    <a:pt x="5167158" y="1404653"/>
                  </a:lnTo>
                  <a:lnTo>
                    <a:pt x="5167284" y="1404653"/>
                  </a:lnTo>
                  <a:lnTo>
                    <a:pt x="5167410" y="1404653"/>
                  </a:lnTo>
                  <a:lnTo>
                    <a:pt x="5167536" y="1404653"/>
                  </a:lnTo>
                  <a:lnTo>
                    <a:pt x="5167663" y="1404653"/>
                  </a:lnTo>
                  <a:lnTo>
                    <a:pt x="5167789" y="1404653"/>
                  </a:lnTo>
                  <a:lnTo>
                    <a:pt x="5167915" y="1404653"/>
                  </a:lnTo>
                  <a:lnTo>
                    <a:pt x="5168041" y="1404653"/>
                  </a:lnTo>
                  <a:lnTo>
                    <a:pt x="5168168" y="1404653"/>
                  </a:lnTo>
                  <a:lnTo>
                    <a:pt x="5168294" y="1404653"/>
                  </a:lnTo>
                  <a:lnTo>
                    <a:pt x="5168420" y="1404653"/>
                  </a:lnTo>
                  <a:lnTo>
                    <a:pt x="5168546" y="1404653"/>
                  </a:lnTo>
                  <a:lnTo>
                    <a:pt x="5168673" y="1404653"/>
                  </a:lnTo>
                  <a:lnTo>
                    <a:pt x="5168799" y="1404653"/>
                  </a:lnTo>
                  <a:lnTo>
                    <a:pt x="5168925" y="1404653"/>
                  </a:lnTo>
                  <a:lnTo>
                    <a:pt x="5169051" y="1404653"/>
                  </a:lnTo>
                  <a:lnTo>
                    <a:pt x="5169178" y="1404653"/>
                  </a:lnTo>
                  <a:lnTo>
                    <a:pt x="5169304" y="1404653"/>
                  </a:lnTo>
                  <a:lnTo>
                    <a:pt x="5169430" y="1404653"/>
                  </a:lnTo>
                  <a:lnTo>
                    <a:pt x="5169556" y="1404653"/>
                  </a:lnTo>
                  <a:lnTo>
                    <a:pt x="5169683" y="1404653"/>
                  </a:lnTo>
                  <a:lnTo>
                    <a:pt x="5169809" y="1404653"/>
                  </a:lnTo>
                  <a:lnTo>
                    <a:pt x="5169935" y="1404653"/>
                  </a:lnTo>
                  <a:lnTo>
                    <a:pt x="5170062" y="1404653"/>
                  </a:lnTo>
                  <a:lnTo>
                    <a:pt x="5170188" y="1404653"/>
                  </a:lnTo>
                  <a:lnTo>
                    <a:pt x="5170314" y="1404653"/>
                  </a:lnTo>
                  <a:lnTo>
                    <a:pt x="5170440" y="1404653"/>
                  </a:lnTo>
                  <a:lnTo>
                    <a:pt x="5170567" y="1404653"/>
                  </a:lnTo>
                  <a:lnTo>
                    <a:pt x="5170693" y="1404653"/>
                  </a:lnTo>
                  <a:lnTo>
                    <a:pt x="5170819" y="1404653"/>
                  </a:lnTo>
                  <a:lnTo>
                    <a:pt x="5170945" y="1404653"/>
                  </a:lnTo>
                  <a:lnTo>
                    <a:pt x="5171072" y="1404653"/>
                  </a:lnTo>
                  <a:lnTo>
                    <a:pt x="5171198" y="1404653"/>
                  </a:lnTo>
                  <a:lnTo>
                    <a:pt x="5171324" y="1404653"/>
                  </a:lnTo>
                  <a:lnTo>
                    <a:pt x="5171450" y="1404653"/>
                  </a:lnTo>
                  <a:lnTo>
                    <a:pt x="5171577" y="1404653"/>
                  </a:lnTo>
                  <a:lnTo>
                    <a:pt x="5171703" y="1404653"/>
                  </a:lnTo>
                  <a:lnTo>
                    <a:pt x="5171829" y="1404653"/>
                  </a:lnTo>
                  <a:lnTo>
                    <a:pt x="5171955" y="1404653"/>
                  </a:lnTo>
                  <a:lnTo>
                    <a:pt x="5172082" y="1404653"/>
                  </a:lnTo>
                  <a:lnTo>
                    <a:pt x="5172208" y="1404653"/>
                  </a:lnTo>
                  <a:lnTo>
                    <a:pt x="5172334" y="1404653"/>
                  </a:lnTo>
                  <a:lnTo>
                    <a:pt x="5172460" y="1404653"/>
                  </a:lnTo>
                  <a:lnTo>
                    <a:pt x="5172587" y="1404653"/>
                  </a:lnTo>
                  <a:lnTo>
                    <a:pt x="5172713" y="1404653"/>
                  </a:lnTo>
                  <a:lnTo>
                    <a:pt x="5172839" y="1404653"/>
                  </a:lnTo>
                  <a:lnTo>
                    <a:pt x="5172965" y="1404653"/>
                  </a:lnTo>
                  <a:lnTo>
                    <a:pt x="5173092" y="1404653"/>
                  </a:lnTo>
                  <a:lnTo>
                    <a:pt x="5173218" y="1404653"/>
                  </a:lnTo>
                  <a:lnTo>
                    <a:pt x="5173344" y="1404653"/>
                  </a:lnTo>
                  <a:lnTo>
                    <a:pt x="5173470" y="1404653"/>
                  </a:lnTo>
                  <a:lnTo>
                    <a:pt x="5173597" y="1404653"/>
                  </a:lnTo>
                  <a:lnTo>
                    <a:pt x="5173723" y="1404653"/>
                  </a:lnTo>
                  <a:lnTo>
                    <a:pt x="5173849" y="1404653"/>
                  </a:lnTo>
                  <a:lnTo>
                    <a:pt x="5173975" y="1404653"/>
                  </a:lnTo>
                  <a:lnTo>
                    <a:pt x="5174102" y="1404653"/>
                  </a:lnTo>
                  <a:lnTo>
                    <a:pt x="5174228" y="1404653"/>
                  </a:lnTo>
                  <a:lnTo>
                    <a:pt x="5174354" y="1404653"/>
                  </a:lnTo>
                  <a:lnTo>
                    <a:pt x="5174480" y="1404653"/>
                  </a:lnTo>
                  <a:lnTo>
                    <a:pt x="5174607" y="1404653"/>
                  </a:lnTo>
                  <a:lnTo>
                    <a:pt x="5174733" y="1404653"/>
                  </a:lnTo>
                  <a:lnTo>
                    <a:pt x="5174859" y="1404653"/>
                  </a:lnTo>
                  <a:lnTo>
                    <a:pt x="5174985" y="1404653"/>
                  </a:lnTo>
                  <a:lnTo>
                    <a:pt x="5175112" y="1404653"/>
                  </a:lnTo>
                  <a:lnTo>
                    <a:pt x="5175238" y="1404653"/>
                  </a:lnTo>
                  <a:lnTo>
                    <a:pt x="5175364" y="1404653"/>
                  </a:lnTo>
                  <a:lnTo>
                    <a:pt x="5175491" y="1404653"/>
                  </a:lnTo>
                  <a:lnTo>
                    <a:pt x="5175617" y="1404653"/>
                  </a:lnTo>
                  <a:lnTo>
                    <a:pt x="5175743" y="1404653"/>
                  </a:lnTo>
                  <a:lnTo>
                    <a:pt x="5175869" y="1404653"/>
                  </a:lnTo>
                  <a:lnTo>
                    <a:pt x="5175996" y="1404653"/>
                  </a:lnTo>
                  <a:lnTo>
                    <a:pt x="5176122" y="1404653"/>
                  </a:lnTo>
                  <a:lnTo>
                    <a:pt x="5176248" y="1404653"/>
                  </a:lnTo>
                  <a:lnTo>
                    <a:pt x="5176374" y="1404653"/>
                  </a:lnTo>
                  <a:lnTo>
                    <a:pt x="5176501" y="1404653"/>
                  </a:lnTo>
                  <a:lnTo>
                    <a:pt x="5176627" y="1404653"/>
                  </a:lnTo>
                  <a:lnTo>
                    <a:pt x="5176753" y="1404653"/>
                  </a:lnTo>
                  <a:lnTo>
                    <a:pt x="5176879" y="1404653"/>
                  </a:lnTo>
                  <a:lnTo>
                    <a:pt x="5177006" y="1404653"/>
                  </a:lnTo>
                  <a:lnTo>
                    <a:pt x="5177132" y="1404653"/>
                  </a:lnTo>
                  <a:lnTo>
                    <a:pt x="5177258" y="1404653"/>
                  </a:lnTo>
                  <a:lnTo>
                    <a:pt x="5177384" y="1404653"/>
                  </a:lnTo>
                  <a:lnTo>
                    <a:pt x="5177511" y="1404653"/>
                  </a:lnTo>
                  <a:lnTo>
                    <a:pt x="5177637" y="1404653"/>
                  </a:lnTo>
                  <a:lnTo>
                    <a:pt x="5177763" y="1404653"/>
                  </a:lnTo>
                  <a:lnTo>
                    <a:pt x="5177889" y="1404653"/>
                  </a:lnTo>
                  <a:lnTo>
                    <a:pt x="5178016" y="1404653"/>
                  </a:lnTo>
                  <a:lnTo>
                    <a:pt x="5178142" y="1404653"/>
                  </a:lnTo>
                  <a:lnTo>
                    <a:pt x="5178268" y="1404653"/>
                  </a:lnTo>
                  <a:lnTo>
                    <a:pt x="5178394" y="1404653"/>
                  </a:lnTo>
                  <a:lnTo>
                    <a:pt x="5178521" y="1404653"/>
                  </a:lnTo>
                  <a:lnTo>
                    <a:pt x="5178647" y="1404653"/>
                  </a:lnTo>
                  <a:lnTo>
                    <a:pt x="5178773" y="1404653"/>
                  </a:lnTo>
                  <a:lnTo>
                    <a:pt x="5178899" y="1404653"/>
                  </a:lnTo>
                  <a:lnTo>
                    <a:pt x="5179026" y="1404653"/>
                  </a:lnTo>
                  <a:lnTo>
                    <a:pt x="5179152" y="1404653"/>
                  </a:lnTo>
                  <a:lnTo>
                    <a:pt x="5179278" y="1404653"/>
                  </a:lnTo>
                  <a:lnTo>
                    <a:pt x="5179404" y="1404653"/>
                  </a:lnTo>
                  <a:lnTo>
                    <a:pt x="5179531" y="1404653"/>
                  </a:lnTo>
                  <a:lnTo>
                    <a:pt x="5179657" y="1404653"/>
                  </a:lnTo>
                  <a:lnTo>
                    <a:pt x="5179783" y="1404653"/>
                  </a:lnTo>
                  <a:lnTo>
                    <a:pt x="5179909" y="1404653"/>
                  </a:lnTo>
                  <a:lnTo>
                    <a:pt x="5180036" y="1404653"/>
                  </a:lnTo>
                  <a:lnTo>
                    <a:pt x="5180162" y="1404653"/>
                  </a:lnTo>
                  <a:lnTo>
                    <a:pt x="5180288" y="1404653"/>
                  </a:lnTo>
                  <a:lnTo>
                    <a:pt x="5180415" y="1404653"/>
                  </a:lnTo>
                  <a:lnTo>
                    <a:pt x="5180541" y="1404653"/>
                  </a:lnTo>
                  <a:lnTo>
                    <a:pt x="5180667" y="1404653"/>
                  </a:lnTo>
                  <a:lnTo>
                    <a:pt x="5180793" y="1404653"/>
                  </a:lnTo>
                  <a:lnTo>
                    <a:pt x="5180920" y="1404653"/>
                  </a:lnTo>
                  <a:lnTo>
                    <a:pt x="5181046" y="1404653"/>
                  </a:lnTo>
                  <a:lnTo>
                    <a:pt x="5181172" y="1404653"/>
                  </a:lnTo>
                  <a:lnTo>
                    <a:pt x="5181298" y="1404653"/>
                  </a:lnTo>
                  <a:lnTo>
                    <a:pt x="5181425" y="1404653"/>
                  </a:lnTo>
                  <a:lnTo>
                    <a:pt x="5181551" y="1404653"/>
                  </a:lnTo>
                  <a:lnTo>
                    <a:pt x="5181677" y="1404653"/>
                  </a:lnTo>
                  <a:lnTo>
                    <a:pt x="5181803" y="1404653"/>
                  </a:lnTo>
                  <a:lnTo>
                    <a:pt x="5181930" y="1404653"/>
                  </a:lnTo>
                  <a:lnTo>
                    <a:pt x="5182056" y="1404653"/>
                  </a:lnTo>
                  <a:lnTo>
                    <a:pt x="5182182" y="1404653"/>
                  </a:lnTo>
                  <a:lnTo>
                    <a:pt x="5182182" y="1399741"/>
                  </a:lnTo>
                  <a:lnTo>
                    <a:pt x="5182308" y="1399741"/>
                  </a:lnTo>
                  <a:lnTo>
                    <a:pt x="5182435" y="1399741"/>
                  </a:lnTo>
                  <a:lnTo>
                    <a:pt x="5182561" y="1399741"/>
                  </a:lnTo>
                  <a:lnTo>
                    <a:pt x="5182687" y="1399741"/>
                  </a:lnTo>
                  <a:lnTo>
                    <a:pt x="5182813" y="1399741"/>
                  </a:lnTo>
                  <a:lnTo>
                    <a:pt x="5182940" y="1399741"/>
                  </a:lnTo>
                  <a:lnTo>
                    <a:pt x="5183066" y="1399741"/>
                  </a:lnTo>
                  <a:lnTo>
                    <a:pt x="5183192" y="1399741"/>
                  </a:lnTo>
                  <a:lnTo>
                    <a:pt x="5183318" y="1399741"/>
                  </a:lnTo>
                  <a:lnTo>
                    <a:pt x="5183445" y="1399741"/>
                  </a:lnTo>
                  <a:lnTo>
                    <a:pt x="5183445" y="1394830"/>
                  </a:lnTo>
                  <a:lnTo>
                    <a:pt x="5183571" y="1394830"/>
                  </a:lnTo>
                  <a:lnTo>
                    <a:pt x="5183697" y="1394830"/>
                  </a:lnTo>
                  <a:lnTo>
                    <a:pt x="5183823" y="1394830"/>
                  </a:lnTo>
                  <a:lnTo>
                    <a:pt x="5183950" y="1394830"/>
                  </a:lnTo>
                  <a:lnTo>
                    <a:pt x="5184076" y="1394830"/>
                  </a:lnTo>
                  <a:lnTo>
                    <a:pt x="5184202" y="1394830"/>
                  </a:lnTo>
                  <a:lnTo>
                    <a:pt x="5184328" y="1394830"/>
                  </a:lnTo>
                  <a:lnTo>
                    <a:pt x="5184455" y="1394830"/>
                  </a:lnTo>
                  <a:lnTo>
                    <a:pt x="5184581" y="1394830"/>
                  </a:lnTo>
                  <a:lnTo>
                    <a:pt x="5184707" y="1394830"/>
                  </a:lnTo>
                  <a:lnTo>
                    <a:pt x="5184833" y="1394830"/>
                  </a:lnTo>
                  <a:lnTo>
                    <a:pt x="5184960" y="1394830"/>
                  </a:lnTo>
                  <a:lnTo>
                    <a:pt x="5185086" y="1394830"/>
                  </a:lnTo>
                  <a:lnTo>
                    <a:pt x="5185212" y="1394830"/>
                  </a:lnTo>
                  <a:lnTo>
                    <a:pt x="5185338" y="1394830"/>
                  </a:lnTo>
                  <a:lnTo>
                    <a:pt x="5185465" y="1394830"/>
                  </a:lnTo>
                  <a:lnTo>
                    <a:pt x="5185591" y="1394830"/>
                  </a:lnTo>
                  <a:lnTo>
                    <a:pt x="5185717" y="1394830"/>
                  </a:lnTo>
                  <a:lnTo>
                    <a:pt x="5185844" y="1394830"/>
                  </a:lnTo>
                  <a:lnTo>
                    <a:pt x="5185970" y="1394830"/>
                  </a:lnTo>
                  <a:lnTo>
                    <a:pt x="5186096" y="1394830"/>
                  </a:lnTo>
                  <a:lnTo>
                    <a:pt x="5186222" y="1394830"/>
                  </a:lnTo>
                  <a:lnTo>
                    <a:pt x="5186349" y="1394830"/>
                  </a:lnTo>
                  <a:lnTo>
                    <a:pt x="5186475" y="1394830"/>
                  </a:lnTo>
                  <a:lnTo>
                    <a:pt x="5186601" y="1394830"/>
                  </a:lnTo>
                  <a:lnTo>
                    <a:pt x="5186727" y="1394830"/>
                  </a:lnTo>
                  <a:lnTo>
                    <a:pt x="5186854" y="1394830"/>
                  </a:lnTo>
                  <a:lnTo>
                    <a:pt x="5186980" y="1394830"/>
                  </a:lnTo>
                  <a:lnTo>
                    <a:pt x="5187106" y="1394830"/>
                  </a:lnTo>
                  <a:lnTo>
                    <a:pt x="5187232" y="1394830"/>
                  </a:lnTo>
                  <a:lnTo>
                    <a:pt x="5187359" y="1394830"/>
                  </a:lnTo>
                  <a:lnTo>
                    <a:pt x="5187485" y="1394830"/>
                  </a:lnTo>
                  <a:lnTo>
                    <a:pt x="5187611" y="1394830"/>
                  </a:lnTo>
                  <a:lnTo>
                    <a:pt x="5187737" y="1394830"/>
                  </a:lnTo>
                  <a:lnTo>
                    <a:pt x="5187864" y="1394830"/>
                  </a:lnTo>
                  <a:lnTo>
                    <a:pt x="5187990" y="1394830"/>
                  </a:lnTo>
                  <a:lnTo>
                    <a:pt x="5188116" y="1394830"/>
                  </a:lnTo>
                  <a:lnTo>
                    <a:pt x="5188242" y="1394830"/>
                  </a:lnTo>
                  <a:lnTo>
                    <a:pt x="5188369" y="1394830"/>
                  </a:lnTo>
                  <a:lnTo>
                    <a:pt x="5188495" y="1394830"/>
                  </a:lnTo>
                  <a:lnTo>
                    <a:pt x="5188621" y="1394830"/>
                  </a:lnTo>
                  <a:lnTo>
                    <a:pt x="5188747" y="1394830"/>
                  </a:lnTo>
                  <a:lnTo>
                    <a:pt x="5188874" y="1394830"/>
                  </a:lnTo>
                  <a:lnTo>
                    <a:pt x="5189000" y="1394830"/>
                  </a:lnTo>
                  <a:lnTo>
                    <a:pt x="5189126" y="1394830"/>
                  </a:lnTo>
                  <a:lnTo>
                    <a:pt x="5189252" y="1394830"/>
                  </a:lnTo>
                  <a:lnTo>
                    <a:pt x="5189379" y="1394830"/>
                  </a:lnTo>
                  <a:lnTo>
                    <a:pt x="5189505" y="1394830"/>
                  </a:lnTo>
                  <a:lnTo>
                    <a:pt x="5189631" y="1394830"/>
                  </a:lnTo>
                  <a:lnTo>
                    <a:pt x="5189757" y="1394830"/>
                  </a:lnTo>
                  <a:lnTo>
                    <a:pt x="5189884" y="1394830"/>
                  </a:lnTo>
                  <a:lnTo>
                    <a:pt x="5190010" y="1394830"/>
                  </a:lnTo>
                  <a:lnTo>
                    <a:pt x="5190136" y="1394830"/>
                  </a:lnTo>
                  <a:lnTo>
                    <a:pt x="5190262" y="1394830"/>
                  </a:lnTo>
                  <a:lnTo>
                    <a:pt x="5190389" y="1394830"/>
                  </a:lnTo>
                  <a:lnTo>
                    <a:pt x="5190515" y="1394830"/>
                  </a:lnTo>
                  <a:lnTo>
                    <a:pt x="5190641" y="1394830"/>
                  </a:lnTo>
                  <a:lnTo>
                    <a:pt x="5190768" y="1394830"/>
                  </a:lnTo>
                  <a:lnTo>
                    <a:pt x="5190894" y="1394830"/>
                  </a:lnTo>
                  <a:lnTo>
                    <a:pt x="5191020" y="1394830"/>
                  </a:lnTo>
                  <a:lnTo>
                    <a:pt x="5191146" y="1394830"/>
                  </a:lnTo>
                  <a:lnTo>
                    <a:pt x="5191273" y="1394830"/>
                  </a:lnTo>
                  <a:lnTo>
                    <a:pt x="5191399" y="1394830"/>
                  </a:lnTo>
                  <a:lnTo>
                    <a:pt x="5191525" y="1394830"/>
                  </a:lnTo>
                  <a:lnTo>
                    <a:pt x="5191651" y="1394830"/>
                  </a:lnTo>
                  <a:lnTo>
                    <a:pt x="5191778" y="1394830"/>
                  </a:lnTo>
                  <a:lnTo>
                    <a:pt x="5191904" y="1394830"/>
                  </a:lnTo>
                  <a:lnTo>
                    <a:pt x="5192030" y="1394830"/>
                  </a:lnTo>
                  <a:lnTo>
                    <a:pt x="5192156" y="1394830"/>
                  </a:lnTo>
                  <a:lnTo>
                    <a:pt x="5192283" y="1394830"/>
                  </a:lnTo>
                  <a:lnTo>
                    <a:pt x="5192409" y="1394830"/>
                  </a:lnTo>
                  <a:lnTo>
                    <a:pt x="5192535" y="1394830"/>
                  </a:lnTo>
                  <a:lnTo>
                    <a:pt x="5192661" y="1394830"/>
                  </a:lnTo>
                  <a:lnTo>
                    <a:pt x="5192788" y="1394830"/>
                  </a:lnTo>
                  <a:lnTo>
                    <a:pt x="5192914" y="1394830"/>
                  </a:lnTo>
                  <a:lnTo>
                    <a:pt x="5193040" y="1394830"/>
                  </a:lnTo>
                  <a:lnTo>
                    <a:pt x="5193166" y="1394830"/>
                  </a:lnTo>
                  <a:lnTo>
                    <a:pt x="5193293" y="1394830"/>
                  </a:lnTo>
                  <a:lnTo>
                    <a:pt x="5193419" y="1394830"/>
                  </a:lnTo>
                  <a:lnTo>
                    <a:pt x="5193545" y="1394830"/>
                  </a:lnTo>
                  <a:lnTo>
                    <a:pt x="5193671" y="1394830"/>
                  </a:lnTo>
                  <a:lnTo>
                    <a:pt x="5193798" y="1394830"/>
                  </a:lnTo>
                  <a:lnTo>
                    <a:pt x="5193924" y="1394830"/>
                  </a:lnTo>
                  <a:lnTo>
                    <a:pt x="5194050" y="1394830"/>
                  </a:lnTo>
                  <a:lnTo>
                    <a:pt x="5194176" y="1394830"/>
                  </a:lnTo>
                  <a:lnTo>
                    <a:pt x="5194303" y="1394830"/>
                  </a:lnTo>
                  <a:lnTo>
                    <a:pt x="5194429" y="1394830"/>
                  </a:lnTo>
                  <a:lnTo>
                    <a:pt x="5194555" y="1394830"/>
                  </a:lnTo>
                  <a:lnTo>
                    <a:pt x="5194681" y="1394830"/>
                  </a:lnTo>
                  <a:lnTo>
                    <a:pt x="5194808" y="1394830"/>
                  </a:lnTo>
                  <a:lnTo>
                    <a:pt x="5194934" y="1394830"/>
                  </a:lnTo>
                  <a:lnTo>
                    <a:pt x="5195060" y="1394830"/>
                  </a:lnTo>
                  <a:lnTo>
                    <a:pt x="5195186" y="1394830"/>
                  </a:lnTo>
                  <a:lnTo>
                    <a:pt x="5195313" y="1394830"/>
                  </a:lnTo>
                  <a:lnTo>
                    <a:pt x="5195439" y="1394830"/>
                  </a:lnTo>
                  <a:lnTo>
                    <a:pt x="5195565" y="1394830"/>
                  </a:lnTo>
                  <a:lnTo>
                    <a:pt x="5195565" y="1389919"/>
                  </a:lnTo>
                  <a:lnTo>
                    <a:pt x="5195691" y="1389919"/>
                  </a:lnTo>
                  <a:lnTo>
                    <a:pt x="5195818" y="1389919"/>
                  </a:lnTo>
                  <a:lnTo>
                    <a:pt x="5195944" y="1389919"/>
                  </a:lnTo>
                  <a:lnTo>
                    <a:pt x="5196070" y="1389919"/>
                  </a:lnTo>
                  <a:lnTo>
                    <a:pt x="5196197" y="1389919"/>
                  </a:lnTo>
                  <a:lnTo>
                    <a:pt x="5196323" y="1389919"/>
                  </a:lnTo>
                  <a:lnTo>
                    <a:pt x="5196449" y="1389919"/>
                  </a:lnTo>
                  <a:lnTo>
                    <a:pt x="5196575" y="1389919"/>
                  </a:lnTo>
                  <a:lnTo>
                    <a:pt x="5196702" y="1389919"/>
                  </a:lnTo>
                  <a:lnTo>
                    <a:pt x="5196828" y="1389919"/>
                  </a:lnTo>
                  <a:lnTo>
                    <a:pt x="5196954" y="1389919"/>
                  </a:lnTo>
                  <a:lnTo>
                    <a:pt x="5197080" y="1389919"/>
                  </a:lnTo>
                  <a:lnTo>
                    <a:pt x="5197207" y="1389919"/>
                  </a:lnTo>
                  <a:lnTo>
                    <a:pt x="5197333" y="1389919"/>
                  </a:lnTo>
                  <a:lnTo>
                    <a:pt x="5197459" y="1389919"/>
                  </a:lnTo>
                  <a:lnTo>
                    <a:pt x="5197585" y="1389919"/>
                  </a:lnTo>
                  <a:lnTo>
                    <a:pt x="5197712" y="1389919"/>
                  </a:lnTo>
                  <a:lnTo>
                    <a:pt x="5197838" y="1389919"/>
                  </a:lnTo>
                  <a:lnTo>
                    <a:pt x="5197964" y="1389919"/>
                  </a:lnTo>
                  <a:lnTo>
                    <a:pt x="5198090" y="1389919"/>
                  </a:lnTo>
                  <a:lnTo>
                    <a:pt x="5198217" y="1389919"/>
                  </a:lnTo>
                  <a:lnTo>
                    <a:pt x="5198343" y="1389919"/>
                  </a:lnTo>
                  <a:lnTo>
                    <a:pt x="5198469" y="1389919"/>
                  </a:lnTo>
                  <a:lnTo>
                    <a:pt x="5198595" y="1389919"/>
                  </a:lnTo>
                  <a:lnTo>
                    <a:pt x="5198722" y="1389919"/>
                  </a:lnTo>
                  <a:lnTo>
                    <a:pt x="5198848" y="1389919"/>
                  </a:lnTo>
                  <a:lnTo>
                    <a:pt x="5198974" y="1389919"/>
                  </a:lnTo>
                  <a:lnTo>
                    <a:pt x="5199100" y="1389919"/>
                  </a:lnTo>
                  <a:lnTo>
                    <a:pt x="5199227" y="1389919"/>
                  </a:lnTo>
                  <a:lnTo>
                    <a:pt x="5199353" y="1389919"/>
                  </a:lnTo>
                  <a:lnTo>
                    <a:pt x="5199479" y="1389919"/>
                  </a:lnTo>
                  <a:lnTo>
                    <a:pt x="5199605" y="1389919"/>
                  </a:lnTo>
                  <a:lnTo>
                    <a:pt x="5199732" y="1389919"/>
                  </a:lnTo>
                  <a:lnTo>
                    <a:pt x="5199858" y="1389919"/>
                  </a:lnTo>
                  <a:lnTo>
                    <a:pt x="5199984" y="1389919"/>
                  </a:lnTo>
                  <a:lnTo>
                    <a:pt x="5200110" y="1389919"/>
                  </a:lnTo>
                  <a:lnTo>
                    <a:pt x="5200237" y="1389919"/>
                  </a:lnTo>
                  <a:lnTo>
                    <a:pt x="5200363" y="1389919"/>
                  </a:lnTo>
                  <a:lnTo>
                    <a:pt x="5200489" y="1389919"/>
                  </a:lnTo>
                  <a:lnTo>
                    <a:pt x="5200615" y="1389919"/>
                  </a:lnTo>
                  <a:lnTo>
                    <a:pt x="5200742" y="1389919"/>
                  </a:lnTo>
                  <a:lnTo>
                    <a:pt x="5200868" y="1389919"/>
                  </a:lnTo>
                  <a:lnTo>
                    <a:pt x="5200994" y="1389919"/>
                  </a:lnTo>
                  <a:lnTo>
                    <a:pt x="5201121" y="1389919"/>
                  </a:lnTo>
                  <a:lnTo>
                    <a:pt x="5201247" y="1389919"/>
                  </a:lnTo>
                  <a:lnTo>
                    <a:pt x="5201373" y="1389919"/>
                  </a:lnTo>
                  <a:lnTo>
                    <a:pt x="5201499" y="1389919"/>
                  </a:lnTo>
                  <a:lnTo>
                    <a:pt x="5201626" y="1389919"/>
                  </a:lnTo>
                  <a:lnTo>
                    <a:pt x="5201752" y="1389919"/>
                  </a:lnTo>
                  <a:lnTo>
                    <a:pt x="5201878" y="1389919"/>
                  </a:lnTo>
                  <a:lnTo>
                    <a:pt x="5202004" y="1389919"/>
                  </a:lnTo>
                  <a:lnTo>
                    <a:pt x="5202131" y="1389919"/>
                  </a:lnTo>
                  <a:lnTo>
                    <a:pt x="5202257" y="1389919"/>
                  </a:lnTo>
                  <a:lnTo>
                    <a:pt x="5202383" y="1389919"/>
                  </a:lnTo>
                  <a:lnTo>
                    <a:pt x="5202509" y="1389919"/>
                  </a:lnTo>
                  <a:lnTo>
                    <a:pt x="5202636" y="1389919"/>
                  </a:lnTo>
                  <a:lnTo>
                    <a:pt x="5202762" y="1389919"/>
                  </a:lnTo>
                  <a:lnTo>
                    <a:pt x="5202888" y="1389919"/>
                  </a:lnTo>
                  <a:lnTo>
                    <a:pt x="5203014" y="1389919"/>
                  </a:lnTo>
                  <a:lnTo>
                    <a:pt x="5203141" y="1389919"/>
                  </a:lnTo>
                  <a:lnTo>
                    <a:pt x="5203267" y="1389919"/>
                  </a:lnTo>
                  <a:lnTo>
                    <a:pt x="5203393" y="1389919"/>
                  </a:lnTo>
                  <a:lnTo>
                    <a:pt x="5203519" y="1389919"/>
                  </a:lnTo>
                  <a:lnTo>
                    <a:pt x="5203646" y="1389919"/>
                  </a:lnTo>
                  <a:lnTo>
                    <a:pt x="5203772" y="1389919"/>
                  </a:lnTo>
                  <a:lnTo>
                    <a:pt x="5203898" y="1389919"/>
                  </a:lnTo>
                  <a:lnTo>
                    <a:pt x="5204024" y="1389919"/>
                  </a:lnTo>
                  <a:lnTo>
                    <a:pt x="5204151" y="1389919"/>
                  </a:lnTo>
                  <a:lnTo>
                    <a:pt x="5204277" y="1389919"/>
                  </a:lnTo>
                  <a:lnTo>
                    <a:pt x="5204403" y="1389919"/>
                  </a:lnTo>
                  <a:lnTo>
                    <a:pt x="5204529" y="1389919"/>
                  </a:lnTo>
                  <a:lnTo>
                    <a:pt x="5204656" y="1389919"/>
                  </a:lnTo>
                  <a:lnTo>
                    <a:pt x="5204782" y="1389919"/>
                  </a:lnTo>
                  <a:lnTo>
                    <a:pt x="5204908" y="1389919"/>
                  </a:lnTo>
                  <a:lnTo>
                    <a:pt x="5205034" y="1389919"/>
                  </a:lnTo>
                  <a:lnTo>
                    <a:pt x="5205161" y="1389919"/>
                  </a:lnTo>
                  <a:lnTo>
                    <a:pt x="5205287" y="1389919"/>
                  </a:lnTo>
                  <a:lnTo>
                    <a:pt x="5205413" y="1389919"/>
                  </a:lnTo>
                  <a:lnTo>
                    <a:pt x="5205539" y="1389919"/>
                  </a:lnTo>
                  <a:lnTo>
                    <a:pt x="5205666" y="1389919"/>
                  </a:lnTo>
                  <a:lnTo>
                    <a:pt x="5205792" y="1389919"/>
                  </a:lnTo>
                  <a:lnTo>
                    <a:pt x="5205918" y="1389919"/>
                  </a:lnTo>
                  <a:lnTo>
                    <a:pt x="5206044" y="1389919"/>
                  </a:lnTo>
                  <a:lnTo>
                    <a:pt x="5206171" y="1389919"/>
                  </a:lnTo>
                  <a:lnTo>
                    <a:pt x="5206171" y="1385007"/>
                  </a:lnTo>
                  <a:lnTo>
                    <a:pt x="5206297" y="1385007"/>
                  </a:lnTo>
                  <a:lnTo>
                    <a:pt x="5206423" y="1385007"/>
                  </a:lnTo>
                  <a:lnTo>
                    <a:pt x="5206550" y="1385007"/>
                  </a:lnTo>
                  <a:lnTo>
                    <a:pt x="5206676" y="1385007"/>
                  </a:lnTo>
                  <a:lnTo>
                    <a:pt x="5206802" y="1385007"/>
                  </a:lnTo>
                  <a:lnTo>
                    <a:pt x="5206928" y="1385007"/>
                  </a:lnTo>
                  <a:lnTo>
                    <a:pt x="5207055" y="1385007"/>
                  </a:lnTo>
                  <a:lnTo>
                    <a:pt x="5207181" y="1385007"/>
                  </a:lnTo>
                  <a:lnTo>
                    <a:pt x="5207307" y="1385007"/>
                  </a:lnTo>
                  <a:lnTo>
                    <a:pt x="5207433" y="1385007"/>
                  </a:lnTo>
                  <a:lnTo>
                    <a:pt x="5207560" y="1385007"/>
                  </a:lnTo>
                  <a:lnTo>
                    <a:pt x="5207686" y="1385007"/>
                  </a:lnTo>
                  <a:lnTo>
                    <a:pt x="5207812" y="1385007"/>
                  </a:lnTo>
                  <a:lnTo>
                    <a:pt x="5207938" y="1385007"/>
                  </a:lnTo>
                  <a:lnTo>
                    <a:pt x="5208065" y="1385007"/>
                  </a:lnTo>
                  <a:lnTo>
                    <a:pt x="5208191" y="1385007"/>
                  </a:lnTo>
                  <a:lnTo>
                    <a:pt x="5208317" y="1385007"/>
                  </a:lnTo>
                  <a:lnTo>
                    <a:pt x="5208443" y="1385007"/>
                  </a:lnTo>
                  <a:lnTo>
                    <a:pt x="5208570" y="1385007"/>
                  </a:lnTo>
                  <a:lnTo>
                    <a:pt x="5208696" y="1385007"/>
                  </a:lnTo>
                  <a:lnTo>
                    <a:pt x="5208822" y="1385007"/>
                  </a:lnTo>
                  <a:lnTo>
                    <a:pt x="5208948" y="1385007"/>
                  </a:lnTo>
                  <a:lnTo>
                    <a:pt x="5209075" y="1385007"/>
                  </a:lnTo>
                  <a:lnTo>
                    <a:pt x="5209201" y="1385007"/>
                  </a:lnTo>
                  <a:lnTo>
                    <a:pt x="5209327" y="1385007"/>
                  </a:lnTo>
                  <a:lnTo>
                    <a:pt x="5209453" y="1385007"/>
                  </a:lnTo>
                  <a:lnTo>
                    <a:pt x="5209580" y="1385007"/>
                  </a:lnTo>
                  <a:lnTo>
                    <a:pt x="5209706" y="1385007"/>
                  </a:lnTo>
                  <a:lnTo>
                    <a:pt x="5209832" y="1385007"/>
                  </a:lnTo>
                  <a:lnTo>
                    <a:pt x="5209958" y="1385007"/>
                  </a:lnTo>
                  <a:lnTo>
                    <a:pt x="5210085" y="1385007"/>
                  </a:lnTo>
                  <a:lnTo>
                    <a:pt x="5210211" y="1385007"/>
                  </a:lnTo>
                  <a:lnTo>
                    <a:pt x="5210337" y="1385007"/>
                  </a:lnTo>
                  <a:lnTo>
                    <a:pt x="5210463" y="1385007"/>
                  </a:lnTo>
                  <a:lnTo>
                    <a:pt x="5210590" y="1385007"/>
                  </a:lnTo>
                  <a:lnTo>
                    <a:pt x="5210716" y="1385007"/>
                  </a:lnTo>
                  <a:lnTo>
                    <a:pt x="5210842" y="1385007"/>
                  </a:lnTo>
                  <a:lnTo>
                    <a:pt x="5210968" y="1385007"/>
                  </a:lnTo>
                  <a:lnTo>
                    <a:pt x="5211095" y="1385007"/>
                  </a:lnTo>
                  <a:lnTo>
                    <a:pt x="5211221" y="1385007"/>
                  </a:lnTo>
                  <a:lnTo>
                    <a:pt x="5211347" y="1385007"/>
                  </a:lnTo>
                  <a:lnTo>
                    <a:pt x="5211474" y="1385007"/>
                  </a:lnTo>
                  <a:lnTo>
                    <a:pt x="5211600" y="1385007"/>
                  </a:lnTo>
                  <a:lnTo>
                    <a:pt x="5211600" y="1380096"/>
                  </a:lnTo>
                  <a:lnTo>
                    <a:pt x="5211726" y="1380096"/>
                  </a:lnTo>
                  <a:lnTo>
                    <a:pt x="5211852" y="1380096"/>
                  </a:lnTo>
                  <a:lnTo>
                    <a:pt x="5211979" y="1380096"/>
                  </a:lnTo>
                  <a:lnTo>
                    <a:pt x="5212105" y="1380096"/>
                  </a:lnTo>
                  <a:lnTo>
                    <a:pt x="5212231" y="1380096"/>
                  </a:lnTo>
                  <a:lnTo>
                    <a:pt x="5212357" y="1380096"/>
                  </a:lnTo>
                  <a:lnTo>
                    <a:pt x="5212484" y="1380096"/>
                  </a:lnTo>
                  <a:lnTo>
                    <a:pt x="5212610" y="1380096"/>
                  </a:lnTo>
                  <a:lnTo>
                    <a:pt x="5212736" y="1380096"/>
                  </a:lnTo>
                  <a:lnTo>
                    <a:pt x="5212862" y="1380096"/>
                  </a:lnTo>
                  <a:lnTo>
                    <a:pt x="5212989" y="1380096"/>
                  </a:lnTo>
                  <a:lnTo>
                    <a:pt x="5213115" y="1380096"/>
                  </a:lnTo>
                  <a:lnTo>
                    <a:pt x="5213241" y="1380096"/>
                  </a:lnTo>
                  <a:lnTo>
                    <a:pt x="5213367" y="1380096"/>
                  </a:lnTo>
                  <a:lnTo>
                    <a:pt x="5213494" y="1380096"/>
                  </a:lnTo>
                  <a:lnTo>
                    <a:pt x="5213620" y="1380096"/>
                  </a:lnTo>
                  <a:lnTo>
                    <a:pt x="5213746" y="1380096"/>
                  </a:lnTo>
                  <a:lnTo>
                    <a:pt x="5213872" y="1380096"/>
                  </a:lnTo>
                  <a:lnTo>
                    <a:pt x="5213999" y="1380096"/>
                  </a:lnTo>
                  <a:lnTo>
                    <a:pt x="5214125" y="1380096"/>
                  </a:lnTo>
                  <a:lnTo>
                    <a:pt x="5214251" y="1380096"/>
                  </a:lnTo>
                  <a:lnTo>
                    <a:pt x="5214377" y="1380096"/>
                  </a:lnTo>
                  <a:lnTo>
                    <a:pt x="5214504" y="1380096"/>
                  </a:lnTo>
                  <a:lnTo>
                    <a:pt x="5214630" y="1380096"/>
                  </a:lnTo>
                  <a:lnTo>
                    <a:pt x="5214756" y="1380096"/>
                  </a:lnTo>
                  <a:lnTo>
                    <a:pt x="5214882" y="1380096"/>
                  </a:lnTo>
                  <a:lnTo>
                    <a:pt x="5215009" y="1380096"/>
                  </a:lnTo>
                  <a:lnTo>
                    <a:pt x="5215135" y="1380096"/>
                  </a:lnTo>
                  <a:lnTo>
                    <a:pt x="5215261" y="1380096"/>
                  </a:lnTo>
                  <a:lnTo>
                    <a:pt x="5215387" y="1380096"/>
                  </a:lnTo>
                  <a:lnTo>
                    <a:pt x="5215514" y="1380096"/>
                  </a:lnTo>
                  <a:lnTo>
                    <a:pt x="5215640" y="1380096"/>
                  </a:lnTo>
                  <a:lnTo>
                    <a:pt x="5215766" y="1380096"/>
                  </a:lnTo>
                  <a:lnTo>
                    <a:pt x="5215892" y="1380096"/>
                  </a:lnTo>
                  <a:lnTo>
                    <a:pt x="5216019" y="1380096"/>
                  </a:lnTo>
                  <a:lnTo>
                    <a:pt x="5216145" y="1380096"/>
                  </a:lnTo>
                  <a:lnTo>
                    <a:pt x="5216271" y="1380096"/>
                  </a:lnTo>
                  <a:lnTo>
                    <a:pt x="5216397" y="1380096"/>
                  </a:lnTo>
                  <a:lnTo>
                    <a:pt x="5216524" y="1380096"/>
                  </a:lnTo>
                  <a:lnTo>
                    <a:pt x="5216650" y="1380096"/>
                  </a:lnTo>
                  <a:lnTo>
                    <a:pt x="5216776" y="1380096"/>
                  </a:lnTo>
                  <a:lnTo>
                    <a:pt x="5216903" y="1380096"/>
                  </a:lnTo>
                  <a:lnTo>
                    <a:pt x="5217029" y="1380096"/>
                  </a:lnTo>
                  <a:lnTo>
                    <a:pt x="5217155" y="1380096"/>
                  </a:lnTo>
                  <a:lnTo>
                    <a:pt x="5217281" y="1380096"/>
                  </a:lnTo>
                  <a:lnTo>
                    <a:pt x="5217408" y="1380096"/>
                  </a:lnTo>
                  <a:lnTo>
                    <a:pt x="5217534" y="1380096"/>
                  </a:lnTo>
                  <a:lnTo>
                    <a:pt x="5217660" y="1380096"/>
                  </a:lnTo>
                  <a:lnTo>
                    <a:pt x="5217786" y="1380096"/>
                  </a:lnTo>
                  <a:lnTo>
                    <a:pt x="5217913" y="1380096"/>
                  </a:lnTo>
                  <a:lnTo>
                    <a:pt x="5218039" y="1380096"/>
                  </a:lnTo>
                  <a:lnTo>
                    <a:pt x="5218165" y="1380096"/>
                  </a:lnTo>
                  <a:lnTo>
                    <a:pt x="5218291" y="1380096"/>
                  </a:lnTo>
                  <a:lnTo>
                    <a:pt x="5218418" y="1380096"/>
                  </a:lnTo>
                  <a:lnTo>
                    <a:pt x="5218544" y="1380096"/>
                  </a:lnTo>
                  <a:lnTo>
                    <a:pt x="5218670" y="1380096"/>
                  </a:lnTo>
                  <a:lnTo>
                    <a:pt x="5218796" y="1380096"/>
                  </a:lnTo>
                  <a:lnTo>
                    <a:pt x="5218923" y="1380096"/>
                  </a:lnTo>
                  <a:lnTo>
                    <a:pt x="5219049" y="1380096"/>
                  </a:lnTo>
                  <a:lnTo>
                    <a:pt x="5219175" y="1380096"/>
                  </a:lnTo>
                  <a:lnTo>
                    <a:pt x="5219301" y="1380096"/>
                  </a:lnTo>
                  <a:lnTo>
                    <a:pt x="5219428" y="1380096"/>
                  </a:lnTo>
                  <a:lnTo>
                    <a:pt x="5219554" y="1380096"/>
                  </a:lnTo>
                  <a:lnTo>
                    <a:pt x="5219680" y="1380096"/>
                  </a:lnTo>
                  <a:lnTo>
                    <a:pt x="5219806" y="1380096"/>
                  </a:lnTo>
                  <a:lnTo>
                    <a:pt x="5219933" y="1380096"/>
                  </a:lnTo>
                  <a:lnTo>
                    <a:pt x="5220059" y="1380096"/>
                  </a:lnTo>
                  <a:lnTo>
                    <a:pt x="5220185" y="1380096"/>
                  </a:lnTo>
                  <a:lnTo>
                    <a:pt x="5220311" y="1380096"/>
                  </a:lnTo>
                  <a:lnTo>
                    <a:pt x="5220438" y="1380096"/>
                  </a:lnTo>
                  <a:lnTo>
                    <a:pt x="5220564" y="1380096"/>
                  </a:lnTo>
                  <a:lnTo>
                    <a:pt x="5220690" y="1380096"/>
                  </a:lnTo>
                  <a:lnTo>
                    <a:pt x="5220816" y="1380096"/>
                  </a:lnTo>
                  <a:lnTo>
                    <a:pt x="5220943" y="1380096"/>
                  </a:lnTo>
                  <a:lnTo>
                    <a:pt x="5221069" y="1380096"/>
                  </a:lnTo>
                  <a:lnTo>
                    <a:pt x="5221195" y="1380096"/>
                  </a:lnTo>
                  <a:lnTo>
                    <a:pt x="5221321" y="1380096"/>
                  </a:lnTo>
                  <a:lnTo>
                    <a:pt x="5221448" y="1380096"/>
                  </a:lnTo>
                  <a:lnTo>
                    <a:pt x="5221574" y="1380096"/>
                  </a:lnTo>
                  <a:lnTo>
                    <a:pt x="5221700" y="1380096"/>
                  </a:lnTo>
                  <a:lnTo>
                    <a:pt x="5221827" y="1380096"/>
                  </a:lnTo>
                  <a:lnTo>
                    <a:pt x="5221953" y="1380096"/>
                  </a:lnTo>
                  <a:lnTo>
                    <a:pt x="5222079" y="1380096"/>
                  </a:lnTo>
                  <a:lnTo>
                    <a:pt x="5222205" y="1380096"/>
                  </a:lnTo>
                  <a:lnTo>
                    <a:pt x="5222332" y="1380096"/>
                  </a:lnTo>
                  <a:lnTo>
                    <a:pt x="5222458" y="1380096"/>
                  </a:lnTo>
                  <a:lnTo>
                    <a:pt x="5222584" y="1380096"/>
                  </a:lnTo>
                  <a:lnTo>
                    <a:pt x="5222710" y="1380096"/>
                  </a:lnTo>
                  <a:lnTo>
                    <a:pt x="5222837" y="1380096"/>
                  </a:lnTo>
                  <a:lnTo>
                    <a:pt x="5222963" y="1380096"/>
                  </a:lnTo>
                  <a:lnTo>
                    <a:pt x="5223089" y="1380096"/>
                  </a:lnTo>
                  <a:lnTo>
                    <a:pt x="5223215" y="1380096"/>
                  </a:lnTo>
                  <a:lnTo>
                    <a:pt x="5223342" y="1380096"/>
                  </a:lnTo>
                  <a:lnTo>
                    <a:pt x="5223468" y="1380096"/>
                  </a:lnTo>
                  <a:lnTo>
                    <a:pt x="5223594" y="1380096"/>
                  </a:lnTo>
                  <a:lnTo>
                    <a:pt x="5223720" y="1380096"/>
                  </a:lnTo>
                  <a:lnTo>
                    <a:pt x="5223847" y="1380096"/>
                  </a:lnTo>
                  <a:lnTo>
                    <a:pt x="5223973" y="1380096"/>
                  </a:lnTo>
                  <a:lnTo>
                    <a:pt x="5224099" y="1380096"/>
                  </a:lnTo>
                  <a:lnTo>
                    <a:pt x="5224225" y="1380096"/>
                  </a:lnTo>
                  <a:lnTo>
                    <a:pt x="5224352" y="1380096"/>
                  </a:lnTo>
                  <a:lnTo>
                    <a:pt x="5224478" y="1380096"/>
                  </a:lnTo>
                  <a:lnTo>
                    <a:pt x="5224604" y="1380096"/>
                  </a:lnTo>
                  <a:lnTo>
                    <a:pt x="5224730" y="1380096"/>
                  </a:lnTo>
                  <a:lnTo>
                    <a:pt x="5224857" y="1380096"/>
                  </a:lnTo>
                  <a:lnTo>
                    <a:pt x="5224983" y="1380096"/>
                  </a:lnTo>
                  <a:lnTo>
                    <a:pt x="5225109" y="1380096"/>
                  </a:lnTo>
                  <a:lnTo>
                    <a:pt x="5225235" y="1380096"/>
                  </a:lnTo>
                  <a:lnTo>
                    <a:pt x="5225362" y="1380096"/>
                  </a:lnTo>
                  <a:lnTo>
                    <a:pt x="5225362" y="1375184"/>
                  </a:lnTo>
                  <a:lnTo>
                    <a:pt x="5225488" y="1375184"/>
                  </a:lnTo>
                  <a:lnTo>
                    <a:pt x="5225614" y="1375184"/>
                  </a:lnTo>
                  <a:lnTo>
                    <a:pt x="5225740" y="1375184"/>
                  </a:lnTo>
                  <a:lnTo>
                    <a:pt x="5225867" y="1375184"/>
                  </a:lnTo>
                  <a:lnTo>
                    <a:pt x="5225993" y="1375184"/>
                  </a:lnTo>
                  <a:lnTo>
                    <a:pt x="5226119" y="1375184"/>
                  </a:lnTo>
                  <a:lnTo>
                    <a:pt x="5226245" y="1375184"/>
                  </a:lnTo>
                  <a:lnTo>
                    <a:pt x="5226372" y="1375184"/>
                  </a:lnTo>
                  <a:lnTo>
                    <a:pt x="5226498" y="1375184"/>
                  </a:lnTo>
                  <a:lnTo>
                    <a:pt x="5226624" y="1375184"/>
                  </a:lnTo>
                  <a:lnTo>
                    <a:pt x="5226751" y="1375184"/>
                  </a:lnTo>
                  <a:lnTo>
                    <a:pt x="5226877" y="1375184"/>
                  </a:lnTo>
                  <a:lnTo>
                    <a:pt x="5227003" y="1375184"/>
                  </a:lnTo>
                  <a:lnTo>
                    <a:pt x="5227129" y="1375184"/>
                  </a:lnTo>
                  <a:lnTo>
                    <a:pt x="5227256" y="1375184"/>
                  </a:lnTo>
                  <a:lnTo>
                    <a:pt x="5227382" y="1375184"/>
                  </a:lnTo>
                  <a:lnTo>
                    <a:pt x="5227508" y="1375184"/>
                  </a:lnTo>
                  <a:lnTo>
                    <a:pt x="5227634" y="1375184"/>
                  </a:lnTo>
                  <a:lnTo>
                    <a:pt x="5227761" y="1375184"/>
                  </a:lnTo>
                  <a:lnTo>
                    <a:pt x="5227887" y="1375184"/>
                  </a:lnTo>
                  <a:lnTo>
                    <a:pt x="5228013" y="1375184"/>
                  </a:lnTo>
                  <a:lnTo>
                    <a:pt x="5228139" y="1375184"/>
                  </a:lnTo>
                  <a:lnTo>
                    <a:pt x="5228266" y="1375184"/>
                  </a:lnTo>
                  <a:lnTo>
                    <a:pt x="5228392" y="1375184"/>
                  </a:lnTo>
                  <a:lnTo>
                    <a:pt x="5228518" y="1375184"/>
                  </a:lnTo>
                  <a:lnTo>
                    <a:pt x="5228644" y="1375184"/>
                  </a:lnTo>
                  <a:lnTo>
                    <a:pt x="5228771" y="1375184"/>
                  </a:lnTo>
                  <a:lnTo>
                    <a:pt x="5228897" y="1375184"/>
                  </a:lnTo>
                  <a:lnTo>
                    <a:pt x="5229023" y="1375184"/>
                  </a:lnTo>
                  <a:lnTo>
                    <a:pt x="5229149" y="1375184"/>
                  </a:lnTo>
                  <a:lnTo>
                    <a:pt x="5229276" y="1375184"/>
                  </a:lnTo>
                  <a:lnTo>
                    <a:pt x="5229402" y="1375184"/>
                  </a:lnTo>
                  <a:lnTo>
                    <a:pt x="5229528" y="1375184"/>
                  </a:lnTo>
                  <a:lnTo>
                    <a:pt x="5229654" y="1375184"/>
                  </a:lnTo>
                  <a:lnTo>
                    <a:pt x="5229781" y="1375184"/>
                  </a:lnTo>
                  <a:lnTo>
                    <a:pt x="5229907" y="1375184"/>
                  </a:lnTo>
                  <a:lnTo>
                    <a:pt x="5230033" y="1375184"/>
                  </a:lnTo>
                  <a:lnTo>
                    <a:pt x="5230159" y="1375184"/>
                  </a:lnTo>
                  <a:lnTo>
                    <a:pt x="5230286" y="1375184"/>
                  </a:lnTo>
                  <a:lnTo>
                    <a:pt x="5230412" y="1375184"/>
                  </a:lnTo>
                  <a:lnTo>
                    <a:pt x="5230538" y="1375184"/>
                  </a:lnTo>
                  <a:lnTo>
                    <a:pt x="5230664" y="1375184"/>
                  </a:lnTo>
                  <a:lnTo>
                    <a:pt x="5230791" y="1375184"/>
                  </a:lnTo>
                  <a:lnTo>
                    <a:pt x="5230917" y="1375184"/>
                  </a:lnTo>
                  <a:lnTo>
                    <a:pt x="5231043" y="1375184"/>
                  </a:lnTo>
                  <a:lnTo>
                    <a:pt x="5231169" y="1375184"/>
                  </a:lnTo>
                  <a:lnTo>
                    <a:pt x="5231296" y="1375184"/>
                  </a:lnTo>
                  <a:lnTo>
                    <a:pt x="5231422" y="1375184"/>
                  </a:lnTo>
                  <a:lnTo>
                    <a:pt x="5231548" y="1375184"/>
                  </a:lnTo>
                  <a:lnTo>
                    <a:pt x="5231674" y="1375184"/>
                  </a:lnTo>
                  <a:lnTo>
                    <a:pt x="5231801" y="1375184"/>
                  </a:lnTo>
                  <a:lnTo>
                    <a:pt x="5231927" y="1375184"/>
                  </a:lnTo>
                  <a:lnTo>
                    <a:pt x="5232053" y="1375184"/>
                  </a:lnTo>
                  <a:lnTo>
                    <a:pt x="5232180" y="1375184"/>
                  </a:lnTo>
                  <a:lnTo>
                    <a:pt x="5232306" y="1375184"/>
                  </a:lnTo>
                  <a:lnTo>
                    <a:pt x="5232432" y="1375184"/>
                  </a:lnTo>
                  <a:lnTo>
                    <a:pt x="5232558" y="1375184"/>
                  </a:lnTo>
                  <a:lnTo>
                    <a:pt x="5232685" y="1375184"/>
                  </a:lnTo>
                  <a:lnTo>
                    <a:pt x="5232811" y="1375184"/>
                  </a:lnTo>
                  <a:lnTo>
                    <a:pt x="5232937" y="1375184"/>
                  </a:lnTo>
                  <a:lnTo>
                    <a:pt x="5233063" y="1375184"/>
                  </a:lnTo>
                  <a:lnTo>
                    <a:pt x="5233190" y="1375184"/>
                  </a:lnTo>
                  <a:lnTo>
                    <a:pt x="5233316" y="1375184"/>
                  </a:lnTo>
                  <a:lnTo>
                    <a:pt x="5233442" y="1375184"/>
                  </a:lnTo>
                  <a:lnTo>
                    <a:pt x="5233568" y="1375184"/>
                  </a:lnTo>
                  <a:lnTo>
                    <a:pt x="5233695" y="1375184"/>
                  </a:lnTo>
                  <a:lnTo>
                    <a:pt x="5233821" y="1375184"/>
                  </a:lnTo>
                  <a:lnTo>
                    <a:pt x="5233947" y="1375184"/>
                  </a:lnTo>
                  <a:lnTo>
                    <a:pt x="5234073" y="1375184"/>
                  </a:lnTo>
                  <a:lnTo>
                    <a:pt x="5234200" y="1375184"/>
                  </a:lnTo>
                  <a:lnTo>
                    <a:pt x="5234326" y="1375184"/>
                  </a:lnTo>
                  <a:lnTo>
                    <a:pt x="5234452" y="1375184"/>
                  </a:lnTo>
                  <a:lnTo>
                    <a:pt x="5234578" y="1375184"/>
                  </a:lnTo>
                  <a:lnTo>
                    <a:pt x="5234705" y="1375184"/>
                  </a:lnTo>
                  <a:lnTo>
                    <a:pt x="5234831" y="1375184"/>
                  </a:lnTo>
                  <a:lnTo>
                    <a:pt x="5234957" y="1375184"/>
                  </a:lnTo>
                  <a:lnTo>
                    <a:pt x="5235083" y="1375184"/>
                  </a:lnTo>
                  <a:lnTo>
                    <a:pt x="5235210" y="1375184"/>
                  </a:lnTo>
                  <a:lnTo>
                    <a:pt x="5235336" y="1375184"/>
                  </a:lnTo>
                  <a:lnTo>
                    <a:pt x="5235462" y="1375184"/>
                  </a:lnTo>
                  <a:lnTo>
                    <a:pt x="5235588" y="1375184"/>
                  </a:lnTo>
                  <a:lnTo>
                    <a:pt x="5235715" y="1375184"/>
                  </a:lnTo>
                  <a:lnTo>
                    <a:pt x="5235841" y="1375184"/>
                  </a:lnTo>
                  <a:lnTo>
                    <a:pt x="5235967" y="1375184"/>
                  </a:lnTo>
                  <a:lnTo>
                    <a:pt x="5236093" y="1375184"/>
                  </a:lnTo>
                  <a:lnTo>
                    <a:pt x="5236220" y="1375184"/>
                  </a:lnTo>
                  <a:lnTo>
                    <a:pt x="5236346" y="1375184"/>
                  </a:lnTo>
                  <a:lnTo>
                    <a:pt x="5236472" y="1375184"/>
                  </a:lnTo>
                  <a:lnTo>
                    <a:pt x="5236598" y="1375184"/>
                  </a:lnTo>
                  <a:lnTo>
                    <a:pt x="5236725" y="1375184"/>
                  </a:lnTo>
                  <a:lnTo>
                    <a:pt x="5236851" y="1375184"/>
                  </a:lnTo>
                  <a:lnTo>
                    <a:pt x="5236977" y="1375184"/>
                  </a:lnTo>
                  <a:lnTo>
                    <a:pt x="5236977" y="1370273"/>
                  </a:lnTo>
                  <a:lnTo>
                    <a:pt x="5237104" y="1370273"/>
                  </a:lnTo>
                  <a:lnTo>
                    <a:pt x="5237230" y="1370273"/>
                  </a:lnTo>
                  <a:lnTo>
                    <a:pt x="5237356" y="1370273"/>
                  </a:lnTo>
                  <a:lnTo>
                    <a:pt x="5237482" y="1370273"/>
                  </a:lnTo>
                  <a:lnTo>
                    <a:pt x="5237609" y="1370273"/>
                  </a:lnTo>
                  <a:lnTo>
                    <a:pt x="5237735" y="1370273"/>
                  </a:lnTo>
                  <a:lnTo>
                    <a:pt x="5237735" y="1365362"/>
                  </a:lnTo>
                  <a:lnTo>
                    <a:pt x="5237861" y="1365362"/>
                  </a:lnTo>
                  <a:lnTo>
                    <a:pt x="5237987" y="1365362"/>
                  </a:lnTo>
                  <a:lnTo>
                    <a:pt x="5238114" y="1365362"/>
                  </a:lnTo>
                  <a:lnTo>
                    <a:pt x="5238240" y="1365362"/>
                  </a:lnTo>
                  <a:lnTo>
                    <a:pt x="5238366" y="1365362"/>
                  </a:lnTo>
                  <a:lnTo>
                    <a:pt x="5238492" y="1365362"/>
                  </a:lnTo>
                  <a:lnTo>
                    <a:pt x="5238619" y="1365362"/>
                  </a:lnTo>
                  <a:lnTo>
                    <a:pt x="5238745" y="1365362"/>
                  </a:lnTo>
                  <a:lnTo>
                    <a:pt x="5238871" y="1365362"/>
                  </a:lnTo>
                  <a:lnTo>
                    <a:pt x="5238997" y="1365362"/>
                  </a:lnTo>
                  <a:lnTo>
                    <a:pt x="5239124" y="1365362"/>
                  </a:lnTo>
                  <a:lnTo>
                    <a:pt x="5239250" y="1365362"/>
                  </a:lnTo>
                  <a:lnTo>
                    <a:pt x="5239250" y="1360450"/>
                  </a:lnTo>
                  <a:lnTo>
                    <a:pt x="5239376" y="1360450"/>
                  </a:lnTo>
                  <a:lnTo>
                    <a:pt x="5239502" y="1360450"/>
                  </a:lnTo>
                  <a:lnTo>
                    <a:pt x="5239629" y="1360450"/>
                  </a:lnTo>
                  <a:lnTo>
                    <a:pt x="5239755" y="1360450"/>
                  </a:lnTo>
                  <a:lnTo>
                    <a:pt x="5239881" y="1360450"/>
                  </a:lnTo>
                  <a:lnTo>
                    <a:pt x="5240007" y="1360450"/>
                  </a:lnTo>
                  <a:lnTo>
                    <a:pt x="5240134" y="1360450"/>
                  </a:lnTo>
                  <a:lnTo>
                    <a:pt x="5240260" y="1360450"/>
                  </a:lnTo>
                  <a:lnTo>
                    <a:pt x="5240386" y="1360450"/>
                  </a:lnTo>
                  <a:lnTo>
                    <a:pt x="5240512" y="1360450"/>
                  </a:lnTo>
                  <a:lnTo>
                    <a:pt x="5240639" y="1360450"/>
                  </a:lnTo>
                  <a:lnTo>
                    <a:pt x="5240765" y="1360450"/>
                  </a:lnTo>
                  <a:lnTo>
                    <a:pt x="5240891" y="1360450"/>
                  </a:lnTo>
                  <a:lnTo>
                    <a:pt x="5241017" y="1360450"/>
                  </a:lnTo>
                  <a:lnTo>
                    <a:pt x="5241144" y="1360450"/>
                  </a:lnTo>
                  <a:lnTo>
                    <a:pt x="5241270" y="1360450"/>
                  </a:lnTo>
                  <a:lnTo>
                    <a:pt x="5241396" y="1360450"/>
                  </a:lnTo>
                  <a:lnTo>
                    <a:pt x="5241522" y="1360450"/>
                  </a:lnTo>
                  <a:lnTo>
                    <a:pt x="5241649" y="1360450"/>
                  </a:lnTo>
                  <a:lnTo>
                    <a:pt x="5241775" y="1360450"/>
                  </a:lnTo>
                  <a:lnTo>
                    <a:pt x="5241901" y="1360450"/>
                  </a:lnTo>
                  <a:lnTo>
                    <a:pt x="5242027" y="1360450"/>
                  </a:lnTo>
                  <a:lnTo>
                    <a:pt x="5242154" y="1360450"/>
                  </a:lnTo>
                  <a:lnTo>
                    <a:pt x="5242280" y="1360450"/>
                  </a:lnTo>
                  <a:lnTo>
                    <a:pt x="5242406" y="1360450"/>
                  </a:lnTo>
                  <a:lnTo>
                    <a:pt x="5242533" y="1360450"/>
                  </a:lnTo>
                  <a:lnTo>
                    <a:pt x="5242659" y="1360450"/>
                  </a:lnTo>
                  <a:lnTo>
                    <a:pt x="5242785" y="1360450"/>
                  </a:lnTo>
                  <a:lnTo>
                    <a:pt x="5242911" y="1360450"/>
                  </a:lnTo>
                  <a:lnTo>
                    <a:pt x="5243038" y="1360450"/>
                  </a:lnTo>
                  <a:lnTo>
                    <a:pt x="5243164" y="1360450"/>
                  </a:lnTo>
                  <a:lnTo>
                    <a:pt x="5243290" y="1360450"/>
                  </a:lnTo>
                  <a:lnTo>
                    <a:pt x="5243416" y="1360450"/>
                  </a:lnTo>
                  <a:lnTo>
                    <a:pt x="5243543" y="1360450"/>
                  </a:lnTo>
                  <a:lnTo>
                    <a:pt x="5243669" y="1360450"/>
                  </a:lnTo>
                  <a:lnTo>
                    <a:pt x="5243795" y="1360450"/>
                  </a:lnTo>
                  <a:lnTo>
                    <a:pt x="5243921" y="1360450"/>
                  </a:lnTo>
                  <a:lnTo>
                    <a:pt x="5244048" y="1360450"/>
                  </a:lnTo>
                  <a:lnTo>
                    <a:pt x="5244174" y="1360450"/>
                  </a:lnTo>
                  <a:lnTo>
                    <a:pt x="5244300" y="1360450"/>
                  </a:lnTo>
                  <a:lnTo>
                    <a:pt x="5244426" y="1360450"/>
                  </a:lnTo>
                  <a:lnTo>
                    <a:pt x="5244553" y="1360450"/>
                  </a:lnTo>
                  <a:lnTo>
                    <a:pt x="5244679" y="1360450"/>
                  </a:lnTo>
                  <a:lnTo>
                    <a:pt x="5244805" y="1360450"/>
                  </a:lnTo>
                  <a:lnTo>
                    <a:pt x="5244931" y="1360450"/>
                  </a:lnTo>
                  <a:lnTo>
                    <a:pt x="5245058" y="1360450"/>
                  </a:lnTo>
                  <a:lnTo>
                    <a:pt x="5245184" y="1360450"/>
                  </a:lnTo>
                  <a:lnTo>
                    <a:pt x="5245310" y="1360450"/>
                  </a:lnTo>
                  <a:lnTo>
                    <a:pt x="5245436" y="1360450"/>
                  </a:lnTo>
                  <a:lnTo>
                    <a:pt x="5245563" y="1360450"/>
                  </a:lnTo>
                  <a:lnTo>
                    <a:pt x="5245689" y="1360450"/>
                  </a:lnTo>
                  <a:lnTo>
                    <a:pt x="5245815" y="1360450"/>
                  </a:lnTo>
                  <a:lnTo>
                    <a:pt x="5245941" y="1360450"/>
                  </a:lnTo>
                  <a:lnTo>
                    <a:pt x="5246068" y="1360450"/>
                  </a:lnTo>
                  <a:lnTo>
                    <a:pt x="5246194" y="1360450"/>
                  </a:lnTo>
                  <a:lnTo>
                    <a:pt x="5246320" y="1360450"/>
                  </a:lnTo>
                  <a:lnTo>
                    <a:pt x="5246446" y="1360450"/>
                  </a:lnTo>
                  <a:lnTo>
                    <a:pt x="5246573" y="1360450"/>
                  </a:lnTo>
                  <a:lnTo>
                    <a:pt x="5246699" y="1360450"/>
                  </a:lnTo>
                  <a:lnTo>
                    <a:pt x="5246825" y="1360450"/>
                  </a:lnTo>
                  <a:lnTo>
                    <a:pt x="5246951" y="1360450"/>
                  </a:lnTo>
                  <a:lnTo>
                    <a:pt x="5247078" y="1360450"/>
                  </a:lnTo>
                  <a:lnTo>
                    <a:pt x="5247204" y="1360450"/>
                  </a:lnTo>
                  <a:lnTo>
                    <a:pt x="5247330" y="1360450"/>
                  </a:lnTo>
                  <a:lnTo>
                    <a:pt x="5247457" y="1360450"/>
                  </a:lnTo>
                  <a:lnTo>
                    <a:pt x="5247583" y="1360450"/>
                  </a:lnTo>
                  <a:lnTo>
                    <a:pt x="5247709" y="1360450"/>
                  </a:lnTo>
                  <a:lnTo>
                    <a:pt x="5247835" y="1360450"/>
                  </a:lnTo>
                  <a:lnTo>
                    <a:pt x="5247962" y="1360450"/>
                  </a:lnTo>
                  <a:lnTo>
                    <a:pt x="5248088" y="1360450"/>
                  </a:lnTo>
                  <a:lnTo>
                    <a:pt x="5248214" y="1360450"/>
                  </a:lnTo>
                  <a:lnTo>
                    <a:pt x="5248340" y="1360450"/>
                  </a:lnTo>
                  <a:lnTo>
                    <a:pt x="5248467" y="1360450"/>
                  </a:lnTo>
                  <a:lnTo>
                    <a:pt x="5248593" y="1360450"/>
                  </a:lnTo>
                  <a:lnTo>
                    <a:pt x="5248719" y="1360450"/>
                  </a:lnTo>
                  <a:lnTo>
                    <a:pt x="5248845" y="1360450"/>
                  </a:lnTo>
                  <a:lnTo>
                    <a:pt x="5248972" y="1360450"/>
                  </a:lnTo>
                  <a:lnTo>
                    <a:pt x="5249098" y="1360450"/>
                  </a:lnTo>
                  <a:lnTo>
                    <a:pt x="5249224" y="1360450"/>
                  </a:lnTo>
                  <a:lnTo>
                    <a:pt x="5249350" y="1360450"/>
                  </a:lnTo>
                  <a:lnTo>
                    <a:pt x="5249477" y="1360450"/>
                  </a:lnTo>
                  <a:lnTo>
                    <a:pt x="5249603" y="1360450"/>
                  </a:lnTo>
                  <a:lnTo>
                    <a:pt x="5249729" y="1360450"/>
                  </a:lnTo>
                  <a:lnTo>
                    <a:pt x="5249855" y="1360450"/>
                  </a:lnTo>
                  <a:lnTo>
                    <a:pt x="5249982" y="1360450"/>
                  </a:lnTo>
                  <a:lnTo>
                    <a:pt x="5250108" y="1360450"/>
                  </a:lnTo>
                  <a:lnTo>
                    <a:pt x="5250234" y="1360450"/>
                  </a:lnTo>
                  <a:lnTo>
                    <a:pt x="5250360" y="1360450"/>
                  </a:lnTo>
                  <a:lnTo>
                    <a:pt x="5250487" y="1360450"/>
                  </a:lnTo>
                  <a:lnTo>
                    <a:pt x="5250613" y="1360450"/>
                  </a:lnTo>
                  <a:lnTo>
                    <a:pt x="5250739" y="1360450"/>
                  </a:lnTo>
                  <a:lnTo>
                    <a:pt x="5250865" y="1360450"/>
                  </a:lnTo>
                  <a:lnTo>
                    <a:pt x="5250992" y="1360450"/>
                  </a:lnTo>
                  <a:lnTo>
                    <a:pt x="5251118" y="1360450"/>
                  </a:lnTo>
                  <a:lnTo>
                    <a:pt x="5251244" y="1360450"/>
                  </a:lnTo>
                  <a:lnTo>
                    <a:pt x="5251370" y="1360450"/>
                  </a:lnTo>
                  <a:lnTo>
                    <a:pt x="5251497" y="1360450"/>
                  </a:lnTo>
                  <a:lnTo>
                    <a:pt x="5251623" y="1360450"/>
                  </a:lnTo>
                  <a:lnTo>
                    <a:pt x="5251749" y="1360450"/>
                  </a:lnTo>
                  <a:lnTo>
                    <a:pt x="5251875" y="1360450"/>
                  </a:lnTo>
                  <a:lnTo>
                    <a:pt x="5252002" y="1360450"/>
                  </a:lnTo>
                  <a:lnTo>
                    <a:pt x="5252128" y="1360450"/>
                  </a:lnTo>
                  <a:lnTo>
                    <a:pt x="5252254" y="1360450"/>
                  </a:lnTo>
                  <a:lnTo>
                    <a:pt x="5252380" y="1360450"/>
                  </a:lnTo>
                  <a:lnTo>
                    <a:pt x="5252507" y="1360450"/>
                  </a:lnTo>
                  <a:lnTo>
                    <a:pt x="5252633" y="1360450"/>
                  </a:lnTo>
                  <a:lnTo>
                    <a:pt x="5252759" y="1360450"/>
                  </a:lnTo>
                  <a:lnTo>
                    <a:pt x="5252886" y="1360450"/>
                  </a:lnTo>
                  <a:lnTo>
                    <a:pt x="5253012" y="1360450"/>
                  </a:lnTo>
                  <a:lnTo>
                    <a:pt x="5253138" y="1360450"/>
                  </a:lnTo>
                  <a:lnTo>
                    <a:pt x="5253264" y="1360450"/>
                  </a:lnTo>
                  <a:lnTo>
                    <a:pt x="5253391" y="1360450"/>
                  </a:lnTo>
                  <a:lnTo>
                    <a:pt x="5253517" y="1360450"/>
                  </a:lnTo>
                  <a:lnTo>
                    <a:pt x="5253643" y="1360450"/>
                  </a:lnTo>
                  <a:lnTo>
                    <a:pt x="5253769" y="1360450"/>
                  </a:lnTo>
                  <a:lnTo>
                    <a:pt x="5253896" y="1360450"/>
                  </a:lnTo>
                  <a:lnTo>
                    <a:pt x="5254022" y="1360450"/>
                  </a:lnTo>
                  <a:lnTo>
                    <a:pt x="5254148" y="1360450"/>
                  </a:lnTo>
                  <a:lnTo>
                    <a:pt x="5254274" y="1360450"/>
                  </a:lnTo>
                  <a:lnTo>
                    <a:pt x="5254401" y="1360450"/>
                  </a:lnTo>
                  <a:lnTo>
                    <a:pt x="5254527" y="1360450"/>
                  </a:lnTo>
                  <a:lnTo>
                    <a:pt x="5254653" y="1360450"/>
                  </a:lnTo>
                  <a:lnTo>
                    <a:pt x="5254779" y="1360450"/>
                  </a:lnTo>
                  <a:lnTo>
                    <a:pt x="5254906" y="1360450"/>
                  </a:lnTo>
                  <a:lnTo>
                    <a:pt x="5255032" y="1360450"/>
                  </a:lnTo>
                  <a:lnTo>
                    <a:pt x="5255158" y="1360450"/>
                  </a:lnTo>
                  <a:lnTo>
                    <a:pt x="5255284" y="1360450"/>
                  </a:lnTo>
                  <a:lnTo>
                    <a:pt x="5255411" y="1360450"/>
                  </a:lnTo>
                  <a:lnTo>
                    <a:pt x="5255537" y="1360450"/>
                  </a:lnTo>
                  <a:lnTo>
                    <a:pt x="5255663" y="1360450"/>
                  </a:lnTo>
                  <a:lnTo>
                    <a:pt x="5255789" y="1360450"/>
                  </a:lnTo>
                  <a:lnTo>
                    <a:pt x="5255916" y="1360450"/>
                  </a:lnTo>
                  <a:lnTo>
                    <a:pt x="5256042" y="1360450"/>
                  </a:lnTo>
                  <a:lnTo>
                    <a:pt x="5256168" y="1360450"/>
                  </a:lnTo>
                  <a:lnTo>
                    <a:pt x="5256294" y="1360450"/>
                  </a:lnTo>
                  <a:lnTo>
                    <a:pt x="5256421" y="1360450"/>
                  </a:lnTo>
                  <a:lnTo>
                    <a:pt x="5256547" y="1360450"/>
                  </a:lnTo>
                  <a:lnTo>
                    <a:pt x="5256673" y="1360450"/>
                  </a:lnTo>
                  <a:lnTo>
                    <a:pt x="5256799" y="1360450"/>
                  </a:lnTo>
                  <a:lnTo>
                    <a:pt x="5256926" y="1360450"/>
                  </a:lnTo>
                  <a:lnTo>
                    <a:pt x="5257052" y="1360450"/>
                  </a:lnTo>
                  <a:lnTo>
                    <a:pt x="5257178" y="1360450"/>
                  </a:lnTo>
                  <a:lnTo>
                    <a:pt x="5257304" y="1360450"/>
                  </a:lnTo>
                  <a:lnTo>
                    <a:pt x="5257431" y="1360450"/>
                  </a:lnTo>
                  <a:lnTo>
                    <a:pt x="5257557" y="1360450"/>
                  </a:lnTo>
                  <a:lnTo>
                    <a:pt x="5257683" y="1360450"/>
                  </a:lnTo>
                  <a:lnTo>
                    <a:pt x="5257810" y="1360450"/>
                  </a:lnTo>
                  <a:lnTo>
                    <a:pt x="5257936" y="1360450"/>
                  </a:lnTo>
                  <a:lnTo>
                    <a:pt x="5258062" y="1360450"/>
                  </a:lnTo>
                  <a:lnTo>
                    <a:pt x="5258188" y="1360450"/>
                  </a:lnTo>
                  <a:lnTo>
                    <a:pt x="5258315" y="1360450"/>
                  </a:lnTo>
                  <a:lnTo>
                    <a:pt x="5258441" y="1360450"/>
                  </a:lnTo>
                  <a:lnTo>
                    <a:pt x="5258567" y="1360450"/>
                  </a:lnTo>
                  <a:lnTo>
                    <a:pt x="5258693" y="1360450"/>
                  </a:lnTo>
                  <a:lnTo>
                    <a:pt x="5258820" y="1360450"/>
                  </a:lnTo>
                  <a:lnTo>
                    <a:pt x="5258946" y="1360450"/>
                  </a:lnTo>
                  <a:lnTo>
                    <a:pt x="5259072" y="1360450"/>
                  </a:lnTo>
                  <a:lnTo>
                    <a:pt x="5259198" y="1360450"/>
                  </a:lnTo>
                  <a:lnTo>
                    <a:pt x="5259325" y="1360450"/>
                  </a:lnTo>
                  <a:lnTo>
                    <a:pt x="5259451" y="1360450"/>
                  </a:lnTo>
                  <a:lnTo>
                    <a:pt x="5259577" y="1360450"/>
                  </a:lnTo>
                  <a:lnTo>
                    <a:pt x="5259703" y="1360450"/>
                  </a:lnTo>
                  <a:lnTo>
                    <a:pt x="5259830" y="1360450"/>
                  </a:lnTo>
                  <a:lnTo>
                    <a:pt x="5259956" y="1360450"/>
                  </a:lnTo>
                  <a:lnTo>
                    <a:pt x="5260082" y="1360450"/>
                  </a:lnTo>
                  <a:lnTo>
                    <a:pt x="5260208" y="1360450"/>
                  </a:lnTo>
                  <a:lnTo>
                    <a:pt x="5260335" y="1360450"/>
                  </a:lnTo>
                  <a:lnTo>
                    <a:pt x="5260461" y="1360450"/>
                  </a:lnTo>
                  <a:lnTo>
                    <a:pt x="5260587" y="1360450"/>
                  </a:lnTo>
                  <a:lnTo>
                    <a:pt x="5260713" y="1360450"/>
                  </a:lnTo>
                  <a:lnTo>
                    <a:pt x="5260840" y="1360450"/>
                  </a:lnTo>
                  <a:lnTo>
                    <a:pt x="5260966" y="1360450"/>
                  </a:lnTo>
                  <a:lnTo>
                    <a:pt x="5261092" y="1360450"/>
                  </a:lnTo>
                  <a:lnTo>
                    <a:pt x="5261218" y="1360450"/>
                  </a:lnTo>
                  <a:lnTo>
                    <a:pt x="5261345" y="1360450"/>
                  </a:lnTo>
                  <a:lnTo>
                    <a:pt x="5261471" y="1360450"/>
                  </a:lnTo>
                  <a:lnTo>
                    <a:pt x="5261597" y="1360450"/>
                  </a:lnTo>
                  <a:lnTo>
                    <a:pt x="5261723" y="1360450"/>
                  </a:lnTo>
                  <a:lnTo>
                    <a:pt x="5261850" y="1360450"/>
                  </a:lnTo>
                  <a:lnTo>
                    <a:pt x="5261976" y="1360450"/>
                  </a:lnTo>
                  <a:lnTo>
                    <a:pt x="5262102" y="1360450"/>
                  </a:lnTo>
                  <a:lnTo>
                    <a:pt x="5262228" y="1360450"/>
                  </a:lnTo>
                  <a:lnTo>
                    <a:pt x="5262355" y="1360450"/>
                  </a:lnTo>
                  <a:lnTo>
                    <a:pt x="5262481" y="1360450"/>
                  </a:lnTo>
                  <a:lnTo>
                    <a:pt x="5262607" y="1360450"/>
                  </a:lnTo>
                  <a:lnTo>
                    <a:pt x="5262733" y="1360450"/>
                  </a:lnTo>
                  <a:lnTo>
                    <a:pt x="5262860" y="1360450"/>
                  </a:lnTo>
                  <a:lnTo>
                    <a:pt x="5262986" y="1360450"/>
                  </a:lnTo>
                  <a:lnTo>
                    <a:pt x="5263112" y="1360450"/>
                  </a:lnTo>
                  <a:lnTo>
                    <a:pt x="5263239" y="1360450"/>
                  </a:lnTo>
                  <a:lnTo>
                    <a:pt x="5263365" y="1360450"/>
                  </a:lnTo>
                  <a:lnTo>
                    <a:pt x="5263491" y="1360450"/>
                  </a:lnTo>
                  <a:lnTo>
                    <a:pt x="5263617" y="1360450"/>
                  </a:lnTo>
                  <a:lnTo>
                    <a:pt x="5263744" y="1360450"/>
                  </a:lnTo>
                  <a:lnTo>
                    <a:pt x="5263870" y="1360450"/>
                  </a:lnTo>
                  <a:lnTo>
                    <a:pt x="5263996" y="1360450"/>
                  </a:lnTo>
                  <a:lnTo>
                    <a:pt x="5264122" y="1360450"/>
                  </a:lnTo>
                  <a:lnTo>
                    <a:pt x="5264249" y="1360450"/>
                  </a:lnTo>
                  <a:lnTo>
                    <a:pt x="5264249" y="1355539"/>
                  </a:lnTo>
                  <a:lnTo>
                    <a:pt x="5264375" y="1355539"/>
                  </a:lnTo>
                  <a:lnTo>
                    <a:pt x="5264501" y="1355539"/>
                  </a:lnTo>
                  <a:lnTo>
                    <a:pt x="5264627" y="1355539"/>
                  </a:lnTo>
                  <a:lnTo>
                    <a:pt x="5264754" y="1355539"/>
                  </a:lnTo>
                  <a:lnTo>
                    <a:pt x="5264754" y="1350628"/>
                  </a:lnTo>
                  <a:lnTo>
                    <a:pt x="5264880" y="1350628"/>
                  </a:lnTo>
                  <a:lnTo>
                    <a:pt x="5265006" y="1350628"/>
                  </a:lnTo>
                  <a:lnTo>
                    <a:pt x="5265132" y="1350628"/>
                  </a:lnTo>
                  <a:lnTo>
                    <a:pt x="5265259" y="1350628"/>
                  </a:lnTo>
                  <a:lnTo>
                    <a:pt x="5265385" y="1350628"/>
                  </a:lnTo>
                  <a:lnTo>
                    <a:pt x="5265511" y="1350628"/>
                  </a:lnTo>
                  <a:lnTo>
                    <a:pt x="5265637" y="1350628"/>
                  </a:lnTo>
                  <a:lnTo>
                    <a:pt x="5265764" y="1350628"/>
                  </a:lnTo>
                  <a:lnTo>
                    <a:pt x="5265890" y="1350628"/>
                  </a:lnTo>
                  <a:lnTo>
                    <a:pt x="5265890" y="1345716"/>
                  </a:lnTo>
                  <a:lnTo>
                    <a:pt x="5266016" y="1345716"/>
                  </a:lnTo>
                  <a:lnTo>
                    <a:pt x="5266142" y="1345716"/>
                  </a:lnTo>
                  <a:lnTo>
                    <a:pt x="5266269" y="1345716"/>
                  </a:lnTo>
                  <a:lnTo>
                    <a:pt x="5266395" y="1345716"/>
                  </a:lnTo>
                  <a:lnTo>
                    <a:pt x="5266521" y="1345716"/>
                  </a:lnTo>
                  <a:lnTo>
                    <a:pt x="5266647" y="1345716"/>
                  </a:lnTo>
                  <a:lnTo>
                    <a:pt x="5266774" y="1345716"/>
                  </a:lnTo>
                  <a:lnTo>
                    <a:pt x="5266900" y="1345716"/>
                  </a:lnTo>
                  <a:lnTo>
                    <a:pt x="5267026" y="1345716"/>
                  </a:lnTo>
                  <a:lnTo>
                    <a:pt x="5267152" y="1345716"/>
                  </a:lnTo>
                  <a:lnTo>
                    <a:pt x="5267279" y="1345716"/>
                  </a:lnTo>
                  <a:lnTo>
                    <a:pt x="5267405" y="1345716"/>
                  </a:lnTo>
                  <a:lnTo>
                    <a:pt x="5267531" y="1345716"/>
                  </a:lnTo>
                  <a:lnTo>
                    <a:pt x="5267657" y="1345716"/>
                  </a:lnTo>
                  <a:lnTo>
                    <a:pt x="5267784" y="1345716"/>
                  </a:lnTo>
                  <a:lnTo>
                    <a:pt x="5267910" y="1345716"/>
                  </a:lnTo>
                  <a:lnTo>
                    <a:pt x="5268036" y="1345716"/>
                  </a:lnTo>
                  <a:lnTo>
                    <a:pt x="5268163" y="1345716"/>
                  </a:lnTo>
                  <a:lnTo>
                    <a:pt x="5268289" y="1345716"/>
                  </a:lnTo>
                  <a:lnTo>
                    <a:pt x="5268415" y="1345716"/>
                  </a:lnTo>
                  <a:lnTo>
                    <a:pt x="5268541" y="1345716"/>
                  </a:lnTo>
                  <a:lnTo>
                    <a:pt x="5268668" y="1345716"/>
                  </a:lnTo>
                  <a:lnTo>
                    <a:pt x="5268794" y="1345716"/>
                  </a:lnTo>
                  <a:lnTo>
                    <a:pt x="5268920" y="1345716"/>
                  </a:lnTo>
                  <a:lnTo>
                    <a:pt x="5269046" y="1345716"/>
                  </a:lnTo>
                  <a:lnTo>
                    <a:pt x="5269173" y="1345716"/>
                  </a:lnTo>
                  <a:lnTo>
                    <a:pt x="5269299" y="1345716"/>
                  </a:lnTo>
                  <a:lnTo>
                    <a:pt x="5269425" y="1345716"/>
                  </a:lnTo>
                  <a:lnTo>
                    <a:pt x="5269425" y="1340805"/>
                  </a:lnTo>
                  <a:lnTo>
                    <a:pt x="5269551" y="1340805"/>
                  </a:lnTo>
                  <a:lnTo>
                    <a:pt x="5269678" y="1340805"/>
                  </a:lnTo>
                  <a:lnTo>
                    <a:pt x="5269804" y="1340805"/>
                  </a:lnTo>
                  <a:lnTo>
                    <a:pt x="5269930" y="1340805"/>
                  </a:lnTo>
                  <a:lnTo>
                    <a:pt x="5270056" y="1340805"/>
                  </a:lnTo>
                  <a:lnTo>
                    <a:pt x="5270183" y="1340805"/>
                  </a:lnTo>
                  <a:lnTo>
                    <a:pt x="5270309" y="1340805"/>
                  </a:lnTo>
                  <a:lnTo>
                    <a:pt x="5270435" y="1340805"/>
                  </a:lnTo>
                  <a:lnTo>
                    <a:pt x="5270561" y="1340805"/>
                  </a:lnTo>
                  <a:lnTo>
                    <a:pt x="5270688" y="1340805"/>
                  </a:lnTo>
                  <a:lnTo>
                    <a:pt x="5270814" y="1340805"/>
                  </a:lnTo>
                  <a:lnTo>
                    <a:pt x="5270940" y="1340805"/>
                  </a:lnTo>
                  <a:lnTo>
                    <a:pt x="5271066" y="1340805"/>
                  </a:lnTo>
                  <a:lnTo>
                    <a:pt x="5271193" y="1340805"/>
                  </a:lnTo>
                  <a:lnTo>
                    <a:pt x="5271319" y="1340805"/>
                  </a:lnTo>
                  <a:lnTo>
                    <a:pt x="5271445" y="1340805"/>
                  </a:lnTo>
                  <a:lnTo>
                    <a:pt x="5271571" y="1340805"/>
                  </a:lnTo>
                  <a:lnTo>
                    <a:pt x="5271698" y="1340805"/>
                  </a:lnTo>
                  <a:lnTo>
                    <a:pt x="5271824" y="1340805"/>
                  </a:lnTo>
                  <a:lnTo>
                    <a:pt x="5271950" y="1340805"/>
                  </a:lnTo>
                  <a:lnTo>
                    <a:pt x="5272076" y="1340805"/>
                  </a:lnTo>
                  <a:lnTo>
                    <a:pt x="5272203" y="1340805"/>
                  </a:lnTo>
                  <a:lnTo>
                    <a:pt x="5272329" y="1340805"/>
                  </a:lnTo>
                  <a:lnTo>
                    <a:pt x="5272455" y="1340805"/>
                  </a:lnTo>
                  <a:lnTo>
                    <a:pt x="5272581" y="1340805"/>
                  </a:lnTo>
                  <a:lnTo>
                    <a:pt x="5272708" y="1340805"/>
                  </a:lnTo>
                  <a:lnTo>
                    <a:pt x="5272834" y="1340805"/>
                  </a:lnTo>
                  <a:lnTo>
                    <a:pt x="5272960" y="1340805"/>
                  </a:lnTo>
                  <a:lnTo>
                    <a:pt x="5273086" y="1340805"/>
                  </a:lnTo>
                  <a:lnTo>
                    <a:pt x="5273213" y="1340805"/>
                  </a:lnTo>
                  <a:lnTo>
                    <a:pt x="5273339" y="1340805"/>
                  </a:lnTo>
                  <a:lnTo>
                    <a:pt x="5273465" y="1340805"/>
                  </a:lnTo>
                  <a:lnTo>
                    <a:pt x="5273592" y="1340805"/>
                  </a:lnTo>
                  <a:lnTo>
                    <a:pt x="5273718" y="1340805"/>
                  </a:lnTo>
                  <a:lnTo>
                    <a:pt x="5273844" y="1340805"/>
                  </a:lnTo>
                  <a:lnTo>
                    <a:pt x="5273970" y="1340805"/>
                  </a:lnTo>
                  <a:lnTo>
                    <a:pt x="5274097" y="1340805"/>
                  </a:lnTo>
                  <a:lnTo>
                    <a:pt x="5274223" y="1340805"/>
                  </a:lnTo>
                  <a:lnTo>
                    <a:pt x="5274349" y="1340805"/>
                  </a:lnTo>
                  <a:lnTo>
                    <a:pt x="5274475" y="1340805"/>
                  </a:lnTo>
                  <a:lnTo>
                    <a:pt x="5274602" y="1340805"/>
                  </a:lnTo>
                  <a:lnTo>
                    <a:pt x="5274728" y="1340805"/>
                  </a:lnTo>
                  <a:lnTo>
                    <a:pt x="5274854" y="1340805"/>
                  </a:lnTo>
                  <a:lnTo>
                    <a:pt x="5274980" y="1340805"/>
                  </a:lnTo>
                  <a:lnTo>
                    <a:pt x="5275107" y="1340805"/>
                  </a:lnTo>
                  <a:lnTo>
                    <a:pt x="5275233" y="1340805"/>
                  </a:lnTo>
                  <a:lnTo>
                    <a:pt x="5275359" y="1340805"/>
                  </a:lnTo>
                  <a:lnTo>
                    <a:pt x="5275485" y="1340805"/>
                  </a:lnTo>
                  <a:lnTo>
                    <a:pt x="5275612" y="1340805"/>
                  </a:lnTo>
                  <a:lnTo>
                    <a:pt x="5275738" y="1340805"/>
                  </a:lnTo>
                  <a:lnTo>
                    <a:pt x="5275864" y="1340805"/>
                  </a:lnTo>
                  <a:lnTo>
                    <a:pt x="5275990" y="1340805"/>
                  </a:lnTo>
                  <a:lnTo>
                    <a:pt x="5276117" y="1340805"/>
                  </a:lnTo>
                  <a:lnTo>
                    <a:pt x="5276243" y="1340805"/>
                  </a:lnTo>
                  <a:lnTo>
                    <a:pt x="5276369" y="1340805"/>
                  </a:lnTo>
                  <a:lnTo>
                    <a:pt x="5276369" y="1335893"/>
                  </a:lnTo>
                  <a:lnTo>
                    <a:pt x="5276495" y="1335893"/>
                  </a:lnTo>
                  <a:lnTo>
                    <a:pt x="5276622" y="1335893"/>
                  </a:lnTo>
                  <a:lnTo>
                    <a:pt x="5276622" y="1330982"/>
                  </a:lnTo>
                  <a:lnTo>
                    <a:pt x="5276748" y="1330982"/>
                  </a:lnTo>
                  <a:lnTo>
                    <a:pt x="5276874" y="1330982"/>
                  </a:lnTo>
                  <a:lnTo>
                    <a:pt x="5277000" y="1330982"/>
                  </a:lnTo>
                  <a:lnTo>
                    <a:pt x="5277127" y="1330982"/>
                  </a:lnTo>
                  <a:lnTo>
                    <a:pt x="5277253" y="1330982"/>
                  </a:lnTo>
                  <a:lnTo>
                    <a:pt x="5277379" y="1330982"/>
                  </a:lnTo>
                  <a:lnTo>
                    <a:pt x="5277505" y="1330982"/>
                  </a:lnTo>
                  <a:lnTo>
                    <a:pt x="5277632" y="1330982"/>
                  </a:lnTo>
                  <a:lnTo>
                    <a:pt x="5277758" y="1330982"/>
                  </a:lnTo>
                  <a:lnTo>
                    <a:pt x="5277884" y="1330982"/>
                  </a:lnTo>
                  <a:lnTo>
                    <a:pt x="5278010" y="1330982"/>
                  </a:lnTo>
                  <a:lnTo>
                    <a:pt x="5278137" y="1330982"/>
                  </a:lnTo>
                  <a:lnTo>
                    <a:pt x="5278263" y="1330982"/>
                  </a:lnTo>
                  <a:lnTo>
                    <a:pt x="5278389" y="1330982"/>
                  </a:lnTo>
                  <a:lnTo>
                    <a:pt x="5278516" y="1330982"/>
                  </a:lnTo>
                  <a:lnTo>
                    <a:pt x="5278642" y="1330982"/>
                  </a:lnTo>
                  <a:lnTo>
                    <a:pt x="5278768" y="1330982"/>
                  </a:lnTo>
                  <a:lnTo>
                    <a:pt x="5278894" y="1330982"/>
                  </a:lnTo>
                  <a:lnTo>
                    <a:pt x="5279021" y="1330982"/>
                  </a:lnTo>
                  <a:lnTo>
                    <a:pt x="5279147" y="1330982"/>
                  </a:lnTo>
                  <a:lnTo>
                    <a:pt x="5279273" y="1330982"/>
                  </a:lnTo>
                  <a:lnTo>
                    <a:pt x="5279399" y="1330982"/>
                  </a:lnTo>
                  <a:lnTo>
                    <a:pt x="5279526" y="1330982"/>
                  </a:lnTo>
                  <a:lnTo>
                    <a:pt x="5279652" y="1330982"/>
                  </a:lnTo>
                  <a:lnTo>
                    <a:pt x="5279778" y="1330982"/>
                  </a:lnTo>
                  <a:lnTo>
                    <a:pt x="5279904" y="1330982"/>
                  </a:lnTo>
                  <a:lnTo>
                    <a:pt x="5280031" y="1330982"/>
                  </a:lnTo>
                  <a:lnTo>
                    <a:pt x="5280157" y="1330982"/>
                  </a:lnTo>
                  <a:lnTo>
                    <a:pt x="5280283" y="1330982"/>
                  </a:lnTo>
                  <a:lnTo>
                    <a:pt x="5280409" y="1330982"/>
                  </a:lnTo>
                  <a:lnTo>
                    <a:pt x="5280536" y="1330982"/>
                  </a:lnTo>
                  <a:lnTo>
                    <a:pt x="5280662" y="1330982"/>
                  </a:lnTo>
                  <a:lnTo>
                    <a:pt x="5280788" y="1330982"/>
                  </a:lnTo>
                  <a:lnTo>
                    <a:pt x="5280914" y="1330982"/>
                  </a:lnTo>
                  <a:lnTo>
                    <a:pt x="5281041" y="1330982"/>
                  </a:lnTo>
                  <a:lnTo>
                    <a:pt x="5281167" y="1330982"/>
                  </a:lnTo>
                  <a:lnTo>
                    <a:pt x="5281293" y="1330982"/>
                  </a:lnTo>
                  <a:lnTo>
                    <a:pt x="5281419" y="1330982"/>
                  </a:lnTo>
                  <a:lnTo>
                    <a:pt x="5281546" y="1330982"/>
                  </a:lnTo>
                  <a:lnTo>
                    <a:pt x="5281672" y="1330982"/>
                  </a:lnTo>
                  <a:lnTo>
                    <a:pt x="5281798" y="1330982"/>
                  </a:lnTo>
                  <a:lnTo>
                    <a:pt x="5281924" y="1330982"/>
                  </a:lnTo>
                  <a:lnTo>
                    <a:pt x="5282051" y="1330982"/>
                  </a:lnTo>
                  <a:lnTo>
                    <a:pt x="5282177" y="1330982"/>
                  </a:lnTo>
                  <a:lnTo>
                    <a:pt x="5282303" y="1330982"/>
                  </a:lnTo>
                  <a:lnTo>
                    <a:pt x="5282429" y="1330982"/>
                  </a:lnTo>
                  <a:lnTo>
                    <a:pt x="5282556" y="1330982"/>
                  </a:lnTo>
                  <a:lnTo>
                    <a:pt x="5282682" y="1330982"/>
                  </a:lnTo>
                  <a:lnTo>
                    <a:pt x="5282808" y="1330982"/>
                  </a:lnTo>
                  <a:lnTo>
                    <a:pt x="5282934" y="1330982"/>
                  </a:lnTo>
                  <a:lnTo>
                    <a:pt x="5282934" y="1326071"/>
                  </a:lnTo>
                  <a:lnTo>
                    <a:pt x="5283061" y="1326071"/>
                  </a:lnTo>
                  <a:lnTo>
                    <a:pt x="5283061" y="1321159"/>
                  </a:lnTo>
                  <a:lnTo>
                    <a:pt x="5283187" y="1321159"/>
                  </a:lnTo>
                  <a:lnTo>
                    <a:pt x="5283313" y="1321159"/>
                  </a:lnTo>
                  <a:lnTo>
                    <a:pt x="5283439" y="1321159"/>
                  </a:lnTo>
                  <a:lnTo>
                    <a:pt x="5283566" y="1321159"/>
                  </a:lnTo>
                  <a:lnTo>
                    <a:pt x="5283692" y="1321159"/>
                  </a:lnTo>
                  <a:lnTo>
                    <a:pt x="5283818" y="1321159"/>
                  </a:lnTo>
                  <a:lnTo>
                    <a:pt x="5283945" y="1321159"/>
                  </a:lnTo>
                  <a:lnTo>
                    <a:pt x="5283945" y="1316248"/>
                  </a:lnTo>
                  <a:lnTo>
                    <a:pt x="5284071" y="1316248"/>
                  </a:lnTo>
                  <a:lnTo>
                    <a:pt x="5284197" y="1316248"/>
                  </a:lnTo>
                  <a:lnTo>
                    <a:pt x="5284323" y="1316248"/>
                  </a:lnTo>
                  <a:lnTo>
                    <a:pt x="5284450" y="1316248"/>
                  </a:lnTo>
                  <a:lnTo>
                    <a:pt x="5284576" y="1316248"/>
                  </a:lnTo>
                  <a:lnTo>
                    <a:pt x="5284702" y="1316248"/>
                  </a:lnTo>
                  <a:lnTo>
                    <a:pt x="5284828" y="1316248"/>
                  </a:lnTo>
                  <a:lnTo>
                    <a:pt x="5284955" y="1316248"/>
                  </a:lnTo>
                  <a:lnTo>
                    <a:pt x="5285081" y="1316248"/>
                  </a:lnTo>
                  <a:lnTo>
                    <a:pt x="5285207" y="1316248"/>
                  </a:lnTo>
                  <a:lnTo>
                    <a:pt x="5285333" y="1316248"/>
                  </a:lnTo>
                  <a:lnTo>
                    <a:pt x="5285333" y="1311337"/>
                  </a:lnTo>
                  <a:lnTo>
                    <a:pt x="5285460" y="1311337"/>
                  </a:lnTo>
                  <a:lnTo>
                    <a:pt x="5285586" y="1311337"/>
                  </a:lnTo>
                  <a:lnTo>
                    <a:pt x="5285712" y="1311337"/>
                  </a:lnTo>
                  <a:lnTo>
                    <a:pt x="5285838" y="1311337"/>
                  </a:lnTo>
                  <a:lnTo>
                    <a:pt x="5285965" y="1311337"/>
                  </a:lnTo>
                  <a:lnTo>
                    <a:pt x="5286091" y="1311337"/>
                  </a:lnTo>
                  <a:lnTo>
                    <a:pt x="5286217" y="1311337"/>
                  </a:lnTo>
                  <a:lnTo>
                    <a:pt x="5286343" y="1311337"/>
                  </a:lnTo>
                  <a:lnTo>
                    <a:pt x="5286470" y="1311337"/>
                  </a:lnTo>
                  <a:lnTo>
                    <a:pt x="5286596" y="1311337"/>
                  </a:lnTo>
                  <a:lnTo>
                    <a:pt x="5286722" y="1311337"/>
                  </a:lnTo>
                  <a:lnTo>
                    <a:pt x="5286848" y="1311337"/>
                  </a:lnTo>
                  <a:lnTo>
                    <a:pt x="5286975" y="1311337"/>
                  </a:lnTo>
                  <a:lnTo>
                    <a:pt x="5287101" y="1311337"/>
                  </a:lnTo>
                  <a:lnTo>
                    <a:pt x="5287227" y="1311337"/>
                  </a:lnTo>
                  <a:lnTo>
                    <a:pt x="5287353" y="1311337"/>
                  </a:lnTo>
                  <a:lnTo>
                    <a:pt x="5287480" y="1311337"/>
                  </a:lnTo>
                  <a:lnTo>
                    <a:pt x="5287606" y="1311337"/>
                  </a:lnTo>
                  <a:lnTo>
                    <a:pt x="5287732" y="1311337"/>
                  </a:lnTo>
                  <a:lnTo>
                    <a:pt x="5287858" y="1311337"/>
                  </a:lnTo>
                  <a:lnTo>
                    <a:pt x="5287858" y="1306425"/>
                  </a:lnTo>
                  <a:lnTo>
                    <a:pt x="5287985" y="1306425"/>
                  </a:lnTo>
                  <a:lnTo>
                    <a:pt x="5288111" y="1306425"/>
                  </a:lnTo>
                  <a:lnTo>
                    <a:pt x="5288237" y="1306425"/>
                  </a:lnTo>
                  <a:lnTo>
                    <a:pt x="5288363" y="1306425"/>
                  </a:lnTo>
                  <a:lnTo>
                    <a:pt x="5288490" y="1306425"/>
                  </a:lnTo>
                  <a:lnTo>
                    <a:pt x="5288616" y="1306425"/>
                  </a:lnTo>
                  <a:lnTo>
                    <a:pt x="5288742" y="1306425"/>
                  </a:lnTo>
                  <a:lnTo>
                    <a:pt x="5288869" y="1306425"/>
                  </a:lnTo>
                  <a:lnTo>
                    <a:pt x="5288995" y="1306425"/>
                  </a:lnTo>
                  <a:lnTo>
                    <a:pt x="5289121" y="1306425"/>
                  </a:lnTo>
                  <a:lnTo>
                    <a:pt x="5289247" y="1306425"/>
                  </a:lnTo>
                  <a:lnTo>
                    <a:pt x="5289374" y="1306425"/>
                  </a:lnTo>
                  <a:lnTo>
                    <a:pt x="5289500" y="1306425"/>
                  </a:lnTo>
                  <a:lnTo>
                    <a:pt x="5289626" y="1306425"/>
                  </a:lnTo>
                  <a:lnTo>
                    <a:pt x="5289752" y="1306425"/>
                  </a:lnTo>
                  <a:lnTo>
                    <a:pt x="5289879" y="1306425"/>
                  </a:lnTo>
                  <a:lnTo>
                    <a:pt x="5290005" y="1306425"/>
                  </a:lnTo>
                  <a:lnTo>
                    <a:pt x="5290131" y="1306425"/>
                  </a:lnTo>
                  <a:lnTo>
                    <a:pt x="5290257" y="1306425"/>
                  </a:lnTo>
                  <a:lnTo>
                    <a:pt x="5290384" y="1306425"/>
                  </a:lnTo>
                  <a:lnTo>
                    <a:pt x="5290510" y="1306425"/>
                  </a:lnTo>
                  <a:lnTo>
                    <a:pt x="5290636" y="1306425"/>
                  </a:lnTo>
                  <a:lnTo>
                    <a:pt x="5290762" y="1306425"/>
                  </a:lnTo>
                  <a:lnTo>
                    <a:pt x="5290889" y="1306425"/>
                  </a:lnTo>
                  <a:lnTo>
                    <a:pt x="5291015" y="1306425"/>
                  </a:lnTo>
                  <a:lnTo>
                    <a:pt x="5291141" y="1306425"/>
                  </a:lnTo>
                  <a:lnTo>
                    <a:pt x="5291267" y="1306425"/>
                  </a:lnTo>
                  <a:lnTo>
                    <a:pt x="5291394" y="1306425"/>
                  </a:lnTo>
                  <a:lnTo>
                    <a:pt x="5291520" y="1306425"/>
                  </a:lnTo>
                  <a:lnTo>
                    <a:pt x="5291646" y="1306425"/>
                  </a:lnTo>
                  <a:lnTo>
                    <a:pt x="5291772" y="1306425"/>
                  </a:lnTo>
                  <a:lnTo>
                    <a:pt x="5291899" y="1306425"/>
                  </a:lnTo>
                  <a:lnTo>
                    <a:pt x="5292025" y="1306425"/>
                  </a:lnTo>
                  <a:lnTo>
                    <a:pt x="5292151" y="1306425"/>
                  </a:lnTo>
                  <a:lnTo>
                    <a:pt x="5292277" y="1306425"/>
                  </a:lnTo>
                  <a:lnTo>
                    <a:pt x="5292404" y="1306425"/>
                  </a:lnTo>
                  <a:lnTo>
                    <a:pt x="5292530" y="1306425"/>
                  </a:lnTo>
                  <a:lnTo>
                    <a:pt x="5292656" y="1306425"/>
                  </a:lnTo>
                  <a:lnTo>
                    <a:pt x="5292782" y="1306425"/>
                  </a:lnTo>
                  <a:lnTo>
                    <a:pt x="5292909" y="1306425"/>
                  </a:lnTo>
                  <a:lnTo>
                    <a:pt x="5293035" y="1306425"/>
                  </a:lnTo>
                  <a:lnTo>
                    <a:pt x="5293161" y="1306425"/>
                  </a:lnTo>
                  <a:lnTo>
                    <a:pt x="5293287" y="1306425"/>
                  </a:lnTo>
                  <a:lnTo>
                    <a:pt x="5293414" y="1306425"/>
                  </a:lnTo>
                  <a:lnTo>
                    <a:pt x="5293540" y="1306425"/>
                  </a:lnTo>
                  <a:lnTo>
                    <a:pt x="5293666" y="1306425"/>
                  </a:lnTo>
                  <a:lnTo>
                    <a:pt x="5293793" y="1306425"/>
                  </a:lnTo>
                  <a:lnTo>
                    <a:pt x="5293919" y="1306425"/>
                  </a:lnTo>
                  <a:lnTo>
                    <a:pt x="5294045" y="1306425"/>
                  </a:lnTo>
                  <a:lnTo>
                    <a:pt x="5294171" y="1306425"/>
                  </a:lnTo>
                  <a:lnTo>
                    <a:pt x="5294298" y="1306425"/>
                  </a:lnTo>
                  <a:lnTo>
                    <a:pt x="5294424" y="1306425"/>
                  </a:lnTo>
                  <a:lnTo>
                    <a:pt x="5294550" y="1306425"/>
                  </a:lnTo>
                  <a:lnTo>
                    <a:pt x="5294676" y="1306425"/>
                  </a:lnTo>
                  <a:lnTo>
                    <a:pt x="5294803" y="1306425"/>
                  </a:lnTo>
                  <a:lnTo>
                    <a:pt x="5294929" y="1306425"/>
                  </a:lnTo>
                  <a:lnTo>
                    <a:pt x="5295055" y="1306425"/>
                  </a:lnTo>
                  <a:lnTo>
                    <a:pt x="5295181" y="1306425"/>
                  </a:lnTo>
                  <a:lnTo>
                    <a:pt x="5295308" y="1306425"/>
                  </a:lnTo>
                  <a:lnTo>
                    <a:pt x="5295434" y="1306425"/>
                  </a:lnTo>
                  <a:lnTo>
                    <a:pt x="5295560" y="1306425"/>
                  </a:lnTo>
                  <a:lnTo>
                    <a:pt x="5295686" y="1306425"/>
                  </a:lnTo>
                  <a:lnTo>
                    <a:pt x="5295813" y="1306425"/>
                  </a:lnTo>
                  <a:lnTo>
                    <a:pt x="5295939" y="1306425"/>
                  </a:lnTo>
                  <a:lnTo>
                    <a:pt x="5296065" y="1306425"/>
                  </a:lnTo>
                  <a:lnTo>
                    <a:pt x="5296191" y="1306425"/>
                  </a:lnTo>
                  <a:lnTo>
                    <a:pt x="5296318" y="1306425"/>
                  </a:lnTo>
                  <a:lnTo>
                    <a:pt x="5296444" y="1306425"/>
                  </a:lnTo>
                  <a:lnTo>
                    <a:pt x="5296570" y="1306425"/>
                  </a:lnTo>
                  <a:lnTo>
                    <a:pt x="5296696" y="1306425"/>
                  </a:lnTo>
                  <a:lnTo>
                    <a:pt x="5296823" y="1306425"/>
                  </a:lnTo>
                  <a:lnTo>
                    <a:pt x="5296949" y="1306425"/>
                  </a:lnTo>
                  <a:lnTo>
                    <a:pt x="5297075" y="1306425"/>
                  </a:lnTo>
                  <a:lnTo>
                    <a:pt x="5297201" y="1306425"/>
                  </a:lnTo>
                  <a:lnTo>
                    <a:pt x="5297328" y="1306425"/>
                  </a:lnTo>
                  <a:lnTo>
                    <a:pt x="5297454" y="1306425"/>
                  </a:lnTo>
                  <a:lnTo>
                    <a:pt x="5297580" y="1306425"/>
                  </a:lnTo>
                  <a:lnTo>
                    <a:pt x="5297706" y="1306425"/>
                  </a:lnTo>
                  <a:lnTo>
                    <a:pt x="5297833" y="1306425"/>
                  </a:lnTo>
                  <a:lnTo>
                    <a:pt x="5297959" y="1306425"/>
                  </a:lnTo>
                  <a:lnTo>
                    <a:pt x="5298085" y="1306425"/>
                  </a:lnTo>
                  <a:lnTo>
                    <a:pt x="5298211" y="1306425"/>
                  </a:lnTo>
                  <a:lnTo>
                    <a:pt x="5298338" y="1306425"/>
                  </a:lnTo>
                  <a:lnTo>
                    <a:pt x="5298464" y="1306425"/>
                  </a:lnTo>
                  <a:lnTo>
                    <a:pt x="5298590" y="1306425"/>
                  </a:lnTo>
                  <a:lnTo>
                    <a:pt x="5298716" y="1306425"/>
                  </a:lnTo>
                  <a:lnTo>
                    <a:pt x="5298843" y="1306425"/>
                  </a:lnTo>
                  <a:lnTo>
                    <a:pt x="5298969" y="1306425"/>
                  </a:lnTo>
                  <a:lnTo>
                    <a:pt x="5299095" y="1306425"/>
                  </a:lnTo>
                  <a:lnTo>
                    <a:pt x="5299222" y="1306425"/>
                  </a:lnTo>
                  <a:lnTo>
                    <a:pt x="5299348" y="1306425"/>
                  </a:lnTo>
                  <a:lnTo>
                    <a:pt x="5299474" y="1306425"/>
                  </a:lnTo>
                  <a:lnTo>
                    <a:pt x="5299600" y="1306425"/>
                  </a:lnTo>
                  <a:lnTo>
                    <a:pt x="5299727" y="1306425"/>
                  </a:lnTo>
                  <a:lnTo>
                    <a:pt x="5299853" y="1306425"/>
                  </a:lnTo>
                  <a:lnTo>
                    <a:pt x="5299979" y="1306425"/>
                  </a:lnTo>
                  <a:lnTo>
                    <a:pt x="5300105" y="1306425"/>
                  </a:lnTo>
                  <a:lnTo>
                    <a:pt x="5300232" y="1306425"/>
                  </a:lnTo>
                  <a:lnTo>
                    <a:pt x="5300358" y="1306425"/>
                  </a:lnTo>
                  <a:lnTo>
                    <a:pt x="5300484" y="1306425"/>
                  </a:lnTo>
                  <a:lnTo>
                    <a:pt x="5300610" y="1306425"/>
                  </a:lnTo>
                  <a:lnTo>
                    <a:pt x="5300737" y="1306425"/>
                  </a:lnTo>
                  <a:lnTo>
                    <a:pt x="5300863" y="1306425"/>
                  </a:lnTo>
                  <a:lnTo>
                    <a:pt x="5300989" y="1306425"/>
                  </a:lnTo>
                  <a:lnTo>
                    <a:pt x="5301115" y="1306425"/>
                  </a:lnTo>
                  <a:lnTo>
                    <a:pt x="5301242" y="1306425"/>
                  </a:lnTo>
                  <a:lnTo>
                    <a:pt x="5301368" y="1306425"/>
                  </a:lnTo>
                  <a:lnTo>
                    <a:pt x="5301494" y="1306425"/>
                  </a:lnTo>
                  <a:lnTo>
                    <a:pt x="5301620" y="1306425"/>
                  </a:lnTo>
                  <a:lnTo>
                    <a:pt x="5301747" y="1306425"/>
                  </a:lnTo>
                  <a:lnTo>
                    <a:pt x="5301873" y="1306425"/>
                  </a:lnTo>
                  <a:lnTo>
                    <a:pt x="5301999" y="1306425"/>
                  </a:lnTo>
                  <a:lnTo>
                    <a:pt x="5302125" y="1306425"/>
                  </a:lnTo>
                  <a:lnTo>
                    <a:pt x="5302252" y="1306425"/>
                  </a:lnTo>
                  <a:lnTo>
                    <a:pt x="5302378" y="1306425"/>
                  </a:lnTo>
                  <a:lnTo>
                    <a:pt x="5302504" y="1306425"/>
                  </a:lnTo>
                  <a:lnTo>
                    <a:pt x="5302630" y="1306425"/>
                  </a:lnTo>
                  <a:lnTo>
                    <a:pt x="5302757" y="1306425"/>
                  </a:lnTo>
                  <a:lnTo>
                    <a:pt x="5302883" y="1306425"/>
                  </a:lnTo>
                  <a:lnTo>
                    <a:pt x="5303009" y="1306425"/>
                  </a:lnTo>
                  <a:lnTo>
                    <a:pt x="5303135" y="1306425"/>
                  </a:lnTo>
                  <a:lnTo>
                    <a:pt x="5303262" y="1306425"/>
                  </a:lnTo>
                  <a:lnTo>
                    <a:pt x="5303388" y="1306425"/>
                  </a:lnTo>
                  <a:lnTo>
                    <a:pt x="5303514" y="1306425"/>
                  </a:lnTo>
                  <a:lnTo>
                    <a:pt x="5303640" y="1306425"/>
                  </a:lnTo>
                  <a:lnTo>
                    <a:pt x="5303767" y="1306425"/>
                  </a:lnTo>
                  <a:lnTo>
                    <a:pt x="5303893" y="1306425"/>
                  </a:lnTo>
                  <a:lnTo>
                    <a:pt x="5304019" y="1306425"/>
                  </a:lnTo>
                  <a:lnTo>
                    <a:pt x="5304146" y="1306425"/>
                  </a:lnTo>
                  <a:lnTo>
                    <a:pt x="5304272" y="1306425"/>
                  </a:lnTo>
                  <a:lnTo>
                    <a:pt x="5304398" y="1306425"/>
                  </a:lnTo>
                  <a:lnTo>
                    <a:pt x="5304524" y="1306425"/>
                  </a:lnTo>
                  <a:lnTo>
                    <a:pt x="5304524" y="1301514"/>
                  </a:lnTo>
                  <a:lnTo>
                    <a:pt x="5304651" y="1301514"/>
                  </a:lnTo>
                  <a:lnTo>
                    <a:pt x="5304777" y="1301514"/>
                  </a:lnTo>
                  <a:lnTo>
                    <a:pt x="5304903" y="1301514"/>
                  </a:lnTo>
                  <a:lnTo>
                    <a:pt x="5305029" y="1301514"/>
                  </a:lnTo>
                  <a:lnTo>
                    <a:pt x="5305156" y="1301514"/>
                  </a:lnTo>
                  <a:lnTo>
                    <a:pt x="5305282" y="1301514"/>
                  </a:lnTo>
                  <a:lnTo>
                    <a:pt x="5305408" y="1301514"/>
                  </a:lnTo>
                  <a:lnTo>
                    <a:pt x="5305534" y="1301514"/>
                  </a:lnTo>
                  <a:lnTo>
                    <a:pt x="5305661" y="1301514"/>
                  </a:lnTo>
                  <a:lnTo>
                    <a:pt x="5305787" y="1301514"/>
                  </a:lnTo>
                  <a:lnTo>
                    <a:pt x="5305913" y="1301514"/>
                  </a:lnTo>
                  <a:lnTo>
                    <a:pt x="5306039" y="1301514"/>
                  </a:lnTo>
                  <a:lnTo>
                    <a:pt x="5306166" y="1301514"/>
                  </a:lnTo>
                  <a:lnTo>
                    <a:pt x="5306292" y="1301514"/>
                  </a:lnTo>
                  <a:lnTo>
                    <a:pt x="5306418" y="1301514"/>
                  </a:lnTo>
                  <a:lnTo>
                    <a:pt x="5306544" y="1301514"/>
                  </a:lnTo>
                  <a:lnTo>
                    <a:pt x="5306671" y="1301514"/>
                  </a:lnTo>
                  <a:lnTo>
                    <a:pt x="5306797" y="1301514"/>
                  </a:lnTo>
                  <a:lnTo>
                    <a:pt x="5306923" y="1301514"/>
                  </a:lnTo>
                  <a:lnTo>
                    <a:pt x="5307049" y="1301514"/>
                  </a:lnTo>
                  <a:lnTo>
                    <a:pt x="5307176" y="1301514"/>
                  </a:lnTo>
                  <a:lnTo>
                    <a:pt x="5307302" y="1301514"/>
                  </a:lnTo>
                  <a:lnTo>
                    <a:pt x="5307428" y="1301514"/>
                  </a:lnTo>
                  <a:lnTo>
                    <a:pt x="5307554" y="1301514"/>
                  </a:lnTo>
                  <a:lnTo>
                    <a:pt x="5307681" y="1301514"/>
                  </a:lnTo>
                  <a:lnTo>
                    <a:pt x="5307807" y="1301514"/>
                  </a:lnTo>
                  <a:lnTo>
                    <a:pt x="5307933" y="1301514"/>
                  </a:lnTo>
                  <a:lnTo>
                    <a:pt x="5308059" y="1301514"/>
                  </a:lnTo>
                  <a:lnTo>
                    <a:pt x="5308186" y="1301514"/>
                  </a:lnTo>
                  <a:lnTo>
                    <a:pt x="5308312" y="1301514"/>
                  </a:lnTo>
                  <a:lnTo>
                    <a:pt x="5308312" y="1296602"/>
                  </a:lnTo>
                  <a:lnTo>
                    <a:pt x="5308438" y="1296602"/>
                  </a:lnTo>
                  <a:lnTo>
                    <a:pt x="5308564" y="1296602"/>
                  </a:lnTo>
                  <a:lnTo>
                    <a:pt x="5308691" y="1296602"/>
                  </a:lnTo>
                  <a:lnTo>
                    <a:pt x="5308817" y="1296602"/>
                  </a:lnTo>
                  <a:lnTo>
                    <a:pt x="5308943" y="1296602"/>
                  </a:lnTo>
                  <a:lnTo>
                    <a:pt x="5309069" y="1296602"/>
                  </a:lnTo>
                  <a:lnTo>
                    <a:pt x="5309196" y="1296602"/>
                  </a:lnTo>
                  <a:lnTo>
                    <a:pt x="5309322" y="1296602"/>
                  </a:lnTo>
                  <a:lnTo>
                    <a:pt x="5309448" y="1296602"/>
                  </a:lnTo>
                  <a:lnTo>
                    <a:pt x="5309575" y="1296602"/>
                  </a:lnTo>
                  <a:lnTo>
                    <a:pt x="5309701" y="1296602"/>
                  </a:lnTo>
                  <a:lnTo>
                    <a:pt x="5309827" y="1296602"/>
                  </a:lnTo>
                  <a:lnTo>
                    <a:pt x="5309953" y="1296602"/>
                  </a:lnTo>
                  <a:lnTo>
                    <a:pt x="5310080" y="1296602"/>
                  </a:lnTo>
                  <a:lnTo>
                    <a:pt x="5310206" y="1296602"/>
                  </a:lnTo>
                  <a:lnTo>
                    <a:pt x="5310332" y="1296602"/>
                  </a:lnTo>
                  <a:lnTo>
                    <a:pt x="5310458" y="1296602"/>
                  </a:lnTo>
                  <a:lnTo>
                    <a:pt x="5310585" y="1296602"/>
                  </a:lnTo>
                  <a:lnTo>
                    <a:pt x="5310711" y="1296602"/>
                  </a:lnTo>
                  <a:lnTo>
                    <a:pt x="5310837" y="1296602"/>
                  </a:lnTo>
                  <a:lnTo>
                    <a:pt x="5310963" y="1296602"/>
                  </a:lnTo>
                  <a:lnTo>
                    <a:pt x="5311090" y="1296602"/>
                  </a:lnTo>
                  <a:lnTo>
                    <a:pt x="5311216" y="1296602"/>
                  </a:lnTo>
                  <a:lnTo>
                    <a:pt x="5311342" y="1296602"/>
                  </a:lnTo>
                  <a:lnTo>
                    <a:pt x="5311468" y="1296602"/>
                  </a:lnTo>
                  <a:lnTo>
                    <a:pt x="5311595" y="1296602"/>
                  </a:lnTo>
                  <a:lnTo>
                    <a:pt x="5311721" y="1296602"/>
                  </a:lnTo>
                  <a:lnTo>
                    <a:pt x="5311847" y="1296602"/>
                  </a:lnTo>
                  <a:lnTo>
                    <a:pt x="5311973" y="1296602"/>
                  </a:lnTo>
                  <a:lnTo>
                    <a:pt x="5312100" y="1296602"/>
                  </a:lnTo>
                  <a:lnTo>
                    <a:pt x="5312226" y="1296602"/>
                  </a:lnTo>
                  <a:lnTo>
                    <a:pt x="5312352" y="1296602"/>
                  </a:lnTo>
                  <a:lnTo>
                    <a:pt x="5312478" y="1296602"/>
                  </a:lnTo>
                  <a:lnTo>
                    <a:pt x="5312605" y="1296602"/>
                  </a:lnTo>
                  <a:lnTo>
                    <a:pt x="5312731" y="1296602"/>
                  </a:lnTo>
                  <a:lnTo>
                    <a:pt x="5312857" y="1296602"/>
                  </a:lnTo>
                  <a:lnTo>
                    <a:pt x="5312983" y="1296602"/>
                  </a:lnTo>
                  <a:lnTo>
                    <a:pt x="5313110" y="1296602"/>
                  </a:lnTo>
                  <a:lnTo>
                    <a:pt x="5313236" y="1296602"/>
                  </a:lnTo>
                  <a:lnTo>
                    <a:pt x="5313362" y="1296602"/>
                  </a:lnTo>
                  <a:lnTo>
                    <a:pt x="5313488" y="1296602"/>
                  </a:lnTo>
                  <a:lnTo>
                    <a:pt x="5313615" y="1296602"/>
                  </a:lnTo>
                  <a:lnTo>
                    <a:pt x="5313741" y="1296602"/>
                  </a:lnTo>
                  <a:lnTo>
                    <a:pt x="5313867" y="1296602"/>
                  </a:lnTo>
                  <a:lnTo>
                    <a:pt x="5313993" y="1296602"/>
                  </a:lnTo>
                  <a:lnTo>
                    <a:pt x="5314120" y="1296602"/>
                  </a:lnTo>
                  <a:lnTo>
                    <a:pt x="5314246" y="1296602"/>
                  </a:lnTo>
                  <a:lnTo>
                    <a:pt x="5314372" y="1296602"/>
                  </a:lnTo>
                  <a:lnTo>
                    <a:pt x="5314372" y="1291691"/>
                  </a:lnTo>
                  <a:lnTo>
                    <a:pt x="5314499" y="1291691"/>
                  </a:lnTo>
                  <a:lnTo>
                    <a:pt x="5314625" y="1291691"/>
                  </a:lnTo>
                  <a:lnTo>
                    <a:pt x="5314751" y="1291691"/>
                  </a:lnTo>
                  <a:lnTo>
                    <a:pt x="5314877" y="1291691"/>
                  </a:lnTo>
                  <a:lnTo>
                    <a:pt x="5315004" y="1291691"/>
                  </a:lnTo>
                  <a:lnTo>
                    <a:pt x="5315130" y="1291691"/>
                  </a:lnTo>
                  <a:lnTo>
                    <a:pt x="5315256" y="1291691"/>
                  </a:lnTo>
                  <a:lnTo>
                    <a:pt x="5315382" y="1291691"/>
                  </a:lnTo>
                  <a:lnTo>
                    <a:pt x="5315509" y="1291691"/>
                  </a:lnTo>
                  <a:lnTo>
                    <a:pt x="5315635" y="1291691"/>
                  </a:lnTo>
                  <a:lnTo>
                    <a:pt x="5315761" y="1291691"/>
                  </a:lnTo>
                  <a:lnTo>
                    <a:pt x="5315887" y="1291691"/>
                  </a:lnTo>
                  <a:lnTo>
                    <a:pt x="5316014" y="1291691"/>
                  </a:lnTo>
                  <a:lnTo>
                    <a:pt x="5316140" y="1291691"/>
                  </a:lnTo>
                  <a:lnTo>
                    <a:pt x="5316266" y="1291691"/>
                  </a:lnTo>
                  <a:lnTo>
                    <a:pt x="5316392" y="1291691"/>
                  </a:lnTo>
                  <a:lnTo>
                    <a:pt x="5316519" y="1291691"/>
                  </a:lnTo>
                  <a:lnTo>
                    <a:pt x="5316645" y="1291691"/>
                  </a:lnTo>
                  <a:lnTo>
                    <a:pt x="5316771" y="1291691"/>
                  </a:lnTo>
                  <a:lnTo>
                    <a:pt x="5316897" y="1291691"/>
                  </a:lnTo>
                  <a:lnTo>
                    <a:pt x="5317024" y="1291691"/>
                  </a:lnTo>
                  <a:lnTo>
                    <a:pt x="5317150" y="1291691"/>
                  </a:lnTo>
                  <a:lnTo>
                    <a:pt x="5317276" y="1291691"/>
                  </a:lnTo>
                  <a:lnTo>
                    <a:pt x="5317402" y="1291691"/>
                  </a:lnTo>
                  <a:lnTo>
                    <a:pt x="5317529" y="1291691"/>
                  </a:lnTo>
                  <a:lnTo>
                    <a:pt x="5317655" y="1291691"/>
                  </a:lnTo>
                  <a:lnTo>
                    <a:pt x="5317781" y="1291691"/>
                  </a:lnTo>
                  <a:lnTo>
                    <a:pt x="5317907" y="1291691"/>
                  </a:lnTo>
                  <a:lnTo>
                    <a:pt x="5318034" y="1291691"/>
                  </a:lnTo>
                  <a:lnTo>
                    <a:pt x="5318160" y="1291691"/>
                  </a:lnTo>
                  <a:lnTo>
                    <a:pt x="5318286" y="1291691"/>
                  </a:lnTo>
                  <a:lnTo>
                    <a:pt x="5318412" y="1291691"/>
                  </a:lnTo>
                  <a:lnTo>
                    <a:pt x="5318539" y="1291691"/>
                  </a:lnTo>
                  <a:lnTo>
                    <a:pt x="5318665" y="1291691"/>
                  </a:lnTo>
                  <a:lnTo>
                    <a:pt x="5318791" y="1291691"/>
                  </a:lnTo>
                  <a:lnTo>
                    <a:pt x="5318917" y="1291691"/>
                  </a:lnTo>
                  <a:lnTo>
                    <a:pt x="5319044" y="1291691"/>
                  </a:lnTo>
                  <a:lnTo>
                    <a:pt x="5319170" y="1291691"/>
                  </a:lnTo>
                  <a:lnTo>
                    <a:pt x="5319296" y="1291691"/>
                  </a:lnTo>
                  <a:lnTo>
                    <a:pt x="5319422" y="1291691"/>
                  </a:lnTo>
                  <a:lnTo>
                    <a:pt x="5319549" y="1291691"/>
                  </a:lnTo>
                  <a:lnTo>
                    <a:pt x="5319675" y="1291691"/>
                  </a:lnTo>
                  <a:lnTo>
                    <a:pt x="5319801" y="1291691"/>
                  </a:lnTo>
                  <a:lnTo>
                    <a:pt x="5319928" y="1291691"/>
                  </a:lnTo>
                  <a:lnTo>
                    <a:pt x="5320054" y="1291691"/>
                  </a:lnTo>
                  <a:lnTo>
                    <a:pt x="5320180" y="1291691"/>
                  </a:lnTo>
                  <a:lnTo>
                    <a:pt x="5320306" y="1291691"/>
                  </a:lnTo>
                  <a:lnTo>
                    <a:pt x="5320433" y="1291691"/>
                  </a:lnTo>
                  <a:lnTo>
                    <a:pt x="5320559" y="1291691"/>
                  </a:lnTo>
                  <a:lnTo>
                    <a:pt x="5320685" y="1291691"/>
                  </a:lnTo>
                  <a:lnTo>
                    <a:pt x="5320811" y="1291691"/>
                  </a:lnTo>
                  <a:lnTo>
                    <a:pt x="5320938" y="1291691"/>
                  </a:lnTo>
                  <a:lnTo>
                    <a:pt x="5321064" y="1291691"/>
                  </a:lnTo>
                  <a:lnTo>
                    <a:pt x="5321190" y="1291691"/>
                  </a:lnTo>
                  <a:lnTo>
                    <a:pt x="5321316" y="1291691"/>
                  </a:lnTo>
                  <a:lnTo>
                    <a:pt x="5321443" y="1291691"/>
                  </a:lnTo>
                  <a:lnTo>
                    <a:pt x="5321569" y="1291691"/>
                  </a:lnTo>
                  <a:lnTo>
                    <a:pt x="5321695" y="1291691"/>
                  </a:lnTo>
                  <a:lnTo>
                    <a:pt x="5321821" y="1291691"/>
                  </a:lnTo>
                  <a:lnTo>
                    <a:pt x="5321948" y="1291691"/>
                  </a:lnTo>
                  <a:lnTo>
                    <a:pt x="5321948" y="1286780"/>
                  </a:lnTo>
                  <a:lnTo>
                    <a:pt x="5322074" y="1286780"/>
                  </a:lnTo>
                  <a:lnTo>
                    <a:pt x="5322200" y="1286780"/>
                  </a:lnTo>
                  <a:lnTo>
                    <a:pt x="5322326" y="1286780"/>
                  </a:lnTo>
                  <a:lnTo>
                    <a:pt x="5322453" y="1286780"/>
                  </a:lnTo>
                  <a:lnTo>
                    <a:pt x="5322579" y="1286780"/>
                  </a:lnTo>
                  <a:lnTo>
                    <a:pt x="5322705" y="1286780"/>
                  </a:lnTo>
                  <a:lnTo>
                    <a:pt x="5322831" y="1286780"/>
                  </a:lnTo>
                  <a:lnTo>
                    <a:pt x="5322958" y="1286780"/>
                  </a:lnTo>
                  <a:lnTo>
                    <a:pt x="5323084" y="1286780"/>
                  </a:lnTo>
                  <a:lnTo>
                    <a:pt x="5323210" y="1286780"/>
                  </a:lnTo>
                  <a:lnTo>
                    <a:pt x="5323336" y="1286780"/>
                  </a:lnTo>
                  <a:lnTo>
                    <a:pt x="5323463" y="1286780"/>
                  </a:lnTo>
                  <a:lnTo>
                    <a:pt x="5323589" y="1286780"/>
                  </a:lnTo>
                  <a:lnTo>
                    <a:pt x="5323589" y="1281868"/>
                  </a:lnTo>
                  <a:lnTo>
                    <a:pt x="5323715" y="1281868"/>
                  </a:lnTo>
                  <a:lnTo>
                    <a:pt x="5323715" y="1276957"/>
                  </a:lnTo>
                  <a:lnTo>
                    <a:pt x="5323841" y="1276957"/>
                  </a:lnTo>
                  <a:lnTo>
                    <a:pt x="5323968" y="1276957"/>
                  </a:lnTo>
                  <a:lnTo>
                    <a:pt x="5324094" y="1276957"/>
                  </a:lnTo>
                  <a:lnTo>
                    <a:pt x="5324220" y="1276957"/>
                  </a:lnTo>
                  <a:lnTo>
                    <a:pt x="5324346" y="1276957"/>
                  </a:lnTo>
                  <a:lnTo>
                    <a:pt x="5324473" y="1276957"/>
                  </a:lnTo>
                  <a:lnTo>
                    <a:pt x="5324599" y="1276957"/>
                  </a:lnTo>
                  <a:lnTo>
                    <a:pt x="5324725" y="1276957"/>
                  </a:lnTo>
                  <a:lnTo>
                    <a:pt x="5324852" y="1276957"/>
                  </a:lnTo>
                  <a:lnTo>
                    <a:pt x="5324978" y="1276957"/>
                  </a:lnTo>
                  <a:lnTo>
                    <a:pt x="5325104" y="1276957"/>
                  </a:lnTo>
                  <a:lnTo>
                    <a:pt x="5325230" y="1276957"/>
                  </a:lnTo>
                  <a:lnTo>
                    <a:pt x="5325357" y="1276957"/>
                  </a:lnTo>
                  <a:lnTo>
                    <a:pt x="5325483" y="1276957"/>
                  </a:lnTo>
                  <a:lnTo>
                    <a:pt x="5325483" y="1272046"/>
                  </a:lnTo>
                  <a:lnTo>
                    <a:pt x="5325609" y="1272046"/>
                  </a:lnTo>
                  <a:lnTo>
                    <a:pt x="5325735" y="1272046"/>
                  </a:lnTo>
                  <a:lnTo>
                    <a:pt x="5325862" y="1272046"/>
                  </a:lnTo>
                  <a:lnTo>
                    <a:pt x="5325988" y="1272046"/>
                  </a:lnTo>
                  <a:lnTo>
                    <a:pt x="5326114" y="1272046"/>
                  </a:lnTo>
                  <a:lnTo>
                    <a:pt x="5326240" y="1272046"/>
                  </a:lnTo>
                  <a:lnTo>
                    <a:pt x="5326367" y="1272046"/>
                  </a:lnTo>
                  <a:lnTo>
                    <a:pt x="5326493" y="1272046"/>
                  </a:lnTo>
                  <a:lnTo>
                    <a:pt x="5326619" y="1272046"/>
                  </a:lnTo>
                  <a:lnTo>
                    <a:pt x="5326745" y="1272046"/>
                  </a:lnTo>
                  <a:lnTo>
                    <a:pt x="5326872" y="1272046"/>
                  </a:lnTo>
                  <a:lnTo>
                    <a:pt x="5326998" y="1272046"/>
                  </a:lnTo>
                  <a:lnTo>
                    <a:pt x="5326998" y="1267134"/>
                  </a:lnTo>
                  <a:lnTo>
                    <a:pt x="5327124" y="1267134"/>
                  </a:lnTo>
                  <a:lnTo>
                    <a:pt x="5327250" y="1267134"/>
                  </a:lnTo>
                  <a:lnTo>
                    <a:pt x="5327377" y="1267134"/>
                  </a:lnTo>
                  <a:lnTo>
                    <a:pt x="5327503" y="1267134"/>
                  </a:lnTo>
                  <a:lnTo>
                    <a:pt x="5327629" y="1267134"/>
                  </a:lnTo>
                  <a:lnTo>
                    <a:pt x="5327755" y="1267134"/>
                  </a:lnTo>
                  <a:lnTo>
                    <a:pt x="5327882" y="1267134"/>
                  </a:lnTo>
                  <a:lnTo>
                    <a:pt x="5328008" y="1267134"/>
                  </a:lnTo>
                  <a:lnTo>
                    <a:pt x="5328134" y="1267134"/>
                  </a:lnTo>
                  <a:lnTo>
                    <a:pt x="5328260" y="1267134"/>
                  </a:lnTo>
                  <a:lnTo>
                    <a:pt x="5328387" y="1267134"/>
                  </a:lnTo>
                  <a:lnTo>
                    <a:pt x="5328513" y="1267134"/>
                  </a:lnTo>
                  <a:lnTo>
                    <a:pt x="5328639" y="1267134"/>
                  </a:lnTo>
                  <a:lnTo>
                    <a:pt x="5328765" y="1267134"/>
                  </a:lnTo>
                  <a:lnTo>
                    <a:pt x="5328892" y="1267134"/>
                  </a:lnTo>
                  <a:lnTo>
                    <a:pt x="5329018" y="1267134"/>
                  </a:lnTo>
                  <a:lnTo>
                    <a:pt x="5329144" y="1267134"/>
                  </a:lnTo>
                  <a:lnTo>
                    <a:pt x="5329270" y="1267134"/>
                  </a:lnTo>
                  <a:lnTo>
                    <a:pt x="5329397" y="1267134"/>
                  </a:lnTo>
                  <a:lnTo>
                    <a:pt x="5329523" y="1267134"/>
                  </a:lnTo>
                  <a:lnTo>
                    <a:pt x="5329649" y="1267134"/>
                  </a:lnTo>
                  <a:lnTo>
                    <a:pt x="5329775" y="1267134"/>
                  </a:lnTo>
                  <a:lnTo>
                    <a:pt x="5329902" y="1267134"/>
                  </a:lnTo>
                  <a:lnTo>
                    <a:pt x="5330028" y="1267134"/>
                  </a:lnTo>
                  <a:lnTo>
                    <a:pt x="5330154" y="1267134"/>
                  </a:lnTo>
                  <a:lnTo>
                    <a:pt x="5330281" y="1267134"/>
                  </a:lnTo>
                  <a:lnTo>
                    <a:pt x="5330407" y="1267134"/>
                  </a:lnTo>
                  <a:lnTo>
                    <a:pt x="5330533" y="1267134"/>
                  </a:lnTo>
                  <a:lnTo>
                    <a:pt x="5330659" y="1267134"/>
                  </a:lnTo>
                  <a:lnTo>
                    <a:pt x="5330786" y="1267134"/>
                  </a:lnTo>
                  <a:lnTo>
                    <a:pt x="5330912" y="1267134"/>
                  </a:lnTo>
                  <a:lnTo>
                    <a:pt x="5331038" y="1267134"/>
                  </a:lnTo>
                  <a:lnTo>
                    <a:pt x="5331164" y="1267134"/>
                  </a:lnTo>
                  <a:lnTo>
                    <a:pt x="5331291" y="1267134"/>
                  </a:lnTo>
                  <a:lnTo>
                    <a:pt x="5331417" y="1267134"/>
                  </a:lnTo>
                  <a:lnTo>
                    <a:pt x="5331543" y="1267134"/>
                  </a:lnTo>
                  <a:lnTo>
                    <a:pt x="5331669" y="1267134"/>
                  </a:lnTo>
                  <a:lnTo>
                    <a:pt x="5331796" y="1267134"/>
                  </a:lnTo>
                  <a:lnTo>
                    <a:pt x="5331922" y="1267134"/>
                  </a:lnTo>
                  <a:lnTo>
                    <a:pt x="5332048" y="1267134"/>
                  </a:lnTo>
                  <a:lnTo>
                    <a:pt x="5332174" y="1267134"/>
                  </a:lnTo>
                  <a:lnTo>
                    <a:pt x="5332301" y="1267134"/>
                  </a:lnTo>
                  <a:lnTo>
                    <a:pt x="5332427" y="1267134"/>
                  </a:lnTo>
                  <a:lnTo>
                    <a:pt x="5332553" y="1267134"/>
                  </a:lnTo>
                  <a:lnTo>
                    <a:pt x="5332679" y="1267134"/>
                  </a:lnTo>
                  <a:lnTo>
                    <a:pt x="5332806" y="1267134"/>
                  </a:lnTo>
                  <a:lnTo>
                    <a:pt x="5332932" y="1267134"/>
                  </a:lnTo>
                  <a:lnTo>
                    <a:pt x="5333058" y="1267134"/>
                  </a:lnTo>
                  <a:lnTo>
                    <a:pt x="5333184" y="1267134"/>
                  </a:lnTo>
                  <a:lnTo>
                    <a:pt x="5333311" y="1267134"/>
                  </a:lnTo>
                  <a:lnTo>
                    <a:pt x="5333437" y="1267134"/>
                  </a:lnTo>
                  <a:lnTo>
                    <a:pt x="5333563" y="1267134"/>
                  </a:lnTo>
                  <a:lnTo>
                    <a:pt x="5333689" y="1267134"/>
                  </a:lnTo>
                  <a:lnTo>
                    <a:pt x="5333816" y="1267134"/>
                  </a:lnTo>
                  <a:lnTo>
                    <a:pt x="5333942" y="1267134"/>
                  </a:lnTo>
                  <a:lnTo>
                    <a:pt x="5334068" y="1267134"/>
                  </a:lnTo>
                  <a:lnTo>
                    <a:pt x="5334194" y="1267134"/>
                  </a:lnTo>
                  <a:lnTo>
                    <a:pt x="5334321" y="1267134"/>
                  </a:lnTo>
                  <a:lnTo>
                    <a:pt x="5334447" y="1267134"/>
                  </a:lnTo>
                  <a:lnTo>
                    <a:pt x="5334573" y="1267134"/>
                  </a:lnTo>
                  <a:lnTo>
                    <a:pt x="5334699" y="1267134"/>
                  </a:lnTo>
                  <a:lnTo>
                    <a:pt x="5334826" y="1267134"/>
                  </a:lnTo>
                  <a:lnTo>
                    <a:pt x="5334952" y="1267134"/>
                  </a:lnTo>
                  <a:lnTo>
                    <a:pt x="5335078" y="1267134"/>
                  </a:lnTo>
                  <a:lnTo>
                    <a:pt x="5335205" y="1267134"/>
                  </a:lnTo>
                  <a:lnTo>
                    <a:pt x="5335331" y="1267134"/>
                  </a:lnTo>
                  <a:lnTo>
                    <a:pt x="5335457" y="1267134"/>
                  </a:lnTo>
                  <a:lnTo>
                    <a:pt x="5335583" y="1267134"/>
                  </a:lnTo>
                  <a:lnTo>
                    <a:pt x="5335710" y="1267134"/>
                  </a:lnTo>
                  <a:lnTo>
                    <a:pt x="5335710" y="1262223"/>
                  </a:lnTo>
                  <a:lnTo>
                    <a:pt x="5335836" y="1262223"/>
                  </a:lnTo>
                  <a:lnTo>
                    <a:pt x="5335962" y="1262223"/>
                  </a:lnTo>
                  <a:lnTo>
                    <a:pt x="5336088" y="1262223"/>
                  </a:lnTo>
                  <a:lnTo>
                    <a:pt x="5336215" y="1262223"/>
                  </a:lnTo>
                  <a:lnTo>
                    <a:pt x="5336341" y="1262223"/>
                  </a:lnTo>
                  <a:lnTo>
                    <a:pt x="5336467" y="1262223"/>
                  </a:lnTo>
                  <a:lnTo>
                    <a:pt x="5336593" y="1262223"/>
                  </a:lnTo>
                  <a:lnTo>
                    <a:pt x="5336720" y="1262223"/>
                  </a:lnTo>
                  <a:lnTo>
                    <a:pt x="5336846" y="1262223"/>
                  </a:lnTo>
                  <a:lnTo>
                    <a:pt x="5336972" y="1262223"/>
                  </a:lnTo>
                  <a:lnTo>
                    <a:pt x="5337098" y="1262223"/>
                  </a:lnTo>
                  <a:lnTo>
                    <a:pt x="5337225" y="1262223"/>
                  </a:lnTo>
                  <a:lnTo>
                    <a:pt x="5337351" y="1262223"/>
                  </a:lnTo>
                  <a:lnTo>
                    <a:pt x="5337477" y="1262223"/>
                  </a:lnTo>
                  <a:lnTo>
                    <a:pt x="5337603" y="1262223"/>
                  </a:lnTo>
                  <a:lnTo>
                    <a:pt x="5337730" y="1262223"/>
                  </a:lnTo>
                  <a:lnTo>
                    <a:pt x="5337856" y="1262223"/>
                  </a:lnTo>
                  <a:lnTo>
                    <a:pt x="5337982" y="1262223"/>
                  </a:lnTo>
                  <a:lnTo>
                    <a:pt x="5338108" y="1262223"/>
                  </a:lnTo>
                  <a:lnTo>
                    <a:pt x="5338235" y="1262223"/>
                  </a:lnTo>
                  <a:lnTo>
                    <a:pt x="5338361" y="1262223"/>
                  </a:lnTo>
                  <a:lnTo>
                    <a:pt x="5338487" y="1262223"/>
                  </a:lnTo>
                  <a:lnTo>
                    <a:pt x="5338613" y="1262223"/>
                  </a:lnTo>
                  <a:lnTo>
                    <a:pt x="5338740" y="1262223"/>
                  </a:lnTo>
                  <a:lnTo>
                    <a:pt x="5338866" y="1262223"/>
                  </a:lnTo>
                  <a:lnTo>
                    <a:pt x="5338992" y="1262223"/>
                  </a:lnTo>
                  <a:lnTo>
                    <a:pt x="5339118" y="1262223"/>
                  </a:lnTo>
                  <a:lnTo>
                    <a:pt x="5339245" y="1262223"/>
                  </a:lnTo>
                  <a:lnTo>
                    <a:pt x="5339371" y="1262223"/>
                  </a:lnTo>
                  <a:lnTo>
                    <a:pt x="5339497" y="1262223"/>
                  </a:lnTo>
                  <a:lnTo>
                    <a:pt x="5339623" y="1262223"/>
                  </a:lnTo>
                  <a:lnTo>
                    <a:pt x="5339623" y="1257311"/>
                  </a:lnTo>
                  <a:lnTo>
                    <a:pt x="5339623" y="1252400"/>
                  </a:lnTo>
                  <a:lnTo>
                    <a:pt x="5339750" y="1252400"/>
                  </a:lnTo>
                  <a:lnTo>
                    <a:pt x="5339876" y="1252400"/>
                  </a:lnTo>
                  <a:lnTo>
                    <a:pt x="5340002" y="1252400"/>
                  </a:lnTo>
                  <a:lnTo>
                    <a:pt x="5340128" y="1252400"/>
                  </a:lnTo>
                  <a:lnTo>
                    <a:pt x="5340255" y="1252400"/>
                  </a:lnTo>
                  <a:lnTo>
                    <a:pt x="5340381" y="1252400"/>
                  </a:lnTo>
                  <a:lnTo>
                    <a:pt x="5340507" y="1252400"/>
                  </a:lnTo>
                  <a:lnTo>
                    <a:pt x="5340634" y="1252400"/>
                  </a:lnTo>
                  <a:lnTo>
                    <a:pt x="5340760" y="1252400"/>
                  </a:lnTo>
                  <a:lnTo>
                    <a:pt x="5340886" y="1252400"/>
                  </a:lnTo>
                  <a:lnTo>
                    <a:pt x="5341012" y="1252400"/>
                  </a:lnTo>
                  <a:lnTo>
                    <a:pt x="5341139" y="1252400"/>
                  </a:lnTo>
                  <a:lnTo>
                    <a:pt x="5341265" y="1252400"/>
                  </a:lnTo>
                  <a:lnTo>
                    <a:pt x="5341391" y="1252400"/>
                  </a:lnTo>
                  <a:lnTo>
                    <a:pt x="5341517" y="1252400"/>
                  </a:lnTo>
                  <a:lnTo>
                    <a:pt x="5341644" y="1252400"/>
                  </a:lnTo>
                  <a:lnTo>
                    <a:pt x="5341770" y="1252400"/>
                  </a:lnTo>
                  <a:lnTo>
                    <a:pt x="5341896" y="1252400"/>
                  </a:lnTo>
                  <a:lnTo>
                    <a:pt x="5342022" y="1252400"/>
                  </a:lnTo>
                  <a:lnTo>
                    <a:pt x="5342149" y="1252400"/>
                  </a:lnTo>
                  <a:lnTo>
                    <a:pt x="5342275" y="1252400"/>
                  </a:lnTo>
                  <a:lnTo>
                    <a:pt x="5342401" y="1252400"/>
                  </a:lnTo>
                  <a:lnTo>
                    <a:pt x="5342527" y="1252400"/>
                  </a:lnTo>
                  <a:lnTo>
                    <a:pt x="5342654" y="1252400"/>
                  </a:lnTo>
                  <a:lnTo>
                    <a:pt x="5342780" y="1252400"/>
                  </a:lnTo>
                  <a:lnTo>
                    <a:pt x="5342906" y="1252400"/>
                  </a:lnTo>
                  <a:lnTo>
                    <a:pt x="5343032" y="1252400"/>
                  </a:lnTo>
                  <a:lnTo>
                    <a:pt x="5343159" y="1252400"/>
                  </a:lnTo>
                  <a:lnTo>
                    <a:pt x="5343285" y="1252400"/>
                  </a:lnTo>
                  <a:lnTo>
                    <a:pt x="5343411" y="1252400"/>
                  </a:lnTo>
                  <a:lnTo>
                    <a:pt x="5343537" y="1252400"/>
                  </a:lnTo>
                  <a:lnTo>
                    <a:pt x="5343664" y="1252400"/>
                  </a:lnTo>
                  <a:lnTo>
                    <a:pt x="5343790" y="1252400"/>
                  </a:lnTo>
                  <a:lnTo>
                    <a:pt x="5343916" y="1252400"/>
                  </a:lnTo>
                  <a:lnTo>
                    <a:pt x="5344042" y="1252400"/>
                  </a:lnTo>
                  <a:lnTo>
                    <a:pt x="5344169" y="1252400"/>
                  </a:lnTo>
                  <a:lnTo>
                    <a:pt x="5344295" y="1252400"/>
                  </a:lnTo>
                  <a:lnTo>
                    <a:pt x="5344421" y="1252400"/>
                  </a:lnTo>
                  <a:lnTo>
                    <a:pt x="5344421" y="1247489"/>
                  </a:lnTo>
                  <a:lnTo>
                    <a:pt x="5344547" y="1247489"/>
                  </a:lnTo>
                  <a:lnTo>
                    <a:pt x="5344674" y="1247489"/>
                  </a:lnTo>
                  <a:lnTo>
                    <a:pt x="5344800" y="1247489"/>
                  </a:lnTo>
                  <a:lnTo>
                    <a:pt x="5344926" y="1247489"/>
                  </a:lnTo>
                  <a:lnTo>
                    <a:pt x="5345052" y="1247489"/>
                  </a:lnTo>
                  <a:lnTo>
                    <a:pt x="5345179" y="1247489"/>
                  </a:lnTo>
                  <a:lnTo>
                    <a:pt x="5345305" y="1247489"/>
                  </a:lnTo>
                  <a:lnTo>
                    <a:pt x="5345431" y="1247489"/>
                  </a:lnTo>
                  <a:lnTo>
                    <a:pt x="5345558" y="1247489"/>
                  </a:lnTo>
                  <a:lnTo>
                    <a:pt x="5345684" y="1247489"/>
                  </a:lnTo>
                  <a:lnTo>
                    <a:pt x="5345810" y="1247489"/>
                  </a:lnTo>
                  <a:lnTo>
                    <a:pt x="5345936" y="1247489"/>
                  </a:lnTo>
                  <a:lnTo>
                    <a:pt x="5346063" y="1247489"/>
                  </a:lnTo>
                  <a:lnTo>
                    <a:pt x="5346189" y="1247489"/>
                  </a:lnTo>
                  <a:lnTo>
                    <a:pt x="5346315" y="1247489"/>
                  </a:lnTo>
                  <a:lnTo>
                    <a:pt x="5346441" y="1247489"/>
                  </a:lnTo>
                  <a:lnTo>
                    <a:pt x="5346568" y="1247489"/>
                  </a:lnTo>
                  <a:lnTo>
                    <a:pt x="5346694" y="1247489"/>
                  </a:lnTo>
                  <a:lnTo>
                    <a:pt x="5346820" y="1247489"/>
                  </a:lnTo>
                  <a:lnTo>
                    <a:pt x="5346946" y="1247489"/>
                  </a:lnTo>
                  <a:lnTo>
                    <a:pt x="5347073" y="1247489"/>
                  </a:lnTo>
                  <a:lnTo>
                    <a:pt x="5347199" y="1247489"/>
                  </a:lnTo>
                  <a:lnTo>
                    <a:pt x="5347325" y="1247489"/>
                  </a:lnTo>
                  <a:lnTo>
                    <a:pt x="5347451" y="1247489"/>
                  </a:lnTo>
                  <a:lnTo>
                    <a:pt x="5347578" y="1247489"/>
                  </a:lnTo>
                  <a:lnTo>
                    <a:pt x="5347704" y="1247489"/>
                  </a:lnTo>
                  <a:lnTo>
                    <a:pt x="5347830" y="1247489"/>
                  </a:lnTo>
                  <a:lnTo>
                    <a:pt x="5347956" y="1247489"/>
                  </a:lnTo>
                  <a:lnTo>
                    <a:pt x="5347956" y="1242577"/>
                  </a:lnTo>
                  <a:lnTo>
                    <a:pt x="5348083" y="1242577"/>
                  </a:lnTo>
                  <a:lnTo>
                    <a:pt x="5348209" y="1242577"/>
                  </a:lnTo>
                  <a:lnTo>
                    <a:pt x="5348335" y="1242577"/>
                  </a:lnTo>
                  <a:lnTo>
                    <a:pt x="5348461" y="1242577"/>
                  </a:lnTo>
                  <a:lnTo>
                    <a:pt x="5348588" y="1242577"/>
                  </a:lnTo>
                  <a:lnTo>
                    <a:pt x="5348714" y="1242577"/>
                  </a:lnTo>
                  <a:lnTo>
                    <a:pt x="5348840" y="1242577"/>
                  </a:lnTo>
                  <a:lnTo>
                    <a:pt x="5348966" y="1242577"/>
                  </a:lnTo>
                  <a:lnTo>
                    <a:pt x="5349093" y="1242577"/>
                  </a:lnTo>
                  <a:lnTo>
                    <a:pt x="5349219" y="1242577"/>
                  </a:lnTo>
                  <a:lnTo>
                    <a:pt x="5349345" y="1242577"/>
                  </a:lnTo>
                  <a:lnTo>
                    <a:pt x="5349471" y="1242577"/>
                  </a:lnTo>
                  <a:lnTo>
                    <a:pt x="5349471" y="1237666"/>
                  </a:lnTo>
                  <a:lnTo>
                    <a:pt x="5349598" y="1237666"/>
                  </a:lnTo>
                  <a:lnTo>
                    <a:pt x="5349724" y="1237666"/>
                  </a:lnTo>
                  <a:lnTo>
                    <a:pt x="5349850" y="1237666"/>
                  </a:lnTo>
                  <a:lnTo>
                    <a:pt x="5349976" y="1237666"/>
                  </a:lnTo>
                  <a:lnTo>
                    <a:pt x="5350103" y="1237666"/>
                  </a:lnTo>
                  <a:lnTo>
                    <a:pt x="5350229" y="1237666"/>
                  </a:lnTo>
                  <a:lnTo>
                    <a:pt x="5350355" y="1237666"/>
                  </a:lnTo>
                  <a:lnTo>
                    <a:pt x="5350482" y="1237666"/>
                  </a:lnTo>
                  <a:lnTo>
                    <a:pt x="5350608" y="1237666"/>
                  </a:lnTo>
                  <a:lnTo>
                    <a:pt x="5350734" y="1237666"/>
                  </a:lnTo>
                  <a:lnTo>
                    <a:pt x="5350860" y="1237666"/>
                  </a:lnTo>
                  <a:lnTo>
                    <a:pt x="5350987" y="1237666"/>
                  </a:lnTo>
                  <a:lnTo>
                    <a:pt x="5351113" y="1237666"/>
                  </a:lnTo>
                  <a:lnTo>
                    <a:pt x="5351239" y="1237666"/>
                  </a:lnTo>
                  <a:lnTo>
                    <a:pt x="5351365" y="1237666"/>
                  </a:lnTo>
                  <a:lnTo>
                    <a:pt x="5351492" y="1237666"/>
                  </a:lnTo>
                  <a:lnTo>
                    <a:pt x="5351618" y="1237666"/>
                  </a:lnTo>
                  <a:lnTo>
                    <a:pt x="5351744" y="1237666"/>
                  </a:lnTo>
                  <a:lnTo>
                    <a:pt x="5351870" y="1237666"/>
                  </a:lnTo>
                  <a:lnTo>
                    <a:pt x="5351997" y="1237666"/>
                  </a:lnTo>
                  <a:lnTo>
                    <a:pt x="5352123" y="1237666"/>
                  </a:lnTo>
                  <a:lnTo>
                    <a:pt x="5352249" y="1237666"/>
                  </a:lnTo>
                  <a:lnTo>
                    <a:pt x="5352375" y="1237666"/>
                  </a:lnTo>
                  <a:lnTo>
                    <a:pt x="5352502" y="1237666"/>
                  </a:lnTo>
                  <a:lnTo>
                    <a:pt x="5352628" y="1237666"/>
                  </a:lnTo>
                  <a:lnTo>
                    <a:pt x="5352754" y="1237666"/>
                  </a:lnTo>
                  <a:lnTo>
                    <a:pt x="5352880" y="1237666"/>
                  </a:lnTo>
                  <a:lnTo>
                    <a:pt x="5353007" y="1237666"/>
                  </a:lnTo>
                  <a:lnTo>
                    <a:pt x="5353133" y="1237666"/>
                  </a:lnTo>
                  <a:lnTo>
                    <a:pt x="5353259" y="1237666"/>
                  </a:lnTo>
                  <a:lnTo>
                    <a:pt x="5353385" y="1237666"/>
                  </a:lnTo>
                  <a:lnTo>
                    <a:pt x="5353512" y="1237666"/>
                  </a:lnTo>
                  <a:lnTo>
                    <a:pt x="5353638" y="1237666"/>
                  </a:lnTo>
                  <a:lnTo>
                    <a:pt x="5353764" y="1237666"/>
                  </a:lnTo>
                  <a:lnTo>
                    <a:pt x="5353890" y="1237666"/>
                  </a:lnTo>
                  <a:lnTo>
                    <a:pt x="5354017" y="1237666"/>
                  </a:lnTo>
                  <a:lnTo>
                    <a:pt x="5354143" y="1237666"/>
                  </a:lnTo>
                  <a:lnTo>
                    <a:pt x="5354269" y="1237666"/>
                  </a:lnTo>
                  <a:lnTo>
                    <a:pt x="5354395" y="1237666"/>
                  </a:lnTo>
                  <a:lnTo>
                    <a:pt x="5354522" y="1237666"/>
                  </a:lnTo>
                  <a:lnTo>
                    <a:pt x="5354648" y="1237666"/>
                  </a:lnTo>
                  <a:lnTo>
                    <a:pt x="5354774" y="1237666"/>
                  </a:lnTo>
                  <a:lnTo>
                    <a:pt x="5354900" y="1237666"/>
                  </a:lnTo>
                  <a:lnTo>
                    <a:pt x="5355027" y="1237666"/>
                  </a:lnTo>
                  <a:lnTo>
                    <a:pt x="5355153" y="1237666"/>
                  </a:lnTo>
                  <a:lnTo>
                    <a:pt x="5355279" y="1237666"/>
                  </a:lnTo>
                  <a:lnTo>
                    <a:pt x="5355405" y="1237666"/>
                  </a:lnTo>
                  <a:lnTo>
                    <a:pt x="5355532" y="1237666"/>
                  </a:lnTo>
                  <a:lnTo>
                    <a:pt x="5355658" y="1237666"/>
                  </a:lnTo>
                  <a:lnTo>
                    <a:pt x="5355784" y="1237666"/>
                  </a:lnTo>
                  <a:lnTo>
                    <a:pt x="5355911" y="1237666"/>
                  </a:lnTo>
                  <a:lnTo>
                    <a:pt x="5356037" y="1237666"/>
                  </a:lnTo>
                  <a:lnTo>
                    <a:pt x="5356163" y="1237666"/>
                  </a:lnTo>
                  <a:lnTo>
                    <a:pt x="5356289" y="1237666"/>
                  </a:lnTo>
                  <a:lnTo>
                    <a:pt x="5356416" y="1237666"/>
                  </a:lnTo>
                  <a:lnTo>
                    <a:pt x="5356542" y="1237666"/>
                  </a:lnTo>
                  <a:lnTo>
                    <a:pt x="5356668" y="1237666"/>
                  </a:lnTo>
                  <a:lnTo>
                    <a:pt x="5356794" y="1237666"/>
                  </a:lnTo>
                  <a:lnTo>
                    <a:pt x="5356921" y="1237666"/>
                  </a:lnTo>
                  <a:lnTo>
                    <a:pt x="5357047" y="1237666"/>
                  </a:lnTo>
                  <a:lnTo>
                    <a:pt x="5357173" y="1237666"/>
                  </a:lnTo>
                  <a:lnTo>
                    <a:pt x="5357299" y="1237666"/>
                  </a:lnTo>
                  <a:lnTo>
                    <a:pt x="5357426" y="1237666"/>
                  </a:lnTo>
                  <a:lnTo>
                    <a:pt x="5357552" y="1237666"/>
                  </a:lnTo>
                  <a:lnTo>
                    <a:pt x="5357678" y="1237666"/>
                  </a:lnTo>
                  <a:lnTo>
                    <a:pt x="5357804" y="1237666"/>
                  </a:lnTo>
                  <a:lnTo>
                    <a:pt x="5357931" y="1237666"/>
                  </a:lnTo>
                  <a:lnTo>
                    <a:pt x="5358057" y="1237666"/>
                  </a:lnTo>
                  <a:lnTo>
                    <a:pt x="5358183" y="1237666"/>
                  </a:lnTo>
                  <a:lnTo>
                    <a:pt x="5358183" y="1232755"/>
                  </a:lnTo>
                  <a:lnTo>
                    <a:pt x="5358309" y="1232755"/>
                  </a:lnTo>
                  <a:lnTo>
                    <a:pt x="5358436" y="1232755"/>
                  </a:lnTo>
                  <a:lnTo>
                    <a:pt x="5358562" y="1232755"/>
                  </a:lnTo>
                  <a:lnTo>
                    <a:pt x="5358688" y="1232755"/>
                  </a:lnTo>
                  <a:lnTo>
                    <a:pt x="5358814" y="1232755"/>
                  </a:lnTo>
                  <a:lnTo>
                    <a:pt x="5358814" y="1227843"/>
                  </a:lnTo>
                  <a:lnTo>
                    <a:pt x="5358941" y="1227843"/>
                  </a:lnTo>
                  <a:lnTo>
                    <a:pt x="5359067" y="1227843"/>
                  </a:lnTo>
                  <a:lnTo>
                    <a:pt x="5359193" y="1227843"/>
                  </a:lnTo>
                  <a:lnTo>
                    <a:pt x="5359319" y="1227843"/>
                  </a:lnTo>
                  <a:lnTo>
                    <a:pt x="5359446" y="1227843"/>
                  </a:lnTo>
                  <a:lnTo>
                    <a:pt x="5359572" y="1227843"/>
                  </a:lnTo>
                  <a:lnTo>
                    <a:pt x="5359698" y="1227843"/>
                  </a:lnTo>
                  <a:lnTo>
                    <a:pt x="5359824" y="1227843"/>
                  </a:lnTo>
                  <a:lnTo>
                    <a:pt x="5359951" y="1227843"/>
                  </a:lnTo>
                  <a:lnTo>
                    <a:pt x="5360077" y="1227843"/>
                  </a:lnTo>
                  <a:lnTo>
                    <a:pt x="5360203" y="1227843"/>
                  </a:lnTo>
                  <a:lnTo>
                    <a:pt x="5360203" y="1222932"/>
                  </a:lnTo>
                  <a:lnTo>
                    <a:pt x="5360329" y="1222932"/>
                  </a:lnTo>
                  <a:lnTo>
                    <a:pt x="5360456" y="1222932"/>
                  </a:lnTo>
                  <a:lnTo>
                    <a:pt x="5360582" y="1222932"/>
                  </a:lnTo>
                  <a:lnTo>
                    <a:pt x="5360708" y="1222932"/>
                  </a:lnTo>
                  <a:lnTo>
                    <a:pt x="5360835" y="1222932"/>
                  </a:lnTo>
                  <a:lnTo>
                    <a:pt x="5360961" y="1222932"/>
                  </a:lnTo>
                  <a:lnTo>
                    <a:pt x="5361087" y="1222932"/>
                  </a:lnTo>
                  <a:lnTo>
                    <a:pt x="5361213" y="1222932"/>
                  </a:lnTo>
                  <a:lnTo>
                    <a:pt x="5361340" y="1222932"/>
                  </a:lnTo>
                  <a:lnTo>
                    <a:pt x="5361466" y="1222932"/>
                  </a:lnTo>
                  <a:lnTo>
                    <a:pt x="5361592" y="1222932"/>
                  </a:lnTo>
                  <a:lnTo>
                    <a:pt x="5361718" y="1222932"/>
                  </a:lnTo>
                  <a:lnTo>
                    <a:pt x="5361845" y="1222932"/>
                  </a:lnTo>
                  <a:lnTo>
                    <a:pt x="5361971" y="1222932"/>
                  </a:lnTo>
                  <a:lnTo>
                    <a:pt x="5362097" y="1222932"/>
                  </a:lnTo>
                  <a:lnTo>
                    <a:pt x="5362223" y="1222932"/>
                  </a:lnTo>
                  <a:lnTo>
                    <a:pt x="5362350" y="1222932"/>
                  </a:lnTo>
                  <a:lnTo>
                    <a:pt x="5362476" y="1222932"/>
                  </a:lnTo>
                  <a:lnTo>
                    <a:pt x="5362602" y="1222932"/>
                  </a:lnTo>
                  <a:lnTo>
                    <a:pt x="5362728" y="1222932"/>
                  </a:lnTo>
                  <a:lnTo>
                    <a:pt x="5362855" y="1222932"/>
                  </a:lnTo>
                  <a:lnTo>
                    <a:pt x="5362981" y="1222932"/>
                  </a:lnTo>
                  <a:lnTo>
                    <a:pt x="5363107" y="1222932"/>
                  </a:lnTo>
                  <a:lnTo>
                    <a:pt x="5363233" y="1222932"/>
                  </a:lnTo>
                  <a:lnTo>
                    <a:pt x="5363360" y="1222932"/>
                  </a:lnTo>
                  <a:lnTo>
                    <a:pt x="5363486" y="1222932"/>
                  </a:lnTo>
                  <a:lnTo>
                    <a:pt x="5363612" y="1222932"/>
                  </a:lnTo>
                  <a:lnTo>
                    <a:pt x="5363738" y="1222932"/>
                  </a:lnTo>
                  <a:lnTo>
                    <a:pt x="5363865" y="1222932"/>
                  </a:lnTo>
                  <a:lnTo>
                    <a:pt x="5363991" y="1222932"/>
                  </a:lnTo>
                  <a:lnTo>
                    <a:pt x="5364117" y="1222932"/>
                  </a:lnTo>
                  <a:lnTo>
                    <a:pt x="5364243" y="1222932"/>
                  </a:lnTo>
                  <a:lnTo>
                    <a:pt x="5364370" y="1222932"/>
                  </a:lnTo>
                  <a:lnTo>
                    <a:pt x="5364496" y="1222932"/>
                  </a:lnTo>
                  <a:lnTo>
                    <a:pt x="5364622" y="1222932"/>
                  </a:lnTo>
                  <a:lnTo>
                    <a:pt x="5364748" y="1222932"/>
                  </a:lnTo>
                  <a:lnTo>
                    <a:pt x="5364875" y="1222932"/>
                  </a:lnTo>
                  <a:lnTo>
                    <a:pt x="5365001" y="1222932"/>
                  </a:lnTo>
                  <a:lnTo>
                    <a:pt x="5365127" y="1222932"/>
                  </a:lnTo>
                  <a:lnTo>
                    <a:pt x="5365253" y="1222932"/>
                  </a:lnTo>
                  <a:lnTo>
                    <a:pt x="5365380" y="1222932"/>
                  </a:lnTo>
                  <a:lnTo>
                    <a:pt x="5365506" y="1222932"/>
                  </a:lnTo>
                  <a:lnTo>
                    <a:pt x="5365632" y="1222932"/>
                  </a:lnTo>
                  <a:lnTo>
                    <a:pt x="5365758" y="1222932"/>
                  </a:lnTo>
                  <a:lnTo>
                    <a:pt x="5365885" y="1222932"/>
                  </a:lnTo>
                  <a:lnTo>
                    <a:pt x="5366011" y="1222932"/>
                  </a:lnTo>
                  <a:lnTo>
                    <a:pt x="5366137" y="1222932"/>
                  </a:lnTo>
                  <a:lnTo>
                    <a:pt x="5366264" y="1222932"/>
                  </a:lnTo>
                  <a:lnTo>
                    <a:pt x="5366390" y="1222932"/>
                  </a:lnTo>
                  <a:lnTo>
                    <a:pt x="5366516" y="1222932"/>
                  </a:lnTo>
                  <a:lnTo>
                    <a:pt x="5366642" y="1222932"/>
                  </a:lnTo>
                  <a:lnTo>
                    <a:pt x="5366769" y="1222932"/>
                  </a:lnTo>
                  <a:lnTo>
                    <a:pt x="5366895" y="1222932"/>
                  </a:lnTo>
                  <a:lnTo>
                    <a:pt x="5367021" y="1222932"/>
                  </a:lnTo>
                  <a:lnTo>
                    <a:pt x="5367147" y="1222932"/>
                  </a:lnTo>
                  <a:lnTo>
                    <a:pt x="5367274" y="1222932"/>
                  </a:lnTo>
                  <a:lnTo>
                    <a:pt x="5367400" y="1222932"/>
                  </a:lnTo>
                  <a:lnTo>
                    <a:pt x="5367526" y="1222932"/>
                  </a:lnTo>
                  <a:lnTo>
                    <a:pt x="5367652" y="1222932"/>
                  </a:lnTo>
                  <a:lnTo>
                    <a:pt x="5367779" y="1222932"/>
                  </a:lnTo>
                  <a:lnTo>
                    <a:pt x="5367905" y="1222932"/>
                  </a:lnTo>
                  <a:lnTo>
                    <a:pt x="5368031" y="1222932"/>
                  </a:lnTo>
                  <a:lnTo>
                    <a:pt x="5368157" y="1222932"/>
                  </a:lnTo>
                  <a:lnTo>
                    <a:pt x="5368284" y="1222932"/>
                  </a:lnTo>
                  <a:lnTo>
                    <a:pt x="5368410" y="1222932"/>
                  </a:lnTo>
                  <a:lnTo>
                    <a:pt x="5368536" y="1222932"/>
                  </a:lnTo>
                  <a:lnTo>
                    <a:pt x="5368662" y="1222932"/>
                  </a:lnTo>
                  <a:lnTo>
                    <a:pt x="5368789" y="1222932"/>
                  </a:lnTo>
                  <a:lnTo>
                    <a:pt x="5368915" y="1222932"/>
                  </a:lnTo>
                  <a:lnTo>
                    <a:pt x="5369041" y="1222932"/>
                  </a:lnTo>
                  <a:lnTo>
                    <a:pt x="5369167" y="1222932"/>
                  </a:lnTo>
                  <a:lnTo>
                    <a:pt x="5369294" y="1222932"/>
                  </a:lnTo>
                  <a:lnTo>
                    <a:pt x="5369420" y="1222932"/>
                  </a:lnTo>
                  <a:lnTo>
                    <a:pt x="5369546" y="1222932"/>
                  </a:lnTo>
                  <a:lnTo>
                    <a:pt x="5369672" y="1222932"/>
                  </a:lnTo>
                  <a:lnTo>
                    <a:pt x="5369799" y="1222932"/>
                  </a:lnTo>
                  <a:lnTo>
                    <a:pt x="5369925" y="1222932"/>
                  </a:lnTo>
                  <a:lnTo>
                    <a:pt x="5370051" y="1222932"/>
                  </a:lnTo>
                  <a:lnTo>
                    <a:pt x="5370177" y="1222932"/>
                  </a:lnTo>
                  <a:lnTo>
                    <a:pt x="5370304" y="1222932"/>
                  </a:lnTo>
                  <a:lnTo>
                    <a:pt x="5370430" y="1222932"/>
                  </a:lnTo>
                  <a:lnTo>
                    <a:pt x="5370556" y="1222932"/>
                  </a:lnTo>
                  <a:lnTo>
                    <a:pt x="5370682" y="1222932"/>
                  </a:lnTo>
                  <a:lnTo>
                    <a:pt x="5370809" y="1222932"/>
                  </a:lnTo>
                  <a:lnTo>
                    <a:pt x="5370935" y="1222932"/>
                  </a:lnTo>
                  <a:lnTo>
                    <a:pt x="5371061" y="1222932"/>
                  </a:lnTo>
                  <a:lnTo>
                    <a:pt x="5371188" y="1222932"/>
                  </a:lnTo>
                  <a:lnTo>
                    <a:pt x="5371314" y="1222932"/>
                  </a:lnTo>
                  <a:lnTo>
                    <a:pt x="5371440" y="1222932"/>
                  </a:lnTo>
                  <a:lnTo>
                    <a:pt x="5371566" y="1222932"/>
                  </a:lnTo>
                  <a:lnTo>
                    <a:pt x="5371693" y="1222932"/>
                  </a:lnTo>
                  <a:lnTo>
                    <a:pt x="5371819" y="1222932"/>
                  </a:lnTo>
                  <a:lnTo>
                    <a:pt x="5371945" y="1222932"/>
                  </a:lnTo>
                  <a:lnTo>
                    <a:pt x="5372071" y="1222932"/>
                  </a:lnTo>
                  <a:lnTo>
                    <a:pt x="5372198" y="1222932"/>
                  </a:lnTo>
                  <a:lnTo>
                    <a:pt x="5372324" y="1222932"/>
                  </a:lnTo>
                  <a:lnTo>
                    <a:pt x="5372450" y="1222932"/>
                  </a:lnTo>
                  <a:lnTo>
                    <a:pt x="5372576" y="1222932"/>
                  </a:lnTo>
                  <a:lnTo>
                    <a:pt x="5372703" y="1222932"/>
                  </a:lnTo>
                  <a:lnTo>
                    <a:pt x="5372829" y="1222932"/>
                  </a:lnTo>
                  <a:lnTo>
                    <a:pt x="5372955" y="1222932"/>
                  </a:lnTo>
                  <a:lnTo>
                    <a:pt x="5373081" y="1222932"/>
                  </a:lnTo>
                  <a:lnTo>
                    <a:pt x="5373208" y="1222932"/>
                  </a:lnTo>
                  <a:lnTo>
                    <a:pt x="5373334" y="1222932"/>
                  </a:lnTo>
                  <a:lnTo>
                    <a:pt x="5373460" y="1222932"/>
                  </a:lnTo>
                  <a:lnTo>
                    <a:pt x="5373586" y="1222932"/>
                  </a:lnTo>
                  <a:lnTo>
                    <a:pt x="5373713" y="1222932"/>
                  </a:lnTo>
                  <a:lnTo>
                    <a:pt x="5373839" y="1222932"/>
                  </a:lnTo>
                  <a:lnTo>
                    <a:pt x="5373965" y="1222932"/>
                  </a:lnTo>
                  <a:lnTo>
                    <a:pt x="5374091" y="1222932"/>
                  </a:lnTo>
                  <a:lnTo>
                    <a:pt x="5374218" y="1222932"/>
                  </a:lnTo>
                  <a:lnTo>
                    <a:pt x="5374344" y="1222932"/>
                  </a:lnTo>
                  <a:lnTo>
                    <a:pt x="5374470" y="1222932"/>
                  </a:lnTo>
                  <a:lnTo>
                    <a:pt x="5374596" y="1222932"/>
                  </a:lnTo>
                  <a:lnTo>
                    <a:pt x="5374723" y="1222932"/>
                  </a:lnTo>
                  <a:lnTo>
                    <a:pt x="5374849" y="1222932"/>
                  </a:lnTo>
                  <a:lnTo>
                    <a:pt x="5374975" y="1222932"/>
                  </a:lnTo>
                  <a:lnTo>
                    <a:pt x="5375101" y="1222932"/>
                  </a:lnTo>
                  <a:lnTo>
                    <a:pt x="5375228" y="1222932"/>
                  </a:lnTo>
                  <a:lnTo>
                    <a:pt x="5375354" y="1222932"/>
                  </a:lnTo>
                  <a:lnTo>
                    <a:pt x="5375480" y="1222932"/>
                  </a:lnTo>
                  <a:lnTo>
                    <a:pt x="5375480" y="1218020"/>
                  </a:lnTo>
                  <a:lnTo>
                    <a:pt x="5375606" y="1218020"/>
                  </a:lnTo>
                  <a:lnTo>
                    <a:pt x="5375733" y="1218020"/>
                  </a:lnTo>
                  <a:lnTo>
                    <a:pt x="5375733" y="1213109"/>
                  </a:lnTo>
                  <a:lnTo>
                    <a:pt x="5375859" y="1213109"/>
                  </a:lnTo>
                  <a:lnTo>
                    <a:pt x="5375985" y="1213109"/>
                  </a:lnTo>
                  <a:lnTo>
                    <a:pt x="5376111" y="1213109"/>
                  </a:lnTo>
                  <a:lnTo>
                    <a:pt x="5376238" y="1213109"/>
                  </a:lnTo>
                  <a:lnTo>
                    <a:pt x="5376364" y="1213109"/>
                  </a:lnTo>
                  <a:lnTo>
                    <a:pt x="5376490" y="1213109"/>
                  </a:lnTo>
                  <a:lnTo>
                    <a:pt x="5376617" y="1213109"/>
                  </a:lnTo>
                  <a:lnTo>
                    <a:pt x="5376743" y="1213109"/>
                  </a:lnTo>
                  <a:lnTo>
                    <a:pt x="5376869" y="1213109"/>
                  </a:lnTo>
                  <a:lnTo>
                    <a:pt x="5376995" y="1213109"/>
                  </a:lnTo>
                  <a:lnTo>
                    <a:pt x="5377122" y="1213109"/>
                  </a:lnTo>
                  <a:lnTo>
                    <a:pt x="5377248" y="1213109"/>
                  </a:lnTo>
                  <a:lnTo>
                    <a:pt x="5377374" y="1213109"/>
                  </a:lnTo>
                  <a:lnTo>
                    <a:pt x="5377500" y="1213109"/>
                  </a:lnTo>
                  <a:lnTo>
                    <a:pt x="5377627" y="1213109"/>
                  </a:lnTo>
                  <a:lnTo>
                    <a:pt x="5377753" y="1213109"/>
                  </a:lnTo>
                  <a:lnTo>
                    <a:pt x="5377879" y="1213109"/>
                  </a:lnTo>
                  <a:lnTo>
                    <a:pt x="5378005" y="1213109"/>
                  </a:lnTo>
                  <a:lnTo>
                    <a:pt x="5378132" y="1213109"/>
                  </a:lnTo>
                  <a:lnTo>
                    <a:pt x="5378258" y="1213109"/>
                  </a:lnTo>
                  <a:lnTo>
                    <a:pt x="5378384" y="1213109"/>
                  </a:lnTo>
                  <a:lnTo>
                    <a:pt x="5378510" y="1213109"/>
                  </a:lnTo>
                  <a:lnTo>
                    <a:pt x="5378637" y="1213109"/>
                  </a:lnTo>
                  <a:lnTo>
                    <a:pt x="5378763" y="1213109"/>
                  </a:lnTo>
                  <a:lnTo>
                    <a:pt x="5378889" y="1213109"/>
                  </a:lnTo>
                  <a:lnTo>
                    <a:pt x="5379015" y="1213109"/>
                  </a:lnTo>
                  <a:lnTo>
                    <a:pt x="5379142" y="1213109"/>
                  </a:lnTo>
                  <a:lnTo>
                    <a:pt x="5379268" y="1213109"/>
                  </a:lnTo>
                  <a:lnTo>
                    <a:pt x="5379394" y="1213109"/>
                  </a:lnTo>
                  <a:lnTo>
                    <a:pt x="5379520" y="1213109"/>
                  </a:lnTo>
                  <a:lnTo>
                    <a:pt x="5379647" y="1213109"/>
                  </a:lnTo>
                  <a:lnTo>
                    <a:pt x="5379773" y="1213109"/>
                  </a:lnTo>
                  <a:lnTo>
                    <a:pt x="5379899" y="1213109"/>
                  </a:lnTo>
                  <a:lnTo>
                    <a:pt x="5380025" y="1213109"/>
                  </a:lnTo>
                  <a:lnTo>
                    <a:pt x="5380152" y="1213109"/>
                  </a:lnTo>
                  <a:lnTo>
                    <a:pt x="5380278" y="1213109"/>
                  </a:lnTo>
                  <a:lnTo>
                    <a:pt x="5380404" y="1213109"/>
                  </a:lnTo>
                  <a:lnTo>
                    <a:pt x="5380530" y="1213109"/>
                  </a:lnTo>
                  <a:lnTo>
                    <a:pt x="5380657" y="1213109"/>
                  </a:lnTo>
                  <a:lnTo>
                    <a:pt x="5380783" y="1213109"/>
                  </a:lnTo>
                  <a:lnTo>
                    <a:pt x="5380909" y="1213109"/>
                  </a:lnTo>
                  <a:lnTo>
                    <a:pt x="5381035" y="1213109"/>
                  </a:lnTo>
                  <a:lnTo>
                    <a:pt x="5381162" y="1213109"/>
                  </a:lnTo>
                  <a:lnTo>
                    <a:pt x="5381288" y="1213109"/>
                  </a:lnTo>
                  <a:lnTo>
                    <a:pt x="5381414" y="1213109"/>
                  </a:lnTo>
                  <a:lnTo>
                    <a:pt x="5381541" y="1213109"/>
                  </a:lnTo>
                  <a:lnTo>
                    <a:pt x="5381667" y="1213109"/>
                  </a:lnTo>
                  <a:lnTo>
                    <a:pt x="5381793" y="1213109"/>
                  </a:lnTo>
                  <a:lnTo>
                    <a:pt x="5381919" y="1213109"/>
                  </a:lnTo>
                  <a:lnTo>
                    <a:pt x="5382046" y="1213109"/>
                  </a:lnTo>
                  <a:lnTo>
                    <a:pt x="5382172" y="1213109"/>
                  </a:lnTo>
                  <a:lnTo>
                    <a:pt x="5382298" y="1213109"/>
                  </a:lnTo>
                  <a:lnTo>
                    <a:pt x="5382424" y="1213109"/>
                  </a:lnTo>
                  <a:lnTo>
                    <a:pt x="5382551" y="1213109"/>
                  </a:lnTo>
                  <a:lnTo>
                    <a:pt x="5382677" y="1213109"/>
                  </a:lnTo>
                  <a:lnTo>
                    <a:pt x="5382803" y="1213109"/>
                  </a:lnTo>
                  <a:lnTo>
                    <a:pt x="5382929" y="1213109"/>
                  </a:lnTo>
                  <a:lnTo>
                    <a:pt x="5383056" y="1213109"/>
                  </a:lnTo>
                  <a:lnTo>
                    <a:pt x="5383182" y="1213109"/>
                  </a:lnTo>
                  <a:lnTo>
                    <a:pt x="5383308" y="1213109"/>
                  </a:lnTo>
                  <a:lnTo>
                    <a:pt x="5383434" y="1213109"/>
                  </a:lnTo>
                  <a:lnTo>
                    <a:pt x="5383561" y="1213109"/>
                  </a:lnTo>
                  <a:lnTo>
                    <a:pt x="5383687" y="1213109"/>
                  </a:lnTo>
                  <a:lnTo>
                    <a:pt x="5383813" y="1213109"/>
                  </a:lnTo>
                  <a:lnTo>
                    <a:pt x="5383939" y="1213109"/>
                  </a:lnTo>
                  <a:lnTo>
                    <a:pt x="5384066" y="1213109"/>
                  </a:lnTo>
                  <a:lnTo>
                    <a:pt x="5384192" y="1213109"/>
                  </a:lnTo>
                  <a:lnTo>
                    <a:pt x="5384318" y="1213109"/>
                  </a:lnTo>
                  <a:lnTo>
                    <a:pt x="5384444" y="1213109"/>
                  </a:lnTo>
                  <a:lnTo>
                    <a:pt x="5384571" y="1213109"/>
                  </a:lnTo>
                  <a:lnTo>
                    <a:pt x="5384697" y="1213109"/>
                  </a:lnTo>
                  <a:lnTo>
                    <a:pt x="5384823" y="1213109"/>
                  </a:lnTo>
                  <a:lnTo>
                    <a:pt x="5384949" y="1213109"/>
                  </a:lnTo>
                  <a:lnTo>
                    <a:pt x="5385076" y="1213109"/>
                  </a:lnTo>
                  <a:lnTo>
                    <a:pt x="5385202" y="1213109"/>
                  </a:lnTo>
                  <a:lnTo>
                    <a:pt x="5385328" y="1213109"/>
                  </a:lnTo>
                  <a:lnTo>
                    <a:pt x="5385454" y="1213109"/>
                  </a:lnTo>
                  <a:lnTo>
                    <a:pt x="5385581" y="1213109"/>
                  </a:lnTo>
                  <a:lnTo>
                    <a:pt x="5385707" y="1213109"/>
                  </a:lnTo>
                  <a:lnTo>
                    <a:pt x="5385833" y="1213109"/>
                  </a:lnTo>
                  <a:lnTo>
                    <a:pt x="5385959" y="1213109"/>
                  </a:lnTo>
                  <a:lnTo>
                    <a:pt x="5386086" y="1213109"/>
                  </a:lnTo>
                  <a:lnTo>
                    <a:pt x="5386212" y="1213109"/>
                  </a:lnTo>
                  <a:lnTo>
                    <a:pt x="5386338" y="1213109"/>
                  </a:lnTo>
                  <a:lnTo>
                    <a:pt x="5386464" y="1213109"/>
                  </a:lnTo>
                  <a:lnTo>
                    <a:pt x="5386591" y="1213109"/>
                  </a:lnTo>
                  <a:lnTo>
                    <a:pt x="5386717" y="1213109"/>
                  </a:lnTo>
                  <a:lnTo>
                    <a:pt x="5386843" y="1213109"/>
                  </a:lnTo>
                  <a:lnTo>
                    <a:pt x="5386970" y="1213109"/>
                  </a:lnTo>
                  <a:lnTo>
                    <a:pt x="5387096" y="1213109"/>
                  </a:lnTo>
                  <a:lnTo>
                    <a:pt x="5387222" y="1213109"/>
                  </a:lnTo>
                  <a:lnTo>
                    <a:pt x="5387348" y="1213109"/>
                  </a:lnTo>
                  <a:lnTo>
                    <a:pt x="5387475" y="1213109"/>
                  </a:lnTo>
                  <a:lnTo>
                    <a:pt x="5387601" y="1213109"/>
                  </a:lnTo>
                  <a:lnTo>
                    <a:pt x="5387727" y="1213109"/>
                  </a:lnTo>
                  <a:lnTo>
                    <a:pt x="5387853" y="1213109"/>
                  </a:lnTo>
                  <a:lnTo>
                    <a:pt x="5387980" y="1213109"/>
                  </a:lnTo>
                  <a:lnTo>
                    <a:pt x="5388106" y="1213109"/>
                  </a:lnTo>
                  <a:lnTo>
                    <a:pt x="5388232" y="1213109"/>
                  </a:lnTo>
                  <a:lnTo>
                    <a:pt x="5388358" y="1213109"/>
                  </a:lnTo>
                  <a:lnTo>
                    <a:pt x="5388485" y="1213109"/>
                  </a:lnTo>
                  <a:lnTo>
                    <a:pt x="5388611" y="1213109"/>
                  </a:lnTo>
                  <a:lnTo>
                    <a:pt x="5388611" y="1208198"/>
                  </a:lnTo>
                  <a:lnTo>
                    <a:pt x="5388737" y="1208198"/>
                  </a:lnTo>
                  <a:lnTo>
                    <a:pt x="5388863" y="1208198"/>
                  </a:lnTo>
                  <a:lnTo>
                    <a:pt x="5388990" y="1208198"/>
                  </a:lnTo>
                  <a:lnTo>
                    <a:pt x="5389116" y="1208198"/>
                  </a:lnTo>
                  <a:lnTo>
                    <a:pt x="5389242" y="1208198"/>
                  </a:lnTo>
                  <a:lnTo>
                    <a:pt x="5389368" y="1208198"/>
                  </a:lnTo>
                  <a:lnTo>
                    <a:pt x="5389495" y="1208198"/>
                  </a:lnTo>
                  <a:lnTo>
                    <a:pt x="5389621" y="1208198"/>
                  </a:lnTo>
                  <a:lnTo>
                    <a:pt x="5389747" y="1208198"/>
                  </a:lnTo>
                  <a:lnTo>
                    <a:pt x="5389873" y="1208198"/>
                  </a:lnTo>
                  <a:lnTo>
                    <a:pt x="5390000" y="1208198"/>
                  </a:lnTo>
                  <a:lnTo>
                    <a:pt x="5390126" y="1208198"/>
                  </a:lnTo>
                  <a:lnTo>
                    <a:pt x="5390252" y="1208198"/>
                  </a:lnTo>
                  <a:lnTo>
                    <a:pt x="5390378" y="1208198"/>
                  </a:lnTo>
                  <a:lnTo>
                    <a:pt x="5390505" y="1208198"/>
                  </a:lnTo>
                  <a:lnTo>
                    <a:pt x="5390631" y="1208198"/>
                  </a:lnTo>
                  <a:lnTo>
                    <a:pt x="5390757" y="1208198"/>
                  </a:lnTo>
                  <a:lnTo>
                    <a:pt x="5390883" y="1208198"/>
                  </a:lnTo>
                  <a:lnTo>
                    <a:pt x="5391010" y="1208198"/>
                  </a:lnTo>
                  <a:lnTo>
                    <a:pt x="5391136" y="1208198"/>
                  </a:lnTo>
                  <a:lnTo>
                    <a:pt x="5391262" y="1208198"/>
                  </a:lnTo>
                  <a:lnTo>
                    <a:pt x="5391388" y="1208198"/>
                  </a:lnTo>
                  <a:lnTo>
                    <a:pt x="5391515" y="1208198"/>
                  </a:lnTo>
                  <a:lnTo>
                    <a:pt x="5391641" y="1208198"/>
                  </a:lnTo>
                  <a:lnTo>
                    <a:pt x="5391767" y="1208198"/>
                  </a:lnTo>
                  <a:lnTo>
                    <a:pt x="5391894" y="1208198"/>
                  </a:lnTo>
                  <a:lnTo>
                    <a:pt x="5392020" y="1208198"/>
                  </a:lnTo>
                  <a:lnTo>
                    <a:pt x="5392146" y="1208198"/>
                  </a:lnTo>
                  <a:lnTo>
                    <a:pt x="5392272" y="1208198"/>
                  </a:lnTo>
                  <a:lnTo>
                    <a:pt x="5392399" y="1208198"/>
                  </a:lnTo>
                  <a:lnTo>
                    <a:pt x="5392525" y="1208198"/>
                  </a:lnTo>
                  <a:lnTo>
                    <a:pt x="5392651" y="1208198"/>
                  </a:lnTo>
                  <a:lnTo>
                    <a:pt x="5392777" y="1208198"/>
                  </a:lnTo>
                  <a:lnTo>
                    <a:pt x="5392904" y="1208198"/>
                  </a:lnTo>
                  <a:lnTo>
                    <a:pt x="5393030" y="1208198"/>
                  </a:lnTo>
                  <a:lnTo>
                    <a:pt x="5393156" y="1208198"/>
                  </a:lnTo>
                  <a:lnTo>
                    <a:pt x="5393282" y="1208198"/>
                  </a:lnTo>
                  <a:lnTo>
                    <a:pt x="5393409" y="1208198"/>
                  </a:lnTo>
                  <a:lnTo>
                    <a:pt x="5393535" y="1208198"/>
                  </a:lnTo>
                  <a:lnTo>
                    <a:pt x="5393661" y="1208198"/>
                  </a:lnTo>
                  <a:lnTo>
                    <a:pt x="5393787" y="1208198"/>
                  </a:lnTo>
                  <a:lnTo>
                    <a:pt x="5393914" y="1208198"/>
                  </a:lnTo>
                  <a:lnTo>
                    <a:pt x="5394040" y="1208198"/>
                  </a:lnTo>
                  <a:lnTo>
                    <a:pt x="5394166" y="1208198"/>
                  </a:lnTo>
                  <a:lnTo>
                    <a:pt x="5394292" y="1208198"/>
                  </a:lnTo>
                  <a:lnTo>
                    <a:pt x="5394419" y="1208198"/>
                  </a:lnTo>
                  <a:lnTo>
                    <a:pt x="5394545" y="1208198"/>
                  </a:lnTo>
                  <a:lnTo>
                    <a:pt x="5394671" y="1208198"/>
                  </a:lnTo>
                  <a:lnTo>
                    <a:pt x="5394797" y="1208198"/>
                  </a:lnTo>
                  <a:lnTo>
                    <a:pt x="5394924" y="1208198"/>
                  </a:lnTo>
                  <a:lnTo>
                    <a:pt x="5395050" y="1208198"/>
                  </a:lnTo>
                  <a:lnTo>
                    <a:pt x="5395176" y="1208198"/>
                  </a:lnTo>
                  <a:lnTo>
                    <a:pt x="5395302" y="1208198"/>
                  </a:lnTo>
                  <a:lnTo>
                    <a:pt x="5395429" y="1208198"/>
                  </a:lnTo>
                  <a:lnTo>
                    <a:pt x="5395555" y="1208198"/>
                  </a:lnTo>
                  <a:lnTo>
                    <a:pt x="5395681" y="1208198"/>
                  </a:lnTo>
                  <a:lnTo>
                    <a:pt x="5395807" y="1208198"/>
                  </a:lnTo>
                  <a:lnTo>
                    <a:pt x="5395934" y="1208198"/>
                  </a:lnTo>
                  <a:lnTo>
                    <a:pt x="5396060" y="1208198"/>
                  </a:lnTo>
                  <a:lnTo>
                    <a:pt x="5396186" y="1208198"/>
                  </a:lnTo>
                  <a:lnTo>
                    <a:pt x="5396312" y="1208198"/>
                  </a:lnTo>
                  <a:lnTo>
                    <a:pt x="5396439" y="1208198"/>
                  </a:lnTo>
                  <a:lnTo>
                    <a:pt x="5396565" y="1208198"/>
                  </a:lnTo>
                  <a:lnTo>
                    <a:pt x="5396691" y="1208198"/>
                  </a:lnTo>
                  <a:lnTo>
                    <a:pt x="5396817" y="1208198"/>
                  </a:lnTo>
                  <a:lnTo>
                    <a:pt x="5396944" y="1208198"/>
                  </a:lnTo>
                  <a:lnTo>
                    <a:pt x="5397070" y="1208198"/>
                  </a:lnTo>
                  <a:lnTo>
                    <a:pt x="5397196" y="1208198"/>
                  </a:lnTo>
                  <a:lnTo>
                    <a:pt x="5397323" y="1208198"/>
                  </a:lnTo>
                  <a:lnTo>
                    <a:pt x="5397449" y="1208198"/>
                  </a:lnTo>
                  <a:lnTo>
                    <a:pt x="5397575" y="1208198"/>
                  </a:lnTo>
                  <a:lnTo>
                    <a:pt x="5397701" y="1208198"/>
                  </a:lnTo>
                  <a:lnTo>
                    <a:pt x="5397828" y="1208198"/>
                  </a:lnTo>
                  <a:lnTo>
                    <a:pt x="5397954" y="1208198"/>
                  </a:lnTo>
                  <a:lnTo>
                    <a:pt x="5398080" y="1208198"/>
                  </a:lnTo>
                  <a:lnTo>
                    <a:pt x="5398206" y="1208198"/>
                  </a:lnTo>
                  <a:lnTo>
                    <a:pt x="5398333" y="1208198"/>
                  </a:lnTo>
                  <a:lnTo>
                    <a:pt x="5398459" y="1208198"/>
                  </a:lnTo>
                  <a:lnTo>
                    <a:pt x="5398585" y="1208198"/>
                  </a:lnTo>
                  <a:lnTo>
                    <a:pt x="5398711" y="1208198"/>
                  </a:lnTo>
                  <a:lnTo>
                    <a:pt x="5398838" y="1208198"/>
                  </a:lnTo>
                  <a:lnTo>
                    <a:pt x="5398964" y="1208198"/>
                  </a:lnTo>
                  <a:lnTo>
                    <a:pt x="5399090" y="1208198"/>
                  </a:lnTo>
                  <a:lnTo>
                    <a:pt x="5399216" y="1208198"/>
                  </a:lnTo>
                  <a:lnTo>
                    <a:pt x="5399343" y="1208198"/>
                  </a:lnTo>
                  <a:lnTo>
                    <a:pt x="5399469" y="1208198"/>
                  </a:lnTo>
                  <a:lnTo>
                    <a:pt x="5399595" y="1208198"/>
                  </a:lnTo>
                  <a:lnTo>
                    <a:pt x="5399721" y="1208198"/>
                  </a:lnTo>
                  <a:lnTo>
                    <a:pt x="5399848" y="1208198"/>
                  </a:lnTo>
                  <a:lnTo>
                    <a:pt x="5399974" y="1208198"/>
                  </a:lnTo>
                  <a:lnTo>
                    <a:pt x="5400100" y="1208198"/>
                  </a:lnTo>
                  <a:lnTo>
                    <a:pt x="5400226" y="1208198"/>
                  </a:lnTo>
                  <a:lnTo>
                    <a:pt x="5400353" y="1208198"/>
                  </a:lnTo>
                  <a:lnTo>
                    <a:pt x="5400479" y="1208198"/>
                  </a:lnTo>
                  <a:lnTo>
                    <a:pt x="5400605" y="1208198"/>
                  </a:lnTo>
                  <a:lnTo>
                    <a:pt x="5400731" y="1208198"/>
                  </a:lnTo>
                  <a:lnTo>
                    <a:pt x="5400858" y="1208198"/>
                  </a:lnTo>
                  <a:lnTo>
                    <a:pt x="5400984" y="1208198"/>
                  </a:lnTo>
                  <a:lnTo>
                    <a:pt x="5401110" y="1208198"/>
                  </a:lnTo>
                  <a:lnTo>
                    <a:pt x="5401236" y="1208198"/>
                  </a:lnTo>
                  <a:lnTo>
                    <a:pt x="5401363" y="1208198"/>
                  </a:lnTo>
                  <a:lnTo>
                    <a:pt x="5401489" y="1208198"/>
                  </a:lnTo>
                  <a:lnTo>
                    <a:pt x="5401615" y="1208198"/>
                  </a:lnTo>
                  <a:lnTo>
                    <a:pt x="5401741" y="1208198"/>
                  </a:lnTo>
                  <a:lnTo>
                    <a:pt x="5401868" y="1208198"/>
                  </a:lnTo>
                  <a:lnTo>
                    <a:pt x="5401994" y="1208198"/>
                  </a:lnTo>
                  <a:lnTo>
                    <a:pt x="5402120" y="1208198"/>
                  </a:lnTo>
                  <a:lnTo>
                    <a:pt x="5402247" y="1208198"/>
                  </a:lnTo>
                  <a:lnTo>
                    <a:pt x="5402373" y="1208198"/>
                  </a:lnTo>
                  <a:lnTo>
                    <a:pt x="5402499" y="1208198"/>
                  </a:lnTo>
                  <a:lnTo>
                    <a:pt x="5402625" y="1208198"/>
                  </a:lnTo>
                  <a:lnTo>
                    <a:pt x="5402752" y="1208198"/>
                  </a:lnTo>
                  <a:lnTo>
                    <a:pt x="5402878" y="1208198"/>
                  </a:lnTo>
                  <a:lnTo>
                    <a:pt x="5403004" y="1208198"/>
                  </a:lnTo>
                  <a:lnTo>
                    <a:pt x="5403130" y="1208198"/>
                  </a:lnTo>
                  <a:lnTo>
                    <a:pt x="5403257" y="1208198"/>
                  </a:lnTo>
                  <a:lnTo>
                    <a:pt x="5403383" y="1208198"/>
                  </a:lnTo>
                  <a:lnTo>
                    <a:pt x="5403509" y="1208198"/>
                  </a:lnTo>
                  <a:lnTo>
                    <a:pt x="5403635" y="1208198"/>
                  </a:lnTo>
                  <a:lnTo>
                    <a:pt x="5403762" y="1208198"/>
                  </a:lnTo>
                  <a:lnTo>
                    <a:pt x="5403888" y="1208198"/>
                  </a:lnTo>
                  <a:lnTo>
                    <a:pt x="5404014" y="1208198"/>
                  </a:lnTo>
                  <a:lnTo>
                    <a:pt x="5404140" y="1208198"/>
                  </a:lnTo>
                  <a:lnTo>
                    <a:pt x="5404267" y="1208198"/>
                  </a:lnTo>
                  <a:lnTo>
                    <a:pt x="5404393" y="1208198"/>
                  </a:lnTo>
                  <a:lnTo>
                    <a:pt x="5404519" y="1208198"/>
                  </a:lnTo>
                  <a:lnTo>
                    <a:pt x="5404645" y="1208198"/>
                  </a:lnTo>
                  <a:lnTo>
                    <a:pt x="5404772" y="1208198"/>
                  </a:lnTo>
                  <a:lnTo>
                    <a:pt x="5404898" y="1208198"/>
                  </a:lnTo>
                  <a:lnTo>
                    <a:pt x="5405024" y="1208198"/>
                  </a:lnTo>
                  <a:lnTo>
                    <a:pt x="5405150" y="1208198"/>
                  </a:lnTo>
                  <a:lnTo>
                    <a:pt x="5405277" y="1208198"/>
                  </a:lnTo>
                  <a:lnTo>
                    <a:pt x="5405403" y="1208198"/>
                  </a:lnTo>
                  <a:lnTo>
                    <a:pt x="5405529" y="1208198"/>
                  </a:lnTo>
                  <a:lnTo>
                    <a:pt x="5405655" y="1208198"/>
                  </a:lnTo>
                  <a:lnTo>
                    <a:pt x="5405782" y="1208198"/>
                  </a:lnTo>
                  <a:lnTo>
                    <a:pt x="5405908" y="1208198"/>
                  </a:lnTo>
                  <a:lnTo>
                    <a:pt x="5406034" y="1208198"/>
                  </a:lnTo>
                  <a:lnTo>
                    <a:pt x="5406160" y="1208198"/>
                  </a:lnTo>
                  <a:lnTo>
                    <a:pt x="5406287" y="1208198"/>
                  </a:lnTo>
                  <a:lnTo>
                    <a:pt x="5406413" y="1208198"/>
                  </a:lnTo>
                  <a:lnTo>
                    <a:pt x="5406539" y="1208198"/>
                  </a:lnTo>
                  <a:lnTo>
                    <a:pt x="5406665" y="1208198"/>
                  </a:lnTo>
                  <a:lnTo>
                    <a:pt x="5406792" y="1208198"/>
                  </a:lnTo>
                  <a:lnTo>
                    <a:pt x="5406918" y="1208198"/>
                  </a:lnTo>
                  <a:lnTo>
                    <a:pt x="5407044" y="1208198"/>
                  </a:lnTo>
                  <a:lnTo>
                    <a:pt x="5407171" y="1208198"/>
                  </a:lnTo>
                  <a:lnTo>
                    <a:pt x="5407297" y="1208198"/>
                  </a:lnTo>
                  <a:lnTo>
                    <a:pt x="5407423" y="1208198"/>
                  </a:lnTo>
                  <a:lnTo>
                    <a:pt x="5407549" y="1208198"/>
                  </a:lnTo>
                  <a:lnTo>
                    <a:pt x="5407676" y="1208198"/>
                  </a:lnTo>
                  <a:lnTo>
                    <a:pt x="5407802" y="1208198"/>
                  </a:lnTo>
                  <a:lnTo>
                    <a:pt x="5407928" y="1208198"/>
                  </a:lnTo>
                  <a:lnTo>
                    <a:pt x="5408054" y="1208198"/>
                  </a:lnTo>
                  <a:lnTo>
                    <a:pt x="5408181" y="1208198"/>
                  </a:lnTo>
                  <a:lnTo>
                    <a:pt x="5408307" y="1208198"/>
                  </a:lnTo>
                  <a:lnTo>
                    <a:pt x="5408433" y="1208198"/>
                  </a:lnTo>
                  <a:lnTo>
                    <a:pt x="5408559" y="1208198"/>
                  </a:lnTo>
                  <a:lnTo>
                    <a:pt x="5408686" y="1208198"/>
                  </a:lnTo>
                  <a:lnTo>
                    <a:pt x="5408812" y="1208198"/>
                  </a:lnTo>
                  <a:lnTo>
                    <a:pt x="5408938" y="1208198"/>
                  </a:lnTo>
                  <a:lnTo>
                    <a:pt x="5409064" y="1208198"/>
                  </a:lnTo>
                  <a:lnTo>
                    <a:pt x="5409191" y="1208198"/>
                  </a:lnTo>
                  <a:lnTo>
                    <a:pt x="5409317" y="1208198"/>
                  </a:lnTo>
                  <a:lnTo>
                    <a:pt x="5409443" y="1208198"/>
                  </a:lnTo>
                  <a:lnTo>
                    <a:pt x="5409569" y="1208198"/>
                  </a:lnTo>
                  <a:lnTo>
                    <a:pt x="5409696" y="1208198"/>
                  </a:lnTo>
                  <a:lnTo>
                    <a:pt x="5409822" y="1208198"/>
                  </a:lnTo>
                  <a:lnTo>
                    <a:pt x="5409948" y="1208198"/>
                  </a:lnTo>
                  <a:lnTo>
                    <a:pt x="5410074" y="1208198"/>
                  </a:lnTo>
                  <a:lnTo>
                    <a:pt x="5410201" y="1208198"/>
                  </a:lnTo>
                  <a:lnTo>
                    <a:pt x="5410327" y="1208198"/>
                  </a:lnTo>
                  <a:lnTo>
                    <a:pt x="5410453" y="1208198"/>
                  </a:lnTo>
                  <a:lnTo>
                    <a:pt x="5410579" y="1208198"/>
                  </a:lnTo>
                  <a:lnTo>
                    <a:pt x="5410706" y="1208198"/>
                  </a:lnTo>
                  <a:lnTo>
                    <a:pt x="5410832" y="1208198"/>
                  </a:lnTo>
                  <a:lnTo>
                    <a:pt x="5410958" y="1208198"/>
                  </a:lnTo>
                  <a:lnTo>
                    <a:pt x="5411084" y="1208198"/>
                  </a:lnTo>
                  <a:lnTo>
                    <a:pt x="5411211" y="1208198"/>
                  </a:lnTo>
                  <a:lnTo>
                    <a:pt x="5411337" y="1208198"/>
                  </a:lnTo>
                  <a:lnTo>
                    <a:pt x="5411463" y="1208198"/>
                  </a:lnTo>
                  <a:lnTo>
                    <a:pt x="5411589" y="1208198"/>
                  </a:lnTo>
                  <a:lnTo>
                    <a:pt x="5411716" y="1208198"/>
                  </a:lnTo>
                  <a:lnTo>
                    <a:pt x="5411842" y="1208198"/>
                  </a:lnTo>
                  <a:lnTo>
                    <a:pt x="5411968" y="1208198"/>
                  </a:lnTo>
                  <a:lnTo>
                    <a:pt x="5412094" y="1208198"/>
                  </a:lnTo>
                  <a:lnTo>
                    <a:pt x="5412221" y="1208198"/>
                  </a:lnTo>
                  <a:lnTo>
                    <a:pt x="5412347" y="1208198"/>
                  </a:lnTo>
                  <a:lnTo>
                    <a:pt x="5412347" y="1203286"/>
                  </a:lnTo>
                  <a:lnTo>
                    <a:pt x="5412473" y="1203286"/>
                  </a:lnTo>
                  <a:lnTo>
                    <a:pt x="5412600" y="1203286"/>
                  </a:lnTo>
                  <a:lnTo>
                    <a:pt x="5412726" y="1203286"/>
                  </a:lnTo>
                  <a:lnTo>
                    <a:pt x="5412852" y="1203286"/>
                  </a:lnTo>
                  <a:lnTo>
                    <a:pt x="5412978" y="1203286"/>
                  </a:lnTo>
                  <a:lnTo>
                    <a:pt x="5413105" y="1203286"/>
                  </a:lnTo>
                  <a:lnTo>
                    <a:pt x="5413231" y="1203286"/>
                  </a:lnTo>
                  <a:lnTo>
                    <a:pt x="5413357" y="1203286"/>
                  </a:lnTo>
                  <a:lnTo>
                    <a:pt x="5413483" y="1203286"/>
                  </a:lnTo>
                  <a:lnTo>
                    <a:pt x="5413610" y="1203286"/>
                  </a:lnTo>
                  <a:lnTo>
                    <a:pt x="5413736" y="1203286"/>
                  </a:lnTo>
                  <a:lnTo>
                    <a:pt x="5413862" y="1203286"/>
                  </a:lnTo>
                  <a:lnTo>
                    <a:pt x="5413988" y="1203286"/>
                  </a:lnTo>
                  <a:lnTo>
                    <a:pt x="5414115" y="1203286"/>
                  </a:lnTo>
                  <a:lnTo>
                    <a:pt x="5414241" y="1203286"/>
                  </a:lnTo>
                  <a:lnTo>
                    <a:pt x="5414367" y="1203286"/>
                  </a:lnTo>
                  <a:lnTo>
                    <a:pt x="5414493" y="1203286"/>
                  </a:lnTo>
                  <a:lnTo>
                    <a:pt x="5414620" y="1203286"/>
                  </a:lnTo>
                  <a:lnTo>
                    <a:pt x="5414746" y="1203286"/>
                  </a:lnTo>
                  <a:lnTo>
                    <a:pt x="5414872" y="1203286"/>
                  </a:lnTo>
                  <a:lnTo>
                    <a:pt x="5414998" y="1203286"/>
                  </a:lnTo>
                  <a:lnTo>
                    <a:pt x="5415125" y="1203286"/>
                  </a:lnTo>
                  <a:lnTo>
                    <a:pt x="5415251" y="1203286"/>
                  </a:lnTo>
                  <a:lnTo>
                    <a:pt x="5415377" y="1203286"/>
                  </a:lnTo>
                  <a:lnTo>
                    <a:pt x="5415503" y="1203286"/>
                  </a:lnTo>
                  <a:lnTo>
                    <a:pt x="5415630" y="1203286"/>
                  </a:lnTo>
                  <a:lnTo>
                    <a:pt x="5415756" y="1203286"/>
                  </a:lnTo>
                  <a:lnTo>
                    <a:pt x="5415882" y="1203286"/>
                  </a:lnTo>
                  <a:lnTo>
                    <a:pt x="5416008" y="1203286"/>
                  </a:lnTo>
                  <a:lnTo>
                    <a:pt x="5416135" y="1203286"/>
                  </a:lnTo>
                  <a:lnTo>
                    <a:pt x="5416261" y="1203286"/>
                  </a:lnTo>
                  <a:lnTo>
                    <a:pt x="5416387" y="1203286"/>
                  </a:lnTo>
                  <a:lnTo>
                    <a:pt x="5416513" y="1203286"/>
                  </a:lnTo>
                  <a:lnTo>
                    <a:pt x="5416640" y="1203286"/>
                  </a:lnTo>
                  <a:lnTo>
                    <a:pt x="5416766" y="1203286"/>
                  </a:lnTo>
                  <a:lnTo>
                    <a:pt x="5416892" y="1203286"/>
                  </a:lnTo>
                  <a:lnTo>
                    <a:pt x="5417018" y="1203286"/>
                  </a:lnTo>
                  <a:lnTo>
                    <a:pt x="5417145" y="1203286"/>
                  </a:lnTo>
                  <a:lnTo>
                    <a:pt x="5417271" y="1203286"/>
                  </a:lnTo>
                  <a:lnTo>
                    <a:pt x="5417397" y="1203286"/>
                  </a:lnTo>
                  <a:lnTo>
                    <a:pt x="5417524" y="1203286"/>
                  </a:lnTo>
                  <a:lnTo>
                    <a:pt x="5417650" y="1203286"/>
                  </a:lnTo>
                  <a:lnTo>
                    <a:pt x="5417776" y="1203286"/>
                  </a:lnTo>
                  <a:lnTo>
                    <a:pt x="5417902" y="1203286"/>
                  </a:lnTo>
                  <a:lnTo>
                    <a:pt x="5418029" y="1203286"/>
                  </a:lnTo>
                  <a:lnTo>
                    <a:pt x="5418155" y="1203286"/>
                  </a:lnTo>
                  <a:lnTo>
                    <a:pt x="5418281" y="1203286"/>
                  </a:lnTo>
                  <a:lnTo>
                    <a:pt x="5418407" y="1203286"/>
                  </a:lnTo>
                  <a:lnTo>
                    <a:pt x="5418534" y="1203286"/>
                  </a:lnTo>
                  <a:lnTo>
                    <a:pt x="5418660" y="1203286"/>
                  </a:lnTo>
                  <a:lnTo>
                    <a:pt x="5418786" y="1203286"/>
                  </a:lnTo>
                  <a:lnTo>
                    <a:pt x="5418912" y="1203286"/>
                  </a:lnTo>
                  <a:lnTo>
                    <a:pt x="5419039" y="1203286"/>
                  </a:lnTo>
                  <a:lnTo>
                    <a:pt x="5419165" y="1203286"/>
                  </a:lnTo>
                  <a:lnTo>
                    <a:pt x="5419165" y="1198375"/>
                  </a:lnTo>
                  <a:lnTo>
                    <a:pt x="5419291" y="1198375"/>
                  </a:lnTo>
                  <a:lnTo>
                    <a:pt x="5419417" y="1198375"/>
                  </a:lnTo>
                  <a:lnTo>
                    <a:pt x="5419544" y="1198375"/>
                  </a:lnTo>
                  <a:lnTo>
                    <a:pt x="5419670" y="1198375"/>
                  </a:lnTo>
                  <a:lnTo>
                    <a:pt x="5419796" y="1198375"/>
                  </a:lnTo>
                  <a:lnTo>
                    <a:pt x="5419922" y="1198375"/>
                  </a:lnTo>
                  <a:lnTo>
                    <a:pt x="5420049" y="1198375"/>
                  </a:lnTo>
                  <a:lnTo>
                    <a:pt x="5420175" y="1198375"/>
                  </a:lnTo>
                  <a:lnTo>
                    <a:pt x="5420301" y="1198375"/>
                  </a:lnTo>
                  <a:lnTo>
                    <a:pt x="5420427" y="1198375"/>
                  </a:lnTo>
                  <a:lnTo>
                    <a:pt x="5420554" y="1198375"/>
                  </a:lnTo>
                  <a:lnTo>
                    <a:pt x="5420680" y="1198375"/>
                  </a:lnTo>
                  <a:lnTo>
                    <a:pt x="5420806" y="1198375"/>
                  </a:lnTo>
                  <a:lnTo>
                    <a:pt x="5420932" y="1198375"/>
                  </a:lnTo>
                  <a:lnTo>
                    <a:pt x="5421059" y="1198375"/>
                  </a:lnTo>
                  <a:lnTo>
                    <a:pt x="5421185" y="1198375"/>
                  </a:lnTo>
                  <a:lnTo>
                    <a:pt x="5421311" y="1198375"/>
                  </a:lnTo>
                  <a:lnTo>
                    <a:pt x="5421437" y="1198375"/>
                  </a:lnTo>
                  <a:lnTo>
                    <a:pt x="5421564" y="1198375"/>
                  </a:lnTo>
                  <a:lnTo>
                    <a:pt x="5421690" y="1198375"/>
                  </a:lnTo>
                  <a:lnTo>
                    <a:pt x="5421816" y="1198375"/>
                  </a:lnTo>
                  <a:lnTo>
                    <a:pt x="5421942" y="1198375"/>
                  </a:lnTo>
                  <a:lnTo>
                    <a:pt x="5422069" y="1198375"/>
                  </a:lnTo>
                  <a:lnTo>
                    <a:pt x="5422195" y="1198375"/>
                  </a:lnTo>
                  <a:lnTo>
                    <a:pt x="5422321" y="1198375"/>
                  </a:lnTo>
                  <a:lnTo>
                    <a:pt x="5422447" y="1198375"/>
                  </a:lnTo>
                  <a:lnTo>
                    <a:pt x="5422574" y="1198375"/>
                  </a:lnTo>
                  <a:lnTo>
                    <a:pt x="5422700" y="1198375"/>
                  </a:lnTo>
                  <a:lnTo>
                    <a:pt x="5422826" y="1198375"/>
                  </a:lnTo>
                  <a:lnTo>
                    <a:pt x="5422953" y="1198375"/>
                  </a:lnTo>
                  <a:lnTo>
                    <a:pt x="5423079" y="1198375"/>
                  </a:lnTo>
                  <a:lnTo>
                    <a:pt x="5423205" y="1198375"/>
                  </a:lnTo>
                  <a:lnTo>
                    <a:pt x="5423331" y="1198375"/>
                  </a:lnTo>
                  <a:lnTo>
                    <a:pt x="5423458" y="1198375"/>
                  </a:lnTo>
                  <a:lnTo>
                    <a:pt x="5423584" y="1198375"/>
                  </a:lnTo>
                  <a:lnTo>
                    <a:pt x="5423710" y="1198375"/>
                  </a:lnTo>
                  <a:lnTo>
                    <a:pt x="5423836" y="1198375"/>
                  </a:lnTo>
                  <a:lnTo>
                    <a:pt x="5423963" y="1198375"/>
                  </a:lnTo>
                  <a:lnTo>
                    <a:pt x="5424089" y="1198375"/>
                  </a:lnTo>
                  <a:lnTo>
                    <a:pt x="5424215" y="1198375"/>
                  </a:lnTo>
                  <a:lnTo>
                    <a:pt x="5424341" y="1198375"/>
                  </a:lnTo>
                  <a:lnTo>
                    <a:pt x="5424468" y="1198375"/>
                  </a:lnTo>
                  <a:lnTo>
                    <a:pt x="5424594" y="1198375"/>
                  </a:lnTo>
                  <a:lnTo>
                    <a:pt x="5424720" y="1198375"/>
                  </a:lnTo>
                  <a:lnTo>
                    <a:pt x="5424846" y="1198375"/>
                  </a:lnTo>
                  <a:lnTo>
                    <a:pt x="5424973" y="1198375"/>
                  </a:lnTo>
                  <a:lnTo>
                    <a:pt x="5425099" y="1198375"/>
                  </a:lnTo>
                  <a:lnTo>
                    <a:pt x="5425225" y="1198375"/>
                  </a:lnTo>
                  <a:lnTo>
                    <a:pt x="5425351" y="1198375"/>
                  </a:lnTo>
                  <a:lnTo>
                    <a:pt x="5425478" y="1198375"/>
                  </a:lnTo>
                  <a:lnTo>
                    <a:pt x="5425604" y="1198375"/>
                  </a:lnTo>
                  <a:lnTo>
                    <a:pt x="5425730" y="1198375"/>
                  </a:lnTo>
                  <a:lnTo>
                    <a:pt x="5425856" y="1198375"/>
                  </a:lnTo>
                  <a:lnTo>
                    <a:pt x="5425983" y="1198375"/>
                  </a:lnTo>
                  <a:lnTo>
                    <a:pt x="5426109" y="1198375"/>
                  </a:lnTo>
                  <a:lnTo>
                    <a:pt x="5426235" y="1198375"/>
                  </a:lnTo>
                  <a:lnTo>
                    <a:pt x="5426361" y="1198375"/>
                  </a:lnTo>
                  <a:lnTo>
                    <a:pt x="5426488" y="1198375"/>
                  </a:lnTo>
                  <a:lnTo>
                    <a:pt x="5426614" y="1198375"/>
                  </a:lnTo>
                  <a:lnTo>
                    <a:pt x="5426740" y="1198375"/>
                  </a:lnTo>
                  <a:lnTo>
                    <a:pt x="5426866" y="1198375"/>
                  </a:lnTo>
                  <a:lnTo>
                    <a:pt x="5426993" y="1198375"/>
                  </a:lnTo>
                  <a:lnTo>
                    <a:pt x="5427119" y="1198375"/>
                  </a:lnTo>
                  <a:lnTo>
                    <a:pt x="5427245" y="1198375"/>
                  </a:lnTo>
                  <a:lnTo>
                    <a:pt x="5427371" y="1198375"/>
                  </a:lnTo>
                  <a:lnTo>
                    <a:pt x="5427498" y="1198375"/>
                  </a:lnTo>
                  <a:lnTo>
                    <a:pt x="5427624" y="1198375"/>
                  </a:lnTo>
                  <a:lnTo>
                    <a:pt x="5427750" y="1198375"/>
                  </a:lnTo>
                  <a:lnTo>
                    <a:pt x="5427877" y="1198375"/>
                  </a:lnTo>
                  <a:lnTo>
                    <a:pt x="5428003" y="1198375"/>
                  </a:lnTo>
                  <a:lnTo>
                    <a:pt x="5428129" y="1198375"/>
                  </a:lnTo>
                  <a:lnTo>
                    <a:pt x="5428255" y="1198375"/>
                  </a:lnTo>
                  <a:lnTo>
                    <a:pt x="5428382" y="1198375"/>
                  </a:lnTo>
                  <a:lnTo>
                    <a:pt x="5428508" y="1198375"/>
                  </a:lnTo>
                  <a:lnTo>
                    <a:pt x="5428634" y="1198375"/>
                  </a:lnTo>
                  <a:lnTo>
                    <a:pt x="5428760" y="1198375"/>
                  </a:lnTo>
                  <a:lnTo>
                    <a:pt x="5428887" y="1198375"/>
                  </a:lnTo>
                  <a:lnTo>
                    <a:pt x="5429013" y="1198375"/>
                  </a:lnTo>
                  <a:lnTo>
                    <a:pt x="5429139" y="1198375"/>
                  </a:lnTo>
                  <a:lnTo>
                    <a:pt x="5429265" y="1198375"/>
                  </a:lnTo>
                  <a:lnTo>
                    <a:pt x="5429392" y="1198375"/>
                  </a:lnTo>
                  <a:lnTo>
                    <a:pt x="5429518" y="1198375"/>
                  </a:lnTo>
                  <a:lnTo>
                    <a:pt x="5429644" y="1198375"/>
                  </a:lnTo>
                  <a:lnTo>
                    <a:pt x="5429770" y="1198375"/>
                  </a:lnTo>
                  <a:lnTo>
                    <a:pt x="5429897" y="1198375"/>
                  </a:lnTo>
                  <a:lnTo>
                    <a:pt x="5430023" y="1198375"/>
                  </a:lnTo>
                  <a:lnTo>
                    <a:pt x="5430149" y="1198375"/>
                  </a:lnTo>
                  <a:lnTo>
                    <a:pt x="5430275" y="1198375"/>
                  </a:lnTo>
                  <a:lnTo>
                    <a:pt x="5430402" y="1198375"/>
                  </a:lnTo>
                  <a:lnTo>
                    <a:pt x="5430528" y="1198375"/>
                  </a:lnTo>
                  <a:lnTo>
                    <a:pt x="5430654" y="1198375"/>
                  </a:lnTo>
                  <a:lnTo>
                    <a:pt x="5430780" y="1198375"/>
                  </a:lnTo>
                  <a:lnTo>
                    <a:pt x="5430907" y="1198375"/>
                  </a:lnTo>
                  <a:lnTo>
                    <a:pt x="5431033" y="1198375"/>
                  </a:lnTo>
                  <a:lnTo>
                    <a:pt x="5431159" y="1198375"/>
                  </a:lnTo>
                  <a:lnTo>
                    <a:pt x="5431285" y="1198375"/>
                  </a:lnTo>
                  <a:lnTo>
                    <a:pt x="5431412" y="1198375"/>
                  </a:lnTo>
                  <a:lnTo>
                    <a:pt x="5431538" y="1198375"/>
                  </a:lnTo>
                  <a:lnTo>
                    <a:pt x="5431664" y="1198375"/>
                  </a:lnTo>
                  <a:lnTo>
                    <a:pt x="5431790" y="1198375"/>
                  </a:lnTo>
                  <a:lnTo>
                    <a:pt x="5431917" y="1198375"/>
                  </a:lnTo>
                  <a:lnTo>
                    <a:pt x="5432043" y="1198375"/>
                  </a:lnTo>
                  <a:lnTo>
                    <a:pt x="5432169" y="1198375"/>
                  </a:lnTo>
                  <a:lnTo>
                    <a:pt x="5432295" y="1198375"/>
                  </a:lnTo>
                  <a:lnTo>
                    <a:pt x="5432422" y="1198375"/>
                  </a:lnTo>
                  <a:lnTo>
                    <a:pt x="5432548" y="1198375"/>
                  </a:lnTo>
                  <a:lnTo>
                    <a:pt x="5432674" y="1198375"/>
                  </a:lnTo>
                  <a:lnTo>
                    <a:pt x="5432800" y="1198375"/>
                  </a:lnTo>
                  <a:lnTo>
                    <a:pt x="5432927" y="1198375"/>
                  </a:lnTo>
                  <a:lnTo>
                    <a:pt x="5433053" y="1198375"/>
                  </a:lnTo>
                  <a:lnTo>
                    <a:pt x="5433179" y="1198375"/>
                  </a:lnTo>
                  <a:lnTo>
                    <a:pt x="5433306" y="1198375"/>
                  </a:lnTo>
                  <a:lnTo>
                    <a:pt x="5433432" y="1198375"/>
                  </a:lnTo>
                  <a:lnTo>
                    <a:pt x="5433558" y="1198375"/>
                  </a:lnTo>
                  <a:lnTo>
                    <a:pt x="5433684" y="1198375"/>
                  </a:lnTo>
                  <a:lnTo>
                    <a:pt x="5433811" y="1198375"/>
                  </a:lnTo>
                  <a:lnTo>
                    <a:pt x="5433937" y="1198375"/>
                  </a:lnTo>
                  <a:lnTo>
                    <a:pt x="5434063" y="1198375"/>
                  </a:lnTo>
                  <a:lnTo>
                    <a:pt x="5434063" y="1193464"/>
                  </a:lnTo>
                  <a:lnTo>
                    <a:pt x="5434189" y="1193464"/>
                  </a:lnTo>
                  <a:lnTo>
                    <a:pt x="5434316" y="1193464"/>
                  </a:lnTo>
                  <a:lnTo>
                    <a:pt x="5434442" y="1193464"/>
                  </a:lnTo>
                  <a:lnTo>
                    <a:pt x="5434568" y="1193464"/>
                  </a:lnTo>
                  <a:lnTo>
                    <a:pt x="5434694" y="1193464"/>
                  </a:lnTo>
                  <a:lnTo>
                    <a:pt x="5434821" y="1193464"/>
                  </a:lnTo>
                  <a:lnTo>
                    <a:pt x="5434947" y="1193464"/>
                  </a:lnTo>
                  <a:lnTo>
                    <a:pt x="5435073" y="1193464"/>
                  </a:lnTo>
                  <a:lnTo>
                    <a:pt x="5435199" y="1193464"/>
                  </a:lnTo>
                  <a:lnTo>
                    <a:pt x="5435326" y="1193464"/>
                  </a:lnTo>
                  <a:lnTo>
                    <a:pt x="5435452" y="1193464"/>
                  </a:lnTo>
                  <a:lnTo>
                    <a:pt x="5435578" y="1193464"/>
                  </a:lnTo>
                  <a:lnTo>
                    <a:pt x="5435704" y="1193464"/>
                  </a:lnTo>
                  <a:lnTo>
                    <a:pt x="5435704" y="1188552"/>
                  </a:lnTo>
                  <a:lnTo>
                    <a:pt x="5435831" y="1188552"/>
                  </a:lnTo>
                  <a:lnTo>
                    <a:pt x="5435957" y="1188552"/>
                  </a:lnTo>
                  <a:lnTo>
                    <a:pt x="5436083" y="1188552"/>
                  </a:lnTo>
                  <a:lnTo>
                    <a:pt x="5436209" y="1188552"/>
                  </a:lnTo>
                  <a:lnTo>
                    <a:pt x="5436336" y="1188552"/>
                  </a:lnTo>
                  <a:lnTo>
                    <a:pt x="5436462" y="1188552"/>
                  </a:lnTo>
                  <a:lnTo>
                    <a:pt x="5436588" y="1188552"/>
                  </a:lnTo>
                  <a:lnTo>
                    <a:pt x="5436714" y="1188552"/>
                  </a:lnTo>
                  <a:lnTo>
                    <a:pt x="5436841" y="1188552"/>
                  </a:lnTo>
                  <a:lnTo>
                    <a:pt x="5436967" y="1188552"/>
                  </a:lnTo>
                  <a:lnTo>
                    <a:pt x="5437093" y="1188552"/>
                  </a:lnTo>
                  <a:lnTo>
                    <a:pt x="5437219" y="1188552"/>
                  </a:lnTo>
                  <a:lnTo>
                    <a:pt x="5437346" y="1188552"/>
                  </a:lnTo>
                  <a:lnTo>
                    <a:pt x="5437472" y="1188552"/>
                  </a:lnTo>
                  <a:lnTo>
                    <a:pt x="5437598" y="1188552"/>
                  </a:lnTo>
                  <a:lnTo>
                    <a:pt x="5437724" y="1188552"/>
                  </a:lnTo>
                  <a:lnTo>
                    <a:pt x="5437851" y="1188552"/>
                  </a:lnTo>
                  <a:lnTo>
                    <a:pt x="5437977" y="1188552"/>
                  </a:lnTo>
                  <a:lnTo>
                    <a:pt x="5438103" y="1188552"/>
                  </a:lnTo>
                  <a:lnTo>
                    <a:pt x="5438230" y="1188552"/>
                  </a:lnTo>
                  <a:lnTo>
                    <a:pt x="5438356" y="1188552"/>
                  </a:lnTo>
                  <a:lnTo>
                    <a:pt x="5438482" y="1188552"/>
                  </a:lnTo>
                  <a:lnTo>
                    <a:pt x="5438608" y="1188552"/>
                  </a:lnTo>
                  <a:lnTo>
                    <a:pt x="5438735" y="1188552"/>
                  </a:lnTo>
                  <a:lnTo>
                    <a:pt x="5438861" y="1188552"/>
                  </a:lnTo>
                  <a:lnTo>
                    <a:pt x="5438987" y="1188552"/>
                  </a:lnTo>
                  <a:lnTo>
                    <a:pt x="5439113" y="1188552"/>
                  </a:lnTo>
                  <a:lnTo>
                    <a:pt x="5439240" y="1188552"/>
                  </a:lnTo>
                  <a:lnTo>
                    <a:pt x="5439366" y="1188552"/>
                  </a:lnTo>
                  <a:lnTo>
                    <a:pt x="5439492" y="1188552"/>
                  </a:lnTo>
                  <a:lnTo>
                    <a:pt x="5439618" y="1188552"/>
                  </a:lnTo>
                  <a:lnTo>
                    <a:pt x="5439745" y="1188552"/>
                  </a:lnTo>
                  <a:lnTo>
                    <a:pt x="5439871" y="1188552"/>
                  </a:lnTo>
                  <a:lnTo>
                    <a:pt x="5439997" y="1188552"/>
                  </a:lnTo>
                  <a:lnTo>
                    <a:pt x="5440123" y="1188552"/>
                  </a:lnTo>
                  <a:lnTo>
                    <a:pt x="5440250" y="1188552"/>
                  </a:lnTo>
                  <a:lnTo>
                    <a:pt x="5440376" y="1188552"/>
                  </a:lnTo>
                  <a:lnTo>
                    <a:pt x="5440502" y="1188552"/>
                  </a:lnTo>
                  <a:lnTo>
                    <a:pt x="5440628" y="1188552"/>
                  </a:lnTo>
                  <a:lnTo>
                    <a:pt x="5440755" y="1188552"/>
                  </a:lnTo>
                  <a:lnTo>
                    <a:pt x="5440881" y="1188552"/>
                  </a:lnTo>
                  <a:lnTo>
                    <a:pt x="5441007" y="1188552"/>
                  </a:lnTo>
                  <a:lnTo>
                    <a:pt x="5441133" y="1188552"/>
                  </a:lnTo>
                  <a:lnTo>
                    <a:pt x="5441260" y="1188552"/>
                  </a:lnTo>
                  <a:lnTo>
                    <a:pt x="5441386" y="1188552"/>
                  </a:lnTo>
                  <a:lnTo>
                    <a:pt x="5441512" y="1188552"/>
                  </a:lnTo>
                  <a:lnTo>
                    <a:pt x="5441638" y="1188552"/>
                  </a:lnTo>
                  <a:lnTo>
                    <a:pt x="5441765" y="1188552"/>
                  </a:lnTo>
                  <a:lnTo>
                    <a:pt x="5441891" y="1188552"/>
                  </a:lnTo>
                  <a:lnTo>
                    <a:pt x="5442017" y="1188552"/>
                  </a:lnTo>
                  <a:lnTo>
                    <a:pt x="5442143" y="1188552"/>
                  </a:lnTo>
                  <a:lnTo>
                    <a:pt x="5442270" y="1188552"/>
                  </a:lnTo>
                  <a:lnTo>
                    <a:pt x="5442396" y="1188552"/>
                  </a:lnTo>
                  <a:lnTo>
                    <a:pt x="5442522" y="1188552"/>
                  </a:lnTo>
                  <a:lnTo>
                    <a:pt x="5442648" y="1188552"/>
                  </a:lnTo>
                  <a:lnTo>
                    <a:pt x="5442775" y="1188552"/>
                  </a:lnTo>
                  <a:lnTo>
                    <a:pt x="5442901" y="1188552"/>
                  </a:lnTo>
                  <a:lnTo>
                    <a:pt x="5443027" y="1188552"/>
                  </a:lnTo>
                  <a:lnTo>
                    <a:pt x="5443153" y="1188552"/>
                  </a:lnTo>
                  <a:lnTo>
                    <a:pt x="5443280" y="1188552"/>
                  </a:lnTo>
                  <a:lnTo>
                    <a:pt x="5443406" y="1188552"/>
                  </a:lnTo>
                  <a:lnTo>
                    <a:pt x="5443532" y="1188552"/>
                  </a:lnTo>
                  <a:lnTo>
                    <a:pt x="5443659" y="1188552"/>
                  </a:lnTo>
                  <a:lnTo>
                    <a:pt x="5443785" y="1188552"/>
                  </a:lnTo>
                  <a:lnTo>
                    <a:pt x="5443911" y="1188552"/>
                  </a:lnTo>
                  <a:lnTo>
                    <a:pt x="5444037" y="1188552"/>
                  </a:lnTo>
                  <a:lnTo>
                    <a:pt x="5444164" y="1188552"/>
                  </a:lnTo>
                  <a:lnTo>
                    <a:pt x="5444290" y="1188552"/>
                  </a:lnTo>
                  <a:lnTo>
                    <a:pt x="5444416" y="1188552"/>
                  </a:lnTo>
                  <a:lnTo>
                    <a:pt x="5444542" y="1188552"/>
                  </a:lnTo>
                  <a:lnTo>
                    <a:pt x="5444669" y="1188552"/>
                  </a:lnTo>
                  <a:lnTo>
                    <a:pt x="5444795" y="1188552"/>
                  </a:lnTo>
                  <a:lnTo>
                    <a:pt x="5444921" y="1188552"/>
                  </a:lnTo>
                  <a:lnTo>
                    <a:pt x="5445047" y="1188552"/>
                  </a:lnTo>
                  <a:lnTo>
                    <a:pt x="5445174" y="1188552"/>
                  </a:lnTo>
                  <a:lnTo>
                    <a:pt x="5445300" y="1188552"/>
                  </a:lnTo>
                  <a:lnTo>
                    <a:pt x="5445426" y="1188552"/>
                  </a:lnTo>
                  <a:lnTo>
                    <a:pt x="5445552" y="1188552"/>
                  </a:lnTo>
                  <a:lnTo>
                    <a:pt x="5445679" y="1188552"/>
                  </a:lnTo>
                  <a:lnTo>
                    <a:pt x="5445805" y="1188552"/>
                  </a:lnTo>
                  <a:lnTo>
                    <a:pt x="5445931" y="1188552"/>
                  </a:lnTo>
                  <a:lnTo>
                    <a:pt x="5446057" y="1188552"/>
                  </a:lnTo>
                  <a:lnTo>
                    <a:pt x="5446184" y="1188552"/>
                  </a:lnTo>
                  <a:lnTo>
                    <a:pt x="5446310" y="1188552"/>
                  </a:lnTo>
                  <a:lnTo>
                    <a:pt x="5446436" y="1188552"/>
                  </a:lnTo>
                  <a:lnTo>
                    <a:pt x="5446562" y="1188552"/>
                  </a:lnTo>
                  <a:lnTo>
                    <a:pt x="5446689" y="1188552"/>
                  </a:lnTo>
                  <a:lnTo>
                    <a:pt x="5446815" y="1188552"/>
                  </a:lnTo>
                  <a:lnTo>
                    <a:pt x="5446941" y="1188552"/>
                  </a:lnTo>
                  <a:lnTo>
                    <a:pt x="5447067" y="1188552"/>
                  </a:lnTo>
                  <a:lnTo>
                    <a:pt x="5447194" y="1188552"/>
                  </a:lnTo>
                  <a:lnTo>
                    <a:pt x="5447320" y="1188552"/>
                  </a:lnTo>
                  <a:lnTo>
                    <a:pt x="5447446" y="1188552"/>
                  </a:lnTo>
                  <a:lnTo>
                    <a:pt x="5447572" y="1188552"/>
                  </a:lnTo>
                  <a:lnTo>
                    <a:pt x="5447699" y="1188552"/>
                  </a:lnTo>
                  <a:lnTo>
                    <a:pt x="5447825" y="1188552"/>
                  </a:lnTo>
                  <a:lnTo>
                    <a:pt x="5447951" y="1188552"/>
                  </a:lnTo>
                  <a:lnTo>
                    <a:pt x="5448077" y="1188552"/>
                  </a:lnTo>
                  <a:lnTo>
                    <a:pt x="5448204" y="1188552"/>
                  </a:lnTo>
                  <a:lnTo>
                    <a:pt x="5448330" y="1188552"/>
                  </a:lnTo>
                  <a:lnTo>
                    <a:pt x="5448456" y="1188552"/>
                  </a:lnTo>
                  <a:lnTo>
                    <a:pt x="5448583" y="1188552"/>
                  </a:lnTo>
                  <a:lnTo>
                    <a:pt x="5448709" y="1188552"/>
                  </a:lnTo>
                  <a:lnTo>
                    <a:pt x="5448835" y="1188552"/>
                  </a:lnTo>
                  <a:lnTo>
                    <a:pt x="5448961" y="1188552"/>
                  </a:lnTo>
                  <a:lnTo>
                    <a:pt x="5449088" y="1188552"/>
                  </a:lnTo>
                  <a:lnTo>
                    <a:pt x="5449214" y="1188552"/>
                  </a:lnTo>
                  <a:lnTo>
                    <a:pt x="5449340" y="1188552"/>
                  </a:lnTo>
                  <a:lnTo>
                    <a:pt x="5449466" y="1188552"/>
                  </a:lnTo>
                  <a:lnTo>
                    <a:pt x="5449593" y="1188552"/>
                  </a:lnTo>
                  <a:lnTo>
                    <a:pt x="5449719" y="1188552"/>
                  </a:lnTo>
                  <a:lnTo>
                    <a:pt x="5449845" y="1188552"/>
                  </a:lnTo>
                  <a:lnTo>
                    <a:pt x="5449971" y="1188552"/>
                  </a:lnTo>
                  <a:lnTo>
                    <a:pt x="5450098" y="1188552"/>
                  </a:lnTo>
                  <a:lnTo>
                    <a:pt x="5450224" y="1188552"/>
                  </a:lnTo>
                  <a:lnTo>
                    <a:pt x="5450350" y="1188552"/>
                  </a:lnTo>
                  <a:lnTo>
                    <a:pt x="5450476" y="1188552"/>
                  </a:lnTo>
                  <a:lnTo>
                    <a:pt x="5450603" y="1188552"/>
                  </a:lnTo>
                  <a:lnTo>
                    <a:pt x="5450729" y="1188552"/>
                  </a:lnTo>
                  <a:lnTo>
                    <a:pt x="5450855" y="1188552"/>
                  </a:lnTo>
                  <a:lnTo>
                    <a:pt x="5450981" y="1188552"/>
                  </a:lnTo>
                  <a:lnTo>
                    <a:pt x="5451108" y="1188552"/>
                  </a:lnTo>
                  <a:lnTo>
                    <a:pt x="5451234" y="1188552"/>
                  </a:lnTo>
                  <a:lnTo>
                    <a:pt x="5451360" y="1188552"/>
                  </a:lnTo>
                  <a:lnTo>
                    <a:pt x="5451486" y="1188552"/>
                  </a:lnTo>
                  <a:lnTo>
                    <a:pt x="5451613" y="1188552"/>
                  </a:lnTo>
                  <a:lnTo>
                    <a:pt x="5451739" y="1188552"/>
                  </a:lnTo>
                  <a:lnTo>
                    <a:pt x="5451865" y="1188552"/>
                  </a:lnTo>
                  <a:lnTo>
                    <a:pt x="5451991" y="1188552"/>
                  </a:lnTo>
                  <a:lnTo>
                    <a:pt x="5452118" y="1188552"/>
                  </a:lnTo>
                  <a:lnTo>
                    <a:pt x="5452244" y="1188552"/>
                  </a:lnTo>
                  <a:lnTo>
                    <a:pt x="5452370" y="1188552"/>
                  </a:lnTo>
                  <a:lnTo>
                    <a:pt x="5452496" y="1188552"/>
                  </a:lnTo>
                  <a:lnTo>
                    <a:pt x="5452623" y="1188552"/>
                  </a:lnTo>
                  <a:lnTo>
                    <a:pt x="5452749" y="1188552"/>
                  </a:lnTo>
                  <a:lnTo>
                    <a:pt x="5452875" y="1188552"/>
                  </a:lnTo>
                  <a:lnTo>
                    <a:pt x="5453001" y="1188552"/>
                  </a:lnTo>
                  <a:lnTo>
                    <a:pt x="5453128" y="1188552"/>
                  </a:lnTo>
                  <a:lnTo>
                    <a:pt x="5453254" y="1188552"/>
                  </a:lnTo>
                  <a:lnTo>
                    <a:pt x="5453380" y="1188552"/>
                  </a:lnTo>
                  <a:lnTo>
                    <a:pt x="5453506" y="1188552"/>
                  </a:lnTo>
                  <a:lnTo>
                    <a:pt x="5453633" y="1188552"/>
                  </a:lnTo>
                  <a:lnTo>
                    <a:pt x="5453759" y="1188552"/>
                  </a:lnTo>
                  <a:lnTo>
                    <a:pt x="5453885" y="1188552"/>
                  </a:lnTo>
                  <a:lnTo>
                    <a:pt x="5454012" y="1188552"/>
                  </a:lnTo>
                  <a:lnTo>
                    <a:pt x="5454138" y="1188552"/>
                  </a:lnTo>
                  <a:lnTo>
                    <a:pt x="5454264" y="1188552"/>
                  </a:lnTo>
                  <a:lnTo>
                    <a:pt x="5454390" y="1188552"/>
                  </a:lnTo>
                  <a:lnTo>
                    <a:pt x="5454517" y="1188552"/>
                  </a:lnTo>
                  <a:lnTo>
                    <a:pt x="5454643" y="1188552"/>
                  </a:lnTo>
                  <a:lnTo>
                    <a:pt x="5454769" y="1188552"/>
                  </a:lnTo>
                  <a:lnTo>
                    <a:pt x="5454895" y="1188552"/>
                  </a:lnTo>
                  <a:lnTo>
                    <a:pt x="5455022" y="1188552"/>
                  </a:lnTo>
                  <a:lnTo>
                    <a:pt x="5455148" y="1188552"/>
                  </a:lnTo>
                  <a:lnTo>
                    <a:pt x="5455274" y="1188552"/>
                  </a:lnTo>
                  <a:lnTo>
                    <a:pt x="5455400" y="1188552"/>
                  </a:lnTo>
                  <a:lnTo>
                    <a:pt x="5455527" y="1188552"/>
                  </a:lnTo>
                  <a:lnTo>
                    <a:pt x="5455653" y="1188552"/>
                  </a:lnTo>
                  <a:lnTo>
                    <a:pt x="5455779" y="1188552"/>
                  </a:lnTo>
                  <a:lnTo>
                    <a:pt x="5455905" y="1188552"/>
                  </a:lnTo>
                  <a:lnTo>
                    <a:pt x="5456032" y="1188552"/>
                  </a:lnTo>
                  <a:lnTo>
                    <a:pt x="5456158" y="1188552"/>
                  </a:lnTo>
                  <a:lnTo>
                    <a:pt x="5456284" y="1188552"/>
                  </a:lnTo>
                  <a:lnTo>
                    <a:pt x="5456410" y="1188552"/>
                  </a:lnTo>
                  <a:lnTo>
                    <a:pt x="5456537" y="1188552"/>
                  </a:lnTo>
                  <a:lnTo>
                    <a:pt x="5456663" y="1188552"/>
                  </a:lnTo>
                  <a:lnTo>
                    <a:pt x="5456789" y="1188552"/>
                  </a:lnTo>
                  <a:lnTo>
                    <a:pt x="5456915" y="1188552"/>
                  </a:lnTo>
                  <a:lnTo>
                    <a:pt x="5457042" y="1188552"/>
                  </a:lnTo>
                  <a:lnTo>
                    <a:pt x="5457168" y="1188552"/>
                  </a:lnTo>
                  <a:lnTo>
                    <a:pt x="5457294" y="1188552"/>
                  </a:lnTo>
                  <a:lnTo>
                    <a:pt x="5457420" y="1188552"/>
                  </a:lnTo>
                  <a:lnTo>
                    <a:pt x="5457547" y="1188552"/>
                  </a:lnTo>
                  <a:lnTo>
                    <a:pt x="5457673" y="1188552"/>
                  </a:lnTo>
                  <a:lnTo>
                    <a:pt x="5457799" y="1188552"/>
                  </a:lnTo>
                  <a:lnTo>
                    <a:pt x="5457925" y="1188552"/>
                  </a:lnTo>
                  <a:lnTo>
                    <a:pt x="5458052" y="1188552"/>
                  </a:lnTo>
                  <a:lnTo>
                    <a:pt x="5458178" y="1188552"/>
                  </a:lnTo>
                  <a:lnTo>
                    <a:pt x="5458304" y="1188552"/>
                  </a:lnTo>
                  <a:lnTo>
                    <a:pt x="5458430" y="1188552"/>
                  </a:lnTo>
                  <a:lnTo>
                    <a:pt x="5458557" y="1188552"/>
                  </a:lnTo>
                  <a:lnTo>
                    <a:pt x="5458683" y="1188552"/>
                  </a:lnTo>
                  <a:lnTo>
                    <a:pt x="5458809" y="1188552"/>
                  </a:lnTo>
                  <a:lnTo>
                    <a:pt x="5458936" y="1188552"/>
                  </a:lnTo>
                  <a:lnTo>
                    <a:pt x="5459062" y="1188552"/>
                  </a:lnTo>
                  <a:lnTo>
                    <a:pt x="5459188" y="1188552"/>
                  </a:lnTo>
                  <a:lnTo>
                    <a:pt x="5459314" y="1188552"/>
                  </a:lnTo>
                  <a:lnTo>
                    <a:pt x="5459441" y="1188552"/>
                  </a:lnTo>
                  <a:lnTo>
                    <a:pt x="5459567" y="1188552"/>
                  </a:lnTo>
                  <a:lnTo>
                    <a:pt x="5459693" y="1188552"/>
                  </a:lnTo>
                  <a:lnTo>
                    <a:pt x="5459819" y="1188552"/>
                  </a:lnTo>
                  <a:lnTo>
                    <a:pt x="5459946" y="1188552"/>
                  </a:lnTo>
                  <a:lnTo>
                    <a:pt x="5460072" y="1188552"/>
                  </a:lnTo>
                  <a:lnTo>
                    <a:pt x="5460198" y="1188552"/>
                  </a:lnTo>
                  <a:lnTo>
                    <a:pt x="5460324" y="1188552"/>
                  </a:lnTo>
                  <a:lnTo>
                    <a:pt x="5460451" y="1188552"/>
                  </a:lnTo>
                  <a:lnTo>
                    <a:pt x="5460577" y="1188552"/>
                  </a:lnTo>
                  <a:lnTo>
                    <a:pt x="5460703" y="1188552"/>
                  </a:lnTo>
                  <a:lnTo>
                    <a:pt x="5460829" y="1188552"/>
                  </a:lnTo>
                  <a:lnTo>
                    <a:pt x="5460956" y="1188552"/>
                  </a:lnTo>
                  <a:lnTo>
                    <a:pt x="5461082" y="1188552"/>
                  </a:lnTo>
                  <a:lnTo>
                    <a:pt x="5461208" y="1188552"/>
                  </a:lnTo>
                  <a:lnTo>
                    <a:pt x="5461334" y="1188552"/>
                  </a:lnTo>
                  <a:lnTo>
                    <a:pt x="5461461" y="1188552"/>
                  </a:lnTo>
                  <a:lnTo>
                    <a:pt x="5461587" y="1188552"/>
                  </a:lnTo>
                  <a:lnTo>
                    <a:pt x="5461713" y="1188552"/>
                  </a:lnTo>
                  <a:lnTo>
                    <a:pt x="5461839" y="1188552"/>
                  </a:lnTo>
                  <a:lnTo>
                    <a:pt x="5461966" y="1188552"/>
                  </a:lnTo>
                  <a:lnTo>
                    <a:pt x="5462092" y="1188552"/>
                  </a:lnTo>
                  <a:lnTo>
                    <a:pt x="5462218" y="1188552"/>
                  </a:lnTo>
                  <a:lnTo>
                    <a:pt x="5462344" y="1188552"/>
                  </a:lnTo>
                  <a:lnTo>
                    <a:pt x="5462471" y="1188552"/>
                  </a:lnTo>
                  <a:lnTo>
                    <a:pt x="5462597" y="1188552"/>
                  </a:lnTo>
                  <a:lnTo>
                    <a:pt x="5462723" y="1188552"/>
                  </a:lnTo>
                  <a:lnTo>
                    <a:pt x="5462849" y="1188552"/>
                  </a:lnTo>
                  <a:lnTo>
                    <a:pt x="5462976" y="1188552"/>
                  </a:lnTo>
                  <a:lnTo>
                    <a:pt x="5463102" y="1188552"/>
                  </a:lnTo>
                  <a:lnTo>
                    <a:pt x="5463228" y="1188552"/>
                  </a:lnTo>
                  <a:lnTo>
                    <a:pt x="5463354" y="1188552"/>
                  </a:lnTo>
                  <a:lnTo>
                    <a:pt x="5463481" y="1188552"/>
                  </a:lnTo>
                  <a:lnTo>
                    <a:pt x="5463607" y="1188552"/>
                  </a:lnTo>
                  <a:lnTo>
                    <a:pt x="5463733" y="1188552"/>
                  </a:lnTo>
                  <a:lnTo>
                    <a:pt x="5463860" y="1188552"/>
                  </a:lnTo>
                  <a:lnTo>
                    <a:pt x="5463860" y="1183641"/>
                  </a:lnTo>
                  <a:lnTo>
                    <a:pt x="5463986" y="1183641"/>
                  </a:lnTo>
                  <a:lnTo>
                    <a:pt x="5464112" y="1183641"/>
                  </a:lnTo>
                  <a:lnTo>
                    <a:pt x="5464238" y="1183641"/>
                  </a:lnTo>
                  <a:lnTo>
                    <a:pt x="5464365" y="1183641"/>
                  </a:lnTo>
                  <a:lnTo>
                    <a:pt x="5464491" y="1183641"/>
                  </a:lnTo>
                  <a:lnTo>
                    <a:pt x="5464617" y="1183641"/>
                  </a:lnTo>
                  <a:lnTo>
                    <a:pt x="5464743" y="1183641"/>
                  </a:lnTo>
                  <a:lnTo>
                    <a:pt x="5464870" y="1183641"/>
                  </a:lnTo>
                  <a:lnTo>
                    <a:pt x="5464996" y="1183641"/>
                  </a:lnTo>
                  <a:lnTo>
                    <a:pt x="5465122" y="1183641"/>
                  </a:lnTo>
                  <a:lnTo>
                    <a:pt x="5465248" y="1183641"/>
                  </a:lnTo>
                  <a:lnTo>
                    <a:pt x="5465375" y="1183641"/>
                  </a:lnTo>
                  <a:lnTo>
                    <a:pt x="5465501" y="1183641"/>
                  </a:lnTo>
                  <a:lnTo>
                    <a:pt x="5465627" y="1183641"/>
                  </a:lnTo>
                  <a:lnTo>
                    <a:pt x="5465753" y="1183641"/>
                  </a:lnTo>
                  <a:lnTo>
                    <a:pt x="5465880" y="1183641"/>
                  </a:lnTo>
                  <a:lnTo>
                    <a:pt x="5466006" y="1183641"/>
                  </a:lnTo>
                  <a:lnTo>
                    <a:pt x="5466132" y="1183641"/>
                  </a:lnTo>
                  <a:lnTo>
                    <a:pt x="5466258" y="1183641"/>
                  </a:lnTo>
                  <a:lnTo>
                    <a:pt x="5466385" y="1183641"/>
                  </a:lnTo>
                  <a:lnTo>
                    <a:pt x="5466511" y="1183641"/>
                  </a:lnTo>
                  <a:lnTo>
                    <a:pt x="5466637" y="1183641"/>
                  </a:lnTo>
                  <a:lnTo>
                    <a:pt x="5466763" y="1183641"/>
                  </a:lnTo>
                  <a:lnTo>
                    <a:pt x="5466890" y="1183641"/>
                  </a:lnTo>
                  <a:lnTo>
                    <a:pt x="5467016" y="1183641"/>
                  </a:lnTo>
                  <a:lnTo>
                    <a:pt x="5467142" y="1183641"/>
                  </a:lnTo>
                  <a:lnTo>
                    <a:pt x="5467268" y="1183641"/>
                  </a:lnTo>
                  <a:lnTo>
                    <a:pt x="5467395" y="1183641"/>
                  </a:lnTo>
                  <a:lnTo>
                    <a:pt x="5467521" y="1183641"/>
                  </a:lnTo>
                  <a:lnTo>
                    <a:pt x="5467647" y="1183641"/>
                  </a:lnTo>
                  <a:lnTo>
                    <a:pt x="5467647" y="1178729"/>
                  </a:lnTo>
                  <a:lnTo>
                    <a:pt x="5467773" y="1178729"/>
                  </a:lnTo>
                  <a:lnTo>
                    <a:pt x="5467900" y="1178729"/>
                  </a:lnTo>
                  <a:lnTo>
                    <a:pt x="5468026" y="1178729"/>
                  </a:lnTo>
                  <a:lnTo>
                    <a:pt x="5468152" y="1178729"/>
                  </a:lnTo>
                  <a:lnTo>
                    <a:pt x="5468278" y="1178729"/>
                  </a:lnTo>
                  <a:lnTo>
                    <a:pt x="5468405" y="1178729"/>
                  </a:lnTo>
                  <a:lnTo>
                    <a:pt x="5468531" y="1178729"/>
                  </a:lnTo>
                  <a:lnTo>
                    <a:pt x="5468657" y="1178729"/>
                  </a:lnTo>
                  <a:lnTo>
                    <a:pt x="5468783" y="1178729"/>
                  </a:lnTo>
                  <a:lnTo>
                    <a:pt x="5468910" y="1178729"/>
                  </a:lnTo>
                  <a:lnTo>
                    <a:pt x="5469036" y="1178729"/>
                  </a:lnTo>
                  <a:lnTo>
                    <a:pt x="5469162" y="1178729"/>
                  </a:lnTo>
                  <a:lnTo>
                    <a:pt x="5469289" y="1178729"/>
                  </a:lnTo>
                  <a:lnTo>
                    <a:pt x="5469415" y="1178729"/>
                  </a:lnTo>
                  <a:lnTo>
                    <a:pt x="5469541" y="1178729"/>
                  </a:lnTo>
                  <a:lnTo>
                    <a:pt x="5469667" y="1178729"/>
                  </a:lnTo>
                  <a:lnTo>
                    <a:pt x="5469794" y="1178729"/>
                  </a:lnTo>
                  <a:lnTo>
                    <a:pt x="5469920" y="1178729"/>
                  </a:lnTo>
                  <a:lnTo>
                    <a:pt x="5470046" y="1178729"/>
                  </a:lnTo>
                  <a:lnTo>
                    <a:pt x="5470172" y="1178729"/>
                  </a:lnTo>
                  <a:lnTo>
                    <a:pt x="5470299" y="1178729"/>
                  </a:lnTo>
                  <a:lnTo>
                    <a:pt x="5470425" y="1178729"/>
                  </a:lnTo>
                  <a:lnTo>
                    <a:pt x="5470551" y="1178729"/>
                  </a:lnTo>
                  <a:lnTo>
                    <a:pt x="5470677" y="1178729"/>
                  </a:lnTo>
                  <a:lnTo>
                    <a:pt x="5470804" y="1178729"/>
                  </a:lnTo>
                  <a:lnTo>
                    <a:pt x="5470930" y="1178729"/>
                  </a:lnTo>
                  <a:lnTo>
                    <a:pt x="5471056" y="1178729"/>
                  </a:lnTo>
                  <a:lnTo>
                    <a:pt x="5471182" y="1178729"/>
                  </a:lnTo>
                  <a:lnTo>
                    <a:pt x="5471309" y="1178729"/>
                  </a:lnTo>
                  <a:lnTo>
                    <a:pt x="5471435" y="1178729"/>
                  </a:lnTo>
                  <a:lnTo>
                    <a:pt x="5471561" y="1178729"/>
                  </a:lnTo>
                  <a:lnTo>
                    <a:pt x="5471687" y="1178729"/>
                  </a:lnTo>
                  <a:lnTo>
                    <a:pt x="5471814" y="1178729"/>
                  </a:lnTo>
                  <a:lnTo>
                    <a:pt x="5471940" y="1178729"/>
                  </a:lnTo>
                  <a:lnTo>
                    <a:pt x="5472066" y="1178729"/>
                  </a:lnTo>
                  <a:lnTo>
                    <a:pt x="5472192" y="1178729"/>
                  </a:lnTo>
                  <a:lnTo>
                    <a:pt x="5472319" y="1178729"/>
                  </a:lnTo>
                  <a:lnTo>
                    <a:pt x="5472445" y="1178729"/>
                  </a:lnTo>
                  <a:lnTo>
                    <a:pt x="5472571" y="1178729"/>
                  </a:lnTo>
                  <a:lnTo>
                    <a:pt x="5472697" y="1178729"/>
                  </a:lnTo>
                  <a:lnTo>
                    <a:pt x="5472824" y="1178729"/>
                  </a:lnTo>
                  <a:lnTo>
                    <a:pt x="5472950" y="1178729"/>
                  </a:lnTo>
                  <a:lnTo>
                    <a:pt x="5473076" y="1178729"/>
                  </a:lnTo>
                  <a:lnTo>
                    <a:pt x="5473202" y="1178729"/>
                  </a:lnTo>
                  <a:lnTo>
                    <a:pt x="5473329" y="1178729"/>
                  </a:lnTo>
                  <a:lnTo>
                    <a:pt x="5473455" y="1178729"/>
                  </a:lnTo>
                  <a:lnTo>
                    <a:pt x="5473581" y="1178729"/>
                  </a:lnTo>
                  <a:lnTo>
                    <a:pt x="5473707" y="1178729"/>
                  </a:lnTo>
                  <a:lnTo>
                    <a:pt x="5473834" y="1178729"/>
                  </a:lnTo>
                  <a:lnTo>
                    <a:pt x="5473960" y="1178729"/>
                  </a:lnTo>
                  <a:lnTo>
                    <a:pt x="5474086" y="1178729"/>
                  </a:lnTo>
                  <a:lnTo>
                    <a:pt x="5474213" y="1178729"/>
                  </a:lnTo>
                  <a:lnTo>
                    <a:pt x="5474339" y="1178729"/>
                  </a:lnTo>
                  <a:lnTo>
                    <a:pt x="5474465" y="1178729"/>
                  </a:lnTo>
                  <a:lnTo>
                    <a:pt x="5474591" y="1178729"/>
                  </a:lnTo>
                  <a:lnTo>
                    <a:pt x="5474718" y="1178729"/>
                  </a:lnTo>
                  <a:lnTo>
                    <a:pt x="5474844" y="1178729"/>
                  </a:lnTo>
                  <a:lnTo>
                    <a:pt x="5474970" y="1178729"/>
                  </a:lnTo>
                  <a:lnTo>
                    <a:pt x="5475096" y="1178729"/>
                  </a:lnTo>
                  <a:lnTo>
                    <a:pt x="5475223" y="1178729"/>
                  </a:lnTo>
                  <a:lnTo>
                    <a:pt x="5475349" y="1178729"/>
                  </a:lnTo>
                  <a:lnTo>
                    <a:pt x="5475475" y="1178729"/>
                  </a:lnTo>
                  <a:lnTo>
                    <a:pt x="5475601" y="1178729"/>
                  </a:lnTo>
                  <a:lnTo>
                    <a:pt x="5475728" y="1178729"/>
                  </a:lnTo>
                  <a:lnTo>
                    <a:pt x="5475854" y="1178729"/>
                  </a:lnTo>
                  <a:lnTo>
                    <a:pt x="5475980" y="1178729"/>
                  </a:lnTo>
                  <a:lnTo>
                    <a:pt x="5476106" y="1178729"/>
                  </a:lnTo>
                  <a:lnTo>
                    <a:pt x="5476233" y="1178729"/>
                  </a:lnTo>
                  <a:lnTo>
                    <a:pt x="5476359" y="1178729"/>
                  </a:lnTo>
                  <a:lnTo>
                    <a:pt x="5476485" y="1178729"/>
                  </a:lnTo>
                  <a:lnTo>
                    <a:pt x="5476611" y="1178729"/>
                  </a:lnTo>
                  <a:lnTo>
                    <a:pt x="5476738" y="1178729"/>
                  </a:lnTo>
                  <a:lnTo>
                    <a:pt x="5476864" y="1178729"/>
                  </a:lnTo>
                  <a:lnTo>
                    <a:pt x="5476990" y="1178729"/>
                  </a:lnTo>
                  <a:lnTo>
                    <a:pt x="5477116" y="1178729"/>
                  </a:lnTo>
                  <a:lnTo>
                    <a:pt x="5477243" y="1178729"/>
                  </a:lnTo>
                  <a:lnTo>
                    <a:pt x="5477369" y="1178729"/>
                  </a:lnTo>
                  <a:lnTo>
                    <a:pt x="5477495" y="1178729"/>
                  </a:lnTo>
                  <a:lnTo>
                    <a:pt x="5477621" y="1178729"/>
                  </a:lnTo>
                  <a:lnTo>
                    <a:pt x="5477748" y="1178729"/>
                  </a:lnTo>
                  <a:lnTo>
                    <a:pt x="5477874" y="1178729"/>
                  </a:lnTo>
                  <a:lnTo>
                    <a:pt x="5478000" y="1178729"/>
                  </a:lnTo>
                  <a:lnTo>
                    <a:pt x="5478126" y="1178729"/>
                  </a:lnTo>
                  <a:lnTo>
                    <a:pt x="5478253" y="1178729"/>
                  </a:lnTo>
                  <a:lnTo>
                    <a:pt x="5478379" y="1178729"/>
                  </a:lnTo>
                  <a:lnTo>
                    <a:pt x="5478505" y="1178729"/>
                  </a:lnTo>
                  <a:lnTo>
                    <a:pt x="5478631" y="1178729"/>
                  </a:lnTo>
                  <a:lnTo>
                    <a:pt x="5478758" y="1178729"/>
                  </a:lnTo>
                  <a:lnTo>
                    <a:pt x="5478884" y="1178729"/>
                  </a:lnTo>
                  <a:lnTo>
                    <a:pt x="5479010" y="1178729"/>
                  </a:lnTo>
                  <a:lnTo>
                    <a:pt x="5479136" y="1178729"/>
                  </a:lnTo>
                  <a:lnTo>
                    <a:pt x="5479263" y="1178729"/>
                  </a:lnTo>
                  <a:lnTo>
                    <a:pt x="5479389" y="1178729"/>
                  </a:lnTo>
                  <a:lnTo>
                    <a:pt x="5479515" y="1178729"/>
                  </a:lnTo>
                  <a:lnTo>
                    <a:pt x="5479642" y="1178729"/>
                  </a:lnTo>
                  <a:lnTo>
                    <a:pt x="5479768" y="1178729"/>
                  </a:lnTo>
                  <a:lnTo>
                    <a:pt x="5479894" y="1178729"/>
                  </a:lnTo>
                  <a:lnTo>
                    <a:pt x="5480020" y="1178729"/>
                  </a:lnTo>
                  <a:lnTo>
                    <a:pt x="5480147" y="1178729"/>
                  </a:lnTo>
                  <a:lnTo>
                    <a:pt x="5480273" y="1178729"/>
                  </a:lnTo>
                  <a:lnTo>
                    <a:pt x="5480399" y="1178729"/>
                  </a:lnTo>
                  <a:lnTo>
                    <a:pt x="5480525" y="1178729"/>
                  </a:lnTo>
                  <a:lnTo>
                    <a:pt x="5480652" y="1178729"/>
                  </a:lnTo>
                  <a:lnTo>
                    <a:pt x="5480778" y="1178729"/>
                  </a:lnTo>
                  <a:lnTo>
                    <a:pt x="5480904" y="1178729"/>
                  </a:lnTo>
                  <a:lnTo>
                    <a:pt x="5481030" y="1178729"/>
                  </a:lnTo>
                  <a:lnTo>
                    <a:pt x="5481157" y="1178729"/>
                  </a:lnTo>
                  <a:lnTo>
                    <a:pt x="5481283" y="1178729"/>
                  </a:lnTo>
                  <a:lnTo>
                    <a:pt x="5481409" y="1178729"/>
                  </a:lnTo>
                  <a:lnTo>
                    <a:pt x="5481535" y="1178729"/>
                  </a:lnTo>
                  <a:lnTo>
                    <a:pt x="5481662" y="1178729"/>
                  </a:lnTo>
                  <a:lnTo>
                    <a:pt x="5481788" y="1178729"/>
                  </a:lnTo>
                  <a:lnTo>
                    <a:pt x="5481914" y="1178729"/>
                  </a:lnTo>
                  <a:lnTo>
                    <a:pt x="5482040" y="1178729"/>
                  </a:lnTo>
                  <a:lnTo>
                    <a:pt x="5482167" y="1178729"/>
                  </a:lnTo>
                  <a:lnTo>
                    <a:pt x="5482293" y="1178729"/>
                  </a:lnTo>
                  <a:lnTo>
                    <a:pt x="5482419" y="1178729"/>
                  </a:lnTo>
                  <a:lnTo>
                    <a:pt x="5482545" y="1178729"/>
                  </a:lnTo>
                  <a:lnTo>
                    <a:pt x="5482672" y="1178729"/>
                  </a:lnTo>
                  <a:lnTo>
                    <a:pt x="5482798" y="1178729"/>
                  </a:lnTo>
                  <a:lnTo>
                    <a:pt x="5482924" y="1178729"/>
                  </a:lnTo>
                  <a:lnTo>
                    <a:pt x="5483050" y="1178729"/>
                  </a:lnTo>
                  <a:lnTo>
                    <a:pt x="5483177" y="1178729"/>
                  </a:lnTo>
                  <a:lnTo>
                    <a:pt x="5483303" y="1178729"/>
                  </a:lnTo>
                  <a:lnTo>
                    <a:pt x="5483429" y="1178729"/>
                  </a:lnTo>
                  <a:lnTo>
                    <a:pt x="5483555" y="1178729"/>
                  </a:lnTo>
                  <a:lnTo>
                    <a:pt x="5483682" y="1178729"/>
                  </a:lnTo>
                  <a:lnTo>
                    <a:pt x="5483808" y="1178729"/>
                  </a:lnTo>
                  <a:lnTo>
                    <a:pt x="5483934" y="1178729"/>
                  </a:lnTo>
                  <a:lnTo>
                    <a:pt x="5484060" y="1178729"/>
                  </a:lnTo>
                  <a:lnTo>
                    <a:pt x="5484187" y="1178729"/>
                  </a:lnTo>
                  <a:lnTo>
                    <a:pt x="5484313" y="1178729"/>
                  </a:lnTo>
                  <a:lnTo>
                    <a:pt x="5484439" y="1178729"/>
                  </a:lnTo>
                  <a:lnTo>
                    <a:pt x="5484566" y="1178729"/>
                  </a:lnTo>
                  <a:lnTo>
                    <a:pt x="5484692" y="1178729"/>
                  </a:lnTo>
                  <a:lnTo>
                    <a:pt x="5484818" y="1178729"/>
                  </a:lnTo>
                  <a:lnTo>
                    <a:pt x="5484944" y="1178729"/>
                  </a:lnTo>
                  <a:lnTo>
                    <a:pt x="5485071" y="1178729"/>
                  </a:lnTo>
                  <a:lnTo>
                    <a:pt x="5485197" y="1178729"/>
                  </a:lnTo>
                  <a:lnTo>
                    <a:pt x="5485323" y="1178729"/>
                  </a:lnTo>
                  <a:lnTo>
                    <a:pt x="5485449" y="1178729"/>
                  </a:lnTo>
                  <a:lnTo>
                    <a:pt x="5485576" y="1178729"/>
                  </a:lnTo>
                  <a:lnTo>
                    <a:pt x="5485702" y="1178729"/>
                  </a:lnTo>
                  <a:lnTo>
                    <a:pt x="5485828" y="1178729"/>
                  </a:lnTo>
                  <a:lnTo>
                    <a:pt x="5485954" y="1178729"/>
                  </a:lnTo>
                  <a:lnTo>
                    <a:pt x="5485954" y="1173818"/>
                  </a:lnTo>
                  <a:lnTo>
                    <a:pt x="5486081" y="1173818"/>
                  </a:lnTo>
                  <a:lnTo>
                    <a:pt x="5486207" y="1173818"/>
                  </a:lnTo>
                  <a:lnTo>
                    <a:pt x="5486333" y="1173818"/>
                  </a:lnTo>
                  <a:lnTo>
                    <a:pt x="5486459" y="1173818"/>
                  </a:lnTo>
                  <a:lnTo>
                    <a:pt x="5486586" y="1173818"/>
                  </a:lnTo>
                  <a:lnTo>
                    <a:pt x="5486712" y="1173818"/>
                  </a:lnTo>
                  <a:lnTo>
                    <a:pt x="5486712" y="1168907"/>
                  </a:lnTo>
                  <a:lnTo>
                    <a:pt x="5486838" y="1168907"/>
                  </a:lnTo>
                  <a:lnTo>
                    <a:pt x="5486964" y="1168907"/>
                  </a:lnTo>
                  <a:lnTo>
                    <a:pt x="5487091" y="1168907"/>
                  </a:lnTo>
                  <a:lnTo>
                    <a:pt x="5487217" y="1168907"/>
                  </a:lnTo>
                  <a:lnTo>
                    <a:pt x="5487343" y="1168907"/>
                  </a:lnTo>
                  <a:lnTo>
                    <a:pt x="5487469" y="1168907"/>
                  </a:lnTo>
                  <a:lnTo>
                    <a:pt x="5487596" y="1168907"/>
                  </a:lnTo>
                  <a:lnTo>
                    <a:pt x="5487722" y="1168907"/>
                  </a:lnTo>
                  <a:lnTo>
                    <a:pt x="5487848" y="1168907"/>
                  </a:lnTo>
                  <a:lnTo>
                    <a:pt x="5487974" y="1168907"/>
                  </a:lnTo>
                  <a:lnTo>
                    <a:pt x="5488101" y="1168907"/>
                  </a:lnTo>
                  <a:lnTo>
                    <a:pt x="5488227" y="1168907"/>
                  </a:lnTo>
                  <a:lnTo>
                    <a:pt x="5488353" y="1168907"/>
                  </a:lnTo>
                  <a:lnTo>
                    <a:pt x="5488479" y="1168907"/>
                  </a:lnTo>
                  <a:lnTo>
                    <a:pt x="5488606" y="1168907"/>
                  </a:lnTo>
                  <a:lnTo>
                    <a:pt x="5488732" y="1168907"/>
                  </a:lnTo>
                  <a:lnTo>
                    <a:pt x="5488858" y="1168907"/>
                  </a:lnTo>
                  <a:lnTo>
                    <a:pt x="5488984" y="1168907"/>
                  </a:lnTo>
                  <a:lnTo>
                    <a:pt x="5489111" y="1168907"/>
                  </a:lnTo>
                  <a:lnTo>
                    <a:pt x="5489237" y="1168907"/>
                  </a:lnTo>
                  <a:lnTo>
                    <a:pt x="5489363" y="1168907"/>
                  </a:lnTo>
                  <a:lnTo>
                    <a:pt x="5489489" y="1168907"/>
                  </a:lnTo>
                  <a:lnTo>
                    <a:pt x="5489616" y="1168907"/>
                  </a:lnTo>
                  <a:lnTo>
                    <a:pt x="5489742" y="1168907"/>
                  </a:lnTo>
                  <a:lnTo>
                    <a:pt x="5489868" y="1168907"/>
                  </a:lnTo>
                  <a:lnTo>
                    <a:pt x="5489995" y="1168907"/>
                  </a:lnTo>
                  <a:lnTo>
                    <a:pt x="5490121" y="1168907"/>
                  </a:lnTo>
                  <a:lnTo>
                    <a:pt x="5490247" y="1168907"/>
                  </a:lnTo>
                  <a:lnTo>
                    <a:pt x="5490373" y="1168907"/>
                  </a:lnTo>
                  <a:lnTo>
                    <a:pt x="5490500" y="1168907"/>
                  </a:lnTo>
                  <a:lnTo>
                    <a:pt x="5490626" y="1168907"/>
                  </a:lnTo>
                  <a:lnTo>
                    <a:pt x="5490752" y="1168907"/>
                  </a:lnTo>
                  <a:lnTo>
                    <a:pt x="5490878" y="1168907"/>
                  </a:lnTo>
                  <a:lnTo>
                    <a:pt x="5491005" y="1168907"/>
                  </a:lnTo>
                  <a:lnTo>
                    <a:pt x="5491131" y="1168907"/>
                  </a:lnTo>
                  <a:lnTo>
                    <a:pt x="5491257" y="1168907"/>
                  </a:lnTo>
                  <a:lnTo>
                    <a:pt x="5491383" y="1168907"/>
                  </a:lnTo>
                  <a:lnTo>
                    <a:pt x="5491510" y="1168907"/>
                  </a:lnTo>
                  <a:lnTo>
                    <a:pt x="5491636" y="1168907"/>
                  </a:lnTo>
                  <a:lnTo>
                    <a:pt x="5491762" y="1168907"/>
                  </a:lnTo>
                  <a:lnTo>
                    <a:pt x="5491888" y="1168907"/>
                  </a:lnTo>
                  <a:lnTo>
                    <a:pt x="5492015" y="1168907"/>
                  </a:lnTo>
                  <a:lnTo>
                    <a:pt x="5492141" y="1168907"/>
                  </a:lnTo>
                  <a:lnTo>
                    <a:pt x="5492267" y="1168907"/>
                  </a:lnTo>
                  <a:lnTo>
                    <a:pt x="5492393" y="1168907"/>
                  </a:lnTo>
                  <a:lnTo>
                    <a:pt x="5492520" y="1168907"/>
                  </a:lnTo>
                  <a:lnTo>
                    <a:pt x="5492646" y="1168907"/>
                  </a:lnTo>
                  <a:lnTo>
                    <a:pt x="5492772" y="1168907"/>
                  </a:lnTo>
                  <a:lnTo>
                    <a:pt x="5492898" y="1168907"/>
                  </a:lnTo>
                  <a:lnTo>
                    <a:pt x="5493025" y="1168907"/>
                  </a:lnTo>
                  <a:lnTo>
                    <a:pt x="5493151" y="1168907"/>
                  </a:lnTo>
                  <a:lnTo>
                    <a:pt x="5493277" y="1168907"/>
                  </a:lnTo>
                  <a:lnTo>
                    <a:pt x="5493403" y="1168907"/>
                  </a:lnTo>
                  <a:lnTo>
                    <a:pt x="5493530" y="1168907"/>
                  </a:lnTo>
                  <a:lnTo>
                    <a:pt x="5493656" y="1168907"/>
                  </a:lnTo>
                  <a:lnTo>
                    <a:pt x="5493782" y="1168907"/>
                  </a:lnTo>
                  <a:lnTo>
                    <a:pt x="5493908" y="1168907"/>
                  </a:lnTo>
                  <a:lnTo>
                    <a:pt x="5494035" y="1168907"/>
                  </a:lnTo>
                  <a:lnTo>
                    <a:pt x="5494161" y="1168907"/>
                  </a:lnTo>
                  <a:lnTo>
                    <a:pt x="5494287" y="1168907"/>
                  </a:lnTo>
                  <a:lnTo>
                    <a:pt x="5494413" y="1168907"/>
                  </a:lnTo>
                  <a:lnTo>
                    <a:pt x="5494540" y="1168907"/>
                  </a:lnTo>
                  <a:lnTo>
                    <a:pt x="5494666" y="1168907"/>
                  </a:lnTo>
                  <a:lnTo>
                    <a:pt x="5494792" y="1168907"/>
                  </a:lnTo>
                  <a:lnTo>
                    <a:pt x="5494919" y="1168907"/>
                  </a:lnTo>
                  <a:lnTo>
                    <a:pt x="5495045" y="1168907"/>
                  </a:lnTo>
                  <a:lnTo>
                    <a:pt x="5495171" y="1168907"/>
                  </a:lnTo>
                  <a:lnTo>
                    <a:pt x="5495297" y="1168907"/>
                  </a:lnTo>
                  <a:lnTo>
                    <a:pt x="5495424" y="1168907"/>
                  </a:lnTo>
                  <a:lnTo>
                    <a:pt x="5495550" y="1168907"/>
                  </a:lnTo>
                  <a:lnTo>
                    <a:pt x="5495676" y="1168907"/>
                  </a:lnTo>
                  <a:lnTo>
                    <a:pt x="5495802" y="1168907"/>
                  </a:lnTo>
                  <a:lnTo>
                    <a:pt x="5495929" y="1168907"/>
                  </a:lnTo>
                  <a:lnTo>
                    <a:pt x="5496055" y="1168907"/>
                  </a:lnTo>
                  <a:lnTo>
                    <a:pt x="5496181" y="1168907"/>
                  </a:lnTo>
                  <a:lnTo>
                    <a:pt x="5496307" y="1168907"/>
                  </a:lnTo>
                  <a:lnTo>
                    <a:pt x="5496434" y="1168907"/>
                  </a:lnTo>
                  <a:lnTo>
                    <a:pt x="5496560" y="1168907"/>
                  </a:lnTo>
                  <a:lnTo>
                    <a:pt x="5496686" y="1168907"/>
                  </a:lnTo>
                  <a:lnTo>
                    <a:pt x="5496812" y="1168907"/>
                  </a:lnTo>
                  <a:lnTo>
                    <a:pt x="5496939" y="1168907"/>
                  </a:lnTo>
                  <a:lnTo>
                    <a:pt x="5497065" y="1168907"/>
                  </a:lnTo>
                  <a:lnTo>
                    <a:pt x="5497191" y="1168907"/>
                  </a:lnTo>
                  <a:lnTo>
                    <a:pt x="5497317" y="1168907"/>
                  </a:lnTo>
                  <a:lnTo>
                    <a:pt x="5497444" y="1168907"/>
                  </a:lnTo>
                  <a:lnTo>
                    <a:pt x="5497570" y="1168907"/>
                  </a:lnTo>
                  <a:lnTo>
                    <a:pt x="5497696" y="1168907"/>
                  </a:lnTo>
                  <a:lnTo>
                    <a:pt x="5497822" y="1168907"/>
                  </a:lnTo>
                  <a:lnTo>
                    <a:pt x="5497949" y="1168907"/>
                  </a:lnTo>
                  <a:lnTo>
                    <a:pt x="5498075" y="1168907"/>
                  </a:lnTo>
                  <a:lnTo>
                    <a:pt x="5498201" y="1168907"/>
                  </a:lnTo>
                  <a:lnTo>
                    <a:pt x="5498327" y="1168907"/>
                  </a:lnTo>
                  <a:lnTo>
                    <a:pt x="5498454" y="1168907"/>
                  </a:lnTo>
                  <a:lnTo>
                    <a:pt x="5498580" y="1168907"/>
                  </a:lnTo>
                  <a:lnTo>
                    <a:pt x="5498706" y="1168907"/>
                  </a:lnTo>
                  <a:lnTo>
                    <a:pt x="5498832" y="1168907"/>
                  </a:lnTo>
                  <a:lnTo>
                    <a:pt x="5498959" y="1168907"/>
                  </a:lnTo>
                  <a:lnTo>
                    <a:pt x="5499085" y="1168907"/>
                  </a:lnTo>
                  <a:lnTo>
                    <a:pt x="5499211" y="1168907"/>
                  </a:lnTo>
                  <a:lnTo>
                    <a:pt x="5499337" y="1168907"/>
                  </a:lnTo>
                  <a:lnTo>
                    <a:pt x="5499464" y="1168907"/>
                  </a:lnTo>
                  <a:lnTo>
                    <a:pt x="5499590" y="1168907"/>
                  </a:lnTo>
                  <a:lnTo>
                    <a:pt x="5499716" y="1168907"/>
                  </a:lnTo>
                  <a:lnTo>
                    <a:pt x="5499842" y="1168907"/>
                  </a:lnTo>
                  <a:lnTo>
                    <a:pt x="5499969" y="1168907"/>
                  </a:lnTo>
                  <a:lnTo>
                    <a:pt x="5500095" y="1168907"/>
                  </a:lnTo>
                  <a:lnTo>
                    <a:pt x="5500221" y="1168907"/>
                  </a:lnTo>
                  <a:lnTo>
                    <a:pt x="5500348" y="1168907"/>
                  </a:lnTo>
                  <a:lnTo>
                    <a:pt x="5500474" y="1168907"/>
                  </a:lnTo>
                  <a:lnTo>
                    <a:pt x="5500600" y="1168907"/>
                  </a:lnTo>
                  <a:lnTo>
                    <a:pt x="5500726" y="1168907"/>
                  </a:lnTo>
                  <a:lnTo>
                    <a:pt x="5500853" y="1168907"/>
                  </a:lnTo>
                  <a:lnTo>
                    <a:pt x="5500979" y="1168907"/>
                  </a:lnTo>
                  <a:lnTo>
                    <a:pt x="5501105" y="1168907"/>
                  </a:lnTo>
                  <a:lnTo>
                    <a:pt x="5501231" y="1168907"/>
                  </a:lnTo>
                  <a:lnTo>
                    <a:pt x="5501358" y="1168907"/>
                  </a:lnTo>
                  <a:lnTo>
                    <a:pt x="5501484" y="1168907"/>
                  </a:lnTo>
                  <a:lnTo>
                    <a:pt x="5501610" y="1168907"/>
                  </a:lnTo>
                  <a:lnTo>
                    <a:pt x="5501736" y="1168907"/>
                  </a:lnTo>
                  <a:lnTo>
                    <a:pt x="5501863" y="1168907"/>
                  </a:lnTo>
                  <a:lnTo>
                    <a:pt x="5501989" y="1168907"/>
                  </a:lnTo>
                  <a:lnTo>
                    <a:pt x="5502115" y="1168907"/>
                  </a:lnTo>
                  <a:lnTo>
                    <a:pt x="5502241" y="1168907"/>
                  </a:lnTo>
                  <a:lnTo>
                    <a:pt x="5502368" y="1168907"/>
                  </a:lnTo>
                  <a:lnTo>
                    <a:pt x="5502494" y="1168907"/>
                  </a:lnTo>
                  <a:lnTo>
                    <a:pt x="5502620" y="1168907"/>
                  </a:lnTo>
                  <a:lnTo>
                    <a:pt x="5502746" y="1168907"/>
                  </a:lnTo>
                  <a:lnTo>
                    <a:pt x="5502873" y="1168907"/>
                  </a:lnTo>
                  <a:lnTo>
                    <a:pt x="5502999" y="1168907"/>
                  </a:lnTo>
                  <a:lnTo>
                    <a:pt x="5503125" y="1168907"/>
                  </a:lnTo>
                  <a:lnTo>
                    <a:pt x="5503251" y="1168907"/>
                  </a:lnTo>
                  <a:lnTo>
                    <a:pt x="5503378" y="1168907"/>
                  </a:lnTo>
                  <a:lnTo>
                    <a:pt x="5503504" y="1168907"/>
                  </a:lnTo>
                  <a:lnTo>
                    <a:pt x="5503630" y="1168907"/>
                  </a:lnTo>
                  <a:lnTo>
                    <a:pt x="5503756" y="1168907"/>
                  </a:lnTo>
                  <a:lnTo>
                    <a:pt x="5503883" y="1168907"/>
                  </a:lnTo>
                  <a:lnTo>
                    <a:pt x="5504009" y="1168907"/>
                  </a:lnTo>
                  <a:lnTo>
                    <a:pt x="5504135" y="1168907"/>
                  </a:lnTo>
                  <a:lnTo>
                    <a:pt x="5504261" y="1168907"/>
                  </a:lnTo>
                  <a:lnTo>
                    <a:pt x="5504388" y="1168907"/>
                  </a:lnTo>
                  <a:lnTo>
                    <a:pt x="5504514" y="1168907"/>
                  </a:lnTo>
                  <a:lnTo>
                    <a:pt x="5504640" y="1168907"/>
                  </a:lnTo>
                  <a:lnTo>
                    <a:pt x="5504766" y="1168907"/>
                  </a:lnTo>
                  <a:lnTo>
                    <a:pt x="5504893" y="1168907"/>
                  </a:lnTo>
                  <a:lnTo>
                    <a:pt x="5505019" y="1168907"/>
                  </a:lnTo>
                  <a:lnTo>
                    <a:pt x="5505145" y="1168907"/>
                  </a:lnTo>
                  <a:lnTo>
                    <a:pt x="5505272" y="1168907"/>
                  </a:lnTo>
                  <a:lnTo>
                    <a:pt x="5505398" y="1168907"/>
                  </a:lnTo>
                  <a:lnTo>
                    <a:pt x="5505524" y="1168907"/>
                  </a:lnTo>
                  <a:lnTo>
                    <a:pt x="5505650" y="1168907"/>
                  </a:lnTo>
                  <a:lnTo>
                    <a:pt x="5505777" y="1168907"/>
                  </a:lnTo>
                  <a:lnTo>
                    <a:pt x="5505903" y="1168907"/>
                  </a:lnTo>
                  <a:lnTo>
                    <a:pt x="5506029" y="1168907"/>
                  </a:lnTo>
                  <a:lnTo>
                    <a:pt x="5506155" y="1168907"/>
                  </a:lnTo>
                  <a:lnTo>
                    <a:pt x="5506282" y="1168907"/>
                  </a:lnTo>
                  <a:lnTo>
                    <a:pt x="5506408" y="1168907"/>
                  </a:lnTo>
                  <a:lnTo>
                    <a:pt x="5506534" y="1168907"/>
                  </a:lnTo>
                  <a:lnTo>
                    <a:pt x="5506660" y="1168907"/>
                  </a:lnTo>
                  <a:lnTo>
                    <a:pt x="5506787" y="1168907"/>
                  </a:lnTo>
                  <a:lnTo>
                    <a:pt x="5506913" y="1168907"/>
                  </a:lnTo>
                  <a:lnTo>
                    <a:pt x="5507039" y="1168907"/>
                  </a:lnTo>
                  <a:lnTo>
                    <a:pt x="5507165" y="1168907"/>
                  </a:lnTo>
                  <a:lnTo>
                    <a:pt x="5507292" y="1168907"/>
                  </a:lnTo>
                  <a:lnTo>
                    <a:pt x="5507418" y="1168907"/>
                  </a:lnTo>
                  <a:lnTo>
                    <a:pt x="5507544" y="1168907"/>
                  </a:lnTo>
                  <a:lnTo>
                    <a:pt x="5507544" y="1163995"/>
                  </a:lnTo>
                  <a:lnTo>
                    <a:pt x="5507670" y="1163995"/>
                  </a:lnTo>
                  <a:lnTo>
                    <a:pt x="5507797" y="1163995"/>
                  </a:lnTo>
                  <a:lnTo>
                    <a:pt x="5507923" y="1163995"/>
                  </a:lnTo>
                  <a:lnTo>
                    <a:pt x="5508049" y="1163995"/>
                  </a:lnTo>
                  <a:lnTo>
                    <a:pt x="5508175" y="1163995"/>
                  </a:lnTo>
                  <a:lnTo>
                    <a:pt x="5508302" y="1163995"/>
                  </a:lnTo>
                  <a:lnTo>
                    <a:pt x="5508428" y="1163995"/>
                  </a:lnTo>
                  <a:lnTo>
                    <a:pt x="5508554" y="1163995"/>
                  </a:lnTo>
                  <a:lnTo>
                    <a:pt x="5508680" y="1163995"/>
                  </a:lnTo>
                  <a:lnTo>
                    <a:pt x="5508807" y="1163995"/>
                  </a:lnTo>
                  <a:lnTo>
                    <a:pt x="5508933" y="1163995"/>
                  </a:lnTo>
                  <a:lnTo>
                    <a:pt x="5509059" y="1163995"/>
                  </a:lnTo>
                  <a:lnTo>
                    <a:pt x="5509059" y="1159084"/>
                  </a:lnTo>
                  <a:lnTo>
                    <a:pt x="5509185" y="1159084"/>
                  </a:lnTo>
                  <a:lnTo>
                    <a:pt x="5509312" y="1159084"/>
                  </a:lnTo>
                  <a:lnTo>
                    <a:pt x="5509438" y="1159084"/>
                  </a:lnTo>
                  <a:lnTo>
                    <a:pt x="5509564" y="1159084"/>
                  </a:lnTo>
                  <a:lnTo>
                    <a:pt x="5509690" y="1159084"/>
                  </a:lnTo>
                  <a:lnTo>
                    <a:pt x="5509817" y="1159084"/>
                  </a:lnTo>
                  <a:lnTo>
                    <a:pt x="5509943" y="1159084"/>
                  </a:lnTo>
                  <a:lnTo>
                    <a:pt x="5509943" y="1154173"/>
                  </a:lnTo>
                  <a:lnTo>
                    <a:pt x="5510069" y="1154173"/>
                  </a:lnTo>
                  <a:lnTo>
                    <a:pt x="5510195" y="1154173"/>
                  </a:lnTo>
                  <a:lnTo>
                    <a:pt x="5510322" y="1154173"/>
                  </a:lnTo>
                  <a:lnTo>
                    <a:pt x="5510448" y="1154173"/>
                  </a:lnTo>
                  <a:lnTo>
                    <a:pt x="5510574" y="1154173"/>
                  </a:lnTo>
                  <a:lnTo>
                    <a:pt x="5510701" y="1154173"/>
                  </a:lnTo>
                  <a:lnTo>
                    <a:pt x="5510827" y="1154173"/>
                  </a:lnTo>
                  <a:lnTo>
                    <a:pt x="5510953" y="1154173"/>
                  </a:lnTo>
                  <a:lnTo>
                    <a:pt x="5511079" y="1154173"/>
                  </a:lnTo>
                  <a:lnTo>
                    <a:pt x="5511206" y="1154173"/>
                  </a:lnTo>
                  <a:lnTo>
                    <a:pt x="5511332" y="1154173"/>
                  </a:lnTo>
                  <a:lnTo>
                    <a:pt x="5511458" y="1154173"/>
                  </a:lnTo>
                  <a:lnTo>
                    <a:pt x="5511584" y="1154173"/>
                  </a:lnTo>
                  <a:lnTo>
                    <a:pt x="5511711" y="1154173"/>
                  </a:lnTo>
                  <a:lnTo>
                    <a:pt x="5511837" y="1154173"/>
                  </a:lnTo>
                  <a:lnTo>
                    <a:pt x="5511963" y="1154173"/>
                  </a:lnTo>
                  <a:lnTo>
                    <a:pt x="5512089" y="1154173"/>
                  </a:lnTo>
                  <a:lnTo>
                    <a:pt x="5512216" y="1154173"/>
                  </a:lnTo>
                  <a:lnTo>
                    <a:pt x="5512342" y="1154173"/>
                  </a:lnTo>
                  <a:lnTo>
                    <a:pt x="5512468" y="1154173"/>
                  </a:lnTo>
                  <a:lnTo>
                    <a:pt x="5512594" y="1154173"/>
                  </a:lnTo>
                  <a:lnTo>
                    <a:pt x="5512721" y="1154173"/>
                  </a:lnTo>
                  <a:lnTo>
                    <a:pt x="5512847" y="1154173"/>
                  </a:lnTo>
                  <a:lnTo>
                    <a:pt x="5512973" y="1154173"/>
                  </a:lnTo>
                  <a:lnTo>
                    <a:pt x="5513099" y="1154173"/>
                  </a:lnTo>
                  <a:lnTo>
                    <a:pt x="5513226" y="1154173"/>
                  </a:lnTo>
                  <a:lnTo>
                    <a:pt x="5513352" y="1154173"/>
                  </a:lnTo>
                  <a:lnTo>
                    <a:pt x="5513478" y="1154173"/>
                  </a:lnTo>
                  <a:lnTo>
                    <a:pt x="5513604" y="1154173"/>
                  </a:lnTo>
                  <a:lnTo>
                    <a:pt x="5513731" y="1154173"/>
                  </a:lnTo>
                  <a:lnTo>
                    <a:pt x="5513857" y="1154173"/>
                  </a:lnTo>
                  <a:lnTo>
                    <a:pt x="5513983" y="1154173"/>
                  </a:lnTo>
                  <a:lnTo>
                    <a:pt x="5514109" y="1154173"/>
                  </a:lnTo>
                  <a:lnTo>
                    <a:pt x="5514236" y="1154173"/>
                  </a:lnTo>
                  <a:lnTo>
                    <a:pt x="5514362" y="1154173"/>
                  </a:lnTo>
                  <a:lnTo>
                    <a:pt x="5514488" y="1154173"/>
                  </a:lnTo>
                  <a:lnTo>
                    <a:pt x="5514614" y="1154173"/>
                  </a:lnTo>
                  <a:lnTo>
                    <a:pt x="5514741" y="1154173"/>
                  </a:lnTo>
                  <a:lnTo>
                    <a:pt x="5514867" y="1154173"/>
                  </a:lnTo>
                  <a:lnTo>
                    <a:pt x="5514993" y="1154173"/>
                  </a:lnTo>
                  <a:lnTo>
                    <a:pt x="5515119" y="1154173"/>
                  </a:lnTo>
                  <a:lnTo>
                    <a:pt x="5515246" y="1154173"/>
                  </a:lnTo>
                  <a:lnTo>
                    <a:pt x="5515372" y="1154173"/>
                  </a:lnTo>
                  <a:lnTo>
                    <a:pt x="5515498" y="1154173"/>
                  </a:lnTo>
                  <a:lnTo>
                    <a:pt x="5515625" y="1154173"/>
                  </a:lnTo>
                  <a:lnTo>
                    <a:pt x="5515751" y="1154173"/>
                  </a:lnTo>
                  <a:lnTo>
                    <a:pt x="5515877" y="1154173"/>
                  </a:lnTo>
                  <a:lnTo>
                    <a:pt x="5516003" y="1154173"/>
                  </a:lnTo>
                  <a:lnTo>
                    <a:pt x="5516130" y="1154173"/>
                  </a:lnTo>
                  <a:lnTo>
                    <a:pt x="5516256" y="1154173"/>
                  </a:lnTo>
                  <a:lnTo>
                    <a:pt x="5516382" y="1154173"/>
                  </a:lnTo>
                  <a:lnTo>
                    <a:pt x="5516508" y="1154173"/>
                  </a:lnTo>
                  <a:lnTo>
                    <a:pt x="5516635" y="1154173"/>
                  </a:lnTo>
                  <a:lnTo>
                    <a:pt x="5516761" y="1154173"/>
                  </a:lnTo>
                  <a:lnTo>
                    <a:pt x="5516887" y="1154173"/>
                  </a:lnTo>
                  <a:lnTo>
                    <a:pt x="5517013" y="1154173"/>
                  </a:lnTo>
                  <a:lnTo>
                    <a:pt x="5517140" y="1154173"/>
                  </a:lnTo>
                  <a:lnTo>
                    <a:pt x="5517266" y="1154173"/>
                  </a:lnTo>
                  <a:lnTo>
                    <a:pt x="5517392" y="1154173"/>
                  </a:lnTo>
                  <a:lnTo>
                    <a:pt x="5517518" y="1154173"/>
                  </a:lnTo>
                  <a:lnTo>
                    <a:pt x="5517645" y="1154173"/>
                  </a:lnTo>
                  <a:lnTo>
                    <a:pt x="5517771" y="1154173"/>
                  </a:lnTo>
                  <a:lnTo>
                    <a:pt x="5517897" y="1154173"/>
                  </a:lnTo>
                  <a:lnTo>
                    <a:pt x="5518023" y="1154173"/>
                  </a:lnTo>
                  <a:lnTo>
                    <a:pt x="5518150" y="1154173"/>
                  </a:lnTo>
                  <a:lnTo>
                    <a:pt x="5518276" y="1154173"/>
                  </a:lnTo>
                  <a:lnTo>
                    <a:pt x="5518402" y="1154173"/>
                  </a:lnTo>
                  <a:lnTo>
                    <a:pt x="5518528" y="1154173"/>
                  </a:lnTo>
                  <a:lnTo>
                    <a:pt x="5518655" y="1154173"/>
                  </a:lnTo>
                  <a:lnTo>
                    <a:pt x="5518781" y="1154173"/>
                  </a:lnTo>
                  <a:lnTo>
                    <a:pt x="5518907" y="1154173"/>
                  </a:lnTo>
                  <a:lnTo>
                    <a:pt x="5519033" y="1154173"/>
                  </a:lnTo>
                  <a:lnTo>
                    <a:pt x="5519160" y="1154173"/>
                  </a:lnTo>
                  <a:lnTo>
                    <a:pt x="5519286" y="1154173"/>
                  </a:lnTo>
                  <a:lnTo>
                    <a:pt x="5519412" y="1154173"/>
                  </a:lnTo>
                  <a:lnTo>
                    <a:pt x="5519538" y="1154173"/>
                  </a:lnTo>
                  <a:lnTo>
                    <a:pt x="5519665" y="1154173"/>
                  </a:lnTo>
                  <a:lnTo>
                    <a:pt x="5519791" y="1154173"/>
                  </a:lnTo>
                  <a:lnTo>
                    <a:pt x="5519917" y="1154173"/>
                  </a:lnTo>
                  <a:lnTo>
                    <a:pt x="5520043" y="1154173"/>
                  </a:lnTo>
                  <a:lnTo>
                    <a:pt x="5520170" y="1154173"/>
                  </a:lnTo>
                  <a:lnTo>
                    <a:pt x="5520296" y="1154173"/>
                  </a:lnTo>
                  <a:lnTo>
                    <a:pt x="5520422" y="1154173"/>
                  </a:lnTo>
                  <a:lnTo>
                    <a:pt x="5520548" y="1154173"/>
                  </a:lnTo>
                  <a:lnTo>
                    <a:pt x="5520675" y="1154173"/>
                  </a:lnTo>
                  <a:lnTo>
                    <a:pt x="5520801" y="1154173"/>
                  </a:lnTo>
                  <a:lnTo>
                    <a:pt x="5520927" y="1154173"/>
                  </a:lnTo>
                  <a:lnTo>
                    <a:pt x="5521054" y="1154173"/>
                  </a:lnTo>
                  <a:lnTo>
                    <a:pt x="5521180" y="1154173"/>
                  </a:lnTo>
                  <a:lnTo>
                    <a:pt x="5521306" y="1154173"/>
                  </a:lnTo>
                  <a:lnTo>
                    <a:pt x="5521432" y="1154173"/>
                  </a:lnTo>
                  <a:lnTo>
                    <a:pt x="5521559" y="1154173"/>
                  </a:lnTo>
                  <a:lnTo>
                    <a:pt x="5521685" y="1154173"/>
                  </a:lnTo>
                  <a:lnTo>
                    <a:pt x="5521811" y="1154173"/>
                  </a:lnTo>
                  <a:lnTo>
                    <a:pt x="5521937" y="1154173"/>
                  </a:lnTo>
                  <a:lnTo>
                    <a:pt x="5522064" y="1154173"/>
                  </a:lnTo>
                  <a:lnTo>
                    <a:pt x="5522190" y="1154173"/>
                  </a:lnTo>
                  <a:lnTo>
                    <a:pt x="5522316" y="1154173"/>
                  </a:lnTo>
                  <a:lnTo>
                    <a:pt x="5522442" y="1154173"/>
                  </a:lnTo>
                  <a:lnTo>
                    <a:pt x="5522569" y="1154173"/>
                  </a:lnTo>
                  <a:lnTo>
                    <a:pt x="5522695" y="1154173"/>
                  </a:lnTo>
                  <a:lnTo>
                    <a:pt x="5522821" y="1154173"/>
                  </a:lnTo>
                  <a:lnTo>
                    <a:pt x="5522947" y="1154173"/>
                  </a:lnTo>
                  <a:lnTo>
                    <a:pt x="5523074" y="1154173"/>
                  </a:lnTo>
                  <a:lnTo>
                    <a:pt x="5523200" y="1154173"/>
                  </a:lnTo>
                  <a:lnTo>
                    <a:pt x="5523326" y="1154173"/>
                  </a:lnTo>
                  <a:lnTo>
                    <a:pt x="5523452" y="1154173"/>
                  </a:lnTo>
                  <a:lnTo>
                    <a:pt x="5523579" y="1154173"/>
                  </a:lnTo>
                  <a:lnTo>
                    <a:pt x="5523705" y="1154173"/>
                  </a:lnTo>
                  <a:lnTo>
                    <a:pt x="5523831" y="1154173"/>
                  </a:lnTo>
                  <a:lnTo>
                    <a:pt x="5523957" y="1154173"/>
                  </a:lnTo>
                  <a:lnTo>
                    <a:pt x="5524084" y="1154173"/>
                  </a:lnTo>
                  <a:lnTo>
                    <a:pt x="5524210" y="1154173"/>
                  </a:lnTo>
                  <a:lnTo>
                    <a:pt x="5524336" y="1154173"/>
                  </a:lnTo>
                  <a:lnTo>
                    <a:pt x="5524462" y="1154173"/>
                  </a:lnTo>
                  <a:lnTo>
                    <a:pt x="5524589" y="1154173"/>
                  </a:lnTo>
                  <a:lnTo>
                    <a:pt x="5524715" y="1154173"/>
                  </a:lnTo>
                  <a:lnTo>
                    <a:pt x="5524841" y="1154173"/>
                  </a:lnTo>
                  <a:lnTo>
                    <a:pt x="5524967" y="1154173"/>
                  </a:lnTo>
                  <a:lnTo>
                    <a:pt x="5525094" y="1154173"/>
                  </a:lnTo>
                  <a:lnTo>
                    <a:pt x="5525220" y="1154173"/>
                  </a:lnTo>
                  <a:lnTo>
                    <a:pt x="5525346" y="1154173"/>
                  </a:lnTo>
                  <a:lnTo>
                    <a:pt x="5525472" y="1154173"/>
                  </a:lnTo>
                  <a:lnTo>
                    <a:pt x="5525599" y="1154173"/>
                  </a:lnTo>
                  <a:lnTo>
                    <a:pt x="5525725" y="1154173"/>
                  </a:lnTo>
                  <a:lnTo>
                    <a:pt x="5525851" y="1154173"/>
                  </a:lnTo>
                  <a:lnTo>
                    <a:pt x="5525978" y="1154173"/>
                  </a:lnTo>
                  <a:lnTo>
                    <a:pt x="5526104" y="1154173"/>
                  </a:lnTo>
                  <a:lnTo>
                    <a:pt x="5526230" y="1154173"/>
                  </a:lnTo>
                  <a:lnTo>
                    <a:pt x="5526356" y="1154173"/>
                  </a:lnTo>
                  <a:lnTo>
                    <a:pt x="5526483" y="1154173"/>
                  </a:lnTo>
                  <a:lnTo>
                    <a:pt x="5526609" y="1154173"/>
                  </a:lnTo>
                  <a:lnTo>
                    <a:pt x="5526735" y="1154173"/>
                  </a:lnTo>
                  <a:lnTo>
                    <a:pt x="5526861" y="1154173"/>
                  </a:lnTo>
                  <a:lnTo>
                    <a:pt x="5526988" y="1154173"/>
                  </a:lnTo>
                  <a:lnTo>
                    <a:pt x="5527114" y="1154173"/>
                  </a:lnTo>
                  <a:lnTo>
                    <a:pt x="5527240" y="1154173"/>
                  </a:lnTo>
                  <a:lnTo>
                    <a:pt x="5527366" y="1154173"/>
                  </a:lnTo>
                  <a:lnTo>
                    <a:pt x="5527493" y="1154173"/>
                  </a:lnTo>
                  <a:lnTo>
                    <a:pt x="5527619" y="1154173"/>
                  </a:lnTo>
                  <a:lnTo>
                    <a:pt x="5527745" y="1154173"/>
                  </a:lnTo>
                  <a:lnTo>
                    <a:pt x="5527871" y="1154173"/>
                  </a:lnTo>
                  <a:lnTo>
                    <a:pt x="5527998" y="1154173"/>
                  </a:lnTo>
                  <a:lnTo>
                    <a:pt x="5528124" y="1154173"/>
                  </a:lnTo>
                  <a:lnTo>
                    <a:pt x="5528250" y="1154173"/>
                  </a:lnTo>
                  <a:lnTo>
                    <a:pt x="5528376" y="1154173"/>
                  </a:lnTo>
                  <a:lnTo>
                    <a:pt x="5528503" y="1154173"/>
                  </a:lnTo>
                  <a:lnTo>
                    <a:pt x="5528629" y="1154173"/>
                  </a:lnTo>
                  <a:lnTo>
                    <a:pt x="5528755" y="1154173"/>
                  </a:lnTo>
                  <a:lnTo>
                    <a:pt x="5528881" y="1154173"/>
                  </a:lnTo>
                  <a:lnTo>
                    <a:pt x="5529008" y="1154173"/>
                  </a:lnTo>
                  <a:lnTo>
                    <a:pt x="5529134" y="1154173"/>
                  </a:lnTo>
                  <a:lnTo>
                    <a:pt x="5529260" y="1154173"/>
                  </a:lnTo>
                  <a:lnTo>
                    <a:pt x="5529386" y="1154173"/>
                  </a:lnTo>
                  <a:lnTo>
                    <a:pt x="5529513" y="1154173"/>
                  </a:lnTo>
                  <a:lnTo>
                    <a:pt x="5529639" y="1154173"/>
                  </a:lnTo>
                  <a:lnTo>
                    <a:pt x="5529765" y="1154173"/>
                  </a:lnTo>
                  <a:lnTo>
                    <a:pt x="5529891" y="1154173"/>
                  </a:lnTo>
                  <a:lnTo>
                    <a:pt x="5530018" y="1154173"/>
                  </a:lnTo>
                  <a:lnTo>
                    <a:pt x="5530144" y="1154173"/>
                  </a:lnTo>
                  <a:lnTo>
                    <a:pt x="5530270" y="1154173"/>
                  </a:lnTo>
                  <a:lnTo>
                    <a:pt x="5530396" y="1154173"/>
                  </a:lnTo>
                  <a:lnTo>
                    <a:pt x="5530523" y="1154173"/>
                  </a:lnTo>
                  <a:lnTo>
                    <a:pt x="5530649" y="1154173"/>
                  </a:lnTo>
                  <a:lnTo>
                    <a:pt x="5530775" y="1154173"/>
                  </a:lnTo>
                  <a:lnTo>
                    <a:pt x="5530902" y="1154173"/>
                  </a:lnTo>
                  <a:lnTo>
                    <a:pt x="5531028" y="1154173"/>
                  </a:lnTo>
                  <a:lnTo>
                    <a:pt x="5531154" y="1154173"/>
                  </a:lnTo>
                  <a:lnTo>
                    <a:pt x="5531280" y="1154173"/>
                  </a:lnTo>
                  <a:lnTo>
                    <a:pt x="5531407" y="1154173"/>
                  </a:lnTo>
                  <a:lnTo>
                    <a:pt x="5531533" y="1154173"/>
                  </a:lnTo>
                  <a:lnTo>
                    <a:pt x="5531659" y="1154173"/>
                  </a:lnTo>
                  <a:lnTo>
                    <a:pt x="5531785" y="1154173"/>
                  </a:lnTo>
                  <a:lnTo>
                    <a:pt x="5531912" y="1154173"/>
                  </a:lnTo>
                  <a:lnTo>
                    <a:pt x="5532038" y="1154173"/>
                  </a:lnTo>
                  <a:lnTo>
                    <a:pt x="5532038" y="1149261"/>
                  </a:lnTo>
                  <a:lnTo>
                    <a:pt x="5532164" y="1149261"/>
                  </a:lnTo>
                  <a:lnTo>
                    <a:pt x="5532290" y="1149261"/>
                  </a:lnTo>
                  <a:lnTo>
                    <a:pt x="5532417" y="1149261"/>
                  </a:lnTo>
                  <a:lnTo>
                    <a:pt x="5532543" y="1149261"/>
                  </a:lnTo>
                  <a:lnTo>
                    <a:pt x="5532669" y="1149261"/>
                  </a:lnTo>
                  <a:lnTo>
                    <a:pt x="5532795" y="1149261"/>
                  </a:lnTo>
                  <a:lnTo>
                    <a:pt x="5532922" y="1149261"/>
                  </a:lnTo>
                  <a:lnTo>
                    <a:pt x="5533048" y="1149261"/>
                  </a:lnTo>
                  <a:lnTo>
                    <a:pt x="5533174" y="1149261"/>
                  </a:lnTo>
                  <a:lnTo>
                    <a:pt x="5533300" y="1149261"/>
                  </a:lnTo>
                  <a:lnTo>
                    <a:pt x="5533427" y="1149261"/>
                  </a:lnTo>
                  <a:lnTo>
                    <a:pt x="5533553" y="1149261"/>
                  </a:lnTo>
                  <a:lnTo>
                    <a:pt x="5533679" y="1149261"/>
                  </a:lnTo>
                  <a:lnTo>
                    <a:pt x="5533805" y="1149261"/>
                  </a:lnTo>
                  <a:lnTo>
                    <a:pt x="5533932" y="1149261"/>
                  </a:lnTo>
                  <a:lnTo>
                    <a:pt x="5534058" y="1149261"/>
                  </a:lnTo>
                  <a:lnTo>
                    <a:pt x="5534184" y="1149261"/>
                  </a:lnTo>
                  <a:lnTo>
                    <a:pt x="5534310" y="1149261"/>
                  </a:lnTo>
                  <a:lnTo>
                    <a:pt x="5534437" y="1149261"/>
                  </a:lnTo>
                  <a:lnTo>
                    <a:pt x="5534563" y="1149261"/>
                  </a:lnTo>
                  <a:lnTo>
                    <a:pt x="5534689" y="1149261"/>
                  </a:lnTo>
                  <a:lnTo>
                    <a:pt x="5534815" y="1149261"/>
                  </a:lnTo>
                  <a:lnTo>
                    <a:pt x="5534942" y="1149261"/>
                  </a:lnTo>
                  <a:lnTo>
                    <a:pt x="5535068" y="1149261"/>
                  </a:lnTo>
                  <a:lnTo>
                    <a:pt x="5535194" y="1149261"/>
                  </a:lnTo>
                  <a:lnTo>
                    <a:pt x="5535320" y="1149261"/>
                  </a:lnTo>
                  <a:lnTo>
                    <a:pt x="5535447" y="1149261"/>
                  </a:lnTo>
                  <a:lnTo>
                    <a:pt x="5535573" y="1149261"/>
                  </a:lnTo>
                  <a:lnTo>
                    <a:pt x="5535699" y="1149261"/>
                  </a:lnTo>
                  <a:lnTo>
                    <a:pt x="5535825" y="1149261"/>
                  </a:lnTo>
                  <a:lnTo>
                    <a:pt x="5535952" y="1149261"/>
                  </a:lnTo>
                  <a:lnTo>
                    <a:pt x="5536078" y="1149261"/>
                  </a:lnTo>
                  <a:lnTo>
                    <a:pt x="5536204" y="1149261"/>
                  </a:lnTo>
                  <a:lnTo>
                    <a:pt x="5536331" y="1149261"/>
                  </a:lnTo>
                  <a:lnTo>
                    <a:pt x="5536457" y="1149261"/>
                  </a:lnTo>
                  <a:lnTo>
                    <a:pt x="5536583" y="1149261"/>
                  </a:lnTo>
                  <a:lnTo>
                    <a:pt x="5536709" y="1149261"/>
                  </a:lnTo>
                  <a:lnTo>
                    <a:pt x="5536836" y="1149261"/>
                  </a:lnTo>
                  <a:lnTo>
                    <a:pt x="5536962" y="1149261"/>
                  </a:lnTo>
                  <a:lnTo>
                    <a:pt x="5537088" y="1149261"/>
                  </a:lnTo>
                  <a:lnTo>
                    <a:pt x="5537214" y="1149261"/>
                  </a:lnTo>
                  <a:lnTo>
                    <a:pt x="5537341" y="1149261"/>
                  </a:lnTo>
                  <a:lnTo>
                    <a:pt x="5537467" y="1149261"/>
                  </a:lnTo>
                  <a:lnTo>
                    <a:pt x="5537593" y="1149261"/>
                  </a:lnTo>
                  <a:lnTo>
                    <a:pt x="5537719" y="1149261"/>
                  </a:lnTo>
                  <a:lnTo>
                    <a:pt x="5537846" y="1149261"/>
                  </a:lnTo>
                  <a:lnTo>
                    <a:pt x="5537972" y="1149261"/>
                  </a:lnTo>
                  <a:lnTo>
                    <a:pt x="5538098" y="1149261"/>
                  </a:lnTo>
                  <a:lnTo>
                    <a:pt x="5538224" y="1149261"/>
                  </a:lnTo>
                  <a:lnTo>
                    <a:pt x="5538351" y="1149261"/>
                  </a:lnTo>
                  <a:lnTo>
                    <a:pt x="5538477" y="1149261"/>
                  </a:lnTo>
                  <a:lnTo>
                    <a:pt x="5538603" y="1149261"/>
                  </a:lnTo>
                  <a:lnTo>
                    <a:pt x="5538729" y="1149261"/>
                  </a:lnTo>
                  <a:lnTo>
                    <a:pt x="5538856" y="1149261"/>
                  </a:lnTo>
                  <a:lnTo>
                    <a:pt x="5538982" y="1149261"/>
                  </a:lnTo>
                  <a:lnTo>
                    <a:pt x="5539108" y="1149261"/>
                  </a:lnTo>
                  <a:lnTo>
                    <a:pt x="5539234" y="1149261"/>
                  </a:lnTo>
                  <a:lnTo>
                    <a:pt x="5539361" y="1149261"/>
                  </a:lnTo>
                  <a:lnTo>
                    <a:pt x="5539487" y="1149261"/>
                  </a:lnTo>
                  <a:lnTo>
                    <a:pt x="5539613" y="1149261"/>
                  </a:lnTo>
                  <a:lnTo>
                    <a:pt x="5539739" y="1149261"/>
                  </a:lnTo>
                  <a:lnTo>
                    <a:pt x="5539866" y="1149261"/>
                  </a:lnTo>
                  <a:lnTo>
                    <a:pt x="5539992" y="1149261"/>
                  </a:lnTo>
                  <a:lnTo>
                    <a:pt x="5540118" y="1149261"/>
                  </a:lnTo>
                  <a:lnTo>
                    <a:pt x="5540244" y="1149261"/>
                  </a:lnTo>
                  <a:lnTo>
                    <a:pt x="5540371" y="1149261"/>
                  </a:lnTo>
                  <a:lnTo>
                    <a:pt x="5540497" y="1149261"/>
                  </a:lnTo>
                  <a:lnTo>
                    <a:pt x="5540623" y="1149261"/>
                  </a:lnTo>
                  <a:lnTo>
                    <a:pt x="5540749" y="1149261"/>
                  </a:lnTo>
                  <a:lnTo>
                    <a:pt x="5540876" y="1149261"/>
                  </a:lnTo>
                  <a:lnTo>
                    <a:pt x="5541002" y="1149261"/>
                  </a:lnTo>
                  <a:lnTo>
                    <a:pt x="5541128" y="1149261"/>
                  </a:lnTo>
                  <a:lnTo>
                    <a:pt x="5541255" y="1149261"/>
                  </a:lnTo>
                  <a:lnTo>
                    <a:pt x="5541381" y="1149261"/>
                  </a:lnTo>
                  <a:lnTo>
                    <a:pt x="5541507" y="1149261"/>
                  </a:lnTo>
                  <a:lnTo>
                    <a:pt x="5541633" y="1149261"/>
                  </a:lnTo>
                  <a:lnTo>
                    <a:pt x="5541760" y="1149261"/>
                  </a:lnTo>
                  <a:lnTo>
                    <a:pt x="5541886" y="1149261"/>
                  </a:lnTo>
                  <a:lnTo>
                    <a:pt x="5542012" y="1149261"/>
                  </a:lnTo>
                  <a:lnTo>
                    <a:pt x="5542138" y="1149261"/>
                  </a:lnTo>
                  <a:lnTo>
                    <a:pt x="5542265" y="1149261"/>
                  </a:lnTo>
                  <a:lnTo>
                    <a:pt x="5542391" y="1149261"/>
                  </a:lnTo>
                  <a:lnTo>
                    <a:pt x="5542517" y="1149261"/>
                  </a:lnTo>
                  <a:lnTo>
                    <a:pt x="5542643" y="1149261"/>
                  </a:lnTo>
                  <a:lnTo>
                    <a:pt x="5542770" y="1149261"/>
                  </a:lnTo>
                  <a:lnTo>
                    <a:pt x="5542896" y="1149261"/>
                  </a:lnTo>
                  <a:lnTo>
                    <a:pt x="5543022" y="1149261"/>
                  </a:lnTo>
                  <a:lnTo>
                    <a:pt x="5543148" y="1149261"/>
                  </a:lnTo>
                  <a:lnTo>
                    <a:pt x="5543275" y="1149261"/>
                  </a:lnTo>
                  <a:lnTo>
                    <a:pt x="5543401" y="1149261"/>
                  </a:lnTo>
                  <a:lnTo>
                    <a:pt x="5543527" y="1149261"/>
                  </a:lnTo>
                  <a:lnTo>
                    <a:pt x="5543653" y="1149261"/>
                  </a:lnTo>
                  <a:lnTo>
                    <a:pt x="5543780" y="1149261"/>
                  </a:lnTo>
                  <a:lnTo>
                    <a:pt x="5543906" y="1149261"/>
                  </a:lnTo>
                  <a:lnTo>
                    <a:pt x="5544032" y="1149261"/>
                  </a:lnTo>
                  <a:lnTo>
                    <a:pt x="5544158" y="1149261"/>
                  </a:lnTo>
                  <a:lnTo>
                    <a:pt x="5544285" y="1149261"/>
                  </a:lnTo>
                  <a:lnTo>
                    <a:pt x="5544411" y="1149261"/>
                  </a:lnTo>
                  <a:lnTo>
                    <a:pt x="5544537" y="1149261"/>
                  </a:lnTo>
                  <a:lnTo>
                    <a:pt x="5544663" y="1149261"/>
                  </a:lnTo>
                  <a:lnTo>
                    <a:pt x="5544790" y="1149261"/>
                  </a:lnTo>
                  <a:lnTo>
                    <a:pt x="5544916" y="1149261"/>
                  </a:lnTo>
                  <a:lnTo>
                    <a:pt x="5545042" y="1149261"/>
                  </a:lnTo>
                  <a:lnTo>
                    <a:pt x="5545168" y="1149261"/>
                  </a:lnTo>
                  <a:lnTo>
                    <a:pt x="5545295" y="1149261"/>
                  </a:lnTo>
                  <a:lnTo>
                    <a:pt x="5545421" y="1149261"/>
                  </a:lnTo>
                  <a:lnTo>
                    <a:pt x="5545547" y="1149261"/>
                  </a:lnTo>
                  <a:lnTo>
                    <a:pt x="5545673" y="1149261"/>
                  </a:lnTo>
                  <a:lnTo>
                    <a:pt x="5545800" y="1149261"/>
                  </a:lnTo>
                  <a:lnTo>
                    <a:pt x="5545926" y="1149261"/>
                  </a:lnTo>
                  <a:lnTo>
                    <a:pt x="5546052" y="1149261"/>
                  </a:lnTo>
                  <a:lnTo>
                    <a:pt x="5546178" y="1149261"/>
                  </a:lnTo>
                  <a:lnTo>
                    <a:pt x="5546305" y="1149261"/>
                  </a:lnTo>
                  <a:lnTo>
                    <a:pt x="5546431" y="1149261"/>
                  </a:lnTo>
                  <a:lnTo>
                    <a:pt x="5546557" y="1149261"/>
                  </a:lnTo>
                  <a:lnTo>
                    <a:pt x="5546684" y="1149261"/>
                  </a:lnTo>
                  <a:lnTo>
                    <a:pt x="5546810" y="1149261"/>
                  </a:lnTo>
                  <a:lnTo>
                    <a:pt x="5546936" y="1149261"/>
                  </a:lnTo>
                  <a:lnTo>
                    <a:pt x="5547062" y="1149261"/>
                  </a:lnTo>
                  <a:lnTo>
                    <a:pt x="5547189" y="1149261"/>
                  </a:lnTo>
                  <a:lnTo>
                    <a:pt x="5547315" y="1149261"/>
                  </a:lnTo>
                  <a:lnTo>
                    <a:pt x="5547441" y="1149261"/>
                  </a:lnTo>
                  <a:lnTo>
                    <a:pt x="5547567" y="1149261"/>
                  </a:lnTo>
                  <a:lnTo>
                    <a:pt x="5547694" y="1149261"/>
                  </a:lnTo>
                  <a:lnTo>
                    <a:pt x="5547820" y="1149261"/>
                  </a:lnTo>
                  <a:lnTo>
                    <a:pt x="5547946" y="1149261"/>
                  </a:lnTo>
                  <a:lnTo>
                    <a:pt x="5548072" y="1149261"/>
                  </a:lnTo>
                  <a:lnTo>
                    <a:pt x="5548199" y="1149261"/>
                  </a:lnTo>
                  <a:lnTo>
                    <a:pt x="5548325" y="1149261"/>
                  </a:lnTo>
                  <a:lnTo>
                    <a:pt x="5548451" y="1149261"/>
                  </a:lnTo>
                  <a:lnTo>
                    <a:pt x="5548577" y="1149261"/>
                  </a:lnTo>
                  <a:lnTo>
                    <a:pt x="5548704" y="1149261"/>
                  </a:lnTo>
                  <a:lnTo>
                    <a:pt x="5548830" y="1149261"/>
                  </a:lnTo>
                  <a:lnTo>
                    <a:pt x="5548956" y="1149261"/>
                  </a:lnTo>
                  <a:lnTo>
                    <a:pt x="5549082" y="1149261"/>
                  </a:lnTo>
                  <a:lnTo>
                    <a:pt x="5549209" y="1149261"/>
                  </a:lnTo>
                  <a:lnTo>
                    <a:pt x="5549335" y="1149261"/>
                  </a:lnTo>
                  <a:lnTo>
                    <a:pt x="5549461" y="1149261"/>
                  </a:lnTo>
                  <a:lnTo>
                    <a:pt x="5549587" y="1149261"/>
                  </a:lnTo>
                  <a:lnTo>
                    <a:pt x="5549714" y="1149261"/>
                  </a:lnTo>
                  <a:lnTo>
                    <a:pt x="5549840" y="1149261"/>
                  </a:lnTo>
                  <a:lnTo>
                    <a:pt x="5549966" y="1149261"/>
                  </a:lnTo>
                  <a:lnTo>
                    <a:pt x="5550092" y="1149261"/>
                  </a:lnTo>
                  <a:lnTo>
                    <a:pt x="5550219" y="1149261"/>
                  </a:lnTo>
                  <a:lnTo>
                    <a:pt x="5550219" y="1144350"/>
                  </a:lnTo>
                  <a:lnTo>
                    <a:pt x="5550345" y="1144350"/>
                  </a:lnTo>
                  <a:lnTo>
                    <a:pt x="5550471" y="1144350"/>
                  </a:lnTo>
                  <a:lnTo>
                    <a:pt x="5550597" y="1144350"/>
                  </a:lnTo>
                  <a:lnTo>
                    <a:pt x="5550724" y="1144350"/>
                  </a:lnTo>
                  <a:lnTo>
                    <a:pt x="5550850" y="1144350"/>
                  </a:lnTo>
                  <a:lnTo>
                    <a:pt x="5550976" y="1144350"/>
                  </a:lnTo>
                  <a:lnTo>
                    <a:pt x="5551102" y="1144350"/>
                  </a:lnTo>
                  <a:lnTo>
                    <a:pt x="5551229" y="1144350"/>
                  </a:lnTo>
                  <a:lnTo>
                    <a:pt x="5551355" y="1144350"/>
                  </a:lnTo>
                  <a:lnTo>
                    <a:pt x="5551481" y="1144350"/>
                  </a:lnTo>
                  <a:lnTo>
                    <a:pt x="5551608" y="1144350"/>
                  </a:lnTo>
                  <a:lnTo>
                    <a:pt x="5551734" y="1144350"/>
                  </a:lnTo>
                  <a:lnTo>
                    <a:pt x="5551860" y="1144350"/>
                  </a:lnTo>
                  <a:lnTo>
                    <a:pt x="5551986" y="1144350"/>
                  </a:lnTo>
                  <a:lnTo>
                    <a:pt x="5552113" y="1144350"/>
                  </a:lnTo>
                  <a:lnTo>
                    <a:pt x="5552239" y="1144350"/>
                  </a:lnTo>
                  <a:lnTo>
                    <a:pt x="5552365" y="1144350"/>
                  </a:lnTo>
                  <a:lnTo>
                    <a:pt x="5552491" y="1144350"/>
                  </a:lnTo>
                  <a:lnTo>
                    <a:pt x="5552618" y="1144350"/>
                  </a:lnTo>
                  <a:lnTo>
                    <a:pt x="5552618" y="1139438"/>
                  </a:lnTo>
                  <a:lnTo>
                    <a:pt x="5552744" y="1139438"/>
                  </a:lnTo>
                  <a:lnTo>
                    <a:pt x="5552870" y="1139438"/>
                  </a:lnTo>
                  <a:lnTo>
                    <a:pt x="5552996" y="1139438"/>
                  </a:lnTo>
                  <a:lnTo>
                    <a:pt x="5553123" y="1139438"/>
                  </a:lnTo>
                  <a:lnTo>
                    <a:pt x="5553249" y="1139438"/>
                  </a:lnTo>
                  <a:lnTo>
                    <a:pt x="5553375" y="1139438"/>
                  </a:lnTo>
                  <a:lnTo>
                    <a:pt x="5553501" y="1139438"/>
                  </a:lnTo>
                  <a:lnTo>
                    <a:pt x="5553628" y="1139438"/>
                  </a:lnTo>
                  <a:lnTo>
                    <a:pt x="5553754" y="1139438"/>
                  </a:lnTo>
                  <a:lnTo>
                    <a:pt x="5553754" y="1134527"/>
                  </a:lnTo>
                  <a:lnTo>
                    <a:pt x="5553880" y="1134527"/>
                  </a:lnTo>
                  <a:lnTo>
                    <a:pt x="5554006" y="1134527"/>
                  </a:lnTo>
                  <a:lnTo>
                    <a:pt x="5554133" y="1134527"/>
                  </a:lnTo>
                  <a:lnTo>
                    <a:pt x="5554259" y="1134527"/>
                  </a:lnTo>
                  <a:lnTo>
                    <a:pt x="5554385" y="1134527"/>
                  </a:lnTo>
                  <a:lnTo>
                    <a:pt x="5554511" y="1134527"/>
                  </a:lnTo>
                  <a:lnTo>
                    <a:pt x="5554638" y="1134527"/>
                  </a:lnTo>
                  <a:lnTo>
                    <a:pt x="5554764" y="1134527"/>
                  </a:lnTo>
                  <a:lnTo>
                    <a:pt x="5554890" y="1134527"/>
                  </a:lnTo>
                  <a:lnTo>
                    <a:pt x="5555016" y="1134527"/>
                  </a:lnTo>
                  <a:lnTo>
                    <a:pt x="5555143" y="1134527"/>
                  </a:lnTo>
                  <a:lnTo>
                    <a:pt x="5555269" y="1134527"/>
                  </a:lnTo>
                  <a:lnTo>
                    <a:pt x="5555395" y="1134527"/>
                  </a:lnTo>
                  <a:lnTo>
                    <a:pt x="5555521" y="1134527"/>
                  </a:lnTo>
                  <a:lnTo>
                    <a:pt x="5555648" y="1134527"/>
                  </a:lnTo>
                  <a:lnTo>
                    <a:pt x="5555648" y="1129616"/>
                  </a:lnTo>
                  <a:lnTo>
                    <a:pt x="5555774" y="1129616"/>
                  </a:lnTo>
                  <a:lnTo>
                    <a:pt x="5555900" y="1129616"/>
                  </a:lnTo>
                  <a:lnTo>
                    <a:pt x="5556026" y="1129616"/>
                  </a:lnTo>
                  <a:lnTo>
                    <a:pt x="5556153" y="1129616"/>
                  </a:lnTo>
                  <a:lnTo>
                    <a:pt x="5556279" y="1129616"/>
                  </a:lnTo>
                  <a:lnTo>
                    <a:pt x="5556405" y="1129616"/>
                  </a:lnTo>
                  <a:lnTo>
                    <a:pt x="5556531" y="1129616"/>
                  </a:lnTo>
                  <a:lnTo>
                    <a:pt x="5556658" y="1129616"/>
                  </a:lnTo>
                  <a:lnTo>
                    <a:pt x="5556784" y="1129616"/>
                  </a:lnTo>
                  <a:lnTo>
                    <a:pt x="5556910" y="1129616"/>
                  </a:lnTo>
                  <a:lnTo>
                    <a:pt x="5556910" y="1124704"/>
                  </a:lnTo>
                  <a:lnTo>
                    <a:pt x="5557037" y="1124704"/>
                  </a:lnTo>
                  <a:lnTo>
                    <a:pt x="5557163" y="1124704"/>
                  </a:lnTo>
                  <a:lnTo>
                    <a:pt x="5557289" y="1124704"/>
                  </a:lnTo>
                  <a:lnTo>
                    <a:pt x="5557415" y="1124704"/>
                  </a:lnTo>
                  <a:lnTo>
                    <a:pt x="5557542" y="1124704"/>
                  </a:lnTo>
                  <a:lnTo>
                    <a:pt x="5557668" y="1124704"/>
                  </a:lnTo>
                  <a:lnTo>
                    <a:pt x="5557794" y="1124704"/>
                  </a:lnTo>
                  <a:lnTo>
                    <a:pt x="5557920" y="1124704"/>
                  </a:lnTo>
                  <a:lnTo>
                    <a:pt x="5558047" y="1124704"/>
                  </a:lnTo>
                  <a:lnTo>
                    <a:pt x="5558173" y="1124704"/>
                  </a:lnTo>
                  <a:lnTo>
                    <a:pt x="5558299" y="1124704"/>
                  </a:lnTo>
                  <a:lnTo>
                    <a:pt x="5558425" y="1124704"/>
                  </a:lnTo>
                  <a:lnTo>
                    <a:pt x="5558552" y="1124704"/>
                  </a:lnTo>
                  <a:lnTo>
                    <a:pt x="5558678" y="1124704"/>
                  </a:lnTo>
                  <a:lnTo>
                    <a:pt x="5558804" y="1124704"/>
                  </a:lnTo>
                  <a:lnTo>
                    <a:pt x="5558930" y="1124704"/>
                  </a:lnTo>
                  <a:lnTo>
                    <a:pt x="5559057" y="1124704"/>
                  </a:lnTo>
                  <a:lnTo>
                    <a:pt x="5559183" y="1124704"/>
                  </a:lnTo>
                  <a:lnTo>
                    <a:pt x="5559309" y="1124704"/>
                  </a:lnTo>
                  <a:lnTo>
                    <a:pt x="5559435" y="1124704"/>
                  </a:lnTo>
                  <a:lnTo>
                    <a:pt x="5559562" y="1124704"/>
                  </a:lnTo>
                  <a:lnTo>
                    <a:pt x="5559688" y="1124704"/>
                  </a:lnTo>
                  <a:lnTo>
                    <a:pt x="5559814" y="1124704"/>
                  </a:lnTo>
                  <a:lnTo>
                    <a:pt x="5559940" y="1124704"/>
                  </a:lnTo>
                  <a:lnTo>
                    <a:pt x="5560067" y="1124704"/>
                  </a:lnTo>
                  <a:lnTo>
                    <a:pt x="5560193" y="1124704"/>
                  </a:lnTo>
                  <a:lnTo>
                    <a:pt x="5560319" y="1124704"/>
                  </a:lnTo>
                  <a:lnTo>
                    <a:pt x="5560445" y="1124704"/>
                  </a:lnTo>
                  <a:lnTo>
                    <a:pt x="5560572" y="1124704"/>
                  </a:lnTo>
                  <a:lnTo>
                    <a:pt x="5560698" y="1124704"/>
                  </a:lnTo>
                  <a:lnTo>
                    <a:pt x="5560824" y="1124704"/>
                  </a:lnTo>
                  <a:lnTo>
                    <a:pt x="5560950" y="1124704"/>
                  </a:lnTo>
                  <a:lnTo>
                    <a:pt x="5561077" y="1124704"/>
                  </a:lnTo>
                  <a:lnTo>
                    <a:pt x="5561203" y="1124704"/>
                  </a:lnTo>
                  <a:lnTo>
                    <a:pt x="5561329" y="1124704"/>
                  </a:lnTo>
                  <a:lnTo>
                    <a:pt x="5561455" y="1124704"/>
                  </a:lnTo>
                  <a:lnTo>
                    <a:pt x="5561582" y="1124704"/>
                  </a:lnTo>
                  <a:lnTo>
                    <a:pt x="5561708" y="1124704"/>
                  </a:lnTo>
                  <a:lnTo>
                    <a:pt x="5561834" y="1124704"/>
                  </a:lnTo>
                  <a:lnTo>
                    <a:pt x="5561961" y="1124704"/>
                  </a:lnTo>
                  <a:lnTo>
                    <a:pt x="5562087" y="1124704"/>
                  </a:lnTo>
                  <a:lnTo>
                    <a:pt x="5562213" y="1124704"/>
                  </a:lnTo>
                  <a:lnTo>
                    <a:pt x="5562339" y="1124704"/>
                  </a:lnTo>
                  <a:lnTo>
                    <a:pt x="5562339" y="1119793"/>
                  </a:lnTo>
                  <a:lnTo>
                    <a:pt x="5562466" y="1119793"/>
                  </a:lnTo>
                  <a:lnTo>
                    <a:pt x="5562592" y="1119793"/>
                  </a:lnTo>
                  <a:lnTo>
                    <a:pt x="5562718" y="1119793"/>
                  </a:lnTo>
                  <a:lnTo>
                    <a:pt x="5562844" y="1119793"/>
                  </a:lnTo>
                  <a:lnTo>
                    <a:pt x="5562971" y="1119793"/>
                  </a:lnTo>
                  <a:lnTo>
                    <a:pt x="5563097" y="1119793"/>
                  </a:lnTo>
                  <a:lnTo>
                    <a:pt x="5563223" y="1119793"/>
                  </a:lnTo>
                  <a:lnTo>
                    <a:pt x="5563349" y="1119793"/>
                  </a:lnTo>
                  <a:lnTo>
                    <a:pt x="5563476" y="1119793"/>
                  </a:lnTo>
                  <a:lnTo>
                    <a:pt x="5563602" y="1119793"/>
                  </a:lnTo>
                  <a:lnTo>
                    <a:pt x="5563728" y="1119793"/>
                  </a:lnTo>
                  <a:lnTo>
                    <a:pt x="5563854" y="1119793"/>
                  </a:lnTo>
                  <a:lnTo>
                    <a:pt x="5563981" y="1119793"/>
                  </a:lnTo>
                  <a:lnTo>
                    <a:pt x="5564107" y="1119793"/>
                  </a:lnTo>
                  <a:lnTo>
                    <a:pt x="5564233" y="1119793"/>
                  </a:lnTo>
                  <a:lnTo>
                    <a:pt x="5564359" y="1119793"/>
                  </a:lnTo>
                  <a:lnTo>
                    <a:pt x="5564486" y="1119793"/>
                  </a:lnTo>
                  <a:lnTo>
                    <a:pt x="5564612" y="1119793"/>
                  </a:lnTo>
                  <a:lnTo>
                    <a:pt x="5564738" y="1119793"/>
                  </a:lnTo>
                  <a:lnTo>
                    <a:pt x="5564864" y="1119793"/>
                  </a:lnTo>
                  <a:lnTo>
                    <a:pt x="5564991" y="1119793"/>
                  </a:lnTo>
                  <a:lnTo>
                    <a:pt x="5565117" y="1119793"/>
                  </a:lnTo>
                  <a:lnTo>
                    <a:pt x="5565243" y="1119793"/>
                  </a:lnTo>
                  <a:lnTo>
                    <a:pt x="5565369" y="1119793"/>
                  </a:lnTo>
                  <a:lnTo>
                    <a:pt x="5565496" y="1119793"/>
                  </a:lnTo>
                  <a:lnTo>
                    <a:pt x="5565622" y="1119793"/>
                  </a:lnTo>
                  <a:lnTo>
                    <a:pt x="5565748" y="1119793"/>
                  </a:lnTo>
                  <a:lnTo>
                    <a:pt x="5565874" y="1119793"/>
                  </a:lnTo>
                  <a:lnTo>
                    <a:pt x="5566001" y="1119793"/>
                  </a:lnTo>
                  <a:lnTo>
                    <a:pt x="5566127" y="1119793"/>
                  </a:lnTo>
                  <a:lnTo>
                    <a:pt x="5566253" y="1119793"/>
                  </a:lnTo>
                  <a:lnTo>
                    <a:pt x="5566379" y="1119793"/>
                  </a:lnTo>
                  <a:lnTo>
                    <a:pt x="5566506" y="1119793"/>
                  </a:lnTo>
                  <a:lnTo>
                    <a:pt x="5566632" y="1119793"/>
                  </a:lnTo>
                  <a:lnTo>
                    <a:pt x="5566758" y="1119793"/>
                  </a:lnTo>
                  <a:lnTo>
                    <a:pt x="5566884" y="1119793"/>
                  </a:lnTo>
                  <a:lnTo>
                    <a:pt x="5567011" y="1119793"/>
                  </a:lnTo>
                  <a:lnTo>
                    <a:pt x="5567137" y="1119793"/>
                  </a:lnTo>
                  <a:lnTo>
                    <a:pt x="5567263" y="1119793"/>
                  </a:lnTo>
                  <a:lnTo>
                    <a:pt x="5567263" y="1114882"/>
                  </a:lnTo>
                  <a:lnTo>
                    <a:pt x="5567390" y="1114882"/>
                  </a:lnTo>
                  <a:lnTo>
                    <a:pt x="5567516" y="1114882"/>
                  </a:lnTo>
                  <a:lnTo>
                    <a:pt x="5567642" y="1114882"/>
                  </a:lnTo>
                  <a:lnTo>
                    <a:pt x="5567768" y="1114882"/>
                  </a:lnTo>
                  <a:lnTo>
                    <a:pt x="5567895" y="1114882"/>
                  </a:lnTo>
                  <a:lnTo>
                    <a:pt x="5568021" y="1114882"/>
                  </a:lnTo>
                  <a:lnTo>
                    <a:pt x="5568147" y="1114882"/>
                  </a:lnTo>
                  <a:lnTo>
                    <a:pt x="5568273" y="1114882"/>
                  </a:lnTo>
                  <a:lnTo>
                    <a:pt x="5568400" y="1114882"/>
                  </a:lnTo>
                  <a:lnTo>
                    <a:pt x="5568526" y="1114882"/>
                  </a:lnTo>
                  <a:lnTo>
                    <a:pt x="5568652" y="1114882"/>
                  </a:lnTo>
                  <a:lnTo>
                    <a:pt x="5568778" y="1114882"/>
                  </a:lnTo>
                  <a:lnTo>
                    <a:pt x="5568905" y="1114882"/>
                  </a:lnTo>
                  <a:lnTo>
                    <a:pt x="5569031" y="1114882"/>
                  </a:lnTo>
                  <a:lnTo>
                    <a:pt x="5569157" y="1114882"/>
                  </a:lnTo>
                  <a:lnTo>
                    <a:pt x="5569283" y="1114882"/>
                  </a:lnTo>
                  <a:lnTo>
                    <a:pt x="5569410" y="1114882"/>
                  </a:lnTo>
                  <a:lnTo>
                    <a:pt x="5569410" y="1109970"/>
                  </a:lnTo>
                  <a:lnTo>
                    <a:pt x="5569536" y="1109970"/>
                  </a:lnTo>
                  <a:lnTo>
                    <a:pt x="5569662" y="1109970"/>
                  </a:lnTo>
                  <a:lnTo>
                    <a:pt x="5569788" y="1109970"/>
                  </a:lnTo>
                  <a:lnTo>
                    <a:pt x="5569915" y="1109970"/>
                  </a:lnTo>
                  <a:lnTo>
                    <a:pt x="5570041" y="1109970"/>
                  </a:lnTo>
                  <a:lnTo>
                    <a:pt x="5570167" y="1109970"/>
                  </a:lnTo>
                  <a:lnTo>
                    <a:pt x="5570293" y="1109970"/>
                  </a:lnTo>
                  <a:lnTo>
                    <a:pt x="5570420" y="1109970"/>
                  </a:lnTo>
                  <a:lnTo>
                    <a:pt x="5570546" y="1109970"/>
                  </a:lnTo>
                  <a:lnTo>
                    <a:pt x="5570672" y="1109970"/>
                  </a:lnTo>
                  <a:lnTo>
                    <a:pt x="5570798" y="1109970"/>
                  </a:lnTo>
                  <a:lnTo>
                    <a:pt x="5570925" y="1109970"/>
                  </a:lnTo>
                  <a:lnTo>
                    <a:pt x="5571051" y="1109970"/>
                  </a:lnTo>
                  <a:lnTo>
                    <a:pt x="5571177" y="1109970"/>
                  </a:lnTo>
                  <a:lnTo>
                    <a:pt x="5571303" y="1109970"/>
                  </a:lnTo>
                  <a:lnTo>
                    <a:pt x="5571430" y="1109970"/>
                  </a:lnTo>
                  <a:lnTo>
                    <a:pt x="5571556" y="1109970"/>
                  </a:lnTo>
                  <a:lnTo>
                    <a:pt x="5571682" y="1109970"/>
                  </a:lnTo>
                  <a:lnTo>
                    <a:pt x="5571808" y="1109970"/>
                  </a:lnTo>
                  <a:lnTo>
                    <a:pt x="5571935" y="1109970"/>
                  </a:lnTo>
                  <a:lnTo>
                    <a:pt x="5572061" y="1109970"/>
                  </a:lnTo>
                  <a:lnTo>
                    <a:pt x="5572187" y="1109970"/>
                  </a:lnTo>
                  <a:lnTo>
                    <a:pt x="5572314" y="1109970"/>
                  </a:lnTo>
                  <a:lnTo>
                    <a:pt x="5572440" y="1109970"/>
                  </a:lnTo>
                  <a:lnTo>
                    <a:pt x="5572566" y="1109970"/>
                  </a:lnTo>
                  <a:lnTo>
                    <a:pt x="5572692" y="1109970"/>
                  </a:lnTo>
                  <a:lnTo>
                    <a:pt x="5572819" y="1109970"/>
                  </a:lnTo>
                  <a:lnTo>
                    <a:pt x="5572945" y="1109970"/>
                  </a:lnTo>
                  <a:lnTo>
                    <a:pt x="5573071" y="1109970"/>
                  </a:lnTo>
                  <a:lnTo>
                    <a:pt x="5573197" y="1109970"/>
                  </a:lnTo>
                  <a:lnTo>
                    <a:pt x="5573324" y="1109970"/>
                  </a:lnTo>
                  <a:lnTo>
                    <a:pt x="5573450" y="1109970"/>
                  </a:lnTo>
                  <a:lnTo>
                    <a:pt x="5573576" y="1109970"/>
                  </a:lnTo>
                  <a:lnTo>
                    <a:pt x="5573702" y="1109970"/>
                  </a:lnTo>
                  <a:lnTo>
                    <a:pt x="5573829" y="1109970"/>
                  </a:lnTo>
                  <a:lnTo>
                    <a:pt x="5573955" y="1109970"/>
                  </a:lnTo>
                  <a:lnTo>
                    <a:pt x="5574081" y="1109970"/>
                  </a:lnTo>
                  <a:lnTo>
                    <a:pt x="5574207" y="1109970"/>
                  </a:lnTo>
                  <a:lnTo>
                    <a:pt x="5574334" y="1109970"/>
                  </a:lnTo>
                  <a:lnTo>
                    <a:pt x="5574460" y="1109970"/>
                  </a:lnTo>
                  <a:lnTo>
                    <a:pt x="5574586" y="1109970"/>
                  </a:lnTo>
                  <a:lnTo>
                    <a:pt x="5574712" y="1109970"/>
                  </a:lnTo>
                  <a:lnTo>
                    <a:pt x="5574839" y="1109970"/>
                  </a:lnTo>
                  <a:lnTo>
                    <a:pt x="5574965" y="1109970"/>
                  </a:lnTo>
                  <a:lnTo>
                    <a:pt x="5575091" y="1109970"/>
                  </a:lnTo>
                  <a:lnTo>
                    <a:pt x="5575217" y="1109970"/>
                  </a:lnTo>
                  <a:lnTo>
                    <a:pt x="5575344" y="1109970"/>
                  </a:lnTo>
                  <a:lnTo>
                    <a:pt x="5575470" y="1109970"/>
                  </a:lnTo>
                  <a:lnTo>
                    <a:pt x="5575596" y="1109970"/>
                  </a:lnTo>
                  <a:lnTo>
                    <a:pt x="5575722" y="1109970"/>
                  </a:lnTo>
                  <a:lnTo>
                    <a:pt x="5575849" y="1109970"/>
                  </a:lnTo>
                  <a:lnTo>
                    <a:pt x="5575975" y="1109970"/>
                  </a:lnTo>
                  <a:lnTo>
                    <a:pt x="5576101" y="1109970"/>
                  </a:lnTo>
                  <a:lnTo>
                    <a:pt x="5576227" y="1109970"/>
                  </a:lnTo>
                  <a:lnTo>
                    <a:pt x="5576354" y="1109970"/>
                  </a:lnTo>
                  <a:lnTo>
                    <a:pt x="5576480" y="1109970"/>
                  </a:lnTo>
                  <a:lnTo>
                    <a:pt x="5576606" y="1109970"/>
                  </a:lnTo>
                  <a:lnTo>
                    <a:pt x="5576732" y="1109970"/>
                  </a:lnTo>
                  <a:lnTo>
                    <a:pt x="5576859" y="1109970"/>
                  </a:lnTo>
                  <a:lnTo>
                    <a:pt x="5576985" y="1109970"/>
                  </a:lnTo>
                  <a:lnTo>
                    <a:pt x="5577111" y="1109970"/>
                  </a:lnTo>
                  <a:lnTo>
                    <a:pt x="5577237" y="1109970"/>
                  </a:lnTo>
                  <a:lnTo>
                    <a:pt x="5577364" y="1109970"/>
                  </a:lnTo>
                  <a:lnTo>
                    <a:pt x="5577490" y="1109970"/>
                  </a:lnTo>
                  <a:lnTo>
                    <a:pt x="5577616" y="1109970"/>
                  </a:lnTo>
                  <a:lnTo>
                    <a:pt x="5577743" y="1109970"/>
                  </a:lnTo>
                  <a:lnTo>
                    <a:pt x="5577869" y="1109970"/>
                  </a:lnTo>
                  <a:lnTo>
                    <a:pt x="5577995" y="1109970"/>
                  </a:lnTo>
                  <a:lnTo>
                    <a:pt x="5578121" y="1109970"/>
                  </a:lnTo>
                  <a:lnTo>
                    <a:pt x="5578248" y="1109970"/>
                  </a:lnTo>
                  <a:lnTo>
                    <a:pt x="5578374" y="1109970"/>
                  </a:lnTo>
                  <a:lnTo>
                    <a:pt x="5578500" y="1109970"/>
                  </a:lnTo>
                  <a:lnTo>
                    <a:pt x="5578626" y="1109970"/>
                  </a:lnTo>
                  <a:lnTo>
                    <a:pt x="5578753" y="1109970"/>
                  </a:lnTo>
                  <a:lnTo>
                    <a:pt x="5578879" y="1109970"/>
                  </a:lnTo>
                  <a:lnTo>
                    <a:pt x="5579005" y="1109970"/>
                  </a:lnTo>
                  <a:lnTo>
                    <a:pt x="5579131" y="1109970"/>
                  </a:lnTo>
                  <a:lnTo>
                    <a:pt x="5579258" y="1109970"/>
                  </a:lnTo>
                  <a:lnTo>
                    <a:pt x="5579384" y="1109970"/>
                  </a:lnTo>
                  <a:lnTo>
                    <a:pt x="5579510" y="1109970"/>
                  </a:lnTo>
                  <a:lnTo>
                    <a:pt x="5579510" y="1105059"/>
                  </a:lnTo>
                  <a:lnTo>
                    <a:pt x="5579636" y="1105059"/>
                  </a:lnTo>
                  <a:lnTo>
                    <a:pt x="5579763" y="1105059"/>
                  </a:lnTo>
                  <a:lnTo>
                    <a:pt x="5579889" y="1105059"/>
                  </a:lnTo>
                  <a:lnTo>
                    <a:pt x="5580015" y="1105059"/>
                  </a:lnTo>
                  <a:lnTo>
                    <a:pt x="5580141" y="1105059"/>
                  </a:lnTo>
                  <a:lnTo>
                    <a:pt x="5580268" y="1105059"/>
                  </a:lnTo>
                  <a:lnTo>
                    <a:pt x="5580394" y="1105059"/>
                  </a:lnTo>
                  <a:lnTo>
                    <a:pt x="5580520" y="1105059"/>
                  </a:lnTo>
                  <a:lnTo>
                    <a:pt x="5580646" y="1105059"/>
                  </a:lnTo>
                  <a:lnTo>
                    <a:pt x="5580773" y="1105059"/>
                  </a:lnTo>
                  <a:lnTo>
                    <a:pt x="5580899" y="1105059"/>
                  </a:lnTo>
                  <a:lnTo>
                    <a:pt x="5581025" y="1105059"/>
                  </a:lnTo>
                  <a:lnTo>
                    <a:pt x="5581151" y="1105059"/>
                  </a:lnTo>
                  <a:lnTo>
                    <a:pt x="5581278" y="1105059"/>
                  </a:lnTo>
                  <a:lnTo>
                    <a:pt x="5581404" y="1105059"/>
                  </a:lnTo>
                  <a:lnTo>
                    <a:pt x="5581530" y="1105059"/>
                  </a:lnTo>
                  <a:lnTo>
                    <a:pt x="5581656" y="1105059"/>
                  </a:lnTo>
                  <a:lnTo>
                    <a:pt x="5581783" y="1105059"/>
                  </a:lnTo>
                  <a:lnTo>
                    <a:pt x="5581909" y="1105059"/>
                  </a:lnTo>
                  <a:lnTo>
                    <a:pt x="5582035" y="1105059"/>
                  </a:lnTo>
                  <a:lnTo>
                    <a:pt x="5582161" y="1105059"/>
                  </a:lnTo>
                  <a:lnTo>
                    <a:pt x="5582288" y="1105059"/>
                  </a:lnTo>
                  <a:lnTo>
                    <a:pt x="5582414" y="1105059"/>
                  </a:lnTo>
                  <a:lnTo>
                    <a:pt x="5582540" y="1105059"/>
                  </a:lnTo>
                  <a:lnTo>
                    <a:pt x="5582667" y="1105059"/>
                  </a:lnTo>
                  <a:lnTo>
                    <a:pt x="5582793" y="1105059"/>
                  </a:lnTo>
                  <a:lnTo>
                    <a:pt x="5582919" y="1105059"/>
                  </a:lnTo>
                  <a:lnTo>
                    <a:pt x="5583045" y="1105059"/>
                  </a:lnTo>
                  <a:lnTo>
                    <a:pt x="5583172" y="1105059"/>
                  </a:lnTo>
                  <a:lnTo>
                    <a:pt x="5583298" y="1105059"/>
                  </a:lnTo>
                  <a:lnTo>
                    <a:pt x="5583424" y="1105059"/>
                  </a:lnTo>
                  <a:lnTo>
                    <a:pt x="5583550" y="1105059"/>
                  </a:lnTo>
                  <a:lnTo>
                    <a:pt x="5583677" y="1105059"/>
                  </a:lnTo>
                  <a:lnTo>
                    <a:pt x="5583803" y="1105059"/>
                  </a:lnTo>
                  <a:lnTo>
                    <a:pt x="5583929" y="1105059"/>
                  </a:lnTo>
                  <a:lnTo>
                    <a:pt x="5584055" y="1105059"/>
                  </a:lnTo>
                  <a:lnTo>
                    <a:pt x="5584182" y="1105059"/>
                  </a:lnTo>
                  <a:lnTo>
                    <a:pt x="5584308" y="1105059"/>
                  </a:lnTo>
                  <a:lnTo>
                    <a:pt x="5584308" y="1100147"/>
                  </a:lnTo>
                  <a:lnTo>
                    <a:pt x="5584434" y="1100147"/>
                  </a:lnTo>
                  <a:lnTo>
                    <a:pt x="5584560" y="1100147"/>
                  </a:lnTo>
                  <a:lnTo>
                    <a:pt x="5584687" y="1100147"/>
                  </a:lnTo>
                  <a:lnTo>
                    <a:pt x="5584813" y="1100147"/>
                  </a:lnTo>
                  <a:lnTo>
                    <a:pt x="5584939" y="1100147"/>
                  </a:lnTo>
                  <a:lnTo>
                    <a:pt x="5585065" y="1100147"/>
                  </a:lnTo>
                  <a:lnTo>
                    <a:pt x="5585192" y="1100147"/>
                  </a:lnTo>
                  <a:lnTo>
                    <a:pt x="5585318" y="1100147"/>
                  </a:lnTo>
                  <a:lnTo>
                    <a:pt x="5585444" y="1100147"/>
                  </a:lnTo>
                  <a:lnTo>
                    <a:pt x="5585570" y="1100147"/>
                  </a:lnTo>
                  <a:lnTo>
                    <a:pt x="5585697" y="1100147"/>
                  </a:lnTo>
                  <a:lnTo>
                    <a:pt x="5585823" y="1100147"/>
                  </a:lnTo>
                  <a:lnTo>
                    <a:pt x="5585949" y="1100147"/>
                  </a:lnTo>
                  <a:lnTo>
                    <a:pt x="5586075" y="1100147"/>
                  </a:lnTo>
                  <a:lnTo>
                    <a:pt x="5586202" y="1100147"/>
                  </a:lnTo>
                  <a:lnTo>
                    <a:pt x="5586328" y="1100147"/>
                  </a:lnTo>
                  <a:lnTo>
                    <a:pt x="5586454" y="1100147"/>
                  </a:lnTo>
                  <a:lnTo>
                    <a:pt x="5586580" y="1100147"/>
                  </a:lnTo>
                  <a:lnTo>
                    <a:pt x="5586707" y="1100147"/>
                  </a:lnTo>
                  <a:lnTo>
                    <a:pt x="5586833" y="1100147"/>
                  </a:lnTo>
                  <a:lnTo>
                    <a:pt x="5586959" y="1100147"/>
                  </a:lnTo>
                  <a:lnTo>
                    <a:pt x="5587085" y="1100147"/>
                  </a:lnTo>
                  <a:lnTo>
                    <a:pt x="5587212" y="1100147"/>
                  </a:lnTo>
                  <a:lnTo>
                    <a:pt x="5587338" y="1100147"/>
                  </a:lnTo>
                  <a:lnTo>
                    <a:pt x="5587464" y="1100147"/>
                  </a:lnTo>
                  <a:lnTo>
                    <a:pt x="5587591" y="1100147"/>
                  </a:lnTo>
                  <a:lnTo>
                    <a:pt x="5587717" y="1100147"/>
                  </a:lnTo>
                  <a:lnTo>
                    <a:pt x="5587843" y="1100147"/>
                  </a:lnTo>
                  <a:lnTo>
                    <a:pt x="5587969" y="1100147"/>
                  </a:lnTo>
                  <a:lnTo>
                    <a:pt x="5588096" y="1100147"/>
                  </a:lnTo>
                  <a:lnTo>
                    <a:pt x="5588222" y="1100147"/>
                  </a:lnTo>
                  <a:lnTo>
                    <a:pt x="5588348" y="1100147"/>
                  </a:lnTo>
                  <a:lnTo>
                    <a:pt x="5588474" y="1100147"/>
                  </a:lnTo>
                  <a:lnTo>
                    <a:pt x="5588601" y="1100147"/>
                  </a:lnTo>
                  <a:lnTo>
                    <a:pt x="5588727" y="1100147"/>
                  </a:lnTo>
                  <a:lnTo>
                    <a:pt x="5588853" y="1100147"/>
                  </a:lnTo>
                  <a:lnTo>
                    <a:pt x="5588979" y="1100147"/>
                  </a:lnTo>
                  <a:lnTo>
                    <a:pt x="5589106" y="1100147"/>
                  </a:lnTo>
                  <a:lnTo>
                    <a:pt x="5589232" y="1100147"/>
                  </a:lnTo>
                  <a:lnTo>
                    <a:pt x="5589358" y="1100147"/>
                  </a:lnTo>
                  <a:lnTo>
                    <a:pt x="5589358" y="1095236"/>
                  </a:lnTo>
                  <a:lnTo>
                    <a:pt x="5589484" y="1095236"/>
                  </a:lnTo>
                  <a:lnTo>
                    <a:pt x="5589611" y="1095236"/>
                  </a:lnTo>
                  <a:lnTo>
                    <a:pt x="5589737" y="1095236"/>
                  </a:lnTo>
                  <a:lnTo>
                    <a:pt x="5589863" y="1095236"/>
                  </a:lnTo>
                  <a:lnTo>
                    <a:pt x="5589989" y="1095236"/>
                  </a:lnTo>
                  <a:lnTo>
                    <a:pt x="5590116" y="1095236"/>
                  </a:lnTo>
                  <a:lnTo>
                    <a:pt x="5590242" y="1095236"/>
                  </a:lnTo>
                  <a:lnTo>
                    <a:pt x="5590368" y="1095236"/>
                  </a:lnTo>
                  <a:lnTo>
                    <a:pt x="5590494" y="1095236"/>
                  </a:lnTo>
                  <a:lnTo>
                    <a:pt x="5590621" y="1095236"/>
                  </a:lnTo>
                  <a:lnTo>
                    <a:pt x="5590747" y="1095236"/>
                  </a:lnTo>
                  <a:lnTo>
                    <a:pt x="5590873" y="1095236"/>
                  </a:lnTo>
                  <a:lnTo>
                    <a:pt x="5590999" y="1095236"/>
                  </a:lnTo>
                  <a:lnTo>
                    <a:pt x="5591126" y="1095236"/>
                  </a:lnTo>
                  <a:lnTo>
                    <a:pt x="5591252" y="1095236"/>
                  </a:lnTo>
                  <a:lnTo>
                    <a:pt x="5591378" y="1095236"/>
                  </a:lnTo>
                  <a:lnTo>
                    <a:pt x="5591504" y="1095236"/>
                  </a:lnTo>
                  <a:lnTo>
                    <a:pt x="5591631" y="1095236"/>
                  </a:lnTo>
                  <a:lnTo>
                    <a:pt x="5591757" y="1095236"/>
                  </a:lnTo>
                  <a:lnTo>
                    <a:pt x="5591883" y="1095236"/>
                  </a:lnTo>
                  <a:lnTo>
                    <a:pt x="5592009" y="1095236"/>
                  </a:lnTo>
                  <a:lnTo>
                    <a:pt x="5592136" y="1095236"/>
                  </a:lnTo>
                  <a:lnTo>
                    <a:pt x="5592262" y="1095236"/>
                  </a:lnTo>
                  <a:lnTo>
                    <a:pt x="5592388" y="1095236"/>
                  </a:lnTo>
                  <a:lnTo>
                    <a:pt x="5592514" y="1095236"/>
                  </a:lnTo>
                  <a:lnTo>
                    <a:pt x="5592641" y="1095236"/>
                  </a:lnTo>
                  <a:lnTo>
                    <a:pt x="5592641" y="1090325"/>
                  </a:lnTo>
                  <a:lnTo>
                    <a:pt x="5592767" y="1090325"/>
                  </a:lnTo>
                  <a:lnTo>
                    <a:pt x="5592893" y="1090325"/>
                  </a:lnTo>
                  <a:lnTo>
                    <a:pt x="5593020" y="1090325"/>
                  </a:lnTo>
                  <a:lnTo>
                    <a:pt x="5593146" y="1090325"/>
                  </a:lnTo>
                  <a:lnTo>
                    <a:pt x="5593272" y="1090325"/>
                  </a:lnTo>
                  <a:lnTo>
                    <a:pt x="5593398" y="1090325"/>
                  </a:lnTo>
                  <a:lnTo>
                    <a:pt x="5593525" y="1090325"/>
                  </a:lnTo>
                  <a:lnTo>
                    <a:pt x="5593651" y="1090325"/>
                  </a:lnTo>
                  <a:lnTo>
                    <a:pt x="5593777" y="1090325"/>
                  </a:lnTo>
                  <a:lnTo>
                    <a:pt x="5593903" y="1090325"/>
                  </a:lnTo>
                  <a:lnTo>
                    <a:pt x="5594030" y="1090325"/>
                  </a:lnTo>
                  <a:lnTo>
                    <a:pt x="5594156" y="1090325"/>
                  </a:lnTo>
                  <a:lnTo>
                    <a:pt x="5594282" y="1090325"/>
                  </a:lnTo>
                  <a:lnTo>
                    <a:pt x="5594408" y="1090325"/>
                  </a:lnTo>
                  <a:lnTo>
                    <a:pt x="5594535" y="1090325"/>
                  </a:lnTo>
                  <a:lnTo>
                    <a:pt x="5594661" y="1090325"/>
                  </a:lnTo>
                  <a:lnTo>
                    <a:pt x="5594787" y="1090325"/>
                  </a:lnTo>
                  <a:lnTo>
                    <a:pt x="5594913" y="1090325"/>
                  </a:lnTo>
                  <a:lnTo>
                    <a:pt x="5595040" y="1090325"/>
                  </a:lnTo>
                  <a:lnTo>
                    <a:pt x="5595166" y="1090325"/>
                  </a:lnTo>
                  <a:lnTo>
                    <a:pt x="5595292" y="1090325"/>
                  </a:lnTo>
                  <a:lnTo>
                    <a:pt x="5595418" y="1090325"/>
                  </a:lnTo>
                  <a:lnTo>
                    <a:pt x="5595545" y="1090325"/>
                  </a:lnTo>
                  <a:lnTo>
                    <a:pt x="5595671" y="1090325"/>
                  </a:lnTo>
                  <a:lnTo>
                    <a:pt x="5595797" y="1090325"/>
                  </a:lnTo>
                  <a:lnTo>
                    <a:pt x="5595923" y="1090325"/>
                  </a:lnTo>
                  <a:lnTo>
                    <a:pt x="5595923" y="1085413"/>
                  </a:lnTo>
                  <a:lnTo>
                    <a:pt x="5596050" y="1085413"/>
                  </a:lnTo>
                  <a:lnTo>
                    <a:pt x="5596176" y="1085413"/>
                  </a:lnTo>
                  <a:lnTo>
                    <a:pt x="5596302" y="1085413"/>
                  </a:lnTo>
                  <a:lnTo>
                    <a:pt x="5596428" y="1085413"/>
                  </a:lnTo>
                  <a:lnTo>
                    <a:pt x="5596555" y="1085413"/>
                  </a:lnTo>
                  <a:lnTo>
                    <a:pt x="5596681" y="1085413"/>
                  </a:lnTo>
                  <a:lnTo>
                    <a:pt x="5596807" y="1085413"/>
                  </a:lnTo>
                  <a:lnTo>
                    <a:pt x="5596933" y="1085413"/>
                  </a:lnTo>
                  <a:lnTo>
                    <a:pt x="5597060" y="1085413"/>
                  </a:lnTo>
                  <a:lnTo>
                    <a:pt x="5597186" y="1085413"/>
                  </a:lnTo>
                  <a:lnTo>
                    <a:pt x="5597312" y="1085413"/>
                  </a:lnTo>
                  <a:lnTo>
                    <a:pt x="5597438" y="1085413"/>
                  </a:lnTo>
                  <a:lnTo>
                    <a:pt x="5597565" y="1085413"/>
                  </a:lnTo>
                  <a:lnTo>
                    <a:pt x="5597691" y="1085413"/>
                  </a:lnTo>
                  <a:lnTo>
                    <a:pt x="5597817" y="1085413"/>
                  </a:lnTo>
                  <a:lnTo>
                    <a:pt x="5597944" y="1085413"/>
                  </a:lnTo>
                  <a:lnTo>
                    <a:pt x="5598070" y="1085413"/>
                  </a:lnTo>
                  <a:lnTo>
                    <a:pt x="5598196" y="1085413"/>
                  </a:lnTo>
                  <a:lnTo>
                    <a:pt x="5598322" y="1085413"/>
                  </a:lnTo>
                  <a:lnTo>
                    <a:pt x="5598449" y="1085413"/>
                  </a:lnTo>
                  <a:lnTo>
                    <a:pt x="5598575" y="1085413"/>
                  </a:lnTo>
                  <a:lnTo>
                    <a:pt x="5598701" y="1085413"/>
                  </a:lnTo>
                  <a:lnTo>
                    <a:pt x="5598827" y="1085413"/>
                  </a:lnTo>
                  <a:lnTo>
                    <a:pt x="5598954" y="1085413"/>
                  </a:lnTo>
                  <a:lnTo>
                    <a:pt x="5599080" y="1085413"/>
                  </a:lnTo>
                  <a:lnTo>
                    <a:pt x="5599206" y="1085413"/>
                  </a:lnTo>
                  <a:lnTo>
                    <a:pt x="5599332" y="1085413"/>
                  </a:lnTo>
                  <a:lnTo>
                    <a:pt x="5599459" y="1085413"/>
                  </a:lnTo>
                  <a:lnTo>
                    <a:pt x="5599585" y="1085413"/>
                  </a:lnTo>
                  <a:lnTo>
                    <a:pt x="5599711" y="1085413"/>
                  </a:lnTo>
                  <a:lnTo>
                    <a:pt x="5599837" y="1085413"/>
                  </a:lnTo>
                  <a:lnTo>
                    <a:pt x="5599964" y="1085413"/>
                  </a:lnTo>
                  <a:lnTo>
                    <a:pt x="5600090" y="1085413"/>
                  </a:lnTo>
                  <a:lnTo>
                    <a:pt x="5600216" y="1085413"/>
                  </a:lnTo>
                  <a:lnTo>
                    <a:pt x="5600342" y="1085413"/>
                  </a:lnTo>
                  <a:lnTo>
                    <a:pt x="5600469" y="1085413"/>
                  </a:lnTo>
                  <a:lnTo>
                    <a:pt x="5600595" y="1085413"/>
                  </a:lnTo>
                  <a:lnTo>
                    <a:pt x="5600721" y="1085413"/>
                  </a:lnTo>
                  <a:lnTo>
                    <a:pt x="5600847" y="1085413"/>
                  </a:lnTo>
                  <a:lnTo>
                    <a:pt x="5600974" y="1085413"/>
                  </a:lnTo>
                  <a:lnTo>
                    <a:pt x="5601100" y="1085413"/>
                  </a:lnTo>
                  <a:lnTo>
                    <a:pt x="5601226" y="1085413"/>
                  </a:lnTo>
                  <a:lnTo>
                    <a:pt x="5601352" y="1085413"/>
                  </a:lnTo>
                  <a:lnTo>
                    <a:pt x="5601479" y="1085413"/>
                  </a:lnTo>
                  <a:lnTo>
                    <a:pt x="5601605" y="1085413"/>
                  </a:lnTo>
                  <a:lnTo>
                    <a:pt x="5601605" y="1080502"/>
                  </a:lnTo>
                  <a:lnTo>
                    <a:pt x="5601731" y="1080502"/>
                  </a:lnTo>
                  <a:lnTo>
                    <a:pt x="5601857" y="1080502"/>
                  </a:lnTo>
                  <a:lnTo>
                    <a:pt x="5601984" y="1080502"/>
                  </a:lnTo>
                  <a:lnTo>
                    <a:pt x="5602110" y="1080502"/>
                  </a:lnTo>
                  <a:lnTo>
                    <a:pt x="5602236" y="1080502"/>
                  </a:lnTo>
                  <a:lnTo>
                    <a:pt x="5602362" y="1080502"/>
                  </a:lnTo>
                  <a:lnTo>
                    <a:pt x="5602489" y="1080502"/>
                  </a:lnTo>
                  <a:lnTo>
                    <a:pt x="5602615" y="1080502"/>
                  </a:lnTo>
                  <a:lnTo>
                    <a:pt x="5602741" y="1080502"/>
                  </a:lnTo>
                  <a:lnTo>
                    <a:pt x="5602867" y="1080502"/>
                  </a:lnTo>
                  <a:lnTo>
                    <a:pt x="5602994" y="1080502"/>
                  </a:lnTo>
                  <a:lnTo>
                    <a:pt x="5603120" y="1080502"/>
                  </a:lnTo>
                  <a:lnTo>
                    <a:pt x="5603246" y="1080502"/>
                  </a:lnTo>
                  <a:lnTo>
                    <a:pt x="5603373" y="1080502"/>
                  </a:lnTo>
                  <a:lnTo>
                    <a:pt x="5603499" y="1080502"/>
                  </a:lnTo>
                  <a:lnTo>
                    <a:pt x="5603625" y="1080502"/>
                  </a:lnTo>
                  <a:lnTo>
                    <a:pt x="5603751" y="1080502"/>
                  </a:lnTo>
                  <a:lnTo>
                    <a:pt x="5603878" y="1080502"/>
                  </a:lnTo>
                  <a:lnTo>
                    <a:pt x="5604004" y="1080502"/>
                  </a:lnTo>
                  <a:lnTo>
                    <a:pt x="5604130" y="1080502"/>
                  </a:lnTo>
                  <a:lnTo>
                    <a:pt x="5604256" y="1080502"/>
                  </a:lnTo>
                  <a:lnTo>
                    <a:pt x="5604383" y="1080502"/>
                  </a:lnTo>
                  <a:lnTo>
                    <a:pt x="5604509" y="1080502"/>
                  </a:lnTo>
                  <a:lnTo>
                    <a:pt x="5604635" y="1080502"/>
                  </a:lnTo>
                  <a:lnTo>
                    <a:pt x="5604761" y="1080502"/>
                  </a:lnTo>
                  <a:lnTo>
                    <a:pt x="5604888" y="1080502"/>
                  </a:lnTo>
                  <a:lnTo>
                    <a:pt x="5605014" y="1080502"/>
                  </a:lnTo>
                  <a:lnTo>
                    <a:pt x="5605140" y="1080502"/>
                  </a:lnTo>
                  <a:lnTo>
                    <a:pt x="5605266" y="1080502"/>
                  </a:lnTo>
                  <a:lnTo>
                    <a:pt x="5605393" y="1080502"/>
                  </a:lnTo>
                  <a:lnTo>
                    <a:pt x="5605519" y="1080502"/>
                  </a:lnTo>
                  <a:lnTo>
                    <a:pt x="5605645" y="1080502"/>
                  </a:lnTo>
                  <a:lnTo>
                    <a:pt x="5605645" y="1075591"/>
                  </a:lnTo>
                  <a:lnTo>
                    <a:pt x="5605771" y="1075591"/>
                  </a:lnTo>
                  <a:lnTo>
                    <a:pt x="5605898" y="1075591"/>
                  </a:lnTo>
                  <a:lnTo>
                    <a:pt x="5606024" y="1075591"/>
                  </a:lnTo>
                  <a:lnTo>
                    <a:pt x="5606150" y="1075591"/>
                  </a:lnTo>
                  <a:lnTo>
                    <a:pt x="5606276" y="1075591"/>
                  </a:lnTo>
                  <a:lnTo>
                    <a:pt x="5606403" y="1075591"/>
                  </a:lnTo>
                  <a:lnTo>
                    <a:pt x="5606529" y="1075591"/>
                  </a:lnTo>
                  <a:lnTo>
                    <a:pt x="5606655" y="1075591"/>
                  </a:lnTo>
                  <a:lnTo>
                    <a:pt x="5606655" y="1070679"/>
                  </a:lnTo>
                  <a:lnTo>
                    <a:pt x="5606781" y="1070679"/>
                  </a:lnTo>
                  <a:lnTo>
                    <a:pt x="5606908" y="1070679"/>
                  </a:lnTo>
                  <a:lnTo>
                    <a:pt x="5607034" y="1070679"/>
                  </a:lnTo>
                  <a:lnTo>
                    <a:pt x="5607160" y="1070679"/>
                  </a:lnTo>
                  <a:lnTo>
                    <a:pt x="5607286" y="1070679"/>
                  </a:lnTo>
                  <a:lnTo>
                    <a:pt x="5607413" y="1070679"/>
                  </a:lnTo>
                  <a:lnTo>
                    <a:pt x="5607539" y="1070679"/>
                  </a:lnTo>
                  <a:lnTo>
                    <a:pt x="5607665" y="1070679"/>
                  </a:lnTo>
                  <a:lnTo>
                    <a:pt x="5607791" y="1070679"/>
                  </a:lnTo>
                  <a:lnTo>
                    <a:pt x="5607918" y="1070679"/>
                  </a:lnTo>
                  <a:lnTo>
                    <a:pt x="5608044" y="1070679"/>
                  </a:lnTo>
                  <a:lnTo>
                    <a:pt x="5608170" y="1070679"/>
                  </a:lnTo>
                  <a:lnTo>
                    <a:pt x="5608297" y="1070679"/>
                  </a:lnTo>
                  <a:lnTo>
                    <a:pt x="5608423" y="1070679"/>
                  </a:lnTo>
                  <a:lnTo>
                    <a:pt x="5608549" y="1070679"/>
                  </a:lnTo>
                  <a:lnTo>
                    <a:pt x="5608675" y="1070679"/>
                  </a:lnTo>
                  <a:lnTo>
                    <a:pt x="5608802" y="1070679"/>
                  </a:lnTo>
                  <a:lnTo>
                    <a:pt x="5608928" y="1070679"/>
                  </a:lnTo>
                  <a:lnTo>
                    <a:pt x="5609054" y="1070679"/>
                  </a:lnTo>
                  <a:lnTo>
                    <a:pt x="5609180" y="1070679"/>
                  </a:lnTo>
                  <a:lnTo>
                    <a:pt x="5609307" y="1070679"/>
                  </a:lnTo>
                  <a:lnTo>
                    <a:pt x="5609433" y="1070679"/>
                  </a:lnTo>
                  <a:lnTo>
                    <a:pt x="5609559" y="1070679"/>
                  </a:lnTo>
                  <a:lnTo>
                    <a:pt x="5609685" y="1070679"/>
                  </a:lnTo>
                  <a:lnTo>
                    <a:pt x="5609812" y="1070679"/>
                  </a:lnTo>
                  <a:lnTo>
                    <a:pt x="5609938" y="1070679"/>
                  </a:lnTo>
                  <a:lnTo>
                    <a:pt x="5610064" y="1070679"/>
                  </a:lnTo>
                  <a:lnTo>
                    <a:pt x="5610190" y="1070679"/>
                  </a:lnTo>
                  <a:lnTo>
                    <a:pt x="5610317" y="1070679"/>
                  </a:lnTo>
                  <a:lnTo>
                    <a:pt x="5610443" y="1070679"/>
                  </a:lnTo>
                  <a:lnTo>
                    <a:pt x="5610569" y="1070679"/>
                  </a:lnTo>
                  <a:lnTo>
                    <a:pt x="5610695" y="1070679"/>
                  </a:lnTo>
                  <a:lnTo>
                    <a:pt x="5610822" y="1070679"/>
                  </a:lnTo>
                  <a:lnTo>
                    <a:pt x="5610948" y="1070679"/>
                  </a:lnTo>
                  <a:lnTo>
                    <a:pt x="5611074" y="1070679"/>
                  </a:lnTo>
                  <a:lnTo>
                    <a:pt x="5611200" y="1070679"/>
                  </a:lnTo>
                  <a:lnTo>
                    <a:pt x="5611327" y="1070679"/>
                  </a:lnTo>
                  <a:lnTo>
                    <a:pt x="5611453" y="1070679"/>
                  </a:lnTo>
                  <a:lnTo>
                    <a:pt x="5611579" y="1070679"/>
                  </a:lnTo>
                  <a:lnTo>
                    <a:pt x="5611705" y="1070679"/>
                  </a:lnTo>
                  <a:lnTo>
                    <a:pt x="5611832" y="1070679"/>
                  </a:lnTo>
                  <a:lnTo>
                    <a:pt x="5611832" y="1065768"/>
                  </a:lnTo>
                  <a:lnTo>
                    <a:pt x="5611958" y="1065768"/>
                  </a:lnTo>
                  <a:lnTo>
                    <a:pt x="5612084" y="1065768"/>
                  </a:lnTo>
                  <a:lnTo>
                    <a:pt x="5612210" y="1065768"/>
                  </a:lnTo>
                  <a:lnTo>
                    <a:pt x="5612337" y="1065768"/>
                  </a:lnTo>
                  <a:lnTo>
                    <a:pt x="5612463" y="1065768"/>
                  </a:lnTo>
                  <a:lnTo>
                    <a:pt x="5612589" y="1065768"/>
                  </a:lnTo>
                  <a:lnTo>
                    <a:pt x="5612715" y="1065768"/>
                  </a:lnTo>
                  <a:lnTo>
                    <a:pt x="5612842" y="1065768"/>
                  </a:lnTo>
                  <a:lnTo>
                    <a:pt x="5612968" y="1065768"/>
                  </a:lnTo>
                  <a:lnTo>
                    <a:pt x="5613094" y="1065768"/>
                  </a:lnTo>
                  <a:lnTo>
                    <a:pt x="5613220" y="1065768"/>
                  </a:lnTo>
                  <a:lnTo>
                    <a:pt x="5613347" y="1065768"/>
                  </a:lnTo>
                  <a:lnTo>
                    <a:pt x="5613473" y="1065768"/>
                  </a:lnTo>
                  <a:lnTo>
                    <a:pt x="5613599" y="1065768"/>
                  </a:lnTo>
                  <a:lnTo>
                    <a:pt x="5613726" y="1065768"/>
                  </a:lnTo>
                  <a:lnTo>
                    <a:pt x="5613726" y="1060856"/>
                  </a:lnTo>
                  <a:lnTo>
                    <a:pt x="5613852" y="1060856"/>
                  </a:lnTo>
                  <a:lnTo>
                    <a:pt x="5613978" y="1060856"/>
                  </a:lnTo>
                  <a:lnTo>
                    <a:pt x="5614104" y="1060856"/>
                  </a:lnTo>
                  <a:lnTo>
                    <a:pt x="5614231" y="1060856"/>
                  </a:lnTo>
                  <a:lnTo>
                    <a:pt x="5614357" y="1060856"/>
                  </a:lnTo>
                  <a:lnTo>
                    <a:pt x="5614483" y="1060856"/>
                  </a:lnTo>
                  <a:lnTo>
                    <a:pt x="5614609" y="1060856"/>
                  </a:lnTo>
                  <a:lnTo>
                    <a:pt x="5614736" y="1060856"/>
                  </a:lnTo>
                  <a:lnTo>
                    <a:pt x="5614862" y="1060856"/>
                  </a:lnTo>
                  <a:lnTo>
                    <a:pt x="5614988" y="1060856"/>
                  </a:lnTo>
                  <a:lnTo>
                    <a:pt x="5615114" y="1060856"/>
                  </a:lnTo>
                  <a:lnTo>
                    <a:pt x="5615241" y="1060856"/>
                  </a:lnTo>
                  <a:lnTo>
                    <a:pt x="5615367" y="1060856"/>
                  </a:lnTo>
                  <a:lnTo>
                    <a:pt x="5615493" y="1060856"/>
                  </a:lnTo>
                  <a:lnTo>
                    <a:pt x="5615619" y="1060856"/>
                  </a:lnTo>
                  <a:lnTo>
                    <a:pt x="5615746" y="1060856"/>
                  </a:lnTo>
                  <a:lnTo>
                    <a:pt x="5615872" y="1060856"/>
                  </a:lnTo>
                  <a:lnTo>
                    <a:pt x="5615998" y="1060856"/>
                  </a:lnTo>
                  <a:lnTo>
                    <a:pt x="5616124" y="1060856"/>
                  </a:lnTo>
                  <a:lnTo>
                    <a:pt x="5616251" y="1060856"/>
                  </a:lnTo>
                  <a:lnTo>
                    <a:pt x="5616377" y="1060856"/>
                  </a:lnTo>
                  <a:lnTo>
                    <a:pt x="5616503" y="1060856"/>
                  </a:lnTo>
                  <a:lnTo>
                    <a:pt x="5616629" y="1060856"/>
                  </a:lnTo>
                  <a:lnTo>
                    <a:pt x="5616756" y="1060856"/>
                  </a:lnTo>
                  <a:lnTo>
                    <a:pt x="5616882" y="1060856"/>
                  </a:lnTo>
                  <a:lnTo>
                    <a:pt x="5617008" y="1060856"/>
                  </a:lnTo>
                  <a:lnTo>
                    <a:pt x="5617134" y="1060856"/>
                  </a:lnTo>
                  <a:lnTo>
                    <a:pt x="5617261" y="1060856"/>
                  </a:lnTo>
                  <a:lnTo>
                    <a:pt x="5617387" y="1060856"/>
                  </a:lnTo>
                  <a:lnTo>
                    <a:pt x="5617513" y="1060856"/>
                  </a:lnTo>
                  <a:lnTo>
                    <a:pt x="5617639" y="1060856"/>
                  </a:lnTo>
                  <a:lnTo>
                    <a:pt x="5617766" y="1060856"/>
                  </a:lnTo>
                  <a:lnTo>
                    <a:pt x="5617892" y="1060856"/>
                  </a:lnTo>
                  <a:lnTo>
                    <a:pt x="5618018" y="1060856"/>
                  </a:lnTo>
                  <a:lnTo>
                    <a:pt x="5618144" y="1060856"/>
                  </a:lnTo>
                  <a:lnTo>
                    <a:pt x="5618271" y="1060856"/>
                  </a:lnTo>
                  <a:lnTo>
                    <a:pt x="5618397" y="1060856"/>
                  </a:lnTo>
                  <a:lnTo>
                    <a:pt x="5618523" y="1060856"/>
                  </a:lnTo>
                  <a:lnTo>
                    <a:pt x="5618650" y="1060856"/>
                  </a:lnTo>
                  <a:lnTo>
                    <a:pt x="5618776" y="1060856"/>
                  </a:lnTo>
                  <a:lnTo>
                    <a:pt x="5618902" y="1060856"/>
                  </a:lnTo>
                  <a:lnTo>
                    <a:pt x="5619028" y="1060856"/>
                  </a:lnTo>
                  <a:lnTo>
                    <a:pt x="5619155" y="1060856"/>
                  </a:lnTo>
                  <a:lnTo>
                    <a:pt x="5619281" y="1060856"/>
                  </a:lnTo>
                  <a:lnTo>
                    <a:pt x="5619407" y="1060856"/>
                  </a:lnTo>
                  <a:lnTo>
                    <a:pt x="5619533" y="1060856"/>
                  </a:lnTo>
                  <a:lnTo>
                    <a:pt x="5619660" y="1060856"/>
                  </a:lnTo>
                  <a:lnTo>
                    <a:pt x="5619786" y="1060856"/>
                  </a:lnTo>
                  <a:lnTo>
                    <a:pt x="5619912" y="1060856"/>
                  </a:lnTo>
                  <a:lnTo>
                    <a:pt x="5620038" y="1060856"/>
                  </a:lnTo>
                  <a:lnTo>
                    <a:pt x="5620165" y="1060856"/>
                  </a:lnTo>
                  <a:lnTo>
                    <a:pt x="5620291" y="1060856"/>
                  </a:lnTo>
                  <a:lnTo>
                    <a:pt x="5620417" y="1060856"/>
                  </a:lnTo>
                  <a:lnTo>
                    <a:pt x="5620543" y="1060856"/>
                  </a:lnTo>
                  <a:lnTo>
                    <a:pt x="5620670" y="1060856"/>
                  </a:lnTo>
                  <a:lnTo>
                    <a:pt x="5620796" y="1060856"/>
                  </a:lnTo>
                  <a:lnTo>
                    <a:pt x="5620922" y="1060856"/>
                  </a:lnTo>
                  <a:lnTo>
                    <a:pt x="5621048" y="1060856"/>
                  </a:lnTo>
                  <a:lnTo>
                    <a:pt x="5621175" y="1060856"/>
                  </a:lnTo>
                  <a:lnTo>
                    <a:pt x="5621301" y="1060856"/>
                  </a:lnTo>
                  <a:lnTo>
                    <a:pt x="5621427" y="1060856"/>
                  </a:lnTo>
                  <a:lnTo>
                    <a:pt x="5621427" y="1055945"/>
                  </a:lnTo>
                  <a:lnTo>
                    <a:pt x="5621553" y="1055945"/>
                  </a:lnTo>
                  <a:lnTo>
                    <a:pt x="5621680" y="1055945"/>
                  </a:lnTo>
                  <a:lnTo>
                    <a:pt x="5621806" y="1055945"/>
                  </a:lnTo>
                  <a:lnTo>
                    <a:pt x="5621932" y="1055945"/>
                  </a:lnTo>
                  <a:lnTo>
                    <a:pt x="5622058" y="1055945"/>
                  </a:lnTo>
                  <a:lnTo>
                    <a:pt x="5622185" y="1055945"/>
                  </a:lnTo>
                  <a:lnTo>
                    <a:pt x="5622311" y="1055945"/>
                  </a:lnTo>
                  <a:lnTo>
                    <a:pt x="5622437" y="1055945"/>
                  </a:lnTo>
                  <a:lnTo>
                    <a:pt x="5622563" y="1055945"/>
                  </a:lnTo>
                  <a:lnTo>
                    <a:pt x="5622690" y="1055945"/>
                  </a:lnTo>
                  <a:lnTo>
                    <a:pt x="5622816" y="1055945"/>
                  </a:lnTo>
                  <a:lnTo>
                    <a:pt x="5622942" y="1055945"/>
                  </a:lnTo>
                  <a:lnTo>
                    <a:pt x="5623068" y="1055945"/>
                  </a:lnTo>
                  <a:lnTo>
                    <a:pt x="5623195" y="1055945"/>
                  </a:lnTo>
                  <a:lnTo>
                    <a:pt x="5623321" y="1055945"/>
                  </a:lnTo>
                  <a:lnTo>
                    <a:pt x="5623447" y="1055945"/>
                  </a:lnTo>
                  <a:lnTo>
                    <a:pt x="5623573" y="1055945"/>
                  </a:lnTo>
                  <a:lnTo>
                    <a:pt x="5623700" y="1055945"/>
                  </a:lnTo>
                  <a:lnTo>
                    <a:pt x="5623826" y="1055945"/>
                  </a:lnTo>
                  <a:lnTo>
                    <a:pt x="5623952" y="1055945"/>
                  </a:lnTo>
                  <a:lnTo>
                    <a:pt x="5624079" y="1055945"/>
                  </a:lnTo>
                  <a:lnTo>
                    <a:pt x="5624205" y="1055945"/>
                  </a:lnTo>
                  <a:lnTo>
                    <a:pt x="5624331" y="1055945"/>
                  </a:lnTo>
                  <a:lnTo>
                    <a:pt x="5624457" y="1055945"/>
                  </a:lnTo>
                  <a:lnTo>
                    <a:pt x="5624584" y="1055945"/>
                  </a:lnTo>
                  <a:lnTo>
                    <a:pt x="5624584" y="1051034"/>
                  </a:lnTo>
                  <a:lnTo>
                    <a:pt x="5624710" y="1051034"/>
                  </a:lnTo>
                  <a:lnTo>
                    <a:pt x="5624836" y="1051034"/>
                  </a:lnTo>
                  <a:lnTo>
                    <a:pt x="5624962" y="1051034"/>
                  </a:lnTo>
                  <a:lnTo>
                    <a:pt x="5625089" y="1051034"/>
                  </a:lnTo>
                  <a:lnTo>
                    <a:pt x="5625215" y="1051034"/>
                  </a:lnTo>
                  <a:lnTo>
                    <a:pt x="5625341" y="1051034"/>
                  </a:lnTo>
                  <a:lnTo>
                    <a:pt x="5625467" y="1051034"/>
                  </a:lnTo>
                  <a:lnTo>
                    <a:pt x="5625594" y="1051034"/>
                  </a:lnTo>
                  <a:lnTo>
                    <a:pt x="5625720" y="1051034"/>
                  </a:lnTo>
                  <a:lnTo>
                    <a:pt x="5625846" y="1051034"/>
                  </a:lnTo>
                  <a:lnTo>
                    <a:pt x="5625972" y="1051034"/>
                  </a:lnTo>
                  <a:lnTo>
                    <a:pt x="5626099" y="1051034"/>
                  </a:lnTo>
                  <a:lnTo>
                    <a:pt x="5626225" y="1051034"/>
                  </a:lnTo>
                  <a:lnTo>
                    <a:pt x="5626351" y="1051034"/>
                  </a:lnTo>
                  <a:lnTo>
                    <a:pt x="5626477" y="1051034"/>
                  </a:lnTo>
                  <a:lnTo>
                    <a:pt x="5626477" y="1046122"/>
                  </a:lnTo>
                  <a:lnTo>
                    <a:pt x="5626604" y="1046122"/>
                  </a:lnTo>
                  <a:lnTo>
                    <a:pt x="5626730" y="1046122"/>
                  </a:lnTo>
                  <a:lnTo>
                    <a:pt x="5626856" y="1046122"/>
                  </a:lnTo>
                  <a:lnTo>
                    <a:pt x="5626982" y="1046122"/>
                  </a:lnTo>
                  <a:lnTo>
                    <a:pt x="5627109" y="1046122"/>
                  </a:lnTo>
                  <a:lnTo>
                    <a:pt x="5627235" y="1046122"/>
                  </a:lnTo>
                  <a:lnTo>
                    <a:pt x="5627235" y="1041211"/>
                  </a:lnTo>
                  <a:lnTo>
                    <a:pt x="5627361" y="1041211"/>
                  </a:lnTo>
                  <a:lnTo>
                    <a:pt x="5627487" y="1041211"/>
                  </a:lnTo>
                  <a:lnTo>
                    <a:pt x="5627614" y="1041211"/>
                  </a:lnTo>
                  <a:lnTo>
                    <a:pt x="5627740" y="1041211"/>
                  </a:lnTo>
                  <a:lnTo>
                    <a:pt x="5627866" y="1041211"/>
                  </a:lnTo>
                  <a:lnTo>
                    <a:pt x="5627992" y="1041211"/>
                  </a:lnTo>
                  <a:lnTo>
                    <a:pt x="5628119" y="1041211"/>
                  </a:lnTo>
                  <a:lnTo>
                    <a:pt x="5628245" y="1041211"/>
                  </a:lnTo>
                  <a:lnTo>
                    <a:pt x="5628371" y="1041211"/>
                  </a:lnTo>
                  <a:lnTo>
                    <a:pt x="5628497" y="1041211"/>
                  </a:lnTo>
                  <a:lnTo>
                    <a:pt x="5628624" y="1041211"/>
                  </a:lnTo>
                  <a:lnTo>
                    <a:pt x="5628750" y="1041211"/>
                  </a:lnTo>
                  <a:lnTo>
                    <a:pt x="5628876" y="1041211"/>
                  </a:lnTo>
                  <a:lnTo>
                    <a:pt x="5629003" y="1041211"/>
                  </a:lnTo>
                  <a:lnTo>
                    <a:pt x="5629129" y="1041211"/>
                  </a:lnTo>
                  <a:lnTo>
                    <a:pt x="5629255" y="1041211"/>
                  </a:lnTo>
                  <a:lnTo>
                    <a:pt x="5629381" y="1041211"/>
                  </a:lnTo>
                  <a:lnTo>
                    <a:pt x="5629508" y="1041211"/>
                  </a:lnTo>
                  <a:lnTo>
                    <a:pt x="5629634" y="1041211"/>
                  </a:lnTo>
                  <a:lnTo>
                    <a:pt x="5629760" y="1041211"/>
                  </a:lnTo>
                  <a:lnTo>
                    <a:pt x="5629886" y="1041211"/>
                  </a:lnTo>
                  <a:lnTo>
                    <a:pt x="5630013" y="1041211"/>
                  </a:lnTo>
                  <a:lnTo>
                    <a:pt x="5630139" y="1041211"/>
                  </a:lnTo>
                  <a:lnTo>
                    <a:pt x="5630265" y="1041211"/>
                  </a:lnTo>
                  <a:lnTo>
                    <a:pt x="5630391" y="1041211"/>
                  </a:lnTo>
                  <a:lnTo>
                    <a:pt x="5630518" y="1041211"/>
                  </a:lnTo>
                  <a:lnTo>
                    <a:pt x="5630644" y="1041211"/>
                  </a:lnTo>
                  <a:lnTo>
                    <a:pt x="5630770" y="1041211"/>
                  </a:lnTo>
                  <a:lnTo>
                    <a:pt x="5630896" y="1041211"/>
                  </a:lnTo>
                  <a:lnTo>
                    <a:pt x="5631023" y="1041211"/>
                  </a:lnTo>
                  <a:lnTo>
                    <a:pt x="5631149" y="1041211"/>
                  </a:lnTo>
                  <a:lnTo>
                    <a:pt x="5631275" y="1041211"/>
                  </a:lnTo>
                  <a:lnTo>
                    <a:pt x="5631401" y="1041211"/>
                  </a:lnTo>
                  <a:lnTo>
                    <a:pt x="5631528" y="1041211"/>
                  </a:lnTo>
                  <a:lnTo>
                    <a:pt x="5631654" y="1041211"/>
                  </a:lnTo>
                  <a:lnTo>
                    <a:pt x="5631780" y="1041211"/>
                  </a:lnTo>
                  <a:lnTo>
                    <a:pt x="5631906" y="1041211"/>
                  </a:lnTo>
                  <a:lnTo>
                    <a:pt x="5632033" y="1041211"/>
                  </a:lnTo>
                  <a:lnTo>
                    <a:pt x="5632159" y="1041211"/>
                  </a:lnTo>
                  <a:lnTo>
                    <a:pt x="5632285" y="1041211"/>
                  </a:lnTo>
                  <a:lnTo>
                    <a:pt x="5632411" y="1041211"/>
                  </a:lnTo>
                  <a:lnTo>
                    <a:pt x="5632538" y="1041211"/>
                  </a:lnTo>
                  <a:lnTo>
                    <a:pt x="5632664" y="1041211"/>
                  </a:lnTo>
                  <a:lnTo>
                    <a:pt x="5632790" y="1041211"/>
                  </a:lnTo>
                  <a:lnTo>
                    <a:pt x="5632916" y="1041211"/>
                  </a:lnTo>
                  <a:lnTo>
                    <a:pt x="5633043" y="1041211"/>
                  </a:lnTo>
                  <a:lnTo>
                    <a:pt x="5633169" y="1041211"/>
                  </a:lnTo>
                  <a:lnTo>
                    <a:pt x="5633295" y="1041211"/>
                  </a:lnTo>
                  <a:lnTo>
                    <a:pt x="5633421" y="1041211"/>
                  </a:lnTo>
                  <a:lnTo>
                    <a:pt x="5633548" y="1041211"/>
                  </a:lnTo>
                  <a:lnTo>
                    <a:pt x="5633674" y="1041211"/>
                  </a:lnTo>
                  <a:lnTo>
                    <a:pt x="5633800" y="1041211"/>
                  </a:lnTo>
                  <a:lnTo>
                    <a:pt x="5633926" y="1041211"/>
                  </a:lnTo>
                  <a:lnTo>
                    <a:pt x="5634053" y="1041211"/>
                  </a:lnTo>
                  <a:lnTo>
                    <a:pt x="5634179" y="1041211"/>
                  </a:lnTo>
                  <a:lnTo>
                    <a:pt x="5634305" y="1041211"/>
                  </a:lnTo>
                  <a:lnTo>
                    <a:pt x="5634432" y="1041211"/>
                  </a:lnTo>
                  <a:lnTo>
                    <a:pt x="5634558" y="1041211"/>
                  </a:lnTo>
                  <a:lnTo>
                    <a:pt x="5634684" y="1041211"/>
                  </a:lnTo>
                  <a:lnTo>
                    <a:pt x="5634810" y="1041211"/>
                  </a:lnTo>
                  <a:lnTo>
                    <a:pt x="5634937" y="1041211"/>
                  </a:lnTo>
                  <a:lnTo>
                    <a:pt x="5635063" y="1041211"/>
                  </a:lnTo>
                  <a:lnTo>
                    <a:pt x="5635189" y="1041211"/>
                  </a:lnTo>
                  <a:lnTo>
                    <a:pt x="5635315" y="1041211"/>
                  </a:lnTo>
                  <a:lnTo>
                    <a:pt x="5635442" y="1041211"/>
                  </a:lnTo>
                  <a:lnTo>
                    <a:pt x="5635568" y="1041211"/>
                  </a:lnTo>
                  <a:lnTo>
                    <a:pt x="5635694" y="1041211"/>
                  </a:lnTo>
                  <a:lnTo>
                    <a:pt x="5635820" y="1041211"/>
                  </a:lnTo>
                  <a:lnTo>
                    <a:pt x="5635947" y="1041211"/>
                  </a:lnTo>
                  <a:lnTo>
                    <a:pt x="5636073" y="1041211"/>
                  </a:lnTo>
                  <a:lnTo>
                    <a:pt x="5636199" y="1041211"/>
                  </a:lnTo>
                  <a:lnTo>
                    <a:pt x="5636325" y="1041211"/>
                  </a:lnTo>
                  <a:lnTo>
                    <a:pt x="5636452" y="1041211"/>
                  </a:lnTo>
                  <a:lnTo>
                    <a:pt x="5636578" y="1041211"/>
                  </a:lnTo>
                  <a:lnTo>
                    <a:pt x="5636704" y="1041211"/>
                  </a:lnTo>
                  <a:lnTo>
                    <a:pt x="5636830" y="1041211"/>
                  </a:lnTo>
                  <a:lnTo>
                    <a:pt x="5636957" y="1041211"/>
                  </a:lnTo>
                  <a:lnTo>
                    <a:pt x="5637083" y="1041211"/>
                  </a:lnTo>
                  <a:lnTo>
                    <a:pt x="5637209" y="1041211"/>
                  </a:lnTo>
                  <a:lnTo>
                    <a:pt x="5637335" y="1041211"/>
                  </a:lnTo>
                  <a:lnTo>
                    <a:pt x="5637462" y="1041211"/>
                  </a:lnTo>
                  <a:lnTo>
                    <a:pt x="5637588" y="1041211"/>
                  </a:lnTo>
                  <a:lnTo>
                    <a:pt x="5637714" y="1041211"/>
                  </a:lnTo>
                  <a:lnTo>
                    <a:pt x="5637840" y="1041211"/>
                  </a:lnTo>
                  <a:lnTo>
                    <a:pt x="5637967" y="1041211"/>
                  </a:lnTo>
                  <a:lnTo>
                    <a:pt x="5638093" y="1041211"/>
                  </a:lnTo>
                  <a:lnTo>
                    <a:pt x="5638219" y="1041211"/>
                  </a:lnTo>
                  <a:lnTo>
                    <a:pt x="5638345" y="1041211"/>
                  </a:lnTo>
                  <a:lnTo>
                    <a:pt x="5638472" y="1041211"/>
                  </a:lnTo>
                  <a:lnTo>
                    <a:pt x="5638472" y="1036300"/>
                  </a:lnTo>
                  <a:lnTo>
                    <a:pt x="5638598" y="1036300"/>
                  </a:lnTo>
                  <a:lnTo>
                    <a:pt x="5638724" y="1036300"/>
                  </a:lnTo>
                  <a:lnTo>
                    <a:pt x="5638850" y="1036300"/>
                  </a:lnTo>
                  <a:lnTo>
                    <a:pt x="5638977" y="1036300"/>
                  </a:lnTo>
                  <a:lnTo>
                    <a:pt x="5639103" y="1036300"/>
                  </a:lnTo>
                  <a:lnTo>
                    <a:pt x="5639229" y="1036300"/>
                  </a:lnTo>
                  <a:lnTo>
                    <a:pt x="5639356" y="1036300"/>
                  </a:lnTo>
                  <a:lnTo>
                    <a:pt x="5639482" y="1036300"/>
                  </a:lnTo>
                  <a:lnTo>
                    <a:pt x="5639608" y="1036300"/>
                  </a:lnTo>
                  <a:lnTo>
                    <a:pt x="5639734" y="1036300"/>
                  </a:lnTo>
                  <a:lnTo>
                    <a:pt x="5639861" y="1036300"/>
                  </a:lnTo>
                  <a:lnTo>
                    <a:pt x="5639987" y="1036300"/>
                  </a:lnTo>
                  <a:lnTo>
                    <a:pt x="5640113" y="1036300"/>
                  </a:lnTo>
                  <a:lnTo>
                    <a:pt x="5640239" y="1036300"/>
                  </a:lnTo>
                  <a:lnTo>
                    <a:pt x="5640366" y="1036300"/>
                  </a:lnTo>
                  <a:lnTo>
                    <a:pt x="5640492" y="1036300"/>
                  </a:lnTo>
                  <a:lnTo>
                    <a:pt x="5640618" y="1036300"/>
                  </a:lnTo>
                  <a:lnTo>
                    <a:pt x="5640744" y="1036300"/>
                  </a:lnTo>
                  <a:lnTo>
                    <a:pt x="5640871" y="1036300"/>
                  </a:lnTo>
                  <a:lnTo>
                    <a:pt x="5640997" y="1036300"/>
                  </a:lnTo>
                  <a:lnTo>
                    <a:pt x="5640997" y="1031388"/>
                  </a:lnTo>
                  <a:lnTo>
                    <a:pt x="5641123" y="1031388"/>
                  </a:lnTo>
                  <a:lnTo>
                    <a:pt x="5641249" y="1031388"/>
                  </a:lnTo>
                  <a:lnTo>
                    <a:pt x="5641376" y="1031388"/>
                  </a:lnTo>
                  <a:lnTo>
                    <a:pt x="5641502" y="1031388"/>
                  </a:lnTo>
                  <a:lnTo>
                    <a:pt x="5641628" y="1031388"/>
                  </a:lnTo>
                  <a:lnTo>
                    <a:pt x="5641754" y="1031388"/>
                  </a:lnTo>
                  <a:lnTo>
                    <a:pt x="5641881" y="1031388"/>
                  </a:lnTo>
                  <a:lnTo>
                    <a:pt x="5642007" y="1031388"/>
                  </a:lnTo>
                  <a:lnTo>
                    <a:pt x="5642133" y="1031388"/>
                  </a:lnTo>
                  <a:lnTo>
                    <a:pt x="5642259" y="1031388"/>
                  </a:lnTo>
                  <a:lnTo>
                    <a:pt x="5642386" y="1031388"/>
                  </a:lnTo>
                  <a:lnTo>
                    <a:pt x="5642512" y="1031388"/>
                  </a:lnTo>
                  <a:lnTo>
                    <a:pt x="5642638" y="1031388"/>
                  </a:lnTo>
                  <a:lnTo>
                    <a:pt x="5642764" y="1031388"/>
                  </a:lnTo>
                  <a:lnTo>
                    <a:pt x="5642891" y="1031388"/>
                  </a:lnTo>
                  <a:lnTo>
                    <a:pt x="5643017" y="1031388"/>
                  </a:lnTo>
                  <a:lnTo>
                    <a:pt x="5643143" y="1031388"/>
                  </a:lnTo>
                  <a:lnTo>
                    <a:pt x="5643269" y="1031388"/>
                  </a:lnTo>
                  <a:lnTo>
                    <a:pt x="5643396" y="1031388"/>
                  </a:lnTo>
                  <a:lnTo>
                    <a:pt x="5643522" y="1031388"/>
                  </a:lnTo>
                  <a:lnTo>
                    <a:pt x="5643648" y="1031388"/>
                  </a:lnTo>
                  <a:lnTo>
                    <a:pt x="5643774" y="1031388"/>
                  </a:lnTo>
                  <a:lnTo>
                    <a:pt x="5643901" y="1031388"/>
                  </a:lnTo>
                  <a:lnTo>
                    <a:pt x="5644027" y="1031388"/>
                  </a:lnTo>
                  <a:lnTo>
                    <a:pt x="5644153" y="1031388"/>
                  </a:lnTo>
                  <a:lnTo>
                    <a:pt x="5644280" y="1031388"/>
                  </a:lnTo>
                  <a:lnTo>
                    <a:pt x="5644406" y="1031388"/>
                  </a:lnTo>
                  <a:lnTo>
                    <a:pt x="5644532" y="1031388"/>
                  </a:lnTo>
                  <a:lnTo>
                    <a:pt x="5644658" y="1031388"/>
                  </a:lnTo>
                  <a:lnTo>
                    <a:pt x="5644785" y="1031388"/>
                  </a:lnTo>
                  <a:lnTo>
                    <a:pt x="5644911" y="1031388"/>
                  </a:lnTo>
                  <a:lnTo>
                    <a:pt x="5645037" y="1031388"/>
                  </a:lnTo>
                  <a:lnTo>
                    <a:pt x="5645163" y="1031388"/>
                  </a:lnTo>
                  <a:lnTo>
                    <a:pt x="5645290" y="1031388"/>
                  </a:lnTo>
                  <a:lnTo>
                    <a:pt x="5645416" y="1031388"/>
                  </a:lnTo>
                  <a:lnTo>
                    <a:pt x="5645542" y="1031388"/>
                  </a:lnTo>
                  <a:lnTo>
                    <a:pt x="5645668" y="1031388"/>
                  </a:lnTo>
                  <a:lnTo>
                    <a:pt x="5645795" y="1031388"/>
                  </a:lnTo>
                  <a:lnTo>
                    <a:pt x="5645921" y="1031388"/>
                  </a:lnTo>
                  <a:lnTo>
                    <a:pt x="5646047" y="1031388"/>
                  </a:lnTo>
                  <a:lnTo>
                    <a:pt x="5646173" y="1031388"/>
                  </a:lnTo>
                  <a:lnTo>
                    <a:pt x="5646300" y="1031388"/>
                  </a:lnTo>
                  <a:lnTo>
                    <a:pt x="5646426" y="1031388"/>
                  </a:lnTo>
                  <a:lnTo>
                    <a:pt x="5646552" y="1031388"/>
                  </a:lnTo>
                  <a:lnTo>
                    <a:pt x="5646678" y="1031388"/>
                  </a:lnTo>
                  <a:lnTo>
                    <a:pt x="5646805" y="1031388"/>
                  </a:lnTo>
                  <a:lnTo>
                    <a:pt x="5646931" y="1031388"/>
                  </a:lnTo>
                  <a:lnTo>
                    <a:pt x="5647057" y="1031388"/>
                  </a:lnTo>
                  <a:lnTo>
                    <a:pt x="5647183" y="1031388"/>
                  </a:lnTo>
                  <a:lnTo>
                    <a:pt x="5647310" y="1031388"/>
                  </a:lnTo>
                  <a:lnTo>
                    <a:pt x="5647436" y="1031388"/>
                  </a:lnTo>
                  <a:lnTo>
                    <a:pt x="5647562" y="1031388"/>
                  </a:lnTo>
                  <a:lnTo>
                    <a:pt x="5647688" y="1031388"/>
                  </a:lnTo>
                  <a:lnTo>
                    <a:pt x="5647815" y="1031388"/>
                  </a:lnTo>
                  <a:lnTo>
                    <a:pt x="5647941" y="1031388"/>
                  </a:lnTo>
                  <a:lnTo>
                    <a:pt x="5648067" y="1031388"/>
                  </a:lnTo>
                  <a:lnTo>
                    <a:pt x="5648193" y="1031388"/>
                  </a:lnTo>
                  <a:lnTo>
                    <a:pt x="5648320" y="1031388"/>
                  </a:lnTo>
                  <a:lnTo>
                    <a:pt x="5648446" y="1031388"/>
                  </a:lnTo>
                  <a:lnTo>
                    <a:pt x="5648572" y="1031388"/>
                  </a:lnTo>
                  <a:lnTo>
                    <a:pt x="5648698" y="1031388"/>
                  </a:lnTo>
                  <a:lnTo>
                    <a:pt x="5648825" y="1031388"/>
                  </a:lnTo>
                  <a:lnTo>
                    <a:pt x="5648825" y="1026477"/>
                  </a:lnTo>
                  <a:lnTo>
                    <a:pt x="5648951" y="1026477"/>
                  </a:lnTo>
                  <a:lnTo>
                    <a:pt x="5649077" y="1026477"/>
                  </a:lnTo>
                  <a:lnTo>
                    <a:pt x="5649203" y="1026477"/>
                  </a:lnTo>
                  <a:lnTo>
                    <a:pt x="5649330" y="1026477"/>
                  </a:lnTo>
                  <a:lnTo>
                    <a:pt x="5649456" y="1026477"/>
                  </a:lnTo>
                  <a:lnTo>
                    <a:pt x="5649582" y="1026477"/>
                  </a:lnTo>
                  <a:lnTo>
                    <a:pt x="5649709" y="1026477"/>
                  </a:lnTo>
                  <a:lnTo>
                    <a:pt x="5649835" y="1026477"/>
                  </a:lnTo>
                  <a:lnTo>
                    <a:pt x="5649961" y="1026477"/>
                  </a:lnTo>
                  <a:lnTo>
                    <a:pt x="5650087" y="1026477"/>
                  </a:lnTo>
                  <a:lnTo>
                    <a:pt x="5650214" y="1026477"/>
                  </a:lnTo>
                  <a:lnTo>
                    <a:pt x="5650340" y="1026477"/>
                  </a:lnTo>
                  <a:lnTo>
                    <a:pt x="5650466" y="1026477"/>
                  </a:lnTo>
                  <a:lnTo>
                    <a:pt x="5650592" y="1026477"/>
                  </a:lnTo>
                  <a:lnTo>
                    <a:pt x="5650719" y="1026477"/>
                  </a:lnTo>
                  <a:lnTo>
                    <a:pt x="5650845" y="1026477"/>
                  </a:lnTo>
                  <a:lnTo>
                    <a:pt x="5650971" y="1026477"/>
                  </a:lnTo>
                  <a:lnTo>
                    <a:pt x="5651097" y="1026477"/>
                  </a:lnTo>
                  <a:lnTo>
                    <a:pt x="5651224" y="1026477"/>
                  </a:lnTo>
                  <a:lnTo>
                    <a:pt x="5651350" y="1026477"/>
                  </a:lnTo>
                  <a:lnTo>
                    <a:pt x="5651476" y="1026477"/>
                  </a:lnTo>
                  <a:lnTo>
                    <a:pt x="5651602" y="1026477"/>
                  </a:lnTo>
                  <a:lnTo>
                    <a:pt x="5651729" y="1026477"/>
                  </a:lnTo>
                  <a:lnTo>
                    <a:pt x="5651855" y="1026477"/>
                  </a:lnTo>
                  <a:lnTo>
                    <a:pt x="5651855" y="1021565"/>
                  </a:lnTo>
                  <a:lnTo>
                    <a:pt x="5651981" y="1021565"/>
                  </a:lnTo>
                  <a:lnTo>
                    <a:pt x="5652107" y="1021565"/>
                  </a:lnTo>
                  <a:lnTo>
                    <a:pt x="5652234" y="1021565"/>
                  </a:lnTo>
                  <a:lnTo>
                    <a:pt x="5652360" y="1021565"/>
                  </a:lnTo>
                  <a:lnTo>
                    <a:pt x="5652486" y="1021565"/>
                  </a:lnTo>
                  <a:lnTo>
                    <a:pt x="5652612" y="1021565"/>
                  </a:lnTo>
                  <a:lnTo>
                    <a:pt x="5652739" y="1021565"/>
                  </a:lnTo>
                  <a:lnTo>
                    <a:pt x="5652865" y="1021565"/>
                  </a:lnTo>
                  <a:lnTo>
                    <a:pt x="5652991" y="1021565"/>
                  </a:lnTo>
                  <a:lnTo>
                    <a:pt x="5653117" y="1021565"/>
                  </a:lnTo>
                  <a:lnTo>
                    <a:pt x="5653244" y="1021565"/>
                  </a:lnTo>
                  <a:lnTo>
                    <a:pt x="5653370" y="1021565"/>
                  </a:lnTo>
                  <a:lnTo>
                    <a:pt x="5653496" y="1021565"/>
                  </a:lnTo>
                  <a:lnTo>
                    <a:pt x="5653622" y="1021565"/>
                  </a:lnTo>
                  <a:lnTo>
                    <a:pt x="5653749" y="1021565"/>
                  </a:lnTo>
                  <a:lnTo>
                    <a:pt x="5653875" y="1021565"/>
                  </a:lnTo>
                  <a:lnTo>
                    <a:pt x="5654001" y="1021565"/>
                  </a:lnTo>
                  <a:lnTo>
                    <a:pt x="5654127" y="1021565"/>
                  </a:lnTo>
                  <a:lnTo>
                    <a:pt x="5654254" y="1021565"/>
                  </a:lnTo>
                  <a:lnTo>
                    <a:pt x="5654380" y="1021565"/>
                  </a:lnTo>
                  <a:lnTo>
                    <a:pt x="5654506" y="1021565"/>
                  </a:lnTo>
                  <a:lnTo>
                    <a:pt x="5654633" y="1021565"/>
                  </a:lnTo>
                  <a:lnTo>
                    <a:pt x="5654759" y="1021565"/>
                  </a:lnTo>
                  <a:lnTo>
                    <a:pt x="5654885" y="1021565"/>
                  </a:lnTo>
                  <a:lnTo>
                    <a:pt x="5655011" y="1021565"/>
                  </a:lnTo>
                  <a:lnTo>
                    <a:pt x="5655138" y="1021565"/>
                  </a:lnTo>
                  <a:lnTo>
                    <a:pt x="5655264" y="1021565"/>
                  </a:lnTo>
                  <a:lnTo>
                    <a:pt x="5655390" y="1021565"/>
                  </a:lnTo>
                  <a:lnTo>
                    <a:pt x="5655516" y="1021565"/>
                  </a:lnTo>
                  <a:lnTo>
                    <a:pt x="5655643" y="1021565"/>
                  </a:lnTo>
                  <a:lnTo>
                    <a:pt x="5655769" y="1021565"/>
                  </a:lnTo>
                  <a:lnTo>
                    <a:pt x="5655895" y="1021565"/>
                  </a:lnTo>
                  <a:lnTo>
                    <a:pt x="5656021" y="1021565"/>
                  </a:lnTo>
                  <a:lnTo>
                    <a:pt x="5656148" y="1021565"/>
                  </a:lnTo>
                  <a:lnTo>
                    <a:pt x="5656274" y="1021565"/>
                  </a:lnTo>
                  <a:lnTo>
                    <a:pt x="5656274" y="1016654"/>
                  </a:lnTo>
                  <a:lnTo>
                    <a:pt x="5656400" y="1016654"/>
                  </a:lnTo>
                  <a:lnTo>
                    <a:pt x="5656526" y="1016654"/>
                  </a:lnTo>
                  <a:lnTo>
                    <a:pt x="5656653" y="1016654"/>
                  </a:lnTo>
                  <a:lnTo>
                    <a:pt x="5656779" y="1016654"/>
                  </a:lnTo>
                  <a:lnTo>
                    <a:pt x="5656905" y="1016654"/>
                  </a:lnTo>
                  <a:lnTo>
                    <a:pt x="5657031" y="1016654"/>
                  </a:lnTo>
                  <a:lnTo>
                    <a:pt x="5657158" y="1016654"/>
                  </a:lnTo>
                  <a:lnTo>
                    <a:pt x="5657284" y="1016654"/>
                  </a:lnTo>
                  <a:lnTo>
                    <a:pt x="5657410" y="1016654"/>
                  </a:lnTo>
                  <a:lnTo>
                    <a:pt x="5657536" y="1016654"/>
                  </a:lnTo>
                  <a:lnTo>
                    <a:pt x="5657663" y="1016654"/>
                  </a:lnTo>
                  <a:lnTo>
                    <a:pt x="5657789" y="1016654"/>
                  </a:lnTo>
                  <a:lnTo>
                    <a:pt x="5657915" y="1016654"/>
                  </a:lnTo>
                  <a:lnTo>
                    <a:pt x="5658041" y="1016654"/>
                  </a:lnTo>
                  <a:lnTo>
                    <a:pt x="5658168" y="1016654"/>
                  </a:lnTo>
                  <a:lnTo>
                    <a:pt x="5658294" y="1016654"/>
                  </a:lnTo>
                  <a:lnTo>
                    <a:pt x="5658420" y="1016654"/>
                  </a:lnTo>
                  <a:lnTo>
                    <a:pt x="5658546" y="1016654"/>
                  </a:lnTo>
                  <a:lnTo>
                    <a:pt x="5658673" y="1016654"/>
                  </a:lnTo>
                  <a:lnTo>
                    <a:pt x="5658799" y="1016654"/>
                  </a:lnTo>
                  <a:lnTo>
                    <a:pt x="5658925" y="1016654"/>
                  </a:lnTo>
                  <a:lnTo>
                    <a:pt x="5659051" y="1016654"/>
                  </a:lnTo>
                  <a:lnTo>
                    <a:pt x="5659178" y="1016654"/>
                  </a:lnTo>
                  <a:lnTo>
                    <a:pt x="5659304" y="1016654"/>
                  </a:lnTo>
                  <a:lnTo>
                    <a:pt x="5659430" y="1016654"/>
                  </a:lnTo>
                  <a:lnTo>
                    <a:pt x="5659556" y="1016654"/>
                  </a:lnTo>
                  <a:lnTo>
                    <a:pt x="5659683" y="1016654"/>
                  </a:lnTo>
                  <a:lnTo>
                    <a:pt x="5659809" y="1016654"/>
                  </a:lnTo>
                  <a:lnTo>
                    <a:pt x="5659935" y="1016654"/>
                  </a:lnTo>
                  <a:lnTo>
                    <a:pt x="5660062" y="1016654"/>
                  </a:lnTo>
                  <a:lnTo>
                    <a:pt x="5660188" y="1016654"/>
                  </a:lnTo>
                  <a:lnTo>
                    <a:pt x="5660314" y="1016654"/>
                  </a:lnTo>
                  <a:lnTo>
                    <a:pt x="5660440" y="1016654"/>
                  </a:lnTo>
                  <a:lnTo>
                    <a:pt x="5660567" y="1016654"/>
                  </a:lnTo>
                  <a:lnTo>
                    <a:pt x="5660693" y="1016654"/>
                  </a:lnTo>
                  <a:lnTo>
                    <a:pt x="5660819" y="1016654"/>
                  </a:lnTo>
                  <a:lnTo>
                    <a:pt x="5660945" y="1016654"/>
                  </a:lnTo>
                  <a:lnTo>
                    <a:pt x="5661072" y="1016654"/>
                  </a:lnTo>
                  <a:lnTo>
                    <a:pt x="5661198" y="1016654"/>
                  </a:lnTo>
                  <a:lnTo>
                    <a:pt x="5661324" y="1016654"/>
                  </a:lnTo>
                  <a:lnTo>
                    <a:pt x="5661450" y="1016654"/>
                  </a:lnTo>
                  <a:lnTo>
                    <a:pt x="5661577" y="1016654"/>
                  </a:lnTo>
                  <a:lnTo>
                    <a:pt x="5661703" y="1016654"/>
                  </a:lnTo>
                  <a:lnTo>
                    <a:pt x="5661829" y="1016654"/>
                  </a:lnTo>
                  <a:lnTo>
                    <a:pt x="5661955" y="1016654"/>
                  </a:lnTo>
                  <a:lnTo>
                    <a:pt x="5662082" y="1016654"/>
                  </a:lnTo>
                  <a:lnTo>
                    <a:pt x="5662208" y="1016654"/>
                  </a:lnTo>
                  <a:lnTo>
                    <a:pt x="5662334" y="1016654"/>
                  </a:lnTo>
                  <a:lnTo>
                    <a:pt x="5662460" y="1016654"/>
                  </a:lnTo>
                  <a:lnTo>
                    <a:pt x="5662587" y="1016654"/>
                  </a:lnTo>
                  <a:lnTo>
                    <a:pt x="5662713" y="1016654"/>
                  </a:lnTo>
                  <a:lnTo>
                    <a:pt x="5662839" y="1016654"/>
                  </a:lnTo>
                  <a:lnTo>
                    <a:pt x="5662965" y="1016654"/>
                  </a:lnTo>
                  <a:lnTo>
                    <a:pt x="5663092" y="1016654"/>
                  </a:lnTo>
                  <a:lnTo>
                    <a:pt x="5663218" y="1016654"/>
                  </a:lnTo>
                  <a:lnTo>
                    <a:pt x="5663344" y="1016654"/>
                  </a:lnTo>
                  <a:lnTo>
                    <a:pt x="5663470" y="1016654"/>
                  </a:lnTo>
                  <a:lnTo>
                    <a:pt x="5663597" y="1016654"/>
                  </a:lnTo>
                  <a:lnTo>
                    <a:pt x="5663723" y="1016654"/>
                  </a:lnTo>
                  <a:lnTo>
                    <a:pt x="5663849" y="1016654"/>
                  </a:lnTo>
                  <a:lnTo>
                    <a:pt x="5663975" y="1016654"/>
                  </a:lnTo>
                  <a:lnTo>
                    <a:pt x="5664102" y="1016654"/>
                  </a:lnTo>
                  <a:lnTo>
                    <a:pt x="5664228" y="1016654"/>
                  </a:lnTo>
                  <a:lnTo>
                    <a:pt x="5664354" y="1016654"/>
                  </a:lnTo>
                  <a:lnTo>
                    <a:pt x="5664480" y="1016654"/>
                  </a:lnTo>
                  <a:lnTo>
                    <a:pt x="5664607" y="1016654"/>
                  </a:lnTo>
                  <a:lnTo>
                    <a:pt x="5664733" y="1016654"/>
                  </a:lnTo>
                  <a:lnTo>
                    <a:pt x="5664859" y="1016654"/>
                  </a:lnTo>
                  <a:lnTo>
                    <a:pt x="5664986" y="1016654"/>
                  </a:lnTo>
                  <a:lnTo>
                    <a:pt x="5665112" y="1016654"/>
                  </a:lnTo>
                  <a:lnTo>
                    <a:pt x="5665238" y="1016654"/>
                  </a:lnTo>
                  <a:lnTo>
                    <a:pt x="5665364" y="1016654"/>
                  </a:lnTo>
                  <a:lnTo>
                    <a:pt x="5665491" y="1016654"/>
                  </a:lnTo>
                  <a:lnTo>
                    <a:pt x="5665617" y="1016654"/>
                  </a:lnTo>
                  <a:lnTo>
                    <a:pt x="5665743" y="1016654"/>
                  </a:lnTo>
                  <a:lnTo>
                    <a:pt x="5665869" y="1016654"/>
                  </a:lnTo>
                  <a:lnTo>
                    <a:pt x="5665996" y="1016654"/>
                  </a:lnTo>
                  <a:lnTo>
                    <a:pt x="5666122" y="1016654"/>
                  </a:lnTo>
                  <a:lnTo>
                    <a:pt x="5666248" y="1016654"/>
                  </a:lnTo>
                  <a:lnTo>
                    <a:pt x="5666374" y="1016654"/>
                  </a:lnTo>
                  <a:lnTo>
                    <a:pt x="5666501" y="1016654"/>
                  </a:lnTo>
                  <a:lnTo>
                    <a:pt x="5666627" y="1016654"/>
                  </a:lnTo>
                  <a:lnTo>
                    <a:pt x="5666753" y="1016654"/>
                  </a:lnTo>
                  <a:lnTo>
                    <a:pt x="5666879" y="1016654"/>
                  </a:lnTo>
                  <a:lnTo>
                    <a:pt x="5667006" y="1016654"/>
                  </a:lnTo>
                  <a:lnTo>
                    <a:pt x="5667132" y="1016654"/>
                  </a:lnTo>
                  <a:lnTo>
                    <a:pt x="5667258" y="1016654"/>
                  </a:lnTo>
                  <a:lnTo>
                    <a:pt x="5667384" y="1016654"/>
                  </a:lnTo>
                  <a:lnTo>
                    <a:pt x="5667511" y="1016654"/>
                  </a:lnTo>
                  <a:lnTo>
                    <a:pt x="5667637" y="1016654"/>
                  </a:lnTo>
                  <a:lnTo>
                    <a:pt x="5667763" y="1016654"/>
                  </a:lnTo>
                  <a:lnTo>
                    <a:pt x="5667889" y="1016654"/>
                  </a:lnTo>
                  <a:lnTo>
                    <a:pt x="5668016" y="1016654"/>
                  </a:lnTo>
                  <a:lnTo>
                    <a:pt x="5668142" y="1016654"/>
                  </a:lnTo>
                  <a:lnTo>
                    <a:pt x="5668268" y="1016654"/>
                  </a:lnTo>
                  <a:lnTo>
                    <a:pt x="5668394" y="1016654"/>
                  </a:lnTo>
                  <a:lnTo>
                    <a:pt x="5668521" y="1016654"/>
                  </a:lnTo>
                  <a:lnTo>
                    <a:pt x="5668647" y="1016654"/>
                  </a:lnTo>
                  <a:lnTo>
                    <a:pt x="5668773" y="1016654"/>
                  </a:lnTo>
                  <a:lnTo>
                    <a:pt x="5668899" y="1016654"/>
                  </a:lnTo>
                  <a:lnTo>
                    <a:pt x="5669026" y="1016654"/>
                  </a:lnTo>
                  <a:lnTo>
                    <a:pt x="5669152" y="1016654"/>
                  </a:lnTo>
                  <a:lnTo>
                    <a:pt x="5669278" y="1016654"/>
                  </a:lnTo>
                  <a:lnTo>
                    <a:pt x="5669404" y="1016654"/>
                  </a:lnTo>
                  <a:lnTo>
                    <a:pt x="5669531" y="1016654"/>
                  </a:lnTo>
                  <a:lnTo>
                    <a:pt x="5669657" y="1016654"/>
                  </a:lnTo>
                  <a:lnTo>
                    <a:pt x="5669783" y="1016654"/>
                  </a:lnTo>
                  <a:lnTo>
                    <a:pt x="5669909" y="1016654"/>
                  </a:lnTo>
                  <a:lnTo>
                    <a:pt x="5670036" y="1016654"/>
                  </a:lnTo>
                  <a:lnTo>
                    <a:pt x="5670162" y="1016654"/>
                  </a:lnTo>
                  <a:lnTo>
                    <a:pt x="5670288" y="1016654"/>
                  </a:lnTo>
                  <a:lnTo>
                    <a:pt x="5670415" y="1016654"/>
                  </a:lnTo>
                  <a:lnTo>
                    <a:pt x="5670541" y="1016654"/>
                  </a:lnTo>
                  <a:lnTo>
                    <a:pt x="5670667" y="1016654"/>
                  </a:lnTo>
                  <a:lnTo>
                    <a:pt x="5670793" y="1016654"/>
                  </a:lnTo>
                  <a:lnTo>
                    <a:pt x="5670920" y="1016654"/>
                  </a:lnTo>
                  <a:lnTo>
                    <a:pt x="5671046" y="1016654"/>
                  </a:lnTo>
                  <a:lnTo>
                    <a:pt x="5671172" y="1016654"/>
                  </a:lnTo>
                  <a:lnTo>
                    <a:pt x="5671298" y="1016654"/>
                  </a:lnTo>
                  <a:lnTo>
                    <a:pt x="5671425" y="1016654"/>
                  </a:lnTo>
                  <a:lnTo>
                    <a:pt x="5671551" y="1016654"/>
                  </a:lnTo>
                  <a:lnTo>
                    <a:pt x="5671677" y="1016654"/>
                  </a:lnTo>
                  <a:lnTo>
                    <a:pt x="5671803" y="1016654"/>
                  </a:lnTo>
                  <a:lnTo>
                    <a:pt x="5671930" y="1016654"/>
                  </a:lnTo>
                  <a:lnTo>
                    <a:pt x="5672056" y="1016654"/>
                  </a:lnTo>
                  <a:lnTo>
                    <a:pt x="5672182" y="1016654"/>
                  </a:lnTo>
                  <a:lnTo>
                    <a:pt x="5672308" y="1016654"/>
                  </a:lnTo>
                  <a:lnTo>
                    <a:pt x="5672435" y="1016654"/>
                  </a:lnTo>
                  <a:lnTo>
                    <a:pt x="5672561" y="1016654"/>
                  </a:lnTo>
                  <a:lnTo>
                    <a:pt x="5672687" y="1016654"/>
                  </a:lnTo>
                  <a:lnTo>
                    <a:pt x="5672813" y="1016654"/>
                  </a:lnTo>
                  <a:lnTo>
                    <a:pt x="5672940" y="1016654"/>
                  </a:lnTo>
                  <a:lnTo>
                    <a:pt x="5673066" y="1016654"/>
                  </a:lnTo>
                  <a:lnTo>
                    <a:pt x="5673192" y="1016654"/>
                  </a:lnTo>
                  <a:lnTo>
                    <a:pt x="5673318" y="1016654"/>
                  </a:lnTo>
                  <a:lnTo>
                    <a:pt x="5673445" y="1016654"/>
                  </a:lnTo>
                  <a:lnTo>
                    <a:pt x="5673571" y="1016654"/>
                  </a:lnTo>
                  <a:lnTo>
                    <a:pt x="5673697" y="1016654"/>
                  </a:lnTo>
                  <a:lnTo>
                    <a:pt x="5673823" y="1016654"/>
                  </a:lnTo>
                  <a:lnTo>
                    <a:pt x="5673950" y="1016654"/>
                  </a:lnTo>
                  <a:lnTo>
                    <a:pt x="5674076" y="1016654"/>
                  </a:lnTo>
                  <a:lnTo>
                    <a:pt x="5674202" y="1016654"/>
                  </a:lnTo>
                  <a:lnTo>
                    <a:pt x="5674328" y="1016654"/>
                  </a:lnTo>
                  <a:lnTo>
                    <a:pt x="5674455" y="1016654"/>
                  </a:lnTo>
                  <a:lnTo>
                    <a:pt x="5674581" y="1016654"/>
                  </a:lnTo>
                  <a:lnTo>
                    <a:pt x="5674707" y="1016654"/>
                  </a:lnTo>
                  <a:lnTo>
                    <a:pt x="5674833" y="1016654"/>
                  </a:lnTo>
                  <a:lnTo>
                    <a:pt x="5674833" y="1011743"/>
                  </a:lnTo>
                  <a:lnTo>
                    <a:pt x="5674960" y="1011743"/>
                  </a:lnTo>
                  <a:lnTo>
                    <a:pt x="5675086" y="1011743"/>
                  </a:lnTo>
                  <a:lnTo>
                    <a:pt x="5675212" y="1011743"/>
                  </a:lnTo>
                  <a:lnTo>
                    <a:pt x="5675339" y="1011743"/>
                  </a:lnTo>
                  <a:lnTo>
                    <a:pt x="5675465" y="1011743"/>
                  </a:lnTo>
                  <a:lnTo>
                    <a:pt x="5675591" y="1011743"/>
                  </a:lnTo>
                  <a:lnTo>
                    <a:pt x="5675717" y="1011743"/>
                  </a:lnTo>
                  <a:lnTo>
                    <a:pt x="5675844" y="1011743"/>
                  </a:lnTo>
                  <a:lnTo>
                    <a:pt x="5675970" y="1011743"/>
                  </a:lnTo>
                  <a:lnTo>
                    <a:pt x="5676096" y="1011743"/>
                  </a:lnTo>
                  <a:lnTo>
                    <a:pt x="5676222" y="1011743"/>
                  </a:lnTo>
                  <a:lnTo>
                    <a:pt x="5676349" y="1011743"/>
                  </a:lnTo>
                  <a:lnTo>
                    <a:pt x="5676475" y="1011743"/>
                  </a:lnTo>
                  <a:lnTo>
                    <a:pt x="5676601" y="1011743"/>
                  </a:lnTo>
                  <a:lnTo>
                    <a:pt x="5676727" y="1011743"/>
                  </a:lnTo>
                  <a:lnTo>
                    <a:pt x="5676854" y="1011743"/>
                  </a:lnTo>
                  <a:lnTo>
                    <a:pt x="5676980" y="1011743"/>
                  </a:lnTo>
                  <a:lnTo>
                    <a:pt x="5677106" y="1011743"/>
                  </a:lnTo>
                  <a:lnTo>
                    <a:pt x="5677232" y="1011743"/>
                  </a:lnTo>
                  <a:lnTo>
                    <a:pt x="5677359" y="1011743"/>
                  </a:lnTo>
                  <a:lnTo>
                    <a:pt x="5677485" y="1011743"/>
                  </a:lnTo>
                  <a:lnTo>
                    <a:pt x="5677611" y="1011743"/>
                  </a:lnTo>
                  <a:lnTo>
                    <a:pt x="5677737" y="1011743"/>
                  </a:lnTo>
                  <a:lnTo>
                    <a:pt x="5677864" y="1011743"/>
                  </a:lnTo>
                  <a:lnTo>
                    <a:pt x="5677990" y="1011743"/>
                  </a:lnTo>
                  <a:lnTo>
                    <a:pt x="5678116" y="1011743"/>
                  </a:lnTo>
                  <a:lnTo>
                    <a:pt x="5678242" y="1011743"/>
                  </a:lnTo>
                  <a:lnTo>
                    <a:pt x="5678369" y="1011743"/>
                  </a:lnTo>
                  <a:lnTo>
                    <a:pt x="5678495" y="1011743"/>
                  </a:lnTo>
                  <a:lnTo>
                    <a:pt x="5678621" y="1011743"/>
                  </a:lnTo>
                  <a:lnTo>
                    <a:pt x="5678747" y="1011743"/>
                  </a:lnTo>
                  <a:lnTo>
                    <a:pt x="5678874" y="1011743"/>
                  </a:lnTo>
                  <a:lnTo>
                    <a:pt x="5679000" y="1011743"/>
                  </a:lnTo>
                  <a:lnTo>
                    <a:pt x="5679126" y="1011743"/>
                  </a:lnTo>
                  <a:lnTo>
                    <a:pt x="5679252" y="1011743"/>
                  </a:lnTo>
                  <a:lnTo>
                    <a:pt x="5679379" y="1011743"/>
                  </a:lnTo>
                  <a:lnTo>
                    <a:pt x="5679505" y="1011743"/>
                  </a:lnTo>
                  <a:lnTo>
                    <a:pt x="5679631" y="1011743"/>
                  </a:lnTo>
                  <a:lnTo>
                    <a:pt x="5679757" y="1011743"/>
                  </a:lnTo>
                  <a:lnTo>
                    <a:pt x="5679884" y="1011743"/>
                  </a:lnTo>
                  <a:lnTo>
                    <a:pt x="5680010" y="1011743"/>
                  </a:lnTo>
                  <a:lnTo>
                    <a:pt x="5680136" y="1011743"/>
                  </a:lnTo>
                  <a:lnTo>
                    <a:pt x="5680136" y="1006831"/>
                  </a:lnTo>
                  <a:lnTo>
                    <a:pt x="5680262" y="1006831"/>
                  </a:lnTo>
                  <a:lnTo>
                    <a:pt x="5680389" y="1006831"/>
                  </a:lnTo>
                  <a:lnTo>
                    <a:pt x="5680515" y="1006831"/>
                  </a:lnTo>
                  <a:lnTo>
                    <a:pt x="5680641" y="1006831"/>
                  </a:lnTo>
                  <a:lnTo>
                    <a:pt x="5680768" y="1006831"/>
                  </a:lnTo>
                  <a:lnTo>
                    <a:pt x="5680894" y="1006831"/>
                  </a:lnTo>
                  <a:lnTo>
                    <a:pt x="5680894" y="1001920"/>
                  </a:lnTo>
                  <a:lnTo>
                    <a:pt x="5681020" y="1001920"/>
                  </a:lnTo>
                  <a:lnTo>
                    <a:pt x="5681146" y="1001920"/>
                  </a:lnTo>
                  <a:lnTo>
                    <a:pt x="5681273" y="1001920"/>
                  </a:lnTo>
                  <a:lnTo>
                    <a:pt x="5681399" y="1001920"/>
                  </a:lnTo>
                  <a:lnTo>
                    <a:pt x="5681525" y="1001920"/>
                  </a:lnTo>
                  <a:lnTo>
                    <a:pt x="5681651" y="1001920"/>
                  </a:lnTo>
                  <a:lnTo>
                    <a:pt x="5681778" y="1001920"/>
                  </a:lnTo>
                  <a:lnTo>
                    <a:pt x="5681904" y="1001920"/>
                  </a:lnTo>
                  <a:lnTo>
                    <a:pt x="5682030" y="1001920"/>
                  </a:lnTo>
                  <a:lnTo>
                    <a:pt x="5682156" y="1001920"/>
                  </a:lnTo>
                  <a:lnTo>
                    <a:pt x="5682283" y="1001920"/>
                  </a:lnTo>
                  <a:lnTo>
                    <a:pt x="5682409" y="1001920"/>
                  </a:lnTo>
                  <a:lnTo>
                    <a:pt x="5682535" y="1001920"/>
                  </a:lnTo>
                  <a:lnTo>
                    <a:pt x="5682661" y="1001920"/>
                  </a:lnTo>
                  <a:lnTo>
                    <a:pt x="5682788" y="1001920"/>
                  </a:lnTo>
                  <a:lnTo>
                    <a:pt x="5682914" y="1001920"/>
                  </a:lnTo>
                  <a:lnTo>
                    <a:pt x="5683040" y="1001920"/>
                  </a:lnTo>
                  <a:lnTo>
                    <a:pt x="5683166" y="1001920"/>
                  </a:lnTo>
                  <a:lnTo>
                    <a:pt x="5683293" y="1001920"/>
                  </a:lnTo>
                  <a:lnTo>
                    <a:pt x="5683419" y="1001920"/>
                  </a:lnTo>
                  <a:lnTo>
                    <a:pt x="5683545" y="1001920"/>
                  </a:lnTo>
                  <a:lnTo>
                    <a:pt x="5683671" y="1001920"/>
                  </a:lnTo>
                  <a:lnTo>
                    <a:pt x="5683798" y="1001920"/>
                  </a:lnTo>
                  <a:lnTo>
                    <a:pt x="5683924" y="1001920"/>
                  </a:lnTo>
                  <a:lnTo>
                    <a:pt x="5684050" y="1001920"/>
                  </a:lnTo>
                  <a:lnTo>
                    <a:pt x="5684176" y="1001920"/>
                  </a:lnTo>
                  <a:lnTo>
                    <a:pt x="5684303" y="1001920"/>
                  </a:lnTo>
                  <a:lnTo>
                    <a:pt x="5684429" y="1001920"/>
                  </a:lnTo>
                  <a:lnTo>
                    <a:pt x="5684555" y="1001920"/>
                  </a:lnTo>
                  <a:lnTo>
                    <a:pt x="5684681" y="1001920"/>
                  </a:lnTo>
                  <a:lnTo>
                    <a:pt x="5684808" y="1001920"/>
                  </a:lnTo>
                  <a:lnTo>
                    <a:pt x="5684934" y="1001920"/>
                  </a:lnTo>
                  <a:lnTo>
                    <a:pt x="5685060" y="1001920"/>
                  </a:lnTo>
                  <a:lnTo>
                    <a:pt x="5685186" y="1001920"/>
                  </a:lnTo>
                  <a:lnTo>
                    <a:pt x="5685313" y="1001920"/>
                  </a:lnTo>
                  <a:lnTo>
                    <a:pt x="5685439" y="1001920"/>
                  </a:lnTo>
                  <a:lnTo>
                    <a:pt x="5685565" y="1001920"/>
                  </a:lnTo>
                  <a:lnTo>
                    <a:pt x="5685692" y="1001920"/>
                  </a:lnTo>
                  <a:lnTo>
                    <a:pt x="5685818" y="1001920"/>
                  </a:lnTo>
                  <a:lnTo>
                    <a:pt x="5685944" y="1001920"/>
                  </a:lnTo>
                  <a:lnTo>
                    <a:pt x="5686070" y="1001920"/>
                  </a:lnTo>
                  <a:lnTo>
                    <a:pt x="5686197" y="1001920"/>
                  </a:lnTo>
                  <a:lnTo>
                    <a:pt x="5686323" y="1001920"/>
                  </a:lnTo>
                  <a:lnTo>
                    <a:pt x="5686449" y="1001920"/>
                  </a:lnTo>
                  <a:lnTo>
                    <a:pt x="5686575" y="1001920"/>
                  </a:lnTo>
                  <a:lnTo>
                    <a:pt x="5686702" y="1001920"/>
                  </a:lnTo>
                  <a:lnTo>
                    <a:pt x="5686828" y="1001920"/>
                  </a:lnTo>
                  <a:lnTo>
                    <a:pt x="5686954" y="1001920"/>
                  </a:lnTo>
                  <a:lnTo>
                    <a:pt x="5687080" y="1001920"/>
                  </a:lnTo>
                  <a:lnTo>
                    <a:pt x="5687207" y="1001920"/>
                  </a:lnTo>
                  <a:lnTo>
                    <a:pt x="5687333" y="1001920"/>
                  </a:lnTo>
                  <a:lnTo>
                    <a:pt x="5687333" y="997009"/>
                  </a:lnTo>
                  <a:lnTo>
                    <a:pt x="5687459" y="997009"/>
                  </a:lnTo>
                  <a:lnTo>
                    <a:pt x="5687459" y="992097"/>
                  </a:lnTo>
                  <a:lnTo>
                    <a:pt x="5687585" y="992097"/>
                  </a:lnTo>
                  <a:lnTo>
                    <a:pt x="5687712" y="992097"/>
                  </a:lnTo>
                  <a:lnTo>
                    <a:pt x="5687838" y="992097"/>
                  </a:lnTo>
                  <a:lnTo>
                    <a:pt x="5687964" y="992097"/>
                  </a:lnTo>
                  <a:lnTo>
                    <a:pt x="5688090" y="992097"/>
                  </a:lnTo>
                  <a:lnTo>
                    <a:pt x="5688217" y="992097"/>
                  </a:lnTo>
                  <a:lnTo>
                    <a:pt x="5688343" y="992097"/>
                  </a:lnTo>
                  <a:lnTo>
                    <a:pt x="5688469" y="992097"/>
                  </a:lnTo>
                  <a:lnTo>
                    <a:pt x="5688595" y="992097"/>
                  </a:lnTo>
                  <a:lnTo>
                    <a:pt x="5688722" y="992097"/>
                  </a:lnTo>
                  <a:lnTo>
                    <a:pt x="5688848" y="992097"/>
                  </a:lnTo>
                  <a:lnTo>
                    <a:pt x="5688974" y="992097"/>
                  </a:lnTo>
                  <a:lnTo>
                    <a:pt x="5689100" y="992097"/>
                  </a:lnTo>
                  <a:lnTo>
                    <a:pt x="5689227" y="992097"/>
                  </a:lnTo>
                  <a:lnTo>
                    <a:pt x="5689353" y="992097"/>
                  </a:lnTo>
                  <a:lnTo>
                    <a:pt x="5689479" y="992097"/>
                  </a:lnTo>
                  <a:lnTo>
                    <a:pt x="5689605" y="992097"/>
                  </a:lnTo>
                  <a:lnTo>
                    <a:pt x="5689732" y="992097"/>
                  </a:lnTo>
                  <a:lnTo>
                    <a:pt x="5689858" y="992097"/>
                  </a:lnTo>
                  <a:lnTo>
                    <a:pt x="5689984" y="992097"/>
                  </a:lnTo>
                  <a:lnTo>
                    <a:pt x="5690110" y="992097"/>
                  </a:lnTo>
                  <a:lnTo>
                    <a:pt x="5690237" y="992097"/>
                  </a:lnTo>
                  <a:lnTo>
                    <a:pt x="5690363" y="992097"/>
                  </a:lnTo>
                  <a:lnTo>
                    <a:pt x="5690489" y="992097"/>
                  </a:lnTo>
                  <a:lnTo>
                    <a:pt x="5690615" y="992097"/>
                  </a:lnTo>
                  <a:lnTo>
                    <a:pt x="5690742" y="992097"/>
                  </a:lnTo>
                  <a:lnTo>
                    <a:pt x="5690868" y="992097"/>
                  </a:lnTo>
                  <a:lnTo>
                    <a:pt x="5690994" y="992097"/>
                  </a:lnTo>
                  <a:lnTo>
                    <a:pt x="5691121" y="992097"/>
                  </a:lnTo>
                  <a:lnTo>
                    <a:pt x="5691247" y="992097"/>
                  </a:lnTo>
                  <a:lnTo>
                    <a:pt x="5691373" y="992097"/>
                  </a:lnTo>
                  <a:lnTo>
                    <a:pt x="5691499" y="992097"/>
                  </a:lnTo>
                  <a:lnTo>
                    <a:pt x="5691626" y="992097"/>
                  </a:lnTo>
                  <a:lnTo>
                    <a:pt x="5691752" y="992097"/>
                  </a:lnTo>
                  <a:lnTo>
                    <a:pt x="5691878" y="992097"/>
                  </a:lnTo>
                  <a:lnTo>
                    <a:pt x="5692004" y="992097"/>
                  </a:lnTo>
                  <a:lnTo>
                    <a:pt x="5692131" y="992097"/>
                  </a:lnTo>
                  <a:lnTo>
                    <a:pt x="5692257" y="992097"/>
                  </a:lnTo>
                  <a:lnTo>
                    <a:pt x="5692383" y="992097"/>
                  </a:lnTo>
                  <a:lnTo>
                    <a:pt x="5692509" y="992097"/>
                  </a:lnTo>
                  <a:lnTo>
                    <a:pt x="5692636" y="992097"/>
                  </a:lnTo>
                  <a:lnTo>
                    <a:pt x="5692762" y="992097"/>
                  </a:lnTo>
                  <a:lnTo>
                    <a:pt x="5692888" y="992097"/>
                  </a:lnTo>
                  <a:lnTo>
                    <a:pt x="5693014" y="992097"/>
                  </a:lnTo>
                  <a:lnTo>
                    <a:pt x="5693141" y="992097"/>
                  </a:lnTo>
                  <a:lnTo>
                    <a:pt x="5693267" y="992097"/>
                  </a:lnTo>
                  <a:lnTo>
                    <a:pt x="5693393" y="992097"/>
                  </a:lnTo>
                  <a:lnTo>
                    <a:pt x="5693519" y="992097"/>
                  </a:lnTo>
                  <a:lnTo>
                    <a:pt x="5693646" y="992097"/>
                  </a:lnTo>
                  <a:lnTo>
                    <a:pt x="5693772" y="992097"/>
                  </a:lnTo>
                  <a:lnTo>
                    <a:pt x="5693898" y="992097"/>
                  </a:lnTo>
                  <a:lnTo>
                    <a:pt x="5694024" y="992097"/>
                  </a:lnTo>
                  <a:lnTo>
                    <a:pt x="5694151" y="992097"/>
                  </a:lnTo>
                  <a:lnTo>
                    <a:pt x="5694277" y="992097"/>
                  </a:lnTo>
                  <a:lnTo>
                    <a:pt x="5694403" y="992097"/>
                  </a:lnTo>
                  <a:lnTo>
                    <a:pt x="5694529" y="992097"/>
                  </a:lnTo>
                  <a:lnTo>
                    <a:pt x="5694656" y="992097"/>
                  </a:lnTo>
                  <a:lnTo>
                    <a:pt x="5694782" y="992097"/>
                  </a:lnTo>
                  <a:lnTo>
                    <a:pt x="5694908" y="992097"/>
                  </a:lnTo>
                  <a:lnTo>
                    <a:pt x="5695034" y="992097"/>
                  </a:lnTo>
                  <a:lnTo>
                    <a:pt x="5695161" y="992097"/>
                  </a:lnTo>
                  <a:lnTo>
                    <a:pt x="5695287" y="992097"/>
                  </a:lnTo>
                  <a:lnTo>
                    <a:pt x="5695413" y="992097"/>
                  </a:lnTo>
                  <a:lnTo>
                    <a:pt x="5695539" y="992097"/>
                  </a:lnTo>
                  <a:lnTo>
                    <a:pt x="5695666" y="992097"/>
                  </a:lnTo>
                  <a:lnTo>
                    <a:pt x="5695792" y="992097"/>
                  </a:lnTo>
                  <a:lnTo>
                    <a:pt x="5695918" y="992097"/>
                  </a:lnTo>
                  <a:lnTo>
                    <a:pt x="5696045" y="992097"/>
                  </a:lnTo>
                  <a:lnTo>
                    <a:pt x="5696171" y="992097"/>
                  </a:lnTo>
                  <a:lnTo>
                    <a:pt x="5696297" y="992097"/>
                  </a:lnTo>
                  <a:lnTo>
                    <a:pt x="5696423" y="992097"/>
                  </a:lnTo>
                  <a:lnTo>
                    <a:pt x="5696550" y="992097"/>
                  </a:lnTo>
                  <a:lnTo>
                    <a:pt x="5696676" y="992097"/>
                  </a:lnTo>
                  <a:lnTo>
                    <a:pt x="5696802" y="992097"/>
                  </a:lnTo>
                  <a:lnTo>
                    <a:pt x="5696928" y="992097"/>
                  </a:lnTo>
                  <a:lnTo>
                    <a:pt x="5697055" y="992097"/>
                  </a:lnTo>
                  <a:lnTo>
                    <a:pt x="5697181" y="992097"/>
                  </a:lnTo>
                  <a:lnTo>
                    <a:pt x="5697307" y="992097"/>
                  </a:lnTo>
                  <a:lnTo>
                    <a:pt x="5697433" y="992097"/>
                  </a:lnTo>
                  <a:lnTo>
                    <a:pt x="5697560" y="992097"/>
                  </a:lnTo>
                  <a:lnTo>
                    <a:pt x="5697686" y="992097"/>
                  </a:lnTo>
                  <a:lnTo>
                    <a:pt x="5697812" y="992097"/>
                  </a:lnTo>
                  <a:lnTo>
                    <a:pt x="5697938" y="992097"/>
                  </a:lnTo>
                  <a:lnTo>
                    <a:pt x="5698065" y="992097"/>
                  </a:lnTo>
                  <a:lnTo>
                    <a:pt x="5698191" y="992097"/>
                  </a:lnTo>
                  <a:lnTo>
                    <a:pt x="5698317" y="992097"/>
                  </a:lnTo>
                  <a:lnTo>
                    <a:pt x="5698443" y="992097"/>
                  </a:lnTo>
                  <a:lnTo>
                    <a:pt x="5698570" y="992097"/>
                  </a:lnTo>
                  <a:lnTo>
                    <a:pt x="5698696" y="992097"/>
                  </a:lnTo>
                  <a:lnTo>
                    <a:pt x="5698822" y="992097"/>
                  </a:lnTo>
                  <a:lnTo>
                    <a:pt x="5698948" y="992097"/>
                  </a:lnTo>
                  <a:lnTo>
                    <a:pt x="5699075" y="992097"/>
                  </a:lnTo>
                  <a:lnTo>
                    <a:pt x="5699201" y="992097"/>
                  </a:lnTo>
                  <a:lnTo>
                    <a:pt x="5699201" y="987186"/>
                  </a:lnTo>
                  <a:lnTo>
                    <a:pt x="5699327" y="987186"/>
                  </a:lnTo>
                  <a:lnTo>
                    <a:pt x="5699453" y="987186"/>
                  </a:lnTo>
                  <a:lnTo>
                    <a:pt x="5699580" y="987186"/>
                  </a:lnTo>
                  <a:lnTo>
                    <a:pt x="5699706" y="987186"/>
                  </a:lnTo>
                  <a:lnTo>
                    <a:pt x="5699832" y="987186"/>
                  </a:lnTo>
                  <a:lnTo>
                    <a:pt x="5699958" y="987186"/>
                  </a:lnTo>
                  <a:lnTo>
                    <a:pt x="5700085" y="987186"/>
                  </a:lnTo>
                  <a:lnTo>
                    <a:pt x="5700211" y="987186"/>
                  </a:lnTo>
                  <a:lnTo>
                    <a:pt x="5700337" y="987186"/>
                  </a:lnTo>
                  <a:lnTo>
                    <a:pt x="5700463" y="987186"/>
                  </a:lnTo>
                  <a:lnTo>
                    <a:pt x="5700590" y="987186"/>
                  </a:lnTo>
                  <a:lnTo>
                    <a:pt x="5700716" y="987186"/>
                  </a:lnTo>
                  <a:lnTo>
                    <a:pt x="5700842" y="987186"/>
                  </a:lnTo>
                  <a:lnTo>
                    <a:pt x="5700969" y="987186"/>
                  </a:lnTo>
                  <a:lnTo>
                    <a:pt x="5701095" y="987186"/>
                  </a:lnTo>
                  <a:lnTo>
                    <a:pt x="5701221" y="987186"/>
                  </a:lnTo>
                  <a:lnTo>
                    <a:pt x="5701347" y="987186"/>
                  </a:lnTo>
                  <a:lnTo>
                    <a:pt x="5701474" y="987186"/>
                  </a:lnTo>
                  <a:lnTo>
                    <a:pt x="5701600" y="987186"/>
                  </a:lnTo>
                  <a:lnTo>
                    <a:pt x="5701726" y="987186"/>
                  </a:lnTo>
                  <a:lnTo>
                    <a:pt x="5701852" y="987186"/>
                  </a:lnTo>
                  <a:lnTo>
                    <a:pt x="5701979" y="987186"/>
                  </a:lnTo>
                  <a:lnTo>
                    <a:pt x="5702105" y="987186"/>
                  </a:lnTo>
                  <a:lnTo>
                    <a:pt x="5702231" y="987186"/>
                  </a:lnTo>
                  <a:lnTo>
                    <a:pt x="5702357" y="987186"/>
                  </a:lnTo>
                  <a:lnTo>
                    <a:pt x="5702484" y="987186"/>
                  </a:lnTo>
                  <a:lnTo>
                    <a:pt x="5702610" y="987186"/>
                  </a:lnTo>
                  <a:lnTo>
                    <a:pt x="5702736" y="987186"/>
                  </a:lnTo>
                  <a:lnTo>
                    <a:pt x="5702862" y="987186"/>
                  </a:lnTo>
                  <a:lnTo>
                    <a:pt x="5702989" y="987186"/>
                  </a:lnTo>
                  <a:lnTo>
                    <a:pt x="5703115" y="987186"/>
                  </a:lnTo>
                  <a:lnTo>
                    <a:pt x="5703241" y="987186"/>
                  </a:lnTo>
                  <a:lnTo>
                    <a:pt x="5703367" y="987186"/>
                  </a:lnTo>
                  <a:lnTo>
                    <a:pt x="5703494" y="987186"/>
                  </a:lnTo>
                  <a:lnTo>
                    <a:pt x="5703620" y="987186"/>
                  </a:lnTo>
                  <a:lnTo>
                    <a:pt x="5703746" y="987186"/>
                  </a:lnTo>
                  <a:lnTo>
                    <a:pt x="5703872" y="987186"/>
                  </a:lnTo>
                  <a:lnTo>
                    <a:pt x="5703999" y="987186"/>
                  </a:lnTo>
                  <a:lnTo>
                    <a:pt x="5704125" y="987186"/>
                  </a:lnTo>
                  <a:lnTo>
                    <a:pt x="5704251" y="987186"/>
                  </a:lnTo>
                  <a:lnTo>
                    <a:pt x="5704377" y="987186"/>
                  </a:lnTo>
                  <a:lnTo>
                    <a:pt x="5704504" y="987186"/>
                  </a:lnTo>
                  <a:lnTo>
                    <a:pt x="5704630" y="987186"/>
                  </a:lnTo>
                  <a:lnTo>
                    <a:pt x="5704756" y="987186"/>
                  </a:lnTo>
                  <a:lnTo>
                    <a:pt x="5704882" y="987186"/>
                  </a:lnTo>
                  <a:lnTo>
                    <a:pt x="5705009" y="987186"/>
                  </a:lnTo>
                  <a:lnTo>
                    <a:pt x="5705135" y="987186"/>
                  </a:lnTo>
                  <a:lnTo>
                    <a:pt x="5705261" y="987186"/>
                  </a:lnTo>
                  <a:lnTo>
                    <a:pt x="5705387" y="987186"/>
                  </a:lnTo>
                  <a:lnTo>
                    <a:pt x="5705514" y="987186"/>
                  </a:lnTo>
                  <a:lnTo>
                    <a:pt x="5705640" y="987186"/>
                  </a:lnTo>
                  <a:lnTo>
                    <a:pt x="5705766" y="987186"/>
                  </a:lnTo>
                  <a:lnTo>
                    <a:pt x="5705892" y="987186"/>
                  </a:lnTo>
                  <a:lnTo>
                    <a:pt x="5706019" y="987186"/>
                  </a:lnTo>
                  <a:lnTo>
                    <a:pt x="5706145" y="987186"/>
                  </a:lnTo>
                  <a:lnTo>
                    <a:pt x="5706271" y="987186"/>
                  </a:lnTo>
                  <a:lnTo>
                    <a:pt x="5706398" y="987186"/>
                  </a:lnTo>
                  <a:lnTo>
                    <a:pt x="5706524" y="987186"/>
                  </a:lnTo>
                  <a:lnTo>
                    <a:pt x="5706524" y="982274"/>
                  </a:lnTo>
                  <a:lnTo>
                    <a:pt x="5706650" y="982274"/>
                  </a:lnTo>
                  <a:lnTo>
                    <a:pt x="5706776" y="982274"/>
                  </a:lnTo>
                  <a:lnTo>
                    <a:pt x="5706903" y="982274"/>
                  </a:lnTo>
                  <a:lnTo>
                    <a:pt x="5707029" y="982274"/>
                  </a:lnTo>
                  <a:lnTo>
                    <a:pt x="5707155" y="982274"/>
                  </a:lnTo>
                  <a:lnTo>
                    <a:pt x="5707281" y="982274"/>
                  </a:lnTo>
                  <a:lnTo>
                    <a:pt x="5707408" y="982274"/>
                  </a:lnTo>
                  <a:lnTo>
                    <a:pt x="5707534" y="982274"/>
                  </a:lnTo>
                  <a:lnTo>
                    <a:pt x="5707660" y="982274"/>
                  </a:lnTo>
                  <a:lnTo>
                    <a:pt x="5707786" y="982274"/>
                  </a:lnTo>
                  <a:lnTo>
                    <a:pt x="5707913" y="982274"/>
                  </a:lnTo>
                  <a:lnTo>
                    <a:pt x="5708039" y="982274"/>
                  </a:lnTo>
                  <a:lnTo>
                    <a:pt x="5708165" y="982274"/>
                  </a:lnTo>
                  <a:lnTo>
                    <a:pt x="5708291" y="982274"/>
                  </a:lnTo>
                  <a:lnTo>
                    <a:pt x="5708418" y="982274"/>
                  </a:lnTo>
                  <a:lnTo>
                    <a:pt x="5708544" y="982274"/>
                  </a:lnTo>
                  <a:lnTo>
                    <a:pt x="5708670" y="982274"/>
                  </a:lnTo>
                  <a:lnTo>
                    <a:pt x="5708796" y="982274"/>
                  </a:lnTo>
                  <a:lnTo>
                    <a:pt x="5708923" y="982274"/>
                  </a:lnTo>
                  <a:lnTo>
                    <a:pt x="5709049" y="982274"/>
                  </a:lnTo>
                  <a:lnTo>
                    <a:pt x="5709175" y="982274"/>
                  </a:lnTo>
                  <a:lnTo>
                    <a:pt x="5709301" y="982274"/>
                  </a:lnTo>
                  <a:lnTo>
                    <a:pt x="5709428" y="982274"/>
                  </a:lnTo>
                  <a:lnTo>
                    <a:pt x="5709554" y="982274"/>
                  </a:lnTo>
                  <a:lnTo>
                    <a:pt x="5709680" y="982274"/>
                  </a:lnTo>
                  <a:lnTo>
                    <a:pt x="5709806" y="982274"/>
                  </a:lnTo>
                  <a:lnTo>
                    <a:pt x="5709933" y="982274"/>
                  </a:lnTo>
                  <a:lnTo>
                    <a:pt x="5710059" y="982274"/>
                  </a:lnTo>
                  <a:lnTo>
                    <a:pt x="5710185" y="982274"/>
                  </a:lnTo>
                  <a:lnTo>
                    <a:pt x="5710311" y="982274"/>
                  </a:lnTo>
                  <a:lnTo>
                    <a:pt x="5710438" y="982274"/>
                  </a:lnTo>
                  <a:lnTo>
                    <a:pt x="5710564" y="982274"/>
                  </a:lnTo>
                  <a:lnTo>
                    <a:pt x="5710690" y="982274"/>
                  </a:lnTo>
                  <a:lnTo>
                    <a:pt x="5710816" y="982274"/>
                  </a:lnTo>
                  <a:lnTo>
                    <a:pt x="5710943" y="982274"/>
                  </a:lnTo>
                  <a:lnTo>
                    <a:pt x="5711069" y="982274"/>
                  </a:lnTo>
                  <a:lnTo>
                    <a:pt x="5711195" y="982274"/>
                  </a:lnTo>
                  <a:lnTo>
                    <a:pt x="5711322" y="982274"/>
                  </a:lnTo>
                  <a:lnTo>
                    <a:pt x="5711448" y="982274"/>
                  </a:lnTo>
                  <a:lnTo>
                    <a:pt x="5711574" y="982274"/>
                  </a:lnTo>
                  <a:lnTo>
                    <a:pt x="5711700" y="982274"/>
                  </a:lnTo>
                  <a:lnTo>
                    <a:pt x="5711827" y="982274"/>
                  </a:lnTo>
                  <a:lnTo>
                    <a:pt x="5711953" y="982274"/>
                  </a:lnTo>
                  <a:lnTo>
                    <a:pt x="5712079" y="982274"/>
                  </a:lnTo>
                  <a:lnTo>
                    <a:pt x="5712205" y="982274"/>
                  </a:lnTo>
                  <a:lnTo>
                    <a:pt x="5712332" y="982274"/>
                  </a:lnTo>
                  <a:lnTo>
                    <a:pt x="5712458" y="982274"/>
                  </a:lnTo>
                  <a:lnTo>
                    <a:pt x="5712584" y="982274"/>
                  </a:lnTo>
                  <a:lnTo>
                    <a:pt x="5712710" y="982274"/>
                  </a:lnTo>
                  <a:lnTo>
                    <a:pt x="5712837" y="982274"/>
                  </a:lnTo>
                  <a:lnTo>
                    <a:pt x="5712963" y="982274"/>
                  </a:lnTo>
                  <a:lnTo>
                    <a:pt x="5713089" y="982274"/>
                  </a:lnTo>
                  <a:lnTo>
                    <a:pt x="5713215" y="982274"/>
                  </a:lnTo>
                  <a:lnTo>
                    <a:pt x="5713342" y="982274"/>
                  </a:lnTo>
                  <a:lnTo>
                    <a:pt x="5713468" y="982274"/>
                  </a:lnTo>
                  <a:lnTo>
                    <a:pt x="5713594" y="982274"/>
                  </a:lnTo>
                  <a:lnTo>
                    <a:pt x="5713720" y="982274"/>
                  </a:lnTo>
                  <a:lnTo>
                    <a:pt x="5713847" y="982274"/>
                  </a:lnTo>
                  <a:lnTo>
                    <a:pt x="5713973" y="982274"/>
                  </a:lnTo>
                  <a:lnTo>
                    <a:pt x="5714099" y="982274"/>
                  </a:lnTo>
                  <a:lnTo>
                    <a:pt x="5714225" y="982274"/>
                  </a:lnTo>
                  <a:lnTo>
                    <a:pt x="5714352" y="982274"/>
                  </a:lnTo>
                  <a:lnTo>
                    <a:pt x="5714478" y="982274"/>
                  </a:lnTo>
                  <a:lnTo>
                    <a:pt x="5714604" y="982274"/>
                  </a:lnTo>
                  <a:lnTo>
                    <a:pt x="5714730" y="982274"/>
                  </a:lnTo>
                  <a:lnTo>
                    <a:pt x="5714857" y="982274"/>
                  </a:lnTo>
                  <a:lnTo>
                    <a:pt x="5714983" y="982274"/>
                  </a:lnTo>
                  <a:lnTo>
                    <a:pt x="5715109" y="982274"/>
                  </a:lnTo>
                  <a:lnTo>
                    <a:pt x="5715235" y="982274"/>
                  </a:lnTo>
                  <a:lnTo>
                    <a:pt x="5715362" y="982274"/>
                  </a:lnTo>
                  <a:lnTo>
                    <a:pt x="5715488" y="982274"/>
                  </a:lnTo>
                  <a:lnTo>
                    <a:pt x="5715488" y="977363"/>
                  </a:lnTo>
                  <a:lnTo>
                    <a:pt x="5715614" y="977363"/>
                  </a:lnTo>
                  <a:lnTo>
                    <a:pt x="5715740" y="977363"/>
                  </a:lnTo>
                  <a:lnTo>
                    <a:pt x="5715867" y="977363"/>
                  </a:lnTo>
                  <a:lnTo>
                    <a:pt x="5715993" y="977363"/>
                  </a:lnTo>
                  <a:lnTo>
                    <a:pt x="5716119" y="977363"/>
                  </a:lnTo>
                  <a:lnTo>
                    <a:pt x="5716245" y="977363"/>
                  </a:lnTo>
                  <a:lnTo>
                    <a:pt x="5716372" y="977363"/>
                  </a:lnTo>
                  <a:lnTo>
                    <a:pt x="5716498" y="977363"/>
                  </a:lnTo>
                  <a:lnTo>
                    <a:pt x="5716624" y="977363"/>
                  </a:lnTo>
                  <a:lnTo>
                    <a:pt x="5716751" y="977363"/>
                  </a:lnTo>
                  <a:lnTo>
                    <a:pt x="5716877" y="977363"/>
                  </a:lnTo>
                  <a:lnTo>
                    <a:pt x="5717003" y="977363"/>
                  </a:lnTo>
                  <a:lnTo>
                    <a:pt x="5717129" y="977363"/>
                  </a:lnTo>
                  <a:lnTo>
                    <a:pt x="5717256" y="977363"/>
                  </a:lnTo>
                  <a:lnTo>
                    <a:pt x="5717382" y="977363"/>
                  </a:lnTo>
                  <a:lnTo>
                    <a:pt x="5717508" y="977363"/>
                  </a:lnTo>
                  <a:lnTo>
                    <a:pt x="5717634" y="977363"/>
                  </a:lnTo>
                  <a:lnTo>
                    <a:pt x="5717761" y="977363"/>
                  </a:lnTo>
                  <a:lnTo>
                    <a:pt x="5717761" y="972452"/>
                  </a:lnTo>
                  <a:lnTo>
                    <a:pt x="5717887" y="972452"/>
                  </a:lnTo>
                  <a:lnTo>
                    <a:pt x="5718013" y="972452"/>
                  </a:lnTo>
                  <a:lnTo>
                    <a:pt x="5718139" y="972452"/>
                  </a:lnTo>
                  <a:lnTo>
                    <a:pt x="5718266" y="972452"/>
                  </a:lnTo>
                  <a:lnTo>
                    <a:pt x="5718392" y="972452"/>
                  </a:lnTo>
                  <a:lnTo>
                    <a:pt x="5718518" y="972452"/>
                  </a:lnTo>
                  <a:lnTo>
                    <a:pt x="5718644" y="972452"/>
                  </a:lnTo>
                  <a:lnTo>
                    <a:pt x="5718771" y="972452"/>
                  </a:lnTo>
                  <a:lnTo>
                    <a:pt x="5718897" y="972452"/>
                  </a:lnTo>
                  <a:lnTo>
                    <a:pt x="5719023" y="972452"/>
                  </a:lnTo>
                  <a:lnTo>
                    <a:pt x="5719149" y="972452"/>
                  </a:lnTo>
                  <a:lnTo>
                    <a:pt x="5719276" y="972452"/>
                  </a:lnTo>
                  <a:lnTo>
                    <a:pt x="5719402" y="972452"/>
                  </a:lnTo>
                  <a:lnTo>
                    <a:pt x="5719528" y="972452"/>
                  </a:lnTo>
                  <a:lnTo>
                    <a:pt x="5719654" y="972452"/>
                  </a:lnTo>
                  <a:lnTo>
                    <a:pt x="5719781" y="972452"/>
                  </a:lnTo>
                  <a:lnTo>
                    <a:pt x="5719907" y="972452"/>
                  </a:lnTo>
                  <a:lnTo>
                    <a:pt x="5720033" y="972452"/>
                  </a:lnTo>
                  <a:lnTo>
                    <a:pt x="5720159" y="972452"/>
                  </a:lnTo>
                  <a:lnTo>
                    <a:pt x="5720286" y="972452"/>
                  </a:lnTo>
                  <a:lnTo>
                    <a:pt x="5720412" y="972452"/>
                  </a:lnTo>
                  <a:lnTo>
                    <a:pt x="5720538" y="972452"/>
                  </a:lnTo>
                  <a:lnTo>
                    <a:pt x="5720664" y="972452"/>
                  </a:lnTo>
                  <a:lnTo>
                    <a:pt x="5720791" y="972452"/>
                  </a:lnTo>
                  <a:lnTo>
                    <a:pt x="5720917" y="972452"/>
                  </a:lnTo>
                  <a:lnTo>
                    <a:pt x="5721043" y="972452"/>
                  </a:lnTo>
                  <a:lnTo>
                    <a:pt x="5721169" y="972452"/>
                  </a:lnTo>
                  <a:lnTo>
                    <a:pt x="5721296" y="972452"/>
                  </a:lnTo>
                  <a:lnTo>
                    <a:pt x="5721422" y="972452"/>
                  </a:lnTo>
                  <a:lnTo>
                    <a:pt x="5721548" y="972452"/>
                  </a:lnTo>
                  <a:lnTo>
                    <a:pt x="5721675" y="972452"/>
                  </a:lnTo>
                  <a:lnTo>
                    <a:pt x="5721801" y="972452"/>
                  </a:lnTo>
                  <a:lnTo>
                    <a:pt x="5721927" y="972452"/>
                  </a:lnTo>
                  <a:lnTo>
                    <a:pt x="5722053" y="972452"/>
                  </a:lnTo>
                  <a:lnTo>
                    <a:pt x="5722180" y="972452"/>
                  </a:lnTo>
                  <a:lnTo>
                    <a:pt x="5722306" y="972452"/>
                  </a:lnTo>
                  <a:lnTo>
                    <a:pt x="5722432" y="972452"/>
                  </a:lnTo>
                  <a:lnTo>
                    <a:pt x="5722558" y="972452"/>
                  </a:lnTo>
                  <a:lnTo>
                    <a:pt x="5722685" y="972452"/>
                  </a:lnTo>
                  <a:lnTo>
                    <a:pt x="5722811" y="972452"/>
                  </a:lnTo>
                  <a:lnTo>
                    <a:pt x="5722937" y="972452"/>
                  </a:lnTo>
                  <a:lnTo>
                    <a:pt x="5723063" y="972452"/>
                  </a:lnTo>
                  <a:lnTo>
                    <a:pt x="5723190" y="972452"/>
                  </a:lnTo>
                  <a:lnTo>
                    <a:pt x="5723316" y="972452"/>
                  </a:lnTo>
                  <a:lnTo>
                    <a:pt x="5723442" y="972452"/>
                  </a:lnTo>
                  <a:lnTo>
                    <a:pt x="5723568" y="972452"/>
                  </a:lnTo>
                  <a:lnTo>
                    <a:pt x="5723695" y="972452"/>
                  </a:lnTo>
                  <a:lnTo>
                    <a:pt x="5723821" y="972452"/>
                  </a:lnTo>
                  <a:lnTo>
                    <a:pt x="5723947" y="972452"/>
                  </a:lnTo>
                  <a:lnTo>
                    <a:pt x="5724073" y="972452"/>
                  </a:lnTo>
                  <a:lnTo>
                    <a:pt x="5724200" y="972452"/>
                  </a:lnTo>
                  <a:lnTo>
                    <a:pt x="5724326" y="972452"/>
                  </a:lnTo>
                  <a:lnTo>
                    <a:pt x="5724452" y="972452"/>
                  </a:lnTo>
                  <a:lnTo>
                    <a:pt x="5724578" y="972452"/>
                  </a:lnTo>
                  <a:lnTo>
                    <a:pt x="5724705" y="972452"/>
                  </a:lnTo>
                  <a:lnTo>
                    <a:pt x="5724831" y="972452"/>
                  </a:lnTo>
                  <a:lnTo>
                    <a:pt x="5724957" y="972452"/>
                  </a:lnTo>
                  <a:lnTo>
                    <a:pt x="5725083" y="972452"/>
                  </a:lnTo>
                  <a:lnTo>
                    <a:pt x="5725210" y="972452"/>
                  </a:lnTo>
                  <a:lnTo>
                    <a:pt x="5725336" y="972452"/>
                  </a:lnTo>
                  <a:lnTo>
                    <a:pt x="5725462" y="972452"/>
                  </a:lnTo>
                  <a:lnTo>
                    <a:pt x="5725588" y="972452"/>
                  </a:lnTo>
                  <a:lnTo>
                    <a:pt x="5725715" y="972452"/>
                  </a:lnTo>
                  <a:lnTo>
                    <a:pt x="5725841" y="972452"/>
                  </a:lnTo>
                  <a:lnTo>
                    <a:pt x="5725967" y="972452"/>
                  </a:lnTo>
                  <a:lnTo>
                    <a:pt x="5726093" y="972452"/>
                  </a:lnTo>
                  <a:lnTo>
                    <a:pt x="5726220" y="972452"/>
                  </a:lnTo>
                  <a:lnTo>
                    <a:pt x="5726346" y="972452"/>
                  </a:lnTo>
                  <a:lnTo>
                    <a:pt x="5726472" y="972452"/>
                  </a:lnTo>
                  <a:lnTo>
                    <a:pt x="5726598" y="972452"/>
                  </a:lnTo>
                  <a:lnTo>
                    <a:pt x="5726725" y="972452"/>
                  </a:lnTo>
                  <a:lnTo>
                    <a:pt x="5726851" y="972452"/>
                  </a:lnTo>
                  <a:lnTo>
                    <a:pt x="5726977" y="972452"/>
                  </a:lnTo>
                  <a:lnTo>
                    <a:pt x="5727104" y="972452"/>
                  </a:lnTo>
                  <a:lnTo>
                    <a:pt x="5727230" y="972452"/>
                  </a:lnTo>
                  <a:lnTo>
                    <a:pt x="5727356" y="972452"/>
                  </a:lnTo>
                  <a:lnTo>
                    <a:pt x="5727482" y="972452"/>
                  </a:lnTo>
                  <a:lnTo>
                    <a:pt x="5727609" y="972452"/>
                  </a:lnTo>
                  <a:lnTo>
                    <a:pt x="5727735" y="972452"/>
                  </a:lnTo>
                  <a:lnTo>
                    <a:pt x="5727861" y="972452"/>
                  </a:lnTo>
                  <a:lnTo>
                    <a:pt x="5727987" y="972452"/>
                  </a:lnTo>
                  <a:lnTo>
                    <a:pt x="5728114" y="972452"/>
                  </a:lnTo>
                  <a:lnTo>
                    <a:pt x="5728240" y="972452"/>
                  </a:lnTo>
                  <a:lnTo>
                    <a:pt x="5728366" y="972452"/>
                  </a:lnTo>
                  <a:lnTo>
                    <a:pt x="5728492" y="972452"/>
                  </a:lnTo>
                  <a:lnTo>
                    <a:pt x="5728619" y="972452"/>
                  </a:lnTo>
                  <a:lnTo>
                    <a:pt x="5728745" y="972452"/>
                  </a:lnTo>
                  <a:lnTo>
                    <a:pt x="5728871" y="972452"/>
                  </a:lnTo>
                  <a:lnTo>
                    <a:pt x="5728997" y="972452"/>
                  </a:lnTo>
                  <a:lnTo>
                    <a:pt x="5729124" y="972452"/>
                  </a:lnTo>
                  <a:lnTo>
                    <a:pt x="5729250" y="972452"/>
                  </a:lnTo>
                  <a:lnTo>
                    <a:pt x="5729376" y="972452"/>
                  </a:lnTo>
                  <a:lnTo>
                    <a:pt x="5729502" y="972452"/>
                  </a:lnTo>
                  <a:lnTo>
                    <a:pt x="5729629" y="972452"/>
                  </a:lnTo>
                  <a:lnTo>
                    <a:pt x="5729755" y="972452"/>
                  </a:lnTo>
                  <a:lnTo>
                    <a:pt x="5729881" y="972452"/>
                  </a:lnTo>
                  <a:lnTo>
                    <a:pt x="5730007" y="972452"/>
                  </a:lnTo>
                  <a:lnTo>
                    <a:pt x="5730134" y="972452"/>
                  </a:lnTo>
                  <a:lnTo>
                    <a:pt x="5730260" y="972452"/>
                  </a:lnTo>
                  <a:lnTo>
                    <a:pt x="5730386" y="972452"/>
                  </a:lnTo>
                  <a:lnTo>
                    <a:pt x="5730512" y="972452"/>
                  </a:lnTo>
                  <a:lnTo>
                    <a:pt x="5730639" y="972452"/>
                  </a:lnTo>
                  <a:lnTo>
                    <a:pt x="5730765" y="972452"/>
                  </a:lnTo>
                  <a:lnTo>
                    <a:pt x="5730891" y="972452"/>
                  </a:lnTo>
                  <a:lnTo>
                    <a:pt x="5731017" y="972452"/>
                  </a:lnTo>
                  <a:lnTo>
                    <a:pt x="5731144" y="972452"/>
                  </a:lnTo>
                  <a:lnTo>
                    <a:pt x="5731270" y="972452"/>
                  </a:lnTo>
                  <a:lnTo>
                    <a:pt x="5731396" y="972452"/>
                  </a:lnTo>
                  <a:lnTo>
                    <a:pt x="5731522" y="972452"/>
                  </a:lnTo>
                  <a:lnTo>
                    <a:pt x="5731649" y="972452"/>
                  </a:lnTo>
                  <a:lnTo>
                    <a:pt x="5731775" y="972452"/>
                  </a:lnTo>
                  <a:lnTo>
                    <a:pt x="5731901" y="972452"/>
                  </a:lnTo>
                  <a:lnTo>
                    <a:pt x="5732028" y="972452"/>
                  </a:lnTo>
                  <a:lnTo>
                    <a:pt x="5732154" y="972452"/>
                  </a:lnTo>
                  <a:lnTo>
                    <a:pt x="5732280" y="972452"/>
                  </a:lnTo>
                  <a:lnTo>
                    <a:pt x="5732406" y="972452"/>
                  </a:lnTo>
                  <a:lnTo>
                    <a:pt x="5732406" y="967540"/>
                  </a:lnTo>
                  <a:lnTo>
                    <a:pt x="5732533" y="967540"/>
                  </a:lnTo>
                  <a:lnTo>
                    <a:pt x="5732659" y="967540"/>
                  </a:lnTo>
                  <a:lnTo>
                    <a:pt x="5732785" y="967540"/>
                  </a:lnTo>
                  <a:lnTo>
                    <a:pt x="5732911" y="967540"/>
                  </a:lnTo>
                  <a:lnTo>
                    <a:pt x="5733038" y="967540"/>
                  </a:lnTo>
                  <a:lnTo>
                    <a:pt x="5733164" y="967540"/>
                  </a:lnTo>
                  <a:lnTo>
                    <a:pt x="5733290" y="967540"/>
                  </a:lnTo>
                  <a:lnTo>
                    <a:pt x="5733416" y="967540"/>
                  </a:lnTo>
                  <a:lnTo>
                    <a:pt x="5733543" y="967540"/>
                  </a:lnTo>
                  <a:lnTo>
                    <a:pt x="5733669" y="967540"/>
                  </a:lnTo>
                  <a:lnTo>
                    <a:pt x="5733795" y="967540"/>
                  </a:lnTo>
                  <a:lnTo>
                    <a:pt x="5733921" y="967540"/>
                  </a:lnTo>
                  <a:lnTo>
                    <a:pt x="5734048" y="967540"/>
                  </a:lnTo>
                  <a:lnTo>
                    <a:pt x="5734174" y="967540"/>
                  </a:lnTo>
                  <a:lnTo>
                    <a:pt x="5734300" y="967540"/>
                  </a:lnTo>
                  <a:lnTo>
                    <a:pt x="5734426" y="967540"/>
                  </a:lnTo>
                  <a:lnTo>
                    <a:pt x="5734553" y="967540"/>
                  </a:lnTo>
                  <a:lnTo>
                    <a:pt x="5734679" y="967540"/>
                  </a:lnTo>
                  <a:lnTo>
                    <a:pt x="5734805" y="967540"/>
                  </a:lnTo>
                  <a:lnTo>
                    <a:pt x="5734931" y="967540"/>
                  </a:lnTo>
                  <a:lnTo>
                    <a:pt x="5735058" y="967540"/>
                  </a:lnTo>
                  <a:lnTo>
                    <a:pt x="5735184" y="967540"/>
                  </a:lnTo>
                  <a:lnTo>
                    <a:pt x="5735184" y="962629"/>
                  </a:lnTo>
                  <a:lnTo>
                    <a:pt x="5735310" y="962629"/>
                  </a:lnTo>
                  <a:lnTo>
                    <a:pt x="5735436" y="962629"/>
                  </a:lnTo>
                  <a:lnTo>
                    <a:pt x="5735563" y="962629"/>
                  </a:lnTo>
                  <a:lnTo>
                    <a:pt x="5735689" y="962629"/>
                  </a:lnTo>
                  <a:lnTo>
                    <a:pt x="5735815" y="962629"/>
                  </a:lnTo>
                  <a:lnTo>
                    <a:pt x="5735941" y="962629"/>
                  </a:lnTo>
                  <a:lnTo>
                    <a:pt x="5736068" y="962629"/>
                  </a:lnTo>
                  <a:lnTo>
                    <a:pt x="5736194" y="962629"/>
                  </a:lnTo>
                  <a:lnTo>
                    <a:pt x="5736320" y="962629"/>
                  </a:lnTo>
                  <a:lnTo>
                    <a:pt x="5736446" y="962629"/>
                  </a:lnTo>
                  <a:lnTo>
                    <a:pt x="5736573" y="962629"/>
                  </a:lnTo>
                  <a:lnTo>
                    <a:pt x="5736699" y="962629"/>
                  </a:lnTo>
                  <a:lnTo>
                    <a:pt x="5736825" y="962629"/>
                  </a:lnTo>
                  <a:lnTo>
                    <a:pt x="5736951" y="962629"/>
                  </a:lnTo>
                  <a:lnTo>
                    <a:pt x="5737078" y="962629"/>
                  </a:lnTo>
                  <a:lnTo>
                    <a:pt x="5737204" y="962629"/>
                  </a:lnTo>
                  <a:lnTo>
                    <a:pt x="5737330" y="962629"/>
                  </a:lnTo>
                  <a:lnTo>
                    <a:pt x="5737457" y="962629"/>
                  </a:lnTo>
                  <a:lnTo>
                    <a:pt x="5737583" y="962629"/>
                  </a:lnTo>
                  <a:lnTo>
                    <a:pt x="5737709" y="962629"/>
                  </a:lnTo>
                  <a:lnTo>
                    <a:pt x="5737835" y="962629"/>
                  </a:lnTo>
                  <a:lnTo>
                    <a:pt x="5737962" y="962629"/>
                  </a:lnTo>
                  <a:lnTo>
                    <a:pt x="5738088" y="962629"/>
                  </a:lnTo>
                  <a:lnTo>
                    <a:pt x="5738214" y="962629"/>
                  </a:lnTo>
                  <a:lnTo>
                    <a:pt x="5738340" y="962629"/>
                  </a:lnTo>
                  <a:lnTo>
                    <a:pt x="5738467" y="962629"/>
                  </a:lnTo>
                  <a:lnTo>
                    <a:pt x="5738593" y="962629"/>
                  </a:lnTo>
                  <a:lnTo>
                    <a:pt x="5738719" y="962629"/>
                  </a:lnTo>
                  <a:lnTo>
                    <a:pt x="5738845" y="962629"/>
                  </a:lnTo>
                  <a:lnTo>
                    <a:pt x="5738972" y="962629"/>
                  </a:lnTo>
                  <a:lnTo>
                    <a:pt x="5739098" y="962629"/>
                  </a:lnTo>
                  <a:lnTo>
                    <a:pt x="5739224" y="962629"/>
                  </a:lnTo>
                  <a:lnTo>
                    <a:pt x="5739350" y="962629"/>
                  </a:lnTo>
                  <a:lnTo>
                    <a:pt x="5739477" y="962629"/>
                  </a:lnTo>
                  <a:lnTo>
                    <a:pt x="5739603" y="962629"/>
                  </a:lnTo>
                  <a:lnTo>
                    <a:pt x="5739729" y="962629"/>
                  </a:lnTo>
                  <a:lnTo>
                    <a:pt x="5739855" y="962629"/>
                  </a:lnTo>
                  <a:lnTo>
                    <a:pt x="5739982" y="962629"/>
                  </a:lnTo>
                  <a:lnTo>
                    <a:pt x="5740108" y="962629"/>
                  </a:lnTo>
                  <a:lnTo>
                    <a:pt x="5740234" y="962629"/>
                  </a:lnTo>
                  <a:lnTo>
                    <a:pt x="5740360" y="962629"/>
                  </a:lnTo>
                  <a:lnTo>
                    <a:pt x="5740487" y="962629"/>
                  </a:lnTo>
                  <a:lnTo>
                    <a:pt x="5740613" y="962629"/>
                  </a:lnTo>
                  <a:lnTo>
                    <a:pt x="5740739" y="962629"/>
                  </a:lnTo>
                  <a:lnTo>
                    <a:pt x="5740865" y="962629"/>
                  </a:lnTo>
                  <a:lnTo>
                    <a:pt x="5740992" y="962629"/>
                  </a:lnTo>
                  <a:lnTo>
                    <a:pt x="5741118" y="962629"/>
                  </a:lnTo>
                  <a:lnTo>
                    <a:pt x="5741244" y="962629"/>
                  </a:lnTo>
                  <a:lnTo>
                    <a:pt x="5741370" y="962629"/>
                  </a:lnTo>
                  <a:lnTo>
                    <a:pt x="5741497" y="962629"/>
                  </a:lnTo>
                  <a:lnTo>
                    <a:pt x="5741623" y="962629"/>
                  </a:lnTo>
                  <a:lnTo>
                    <a:pt x="5741749" y="962629"/>
                  </a:lnTo>
                  <a:lnTo>
                    <a:pt x="5741875" y="962629"/>
                  </a:lnTo>
                  <a:lnTo>
                    <a:pt x="5742002" y="962629"/>
                  </a:lnTo>
                  <a:lnTo>
                    <a:pt x="5742128" y="962629"/>
                  </a:lnTo>
                  <a:lnTo>
                    <a:pt x="5742254" y="962629"/>
                  </a:lnTo>
                  <a:lnTo>
                    <a:pt x="5742381" y="962629"/>
                  </a:lnTo>
                  <a:lnTo>
                    <a:pt x="5742507" y="962629"/>
                  </a:lnTo>
                  <a:lnTo>
                    <a:pt x="5742633" y="962629"/>
                  </a:lnTo>
                  <a:lnTo>
                    <a:pt x="5742759" y="962629"/>
                  </a:lnTo>
                  <a:lnTo>
                    <a:pt x="5742886" y="962629"/>
                  </a:lnTo>
                  <a:lnTo>
                    <a:pt x="5743012" y="962629"/>
                  </a:lnTo>
                  <a:lnTo>
                    <a:pt x="5743138" y="962629"/>
                  </a:lnTo>
                  <a:lnTo>
                    <a:pt x="5743264" y="962629"/>
                  </a:lnTo>
                  <a:lnTo>
                    <a:pt x="5743391" y="962629"/>
                  </a:lnTo>
                  <a:lnTo>
                    <a:pt x="5743517" y="962629"/>
                  </a:lnTo>
                  <a:lnTo>
                    <a:pt x="5743643" y="962629"/>
                  </a:lnTo>
                  <a:lnTo>
                    <a:pt x="5743769" y="962629"/>
                  </a:lnTo>
                  <a:lnTo>
                    <a:pt x="5743896" y="962629"/>
                  </a:lnTo>
                  <a:lnTo>
                    <a:pt x="5744022" y="962629"/>
                  </a:lnTo>
                  <a:lnTo>
                    <a:pt x="5744148" y="962629"/>
                  </a:lnTo>
                  <a:lnTo>
                    <a:pt x="5744274" y="962629"/>
                  </a:lnTo>
                  <a:lnTo>
                    <a:pt x="5744401" y="962629"/>
                  </a:lnTo>
                  <a:lnTo>
                    <a:pt x="5744527" y="962629"/>
                  </a:lnTo>
                  <a:lnTo>
                    <a:pt x="5744653" y="962629"/>
                  </a:lnTo>
                  <a:lnTo>
                    <a:pt x="5744779" y="962629"/>
                  </a:lnTo>
                  <a:lnTo>
                    <a:pt x="5744906" y="962629"/>
                  </a:lnTo>
                  <a:lnTo>
                    <a:pt x="5745032" y="962629"/>
                  </a:lnTo>
                  <a:lnTo>
                    <a:pt x="5745158" y="962629"/>
                  </a:lnTo>
                  <a:lnTo>
                    <a:pt x="5745284" y="962629"/>
                  </a:lnTo>
                  <a:lnTo>
                    <a:pt x="5745411" y="962629"/>
                  </a:lnTo>
                  <a:lnTo>
                    <a:pt x="5745537" y="962629"/>
                  </a:lnTo>
                  <a:lnTo>
                    <a:pt x="5745537" y="957718"/>
                  </a:lnTo>
                  <a:lnTo>
                    <a:pt x="5745663" y="957718"/>
                  </a:lnTo>
                  <a:lnTo>
                    <a:pt x="5745789" y="957718"/>
                  </a:lnTo>
                  <a:lnTo>
                    <a:pt x="5745916" y="957718"/>
                  </a:lnTo>
                  <a:lnTo>
                    <a:pt x="5746042" y="957718"/>
                  </a:lnTo>
                  <a:lnTo>
                    <a:pt x="5746168" y="957718"/>
                  </a:lnTo>
                  <a:lnTo>
                    <a:pt x="5746294" y="957718"/>
                  </a:lnTo>
                  <a:lnTo>
                    <a:pt x="5746421" y="957718"/>
                  </a:lnTo>
                  <a:lnTo>
                    <a:pt x="5746547" y="957718"/>
                  </a:lnTo>
                  <a:lnTo>
                    <a:pt x="5746673" y="957718"/>
                  </a:lnTo>
                  <a:lnTo>
                    <a:pt x="5746799" y="957718"/>
                  </a:lnTo>
                  <a:lnTo>
                    <a:pt x="5746926" y="957718"/>
                  </a:lnTo>
                  <a:lnTo>
                    <a:pt x="5747052" y="957718"/>
                  </a:lnTo>
                  <a:lnTo>
                    <a:pt x="5747178" y="957718"/>
                  </a:lnTo>
                  <a:lnTo>
                    <a:pt x="5747304" y="957718"/>
                  </a:lnTo>
                  <a:lnTo>
                    <a:pt x="5747431" y="957718"/>
                  </a:lnTo>
                  <a:lnTo>
                    <a:pt x="5747557" y="957718"/>
                  </a:lnTo>
                  <a:lnTo>
                    <a:pt x="5747683" y="957718"/>
                  </a:lnTo>
                  <a:lnTo>
                    <a:pt x="5747810" y="957718"/>
                  </a:lnTo>
                  <a:lnTo>
                    <a:pt x="5747936" y="957718"/>
                  </a:lnTo>
                  <a:lnTo>
                    <a:pt x="5748062" y="957718"/>
                  </a:lnTo>
                  <a:lnTo>
                    <a:pt x="5748188" y="957718"/>
                  </a:lnTo>
                  <a:lnTo>
                    <a:pt x="5748315" y="957718"/>
                  </a:lnTo>
                  <a:lnTo>
                    <a:pt x="5748441" y="957718"/>
                  </a:lnTo>
                  <a:lnTo>
                    <a:pt x="5748567" y="957718"/>
                  </a:lnTo>
                  <a:lnTo>
                    <a:pt x="5748693" y="957718"/>
                  </a:lnTo>
                  <a:lnTo>
                    <a:pt x="5748820" y="957718"/>
                  </a:lnTo>
                  <a:lnTo>
                    <a:pt x="5748946" y="957718"/>
                  </a:lnTo>
                  <a:lnTo>
                    <a:pt x="5749072" y="957718"/>
                  </a:lnTo>
                  <a:lnTo>
                    <a:pt x="5749198" y="957718"/>
                  </a:lnTo>
                  <a:lnTo>
                    <a:pt x="5749325" y="957718"/>
                  </a:lnTo>
                  <a:lnTo>
                    <a:pt x="5749451" y="957718"/>
                  </a:lnTo>
                  <a:lnTo>
                    <a:pt x="5749577" y="957718"/>
                  </a:lnTo>
                  <a:lnTo>
                    <a:pt x="5749703" y="957718"/>
                  </a:lnTo>
                  <a:lnTo>
                    <a:pt x="5749830" y="957718"/>
                  </a:lnTo>
                  <a:lnTo>
                    <a:pt x="5749956" y="957718"/>
                  </a:lnTo>
                  <a:lnTo>
                    <a:pt x="5750082" y="957718"/>
                  </a:lnTo>
                  <a:lnTo>
                    <a:pt x="5750208" y="957718"/>
                  </a:lnTo>
                  <a:lnTo>
                    <a:pt x="5750335" y="957718"/>
                  </a:lnTo>
                  <a:lnTo>
                    <a:pt x="5750461" y="957718"/>
                  </a:lnTo>
                  <a:lnTo>
                    <a:pt x="5750587" y="957718"/>
                  </a:lnTo>
                  <a:lnTo>
                    <a:pt x="5750713" y="957718"/>
                  </a:lnTo>
                  <a:lnTo>
                    <a:pt x="5750840" y="957718"/>
                  </a:lnTo>
                  <a:lnTo>
                    <a:pt x="5750966" y="957718"/>
                  </a:lnTo>
                  <a:lnTo>
                    <a:pt x="5751092" y="957718"/>
                  </a:lnTo>
                  <a:lnTo>
                    <a:pt x="5751218" y="957718"/>
                  </a:lnTo>
                  <a:lnTo>
                    <a:pt x="5751345" y="957718"/>
                  </a:lnTo>
                  <a:lnTo>
                    <a:pt x="5751471" y="957718"/>
                  </a:lnTo>
                  <a:lnTo>
                    <a:pt x="5751597" y="957718"/>
                  </a:lnTo>
                  <a:lnTo>
                    <a:pt x="5751723" y="957718"/>
                  </a:lnTo>
                  <a:lnTo>
                    <a:pt x="5751850" y="957718"/>
                  </a:lnTo>
                  <a:lnTo>
                    <a:pt x="5751976" y="957718"/>
                  </a:lnTo>
                  <a:lnTo>
                    <a:pt x="5752102" y="957718"/>
                  </a:lnTo>
                  <a:lnTo>
                    <a:pt x="5752228" y="957718"/>
                  </a:lnTo>
                  <a:lnTo>
                    <a:pt x="5752355" y="957718"/>
                  </a:lnTo>
                  <a:lnTo>
                    <a:pt x="5752481" y="957718"/>
                  </a:lnTo>
                  <a:lnTo>
                    <a:pt x="5752607" y="957718"/>
                  </a:lnTo>
                  <a:lnTo>
                    <a:pt x="5752734" y="957718"/>
                  </a:lnTo>
                  <a:lnTo>
                    <a:pt x="5752860" y="957718"/>
                  </a:lnTo>
                  <a:lnTo>
                    <a:pt x="5752986" y="957718"/>
                  </a:lnTo>
                  <a:lnTo>
                    <a:pt x="5753112" y="957718"/>
                  </a:lnTo>
                  <a:lnTo>
                    <a:pt x="5753239" y="957718"/>
                  </a:lnTo>
                  <a:lnTo>
                    <a:pt x="5753365" y="957718"/>
                  </a:lnTo>
                  <a:lnTo>
                    <a:pt x="5753491" y="957718"/>
                  </a:lnTo>
                  <a:lnTo>
                    <a:pt x="5753617" y="957718"/>
                  </a:lnTo>
                  <a:lnTo>
                    <a:pt x="5753744" y="957718"/>
                  </a:lnTo>
                  <a:lnTo>
                    <a:pt x="5753870" y="957718"/>
                  </a:lnTo>
                  <a:lnTo>
                    <a:pt x="5753996" y="957718"/>
                  </a:lnTo>
                  <a:lnTo>
                    <a:pt x="5754122" y="957718"/>
                  </a:lnTo>
                  <a:lnTo>
                    <a:pt x="5754249" y="957718"/>
                  </a:lnTo>
                  <a:lnTo>
                    <a:pt x="5754375" y="957718"/>
                  </a:lnTo>
                  <a:lnTo>
                    <a:pt x="5754501" y="957718"/>
                  </a:lnTo>
                  <a:lnTo>
                    <a:pt x="5754627" y="957718"/>
                  </a:lnTo>
                  <a:lnTo>
                    <a:pt x="5754754" y="957718"/>
                  </a:lnTo>
                  <a:lnTo>
                    <a:pt x="5754880" y="957718"/>
                  </a:lnTo>
                  <a:lnTo>
                    <a:pt x="5755006" y="957718"/>
                  </a:lnTo>
                  <a:lnTo>
                    <a:pt x="5755132" y="957718"/>
                  </a:lnTo>
                  <a:lnTo>
                    <a:pt x="5755259" y="957718"/>
                  </a:lnTo>
                  <a:lnTo>
                    <a:pt x="5755385" y="957718"/>
                  </a:lnTo>
                  <a:lnTo>
                    <a:pt x="5755511" y="957718"/>
                  </a:lnTo>
                  <a:lnTo>
                    <a:pt x="5755637" y="957718"/>
                  </a:lnTo>
                  <a:lnTo>
                    <a:pt x="5755764" y="957718"/>
                  </a:lnTo>
                  <a:lnTo>
                    <a:pt x="5755890" y="957718"/>
                  </a:lnTo>
                  <a:lnTo>
                    <a:pt x="5756016" y="957718"/>
                  </a:lnTo>
                  <a:lnTo>
                    <a:pt x="5756142" y="957718"/>
                  </a:lnTo>
                  <a:lnTo>
                    <a:pt x="5756269" y="957718"/>
                  </a:lnTo>
                  <a:lnTo>
                    <a:pt x="5756395" y="957718"/>
                  </a:lnTo>
                  <a:lnTo>
                    <a:pt x="5756521" y="957718"/>
                  </a:lnTo>
                  <a:lnTo>
                    <a:pt x="5756647" y="957718"/>
                  </a:lnTo>
                  <a:lnTo>
                    <a:pt x="5756774" y="957718"/>
                  </a:lnTo>
                  <a:lnTo>
                    <a:pt x="5756900" y="957718"/>
                  </a:lnTo>
                  <a:lnTo>
                    <a:pt x="5757026" y="957718"/>
                  </a:lnTo>
                  <a:lnTo>
                    <a:pt x="5757152" y="957718"/>
                  </a:lnTo>
                  <a:lnTo>
                    <a:pt x="5757279" y="957718"/>
                  </a:lnTo>
                  <a:lnTo>
                    <a:pt x="5757405" y="957718"/>
                  </a:lnTo>
                  <a:lnTo>
                    <a:pt x="5757531" y="957718"/>
                  </a:lnTo>
                  <a:lnTo>
                    <a:pt x="5757657" y="957718"/>
                  </a:lnTo>
                  <a:lnTo>
                    <a:pt x="5757784" y="957718"/>
                  </a:lnTo>
                  <a:lnTo>
                    <a:pt x="5757910" y="957718"/>
                  </a:lnTo>
                  <a:lnTo>
                    <a:pt x="5758036" y="957718"/>
                  </a:lnTo>
                  <a:lnTo>
                    <a:pt x="5758163" y="957718"/>
                  </a:lnTo>
                  <a:lnTo>
                    <a:pt x="5758289" y="957718"/>
                  </a:lnTo>
                  <a:lnTo>
                    <a:pt x="5758415" y="957718"/>
                  </a:lnTo>
                  <a:lnTo>
                    <a:pt x="5758541" y="957718"/>
                  </a:lnTo>
                  <a:lnTo>
                    <a:pt x="5758668" y="957718"/>
                  </a:lnTo>
                  <a:lnTo>
                    <a:pt x="5758794" y="957718"/>
                  </a:lnTo>
                  <a:lnTo>
                    <a:pt x="5758920" y="957718"/>
                  </a:lnTo>
                  <a:lnTo>
                    <a:pt x="5759046" y="957718"/>
                  </a:lnTo>
                  <a:lnTo>
                    <a:pt x="5759173" y="957718"/>
                  </a:lnTo>
                  <a:lnTo>
                    <a:pt x="5759299" y="957718"/>
                  </a:lnTo>
                  <a:lnTo>
                    <a:pt x="5759425" y="957718"/>
                  </a:lnTo>
                  <a:lnTo>
                    <a:pt x="5759551" y="957718"/>
                  </a:lnTo>
                  <a:lnTo>
                    <a:pt x="5759678" y="957718"/>
                  </a:lnTo>
                  <a:lnTo>
                    <a:pt x="5759804" y="957718"/>
                  </a:lnTo>
                  <a:lnTo>
                    <a:pt x="5759930" y="957718"/>
                  </a:lnTo>
                  <a:lnTo>
                    <a:pt x="5760056" y="957718"/>
                  </a:lnTo>
                  <a:lnTo>
                    <a:pt x="5760183" y="957718"/>
                  </a:lnTo>
                  <a:lnTo>
                    <a:pt x="5760309" y="957718"/>
                  </a:lnTo>
                  <a:lnTo>
                    <a:pt x="5760435" y="957718"/>
                  </a:lnTo>
                  <a:lnTo>
                    <a:pt x="5760561" y="957718"/>
                  </a:lnTo>
                  <a:lnTo>
                    <a:pt x="5760688" y="957718"/>
                  </a:lnTo>
                  <a:lnTo>
                    <a:pt x="5760814" y="957718"/>
                  </a:lnTo>
                  <a:lnTo>
                    <a:pt x="5760940" y="957718"/>
                  </a:lnTo>
                  <a:lnTo>
                    <a:pt x="5761066" y="957718"/>
                  </a:lnTo>
                  <a:lnTo>
                    <a:pt x="5761193" y="957718"/>
                  </a:lnTo>
                  <a:lnTo>
                    <a:pt x="5761319" y="957718"/>
                  </a:lnTo>
                  <a:lnTo>
                    <a:pt x="5761445" y="957718"/>
                  </a:lnTo>
                  <a:lnTo>
                    <a:pt x="5761571" y="957718"/>
                  </a:lnTo>
                  <a:lnTo>
                    <a:pt x="5761698" y="957718"/>
                  </a:lnTo>
                  <a:lnTo>
                    <a:pt x="5761824" y="957718"/>
                  </a:lnTo>
                  <a:lnTo>
                    <a:pt x="5761950" y="957718"/>
                  </a:lnTo>
                  <a:lnTo>
                    <a:pt x="5762076" y="957718"/>
                  </a:lnTo>
                  <a:lnTo>
                    <a:pt x="5762203" y="957718"/>
                  </a:lnTo>
                  <a:lnTo>
                    <a:pt x="5762329" y="957718"/>
                  </a:lnTo>
                  <a:lnTo>
                    <a:pt x="5762455" y="957718"/>
                  </a:lnTo>
                  <a:lnTo>
                    <a:pt x="5762581" y="957718"/>
                  </a:lnTo>
                  <a:lnTo>
                    <a:pt x="5762708" y="957718"/>
                  </a:lnTo>
                  <a:lnTo>
                    <a:pt x="5762834" y="957718"/>
                  </a:lnTo>
                  <a:lnTo>
                    <a:pt x="5762960" y="957718"/>
                  </a:lnTo>
                  <a:lnTo>
                    <a:pt x="5763087" y="957718"/>
                  </a:lnTo>
                  <a:lnTo>
                    <a:pt x="5763213" y="957718"/>
                  </a:lnTo>
                  <a:lnTo>
                    <a:pt x="5763339" y="957718"/>
                  </a:lnTo>
                  <a:lnTo>
                    <a:pt x="5763465" y="957718"/>
                  </a:lnTo>
                  <a:lnTo>
                    <a:pt x="5763592" y="957718"/>
                  </a:lnTo>
                  <a:lnTo>
                    <a:pt x="5763718" y="957718"/>
                  </a:lnTo>
                  <a:lnTo>
                    <a:pt x="5763844" y="957718"/>
                  </a:lnTo>
                  <a:lnTo>
                    <a:pt x="5763970" y="957718"/>
                  </a:lnTo>
                  <a:lnTo>
                    <a:pt x="5764097" y="957718"/>
                  </a:lnTo>
                  <a:lnTo>
                    <a:pt x="5764223" y="957718"/>
                  </a:lnTo>
                  <a:lnTo>
                    <a:pt x="5764349" y="957718"/>
                  </a:lnTo>
                  <a:lnTo>
                    <a:pt x="5764475" y="957718"/>
                  </a:lnTo>
                  <a:lnTo>
                    <a:pt x="5764602" y="957718"/>
                  </a:lnTo>
                  <a:lnTo>
                    <a:pt x="5764728" y="957718"/>
                  </a:lnTo>
                  <a:lnTo>
                    <a:pt x="5764854" y="957718"/>
                  </a:lnTo>
                  <a:lnTo>
                    <a:pt x="5764980" y="957718"/>
                  </a:lnTo>
                  <a:lnTo>
                    <a:pt x="5765107" y="957718"/>
                  </a:lnTo>
                  <a:lnTo>
                    <a:pt x="5765107" y="952806"/>
                  </a:lnTo>
                  <a:lnTo>
                    <a:pt x="5765233" y="952806"/>
                  </a:lnTo>
                  <a:lnTo>
                    <a:pt x="5765359" y="952806"/>
                  </a:lnTo>
                  <a:lnTo>
                    <a:pt x="5765485" y="952806"/>
                  </a:lnTo>
                  <a:lnTo>
                    <a:pt x="5765612" y="952806"/>
                  </a:lnTo>
                  <a:lnTo>
                    <a:pt x="5765738" y="952806"/>
                  </a:lnTo>
                  <a:lnTo>
                    <a:pt x="5765864" y="952806"/>
                  </a:lnTo>
                  <a:lnTo>
                    <a:pt x="5765990" y="952806"/>
                  </a:lnTo>
                  <a:lnTo>
                    <a:pt x="5766117" y="952806"/>
                  </a:lnTo>
                  <a:lnTo>
                    <a:pt x="5766243" y="952806"/>
                  </a:lnTo>
                  <a:lnTo>
                    <a:pt x="5766369" y="952806"/>
                  </a:lnTo>
                  <a:lnTo>
                    <a:pt x="5766495" y="952806"/>
                  </a:lnTo>
                  <a:lnTo>
                    <a:pt x="5766622" y="952806"/>
                  </a:lnTo>
                  <a:lnTo>
                    <a:pt x="5766748" y="952806"/>
                  </a:lnTo>
                  <a:lnTo>
                    <a:pt x="5766748" y="947895"/>
                  </a:lnTo>
                  <a:lnTo>
                    <a:pt x="5766874" y="947895"/>
                  </a:lnTo>
                  <a:lnTo>
                    <a:pt x="5767000" y="947895"/>
                  </a:lnTo>
                  <a:lnTo>
                    <a:pt x="5767127" y="947895"/>
                  </a:lnTo>
                  <a:lnTo>
                    <a:pt x="5767253" y="947895"/>
                  </a:lnTo>
                  <a:lnTo>
                    <a:pt x="5767379" y="947895"/>
                  </a:lnTo>
                  <a:lnTo>
                    <a:pt x="5767505" y="947895"/>
                  </a:lnTo>
                  <a:lnTo>
                    <a:pt x="5767632" y="947895"/>
                  </a:lnTo>
                  <a:lnTo>
                    <a:pt x="5767758" y="947895"/>
                  </a:lnTo>
                  <a:lnTo>
                    <a:pt x="5767884" y="947895"/>
                  </a:lnTo>
                  <a:lnTo>
                    <a:pt x="5768011" y="947895"/>
                  </a:lnTo>
                  <a:lnTo>
                    <a:pt x="5768137" y="947895"/>
                  </a:lnTo>
                  <a:lnTo>
                    <a:pt x="5768263" y="947895"/>
                  </a:lnTo>
                  <a:lnTo>
                    <a:pt x="5768389" y="947895"/>
                  </a:lnTo>
                  <a:lnTo>
                    <a:pt x="5768516" y="947895"/>
                  </a:lnTo>
                  <a:lnTo>
                    <a:pt x="5768516" y="942983"/>
                  </a:lnTo>
                  <a:lnTo>
                    <a:pt x="5768642" y="942983"/>
                  </a:lnTo>
                  <a:lnTo>
                    <a:pt x="5768768" y="942983"/>
                  </a:lnTo>
                  <a:lnTo>
                    <a:pt x="5768894" y="942983"/>
                  </a:lnTo>
                  <a:lnTo>
                    <a:pt x="5769021" y="942983"/>
                  </a:lnTo>
                  <a:lnTo>
                    <a:pt x="5769147" y="942983"/>
                  </a:lnTo>
                  <a:lnTo>
                    <a:pt x="5769273" y="942983"/>
                  </a:lnTo>
                  <a:lnTo>
                    <a:pt x="5769399" y="942983"/>
                  </a:lnTo>
                  <a:lnTo>
                    <a:pt x="5769526" y="942983"/>
                  </a:lnTo>
                  <a:lnTo>
                    <a:pt x="5769652" y="942983"/>
                  </a:lnTo>
                  <a:lnTo>
                    <a:pt x="5769778" y="942983"/>
                  </a:lnTo>
                  <a:lnTo>
                    <a:pt x="5769904" y="942983"/>
                  </a:lnTo>
                  <a:lnTo>
                    <a:pt x="5770031" y="942983"/>
                  </a:lnTo>
                  <a:lnTo>
                    <a:pt x="5770157" y="942983"/>
                  </a:lnTo>
                  <a:lnTo>
                    <a:pt x="5770283" y="942983"/>
                  </a:lnTo>
                  <a:lnTo>
                    <a:pt x="5770409" y="942983"/>
                  </a:lnTo>
                  <a:lnTo>
                    <a:pt x="5770536" y="942983"/>
                  </a:lnTo>
                  <a:lnTo>
                    <a:pt x="5770662" y="942983"/>
                  </a:lnTo>
                  <a:lnTo>
                    <a:pt x="5770788" y="942983"/>
                  </a:lnTo>
                  <a:lnTo>
                    <a:pt x="5770914" y="942983"/>
                  </a:lnTo>
                  <a:lnTo>
                    <a:pt x="5771041" y="942983"/>
                  </a:lnTo>
                  <a:lnTo>
                    <a:pt x="5771167" y="942983"/>
                  </a:lnTo>
                  <a:lnTo>
                    <a:pt x="5771293" y="942983"/>
                  </a:lnTo>
                  <a:lnTo>
                    <a:pt x="5771419" y="942983"/>
                  </a:lnTo>
                  <a:lnTo>
                    <a:pt x="5771546" y="942983"/>
                  </a:lnTo>
                  <a:lnTo>
                    <a:pt x="5771672" y="942983"/>
                  </a:lnTo>
                  <a:lnTo>
                    <a:pt x="5771798" y="942983"/>
                  </a:lnTo>
                  <a:lnTo>
                    <a:pt x="5771924" y="942983"/>
                  </a:lnTo>
                  <a:lnTo>
                    <a:pt x="5772051" y="942983"/>
                  </a:lnTo>
                  <a:lnTo>
                    <a:pt x="5772177" y="942983"/>
                  </a:lnTo>
                  <a:lnTo>
                    <a:pt x="5772303" y="942983"/>
                  </a:lnTo>
                  <a:lnTo>
                    <a:pt x="5772429" y="942983"/>
                  </a:lnTo>
                  <a:lnTo>
                    <a:pt x="5772556" y="942983"/>
                  </a:lnTo>
                  <a:lnTo>
                    <a:pt x="5772682" y="942983"/>
                  </a:lnTo>
                  <a:lnTo>
                    <a:pt x="5772808" y="942983"/>
                  </a:lnTo>
                  <a:lnTo>
                    <a:pt x="5772934" y="942983"/>
                  </a:lnTo>
                  <a:lnTo>
                    <a:pt x="5773061" y="942983"/>
                  </a:lnTo>
                  <a:lnTo>
                    <a:pt x="5773187" y="942983"/>
                  </a:lnTo>
                  <a:lnTo>
                    <a:pt x="5773313" y="942983"/>
                  </a:lnTo>
                  <a:lnTo>
                    <a:pt x="5773440" y="942983"/>
                  </a:lnTo>
                  <a:lnTo>
                    <a:pt x="5773566" y="942983"/>
                  </a:lnTo>
                  <a:lnTo>
                    <a:pt x="5773692" y="942983"/>
                  </a:lnTo>
                  <a:lnTo>
                    <a:pt x="5773818" y="942983"/>
                  </a:lnTo>
                  <a:lnTo>
                    <a:pt x="5773945" y="942983"/>
                  </a:lnTo>
                  <a:lnTo>
                    <a:pt x="5774071" y="942983"/>
                  </a:lnTo>
                  <a:lnTo>
                    <a:pt x="5774197" y="942983"/>
                  </a:lnTo>
                  <a:lnTo>
                    <a:pt x="5774323" y="942983"/>
                  </a:lnTo>
                  <a:lnTo>
                    <a:pt x="5774450" y="942983"/>
                  </a:lnTo>
                  <a:lnTo>
                    <a:pt x="5774576" y="942983"/>
                  </a:lnTo>
                  <a:lnTo>
                    <a:pt x="5774702" y="942983"/>
                  </a:lnTo>
                  <a:lnTo>
                    <a:pt x="5774828" y="942983"/>
                  </a:lnTo>
                  <a:lnTo>
                    <a:pt x="5774955" y="942983"/>
                  </a:lnTo>
                  <a:lnTo>
                    <a:pt x="5775081" y="942983"/>
                  </a:lnTo>
                  <a:lnTo>
                    <a:pt x="5775207" y="942983"/>
                  </a:lnTo>
                  <a:lnTo>
                    <a:pt x="5775333" y="942983"/>
                  </a:lnTo>
                  <a:lnTo>
                    <a:pt x="5775460" y="942983"/>
                  </a:lnTo>
                  <a:lnTo>
                    <a:pt x="5775586" y="942983"/>
                  </a:lnTo>
                  <a:lnTo>
                    <a:pt x="5775712" y="942983"/>
                  </a:lnTo>
                  <a:lnTo>
                    <a:pt x="5775838" y="942983"/>
                  </a:lnTo>
                  <a:lnTo>
                    <a:pt x="5775965" y="942983"/>
                  </a:lnTo>
                  <a:lnTo>
                    <a:pt x="5776091" y="942983"/>
                  </a:lnTo>
                  <a:lnTo>
                    <a:pt x="5776217" y="942983"/>
                  </a:lnTo>
                  <a:lnTo>
                    <a:pt x="5776343" y="942983"/>
                  </a:lnTo>
                  <a:lnTo>
                    <a:pt x="5776343" y="938072"/>
                  </a:lnTo>
                  <a:lnTo>
                    <a:pt x="5776470" y="938072"/>
                  </a:lnTo>
                  <a:lnTo>
                    <a:pt x="5776596" y="938072"/>
                  </a:lnTo>
                  <a:lnTo>
                    <a:pt x="5776722" y="938072"/>
                  </a:lnTo>
                  <a:lnTo>
                    <a:pt x="5776848" y="938072"/>
                  </a:lnTo>
                  <a:lnTo>
                    <a:pt x="5776975" y="938072"/>
                  </a:lnTo>
                  <a:lnTo>
                    <a:pt x="5777101" y="938072"/>
                  </a:lnTo>
                  <a:lnTo>
                    <a:pt x="5777227" y="938072"/>
                  </a:lnTo>
                  <a:lnTo>
                    <a:pt x="5777353" y="938072"/>
                  </a:lnTo>
                  <a:lnTo>
                    <a:pt x="5777480" y="938072"/>
                  </a:lnTo>
                  <a:lnTo>
                    <a:pt x="5777606" y="938072"/>
                  </a:lnTo>
                  <a:lnTo>
                    <a:pt x="5777732" y="938072"/>
                  </a:lnTo>
                  <a:lnTo>
                    <a:pt x="5777858" y="938072"/>
                  </a:lnTo>
                  <a:lnTo>
                    <a:pt x="5777985" y="938072"/>
                  </a:lnTo>
                  <a:lnTo>
                    <a:pt x="5778111" y="938072"/>
                  </a:lnTo>
                  <a:lnTo>
                    <a:pt x="5778237" y="938072"/>
                  </a:lnTo>
                  <a:lnTo>
                    <a:pt x="5778364" y="938072"/>
                  </a:lnTo>
                  <a:lnTo>
                    <a:pt x="5778490" y="938072"/>
                  </a:lnTo>
                  <a:lnTo>
                    <a:pt x="5778616" y="938072"/>
                  </a:lnTo>
                  <a:lnTo>
                    <a:pt x="5778742" y="938072"/>
                  </a:lnTo>
                  <a:lnTo>
                    <a:pt x="5778869" y="938072"/>
                  </a:lnTo>
                  <a:lnTo>
                    <a:pt x="5778995" y="938072"/>
                  </a:lnTo>
                  <a:lnTo>
                    <a:pt x="5779121" y="938072"/>
                  </a:lnTo>
                  <a:lnTo>
                    <a:pt x="5779247" y="938072"/>
                  </a:lnTo>
                  <a:lnTo>
                    <a:pt x="5779374" y="938072"/>
                  </a:lnTo>
                  <a:lnTo>
                    <a:pt x="5779500" y="938072"/>
                  </a:lnTo>
                  <a:lnTo>
                    <a:pt x="5779626" y="938072"/>
                  </a:lnTo>
                  <a:lnTo>
                    <a:pt x="5779752" y="938072"/>
                  </a:lnTo>
                  <a:lnTo>
                    <a:pt x="5779879" y="938072"/>
                  </a:lnTo>
                  <a:lnTo>
                    <a:pt x="5780005" y="938072"/>
                  </a:lnTo>
                  <a:lnTo>
                    <a:pt x="5780131" y="938072"/>
                  </a:lnTo>
                  <a:lnTo>
                    <a:pt x="5780257" y="938072"/>
                  </a:lnTo>
                  <a:lnTo>
                    <a:pt x="5780384" y="938072"/>
                  </a:lnTo>
                  <a:lnTo>
                    <a:pt x="5780510" y="938072"/>
                  </a:lnTo>
                  <a:lnTo>
                    <a:pt x="5780636" y="938072"/>
                  </a:lnTo>
                  <a:lnTo>
                    <a:pt x="5780762" y="938072"/>
                  </a:lnTo>
                  <a:lnTo>
                    <a:pt x="5780889" y="938072"/>
                  </a:lnTo>
                  <a:lnTo>
                    <a:pt x="5781015" y="938072"/>
                  </a:lnTo>
                  <a:lnTo>
                    <a:pt x="5781141" y="938072"/>
                  </a:lnTo>
                  <a:lnTo>
                    <a:pt x="5781267" y="938072"/>
                  </a:lnTo>
                  <a:lnTo>
                    <a:pt x="5781394" y="938072"/>
                  </a:lnTo>
                  <a:lnTo>
                    <a:pt x="5781520" y="938072"/>
                  </a:lnTo>
                  <a:lnTo>
                    <a:pt x="5781646" y="938072"/>
                  </a:lnTo>
                  <a:lnTo>
                    <a:pt x="5781772" y="938072"/>
                  </a:lnTo>
                  <a:lnTo>
                    <a:pt x="5781899" y="938072"/>
                  </a:lnTo>
                  <a:lnTo>
                    <a:pt x="5782025" y="938072"/>
                  </a:lnTo>
                  <a:lnTo>
                    <a:pt x="5782151" y="938072"/>
                  </a:lnTo>
                  <a:lnTo>
                    <a:pt x="5782277" y="938072"/>
                  </a:lnTo>
                  <a:lnTo>
                    <a:pt x="5782404" y="938072"/>
                  </a:lnTo>
                  <a:lnTo>
                    <a:pt x="5782530" y="938072"/>
                  </a:lnTo>
                  <a:lnTo>
                    <a:pt x="5782656" y="938072"/>
                  </a:lnTo>
                  <a:lnTo>
                    <a:pt x="5782782" y="938072"/>
                  </a:lnTo>
                  <a:lnTo>
                    <a:pt x="5782909" y="938072"/>
                  </a:lnTo>
                  <a:lnTo>
                    <a:pt x="5783035" y="938072"/>
                  </a:lnTo>
                  <a:lnTo>
                    <a:pt x="5783161" y="938072"/>
                  </a:lnTo>
                  <a:lnTo>
                    <a:pt x="5783287" y="938072"/>
                  </a:lnTo>
                  <a:lnTo>
                    <a:pt x="5783414" y="938072"/>
                  </a:lnTo>
                  <a:lnTo>
                    <a:pt x="5783540" y="938072"/>
                  </a:lnTo>
                  <a:lnTo>
                    <a:pt x="5783666" y="938072"/>
                  </a:lnTo>
                  <a:lnTo>
                    <a:pt x="5783793" y="938072"/>
                  </a:lnTo>
                  <a:lnTo>
                    <a:pt x="5783919" y="938072"/>
                  </a:lnTo>
                  <a:lnTo>
                    <a:pt x="5784045" y="938072"/>
                  </a:lnTo>
                  <a:lnTo>
                    <a:pt x="5784171" y="938072"/>
                  </a:lnTo>
                  <a:lnTo>
                    <a:pt x="5784298" y="938072"/>
                  </a:lnTo>
                  <a:lnTo>
                    <a:pt x="5784424" y="938072"/>
                  </a:lnTo>
                  <a:lnTo>
                    <a:pt x="5784550" y="938072"/>
                  </a:lnTo>
                  <a:lnTo>
                    <a:pt x="5784676" y="938072"/>
                  </a:lnTo>
                  <a:lnTo>
                    <a:pt x="5784803" y="938072"/>
                  </a:lnTo>
                  <a:lnTo>
                    <a:pt x="5784929" y="938072"/>
                  </a:lnTo>
                  <a:lnTo>
                    <a:pt x="5785055" y="938072"/>
                  </a:lnTo>
                  <a:lnTo>
                    <a:pt x="5785181" y="938072"/>
                  </a:lnTo>
                  <a:lnTo>
                    <a:pt x="5785308" y="938072"/>
                  </a:lnTo>
                  <a:lnTo>
                    <a:pt x="5785434" y="938072"/>
                  </a:lnTo>
                  <a:lnTo>
                    <a:pt x="5785560" y="938072"/>
                  </a:lnTo>
                  <a:lnTo>
                    <a:pt x="5785686" y="938072"/>
                  </a:lnTo>
                  <a:lnTo>
                    <a:pt x="5785813" y="938072"/>
                  </a:lnTo>
                  <a:lnTo>
                    <a:pt x="5785939" y="938072"/>
                  </a:lnTo>
                  <a:lnTo>
                    <a:pt x="5786065" y="938072"/>
                  </a:lnTo>
                  <a:lnTo>
                    <a:pt x="5786191" y="938072"/>
                  </a:lnTo>
                  <a:lnTo>
                    <a:pt x="5786318" y="938072"/>
                  </a:lnTo>
                  <a:lnTo>
                    <a:pt x="5786444" y="938072"/>
                  </a:lnTo>
                  <a:lnTo>
                    <a:pt x="5786570" y="938072"/>
                  </a:lnTo>
                  <a:lnTo>
                    <a:pt x="5786696" y="938072"/>
                  </a:lnTo>
                  <a:lnTo>
                    <a:pt x="5786823" y="938072"/>
                  </a:lnTo>
                  <a:lnTo>
                    <a:pt x="5786949" y="938072"/>
                  </a:lnTo>
                  <a:lnTo>
                    <a:pt x="5787075" y="938072"/>
                  </a:lnTo>
                  <a:lnTo>
                    <a:pt x="5787201" y="938072"/>
                  </a:lnTo>
                  <a:lnTo>
                    <a:pt x="5787328" y="938072"/>
                  </a:lnTo>
                  <a:lnTo>
                    <a:pt x="5787454" y="938072"/>
                  </a:lnTo>
                  <a:lnTo>
                    <a:pt x="5787580" y="938072"/>
                  </a:lnTo>
                  <a:lnTo>
                    <a:pt x="5787706" y="938072"/>
                  </a:lnTo>
                  <a:lnTo>
                    <a:pt x="5787833" y="938072"/>
                  </a:lnTo>
                  <a:lnTo>
                    <a:pt x="5787959" y="938072"/>
                  </a:lnTo>
                  <a:lnTo>
                    <a:pt x="5788085" y="938072"/>
                  </a:lnTo>
                  <a:lnTo>
                    <a:pt x="5788211" y="938072"/>
                  </a:lnTo>
                  <a:lnTo>
                    <a:pt x="5788338" y="938072"/>
                  </a:lnTo>
                  <a:lnTo>
                    <a:pt x="5788464" y="938072"/>
                  </a:lnTo>
                  <a:lnTo>
                    <a:pt x="5788590" y="938072"/>
                  </a:lnTo>
                  <a:lnTo>
                    <a:pt x="5788717" y="938072"/>
                  </a:lnTo>
                  <a:lnTo>
                    <a:pt x="5788843" y="938072"/>
                  </a:lnTo>
                  <a:lnTo>
                    <a:pt x="5788969" y="938072"/>
                  </a:lnTo>
                  <a:lnTo>
                    <a:pt x="5789095" y="938072"/>
                  </a:lnTo>
                  <a:lnTo>
                    <a:pt x="5789222" y="938072"/>
                  </a:lnTo>
                  <a:lnTo>
                    <a:pt x="5789348" y="938072"/>
                  </a:lnTo>
                  <a:lnTo>
                    <a:pt x="5789474" y="938072"/>
                  </a:lnTo>
                  <a:lnTo>
                    <a:pt x="5789600" y="938072"/>
                  </a:lnTo>
                  <a:lnTo>
                    <a:pt x="5789727" y="938072"/>
                  </a:lnTo>
                  <a:lnTo>
                    <a:pt x="5789853" y="938072"/>
                  </a:lnTo>
                  <a:lnTo>
                    <a:pt x="5789979" y="938072"/>
                  </a:lnTo>
                  <a:lnTo>
                    <a:pt x="5790105" y="938072"/>
                  </a:lnTo>
                  <a:lnTo>
                    <a:pt x="5790232" y="938072"/>
                  </a:lnTo>
                  <a:lnTo>
                    <a:pt x="5790358" y="938072"/>
                  </a:lnTo>
                  <a:lnTo>
                    <a:pt x="5790484" y="938072"/>
                  </a:lnTo>
                  <a:lnTo>
                    <a:pt x="5790610" y="938072"/>
                  </a:lnTo>
                  <a:lnTo>
                    <a:pt x="5790737" y="938072"/>
                  </a:lnTo>
                  <a:lnTo>
                    <a:pt x="5790863" y="938072"/>
                  </a:lnTo>
                  <a:lnTo>
                    <a:pt x="5790989" y="938072"/>
                  </a:lnTo>
                  <a:lnTo>
                    <a:pt x="5791115" y="938072"/>
                  </a:lnTo>
                  <a:lnTo>
                    <a:pt x="5791242" y="938072"/>
                  </a:lnTo>
                  <a:lnTo>
                    <a:pt x="5791368" y="938072"/>
                  </a:lnTo>
                  <a:lnTo>
                    <a:pt x="5791494" y="938072"/>
                  </a:lnTo>
                  <a:lnTo>
                    <a:pt x="5791620" y="938072"/>
                  </a:lnTo>
                  <a:lnTo>
                    <a:pt x="5791747" y="938072"/>
                  </a:lnTo>
                  <a:lnTo>
                    <a:pt x="5791873" y="938072"/>
                  </a:lnTo>
                  <a:lnTo>
                    <a:pt x="5791999" y="938072"/>
                  </a:lnTo>
                  <a:lnTo>
                    <a:pt x="5792125" y="938072"/>
                  </a:lnTo>
                  <a:lnTo>
                    <a:pt x="5792252" y="938072"/>
                  </a:lnTo>
                  <a:lnTo>
                    <a:pt x="5792378" y="938072"/>
                  </a:lnTo>
                  <a:lnTo>
                    <a:pt x="5792504" y="938072"/>
                  </a:lnTo>
                  <a:lnTo>
                    <a:pt x="5792630" y="938072"/>
                  </a:lnTo>
                  <a:lnTo>
                    <a:pt x="5792757" y="938072"/>
                  </a:lnTo>
                  <a:lnTo>
                    <a:pt x="5792883" y="938072"/>
                  </a:lnTo>
                  <a:lnTo>
                    <a:pt x="5793009" y="938072"/>
                  </a:lnTo>
                  <a:lnTo>
                    <a:pt x="5793135" y="938072"/>
                  </a:lnTo>
                  <a:lnTo>
                    <a:pt x="5793262" y="938072"/>
                  </a:lnTo>
                  <a:lnTo>
                    <a:pt x="5793388" y="938072"/>
                  </a:lnTo>
                  <a:lnTo>
                    <a:pt x="5793514" y="938072"/>
                  </a:lnTo>
                  <a:lnTo>
                    <a:pt x="5793640" y="938072"/>
                  </a:lnTo>
                  <a:lnTo>
                    <a:pt x="5793767" y="938072"/>
                  </a:lnTo>
                  <a:lnTo>
                    <a:pt x="5793893" y="938072"/>
                  </a:lnTo>
                  <a:lnTo>
                    <a:pt x="5794019" y="938072"/>
                  </a:lnTo>
                  <a:lnTo>
                    <a:pt x="5794146" y="938072"/>
                  </a:lnTo>
                  <a:lnTo>
                    <a:pt x="5794272" y="938072"/>
                  </a:lnTo>
                  <a:lnTo>
                    <a:pt x="5794398" y="938072"/>
                  </a:lnTo>
                  <a:lnTo>
                    <a:pt x="5794524" y="938072"/>
                  </a:lnTo>
                  <a:lnTo>
                    <a:pt x="5794651" y="938072"/>
                  </a:lnTo>
                  <a:lnTo>
                    <a:pt x="5794777" y="938072"/>
                  </a:lnTo>
                  <a:lnTo>
                    <a:pt x="5794903" y="938072"/>
                  </a:lnTo>
                  <a:lnTo>
                    <a:pt x="5795029" y="938072"/>
                  </a:lnTo>
                  <a:lnTo>
                    <a:pt x="5795156" y="938072"/>
                  </a:lnTo>
                  <a:lnTo>
                    <a:pt x="5795282" y="938072"/>
                  </a:lnTo>
                  <a:lnTo>
                    <a:pt x="5795408" y="938072"/>
                  </a:lnTo>
                  <a:lnTo>
                    <a:pt x="5795534" y="938072"/>
                  </a:lnTo>
                  <a:lnTo>
                    <a:pt x="5795661" y="938072"/>
                  </a:lnTo>
                  <a:lnTo>
                    <a:pt x="5795787" y="938072"/>
                  </a:lnTo>
                  <a:lnTo>
                    <a:pt x="5795913" y="938072"/>
                  </a:lnTo>
                  <a:lnTo>
                    <a:pt x="5796039" y="938072"/>
                  </a:lnTo>
                  <a:lnTo>
                    <a:pt x="5796166" y="938072"/>
                  </a:lnTo>
                  <a:lnTo>
                    <a:pt x="5796292" y="938072"/>
                  </a:lnTo>
                  <a:lnTo>
                    <a:pt x="5796418" y="938072"/>
                  </a:lnTo>
                  <a:lnTo>
                    <a:pt x="5796544" y="938072"/>
                  </a:lnTo>
                  <a:lnTo>
                    <a:pt x="5796544" y="933161"/>
                  </a:lnTo>
                  <a:lnTo>
                    <a:pt x="5796671" y="933161"/>
                  </a:lnTo>
                  <a:lnTo>
                    <a:pt x="5796797" y="933161"/>
                  </a:lnTo>
                  <a:lnTo>
                    <a:pt x="5796923" y="933161"/>
                  </a:lnTo>
                  <a:lnTo>
                    <a:pt x="5797049" y="933161"/>
                  </a:lnTo>
                  <a:lnTo>
                    <a:pt x="5797176" y="933161"/>
                  </a:lnTo>
                  <a:lnTo>
                    <a:pt x="5797302" y="933161"/>
                  </a:lnTo>
                  <a:lnTo>
                    <a:pt x="5797428" y="933161"/>
                  </a:lnTo>
                  <a:lnTo>
                    <a:pt x="5797554" y="933161"/>
                  </a:lnTo>
                  <a:lnTo>
                    <a:pt x="5797681" y="933161"/>
                  </a:lnTo>
                  <a:lnTo>
                    <a:pt x="5797807" y="933161"/>
                  </a:lnTo>
                  <a:lnTo>
                    <a:pt x="5797933" y="933161"/>
                  </a:lnTo>
                  <a:lnTo>
                    <a:pt x="5798059" y="933161"/>
                  </a:lnTo>
                  <a:lnTo>
                    <a:pt x="5798186" y="933161"/>
                  </a:lnTo>
                  <a:lnTo>
                    <a:pt x="5798312" y="933161"/>
                  </a:lnTo>
                  <a:lnTo>
                    <a:pt x="5798438" y="933161"/>
                  </a:lnTo>
                  <a:lnTo>
                    <a:pt x="5798564" y="933161"/>
                  </a:lnTo>
                  <a:lnTo>
                    <a:pt x="5798564" y="928249"/>
                  </a:lnTo>
                  <a:lnTo>
                    <a:pt x="5798691" y="928249"/>
                  </a:lnTo>
                  <a:lnTo>
                    <a:pt x="5798817" y="928249"/>
                  </a:lnTo>
                  <a:lnTo>
                    <a:pt x="5798943" y="928249"/>
                  </a:lnTo>
                  <a:lnTo>
                    <a:pt x="5799070" y="928249"/>
                  </a:lnTo>
                  <a:lnTo>
                    <a:pt x="5799196" y="928249"/>
                  </a:lnTo>
                  <a:lnTo>
                    <a:pt x="5799322" y="928249"/>
                  </a:lnTo>
                  <a:lnTo>
                    <a:pt x="5799448" y="928249"/>
                  </a:lnTo>
                  <a:lnTo>
                    <a:pt x="5799575" y="928249"/>
                  </a:lnTo>
                  <a:lnTo>
                    <a:pt x="5799701" y="928249"/>
                  </a:lnTo>
                  <a:lnTo>
                    <a:pt x="5799827" y="928249"/>
                  </a:lnTo>
                  <a:lnTo>
                    <a:pt x="5799953" y="928249"/>
                  </a:lnTo>
                  <a:lnTo>
                    <a:pt x="5800080" y="928249"/>
                  </a:lnTo>
                  <a:lnTo>
                    <a:pt x="5800206" y="928249"/>
                  </a:lnTo>
                  <a:lnTo>
                    <a:pt x="5800332" y="928249"/>
                  </a:lnTo>
                  <a:lnTo>
                    <a:pt x="5800458" y="928249"/>
                  </a:lnTo>
                  <a:lnTo>
                    <a:pt x="5800585" y="928249"/>
                  </a:lnTo>
                  <a:lnTo>
                    <a:pt x="5800711" y="928249"/>
                  </a:lnTo>
                  <a:lnTo>
                    <a:pt x="5800837" y="928249"/>
                  </a:lnTo>
                  <a:lnTo>
                    <a:pt x="5800963" y="928249"/>
                  </a:lnTo>
                  <a:lnTo>
                    <a:pt x="5801090" y="928249"/>
                  </a:lnTo>
                  <a:lnTo>
                    <a:pt x="5801216" y="928249"/>
                  </a:lnTo>
                  <a:lnTo>
                    <a:pt x="5801342" y="928249"/>
                  </a:lnTo>
                  <a:lnTo>
                    <a:pt x="5801468" y="928249"/>
                  </a:lnTo>
                  <a:lnTo>
                    <a:pt x="5801595" y="928249"/>
                  </a:lnTo>
                  <a:lnTo>
                    <a:pt x="5801721" y="928249"/>
                  </a:lnTo>
                  <a:lnTo>
                    <a:pt x="5801847" y="928249"/>
                  </a:lnTo>
                  <a:lnTo>
                    <a:pt x="5801973" y="928249"/>
                  </a:lnTo>
                  <a:lnTo>
                    <a:pt x="5802100" y="928249"/>
                  </a:lnTo>
                  <a:lnTo>
                    <a:pt x="5802226" y="928249"/>
                  </a:lnTo>
                  <a:lnTo>
                    <a:pt x="5802352" y="928249"/>
                  </a:lnTo>
                  <a:lnTo>
                    <a:pt x="5802478" y="928249"/>
                  </a:lnTo>
                  <a:lnTo>
                    <a:pt x="5802605" y="928249"/>
                  </a:lnTo>
                  <a:lnTo>
                    <a:pt x="5802731" y="928249"/>
                  </a:lnTo>
                  <a:lnTo>
                    <a:pt x="5802857" y="928249"/>
                  </a:lnTo>
                  <a:lnTo>
                    <a:pt x="5802983" y="928249"/>
                  </a:lnTo>
                  <a:lnTo>
                    <a:pt x="5803110" y="928249"/>
                  </a:lnTo>
                  <a:lnTo>
                    <a:pt x="5803236" y="928249"/>
                  </a:lnTo>
                  <a:lnTo>
                    <a:pt x="5803236" y="923338"/>
                  </a:lnTo>
                  <a:lnTo>
                    <a:pt x="5803362" y="923338"/>
                  </a:lnTo>
                  <a:lnTo>
                    <a:pt x="5803488" y="923338"/>
                  </a:lnTo>
                  <a:lnTo>
                    <a:pt x="5803615" y="923338"/>
                  </a:lnTo>
                  <a:lnTo>
                    <a:pt x="5803741" y="923338"/>
                  </a:lnTo>
                  <a:lnTo>
                    <a:pt x="5803867" y="923338"/>
                  </a:lnTo>
                  <a:lnTo>
                    <a:pt x="5803993" y="923338"/>
                  </a:lnTo>
                  <a:lnTo>
                    <a:pt x="5804120" y="923338"/>
                  </a:lnTo>
                  <a:lnTo>
                    <a:pt x="5804246" y="923338"/>
                  </a:lnTo>
                  <a:lnTo>
                    <a:pt x="5804372" y="923338"/>
                  </a:lnTo>
                  <a:lnTo>
                    <a:pt x="5804499" y="923338"/>
                  </a:lnTo>
                  <a:lnTo>
                    <a:pt x="5804625" y="923338"/>
                  </a:lnTo>
                  <a:lnTo>
                    <a:pt x="5804751" y="923338"/>
                  </a:lnTo>
                  <a:lnTo>
                    <a:pt x="5804877" y="923338"/>
                  </a:lnTo>
                  <a:lnTo>
                    <a:pt x="5805004" y="923338"/>
                  </a:lnTo>
                  <a:lnTo>
                    <a:pt x="5805130" y="923338"/>
                  </a:lnTo>
                  <a:lnTo>
                    <a:pt x="5805256" y="923338"/>
                  </a:lnTo>
                  <a:lnTo>
                    <a:pt x="5805382" y="923338"/>
                  </a:lnTo>
                  <a:lnTo>
                    <a:pt x="5805509" y="923338"/>
                  </a:lnTo>
                  <a:lnTo>
                    <a:pt x="5805635" y="923338"/>
                  </a:lnTo>
                  <a:lnTo>
                    <a:pt x="5805761" y="923338"/>
                  </a:lnTo>
                  <a:lnTo>
                    <a:pt x="5805887" y="923338"/>
                  </a:lnTo>
                  <a:lnTo>
                    <a:pt x="5806014" y="923338"/>
                  </a:lnTo>
                  <a:lnTo>
                    <a:pt x="5806014" y="918427"/>
                  </a:lnTo>
                  <a:lnTo>
                    <a:pt x="5806140" y="918427"/>
                  </a:lnTo>
                  <a:lnTo>
                    <a:pt x="5806266" y="918427"/>
                  </a:lnTo>
                  <a:lnTo>
                    <a:pt x="5806392" y="918427"/>
                  </a:lnTo>
                  <a:lnTo>
                    <a:pt x="5806519" y="918427"/>
                  </a:lnTo>
                  <a:lnTo>
                    <a:pt x="5806645" y="918427"/>
                  </a:lnTo>
                  <a:lnTo>
                    <a:pt x="5806771" y="918427"/>
                  </a:lnTo>
                  <a:lnTo>
                    <a:pt x="5806897" y="918427"/>
                  </a:lnTo>
                  <a:lnTo>
                    <a:pt x="5807024" y="918427"/>
                  </a:lnTo>
                  <a:lnTo>
                    <a:pt x="5807150" y="918427"/>
                  </a:lnTo>
                  <a:lnTo>
                    <a:pt x="5807276" y="918427"/>
                  </a:lnTo>
                  <a:lnTo>
                    <a:pt x="5807402" y="918427"/>
                  </a:lnTo>
                  <a:lnTo>
                    <a:pt x="5807529" y="918427"/>
                  </a:lnTo>
                  <a:lnTo>
                    <a:pt x="5807529" y="913515"/>
                  </a:lnTo>
                  <a:lnTo>
                    <a:pt x="5807655" y="913515"/>
                  </a:lnTo>
                  <a:lnTo>
                    <a:pt x="5807781" y="913515"/>
                  </a:lnTo>
                  <a:lnTo>
                    <a:pt x="5807907" y="913515"/>
                  </a:lnTo>
                  <a:lnTo>
                    <a:pt x="5808034" y="913515"/>
                  </a:lnTo>
                  <a:lnTo>
                    <a:pt x="5808160" y="913515"/>
                  </a:lnTo>
                  <a:lnTo>
                    <a:pt x="5808286" y="913515"/>
                  </a:lnTo>
                  <a:lnTo>
                    <a:pt x="5808412" y="913515"/>
                  </a:lnTo>
                  <a:lnTo>
                    <a:pt x="5808539" y="913515"/>
                  </a:lnTo>
                  <a:lnTo>
                    <a:pt x="5808665" y="913515"/>
                  </a:lnTo>
                  <a:lnTo>
                    <a:pt x="5808791" y="913515"/>
                  </a:lnTo>
                  <a:lnTo>
                    <a:pt x="5808917" y="913515"/>
                  </a:lnTo>
                  <a:lnTo>
                    <a:pt x="5809044" y="913515"/>
                  </a:lnTo>
                  <a:lnTo>
                    <a:pt x="5809170" y="913515"/>
                  </a:lnTo>
                  <a:lnTo>
                    <a:pt x="5809296" y="913515"/>
                  </a:lnTo>
                  <a:lnTo>
                    <a:pt x="5809423" y="913515"/>
                  </a:lnTo>
                  <a:lnTo>
                    <a:pt x="5809549" y="913515"/>
                  </a:lnTo>
                  <a:lnTo>
                    <a:pt x="5809675" y="913515"/>
                  </a:lnTo>
                  <a:lnTo>
                    <a:pt x="5809801" y="913515"/>
                  </a:lnTo>
                  <a:lnTo>
                    <a:pt x="5809928" y="913515"/>
                  </a:lnTo>
                  <a:lnTo>
                    <a:pt x="5810054" y="913515"/>
                  </a:lnTo>
                  <a:lnTo>
                    <a:pt x="5810180" y="913515"/>
                  </a:lnTo>
                  <a:lnTo>
                    <a:pt x="5810306" y="913515"/>
                  </a:lnTo>
                  <a:lnTo>
                    <a:pt x="5810433" y="913515"/>
                  </a:lnTo>
                  <a:lnTo>
                    <a:pt x="5810559" y="913515"/>
                  </a:lnTo>
                  <a:lnTo>
                    <a:pt x="5810685" y="913515"/>
                  </a:lnTo>
                  <a:lnTo>
                    <a:pt x="5810811" y="913515"/>
                  </a:lnTo>
                  <a:lnTo>
                    <a:pt x="5810938" y="913515"/>
                  </a:lnTo>
                  <a:lnTo>
                    <a:pt x="5811064" y="913515"/>
                  </a:lnTo>
                  <a:lnTo>
                    <a:pt x="5811190" y="913515"/>
                  </a:lnTo>
                  <a:lnTo>
                    <a:pt x="5811316" y="913515"/>
                  </a:lnTo>
                  <a:lnTo>
                    <a:pt x="5811443" y="913515"/>
                  </a:lnTo>
                  <a:lnTo>
                    <a:pt x="5811569" y="913515"/>
                  </a:lnTo>
                  <a:lnTo>
                    <a:pt x="5811695" y="913515"/>
                  </a:lnTo>
                  <a:lnTo>
                    <a:pt x="5811821" y="913515"/>
                  </a:lnTo>
                  <a:lnTo>
                    <a:pt x="5811948" y="913515"/>
                  </a:lnTo>
                  <a:lnTo>
                    <a:pt x="5812074" y="913515"/>
                  </a:lnTo>
                  <a:lnTo>
                    <a:pt x="5812200" y="913515"/>
                  </a:lnTo>
                  <a:lnTo>
                    <a:pt x="5812326" y="913515"/>
                  </a:lnTo>
                  <a:lnTo>
                    <a:pt x="5812453" y="913515"/>
                  </a:lnTo>
                  <a:lnTo>
                    <a:pt x="5812579" y="913515"/>
                  </a:lnTo>
                  <a:lnTo>
                    <a:pt x="5812705" y="913515"/>
                  </a:lnTo>
                  <a:lnTo>
                    <a:pt x="5812831" y="913515"/>
                  </a:lnTo>
                  <a:lnTo>
                    <a:pt x="5812958" y="913515"/>
                  </a:lnTo>
                  <a:lnTo>
                    <a:pt x="5813084" y="913515"/>
                  </a:lnTo>
                  <a:lnTo>
                    <a:pt x="5813210" y="913515"/>
                  </a:lnTo>
                  <a:lnTo>
                    <a:pt x="5813336" y="913515"/>
                  </a:lnTo>
                  <a:lnTo>
                    <a:pt x="5813463" y="913515"/>
                  </a:lnTo>
                  <a:lnTo>
                    <a:pt x="5813589" y="913515"/>
                  </a:lnTo>
                  <a:lnTo>
                    <a:pt x="5813715" y="913515"/>
                  </a:lnTo>
                  <a:lnTo>
                    <a:pt x="5813841" y="913515"/>
                  </a:lnTo>
                  <a:lnTo>
                    <a:pt x="5813968" y="913515"/>
                  </a:lnTo>
                  <a:lnTo>
                    <a:pt x="5814094" y="913515"/>
                  </a:lnTo>
                  <a:lnTo>
                    <a:pt x="5814220" y="913515"/>
                  </a:lnTo>
                  <a:lnTo>
                    <a:pt x="5814346" y="913515"/>
                  </a:lnTo>
                  <a:lnTo>
                    <a:pt x="5814473" y="913515"/>
                  </a:lnTo>
                  <a:lnTo>
                    <a:pt x="5814473" y="908604"/>
                  </a:lnTo>
                  <a:lnTo>
                    <a:pt x="5814599" y="908604"/>
                  </a:lnTo>
                  <a:lnTo>
                    <a:pt x="5814725" y="908604"/>
                  </a:lnTo>
                  <a:lnTo>
                    <a:pt x="5814852" y="908604"/>
                  </a:lnTo>
                  <a:lnTo>
                    <a:pt x="5814978" y="908604"/>
                  </a:lnTo>
                  <a:lnTo>
                    <a:pt x="5815104" y="908604"/>
                  </a:lnTo>
                  <a:lnTo>
                    <a:pt x="5815230" y="908604"/>
                  </a:lnTo>
                  <a:lnTo>
                    <a:pt x="5815357" y="908604"/>
                  </a:lnTo>
                  <a:lnTo>
                    <a:pt x="5815483" y="908604"/>
                  </a:lnTo>
                  <a:lnTo>
                    <a:pt x="5815609" y="908604"/>
                  </a:lnTo>
                  <a:lnTo>
                    <a:pt x="5815735" y="908604"/>
                  </a:lnTo>
                  <a:lnTo>
                    <a:pt x="5815862" y="908604"/>
                  </a:lnTo>
                  <a:lnTo>
                    <a:pt x="5815988" y="908604"/>
                  </a:lnTo>
                  <a:lnTo>
                    <a:pt x="5816114" y="908604"/>
                  </a:lnTo>
                  <a:lnTo>
                    <a:pt x="5816240" y="908604"/>
                  </a:lnTo>
                  <a:lnTo>
                    <a:pt x="5816367" y="908604"/>
                  </a:lnTo>
                  <a:lnTo>
                    <a:pt x="5816493" y="908604"/>
                  </a:lnTo>
                  <a:lnTo>
                    <a:pt x="5816619" y="908604"/>
                  </a:lnTo>
                  <a:lnTo>
                    <a:pt x="5816745" y="908604"/>
                  </a:lnTo>
                  <a:lnTo>
                    <a:pt x="5816872" y="908604"/>
                  </a:lnTo>
                  <a:lnTo>
                    <a:pt x="5816998" y="908604"/>
                  </a:lnTo>
                  <a:lnTo>
                    <a:pt x="5817124" y="908604"/>
                  </a:lnTo>
                  <a:lnTo>
                    <a:pt x="5817250" y="908604"/>
                  </a:lnTo>
                  <a:lnTo>
                    <a:pt x="5817377" y="908604"/>
                  </a:lnTo>
                  <a:lnTo>
                    <a:pt x="5817503" y="908604"/>
                  </a:lnTo>
                  <a:lnTo>
                    <a:pt x="5817629" y="908604"/>
                  </a:lnTo>
                  <a:lnTo>
                    <a:pt x="5817755" y="908604"/>
                  </a:lnTo>
                  <a:lnTo>
                    <a:pt x="5817882" y="908604"/>
                  </a:lnTo>
                  <a:lnTo>
                    <a:pt x="5818008" y="908604"/>
                  </a:lnTo>
                  <a:lnTo>
                    <a:pt x="5818134" y="908604"/>
                  </a:lnTo>
                  <a:lnTo>
                    <a:pt x="5818260" y="908604"/>
                  </a:lnTo>
                  <a:lnTo>
                    <a:pt x="5818387" y="908604"/>
                  </a:lnTo>
                  <a:lnTo>
                    <a:pt x="5818513" y="908604"/>
                  </a:lnTo>
                  <a:lnTo>
                    <a:pt x="5818639" y="908604"/>
                  </a:lnTo>
                  <a:lnTo>
                    <a:pt x="5818765" y="908604"/>
                  </a:lnTo>
                  <a:lnTo>
                    <a:pt x="5818892" y="908604"/>
                  </a:lnTo>
                  <a:lnTo>
                    <a:pt x="5819018" y="908604"/>
                  </a:lnTo>
                  <a:lnTo>
                    <a:pt x="5819144" y="908604"/>
                  </a:lnTo>
                  <a:lnTo>
                    <a:pt x="5819270" y="908604"/>
                  </a:lnTo>
                  <a:lnTo>
                    <a:pt x="5819397" y="908604"/>
                  </a:lnTo>
                  <a:lnTo>
                    <a:pt x="5819523" y="908604"/>
                  </a:lnTo>
                  <a:lnTo>
                    <a:pt x="5819649" y="908604"/>
                  </a:lnTo>
                  <a:lnTo>
                    <a:pt x="5819776" y="908604"/>
                  </a:lnTo>
                  <a:lnTo>
                    <a:pt x="5819902" y="908604"/>
                  </a:lnTo>
                  <a:lnTo>
                    <a:pt x="5820028" y="908604"/>
                  </a:lnTo>
                  <a:lnTo>
                    <a:pt x="5820154" y="908604"/>
                  </a:lnTo>
                  <a:lnTo>
                    <a:pt x="5820281" y="908604"/>
                  </a:lnTo>
                  <a:lnTo>
                    <a:pt x="5820407" y="908604"/>
                  </a:lnTo>
                  <a:lnTo>
                    <a:pt x="5820533" y="908604"/>
                  </a:lnTo>
                  <a:lnTo>
                    <a:pt x="5820659" y="908604"/>
                  </a:lnTo>
                  <a:lnTo>
                    <a:pt x="5820786" y="908604"/>
                  </a:lnTo>
                  <a:lnTo>
                    <a:pt x="5820912" y="908604"/>
                  </a:lnTo>
                  <a:lnTo>
                    <a:pt x="5821038" y="908604"/>
                  </a:lnTo>
                  <a:lnTo>
                    <a:pt x="5821164" y="908604"/>
                  </a:lnTo>
                  <a:lnTo>
                    <a:pt x="5821291" y="908604"/>
                  </a:lnTo>
                  <a:lnTo>
                    <a:pt x="5821417" y="908604"/>
                  </a:lnTo>
                  <a:lnTo>
                    <a:pt x="5821543" y="908604"/>
                  </a:lnTo>
                  <a:lnTo>
                    <a:pt x="5821669" y="908604"/>
                  </a:lnTo>
                  <a:lnTo>
                    <a:pt x="5821796" y="908604"/>
                  </a:lnTo>
                  <a:lnTo>
                    <a:pt x="5821922" y="908604"/>
                  </a:lnTo>
                  <a:lnTo>
                    <a:pt x="5822048" y="908604"/>
                  </a:lnTo>
                  <a:lnTo>
                    <a:pt x="5822174" y="908604"/>
                  </a:lnTo>
                  <a:lnTo>
                    <a:pt x="5822301" y="908604"/>
                  </a:lnTo>
                  <a:lnTo>
                    <a:pt x="5822427" y="908604"/>
                  </a:lnTo>
                  <a:lnTo>
                    <a:pt x="5822553" y="908604"/>
                  </a:lnTo>
                  <a:lnTo>
                    <a:pt x="5822679" y="908604"/>
                  </a:lnTo>
                  <a:lnTo>
                    <a:pt x="5822806" y="908604"/>
                  </a:lnTo>
                  <a:lnTo>
                    <a:pt x="5822932" y="908604"/>
                  </a:lnTo>
                  <a:lnTo>
                    <a:pt x="5823058" y="908604"/>
                  </a:lnTo>
                  <a:lnTo>
                    <a:pt x="5823184" y="908604"/>
                  </a:lnTo>
                  <a:lnTo>
                    <a:pt x="5823311" y="908604"/>
                  </a:lnTo>
                  <a:lnTo>
                    <a:pt x="5823437" y="908604"/>
                  </a:lnTo>
                  <a:lnTo>
                    <a:pt x="5823563" y="908604"/>
                  </a:lnTo>
                  <a:lnTo>
                    <a:pt x="5823689" y="908604"/>
                  </a:lnTo>
                  <a:lnTo>
                    <a:pt x="5823816" y="908604"/>
                  </a:lnTo>
                  <a:lnTo>
                    <a:pt x="5823942" y="908604"/>
                  </a:lnTo>
                  <a:lnTo>
                    <a:pt x="5824068" y="908604"/>
                  </a:lnTo>
                  <a:lnTo>
                    <a:pt x="5824194" y="908604"/>
                  </a:lnTo>
                  <a:lnTo>
                    <a:pt x="5824321" y="908604"/>
                  </a:lnTo>
                  <a:lnTo>
                    <a:pt x="5824447" y="908604"/>
                  </a:lnTo>
                  <a:lnTo>
                    <a:pt x="5824573" y="908604"/>
                  </a:lnTo>
                  <a:lnTo>
                    <a:pt x="5824700" y="908604"/>
                  </a:lnTo>
                  <a:lnTo>
                    <a:pt x="5824826" y="908604"/>
                  </a:lnTo>
                  <a:lnTo>
                    <a:pt x="5824952" y="908604"/>
                  </a:lnTo>
                  <a:lnTo>
                    <a:pt x="5825078" y="908604"/>
                  </a:lnTo>
                  <a:lnTo>
                    <a:pt x="5825205" y="908604"/>
                  </a:lnTo>
                  <a:lnTo>
                    <a:pt x="5825331" y="908604"/>
                  </a:lnTo>
                  <a:lnTo>
                    <a:pt x="5825457" y="908604"/>
                  </a:lnTo>
                  <a:lnTo>
                    <a:pt x="5825583" y="908604"/>
                  </a:lnTo>
                  <a:lnTo>
                    <a:pt x="5825710" y="908604"/>
                  </a:lnTo>
                  <a:lnTo>
                    <a:pt x="5825836" y="908604"/>
                  </a:lnTo>
                  <a:lnTo>
                    <a:pt x="5825962" y="908604"/>
                  </a:lnTo>
                  <a:lnTo>
                    <a:pt x="5826088" y="908604"/>
                  </a:lnTo>
                  <a:lnTo>
                    <a:pt x="5826215" y="908604"/>
                  </a:lnTo>
                  <a:lnTo>
                    <a:pt x="5826341" y="908604"/>
                  </a:lnTo>
                  <a:lnTo>
                    <a:pt x="5826467" y="908604"/>
                  </a:lnTo>
                  <a:lnTo>
                    <a:pt x="5826593" y="908604"/>
                  </a:lnTo>
                  <a:lnTo>
                    <a:pt x="5826720" y="908604"/>
                  </a:lnTo>
                  <a:lnTo>
                    <a:pt x="5826846" y="908604"/>
                  </a:lnTo>
                  <a:lnTo>
                    <a:pt x="5826972" y="908604"/>
                  </a:lnTo>
                  <a:lnTo>
                    <a:pt x="5827098" y="908604"/>
                  </a:lnTo>
                  <a:lnTo>
                    <a:pt x="5827225" y="908604"/>
                  </a:lnTo>
                  <a:lnTo>
                    <a:pt x="5827351" y="908604"/>
                  </a:lnTo>
                  <a:lnTo>
                    <a:pt x="5827477" y="908604"/>
                  </a:lnTo>
                  <a:lnTo>
                    <a:pt x="5827603" y="908604"/>
                  </a:lnTo>
                  <a:lnTo>
                    <a:pt x="5827730" y="908604"/>
                  </a:lnTo>
                  <a:lnTo>
                    <a:pt x="5827856" y="908604"/>
                  </a:lnTo>
                  <a:lnTo>
                    <a:pt x="5827982" y="908604"/>
                  </a:lnTo>
                  <a:lnTo>
                    <a:pt x="5828108" y="908604"/>
                  </a:lnTo>
                  <a:lnTo>
                    <a:pt x="5828235" y="908604"/>
                  </a:lnTo>
                  <a:lnTo>
                    <a:pt x="5828361" y="908604"/>
                  </a:lnTo>
                  <a:lnTo>
                    <a:pt x="5828487" y="908604"/>
                  </a:lnTo>
                  <a:lnTo>
                    <a:pt x="5828613" y="908604"/>
                  </a:lnTo>
                  <a:lnTo>
                    <a:pt x="5828740" y="908604"/>
                  </a:lnTo>
                  <a:lnTo>
                    <a:pt x="5828866" y="908604"/>
                  </a:lnTo>
                  <a:lnTo>
                    <a:pt x="5828992" y="908604"/>
                  </a:lnTo>
                  <a:lnTo>
                    <a:pt x="5829118" y="908604"/>
                  </a:lnTo>
                  <a:lnTo>
                    <a:pt x="5829245" y="908604"/>
                  </a:lnTo>
                  <a:lnTo>
                    <a:pt x="5829371" y="908604"/>
                  </a:lnTo>
                  <a:lnTo>
                    <a:pt x="5829497" y="908604"/>
                  </a:lnTo>
                  <a:lnTo>
                    <a:pt x="5829623" y="908604"/>
                  </a:lnTo>
                  <a:lnTo>
                    <a:pt x="5829750" y="908604"/>
                  </a:lnTo>
                  <a:lnTo>
                    <a:pt x="5829876" y="908604"/>
                  </a:lnTo>
                  <a:lnTo>
                    <a:pt x="5830002" y="908604"/>
                  </a:lnTo>
                  <a:lnTo>
                    <a:pt x="5830129" y="908604"/>
                  </a:lnTo>
                  <a:lnTo>
                    <a:pt x="5830255" y="908604"/>
                  </a:lnTo>
                  <a:lnTo>
                    <a:pt x="5830381" y="908604"/>
                  </a:lnTo>
                  <a:lnTo>
                    <a:pt x="5830507" y="908604"/>
                  </a:lnTo>
                  <a:lnTo>
                    <a:pt x="5830634" y="908604"/>
                  </a:lnTo>
                  <a:lnTo>
                    <a:pt x="5830760" y="908604"/>
                  </a:lnTo>
                  <a:lnTo>
                    <a:pt x="5830886" y="908604"/>
                  </a:lnTo>
                  <a:lnTo>
                    <a:pt x="5831012" y="908604"/>
                  </a:lnTo>
                  <a:lnTo>
                    <a:pt x="5831139" y="908604"/>
                  </a:lnTo>
                  <a:lnTo>
                    <a:pt x="5831265" y="908604"/>
                  </a:lnTo>
                  <a:lnTo>
                    <a:pt x="5831391" y="908604"/>
                  </a:lnTo>
                  <a:lnTo>
                    <a:pt x="5831517" y="908604"/>
                  </a:lnTo>
                  <a:lnTo>
                    <a:pt x="5831644" y="908604"/>
                  </a:lnTo>
                  <a:lnTo>
                    <a:pt x="5831770" y="908604"/>
                  </a:lnTo>
                  <a:lnTo>
                    <a:pt x="5831896" y="908604"/>
                  </a:lnTo>
                  <a:lnTo>
                    <a:pt x="5832022" y="908604"/>
                  </a:lnTo>
                  <a:lnTo>
                    <a:pt x="5832149" y="908604"/>
                  </a:lnTo>
                  <a:lnTo>
                    <a:pt x="5832275" y="908604"/>
                  </a:lnTo>
                  <a:lnTo>
                    <a:pt x="5832275" y="903692"/>
                  </a:lnTo>
                  <a:lnTo>
                    <a:pt x="5832401" y="903692"/>
                  </a:lnTo>
                  <a:lnTo>
                    <a:pt x="5832527" y="903692"/>
                  </a:lnTo>
                  <a:lnTo>
                    <a:pt x="5832654" y="903692"/>
                  </a:lnTo>
                  <a:lnTo>
                    <a:pt x="5832780" y="903692"/>
                  </a:lnTo>
                  <a:lnTo>
                    <a:pt x="5832906" y="903692"/>
                  </a:lnTo>
                  <a:lnTo>
                    <a:pt x="5833032" y="903692"/>
                  </a:lnTo>
                  <a:lnTo>
                    <a:pt x="5833159" y="903692"/>
                  </a:lnTo>
                  <a:lnTo>
                    <a:pt x="5833159" y="898781"/>
                  </a:lnTo>
                  <a:lnTo>
                    <a:pt x="5833285" y="898781"/>
                  </a:lnTo>
                  <a:lnTo>
                    <a:pt x="5833411" y="898781"/>
                  </a:lnTo>
                  <a:lnTo>
                    <a:pt x="5833537" y="898781"/>
                  </a:lnTo>
                  <a:lnTo>
                    <a:pt x="5833664" y="898781"/>
                  </a:lnTo>
                  <a:lnTo>
                    <a:pt x="5833790" y="898781"/>
                  </a:lnTo>
                  <a:lnTo>
                    <a:pt x="5833916" y="898781"/>
                  </a:lnTo>
                  <a:lnTo>
                    <a:pt x="5834042" y="898781"/>
                  </a:lnTo>
                  <a:lnTo>
                    <a:pt x="5834169" y="898781"/>
                  </a:lnTo>
                  <a:lnTo>
                    <a:pt x="5834295" y="898781"/>
                  </a:lnTo>
                  <a:lnTo>
                    <a:pt x="5834421" y="898781"/>
                  </a:lnTo>
                  <a:lnTo>
                    <a:pt x="5834547" y="898781"/>
                  </a:lnTo>
                  <a:lnTo>
                    <a:pt x="5834674" y="898781"/>
                  </a:lnTo>
                  <a:lnTo>
                    <a:pt x="5834800" y="898781"/>
                  </a:lnTo>
                  <a:lnTo>
                    <a:pt x="5834926" y="898781"/>
                  </a:lnTo>
                  <a:lnTo>
                    <a:pt x="5835053" y="898781"/>
                  </a:lnTo>
                  <a:lnTo>
                    <a:pt x="5835179" y="898781"/>
                  </a:lnTo>
                  <a:lnTo>
                    <a:pt x="5835305" y="898781"/>
                  </a:lnTo>
                  <a:lnTo>
                    <a:pt x="5835431" y="898781"/>
                  </a:lnTo>
                  <a:lnTo>
                    <a:pt x="5835558" y="898781"/>
                  </a:lnTo>
                  <a:lnTo>
                    <a:pt x="5835684" y="898781"/>
                  </a:lnTo>
                  <a:lnTo>
                    <a:pt x="5835810" y="898781"/>
                  </a:lnTo>
                  <a:lnTo>
                    <a:pt x="5835936" y="898781"/>
                  </a:lnTo>
                  <a:lnTo>
                    <a:pt x="5836063" y="898781"/>
                  </a:lnTo>
                  <a:lnTo>
                    <a:pt x="5836189" y="898781"/>
                  </a:lnTo>
                  <a:lnTo>
                    <a:pt x="5836315" y="898781"/>
                  </a:lnTo>
                  <a:lnTo>
                    <a:pt x="5836441" y="898781"/>
                  </a:lnTo>
                  <a:lnTo>
                    <a:pt x="5836568" y="898781"/>
                  </a:lnTo>
                  <a:lnTo>
                    <a:pt x="5836694" y="898781"/>
                  </a:lnTo>
                  <a:lnTo>
                    <a:pt x="5836820" y="898781"/>
                  </a:lnTo>
                  <a:lnTo>
                    <a:pt x="5836946" y="898781"/>
                  </a:lnTo>
                  <a:lnTo>
                    <a:pt x="5837073" y="898781"/>
                  </a:lnTo>
                  <a:lnTo>
                    <a:pt x="5837199" y="898781"/>
                  </a:lnTo>
                  <a:lnTo>
                    <a:pt x="5837325" y="898781"/>
                  </a:lnTo>
                  <a:lnTo>
                    <a:pt x="5837451" y="898781"/>
                  </a:lnTo>
                  <a:lnTo>
                    <a:pt x="5837578" y="898781"/>
                  </a:lnTo>
                  <a:lnTo>
                    <a:pt x="5837704" y="898781"/>
                  </a:lnTo>
                  <a:lnTo>
                    <a:pt x="5837830" y="898781"/>
                  </a:lnTo>
                  <a:lnTo>
                    <a:pt x="5837956" y="898781"/>
                  </a:lnTo>
                  <a:lnTo>
                    <a:pt x="5838083" y="898781"/>
                  </a:lnTo>
                  <a:lnTo>
                    <a:pt x="5838209" y="898781"/>
                  </a:lnTo>
                  <a:lnTo>
                    <a:pt x="5838335" y="898781"/>
                  </a:lnTo>
                  <a:lnTo>
                    <a:pt x="5838461" y="898781"/>
                  </a:lnTo>
                  <a:lnTo>
                    <a:pt x="5838588" y="898781"/>
                  </a:lnTo>
                  <a:lnTo>
                    <a:pt x="5838588" y="893870"/>
                  </a:lnTo>
                  <a:lnTo>
                    <a:pt x="5838714" y="893870"/>
                  </a:lnTo>
                  <a:lnTo>
                    <a:pt x="5838840" y="893870"/>
                  </a:lnTo>
                  <a:lnTo>
                    <a:pt x="5838966" y="893870"/>
                  </a:lnTo>
                  <a:lnTo>
                    <a:pt x="5839093" y="893870"/>
                  </a:lnTo>
                  <a:lnTo>
                    <a:pt x="5839219" y="893870"/>
                  </a:lnTo>
                  <a:lnTo>
                    <a:pt x="5839345" y="893870"/>
                  </a:lnTo>
                  <a:lnTo>
                    <a:pt x="5839471" y="893870"/>
                  </a:lnTo>
                  <a:lnTo>
                    <a:pt x="5839598" y="893870"/>
                  </a:lnTo>
                  <a:lnTo>
                    <a:pt x="5839724" y="893870"/>
                  </a:lnTo>
                  <a:lnTo>
                    <a:pt x="5839850" y="893870"/>
                  </a:lnTo>
                  <a:lnTo>
                    <a:pt x="5839976" y="893870"/>
                  </a:lnTo>
                  <a:lnTo>
                    <a:pt x="5840103" y="893870"/>
                  </a:lnTo>
                  <a:lnTo>
                    <a:pt x="5840229" y="893870"/>
                  </a:lnTo>
                  <a:lnTo>
                    <a:pt x="5840355" y="893870"/>
                  </a:lnTo>
                  <a:lnTo>
                    <a:pt x="5840482" y="893870"/>
                  </a:lnTo>
                  <a:lnTo>
                    <a:pt x="5840608" y="893870"/>
                  </a:lnTo>
                  <a:lnTo>
                    <a:pt x="5840734" y="893870"/>
                  </a:lnTo>
                  <a:lnTo>
                    <a:pt x="5840860" y="893870"/>
                  </a:lnTo>
                  <a:lnTo>
                    <a:pt x="5840987" y="893870"/>
                  </a:lnTo>
                  <a:lnTo>
                    <a:pt x="5841113" y="893870"/>
                  </a:lnTo>
                  <a:lnTo>
                    <a:pt x="5841239" y="893870"/>
                  </a:lnTo>
                  <a:lnTo>
                    <a:pt x="5841365" y="893870"/>
                  </a:lnTo>
                  <a:lnTo>
                    <a:pt x="5841492" y="893870"/>
                  </a:lnTo>
                  <a:lnTo>
                    <a:pt x="5841618" y="893870"/>
                  </a:lnTo>
                  <a:lnTo>
                    <a:pt x="5841744" y="893870"/>
                  </a:lnTo>
                  <a:lnTo>
                    <a:pt x="5841870" y="893870"/>
                  </a:lnTo>
                  <a:lnTo>
                    <a:pt x="5841997" y="893870"/>
                  </a:lnTo>
                  <a:lnTo>
                    <a:pt x="5842123" y="893870"/>
                  </a:lnTo>
                  <a:lnTo>
                    <a:pt x="5842249" y="893870"/>
                  </a:lnTo>
                  <a:lnTo>
                    <a:pt x="5842375" y="893870"/>
                  </a:lnTo>
                  <a:lnTo>
                    <a:pt x="5842502" y="893870"/>
                  </a:lnTo>
                  <a:lnTo>
                    <a:pt x="5842628" y="893870"/>
                  </a:lnTo>
                  <a:lnTo>
                    <a:pt x="5842754" y="893870"/>
                  </a:lnTo>
                  <a:lnTo>
                    <a:pt x="5842880" y="893870"/>
                  </a:lnTo>
                  <a:lnTo>
                    <a:pt x="5843007" y="893870"/>
                  </a:lnTo>
                  <a:lnTo>
                    <a:pt x="5843133" y="893870"/>
                  </a:lnTo>
                  <a:lnTo>
                    <a:pt x="5843133" y="888958"/>
                  </a:lnTo>
                  <a:lnTo>
                    <a:pt x="5843259" y="888958"/>
                  </a:lnTo>
                  <a:lnTo>
                    <a:pt x="5843385" y="888958"/>
                  </a:lnTo>
                  <a:lnTo>
                    <a:pt x="5843512" y="888958"/>
                  </a:lnTo>
                  <a:lnTo>
                    <a:pt x="5843638" y="888958"/>
                  </a:lnTo>
                  <a:lnTo>
                    <a:pt x="5843764" y="888958"/>
                  </a:lnTo>
                  <a:lnTo>
                    <a:pt x="5843890" y="888958"/>
                  </a:lnTo>
                  <a:lnTo>
                    <a:pt x="5844017" y="888958"/>
                  </a:lnTo>
                  <a:lnTo>
                    <a:pt x="5844143" y="888958"/>
                  </a:lnTo>
                  <a:lnTo>
                    <a:pt x="5844269" y="888958"/>
                  </a:lnTo>
                  <a:lnTo>
                    <a:pt x="5844395" y="888958"/>
                  </a:lnTo>
                  <a:lnTo>
                    <a:pt x="5844522" y="888958"/>
                  </a:lnTo>
                  <a:lnTo>
                    <a:pt x="5844648" y="888958"/>
                  </a:lnTo>
                  <a:lnTo>
                    <a:pt x="5844774" y="888958"/>
                  </a:lnTo>
                  <a:lnTo>
                    <a:pt x="5844900" y="888958"/>
                  </a:lnTo>
                  <a:lnTo>
                    <a:pt x="5845027" y="888958"/>
                  </a:lnTo>
                  <a:lnTo>
                    <a:pt x="5845153" y="888958"/>
                  </a:lnTo>
                  <a:lnTo>
                    <a:pt x="5845279" y="888958"/>
                  </a:lnTo>
                  <a:lnTo>
                    <a:pt x="5845406" y="888958"/>
                  </a:lnTo>
                  <a:lnTo>
                    <a:pt x="5845532" y="888958"/>
                  </a:lnTo>
                  <a:lnTo>
                    <a:pt x="5845658" y="888958"/>
                  </a:lnTo>
                  <a:lnTo>
                    <a:pt x="5845784" y="888958"/>
                  </a:lnTo>
                  <a:lnTo>
                    <a:pt x="5845911" y="888958"/>
                  </a:lnTo>
                  <a:lnTo>
                    <a:pt x="5846037" y="888958"/>
                  </a:lnTo>
                  <a:lnTo>
                    <a:pt x="5846163" y="888958"/>
                  </a:lnTo>
                  <a:lnTo>
                    <a:pt x="5846289" y="888958"/>
                  </a:lnTo>
                  <a:lnTo>
                    <a:pt x="5846416" y="888958"/>
                  </a:lnTo>
                  <a:lnTo>
                    <a:pt x="5846542" y="888958"/>
                  </a:lnTo>
                  <a:lnTo>
                    <a:pt x="5846668" y="888958"/>
                  </a:lnTo>
                  <a:lnTo>
                    <a:pt x="5846794" y="888958"/>
                  </a:lnTo>
                  <a:lnTo>
                    <a:pt x="5846921" y="888958"/>
                  </a:lnTo>
                  <a:lnTo>
                    <a:pt x="5847047" y="888958"/>
                  </a:lnTo>
                  <a:lnTo>
                    <a:pt x="5847173" y="888958"/>
                  </a:lnTo>
                  <a:lnTo>
                    <a:pt x="5847299" y="888958"/>
                  </a:lnTo>
                  <a:lnTo>
                    <a:pt x="5847426" y="888958"/>
                  </a:lnTo>
                  <a:lnTo>
                    <a:pt x="5847552" y="888958"/>
                  </a:lnTo>
                  <a:lnTo>
                    <a:pt x="5847678" y="888958"/>
                  </a:lnTo>
                  <a:lnTo>
                    <a:pt x="5847804" y="888958"/>
                  </a:lnTo>
                  <a:lnTo>
                    <a:pt x="5847931" y="888958"/>
                  </a:lnTo>
                  <a:lnTo>
                    <a:pt x="5848057" y="888958"/>
                  </a:lnTo>
                  <a:lnTo>
                    <a:pt x="5848183" y="888958"/>
                  </a:lnTo>
                  <a:lnTo>
                    <a:pt x="5848309" y="888958"/>
                  </a:lnTo>
                  <a:lnTo>
                    <a:pt x="5848436" y="888958"/>
                  </a:lnTo>
                  <a:lnTo>
                    <a:pt x="5848562" y="888958"/>
                  </a:lnTo>
                  <a:lnTo>
                    <a:pt x="5848688" y="888958"/>
                  </a:lnTo>
                  <a:lnTo>
                    <a:pt x="5848814" y="888958"/>
                  </a:lnTo>
                  <a:lnTo>
                    <a:pt x="5848941" y="888958"/>
                  </a:lnTo>
                  <a:lnTo>
                    <a:pt x="5849067" y="888958"/>
                  </a:lnTo>
                  <a:lnTo>
                    <a:pt x="5849193" y="888958"/>
                  </a:lnTo>
                  <a:lnTo>
                    <a:pt x="5849319" y="888958"/>
                  </a:lnTo>
                  <a:lnTo>
                    <a:pt x="5849446" y="888958"/>
                  </a:lnTo>
                  <a:lnTo>
                    <a:pt x="5849572" y="888958"/>
                  </a:lnTo>
                  <a:lnTo>
                    <a:pt x="5849698" y="888958"/>
                  </a:lnTo>
                  <a:lnTo>
                    <a:pt x="5849824" y="888958"/>
                  </a:lnTo>
                  <a:lnTo>
                    <a:pt x="5849951" y="888958"/>
                  </a:lnTo>
                  <a:lnTo>
                    <a:pt x="5850077" y="888958"/>
                  </a:lnTo>
                  <a:lnTo>
                    <a:pt x="5850203" y="888958"/>
                  </a:lnTo>
                  <a:lnTo>
                    <a:pt x="5850329" y="888958"/>
                  </a:lnTo>
                  <a:lnTo>
                    <a:pt x="5850456" y="888958"/>
                  </a:lnTo>
                  <a:lnTo>
                    <a:pt x="5850582" y="888958"/>
                  </a:lnTo>
                  <a:lnTo>
                    <a:pt x="5850708" y="888958"/>
                  </a:lnTo>
                  <a:lnTo>
                    <a:pt x="5850835" y="888958"/>
                  </a:lnTo>
                  <a:lnTo>
                    <a:pt x="5850961" y="888958"/>
                  </a:lnTo>
                  <a:lnTo>
                    <a:pt x="5851087" y="888958"/>
                  </a:lnTo>
                  <a:lnTo>
                    <a:pt x="5851213" y="888958"/>
                  </a:lnTo>
                  <a:lnTo>
                    <a:pt x="5851340" y="888958"/>
                  </a:lnTo>
                  <a:lnTo>
                    <a:pt x="5851466" y="888958"/>
                  </a:lnTo>
                  <a:lnTo>
                    <a:pt x="5851592" y="888958"/>
                  </a:lnTo>
                  <a:lnTo>
                    <a:pt x="5851592" y="884047"/>
                  </a:lnTo>
                  <a:lnTo>
                    <a:pt x="5851718" y="884047"/>
                  </a:lnTo>
                  <a:lnTo>
                    <a:pt x="5851845" y="884047"/>
                  </a:lnTo>
                  <a:lnTo>
                    <a:pt x="5851971" y="884047"/>
                  </a:lnTo>
                  <a:lnTo>
                    <a:pt x="5852097" y="884047"/>
                  </a:lnTo>
                  <a:lnTo>
                    <a:pt x="5852223" y="884047"/>
                  </a:lnTo>
                  <a:lnTo>
                    <a:pt x="5852350" y="884047"/>
                  </a:lnTo>
                  <a:lnTo>
                    <a:pt x="5852476" y="884047"/>
                  </a:lnTo>
                  <a:lnTo>
                    <a:pt x="5852602" y="884047"/>
                  </a:lnTo>
                  <a:lnTo>
                    <a:pt x="5852728" y="884047"/>
                  </a:lnTo>
                  <a:lnTo>
                    <a:pt x="5852855" y="884047"/>
                  </a:lnTo>
                  <a:lnTo>
                    <a:pt x="5852981" y="884047"/>
                  </a:lnTo>
                  <a:lnTo>
                    <a:pt x="5853107" y="884047"/>
                  </a:lnTo>
                  <a:lnTo>
                    <a:pt x="5853233" y="884047"/>
                  </a:lnTo>
                  <a:lnTo>
                    <a:pt x="5853360" y="884047"/>
                  </a:lnTo>
                  <a:lnTo>
                    <a:pt x="5853486" y="884047"/>
                  </a:lnTo>
                  <a:lnTo>
                    <a:pt x="5853612" y="884047"/>
                  </a:lnTo>
                  <a:lnTo>
                    <a:pt x="5853738" y="884047"/>
                  </a:lnTo>
                  <a:lnTo>
                    <a:pt x="5853865" y="884047"/>
                  </a:lnTo>
                  <a:lnTo>
                    <a:pt x="5853991" y="884047"/>
                  </a:lnTo>
                  <a:lnTo>
                    <a:pt x="5854117" y="884047"/>
                  </a:lnTo>
                  <a:lnTo>
                    <a:pt x="5854243" y="884047"/>
                  </a:lnTo>
                  <a:lnTo>
                    <a:pt x="5854370" y="884047"/>
                  </a:lnTo>
                  <a:lnTo>
                    <a:pt x="5854496" y="884047"/>
                  </a:lnTo>
                  <a:lnTo>
                    <a:pt x="5854622" y="884047"/>
                  </a:lnTo>
                  <a:lnTo>
                    <a:pt x="5854748" y="884047"/>
                  </a:lnTo>
                  <a:lnTo>
                    <a:pt x="5854875" y="884047"/>
                  </a:lnTo>
                  <a:lnTo>
                    <a:pt x="5855001" y="884047"/>
                  </a:lnTo>
                  <a:lnTo>
                    <a:pt x="5855127" y="884047"/>
                  </a:lnTo>
                  <a:lnTo>
                    <a:pt x="5855253" y="884047"/>
                  </a:lnTo>
                  <a:lnTo>
                    <a:pt x="5855380" y="884047"/>
                  </a:lnTo>
                  <a:lnTo>
                    <a:pt x="5855506" y="884047"/>
                  </a:lnTo>
                  <a:lnTo>
                    <a:pt x="5855632" y="884047"/>
                  </a:lnTo>
                  <a:lnTo>
                    <a:pt x="5855759" y="884047"/>
                  </a:lnTo>
                  <a:lnTo>
                    <a:pt x="5855885" y="884047"/>
                  </a:lnTo>
                  <a:lnTo>
                    <a:pt x="5856011" y="884047"/>
                  </a:lnTo>
                  <a:lnTo>
                    <a:pt x="5856137" y="884047"/>
                  </a:lnTo>
                  <a:lnTo>
                    <a:pt x="5856264" y="884047"/>
                  </a:lnTo>
                  <a:lnTo>
                    <a:pt x="5856390" y="884047"/>
                  </a:lnTo>
                  <a:lnTo>
                    <a:pt x="5856516" y="884047"/>
                  </a:lnTo>
                  <a:lnTo>
                    <a:pt x="5856642" y="884047"/>
                  </a:lnTo>
                  <a:lnTo>
                    <a:pt x="5856769" y="884047"/>
                  </a:lnTo>
                  <a:lnTo>
                    <a:pt x="5856895" y="884047"/>
                  </a:lnTo>
                  <a:lnTo>
                    <a:pt x="5857021" y="884047"/>
                  </a:lnTo>
                  <a:lnTo>
                    <a:pt x="5857147" y="884047"/>
                  </a:lnTo>
                  <a:lnTo>
                    <a:pt x="5857274" y="884047"/>
                  </a:lnTo>
                  <a:lnTo>
                    <a:pt x="5857400" y="884047"/>
                  </a:lnTo>
                  <a:lnTo>
                    <a:pt x="5857526" y="884047"/>
                  </a:lnTo>
                  <a:lnTo>
                    <a:pt x="5857652" y="884047"/>
                  </a:lnTo>
                  <a:lnTo>
                    <a:pt x="5857779" y="884047"/>
                  </a:lnTo>
                  <a:lnTo>
                    <a:pt x="5857905" y="884047"/>
                  </a:lnTo>
                  <a:lnTo>
                    <a:pt x="5858031" y="884047"/>
                  </a:lnTo>
                  <a:lnTo>
                    <a:pt x="5858157" y="884047"/>
                  </a:lnTo>
                  <a:lnTo>
                    <a:pt x="5858284" y="884047"/>
                  </a:lnTo>
                  <a:lnTo>
                    <a:pt x="5858410" y="884047"/>
                  </a:lnTo>
                  <a:lnTo>
                    <a:pt x="5858536" y="884047"/>
                  </a:lnTo>
                  <a:lnTo>
                    <a:pt x="5858662" y="884047"/>
                  </a:lnTo>
                  <a:lnTo>
                    <a:pt x="5858789" y="884047"/>
                  </a:lnTo>
                  <a:lnTo>
                    <a:pt x="5858915" y="884047"/>
                  </a:lnTo>
                  <a:lnTo>
                    <a:pt x="5859041" y="884047"/>
                  </a:lnTo>
                  <a:lnTo>
                    <a:pt x="5859167" y="884047"/>
                  </a:lnTo>
                  <a:lnTo>
                    <a:pt x="5859167" y="879136"/>
                  </a:lnTo>
                  <a:lnTo>
                    <a:pt x="5859294" y="879136"/>
                  </a:lnTo>
                  <a:lnTo>
                    <a:pt x="5859420" y="879136"/>
                  </a:lnTo>
                  <a:lnTo>
                    <a:pt x="5859546" y="879136"/>
                  </a:lnTo>
                  <a:lnTo>
                    <a:pt x="5859672" y="879136"/>
                  </a:lnTo>
                  <a:lnTo>
                    <a:pt x="5859799" y="879136"/>
                  </a:lnTo>
                  <a:lnTo>
                    <a:pt x="5859925" y="879136"/>
                  </a:lnTo>
                  <a:lnTo>
                    <a:pt x="5860051" y="879136"/>
                  </a:lnTo>
                  <a:lnTo>
                    <a:pt x="5860177" y="879136"/>
                  </a:lnTo>
                  <a:lnTo>
                    <a:pt x="5860304" y="879136"/>
                  </a:lnTo>
                  <a:lnTo>
                    <a:pt x="5860430" y="879136"/>
                  </a:lnTo>
                  <a:lnTo>
                    <a:pt x="5860556" y="879136"/>
                  </a:lnTo>
                  <a:lnTo>
                    <a:pt x="5860682" y="879136"/>
                  </a:lnTo>
                  <a:lnTo>
                    <a:pt x="5860809" y="879136"/>
                  </a:lnTo>
                  <a:lnTo>
                    <a:pt x="5860935" y="879136"/>
                  </a:lnTo>
                  <a:lnTo>
                    <a:pt x="5861061" y="879136"/>
                  </a:lnTo>
                  <a:lnTo>
                    <a:pt x="5861188" y="879136"/>
                  </a:lnTo>
                  <a:lnTo>
                    <a:pt x="5861314" y="879136"/>
                  </a:lnTo>
                  <a:lnTo>
                    <a:pt x="5861440" y="879136"/>
                  </a:lnTo>
                  <a:lnTo>
                    <a:pt x="5861566" y="879136"/>
                  </a:lnTo>
                  <a:lnTo>
                    <a:pt x="5861693" y="879136"/>
                  </a:lnTo>
                  <a:lnTo>
                    <a:pt x="5861819" y="879136"/>
                  </a:lnTo>
                  <a:lnTo>
                    <a:pt x="5861945" y="879136"/>
                  </a:lnTo>
                  <a:lnTo>
                    <a:pt x="5862071" y="879136"/>
                  </a:lnTo>
                  <a:lnTo>
                    <a:pt x="5862198" y="879136"/>
                  </a:lnTo>
                  <a:lnTo>
                    <a:pt x="5862324" y="879136"/>
                  </a:lnTo>
                  <a:lnTo>
                    <a:pt x="5862450" y="879136"/>
                  </a:lnTo>
                  <a:lnTo>
                    <a:pt x="5862576" y="879136"/>
                  </a:lnTo>
                  <a:lnTo>
                    <a:pt x="5862703" y="879136"/>
                  </a:lnTo>
                  <a:lnTo>
                    <a:pt x="5862829" y="879136"/>
                  </a:lnTo>
                  <a:lnTo>
                    <a:pt x="5862955" y="879136"/>
                  </a:lnTo>
                  <a:lnTo>
                    <a:pt x="5863081" y="879136"/>
                  </a:lnTo>
                  <a:lnTo>
                    <a:pt x="5863208" y="879136"/>
                  </a:lnTo>
                  <a:lnTo>
                    <a:pt x="5863334" y="879136"/>
                  </a:lnTo>
                  <a:lnTo>
                    <a:pt x="5863460" y="879136"/>
                  </a:lnTo>
                  <a:lnTo>
                    <a:pt x="5863586" y="879136"/>
                  </a:lnTo>
                  <a:lnTo>
                    <a:pt x="5863713" y="879136"/>
                  </a:lnTo>
                  <a:lnTo>
                    <a:pt x="5863839" y="879136"/>
                  </a:lnTo>
                  <a:lnTo>
                    <a:pt x="5863965" y="879136"/>
                  </a:lnTo>
                  <a:lnTo>
                    <a:pt x="5864091" y="879136"/>
                  </a:lnTo>
                  <a:lnTo>
                    <a:pt x="5864218" y="879136"/>
                  </a:lnTo>
                  <a:lnTo>
                    <a:pt x="5864344" y="879136"/>
                  </a:lnTo>
                  <a:lnTo>
                    <a:pt x="5864470" y="879136"/>
                  </a:lnTo>
                  <a:lnTo>
                    <a:pt x="5864596" y="879136"/>
                  </a:lnTo>
                  <a:lnTo>
                    <a:pt x="5864723" y="879136"/>
                  </a:lnTo>
                  <a:lnTo>
                    <a:pt x="5864849" y="879136"/>
                  </a:lnTo>
                  <a:lnTo>
                    <a:pt x="5864849" y="874224"/>
                  </a:lnTo>
                  <a:lnTo>
                    <a:pt x="5864975" y="874224"/>
                  </a:lnTo>
                  <a:lnTo>
                    <a:pt x="5865101" y="874224"/>
                  </a:lnTo>
                  <a:lnTo>
                    <a:pt x="5865228" y="874224"/>
                  </a:lnTo>
                  <a:lnTo>
                    <a:pt x="5865354" y="874224"/>
                  </a:lnTo>
                  <a:lnTo>
                    <a:pt x="5865480" y="874224"/>
                  </a:lnTo>
                  <a:lnTo>
                    <a:pt x="5865606" y="874224"/>
                  </a:lnTo>
                  <a:lnTo>
                    <a:pt x="5865733" y="874224"/>
                  </a:lnTo>
                  <a:lnTo>
                    <a:pt x="5865859" y="874224"/>
                  </a:lnTo>
                  <a:lnTo>
                    <a:pt x="5865985" y="874224"/>
                  </a:lnTo>
                  <a:lnTo>
                    <a:pt x="5866112" y="874224"/>
                  </a:lnTo>
                  <a:lnTo>
                    <a:pt x="5866238" y="874224"/>
                  </a:lnTo>
                  <a:lnTo>
                    <a:pt x="5866364" y="874224"/>
                  </a:lnTo>
                  <a:lnTo>
                    <a:pt x="5866490" y="874224"/>
                  </a:lnTo>
                  <a:lnTo>
                    <a:pt x="5866617" y="874224"/>
                  </a:lnTo>
                  <a:lnTo>
                    <a:pt x="5866743" y="874224"/>
                  </a:lnTo>
                  <a:lnTo>
                    <a:pt x="5866869" y="874224"/>
                  </a:lnTo>
                  <a:lnTo>
                    <a:pt x="5866995" y="874224"/>
                  </a:lnTo>
                  <a:lnTo>
                    <a:pt x="5867122" y="874224"/>
                  </a:lnTo>
                  <a:lnTo>
                    <a:pt x="5867248" y="874224"/>
                  </a:lnTo>
                  <a:lnTo>
                    <a:pt x="5867374" y="874224"/>
                  </a:lnTo>
                  <a:lnTo>
                    <a:pt x="5867500" y="874224"/>
                  </a:lnTo>
                  <a:lnTo>
                    <a:pt x="5867627" y="874224"/>
                  </a:lnTo>
                  <a:lnTo>
                    <a:pt x="5867753" y="874224"/>
                  </a:lnTo>
                  <a:lnTo>
                    <a:pt x="5867879" y="874224"/>
                  </a:lnTo>
                  <a:lnTo>
                    <a:pt x="5868005" y="874224"/>
                  </a:lnTo>
                  <a:lnTo>
                    <a:pt x="5868132" y="874224"/>
                  </a:lnTo>
                  <a:lnTo>
                    <a:pt x="5868258" y="874224"/>
                  </a:lnTo>
                  <a:lnTo>
                    <a:pt x="5868384" y="874224"/>
                  </a:lnTo>
                  <a:lnTo>
                    <a:pt x="5868510" y="874224"/>
                  </a:lnTo>
                  <a:lnTo>
                    <a:pt x="5868637" y="874224"/>
                  </a:lnTo>
                  <a:lnTo>
                    <a:pt x="5868763" y="874224"/>
                  </a:lnTo>
                  <a:lnTo>
                    <a:pt x="5868889" y="874224"/>
                  </a:lnTo>
                  <a:lnTo>
                    <a:pt x="5869015" y="874224"/>
                  </a:lnTo>
                  <a:lnTo>
                    <a:pt x="5869142" y="874224"/>
                  </a:lnTo>
                  <a:lnTo>
                    <a:pt x="5869268" y="874224"/>
                  </a:lnTo>
                  <a:lnTo>
                    <a:pt x="5869394" y="874224"/>
                  </a:lnTo>
                  <a:lnTo>
                    <a:pt x="5869520" y="874224"/>
                  </a:lnTo>
                  <a:lnTo>
                    <a:pt x="5869647" y="874224"/>
                  </a:lnTo>
                  <a:lnTo>
                    <a:pt x="5869773" y="874224"/>
                  </a:lnTo>
                  <a:lnTo>
                    <a:pt x="5869899" y="874224"/>
                  </a:lnTo>
                  <a:lnTo>
                    <a:pt x="5870025" y="874224"/>
                  </a:lnTo>
                  <a:lnTo>
                    <a:pt x="5870152" y="874224"/>
                  </a:lnTo>
                  <a:lnTo>
                    <a:pt x="5870278" y="874224"/>
                  </a:lnTo>
                  <a:lnTo>
                    <a:pt x="5870404" y="874224"/>
                  </a:lnTo>
                  <a:lnTo>
                    <a:pt x="5870530" y="874224"/>
                  </a:lnTo>
                  <a:lnTo>
                    <a:pt x="5870657" y="874224"/>
                  </a:lnTo>
                  <a:lnTo>
                    <a:pt x="5870783" y="874224"/>
                  </a:lnTo>
                  <a:lnTo>
                    <a:pt x="5870909" y="874224"/>
                  </a:lnTo>
                  <a:lnTo>
                    <a:pt x="5871035" y="874224"/>
                  </a:lnTo>
                  <a:lnTo>
                    <a:pt x="5871162" y="874224"/>
                  </a:lnTo>
                  <a:lnTo>
                    <a:pt x="5871288" y="874224"/>
                  </a:lnTo>
                  <a:lnTo>
                    <a:pt x="5871414" y="874224"/>
                  </a:lnTo>
                  <a:lnTo>
                    <a:pt x="5871541" y="874224"/>
                  </a:lnTo>
                  <a:lnTo>
                    <a:pt x="5871667" y="874224"/>
                  </a:lnTo>
                  <a:lnTo>
                    <a:pt x="5871793" y="874224"/>
                  </a:lnTo>
                  <a:lnTo>
                    <a:pt x="5871919" y="874224"/>
                  </a:lnTo>
                  <a:lnTo>
                    <a:pt x="5872046" y="874224"/>
                  </a:lnTo>
                  <a:lnTo>
                    <a:pt x="5872172" y="874224"/>
                  </a:lnTo>
                  <a:lnTo>
                    <a:pt x="5872298" y="874224"/>
                  </a:lnTo>
                  <a:lnTo>
                    <a:pt x="5872424" y="874224"/>
                  </a:lnTo>
                  <a:lnTo>
                    <a:pt x="5872551" y="874224"/>
                  </a:lnTo>
                  <a:lnTo>
                    <a:pt x="5872677" y="874224"/>
                  </a:lnTo>
                  <a:lnTo>
                    <a:pt x="5872803" y="874224"/>
                  </a:lnTo>
                  <a:lnTo>
                    <a:pt x="5872929" y="874224"/>
                  </a:lnTo>
                  <a:lnTo>
                    <a:pt x="5873056" y="874224"/>
                  </a:lnTo>
                  <a:lnTo>
                    <a:pt x="5873182" y="874224"/>
                  </a:lnTo>
                  <a:lnTo>
                    <a:pt x="5873308" y="874224"/>
                  </a:lnTo>
                  <a:lnTo>
                    <a:pt x="5873434" y="874224"/>
                  </a:lnTo>
                  <a:lnTo>
                    <a:pt x="5873561" y="874224"/>
                  </a:lnTo>
                  <a:lnTo>
                    <a:pt x="5873687" y="874224"/>
                  </a:lnTo>
                  <a:lnTo>
                    <a:pt x="5873813" y="874224"/>
                  </a:lnTo>
                  <a:lnTo>
                    <a:pt x="5873939" y="874224"/>
                  </a:lnTo>
                  <a:lnTo>
                    <a:pt x="5874066" y="874224"/>
                  </a:lnTo>
                  <a:lnTo>
                    <a:pt x="5874192" y="874224"/>
                  </a:lnTo>
                  <a:lnTo>
                    <a:pt x="5874318" y="874224"/>
                  </a:lnTo>
                  <a:lnTo>
                    <a:pt x="5874444" y="874224"/>
                  </a:lnTo>
                  <a:lnTo>
                    <a:pt x="5874571" y="874224"/>
                  </a:lnTo>
                  <a:lnTo>
                    <a:pt x="5874697" y="874224"/>
                  </a:lnTo>
                  <a:lnTo>
                    <a:pt x="5874823" y="874224"/>
                  </a:lnTo>
                  <a:lnTo>
                    <a:pt x="5874949" y="874224"/>
                  </a:lnTo>
                  <a:lnTo>
                    <a:pt x="5875076" y="874224"/>
                  </a:lnTo>
                  <a:lnTo>
                    <a:pt x="5875202" y="874224"/>
                  </a:lnTo>
                  <a:lnTo>
                    <a:pt x="5875328" y="874224"/>
                  </a:lnTo>
                  <a:lnTo>
                    <a:pt x="5875454" y="874224"/>
                  </a:lnTo>
                  <a:lnTo>
                    <a:pt x="5875581" y="874224"/>
                  </a:lnTo>
                  <a:lnTo>
                    <a:pt x="5875707" y="874224"/>
                  </a:lnTo>
                  <a:lnTo>
                    <a:pt x="5875833" y="874224"/>
                  </a:lnTo>
                  <a:lnTo>
                    <a:pt x="5875959" y="874224"/>
                  </a:lnTo>
                  <a:lnTo>
                    <a:pt x="5876086" y="874224"/>
                  </a:lnTo>
                  <a:lnTo>
                    <a:pt x="5876212" y="874224"/>
                  </a:lnTo>
                  <a:lnTo>
                    <a:pt x="5876338" y="874224"/>
                  </a:lnTo>
                  <a:lnTo>
                    <a:pt x="5876465" y="874224"/>
                  </a:lnTo>
                  <a:lnTo>
                    <a:pt x="5876591" y="874224"/>
                  </a:lnTo>
                  <a:lnTo>
                    <a:pt x="5876717" y="874224"/>
                  </a:lnTo>
                  <a:lnTo>
                    <a:pt x="5876843" y="874224"/>
                  </a:lnTo>
                  <a:lnTo>
                    <a:pt x="5876970" y="874224"/>
                  </a:lnTo>
                  <a:lnTo>
                    <a:pt x="5877096" y="874224"/>
                  </a:lnTo>
                  <a:lnTo>
                    <a:pt x="5877222" y="874224"/>
                  </a:lnTo>
                  <a:lnTo>
                    <a:pt x="5877348" y="874224"/>
                  </a:lnTo>
                  <a:lnTo>
                    <a:pt x="5877475" y="874224"/>
                  </a:lnTo>
                  <a:lnTo>
                    <a:pt x="5877601" y="874224"/>
                  </a:lnTo>
                  <a:lnTo>
                    <a:pt x="5877727" y="874224"/>
                  </a:lnTo>
                  <a:lnTo>
                    <a:pt x="5877853" y="874224"/>
                  </a:lnTo>
                  <a:lnTo>
                    <a:pt x="5877980" y="874224"/>
                  </a:lnTo>
                  <a:lnTo>
                    <a:pt x="5878106" y="874224"/>
                  </a:lnTo>
                  <a:lnTo>
                    <a:pt x="5878232" y="874224"/>
                  </a:lnTo>
                  <a:lnTo>
                    <a:pt x="5878358" y="874224"/>
                  </a:lnTo>
                  <a:lnTo>
                    <a:pt x="5878485" y="874224"/>
                  </a:lnTo>
                  <a:lnTo>
                    <a:pt x="5878611" y="874224"/>
                  </a:lnTo>
                  <a:lnTo>
                    <a:pt x="5878737" y="874224"/>
                  </a:lnTo>
                  <a:lnTo>
                    <a:pt x="5878863" y="874224"/>
                  </a:lnTo>
                  <a:lnTo>
                    <a:pt x="5878990" y="874224"/>
                  </a:lnTo>
                  <a:lnTo>
                    <a:pt x="5879116" y="874224"/>
                  </a:lnTo>
                  <a:lnTo>
                    <a:pt x="5879242" y="874224"/>
                  </a:lnTo>
                  <a:lnTo>
                    <a:pt x="5879368" y="874224"/>
                  </a:lnTo>
                  <a:lnTo>
                    <a:pt x="5879495" y="874224"/>
                  </a:lnTo>
                  <a:lnTo>
                    <a:pt x="5879621" y="874224"/>
                  </a:lnTo>
                  <a:lnTo>
                    <a:pt x="5879747" y="874224"/>
                  </a:lnTo>
                  <a:lnTo>
                    <a:pt x="5879873" y="874224"/>
                  </a:lnTo>
                  <a:lnTo>
                    <a:pt x="5880000" y="874224"/>
                  </a:lnTo>
                  <a:lnTo>
                    <a:pt x="5880126" y="874224"/>
                  </a:lnTo>
                  <a:lnTo>
                    <a:pt x="5880252" y="874224"/>
                  </a:lnTo>
                  <a:lnTo>
                    <a:pt x="5880378" y="874224"/>
                  </a:lnTo>
                  <a:lnTo>
                    <a:pt x="5880505" y="874224"/>
                  </a:lnTo>
                  <a:lnTo>
                    <a:pt x="5880631" y="874224"/>
                  </a:lnTo>
                  <a:lnTo>
                    <a:pt x="5880757" y="874224"/>
                  </a:lnTo>
                  <a:lnTo>
                    <a:pt x="5880883" y="874224"/>
                  </a:lnTo>
                  <a:lnTo>
                    <a:pt x="5881010" y="874224"/>
                  </a:lnTo>
                  <a:lnTo>
                    <a:pt x="5881136" y="874224"/>
                  </a:lnTo>
                  <a:lnTo>
                    <a:pt x="5881262" y="874224"/>
                  </a:lnTo>
                  <a:lnTo>
                    <a:pt x="5881389" y="874224"/>
                  </a:lnTo>
                  <a:lnTo>
                    <a:pt x="5881515" y="874224"/>
                  </a:lnTo>
                  <a:lnTo>
                    <a:pt x="5881641" y="874224"/>
                  </a:lnTo>
                  <a:lnTo>
                    <a:pt x="5881767" y="874224"/>
                  </a:lnTo>
                  <a:lnTo>
                    <a:pt x="5881894" y="874224"/>
                  </a:lnTo>
                  <a:lnTo>
                    <a:pt x="5882020" y="874224"/>
                  </a:lnTo>
                  <a:lnTo>
                    <a:pt x="5882146" y="874224"/>
                  </a:lnTo>
                  <a:lnTo>
                    <a:pt x="5882272" y="874224"/>
                  </a:lnTo>
                  <a:lnTo>
                    <a:pt x="5882399" y="874224"/>
                  </a:lnTo>
                  <a:lnTo>
                    <a:pt x="5882525" y="874224"/>
                  </a:lnTo>
                  <a:lnTo>
                    <a:pt x="5882651" y="874224"/>
                  </a:lnTo>
                  <a:lnTo>
                    <a:pt x="5882777" y="874224"/>
                  </a:lnTo>
                  <a:lnTo>
                    <a:pt x="5882904" y="874224"/>
                  </a:lnTo>
                  <a:lnTo>
                    <a:pt x="5883030" y="874224"/>
                  </a:lnTo>
                  <a:lnTo>
                    <a:pt x="5883156" y="874224"/>
                  </a:lnTo>
                  <a:lnTo>
                    <a:pt x="5883282" y="874224"/>
                  </a:lnTo>
                  <a:lnTo>
                    <a:pt x="5883409" y="874224"/>
                  </a:lnTo>
                  <a:lnTo>
                    <a:pt x="5883535" y="874224"/>
                  </a:lnTo>
                  <a:lnTo>
                    <a:pt x="5883661" y="874224"/>
                  </a:lnTo>
                  <a:lnTo>
                    <a:pt x="5883787" y="874224"/>
                  </a:lnTo>
                  <a:lnTo>
                    <a:pt x="5883914" y="874224"/>
                  </a:lnTo>
                  <a:lnTo>
                    <a:pt x="5884040" y="874224"/>
                  </a:lnTo>
                  <a:lnTo>
                    <a:pt x="5884166" y="874224"/>
                  </a:lnTo>
                  <a:lnTo>
                    <a:pt x="5884292" y="874224"/>
                  </a:lnTo>
                  <a:lnTo>
                    <a:pt x="5884419" y="874224"/>
                  </a:lnTo>
                  <a:lnTo>
                    <a:pt x="5884545" y="874224"/>
                  </a:lnTo>
                  <a:lnTo>
                    <a:pt x="5884671" y="874224"/>
                  </a:lnTo>
                  <a:lnTo>
                    <a:pt x="5884797" y="874224"/>
                  </a:lnTo>
                  <a:lnTo>
                    <a:pt x="5884924" y="874224"/>
                  </a:lnTo>
                  <a:lnTo>
                    <a:pt x="5885050" y="874224"/>
                  </a:lnTo>
                  <a:lnTo>
                    <a:pt x="5885176" y="874224"/>
                  </a:lnTo>
                  <a:lnTo>
                    <a:pt x="5885302" y="874224"/>
                  </a:lnTo>
                  <a:lnTo>
                    <a:pt x="5885429" y="874224"/>
                  </a:lnTo>
                  <a:lnTo>
                    <a:pt x="5885555" y="874224"/>
                  </a:lnTo>
                  <a:lnTo>
                    <a:pt x="5885681" y="874224"/>
                  </a:lnTo>
                  <a:lnTo>
                    <a:pt x="5885807" y="874224"/>
                  </a:lnTo>
                  <a:lnTo>
                    <a:pt x="5885934" y="874224"/>
                  </a:lnTo>
                  <a:lnTo>
                    <a:pt x="5886060" y="874224"/>
                  </a:lnTo>
                  <a:lnTo>
                    <a:pt x="5886186" y="874224"/>
                  </a:lnTo>
                  <a:lnTo>
                    <a:pt x="5886312" y="874224"/>
                  </a:lnTo>
                  <a:lnTo>
                    <a:pt x="5886439" y="874224"/>
                  </a:lnTo>
                  <a:lnTo>
                    <a:pt x="5886565" y="874224"/>
                  </a:lnTo>
                  <a:lnTo>
                    <a:pt x="5886691" y="874224"/>
                  </a:lnTo>
                  <a:lnTo>
                    <a:pt x="5886818" y="874224"/>
                  </a:lnTo>
                  <a:lnTo>
                    <a:pt x="5886944" y="874224"/>
                  </a:lnTo>
                  <a:lnTo>
                    <a:pt x="5887070" y="874224"/>
                  </a:lnTo>
                  <a:lnTo>
                    <a:pt x="5887196" y="874224"/>
                  </a:lnTo>
                  <a:lnTo>
                    <a:pt x="5887323" y="874224"/>
                  </a:lnTo>
                  <a:lnTo>
                    <a:pt x="5887449" y="874224"/>
                  </a:lnTo>
                  <a:lnTo>
                    <a:pt x="5887575" y="874224"/>
                  </a:lnTo>
                  <a:lnTo>
                    <a:pt x="5887701" y="874224"/>
                  </a:lnTo>
                  <a:lnTo>
                    <a:pt x="5887828" y="874224"/>
                  </a:lnTo>
                  <a:lnTo>
                    <a:pt x="5887828" y="869313"/>
                  </a:lnTo>
                  <a:lnTo>
                    <a:pt x="5887954" y="869313"/>
                  </a:lnTo>
                  <a:lnTo>
                    <a:pt x="5888080" y="869313"/>
                  </a:lnTo>
                  <a:lnTo>
                    <a:pt x="5888206" y="869313"/>
                  </a:lnTo>
                  <a:lnTo>
                    <a:pt x="5888333" y="869313"/>
                  </a:lnTo>
                  <a:lnTo>
                    <a:pt x="5888459" y="869313"/>
                  </a:lnTo>
                  <a:lnTo>
                    <a:pt x="5888585" y="869313"/>
                  </a:lnTo>
                  <a:lnTo>
                    <a:pt x="5888711" y="869313"/>
                  </a:lnTo>
                  <a:lnTo>
                    <a:pt x="5888838" y="869313"/>
                  </a:lnTo>
                  <a:lnTo>
                    <a:pt x="5888964" y="869313"/>
                  </a:lnTo>
                  <a:lnTo>
                    <a:pt x="5889090" y="869313"/>
                  </a:lnTo>
                  <a:lnTo>
                    <a:pt x="5889216" y="869313"/>
                  </a:lnTo>
                  <a:lnTo>
                    <a:pt x="5889343" y="869313"/>
                  </a:lnTo>
                  <a:lnTo>
                    <a:pt x="5889469" y="869313"/>
                  </a:lnTo>
                  <a:lnTo>
                    <a:pt x="5889595" y="869313"/>
                  </a:lnTo>
                  <a:lnTo>
                    <a:pt x="5889721" y="869313"/>
                  </a:lnTo>
                  <a:lnTo>
                    <a:pt x="5889848" y="869313"/>
                  </a:lnTo>
                  <a:lnTo>
                    <a:pt x="5889974" y="869313"/>
                  </a:lnTo>
                  <a:lnTo>
                    <a:pt x="5890100" y="869313"/>
                  </a:lnTo>
                  <a:lnTo>
                    <a:pt x="5890226" y="869313"/>
                  </a:lnTo>
                  <a:lnTo>
                    <a:pt x="5890353" y="869313"/>
                  </a:lnTo>
                  <a:lnTo>
                    <a:pt x="5890479" y="869313"/>
                  </a:lnTo>
                  <a:lnTo>
                    <a:pt x="5890605" y="869313"/>
                  </a:lnTo>
                  <a:lnTo>
                    <a:pt x="5890731" y="869313"/>
                  </a:lnTo>
                  <a:lnTo>
                    <a:pt x="5890858" y="869313"/>
                  </a:lnTo>
                  <a:lnTo>
                    <a:pt x="5890984" y="869313"/>
                  </a:lnTo>
                  <a:lnTo>
                    <a:pt x="5891110" y="869313"/>
                  </a:lnTo>
                  <a:lnTo>
                    <a:pt x="5891236" y="869313"/>
                  </a:lnTo>
                  <a:lnTo>
                    <a:pt x="5891363" y="869313"/>
                  </a:lnTo>
                  <a:lnTo>
                    <a:pt x="5891489" y="869313"/>
                  </a:lnTo>
                  <a:lnTo>
                    <a:pt x="5891489" y="864401"/>
                  </a:lnTo>
                  <a:lnTo>
                    <a:pt x="5891615" y="864401"/>
                  </a:lnTo>
                  <a:lnTo>
                    <a:pt x="5891742" y="864401"/>
                  </a:lnTo>
                  <a:lnTo>
                    <a:pt x="5891868" y="864401"/>
                  </a:lnTo>
                  <a:lnTo>
                    <a:pt x="5891994" y="864401"/>
                  </a:lnTo>
                  <a:lnTo>
                    <a:pt x="5892120" y="864401"/>
                  </a:lnTo>
                  <a:lnTo>
                    <a:pt x="5892247" y="864401"/>
                  </a:lnTo>
                  <a:lnTo>
                    <a:pt x="5892373" y="864401"/>
                  </a:lnTo>
                  <a:lnTo>
                    <a:pt x="5892499" y="864401"/>
                  </a:lnTo>
                  <a:lnTo>
                    <a:pt x="5892625" y="864401"/>
                  </a:lnTo>
                  <a:lnTo>
                    <a:pt x="5892752" y="864401"/>
                  </a:lnTo>
                  <a:lnTo>
                    <a:pt x="5892878" y="864401"/>
                  </a:lnTo>
                  <a:lnTo>
                    <a:pt x="5893004" y="864401"/>
                  </a:lnTo>
                  <a:lnTo>
                    <a:pt x="5893130" y="864401"/>
                  </a:lnTo>
                  <a:lnTo>
                    <a:pt x="5893257" y="864401"/>
                  </a:lnTo>
                  <a:lnTo>
                    <a:pt x="5893383" y="864401"/>
                  </a:lnTo>
                  <a:lnTo>
                    <a:pt x="5893509" y="864401"/>
                  </a:lnTo>
                  <a:lnTo>
                    <a:pt x="5893635" y="864401"/>
                  </a:lnTo>
                  <a:lnTo>
                    <a:pt x="5893762" y="864401"/>
                  </a:lnTo>
                  <a:lnTo>
                    <a:pt x="5893888" y="864401"/>
                  </a:lnTo>
                  <a:lnTo>
                    <a:pt x="5894014" y="864401"/>
                  </a:lnTo>
                  <a:lnTo>
                    <a:pt x="5894140" y="864401"/>
                  </a:lnTo>
                  <a:lnTo>
                    <a:pt x="5894267" y="864401"/>
                  </a:lnTo>
                  <a:lnTo>
                    <a:pt x="5894393" y="864401"/>
                  </a:lnTo>
                  <a:lnTo>
                    <a:pt x="5894519" y="864401"/>
                  </a:lnTo>
                  <a:lnTo>
                    <a:pt x="5894645" y="864401"/>
                  </a:lnTo>
                  <a:lnTo>
                    <a:pt x="5894772" y="864401"/>
                  </a:lnTo>
                  <a:lnTo>
                    <a:pt x="5894898" y="864401"/>
                  </a:lnTo>
                  <a:lnTo>
                    <a:pt x="5895024" y="864401"/>
                  </a:lnTo>
                  <a:lnTo>
                    <a:pt x="5895150" y="864401"/>
                  </a:lnTo>
                  <a:lnTo>
                    <a:pt x="5895277" y="864401"/>
                  </a:lnTo>
                  <a:lnTo>
                    <a:pt x="5895403" y="864401"/>
                  </a:lnTo>
                  <a:lnTo>
                    <a:pt x="5895529" y="864401"/>
                  </a:lnTo>
                  <a:lnTo>
                    <a:pt x="5895655" y="864401"/>
                  </a:lnTo>
                  <a:lnTo>
                    <a:pt x="5895782" y="864401"/>
                  </a:lnTo>
                  <a:lnTo>
                    <a:pt x="5895908" y="864401"/>
                  </a:lnTo>
                  <a:lnTo>
                    <a:pt x="5896034" y="864401"/>
                  </a:lnTo>
                  <a:lnTo>
                    <a:pt x="5896160" y="864401"/>
                  </a:lnTo>
                  <a:lnTo>
                    <a:pt x="5896287" y="864401"/>
                  </a:lnTo>
                  <a:lnTo>
                    <a:pt x="5896413" y="864401"/>
                  </a:lnTo>
                  <a:lnTo>
                    <a:pt x="5896539" y="864401"/>
                  </a:lnTo>
                  <a:lnTo>
                    <a:pt x="5896665" y="864401"/>
                  </a:lnTo>
                  <a:lnTo>
                    <a:pt x="5896792" y="864401"/>
                  </a:lnTo>
                  <a:lnTo>
                    <a:pt x="5896918" y="864401"/>
                  </a:lnTo>
                  <a:lnTo>
                    <a:pt x="5897044" y="864401"/>
                  </a:lnTo>
                  <a:lnTo>
                    <a:pt x="5897171" y="864401"/>
                  </a:lnTo>
                  <a:lnTo>
                    <a:pt x="5897297" y="864401"/>
                  </a:lnTo>
                  <a:lnTo>
                    <a:pt x="5897423" y="864401"/>
                  </a:lnTo>
                  <a:lnTo>
                    <a:pt x="5897549" y="864401"/>
                  </a:lnTo>
                  <a:lnTo>
                    <a:pt x="5897676" y="864401"/>
                  </a:lnTo>
                  <a:lnTo>
                    <a:pt x="5897802" y="864401"/>
                  </a:lnTo>
                  <a:lnTo>
                    <a:pt x="5897928" y="864401"/>
                  </a:lnTo>
                  <a:lnTo>
                    <a:pt x="5898054" y="864401"/>
                  </a:lnTo>
                  <a:lnTo>
                    <a:pt x="5898181" y="864401"/>
                  </a:lnTo>
                  <a:lnTo>
                    <a:pt x="5898307" y="864401"/>
                  </a:lnTo>
                  <a:lnTo>
                    <a:pt x="5898433" y="864401"/>
                  </a:lnTo>
                  <a:lnTo>
                    <a:pt x="5898559" y="864401"/>
                  </a:lnTo>
                  <a:lnTo>
                    <a:pt x="5898686" y="864401"/>
                  </a:lnTo>
                  <a:lnTo>
                    <a:pt x="5898812" y="864401"/>
                  </a:lnTo>
                  <a:lnTo>
                    <a:pt x="5898938" y="864401"/>
                  </a:lnTo>
                  <a:lnTo>
                    <a:pt x="5899064" y="864401"/>
                  </a:lnTo>
                  <a:lnTo>
                    <a:pt x="5899191" y="864401"/>
                  </a:lnTo>
                  <a:lnTo>
                    <a:pt x="5899317" y="864401"/>
                  </a:lnTo>
                  <a:lnTo>
                    <a:pt x="5899443" y="864401"/>
                  </a:lnTo>
                  <a:lnTo>
                    <a:pt x="5899569" y="864401"/>
                  </a:lnTo>
                  <a:lnTo>
                    <a:pt x="5899569" y="859490"/>
                  </a:lnTo>
                  <a:lnTo>
                    <a:pt x="5899696" y="859490"/>
                  </a:lnTo>
                  <a:lnTo>
                    <a:pt x="5899822" y="859490"/>
                  </a:lnTo>
                  <a:lnTo>
                    <a:pt x="5899948" y="859490"/>
                  </a:lnTo>
                  <a:lnTo>
                    <a:pt x="5900074" y="859490"/>
                  </a:lnTo>
                  <a:lnTo>
                    <a:pt x="5900201" y="859490"/>
                  </a:lnTo>
                  <a:lnTo>
                    <a:pt x="5900327" y="859490"/>
                  </a:lnTo>
                  <a:lnTo>
                    <a:pt x="5900453" y="859490"/>
                  </a:lnTo>
                  <a:lnTo>
                    <a:pt x="5900579" y="859490"/>
                  </a:lnTo>
                  <a:lnTo>
                    <a:pt x="5900706" y="859490"/>
                  </a:lnTo>
                  <a:lnTo>
                    <a:pt x="5900832" y="859490"/>
                  </a:lnTo>
                  <a:lnTo>
                    <a:pt x="5900958" y="859490"/>
                  </a:lnTo>
                  <a:lnTo>
                    <a:pt x="5901084" y="859490"/>
                  </a:lnTo>
                  <a:lnTo>
                    <a:pt x="5901211" y="859490"/>
                  </a:lnTo>
                  <a:lnTo>
                    <a:pt x="5901337" y="859490"/>
                  </a:lnTo>
                  <a:lnTo>
                    <a:pt x="5901463" y="859490"/>
                  </a:lnTo>
                  <a:lnTo>
                    <a:pt x="5901589" y="859490"/>
                  </a:lnTo>
                  <a:lnTo>
                    <a:pt x="5901716" y="859490"/>
                  </a:lnTo>
                  <a:lnTo>
                    <a:pt x="5901842" y="859490"/>
                  </a:lnTo>
                  <a:lnTo>
                    <a:pt x="5901968" y="859490"/>
                  </a:lnTo>
                  <a:lnTo>
                    <a:pt x="5902095" y="859490"/>
                  </a:lnTo>
                  <a:lnTo>
                    <a:pt x="5902221" y="859490"/>
                  </a:lnTo>
                  <a:lnTo>
                    <a:pt x="5902347" y="859490"/>
                  </a:lnTo>
                  <a:lnTo>
                    <a:pt x="5902473" y="859490"/>
                  </a:lnTo>
                  <a:lnTo>
                    <a:pt x="5902600" y="859490"/>
                  </a:lnTo>
                  <a:lnTo>
                    <a:pt x="5902726" y="859490"/>
                  </a:lnTo>
                  <a:lnTo>
                    <a:pt x="5902852" y="859490"/>
                  </a:lnTo>
                  <a:lnTo>
                    <a:pt x="5902978" y="859490"/>
                  </a:lnTo>
                  <a:lnTo>
                    <a:pt x="5903105" y="859490"/>
                  </a:lnTo>
                  <a:lnTo>
                    <a:pt x="5903231" y="859490"/>
                  </a:lnTo>
                  <a:lnTo>
                    <a:pt x="5903357" y="859490"/>
                  </a:lnTo>
                  <a:lnTo>
                    <a:pt x="5903483" y="859490"/>
                  </a:lnTo>
                  <a:lnTo>
                    <a:pt x="5903610" y="859490"/>
                  </a:lnTo>
                  <a:lnTo>
                    <a:pt x="5903736" y="859490"/>
                  </a:lnTo>
                  <a:lnTo>
                    <a:pt x="5903862" y="859490"/>
                  </a:lnTo>
                  <a:lnTo>
                    <a:pt x="5903988" y="859490"/>
                  </a:lnTo>
                  <a:lnTo>
                    <a:pt x="5904115" y="859490"/>
                  </a:lnTo>
                  <a:lnTo>
                    <a:pt x="5904241" y="859490"/>
                  </a:lnTo>
                  <a:lnTo>
                    <a:pt x="5904367" y="859490"/>
                  </a:lnTo>
                  <a:lnTo>
                    <a:pt x="5904493" y="859490"/>
                  </a:lnTo>
                  <a:lnTo>
                    <a:pt x="5904620" y="859490"/>
                  </a:lnTo>
                  <a:lnTo>
                    <a:pt x="5904746" y="859490"/>
                  </a:lnTo>
                  <a:lnTo>
                    <a:pt x="5904872" y="859490"/>
                  </a:lnTo>
                  <a:lnTo>
                    <a:pt x="5904998" y="859490"/>
                  </a:lnTo>
                  <a:lnTo>
                    <a:pt x="5905125" y="859490"/>
                  </a:lnTo>
                  <a:lnTo>
                    <a:pt x="5905251" y="859490"/>
                  </a:lnTo>
                  <a:lnTo>
                    <a:pt x="5905377" y="859490"/>
                  </a:lnTo>
                  <a:lnTo>
                    <a:pt x="5905503" y="859490"/>
                  </a:lnTo>
                  <a:lnTo>
                    <a:pt x="5905630" y="859490"/>
                  </a:lnTo>
                  <a:lnTo>
                    <a:pt x="5905756" y="859490"/>
                  </a:lnTo>
                  <a:lnTo>
                    <a:pt x="5905882" y="859490"/>
                  </a:lnTo>
                  <a:lnTo>
                    <a:pt x="5906008" y="859490"/>
                  </a:lnTo>
                  <a:lnTo>
                    <a:pt x="5906135" y="859490"/>
                  </a:lnTo>
                  <a:lnTo>
                    <a:pt x="5906261" y="859490"/>
                  </a:lnTo>
                  <a:lnTo>
                    <a:pt x="5906387" y="859490"/>
                  </a:lnTo>
                  <a:lnTo>
                    <a:pt x="5906513" y="859490"/>
                  </a:lnTo>
                  <a:lnTo>
                    <a:pt x="5906640" y="859490"/>
                  </a:lnTo>
                  <a:lnTo>
                    <a:pt x="5906766" y="859490"/>
                  </a:lnTo>
                  <a:lnTo>
                    <a:pt x="5906892" y="859490"/>
                  </a:lnTo>
                  <a:lnTo>
                    <a:pt x="5907018" y="859490"/>
                  </a:lnTo>
                  <a:lnTo>
                    <a:pt x="5907145" y="859490"/>
                  </a:lnTo>
                  <a:lnTo>
                    <a:pt x="5907271" y="859490"/>
                  </a:lnTo>
                  <a:lnTo>
                    <a:pt x="5907397" y="859490"/>
                  </a:lnTo>
                  <a:lnTo>
                    <a:pt x="5907524" y="859490"/>
                  </a:lnTo>
                  <a:lnTo>
                    <a:pt x="5907650" y="859490"/>
                  </a:lnTo>
                  <a:lnTo>
                    <a:pt x="5907776" y="859490"/>
                  </a:lnTo>
                  <a:lnTo>
                    <a:pt x="5907902" y="859490"/>
                  </a:lnTo>
                  <a:lnTo>
                    <a:pt x="5908029" y="859490"/>
                  </a:lnTo>
                  <a:lnTo>
                    <a:pt x="5908155" y="859490"/>
                  </a:lnTo>
                  <a:lnTo>
                    <a:pt x="5908281" y="859490"/>
                  </a:lnTo>
                  <a:lnTo>
                    <a:pt x="5908407" y="859490"/>
                  </a:lnTo>
                  <a:lnTo>
                    <a:pt x="5908534" y="859490"/>
                  </a:lnTo>
                  <a:lnTo>
                    <a:pt x="5908660" y="859490"/>
                  </a:lnTo>
                  <a:lnTo>
                    <a:pt x="5908786" y="859490"/>
                  </a:lnTo>
                  <a:lnTo>
                    <a:pt x="5908912" y="859490"/>
                  </a:lnTo>
                  <a:lnTo>
                    <a:pt x="5909039" y="859490"/>
                  </a:lnTo>
                  <a:lnTo>
                    <a:pt x="5909165" y="859490"/>
                  </a:lnTo>
                  <a:lnTo>
                    <a:pt x="5909291" y="859490"/>
                  </a:lnTo>
                  <a:lnTo>
                    <a:pt x="5909291" y="854579"/>
                  </a:lnTo>
                  <a:lnTo>
                    <a:pt x="5909417" y="854579"/>
                  </a:lnTo>
                  <a:lnTo>
                    <a:pt x="5909544" y="854579"/>
                  </a:lnTo>
                  <a:lnTo>
                    <a:pt x="5909670" y="854579"/>
                  </a:lnTo>
                  <a:lnTo>
                    <a:pt x="5909796" y="854579"/>
                  </a:lnTo>
                  <a:lnTo>
                    <a:pt x="5909922" y="854579"/>
                  </a:lnTo>
                  <a:lnTo>
                    <a:pt x="5910049" y="854579"/>
                  </a:lnTo>
                  <a:lnTo>
                    <a:pt x="5910175" y="854579"/>
                  </a:lnTo>
                  <a:lnTo>
                    <a:pt x="5910301" y="854579"/>
                  </a:lnTo>
                  <a:lnTo>
                    <a:pt x="5910427" y="854579"/>
                  </a:lnTo>
                  <a:lnTo>
                    <a:pt x="5910554" y="854579"/>
                  </a:lnTo>
                  <a:lnTo>
                    <a:pt x="5910680" y="854579"/>
                  </a:lnTo>
                  <a:lnTo>
                    <a:pt x="5910806" y="854579"/>
                  </a:lnTo>
                  <a:lnTo>
                    <a:pt x="5910932" y="854579"/>
                  </a:lnTo>
                  <a:lnTo>
                    <a:pt x="5911059" y="854579"/>
                  </a:lnTo>
                  <a:lnTo>
                    <a:pt x="5911185" y="854579"/>
                  </a:lnTo>
                  <a:lnTo>
                    <a:pt x="5911311" y="854579"/>
                  </a:lnTo>
                  <a:lnTo>
                    <a:pt x="5911437" y="854579"/>
                  </a:lnTo>
                  <a:lnTo>
                    <a:pt x="5911564" y="854579"/>
                  </a:lnTo>
                  <a:lnTo>
                    <a:pt x="5911690" y="854579"/>
                  </a:lnTo>
                  <a:lnTo>
                    <a:pt x="5911816" y="854579"/>
                  </a:lnTo>
                  <a:lnTo>
                    <a:pt x="5911942" y="854579"/>
                  </a:lnTo>
                  <a:lnTo>
                    <a:pt x="5912069" y="854579"/>
                  </a:lnTo>
                  <a:lnTo>
                    <a:pt x="5912195" y="854579"/>
                  </a:lnTo>
                  <a:lnTo>
                    <a:pt x="5912321" y="854579"/>
                  </a:lnTo>
                  <a:lnTo>
                    <a:pt x="5912448" y="854579"/>
                  </a:lnTo>
                  <a:lnTo>
                    <a:pt x="5912574" y="854579"/>
                  </a:lnTo>
                  <a:lnTo>
                    <a:pt x="5912700" y="854579"/>
                  </a:lnTo>
                  <a:lnTo>
                    <a:pt x="5912826" y="854579"/>
                  </a:lnTo>
                  <a:lnTo>
                    <a:pt x="5912953" y="854579"/>
                  </a:lnTo>
                  <a:lnTo>
                    <a:pt x="5912953" y="849667"/>
                  </a:lnTo>
                  <a:lnTo>
                    <a:pt x="5913079" y="849667"/>
                  </a:lnTo>
                  <a:lnTo>
                    <a:pt x="5913205" y="849667"/>
                  </a:lnTo>
                  <a:lnTo>
                    <a:pt x="5913331" y="849667"/>
                  </a:lnTo>
                  <a:lnTo>
                    <a:pt x="5913458" y="849667"/>
                  </a:lnTo>
                  <a:lnTo>
                    <a:pt x="5913584" y="849667"/>
                  </a:lnTo>
                  <a:lnTo>
                    <a:pt x="5913710" y="849667"/>
                  </a:lnTo>
                  <a:lnTo>
                    <a:pt x="5913836" y="849667"/>
                  </a:lnTo>
                  <a:lnTo>
                    <a:pt x="5913963" y="849667"/>
                  </a:lnTo>
                  <a:lnTo>
                    <a:pt x="5914089" y="849667"/>
                  </a:lnTo>
                  <a:lnTo>
                    <a:pt x="5914215" y="849667"/>
                  </a:lnTo>
                  <a:lnTo>
                    <a:pt x="5914341" y="849667"/>
                  </a:lnTo>
                  <a:lnTo>
                    <a:pt x="5914468" y="849667"/>
                  </a:lnTo>
                  <a:lnTo>
                    <a:pt x="5914594" y="849667"/>
                  </a:lnTo>
                  <a:lnTo>
                    <a:pt x="5914720" y="849667"/>
                  </a:lnTo>
                  <a:lnTo>
                    <a:pt x="5914846" y="849667"/>
                  </a:lnTo>
                  <a:lnTo>
                    <a:pt x="5914973" y="849667"/>
                  </a:lnTo>
                  <a:lnTo>
                    <a:pt x="5915099" y="849667"/>
                  </a:lnTo>
                  <a:lnTo>
                    <a:pt x="5915225" y="849667"/>
                  </a:lnTo>
                  <a:lnTo>
                    <a:pt x="5915351" y="849667"/>
                  </a:lnTo>
                  <a:lnTo>
                    <a:pt x="5915478" y="849667"/>
                  </a:lnTo>
                  <a:lnTo>
                    <a:pt x="5915604" y="849667"/>
                  </a:lnTo>
                  <a:lnTo>
                    <a:pt x="5915730" y="849667"/>
                  </a:lnTo>
                  <a:lnTo>
                    <a:pt x="5915856" y="849667"/>
                  </a:lnTo>
                  <a:lnTo>
                    <a:pt x="5915983" y="849667"/>
                  </a:lnTo>
                  <a:lnTo>
                    <a:pt x="5916109" y="849667"/>
                  </a:lnTo>
                  <a:lnTo>
                    <a:pt x="5916235" y="849667"/>
                  </a:lnTo>
                  <a:lnTo>
                    <a:pt x="5916361" y="849667"/>
                  </a:lnTo>
                  <a:lnTo>
                    <a:pt x="5916488" y="849667"/>
                  </a:lnTo>
                  <a:lnTo>
                    <a:pt x="5916614" y="849667"/>
                  </a:lnTo>
                  <a:lnTo>
                    <a:pt x="5916740" y="849667"/>
                  </a:lnTo>
                  <a:lnTo>
                    <a:pt x="5916866" y="849667"/>
                  </a:lnTo>
                  <a:lnTo>
                    <a:pt x="5916993" y="849667"/>
                  </a:lnTo>
                  <a:lnTo>
                    <a:pt x="5917119" y="849667"/>
                  </a:lnTo>
                  <a:lnTo>
                    <a:pt x="5917245" y="849667"/>
                  </a:lnTo>
                  <a:lnTo>
                    <a:pt x="5917371" y="849667"/>
                  </a:lnTo>
                  <a:lnTo>
                    <a:pt x="5917498" y="849667"/>
                  </a:lnTo>
                  <a:lnTo>
                    <a:pt x="5917624" y="849667"/>
                  </a:lnTo>
                  <a:lnTo>
                    <a:pt x="5917750" y="849667"/>
                  </a:lnTo>
                  <a:lnTo>
                    <a:pt x="5917877" y="849667"/>
                  </a:lnTo>
                  <a:lnTo>
                    <a:pt x="5918003" y="849667"/>
                  </a:lnTo>
                  <a:lnTo>
                    <a:pt x="5918129" y="849667"/>
                  </a:lnTo>
                  <a:lnTo>
                    <a:pt x="5918255" y="849667"/>
                  </a:lnTo>
                  <a:lnTo>
                    <a:pt x="5918382" y="849667"/>
                  </a:lnTo>
                  <a:lnTo>
                    <a:pt x="5918508" y="849667"/>
                  </a:lnTo>
                  <a:lnTo>
                    <a:pt x="5918634" y="849667"/>
                  </a:lnTo>
                  <a:lnTo>
                    <a:pt x="5918760" y="849667"/>
                  </a:lnTo>
                  <a:lnTo>
                    <a:pt x="5918887" y="849667"/>
                  </a:lnTo>
                  <a:lnTo>
                    <a:pt x="5919013" y="849667"/>
                  </a:lnTo>
                  <a:lnTo>
                    <a:pt x="5919139" y="849667"/>
                  </a:lnTo>
                  <a:lnTo>
                    <a:pt x="5919265" y="849667"/>
                  </a:lnTo>
                  <a:lnTo>
                    <a:pt x="5919392" y="849667"/>
                  </a:lnTo>
                  <a:lnTo>
                    <a:pt x="5919518" y="849667"/>
                  </a:lnTo>
                  <a:lnTo>
                    <a:pt x="5919644" y="849667"/>
                  </a:lnTo>
                  <a:lnTo>
                    <a:pt x="5919770" y="849667"/>
                  </a:lnTo>
                  <a:lnTo>
                    <a:pt x="5919897" y="849667"/>
                  </a:lnTo>
                  <a:lnTo>
                    <a:pt x="5920023" y="849667"/>
                  </a:lnTo>
                  <a:lnTo>
                    <a:pt x="5920149" y="849667"/>
                  </a:lnTo>
                  <a:lnTo>
                    <a:pt x="5920275" y="849667"/>
                  </a:lnTo>
                  <a:lnTo>
                    <a:pt x="5920402" y="849667"/>
                  </a:lnTo>
                  <a:lnTo>
                    <a:pt x="5920528" y="849667"/>
                  </a:lnTo>
                  <a:lnTo>
                    <a:pt x="5920654" y="849667"/>
                  </a:lnTo>
                  <a:lnTo>
                    <a:pt x="5920780" y="849667"/>
                  </a:lnTo>
                  <a:lnTo>
                    <a:pt x="5920907" y="849667"/>
                  </a:lnTo>
                  <a:lnTo>
                    <a:pt x="5921033" y="849667"/>
                  </a:lnTo>
                  <a:lnTo>
                    <a:pt x="5921159" y="849667"/>
                  </a:lnTo>
                  <a:lnTo>
                    <a:pt x="5921159" y="844756"/>
                  </a:lnTo>
                  <a:lnTo>
                    <a:pt x="5921285" y="844756"/>
                  </a:lnTo>
                  <a:lnTo>
                    <a:pt x="5921412" y="844756"/>
                  </a:lnTo>
                  <a:lnTo>
                    <a:pt x="5921538" y="844756"/>
                  </a:lnTo>
                  <a:lnTo>
                    <a:pt x="5921664" y="844756"/>
                  </a:lnTo>
                  <a:lnTo>
                    <a:pt x="5921790" y="844756"/>
                  </a:lnTo>
                  <a:lnTo>
                    <a:pt x="5921917" y="844756"/>
                  </a:lnTo>
                  <a:lnTo>
                    <a:pt x="5922043" y="844756"/>
                  </a:lnTo>
                  <a:lnTo>
                    <a:pt x="5922169" y="844756"/>
                  </a:lnTo>
                  <a:lnTo>
                    <a:pt x="5922295" y="844756"/>
                  </a:lnTo>
                  <a:lnTo>
                    <a:pt x="5922422" y="844756"/>
                  </a:lnTo>
                  <a:lnTo>
                    <a:pt x="5922548" y="844756"/>
                  </a:lnTo>
                  <a:lnTo>
                    <a:pt x="5922674" y="844756"/>
                  </a:lnTo>
                  <a:lnTo>
                    <a:pt x="5922801" y="844756"/>
                  </a:lnTo>
                  <a:lnTo>
                    <a:pt x="5922927" y="844756"/>
                  </a:lnTo>
                  <a:lnTo>
                    <a:pt x="5923053" y="844756"/>
                  </a:lnTo>
                  <a:lnTo>
                    <a:pt x="5923179" y="844756"/>
                  </a:lnTo>
                  <a:lnTo>
                    <a:pt x="5923306" y="844756"/>
                  </a:lnTo>
                  <a:lnTo>
                    <a:pt x="5923432" y="844756"/>
                  </a:lnTo>
                  <a:lnTo>
                    <a:pt x="5923558" y="844756"/>
                  </a:lnTo>
                  <a:lnTo>
                    <a:pt x="5923684" y="844756"/>
                  </a:lnTo>
                  <a:lnTo>
                    <a:pt x="5923811" y="844756"/>
                  </a:lnTo>
                  <a:lnTo>
                    <a:pt x="5923937" y="844756"/>
                  </a:lnTo>
                  <a:lnTo>
                    <a:pt x="5924063" y="844756"/>
                  </a:lnTo>
                  <a:lnTo>
                    <a:pt x="5924189" y="844756"/>
                  </a:lnTo>
                  <a:lnTo>
                    <a:pt x="5924316" y="844756"/>
                  </a:lnTo>
                  <a:lnTo>
                    <a:pt x="5924442" y="844756"/>
                  </a:lnTo>
                  <a:lnTo>
                    <a:pt x="5924568" y="844756"/>
                  </a:lnTo>
                  <a:lnTo>
                    <a:pt x="5924694" y="844756"/>
                  </a:lnTo>
                  <a:lnTo>
                    <a:pt x="5924821" y="844756"/>
                  </a:lnTo>
                  <a:lnTo>
                    <a:pt x="5924947" y="844756"/>
                  </a:lnTo>
                  <a:lnTo>
                    <a:pt x="5925073" y="844756"/>
                  </a:lnTo>
                  <a:lnTo>
                    <a:pt x="5925199" y="844756"/>
                  </a:lnTo>
                  <a:lnTo>
                    <a:pt x="5925326" y="844756"/>
                  </a:lnTo>
                  <a:lnTo>
                    <a:pt x="5925452" y="844756"/>
                  </a:lnTo>
                  <a:lnTo>
                    <a:pt x="5925578" y="844756"/>
                  </a:lnTo>
                  <a:lnTo>
                    <a:pt x="5925704" y="844756"/>
                  </a:lnTo>
                  <a:lnTo>
                    <a:pt x="5925831" y="844756"/>
                  </a:lnTo>
                  <a:lnTo>
                    <a:pt x="5925957" y="844756"/>
                  </a:lnTo>
                  <a:lnTo>
                    <a:pt x="5926083" y="844756"/>
                  </a:lnTo>
                  <a:lnTo>
                    <a:pt x="5926209" y="844756"/>
                  </a:lnTo>
                  <a:lnTo>
                    <a:pt x="5926336" y="844756"/>
                  </a:lnTo>
                  <a:lnTo>
                    <a:pt x="5926462" y="844756"/>
                  </a:lnTo>
                  <a:lnTo>
                    <a:pt x="5926588" y="844756"/>
                  </a:lnTo>
                  <a:lnTo>
                    <a:pt x="5926714" y="844756"/>
                  </a:lnTo>
                  <a:lnTo>
                    <a:pt x="5926841" y="844756"/>
                  </a:lnTo>
                  <a:lnTo>
                    <a:pt x="5926967" y="844756"/>
                  </a:lnTo>
                  <a:lnTo>
                    <a:pt x="5927093" y="844756"/>
                  </a:lnTo>
                  <a:lnTo>
                    <a:pt x="5927219" y="844756"/>
                  </a:lnTo>
                  <a:lnTo>
                    <a:pt x="5927346" y="844756"/>
                  </a:lnTo>
                  <a:lnTo>
                    <a:pt x="5927472" y="844756"/>
                  </a:lnTo>
                  <a:lnTo>
                    <a:pt x="5927598" y="844756"/>
                  </a:lnTo>
                  <a:lnTo>
                    <a:pt x="5927724" y="844756"/>
                  </a:lnTo>
                  <a:lnTo>
                    <a:pt x="5927851" y="844756"/>
                  </a:lnTo>
                  <a:lnTo>
                    <a:pt x="5927977" y="844756"/>
                  </a:lnTo>
                  <a:lnTo>
                    <a:pt x="5928103" y="844756"/>
                  </a:lnTo>
                  <a:lnTo>
                    <a:pt x="5928230" y="844756"/>
                  </a:lnTo>
                  <a:lnTo>
                    <a:pt x="5928356" y="844756"/>
                  </a:lnTo>
                  <a:lnTo>
                    <a:pt x="5928482" y="844756"/>
                  </a:lnTo>
                  <a:lnTo>
                    <a:pt x="5928608" y="844756"/>
                  </a:lnTo>
                  <a:lnTo>
                    <a:pt x="5928735" y="844756"/>
                  </a:lnTo>
                  <a:lnTo>
                    <a:pt x="5928861" y="844756"/>
                  </a:lnTo>
                  <a:lnTo>
                    <a:pt x="5928987" y="844756"/>
                  </a:lnTo>
                  <a:lnTo>
                    <a:pt x="5929113" y="844756"/>
                  </a:lnTo>
                  <a:lnTo>
                    <a:pt x="5929240" y="844756"/>
                  </a:lnTo>
                  <a:lnTo>
                    <a:pt x="5929366" y="844756"/>
                  </a:lnTo>
                  <a:lnTo>
                    <a:pt x="5929492" y="844756"/>
                  </a:lnTo>
                  <a:lnTo>
                    <a:pt x="5929618" y="844756"/>
                  </a:lnTo>
                  <a:lnTo>
                    <a:pt x="5929745" y="844756"/>
                  </a:lnTo>
                  <a:lnTo>
                    <a:pt x="5929871" y="844756"/>
                  </a:lnTo>
                  <a:lnTo>
                    <a:pt x="5929997" y="844756"/>
                  </a:lnTo>
                  <a:lnTo>
                    <a:pt x="5930123" y="844756"/>
                  </a:lnTo>
                  <a:lnTo>
                    <a:pt x="5930250" y="844756"/>
                  </a:lnTo>
                  <a:lnTo>
                    <a:pt x="5930376" y="844756"/>
                  </a:lnTo>
                  <a:lnTo>
                    <a:pt x="5930502" y="844756"/>
                  </a:lnTo>
                  <a:lnTo>
                    <a:pt x="5930628" y="844756"/>
                  </a:lnTo>
                  <a:lnTo>
                    <a:pt x="5930755" y="844756"/>
                  </a:lnTo>
                  <a:lnTo>
                    <a:pt x="5930881" y="844756"/>
                  </a:lnTo>
                  <a:lnTo>
                    <a:pt x="5931007" y="844756"/>
                  </a:lnTo>
                  <a:lnTo>
                    <a:pt x="5931133" y="844756"/>
                  </a:lnTo>
                  <a:lnTo>
                    <a:pt x="5931260" y="844756"/>
                  </a:lnTo>
                  <a:lnTo>
                    <a:pt x="5931386" y="844756"/>
                  </a:lnTo>
                  <a:lnTo>
                    <a:pt x="5931512" y="844756"/>
                  </a:lnTo>
                  <a:lnTo>
                    <a:pt x="5931638" y="844756"/>
                  </a:lnTo>
                  <a:lnTo>
                    <a:pt x="5931765" y="844756"/>
                  </a:lnTo>
                  <a:lnTo>
                    <a:pt x="5931891" y="844756"/>
                  </a:lnTo>
                  <a:lnTo>
                    <a:pt x="5932017" y="844756"/>
                  </a:lnTo>
                  <a:lnTo>
                    <a:pt x="5932143" y="844756"/>
                  </a:lnTo>
                  <a:lnTo>
                    <a:pt x="5932270" y="844756"/>
                  </a:lnTo>
                  <a:lnTo>
                    <a:pt x="5932396" y="844756"/>
                  </a:lnTo>
                  <a:lnTo>
                    <a:pt x="5932522" y="844756"/>
                  </a:lnTo>
                  <a:lnTo>
                    <a:pt x="5932648" y="844756"/>
                  </a:lnTo>
                  <a:lnTo>
                    <a:pt x="5932775" y="844756"/>
                  </a:lnTo>
                  <a:lnTo>
                    <a:pt x="5932901" y="844756"/>
                  </a:lnTo>
                  <a:lnTo>
                    <a:pt x="5933027" y="844756"/>
                  </a:lnTo>
                  <a:lnTo>
                    <a:pt x="5933154" y="844756"/>
                  </a:lnTo>
                  <a:lnTo>
                    <a:pt x="5933280" y="844756"/>
                  </a:lnTo>
                  <a:lnTo>
                    <a:pt x="5933406" y="844756"/>
                  </a:lnTo>
                  <a:lnTo>
                    <a:pt x="5933532" y="844756"/>
                  </a:lnTo>
                  <a:lnTo>
                    <a:pt x="5933659" y="844756"/>
                  </a:lnTo>
                  <a:lnTo>
                    <a:pt x="5933785" y="844756"/>
                  </a:lnTo>
                  <a:lnTo>
                    <a:pt x="5933911" y="844756"/>
                  </a:lnTo>
                  <a:lnTo>
                    <a:pt x="5934037" y="844756"/>
                  </a:lnTo>
                  <a:lnTo>
                    <a:pt x="5934164" y="844756"/>
                  </a:lnTo>
                  <a:lnTo>
                    <a:pt x="5934290" y="844756"/>
                  </a:lnTo>
                  <a:lnTo>
                    <a:pt x="5934290" y="839845"/>
                  </a:lnTo>
                  <a:lnTo>
                    <a:pt x="5934416" y="839845"/>
                  </a:lnTo>
                  <a:lnTo>
                    <a:pt x="5934542" y="839845"/>
                  </a:lnTo>
                  <a:lnTo>
                    <a:pt x="5934669" y="839845"/>
                  </a:lnTo>
                  <a:lnTo>
                    <a:pt x="5934795" y="839845"/>
                  </a:lnTo>
                  <a:lnTo>
                    <a:pt x="5934921" y="839845"/>
                  </a:lnTo>
                  <a:lnTo>
                    <a:pt x="5935047" y="839845"/>
                  </a:lnTo>
                  <a:lnTo>
                    <a:pt x="5935174" y="839845"/>
                  </a:lnTo>
                  <a:lnTo>
                    <a:pt x="5935300" y="839845"/>
                  </a:lnTo>
                  <a:lnTo>
                    <a:pt x="5935426" y="839845"/>
                  </a:lnTo>
                  <a:lnTo>
                    <a:pt x="5935552" y="839845"/>
                  </a:lnTo>
                  <a:lnTo>
                    <a:pt x="5935679" y="839845"/>
                  </a:lnTo>
                  <a:lnTo>
                    <a:pt x="5935805" y="839845"/>
                  </a:lnTo>
                  <a:lnTo>
                    <a:pt x="5935931" y="839845"/>
                  </a:lnTo>
                  <a:lnTo>
                    <a:pt x="5936057" y="839845"/>
                  </a:lnTo>
                  <a:lnTo>
                    <a:pt x="5936184" y="839845"/>
                  </a:lnTo>
                  <a:lnTo>
                    <a:pt x="5936310" y="839845"/>
                  </a:lnTo>
                  <a:lnTo>
                    <a:pt x="5936436" y="839845"/>
                  </a:lnTo>
                  <a:lnTo>
                    <a:pt x="5936562" y="839845"/>
                  </a:lnTo>
                  <a:lnTo>
                    <a:pt x="5936689" y="839845"/>
                  </a:lnTo>
                  <a:lnTo>
                    <a:pt x="5936815" y="839845"/>
                  </a:lnTo>
                  <a:lnTo>
                    <a:pt x="5936941" y="839845"/>
                  </a:lnTo>
                  <a:lnTo>
                    <a:pt x="5937067" y="839845"/>
                  </a:lnTo>
                  <a:lnTo>
                    <a:pt x="5937194" y="839845"/>
                  </a:lnTo>
                  <a:lnTo>
                    <a:pt x="5937320" y="839845"/>
                  </a:lnTo>
                  <a:lnTo>
                    <a:pt x="5937446" y="839845"/>
                  </a:lnTo>
                  <a:lnTo>
                    <a:pt x="5937572" y="839845"/>
                  </a:lnTo>
                  <a:lnTo>
                    <a:pt x="5937699" y="839845"/>
                  </a:lnTo>
                  <a:lnTo>
                    <a:pt x="5937825" y="839845"/>
                  </a:lnTo>
                  <a:lnTo>
                    <a:pt x="5937951" y="839845"/>
                  </a:lnTo>
                  <a:lnTo>
                    <a:pt x="5938077" y="839845"/>
                  </a:lnTo>
                  <a:lnTo>
                    <a:pt x="5938204" y="839845"/>
                  </a:lnTo>
                  <a:lnTo>
                    <a:pt x="5938330" y="839845"/>
                  </a:lnTo>
                  <a:lnTo>
                    <a:pt x="5938456" y="839845"/>
                  </a:lnTo>
                  <a:lnTo>
                    <a:pt x="5938583" y="839845"/>
                  </a:lnTo>
                  <a:lnTo>
                    <a:pt x="5938709" y="839845"/>
                  </a:lnTo>
                  <a:lnTo>
                    <a:pt x="5938835" y="839845"/>
                  </a:lnTo>
                  <a:lnTo>
                    <a:pt x="5938961" y="839845"/>
                  </a:lnTo>
                  <a:lnTo>
                    <a:pt x="5939088" y="839845"/>
                  </a:lnTo>
                  <a:lnTo>
                    <a:pt x="5939214" y="839845"/>
                  </a:lnTo>
                  <a:lnTo>
                    <a:pt x="5939340" y="839845"/>
                  </a:lnTo>
                  <a:lnTo>
                    <a:pt x="5939466" y="839845"/>
                  </a:lnTo>
                  <a:lnTo>
                    <a:pt x="5939593" y="839845"/>
                  </a:lnTo>
                  <a:lnTo>
                    <a:pt x="5939719" y="839845"/>
                  </a:lnTo>
                  <a:lnTo>
                    <a:pt x="5939845" y="839845"/>
                  </a:lnTo>
                  <a:lnTo>
                    <a:pt x="5939971" y="839845"/>
                  </a:lnTo>
                  <a:lnTo>
                    <a:pt x="5940098" y="839845"/>
                  </a:lnTo>
                  <a:lnTo>
                    <a:pt x="5940224" y="839845"/>
                  </a:lnTo>
                  <a:lnTo>
                    <a:pt x="5940350" y="839845"/>
                  </a:lnTo>
                  <a:lnTo>
                    <a:pt x="5940476" y="839845"/>
                  </a:lnTo>
                  <a:lnTo>
                    <a:pt x="5940603" y="839845"/>
                  </a:lnTo>
                  <a:lnTo>
                    <a:pt x="5940729" y="839845"/>
                  </a:lnTo>
                  <a:lnTo>
                    <a:pt x="5940855" y="839845"/>
                  </a:lnTo>
                  <a:lnTo>
                    <a:pt x="5940981" y="839845"/>
                  </a:lnTo>
                  <a:lnTo>
                    <a:pt x="5941108" y="839845"/>
                  </a:lnTo>
                  <a:lnTo>
                    <a:pt x="5941234" y="839845"/>
                  </a:lnTo>
                  <a:lnTo>
                    <a:pt x="5941360" y="839845"/>
                  </a:lnTo>
                  <a:lnTo>
                    <a:pt x="5941486" y="839845"/>
                  </a:lnTo>
                  <a:lnTo>
                    <a:pt x="5941613" y="839845"/>
                  </a:lnTo>
                  <a:lnTo>
                    <a:pt x="5941739" y="839845"/>
                  </a:lnTo>
                  <a:lnTo>
                    <a:pt x="5941865" y="839845"/>
                  </a:lnTo>
                  <a:lnTo>
                    <a:pt x="5941991" y="839845"/>
                  </a:lnTo>
                  <a:lnTo>
                    <a:pt x="5942118" y="839845"/>
                  </a:lnTo>
                  <a:lnTo>
                    <a:pt x="5942244" y="839845"/>
                  </a:lnTo>
                  <a:lnTo>
                    <a:pt x="5942370" y="839845"/>
                  </a:lnTo>
                  <a:lnTo>
                    <a:pt x="5942496" y="839845"/>
                  </a:lnTo>
                  <a:lnTo>
                    <a:pt x="5942623" y="839845"/>
                  </a:lnTo>
                  <a:lnTo>
                    <a:pt x="5942749" y="839845"/>
                  </a:lnTo>
                  <a:lnTo>
                    <a:pt x="5942875" y="839845"/>
                  </a:lnTo>
                  <a:lnTo>
                    <a:pt x="5943001" y="839845"/>
                  </a:lnTo>
                  <a:lnTo>
                    <a:pt x="5943128" y="839845"/>
                  </a:lnTo>
                  <a:lnTo>
                    <a:pt x="5943254" y="839845"/>
                  </a:lnTo>
                  <a:lnTo>
                    <a:pt x="5943380" y="839845"/>
                  </a:lnTo>
                  <a:lnTo>
                    <a:pt x="5943507" y="839845"/>
                  </a:lnTo>
                  <a:lnTo>
                    <a:pt x="5943633" y="839845"/>
                  </a:lnTo>
                  <a:lnTo>
                    <a:pt x="5943759" y="839845"/>
                  </a:lnTo>
                  <a:lnTo>
                    <a:pt x="5943885" y="839845"/>
                  </a:lnTo>
                  <a:lnTo>
                    <a:pt x="5944012" y="839845"/>
                  </a:lnTo>
                  <a:lnTo>
                    <a:pt x="5944138" y="839845"/>
                  </a:lnTo>
                  <a:lnTo>
                    <a:pt x="5944264" y="839845"/>
                  </a:lnTo>
                  <a:lnTo>
                    <a:pt x="5944390" y="839845"/>
                  </a:lnTo>
                  <a:lnTo>
                    <a:pt x="5944517" y="839845"/>
                  </a:lnTo>
                  <a:lnTo>
                    <a:pt x="5944643" y="839845"/>
                  </a:lnTo>
                  <a:lnTo>
                    <a:pt x="5944769" y="839845"/>
                  </a:lnTo>
                  <a:lnTo>
                    <a:pt x="5944895" y="839845"/>
                  </a:lnTo>
                  <a:lnTo>
                    <a:pt x="5945022" y="839845"/>
                  </a:lnTo>
                  <a:lnTo>
                    <a:pt x="5945148" y="839845"/>
                  </a:lnTo>
                  <a:lnTo>
                    <a:pt x="5945274" y="839845"/>
                  </a:lnTo>
                  <a:lnTo>
                    <a:pt x="5945400" y="839845"/>
                  </a:lnTo>
                  <a:lnTo>
                    <a:pt x="5945527" y="839845"/>
                  </a:lnTo>
                  <a:lnTo>
                    <a:pt x="5945653" y="839845"/>
                  </a:lnTo>
                  <a:lnTo>
                    <a:pt x="5945779" y="839845"/>
                  </a:lnTo>
                  <a:lnTo>
                    <a:pt x="5945905" y="839845"/>
                  </a:lnTo>
                  <a:lnTo>
                    <a:pt x="5946032" y="839845"/>
                  </a:lnTo>
                  <a:lnTo>
                    <a:pt x="5946158" y="839845"/>
                  </a:lnTo>
                  <a:lnTo>
                    <a:pt x="5946284" y="839845"/>
                  </a:lnTo>
                  <a:lnTo>
                    <a:pt x="5946410" y="839845"/>
                  </a:lnTo>
                  <a:lnTo>
                    <a:pt x="5946537" y="839845"/>
                  </a:lnTo>
                  <a:lnTo>
                    <a:pt x="5946663" y="839845"/>
                  </a:lnTo>
                  <a:lnTo>
                    <a:pt x="5946789" y="839845"/>
                  </a:lnTo>
                  <a:lnTo>
                    <a:pt x="5946915" y="839845"/>
                  </a:lnTo>
                  <a:lnTo>
                    <a:pt x="5947042" y="839845"/>
                  </a:lnTo>
                  <a:lnTo>
                    <a:pt x="5947168" y="839845"/>
                  </a:lnTo>
                  <a:lnTo>
                    <a:pt x="5947294" y="839845"/>
                  </a:lnTo>
                  <a:lnTo>
                    <a:pt x="5947420" y="839845"/>
                  </a:lnTo>
                  <a:lnTo>
                    <a:pt x="5947547" y="839845"/>
                  </a:lnTo>
                  <a:lnTo>
                    <a:pt x="5947673" y="839845"/>
                  </a:lnTo>
                  <a:lnTo>
                    <a:pt x="5947799" y="839845"/>
                  </a:lnTo>
                  <a:lnTo>
                    <a:pt x="5947925" y="839845"/>
                  </a:lnTo>
                  <a:lnTo>
                    <a:pt x="5948052" y="839845"/>
                  </a:lnTo>
                  <a:lnTo>
                    <a:pt x="5948178" y="839845"/>
                  </a:lnTo>
                  <a:lnTo>
                    <a:pt x="5948304" y="839845"/>
                  </a:lnTo>
                  <a:lnTo>
                    <a:pt x="5948431" y="839845"/>
                  </a:lnTo>
                  <a:lnTo>
                    <a:pt x="5948557" y="839845"/>
                  </a:lnTo>
                  <a:lnTo>
                    <a:pt x="5948683" y="839845"/>
                  </a:lnTo>
                  <a:lnTo>
                    <a:pt x="5948809" y="839845"/>
                  </a:lnTo>
                  <a:lnTo>
                    <a:pt x="5948936" y="839845"/>
                  </a:lnTo>
                  <a:lnTo>
                    <a:pt x="5949062" y="839845"/>
                  </a:lnTo>
                  <a:lnTo>
                    <a:pt x="5949188" y="839845"/>
                  </a:lnTo>
                  <a:lnTo>
                    <a:pt x="5949314" y="839845"/>
                  </a:lnTo>
                  <a:lnTo>
                    <a:pt x="5949441" y="839845"/>
                  </a:lnTo>
                  <a:lnTo>
                    <a:pt x="5949567" y="839845"/>
                  </a:lnTo>
                  <a:lnTo>
                    <a:pt x="5949693" y="839845"/>
                  </a:lnTo>
                  <a:lnTo>
                    <a:pt x="5949819" y="839845"/>
                  </a:lnTo>
                  <a:lnTo>
                    <a:pt x="5949946" y="839845"/>
                  </a:lnTo>
                  <a:lnTo>
                    <a:pt x="5950072" y="839845"/>
                  </a:lnTo>
                  <a:lnTo>
                    <a:pt x="5950198" y="839845"/>
                  </a:lnTo>
                  <a:lnTo>
                    <a:pt x="5950198" y="834933"/>
                  </a:lnTo>
                  <a:lnTo>
                    <a:pt x="5950324" y="834933"/>
                  </a:lnTo>
                  <a:lnTo>
                    <a:pt x="5950451" y="834933"/>
                  </a:lnTo>
                  <a:lnTo>
                    <a:pt x="5950577" y="834933"/>
                  </a:lnTo>
                  <a:lnTo>
                    <a:pt x="5950703" y="834933"/>
                  </a:lnTo>
                  <a:lnTo>
                    <a:pt x="5950829" y="834933"/>
                  </a:lnTo>
                  <a:lnTo>
                    <a:pt x="5950956" y="834933"/>
                  </a:lnTo>
                  <a:lnTo>
                    <a:pt x="5951082" y="834933"/>
                  </a:lnTo>
                  <a:lnTo>
                    <a:pt x="5951208" y="834933"/>
                  </a:lnTo>
                  <a:lnTo>
                    <a:pt x="5951334" y="834933"/>
                  </a:lnTo>
                  <a:lnTo>
                    <a:pt x="5951461" y="834933"/>
                  </a:lnTo>
                  <a:lnTo>
                    <a:pt x="5951587" y="834933"/>
                  </a:lnTo>
                  <a:lnTo>
                    <a:pt x="5951713" y="834933"/>
                  </a:lnTo>
                  <a:lnTo>
                    <a:pt x="5951839" y="834933"/>
                  </a:lnTo>
                  <a:lnTo>
                    <a:pt x="5951966" y="834933"/>
                  </a:lnTo>
                  <a:lnTo>
                    <a:pt x="5952092" y="834933"/>
                  </a:lnTo>
                  <a:lnTo>
                    <a:pt x="5952218" y="834933"/>
                  </a:lnTo>
                  <a:lnTo>
                    <a:pt x="5952344" y="834933"/>
                  </a:lnTo>
                  <a:lnTo>
                    <a:pt x="5952471" y="834933"/>
                  </a:lnTo>
                  <a:lnTo>
                    <a:pt x="5952597" y="834933"/>
                  </a:lnTo>
                  <a:lnTo>
                    <a:pt x="5952723" y="834933"/>
                  </a:lnTo>
                  <a:lnTo>
                    <a:pt x="5952849" y="834933"/>
                  </a:lnTo>
                  <a:lnTo>
                    <a:pt x="5952976" y="834933"/>
                  </a:lnTo>
                  <a:lnTo>
                    <a:pt x="5953102" y="834933"/>
                  </a:lnTo>
                  <a:lnTo>
                    <a:pt x="5953228" y="834933"/>
                  </a:lnTo>
                  <a:lnTo>
                    <a:pt x="5953354" y="834933"/>
                  </a:lnTo>
                  <a:lnTo>
                    <a:pt x="5953481" y="834933"/>
                  </a:lnTo>
                  <a:lnTo>
                    <a:pt x="5953607" y="834933"/>
                  </a:lnTo>
                  <a:lnTo>
                    <a:pt x="5953733" y="834933"/>
                  </a:lnTo>
                  <a:lnTo>
                    <a:pt x="5953860" y="834933"/>
                  </a:lnTo>
                  <a:lnTo>
                    <a:pt x="5953986" y="834933"/>
                  </a:lnTo>
                  <a:lnTo>
                    <a:pt x="5954112" y="834933"/>
                  </a:lnTo>
                  <a:lnTo>
                    <a:pt x="5954238" y="834933"/>
                  </a:lnTo>
                  <a:lnTo>
                    <a:pt x="5954365" y="834933"/>
                  </a:lnTo>
                  <a:lnTo>
                    <a:pt x="5954491" y="834933"/>
                  </a:lnTo>
                  <a:lnTo>
                    <a:pt x="5954617" y="834933"/>
                  </a:lnTo>
                  <a:lnTo>
                    <a:pt x="5954743" y="834933"/>
                  </a:lnTo>
                  <a:lnTo>
                    <a:pt x="5954870" y="834933"/>
                  </a:lnTo>
                  <a:lnTo>
                    <a:pt x="5954996" y="834933"/>
                  </a:lnTo>
                  <a:lnTo>
                    <a:pt x="5955122" y="834933"/>
                  </a:lnTo>
                  <a:lnTo>
                    <a:pt x="5955248" y="834933"/>
                  </a:lnTo>
                  <a:lnTo>
                    <a:pt x="5955375" y="834933"/>
                  </a:lnTo>
                  <a:lnTo>
                    <a:pt x="5955375" y="830022"/>
                  </a:lnTo>
                  <a:lnTo>
                    <a:pt x="5955501" y="830022"/>
                  </a:lnTo>
                  <a:lnTo>
                    <a:pt x="5955627" y="830022"/>
                  </a:lnTo>
                  <a:lnTo>
                    <a:pt x="5955753" y="830022"/>
                  </a:lnTo>
                  <a:lnTo>
                    <a:pt x="5955880" y="830022"/>
                  </a:lnTo>
                  <a:lnTo>
                    <a:pt x="5956006" y="830022"/>
                  </a:lnTo>
                  <a:lnTo>
                    <a:pt x="5956132" y="830022"/>
                  </a:lnTo>
                  <a:lnTo>
                    <a:pt x="5956258" y="830022"/>
                  </a:lnTo>
                  <a:lnTo>
                    <a:pt x="5956385" y="830022"/>
                  </a:lnTo>
                  <a:lnTo>
                    <a:pt x="5956511" y="830022"/>
                  </a:lnTo>
                  <a:lnTo>
                    <a:pt x="5956637" y="830022"/>
                  </a:lnTo>
                  <a:lnTo>
                    <a:pt x="5956763" y="830022"/>
                  </a:lnTo>
                  <a:lnTo>
                    <a:pt x="5956890" y="830022"/>
                  </a:lnTo>
                  <a:lnTo>
                    <a:pt x="5957016" y="830022"/>
                  </a:lnTo>
                  <a:lnTo>
                    <a:pt x="5957142" y="830022"/>
                  </a:lnTo>
                  <a:lnTo>
                    <a:pt x="5957268" y="830022"/>
                  </a:lnTo>
                  <a:lnTo>
                    <a:pt x="5957395" y="830022"/>
                  </a:lnTo>
                  <a:lnTo>
                    <a:pt x="5957521" y="830022"/>
                  </a:lnTo>
                  <a:lnTo>
                    <a:pt x="5957647" y="830022"/>
                  </a:lnTo>
                  <a:lnTo>
                    <a:pt x="5957773" y="830022"/>
                  </a:lnTo>
                  <a:lnTo>
                    <a:pt x="5957900" y="830022"/>
                  </a:lnTo>
                  <a:lnTo>
                    <a:pt x="5958026" y="830022"/>
                  </a:lnTo>
                  <a:lnTo>
                    <a:pt x="5958152" y="830022"/>
                  </a:lnTo>
                  <a:lnTo>
                    <a:pt x="5958278" y="830022"/>
                  </a:lnTo>
                  <a:lnTo>
                    <a:pt x="5958405" y="830022"/>
                  </a:lnTo>
                  <a:lnTo>
                    <a:pt x="5958531" y="830022"/>
                  </a:lnTo>
                  <a:lnTo>
                    <a:pt x="5958657" y="830022"/>
                  </a:lnTo>
                  <a:lnTo>
                    <a:pt x="5958784" y="830022"/>
                  </a:lnTo>
                  <a:lnTo>
                    <a:pt x="5958910" y="830022"/>
                  </a:lnTo>
                  <a:lnTo>
                    <a:pt x="5959036" y="830022"/>
                  </a:lnTo>
                  <a:lnTo>
                    <a:pt x="5959162" y="830022"/>
                  </a:lnTo>
                  <a:lnTo>
                    <a:pt x="5959289" y="830022"/>
                  </a:lnTo>
                  <a:lnTo>
                    <a:pt x="5959415" y="830022"/>
                  </a:lnTo>
                  <a:lnTo>
                    <a:pt x="5959541" y="830022"/>
                  </a:lnTo>
                  <a:lnTo>
                    <a:pt x="5959667" y="830022"/>
                  </a:lnTo>
                  <a:lnTo>
                    <a:pt x="5959794" y="830022"/>
                  </a:lnTo>
                  <a:lnTo>
                    <a:pt x="5959920" y="830022"/>
                  </a:lnTo>
                  <a:lnTo>
                    <a:pt x="5960046" y="830022"/>
                  </a:lnTo>
                  <a:lnTo>
                    <a:pt x="5960172" y="830022"/>
                  </a:lnTo>
                  <a:lnTo>
                    <a:pt x="5960299" y="830022"/>
                  </a:lnTo>
                  <a:lnTo>
                    <a:pt x="5960425" y="830022"/>
                  </a:lnTo>
                  <a:lnTo>
                    <a:pt x="5960551" y="830022"/>
                  </a:lnTo>
                  <a:lnTo>
                    <a:pt x="5960677" y="830022"/>
                  </a:lnTo>
                  <a:lnTo>
                    <a:pt x="5960804" y="830022"/>
                  </a:lnTo>
                  <a:lnTo>
                    <a:pt x="5960930" y="830022"/>
                  </a:lnTo>
                  <a:lnTo>
                    <a:pt x="5961056" y="830022"/>
                  </a:lnTo>
                  <a:lnTo>
                    <a:pt x="5961182" y="830022"/>
                  </a:lnTo>
                  <a:lnTo>
                    <a:pt x="5961309" y="830022"/>
                  </a:lnTo>
                  <a:lnTo>
                    <a:pt x="5961435" y="830022"/>
                  </a:lnTo>
                  <a:lnTo>
                    <a:pt x="5961561" y="830022"/>
                  </a:lnTo>
                  <a:lnTo>
                    <a:pt x="5961687" y="830022"/>
                  </a:lnTo>
                  <a:lnTo>
                    <a:pt x="5961814" y="830022"/>
                  </a:lnTo>
                  <a:lnTo>
                    <a:pt x="5961940" y="830022"/>
                  </a:lnTo>
                  <a:lnTo>
                    <a:pt x="5962066" y="830022"/>
                  </a:lnTo>
                  <a:lnTo>
                    <a:pt x="5962192" y="830022"/>
                  </a:lnTo>
                  <a:lnTo>
                    <a:pt x="5962319" y="830022"/>
                  </a:lnTo>
                  <a:lnTo>
                    <a:pt x="5962445" y="830022"/>
                  </a:lnTo>
                  <a:lnTo>
                    <a:pt x="5962571" y="830022"/>
                  </a:lnTo>
                  <a:lnTo>
                    <a:pt x="5962697" y="830022"/>
                  </a:lnTo>
                  <a:lnTo>
                    <a:pt x="5962824" y="830022"/>
                  </a:lnTo>
                  <a:lnTo>
                    <a:pt x="5962950" y="830022"/>
                  </a:lnTo>
                  <a:lnTo>
                    <a:pt x="5963076" y="830022"/>
                  </a:lnTo>
                  <a:lnTo>
                    <a:pt x="5963202" y="830022"/>
                  </a:lnTo>
                  <a:lnTo>
                    <a:pt x="5963329" y="830022"/>
                  </a:lnTo>
                  <a:lnTo>
                    <a:pt x="5963455" y="830022"/>
                  </a:lnTo>
                  <a:lnTo>
                    <a:pt x="5963581" y="830022"/>
                  </a:lnTo>
                  <a:lnTo>
                    <a:pt x="5963707" y="830022"/>
                  </a:lnTo>
                  <a:lnTo>
                    <a:pt x="5963834" y="830022"/>
                  </a:lnTo>
                  <a:lnTo>
                    <a:pt x="5963960" y="830022"/>
                  </a:lnTo>
                  <a:lnTo>
                    <a:pt x="5964086" y="830022"/>
                  </a:lnTo>
                  <a:lnTo>
                    <a:pt x="5964213" y="830022"/>
                  </a:lnTo>
                  <a:lnTo>
                    <a:pt x="5964339" y="830022"/>
                  </a:lnTo>
                  <a:lnTo>
                    <a:pt x="5964465" y="830022"/>
                  </a:lnTo>
                  <a:lnTo>
                    <a:pt x="5964591" y="830022"/>
                  </a:lnTo>
                  <a:lnTo>
                    <a:pt x="5964718" y="830022"/>
                  </a:lnTo>
                  <a:lnTo>
                    <a:pt x="5964844" y="830022"/>
                  </a:lnTo>
                  <a:lnTo>
                    <a:pt x="5964970" y="830022"/>
                  </a:lnTo>
                  <a:lnTo>
                    <a:pt x="5965096" y="830022"/>
                  </a:lnTo>
                  <a:lnTo>
                    <a:pt x="5965223" y="830022"/>
                  </a:lnTo>
                  <a:lnTo>
                    <a:pt x="5965349" y="830022"/>
                  </a:lnTo>
                  <a:lnTo>
                    <a:pt x="5965475" y="830022"/>
                  </a:lnTo>
                  <a:lnTo>
                    <a:pt x="5965601" y="830022"/>
                  </a:lnTo>
                  <a:lnTo>
                    <a:pt x="5965728" y="830022"/>
                  </a:lnTo>
                  <a:lnTo>
                    <a:pt x="5965854" y="830022"/>
                  </a:lnTo>
                  <a:lnTo>
                    <a:pt x="5965980" y="830022"/>
                  </a:lnTo>
                  <a:lnTo>
                    <a:pt x="5966106" y="830022"/>
                  </a:lnTo>
                  <a:lnTo>
                    <a:pt x="5966233" y="830022"/>
                  </a:lnTo>
                  <a:lnTo>
                    <a:pt x="5966359" y="830022"/>
                  </a:lnTo>
                  <a:lnTo>
                    <a:pt x="5966485" y="830022"/>
                  </a:lnTo>
                  <a:lnTo>
                    <a:pt x="5966611" y="830022"/>
                  </a:lnTo>
                  <a:lnTo>
                    <a:pt x="5966738" y="830022"/>
                  </a:lnTo>
                  <a:lnTo>
                    <a:pt x="5966864" y="830022"/>
                  </a:lnTo>
                  <a:lnTo>
                    <a:pt x="5966990" y="830022"/>
                  </a:lnTo>
                  <a:lnTo>
                    <a:pt x="5967116" y="830022"/>
                  </a:lnTo>
                  <a:lnTo>
                    <a:pt x="5967243" y="830022"/>
                  </a:lnTo>
                  <a:lnTo>
                    <a:pt x="5967369" y="830022"/>
                  </a:lnTo>
                  <a:lnTo>
                    <a:pt x="5967495" y="830022"/>
                  </a:lnTo>
                  <a:lnTo>
                    <a:pt x="5967621" y="830022"/>
                  </a:lnTo>
                  <a:lnTo>
                    <a:pt x="5967748" y="830022"/>
                  </a:lnTo>
                  <a:lnTo>
                    <a:pt x="5967874" y="830022"/>
                  </a:lnTo>
                  <a:lnTo>
                    <a:pt x="5968000" y="830022"/>
                  </a:lnTo>
                  <a:lnTo>
                    <a:pt x="5968126" y="830022"/>
                  </a:lnTo>
                  <a:lnTo>
                    <a:pt x="5968253" y="830022"/>
                  </a:lnTo>
                  <a:lnTo>
                    <a:pt x="5968379" y="830022"/>
                  </a:lnTo>
                  <a:lnTo>
                    <a:pt x="5968505" y="830022"/>
                  </a:lnTo>
                  <a:lnTo>
                    <a:pt x="5968631" y="830022"/>
                  </a:lnTo>
                  <a:lnTo>
                    <a:pt x="5968758" y="830022"/>
                  </a:lnTo>
                  <a:lnTo>
                    <a:pt x="5968884" y="830022"/>
                  </a:lnTo>
                  <a:lnTo>
                    <a:pt x="5969010" y="830022"/>
                  </a:lnTo>
                  <a:lnTo>
                    <a:pt x="5969137" y="830022"/>
                  </a:lnTo>
                  <a:lnTo>
                    <a:pt x="5969263" y="830022"/>
                  </a:lnTo>
                  <a:lnTo>
                    <a:pt x="5969263" y="825110"/>
                  </a:lnTo>
                  <a:lnTo>
                    <a:pt x="5969389" y="825110"/>
                  </a:lnTo>
                  <a:lnTo>
                    <a:pt x="5969515" y="825110"/>
                  </a:lnTo>
                  <a:lnTo>
                    <a:pt x="5969642" y="825110"/>
                  </a:lnTo>
                  <a:lnTo>
                    <a:pt x="5969768" y="825110"/>
                  </a:lnTo>
                  <a:lnTo>
                    <a:pt x="5969894" y="825110"/>
                  </a:lnTo>
                  <a:lnTo>
                    <a:pt x="5970020" y="825110"/>
                  </a:lnTo>
                  <a:lnTo>
                    <a:pt x="5970147" y="825110"/>
                  </a:lnTo>
                  <a:lnTo>
                    <a:pt x="5970273" y="825110"/>
                  </a:lnTo>
                  <a:lnTo>
                    <a:pt x="5970399" y="825110"/>
                  </a:lnTo>
                  <a:lnTo>
                    <a:pt x="5970525" y="825110"/>
                  </a:lnTo>
                  <a:lnTo>
                    <a:pt x="5970652" y="825110"/>
                  </a:lnTo>
                  <a:lnTo>
                    <a:pt x="5970778" y="825110"/>
                  </a:lnTo>
                  <a:lnTo>
                    <a:pt x="5970778" y="820199"/>
                  </a:lnTo>
                  <a:lnTo>
                    <a:pt x="5970904" y="820199"/>
                  </a:lnTo>
                  <a:lnTo>
                    <a:pt x="5971030" y="820199"/>
                  </a:lnTo>
                  <a:lnTo>
                    <a:pt x="5971157" y="820199"/>
                  </a:lnTo>
                  <a:lnTo>
                    <a:pt x="5971283" y="820199"/>
                  </a:lnTo>
                  <a:lnTo>
                    <a:pt x="5971409" y="820199"/>
                  </a:lnTo>
                  <a:lnTo>
                    <a:pt x="5971535" y="820199"/>
                  </a:lnTo>
                  <a:lnTo>
                    <a:pt x="5971662" y="820199"/>
                  </a:lnTo>
                  <a:lnTo>
                    <a:pt x="5971788" y="820199"/>
                  </a:lnTo>
                  <a:lnTo>
                    <a:pt x="5971914" y="820199"/>
                  </a:lnTo>
                  <a:lnTo>
                    <a:pt x="5972040" y="820199"/>
                  </a:lnTo>
                  <a:lnTo>
                    <a:pt x="5972167" y="820199"/>
                  </a:lnTo>
                  <a:lnTo>
                    <a:pt x="5972293" y="820199"/>
                  </a:lnTo>
                  <a:lnTo>
                    <a:pt x="5972419" y="820199"/>
                  </a:lnTo>
                  <a:lnTo>
                    <a:pt x="5972545" y="820199"/>
                  </a:lnTo>
                  <a:lnTo>
                    <a:pt x="5972672" y="820199"/>
                  </a:lnTo>
                  <a:lnTo>
                    <a:pt x="5972798" y="820199"/>
                  </a:lnTo>
                  <a:lnTo>
                    <a:pt x="5972924" y="820199"/>
                  </a:lnTo>
                  <a:lnTo>
                    <a:pt x="5973050" y="820199"/>
                  </a:lnTo>
                  <a:lnTo>
                    <a:pt x="5973177" y="820199"/>
                  </a:lnTo>
                  <a:lnTo>
                    <a:pt x="5973303" y="820199"/>
                  </a:lnTo>
                  <a:lnTo>
                    <a:pt x="5973429" y="820199"/>
                  </a:lnTo>
                  <a:lnTo>
                    <a:pt x="5973555" y="820199"/>
                  </a:lnTo>
                  <a:lnTo>
                    <a:pt x="5973682" y="820199"/>
                  </a:lnTo>
                  <a:lnTo>
                    <a:pt x="5973808" y="820199"/>
                  </a:lnTo>
                  <a:lnTo>
                    <a:pt x="5973934" y="820199"/>
                  </a:lnTo>
                  <a:lnTo>
                    <a:pt x="5974060" y="820199"/>
                  </a:lnTo>
                  <a:lnTo>
                    <a:pt x="5974187" y="820199"/>
                  </a:lnTo>
                  <a:lnTo>
                    <a:pt x="5974313" y="820199"/>
                  </a:lnTo>
                  <a:lnTo>
                    <a:pt x="5974439" y="820199"/>
                  </a:lnTo>
                  <a:lnTo>
                    <a:pt x="5974566" y="820199"/>
                  </a:lnTo>
                  <a:lnTo>
                    <a:pt x="5974692" y="820199"/>
                  </a:lnTo>
                  <a:lnTo>
                    <a:pt x="5974818" y="820199"/>
                  </a:lnTo>
                  <a:lnTo>
                    <a:pt x="5974944" y="820199"/>
                  </a:lnTo>
                  <a:lnTo>
                    <a:pt x="5975071" y="820199"/>
                  </a:lnTo>
                  <a:lnTo>
                    <a:pt x="5975197" y="820199"/>
                  </a:lnTo>
                  <a:lnTo>
                    <a:pt x="5975323" y="820199"/>
                  </a:lnTo>
                  <a:lnTo>
                    <a:pt x="5975449" y="820199"/>
                  </a:lnTo>
                  <a:lnTo>
                    <a:pt x="5975576" y="820199"/>
                  </a:lnTo>
                  <a:lnTo>
                    <a:pt x="5975702" y="820199"/>
                  </a:lnTo>
                  <a:lnTo>
                    <a:pt x="5975828" y="820199"/>
                  </a:lnTo>
                  <a:lnTo>
                    <a:pt x="5975954" y="820199"/>
                  </a:lnTo>
                  <a:lnTo>
                    <a:pt x="5976081" y="820199"/>
                  </a:lnTo>
                  <a:lnTo>
                    <a:pt x="5976207" y="820199"/>
                  </a:lnTo>
                  <a:lnTo>
                    <a:pt x="5976333" y="820199"/>
                  </a:lnTo>
                  <a:lnTo>
                    <a:pt x="5976459" y="820199"/>
                  </a:lnTo>
                  <a:lnTo>
                    <a:pt x="5976586" y="820199"/>
                  </a:lnTo>
                  <a:lnTo>
                    <a:pt x="5976712" y="820199"/>
                  </a:lnTo>
                  <a:lnTo>
                    <a:pt x="5976838" y="820199"/>
                  </a:lnTo>
                  <a:lnTo>
                    <a:pt x="5976964" y="820199"/>
                  </a:lnTo>
                  <a:lnTo>
                    <a:pt x="5977091" y="820199"/>
                  </a:lnTo>
                  <a:lnTo>
                    <a:pt x="5977217" y="820199"/>
                  </a:lnTo>
                  <a:lnTo>
                    <a:pt x="5977343" y="820199"/>
                  </a:lnTo>
                  <a:lnTo>
                    <a:pt x="5977469" y="820199"/>
                  </a:lnTo>
                  <a:lnTo>
                    <a:pt x="5977596" y="820199"/>
                  </a:lnTo>
                  <a:lnTo>
                    <a:pt x="5977722" y="820199"/>
                  </a:lnTo>
                  <a:lnTo>
                    <a:pt x="5977848" y="820199"/>
                  </a:lnTo>
                  <a:lnTo>
                    <a:pt x="5977974" y="820199"/>
                  </a:lnTo>
                  <a:lnTo>
                    <a:pt x="5978101" y="820199"/>
                  </a:lnTo>
                  <a:lnTo>
                    <a:pt x="5978227" y="820199"/>
                  </a:lnTo>
                  <a:lnTo>
                    <a:pt x="5978353" y="820199"/>
                  </a:lnTo>
                  <a:lnTo>
                    <a:pt x="5978479" y="820199"/>
                  </a:lnTo>
                  <a:lnTo>
                    <a:pt x="5978606" y="820199"/>
                  </a:lnTo>
                  <a:lnTo>
                    <a:pt x="5978732" y="820199"/>
                  </a:lnTo>
                  <a:lnTo>
                    <a:pt x="5978858" y="820199"/>
                  </a:lnTo>
                  <a:lnTo>
                    <a:pt x="5978984" y="820199"/>
                  </a:lnTo>
                  <a:lnTo>
                    <a:pt x="5979111" y="820199"/>
                  </a:lnTo>
                  <a:lnTo>
                    <a:pt x="5979237" y="820199"/>
                  </a:lnTo>
                  <a:lnTo>
                    <a:pt x="5979363" y="820199"/>
                  </a:lnTo>
                  <a:lnTo>
                    <a:pt x="5979490" y="820199"/>
                  </a:lnTo>
                  <a:lnTo>
                    <a:pt x="5979616" y="820199"/>
                  </a:lnTo>
                  <a:lnTo>
                    <a:pt x="5979742" y="820199"/>
                  </a:lnTo>
                  <a:lnTo>
                    <a:pt x="5979868" y="820199"/>
                  </a:lnTo>
                  <a:lnTo>
                    <a:pt x="5979995" y="820199"/>
                  </a:lnTo>
                  <a:lnTo>
                    <a:pt x="5980121" y="820199"/>
                  </a:lnTo>
                  <a:lnTo>
                    <a:pt x="5980247" y="820199"/>
                  </a:lnTo>
                  <a:lnTo>
                    <a:pt x="5980247" y="815288"/>
                  </a:lnTo>
                  <a:lnTo>
                    <a:pt x="5980373" y="815288"/>
                  </a:lnTo>
                  <a:lnTo>
                    <a:pt x="5980500" y="815288"/>
                  </a:lnTo>
                  <a:lnTo>
                    <a:pt x="5980626" y="815288"/>
                  </a:lnTo>
                  <a:lnTo>
                    <a:pt x="5980752" y="815288"/>
                  </a:lnTo>
                  <a:lnTo>
                    <a:pt x="5980878" y="815288"/>
                  </a:lnTo>
                  <a:lnTo>
                    <a:pt x="5981005" y="815288"/>
                  </a:lnTo>
                  <a:lnTo>
                    <a:pt x="5981131" y="815288"/>
                  </a:lnTo>
                  <a:lnTo>
                    <a:pt x="5981257" y="815288"/>
                  </a:lnTo>
                  <a:lnTo>
                    <a:pt x="5981383" y="815288"/>
                  </a:lnTo>
                  <a:lnTo>
                    <a:pt x="5981510" y="815288"/>
                  </a:lnTo>
                  <a:lnTo>
                    <a:pt x="5981636" y="815288"/>
                  </a:lnTo>
                  <a:lnTo>
                    <a:pt x="5981762" y="815288"/>
                  </a:lnTo>
                  <a:lnTo>
                    <a:pt x="5981888" y="815288"/>
                  </a:lnTo>
                  <a:lnTo>
                    <a:pt x="5982015" y="815288"/>
                  </a:lnTo>
                  <a:lnTo>
                    <a:pt x="5982141" y="815288"/>
                  </a:lnTo>
                  <a:lnTo>
                    <a:pt x="5982267" y="815288"/>
                  </a:lnTo>
                  <a:lnTo>
                    <a:pt x="5982393" y="815288"/>
                  </a:lnTo>
                  <a:lnTo>
                    <a:pt x="5982520" y="815288"/>
                  </a:lnTo>
                  <a:lnTo>
                    <a:pt x="5982646" y="815288"/>
                  </a:lnTo>
                  <a:lnTo>
                    <a:pt x="5982772" y="815288"/>
                  </a:lnTo>
                  <a:lnTo>
                    <a:pt x="5982898" y="815288"/>
                  </a:lnTo>
                  <a:lnTo>
                    <a:pt x="5983025" y="815288"/>
                  </a:lnTo>
                  <a:lnTo>
                    <a:pt x="5983151" y="815288"/>
                  </a:lnTo>
                  <a:lnTo>
                    <a:pt x="5983277" y="815288"/>
                  </a:lnTo>
                  <a:lnTo>
                    <a:pt x="5983403" y="815288"/>
                  </a:lnTo>
                  <a:lnTo>
                    <a:pt x="5983530" y="815288"/>
                  </a:lnTo>
                  <a:lnTo>
                    <a:pt x="5983656" y="815288"/>
                  </a:lnTo>
                  <a:lnTo>
                    <a:pt x="5983782" y="815288"/>
                  </a:lnTo>
                  <a:lnTo>
                    <a:pt x="5983908" y="815288"/>
                  </a:lnTo>
                  <a:lnTo>
                    <a:pt x="5984035" y="815288"/>
                  </a:lnTo>
                  <a:lnTo>
                    <a:pt x="5984161" y="815288"/>
                  </a:lnTo>
                  <a:lnTo>
                    <a:pt x="5984287" y="815288"/>
                  </a:lnTo>
                  <a:lnTo>
                    <a:pt x="5984413" y="815288"/>
                  </a:lnTo>
                  <a:lnTo>
                    <a:pt x="5984540" y="815288"/>
                  </a:lnTo>
                  <a:lnTo>
                    <a:pt x="5984666" y="815288"/>
                  </a:lnTo>
                  <a:lnTo>
                    <a:pt x="5984792" y="815288"/>
                  </a:lnTo>
                  <a:lnTo>
                    <a:pt x="5984919" y="815288"/>
                  </a:lnTo>
                  <a:lnTo>
                    <a:pt x="5985045" y="815288"/>
                  </a:lnTo>
                  <a:lnTo>
                    <a:pt x="5985171" y="815288"/>
                  </a:lnTo>
                  <a:lnTo>
                    <a:pt x="5985297" y="815288"/>
                  </a:lnTo>
                  <a:lnTo>
                    <a:pt x="5985424" y="815288"/>
                  </a:lnTo>
                  <a:lnTo>
                    <a:pt x="5985550" y="815288"/>
                  </a:lnTo>
                  <a:lnTo>
                    <a:pt x="5985676" y="815288"/>
                  </a:lnTo>
                  <a:lnTo>
                    <a:pt x="5985802" y="815288"/>
                  </a:lnTo>
                  <a:lnTo>
                    <a:pt x="5985929" y="815288"/>
                  </a:lnTo>
                  <a:lnTo>
                    <a:pt x="5986055" y="815288"/>
                  </a:lnTo>
                  <a:lnTo>
                    <a:pt x="5986181" y="815288"/>
                  </a:lnTo>
                  <a:lnTo>
                    <a:pt x="5986307" y="815288"/>
                  </a:lnTo>
                  <a:lnTo>
                    <a:pt x="5986434" y="815288"/>
                  </a:lnTo>
                  <a:lnTo>
                    <a:pt x="5986560" y="815288"/>
                  </a:lnTo>
                  <a:lnTo>
                    <a:pt x="5986686" y="815288"/>
                  </a:lnTo>
                  <a:lnTo>
                    <a:pt x="5986812" y="815288"/>
                  </a:lnTo>
                  <a:lnTo>
                    <a:pt x="5986939" y="815288"/>
                  </a:lnTo>
                  <a:lnTo>
                    <a:pt x="5987065" y="815288"/>
                  </a:lnTo>
                  <a:lnTo>
                    <a:pt x="5987191" y="815288"/>
                  </a:lnTo>
                  <a:lnTo>
                    <a:pt x="5987317" y="815288"/>
                  </a:lnTo>
                  <a:lnTo>
                    <a:pt x="5987444" y="815288"/>
                  </a:lnTo>
                  <a:lnTo>
                    <a:pt x="5987570" y="815288"/>
                  </a:lnTo>
                  <a:lnTo>
                    <a:pt x="5987696" y="815288"/>
                  </a:lnTo>
                  <a:lnTo>
                    <a:pt x="5987822" y="815288"/>
                  </a:lnTo>
                  <a:lnTo>
                    <a:pt x="5987949" y="815288"/>
                  </a:lnTo>
                  <a:lnTo>
                    <a:pt x="5988075" y="815288"/>
                  </a:lnTo>
                  <a:lnTo>
                    <a:pt x="5988201" y="815288"/>
                  </a:lnTo>
                  <a:lnTo>
                    <a:pt x="5988327" y="815288"/>
                  </a:lnTo>
                  <a:lnTo>
                    <a:pt x="5988454" y="815288"/>
                  </a:lnTo>
                  <a:lnTo>
                    <a:pt x="5988580" y="815288"/>
                  </a:lnTo>
                  <a:lnTo>
                    <a:pt x="5988706" y="815288"/>
                  </a:lnTo>
                  <a:lnTo>
                    <a:pt x="5988832" y="815288"/>
                  </a:lnTo>
                  <a:lnTo>
                    <a:pt x="5988959" y="815288"/>
                  </a:lnTo>
                  <a:lnTo>
                    <a:pt x="5989085" y="815288"/>
                  </a:lnTo>
                  <a:lnTo>
                    <a:pt x="5989211" y="815288"/>
                  </a:lnTo>
                  <a:lnTo>
                    <a:pt x="5989337" y="815288"/>
                  </a:lnTo>
                  <a:lnTo>
                    <a:pt x="5989464" y="815288"/>
                  </a:lnTo>
                  <a:lnTo>
                    <a:pt x="5989590" y="815288"/>
                  </a:lnTo>
                  <a:lnTo>
                    <a:pt x="5989716" y="815288"/>
                  </a:lnTo>
                  <a:lnTo>
                    <a:pt x="5989843" y="815288"/>
                  </a:lnTo>
                  <a:lnTo>
                    <a:pt x="5989969" y="815288"/>
                  </a:lnTo>
                  <a:lnTo>
                    <a:pt x="5990095" y="815288"/>
                  </a:lnTo>
                  <a:lnTo>
                    <a:pt x="5990221" y="815288"/>
                  </a:lnTo>
                  <a:lnTo>
                    <a:pt x="5990348" y="815288"/>
                  </a:lnTo>
                  <a:lnTo>
                    <a:pt x="5990474" y="815288"/>
                  </a:lnTo>
                  <a:lnTo>
                    <a:pt x="5990600" y="815288"/>
                  </a:lnTo>
                  <a:lnTo>
                    <a:pt x="5990726" y="815288"/>
                  </a:lnTo>
                  <a:lnTo>
                    <a:pt x="5990853" y="815288"/>
                  </a:lnTo>
                  <a:lnTo>
                    <a:pt x="5990979" y="815288"/>
                  </a:lnTo>
                  <a:lnTo>
                    <a:pt x="5991105" y="815288"/>
                  </a:lnTo>
                  <a:lnTo>
                    <a:pt x="5991105" y="810376"/>
                  </a:lnTo>
                  <a:lnTo>
                    <a:pt x="5991231" y="810376"/>
                  </a:lnTo>
                  <a:lnTo>
                    <a:pt x="5991358" y="810376"/>
                  </a:lnTo>
                  <a:lnTo>
                    <a:pt x="5991484" y="810376"/>
                  </a:lnTo>
                  <a:lnTo>
                    <a:pt x="5991610" y="810376"/>
                  </a:lnTo>
                  <a:lnTo>
                    <a:pt x="5991736" y="810376"/>
                  </a:lnTo>
                  <a:lnTo>
                    <a:pt x="5991863" y="810376"/>
                  </a:lnTo>
                  <a:lnTo>
                    <a:pt x="5991989" y="810376"/>
                  </a:lnTo>
                  <a:lnTo>
                    <a:pt x="5992115" y="810376"/>
                  </a:lnTo>
                  <a:lnTo>
                    <a:pt x="5992241" y="810376"/>
                  </a:lnTo>
                  <a:lnTo>
                    <a:pt x="5992368" y="810376"/>
                  </a:lnTo>
                  <a:lnTo>
                    <a:pt x="5992494" y="810376"/>
                  </a:lnTo>
                  <a:lnTo>
                    <a:pt x="5992620" y="810376"/>
                  </a:lnTo>
                  <a:lnTo>
                    <a:pt x="5992746" y="810376"/>
                  </a:lnTo>
                  <a:lnTo>
                    <a:pt x="5992873" y="810376"/>
                  </a:lnTo>
                  <a:lnTo>
                    <a:pt x="5992999" y="810376"/>
                  </a:lnTo>
                  <a:lnTo>
                    <a:pt x="5993125" y="810376"/>
                  </a:lnTo>
                  <a:lnTo>
                    <a:pt x="5993251" y="810376"/>
                  </a:lnTo>
                  <a:lnTo>
                    <a:pt x="5993378" y="810376"/>
                  </a:lnTo>
                  <a:lnTo>
                    <a:pt x="5993504" y="810376"/>
                  </a:lnTo>
                  <a:lnTo>
                    <a:pt x="5993630" y="810376"/>
                  </a:lnTo>
                  <a:lnTo>
                    <a:pt x="5993756" y="810376"/>
                  </a:lnTo>
                  <a:lnTo>
                    <a:pt x="5993883" y="810376"/>
                  </a:lnTo>
                  <a:lnTo>
                    <a:pt x="5994009" y="810376"/>
                  </a:lnTo>
                  <a:lnTo>
                    <a:pt x="5994135" y="810376"/>
                  </a:lnTo>
                  <a:lnTo>
                    <a:pt x="5994261" y="810376"/>
                  </a:lnTo>
                  <a:lnTo>
                    <a:pt x="5994388" y="810376"/>
                  </a:lnTo>
                  <a:lnTo>
                    <a:pt x="5994514" y="810376"/>
                  </a:lnTo>
                  <a:lnTo>
                    <a:pt x="5994640" y="810376"/>
                  </a:lnTo>
                  <a:lnTo>
                    <a:pt x="5994766" y="810376"/>
                  </a:lnTo>
                  <a:lnTo>
                    <a:pt x="5994893" y="810376"/>
                  </a:lnTo>
                  <a:lnTo>
                    <a:pt x="5995019" y="810376"/>
                  </a:lnTo>
                  <a:lnTo>
                    <a:pt x="5995145" y="810376"/>
                  </a:lnTo>
                  <a:lnTo>
                    <a:pt x="5995272" y="810376"/>
                  </a:lnTo>
                  <a:lnTo>
                    <a:pt x="5995398" y="810376"/>
                  </a:lnTo>
                  <a:lnTo>
                    <a:pt x="5995524" y="810376"/>
                  </a:lnTo>
                  <a:lnTo>
                    <a:pt x="5995650" y="810376"/>
                  </a:lnTo>
                  <a:lnTo>
                    <a:pt x="5995777" y="810376"/>
                  </a:lnTo>
                  <a:lnTo>
                    <a:pt x="5995903" y="810376"/>
                  </a:lnTo>
                  <a:lnTo>
                    <a:pt x="5996029" y="810376"/>
                  </a:lnTo>
                  <a:lnTo>
                    <a:pt x="5996155" y="810376"/>
                  </a:lnTo>
                  <a:lnTo>
                    <a:pt x="5996282" y="810376"/>
                  </a:lnTo>
                  <a:lnTo>
                    <a:pt x="5996408" y="810376"/>
                  </a:lnTo>
                  <a:lnTo>
                    <a:pt x="5996534" y="810376"/>
                  </a:lnTo>
                  <a:lnTo>
                    <a:pt x="5996660" y="810376"/>
                  </a:lnTo>
                  <a:lnTo>
                    <a:pt x="5996787" y="810376"/>
                  </a:lnTo>
                  <a:lnTo>
                    <a:pt x="5996913" y="810376"/>
                  </a:lnTo>
                  <a:lnTo>
                    <a:pt x="5997039" y="810376"/>
                  </a:lnTo>
                  <a:lnTo>
                    <a:pt x="5997165" y="810376"/>
                  </a:lnTo>
                  <a:lnTo>
                    <a:pt x="5997292" y="810376"/>
                  </a:lnTo>
                  <a:lnTo>
                    <a:pt x="5997418" y="810376"/>
                  </a:lnTo>
                  <a:lnTo>
                    <a:pt x="5997544" y="810376"/>
                  </a:lnTo>
                  <a:lnTo>
                    <a:pt x="5997670" y="810376"/>
                  </a:lnTo>
                  <a:lnTo>
                    <a:pt x="5997797" y="810376"/>
                  </a:lnTo>
                  <a:lnTo>
                    <a:pt x="5997923" y="810376"/>
                  </a:lnTo>
                  <a:lnTo>
                    <a:pt x="5998049" y="810376"/>
                  </a:lnTo>
                  <a:lnTo>
                    <a:pt x="5998175" y="810376"/>
                  </a:lnTo>
                  <a:lnTo>
                    <a:pt x="5998302" y="810376"/>
                  </a:lnTo>
                  <a:lnTo>
                    <a:pt x="5998428" y="810376"/>
                  </a:lnTo>
                  <a:lnTo>
                    <a:pt x="5998554" y="810376"/>
                  </a:lnTo>
                  <a:lnTo>
                    <a:pt x="5998680" y="810376"/>
                  </a:lnTo>
                  <a:lnTo>
                    <a:pt x="5998807" y="810376"/>
                  </a:lnTo>
                  <a:lnTo>
                    <a:pt x="5998933" y="810376"/>
                  </a:lnTo>
                  <a:lnTo>
                    <a:pt x="5999059" y="810376"/>
                  </a:lnTo>
                  <a:lnTo>
                    <a:pt x="5999185" y="810376"/>
                  </a:lnTo>
                  <a:lnTo>
                    <a:pt x="5999312" y="810376"/>
                  </a:lnTo>
                  <a:lnTo>
                    <a:pt x="5999438" y="810376"/>
                  </a:lnTo>
                  <a:lnTo>
                    <a:pt x="5999564" y="810376"/>
                  </a:lnTo>
                  <a:lnTo>
                    <a:pt x="5999690" y="810376"/>
                  </a:lnTo>
                  <a:lnTo>
                    <a:pt x="5999817" y="810376"/>
                  </a:lnTo>
                  <a:lnTo>
                    <a:pt x="5999943" y="810376"/>
                  </a:lnTo>
                  <a:lnTo>
                    <a:pt x="6000069" y="810376"/>
                  </a:lnTo>
                  <a:lnTo>
                    <a:pt x="6000196" y="810376"/>
                  </a:lnTo>
                  <a:lnTo>
                    <a:pt x="6000322" y="810376"/>
                  </a:lnTo>
                  <a:lnTo>
                    <a:pt x="6000448" y="810376"/>
                  </a:lnTo>
                  <a:lnTo>
                    <a:pt x="6000574" y="810376"/>
                  </a:lnTo>
                  <a:lnTo>
                    <a:pt x="6000701" y="810376"/>
                  </a:lnTo>
                  <a:lnTo>
                    <a:pt x="6000827" y="810376"/>
                  </a:lnTo>
                  <a:lnTo>
                    <a:pt x="6000953" y="810376"/>
                  </a:lnTo>
                  <a:lnTo>
                    <a:pt x="6001079" y="810376"/>
                  </a:lnTo>
                  <a:lnTo>
                    <a:pt x="6001206" y="810376"/>
                  </a:lnTo>
                  <a:lnTo>
                    <a:pt x="6001206" y="805465"/>
                  </a:lnTo>
                  <a:lnTo>
                    <a:pt x="6001332" y="805465"/>
                  </a:lnTo>
                  <a:lnTo>
                    <a:pt x="6001458" y="805465"/>
                  </a:lnTo>
                  <a:lnTo>
                    <a:pt x="6001584" y="805465"/>
                  </a:lnTo>
                  <a:lnTo>
                    <a:pt x="6001711" y="805465"/>
                  </a:lnTo>
                  <a:lnTo>
                    <a:pt x="6001837" y="805465"/>
                  </a:lnTo>
                  <a:lnTo>
                    <a:pt x="6001963" y="805465"/>
                  </a:lnTo>
                  <a:lnTo>
                    <a:pt x="6002089" y="805465"/>
                  </a:lnTo>
                  <a:lnTo>
                    <a:pt x="6002216" y="805465"/>
                  </a:lnTo>
                  <a:lnTo>
                    <a:pt x="6002342" y="805465"/>
                  </a:lnTo>
                  <a:lnTo>
                    <a:pt x="6002468" y="805465"/>
                  </a:lnTo>
                  <a:lnTo>
                    <a:pt x="6002594" y="805465"/>
                  </a:lnTo>
                  <a:lnTo>
                    <a:pt x="6002721" y="805465"/>
                  </a:lnTo>
                  <a:lnTo>
                    <a:pt x="6002847" y="805465"/>
                  </a:lnTo>
                  <a:lnTo>
                    <a:pt x="6002973" y="805465"/>
                  </a:lnTo>
                  <a:lnTo>
                    <a:pt x="6003099" y="805465"/>
                  </a:lnTo>
                  <a:lnTo>
                    <a:pt x="6003226" y="805465"/>
                  </a:lnTo>
                  <a:lnTo>
                    <a:pt x="6003352" y="805465"/>
                  </a:lnTo>
                  <a:lnTo>
                    <a:pt x="6003478" y="805465"/>
                  </a:lnTo>
                  <a:lnTo>
                    <a:pt x="6003604" y="805465"/>
                  </a:lnTo>
                  <a:lnTo>
                    <a:pt x="6003731" y="805465"/>
                  </a:lnTo>
                  <a:lnTo>
                    <a:pt x="6003857" y="805465"/>
                  </a:lnTo>
                  <a:lnTo>
                    <a:pt x="6003983" y="805465"/>
                  </a:lnTo>
                  <a:lnTo>
                    <a:pt x="6004109" y="805465"/>
                  </a:lnTo>
                  <a:lnTo>
                    <a:pt x="6004236" y="805465"/>
                  </a:lnTo>
                  <a:lnTo>
                    <a:pt x="6004362" y="805465"/>
                  </a:lnTo>
                  <a:lnTo>
                    <a:pt x="6004488" y="805465"/>
                  </a:lnTo>
                  <a:lnTo>
                    <a:pt x="6004614" y="805465"/>
                  </a:lnTo>
                  <a:lnTo>
                    <a:pt x="6004741" y="805465"/>
                  </a:lnTo>
                  <a:lnTo>
                    <a:pt x="6004867" y="805465"/>
                  </a:lnTo>
                  <a:lnTo>
                    <a:pt x="6004993" y="805465"/>
                  </a:lnTo>
                  <a:lnTo>
                    <a:pt x="6005120" y="805465"/>
                  </a:lnTo>
                  <a:lnTo>
                    <a:pt x="6005246" y="805465"/>
                  </a:lnTo>
                  <a:lnTo>
                    <a:pt x="6005372" y="805465"/>
                  </a:lnTo>
                  <a:lnTo>
                    <a:pt x="6005498" y="805465"/>
                  </a:lnTo>
                  <a:lnTo>
                    <a:pt x="6005625" y="805465"/>
                  </a:lnTo>
                  <a:lnTo>
                    <a:pt x="6005751" y="805465"/>
                  </a:lnTo>
                  <a:lnTo>
                    <a:pt x="6005877" y="805465"/>
                  </a:lnTo>
                  <a:lnTo>
                    <a:pt x="6006003" y="805465"/>
                  </a:lnTo>
                  <a:lnTo>
                    <a:pt x="6006130" y="805465"/>
                  </a:lnTo>
                  <a:lnTo>
                    <a:pt x="6006256" y="805465"/>
                  </a:lnTo>
                  <a:lnTo>
                    <a:pt x="6006382" y="805465"/>
                  </a:lnTo>
                  <a:lnTo>
                    <a:pt x="6006508" y="805465"/>
                  </a:lnTo>
                  <a:lnTo>
                    <a:pt x="6006635" y="805465"/>
                  </a:lnTo>
                  <a:lnTo>
                    <a:pt x="6006761" y="805465"/>
                  </a:lnTo>
                  <a:lnTo>
                    <a:pt x="6006887" y="805465"/>
                  </a:lnTo>
                  <a:lnTo>
                    <a:pt x="6007013" y="805465"/>
                  </a:lnTo>
                  <a:lnTo>
                    <a:pt x="6007140" y="805465"/>
                  </a:lnTo>
                  <a:lnTo>
                    <a:pt x="6007266" y="805465"/>
                  </a:lnTo>
                  <a:lnTo>
                    <a:pt x="6007392" y="805465"/>
                  </a:lnTo>
                  <a:lnTo>
                    <a:pt x="6007518" y="805465"/>
                  </a:lnTo>
                  <a:lnTo>
                    <a:pt x="6007645" y="805465"/>
                  </a:lnTo>
                  <a:lnTo>
                    <a:pt x="6007771" y="805465"/>
                  </a:lnTo>
                  <a:lnTo>
                    <a:pt x="6007897" y="805465"/>
                  </a:lnTo>
                  <a:lnTo>
                    <a:pt x="6008023" y="805465"/>
                  </a:lnTo>
                  <a:lnTo>
                    <a:pt x="6008150" y="805465"/>
                  </a:lnTo>
                  <a:lnTo>
                    <a:pt x="6008276" y="805465"/>
                  </a:lnTo>
                  <a:lnTo>
                    <a:pt x="6008402" y="805465"/>
                  </a:lnTo>
                  <a:lnTo>
                    <a:pt x="6008528" y="805465"/>
                  </a:lnTo>
                  <a:lnTo>
                    <a:pt x="6008655" y="805465"/>
                  </a:lnTo>
                  <a:lnTo>
                    <a:pt x="6008781" y="805465"/>
                  </a:lnTo>
                  <a:lnTo>
                    <a:pt x="6008907" y="805465"/>
                  </a:lnTo>
                  <a:lnTo>
                    <a:pt x="6009033" y="805465"/>
                  </a:lnTo>
                  <a:lnTo>
                    <a:pt x="6009160" y="805465"/>
                  </a:lnTo>
                  <a:lnTo>
                    <a:pt x="6009286" y="805465"/>
                  </a:lnTo>
                  <a:lnTo>
                    <a:pt x="6009412" y="805465"/>
                  </a:lnTo>
                  <a:lnTo>
                    <a:pt x="6009538" y="805465"/>
                  </a:lnTo>
                  <a:lnTo>
                    <a:pt x="6009665" y="805465"/>
                  </a:lnTo>
                  <a:lnTo>
                    <a:pt x="6009791" y="805465"/>
                  </a:lnTo>
                  <a:lnTo>
                    <a:pt x="6009917" y="805465"/>
                  </a:lnTo>
                  <a:lnTo>
                    <a:pt x="6010043" y="805465"/>
                  </a:lnTo>
                  <a:lnTo>
                    <a:pt x="6010170" y="805465"/>
                  </a:lnTo>
                  <a:lnTo>
                    <a:pt x="6010296" y="805465"/>
                  </a:lnTo>
                  <a:lnTo>
                    <a:pt x="6010422" y="805465"/>
                  </a:lnTo>
                  <a:lnTo>
                    <a:pt x="6010549" y="805465"/>
                  </a:lnTo>
                  <a:lnTo>
                    <a:pt x="6010675" y="805465"/>
                  </a:lnTo>
                  <a:lnTo>
                    <a:pt x="6010801" y="805465"/>
                  </a:lnTo>
                  <a:lnTo>
                    <a:pt x="6010927" y="805465"/>
                  </a:lnTo>
                  <a:lnTo>
                    <a:pt x="6011054" y="805465"/>
                  </a:lnTo>
                  <a:lnTo>
                    <a:pt x="6011180" y="805465"/>
                  </a:lnTo>
                  <a:lnTo>
                    <a:pt x="6011306" y="805465"/>
                  </a:lnTo>
                  <a:lnTo>
                    <a:pt x="6011432" y="805465"/>
                  </a:lnTo>
                  <a:lnTo>
                    <a:pt x="6011559" y="805465"/>
                  </a:lnTo>
                  <a:lnTo>
                    <a:pt x="6011685" y="805465"/>
                  </a:lnTo>
                  <a:lnTo>
                    <a:pt x="6011811" y="805465"/>
                  </a:lnTo>
                  <a:lnTo>
                    <a:pt x="6011811" y="800554"/>
                  </a:lnTo>
                  <a:lnTo>
                    <a:pt x="6011937" y="800554"/>
                  </a:lnTo>
                  <a:lnTo>
                    <a:pt x="6012064" y="800554"/>
                  </a:lnTo>
                  <a:lnTo>
                    <a:pt x="6012190" y="800554"/>
                  </a:lnTo>
                  <a:lnTo>
                    <a:pt x="6012316" y="800554"/>
                  </a:lnTo>
                  <a:lnTo>
                    <a:pt x="6012442" y="800554"/>
                  </a:lnTo>
                  <a:lnTo>
                    <a:pt x="6012569" y="800554"/>
                  </a:lnTo>
                  <a:lnTo>
                    <a:pt x="6012695" y="800554"/>
                  </a:lnTo>
                  <a:lnTo>
                    <a:pt x="6012821" y="800554"/>
                  </a:lnTo>
                  <a:lnTo>
                    <a:pt x="6012947" y="800554"/>
                  </a:lnTo>
                  <a:lnTo>
                    <a:pt x="6013074" y="800554"/>
                  </a:lnTo>
                  <a:lnTo>
                    <a:pt x="6013200" y="800554"/>
                  </a:lnTo>
                  <a:lnTo>
                    <a:pt x="6013326" y="800554"/>
                  </a:lnTo>
                  <a:lnTo>
                    <a:pt x="6013452" y="800554"/>
                  </a:lnTo>
                  <a:lnTo>
                    <a:pt x="6013579" y="800554"/>
                  </a:lnTo>
                  <a:lnTo>
                    <a:pt x="6013705" y="800554"/>
                  </a:lnTo>
                  <a:lnTo>
                    <a:pt x="6013831" y="800554"/>
                  </a:lnTo>
                  <a:lnTo>
                    <a:pt x="6013957" y="800554"/>
                  </a:lnTo>
                  <a:lnTo>
                    <a:pt x="6014084" y="800554"/>
                  </a:lnTo>
                  <a:lnTo>
                    <a:pt x="6014210" y="800554"/>
                  </a:lnTo>
                  <a:lnTo>
                    <a:pt x="6014336" y="800554"/>
                  </a:lnTo>
                  <a:lnTo>
                    <a:pt x="6014462" y="800554"/>
                  </a:lnTo>
                  <a:lnTo>
                    <a:pt x="6014589" y="800554"/>
                  </a:lnTo>
                  <a:lnTo>
                    <a:pt x="6014715" y="800554"/>
                  </a:lnTo>
                  <a:lnTo>
                    <a:pt x="6014841" y="800554"/>
                  </a:lnTo>
                  <a:lnTo>
                    <a:pt x="6014967" y="800554"/>
                  </a:lnTo>
                  <a:lnTo>
                    <a:pt x="6015094" y="800554"/>
                  </a:lnTo>
                  <a:lnTo>
                    <a:pt x="6015220" y="800554"/>
                  </a:lnTo>
                  <a:lnTo>
                    <a:pt x="6015346" y="800554"/>
                  </a:lnTo>
                  <a:lnTo>
                    <a:pt x="6015473" y="800554"/>
                  </a:lnTo>
                  <a:lnTo>
                    <a:pt x="6015599" y="800554"/>
                  </a:lnTo>
                  <a:lnTo>
                    <a:pt x="6015725" y="800554"/>
                  </a:lnTo>
                  <a:lnTo>
                    <a:pt x="6015851" y="800554"/>
                  </a:lnTo>
                  <a:lnTo>
                    <a:pt x="6015978" y="800554"/>
                  </a:lnTo>
                  <a:lnTo>
                    <a:pt x="6016104" y="800554"/>
                  </a:lnTo>
                  <a:lnTo>
                    <a:pt x="6016230" y="800554"/>
                  </a:lnTo>
                  <a:lnTo>
                    <a:pt x="6016356" y="800554"/>
                  </a:lnTo>
                  <a:lnTo>
                    <a:pt x="6016483" y="800554"/>
                  </a:lnTo>
                  <a:lnTo>
                    <a:pt x="6016609" y="800554"/>
                  </a:lnTo>
                  <a:lnTo>
                    <a:pt x="6016735" y="800554"/>
                  </a:lnTo>
                  <a:lnTo>
                    <a:pt x="6016861" y="800554"/>
                  </a:lnTo>
                  <a:lnTo>
                    <a:pt x="6016988" y="800554"/>
                  </a:lnTo>
                  <a:lnTo>
                    <a:pt x="6017114" y="800554"/>
                  </a:lnTo>
                  <a:lnTo>
                    <a:pt x="6017240" y="800554"/>
                  </a:lnTo>
                  <a:lnTo>
                    <a:pt x="6017366" y="800554"/>
                  </a:lnTo>
                  <a:lnTo>
                    <a:pt x="6017493" y="800554"/>
                  </a:lnTo>
                  <a:lnTo>
                    <a:pt x="6017619" y="800554"/>
                  </a:lnTo>
                  <a:lnTo>
                    <a:pt x="6017745" y="800554"/>
                  </a:lnTo>
                  <a:lnTo>
                    <a:pt x="6017871" y="800554"/>
                  </a:lnTo>
                  <a:lnTo>
                    <a:pt x="6017998" y="800554"/>
                  </a:lnTo>
                  <a:lnTo>
                    <a:pt x="6018124" y="800554"/>
                  </a:lnTo>
                  <a:lnTo>
                    <a:pt x="6018250" y="800554"/>
                  </a:lnTo>
                  <a:lnTo>
                    <a:pt x="6018376" y="800554"/>
                  </a:lnTo>
                  <a:lnTo>
                    <a:pt x="6018503" y="800554"/>
                  </a:lnTo>
                  <a:lnTo>
                    <a:pt x="6018629" y="800554"/>
                  </a:lnTo>
                  <a:lnTo>
                    <a:pt x="6018755" y="800554"/>
                  </a:lnTo>
                  <a:lnTo>
                    <a:pt x="6018881" y="800554"/>
                  </a:lnTo>
                  <a:lnTo>
                    <a:pt x="6019008" y="800554"/>
                  </a:lnTo>
                  <a:lnTo>
                    <a:pt x="6019134" y="800554"/>
                  </a:lnTo>
                  <a:lnTo>
                    <a:pt x="6019260" y="800554"/>
                  </a:lnTo>
                  <a:lnTo>
                    <a:pt x="6019386" y="800554"/>
                  </a:lnTo>
                  <a:lnTo>
                    <a:pt x="6019513" y="800554"/>
                  </a:lnTo>
                  <a:lnTo>
                    <a:pt x="6019639" y="800554"/>
                  </a:lnTo>
                  <a:lnTo>
                    <a:pt x="6019765" y="800554"/>
                  </a:lnTo>
                  <a:lnTo>
                    <a:pt x="6019891" y="800554"/>
                  </a:lnTo>
                  <a:lnTo>
                    <a:pt x="6020018" y="800554"/>
                  </a:lnTo>
                  <a:lnTo>
                    <a:pt x="6020144" y="800554"/>
                  </a:lnTo>
                  <a:lnTo>
                    <a:pt x="6020270" y="800554"/>
                  </a:lnTo>
                  <a:lnTo>
                    <a:pt x="6020396" y="800554"/>
                  </a:lnTo>
                  <a:lnTo>
                    <a:pt x="6020523" y="800554"/>
                  </a:lnTo>
                  <a:lnTo>
                    <a:pt x="6020649" y="800554"/>
                  </a:lnTo>
                  <a:lnTo>
                    <a:pt x="6020775" y="800554"/>
                  </a:lnTo>
                  <a:lnTo>
                    <a:pt x="6020902" y="800554"/>
                  </a:lnTo>
                  <a:lnTo>
                    <a:pt x="6021028" y="800554"/>
                  </a:lnTo>
                  <a:lnTo>
                    <a:pt x="6021154" y="800554"/>
                  </a:lnTo>
                  <a:lnTo>
                    <a:pt x="6021280" y="800554"/>
                  </a:lnTo>
                  <a:lnTo>
                    <a:pt x="6021407" y="800554"/>
                  </a:lnTo>
                  <a:lnTo>
                    <a:pt x="6021533" y="800554"/>
                  </a:lnTo>
                  <a:lnTo>
                    <a:pt x="6021659" y="800554"/>
                  </a:lnTo>
                  <a:lnTo>
                    <a:pt x="6021785" y="800554"/>
                  </a:lnTo>
                  <a:lnTo>
                    <a:pt x="6021912" y="800554"/>
                  </a:lnTo>
                  <a:lnTo>
                    <a:pt x="6022038" y="800554"/>
                  </a:lnTo>
                  <a:lnTo>
                    <a:pt x="6022164" y="800554"/>
                  </a:lnTo>
                  <a:lnTo>
                    <a:pt x="6022290" y="800554"/>
                  </a:lnTo>
                  <a:lnTo>
                    <a:pt x="6022417" y="800554"/>
                  </a:lnTo>
                  <a:lnTo>
                    <a:pt x="6022543" y="800554"/>
                  </a:lnTo>
                  <a:lnTo>
                    <a:pt x="6022669" y="800554"/>
                  </a:lnTo>
                  <a:lnTo>
                    <a:pt x="6022795" y="800554"/>
                  </a:lnTo>
                  <a:lnTo>
                    <a:pt x="6022922" y="800554"/>
                  </a:lnTo>
                  <a:lnTo>
                    <a:pt x="6023048" y="800554"/>
                  </a:lnTo>
                  <a:lnTo>
                    <a:pt x="6023174" y="800554"/>
                  </a:lnTo>
                  <a:lnTo>
                    <a:pt x="6023300" y="800554"/>
                  </a:lnTo>
                  <a:lnTo>
                    <a:pt x="6023427" y="800554"/>
                  </a:lnTo>
                  <a:lnTo>
                    <a:pt x="6023553" y="800554"/>
                  </a:lnTo>
                  <a:lnTo>
                    <a:pt x="6023679" y="800554"/>
                  </a:lnTo>
                  <a:lnTo>
                    <a:pt x="6023805" y="800554"/>
                  </a:lnTo>
                  <a:lnTo>
                    <a:pt x="6023932" y="800554"/>
                  </a:lnTo>
                  <a:lnTo>
                    <a:pt x="6024058" y="800554"/>
                  </a:lnTo>
                  <a:lnTo>
                    <a:pt x="6024184" y="800554"/>
                  </a:lnTo>
                  <a:lnTo>
                    <a:pt x="6024310" y="800554"/>
                  </a:lnTo>
                  <a:lnTo>
                    <a:pt x="6024437" y="800554"/>
                  </a:lnTo>
                  <a:lnTo>
                    <a:pt x="6024563" y="800554"/>
                  </a:lnTo>
                  <a:lnTo>
                    <a:pt x="6024689" y="800554"/>
                  </a:lnTo>
                  <a:lnTo>
                    <a:pt x="6024815" y="800554"/>
                  </a:lnTo>
                  <a:lnTo>
                    <a:pt x="6024942" y="800554"/>
                  </a:lnTo>
                  <a:lnTo>
                    <a:pt x="6025068" y="800554"/>
                  </a:lnTo>
                  <a:lnTo>
                    <a:pt x="6025194" y="800554"/>
                  </a:lnTo>
                  <a:lnTo>
                    <a:pt x="6025320" y="800554"/>
                  </a:lnTo>
                  <a:lnTo>
                    <a:pt x="6025447" y="800554"/>
                  </a:lnTo>
                  <a:lnTo>
                    <a:pt x="6025573" y="800554"/>
                  </a:lnTo>
                  <a:lnTo>
                    <a:pt x="6025699" y="800554"/>
                  </a:lnTo>
                  <a:lnTo>
                    <a:pt x="6025826" y="800554"/>
                  </a:lnTo>
                  <a:lnTo>
                    <a:pt x="6025952" y="800554"/>
                  </a:lnTo>
                  <a:lnTo>
                    <a:pt x="6026078" y="800554"/>
                  </a:lnTo>
                  <a:lnTo>
                    <a:pt x="6026204" y="800554"/>
                  </a:lnTo>
                  <a:lnTo>
                    <a:pt x="6026331" y="800554"/>
                  </a:lnTo>
                  <a:lnTo>
                    <a:pt x="6026457" y="800554"/>
                  </a:lnTo>
                  <a:lnTo>
                    <a:pt x="6026583" y="800554"/>
                  </a:lnTo>
                  <a:lnTo>
                    <a:pt x="6026709" y="800554"/>
                  </a:lnTo>
                  <a:lnTo>
                    <a:pt x="6026836" y="800554"/>
                  </a:lnTo>
                  <a:lnTo>
                    <a:pt x="6026962" y="800554"/>
                  </a:lnTo>
                  <a:lnTo>
                    <a:pt x="6027088" y="800554"/>
                  </a:lnTo>
                  <a:lnTo>
                    <a:pt x="6027214" y="800554"/>
                  </a:lnTo>
                  <a:lnTo>
                    <a:pt x="6027341" y="800554"/>
                  </a:lnTo>
                  <a:lnTo>
                    <a:pt x="6027467" y="800554"/>
                  </a:lnTo>
                  <a:lnTo>
                    <a:pt x="6027593" y="800554"/>
                  </a:lnTo>
                  <a:lnTo>
                    <a:pt x="6027719" y="800554"/>
                  </a:lnTo>
                  <a:lnTo>
                    <a:pt x="6027846" y="800554"/>
                  </a:lnTo>
                  <a:lnTo>
                    <a:pt x="6027972" y="800554"/>
                  </a:lnTo>
                  <a:lnTo>
                    <a:pt x="6028098" y="800554"/>
                  </a:lnTo>
                  <a:lnTo>
                    <a:pt x="6028224" y="800554"/>
                  </a:lnTo>
                  <a:lnTo>
                    <a:pt x="6028351" y="800554"/>
                  </a:lnTo>
                  <a:lnTo>
                    <a:pt x="6028477" y="800554"/>
                  </a:lnTo>
                  <a:lnTo>
                    <a:pt x="6028603" y="800554"/>
                  </a:lnTo>
                  <a:lnTo>
                    <a:pt x="6028729" y="800554"/>
                  </a:lnTo>
                  <a:lnTo>
                    <a:pt x="6028856" y="800554"/>
                  </a:lnTo>
                  <a:lnTo>
                    <a:pt x="6028982" y="800554"/>
                  </a:lnTo>
                  <a:lnTo>
                    <a:pt x="6029108" y="800554"/>
                  </a:lnTo>
                  <a:lnTo>
                    <a:pt x="6029234" y="800554"/>
                  </a:lnTo>
                  <a:lnTo>
                    <a:pt x="6029361" y="800554"/>
                  </a:lnTo>
                  <a:lnTo>
                    <a:pt x="6029487" y="800554"/>
                  </a:lnTo>
                  <a:lnTo>
                    <a:pt x="6029613" y="800554"/>
                  </a:lnTo>
                  <a:lnTo>
                    <a:pt x="6029739" y="800554"/>
                  </a:lnTo>
                  <a:lnTo>
                    <a:pt x="6029866" y="800554"/>
                  </a:lnTo>
                  <a:lnTo>
                    <a:pt x="6029992" y="800554"/>
                  </a:lnTo>
                  <a:lnTo>
                    <a:pt x="6030118" y="800554"/>
                  </a:lnTo>
                  <a:lnTo>
                    <a:pt x="6030244" y="800554"/>
                  </a:lnTo>
                  <a:lnTo>
                    <a:pt x="6030371" y="800554"/>
                  </a:lnTo>
                  <a:lnTo>
                    <a:pt x="6030497" y="800554"/>
                  </a:lnTo>
                  <a:lnTo>
                    <a:pt x="6030623" y="800554"/>
                  </a:lnTo>
                  <a:lnTo>
                    <a:pt x="6030749" y="800554"/>
                  </a:lnTo>
                  <a:lnTo>
                    <a:pt x="6030876" y="800554"/>
                  </a:lnTo>
                  <a:lnTo>
                    <a:pt x="6031002" y="800554"/>
                  </a:lnTo>
                  <a:lnTo>
                    <a:pt x="6031128" y="800554"/>
                  </a:lnTo>
                  <a:lnTo>
                    <a:pt x="6031255" y="800554"/>
                  </a:lnTo>
                  <a:lnTo>
                    <a:pt x="6031255" y="795642"/>
                  </a:lnTo>
                  <a:lnTo>
                    <a:pt x="6031381" y="795642"/>
                  </a:lnTo>
                  <a:lnTo>
                    <a:pt x="6031507" y="795642"/>
                  </a:lnTo>
                  <a:lnTo>
                    <a:pt x="6031633" y="795642"/>
                  </a:lnTo>
                  <a:lnTo>
                    <a:pt x="6031760" y="795642"/>
                  </a:lnTo>
                  <a:lnTo>
                    <a:pt x="6031886" y="795642"/>
                  </a:lnTo>
                  <a:lnTo>
                    <a:pt x="6032012" y="795642"/>
                  </a:lnTo>
                  <a:lnTo>
                    <a:pt x="6032138" y="795642"/>
                  </a:lnTo>
                  <a:lnTo>
                    <a:pt x="6032265" y="795642"/>
                  </a:lnTo>
                  <a:lnTo>
                    <a:pt x="6032391" y="795642"/>
                  </a:lnTo>
                  <a:lnTo>
                    <a:pt x="6032517" y="795642"/>
                  </a:lnTo>
                  <a:lnTo>
                    <a:pt x="6032643" y="795642"/>
                  </a:lnTo>
                  <a:lnTo>
                    <a:pt x="6032770" y="795642"/>
                  </a:lnTo>
                  <a:lnTo>
                    <a:pt x="6032896" y="795642"/>
                  </a:lnTo>
                  <a:lnTo>
                    <a:pt x="6033022" y="795642"/>
                  </a:lnTo>
                  <a:lnTo>
                    <a:pt x="6033148" y="795642"/>
                  </a:lnTo>
                  <a:lnTo>
                    <a:pt x="6033275" y="795642"/>
                  </a:lnTo>
                  <a:lnTo>
                    <a:pt x="6033401" y="795642"/>
                  </a:lnTo>
                  <a:lnTo>
                    <a:pt x="6033527" y="795642"/>
                  </a:lnTo>
                  <a:lnTo>
                    <a:pt x="6033653" y="795642"/>
                  </a:lnTo>
                  <a:lnTo>
                    <a:pt x="6033780" y="795642"/>
                  </a:lnTo>
                  <a:lnTo>
                    <a:pt x="6033906" y="795642"/>
                  </a:lnTo>
                  <a:lnTo>
                    <a:pt x="6034032" y="795642"/>
                  </a:lnTo>
                  <a:lnTo>
                    <a:pt x="6034158" y="795642"/>
                  </a:lnTo>
                  <a:lnTo>
                    <a:pt x="6034285" y="795642"/>
                  </a:lnTo>
                  <a:lnTo>
                    <a:pt x="6034411" y="795642"/>
                  </a:lnTo>
                  <a:lnTo>
                    <a:pt x="6034537" y="795642"/>
                  </a:lnTo>
                  <a:lnTo>
                    <a:pt x="6034663" y="795642"/>
                  </a:lnTo>
                  <a:lnTo>
                    <a:pt x="6034790" y="795642"/>
                  </a:lnTo>
                  <a:lnTo>
                    <a:pt x="6034916" y="795642"/>
                  </a:lnTo>
                  <a:lnTo>
                    <a:pt x="6035042" y="795642"/>
                  </a:lnTo>
                  <a:lnTo>
                    <a:pt x="6035168" y="795642"/>
                  </a:lnTo>
                  <a:lnTo>
                    <a:pt x="6035295" y="795642"/>
                  </a:lnTo>
                  <a:lnTo>
                    <a:pt x="6035421" y="795642"/>
                  </a:lnTo>
                  <a:lnTo>
                    <a:pt x="6035547" y="795642"/>
                  </a:lnTo>
                  <a:lnTo>
                    <a:pt x="6035673" y="795642"/>
                  </a:lnTo>
                  <a:lnTo>
                    <a:pt x="6035800" y="795642"/>
                  </a:lnTo>
                  <a:lnTo>
                    <a:pt x="6035926" y="795642"/>
                  </a:lnTo>
                  <a:lnTo>
                    <a:pt x="6036052" y="795642"/>
                  </a:lnTo>
                  <a:lnTo>
                    <a:pt x="6036179" y="795642"/>
                  </a:lnTo>
                  <a:lnTo>
                    <a:pt x="6036305" y="795642"/>
                  </a:lnTo>
                  <a:lnTo>
                    <a:pt x="6036431" y="795642"/>
                  </a:lnTo>
                  <a:lnTo>
                    <a:pt x="6036557" y="795642"/>
                  </a:lnTo>
                  <a:lnTo>
                    <a:pt x="6036684" y="795642"/>
                  </a:lnTo>
                  <a:lnTo>
                    <a:pt x="6036810" y="795642"/>
                  </a:lnTo>
                  <a:lnTo>
                    <a:pt x="6036936" y="795642"/>
                  </a:lnTo>
                  <a:lnTo>
                    <a:pt x="6037062" y="795642"/>
                  </a:lnTo>
                  <a:lnTo>
                    <a:pt x="6037189" y="795642"/>
                  </a:lnTo>
                  <a:lnTo>
                    <a:pt x="6037315" y="795642"/>
                  </a:lnTo>
                  <a:lnTo>
                    <a:pt x="6037441" y="795642"/>
                  </a:lnTo>
                  <a:lnTo>
                    <a:pt x="6037567" y="795642"/>
                  </a:lnTo>
                  <a:lnTo>
                    <a:pt x="6037694" y="795642"/>
                  </a:lnTo>
                  <a:lnTo>
                    <a:pt x="6037820" y="795642"/>
                  </a:lnTo>
                  <a:lnTo>
                    <a:pt x="6037946" y="795642"/>
                  </a:lnTo>
                  <a:lnTo>
                    <a:pt x="6038072" y="795642"/>
                  </a:lnTo>
                  <a:lnTo>
                    <a:pt x="6038199" y="795642"/>
                  </a:lnTo>
                  <a:lnTo>
                    <a:pt x="6038325" y="795642"/>
                  </a:lnTo>
                  <a:lnTo>
                    <a:pt x="6038451" y="795642"/>
                  </a:lnTo>
                  <a:lnTo>
                    <a:pt x="6038577" y="795642"/>
                  </a:lnTo>
                  <a:lnTo>
                    <a:pt x="6038704" y="795642"/>
                  </a:lnTo>
                  <a:lnTo>
                    <a:pt x="6038830" y="795642"/>
                  </a:lnTo>
                  <a:lnTo>
                    <a:pt x="6038956" y="795642"/>
                  </a:lnTo>
                  <a:lnTo>
                    <a:pt x="6039082" y="795642"/>
                  </a:lnTo>
                  <a:lnTo>
                    <a:pt x="6039209" y="795642"/>
                  </a:lnTo>
                  <a:lnTo>
                    <a:pt x="6039335" y="795642"/>
                  </a:lnTo>
                  <a:lnTo>
                    <a:pt x="6039461" y="795642"/>
                  </a:lnTo>
                  <a:lnTo>
                    <a:pt x="6039587" y="795642"/>
                  </a:lnTo>
                  <a:lnTo>
                    <a:pt x="6039714" y="795642"/>
                  </a:lnTo>
                  <a:lnTo>
                    <a:pt x="6039840" y="795642"/>
                  </a:lnTo>
                  <a:lnTo>
                    <a:pt x="6039966" y="795642"/>
                  </a:lnTo>
                  <a:lnTo>
                    <a:pt x="6040092" y="795642"/>
                  </a:lnTo>
                  <a:lnTo>
                    <a:pt x="6040219" y="795642"/>
                  </a:lnTo>
                  <a:lnTo>
                    <a:pt x="6040345" y="795642"/>
                  </a:lnTo>
                  <a:lnTo>
                    <a:pt x="6040471" y="795642"/>
                  </a:lnTo>
                  <a:lnTo>
                    <a:pt x="6040597" y="795642"/>
                  </a:lnTo>
                  <a:lnTo>
                    <a:pt x="6040724" y="795642"/>
                  </a:lnTo>
                  <a:lnTo>
                    <a:pt x="6040850" y="795642"/>
                  </a:lnTo>
                  <a:lnTo>
                    <a:pt x="6040976" y="795642"/>
                  </a:lnTo>
                  <a:lnTo>
                    <a:pt x="6041102" y="795642"/>
                  </a:lnTo>
                  <a:lnTo>
                    <a:pt x="6041229" y="795642"/>
                  </a:lnTo>
                  <a:lnTo>
                    <a:pt x="6041355" y="795642"/>
                  </a:lnTo>
                  <a:lnTo>
                    <a:pt x="6041481" y="795642"/>
                  </a:lnTo>
                  <a:lnTo>
                    <a:pt x="6041608" y="795642"/>
                  </a:lnTo>
                  <a:lnTo>
                    <a:pt x="6041734" y="795642"/>
                  </a:lnTo>
                  <a:lnTo>
                    <a:pt x="6041860" y="795642"/>
                  </a:lnTo>
                  <a:lnTo>
                    <a:pt x="6041986" y="795642"/>
                  </a:lnTo>
                  <a:lnTo>
                    <a:pt x="6042113" y="795642"/>
                  </a:lnTo>
                  <a:lnTo>
                    <a:pt x="6042239" y="795642"/>
                  </a:lnTo>
                  <a:lnTo>
                    <a:pt x="6042365" y="795642"/>
                  </a:lnTo>
                  <a:lnTo>
                    <a:pt x="6042491" y="795642"/>
                  </a:lnTo>
                  <a:lnTo>
                    <a:pt x="6042618" y="795642"/>
                  </a:lnTo>
                  <a:lnTo>
                    <a:pt x="6042744" y="795642"/>
                  </a:lnTo>
                  <a:lnTo>
                    <a:pt x="6042870" y="795642"/>
                  </a:lnTo>
                  <a:lnTo>
                    <a:pt x="6042996" y="795642"/>
                  </a:lnTo>
                  <a:lnTo>
                    <a:pt x="6043123" y="795642"/>
                  </a:lnTo>
                  <a:lnTo>
                    <a:pt x="6043249" y="795642"/>
                  </a:lnTo>
                  <a:lnTo>
                    <a:pt x="6043375" y="795642"/>
                  </a:lnTo>
                  <a:lnTo>
                    <a:pt x="6043501" y="795642"/>
                  </a:lnTo>
                  <a:lnTo>
                    <a:pt x="6043628" y="795642"/>
                  </a:lnTo>
                  <a:lnTo>
                    <a:pt x="6043754" y="795642"/>
                  </a:lnTo>
                  <a:lnTo>
                    <a:pt x="6043880" y="795642"/>
                  </a:lnTo>
                  <a:lnTo>
                    <a:pt x="6044006" y="795642"/>
                  </a:lnTo>
                  <a:lnTo>
                    <a:pt x="6044133" y="795642"/>
                  </a:lnTo>
                  <a:lnTo>
                    <a:pt x="6044259" y="795642"/>
                  </a:lnTo>
                  <a:lnTo>
                    <a:pt x="6044385" y="795642"/>
                  </a:lnTo>
                  <a:lnTo>
                    <a:pt x="6044511" y="795642"/>
                  </a:lnTo>
                  <a:lnTo>
                    <a:pt x="6044638" y="795642"/>
                  </a:lnTo>
                  <a:lnTo>
                    <a:pt x="6044764" y="795642"/>
                  </a:lnTo>
                  <a:lnTo>
                    <a:pt x="6044890" y="795642"/>
                  </a:lnTo>
                  <a:lnTo>
                    <a:pt x="6045016" y="795642"/>
                  </a:lnTo>
                  <a:lnTo>
                    <a:pt x="6045143" y="795642"/>
                  </a:lnTo>
                  <a:lnTo>
                    <a:pt x="6045269" y="795642"/>
                  </a:lnTo>
                  <a:lnTo>
                    <a:pt x="6045395" y="795642"/>
                  </a:lnTo>
                  <a:lnTo>
                    <a:pt x="6045521" y="795642"/>
                  </a:lnTo>
                  <a:lnTo>
                    <a:pt x="6045648" y="795642"/>
                  </a:lnTo>
                  <a:lnTo>
                    <a:pt x="6045774" y="795642"/>
                  </a:lnTo>
                  <a:lnTo>
                    <a:pt x="6045900" y="795642"/>
                  </a:lnTo>
                  <a:lnTo>
                    <a:pt x="6046026" y="795642"/>
                  </a:lnTo>
                  <a:lnTo>
                    <a:pt x="6046153" y="795642"/>
                  </a:lnTo>
                  <a:lnTo>
                    <a:pt x="6046279" y="795642"/>
                  </a:lnTo>
                  <a:lnTo>
                    <a:pt x="6046405" y="795642"/>
                  </a:lnTo>
                  <a:lnTo>
                    <a:pt x="6046532" y="795642"/>
                  </a:lnTo>
                  <a:lnTo>
                    <a:pt x="6046658" y="795642"/>
                  </a:lnTo>
                  <a:lnTo>
                    <a:pt x="6046784" y="795642"/>
                  </a:lnTo>
                  <a:lnTo>
                    <a:pt x="6046910" y="795642"/>
                  </a:lnTo>
                  <a:lnTo>
                    <a:pt x="6047037" y="795642"/>
                  </a:lnTo>
                  <a:lnTo>
                    <a:pt x="6047163" y="795642"/>
                  </a:lnTo>
                  <a:lnTo>
                    <a:pt x="6047289" y="795642"/>
                  </a:lnTo>
                  <a:lnTo>
                    <a:pt x="6047415" y="795642"/>
                  </a:lnTo>
                  <a:lnTo>
                    <a:pt x="6047542" y="795642"/>
                  </a:lnTo>
                  <a:lnTo>
                    <a:pt x="6047668" y="795642"/>
                  </a:lnTo>
                  <a:lnTo>
                    <a:pt x="6047794" y="795642"/>
                  </a:lnTo>
                  <a:lnTo>
                    <a:pt x="6047920" y="795642"/>
                  </a:lnTo>
                  <a:lnTo>
                    <a:pt x="6048047" y="795642"/>
                  </a:lnTo>
                  <a:lnTo>
                    <a:pt x="6048173" y="795642"/>
                  </a:lnTo>
                  <a:lnTo>
                    <a:pt x="6048299" y="795642"/>
                  </a:lnTo>
                  <a:lnTo>
                    <a:pt x="6048425" y="795642"/>
                  </a:lnTo>
                  <a:lnTo>
                    <a:pt x="6048552" y="795642"/>
                  </a:lnTo>
                  <a:lnTo>
                    <a:pt x="6048678" y="795642"/>
                  </a:lnTo>
                  <a:lnTo>
                    <a:pt x="6048804" y="795642"/>
                  </a:lnTo>
                  <a:lnTo>
                    <a:pt x="6048930" y="795642"/>
                  </a:lnTo>
                  <a:lnTo>
                    <a:pt x="6049057" y="795642"/>
                  </a:lnTo>
                  <a:lnTo>
                    <a:pt x="6049183" y="795642"/>
                  </a:lnTo>
                  <a:lnTo>
                    <a:pt x="6049309" y="795642"/>
                  </a:lnTo>
                  <a:lnTo>
                    <a:pt x="6049435" y="795642"/>
                  </a:lnTo>
                  <a:lnTo>
                    <a:pt x="6049562" y="795642"/>
                  </a:lnTo>
                  <a:lnTo>
                    <a:pt x="6049688" y="795642"/>
                  </a:lnTo>
                  <a:lnTo>
                    <a:pt x="6049814" y="795642"/>
                  </a:lnTo>
                  <a:lnTo>
                    <a:pt x="6049940" y="795642"/>
                  </a:lnTo>
                  <a:lnTo>
                    <a:pt x="6050067" y="795642"/>
                  </a:lnTo>
                  <a:lnTo>
                    <a:pt x="6050193" y="795642"/>
                  </a:lnTo>
                  <a:lnTo>
                    <a:pt x="6050319" y="795642"/>
                  </a:lnTo>
                  <a:lnTo>
                    <a:pt x="6050445" y="795642"/>
                  </a:lnTo>
                  <a:lnTo>
                    <a:pt x="6050572" y="795642"/>
                  </a:lnTo>
                  <a:lnTo>
                    <a:pt x="6050698" y="795642"/>
                  </a:lnTo>
                  <a:lnTo>
                    <a:pt x="6050824" y="795642"/>
                  </a:lnTo>
                  <a:lnTo>
                    <a:pt x="6050950" y="795642"/>
                  </a:lnTo>
                  <a:lnTo>
                    <a:pt x="6051077" y="795642"/>
                  </a:lnTo>
                  <a:lnTo>
                    <a:pt x="6051203" y="795642"/>
                  </a:lnTo>
                  <a:lnTo>
                    <a:pt x="6051329" y="795642"/>
                  </a:lnTo>
                  <a:lnTo>
                    <a:pt x="6051455" y="795642"/>
                  </a:lnTo>
                  <a:lnTo>
                    <a:pt x="6051582" y="795642"/>
                  </a:lnTo>
                  <a:lnTo>
                    <a:pt x="6051708" y="795642"/>
                  </a:lnTo>
                  <a:lnTo>
                    <a:pt x="6051834" y="795642"/>
                  </a:lnTo>
                  <a:lnTo>
                    <a:pt x="6051961" y="795642"/>
                  </a:lnTo>
                  <a:lnTo>
                    <a:pt x="6052087" y="795642"/>
                  </a:lnTo>
                  <a:lnTo>
                    <a:pt x="6052213" y="795642"/>
                  </a:lnTo>
                  <a:lnTo>
                    <a:pt x="6052339" y="795642"/>
                  </a:lnTo>
                  <a:lnTo>
                    <a:pt x="6052466" y="795642"/>
                  </a:lnTo>
                  <a:lnTo>
                    <a:pt x="6052592" y="795642"/>
                  </a:lnTo>
                  <a:lnTo>
                    <a:pt x="6052718" y="795642"/>
                  </a:lnTo>
                  <a:lnTo>
                    <a:pt x="6052844" y="795642"/>
                  </a:lnTo>
                  <a:lnTo>
                    <a:pt x="6052971" y="795642"/>
                  </a:lnTo>
                  <a:lnTo>
                    <a:pt x="6053097" y="795642"/>
                  </a:lnTo>
                  <a:lnTo>
                    <a:pt x="6053223" y="795642"/>
                  </a:lnTo>
                  <a:lnTo>
                    <a:pt x="6053349" y="795642"/>
                  </a:lnTo>
                  <a:lnTo>
                    <a:pt x="6053476" y="795642"/>
                  </a:lnTo>
                  <a:lnTo>
                    <a:pt x="6053602" y="795642"/>
                  </a:lnTo>
                  <a:lnTo>
                    <a:pt x="6053728" y="795642"/>
                  </a:lnTo>
                  <a:lnTo>
                    <a:pt x="6053854" y="795642"/>
                  </a:lnTo>
                  <a:lnTo>
                    <a:pt x="6053981" y="795642"/>
                  </a:lnTo>
                  <a:lnTo>
                    <a:pt x="6054107" y="795642"/>
                  </a:lnTo>
                  <a:lnTo>
                    <a:pt x="6054233" y="795642"/>
                  </a:lnTo>
                  <a:lnTo>
                    <a:pt x="6054359" y="795642"/>
                  </a:lnTo>
                  <a:lnTo>
                    <a:pt x="6054486" y="795642"/>
                  </a:lnTo>
                  <a:lnTo>
                    <a:pt x="6054612" y="795642"/>
                  </a:lnTo>
                  <a:lnTo>
                    <a:pt x="6054738" y="795642"/>
                  </a:lnTo>
                  <a:lnTo>
                    <a:pt x="6054864" y="795642"/>
                  </a:lnTo>
                  <a:lnTo>
                    <a:pt x="6054991" y="795642"/>
                  </a:lnTo>
                  <a:lnTo>
                    <a:pt x="6055117" y="795642"/>
                  </a:lnTo>
                  <a:lnTo>
                    <a:pt x="6055243" y="795642"/>
                  </a:lnTo>
                  <a:lnTo>
                    <a:pt x="6055369" y="795642"/>
                  </a:lnTo>
                  <a:lnTo>
                    <a:pt x="6055496" y="795642"/>
                  </a:lnTo>
                  <a:lnTo>
                    <a:pt x="6055622" y="795642"/>
                  </a:lnTo>
                  <a:lnTo>
                    <a:pt x="6055748" y="795642"/>
                  </a:lnTo>
                  <a:lnTo>
                    <a:pt x="6055874" y="795642"/>
                  </a:lnTo>
                  <a:lnTo>
                    <a:pt x="6056001" y="795642"/>
                  </a:lnTo>
                  <a:lnTo>
                    <a:pt x="6056127" y="795642"/>
                  </a:lnTo>
                  <a:lnTo>
                    <a:pt x="6056253" y="795642"/>
                  </a:lnTo>
                  <a:lnTo>
                    <a:pt x="6056379" y="795642"/>
                  </a:lnTo>
                  <a:lnTo>
                    <a:pt x="6056506" y="795642"/>
                  </a:lnTo>
                  <a:lnTo>
                    <a:pt x="6056632" y="795642"/>
                  </a:lnTo>
                  <a:lnTo>
                    <a:pt x="6056758" y="795642"/>
                  </a:lnTo>
                  <a:lnTo>
                    <a:pt x="6056885" y="795642"/>
                  </a:lnTo>
                  <a:lnTo>
                    <a:pt x="6057011" y="795642"/>
                  </a:lnTo>
                  <a:lnTo>
                    <a:pt x="6057137" y="795642"/>
                  </a:lnTo>
                  <a:lnTo>
                    <a:pt x="6057263" y="795642"/>
                  </a:lnTo>
                  <a:lnTo>
                    <a:pt x="6057390" y="795642"/>
                  </a:lnTo>
                  <a:lnTo>
                    <a:pt x="6057516" y="795642"/>
                  </a:lnTo>
                  <a:lnTo>
                    <a:pt x="6057642" y="795642"/>
                  </a:lnTo>
                  <a:lnTo>
                    <a:pt x="6057768" y="795642"/>
                  </a:lnTo>
                  <a:lnTo>
                    <a:pt x="6057895" y="795642"/>
                  </a:lnTo>
                  <a:lnTo>
                    <a:pt x="6058021" y="795642"/>
                  </a:lnTo>
                  <a:lnTo>
                    <a:pt x="6058147" y="795642"/>
                  </a:lnTo>
                  <a:lnTo>
                    <a:pt x="6058273" y="795642"/>
                  </a:lnTo>
                  <a:lnTo>
                    <a:pt x="6058400" y="795642"/>
                  </a:lnTo>
                  <a:lnTo>
                    <a:pt x="6058526" y="795642"/>
                  </a:lnTo>
                  <a:lnTo>
                    <a:pt x="6058652" y="795642"/>
                  </a:lnTo>
                  <a:lnTo>
                    <a:pt x="6058778" y="795642"/>
                  </a:lnTo>
                  <a:lnTo>
                    <a:pt x="6058905" y="795642"/>
                  </a:lnTo>
                  <a:lnTo>
                    <a:pt x="6059031" y="795642"/>
                  </a:lnTo>
                  <a:lnTo>
                    <a:pt x="6059157" y="795642"/>
                  </a:lnTo>
                  <a:lnTo>
                    <a:pt x="6059283" y="795642"/>
                  </a:lnTo>
                  <a:lnTo>
                    <a:pt x="6059283" y="790731"/>
                  </a:lnTo>
                  <a:lnTo>
                    <a:pt x="6059410" y="790731"/>
                  </a:lnTo>
                  <a:lnTo>
                    <a:pt x="6059536" y="790731"/>
                  </a:lnTo>
                  <a:lnTo>
                    <a:pt x="6059662" y="790731"/>
                  </a:lnTo>
                  <a:lnTo>
                    <a:pt x="6059788" y="790731"/>
                  </a:lnTo>
                  <a:lnTo>
                    <a:pt x="6059915" y="790731"/>
                  </a:lnTo>
                  <a:lnTo>
                    <a:pt x="6060041" y="790731"/>
                  </a:lnTo>
                  <a:lnTo>
                    <a:pt x="6060167" y="790731"/>
                  </a:lnTo>
                  <a:lnTo>
                    <a:pt x="6060293" y="790731"/>
                  </a:lnTo>
                  <a:lnTo>
                    <a:pt x="6060420" y="790731"/>
                  </a:lnTo>
                  <a:lnTo>
                    <a:pt x="6060546" y="790731"/>
                  </a:lnTo>
                  <a:lnTo>
                    <a:pt x="6060672" y="790731"/>
                  </a:lnTo>
                  <a:lnTo>
                    <a:pt x="6060798" y="790731"/>
                  </a:lnTo>
                  <a:lnTo>
                    <a:pt x="6060925" y="790731"/>
                  </a:lnTo>
                  <a:lnTo>
                    <a:pt x="6061051" y="790731"/>
                  </a:lnTo>
                  <a:lnTo>
                    <a:pt x="6061177" y="790731"/>
                  </a:lnTo>
                  <a:lnTo>
                    <a:pt x="6061303" y="790731"/>
                  </a:lnTo>
                  <a:lnTo>
                    <a:pt x="6061430" y="790731"/>
                  </a:lnTo>
                  <a:lnTo>
                    <a:pt x="6061556" y="790731"/>
                  </a:lnTo>
                  <a:lnTo>
                    <a:pt x="6061682" y="790731"/>
                  </a:lnTo>
                  <a:lnTo>
                    <a:pt x="6061809" y="790731"/>
                  </a:lnTo>
                  <a:lnTo>
                    <a:pt x="6061935" y="790731"/>
                  </a:lnTo>
                  <a:lnTo>
                    <a:pt x="6062061" y="790731"/>
                  </a:lnTo>
                  <a:lnTo>
                    <a:pt x="6062187" y="790731"/>
                  </a:lnTo>
                  <a:lnTo>
                    <a:pt x="6062314" y="790731"/>
                  </a:lnTo>
                  <a:lnTo>
                    <a:pt x="6062440" y="790731"/>
                  </a:lnTo>
                  <a:lnTo>
                    <a:pt x="6062566" y="790731"/>
                  </a:lnTo>
                  <a:lnTo>
                    <a:pt x="6062692" y="790731"/>
                  </a:lnTo>
                  <a:lnTo>
                    <a:pt x="6062819" y="790731"/>
                  </a:lnTo>
                  <a:lnTo>
                    <a:pt x="6062945" y="790731"/>
                  </a:lnTo>
                  <a:lnTo>
                    <a:pt x="6063071" y="790731"/>
                  </a:lnTo>
                  <a:lnTo>
                    <a:pt x="6063197" y="790731"/>
                  </a:lnTo>
                  <a:lnTo>
                    <a:pt x="6063324" y="790731"/>
                  </a:lnTo>
                  <a:lnTo>
                    <a:pt x="6063450" y="790731"/>
                  </a:lnTo>
                  <a:lnTo>
                    <a:pt x="6063576" y="790731"/>
                  </a:lnTo>
                  <a:lnTo>
                    <a:pt x="6063702" y="790731"/>
                  </a:lnTo>
                  <a:lnTo>
                    <a:pt x="6063829" y="790731"/>
                  </a:lnTo>
                  <a:lnTo>
                    <a:pt x="6063955" y="790731"/>
                  </a:lnTo>
                  <a:lnTo>
                    <a:pt x="6064081" y="790731"/>
                  </a:lnTo>
                  <a:lnTo>
                    <a:pt x="6064207" y="790731"/>
                  </a:lnTo>
                  <a:lnTo>
                    <a:pt x="6064334" y="790731"/>
                  </a:lnTo>
                  <a:lnTo>
                    <a:pt x="6064460" y="790731"/>
                  </a:lnTo>
                  <a:lnTo>
                    <a:pt x="6064586" y="790731"/>
                  </a:lnTo>
                  <a:lnTo>
                    <a:pt x="6064712" y="790731"/>
                  </a:lnTo>
                  <a:lnTo>
                    <a:pt x="6064839" y="790731"/>
                  </a:lnTo>
                  <a:lnTo>
                    <a:pt x="6064965" y="790731"/>
                  </a:lnTo>
                  <a:lnTo>
                    <a:pt x="6065091" y="790731"/>
                  </a:lnTo>
                  <a:lnTo>
                    <a:pt x="6065217" y="790731"/>
                  </a:lnTo>
                  <a:lnTo>
                    <a:pt x="6065344" y="790731"/>
                  </a:lnTo>
                  <a:lnTo>
                    <a:pt x="6065470" y="790731"/>
                  </a:lnTo>
                  <a:lnTo>
                    <a:pt x="6065596" y="790731"/>
                  </a:lnTo>
                  <a:lnTo>
                    <a:pt x="6065722" y="790731"/>
                  </a:lnTo>
                  <a:lnTo>
                    <a:pt x="6065849" y="790731"/>
                  </a:lnTo>
                  <a:lnTo>
                    <a:pt x="6065975" y="790731"/>
                  </a:lnTo>
                  <a:lnTo>
                    <a:pt x="6066101" y="790731"/>
                  </a:lnTo>
                  <a:lnTo>
                    <a:pt x="6066227" y="790731"/>
                  </a:lnTo>
                  <a:lnTo>
                    <a:pt x="6066354" y="790731"/>
                  </a:lnTo>
                  <a:lnTo>
                    <a:pt x="6066480" y="790731"/>
                  </a:lnTo>
                  <a:lnTo>
                    <a:pt x="6066606" y="790731"/>
                  </a:lnTo>
                  <a:lnTo>
                    <a:pt x="6066732" y="790731"/>
                  </a:lnTo>
                  <a:lnTo>
                    <a:pt x="6066859" y="790731"/>
                  </a:lnTo>
                  <a:lnTo>
                    <a:pt x="6066985" y="790731"/>
                  </a:lnTo>
                  <a:lnTo>
                    <a:pt x="6067111" y="790731"/>
                  </a:lnTo>
                  <a:lnTo>
                    <a:pt x="6067238" y="790731"/>
                  </a:lnTo>
                  <a:lnTo>
                    <a:pt x="6067364" y="790731"/>
                  </a:lnTo>
                  <a:lnTo>
                    <a:pt x="6067490" y="790731"/>
                  </a:lnTo>
                  <a:lnTo>
                    <a:pt x="6067616" y="790731"/>
                  </a:lnTo>
                  <a:lnTo>
                    <a:pt x="6067743" y="790731"/>
                  </a:lnTo>
                  <a:lnTo>
                    <a:pt x="6067869" y="790731"/>
                  </a:lnTo>
                  <a:lnTo>
                    <a:pt x="6067995" y="790731"/>
                  </a:lnTo>
                  <a:lnTo>
                    <a:pt x="6068121" y="790731"/>
                  </a:lnTo>
                  <a:lnTo>
                    <a:pt x="6068248" y="790731"/>
                  </a:lnTo>
                  <a:lnTo>
                    <a:pt x="6068374" y="790731"/>
                  </a:lnTo>
                  <a:lnTo>
                    <a:pt x="6068500" y="790731"/>
                  </a:lnTo>
                  <a:lnTo>
                    <a:pt x="6068626" y="790731"/>
                  </a:lnTo>
                  <a:lnTo>
                    <a:pt x="6068753" y="790731"/>
                  </a:lnTo>
                  <a:lnTo>
                    <a:pt x="6068879" y="790731"/>
                  </a:lnTo>
                  <a:lnTo>
                    <a:pt x="6068879" y="785819"/>
                  </a:lnTo>
                  <a:lnTo>
                    <a:pt x="6069005" y="785819"/>
                  </a:lnTo>
                  <a:lnTo>
                    <a:pt x="6069131" y="785819"/>
                  </a:lnTo>
                  <a:lnTo>
                    <a:pt x="6069258" y="785819"/>
                  </a:lnTo>
                  <a:lnTo>
                    <a:pt x="6069384" y="785819"/>
                  </a:lnTo>
                  <a:lnTo>
                    <a:pt x="6069510" y="785819"/>
                  </a:lnTo>
                  <a:lnTo>
                    <a:pt x="6069636" y="785819"/>
                  </a:lnTo>
                  <a:lnTo>
                    <a:pt x="6069763" y="785819"/>
                  </a:lnTo>
                  <a:lnTo>
                    <a:pt x="6069889" y="785819"/>
                  </a:lnTo>
                  <a:lnTo>
                    <a:pt x="6070015" y="785819"/>
                  </a:lnTo>
                  <a:lnTo>
                    <a:pt x="6070141" y="785819"/>
                  </a:lnTo>
                  <a:lnTo>
                    <a:pt x="6070268" y="785819"/>
                  </a:lnTo>
                  <a:lnTo>
                    <a:pt x="6070394" y="785819"/>
                  </a:lnTo>
                  <a:lnTo>
                    <a:pt x="6070520" y="785819"/>
                  </a:lnTo>
                  <a:lnTo>
                    <a:pt x="6070646" y="785819"/>
                  </a:lnTo>
                  <a:lnTo>
                    <a:pt x="6070773" y="785819"/>
                  </a:lnTo>
                  <a:lnTo>
                    <a:pt x="6070899" y="785819"/>
                  </a:lnTo>
                  <a:lnTo>
                    <a:pt x="6071025" y="785819"/>
                  </a:lnTo>
                  <a:lnTo>
                    <a:pt x="6071151" y="785819"/>
                  </a:lnTo>
                  <a:lnTo>
                    <a:pt x="6071278" y="785819"/>
                  </a:lnTo>
                  <a:lnTo>
                    <a:pt x="6071404" y="785819"/>
                  </a:lnTo>
                  <a:lnTo>
                    <a:pt x="6071530" y="785819"/>
                  </a:lnTo>
                  <a:lnTo>
                    <a:pt x="6071656" y="785819"/>
                  </a:lnTo>
                  <a:lnTo>
                    <a:pt x="6071783" y="785819"/>
                  </a:lnTo>
                  <a:lnTo>
                    <a:pt x="6071909" y="785819"/>
                  </a:lnTo>
                  <a:lnTo>
                    <a:pt x="6072035" y="785819"/>
                  </a:lnTo>
                  <a:lnTo>
                    <a:pt x="6072162" y="785819"/>
                  </a:lnTo>
                  <a:lnTo>
                    <a:pt x="6072288" y="785819"/>
                  </a:lnTo>
                  <a:lnTo>
                    <a:pt x="6072414" y="785819"/>
                  </a:lnTo>
                  <a:lnTo>
                    <a:pt x="6072540" y="785819"/>
                  </a:lnTo>
                  <a:lnTo>
                    <a:pt x="6072667" y="785819"/>
                  </a:lnTo>
                  <a:lnTo>
                    <a:pt x="6072793" y="785819"/>
                  </a:lnTo>
                  <a:lnTo>
                    <a:pt x="6072919" y="785819"/>
                  </a:lnTo>
                  <a:lnTo>
                    <a:pt x="6073045" y="785819"/>
                  </a:lnTo>
                  <a:lnTo>
                    <a:pt x="6073172" y="785819"/>
                  </a:lnTo>
                  <a:lnTo>
                    <a:pt x="6073298" y="785819"/>
                  </a:lnTo>
                  <a:lnTo>
                    <a:pt x="6073424" y="785819"/>
                  </a:lnTo>
                  <a:lnTo>
                    <a:pt x="6073550" y="785819"/>
                  </a:lnTo>
                  <a:lnTo>
                    <a:pt x="6073677" y="785819"/>
                  </a:lnTo>
                  <a:lnTo>
                    <a:pt x="6073803" y="785819"/>
                  </a:lnTo>
                  <a:lnTo>
                    <a:pt x="6073929" y="785819"/>
                  </a:lnTo>
                  <a:lnTo>
                    <a:pt x="6074055" y="785819"/>
                  </a:lnTo>
                  <a:lnTo>
                    <a:pt x="6074182" y="785819"/>
                  </a:lnTo>
                  <a:lnTo>
                    <a:pt x="6074308" y="785819"/>
                  </a:lnTo>
                  <a:lnTo>
                    <a:pt x="6074434" y="785819"/>
                  </a:lnTo>
                  <a:lnTo>
                    <a:pt x="6074560" y="785819"/>
                  </a:lnTo>
                  <a:lnTo>
                    <a:pt x="6074687" y="785819"/>
                  </a:lnTo>
                  <a:lnTo>
                    <a:pt x="6074813" y="785819"/>
                  </a:lnTo>
                  <a:lnTo>
                    <a:pt x="6074939" y="785819"/>
                  </a:lnTo>
                  <a:lnTo>
                    <a:pt x="6075065" y="785819"/>
                  </a:lnTo>
                  <a:lnTo>
                    <a:pt x="6075192" y="785819"/>
                  </a:lnTo>
                  <a:lnTo>
                    <a:pt x="6075318" y="785819"/>
                  </a:lnTo>
                  <a:lnTo>
                    <a:pt x="6075444" y="785819"/>
                  </a:lnTo>
                  <a:lnTo>
                    <a:pt x="6075570" y="785819"/>
                  </a:lnTo>
                  <a:lnTo>
                    <a:pt x="6075697" y="785819"/>
                  </a:lnTo>
                  <a:lnTo>
                    <a:pt x="6075823" y="785819"/>
                  </a:lnTo>
                  <a:lnTo>
                    <a:pt x="6075949" y="785819"/>
                  </a:lnTo>
                  <a:lnTo>
                    <a:pt x="6076075" y="785819"/>
                  </a:lnTo>
                  <a:lnTo>
                    <a:pt x="6076202" y="785819"/>
                  </a:lnTo>
                  <a:lnTo>
                    <a:pt x="6076328" y="785819"/>
                  </a:lnTo>
                  <a:lnTo>
                    <a:pt x="6076454" y="785819"/>
                  </a:lnTo>
                  <a:lnTo>
                    <a:pt x="6076580" y="785819"/>
                  </a:lnTo>
                  <a:lnTo>
                    <a:pt x="6076707" y="785819"/>
                  </a:lnTo>
                  <a:lnTo>
                    <a:pt x="6076833" y="785819"/>
                  </a:lnTo>
                  <a:lnTo>
                    <a:pt x="6076959" y="785819"/>
                  </a:lnTo>
                  <a:lnTo>
                    <a:pt x="6077085" y="785819"/>
                  </a:lnTo>
                  <a:lnTo>
                    <a:pt x="6077212" y="785819"/>
                  </a:lnTo>
                  <a:lnTo>
                    <a:pt x="6077338" y="785819"/>
                  </a:lnTo>
                  <a:lnTo>
                    <a:pt x="6077464" y="785819"/>
                  </a:lnTo>
                  <a:lnTo>
                    <a:pt x="6077591" y="785819"/>
                  </a:lnTo>
                  <a:lnTo>
                    <a:pt x="6077717" y="785819"/>
                  </a:lnTo>
                  <a:lnTo>
                    <a:pt x="6077843" y="785819"/>
                  </a:lnTo>
                  <a:lnTo>
                    <a:pt x="6077969" y="785819"/>
                  </a:lnTo>
                  <a:lnTo>
                    <a:pt x="6078096" y="785819"/>
                  </a:lnTo>
                  <a:lnTo>
                    <a:pt x="6078222" y="785819"/>
                  </a:lnTo>
                  <a:lnTo>
                    <a:pt x="6078348" y="785819"/>
                  </a:lnTo>
                  <a:lnTo>
                    <a:pt x="6078474" y="785819"/>
                  </a:lnTo>
                  <a:lnTo>
                    <a:pt x="6078601" y="785819"/>
                  </a:lnTo>
                  <a:lnTo>
                    <a:pt x="6078727" y="785819"/>
                  </a:lnTo>
                  <a:lnTo>
                    <a:pt x="6078853" y="785819"/>
                  </a:lnTo>
                  <a:lnTo>
                    <a:pt x="6078979" y="785819"/>
                  </a:lnTo>
                  <a:lnTo>
                    <a:pt x="6079106" y="785819"/>
                  </a:lnTo>
                  <a:lnTo>
                    <a:pt x="6079232" y="785819"/>
                  </a:lnTo>
                  <a:lnTo>
                    <a:pt x="6079358" y="785819"/>
                  </a:lnTo>
                  <a:lnTo>
                    <a:pt x="6079484" y="785819"/>
                  </a:lnTo>
                  <a:lnTo>
                    <a:pt x="6079611" y="785819"/>
                  </a:lnTo>
                  <a:lnTo>
                    <a:pt x="6079737" y="785819"/>
                  </a:lnTo>
                  <a:lnTo>
                    <a:pt x="6079863" y="785819"/>
                  </a:lnTo>
                  <a:lnTo>
                    <a:pt x="6079989" y="785819"/>
                  </a:lnTo>
                  <a:lnTo>
                    <a:pt x="6080116" y="785819"/>
                  </a:lnTo>
                  <a:lnTo>
                    <a:pt x="6080242" y="785819"/>
                  </a:lnTo>
                  <a:lnTo>
                    <a:pt x="6080368" y="785819"/>
                  </a:lnTo>
                  <a:lnTo>
                    <a:pt x="6080494" y="785819"/>
                  </a:lnTo>
                  <a:lnTo>
                    <a:pt x="6080621" y="785819"/>
                  </a:lnTo>
                  <a:lnTo>
                    <a:pt x="6080747" y="785819"/>
                  </a:lnTo>
                  <a:lnTo>
                    <a:pt x="6080873" y="785819"/>
                  </a:lnTo>
                  <a:lnTo>
                    <a:pt x="6080999" y="785819"/>
                  </a:lnTo>
                  <a:lnTo>
                    <a:pt x="6081126" y="785819"/>
                  </a:lnTo>
                  <a:lnTo>
                    <a:pt x="6081252" y="785819"/>
                  </a:lnTo>
                  <a:lnTo>
                    <a:pt x="6081378" y="785819"/>
                  </a:lnTo>
                  <a:lnTo>
                    <a:pt x="6081504" y="785819"/>
                  </a:lnTo>
                  <a:lnTo>
                    <a:pt x="6081631" y="785819"/>
                  </a:lnTo>
                  <a:lnTo>
                    <a:pt x="6081757" y="785819"/>
                  </a:lnTo>
                  <a:lnTo>
                    <a:pt x="6081883" y="785819"/>
                  </a:lnTo>
                  <a:lnTo>
                    <a:pt x="6082009" y="785819"/>
                  </a:lnTo>
                  <a:lnTo>
                    <a:pt x="6082136" y="785819"/>
                  </a:lnTo>
                  <a:lnTo>
                    <a:pt x="6082262" y="785819"/>
                  </a:lnTo>
                  <a:lnTo>
                    <a:pt x="6082388" y="785819"/>
                  </a:lnTo>
                  <a:lnTo>
                    <a:pt x="6082515" y="785819"/>
                  </a:lnTo>
                  <a:lnTo>
                    <a:pt x="6082641" y="785819"/>
                  </a:lnTo>
                  <a:lnTo>
                    <a:pt x="6082767" y="785819"/>
                  </a:lnTo>
                  <a:lnTo>
                    <a:pt x="6082893" y="785819"/>
                  </a:lnTo>
                  <a:lnTo>
                    <a:pt x="6083020" y="785819"/>
                  </a:lnTo>
                  <a:lnTo>
                    <a:pt x="6083020" y="780908"/>
                  </a:lnTo>
                  <a:lnTo>
                    <a:pt x="6083146" y="780908"/>
                  </a:lnTo>
                  <a:lnTo>
                    <a:pt x="6083272" y="780908"/>
                  </a:lnTo>
                  <a:lnTo>
                    <a:pt x="6083398" y="780908"/>
                  </a:lnTo>
                  <a:lnTo>
                    <a:pt x="6083525" y="780908"/>
                  </a:lnTo>
                  <a:lnTo>
                    <a:pt x="6083651" y="780908"/>
                  </a:lnTo>
                  <a:lnTo>
                    <a:pt x="6083777" y="780908"/>
                  </a:lnTo>
                  <a:lnTo>
                    <a:pt x="6083903" y="780908"/>
                  </a:lnTo>
                  <a:lnTo>
                    <a:pt x="6084030" y="780908"/>
                  </a:lnTo>
                  <a:lnTo>
                    <a:pt x="6084156" y="780908"/>
                  </a:lnTo>
                  <a:lnTo>
                    <a:pt x="6084282" y="780908"/>
                  </a:lnTo>
                  <a:lnTo>
                    <a:pt x="6084408" y="780908"/>
                  </a:lnTo>
                  <a:lnTo>
                    <a:pt x="6084535" y="780908"/>
                  </a:lnTo>
                  <a:lnTo>
                    <a:pt x="6084661" y="780908"/>
                  </a:lnTo>
                  <a:lnTo>
                    <a:pt x="6084787" y="780908"/>
                  </a:lnTo>
                  <a:lnTo>
                    <a:pt x="6084913" y="780908"/>
                  </a:lnTo>
                  <a:lnTo>
                    <a:pt x="6085040" y="780908"/>
                  </a:lnTo>
                  <a:lnTo>
                    <a:pt x="6085166" y="780908"/>
                  </a:lnTo>
                  <a:lnTo>
                    <a:pt x="6085292" y="780908"/>
                  </a:lnTo>
                  <a:lnTo>
                    <a:pt x="6085418" y="780908"/>
                  </a:lnTo>
                  <a:lnTo>
                    <a:pt x="6085545" y="780908"/>
                  </a:lnTo>
                  <a:lnTo>
                    <a:pt x="6085671" y="780908"/>
                  </a:lnTo>
                  <a:lnTo>
                    <a:pt x="6085797" y="780908"/>
                  </a:lnTo>
                  <a:lnTo>
                    <a:pt x="6085923" y="780908"/>
                  </a:lnTo>
                  <a:lnTo>
                    <a:pt x="6086050" y="780908"/>
                  </a:lnTo>
                  <a:lnTo>
                    <a:pt x="6086176" y="780908"/>
                  </a:lnTo>
                  <a:lnTo>
                    <a:pt x="6086302" y="780908"/>
                  </a:lnTo>
                  <a:lnTo>
                    <a:pt x="6086428" y="780908"/>
                  </a:lnTo>
                  <a:lnTo>
                    <a:pt x="6086555" y="780908"/>
                  </a:lnTo>
                  <a:lnTo>
                    <a:pt x="6086681" y="780908"/>
                  </a:lnTo>
                  <a:lnTo>
                    <a:pt x="6086807" y="780908"/>
                  </a:lnTo>
                  <a:lnTo>
                    <a:pt x="6086933" y="780908"/>
                  </a:lnTo>
                  <a:lnTo>
                    <a:pt x="6087060" y="780908"/>
                  </a:lnTo>
                  <a:lnTo>
                    <a:pt x="6087186" y="780908"/>
                  </a:lnTo>
                  <a:lnTo>
                    <a:pt x="6087312" y="780908"/>
                  </a:lnTo>
                  <a:lnTo>
                    <a:pt x="6087438" y="780908"/>
                  </a:lnTo>
                  <a:lnTo>
                    <a:pt x="6087565" y="780908"/>
                  </a:lnTo>
                  <a:lnTo>
                    <a:pt x="6087691" y="780908"/>
                  </a:lnTo>
                  <a:lnTo>
                    <a:pt x="6087817" y="780908"/>
                  </a:lnTo>
                  <a:lnTo>
                    <a:pt x="6087944" y="780908"/>
                  </a:lnTo>
                  <a:lnTo>
                    <a:pt x="6088070" y="780908"/>
                  </a:lnTo>
                  <a:lnTo>
                    <a:pt x="6088196" y="780908"/>
                  </a:lnTo>
                  <a:lnTo>
                    <a:pt x="6088322" y="780908"/>
                  </a:lnTo>
                  <a:lnTo>
                    <a:pt x="6088449" y="780908"/>
                  </a:lnTo>
                  <a:lnTo>
                    <a:pt x="6088575" y="780908"/>
                  </a:lnTo>
                  <a:lnTo>
                    <a:pt x="6088701" y="780908"/>
                  </a:lnTo>
                  <a:lnTo>
                    <a:pt x="6088827" y="780908"/>
                  </a:lnTo>
                  <a:lnTo>
                    <a:pt x="6088954" y="780908"/>
                  </a:lnTo>
                  <a:lnTo>
                    <a:pt x="6089080" y="780908"/>
                  </a:lnTo>
                  <a:lnTo>
                    <a:pt x="6089206" y="780908"/>
                  </a:lnTo>
                  <a:lnTo>
                    <a:pt x="6089206" y="775997"/>
                  </a:lnTo>
                  <a:lnTo>
                    <a:pt x="6089332" y="775997"/>
                  </a:lnTo>
                  <a:lnTo>
                    <a:pt x="6089459" y="775997"/>
                  </a:lnTo>
                  <a:lnTo>
                    <a:pt x="6089585" y="775997"/>
                  </a:lnTo>
                  <a:lnTo>
                    <a:pt x="6089711" y="775997"/>
                  </a:lnTo>
                  <a:lnTo>
                    <a:pt x="6089837" y="775997"/>
                  </a:lnTo>
                  <a:lnTo>
                    <a:pt x="6089964" y="775997"/>
                  </a:lnTo>
                  <a:lnTo>
                    <a:pt x="6090090" y="775997"/>
                  </a:lnTo>
                  <a:lnTo>
                    <a:pt x="6090216" y="775997"/>
                  </a:lnTo>
                  <a:lnTo>
                    <a:pt x="6090342" y="775997"/>
                  </a:lnTo>
                  <a:lnTo>
                    <a:pt x="6090469" y="775997"/>
                  </a:lnTo>
                  <a:lnTo>
                    <a:pt x="6090595" y="775997"/>
                  </a:lnTo>
                  <a:lnTo>
                    <a:pt x="6090721" y="775997"/>
                  </a:lnTo>
                  <a:lnTo>
                    <a:pt x="6090847" y="775997"/>
                  </a:lnTo>
                  <a:lnTo>
                    <a:pt x="6090974" y="775997"/>
                  </a:lnTo>
                  <a:lnTo>
                    <a:pt x="6091100" y="775997"/>
                  </a:lnTo>
                  <a:lnTo>
                    <a:pt x="6091226" y="775997"/>
                  </a:lnTo>
                  <a:lnTo>
                    <a:pt x="6091352" y="775997"/>
                  </a:lnTo>
                  <a:lnTo>
                    <a:pt x="6091479" y="775997"/>
                  </a:lnTo>
                  <a:lnTo>
                    <a:pt x="6091605" y="775997"/>
                  </a:lnTo>
                  <a:lnTo>
                    <a:pt x="6091731" y="775997"/>
                  </a:lnTo>
                  <a:lnTo>
                    <a:pt x="6091857" y="775997"/>
                  </a:lnTo>
                  <a:lnTo>
                    <a:pt x="6091984" y="775997"/>
                  </a:lnTo>
                  <a:lnTo>
                    <a:pt x="6092110" y="775997"/>
                  </a:lnTo>
                  <a:lnTo>
                    <a:pt x="6092236" y="775997"/>
                  </a:lnTo>
                  <a:lnTo>
                    <a:pt x="6092362" y="775997"/>
                  </a:lnTo>
                  <a:lnTo>
                    <a:pt x="6092489" y="775997"/>
                  </a:lnTo>
                  <a:lnTo>
                    <a:pt x="6092615" y="775997"/>
                  </a:lnTo>
                  <a:lnTo>
                    <a:pt x="6092615" y="771085"/>
                  </a:lnTo>
                  <a:lnTo>
                    <a:pt x="6092741" y="771085"/>
                  </a:lnTo>
                  <a:lnTo>
                    <a:pt x="6092868" y="771085"/>
                  </a:lnTo>
                  <a:lnTo>
                    <a:pt x="6092994" y="771085"/>
                  </a:lnTo>
                  <a:lnTo>
                    <a:pt x="6093120" y="771085"/>
                  </a:lnTo>
                  <a:lnTo>
                    <a:pt x="6093246" y="771085"/>
                  </a:lnTo>
                  <a:lnTo>
                    <a:pt x="6093373" y="771085"/>
                  </a:lnTo>
                  <a:lnTo>
                    <a:pt x="6093499" y="771085"/>
                  </a:lnTo>
                  <a:lnTo>
                    <a:pt x="6093625" y="771085"/>
                  </a:lnTo>
                  <a:lnTo>
                    <a:pt x="6093751" y="771085"/>
                  </a:lnTo>
                  <a:lnTo>
                    <a:pt x="6093878" y="771085"/>
                  </a:lnTo>
                  <a:lnTo>
                    <a:pt x="6094004" y="771085"/>
                  </a:lnTo>
                  <a:lnTo>
                    <a:pt x="6094130" y="771085"/>
                  </a:lnTo>
                  <a:lnTo>
                    <a:pt x="6094256" y="771085"/>
                  </a:lnTo>
                  <a:lnTo>
                    <a:pt x="6094383" y="771085"/>
                  </a:lnTo>
                  <a:lnTo>
                    <a:pt x="6094509" y="771085"/>
                  </a:lnTo>
                  <a:lnTo>
                    <a:pt x="6094635" y="771085"/>
                  </a:lnTo>
                  <a:lnTo>
                    <a:pt x="6094761" y="771085"/>
                  </a:lnTo>
                  <a:lnTo>
                    <a:pt x="6094888" y="771085"/>
                  </a:lnTo>
                  <a:lnTo>
                    <a:pt x="6095014" y="771085"/>
                  </a:lnTo>
                  <a:lnTo>
                    <a:pt x="6095140" y="771085"/>
                  </a:lnTo>
                  <a:lnTo>
                    <a:pt x="6095266" y="771085"/>
                  </a:lnTo>
                  <a:lnTo>
                    <a:pt x="6095393" y="771085"/>
                  </a:lnTo>
                  <a:lnTo>
                    <a:pt x="6095519" y="771085"/>
                  </a:lnTo>
                  <a:lnTo>
                    <a:pt x="6095645" y="771085"/>
                  </a:lnTo>
                  <a:lnTo>
                    <a:pt x="6095771" y="771085"/>
                  </a:lnTo>
                  <a:lnTo>
                    <a:pt x="6095898" y="771085"/>
                  </a:lnTo>
                  <a:lnTo>
                    <a:pt x="6096024" y="771085"/>
                  </a:lnTo>
                  <a:lnTo>
                    <a:pt x="6096150" y="771085"/>
                  </a:lnTo>
                  <a:lnTo>
                    <a:pt x="6096276" y="771085"/>
                  </a:lnTo>
                  <a:lnTo>
                    <a:pt x="6096403" y="771085"/>
                  </a:lnTo>
                  <a:lnTo>
                    <a:pt x="6096529" y="771085"/>
                  </a:lnTo>
                  <a:lnTo>
                    <a:pt x="6096655" y="771085"/>
                  </a:lnTo>
                  <a:lnTo>
                    <a:pt x="6096781" y="771085"/>
                  </a:lnTo>
                  <a:lnTo>
                    <a:pt x="6096908" y="771085"/>
                  </a:lnTo>
                  <a:lnTo>
                    <a:pt x="6097034" y="771085"/>
                  </a:lnTo>
                  <a:lnTo>
                    <a:pt x="6097160" y="771085"/>
                  </a:lnTo>
                  <a:lnTo>
                    <a:pt x="6097286" y="771085"/>
                  </a:lnTo>
                  <a:lnTo>
                    <a:pt x="6097413" y="771085"/>
                  </a:lnTo>
                  <a:lnTo>
                    <a:pt x="6097539" y="771085"/>
                  </a:lnTo>
                  <a:lnTo>
                    <a:pt x="6097665" y="771085"/>
                  </a:lnTo>
                  <a:lnTo>
                    <a:pt x="6097791" y="771085"/>
                  </a:lnTo>
                  <a:lnTo>
                    <a:pt x="6097918" y="771085"/>
                  </a:lnTo>
                  <a:lnTo>
                    <a:pt x="6098044" y="771085"/>
                  </a:lnTo>
                  <a:lnTo>
                    <a:pt x="6098170" y="771085"/>
                  </a:lnTo>
                  <a:lnTo>
                    <a:pt x="6098297" y="771085"/>
                  </a:lnTo>
                  <a:lnTo>
                    <a:pt x="6098423" y="771085"/>
                  </a:lnTo>
                  <a:lnTo>
                    <a:pt x="6098549" y="771085"/>
                  </a:lnTo>
                  <a:lnTo>
                    <a:pt x="6098675" y="771085"/>
                  </a:lnTo>
                  <a:lnTo>
                    <a:pt x="6098802" y="771085"/>
                  </a:lnTo>
                  <a:lnTo>
                    <a:pt x="6098928" y="771085"/>
                  </a:lnTo>
                  <a:lnTo>
                    <a:pt x="6099054" y="771085"/>
                  </a:lnTo>
                  <a:lnTo>
                    <a:pt x="6099180" y="771085"/>
                  </a:lnTo>
                  <a:lnTo>
                    <a:pt x="6099307" y="771085"/>
                  </a:lnTo>
                  <a:lnTo>
                    <a:pt x="6099307" y="766174"/>
                  </a:lnTo>
                  <a:lnTo>
                    <a:pt x="6099433" y="766174"/>
                  </a:lnTo>
                  <a:lnTo>
                    <a:pt x="6099559" y="766174"/>
                  </a:lnTo>
                  <a:lnTo>
                    <a:pt x="6099685" y="766174"/>
                  </a:lnTo>
                  <a:lnTo>
                    <a:pt x="6099812" y="766174"/>
                  </a:lnTo>
                  <a:lnTo>
                    <a:pt x="6099938" y="766174"/>
                  </a:lnTo>
                  <a:lnTo>
                    <a:pt x="6100064" y="766174"/>
                  </a:lnTo>
                  <a:lnTo>
                    <a:pt x="6100190" y="766174"/>
                  </a:lnTo>
                  <a:lnTo>
                    <a:pt x="6100317" y="766174"/>
                  </a:lnTo>
                  <a:lnTo>
                    <a:pt x="6100443" y="766174"/>
                  </a:lnTo>
                  <a:lnTo>
                    <a:pt x="6100569" y="766174"/>
                  </a:lnTo>
                  <a:lnTo>
                    <a:pt x="6100695" y="766174"/>
                  </a:lnTo>
                  <a:lnTo>
                    <a:pt x="6100822" y="766174"/>
                  </a:lnTo>
                  <a:lnTo>
                    <a:pt x="6100948" y="766174"/>
                  </a:lnTo>
                  <a:lnTo>
                    <a:pt x="6101074" y="766174"/>
                  </a:lnTo>
                  <a:lnTo>
                    <a:pt x="6101200" y="766174"/>
                  </a:lnTo>
                  <a:lnTo>
                    <a:pt x="6101327" y="766174"/>
                  </a:lnTo>
                  <a:lnTo>
                    <a:pt x="6101453" y="766174"/>
                  </a:lnTo>
                  <a:lnTo>
                    <a:pt x="6101579" y="766174"/>
                  </a:lnTo>
                  <a:lnTo>
                    <a:pt x="6101705" y="766174"/>
                  </a:lnTo>
                  <a:lnTo>
                    <a:pt x="6101832" y="766174"/>
                  </a:lnTo>
                  <a:lnTo>
                    <a:pt x="6101958" y="766174"/>
                  </a:lnTo>
                  <a:lnTo>
                    <a:pt x="6102084" y="766174"/>
                  </a:lnTo>
                  <a:lnTo>
                    <a:pt x="6102210" y="766174"/>
                  </a:lnTo>
                  <a:lnTo>
                    <a:pt x="6102337" y="766174"/>
                  </a:lnTo>
                  <a:lnTo>
                    <a:pt x="6102463" y="766174"/>
                  </a:lnTo>
                  <a:lnTo>
                    <a:pt x="6102589" y="766174"/>
                  </a:lnTo>
                  <a:lnTo>
                    <a:pt x="6102715" y="766174"/>
                  </a:lnTo>
                  <a:lnTo>
                    <a:pt x="6102842" y="766174"/>
                  </a:lnTo>
                  <a:lnTo>
                    <a:pt x="6102968" y="766174"/>
                  </a:lnTo>
                  <a:lnTo>
                    <a:pt x="6103094" y="766174"/>
                  </a:lnTo>
                  <a:lnTo>
                    <a:pt x="6103221" y="766174"/>
                  </a:lnTo>
                  <a:lnTo>
                    <a:pt x="6103347" y="766174"/>
                  </a:lnTo>
                  <a:lnTo>
                    <a:pt x="6103473" y="766174"/>
                  </a:lnTo>
                  <a:lnTo>
                    <a:pt x="6103599" y="766174"/>
                  </a:lnTo>
                  <a:lnTo>
                    <a:pt x="6103726" y="766174"/>
                  </a:lnTo>
                  <a:lnTo>
                    <a:pt x="6103852" y="766174"/>
                  </a:lnTo>
                  <a:lnTo>
                    <a:pt x="6103978" y="766174"/>
                  </a:lnTo>
                  <a:lnTo>
                    <a:pt x="6104104" y="766174"/>
                  </a:lnTo>
                  <a:lnTo>
                    <a:pt x="6104231" y="766174"/>
                  </a:lnTo>
                  <a:lnTo>
                    <a:pt x="6104357" y="766174"/>
                  </a:lnTo>
                  <a:lnTo>
                    <a:pt x="6104483" y="766174"/>
                  </a:lnTo>
                  <a:lnTo>
                    <a:pt x="6104609" y="766174"/>
                  </a:lnTo>
                  <a:lnTo>
                    <a:pt x="6104736" y="766174"/>
                  </a:lnTo>
                  <a:lnTo>
                    <a:pt x="6104736" y="761263"/>
                  </a:lnTo>
                  <a:lnTo>
                    <a:pt x="6104862" y="761263"/>
                  </a:lnTo>
                  <a:lnTo>
                    <a:pt x="6104988" y="761263"/>
                  </a:lnTo>
                  <a:lnTo>
                    <a:pt x="6105114" y="761263"/>
                  </a:lnTo>
                  <a:lnTo>
                    <a:pt x="6105241" y="761263"/>
                  </a:lnTo>
                  <a:lnTo>
                    <a:pt x="6105367" y="761263"/>
                  </a:lnTo>
                  <a:lnTo>
                    <a:pt x="6105493" y="761263"/>
                  </a:lnTo>
                  <a:lnTo>
                    <a:pt x="6105619" y="761263"/>
                  </a:lnTo>
                  <a:lnTo>
                    <a:pt x="6105746" y="761263"/>
                  </a:lnTo>
                  <a:lnTo>
                    <a:pt x="6105872" y="761263"/>
                  </a:lnTo>
                  <a:lnTo>
                    <a:pt x="6105998" y="761263"/>
                  </a:lnTo>
                  <a:lnTo>
                    <a:pt x="6106124" y="761263"/>
                  </a:lnTo>
                  <a:lnTo>
                    <a:pt x="6106251" y="761263"/>
                  </a:lnTo>
                  <a:lnTo>
                    <a:pt x="6106377" y="761263"/>
                  </a:lnTo>
                  <a:lnTo>
                    <a:pt x="6106503" y="761263"/>
                  </a:lnTo>
                  <a:lnTo>
                    <a:pt x="6106629" y="761263"/>
                  </a:lnTo>
                  <a:lnTo>
                    <a:pt x="6106756" y="761263"/>
                  </a:lnTo>
                  <a:lnTo>
                    <a:pt x="6106882" y="761263"/>
                  </a:lnTo>
                  <a:lnTo>
                    <a:pt x="6107008" y="761263"/>
                  </a:lnTo>
                  <a:lnTo>
                    <a:pt x="6107134" y="761263"/>
                  </a:lnTo>
                  <a:lnTo>
                    <a:pt x="6107261" y="761263"/>
                  </a:lnTo>
                  <a:lnTo>
                    <a:pt x="6107387" y="761263"/>
                  </a:lnTo>
                  <a:lnTo>
                    <a:pt x="6107513" y="761263"/>
                  </a:lnTo>
                  <a:lnTo>
                    <a:pt x="6107639" y="761263"/>
                  </a:lnTo>
                  <a:lnTo>
                    <a:pt x="6107766" y="761263"/>
                  </a:lnTo>
                  <a:lnTo>
                    <a:pt x="6107892" y="761263"/>
                  </a:lnTo>
                  <a:lnTo>
                    <a:pt x="6108018" y="761263"/>
                  </a:lnTo>
                  <a:lnTo>
                    <a:pt x="6108144" y="761263"/>
                  </a:lnTo>
                  <a:lnTo>
                    <a:pt x="6108271" y="761263"/>
                  </a:lnTo>
                  <a:lnTo>
                    <a:pt x="6108397" y="761263"/>
                  </a:lnTo>
                  <a:lnTo>
                    <a:pt x="6108523" y="761263"/>
                  </a:lnTo>
                  <a:lnTo>
                    <a:pt x="6108650" y="761263"/>
                  </a:lnTo>
                  <a:lnTo>
                    <a:pt x="6108776" y="761263"/>
                  </a:lnTo>
                  <a:lnTo>
                    <a:pt x="6108902" y="761263"/>
                  </a:lnTo>
                  <a:lnTo>
                    <a:pt x="6109028" y="761263"/>
                  </a:lnTo>
                  <a:lnTo>
                    <a:pt x="6109155" y="761263"/>
                  </a:lnTo>
                  <a:lnTo>
                    <a:pt x="6109281" y="761263"/>
                  </a:lnTo>
                  <a:lnTo>
                    <a:pt x="6109407" y="761263"/>
                  </a:lnTo>
                  <a:lnTo>
                    <a:pt x="6109533" y="761263"/>
                  </a:lnTo>
                  <a:lnTo>
                    <a:pt x="6109660" y="761263"/>
                  </a:lnTo>
                  <a:lnTo>
                    <a:pt x="6109786" y="761263"/>
                  </a:lnTo>
                  <a:lnTo>
                    <a:pt x="6109912" y="761263"/>
                  </a:lnTo>
                  <a:lnTo>
                    <a:pt x="6110038" y="761263"/>
                  </a:lnTo>
                  <a:lnTo>
                    <a:pt x="6110165" y="761263"/>
                  </a:lnTo>
                  <a:lnTo>
                    <a:pt x="6110291" y="761263"/>
                  </a:lnTo>
                  <a:lnTo>
                    <a:pt x="6110417" y="761263"/>
                  </a:lnTo>
                  <a:lnTo>
                    <a:pt x="6110543" y="761263"/>
                  </a:lnTo>
                  <a:lnTo>
                    <a:pt x="6110670" y="761263"/>
                  </a:lnTo>
                  <a:lnTo>
                    <a:pt x="6110796" y="761263"/>
                  </a:lnTo>
                  <a:lnTo>
                    <a:pt x="6110922" y="761263"/>
                  </a:lnTo>
                  <a:lnTo>
                    <a:pt x="6111048" y="761263"/>
                  </a:lnTo>
                  <a:lnTo>
                    <a:pt x="6111175" y="761263"/>
                  </a:lnTo>
                  <a:lnTo>
                    <a:pt x="6111301" y="761263"/>
                  </a:lnTo>
                  <a:lnTo>
                    <a:pt x="6111427" y="761263"/>
                  </a:lnTo>
                  <a:lnTo>
                    <a:pt x="6111553" y="761263"/>
                  </a:lnTo>
                  <a:lnTo>
                    <a:pt x="6111680" y="761263"/>
                  </a:lnTo>
                  <a:lnTo>
                    <a:pt x="6111806" y="761263"/>
                  </a:lnTo>
                  <a:lnTo>
                    <a:pt x="6111932" y="761263"/>
                  </a:lnTo>
                  <a:lnTo>
                    <a:pt x="6112058" y="761263"/>
                  </a:lnTo>
                  <a:lnTo>
                    <a:pt x="6112185" y="761263"/>
                  </a:lnTo>
                  <a:lnTo>
                    <a:pt x="6112311" y="761263"/>
                  </a:lnTo>
                  <a:lnTo>
                    <a:pt x="6112437" y="761263"/>
                  </a:lnTo>
                  <a:lnTo>
                    <a:pt x="6112563" y="761263"/>
                  </a:lnTo>
                  <a:lnTo>
                    <a:pt x="6112690" y="761263"/>
                  </a:lnTo>
                  <a:lnTo>
                    <a:pt x="6112816" y="761263"/>
                  </a:lnTo>
                  <a:lnTo>
                    <a:pt x="6112942" y="761263"/>
                  </a:lnTo>
                  <a:lnTo>
                    <a:pt x="6113068" y="761263"/>
                  </a:lnTo>
                  <a:lnTo>
                    <a:pt x="6113195" y="761263"/>
                  </a:lnTo>
                  <a:lnTo>
                    <a:pt x="6113321" y="761263"/>
                  </a:lnTo>
                  <a:lnTo>
                    <a:pt x="6113447" y="761263"/>
                  </a:lnTo>
                  <a:lnTo>
                    <a:pt x="6113574" y="761263"/>
                  </a:lnTo>
                  <a:lnTo>
                    <a:pt x="6113700" y="761263"/>
                  </a:lnTo>
                  <a:lnTo>
                    <a:pt x="6113826" y="761263"/>
                  </a:lnTo>
                  <a:lnTo>
                    <a:pt x="6113952" y="761263"/>
                  </a:lnTo>
                  <a:lnTo>
                    <a:pt x="6114079" y="761263"/>
                  </a:lnTo>
                  <a:lnTo>
                    <a:pt x="6114205" y="761263"/>
                  </a:lnTo>
                  <a:lnTo>
                    <a:pt x="6114331" y="761263"/>
                  </a:lnTo>
                  <a:lnTo>
                    <a:pt x="6114457" y="761263"/>
                  </a:lnTo>
                  <a:lnTo>
                    <a:pt x="6114584" y="761263"/>
                  </a:lnTo>
                  <a:lnTo>
                    <a:pt x="6114710" y="761263"/>
                  </a:lnTo>
                  <a:lnTo>
                    <a:pt x="6114836" y="761263"/>
                  </a:lnTo>
                  <a:lnTo>
                    <a:pt x="6114962" y="761263"/>
                  </a:lnTo>
                  <a:lnTo>
                    <a:pt x="6115089" y="761263"/>
                  </a:lnTo>
                  <a:lnTo>
                    <a:pt x="6115215" y="761263"/>
                  </a:lnTo>
                  <a:lnTo>
                    <a:pt x="6115341" y="761263"/>
                  </a:lnTo>
                  <a:lnTo>
                    <a:pt x="6115467" y="761263"/>
                  </a:lnTo>
                  <a:lnTo>
                    <a:pt x="6115594" y="761263"/>
                  </a:lnTo>
                  <a:lnTo>
                    <a:pt x="6115720" y="761263"/>
                  </a:lnTo>
                  <a:lnTo>
                    <a:pt x="6115846" y="761263"/>
                  </a:lnTo>
                  <a:lnTo>
                    <a:pt x="6115972" y="761263"/>
                  </a:lnTo>
                  <a:lnTo>
                    <a:pt x="6116099" y="761263"/>
                  </a:lnTo>
                  <a:lnTo>
                    <a:pt x="6116225" y="761263"/>
                  </a:lnTo>
                  <a:lnTo>
                    <a:pt x="6116351" y="761263"/>
                  </a:lnTo>
                  <a:lnTo>
                    <a:pt x="6116477" y="761263"/>
                  </a:lnTo>
                  <a:lnTo>
                    <a:pt x="6116604" y="761263"/>
                  </a:lnTo>
                  <a:lnTo>
                    <a:pt x="6116730" y="761263"/>
                  </a:lnTo>
                  <a:lnTo>
                    <a:pt x="6116856" y="761263"/>
                  </a:lnTo>
                  <a:lnTo>
                    <a:pt x="6116982" y="761263"/>
                  </a:lnTo>
                  <a:lnTo>
                    <a:pt x="6117109" y="761263"/>
                  </a:lnTo>
                  <a:lnTo>
                    <a:pt x="6117235" y="761263"/>
                  </a:lnTo>
                  <a:lnTo>
                    <a:pt x="6117361" y="761263"/>
                  </a:lnTo>
                  <a:lnTo>
                    <a:pt x="6117487" y="761263"/>
                  </a:lnTo>
                  <a:lnTo>
                    <a:pt x="6117614" y="761263"/>
                  </a:lnTo>
                  <a:lnTo>
                    <a:pt x="6117740" y="761263"/>
                  </a:lnTo>
                  <a:lnTo>
                    <a:pt x="6117866" y="761263"/>
                  </a:lnTo>
                  <a:lnTo>
                    <a:pt x="6117992" y="761263"/>
                  </a:lnTo>
                  <a:lnTo>
                    <a:pt x="6118119" y="761263"/>
                  </a:lnTo>
                  <a:lnTo>
                    <a:pt x="6118245" y="761263"/>
                  </a:lnTo>
                  <a:lnTo>
                    <a:pt x="6118371" y="761263"/>
                  </a:lnTo>
                  <a:lnTo>
                    <a:pt x="6118498" y="761263"/>
                  </a:lnTo>
                  <a:lnTo>
                    <a:pt x="6118624" y="761263"/>
                  </a:lnTo>
                  <a:lnTo>
                    <a:pt x="6118750" y="761263"/>
                  </a:lnTo>
                  <a:lnTo>
                    <a:pt x="6118876" y="761263"/>
                  </a:lnTo>
                  <a:lnTo>
                    <a:pt x="6119003" y="761263"/>
                  </a:lnTo>
                  <a:lnTo>
                    <a:pt x="6119129" y="761263"/>
                  </a:lnTo>
                  <a:lnTo>
                    <a:pt x="6119255" y="761263"/>
                  </a:lnTo>
                  <a:lnTo>
                    <a:pt x="6119381" y="761263"/>
                  </a:lnTo>
                  <a:lnTo>
                    <a:pt x="6119508" y="761263"/>
                  </a:lnTo>
                  <a:lnTo>
                    <a:pt x="6119634" y="761263"/>
                  </a:lnTo>
                  <a:lnTo>
                    <a:pt x="6119760" y="761263"/>
                  </a:lnTo>
                  <a:lnTo>
                    <a:pt x="6119886" y="761263"/>
                  </a:lnTo>
                  <a:lnTo>
                    <a:pt x="6120013" y="761263"/>
                  </a:lnTo>
                  <a:lnTo>
                    <a:pt x="6120139" y="761263"/>
                  </a:lnTo>
                  <a:lnTo>
                    <a:pt x="6120265" y="761263"/>
                  </a:lnTo>
                  <a:lnTo>
                    <a:pt x="6120391" y="761263"/>
                  </a:lnTo>
                  <a:lnTo>
                    <a:pt x="6120518" y="761263"/>
                  </a:lnTo>
                  <a:lnTo>
                    <a:pt x="6120644" y="761263"/>
                  </a:lnTo>
                  <a:lnTo>
                    <a:pt x="6120770" y="761263"/>
                  </a:lnTo>
                  <a:lnTo>
                    <a:pt x="6120896" y="761263"/>
                  </a:lnTo>
                  <a:lnTo>
                    <a:pt x="6121023" y="761263"/>
                  </a:lnTo>
                  <a:lnTo>
                    <a:pt x="6121149" y="761263"/>
                  </a:lnTo>
                  <a:lnTo>
                    <a:pt x="6121275" y="761263"/>
                  </a:lnTo>
                  <a:lnTo>
                    <a:pt x="6121401" y="761263"/>
                  </a:lnTo>
                  <a:lnTo>
                    <a:pt x="6121528" y="761263"/>
                  </a:lnTo>
                  <a:lnTo>
                    <a:pt x="6121654" y="761263"/>
                  </a:lnTo>
                  <a:lnTo>
                    <a:pt x="6121780" y="761263"/>
                  </a:lnTo>
                  <a:lnTo>
                    <a:pt x="6121906" y="761263"/>
                  </a:lnTo>
                  <a:lnTo>
                    <a:pt x="6122033" y="761263"/>
                  </a:lnTo>
                  <a:lnTo>
                    <a:pt x="6122159" y="761263"/>
                  </a:lnTo>
                  <a:lnTo>
                    <a:pt x="6122285" y="761263"/>
                  </a:lnTo>
                  <a:lnTo>
                    <a:pt x="6122411" y="761263"/>
                  </a:lnTo>
                  <a:lnTo>
                    <a:pt x="6122538" y="761263"/>
                  </a:lnTo>
                  <a:lnTo>
                    <a:pt x="6122664" y="761263"/>
                  </a:lnTo>
                  <a:lnTo>
                    <a:pt x="6122790" y="761263"/>
                  </a:lnTo>
                  <a:lnTo>
                    <a:pt x="6122916" y="761263"/>
                  </a:lnTo>
                  <a:lnTo>
                    <a:pt x="6123043" y="761263"/>
                  </a:lnTo>
                  <a:lnTo>
                    <a:pt x="6123169" y="761263"/>
                  </a:lnTo>
                  <a:lnTo>
                    <a:pt x="6123295" y="761263"/>
                  </a:lnTo>
                  <a:lnTo>
                    <a:pt x="6123421" y="761263"/>
                  </a:lnTo>
                  <a:lnTo>
                    <a:pt x="6123548" y="761263"/>
                  </a:lnTo>
                  <a:lnTo>
                    <a:pt x="6123674" y="761263"/>
                  </a:lnTo>
                  <a:lnTo>
                    <a:pt x="6123800" y="761263"/>
                  </a:lnTo>
                  <a:lnTo>
                    <a:pt x="6123927" y="761263"/>
                  </a:lnTo>
                  <a:lnTo>
                    <a:pt x="6123927" y="756351"/>
                  </a:lnTo>
                  <a:lnTo>
                    <a:pt x="6124053" y="756351"/>
                  </a:lnTo>
                  <a:lnTo>
                    <a:pt x="6124179" y="756351"/>
                  </a:lnTo>
                  <a:lnTo>
                    <a:pt x="6124305" y="756351"/>
                  </a:lnTo>
                  <a:lnTo>
                    <a:pt x="6124432" y="756351"/>
                  </a:lnTo>
                  <a:lnTo>
                    <a:pt x="6124558" y="756351"/>
                  </a:lnTo>
                  <a:lnTo>
                    <a:pt x="6124684" y="756351"/>
                  </a:lnTo>
                  <a:lnTo>
                    <a:pt x="6124810" y="756351"/>
                  </a:lnTo>
                  <a:lnTo>
                    <a:pt x="6124937" y="756351"/>
                  </a:lnTo>
                  <a:lnTo>
                    <a:pt x="6125063" y="756351"/>
                  </a:lnTo>
                  <a:lnTo>
                    <a:pt x="6125189" y="756351"/>
                  </a:lnTo>
                  <a:lnTo>
                    <a:pt x="6125315" y="756351"/>
                  </a:lnTo>
                  <a:lnTo>
                    <a:pt x="6125442" y="756351"/>
                  </a:lnTo>
                  <a:lnTo>
                    <a:pt x="6125568" y="756351"/>
                  </a:lnTo>
                  <a:lnTo>
                    <a:pt x="6125694" y="756351"/>
                  </a:lnTo>
                  <a:lnTo>
                    <a:pt x="6125820" y="756351"/>
                  </a:lnTo>
                  <a:lnTo>
                    <a:pt x="6125947" y="756351"/>
                  </a:lnTo>
                  <a:lnTo>
                    <a:pt x="6126073" y="756351"/>
                  </a:lnTo>
                  <a:lnTo>
                    <a:pt x="6126199" y="756351"/>
                  </a:lnTo>
                  <a:lnTo>
                    <a:pt x="6126325" y="756351"/>
                  </a:lnTo>
                  <a:lnTo>
                    <a:pt x="6126452" y="756351"/>
                  </a:lnTo>
                  <a:lnTo>
                    <a:pt x="6126578" y="756351"/>
                  </a:lnTo>
                  <a:lnTo>
                    <a:pt x="6126704" y="756351"/>
                  </a:lnTo>
                  <a:lnTo>
                    <a:pt x="6126830" y="756351"/>
                  </a:lnTo>
                  <a:lnTo>
                    <a:pt x="6126957" y="756351"/>
                  </a:lnTo>
                  <a:lnTo>
                    <a:pt x="6127083" y="756351"/>
                  </a:lnTo>
                  <a:lnTo>
                    <a:pt x="6127209" y="756351"/>
                  </a:lnTo>
                  <a:lnTo>
                    <a:pt x="6127335" y="756351"/>
                  </a:lnTo>
                  <a:lnTo>
                    <a:pt x="6127462" y="756351"/>
                  </a:lnTo>
                  <a:lnTo>
                    <a:pt x="6127588" y="756351"/>
                  </a:lnTo>
                  <a:lnTo>
                    <a:pt x="6127714" y="756351"/>
                  </a:lnTo>
                  <a:lnTo>
                    <a:pt x="6127840" y="756351"/>
                  </a:lnTo>
                  <a:lnTo>
                    <a:pt x="6127967" y="756351"/>
                  </a:lnTo>
                  <a:lnTo>
                    <a:pt x="6128093" y="756351"/>
                  </a:lnTo>
                  <a:lnTo>
                    <a:pt x="6128219" y="756351"/>
                  </a:lnTo>
                  <a:lnTo>
                    <a:pt x="6128345" y="756351"/>
                  </a:lnTo>
                  <a:lnTo>
                    <a:pt x="6128472" y="756351"/>
                  </a:lnTo>
                  <a:lnTo>
                    <a:pt x="6128598" y="756351"/>
                  </a:lnTo>
                  <a:lnTo>
                    <a:pt x="6128724" y="756351"/>
                  </a:lnTo>
                  <a:lnTo>
                    <a:pt x="6128851" y="756351"/>
                  </a:lnTo>
                  <a:lnTo>
                    <a:pt x="6128977" y="756351"/>
                  </a:lnTo>
                  <a:lnTo>
                    <a:pt x="6129103" y="756351"/>
                  </a:lnTo>
                  <a:lnTo>
                    <a:pt x="6129229" y="756351"/>
                  </a:lnTo>
                  <a:lnTo>
                    <a:pt x="6129356" y="756351"/>
                  </a:lnTo>
                  <a:lnTo>
                    <a:pt x="6129482" y="756351"/>
                  </a:lnTo>
                  <a:lnTo>
                    <a:pt x="6129608" y="756351"/>
                  </a:lnTo>
                  <a:lnTo>
                    <a:pt x="6129734" y="756351"/>
                  </a:lnTo>
                  <a:lnTo>
                    <a:pt x="6129861" y="756351"/>
                  </a:lnTo>
                  <a:lnTo>
                    <a:pt x="6129987" y="756351"/>
                  </a:lnTo>
                  <a:lnTo>
                    <a:pt x="6130113" y="756351"/>
                  </a:lnTo>
                  <a:lnTo>
                    <a:pt x="6130239" y="756351"/>
                  </a:lnTo>
                  <a:lnTo>
                    <a:pt x="6130366" y="756351"/>
                  </a:lnTo>
                  <a:lnTo>
                    <a:pt x="6130492" y="756351"/>
                  </a:lnTo>
                  <a:lnTo>
                    <a:pt x="6130618" y="756351"/>
                  </a:lnTo>
                  <a:lnTo>
                    <a:pt x="6130744" y="756351"/>
                  </a:lnTo>
                  <a:lnTo>
                    <a:pt x="6130871" y="756351"/>
                  </a:lnTo>
                  <a:lnTo>
                    <a:pt x="6130997" y="756351"/>
                  </a:lnTo>
                  <a:lnTo>
                    <a:pt x="6131123" y="756351"/>
                  </a:lnTo>
                  <a:lnTo>
                    <a:pt x="6131249" y="756351"/>
                  </a:lnTo>
                  <a:lnTo>
                    <a:pt x="6131376" y="756351"/>
                  </a:lnTo>
                  <a:lnTo>
                    <a:pt x="6131502" y="756351"/>
                  </a:lnTo>
                  <a:lnTo>
                    <a:pt x="6131628" y="756351"/>
                  </a:lnTo>
                  <a:lnTo>
                    <a:pt x="6131754" y="756351"/>
                  </a:lnTo>
                  <a:lnTo>
                    <a:pt x="6131881" y="756351"/>
                  </a:lnTo>
                  <a:lnTo>
                    <a:pt x="6132007" y="756351"/>
                  </a:lnTo>
                  <a:lnTo>
                    <a:pt x="6132133" y="756351"/>
                  </a:lnTo>
                  <a:lnTo>
                    <a:pt x="6132259" y="756351"/>
                  </a:lnTo>
                  <a:lnTo>
                    <a:pt x="6132386" y="756351"/>
                  </a:lnTo>
                  <a:lnTo>
                    <a:pt x="6132512" y="756351"/>
                  </a:lnTo>
                  <a:lnTo>
                    <a:pt x="6132638" y="756351"/>
                  </a:lnTo>
                  <a:lnTo>
                    <a:pt x="6132764" y="756351"/>
                  </a:lnTo>
                  <a:lnTo>
                    <a:pt x="6132891" y="756351"/>
                  </a:lnTo>
                  <a:lnTo>
                    <a:pt x="6133017" y="756351"/>
                  </a:lnTo>
                  <a:lnTo>
                    <a:pt x="6133143" y="756351"/>
                  </a:lnTo>
                  <a:lnTo>
                    <a:pt x="6133269" y="756351"/>
                  </a:lnTo>
                  <a:lnTo>
                    <a:pt x="6133396" y="756351"/>
                  </a:lnTo>
                  <a:lnTo>
                    <a:pt x="6133522" y="756351"/>
                  </a:lnTo>
                  <a:lnTo>
                    <a:pt x="6133648" y="756351"/>
                  </a:lnTo>
                  <a:lnTo>
                    <a:pt x="6133774" y="756351"/>
                  </a:lnTo>
                  <a:lnTo>
                    <a:pt x="6133901" y="756351"/>
                  </a:lnTo>
                  <a:lnTo>
                    <a:pt x="6134027" y="756351"/>
                  </a:lnTo>
                  <a:lnTo>
                    <a:pt x="6134153" y="756351"/>
                  </a:lnTo>
                  <a:lnTo>
                    <a:pt x="6134280" y="756351"/>
                  </a:lnTo>
                  <a:lnTo>
                    <a:pt x="6134406" y="756351"/>
                  </a:lnTo>
                  <a:lnTo>
                    <a:pt x="6134532" y="756351"/>
                  </a:lnTo>
                  <a:lnTo>
                    <a:pt x="6134658" y="756351"/>
                  </a:lnTo>
                  <a:lnTo>
                    <a:pt x="6134785" y="756351"/>
                  </a:lnTo>
                  <a:lnTo>
                    <a:pt x="6134911" y="756351"/>
                  </a:lnTo>
                  <a:lnTo>
                    <a:pt x="6135037" y="756351"/>
                  </a:lnTo>
                  <a:lnTo>
                    <a:pt x="6135163" y="756351"/>
                  </a:lnTo>
                  <a:lnTo>
                    <a:pt x="6135290" y="756351"/>
                  </a:lnTo>
                  <a:lnTo>
                    <a:pt x="6135416" y="756351"/>
                  </a:lnTo>
                  <a:lnTo>
                    <a:pt x="6135542" y="756351"/>
                  </a:lnTo>
                  <a:lnTo>
                    <a:pt x="6135668" y="756351"/>
                  </a:lnTo>
                  <a:lnTo>
                    <a:pt x="6135795" y="756351"/>
                  </a:lnTo>
                  <a:lnTo>
                    <a:pt x="6135921" y="756351"/>
                  </a:lnTo>
                  <a:lnTo>
                    <a:pt x="6136047" y="756351"/>
                  </a:lnTo>
                  <a:lnTo>
                    <a:pt x="6136173" y="756351"/>
                  </a:lnTo>
                  <a:lnTo>
                    <a:pt x="6136300" y="756351"/>
                  </a:lnTo>
                  <a:lnTo>
                    <a:pt x="6136426" y="756351"/>
                  </a:lnTo>
                  <a:lnTo>
                    <a:pt x="6136552" y="756351"/>
                  </a:lnTo>
                  <a:lnTo>
                    <a:pt x="6136678" y="756351"/>
                  </a:lnTo>
                  <a:lnTo>
                    <a:pt x="6136678" y="751440"/>
                  </a:lnTo>
                  <a:lnTo>
                    <a:pt x="6136805" y="751440"/>
                  </a:lnTo>
                  <a:lnTo>
                    <a:pt x="6136931" y="751440"/>
                  </a:lnTo>
                  <a:lnTo>
                    <a:pt x="6137057" y="751440"/>
                  </a:lnTo>
                  <a:lnTo>
                    <a:pt x="6137183" y="751440"/>
                  </a:lnTo>
                  <a:lnTo>
                    <a:pt x="6137310" y="751440"/>
                  </a:lnTo>
                  <a:lnTo>
                    <a:pt x="6137436" y="751440"/>
                  </a:lnTo>
                  <a:lnTo>
                    <a:pt x="6137562" y="751440"/>
                  </a:lnTo>
                  <a:lnTo>
                    <a:pt x="6137688" y="751440"/>
                  </a:lnTo>
                  <a:lnTo>
                    <a:pt x="6137815" y="751440"/>
                  </a:lnTo>
                  <a:lnTo>
                    <a:pt x="6137941" y="751440"/>
                  </a:lnTo>
                  <a:lnTo>
                    <a:pt x="6138067" y="751440"/>
                  </a:lnTo>
                  <a:lnTo>
                    <a:pt x="6138193" y="751440"/>
                  </a:lnTo>
                  <a:lnTo>
                    <a:pt x="6138320" y="751440"/>
                  </a:lnTo>
                  <a:lnTo>
                    <a:pt x="6138446" y="751440"/>
                  </a:lnTo>
                  <a:lnTo>
                    <a:pt x="6138572" y="751440"/>
                  </a:lnTo>
                  <a:lnTo>
                    <a:pt x="6138698" y="751440"/>
                  </a:lnTo>
                  <a:lnTo>
                    <a:pt x="6138825" y="751440"/>
                  </a:lnTo>
                  <a:lnTo>
                    <a:pt x="6138951" y="751440"/>
                  </a:lnTo>
                  <a:lnTo>
                    <a:pt x="6139077" y="751440"/>
                  </a:lnTo>
                  <a:lnTo>
                    <a:pt x="6139204" y="751440"/>
                  </a:lnTo>
                  <a:lnTo>
                    <a:pt x="6139330" y="751440"/>
                  </a:lnTo>
                  <a:lnTo>
                    <a:pt x="6139456" y="751440"/>
                  </a:lnTo>
                  <a:lnTo>
                    <a:pt x="6139582" y="751440"/>
                  </a:lnTo>
                  <a:lnTo>
                    <a:pt x="6139709" y="751440"/>
                  </a:lnTo>
                  <a:lnTo>
                    <a:pt x="6139835" y="751440"/>
                  </a:lnTo>
                  <a:lnTo>
                    <a:pt x="6139961" y="751440"/>
                  </a:lnTo>
                  <a:lnTo>
                    <a:pt x="6140087" y="751440"/>
                  </a:lnTo>
                  <a:lnTo>
                    <a:pt x="6140214" y="751440"/>
                  </a:lnTo>
                  <a:lnTo>
                    <a:pt x="6140340" y="751440"/>
                  </a:lnTo>
                  <a:lnTo>
                    <a:pt x="6140466" y="751440"/>
                  </a:lnTo>
                  <a:lnTo>
                    <a:pt x="6140592" y="751440"/>
                  </a:lnTo>
                  <a:lnTo>
                    <a:pt x="6140719" y="751440"/>
                  </a:lnTo>
                  <a:lnTo>
                    <a:pt x="6140845" y="751440"/>
                  </a:lnTo>
                  <a:lnTo>
                    <a:pt x="6140971" y="751440"/>
                  </a:lnTo>
                  <a:lnTo>
                    <a:pt x="6141097" y="751440"/>
                  </a:lnTo>
                  <a:lnTo>
                    <a:pt x="6141224" y="751440"/>
                  </a:lnTo>
                  <a:lnTo>
                    <a:pt x="6141350" y="751440"/>
                  </a:lnTo>
                  <a:lnTo>
                    <a:pt x="6141476" y="751440"/>
                  </a:lnTo>
                  <a:lnTo>
                    <a:pt x="6141602" y="751440"/>
                  </a:lnTo>
                  <a:lnTo>
                    <a:pt x="6141729" y="751440"/>
                  </a:lnTo>
                  <a:lnTo>
                    <a:pt x="6141855" y="751440"/>
                  </a:lnTo>
                  <a:lnTo>
                    <a:pt x="6141981" y="751440"/>
                  </a:lnTo>
                  <a:lnTo>
                    <a:pt x="6142107" y="751440"/>
                  </a:lnTo>
                  <a:lnTo>
                    <a:pt x="6142234" y="751440"/>
                  </a:lnTo>
                  <a:lnTo>
                    <a:pt x="6142360" y="751440"/>
                  </a:lnTo>
                  <a:lnTo>
                    <a:pt x="6142486" y="751440"/>
                  </a:lnTo>
                  <a:lnTo>
                    <a:pt x="6142612" y="751440"/>
                  </a:lnTo>
                  <a:lnTo>
                    <a:pt x="6142739" y="751440"/>
                  </a:lnTo>
                  <a:lnTo>
                    <a:pt x="6142865" y="751440"/>
                  </a:lnTo>
                  <a:lnTo>
                    <a:pt x="6142991" y="751440"/>
                  </a:lnTo>
                  <a:lnTo>
                    <a:pt x="6143117" y="751440"/>
                  </a:lnTo>
                  <a:lnTo>
                    <a:pt x="6143244" y="751440"/>
                  </a:lnTo>
                  <a:lnTo>
                    <a:pt x="6143370" y="751440"/>
                  </a:lnTo>
                  <a:lnTo>
                    <a:pt x="6143496" y="751440"/>
                  </a:lnTo>
                  <a:lnTo>
                    <a:pt x="6143622" y="751440"/>
                  </a:lnTo>
                  <a:lnTo>
                    <a:pt x="6143749" y="751440"/>
                  </a:lnTo>
                  <a:lnTo>
                    <a:pt x="6143875" y="751440"/>
                  </a:lnTo>
                  <a:lnTo>
                    <a:pt x="6144001" y="751440"/>
                  </a:lnTo>
                  <a:lnTo>
                    <a:pt x="6144127" y="751440"/>
                  </a:lnTo>
                  <a:lnTo>
                    <a:pt x="6144254" y="751440"/>
                  </a:lnTo>
                  <a:lnTo>
                    <a:pt x="6144380" y="751440"/>
                  </a:lnTo>
                  <a:lnTo>
                    <a:pt x="6144506" y="751440"/>
                  </a:lnTo>
                  <a:lnTo>
                    <a:pt x="6144633" y="751440"/>
                  </a:lnTo>
                  <a:lnTo>
                    <a:pt x="6144759" y="751440"/>
                  </a:lnTo>
                  <a:lnTo>
                    <a:pt x="6144885" y="751440"/>
                  </a:lnTo>
                  <a:lnTo>
                    <a:pt x="6145011" y="751440"/>
                  </a:lnTo>
                  <a:lnTo>
                    <a:pt x="6145138" y="751440"/>
                  </a:lnTo>
                  <a:lnTo>
                    <a:pt x="6145264" y="751440"/>
                  </a:lnTo>
                  <a:lnTo>
                    <a:pt x="6145390" y="751440"/>
                  </a:lnTo>
                  <a:lnTo>
                    <a:pt x="6145516" y="751440"/>
                  </a:lnTo>
                  <a:lnTo>
                    <a:pt x="6145643" y="751440"/>
                  </a:lnTo>
                  <a:lnTo>
                    <a:pt x="6145769" y="751440"/>
                  </a:lnTo>
                  <a:lnTo>
                    <a:pt x="6145895" y="751440"/>
                  </a:lnTo>
                  <a:lnTo>
                    <a:pt x="6146021" y="751440"/>
                  </a:lnTo>
                  <a:lnTo>
                    <a:pt x="6146148" y="751440"/>
                  </a:lnTo>
                  <a:lnTo>
                    <a:pt x="6146274" y="751440"/>
                  </a:lnTo>
                  <a:lnTo>
                    <a:pt x="6146400" y="751440"/>
                  </a:lnTo>
                  <a:lnTo>
                    <a:pt x="6146526" y="751440"/>
                  </a:lnTo>
                  <a:lnTo>
                    <a:pt x="6146653" y="751440"/>
                  </a:lnTo>
                  <a:lnTo>
                    <a:pt x="6146779" y="751440"/>
                  </a:lnTo>
                  <a:lnTo>
                    <a:pt x="6146905" y="751440"/>
                  </a:lnTo>
                  <a:lnTo>
                    <a:pt x="6147031" y="751440"/>
                  </a:lnTo>
                  <a:lnTo>
                    <a:pt x="6147158" y="751440"/>
                  </a:lnTo>
                  <a:lnTo>
                    <a:pt x="6147284" y="751440"/>
                  </a:lnTo>
                  <a:lnTo>
                    <a:pt x="6147410" y="751440"/>
                  </a:lnTo>
                  <a:lnTo>
                    <a:pt x="6147536" y="751440"/>
                  </a:lnTo>
                  <a:lnTo>
                    <a:pt x="6147663" y="751440"/>
                  </a:lnTo>
                  <a:lnTo>
                    <a:pt x="6147789" y="751440"/>
                  </a:lnTo>
                  <a:lnTo>
                    <a:pt x="6147915" y="751440"/>
                  </a:lnTo>
                  <a:lnTo>
                    <a:pt x="6148041" y="751440"/>
                  </a:lnTo>
                  <a:lnTo>
                    <a:pt x="6148168" y="751440"/>
                  </a:lnTo>
                  <a:lnTo>
                    <a:pt x="6148294" y="751440"/>
                  </a:lnTo>
                  <a:lnTo>
                    <a:pt x="6148420" y="751440"/>
                  </a:lnTo>
                  <a:lnTo>
                    <a:pt x="6148546" y="751440"/>
                  </a:lnTo>
                  <a:lnTo>
                    <a:pt x="6148673" y="751440"/>
                  </a:lnTo>
                  <a:lnTo>
                    <a:pt x="6148799" y="751440"/>
                  </a:lnTo>
                  <a:lnTo>
                    <a:pt x="6148925" y="751440"/>
                  </a:lnTo>
                  <a:lnTo>
                    <a:pt x="6149051" y="751440"/>
                  </a:lnTo>
                  <a:lnTo>
                    <a:pt x="6149178" y="751440"/>
                  </a:lnTo>
                  <a:lnTo>
                    <a:pt x="6149304" y="751440"/>
                  </a:lnTo>
                  <a:lnTo>
                    <a:pt x="6149430" y="751440"/>
                  </a:lnTo>
                  <a:lnTo>
                    <a:pt x="6149557" y="751440"/>
                  </a:lnTo>
                  <a:lnTo>
                    <a:pt x="6149683" y="751440"/>
                  </a:lnTo>
                  <a:lnTo>
                    <a:pt x="6149809" y="751440"/>
                  </a:lnTo>
                  <a:lnTo>
                    <a:pt x="6149935" y="751440"/>
                  </a:lnTo>
                  <a:lnTo>
                    <a:pt x="6150062" y="751440"/>
                  </a:lnTo>
                  <a:lnTo>
                    <a:pt x="6150188" y="751440"/>
                  </a:lnTo>
                  <a:lnTo>
                    <a:pt x="6150314" y="751440"/>
                  </a:lnTo>
                  <a:lnTo>
                    <a:pt x="6150440" y="751440"/>
                  </a:lnTo>
                  <a:lnTo>
                    <a:pt x="6150567" y="751440"/>
                  </a:lnTo>
                  <a:lnTo>
                    <a:pt x="6150693" y="751440"/>
                  </a:lnTo>
                  <a:lnTo>
                    <a:pt x="6150819" y="751440"/>
                  </a:lnTo>
                  <a:lnTo>
                    <a:pt x="6150945" y="751440"/>
                  </a:lnTo>
                  <a:lnTo>
                    <a:pt x="6151072" y="751440"/>
                  </a:lnTo>
                  <a:lnTo>
                    <a:pt x="6151198" y="751440"/>
                  </a:lnTo>
                  <a:lnTo>
                    <a:pt x="6151324" y="751440"/>
                  </a:lnTo>
                  <a:lnTo>
                    <a:pt x="6151450" y="751440"/>
                  </a:lnTo>
                  <a:lnTo>
                    <a:pt x="6151577" y="751440"/>
                  </a:lnTo>
                  <a:lnTo>
                    <a:pt x="6151703" y="751440"/>
                  </a:lnTo>
                  <a:lnTo>
                    <a:pt x="6151829" y="751440"/>
                  </a:lnTo>
                  <a:lnTo>
                    <a:pt x="6151955" y="751440"/>
                  </a:lnTo>
                  <a:lnTo>
                    <a:pt x="6152082" y="751440"/>
                  </a:lnTo>
                  <a:lnTo>
                    <a:pt x="6152208" y="751440"/>
                  </a:lnTo>
                  <a:lnTo>
                    <a:pt x="6152334" y="751440"/>
                  </a:lnTo>
                  <a:lnTo>
                    <a:pt x="6152460" y="751440"/>
                  </a:lnTo>
                  <a:lnTo>
                    <a:pt x="6152587" y="751440"/>
                  </a:lnTo>
                  <a:lnTo>
                    <a:pt x="6152713" y="751440"/>
                  </a:lnTo>
                  <a:lnTo>
                    <a:pt x="6152839" y="751440"/>
                  </a:lnTo>
                  <a:lnTo>
                    <a:pt x="6152965" y="751440"/>
                  </a:lnTo>
                  <a:lnTo>
                    <a:pt x="6153092" y="751440"/>
                  </a:lnTo>
                  <a:lnTo>
                    <a:pt x="6153218" y="751440"/>
                  </a:lnTo>
                  <a:lnTo>
                    <a:pt x="6153344" y="751440"/>
                  </a:lnTo>
                  <a:lnTo>
                    <a:pt x="6153470" y="751440"/>
                  </a:lnTo>
                  <a:lnTo>
                    <a:pt x="6153597" y="751440"/>
                  </a:lnTo>
                  <a:lnTo>
                    <a:pt x="6153723" y="751440"/>
                  </a:lnTo>
                  <a:lnTo>
                    <a:pt x="6153849" y="751440"/>
                  </a:lnTo>
                  <a:lnTo>
                    <a:pt x="6153975" y="751440"/>
                  </a:lnTo>
                  <a:lnTo>
                    <a:pt x="6154102" y="751440"/>
                  </a:lnTo>
                  <a:lnTo>
                    <a:pt x="6154228" y="751440"/>
                  </a:lnTo>
                  <a:lnTo>
                    <a:pt x="6154354" y="751440"/>
                  </a:lnTo>
                  <a:lnTo>
                    <a:pt x="6154480" y="751440"/>
                  </a:lnTo>
                  <a:lnTo>
                    <a:pt x="6154607" y="751440"/>
                  </a:lnTo>
                  <a:lnTo>
                    <a:pt x="6154733" y="751440"/>
                  </a:lnTo>
                  <a:lnTo>
                    <a:pt x="6154859" y="751440"/>
                  </a:lnTo>
                  <a:lnTo>
                    <a:pt x="6154986" y="751440"/>
                  </a:lnTo>
                  <a:lnTo>
                    <a:pt x="6155112" y="751440"/>
                  </a:lnTo>
                  <a:lnTo>
                    <a:pt x="6155238" y="751440"/>
                  </a:lnTo>
                  <a:lnTo>
                    <a:pt x="6155364" y="751440"/>
                  </a:lnTo>
                  <a:lnTo>
                    <a:pt x="6155491" y="751440"/>
                  </a:lnTo>
                  <a:lnTo>
                    <a:pt x="6155617" y="751440"/>
                  </a:lnTo>
                  <a:lnTo>
                    <a:pt x="6155743" y="751440"/>
                  </a:lnTo>
                  <a:lnTo>
                    <a:pt x="6155869" y="751440"/>
                  </a:lnTo>
                  <a:lnTo>
                    <a:pt x="6155996" y="751440"/>
                  </a:lnTo>
                  <a:lnTo>
                    <a:pt x="6156122" y="751440"/>
                  </a:lnTo>
                  <a:lnTo>
                    <a:pt x="6156248" y="751440"/>
                  </a:lnTo>
                  <a:lnTo>
                    <a:pt x="6156374" y="751440"/>
                  </a:lnTo>
                  <a:lnTo>
                    <a:pt x="6156501" y="751440"/>
                  </a:lnTo>
                  <a:lnTo>
                    <a:pt x="6156627" y="751440"/>
                  </a:lnTo>
                  <a:lnTo>
                    <a:pt x="6156753" y="751440"/>
                  </a:lnTo>
                  <a:lnTo>
                    <a:pt x="6156879" y="751440"/>
                  </a:lnTo>
                  <a:lnTo>
                    <a:pt x="6157006" y="751440"/>
                  </a:lnTo>
                  <a:lnTo>
                    <a:pt x="6157132" y="751440"/>
                  </a:lnTo>
                  <a:lnTo>
                    <a:pt x="6157258" y="751440"/>
                  </a:lnTo>
                  <a:lnTo>
                    <a:pt x="6157384" y="751440"/>
                  </a:lnTo>
                  <a:lnTo>
                    <a:pt x="6157511" y="751440"/>
                  </a:lnTo>
                  <a:lnTo>
                    <a:pt x="6157637" y="751440"/>
                  </a:lnTo>
                  <a:lnTo>
                    <a:pt x="6157763" y="751440"/>
                  </a:lnTo>
                  <a:lnTo>
                    <a:pt x="6157889" y="751440"/>
                  </a:lnTo>
                  <a:lnTo>
                    <a:pt x="6158016" y="751440"/>
                  </a:lnTo>
                  <a:lnTo>
                    <a:pt x="6158142" y="751440"/>
                  </a:lnTo>
                  <a:lnTo>
                    <a:pt x="6158268" y="751440"/>
                  </a:lnTo>
                  <a:lnTo>
                    <a:pt x="6158394" y="751440"/>
                  </a:lnTo>
                  <a:lnTo>
                    <a:pt x="6158521" y="751440"/>
                  </a:lnTo>
                  <a:lnTo>
                    <a:pt x="6158647" y="751440"/>
                  </a:lnTo>
                  <a:lnTo>
                    <a:pt x="6158773" y="751440"/>
                  </a:lnTo>
                  <a:lnTo>
                    <a:pt x="6158899" y="751440"/>
                  </a:lnTo>
                  <a:lnTo>
                    <a:pt x="6159026" y="751440"/>
                  </a:lnTo>
                  <a:lnTo>
                    <a:pt x="6159152" y="751440"/>
                  </a:lnTo>
                  <a:lnTo>
                    <a:pt x="6159278" y="751440"/>
                  </a:lnTo>
                  <a:lnTo>
                    <a:pt x="6159404" y="751440"/>
                  </a:lnTo>
                  <a:lnTo>
                    <a:pt x="6159531" y="751440"/>
                  </a:lnTo>
                  <a:lnTo>
                    <a:pt x="6159657" y="751440"/>
                  </a:lnTo>
                  <a:lnTo>
                    <a:pt x="6159783" y="751440"/>
                  </a:lnTo>
                  <a:lnTo>
                    <a:pt x="6159910" y="751440"/>
                  </a:lnTo>
                  <a:lnTo>
                    <a:pt x="6160036" y="751440"/>
                  </a:lnTo>
                  <a:lnTo>
                    <a:pt x="6160036" y="746528"/>
                  </a:lnTo>
                  <a:lnTo>
                    <a:pt x="6160162" y="746528"/>
                  </a:lnTo>
                  <a:lnTo>
                    <a:pt x="6160288" y="746528"/>
                  </a:lnTo>
                  <a:lnTo>
                    <a:pt x="6160415" y="746528"/>
                  </a:lnTo>
                  <a:lnTo>
                    <a:pt x="6160541" y="746528"/>
                  </a:lnTo>
                  <a:lnTo>
                    <a:pt x="6160667" y="746528"/>
                  </a:lnTo>
                  <a:lnTo>
                    <a:pt x="6160793" y="746528"/>
                  </a:lnTo>
                  <a:lnTo>
                    <a:pt x="6160920" y="746528"/>
                  </a:lnTo>
                  <a:lnTo>
                    <a:pt x="6161046" y="746528"/>
                  </a:lnTo>
                  <a:lnTo>
                    <a:pt x="6161172" y="746528"/>
                  </a:lnTo>
                  <a:lnTo>
                    <a:pt x="6161298" y="746528"/>
                  </a:lnTo>
                  <a:lnTo>
                    <a:pt x="6161425" y="746528"/>
                  </a:lnTo>
                  <a:lnTo>
                    <a:pt x="6161551" y="746528"/>
                  </a:lnTo>
                  <a:lnTo>
                    <a:pt x="6161677" y="746528"/>
                  </a:lnTo>
                  <a:lnTo>
                    <a:pt x="6161803" y="746528"/>
                  </a:lnTo>
                  <a:lnTo>
                    <a:pt x="6161930" y="746528"/>
                  </a:lnTo>
                  <a:lnTo>
                    <a:pt x="6162056" y="746528"/>
                  </a:lnTo>
                  <a:lnTo>
                    <a:pt x="6162182" y="746528"/>
                  </a:lnTo>
                  <a:lnTo>
                    <a:pt x="6162308" y="746528"/>
                  </a:lnTo>
                  <a:lnTo>
                    <a:pt x="6162435" y="746528"/>
                  </a:lnTo>
                  <a:lnTo>
                    <a:pt x="6162561" y="746528"/>
                  </a:lnTo>
                  <a:lnTo>
                    <a:pt x="6162687" y="746528"/>
                  </a:lnTo>
                  <a:lnTo>
                    <a:pt x="6162813" y="746528"/>
                  </a:lnTo>
                  <a:lnTo>
                    <a:pt x="6162940" y="746528"/>
                  </a:lnTo>
                  <a:lnTo>
                    <a:pt x="6163066" y="746528"/>
                  </a:lnTo>
                  <a:lnTo>
                    <a:pt x="6163192" y="746528"/>
                  </a:lnTo>
                  <a:lnTo>
                    <a:pt x="6163318" y="746528"/>
                  </a:lnTo>
                  <a:lnTo>
                    <a:pt x="6163445" y="746528"/>
                  </a:lnTo>
                  <a:lnTo>
                    <a:pt x="6163571" y="746528"/>
                  </a:lnTo>
                  <a:lnTo>
                    <a:pt x="6163697" y="746528"/>
                  </a:lnTo>
                  <a:lnTo>
                    <a:pt x="6163823" y="746528"/>
                  </a:lnTo>
                  <a:lnTo>
                    <a:pt x="6163950" y="746528"/>
                  </a:lnTo>
                  <a:lnTo>
                    <a:pt x="6164076" y="746528"/>
                  </a:lnTo>
                  <a:lnTo>
                    <a:pt x="6164202" y="746528"/>
                  </a:lnTo>
                  <a:lnTo>
                    <a:pt x="6164328" y="746528"/>
                  </a:lnTo>
                  <a:lnTo>
                    <a:pt x="6164455" y="746528"/>
                  </a:lnTo>
                  <a:lnTo>
                    <a:pt x="6164581" y="746528"/>
                  </a:lnTo>
                  <a:lnTo>
                    <a:pt x="6164707" y="746528"/>
                  </a:lnTo>
                  <a:lnTo>
                    <a:pt x="6164833" y="746528"/>
                  </a:lnTo>
                  <a:lnTo>
                    <a:pt x="6164960" y="746528"/>
                  </a:lnTo>
                  <a:lnTo>
                    <a:pt x="6165086" y="746528"/>
                  </a:lnTo>
                  <a:lnTo>
                    <a:pt x="6165212" y="746528"/>
                  </a:lnTo>
                  <a:lnTo>
                    <a:pt x="6165339" y="746528"/>
                  </a:lnTo>
                  <a:lnTo>
                    <a:pt x="6165465" y="746528"/>
                  </a:lnTo>
                  <a:lnTo>
                    <a:pt x="6165591" y="746528"/>
                  </a:lnTo>
                  <a:lnTo>
                    <a:pt x="6165717" y="746528"/>
                  </a:lnTo>
                  <a:lnTo>
                    <a:pt x="6165844" y="746528"/>
                  </a:lnTo>
                  <a:lnTo>
                    <a:pt x="6165970" y="746528"/>
                  </a:lnTo>
                  <a:lnTo>
                    <a:pt x="6166096" y="746528"/>
                  </a:lnTo>
                  <a:lnTo>
                    <a:pt x="6166222" y="746528"/>
                  </a:lnTo>
                  <a:lnTo>
                    <a:pt x="6166349" y="746528"/>
                  </a:lnTo>
                  <a:lnTo>
                    <a:pt x="6166475" y="746528"/>
                  </a:lnTo>
                  <a:lnTo>
                    <a:pt x="6166601" y="746528"/>
                  </a:lnTo>
                  <a:lnTo>
                    <a:pt x="6166727" y="746528"/>
                  </a:lnTo>
                  <a:lnTo>
                    <a:pt x="6166854" y="746528"/>
                  </a:lnTo>
                  <a:lnTo>
                    <a:pt x="6166980" y="746528"/>
                  </a:lnTo>
                  <a:lnTo>
                    <a:pt x="6166980" y="741617"/>
                  </a:lnTo>
                  <a:lnTo>
                    <a:pt x="6167106" y="741617"/>
                  </a:lnTo>
                  <a:lnTo>
                    <a:pt x="6167232" y="741617"/>
                  </a:lnTo>
                  <a:lnTo>
                    <a:pt x="6167359" y="741617"/>
                  </a:lnTo>
                  <a:lnTo>
                    <a:pt x="6167485" y="741617"/>
                  </a:lnTo>
                  <a:lnTo>
                    <a:pt x="6167611" y="741617"/>
                  </a:lnTo>
                  <a:lnTo>
                    <a:pt x="6167737" y="741617"/>
                  </a:lnTo>
                  <a:lnTo>
                    <a:pt x="6167864" y="741617"/>
                  </a:lnTo>
                  <a:lnTo>
                    <a:pt x="6167990" y="741617"/>
                  </a:lnTo>
                  <a:lnTo>
                    <a:pt x="6168116" y="741617"/>
                  </a:lnTo>
                  <a:lnTo>
                    <a:pt x="6168242" y="741617"/>
                  </a:lnTo>
                  <a:lnTo>
                    <a:pt x="6168369" y="741617"/>
                  </a:lnTo>
                  <a:lnTo>
                    <a:pt x="6168495" y="741617"/>
                  </a:lnTo>
                  <a:lnTo>
                    <a:pt x="6168621" y="741617"/>
                  </a:lnTo>
                  <a:lnTo>
                    <a:pt x="6168747" y="741617"/>
                  </a:lnTo>
                  <a:lnTo>
                    <a:pt x="6168874" y="741617"/>
                  </a:lnTo>
                  <a:lnTo>
                    <a:pt x="6169000" y="741617"/>
                  </a:lnTo>
                  <a:lnTo>
                    <a:pt x="6169126" y="741617"/>
                  </a:lnTo>
                  <a:lnTo>
                    <a:pt x="6169252" y="741617"/>
                  </a:lnTo>
                  <a:lnTo>
                    <a:pt x="6169379" y="741617"/>
                  </a:lnTo>
                  <a:lnTo>
                    <a:pt x="6169505" y="741617"/>
                  </a:lnTo>
                  <a:lnTo>
                    <a:pt x="6169631" y="741617"/>
                  </a:lnTo>
                  <a:lnTo>
                    <a:pt x="6169757" y="741617"/>
                  </a:lnTo>
                  <a:lnTo>
                    <a:pt x="6169884" y="741617"/>
                  </a:lnTo>
                  <a:lnTo>
                    <a:pt x="6170010" y="741617"/>
                  </a:lnTo>
                  <a:lnTo>
                    <a:pt x="6170136" y="741617"/>
                  </a:lnTo>
                  <a:lnTo>
                    <a:pt x="6170263" y="741617"/>
                  </a:lnTo>
                  <a:lnTo>
                    <a:pt x="6170389" y="741617"/>
                  </a:lnTo>
                  <a:lnTo>
                    <a:pt x="6170515" y="741617"/>
                  </a:lnTo>
                  <a:lnTo>
                    <a:pt x="6170641" y="741617"/>
                  </a:lnTo>
                  <a:lnTo>
                    <a:pt x="6170768" y="741617"/>
                  </a:lnTo>
                  <a:lnTo>
                    <a:pt x="6170894" y="741617"/>
                  </a:lnTo>
                  <a:lnTo>
                    <a:pt x="6171020" y="741617"/>
                  </a:lnTo>
                  <a:lnTo>
                    <a:pt x="6171146" y="741617"/>
                  </a:lnTo>
                  <a:lnTo>
                    <a:pt x="6171273" y="741617"/>
                  </a:lnTo>
                  <a:lnTo>
                    <a:pt x="6171399" y="741617"/>
                  </a:lnTo>
                  <a:lnTo>
                    <a:pt x="6171525" y="741617"/>
                  </a:lnTo>
                  <a:lnTo>
                    <a:pt x="6171651" y="741617"/>
                  </a:lnTo>
                  <a:lnTo>
                    <a:pt x="6171778" y="741617"/>
                  </a:lnTo>
                  <a:lnTo>
                    <a:pt x="6171904" y="741617"/>
                  </a:lnTo>
                  <a:lnTo>
                    <a:pt x="6172030" y="741617"/>
                  </a:lnTo>
                  <a:lnTo>
                    <a:pt x="6172156" y="741617"/>
                  </a:lnTo>
                  <a:lnTo>
                    <a:pt x="6172283" y="741617"/>
                  </a:lnTo>
                  <a:lnTo>
                    <a:pt x="6172409" y="741617"/>
                  </a:lnTo>
                  <a:lnTo>
                    <a:pt x="6172535" y="741617"/>
                  </a:lnTo>
                  <a:lnTo>
                    <a:pt x="6172661" y="741617"/>
                  </a:lnTo>
                  <a:lnTo>
                    <a:pt x="6172788" y="741617"/>
                  </a:lnTo>
                  <a:lnTo>
                    <a:pt x="6172914" y="741617"/>
                  </a:lnTo>
                  <a:lnTo>
                    <a:pt x="6173040" y="741617"/>
                  </a:lnTo>
                  <a:lnTo>
                    <a:pt x="6173166" y="741617"/>
                  </a:lnTo>
                  <a:lnTo>
                    <a:pt x="6173293" y="741617"/>
                  </a:lnTo>
                  <a:lnTo>
                    <a:pt x="6173419" y="741617"/>
                  </a:lnTo>
                  <a:lnTo>
                    <a:pt x="6173545" y="741617"/>
                  </a:lnTo>
                  <a:lnTo>
                    <a:pt x="6173671" y="741617"/>
                  </a:lnTo>
                  <a:lnTo>
                    <a:pt x="6173798" y="741617"/>
                  </a:lnTo>
                  <a:lnTo>
                    <a:pt x="6173924" y="741617"/>
                  </a:lnTo>
                  <a:lnTo>
                    <a:pt x="6174050" y="741617"/>
                  </a:lnTo>
                  <a:lnTo>
                    <a:pt x="6174176" y="741617"/>
                  </a:lnTo>
                  <a:lnTo>
                    <a:pt x="6174303" y="741617"/>
                  </a:lnTo>
                  <a:lnTo>
                    <a:pt x="6174429" y="741617"/>
                  </a:lnTo>
                  <a:lnTo>
                    <a:pt x="6174555" y="741617"/>
                  </a:lnTo>
                  <a:lnTo>
                    <a:pt x="6174681" y="741617"/>
                  </a:lnTo>
                  <a:lnTo>
                    <a:pt x="6174808" y="741617"/>
                  </a:lnTo>
                  <a:lnTo>
                    <a:pt x="6174934" y="741617"/>
                  </a:lnTo>
                  <a:lnTo>
                    <a:pt x="6175060" y="741617"/>
                  </a:lnTo>
                  <a:lnTo>
                    <a:pt x="6175060" y="736706"/>
                  </a:lnTo>
                  <a:lnTo>
                    <a:pt x="6175186" y="736706"/>
                  </a:lnTo>
                  <a:lnTo>
                    <a:pt x="6175313" y="736706"/>
                  </a:lnTo>
                  <a:lnTo>
                    <a:pt x="6175439" y="736706"/>
                  </a:lnTo>
                  <a:lnTo>
                    <a:pt x="6175565" y="736706"/>
                  </a:lnTo>
                  <a:lnTo>
                    <a:pt x="6175692" y="736706"/>
                  </a:lnTo>
                  <a:lnTo>
                    <a:pt x="6175818" y="736706"/>
                  </a:lnTo>
                  <a:lnTo>
                    <a:pt x="6175944" y="736706"/>
                  </a:lnTo>
                  <a:lnTo>
                    <a:pt x="6176070" y="736706"/>
                  </a:lnTo>
                  <a:lnTo>
                    <a:pt x="6176197" y="736706"/>
                  </a:lnTo>
                  <a:lnTo>
                    <a:pt x="6176323" y="736706"/>
                  </a:lnTo>
                  <a:lnTo>
                    <a:pt x="6176449" y="736706"/>
                  </a:lnTo>
                  <a:lnTo>
                    <a:pt x="6176575" y="736706"/>
                  </a:lnTo>
                  <a:lnTo>
                    <a:pt x="6176702" y="736706"/>
                  </a:lnTo>
                  <a:lnTo>
                    <a:pt x="6176828" y="736706"/>
                  </a:lnTo>
                  <a:lnTo>
                    <a:pt x="6176954" y="736706"/>
                  </a:lnTo>
                  <a:lnTo>
                    <a:pt x="6177080" y="736706"/>
                  </a:lnTo>
                  <a:lnTo>
                    <a:pt x="6177207" y="736706"/>
                  </a:lnTo>
                  <a:lnTo>
                    <a:pt x="6177333" y="736706"/>
                  </a:lnTo>
                  <a:lnTo>
                    <a:pt x="6177459" y="736706"/>
                  </a:lnTo>
                  <a:lnTo>
                    <a:pt x="6177585" y="736706"/>
                  </a:lnTo>
                  <a:lnTo>
                    <a:pt x="6177712" y="736706"/>
                  </a:lnTo>
                  <a:lnTo>
                    <a:pt x="6177712" y="731794"/>
                  </a:lnTo>
                  <a:lnTo>
                    <a:pt x="6177838" y="731794"/>
                  </a:lnTo>
                  <a:lnTo>
                    <a:pt x="6177964" y="731794"/>
                  </a:lnTo>
                  <a:lnTo>
                    <a:pt x="6178090" y="731794"/>
                  </a:lnTo>
                  <a:lnTo>
                    <a:pt x="6178217" y="731794"/>
                  </a:lnTo>
                  <a:lnTo>
                    <a:pt x="6178343" y="731794"/>
                  </a:lnTo>
                  <a:lnTo>
                    <a:pt x="6178469" y="731794"/>
                  </a:lnTo>
                  <a:lnTo>
                    <a:pt x="6178595" y="731794"/>
                  </a:lnTo>
                  <a:lnTo>
                    <a:pt x="6178722" y="731794"/>
                  </a:lnTo>
                  <a:lnTo>
                    <a:pt x="6178848" y="731794"/>
                  </a:lnTo>
                  <a:lnTo>
                    <a:pt x="6178974" y="731794"/>
                  </a:lnTo>
                  <a:lnTo>
                    <a:pt x="6179100" y="731794"/>
                  </a:lnTo>
                  <a:lnTo>
                    <a:pt x="6179227" y="731794"/>
                  </a:lnTo>
                  <a:lnTo>
                    <a:pt x="6179353" y="731794"/>
                  </a:lnTo>
                  <a:lnTo>
                    <a:pt x="6179479" y="731794"/>
                  </a:lnTo>
                  <a:lnTo>
                    <a:pt x="6179605" y="731794"/>
                  </a:lnTo>
                  <a:lnTo>
                    <a:pt x="6179732" y="731794"/>
                  </a:lnTo>
                  <a:lnTo>
                    <a:pt x="6179858" y="731794"/>
                  </a:lnTo>
                  <a:lnTo>
                    <a:pt x="6179984" y="731794"/>
                  </a:lnTo>
                  <a:lnTo>
                    <a:pt x="6180110" y="731794"/>
                  </a:lnTo>
                  <a:lnTo>
                    <a:pt x="6180237" y="731794"/>
                  </a:lnTo>
                  <a:lnTo>
                    <a:pt x="6180363" y="731794"/>
                  </a:lnTo>
                  <a:lnTo>
                    <a:pt x="6180489" y="731794"/>
                  </a:lnTo>
                  <a:lnTo>
                    <a:pt x="6180616" y="731794"/>
                  </a:lnTo>
                  <a:lnTo>
                    <a:pt x="6180742" y="731794"/>
                  </a:lnTo>
                  <a:lnTo>
                    <a:pt x="6180868" y="731794"/>
                  </a:lnTo>
                  <a:lnTo>
                    <a:pt x="6180994" y="731794"/>
                  </a:lnTo>
                  <a:lnTo>
                    <a:pt x="6181121" y="731794"/>
                  </a:lnTo>
                  <a:lnTo>
                    <a:pt x="6181247" y="731794"/>
                  </a:lnTo>
                  <a:lnTo>
                    <a:pt x="6181373" y="731794"/>
                  </a:lnTo>
                  <a:lnTo>
                    <a:pt x="6181499" y="731794"/>
                  </a:lnTo>
                  <a:lnTo>
                    <a:pt x="6181626" y="731794"/>
                  </a:lnTo>
                  <a:lnTo>
                    <a:pt x="6181752" y="731794"/>
                  </a:lnTo>
                  <a:lnTo>
                    <a:pt x="6181878" y="731794"/>
                  </a:lnTo>
                  <a:lnTo>
                    <a:pt x="6182004" y="731794"/>
                  </a:lnTo>
                  <a:lnTo>
                    <a:pt x="6182131" y="731794"/>
                  </a:lnTo>
                  <a:lnTo>
                    <a:pt x="6182257" y="731794"/>
                  </a:lnTo>
                  <a:lnTo>
                    <a:pt x="6182383" y="731794"/>
                  </a:lnTo>
                  <a:lnTo>
                    <a:pt x="6182509" y="731794"/>
                  </a:lnTo>
                  <a:lnTo>
                    <a:pt x="6182636" y="731794"/>
                  </a:lnTo>
                  <a:lnTo>
                    <a:pt x="6182762" y="731794"/>
                  </a:lnTo>
                  <a:lnTo>
                    <a:pt x="6182888" y="731794"/>
                  </a:lnTo>
                  <a:lnTo>
                    <a:pt x="6183014" y="731794"/>
                  </a:lnTo>
                  <a:lnTo>
                    <a:pt x="6183141" y="731794"/>
                  </a:lnTo>
                  <a:lnTo>
                    <a:pt x="6183267" y="731794"/>
                  </a:lnTo>
                  <a:lnTo>
                    <a:pt x="6183393" y="731794"/>
                  </a:lnTo>
                  <a:lnTo>
                    <a:pt x="6183519" y="731794"/>
                  </a:lnTo>
                  <a:lnTo>
                    <a:pt x="6183646" y="731794"/>
                  </a:lnTo>
                  <a:lnTo>
                    <a:pt x="6183772" y="731794"/>
                  </a:lnTo>
                  <a:lnTo>
                    <a:pt x="6183898" y="731794"/>
                  </a:lnTo>
                  <a:lnTo>
                    <a:pt x="6184024" y="731794"/>
                  </a:lnTo>
                  <a:lnTo>
                    <a:pt x="6184151" y="731794"/>
                  </a:lnTo>
                  <a:lnTo>
                    <a:pt x="6184277" y="731794"/>
                  </a:lnTo>
                  <a:lnTo>
                    <a:pt x="6184403" y="731794"/>
                  </a:lnTo>
                  <a:lnTo>
                    <a:pt x="6184529" y="731794"/>
                  </a:lnTo>
                  <a:lnTo>
                    <a:pt x="6184656" y="731794"/>
                  </a:lnTo>
                  <a:lnTo>
                    <a:pt x="6184782" y="731794"/>
                  </a:lnTo>
                  <a:lnTo>
                    <a:pt x="6184908" y="731794"/>
                  </a:lnTo>
                  <a:lnTo>
                    <a:pt x="6185034" y="731794"/>
                  </a:lnTo>
                  <a:lnTo>
                    <a:pt x="6185161" y="731794"/>
                  </a:lnTo>
                  <a:lnTo>
                    <a:pt x="6185287" y="731794"/>
                  </a:lnTo>
                  <a:lnTo>
                    <a:pt x="6185413" y="731794"/>
                  </a:lnTo>
                  <a:lnTo>
                    <a:pt x="6185540" y="731794"/>
                  </a:lnTo>
                  <a:lnTo>
                    <a:pt x="6185666" y="731794"/>
                  </a:lnTo>
                  <a:lnTo>
                    <a:pt x="6185792" y="731794"/>
                  </a:lnTo>
                  <a:lnTo>
                    <a:pt x="6185918" y="731794"/>
                  </a:lnTo>
                  <a:lnTo>
                    <a:pt x="6186045" y="731794"/>
                  </a:lnTo>
                  <a:lnTo>
                    <a:pt x="6186171" y="731794"/>
                  </a:lnTo>
                  <a:lnTo>
                    <a:pt x="6186297" y="731794"/>
                  </a:lnTo>
                  <a:lnTo>
                    <a:pt x="6186423" y="731794"/>
                  </a:lnTo>
                  <a:lnTo>
                    <a:pt x="6186550" y="731794"/>
                  </a:lnTo>
                  <a:lnTo>
                    <a:pt x="6186676" y="731794"/>
                  </a:lnTo>
                  <a:lnTo>
                    <a:pt x="6186802" y="731794"/>
                  </a:lnTo>
                  <a:lnTo>
                    <a:pt x="6186928" y="731794"/>
                  </a:lnTo>
                  <a:lnTo>
                    <a:pt x="6187055" y="731794"/>
                  </a:lnTo>
                  <a:lnTo>
                    <a:pt x="6187181" y="731794"/>
                  </a:lnTo>
                  <a:lnTo>
                    <a:pt x="6187307" y="731794"/>
                  </a:lnTo>
                  <a:lnTo>
                    <a:pt x="6187433" y="731794"/>
                  </a:lnTo>
                  <a:lnTo>
                    <a:pt x="6187560" y="731794"/>
                  </a:lnTo>
                  <a:lnTo>
                    <a:pt x="6187686" y="731794"/>
                  </a:lnTo>
                  <a:lnTo>
                    <a:pt x="6187812" y="731794"/>
                  </a:lnTo>
                  <a:lnTo>
                    <a:pt x="6187938" y="731794"/>
                  </a:lnTo>
                  <a:lnTo>
                    <a:pt x="6188065" y="731794"/>
                  </a:lnTo>
                  <a:lnTo>
                    <a:pt x="6188191" y="731794"/>
                  </a:lnTo>
                  <a:lnTo>
                    <a:pt x="6188317" y="731794"/>
                  </a:lnTo>
                  <a:lnTo>
                    <a:pt x="6188443" y="731794"/>
                  </a:lnTo>
                  <a:lnTo>
                    <a:pt x="6188570" y="731794"/>
                  </a:lnTo>
                  <a:lnTo>
                    <a:pt x="6188696" y="731794"/>
                  </a:lnTo>
                  <a:lnTo>
                    <a:pt x="6188822" y="731794"/>
                  </a:lnTo>
                  <a:lnTo>
                    <a:pt x="6188948" y="731794"/>
                  </a:lnTo>
                  <a:lnTo>
                    <a:pt x="6189075" y="731794"/>
                  </a:lnTo>
                  <a:lnTo>
                    <a:pt x="6189201" y="731794"/>
                  </a:lnTo>
                  <a:lnTo>
                    <a:pt x="6189327" y="731794"/>
                  </a:lnTo>
                  <a:lnTo>
                    <a:pt x="6189453" y="731794"/>
                  </a:lnTo>
                  <a:lnTo>
                    <a:pt x="6189580" y="731794"/>
                  </a:lnTo>
                  <a:lnTo>
                    <a:pt x="6189706" y="731794"/>
                  </a:lnTo>
                  <a:lnTo>
                    <a:pt x="6189832" y="731794"/>
                  </a:lnTo>
                  <a:lnTo>
                    <a:pt x="6189958" y="731794"/>
                  </a:lnTo>
                  <a:lnTo>
                    <a:pt x="6189958" y="726883"/>
                  </a:lnTo>
                  <a:lnTo>
                    <a:pt x="6190085" y="726883"/>
                  </a:lnTo>
                  <a:lnTo>
                    <a:pt x="6190211" y="726883"/>
                  </a:lnTo>
                  <a:lnTo>
                    <a:pt x="6190337" y="726883"/>
                  </a:lnTo>
                  <a:lnTo>
                    <a:pt x="6190463" y="726883"/>
                  </a:lnTo>
                  <a:lnTo>
                    <a:pt x="6190590" y="726883"/>
                  </a:lnTo>
                  <a:lnTo>
                    <a:pt x="6190716" y="726883"/>
                  </a:lnTo>
                  <a:lnTo>
                    <a:pt x="6190842" y="726883"/>
                  </a:lnTo>
                  <a:lnTo>
                    <a:pt x="6190969" y="726883"/>
                  </a:lnTo>
                  <a:lnTo>
                    <a:pt x="6191095" y="726883"/>
                  </a:lnTo>
                  <a:lnTo>
                    <a:pt x="6191221" y="726883"/>
                  </a:lnTo>
                  <a:lnTo>
                    <a:pt x="6191347" y="726883"/>
                  </a:lnTo>
                  <a:lnTo>
                    <a:pt x="6191474" y="726883"/>
                  </a:lnTo>
                  <a:lnTo>
                    <a:pt x="6191600" y="726883"/>
                  </a:lnTo>
                  <a:lnTo>
                    <a:pt x="6191726" y="726883"/>
                  </a:lnTo>
                  <a:lnTo>
                    <a:pt x="6191852" y="726883"/>
                  </a:lnTo>
                  <a:lnTo>
                    <a:pt x="6191979" y="726883"/>
                  </a:lnTo>
                  <a:lnTo>
                    <a:pt x="6192105" y="726883"/>
                  </a:lnTo>
                  <a:lnTo>
                    <a:pt x="6192105" y="721972"/>
                  </a:lnTo>
                  <a:lnTo>
                    <a:pt x="6192231" y="721972"/>
                  </a:lnTo>
                  <a:lnTo>
                    <a:pt x="6192357" y="721972"/>
                  </a:lnTo>
                  <a:lnTo>
                    <a:pt x="6192484" y="721972"/>
                  </a:lnTo>
                  <a:lnTo>
                    <a:pt x="6192610" y="721972"/>
                  </a:lnTo>
                  <a:lnTo>
                    <a:pt x="6192736" y="721972"/>
                  </a:lnTo>
                  <a:lnTo>
                    <a:pt x="6192862" y="721972"/>
                  </a:lnTo>
                  <a:lnTo>
                    <a:pt x="6192989" y="721972"/>
                  </a:lnTo>
                  <a:lnTo>
                    <a:pt x="6193115" y="721972"/>
                  </a:lnTo>
                  <a:lnTo>
                    <a:pt x="6193241" y="721972"/>
                  </a:lnTo>
                  <a:lnTo>
                    <a:pt x="6193367" y="721972"/>
                  </a:lnTo>
                  <a:lnTo>
                    <a:pt x="6193494" y="721972"/>
                  </a:lnTo>
                  <a:lnTo>
                    <a:pt x="6193620" y="721972"/>
                  </a:lnTo>
                  <a:lnTo>
                    <a:pt x="6193746" y="721972"/>
                  </a:lnTo>
                  <a:lnTo>
                    <a:pt x="6193872" y="721972"/>
                  </a:lnTo>
                  <a:lnTo>
                    <a:pt x="6193999" y="721972"/>
                  </a:lnTo>
                  <a:lnTo>
                    <a:pt x="6194125" y="721972"/>
                  </a:lnTo>
                  <a:lnTo>
                    <a:pt x="6194251" y="721972"/>
                  </a:lnTo>
                  <a:lnTo>
                    <a:pt x="6194377" y="721972"/>
                  </a:lnTo>
                  <a:lnTo>
                    <a:pt x="6194504" y="721972"/>
                  </a:lnTo>
                  <a:lnTo>
                    <a:pt x="6194630" y="721972"/>
                  </a:lnTo>
                  <a:lnTo>
                    <a:pt x="6194756" y="721972"/>
                  </a:lnTo>
                  <a:lnTo>
                    <a:pt x="6194882" y="721972"/>
                  </a:lnTo>
                  <a:lnTo>
                    <a:pt x="6195009" y="721972"/>
                  </a:lnTo>
                  <a:lnTo>
                    <a:pt x="6195135" y="721972"/>
                  </a:lnTo>
                  <a:lnTo>
                    <a:pt x="6195261" y="721972"/>
                  </a:lnTo>
                  <a:lnTo>
                    <a:pt x="6195387" y="721972"/>
                  </a:lnTo>
                  <a:lnTo>
                    <a:pt x="6195514" y="721972"/>
                  </a:lnTo>
                  <a:lnTo>
                    <a:pt x="6195640" y="721972"/>
                  </a:lnTo>
                  <a:lnTo>
                    <a:pt x="6195766" y="721972"/>
                  </a:lnTo>
                  <a:lnTo>
                    <a:pt x="6195893" y="721972"/>
                  </a:lnTo>
                  <a:lnTo>
                    <a:pt x="6196019" y="721972"/>
                  </a:lnTo>
                  <a:lnTo>
                    <a:pt x="6196145" y="721972"/>
                  </a:lnTo>
                  <a:lnTo>
                    <a:pt x="6196271" y="721972"/>
                  </a:lnTo>
                  <a:lnTo>
                    <a:pt x="6196398" y="721972"/>
                  </a:lnTo>
                  <a:lnTo>
                    <a:pt x="6196524" y="721972"/>
                  </a:lnTo>
                  <a:lnTo>
                    <a:pt x="6196650" y="721972"/>
                  </a:lnTo>
                  <a:lnTo>
                    <a:pt x="6196776" y="721972"/>
                  </a:lnTo>
                  <a:lnTo>
                    <a:pt x="6196903" y="721972"/>
                  </a:lnTo>
                  <a:lnTo>
                    <a:pt x="6197029" y="721972"/>
                  </a:lnTo>
                  <a:lnTo>
                    <a:pt x="6197155" y="721972"/>
                  </a:lnTo>
                  <a:lnTo>
                    <a:pt x="6197281" y="721972"/>
                  </a:lnTo>
                  <a:lnTo>
                    <a:pt x="6197408" y="721972"/>
                  </a:lnTo>
                  <a:lnTo>
                    <a:pt x="6197534" y="721972"/>
                  </a:lnTo>
                  <a:lnTo>
                    <a:pt x="6197660" y="721972"/>
                  </a:lnTo>
                  <a:lnTo>
                    <a:pt x="6197786" y="721972"/>
                  </a:lnTo>
                  <a:lnTo>
                    <a:pt x="6197913" y="721972"/>
                  </a:lnTo>
                  <a:lnTo>
                    <a:pt x="6198039" y="721972"/>
                  </a:lnTo>
                  <a:lnTo>
                    <a:pt x="6198165" y="721972"/>
                  </a:lnTo>
                  <a:lnTo>
                    <a:pt x="6198291" y="721972"/>
                  </a:lnTo>
                  <a:lnTo>
                    <a:pt x="6198418" y="721972"/>
                  </a:lnTo>
                  <a:lnTo>
                    <a:pt x="6198544" y="721972"/>
                  </a:lnTo>
                  <a:lnTo>
                    <a:pt x="6198670" y="721972"/>
                  </a:lnTo>
                  <a:lnTo>
                    <a:pt x="6198796" y="721972"/>
                  </a:lnTo>
                  <a:lnTo>
                    <a:pt x="6198923" y="721972"/>
                  </a:lnTo>
                  <a:lnTo>
                    <a:pt x="6199049" y="721972"/>
                  </a:lnTo>
                  <a:lnTo>
                    <a:pt x="6199175" y="721972"/>
                  </a:lnTo>
                  <a:lnTo>
                    <a:pt x="6199301" y="721972"/>
                  </a:lnTo>
                  <a:lnTo>
                    <a:pt x="6199428" y="721972"/>
                  </a:lnTo>
                  <a:lnTo>
                    <a:pt x="6199554" y="721972"/>
                  </a:lnTo>
                  <a:lnTo>
                    <a:pt x="6199680" y="721972"/>
                  </a:lnTo>
                  <a:lnTo>
                    <a:pt x="6199680" y="717060"/>
                  </a:lnTo>
                  <a:lnTo>
                    <a:pt x="6199806" y="717060"/>
                  </a:lnTo>
                  <a:lnTo>
                    <a:pt x="6199933" y="717060"/>
                  </a:lnTo>
                  <a:lnTo>
                    <a:pt x="6200059" y="717060"/>
                  </a:lnTo>
                  <a:lnTo>
                    <a:pt x="6200185" y="717060"/>
                  </a:lnTo>
                  <a:lnTo>
                    <a:pt x="6200311" y="717060"/>
                  </a:lnTo>
                  <a:lnTo>
                    <a:pt x="6200438" y="717060"/>
                  </a:lnTo>
                  <a:lnTo>
                    <a:pt x="6200564" y="717060"/>
                  </a:lnTo>
                  <a:lnTo>
                    <a:pt x="6200690" y="717060"/>
                  </a:lnTo>
                  <a:lnTo>
                    <a:pt x="6200816" y="717060"/>
                  </a:lnTo>
                  <a:lnTo>
                    <a:pt x="6200943" y="717060"/>
                  </a:lnTo>
                  <a:lnTo>
                    <a:pt x="6201069" y="717060"/>
                  </a:lnTo>
                  <a:lnTo>
                    <a:pt x="6201195" y="717060"/>
                  </a:lnTo>
                  <a:lnTo>
                    <a:pt x="6201322" y="717060"/>
                  </a:lnTo>
                  <a:lnTo>
                    <a:pt x="6201448" y="717060"/>
                  </a:lnTo>
                  <a:lnTo>
                    <a:pt x="6201574" y="717060"/>
                  </a:lnTo>
                  <a:lnTo>
                    <a:pt x="6201700" y="717060"/>
                  </a:lnTo>
                  <a:lnTo>
                    <a:pt x="6201827" y="717060"/>
                  </a:lnTo>
                  <a:lnTo>
                    <a:pt x="6201953" y="717060"/>
                  </a:lnTo>
                  <a:lnTo>
                    <a:pt x="6202079" y="717060"/>
                  </a:lnTo>
                  <a:lnTo>
                    <a:pt x="6202205" y="717060"/>
                  </a:lnTo>
                  <a:lnTo>
                    <a:pt x="6202332" y="717060"/>
                  </a:lnTo>
                  <a:lnTo>
                    <a:pt x="6202458" y="717060"/>
                  </a:lnTo>
                  <a:lnTo>
                    <a:pt x="6202584" y="717060"/>
                  </a:lnTo>
                  <a:lnTo>
                    <a:pt x="6202710" y="717060"/>
                  </a:lnTo>
                  <a:lnTo>
                    <a:pt x="6202837" y="717060"/>
                  </a:lnTo>
                  <a:lnTo>
                    <a:pt x="6202963" y="717060"/>
                  </a:lnTo>
                  <a:lnTo>
                    <a:pt x="6203089" y="717060"/>
                  </a:lnTo>
                  <a:lnTo>
                    <a:pt x="6203215" y="717060"/>
                  </a:lnTo>
                  <a:lnTo>
                    <a:pt x="6203342" y="717060"/>
                  </a:lnTo>
                  <a:lnTo>
                    <a:pt x="6203468" y="717060"/>
                  </a:lnTo>
                  <a:lnTo>
                    <a:pt x="6203594" y="717060"/>
                  </a:lnTo>
                  <a:lnTo>
                    <a:pt x="6203720" y="717060"/>
                  </a:lnTo>
                  <a:lnTo>
                    <a:pt x="6203847" y="717060"/>
                  </a:lnTo>
                  <a:lnTo>
                    <a:pt x="6203973" y="717060"/>
                  </a:lnTo>
                  <a:lnTo>
                    <a:pt x="6204099" y="717060"/>
                  </a:lnTo>
                  <a:lnTo>
                    <a:pt x="6204225" y="717060"/>
                  </a:lnTo>
                  <a:lnTo>
                    <a:pt x="6204352" y="717060"/>
                  </a:lnTo>
                  <a:lnTo>
                    <a:pt x="6204478" y="717060"/>
                  </a:lnTo>
                  <a:lnTo>
                    <a:pt x="6204604" y="717060"/>
                  </a:lnTo>
                  <a:lnTo>
                    <a:pt x="6204730" y="717060"/>
                  </a:lnTo>
                  <a:lnTo>
                    <a:pt x="6204857" y="717060"/>
                  </a:lnTo>
                  <a:lnTo>
                    <a:pt x="6204983" y="717060"/>
                  </a:lnTo>
                  <a:lnTo>
                    <a:pt x="6205109" y="717060"/>
                  </a:lnTo>
                  <a:lnTo>
                    <a:pt x="6205235" y="717060"/>
                  </a:lnTo>
                  <a:lnTo>
                    <a:pt x="6205362" y="717060"/>
                  </a:lnTo>
                  <a:lnTo>
                    <a:pt x="6205488" y="717060"/>
                  </a:lnTo>
                  <a:lnTo>
                    <a:pt x="6205614" y="717060"/>
                  </a:lnTo>
                  <a:lnTo>
                    <a:pt x="6205740" y="717060"/>
                  </a:lnTo>
                  <a:lnTo>
                    <a:pt x="6205867" y="717060"/>
                  </a:lnTo>
                  <a:lnTo>
                    <a:pt x="6205993" y="717060"/>
                  </a:lnTo>
                  <a:lnTo>
                    <a:pt x="6206119" y="717060"/>
                  </a:lnTo>
                  <a:lnTo>
                    <a:pt x="6206246" y="717060"/>
                  </a:lnTo>
                  <a:lnTo>
                    <a:pt x="6206372" y="717060"/>
                  </a:lnTo>
                  <a:lnTo>
                    <a:pt x="6206498" y="717060"/>
                  </a:lnTo>
                  <a:lnTo>
                    <a:pt x="6206624" y="717060"/>
                  </a:lnTo>
                  <a:lnTo>
                    <a:pt x="6206751" y="717060"/>
                  </a:lnTo>
                  <a:lnTo>
                    <a:pt x="6206877" y="717060"/>
                  </a:lnTo>
                  <a:lnTo>
                    <a:pt x="6207003" y="717060"/>
                  </a:lnTo>
                  <a:lnTo>
                    <a:pt x="6207129" y="717060"/>
                  </a:lnTo>
                  <a:lnTo>
                    <a:pt x="6207256" y="717060"/>
                  </a:lnTo>
                  <a:lnTo>
                    <a:pt x="6207382" y="717060"/>
                  </a:lnTo>
                  <a:lnTo>
                    <a:pt x="6207508" y="717060"/>
                  </a:lnTo>
                  <a:lnTo>
                    <a:pt x="6207634" y="717060"/>
                  </a:lnTo>
                  <a:lnTo>
                    <a:pt x="6207761" y="717060"/>
                  </a:lnTo>
                  <a:lnTo>
                    <a:pt x="6207887" y="717060"/>
                  </a:lnTo>
                  <a:lnTo>
                    <a:pt x="6208013" y="717060"/>
                  </a:lnTo>
                  <a:lnTo>
                    <a:pt x="6208139" y="717060"/>
                  </a:lnTo>
                  <a:lnTo>
                    <a:pt x="6208266" y="717060"/>
                  </a:lnTo>
                  <a:lnTo>
                    <a:pt x="6208392" y="717060"/>
                  </a:lnTo>
                  <a:lnTo>
                    <a:pt x="6208518" y="717060"/>
                  </a:lnTo>
                  <a:lnTo>
                    <a:pt x="6208644" y="717060"/>
                  </a:lnTo>
                  <a:lnTo>
                    <a:pt x="6208771" y="717060"/>
                  </a:lnTo>
                  <a:lnTo>
                    <a:pt x="6208897" y="717060"/>
                  </a:lnTo>
                  <a:lnTo>
                    <a:pt x="6209023" y="717060"/>
                  </a:lnTo>
                  <a:lnTo>
                    <a:pt x="6209149" y="717060"/>
                  </a:lnTo>
                  <a:lnTo>
                    <a:pt x="6209276" y="717060"/>
                  </a:lnTo>
                  <a:lnTo>
                    <a:pt x="6209402" y="717060"/>
                  </a:lnTo>
                  <a:lnTo>
                    <a:pt x="6209528" y="717060"/>
                  </a:lnTo>
                  <a:lnTo>
                    <a:pt x="6209654" y="717060"/>
                  </a:lnTo>
                  <a:lnTo>
                    <a:pt x="6209781" y="717060"/>
                  </a:lnTo>
                  <a:lnTo>
                    <a:pt x="6209907" y="717060"/>
                  </a:lnTo>
                  <a:lnTo>
                    <a:pt x="6210033" y="717060"/>
                  </a:lnTo>
                  <a:lnTo>
                    <a:pt x="6210159" y="717060"/>
                  </a:lnTo>
                  <a:lnTo>
                    <a:pt x="6210286" y="717060"/>
                  </a:lnTo>
                  <a:lnTo>
                    <a:pt x="6210412" y="717060"/>
                  </a:lnTo>
                  <a:lnTo>
                    <a:pt x="6210538" y="717060"/>
                  </a:lnTo>
                  <a:lnTo>
                    <a:pt x="6210664" y="717060"/>
                  </a:lnTo>
                  <a:lnTo>
                    <a:pt x="6210791" y="717060"/>
                  </a:lnTo>
                  <a:lnTo>
                    <a:pt x="6210791" y="712149"/>
                  </a:lnTo>
                  <a:lnTo>
                    <a:pt x="6210917" y="712149"/>
                  </a:lnTo>
                  <a:lnTo>
                    <a:pt x="6211043" y="712149"/>
                  </a:lnTo>
                  <a:lnTo>
                    <a:pt x="6211169" y="712149"/>
                  </a:lnTo>
                  <a:lnTo>
                    <a:pt x="6211296" y="712149"/>
                  </a:lnTo>
                  <a:lnTo>
                    <a:pt x="6211422" y="712149"/>
                  </a:lnTo>
                  <a:lnTo>
                    <a:pt x="6211548" y="712149"/>
                  </a:lnTo>
                  <a:lnTo>
                    <a:pt x="6211675" y="712149"/>
                  </a:lnTo>
                  <a:lnTo>
                    <a:pt x="6211801" y="712149"/>
                  </a:lnTo>
                  <a:lnTo>
                    <a:pt x="6211927" y="712149"/>
                  </a:lnTo>
                  <a:lnTo>
                    <a:pt x="6212053" y="712149"/>
                  </a:lnTo>
                  <a:lnTo>
                    <a:pt x="6212180" y="712149"/>
                  </a:lnTo>
                  <a:lnTo>
                    <a:pt x="6212306" y="712149"/>
                  </a:lnTo>
                  <a:lnTo>
                    <a:pt x="6212432" y="712149"/>
                  </a:lnTo>
                  <a:lnTo>
                    <a:pt x="6212558" y="712149"/>
                  </a:lnTo>
                  <a:lnTo>
                    <a:pt x="6212685" y="712149"/>
                  </a:lnTo>
                  <a:lnTo>
                    <a:pt x="6212811" y="712149"/>
                  </a:lnTo>
                  <a:lnTo>
                    <a:pt x="6212937" y="712149"/>
                  </a:lnTo>
                  <a:lnTo>
                    <a:pt x="6213063" y="712149"/>
                  </a:lnTo>
                  <a:lnTo>
                    <a:pt x="6213190" y="712149"/>
                  </a:lnTo>
                  <a:lnTo>
                    <a:pt x="6213316" y="712149"/>
                  </a:lnTo>
                  <a:lnTo>
                    <a:pt x="6213442" y="712149"/>
                  </a:lnTo>
                  <a:lnTo>
                    <a:pt x="6213568" y="712149"/>
                  </a:lnTo>
                  <a:lnTo>
                    <a:pt x="6213695" y="712149"/>
                  </a:lnTo>
                  <a:lnTo>
                    <a:pt x="6213821" y="712149"/>
                  </a:lnTo>
                  <a:lnTo>
                    <a:pt x="6213947" y="712149"/>
                  </a:lnTo>
                  <a:lnTo>
                    <a:pt x="6214073" y="712149"/>
                  </a:lnTo>
                  <a:lnTo>
                    <a:pt x="6214200" y="712149"/>
                  </a:lnTo>
                  <a:lnTo>
                    <a:pt x="6214326" y="712149"/>
                  </a:lnTo>
                  <a:lnTo>
                    <a:pt x="6214452" y="712149"/>
                  </a:lnTo>
                  <a:lnTo>
                    <a:pt x="6214578" y="712149"/>
                  </a:lnTo>
                  <a:lnTo>
                    <a:pt x="6214705" y="712149"/>
                  </a:lnTo>
                  <a:lnTo>
                    <a:pt x="6214831" y="712149"/>
                  </a:lnTo>
                  <a:lnTo>
                    <a:pt x="6214957" y="712149"/>
                  </a:lnTo>
                  <a:lnTo>
                    <a:pt x="6215083" y="712149"/>
                  </a:lnTo>
                  <a:lnTo>
                    <a:pt x="6215210" y="712149"/>
                  </a:lnTo>
                  <a:lnTo>
                    <a:pt x="6215336" y="712149"/>
                  </a:lnTo>
                  <a:lnTo>
                    <a:pt x="6215462" y="712149"/>
                  </a:lnTo>
                  <a:lnTo>
                    <a:pt x="6215588" y="712149"/>
                  </a:lnTo>
                  <a:lnTo>
                    <a:pt x="6215715" y="712149"/>
                  </a:lnTo>
                  <a:lnTo>
                    <a:pt x="6215841" y="712149"/>
                  </a:lnTo>
                  <a:lnTo>
                    <a:pt x="6215967" y="712149"/>
                  </a:lnTo>
                  <a:lnTo>
                    <a:pt x="6216093" y="712149"/>
                  </a:lnTo>
                  <a:lnTo>
                    <a:pt x="6216220" y="712149"/>
                  </a:lnTo>
                  <a:lnTo>
                    <a:pt x="6216346" y="712149"/>
                  </a:lnTo>
                  <a:lnTo>
                    <a:pt x="6216472" y="712149"/>
                  </a:lnTo>
                  <a:lnTo>
                    <a:pt x="6216599" y="712149"/>
                  </a:lnTo>
                  <a:lnTo>
                    <a:pt x="6216725" y="712149"/>
                  </a:lnTo>
                  <a:lnTo>
                    <a:pt x="6216851" y="712149"/>
                  </a:lnTo>
                  <a:lnTo>
                    <a:pt x="6216977" y="712149"/>
                  </a:lnTo>
                  <a:lnTo>
                    <a:pt x="6217104" y="712149"/>
                  </a:lnTo>
                  <a:lnTo>
                    <a:pt x="6217230" y="712149"/>
                  </a:lnTo>
                  <a:lnTo>
                    <a:pt x="6217356" y="712149"/>
                  </a:lnTo>
                  <a:lnTo>
                    <a:pt x="6217482" y="712149"/>
                  </a:lnTo>
                  <a:lnTo>
                    <a:pt x="6217609" y="712149"/>
                  </a:lnTo>
                  <a:lnTo>
                    <a:pt x="6217735" y="712149"/>
                  </a:lnTo>
                  <a:lnTo>
                    <a:pt x="6217861" y="712149"/>
                  </a:lnTo>
                  <a:lnTo>
                    <a:pt x="6217987" y="712149"/>
                  </a:lnTo>
                  <a:lnTo>
                    <a:pt x="6218114" y="712149"/>
                  </a:lnTo>
                  <a:lnTo>
                    <a:pt x="6218240" y="712149"/>
                  </a:lnTo>
                  <a:lnTo>
                    <a:pt x="6218366" y="712149"/>
                  </a:lnTo>
                  <a:lnTo>
                    <a:pt x="6218492" y="712149"/>
                  </a:lnTo>
                  <a:lnTo>
                    <a:pt x="6218619" y="712149"/>
                  </a:lnTo>
                  <a:lnTo>
                    <a:pt x="6218745" y="712149"/>
                  </a:lnTo>
                  <a:lnTo>
                    <a:pt x="6218871" y="712149"/>
                  </a:lnTo>
                  <a:lnTo>
                    <a:pt x="6218997" y="712149"/>
                  </a:lnTo>
                  <a:lnTo>
                    <a:pt x="6219124" y="712149"/>
                  </a:lnTo>
                  <a:lnTo>
                    <a:pt x="6219250" y="712149"/>
                  </a:lnTo>
                  <a:lnTo>
                    <a:pt x="6219376" y="712149"/>
                  </a:lnTo>
                  <a:lnTo>
                    <a:pt x="6219502" y="712149"/>
                  </a:lnTo>
                  <a:lnTo>
                    <a:pt x="6219629" y="712149"/>
                  </a:lnTo>
                  <a:lnTo>
                    <a:pt x="6219755" y="712149"/>
                  </a:lnTo>
                  <a:lnTo>
                    <a:pt x="6219881" y="712149"/>
                  </a:lnTo>
                  <a:lnTo>
                    <a:pt x="6220007" y="712149"/>
                  </a:lnTo>
                  <a:lnTo>
                    <a:pt x="6220134" y="712149"/>
                  </a:lnTo>
                  <a:lnTo>
                    <a:pt x="6220260" y="712149"/>
                  </a:lnTo>
                  <a:lnTo>
                    <a:pt x="6220386" y="712149"/>
                  </a:lnTo>
                  <a:lnTo>
                    <a:pt x="6220512" y="712149"/>
                  </a:lnTo>
                  <a:lnTo>
                    <a:pt x="6220639" y="712149"/>
                  </a:lnTo>
                  <a:lnTo>
                    <a:pt x="6220765" y="712149"/>
                  </a:lnTo>
                  <a:lnTo>
                    <a:pt x="6220891" y="712149"/>
                  </a:lnTo>
                  <a:lnTo>
                    <a:pt x="6221017" y="712149"/>
                  </a:lnTo>
                  <a:lnTo>
                    <a:pt x="6221144" y="712149"/>
                  </a:lnTo>
                  <a:lnTo>
                    <a:pt x="6221270" y="712149"/>
                  </a:lnTo>
                  <a:lnTo>
                    <a:pt x="6221396" y="712149"/>
                  </a:lnTo>
                  <a:lnTo>
                    <a:pt x="6221522" y="712149"/>
                  </a:lnTo>
                  <a:lnTo>
                    <a:pt x="6221649" y="712149"/>
                  </a:lnTo>
                  <a:lnTo>
                    <a:pt x="6221775" y="712149"/>
                  </a:lnTo>
                  <a:lnTo>
                    <a:pt x="6221901" y="712149"/>
                  </a:lnTo>
                  <a:lnTo>
                    <a:pt x="6222028" y="712149"/>
                  </a:lnTo>
                  <a:lnTo>
                    <a:pt x="6222154" y="712149"/>
                  </a:lnTo>
                  <a:lnTo>
                    <a:pt x="6222280" y="712149"/>
                  </a:lnTo>
                  <a:lnTo>
                    <a:pt x="6222406" y="712149"/>
                  </a:lnTo>
                  <a:lnTo>
                    <a:pt x="6222533" y="712149"/>
                  </a:lnTo>
                  <a:lnTo>
                    <a:pt x="6222659" y="712149"/>
                  </a:lnTo>
                  <a:lnTo>
                    <a:pt x="6222785" y="712149"/>
                  </a:lnTo>
                  <a:lnTo>
                    <a:pt x="6222911" y="712149"/>
                  </a:lnTo>
                  <a:lnTo>
                    <a:pt x="6223038" y="712149"/>
                  </a:lnTo>
                  <a:lnTo>
                    <a:pt x="6223164" y="712149"/>
                  </a:lnTo>
                  <a:lnTo>
                    <a:pt x="6223290" y="712149"/>
                  </a:lnTo>
                  <a:lnTo>
                    <a:pt x="6223416" y="712149"/>
                  </a:lnTo>
                  <a:lnTo>
                    <a:pt x="6223543" y="712149"/>
                  </a:lnTo>
                  <a:lnTo>
                    <a:pt x="6223669" y="712149"/>
                  </a:lnTo>
                  <a:lnTo>
                    <a:pt x="6223795" y="712149"/>
                  </a:lnTo>
                  <a:lnTo>
                    <a:pt x="6223921" y="712149"/>
                  </a:lnTo>
                  <a:lnTo>
                    <a:pt x="6224048" y="712149"/>
                  </a:lnTo>
                  <a:lnTo>
                    <a:pt x="6224174" y="712149"/>
                  </a:lnTo>
                  <a:lnTo>
                    <a:pt x="6224300" y="712149"/>
                  </a:lnTo>
                  <a:lnTo>
                    <a:pt x="6224426" y="712149"/>
                  </a:lnTo>
                  <a:lnTo>
                    <a:pt x="6224553" y="712149"/>
                  </a:lnTo>
                  <a:lnTo>
                    <a:pt x="6224679" y="712149"/>
                  </a:lnTo>
                  <a:lnTo>
                    <a:pt x="6224805" y="712149"/>
                  </a:lnTo>
                  <a:lnTo>
                    <a:pt x="6224931" y="712149"/>
                  </a:lnTo>
                  <a:lnTo>
                    <a:pt x="6225058" y="712149"/>
                  </a:lnTo>
                  <a:lnTo>
                    <a:pt x="6225184" y="712149"/>
                  </a:lnTo>
                  <a:lnTo>
                    <a:pt x="6225310" y="712149"/>
                  </a:lnTo>
                  <a:lnTo>
                    <a:pt x="6225436" y="712149"/>
                  </a:lnTo>
                  <a:lnTo>
                    <a:pt x="6225563" y="712149"/>
                  </a:lnTo>
                  <a:lnTo>
                    <a:pt x="6225689" y="712149"/>
                  </a:lnTo>
                  <a:lnTo>
                    <a:pt x="6225815" y="712149"/>
                  </a:lnTo>
                  <a:lnTo>
                    <a:pt x="6225941" y="712149"/>
                  </a:lnTo>
                  <a:lnTo>
                    <a:pt x="6225941" y="707237"/>
                  </a:lnTo>
                  <a:lnTo>
                    <a:pt x="6226068" y="707237"/>
                  </a:lnTo>
                  <a:lnTo>
                    <a:pt x="6226068" y="702326"/>
                  </a:lnTo>
                  <a:lnTo>
                    <a:pt x="6226194" y="702326"/>
                  </a:lnTo>
                  <a:lnTo>
                    <a:pt x="6226320" y="702326"/>
                  </a:lnTo>
                  <a:lnTo>
                    <a:pt x="6226446" y="702326"/>
                  </a:lnTo>
                  <a:lnTo>
                    <a:pt x="6226573" y="702326"/>
                  </a:lnTo>
                  <a:lnTo>
                    <a:pt x="6226699" y="702326"/>
                  </a:lnTo>
                  <a:lnTo>
                    <a:pt x="6226825" y="702326"/>
                  </a:lnTo>
                  <a:lnTo>
                    <a:pt x="6226952" y="702326"/>
                  </a:lnTo>
                  <a:lnTo>
                    <a:pt x="6227078" y="702326"/>
                  </a:lnTo>
                  <a:lnTo>
                    <a:pt x="6227204" y="702326"/>
                  </a:lnTo>
                  <a:lnTo>
                    <a:pt x="6227330" y="702326"/>
                  </a:lnTo>
                  <a:lnTo>
                    <a:pt x="6227457" y="702326"/>
                  </a:lnTo>
                  <a:lnTo>
                    <a:pt x="6227583" y="702326"/>
                  </a:lnTo>
                  <a:lnTo>
                    <a:pt x="6227709" y="702326"/>
                  </a:lnTo>
                  <a:lnTo>
                    <a:pt x="6227835" y="702326"/>
                  </a:lnTo>
                  <a:lnTo>
                    <a:pt x="6227962" y="702326"/>
                  </a:lnTo>
                  <a:lnTo>
                    <a:pt x="6228088" y="702326"/>
                  </a:lnTo>
                  <a:lnTo>
                    <a:pt x="6228214" y="702326"/>
                  </a:lnTo>
                  <a:lnTo>
                    <a:pt x="6228340" y="702326"/>
                  </a:lnTo>
                  <a:lnTo>
                    <a:pt x="6228467" y="702326"/>
                  </a:lnTo>
                  <a:lnTo>
                    <a:pt x="6228593" y="702326"/>
                  </a:lnTo>
                  <a:lnTo>
                    <a:pt x="6228719" y="702326"/>
                  </a:lnTo>
                  <a:lnTo>
                    <a:pt x="6228845" y="702326"/>
                  </a:lnTo>
                  <a:lnTo>
                    <a:pt x="6228972" y="702326"/>
                  </a:lnTo>
                  <a:lnTo>
                    <a:pt x="6229098" y="702326"/>
                  </a:lnTo>
                  <a:lnTo>
                    <a:pt x="6229224" y="702326"/>
                  </a:lnTo>
                  <a:lnTo>
                    <a:pt x="6229350" y="702326"/>
                  </a:lnTo>
                  <a:lnTo>
                    <a:pt x="6229477" y="702326"/>
                  </a:lnTo>
                  <a:lnTo>
                    <a:pt x="6229603" y="702326"/>
                  </a:lnTo>
                  <a:lnTo>
                    <a:pt x="6229729" y="702326"/>
                  </a:lnTo>
                  <a:lnTo>
                    <a:pt x="6229855" y="702326"/>
                  </a:lnTo>
                  <a:lnTo>
                    <a:pt x="6229982" y="702326"/>
                  </a:lnTo>
                  <a:lnTo>
                    <a:pt x="6230108" y="702326"/>
                  </a:lnTo>
                  <a:lnTo>
                    <a:pt x="6230234" y="702326"/>
                  </a:lnTo>
                  <a:lnTo>
                    <a:pt x="6230360" y="702326"/>
                  </a:lnTo>
                  <a:lnTo>
                    <a:pt x="6230487" y="702326"/>
                  </a:lnTo>
                  <a:lnTo>
                    <a:pt x="6230613" y="702326"/>
                  </a:lnTo>
                  <a:lnTo>
                    <a:pt x="6230739" y="702326"/>
                  </a:lnTo>
                  <a:lnTo>
                    <a:pt x="6230865" y="702326"/>
                  </a:lnTo>
                  <a:lnTo>
                    <a:pt x="6230992" y="702326"/>
                  </a:lnTo>
                  <a:lnTo>
                    <a:pt x="6231118" y="702326"/>
                  </a:lnTo>
                  <a:lnTo>
                    <a:pt x="6231244" y="702326"/>
                  </a:lnTo>
                  <a:lnTo>
                    <a:pt x="6231370" y="702326"/>
                  </a:lnTo>
                  <a:lnTo>
                    <a:pt x="6231497" y="702326"/>
                  </a:lnTo>
                  <a:lnTo>
                    <a:pt x="6231623" y="702326"/>
                  </a:lnTo>
                  <a:lnTo>
                    <a:pt x="6231749" y="702326"/>
                  </a:lnTo>
                  <a:lnTo>
                    <a:pt x="6231875" y="702326"/>
                  </a:lnTo>
                  <a:lnTo>
                    <a:pt x="6232002" y="702326"/>
                  </a:lnTo>
                  <a:lnTo>
                    <a:pt x="6232128" y="702326"/>
                  </a:lnTo>
                  <a:lnTo>
                    <a:pt x="6232254" y="702326"/>
                  </a:lnTo>
                  <a:lnTo>
                    <a:pt x="6232381" y="702326"/>
                  </a:lnTo>
                  <a:lnTo>
                    <a:pt x="6232507" y="702326"/>
                  </a:lnTo>
                  <a:lnTo>
                    <a:pt x="6232633" y="702326"/>
                  </a:lnTo>
                  <a:lnTo>
                    <a:pt x="6232759" y="702326"/>
                  </a:lnTo>
                  <a:lnTo>
                    <a:pt x="6232886" y="702326"/>
                  </a:lnTo>
                  <a:lnTo>
                    <a:pt x="6233012" y="702326"/>
                  </a:lnTo>
                  <a:lnTo>
                    <a:pt x="6233138" y="702326"/>
                  </a:lnTo>
                  <a:lnTo>
                    <a:pt x="6233264" y="702326"/>
                  </a:lnTo>
                  <a:lnTo>
                    <a:pt x="6233391" y="702326"/>
                  </a:lnTo>
                  <a:lnTo>
                    <a:pt x="6233517" y="702326"/>
                  </a:lnTo>
                  <a:lnTo>
                    <a:pt x="6233643" y="702326"/>
                  </a:lnTo>
                  <a:lnTo>
                    <a:pt x="6233769" y="702326"/>
                  </a:lnTo>
                  <a:lnTo>
                    <a:pt x="6233896" y="702326"/>
                  </a:lnTo>
                  <a:lnTo>
                    <a:pt x="6234022" y="702326"/>
                  </a:lnTo>
                  <a:lnTo>
                    <a:pt x="6234148" y="702326"/>
                  </a:lnTo>
                  <a:lnTo>
                    <a:pt x="6234274" y="702326"/>
                  </a:lnTo>
                  <a:lnTo>
                    <a:pt x="6234401" y="702326"/>
                  </a:lnTo>
                  <a:lnTo>
                    <a:pt x="6234527" y="702326"/>
                  </a:lnTo>
                  <a:lnTo>
                    <a:pt x="6234653" y="702326"/>
                  </a:lnTo>
                  <a:lnTo>
                    <a:pt x="6234779" y="702326"/>
                  </a:lnTo>
                  <a:lnTo>
                    <a:pt x="6234906" y="702326"/>
                  </a:lnTo>
                  <a:lnTo>
                    <a:pt x="6235032" y="702326"/>
                  </a:lnTo>
                  <a:lnTo>
                    <a:pt x="6235158" y="702326"/>
                  </a:lnTo>
                  <a:lnTo>
                    <a:pt x="6235284" y="702326"/>
                  </a:lnTo>
                  <a:lnTo>
                    <a:pt x="6235411" y="702326"/>
                  </a:lnTo>
                  <a:lnTo>
                    <a:pt x="6235537" y="702326"/>
                  </a:lnTo>
                  <a:lnTo>
                    <a:pt x="6235663" y="702326"/>
                  </a:lnTo>
                  <a:lnTo>
                    <a:pt x="6235789" y="702326"/>
                  </a:lnTo>
                  <a:lnTo>
                    <a:pt x="6235916" y="702326"/>
                  </a:lnTo>
                  <a:lnTo>
                    <a:pt x="6236042" y="702326"/>
                  </a:lnTo>
                  <a:lnTo>
                    <a:pt x="6236168" y="702326"/>
                  </a:lnTo>
                  <a:lnTo>
                    <a:pt x="6236294" y="702326"/>
                  </a:lnTo>
                  <a:lnTo>
                    <a:pt x="6236421" y="702326"/>
                  </a:lnTo>
                  <a:lnTo>
                    <a:pt x="6236547" y="702326"/>
                  </a:lnTo>
                  <a:lnTo>
                    <a:pt x="6236673" y="702326"/>
                  </a:lnTo>
                  <a:lnTo>
                    <a:pt x="6236799" y="702326"/>
                  </a:lnTo>
                  <a:lnTo>
                    <a:pt x="6236926" y="702326"/>
                  </a:lnTo>
                  <a:lnTo>
                    <a:pt x="6237052" y="702326"/>
                  </a:lnTo>
                  <a:lnTo>
                    <a:pt x="6237178" y="702326"/>
                  </a:lnTo>
                  <a:lnTo>
                    <a:pt x="6237305" y="702326"/>
                  </a:lnTo>
                  <a:lnTo>
                    <a:pt x="6237431" y="702326"/>
                  </a:lnTo>
                  <a:lnTo>
                    <a:pt x="6237557" y="702326"/>
                  </a:lnTo>
                  <a:lnTo>
                    <a:pt x="6237683" y="702326"/>
                  </a:lnTo>
                  <a:lnTo>
                    <a:pt x="6237810" y="702326"/>
                  </a:lnTo>
                  <a:lnTo>
                    <a:pt x="6237936" y="702326"/>
                  </a:lnTo>
                  <a:lnTo>
                    <a:pt x="6238062" y="702326"/>
                  </a:lnTo>
                  <a:lnTo>
                    <a:pt x="6238188" y="702326"/>
                  </a:lnTo>
                  <a:lnTo>
                    <a:pt x="6238315" y="702326"/>
                  </a:lnTo>
                  <a:lnTo>
                    <a:pt x="6238441" y="702326"/>
                  </a:lnTo>
                  <a:lnTo>
                    <a:pt x="6238567" y="702326"/>
                  </a:lnTo>
                  <a:lnTo>
                    <a:pt x="6238693" y="702326"/>
                  </a:lnTo>
                  <a:lnTo>
                    <a:pt x="6238820" y="702326"/>
                  </a:lnTo>
                  <a:lnTo>
                    <a:pt x="6238946" y="702326"/>
                  </a:lnTo>
                  <a:lnTo>
                    <a:pt x="6239072" y="702326"/>
                  </a:lnTo>
                  <a:lnTo>
                    <a:pt x="6239198" y="702326"/>
                  </a:lnTo>
                  <a:lnTo>
                    <a:pt x="6239325" y="702326"/>
                  </a:lnTo>
                  <a:lnTo>
                    <a:pt x="6239451" y="702326"/>
                  </a:lnTo>
                  <a:lnTo>
                    <a:pt x="6239577" y="702326"/>
                  </a:lnTo>
                  <a:lnTo>
                    <a:pt x="6239703" y="702326"/>
                  </a:lnTo>
                  <a:lnTo>
                    <a:pt x="6239830" y="702326"/>
                  </a:lnTo>
                  <a:lnTo>
                    <a:pt x="6239956" y="702326"/>
                  </a:lnTo>
                  <a:lnTo>
                    <a:pt x="6240082" y="702326"/>
                  </a:lnTo>
                  <a:lnTo>
                    <a:pt x="6240208" y="702326"/>
                  </a:lnTo>
                  <a:lnTo>
                    <a:pt x="6240335" y="702326"/>
                  </a:lnTo>
                  <a:lnTo>
                    <a:pt x="6240461" y="702326"/>
                  </a:lnTo>
                  <a:lnTo>
                    <a:pt x="6240587" y="702326"/>
                  </a:lnTo>
                  <a:lnTo>
                    <a:pt x="6240713" y="702326"/>
                  </a:lnTo>
                  <a:lnTo>
                    <a:pt x="6240840" y="702326"/>
                  </a:lnTo>
                  <a:lnTo>
                    <a:pt x="6240966" y="702326"/>
                  </a:lnTo>
                  <a:lnTo>
                    <a:pt x="6241092" y="702326"/>
                  </a:lnTo>
                  <a:lnTo>
                    <a:pt x="6241218" y="702326"/>
                  </a:lnTo>
                  <a:lnTo>
                    <a:pt x="6241345" y="702326"/>
                  </a:lnTo>
                  <a:lnTo>
                    <a:pt x="6241471" y="702326"/>
                  </a:lnTo>
                  <a:lnTo>
                    <a:pt x="6241597" y="702326"/>
                  </a:lnTo>
                  <a:lnTo>
                    <a:pt x="6241723" y="702326"/>
                  </a:lnTo>
                  <a:lnTo>
                    <a:pt x="6241850" y="702326"/>
                  </a:lnTo>
                  <a:lnTo>
                    <a:pt x="6241976" y="702326"/>
                  </a:lnTo>
                  <a:lnTo>
                    <a:pt x="6242102" y="702326"/>
                  </a:lnTo>
                  <a:lnTo>
                    <a:pt x="6242229" y="702326"/>
                  </a:lnTo>
                  <a:lnTo>
                    <a:pt x="6242355" y="702326"/>
                  </a:lnTo>
                  <a:lnTo>
                    <a:pt x="6242481" y="702326"/>
                  </a:lnTo>
                  <a:lnTo>
                    <a:pt x="6242607" y="702326"/>
                  </a:lnTo>
                  <a:lnTo>
                    <a:pt x="6242734" y="702326"/>
                  </a:lnTo>
                  <a:lnTo>
                    <a:pt x="6242860" y="702326"/>
                  </a:lnTo>
                  <a:lnTo>
                    <a:pt x="6242986" y="702326"/>
                  </a:lnTo>
                  <a:lnTo>
                    <a:pt x="6243112" y="702326"/>
                  </a:lnTo>
                  <a:lnTo>
                    <a:pt x="6243239" y="702326"/>
                  </a:lnTo>
                  <a:lnTo>
                    <a:pt x="6243239" y="697415"/>
                  </a:lnTo>
                  <a:lnTo>
                    <a:pt x="6243365" y="697415"/>
                  </a:lnTo>
                  <a:lnTo>
                    <a:pt x="6243491" y="697415"/>
                  </a:lnTo>
                  <a:lnTo>
                    <a:pt x="6243617" y="697415"/>
                  </a:lnTo>
                  <a:lnTo>
                    <a:pt x="6243744" y="697415"/>
                  </a:lnTo>
                  <a:lnTo>
                    <a:pt x="6243870" y="697415"/>
                  </a:lnTo>
                  <a:lnTo>
                    <a:pt x="6243996" y="697415"/>
                  </a:lnTo>
                  <a:lnTo>
                    <a:pt x="6244122" y="697415"/>
                  </a:lnTo>
                  <a:lnTo>
                    <a:pt x="6244249" y="697415"/>
                  </a:lnTo>
                  <a:lnTo>
                    <a:pt x="6244375" y="697415"/>
                  </a:lnTo>
                  <a:lnTo>
                    <a:pt x="6244501" y="697415"/>
                  </a:lnTo>
                  <a:lnTo>
                    <a:pt x="6244627" y="697415"/>
                  </a:lnTo>
                  <a:lnTo>
                    <a:pt x="6244754" y="697415"/>
                  </a:lnTo>
                  <a:lnTo>
                    <a:pt x="6244880" y="697415"/>
                  </a:lnTo>
                  <a:lnTo>
                    <a:pt x="6245006" y="697415"/>
                  </a:lnTo>
                  <a:lnTo>
                    <a:pt x="6245132" y="697415"/>
                  </a:lnTo>
                  <a:lnTo>
                    <a:pt x="6245259" y="697415"/>
                  </a:lnTo>
                  <a:lnTo>
                    <a:pt x="6245385" y="697415"/>
                  </a:lnTo>
                  <a:lnTo>
                    <a:pt x="6245511" y="697415"/>
                  </a:lnTo>
                  <a:lnTo>
                    <a:pt x="6245637" y="697415"/>
                  </a:lnTo>
                  <a:lnTo>
                    <a:pt x="6245764" y="697415"/>
                  </a:lnTo>
                  <a:lnTo>
                    <a:pt x="6245890" y="697415"/>
                  </a:lnTo>
                  <a:lnTo>
                    <a:pt x="6246016" y="697415"/>
                  </a:lnTo>
                  <a:lnTo>
                    <a:pt x="6246142" y="697415"/>
                  </a:lnTo>
                  <a:lnTo>
                    <a:pt x="6246269" y="697415"/>
                  </a:lnTo>
                  <a:lnTo>
                    <a:pt x="6246395" y="697415"/>
                  </a:lnTo>
                  <a:lnTo>
                    <a:pt x="6246521" y="697415"/>
                  </a:lnTo>
                  <a:lnTo>
                    <a:pt x="6246647" y="697415"/>
                  </a:lnTo>
                  <a:lnTo>
                    <a:pt x="6246774" y="697415"/>
                  </a:lnTo>
                  <a:lnTo>
                    <a:pt x="6246900" y="697415"/>
                  </a:lnTo>
                  <a:lnTo>
                    <a:pt x="6247026" y="697415"/>
                  </a:lnTo>
                  <a:lnTo>
                    <a:pt x="6247152" y="697415"/>
                  </a:lnTo>
                  <a:lnTo>
                    <a:pt x="6247279" y="697415"/>
                  </a:lnTo>
                  <a:lnTo>
                    <a:pt x="6247405" y="697415"/>
                  </a:lnTo>
                  <a:lnTo>
                    <a:pt x="6247531" y="697415"/>
                  </a:lnTo>
                  <a:lnTo>
                    <a:pt x="6247658" y="697415"/>
                  </a:lnTo>
                  <a:lnTo>
                    <a:pt x="6247784" y="697415"/>
                  </a:lnTo>
                  <a:lnTo>
                    <a:pt x="6247910" y="697415"/>
                  </a:lnTo>
                  <a:lnTo>
                    <a:pt x="6248036" y="697415"/>
                  </a:lnTo>
                  <a:lnTo>
                    <a:pt x="6248163" y="697415"/>
                  </a:lnTo>
                  <a:lnTo>
                    <a:pt x="6248289" y="697415"/>
                  </a:lnTo>
                  <a:lnTo>
                    <a:pt x="6248415" y="697415"/>
                  </a:lnTo>
                  <a:lnTo>
                    <a:pt x="6248541" y="697415"/>
                  </a:lnTo>
                  <a:lnTo>
                    <a:pt x="6248668" y="697415"/>
                  </a:lnTo>
                  <a:lnTo>
                    <a:pt x="6248794" y="697415"/>
                  </a:lnTo>
                  <a:lnTo>
                    <a:pt x="6248920" y="697415"/>
                  </a:lnTo>
                  <a:lnTo>
                    <a:pt x="6249046" y="697415"/>
                  </a:lnTo>
                  <a:lnTo>
                    <a:pt x="6249173" y="697415"/>
                  </a:lnTo>
                  <a:lnTo>
                    <a:pt x="6249299" y="697415"/>
                  </a:lnTo>
                  <a:lnTo>
                    <a:pt x="6249425" y="697415"/>
                  </a:lnTo>
                  <a:lnTo>
                    <a:pt x="6249551" y="697415"/>
                  </a:lnTo>
                  <a:lnTo>
                    <a:pt x="6249678" y="697415"/>
                  </a:lnTo>
                  <a:lnTo>
                    <a:pt x="6249804" y="697415"/>
                  </a:lnTo>
                  <a:lnTo>
                    <a:pt x="6249930" y="697415"/>
                  </a:lnTo>
                  <a:lnTo>
                    <a:pt x="6250056" y="697415"/>
                  </a:lnTo>
                  <a:lnTo>
                    <a:pt x="6250183" y="697415"/>
                  </a:lnTo>
                  <a:lnTo>
                    <a:pt x="6250309" y="697415"/>
                  </a:lnTo>
                  <a:lnTo>
                    <a:pt x="6250435" y="697415"/>
                  </a:lnTo>
                  <a:lnTo>
                    <a:pt x="6250561" y="697415"/>
                  </a:lnTo>
                  <a:lnTo>
                    <a:pt x="6250688" y="697415"/>
                  </a:lnTo>
                  <a:lnTo>
                    <a:pt x="6250814" y="697415"/>
                  </a:lnTo>
                  <a:lnTo>
                    <a:pt x="6250940" y="697415"/>
                  </a:lnTo>
                  <a:lnTo>
                    <a:pt x="6251066" y="697415"/>
                  </a:lnTo>
                  <a:lnTo>
                    <a:pt x="6251193" y="697415"/>
                  </a:lnTo>
                  <a:lnTo>
                    <a:pt x="6251319" y="697415"/>
                  </a:lnTo>
                  <a:lnTo>
                    <a:pt x="6251445" y="697415"/>
                  </a:lnTo>
                  <a:lnTo>
                    <a:pt x="6251571" y="697415"/>
                  </a:lnTo>
                  <a:lnTo>
                    <a:pt x="6251698" y="697415"/>
                  </a:lnTo>
                  <a:lnTo>
                    <a:pt x="6251824" y="697415"/>
                  </a:lnTo>
                  <a:lnTo>
                    <a:pt x="6251950" y="697415"/>
                  </a:lnTo>
                  <a:lnTo>
                    <a:pt x="6252076" y="697415"/>
                  </a:lnTo>
                  <a:lnTo>
                    <a:pt x="6252203" y="697415"/>
                  </a:lnTo>
                  <a:lnTo>
                    <a:pt x="6252329" y="697415"/>
                  </a:lnTo>
                  <a:lnTo>
                    <a:pt x="6252455" y="697415"/>
                  </a:lnTo>
                  <a:lnTo>
                    <a:pt x="6252582" y="697415"/>
                  </a:lnTo>
                  <a:lnTo>
                    <a:pt x="6252708" y="697415"/>
                  </a:lnTo>
                  <a:lnTo>
                    <a:pt x="6252834" y="697415"/>
                  </a:lnTo>
                  <a:lnTo>
                    <a:pt x="6252960" y="697415"/>
                  </a:lnTo>
                  <a:lnTo>
                    <a:pt x="6253087" y="697415"/>
                  </a:lnTo>
                  <a:lnTo>
                    <a:pt x="6253213" y="697415"/>
                  </a:lnTo>
                  <a:lnTo>
                    <a:pt x="6253339" y="697415"/>
                  </a:lnTo>
                  <a:lnTo>
                    <a:pt x="6253465" y="697415"/>
                  </a:lnTo>
                  <a:lnTo>
                    <a:pt x="6253592" y="697415"/>
                  </a:lnTo>
                  <a:lnTo>
                    <a:pt x="6253718" y="697415"/>
                  </a:lnTo>
                  <a:lnTo>
                    <a:pt x="6253844" y="697415"/>
                  </a:lnTo>
                  <a:lnTo>
                    <a:pt x="6253970" y="697415"/>
                  </a:lnTo>
                  <a:lnTo>
                    <a:pt x="6254097" y="697415"/>
                  </a:lnTo>
                  <a:lnTo>
                    <a:pt x="6254223" y="697415"/>
                  </a:lnTo>
                  <a:lnTo>
                    <a:pt x="6254349" y="697415"/>
                  </a:lnTo>
                  <a:lnTo>
                    <a:pt x="6254475" y="697415"/>
                  </a:lnTo>
                  <a:lnTo>
                    <a:pt x="6254602" y="697415"/>
                  </a:lnTo>
                  <a:lnTo>
                    <a:pt x="6254728" y="697415"/>
                  </a:lnTo>
                  <a:lnTo>
                    <a:pt x="6254854" y="697415"/>
                  </a:lnTo>
                  <a:lnTo>
                    <a:pt x="6254980" y="697415"/>
                  </a:lnTo>
                  <a:lnTo>
                    <a:pt x="6255107" y="697415"/>
                  </a:lnTo>
                  <a:lnTo>
                    <a:pt x="6255107" y="692503"/>
                  </a:lnTo>
                  <a:lnTo>
                    <a:pt x="6255233" y="692503"/>
                  </a:lnTo>
                  <a:lnTo>
                    <a:pt x="6255359" y="692503"/>
                  </a:lnTo>
                  <a:lnTo>
                    <a:pt x="6255485" y="692503"/>
                  </a:lnTo>
                  <a:lnTo>
                    <a:pt x="6255612" y="692503"/>
                  </a:lnTo>
                  <a:lnTo>
                    <a:pt x="6255738" y="692503"/>
                  </a:lnTo>
                  <a:lnTo>
                    <a:pt x="6255864" y="692503"/>
                  </a:lnTo>
                  <a:lnTo>
                    <a:pt x="6255990" y="692503"/>
                  </a:lnTo>
                  <a:lnTo>
                    <a:pt x="6256117" y="692503"/>
                  </a:lnTo>
                  <a:lnTo>
                    <a:pt x="6256243" y="692503"/>
                  </a:lnTo>
                  <a:lnTo>
                    <a:pt x="6256369" y="692503"/>
                  </a:lnTo>
                  <a:lnTo>
                    <a:pt x="6256495" y="692503"/>
                  </a:lnTo>
                  <a:lnTo>
                    <a:pt x="6256622" y="692503"/>
                  </a:lnTo>
                  <a:lnTo>
                    <a:pt x="6256748" y="692503"/>
                  </a:lnTo>
                  <a:lnTo>
                    <a:pt x="6256874" y="692503"/>
                  </a:lnTo>
                  <a:lnTo>
                    <a:pt x="6257000" y="692503"/>
                  </a:lnTo>
                  <a:lnTo>
                    <a:pt x="6257127" y="692503"/>
                  </a:lnTo>
                  <a:lnTo>
                    <a:pt x="6257253" y="692503"/>
                  </a:lnTo>
                  <a:lnTo>
                    <a:pt x="6257379" y="692503"/>
                  </a:lnTo>
                  <a:lnTo>
                    <a:pt x="6257505" y="692503"/>
                  </a:lnTo>
                  <a:lnTo>
                    <a:pt x="6257632" y="692503"/>
                  </a:lnTo>
                  <a:lnTo>
                    <a:pt x="6257758" y="692503"/>
                  </a:lnTo>
                  <a:lnTo>
                    <a:pt x="6257884" y="692503"/>
                  </a:lnTo>
                  <a:lnTo>
                    <a:pt x="6258011" y="692503"/>
                  </a:lnTo>
                  <a:lnTo>
                    <a:pt x="6258137" y="692503"/>
                  </a:lnTo>
                  <a:lnTo>
                    <a:pt x="6258263" y="692503"/>
                  </a:lnTo>
                  <a:lnTo>
                    <a:pt x="6258389" y="692503"/>
                  </a:lnTo>
                  <a:lnTo>
                    <a:pt x="6258516" y="692503"/>
                  </a:lnTo>
                  <a:lnTo>
                    <a:pt x="6258642" y="692503"/>
                  </a:lnTo>
                  <a:lnTo>
                    <a:pt x="6258768" y="692503"/>
                  </a:lnTo>
                  <a:lnTo>
                    <a:pt x="6258894" y="692503"/>
                  </a:lnTo>
                  <a:lnTo>
                    <a:pt x="6259021" y="692503"/>
                  </a:lnTo>
                  <a:lnTo>
                    <a:pt x="6259147" y="692503"/>
                  </a:lnTo>
                  <a:lnTo>
                    <a:pt x="6259273" y="692503"/>
                  </a:lnTo>
                  <a:lnTo>
                    <a:pt x="6259399" y="692503"/>
                  </a:lnTo>
                  <a:lnTo>
                    <a:pt x="6259526" y="692503"/>
                  </a:lnTo>
                  <a:lnTo>
                    <a:pt x="6259652" y="692503"/>
                  </a:lnTo>
                  <a:lnTo>
                    <a:pt x="6259778" y="692503"/>
                  </a:lnTo>
                  <a:lnTo>
                    <a:pt x="6259904" y="692503"/>
                  </a:lnTo>
                  <a:lnTo>
                    <a:pt x="6260031" y="692503"/>
                  </a:lnTo>
                  <a:lnTo>
                    <a:pt x="6260157" y="692503"/>
                  </a:lnTo>
                  <a:lnTo>
                    <a:pt x="6260283" y="692503"/>
                  </a:lnTo>
                  <a:lnTo>
                    <a:pt x="6260409" y="692503"/>
                  </a:lnTo>
                  <a:lnTo>
                    <a:pt x="6260536" y="692503"/>
                  </a:lnTo>
                  <a:lnTo>
                    <a:pt x="6260662" y="692503"/>
                  </a:lnTo>
                  <a:lnTo>
                    <a:pt x="6260788" y="692503"/>
                  </a:lnTo>
                  <a:lnTo>
                    <a:pt x="6260914" y="692503"/>
                  </a:lnTo>
                  <a:lnTo>
                    <a:pt x="6261041" y="692503"/>
                  </a:lnTo>
                  <a:lnTo>
                    <a:pt x="6261167" y="692503"/>
                  </a:lnTo>
                  <a:lnTo>
                    <a:pt x="6261293" y="692503"/>
                  </a:lnTo>
                  <a:lnTo>
                    <a:pt x="6261419" y="692503"/>
                  </a:lnTo>
                  <a:lnTo>
                    <a:pt x="6261546" y="692503"/>
                  </a:lnTo>
                  <a:lnTo>
                    <a:pt x="6261672" y="692503"/>
                  </a:lnTo>
                  <a:lnTo>
                    <a:pt x="6261798" y="692503"/>
                  </a:lnTo>
                  <a:lnTo>
                    <a:pt x="6261924" y="692503"/>
                  </a:lnTo>
                  <a:lnTo>
                    <a:pt x="6262051" y="692503"/>
                  </a:lnTo>
                  <a:lnTo>
                    <a:pt x="6262177" y="692503"/>
                  </a:lnTo>
                  <a:lnTo>
                    <a:pt x="6262303" y="692503"/>
                  </a:lnTo>
                  <a:lnTo>
                    <a:pt x="6262429" y="692503"/>
                  </a:lnTo>
                  <a:lnTo>
                    <a:pt x="6262556" y="692503"/>
                  </a:lnTo>
                  <a:lnTo>
                    <a:pt x="6262682" y="692503"/>
                  </a:lnTo>
                  <a:lnTo>
                    <a:pt x="6262808" y="692503"/>
                  </a:lnTo>
                  <a:lnTo>
                    <a:pt x="6262935" y="692503"/>
                  </a:lnTo>
                  <a:lnTo>
                    <a:pt x="6263061" y="692503"/>
                  </a:lnTo>
                  <a:lnTo>
                    <a:pt x="6263187" y="692503"/>
                  </a:lnTo>
                  <a:lnTo>
                    <a:pt x="6263313" y="692503"/>
                  </a:lnTo>
                  <a:lnTo>
                    <a:pt x="6263440" y="692503"/>
                  </a:lnTo>
                  <a:lnTo>
                    <a:pt x="6263566" y="692503"/>
                  </a:lnTo>
                  <a:lnTo>
                    <a:pt x="6263692" y="692503"/>
                  </a:lnTo>
                  <a:lnTo>
                    <a:pt x="6263818" y="692503"/>
                  </a:lnTo>
                  <a:lnTo>
                    <a:pt x="6263945" y="692503"/>
                  </a:lnTo>
                  <a:lnTo>
                    <a:pt x="6264071" y="692503"/>
                  </a:lnTo>
                  <a:lnTo>
                    <a:pt x="6264197" y="692503"/>
                  </a:lnTo>
                  <a:lnTo>
                    <a:pt x="6264323" y="692503"/>
                  </a:lnTo>
                  <a:lnTo>
                    <a:pt x="6264450" y="692503"/>
                  </a:lnTo>
                  <a:lnTo>
                    <a:pt x="6264576" y="692503"/>
                  </a:lnTo>
                  <a:lnTo>
                    <a:pt x="6264702" y="692503"/>
                  </a:lnTo>
                  <a:lnTo>
                    <a:pt x="6264828" y="692503"/>
                  </a:lnTo>
                  <a:lnTo>
                    <a:pt x="6264955" y="692503"/>
                  </a:lnTo>
                  <a:lnTo>
                    <a:pt x="6265081" y="692503"/>
                  </a:lnTo>
                  <a:lnTo>
                    <a:pt x="6265207" y="692503"/>
                  </a:lnTo>
                  <a:lnTo>
                    <a:pt x="6265333" y="692503"/>
                  </a:lnTo>
                  <a:lnTo>
                    <a:pt x="6265460" y="692503"/>
                  </a:lnTo>
                  <a:lnTo>
                    <a:pt x="6265586" y="692503"/>
                  </a:lnTo>
                  <a:lnTo>
                    <a:pt x="6265712" y="692503"/>
                  </a:lnTo>
                  <a:lnTo>
                    <a:pt x="6265838" y="692503"/>
                  </a:lnTo>
                  <a:lnTo>
                    <a:pt x="6265965" y="692503"/>
                  </a:lnTo>
                  <a:lnTo>
                    <a:pt x="6266091" y="692503"/>
                  </a:lnTo>
                  <a:lnTo>
                    <a:pt x="6266217" y="692503"/>
                  </a:lnTo>
                  <a:lnTo>
                    <a:pt x="6266343" y="692503"/>
                  </a:lnTo>
                  <a:lnTo>
                    <a:pt x="6266470" y="692503"/>
                  </a:lnTo>
                  <a:lnTo>
                    <a:pt x="6266596" y="692503"/>
                  </a:lnTo>
                  <a:lnTo>
                    <a:pt x="6266722" y="692503"/>
                  </a:lnTo>
                  <a:lnTo>
                    <a:pt x="6266848" y="692503"/>
                  </a:lnTo>
                  <a:lnTo>
                    <a:pt x="6266975" y="692503"/>
                  </a:lnTo>
                  <a:lnTo>
                    <a:pt x="6267101" y="692503"/>
                  </a:lnTo>
                  <a:lnTo>
                    <a:pt x="6267227" y="692503"/>
                  </a:lnTo>
                  <a:lnTo>
                    <a:pt x="6267353" y="692503"/>
                  </a:lnTo>
                  <a:lnTo>
                    <a:pt x="6267480" y="692503"/>
                  </a:lnTo>
                  <a:lnTo>
                    <a:pt x="6267606" y="692503"/>
                  </a:lnTo>
                  <a:lnTo>
                    <a:pt x="6267732" y="692503"/>
                  </a:lnTo>
                  <a:lnTo>
                    <a:pt x="6267858" y="692503"/>
                  </a:lnTo>
                  <a:lnTo>
                    <a:pt x="6267985" y="692503"/>
                  </a:lnTo>
                  <a:lnTo>
                    <a:pt x="6268111" y="692503"/>
                  </a:lnTo>
                  <a:lnTo>
                    <a:pt x="6268237" y="692503"/>
                  </a:lnTo>
                  <a:lnTo>
                    <a:pt x="6268364" y="692503"/>
                  </a:lnTo>
                  <a:lnTo>
                    <a:pt x="6268490" y="692503"/>
                  </a:lnTo>
                  <a:lnTo>
                    <a:pt x="6268616" y="692503"/>
                  </a:lnTo>
                  <a:lnTo>
                    <a:pt x="6268742" y="692503"/>
                  </a:lnTo>
                  <a:lnTo>
                    <a:pt x="6268869" y="692503"/>
                  </a:lnTo>
                  <a:lnTo>
                    <a:pt x="6268995" y="692503"/>
                  </a:lnTo>
                  <a:lnTo>
                    <a:pt x="6269121" y="692503"/>
                  </a:lnTo>
                  <a:lnTo>
                    <a:pt x="6269247" y="692503"/>
                  </a:lnTo>
                  <a:lnTo>
                    <a:pt x="6269374" y="692503"/>
                  </a:lnTo>
                  <a:lnTo>
                    <a:pt x="6269500" y="692503"/>
                  </a:lnTo>
                  <a:lnTo>
                    <a:pt x="6269626" y="692503"/>
                  </a:lnTo>
                  <a:lnTo>
                    <a:pt x="6269752" y="692503"/>
                  </a:lnTo>
                  <a:lnTo>
                    <a:pt x="6269879" y="692503"/>
                  </a:lnTo>
                  <a:lnTo>
                    <a:pt x="6270005" y="692503"/>
                  </a:lnTo>
                  <a:lnTo>
                    <a:pt x="6270131" y="692503"/>
                  </a:lnTo>
                  <a:lnTo>
                    <a:pt x="6270257" y="692503"/>
                  </a:lnTo>
                  <a:lnTo>
                    <a:pt x="6270384" y="692503"/>
                  </a:lnTo>
                  <a:lnTo>
                    <a:pt x="6270510" y="692503"/>
                  </a:lnTo>
                  <a:lnTo>
                    <a:pt x="6270510" y="687592"/>
                  </a:lnTo>
                  <a:lnTo>
                    <a:pt x="6270636" y="687592"/>
                  </a:lnTo>
                  <a:lnTo>
                    <a:pt x="6270762" y="687592"/>
                  </a:lnTo>
                  <a:lnTo>
                    <a:pt x="6270889" y="687592"/>
                  </a:lnTo>
                  <a:lnTo>
                    <a:pt x="6271015" y="687592"/>
                  </a:lnTo>
                  <a:lnTo>
                    <a:pt x="6271141" y="687592"/>
                  </a:lnTo>
                  <a:lnTo>
                    <a:pt x="6271267" y="687592"/>
                  </a:lnTo>
                  <a:lnTo>
                    <a:pt x="6271394" y="687592"/>
                  </a:lnTo>
                  <a:lnTo>
                    <a:pt x="6271520" y="687592"/>
                  </a:lnTo>
                  <a:lnTo>
                    <a:pt x="6271646" y="687592"/>
                  </a:lnTo>
                  <a:lnTo>
                    <a:pt x="6271772" y="687592"/>
                  </a:lnTo>
                  <a:lnTo>
                    <a:pt x="6271899" y="687592"/>
                  </a:lnTo>
                  <a:lnTo>
                    <a:pt x="6272025" y="687592"/>
                  </a:lnTo>
                  <a:lnTo>
                    <a:pt x="6272151" y="687592"/>
                  </a:lnTo>
                  <a:lnTo>
                    <a:pt x="6272277" y="687592"/>
                  </a:lnTo>
                  <a:lnTo>
                    <a:pt x="6272404" y="687592"/>
                  </a:lnTo>
                  <a:lnTo>
                    <a:pt x="6272530" y="687592"/>
                  </a:lnTo>
                  <a:lnTo>
                    <a:pt x="6272656" y="687592"/>
                  </a:lnTo>
                  <a:lnTo>
                    <a:pt x="6272782" y="687592"/>
                  </a:lnTo>
                  <a:lnTo>
                    <a:pt x="6272909" y="687592"/>
                  </a:lnTo>
                  <a:lnTo>
                    <a:pt x="6273035" y="687592"/>
                  </a:lnTo>
                  <a:lnTo>
                    <a:pt x="6273161" y="687592"/>
                  </a:lnTo>
                  <a:lnTo>
                    <a:pt x="6273288" y="687592"/>
                  </a:lnTo>
                  <a:lnTo>
                    <a:pt x="6273414" y="687592"/>
                  </a:lnTo>
                  <a:lnTo>
                    <a:pt x="6273540" y="687592"/>
                  </a:lnTo>
                  <a:lnTo>
                    <a:pt x="6273666" y="687592"/>
                  </a:lnTo>
                  <a:lnTo>
                    <a:pt x="6273793" y="687592"/>
                  </a:lnTo>
                  <a:lnTo>
                    <a:pt x="6273919" y="687592"/>
                  </a:lnTo>
                  <a:lnTo>
                    <a:pt x="6274045" y="687592"/>
                  </a:lnTo>
                  <a:lnTo>
                    <a:pt x="6274171" y="687592"/>
                  </a:lnTo>
                  <a:lnTo>
                    <a:pt x="6274298" y="687592"/>
                  </a:lnTo>
                  <a:lnTo>
                    <a:pt x="6274424" y="687592"/>
                  </a:lnTo>
                  <a:lnTo>
                    <a:pt x="6274550" y="687592"/>
                  </a:lnTo>
                  <a:lnTo>
                    <a:pt x="6274676" y="687592"/>
                  </a:lnTo>
                  <a:lnTo>
                    <a:pt x="6274803" y="687592"/>
                  </a:lnTo>
                  <a:lnTo>
                    <a:pt x="6274929" y="687592"/>
                  </a:lnTo>
                  <a:lnTo>
                    <a:pt x="6275055" y="687592"/>
                  </a:lnTo>
                  <a:lnTo>
                    <a:pt x="6275181" y="687592"/>
                  </a:lnTo>
                  <a:lnTo>
                    <a:pt x="6275308" y="687592"/>
                  </a:lnTo>
                  <a:lnTo>
                    <a:pt x="6275434" y="687592"/>
                  </a:lnTo>
                  <a:lnTo>
                    <a:pt x="6275434" y="682681"/>
                  </a:lnTo>
                  <a:lnTo>
                    <a:pt x="6275560" y="682681"/>
                  </a:lnTo>
                  <a:lnTo>
                    <a:pt x="6275686" y="682681"/>
                  </a:lnTo>
                  <a:lnTo>
                    <a:pt x="6275813" y="682681"/>
                  </a:lnTo>
                  <a:lnTo>
                    <a:pt x="6275939" y="682681"/>
                  </a:lnTo>
                  <a:lnTo>
                    <a:pt x="6276065" y="682681"/>
                  </a:lnTo>
                  <a:lnTo>
                    <a:pt x="6276065" y="677769"/>
                  </a:lnTo>
                  <a:lnTo>
                    <a:pt x="6276065" y="672858"/>
                  </a:lnTo>
                  <a:lnTo>
                    <a:pt x="6276191" y="672858"/>
                  </a:lnTo>
                  <a:lnTo>
                    <a:pt x="6276318" y="672858"/>
                  </a:lnTo>
                  <a:lnTo>
                    <a:pt x="6276444" y="672858"/>
                  </a:lnTo>
                  <a:lnTo>
                    <a:pt x="6276570" y="672858"/>
                  </a:lnTo>
                  <a:lnTo>
                    <a:pt x="6276696" y="672858"/>
                  </a:lnTo>
                  <a:lnTo>
                    <a:pt x="6276823" y="672858"/>
                  </a:lnTo>
                  <a:lnTo>
                    <a:pt x="6276949" y="672858"/>
                  </a:lnTo>
                  <a:lnTo>
                    <a:pt x="6277075" y="672858"/>
                  </a:lnTo>
                  <a:lnTo>
                    <a:pt x="6277201" y="672858"/>
                  </a:lnTo>
                  <a:lnTo>
                    <a:pt x="6277328" y="672858"/>
                  </a:lnTo>
                  <a:lnTo>
                    <a:pt x="6277454" y="672858"/>
                  </a:lnTo>
                  <a:lnTo>
                    <a:pt x="6277580" y="672858"/>
                  </a:lnTo>
                  <a:lnTo>
                    <a:pt x="6277706" y="672858"/>
                  </a:lnTo>
                  <a:lnTo>
                    <a:pt x="6277833" y="672858"/>
                  </a:lnTo>
                  <a:lnTo>
                    <a:pt x="6277959" y="672858"/>
                  </a:lnTo>
                  <a:lnTo>
                    <a:pt x="6278085" y="672858"/>
                  </a:lnTo>
                  <a:lnTo>
                    <a:pt x="6278211" y="672858"/>
                  </a:lnTo>
                  <a:lnTo>
                    <a:pt x="6278338" y="672858"/>
                  </a:lnTo>
                  <a:lnTo>
                    <a:pt x="6278464" y="672858"/>
                  </a:lnTo>
                  <a:lnTo>
                    <a:pt x="6278590" y="672858"/>
                  </a:lnTo>
                  <a:lnTo>
                    <a:pt x="6278717" y="672858"/>
                  </a:lnTo>
                  <a:lnTo>
                    <a:pt x="6278843" y="672858"/>
                  </a:lnTo>
                  <a:lnTo>
                    <a:pt x="6278969" y="672858"/>
                  </a:lnTo>
                  <a:lnTo>
                    <a:pt x="6279095" y="672858"/>
                  </a:lnTo>
                  <a:lnTo>
                    <a:pt x="6279222" y="672858"/>
                  </a:lnTo>
                  <a:lnTo>
                    <a:pt x="6279348" y="672858"/>
                  </a:lnTo>
                  <a:lnTo>
                    <a:pt x="6279474" y="672858"/>
                  </a:lnTo>
                  <a:lnTo>
                    <a:pt x="6279600" y="672858"/>
                  </a:lnTo>
                  <a:lnTo>
                    <a:pt x="6279727" y="672858"/>
                  </a:lnTo>
                  <a:lnTo>
                    <a:pt x="6279853" y="672858"/>
                  </a:lnTo>
                  <a:lnTo>
                    <a:pt x="6279979" y="672858"/>
                  </a:lnTo>
                  <a:lnTo>
                    <a:pt x="6280105" y="672858"/>
                  </a:lnTo>
                  <a:lnTo>
                    <a:pt x="6280232" y="672858"/>
                  </a:lnTo>
                  <a:lnTo>
                    <a:pt x="6280358" y="672858"/>
                  </a:lnTo>
                  <a:lnTo>
                    <a:pt x="6280484" y="672858"/>
                  </a:lnTo>
                  <a:lnTo>
                    <a:pt x="6280610" y="672858"/>
                  </a:lnTo>
                  <a:lnTo>
                    <a:pt x="6280737" y="672858"/>
                  </a:lnTo>
                  <a:lnTo>
                    <a:pt x="6280863" y="672858"/>
                  </a:lnTo>
                  <a:lnTo>
                    <a:pt x="6280989" y="672858"/>
                  </a:lnTo>
                  <a:lnTo>
                    <a:pt x="6281115" y="672858"/>
                  </a:lnTo>
                  <a:lnTo>
                    <a:pt x="6281242" y="672858"/>
                  </a:lnTo>
                  <a:lnTo>
                    <a:pt x="6281368" y="672858"/>
                  </a:lnTo>
                  <a:lnTo>
                    <a:pt x="6281494" y="672858"/>
                  </a:lnTo>
                  <a:lnTo>
                    <a:pt x="6281620" y="672858"/>
                  </a:lnTo>
                  <a:lnTo>
                    <a:pt x="6281747" y="672858"/>
                  </a:lnTo>
                  <a:lnTo>
                    <a:pt x="6281873" y="672858"/>
                  </a:lnTo>
                  <a:lnTo>
                    <a:pt x="6281999" y="672858"/>
                  </a:lnTo>
                  <a:lnTo>
                    <a:pt x="6282125" y="672858"/>
                  </a:lnTo>
                  <a:lnTo>
                    <a:pt x="6282252" y="672858"/>
                  </a:lnTo>
                  <a:lnTo>
                    <a:pt x="6282378" y="672858"/>
                  </a:lnTo>
                  <a:lnTo>
                    <a:pt x="6282504" y="672858"/>
                  </a:lnTo>
                  <a:lnTo>
                    <a:pt x="6282630" y="672858"/>
                  </a:lnTo>
                  <a:lnTo>
                    <a:pt x="6282757" y="672858"/>
                  </a:lnTo>
                  <a:lnTo>
                    <a:pt x="6282883" y="672858"/>
                  </a:lnTo>
                  <a:lnTo>
                    <a:pt x="6283009" y="672858"/>
                  </a:lnTo>
                  <a:lnTo>
                    <a:pt x="6283135" y="672858"/>
                  </a:lnTo>
                  <a:lnTo>
                    <a:pt x="6283262" y="672858"/>
                  </a:lnTo>
                  <a:lnTo>
                    <a:pt x="6283388" y="672858"/>
                  </a:lnTo>
                  <a:lnTo>
                    <a:pt x="6283514" y="672858"/>
                  </a:lnTo>
                  <a:lnTo>
                    <a:pt x="6283641" y="672858"/>
                  </a:lnTo>
                  <a:lnTo>
                    <a:pt x="6283767" y="672858"/>
                  </a:lnTo>
                  <a:lnTo>
                    <a:pt x="6283893" y="672858"/>
                  </a:lnTo>
                  <a:lnTo>
                    <a:pt x="6284019" y="672858"/>
                  </a:lnTo>
                  <a:lnTo>
                    <a:pt x="6284146" y="672858"/>
                  </a:lnTo>
                  <a:lnTo>
                    <a:pt x="6284272" y="672858"/>
                  </a:lnTo>
                  <a:lnTo>
                    <a:pt x="6284398" y="672858"/>
                  </a:lnTo>
                  <a:lnTo>
                    <a:pt x="6284524" y="672858"/>
                  </a:lnTo>
                  <a:lnTo>
                    <a:pt x="6284651" y="672858"/>
                  </a:lnTo>
                  <a:lnTo>
                    <a:pt x="6284777" y="672858"/>
                  </a:lnTo>
                  <a:lnTo>
                    <a:pt x="6284903" y="672858"/>
                  </a:lnTo>
                  <a:lnTo>
                    <a:pt x="6285029" y="672858"/>
                  </a:lnTo>
                  <a:lnTo>
                    <a:pt x="6285156" y="672858"/>
                  </a:lnTo>
                  <a:lnTo>
                    <a:pt x="6285282" y="672858"/>
                  </a:lnTo>
                  <a:lnTo>
                    <a:pt x="6285408" y="672858"/>
                  </a:lnTo>
                  <a:lnTo>
                    <a:pt x="6285534" y="672858"/>
                  </a:lnTo>
                  <a:lnTo>
                    <a:pt x="6285661" y="672858"/>
                  </a:lnTo>
                  <a:lnTo>
                    <a:pt x="6285787" y="672858"/>
                  </a:lnTo>
                  <a:lnTo>
                    <a:pt x="6285913" y="672858"/>
                  </a:lnTo>
                  <a:lnTo>
                    <a:pt x="6286039" y="672858"/>
                  </a:lnTo>
                  <a:lnTo>
                    <a:pt x="6286166" y="672858"/>
                  </a:lnTo>
                  <a:lnTo>
                    <a:pt x="6286292" y="672858"/>
                  </a:lnTo>
                  <a:lnTo>
                    <a:pt x="6286418" y="672858"/>
                  </a:lnTo>
                  <a:lnTo>
                    <a:pt x="6286544" y="672858"/>
                  </a:lnTo>
                  <a:lnTo>
                    <a:pt x="6286671" y="672858"/>
                  </a:lnTo>
                  <a:lnTo>
                    <a:pt x="6286797" y="672858"/>
                  </a:lnTo>
                  <a:lnTo>
                    <a:pt x="6286923" y="672858"/>
                  </a:lnTo>
                  <a:lnTo>
                    <a:pt x="6287049" y="672858"/>
                  </a:lnTo>
                  <a:lnTo>
                    <a:pt x="6287176" y="672858"/>
                  </a:lnTo>
                  <a:lnTo>
                    <a:pt x="6287302" y="672858"/>
                  </a:lnTo>
                  <a:lnTo>
                    <a:pt x="6287428" y="672858"/>
                  </a:lnTo>
                  <a:lnTo>
                    <a:pt x="6287554" y="672858"/>
                  </a:lnTo>
                  <a:lnTo>
                    <a:pt x="6287681" y="672858"/>
                  </a:lnTo>
                  <a:lnTo>
                    <a:pt x="6287807" y="672858"/>
                  </a:lnTo>
                  <a:lnTo>
                    <a:pt x="6287933" y="672858"/>
                  </a:lnTo>
                  <a:lnTo>
                    <a:pt x="6288059" y="672858"/>
                  </a:lnTo>
                  <a:lnTo>
                    <a:pt x="6288186" y="672858"/>
                  </a:lnTo>
                  <a:lnTo>
                    <a:pt x="6288312" y="672858"/>
                  </a:lnTo>
                  <a:lnTo>
                    <a:pt x="6288438" y="672858"/>
                  </a:lnTo>
                  <a:lnTo>
                    <a:pt x="6288564" y="672858"/>
                  </a:lnTo>
                  <a:lnTo>
                    <a:pt x="6288691" y="672858"/>
                  </a:lnTo>
                  <a:lnTo>
                    <a:pt x="6288817" y="672858"/>
                  </a:lnTo>
                  <a:lnTo>
                    <a:pt x="6288943" y="672858"/>
                  </a:lnTo>
                  <a:lnTo>
                    <a:pt x="6289070" y="672858"/>
                  </a:lnTo>
                  <a:lnTo>
                    <a:pt x="6289196" y="672858"/>
                  </a:lnTo>
                  <a:lnTo>
                    <a:pt x="6289322" y="672858"/>
                  </a:lnTo>
                  <a:lnTo>
                    <a:pt x="6289448" y="672858"/>
                  </a:lnTo>
                  <a:lnTo>
                    <a:pt x="6289575" y="672858"/>
                  </a:lnTo>
                  <a:lnTo>
                    <a:pt x="6289701" y="672858"/>
                  </a:lnTo>
                  <a:lnTo>
                    <a:pt x="6289827" y="672858"/>
                  </a:lnTo>
                  <a:lnTo>
                    <a:pt x="6289953" y="672858"/>
                  </a:lnTo>
                  <a:lnTo>
                    <a:pt x="6290080" y="672858"/>
                  </a:lnTo>
                  <a:lnTo>
                    <a:pt x="6290206" y="672858"/>
                  </a:lnTo>
                  <a:lnTo>
                    <a:pt x="6290332" y="672858"/>
                  </a:lnTo>
                  <a:lnTo>
                    <a:pt x="6290458" y="672858"/>
                  </a:lnTo>
                  <a:lnTo>
                    <a:pt x="6290585" y="672858"/>
                  </a:lnTo>
                  <a:lnTo>
                    <a:pt x="6290711" y="672858"/>
                  </a:lnTo>
                  <a:lnTo>
                    <a:pt x="6290837" y="672858"/>
                  </a:lnTo>
                  <a:lnTo>
                    <a:pt x="6290963" y="672858"/>
                  </a:lnTo>
                  <a:lnTo>
                    <a:pt x="6291090" y="672858"/>
                  </a:lnTo>
                  <a:lnTo>
                    <a:pt x="6291216" y="672858"/>
                  </a:lnTo>
                  <a:lnTo>
                    <a:pt x="6291342" y="672858"/>
                  </a:lnTo>
                  <a:lnTo>
                    <a:pt x="6291468" y="672858"/>
                  </a:lnTo>
                  <a:lnTo>
                    <a:pt x="6291595" y="672858"/>
                  </a:lnTo>
                  <a:lnTo>
                    <a:pt x="6291721" y="672858"/>
                  </a:lnTo>
                  <a:lnTo>
                    <a:pt x="6291847" y="672858"/>
                  </a:lnTo>
                  <a:lnTo>
                    <a:pt x="6291973" y="672858"/>
                  </a:lnTo>
                  <a:lnTo>
                    <a:pt x="6292100" y="672858"/>
                  </a:lnTo>
                  <a:lnTo>
                    <a:pt x="6292226" y="672858"/>
                  </a:lnTo>
                  <a:lnTo>
                    <a:pt x="6292352" y="672858"/>
                  </a:lnTo>
                  <a:lnTo>
                    <a:pt x="6292478" y="672858"/>
                  </a:lnTo>
                  <a:lnTo>
                    <a:pt x="6292605" y="672858"/>
                  </a:lnTo>
                  <a:lnTo>
                    <a:pt x="6292731" y="672858"/>
                  </a:lnTo>
                  <a:lnTo>
                    <a:pt x="6292857" y="672858"/>
                  </a:lnTo>
                  <a:lnTo>
                    <a:pt x="6292983" y="672858"/>
                  </a:lnTo>
                  <a:lnTo>
                    <a:pt x="6293110" y="672858"/>
                  </a:lnTo>
                  <a:lnTo>
                    <a:pt x="6293236" y="672858"/>
                  </a:lnTo>
                  <a:lnTo>
                    <a:pt x="6293362" y="672858"/>
                  </a:lnTo>
                  <a:lnTo>
                    <a:pt x="6293488" y="672858"/>
                  </a:lnTo>
                  <a:lnTo>
                    <a:pt x="6293615" y="672858"/>
                  </a:lnTo>
                  <a:lnTo>
                    <a:pt x="6293741" y="672858"/>
                  </a:lnTo>
                  <a:lnTo>
                    <a:pt x="6293867" y="672858"/>
                  </a:lnTo>
                  <a:lnTo>
                    <a:pt x="6293994" y="672858"/>
                  </a:lnTo>
                  <a:lnTo>
                    <a:pt x="6294120" y="672858"/>
                  </a:lnTo>
                  <a:lnTo>
                    <a:pt x="6294246" y="672858"/>
                  </a:lnTo>
                  <a:lnTo>
                    <a:pt x="6294372" y="672858"/>
                  </a:lnTo>
                  <a:lnTo>
                    <a:pt x="6294499" y="672858"/>
                  </a:lnTo>
                  <a:lnTo>
                    <a:pt x="6294625" y="672858"/>
                  </a:lnTo>
                  <a:lnTo>
                    <a:pt x="6294751" y="672858"/>
                  </a:lnTo>
                  <a:lnTo>
                    <a:pt x="6294877" y="672858"/>
                  </a:lnTo>
                  <a:lnTo>
                    <a:pt x="6295004" y="672858"/>
                  </a:lnTo>
                  <a:lnTo>
                    <a:pt x="6295130" y="672858"/>
                  </a:lnTo>
                  <a:lnTo>
                    <a:pt x="6295256" y="672858"/>
                  </a:lnTo>
                  <a:lnTo>
                    <a:pt x="6295382" y="672858"/>
                  </a:lnTo>
                  <a:lnTo>
                    <a:pt x="6295509" y="672858"/>
                  </a:lnTo>
                  <a:lnTo>
                    <a:pt x="6295635" y="672858"/>
                  </a:lnTo>
                  <a:lnTo>
                    <a:pt x="6295761" y="672858"/>
                  </a:lnTo>
                  <a:lnTo>
                    <a:pt x="6295887" y="672858"/>
                  </a:lnTo>
                  <a:lnTo>
                    <a:pt x="6296014" y="672858"/>
                  </a:lnTo>
                  <a:lnTo>
                    <a:pt x="6296140" y="672858"/>
                  </a:lnTo>
                  <a:lnTo>
                    <a:pt x="6296266" y="672858"/>
                  </a:lnTo>
                  <a:lnTo>
                    <a:pt x="6296392" y="672858"/>
                  </a:lnTo>
                  <a:lnTo>
                    <a:pt x="6296519" y="672858"/>
                  </a:lnTo>
                  <a:lnTo>
                    <a:pt x="6296645" y="672858"/>
                  </a:lnTo>
                  <a:lnTo>
                    <a:pt x="6296771" y="672858"/>
                  </a:lnTo>
                  <a:lnTo>
                    <a:pt x="6296897" y="672858"/>
                  </a:lnTo>
                  <a:lnTo>
                    <a:pt x="6297024" y="672858"/>
                  </a:lnTo>
                  <a:lnTo>
                    <a:pt x="6297150" y="672858"/>
                  </a:lnTo>
                  <a:lnTo>
                    <a:pt x="6297276" y="672858"/>
                  </a:lnTo>
                  <a:lnTo>
                    <a:pt x="6297402" y="672858"/>
                  </a:lnTo>
                  <a:lnTo>
                    <a:pt x="6297529" y="672858"/>
                  </a:lnTo>
                  <a:lnTo>
                    <a:pt x="6297655" y="672858"/>
                  </a:lnTo>
                  <a:lnTo>
                    <a:pt x="6297781" y="672858"/>
                  </a:lnTo>
                  <a:lnTo>
                    <a:pt x="6297907" y="672858"/>
                  </a:lnTo>
                  <a:lnTo>
                    <a:pt x="6298034" y="672858"/>
                  </a:lnTo>
                  <a:lnTo>
                    <a:pt x="6298160" y="672858"/>
                  </a:lnTo>
                  <a:lnTo>
                    <a:pt x="6298286" y="672858"/>
                  </a:lnTo>
                  <a:lnTo>
                    <a:pt x="6298412" y="672858"/>
                  </a:lnTo>
                  <a:lnTo>
                    <a:pt x="6298539" y="672858"/>
                  </a:lnTo>
                  <a:lnTo>
                    <a:pt x="6298665" y="672858"/>
                  </a:lnTo>
                  <a:lnTo>
                    <a:pt x="6298791" y="672858"/>
                  </a:lnTo>
                  <a:lnTo>
                    <a:pt x="6298918" y="672858"/>
                  </a:lnTo>
                  <a:lnTo>
                    <a:pt x="6299044" y="672858"/>
                  </a:lnTo>
                  <a:lnTo>
                    <a:pt x="6299170" y="672858"/>
                  </a:lnTo>
                  <a:lnTo>
                    <a:pt x="6299296" y="672858"/>
                  </a:lnTo>
                  <a:lnTo>
                    <a:pt x="6299423" y="672858"/>
                  </a:lnTo>
                  <a:lnTo>
                    <a:pt x="6299549" y="672858"/>
                  </a:lnTo>
                  <a:lnTo>
                    <a:pt x="6299675" y="672858"/>
                  </a:lnTo>
                  <a:lnTo>
                    <a:pt x="6299801" y="672858"/>
                  </a:lnTo>
                  <a:lnTo>
                    <a:pt x="6299928" y="672858"/>
                  </a:lnTo>
                  <a:lnTo>
                    <a:pt x="6300054" y="672858"/>
                  </a:lnTo>
                  <a:lnTo>
                    <a:pt x="6300180" y="672858"/>
                  </a:lnTo>
                  <a:lnTo>
                    <a:pt x="6300306" y="672858"/>
                  </a:lnTo>
                  <a:lnTo>
                    <a:pt x="6300433" y="672858"/>
                  </a:lnTo>
                  <a:lnTo>
                    <a:pt x="6300559" y="672858"/>
                  </a:lnTo>
                  <a:lnTo>
                    <a:pt x="6300685" y="672858"/>
                  </a:lnTo>
                  <a:lnTo>
                    <a:pt x="6300811" y="672858"/>
                  </a:lnTo>
                  <a:lnTo>
                    <a:pt x="6300938" y="672858"/>
                  </a:lnTo>
                  <a:lnTo>
                    <a:pt x="6301064" y="672858"/>
                  </a:lnTo>
                  <a:lnTo>
                    <a:pt x="6301190" y="672858"/>
                  </a:lnTo>
                  <a:lnTo>
                    <a:pt x="6301316" y="672858"/>
                  </a:lnTo>
                  <a:lnTo>
                    <a:pt x="6301443" y="672858"/>
                  </a:lnTo>
                  <a:lnTo>
                    <a:pt x="6301569" y="672858"/>
                  </a:lnTo>
                  <a:lnTo>
                    <a:pt x="6301695" y="672858"/>
                  </a:lnTo>
                  <a:lnTo>
                    <a:pt x="6301821" y="672858"/>
                  </a:lnTo>
                  <a:lnTo>
                    <a:pt x="6301948" y="672858"/>
                  </a:lnTo>
                  <a:lnTo>
                    <a:pt x="6302074" y="672858"/>
                  </a:lnTo>
                  <a:lnTo>
                    <a:pt x="6302200" y="672858"/>
                  </a:lnTo>
                  <a:lnTo>
                    <a:pt x="6302326" y="672858"/>
                  </a:lnTo>
                  <a:lnTo>
                    <a:pt x="6302453" y="672858"/>
                  </a:lnTo>
                  <a:lnTo>
                    <a:pt x="6302579" y="672858"/>
                  </a:lnTo>
                  <a:lnTo>
                    <a:pt x="6302705" y="672858"/>
                  </a:lnTo>
                  <a:lnTo>
                    <a:pt x="6302831" y="672858"/>
                  </a:lnTo>
                  <a:lnTo>
                    <a:pt x="6302958" y="672858"/>
                  </a:lnTo>
                  <a:lnTo>
                    <a:pt x="6303084" y="672858"/>
                  </a:lnTo>
                  <a:lnTo>
                    <a:pt x="6303210" y="672858"/>
                  </a:lnTo>
                  <a:lnTo>
                    <a:pt x="6303336" y="672858"/>
                  </a:lnTo>
                  <a:lnTo>
                    <a:pt x="6303463" y="672858"/>
                  </a:lnTo>
                  <a:lnTo>
                    <a:pt x="6303589" y="672858"/>
                  </a:lnTo>
                  <a:lnTo>
                    <a:pt x="6303715" y="672858"/>
                  </a:lnTo>
                  <a:lnTo>
                    <a:pt x="6303841" y="672858"/>
                  </a:lnTo>
                  <a:lnTo>
                    <a:pt x="6303968" y="672858"/>
                  </a:lnTo>
                  <a:lnTo>
                    <a:pt x="6304094" y="672858"/>
                  </a:lnTo>
                  <a:lnTo>
                    <a:pt x="6304220" y="672858"/>
                  </a:lnTo>
                  <a:lnTo>
                    <a:pt x="6304347" y="672858"/>
                  </a:lnTo>
                  <a:lnTo>
                    <a:pt x="6304473" y="672858"/>
                  </a:lnTo>
                  <a:lnTo>
                    <a:pt x="6304599" y="672858"/>
                  </a:lnTo>
                  <a:lnTo>
                    <a:pt x="6304725" y="672858"/>
                  </a:lnTo>
                  <a:lnTo>
                    <a:pt x="6304852" y="672858"/>
                  </a:lnTo>
                  <a:lnTo>
                    <a:pt x="6304978" y="672858"/>
                  </a:lnTo>
                  <a:lnTo>
                    <a:pt x="6305104" y="672858"/>
                  </a:lnTo>
                  <a:lnTo>
                    <a:pt x="6305230" y="672858"/>
                  </a:lnTo>
                  <a:lnTo>
                    <a:pt x="6305357" y="672858"/>
                  </a:lnTo>
                  <a:lnTo>
                    <a:pt x="6305483" y="672858"/>
                  </a:lnTo>
                  <a:lnTo>
                    <a:pt x="6305609" y="672858"/>
                  </a:lnTo>
                  <a:lnTo>
                    <a:pt x="6305735" y="672858"/>
                  </a:lnTo>
                  <a:lnTo>
                    <a:pt x="6305862" y="672858"/>
                  </a:lnTo>
                  <a:lnTo>
                    <a:pt x="6305988" y="672858"/>
                  </a:lnTo>
                  <a:lnTo>
                    <a:pt x="6306114" y="672858"/>
                  </a:lnTo>
                  <a:lnTo>
                    <a:pt x="6306240" y="672858"/>
                  </a:lnTo>
                  <a:lnTo>
                    <a:pt x="6306367" y="672858"/>
                  </a:lnTo>
                  <a:lnTo>
                    <a:pt x="6306493" y="672858"/>
                  </a:lnTo>
                  <a:lnTo>
                    <a:pt x="6306619" y="672858"/>
                  </a:lnTo>
                  <a:lnTo>
                    <a:pt x="6306745" y="672858"/>
                  </a:lnTo>
                  <a:lnTo>
                    <a:pt x="6306872" y="672858"/>
                  </a:lnTo>
                  <a:lnTo>
                    <a:pt x="6306998" y="672858"/>
                  </a:lnTo>
                  <a:lnTo>
                    <a:pt x="6307124" y="672858"/>
                  </a:lnTo>
                  <a:lnTo>
                    <a:pt x="6307250" y="672858"/>
                  </a:lnTo>
                  <a:lnTo>
                    <a:pt x="6307377" y="672858"/>
                  </a:lnTo>
                  <a:lnTo>
                    <a:pt x="6307503" y="672858"/>
                  </a:lnTo>
                  <a:lnTo>
                    <a:pt x="6307629" y="672858"/>
                  </a:lnTo>
                  <a:lnTo>
                    <a:pt x="6307755" y="672858"/>
                  </a:lnTo>
                  <a:lnTo>
                    <a:pt x="6307882" y="672858"/>
                  </a:lnTo>
                  <a:lnTo>
                    <a:pt x="6308008" y="672858"/>
                  </a:lnTo>
                  <a:lnTo>
                    <a:pt x="6308134" y="672858"/>
                  </a:lnTo>
                  <a:lnTo>
                    <a:pt x="6308260" y="672858"/>
                  </a:lnTo>
                  <a:lnTo>
                    <a:pt x="6308387" y="672858"/>
                  </a:lnTo>
                  <a:lnTo>
                    <a:pt x="6308513" y="672858"/>
                  </a:lnTo>
                  <a:lnTo>
                    <a:pt x="6308639" y="672858"/>
                  </a:lnTo>
                  <a:lnTo>
                    <a:pt x="6308765" y="672858"/>
                  </a:lnTo>
                  <a:lnTo>
                    <a:pt x="6308892" y="672858"/>
                  </a:lnTo>
                  <a:lnTo>
                    <a:pt x="6309018" y="672858"/>
                  </a:lnTo>
                  <a:lnTo>
                    <a:pt x="6309144" y="672858"/>
                  </a:lnTo>
                  <a:lnTo>
                    <a:pt x="6309271" y="672858"/>
                  </a:lnTo>
                  <a:lnTo>
                    <a:pt x="6309397" y="672858"/>
                  </a:lnTo>
                  <a:lnTo>
                    <a:pt x="6309523" y="672858"/>
                  </a:lnTo>
                  <a:lnTo>
                    <a:pt x="6309649" y="672858"/>
                  </a:lnTo>
                  <a:lnTo>
                    <a:pt x="6309776" y="672858"/>
                  </a:lnTo>
                  <a:lnTo>
                    <a:pt x="6309902" y="672858"/>
                  </a:lnTo>
                  <a:lnTo>
                    <a:pt x="6310028" y="672858"/>
                  </a:lnTo>
                  <a:lnTo>
                    <a:pt x="6310154" y="672858"/>
                  </a:lnTo>
                  <a:lnTo>
                    <a:pt x="6310281" y="672858"/>
                  </a:lnTo>
                  <a:lnTo>
                    <a:pt x="6310407" y="672858"/>
                  </a:lnTo>
                  <a:lnTo>
                    <a:pt x="6310533" y="672858"/>
                  </a:lnTo>
                  <a:lnTo>
                    <a:pt x="6310659" y="672858"/>
                  </a:lnTo>
                  <a:lnTo>
                    <a:pt x="6310786" y="672858"/>
                  </a:lnTo>
                  <a:lnTo>
                    <a:pt x="6310912" y="672858"/>
                  </a:lnTo>
                  <a:lnTo>
                    <a:pt x="6311038" y="672858"/>
                  </a:lnTo>
                  <a:lnTo>
                    <a:pt x="6311164" y="672858"/>
                  </a:lnTo>
                  <a:lnTo>
                    <a:pt x="6311291" y="672858"/>
                  </a:lnTo>
                  <a:lnTo>
                    <a:pt x="6311417" y="672858"/>
                  </a:lnTo>
                  <a:lnTo>
                    <a:pt x="6311543" y="672858"/>
                  </a:lnTo>
                  <a:lnTo>
                    <a:pt x="6311669" y="672858"/>
                  </a:lnTo>
                  <a:lnTo>
                    <a:pt x="6311796" y="672858"/>
                  </a:lnTo>
                  <a:lnTo>
                    <a:pt x="6311922" y="672858"/>
                  </a:lnTo>
                  <a:lnTo>
                    <a:pt x="6312048" y="672858"/>
                  </a:lnTo>
                  <a:lnTo>
                    <a:pt x="6312174" y="672858"/>
                  </a:lnTo>
                  <a:lnTo>
                    <a:pt x="6312301" y="672858"/>
                  </a:lnTo>
                  <a:lnTo>
                    <a:pt x="6312427" y="672858"/>
                  </a:lnTo>
                  <a:lnTo>
                    <a:pt x="6312427" y="667946"/>
                  </a:lnTo>
                  <a:lnTo>
                    <a:pt x="6312553" y="667946"/>
                  </a:lnTo>
                  <a:lnTo>
                    <a:pt x="6312679" y="667946"/>
                  </a:lnTo>
                  <a:lnTo>
                    <a:pt x="6312806" y="667946"/>
                  </a:lnTo>
                  <a:lnTo>
                    <a:pt x="6312806" y="663035"/>
                  </a:lnTo>
                  <a:lnTo>
                    <a:pt x="6312932" y="663035"/>
                  </a:lnTo>
                  <a:lnTo>
                    <a:pt x="6313058" y="663035"/>
                  </a:lnTo>
                  <a:lnTo>
                    <a:pt x="6313184" y="663035"/>
                  </a:lnTo>
                  <a:lnTo>
                    <a:pt x="6313311" y="663035"/>
                  </a:lnTo>
                  <a:lnTo>
                    <a:pt x="6313437" y="663035"/>
                  </a:lnTo>
                  <a:lnTo>
                    <a:pt x="6313563" y="663035"/>
                  </a:lnTo>
                  <a:lnTo>
                    <a:pt x="6313689" y="663035"/>
                  </a:lnTo>
                  <a:lnTo>
                    <a:pt x="6313816" y="663035"/>
                  </a:lnTo>
                  <a:lnTo>
                    <a:pt x="6313942" y="663035"/>
                  </a:lnTo>
                  <a:lnTo>
                    <a:pt x="6314068" y="663035"/>
                  </a:lnTo>
                  <a:lnTo>
                    <a:pt x="6314194" y="663035"/>
                  </a:lnTo>
                  <a:lnTo>
                    <a:pt x="6314321" y="663035"/>
                  </a:lnTo>
                  <a:lnTo>
                    <a:pt x="6314447" y="663035"/>
                  </a:lnTo>
                  <a:lnTo>
                    <a:pt x="6314573" y="663035"/>
                  </a:lnTo>
                  <a:lnTo>
                    <a:pt x="6314700" y="663035"/>
                  </a:lnTo>
                  <a:lnTo>
                    <a:pt x="6314826" y="663035"/>
                  </a:lnTo>
                  <a:lnTo>
                    <a:pt x="6314952" y="663035"/>
                  </a:lnTo>
                  <a:lnTo>
                    <a:pt x="6315078" y="663035"/>
                  </a:lnTo>
                  <a:lnTo>
                    <a:pt x="6315205" y="663035"/>
                  </a:lnTo>
                  <a:lnTo>
                    <a:pt x="6315331" y="663035"/>
                  </a:lnTo>
                  <a:lnTo>
                    <a:pt x="6315457" y="663035"/>
                  </a:lnTo>
                  <a:lnTo>
                    <a:pt x="6315583" y="663035"/>
                  </a:lnTo>
                  <a:lnTo>
                    <a:pt x="6315710" y="663035"/>
                  </a:lnTo>
                  <a:lnTo>
                    <a:pt x="6315836" y="663035"/>
                  </a:lnTo>
                  <a:lnTo>
                    <a:pt x="6315962" y="663035"/>
                  </a:lnTo>
                  <a:lnTo>
                    <a:pt x="6316088" y="663035"/>
                  </a:lnTo>
                  <a:lnTo>
                    <a:pt x="6316215" y="663035"/>
                  </a:lnTo>
                  <a:lnTo>
                    <a:pt x="6316341" y="663035"/>
                  </a:lnTo>
                  <a:lnTo>
                    <a:pt x="6316467" y="663035"/>
                  </a:lnTo>
                  <a:lnTo>
                    <a:pt x="6316593" y="663035"/>
                  </a:lnTo>
                  <a:lnTo>
                    <a:pt x="6316720" y="663035"/>
                  </a:lnTo>
                  <a:lnTo>
                    <a:pt x="6316846" y="663035"/>
                  </a:lnTo>
                  <a:lnTo>
                    <a:pt x="6316972" y="663035"/>
                  </a:lnTo>
                  <a:lnTo>
                    <a:pt x="6317098" y="663035"/>
                  </a:lnTo>
                  <a:lnTo>
                    <a:pt x="6317225" y="663035"/>
                  </a:lnTo>
                  <a:lnTo>
                    <a:pt x="6317351" y="663035"/>
                  </a:lnTo>
                  <a:lnTo>
                    <a:pt x="6317477" y="663035"/>
                  </a:lnTo>
                  <a:lnTo>
                    <a:pt x="6317603" y="663035"/>
                  </a:lnTo>
                  <a:lnTo>
                    <a:pt x="6317730" y="663035"/>
                  </a:lnTo>
                  <a:lnTo>
                    <a:pt x="6317856" y="663035"/>
                  </a:lnTo>
                  <a:lnTo>
                    <a:pt x="6317982" y="663035"/>
                  </a:lnTo>
                  <a:lnTo>
                    <a:pt x="6317982" y="658124"/>
                  </a:lnTo>
                  <a:lnTo>
                    <a:pt x="6318108" y="658124"/>
                  </a:lnTo>
                  <a:lnTo>
                    <a:pt x="6318235" y="658124"/>
                  </a:lnTo>
                  <a:lnTo>
                    <a:pt x="6318361" y="658124"/>
                  </a:lnTo>
                  <a:lnTo>
                    <a:pt x="6318487" y="658124"/>
                  </a:lnTo>
                  <a:lnTo>
                    <a:pt x="6318613" y="658124"/>
                  </a:lnTo>
                  <a:lnTo>
                    <a:pt x="6318740" y="658124"/>
                  </a:lnTo>
                  <a:lnTo>
                    <a:pt x="6318866" y="658124"/>
                  </a:lnTo>
                  <a:lnTo>
                    <a:pt x="6318992" y="658124"/>
                  </a:lnTo>
                  <a:lnTo>
                    <a:pt x="6319118" y="658124"/>
                  </a:lnTo>
                  <a:lnTo>
                    <a:pt x="6319245" y="658124"/>
                  </a:lnTo>
                  <a:lnTo>
                    <a:pt x="6319371" y="658124"/>
                  </a:lnTo>
                  <a:lnTo>
                    <a:pt x="6319497" y="658124"/>
                  </a:lnTo>
                  <a:lnTo>
                    <a:pt x="6319624" y="658124"/>
                  </a:lnTo>
                  <a:lnTo>
                    <a:pt x="6319750" y="658124"/>
                  </a:lnTo>
                  <a:lnTo>
                    <a:pt x="6319876" y="658124"/>
                  </a:lnTo>
                  <a:lnTo>
                    <a:pt x="6320002" y="658124"/>
                  </a:lnTo>
                  <a:lnTo>
                    <a:pt x="6320129" y="658124"/>
                  </a:lnTo>
                  <a:lnTo>
                    <a:pt x="6320255" y="658124"/>
                  </a:lnTo>
                  <a:lnTo>
                    <a:pt x="6320381" y="658124"/>
                  </a:lnTo>
                  <a:lnTo>
                    <a:pt x="6320507" y="658124"/>
                  </a:lnTo>
                  <a:lnTo>
                    <a:pt x="6320634" y="658124"/>
                  </a:lnTo>
                  <a:lnTo>
                    <a:pt x="6320760" y="658124"/>
                  </a:lnTo>
                  <a:lnTo>
                    <a:pt x="6320886" y="658124"/>
                  </a:lnTo>
                  <a:lnTo>
                    <a:pt x="6321012" y="658124"/>
                  </a:lnTo>
                  <a:lnTo>
                    <a:pt x="6321139" y="658124"/>
                  </a:lnTo>
                  <a:lnTo>
                    <a:pt x="6321265" y="658124"/>
                  </a:lnTo>
                  <a:lnTo>
                    <a:pt x="6321391" y="658124"/>
                  </a:lnTo>
                  <a:lnTo>
                    <a:pt x="6321517" y="658124"/>
                  </a:lnTo>
                  <a:lnTo>
                    <a:pt x="6321644" y="658124"/>
                  </a:lnTo>
                  <a:lnTo>
                    <a:pt x="6321770" y="658124"/>
                  </a:lnTo>
                  <a:lnTo>
                    <a:pt x="6321896" y="658124"/>
                  </a:lnTo>
                  <a:lnTo>
                    <a:pt x="6322022" y="658124"/>
                  </a:lnTo>
                  <a:lnTo>
                    <a:pt x="6322149" y="658124"/>
                  </a:lnTo>
                  <a:lnTo>
                    <a:pt x="6322275" y="658124"/>
                  </a:lnTo>
                  <a:lnTo>
                    <a:pt x="6322401" y="658124"/>
                  </a:lnTo>
                  <a:lnTo>
                    <a:pt x="6322527" y="658124"/>
                  </a:lnTo>
                  <a:lnTo>
                    <a:pt x="6322654" y="658124"/>
                  </a:lnTo>
                  <a:lnTo>
                    <a:pt x="6322780" y="658124"/>
                  </a:lnTo>
                  <a:lnTo>
                    <a:pt x="6322906" y="658124"/>
                  </a:lnTo>
                  <a:lnTo>
                    <a:pt x="6323032" y="658124"/>
                  </a:lnTo>
                  <a:lnTo>
                    <a:pt x="6323159" y="658124"/>
                  </a:lnTo>
                  <a:lnTo>
                    <a:pt x="6323285" y="658124"/>
                  </a:lnTo>
                  <a:lnTo>
                    <a:pt x="6323411" y="658124"/>
                  </a:lnTo>
                  <a:lnTo>
                    <a:pt x="6323537" y="658124"/>
                  </a:lnTo>
                  <a:lnTo>
                    <a:pt x="6323664" y="658124"/>
                  </a:lnTo>
                  <a:lnTo>
                    <a:pt x="6323790" y="658124"/>
                  </a:lnTo>
                  <a:lnTo>
                    <a:pt x="6323916" y="658124"/>
                  </a:lnTo>
                  <a:lnTo>
                    <a:pt x="6324042" y="658124"/>
                  </a:lnTo>
                  <a:lnTo>
                    <a:pt x="6324169" y="658124"/>
                  </a:lnTo>
                  <a:lnTo>
                    <a:pt x="6324295" y="658124"/>
                  </a:lnTo>
                  <a:lnTo>
                    <a:pt x="6324421" y="658124"/>
                  </a:lnTo>
                  <a:lnTo>
                    <a:pt x="6324547" y="658124"/>
                  </a:lnTo>
                  <a:lnTo>
                    <a:pt x="6324674" y="658124"/>
                  </a:lnTo>
                  <a:lnTo>
                    <a:pt x="6324800" y="658124"/>
                  </a:lnTo>
                  <a:lnTo>
                    <a:pt x="6324926" y="658124"/>
                  </a:lnTo>
                  <a:lnTo>
                    <a:pt x="6325053" y="658124"/>
                  </a:lnTo>
                  <a:lnTo>
                    <a:pt x="6325179" y="658124"/>
                  </a:lnTo>
                  <a:lnTo>
                    <a:pt x="6325305" y="658124"/>
                  </a:lnTo>
                  <a:lnTo>
                    <a:pt x="6325431" y="658124"/>
                  </a:lnTo>
                  <a:lnTo>
                    <a:pt x="6325558" y="658124"/>
                  </a:lnTo>
                  <a:lnTo>
                    <a:pt x="6325684" y="658124"/>
                  </a:lnTo>
                  <a:lnTo>
                    <a:pt x="6325810" y="658124"/>
                  </a:lnTo>
                  <a:lnTo>
                    <a:pt x="6325936" y="658124"/>
                  </a:lnTo>
                  <a:lnTo>
                    <a:pt x="6326063" y="658124"/>
                  </a:lnTo>
                  <a:lnTo>
                    <a:pt x="6326189" y="658124"/>
                  </a:lnTo>
                  <a:lnTo>
                    <a:pt x="6326315" y="658124"/>
                  </a:lnTo>
                  <a:lnTo>
                    <a:pt x="6326441" y="658124"/>
                  </a:lnTo>
                  <a:lnTo>
                    <a:pt x="6326568" y="658124"/>
                  </a:lnTo>
                  <a:lnTo>
                    <a:pt x="6326694" y="658124"/>
                  </a:lnTo>
                  <a:lnTo>
                    <a:pt x="6326820" y="658124"/>
                  </a:lnTo>
                  <a:lnTo>
                    <a:pt x="6326946" y="658124"/>
                  </a:lnTo>
                  <a:lnTo>
                    <a:pt x="6327073" y="658124"/>
                  </a:lnTo>
                  <a:lnTo>
                    <a:pt x="6327199" y="658124"/>
                  </a:lnTo>
                  <a:lnTo>
                    <a:pt x="6327325" y="658124"/>
                  </a:lnTo>
                  <a:lnTo>
                    <a:pt x="6327451" y="658124"/>
                  </a:lnTo>
                  <a:lnTo>
                    <a:pt x="6327578" y="658124"/>
                  </a:lnTo>
                  <a:lnTo>
                    <a:pt x="6327704" y="658124"/>
                  </a:lnTo>
                  <a:lnTo>
                    <a:pt x="6327830" y="658124"/>
                  </a:lnTo>
                  <a:lnTo>
                    <a:pt x="6327956" y="658124"/>
                  </a:lnTo>
                  <a:lnTo>
                    <a:pt x="6328083" y="658124"/>
                  </a:lnTo>
                  <a:lnTo>
                    <a:pt x="6328209" y="658124"/>
                  </a:lnTo>
                  <a:lnTo>
                    <a:pt x="6328335" y="658124"/>
                  </a:lnTo>
                  <a:lnTo>
                    <a:pt x="6328461" y="658124"/>
                  </a:lnTo>
                  <a:lnTo>
                    <a:pt x="6328588" y="658124"/>
                  </a:lnTo>
                  <a:lnTo>
                    <a:pt x="6328714" y="658124"/>
                  </a:lnTo>
                  <a:lnTo>
                    <a:pt x="6328840" y="658124"/>
                  </a:lnTo>
                  <a:lnTo>
                    <a:pt x="6328966" y="658124"/>
                  </a:lnTo>
                  <a:lnTo>
                    <a:pt x="6329093" y="658124"/>
                  </a:lnTo>
                  <a:lnTo>
                    <a:pt x="6329219" y="658124"/>
                  </a:lnTo>
                  <a:lnTo>
                    <a:pt x="6329345" y="658124"/>
                  </a:lnTo>
                  <a:lnTo>
                    <a:pt x="6329471" y="658124"/>
                  </a:lnTo>
                  <a:lnTo>
                    <a:pt x="6329598" y="658124"/>
                  </a:lnTo>
                  <a:lnTo>
                    <a:pt x="6329724" y="658124"/>
                  </a:lnTo>
                  <a:lnTo>
                    <a:pt x="6329850" y="658124"/>
                  </a:lnTo>
                  <a:lnTo>
                    <a:pt x="6329977" y="658124"/>
                  </a:lnTo>
                  <a:lnTo>
                    <a:pt x="6330103" y="658124"/>
                  </a:lnTo>
                  <a:lnTo>
                    <a:pt x="6330229" y="658124"/>
                  </a:lnTo>
                  <a:lnTo>
                    <a:pt x="6330355" y="658124"/>
                  </a:lnTo>
                  <a:lnTo>
                    <a:pt x="6330482" y="658124"/>
                  </a:lnTo>
                  <a:lnTo>
                    <a:pt x="6330608" y="658124"/>
                  </a:lnTo>
                  <a:lnTo>
                    <a:pt x="6330734" y="658124"/>
                  </a:lnTo>
                  <a:lnTo>
                    <a:pt x="6330860" y="658124"/>
                  </a:lnTo>
                  <a:lnTo>
                    <a:pt x="6330987" y="658124"/>
                  </a:lnTo>
                  <a:lnTo>
                    <a:pt x="6331113" y="658124"/>
                  </a:lnTo>
                  <a:lnTo>
                    <a:pt x="6331239" y="658124"/>
                  </a:lnTo>
                  <a:lnTo>
                    <a:pt x="6331365" y="658124"/>
                  </a:lnTo>
                  <a:lnTo>
                    <a:pt x="6331492" y="658124"/>
                  </a:lnTo>
                  <a:lnTo>
                    <a:pt x="6331618" y="658124"/>
                  </a:lnTo>
                  <a:lnTo>
                    <a:pt x="6331744" y="658124"/>
                  </a:lnTo>
                  <a:lnTo>
                    <a:pt x="6331870" y="658124"/>
                  </a:lnTo>
                  <a:lnTo>
                    <a:pt x="6331997" y="658124"/>
                  </a:lnTo>
                  <a:lnTo>
                    <a:pt x="6332123" y="658124"/>
                  </a:lnTo>
                  <a:lnTo>
                    <a:pt x="6332249" y="658124"/>
                  </a:lnTo>
                  <a:lnTo>
                    <a:pt x="6332375" y="658124"/>
                  </a:lnTo>
                  <a:lnTo>
                    <a:pt x="6332502" y="658124"/>
                  </a:lnTo>
                  <a:lnTo>
                    <a:pt x="6332628" y="658124"/>
                  </a:lnTo>
                  <a:lnTo>
                    <a:pt x="6332754" y="658124"/>
                  </a:lnTo>
                  <a:lnTo>
                    <a:pt x="6332880" y="658124"/>
                  </a:lnTo>
                  <a:lnTo>
                    <a:pt x="6333007" y="658124"/>
                  </a:lnTo>
                  <a:lnTo>
                    <a:pt x="6333133" y="658124"/>
                  </a:lnTo>
                  <a:lnTo>
                    <a:pt x="6333259" y="658124"/>
                  </a:lnTo>
                  <a:lnTo>
                    <a:pt x="6333385" y="658124"/>
                  </a:lnTo>
                  <a:lnTo>
                    <a:pt x="6333512" y="658124"/>
                  </a:lnTo>
                  <a:lnTo>
                    <a:pt x="6333638" y="658124"/>
                  </a:lnTo>
                  <a:lnTo>
                    <a:pt x="6333764" y="658124"/>
                  </a:lnTo>
                  <a:lnTo>
                    <a:pt x="6333890" y="658124"/>
                  </a:lnTo>
                  <a:lnTo>
                    <a:pt x="6334017" y="658124"/>
                  </a:lnTo>
                  <a:lnTo>
                    <a:pt x="6334143" y="658124"/>
                  </a:lnTo>
                  <a:lnTo>
                    <a:pt x="6334269" y="658124"/>
                  </a:lnTo>
                  <a:lnTo>
                    <a:pt x="6334395" y="658124"/>
                  </a:lnTo>
                  <a:lnTo>
                    <a:pt x="6334522" y="658124"/>
                  </a:lnTo>
                  <a:lnTo>
                    <a:pt x="6334648" y="658124"/>
                  </a:lnTo>
                  <a:lnTo>
                    <a:pt x="6334774" y="658124"/>
                  </a:lnTo>
                  <a:lnTo>
                    <a:pt x="6334900" y="658124"/>
                  </a:lnTo>
                  <a:lnTo>
                    <a:pt x="6335027" y="658124"/>
                  </a:lnTo>
                  <a:lnTo>
                    <a:pt x="6335153" y="658124"/>
                  </a:lnTo>
                  <a:lnTo>
                    <a:pt x="6335279" y="658124"/>
                  </a:lnTo>
                  <a:lnTo>
                    <a:pt x="6335406" y="658124"/>
                  </a:lnTo>
                  <a:lnTo>
                    <a:pt x="6335532" y="658124"/>
                  </a:lnTo>
                  <a:lnTo>
                    <a:pt x="6335658" y="658124"/>
                  </a:lnTo>
                  <a:lnTo>
                    <a:pt x="6335784" y="658124"/>
                  </a:lnTo>
                  <a:lnTo>
                    <a:pt x="6335911" y="658124"/>
                  </a:lnTo>
                  <a:lnTo>
                    <a:pt x="6336037" y="658124"/>
                  </a:lnTo>
                  <a:lnTo>
                    <a:pt x="6336163" y="658124"/>
                  </a:lnTo>
                  <a:lnTo>
                    <a:pt x="6336289" y="658124"/>
                  </a:lnTo>
                  <a:lnTo>
                    <a:pt x="6336416" y="658124"/>
                  </a:lnTo>
                  <a:lnTo>
                    <a:pt x="6336542" y="658124"/>
                  </a:lnTo>
                  <a:lnTo>
                    <a:pt x="6336668" y="658124"/>
                  </a:lnTo>
                  <a:lnTo>
                    <a:pt x="6336794" y="658124"/>
                  </a:lnTo>
                  <a:lnTo>
                    <a:pt x="6336921" y="658124"/>
                  </a:lnTo>
                  <a:lnTo>
                    <a:pt x="6337047" y="658124"/>
                  </a:lnTo>
                  <a:lnTo>
                    <a:pt x="6337173" y="658124"/>
                  </a:lnTo>
                  <a:lnTo>
                    <a:pt x="6337299" y="658124"/>
                  </a:lnTo>
                  <a:lnTo>
                    <a:pt x="6337426" y="658124"/>
                  </a:lnTo>
                  <a:lnTo>
                    <a:pt x="6337552" y="658124"/>
                  </a:lnTo>
                  <a:lnTo>
                    <a:pt x="6337678" y="658124"/>
                  </a:lnTo>
                  <a:lnTo>
                    <a:pt x="6337804" y="658124"/>
                  </a:lnTo>
                  <a:lnTo>
                    <a:pt x="6337931" y="658124"/>
                  </a:lnTo>
                  <a:lnTo>
                    <a:pt x="6338057" y="658124"/>
                  </a:lnTo>
                  <a:lnTo>
                    <a:pt x="6338183" y="658124"/>
                  </a:lnTo>
                  <a:lnTo>
                    <a:pt x="6338309" y="658124"/>
                  </a:lnTo>
                  <a:lnTo>
                    <a:pt x="6338436" y="658124"/>
                  </a:lnTo>
                  <a:lnTo>
                    <a:pt x="6338562" y="658124"/>
                  </a:lnTo>
                  <a:lnTo>
                    <a:pt x="6338688" y="658124"/>
                  </a:lnTo>
                  <a:lnTo>
                    <a:pt x="6338814" y="658124"/>
                  </a:lnTo>
                  <a:lnTo>
                    <a:pt x="6338941" y="658124"/>
                  </a:lnTo>
                  <a:lnTo>
                    <a:pt x="6339067" y="658124"/>
                  </a:lnTo>
                  <a:lnTo>
                    <a:pt x="6339193" y="658124"/>
                  </a:lnTo>
                  <a:lnTo>
                    <a:pt x="6339319" y="658124"/>
                  </a:lnTo>
                  <a:lnTo>
                    <a:pt x="6339446" y="658124"/>
                  </a:lnTo>
                  <a:lnTo>
                    <a:pt x="6339572" y="658124"/>
                  </a:lnTo>
                  <a:lnTo>
                    <a:pt x="6339698" y="658124"/>
                  </a:lnTo>
                  <a:lnTo>
                    <a:pt x="6339824" y="658124"/>
                  </a:lnTo>
                  <a:lnTo>
                    <a:pt x="6339951" y="658124"/>
                  </a:lnTo>
                  <a:lnTo>
                    <a:pt x="6340077" y="658124"/>
                  </a:lnTo>
                  <a:lnTo>
                    <a:pt x="6340203" y="658124"/>
                  </a:lnTo>
                  <a:lnTo>
                    <a:pt x="6340330" y="658124"/>
                  </a:lnTo>
                  <a:lnTo>
                    <a:pt x="6340456" y="658124"/>
                  </a:lnTo>
                  <a:lnTo>
                    <a:pt x="6340582" y="658124"/>
                  </a:lnTo>
                  <a:lnTo>
                    <a:pt x="6340708" y="658124"/>
                  </a:lnTo>
                  <a:lnTo>
                    <a:pt x="6340835" y="658124"/>
                  </a:lnTo>
                  <a:lnTo>
                    <a:pt x="6340961" y="658124"/>
                  </a:lnTo>
                  <a:lnTo>
                    <a:pt x="6341087" y="658124"/>
                  </a:lnTo>
                  <a:lnTo>
                    <a:pt x="6341213" y="658124"/>
                  </a:lnTo>
                  <a:lnTo>
                    <a:pt x="6341340" y="658124"/>
                  </a:lnTo>
                  <a:lnTo>
                    <a:pt x="6341340" y="653212"/>
                  </a:lnTo>
                  <a:lnTo>
                    <a:pt x="6341466" y="653212"/>
                  </a:lnTo>
                  <a:lnTo>
                    <a:pt x="6341592" y="653212"/>
                  </a:lnTo>
                  <a:lnTo>
                    <a:pt x="6341718" y="653212"/>
                  </a:lnTo>
                  <a:lnTo>
                    <a:pt x="6341845" y="653212"/>
                  </a:lnTo>
                  <a:lnTo>
                    <a:pt x="6341971" y="653212"/>
                  </a:lnTo>
                  <a:lnTo>
                    <a:pt x="6342097" y="653212"/>
                  </a:lnTo>
                  <a:lnTo>
                    <a:pt x="6342223" y="653212"/>
                  </a:lnTo>
                  <a:lnTo>
                    <a:pt x="6342350" y="653212"/>
                  </a:lnTo>
                  <a:lnTo>
                    <a:pt x="6342476" y="653212"/>
                  </a:lnTo>
                  <a:lnTo>
                    <a:pt x="6342602" y="653212"/>
                  </a:lnTo>
                  <a:lnTo>
                    <a:pt x="6342728" y="653212"/>
                  </a:lnTo>
                  <a:lnTo>
                    <a:pt x="6342855" y="653212"/>
                  </a:lnTo>
                  <a:lnTo>
                    <a:pt x="6342981" y="653212"/>
                  </a:lnTo>
                  <a:lnTo>
                    <a:pt x="6343107" y="653212"/>
                  </a:lnTo>
                  <a:lnTo>
                    <a:pt x="6343233" y="653212"/>
                  </a:lnTo>
                  <a:lnTo>
                    <a:pt x="6343360" y="653212"/>
                  </a:lnTo>
                  <a:lnTo>
                    <a:pt x="6343486" y="653212"/>
                  </a:lnTo>
                  <a:lnTo>
                    <a:pt x="6343612" y="653212"/>
                  </a:lnTo>
                  <a:lnTo>
                    <a:pt x="6343738" y="653212"/>
                  </a:lnTo>
                  <a:lnTo>
                    <a:pt x="6343865" y="653212"/>
                  </a:lnTo>
                  <a:lnTo>
                    <a:pt x="6343991" y="653212"/>
                  </a:lnTo>
                  <a:lnTo>
                    <a:pt x="6344117" y="653212"/>
                  </a:lnTo>
                  <a:lnTo>
                    <a:pt x="6344243" y="653212"/>
                  </a:lnTo>
                  <a:lnTo>
                    <a:pt x="6344370" y="653212"/>
                  </a:lnTo>
                  <a:lnTo>
                    <a:pt x="6344496" y="653212"/>
                  </a:lnTo>
                  <a:lnTo>
                    <a:pt x="6344622" y="653212"/>
                  </a:lnTo>
                  <a:lnTo>
                    <a:pt x="6344748" y="653212"/>
                  </a:lnTo>
                  <a:lnTo>
                    <a:pt x="6344875" y="653212"/>
                  </a:lnTo>
                  <a:lnTo>
                    <a:pt x="6345001" y="653212"/>
                  </a:lnTo>
                  <a:lnTo>
                    <a:pt x="6345127" y="653212"/>
                  </a:lnTo>
                  <a:lnTo>
                    <a:pt x="6345253" y="653212"/>
                  </a:lnTo>
                  <a:lnTo>
                    <a:pt x="6345380" y="653212"/>
                  </a:lnTo>
                  <a:lnTo>
                    <a:pt x="6345506" y="653212"/>
                  </a:lnTo>
                  <a:lnTo>
                    <a:pt x="6345632" y="653212"/>
                  </a:lnTo>
                  <a:lnTo>
                    <a:pt x="6345759" y="653212"/>
                  </a:lnTo>
                  <a:lnTo>
                    <a:pt x="6345885" y="653212"/>
                  </a:lnTo>
                  <a:lnTo>
                    <a:pt x="6346011" y="653212"/>
                  </a:lnTo>
                  <a:lnTo>
                    <a:pt x="6346137" y="653212"/>
                  </a:lnTo>
                  <a:lnTo>
                    <a:pt x="6346264" y="653212"/>
                  </a:lnTo>
                  <a:lnTo>
                    <a:pt x="6346390" y="653212"/>
                  </a:lnTo>
                  <a:lnTo>
                    <a:pt x="6346516" y="653212"/>
                  </a:lnTo>
                  <a:lnTo>
                    <a:pt x="6346642" y="653212"/>
                  </a:lnTo>
                  <a:lnTo>
                    <a:pt x="6346769" y="653212"/>
                  </a:lnTo>
                  <a:lnTo>
                    <a:pt x="6346895" y="653212"/>
                  </a:lnTo>
                  <a:lnTo>
                    <a:pt x="6347021" y="653212"/>
                  </a:lnTo>
                  <a:lnTo>
                    <a:pt x="6347147" y="653212"/>
                  </a:lnTo>
                  <a:lnTo>
                    <a:pt x="6347274" y="653212"/>
                  </a:lnTo>
                  <a:lnTo>
                    <a:pt x="6347400" y="653212"/>
                  </a:lnTo>
                  <a:lnTo>
                    <a:pt x="6347526" y="653212"/>
                  </a:lnTo>
                  <a:lnTo>
                    <a:pt x="6347652" y="653212"/>
                  </a:lnTo>
                  <a:lnTo>
                    <a:pt x="6347779" y="653212"/>
                  </a:lnTo>
                  <a:lnTo>
                    <a:pt x="6347905" y="653212"/>
                  </a:lnTo>
                  <a:lnTo>
                    <a:pt x="6348031" y="653212"/>
                  </a:lnTo>
                  <a:lnTo>
                    <a:pt x="6348157" y="653212"/>
                  </a:lnTo>
                  <a:lnTo>
                    <a:pt x="6348284" y="653212"/>
                  </a:lnTo>
                  <a:lnTo>
                    <a:pt x="6348410" y="653212"/>
                  </a:lnTo>
                  <a:lnTo>
                    <a:pt x="6348536" y="653212"/>
                  </a:lnTo>
                  <a:lnTo>
                    <a:pt x="6348662" y="653212"/>
                  </a:lnTo>
                  <a:lnTo>
                    <a:pt x="6348789" y="653212"/>
                  </a:lnTo>
                  <a:lnTo>
                    <a:pt x="6348915" y="653212"/>
                  </a:lnTo>
                  <a:lnTo>
                    <a:pt x="6349041" y="653212"/>
                  </a:lnTo>
                  <a:lnTo>
                    <a:pt x="6349167" y="653212"/>
                  </a:lnTo>
                  <a:lnTo>
                    <a:pt x="6349294" y="653212"/>
                  </a:lnTo>
                  <a:lnTo>
                    <a:pt x="6349420" y="653212"/>
                  </a:lnTo>
                  <a:lnTo>
                    <a:pt x="6349546" y="653212"/>
                  </a:lnTo>
                  <a:lnTo>
                    <a:pt x="6349672" y="653212"/>
                  </a:lnTo>
                  <a:lnTo>
                    <a:pt x="6349799" y="653212"/>
                  </a:lnTo>
                  <a:lnTo>
                    <a:pt x="6349925" y="653212"/>
                  </a:lnTo>
                  <a:lnTo>
                    <a:pt x="6350051" y="653212"/>
                  </a:lnTo>
                  <a:lnTo>
                    <a:pt x="6350177" y="653212"/>
                  </a:lnTo>
                  <a:lnTo>
                    <a:pt x="6350304" y="653212"/>
                  </a:lnTo>
                  <a:lnTo>
                    <a:pt x="6350430" y="653212"/>
                  </a:lnTo>
                  <a:lnTo>
                    <a:pt x="6350556" y="653212"/>
                  </a:lnTo>
                  <a:lnTo>
                    <a:pt x="6350683" y="653212"/>
                  </a:lnTo>
                  <a:lnTo>
                    <a:pt x="6350809" y="653212"/>
                  </a:lnTo>
                  <a:lnTo>
                    <a:pt x="6350935" y="653212"/>
                  </a:lnTo>
                  <a:lnTo>
                    <a:pt x="6351061" y="653212"/>
                  </a:lnTo>
                  <a:lnTo>
                    <a:pt x="6351188" y="653212"/>
                  </a:lnTo>
                  <a:lnTo>
                    <a:pt x="6351314" y="653212"/>
                  </a:lnTo>
                  <a:lnTo>
                    <a:pt x="6351440" y="653212"/>
                  </a:lnTo>
                  <a:lnTo>
                    <a:pt x="6351566" y="653212"/>
                  </a:lnTo>
                  <a:lnTo>
                    <a:pt x="6351693" y="653212"/>
                  </a:lnTo>
                  <a:lnTo>
                    <a:pt x="6351819" y="653212"/>
                  </a:lnTo>
                  <a:lnTo>
                    <a:pt x="6351945" y="653212"/>
                  </a:lnTo>
                  <a:lnTo>
                    <a:pt x="6352071" y="653212"/>
                  </a:lnTo>
                  <a:lnTo>
                    <a:pt x="6352198" y="653212"/>
                  </a:lnTo>
                  <a:lnTo>
                    <a:pt x="6352324" y="653212"/>
                  </a:lnTo>
                  <a:lnTo>
                    <a:pt x="6352450" y="653212"/>
                  </a:lnTo>
                  <a:lnTo>
                    <a:pt x="6352576" y="653212"/>
                  </a:lnTo>
                  <a:lnTo>
                    <a:pt x="6352703" y="653212"/>
                  </a:lnTo>
                  <a:lnTo>
                    <a:pt x="6352829" y="653212"/>
                  </a:lnTo>
                  <a:lnTo>
                    <a:pt x="6352955" y="653212"/>
                  </a:lnTo>
                  <a:lnTo>
                    <a:pt x="6353081" y="653212"/>
                  </a:lnTo>
                  <a:lnTo>
                    <a:pt x="6353208" y="653212"/>
                  </a:lnTo>
                  <a:lnTo>
                    <a:pt x="6353334" y="653212"/>
                  </a:lnTo>
                  <a:lnTo>
                    <a:pt x="6353460" y="653212"/>
                  </a:lnTo>
                  <a:lnTo>
                    <a:pt x="6353586" y="653212"/>
                  </a:lnTo>
                  <a:lnTo>
                    <a:pt x="6353713" y="653212"/>
                  </a:lnTo>
                  <a:lnTo>
                    <a:pt x="6353839" y="653212"/>
                  </a:lnTo>
                  <a:lnTo>
                    <a:pt x="6353965" y="653212"/>
                  </a:lnTo>
                  <a:lnTo>
                    <a:pt x="6354091" y="653212"/>
                  </a:lnTo>
                  <a:lnTo>
                    <a:pt x="6354218" y="653212"/>
                  </a:lnTo>
                  <a:lnTo>
                    <a:pt x="6354344" y="653212"/>
                  </a:lnTo>
                  <a:lnTo>
                    <a:pt x="6354470" y="653212"/>
                  </a:lnTo>
                  <a:lnTo>
                    <a:pt x="6354596" y="653212"/>
                  </a:lnTo>
                  <a:lnTo>
                    <a:pt x="6354723" y="653212"/>
                  </a:lnTo>
                  <a:lnTo>
                    <a:pt x="6354849" y="653212"/>
                  </a:lnTo>
                  <a:lnTo>
                    <a:pt x="6354975" y="653212"/>
                  </a:lnTo>
                  <a:lnTo>
                    <a:pt x="6355101" y="653212"/>
                  </a:lnTo>
                  <a:lnTo>
                    <a:pt x="6355228" y="653212"/>
                  </a:lnTo>
                  <a:lnTo>
                    <a:pt x="6355354" y="653212"/>
                  </a:lnTo>
                  <a:lnTo>
                    <a:pt x="6355480" y="653212"/>
                  </a:lnTo>
                  <a:lnTo>
                    <a:pt x="6355607" y="653212"/>
                  </a:lnTo>
                  <a:lnTo>
                    <a:pt x="6355733" y="653212"/>
                  </a:lnTo>
                  <a:lnTo>
                    <a:pt x="6355859" y="653212"/>
                  </a:lnTo>
                  <a:lnTo>
                    <a:pt x="6355985" y="653212"/>
                  </a:lnTo>
                  <a:lnTo>
                    <a:pt x="6356112" y="653212"/>
                  </a:lnTo>
                  <a:lnTo>
                    <a:pt x="6356238" y="653212"/>
                  </a:lnTo>
                  <a:lnTo>
                    <a:pt x="6356364" y="653212"/>
                  </a:lnTo>
                  <a:lnTo>
                    <a:pt x="6356490" y="653212"/>
                  </a:lnTo>
                  <a:lnTo>
                    <a:pt x="6356617" y="653212"/>
                  </a:lnTo>
                  <a:lnTo>
                    <a:pt x="6356743" y="653212"/>
                  </a:lnTo>
                  <a:lnTo>
                    <a:pt x="6356869" y="653212"/>
                  </a:lnTo>
                  <a:lnTo>
                    <a:pt x="6356995" y="653212"/>
                  </a:lnTo>
                  <a:lnTo>
                    <a:pt x="6357122" y="653212"/>
                  </a:lnTo>
                  <a:lnTo>
                    <a:pt x="6357248" y="653212"/>
                  </a:lnTo>
                  <a:lnTo>
                    <a:pt x="6357374" y="653212"/>
                  </a:lnTo>
                  <a:lnTo>
                    <a:pt x="6357500" y="653212"/>
                  </a:lnTo>
                  <a:lnTo>
                    <a:pt x="6357627" y="653212"/>
                  </a:lnTo>
                  <a:lnTo>
                    <a:pt x="6357753" y="653212"/>
                  </a:lnTo>
                  <a:lnTo>
                    <a:pt x="6357879" y="653212"/>
                  </a:lnTo>
                  <a:lnTo>
                    <a:pt x="6358005" y="653212"/>
                  </a:lnTo>
                  <a:lnTo>
                    <a:pt x="6358132" y="653212"/>
                  </a:lnTo>
                  <a:lnTo>
                    <a:pt x="6358258" y="653212"/>
                  </a:lnTo>
                  <a:lnTo>
                    <a:pt x="6358384" y="653212"/>
                  </a:lnTo>
                  <a:lnTo>
                    <a:pt x="6358510" y="653212"/>
                  </a:lnTo>
                  <a:lnTo>
                    <a:pt x="6358637" y="653212"/>
                  </a:lnTo>
                  <a:lnTo>
                    <a:pt x="6358763" y="653212"/>
                  </a:lnTo>
                  <a:lnTo>
                    <a:pt x="6358889" y="653212"/>
                  </a:lnTo>
                  <a:lnTo>
                    <a:pt x="6359015" y="653212"/>
                  </a:lnTo>
                  <a:lnTo>
                    <a:pt x="6359142" y="653212"/>
                  </a:lnTo>
                  <a:lnTo>
                    <a:pt x="6359268" y="653212"/>
                  </a:lnTo>
                  <a:lnTo>
                    <a:pt x="6359394" y="653212"/>
                  </a:lnTo>
                  <a:lnTo>
                    <a:pt x="6359520" y="653212"/>
                  </a:lnTo>
                  <a:lnTo>
                    <a:pt x="6359647" y="653212"/>
                  </a:lnTo>
                  <a:lnTo>
                    <a:pt x="6359773" y="653212"/>
                  </a:lnTo>
                  <a:lnTo>
                    <a:pt x="6359899" y="653212"/>
                  </a:lnTo>
                  <a:lnTo>
                    <a:pt x="6360025" y="653212"/>
                  </a:lnTo>
                  <a:lnTo>
                    <a:pt x="6360152" y="653212"/>
                  </a:lnTo>
                  <a:lnTo>
                    <a:pt x="6360278" y="653212"/>
                  </a:lnTo>
                  <a:lnTo>
                    <a:pt x="6360404" y="653212"/>
                  </a:lnTo>
                  <a:lnTo>
                    <a:pt x="6360530" y="653212"/>
                  </a:lnTo>
                  <a:lnTo>
                    <a:pt x="6360657" y="653212"/>
                  </a:lnTo>
                  <a:lnTo>
                    <a:pt x="6360783" y="653212"/>
                  </a:lnTo>
                  <a:lnTo>
                    <a:pt x="6360909" y="653212"/>
                  </a:lnTo>
                  <a:lnTo>
                    <a:pt x="6361036" y="653212"/>
                  </a:lnTo>
                  <a:lnTo>
                    <a:pt x="6361036" y="648301"/>
                  </a:lnTo>
                  <a:lnTo>
                    <a:pt x="6361162" y="648301"/>
                  </a:lnTo>
                  <a:lnTo>
                    <a:pt x="6361288" y="648301"/>
                  </a:lnTo>
                  <a:lnTo>
                    <a:pt x="6361414" y="648301"/>
                  </a:lnTo>
                  <a:lnTo>
                    <a:pt x="6361541" y="648301"/>
                  </a:lnTo>
                  <a:lnTo>
                    <a:pt x="6361667" y="648301"/>
                  </a:lnTo>
                  <a:lnTo>
                    <a:pt x="6361793" y="648301"/>
                  </a:lnTo>
                  <a:lnTo>
                    <a:pt x="6361919" y="648301"/>
                  </a:lnTo>
                  <a:lnTo>
                    <a:pt x="6362046" y="648301"/>
                  </a:lnTo>
                  <a:lnTo>
                    <a:pt x="6362172" y="648301"/>
                  </a:lnTo>
                  <a:lnTo>
                    <a:pt x="6362298" y="648301"/>
                  </a:lnTo>
                  <a:lnTo>
                    <a:pt x="6362424" y="648301"/>
                  </a:lnTo>
                  <a:lnTo>
                    <a:pt x="6362551" y="648301"/>
                  </a:lnTo>
                  <a:lnTo>
                    <a:pt x="6362677" y="648301"/>
                  </a:lnTo>
                  <a:lnTo>
                    <a:pt x="6362803" y="648301"/>
                  </a:lnTo>
                  <a:lnTo>
                    <a:pt x="6362929" y="648301"/>
                  </a:lnTo>
                  <a:lnTo>
                    <a:pt x="6363056" y="648301"/>
                  </a:lnTo>
                  <a:lnTo>
                    <a:pt x="6363182" y="648301"/>
                  </a:lnTo>
                  <a:lnTo>
                    <a:pt x="6363308" y="648301"/>
                  </a:lnTo>
                  <a:lnTo>
                    <a:pt x="6363434" y="648301"/>
                  </a:lnTo>
                  <a:lnTo>
                    <a:pt x="6363561" y="648301"/>
                  </a:lnTo>
                  <a:lnTo>
                    <a:pt x="6363687" y="648301"/>
                  </a:lnTo>
                  <a:lnTo>
                    <a:pt x="6363813" y="648301"/>
                  </a:lnTo>
                  <a:lnTo>
                    <a:pt x="6363939" y="648301"/>
                  </a:lnTo>
                  <a:lnTo>
                    <a:pt x="6364066" y="648301"/>
                  </a:lnTo>
                  <a:lnTo>
                    <a:pt x="6364192" y="648301"/>
                  </a:lnTo>
                  <a:lnTo>
                    <a:pt x="6364318" y="648301"/>
                  </a:lnTo>
                  <a:lnTo>
                    <a:pt x="6364444" y="648301"/>
                  </a:lnTo>
                  <a:lnTo>
                    <a:pt x="6364571" y="648301"/>
                  </a:lnTo>
                  <a:lnTo>
                    <a:pt x="6364697" y="648301"/>
                  </a:lnTo>
                  <a:lnTo>
                    <a:pt x="6364823" y="648301"/>
                  </a:lnTo>
                  <a:lnTo>
                    <a:pt x="6364949" y="648301"/>
                  </a:lnTo>
                  <a:lnTo>
                    <a:pt x="6365076" y="648301"/>
                  </a:lnTo>
                  <a:lnTo>
                    <a:pt x="6365202" y="648301"/>
                  </a:lnTo>
                  <a:lnTo>
                    <a:pt x="6365328" y="648301"/>
                  </a:lnTo>
                  <a:lnTo>
                    <a:pt x="6365454" y="648301"/>
                  </a:lnTo>
                  <a:lnTo>
                    <a:pt x="6365581" y="648301"/>
                  </a:lnTo>
                  <a:lnTo>
                    <a:pt x="6365707" y="648301"/>
                  </a:lnTo>
                  <a:lnTo>
                    <a:pt x="6365833" y="648301"/>
                  </a:lnTo>
                  <a:lnTo>
                    <a:pt x="6365960" y="648301"/>
                  </a:lnTo>
                  <a:lnTo>
                    <a:pt x="6366086" y="648301"/>
                  </a:lnTo>
                  <a:lnTo>
                    <a:pt x="6366212" y="648301"/>
                  </a:lnTo>
                  <a:lnTo>
                    <a:pt x="6366338" y="648301"/>
                  </a:lnTo>
                  <a:lnTo>
                    <a:pt x="6366465" y="648301"/>
                  </a:lnTo>
                  <a:lnTo>
                    <a:pt x="6366591" y="648301"/>
                  </a:lnTo>
                  <a:lnTo>
                    <a:pt x="6366717" y="648301"/>
                  </a:lnTo>
                  <a:lnTo>
                    <a:pt x="6366843" y="648301"/>
                  </a:lnTo>
                  <a:lnTo>
                    <a:pt x="6366970" y="648301"/>
                  </a:lnTo>
                  <a:lnTo>
                    <a:pt x="6367096" y="648301"/>
                  </a:lnTo>
                  <a:lnTo>
                    <a:pt x="6367222" y="648301"/>
                  </a:lnTo>
                  <a:lnTo>
                    <a:pt x="6367348" y="648301"/>
                  </a:lnTo>
                  <a:lnTo>
                    <a:pt x="6367475" y="648301"/>
                  </a:lnTo>
                  <a:lnTo>
                    <a:pt x="6367601" y="648301"/>
                  </a:lnTo>
                  <a:lnTo>
                    <a:pt x="6367727" y="648301"/>
                  </a:lnTo>
                  <a:lnTo>
                    <a:pt x="6367853" y="648301"/>
                  </a:lnTo>
                  <a:lnTo>
                    <a:pt x="6367980" y="648301"/>
                  </a:lnTo>
                  <a:lnTo>
                    <a:pt x="6368106" y="648301"/>
                  </a:lnTo>
                  <a:lnTo>
                    <a:pt x="6368232" y="648301"/>
                  </a:lnTo>
                  <a:lnTo>
                    <a:pt x="6368358" y="648301"/>
                  </a:lnTo>
                  <a:lnTo>
                    <a:pt x="6368485" y="648301"/>
                  </a:lnTo>
                  <a:lnTo>
                    <a:pt x="6368611" y="648301"/>
                  </a:lnTo>
                  <a:lnTo>
                    <a:pt x="6368737" y="648301"/>
                  </a:lnTo>
                  <a:lnTo>
                    <a:pt x="6368863" y="648301"/>
                  </a:lnTo>
                  <a:lnTo>
                    <a:pt x="6368990" y="648301"/>
                  </a:lnTo>
                  <a:lnTo>
                    <a:pt x="6369116" y="648301"/>
                  </a:lnTo>
                  <a:lnTo>
                    <a:pt x="6369242" y="648301"/>
                  </a:lnTo>
                  <a:lnTo>
                    <a:pt x="6369368" y="648301"/>
                  </a:lnTo>
                  <a:lnTo>
                    <a:pt x="6369495" y="648301"/>
                  </a:lnTo>
                  <a:lnTo>
                    <a:pt x="6369621" y="648301"/>
                  </a:lnTo>
                  <a:lnTo>
                    <a:pt x="6369747" y="648301"/>
                  </a:lnTo>
                  <a:lnTo>
                    <a:pt x="6369873" y="648301"/>
                  </a:lnTo>
                  <a:lnTo>
                    <a:pt x="6370000" y="648301"/>
                  </a:lnTo>
                  <a:lnTo>
                    <a:pt x="6370126" y="648301"/>
                  </a:lnTo>
                  <a:lnTo>
                    <a:pt x="6370252" y="648301"/>
                  </a:lnTo>
                  <a:lnTo>
                    <a:pt x="6370378" y="648301"/>
                  </a:lnTo>
                  <a:lnTo>
                    <a:pt x="6370505" y="648301"/>
                  </a:lnTo>
                  <a:lnTo>
                    <a:pt x="6370631" y="648301"/>
                  </a:lnTo>
                  <a:lnTo>
                    <a:pt x="6370757" y="648301"/>
                  </a:lnTo>
                  <a:lnTo>
                    <a:pt x="6370883" y="648301"/>
                  </a:lnTo>
                  <a:lnTo>
                    <a:pt x="6371010" y="648301"/>
                  </a:lnTo>
                  <a:lnTo>
                    <a:pt x="6371136" y="648301"/>
                  </a:lnTo>
                  <a:lnTo>
                    <a:pt x="6371262" y="648301"/>
                  </a:lnTo>
                  <a:lnTo>
                    <a:pt x="6371389" y="648301"/>
                  </a:lnTo>
                  <a:lnTo>
                    <a:pt x="6371515" y="648301"/>
                  </a:lnTo>
                  <a:lnTo>
                    <a:pt x="6371641" y="648301"/>
                  </a:lnTo>
                  <a:lnTo>
                    <a:pt x="6371767" y="648301"/>
                  </a:lnTo>
                  <a:lnTo>
                    <a:pt x="6371894" y="648301"/>
                  </a:lnTo>
                  <a:lnTo>
                    <a:pt x="6372020" y="648301"/>
                  </a:lnTo>
                  <a:lnTo>
                    <a:pt x="6372146" y="648301"/>
                  </a:lnTo>
                  <a:lnTo>
                    <a:pt x="6372272" y="648301"/>
                  </a:lnTo>
                  <a:lnTo>
                    <a:pt x="6372399" y="648301"/>
                  </a:lnTo>
                  <a:lnTo>
                    <a:pt x="6372525" y="648301"/>
                  </a:lnTo>
                  <a:lnTo>
                    <a:pt x="6372651" y="648301"/>
                  </a:lnTo>
                  <a:lnTo>
                    <a:pt x="6372777" y="648301"/>
                  </a:lnTo>
                  <a:lnTo>
                    <a:pt x="6372904" y="648301"/>
                  </a:lnTo>
                  <a:lnTo>
                    <a:pt x="6373030" y="648301"/>
                  </a:lnTo>
                  <a:lnTo>
                    <a:pt x="6373156" y="648301"/>
                  </a:lnTo>
                  <a:lnTo>
                    <a:pt x="6373282" y="648301"/>
                  </a:lnTo>
                  <a:lnTo>
                    <a:pt x="6373409" y="648301"/>
                  </a:lnTo>
                  <a:lnTo>
                    <a:pt x="6373535" y="648301"/>
                  </a:lnTo>
                  <a:lnTo>
                    <a:pt x="6373661" y="648301"/>
                  </a:lnTo>
                  <a:lnTo>
                    <a:pt x="6373787" y="648301"/>
                  </a:lnTo>
                  <a:lnTo>
                    <a:pt x="6373914" y="648301"/>
                  </a:lnTo>
                  <a:lnTo>
                    <a:pt x="6374040" y="648301"/>
                  </a:lnTo>
                  <a:lnTo>
                    <a:pt x="6374166" y="648301"/>
                  </a:lnTo>
                  <a:lnTo>
                    <a:pt x="6374292" y="648301"/>
                  </a:lnTo>
                  <a:lnTo>
                    <a:pt x="6374419" y="648301"/>
                  </a:lnTo>
                  <a:lnTo>
                    <a:pt x="6374545" y="648301"/>
                  </a:lnTo>
                  <a:lnTo>
                    <a:pt x="6374671" y="648301"/>
                  </a:lnTo>
                  <a:lnTo>
                    <a:pt x="6374797" y="648301"/>
                  </a:lnTo>
                  <a:lnTo>
                    <a:pt x="6374924" y="648301"/>
                  </a:lnTo>
                  <a:lnTo>
                    <a:pt x="6375050" y="648301"/>
                  </a:lnTo>
                  <a:lnTo>
                    <a:pt x="6375176" y="648301"/>
                  </a:lnTo>
                  <a:lnTo>
                    <a:pt x="6375302" y="648301"/>
                  </a:lnTo>
                  <a:lnTo>
                    <a:pt x="6375429" y="648301"/>
                  </a:lnTo>
                  <a:lnTo>
                    <a:pt x="6375555" y="648301"/>
                  </a:lnTo>
                  <a:lnTo>
                    <a:pt x="6375681" y="648301"/>
                  </a:lnTo>
                  <a:lnTo>
                    <a:pt x="6375807" y="648301"/>
                  </a:lnTo>
                  <a:lnTo>
                    <a:pt x="6375934" y="648301"/>
                  </a:lnTo>
                  <a:lnTo>
                    <a:pt x="6376060" y="648301"/>
                  </a:lnTo>
                  <a:lnTo>
                    <a:pt x="6376186" y="648301"/>
                  </a:lnTo>
                  <a:lnTo>
                    <a:pt x="6376313" y="648301"/>
                  </a:lnTo>
                  <a:lnTo>
                    <a:pt x="6376439" y="648301"/>
                  </a:lnTo>
                  <a:lnTo>
                    <a:pt x="6376565" y="648301"/>
                  </a:lnTo>
                  <a:lnTo>
                    <a:pt x="6376691" y="648301"/>
                  </a:lnTo>
                  <a:lnTo>
                    <a:pt x="6376818" y="648301"/>
                  </a:lnTo>
                  <a:lnTo>
                    <a:pt x="6376944" y="648301"/>
                  </a:lnTo>
                  <a:lnTo>
                    <a:pt x="6377070" y="648301"/>
                  </a:lnTo>
                  <a:lnTo>
                    <a:pt x="6377196" y="648301"/>
                  </a:lnTo>
                  <a:lnTo>
                    <a:pt x="6377323" y="648301"/>
                  </a:lnTo>
                  <a:lnTo>
                    <a:pt x="6377449" y="648301"/>
                  </a:lnTo>
                  <a:lnTo>
                    <a:pt x="6377575" y="648301"/>
                  </a:lnTo>
                  <a:lnTo>
                    <a:pt x="6377701" y="648301"/>
                  </a:lnTo>
                  <a:lnTo>
                    <a:pt x="6377828" y="648301"/>
                  </a:lnTo>
                  <a:lnTo>
                    <a:pt x="6377828" y="643390"/>
                  </a:lnTo>
                  <a:lnTo>
                    <a:pt x="6377954" y="643390"/>
                  </a:lnTo>
                  <a:lnTo>
                    <a:pt x="6378080" y="643390"/>
                  </a:lnTo>
                  <a:lnTo>
                    <a:pt x="6378206" y="643390"/>
                  </a:lnTo>
                  <a:lnTo>
                    <a:pt x="6378333" y="643390"/>
                  </a:lnTo>
                  <a:lnTo>
                    <a:pt x="6378459" y="643390"/>
                  </a:lnTo>
                  <a:lnTo>
                    <a:pt x="6378585" y="643390"/>
                  </a:lnTo>
                  <a:lnTo>
                    <a:pt x="6378711" y="643390"/>
                  </a:lnTo>
                  <a:lnTo>
                    <a:pt x="6378838" y="643390"/>
                  </a:lnTo>
                  <a:lnTo>
                    <a:pt x="6378964" y="643390"/>
                  </a:lnTo>
                  <a:lnTo>
                    <a:pt x="6379090" y="643390"/>
                  </a:lnTo>
                  <a:lnTo>
                    <a:pt x="6379216" y="643390"/>
                  </a:lnTo>
                  <a:lnTo>
                    <a:pt x="6379216" y="638478"/>
                  </a:lnTo>
                  <a:lnTo>
                    <a:pt x="6379343" y="638478"/>
                  </a:lnTo>
                  <a:lnTo>
                    <a:pt x="6379469" y="638478"/>
                  </a:lnTo>
                  <a:lnTo>
                    <a:pt x="6379595" y="638478"/>
                  </a:lnTo>
                  <a:lnTo>
                    <a:pt x="6379721" y="638478"/>
                  </a:lnTo>
                  <a:lnTo>
                    <a:pt x="6379721" y="633567"/>
                  </a:lnTo>
                  <a:lnTo>
                    <a:pt x="6379848" y="633567"/>
                  </a:lnTo>
                  <a:lnTo>
                    <a:pt x="6379974" y="633567"/>
                  </a:lnTo>
                  <a:lnTo>
                    <a:pt x="6380100" y="633567"/>
                  </a:lnTo>
                  <a:lnTo>
                    <a:pt x="6380226" y="633567"/>
                  </a:lnTo>
                  <a:lnTo>
                    <a:pt x="6380353" y="633567"/>
                  </a:lnTo>
                  <a:lnTo>
                    <a:pt x="6380479" y="633567"/>
                  </a:lnTo>
                  <a:lnTo>
                    <a:pt x="6380605" y="633567"/>
                  </a:lnTo>
                  <a:lnTo>
                    <a:pt x="6380731" y="633567"/>
                  </a:lnTo>
                  <a:lnTo>
                    <a:pt x="6380858" y="633567"/>
                  </a:lnTo>
                  <a:lnTo>
                    <a:pt x="6380858" y="628655"/>
                  </a:lnTo>
                  <a:lnTo>
                    <a:pt x="6380984" y="628655"/>
                  </a:lnTo>
                  <a:lnTo>
                    <a:pt x="6381110" y="628655"/>
                  </a:lnTo>
                  <a:lnTo>
                    <a:pt x="6381236" y="628655"/>
                  </a:lnTo>
                  <a:lnTo>
                    <a:pt x="6381363" y="628655"/>
                  </a:lnTo>
                  <a:lnTo>
                    <a:pt x="6381489" y="628655"/>
                  </a:lnTo>
                  <a:lnTo>
                    <a:pt x="6381615" y="628655"/>
                  </a:lnTo>
                  <a:lnTo>
                    <a:pt x="6381742" y="628655"/>
                  </a:lnTo>
                  <a:lnTo>
                    <a:pt x="6381868" y="628655"/>
                  </a:lnTo>
                  <a:lnTo>
                    <a:pt x="6381994" y="628655"/>
                  </a:lnTo>
                  <a:lnTo>
                    <a:pt x="6382120" y="628655"/>
                  </a:lnTo>
                  <a:lnTo>
                    <a:pt x="6382247" y="628655"/>
                  </a:lnTo>
                  <a:lnTo>
                    <a:pt x="6382373" y="628655"/>
                  </a:lnTo>
                  <a:lnTo>
                    <a:pt x="6382499" y="628655"/>
                  </a:lnTo>
                  <a:lnTo>
                    <a:pt x="6382625" y="628655"/>
                  </a:lnTo>
                  <a:lnTo>
                    <a:pt x="6382752" y="628655"/>
                  </a:lnTo>
                  <a:lnTo>
                    <a:pt x="6382878" y="628655"/>
                  </a:lnTo>
                  <a:lnTo>
                    <a:pt x="6383004" y="628655"/>
                  </a:lnTo>
                  <a:lnTo>
                    <a:pt x="6383130" y="628655"/>
                  </a:lnTo>
                  <a:lnTo>
                    <a:pt x="6383257" y="628655"/>
                  </a:lnTo>
                  <a:lnTo>
                    <a:pt x="6383383" y="628655"/>
                  </a:lnTo>
                  <a:lnTo>
                    <a:pt x="6383509" y="628655"/>
                  </a:lnTo>
                  <a:lnTo>
                    <a:pt x="6383635" y="628655"/>
                  </a:lnTo>
                  <a:lnTo>
                    <a:pt x="6383762" y="628655"/>
                  </a:lnTo>
                  <a:lnTo>
                    <a:pt x="6383888" y="628655"/>
                  </a:lnTo>
                  <a:lnTo>
                    <a:pt x="6384014" y="628655"/>
                  </a:lnTo>
                  <a:lnTo>
                    <a:pt x="6384140" y="628655"/>
                  </a:lnTo>
                  <a:lnTo>
                    <a:pt x="6384267" y="628655"/>
                  </a:lnTo>
                  <a:lnTo>
                    <a:pt x="6384393" y="628655"/>
                  </a:lnTo>
                  <a:lnTo>
                    <a:pt x="6384519" y="628655"/>
                  </a:lnTo>
                  <a:lnTo>
                    <a:pt x="6384645" y="628655"/>
                  </a:lnTo>
                  <a:lnTo>
                    <a:pt x="6384772" y="628655"/>
                  </a:lnTo>
                  <a:lnTo>
                    <a:pt x="6384898" y="628655"/>
                  </a:lnTo>
                  <a:lnTo>
                    <a:pt x="6385024" y="628655"/>
                  </a:lnTo>
                  <a:lnTo>
                    <a:pt x="6385150" y="628655"/>
                  </a:lnTo>
                  <a:lnTo>
                    <a:pt x="6385277" y="628655"/>
                  </a:lnTo>
                  <a:lnTo>
                    <a:pt x="6385403" y="628655"/>
                  </a:lnTo>
                  <a:lnTo>
                    <a:pt x="6385529" y="628655"/>
                  </a:lnTo>
                  <a:lnTo>
                    <a:pt x="6385655" y="628655"/>
                  </a:lnTo>
                  <a:lnTo>
                    <a:pt x="6385782" y="628655"/>
                  </a:lnTo>
                  <a:lnTo>
                    <a:pt x="6385908" y="628655"/>
                  </a:lnTo>
                  <a:lnTo>
                    <a:pt x="6386034" y="628655"/>
                  </a:lnTo>
                  <a:lnTo>
                    <a:pt x="6386160" y="628655"/>
                  </a:lnTo>
                  <a:lnTo>
                    <a:pt x="6386287" y="628655"/>
                  </a:lnTo>
                  <a:lnTo>
                    <a:pt x="6386413" y="628655"/>
                  </a:lnTo>
                  <a:lnTo>
                    <a:pt x="6386539" y="628655"/>
                  </a:lnTo>
                  <a:lnTo>
                    <a:pt x="6386666" y="628655"/>
                  </a:lnTo>
                  <a:lnTo>
                    <a:pt x="6386792" y="628655"/>
                  </a:lnTo>
                  <a:lnTo>
                    <a:pt x="6386918" y="628655"/>
                  </a:lnTo>
                  <a:lnTo>
                    <a:pt x="6387044" y="628655"/>
                  </a:lnTo>
                  <a:lnTo>
                    <a:pt x="6387171" y="628655"/>
                  </a:lnTo>
                  <a:lnTo>
                    <a:pt x="6387297" y="628655"/>
                  </a:lnTo>
                  <a:lnTo>
                    <a:pt x="6387423" y="628655"/>
                  </a:lnTo>
                  <a:lnTo>
                    <a:pt x="6387549" y="628655"/>
                  </a:lnTo>
                  <a:lnTo>
                    <a:pt x="6387676" y="628655"/>
                  </a:lnTo>
                  <a:lnTo>
                    <a:pt x="6387802" y="628655"/>
                  </a:lnTo>
                  <a:lnTo>
                    <a:pt x="6387928" y="628655"/>
                  </a:lnTo>
                  <a:lnTo>
                    <a:pt x="6388054" y="628655"/>
                  </a:lnTo>
                  <a:lnTo>
                    <a:pt x="6388181" y="628655"/>
                  </a:lnTo>
                  <a:lnTo>
                    <a:pt x="6388307" y="628655"/>
                  </a:lnTo>
                  <a:lnTo>
                    <a:pt x="6388433" y="628655"/>
                  </a:lnTo>
                  <a:lnTo>
                    <a:pt x="6388559" y="628655"/>
                  </a:lnTo>
                  <a:lnTo>
                    <a:pt x="6388686" y="628655"/>
                  </a:lnTo>
                  <a:lnTo>
                    <a:pt x="6388812" y="628655"/>
                  </a:lnTo>
                  <a:lnTo>
                    <a:pt x="6388938" y="628655"/>
                  </a:lnTo>
                  <a:lnTo>
                    <a:pt x="6389064" y="628655"/>
                  </a:lnTo>
                  <a:lnTo>
                    <a:pt x="6389191" y="628655"/>
                  </a:lnTo>
                  <a:lnTo>
                    <a:pt x="6389317" y="628655"/>
                  </a:lnTo>
                  <a:lnTo>
                    <a:pt x="6389443" y="628655"/>
                  </a:lnTo>
                  <a:lnTo>
                    <a:pt x="6389569" y="628655"/>
                  </a:lnTo>
                  <a:lnTo>
                    <a:pt x="6389569" y="623744"/>
                  </a:lnTo>
                  <a:lnTo>
                    <a:pt x="6389696" y="623744"/>
                  </a:lnTo>
                  <a:lnTo>
                    <a:pt x="6389822" y="623744"/>
                  </a:lnTo>
                  <a:lnTo>
                    <a:pt x="6389948" y="623744"/>
                  </a:lnTo>
                  <a:lnTo>
                    <a:pt x="6390074" y="623744"/>
                  </a:lnTo>
                  <a:lnTo>
                    <a:pt x="6390201" y="623744"/>
                  </a:lnTo>
                  <a:lnTo>
                    <a:pt x="6390327" y="623744"/>
                  </a:lnTo>
                  <a:lnTo>
                    <a:pt x="6390453" y="623744"/>
                  </a:lnTo>
                  <a:lnTo>
                    <a:pt x="6390579" y="623744"/>
                  </a:lnTo>
                  <a:lnTo>
                    <a:pt x="6390706" y="623744"/>
                  </a:lnTo>
                  <a:lnTo>
                    <a:pt x="6390832" y="623744"/>
                  </a:lnTo>
                  <a:lnTo>
                    <a:pt x="6390958" y="623744"/>
                  </a:lnTo>
                  <a:lnTo>
                    <a:pt x="6391084" y="623744"/>
                  </a:lnTo>
                  <a:lnTo>
                    <a:pt x="6391211" y="623744"/>
                  </a:lnTo>
                  <a:lnTo>
                    <a:pt x="6391337" y="623744"/>
                  </a:lnTo>
                  <a:lnTo>
                    <a:pt x="6391463" y="623744"/>
                  </a:lnTo>
                  <a:lnTo>
                    <a:pt x="6391589" y="623744"/>
                  </a:lnTo>
                  <a:lnTo>
                    <a:pt x="6391716" y="623744"/>
                  </a:lnTo>
                  <a:lnTo>
                    <a:pt x="6391842" y="623744"/>
                  </a:lnTo>
                  <a:lnTo>
                    <a:pt x="6391968" y="623744"/>
                  </a:lnTo>
                  <a:lnTo>
                    <a:pt x="6392095" y="623744"/>
                  </a:lnTo>
                  <a:lnTo>
                    <a:pt x="6392221" y="623744"/>
                  </a:lnTo>
                  <a:lnTo>
                    <a:pt x="6392347" y="623744"/>
                  </a:lnTo>
                  <a:lnTo>
                    <a:pt x="6392473" y="623744"/>
                  </a:lnTo>
                  <a:lnTo>
                    <a:pt x="6392600" y="623744"/>
                  </a:lnTo>
                  <a:lnTo>
                    <a:pt x="6392726" y="623744"/>
                  </a:lnTo>
                  <a:lnTo>
                    <a:pt x="6392852" y="623744"/>
                  </a:lnTo>
                  <a:lnTo>
                    <a:pt x="6392978" y="623744"/>
                  </a:lnTo>
                  <a:lnTo>
                    <a:pt x="6393105" y="623744"/>
                  </a:lnTo>
                  <a:lnTo>
                    <a:pt x="6393231" y="623744"/>
                  </a:lnTo>
                  <a:lnTo>
                    <a:pt x="6393357" y="623744"/>
                  </a:lnTo>
                  <a:lnTo>
                    <a:pt x="6393483" y="623744"/>
                  </a:lnTo>
                  <a:lnTo>
                    <a:pt x="6393610" y="623744"/>
                  </a:lnTo>
                  <a:lnTo>
                    <a:pt x="6393736" y="623744"/>
                  </a:lnTo>
                  <a:lnTo>
                    <a:pt x="6393736" y="618833"/>
                  </a:lnTo>
                  <a:lnTo>
                    <a:pt x="6393862" y="618833"/>
                  </a:lnTo>
                  <a:lnTo>
                    <a:pt x="6393988" y="618833"/>
                  </a:lnTo>
                  <a:lnTo>
                    <a:pt x="6394115" y="618833"/>
                  </a:lnTo>
                  <a:lnTo>
                    <a:pt x="6394241" y="618833"/>
                  </a:lnTo>
                  <a:lnTo>
                    <a:pt x="6394367" y="618833"/>
                  </a:lnTo>
                  <a:lnTo>
                    <a:pt x="6394493" y="618833"/>
                  </a:lnTo>
                  <a:lnTo>
                    <a:pt x="6394620" y="618833"/>
                  </a:lnTo>
                  <a:lnTo>
                    <a:pt x="6394746" y="618833"/>
                  </a:lnTo>
                  <a:lnTo>
                    <a:pt x="6394872" y="618833"/>
                  </a:lnTo>
                  <a:lnTo>
                    <a:pt x="6394998" y="618833"/>
                  </a:lnTo>
                  <a:lnTo>
                    <a:pt x="6395125" y="618833"/>
                  </a:lnTo>
                  <a:lnTo>
                    <a:pt x="6395251" y="618833"/>
                  </a:lnTo>
                  <a:lnTo>
                    <a:pt x="6395377" y="618833"/>
                  </a:lnTo>
                  <a:lnTo>
                    <a:pt x="6395503" y="618833"/>
                  </a:lnTo>
                  <a:lnTo>
                    <a:pt x="6395630" y="618833"/>
                  </a:lnTo>
                  <a:lnTo>
                    <a:pt x="6395756" y="618833"/>
                  </a:lnTo>
                  <a:lnTo>
                    <a:pt x="6395882" y="618833"/>
                  </a:lnTo>
                  <a:lnTo>
                    <a:pt x="6396008" y="618833"/>
                  </a:lnTo>
                  <a:lnTo>
                    <a:pt x="6396135" y="618833"/>
                  </a:lnTo>
                  <a:lnTo>
                    <a:pt x="6396261" y="618833"/>
                  </a:lnTo>
                  <a:lnTo>
                    <a:pt x="6396387" y="618833"/>
                  </a:lnTo>
                  <a:lnTo>
                    <a:pt x="6396513" y="618833"/>
                  </a:lnTo>
                  <a:lnTo>
                    <a:pt x="6396640" y="618833"/>
                  </a:lnTo>
                  <a:lnTo>
                    <a:pt x="6396766" y="618833"/>
                  </a:lnTo>
                  <a:lnTo>
                    <a:pt x="6396892" y="618833"/>
                  </a:lnTo>
                  <a:lnTo>
                    <a:pt x="6397019" y="618833"/>
                  </a:lnTo>
                  <a:lnTo>
                    <a:pt x="6397145" y="618833"/>
                  </a:lnTo>
                  <a:lnTo>
                    <a:pt x="6397271" y="618833"/>
                  </a:lnTo>
                  <a:lnTo>
                    <a:pt x="6397397" y="618833"/>
                  </a:lnTo>
                  <a:lnTo>
                    <a:pt x="6397524" y="618833"/>
                  </a:lnTo>
                  <a:lnTo>
                    <a:pt x="6397650" y="618833"/>
                  </a:lnTo>
                  <a:lnTo>
                    <a:pt x="6397776" y="618833"/>
                  </a:lnTo>
                  <a:lnTo>
                    <a:pt x="6397902" y="618833"/>
                  </a:lnTo>
                  <a:lnTo>
                    <a:pt x="6398029" y="618833"/>
                  </a:lnTo>
                  <a:lnTo>
                    <a:pt x="6398155" y="618833"/>
                  </a:lnTo>
                  <a:lnTo>
                    <a:pt x="6398281" y="618833"/>
                  </a:lnTo>
                  <a:lnTo>
                    <a:pt x="6398407" y="618833"/>
                  </a:lnTo>
                  <a:lnTo>
                    <a:pt x="6398534" y="618833"/>
                  </a:lnTo>
                  <a:lnTo>
                    <a:pt x="6398660" y="618833"/>
                  </a:lnTo>
                  <a:lnTo>
                    <a:pt x="6398786" y="618833"/>
                  </a:lnTo>
                  <a:lnTo>
                    <a:pt x="6398912" y="618833"/>
                  </a:lnTo>
                  <a:lnTo>
                    <a:pt x="6399039" y="618833"/>
                  </a:lnTo>
                  <a:lnTo>
                    <a:pt x="6399165" y="618833"/>
                  </a:lnTo>
                  <a:lnTo>
                    <a:pt x="6399291" y="618833"/>
                  </a:lnTo>
                  <a:lnTo>
                    <a:pt x="6399417" y="618833"/>
                  </a:lnTo>
                  <a:lnTo>
                    <a:pt x="6399544" y="618833"/>
                  </a:lnTo>
                  <a:lnTo>
                    <a:pt x="6399670" y="618833"/>
                  </a:lnTo>
                  <a:lnTo>
                    <a:pt x="6399796" y="618833"/>
                  </a:lnTo>
                  <a:lnTo>
                    <a:pt x="6399922" y="618833"/>
                  </a:lnTo>
                  <a:lnTo>
                    <a:pt x="6400049" y="618833"/>
                  </a:lnTo>
                  <a:lnTo>
                    <a:pt x="6400175" y="618833"/>
                  </a:lnTo>
                  <a:lnTo>
                    <a:pt x="6400301" y="618833"/>
                  </a:lnTo>
                  <a:lnTo>
                    <a:pt x="6400427" y="618833"/>
                  </a:lnTo>
                  <a:lnTo>
                    <a:pt x="6400554" y="618833"/>
                  </a:lnTo>
                  <a:lnTo>
                    <a:pt x="6400680" y="618833"/>
                  </a:lnTo>
                  <a:lnTo>
                    <a:pt x="6400806" y="618833"/>
                  </a:lnTo>
                  <a:lnTo>
                    <a:pt x="6400932" y="618833"/>
                  </a:lnTo>
                  <a:lnTo>
                    <a:pt x="6401059" y="618833"/>
                  </a:lnTo>
                  <a:lnTo>
                    <a:pt x="6401185" y="618833"/>
                  </a:lnTo>
                  <a:lnTo>
                    <a:pt x="6401311" y="618833"/>
                  </a:lnTo>
                  <a:lnTo>
                    <a:pt x="6401437" y="618833"/>
                  </a:lnTo>
                  <a:lnTo>
                    <a:pt x="6401564" y="618833"/>
                  </a:lnTo>
                  <a:lnTo>
                    <a:pt x="6401690" y="618833"/>
                  </a:lnTo>
                  <a:lnTo>
                    <a:pt x="6401816" y="618833"/>
                  </a:lnTo>
                  <a:lnTo>
                    <a:pt x="6401942" y="618833"/>
                  </a:lnTo>
                  <a:lnTo>
                    <a:pt x="6402069" y="618833"/>
                  </a:lnTo>
                  <a:lnTo>
                    <a:pt x="6402195" y="618833"/>
                  </a:lnTo>
                  <a:lnTo>
                    <a:pt x="6402321" y="618833"/>
                  </a:lnTo>
                  <a:lnTo>
                    <a:pt x="6402448" y="618833"/>
                  </a:lnTo>
                  <a:lnTo>
                    <a:pt x="6402574" y="618833"/>
                  </a:lnTo>
                  <a:lnTo>
                    <a:pt x="6402700" y="618833"/>
                  </a:lnTo>
                  <a:lnTo>
                    <a:pt x="6402826" y="618833"/>
                  </a:lnTo>
                  <a:lnTo>
                    <a:pt x="6402953" y="618833"/>
                  </a:lnTo>
                  <a:lnTo>
                    <a:pt x="6403079" y="618833"/>
                  </a:lnTo>
                  <a:lnTo>
                    <a:pt x="6403205" y="618833"/>
                  </a:lnTo>
                  <a:lnTo>
                    <a:pt x="6403331" y="618833"/>
                  </a:lnTo>
                  <a:lnTo>
                    <a:pt x="6403458" y="618833"/>
                  </a:lnTo>
                  <a:lnTo>
                    <a:pt x="6403584" y="618833"/>
                  </a:lnTo>
                  <a:lnTo>
                    <a:pt x="6403710" y="618833"/>
                  </a:lnTo>
                  <a:lnTo>
                    <a:pt x="6403836" y="618833"/>
                  </a:lnTo>
                  <a:lnTo>
                    <a:pt x="6403963" y="618833"/>
                  </a:lnTo>
                  <a:lnTo>
                    <a:pt x="6404089" y="618833"/>
                  </a:lnTo>
                  <a:lnTo>
                    <a:pt x="6404215" y="618833"/>
                  </a:lnTo>
                  <a:lnTo>
                    <a:pt x="6404341" y="618833"/>
                  </a:lnTo>
                  <a:lnTo>
                    <a:pt x="6404468" y="618833"/>
                  </a:lnTo>
                  <a:lnTo>
                    <a:pt x="6404594" y="618833"/>
                  </a:lnTo>
                  <a:lnTo>
                    <a:pt x="6404720" y="618833"/>
                  </a:lnTo>
                  <a:lnTo>
                    <a:pt x="6404846" y="618833"/>
                  </a:lnTo>
                  <a:lnTo>
                    <a:pt x="6404973" y="618833"/>
                  </a:lnTo>
                  <a:lnTo>
                    <a:pt x="6405099" y="618833"/>
                  </a:lnTo>
                  <a:lnTo>
                    <a:pt x="6405225" y="618833"/>
                  </a:lnTo>
                  <a:lnTo>
                    <a:pt x="6405351" y="618833"/>
                  </a:lnTo>
                  <a:lnTo>
                    <a:pt x="6405478" y="618833"/>
                  </a:lnTo>
                  <a:lnTo>
                    <a:pt x="6405604" y="618833"/>
                  </a:lnTo>
                  <a:lnTo>
                    <a:pt x="6405730" y="618833"/>
                  </a:lnTo>
                  <a:lnTo>
                    <a:pt x="6405856" y="618833"/>
                  </a:lnTo>
                  <a:lnTo>
                    <a:pt x="6405983" y="618833"/>
                  </a:lnTo>
                  <a:lnTo>
                    <a:pt x="6406109" y="618833"/>
                  </a:lnTo>
                  <a:lnTo>
                    <a:pt x="6406235" y="618833"/>
                  </a:lnTo>
                  <a:lnTo>
                    <a:pt x="6406361" y="618833"/>
                  </a:lnTo>
                  <a:lnTo>
                    <a:pt x="6406488" y="618833"/>
                  </a:lnTo>
                  <a:lnTo>
                    <a:pt x="6406614" y="618833"/>
                  </a:lnTo>
                  <a:lnTo>
                    <a:pt x="6406740" y="618833"/>
                  </a:lnTo>
                  <a:lnTo>
                    <a:pt x="6406866" y="618833"/>
                  </a:lnTo>
                  <a:lnTo>
                    <a:pt x="6406993" y="618833"/>
                  </a:lnTo>
                  <a:lnTo>
                    <a:pt x="6407119" y="618833"/>
                  </a:lnTo>
                  <a:lnTo>
                    <a:pt x="6407245" y="618833"/>
                  </a:lnTo>
                  <a:lnTo>
                    <a:pt x="6407372" y="618833"/>
                  </a:lnTo>
                  <a:lnTo>
                    <a:pt x="6407498" y="618833"/>
                  </a:lnTo>
                  <a:lnTo>
                    <a:pt x="6407624" y="618833"/>
                  </a:lnTo>
                  <a:lnTo>
                    <a:pt x="6407750" y="618833"/>
                  </a:lnTo>
                  <a:lnTo>
                    <a:pt x="6407877" y="618833"/>
                  </a:lnTo>
                  <a:lnTo>
                    <a:pt x="6408003" y="618833"/>
                  </a:lnTo>
                  <a:lnTo>
                    <a:pt x="6408129" y="618833"/>
                  </a:lnTo>
                  <a:lnTo>
                    <a:pt x="6408255" y="618833"/>
                  </a:lnTo>
                  <a:lnTo>
                    <a:pt x="6408382" y="618833"/>
                  </a:lnTo>
                  <a:lnTo>
                    <a:pt x="6408508" y="618833"/>
                  </a:lnTo>
                  <a:lnTo>
                    <a:pt x="6408634" y="618833"/>
                  </a:lnTo>
                  <a:lnTo>
                    <a:pt x="6408760" y="618833"/>
                  </a:lnTo>
                  <a:lnTo>
                    <a:pt x="6408887" y="618833"/>
                  </a:lnTo>
                  <a:lnTo>
                    <a:pt x="6409013" y="618833"/>
                  </a:lnTo>
                  <a:lnTo>
                    <a:pt x="6409139" y="618833"/>
                  </a:lnTo>
                  <a:lnTo>
                    <a:pt x="6409265" y="618833"/>
                  </a:lnTo>
                  <a:lnTo>
                    <a:pt x="6409392" y="618833"/>
                  </a:lnTo>
                  <a:lnTo>
                    <a:pt x="6409518" y="618833"/>
                  </a:lnTo>
                  <a:lnTo>
                    <a:pt x="6409518" y="613921"/>
                  </a:lnTo>
                  <a:lnTo>
                    <a:pt x="6409644" y="613921"/>
                  </a:lnTo>
                  <a:lnTo>
                    <a:pt x="6409770" y="613921"/>
                  </a:lnTo>
                  <a:lnTo>
                    <a:pt x="6409897" y="613921"/>
                  </a:lnTo>
                  <a:lnTo>
                    <a:pt x="6410023" y="613921"/>
                  </a:lnTo>
                  <a:lnTo>
                    <a:pt x="6410149" y="613921"/>
                  </a:lnTo>
                  <a:lnTo>
                    <a:pt x="6410275" y="613921"/>
                  </a:lnTo>
                  <a:lnTo>
                    <a:pt x="6410402" y="613921"/>
                  </a:lnTo>
                  <a:lnTo>
                    <a:pt x="6410528" y="613921"/>
                  </a:lnTo>
                  <a:lnTo>
                    <a:pt x="6410654" y="613921"/>
                  </a:lnTo>
                  <a:lnTo>
                    <a:pt x="6410780" y="613921"/>
                  </a:lnTo>
                  <a:lnTo>
                    <a:pt x="6410907" y="613921"/>
                  </a:lnTo>
                  <a:lnTo>
                    <a:pt x="6411033" y="613921"/>
                  </a:lnTo>
                  <a:lnTo>
                    <a:pt x="6411159" y="613921"/>
                  </a:lnTo>
                  <a:lnTo>
                    <a:pt x="6411285" y="613921"/>
                  </a:lnTo>
                  <a:lnTo>
                    <a:pt x="6411412" y="613921"/>
                  </a:lnTo>
                  <a:lnTo>
                    <a:pt x="6411538" y="613921"/>
                  </a:lnTo>
                  <a:lnTo>
                    <a:pt x="6411664" y="613921"/>
                  </a:lnTo>
                  <a:lnTo>
                    <a:pt x="6411790" y="613921"/>
                  </a:lnTo>
                  <a:lnTo>
                    <a:pt x="6411917" y="613921"/>
                  </a:lnTo>
                  <a:lnTo>
                    <a:pt x="6412043" y="613921"/>
                  </a:lnTo>
                  <a:lnTo>
                    <a:pt x="6412169" y="613921"/>
                  </a:lnTo>
                  <a:lnTo>
                    <a:pt x="6412295" y="613921"/>
                  </a:lnTo>
                  <a:lnTo>
                    <a:pt x="6412422" y="613921"/>
                  </a:lnTo>
                  <a:lnTo>
                    <a:pt x="6412548" y="613921"/>
                  </a:lnTo>
                  <a:lnTo>
                    <a:pt x="6412674" y="613921"/>
                  </a:lnTo>
                  <a:lnTo>
                    <a:pt x="6412801" y="613921"/>
                  </a:lnTo>
                  <a:lnTo>
                    <a:pt x="6412927" y="613921"/>
                  </a:lnTo>
                  <a:lnTo>
                    <a:pt x="6413053" y="613921"/>
                  </a:lnTo>
                  <a:lnTo>
                    <a:pt x="6413179" y="613921"/>
                  </a:lnTo>
                  <a:lnTo>
                    <a:pt x="6413306" y="613921"/>
                  </a:lnTo>
                  <a:lnTo>
                    <a:pt x="6413432" y="613921"/>
                  </a:lnTo>
                  <a:lnTo>
                    <a:pt x="6413558" y="613921"/>
                  </a:lnTo>
                  <a:lnTo>
                    <a:pt x="6413684" y="613921"/>
                  </a:lnTo>
                  <a:lnTo>
                    <a:pt x="6413811" y="613921"/>
                  </a:lnTo>
                  <a:lnTo>
                    <a:pt x="6413937" y="613921"/>
                  </a:lnTo>
                  <a:lnTo>
                    <a:pt x="6414063" y="613921"/>
                  </a:lnTo>
                  <a:lnTo>
                    <a:pt x="6414189" y="613921"/>
                  </a:lnTo>
                  <a:lnTo>
                    <a:pt x="6414316" y="613921"/>
                  </a:lnTo>
                  <a:lnTo>
                    <a:pt x="6414442" y="613921"/>
                  </a:lnTo>
                  <a:lnTo>
                    <a:pt x="6414568" y="613921"/>
                  </a:lnTo>
                  <a:lnTo>
                    <a:pt x="6414694" y="613921"/>
                  </a:lnTo>
                  <a:lnTo>
                    <a:pt x="6414821" y="613921"/>
                  </a:lnTo>
                  <a:lnTo>
                    <a:pt x="6414947" y="613921"/>
                  </a:lnTo>
                  <a:lnTo>
                    <a:pt x="6415073" y="613921"/>
                  </a:lnTo>
                  <a:lnTo>
                    <a:pt x="6415199" y="613921"/>
                  </a:lnTo>
                  <a:lnTo>
                    <a:pt x="6415326" y="613921"/>
                  </a:lnTo>
                  <a:lnTo>
                    <a:pt x="6415452" y="613921"/>
                  </a:lnTo>
                  <a:lnTo>
                    <a:pt x="6415578" y="613921"/>
                  </a:lnTo>
                  <a:lnTo>
                    <a:pt x="6415704" y="613921"/>
                  </a:lnTo>
                  <a:lnTo>
                    <a:pt x="6415831" y="613921"/>
                  </a:lnTo>
                  <a:lnTo>
                    <a:pt x="6415957" y="613921"/>
                  </a:lnTo>
                  <a:lnTo>
                    <a:pt x="6416083" y="613921"/>
                  </a:lnTo>
                  <a:lnTo>
                    <a:pt x="6416209" y="613921"/>
                  </a:lnTo>
                  <a:lnTo>
                    <a:pt x="6416336" y="613921"/>
                  </a:lnTo>
                  <a:lnTo>
                    <a:pt x="6416462" y="613921"/>
                  </a:lnTo>
                  <a:lnTo>
                    <a:pt x="6416588" y="613921"/>
                  </a:lnTo>
                  <a:lnTo>
                    <a:pt x="6416714" y="613921"/>
                  </a:lnTo>
                  <a:lnTo>
                    <a:pt x="6416841" y="613921"/>
                  </a:lnTo>
                  <a:lnTo>
                    <a:pt x="6416967" y="613921"/>
                  </a:lnTo>
                  <a:lnTo>
                    <a:pt x="6417093" y="613921"/>
                  </a:lnTo>
                  <a:lnTo>
                    <a:pt x="6417219" y="613921"/>
                  </a:lnTo>
                  <a:lnTo>
                    <a:pt x="6417346" y="613921"/>
                  </a:lnTo>
                  <a:lnTo>
                    <a:pt x="6417472" y="613921"/>
                  </a:lnTo>
                  <a:lnTo>
                    <a:pt x="6417598" y="613921"/>
                  </a:lnTo>
                  <a:lnTo>
                    <a:pt x="6417725" y="613921"/>
                  </a:lnTo>
                  <a:lnTo>
                    <a:pt x="6417851" y="613921"/>
                  </a:lnTo>
                  <a:lnTo>
                    <a:pt x="6417977" y="613921"/>
                  </a:lnTo>
                  <a:lnTo>
                    <a:pt x="6418103" y="613921"/>
                  </a:lnTo>
                  <a:lnTo>
                    <a:pt x="6418230" y="613921"/>
                  </a:lnTo>
                  <a:lnTo>
                    <a:pt x="6418356" y="613921"/>
                  </a:lnTo>
                  <a:lnTo>
                    <a:pt x="6418482" y="613921"/>
                  </a:lnTo>
                  <a:lnTo>
                    <a:pt x="6418608" y="613921"/>
                  </a:lnTo>
                  <a:lnTo>
                    <a:pt x="6418735" y="613921"/>
                  </a:lnTo>
                  <a:lnTo>
                    <a:pt x="6418861" y="613921"/>
                  </a:lnTo>
                  <a:lnTo>
                    <a:pt x="6418987" y="613921"/>
                  </a:lnTo>
                  <a:lnTo>
                    <a:pt x="6419113" y="613921"/>
                  </a:lnTo>
                  <a:lnTo>
                    <a:pt x="6419240" y="613921"/>
                  </a:lnTo>
                  <a:lnTo>
                    <a:pt x="6419366" y="613921"/>
                  </a:lnTo>
                  <a:lnTo>
                    <a:pt x="6419492" y="613921"/>
                  </a:lnTo>
                  <a:lnTo>
                    <a:pt x="6419618" y="613921"/>
                  </a:lnTo>
                  <a:lnTo>
                    <a:pt x="6419745" y="613921"/>
                  </a:lnTo>
                  <a:lnTo>
                    <a:pt x="6419871" y="613921"/>
                  </a:lnTo>
                  <a:lnTo>
                    <a:pt x="6419997" y="613921"/>
                  </a:lnTo>
                  <a:lnTo>
                    <a:pt x="6420123" y="613921"/>
                  </a:lnTo>
                  <a:lnTo>
                    <a:pt x="6420250" y="613921"/>
                  </a:lnTo>
                  <a:lnTo>
                    <a:pt x="6420376" y="613921"/>
                  </a:lnTo>
                  <a:lnTo>
                    <a:pt x="6420502" y="613921"/>
                  </a:lnTo>
                  <a:lnTo>
                    <a:pt x="6420628" y="613921"/>
                  </a:lnTo>
                  <a:lnTo>
                    <a:pt x="6420755" y="613921"/>
                  </a:lnTo>
                  <a:lnTo>
                    <a:pt x="6420881" y="613921"/>
                  </a:lnTo>
                  <a:lnTo>
                    <a:pt x="6421007" y="613921"/>
                  </a:lnTo>
                  <a:lnTo>
                    <a:pt x="6421133" y="613921"/>
                  </a:lnTo>
                  <a:lnTo>
                    <a:pt x="6421260" y="613921"/>
                  </a:lnTo>
                  <a:lnTo>
                    <a:pt x="6421386" y="613921"/>
                  </a:lnTo>
                  <a:lnTo>
                    <a:pt x="6421512" y="613921"/>
                  </a:lnTo>
                  <a:lnTo>
                    <a:pt x="6421638" y="613921"/>
                  </a:lnTo>
                  <a:lnTo>
                    <a:pt x="6421765" y="613921"/>
                  </a:lnTo>
                  <a:lnTo>
                    <a:pt x="6421891" y="613921"/>
                  </a:lnTo>
                  <a:lnTo>
                    <a:pt x="6422017" y="613921"/>
                  </a:lnTo>
                  <a:lnTo>
                    <a:pt x="6422143" y="613921"/>
                  </a:lnTo>
                  <a:lnTo>
                    <a:pt x="6422270" y="613921"/>
                  </a:lnTo>
                  <a:lnTo>
                    <a:pt x="6422396" y="613921"/>
                  </a:lnTo>
                  <a:lnTo>
                    <a:pt x="6422522" y="613921"/>
                  </a:lnTo>
                  <a:lnTo>
                    <a:pt x="6422649" y="613921"/>
                  </a:lnTo>
                  <a:lnTo>
                    <a:pt x="6422775" y="613921"/>
                  </a:lnTo>
                  <a:lnTo>
                    <a:pt x="6422901" y="613921"/>
                  </a:lnTo>
                  <a:lnTo>
                    <a:pt x="6423027" y="613921"/>
                  </a:lnTo>
                  <a:lnTo>
                    <a:pt x="6423154" y="613921"/>
                  </a:lnTo>
                  <a:lnTo>
                    <a:pt x="6423280" y="613921"/>
                  </a:lnTo>
                  <a:lnTo>
                    <a:pt x="6423406" y="613921"/>
                  </a:lnTo>
                  <a:lnTo>
                    <a:pt x="6423532" y="613921"/>
                  </a:lnTo>
                  <a:lnTo>
                    <a:pt x="6423659" y="613921"/>
                  </a:lnTo>
                  <a:lnTo>
                    <a:pt x="6423785" y="613921"/>
                  </a:lnTo>
                  <a:lnTo>
                    <a:pt x="6423911" y="613921"/>
                  </a:lnTo>
                  <a:lnTo>
                    <a:pt x="6424037" y="613921"/>
                  </a:lnTo>
                  <a:lnTo>
                    <a:pt x="6424164" y="613921"/>
                  </a:lnTo>
                  <a:lnTo>
                    <a:pt x="6424290" y="613921"/>
                  </a:lnTo>
                  <a:lnTo>
                    <a:pt x="6424416" y="613921"/>
                  </a:lnTo>
                  <a:lnTo>
                    <a:pt x="6424542" y="613921"/>
                  </a:lnTo>
                  <a:lnTo>
                    <a:pt x="6424669" y="613921"/>
                  </a:lnTo>
                  <a:lnTo>
                    <a:pt x="6424795" y="613921"/>
                  </a:lnTo>
                  <a:lnTo>
                    <a:pt x="6424921" y="613921"/>
                  </a:lnTo>
                  <a:lnTo>
                    <a:pt x="6425047" y="613921"/>
                  </a:lnTo>
                  <a:lnTo>
                    <a:pt x="6425174" y="613921"/>
                  </a:lnTo>
                  <a:lnTo>
                    <a:pt x="6425300" y="613921"/>
                  </a:lnTo>
                  <a:lnTo>
                    <a:pt x="6425426" y="613921"/>
                  </a:lnTo>
                  <a:lnTo>
                    <a:pt x="6425552" y="613921"/>
                  </a:lnTo>
                  <a:lnTo>
                    <a:pt x="6425679" y="613921"/>
                  </a:lnTo>
                  <a:lnTo>
                    <a:pt x="6425805" y="613921"/>
                  </a:lnTo>
                  <a:lnTo>
                    <a:pt x="6425931" y="613921"/>
                  </a:lnTo>
                  <a:lnTo>
                    <a:pt x="6425931" y="609010"/>
                  </a:lnTo>
                  <a:lnTo>
                    <a:pt x="6426057" y="609010"/>
                  </a:lnTo>
                  <a:lnTo>
                    <a:pt x="6426184" y="609010"/>
                  </a:lnTo>
                  <a:lnTo>
                    <a:pt x="6426310" y="609010"/>
                  </a:lnTo>
                  <a:lnTo>
                    <a:pt x="6426436" y="609010"/>
                  </a:lnTo>
                  <a:lnTo>
                    <a:pt x="6426562" y="609010"/>
                  </a:lnTo>
                  <a:lnTo>
                    <a:pt x="6426689" y="609010"/>
                  </a:lnTo>
                  <a:lnTo>
                    <a:pt x="6426815" y="609010"/>
                  </a:lnTo>
                  <a:lnTo>
                    <a:pt x="6426941" y="609010"/>
                  </a:lnTo>
                  <a:lnTo>
                    <a:pt x="6427067" y="609010"/>
                  </a:lnTo>
                  <a:lnTo>
                    <a:pt x="6427194" y="609010"/>
                  </a:lnTo>
                  <a:lnTo>
                    <a:pt x="6427320" y="609010"/>
                  </a:lnTo>
                  <a:lnTo>
                    <a:pt x="6427446" y="609010"/>
                  </a:lnTo>
                  <a:lnTo>
                    <a:pt x="6427572" y="609010"/>
                  </a:lnTo>
                  <a:lnTo>
                    <a:pt x="6427699" y="609010"/>
                  </a:lnTo>
                  <a:lnTo>
                    <a:pt x="6427825" y="609010"/>
                  </a:lnTo>
                  <a:lnTo>
                    <a:pt x="6427951" y="609010"/>
                  </a:lnTo>
                  <a:lnTo>
                    <a:pt x="6428078" y="609010"/>
                  </a:lnTo>
                  <a:lnTo>
                    <a:pt x="6428204" y="609010"/>
                  </a:lnTo>
                  <a:lnTo>
                    <a:pt x="6428330" y="609010"/>
                  </a:lnTo>
                  <a:lnTo>
                    <a:pt x="6428456" y="609010"/>
                  </a:lnTo>
                  <a:lnTo>
                    <a:pt x="6428583" y="609010"/>
                  </a:lnTo>
                  <a:lnTo>
                    <a:pt x="6428709" y="609010"/>
                  </a:lnTo>
                  <a:lnTo>
                    <a:pt x="6428835" y="609010"/>
                  </a:lnTo>
                  <a:lnTo>
                    <a:pt x="6428961" y="609010"/>
                  </a:lnTo>
                  <a:lnTo>
                    <a:pt x="6429088" y="609010"/>
                  </a:lnTo>
                  <a:lnTo>
                    <a:pt x="6429214" y="609010"/>
                  </a:lnTo>
                  <a:lnTo>
                    <a:pt x="6429340" y="609010"/>
                  </a:lnTo>
                  <a:lnTo>
                    <a:pt x="6429466" y="609010"/>
                  </a:lnTo>
                  <a:lnTo>
                    <a:pt x="6429593" y="609010"/>
                  </a:lnTo>
                  <a:lnTo>
                    <a:pt x="6429719" y="609010"/>
                  </a:lnTo>
                  <a:lnTo>
                    <a:pt x="6429845" y="609010"/>
                  </a:lnTo>
                  <a:lnTo>
                    <a:pt x="6429971" y="609010"/>
                  </a:lnTo>
                  <a:lnTo>
                    <a:pt x="6430098" y="609010"/>
                  </a:lnTo>
                  <a:lnTo>
                    <a:pt x="6430224" y="609010"/>
                  </a:lnTo>
                  <a:lnTo>
                    <a:pt x="6430350" y="609010"/>
                  </a:lnTo>
                  <a:lnTo>
                    <a:pt x="6430476" y="609010"/>
                  </a:lnTo>
                  <a:lnTo>
                    <a:pt x="6430603" y="609010"/>
                  </a:lnTo>
                  <a:lnTo>
                    <a:pt x="6430729" y="609010"/>
                  </a:lnTo>
                  <a:lnTo>
                    <a:pt x="6430855" y="609010"/>
                  </a:lnTo>
                  <a:lnTo>
                    <a:pt x="6430981" y="609010"/>
                  </a:lnTo>
                  <a:lnTo>
                    <a:pt x="6431108" y="609010"/>
                  </a:lnTo>
                  <a:lnTo>
                    <a:pt x="6431234" y="609010"/>
                  </a:lnTo>
                  <a:lnTo>
                    <a:pt x="6431360" y="609010"/>
                  </a:lnTo>
                  <a:lnTo>
                    <a:pt x="6431486" y="609010"/>
                  </a:lnTo>
                  <a:lnTo>
                    <a:pt x="6431613" y="609010"/>
                  </a:lnTo>
                  <a:lnTo>
                    <a:pt x="6431739" y="609010"/>
                  </a:lnTo>
                  <a:lnTo>
                    <a:pt x="6431865" y="609010"/>
                  </a:lnTo>
                  <a:lnTo>
                    <a:pt x="6431991" y="609010"/>
                  </a:lnTo>
                  <a:lnTo>
                    <a:pt x="6432118" y="609010"/>
                  </a:lnTo>
                  <a:lnTo>
                    <a:pt x="6432244" y="609010"/>
                  </a:lnTo>
                  <a:lnTo>
                    <a:pt x="6432370" y="609010"/>
                  </a:lnTo>
                  <a:lnTo>
                    <a:pt x="6432496" y="609010"/>
                  </a:lnTo>
                  <a:lnTo>
                    <a:pt x="6432623" y="609010"/>
                  </a:lnTo>
                  <a:lnTo>
                    <a:pt x="6432749" y="609010"/>
                  </a:lnTo>
                  <a:lnTo>
                    <a:pt x="6432875" y="609010"/>
                  </a:lnTo>
                  <a:lnTo>
                    <a:pt x="6433002" y="609010"/>
                  </a:lnTo>
                  <a:lnTo>
                    <a:pt x="6433128" y="609010"/>
                  </a:lnTo>
                  <a:lnTo>
                    <a:pt x="6433254" y="609010"/>
                  </a:lnTo>
                  <a:lnTo>
                    <a:pt x="6433380" y="609010"/>
                  </a:lnTo>
                  <a:lnTo>
                    <a:pt x="6433507" y="609010"/>
                  </a:lnTo>
                  <a:lnTo>
                    <a:pt x="6433633" y="609010"/>
                  </a:lnTo>
                  <a:lnTo>
                    <a:pt x="6433759" y="609010"/>
                  </a:lnTo>
                  <a:lnTo>
                    <a:pt x="6433885" y="609010"/>
                  </a:lnTo>
                  <a:lnTo>
                    <a:pt x="6434012" y="609010"/>
                  </a:lnTo>
                  <a:lnTo>
                    <a:pt x="6434138" y="609010"/>
                  </a:lnTo>
                  <a:lnTo>
                    <a:pt x="6434264" y="609010"/>
                  </a:lnTo>
                  <a:lnTo>
                    <a:pt x="6434390" y="609010"/>
                  </a:lnTo>
                  <a:lnTo>
                    <a:pt x="6434517" y="609010"/>
                  </a:lnTo>
                  <a:lnTo>
                    <a:pt x="6434643" y="609010"/>
                  </a:lnTo>
                  <a:lnTo>
                    <a:pt x="6434769" y="609010"/>
                  </a:lnTo>
                  <a:lnTo>
                    <a:pt x="6434895" y="609010"/>
                  </a:lnTo>
                  <a:lnTo>
                    <a:pt x="6435022" y="609010"/>
                  </a:lnTo>
                  <a:lnTo>
                    <a:pt x="6435148" y="609010"/>
                  </a:lnTo>
                  <a:lnTo>
                    <a:pt x="6435274" y="609010"/>
                  </a:lnTo>
                  <a:lnTo>
                    <a:pt x="6435400" y="609010"/>
                  </a:lnTo>
                  <a:lnTo>
                    <a:pt x="6435527" y="609010"/>
                  </a:lnTo>
                  <a:lnTo>
                    <a:pt x="6435653" y="609010"/>
                  </a:lnTo>
                  <a:lnTo>
                    <a:pt x="6435779" y="609010"/>
                  </a:lnTo>
                  <a:lnTo>
                    <a:pt x="6435905" y="609010"/>
                  </a:lnTo>
                  <a:lnTo>
                    <a:pt x="6436032" y="609010"/>
                  </a:lnTo>
                  <a:lnTo>
                    <a:pt x="6436158" y="609010"/>
                  </a:lnTo>
                  <a:lnTo>
                    <a:pt x="6436284" y="609010"/>
                  </a:lnTo>
                  <a:lnTo>
                    <a:pt x="6436410" y="609010"/>
                  </a:lnTo>
                  <a:lnTo>
                    <a:pt x="6436537" y="609010"/>
                  </a:lnTo>
                  <a:lnTo>
                    <a:pt x="6436663" y="609010"/>
                  </a:lnTo>
                  <a:lnTo>
                    <a:pt x="6436789" y="609010"/>
                  </a:lnTo>
                  <a:lnTo>
                    <a:pt x="6436915" y="609010"/>
                  </a:lnTo>
                  <a:lnTo>
                    <a:pt x="6437042" y="609010"/>
                  </a:lnTo>
                  <a:lnTo>
                    <a:pt x="6437168" y="609010"/>
                  </a:lnTo>
                  <a:lnTo>
                    <a:pt x="6437294" y="609010"/>
                  </a:lnTo>
                  <a:lnTo>
                    <a:pt x="6437420" y="609010"/>
                  </a:lnTo>
                  <a:lnTo>
                    <a:pt x="6437547" y="609010"/>
                  </a:lnTo>
                  <a:lnTo>
                    <a:pt x="6437673" y="609010"/>
                  </a:lnTo>
                  <a:lnTo>
                    <a:pt x="6437799" y="609010"/>
                  </a:lnTo>
                  <a:lnTo>
                    <a:pt x="6437925" y="609010"/>
                  </a:lnTo>
                  <a:lnTo>
                    <a:pt x="6438052" y="609010"/>
                  </a:lnTo>
                  <a:lnTo>
                    <a:pt x="6438178" y="609010"/>
                  </a:lnTo>
                  <a:lnTo>
                    <a:pt x="6438304" y="609010"/>
                  </a:lnTo>
                  <a:lnTo>
                    <a:pt x="6438431" y="609010"/>
                  </a:lnTo>
                  <a:lnTo>
                    <a:pt x="6438557" y="609010"/>
                  </a:lnTo>
                  <a:lnTo>
                    <a:pt x="6438683" y="609010"/>
                  </a:lnTo>
                  <a:lnTo>
                    <a:pt x="6438809" y="609010"/>
                  </a:lnTo>
                  <a:lnTo>
                    <a:pt x="6438936" y="609010"/>
                  </a:lnTo>
                  <a:lnTo>
                    <a:pt x="6439062" y="609010"/>
                  </a:lnTo>
                  <a:lnTo>
                    <a:pt x="6439188" y="609010"/>
                  </a:lnTo>
                  <a:lnTo>
                    <a:pt x="6439314" y="609010"/>
                  </a:lnTo>
                  <a:lnTo>
                    <a:pt x="6439441" y="609010"/>
                  </a:lnTo>
                  <a:lnTo>
                    <a:pt x="6439567" y="609010"/>
                  </a:lnTo>
                  <a:lnTo>
                    <a:pt x="6439693" y="609010"/>
                  </a:lnTo>
                  <a:lnTo>
                    <a:pt x="6439819" y="609010"/>
                  </a:lnTo>
                  <a:lnTo>
                    <a:pt x="6439946" y="609010"/>
                  </a:lnTo>
                  <a:lnTo>
                    <a:pt x="6440072" y="609010"/>
                  </a:lnTo>
                  <a:lnTo>
                    <a:pt x="6440198" y="609010"/>
                  </a:lnTo>
                  <a:lnTo>
                    <a:pt x="6440198" y="604099"/>
                  </a:lnTo>
                  <a:lnTo>
                    <a:pt x="6440324" y="604099"/>
                  </a:lnTo>
                  <a:lnTo>
                    <a:pt x="6440451" y="604099"/>
                  </a:lnTo>
                  <a:lnTo>
                    <a:pt x="6440577" y="604099"/>
                  </a:lnTo>
                  <a:lnTo>
                    <a:pt x="6440703" y="604099"/>
                  </a:lnTo>
                  <a:lnTo>
                    <a:pt x="6440829" y="604099"/>
                  </a:lnTo>
                  <a:lnTo>
                    <a:pt x="6440956" y="604099"/>
                  </a:lnTo>
                  <a:lnTo>
                    <a:pt x="6441082" y="604099"/>
                  </a:lnTo>
                  <a:lnTo>
                    <a:pt x="6441208" y="604099"/>
                  </a:lnTo>
                  <a:lnTo>
                    <a:pt x="6441334" y="604099"/>
                  </a:lnTo>
                  <a:lnTo>
                    <a:pt x="6441461" y="604099"/>
                  </a:lnTo>
                  <a:lnTo>
                    <a:pt x="6441587" y="604099"/>
                  </a:lnTo>
                  <a:lnTo>
                    <a:pt x="6441713" y="604099"/>
                  </a:lnTo>
                  <a:lnTo>
                    <a:pt x="6441839" y="604099"/>
                  </a:lnTo>
                  <a:lnTo>
                    <a:pt x="6441966" y="604099"/>
                  </a:lnTo>
                  <a:lnTo>
                    <a:pt x="6442092" y="604099"/>
                  </a:lnTo>
                  <a:lnTo>
                    <a:pt x="6442218" y="604099"/>
                  </a:lnTo>
                  <a:lnTo>
                    <a:pt x="6442344" y="604099"/>
                  </a:lnTo>
                  <a:lnTo>
                    <a:pt x="6442471" y="604099"/>
                  </a:lnTo>
                  <a:lnTo>
                    <a:pt x="6442597" y="604099"/>
                  </a:lnTo>
                  <a:lnTo>
                    <a:pt x="6442723" y="604099"/>
                  </a:lnTo>
                  <a:lnTo>
                    <a:pt x="6442849" y="604099"/>
                  </a:lnTo>
                  <a:lnTo>
                    <a:pt x="6442976" y="604099"/>
                  </a:lnTo>
                  <a:lnTo>
                    <a:pt x="6443102" y="604099"/>
                  </a:lnTo>
                  <a:lnTo>
                    <a:pt x="6443228" y="604099"/>
                  </a:lnTo>
                  <a:lnTo>
                    <a:pt x="6443355" y="604099"/>
                  </a:lnTo>
                  <a:lnTo>
                    <a:pt x="6443481" y="604099"/>
                  </a:lnTo>
                  <a:lnTo>
                    <a:pt x="6443607" y="604099"/>
                  </a:lnTo>
                  <a:lnTo>
                    <a:pt x="6443733" y="604099"/>
                  </a:lnTo>
                  <a:lnTo>
                    <a:pt x="6443860" y="604099"/>
                  </a:lnTo>
                  <a:lnTo>
                    <a:pt x="6443986" y="604099"/>
                  </a:lnTo>
                  <a:lnTo>
                    <a:pt x="6444112" y="604099"/>
                  </a:lnTo>
                  <a:lnTo>
                    <a:pt x="6444238" y="604099"/>
                  </a:lnTo>
                  <a:lnTo>
                    <a:pt x="6444365" y="604099"/>
                  </a:lnTo>
                  <a:lnTo>
                    <a:pt x="6444491" y="604099"/>
                  </a:lnTo>
                  <a:lnTo>
                    <a:pt x="6444617" y="604099"/>
                  </a:lnTo>
                  <a:lnTo>
                    <a:pt x="6444743" y="604099"/>
                  </a:lnTo>
                  <a:lnTo>
                    <a:pt x="6444870" y="604099"/>
                  </a:lnTo>
                  <a:lnTo>
                    <a:pt x="6444996" y="604099"/>
                  </a:lnTo>
                  <a:lnTo>
                    <a:pt x="6445122" y="604099"/>
                  </a:lnTo>
                  <a:lnTo>
                    <a:pt x="6445248" y="604099"/>
                  </a:lnTo>
                  <a:lnTo>
                    <a:pt x="6445375" y="604099"/>
                  </a:lnTo>
                  <a:lnTo>
                    <a:pt x="6445501" y="604099"/>
                  </a:lnTo>
                  <a:lnTo>
                    <a:pt x="6445627" y="604099"/>
                  </a:lnTo>
                  <a:lnTo>
                    <a:pt x="6445753" y="604099"/>
                  </a:lnTo>
                  <a:lnTo>
                    <a:pt x="6445880" y="604099"/>
                  </a:lnTo>
                  <a:lnTo>
                    <a:pt x="6446006" y="604099"/>
                  </a:lnTo>
                  <a:lnTo>
                    <a:pt x="6446132" y="604099"/>
                  </a:lnTo>
                  <a:lnTo>
                    <a:pt x="6446258" y="604099"/>
                  </a:lnTo>
                  <a:lnTo>
                    <a:pt x="6446385" y="604099"/>
                  </a:lnTo>
                  <a:lnTo>
                    <a:pt x="6446511" y="604099"/>
                  </a:lnTo>
                  <a:lnTo>
                    <a:pt x="6446637" y="604099"/>
                  </a:lnTo>
                  <a:lnTo>
                    <a:pt x="6446763" y="604099"/>
                  </a:lnTo>
                  <a:lnTo>
                    <a:pt x="6446890" y="604099"/>
                  </a:lnTo>
                  <a:lnTo>
                    <a:pt x="6447016" y="604099"/>
                  </a:lnTo>
                  <a:lnTo>
                    <a:pt x="6447142" y="604099"/>
                  </a:lnTo>
                  <a:lnTo>
                    <a:pt x="6447268" y="604099"/>
                  </a:lnTo>
                  <a:lnTo>
                    <a:pt x="6447395" y="604099"/>
                  </a:lnTo>
                  <a:lnTo>
                    <a:pt x="6447521" y="604099"/>
                  </a:lnTo>
                  <a:lnTo>
                    <a:pt x="6447647" y="604099"/>
                  </a:lnTo>
                  <a:lnTo>
                    <a:pt x="6447773" y="604099"/>
                  </a:lnTo>
                  <a:lnTo>
                    <a:pt x="6447900" y="604099"/>
                  </a:lnTo>
                  <a:lnTo>
                    <a:pt x="6448026" y="604099"/>
                  </a:lnTo>
                  <a:lnTo>
                    <a:pt x="6448152" y="604099"/>
                  </a:lnTo>
                  <a:lnTo>
                    <a:pt x="6448278" y="604099"/>
                  </a:lnTo>
                  <a:lnTo>
                    <a:pt x="6448405" y="604099"/>
                  </a:lnTo>
                  <a:lnTo>
                    <a:pt x="6448531" y="604099"/>
                  </a:lnTo>
                  <a:lnTo>
                    <a:pt x="6448657" y="604099"/>
                  </a:lnTo>
                  <a:lnTo>
                    <a:pt x="6448784" y="604099"/>
                  </a:lnTo>
                  <a:lnTo>
                    <a:pt x="6448910" y="604099"/>
                  </a:lnTo>
                  <a:lnTo>
                    <a:pt x="6449036" y="604099"/>
                  </a:lnTo>
                  <a:lnTo>
                    <a:pt x="6449162" y="604099"/>
                  </a:lnTo>
                  <a:lnTo>
                    <a:pt x="6449289" y="604099"/>
                  </a:lnTo>
                  <a:lnTo>
                    <a:pt x="6449415" y="604099"/>
                  </a:lnTo>
                  <a:lnTo>
                    <a:pt x="6449541" y="604099"/>
                  </a:lnTo>
                  <a:lnTo>
                    <a:pt x="6449667" y="604099"/>
                  </a:lnTo>
                  <a:lnTo>
                    <a:pt x="6449794" y="604099"/>
                  </a:lnTo>
                  <a:lnTo>
                    <a:pt x="6449920" y="604099"/>
                  </a:lnTo>
                  <a:lnTo>
                    <a:pt x="6450046" y="604099"/>
                  </a:lnTo>
                  <a:lnTo>
                    <a:pt x="6450172" y="604099"/>
                  </a:lnTo>
                  <a:lnTo>
                    <a:pt x="6450299" y="604099"/>
                  </a:lnTo>
                  <a:lnTo>
                    <a:pt x="6450425" y="604099"/>
                  </a:lnTo>
                  <a:lnTo>
                    <a:pt x="6450551" y="604099"/>
                  </a:lnTo>
                  <a:lnTo>
                    <a:pt x="6450677" y="604099"/>
                  </a:lnTo>
                  <a:lnTo>
                    <a:pt x="6450804" y="604099"/>
                  </a:lnTo>
                  <a:lnTo>
                    <a:pt x="6450930" y="604099"/>
                  </a:lnTo>
                  <a:lnTo>
                    <a:pt x="6451056" y="604099"/>
                  </a:lnTo>
                  <a:lnTo>
                    <a:pt x="6451182" y="604099"/>
                  </a:lnTo>
                  <a:lnTo>
                    <a:pt x="6451309" y="604099"/>
                  </a:lnTo>
                  <a:lnTo>
                    <a:pt x="6451435" y="604099"/>
                  </a:lnTo>
                  <a:lnTo>
                    <a:pt x="6451561" y="604099"/>
                  </a:lnTo>
                  <a:lnTo>
                    <a:pt x="6451687" y="604099"/>
                  </a:lnTo>
                  <a:lnTo>
                    <a:pt x="6451814" y="604099"/>
                  </a:lnTo>
                  <a:lnTo>
                    <a:pt x="6451940" y="604099"/>
                  </a:lnTo>
                  <a:lnTo>
                    <a:pt x="6452066" y="604099"/>
                  </a:lnTo>
                  <a:lnTo>
                    <a:pt x="6452192" y="604099"/>
                  </a:lnTo>
                  <a:lnTo>
                    <a:pt x="6452319" y="604099"/>
                  </a:lnTo>
                  <a:lnTo>
                    <a:pt x="6452445" y="604099"/>
                  </a:lnTo>
                  <a:lnTo>
                    <a:pt x="6452571" y="604099"/>
                  </a:lnTo>
                  <a:lnTo>
                    <a:pt x="6452697" y="604099"/>
                  </a:lnTo>
                  <a:lnTo>
                    <a:pt x="6452824" y="604099"/>
                  </a:lnTo>
                  <a:lnTo>
                    <a:pt x="6452950" y="604099"/>
                  </a:lnTo>
                  <a:lnTo>
                    <a:pt x="6453076" y="604099"/>
                  </a:lnTo>
                  <a:lnTo>
                    <a:pt x="6453202" y="604099"/>
                  </a:lnTo>
                  <a:lnTo>
                    <a:pt x="6453329" y="604099"/>
                  </a:lnTo>
                  <a:lnTo>
                    <a:pt x="6453455" y="604099"/>
                  </a:lnTo>
                  <a:lnTo>
                    <a:pt x="6453581" y="604099"/>
                  </a:lnTo>
                  <a:lnTo>
                    <a:pt x="6453708" y="604099"/>
                  </a:lnTo>
                  <a:lnTo>
                    <a:pt x="6453834" y="604099"/>
                  </a:lnTo>
                  <a:lnTo>
                    <a:pt x="6453960" y="604099"/>
                  </a:lnTo>
                  <a:lnTo>
                    <a:pt x="6454086" y="604099"/>
                  </a:lnTo>
                  <a:lnTo>
                    <a:pt x="6454213" y="604099"/>
                  </a:lnTo>
                  <a:lnTo>
                    <a:pt x="6454339" y="604099"/>
                  </a:lnTo>
                  <a:lnTo>
                    <a:pt x="6454465" y="604099"/>
                  </a:lnTo>
                  <a:lnTo>
                    <a:pt x="6454591" y="604099"/>
                  </a:lnTo>
                  <a:lnTo>
                    <a:pt x="6454718" y="604099"/>
                  </a:lnTo>
                  <a:lnTo>
                    <a:pt x="6454844" y="604099"/>
                  </a:lnTo>
                  <a:lnTo>
                    <a:pt x="6454970" y="604099"/>
                  </a:lnTo>
                  <a:lnTo>
                    <a:pt x="6455096" y="604099"/>
                  </a:lnTo>
                  <a:lnTo>
                    <a:pt x="6455223" y="604099"/>
                  </a:lnTo>
                  <a:lnTo>
                    <a:pt x="6455349" y="604099"/>
                  </a:lnTo>
                  <a:lnTo>
                    <a:pt x="6455475" y="604099"/>
                  </a:lnTo>
                  <a:lnTo>
                    <a:pt x="6455601" y="604099"/>
                  </a:lnTo>
                  <a:lnTo>
                    <a:pt x="6455728" y="604099"/>
                  </a:lnTo>
                  <a:lnTo>
                    <a:pt x="6455854" y="604099"/>
                  </a:lnTo>
                  <a:lnTo>
                    <a:pt x="6455980" y="604099"/>
                  </a:lnTo>
                  <a:lnTo>
                    <a:pt x="6456106" y="604099"/>
                  </a:lnTo>
                  <a:lnTo>
                    <a:pt x="6456233" y="604099"/>
                  </a:lnTo>
                  <a:lnTo>
                    <a:pt x="6456359" y="604099"/>
                  </a:lnTo>
                  <a:lnTo>
                    <a:pt x="6456485" y="604099"/>
                  </a:lnTo>
                  <a:lnTo>
                    <a:pt x="6456611" y="604099"/>
                  </a:lnTo>
                  <a:lnTo>
                    <a:pt x="6456738" y="604099"/>
                  </a:lnTo>
                  <a:lnTo>
                    <a:pt x="6456864" y="604099"/>
                  </a:lnTo>
                  <a:lnTo>
                    <a:pt x="6456990" y="604099"/>
                  </a:lnTo>
                  <a:lnTo>
                    <a:pt x="6457116" y="604099"/>
                  </a:lnTo>
                  <a:lnTo>
                    <a:pt x="6457243" y="604099"/>
                  </a:lnTo>
                  <a:lnTo>
                    <a:pt x="6457369" y="604099"/>
                  </a:lnTo>
                  <a:lnTo>
                    <a:pt x="6457495" y="604099"/>
                  </a:lnTo>
                  <a:lnTo>
                    <a:pt x="6457621" y="604099"/>
                  </a:lnTo>
                  <a:lnTo>
                    <a:pt x="6457748" y="604099"/>
                  </a:lnTo>
                  <a:lnTo>
                    <a:pt x="6457874" y="604099"/>
                  </a:lnTo>
                  <a:lnTo>
                    <a:pt x="6458000" y="604099"/>
                  </a:lnTo>
                  <a:lnTo>
                    <a:pt x="6458126" y="604099"/>
                  </a:lnTo>
                  <a:lnTo>
                    <a:pt x="6458253" y="604099"/>
                  </a:lnTo>
                  <a:lnTo>
                    <a:pt x="6458379" y="604099"/>
                  </a:lnTo>
                  <a:lnTo>
                    <a:pt x="6458505" y="604099"/>
                  </a:lnTo>
                  <a:lnTo>
                    <a:pt x="6458631" y="604099"/>
                  </a:lnTo>
                  <a:lnTo>
                    <a:pt x="6458758" y="604099"/>
                  </a:lnTo>
                  <a:lnTo>
                    <a:pt x="6458884" y="604099"/>
                  </a:lnTo>
                  <a:lnTo>
                    <a:pt x="6459010" y="604099"/>
                  </a:lnTo>
                  <a:lnTo>
                    <a:pt x="6459137" y="604099"/>
                  </a:lnTo>
                  <a:lnTo>
                    <a:pt x="6459263" y="604099"/>
                  </a:lnTo>
                  <a:lnTo>
                    <a:pt x="6459389" y="604099"/>
                  </a:lnTo>
                  <a:lnTo>
                    <a:pt x="6459515" y="604099"/>
                  </a:lnTo>
                  <a:lnTo>
                    <a:pt x="6459642" y="604099"/>
                  </a:lnTo>
                  <a:lnTo>
                    <a:pt x="6459768" y="604099"/>
                  </a:lnTo>
                  <a:lnTo>
                    <a:pt x="6459894" y="604099"/>
                  </a:lnTo>
                  <a:lnTo>
                    <a:pt x="6460020" y="604099"/>
                  </a:lnTo>
                  <a:lnTo>
                    <a:pt x="6460147" y="604099"/>
                  </a:lnTo>
                  <a:lnTo>
                    <a:pt x="6460273" y="604099"/>
                  </a:lnTo>
                  <a:lnTo>
                    <a:pt x="6460399" y="604099"/>
                  </a:lnTo>
                  <a:lnTo>
                    <a:pt x="6460525" y="604099"/>
                  </a:lnTo>
                  <a:lnTo>
                    <a:pt x="6460652" y="604099"/>
                  </a:lnTo>
                  <a:lnTo>
                    <a:pt x="6460778" y="604099"/>
                  </a:lnTo>
                  <a:lnTo>
                    <a:pt x="6460904" y="604099"/>
                  </a:lnTo>
                  <a:lnTo>
                    <a:pt x="6461030" y="604099"/>
                  </a:lnTo>
                  <a:lnTo>
                    <a:pt x="6461157" y="604099"/>
                  </a:lnTo>
                  <a:lnTo>
                    <a:pt x="6461283" y="604099"/>
                  </a:lnTo>
                  <a:lnTo>
                    <a:pt x="6461409" y="604099"/>
                  </a:lnTo>
                  <a:lnTo>
                    <a:pt x="6461535" y="604099"/>
                  </a:lnTo>
                  <a:lnTo>
                    <a:pt x="6461662" y="604099"/>
                  </a:lnTo>
                  <a:lnTo>
                    <a:pt x="6461788" y="604099"/>
                  </a:lnTo>
                  <a:lnTo>
                    <a:pt x="6461914" y="604099"/>
                  </a:lnTo>
                  <a:lnTo>
                    <a:pt x="6462040" y="604099"/>
                  </a:lnTo>
                  <a:lnTo>
                    <a:pt x="6462167" y="604099"/>
                  </a:lnTo>
                  <a:lnTo>
                    <a:pt x="6462293" y="604099"/>
                  </a:lnTo>
                  <a:lnTo>
                    <a:pt x="6462419" y="604099"/>
                  </a:lnTo>
                  <a:lnTo>
                    <a:pt x="6462545" y="604099"/>
                  </a:lnTo>
                  <a:lnTo>
                    <a:pt x="6462672" y="604099"/>
                  </a:lnTo>
                  <a:lnTo>
                    <a:pt x="6462798" y="604099"/>
                  </a:lnTo>
                  <a:lnTo>
                    <a:pt x="6462924" y="604099"/>
                  </a:lnTo>
                  <a:lnTo>
                    <a:pt x="6463050" y="604099"/>
                  </a:lnTo>
                  <a:lnTo>
                    <a:pt x="6463177" y="604099"/>
                  </a:lnTo>
                  <a:lnTo>
                    <a:pt x="6463303" y="604099"/>
                  </a:lnTo>
                  <a:lnTo>
                    <a:pt x="6463429" y="604099"/>
                  </a:lnTo>
                  <a:lnTo>
                    <a:pt x="6463555" y="604099"/>
                  </a:lnTo>
                  <a:lnTo>
                    <a:pt x="6463682" y="604099"/>
                  </a:lnTo>
                  <a:lnTo>
                    <a:pt x="6463808" y="604099"/>
                  </a:lnTo>
                  <a:lnTo>
                    <a:pt x="6463934" y="604099"/>
                  </a:lnTo>
                  <a:lnTo>
                    <a:pt x="6464061" y="604099"/>
                  </a:lnTo>
                  <a:lnTo>
                    <a:pt x="6464187" y="604099"/>
                  </a:lnTo>
                  <a:lnTo>
                    <a:pt x="6464313" y="604099"/>
                  </a:lnTo>
                  <a:lnTo>
                    <a:pt x="6464439" y="604099"/>
                  </a:lnTo>
                  <a:lnTo>
                    <a:pt x="6464566" y="604099"/>
                  </a:lnTo>
                  <a:lnTo>
                    <a:pt x="6464692" y="604099"/>
                  </a:lnTo>
                  <a:lnTo>
                    <a:pt x="6464818" y="604099"/>
                  </a:lnTo>
                  <a:lnTo>
                    <a:pt x="6464944" y="604099"/>
                  </a:lnTo>
                  <a:lnTo>
                    <a:pt x="6465071" y="604099"/>
                  </a:lnTo>
                  <a:lnTo>
                    <a:pt x="6465197" y="604099"/>
                  </a:lnTo>
                  <a:lnTo>
                    <a:pt x="6465323" y="604099"/>
                  </a:lnTo>
                  <a:lnTo>
                    <a:pt x="6465449" y="604099"/>
                  </a:lnTo>
                  <a:lnTo>
                    <a:pt x="6465576" y="604099"/>
                  </a:lnTo>
                  <a:lnTo>
                    <a:pt x="6465702" y="604099"/>
                  </a:lnTo>
                  <a:lnTo>
                    <a:pt x="6465828" y="604099"/>
                  </a:lnTo>
                  <a:lnTo>
                    <a:pt x="6465954" y="604099"/>
                  </a:lnTo>
                  <a:lnTo>
                    <a:pt x="6466081" y="604099"/>
                  </a:lnTo>
                  <a:lnTo>
                    <a:pt x="6466207" y="604099"/>
                  </a:lnTo>
                  <a:lnTo>
                    <a:pt x="6466333" y="604099"/>
                  </a:lnTo>
                  <a:lnTo>
                    <a:pt x="6466459" y="604099"/>
                  </a:lnTo>
                  <a:lnTo>
                    <a:pt x="6466586" y="604099"/>
                  </a:lnTo>
                  <a:lnTo>
                    <a:pt x="6466712" y="604099"/>
                  </a:lnTo>
                  <a:lnTo>
                    <a:pt x="6466838" y="604099"/>
                  </a:lnTo>
                  <a:lnTo>
                    <a:pt x="6466964" y="604099"/>
                  </a:lnTo>
                  <a:lnTo>
                    <a:pt x="6467091" y="604099"/>
                  </a:lnTo>
                  <a:lnTo>
                    <a:pt x="6467217" y="604099"/>
                  </a:lnTo>
                  <a:lnTo>
                    <a:pt x="6467343" y="604099"/>
                  </a:lnTo>
                  <a:lnTo>
                    <a:pt x="6467469" y="604099"/>
                  </a:lnTo>
                  <a:lnTo>
                    <a:pt x="6467596" y="604099"/>
                  </a:lnTo>
                  <a:lnTo>
                    <a:pt x="6467722" y="604099"/>
                  </a:lnTo>
                  <a:lnTo>
                    <a:pt x="6467848" y="604099"/>
                  </a:lnTo>
                  <a:lnTo>
                    <a:pt x="6467974" y="604099"/>
                  </a:lnTo>
                  <a:lnTo>
                    <a:pt x="6467974" y="599187"/>
                  </a:lnTo>
                  <a:lnTo>
                    <a:pt x="6468101" y="599187"/>
                  </a:lnTo>
                  <a:lnTo>
                    <a:pt x="6468227" y="599187"/>
                  </a:lnTo>
                  <a:lnTo>
                    <a:pt x="6468353" y="599187"/>
                  </a:lnTo>
                  <a:lnTo>
                    <a:pt x="6468479" y="599187"/>
                  </a:lnTo>
                  <a:lnTo>
                    <a:pt x="6468606" y="599187"/>
                  </a:lnTo>
                  <a:lnTo>
                    <a:pt x="6468732" y="599187"/>
                  </a:lnTo>
                  <a:lnTo>
                    <a:pt x="6468858" y="599187"/>
                  </a:lnTo>
                  <a:lnTo>
                    <a:pt x="6468984" y="599187"/>
                  </a:lnTo>
                  <a:lnTo>
                    <a:pt x="6469111" y="599187"/>
                  </a:lnTo>
                  <a:lnTo>
                    <a:pt x="6469237" y="599187"/>
                  </a:lnTo>
                  <a:lnTo>
                    <a:pt x="6469363" y="599187"/>
                  </a:lnTo>
                  <a:lnTo>
                    <a:pt x="6469490" y="599187"/>
                  </a:lnTo>
                  <a:lnTo>
                    <a:pt x="6469616" y="599187"/>
                  </a:lnTo>
                  <a:lnTo>
                    <a:pt x="6469742" y="599187"/>
                  </a:lnTo>
                  <a:lnTo>
                    <a:pt x="6469868" y="599187"/>
                  </a:lnTo>
                  <a:lnTo>
                    <a:pt x="6469995" y="599187"/>
                  </a:lnTo>
                  <a:lnTo>
                    <a:pt x="6470121" y="599187"/>
                  </a:lnTo>
                  <a:lnTo>
                    <a:pt x="6470247" y="599187"/>
                  </a:lnTo>
                  <a:lnTo>
                    <a:pt x="6470373" y="599187"/>
                  </a:lnTo>
                  <a:lnTo>
                    <a:pt x="6470500" y="599187"/>
                  </a:lnTo>
                  <a:lnTo>
                    <a:pt x="6470626" y="599187"/>
                  </a:lnTo>
                  <a:lnTo>
                    <a:pt x="6470752" y="599187"/>
                  </a:lnTo>
                  <a:lnTo>
                    <a:pt x="6470878" y="599187"/>
                  </a:lnTo>
                  <a:lnTo>
                    <a:pt x="6471005" y="599187"/>
                  </a:lnTo>
                  <a:lnTo>
                    <a:pt x="6471131" y="599187"/>
                  </a:lnTo>
                  <a:lnTo>
                    <a:pt x="6471257" y="599187"/>
                  </a:lnTo>
                  <a:lnTo>
                    <a:pt x="6471383" y="599187"/>
                  </a:lnTo>
                  <a:lnTo>
                    <a:pt x="6471510" y="599187"/>
                  </a:lnTo>
                  <a:lnTo>
                    <a:pt x="6471636" y="599187"/>
                  </a:lnTo>
                  <a:lnTo>
                    <a:pt x="6471762" y="599187"/>
                  </a:lnTo>
                  <a:lnTo>
                    <a:pt x="6471888" y="599187"/>
                  </a:lnTo>
                  <a:lnTo>
                    <a:pt x="6472015" y="599187"/>
                  </a:lnTo>
                  <a:lnTo>
                    <a:pt x="6472141" y="599187"/>
                  </a:lnTo>
                  <a:lnTo>
                    <a:pt x="6472267" y="599187"/>
                  </a:lnTo>
                  <a:lnTo>
                    <a:pt x="6472393" y="599187"/>
                  </a:lnTo>
                  <a:lnTo>
                    <a:pt x="6472520" y="599187"/>
                  </a:lnTo>
                  <a:lnTo>
                    <a:pt x="6472646" y="599187"/>
                  </a:lnTo>
                  <a:lnTo>
                    <a:pt x="6472772" y="599187"/>
                  </a:lnTo>
                  <a:lnTo>
                    <a:pt x="6472898" y="599187"/>
                  </a:lnTo>
                  <a:lnTo>
                    <a:pt x="6473025" y="599187"/>
                  </a:lnTo>
                  <a:lnTo>
                    <a:pt x="6473151" y="599187"/>
                  </a:lnTo>
                  <a:lnTo>
                    <a:pt x="6473277" y="599187"/>
                  </a:lnTo>
                  <a:lnTo>
                    <a:pt x="6473403" y="599187"/>
                  </a:lnTo>
                  <a:lnTo>
                    <a:pt x="6473530" y="599187"/>
                  </a:lnTo>
                  <a:lnTo>
                    <a:pt x="6473656" y="599187"/>
                  </a:lnTo>
                  <a:lnTo>
                    <a:pt x="6473782" y="599187"/>
                  </a:lnTo>
                  <a:lnTo>
                    <a:pt x="6473908" y="599187"/>
                  </a:lnTo>
                  <a:lnTo>
                    <a:pt x="6474035" y="599187"/>
                  </a:lnTo>
                  <a:lnTo>
                    <a:pt x="6474161" y="599187"/>
                  </a:lnTo>
                  <a:lnTo>
                    <a:pt x="6474287" y="599187"/>
                  </a:lnTo>
                  <a:lnTo>
                    <a:pt x="6474414" y="599187"/>
                  </a:lnTo>
                  <a:lnTo>
                    <a:pt x="6474540" y="599187"/>
                  </a:lnTo>
                  <a:lnTo>
                    <a:pt x="6474666" y="599187"/>
                  </a:lnTo>
                  <a:lnTo>
                    <a:pt x="6474792" y="599187"/>
                  </a:lnTo>
                  <a:lnTo>
                    <a:pt x="6474919" y="599187"/>
                  </a:lnTo>
                  <a:lnTo>
                    <a:pt x="6475045" y="599187"/>
                  </a:lnTo>
                  <a:lnTo>
                    <a:pt x="6475171" y="599187"/>
                  </a:lnTo>
                  <a:lnTo>
                    <a:pt x="6475297" y="599187"/>
                  </a:lnTo>
                  <a:lnTo>
                    <a:pt x="6475424" y="599187"/>
                  </a:lnTo>
                  <a:lnTo>
                    <a:pt x="6475550" y="599187"/>
                  </a:lnTo>
                  <a:lnTo>
                    <a:pt x="6475676" y="599187"/>
                  </a:lnTo>
                  <a:lnTo>
                    <a:pt x="6475802" y="599187"/>
                  </a:lnTo>
                  <a:lnTo>
                    <a:pt x="6475929" y="599187"/>
                  </a:lnTo>
                  <a:lnTo>
                    <a:pt x="6476055" y="599187"/>
                  </a:lnTo>
                  <a:lnTo>
                    <a:pt x="6476181" y="599187"/>
                  </a:lnTo>
                  <a:lnTo>
                    <a:pt x="6476307" y="599187"/>
                  </a:lnTo>
                  <a:lnTo>
                    <a:pt x="6476434" y="599187"/>
                  </a:lnTo>
                  <a:lnTo>
                    <a:pt x="6476560" y="599187"/>
                  </a:lnTo>
                  <a:lnTo>
                    <a:pt x="6476686" y="599187"/>
                  </a:lnTo>
                  <a:lnTo>
                    <a:pt x="6476812" y="599187"/>
                  </a:lnTo>
                  <a:lnTo>
                    <a:pt x="6476939" y="599187"/>
                  </a:lnTo>
                  <a:lnTo>
                    <a:pt x="6477065" y="599187"/>
                  </a:lnTo>
                  <a:lnTo>
                    <a:pt x="6477191" y="599187"/>
                  </a:lnTo>
                  <a:lnTo>
                    <a:pt x="6477317" y="599187"/>
                  </a:lnTo>
                  <a:lnTo>
                    <a:pt x="6477444" y="599187"/>
                  </a:lnTo>
                  <a:lnTo>
                    <a:pt x="6477570" y="599187"/>
                  </a:lnTo>
                  <a:lnTo>
                    <a:pt x="6477696" y="599187"/>
                  </a:lnTo>
                  <a:lnTo>
                    <a:pt x="6477822" y="599187"/>
                  </a:lnTo>
                  <a:lnTo>
                    <a:pt x="6477949" y="599187"/>
                  </a:lnTo>
                  <a:lnTo>
                    <a:pt x="6478075" y="599187"/>
                  </a:lnTo>
                  <a:lnTo>
                    <a:pt x="6478201" y="599187"/>
                  </a:lnTo>
                  <a:lnTo>
                    <a:pt x="6478327" y="599187"/>
                  </a:lnTo>
                  <a:lnTo>
                    <a:pt x="6478454" y="599187"/>
                  </a:lnTo>
                  <a:lnTo>
                    <a:pt x="6478580" y="599187"/>
                  </a:lnTo>
                  <a:lnTo>
                    <a:pt x="6478706" y="599187"/>
                  </a:lnTo>
                  <a:lnTo>
                    <a:pt x="6478832" y="599187"/>
                  </a:lnTo>
                  <a:lnTo>
                    <a:pt x="6478959" y="599187"/>
                  </a:lnTo>
                  <a:lnTo>
                    <a:pt x="6479085" y="599187"/>
                  </a:lnTo>
                  <a:lnTo>
                    <a:pt x="6479211" y="599187"/>
                  </a:lnTo>
                  <a:lnTo>
                    <a:pt x="6479338" y="599187"/>
                  </a:lnTo>
                  <a:lnTo>
                    <a:pt x="6479464" y="599187"/>
                  </a:lnTo>
                  <a:lnTo>
                    <a:pt x="6479590" y="599187"/>
                  </a:lnTo>
                  <a:lnTo>
                    <a:pt x="6479716" y="599187"/>
                  </a:lnTo>
                  <a:lnTo>
                    <a:pt x="6479843" y="599187"/>
                  </a:lnTo>
                  <a:lnTo>
                    <a:pt x="6479969" y="599187"/>
                  </a:lnTo>
                  <a:lnTo>
                    <a:pt x="6480095" y="599187"/>
                  </a:lnTo>
                  <a:lnTo>
                    <a:pt x="6480221" y="599187"/>
                  </a:lnTo>
                  <a:lnTo>
                    <a:pt x="6480348" y="599187"/>
                  </a:lnTo>
                  <a:lnTo>
                    <a:pt x="6480474" y="599187"/>
                  </a:lnTo>
                  <a:lnTo>
                    <a:pt x="6480600" y="599187"/>
                  </a:lnTo>
                  <a:lnTo>
                    <a:pt x="6480726" y="599187"/>
                  </a:lnTo>
                  <a:lnTo>
                    <a:pt x="6480853" y="599187"/>
                  </a:lnTo>
                  <a:lnTo>
                    <a:pt x="6480979" y="599187"/>
                  </a:lnTo>
                  <a:lnTo>
                    <a:pt x="6481105" y="599187"/>
                  </a:lnTo>
                  <a:lnTo>
                    <a:pt x="6481231" y="599187"/>
                  </a:lnTo>
                  <a:lnTo>
                    <a:pt x="6481358" y="599187"/>
                  </a:lnTo>
                  <a:lnTo>
                    <a:pt x="6481484" y="599187"/>
                  </a:lnTo>
                  <a:lnTo>
                    <a:pt x="6481610" y="599187"/>
                  </a:lnTo>
                  <a:lnTo>
                    <a:pt x="6481736" y="599187"/>
                  </a:lnTo>
                  <a:lnTo>
                    <a:pt x="6481863" y="599187"/>
                  </a:lnTo>
                  <a:lnTo>
                    <a:pt x="6481989" y="599187"/>
                  </a:lnTo>
                  <a:lnTo>
                    <a:pt x="6482115" y="599187"/>
                  </a:lnTo>
                  <a:lnTo>
                    <a:pt x="6482241" y="599187"/>
                  </a:lnTo>
                  <a:lnTo>
                    <a:pt x="6482368" y="599187"/>
                  </a:lnTo>
                  <a:lnTo>
                    <a:pt x="6482494" y="599187"/>
                  </a:lnTo>
                  <a:lnTo>
                    <a:pt x="6482620" y="599187"/>
                  </a:lnTo>
                  <a:lnTo>
                    <a:pt x="6482746" y="599187"/>
                  </a:lnTo>
                  <a:lnTo>
                    <a:pt x="6482873" y="599187"/>
                  </a:lnTo>
                  <a:lnTo>
                    <a:pt x="6482999" y="599187"/>
                  </a:lnTo>
                  <a:lnTo>
                    <a:pt x="6483125" y="599187"/>
                  </a:lnTo>
                  <a:lnTo>
                    <a:pt x="6483251" y="599187"/>
                  </a:lnTo>
                  <a:lnTo>
                    <a:pt x="6483378" y="599187"/>
                  </a:lnTo>
                  <a:lnTo>
                    <a:pt x="6483504" y="599187"/>
                  </a:lnTo>
                  <a:lnTo>
                    <a:pt x="6483630" y="599187"/>
                  </a:lnTo>
                  <a:lnTo>
                    <a:pt x="6483756" y="599187"/>
                  </a:lnTo>
                  <a:lnTo>
                    <a:pt x="6483883" y="599187"/>
                  </a:lnTo>
                  <a:lnTo>
                    <a:pt x="6484009" y="599187"/>
                  </a:lnTo>
                  <a:lnTo>
                    <a:pt x="6484135" y="599187"/>
                  </a:lnTo>
                  <a:lnTo>
                    <a:pt x="6484261" y="599187"/>
                  </a:lnTo>
                  <a:lnTo>
                    <a:pt x="6484388" y="599187"/>
                  </a:lnTo>
                  <a:lnTo>
                    <a:pt x="6484514" y="599187"/>
                  </a:lnTo>
                  <a:lnTo>
                    <a:pt x="6484640" y="599187"/>
                  </a:lnTo>
                  <a:lnTo>
                    <a:pt x="6484767" y="599187"/>
                  </a:lnTo>
                  <a:lnTo>
                    <a:pt x="6484893" y="599187"/>
                  </a:lnTo>
                  <a:lnTo>
                    <a:pt x="6484893" y="594276"/>
                  </a:lnTo>
                  <a:lnTo>
                    <a:pt x="6485019" y="594276"/>
                  </a:lnTo>
                  <a:lnTo>
                    <a:pt x="6485145" y="594276"/>
                  </a:lnTo>
                  <a:lnTo>
                    <a:pt x="6485272" y="594276"/>
                  </a:lnTo>
                  <a:lnTo>
                    <a:pt x="6485398" y="594276"/>
                  </a:lnTo>
                  <a:lnTo>
                    <a:pt x="6485524" y="594276"/>
                  </a:lnTo>
                  <a:lnTo>
                    <a:pt x="6485650" y="594276"/>
                  </a:lnTo>
                  <a:lnTo>
                    <a:pt x="6485777" y="594276"/>
                  </a:lnTo>
                  <a:lnTo>
                    <a:pt x="6485903" y="594276"/>
                  </a:lnTo>
                  <a:lnTo>
                    <a:pt x="6486029" y="594276"/>
                  </a:lnTo>
                  <a:lnTo>
                    <a:pt x="6486155" y="594276"/>
                  </a:lnTo>
                  <a:lnTo>
                    <a:pt x="6486282" y="594276"/>
                  </a:lnTo>
                  <a:lnTo>
                    <a:pt x="6486408" y="594276"/>
                  </a:lnTo>
                  <a:lnTo>
                    <a:pt x="6486534" y="594276"/>
                  </a:lnTo>
                  <a:lnTo>
                    <a:pt x="6486660" y="594276"/>
                  </a:lnTo>
                  <a:lnTo>
                    <a:pt x="6486787" y="594276"/>
                  </a:lnTo>
                  <a:lnTo>
                    <a:pt x="6486913" y="594276"/>
                  </a:lnTo>
                  <a:lnTo>
                    <a:pt x="6487039" y="594276"/>
                  </a:lnTo>
                  <a:lnTo>
                    <a:pt x="6487165" y="594276"/>
                  </a:lnTo>
                  <a:lnTo>
                    <a:pt x="6487292" y="594276"/>
                  </a:lnTo>
                  <a:lnTo>
                    <a:pt x="6487418" y="594276"/>
                  </a:lnTo>
                  <a:lnTo>
                    <a:pt x="6487544" y="594276"/>
                  </a:lnTo>
                  <a:lnTo>
                    <a:pt x="6487670" y="594276"/>
                  </a:lnTo>
                  <a:lnTo>
                    <a:pt x="6487797" y="594276"/>
                  </a:lnTo>
                  <a:lnTo>
                    <a:pt x="6487923" y="594276"/>
                  </a:lnTo>
                  <a:lnTo>
                    <a:pt x="6488049" y="594276"/>
                  </a:lnTo>
                  <a:lnTo>
                    <a:pt x="6488175" y="594276"/>
                  </a:lnTo>
                  <a:lnTo>
                    <a:pt x="6488302" y="594276"/>
                  </a:lnTo>
                  <a:lnTo>
                    <a:pt x="6488428" y="594276"/>
                  </a:lnTo>
                  <a:lnTo>
                    <a:pt x="6488554" y="594276"/>
                  </a:lnTo>
                  <a:lnTo>
                    <a:pt x="6488680" y="594276"/>
                  </a:lnTo>
                  <a:lnTo>
                    <a:pt x="6488807" y="594276"/>
                  </a:lnTo>
                  <a:lnTo>
                    <a:pt x="6488933" y="594276"/>
                  </a:lnTo>
                  <a:lnTo>
                    <a:pt x="6489059" y="594276"/>
                  </a:lnTo>
                  <a:lnTo>
                    <a:pt x="6489185" y="594276"/>
                  </a:lnTo>
                  <a:lnTo>
                    <a:pt x="6489312" y="594276"/>
                  </a:lnTo>
                  <a:lnTo>
                    <a:pt x="6489438" y="594276"/>
                  </a:lnTo>
                  <a:lnTo>
                    <a:pt x="6489564" y="594276"/>
                  </a:lnTo>
                  <a:lnTo>
                    <a:pt x="6489691" y="594276"/>
                  </a:lnTo>
                  <a:lnTo>
                    <a:pt x="6489817" y="594276"/>
                  </a:lnTo>
                  <a:lnTo>
                    <a:pt x="6489943" y="594276"/>
                  </a:lnTo>
                  <a:lnTo>
                    <a:pt x="6490069" y="594276"/>
                  </a:lnTo>
                  <a:lnTo>
                    <a:pt x="6490196" y="594276"/>
                  </a:lnTo>
                  <a:lnTo>
                    <a:pt x="6490322" y="594276"/>
                  </a:lnTo>
                  <a:lnTo>
                    <a:pt x="6490448" y="594276"/>
                  </a:lnTo>
                  <a:lnTo>
                    <a:pt x="6490574" y="594276"/>
                  </a:lnTo>
                  <a:lnTo>
                    <a:pt x="6490701" y="594276"/>
                  </a:lnTo>
                  <a:lnTo>
                    <a:pt x="6490827" y="594276"/>
                  </a:lnTo>
                  <a:lnTo>
                    <a:pt x="6490953" y="594276"/>
                  </a:lnTo>
                  <a:lnTo>
                    <a:pt x="6491079" y="594276"/>
                  </a:lnTo>
                  <a:lnTo>
                    <a:pt x="6491206" y="594276"/>
                  </a:lnTo>
                  <a:lnTo>
                    <a:pt x="6491332" y="594276"/>
                  </a:lnTo>
                  <a:lnTo>
                    <a:pt x="6491458" y="594276"/>
                  </a:lnTo>
                  <a:lnTo>
                    <a:pt x="6491584" y="594276"/>
                  </a:lnTo>
                  <a:lnTo>
                    <a:pt x="6491711" y="594276"/>
                  </a:lnTo>
                  <a:lnTo>
                    <a:pt x="6491837" y="594276"/>
                  </a:lnTo>
                  <a:lnTo>
                    <a:pt x="6491963" y="594276"/>
                  </a:lnTo>
                  <a:lnTo>
                    <a:pt x="6492089" y="594276"/>
                  </a:lnTo>
                  <a:lnTo>
                    <a:pt x="6492216" y="594276"/>
                  </a:lnTo>
                  <a:lnTo>
                    <a:pt x="6492342" y="594276"/>
                  </a:lnTo>
                  <a:lnTo>
                    <a:pt x="6492468" y="594276"/>
                  </a:lnTo>
                  <a:lnTo>
                    <a:pt x="6492594" y="594276"/>
                  </a:lnTo>
                  <a:lnTo>
                    <a:pt x="6492721" y="594276"/>
                  </a:lnTo>
                  <a:lnTo>
                    <a:pt x="6492847" y="594276"/>
                  </a:lnTo>
                  <a:lnTo>
                    <a:pt x="6492973" y="594276"/>
                  </a:lnTo>
                  <a:lnTo>
                    <a:pt x="6493099" y="594276"/>
                  </a:lnTo>
                  <a:lnTo>
                    <a:pt x="6493226" y="594276"/>
                  </a:lnTo>
                  <a:lnTo>
                    <a:pt x="6493352" y="594276"/>
                  </a:lnTo>
                  <a:lnTo>
                    <a:pt x="6493478" y="594276"/>
                  </a:lnTo>
                  <a:lnTo>
                    <a:pt x="6493604" y="594276"/>
                  </a:lnTo>
                  <a:lnTo>
                    <a:pt x="6493731" y="594276"/>
                  </a:lnTo>
                  <a:lnTo>
                    <a:pt x="6493857" y="594276"/>
                  </a:lnTo>
                  <a:lnTo>
                    <a:pt x="6493983" y="594276"/>
                  </a:lnTo>
                  <a:lnTo>
                    <a:pt x="6494109" y="594276"/>
                  </a:lnTo>
                  <a:lnTo>
                    <a:pt x="6494236" y="594276"/>
                  </a:lnTo>
                  <a:lnTo>
                    <a:pt x="6494362" y="594276"/>
                  </a:lnTo>
                  <a:lnTo>
                    <a:pt x="6494488" y="594276"/>
                  </a:lnTo>
                  <a:lnTo>
                    <a:pt x="6494614" y="594276"/>
                  </a:lnTo>
                  <a:lnTo>
                    <a:pt x="6494741" y="594276"/>
                  </a:lnTo>
                  <a:lnTo>
                    <a:pt x="6494867" y="594276"/>
                  </a:lnTo>
                  <a:lnTo>
                    <a:pt x="6494993" y="594276"/>
                  </a:lnTo>
                  <a:lnTo>
                    <a:pt x="6495120" y="594276"/>
                  </a:lnTo>
                  <a:lnTo>
                    <a:pt x="6495246" y="594276"/>
                  </a:lnTo>
                  <a:lnTo>
                    <a:pt x="6495372" y="594276"/>
                  </a:lnTo>
                  <a:lnTo>
                    <a:pt x="6495498" y="594276"/>
                  </a:lnTo>
                  <a:lnTo>
                    <a:pt x="6495498" y="589364"/>
                  </a:lnTo>
                  <a:lnTo>
                    <a:pt x="6495625" y="589364"/>
                  </a:lnTo>
                  <a:lnTo>
                    <a:pt x="6495751" y="589364"/>
                  </a:lnTo>
                  <a:lnTo>
                    <a:pt x="6495877" y="589364"/>
                  </a:lnTo>
                  <a:lnTo>
                    <a:pt x="6496003" y="589364"/>
                  </a:lnTo>
                  <a:lnTo>
                    <a:pt x="6496130" y="589364"/>
                  </a:lnTo>
                  <a:lnTo>
                    <a:pt x="6496256" y="589364"/>
                  </a:lnTo>
                  <a:lnTo>
                    <a:pt x="6496382" y="589364"/>
                  </a:lnTo>
                  <a:lnTo>
                    <a:pt x="6496508" y="589364"/>
                  </a:lnTo>
                  <a:lnTo>
                    <a:pt x="6496635" y="589364"/>
                  </a:lnTo>
                  <a:lnTo>
                    <a:pt x="6496761" y="589364"/>
                  </a:lnTo>
                  <a:lnTo>
                    <a:pt x="6496887" y="589364"/>
                  </a:lnTo>
                  <a:lnTo>
                    <a:pt x="6497013" y="589364"/>
                  </a:lnTo>
                  <a:lnTo>
                    <a:pt x="6497140" y="589364"/>
                  </a:lnTo>
                  <a:lnTo>
                    <a:pt x="6497266" y="589364"/>
                  </a:lnTo>
                  <a:lnTo>
                    <a:pt x="6497392" y="589364"/>
                  </a:lnTo>
                  <a:lnTo>
                    <a:pt x="6497518" y="589364"/>
                  </a:lnTo>
                  <a:lnTo>
                    <a:pt x="6497645" y="589364"/>
                  </a:lnTo>
                  <a:lnTo>
                    <a:pt x="6497771" y="589364"/>
                  </a:lnTo>
                  <a:lnTo>
                    <a:pt x="6497897" y="589364"/>
                  </a:lnTo>
                  <a:lnTo>
                    <a:pt x="6498023" y="589364"/>
                  </a:lnTo>
                  <a:lnTo>
                    <a:pt x="6498150" y="589364"/>
                  </a:lnTo>
                  <a:lnTo>
                    <a:pt x="6498276" y="589364"/>
                  </a:lnTo>
                  <a:lnTo>
                    <a:pt x="6498402" y="589364"/>
                  </a:lnTo>
                  <a:lnTo>
                    <a:pt x="6498528" y="589364"/>
                  </a:lnTo>
                  <a:lnTo>
                    <a:pt x="6498655" y="589364"/>
                  </a:lnTo>
                  <a:lnTo>
                    <a:pt x="6498781" y="589364"/>
                  </a:lnTo>
                  <a:lnTo>
                    <a:pt x="6498907" y="589364"/>
                  </a:lnTo>
                  <a:lnTo>
                    <a:pt x="6499033" y="589364"/>
                  </a:lnTo>
                  <a:lnTo>
                    <a:pt x="6499160" y="589364"/>
                  </a:lnTo>
                  <a:lnTo>
                    <a:pt x="6499286" y="589364"/>
                  </a:lnTo>
                  <a:lnTo>
                    <a:pt x="6499412" y="589364"/>
                  </a:lnTo>
                  <a:lnTo>
                    <a:pt x="6499538" y="589364"/>
                  </a:lnTo>
                  <a:lnTo>
                    <a:pt x="6499665" y="589364"/>
                  </a:lnTo>
                  <a:lnTo>
                    <a:pt x="6499791" y="589364"/>
                  </a:lnTo>
                  <a:lnTo>
                    <a:pt x="6499917" y="589364"/>
                  </a:lnTo>
                  <a:lnTo>
                    <a:pt x="6500044" y="589364"/>
                  </a:lnTo>
                  <a:lnTo>
                    <a:pt x="6500170" y="589364"/>
                  </a:lnTo>
                  <a:lnTo>
                    <a:pt x="6500296" y="589364"/>
                  </a:lnTo>
                  <a:lnTo>
                    <a:pt x="6500422" y="589364"/>
                  </a:lnTo>
                  <a:lnTo>
                    <a:pt x="6500549" y="589364"/>
                  </a:lnTo>
                  <a:lnTo>
                    <a:pt x="6500675" y="589364"/>
                  </a:lnTo>
                  <a:lnTo>
                    <a:pt x="6500801" y="589364"/>
                  </a:lnTo>
                  <a:lnTo>
                    <a:pt x="6500927" y="589364"/>
                  </a:lnTo>
                  <a:lnTo>
                    <a:pt x="6501054" y="589364"/>
                  </a:lnTo>
                  <a:lnTo>
                    <a:pt x="6501180" y="589364"/>
                  </a:lnTo>
                  <a:lnTo>
                    <a:pt x="6501306" y="589364"/>
                  </a:lnTo>
                  <a:lnTo>
                    <a:pt x="6501432" y="589364"/>
                  </a:lnTo>
                  <a:lnTo>
                    <a:pt x="6501559" y="589364"/>
                  </a:lnTo>
                  <a:lnTo>
                    <a:pt x="6501685" y="589364"/>
                  </a:lnTo>
                  <a:lnTo>
                    <a:pt x="6501811" y="589364"/>
                  </a:lnTo>
                  <a:lnTo>
                    <a:pt x="6501937" y="589364"/>
                  </a:lnTo>
                  <a:lnTo>
                    <a:pt x="6502064" y="589364"/>
                  </a:lnTo>
                  <a:lnTo>
                    <a:pt x="6502190" y="589364"/>
                  </a:lnTo>
                  <a:lnTo>
                    <a:pt x="6502316" y="589364"/>
                  </a:lnTo>
                  <a:lnTo>
                    <a:pt x="6502442" y="589364"/>
                  </a:lnTo>
                  <a:lnTo>
                    <a:pt x="6502569" y="589364"/>
                  </a:lnTo>
                  <a:lnTo>
                    <a:pt x="6502695" y="589364"/>
                  </a:lnTo>
                  <a:lnTo>
                    <a:pt x="6502821" y="589364"/>
                  </a:lnTo>
                  <a:lnTo>
                    <a:pt x="6502947" y="589364"/>
                  </a:lnTo>
                  <a:lnTo>
                    <a:pt x="6502947" y="584453"/>
                  </a:lnTo>
                  <a:lnTo>
                    <a:pt x="6503074" y="584453"/>
                  </a:lnTo>
                  <a:lnTo>
                    <a:pt x="6503200" y="584453"/>
                  </a:lnTo>
                  <a:lnTo>
                    <a:pt x="6503326" y="584453"/>
                  </a:lnTo>
                  <a:lnTo>
                    <a:pt x="6503452" y="584453"/>
                  </a:lnTo>
                  <a:lnTo>
                    <a:pt x="6503579" y="584453"/>
                  </a:lnTo>
                  <a:lnTo>
                    <a:pt x="6503705" y="584453"/>
                  </a:lnTo>
                  <a:lnTo>
                    <a:pt x="6503831" y="584453"/>
                  </a:lnTo>
                  <a:lnTo>
                    <a:pt x="6503957" y="584453"/>
                  </a:lnTo>
                  <a:lnTo>
                    <a:pt x="6504084" y="584453"/>
                  </a:lnTo>
                  <a:lnTo>
                    <a:pt x="6504210" y="584453"/>
                  </a:lnTo>
                  <a:lnTo>
                    <a:pt x="6504336" y="584453"/>
                  </a:lnTo>
                  <a:lnTo>
                    <a:pt x="6504462" y="584453"/>
                  </a:lnTo>
                  <a:lnTo>
                    <a:pt x="6504589" y="584453"/>
                  </a:lnTo>
                  <a:lnTo>
                    <a:pt x="6504715" y="584453"/>
                  </a:lnTo>
                  <a:lnTo>
                    <a:pt x="6504841" y="584453"/>
                  </a:lnTo>
                  <a:lnTo>
                    <a:pt x="6504967" y="584453"/>
                  </a:lnTo>
                  <a:lnTo>
                    <a:pt x="6505094" y="584453"/>
                  </a:lnTo>
                  <a:lnTo>
                    <a:pt x="6505220" y="584453"/>
                  </a:lnTo>
                  <a:lnTo>
                    <a:pt x="6505346" y="584453"/>
                  </a:lnTo>
                  <a:lnTo>
                    <a:pt x="6505473" y="584453"/>
                  </a:lnTo>
                  <a:lnTo>
                    <a:pt x="6505599" y="584453"/>
                  </a:lnTo>
                  <a:lnTo>
                    <a:pt x="6505725" y="584453"/>
                  </a:lnTo>
                  <a:lnTo>
                    <a:pt x="6505851" y="584453"/>
                  </a:lnTo>
                  <a:lnTo>
                    <a:pt x="6505978" y="584453"/>
                  </a:lnTo>
                  <a:lnTo>
                    <a:pt x="6506104" y="584453"/>
                  </a:lnTo>
                  <a:lnTo>
                    <a:pt x="6506230" y="584453"/>
                  </a:lnTo>
                  <a:lnTo>
                    <a:pt x="6506356" y="584453"/>
                  </a:lnTo>
                  <a:lnTo>
                    <a:pt x="6506483" y="584453"/>
                  </a:lnTo>
                  <a:lnTo>
                    <a:pt x="6506609" y="584453"/>
                  </a:lnTo>
                  <a:lnTo>
                    <a:pt x="6506735" y="584453"/>
                  </a:lnTo>
                  <a:lnTo>
                    <a:pt x="6506861" y="584453"/>
                  </a:lnTo>
                  <a:lnTo>
                    <a:pt x="6506988" y="584453"/>
                  </a:lnTo>
                  <a:lnTo>
                    <a:pt x="6507114" y="584453"/>
                  </a:lnTo>
                  <a:lnTo>
                    <a:pt x="6507240" y="584453"/>
                  </a:lnTo>
                  <a:lnTo>
                    <a:pt x="6507366" y="584453"/>
                  </a:lnTo>
                  <a:lnTo>
                    <a:pt x="6507493" y="584453"/>
                  </a:lnTo>
                  <a:lnTo>
                    <a:pt x="6507619" y="584453"/>
                  </a:lnTo>
                  <a:lnTo>
                    <a:pt x="6507745" y="584453"/>
                  </a:lnTo>
                  <a:lnTo>
                    <a:pt x="6507871" y="584453"/>
                  </a:lnTo>
                  <a:lnTo>
                    <a:pt x="6507998" y="584453"/>
                  </a:lnTo>
                  <a:lnTo>
                    <a:pt x="6508124" y="584453"/>
                  </a:lnTo>
                  <a:lnTo>
                    <a:pt x="6508250" y="584453"/>
                  </a:lnTo>
                  <a:lnTo>
                    <a:pt x="6508376" y="584453"/>
                  </a:lnTo>
                  <a:lnTo>
                    <a:pt x="6508503" y="584453"/>
                  </a:lnTo>
                  <a:lnTo>
                    <a:pt x="6508629" y="584453"/>
                  </a:lnTo>
                  <a:lnTo>
                    <a:pt x="6508755" y="584453"/>
                  </a:lnTo>
                  <a:lnTo>
                    <a:pt x="6508881" y="584453"/>
                  </a:lnTo>
                  <a:lnTo>
                    <a:pt x="6509008" y="584453"/>
                  </a:lnTo>
                  <a:lnTo>
                    <a:pt x="6509134" y="584453"/>
                  </a:lnTo>
                  <a:lnTo>
                    <a:pt x="6509260" y="584453"/>
                  </a:lnTo>
                  <a:lnTo>
                    <a:pt x="6509386" y="584453"/>
                  </a:lnTo>
                  <a:lnTo>
                    <a:pt x="6509513" y="584453"/>
                  </a:lnTo>
                  <a:lnTo>
                    <a:pt x="6509639" y="584453"/>
                  </a:lnTo>
                  <a:lnTo>
                    <a:pt x="6509765" y="584453"/>
                  </a:lnTo>
                  <a:lnTo>
                    <a:pt x="6509891" y="584453"/>
                  </a:lnTo>
                  <a:lnTo>
                    <a:pt x="6510018" y="584453"/>
                  </a:lnTo>
                  <a:lnTo>
                    <a:pt x="6510144" y="584453"/>
                  </a:lnTo>
                  <a:lnTo>
                    <a:pt x="6510270" y="584453"/>
                  </a:lnTo>
                  <a:lnTo>
                    <a:pt x="6510397" y="584453"/>
                  </a:lnTo>
                  <a:lnTo>
                    <a:pt x="6510523" y="584453"/>
                  </a:lnTo>
                  <a:lnTo>
                    <a:pt x="6510649" y="584453"/>
                  </a:lnTo>
                  <a:lnTo>
                    <a:pt x="6510775" y="584453"/>
                  </a:lnTo>
                  <a:lnTo>
                    <a:pt x="6510902" y="584453"/>
                  </a:lnTo>
                  <a:lnTo>
                    <a:pt x="6511028" y="584453"/>
                  </a:lnTo>
                  <a:lnTo>
                    <a:pt x="6511154" y="584453"/>
                  </a:lnTo>
                  <a:lnTo>
                    <a:pt x="6511280" y="584453"/>
                  </a:lnTo>
                  <a:lnTo>
                    <a:pt x="6511407" y="584453"/>
                  </a:lnTo>
                  <a:lnTo>
                    <a:pt x="6511533" y="584453"/>
                  </a:lnTo>
                  <a:lnTo>
                    <a:pt x="6511659" y="584453"/>
                  </a:lnTo>
                  <a:lnTo>
                    <a:pt x="6511785" y="584453"/>
                  </a:lnTo>
                  <a:lnTo>
                    <a:pt x="6511912" y="584453"/>
                  </a:lnTo>
                  <a:lnTo>
                    <a:pt x="6512038" y="584453"/>
                  </a:lnTo>
                  <a:lnTo>
                    <a:pt x="6512164" y="584453"/>
                  </a:lnTo>
                  <a:lnTo>
                    <a:pt x="6512290" y="584453"/>
                  </a:lnTo>
                  <a:lnTo>
                    <a:pt x="6512417" y="584453"/>
                  </a:lnTo>
                  <a:lnTo>
                    <a:pt x="6512543" y="584453"/>
                  </a:lnTo>
                  <a:lnTo>
                    <a:pt x="6512669" y="584453"/>
                  </a:lnTo>
                  <a:lnTo>
                    <a:pt x="6512795" y="584453"/>
                  </a:lnTo>
                  <a:lnTo>
                    <a:pt x="6512922" y="584453"/>
                  </a:lnTo>
                  <a:lnTo>
                    <a:pt x="6513048" y="584453"/>
                  </a:lnTo>
                  <a:lnTo>
                    <a:pt x="6513174" y="584453"/>
                  </a:lnTo>
                  <a:lnTo>
                    <a:pt x="6513300" y="584453"/>
                  </a:lnTo>
                  <a:lnTo>
                    <a:pt x="6513427" y="584453"/>
                  </a:lnTo>
                  <a:lnTo>
                    <a:pt x="6513553" y="584453"/>
                  </a:lnTo>
                  <a:lnTo>
                    <a:pt x="6513679" y="584453"/>
                  </a:lnTo>
                  <a:lnTo>
                    <a:pt x="6513805" y="584453"/>
                  </a:lnTo>
                  <a:lnTo>
                    <a:pt x="6513932" y="584453"/>
                  </a:lnTo>
                  <a:lnTo>
                    <a:pt x="6514058" y="584453"/>
                  </a:lnTo>
                  <a:lnTo>
                    <a:pt x="6514184" y="584453"/>
                  </a:lnTo>
                  <a:lnTo>
                    <a:pt x="6514310" y="584453"/>
                  </a:lnTo>
                  <a:lnTo>
                    <a:pt x="6514437" y="584453"/>
                  </a:lnTo>
                  <a:lnTo>
                    <a:pt x="6514563" y="584453"/>
                  </a:lnTo>
                  <a:lnTo>
                    <a:pt x="6514689" y="584453"/>
                  </a:lnTo>
                  <a:lnTo>
                    <a:pt x="6514815" y="584453"/>
                  </a:lnTo>
                  <a:lnTo>
                    <a:pt x="6514942" y="584453"/>
                  </a:lnTo>
                  <a:lnTo>
                    <a:pt x="6515068" y="584453"/>
                  </a:lnTo>
                  <a:lnTo>
                    <a:pt x="6515194" y="584453"/>
                  </a:lnTo>
                  <a:lnTo>
                    <a:pt x="6515320" y="584453"/>
                  </a:lnTo>
                  <a:lnTo>
                    <a:pt x="6515447" y="584453"/>
                  </a:lnTo>
                  <a:lnTo>
                    <a:pt x="6515573" y="584453"/>
                  </a:lnTo>
                  <a:lnTo>
                    <a:pt x="6515699" y="584453"/>
                  </a:lnTo>
                  <a:lnTo>
                    <a:pt x="6515826" y="584453"/>
                  </a:lnTo>
                  <a:lnTo>
                    <a:pt x="6515952" y="584453"/>
                  </a:lnTo>
                  <a:lnTo>
                    <a:pt x="6516078" y="584453"/>
                  </a:lnTo>
                  <a:lnTo>
                    <a:pt x="6516204" y="584453"/>
                  </a:lnTo>
                  <a:lnTo>
                    <a:pt x="6516331" y="584453"/>
                  </a:lnTo>
                  <a:lnTo>
                    <a:pt x="6516457" y="584453"/>
                  </a:lnTo>
                  <a:lnTo>
                    <a:pt x="6516583" y="584453"/>
                  </a:lnTo>
                  <a:lnTo>
                    <a:pt x="6516709" y="584453"/>
                  </a:lnTo>
                  <a:lnTo>
                    <a:pt x="6516836" y="584453"/>
                  </a:lnTo>
                  <a:lnTo>
                    <a:pt x="6516962" y="584453"/>
                  </a:lnTo>
                  <a:lnTo>
                    <a:pt x="6517088" y="584453"/>
                  </a:lnTo>
                  <a:lnTo>
                    <a:pt x="6517214" y="584453"/>
                  </a:lnTo>
                  <a:lnTo>
                    <a:pt x="6517341" y="584453"/>
                  </a:lnTo>
                  <a:lnTo>
                    <a:pt x="6517467" y="584453"/>
                  </a:lnTo>
                  <a:lnTo>
                    <a:pt x="6517593" y="584453"/>
                  </a:lnTo>
                  <a:lnTo>
                    <a:pt x="6517719" y="584453"/>
                  </a:lnTo>
                  <a:lnTo>
                    <a:pt x="6517846" y="584453"/>
                  </a:lnTo>
                  <a:lnTo>
                    <a:pt x="6517972" y="584453"/>
                  </a:lnTo>
                  <a:lnTo>
                    <a:pt x="6518098" y="584453"/>
                  </a:lnTo>
                  <a:lnTo>
                    <a:pt x="6518224" y="584453"/>
                  </a:lnTo>
                  <a:lnTo>
                    <a:pt x="6518351" y="584453"/>
                  </a:lnTo>
                  <a:lnTo>
                    <a:pt x="6518477" y="584453"/>
                  </a:lnTo>
                  <a:lnTo>
                    <a:pt x="6518603" y="584453"/>
                  </a:lnTo>
                  <a:lnTo>
                    <a:pt x="6518729" y="584453"/>
                  </a:lnTo>
                  <a:lnTo>
                    <a:pt x="6518856" y="584453"/>
                  </a:lnTo>
                  <a:lnTo>
                    <a:pt x="6518982" y="584453"/>
                  </a:lnTo>
                  <a:lnTo>
                    <a:pt x="6519108" y="584453"/>
                  </a:lnTo>
                  <a:lnTo>
                    <a:pt x="6519234" y="584453"/>
                  </a:lnTo>
                  <a:lnTo>
                    <a:pt x="6519361" y="584453"/>
                  </a:lnTo>
                  <a:lnTo>
                    <a:pt x="6519487" y="584453"/>
                  </a:lnTo>
                  <a:lnTo>
                    <a:pt x="6519613" y="584453"/>
                  </a:lnTo>
                  <a:lnTo>
                    <a:pt x="6519739" y="584453"/>
                  </a:lnTo>
                  <a:lnTo>
                    <a:pt x="6519866" y="584453"/>
                  </a:lnTo>
                  <a:lnTo>
                    <a:pt x="6519992" y="584453"/>
                  </a:lnTo>
                  <a:lnTo>
                    <a:pt x="6520118" y="584453"/>
                  </a:lnTo>
                  <a:lnTo>
                    <a:pt x="6520244" y="584453"/>
                  </a:lnTo>
                  <a:lnTo>
                    <a:pt x="6520371" y="584453"/>
                  </a:lnTo>
                  <a:lnTo>
                    <a:pt x="6520497" y="584453"/>
                  </a:lnTo>
                  <a:lnTo>
                    <a:pt x="6520623" y="584453"/>
                  </a:lnTo>
                  <a:lnTo>
                    <a:pt x="6520750" y="584453"/>
                  </a:lnTo>
                  <a:lnTo>
                    <a:pt x="6520876" y="584453"/>
                  </a:lnTo>
                  <a:lnTo>
                    <a:pt x="6521002" y="584453"/>
                  </a:lnTo>
                  <a:lnTo>
                    <a:pt x="6521128" y="584453"/>
                  </a:lnTo>
                  <a:lnTo>
                    <a:pt x="6521255" y="584453"/>
                  </a:lnTo>
                  <a:lnTo>
                    <a:pt x="6521381" y="584453"/>
                  </a:lnTo>
                  <a:lnTo>
                    <a:pt x="6521507" y="584453"/>
                  </a:lnTo>
                  <a:lnTo>
                    <a:pt x="6521633" y="584453"/>
                  </a:lnTo>
                  <a:lnTo>
                    <a:pt x="6521760" y="584453"/>
                  </a:lnTo>
                  <a:lnTo>
                    <a:pt x="6521886" y="584453"/>
                  </a:lnTo>
                  <a:lnTo>
                    <a:pt x="6522012" y="584453"/>
                  </a:lnTo>
                  <a:lnTo>
                    <a:pt x="6522138" y="584453"/>
                  </a:lnTo>
                  <a:lnTo>
                    <a:pt x="6522265" y="584453"/>
                  </a:lnTo>
                  <a:lnTo>
                    <a:pt x="6522391" y="584453"/>
                  </a:lnTo>
                  <a:lnTo>
                    <a:pt x="6522517" y="584453"/>
                  </a:lnTo>
                  <a:lnTo>
                    <a:pt x="6522643" y="584453"/>
                  </a:lnTo>
                  <a:lnTo>
                    <a:pt x="6522770" y="584453"/>
                  </a:lnTo>
                  <a:lnTo>
                    <a:pt x="6522896" y="584453"/>
                  </a:lnTo>
                  <a:lnTo>
                    <a:pt x="6523022" y="584453"/>
                  </a:lnTo>
                  <a:lnTo>
                    <a:pt x="6523148" y="584453"/>
                  </a:lnTo>
                  <a:lnTo>
                    <a:pt x="6523275" y="584453"/>
                  </a:lnTo>
                  <a:lnTo>
                    <a:pt x="6523401" y="584453"/>
                  </a:lnTo>
                  <a:lnTo>
                    <a:pt x="6523527" y="584453"/>
                  </a:lnTo>
                  <a:lnTo>
                    <a:pt x="6523653" y="584453"/>
                  </a:lnTo>
                  <a:lnTo>
                    <a:pt x="6523780" y="584453"/>
                  </a:lnTo>
                  <a:lnTo>
                    <a:pt x="6523906" y="584453"/>
                  </a:lnTo>
                  <a:lnTo>
                    <a:pt x="6524032" y="584453"/>
                  </a:lnTo>
                  <a:lnTo>
                    <a:pt x="6524158" y="584453"/>
                  </a:lnTo>
                  <a:lnTo>
                    <a:pt x="6524285" y="584453"/>
                  </a:lnTo>
                  <a:lnTo>
                    <a:pt x="6524411" y="584453"/>
                  </a:lnTo>
                  <a:lnTo>
                    <a:pt x="6524537" y="584453"/>
                  </a:lnTo>
                  <a:lnTo>
                    <a:pt x="6524663" y="584453"/>
                  </a:lnTo>
                  <a:lnTo>
                    <a:pt x="6524790" y="584453"/>
                  </a:lnTo>
                  <a:lnTo>
                    <a:pt x="6524916" y="584453"/>
                  </a:lnTo>
                  <a:lnTo>
                    <a:pt x="6525042" y="584453"/>
                  </a:lnTo>
                  <a:lnTo>
                    <a:pt x="6525168" y="584453"/>
                  </a:lnTo>
                  <a:lnTo>
                    <a:pt x="6525295" y="584453"/>
                  </a:lnTo>
                  <a:lnTo>
                    <a:pt x="6525421" y="584453"/>
                  </a:lnTo>
                  <a:lnTo>
                    <a:pt x="6525547" y="584453"/>
                  </a:lnTo>
                  <a:lnTo>
                    <a:pt x="6525673" y="584453"/>
                  </a:lnTo>
                  <a:lnTo>
                    <a:pt x="6525800" y="584453"/>
                  </a:lnTo>
                  <a:lnTo>
                    <a:pt x="6525926" y="584453"/>
                  </a:lnTo>
                  <a:lnTo>
                    <a:pt x="6525926" y="579542"/>
                  </a:lnTo>
                  <a:lnTo>
                    <a:pt x="6526052" y="579542"/>
                  </a:lnTo>
                  <a:lnTo>
                    <a:pt x="6526179" y="579542"/>
                  </a:lnTo>
                  <a:lnTo>
                    <a:pt x="6526305" y="579542"/>
                  </a:lnTo>
                  <a:lnTo>
                    <a:pt x="6526431" y="579542"/>
                  </a:lnTo>
                  <a:lnTo>
                    <a:pt x="6526557" y="579542"/>
                  </a:lnTo>
                  <a:lnTo>
                    <a:pt x="6526684" y="579542"/>
                  </a:lnTo>
                  <a:lnTo>
                    <a:pt x="6526810" y="579542"/>
                  </a:lnTo>
                  <a:lnTo>
                    <a:pt x="6526936" y="579542"/>
                  </a:lnTo>
                  <a:lnTo>
                    <a:pt x="6527062" y="579542"/>
                  </a:lnTo>
                  <a:lnTo>
                    <a:pt x="6527189" y="579542"/>
                  </a:lnTo>
                  <a:lnTo>
                    <a:pt x="6527315" y="579542"/>
                  </a:lnTo>
                  <a:lnTo>
                    <a:pt x="6527441" y="579542"/>
                  </a:lnTo>
                  <a:lnTo>
                    <a:pt x="6527567" y="579542"/>
                  </a:lnTo>
                  <a:lnTo>
                    <a:pt x="6527694" y="579542"/>
                  </a:lnTo>
                  <a:lnTo>
                    <a:pt x="6527820" y="579542"/>
                  </a:lnTo>
                  <a:lnTo>
                    <a:pt x="6527946" y="579542"/>
                  </a:lnTo>
                  <a:lnTo>
                    <a:pt x="6528072" y="579542"/>
                  </a:lnTo>
                  <a:lnTo>
                    <a:pt x="6528199" y="579542"/>
                  </a:lnTo>
                  <a:lnTo>
                    <a:pt x="6528325" y="579542"/>
                  </a:lnTo>
                  <a:lnTo>
                    <a:pt x="6528451" y="579542"/>
                  </a:lnTo>
                  <a:lnTo>
                    <a:pt x="6528577" y="579542"/>
                  </a:lnTo>
                  <a:lnTo>
                    <a:pt x="6528704" y="579542"/>
                  </a:lnTo>
                  <a:lnTo>
                    <a:pt x="6528830" y="579542"/>
                  </a:lnTo>
                  <a:lnTo>
                    <a:pt x="6528956" y="579542"/>
                  </a:lnTo>
                  <a:lnTo>
                    <a:pt x="6529082" y="579542"/>
                  </a:lnTo>
                  <a:lnTo>
                    <a:pt x="6529209" y="579542"/>
                  </a:lnTo>
                  <a:lnTo>
                    <a:pt x="6529335" y="579542"/>
                  </a:lnTo>
                  <a:lnTo>
                    <a:pt x="6529461" y="579542"/>
                  </a:lnTo>
                  <a:lnTo>
                    <a:pt x="6529587" y="579542"/>
                  </a:lnTo>
                  <a:lnTo>
                    <a:pt x="6529714" y="579542"/>
                  </a:lnTo>
                  <a:lnTo>
                    <a:pt x="6529840" y="579542"/>
                  </a:lnTo>
                  <a:lnTo>
                    <a:pt x="6529966" y="579542"/>
                  </a:lnTo>
                  <a:lnTo>
                    <a:pt x="6530092" y="579542"/>
                  </a:lnTo>
                  <a:lnTo>
                    <a:pt x="6530219" y="579542"/>
                  </a:lnTo>
                  <a:lnTo>
                    <a:pt x="6530345" y="579542"/>
                  </a:lnTo>
                  <a:lnTo>
                    <a:pt x="6530471" y="579542"/>
                  </a:lnTo>
                  <a:lnTo>
                    <a:pt x="6530597" y="579542"/>
                  </a:lnTo>
                  <a:lnTo>
                    <a:pt x="6530724" y="579542"/>
                  </a:lnTo>
                  <a:lnTo>
                    <a:pt x="6530850" y="579542"/>
                  </a:lnTo>
                  <a:lnTo>
                    <a:pt x="6530976" y="579542"/>
                  </a:lnTo>
                  <a:lnTo>
                    <a:pt x="6531103" y="579542"/>
                  </a:lnTo>
                  <a:lnTo>
                    <a:pt x="6531229" y="579542"/>
                  </a:lnTo>
                  <a:lnTo>
                    <a:pt x="6531355" y="579542"/>
                  </a:lnTo>
                  <a:lnTo>
                    <a:pt x="6531481" y="579542"/>
                  </a:lnTo>
                  <a:lnTo>
                    <a:pt x="6531608" y="579542"/>
                  </a:lnTo>
                  <a:lnTo>
                    <a:pt x="6531734" y="579542"/>
                  </a:lnTo>
                  <a:lnTo>
                    <a:pt x="6531860" y="579542"/>
                  </a:lnTo>
                  <a:lnTo>
                    <a:pt x="6531986" y="579542"/>
                  </a:lnTo>
                  <a:lnTo>
                    <a:pt x="6532113" y="579542"/>
                  </a:lnTo>
                  <a:lnTo>
                    <a:pt x="6532239" y="579542"/>
                  </a:lnTo>
                  <a:lnTo>
                    <a:pt x="6532365" y="579542"/>
                  </a:lnTo>
                  <a:lnTo>
                    <a:pt x="6532491" y="579542"/>
                  </a:lnTo>
                  <a:lnTo>
                    <a:pt x="6532618" y="579542"/>
                  </a:lnTo>
                  <a:lnTo>
                    <a:pt x="6532744" y="579542"/>
                  </a:lnTo>
                  <a:lnTo>
                    <a:pt x="6532870" y="579542"/>
                  </a:lnTo>
                  <a:lnTo>
                    <a:pt x="6532996" y="579542"/>
                  </a:lnTo>
                  <a:lnTo>
                    <a:pt x="6533123" y="579542"/>
                  </a:lnTo>
                  <a:lnTo>
                    <a:pt x="6533249" y="579542"/>
                  </a:lnTo>
                  <a:lnTo>
                    <a:pt x="6533375" y="579542"/>
                  </a:lnTo>
                  <a:lnTo>
                    <a:pt x="6533501" y="579542"/>
                  </a:lnTo>
                  <a:lnTo>
                    <a:pt x="6533628" y="579542"/>
                  </a:lnTo>
                  <a:lnTo>
                    <a:pt x="6533754" y="579542"/>
                  </a:lnTo>
                  <a:lnTo>
                    <a:pt x="6533880" y="579542"/>
                  </a:lnTo>
                  <a:lnTo>
                    <a:pt x="6534006" y="579542"/>
                  </a:lnTo>
                  <a:lnTo>
                    <a:pt x="6534133" y="579542"/>
                  </a:lnTo>
                  <a:lnTo>
                    <a:pt x="6534259" y="579542"/>
                  </a:lnTo>
                  <a:lnTo>
                    <a:pt x="6534385" y="579542"/>
                  </a:lnTo>
                  <a:lnTo>
                    <a:pt x="6534511" y="579542"/>
                  </a:lnTo>
                  <a:lnTo>
                    <a:pt x="6534638" y="579542"/>
                  </a:lnTo>
                  <a:lnTo>
                    <a:pt x="6534764" y="579542"/>
                  </a:lnTo>
                  <a:lnTo>
                    <a:pt x="6534890" y="579542"/>
                  </a:lnTo>
                  <a:lnTo>
                    <a:pt x="6535016" y="579542"/>
                  </a:lnTo>
                  <a:lnTo>
                    <a:pt x="6535143" y="579542"/>
                  </a:lnTo>
                  <a:lnTo>
                    <a:pt x="6535269" y="579542"/>
                  </a:lnTo>
                  <a:lnTo>
                    <a:pt x="6535395" y="579542"/>
                  </a:lnTo>
                  <a:lnTo>
                    <a:pt x="6535521" y="579542"/>
                  </a:lnTo>
                  <a:lnTo>
                    <a:pt x="6535648" y="579542"/>
                  </a:lnTo>
                  <a:lnTo>
                    <a:pt x="6535774" y="579542"/>
                  </a:lnTo>
                  <a:lnTo>
                    <a:pt x="6535900" y="579542"/>
                  </a:lnTo>
                  <a:lnTo>
                    <a:pt x="6536027" y="579542"/>
                  </a:lnTo>
                  <a:lnTo>
                    <a:pt x="6536153" y="579542"/>
                  </a:lnTo>
                  <a:lnTo>
                    <a:pt x="6536279" y="579542"/>
                  </a:lnTo>
                  <a:lnTo>
                    <a:pt x="6536405" y="579542"/>
                  </a:lnTo>
                  <a:lnTo>
                    <a:pt x="6536532" y="579542"/>
                  </a:lnTo>
                  <a:lnTo>
                    <a:pt x="6536532" y="574630"/>
                  </a:lnTo>
                  <a:lnTo>
                    <a:pt x="6536658" y="574630"/>
                  </a:lnTo>
                  <a:lnTo>
                    <a:pt x="6536784" y="574630"/>
                  </a:lnTo>
                  <a:lnTo>
                    <a:pt x="6536910" y="574630"/>
                  </a:lnTo>
                  <a:lnTo>
                    <a:pt x="6537037" y="574630"/>
                  </a:lnTo>
                  <a:lnTo>
                    <a:pt x="6537163" y="574630"/>
                  </a:lnTo>
                  <a:lnTo>
                    <a:pt x="6537289" y="574630"/>
                  </a:lnTo>
                  <a:lnTo>
                    <a:pt x="6537415" y="574630"/>
                  </a:lnTo>
                  <a:lnTo>
                    <a:pt x="6537542" y="574630"/>
                  </a:lnTo>
                  <a:lnTo>
                    <a:pt x="6537668" y="574630"/>
                  </a:lnTo>
                  <a:lnTo>
                    <a:pt x="6537794" y="574630"/>
                  </a:lnTo>
                  <a:lnTo>
                    <a:pt x="6537920" y="574630"/>
                  </a:lnTo>
                  <a:lnTo>
                    <a:pt x="6538047" y="574630"/>
                  </a:lnTo>
                  <a:lnTo>
                    <a:pt x="6538173" y="574630"/>
                  </a:lnTo>
                  <a:lnTo>
                    <a:pt x="6538299" y="574630"/>
                  </a:lnTo>
                  <a:lnTo>
                    <a:pt x="6538425" y="574630"/>
                  </a:lnTo>
                  <a:lnTo>
                    <a:pt x="6538552" y="574630"/>
                  </a:lnTo>
                  <a:lnTo>
                    <a:pt x="6538678" y="574630"/>
                  </a:lnTo>
                  <a:lnTo>
                    <a:pt x="6538804" y="574630"/>
                  </a:lnTo>
                  <a:lnTo>
                    <a:pt x="6538930" y="574630"/>
                  </a:lnTo>
                  <a:lnTo>
                    <a:pt x="6539057" y="574630"/>
                  </a:lnTo>
                  <a:lnTo>
                    <a:pt x="6539183" y="574630"/>
                  </a:lnTo>
                  <a:lnTo>
                    <a:pt x="6539309" y="574630"/>
                  </a:lnTo>
                  <a:lnTo>
                    <a:pt x="6539435" y="574630"/>
                  </a:lnTo>
                  <a:lnTo>
                    <a:pt x="6539562" y="574630"/>
                  </a:lnTo>
                  <a:lnTo>
                    <a:pt x="6539688" y="574630"/>
                  </a:lnTo>
                  <a:lnTo>
                    <a:pt x="6539814" y="574630"/>
                  </a:lnTo>
                  <a:lnTo>
                    <a:pt x="6539940" y="574630"/>
                  </a:lnTo>
                  <a:lnTo>
                    <a:pt x="6540067" y="574630"/>
                  </a:lnTo>
                  <a:lnTo>
                    <a:pt x="6540193" y="574630"/>
                  </a:lnTo>
                  <a:lnTo>
                    <a:pt x="6540319" y="574630"/>
                  </a:lnTo>
                  <a:lnTo>
                    <a:pt x="6540445" y="574630"/>
                  </a:lnTo>
                  <a:lnTo>
                    <a:pt x="6540445" y="569719"/>
                  </a:lnTo>
                  <a:lnTo>
                    <a:pt x="6540572" y="569719"/>
                  </a:lnTo>
                  <a:lnTo>
                    <a:pt x="6540698" y="569719"/>
                  </a:lnTo>
                  <a:lnTo>
                    <a:pt x="6540824" y="569719"/>
                  </a:lnTo>
                  <a:lnTo>
                    <a:pt x="6540950" y="569719"/>
                  </a:lnTo>
                  <a:lnTo>
                    <a:pt x="6541077" y="569719"/>
                  </a:lnTo>
                  <a:lnTo>
                    <a:pt x="6541203" y="569719"/>
                  </a:lnTo>
                  <a:lnTo>
                    <a:pt x="6541329" y="569719"/>
                  </a:lnTo>
                  <a:lnTo>
                    <a:pt x="6541456" y="569719"/>
                  </a:lnTo>
                  <a:lnTo>
                    <a:pt x="6541582" y="569719"/>
                  </a:lnTo>
                  <a:lnTo>
                    <a:pt x="6541708" y="569719"/>
                  </a:lnTo>
                  <a:lnTo>
                    <a:pt x="6541834" y="569719"/>
                  </a:lnTo>
                  <a:lnTo>
                    <a:pt x="6541961" y="569719"/>
                  </a:lnTo>
                  <a:lnTo>
                    <a:pt x="6542087" y="569719"/>
                  </a:lnTo>
                  <a:lnTo>
                    <a:pt x="6542213" y="569719"/>
                  </a:lnTo>
                  <a:lnTo>
                    <a:pt x="6542339" y="569719"/>
                  </a:lnTo>
                  <a:lnTo>
                    <a:pt x="6542466" y="569719"/>
                  </a:lnTo>
                  <a:lnTo>
                    <a:pt x="6542592" y="569719"/>
                  </a:lnTo>
                  <a:lnTo>
                    <a:pt x="6542718" y="569719"/>
                  </a:lnTo>
                  <a:lnTo>
                    <a:pt x="6542844" y="569719"/>
                  </a:lnTo>
                  <a:lnTo>
                    <a:pt x="6542971" y="569719"/>
                  </a:lnTo>
                  <a:lnTo>
                    <a:pt x="6543097" y="569719"/>
                  </a:lnTo>
                  <a:lnTo>
                    <a:pt x="6543223" y="569719"/>
                  </a:lnTo>
                  <a:lnTo>
                    <a:pt x="6543349" y="569719"/>
                  </a:lnTo>
                  <a:lnTo>
                    <a:pt x="6543476" y="569719"/>
                  </a:lnTo>
                  <a:lnTo>
                    <a:pt x="6543602" y="569719"/>
                  </a:lnTo>
                  <a:lnTo>
                    <a:pt x="6543728" y="569719"/>
                  </a:lnTo>
                  <a:lnTo>
                    <a:pt x="6543854" y="569719"/>
                  </a:lnTo>
                  <a:lnTo>
                    <a:pt x="6543981" y="569719"/>
                  </a:lnTo>
                  <a:lnTo>
                    <a:pt x="6544107" y="569719"/>
                  </a:lnTo>
                  <a:lnTo>
                    <a:pt x="6544233" y="569719"/>
                  </a:lnTo>
                  <a:lnTo>
                    <a:pt x="6544359" y="569719"/>
                  </a:lnTo>
                  <a:lnTo>
                    <a:pt x="6544486" y="569719"/>
                  </a:lnTo>
                  <a:lnTo>
                    <a:pt x="6544612" y="569719"/>
                  </a:lnTo>
                  <a:lnTo>
                    <a:pt x="6544738" y="569719"/>
                  </a:lnTo>
                  <a:lnTo>
                    <a:pt x="6544864" y="569719"/>
                  </a:lnTo>
                  <a:lnTo>
                    <a:pt x="6544991" y="569719"/>
                  </a:lnTo>
                  <a:lnTo>
                    <a:pt x="6545117" y="569719"/>
                  </a:lnTo>
                  <a:lnTo>
                    <a:pt x="6545243" y="569719"/>
                  </a:lnTo>
                  <a:lnTo>
                    <a:pt x="6545369" y="569719"/>
                  </a:lnTo>
                  <a:lnTo>
                    <a:pt x="6545496" y="569719"/>
                  </a:lnTo>
                  <a:lnTo>
                    <a:pt x="6545622" y="569719"/>
                  </a:lnTo>
                  <a:lnTo>
                    <a:pt x="6545748" y="569719"/>
                  </a:lnTo>
                  <a:lnTo>
                    <a:pt x="6545874" y="569719"/>
                  </a:lnTo>
                  <a:lnTo>
                    <a:pt x="6546001" y="569719"/>
                  </a:lnTo>
                  <a:lnTo>
                    <a:pt x="6546127" y="569719"/>
                  </a:lnTo>
                  <a:lnTo>
                    <a:pt x="6546253" y="569719"/>
                  </a:lnTo>
                  <a:lnTo>
                    <a:pt x="6546380" y="569719"/>
                  </a:lnTo>
                  <a:lnTo>
                    <a:pt x="6546506" y="569719"/>
                  </a:lnTo>
                  <a:lnTo>
                    <a:pt x="6546632" y="569719"/>
                  </a:lnTo>
                  <a:lnTo>
                    <a:pt x="6546758" y="569719"/>
                  </a:lnTo>
                  <a:lnTo>
                    <a:pt x="6546885" y="569719"/>
                  </a:lnTo>
                  <a:lnTo>
                    <a:pt x="6547011" y="569719"/>
                  </a:lnTo>
                  <a:lnTo>
                    <a:pt x="6547137" y="569719"/>
                  </a:lnTo>
                  <a:lnTo>
                    <a:pt x="6547263" y="569719"/>
                  </a:lnTo>
                  <a:lnTo>
                    <a:pt x="6547390" y="569719"/>
                  </a:lnTo>
                  <a:lnTo>
                    <a:pt x="6547516" y="569719"/>
                  </a:lnTo>
                  <a:lnTo>
                    <a:pt x="6547642" y="569719"/>
                  </a:lnTo>
                  <a:lnTo>
                    <a:pt x="6547768" y="569719"/>
                  </a:lnTo>
                  <a:lnTo>
                    <a:pt x="6547895" y="569719"/>
                  </a:lnTo>
                  <a:lnTo>
                    <a:pt x="6548021" y="569719"/>
                  </a:lnTo>
                  <a:lnTo>
                    <a:pt x="6548147" y="569719"/>
                  </a:lnTo>
                  <a:lnTo>
                    <a:pt x="6548273" y="569719"/>
                  </a:lnTo>
                  <a:lnTo>
                    <a:pt x="6548273" y="564808"/>
                  </a:lnTo>
                  <a:lnTo>
                    <a:pt x="6548400" y="564808"/>
                  </a:lnTo>
                  <a:lnTo>
                    <a:pt x="6548526" y="564808"/>
                  </a:lnTo>
                  <a:lnTo>
                    <a:pt x="6548652" y="564808"/>
                  </a:lnTo>
                  <a:lnTo>
                    <a:pt x="6548778" y="564808"/>
                  </a:lnTo>
                  <a:lnTo>
                    <a:pt x="6548905" y="564808"/>
                  </a:lnTo>
                  <a:lnTo>
                    <a:pt x="6549031" y="564808"/>
                  </a:lnTo>
                  <a:lnTo>
                    <a:pt x="6549157" y="564808"/>
                  </a:lnTo>
                  <a:lnTo>
                    <a:pt x="6549283" y="564808"/>
                  </a:lnTo>
                  <a:lnTo>
                    <a:pt x="6549410" y="564808"/>
                  </a:lnTo>
                  <a:lnTo>
                    <a:pt x="6549536" y="564808"/>
                  </a:lnTo>
                  <a:lnTo>
                    <a:pt x="6549662" y="564808"/>
                  </a:lnTo>
                  <a:lnTo>
                    <a:pt x="6549788" y="564808"/>
                  </a:lnTo>
                  <a:lnTo>
                    <a:pt x="6549915" y="564808"/>
                  </a:lnTo>
                  <a:lnTo>
                    <a:pt x="6550041" y="564808"/>
                  </a:lnTo>
                  <a:lnTo>
                    <a:pt x="6550167" y="564808"/>
                  </a:lnTo>
                  <a:lnTo>
                    <a:pt x="6550293" y="564808"/>
                  </a:lnTo>
                  <a:lnTo>
                    <a:pt x="6550420" y="564808"/>
                  </a:lnTo>
                  <a:lnTo>
                    <a:pt x="6550546" y="564808"/>
                  </a:lnTo>
                  <a:lnTo>
                    <a:pt x="6550672" y="564808"/>
                  </a:lnTo>
                  <a:lnTo>
                    <a:pt x="6550798" y="564808"/>
                  </a:lnTo>
                  <a:lnTo>
                    <a:pt x="6550925" y="564808"/>
                  </a:lnTo>
                  <a:lnTo>
                    <a:pt x="6551051" y="564808"/>
                  </a:lnTo>
                  <a:lnTo>
                    <a:pt x="6551177" y="564808"/>
                  </a:lnTo>
                  <a:lnTo>
                    <a:pt x="6551303" y="564808"/>
                  </a:lnTo>
                  <a:lnTo>
                    <a:pt x="6551430" y="564808"/>
                  </a:lnTo>
                  <a:lnTo>
                    <a:pt x="6551556" y="564808"/>
                  </a:lnTo>
                  <a:lnTo>
                    <a:pt x="6551682" y="564808"/>
                  </a:lnTo>
                  <a:lnTo>
                    <a:pt x="6551809" y="564808"/>
                  </a:lnTo>
                  <a:lnTo>
                    <a:pt x="6551935" y="564808"/>
                  </a:lnTo>
                  <a:lnTo>
                    <a:pt x="6552061" y="564808"/>
                  </a:lnTo>
                  <a:lnTo>
                    <a:pt x="6552187" y="564808"/>
                  </a:lnTo>
                  <a:lnTo>
                    <a:pt x="6552314" y="564808"/>
                  </a:lnTo>
                  <a:lnTo>
                    <a:pt x="6552440" y="564808"/>
                  </a:lnTo>
                  <a:lnTo>
                    <a:pt x="6552566" y="564808"/>
                  </a:lnTo>
                  <a:lnTo>
                    <a:pt x="6552692" y="564808"/>
                  </a:lnTo>
                  <a:lnTo>
                    <a:pt x="6552819" y="564808"/>
                  </a:lnTo>
                  <a:lnTo>
                    <a:pt x="6552945" y="564808"/>
                  </a:lnTo>
                  <a:lnTo>
                    <a:pt x="6553071" y="564808"/>
                  </a:lnTo>
                  <a:lnTo>
                    <a:pt x="6553197" y="564808"/>
                  </a:lnTo>
                  <a:lnTo>
                    <a:pt x="6553324" y="564808"/>
                  </a:lnTo>
                  <a:lnTo>
                    <a:pt x="6553450" y="564808"/>
                  </a:lnTo>
                  <a:lnTo>
                    <a:pt x="6553576" y="564808"/>
                  </a:lnTo>
                  <a:lnTo>
                    <a:pt x="6553702" y="564808"/>
                  </a:lnTo>
                  <a:lnTo>
                    <a:pt x="6553829" y="564808"/>
                  </a:lnTo>
                  <a:lnTo>
                    <a:pt x="6553955" y="564808"/>
                  </a:lnTo>
                  <a:lnTo>
                    <a:pt x="6554081" y="564808"/>
                  </a:lnTo>
                  <a:lnTo>
                    <a:pt x="6554207" y="564808"/>
                  </a:lnTo>
                  <a:lnTo>
                    <a:pt x="6554334" y="564808"/>
                  </a:lnTo>
                  <a:lnTo>
                    <a:pt x="6554334" y="559896"/>
                  </a:lnTo>
                  <a:lnTo>
                    <a:pt x="6554460" y="559896"/>
                  </a:lnTo>
                  <a:lnTo>
                    <a:pt x="6554586" y="559896"/>
                  </a:lnTo>
                  <a:lnTo>
                    <a:pt x="6554712" y="559896"/>
                  </a:lnTo>
                  <a:lnTo>
                    <a:pt x="6554839" y="559896"/>
                  </a:lnTo>
                  <a:lnTo>
                    <a:pt x="6554965" y="559896"/>
                  </a:lnTo>
                  <a:lnTo>
                    <a:pt x="6555091" y="559896"/>
                  </a:lnTo>
                  <a:lnTo>
                    <a:pt x="6555217" y="559896"/>
                  </a:lnTo>
                  <a:lnTo>
                    <a:pt x="6555344" y="559896"/>
                  </a:lnTo>
                  <a:lnTo>
                    <a:pt x="6555470" y="559896"/>
                  </a:lnTo>
                  <a:lnTo>
                    <a:pt x="6555596" y="559896"/>
                  </a:lnTo>
                  <a:lnTo>
                    <a:pt x="6555722" y="559896"/>
                  </a:lnTo>
                  <a:lnTo>
                    <a:pt x="6555849" y="559896"/>
                  </a:lnTo>
                  <a:lnTo>
                    <a:pt x="6555975" y="559896"/>
                  </a:lnTo>
                  <a:lnTo>
                    <a:pt x="6556101" y="559896"/>
                  </a:lnTo>
                  <a:lnTo>
                    <a:pt x="6556227" y="559896"/>
                  </a:lnTo>
                  <a:lnTo>
                    <a:pt x="6556354" y="559896"/>
                  </a:lnTo>
                  <a:lnTo>
                    <a:pt x="6556480" y="559896"/>
                  </a:lnTo>
                  <a:lnTo>
                    <a:pt x="6556606" y="559896"/>
                  </a:lnTo>
                  <a:lnTo>
                    <a:pt x="6556733" y="559896"/>
                  </a:lnTo>
                  <a:lnTo>
                    <a:pt x="6556859" y="559896"/>
                  </a:lnTo>
                  <a:lnTo>
                    <a:pt x="6556985" y="559896"/>
                  </a:lnTo>
                  <a:lnTo>
                    <a:pt x="6557111" y="559896"/>
                  </a:lnTo>
                  <a:lnTo>
                    <a:pt x="6557238" y="559896"/>
                  </a:lnTo>
                  <a:lnTo>
                    <a:pt x="6557364" y="559896"/>
                  </a:lnTo>
                  <a:lnTo>
                    <a:pt x="6557490" y="559896"/>
                  </a:lnTo>
                  <a:lnTo>
                    <a:pt x="6557616" y="559896"/>
                  </a:lnTo>
                  <a:lnTo>
                    <a:pt x="6557743" y="559896"/>
                  </a:lnTo>
                  <a:lnTo>
                    <a:pt x="6557869" y="559896"/>
                  </a:lnTo>
                  <a:lnTo>
                    <a:pt x="6557995" y="559896"/>
                  </a:lnTo>
                  <a:lnTo>
                    <a:pt x="6558121" y="559896"/>
                  </a:lnTo>
                  <a:lnTo>
                    <a:pt x="6558248" y="559896"/>
                  </a:lnTo>
                  <a:lnTo>
                    <a:pt x="6558374" y="559896"/>
                  </a:lnTo>
                  <a:lnTo>
                    <a:pt x="6558500" y="559896"/>
                  </a:lnTo>
                  <a:lnTo>
                    <a:pt x="6558626" y="559896"/>
                  </a:lnTo>
                  <a:lnTo>
                    <a:pt x="6558753" y="559896"/>
                  </a:lnTo>
                  <a:lnTo>
                    <a:pt x="6558879" y="559896"/>
                  </a:lnTo>
                  <a:lnTo>
                    <a:pt x="6559005" y="559896"/>
                  </a:lnTo>
                  <a:lnTo>
                    <a:pt x="6559131" y="559896"/>
                  </a:lnTo>
                  <a:lnTo>
                    <a:pt x="6559258" y="559896"/>
                  </a:lnTo>
                  <a:lnTo>
                    <a:pt x="6559384" y="559896"/>
                  </a:lnTo>
                  <a:lnTo>
                    <a:pt x="6559510" y="559896"/>
                  </a:lnTo>
                  <a:lnTo>
                    <a:pt x="6559636" y="559896"/>
                  </a:lnTo>
                  <a:lnTo>
                    <a:pt x="6559763" y="559896"/>
                  </a:lnTo>
                  <a:lnTo>
                    <a:pt x="6559889" y="559896"/>
                  </a:lnTo>
                  <a:lnTo>
                    <a:pt x="6560015" y="559896"/>
                  </a:lnTo>
                  <a:lnTo>
                    <a:pt x="6560141" y="559896"/>
                  </a:lnTo>
                  <a:lnTo>
                    <a:pt x="6560268" y="559896"/>
                  </a:lnTo>
                  <a:lnTo>
                    <a:pt x="6560394" y="559896"/>
                  </a:lnTo>
                  <a:lnTo>
                    <a:pt x="6560520" y="559896"/>
                  </a:lnTo>
                  <a:lnTo>
                    <a:pt x="6560646" y="559896"/>
                  </a:lnTo>
                  <a:lnTo>
                    <a:pt x="6560773" y="559896"/>
                  </a:lnTo>
                  <a:lnTo>
                    <a:pt x="6560899" y="559896"/>
                  </a:lnTo>
                  <a:lnTo>
                    <a:pt x="6561025" y="559896"/>
                  </a:lnTo>
                  <a:lnTo>
                    <a:pt x="6561151" y="559896"/>
                  </a:lnTo>
                  <a:lnTo>
                    <a:pt x="6561278" y="559896"/>
                  </a:lnTo>
                  <a:lnTo>
                    <a:pt x="6561404" y="559896"/>
                  </a:lnTo>
                  <a:lnTo>
                    <a:pt x="6561530" y="559896"/>
                  </a:lnTo>
                  <a:lnTo>
                    <a:pt x="6561656" y="559896"/>
                  </a:lnTo>
                  <a:lnTo>
                    <a:pt x="6561783" y="559896"/>
                  </a:lnTo>
                  <a:lnTo>
                    <a:pt x="6561909" y="559896"/>
                  </a:lnTo>
                  <a:lnTo>
                    <a:pt x="6562035" y="559896"/>
                  </a:lnTo>
                  <a:lnTo>
                    <a:pt x="6562162" y="559896"/>
                  </a:lnTo>
                  <a:lnTo>
                    <a:pt x="6562288" y="559896"/>
                  </a:lnTo>
                  <a:lnTo>
                    <a:pt x="6562414" y="559896"/>
                  </a:lnTo>
                  <a:lnTo>
                    <a:pt x="6562540" y="559896"/>
                  </a:lnTo>
                  <a:lnTo>
                    <a:pt x="6562667" y="559896"/>
                  </a:lnTo>
                  <a:lnTo>
                    <a:pt x="6562793" y="559896"/>
                  </a:lnTo>
                  <a:lnTo>
                    <a:pt x="6562919" y="559896"/>
                  </a:lnTo>
                  <a:lnTo>
                    <a:pt x="6563045" y="559896"/>
                  </a:lnTo>
                  <a:lnTo>
                    <a:pt x="6563172" y="559896"/>
                  </a:lnTo>
                  <a:lnTo>
                    <a:pt x="6563298" y="559896"/>
                  </a:lnTo>
                  <a:lnTo>
                    <a:pt x="6563424" y="559896"/>
                  </a:lnTo>
                  <a:lnTo>
                    <a:pt x="6563550" y="559896"/>
                  </a:lnTo>
                  <a:lnTo>
                    <a:pt x="6563677" y="559896"/>
                  </a:lnTo>
                  <a:lnTo>
                    <a:pt x="6563803" y="559896"/>
                  </a:lnTo>
                  <a:lnTo>
                    <a:pt x="6563929" y="559896"/>
                  </a:lnTo>
                  <a:lnTo>
                    <a:pt x="6564055" y="559896"/>
                  </a:lnTo>
                  <a:lnTo>
                    <a:pt x="6564182" y="559896"/>
                  </a:lnTo>
                  <a:lnTo>
                    <a:pt x="6564308" y="559896"/>
                  </a:lnTo>
                  <a:lnTo>
                    <a:pt x="6564434" y="559896"/>
                  </a:lnTo>
                  <a:lnTo>
                    <a:pt x="6564560" y="559896"/>
                  </a:lnTo>
                  <a:lnTo>
                    <a:pt x="6564687" y="559896"/>
                  </a:lnTo>
                  <a:lnTo>
                    <a:pt x="6564813" y="559896"/>
                  </a:lnTo>
                  <a:lnTo>
                    <a:pt x="6564939" y="559896"/>
                  </a:lnTo>
                  <a:lnTo>
                    <a:pt x="6565065" y="559896"/>
                  </a:lnTo>
                  <a:lnTo>
                    <a:pt x="6565192" y="559896"/>
                  </a:lnTo>
                  <a:lnTo>
                    <a:pt x="6565318" y="559896"/>
                  </a:lnTo>
                  <a:lnTo>
                    <a:pt x="6565444" y="559896"/>
                  </a:lnTo>
                  <a:lnTo>
                    <a:pt x="6565570" y="559896"/>
                  </a:lnTo>
                  <a:lnTo>
                    <a:pt x="6565697" y="559896"/>
                  </a:lnTo>
                  <a:lnTo>
                    <a:pt x="6565823" y="559896"/>
                  </a:lnTo>
                  <a:lnTo>
                    <a:pt x="6565949" y="559896"/>
                  </a:lnTo>
                  <a:lnTo>
                    <a:pt x="6566075" y="559896"/>
                  </a:lnTo>
                  <a:lnTo>
                    <a:pt x="6566202" y="559896"/>
                  </a:lnTo>
                  <a:lnTo>
                    <a:pt x="6566328" y="559896"/>
                  </a:lnTo>
                  <a:lnTo>
                    <a:pt x="6566454" y="559896"/>
                  </a:lnTo>
                  <a:lnTo>
                    <a:pt x="6566580" y="559896"/>
                  </a:lnTo>
                  <a:lnTo>
                    <a:pt x="6566707" y="559896"/>
                  </a:lnTo>
                  <a:lnTo>
                    <a:pt x="6566833" y="559896"/>
                  </a:lnTo>
                  <a:lnTo>
                    <a:pt x="6566959" y="559896"/>
                  </a:lnTo>
                  <a:lnTo>
                    <a:pt x="6567086" y="559896"/>
                  </a:lnTo>
                  <a:lnTo>
                    <a:pt x="6567212" y="559896"/>
                  </a:lnTo>
                  <a:lnTo>
                    <a:pt x="6567338" y="559896"/>
                  </a:lnTo>
                  <a:lnTo>
                    <a:pt x="6567464" y="559896"/>
                  </a:lnTo>
                  <a:lnTo>
                    <a:pt x="6567591" y="559896"/>
                  </a:lnTo>
                  <a:lnTo>
                    <a:pt x="6567717" y="559896"/>
                  </a:lnTo>
                  <a:lnTo>
                    <a:pt x="6567843" y="559896"/>
                  </a:lnTo>
                  <a:lnTo>
                    <a:pt x="6567969" y="559896"/>
                  </a:lnTo>
                  <a:lnTo>
                    <a:pt x="6568096" y="559896"/>
                  </a:lnTo>
                  <a:lnTo>
                    <a:pt x="6568096" y="554985"/>
                  </a:lnTo>
                  <a:lnTo>
                    <a:pt x="6568222" y="554985"/>
                  </a:lnTo>
                  <a:lnTo>
                    <a:pt x="6568348" y="554985"/>
                  </a:lnTo>
                  <a:lnTo>
                    <a:pt x="6568474" y="554985"/>
                  </a:lnTo>
                  <a:lnTo>
                    <a:pt x="6568601" y="554985"/>
                  </a:lnTo>
                  <a:lnTo>
                    <a:pt x="6568727" y="554985"/>
                  </a:lnTo>
                  <a:lnTo>
                    <a:pt x="6568853" y="554985"/>
                  </a:lnTo>
                  <a:lnTo>
                    <a:pt x="6568979" y="554985"/>
                  </a:lnTo>
                  <a:lnTo>
                    <a:pt x="6569106" y="554985"/>
                  </a:lnTo>
                  <a:lnTo>
                    <a:pt x="6569232" y="554985"/>
                  </a:lnTo>
                  <a:lnTo>
                    <a:pt x="6569358" y="554985"/>
                  </a:lnTo>
                  <a:lnTo>
                    <a:pt x="6569484" y="554985"/>
                  </a:lnTo>
                  <a:lnTo>
                    <a:pt x="6569611" y="554985"/>
                  </a:lnTo>
                  <a:lnTo>
                    <a:pt x="6569737" y="554985"/>
                  </a:lnTo>
                  <a:lnTo>
                    <a:pt x="6569863" y="554985"/>
                  </a:lnTo>
                  <a:lnTo>
                    <a:pt x="6569989" y="554985"/>
                  </a:lnTo>
                  <a:lnTo>
                    <a:pt x="6570116" y="554985"/>
                  </a:lnTo>
                  <a:lnTo>
                    <a:pt x="6570242" y="554985"/>
                  </a:lnTo>
                  <a:lnTo>
                    <a:pt x="6570368" y="554985"/>
                  </a:lnTo>
                  <a:lnTo>
                    <a:pt x="6570494" y="554985"/>
                  </a:lnTo>
                  <a:lnTo>
                    <a:pt x="6570621" y="554985"/>
                  </a:lnTo>
                  <a:lnTo>
                    <a:pt x="6570747" y="554985"/>
                  </a:lnTo>
                  <a:lnTo>
                    <a:pt x="6570873" y="554985"/>
                  </a:lnTo>
                  <a:lnTo>
                    <a:pt x="6570999" y="554985"/>
                  </a:lnTo>
                  <a:lnTo>
                    <a:pt x="6571126" y="554985"/>
                  </a:lnTo>
                  <a:lnTo>
                    <a:pt x="6571252" y="554985"/>
                  </a:lnTo>
                  <a:lnTo>
                    <a:pt x="6571378" y="554985"/>
                  </a:lnTo>
                  <a:lnTo>
                    <a:pt x="6571504" y="554985"/>
                  </a:lnTo>
                  <a:lnTo>
                    <a:pt x="6571631" y="554985"/>
                  </a:lnTo>
                  <a:lnTo>
                    <a:pt x="6571757" y="554985"/>
                  </a:lnTo>
                  <a:lnTo>
                    <a:pt x="6571883" y="554985"/>
                  </a:lnTo>
                  <a:lnTo>
                    <a:pt x="6572009" y="554985"/>
                  </a:lnTo>
                  <a:lnTo>
                    <a:pt x="6572136" y="554985"/>
                  </a:lnTo>
                  <a:lnTo>
                    <a:pt x="6572262" y="554985"/>
                  </a:lnTo>
                  <a:lnTo>
                    <a:pt x="6572388" y="554985"/>
                  </a:lnTo>
                  <a:lnTo>
                    <a:pt x="6572515" y="554985"/>
                  </a:lnTo>
                  <a:lnTo>
                    <a:pt x="6572641" y="554985"/>
                  </a:lnTo>
                  <a:lnTo>
                    <a:pt x="6572767" y="554985"/>
                  </a:lnTo>
                  <a:lnTo>
                    <a:pt x="6572767" y="550073"/>
                  </a:lnTo>
                  <a:lnTo>
                    <a:pt x="6572893" y="550073"/>
                  </a:lnTo>
                  <a:lnTo>
                    <a:pt x="6573020" y="550073"/>
                  </a:lnTo>
                  <a:lnTo>
                    <a:pt x="6573146" y="550073"/>
                  </a:lnTo>
                  <a:lnTo>
                    <a:pt x="6573272" y="550073"/>
                  </a:lnTo>
                  <a:lnTo>
                    <a:pt x="6573398" y="550073"/>
                  </a:lnTo>
                  <a:lnTo>
                    <a:pt x="6573525" y="550073"/>
                  </a:lnTo>
                  <a:lnTo>
                    <a:pt x="6573651" y="550073"/>
                  </a:lnTo>
                  <a:lnTo>
                    <a:pt x="6573777" y="550073"/>
                  </a:lnTo>
                  <a:lnTo>
                    <a:pt x="6573903" y="550073"/>
                  </a:lnTo>
                  <a:lnTo>
                    <a:pt x="6574030" y="550073"/>
                  </a:lnTo>
                  <a:lnTo>
                    <a:pt x="6574030" y="545162"/>
                  </a:lnTo>
                  <a:lnTo>
                    <a:pt x="6574156" y="545162"/>
                  </a:lnTo>
                  <a:lnTo>
                    <a:pt x="6574282" y="545162"/>
                  </a:lnTo>
                  <a:lnTo>
                    <a:pt x="6574408" y="545162"/>
                  </a:lnTo>
                  <a:lnTo>
                    <a:pt x="6574535" y="545162"/>
                  </a:lnTo>
                  <a:lnTo>
                    <a:pt x="6574535" y="540251"/>
                  </a:lnTo>
                  <a:lnTo>
                    <a:pt x="6574661" y="540251"/>
                  </a:lnTo>
                  <a:lnTo>
                    <a:pt x="6574787" y="540251"/>
                  </a:lnTo>
                  <a:lnTo>
                    <a:pt x="6574913" y="540251"/>
                  </a:lnTo>
                  <a:lnTo>
                    <a:pt x="6575040" y="540251"/>
                  </a:lnTo>
                  <a:lnTo>
                    <a:pt x="6575166" y="540251"/>
                  </a:lnTo>
                  <a:lnTo>
                    <a:pt x="6575292" y="540251"/>
                  </a:lnTo>
                  <a:lnTo>
                    <a:pt x="6575418" y="540251"/>
                  </a:lnTo>
                  <a:lnTo>
                    <a:pt x="6575545" y="540251"/>
                  </a:lnTo>
                  <a:lnTo>
                    <a:pt x="6575671" y="540251"/>
                  </a:lnTo>
                  <a:lnTo>
                    <a:pt x="6575797" y="540251"/>
                  </a:lnTo>
                  <a:lnTo>
                    <a:pt x="6575923" y="540251"/>
                  </a:lnTo>
                  <a:lnTo>
                    <a:pt x="6576050" y="540251"/>
                  </a:lnTo>
                  <a:lnTo>
                    <a:pt x="6576176" y="540251"/>
                  </a:lnTo>
                  <a:lnTo>
                    <a:pt x="6576302" y="540251"/>
                  </a:lnTo>
                  <a:lnTo>
                    <a:pt x="6576428" y="540251"/>
                  </a:lnTo>
                  <a:lnTo>
                    <a:pt x="6576555" y="540251"/>
                  </a:lnTo>
                  <a:lnTo>
                    <a:pt x="6576681" y="540251"/>
                  </a:lnTo>
                  <a:lnTo>
                    <a:pt x="6576681" y="535339"/>
                  </a:lnTo>
                  <a:lnTo>
                    <a:pt x="6576807" y="535339"/>
                  </a:lnTo>
                  <a:lnTo>
                    <a:pt x="6576933" y="535339"/>
                  </a:lnTo>
                  <a:lnTo>
                    <a:pt x="6577060" y="535339"/>
                  </a:lnTo>
                  <a:lnTo>
                    <a:pt x="6577186" y="535339"/>
                  </a:lnTo>
                  <a:lnTo>
                    <a:pt x="6577312" y="535339"/>
                  </a:lnTo>
                  <a:lnTo>
                    <a:pt x="6577439" y="535339"/>
                  </a:lnTo>
                  <a:lnTo>
                    <a:pt x="6577565" y="535339"/>
                  </a:lnTo>
                  <a:lnTo>
                    <a:pt x="6577691" y="535339"/>
                  </a:lnTo>
                  <a:lnTo>
                    <a:pt x="6577817" y="535339"/>
                  </a:lnTo>
                  <a:lnTo>
                    <a:pt x="6577944" y="535339"/>
                  </a:lnTo>
                  <a:lnTo>
                    <a:pt x="6578070" y="535339"/>
                  </a:lnTo>
                  <a:lnTo>
                    <a:pt x="6578196" y="535339"/>
                  </a:lnTo>
                  <a:lnTo>
                    <a:pt x="6578322" y="535339"/>
                  </a:lnTo>
                  <a:lnTo>
                    <a:pt x="6578449" y="535339"/>
                  </a:lnTo>
                  <a:lnTo>
                    <a:pt x="6578575" y="535339"/>
                  </a:lnTo>
                  <a:lnTo>
                    <a:pt x="6578701" y="535339"/>
                  </a:lnTo>
                  <a:lnTo>
                    <a:pt x="6578827" y="535339"/>
                  </a:lnTo>
                  <a:lnTo>
                    <a:pt x="6578954" y="535339"/>
                  </a:lnTo>
                  <a:lnTo>
                    <a:pt x="6579080" y="535339"/>
                  </a:lnTo>
                  <a:lnTo>
                    <a:pt x="6579206" y="535339"/>
                  </a:lnTo>
                  <a:lnTo>
                    <a:pt x="6579332" y="535339"/>
                  </a:lnTo>
                  <a:lnTo>
                    <a:pt x="6579459" y="535339"/>
                  </a:lnTo>
                  <a:lnTo>
                    <a:pt x="6579585" y="535339"/>
                  </a:lnTo>
                  <a:lnTo>
                    <a:pt x="6579711" y="535339"/>
                  </a:lnTo>
                  <a:lnTo>
                    <a:pt x="6579837" y="535339"/>
                  </a:lnTo>
                  <a:lnTo>
                    <a:pt x="6579964" y="535339"/>
                  </a:lnTo>
                  <a:lnTo>
                    <a:pt x="6580090" y="535339"/>
                  </a:lnTo>
                  <a:lnTo>
                    <a:pt x="6580216" y="535339"/>
                  </a:lnTo>
                  <a:lnTo>
                    <a:pt x="6580342" y="535339"/>
                  </a:lnTo>
                  <a:lnTo>
                    <a:pt x="6580469" y="535339"/>
                  </a:lnTo>
                  <a:lnTo>
                    <a:pt x="6580595" y="535339"/>
                  </a:lnTo>
                  <a:lnTo>
                    <a:pt x="6580721" y="535339"/>
                  </a:lnTo>
                  <a:lnTo>
                    <a:pt x="6580847" y="535339"/>
                  </a:lnTo>
                  <a:lnTo>
                    <a:pt x="6580974" y="535339"/>
                  </a:lnTo>
                  <a:lnTo>
                    <a:pt x="6581100" y="535339"/>
                  </a:lnTo>
                  <a:lnTo>
                    <a:pt x="6581226" y="535339"/>
                  </a:lnTo>
                  <a:lnTo>
                    <a:pt x="6581352" y="535339"/>
                  </a:lnTo>
                  <a:lnTo>
                    <a:pt x="6581479" y="535339"/>
                  </a:lnTo>
                  <a:lnTo>
                    <a:pt x="6581605" y="535339"/>
                  </a:lnTo>
                  <a:lnTo>
                    <a:pt x="6581731" y="535339"/>
                  </a:lnTo>
                  <a:lnTo>
                    <a:pt x="6581857" y="535339"/>
                  </a:lnTo>
                  <a:lnTo>
                    <a:pt x="6581984" y="535339"/>
                  </a:lnTo>
                  <a:lnTo>
                    <a:pt x="6582110" y="535339"/>
                  </a:lnTo>
                  <a:lnTo>
                    <a:pt x="6582236" y="535339"/>
                  </a:lnTo>
                  <a:lnTo>
                    <a:pt x="6582362" y="535339"/>
                  </a:lnTo>
                  <a:lnTo>
                    <a:pt x="6582489" y="535339"/>
                  </a:lnTo>
                  <a:lnTo>
                    <a:pt x="6582615" y="535339"/>
                  </a:lnTo>
                  <a:lnTo>
                    <a:pt x="6582741" y="535339"/>
                  </a:lnTo>
                  <a:lnTo>
                    <a:pt x="6582868" y="535339"/>
                  </a:lnTo>
                  <a:lnTo>
                    <a:pt x="6582994" y="535339"/>
                  </a:lnTo>
                  <a:lnTo>
                    <a:pt x="6583120" y="535339"/>
                  </a:lnTo>
                  <a:lnTo>
                    <a:pt x="6583246" y="535339"/>
                  </a:lnTo>
                  <a:lnTo>
                    <a:pt x="6583373" y="535339"/>
                  </a:lnTo>
                  <a:lnTo>
                    <a:pt x="6583499" y="535339"/>
                  </a:lnTo>
                  <a:lnTo>
                    <a:pt x="6583625" y="535339"/>
                  </a:lnTo>
                  <a:lnTo>
                    <a:pt x="6583751" y="535339"/>
                  </a:lnTo>
                  <a:lnTo>
                    <a:pt x="6583878" y="535339"/>
                  </a:lnTo>
                  <a:lnTo>
                    <a:pt x="6584004" y="535339"/>
                  </a:lnTo>
                  <a:lnTo>
                    <a:pt x="6584130" y="535339"/>
                  </a:lnTo>
                  <a:lnTo>
                    <a:pt x="6584256" y="535339"/>
                  </a:lnTo>
                  <a:lnTo>
                    <a:pt x="6584383" y="535339"/>
                  </a:lnTo>
                  <a:lnTo>
                    <a:pt x="6584509" y="535339"/>
                  </a:lnTo>
                  <a:lnTo>
                    <a:pt x="6584635" y="535339"/>
                  </a:lnTo>
                  <a:lnTo>
                    <a:pt x="6584761" y="535339"/>
                  </a:lnTo>
                  <a:lnTo>
                    <a:pt x="6584888" y="535339"/>
                  </a:lnTo>
                  <a:lnTo>
                    <a:pt x="6585014" y="535339"/>
                  </a:lnTo>
                  <a:lnTo>
                    <a:pt x="6585140" y="535339"/>
                  </a:lnTo>
                  <a:lnTo>
                    <a:pt x="6585266" y="535339"/>
                  </a:lnTo>
                  <a:lnTo>
                    <a:pt x="6585393" y="535339"/>
                  </a:lnTo>
                  <a:lnTo>
                    <a:pt x="6585519" y="535339"/>
                  </a:lnTo>
                  <a:lnTo>
                    <a:pt x="6585645" y="535339"/>
                  </a:lnTo>
                  <a:lnTo>
                    <a:pt x="6585771" y="535339"/>
                  </a:lnTo>
                  <a:lnTo>
                    <a:pt x="6585898" y="535339"/>
                  </a:lnTo>
                  <a:lnTo>
                    <a:pt x="6586024" y="535339"/>
                  </a:lnTo>
                  <a:lnTo>
                    <a:pt x="6586150" y="535339"/>
                  </a:lnTo>
                  <a:lnTo>
                    <a:pt x="6586276" y="535339"/>
                  </a:lnTo>
                  <a:lnTo>
                    <a:pt x="6586403" y="535339"/>
                  </a:lnTo>
                  <a:lnTo>
                    <a:pt x="6586529" y="535339"/>
                  </a:lnTo>
                  <a:lnTo>
                    <a:pt x="6586655" y="535339"/>
                  </a:lnTo>
                  <a:lnTo>
                    <a:pt x="6586781" y="535339"/>
                  </a:lnTo>
                  <a:lnTo>
                    <a:pt x="6586908" y="535339"/>
                  </a:lnTo>
                  <a:lnTo>
                    <a:pt x="6587034" y="535339"/>
                  </a:lnTo>
                  <a:lnTo>
                    <a:pt x="6587160" y="535339"/>
                  </a:lnTo>
                  <a:lnTo>
                    <a:pt x="6587286" y="535339"/>
                  </a:lnTo>
                  <a:lnTo>
                    <a:pt x="6587413" y="535339"/>
                  </a:lnTo>
                  <a:lnTo>
                    <a:pt x="6587539" y="535339"/>
                  </a:lnTo>
                  <a:lnTo>
                    <a:pt x="6587665" y="535339"/>
                  </a:lnTo>
                  <a:lnTo>
                    <a:pt x="6587792" y="535339"/>
                  </a:lnTo>
                  <a:lnTo>
                    <a:pt x="6587918" y="535339"/>
                  </a:lnTo>
                  <a:lnTo>
                    <a:pt x="6588044" y="535339"/>
                  </a:lnTo>
                  <a:lnTo>
                    <a:pt x="6588170" y="535339"/>
                  </a:lnTo>
                  <a:lnTo>
                    <a:pt x="6588297" y="535339"/>
                  </a:lnTo>
                  <a:lnTo>
                    <a:pt x="6588423" y="535339"/>
                  </a:lnTo>
                  <a:lnTo>
                    <a:pt x="6588549" y="535339"/>
                  </a:lnTo>
                  <a:lnTo>
                    <a:pt x="6588675" y="535339"/>
                  </a:lnTo>
                  <a:lnTo>
                    <a:pt x="6588802" y="535339"/>
                  </a:lnTo>
                  <a:lnTo>
                    <a:pt x="6588928" y="535339"/>
                  </a:lnTo>
                  <a:lnTo>
                    <a:pt x="6589054" y="535339"/>
                  </a:lnTo>
                  <a:lnTo>
                    <a:pt x="6589180" y="535339"/>
                  </a:lnTo>
                  <a:lnTo>
                    <a:pt x="6589307" y="535339"/>
                  </a:lnTo>
                  <a:lnTo>
                    <a:pt x="6589433" y="535339"/>
                  </a:lnTo>
                  <a:lnTo>
                    <a:pt x="6589559" y="535339"/>
                  </a:lnTo>
                  <a:lnTo>
                    <a:pt x="6589685" y="535339"/>
                  </a:lnTo>
                  <a:lnTo>
                    <a:pt x="6589812" y="535339"/>
                  </a:lnTo>
                  <a:lnTo>
                    <a:pt x="6589938" y="535339"/>
                  </a:lnTo>
                  <a:lnTo>
                    <a:pt x="6590064" y="535339"/>
                  </a:lnTo>
                  <a:lnTo>
                    <a:pt x="6590190" y="535339"/>
                  </a:lnTo>
                  <a:lnTo>
                    <a:pt x="6590317" y="535339"/>
                  </a:lnTo>
                  <a:lnTo>
                    <a:pt x="6590443" y="535339"/>
                  </a:lnTo>
                  <a:lnTo>
                    <a:pt x="6590569" y="535339"/>
                  </a:lnTo>
                  <a:lnTo>
                    <a:pt x="6590695" y="535339"/>
                  </a:lnTo>
                  <a:lnTo>
                    <a:pt x="6590822" y="535339"/>
                  </a:lnTo>
                  <a:lnTo>
                    <a:pt x="6590948" y="535339"/>
                  </a:lnTo>
                  <a:lnTo>
                    <a:pt x="6591074" y="535339"/>
                  </a:lnTo>
                  <a:lnTo>
                    <a:pt x="6591200" y="535339"/>
                  </a:lnTo>
                  <a:lnTo>
                    <a:pt x="6591327" y="535339"/>
                  </a:lnTo>
                  <a:lnTo>
                    <a:pt x="6591453" y="535339"/>
                  </a:lnTo>
                  <a:lnTo>
                    <a:pt x="6591579" y="535339"/>
                  </a:lnTo>
                  <a:lnTo>
                    <a:pt x="6591705" y="535339"/>
                  </a:lnTo>
                  <a:lnTo>
                    <a:pt x="6591832" y="535339"/>
                  </a:lnTo>
                  <a:lnTo>
                    <a:pt x="6591958" y="535339"/>
                  </a:lnTo>
                  <a:lnTo>
                    <a:pt x="6592084" y="535339"/>
                  </a:lnTo>
                  <a:lnTo>
                    <a:pt x="6592210" y="535339"/>
                  </a:lnTo>
                  <a:lnTo>
                    <a:pt x="6592337" y="535339"/>
                  </a:lnTo>
                  <a:lnTo>
                    <a:pt x="6592463" y="535339"/>
                  </a:lnTo>
                  <a:lnTo>
                    <a:pt x="6592589" y="535339"/>
                  </a:lnTo>
                  <a:lnTo>
                    <a:pt x="6592716" y="535339"/>
                  </a:lnTo>
                  <a:lnTo>
                    <a:pt x="6592842" y="535339"/>
                  </a:lnTo>
                  <a:lnTo>
                    <a:pt x="6592968" y="535339"/>
                  </a:lnTo>
                  <a:lnTo>
                    <a:pt x="6593094" y="535339"/>
                  </a:lnTo>
                  <a:lnTo>
                    <a:pt x="6593221" y="535339"/>
                  </a:lnTo>
                  <a:lnTo>
                    <a:pt x="6593347" y="535339"/>
                  </a:lnTo>
                  <a:lnTo>
                    <a:pt x="6593473" y="535339"/>
                  </a:lnTo>
                  <a:lnTo>
                    <a:pt x="6593599" y="535339"/>
                  </a:lnTo>
                  <a:lnTo>
                    <a:pt x="6593726" y="535339"/>
                  </a:lnTo>
                  <a:lnTo>
                    <a:pt x="6593852" y="535339"/>
                  </a:lnTo>
                  <a:lnTo>
                    <a:pt x="6593978" y="535339"/>
                  </a:lnTo>
                  <a:lnTo>
                    <a:pt x="6594104" y="535339"/>
                  </a:lnTo>
                  <a:lnTo>
                    <a:pt x="6594231" y="535339"/>
                  </a:lnTo>
                  <a:lnTo>
                    <a:pt x="6594357" y="535339"/>
                  </a:lnTo>
                  <a:lnTo>
                    <a:pt x="6594483" y="535339"/>
                  </a:lnTo>
                  <a:lnTo>
                    <a:pt x="6594609" y="535339"/>
                  </a:lnTo>
                  <a:lnTo>
                    <a:pt x="6594736" y="535339"/>
                  </a:lnTo>
                  <a:lnTo>
                    <a:pt x="6594862" y="535339"/>
                  </a:lnTo>
                  <a:lnTo>
                    <a:pt x="6594988" y="535339"/>
                  </a:lnTo>
                  <a:lnTo>
                    <a:pt x="6595114" y="535339"/>
                  </a:lnTo>
                  <a:lnTo>
                    <a:pt x="6595241" y="535339"/>
                  </a:lnTo>
                  <a:lnTo>
                    <a:pt x="6595367" y="535339"/>
                  </a:lnTo>
                  <a:lnTo>
                    <a:pt x="6595493" y="535339"/>
                  </a:lnTo>
                  <a:lnTo>
                    <a:pt x="6595619" y="535339"/>
                  </a:lnTo>
                  <a:lnTo>
                    <a:pt x="6595746" y="535339"/>
                  </a:lnTo>
                  <a:lnTo>
                    <a:pt x="6595872" y="535339"/>
                  </a:lnTo>
                  <a:lnTo>
                    <a:pt x="6595998" y="535339"/>
                  </a:lnTo>
                  <a:lnTo>
                    <a:pt x="6596124" y="535339"/>
                  </a:lnTo>
                  <a:lnTo>
                    <a:pt x="6596251" y="535339"/>
                  </a:lnTo>
                  <a:lnTo>
                    <a:pt x="6596377" y="535339"/>
                  </a:lnTo>
                  <a:lnTo>
                    <a:pt x="6596503" y="535339"/>
                  </a:lnTo>
                  <a:lnTo>
                    <a:pt x="6596629" y="535339"/>
                  </a:lnTo>
                  <a:lnTo>
                    <a:pt x="6596756" y="535339"/>
                  </a:lnTo>
                  <a:lnTo>
                    <a:pt x="6596882" y="535339"/>
                  </a:lnTo>
                  <a:lnTo>
                    <a:pt x="6597008" y="535339"/>
                  </a:lnTo>
                  <a:lnTo>
                    <a:pt x="6597134" y="535339"/>
                  </a:lnTo>
                  <a:lnTo>
                    <a:pt x="6597261" y="535339"/>
                  </a:lnTo>
                  <a:lnTo>
                    <a:pt x="6597387" y="535339"/>
                  </a:lnTo>
                  <a:lnTo>
                    <a:pt x="6597513" y="535339"/>
                  </a:lnTo>
                  <a:lnTo>
                    <a:pt x="6597639" y="535339"/>
                  </a:lnTo>
                  <a:lnTo>
                    <a:pt x="6597766" y="535339"/>
                  </a:lnTo>
                  <a:lnTo>
                    <a:pt x="6597892" y="535339"/>
                  </a:lnTo>
                  <a:lnTo>
                    <a:pt x="6598018" y="535339"/>
                  </a:lnTo>
                  <a:lnTo>
                    <a:pt x="6598145" y="535339"/>
                  </a:lnTo>
                  <a:lnTo>
                    <a:pt x="6598271" y="535339"/>
                  </a:lnTo>
                  <a:lnTo>
                    <a:pt x="6598397" y="535339"/>
                  </a:lnTo>
                  <a:lnTo>
                    <a:pt x="6598523" y="535339"/>
                  </a:lnTo>
                  <a:lnTo>
                    <a:pt x="6598650" y="535339"/>
                  </a:lnTo>
                  <a:lnTo>
                    <a:pt x="6598776" y="535339"/>
                  </a:lnTo>
                  <a:lnTo>
                    <a:pt x="6598902" y="535339"/>
                  </a:lnTo>
                  <a:lnTo>
                    <a:pt x="6599028" y="535339"/>
                  </a:lnTo>
                  <a:lnTo>
                    <a:pt x="6599155" y="535339"/>
                  </a:lnTo>
                  <a:lnTo>
                    <a:pt x="6599281" y="535339"/>
                  </a:lnTo>
                  <a:lnTo>
                    <a:pt x="6599407" y="535339"/>
                  </a:lnTo>
                  <a:lnTo>
                    <a:pt x="6599533" y="535339"/>
                  </a:lnTo>
                  <a:lnTo>
                    <a:pt x="6599660" y="535339"/>
                  </a:lnTo>
                  <a:lnTo>
                    <a:pt x="6599786" y="535339"/>
                  </a:lnTo>
                  <a:lnTo>
                    <a:pt x="6599912" y="535339"/>
                  </a:lnTo>
                  <a:lnTo>
                    <a:pt x="6600038" y="535339"/>
                  </a:lnTo>
                  <a:lnTo>
                    <a:pt x="6600165" y="535339"/>
                  </a:lnTo>
                  <a:lnTo>
                    <a:pt x="6600291" y="535339"/>
                  </a:lnTo>
                  <a:lnTo>
                    <a:pt x="6600417" y="535339"/>
                  </a:lnTo>
                  <a:lnTo>
                    <a:pt x="6600543" y="535339"/>
                  </a:lnTo>
                  <a:lnTo>
                    <a:pt x="6600670" y="535339"/>
                  </a:lnTo>
                  <a:lnTo>
                    <a:pt x="6600796" y="535339"/>
                  </a:lnTo>
                  <a:lnTo>
                    <a:pt x="6600922" y="535339"/>
                  </a:lnTo>
                  <a:lnTo>
                    <a:pt x="6601048" y="535339"/>
                  </a:lnTo>
                  <a:lnTo>
                    <a:pt x="6601175" y="535339"/>
                  </a:lnTo>
                  <a:lnTo>
                    <a:pt x="6601301" y="535339"/>
                  </a:lnTo>
                  <a:lnTo>
                    <a:pt x="6601427" y="535339"/>
                  </a:lnTo>
                  <a:lnTo>
                    <a:pt x="6601553" y="535339"/>
                  </a:lnTo>
                  <a:lnTo>
                    <a:pt x="6601680" y="535339"/>
                  </a:lnTo>
                  <a:lnTo>
                    <a:pt x="6601806" y="535339"/>
                  </a:lnTo>
                  <a:lnTo>
                    <a:pt x="6601932" y="535339"/>
                  </a:lnTo>
                  <a:lnTo>
                    <a:pt x="6602058" y="535339"/>
                  </a:lnTo>
                  <a:lnTo>
                    <a:pt x="6602185" y="535339"/>
                  </a:lnTo>
                  <a:lnTo>
                    <a:pt x="6602311" y="535339"/>
                  </a:lnTo>
                  <a:lnTo>
                    <a:pt x="6602437" y="535339"/>
                  </a:lnTo>
                  <a:lnTo>
                    <a:pt x="6602563" y="535339"/>
                  </a:lnTo>
                  <a:lnTo>
                    <a:pt x="6602690" y="535339"/>
                  </a:lnTo>
                  <a:lnTo>
                    <a:pt x="6602816" y="535339"/>
                  </a:lnTo>
                  <a:lnTo>
                    <a:pt x="6602942" y="535339"/>
                  </a:lnTo>
                  <a:lnTo>
                    <a:pt x="6603069" y="535339"/>
                  </a:lnTo>
                  <a:lnTo>
                    <a:pt x="6603195" y="535339"/>
                  </a:lnTo>
                  <a:lnTo>
                    <a:pt x="6603321" y="535339"/>
                  </a:lnTo>
                  <a:lnTo>
                    <a:pt x="6603447" y="535339"/>
                  </a:lnTo>
                  <a:lnTo>
                    <a:pt x="6603574" y="535339"/>
                  </a:lnTo>
                  <a:lnTo>
                    <a:pt x="6603700" y="535339"/>
                  </a:lnTo>
                  <a:lnTo>
                    <a:pt x="6603826" y="535339"/>
                  </a:lnTo>
                  <a:lnTo>
                    <a:pt x="6603952" y="535339"/>
                  </a:lnTo>
                  <a:lnTo>
                    <a:pt x="6604079" y="535339"/>
                  </a:lnTo>
                  <a:lnTo>
                    <a:pt x="6604205" y="535339"/>
                  </a:lnTo>
                  <a:lnTo>
                    <a:pt x="6604331" y="535339"/>
                  </a:lnTo>
                  <a:lnTo>
                    <a:pt x="6604457" y="535339"/>
                  </a:lnTo>
                  <a:lnTo>
                    <a:pt x="6604584" y="535339"/>
                  </a:lnTo>
                  <a:lnTo>
                    <a:pt x="6604710" y="535339"/>
                  </a:lnTo>
                  <a:lnTo>
                    <a:pt x="6604836" y="535339"/>
                  </a:lnTo>
                  <a:lnTo>
                    <a:pt x="6604962" y="535339"/>
                  </a:lnTo>
                  <a:lnTo>
                    <a:pt x="6605089" y="535339"/>
                  </a:lnTo>
                  <a:lnTo>
                    <a:pt x="6605215" y="535339"/>
                  </a:lnTo>
                  <a:lnTo>
                    <a:pt x="6605341" y="535339"/>
                  </a:lnTo>
                  <a:lnTo>
                    <a:pt x="6605467" y="535339"/>
                  </a:lnTo>
                  <a:lnTo>
                    <a:pt x="6605594" y="535339"/>
                  </a:lnTo>
                  <a:lnTo>
                    <a:pt x="6605720" y="535339"/>
                  </a:lnTo>
                  <a:lnTo>
                    <a:pt x="6605846" y="535339"/>
                  </a:lnTo>
                  <a:lnTo>
                    <a:pt x="6605972" y="535339"/>
                  </a:lnTo>
                  <a:lnTo>
                    <a:pt x="6606099" y="535339"/>
                  </a:lnTo>
                  <a:lnTo>
                    <a:pt x="6606225" y="535339"/>
                  </a:lnTo>
                  <a:lnTo>
                    <a:pt x="6606351" y="535339"/>
                  </a:lnTo>
                  <a:lnTo>
                    <a:pt x="6606477" y="535339"/>
                  </a:lnTo>
                  <a:lnTo>
                    <a:pt x="6606604" y="535339"/>
                  </a:lnTo>
                  <a:lnTo>
                    <a:pt x="6606730" y="535339"/>
                  </a:lnTo>
                  <a:lnTo>
                    <a:pt x="6606856" y="535339"/>
                  </a:lnTo>
                  <a:lnTo>
                    <a:pt x="6606982" y="535339"/>
                  </a:lnTo>
                  <a:lnTo>
                    <a:pt x="6607109" y="535339"/>
                  </a:lnTo>
                  <a:lnTo>
                    <a:pt x="6607235" y="535339"/>
                  </a:lnTo>
                  <a:lnTo>
                    <a:pt x="6607361" y="535339"/>
                  </a:lnTo>
                  <a:lnTo>
                    <a:pt x="6607487" y="535339"/>
                  </a:lnTo>
                  <a:lnTo>
                    <a:pt x="6607614" y="535339"/>
                  </a:lnTo>
                  <a:lnTo>
                    <a:pt x="6607740" y="535339"/>
                  </a:lnTo>
                  <a:lnTo>
                    <a:pt x="6607866" y="535339"/>
                  </a:lnTo>
                  <a:lnTo>
                    <a:pt x="6607992" y="535339"/>
                  </a:lnTo>
                  <a:lnTo>
                    <a:pt x="6608119" y="535339"/>
                  </a:lnTo>
                  <a:lnTo>
                    <a:pt x="6608245" y="535339"/>
                  </a:lnTo>
                  <a:lnTo>
                    <a:pt x="6608371" y="535339"/>
                  </a:lnTo>
                  <a:lnTo>
                    <a:pt x="6608498" y="535339"/>
                  </a:lnTo>
                  <a:lnTo>
                    <a:pt x="6608624" y="535339"/>
                  </a:lnTo>
                  <a:lnTo>
                    <a:pt x="6608750" y="535339"/>
                  </a:lnTo>
                  <a:lnTo>
                    <a:pt x="6608876" y="535339"/>
                  </a:lnTo>
                  <a:lnTo>
                    <a:pt x="6609003" y="535339"/>
                  </a:lnTo>
                  <a:lnTo>
                    <a:pt x="6609129" y="535339"/>
                  </a:lnTo>
                  <a:lnTo>
                    <a:pt x="6609255" y="535339"/>
                  </a:lnTo>
                  <a:lnTo>
                    <a:pt x="6609381" y="535339"/>
                  </a:lnTo>
                  <a:lnTo>
                    <a:pt x="6609508" y="535339"/>
                  </a:lnTo>
                  <a:lnTo>
                    <a:pt x="6609634" y="535339"/>
                  </a:lnTo>
                  <a:lnTo>
                    <a:pt x="6609760" y="535339"/>
                  </a:lnTo>
                  <a:lnTo>
                    <a:pt x="6609886" y="535339"/>
                  </a:lnTo>
                  <a:lnTo>
                    <a:pt x="6610013" y="535339"/>
                  </a:lnTo>
                  <a:lnTo>
                    <a:pt x="6610139" y="535339"/>
                  </a:lnTo>
                  <a:lnTo>
                    <a:pt x="6610265" y="535339"/>
                  </a:lnTo>
                  <a:lnTo>
                    <a:pt x="6610391" y="535339"/>
                  </a:lnTo>
                  <a:lnTo>
                    <a:pt x="6610518" y="535339"/>
                  </a:lnTo>
                  <a:lnTo>
                    <a:pt x="6610644" y="535339"/>
                  </a:lnTo>
                  <a:lnTo>
                    <a:pt x="6610770" y="535339"/>
                  </a:lnTo>
                  <a:lnTo>
                    <a:pt x="6610896" y="535339"/>
                  </a:lnTo>
                  <a:lnTo>
                    <a:pt x="6611023" y="535339"/>
                  </a:lnTo>
                  <a:lnTo>
                    <a:pt x="6611149" y="535339"/>
                  </a:lnTo>
                  <a:lnTo>
                    <a:pt x="6611275" y="535339"/>
                  </a:lnTo>
                  <a:lnTo>
                    <a:pt x="6611401" y="535339"/>
                  </a:lnTo>
                  <a:lnTo>
                    <a:pt x="6611528" y="535339"/>
                  </a:lnTo>
                  <a:lnTo>
                    <a:pt x="6611654" y="535339"/>
                  </a:lnTo>
                  <a:lnTo>
                    <a:pt x="6611780" y="535339"/>
                  </a:lnTo>
                  <a:lnTo>
                    <a:pt x="6611906" y="535339"/>
                  </a:lnTo>
                  <a:lnTo>
                    <a:pt x="6612033" y="535339"/>
                  </a:lnTo>
                  <a:lnTo>
                    <a:pt x="6612159" y="535339"/>
                  </a:lnTo>
                  <a:lnTo>
                    <a:pt x="6612285" y="535339"/>
                  </a:lnTo>
                  <a:lnTo>
                    <a:pt x="6612411" y="535339"/>
                  </a:lnTo>
                  <a:lnTo>
                    <a:pt x="6612538" y="535339"/>
                  </a:lnTo>
                  <a:lnTo>
                    <a:pt x="6612664" y="535339"/>
                  </a:lnTo>
                  <a:lnTo>
                    <a:pt x="6612790" y="535339"/>
                  </a:lnTo>
                  <a:lnTo>
                    <a:pt x="6612916" y="535339"/>
                  </a:lnTo>
                  <a:lnTo>
                    <a:pt x="6613043" y="535339"/>
                  </a:lnTo>
                  <a:lnTo>
                    <a:pt x="6613169" y="535339"/>
                  </a:lnTo>
                  <a:lnTo>
                    <a:pt x="6613295" y="535339"/>
                  </a:lnTo>
                  <a:lnTo>
                    <a:pt x="6613422" y="535339"/>
                  </a:lnTo>
                  <a:lnTo>
                    <a:pt x="6613548" y="535339"/>
                  </a:lnTo>
                  <a:lnTo>
                    <a:pt x="6613674" y="535339"/>
                  </a:lnTo>
                  <a:lnTo>
                    <a:pt x="6613800" y="535339"/>
                  </a:lnTo>
                  <a:lnTo>
                    <a:pt x="6613927" y="535339"/>
                  </a:lnTo>
                  <a:lnTo>
                    <a:pt x="6614053" y="535339"/>
                  </a:lnTo>
                  <a:lnTo>
                    <a:pt x="6614179" y="535339"/>
                  </a:lnTo>
                  <a:lnTo>
                    <a:pt x="6614305" y="535339"/>
                  </a:lnTo>
                  <a:lnTo>
                    <a:pt x="6614432" y="535339"/>
                  </a:lnTo>
                  <a:lnTo>
                    <a:pt x="6614558" y="535339"/>
                  </a:lnTo>
                  <a:lnTo>
                    <a:pt x="6614684" y="535339"/>
                  </a:lnTo>
                  <a:lnTo>
                    <a:pt x="6614810" y="535339"/>
                  </a:lnTo>
                  <a:lnTo>
                    <a:pt x="6614937" y="535339"/>
                  </a:lnTo>
                  <a:lnTo>
                    <a:pt x="6615063" y="535339"/>
                  </a:lnTo>
                  <a:lnTo>
                    <a:pt x="6615189" y="535339"/>
                  </a:lnTo>
                  <a:lnTo>
                    <a:pt x="6615315" y="535339"/>
                  </a:lnTo>
                  <a:lnTo>
                    <a:pt x="6615442" y="535339"/>
                  </a:lnTo>
                  <a:lnTo>
                    <a:pt x="6615568" y="535339"/>
                  </a:lnTo>
                  <a:lnTo>
                    <a:pt x="6615694" y="535339"/>
                  </a:lnTo>
                  <a:lnTo>
                    <a:pt x="6615820" y="535339"/>
                  </a:lnTo>
                  <a:lnTo>
                    <a:pt x="6615947" y="535339"/>
                  </a:lnTo>
                  <a:lnTo>
                    <a:pt x="6616073" y="535339"/>
                  </a:lnTo>
                  <a:lnTo>
                    <a:pt x="6616199" y="535339"/>
                  </a:lnTo>
                  <a:lnTo>
                    <a:pt x="6616325" y="535339"/>
                  </a:lnTo>
                  <a:lnTo>
                    <a:pt x="6616452" y="535339"/>
                  </a:lnTo>
                  <a:lnTo>
                    <a:pt x="6616578" y="535339"/>
                  </a:lnTo>
                  <a:lnTo>
                    <a:pt x="6616704" y="535339"/>
                  </a:lnTo>
                  <a:lnTo>
                    <a:pt x="6616830" y="535339"/>
                  </a:lnTo>
                  <a:lnTo>
                    <a:pt x="6616957" y="535339"/>
                  </a:lnTo>
                  <a:lnTo>
                    <a:pt x="6617083" y="535339"/>
                  </a:lnTo>
                  <a:lnTo>
                    <a:pt x="6617209" y="535339"/>
                  </a:lnTo>
                  <a:lnTo>
                    <a:pt x="6617335" y="535339"/>
                  </a:lnTo>
                  <a:lnTo>
                    <a:pt x="6617462" y="535339"/>
                  </a:lnTo>
                  <a:lnTo>
                    <a:pt x="6617588" y="535339"/>
                  </a:lnTo>
                  <a:lnTo>
                    <a:pt x="6617714" y="535339"/>
                  </a:lnTo>
                  <a:lnTo>
                    <a:pt x="6617840" y="535339"/>
                  </a:lnTo>
                  <a:lnTo>
                    <a:pt x="6617967" y="535339"/>
                  </a:lnTo>
                  <a:lnTo>
                    <a:pt x="6618093" y="535339"/>
                  </a:lnTo>
                  <a:lnTo>
                    <a:pt x="6618093" y="530428"/>
                  </a:lnTo>
                  <a:lnTo>
                    <a:pt x="6618219" y="530428"/>
                  </a:lnTo>
                  <a:lnTo>
                    <a:pt x="6618345" y="530428"/>
                  </a:lnTo>
                  <a:lnTo>
                    <a:pt x="6618472" y="530428"/>
                  </a:lnTo>
                  <a:lnTo>
                    <a:pt x="6618598" y="530428"/>
                  </a:lnTo>
                  <a:lnTo>
                    <a:pt x="6618724" y="530428"/>
                  </a:lnTo>
                  <a:lnTo>
                    <a:pt x="6618851" y="530428"/>
                  </a:lnTo>
                  <a:lnTo>
                    <a:pt x="6618977" y="530428"/>
                  </a:lnTo>
                  <a:lnTo>
                    <a:pt x="6619103" y="530428"/>
                  </a:lnTo>
                  <a:lnTo>
                    <a:pt x="6619229" y="530428"/>
                  </a:lnTo>
                  <a:lnTo>
                    <a:pt x="6619356" y="530428"/>
                  </a:lnTo>
                  <a:lnTo>
                    <a:pt x="6619482" y="530428"/>
                  </a:lnTo>
                  <a:lnTo>
                    <a:pt x="6619608" y="530428"/>
                  </a:lnTo>
                  <a:lnTo>
                    <a:pt x="6619734" y="530428"/>
                  </a:lnTo>
                  <a:lnTo>
                    <a:pt x="6619861" y="530428"/>
                  </a:lnTo>
                  <a:lnTo>
                    <a:pt x="6619987" y="530428"/>
                  </a:lnTo>
                  <a:lnTo>
                    <a:pt x="6620113" y="530428"/>
                  </a:lnTo>
                  <a:lnTo>
                    <a:pt x="6620239" y="530428"/>
                  </a:lnTo>
                  <a:lnTo>
                    <a:pt x="6620366" y="530428"/>
                  </a:lnTo>
                  <a:lnTo>
                    <a:pt x="6620492" y="530428"/>
                  </a:lnTo>
                  <a:lnTo>
                    <a:pt x="6620618" y="530428"/>
                  </a:lnTo>
                  <a:lnTo>
                    <a:pt x="6620744" y="530428"/>
                  </a:lnTo>
                  <a:lnTo>
                    <a:pt x="6620871" y="530428"/>
                  </a:lnTo>
                  <a:lnTo>
                    <a:pt x="6620997" y="530428"/>
                  </a:lnTo>
                  <a:lnTo>
                    <a:pt x="6621123" y="530428"/>
                  </a:lnTo>
                  <a:lnTo>
                    <a:pt x="6621249" y="530428"/>
                  </a:lnTo>
                  <a:lnTo>
                    <a:pt x="6621376" y="530428"/>
                  </a:lnTo>
                  <a:lnTo>
                    <a:pt x="6621502" y="530428"/>
                  </a:lnTo>
                  <a:lnTo>
                    <a:pt x="6621628" y="530428"/>
                  </a:lnTo>
                  <a:lnTo>
                    <a:pt x="6621754" y="530428"/>
                  </a:lnTo>
                  <a:lnTo>
                    <a:pt x="6621881" y="530428"/>
                  </a:lnTo>
                  <a:lnTo>
                    <a:pt x="6622007" y="530428"/>
                  </a:lnTo>
                  <a:lnTo>
                    <a:pt x="6622133" y="530428"/>
                  </a:lnTo>
                  <a:lnTo>
                    <a:pt x="6622259" y="530428"/>
                  </a:lnTo>
                  <a:lnTo>
                    <a:pt x="6622386" y="530428"/>
                  </a:lnTo>
                  <a:lnTo>
                    <a:pt x="6622512" y="530428"/>
                  </a:lnTo>
                  <a:lnTo>
                    <a:pt x="6622638" y="530428"/>
                  </a:lnTo>
                  <a:lnTo>
                    <a:pt x="6622764" y="530428"/>
                  </a:lnTo>
                  <a:lnTo>
                    <a:pt x="6622891" y="530428"/>
                  </a:lnTo>
                  <a:lnTo>
                    <a:pt x="6623017" y="530428"/>
                  </a:lnTo>
                  <a:lnTo>
                    <a:pt x="6623143" y="530428"/>
                  </a:lnTo>
                  <a:lnTo>
                    <a:pt x="6623269" y="530428"/>
                  </a:lnTo>
                  <a:lnTo>
                    <a:pt x="6623396" y="530428"/>
                  </a:lnTo>
                  <a:lnTo>
                    <a:pt x="6623522" y="530428"/>
                  </a:lnTo>
                  <a:lnTo>
                    <a:pt x="6623648" y="530428"/>
                  </a:lnTo>
                  <a:lnTo>
                    <a:pt x="6623775" y="530428"/>
                  </a:lnTo>
                  <a:lnTo>
                    <a:pt x="6623901" y="530428"/>
                  </a:lnTo>
                  <a:lnTo>
                    <a:pt x="6624027" y="530428"/>
                  </a:lnTo>
                  <a:lnTo>
                    <a:pt x="6624153" y="530428"/>
                  </a:lnTo>
                  <a:lnTo>
                    <a:pt x="6624280" y="530428"/>
                  </a:lnTo>
                  <a:lnTo>
                    <a:pt x="6624406" y="530428"/>
                  </a:lnTo>
                  <a:lnTo>
                    <a:pt x="6624532" y="530428"/>
                  </a:lnTo>
                  <a:lnTo>
                    <a:pt x="6624658" y="530428"/>
                  </a:lnTo>
                  <a:lnTo>
                    <a:pt x="6624785" y="530428"/>
                  </a:lnTo>
                  <a:lnTo>
                    <a:pt x="6624911" y="530428"/>
                  </a:lnTo>
                  <a:lnTo>
                    <a:pt x="6625037" y="530428"/>
                  </a:lnTo>
                  <a:lnTo>
                    <a:pt x="6625163" y="530428"/>
                  </a:lnTo>
                  <a:lnTo>
                    <a:pt x="6625290" y="530428"/>
                  </a:lnTo>
                  <a:lnTo>
                    <a:pt x="6625416" y="530428"/>
                  </a:lnTo>
                  <a:lnTo>
                    <a:pt x="6625542" y="530428"/>
                  </a:lnTo>
                  <a:lnTo>
                    <a:pt x="6625668" y="530428"/>
                  </a:lnTo>
                  <a:lnTo>
                    <a:pt x="6625795" y="530428"/>
                  </a:lnTo>
                  <a:lnTo>
                    <a:pt x="6625921" y="530428"/>
                  </a:lnTo>
                  <a:lnTo>
                    <a:pt x="6626047" y="530428"/>
                  </a:lnTo>
                  <a:lnTo>
                    <a:pt x="6626173" y="530428"/>
                  </a:lnTo>
                  <a:lnTo>
                    <a:pt x="6626300" y="530428"/>
                  </a:lnTo>
                  <a:lnTo>
                    <a:pt x="6626426" y="530428"/>
                  </a:lnTo>
                  <a:lnTo>
                    <a:pt x="6626552" y="530428"/>
                  </a:lnTo>
                  <a:lnTo>
                    <a:pt x="6626678" y="530428"/>
                  </a:lnTo>
                  <a:lnTo>
                    <a:pt x="6626805" y="530428"/>
                  </a:lnTo>
                  <a:lnTo>
                    <a:pt x="6626931" y="530428"/>
                  </a:lnTo>
                  <a:lnTo>
                    <a:pt x="6627057" y="530428"/>
                  </a:lnTo>
                  <a:lnTo>
                    <a:pt x="6627183" y="530428"/>
                  </a:lnTo>
                  <a:lnTo>
                    <a:pt x="6627310" y="530428"/>
                  </a:lnTo>
                  <a:lnTo>
                    <a:pt x="6627436" y="530428"/>
                  </a:lnTo>
                  <a:lnTo>
                    <a:pt x="6627562" y="530428"/>
                  </a:lnTo>
                  <a:lnTo>
                    <a:pt x="6627688" y="530428"/>
                  </a:lnTo>
                  <a:lnTo>
                    <a:pt x="6627815" y="530428"/>
                  </a:lnTo>
                  <a:lnTo>
                    <a:pt x="6627941" y="530428"/>
                  </a:lnTo>
                  <a:lnTo>
                    <a:pt x="6628067" y="530428"/>
                  </a:lnTo>
                  <a:lnTo>
                    <a:pt x="6628193" y="530428"/>
                  </a:lnTo>
                  <a:lnTo>
                    <a:pt x="6628320" y="530428"/>
                  </a:lnTo>
                  <a:lnTo>
                    <a:pt x="6628446" y="530428"/>
                  </a:lnTo>
                  <a:lnTo>
                    <a:pt x="6628572" y="530428"/>
                  </a:lnTo>
                  <a:lnTo>
                    <a:pt x="6628698" y="530428"/>
                  </a:lnTo>
                  <a:lnTo>
                    <a:pt x="6628825" y="530428"/>
                  </a:lnTo>
                  <a:lnTo>
                    <a:pt x="6628951" y="530428"/>
                  </a:lnTo>
                  <a:lnTo>
                    <a:pt x="6629077" y="530428"/>
                  </a:lnTo>
                  <a:lnTo>
                    <a:pt x="6629204" y="530428"/>
                  </a:lnTo>
                  <a:lnTo>
                    <a:pt x="6629330" y="530428"/>
                  </a:lnTo>
                  <a:lnTo>
                    <a:pt x="6629456" y="530428"/>
                  </a:lnTo>
                  <a:lnTo>
                    <a:pt x="6629582" y="530428"/>
                  </a:lnTo>
                  <a:lnTo>
                    <a:pt x="6629709" y="530428"/>
                  </a:lnTo>
                  <a:lnTo>
                    <a:pt x="6629835" y="530428"/>
                  </a:lnTo>
                  <a:lnTo>
                    <a:pt x="6629961" y="530428"/>
                  </a:lnTo>
                  <a:lnTo>
                    <a:pt x="6630087" y="530428"/>
                  </a:lnTo>
                  <a:lnTo>
                    <a:pt x="6630214" y="530428"/>
                  </a:lnTo>
                  <a:lnTo>
                    <a:pt x="6630340" y="530428"/>
                  </a:lnTo>
                  <a:lnTo>
                    <a:pt x="6630466" y="530428"/>
                  </a:lnTo>
                  <a:lnTo>
                    <a:pt x="6630592" y="530428"/>
                  </a:lnTo>
                  <a:lnTo>
                    <a:pt x="6630719" y="530428"/>
                  </a:lnTo>
                  <a:lnTo>
                    <a:pt x="6630845" y="530428"/>
                  </a:lnTo>
                  <a:lnTo>
                    <a:pt x="6630971" y="530428"/>
                  </a:lnTo>
                  <a:lnTo>
                    <a:pt x="6631097" y="530428"/>
                  </a:lnTo>
                  <a:lnTo>
                    <a:pt x="6631224" y="530428"/>
                  </a:lnTo>
                  <a:lnTo>
                    <a:pt x="6631350" y="530428"/>
                  </a:lnTo>
                  <a:lnTo>
                    <a:pt x="6631476" y="530428"/>
                  </a:lnTo>
                  <a:lnTo>
                    <a:pt x="6631602" y="530428"/>
                  </a:lnTo>
                  <a:lnTo>
                    <a:pt x="6631729" y="530428"/>
                  </a:lnTo>
                  <a:lnTo>
                    <a:pt x="6631855" y="530428"/>
                  </a:lnTo>
                  <a:lnTo>
                    <a:pt x="6631981" y="530428"/>
                  </a:lnTo>
                  <a:lnTo>
                    <a:pt x="6632107" y="530428"/>
                  </a:lnTo>
                  <a:lnTo>
                    <a:pt x="6632234" y="530428"/>
                  </a:lnTo>
                  <a:lnTo>
                    <a:pt x="6632360" y="530428"/>
                  </a:lnTo>
                  <a:lnTo>
                    <a:pt x="6632486" y="530428"/>
                  </a:lnTo>
                  <a:lnTo>
                    <a:pt x="6632612" y="530428"/>
                  </a:lnTo>
                  <a:lnTo>
                    <a:pt x="6632739" y="530428"/>
                  </a:lnTo>
                  <a:lnTo>
                    <a:pt x="6632865" y="530428"/>
                  </a:lnTo>
                  <a:lnTo>
                    <a:pt x="6632991" y="530428"/>
                  </a:lnTo>
                  <a:lnTo>
                    <a:pt x="6633117" y="530428"/>
                  </a:lnTo>
                  <a:lnTo>
                    <a:pt x="6633244" y="530428"/>
                  </a:lnTo>
                  <a:lnTo>
                    <a:pt x="6633370" y="530428"/>
                  </a:lnTo>
                  <a:lnTo>
                    <a:pt x="6633496" y="530428"/>
                  </a:lnTo>
                  <a:lnTo>
                    <a:pt x="6633622" y="530428"/>
                  </a:lnTo>
                  <a:lnTo>
                    <a:pt x="6633749" y="530428"/>
                  </a:lnTo>
                  <a:lnTo>
                    <a:pt x="6633875" y="530428"/>
                  </a:lnTo>
                  <a:lnTo>
                    <a:pt x="6634001" y="530428"/>
                  </a:lnTo>
                  <a:lnTo>
                    <a:pt x="6634128" y="530428"/>
                  </a:lnTo>
                  <a:lnTo>
                    <a:pt x="6634254" y="530428"/>
                  </a:lnTo>
                  <a:lnTo>
                    <a:pt x="6634380" y="530428"/>
                  </a:lnTo>
                  <a:lnTo>
                    <a:pt x="6634506" y="530428"/>
                  </a:lnTo>
                  <a:lnTo>
                    <a:pt x="6634633" y="530428"/>
                  </a:lnTo>
                  <a:lnTo>
                    <a:pt x="6634759" y="530428"/>
                  </a:lnTo>
                  <a:lnTo>
                    <a:pt x="6634885" y="530428"/>
                  </a:lnTo>
                  <a:lnTo>
                    <a:pt x="6635011" y="530428"/>
                  </a:lnTo>
                  <a:lnTo>
                    <a:pt x="6635138" y="530428"/>
                  </a:lnTo>
                  <a:lnTo>
                    <a:pt x="6635264" y="530428"/>
                  </a:lnTo>
                  <a:lnTo>
                    <a:pt x="6635390" y="530428"/>
                  </a:lnTo>
                  <a:lnTo>
                    <a:pt x="6635516" y="530428"/>
                  </a:lnTo>
                  <a:lnTo>
                    <a:pt x="6635643" y="530428"/>
                  </a:lnTo>
                  <a:lnTo>
                    <a:pt x="6635769" y="530428"/>
                  </a:lnTo>
                  <a:lnTo>
                    <a:pt x="6635769" y="525517"/>
                  </a:lnTo>
                  <a:lnTo>
                    <a:pt x="6635895" y="525517"/>
                  </a:lnTo>
                  <a:lnTo>
                    <a:pt x="6636021" y="525517"/>
                  </a:lnTo>
                  <a:lnTo>
                    <a:pt x="6636148" y="525517"/>
                  </a:lnTo>
                  <a:lnTo>
                    <a:pt x="6636274" y="525517"/>
                  </a:lnTo>
                  <a:lnTo>
                    <a:pt x="6636400" y="525517"/>
                  </a:lnTo>
                  <a:lnTo>
                    <a:pt x="6636526" y="525517"/>
                  </a:lnTo>
                  <a:lnTo>
                    <a:pt x="6636653" y="525517"/>
                  </a:lnTo>
                  <a:lnTo>
                    <a:pt x="6636779" y="525517"/>
                  </a:lnTo>
                  <a:lnTo>
                    <a:pt x="6636905" y="525517"/>
                  </a:lnTo>
                  <a:lnTo>
                    <a:pt x="6637031" y="525517"/>
                  </a:lnTo>
                  <a:lnTo>
                    <a:pt x="6637158" y="525517"/>
                  </a:lnTo>
                  <a:lnTo>
                    <a:pt x="6637284" y="525517"/>
                  </a:lnTo>
                  <a:lnTo>
                    <a:pt x="6637410" y="525517"/>
                  </a:lnTo>
                  <a:lnTo>
                    <a:pt x="6637536" y="525517"/>
                  </a:lnTo>
                  <a:lnTo>
                    <a:pt x="6637663" y="525517"/>
                  </a:lnTo>
                  <a:lnTo>
                    <a:pt x="6637789" y="525517"/>
                  </a:lnTo>
                  <a:lnTo>
                    <a:pt x="6637915" y="525517"/>
                  </a:lnTo>
                  <a:lnTo>
                    <a:pt x="6638041" y="525517"/>
                  </a:lnTo>
                  <a:lnTo>
                    <a:pt x="6638168" y="525517"/>
                  </a:lnTo>
                  <a:lnTo>
                    <a:pt x="6638294" y="525517"/>
                  </a:lnTo>
                  <a:lnTo>
                    <a:pt x="6638420" y="525517"/>
                  </a:lnTo>
                  <a:lnTo>
                    <a:pt x="6638546" y="525517"/>
                  </a:lnTo>
                  <a:lnTo>
                    <a:pt x="6638673" y="525517"/>
                  </a:lnTo>
                  <a:lnTo>
                    <a:pt x="6638799" y="525517"/>
                  </a:lnTo>
                  <a:lnTo>
                    <a:pt x="6638925" y="525517"/>
                  </a:lnTo>
                  <a:lnTo>
                    <a:pt x="6639051" y="525517"/>
                  </a:lnTo>
                  <a:lnTo>
                    <a:pt x="6639178" y="525517"/>
                  </a:lnTo>
                  <a:lnTo>
                    <a:pt x="6639304" y="525517"/>
                  </a:lnTo>
                  <a:lnTo>
                    <a:pt x="6639430" y="525517"/>
                  </a:lnTo>
                  <a:lnTo>
                    <a:pt x="6639430" y="520605"/>
                  </a:lnTo>
                  <a:lnTo>
                    <a:pt x="6639557" y="520605"/>
                  </a:lnTo>
                  <a:lnTo>
                    <a:pt x="6639683" y="520605"/>
                  </a:lnTo>
                  <a:lnTo>
                    <a:pt x="6639809" y="520605"/>
                  </a:lnTo>
                  <a:lnTo>
                    <a:pt x="6639935" y="520605"/>
                  </a:lnTo>
                  <a:lnTo>
                    <a:pt x="6640062" y="520605"/>
                  </a:lnTo>
                  <a:lnTo>
                    <a:pt x="6640188" y="520605"/>
                  </a:lnTo>
                  <a:lnTo>
                    <a:pt x="6640314" y="520605"/>
                  </a:lnTo>
                  <a:lnTo>
                    <a:pt x="6640314" y="515694"/>
                  </a:lnTo>
                  <a:lnTo>
                    <a:pt x="6640440" y="515694"/>
                  </a:lnTo>
                  <a:lnTo>
                    <a:pt x="6640567" y="515694"/>
                  </a:lnTo>
                  <a:lnTo>
                    <a:pt x="6640693" y="515694"/>
                  </a:lnTo>
                  <a:lnTo>
                    <a:pt x="6640819" y="515694"/>
                  </a:lnTo>
                  <a:lnTo>
                    <a:pt x="6640945" y="515694"/>
                  </a:lnTo>
                  <a:lnTo>
                    <a:pt x="6641072" y="515694"/>
                  </a:lnTo>
                  <a:lnTo>
                    <a:pt x="6641198" y="515694"/>
                  </a:lnTo>
                  <a:lnTo>
                    <a:pt x="6641324" y="515694"/>
                  </a:lnTo>
                  <a:lnTo>
                    <a:pt x="6641450" y="515694"/>
                  </a:lnTo>
                  <a:lnTo>
                    <a:pt x="6641577" y="515694"/>
                  </a:lnTo>
                  <a:lnTo>
                    <a:pt x="6641703" y="515694"/>
                  </a:lnTo>
                  <a:lnTo>
                    <a:pt x="6641829" y="515694"/>
                  </a:lnTo>
                  <a:lnTo>
                    <a:pt x="6641955" y="515694"/>
                  </a:lnTo>
                  <a:lnTo>
                    <a:pt x="6642082" y="515694"/>
                  </a:lnTo>
                  <a:lnTo>
                    <a:pt x="6642208" y="515694"/>
                  </a:lnTo>
                  <a:lnTo>
                    <a:pt x="6642334" y="515694"/>
                  </a:lnTo>
                  <a:lnTo>
                    <a:pt x="6642460" y="515694"/>
                  </a:lnTo>
                  <a:lnTo>
                    <a:pt x="6642587" y="515694"/>
                  </a:lnTo>
                  <a:lnTo>
                    <a:pt x="6642713" y="515694"/>
                  </a:lnTo>
                  <a:lnTo>
                    <a:pt x="6642839" y="515694"/>
                  </a:lnTo>
                  <a:lnTo>
                    <a:pt x="6642965" y="515694"/>
                  </a:lnTo>
                  <a:lnTo>
                    <a:pt x="6643092" y="515694"/>
                  </a:lnTo>
                  <a:lnTo>
                    <a:pt x="6643218" y="515694"/>
                  </a:lnTo>
                  <a:lnTo>
                    <a:pt x="6643344" y="515694"/>
                  </a:lnTo>
                  <a:lnTo>
                    <a:pt x="6643470" y="515694"/>
                  </a:lnTo>
                  <a:lnTo>
                    <a:pt x="6643597" y="515694"/>
                  </a:lnTo>
                  <a:lnTo>
                    <a:pt x="6643723" y="515694"/>
                  </a:lnTo>
                  <a:lnTo>
                    <a:pt x="6643849" y="515694"/>
                  </a:lnTo>
                  <a:lnTo>
                    <a:pt x="6643975" y="515694"/>
                  </a:lnTo>
                  <a:lnTo>
                    <a:pt x="6644102" y="515694"/>
                  </a:lnTo>
                  <a:lnTo>
                    <a:pt x="6644228" y="515694"/>
                  </a:lnTo>
                  <a:lnTo>
                    <a:pt x="6644354" y="515694"/>
                  </a:lnTo>
                  <a:lnTo>
                    <a:pt x="6644481" y="515694"/>
                  </a:lnTo>
                  <a:lnTo>
                    <a:pt x="6644607" y="515694"/>
                  </a:lnTo>
                  <a:lnTo>
                    <a:pt x="6644733" y="515694"/>
                  </a:lnTo>
                  <a:lnTo>
                    <a:pt x="6644859" y="515694"/>
                  </a:lnTo>
                  <a:lnTo>
                    <a:pt x="6644986" y="515694"/>
                  </a:lnTo>
                  <a:lnTo>
                    <a:pt x="6645112" y="515694"/>
                  </a:lnTo>
                  <a:lnTo>
                    <a:pt x="6645238" y="515694"/>
                  </a:lnTo>
                  <a:lnTo>
                    <a:pt x="6645364" y="515694"/>
                  </a:lnTo>
                  <a:lnTo>
                    <a:pt x="6645491" y="515694"/>
                  </a:lnTo>
                  <a:lnTo>
                    <a:pt x="6645617" y="515694"/>
                  </a:lnTo>
                  <a:lnTo>
                    <a:pt x="6645743" y="515694"/>
                  </a:lnTo>
                  <a:lnTo>
                    <a:pt x="6645869" y="515694"/>
                  </a:lnTo>
                  <a:lnTo>
                    <a:pt x="6645996" y="515694"/>
                  </a:lnTo>
                  <a:lnTo>
                    <a:pt x="6646122" y="515694"/>
                  </a:lnTo>
                  <a:lnTo>
                    <a:pt x="6646248" y="515694"/>
                  </a:lnTo>
                  <a:lnTo>
                    <a:pt x="6646374" y="515694"/>
                  </a:lnTo>
                  <a:lnTo>
                    <a:pt x="6646501" y="515694"/>
                  </a:lnTo>
                  <a:lnTo>
                    <a:pt x="6646627" y="515694"/>
                  </a:lnTo>
                  <a:lnTo>
                    <a:pt x="6646753" y="515694"/>
                  </a:lnTo>
                  <a:lnTo>
                    <a:pt x="6646879" y="515694"/>
                  </a:lnTo>
                  <a:lnTo>
                    <a:pt x="6647006" y="515694"/>
                  </a:lnTo>
                  <a:lnTo>
                    <a:pt x="6647132" y="515694"/>
                  </a:lnTo>
                  <a:lnTo>
                    <a:pt x="6647258" y="515694"/>
                  </a:lnTo>
                  <a:lnTo>
                    <a:pt x="6647384" y="515694"/>
                  </a:lnTo>
                  <a:lnTo>
                    <a:pt x="6647511" y="515694"/>
                  </a:lnTo>
                  <a:lnTo>
                    <a:pt x="6647637" y="515694"/>
                  </a:lnTo>
                  <a:lnTo>
                    <a:pt x="6647763" y="515694"/>
                  </a:lnTo>
                  <a:lnTo>
                    <a:pt x="6647889" y="515694"/>
                  </a:lnTo>
                  <a:lnTo>
                    <a:pt x="6648016" y="515694"/>
                  </a:lnTo>
                  <a:lnTo>
                    <a:pt x="6648142" y="515694"/>
                  </a:lnTo>
                  <a:lnTo>
                    <a:pt x="6648268" y="515694"/>
                  </a:lnTo>
                  <a:lnTo>
                    <a:pt x="6648394" y="515694"/>
                  </a:lnTo>
                  <a:lnTo>
                    <a:pt x="6648521" y="515694"/>
                  </a:lnTo>
                  <a:lnTo>
                    <a:pt x="6648647" y="515694"/>
                  </a:lnTo>
                  <a:lnTo>
                    <a:pt x="6648773" y="515694"/>
                  </a:lnTo>
                  <a:lnTo>
                    <a:pt x="6648899" y="515694"/>
                  </a:lnTo>
                  <a:lnTo>
                    <a:pt x="6649026" y="515694"/>
                  </a:lnTo>
                  <a:lnTo>
                    <a:pt x="6649026" y="510782"/>
                  </a:lnTo>
                  <a:lnTo>
                    <a:pt x="6649152" y="510782"/>
                  </a:lnTo>
                  <a:lnTo>
                    <a:pt x="6649278" y="510782"/>
                  </a:lnTo>
                  <a:lnTo>
                    <a:pt x="6649404" y="510782"/>
                  </a:lnTo>
                  <a:lnTo>
                    <a:pt x="6649531" y="510782"/>
                  </a:lnTo>
                  <a:lnTo>
                    <a:pt x="6649657" y="510782"/>
                  </a:lnTo>
                  <a:lnTo>
                    <a:pt x="6649783" y="510782"/>
                  </a:lnTo>
                  <a:lnTo>
                    <a:pt x="6649910" y="510782"/>
                  </a:lnTo>
                  <a:lnTo>
                    <a:pt x="6650036" y="510782"/>
                  </a:lnTo>
                  <a:lnTo>
                    <a:pt x="6650162" y="510782"/>
                  </a:lnTo>
                  <a:lnTo>
                    <a:pt x="6650288" y="510782"/>
                  </a:lnTo>
                  <a:lnTo>
                    <a:pt x="6650415" y="510782"/>
                  </a:lnTo>
                  <a:lnTo>
                    <a:pt x="6650541" y="510782"/>
                  </a:lnTo>
                  <a:lnTo>
                    <a:pt x="6650667" y="510782"/>
                  </a:lnTo>
                  <a:lnTo>
                    <a:pt x="6650793" y="510782"/>
                  </a:lnTo>
                  <a:lnTo>
                    <a:pt x="6650920" y="510782"/>
                  </a:lnTo>
                  <a:lnTo>
                    <a:pt x="6651046" y="510782"/>
                  </a:lnTo>
                  <a:lnTo>
                    <a:pt x="6651172" y="510782"/>
                  </a:lnTo>
                  <a:lnTo>
                    <a:pt x="6651298" y="510782"/>
                  </a:lnTo>
                  <a:lnTo>
                    <a:pt x="6651425" y="510782"/>
                  </a:lnTo>
                  <a:lnTo>
                    <a:pt x="6651551" y="510782"/>
                  </a:lnTo>
                  <a:lnTo>
                    <a:pt x="6651677" y="510782"/>
                  </a:lnTo>
                  <a:lnTo>
                    <a:pt x="6651803" y="510782"/>
                  </a:lnTo>
                  <a:lnTo>
                    <a:pt x="6651930" y="510782"/>
                  </a:lnTo>
                  <a:lnTo>
                    <a:pt x="6652056" y="510782"/>
                  </a:lnTo>
                  <a:lnTo>
                    <a:pt x="6652182" y="510782"/>
                  </a:lnTo>
                  <a:lnTo>
                    <a:pt x="6652308" y="510782"/>
                  </a:lnTo>
                  <a:lnTo>
                    <a:pt x="6652435" y="510782"/>
                  </a:lnTo>
                  <a:lnTo>
                    <a:pt x="6652561" y="510782"/>
                  </a:lnTo>
                  <a:lnTo>
                    <a:pt x="6652687" y="510782"/>
                  </a:lnTo>
                  <a:lnTo>
                    <a:pt x="6652813" y="510782"/>
                  </a:lnTo>
                  <a:lnTo>
                    <a:pt x="6652940" y="510782"/>
                  </a:lnTo>
                  <a:lnTo>
                    <a:pt x="6653066" y="510782"/>
                  </a:lnTo>
                  <a:lnTo>
                    <a:pt x="6653192" y="510782"/>
                  </a:lnTo>
                  <a:lnTo>
                    <a:pt x="6653318" y="510782"/>
                  </a:lnTo>
                  <a:lnTo>
                    <a:pt x="6653445" y="510782"/>
                  </a:lnTo>
                  <a:lnTo>
                    <a:pt x="6653571" y="510782"/>
                  </a:lnTo>
                  <a:lnTo>
                    <a:pt x="6653697" y="510782"/>
                  </a:lnTo>
                  <a:lnTo>
                    <a:pt x="6653823" y="510782"/>
                  </a:lnTo>
                  <a:lnTo>
                    <a:pt x="6653950" y="510782"/>
                  </a:lnTo>
                  <a:lnTo>
                    <a:pt x="6654076" y="510782"/>
                  </a:lnTo>
                  <a:lnTo>
                    <a:pt x="6654202" y="510782"/>
                  </a:lnTo>
                  <a:lnTo>
                    <a:pt x="6654328" y="510782"/>
                  </a:lnTo>
                  <a:lnTo>
                    <a:pt x="6654455" y="510782"/>
                  </a:lnTo>
                  <a:lnTo>
                    <a:pt x="6654581" y="510782"/>
                  </a:lnTo>
                  <a:lnTo>
                    <a:pt x="6654707" y="510782"/>
                  </a:lnTo>
                  <a:lnTo>
                    <a:pt x="6654834" y="510782"/>
                  </a:lnTo>
                  <a:lnTo>
                    <a:pt x="6654960" y="510782"/>
                  </a:lnTo>
                  <a:lnTo>
                    <a:pt x="6655086" y="510782"/>
                  </a:lnTo>
                  <a:lnTo>
                    <a:pt x="6655212" y="510782"/>
                  </a:lnTo>
                  <a:lnTo>
                    <a:pt x="6655339" y="510782"/>
                  </a:lnTo>
                  <a:lnTo>
                    <a:pt x="6655465" y="510782"/>
                  </a:lnTo>
                  <a:lnTo>
                    <a:pt x="6655591" y="510782"/>
                  </a:lnTo>
                  <a:lnTo>
                    <a:pt x="6655717" y="510782"/>
                  </a:lnTo>
                  <a:lnTo>
                    <a:pt x="6655844" y="510782"/>
                  </a:lnTo>
                  <a:lnTo>
                    <a:pt x="6655970" y="510782"/>
                  </a:lnTo>
                  <a:lnTo>
                    <a:pt x="6656096" y="510782"/>
                  </a:lnTo>
                  <a:lnTo>
                    <a:pt x="6656222" y="510782"/>
                  </a:lnTo>
                  <a:lnTo>
                    <a:pt x="6656349" y="510782"/>
                  </a:lnTo>
                  <a:lnTo>
                    <a:pt x="6656475" y="510782"/>
                  </a:lnTo>
                  <a:lnTo>
                    <a:pt x="6656601" y="510782"/>
                  </a:lnTo>
                  <a:lnTo>
                    <a:pt x="6656727" y="510782"/>
                  </a:lnTo>
                  <a:lnTo>
                    <a:pt x="6656854" y="510782"/>
                  </a:lnTo>
                  <a:lnTo>
                    <a:pt x="6656980" y="510782"/>
                  </a:lnTo>
                  <a:lnTo>
                    <a:pt x="6657106" y="510782"/>
                  </a:lnTo>
                  <a:lnTo>
                    <a:pt x="6657232" y="510782"/>
                  </a:lnTo>
                  <a:lnTo>
                    <a:pt x="6657359" y="510782"/>
                  </a:lnTo>
                  <a:lnTo>
                    <a:pt x="6657485" y="510782"/>
                  </a:lnTo>
                  <a:lnTo>
                    <a:pt x="6657611" y="510782"/>
                  </a:lnTo>
                  <a:lnTo>
                    <a:pt x="6657737" y="510782"/>
                  </a:lnTo>
                  <a:lnTo>
                    <a:pt x="6657864" y="510782"/>
                  </a:lnTo>
                  <a:lnTo>
                    <a:pt x="6657990" y="510782"/>
                  </a:lnTo>
                  <a:lnTo>
                    <a:pt x="6658116" y="510782"/>
                  </a:lnTo>
                  <a:lnTo>
                    <a:pt x="6658242" y="510782"/>
                  </a:lnTo>
                  <a:lnTo>
                    <a:pt x="6658369" y="510782"/>
                  </a:lnTo>
                  <a:lnTo>
                    <a:pt x="6658495" y="510782"/>
                  </a:lnTo>
                  <a:lnTo>
                    <a:pt x="6658621" y="510782"/>
                  </a:lnTo>
                  <a:lnTo>
                    <a:pt x="6658747" y="510782"/>
                  </a:lnTo>
                  <a:lnTo>
                    <a:pt x="6658874" y="510782"/>
                  </a:lnTo>
                  <a:lnTo>
                    <a:pt x="6659000" y="510782"/>
                  </a:lnTo>
                  <a:lnTo>
                    <a:pt x="6659126" y="510782"/>
                  </a:lnTo>
                  <a:lnTo>
                    <a:pt x="6659252" y="510782"/>
                  </a:lnTo>
                  <a:lnTo>
                    <a:pt x="6659379" y="510782"/>
                  </a:lnTo>
                  <a:lnTo>
                    <a:pt x="6659505" y="510782"/>
                  </a:lnTo>
                  <a:lnTo>
                    <a:pt x="6659631" y="510782"/>
                  </a:lnTo>
                  <a:lnTo>
                    <a:pt x="6659758" y="510782"/>
                  </a:lnTo>
                  <a:lnTo>
                    <a:pt x="6659884" y="510782"/>
                  </a:lnTo>
                  <a:lnTo>
                    <a:pt x="6660010" y="510782"/>
                  </a:lnTo>
                  <a:lnTo>
                    <a:pt x="6660136" y="510782"/>
                  </a:lnTo>
                  <a:lnTo>
                    <a:pt x="6660263" y="510782"/>
                  </a:lnTo>
                  <a:lnTo>
                    <a:pt x="6660389" y="510782"/>
                  </a:lnTo>
                  <a:lnTo>
                    <a:pt x="6660515" y="510782"/>
                  </a:lnTo>
                  <a:lnTo>
                    <a:pt x="6660641" y="510782"/>
                  </a:lnTo>
                  <a:lnTo>
                    <a:pt x="6660768" y="510782"/>
                  </a:lnTo>
                  <a:lnTo>
                    <a:pt x="6660894" y="510782"/>
                  </a:lnTo>
                  <a:lnTo>
                    <a:pt x="6661020" y="510782"/>
                  </a:lnTo>
                  <a:lnTo>
                    <a:pt x="6661146" y="510782"/>
                  </a:lnTo>
                  <a:lnTo>
                    <a:pt x="6661273" y="510782"/>
                  </a:lnTo>
                  <a:lnTo>
                    <a:pt x="6661399" y="510782"/>
                  </a:lnTo>
                  <a:lnTo>
                    <a:pt x="6661525" y="510782"/>
                  </a:lnTo>
                  <a:lnTo>
                    <a:pt x="6661651" y="510782"/>
                  </a:lnTo>
                  <a:lnTo>
                    <a:pt x="6661778" y="510782"/>
                  </a:lnTo>
                  <a:lnTo>
                    <a:pt x="6661904" y="510782"/>
                  </a:lnTo>
                  <a:lnTo>
                    <a:pt x="6662030" y="510782"/>
                  </a:lnTo>
                  <a:lnTo>
                    <a:pt x="6662156" y="510782"/>
                  </a:lnTo>
                  <a:lnTo>
                    <a:pt x="6662283" y="510782"/>
                  </a:lnTo>
                  <a:lnTo>
                    <a:pt x="6662409" y="510782"/>
                  </a:lnTo>
                  <a:lnTo>
                    <a:pt x="6662535" y="510782"/>
                  </a:lnTo>
                  <a:lnTo>
                    <a:pt x="6662661" y="510782"/>
                  </a:lnTo>
                  <a:lnTo>
                    <a:pt x="6662788" y="510782"/>
                  </a:lnTo>
                  <a:lnTo>
                    <a:pt x="6662914" y="510782"/>
                  </a:lnTo>
                  <a:lnTo>
                    <a:pt x="6663040" y="510782"/>
                  </a:lnTo>
                  <a:lnTo>
                    <a:pt x="6663166" y="510782"/>
                  </a:lnTo>
                  <a:lnTo>
                    <a:pt x="6663293" y="510782"/>
                  </a:lnTo>
                  <a:lnTo>
                    <a:pt x="6663419" y="510782"/>
                  </a:lnTo>
                  <a:lnTo>
                    <a:pt x="6663545" y="510782"/>
                  </a:lnTo>
                  <a:lnTo>
                    <a:pt x="6663545" y="505871"/>
                  </a:lnTo>
                  <a:lnTo>
                    <a:pt x="6663671" y="505871"/>
                  </a:lnTo>
                  <a:lnTo>
                    <a:pt x="6663798" y="505871"/>
                  </a:lnTo>
                  <a:lnTo>
                    <a:pt x="6663924" y="505871"/>
                  </a:lnTo>
                  <a:lnTo>
                    <a:pt x="6664050" y="505871"/>
                  </a:lnTo>
                  <a:lnTo>
                    <a:pt x="6664176" y="505871"/>
                  </a:lnTo>
                  <a:lnTo>
                    <a:pt x="6664303" y="505871"/>
                  </a:lnTo>
                  <a:lnTo>
                    <a:pt x="6664429" y="505871"/>
                  </a:lnTo>
                  <a:lnTo>
                    <a:pt x="6664555" y="505871"/>
                  </a:lnTo>
                  <a:lnTo>
                    <a:pt x="6664681" y="505871"/>
                  </a:lnTo>
                  <a:lnTo>
                    <a:pt x="6664808" y="505871"/>
                  </a:lnTo>
                  <a:lnTo>
                    <a:pt x="6664934" y="505871"/>
                  </a:lnTo>
                  <a:lnTo>
                    <a:pt x="6665060" y="505871"/>
                  </a:lnTo>
                  <a:lnTo>
                    <a:pt x="6665187" y="505871"/>
                  </a:lnTo>
                  <a:lnTo>
                    <a:pt x="6665313" y="505871"/>
                  </a:lnTo>
                  <a:lnTo>
                    <a:pt x="6665439" y="505871"/>
                  </a:lnTo>
                  <a:lnTo>
                    <a:pt x="6665565" y="505871"/>
                  </a:lnTo>
                  <a:lnTo>
                    <a:pt x="6665692" y="505871"/>
                  </a:lnTo>
                  <a:lnTo>
                    <a:pt x="6665818" y="505871"/>
                  </a:lnTo>
                  <a:lnTo>
                    <a:pt x="6665944" y="505871"/>
                  </a:lnTo>
                  <a:lnTo>
                    <a:pt x="6666070" y="505871"/>
                  </a:lnTo>
                  <a:lnTo>
                    <a:pt x="6666197" y="505871"/>
                  </a:lnTo>
                  <a:lnTo>
                    <a:pt x="6666323" y="505871"/>
                  </a:lnTo>
                  <a:lnTo>
                    <a:pt x="6666449" y="505871"/>
                  </a:lnTo>
                  <a:lnTo>
                    <a:pt x="6666575" y="505871"/>
                  </a:lnTo>
                  <a:lnTo>
                    <a:pt x="6666702" y="505871"/>
                  </a:lnTo>
                  <a:lnTo>
                    <a:pt x="6666828" y="505871"/>
                  </a:lnTo>
                  <a:lnTo>
                    <a:pt x="6666954" y="505871"/>
                  </a:lnTo>
                  <a:lnTo>
                    <a:pt x="6667080" y="505871"/>
                  </a:lnTo>
                  <a:lnTo>
                    <a:pt x="6667207" y="505871"/>
                  </a:lnTo>
                  <a:lnTo>
                    <a:pt x="6667333" y="505871"/>
                  </a:lnTo>
                  <a:lnTo>
                    <a:pt x="6667459" y="505871"/>
                  </a:lnTo>
                  <a:lnTo>
                    <a:pt x="6667585" y="505871"/>
                  </a:lnTo>
                  <a:lnTo>
                    <a:pt x="6667712" y="505871"/>
                  </a:lnTo>
                  <a:lnTo>
                    <a:pt x="6667838" y="505871"/>
                  </a:lnTo>
                  <a:lnTo>
                    <a:pt x="6667964" y="505871"/>
                  </a:lnTo>
                  <a:lnTo>
                    <a:pt x="6668090" y="505871"/>
                  </a:lnTo>
                  <a:lnTo>
                    <a:pt x="6668217" y="505871"/>
                  </a:lnTo>
                  <a:lnTo>
                    <a:pt x="6668343" y="505871"/>
                  </a:lnTo>
                  <a:lnTo>
                    <a:pt x="6668469" y="505871"/>
                  </a:lnTo>
                  <a:lnTo>
                    <a:pt x="6668595" y="505871"/>
                  </a:lnTo>
                  <a:lnTo>
                    <a:pt x="6668722" y="505871"/>
                  </a:lnTo>
                  <a:lnTo>
                    <a:pt x="6668848" y="505871"/>
                  </a:lnTo>
                  <a:lnTo>
                    <a:pt x="6668974" y="505871"/>
                  </a:lnTo>
                  <a:lnTo>
                    <a:pt x="6669100" y="505871"/>
                  </a:lnTo>
                  <a:lnTo>
                    <a:pt x="6669227" y="505871"/>
                  </a:lnTo>
                  <a:lnTo>
                    <a:pt x="6669353" y="505871"/>
                  </a:lnTo>
                  <a:lnTo>
                    <a:pt x="6669479" y="505871"/>
                  </a:lnTo>
                  <a:lnTo>
                    <a:pt x="6669605" y="505871"/>
                  </a:lnTo>
                  <a:lnTo>
                    <a:pt x="6669732" y="505871"/>
                  </a:lnTo>
                  <a:lnTo>
                    <a:pt x="6669858" y="505871"/>
                  </a:lnTo>
                  <a:lnTo>
                    <a:pt x="6669984" y="505871"/>
                  </a:lnTo>
                  <a:lnTo>
                    <a:pt x="6670111" y="505871"/>
                  </a:lnTo>
                  <a:lnTo>
                    <a:pt x="6670237" y="505871"/>
                  </a:lnTo>
                  <a:lnTo>
                    <a:pt x="6670363" y="505871"/>
                  </a:lnTo>
                  <a:lnTo>
                    <a:pt x="6670489" y="505871"/>
                  </a:lnTo>
                  <a:lnTo>
                    <a:pt x="6670616" y="505871"/>
                  </a:lnTo>
                  <a:lnTo>
                    <a:pt x="6670742" y="505871"/>
                  </a:lnTo>
                  <a:lnTo>
                    <a:pt x="6670868" y="505871"/>
                  </a:lnTo>
                  <a:lnTo>
                    <a:pt x="6670994" y="505871"/>
                  </a:lnTo>
                  <a:lnTo>
                    <a:pt x="6671121" y="505871"/>
                  </a:lnTo>
                  <a:lnTo>
                    <a:pt x="6671247" y="505871"/>
                  </a:lnTo>
                  <a:lnTo>
                    <a:pt x="6671373" y="505871"/>
                  </a:lnTo>
                  <a:lnTo>
                    <a:pt x="6671499" y="505871"/>
                  </a:lnTo>
                  <a:lnTo>
                    <a:pt x="6671626" y="505871"/>
                  </a:lnTo>
                  <a:lnTo>
                    <a:pt x="6671752" y="505871"/>
                  </a:lnTo>
                  <a:lnTo>
                    <a:pt x="6671878" y="505871"/>
                  </a:lnTo>
                  <a:lnTo>
                    <a:pt x="6672004" y="505871"/>
                  </a:lnTo>
                  <a:lnTo>
                    <a:pt x="6672131" y="505871"/>
                  </a:lnTo>
                  <a:lnTo>
                    <a:pt x="6672257" y="505871"/>
                  </a:lnTo>
                  <a:lnTo>
                    <a:pt x="6672383" y="505871"/>
                  </a:lnTo>
                  <a:lnTo>
                    <a:pt x="6672509" y="505871"/>
                  </a:lnTo>
                  <a:lnTo>
                    <a:pt x="6672636" y="505871"/>
                  </a:lnTo>
                  <a:lnTo>
                    <a:pt x="6672762" y="505871"/>
                  </a:lnTo>
                  <a:lnTo>
                    <a:pt x="6672888" y="505871"/>
                  </a:lnTo>
                  <a:lnTo>
                    <a:pt x="6673014" y="505871"/>
                  </a:lnTo>
                  <a:lnTo>
                    <a:pt x="6673141" y="505871"/>
                  </a:lnTo>
                  <a:lnTo>
                    <a:pt x="6673267" y="505871"/>
                  </a:lnTo>
                  <a:lnTo>
                    <a:pt x="6673393" y="505871"/>
                  </a:lnTo>
                  <a:lnTo>
                    <a:pt x="6673519" y="505871"/>
                  </a:lnTo>
                  <a:lnTo>
                    <a:pt x="6673646" y="505871"/>
                  </a:lnTo>
                  <a:lnTo>
                    <a:pt x="6673772" y="505871"/>
                  </a:lnTo>
                  <a:lnTo>
                    <a:pt x="6673898" y="505871"/>
                  </a:lnTo>
                  <a:lnTo>
                    <a:pt x="6674024" y="505871"/>
                  </a:lnTo>
                  <a:lnTo>
                    <a:pt x="6674151" y="505871"/>
                  </a:lnTo>
                  <a:lnTo>
                    <a:pt x="6674277" y="505871"/>
                  </a:lnTo>
                  <a:lnTo>
                    <a:pt x="6674403" y="505871"/>
                  </a:lnTo>
                  <a:lnTo>
                    <a:pt x="6674529" y="505871"/>
                  </a:lnTo>
                  <a:lnTo>
                    <a:pt x="6674656" y="505871"/>
                  </a:lnTo>
                  <a:lnTo>
                    <a:pt x="6674782" y="505871"/>
                  </a:lnTo>
                  <a:lnTo>
                    <a:pt x="6674908" y="505871"/>
                  </a:lnTo>
                  <a:lnTo>
                    <a:pt x="6675034" y="505871"/>
                  </a:lnTo>
                  <a:lnTo>
                    <a:pt x="6675161" y="505871"/>
                  </a:lnTo>
                  <a:lnTo>
                    <a:pt x="6675287" y="505871"/>
                  </a:lnTo>
                  <a:lnTo>
                    <a:pt x="6675413" y="505871"/>
                  </a:lnTo>
                  <a:lnTo>
                    <a:pt x="6675540" y="505871"/>
                  </a:lnTo>
                  <a:lnTo>
                    <a:pt x="6675666" y="505871"/>
                  </a:lnTo>
                  <a:lnTo>
                    <a:pt x="6675792" y="505871"/>
                  </a:lnTo>
                  <a:lnTo>
                    <a:pt x="6675918" y="505871"/>
                  </a:lnTo>
                  <a:lnTo>
                    <a:pt x="6676045" y="505871"/>
                  </a:lnTo>
                  <a:lnTo>
                    <a:pt x="6676171" y="505871"/>
                  </a:lnTo>
                  <a:lnTo>
                    <a:pt x="6676297" y="505871"/>
                  </a:lnTo>
                  <a:lnTo>
                    <a:pt x="6676423" y="505871"/>
                  </a:lnTo>
                  <a:lnTo>
                    <a:pt x="6676550" y="505871"/>
                  </a:lnTo>
                  <a:lnTo>
                    <a:pt x="6676676" y="505871"/>
                  </a:lnTo>
                  <a:lnTo>
                    <a:pt x="6676802" y="505871"/>
                  </a:lnTo>
                  <a:lnTo>
                    <a:pt x="6676928" y="505871"/>
                  </a:lnTo>
                  <a:lnTo>
                    <a:pt x="6677055" y="505871"/>
                  </a:lnTo>
                  <a:lnTo>
                    <a:pt x="6677181" y="505871"/>
                  </a:lnTo>
                  <a:lnTo>
                    <a:pt x="6677307" y="505871"/>
                  </a:lnTo>
                  <a:lnTo>
                    <a:pt x="6677433" y="505871"/>
                  </a:lnTo>
                  <a:lnTo>
                    <a:pt x="6677560" y="505871"/>
                  </a:lnTo>
                  <a:lnTo>
                    <a:pt x="6677686" y="505871"/>
                  </a:lnTo>
                  <a:lnTo>
                    <a:pt x="6677812" y="505871"/>
                  </a:lnTo>
                  <a:lnTo>
                    <a:pt x="6677938" y="505871"/>
                  </a:lnTo>
                  <a:lnTo>
                    <a:pt x="6678065" y="505871"/>
                  </a:lnTo>
                  <a:lnTo>
                    <a:pt x="6678191" y="505871"/>
                  </a:lnTo>
                  <a:lnTo>
                    <a:pt x="6678317" y="505871"/>
                  </a:lnTo>
                  <a:lnTo>
                    <a:pt x="6678443" y="505871"/>
                  </a:lnTo>
                  <a:lnTo>
                    <a:pt x="6678570" y="505871"/>
                  </a:lnTo>
                  <a:lnTo>
                    <a:pt x="6678696" y="505871"/>
                  </a:lnTo>
                  <a:lnTo>
                    <a:pt x="6678822" y="505871"/>
                  </a:lnTo>
                  <a:lnTo>
                    <a:pt x="6678948" y="505871"/>
                  </a:lnTo>
                  <a:lnTo>
                    <a:pt x="6679075" y="505871"/>
                  </a:lnTo>
                  <a:lnTo>
                    <a:pt x="6679201" y="505871"/>
                  </a:lnTo>
                  <a:lnTo>
                    <a:pt x="6679327" y="505871"/>
                  </a:lnTo>
                  <a:lnTo>
                    <a:pt x="6679453" y="505871"/>
                  </a:lnTo>
                  <a:lnTo>
                    <a:pt x="6679580" y="505871"/>
                  </a:lnTo>
                  <a:lnTo>
                    <a:pt x="6679706" y="505871"/>
                  </a:lnTo>
                  <a:lnTo>
                    <a:pt x="6679832" y="505871"/>
                  </a:lnTo>
                  <a:lnTo>
                    <a:pt x="6679958" y="505871"/>
                  </a:lnTo>
                  <a:lnTo>
                    <a:pt x="6680085" y="505871"/>
                  </a:lnTo>
                  <a:lnTo>
                    <a:pt x="6680211" y="505871"/>
                  </a:lnTo>
                  <a:lnTo>
                    <a:pt x="6680337" y="505871"/>
                  </a:lnTo>
                  <a:lnTo>
                    <a:pt x="6680464" y="505871"/>
                  </a:lnTo>
                  <a:lnTo>
                    <a:pt x="6680590" y="505871"/>
                  </a:lnTo>
                  <a:lnTo>
                    <a:pt x="6680716" y="505871"/>
                  </a:lnTo>
                  <a:lnTo>
                    <a:pt x="6680842" y="505871"/>
                  </a:lnTo>
                  <a:lnTo>
                    <a:pt x="6680969" y="505871"/>
                  </a:lnTo>
                  <a:lnTo>
                    <a:pt x="6681095" y="505871"/>
                  </a:lnTo>
                  <a:lnTo>
                    <a:pt x="6681221" y="505871"/>
                  </a:lnTo>
                  <a:lnTo>
                    <a:pt x="6681347" y="505871"/>
                  </a:lnTo>
                  <a:lnTo>
                    <a:pt x="6681474" y="505871"/>
                  </a:lnTo>
                  <a:lnTo>
                    <a:pt x="6681600" y="505871"/>
                  </a:lnTo>
                  <a:lnTo>
                    <a:pt x="6681726" y="505871"/>
                  </a:lnTo>
                  <a:lnTo>
                    <a:pt x="6681852" y="505871"/>
                  </a:lnTo>
                  <a:lnTo>
                    <a:pt x="6681979" y="505871"/>
                  </a:lnTo>
                  <a:lnTo>
                    <a:pt x="6682105" y="505871"/>
                  </a:lnTo>
                  <a:lnTo>
                    <a:pt x="6682231" y="505871"/>
                  </a:lnTo>
                  <a:lnTo>
                    <a:pt x="6682357" y="505871"/>
                  </a:lnTo>
                  <a:lnTo>
                    <a:pt x="6682484" y="505871"/>
                  </a:lnTo>
                  <a:lnTo>
                    <a:pt x="6682610" y="505871"/>
                  </a:lnTo>
                  <a:lnTo>
                    <a:pt x="6682736" y="505871"/>
                  </a:lnTo>
                  <a:lnTo>
                    <a:pt x="6682862" y="505871"/>
                  </a:lnTo>
                  <a:lnTo>
                    <a:pt x="6682989" y="505871"/>
                  </a:lnTo>
                  <a:lnTo>
                    <a:pt x="6683115" y="505871"/>
                  </a:lnTo>
                  <a:lnTo>
                    <a:pt x="6683241" y="505871"/>
                  </a:lnTo>
                  <a:lnTo>
                    <a:pt x="6683367" y="505871"/>
                  </a:lnTo>
                  <a:lnTo>
                    <a:pt x="6683494" y="505871"/>
                  </a:lnTo>
                  <a:lnTo>
                    <a:pt x="6683494" y="500960"/>
                  </a:lnTo>
                  <a:lnTo>
                    <a:pt x="6683620" y="500960"/>
                  </a:lnTo>
                  <a:lnTo>
                    <a:pt x="6683746" y="500960"/>
                  </a:lnTo>
                  <a:lnTo>
                    <a:pt x="6683872" y="500960"/>
                  </a:lnTo>
                  <a:lnTo>
                    <a:pt x="6683999" y="500960"/>
                  </a:lnTo>
                  <a:lnTo>
                    <a:pt x="6684125" y="500960"/>
                  </a:lnTo>
                  <a:lnTo>
                    <a:pt x="6684251" y="500960"/>
                  </a:lnTo>
                  <a:lnTo>
                    <a:pt x="6684377" y="500960"/>
                  </a:lnTo>
                  <a:lnTo>
                    <a:pt x="6684504" y="500960"/>
                  </a:lnTo>
                  <a:lnTo>
                    <a:pt x="6684630" y="500960"/>
                  </a:lnTo>
                  <a:lnTo>
                    <a:pt x="6684756" y="500960"/>
                  </a:lnTo>
                  <a:lnTo>
                    <a:pt x="6684882" y="500960"/>
                  </a:lnTo>
                  <a:lnTo>
                    <a:pt x="6685009" y="500960"/>
                  </a:lnTo>
                  <a:lnTo>
                    <a:pt x="6685135" y="500960"/>
                  </a:lnTo>
                  <a:lnTo>
                    <a:pt x="6685261" y="500960"/>
                  </a:lnTo>
                  <a:lnTo>
                    <a:pt x="6685387" y="500960"/>
                  </a:lnTo>
                  <a:lnTo>
                    <a:pt x="6685514" y="500960"/>
                  </a:lnTo>
                  <a:lnTo>
                    <a:pt x="6685640" y="500960"/>
                  </a:lnTo>
                  <a:lnTo>
                    <a:pt x="6685640" y="496048"/>
                  </a:lnTo>
                  <a:lnTo>
                    <a:pt x="6685766" y="496048"/>
                  </a:lnTo>
                  <a:lnTo>
                    <a:pt x="6685893" y="496048"/>
                  </a:lnTo>
                  <a:lnTo>
                    <a:pt x="6686019" y="496048"/>
                  </a:lnTo>
                  <a:lnTo>
                    <a:pt x="6686145" y="496048"/>
                  </a:lnTo>
                  <a:lnTo>
                    <a:pt x="6686271" y="496048"/>
                  </a:lnTo>
                  <a:lnTo>
                    <a:pt x="6686398" y="496048"/>
                  </a:lnTo>
                  <a:lnTo>
                    <a:pt x="6686524" y="496048"/>
                  </a:lnTo>
                  <a:lnTo>
                    <a:pt x="6686650" y="496048"/>
                  </a:lnTo>
                  <a:lnTo>
                    <a:pt x="6686776" y="496048"/>
                  </a:lnTo>
                  <a:lnTo>
                    <a:pt x="6686903" y="496048"/>
                  </a:lnTo>
                  <a:lnTo>
                    <a:pt x="6687029" y="496048"/>
                  </a:lnTo>
                  <a:lnTo>
                    <a:pt x="6687155" y="496048"/>
                  </a:lnTo>
                  <a:lnTo>
                    <a:pt x="6687281" y="496048"/>
                  </a:lnTo>
                  <a:lnTo>
                    <a:pt x="6687408" y="496048"/>
                  </a:lnTo>
                  <a:lnTo>
                    <a:pt x="6687534" y="496048"/>
                  </a:lnTo>
                  <a:lnTo>
                    <a:pt x="6687660" y="496048"/>
                  </a:lnTo>
                  <a:lnTo>
                    <a:pt x="6687786" y="496048"/>
                  </a:lnTo>
                  <a:lnTo>
                    <a:pt x="6687913" y="496048"/>
                  </a:lnTo>
                  <a:lnTo>
                    <a:pt x="6688039" y="496048"/>
                  </a:lnTo>
                  <a:lnTo>
                    <a:pt x="6688165" y="496048"/>
                  </a:lnTo>
                  <a:lnTo>
                    <a:pt x="6688291" y="496048"/>
                  </a:lnTo>
                  <a:lnTo>
                    <a:pt x="6688418" y="496048"/>
                  </a:lnTo>
                  <a:lnTo>
                    <a:pt x="6688544" y="496048"/>
                  </a:lnTo>
                  <a:lnTo>
                    <a:pt x="6688670" y="496048"/>
                  </a:lnTo>
                  <a:lnTo>
                    <a:pt x="6688796" y="496048"/>
                  </a:lnTo>
                  <a:lnTo>
                    <a:pt x="6688923" y="496048"/>
                  </a:lnTo>
                  <a:lnTo>
                    <a:pt x="6689049" y="496048"/>
                  </a:lnTo>
                  <a:lnTo>
                    <a:pt x="6689175" y="496048"/>
                  </a:lnTo>
                  <a:lnTo>
                    <a:pt x="6689301" y="496048"/>
                  </a:lnTo>
                  <a:lnTo>
                    <a:pt x="6689428" y="496048"/>
                  </a:lnTo>
                  <a:lnTo>
                    <a:pt x="6689554" y="496048"/>
                  </a:lnTo>
                  <a:lnTo>
                    <a:pt x="6689680" y="496048"/>
                  </a:lnTo>
                  <a:lnTo>
                    <a:pt x="6689806" y="496048"/>
                  </a:lnTo>
                  <a:lnTo>
                    <a:pt x="6689933" y="496048"/>
                  </a:lnTo>
                  <a:lnTo>
                    <a:pt x="6690059" y="496048"/>
                  </a:lnTo>
                  <a:lnTo>
                    <a:pt x="6690185" y="496048"/>
                  </a:lnTo>
                  <a:lnTo>
                    <a:pt x="6690311" y="496048"/>
                  </a:lnTo>
                  <a:lnTo>
                    <a:pt x="6690438" y="496048"/>
                  </a:lnTo>
                  <a:lnTo>
                    <a:pt x="6690564" y="496048"/>
                  </a:lnTo>
                  <a:lnTo>
                    <a:pt x="6690690" y="496048"/>
                  </a:lnTo>
                  <a:lnTo>
                    <a:pt x="6690817" y="496048"/>
                  </a:lnTo>
                  <a:lnTo>
                    <a:pt x="6690943" y="496048"/>
                  </a:lnTo>
                  <a:lnTo>
                    <a:pt x="6691069" y="496048"/>
                  </a:lnTo>
                  <a:lnTo>
                    <a:pt x="6691195" y="496048"/>
                  </a:lnTo>
                  <a:lnTo>
                    <a:pt x="6691322" y="496048"/>
                  </a:lnTo>
                  <a:lnTo>
                    <a:pt x="6691448" y="496048"/>
                  </a:lnTo>
                  <a:lnTo>
                    <a:pt x="6691574" y="496048"/>
                  </a:lnTo>
                  <a:lnTo>
                    <a:pt x="6691700" y="496048"/>
                  </a:lnTo>
                  <a:lnTo>
                    <a:pt x="6691827" y="496048"/>
                  </a:lnTo>
                  <a:lnTo>
                    <a:pt x="6691953" y="496048"/>
                  </a:lnTo>
                  <a:lnTo>
                    <a:pt x="6692079" y="496048"/>
                  </a:lnTo>
                  <a:lnTo>
                    <a:pt x="6692205" y="496048"/>
                  </a:lnTo>
                  <a:lnTo>
                    <a:pt x="6692332" y="496048"/>
                  </a:lnTo>
                  <a:lnTo>
                    <a:pt x="6692458" y="496048"/>
                  </a:lnTo>
                  <a:lnTo>
                    <a:pt x="6692584" y="496048"/>
                  </a:lnTo>
                  <a:lnTo>
                    <a:pt x="6692710" y="496048"/>
                  </a:lnTo>
                  <a:lnTo>
                    <a:pt x="6692837" y="496048"/>
                  </a:lnTo>
                  <a:lnTo>
                    <a:pt x="6692963" y="496048"/>
                  </a:lnTo>
                  <a:lnTo>
                    <a:pt x="6693089" y="496048"/>
                  </a:lnTo>
                  <a:lnTo>
                    <a:pt x="6693215" y="496048"/>
                  </a:lnTo>
                  <a:lnTo>
                    <a:pt x="6693342" y="496048"/>
                  </a:lnTo>
                  <a:lnTo>
                    <a:pt x="6693468" y="496048"/>
                  </a:lnTo>
                  <a:lnTo>
                    <a:pt x="6693594" y="496048"/>
                  </a:lnTo>
                  <a:lnTo>
                    <a:pt x="6693720" y="496048"/>
                  </a:lnTo>
                  <a:lnTo>
                    <a:pt x="6693847" y="496048"/>
                  </a:lnTo>
                  <a:lnTo>
                    <a:pt x="6693973" y="496048"/>
                  </a:lnTo>
                  <a:lnTo>
                    <a:pt x="6694099" y="496048"/>
                  </a:lnTo>
                  <a:lnTo>
                    <a:pt x="6694225" y="496048"/>
                  </a:lnTo>
                  <a:lnTo>
                    <a:pt x="6694352" y="496048"/>
                  </a:lnTo>
                  <a:lnTo>
                    <a:pt x="6694478" y="496048"/>
                  </a:lnTo>
                  <a:lnTo>
                    <a:pt x="6694604" y="496048"/>
                  </a:lnTo>
                  <a:lnTo>
                    <a:pt x="6694730" y="496048"/>
                  </a:lnTo>
                  <a:lnTo>
                    <a:pt x="6694857" y="496048"/>
                  </a:lnTo>
                  <a:lnTo>
                    <a:pt x="6694983" y="496048"/>
                  </a:lnTo>
                  <a:lnTo>
                    <a:pt x="6695109" y="496048"/>
                  </a:lnTo>
                  <a:lnTo>
                    <a:pt x="6695235" y="496048"/>
                  </a:lnTo>
                  <a:lnTo>
                    <a:pt x="6695362" y="496048"/>
                  </a:lnTo>
                  <a:lnTo>
                    <a:pt x="6695488" y="496048"/>
                  </a:lnTo>
                  <a:lnTo>
                    <a:pt x="6695614" y="496048"/>
                  </a:lnTo>
                  <a:lnTo>
                    <a:pt x="6695740" y="496048"/>
                  </a:lnTo>
                  <a:lnTo>
                    <a:pt x="6695867" y="496048"/>
                  </a:lnTo>
                  <a:lnTo>
                    <a:pt x="6695993" y="496048"/>
                  </a:lnTo>
                  <a:lnTo>
                    <a:pt x="6696119" y="496048"/>
                  </a:lnTo>
                  <a:lnTo>
                    <a:pt x="6696246" y="496048"/>
                  </a:lnTo>
                  <a:lnTo>
                    <a:pt x="6696372" y="496048"/>
                  </a:lnTo>
                  <a:lnTo>
                    <a:pt x="6696498" y="496048"/>
                  </a:lnTo>
                  <a:lnTo>
                    <a:pt x="6696624" y="496048"/>
                  </a:lnTo>
                  <a:lnTo>
                    <a:pt x="6696751" y="496048"/>
                  </a:lnTo>
                  <a:lnTo>
                    <a:pt x="6696877" y="496048"/>
                  </a:lnTo>
                  <a:lnTo>
                    <a:pt x="6697003" y="496048"/>
                  </a:lnTo>
                  <a:lnTo>
                    <a:pt x="6697129" y="496048"/>
                  </a:lnTo>
                  <a:lnTo>
                    <a:pt x="6697256" y="496048"/>
                  </a:lnTo>
                  <a:lnTo>
                    <a:pt x="6697382" y="496048"/>
                  </a:lnTo>
                  <a:lnTo>
                    <a:pt x="6697508" y="496048"/>
                  </a:lnTo>
                  <a:lnTo>
                    <a:pt x="6697634" y="496048"/>
                  </a:lnTo>
                  <a:lnTo>
                    <a:pt x="6697761" y="496048"/>
                  </a:lnTo>
                  <a:lnTo>
                    <a:pt x="6697887" y="496048"/>
                  </a:lnTo>
                  <a:lnTo>
                    <a:pt x="6698013" y="496048"/>
                  </a:lnTo>
                  <a:lnTo>
                    <a:pt x="6698139" y="496048"/>
                  </a:lnTo>
                  <a:lnTo>
                    <a:pt x="6698266" y="496048"/>
                  </a:lnTo>
                  <a:lnTo>
                    <a:pt x="6698392" y="496048"/>
                  </a:lnTo>
                  <a:lnTo>
                    <a:pt x="6698518" y="496048"/>
                  </a:lnTo>
                  <a:lnTo>
                    <a:pt x="6698644" y="496048"/>
                  </a:lnTo>
                  <a:lnTo>
                    <a:pt x="6698771" y="496048"/>
                  </a:lnTo>
                  <a:lnTo>
                    <a:pt x="6698897" y="496048"/>
                  </a:lnTo>
                  <a:lnTo>
                    <a:pt x="6699023" y="496048"/>
                  </a:lnTo>
                  <a:lnTo>
                    <a:pt x="6699149" y="496048"/>
                  </a:lnTo>
                  <a:lnTo>
                    <a:pt x="6699276" y="496048"/>
                  </a:lnTo>
                  <a:lnTo>
                    <a:pt x="6699402" y="496048"/>
                  </a:lnTo>
                  <a:lnTo>
                    <a:pt x="6699528" y="496048"/>
                  </a:lnTo>
                  <a:lnTo>
                    <a:pt x="6699654" y="496048"/>
                  </a:lnTo>
                  <a:lnTo>
                    <a:pt x="6699781" y="496048"/>
                  </a:lnTo>
                  <a:lnTo>
                    <a:pt x="6699907" y="496048"/>
                  </a:lnTo>
                  <a:lnTo>
                    <a:pt x="6700033" y="496048"/>
                  </a:lnTo>
                  <a:lnTo>
                    <a:pt x="6700159" y="496048"/>
                  </a:lnTo>
                  <a:lnTo>
                    <a:pt x="6700286" y="496048"/>
                  </a:lnTo>
                  <a:lnTo>
                    <a:pt x="6700412" y="496048"/>
                  </a:lnTo>
                  <a:lnTo>
                    <a:pt x="6700538" y="496048"/>
                  </a:lnTo>
                  <a:lnTo>
                    <a:pt x="6700664" y="496048"/>
                  </a:lnTo>
                  <a:lnTo>
                    <a:pt x="6700791" y="496048"/>
                  </a:lnTo>
                  <a:lnTo>
                    <a:pt x="6700917" y="496048"/>
                  </a:lnTo>
                  <a:lnTo>
                    <a:pt x="6701043" y="496048"/>
                  </a:lnTo>
                  <a:lnTo>
                    <a:pt x="6701170" y="496048"/>
                  </a:lnTo>
                  <a:lnTo>
                    <a:pt x="6701296" y="496048"/>
                  </a:lnTo>
                  <a:lnTo>
                    <a:pt x="6701422" y="496048"/>
                  </a:lnTo>
                  <a:lnTo>
                    <a:pt x="6701548" y="496048"/>
                  </a:lnTo>
                  <a:lnTo>
                    <a:pt x="6701675" y="496048"/>
                  </a:lnTo>
                  <a:lnTo>
                    <a:pt x="6701801" y="496048"/>
                  </a:lnTo>
                  <a:lnTo>
                    <a:pt x="6701927" y="496048"/>
                  </a:lnTo>
                  <a:lnTo>
                    <a:pt x="6702053" y="496048"/>
                  </a:lnTo>
                  <a:lnTo>
                    <a:pt x="6702180" y="496048"/>
                  </a:lnTo>
                  <a:lnTo>
                    <a:pt x="6702306" y="496048"/>
                  </a:lnTo>
                  <a:lnTo>
                    <a:pt x="6702432" y="496048"/>
                  </a:lnTo>
                  <a:lnTo>
                    <a:pt x="6702558" y="496048"/>
                  </a:lnTo>
                  <a:lnTo>
                    <a:pt x="6702685" y="496048"/>
                  </a:lnTo>
                  <a:lnTo>
                    <a:pt x="6702811" y="496048"/>
                  </a:lnTo>
                  <a:lnTo>
                    <a:pt x="6702937" y="496048"/>
                  </a:lnTo>
                  <a:lnTo>
                    <a:pt x="6703063" y="496048"/>
                  </a:lnTo>
                  <a:lnTo>
                    <a:pt x="6703190" y="496048"/>
                  </a:lnTo>
                  <a:lnTo>
                    <a:pt x="6703316" y="496048"/>
                  </a:lnTo>
                  <a:lnTo>
                    <a:pt x="6703442" y="496048"/>
                  </a:lnTo>
                  <a:lnTo>
                    <a:pt x="6703568" y="496048"/>
                  </a:lnTo>
                  <a:lnTo>
                    <a:pt x="6703695" y="496048"/>
                  </a:lnTo>
                  <a:lnTo>
                    <a:pt x="6703821" y="496048"/>
                  </a:lnTo>
                  <a:lnTo>
                    <a:pt x="6703947" y="496048"/>
                  </a:lnTo>
                  <a:lnTo>
                    <a:pt x="6704073" y="496048"/>
                  </a:lnTo>
                  <a:lnTo>
                    <a:pt x="6704200" y="496048"/>
                  </a:lnTo>
                  <a:lnTo>
                    <a:pt x="6704326" y="496048"/>
                  </a:lnTo>
                  <a:lnTo>
                    <a:pt x="6704452" y="496048"/>
                  </a:lnTo>
                  <a:lnTo>
                    <a:pt x="6704578" y="496048"/>
                  </a:lnTo>
                  <a:lnTo>
                    <a:pt x="6704705" y="496048"/>
                  </a:lnTo>
                  <a:lnTo>
                    <a:pt x="6704831" y="496048"/>
                  </a:lnTo>
                  <a:lnTo>
                    <a:pt x="6704957" y="496048"/>
                  </a:lnTo>
                  <a:lnTo>
                    <a:pt x="6705083" y="496048"/>
                  </a:lnTo>
                  <a:lnTo>
                    <a:pt x="6705210" y="496048"/>
                  </a:lnTo>
                  <a:lnTo>
                    <a:pt x="6705336" y="496048"/>
                  </a:lnTo>
                  <a:lnTo>
                    <a:pt x="6705462" y="496048"/>
                  </a:lnTo>
                  <a:lnTo>
                    <a:pt x="6705588" y="496048"/>
                  </a:lnTo>
                  <a:lnTo>
                    <a:pt x="6705715" y="496048"/>
                  </a:lnTo>
                  <a:lnTo>
                    <a:pt x="6705841" y="496048"/>
                  </a:lnTo>
                  <a:lnTo>
                    <a:pt x="6705967" y="496048"/>
                  </a:lnTo>
                  <a:lnTo>
                    <a:pt x="6706093" y="496048"/>
                  </a:lnTo>
                  <a:lnTo>
                    <a:pt x="6706220" y="496048"/>
                  </a:lnTo>
                  <a:lnTo>
                    <a:pt x="6706346" y="496048"/>
                  </a:lnTo>
                  <a:lnTo>
                    <a:pt x="6706472" y="496048"/>
                  </a:lnTo>
                  <a:lnTo>
                    <a:pt x="6706599" y="496048"/>
                  </a:lnTo>
                  <a:lnTo>
                    <a:pt x="6706725" y="496048"/>
                  </a:lnTo>
                  <a:lnTo>
                    <a:pt x="6706851" y="496048"/>
                  </a:lnTo>
                  <a:lnTo>
                    <a:pt x="6706977" y="496048"/>
                  </a:lnTo>
                  <a:lnTo>
                    <a:pt x="6707104" y="496048"/>
                  </a:lnTo>
                  <a:lnTo>
                    <a:pt x="6707230" y="496048"/>
                  </a:lnTo>
                  <a:lnTo>
                    <a:pt x="6707356" y="496048"/>
                  </a:lnTo>
                  <a:lnTo>
                    <a:pt x="6707482" y="496048"/>
                  </a:lnTo>
                  <a:lnTo>
                    <a:pt x="6707609" y="496048"/>
                  </a:lnTo>
                  <a:lnTo>
                    <a:pt x="6707735" y="496048"/>
                  </a:lnTo>
                  <a:lnTo>
                    <a:pt x="6707861" y="496048"/>
                  </a:lnTo>
                  <a:lnTo>
                    <a:pt x="6707987" y="496048"/>
                  </a:lnTo>
                  <a:lnTo>
                    <a:pt x="6708114" y="496048"/>
                  </a:lnTo>
                  <a:lnTo>
                    <a:pt x="6708240" y="496048"/>
                  </a:lnTo>
                  <a:lnTo>
                    <a:pt x="6708366" y="496048"/>
                  </a:lnTo>
                  <a:lnTo>
                    <a:pt x="6708492" y="496048"/>
                  </a:lnTo>
                  <a:lnTo>
                    <a:pt x="6708619" y="496048"/>
                  </a:lnTo>
                  <a:lnTo>
                    <a:pt x="6708745" y="496048"/>
                  </a:lnTo>
                  <a:lnTo>
                    <a:pt x="6708871" y="496048"/>
                  </a:lnTo>
                  <a:lnTo>
                    <a:pt x="6708997" y="496048"/>
                  </a:lnTo>
                  <a:lnTo>
                    <a:pt x="6709124" y="496048"/>
                  </a:lnTo>
                  <a:lnTo>
                    <a:pt x="6709250" y="496048"/>
                  </a:lnTo>
                  <a:lnTo>
                    <a:pt x="6709376" y="496048"/>
                  </a:lnTo>
                  <a:lnTo>
                    <a:pt x="6709502" y="496048"/>
                  </a:lnTo>
                  <a:lnTo>
                    <a:pt x="6709629" y="496048"/>
                  </a:lnTo>
                  <a:lnTo>
                    <a:pt x="6709755" y="496048"/>
                  </a:lnTo>
                  <a:lnTo>
                    <a:pt x="6709881" y="496048"/>
                  </a:lnTo>
                  <a:lnTo>
                    <a:pt x="6710007" y="496048"/>
                  </a:lnTo>
                  <a:lnTo>
                    <a:pt x="6710134" y="496048"/>
                  </a:lnTo>
                  <a:lnTo>
                    <a:pt x="6710260" y="496048"/>
                  </a:lnTo>
                  <a:lnTo>
                    <a:pt x="6710386" y="496048"/>
                  </a:lnTo>
                  <a:lnTo>
                    <a:pt x="6710386" y="491137"/>
                  </a:lnTo>
                  <a:lnTo>
                    <a:pt x="6710512" y="491137"/>
                  </a:lnTo>
                  <a:lnTo>
                    <a:pt x="6710639" y="491137"/>
                  </a:lnTo>
                  <a:lnTo>
                    <a:pt x="6710765" y="491137"/>
                  </a:lnTo>
                  <a:lnTo>
                    <a:pt x="6710891" y="491137"/>
                  </a:lnTo>
                  <a:lnTo>
                    <a:pt x="6711017" y="491137"/>
                  </a:lnTo>
                  <a:lnTo>
                    <a:pt x="6711144" y="491137"/>
                  </a:lnTo>
                  <a:lnTo>
                    <a:pt x="6711270" y="491137"/>
                  </a:lnTo>
                  <a:lnTo>
                    <a:pt x="6711396" y="491137"/>
                  </a:lnTo>
                  <a:lnTo>
                    <a:pt x="6711523" y="491137"/>
                  </a:lnTo>
                  <a:lnTo>
                    <a:pt x="6711649" y="491137"/>
                  </a:lnTo>
                  <a:lnTo>
                    <a:pt x="6711775" y="491137"/>
                  </a:lnTo>
                  <a:lnTo>
                    <a:pt x="6711901" y="491137"/>
                  </a:lnTo>
                  <a:lnTo>
                    <a:pt x="6712028" y="491137"/>
                  </a:lnTo>
                  <a:lnTo>
                    <a:pt x="6712154" y="491137"/>
                  </a:lnTo>
                  <a:lnTo>
                    <a:pt x="6712280" y="491137"/>
                  </a:lnTo>
                  <a:lnTo>
                    <a:pt x="6712406" y="491137"/>
                  </a:lnTo>
                  <a:lnTo>
                    <a:pt x="6712533" y="491137"/>
                  </a:lnTo>
                  <a:lnTo>
                    <a:pt x="6712659" y="491137"/>
                  </a:lnTo>
                  <a:lnTo>
                    <a:pt x="6712785" y="491137"/>
                  </a:lnTo>
                  <a:lnTo>
                    <a:pt x="6712911" y="491137"/>
                  </a:lnTo>
                  <a:lnTo>
                    <a:pt x="6713038" y="491137"/>
                  </a:lnTo>
                  <a:lnTo>
                    <a:pt x="6713164" y="491137"/>
                  </a:lnTo>
                  <a:lnTo>
                    <a:pt x="6713290" y="491137"/>
                  </a:lnTo>
                  <a:lnTo>
                    <a:pt x="6713416" y="491137"/>
                  </a:lnTo>
                  <a:lnTo>
                    <a:pt x="6713543" y="491137"/>
                  </a:lnTo>
                  <a:lnTo>
                    <a:pt x="6713669" y="491137"/>
                  </a:lnTo>
                  <a:lnTo>
                    <a:pt x="6713795" y="491137"/>
                  </a:lnTo>
                  <a:lnTo>
                    <a:pt x="6713921" y="491137"/>
                  </a:lnTo>
                  <a:lnTo>
                    <a:pt x="6714048" y="491137"/>
                  </a:lnTo>
                  <a:lnTo>
                    <a:pt x="6714174" y="491137"/>
                  </a:lnTo>
                  <a:lnTo>
                    <a:pt x="6714300" y="491137"/>
                  </a:lnTo>
                  <a:lnTo>
                    <a:pt x="6714426" y="491137"/>
                  </a:lnTo>
                  <a:lnTo>
                    <a:pt x="6714553" y="491137"/>
                  </a:lnTo>
                  <a:lnTo>
                    <a:pt x="6714679" y="491137"/>
                  </a:lnTo>
                  <a:lnTo>
                    <a:pt x="6714805" y="491137"/>
                  </a:lnTo>
                  <a:lnTo>
                    <a:pt x="6714931" y="491137"/>
                  </a:lnTo>
                  <a:lnTo>
                    <a:pt x="6715058" y="491137"/>
                  </a:lnTo>
                  <a:lnTo>
                    <a:pt x="6715184" y="491137"/>
                  </a:lnTo>
                  <a:lnTo>
                    <a:pt x="6715310" y="491137"/>
                  </a:lnTo>
                  <a:lnTo>
                    <a:pt x="6715436" y="491137"/>
                  </a:lnTo>
                  <a:lnTo>
                    <a:pt x="6715563" y="491137"/>
                  </a:lnTo>
                  <a:lnTo>
                    <a:pt x="6715689" y="491137"/>
                  </a:lnTo>
                  <a:lnTo>
                    <a:pt x="6715815" y="491137"/>
                  </a:lnTo>
                  <a:lnTo>
                    <a:pt x="6715941" y="491137"/>
                  </a:lnTo>
                  <a:lnTo>
                    <a:pt x="6716068" y="491137"/>
                  </a:lnTo>
                  <a:lnTo>
                    <a:pt x="6716194" y="491137"/>
                  </a:lnTo>
                  <a:lnTo>
                    <a:pt x="6716320" y="491137"/>
                  </a:lnTo>
                  <a:lnTo>
                    <a:pt x="6716447" y="491137"/>
                  </a:lnTo>
                  <a:lnTo>
                    <a:pt x="6716573" y="491137"/>
                  </a:lnTo>
                  <a:lnTo>
                    <a:pt x="6716699" y="491137"/>
                  </a:lnTo>
                  <a:lnTo>
                    <a:pt x="6716825" y="491137"/>
                  </a:lnTo>
                  <a:lnTo>
                    <a:pt x="6716952" y="491137"/>
                  </a:lnTo>
                  <a:lnTo>
                    <a:pt x="6717078" y="491137"/>
                  </a:lnTo>
                  <a:lnTo>
                    <a:pt x="6717204" y="491137"/>
                  </a:lnTo>
                  <a:lnTo>
                    <a:pt x="6717330" y="491137"/>
                  </a:lnTo>
                  <a:lnTo>
                    <a:pt x="6717457" y="491137"/>
                  </a:lnTo>
                  <a:lnTo>
                    <a:pt x="6717583" y="491137"/>
                  </a:lnTo>
                  <a:lnTo>
                    <a:pt x="6717709" y="491137"/>
                  </a:lnTo>
                  <a:lnTo>
                    <a:pt x="6717835" y="491137"/>
                  </a:lnTo>
                  <a:lnTo>
                    <a:pt x="6717962" y="491137"/>
                  </a:lnTo>
                  <a:lnTo>
                    <a:pt x="6718088" y="491137"/>
                  </a:lnTo>
                  <a:lnTo>
                    <a:pt x="6718214" y="491137"/>
                  </a:lnTo>
                  <a:lnTo>
                    <a:pt x="6718340" y="491137"/>
                  </a:lnTo>
                  <a:lnTo>
                    <a:pt x="6718467" y="491137"/>
                  </a:lnTo>
                  <a:lnTo>
                    <a:pt x="6718593" y="491137"/>
                  </a:lnTo>
                  <a:lnTo>
                    <a:pt x="6718719" y="491137"/>
                  </a:lnTo>
                  <a:lnTo>
                    <a:pt x="6718845" y="491137"/>
                  </a:lnTo>
                  <a:lnTo>
                    <a:pt x="6718972" y="491137"/>
                  </a:lnTo>
                  <a:lnTo>
                    <a:pt x="6719098" y="491137"/>
                  </a:lnTo>
                  <a:lnTo>
                    <a:pt x="6719224" y="491137"/>
                  </a:lnTo>
                  <a:lnTo>
                    <a:pt x="6719350" y="491137"/>
                  </a:lnTo>
                  <a:lnTo>
                    <a:pt x="6719477" y="491137"/>
                  </a:lnTo>
                  <a:lnTo>
                    <a:pt x="6719603" y="491137"/>
                  </a:lnTo>
                  <a:lnTo>
                    <a:pt x="6719729" y="491137"/>
                  </a:lnTo>
                  <a:lnTo>
                    <a:pt x="6719855" y="491137"/>
                  </a:lnTo>
                  <a:lnTo>
                    <a:pt x="6719982" y="491137"/>
                  </a:lnTo>
                  <a:lnTo>
                    <a:pt x="6720108" y="491137"/>
                  </a:lnTo>
                  <a:lnTo>
                    <a:pt x="6720234" y="491137"/>
                  </a:lnTo>
                  <a:lnTo>
                    <a:pt x="6720360" y="491137"/>
                  </a:lnTo>
                  <a:lnTo>
                    <a:pt x="6720487" y="491137"/>
                  </a:lnTo>
                  <a:lnTo>
                    <a:pt x="6720613" y="491137"/>
                  </a:lnTo>
                  <a:lnTo>
                    <a:pt x="6720739" y="491137"/>
                  </a:lnTo>
                  <a:lnTo>
                    <a:pt x="6720865" y="491137"/>
                  </a:lnTo>
                  <a:lnTo>
                    <a:pt x="6720992" y="491137"/>
                  </a:lnTo>
                  <a:lnTo>
                    <a:pt x="6721118" y="491137"/>
                  </a:lnTo>
                  <a:lnTo>
                    <a:pt x="6721244" y="491137"/>
                  </a:lnTo>
                  <a:lnTo>
                    <a:pt x="6721370" y="491137"/>
                  </a:lnTo>
                  <a:lnTo>
                    <a:pt x="6721497" y="491137"/>
                  </a:lnTo>
                  <a:lnTo>
                    <a:pt x="6721623" y="491137"/>
                  </a:lnTo>
                  <a:lnTo>
                    <a:pt x="6721749" y="491137"/>
                  </a:lnTo>
                  <a:lnTo>
                    <a:pt x="6721876" y="491137"/>
                  </a:lnTo>
                  <a:lnTo>
                    <a:pt x="6722002" y="491137"/>
                  </a:lnTo>
                  <a:lnTo>
                    <a:pt x="6722128" y="491137"/>
                  </a:lnTo>
                  <a:lnTo>
                    <a:pt x="6722254" y="491137"/>
                  </a:lnTo>
                  <a:lnTo>
                    <a:pt x="6722381" y="491137"/>
                  </a:lnTo>
                  <a:lnTo>
                    <a:pt x="6722507" y="491137"/>
                  </a:lnTo>
                  <a:lnTo>
                    <a:pt x="6722633" y="491137"/>
                  </a:lnTo>
                  <a:lnTo>
                    <a:pt x="6722759" y="491137"/>
                  </a:lnTo>
                  <a:lnTo>
                    <a:pt x="6722886" y="491137"/>
                  </a:lnTo>
                  <a:lnTo>
                    <a:pt x="6723012" y="491137"/>
                  </a:lnTo>
                  <a:lnTo>
                    <a:pt x="6723138" y="491137"/>
                  </a:lnTo>
                  <a:lnTo>
                    <a:pt x="6723264" y="491137"/>
                  </a:lnTo>
                  <a:lnTo>
                    <a:pt x="6723391" y="491137"/>
                  </a:lnTo>
                  <a:lnTo>
                    <a:pt x="6723517" y="491137"/>
                  </a:lnTo>
                  <a:lnTo>
                    <a:pt x="6723643" y="491137"/>
                  </a:lnTo>
                  <a:lnTo>
                    <a:pt x="6723769" y="491137"/>
                  </a:lnTo>
                  <a:lnTo>
                    <a:pt x="6723896" y="491137"/>
                  </a:lnTo>
                  <a:lnTo>
                    <a:pt x="6724022" y="491137"/>
                  </a:lnTo>
                  <a:lnTo>
                    <a:pt x="6724148" y="491137"/>
                  </a:lnTo>
                  <a:lnTo>
                    <a:pt x="6724274" y="491137"/>
                  </a:lnTo>
                  <a:lnTo>
                    <a:pt x="6724401" y="491137"/>
                  </a:lnTo>
                  <a:lnTo>
                    <a:pt x="6724527" y="491137"/>
                  </a:lnTo>
                  <a:lnTo>
                    <a:pt x="6724653" y="491137"/>
                  </a:lnTo>
                  <a:lnTo>
                    <a:pt x="6724779" y="491137"/>
                  </a:lnTo>
                  <a:lnTo>
                    <a:pt x="6724906" y="491137"/>
                  </a:lnTo>
                  <a:lnTo>
                    <a:pt x="6725032" y="491137"/>
                  </a:lnTo>
                  <a:lnTo>
                    <a:pt x="6725158" y="491137"/>
                  </a:lnTo>
                  <a:lnTo>
                    <a:pt x="6725284" y="491137"/>
                  </a:lnTo>
                  <a:lnTo>
                    <a:pt x="6725411" y="491137"/>
                  </a:lnTo>
                  <a:lnTo>
                    <a:pt x="6725537" y="491137"/>
                  </a:lnTo>
                  <a:lnTo>
                    <a:pt x="6725663" y="491137"/>
                  </a:lnTo>
                  <a:lnTo>
                    <a:pt x="6725789" y="491137"/>
                  </a:lnTo>
                  <a:lnTo>
                    <a:pt x="6725916" y="491137"/>
                  </a:lnTo>
                  <a:lnTo>
                    <a:pt x="6726042" y="491137"/>
                  </a:lnTo>
                  <a:lnTo>
                    <a:pt x="6726168" y="491137"/>
                  </a:lnTo>
                  <a:lnTo>
                    <a:pt x="6726294" y="491137"/>
                  </a:lnTo>
                  <a:lnTo>
                    <a:pt x="6726421" y="491137"/>
                  </a:lnTo>
                  <a:lnTo>
                    <a:pt x="6726547" y="491137"/>
                  </a:lnTo>
                  <a:lnTo>
                    <a:pt x="6726673" y="491137"/>
                  </a:lnTo>
                  <a:lnTo>
                    <a:pt x="6726800" y="491137"/>
                  </a:lnTo>
                  <a:lnTo>
                    <a:pt x="6726926" y="491137"/>
                  </a:lnTo>
                  <a:lnTo>
                    <a:pt x="6727052" y="491137"/>
                  </a:lnTo>
                  <a:lnTo>
                    <a:pt x="6727178" y="491137"/>
                  </a:lnTo>
                  <a:lnTo>
                    <a:pt x="6727305" y="491137"/>
                  </a:lnTo>
                  <a:lnTo>
                    <a:pt x="6727431" y="491137"/>
                  </a:lnTo>
                  <a:lnTo>
                    <a:pt x="6727557" y="491137"/>
                  </a:lnTo>
                  <a:lnTo>
                    <a:pt x="6727683" y="491137"/>
                  </a:lnTo>
                  <a:lnTo>
                    <a:pt x="6727810" y="491137"/>
                  </a:lnTo>
                  <a:lnTo>
                    <a:pt x="6727810" y="486226"/>
                  </a:lnTo>
                  <a:lnTo>
                    <a:pt x="6727936" y="486226"/>
                  </a:lnTo>
                  <a:lnTo>
                    <a:pt x="6728062" y="486226"/>
                  </a:lnTo>
                  <a:lnTo>
                    <a:pt x="6728188" y="486226"/>
                  </a:lnTo>
                  <a:lnTo>
                    <a:pt x="6728315" y="486226"/>
                  </a:lnTo>
                  <a:lnTo>
                    <a:pt x="6728441" y="486226"/>
                  </a:lnTo>
                  <a:lnTo>
                    <a:pt x="6728567" y="486226"/>
                  </a:lnTo>
                  <a:lnTo>
                    <a:pt x="6728693" y="486226"/>
                  </a:lnTo>
                  <a:lnTo>
                    <a:pt x="6728820" y="486226"/>
                  </a:lnTo>
                  <a:lnTo>
                    <a:pt x="6728946" y="486226"/>
                  </a:lnTo>
                  <a:lnTo>
                    <a:pt x="6729072" y="486226"/>
                  </a:lnTo>
                  <a:lnTo>
                    <a:pt x="6729198" y="486226"/>
                  </a:lnTo>
                  <a:lnTo>
                    <a:pt x="6729325" y="486226"/>
                  </a:lnTo>
                  <a:lnTo>
                    <a:pt x="6729451" y="486226"/>
                  </a:lnTo>
                  <a:lnTo>
                    <a:pt x="6729577" y="486226"/>
                  </a:lnTo>
                  <a:lnTo>
                    <a:pt x="6729703" y="486226"/>
                  </a:lnTo>
                  <a:lnTo>
                    <a:pt x="6729830" y="486226"/>
                  </a:lnTo>
                  <a:lnTo>
                    <a:pt x="6729956" y="486226"/>
                  </a:lnTo>
                  <a:lnTo>
                    <a:pt x="6730082" y="486226"/>
                  </a:lnTo>
                  <a:lnTo>
                    <a:pt x="6730208" y="486226"/>
                  </a:lnTo>
                  <a:lnTo>
                    <a:pt x="6730335" y="486226"/>
                  </a:lnTo>
                  <a:lnTo>
                    <a:pt x="6730461" y="486226"/>
                  </a:lnTo>
                  <a:lnTo>
                    <a:pt x="6730587" y="486226"/>
                  </a:lnTo>
                  <a:lnTo>
                    <a:pt x="6730713" y="486226"/>
                  </a:lnTo>
                  <a:lnTo>
                    <a:pt x="6730840" y="486226"/>
                  </a:lnTo>
                  <a:lnTo>
                    <a:pt x="6730966" y="486226"/>
                  </a:lnTo>
                  <a:lnTo>
                    <a:pt x="6731092" y="486226"/>
                  </a:lnTo>
                  <a:lnTo>
                    <a:pt x="6731218" y="486226"/>
                  </a:lnTo>
                  <a:lnTo>
                    <a:pt x="6731345" y="486226"/>
                  </a:lnTo>
                  <a:lnTo>
                    <a:pt x="6731471" y="486226"/>
                  </a:lnTo>
                  <a:lnTo>
                    <a:pt x="6731597" y="486226"/>
                  </a:lnTo>
                  <a:lnTo>
                    <a:pt x="6731723" y="486226"/>
                  </a:lnTo>
                  <a:lnTo>
                    <a:pt x="6731850" y="486226"/>
                  </a:lnTo>
                  <a:lnTo>
                    <a:pt x="6731976" y="486226"/>
                  </a:lnTo>
                  <a:lnTo>
                    <a:pt x="6732102" y="486226"/>
                  </a:lnTo>
                  <a:lnTo>
                    <a:pt x="6732229" y="486226"/>
                  </a:lnTo>
                  <a:lnTo>
                    <a:pt x="6732355" y="486226"/>
                  </a:lnTo>
                  <a:lnTo>
                    <a:pt x="6732481" y="486226"/>
                  </a:lnTo>
                  <a:lnTo>
                    <a:pt x="6732607" y="486226"/>
                  </a:lnTo>
                  <a:lnTo>
                    <a:pt x="6732734" y="486226"/>
                  </a:lnTo>
                  <a:lnTo>
                    <a:pt x="6732860" y="486226"/>
                  </a:lnTo>
                  <a:lnTo>
                    <a:pt x="6732986" y="486226"/>
                  </a:lnTo>
                  <a:lnTo>
                    <a:pt x="6733112" y="486226"/>
                  </a:lnTo>
                  <a:lnTo>
                    <a:pt x="6733239" y="486226"/>
                  </a:lnTo>
                  <a:lnTo>
                    <a:pt x="6733365" y="486226"/>
                  </a:lnTo>
                  <a:lnTo>
                    <a:pt x="6733491" y="486226"/>
                  </a:lnTo>
                  <a:lnTo>
                    <a:pt x="6733617" y="486226"/>
                  </a:lnTo>
                  <a:lnTo>
                    <a:pt x="6733744" y="486226"/>
                  </a:lnTo>
                  <a:lnTo>
                    <a:pt x="6733870" y="486226"/>
                  </a:lnTo>
                  <a:lnTo>
                    <a:pt x="6733996" y="486226"/>
                  </a:lnTo>
                  <a:lnTo>
                    <a:pt x="6734122" y="486226"/>
                  </a:lnTo>
                  <a:lnTo>
                    <a:pt x="6734249" y="486226"/>
                  </a:lnTo>
                  <a:lnTo>
                    <a:pt x="6734375" y="486226"/>
                  </a:lnTo>
                  <a:lnTo>
                    <a:pt x="6734501" y="486226"/>
                  </a:lnTo>
                  <a:lnTo>
                    <a:pt x="6734627" y="486226"/>
                  </a:lnTo>
                  <a:lnTo>
                    <a:pt x="6734754" y="486226"/>
                  </a:lnTo>
                  <a:lnTo>
                    <a:pt x="6734880" y="486226"/>
                  </a:lnTo>
                  <a:lnTo>
                    <a:pt x="6735006" y="486226"/>
                  </a:lnTo>
                  <a:lnTo>
                    <a:pt x="6735132" y="486226"/>
                  </a:lnTo>
                  <a:lnTo>
                    <a:pt x="6735259" y="486226"/>
                  </a:lnTo>
                  <a:lnTo>
                    <a:pt x="6735385" y="486226"/>
                  </a:lnTo>
                  <a:lnTo>
                    <a:pt x="6735511" y="486226"/>
                  </a:lnTo>
                  <a:lnTo>
                    <a:pt x="6735637" y="486226"/>
                  </a:lnTo>
                  <a:lnTo>
                    <a:pt x="6735764" y="486226"/>
                  </a:lnTo>
                  <a:lnTo>
                    <a:pt x="6735890" y="486226"/>
                  </a:lnTo>
                  <a:lnTo>
                    <a:pt x="6736016" y="486226"/>
                  </a:lnTo>
                  <a:lnTo>
                    <a:pt x="6736142" y="486226"/>
                  </a:lnTo>
                  <a:lnTo>
                    <a:pt x="6736269" y="486226"/>
                  </a:lnTo>
                  <a:lnTo>
                    <a:pt x="6736395" y="486226"/>
                  </a:lnTo>
                  <a:lnTo>
                    <a:pt x="6736521" y="486226"/>
                  </a:lnTo>
                  <a:lnTo>
                    <a:pt x="6736647" y="486226"/>
                  </a:lnTo>
                  <a:lnTo>
                    <a:pt x="6736774" y="486226"/>
                  </a:lnTo>
                  <a:lnTo>
                    <a:pt x="6736900" y="486226"/>
                  </a:lnTo>
                  <a:lnTo>
                    <a:pt x="6737026" y="486226"/>
                  </a:lnTo>
                  <a:lnTo>
                    <a:pt x="6737153" y="486226"/>
                  </a:lnTo>
                  <a:lnTo>
                    <a:pt x="6737279" y="486226"/>
                  </a:lnTo>
                  <a:lnTo>
                    <a:pt x="6737405" y="486226"/>
                  </a:lnTo>
                  <a:lnTo>
                    <a:pt x="6737531" y="486226"/>
                  </a:lnTo>
                  <a:lnTo>
                    <a:pt x="6737658" y="486226"/>
                  </a:lnTo>
                  <a:lnTo>
                    <a:pt x="6737784" y="486226"/>
                  </a:lnTo>
                  <a:lnTo>
                    <a:pt x="6737910" y="486226"/>
                  </a:lnTo>
                  <a:lnTo>
                    <a:pt x="6738036" y="486226"/>
                  </a:lnTo>
                  <a:lnTo>
                    <a:pt x="6738163" y="486226"/>
                  </a:lnTo>
                  <a:lnTo>
                    <a:pt x="6738289" y="486226"/>
                  </a:lnTo>
                  <a:lnTo>
                    <a:pt x="6738415" y="486226"/>
                  </a:lnTo>
                  <a:lnTo>
                    <a:pt x="6738541" y="486226"/>
                  </a:lnTo>
                  <a:lnTo>
                    <a:pt x="6738668" y="486226"/>
                  </a:lnTo>
                  <a:lnTo>
                    <a:pt x="6738794" y="486226"/>
                  </a:lnTo>
                  <a:lnTo>
                    <a:pt x="6738920" y="486226"/>
                  </a:lnTo>
                  <a:lnTo>
                    <a:pt x="6739046" y="486226"/>
                  </a:lnTo>
                  <a:lnTo>
                    <a:pt x="6739173" y="486226"/>
                  </a:lnTo>
                  <a:lnTo>
                    <a:pt x="6739299" y="486226"/>
                  </a:lnTo>
                  <a:lnTo>
                    <a:pt x="6739425" y="486226"/>
                  </a:lnTo>
                  <a:lnTo>
                    <a:pt x="6739551" y="486226"/>
                  </a:lnTo>
                  <a:lnTo>
                    <a:pt x="6739678" y="486226"/>
                  </a:lnTo>
                  <a:lnTo>
                    <a:pt x="6739804" y="486226"/>
                  </a:lnTo>
                  <a:lnTo>
                    <a:pt x="6739930" y="486226"/>
                  </a:lnTo>
                  <a:lnTo>
                    <a:pt x="6740056" y="486226"/>
                  </a:lnTo>
                  <a:lnTo>
                    <a:pt x="6740183" y="486226"/>
                  </a:lnTo>
                  <a:lnTo>
                    <a:pt x="6740309" y="486226"/>
                  </a:lnTo>
                  <a:lnTo>
                    <a:pt x="6740435" y="486226"/>
                  </a:lnTo>
                  <a:lnTo>
                    <a:pt x="6740561" y="486226"/>
                  </a:lnTo>
                  <a:lnTo>
                    <a:pt x="6740688" y="486226"/>
                  </a:lnTo>
                  <a:lnTo>
                    <a:pt x="6740814" y="486226"/>
                  </a:lnTo>
                  <a:lnTo>
                    <a:pt x="6740940" y="486226"/>
                  </a:lnTo>
                  <a:lnTo>
                    <a:pt x="6741066" y="486226"/>
                  </a:lnTo>
                  <a:lnTo>
                    <a:pt x="6741193" y="486226"/>
                  </a:lnTo>
                  <a:lnTo>
                    <a:pt x="6741319" y="486226"/>
                  </a:lnTo>
                  <a:lnTo>
                    <a:pt x="6741445" y="486226"/>
                  </a:lnTo>
                  <a:lnTo>
                    <a:pt x="6741571" y="486226"/>
                  </a:lnTo>
                  <a:lnTo>
                    <a:pt x="6741698" y="486226"/>
                  </a:lnTo>
                  <a:lnTo>
                    <a:pt x="6741824" y="486226"/>
                  </a:lnTo>
                  <a:lnTo>
                    <a:pt x="6741950" y="486226"/>
                  </a:lnTo>
                  <a:lnTo>
                    <a:pt x="6742076" y="486226"/>
                  </a:lnTo>
                  <a:lnTo>
                    <a:pt x="6742203" y="486226"/>
                  </a:lnTo>
                  <a:lnTo>
                    <a:pt x="6742329" y="486226"/>
                  </a:lnTo>
                  <a:lnTo>
                    <a:pt x="6742455" y="486226"/>
                  </a:lnTo>
                  <a:lnTo>
                    <a:pt x="6742582" y="486226"/>
                  </a:lnTo>
                  <a:lnTo>
                    <a:pt x="6742708" y="486226"/>
                  </a:lnTo>
                  <a:lnTo>
                    <a:pt x="6742834" y="486226"/>
                  </a:lnTo>
                  <a:lnTo>
                    <a:pt x="6742960" y="486226"/>
                  </a:lnTo>
                  <a:lnTo>
                    <a:pt x="6743087" y="486226"/>
                  </a:lnTo>
                  <a:lnTo>
                    <a:pt x="6743213" y="486226"/>
                  </a:lnTo>
                  <a:lnTo>
                    <a:pt x="6743339" y="486226"/>
                  </a:lnTo>
                  <a:lnTo>
                    <a:pt x="6743465" y="486226"/>
                  </a:lnTo>
                  <a:lnTo>
                    <a:pt x="6743592" y="486226"/>
                  </a:lnTo>
                  <a:lnTo>
                    <a:pt x="6743718" y="486226"/>
                  </a:lnTo>
                  <a:lnTo>
                    <a:pt x="6743844" y="486226"/>
                  </a:lnTo>
                  <a:lnTo>
                    <a:pt x="6743970" y="486226"/>
                  </a:lnTo>
                  <a:lnTo>
                    <a:pt x="6744097" y="486226"/>
                  </a:lnTo>
                  <a:lnTo>
                    <a:pt x="6744223" y="486226"/>
                  </a:lnTo>
                  <a:lnTo>
                    <a:pt x="6744349" y="486226"/>
                  </a:lnTo>
                  <a:lnTo>
                    <a:pt x="6744475" y="486226"/>
                  </a:lnTo>
                  <a:lnTo>
                    <a:pt x="6744602" y="486226"/>
                  </a:lnTo>
                  <a:lnTo>
                    <a:pt x="6744728" y="486226"/>
                  </a:lnTo>
                  <a:lnTo>
                    <a:pt x="6744854" y="486226"/>
                  </a:lnTo>
                  <a:lnTo>
                    <a:pt x="6744980" y="486226"/>
                  </a:lnTo>
                  <a:lnTo>
                    <a:pt x="6745107" y="486226"/>
                  </a:lnTo>
                  <a:lnTo>
                    <a:pt x="6745233" y="486226"/>
                  </a:lnTo>
                  <a:lnTo>
                    <a:pt x="6745359" y="486226"/>
                  </a:lnTo>
                  <a:lnTo>
                    <a:pt x="6745485" y="486226"/>
                  </a:lnTo>
                  <a:lnTo>
                    <a:pt x="6745612" y="486226"/>
                  </a:lnTo>
                  <a:lnTo>
                    <a:pt x="6745738" y="486226"/>
                  </a:lnTo>
                  <a:lnTo>
                    <a:pt x="6745864" y="486226"/>
                  </a:lnTo>
                  <a:lnTo>
                    <a:pt x="6745990" y="486226"/>
                  </a:lnTo>
                  <a:lnTo>
                    <a:pt x="6746117" y="486226"/>
                  </a:lnTo>
                  <a:lnTo>
                    <a:pt x="6746243" y="486226"/>
                  </a:lnTo>
                  <a:lnTo>
                    <a:pt x="6746369" y="486226"/>
                  </a:lnTo>
                  <a:lnTo>
                    <a:pt x="6746495" y="486226"/>
                  </a:lnTo>
                  <a:lnTo>
                    <a:pt x="6746622" y="486226"/>
                  </a:lnTo>
                  <a:lnTo>
                    <a:pt x="6746748" y="486226"/>
                  </a:lnTo>
                  <a:lnTo>
                    <a:pt x="6746874" y="486226"/>
                  </a:lnTo>
                  <a:lnTo>
                    <a:pt x="6747000" y="486226"/>
                  </a:lnTo>
                  <a:lnTo>
                    <a:pt x="6747127" y="486226"/>
                  </a:lnTo>
                  <a:lnTo>
                    <a:pt x="6747253" y="486226"/>
                  </a:lnTo>
                  <a:lnTo>
                    <a:pt x="6747379" y="486226"/>
                  </a:lnTo>
                  <a:lnTo>
                    <a:pt x="6747506" y="486226"/>
                  </a:lnTo>
                  <a:lnTo>
                    <a:pt x="6747632" y="486226"/>
                  </a:lnTo>
                  <a:lnTo>
                    <a:pt x="6747758" y="486226"/>
                  </a:lnTo>
                  <a:lnTo>
                    <a:pt x="6747884" y="486226"/>
                  </a:lnTo>
                  <a:lnTo>
                    <a:pt x="6748011" y="486226"/>
                  </a:lnTo>
                  <a:lnTo>
                    <a:pt x="6748137" y="486226"/>
                  </a:lnTo>
                  <a:lnTo>
                    <a:pt x="6748263" y="486226"/>
                  </a:lnTo>
                  <a:lnTo>
                    <a:pt x="6748389" y="486226"/>
                  </a:lnTo>
                  <a:lnTo>
                    <a:pt x="6748516" y="486226"/>
                  </a:lnTo>
                  <a:lnTo>
                    <a:pt x="6748642" y="486226"/>
                  </a:lnTo>
                  <a:lnTo>
                    <a:pt x="6748768" y="486226"/>
                  </a:lnTo>
                  <a:lnTo>
                    <a:pt x="6748894" y="486226"/>
                  </a:lnTo>
                  <a:lnTo>
                    <a:pt x="6749021" y="486226"/>
                  </a:lnTo>
                  <a:lnTo>
                    <a:pt x="6749147" y="486226"/>
                  </a:lnTo>
                  <a:lnTo>
                    <a:pt x="6749273" y="486226"/>
                  </a:lnTo>
                  <a:lnTo>
                    <a:pt x="6749399" y="486226"/>
                  </a:lnTo>
                  <a:lnTo>
                    <a:pt x="6749526" y="486226"/>
                  </a:lnTo>
                  <a:lnTo>
                    <a:pt x="6749652" y="486226"/>
                  </a:lnTo>
                  <a:lnTo>
                    <a:pt x="6749778" y="486226"/>
                  </a:lnTo>
                  <a:lnTo>
                    <a:pt x="6749904" y="486226"/>
                  </a:lnTo>
                  <a:lnTo>
                    <a:pt x="6750031" y="486226"/>
                  </a:lnTo>
                  <a:lnTo>
                    <a:pt x="6750157" y="486226"/>
                  </a:lnTo>
                  <a:lnTo>
                    <a:pt x="6750283" y="486226"/>
                  </a:lnTo>
                  <a:lnTo>
                    <a:pt x="6750409" y="486226"/>
                  </a:lnTo>
                  <a:lnTo>
                    <a:pt x="6750536" y="486226"/>
                  </a:lnTo>
                  <a:lnTo>
                    <a:pt x="6750662" y="486226"/>
                  </a:lnTo>
                  <a:lnTo>
                    <a:pt x="6750788" y="486226"/>
                  </a:lnTo>
                  <a:lnTo>
                    <a:pt x="6750914" y="486226"/>
                  </a:lnTo>
                  <a:lnTo>
                    <a:pt x="6751041" y="486226"/>
                  </a:lnTo>
                  <a:lnTo>
                    <a:pt x="6751167" y="486226"/>
                  </a:lnTo>
                  <a:lnTo>
                    <a:pt x="6751293" y="486226"/>
                  </a:lnTo>
                  <a:lnTo>
                    <a:pt x="6751419" y="486226"/>
                  </a:lnTo>
                  <a:lnTo>
                    <a:pt x="6751546" y="486226"/>
                  </a:lnTo>
                  <a:lnTo>
                    <a:pt x="6751672" y="486226"/>
                  </a:lnTo>
                  <a:lnTo>
                    <a:pt x="6751798" y="486226"/>
                  </a:lnTo>
                  <a:lnTo>
                    <a:pt x="6751924" y="486226"/>
                  </a:lnTo>
                  <a:lnTo>
                    <a:pt x="6752051" y="486226"/>
                  </a:lnTo>
                  <a:lnTo>
                    <a:pt x="6752177" y="486226"/>
                  </a:lnTo>
                  <a:lnTo>
                    <a:pt x="6752303" y="486226"/>
                  </a:lnTo>
                  <a:lnTo>
                    <a:pt x="6752429" y="486226"/>
                  </a:lnTo>
                  <a:lnTo>
                    <a:pt x="6752556" y="486226"/>
                  </a:lnTo>
                  <a:lnTo>
                    <a:pt x="6752682" y="486226"/>
                  </a:lnTo>
                  <a:lnTo>
                    <a:pt x="6752808" y="486226"/>
                  </a:lnTo>
                  <a:lnTo>
                    <a:pt x="6752935" y="486226"/>
                  </a:lnTo>
                  <a:lnTo>
                    <a:pt x="6753061" y="486226"/>
                  </a:lnTo>
                  <a:lnTo>
                    <a:pt x="6753187" y="486226"/>
                  </a:lnTo>
                  <a:lnTo>
                    <a:pt x="6753313" y="486226"/>
                  </a:lnTo>
                  <a:lnTo>
                    <a:pt x="6753440" y="486226"/>
                  </a:lnTo>
                  <a:lnTo>
                    <a:pt x="6753566" y="486226"/>
                  </a:lnTo>
                  <a:lnTo>
                    <a:pt x="6753692" y="486226"/>
                  </a:lnTo>
                  <a:lnTo>
                    <a:pt x="6753818" y="486226"/>
                  </a:lnTo>
                  <a:lnTo>
                    <a:pt x="6753945" y="486226"/>
                  </a:lnTo>
                  <a:lnTo>
                    <a:pt x="6754071" y="486226"/>
                  </a:lnTo>
                  <a:lnTo>
                    <a:pt x="6754197" y="486226"/>
                  </a:lnTo>
                  <a:lnTo>
                    <a:pt x="6754323" y="486226"/>
                  </a:lnTo>
                  <a:lnTo>
                    <a:pt x="6754450" y="486226"/>
                  </a:lnTo>
                  <a:lnTo>
                    <a:pt x="6754576" y="486226"/>
                  </a:lnTo>
                  <a:lnTo>
                    <a:pt x="6754702" y="486226"/>
                  </a:lnTo>
                  <a:lnTo>
                    <a:pt x="6754828" y="486226"/>
                  </a:lnTo>
                  <a:lnTo>
                    <a:pt x="6754955" y="486226"/>
                  </a:lnTo>
                  <a:lnTo>
                    <a:pt x="6755081" y="486226"/>
                  </a:lnTo>
                  <a:lnTo>
                    <a:pt x="6755207" y="486226"/>
                  </a:lnTo>
                  <a:lnTo>
                    <a:pt x="6755333" y="486226"/>
                  </a:lnTo>
                  <a:lnTo>
                    <a:pt x="6755460" y="486226"/>
                  </a:lnTo>
                  <a:lnTo>
                    <a:pt x="6755586" y="486226"/>
                  </a:lnTo>
                  <a:lnTo>
                    <a:pt x="6755712" y="486226"/>
                  </a:lnTo>
                  <a:lnTo>
                    <a:pt x="6755838" y="486226"/>
                  </a:lnTo>
                  <a:lnTo>
                    <a:pt x="6755965" y="486226"/>
                  </a:lnTo>
                  <a:lnTo>
                    <a:pt x="6756091" y="486226"/>
                  </a:lnTo>
                  <a:lnTo>
                    <a:pt x="6756217" y="486226"/>
                  </a:lnTo>
                  <a:lnTo>
                    <a:pt x="6756343" y="486226"/>
                  </a:lnTo>
                  <a:lnTo>
                    <a:pt x="6756470" y="486226"/>
                  </a:lnTo>
                  <a:lnTo>
                    <a:pt x="6756596" y="486226"/>
                  </a:lnTo>
                  <a:lnTo>
                    <a:pt x="6756722" y="486226"/>
                  </a:lnTo>
                  <a:lnTo>
                    <a:pt x="6756848" y="486226"/>
                  </a:lnTo>
                  <a:lnTo>
                    <a:pt x="6756975" y="486226"/>
                  </a:lnTo>
                  <a:lnTo>
                    <a:pt x="6757101" y="486226"/>
                  </a:lnTo>
                  <a:lnTo>
                    <a:pt x="6757227" y="486226"/>
                  </a:lnTo>
                  <a:lnTo>
                    <a:pt x="6757353" y="486226"/>
                  </a:lnTo>
                  <a:lnTo>
                    <a:pt x="6757480" y="486226"/>
                  </a:lnTo>
                  <a:lnTo>
                    <a:pt x="6757606" y="486226"/>
                  </a:lnTo>
                  <a:lnTo>
                    <a:pt x="6757732" y="486226"/>
                  </a:lnTo>
                  <a:lnTo>
                    <a:pt x="6757859" y="486226"/>
                  </a:lnTo>
                  <a:lnTo>
                    <a:pt x="6757985" y="486226"/>
                  </a:lnTo>
                  <a:lnTo>
                    <a:pt x="6758111" y="486226"/>
                  </a:lnTo>
                  <a:lnTo>
                    <a:pt x="6758237" y="486226"/>
                  </a:lnTo>
                  <a:lnTo>
                    <a:pt x="6758364" y="486226"/>
                  </a:lnTo>
                  <a:lnTo>
                    <a:pt x="6758490" y="486226"/>
                  </a:lnTo>
                  <a:lnTo>
                    <a:pt x="6758616" y="486226"/>
                  </a:lnTo>
                  <a:lnTo>
                    <a:pt x="6758742" y="486226"/>
                  </a:lnTo>
                  <a:lnTo>
                    <a:pt x="6758869" y="486226"/>
                  </a:lnTo>
                  <a:lnTo>
                    <a:pt x="6758995" y="486226"/>
                  </a:lnTo>
                  <a:lnTo>
                    <a:pt x="6759121" y="486226"/>
                  </a:lnTo>
                  <a:lnTo>
                    <a:pt x="6759247" y="486226"/>
                  </a:lnTo>
                  <a:lnTo>
                    <a:pt x="6759374" y="486226"/>
                  </a:lnTo>
                  <a:lnTo>
                    <a:pt x="6759500" y="486226"/>
                  </a:lnTo>
                  <a:lnTo>
                    <a:pt x="6759500" y="481314"/>
                  </a:lnTo>
                  <a:lnTo>
                    <a:pt x="6759626" y="481314"/>
                  </a:lnTo>
                  <a:lnTo>
                    <a:pt x="6759752" y="481314"/>
                  </a:lnTo>
                  <a:lnTo>
                    <a:pt x="6759879" y="481314"/>
                  </a:lnTo>
                  <a:lnTo>
                    <a:pt x="6760005" y="481314"/>
                  </a:lnTo>
                  <a:lnTo>
                    <a:pt x="6760131" y="481314"/>
                  </a:lnTo>
                  <a:lnTo>
                    <a:pt x="6760257" y="481314"/>
                  </a:lnTo>
                  <a:lnTo>
                    <a:pt x="6760384" y="481314"/>
                  </a:lnTo>
                  <a:lnTo>
                    <a:pt x="6760510" y="481314"/>
                  </a:lnTo>
                  <a:lnTo>
                    <a:pt x="6760636" y="481314"/>
                  </a:lnTo>
                  <a:lnTo>
                    <a:pt x="6760762" y="481314"/>
                  </a:lnTo>
                  <a:lnTo>
                    <a:pt x="6760889" y="481314"/>
                  </a:lnTo>
                  <a:lnTo>
                    <a:pt x="6761015" y="481314"/>
                  </a:lnTo>
                  <a:lnTo>
                    <a:pt x="6761141" y="481314"/>
                  </a:lnTo>
                  <a:lnTo>
                    <a:pt x="6761267" y="481314"/>
                  </a:lnTo>
                  <a:lnTo>
                    <a:pt x="6761394" y="481314"/>
                  </a:lnTo>
                  <a:lnTo>
                    <a:pt x="6761520" y="481314"/>
                  </a:lnTo>
                  <a:lnTo>
                    <a:pt x="6761646" y="481314"/>
                  </a:lnTo>
                  <a:lnTo>
                    <a:pt x="6761772" y="481314"/>
                  </a:lnTo>
                  <a:lnTo>
                    <a:pt x="6761899" y="481314"/>
                  </a:lnTo>
                  <a:lnTo>
                    <a:pt x="6762025" y="481314"/>
                  </a:lnTo>
                  <a:lnTo>
                    <a:pt x="6762151" y="481314"/>
                  </a:lnTo>
                  <a:lnTo>
                    <a:pt x="6762277" y="481314"/>
                  </a:lnTo>
                  <a:lnTo>
                    <a:pt x="6762404" y="481314"/>
                  </a:lnTo>
                  <a:lnTo>
                    <a:pt x="6762530" y="481314"/>
                  </a:lnTo>
                  <a:lnTo>
                    <a:pt x="6762656" y="481314"/>
                  </a:lnTo>
                  <a:lnTo>
                    <a:pt x="6762782" y="481314"/>
                  </a:lnTo>
                  <a:lnTo>
                    <a:pt x="6762909" y="481314"/>
                  </a:lnTo>
                  <a:lnTo>
                    <a:pt x="6763035" y="481314"/>
                  </a:lnTo>
                  <a:lnTo>
                    <a:pt x="6763161" y="481314"/>
                  </a:lnTo>
                  <a:lnTo>
                    <a:pt x="6763288" y="481314"/>
                  </a:lnTo>
                  <a:lnTo>
                    <a:pt x="6763414" y="481314"/>
                  </a:lnTo>
                  <a:lnTo>
                    <a:pt x="6763540" y="481314"/>
                  </a:lnTo>
                  <a:lnTo>
                    <a:pt x="6763666" y="481314"/>
                  </a:lnTo>
                  <a:lnTo>
                    <a:pt x="6763793" y="481314"/>
                  </a:lnTo>
                  <a:lnTo>
                    <a:pt x="6763919" y="481314"/>
                  </a:lnTo>
                  <a:lnTo>
                    <a:pt x="6764045" y="481314"/>
                  </a:lnTo>
                  <a:lnTo>
                    <a:pt x="6764171" y="481314"/>
                  </a:lnTo>
                  <a:lnTo>
                    <a:pt x="6764298" y="481314"/>
                  </a:lnTo>
                  <a:lnTo>
                    <a:pt x="6764424" y="481314"/>
                  </a:lnTo>
                  <a:lnTo>
                    <a:pt x="6764550" y="481314"/>
                  </a:lnTo>
                  <a:lnTo>
                    <a:pt x="6764676" y="481314"/>
                  </a:lnTo>
                  <a:lnTo>
                    <a:pt x="6764803" y="481314"/>
                  </a:lnTo>
                  <a:lnTo>
                    <a:pt x="6764929" y="481314"/>
                  </a:lnTo>
                  <a:lnTo>
                    <a:pt x="6765055" y="481314"/>
                  </a:lnTo>
                  <a:lnTo>
                    <a:pt x="6765181" y="481314"/>
                  </a:lnTo>
                  <a:lnTo>
                    <a:pt x="6765308" y="481314"/>
                  </a:lnTo>
                  <a:lnTo>
                    <a:pt x="6765434" y="481314"/>
                  </a:lnTo>
                  <a:lnTo>
                    <a:pt x="6765560" y="481314"/>
                  </a:lnTo>
                  <a:lnTo>
                    <a:pt x="6765686" y="481314"/>
                  </a:lnTo>
                  <a:lnTo>
                    <a:pt x="6765813" y="481314"/>
                  </a:lnTo>
                  <a:lnTo>
                    <a:pt x="6765939" y="481314"/>
                  </a:lnTo>
                  <a:lnTo>
                    <a:pt x="6766065" y="481314"/>
                  </a:lnTo>
                  <a:lnTo>
                    <a:pt x="6766191" y="481314"/>
                  </a:lnTo>
                  <a:lnTo>
                    <a:pt x="6766191" y="476403"/>
                  </a:lnTo>
                  <a:lnTo>
                    <a:pt x="6766318" y="476403"/>
                  </a:lnTo>
                  <a:lnTo>
                    <a:pt x="6766444" y="476403"/>
                  </a:lnTo>
                  <a:lnTo>
                    <a:pt x="6766570" y="476403"/>
                  </a:lnTo>
                  <a:lnTo>
                    <a:pt x="6766696" y="476403"/>
                  </a:lnTo>
                  <a:lnTo>
                    <a:pt x="6766823" y="476403"/>
                  </a:lnTo>
                  <a:lnTo>
                    <a:pt x="6766949" y="476403"/>
                  </a:lnTo>
                  <a:lnTo>
                    <a:pt x="6767075" y="476403"/>
                  </a:lnTo>
                  <a:lnTo>
                    <a:pt x="6767201" y="476403"/>
                  </a:lnTo>
                  <a:lnTo>
                    <a:pt x="6767328" y="476403"/>
                  </a:lnTo>
                  <a:lnTo>
                    <a:pt x="6767454" y="476403"/>
                  </a:lnTo>
                  <a:lnTo>
                    <a:pt x="6767580" y="476403"/>
                  </a:lnTo>
                  <a:lnTo>
                    <a:pt x="6767706" y="476403"/>
                  </a:lnTo>
                  <a:lnTo>
                    <a:pt x="6767833" y="476403"/>
                  </a:lnTo>
                  <a:lnTo>
                    <a:pt x="6767959" y="476403"/>
                  </a:lnTo>
                  <a:lnTo>
                    <a:pt x="6768085" y="476403"/>
                  </a:lnTo>
                  <a:lnTo>
                    <a:pt x="6768212" y="476403"/>
                  </a:lnTo>
                  <a:lnTo>
                    <a:pt x="6768338" y="476403"/>
                  </a:lnTo>
                  <a:lnTo>
                    <a:pt x="6768464" y="476403"/>
                  </a:lnTo>
                  <a:lnTo>
                    <a:pt x="6768590" y="476403"/>
                  </a:lnTo>
                  <a:lnTo>
                    <a:pt x="6768717" y="476403"/>
                  </a:lnTo>
                  <a:lnTo>
                    <a:pt x="6768843" y="476403"/>
                  </a:lnTo>
                  <a:lnTo>
                    <a:pt x="6768969" y="476403"/>
                  </a:lnTo>
                  <a:lnTo>
                    <a:pt x="6769095" y="476403"/>
                  </a:lnTo>
                  <a:lnTo>
                    <a:pt x="6769222" y="476403"/>
                  </a:lnTo>
                  <a:lnTo>
                    <a:pt x="6769348" y="476403"/>
                  </a:lnTo>
                  <a:lnTo>
                    <a:pt x="6769474" y="476403"/>
                  </a:lnTo>
                  <a:lnTo>
                    <a:pt x="6769474" y="471491"/>
                  </a:lnTo>
                  <a:lnTo>
                    <a:pt x="6769600" y="471491"/>
                  </a:lnTo>
                  <a:lnTo>
                    <a:pt x="6769727" y="471491"/>
                  </a:lnTo>
                  <a:lnTo>
                    <a:pt x="6769853" y="471491"/>
                  </a:lnTo>
                  <a:lnTo>
                    <a:pt x="6769979" y="471491"/>
                  </a:lnTo>
                  <a:lnTo>
                    <a:pt x="6770105" y="471491"/>
                  </a:lnTo>
                  <a:lnTo>
                    <a:pt x="6770232" y="471491"/>
                  </a:lnTo>
                  <a:lnTo>
                    <a:pt x="6770358" y="471491"/>
                  </a:lnTo>
                  <a:lnTo>
                    <a:pt x="6770484" y="471491"/>
                  </a:lnTo>
                  <a:lnTo>
                    <a:pt x="6770610" y="471491"/>
                  </a:lnTo>
                  <a:lnTo>
                    <a:pt x="6770737" y="471491"/>
                  </a:lnTo>
                  <a:lnTo>
                    <a:pt x="6770737" y="466580"/>
                  </a:lnTo>
                  <a:lnTo>
                    <a:pt x="6770863" y="466580"/>
                  </a:lnTo>
                  <a:lnTo>
                    <a:pt x="6770989" y="466580"/>
                  </a:lnTo>
                  <a:lnTo>
                    <a:pt x="6771115" y="466580"/>
                  </a:lnTo>
                  <a:lnTo>
                    <a:pt x="6771242" y="466580"/>
                  </a:lnTo>
                  <a:lnTo>
                    <a:pt x="6771368" y="466580"/>
                  </a:lnTo>
                  <a:lnTo>
                    <a:pt x="6771494" y="466580"/>
                  </a:lnTo>
                  <a:lnTo>
                    <a:pt x="6771620" y="466580"/>
                  </a:lnTo>
                  <a:lnTo>
                    <a:pt x="6771747" y="466580"/>
                  </a:lnTo>
                  <a:lnTo>
                    <a:pt x="6771873" y="466580"/>
                  </a:lnTo>
                  <a:lnTo>
                    <a:pt x="6771999" y="466580"/>
                  </a:lnTo>
                  <a:lnTo>
                    <a:pt x="6772125" y="466580"/>
                  </a:lnTo>
                  <a:lnTo>
                    <a:pt x="6772252" y="466580"/>
                  </a:lnTo>
                  <a:lnTo>
                    <a:pt x="6772378" y="466580"/>
                  </a:lnTo>
                  <a:lnTo>
                    <a:pt x="6772504" y="466580"/>
                  </a:lnTo>
                  <a:lnTo>
                    <a:pt x="6772630" y="466580"/>
                  </a:lnTo>
                  <a:lnTo>
                    <a:pt x="6772757" y="466580"/>
                  </a:lnTo>
                  <a:lnTo>
                    <a:pt x="6772883" y="466580"/>
                  </a:lnTo>
                  <a:lnTo>
                    <a:pt x="6772883" y="461669"/>
                  </a:lnTo>
                  <a:lnTo>
                    <a:pt x="6773009" y="461669"/>
                  </a:lnTo>
                  <a:lnTo>
                    <a:pt x="6773136" y="461669"/>
                  </a:lnTo>
                  <a:lnTo>
                    <a:pt x="6773262" y="461669"/>
                  </a:lnTo>
                  <a:lnTo>
                    <a:pt x="6773388" y="461669"/>
                  </a:lnTo>
                  <a:lnTo>
                    <a:pt x="6773514" y="461669"/>
                  </a:lnTo>
                  <a:lnTo>
                    <a:pt x="6773641" y="461669"/>
                  </a:lnTo>
                  <a:lnTo>
                    <a:pt x="6773767" y="461669"/>
                  </a:lnTo>
                  <a:lnTo>
                    <a:pt x="6773893" y="461669"/>
                  </a:lnTo>
                  <a:lnTo>
                    <a:pt x="6774019" y="461669"/>
                  </a:lnTo>
                  <a:lnTo>
                    <a:pt x="6774146" y="461669"/>
                  </a:lnTo>
                  <a:lnTo>
                    <a:pt x="6774272" y="461669"/>
                  </a:lnTo>
                  <a:lnTo>
                    <a:pt x="6774398" y="461669"/>
                  </a:lnTo>
                  <a:lnTo>
                    <a:pt x="6774524" y="461669"/>
                  </a:lnTo>
                  <a:lnTo>
                    <a:pt x="6774651" y="461669"/>
                  </a:lnTo>
                  <a:lnTo>
                    <a:pt x="6774651" y="456757"/>
                  </a:lnTo>
                  <a:lnTo>
                    <a:pt x="6774777" y="456757"/>
                  </a:lnTo>
                  <a:lnTo>
                    <a:pt x="6774903" y="456757"/>
                  </a:lnTo>
                  <a:lnTo>
                    <a:pt x="6775029" y="456757"/>
                  </a:lnTo>
                  <a:lnTo>
                    <a:pt x="6775156" y="456757"/>
                  </a:lnTo>
                  <a:lnTo>
                    <a:pt x="6775282" y="456757"/>
                  </a:lnTo>
                  <a:lnTo>
                    <a:pt x="6775408" y="456757"/>
                  </a:lnTo>
                  <a:lnTo>
                    <a:pt x="6775534" y="456757"/>
                  </a:lnTo>
                  <a:lnTo>
                    <a:pt x="6775661" y="456757"/>
                  </a:lnTo>
                  <a:lnTo>
                    <a:pt x="6775787" y="456757"/>
                  </a:lnTo>
                  <a:lnTo>
                    <a:pt x="6775913" y="456757"/>
                  </a:lnTo>
                  <a:lnTo>
                    <a:pt x="6776039" y="456757"/>
                  </a:lnTo>
                  <a:lnTo>
                    <a:pt x="6776166" y="456757"/>
                  </a:lnTo>
                  <a:lnTo>
                    <a:pt x="6776292" y="456757"/>
                  </a:lnTo>
                  <a:lnTo>
                    <a:pt x="6776418" y="456757"/>
                  </a:lnTo>
                  <a:lnTo>
                    <a:pt x="6776544" y="456757"/>
                  </a:lnTo>
                  <a:lnTo>
                    <a:pt x="6776671" y="456757"/>
                  </a:lnTo>
                  <a:lnTo>
                    <a:pt x="6776797" y="456757"/>
                  </a:lnTo>
                  <a:lnTo>
                    <a:pt x="6776923" y="456757"/>
                  </a:lnTo>
                  <a:lnTo>
                    <a:pt x="6777049" y="456757"/>
                  </a:lnTo>
                  <a:lnTo>
                    <a:pt x="6777176" y="456757"/>
                  </a:lnTo>
                  <a:lnTo>
                    <a:pt x="6777302" y="456757"/>
                  </a:lnTo>
                  <a:lnTo>
                    <a:pt x="6777428" y="456757"/>
                  </a:lnTo>
                  <a:lnTo>
                    <a:pt x="6777554" y="456757"/>
                  </a:lnTo>
                  <a:lnTo>
                    <a:pt x="6777681" y="456757"/>
                  </a:lnTo>
                  <a:lnTo>
                    <a:pt x="6777807" y="456757"/>
                  </a:lnTo>
                  <a:lnTo>
                    <a:pt x="6777933" y="456757"/>
                  </a:lnTo>
                  <a:lnTo>
                    <a:pt x="6778059" y="456757"/>
                  </a:lnTo>
                  <a:lnTo>
                    <a:pt x="6778186" y="456757"/>
                  </a:lnTo>
                  <a:lnTo>
                    <a:pt x="6778312" y="456757"/>
                  </a:lnTo>
                  <a:lnTo>
                    <a:pt x="6778438" y="456757"/>
                  </a:lnTo>
                  <a:lnTo>
                    <a:pt x="6778438" y="451846"/>
                  </a:lnTo>
                  <a:lnTo>
                    <a:pt x="6778565" y="451846"/>
                  </a:lnTo>
                  <a:lnTo>
                    <a:pt x="6778691" y="451846"/>
                  </a:lnTo>
                  <a:lnTo>
                    <a:pt x="6778817" y="451846"/>
                  </a:lnTo>
                  <a:lnTo>
                    <a:pt x="6778943" y="451846"/>
                  </a:lnTo>
                  <a:lnTo>
                    <a:pt x="6779070" y="451846"/>
                  </a:lnTo>
                  <a:lnTo>
                    <a:pt x="6779196" y="451846"/>
                  </a:lnTo>
                  <a:lnTo>
                    <a:pt x="6779322" y="451846"/>
                  </a:lnTo>
                  <a:lnTo>
                    <a:pt x="6779448" y="451846"/>
                  </a:lnTo>
                  <a:lnTo>
                    <a:pt x="6779575" y="451846"/>
                  </a:lnTo>
                  <a:lnTo>
                    <a:pt x="6779701" y="451846"/>
                  </a:lnTo>
                  <a:lnTo>
                    <a:pt x="6779827" y="451846"/>
                  </a:lnTo>
                  <a:lnTo>
                    <a:pt x="6779953" y="451846"/>
                  </a:lnTo>
                  <a:lnTo>
                    <a:pt x="6780080" y="451846"/>
                  </a:lnTo>
                  <a:lnTo>
                    <a:pt x="6780206" y="451846"/>
                  </a:lnTo>
                  <a:lnTo>
                    <a:pt x="6780332" y="451846"/>
                  </a:lnTo>
                  <a:lnTo>
                    <a:pt x="6780458" y="451846"/>
                  </a:lnTo>
                  <a:lnTo>
                    <a:pt x="6780585" y="451846"/>
                  </a:lnTo>
                  <a:lnTo>
                    <a:pt x="6780711" y="451846"/>
                  </a:lnTo>
                  <a:lnTo>
                    <a:pt x="6780837" y="451846"/>
                  </a:lnTo>
                  <a:lnTo>
                    <a:pt x="6780837" y="446935"/>
                  </a:lnTo>
                  <a:lnTo>
                    <a:pt x="6780963" y="446935"/>
                  </a:lnTo>
                  <a:lnTo>
                    <a:pt x="6781090" y="446935"/>
                  </a:lnTo>
                  <a:lnTo>
                    <a:pt x="6781216" y="446935"/>
                  </a:lnTo>
                  <a:lnTo>
                    <a:pt x="6781342" y="446935"/>
                  </a:lnTo>
                  <a:lnTo>
                    <a:pt x="6781468" y="446935"/>
                  </a:lnTo>
                  <a:lnTo>
                    <a:pt x="6781595" y="446935"/>
                  </a:lnTo>
                  <a:lnTo>
                    <a:pt x="6781721" y="446935"/>
                  </a:lnTo>
                  <a:lnTo>
                    <a:pt x="6781847" y="446935"/>
                  </a:lnTo>
                  <a:lnTo>
                    <a:pt x="6781973" y="446935"/>
                  </a:lnTo>
                  <a:lnTo>
                    <a:pt x="6782100" y="446935"/>
                  </a:lnTo>
                  <a:lnTo>
                    <a:pt x="6782226" y="446935"/>
                  </a:lnTo>
                  <a:lnTo>
                    <a:pt x="6782226" y="442023"/>
                  </a:lnTo>
                  <a:lnTo>
                    <a:pt x="6782352" y="442023"/>
                  </a:lnTo>
                  <a:lnTo>
                    <a:pt x="6782478" y="442023"/>
                  </a:lnTo>
                  <a:lnTo>
                    <a:pt x="6782605" y="442023"/>
                  </a:lnTo>
                  <a:lnTo>
                    <a:pt x="6782731" y="442023"/>
                  </a:lnTo>
                  <a:lnTo>
                    <a:pt x="6782857" y="442023"/>
                  </a:lnTo>
                  <a:lnTo>
                    <a:pt x="6782983" y="442023"/>
                  </a:lnTo>
                  <a:lnTo>
                    <a:pt x="6783110" y="442023"/>
                  </a:lnTo>
                  <a:lnTo>
                    <a:pt x="6783236" y="442023"/>
                  </a:lnTo>
                  <a:lnTo>
                    <a:pt x="6783362" y="442023"/>
                  </a:lnTo>
                  <a:lnTo>
                    <a:pt x="6783489" y="442023"/>
                  </a:lnTo>
                  <a:lnTo>
                    <a:pt x="6783615" y="442023"/>
                  </a:lnTo>
                  <a:lnTo>
                    <a:pt x="6783741" y="442023"/>
                  </a:lnTo>
                  <a:lnTo>
                    <a:pt x="6783867" y="442023"/>
                  </a:lnTo>
                  <a:lnTo>
                    <a:pt x="6783994" y="442023"/>
                  </a:lnTo>
                  <a:lnTo>
                    <a:pt x="6784120" y="442023"/>
                  </a:lnTo>
                  <a:lnTo>
                    <a:pt x="6784246" y="442023"/>
                  </a:lnTo>
                  <a:lnTo>
                    <a:pt x="6784372" y="442023"/>
                  </a:lnTo>
                  <a:lnTo>
                    <a:pt x="6784499" y="442023"/>
                  </a:lnTo>
                  <a:lnTo>
                    <a:pt x="6784625" y="442023"/>
                  </a:lnTo>
                  <a:lnTo>
                    <a:pt x="6784751" y="442023"/>
                  </a:lnTo>
                  <a:lnTo>
                    <a:pt x="6784877" y="442023"/>
                  </a:lnTo>
                  <a:lnTo>
                    <a:pt x="6785004" y="442023"/>
                  </a:lnTo>
                  <a:lnTo>
                    <a:pt x="6785130" y="442023"/>
                  </a:lnTo>
                  <a:lnTo>
                    <a:pt x="6785256" y="442023"/>
                  </a:lnTo>
                  <a:lnTo>
                    <a:pt x="6785382" y="442023"/>
                  </a:lnTo>
                  <a:lnTo>
                    <a:pt x="6785509" y="442023"/>
                  </a:lnTo>
                  <a:lnTo>
                    <a:pt x="6785635" y="442023"/>
                  </a:lnTo>
                  <a:lnTo>
                    <a:pt x="6785761" y="442023"/>
                  </a:lnTo>
                  <a:lnTo>
                    <a:pt x="6785887" y="442023"/>
                  </a:lnTo>
                  <a:lnTo>
                    <a:pt x="6786014" y="442023"/>
                  </a:lnTo>
                  <a:lnTo>
                    <a:pt x="6786140" y="442023"/>
                  </a:lnTo>
                  <a:lnTo>
                    <a:pt x="6786266" y="442023"/>
                  </a:lnTo>
                  <a:lnTo>
                    <a:pt x="6786392" y="442023"/>
                  </a:lnTo>
                  <a:lnTo>
                    <a:pt x="6786519" y="442023"/>
                  </a:lnTo>
                  <a:lnTo>
                    <a:pt x="6786645" y="442023"/>
                  </a:lnTo>
                  <a:lnTo>
                    <a:pt x="6786771" y="442023"/>
                  </a:lnTo>
                  <a:lnTo>
                    <a:pt x="6786897" y="442023"/>
                  </a:lnTo>
                  <a:lnTo>
                    <a:pt x="6787024" y="442023"/>
                  </a:lnTo>
                  <a:lnTo>
                    <a:pt x="6787150" y="442023"/>
                  </a:lnTo>
                  <a:lnTo>
                    <a:pt x="6787276" y="442023"/>
                  </a:lnTo>
                  <a:lnTo>
                    <a:pt x="6787402" y="442023"/>
                  </a:lnTo>
                  <a:lnTo>
                    <a:pt x="6787529" y="442023"/>
                  </a:lnTo>
                  <a:lnTo>
                    <a:pt x="6787655" y="442023"/>
                  </a:lnTo>
                  <a:lnTo>
                    <a:pt x="6787781" y="442023"/>
                  </a:lnTo>
                  <a:lnTo>
                    <a:pt x="6787907" y="442023"/>
                  </a:lnTo>
                  <a:lnTo>
                    <a:pt x="6788034" y="442023"/>
                  </a:lnTo>
                  <a:lnTo>
                    <a:pt x="6788160" y="442023"/>
                  </a:lnTo>
                  <a:lnTo>
                    <a:pt x="6788286" y="442023"/>
                  </a:lnTo>
                  <a:lnTo>
                    <a:pt x="6788412" y="442023"/>
                  </a:lnTo>
                  <a:lnTo>
                    <a:pt x="6788539" y="442023"/>
                  </a:lnTo>
                  <a:lnTo>
                    <a:pt x="6788665" y="442023"/>
                  </a:lnTo>
                  <a:lnTo>
                    <a:pt x="6788791" y="442023"/>
                  </a:lnTo>
                  <a:lnTo>
                    <a:pt x="6788918" y="442023"/>
                  </a:lnTo>
                  <a:lnTo>
                    <a:pt x="6789044" y="442023"/>
                  </a:lnTo>
                  <a:lnTo>
                    <a:pt x="6789170" y="442023"/>
                  </a:lnTo>
                  <a:lnTo>
                    <a:pt x="6789296" y="442023"/>
                  </a:lnTo>
                  <a:lnTo>
                    <a:pt x="6789423" y="442023"/>
                  </a:lnTo>
                  <a:lnTo>
                    <a:pt x="6789549" y="442023"/>
                  </a:lnTo>
                  <a:lnTo>
                    <a:pt x="6789675" y="442023"/>
                  </a:lnTo>
                  <a:lnTo>
                    <a:pt x="6789801" y="442023"/>
                  </a:lnTo>
                  <a:lnTo>
                    <a:pt x="6789928" y="442023"/>
                  </a:lnTo>
                  <a:lnTo>
                    <a:pt x="6790054" y="442023"/>
                  </a:lnTo>
                  <a:lnTo>
                    <a:pt x="6790180" y="442023"/>
                  </a:lnTo>
                  <a:lnTo>
                    <a:pt x="6790306" y="442023"/>
                  </a:lnTo>
                  <a:lnTo>
                    <a:pt x="6790433" y="442023"/>
                  </a:lnTo>
                  <a:lnTo>
                    <a:pt x="6790559" y="442023"/>
                  </a:lnTo>
                  <a:lnTo>
                    <a:pt x="6790685" y="442023"/>
                  </a:lnTo>
                  <a:lnTo>
                    <a:pt x="6790811" y="442023"/>
                  </a:lnTo>
                  <a:lnTo>
                    <a:pt x="6790938" y="442023"/>
                  </a:lnTo>
                  <a:lnTo>
                    <a:pt x="6791064" y="442023"/>
                  </a:lnTo>
                  <a:lnTo>
                    <a:pt x="6791190" y="442023"/>
                  </a:lnTo>
                  <a:lnTo>
                    <a:pt x="6791316" y="442023"/>
                  </a:lnTo>
                  <a:lnTo>
                    <a:pt x="6791443" y="442023"/>
                  </a:lnTo>
                  <a:lnTo>
                    <a:pt x="6791569" y="442023"/>
                  </a:lnTo>
                  <a:lnTo>
                    <a:pt x="6791695" y="442023"/>
                  </a:lnTo>
                  <a:lnTo>
                    <a:pt x="6791821" y="442023"/>
                  </a:lnTo>
                  <a:lnTo>
                    <a:pt x="6791948" y="442023"/>
                  </a:lnTo>
                  <a:lnTo>
                    <a:pt x="6792074" y="442023"/>
                  </a:lnTo>
                  <a:lnTo>
                    <a:pt x="6792200" y="442023"/>
                  </a:lnTo>
                  <a:lnTo>
                    <a:pt x="6792326" y="442023"/>
                  </a:lnTo>
                  <a:lnTo>
                    <a:pt x="6792453" y="442023"/>
                  </a:lnTo>
                  <a:lnTo>
                    <a:pt x="6792579" y="442023"/>
                  </a:lnTo>
                  <a:lnTo>
                    <a:pt x="6792705" y="442023"/>
                  </a:lnTo>
                  <a:lnTo>
                    <a:pt x="6792831" y="442023"/>
                  </a:lnTo>
                  <a:lnTo>
                    <a:pt x="6792958" y="442023"/>
                  </a:lnTo>
                  <a:lnTo>
                    <a:pt x="6793084" y="442023"/>
                  </a:lnTo>
                  <a:lnTo>
                    <a:pt x="6793210" y="442023"/>
                  </a:lnTo>
                  <a:lnTo>
                    <a:pt x="6793336" y="442023"/>
                  </a:lnTo>
                  <a:lnTo>
                    <a:pt x="6793463" y="442023"/>
                  </a:lnTo>
                  <a:lnTo>
                    <a:pt x="6793589" y="442023"/>
                  </a:lnTo>
                  <a:lnTo>
                    <a:pt x="6793715" y="442023"/>
                  </a:lnTo>
                  <a:lnTo>
                    <a:pt x="6793842" y="442023"/>
                  </a:lnTo>
                  <a:lnTo>
                    <a:pt x="6793968" y="442023"/>
                  </a:lnTo>
                  <a:lnTo>
                    <a:pt x="6794094" y="442023"/>
                  </a:lnTo>
                  <a:lnTo>
                    <a:pt x="6794220" y="442023"/>
                  </a:lnTo>
                  <a:lnTo>
                    <a:pt x="6794347" y="442023"/>
                  </a:lnTo>
                  <a:lnTo>
                    <a:pt x="6794473" y="442023"/>
                  </a:lnTo>
                  <a:lnTo>
                    <a:pt x="6794599" y="442023"/>
                  </a:lnTo>
                  <a:lnTo>
                    <a:pt x="6794725" y="442023"/>
                  </a:lnTo>
                  <a:lnTo>
                    <a:pt x="6794852" y="442023"/>
                  </a:lnTo>
                  <a:lnTo>
                    <a:pt x="6794978" y="442023"/>
                  </a:lnTo>
                  <a:lnTo>
                    <a:pt x="6795104" y="442023"/>
                  </a:lnTo>
                  <a:lnTo>
                    <a:pt x="6795230" y="442023"/>
                  </a:lnTo>
                  <a:lnTo>
                    <a:pt x="6795357" y="442023"/>
                  </a:lnTo>
                  <a:lnTo>
                    <a:pt x="6795483" y="442023"/>
                  </a:lnTo>
                  <a:lnTo>
                    <a:pt x="6795609" y="442023"/>
                  </a:lnTo>
                  <a:lnTo>
                    <a:pt x="6795735" y="442023"/>
                  </a:lnTo>
                  <a:lnTo>
                    <a:pt x="6795862" y="442023"/>
                  </a:lnTo>
                  <a:lnTo>
                    <a:pt x="6795988" y="442023"/>
                  </a:lnTo>
                  <a:lnTo>
                    <a:pt x="6796114" y="442023"/>
                  </a:lnTo>
                  <a:lnTo>
                    <a:pt x="6796240" y="442023"/>
                  </a:lnTo>
                  <a:lnTo>
                    <a:pt x="6796367" y="442023"/>
                  </a:lnTo>
                  <a:lnTo>
                    <a:pt x="6796493" y="442023"/>
                  </a:lnTo>
                  <a:lnTo>
                    <a:pt x="6796619" y="442023"/>
                  </a:lnTo>
                  <a:lnTo>
                    <a:pt x="6796745" y="442023"/>
                  </a:lnTo>
                  <a:lnTo>
                    <a:pt x="6796872" y="442023"/>
                  </a:lnTo>
                  <a:lnTo>
                    <a:pt x="6796998" y="442023"/>
                  </a:lnTo>
                  <a:lnTo>
                    <a:pt x="6797124" y="442023"/>
                  </a:lnTo>
                  <a:lnTo>
                    <a:pt x="6797250" y="442023"/>
                  </a:lnTo>
                  <a:lnTo>
                    <a:pt x="6797377" y="442023"/>
                  </a:lnTo>
                  <a:lnTo>
                    <a:pt x="6797503" y="442023"/>
                  </a:lnTo>
                  <a:lnTo>
                    <a:pt x="6797629" y="442023"/>
                  </a:lnTo>
                  <a:lnTo>
                    <a:pt x="6797755" y="442023"/>
                  </a:lnTo>
                  <a:lnTo>
                    <a:pt x="6797882" y="442023"/>
                  </a:lnTo>
                  <a:lnTo>
                    <a:pt x="6798008" y="442023"/>
                  </a:lnTo>
                  <a:lnTo>
                    <a:pt x="6798134" y="442023"/>
                  </a:lnTo>
                  <a:lnTo>
                    <a:pt x="6798260" y="442023"/>
                  </a:lnTo>
                  <a:lnTo>
                    <a:pt x="6798387" y="442023"/>
                  </a:lnTo>
                  <a:lnTo>
                    <a:pt x="6798513" y="442023"/>
                  </a:lnTo>
                  <a:lnTo>
                    <a:pt x="6798639" y="442023"/>
                  </a:lnTo>
                  <a:lnTo>
                    <a:pt x="6798765" y="442023"/>
                  </a:lnTo>
                  <a:lnTo>
                    <a:pt x="6798892" y="442023"/>
                  </a:lnTo>
                  <a:lnTo>
                    <a:pt x="6799018" y="442023"/>
                  </a:lnTo>
                  <a:lnTo>
                    <a:pt x="6799144" y="442023"/>
                  </a:lnTo>
                  <a:lnTo>
                    <a:pt x="6799271" y="442023"/>
                  </a:lnTo>
                  <a:lnTo>
                    <a:pt x="6799397" y="442023"/>
                  </a:lnTo>
                  <a:lnTo>
                    <a:pt x="6799523" y="442023"/>
                  </a:lnTo>
                  <a:lnTo>
                    <a:pt x="6799649" y="442023"/>
                  </a:lnTo>
                  <a:lnTo>
                    <a:pt x="6799776" y="442023"/>
                  </a:lnTo>
                  <a:lnTo>
                    <a:pt x="6799902" y="442023"/>
                  </a:lnTo>
                  <a:lnTo>
                    <a:pt x="6800028" y="442023"/>
                  </a:lnTo>
                  <a:lnTo>
                    <a:pt x="6800154" y="442023"/>
                  </a:lnTo>
                  <a:lnTo>
                    <a:pt x="6800281" y="442023"/>
                  </a:lnTo>
                  <a:lnTo>
                    <a:pt x="6800407" y="442023"/>
                  </a:lnTo>
                  <a:lnTo>
                    <a:pt x="6800533" y="442023"/>
                  </a:lnTo>
                  <a:lnTo>
                    <a:pt x="6800659" y="442023"/>
                  </a:lnTo>
                  <a:lnTo>
                    <a:pt x="6800786" y="442023"/>
                  </a:lnTo>
                  <a:lnTo>
                    <a:pt x="6800912" y="442023"/>
                  </a:lnTo>
                  <a:lnTo>
                    <a:pt x="6801038" y="442023"/>
                  </a:lnTo>
                  <a:lnTo>
                    <a:pt x="6801164" y="442023"/>
                  </a:lnTo>
                  <a:lnTo>
                    <a:pt x="6801291" y="442023"/>
                  </a:lnTo>
                  <a:lnTo>
                    <a:pt x="6801417" y="442023"/>
                  </a:lnTo>
                  <a:lnTo>
                    <a:pt x="6801543" y="442023"/>
                  </a:lnTo>
                  <a:lnTo>
                    <a:pt x="6801669" y="442023"/>
                  </a:lnTo>
                  <a:lnTo>
                    <a:pt x="6801796" y="442023"/>
                  </a:lnTo>
                  <a:lnTo>
                    <a:pt x="6801922" y="442023"/>
                  </a:lnTo>
                  <a:lnTo>
                    <a:pt x="6802048" y="442023"/>
                  </a:lnTo>
                  <a:lnTo>
                    <a:pt x="6802174" y="442023"/>
                  </a:lnTo>
                  <a:lnTo>
                    <a:pt x="6802301" y="442023"/>
                  </a:lnTo>
                  <a:lnTo>
                    <a:pt x="6802427" y="442023"/>
                  </a:lnTo>
                  <a:lnTo>
                    <a:pt x="6802553" y="442023"/>
                  </a:lnTo>
                  <a:lnTo>
                    <a:pt x="6802679" y="442023"/>
                  </a:lnTo>
                  <a:lnTo>
                    <a:pt x="6802806" y="442023"/>
                  </a:lnTo>
                  <a:lnTo>
                    <a:pt x="6802932" y="442023"/>
                  </a:lnTo>
                  <a:lnTo>
                    <a:pt x="6803058" y="442023"/>
                  </a:lnTo>
                  <a:lnTo>
                    <a:pt x="6803184" y="442023"/>
                  </a:lnTo>
                  <a:lnTo>
                    <a:pt x="6803311" y="442023"/>
                  </a:lnTo>
                  <a:lnTo>
                    <a:pt x="6803437" y="442023"/>
                  </a:lnTo>
                  <a:lnTo>
                    <a:pt x="6803563" y="442023"/>
                  </a:lnTo>
                  <a:lnTo>
                    <a:pt x="6803689" y="442023"/>
                  </a:lnTo>
                  <a:lnTo>
                    <a:pt x="6803816" y="442023"/>
                  </a:lnTo>
                  <a:lnTo>
                    <a:pt x="6803942" y="442023"/>
                  </a:lnTo>
                  <a:lnTo>
                    <a:pt x="6804068" y="442023"/>
                  </a:lnTo>
                  <a:lnTo>
                    <a:pt x="6804195" y="442023"/>
                  </a:lnTo>
                  <a:lnTo>
                    <a:pt x="6804321" y="442023"/>
                  </a:lnTo>
                  <a:lnTo>
                    <a:pt x="6804447" y="442023"/>
                  </a:lnTo>
                  <a:lnTo>
                    <a:pt x="6804573" y="442023"/>
                  </a:lnTo>
                  <a:lnTo>
                    <a:pt x="6804700" y="442023"/>
                  </a:lnTo>
                  <a:lnTo>
                    <a:pt x="6804826" y="442023"/>
                  </a:lnTo>
                  <a:lnTo>
                    <a:pt x="6804952" y="442023"/>
                  </a:lnTo>
                  <a:lnTo>
                    <a:pt x="6805078" y="442023"/>
                  </a:lnTo>
                  <a:lnTo>
                    <a:pt x="6805205" y="442023"/>
                  </a:lnTo>
                  <a:lnTo>
                    <a:pt x="6805331" y="442023"/>
                  </a:lnTo>
                  <a:lnTo>
                    <a:pt x="6805457" y="442023"/>
                  </a:lnTo>
                  <a:lnTo>
                    <a:pt x="6805583" y="442023"/>
                  </a:lnTo>
                  <a:lnTo>
                    <a:pt x="6805710" y="442023"/>
                  </a:lnTo>
                  <a:lnTo>
                    <a:pt x="6805836" y="442023"/>
                  </a:lnTo>
                  <a:lnTo>
                    <a:pt x="6805962" y="442023"/>
                  </a:lnTo>
                  <a:lnTo>
                    <a:pt x="6806088" y="442023"/>
                  </a:lnTo>
                  <a:lnTo>
                    <a:pt x="6806215" y="442023"/>
                  </a:lnTo>
                  <a:lnTo>
                    <a:pt x="6806341" y="442023"/>
                  </a:lnTo>
                  <a:lnTo>
                    <a:pt x="6806467" y="442023"/>
                  </a:lnTo>
                  <a:lnTo>
                    <a:pt x="6806593" y="442023"/>
                  </a:lnTo>
                  <a:lnTo>
                    <a:pt x="6806720" y="442023"/>
                  </a:lnTo>
                  <a:lnTo>
                    <a:pt x="6806846" y="442023"/>
                  </a:lnTo>
                  <a:lnTo>
                    <a:pt x="6806972" y="442023"/>
                  </a:lnTo>
                  <a:lnTo>
                    <a:pt x="6807098" y="442023"/>
                  </a:lnTo>
                  <a:lnTo>
                    <a:pt x="6807225" y="442023"/>
                  </a:lnTo>
                  <a:lnTo>
                    <a:pt x="6807351" y="442023"/>
                  </a:lnTo>
                  <a:lnTo>
                    <a:pt x="6807477" y="442023"/>
                  </a:lnTo>
                  <a:lnTo>
                    <a:pt x="6807603" y="442023"/>
                  </a:lnTo>
                  <a:lnTo>
                    <a:pt x="6807730" y="442023"/>
                  </a:lnTo>
                  <a:lnTo>
                    <a:pt x="6807856" y="442023"/>
                  </a:lnTo>
                  <a:lnTo>
                    <a:pt x="6807982" y="442023"/>
                  </a:lnTo>
                  <a:lnTo>
                    <a:pt x="6808108" y="442023"/>
                  </a:lnTo>
                  <a:lnTo>
                    <a:pt x="6808235" y="442023"/>
                  </a:lnTo>
                  <a:lnTo>
                    <a:pt x="6808361" y="442023"/>
                  </a:lnTo>
                  <a:lnTo>
                    <a:pt x="6808487" y="442023"/>
                  </a:lnTo>
                  <a:lnTo>
                    <a:pt x="6808613" y="442023"/>
                  </a:lnTo>
                  <a:lnTo>
                    <a:pt x="6808740" y="442023"/>
                  </a:lnTo>
                  <a:lnTo>
                    <a:pt x="6808866" y="442023"/>
                  </a:lnTo>
                  <a:lnTo>
                    <a:pt x="6808992" y="442023"/>
                  </a:lnTo>
                  <a:lnTo>
                    <a:pt x="6809118" y="442023"/>
                  </a:lnTo>
                  <a:lnTo>
                    <a:pt x="6809245" y="442023"/>
                  </a:lnTo>
                  <a:lnTo>
                    <a:pt x="6809245" y="437112"/>
                  </a:lnTo>
                  <a:lnTo>
                    <a:pt x="6809371" y="437112"/>
                  </a:lnTo>
                  <a:lnTo>
                    <a:pt x="6809497" y="437112"/>
                  </a:lnTo>
                  <a:lnTo>
                    <a:pt x="6809624" y="437112"/>
                  </a:lnTo>
                  <a:lnTo>
                    <a:pt x="6809750" y="437112"/>
                  </a:lnTo>
                  <a:lnTo>
                    <a:pt x="6809876" y="437112"/>
                  </a:lnTo>
                  <a:lnTo>
                    <a:pt x="6810002" y="437112"/>
                  </a:lnTo>
                  <a:lnTo>
                    <a:pt x="6810129" y="437112"/>
                  </a:lnTo>
                  <a:lnTo>
                    <a:pt x="6810255" y="437112"/>
                  </a:lnTo>
                  <a:lnTo>
                    <a:pt x="6810381" y="437112"/>
                  </a:lnTo>
                  <a:lnTo>
                    <a:pt x="6810507" y="437112"/>
                  </a:lnTo>
                  <a:lnTo>
                    <a:pt x="6810634" y="437112"/>
                  </a:lnTo>
                  <a:lnTo>
                    <a:pt x="6810760" y="437112"/>
                  </a:lnTo>
                  <a:lnTo>
                    <a:pt x="6810886" y="437112"/>
                  </a:lnTo>
                  <a:lnTo>
                    <a:pt x="6811012" y="437112"/>
                  </a:lnTo>
                  <a:lnTo>
                    <a:pt x="6811139" y="437112"/>
                  </a:lnTo>
                  <a:lnTo>
                    <a:pt x="6811265" y="437112"/>
                  </a:lnTo>
                  <a:lnTo>
                    <a:pt x="6811391" y="437112"/>
                  </a:lnTo>
                  <a:lnTo>
                    <a:pt x="6811517" y="437112"/>
                  </a:lnTo>
                  <a:lnTo>
                    <a:pt x="6811644" y="437112"/>
                  </a:lnTo>
                  <a:lnTo>
                    <a:pt x="6811770" y="437112"/>
                  </a:lnTo>
                  <a:lnTo>
                    <a:pt x="6811896" y="437112"/>
                  </a:lnTo>
                  <a:lnTo>
                    <a:pt x="6812022" y="437112"/>
                  </a:lnTo>
                  <a:lnTo>
                    <a:pt x="6812149" y="437112"/>
                  </a:lnTo>
                  <a:lnTo>
                    <a:pt x="6812275" y="437112"/>
                  </a:lnTo>
                  <a:lnTo>
                    <a:pt x="6812401" y="437112"/>
                  </a:lnTo>
                  <a:lnTo>
                    <a:pt x="6812527" y="437112"/>
                  </a:lnTo>
                  <a:lnTo>
                    <a:pt x="6812654" y="437112"/>
                  </a:lnTo>
                  <a:lnTo>
                    <a:pt x="6812780" y="437112"/>
                  </a:lnTo>
                  <a:lnTo>
                    <a:pt x="6812906" y="437112"/>
                  </a:lnTo>
                  <a:lnTo>
                    <a:pt x="6813032" y="437112"/>
                  </a:lnTo>
                  <a:lnTo>
                    <a:pt x="6813159" y="437112"/>
                  </a:lnTo>
                  <a:lnTo>
                    <a:pt x="6813285" y="437112"/>
                  </a:lnTo>
                  <a:lnTo>
                    <a:pt x="6813411" y="437112"/>
                  </a:lnTo>
                  <a:lnTo>
                    <a:pt x="6813537" y="437112"/>
                  </a:lnTo>
                  <a:lnTo>
                    <a:pt x="6813664" y="437112"/>
                  </a:lnTo>
                  <a:lnTo>
                    <a:pt x="6813790" y="437112"/>
                  </a:lnTo>
                  <a:lnTo>
                    <a:pt x="6813916" y="437112"/>
                  </a:lnTo>
                  <a:lnTo>
                    <a:pt x="6814042" y="437112"/>
                  </a:lnTo>
                  <a:lnTo>
                    <a:pt x="6814169" y="437112"/>
                  </a:lnTo>
                  <a:lnTo>
                    <a:pt x="6814295" y="437112"/>
                  </a:lnTo>
                  <a:lnTo>
                    <a:pt x="6814421" y="437112"/>
                  </a:lnTo>
                  <a:lnTo>
                    <a:pt x="6814548" y="437112"/>
                  </a:lnTo>
                  <a:lnTo>
                    <a:pt x="6814674" y="437112"/>
                  </a:lnTo>
                  <a:lnTo>
                    <a:pt x="6814800" y="437112"/>
                  </a:lnTo>
                  <a:lnTo>
                    <a:pt x="6814926" y="437112"/>
                  </a:lnTo>
                  <a:lnTo>
                    <a:pt x="6815053" y="437112"/>
                  </a:lnTo>
                  <a:lnTo>
                    <a:pt x="6815179" y="437112"/>
                  </a:lnTo>
                  <a:lnTo>
                    <a:pt x="6815305" y="437112"/>
                  </a:lnTo>
                  <a:lnTo>
                    <a:pt x="6815431" y="437112"/>
                  </a:lnTo>
                  <a:lnTo>
                    <a:pt x="6815558" y="437112"/>
                  </a:lnTo>
                  <a:lnTo>
                    <a:pt x="6815684" y="437112"/>
                  </a:lnTo>
                  <a:lnTo>
                    <a:pt x="6815810" y="437112"/>
                  </a:lnTo>
                  <a:lnTo>
                    <a:pt x="6815936" y="437112"/>
                  </a:lnTo>
                  <a:lnTo>
                    <a:pt x="6816063" y="437112"/>
                  </a:lnTo>
                  <a:lnTo>
                    <a:pt x="6816189" y="437112"/>
                  </a:lnTo>
                  <a:lnTo>
                    <a:pt x="6816315" y="437112"/>
                  </a:lnTo>
                  <a:lnTo>
                    <a:pt x="6816441" y="437112"/>
                  </a:lnTo>
                  <a:lnTo>
                    <a:pt x="6816568" y="437112"/>
                  </a:lnTo>
                  <a:lnTo>
                    <a:pt x="6816694" y="437112"/>
                  </a:lnTo>
                  <a:lnTo>
                    <a:pt x="6816820" y="437112"/>
                  </a:lnTo>
                  <a:lnTo>
                    <a:pt x="6816946" y="437112"/>
                  </a:lnTo>
                  <a:lnTo>
                    <a:pt x="6816946" y="432200"/>
                  </a:lnTo>
                  <a:lnTo>
                    <a:pt x="6817073" y="432200"/>
                  </a:lnTo>
                  <a:lnTo>
                    <a:pt x="6817199" y="432200"/>
                  </a:lnTo>
                  <a:lnTo>
                    <a:pt x="6817325" y="432200"/>
                  </a:lnTo>
                  <a:lnTo>
                    <a:pt x="6817451" y="432200"/>
                  </a:lnTo>
                  <a:lnTo>
                    <a:pt x="6817578" y="432200"/>
                  </a:lnTo>
                  <a:lnTo>
                    <a:pt x="6817704" y="432200"/>
                  </a:lnTo>
                  <a:lnTo>
                    <a:pt x="6817830" y="432200"/>
                  </a:lnTo>
                  <a:lnTo>
                    <a:pt x="6817956" y="432200"/>
                  </a:lnTo>
                  <a:lnTo>
                    <a:pt x="6818083" y="432200"/>
                  </a:lnTo>
                  <a:lnTo>
                    <a:pt x="6818209" y="432200"/>
                  </a:lnTo>
                  <a:lnTo>
                    <a:pt x="6818335" y="432200"/>
                  </a:lnTo>
                  <a:lnTo>
                    <a:pt x="6818461" y="432200"/>
                  </a:lnTo>
                  <a:lnTo>
                    <a:pt x="6818588" y="432200"/>
                  </a:lnTo>
                  <a:lnTo>
                    <a:pt x="6818714" y="432200"/>
                  </a:lnTo>
                  <a:lnTo>
                    <a:pt x="6818840" y="432200"/>
                  </a:lnTo>
                  <a:lnTo>
                    <a:pt x="6818966" y="432200"/>
                  </a:lnTo>
                  <a:lnTo>
                    <a:pt x="6819093" y="432200"/>
                  </a:lnTo>
                  <a:lnTo>
                    <a:pt x="6819219" y="432200"/>
                  </a:lnTo>
                  <a:lnTo>
                    <a:pt x="6819345" y="432200"/>
                  </a:lnTo>
                  <a:lnTo>
                    <a:pt x="6819471" y="432200"/>
                  </a:lnTo>
                  <a:lnTo>
                    <a:pt x="6819598" y="432200"/>
                  </a:lnTo>
                  <a:lnTo>
                    <a:pt x="6819724" y="432200"/>
                  </a:lnTo>
                  <a:lnTo>
                    <a:pt x="6819850" y="432200"/>
                  </a:lnTo>
                  <a:lnTo>
                    <a:pt x="6819977" y="432200"/>
                  </a:lnTo>
                  <a:lnTo>
                    <a:pt x="6820103" y="432200"/>
                  </a:lnTo>
                  <a:lnTo>
                    <a:pt x="6820229" y="432200"/>
                  </a:lnTo>
                  <a:lnTo>
                    <a:pt x="6820355" y="432200"/>
                  </a:lnTo>
                  <a:lnTo>
                    <a:pt x="6820482" y="432200"/>
                  </a:lnTo>
                  <a:lnTo>
                    <a:pt x="6820608" y="432200"/>
                  </a:lnTo>
                  <a:lnTo>
                    <a:pt x="6820734" y="432200"/>
                  </a:lnTo>
                  <a:lnTo>
                    <a:pt x="6820860" y="432200"/>
                  </a:lnTo>
                  <a:lnTo>
                    <a:pt x="6820987" y="432200"/>
                  </a:lnTo>
                  <a:lnTo>
                    <a:pt x="6821113" y="432200"/>
                  </a:lnTo>
                  <a:lnTo>
                    <a:pt x="6821239" y="432200"/>
                  </a:lnTo>
                  <a:lnTo>
                    <a:pt x="6821365" y="432200"/>
                  </a:lnTo>
                  <a:lnTo>
                    <a:pt x="6821492" y="432200"/>
                  </a:lnTo>
                  <a:lnTo>
                    <a:pt x="6821618" y="432200"/>
                  </a:lnTo>
                  <a:lnTo>
                    <a:pt x="6821744" y="432200"/>
                  </a:lnTo>
                  <a:lnTo>
                    <a:pt x="6821870" y="432200"/>
                  </a:lnTo>
                  <a:lnTo>
                    <a:pt x="6821997" y="432200"/>
                  </a:lnTo>
                  <a:lnTo>
                    <a:pt x="6822123" y="432200"/>
                  </a:lnTo>
                  <a:lnTo>
                    <a:pt x="6822249" y="432200"/>
                  </a:lnTo>
                  <a:lnTo>
                    <a:pt x="6822375" y="432200"/>
                  </a:lnTo>
                  <a:lnTo>
                    <a:pt x="6822502" y="432200"/>
                  </a:lnTo>
                  <a:lnTo>
                    <a:pt x="6822628" y="432200"/>
                  </a:lnTo>
                  <a:lnTo>
                    <a:pt x="6822754" y="432200"/>
                  </a:lnTo>
                  <a:lnTo>
                    <a:pt x="6822880" y="432200"/>
                  </a:lnTo>
                  <a:lnTo>
                    <a:pt x="6823007" y="432200"/>
                  </a:lnTo>
                  <a:lnTo>
                    <a:pt x="6823133" y="432200"/>
                  </a:lnTo>
                  <a:lnTo>
                    <a:pt x="6823259" y="432200"/>
                  </a:lnTo>
                  <a:lnTo>
                    <a:pt x="6823385" y="432200"/>
                  </a:lnTo>
                  <a:lnTo>
                    <a:pt x="6823512" y="432200"/>
                  </a:lnTo>
                  <a:lnTo>
                    <a:pt x="6823638" y="432200"/>
                  </a:lnTo>
                  <a:lnTo>
                    <a:pt x="6823764" y="432200"/>
                  </a:lnTo>
                  <a:lnTo>
                    <a:pt x="6823890" y="432200"/>
                  </a:lnTo>
                  <a:lnTo>
                    <a:pt x="6824017" y="432200"/>
                  </a:lnTo>
                  <a:lnTo>
                    <a:pt x="6824143" y="432200"/>
                  </a:lnTo>
                  <a:lnTo>
                    <a:pt x="6824269" y="432200"/>
                  </a:lnTo>
                  <a:lnTo>
                    <a:pt x="6824395" y="432200"/>
                  </a:lnTo>
                  <a:lnTo>
                    <a:pt x="6824522" y="432200"/>
                  </a:lnTo>
                  <a:lnTo>
                    <a:pt x="6824648" y="432200"/>
                  </a:lnTo>
                  <a:lnTo>
                    <a:pt x="6824774" y="432200"/>
                  </a:lnTo>
                  <a:lnTo>
                    <a:pt x="6824901" y="432200"/>
                  </a:lnTo>
                  <a:lnTo>
                    <a:pt x="6825027" y="432200"/>
                  </a:lnTo>
                  <a:lnTo>
                    <a:pt x="6825153" y="432200"/>
                  </a:lnTo>
                  <a:lnTo>
                    <a:pt x="6825279" y="432200"/>
                  </a:lnTo>
                  <a:lnTo>
                    <a:pt x="6825406" y="432200"/>
                  </a:lnTo>
                  <a:lnTo>
                    <a:pt x="6825532" y="432200"/>
                  </a:lnTo>
                  <a:lnTo>
                    <a:pt x="6825658" y="432200"/>
                  </a:lnTo>
                  <a:lnTo>
                    <a:pt x="6825784" y="432200"/>
                  </a:lnTo>
                  <a:lnTo>
                    <a:pt x="6825911" y="432200"/>
                  </a:lnTo>
                  <a:lnTo>
                    <a:pt x="6826037" y="432200"/>
                  </a:lnTo>
                  <a:lnTo>
                    <a:pt x="6826163" y="432200"/>
                  </a:lnTo>
                  <a:lnTo>
                    <a:pt x="6826289" y="432200"/>
                  </a:lnTo>
                  <a:lnTo>
                    <a:pt x="6826416" y="432200"/>
                  </a:lnTo>
                  <a:lnTo>
                    <a:pt x="6826542" y="432200"/>
                  </a:lnTo>
                  <a:lnTo>
                    <a:pt x="6826668" y="432200"/>
                  </a:lnTo>
                  <a:lnTo>
                    <a:pt x="6826794" y="432200"/>
                  </a:lnTo>
                  <a:lnTo>
                    <a:pt x="6826921" y="432200"/>
                  </a:lnTo>
                  <a:lnTo>
                    <a:pt x="6827047" y="432200"/>
                  </a:lnTo>
                  <a:lnTo>
                    <a:pt x="6827173" y="432200"/>
                  </a:lnTo>
                  <a:lnTo>
                    <a:pt x="6827299" y="432200"/>
                  </a:lnTo>
                  <a:lnTo>
                    <a:pt x="6827426" y="432200"/>
                  </a:lnTo>
                  <a:lnTo>
                    <a:pt x="6827552" y="432200"/>
                  </a:lnTo>
                  <a:lnTo>
                    <a:pt x="6827678" y="432200"/>
                  </a:lnTo>
                  <a:lnTo>
                    <a:pt x="6827804" y="432200"/>
                  </a:lnTo>
                  <a:lnTo>
                    <a:pt x="6827931" y="432200"/>
                  </a:lnTo>
                  <a:lnTo>
                    <a:pt x="6828057" y="432200"/>
                  </a:lnTo>
                  <a:lnTo>
                    <a:pt x="6828183" y="432200"/>
                  </a:lnTo>
                  <a:lnTo>
                    <a:pt x="6828309" y="432200"/>
                  </a:lnTo>
                  <a:lnTo>
                    <a:pt x="6828436" y="432200"/>
                  </a:lnTo>
                  <a:lnTo>
                    <a:pt x="6828562" y="432200"/>
                  </a:lnTo>
                  <a:lnTo>
                    <a:pt x="6828688" y="432200"/>
                  </a:lnTo>
                  <a:lnTo>
                    <a:pt x="6828814" y="432200"/>
                  </a:lnTo>
                  <a:lnTo>
                    <a:pt x="6828941" y="432200"/>
                  </a:lnTo>
                  <a:lnTo>
                    <a:pt x="6829067" y="432200"/>
                  </a:lnTo>
                  <a:lnTo>
                    <a:pt x="6829193" y="432200"/>
                  </a:lnTo>
                  <a:lnTo>
                    <a:pt x="6829319" y="432200"/>
                  </a:lnTo>
                  <a:lnTo>
                    <a:pt x="6829446" y="432200"/>
                  </a:lnTo>
                  <a:lnTo>
                    <a:pt x="6829572" y="432200"/>
                  </a:lnTo>
                  <a:lnTo>
                    <a:pt x="6829698" y="432200"/>
                  </a:lnTo>
                  <a:lnTo>
                    <a:pt x="6829825" y="432200"/>
                  </a:lnTo>
                  <a:lnTo>
                    <a:pt x="6829951" y="432200"/>
                  </a:lnTo>
                  <a:lnTo>
                    <a:pt x="6830077" y="432200"/>
                  </a:lnTo>
                  <a:lnTo>
                    <a:pt x="6830203" y="432200"/>
                  </a:lnTo>
                  <a:lnTo>
                    <a:pt x="6830330" y="432200"/>
                  </a:lnTo>
                  <a:lnTo>
                    <a:pt x="6830456" y="432200"/>
                  </a:lnTo>
                  <a:lnTo>
                    <a:pt x="6830582" y="432200"/>
                  </a:lnTo>
                  <a:lnTo>
                    <a:pt x="6830708" y="432200"/>
                  </a:lnTo>
                  <a:lnTo>
                    <a:pt x="6830835" y="432200"/>
                  </a:lnTo>
                  <a:lnTo>
                    <a:pt x="6830961" y="432200"/>
                  </a:lnTo>
                  <a:lnTo>
                    <a:pt x="6831087" y="432200"/>
                  </a:lnTo>
                  <a:lnTo>
                    <a:pt x="6831213" y="432200"/>
                  </a:lnTo>
                  <a:lnTo>
                    <a:pt x="6831340" y="432200"/>
                  </a:lnTo>
                  <a:lnTo>
                    <a:pt x="6831466" y="432200"/>
                  </a:lnTo>
                  <a:lnTo>
                    <a:pt x="6831592" y="432200"/>
                  </a:lnTo>
                  <a:lnTo>
                    <a:pt x="6831718" y="432200"/>
                  </a:lnTo>
                  <a:lnTo>
                    <a:pt x="6831845" y="432200"/>
                  </a:lnTo>
                  <a:lnTo>
                    <a:pt x="6831971" y="432200"/>
                  </a:lnTo>
                  <a:lnTo>
                    <a:pt x="6832097" y="432200"/>
                  </a:lnTo>
                  <a:lnTo>
                    <a:pt x="6832223" y="432200"/>
                  </a:lnTo>
                  <a:lnTo>
                    <a:pt x="6832350" y="432200"/>
                  </a:lnTo>
                  <a:lnTo>
                    <a:pt x="6832476" y="432200"/>
                  </a:lnTo>
                  <a:lnTo>
                    <a:pt x="6832602" y="432200"/>
                  </a:lnTo>
                  <a:lnTo>
                    <a:pt x="6832728" y="432200"/>
                  </a:lnTo>
                  <a:lnTo>
                    <a:pt x="6832855" y="432200"/>
                  </a:lnTo>
                  <a:lnTo>
                    <a:pt x="6832981" y="432200"/>
                  </a:lnTo>
                  <a:lnTo>
                    <a:pt x="6833107" y="432200"/>
                  </a:lnTo>
                  <a:lnTo>
                    <a:pt x="6833233" y="432200"/>
                  </a:lnTo>
                  <a:lnTo>
                    <a:pt x="6833360" y="432200"/>
                  </a:lnTo>
                  <a:lnTo>
                    <a:pt x="6833486" y="432200"/>
                  </a:lnTo>
                  <a:lnTo>
                    <a:pt x="6833612" y="432200"/>
                  </a:lnTo>
                  <a:lnTo>
                    <a:pt x="6833738" y="432200"/>
                  </a:lnTo>
                  <a:lnTo>
                    <a:pt x="6833865" y="432200"/>
                  </a:lnTo>
                  <a:lnTo>
                    <a:pt x="6833991" y="432200"/>
                  </a:lnTo>
                  <a:lnTo>
                    <a:pt x="6834117" y="432200"/>
                  </a:lnTo>
                  <a:lnTo>
                    <a:pt x="6834243" y="432200"/>
                  </a:lnTo>
                  <a:lnTo>
                    <a:pt x="6834370" y="432200"/>
                  </a:lnTo>
                  <a:lnTo>
                    <a:pt x="6834496" y="432200"/>
                  </a:lnTo>
                  <a:lnTo>
                    <a:pt x="6834622" y="432200"/>
                  </a:lnTo>
                  <a:lnTo>
                    <a:pt x="6834748" y="432200"/>
                  </a:lnTo>
                  <a:lnTo>
                    <a:pt x="6834875" y="432200"/>
                  </a:lnTo>
                  <a:lnTo>
                    <a:pt x="6835001" y="432200"/>
                  </a:lnTo>
                  <a:lnTo>
                    <a:pt x="6835127" y="432200"/>
                  </a:lnTo>
                  <a:lnTo>
                    <a:pt x="6835254" y="432200"/>
                  </a:lnTo>
                  <a:lnTo>
                    <a:pt x="6835380" y="432200"/>
                  </a:lnTo>
                  <a:lnTo>
                    <a:pt x="6835506" y="432200"/>
                  </a:lnTo>
                  <a:lnTo>
                    <a:pt x="6835632" y="432200"/>
                  </a:lnTo>
                  <a:lnTo>
                    <a:pt x="6835759" y="432200"/>
                  </a:lnTo>
                  <a:lnTo>
                    <a:pt x="6835885" y="432200"/>
                  </a:lnTo>
                  <a:lnTo>
                    <a:pt x="6836011" y="432200"/>
                  </a:lnTo>
                  <a:lnTo>
                    <a:pt x="6836137" y="432200"/>
                  </a:lnTo>
                  <a:lnTo>
                    <a:pt x="6836264" y="432200"/>
                  </a:lnTo>
                  <a:lnTo>
                    <a:pt x="6836390" y="432200"/>
                  </a:lnTo>
                  <a:lnTo>
                    <a:pt x="6836516" y="432200"/>
                  </a:lnTo>
                  <a:lnTo>
                    <a:pt x="6836642" y="432200"/>
                  </a:lnTo>
                  <a:lnTo>
                    <a:pt x="6836769" y="432200"/>
                  </a:lnTo>
                  <a:lnTo>
                    <a:pt x="6836895" y="432200"/>
                  </a:lnTo>
                  <a:lnTo>
                    <a:pt x="6837021" y="432200"/>
                  </a:lnTo>
                  <a:lnTo>
                    <a:pt x="6837147" y="432200"/>
                  </a:lnTo>
                  <a:lnTo>
                    <a:pt x="6837274" y="432200"/>
                  </a:lnTo>
                  <a:lnTo>
                    <a:pt x="6837400" y="432200"/>
                  </a:lnTo>
                  <a:lnTo>
                    <a:pt x="6837526" y="432200"/>
                  </a:lnTo>
                  <a:lnTo>
                    <a:pt x="6837652" y="432200"/>
                  </a:lnTo>
                  <a:lnTo>
                    <a:pt x="6837779" y="432200"/>
                  </a:lnTo>
                  <a:lnTo>
                    <a:pt x="6837779" y="427289"/>
                  </a:lnTo>
                  <a:lnTo>
                    <a:pt x="6837905" y="427289"/>
                  </a:lnTo>
                  <a:lnTo>
                    <a:pt x="6838031" y="427289"/>
                  </a:lnTo>
                  <a:lnTo>
                    <a:pt x="6838157" y="427289"/>
                  </a:lnTo>
                  <a:lnTo>
                    <a:pt x="6838284" y="427289"/>
                  </a:lnTo>
                  <a:lnTo>
                    <a:pt x="6838410" y="427289"/>
                  </a:lnTo>
                  <a:lnTo>
                    <a:pt x="6838410" y="422378"/>
                  </a:lnTo>
                  <a:lnTo>
                    <a:pt x="6838536" y="422378"/>
                  </a:lnTo>
                  <a:lnTo>
                    <a:pt x="6838662" y="422378"/>
                  </a:lnTo>
                  <a:lnTo>
                    <a:pt x="6838789" y="422378"/>
                  </a:lnTo>
                  <a:lnTo>
                    <a:pt x="6838915" y="422378"/>
                  </a:lnTo>
                  <a:lnTo>
                    <a:pt x="6839041" y="422378"/>
                  </a:lnTo>
                  <a:lnTo>
                    <a:pt x="6839167" y="422378"/>
                  </a:lnTo>
                  <a:lnTo>
                    <a:pt x="6839294" y="422378"/>
                  </a:lnTo>
                  <a:lnTo>
                    <a:pt x="6839420" y="422378"/>
                  </a:lnTo>
                  <a:lnTo>
                    <a:pt x="6839546" y="422378"/>
                  </a:lnTo>
                  <a:lnTo>
                    <a:pt x="6839672" y="422378"/>
                  </a:lnTo>
                  <a:lnTo>
                    <a:pt x="6839799" y="422378"/>
                  </a:lnTo>
                  <a:lnTo>
                    <a:pt x="6839925" y="422378"/>
                  </a:lnTo>
                  <a:lnTo>
                    <a:pt x="6840051" y="422378"/>
                  </a:lnTo>
                  <a:lnTo>
                    <a:pt x="6840178" y="422378"/>
                  </a:lnTo>
                  <a:lnTo>
                    <a:pt x="6840304" y="422378"/>
                  </a:lnTo>
                  <a:lnTo>
                    <a:pt x="6840430" y="422378"/>
                  </a:lnTo>
                  <a:lnTo>
                    <a:pt x="6840556" y="422378"/>
                  </a:lnTo>
                  <a:lnTo>
                    <a:pt x="6840683" y="422378"/>
                  </a:lnTo>
                  <a:lnTo>
                    <a:pt x="6840809" y="422378"/>
                  </a:lnTo>
                  <a:lnTo>
                    <a:pt x="6840935" y="422378"/>
                  </a:lnTo>
                  <a:lnTo>
                    <a:pt x="6841061" y="422378"/>
                  </a:lnTo>
                  <a:lnTo>
                    <a:pt x="6841188" y="422378"/>
                  </a:lnTo>
                  <a:lnTo>
                    <a:pt x="6841314" y="422378"/>
                  </a:lnTo>
                  <a:lnTo>
                    <a:pt x="6841440" y="422378"/>
                  </a:lnTo>
                  <a:lnTo>
                    <a:pt x="6841566" y="422378"/>
                  </a:lnTo>
                  <a:lnTo>
                    <a:pt x="6841693" y="422378"/>
                  </a:lnTo>
                  <a:lnTo>
                    <a:pt x="6841819" y="422378"/>
                  </a:lnTo>
                  <a:lnTo>
                    <a:pt x="6841945" y="422378"/>
                  </a:lnTo>
                  <a:lnTo>
                    <a:pt x="6842071" y="422378"/>
                  </a:lnTo>
                  <a:lnTo>
                    <a:pt x="6842198" y="422378"/>
                  </a:lnTo>
                  <a:lnTo>
                    <a:pt x="6842324" y="422378"/>
                  </a:lnTo>
                  <a:lnTo>
                    <a:pt x="6842450" y="422378"/>
                  </a:lnTo>
                  <a:lnTo>
                    <a:pt x="6842576" y="422378"/>
                  </a:lnTo>
                  <a:lnTo>
                    <a:pt x="6842703" y="422378"/>
                  </a:lnTo>
                  <a:lnTo>
                    <a:pt x="6842829" y="422378"/>
                  </a:lnTo>
                  <a:lnTo>
                    <a:pt x="6842955" y="422378"/>
                  </a:lnTo>
                  <a:lnTo>
                    <a:pt x="6843081" y="422378"/>
                  </a:lnTo>
                  <a:lnTo>
                    <a:pt x="6843208" y="422378"/>
                  </a:lnTo>
                  <a:lnTo>
                    <a:pt x="6843334" y="422378"/>
                  </a:lnTo>
                  <a:lnTo>
                    <a:pt x="6843460" y="422378"/>
                  </a:lnTo>
                  <a:lnTo>
                    <a:pt x="6843586" y="422378"/>
                  </a:lnTo>
                  <a:lnTo>
                    <a:pt x="6843713" y="422378"/>
                  </a:lnTo>
                  <a:lnTo>
                    <a:pt x="6843839" y="422378"/>
                  </a:lnTo>
                  <a:lnTo>
                    <a:pt x="6843965" y="422378"/>
                  </a:lnTo>
                  <a:lnTo>
                    <a:pt x="6844091" y="422378"/>
                  </a:lnTo>
                  <a:lnTo>
                    <a:pt x="6844218" y="422378"/>
                  </a:lnTo>
                  <a:lnTo>
                    <a:pt x="6844344" y="422378"/>
                  </a:lnTo>
                  <a:lnTo>
                    <a:pt x="6844470" y="422378"/>
                  </a:lnTo>
                  <a:lnTo>
                    <a:pt x="6844596" y="422378"/>
                  </a:lnTo>
                  <a:lnTo>
                    <a:pt x="6844723" y="422378"/>
                  </a:lnTo>
                  <a:lnTo>
                    <a:pt x="6844849" y="422378"/>
                  </a:lnTo>
                  <a:lnTo>
                    <a:pt x="6844975" y="422378"/>
                  </a:lnTo>
                  <a:lnTo>
                    <a:pt x="6845101" y="422378"/>
                  </a:lnTo>
                  <a:lnTo>
                    <a:pt x="6845228" y="422378"/>
                  </a:lnTo>
                  <a:lnTo>
                    <a:pt x="6845354" y="422378"/>
                  </a:lnTo>
                  <a:lnTo>
                    <a:pt x="6845480" y="422378"/>
                  </a:lnTo>
                  <a:lnTo>
                    <a:pt x="6845607" y="422378"/>
                  </a:lnTo>
                  <a:lnTo>
                    <a:pt x="6845733" y="422378"/>
                  </a:lnTo>
                  <a:lnTo>
                    <a:pt x="6845859" y="422378"/>
                  </a:lnTo>
                  <a:lnTo>
                    <a:pt x="6845985" y="422378"/>
                  </a:lnTo>
                  <a:lnTo>
                    <a:pt x="6846112" y="422378"/>
                  </a:lnTo>
                  <a:lnTo>
                    <a:pt x="6846238" y="422378"/>
                  </a:lnTo>
                  <a:lnTo>
                    <a:pt x="6846364" y="422378"/>
                  </a:lnTo>
                  <a:lnTo>
                    <a:pt x="6846490" y="422378"/>
                  </a:lnTo>
                  <a:lnTo>
                    <a:pt x="6846617" y="422378"/>
                  </a:lnTo>
                  <a:lnTo>
                    <a:pt x="6846743" y="422378"/>
                  </a:lnTo>
                  <a:lnTo>
                    <a:pt x="6846869" y="422378"/>
                  </a:lnTo>
                  <a:lnTo>
                    <a:pt x="6846995" y="422378"/>
                  </a:lnTo>
                  <a:lnTo>
                    <a:pt x="6847122" y="422378"/>
                  </a:lnTo>
                  <a:lnTo>
                    <a:pt x="6847248" y="422378"/>
                  </a:lnTo>
                  <a:lnTo>
                    <a:pt x="6847374" y="422378"/>
                  </a:lnTo>
                  <a:lnTo>
                    <a:pt x="6847500" y="422378"/>
                  </a:lnTo>
                  <a:lnTo>
                    <a:pt x="6847500" y="417466"/>
                  </a:lnTo>
                  <a:lnTo>
                    <a:pt x="6847627" y="417466"/>
                  </a:lnTo>
                  <a:lnTo>
                    <a:pt x="6847753" y="417466"/>
                  </a:lnTo>
                  <a:lnTo>
                    <a:pt x="6847879" y="417466"/>
                  </a:lnTo>
                  <a:lnTo>
                    <a:pt x="6848005" y="417466"/>
                  </a:lnTo>
                  <a:lnTo>
                    <a:pt x="6848132" y="417466"/>
                  </a:lnTo>
                  <a:lnTo>
                    <a:pt x="6848258" y="417466"/>
                  </a:lnTo>
                  <a:lnTo>
                    <a:pt x="6848384" y="417466"/>
                  </a:lnTo>
                  <a:lnTo>
                    <a:pt x="6848510" y="417466"/>
                  </a:lnTo>
                  <a:lnTo>
                    <a:pt x="6848637" y="417466"/>
                  </a:lnTo>
                  <a:lnTo>
                    <a:pt x="6848763" y="417466"/>
                  </a:lnTo>
                  <a:lnTo>
                    <a:pt x="6848889" y="417466"/>
                  </a:lnTo>
                  <a:lnTo>
                    <a:pt x="6849015" y="417466"/>
                  </a:lnTo>
                  <a:lnTo>
                    <a:pt x="6849142" y="417466"/>
                  </a:lnTo>
                  <a:lnTo>
                    <a:pt x="6849268" y="417466"/>
                  </a:lnTo>
                  <a:lnTo>
                    <a:pt x="6849394" y="417466"/>
                  </a:lnTo>
                  <a:lnTo>
                    <a:pt x="6849520" y="417466"/>
                  </a:lnTo>
                  <a:lnTo>
                    <a:pt x="6849647" y="417466"/>
                  </a:lnTo>
                  <a:lnTo>
                    <a:pt x="6849773" y="417466"/>
                  </a:lnTo>
                  <a:lnTo>
                    <a:pt x="6849899" y="417466"/>
                  </a:lnTo>
                  <a:lnTo>
                    <a:pt x="6850025" y="417466"/>
                  </a:lnTo>
                  <a:lnTo>
                    <a:pt x="6850152" y="417466"/>
                  </a:lnTo>
                  <a:lnTo>
                    <a:pt x="6850278" y="417466"/>
                  </a:lnTo>
                  <a:lnTo>
                    <a:pt x="6850404" y="417466"/>
                  </a:lnTo>
                  <a:lnTo>
                    <a:pt x="6850531" y="417466"/>
                  </a:lnTo>
                  <a:lnTo>
                    <a:pt x="6850657" y="417466"/>
                  </a:lnTo>
                  <a:lnTo>
                    <a:pt x="6850783" y="417466"/>
                  </a:lnTo>
                  <a:lnTo>
                    <a:pt x="6850909" y="417466"/>
                  </a:lnTo>
                  <a:lnTo>
                    <a:pt x="6851036" y="417466"/>
                  </a:lnTo>
                  <a:lnTo>
                    <a:pt x="6851162" y="417466"/>
                  </a:lnTo>
                  <a:lnTo>
                    <a:pt x="6851288" y="417466"/>
                  </a:lnTo>
                  <a:lnTo>
                    <a:pt x="6851414" y="417466"/>
                  </a:lnTo>
                  <a:lnTo>
                    <a:pt x="6851541" y="417466"/>
                  </a:lnTo>
                  <a:lnTo>
                    <a:pt x="6851667" y="417466"/>
                  </a:lnTo>
                  <a:lnTo>
                    <a:pt x="6851793" y="417466"/>
                  </a:lnTo>
                  <a:lnTo>
                    <a:pt x="6851919" y="417466"/>
                  </a:lnTo>
                  <a:lnTo>
                    <a:pt x="6852046" y="417466"/>
                  </a:lnTo>
                  <a:lnTo>
                    <a:pt x="6852172" y="417466"/>
                  </a:lnTo>
                  <a:lnTo>
                    <a:pt x="6852298" y="417466"/>
                  </a:lnTo>
                  <a:lnTo>
                    <a:pt x="6852424" y="417466"/>
                  </a:lnTo>
                  <a:lnTo>
                    <a:pt x="6852551" y="417466"/>
                  </a:lnTo>
                  <a:lnTo>
                    <a:pt x="6852677" y="417466"/>
                  </a:lnTo>
                  <a:lnTo>
                    <a:pt x="6852803" y="417466"/>
                  </a:lnTo>
                  <a:lnTo>
                    <a:pt x="6852929" y="417466"/>
                  </a:lnTo>
                  <a:lnTo>
                    <a:pt x="6853056" y="417466"/>
                  </a:lnTo>
                  <a:lnTo>
                    <a:pt x="6853182" y="417466"/>
                  </a:lnTo>
                  <a:lnTo>
                    <a:pt x="6853308" y="417466"/>
                  </a:lnTo>
                  <a:lnTo>
                    <a:pt x="6853434" y="417466"/>
                  </a:lnTo>
                  <a:lnTo>
                    <a:pt x="6853561" y="417466"/>
                  </a:lnTo>
                  <a:lnTo>
                    <a:pt x="6853687" y="417466"/>
                  </a:lnTo>
                  <a:lnTo>
                    <a:pt x="6853813" y="417466"/>
                  </a:lnTo>
                  <a:lnTo>
                    <a:pt x="6853939" y="417466"/>
                  </a:lnTo>
                  <a:lnTo>
                    <a:pt x="6854066" y="417466"/>
                  </a:lnTo>
                  <a:lnTo>
                    <a:pt x="6854192" y="417466"/>
                  </a:lnTo>
                  <a:lnTo>
                    <a:pt x="6854318" y="417466"/>
                  </a:lnTo>
                  <a:lnTo>
                    <a:pt x="6854444" y="417466"/>
                  </a:lnTo>
                  <a:lnTo>
                    <a:pt x="6854571" y="417466"/>
                  </a:lnTo>
                  <a:lnTo>
                    <a:pt x="6854697" y="417466"/>
                  </a:lnTo>
                  <a:lnTo>
                    <a:pt x="6854823" y="417466"/>
                  </a:lnTo>
                  <a:lnTo>
                    <a:pt x="6854949" y="417466"/>
                  </a:lnTo>
                  <a:lnTo>
                    <a:pt x="6855076" y="417466"/>
                  </a:lnTo>
                  <a:lnTo>
                    <a:pt x="6855202" y="417466"/>
                  </a:lnTo>
                  <a:lnTo>
                    <a:pt x="6855328" y="417466"/>
                  </a:lnTo>
                  <a:lnTo>
                    <a:pt x="6855454" y="417466"/>
                  </a:lnTo>
                  <a:lnTo>
                    <a:pt x="6855581" y="417466"/>
                  </a:lnTo>
                  <a:lnTo>
                    <a:pt x="6855707" y="417466"/>
                  </a:lnTo>
                  <a:lnTo>
                    <a:pt x="6855833" y="417466"/>
                  </a:lnTo>
                  <a:lnTo>
                    <a:pt x="6855960" y="417466"/>
                  </a:lnTo>
                  <a:lnTo>
                    <a:pt x="6856086" y="417466"/>
                  </a:lnTo>
                  <a:lnTo>
                    <a:pt x="6856212" y="417466"/>
                  </a:lnTo>
                  <a:lnTo>
                    <a:pt x="6856338" y="417466"/>
                  </a:lnTo>
                  <a:lnTo>
                    <a:pt x="6856465" y="417466"/>
                  </a:lnTo>
                  <a:lnTo>
                    <a:pt x="6856591" y="417466"/>
                  </a:lnTo>
                  <a:lnTo>
                    <a:pt x="6856717" y="417466"/>
                  </a:lnTo>
                  <a:lnTo>
                    <a:pt x="6856843" y="417466"/>
                  </a:lnTo>
                  <a:lnTo>
                    <a:pt x="6856970" y="417466"/>
                  </a:lnTo>
                  <a:lnTo>
                    <a:pt x="6857096" y="417466"/>
                  </a:lnTo>
                  <a:lnTo>
                    <a:pt x="6857222" y="417466"/>
                  </a:lnTo>
                  <a:lnTo>
                    <a:pt x="6857348" y="417466"/>
                  </a:lnTo>
                  <a:lnTo>
                    <a:pt x="6857475" y="417466"/>
                  </a:lnTo>
                  <a:lnTo>
                    <a:pt x="6857601" y="417466"/>
                  </a:lnTo>
                  <a:lnTo>
                    <a:pt x="6857727" y="417466"/>
                  </a:lnTo>
                  <a:lnTo>
                    <a:pt x="6857853" y="417466"/>
                  </a:lnTo>
                  <a:lnTo>
                    <a:pt x="6857980" y="417466"/>
                  </a:lnTo>
                  <a:lnTo>
                    <a:pt x="6858106" y="417466"/>
                  </a:lnTo>
                  <a:lnTo>
                    <a:pt x="6858232" y="417466"/>
                  </a:lnTo>
                  <a:lnTo>
                    <a:pt x="6858358" y="417466"/>
                  </a:lnTo>
                  <a:lnTo>
                    <a:pt x="6858485" y="417466"/>
                  </a:lnTo>
                  <a:lnTo>
                    <a:pt x="6858611" y="417466"/>
                  </a:lnTo>
                  <a:lnTo>
                    <a:pt x="6858737" y="417466"/>
                  </a:lnTo>
                  <a:lnTo>
                    <a:pt x="6858863" y="417466"/>
                  </a:lnTo>
                  <a:lnTo>
                    <a:pt x="6858990" y="417466"/>
                  </a:lnTo>
                  <a:lnTo>
                    <a:pt x="6859116" y="417466"/>
                  </a:lnTo>
                  <a:lnTo>
                    <a:pt x="6859242" y="417466"/>
                  </a:lnTo>
                  <a:lnTo>
                    <a:pt x="6859368" y="417466"/>
                  </a:lnTo>
                  <a:lnTo>
                    <a:pt x="6859495" y="417466"/>
                  </a:lnTo>
                  <a:lnTo>
                    <a:pt x="6859621" y="417466"/>
                  </a:lnTo>
                  <a:lnTo>
                    <a:pt x="6859747" y="417466"/>
                  </a:lnTo>
                  <a:lnTo>
                    <a:pt x="6859873" y="417466"/>
                  </a:lnTo>
                  <a:lnTo>
                    <a:pt x="6860000" y="417466"/>
                  </a:lnTo>
                  <a:lnTo>
                    <a:pt x="6860126" y="417466"/>
                  </a:lnTo>
                  <a:lnTo>
                    <a:pt x="6860252" y="417466"/>
                  </a:lnTo>
                  <a:lnTo>
                    <a:pt x="6860378" y="417466"/>
                  </a:lnTo>
                  <a:lnTo>
                    <a:pt x="6860505" y="417466"/>
                  </a:lnTo>
                  <a:lnTo>
                    <a:pt x="6860631" y="417466"/>
                  </a:lnTo>
                  <a:lnTo>
                    <a:pt x="6860757" y="417466"/>
                  </a:lnTo>
                  <a:lnTo>
                    <a:pt x="6860884" y="417466"/>
                  </a:lnTo>
                  <a:lnTo>
                    <a:pt x="6861010" y="417466"/>
                  </a:lnTo>
                  <a:lnTo>
                    <a:pt x="6861136" y="417466"/>
                  </a:lnTo>
                  <a:lnTo>
                    <a:pt x="6861262" y="417466"/>
                  </a:lnTo>
                  <a:lnTo>
                    <a:pt x="6861389" y="417466"/>
                  </a:lnTo>
                  <a:lnTo>
                    <a:pt x="6861515" y="417466"/>
                  </a:lnTo>
                  <a:lnTo>
                    <a:pt x="6861641" y="417466"/>
                  </a:lnTo>
                  <a:lnTo>
                    <a:pt x="6861767" y="417466"/>
                  </a:lnTo>
                  <a:lnTo>
                    <a:pt x="6861894" y="417466"/>
                  </a:lnTo>
                  <a:lnTo>
                    <a:pt x="6862020" y="417466"/>
                  </a:lnTo>
                  <a:lnTo>
                    <a:pt x="6862146" y="417466"/>
                  </a:lnTo>
                  <a:lnTo>
                    <a:pt x="6862272" y="417466"/>
                  </a:lnTo>
                  <a:lnTo>
                    <a:pt x="6862399" y="417466"/>
                  </a:lnTo>
                  <a:lnTo>
                    <a:pt x="6862525" y="417466"/>
                  </a:lnTo>
                  <a:lnTo>
                    <a:pt x="6862651" y="417466"/>
                  </a:lnTo>
                  <a:lnTo>
                    <a:pt x="6862777" y="417466"/>
                  </a:lnTo>
                  <a:lnTo>
                    <a:pt x="6862904" y="417466"/>
                  </a:lnTo>
                  <a:lnTo>
                    <a:pt x="6863030" y="417466"/>
                  </a:lnTo>
                  <a:lnTo>
                    <a:pt x="6863156" y="417466"/>
                  </a:lnTo>
                  <a:lnTo>
                    <a:pt x="6863282" y="417466"/>
                  </a:lnTo>
                  <a:lnTo>
                    <a:pt x="6863409" y="417466"/>
                  </a:lnTo>
                  <a:lnTo>
                    <a:pt x="6863535" y="417466"/>
                  </a:lnTo>
                  <a:lnTo>
                    <a:pt x="6863661" y="417466"/>
                  </a:lnTo>
                  <a:lnTo>
                    <a:pt x="6863787" y="417466"/>
                  </a:lnTo>
                  <a:lnTo>
                    <a:pt x="6863914" y="417466"/>
                  </a:lnTo>
                  <a:lnTo>
                    <a:pt x="6864040" y="417466"/>
                  </a:lnTo>
                  <a:lnTo>
                    <a:pt x="6864166" y="417466"/>
                  </a:lnTo>
                  <a:lnTo>
                    <a:pt x="6864166" y="412555"/>
                  </a:lnTo>
                  <a:lnTo>
                    <a:pt x="6864292" y="412555"/>
                  </a:lnTo>
                  <a:lnTo>
                    <a:pt x="6864419" y="412555"/>
                  </a:lnTo>
                  <a:lnTo>
                    <a:pt x="6864545" y="412555"/>
                  </a:lnTo>
                  <a:lnTo>
                    <a:pt x="6864671" y="412555"/>
                  </a:lnTo>
                  <a:lnTo>
                    <a:pt x="6864797" y="412555"/>
                  </a:lnTo>
                  <a:lnTo>
                    <a:pt x="6864924" y="412555"/>
                  </a:lnTo>
                  <a:lnTo>
                    <a:pt x="6865050" y="412555"/>
                  </a:lnTo>
                  <a:lnTo>
                    <a:pt x="6865176" y="412555"/>
                  </a:lnTo>
                  <a:lnTo>
                    <a:pt x="6865302" y="412555"/>
                  </a:lnTo>
                  <a:lnTo>
                    <a:pt x="6865429" y="412555"/>
                  </a:lnTo>
                  <a:lnTo>
                    <a:pt x="6865555" y="412555"/>
                  </a:lnTo>
                  <a:lnTo>
                    <a:pt x="6865681" y="412555"/>
                  </a:lnTo>
                  <a:lnTo>
                    <a:pt x="6865807" y="412555"/>
                  </a:lnTo>
                  <a:lnTo>
                    <a:pt x="6865934" y="412555"/>
                  </a:lnTo>
                  <a:lnTo>
                    <a:pt x="6866060" y="412555"/>
                  </a:lnTo>
                  <a:lnTo>
                    <a:pt x="6866186" y="412555"/>
                  </a:lnTo>
                  <a:lnTo>
                    <a:pt x="6866313" y="412555"/>
                  </a:lnTo>
                  <a:lnTo>
                    <a:pt x="6866439" y="412555"/>
                  </a:lnTo>
                  <a:lnTo>
                    <a:pt x="6866565" y="412555"/>
                  </a:lnTo>
                  <a:lnTo>
                    <a:pt x="6866691" y="412555"/>
                  </a:lnTo>
                  <a:lnTo>
                    <a:pt x="6866818" y="412555"/>
                  </a:lnTo>
                  <a:lnTo>
                    <a:pt x="6866944" y="412555"/>
                  </a:lnTo>
                  <a:lnTo>
                    <a:pt x="6867070" y="412555"/>
                  </a:lnTo>
                  <a:lnTo>
                    <a:pt x="6867196" y="412555"/>
                  </a:lnTo>
                  <a:lnTo>
                    <a:pt x="6867323" y="412555"/>
                  </a:lnTo>
                  <a:lnTo>
                    <a:pt x="6867449" y="412555"/>
                  </a:lnTo>
                  <a:lnTo>
                    <a:pt x="6867575" y="412555"/>
                  </a:lnTo>
                  <a:lnTo>
                    <a:pt x="6867701" y="412555"/>
                  </a:lnTo>
                  <a:lnTo>
                    <a:pt x="6867828" y="412555"/>
                  </a:lnTo>
                  <a:lnTo>
                    <a:pt x="6867954" y="412555"/>
                  </a:lnTo>
                  <a:lnTo>
                    <a:pt x="6868080" y="412555"/>
                  </a:lnTo>
                  <a:lnTo>
                    <a:pt x="6868206" y="412555"/>
                  </a:lnTo>
                  <a:lnTo>
                    <a:pt x="6868333" y="412555"/>
                  </a:lnTo>
                  <a:lnTo>
                    <a:pt x="6868459" y="412555"/>
                  </a:lnTo>
                  <a:lnTo>
                    <a:pt x="6868585" y="412555"/>
                  </a:lnTo>
                  <a:lnTo>
                    <a:pt x="6868711" y="412555"/>
                  </a:lnTo>
                  <a:lnTo>
                    <a:pt x="6868838" y="412555"/>
                  </a:lnTo>
                  <a:lnTo>
                    <a:pt x="6868838" y="407644"/>
                  </a:lnTo>
                  <a:lnTo>
                    <a:pt x="6868964" y="407644"/>
                  </a:lnTo>
                  <a:lnTo>
                    <a:pt x="6869090" y="407644"/>
                  </a:lnTo>
                  <a:lnTo>
                    <a:pt x="6869216" y="407644"/>
                  </a:lnTo>
                  <a:lnTo>
                    <a:pt x="6869343" y="407644"/>
                  </a:lnTo>
                  <a:lnTo>
                    <a:pt x="6869469" y="407644"/>
                  </a:lnTo>
                  <a:lnTo>
                    <a:pt x="6869595" y="407644"/>
                  </a:lnTo>
                  <a:lnTo>
                    <a:pt x="6869721" y="407644"/>
                  </a:lnTo>
                  <a:lnTo>
                    <a:pt x="6869848" y="407644"/>
                  </a:lnTo>
                  <a:lnTo>
                    <a:pt x="6869974" y="407644"/>
                  </a:lnTo>
                  <a:lnTo>
                    <a:pt x="6870100" y="407644"/>
                  </a:lnTo>
                  <a:lnTo>
                    <a:pt x="6870226" y="407644"/>
                  </a:lnTo>
                  <a:lnTo>
                    <a:pt x="6870353" y="407644"/>
                  </a:lnTo>
                  <a:lnTo>
                    <a:pt x="6870479" y="407644"/>
                  </a:lnTo>
                  <a:lnTo>
                    <a:pt x="6870605" y="407644"/>
                  </a:lnTo>
                  <a:lnTo>
                    <a:pt x="6870731" y="407644"/>
                  </a:lnTo>
                  <a:lnTo>
                    <a:pt x="6870858" y="407644"/>
                  </a:lnTo>
                  <a:lnTo>
                    <a:pt x="6870984" y="407644"/>
                  </a:lnTo>
                  <a:lnTo>
                    <a:pt x="6871110" y="407644"/>
                  </a:lnTo>
                  <a:lnTo>
                    <a:pt x="6871237" y="407644"/>
                  </a:lnTo>
                  <a:lnTo>
                    <a:pt x="6871363" y="407644"/>
                  </a:lnTo>
                  <a:lnTo>
                    <a:pt x="6871489" y="407644"/>
                  </a:lnTo>
                  <a:lnTo>
                    <a:pt x="6871615" y="407644"/>
                  </a:lnTo>
                  <a:lnTo>
                    <a:pt x="6871742" y="407644"/>
                  </a:lnTo>
                  <a:lnTo>
                    <a:pt x="6871868" y="407644"/>
                  </a:lnTo>
                  <a:lnTo>
                    <a:pt x="6871994" y="407644"/>
                  </a:lnTo>
                  <a:lnTo>
                    <a:pt x="6872120" y="407644"/>
                  </a:lnTo>
                  <a:lnTo>
                    <a:pt x="6872247" y="407644"/>
                  </a:lnTo>
                  <a:lnTo>
                    <a:pt x="6872373" y="407644"/>
                  </a:lnTo>
                  <a:lnTo>
                    <a:pt x="6872499" y="407644"/>
                  </a:lnTo>
                  <a:lnTo>
                    <a:pt x="6872499" y="402732"/>
                  </a:lnTo>
                  <a:lnTo>
                    <a:pt x="6872625" y="402732"/>
                  </a:lnTo>
                  <a:lnTo>
                    <a:pt x="6872752" y="402732"/>
                  </a:lnTo>
                  <a:lnTo>
                    <a:pt x="6872878" y="402732"/>
                  </a:lnTo>
                  <a:lnTo>
                    <a:pt x="6873004" y="402732"/>
                  </a:lnTo>
                  <a:lnTo>
                    <a:pt x="6873130" y="402732"/>
                  </a:lnTo>
                  <a:lnTo>
                    <a:pt x="6873257" y="402732"/>
                  </a:lnTo>
                  <a:lnTo>
                    <a:pt x="6873383" y="402732"/>
                  </a:lnTo>
                  <a:lnTo>
                    <a:pt x="6873509" y="402732"/>
                  </a:lnTo>
                  <a:lnTo>
                    <a:pt x="6873635" y="402732"/>
                  </a:lnTo>
                  <a:lnTo>
                    <a:pt x="6873762" y="402732"/>
                  </a:lnTo>
                  <a:lnTo>
                    <a:pt x="6873888" y="402732"/>
                  </a:lnTo>
                  <a:lnTo>
                    <a:pt x="6874014" y="402732"/>
                  </a:lnTo>
                  <a:lnTo>
                    <a:pt x="6874140" y="402732"/>
                  </a:lnTo>
                  <a:lnTo>
                    <a:pt x="6874267" y="402732"/>
                  </a:lnTo>
                  <a:lnTo>
                    <a:pt x="6874393" y="402732"/>
                  </a:lnTo>
                  <a:lnTo>
                    <a:pt x="6874519" y="402732"/>
                  </a:lnTo>
                  <a:lnTo>
                    <a:pt x="6874645" y="402732"/>
                  </a:lnTo>
                  <a:lnTo>
                    <a:pt x="6874772" y="402732"/>
                  </a:lnTo>
                  <a:lnTo>
                    <a:pt x="6874898" y="402732"/>
                  </a:lnTo>
                  <a:lnTo>
                    <a:pt x="6875024" y="402732"/>
                  </a:lnTo>
                  <a:lnTo>
                    <a:pt x="6875150" y="402732"/>
                  </a:lnTo>
                  <a:lnTo>
                    <a:pt x="6875277" y="402732"/>
                  </a:lnTo>
                  <a:lnTo>
                    <a:pt x="6875403" y="402732"/>
                  </a:lnTo>
                  <a:lnTo>
                    <a:pt x="6875529" y="402732"/>
                  </a:lnTo>
                  <a:lnTo>
                    <a:pt x="6875655" y="402732"/>
                  </a:lnTo>
                  <a:lnTo>
                    <a:pt x="6875782" y="402732"/>
                  </a:lnTo>
                  <a:lnTo>
                    <a:pt x="6875908" y="402732"/>
                  </a:lnTo>
                  <a:lnTo>
                    <a:pt x="6876034" y="402732"/>
                  </a:lnTo>
                  <a:lnTo>
                    <a:pt x="6876160" y="402732"/>
                  </a:lnTo>
                  <a:lnTo>
                    <a:pt x="6876287" y="402732"/>
                  </a:lnTo>
                  <a:lnTo>
                    <a:pt x="6876413" y="402732"/>
                  </a:lnTo>
                  <a:lnTo>
                    <a:pt x="6876539" y="402732"/>
                  </a:lnTo>
                  <a:lnTo>
                    <a:pt x="6876666" y="402732"/>
                  </a:lnTo>
                  <a:lnTo>
                    <a:pt x="6876792" y="402732"/>
                  </a:lnTo>
                  <a:lnTo>
                    <a:pt x="6876918" y="402732"/>
                  </a:lnTo>
                  <a:lnTo>
                    <a:pt x="6877044" y="402732"/>
                  </a:lnTo>
                  <a:lnTo>
                    <a:pt x="6877171" y="402732"/>
                  </a:lnTo>
                  <a:lnTo>
                    <a:pt x="6877297" y="402732"/>
                  </a:lnTo>
                  <a:lnTo>
                    <a:pt x="6877423" y="402732"/>
                  </a:lnTo>
                  <a:lnTo>
                    <a:pt x="6877549" y="402732"/>
                  </a:lnTo>
                  <a:lnTo>
                    <a:pt x="6877676" y="402732"/>
                  </a:lnTo>
                  <a:lnTo>
                    <a:pt x="6877802" y="402732"/>
                  </a:lnTo>
                  <a:lnTo>
                    <a:pt x="6877928" y="402732"/>
                  </a:lnTo>
                  <a:lnTo>
                    <a:pt x="6878054" y="402732"/>
                  </a:lnTo>
                  <a:lnTo>
                    <a:pt x="6878181" y="402732"/>
                  </a:lnTo>
                  <a:lnTo>
                    <a:pt x="6878307" y="402732"/>
                  </a:lnTo>
                  <a:lnTo>
                    <a:pt x="6878433" y="402732"/>
                  </a:lnTo>
                  <a:lnTo>
                    <a:pt x="6878559" y="402732"/>
                  </a:lnTo>
                  <a:lnTo>
                    <a:pt x="6878686" y="402732"/>
                  </a:lnTo>
                  <a:lnTo>
                    <a:pt x="6878812" y="402732"/>
                  </a:lnTo>
                  <a:lnTo>
                    <a:pt x="6878938" y="402732"/>
                  </a:lnTo>
                  <a:lnTo>
                    <a:pt x="6879064" y="402732"/>
                  </a:lnTo>
                  <a:lnTo>
                    <a:pt x="6879191" y="402732"/>
                  </a:lnTo>
                  <a:lnTo>
                    <a:pt x="6879317" y="402732"/>
                  </a:lnTo>
                  <a:lnTo>
                    <a:pt x="6879443" y="402732"/>
                  </a:lnTo>
                  <a:lnTo>
                    <a:pt x="6879569" y="402732"/>
                  </a:lnTo>
                  <a:lnTo>
                    <a:pt x="6879696" y="402732"/>
                  </a:lnTo>
                  <a:lnTo>
                    <a:pt x="6879822" y="402732"/>
                  </a:lnTo>
                  <a:lnTo>
                    <a:pt x="6879948" y="402732"/>
                  </a:lnTo>
                  <a:lnTo>
                    <a:pt x="6880074" y="402732"/>
                  </a:lnTo>
                  <a:lnTo>
                    <a:pt x="6880201" y="402732"/>
                  </a:lnTo>
                  <a:lnTo>
                    <a:pt x="6880327" y="402732"/>
                  </a:lnTo>
                  <a:lnTo>
                    <a:pt x="6880453" y="402732"/>
                  </a:lnTo>
                  <a:lnTo>
                    <a:pt x="6880579" y="402732"/>
                  </a:lnTo>
                  <a:lnTo>
                    <a:pt x="6880706" y="402732"/>
                  </a:lnTo>
                  <a:lnTo>
                    <a:pt x="6880832" y="402732"/>
                  </a:lnTo>
                  <a:lnTo>
                    <a:pt x="6880958" y="402732"/>
                  </a:lnTo>
                  <a:lnTo>
                    <a:pt x="6881084" y="402732"/>
                  </a:lnTo>
                  <a:lnTo>
                    <a:pt x="6881211" y="402732"/>
                  </a:lnTo>
                  <a:lnTo>
                    <a:pt x="6881337" y="402732"/>
                  </a:lnTo>
                  <a:lnTo>
                    <a:pt x="6881463" y="402732"/>
                  </a:lnTo>
                  <a:lnTo>
                    <a:pt x="6881590" y="402732"/>
                  </a:lnTo>
                  <a:lnTo>
                    <a:pt x="6881716" y="402732"/>
                  </a:lnTo>
                  <a:lnTo>
                    <a:pt x="6881842" y="402732"/>
                  </a:lnTo>
                  <a:lnTo>
                    <a:pt x="6881968" y="402732"/>
                  </a:lnTo>
                  <a:lnTo>
                    <a:pt x="6882095" y="402732"/>
                  </a:lnTo>
                  <a:lnTo>
                    <a:pt x="6882221" y="402732"/>
                  </a:lnTo>
                  <a:lnTo>
                    <a:pt x="6882347" y="402732"/>
                  </a:lnTo>
                  <a:lnTo>
                    <a:pt x="6882473" y="402732"/>
                  </a:lnTo>
                  <a:lnTo>
                    <a:pt x="6882600" y="402732"/>
                  </a:lnTo>
                  <a:lnTo>
                    <a:pt x="6882726" y="402732"/>
                  </a:lnTo>
                  <a:lnTo>
                    <a:pt x="6882852" y="402732"/>
                  </a:lnTo>
                  <a:lnTo>
                    <a:pt x="6882978" y="402732"/>
                  </a:lnTo>
                  <a:lnTo>
                    <a:pt x="6883105" y="402732"/>
                  </a:lnTo>
                  <a:lnTo>
                    <a:pt x="6883231" y="402732"/>
                  </a:lnTo>
                  <a:lnTo>
                    <a:pt x="6883357" y="402732"/>
                  </a:lnTo>
                  <a:lnTo>
                    <a:pt x="6883483" y="402732"/>
                  </a:lnTo>
                  <a:lnTo>
                    <a:pt x="6883610" y="402732"/>
                  </a:lnTo>
                  <a:lnTo>
                    <a:pt x="6883736" y="402732"/>
                  </a:lnTo>
                  <a:lnTo>
                    <a:pt x="6883862" y="402732"/>
                  </a:lnTo>
                  <a:lnTo>
                    <a:pt x="6883988" y="402732"/>
                  </a:lnTo>
                  <a:lnTo>
                    <a:pt x="6884115" y="402732"/>
                  </a:lnTo>
                  <a:lnTo>
                    <a:pt x="6884241" y="402732"/>
                  </a:lnTo>
                  <a:lnTo>
                    <a:pt x="6884367" y="402732"/>
                  </a:lnTo>
                  <a:lnTo>
                    <a:pt x="6884493" y="402732"/>
                  </a:lnTo>
                  <a:lnTo>
                    <a:pt x="6884620" y="402732"/>
                  </a:lnTo>
                  <a:lnTo>
                    <a:pt x="6884746" y="402732"/>
                  </a:lnTo>
                  <a:lnTo>
                    <a:pt x="6884872" y="402732"/>
                  </a:lnTo>
                  <a:lnTo>
                    <a:pt x="6884998" y="402732"/>
                  </a:lnTo>
                  <a:lnTo>
                    <a:pt x="6885125" y="402732"/>
                  </a:lnTo>
                  <a:lnTo>
                    <a:pt x="6885251" y="402732"/>
                  </a:lnTo>
                  <a:lnTo>
                    <a:pt x="6885377" y="402732"/>
                  </a:lnTo>
                  <a:lnTo>
                    <a:pt x="6885503" y="402732"/>
                  </a:lnTo>
                  <a:lnTo>
                    <a:pt x="6885630" y="402732"/>
                  </a:lnTo>
                  <a:lnTo>
                    <a:pt x="6885756" y="402732"/>
                  </a:lnTo>
                  <a:lnTo>
                    <a:pt x="6885882" y="402732"/>
                  </a:lnTo>
                  <a:lnTo>
                    <a:pt x="6886008" y="402732"/>
                  </a:lnTo>
                  <a:lnTo>
                    <a:pt x="6886135" y="402732"/>
                  </a:lnTo>
                  <a:lnTo>
                    <a:pt x="6886261" y="402732"/>
                  </a:lnTo>
                  <a:lnTo>
                    <a:pt x="6886387" y="402732"/>
                  </a:lnTo>
                  <a:lnTo>
                    <a:pt x="6886513" y="402732"/>
                  </a:lnTo>
                  <a:lnTo>
                    <a:pt x="6886640" y="402732"/>
                  </a:lnTo>
                  <a:lnTo>
                    <a:pt x="6886766" y="402732"/>
                  </a:lnTo>
                  <a:lnTo>
                    <a:pt x="6886892" y="402732"/>
                  </a:lnTo>
                  <a:lnTo>
                    <a:pt x="6887019" y="402732"/>
                  </a:lnTo>
                  <a:lnTo>
                    <a:pt x="6887145" y="402732"/>
                  </a:lnTo>
                  <a:lnTo>
                    <a:pt x="6887271" y="402732"/>
                  </a:lnTo>
                  <a:lnTo>
                    <a:pt x="6887397" y="402732"/>
                  </a:lnTo>
                  <a:lnTo>
                    <a:pt x="6887524" y="402732"/>
                  </a:lnTo>
                  <a:lnTo>
                    <a:pt x="6887650" y="402732"/>
                  </a:lnTo>
                  <a:lnTo>
                    <a:pt x="6887776" y="402732"/>
                  </a:lnTo>
                  <a:lnTo>
                    <a:pt x="6887902" y="402732"/>
                  </a:lnTo>
                  <a:lnTo>
                    <a:pt x="6888029" y="402732"/>
                  </a:lnTo>
                  <a:lnTo>
                    <a:pt x="6888155" y="402732"/>
                  </a:lnTo>
                  <a:lnTo>
                    <a:pt x="6888281" y="402732"/>
                  </a:lnTo>
                  <a:lnTo>
                    <a:pt x="6888407" y="402732"/>
                  </a:lnTo>
                  <a:lnTo>
                    <a:pt x="6888534" y="402732"/>
                  </a:lnTo>
                  <a:lnTo>
                    <a:pt x="6888660" y="402732"/>
                  </a:lnTo>
                  <a:lnTo>
                    <a:pt x="6888786" y="402732"/>
                  </a:lnTo>
                  <a:lnTo>
                    <a:pt x="6888912" y="402732"/>
                  </a:lnTo>
                  <a:lnTo>
                    <a:pt x="6889039" y="402732"/>
                  </a:lnTo>
                  <a:lnTo>
                    <a:pt x="6889165" y="402732"/>
                  </a:lnTo>
                  <a:lnTo>
                    <a:pt x="6889291" y="402732"/>
                  </a:lnTo>
                  <a:lnTo>
                    <a:pt x="6889417" y="402732"/>
                  </a:lnTo>
                  <a:lnTo>
                    <a:pt x="6889544" y="402732"/>
                  </a:lnTo>
                  <a:lnTo>
                    <a:pt x="6889670" y="402732"/>
                  </a:lnTo>
                  <a:lnTo>
                    <a:pt x="6889796" y="402732"/>
                  </a:lnTo>
                  <a:lnTo>
                    <a:pt x="6889922" y="402732"/>
                  </a:lnTo>
                  <a:lnTo>
                    <a:pt x="6890049" y="402732"/>
                  </a:lnTo>
                  <a:lnTo>
                    <a:pt x="6890175" y="402732"/>
                  </a:lnTo>
                  <a:lnTo>
                    <a:pt x="6890301" y="402732"/>
                  </a:lnTo>
                  <a:lnTo>
                    <a:pt x="6890427" y="402732"/>
                  </a:lnTo>
                  <a:lnTo>
                    <a:pt x="6890554" y="402732"/>
                  </a:lnTo>
                  <a:lnTo>
                    <a:pt x="6890680" y="402732"/>
                  </a:lnTo>
                  <a:lnTo>
                    <a:pt x="6890806" y="402732"/>
                  </a:lnTo>
                  <a:lnTo>
                    <a:pt x="6890932" y="402732"/>
                  </a:lnTo>
                  <a:lnTo>
                    <a:pt x="6891059" y="402732"/>
                  </a:lnTo>
                  <a:lnTo>
                    <a:pt x="6891185" y="402732"/>
                  </a:lnTo>
                  <a:lnTo>
                    <a:pt x="6891311" y="402732"/>
                  </a:lnTo>
                  <a:lnTo>
                    <a:pt x="6891437" y="402732"/>
                  </a:lnTo>
                  <a:lnTo>
                    <a:pt x="6891564" y="402732"/>
                  </a:lnTo>
                  <a:lnTo>
                    <a:pt x="6891690" y="402732"/>
                  </a:lnTo>
                  <a:lnTo>
                    <a:pt x="6891816" y="402732"/>
                  </a:lnTo>
                  <a:lnTo>
                    <a:pt x="6891943" y="402732"/>
                  </a:lnTo>
                  <a:lnTo>
                    <a:pt x="6892069" y="402732"/>
                  </a:lnTo>
                  <a:lnTo>
                    <a:pt x="6892195" y="402732"/>
                  </a:lnTo>
                  <a:lnTo>
                    <a:pt x="6892321" y="402732"/>
                  </a:lnTo>
                  <a:lnTo>
                    <a:pt x="6892448" y="402732"/>
                  </a:lnTo>
                  <a:lnTo>
                    <a:pt x="6892574" y="402732"/>
                  </a:lnTo>
                  <a:lnTo>
                    <a:pt x="6892700" y="402732"/>
                  </a:lnTo>
                  <a:lnTo>
                    <a:pt x="6892826" y="402732"/>
                  </a:lnTo>
                  <a:lnTo>
                    <a:pt x="6892953" y="402732"/>
                  </a:lnTo>
                  <a:lnTo>
                    <a:pt x="6893079" y="402732"/>
                  </a:lnTo>
                  <a:lnTo>
                    <a:pt x="6893205" y="402732"/>
                  </a:lnTo>
                  <a:lnTo>
                    <a:pt x="6893331" y="402732"/>
                  </a:lnTo>
                  <a:lnTo>
                    <a:pt x="6893458" y="402732"/>
                  </a:lnTo>
                  <a:lnTo>
                    <a:pt x="6893584" y="402732"/>
                  </a:lnTo>
                  <a:lnTo>
                    <a:pt x="6893710" y="402732"/>
                  </a:lnTo>
                  <a:lnTo>
                    <a:pt x="6893836" y="402732"/>
                  </a:lnTo>
                  <a:lnTo>
                    <a:pt x="6893963" y="402732"/>
                  </a:lnTo>
                  <a:lnTo>
                    <a:pt x="6894089" y="402732"/>
                  </a:lnTo>
                  <a:lnTo>
                    <a:pt x="6894215" y="402732"/>
                  </a:lnTo>
                  <a:lnTo>
                    <a:pt x="6894341" y="402732"/>
                  </a:lnTo>
                  <a:lnTo>
                    <a:pt x="6894468" y="402732"/>
                  </a:lnTo>
                  <a:lnTo>
                    <a:pt x="6894594" y="402732"/>
                  </a:lnTo>
                  <a:lnTo>
                    <a:pt x="6894720" y="402732"/>
                  </a:lnTo>
                  <a:lnTo>
                    <a:pt x="6894846" y="402732"/>
                  </a:lnTo>
                  <a:lnTo>
                    <a:pt x="6894973" y="402732"/>
                  </a:lnTo>
                  <a:lnTo>
                    <a:pt x="6895099" y="402732"/>
                  </a:lnTo>
                  <a:lnTo>
                    <a:pt x="6895225" y="402732"/>
                  </a:lnTo>
                  <a:lnTo>
                    <a:pt x="6895351" y="402732"/>
                  </a:lnTo>
                  <a:lnTo>
                    <a:pt x="6895478" y="402732"/>
                  </a:lnTo>
                  <a:lnTo>
                    <a:pt x="6895604" y="402732"/>
                  </a:lnTo>
                  <a:lnTo>
                    <a:pt x="6895730" y="402732"/>
                  </a:lnTo>
                  <a:lnTo>
                    <a:pt x="6895856" y="402732"/>
                  </a:lnTo>
                  <a:lnTo>
                    <a:pt x="6895983" y="402732"/>
                  </a:lnTo>
                  <a:lnTo>
                    <a:pt x="6896109" y="402732"/>
                  </a:lnTo>
                  <a:lnTo>
                    <a:pt x="6896235" y="402732"/>
                  </a:lnTo>
                  <a:lnTo>
                    <a:pt x="6896361" y="402732"/>
                  </a:lnTo>
                  <a:lnTo>
                    <a:pt x="6896488" y="402732"/>
                  </a:lnTo>
                  <a:lnTo>
                    <a:pt x="6896614" y="402732"/>
                  </a:lnTo>
                  <a:lnTo>
                    <a:pt x="6896740" y="402732"/>
                  </a:lnTo>
                  <a:lnTo>
                    <a:pt x="6896867" y="402732"/>
                  </a:lnTo>
                  <a:lnTo>
                    <a:pt x="6896993" y="402732"/>
                  </a:lnTo>
                  <a:lnTo>
                    <a:pt x="6897119" y="402732"/>
                  </a:lnTo>
                  <a:lnTo>
                    <a:pt x="6897245" y="402732"/>
                  </a:lnTo>
                  <a:lnTo>
                    <a:pt x="6897372" y="402732"/>
                  </a:lnTo>
                  <a:lnTo>
                    <a:pt x="6897498" y="402732"/>
                  </a:lnTo>
                  <a:lnTo>
                    <a:pt x="6897624" y="402732"/>
                  </a:lnTo>
                  <a:lnTo>
                    <a:pt x="6897750" y="402732"/>
                  </a:lnTo>
                  <a:lnTo>
                    <a:pt x="6897877" y="402732"/>
                  </a:lnTo>
                  <a:lnTo>
                    <a:pt x="6898003" y="402732"/>
                  </a:lnTo>
                  <a:lnTo>
                    <a:pt x="6898129" y="402732"/>
                  </a:lnTo>
                  <a:lnTo>
                    <a:pt x="6898255" y="402732"/>
                  </a:lnTo>
                  <a:lnTo>
                    <a:pt x="6898382" y="402732"/>
                  </a:lnTo>
                  <a:lnTo>
                    <a:pt x="6898508" y="402732"/>
                  </a:lnTo>
                  <a:lnTo>
                    <a:pt x="6898634" y="402732"/>
                  </a:lnTo>
                  <a:lnTo>
                    <a:pt x="6898760" y="402732"/>
                  </a:lnTo>
                  <a:lnTo>
                    <a:pt x="6898887" y="402732"/>
                  </a:lnTo>
                  <a:lnTo>
                    <a:pt x="6899013" y="402732"/>
                  </a:lnTo>
                  <a:lnTo>
                    <a:pt x="6899139" y="402732"/>
                  </a:lnTo>
                  <a:lnTo>
                    <a:pt x="6899265" y="402732"/>
                  </a:lnTo>
                  <a:lnTo>
                    <a:pt x="6899392" y="402732"/>
                  </a:lnTo>
                  <a:lnTo>
                    <a:pt x="6899518" y="402732"/>
                  </a:lnTo>
                  <a:lnTo>
                    <a:pt x="6899644" y="402732"/>
                  </a:lnTo>
                  <a:lnTo>
                    <a:pt x="6899770" y="402732"/>
                  </a:lnTo>
                  <a:lnTo>
                    <a:pt x="6899897" y="402732"/>
                  </a:lnTo>
                  <a:lnTo>
                    <a:pt x="6900023" y="402732"/>
                  </a:lnTo>
                  <a:lnTo>
                    <a:pt x="6900149" y="402732"/>
                  </a:lnTo>
                  <a:lnTo>
                    <a:pt x="6900275" y="402732"/>
                  </a:lnTo>
                  <a:lnTo>
                    <a:pt x="6900402" y="402732"/>
                  </a:lnTo>
                  <a:lnTo>
                    <a:pt x="6900528" y="402732"/>
                  </a:lnTo>
                  <a:lnTo>
                    <a:pt x="6900654" y="402732"/>
                  </a:lnTo>
                  <a:lnTo>
                    <a:pt x="6900780" y="402732"/>
                  </a:lnTo>
                  <a:lnTo>
                    <a:pt x="6900907" y="402732"/>
                  </a:lnTo>
                  <a:lnTo>
                    <a:pt x="6901033" y="402732"/>
                  </a:lnTo>
                  <a:lnTo>
                    <a:pt x="6901159" y="402732"/>
                  </a:lnTo>
                  <a:lnTo>
                    <a:pt x="6901285" y="402732"/>
                  </a:lnTo>
                  <a:lnTo>
                    <a:pt x="6901412" y="402732"/>
                  </a:lnTo>
                  <a:lnTo>
                    <a:pt x="6901538" y="402732"/>
                  </a:lnTo>
                  <a:lnTo>
                    <a:pt x="6901664" y="402732"/>
                  </a:lnTo>
                  <a:lnTo>
                    <a:pt x="6901790" y="402732"/>
                  </a:lnTo>
                  <a:lnTo>
                    <a:pt x="6901917" y="402732"/>
                  </a:lnTo>
                  <a:lnTo>
                    <a:pt x="6902043" y="402732"/>
                  </a:lnTo>
                  <a:lnTo>
                    <a:pt x="6902169" y="402732"/>
                  </a:lnTo>
                  <a:lnTo>
                    <a:pt x="6902296" y="402732"/>
                  </a:lnTo>
                  <a:lnTo>
                    <a:pt x="6902296" y="397821"/>
                  </a:lnTo>
                  <a:lnTo>
                    <a:pt x="6902422" y="397821"/>
                  </a:lnTo>
                  <a:lnTo>
                    <a:pt x="6902548" y="397821"/>
                  </a:lnTo>
                  <a:lnTo>
                    <a:pt x="6902674" y="397821"/>
                  </a:lnTo>
                  <a:lnTo>
                    <a:pt x="6902801" y="397821"/>
                  </a:lnTo>
                  <a:lnTo>
                    <a:pt x="6902927" y="397821"/>
                  </a:lnTo>
                  <a:lnTo>
                    <a:pt x="6903053" y="397821"/>
                  </a:lnTo>
                  <a:lnTo>
                    <a:pt x="6903179" y="397821"/>
                  </a:lnTo>
                  <a:lnTo>
                    <a:pt x="6903306" y="397821"/>
                  </a:lnTo>
                  <a:lnTo>
                    <a:pt x="6903432" y="397821"/>
                  </a:lnTo>
                  <a:lnTo>
                    <a:pt x="6903558" y="397821"/>
                  </a:lnTo>
                  <a:lnTo>
                    <a:pt x="6903684" y="397821"/>
                  </a:lnTo>
                  <a:lnTo>
                    <a:pt x="6903811" y="397821"/>
                  </a:lnTo>
                  <a:lnTo>
                    <a:pt x="6903937" y="397821"/>
                  </a:lnTo>
                  <a:lnTo>
                    <a:pt x="6904063" y="397821"/>
                  </a:lnTo>
                  <a:lnTo>
                    <a:pt x="6904189" y="397821"/>
                  </a:lnTo>
                  <a:lnTo>
                    <a:pt x="6904316" y="397821"/>
                  </a:lnTo>
                  <a:lnTo>
                    <a:pt x="6904442" y="397821"/>
                  </a:lnTo>
                  <a:lnTo>
                    <a:pt x="6904568" y="397821"/>
                  </a:lnTo>
                  <a:lnTo>
                    <a:pt x="6904694" y="397821"/>
                  </a:lnTo>
                  <a:lnTo>
                    <a:pt x="6904821" y="397821"/>
                  </a:lnTo>
                  <a:lnTo>
                    <a:pt x="6904947" y="397821"/>
                  </a:lnTo>
                  <a:lnTo>
                    <a:pt x="6905073" y="397821"/>
                  </a:lnTo>
                  <a:lnTo>
                    <a:pt x="6905199" y="397821"/>
                  </a:lnTo>
                  <a:lnTo>
                    <a:pt x="6905326" y="397821"/>
                  </a:lnTo>
                  <a:lnTo>
                    <a:pt x="6905452" y="397821"/>
                  </a:lnTo>
                  <a:lnTo>
                    <a:pt x="6905578" y="397821"/>
                  </a:lnTo>
                  <a:lnTo>
                    <a:pt x="6905704" y="397821"/>
                  </a:lnTo>
                  <a:lnTo>
                    <a:pt x="6905831" y="397821"/>
                  </a:lnTo>
                  <a:lnTo>
                    <a:pt x="6905957" y="397821"/>
                  </a:lnTo>
                  <a:lnTo>
                    <a:pt x="6906083" y="397821"/>
                  </a:lnTo>
                  <a:lnTo>
                    <a:pt x="6906209" y="397821"/>
                  </a:lnTo>
                  <a:lnTo>
                    <a:pt x="6906209" y="392909"/>
                  </a:lnTo>
                  <a:lnTo>
                    <a:pt x="6906336" y="392909"/>
                  </a:lnTo>
                  <a:lnTo>
                    <a:pt x="6906336" y="387998"/>
                  </a:lnTo>
                  <a:lnTo>
                    <a:pt x="6906462" y="387998"/>
                  </a:lnTo>
                  <a:lnTo>
                    <a:pt x="6906588" y="387998"/>
                  </a:lnTo>
                  <a:lnTo>
                    <a:pt x="6906714" y="387998"/>
                  </a:lnTo>
                  <a:lnTo>
                    <a:pt x="6906841" y="387998"/>
                  </a:lnTo>
                  <a:lnTo>
                    <a:pt x="6906967" y="387998"/>
                  </a:lnTo>
                  <a:lnTo>
                    <a:pt x="6907093" y="387998"/>
                  </a:lnTo>
                  <a:lnTo>
                    <a:pt x="6907220" y="387998"/>
                  </a:lnTo>
                  <a:lnTo>
                    <a:pt x="6907346" y="387998"/>
                  </a:lnTo>
                  <a:lnTo>
                    <a:pt x="6907472" y="387998"/>
                  </a:lnTo>
                  <a:lnTo>
                    <a:pt x="6907598" y="387998"/>
                  </a:lnTo>
                  <a:lnTo>
                    <a:pt x="6907725" y="387998"/>
                  </a:lnTo>
                  <a:lnTo>
                    <a:pt x="6907851" y="387998"/>
                  </a:lnTo>
                  <a:lnTo>
                    <a:pt x="6907977" y="387998"/>
                  </a:lnTo>
                  <a:lnTo>
                    <a:pt x="6908103" y="387998"/>
                  </a:lnTo>
                  <a:lnTo>
                    <a:pt x="6908230" y="387998"/>
                  </a:lnTo>
                  <a:lnTo>
                    <a:pt x="6908356" y="387998"/>
                  </a:lnTo>
                  <a:lnTo>
                    <a:pt x="6908482" y="387998"/>
                  </a:lnTo>
                  <a:lnTo>
                    <a:pt x="6908608" y="387998"/>
                  </a:lnTo>
                  <a:lnTo>
                    <a:pt x="6908735" y="387998"/>
                  </a:lnTo>
                  <a:lnTo>
                    <a:pt x="6908861" y="387998"/>
                  </a:lnTo>
                  <a:lnTo>
                    <a:pt x="6908987" y="387998"/>
                  </a:lnTo>
                  <a:lnTo>
                    <a:pt x="6909113" y="387998"/>
                  </a:lnTo>
                  <a:lnTo>
                    <a:pt x="6909240" y="387998"/>
                  </a:lnTo>
                  <a:lnTo>
                    <a:pt x="6909366" y="387998"/>
                  </a:lnTo>
                  <a:lnTo>
                    <a:pt x="6909492" y="387998"/>
                  </a:lnTo>
                  <a:lnTo>
                    <a:pt x="6909618" y="387998"/>
                  </a:lnTo>
                  <a:lnTo>
                    <a:pt x="6909745" y="387998"/>
                  </a:lnTo>
                  <a:lnTo>
                    <a:pt x="6909871" y="387998"/>
                  </a:lnTo>
                  <a:lnTo>
                    <a:pt x="6909997" y="387998"/>
                  </a:lnTo>
                  <a:lnTo>
                    <a:pt x="6910123" y="387998"/>
                  </a:lnTo>
                  <a:lnTo>
                    <a:pt x="6910250" y="387998"/>
                  </a:lnTo>
                  <a:lnTo>
                    <a:pt x="6910376" y="387998"/>
                  </a:lnTo>
                  <a:lnTo>
                    <a:pt x="6910502" y="387998"/>
                  </a:lnTo>
                  <a:lnTo>
                    <a:pt x="6910628" y="387998"/>
                  </a:lnTo>
                  <a:lnTo>
                    <a:pt x="6910755" y="387998"/>
                  </a:lnTo>
                  <a:lnTo>
                    <a:pt x="6910881" y="387998"/>
                  </a:lnTo>
                  <a:lnTo>
                    <a:pt x="6911007" y="387998"/>
                  </a:lnTo>
                  <a:lnTo>
                    <a:pt x="6911133" y="387998"/>
                  </a:lnTo>
                  <a:lnTo>
                    <a:pt x="6911260" y="387998"/>
                  </a:lnTo>
                  <a:lnTo>
                    <a:pt x="6911386" y="387998"/>
                  </a:lnTo>
                  <a:lnTo>
                    <a:pt x="6911512" y="387998"/>
                  </a:lnTo>
                  <a:lnTo>
                    <a:pt x="6911638" y="387998"/>
                  </a:lnTo>
                  <a:lnTo>
                    <a:pt x="6911765" y="387998"/>
                  </a:lnTo>
                  <a:lnTo>
                    <a:pt x="6911891" y="387998"/>
                  </a:lnTo>
                  <a:lnTo>
                    <a:pt x="6912017" y="387998"/>
                  </a:lnTo>
                  <a:lnTo>
                    <a:pt x="6912143" y="387998"/>
                  </a:lnTo>
                  <a:lnTo>
                    <a:pt x="6912270" y="387998"/>
                  </a:lnTo>
                  <a:lnTo>
                    <a:pt x="6912396" y="387998"/>
                  </a:lnTo>
                  <a:lnTo>
                    <a:pt x="6912522" y="387998"/>
                  </a:lnTo>
                  <a:lnTo>
                    <a:pt x="6912649" y="387998"/>
                  </a:lnTo>
                  <a:lnTo>
                    <a:pt x="6912775" y="387998"/>
                  </a:lnTo>
                  <a:lnTo>
                    <a:pt x="6912901" y="387998"/>
                  </a:lnTo>
                  <a:lnTo>
                    <a:pt x="6913027" y="387998"/>
                  </a:lnTo>
                  <a:lnTo>
                    <a:pt x="6913154" y="387998"/>
                  </a:lnTo>
                  <a:lnTo>
                    <a:pt x="6913280" y="387998"/>
                  </a:lnTo>
                  <a:lnTo>
                    <a:pt x="6913406" y="387998"/>
                  </a:lnTo>
                  <a:lnTo>
                    <a:pt x="6913532" y="387998"/>
                  </a:lnTo>
                  <a:lnTo>
                    <a:pt x="6913659" y="387998"/>
                  </a:lnTo>
                  <a:lnTo>
                    <a:pt x="6913785" y="387998"/>
                  </a:lnTo>
                  <a:lnTo>
                    <a:pt x="6913911" y="387998"/>
                  </a:lnTo>
                  <a:lnTo>
                    <a:pt x="6914037" y="387998"/>
                  </a:lnTo>
                  <a:lnTo>
                    <a:pt x="6914164" y="387998"/>
                  </a:lnTo>
                  <a:lnTo>
                    <a:pt x="6914290" y="387998"/>
                  </a:lnTo>
                  <a:lnTo>
                    <a:pt x="6914416" y="387998"/>
                  </a:lnTo>
                  <a:lnTo>
                    <a:pt x="6914542" y="387998"/>
                  </a:lnTo>
                  <a:lnTo>
                    <a:pt x="6914669" y="387998"/>
                  </a:lnTo>
                  <a:lnTo>
                    <a:pt x="6914795" y="387998"/>
                  </a:lnTo>
                  <a:lnTo>
                    <a:pt x="6914921" y="387998"/>
                  </a:lnTo>
                  <a:lnTo>
                    <a:pt x="6915047" y="387998"/>
                  </a:lnTo>
                  <a:lnTo>
                    <a:pt x="6915174" y="387998"/>
                  </a:lnTo>
                  <a:lnTo>
                    <a:pt x="6915300" y="387998"/>
                  </a:lnTo>
                  <a:lnTo>
                    <a:pt x="6915426" y="387998"/>
                  </a:lnTo>
                  <a:lnTo>
                    <a:pt x="6915552" y="387998"/>
                  </a:lnTo>
                  <a:lnTo>
                    <a:pt x="6915679" y="387998"/>
                  </a:lnTo>
                  <a:lnTo>
                    <a:pt x="6915805" y="387998"/>
                  </a:lnTo>
                  <a:lnTo>
                    <a:pt x="6915931" y="387998"/>
                  </a:lnTo>
                  <a:lnTo>
                    <a:pt x="6916057" y="387998"/>
                  </a:lnTo>
                  <a:lnTo>
                    <a:pt x="6916184" y="387998"/>
                  </a:lnTo>
                  <a:lnTo>
                    <a:pt x="6916310" y="387998"/>
                  </a:lnTo>
                  <a:lnTo>
                    <a:pt x="6916436" y="387998"/>
                  </a:lnTo>
                  <a:lnTo>
                    <a:pt x="6916562" y="387998"/>
                  </a:lnTo>
                  <a:lnTo>
                    <a:pt x="6916689" y="387998"/>
                  </a:lnTo>
                  <a:lnTo>
                    <a:pt x="6916815" y="387998"/>
                  </a:lnTo>
                  <a:lnTo>
                    <a:pt x="6916941" y="387998"/>
                  </a:lnTo>
                  <a:lnTo>
                    <a:pt x="6917067" y="387998"/>
                  </a:lnTo>
                  <a:lnTo>
                    <a:pt x="6917194" y="387998"/>
                  </a:lnTo>
                  <a:lnTo>
                    <a:pt x="6917320" y="387998"/>
                  </a:lnTo>
                  <a:lnTo>
                    <a:pt x="6917446" y="387998"/>
                  </a:lnTo>
                  <a:lnTo>
                    <a:pt x="6917573" y="387998"/>
                  </a:lnTo>
                  <a:lnTo>
                    <a:pt x="6917699" y="387998"/>
                  </a:lnTo>
                  <a:lnTo>
                    <a:pt x="6917825" y="387998"/>
                  </a:lnTo>
                  <a:lnTo>
                    <a:pt x="6917951" y="387998"/>
                  </a:lnTo>
                  <a:lnTo>
                    <a:pt x="6918078" y="387998"/>
                  </a:lnTo>
                  <a:lnTo>
                    <a:pt x="6918204" y="387998"/>
                  </a:lnTo>
                  <a:lnTo>
                    <a:pt x="6918330" y="387998"/>
                  </a:lnTo>
                  <a:lnTo>
                    <a:pt x="6918456" y="387998"/>
                  </a:lnTo>
                  <a:lnTo>
                    <a:pt x="6918583" y="387998"/>
                  </a:lnTo>
                  <a:lnTo>
                    <a:pt x="6918709" y="387998"/>
                  </a:lnTo>
                  <a:lnTo>
                    <a:pt x="6918835" y="387998"/>
                  </a:lnTo>
                  <a:lnTo>
                    <a:pt x="6918961" y="387998"/>
                  </a:lnTo>
                  <a:lnTo>
                    <a:pt x="6919088" y="387998"/>
                  </a:lnTo>
                  <a:lnTo>
                    <a:pt x="6919214" y="387998"/>
                  </a:lnTo>
                  <a:lnTo>
                    <a:pt x="6919340" y="387998"/>
                  </a:lnTo>
                  <a:lnTo>
                    <a:pt x="6919466" y="387998"/>
                  </a:lnTo>
                  <a:lnTo>
                    <a:pt x="6919593" y="387998"/>
                  </a:lnTo>
                  <a:lnTo>
                    <a:pt x="6919719" y="387998"/>
                  </a:lnTo>
                  <a:lnTo>
                    <a:pt x="6919845" y="387998"/>
                  </a:lnTo>
                  <a:lnTo>
                    <a:pt x="6919971" y="387998"/>
                  </a:lnTo>
                  <a:lnTo>
                    <a:pt x="6920098" y="387998"/>
                  </a:lnTo>
                  <a:lnTo>
                    <a:pt x="6920224" y="387998"/>
                  </a:lnTo>
                  <a:lnTo>
                    <a:pt x="6920350" y="387998"/>
                  </a:lnTo>
                  <a:lnTo>
                    <a:pt x="6920476" y="387998"/>
                  </a:lnTo>
                  <a:lnTo>
                    <a:pt x="6920603" y="387998"/>
                  </a:lnTo>
                  <a:lnTo>
                    <a:pt x="6920729" y="387998"/>
                  </a:lnTo>
                  <a:lnTo>
                    <a:pt x="6920855" y="387998"/>
                  </a:lnTo>
                  <a:lnTo>
                    <a:pt x="6920981" y="387998"/>
                  </a:lnTo>
                  <a:lnTo>
                    <a:pt x="6921108" y="387998"/>
                  </a:lnTo>
                  <a:lnTo>
                    <a:pt x="6921234" y="387998"/>
                  </a:lnTo>
                  <a:lnTo>
                    <a:pt x="6921360" y="387998"/>
                  </a:lnTo>
                  <a:lnTo>
                    <a:pt x="6921486" y="387998"/>
                  </a:lnTo>
                  <a:lnTo>
                    <a:pt x="6921613" y="387998"/>
                  </a:lnTo>
                  <a:lnTo>
                    <a:pt x="6921739" y="387998"/>
                  </a:lnTo>
                  <a:lnTo>
                    <a:pt x="6921865" y="387998"/>
                  </a:lnTo>
                  <a:lnTo>
                    <a:pt x="6921991" y="387998"/>
                  </a:lnTo>
                  <a:lnTo>
                    <a:pt x="6922118" y="387998"/>
                  </a:lnTo>
                  <a:lnTo>
                    <a:pt x="6922244" y="387998"/>
                  </a:lnTo>
                  <a:lnTo>
                    <a:pt x="6922370" y="387998"/>
                  </a:lnTo>
                  <a:lnTo>
                    <a:pt x="6922496" y="387998"/>
                  </a:lnTo>
                  <a:lnTo>
                    <a:pt x="6922623" y="387998"/>
                  </a:lnTo>
                  <a:lnTo>
                    <a:pt x="6922749" y="387998"/>
                  </a:lnTo>
                  <a:lnTo>
                    <a:pt x="6922875" y="387998"/>
                  </a:lnTo>
                  <a:lnTo>
                    <a:pt x="6923002" y="387998"/>
                  </a:lnTo>
                  <a:lnTo>
                    <a:pt x="6923128" y="387998"/>
                  </a:lnTo>
                  <a:lnTo>
                    <a:pt x="6923254" y="387998"/>
                  </a:lnTo>
                  <a:lnTo>
                    <a:pt x="6923380" y="387998"/>
                  </a:lnTo>
                  <a:lnTo>
                    <a:pt x="6923507" y="387998"/>
                  </a:lnTo>
                  <a:lnTo>
                    <a:pt x="6923633" y="387998"/>
                  </a:lnTo>
                  <a:lnTo>
                    <a:pt x="6923759" y="387998"/>
                  </a:lnTo>
                  <a:lnTo>
                    <a:pt x="6923885" y="387998"/>
                  </a:lnTo>
                  <a:lnTo>
                    <a:pt x="6924012" y="387998"/>
                  </a:lnTo>
                  <a:lnTo>
                    <a:pt x="6924138" y="387998"/>
                  </a:lnTo>
                  <a:lnTo>
                    <a:pt x="6924264" y="387998"/>
                  </a:lnTo>
                  <a:lnTo>
                    <a:pt x="6924390" y="387998"/>
                  </a:lnTo>
                  <a:lnTo>
                    <a:pt x="6924517" y="387998"/>
                  </a:lnTo>
                  <a:lnTo>
                    <a:pt x="6924643" y="387998"/>
                  </a:lnTo>
                  <a:lnTo>
                    <a:pt x="6924769" y="387998"/>
                  </a:lnTo>
                  <a:lnTo>
                    <a:pt x="6924895" y="387998"/>
                  </a:lnTo>
                  <a:lnTo>
                    <a:pt x="6925022" y="387998"/>
                  </a:lnTo>
                  <a:lnTo>
                    <a:pt x="6925148" y="387998"/>
                  </a:lnTo>
                  <a:lnTo>
                    <a:pt x="6925274" y="387998"/>
                  </a:lnTo>
                  <a:lnTo>
                    <a:pt x="6925400" y="387998"/>
                  </a:lnTo>
                  <a:lnTo>
                    <a:pt x="6925527" y="387998"/>
                  </a:lnTo>
                  <a:lnTo>
                    <a:pt x="6925653" y="387998"/>
                  </a:lnTo>
                  <a:lnTo>
                    <a:pt x="6925779" y="387998"/>
                  </a:lnTo>
                  <a:lnTo>
                    <a:pt x="6925905" y="387998"/>
                  </a:lnTo>
                  <a:lnTo>
                    <a:pt x="6926032" y="387998"/>
                  </a:lnTo>
                  <a:lnTo>
                    <a:pt x="6926158" y="387998"/>
                  </a:lnTo>
                  <a:lnTo>
                    <a:pt x="6926284" y="387998"/>
                  </a:lnTo>
                  <a:lnTo>
                    <a:pt x="6926410" y="387998"/>
                  </a:lnTo>
                  <a:lnTo>
                    <a:pt x="6926537" y="387998"/>
                  </a:lnTo>
                  <a:lnTo>
                    <a:pt x="6926663" y="387998"/>
                  </a:lnTo>
                  <a:lnTo>
                    <a:pt x="6926789" y="387998"/>
                  </a:lnTo>
                  <a:lnTo>
                    <a:pt x="6926915" y="387998"/>
                  </a:lnTo>
                  <a:lnTo>
                    <a:pt x="6927042" y="387998"/>
                  </a:lnTo>
                  <a:lnTo>
                    <a:pt x="6927168" y="387998"/>
                  </a:lnTo>
                  <a:lnTo>
                    <a:pt x="6927294" y="387998"/>
                  </a:lnTo>
                  <a:lnTo>
                    <a:pt x="6927420" y="387998"/>
                  </a:lnTo>
                  <a:lnTo>
                    <a:pt x="6927547" y="387998"/>
                  </a:lnTo>
                  <a:lnTo>
                    <a:pt x="6927673" y="387998"/>
                  </a:lnTo>
                  <a:lnTo>
                    <a:pt x="6927799" y="387998"/>
                  </a:lnTo>
                  <a:lnTo>
                    <a:pt x="6927926" y="387998"/>
                  </a:lnTo>
                  <a:lnTo>
                    <a:pt x="6928052" y="387998"/>
                  </a:lnTo>
                  <a:lnTo>
                    <a:pt x="6928178" y="387998"/>
                  </a:lnTo>
                  <a:lnTo>
                    <a:pt x="6928304" y="387998"/>
                  </a:lnTo>
                  <a:lnTo>
                    <a:pt x="6928431" y="387998"/>
                  </a:lnTo>
                  <a:lnTo>
                    <a:pt x="6928557" y="387998"/>
                  </a:lnTo>
                  <a:lnTo>
                    <a:pt x="6928683" y="387998"/>
                  </a:lnTo>
                  <a:lnTo>
                    <a:pt x="6928809" y="387998"/>
                  </a:lnTo>
                  <a:lnTo>
                    <a:pt x="6928936" y="387998"/>
                  </a:lnTo>
                  <a:lnTo>
                    <a:pt x="6929062" y="387998"/>
                  </a:lnTo>
                  <a:lnTo>
                    <a:pt x="6929188" y="387998"/>
                  </a:lnTo>
                  <a:lnTo>
                    <a:pt x="6929314" y="387998"/>
                  </a:lnTo>
                  <a:lnTo>
                    <a:pt x="6929441" y="387998"/>
                  </a:lnTo>
                  <a:lnTo>
                    <a:pt x="6929567" y="387998"/>
                  </a:lnTo>
                  <a:lnTo>
                    <a:pt x="6929693" y="387998"/>
                  </a:lnTo>
                  <a:lnTo>
                    <a:pt x="6929819" y="387998"/>
                  </a:lnTo>
                  <a:lnTo>
                    <a:pt x="6929946" y="387998"/>
                  </a:lnTo>
                  <a:lnTo>
                    <a:pt x="6930072" y="387998"/>
                  </a:lnTo>
                  <a:lnTo>
                    <a:pt x="6930198" y="387998"/>
                  </a:lnTo>
                  <a:lnTo>
                    <a:pt x="6930324" y="387998"/>
                  </a:lnTo>
                  <a:lnTo>
                    <a:pt x="6930451" y="387998"/>
                  </a:lnTo>
                  <a:lnTo>
                    <a:pt x="6930577" y="387998"/>
                  </a:lnTo>
                  <a:lnTo>
                    <a:pt x="6930703" y="387998"/>
                  </a:lnTo>
                  <a:lnTo>
                    <a:pt x="6930829" y="387998"/>
                  </a:lnTo>
                  <a:lnTo>
                    <a:pt x="6930956" y="387998"/>
                  </a:lnTo>
                  <a:lnTo>
                    <a:pt x="6931082" y="387998"/>
                  </a:lnTo>
                  <a:lnTo>
                    <a:pt x="6931208" y="387998"/>
                  </a:lnTo>
                  <a:lnTo>
                    <a:pt x="6931334" y="387998"/>
                  </a:lnTo>
                  <a:lnTo>
                    <a:pt x="6931461" y="387998"/>
                  </a:lnTo>
                  <a:lnTo>
                    <a:pt x="6931587" y="387998"/>
                  </a:lnTo>
                  <a:lnTo>
                    <a:pt x="6931587" y="383087"/>
                  </a:lnTo>
                  <a:lnTo>
                    <a:pt x="6931713" y="383087"/>
                  </a:lnTo>
                  <a:lnTo>
                    <a:pt x="6931839" y="383087"/>
                  </a:lnTo>
                  <a:lnTo>
                    <a:pt x="6931966" y="383087"/>
                  </a:lnTo>
                  <a:lnTo>
                    <a:pt x="6932092" y="383087"/>
                  </a:lnTo>
                  <a:lnTo>
                    <a:pt x="6932218" y="383087"/>
                  </a:lnTo>
                  <a:lnTo>
                    <a:pt x="6932344" y="383087"/>
                  </a:lnTo>
                  <a:lnTo>
                    <a:pt x="6932471" y="383087"/>
                  </a:lnTo>
                  <a:lnTo>
                    <a:pt x="6932597" y="383087"/>
                  </a:lnTo>
                  <a:lnTo>
                    <a:pt x="6932723" y="383087"/>
                  </a:lnTo>
                  <a:lnTo>
                    <a:pt x="6932849" y="383087"/>
                  </a:lnTo>
                  <a:lnTo>
                    <a:pt x="6932976" y="383087"/>
                  </a:lnTo>
                  <a:lnTo>
                    <a:pt x="6933102" y="383087"/>
                  </a:lnTo>
                  <a:lnTo>
                    <a:pt x="6933228" y="383087"/>
                  </a:lnTo>
                  <a:lnTo>
                    <a:pt x="6933355" y="383087"/>
                  </a:lnTo>
                  <a:lnTo>
                    <a:pt x="6933481" y="383087"/>
                  </a:lnTo>
                  <a:lnTo>
                    <a:pt x="6933607" y="383087"/>
                  </a:lnTo>
                  <a:lnTo>
                    <a:pt x="6933733" y="383087"/>
                  </a:lnTo>
                  <a:lnTo>
                    <a:pt x="6933860" y="383087"/>
                  </a:lnTo>
                  <a:lnTo>
                    <a:pt x="6933986" y="383087"/>
                  </a:lnTo>
                  <a:lnTo>
                    <a:pt x="6934112" y="383087"/>
                  </a:lnTo>
                  <a:lnTo>
                    <a:pt x="6934238" y="383087"/>
                  </a:lnTo>
                  <a:lnTo>
                    <a:pt x="6934365" y="383087"/>
                  </a:lnTo>
                  <a:lnTo>
                    <a:pt x="6934491" y="383087"/>
                  </a:lnTo>
                  <a:lnTo>
                    <a:pt x="6934617" y="383087"/>
                  </a:lnTo>
                  <a:lnTo>
                    <a:pt x="6934743" y="383087"/>
                  </a:lnTo>
                  <a:lnTo>
                    <a:pt x="6934870" y="383087"/>
                  </a:lnTo>
                  <a:lnTo>
                    <a:pt x="6934996" y="383087"/>
                  </a:lnTo>
                  <a:lnTo>
                    <a:pt x="6935122" y="383087"/>
                  </a:lnTo>
                  <a:lnTo>
                    <a:pt x="6935248" y="383087"/>
                  </a:lnTo>
                  <a:lnTo>
                    <a:pt x="6935375" y="383087"/>
                  </a:lnTo>
                  <a:lnTo>
                    <a:pt x="6935501" y="383087"/>
                  </a:lnTo>
                  <a:lnTo>
                    <a:pt x="6935627" y="383087"/>
                  </a:lnTo>
                  <a:lnTo>
                    <a:pt x="6935753" y="383087"/>
                  </a:lnTo>
                  <a:lnTo>
                    <a:pt x="6935880" y="383087"/>
                  </a:lnTo>
                  <a:lnTo>
                    <a:pt x="6936006" y="383087"/>
                  </a:lnTo>
                  <a:lnTo>
                    <a:pt x="6936132" y="383087"/>
                  </a:lnTo>
                  <a:lnTo>
                    <a:pt x="6936258" y="383087"/>
                  </a:lnTo>
                  <a:lnTo>
                    <a:pt x="6936385" y="383087"/>
                  </a:lnTo>
                  <a:lnTo>
                    <a:pt x="6936511" y="383087"/>
                  </a:lnTo>
                  <a:lnTo>
                    <a:pt x="6936637" y="383087"/>
                  </a:lnTo>
                  <a:lnTo>
                    <a:pt x="6936763" y="383087"/>
                  </a:lnTo>
                  <a:lnTo>
                    <a:pt x="6936890" y="383087"/>
                  </a:lnTo>
                  <a:lnTo>
                    <a:pt x="6937016" y="383087"/>
                  </a:lnTo>
                  <a:lnTo>
                    <a:pt x="6937142" y="383087"/>
                  </a:lnTo>
                  <a:lnTo>
                    <a:pt x="6937268" y="383087"/>
                  </a:lnTo>
                  <a:lnTo>
                    <a:pt x="6937395" y="383087"/>
                  </a:lnTo>
                  <a:lnTo>
                    <a:pt x="6937521" y="383087"/>
                  </a:lnTo>
                  <a:lnTo>
                    <a:pt x="6937647" y="383087"/>
                  </a:lnTo>
                  <a:lnTo>
                    <a:pt x="6937773" y="383087"/>
                  </a:lnTo>
                  <a:lnTo>
                    <a:pt x="6937900" y="383087"/>
                  </a:lnTo>
                  <a:lnTo>
                    <a:pt x="6938026" y="383087"/>
                  </a:lnTo>
                  <a:lnTo>
                    <a:pt x="6938152" y="383087"/>
                  </a:lnTo>
                  <a:lnTo>
                    <a:pt x="6938279" y="383087"/>
                  </a:lnTo>
                  <a:lnTo>
                    <a:pt x="6938405" y="383087"/>
                  </a:lnTo>
                  <a:lnTo>
                    <a:pt x="6938531" y="383087"/>
                  </a:lnTo>
                  <a:lnTo>
                    <a:pt x="6938657" y="383087"/>
                  </a:lnTo>
                  <a:lnTo>
                    <a:pt x="6938784" y="383087"/>
                  </a:lnTo>
                  <a:lnTo>
                    <a:pt x="6938910" y="383087"/>
                  </a:lnTo>
                  <a:lnTo>
                    <a:pt x="6939036" y="383087"/>
                  </a:lnTo>
                  <a:lnTo>
                    <a:pt x="6939162" y="383087"/>
                  </a:lnTo>
                  <a:lnTo>
                    <a:pt x="6939289" y="383087"/>
                  </a:lnTo>
                  <a:lnTo>
                    <a:pt x="6939415" y="383087"/>
                  </a:lnTo>
                  <a:lnTo>
                    <a:pt x="6939541" y="383087"/>
                  </a:lnTo>
                  <a:lnTo>
                    <a:pt x="6939667" y="383087"/>
                  </a:lnTo>
                  <a:lnTo>
                    <a:pt x="6939794" y="383087"/>
                  </a:lnTo>
                  <a:lnTo>
                    <a:pt x="6939920" y="383087"/>
                  </a:lnTo>
                  <a:lnTo>
                    <a:pt x="6940046" y="383087"/>
                  </a:lnTo>
                  <a:lnTo>
                    <a:pt x="6940172" y="383087"/>
                  </a:lnTo>
                  <a:lnTo>
                    <a:pt x="6940299" y="383087"/>
                  </a:lnTo>
                  <a:lnTo>
                    <a:pt x="6940425" y="383087"/>
                  </a:lnTo>
                  <a:lnTo>
                    <a:pt x="6940551" y="383087"/>
                  </a:lnTo>
                  <a:lnTo>
                    <a:pt x="6940677" y="383087"/>
                  </a:lnTo>
                  <a:lnTo>
                    <a:pt x="6940804" y="383087"/>
                  </a:lnTo>
                  <a:lnTo>
                    <a:pt x="6940930" y="383087"/>
                  </a:lnTo>
                  <a:lnTo>
                    <a:pt x="6941056" y="383087"/>
                  </a:lnTo>
                  <a:lnTo>
                    <a:pt x="6941182" y="383087"/>
                  </a:lnTo>
                  <a:lnTo>
                    <a:pt x="6941309" y="383087"/>
                  </a:lnTo>
                  <a:lnTo>
                    <a:pt x="6941435" y="383087"/>
                  </a:lnTo>
                  <a:lnTo>
                    <a:pt x="6941561" y="383087"/>
                  </a:lnTo>
                  <a:lnTo>
                    <a:pt x="6941687" y="383087"/>
                  </a:lnTo>
                  <a:lnTo>
                    <a:pt x="6941814" y="383087"/>
                  </a:lnTo>
                  <a:lnTo>
                    <a:pt x="6941940" y="383087"/>
                  </a:lnTo>
                  <a:lnTo>
                    <a:pt x="6942066" y="383087"/>
                  </a:lnTo>
                  <a:lnTo>
                    <a:pt x="6942192" y="383087"/>
                  </a:lnTo>
                  <a:lnTo>
                    <a:pt x="6942319" y="383087"/>
                  </a:lnTo>
                  <a:lnTo>
                    <a:pt x="6942445" y="383087"/>
                  </a:lnTo>
                  <a:lnTo>
                    <a:pt x="6942571" y="383087"/>
                  </a:lnTo>
                  <a:lnTo>
                    <a:pt x="6942697" y="383087"/>
                  </a:lnTo>
                  <a:lnTo>
                    <a:pt x="6942824" y="383087"/>
                  </a:lnTo>
                  <a:lnTo>
                    <a:pt x="6942950" y="383087"/>
                  </a:lnTo>
                  <a:lnTo>
                    <a:pt x="6943076" y="383087"/>
                  </a:lnTo>
                  <a:lnTo>
                    <a:pt x="6943202" y="383087"/>
                  </a:lnTo>
                  <a:lnTo>
                    <a:pt x="6943329" y="383087"/>
                  </a:lnTo>
                  <a:lnTo>
                    <a:pt x="6943455" y="383087"/>
                  </a:lnTo>
                  <a:lnTo>
                    <a:pt x="6943455" y="378175"/>
                  </a:lnTo>
                  <a:lnTo>
                    <a:pt x="6943581" y="378175"/>
                  </a:lnTo>
                  <a:lnTo>
                    <a:pt x="6943708" y="378175"/>
                  </a:lnTo>
                  <a:lnTo>
                    <a:pt x="6943834" y="378175"/>
                  </a:lnTo>
                  <a:lnTo>
                    <a:pt x="6943960" y="378175"/>
                  </a:lnTo>
                  <a:lnTo>
                    <a:pt x="6944086" y="378175"/>
                  </a:lnTo>
                  <a:lnTo>
                    <a:pt x="6944213" y="378175"/>
                  </a:lnTo>
                  <a:lnTo>
                    <a:pt x="6944339" y="378175"/>
                  </a:lnTo>
                  <a:lnTo>
                    <a:pt x="6944465" y="378175"/>
                  </a:lnTo>
                  <a:lnTo>
                    <a:pt x="6944591" y="378175"/>
                  </a:lnTo>
                  <a:lnTo>
                    <a:pt x="6944718" y="378175"/>
                  </a:lnTo>
                  <a:lnTo>
                    <a:pt x="6944844" y="378175"/>
                  </a:lnTo>
                  <a:lnTo>
                    <a:pt x="6944970" y="378175"/>
                  </a:lnTo>
                  <a:lnTo>
                    <a:pt x="6945096" y="378175"/>
                  </a:lnTo>
                  <a:lnTo>
                    <a:pt x="6945223" y="378175"/>
                  </a:lnTo>
                  <a:lnTo>
                    <a:pt x="6945349" y="378175"/>
                  </a:lnTo>
                  <a:lnTo>
                    <a:pt x="6945475" y="378175"/>
                  </a:lnTo>
                  <a:lnTo>
                    <a:pt x="6945601" y="378175"/>
                  </a:lnTo>
                  <a:lnTo>
                    <a:pt x="6945728" y="378175"/>
                  </a:lnTo>
                  <a:lnTo>
                    <a:pt x="6945854" y="378175"/>
                  </a:lnTo>
                  <a:lnTo>
                    <a:pt x="6945980" y="378175"/>
                  </a:lnTo>
                  <a:lnTo>
                    <a:pt x="6946106" y="378175"/>
                  </a:lnTo>
                  <a:lnTo>
                    <a:pt x="6946233" y="378175"/>
                  </a:lnTo>
                  <a:lnTo>
                    <a:pt x="6946359" y="378175"/>
                  </a:lnTo>
                  <a:lnTo>
                    <a:pt x="6946485" y="378175"/>
                  </a:lnTo>
                  <a:lnTo>
                    <a:pt x="6946611" y="378175"/>
                  </a:lnTo>
                  <a:lnTo>
                    <a:pt x="6946738" y="378175"/>
                  </a:lnTo>
                  <a:lnTo>
                    <a:pt x="6946864" y="378175"/>
                  </a:lnTo>
                  <a:lnTo>
                    <a:pt x="6946990" y="378175"/>
                  </a:lnTo>
                  <a:lnTo>
                    <a:pt x="6947116" y="378175"/>
                  </a:lnTo>
                  <a:lnTo>
                    <a:pt x="6947243" y="378175"/>
                  </a:lnTo>
                  <a:lnTo>
                    <a:pt x="6947369" y="378175"/>
                  </a:lnTo>
                  <a:lnTo>
                    <a:pt x="6947495" y="378175"/>
                  </a:lnTo>
                  <a:lnTo>
                    <a:pt x="6947621" y="378175"/>
                  </a:lnTo>
                  <a:lnTo>
                    <a:pt x="6947748" y="378175"/>
                  </a:lnTo>
                  <a:lnTo>
                    <a:pt x="6947874" y="378175"/>
                  </a:lnTo>
                  <a:lnTo>
                    <a:pt x="6948000" y="378175"/>
                  </a:lnTo>
                  <a:lnTo>
                    <a:pt x="6948126" y="378175"/>
                  </a:lnTo>
                  <a:lnTo>
                    <a:pt x="6948253" y="378175"/>
                  </a:lnTo>
                  <a:lnTo>
                    <a:pt x="6948379" y="378175"/>
                  </a:lnTo>
                  <a:lnTo>
                    <a:pt x="6948505" y="378175"/>
                  </a:lnTo>
                  <a:lnTo>
                    <a:pt x="6948632" y="378175"/>
                  </a:lnTo>
                  <a:lnTo>
                    <a:pt x="6948758" y="378175"/>
                  </a:lnTo>
                  <a:lnTo>
                    <a:pt x="6948884" y="378175"/>
                  </a:lnTo>
                  <a:lnTo>
                    <a:pt x="6949010" y="378175"/>
                  </a:lnTo>
                  <a:lnTo>
                    <a:pt x="6949137" y="378175"/>
                  </a:lnTo>
                  <a:lnTo>
                    <a:pt x="6949263" y="378175"/>
                  </a:lnTo>
                  <a:lnTo>
                    <a:pt x="6949389" y="378175"/>
                  </a:lnTo>
                  <a:lnTo>
                    <a:pt x="6949515" y="378175"/>
                  </a:lnTo>
                  <a:lnTo>
                    <a:pt x="6949642" y="378175"/>
                  </a:lnTo>
                  <a:lnTo>
                    <a:pt x="6949768" y="378175"/>
                  </a:lnTo>
                  <a:lnTo>
                    <a:pt x="6949894" y="378175"/>
                  </a:lnTo>
                  <a:lnTo>
                    <a:pt x="6950020" y="378175"/>
                  </a:lnTo>
                  <a:lnTo>
                    <a:pt x="6950147" y="378175"/>
                  </a:lnTo>
                  <a:lnTo>
                    <a:pt x="6950273" y="378175"/>
                  </a:lnTo>
                  <a:lnTo>
                    <a:pt x="6950399" y="378175"/>
                  </a:lnTo>
                  <a:lnTo>
                    <a:pt x="6950525" y="378175"/>
                  </a:lnTo>
                  <a:lnTo>
                    <a:pt x="6950652" y="378175"/>
                  </a:lnTo>
                  <a:lnTo>
                    <a:pt x="6950778" y="378175"/>
                  </a:lnTo>
                  <a:lnTo>
                    <a:pt x="6950904" y="378175"/>
                  </a:lnTo>
                  <a:lnTo>
                    <a:pt x="6951030" y="378175"/>
                  </a:lnTo>
                  <a:lnTo>
                    <a:pt x="6951157" y="378175"/>
                  </a:lnTo>
                  <a:lnTo>
                    <a:pt x="6951283" y="378175"/>
                  </a:lnTo>
                  <a:lnTo>
                    <a:pt x="6951283" y="373264"/>
                  </a:lnTo>
                  <a:lnTo>
                    <a:pt x="6951409" y="373264"/>
                  </a:lnTo>
                  <a:lnTo>
                    <a:pt x="6951535" y="373264"/>
                  </a:lnTo>
                  <a:lnTo>
                    <a:pt x="6951662" y="373264"/>
                  </a:lnTo>
                  <a:lnTo>
                    <a:pt x="6951788" y="373264"/>
                  </a:lnTo>
                  <a:lnTo>
                    <a:pt x="6951914" y="373264"/>
                  </a:lnTo>
                  <a:lnTo>
                    <a:pt x="6952040" y="373264"/>
                  </a:lnTo>
                  <a:lnTo>
                    <a:pt x="6952167" y="373264"/>
                  </a:lnTo>
                  <a:lnTo>
                    <a:pt x="6952293" y="373264"/>
                  </a:lnTo>
                  <a:lnTo>
                    <a:pt x="6952419" y="373264"/>
                  </a:lnTo>
                  <a:lnTo>
                    <a:pt x="6952545" y="373264"/>
                  </a:lnTo>
                  <a:lnTo>
                    <a:pt x="6952672" y="373264"/>
                  </a:lnTo>
                  <a:lnTo>
                    <a:pt x="6952798" y="373264"/>
                  </a:lnTo>
                  <a:lnTo>
                    <a:pt x="6952924" y="373264"/>
                  </a:lnTo>
                  <a:lnTo>
                    <a:pt x="6953050" y="373264"/>
                  </a:lnTo>
                  <a:lnTo>
                    <a:pt x="6953177" y="373264"/>
                  </a:lnTo>
                  <a:lnTo>
                    <a:pt x="6953303" y="373264"/>
                  </a:lnTo>
                  <a:lnTo>
                    <a:pt x="6953429" y="373264"/>
                  </a:lnTo>
                  <a:lnTo>
                    <a:pt x="6953556" y="373264"/>
                  </a:lnTo>
                  <a:lnTo>
                    <a:pt x="6953682" y="373264"/>
                  </a:lnTo>
                  <a:lnTo>
                    <a:pt x="6953808" y="373264"/>
                  </a:lnTo>
                  <a:lnTo>
                    <a:pt x="6953934" y="373264"/>
                  </a:lnTo>
                  <a:lnTo>
                    <a:pt x="6954061" y="373264"/>
                  </a:lnTo>
                  <a:lnTo>
                    <a:pt x="6954187" y="373264"/>
                  </a:lnTo>
                  <a:lnTo>
                    <a:pt x="6954313" y="373264"/>
                  </a:lnTo>
                  <a:lnTo>
                    <a:pt x="6954439" y="373264"/>
                  </a:lnTo>
                  <a:lnTo>
                    <a:pt x="6954566" y="373264"/>
                  </a:lnTo>
                  <a:lnTo>
                    <a:pt x="6954692" y="373264"/>
                  </a:lnTo>
                  <a:lnTo>
                    <a:pt x="6954818" y="373264"/>
                  </a:lnTo>
                  <a:lnTo>
                    <a:pt x="6954944" y="373264"/>
                  </a:lnTo>
                  <a:lnTo>
                    <a:pt x="6955071" y="373264"/>
                  </a:lnTo>
                  <a:lnTo>
                    <a:pt x="6955197" y="373264"/>
                  </a:lnTo>
                  <a:lnTo>
                    <a:pt x="6955323" y="373264"/>
                  </a:lnTo>
                  <a:lnTo>
                    <a:pt x="6955449" y="373264"/>
                  </a:lnTo>
                  <a:lnTo>
                    <a:pt x="6955576" y="373264"/>
                  </a:lnTo>
                  <a:lnTo>
                    <a:pt x="6955702" y="373264"/>
                  </a:lnTo>
                  <a:lnTo>
                    <a:pt x="6955828" y="373264"/>
                  </a:lnTo>
                  <a:lnTo>
                    <a:pt x="6955954" y="373264"/>
                  </a:lnTo>
                  <a:lnTo>
                    <a:pt x="6956081" y="373264"/>
                  </a:lnTo>
                  <a:lnTo>
                    <a:pt x="6956207" y="373264"/>
                  </a:lnTo>
                  <a:lnTo>
                    <a:pt x="6956333" y="373264"/>
                  </a:lnTo>
                  <a:lnTo>
                    <a:pt x="6956459" y="373264"/>
                  </a:lnTo>
                  <a:lnTo>
                    <a:pt x="6956586" y="373264"/>
                  </a:lnTo>
                  <a:lnTo>
                    <a:pt x="6956712" y="373264"/>
                  </a:lnTo>
                  <a:lnTo>
                    <a:pt x="6956838" y="373264"/>
                  </a:lnTo>
                  <a:lnTo>
                    <a:pt x="6956964" y="373264"/>
                  </a:lnTo>
                  <a:lnTo>
                    <a:pt x="6957091" y="373264"/>
                  </a:lnTo>
                  <a:lnTo>
                    <a:pt x="6957217" y="373264"/>
                  </a:lnTo>
                  <a:lnTo>
                    <a:pt x="6957343" y="373264"/>
                  </a:lnTo>
                  <a:lnTo>
                    <a:pt x="6957469" y="373264"/>
                  </a:lnTo>
                  <a:lnTo>
                    <a:pt x="6957596" y="373264"/>
                  </a:lnTo>
                  <a:lnTo>
                    <a:pt x="6957722" y="373264"/>
                  </a:lnTo>
                  <a:lnTo>
                    <a:pt x="6957848" y="373264"/>
                  </a:lnTo>
                  <a:lnTo>
                    <a:pt x="6957974" y="373264"/>
                  </a:lnTo>
                  <a:lnTo>
                    <a:pt x="6958101" y="373264"/>
                  </a:lnTo>
                  <a:lnTo>
                    <a:pt x="6958227" y="373264"/>
                  </a:lnTo>
                  <a:lnTo>
                    <a:pt x="6958353" y="373264"/>
                  </a:lnTo>
                  <a:lnTo>
                    <a:pt x="6958479" y="373264"/>
                  </a:lnTo>
                  <a:lnTo>
                    <a:pt x="6958606" y="373264"/>
                  </a:lnTo>
                  <a:lnTo>
                    <a:pt x="6958732" y="373264"/>
                  </a:lnTo>
                  <a:lnTo>
                    <a:pt x="6958858" y="373264"/>
                  </a:lnTo>
                  <a:lnTo>
                    <a:pt x="6958985" y="373264"/>
                  </a:lnTo>
                  <a:lnTo>
                    <a:pt x="6959111" y="373264"/>
                  </a:lnTo>
                  <a:lnTo>
                    <a:pt x="6959237" y="373264"/>
                  </a:lnTo>
                  <a:lnTo>
                    <a:pt x="6959363" y="373264"/>
                  </a:lnTo>
                  <a:lnTo>
                    <a:pt x="6959490" y="373264"/>
                  </a:lnTo>
                  <a:lnTo>
                    <a:pt x="6959616" y="373264"/>
                  </a:lnTo>
                  <a:lnTo>
                    <a:pt x="6959742" y="373264"/>
                  </a:lnTo>
                  <a:lnTo>
                    <a:pt x="6959868" y="373264"/>
                  </a:lnTo>
                  <a:lnTo>
                    <a:pt x="6959995" y="373264"/>
                  </a:lnTo>
                  <a:lnTo>
                    <a:pt x="6960121" y="373264"/>
                  </a:lnTo>
                  <a:lnTo>
                    <a:pt x="6960247" y="373264"/>
                  </a:lnTo>
                  <a:lnTo>
                    <a:pt x="6960373" y="373264"/>
                  </a:lnTo>
                  <a:lnTo>
                    <a:pt x="6960500" y="373264"/>
                  </a:lnTo>
                  <a:lnTo>
                    <a:pt x="6960626" y="373264"/>
                  </a:lnTo>
                  <a:lnTo>
                    <a:pt x="6960752" y="373264"/>
                  </a:lnTo>
                  <a:lnTo>
                    <a:pt x="6960878" y="373264"/>
                  </a:lnTo>
                  <a:lnTo>
                    <a:pt x="6961005" y="373264"/>
                  </a:lnTo>
                  <a:lnTo>
                    <a:pt x="6961131" y="373264"/>
                  </a:lnTo>
                  <a:lnTo>
                    <a:pt x="6961257" y="373264"/>
                  </a:lnTo>
                  <a:lnTo>
                    <a:pt x="6961383" y="373264"/>
                  </a:lnTo>
                  <a:lnTo>
                    <a:pt x="6961510" y="373264"/>
                  </a:lnTo>
                  <a:lnTo>
                    <a:pt x="6961636" y="373264"/>
                  </a:lnTo>
                  <a:lnTo>
                    <a:pt x="6961762" y="373264"/>
                  </a:lnTo>
                  <a:lnTo>
                    <a:pt x="6961762" y="368353"/>
                  </a:lnTo>
                  <a:lnTo>
                    <a:pt x="6961888" y="368353"/>
                  </a:lnTo>
                  <a:lnTo>
                    <a:pt x="6962015" y="368353"/>
                  </a:lnTo>
                  <a:lnTo>
                    <a:pt x="6962141" y="368353"/>
                  </a:lnTo>
                  <a:lnTo>
                    <a:pt x="6962267" y="368353"/>
                  </a:lnTo>
                  <a:lnTo>
                    <a:pt x="6962393" y="368353"/>
                  </a:lnTo>
                  <a:lnTo>
                    <a:pt x="6962520" y="368353"/>
                  </a:lnTo>
                  <a:lnTo>
                    <a:pt x="6962646" y="368353"/>
                  </a:lnTo>
                  <a:lnTo>
                    <a:pt x="6962772" y="368353"/>
                  </a:lnTo>
                  <a:lnTo>
                    <a:pt x="6962898" y="368353"/>
                  </a:lnTo>
                  <a:lnTo>
                    <a:pt x="6963025" y="368353"/>
                  </a:lnTo>
                  <a:lnTo>
                    <a:pt x="6963151" y="368353"/>
                  </a:lnTo>
                  <a:lnTo>
                    <a:pt x="6963277" y="368353"/>
                  </a:lnTo>
                  <a:lnTo>
                    <a:pt x="6963403" y="368353"/>
                  </a:lnTo>
                  <a:lnTo>
                    <a:pt x="6963530" y="368353"/>
                  </a:lnTo>
                  <a:lnTo>
                    <a:pt x="6963656" y="368353"/>
                  </a:lnTo>
                  <a:lnTo>
                    <a:pt x="6963782" y="368353"/>
                  </a:lnTo>
                  <a:lnTo>
                    <a:pt x="6963909" y="368353"/>
                  </a:lnTo>
                  <a:lnTo>
                    <a:pt x="6964035" y="368353"/>
                  </a:lnTo>
                  <a:lnTo>
                    <a:pt x="6964161" y="368353"/>
                  </a:lnTo>
                  <a:lnTo>
                    <a:pt x="6964287" y="368353"/>
                  </a:lnTo>
                  <a:lnTo>
                    <a:pt x="6964414" y="368353"/>
                  </a:lnTo>
                  <a:lnTo>
                    <a:pt x="6964540" y="368353"/>
                  </a:lnTo>
                  <a:lnTo>
                    <a:pt x="6964666" y="368353"/>
                  </a:lnTo>
                  <a:lnTo>
                    <a:pt x="6964792" y="368353"/>
                  </a:lnTo>
                  <a:lnTo>
                    <a:pt x="6964919" y="368353"/>
                  </a:lnTo>
                  <a:lnTo>
                    <a:pt x="6965045" y="368353"/>
                  </a:lnTo>
                  <a:lnTo>
                    <a:pt x="6965171" y="368353"/>
                  </a:lnTo>
                  <a:lnTo>
                    <a:pt x="6965297" y="368353"/>
                  </a:lnTo>
                  <a:lnTo>
                    <a:pt x="6965424" y="368353"/>
                  </a:lnTo>
                  <a:lnTo>
                    <a:pt x="6965550" y="368353"/>
                  </a:lnTo>
                  <a:lnTo>
                    <a:pt x="6965676" y="368353"/>
                  </a:lnTo>
                  <a:lnTo>
                    <a:pt x="6965802" y="368353"/>
                  </a:lnTo>
                  <a:lnTo>
                    <a:pt x="6965929" y="368353"/>
                  </a:lnTo>
                  <a:lnTo>
                    <a:pt x="6966055" y="368353"/>
                  </a:lnTo>
                  <a:lnTo>
                    <a:pt x="6966181" y="368353"/>
                  </a:lnTo>
                  <a:lnTo>
                    <a:pt x="6966307" y="368353"/>
                  </a:lnTo>
                  <a:lnTo>
                    <a:pt x="6966434" y="368353"/>
                  </a:lnTo>
                  <a:lnTo>
                    <a:pt x="6966560" y="368353"/>
                  </a:lnTo>
                  <a:lnTo>
                    <a:pt x="6966686" y="368353"/>
                  </a:lnTo>
                  <a:lnTo>
                    <a:pt x="6966812" y="368353"/>
                  </a:lnTo>
                  <a:lnTo>
                    <a:pt x="6966939" y="368353"/>
                  </a:lnTo>
                  <a:lnTo>
                    <a:pt x="6967065" y="368353"/>
                  </a:lnTo>
                  <a:lnTo>
                    <a:pt x="6967191" y="368353"/>
                  </a:lnTo>
                  <a:lnTo>
                    <a:pt x="6967317" y="368353"/>
                  </a:lnTo>
                  <a:lnTo>
                    <a:pt x="6967444" y="368353"/>
                  </a:lnTo>
                  <a:lnTo>
                    <a:pt x="6967570" y="368353"/>
                  </a:lnTo>
                  <a:lnTo>
                    <a:pt x="6967696" y="368353"/>
                  </a:lnTo>
                  <a:lnTo>
                    <a:pt x="6967822" y="368353"/>
                  </a:lnTo>
                  <a:lnTo>
                    <a:pt x="6967949" y="368353"/>
                  </a:lnTo>
                  <a:lnTo>
                    <a:pt x="6968075" y="368353"/>
                  </a:lnTo>
                  <a:lnTo>
                    <a:pt x="6968201" y="368353"/>
                  </a:lnTo>
                  <a:lnTo>
                    <a:pt x="6968327" y="368353"/>
                  </a:lnTo>
                  <a:lnTo>
                    <a:pt x="6968454" y="368353"/>
                  </a:lnTo>
                  <a:lnTo>
                    <a:pt x="6968580" y="368353"/>
                  </a:lnTo>
                  <a:lnTo>
                    <a:pt x="6968706" y="368353"/>
                  </a:lnTo>
                  <a:lnTo>
                    <a:pt x="6968832" y="368353"/>
                  </a:lnTo>
                  <a:lnTo>
                    <a:pt x="6968959" y="368353"/>
                  </a:lnTo>
                  <a:lnTo>
                    <a:pt x="6969085" y="368353"/>
                  </a:lnTo>
                  <a:lnTo>
                    <a:pt x="6969211" y="368353"/>
                  </a:lnTo>
                  <a:lnTo>
                    <a:pt x="6969338" y="368353"/>
                  </a:lnTo>
                  <a:lnTo>
                    <a:pt x="6969338" y="363441"/>
                  </a:lnTo>
                  <a:lnTo>
                    <a:pt x="6969464" y="363441"/>
                  </a:lnTo>
                  <a:lnTo>
                    <a:pt x="6969590" y="363441"/>
                  </a:lnTo>
                  <a:lnTo>
                    <a:pt x="6969716" y="363441"/>
                  </a:lnTo>
                  <a:lnTo>
                    <a:pt x="6969843" y="363441"/>
                  </a:lnTo>
                  <a:lnTo>
                    <a:pt x="6969969" y="363441"/>
                  </a:lnTo>
                  <a:lnTo>
                    <a:pt x="6970095" y="363441"/>
                  </a:lnTo>
                  <a:lnTo>
                    <a:pt x="6970221" y="363441"/>
                  </a:lnTo>
                  <a:lnTo>
                    <a:pt x="6970348" y="363441"/>
                  </a:lnTo>
                  <a:lnTo>
                    <a:pt x="6970474" y="363441"/>
                  </a:lnTo>
                  <a:lnTo>
                    <a:pt x="6970600" y="363441"/>
                  </a:lnTo>
                  <a:lnTo>
                    <a:pt x="6970726" y="363441"/>
                  </a:lnTo>
                  <a:lnTo>
                    <a:pt x="6970853" y="363441"/>
                  </a:lnTo>
                  <a:lnTo>
                    <a:pt x="6970979" y="363441"/>
                  </a:lnTo>
                  <a:lnTo>
                    <a:pt x="6971105" y="363441"/>
                  </a:lnTo>
                  <a:lnTo>
                    <a:pt x="6971231" y="363441"/>
                  </a:lnTo>
                  <a:lnTo>
                    <a:pt x="6971358" y="363441"/>
                  </a:lnTo>
                  <a:lnTo>
                    <a:pt x="6971484" y="363441"/>
                  </a:lnTo>
                  <a:lnTo>
                    <a:pt x="6971610" y="363441"/>
                  </a:lnTo>
                  <a:lnTo>
                    <a:pt x="6971736" y="363441"/>
                  </a:lnTo>
                  <a:lnTo>
                    <a:pt x="6971863" y="363441"/>
                  </a:lnTo>
                  <a:lnTo>
                    <a:pt x="6971989" y="363441"/>
                  </a:lnTo>
                  <a:lnTo>
                    <a:pt x="6972115" y="363441"/>
                  </a:lnTo>
                  <a:lnTo>
                    <a:pt x="6972241" y="363441"/>
                  </a:lnTo>
                  <a:lnTo>
                    <a:pt x="6972368" y="363441"/>
                  </a:lnTo>
                  <a:lnTo>
                    <a:pt x="6972494" y="363441"/>
                  </a:lnTo>
                  <a:lnTo>
                    <a:pt x="6972620" y="363441"/>
                  </a:lnTo>
                  <a:lnTo>
                    <a:pt x="6972746" y="363441"/>
                  </a:lnTo>
                  <a:lnTo>
                    <a:pt x="6972873" y="363441"/>
                  </a:lnTo>
                  <a:lnTo>
                    <a:pt x="6972999" y="363441"/>
                  </a:lnTo>
                  <a:lnTo>
                    <a:pt x="6973125" y="363441"/>
                  </a:lnTo>
                  <a:lnTo>
                    <a:pt x="6973251" y="363441"/>
                  </a:lnTo>
                  <a:lnTo>
                    <a:pt x="6973378" y="363441"/>
                  </a:lnTo>
                  <a:lnTo>
                    <a:pt x="6973504" y="363441"/>
                  </a:lnTo>
                  <a:lnTo>
                    <a:pt x="6973630" y="363441"/>
                  </a:lnTo>
                  <a:lnTo>
                    <a:pt x="6973756" y="363441"/>
                  </a:lnTo>
                  <a:lnTo>
                    <a:pt x="6973883" y="363441"/>
                  </a:lnTo>
                  <a:lnTo>
                    <a:pt x="6974009" y="363441"/>
                  </a:lnTo>
                  <a:lnTo>
                    <a:pt x="6974135" y="363441"/>
                  </a:lnTo>
                  <a:lnTo>
                    <a:pt x="6974262" y="363441"/>
                  </a:lnTo>
                  <a:lnTo>
                    <a:pt x="6974388" y="363441"/>
                  </a:lnTo>
                  <a:lnTo>
                    <a:pt x="6974514" y="363441"/>
                  </a:lnTo>
                  <a:lnTo>
                    <a:pt x="6974640" y="363441"/>
                  </a:lnTo>
                  <a:lnTo>
                    <a:pt x="6974767" y="363441"/>
                  </a:lnTo>
                  <a:lnTo>
                    <a:pt x="6974893" y="363441"/>
                  </a:lnTo>
                  <a:lnTo>
                    <a:pt x="6975019" y="363441"/>
                  </a:lnTo>
                  <a:lnTo>
                    <a:pt x="6975145" y="363441"/>
                  </a:lnTo>
                  <a:lnTo>
                    <a:pt x="6975272" y="363441"/>
                  </a:lnTo>
                  <a:lnTo>
                    <a:pt x="6975398" y="363441"/>
                  </a:lnTo>
                  <a:lnTo>
                    <a:pt x="6975524" y="363441"/>
                  </a:lnTo>
                  <a:lnTo>
                    <a:pt x="6975650" y="363441"/>
                  </a:lnTo>
                  <a:lnTo>
                    <a:pt x="6975777" y="363441"/>
                  </a:lnTo>
                  <a:lnTo>
                    <a:pt x="6975903" y="363441"/>
                  </a:lnTo>
                  <a:lnTo>
                    <a:pt x="6976029" y="363441"/>
                  </a:lnTo>
                  <a:lnTo>
                    <a:pt x="6976155" y="363441"/>
                  </a:lnTo>
                  <a:lnTo>
                    <a:pt x="6976282" y="363441"/>
                  </a:lnTo>
                  <a:lnTo>
                    <a:pt x="6976408" y="363441"/>
                  </a:lnTo>
                  <a:lnTo>
                    <a:pt x="6976534" y="363441"/>
                  </a:lnTo>
                  <a:lnTo>
                    <a:pt x="6976660" y="363441"/>
                  </a:lnTo>
                  <a:lnTo>
                    <a:pt x="6976787" y="363441"/>
                  </a:lnTo>
                  <a:lnTo>
                    <a:pt x="6976913" y="363441"/>
                  </a:lnTo>
                  <a:lnTo>
                    <a:pt x="6977039" y="363441"/>
                  </a:lnTo>
                  <a:lnTo>
                    <a:pt x="6977165" y="363441"/>
                  </a:lnTo>
                  <a:lnTo>
                    <a:pt x="6977292" y="363441"/>
                  </a:lnTo>
                  <a:lnTo>
                    <a:pt x="6977418" y="363441"/>
                  </a:lnTo>
                  <a:lnTo>
                    <a:pt x="6977544" y="363441"/>
                  </a:lnTo>
                  <a:lnTo>
                    <a:pt x="6977670" y="363441"/>
                  </a:lnTo>
                  <a:lnTo>
                    <a:pt x="6977797" y="363441"/>
                  </a:lnTo>
                  <a:lnTo>
                    <a:pt x="6977923" y="363441"/>
                  </a:lnTo>
                  <a:lnTo>
                    <a:pt x="6978049" y="363441"/>
                  </a:lnTo>
                  <a:lnTo>
                    <a:pt x="6978175" y="363441"/>
                  </a:lnTo>
                  <a:lnTo>
                    <a:pt x="6978302" y="363441"/>
                  </a:lnTo>
                  <a:lnTo>
                    <a:pt x="6978428" y="363441"/>
                  </a:lnTo>
                  <a:lnTo>
                    <a:pt x="6978554" y="363441"/>
                  </a:lnTo>
                  <a:lnTo>
                    <a:pt x="6978680" y="363441"/>
                  </a:lnTo>
                  <a:lnTo>
                    <a:pt x="6978807" y="363441"/>
                  </a:lnTo>
                  <a:lnTo>
                    <a:pt x="6978933" y="363441"/>
                  </a:lnTo>
                  <a:lnTo>
                    <a:pt x="6979059" y="363441"/>
                  </a:lnTo>
                  <a:lnTo>
                    <a:pt x="6979185" y="363441"/>
                  </a:lnTo>
                  <a:lnTo>
                    <a:pt x="6979312" y="363441"/>
                  </a:lnTo>
                  <a:lnTo>
                    <a:pt x="6979438" y="363441"/>
                  </a:lnTo>
                  <a:lnTo>
                    <a:pt x="6979564" y="363441"/>
                  </a:lnTo>
                  <a:lnTo>
                    <a:pt x="6979691" y="363441"/>
                  </a:lnTo>
                  <a:lnTo>
                    <a:pt x="6979817" y="363441"/>
                  </a:lnTo>
                  <a:lnTo>
                    <a:pt x="6979943" y="363441"/>
                  </a:lnTo>
                  <a:lnTo>
                    <a:pt x="6980069" y="363441"/>
                  </a:lnTo>
                  <a:lnTo>
                    <a:pt x="6980196" y="363441"/>
                  </a:lnTo>
                  <a:lnTo>
                    <a:pt x="6980196" y="358530"/>
                  </a:lnTo>
                  <a:lnTo>
                    <a:pt x="6980322" y="358530"/>
                  </a:lnTo>
                  <a:lnTo>
                    <a:pt x="6980448" y="358530"/>
                  </a:lnTo>
                  <a:lnTo>
                    <a:pt x="6980574" y="358530"/>
                  </a:lnTo>
                  <a:lnTo>
                    <a:pt x="6980701" y="358530"/>
                  </a:lnTo>
                  <a:lnTo>
                    <a:pt x="6980827" y="358530"/>
                  </a:lnTo>
                  <a:lnTo>
                    <a:pt x="6980953" y="358530"/>
                  </a:lnTo>
                  <a:lnTo>
                    <a:pt x="6981079" y="358530"/>
                  </a:lnTo>
                  <a:lnTo>
                    <a:pt x="6981206" y="358530"/>
                  </a:lnTo>
                  <a:lnTo>
                    <a:pt x="6981332" y="358530"/>
                  </a:lnTo>
                  <a:lnTo>
                    <a:pt x="6981458" y="358530"/>
                  </a:lnTo>
                  <a:lnTo>
                    <a:pt x="6981584" y="358530"/>
                  </a:lnTo>
                  <a:lnTo>
                    <a:pt x="6981711" y="358530"/>
                  </a:lnTo>
                  <a:lnTo>
                    <a:pt x="6981837" y="358530"/>
                  </a:lnTo>
                  <a:lnTo>
                    <a:pt x="6981963" y="358530"/>
                  </a:lnTo>
                  <a:lnTo>
                    <a:pt x="6982089" y="358530"/>
                  </a:lnTo>
                  <a:lnTo>
                    <a:pt x="6982216" y="358530"/>
                  </a:lnTo>
                  <a:lnTo>
                    <a:pt x="6982342" y="358530"/>
                  </a:lnTo>
                  <a:lnTo>
                    <a:pt x="6982468" y="358530"/>
                  </a:lnTo>
                  <a:lnTo>
                    <a:pt x="6982594" y="358530"/>
                  </a:lnTo>
                  <a:lnTo>
                    <a:pt x="6982721" y="358530"/>
                  </a:lnTo>
                  <a:lnTo>
                    <a:pt x="6982847" y="358530"/>
                  </a:lnTo>
                  <a:lnTo>
                    <a:pt x="6982973" y="358530"/>
                  </a:lnTo>
                  <a:lnTo>
                    <a:pt x="6983099" y="358530"/>
                  </a:lnTo>
                  <a:lnTo>
                    <a:pt x="6983226" y="358530"/>
                  </a:lnTo>
                  <a:lnTo>
                    <a:pt x="6983352" y="358530"/>
                  </a:lnTo>
                  <a:lnTo>
                    <a:pt x="6983478" y="358530"/>
                  </a:lnTo>
                  <a:lnTo>
                    <a:pt x="6983604" y="358530"/>
                  </a:lnTo>
                  <a:lnTo>
                    <a:pt x="6983731" y="358530"/>
                  </a:lnTo>
                  <a:lnTo>
                    <a:pt x="6983857" y="358530"/>
                  </a:lnTo>
                  <a:lnTo>
                    <a:pt x="6983983" y="358530"/>
                  </a:lnTo>
                  <a:lnTo>
                    <a:pt x="6984109" y="358530"/>
                  </a:lnTo>
                  <a:lnTo>
                    <a:pt x="6984236" y="358530"/>
                  </a:lnTo>
                  <a:lnTo>
                    <a:pt x="6984362" y="358530"/>
                  </a:lnTo>
                  <a:lnTo>
                    <a:pt x="6984488" y="358530"/>
                  </a:lnTo>
                  <a:lnTo>
                    <a:pt x="6984615" y="358530"/>
                  </a:lnTo>
                  <a:lnTo>
                    <a:pt x="6984741" y="358530"/>
                  </a:lnTo>
                  <a:lnTo>
                    <a:pt x="6984867" y="358530"/>
                  </a:lnTo>
                  <a:lnTo>
                    <a:pt x="6984993" y="358530"/>
                  </a:lnTo>
                  <a:lnTo>
                    <a:pt x="6985120" y="358530"/>
                  </a:lnTo>
                  <a:lnTo>
                    <a:pt x="6985246" y="358530"/>
                  </a:lnTo>
                  <a:lnTo>
                    <a:pt x="6985372" y="358530"/>
                  </a:lnTo>
                  <a:lnTo>
                    <a:pt x="6985498" y="358530"/>
                  </a:lnTo>
                  <a:lnTo>
                    <a:pt x="6985625" y="358530"/>
                  </a:lnTo>
                  <a:lnTo>
                    <a:pt x="6985751" y="358530"/>
                  </a:lnTo>
                  <a:lnTo>
                    <a:pt x="6985877" y="358530"/>
                  </a:lnTo>
                  <a:lnTo>
                    <a:pt x="6986003" y="358530"/>
                  </a:lnTo>
                  <a:lnTo>
                    <a:pt x="6986130" y="358530"/>
                  </a:lnTo>
                  <a:lnTo>
                    <a:pt x="6986256" y="358530"/>
                  </a:lnTo>
                  <a:lnTo>
                    <a:pt x="6986382" y="358530"/>
                  </a:lnTo>
                  <a:lnTo>
                    <a:pt x="6986508" y="358530"/>
                  </a:lnTo>
                  <a:lnTo>
                    <a:pt x="6986635" y="358530"/>
                  </a:lnTo>
                  <a:lnTo>
                    <a:pt x="6986761" y="358530"/>
                  </a:lnTo>
                  <a:lnTo>
                    <a:pt x="6986887" y="358530"/>
                  </a:lnTo>
                  <a:lnTo>
                    <a:pt x="6987013" y="358530"/>
                  </a:lnTo>
                  <a:lnTo>
                    <a:pt x="6987140" y="358530"/>
                  </a:lnTo>
                  <a:lnTo>
                    <a:pt x="6987266" y="358530"/>
                  </a:lnTo>
                  <a:lnTo>
                    <a:pt x="6987392" y="358530"/>
                  </a:lnTo>
                  <a:lnTo>
                    <a:pt x="6987518" y="358530"/>
                  </a:lnTo>
                  <a:lnTo>
                    <a:pt x="6987645" y="358530"/>
                  </a:lnTo>
                  <a:lnTo>
                    <a:pt x="6987771" y="358530"/>
                  </a:lnTo>
                  <a:lnTo>
                    <a:pt x="6987897" y="358530"/>
                  </a:lnTo>
                  <a:lnTo>
                    <a:pt x="6988023" y="358530"/>
                  </a:lnTo>
                  <a:lnTo>
                    <a:pt x="6988150" y="358530"/>
                  </a:lnTo>
                  <a:lnTo>
                    <a:pt x="6988276" y="358530"/>
                  </a:lnTo>
                  <a:lnTo>
                    <a:pt x="6988402" y="358530"/>
                  </a:lnTo>
                  <a:lnTo>
                    <a:pt x="6988528" y="358530"/>
                  </a:lnTo>
                  <a:lnTo>
                    <a:pt x="6988655" y="358530"/>
                  </a:lnTo>
                  <a:lnTo>
                    <a:pt x="6988781" y="358530"/>
                  </a:lnTo>
                  <a:lnTo>
                    <a:pt x="6988907" y="358530"/>
                  </a:lnTo>
                  <a:lnTo>
                    <a:pt x="6989033" y="358530"/>
                  </a:lnTo>
                  <a:lnTo>
                    <a:pt x="6989160" y="358530"/>
                  </a:lnTo>
                  <a:lnTo>
                    <a:pt x="6989286" y="358530"/>
                  </a:lnTo>
                  <a:lnTo>
                    <a:pt x="6989412" y="358530"/>
                  </a:lnTo>
                  <a:lnTo>
                    <a:pt x="6989538" y="358530"/>
                  </a:lnTo>
                  <a:lnTo>
                    <a:pt x="6989665" y="358530"/>
                  </a:lnTo>
                  <a:lnTo>
                    <a:pt x="6989791" y="358530"/>
                  </a:lnTo>
                  <a:lnTo>
                    <a:pt x="6989917" y="358530"/>
                  </a:lnTo>
                  <a:lnTo>
                    <a:pt x="6990044" y="358530"/>
                  </a:lnTo>
                  <a:lnTo>
                    <a:pt x="6990170" y="358530"/>
                  </a:lnTo>
                  <a:lnTo>
                    <a:pt x="6990296" y="358530"/>
                  </a:lnTo>
                  <a:lnTo>
                    <a:pt x="6990422" y="358530"/>
                  </a:lnTo>
                  <a:lnTo>
                    <a:pt x="6990549" y="358530"/>
                  </a:lnTo>
                  <a:lnTo>
                    <a:pt x="6990675" y="358530"/>
                  </a:lnTo>
                  <a:lnTo>
                    <a:pt x="6990801" y="358530"/>
                  </a:lnTo>
                  <a:lnTo>
                    <a:pt x="6990927" y="358530"/>
                  </a:lnTo>
                  <a:lnTo>
                    <a:pt x="6991054" y="358530"/>
                  </a:lnTo>
                  <a:lnTo>
                    <a:pt x="6991180" y="358530"/>
                  </a:lnTo>
                  <a:lnTo>
                    <a:pt x="6991306" y="358530"/>
                  </a:lnTo>
                  <a:lnTo>
                    <a:pt x="6991432" y="358530"/>
                  </a:lnTo>
                  <a:lnTo>
                    <a:pt x="6991559" y="358530"/>
                  </a:lnTo>
                  <a:lnTo>
                    <a:pt x="6991685" y="358530"/>
                  </a:lnTo>
                  <a:lnTo>
                    <a:pt x="6991811" y="358530"/>
                  </a:lnTo>
                  <a:lnTo>
                    <a:pt x="6991937" y="358530"/>
                  </a:lnTo>
                  <a:lnTo>
                    <a:pt x="6991937" y="353618"/>
                  </a:lnTo>
                  <a:lnTo>
                    <a:pt x="6992064" y="353618"/>
                  </a:lnTo>
                  <a:lnTo>
                    <a:pt x="6992190" y="353618"/>
                  </a:lnTo>
                  <a:lnTo>
                    <a:pt x="6992316" y="353618"/>
                  </a:lnTo>
                  <a:lnTo>
                    <a:pt x="6992442" y="353618"/>
                  </a:lnTo>
                  <a:lnTo>
                    <a:pt x="6992569" y="353618"/>
                  </a:lnTo>
                  <a:lnTo>
                    <a:pt x="6992695" y="353618"/>
                  </a:lnTo>
                  <a:lnTo>
                    <a:pt x="6992821" y="353618"/>
                  </a:lnTo>
                  <a:lnTo>
                    <a:pt x="6992947" y="353618"/>
                  </a:lnTo>
                  <a:lnTo>
                    <a:pt x="6993074" y="353618"/>
                  </a:lnTo>
                  <a:lnTo>
                    <a:pt x="6993200" y="353618"/>
                  </a:lnTo>
                  <a:lnTo>
                    <a:pt x="6993326" y="353618"/>
                  </a:lnTo>
                  <a:lnTo>
                    <a:pt x="6993452" y="353618"/>
                  </a:lnTo>
                  <a:lnTo>
                    <a:pt x="6993579" y="353618"/>
                  </a:lnTo>
                  <a:lnTo>
                    <a:pt x="6993705" y="353618"/>
                  </a:lnTo>
                  <a:lnTo>
                    <a:pt x="6993831" y="353618"/>
                  </a:lnTo>
                  <a:lnTo>
                    <a:pt x="6993957" y="353618"/>
                  </a:lnTo>
                  <a:lnTo>
                    <a:pt x="6994084" y="353618"/>
                  </a:lnTo>
                  <a:lnTo>
                    <a:pt x="6994210" y="353618"/>
                  </a:lnTo>
                  <a:lnTo>
                    <a:pt x="6994336" y="353618"/>
                  </a:lnTo>
                  <a:lnTo>
                    <a:pt x="6994462" y="353618"/>
                  </a:lnTo>
                  <a:lnTo>
                    <a:pt x="6994589" y="353618"/>
                  </a:lnTo>
                  <a:lnTo>
                    <a:pt x="6994715" y="353618"/>
                  </a:lnTo>
                  <a:lnTo>
                    <a:pt x="6994841" y="353618"/>
                  </a:lnTo>
                  <a:lnTo>
                    <a:pt x="6994968" y="353618"/>
                  </a:lnTo>
                  <a:lnTo>
                    <a:pt x="6995094" y="353618"/>
                  </a:lnTo>
                  <a:lnTo>
                    <a:pt x="6995220" y="353618"/>
                  </a:lnTo>
                  <a:lnTo>
                    <a:pt x="6995346" y="353618"/>
                  </a:lnTo>
                  <a:lnTo>
                    <a:pt x="6995473" y="353618"/>
                  </a:lnTo>
                  <a:lnTo>
                    <a:pt x="6995599" y="353618"/>
                  </a:lnTo>
                  <a:lnTo>
                    <a:pt x="6995725" y="353618"/>
                  </a:lnTo>
                  <a:lnTo>
                    <a:pt x="6995851" y="353618"/>
                  </a:lnTo>
                  <a:lnTo>
                    <a:pt x="6995978" y="353618"/>
                  </a:lnTo>
                  <a:lnTo>
                    <a:pt x="6996104" y="353618"/>
                  </a:lnTo>
                  <a:lnTo>
                    <a:pt x="6996230" y="353618"/>
                  </a:lnTo>
                  <a:lnTo>
                    <a:pt x="6996356" y="353618"/>
                  </a:lnTo>
                  <a:lnTo>
                    <a:pt x="6996483" y="353618"/>
                  </a:lnTo>
                  <a:lnTo>
                    <a:pt x="6996609" y="353618"/>
                  </a:lnTo>
                  <a:lnTo>
                    <a:pt x="6996735" y="353618"/>
                  </a:lnTo>
                  <a:lnTo>
                    <a:pt x="6996861" y="353618"/>
                  </a:lnTo>
                  <a:lnTo>
                    <a:pt x="6996988" y="353618"/>
                  </a:lnTo>
                  <a:lnTo>
                    <a:pt x="6997114" y="353618"/>
                  </a:lnTo>
                  <a:lnTo>
                    <a:pt x="6997114" y="348707"/>
                  </a:lnTo>
                  <a:lnTo>
                    <a:pt x="6997240" y="348707"/>
                  </a:lnTo>
                  <a:lnTo>
                    <a:pt x="6997366" y="348707"/>
                  </a:lnTo>
                  <a:lnTo>
                    <a:pt x="6997493" y="348707"/>
                  </a:lnTo>
                  <a:lnTo>
                    <a:pt x="6997619" y="348707"/>
                  </a:lnTo>
                  <a:lnTo>
                    <a:pt x="6997745" y="348707"/>
                  </a:lnTo>
                  <a:lnTo>
                    <a:pt x="6997871" y="348707"/>
                  </a:lnTo>
                  <a:lnTo>
                    <a:pt x="6997998" y="348707"/>
                  </a:lnTo>
                  <a:lnTo>
                    <a:pt x="6998124" y="348707"/>
                  </a:lnTo>
                  <a:lnTo>
                    <a:pt x="6998250" y="348707"/>
                  </a:lnTo>
                  <a:lnTo>
                    <a:pt x="6998376" y="348707"/>
                  </a:lnTo>
                  <a:lnTo>
                    <a:pt x="6998503" y="348707"/>
                  </a:lnTo>
                  <a:lnTo>
                    <a:pt x="6998629" y="348707"/>
                  </a:lnTo>
                  <a:lnTo>
                    <a:pt x="6998755" y="348707"/>
                  </a:lnTo>
                  <a:lnTo>
                    <a:pt x="6998881" y="348707"/>
                  </a:lnTo>
                  <a:lnTo>
                    <a:pt x="6999008" y="348707"/>
                  </a:lnTo>
                  <a:lnTo>
                    <a:pt x="6999008" y="343796"/>
                  </a:lnTo>
                  <a:lnTo>
                    <a:pt x="6999134" y="343796"/>
                  </a:lnTo>
                  <a:lnTo>
                    <a:pt x="6999260" y="343796"/>
                  </a:lnTo>
                  <a:lnTo>
                    <a:pt x="6999386" y="343796"/>
                  </a:lnTo>
                  <a:lnTo>
                    <a:pt x="6999513" y="343796"/>
                  </a:lnTo>
                  <a:lnTo>
                    <a:pt x="6999639" y="343796"/>
                  </a:lnTo>
                  <a:lnTo>
                    <a:pt x="6999765" y="343796"/>
                  </a:lnTo>
                  <a:lnTo>
                    <a:pt x="6999891" y="343796"/>
                  </a:lnTo>
                  <a:lnTo>
                    <a:pt x="7000018" y="343796"/>
                  </a:lnTo>
                  <a:lnTo>
                    <a:pt x="7000144" y="343796"/>
                  </a:lnTo>
                  <a:lnTo>
                    <a:pt x="7000270" y="343796"/>
                  </a:lnTo>
                  <a:lnTo>
                    <a:pt x="7000397" y="343796"/>
                  </a:lnTo>
                  <a:lnTo>
                    <a:pt x="7000523" y="343796"/>
                  </a:lnTo>
                  <a:lnTo>
                    <a:pt x="7000649" y="343796"/>
                  </a:lnTo>
                  <a:lnTo>
                    <a:pt x="7000775" y="343796"/>
                  </a:lnTo>
                  <a:lnTo>
                    <a:pt x="7000902" y="343796"/>
                  </a:lnTo>
                  <a:lnTo>
                    <a:pt x="7001028" y="343796"/>
                  </a:lnTo>
                  <a:lnTo>
                    <a:pt x="7001154" y="343796"/>
                  </a:lnTo>
                  <a:lnTo>
                    <a:pt x="7001280" y="343796"/>
                  </a:lnTo>
                  <a:lnTo>
                    <a:pt x="7001407" y="343796"/>
                  </a:lnTo>
                  <a:lnTo>
                    <a:pt x="7001533" y="343796"/>
                  </a:lnTo>
                  <a:lnTo>
                    <a:pt x="7001659" y="343796"/>
                  </a:lnTo>
                  <a:lnTo>
                    <a:pt x="7001785" y="343796"/>
                  </a:lnTo>
                  <a:lnTo>
                    <a:pt x="7001912" y="343796"/>
                  </a:lnTo>
                  <a:lnTo>
                    <a:pt x="7002038" y="343796"/>
                  </a:lnTo>
                  <a:lnTo>
                    <a:pt x="7002164" y="343796"/>
                  </a:lnTo>
                  <a:lnTo>
                    <a:pt x="7002290" y="343796"/>
                  </a:lnTo>
                  <a:lnTo>
                    <a:pt x="7002417" y="343796"/>
                  </a:lnTo>
                  <a:lnTo>
                    <a:pt x="7002543" y="343796"/>
                  </a:lnTo>
                  <a:lnTo>
                    <a:pt x="7002669" y="343796"/>
                  </a:lnTo>
                  <a:lnTo>
                    <a:pt x="7002795" y="343796"/>
                  </a:lnTo>
                  <a:lnTo>
                    <a:pt x="7002922" y="343796"/>
                  </a:lnTo>
                  <a:lnTo>
                    <a:pt x="7003048" y="343796"/>
                  </a:lnTo>
                  <a:lnTo>
                    <a:pt x="7003174" y="343796"/>
                  </a:lnTo>
                  <a:lnTo>
                    <a:pt x="7003300" y="343796"/>
                  </a:lnTo>
                  <a:lnTo>
                    <a:pt x="7003427" y="343796"/>
                  </a:lnTo>
                  <a:lnTo>
                    <a:pt x="7003553" y="343796"/>
                  </a:lnTo>
                  <a:lnTo>
                    <a:pt x="7003679" y="343796"/>
                  </a:lnTo>
                  <a:lnTo>
                    <a:pt x="7003805" y="343796"/>
                  </a:lnTo>
                  <a:lnTo>
                    <a:pt x="7003932" y="343796"/>
                  </a:lnTo>
                  <a:lnTo>
                    <a:pt x="7004058" y="343796"/>
                  </a:lnTo>
                  <a:lnTo>
                    <a:pt x="7004184" y="343796"/>
                  </a:lnTo>
                  <a:lnTo>
                    <a:pt x="7004310" y="343796"/>
                  </a:lnTo>
                  <a:lnTo>
                    <a:pt x="7004437" y="343796"/>
                  </a:lnTo>
                  <a:lnTo>
                    <a:pt x="7004563" y="343796"/>
                  </a:lnTo>
                  <a:lnTo>
                    <a:pt x="7004689" y="343796"/>
                  </a:lnTo>
                  <a:lnTo>
                    <a:pt x="7004815" y="343796"/>
                  </a:lnTo>
                  <a:lnTo>
                    <a:pt x="7004942" y="343796"/>
                  </a:lnTo>
                  <a:lnTo>
                    <a:pt x="7005068" y="343796"/>
                  </a:lnTo>
                  <a:lnTo>
                    <a:pt x="7005194" y="343796"/>
                  </a:lnTo>
                  <a:lnTo>
                    <a:pt x="7005321" y="343796"/>
                  </a:lnTo>
                  <a:lnTo>
                    <a:pt x="7005447" y="343796"/>
                  </a:lnTo>
                  <a:lnTo>
                    <a:pt x="7005573" y="343796"/>
                  </a:lnTo>
                  <a:lnTo>
                    <a:pt x="7005699" y="343796"/>
                  </a:lnTo>
                  <a:lnTo>
                    <a:pt x="7005826" y="343796"/>
                  </a:lnTo>
                  <a:lnTo>
                    <a:pt x="7005952" y="343796"/>
                  </a:lnTo>
                  <a:lnTo>
                    <a:pt x="7006078" y="343796"/>
                  </a:lnTo>
                  <a:lnTo>
                    <a:pt x="7006204" y="343796"/>
                  </a:lnTo>
                  <a:lnTo>
                    <a:pt x="7006331" y="343796"/>
                  </a:lnTo>
                  <a:lnTo>
                    <a:pt x="7006457" y="343796"/>
                  </a:lnTo>
                  <a:lnTo>
                    <a:pt x="7006583" y="343796"/>
                  </a:lnTo>
                  <a:lnTo>
                    <a:pt x="7006709" y="343796"/>
                  </a:lnTo>
                  <a:lnTo>
                    <a:pt x="7006836" y="343796"/>
                  </a:lnTo>
                  <a:lnTo>
                    <a:pt x="7006962" y="343796"/>
                  </a:lnTo>
                  <a:lnTo>
                    <a:pt x="7007088" y="343796"/>
                  </a:lnTo>
                  <a:lnTo>
                    <a:pt x="7007214" y="343796"/>
                  </a:lnTo>
                  <a:lnTo>
                    <a:pt x="7007341" y="343796"/>
                  </a:lnTo>
                  <a:lnTo>
                    <a:pt x="7007467" y="343796"/>
                  </a:lnTo>
                  <a:lnTo>
                    <a:pt x="7007593" y="343796"/>
                  </a:lnTo>
                  <a:lnTo>
                    <a:pt x="7007719" y="343796"/>
                  </a:lnTo>
                  <a:lnTo>
                    <a:pt x="7007846" y="343796"/>
                  </a:lnTo>
                  <a:lnTo>
                    <a:pt x="7007972" y="343796"/>
                  </a:lnTo>
                  <a:lnTo>
                    <a:pt x="7008098" y="343796"/>
                  </a:lnTo>
                  <a:lnTo>
                    <a:pt x="7008224" y="343796"/>
                  </a:lnTo>
                  <a:lnTo>
                    <a:pt x="7008351" y="343796"/>
                  </a:lnTo>
                  <a:lnTo>
                    <a:pt x="7008477" y="343796"/>
                  </a:lnTo>
                  <a:lnTo>
                    <a:pt x="7008603" y="343796"/>
                  </a:lnTo>
                  <a:lnTo>
                    <a:pt x="7008729" y="343796"/>
                  </a:lnTo>
                  <a:lnTo>
                    <a:pt x="7008856" y="343796"/>
                  </a:lnTo>
                  <a:lnTo>
                    <a:pt x="7008982" y="343796"/>
                  </a:lnTo>
                  <a:lnTo>
                    <a:pt x="7009108" y="343796"/>
                  </a:lnTo>
                  <a:lnTo>
                    <a:pt x="7009234" y="343796"/>
                  </a:lnTo>
                  <a:lnTo>
                    <a:pt x="7009361" y="343796"/>
                  </a:lnTo>
                  <a:lnTo>
                    <a:pt x="7009487" y="343796"/>
                  </a:lnTo>
                  <a:lnTo>
                    <a:pt x="7009613" y="343796"/>
                  </a:lnTo>
                  <a:lnTo>
                    <a:pt x="7009739" y="343796"/>
                  </a:lnTo>
                  <a:lnTo>
                    <a:pt x="7009866" y="343796"/>
                  </a:lnTo>
                  <a:lnTo>
                    <a:pt x="7009992" y="343796"/>
                  </a:lnTo>
                  <a:lnTo>
                    <a:pt x="7010118" y="343796"/>
                  </a:lnTo>
                  <a:lnTo>
                    <a:pt x="7010245" y="343796"/>
                  </a:lnTo>
                  <a:lnTo>
                    <a:pt x="7010371" y="343796"/>
                  </a:lnTo>
                  <a:lnTo>
                    <a:pt x="7010497" y="343796"/>
                  </a:lnTo>
                  <a:lnTo>
                    <a:pt x="7010623" y="343796"/>
                  </a:lnTo>
                  <a:lnTo>
                    <a:pt x="7010750" y="343796"/>
                  </a:lnTo>
                  <a:lnTo>
                    <a:pt x="7010876" y="343796"/>
                  </a:lnTo>
                  <a:lnTo>
                    <a:pt x="7011002" y="343796"/>
                  </a:lnTo>
                  <a:lnTo>
                    <a:pt x="7011128" y="343796"/>
                  </a:lnTo>
                  <a:lnTo>
                    <a:pt x="7011255" y="343796"/>
                  </a:lnTo>
                  <a:lnTo>
                    <a:pt x="7011381" y="343796"/>
                  </a:lnTo>
                  <a:lnTo>
                    <a:pt x="7011507" y="343796"/>
                  </a:lnTo>
                  <a:lnTo>
                    <a:pt x="7011633" y="343796"/>
                  </a:lnTo>
                  <a:lnTo>
                    <a:pt x="7011760" y="343796"/>
                  </a:lnTo>
                  <a:lnTo>
                    <a:pt x="7011886" y="343796"/>
                  </a:lnTo>
                  <a:lnTo>
                    <a:pt x="7012012" y="343796"/>
                  </a:lnTo>
                  <a:lnTo>
                    <a:pt x="7012138" y="343796"/>
                  </a:lnTo>
                  <a:lnTo>
                    <a:pt x="7012265" y="343796"/>
                  </a:lnTo>
                  <a:lnTo>
                    <a:pt x="7012391" y="343796"/>
                  </a:lnTo>
                  <a:lnTo>
                    <a:pt x="7012517" y="343796"/>
                  </a:lnTo>
                  <a:lnTo>
                    <a:pt x="7012643" y="343796"/>
                  </a:lnTo>
                  <a:lnTo>
                    <a:pt x="7012770" y="343796"/>
                  </a:lnTo>
                  <a:lnTo>
                    <a:pt x="7012896" y="343796"/>
                  </a:lnTo>
                  <a:lnTo>
                    <a:pt x="7013022" y="343796"/>
                  </a:lnTo>
                  <a:lnTo>
                    <a:pt x="7013148" y="343796"/>
                  </a:lnTo>
                  <a:lnTo>
                    <a:pt x="7013275" y="343796"/>
                  </a:lnTo>
                  <a:lnTo>
                    <a:pt x="7013401" y="343796"/>
                  </a:lnTo>
                  <a:lnTo>
                    <a:pt x="7013527" y="343796"/>
                  </a:lnTo>
                  <a:lnTo>
                    <a:pt x="7013653" y="343796"/>
                  </a:lnTo>
                  <a:lnTo>
                    <a:pt x="7013780" y="343796"/>
                  </a:lnTo>
                  <a:lnTo>
                    <a:pt x="7013906" y="343796"/>
                  </a:lnTo>
                  <a:lnTo>
                    <a:pt x="7014032" y="343796"/>
                  </a:lnTo>
                  <a:lnTo>
                    <a:pt x="7014158" y="343796"/>
                  </a:lnTo>
                  <a:lnTo>
                    <a:pt x="7014285" y="343796"/>
                  </a:lnTo>
                  <a:lnTo>
                    <a:pt x="7014411" y="343796"/>
                  </a:lnTo>
                  <a:lnTo>
                    <a:pt x="7014537" y="343796"/>
                  </a:lnTo>
                  <a:lnTo>
                    <a:pt x="7014663" y="343796"/>
                  </a:lnTo>
                  <a:lnTo>
                    <a:pt x="7014790" y="343796"/>
                  </a:lnTo>
                  <a:lnTo>
                    <a:pt x="7014916" y="343796"/>
                  </a:lnTo>
                  <a:lnTo>
                    <a:pt x="7015042" y="343796"/>
                  </a:lnTo>
                  <a:lnTo>
                    <a:pt x="7015168" y="343796"/>
                  </a:lnTo>
                  <a:lnTo>
                    <a:pt x="7015295" y="343796"/>
                  </a:lnTo>
                  <a:lnTo>
                    <a:pt x="7015421" y="343796"/>
                  </a:lnTo>
                  <a:lnTo>
                    <a:pt x="7015547" y="343796"/>
                  </a:lnTo>
                  <a:lnTo>
                    <a:pt x="7015674" y="343796"/>
                  </a:lnTo>
                  <a:lnTo>
                    <a:pt x="7015800" y="343796"/>
                  </a:lnTo>
                  <a:lnTo>
                    <a:pt x="7015926" y="343796"/>
                  </a:lnTo>
                  <a:lnTo>
                    <a:pt x="7016052" y="343796"/>
                  </a:lnTo>
                  <a:lnTo>
                    <a:pt x="7016179" y="343796"/>
                  </a:lnTo>
                  <a:lnTo>
                    <a:pt x="7016305" y="343796"/>
                  </a:lnTo>
                  <a:lnTo>
                    <a:pt x="7016431" y="343796"/>
                  </a:lnTo>
                  <a:lnTo>
                    <a:pt x="7016557" y="343796"/>
                  </a:lnTo>
                  <a:lnTo>
                    <a:pt x="7016684" y="343796"/>
                  </a:lnTo>
                  <a:lnTo>
                    <a:pt x="7016810" y="343796"/>
                  </a:lnTo>
                  <a:lnTo>
                    <a:pt x="7016936" y="343796"/>
                  </a:lnTo>
                  <a:lnTo>
                    <a:pt x="7017062" y="343796"/>
                  </a:lnTo>
                  <a:lnTo>
                    <a:pt x="7017189" y="343796"/>
                  </a:lnTo>
                  <a:lnTo>
                    <a:pt x="7017315" y="343796"/>
                  </a:lnTo>
                  <a:lnTo>
                    <a:pt x="7017441" y="343796"/>
                  </a:lnTo>
                  <a:lnTo>
                    <a:pt x="7017567" y="343796"/>
                  </a:lnTo>
                  <a:lnTo>
                    <a:pt x="7017694" y="343796"/>
                  </a:lnTo>
                  <a:lnTo>
                    <a:pt x="7017820" y="343796"/>
                  </a:lnTo>
                  <a:lnTo>
                    <a:pt x="7017946" y="343796"/>
                  </a:lnTo>
                  <a:lnTo>
                    <a:pt x="7018072" y="343796"/>
                  </a:lnTo>
                  <a:lnTo>
                    <a:pt x="7018199" y="343796"/>
                  </a:lnTo>
                  <a:lnTo>
                    <a:pt x="7018325" y="343796"/>
                  </a:lnTo>
                  <a:lnTo>
                    <a:pt x="7018451" y="343796"/>
                  </a:lnTo>
                  <a:lnTo>
                    <a:pt x="7018577" y="343796"/>
                  </a:lnTo>
                  <a:lnTo>
                    <a:pt x="7018704" y="343796"/>
                  </a:lnTo>
                  <a:lnTo>
                    <a:pt x="7018830" y="343796"/>
                  </a:lnTo>
                  <a:lnTo>
                    <a:pt x="7018956" y="343796"/>
                  </a:lnTo>
                  <a:lnTo>
                    <a:pt x="7019082" y="343796"/>
                  </a:lnTo>
                  <a:lnTo>
                    <a:pt x="7019209" y="343796"/>
                  </a:lnTo>
                  <a:lnTo>
                    <a:pt x="7019335" y="343796"/>
                  </a:lnTo>
                  <a:lnTo>
                    <a:pt x="7019461" y="343796"/>
                  </a:lnTo>
                  <a:lnTo>
                    <a:pt x="7019587" y="343796"/>
                  </a:lnTo>
                  <a:lnTo>
                    <a:pt x="7019714" y="343796"/>
                  </a:lnTo>
                  <a:lnTo>
                    <a:pt x="7019840" y="343796"/>
                  </a:lnTo>
                  <a:lnTo>
                    <a:pt x="7019966" y="343796"/>
                  </a:lnTo>
                  <a:lnTo>
                    <a:pt x="7020092" y="343796"/>
                  </a:lnTo>
                  <a:lnTo>
                    <a:pt x="7020219" y="343796"/>
                  </a:lnTo>
                  <a:lnTo>
                    <a:pt x="7020345" y="343796"/>
                  </a:lnTo>
                  <a:lnTo>
                    <a:pt x="7020471" y="343796"/>
                  </a:lnTo>
                  <a:lnTo>
                    <a:pt x="7020598" y="343796"/>
                  </a:lnTo>
                  <a:lnTo>
                    <a:pt x="7020724" y="343796"/>
                  </a:lnTo>
                  <a:lnTo>
                    <a:pt x="7020850" y="343796"/>
                  </a:lnTo>
                  <a:lnTo>
                    <a:pt x="7020976" y="343796"/>
                  </a:lnTo>
                  <a:lnTo>
                    <a:pt x="7021103" y="343796"/>
                  </a:lnTo>
                  <a:lnTo>
                    <a:pt x="7021229" y="343796"/>
                  </a:lnTo>
                  <a:lnTo>
                    <a:pt x="7021355" y="343796"/>
                  </a:lnTo>
                  <a:lnTo>
                    <a:pt x="7021481" y="343796"/>
                  </a:lnTo>
                  <a:lnTo>
                    <a:pt x="7021608" y="343796"/>
                  </a:lnTo>
                  <a:lnTo>
                    <a:pt x="7021734" y="343796"/>
                  </a:lnTo>
                  <a:lnTo>
                    <a:pt x="7021860" y="343796"/>
                  </a:lnTo>
                  <a:lnTo>
                    <a:pt x="7021986" y="343796"/>
                  </a:lnTo>
                  <a:lnTo>
                    <a:pt x="7022113" y="343796"/>
                  </a:lnTo>
                  <a:lnTo>
                    <a:pt x="7022239" y="343796"/>
                  </a:lnTo>
                  <a:lnTo>
                    <a:pt x="7022365" y="343796"/>
                  </a:lnTo>
                  <a:lnTo>
                    <a:pt x="7022491" y="343796"/>
                  </a:lnTo>
                  <a:lnTo>
                    <a:pt x="7022618" y="343796"/>
                  </a:lnTo>
                  <a:lnTo>
                    <a:pt x="7022744" y="343796"/>
                  </a:lnTo>
                  <a:lnTo>
                    <a:pt x="7022870" y="343796"/>
                  </a:lnTo>
                  <a:lnTo>
                    <a:pt x="7022996" y="343796"/>
                  </a:lnTo>
                  <a:lnTo>
                    <a:pt x="7023123" y="343796"/>
                  </a:lnTo>
                  <a:lnTo>
                    <a:pt x="7023249" y="343796"/>
                  </a:lnTo>
                  <a:lnTo>
                    <a:pt x="7023375" y="343796"/>
                  </a:lnTo>
                  <a:lnTo>
                    <a:pt x="7023501" y="343796"/>
                  </a:lnTo>
                  <a:lnTo>
                    <a:pt x="7023628" y="343796"/>
                  </a:lnTo>
                  <a:lnTo>
                    <a:pt x="7023754" y="343796"/>
                  </a:lnTo>
                  <a:lnTo>
                    <a:pt x="7023880" y="343796"/>
                  </a:lnTo>
                  <a:lnTo>
                    <a:pt x="7024006" y="343796"/>
                  </a:lnTo>
                  <a:lnTo>
                    <a:pt x="7024133" y="343796"/>
                  </a:lnTo>
                  <a:lnTo>
                    <a:pt x="7024259" y="343796"/>
                  </a:lnTo>
                  <a:lnTo>
                    <a:pt x="7024385" y="343796"/>
                  </a:lnTo>
                  <a:lnTo>
                    <a:pt x="7024511" y="343796"/>
                  </a:lnTo>
                  <a:lnTo>
                    <a:pt x="7024638" y="343796"/>
                  </a:lnTo>
                  <a:lnTo>
                    <a:pt x="7024764" y="343796"/>
                  </a:lnTo>
                  <a:lnTo>
                    <a:pt x="7024890" y="343796"/>
                  </a:lnTo>
                  <a:lnTo>
                    <a:pt x="7025016" y="343796"/>
                  </a:lnTo>
                  <a:lnTo>
                    <a:pt x="7025143" y="343796"/>
                  </a:lnTo>
                  <a:lnTo>
                    <a:pt x="7025269" y="343796"/>
                  </a:lnTo>
                  <a:lnTo>
                    <a:pt x="7025395" y="343796"/>
                  </a:lnTo>
                  <a:lnTo>
                    <a:pt x="7025521" y="343796"/>
                  </a:lnTo>
                  <a:lnTo>
                    <a:pt x="7025648" y="343796"/>
                  </a:lnTo>
                  <a:lnTo>
                    <a:pt x="7025774" y="343796"/>
                  </a:lnTo>
                  <a:lnTo>
                    <a:pt x="7025900" y="343796"/>
                  </a:lnTo>
                  <a:lnTo>
                    <a:pt x="7026027" y="343796"/>
                  </a:lnTo>
                  <a:lnTo>
                    <a:pt x="7026153" y="343796"/>
                  </a:lnTo>
                  <a:lnTo>
                    <a:pt x="7026279" y="343796"/>
                  </a:lnTo>
                  <a:lnTo>
                    <a:pt x="7026405" y="343796"/>
                  </a:lnTo>
                  <a:lnTo>
                    <a:pt x="7026532" y="343796"/>
                  </a:lnTo>
                  <a:lnTo>
                    <a:pt x="7026658" y="343796"/>
                  </a:lnTo>
                  <a:lnTo>
                    <a:pt x="7026784" y="343796"/>
                  </a:lnTo>
                  <a:lnTo>
                    <a:pt x="7026910" y="343796"/>
                  </a:lnTo>
                  <a:lnTo>
                    <a:pt x="7027037" y="343796"/>
                  </a:lnTo>
                  <a:lnTo>
                    <a:pt x="7027163" y="343796"/>
                  </a:lnTo>
                  <a:lnTo>
                    <a:pt x="7027289" y="343796"/>
                  </a:lnTo>
                  <a:lnTo>
                    <a:pt x="7027415" y="343796"/>
                  </a:lnTo>
                  <a:lnTo>
                    <a:pt x="7027542" y="343796"/>
                  </a:lnTo>
                  <a:lnTo>
                    <a:pt x="7027668" y="343796"/>
                  </a:lnTo>
                  <a:lnTo>
                    <a:pt x="7027794" y="343796"/>
                  </a:lnTo>
                  <a:lnTo>
                    <a:pt x="7027920" y="343796"/>
                  </a:lnTo>
                  <a:lnTo>
                    <a:pt x="7028047" y="343796"/>
                  </a:lnTo>
                  <a:lnTo>
                    <a:pt x="7028173" y="343796"/>
                  </a:lnTo>
                  <a:lnTo>
                    <a:pt x="7028299" y="343796"/>
                  </a:lnTo>
                  <a:lnTo>
                    <a:pt x="7028425" y="343796"/>
                  </a:lnTo>
                  <a:lnTo>
                    <a:pt x="7028552" y="343796"/>
                  </a:lnTo>
                  <a:lnTo>
                    <a:pt x="7028678" y="343796"/>
                  </a:lnTo>
                  <a:lnTo>
                    <a:pt x="7028804" y="343796"/>
                  </a:lnTo>
                  <a:lnTo>
                    <a:pt x="7028930" y="343796"/>
                  </a:lnTo>
                  <a:lnTo>
                    <a:pt x="7029057" y="343796"/>
                  </a:lnTo>
                  <a:lnTo>
                    <a:pt x="7029183" y="343796"/>
                  </a:lnTo>
                  <a:lnTo>
                    <a:pt x="7029309" y="343796"/>
                  </a:lnTo>
                  <a:lnTo>
                    <a:pt x="7029435" y="343796"/>
                  </a:lnTo>
                  <a:lnTo>
                    <a:pt x="7029562" y="343796"/>
                  </a:lnTo>
                  <a:lnTo>
                    <a:pt x="7029688" y="343796"/>
                  </a:lnTo>
                  <a:lnTo>
                    <a:pt x="7029814" y="343796"/>
                  </a:lnTo>
                  <a:lnTo>
                    <a:pt x="7029940" y="343796"/>
                  </a:lnTo>
                  <a:lnTo>
                    <a:pt x="7030067" y="343796"/>
                  </a:lnTo>
                  <a:lnTo>
                    <a:pt x="7030193" y="343796"/>
                  </a:lnTo>
                  <a:lnTo>
                    <a:pt x="7030319" y="343796"/>
                  </a:lnTo>
                  <a:lnTo>
                    <a:pt x="7030445" y="343796"/>
                  </a:lnTo>
                  <a:lnTo>
                    <a:pt x="7030572" y="343796"/>
                  </a:lnTo>
                  <a:lnTo>
                    <a:pt x="7030698" y="343796"/>
                  </a:lnTo>
                  <a:lnTo>
                    <a:pt x="7030824" y="343796"/>
                  </a:lnTo>
                  <a:lnTo>
                    <a:pt x="7030951" y="343796"/>
                  </a:lnTo>
                  <a:lnTo>
                    <a:pt x="7031077" y="343796"/>
                  </a:lnTo>
                  <a:lnTo>
                    <a:pt x="7031203" y="343796"/>
                  </a:lnTo>
                  <a:lnTo>
                    <a:pt x="7031329" y="343796"/>
                  </a:lnTo>
                  <a:lnTo>
                    <a:pt x="7031456" y="343796"/>
                  </a:lnTo>
                  <a:lnTo>
                    <a:pt x="7031582" y="343796"/>
                  </a:lnTo>
                  <a:lnTo>
                    <a:pt x="7031708" y="343796"/>
                  </a:lnTo>
                  <a:lnTo>
                    <a:pt x="7031834" y="343796"/>
                  </a:lnTo>
                  <a:lnTo>
                    <a:pt x="7031961" y="343796"/>
                  </a:lnTo>
                  <a:lnTo>
                    <a:pt x="7032087" y="343796"/>
                  </a:lnTo>
                  <a:lnTo>
                    <a:pt x="7032213" y="343796"/>
                  </a:lnTo>
                  <a:lnTo>
                    <a:pt x="7032339" y="343796"/>
                  </a:lnTo>
                  <a:lnTo>
                    <a:pt x="7032466" y="343796"/>
                  </a:lnTo>
                  <a:lnTo>
                    <a:pt x="7032592" y="343796"/>
                  </a:lnTo>
                  <a:lnTo>
                    <a:pt x="7032718" y="343796"/>
                  </a:lnTo>
                  <a:lnTo>
                    <a:pt x="7032844" y="343796"/>
                  </a:lnTo>
                  <a:lnTo>
                    <a:pt x="7032971" y="343796"/>
                  </a:lnTo>
                  <a:lnTo>
                    <a:pt x="7033097" y="343796"/>
                  </a:lnTo>
                  <a:lnTo>
                    <a:pt x="7033223" y="343796"/>
                  </a:lnTo>
                  <a:lnTo>
                    <a:pt x="7033349" y="343796"/>
                  </a:lnTo>
                  <a:lnTo>
                    <a:pt x="7033476" y="343796"/>
                  </a:lnTo>
                  <a:lnTo>
                    <a:pt x="7033602" y="343796"/>
                  </a:lnTo>
                  <a:lnTo>
                    <a:pt x="7033728" y="343796"/>
                  </a:lnTo>
                  <a:lnTo>
                    <a:pt x="7033854" y="343796"/>
                  </a:lnTo>
                  <a:lnTo>
                    <a:pt x="7033981" y="343796"/>
                  </a:lnTo>
                  <a:lnTo>
                    <a:pt x="7034107" y="343796"/>
                  </a:lnTo>
                  <a:lnTo>
                    <a:pt x="7034233" y="343796"/>
                  </a:lnTo>
                  <a:lnTo>
                    <a:pt x="7034359" y="343796"/>
                  </a:lnTo>
                  <a:lnTo>
                    <a:pt x="7034486" y="343796"/>
                  </a:lnTo>
                  <a:lnTo>
                    <a:pt x="7034612" y="343796"/>
                  </a:lnTo>
                  <a:lnTo>
                    <a:pt x="7034738" y="343796"/>
                  </a:lnTo>
                  <a:lnTo>
                    <a:pt x="7034864" y="343796"/>
                  </a:lnTo>
                  <a:lnTo>
                    <a:pt x="7034991" y="343796"/>
                  </a:lnTo>
                  <a:lnTo>
                    <a:pt x="7035117" y="343796"/>
                  </a:lnTo>
                  <a:lnTo>
                    <a:pt x="7035243" y="343796"/>
                  </a:lnTo>
                  <a:lnTo>
                    <a:pt x="7035369" y="343796"/>
                  </a:lnTo>
                  <a:lnTo>
                    <a:pt x="7035496" y="343796"/>
                  </a:lnTo>
                  <a:lnTo>
                    <a:pt x="7035622" y="343796"/>
                  </a:lnTo>
                  <a:lnTo>
                    <a:pt x="7035748" y="343796"/>
                  </a:lnTo>
                  <a:lnTo>
                    <a:pt x="7035874" y="343796"/>
                  </a:lnTo>
                  <a:lnTo>
                    <a:pt x="7036001" y="343796"/>
                  </a:lnTo>
                  <a:lnTo>
                    <a:pt x="7036127" y="343796"/>
                  </a:lnTo>
                  <a:lnTo>
                    <a:pt x="7036253" y="343796"/>
                  </a:lnTo>
                  <a:lnTo>
                    <a:pt x="7036380" y="343796"/>
                  </a:lnTo>
                  <a:lnTo>
                    <a:pt x="7036506" y="343796"/>
                  </a:lnTo>
                  <a:lnTo>
                    <a:pt x="7036632" y="343796"/>
                  </a:lnTo>
                  <a:lnTo>
                    <a:pt x="7036758" y="343796"/>
                  </a:lnTo>
                  <a:lnTo>
                    <a:pt x="7036885" y="343796"/>
                  </a:lnTo>
                  <a:lnTo>
                    <a:pt x="7037011" y="343796"/>
                  </a:lnTo>
                  <a:lnTo>
                    <a:pt x="7037137" y="343796"/>
                  </a:lnTo>
                  <a:lnTo>
                    <a:pt x="7037263" y="343796"/>
                  </a:lnTo>
                  <a:lnTo>
                    <a:pt x="7037390" y="343796"/>
                  </a:lnTo>
                  <a:lnTo>
                    <a:pt x="7037516" y="343796"/>
                  </a:lnTo>
                  <a:lnTo>
                    <a:pt x="7037642" y="343796"/>
                  </a:lnTo>
                  <a:lnTo>
                    <a:pt x="7037768" y="343796"/>
                  </a:lnTo>
                  <a:lnTo>
                    <a:pt x="7037895" y="343796"/>
                  </a:lnTo>
                  <a:lnTo>
                    <a:pt x="7038021" y="343796"/>
                  </a:lnTo>
                  <a:lnTo>
                    <a:pt x="7038147" y="343796"/>
                  </a:lnTo>
                  <a:lnTo>
                    <a:pt x="7038273" y="343796"/>
                  </a:lnTo>
                  <a:lnTo>
                    <a:pt x="7038400" y="343796"/>
                  </a:lnTo>
                  <a:lnTo>
                    <a:pt x="7038526" y="343796"/>
                  </a:lnTo>
                  <a:lnTo>
                    <a:pt x="7038652" y="343796"/>
                  </a:lnTo>
                  <a:lnTo>
                    <a:pt x="7038778" y="343796"/>
                  </a:lnTo>
                  <a:lnTo>
                    <a:pt x="7038905" y="343796"/>
                  </a:lnTo>
                  <a:lnTo>
                    <a:pt x="7039031" y="343796"/>
                  </a:lnTo>
                  <a:lnTo>
                    <a:pt x="7039157" y="343796"/>
                  </a:lnTo>
                  <a:lnTo>
                    <a:pt x="7039283" y="343796"/>
                  </a:lnTo>
                  <a:lnTo>
                    <a:pt x="7039410" y="343796"/>
                  </a:lnTo>
                  <a:lnTo>
                    <a:pt x="7039536" y="343796"/>
                  </a:lnTo>
                  <a:lnTo>
                    <a:pt x="7039662" y="343796"/>
                  </a:lnTo>
                  <a:lnTo>
                    <a:pt x="7039788" y="343796"/>
                  </a:lnTo>
                  <a:lnTo>
                    <a:pt x="7039915" y="343796"/>
                  </a:lnTo>
                  <a:lnTo>
                    <a:pt x="7040041" y="343796"/>
                  </a:lnTo>
                  <a:lnTo>
                    <a:pt x="7040167" y="343796"/>
                  </a:lnTo>
                  <a:lnTo>
                    <a:pt x="7040293" y="343796"/>
                  </a:lnTo>
                  <a:lnTo>
                    <a:pt x="7040420" y="343796"/>
                  </a:lnTo>
                  <a:lnTo>
                    <a:pt x="7040546" y="343796"/>
                  </a:lnTo>
                  <a:lnTo>
                    <a:pt x="7040672" y="343796"/>
                  </a:lnTo>
                  <a:lnTo>
                    <a:pt x="7040798" y="343796"/>
                  </a:lnTo>
                  <a:lnTo>
                    <a:pt x="7040925" y="343796"/>
                  </a:lnTo>
                  <a:lnTo>
                    <a:pt x="7041051" y="343796"/>
                  </a:lnTo>
                  <a:lnTo>
                    <a:pt x="7041177" y="343796"/>
                  </a:lnTo>
                  <a:lnTo>
                    <a:pt x="7041304" y="343796"/>
                  </a:lnTo>
                  <a:lnTo>
                    <a:pt x="7041430" y="343796"/>
                  </a:lnTo>
                  <a:lnTo>
                    <a:pt x="7041556" y="343796"/>
                  </a:lnTo>
                  <a:lnTo>
                    <a:pt x="7041682" y="343796"/>
                  </a:lnTo>
                  <a:lnTo>
                    <a:pt x="7041809" y="343796"/>
                  </a:lnTo>
                  <a:lnTo>
                    <a:pt x="7041935" y="343796"/>
                  </a:lnTo>
                  <a:lnTo>
                    <a:pt x="7042061" y="343796"/>
                  </a:lnTo>
                  <a:lnTo>
                    <a:pt x="7042187" y="343796"/>
                  </a:lnTo>
                  <a:lnTo>
                    <a:pt x="7042314" y="343796"/>
                  </a:lnTo>
                  <a:lnTo>
                    <a:pt x="7042440" y="343796"/>
                  </a:lnTo>
                  <a:lnTo>
                    <a:pt x="7042566" y="343796"/>
                  </a:lnTo>
                  <a:lnTo>
                    <a:pt x="7042692" y="343796"/>
                  </a:lnTo>
                  <a:lnTo>
                    <a:pt x="7042819" y="343796"/>
                  </a:lnTo>
                  <a:lnTo>
                    <a:pt x="7042945" y="343796"/>
                  </a:lnTo>
                  <a:lnTo>
                    <a:pt x="7043071" y="343796"/>
                  </a:lnTo>
                  <a:lnTo>
                    <a:pt x="7043197" y="343796"/>
                  </a:lnTo>
                  <a:lnTo>
                    <a:pt x="7043324" y="343796"/>
                  </a:lnTo>
                  <a:lnTo>
                    <a:pt x="7043450" y="343796"/>
                  </a:lnTo>
                  <a:lnTo>
                    <a:pt x="7043576" y="343796"/>
                  </a:lnTo>
                  <a:lnTo>
                    <a:pt x="7043702" y="343796"/>
                  </a:lnTo>
                  <a:lnTo>
                    <a:pt x="7043829" y="343796"/>
                  </a:lnTo>
                  <a:lnTo>
                    <a:pt x="7043955" y="343796"/>
                  </a:lnTo>
                  <a:lnTo>
                    <a:pt x="7044081" y="343796"/>
                  </a:lnTo>
                  <a:lnTo>
                    <a:pt x="7044207" y="343796"/>
                  </a:lnTo>
                  <a:lnTo>
                    <a:pt x="7044334" y="343796"/>
                  </a:lnTo>
                  <a:lnTo>
                    <a:pt x="7044460" y="343796"/>
                  </a:lnTo>
                  <a:lnTo>
                    <a:pt x="7044586" y="343796"/>
                  </a:lnTo>
                  <a:lnTo>
                    <a:pt x="7044712" y="343796"/>
                  </a:lnTo>
                  <a:lnTo>
                    <a:pt x="7044839" y="343796"/>
                  </a:lnTo>
                  <a:lnTo>
                    <a:pt x="7044839" y="338884"/>
                  </a:lnTo>
                  <a:lnTo>
                    <a:pt x="7044965" y="338884"/>
                  </a:lnTo>
                  <a:lnTo>
                    <a:pt x="7045091" y="338884"/>
                  </a:lnTo>
                  <a:lnTo>
                    <a:pt x="7045217" y="338884"/>
                  </a:lnTo>
                  <a:lnTo>
                    <a:pt x="7045344" y="338884"/>
                  </a:lnTo>
                  <a:lnTo>
                    <a:pt x="7045470" y="338884"/>
                  </a:lnTo>
                  <a:lnTo>
                    <a:pt x="7045596" y="338884"/>
                  </a:lnTo>
                  <a:lnTo>
                    <a:pt x="7045722" y="338884"/>
                  </a:lnTo>
                  <a:lnTo>
                    <a:pt x="7045849" y="338884"/>
                  </a:lnTo>
                  <a:lnTo>
                    <a:pt x="7045975" y="338884"/>
                  </a:lnTo>
                  <a:lnTo>
                    <a:pt x="7046101" y="338884"/>
                  </a:lnTo>
                  <a:lnTo>
                    <a:pt x="7046227" y="338884"/>
                  </a:lnTo>
                  <a:lnTo>
                    <a:pt x="7046354" y="338884"/>
                  </a:lnTo>
                  <a:lnTo>
                    <a:pt x="7046480" y="338884"/>
                  </a:lnTo>
                  <a:lnTo>
                    <a:pt x="7046606" y="338884"/>
                  </a:lnTo>
                  <a:lnTo>
                    <a:pt x="7046733" y="338884"/>
                  </a:lnTo>
                  <a:lnTo>
                    <a:pt x="7046859" y="338884"/>
                  </a:lnTo>
                  <a:lnTo>
                    <a:pt x="7046985" y="338884"/>
                  </a:lnTo>
                  <a:lnTo>
                    <a:pt x="7047111" y="338884"/>
                  </a:lnTo>
                  <a:lnTo>
                    <a:pt x="7047238" y="338884"/>
                  </a:lnTo>
                  <a:lnTo>
                    <a:pt x="7047364" y="338884"/>
                  </a:lnTo>
                  <a:lnTo>
                    <a:pt x="7047490" y="338884"/>
                  </a:lnTo>
                  <a:lnTo>
                    <a:pt x="7047616" y="338884"/>
                  </a:lnTo>
                  <a:lnTo>
                    <a:pt x="7047743" y="338884"/>
                  </a:lnTo>
                  <a:lnTo>
                    <a:pt x="7047869" y="338884"/>
                  </a:lnTo>
                  <a:lnTo>
                    <a:pt x="7047995" y="338884"/>
                  </a:lnTo>
                  <a:lnTo>
                    <a:pt x="7048121" y="338884"/>
                  </a:lnTo>
                  <a:lnTo>
                    <a:pt x="7048248" y="338884"/>
                  </a:lnTo>
                  <a:lnTo>
                    <a:pt x="7048374" y="338884"/>
                  </a:lnTo>
                  <a:lnTo>
                    <a:pt x="7048500" y="338884"/>
                  </a:lnTo>
                  <a:lnTo>
                    <a:pt x="7048626" y="338884"/>
                  </a:lnTo>
                  <a:lnTo>
                    <a:pt x="7048753" y="338884"/>
                  </a:lnTo>
                  <a:lnTo>
                    <a:pt x="7048879" y="338884"/>
                  </a:lnTo>
                  <a:lnTo>
                    <a:pt x="7049005" y="338884"/>
                  </a:lnTo>
                  <a:lnTo>
                    <a:pt x="7049131" y="338884"/>
                  </a:lnTo>
                  <a:lnTo>
                    <a:pt x="7049258" y="338884"/>
                  </a:lnTo>
                  <a:lnTo>
                    <a:pt x="7049258" y="333973"/>
                  </a:lnTo>
                  <a:lnTo>
                    <a:pt x="7049384" y="333973"/>
                  </a:lnTo>
                  <a:lnTo>
                    <a:pt x="7049510" y="333973"/>
                  </a:lnTo>
                  <a:lnTo>
                    <a:pt x="7049636" y="333973"/>
                  </a:lnTo>
                  <a:lnTo>
                    <a:pt x="7049763" y="333973"/>
                  </a:lnTo>
                  <a:lnTo>
                    <a:pt x="7049889" y="333973"/>
                  </a:lnTo>
                  <a:lnTo>
                    <a:pt x="7050015" y="333973"/>
                  </a:lnTo>
                  <a:lnTo>
                    <a:pt x="7050141" y="333973"/>
                  </a:lnTo>
                  <a:lnTo>
                    <a:pt x="7050268" y="333973"/>
                  </a:lnTo>
                  <a:lnTo>
                    <a:pt x="7050394" y="333973"/>
                  </a:lnTo>
                  <a:lnTo>
                    <a:pt x="7050520" y="333973"/>
                  </a:lnTo>
                  <a:lnTo>
                    <a:pt x="7050646" y="333973"/>
                  </a:lnTo>
                  <a:lnTo>
                    <a:pt x="7050773" y="333973"/>
                  </a:lnTo>
                  <a:lnTo>
                    <a:pt x="7050899" y="333973"/>
                  </a:lnTo>
                  <a:lnTo>
                    <a:pt x="7051025" y="333973"/>
                  </a:lnTo>
                  <a:lnTo>
                    <a:pt x="7051151" y="333973"/>
                  </a:lnTo>
                  <a:lnTo>
                    <a:pt x="7051278" y="333973"/>
                  </a:lnTo>
                  <a:lnTo>
                    <a:pt x="7051404" y="333973"/>
                  </a:lnTo>
                  <a:lnTo>
                    <a:pt x="7051530" y="333973"/>
                  </a:lnTo>
                  <a:lnTo>
                    <a:pt x="7051657" y="333973"/>
                  </a:lnTo>
                  <a:lnTo>
                    <a:pt x="7051783" y="333973"/>
                  </a:lnTo>
                  <a:lnTo>
                    <a:pt x="7051909" y="333973"/>
                  </a:lnTo>
                  <a:lnTo>
                    <a:pt x="7052035" y="333973"/>
                  </a:lnTo>
                  <a:lnTo>
                    <a:pt x="7052162" y="333973"/>
                  </a:lnTo>
                  <a:lnTo>
                    <a:pt x="7052288" y="333973"/>
                  </a:lnTo>
                  <a:lnTo>
                    <a:pt x="7052414" y="333973"/>
                  </a:lnTo>
                  <a:lnTo>
                    <a:pt x="7052540" y="333973"/>
                  </a:lnTo>
                  <a:lnTo>
                    <a:pt x="7052667" y="333973"/>
                  </a:lnTo>
                  <a:lnTo>
                    <a:pt x="7052793" y="333973"/>
                  </a:lnTo>
                  <a:lnTo>
                    <a:pt x="7052919" y="333973"/>
                  </a:lnTo>
                  <a:lnTo>
                    <a:pt x="7053045" y="333973"/>
                  </a:lnTo>
                  <a:lnTo>
                    <a:pt x="7053172" y="333973"/>
                  </a:lnTo>
                  <a:lnTo>
                    <a:pt x="7053298" y="333973"/>
                  </a:lnTo>
                  <a:lnTo>
                    <a:pt x="7053424" y="333973"/>
                  </a:lnTo>
                  <a:lnTo>
                    <a:pt x="7053550" y="333973"/>
                  </a:lnTo>
                  <a:lnTo>
                    <a:pt x="7053677" y="333973"/>
                  </a:lnTo>
                  <a:lnTo>
                    <a:pt x="7053803" y="333973"/>
                  </a:lnTo>
                  <a:lnTo>
                    <a:pt x="7053929" y="333973"/>
                  </a:lnTo>
                  <a:lnTo>
                    <a:pt x="7054055" y="333973"/>
                  </a:lnTo>
                  <a:lnTo>
                    <a:pt x="7054182" y="333973"/>
                  </a:lnTo>
                  <a:lnTo>
                    <a:pt x="7054308" y="333973"/>
                  </a:lnTo>
                  <a:lnTo>
                    <a:pt x="7054434" y="333973"/>
                  </a:lnTo>
                  <a:lnTo>
                    <a:pt x="7054560" y="333973"/>
                  </a:lnTo>
                  <a:lnTo>
                    <a:pt x="7054687" y="333973"/>
                  </a:lnTo>
                  <a:lnTo>
                    <a:pt x="7054813" y="333973"/>
                  </a:lnTo>
                  <a:lnTo>
                    <a:pt x="7054939" y="333973"/>
                  </a:lnTo>
                  <a:lnTo>
                    <a:pt x="7055065" y="333973"/>
                  </a:lnTo>
                  <a:lnTo>
                    <a:pt x="7055192" y="333973"/>
                  </a:lnTo>
                  <a:lnTo>
                    <a:pt x="7055318" y="333973"/>
                  </a:lnTo>
                  <a:lnTo>
                    <a:pt x="7055444" y="333973"/>
                  </a:lnTo>
                  <a:lnTo>
                    <a:pt x="7055570" y="333973"/>
                  </a:lnTo>
                  <a:lnTo>
                    <a:pt x="7055697" y="333973"/>
                  </a:lnTo>
                  <a:lnTo>
                    <a:pt x="7055823" y="333973"/>
                  </a:lnTo>
                  <a:lnTo>
                    <a:pt x="7055949" y="333973"/>
                  </a:lnTo>
                  <a:lnTo>
                    <a:pt x="7056075" y="333973"/>
                  </a:lnTo>
                  <a:lnTo>
                    <a:pt x="7056202" y="333973"/>
                  </a:lnTo>
                  <a:lnTo>
                    <a:pt x="7056328" y="333973"/>
                  </a:lnTo>
                  <a:lnTo>
                    <a:pt x="7056454" y="333973"/>
                  </a:lnTo>
                  <a:lnTo>
                    <a:pt x="7056580" y="333973"/>
                  </a:lnTo>
                  <a:lnTo>
                    <a:pt x="7056707" y="333973"/>
                  </a:lnTo>
                  <a:lnTo>
                    <a:pt x="7056833" y="333973"/>
                  </a:lnTo>
                  <a:lnTo>
                    <a:pt x="7056959" y="333973"/>
                  </a:lnTo>
                  <a:lnTo>
                    <a:pt x="7057086" y="333973"/>
                  </a:lnTo>
                  <a:lnTo>
                    <a:pt x="7057212" y="333973"/>
                  </a:lnTo>
                  <a:lnTo>
                    <a:pt x="7057338" y="333973"/>
                  </a:lnTo>
                  <a:lnTo>
                    <a:pt x="7057464" y="333973"/>
                  </a:lnTo>
                  <a:lnTo>
                    <a:pt x="7057591" y="333973"/>
                  </a:lnTo>
                  <a:lnTo>
                    <a:pt x="7057717" y="333973"/>
                  </a:lnTo>
                  <a:lnTo>
                    <a:pt x="7057843" y="333973"/>
                  </a:lnTo>
                  <a:lnTo>
                    <a:pt x="7057969" y="333973"/>
                  </a:lnTo>
                  <a:lnTo>
                    <a:pt x="7058096" y="333973"/>
                  </a:lnTo>
                  <a:lnTo>
                    <a:pt x="7058096" y="329062"/>
                  </a:lnTo>
                  <a:lnTo>
                    <a:pt x="7058222" y="329062"/>
                  </a:lnTo>
                  <a:lnTo>
                    <a:pt x="7058348" y="329062"/>
                  </a:lnTo>
                  <a:lnTo>
                    <a:pt x="7058474" y="329062"/>
                  </a:lnTo>
                  <a:lnTo>
                    <a:pt x="7058601" y="329062"/>
                  </a:lnTo>
                  <a:lnTo>
                    <a:pt x="7058727" y="329062"/>
                  </a:lnTo>
                  <a:lnTo>
                    <a:pt x="7058853" y="329062"/>
                  </a:lnTo>
                  <a:lnTo>
                    <a:pt x="7058979" y="329062"/>
                  </a:lnTo>
                  <a:lnTo>
                    <a:pt x="7059106" y="329062"/>
                  </a:lnTo>
                  <a:lnTo>
                    <a:pt x="7059232" y="329062"/>
                  </a:lnTo>
                  <a:lnTo>
                    <a:pt x="7059358" y="329062"/>
                  </a:lnTo>
                  <a:lnTo>
                    <a:pt x="7059484" y="329062"/>
                  </a:lnTo>
                  <a:lnTo>
                    <a:pt x="7059611" y="329062"/>
                  </a:lnTo>
                  <a:lnTo>
                    <a:pt x="7059737" y="329062"/>
                  </a:lnTo>
                  <a:lnTo>
                    <a:pt x="7059863" y="329062"/>
                  </a:lnTo>
                  <a:lnTo>
                    <a:pt x="7059989" y="329062"/>
                  </a:lnTo>
                  <a:lnTo>
                    <a:pt x="7060116" y="329062"/>
                  </a:lnTo>
                  <a:lnTo>
                    <a:pt x="7060242" y="329062"/>
                  </a:lnTo>
                  <a:lnTo>
                    <a:pt x="7060368" y="329062"/>
                  </a:lnTo>
                  <a:lnTo>
                    <a:pt x="7060494" y="329062"/>
                  </a:lnTo>
                  <a:lnTo>
                    <a:pt x="7060621" y="329062"/>
                  </a:lnTo>
                  <a:lnTo>
                    <a:pt x="7060747" y="329062"/>
                  </a:lnTo>
                  <a:lnTo>
                    <a:pt x="7060873" y="329062"/>
                  </a:lnTo>
                  <a:lnTo>
                    <a:pt x="7060999" y="329062"/>
                  </a:lnTo>
                  <a:lnTo>
                    <a:pt x="7061126" y="329062"/>
                  </a:lnTo>
                  <a:lnTo>
                    <a:pt x="7061252" y="329062"/>
                  </a:lnTo>
                  <a:lnTo>
                    <a:pt x="7061378" y="329062"/>
                  </a:lnTo>
                  <a:lnTo>
                    <a:pt x="7061504" y="329062"/>
                  </a:lnTo>
                  <a:lnTo>
                    <a:pt x="7061631" y="329062"/>
                  </a:lnTo>
                  <a:lnTo>
                    <a:pt x="7061757" y="329062"/>
                  </a:lnTo>
                  <a:lnTo>
                    <a:pt x="7061883" y="329062"/>
                  </a:lnTo>
                  <a:lnTo>
                    <a:pt x="7062010" y="329062"/>
                  </a:lnTo>
                  <a:lnTo>
                    <a:pt x="7062136" y="329062"/>
                  </a:lnTo>
                  <a:lnTo>
                    <a:pt x="7062262" y="329062"/>
                  </a:lnTo>
                  <a:lnTo>
                    <a:pt x="7062388" y="329062"/>
                  </a:lnTo>
                  <a:lnTo>
                    <a:pt x="7062515" y="329062"/>
                  </a:lnTo>
                  <a:lnTo>
                    <a:pt x="7062641" y="329062"/>
                  </a:lnTo>
                  <a:lnTo>
                    <a:pt x="7062767" y="329062"/>
                  </a:lnTo>
                  <a:lnTo>
                    <a:pt x="7062893" y="329062"/>
                  </a:lnTo>
                  <a:lnTo>
                    <a:pt x="7063020" y="329062"/>
                  </a:lnTo>
                  <a:lnTo>
                    <a:pt x="7063146" y="329062"/>
                  </a:lnTo>
                  <a:lnTo>
                    <a:pt x="7063272" y="329062"/>
                  </a:lnTo>
                  <a:lnTo>
                    <a:pt x="7063398" y="329062"/>
                  </a:lnTo>
                  <a:lnTo>
                    <a:pt x="7063398" y="324150"/>
                  </a:lnTo>
                  <a:lnTo>
                    <a:pt x="7063525" y="324150"/>
                  </a:lnTo>
                  <a:lnTo>
                    <a:pt x="7063651" y="324150"/>
                  </a:lnTo>
                  <a:lnTo>
                    <a:pt x="7063777" y="324150"/>
                  </a:lnTo>
                  <a:lnTo>
                    <a:pt x="7063903" y="324150"/>
                  </a:lnTo>
                  <a:lnTo>
                    <a:pt x="7064030" y="324150"/>
                  </a:lnTo>
                  <a:lnTo>
                    <a:pt x="7064156" y="324150"/>
                  </a:lnTo>
                  <a:lnTo>
                    <a:pt x="7064282" y="324150"/>
                  </a:lnTo>
                  <a:lnTo>
                    <a:pt x="7064408" y="324150"/>
                  </a:lnTo>
                  <a:lnTo>
                    <a:pt x="7064535" y="324150"/>
                  </a:lnTo>
                  <a:lnTo>
                    <a:pt x="7064661" y="324150"/>
                  </a:lnTo>
                  <a:lnTo>
                    <a:pt x="7064787" y="324150"/>
                  </a:lnTo>
                  <a:lnTo>
                    <a:pt x="7064913" y="324150"/>
                  </a:lnTo>
                  <a:lnTo>
                    <a:pt x="7065040" y="324150"/>
                  </a:lnTo>
                  <a:lnTo>
                    <a:pt x="7065166" y="324150"/>
                  </a:lnTo>
                  <a:lnTo>
                    <a:pt x="7065292" y="324150"/>
                  </a:lnTo>
                  <a:lnTo>
                    <a:pt x="7065418" y="324150"/>
                  </a:lnTo>
                  <a:lnTo>
                    <a:pt x="7065545" y="324150"/>
                  </a:lnTo>
                  <a:lnTo>
                    <a:pt x="7065671" y="324150"/>
                  </a:lnTo>
                  <a:lnTo>
                    <a:pt x="7065797" y="324150"/>
                  </a:lnTo>
                  <a:lnTo>
                    <a:pt x="7065923" y="324150"/>
                  </a:lnTo>
                  <a:lnTo>
                    <a:pt x="7066050" y="324150"/>
                  </a:lnTo>
                  <a:lnTo>
                    <a:pt x="7066176" y="324150"/>
                  </a:lnTo>
                  <a:lnTo>
                    <a:pt x="7066302" y="324150"/>
                  </a:lnTo>
                  <a:lnTo>
                    <a:pt x="7066428" y="324150"/>
                  </a:lnTo>
                  <a:lnTo>
                    <a:pt x="7066555" y="324150"/>
                  </a:lnTo>
                  <a:lnTo>
                    <a:pt x="7066681" y="324150"/>
                  </a:lnTo>
                  <a:lnTo>
                    <a:pt x="7066807" y="324150"/>
                  </a:lnTo>
                  <a:lnTo>
                    <a:pt x="7066934" y="324150"/>
                  </a:lnTo>
                  <a:lnTo>
                    <a:pt x="7067060" y="324150"/>
                  </a:lnTo>
                  <a:lnTo>
                    <a:pt x="7067186" y="324150"/>
                  </a:lnTo>
                  <a:lnTo>
                    <a:pt x="7067312" y="324150"/>
                  </a:lnTo>
                  <a:lnTo>
                    <a:pt x="7067439" y="324150"/>
                  </a:lnTo>
                  <a:lnTo>
                    <a:pt x="7067565" y="324150"/>
                  </a:lnTo>
                  <a:lnTo>
                    <a:pt x="7067691" y="324150"/>
                  </a:lnTo>
                  <a:lnTo>
                    <a:pt x="7067817" y="324150"/>
                  </a:lnTo>
                  <a:lnTo>
                    <a:pt x="7067944" y="324150"/>
                  </a:lnTo>
                  <a:lnTo>
                    <a:pt x="7068070" y="324150"/>
                  </a:lnTo>
                  <a:lnTo>
                    <a:pt x="7068196" y="324150"/>
                  </a:lnTo>
                  <a:lnTo>
                    <a:pt x="7068322" y="324150"/>
                  </a:lnTo>
                  <a:lnTo>
                    <a:pt x="7068449" y="324150"/>
                  </a:lnTo>
                  <a:lnTo>
                    <a:pt x="7068575" y="324150"/>
                  </a:lnTo>
                  <a:lnTo>
                    <a:pt x="7068701" y="324150"/>
                  </a:lnTo>
                  <a:lnTo>
                    <a:pt x="7068827" y="324150"/>
                  </a:lnTo>
                  <a:lnTo>
                    <a:pt x="7068954" y="324150"/>
                  </a:lnTo>
                  <a:lnTo>
                    <a:pt x="7069080" y="324150"/>
                  </a:lnTo>
                  <a:lnTo>
                    <a:pt x="7069206" y="324150"/>
                  </a:lnTo>
                  <a:lnTo>
                    <a:pt x="7069332" y="324150"/>
                  </a:lnTo>
                  <a:lnTo>
                    <a:pt x="7069459" y="324150"/>
                  </a:lnTo>
                  <a:lnTo>
                    <a:pt x="7069585" y="324150"/>
                  </a:lnTo>
                  <a:lnTo>
                    <a:pt x="7069711" y="324150"/>
                  </a:lnTo>
                  <a:lnTo>
                    <a:pt x="7069837" y="324150"/>
                  </a:lnTo>
                  <a:lnTo>
                    <a:pt x="7069964" y="324150"/>
                  </a:lnTo>
                  <a:lnTo>
                    <a:pt x="7070090" y="324150"/>
                  </a:lnTo>
                  <a:lnTo>
                    <a:pt x="7070216" y="324150"/>
                  </a:lnTo>
                  <a:lnTo>
                    <a:pt x="7070342" y="324150"/>
                  </a:lnTo>
                  <a:lnTo>
                    <a:pt x="7070469" y="324150"/>
                  </a:lnTo>
                  <a:lnTo>
                    <a:pt x="7070595" y="324150"/>
                  </a:lnTo>
                  <a:lnTo>
                    <a:pt x="7070721" y="324150"/>
                  </a:lnTo>
                  <a:lnTo>
                    <a:pt x="7070847" y="324150"/>
                  </a:lnTo>
                  <a:lnTo>
                    <a:pt x="7070974" y="324150"/>
                  </a:lnTo>
                  <a:lnTo>
                    <a:pt x="7071100" y="324150"/>
                  </a:lnTo>
                  <a:lnTo>
                    <a:pt x="7071226" y="324150"/>
                  </a:lnTo>
                  <a:lnTo>
                    <a:pt x="7071352" y="324150"/>
                  </a:lnTo>
                  <a:lnTo>
                    <a:pt x="7071479" y="324150"/>
                  </a:lnTo>
                  <a:lnTo>
                    <a:pt x="7071605" y="324150"/>
                  </a:lnTo>
                  <a:lnTo>
                    <a:pt x="7071731" y="324150"/>
                  </a:lnTo>
                  <a:lnTo>
                    <a:pt x="7071857" y="324150"/>
                  </a:lnTo>
                  <a:lnTo>
                    <a:pt x="7071984" y="324150"/>
                  </a:lnTo>
                  <a:lnTo>
                    <a:pt x="7072110" y="324150"/>
                  </a:lnTo>
                  <a:lnTo>
                    <a:pt x="7072236" y="324150"/>
                  </a:lnTo>
                  <a:lnTo>
                    <a:pt x="7072236" y="319239"/>
                  </a:lnTo>
                  <a:lnTo>
                    <a:pt x="7072363" y="319239"/>
                  </a:lnTo>
                  <a:lnTo>
                    <a:pt x="7072489" y="319239"/>
                  </a:lnTo>
                  <a:lnTo>
                    <a:pt x="7072615" y="319239"/>
                  </a:lnTo>
                  <a:lnTo>
                    <a:pt x="7072741" y="319239"/>
                  </a:lnTo>
                  <a:lnTo>
                    <a:pt x="7072868" y="319239"/>
                  </a:lnTo>
                  <a:lnTo>
                    <a:pt x="7072994" y="319239"/>
                  </a:lnTo>
                  <a:lnTo>
                    <a:pt x="7073120" y="319239"/>
                  </a:lnTo>
                  <a:lnTo>
                    <a:pt x="7073246" y="319239"/>
                  </a:lnTo>
                  <a:lnTo>
                    <a:pt x="7073373" y="319239"/>
                  </a:lnTo>
                  <a:lnTo>
                    <a:pt x="7073499" y="319239"/>
                  </a:lnTo>
                  <a:lnTo>
                    <a:pt x="7073625" y="319239"/>
                  </a:lnTo>
                  <a:lnTo>
                    <a:pt x="7073751" y="319239"/>
                  </a:lnTo>
                  <a:lnTo>
                    <a:pt x="7073878" y="319239"/>
                  </a:lnTo>
                  <a:lnTo>
                    <a:pt x="7074004" y="319239"/>
                  </a:lnTo>
                  <a:lnTo>
                    <a:pt x="7074130" y="319239"/>
                  </a:lnTo>
                  <a:lnTo>
                    <a:pt x="7074256" y="319239"/>
                  </a:lnTo>
                  <a:lnTo>
                    <a:pt x="7074383" y="319239"/>
                  </a:lnTo>
                  <a:lnTo>
                    <a:pt x="7074509" y="319239"/>
                  </a:lnTo>
                  <a:lnTo>
                    <a:pt x="7074635" y="319239"/>
                  </a:lnTo>
                  <a:lnTo>
                    <a:pt x="7074761" y="319239"/>
                  </a:lnTo>
                  <a:lnTo>
                    <a:pt x="7074888" y="319239"/>
                  </a:lnTo>
                  <a:lnTo>
                    <a:pt x="7075014" y="319239"/>
                  </a:lnTo>
                  <a:lnTo>
                    <a:pt x="7075140" y="319239"/>
                  </a:lnTo>
                  <a:lnTo>
                    <a:pt x="7075266" y="319239"/>
                  </a:lnTo>
                  <a:lnTo>
                    <a:pt x="7075393" y="319239"/>
                  </a:lnTo>
                  <a:lnTo>
                    <a:pt x="7075519" y="319239"/>
                  </a:lnTo>
                  <a:lnTo>
                    <a:pt x="7075645" y="319239"/>
                  </a:lnTo>
                  <a:lnTo>
                    <a:pt x="7075771" y="319239"/>
                  </a:lnTo>
                  <a:lnTo>
                    <a:pt x="7075898" y="319239"/>
                  </a:lnTo>
                  <a:lnTo>
                    <a:pt x="7076024" y="319239"/>
                  </a:lnTo>
                  <a:lnTo>
                    <a:pt x="7076150" y="319239"/>
                  </a:lnTo>
                  <a:lnTo>
                    <a:pt x="7076276" y="319239"/>
                  </a:lnTo>
                  <a:lnTo>
                    <a:pt x="7076403" y="319239"/>
                  </a:lnTo>
                  <a:lnTo>
                    <a:pt x="7076529" y="319239"/>
                  </a:lnTo>
                  <a:lnTo>
                    <a:pt x="7076655" y="319239"/>
                  </a:lnTo>
                  <a:lnTo>
                    <a:pt x="7076781" y="319239"/>
                  </a:lnTo>
                  <a:lnTo>
                    <a:pt x="7076908" y="319239"/>
                  </a:lnTo>
                  <a:lnTo>
                    <a:pt x="7077034" y="319239"/>
                  </a:lnTo>
                  <a:lnTo>
                    <a:pt x="7077160" y="319239"/>
                  </a:lnTo>
                  <a:lnTo>
                    <a:pt x="7077287" y="319239"/>
                  </a:lnTo>
                  <a:lnTo>
                    <a:pt x="7077413" y="319239"/>
                  </a:lnTo>
                  <a:lnTo>
                    <a:pt x="7077539" y="319239"/>
                  </a:lnTo>
                  <a:lnTo>
                    <a:pt x="7077665" y="319239"/>
                  </a:lnTo>
                  <a:lnTo>
                    <a:pt x="7077792" y="319239"/>
                  </a:lnTo>
                  <a:lnTo>
                    <a:pt x="7077918" y="319239"/>
                  </a:lnTo>
                  <a:lnTo>
                    <a:pt x="7078044" y="319239"/>
                  </a:lnTo>
                  <a:lnTo>
                    <a:pt x="7078170" y="319239"/>
                  </a:lnTo>
                  <a:lnTo>
                    <a:pt x="7078297" y="319239"/>
                  </a:lnTo>
                  <a:lnTo>
                    <a:pt x="7078423" y="319239"/>
                  </a:lnTo>
                  <a:lnTo>
                    <a:pt x="7078549" y="319239"/>
                  </a:lnTo>
                  <a:lnTo>
                    <a:pt x="7078675" y="319239"/>
                  </a:lnTo>
                  <a:lnTo>
                    <a:pt x="7078802" y="319239"/>
                  </a:lnTo>
                  <a:lnTo>
                    <a:pt x="7078928" y="319239"/>
                  </a:lnTo>
                  <a:lnTo>
                    <a:pt x="7079054" y="319239"/>
                  </a:lnTo>
                  <a:lnTo>
                    <a:pt x="7079180" y="319239"/>
                  </a:lnTo>
                  <a:lnTo>
                    <a:pt x="7079307" y="319239"/>
                  </a:lnTo>
                  <a:lnTo>
                    <a:pt x="7079433" y="319239"/>
                  </a:lnTo>
                  <a:lnTo>
                    <a:pt x="7079559" y="319239"/>
                  </a:lnTo>
                  <a:lnTo>
                    <a:pt x="7079685" y="319239"/>
                  </a:lnTo>
                  <a:lnTo>
                    <a:pt x="7079812" y="319239"/>
                  </a:lnTo>
                  <a:lnTo>
                    <a:pt x="7079938" y="319239"/>
                  </a:lnTo>
                  <a:lnTo>
                    <a:pt x="7080064" y="319239"/>
                  </a:lnTo>
                  <a:lnTo>
                    <a:pt x="7080190" y="319239"/>
                  </a:lnTo>
                  <a:lnTo>
                    <a:pt x="7080317" y="319239"/>
                  </a:lnTo>
                  <a:lnTo>
                    <a:pt x="7080443" y="319239"/>
                  </a:lnTo>
                  <a:lnTo>
                    <a:pt x="7080569" y="319239"/>
                  </a:lnTo>
                  <a:lnTo>
                    <a:pt x="7080695" y="319239"/>
                  </a:lnTo>
                  <a:lnTo>
                    <a:pt x="7080822" y="319239"/>
                  </a:lnTo>
                  <a:lnTo>
                    <a:pt x="7080948" y="319239"/>
                  </a:lnTo>
                  <a:lnTo>
                    <a:pt x="7081074" y="319239"/>
                  </a:lnTo>
                  <a:lnTo>
                    <a:pt x="7081200" y="319239"/>
                  </a:lnTo>
                  <a:lnTo>
                    <a:pt x="7081327" y="319239"/>
                  </a:lnTo>
                  <a:lnTo>
                    <a:pt x="7081453" y="319239"/>
                  </a:lnTo>
                  <a:lnTo>
                    <a:pt x="7081579" y="319239"/>
                  </a:lnTo>
                  <a:lnTo>
                    <a:pt x="7081705" y="319239"/>
                  </a:lnTo>
                  <a:lnTo>
                    <a:pt x="7081832" y="319239"/>
                  </a:lnTo>
                  <a:lnTo>
                    <a:pt x="7081958" y="319239"/>
                  </a:lnTo>
                  <a:lnTo>
                    <a:pt x="7082084" y="319239"/>
                  </a:lnTo>
                  <a:lnTo>
                    <a:pt x="7082210" y="319239"/>
                  </a:lnTo>
                  <a:lnTo>
                    <a:pt x="7082337" y="319239"/>
                  </a:lnTo>
                  <a:lnTo>
                    <a:pt x="7082463" y="319239"/>
                  </a:lnTo>
                  <a:lnTo>
                    <a:pt x="7082589" y="319239"/>
                  </a:lnTo>
                  <a:lnTo>
                    <a:pt x="7082716" y="319239"/>
                  </a:lnTo>
                  <a:lnTo>
                    <a:pt x="7082842" y="319239"/>
                  </a:lnTo>
                  <a:lnTo>
                    <a:pt x="7082968" y="319239"/>
                  </a:lnTo>
                  <a:lnTo>
                    <a:pt x="7083094" y="319239"/>
                  </a:lnTo>
                  <a:lnTo>
                    <a:pt x="7083221" y="319239"/>
                  </a:lnTo>
                  <a:lnTo>
                    <a:pt x="7083347" y="319239"/>
                  </a:lnTo>
                  <a:lnTo>
                    <a:pt x="7083473" y="319239"/>
                  </a:lnTo>
                  <a:lnTo>
                    <a:pt x="7083599" y="319239"/>
                  </a:lnTo>
                  <a:lnTo>
                    <a:pt x="7083726" y="319239"/>
                  </a:lnTo>
                  <a:lnTo>
                    <a:pt x="7083852" y="319239"/>
                  </a:lnTo>
                  <a:lnTo>
                    <a:pt x="7083978" y="319239"/>
                  </a:lnTo>
                  <a:lnTo>
                    <a:pt x="7084104" y="319239"/>
                  </a:lnTo>
                  <a:lnTo>
                    <a:pt x="7084231" y="319239"/>
                  </a:lnTo>
                  <a:lnTo>
                    <a:pt x="7084357" y="319239"/>
                  </a:lnTo>
                  <a:lnTo>
                    <a:pt x="7084483" y="319239"/>
                  </a:lnTo>
                  <a:lnTo>
                    <a:pt x="7084609" y="319239"/>
                  </a:lnTo>
                  <a:lnTo>
                    <a:pt x="7084736" y="319239"/>
                  </a:lnTo>
                  <a:lnTo>
                    <a:pt x="7084862" y="319239"/>
                  </a:lnTo>
                  <a:lnTo>
                    <a:pt x="7084988" y="319239"/>
                  </a:lnTo>
                  <a:lnTo>
                    <a:pt x="7085114" y="319239"/>
                  </a:lnTo>
                  <a:lnTo>
                    <a:pt x="7085241" y="319239"/>
                  </a:lnTo>
                  <a:lnTo>
                    <a:pt x="7085367" y="319239"/>
                  </a:lnTo>
                  <a:lnTo>
                    <a:pt x="7085493" y="319239"/>
                  </a:lnTo>
                  <a:lnTo>
                    <a:pt x="7085619" y="319239"/>
                  </a:lnTo>
                  <a:lnTo>
                    <a:pt x="7085746" y="319239"/>
                  </a:lnTo>
                  <a:lnTo>
                    <a:pt x="7085872" y="319239"/>
                  </a:lnTo>
                  <a:lnTo>
                    <a:pt x="7085998" y="319239"/>
                  </a:lnTo>
                  <a:lnTo>
                    <a:pt x="7086124" y="319239"/>
                  </a:lnTo>
                  <a:lnTo>
                    <a:pt x="7086251" y="319239"/>
                  </a:lnTo>
                  <a:lnTo>
                    <a:pt x="7086377" y="319239"/>
                  </a:lnTo>
                  <a:lnTo>
                    <a:pt x="7086503" y="319239"/>
                  </a:lnTo>
                  <a:lnTo>
                    <a:pt x="7086629" y="319239"/>
                  </a:lnTo>
                  <a:lnTo>
                    <a:pt x="7086756" y="319239"/>
                  </a:lnTo>
                  <a:lnTo>
                    <a:pt x="7086882" y="319239"/>
                  </a:lnTo>
                  <a:lnTo>
                    <a:pt x="7087008" y="319239"/>
                  </a:lnTo>
                  <a:lnTo>
                    <a:pt x="7087134" y="319239"/>
                  </a:lnTo>
                  <a:lnTo>
                    <a:pt x="7087261" y="319239"/>
                  </a:lnTo>
                  <a:lnTo>
                    <a:pt x="7087387" y="319239"/>
                  </a:lnTo>
                  <a:lnTo>
                    <a:pt x="7087513" y="319239"/>
                  </a:lnTo>
                  <a:lnTo>
                    <a:pt x="7087640" y="319239"/>
                  </a:lnTo>
                  <a:lnTo>
                    <a:pt x="7087766" y="319239"/>
                  </a:lnTo>
                  <a:lnTo>
                    <a:pt x="7087892" y="319239"/>
                  </a:lnTo>
                  <a:lnTo>
                    <a:pt x="7088018" y="319239"/>
                  </a:lnTo>
                  <a:lnTo>
                    <a:pt x="7088145" y="319239"/>
                  </a:lnTo>
                  <a:lnTo>
                    <a:pt x="7088271" y="319239"/>
                  </a:lnTo>
                  <a:lnTo>
                    <a:pt x="7088397" y="319239"/>
                  </a:lnTo>
                  <a:lnTo>
                    <a:pt x="7088523" y="319239"/>
                  </a:lnTo>
                  <a:lnTo>
                    <a:pt x="7088650" y="319239"/>
                  </a:lnTo>
                  <a:lnTo>
                    <a:pt x="7088776" y="319239"/>
                  </a:lnTo>
                  <a:lnTo>
                    <a:pt x="7088902" y="319239"/>
                  </a:lnTo>
                  <a:lnTo>
                    <a:pt x="7089028" y="319239"/>
                  </a:lnTo>
                  <a:lnTo>
                    <a:pt x="7089155" y="319239"/>
                  </a:lnTo>
                  <a:lnTo>
                    <a:pt x="7089281" y="319239"/>
                  </a:lnTo>
                  <a:lnTo>
                    <a:pt x="7089407" y="319239"/>
                  </a:lnTo>
                  <a:lnTo>
                    <a:pt x="7089533" y="319239"/>
                  </a:lnTo>
                  <a:lnTo>
                    <a:pt x="7089660" y="319239"/>
                  </a:lnTo>
                  <a:lnTo>
                    <a:pt x="7089786" y="319239"/>
                  </a:lnTo>
                  <a:lnTo>
                    <a:pt x="7089912" y="319239"/>
                  </a:lnTo>
                  <a:lnTo>
                    <a:pt x="7090038" y="319239"/>
                  </a:lnTo>
                  <a:lnTo>
                    <a:pt x="7090165" y="319239"/>
                  </a:lnTo>
                  <a:lnTo>
                    <a:pt x="7090291" y="319239"/>
                  </a:lnTo>
                  <a:lnTo>
                    <a:pt x="7090417" y="319239"/>
                  </a:lnTo>
                  <a:lnTo>
                    <a:pt x="7090543" y="319239"/>
                  </a:lnTo>
                  <a:lnTo>
                    <a:pt x="7090670" y="319239"/>
                  </a:lnTo>
                  <a:lnTo>
                    <a:pt x="7090796" y="319239"/>
                  </a:lnTo>
                  <a:lnTo>
                    <a:pt x="7090922" y="319239"/>
                  </a:lnTo>
                  <a:lnTo>
                    <a:pt x="7091048" y="319239"/>
                  </a:lnTo>
                  <a:lnTo>
                    <a:pt x="7091175" y="319239"/>
                  </a:lnTo>
                  <a:lnTo>
                    <a:pt x="7091301" y="319239"/>
                  </a:lnTo>
                  <a:lnTo>
                    <a:pt x="7091427" y="319239"/>
                  </a:lnTo>
                  <a:lnTo>
                    <a:pt x="7091553" y="319239"/>
                  </a:lnTo>
                  <a:lnTo>
                    <a:pt x="7091680" y="319239"/>
                  </a:lnTo>
                  <a:lnTo>
                    <a:pt x="7091806" y="319239"/>
                  </a:lnTo>
                  <a:lnTo>
                    <a:pt x="7091932" y="319239"/>
                  </a:lnTo>
                  <a:lnTo>
                    <a:pt x="7092058" y="319239"/>
                  </a:lnTo>
                  <a:lnTo>
                    <a:pt x="7092185" y="319239"/>
                  </a:lnTo>
                  <a:lnTo>
                    <a:pt x="7092311" y="319239"/>
                  </a:lnTo>
                  <a:lnTo>
                    <a:pt x="7092437" y="319239"/>
                  </a:lnTo>
                  <a:lnTo>
                    <a:pt x="7092563" y="319239"/>
                  </a:lnTo>
                  <a:lnTo>
                    <a:pt x="7092690" y="319239"/>
                  </a:lnTo>
                  <a:lnTo>
                    <a:pt x="7092816" y="319239"/>
                  </a:lnTo>
                  <a:lnTo>
                    <a:pt x="7092942" y="319239"/>
                  </a:lnTo>
                  <a:lnTo>
                    <a:pt x="7093069" y="319239"/>
                  </a:lnTo>
                  <a:lnTo>
                    <a:pt x="7093195" y="319239"/>
                  </a:lnTo>
                  <a:lnTo>
                    <a:pt x="7093321" y="319239"/>
                  </a:lnTo>
                  <a:lnTo>
                    <a:pt x="7093447" y="319239"/>
                  </a:lnTo>
                  <a:lnTo>
                    <a:pt x="7093574" y="319239"/>
                  </a:lnTo>
                  <a:lnTo>
                    <a:pt x="7093700" y="319239"/>
                  </a:lnTo>
                  <a:lnTo>
                    <a:pt x="7093826" y="319239"/>
                  </a:lnTo>
                  <a:lnTo>
                    <a:pt x="7093952" y="319239"/>
                  </a:lnTo>
                  <a:lnTo>
                    <a:pt x="7094079" y="319239"/>
                  </a:lnTo>
                  <a:lnTo>
                    <a:pt x="7094205" y="319239"/>
                  </a:lnTo>
                  <a:lnTo>
                    <a:pt x="7094331" y="319239"/>
                  </a:lnTo>
                  <a:lnTo>
                    <a:pt x="7094331" y="314327"/>
                  </a:lnTo>
                  <a:lnTo>
                    <a:pt x="7094457" y="314327"/>
                  </a:lnTo>
                  <a:lnTo>
                    <a:pt x="7094584" y="314327"/>
                  </a:lnTo>
                  <a:lnTo>
                    <a:pt x="7094710" y="314327"/>
                  </a:lnTo>
                  <a:lnTo>
                    <a:pt x="7094836" y="314327"/>
                  </a:lnTo>
                  <a:lnTo>
                    <a:pt x="7094962" y="314327"/>
                  </a:lnTo>
                  <a:lnTo>
                    <a:pt x="7095089" y="314327"/>
                  </a:lnTo>
                  <a:lnTo>
                    <a:pt x="7095215" y="314327"/>
                  </a:lnTo>
                  <a:lnTo>
                    <a:pt x="7095341" y="314327"/>
                  </a:lnTo>
                  <a:lnTo>
                    <a:pt x="7095467" y="314327"/>
                  </a:lnTo>
                  <a:lnTo>
                    <a:pt x="7095594" y="314327"/>
                  </a:lnTo>
                  <a:lnTo>
                    <a:pt x="7095720" y="314327"/>
                  </a:lnTo>
                  <a:lnTo>
                    <a:pt x="7095846" y="314327"/>
                  </a:lnTo>
                  <a:lnTo>
                    <a:pt x="7095972" y="314327"/>
                  </a:lnTo>
                  <a:lnTo>
                    <a:pt x="7096099" y="314327"/>
                  </a:lnTo>
                  <a:lnTo>
                    <a:pt x="7096225" y="314327"/>
                  </a:lnTo>
                  <a:lnTo>
                    <a:pt x="7096351" y="314327"/>
                  </a:lnTo>
                  <a:lnTo>
                    <a:pt x="7096477" y="314327"/>
                  </a:lnTo>
                  <a:lnTo>
                    <a:pt x="7096604" y="314327"/>
                  </a:lnTo>
                  <a:lnTo>
                    <a:pt x="7096730" y="314327"/>
                  </a:lnTo>
                  <a:lnTo>
                    <a:pt x="7096856" y="314327"/>
                  </a:lnTo>
                  <a:lnTo>
                    <a:pt x="7096982" y="314327"/>
                  </a:lnTo>
                  <a:lnTo>
                    <a:pt x="7097109" y="314327"/>
                  </a:lnTo>
                  <a:lnTo>
                    <a:pt x="7097235" y="314327"/>
                  </a:lnTo>
                  <a:lnTo>
                    <a:pt x="7097361" y="314327"/>
                  </a:lnTo>
                  <a:lnTo>
                    <a:pt x="7097487" y="314327"/>
                  </a:lnTo>
                  <a:lnTo>
                    <a:pt x="7097614" y="314327"/>
                  </a:lnTo>
                  <a:lnTo>
                    <a:pt x="7097740" y="314327"/>
                  </a:lnTo>
                  <a:lnTo>
                    <a:pt x="7097866" y="314327"/>
                  </a:lnTo>
                  <a:lnTo>
                    <a:pt x="7097993" y="314327"/>
                  </a:lnTo>
                  <a:lnTo>
                    <a:pt x="7098119" y="314327"/>
                  </a:lnTo>
                  <a:lnTo>
                    <a:pt x="7098245" y="314327"/>
                  </a:lnTo>
                  <a:lnTo>
                    <a:pt x="7098371" y="314327"/>
                  </a:lnTo>
                  <a:lnTo>
                    <a:pt x="7098498" y="314327"/>
                  </a:lnTo>
                  <a:lnTo>
                    <a:pt x="7098624" y="314327"/>
                  </a:lnTo>
                  <a:lnTo>
                    <a:pt x="7098750" y="314327"/>
                  </a:lnTo>
                  <a:lnTo>
                    <a:pt x="7098876" y="314327"/>
                  </a:lnTo>
                  <a:lnTo>
                    <a:pt x="7099003" y="314327"/>
                  </a:lnTo>
                  <a:lnTo>
                    <a:pt x="7099129" y="314327"/>
                  </a:lnTo>
                  <a:lnTo>
                    <a:pt x="7099255" y="314327"/>
                  </a:lnTo>
                  <a:lnTo>
                    <a:pt x="7099381" y="314327"/>
                  </a:lnTo>
                  <a:lnTo>
                    <a:pt x="7099508" y="314327"/>
                  </a:lnTo>
                  <a:lnTo>
                    <a:pt x="7099634" y="314327"/>
                  </a:lnTo>
                  <a:lnTo>
                    <a:pt x="7099760" y="314327"/>
                  </a:lnTo>
                  <a:lnTo>
                    <a:pt x="7099886" y="314327"/>
                  </a:lnTo>
                  <a:lnTo>
                    <a:pt x="7100013" y="314327"/>
                  </a:lnTo>
                  <a:lnTo>
                    <a:pt x="7100139" y="314327"/>
                  </a:lnTo>
                  <a:lnTo>
                    <a:pt x="7100265" y="314327"/>
                  </a:lnTo>
                  <a:lnTo>
                    <a:pt x="7100391" y="314327"/>
                  </a:lnTo>
                  <a:lnTo>
                    <a:pt x="7100518" y="314327"/>
                  </a:lnTo>
                  <a:lnTo>
                    <a:pt x="7100644" y="314327"/>
                  </a:lnTo>
                  <a:lnTo>
                    <a:pt x="7100770" y="314327"/>
                  </a:lnTo>
                  <a:lnTo>
                    <a:pt x="7100896" y="314327"/>
                  </a:lnTo>
                  <a:lnTo>
                    <a:pt x="7101023" y="314327"/>
                  </a:lnTo>
                  <a:lnTo>
                    <a:pt x="7101149" y="314327"/>
                  </a:lnTo>
                  <a:lnTo>
                    <a:pt x="7101275" y="314327"/>
                  </a:lnTo>
                  <a:lnTo>
                    <a:pt x="7101401" y="314327"/>
                  </a:lnTo>
                  <a:lnTo>
                    <a:pt x="7101528" y="314327"/>
                  </a:lnTo>
                  <a:lnTo>
                    <a:pt x="7101654" y="314327"/>
                  </a:lnTo>
                  <a:lnTo>
                    <a:pt x="7101780" y="314327"/>
                  </a:lnTo>
                  <a:lnTo>
                    <a:pt x="7101906" y="314327"/>
                  </a:lnTo>
                  <a:lnTo>
                    <a:pt x="7102033" y="314327"/>
                  </a:lnTo>
                  <a:lnTo>
                    <a:pt x="7102159" y="314327"/>
                  </a:lnTo>
                  <a:lnTo>
                    <a:pt x="7102285" y="314327"/>
                  </a:lnTo>
                  <a:lnTo>
                    <a:pt x="7102411" y="314327"/>
                  </a:lnTo>
                  <a:lnTo>
                    <a:pt x="7102538" y="314327"/>
                  </a:lnTo>
                  <a:lnTo>
                    <a:pt x="7102664" y="314327"/>
                  </a:lnTo>
                  <a:lnTo>
                    <a:pt x="7102790" y="314327"/>
                  </a:lnTo>
                  <a:lnTo>
                    <a:pt x="7102916" y="314327"/>
                  </a:lnTo>
                  <a:lnTo>
                    <a:pt x="7103043" y="314327"/>
                  </a:lnTo>
                  <a:lnTo>
                    <a:pt x="7103169" y="314327"/>
                  </a:lnTo>
                  <a:lnTo>
                    <a:pt x="7103295" y="314327"/>
                  </a:lnTo>
                  <a:lnTo>
                    <a:pt x="7103422" y="314327"/>
                  </a:lnTo>
                  <a:lnTo>
                    <a:pt x="7103548" y="314327"/>
                  </a:lnTo>
                  <a:lnTo>
                    <a:pt x="7103674" y="314327"/>
                  </a:lnTo>
                  <a:lnTo>
                    <a:pt x="7103800" y="314327"/>
                  </a:lnTo>
                  <a:lnTo>
                    <a:pt x="7103927" y="314327"/>
                  </a:lnTo>
                  <a:lnTo>
                    <a:pt x="7104053" y="314327"/>
                  </a:lnTo>
                  <a:lnTo>
                    <a:pt x="7104179" y="314327"/>
                  </a:lnTo>
                  <a:lnTo>
                    <a:pt x="7104305" y="314327"/>
                  </a:lnTo>
                  <a:lnTo>
                    <a:pt x="7104432" y="314327"/>
                  </a:lnTo>
                  <a:lnTo>
                    <a:pt x="7104558" y="314327"/>
                  </a:lnTo>
                  <a:lnTo>
                    <a:pt x="7104684" y="314327"/>
                  </a:lnTo>
                  <a:lnTo>
                    <a:pt x="7104810" y="314327"/>
                  </a:lnTo>
                  <a:lnTo>
                    <a:pt x="7104810" y="309416"/>
                  </a:lnTo>
                  <a:lnTo>
                    <a:pt x="7104937" y="309416"/>
                  </a:lnTo>
                  <a:lnTo>
                    <a:pt x="7105063" y="309416"/>
                  </a:lnTo>
                  <a:lnTo>
                    <a:pt x="7105189" y="309416"/>
                  </a:lnTo>
                  <a:lnTo>
                    <a:pt x="7105315" y="309416"/>
                  </a:lnTo>
                  <a:lnTo>
                    <a:pt x="7105442" y="309416"/>
                  </a:lnTo>
                  <a:lnTo>
                    <a:pt x="7105568" y="309416"/>
                  </a:lnTo>
                  <a:lnTo>
                    <a:pt x="7105694" y="309416"/>
                  </a:lnTo>
                  <a:lnTo>
                    <a:pt x="7105820" y="309416"/>
                  </a:lnTo>
                  <a:lnTo>
                    <a:pt x="7105947" y="309416"/>
                  </a:lnTo>
                  <a:lnTo>
                    <a:pt x="7105947" y="304505"/>
                  </a:lnTo>
                  <a:lnTo>
                    <a:pt x="7106073" y="304505"/>
                  </a:lnTo>
                  <a:lnTo>
                    <a:pt x="7106199" y="304505"/>
                  </a:lnTo>
                  <a:lnTo>
                    <a:pt x="7106325" y="304505"/>
                  </a:lnTo>
                  <a:lnTo>
                    <a:pt x="7106452" y="304505"/>
                  </a:lnTo>
                  <a:lnTo>
                    <a:pt x="7106578" y="304505"/>
                  </a:lnTo>
                  <a:lnTo>
                    <a:pt x="7106704" y="304505"/>
                  </a:lnTo>
                  <a:lnTo>
                    <a:pt x="7106830" y="304505"/>
                  </a:lnTo>
                  <a:lnTo>
                    <a:pt x="7106957" y="304505"/>
                  </a:lnTo>
                  <a:lnTo>
                    <a:pt x="7107083" y="304505"/>
                  </a:lnTo>
                  <a:lnTo>
                    <a:pt x="7107209" y="304505"/>
                  </a:lnTo>
                  <a:lnTo>
                    <a:pt x="7107335" y="304505"/>
                  </a:lnTo>
                  <a:lnTo>
                    <a:pt x="7107462" y="304505"/>
                  </a:lnTo>
                  <a:lnTo>
                    <a:pt x="7107588" y="304505"/>
                  </a:lnTo>
                  <a:lnTo>
                    <a:pt x="7107714" y="304505"/>
                  </a:lnTo>
                  <a:lnTo>
                    <a:pt x="7107840" y="304505"/>
                  </a:lnTo>
                  <a:lnTo>
                    <a:pt x="7107967" y="304505"/>
                  </a:lnTo>
                  <a:lnTo>
                    <a:pt x="7108093" y="304505"/>
                  </a:lnTo>
                  <a:lnTo>
                    <a:pt x="7108219" y="304505"/>
                  </a:lnTo>
                  <a:lnTo>
                    <a:pt x="7108346" y="304505"/>
                  </a:lnTo>
                  <a:lnTo>
                    <a:pt x="7108472" y="304505"/>
                  </a:lnTo>
                  <a:lnTo>
                    <a:pt x="7108598" y="304505"/>
                  </a:lnTo>
                  <a:lnTo>
                    <a:pt x="7108724" y="304505"/>
                  </a:lnTo>
                  <a:lnTo>
                    <a:pt x="7108851" y="304505"/>
                  </a:lnTo>
                  <a:lnTo>
                    <a:pt x="7108977" y="304505"/>
                  </a:lnTo>
                  <a:lnTo>
                    <a:pt x="7109103" y="304505"/>
                  </a:lnTo>
                  <a:lnTo>
                    <a:pt x="7109229" y="304505"/>
                  </a:lnTo>
                  <a:lnTo>
                    <a:pt x="7109356" y="304505"/>
                  </a:lnTo>
                  <a:lnTo>
                    <a:pt x="7109482" y="304505"/>
                  </a:lnTo>
                  <a:lnTo>
                    <a:pt x="7109608" y="304505"/>
                  </a:lnTo>
                  <a:lnTo>
                    <a:pt x="7109734" y="304505"/>
                  </a:lnTo>
                  <a:lnTo>
                    <a:pt x="7109861" y="304505"/>
                  </a:lnTo>
                  <a:lnTo>
                    <a:pt x="7109987" y="304505"/>
                  </a:lnTo>
                  <a:lnTo>
                    <a:pt x="7110113" y="304505"/>
                  </a:lnTo>
                  <a:lnTo>
                    <a:pt x="7110239" y="304505"/>
                  </a:lnTo>
                  <a:lnTo>
                    <a:pt x="7110366" y="304505"/>
                  </a:lnTo>
                  <a:lnTo>
                    <a:pt x="7110492" y="304505"/>
                  </a:lnTo>
                  <a:lnTo>
                    <a:pt x="7110618" y="304505"/>
                  </a:lnTo>
                  <a:lnTo>
                    <a:pt x="7110618" y="299593"/>
                  </a:lnTo>
                  <a:lnTo>
                    <a:pt x="7110744" y="299593"/>
                  </a:lnTo>
                  <a:lnTo>
                    <a:pt x="7110871" y="299593"/>
                  </a:lnTo>
                  <a:lnTo>
                    <a:pt x="7110997" y="299593"/>
                  </a:lnTo>
                  <a:lnTo>
                    <a:pt x="7111123" y="299593"/>
                  </a:lnTo>
                  <a:lnTo>
                    <a:pt x="7111249" y="299593"/>
                  </a:lnTo>
                  <a:lnTo>
                    <a:pt x="7111376" y="299593"/>
                  </a:lnTo>
                  <a:lnTo>
                    <a:pt x="7111502" y="299593"/>
                  </a:lnTo>
                  <a:lnTo>
                    <a:pt x="7111628" y="299593"/>
                  </a:lnTo>
                  <a:lnTo>
                    <a:pt x="7111754" y="299593"/>
                  </a:lnTo>
                  <a:lnTo>
                    <a:pt x="7111881" y="299593"/>
                  </a:lnTo>
                  <a:lnTo>
                    <a:pt x="7112007" y="299593"/>
                  </a:lnTo>
                  <a:lnTo>
                    <a:pt x="7112133" y="299593"/>
                  </a:lnTo>
                  <a:lnTo>
                    <a:pt x="7112259" y="299593"/>
                  </a:lnTo>
                  <a:lnTo>
                    <a:pt x="7112386" y="299593"/>
                  </a:lnTo>
                  <a:lnTo>
                    <a:pt x="7112512" y="299593"/>
                  </a:lnTo>
                  <a:lnTo>
                    <a:pt x="7112638" y="299593"/>
                  </a:lnTo>
                  <a:lnTo>
                    <a:pt x="7112764" y="299593"/>
                  </a:lnTo>
                  <a:lnTo>
                    <a:pt x="7112891" y="299593"/>
                  </a:lnTo>
                  <a:lnTo>
                    <a:pt x="7113017" y="299593"/>
                  </a:lnTo>
                  <a:lnTo>
                    <a:pt x="7113143" y="299593"/>
                  </a:lnTo>
                  <a:lnTo>
                    <a:pt x="7113269" y="299593"/>
                  </a:lnTo>
                  <a:lnTo>
                    <a:pt x="7113396" y="299593"/>
                  </a:lnTo>
                  <a:lnTo>
                    <a:pt x="7113522" y="299593"/>
                  </a:lnTo>
                  <a:lnTo>
                    <a:pt x="7113648" y="299593"/>
                  </a:lnTo>
                  <a:lnTo>
                    <a:pt x="7113775" y="299593"/>
                  </a:lnTo>
                  <a:lnTo>
                    <a:pt x="7113901" y="299593"/>
                  </a:lnTo>
                  <a:lnTo>
                    <a:pt x="7114027" y="299593"/>
                  </a:lnTo>
                  <a:lnTo>
                    <a:pt x="7114153" y="299593"/>
                  </a:lnTo>
                  <a:lnTo>
                    <a:pt x="7114280" y="299593"/>
                  </a:lnTo>
                  <a:lnTo>
                    <a:pt x="7114406" y="299593"/>
                  </a:lnTo>
                  <a:lnTo>
                    <a:pt x="7114532" y="299593"/>
                  </a:lnTo>
                  <a:lnTo>
                    <a:pt x="7114658" y="299593"/>
                  </a:lnTo>
                  <a:lnTo>
                    <a:pt x="7114785" y="299593"/>
                  </a:lnTo>
                  <a:lnTo>
                    <a:pt x="7114911" y="299593"/>
                  </a:lnTo>
                  <a:lnTo>
                    <a:pt x="7115037" y="299593"/>
                  </a:lnTo>
                  <a:lnTo>
                    <a:pt x="7115163" y="299593"/>
                  </a:lnTo>
                  <a:lnTo>
                    <a:pt x="7115290" y="299593"/>
                  </a:lnTo>
                  <a:lnTo>
                    <a:pt x="7115416" y="299593"/>
                  </a:lnTo>
                  <a:lnTo>
                    <a:pt x="7115542" y="299593"/>
                  </a:lnTo>
                  <a:lnTo>
                    <a:pt x="7115668" y="299593"/>
                  </a:lnTo>
                  <a:lnTo>
                    <a:pt x="7115795" y="299593"/>
                  </a:lnTo>
                  <a:lnTo>
                    <a:pt x="7115921" y="299593"/>
                  </a:lnTo>
                  <a:lnTo>
                    <a:pt x="7116047" y="299593"/>
                  </a:lnTo>
                  <a:lnTo>
                    <a:pt x="7116173" y="299593"/>
                  </a:lnTo>
                  <a:lnTo>
                    <a:pt x="7116300" y="299593"/>
                  </a:lnTo>
                  <a:lnTo>
                    <a:pt x="7116426" y="299593"/>
                  </a:lnTo>
                  <a:lnTo>
                    <a:pt x="7116552" y="299593"/>
                  </a:lnTo>
                  <a:lnTo>
                    <a:pt x="7116678" y="299593"/>
                  </a:lnTo>
                  <a:lnTo>
                    <a:pt x="7116805" y="299593"/>
                  </a:lnTo>
                  <a:lnTo>
                    <a:pt x="7116931" y="299593"/>
                  </a:lnTo>
                  <a:lnTo>
                    <a:pt x="7117057" y="299593"/>
                  </a:lnTo>
                  <a:lnTo>
                    <a:pt x="7117183" y="299593"/>
                  </a:lnTo>
                  <a:lnTo>
                    <a:pt x="7117310" y="299593"/>
                  </a:lnTo>
                  <a:lnTo>
                    <a:pt x="7117436" y="299593"/>
                  </a:lnTo>
                  <a:lnTo>
                    <a:pt x="7117562" y="299593"/>
                  </a:lnTo>
                  <a:lnTo>
                    <a:pt x="7117688" y="299593"/>
                  </a:lnTo>
                  <a:lnTo>
                    <a:pt x="7117815" y="299593"/>
                  </a:lnTo>
                  <a:lnTo>
                    <a:pt x="7117941" y="299593"/>
                  </a:lnTo>
                  <a:lnTo>
                    <a:pt x="7118067" y="299593"/>
                  </a:lnTo>
                  <a:lnTo>
                    <a:pt x="7118193" y="299593"/>
                  </a:lnTo>
                  <a:lnTo>
                    <a:pt x="7118320" y="299593"/>
                  </a:lnTo>
                  <a:lnTo>
                    <a:pt x="7118446" y="299593"/>
                  </a:lnTo>
                  <a:lnTo>
                    <a:pt x="7118572" y="299593"/>
                  </a:lnTo>
                  <a:lnTo>
                    <a:pt x="7118699" y="299593"/>
                  </a:lnTo>
                  <a:lnTo>
                    <a:pt x="7118825" y="299593"/>
                  </a:lnTo>
                  <a:lnTo>
                    <a:pt x="7118951" y="299593"/>
                  </a:lnTo>
                  <a:lnTo>
                    <a:pt x="7119077" y="299593"/>
                  </a:lnTo>
                  <a:lnTo>
                    <a:pt x="7119204" y="299593"/>
                  </a:lnTo>
                  <a:lnTo>
                    <a:pt x="7119330" y="299593"/>
                  </a:lnTo>
                  <a:lnTo>
                    <a:pt x="7119456" y="299593"/>
                  </a:lnTo>
                  <a:lnTo>
                    <a:pt x="7119582" y="299593"/>
                  </a:lnTo>
                  <a:lnTo>
                    <a:pt x="7119709" y="299593"/>
                  </a:lnTo>
                  <a:lnTo>
                    <a:pt x="7119709" y="294682"/>
                  </a:lnTo>
                  <a:lnTo>
                    <a:pt x="7119835" y="294682"/>
                  </a:lnTo>
                  <a:lnTo>
                    <a:pt x="7119961" y="294682"/>
                  </a:lnTo>
                  <a:lnTo>
                    <a:pt x="7120087" y="294682"/>
                  </a:lnTo>
                  <a:lnTo>
                    <a:pt x="7120214" y="294682"/>
                  </a:lnTo>
                  <a:lnTo>
                    <a:pt x="7120340" y="294682"/>
                  </a:lnTo>
                  <a:lnTo>
                    <a:pt x="7120466" y="294682"/>
                  </a:lnTo>
                  <a:lnTo>
                    <a:pt x="7120592" y="294682"/>
                  </a:lnTo>
                  <a:lnTo>
                    <a:pt x="7120719" y="294682"/>
                  </a:lnTo>
                  <a:lnTo>
                    <a:pt x="7120845" y="294682"/>
                  </a:lnTo>
                  <a:lnTo>
                    <a:pt x="7120971" y="294682"/>
                  </a:lnTo>
                  <a:lnTo>
                    <a:pt x="7121097" y="294682"/>
                  </a:lnTo>
                  <a:lnTo>
                    <a:pt x="7121224" y="294682"/>
                  </a:lnTo>
                  <a:lnTo>
                    <a:pt x="7121350" y="294682"/>
                  </a:lnTo>
                  <a:lnTo>
                    <a:pt x="7121476" y="294682"/>
                  </a:lnTo>
                  <a:lnTo>
                    <a:pt x="7121602" y="294682"/>
                  </a:lnTo>
                  <a:lnTo>
                    <a:pt x="7121729" y="294682"/>
                  </a:lnTo>
                  <a:lnTo>
                    <a:pt x="7121855" y="294682"/>
                  </a:lnTo>
                  <a:lnTo>
                    <a:pt x="7121981" y="294682"/>
                  </a:lnTo>
                  <a:lnTo>
                    <a:pt x="7122107" y="294682"/>
                  </a:lnTo>
                  <a:lnTo>
                    <a:pt x="7122234" y="294682"/>
                  </a:lnTo>
                  <a:lnTo>
                    <a:pt x="7122360" y="294682"/>
                  </a:lnTo>
                  <a:lnTo>
                    <a:pt x="7122486" y="294682"/>
                  </a:lnTo>
                  <a:lnTo>
                    <a:pt x="7122612" y="294682"/>
                  </a:lnTo>
                  <a:lnTo>
                    <a:pt x="7122739" y="294682"/>
                  </a:lnTo>
                  <a:lnTo>
                    <a:pt x="7122865" y="294682"/>
                  </a:lnTo>
                  <a:lnTo>
                    <a:pt x="7122991" y="294682"/>
                  </a:lnTo>
                  <a:lnTo>
                    <a:pt x="7123117" y="294682"/>
                  </a:lnTo>
                  <a:lnTo>
                    <a:pt x="7123244" y="294682"/>
                  </a:lnTo>
                  <a:lnTo>
                    <a:pt x="7123370" y="294682"/>
                  </a:lnTo>
                  <a:lnTo>
                    <a:pt x="7123496" y="294682"/>
                  </a:lnTo>
                  <a:lnTo>
                    <a:pt x="7123622" y="294682"/>
                  </a:lnTo>
                  <a:lnTo>
                    <a:pt x="7123749" y="294682"/>
                  </a:lnTo>
                  <a:lnTo>
                    <a:pt x="7123875" y="294682"/>
                  </a:lnTo>
                  <a:lnTo>
                    <a:pt x="7124001" y="294682"/>
                  </a:lnTo>
                  <a:lnTo>
                    <a:pt x="7124128" y="294682"/>
                  </a:lnTo>
                  <a:lnTo>
                    <a:pt x="7124254" y="294682"/>
                  </a:lnTo>
                  <a:lnTo>
                    <a:pt x="7124380" y="294682"/>
                  </a:lnTo>
                  <a:lnTo>
                    <a:pt x="7124506" y="294682"/>
                  </a:lnTo>
                  <a:lnTo>
                    <a:pt x="7124633" y="294682"/>
                  </a:lnTo>
                  <a:lnTo>
                    <a:pt x="7124759" y="294682"/>
                  </a:lnTo>
                  <a:lnTo>
                    <a:pt x="7124885" y="294682"/>
                  </a:lnTo>
                  <a:lnTo>
                    <a:pt x="7125011" y="294682"/>
                  </a:lnTo>
                  <a:lnTo>
                    <a:pt x="7125138" y="294682"/>
                  </a:lnTo>
                  <a:lnTo>
                    <a:pt x="7125264" y="294682"/>
                  </a:lnTo>
                  <a:lnTo>
                    <a:pt x="7125390" y="294682"/>
                  </a:lnTo>
                  <a:lnTo>
                    <a:pt x="7125516" y="294682"/>
                  </a:lnTo>
                  <a:lnTo>
                    <a:pt x="7125643" y="294682"/>
                  </a:lnTo>
                  <a:lnTo>
                    <a:pt x="7125769" y="294682"/>
                  </a:lnTo>
                  <a:lnTo>
                    <a:pt x="7125895" y="294682"/>
                  </a:lnTo>
                  <a:lnTo>
                    <a:pt x="7126021" y="294682"/>
                  </a:lnTo>
                  <a:lnTo>
                    <a:pt x="7126148" y="294682"/>
                  </a:lnTo>
                  <a:lnTo>
                    <a:pt x="7126274" y="294682"/>
                  </a:lnTo>
                  <a:lnTo>
                    <a:pt x="7126400" y="294682"/>
                  </a:lnTo>
                  <a:lnTo>
                    <a:pt x="7126526" y="294682"/>
                  </a:lnTo>
                  <a:lnTo>
                    <a:pt x="7126653" y="294682"/>
                  </a:lnTo>
                  <a:lnTo>
                    <a:pt x="7126779" y="294682"/>
                  </a:lnTo>
                  <a:lnTo>
                    <a:pt x="7126905" y="294682"/>
                  </a:lnTo>
                  <a:lnTo>
                    <a:pt x="7127031" y="294682"/>
                  </a:lnTo>
                  <a:lnTo>
                    <a:pt x="7127158" y="294682"/>
                  </a:lnTo>
                  <a:lnTo>
                    <a:pt x="7127284" y="294682"/>
                  </a:lnTo>
                  <a:lnTo>
                    <a:pt x="7127410" y="294682"/>
                  </a:lnTo>
                  <a:lnTo>
                    <a:pt x="7127536" y="294682"/>
                  </a:lnTo>
                  <a:lnTo>
                    <a:pt x="7127663" y="294682"/>
                  </a:lnTo>
                  <a:lnTo>
                    <a:pt x="7127789" y="294682"/>
                  </a:lnTo>
                  <a:lnTo>
                    <a:pt x="7127915" y="294682"/>
                  </a:lnTo>
                  <a:lnTo>
                    <a:pt x="7128041" y="294682"/>
                  </a:lnTo>
                  <a:lnTo>
                    <a:pt x="7128168" y="294682"/>
                  </a:lnTo>
                  <a:lnTo>
                    <a:pt x="7128294" y="294682"/>
                  </a:lnTo>
                  <a:lnTo>
                    <a:pt x="7128420" y="294682"/>
                  </a:lnTo>
                  <a:lnTo>
                    <a:pt x="7128546" y="294682"/>
                  </a:lnTo>
                  <a:lnTo>
                    <a:pt x="7128673" y="294682"/>
                  </a:lnTo>
                  <a:lnTo>
                    <a:pt x="7128799" y="294682"/>
                  </a:lnTo>
                  <a:lnTo>
                    <a:pt x="7128925" y="294682"/>
                  </a:lnTo>
                  <a:lnTo>
                    <a:pt x="7129052" y="294682"/>
                  </a:lnTo>
                  <a:lnTo>
                    <a:pt x="7129178" y="294682"/>
                  </a:lnTo>
                  <a:lnTo>
                    <a:pt x="7129304" y="294682"/>
                  </a:lnTo>
                  <a:lnTo>
                    <a:pt x="7129430" y="294682"/>
                  </a:lnTo>
                  <a:lnTo>
                    <a:pt x="7129557" y="294682"/>
                  </a:lnTo>
                  <a:lnTo>
                    <a:pt x="7129683" y="294682"/>
                  </a:lnTo>
                  <a:lnTo>
                    <a:pt x="7129809" y="294682"/>
                  </a:lnTo>
                  <a:lnTo>
                    <a:pt x="7129935" y="294682"/>
                  </a:lnTo>
                  <a:lnTo>
                    <a:pt x="7130062" y="294682"/>
                  </a:lnTo>
                  <a:lnTo>
                    <a:pt x="7130188" y="294682"/>
                  </a:lnTo>
                  <a:lnTo>
                    <a:pt x="7130314" y="294682"/>
                  </a:lnTo>
                  <a:lnTo>
                    <a:pt x="7130440" y="294682"/>
                  </a:lnTo>
                  <a:lnTo>
                    <a:pt x="7130567" y="294682"/>
                  </a:lnTo>
                  <a:lnTo>
                    <a:pt x="7130693" y="294682"/>
                  </a:lnTo>
                  <a:lnTo>
                    <a:pt x="7130819" y="294682"/>
                  </a:lnTo>
                  <a:lnTo>
                    <a:pt x="7130945" y="294682"/>
                  </a:lnTo>
                  <a:lnTo>
                    <a:pt x="7131072" y="294682"/>
                  </a:lnTo>
                  <a:lnTo>
                    <a:pt x="7131198" y="294682"/>
                  </a:lnTo>
                  <a:lnTo>
                    <a:pt x="7131324" y="294682"/>
                  </a:lnTo>
                  <a:lnTo>
                    <a:pt x="7131450" y="294682"/>
                  </a:lnTo>
                  <a:lnTo>
                    <a:pt x="7131577" y="294682"/>
                  </a:lnTo>
                  <a:lnTo>
                    <a:pt x="7131703" y="294682"/>
                  </a:lnTo>
                  <a:lnTo>
                    <a:pt x="7131829" y="294682"/>
                  </a:lnTo>
                  <a:lnTo>
                    <a:pt x="7131955" y="294682"/>
                  </a:lnTo>
                  <a:lnTo>
                    <a:pt x="7132082" y="294682"/>
                  </a:lnTo>
                  <a:lnTo>
                    <a:pt x="7132208" y="294682"/>
                  </a:lnTo>
                  <a:lnTo>
                    <a:pt x="7132334" y="294682"/>
                  </a:lnTo>
                  <a:lnTo>
                    <a:pt x="7132460" y="294682"/>
                  </a:lnTo>
                  <a:lnTo>
                    <a:pt x="7132587" y="294682"/>
                  </a:lnTo>
                  <a:lnTo>
                    <a:pt x="7132713" y="294682"/>
                  </a:lnTo>
                  <a:lnTo>
                    <a:pt x="7132839" y="294682"/>
                  </a:lnTo>
                  <a:lnTo>
                    <a:pt x="7132965" y="294682"/>
                  </a:lnTo>
                  <a:lnTo>
                    <a:pt x="7133092" y="294682"/>
                  </a:lnTo>
                  <a:lnTo>
                    <a:pt x="7133218" y="294682"/>
                  </a:lnTo>
                  <a:lnTo>
                    <a:pt x="7133344" y="294682"/>
                  </a:lnTo>
                  <a:lnTo>
                    <a:pt x="7133470" y="294682"/>
                  </a:lnTo>
                  <a:lnTo>
                    <a:pt x="7133597" y="294682"/>
                  </a:lnTo>
                  <a:lnTo>
                    <a:pt x="7133723" y="294682"/>
                  </a:lnTo>
                  <a:lnTo>
                    <a:pt x="7133849" y="294682"/>
                  </a:lnTo>
                  <a:lnTo>
                    <a:pt x="7133849" y="289771"/>
                  </a:lnTo>
                  <a:lnTo>
                    <a:pt x="7133976" y="289771"/>
                  </a:lnTo>
                  <a:lnTo>
                    <a:pt x="7134102" y="289771"/>
                  </a:lnTo>
                  <a:lnTo>
                    <a:pt x="7134228" y="289771"/>
                  </a:lnTo>
                  <a:lnTo>
                    <a:pt x="7134354" y="289771"/>
                  </a:lnTo>
                  <a:lnTo>
                    <a:pt x="7134481" y="289771"/>
                  </a:lnTo>
                  <a:lnTo>
                    <a:pt x="7134607" y="289771"/>
                  </a:lnTo>
                  <a:lnTo>
                    <a:pt x="7134733" y="289771"/>
                  </a:lnTo>
                  <a:lnTo>
                    <a:pt x="7134859" y="289771"/>
                  </a:lnTo>
                  <a:lnTo>
                    <a:pt x="7134986" y="289771"/>
                  </a:lnTo>
                  <a:lnTo>
                    <a:pt x="7135112" y="289771"/>
                  </a:lnTo>
                  <a:lnTo>
                    <a:pt x="7135238" y="289771"/>
                  </a:lnTo>
                  <a:lnTo>
                    <a:pt x="7135364" y="289771"/>
                  </a:lnTo>
                  <a:lnTo>
                    <a:pt x="7135491" y="289771"/>
                  </a:lnTo>
                  <a:lnTo>
                    <a:pt x="7135617" y="289771"/>
                  </a:lnTo>
                  <a:lnTo>
                    <a:pt x="7135743" y="289771"/>
                  </a:lnTo>
                  <a:lnTo>
                    <a:pt x="7135869" y="289771"/>
                  </a:lnTo>
                  <a:lnTo>
                    <a:pt x="7135996" y="289771"/>
                  </a:lnTo>
                  <a:lnTo>
                    <a:pt x="7136122" y="289771"/>
                  </a:lnTo>
                  <a:lnTo>
                    <a:pt x="7136248" y="289771"/>
                  </a:lnTo>
                  <a:lnTo>
                    <a:pt x="7136374" y="289771"/>
                  </a:lnTo>
                  <a:lnTo>
                    <a:pt x="7136501" y="289771"/>
                  </a:lnTo>
                  <a:lnTo>
                    <a:pt x="7136627" y="289771"/>
                  </a:lnTo>
                  <a:lnTo>
                    <a:pt x="7136753" y="289771"/>
                  </a:lnTo>
                  <a:lnTo>
                    <a:pt x="7136879" y="289771"/>
                  </a:lnTo>
                  <a:lnTo>
                    <a:pt x="7137006" y="289771"/>
                  </a:lnTo>
                  <a:lnTo>
                    <a:pt x="7137132" y="289771"/>
                  </a:lnTo>
                  <a:lnTo>
                    <a:pt x="7137258" y="289771"/>
                  </a:lnTo>
                  <a:lnTo>
                    <a:pt x="7137384" y="289771"/>
                  </a:lnTo>
                  <a:lnTo>
                    <a:pt x="7137511" y="289771"/>
                  </a:lnTo>
                  <a:lnTo>
                    <a:pt x="7137637" y="289771"/>
                  </a:lnTo>
                  <a:lnTo>
                    <a:pt x="7137763" y="289771"/>
                  </a:lnTo>
                  <a:lnTo>
                    <a:pt x="7137889" y="289771"/>
                  </a:lnTo>
                  <a:lnTo>
                    <a:pt x="7138016" y="289771"/>
                  </a:lnTo>
                  <a:lnTo>
                    <a:pt x="7138142" y="289771"/>
                  </a:lnTo>
                  <a:lnTo>
                    <a:pt x="7138268" y="289771"/>
                  </a:lnTo>
                  <a:lnTo>
                    <a:pt x="7138394" y="289771"/>
                  </a:lnTo>
                  <a:lnTo>
                    <a:pt x="7138521" y="289771"/>
                  </a:lnTo>
                  <a:lnTo>
                    <a:pt x="7138647" y="289771"/>
                  </a:lnTo>
                  <a:lnTo>
                    <a:pt x="7138773" y="289771"/>
                  </a:lnTo>
                  <a:lnTo>
                    <a:pt x="7138899" y="289771"/>
                  </a:lnTo>
                  <a:lnTo>
                    <a:pt x="7139026" y="289771"/>
                  </a:lnTo>
                  <a:lnTo>
                    <a:pt x="7139152" y="289771"/>
                  </a:lnTo>
                  <a:lnTo>
                    <a:pt x="7139278" y="289771"/>
                  </a:lnTo>
                  <a:lnTo>
                    <a:pt x="7139405" y="289771"/>
                  </a:lnTo>
                  <a:lnTo>
                    <a:pt x="7139531" y="289771"/>
                  </a:lnTo>
                  <a:lnTo>
                    <a:pt x="7139657" y="289771"/>
                  </a:lnTo>
                  <a:lnTo>
                    <a:pt x="7139783" y="289771"/>
                  </a:lnTo>
                  <a:lnTo>
                    <a:pt x="7139910" y="289771"/>
                  </a:lnTo>
                  <a:lnTo>
                    <a:pt x="7140036" y="289771"/>
                  </a:lnTo>
                  <a:lnTo>
                    <a:pt x="7140162" y="289771"/>
                  </a:lnTo>
                  <a:lnTo>
                    <a:pt x="7140288" y="289771"/>
                  </a:lnTo>
                  <a:lnTo>
                    <a:pt x="7140415" y="289771"/>
                  </a:lnTo>
                  <a:lnTo>
                    <a:pt x="7140541" y="289771"/>
                  </a:lnTo>
                  <a:lnTo>
                    <a:pt x="7140667" y="289771"/>
                  </a:lnTo>
                  <a:lnTo>
                    <a:pt x="7140793" y="289771"/>
                  </a:lnTo>
                  <a:lnTo>
                    <a:pt x="7140920" y="289771"/>
                  </a:lnTo>
                  <a:lnTo>
                    <a:pt x="7141046" y="289771"/>
                  </a:lnTo>
                  <a:lnTo>
                    <a:pt x="7141172" y="289771"/>
                  </a:lnTo>
                  <a:lnTo>
                    <a:pt x="7141298" y="289771"/>
                  </a:lnTo>
                  <a:lnTo>
                    <a:pt x="7141425" y="289771"/>
                  </a:lnTo>
                  <a:lnTo>
                    <a:pt x="7141551" y="289771"/>
                  </a:lnTo>
                  <a:lnTo>
                    <a:pt x="7141677" y="289771"/>
                  </a:lnTo>
                  <a:lnTo>
                    <a:pt x="7141803" y="289771"/>
                  </a:lnTo>
                  <a:lnTo>
                    <a:pt x="7141930" y="289771"/>
                  </a:lnTo>
                  <a:lnTo>
                    <a:pt x="7142056" y="289771"/>
                  </a:lnTo>
                  <a:lnTo>
                    <a:pt x="7142182" y="289771"/>
                  </a:lnTo>
                  <a:lnTo>
                    <a:pt x="7142308" y="289771"/>
                  </a:lnTo>
                  <a:lnTo>
                    <a:pt x="7142435" y="289771"/>
                  </a:lnTo>
                  <a:lnTo>
                    <a:pt x="7142561" y="289771"/>
                  </a:lnTo>
                  <a:lnTo>
                    <a:pt x="7142687" y="289771"/>
                  </a:lnTo>
                  <a:lnTo>
                    <a:pt x="7142813" y="289771"/>
                  </a:lnTo>
                  <a:lnTo>
                    <a:pt x="7142940" y="289771"/>
                  </a:lnTo>
                  <a:lnTo>
                    <a:pt x="7143066" y="289771"/>
                  </a:lnTo>
                  <a:lnTo>
                    <a:pt x="7143192" y="289771"/>
                  </a:lnTo>
                  <a:lnTo>
                    <a:pt x="7143318" y="289771"/>
                  </a:lnTo>
                  <a:lnTo>
                    <a:pt x="7143445" y="289771"/>
                  </a:lnTo>
                  <a:lnTo>
                    <a:pt x="7143571" y="289771"/>
                  </a:lnTo>
                  <a:lnTo>
                    <a:pt x="7143697" y="289771"/>
                  </a:lnTo>
                  <a:lnTo>
                    <a:pt x="7143823" y="289771"/>
                  </a:lnTo>
                  <a:lnTo>
                    <a:pt x="7143950" y="289771"/>
                  </a:lnTo>
                  <a:lnTo>
                    <a:pt x="7144076" y="289771"/>
                  </a:lnTo>
                  <a:lnTo>
                    <a:pt x="7144202" y="289771"/>
                  </a:lnTo>
                  <a:lnTo>
                    <a:pt x="7144329" y="289771"/>
                  </a:lnTo>
                  <a:lnTo>
                    <a:pt x="7144455" y="289771"/>
                  </a:lnTo>
                  <a:lnTo>
                    <a:pt x="7144581" y="289771"/>
                  </a:lnTo>
                  <a:lnTo>
                    <a:pt x="7144707" y="289771"/>
                  </a:lnTo>
                  <a:lnTo>
                    <a:pt x="7144834" y="289771"/>
                  </a:lnTo>
                  <a:lnTo>
                    <a:pt x="7144960" y="289771"/>
                  </a:lnTo>
                  <a:lnTo>
                    <a:pt x="7145086" y="289771"/>
                  </a:lnTo>
                  <a:lnTo>
                    <a:pt x="7145212" y="289771"/>
                  </a:lnTo>
                  <a:lnTo>
                    <a:pt x="7145339" y="289771"/>
                  </a:lnTo>
                  <a:lnTo>
                    <a:pt x="7145465" y="289771"/>
                  </a:lnTo>
                  <a:lnTo>
                    <a:pt x="7145591" y="289771"/>
                  </a:lnTo>
                  <a:lnTo>
                    <a:pt x="7145717" y="289771"/>
                  </a:lnTo>
                  <a:lnTo>
                    <a:pt x="7145844" y="289771"/>
                  </a:lnTo>
                  <a:lnTo>
                    <a:pt x="7145970" y="289771"/>
                  </a:lnTo>
                  <a:lnTo>
                    <a:pt x="7146096" y="289771"/>
                  </a:lnTo>
                  <a:lnTo>
                    <a:pt x="7146222" y="289771"/>
                  </a:lnTo>
                  <a:lnTo>
                    <a:pt x="7146349" y="289771"/>
                  </a:lnTo>
                  <a:lnTo>
                    <a:pt x="7146475" y="289771"/>
                  </a:lnTo>
                  <a:lnTo>
                    <a:pt x="7146601" y="289771"/>
                  </a:lnTo>
                  <a:lnTo>
                    <a:pt x="7146727" y="289771"/>
                  </a:lnTo>
                  <a:lnTo>
                    <a:pt x="7146854" y="289771"/>
                  </a:lnTo>
                  <a:lnTo>
                    <a:pt x="7146980" y="289771"/>
                  </a:lnTo>
                  <a:lnTo>
                    <a:pt x="7147106" y="289771"/>
                  </a:lnTo>
                  <a:lnTo>
                    <a:pt x="7147232" y="289771"/>
                  </a:lnTo>
                  <a:lnTo>
                    <a:pt x="7147359" y="289771"/>
                  </a:lnTo>
                  <a:lnTo>
                    <a:pt x="7147485" y="289771"/>
                  </a:lnTo>
                  <a:lnTo>
                    <a:pt x="7147611" y="289771"/>
                  </a:lnTo>
                  <a:lnTo>
                    <a:pt x="7147737" y="289771"/>
                  </a:lnTo>
                  <a:lnTo>
                    <a:pt x="7147864" y="289771"/>
                  </a:lnTo>
                  <a:lnTo>
                    <a:pt x="7147990" y="289771"/>
                  </a:lnTo>
                  <a:lnTo>
                    <a:pt x="7148116" y="289771"/>
                  </a:lnTo>
                  <a:lnTo>
                    <a:pt x="7148242" y="289771"/>
                  </a:lnTo>
                  <a:lnTo>
                    <a:pt x="7148369" y="289771"/>
                  </a:lnTo>
                  <a:lnTo>
                    <a:pt x="7148495" y="289771"/>
                  </a:lnTo>
                  <a:lnTo>
                    <a:pt x="7148621" y="289771"/>
                  </a:lnTo>
                  <a:lnTo>
                    <a:pt x="7148747" y="289771"/>
                  </a:lnTo>
                  <a:lnTo>
                    <a:pt x="7148874" y="289771"/>
                  </a:lnTo>
                  <a:lnTo>
                    <a:pt x="7149000" y="289771"/>
                  </a:lnTo>
                  <a:lnTo>
                    <a:pt x="7149126" y="289771"/>
                  </a:lnTo>
                  <a:lnTo>
                    <a:pt x="7149252" y="289771"/>
                  </a:lnTo>
                  <a:lnTo>
                    <a:pt x="7149379" y="289771"/>
                  </a:lnTo>
                  <a:lnTo>
                    <a:pt x="7149505" y="289771"/>
                  </a:lnTo>
                  <a:lnTo>
                    <a:pt x="7149631" y="289771"/>
                  </a:lnTo>
                  <a:lnTo>
                    <a:pt x="7149758" y="289771"/>
                  </a:lnTo>
                  <a:lnTo>
                    <a:pt x="7149884" y="289771"/>
                  </a:lnTo>
                  <a:lnTo>
                    <a:pt x="7150010" y="289771"/>
                  </a:lnTo>
                  <a:lnTo>
                    <a:pt x="7150136" y="289771"/>
                  </a:lnTo>
                  <a:lnTo>
                    <a:pt x="7150263" y="289771"/>
                  </a:lnTo>
                  <a:lnTo>
                    <a:pt x="7150389" y="289771"/>
                  </a:lnTo>
                  <a:lnTo>
                    <a:pt x="7150515" y="289771"/>
                  </a:lnTo>
                  <a:lnTo>
                    <a:pt x="7150641" y="289771"/>
                  </a:lnTo>
                  <a:lnTo>
                    <a:pt x="7150768" y="289771"/>
                  </a:lnTo>
                  <a:lnTo>
                    <a:pt x="7150894" y="289771"/>
                  </a:lnTo>
                  <a:lnTo>
                    <a:pt x="7151020" y="289771"/>
                  </a:lnTo>
                  <a:lnTo>
                    <a:pt x="7151146" y="289771"/>
                  </a:lnTo>
                  <a:lnTo>
                    <a:pt x="7151273" y="289771"/>
                  </a:lnTo>
                  <a:lnTo>
                    <a:pt x="7151399" y="289771"/>
                  </a:lnTo>
                  <a:lnTo>
                    <a:pt x="7151525" y="289771"/>
                  </a:lnTo>
                  <a:lnTo>
                    <a:pt x="7151651" y="289771"/>
                  </a:lnTo>
                  <a:lnTo>
                    <a:pt x="7151778" y="289771"/>
                  </a:lnTo>
                  <a:lnTo>
                    <a:pt x="7151904" y="289771"/>
                  </a:lnTo>
                  <a:lnTo>
                    <a:pt x="7152030" y="289771"/>
                  </a:lnTo>
                  <a:lnTo>
                    <a:pt x="7152156" y="289771"/>
                  </a:lnTo>
                  <a:lnTo>
                    <a:pt x="7152283" y="289771"/>
                  </a:lnTo>
                  <a:lnTo>
                    <a:pt x="7152409" y="289771"/>
                  </a:lnTo>
                  <a:lnTo>
                    <a:pt x="7152535" y="289771"/>
                  </a:lnTo>
                  <a:lnTo>
                    <a:pt x="7152661" y="289771"/>
                  </a:lnTo>
                  <a:lnTo>
                    <a:pt x="7152788" y="289771"/>
                  </a:lnTo>
                  <a:lnTo>
                    <a:pt x="7152914" y="289771"/>
                  </a:lnTo>
                  <a:lnTo>
                    <a:pt x="7153040" y="289771"/>
                  </a:lnTo>
                  <a:lnTo>
                    <a:pt x="7153166" y="289771"/>
                  </a:lnTo>
                  <a:lnTo>
                    <a:pt x="7153293" y="289771"/>
                  </a:lnTo>
                  <a:lnTo>
                    <a:pt x="7153419" y="289771"/>
                  </a:lnTo>
                  <a:lnTo>
                    <a:pt x="7153545" y="289771"/>
                  </a:lnTo>
                  <a:lnTo>
                    <a:pt x="7153671" y="289771"/>
                  </a:lnTo>
                  <a:lnTo>
                    <a:pt x="7153798" y="289771"/>
                  </a:lnTo>
                  <a:lnTo>
                    <a:pt x="7153924" y="289771"/>
                  </a:lnTo>
                  <a:lnTo>
                    <a:pt x="7154050" y="289771"/>
                  </a:lnTo>
                  <a:lnTo>
                    <a:pt x="7154176" y="289771"/>
                  </a:lnTo>
                  <a:lnTo>
                    <a:pt x="7154303" y="289771"/>
                  </a:lnTo>
                  <a:lnTo>
                    <a:pt x="7154429" y="289771"/>
                  </a:lnTo>
                  <a:lnTo>
                    <a:pt x="7154555" y="289771"/>
                  </a:lnTo>
                  <a:lnTo>
                    <a:pt x="7154682" y="289771"/>
                  </a:lnTo>
                  <a:lnTo>
                    <a:pt x="7154808" y="289771"/>
                  </a:lnTo>
                  <a:lnTo>
                    <a:pt x="7154934" y="289771"/>
                  </a:lnTo>
                  <a:lnTo>
                    <a:pt x="7155060" y="289771"/>
                  </a:lnTo>
                  <a:lnTo>
                    <a:pt x="7155187" y="289771"/>
                  </a:lnTo>
                  <a:lnTo>
                    <a:pt x="7155313" y="289771"/>
                  </a:lnTo>
                  <a:lnTo>
                    <a:pt x="7155439" y="289771"/>
                  </a:lnTo>
                  <a:lnTo>
                    <a:pt x="7155565" y="289771"/>
                  </a:lnTo>
                  <a:lnTo>
                    <a:pt x="7155692" y="289771"/>
                  </a:lnTo>
                  <a:lnTo>
                    <a:pt x="7155818" y="289771"/>
                  </a:lnTo>
                  <a:lnTo>
                    <a:pt x="7155944" y="289771"/>
                  </a:lnTo>
                  <a:lnTo>
                    <a:pt x="7156070" y="289771"/>
                  </a:lnTo>
                  <a:lnTo>
                    <a:pt x="7156197" y="289771"/>
                  </a:lnTo>
                  <a:lnTo>
                    <a:pt x="7156323" y="289771"/>
                  </a:lnTo>
                  <a:lnTo>
                    <a:pt x="7156449" y="289771"/>
                  </a:lnTo>
                  <a:lnTo>
                    <a:pt x="7156575" y="289771"/>
                  </a:lnTo>
                  <a:lnTo>
                    <a:pt x="7156702" y="289771"/>
                  </a:lnTo>
                  <a:lnTo>
                    <a:pt x="7156828" y="289771"/>
                  </a:lnTo>
                  <a:lnTo>
                    <a:pt x="7156954" y="289771"/>
                  </a:lnTo>
                  <a:lnTo>
                    <a:pt x="7157080" y="289771"/>
                  </a:lnTo>
                  <a:lnTo>
                    <a:pt x="7157207" y="289771"/>
                  </a:lnTo>
                  <a:lnTo>
                    <a:pt x="7157333" y="289771"/>
                  </a:lnTo>
                  <a:lnTo>
                    <a:pt x="7157459" y="289771"/>
                  </a:lnTo>
                  <a:lnTo>
                    <a:pt x="7157585" y="289771"/>
                  </a:lnTo>
                  <a:lnTo>
                    <a:pt x="7157712" y="289771"/>
                  </a:lnTo>
                  <a:lnTo>
                    <a:pt x="7157838" y="289771"/>
                  </a:lnTo>
                  <a:lnTo>
                    <a:pt x="7157964" y="289771"/>
                  </a:lnTo>
                  <a:lnTo>
                    <a:pt x="7158090" y="289771"/>
                  </a:lnTo>
                  <a:lnTo>
                    <a:pt x="7158217" y="289771"/>
                  </a:lnTo>
                  <a:lnTo>
                    <a:pt x="7158343" y="289771"/>
                  </a:lnTo>
                  <a:lnTo>
                    <a:pt x="7158469" y="289771"/>
                  </a:lnTo>
                  <a:lnTo>
                    <a:pt x="7158595" y="289771"/>
                  </a:lnTo>
                  <a:lnTo>
                    <a:pt x="7158722" y="289771"/>
                  </a:lnTo>
                  <a:lnTo>
                    <a:pt x="7158848" y="289771"/>
                  </a:lnTo>
                  <a:lnTo>
                    <a:pt x="7158974" y="289771"/>
                  </a:lnTo>
                  <a:lnTo>
                    <a:pt x="7159100" y="289771"/>
                  </a:lnTo>
                  <a:lnTo>
                    <a:pt x="7159100" y="284859"/>
                  </a:lnTo>
                  <a:lnTo>
                    <a:pt x="7159227" y="284859"/>
                  </a:lnTo>
                  <a:lnTo>
                    <a:pt x="7159353" y="284859"/>
                  </a:lnTo>
                  <a:lnTo>
                    <a:pt x="7159479" y="284859"/>
                  </a:lnTo>
                  <a:lnTo>
                    <a:pt x="7159605" y="284859"/>
                  </a:lnTo>
                  <a:lnTo>
                    <a:pt x="7159732" y="284859"/>
                  </a:lnTo>
                  <a:lnTo>
                    <a:pt x="7159858" y="284859"/>
                  </a:lnTo>
                  <a:lnTo>
                    <a:pt x="7159984" y="284859"/>
                  </a:lnTo>
                  <a:lnTo>
                    <a:pt x="7160111" y="284859"/>
                  </a:lnTo>
                  <a:lnTo>
                    <a:pt x="7160237" y="284859"/>
                  </a:lnTo>
                  <a:lnTo>
                    <a:pt x="7160363" y="284859"/>
                  </a:lnTo>
                  <a:lnTo>
                    <a:pt x="7160489" y="284859"/>
                  </a:lnTo>
                  <a:lnTo>
                    <a:pt x="7160616" y="284859"/>
                  </a:lnTo>
                  <a:lnTo>
                    <a:pt x="7160742" y="284859"/>
                  </a:lnTo>
                  <a:lnTo>
                    <a:pt x="7160868" y="284859"/>
                  </a:lnTo>
                  <a:lnTo>
                    <a:pt x="7160994" y="284859"/>
                  </a:lnTo>
                  <a:lnTo>
                    <a:pt x="7161121" y="284859"/>
                  </a:lnTo>
                  <a:lnTo>
                    <a:pt x="7161247" y="284859"/>
                  </a:lnTo>
                  <a:lnTo>
                    <a:pt x="7161373" y="284859"/>
                  </a:lnTo>
                  <a:lnTo>
                    <a:pt x="7161499" y="284859"/>
                  </a:lnTo>
                  <a:lnTo>
                    <a:pt x="7161626" y="284859"/>
                  </a:lnTo>
                  <a:lnTo>
                    <a:pt x="7161752" y="284859"/>
                  </a:lnTo>
                  <a:lnTo>
                    <a:pt x="7161878" y="284859"/>
                  </a:lnTo>
                  <a:lnTo>
                    <a:pt x="7162004" y="284859"/>
                  </a:lnTo>
                  <a:lnTo>
                    <a:pt x="7162131" y="284859"/>
                  </a:lnTo>
                  <a:lnTo>
                    <a:pt x="7162257" y="284859"/>
                  </a:lnTo>
                  <a:lnTo>
                    <a:pt x="7162383" y="284859"/>
                  </a:lnTo>
                  <a:lnTo>
                    <a:pt x="7162509" y="284859"/>
                  </a:lnTo>
                  <a:lnTo>
                    <a:pt x="7162636" y="284859"/>
                  </a:lnTo>
                  <a:lnTo>
                    <a:pt x="7162762" y="284859"/>
                  </a:lnTo>
                  <a:lnTo>
                    <a:pt x="7162888" y="284859"/>
                  </a:lnTo>
                  <a:lnTo>
                    <a:pt x="7163014" y="284859"/>
                  </a:lnTo>
                  <a:lnTo>
                    <a:pt x="7163141" y="284859"/>
                  </a:lnTo>
                  <a:lnTo>
                    <a:pt x="7163267" y="284859"/>
                  </a:lnTo>
                  <a:lnTo>
                    <a:pt x="7163393" y="284859"/>
                  </a:lnTo>
                  <a:lnTo>
                    <a:pt x="7163519" y="284859"/>
                  </a:lnTo>
                  <a:lnTo>
                    <a:pt x="7163646" y="284859"/>
                  </a:lnTo>
                  <a:lnTo>
                    <a:pt x="7163772" y="284859"/>
                  </a:lnTo>
                  <a:lnTo>
                    <a:pt x="7163898" y="284859"/>
                  </a:lnTo>
                  <a:lnTo>
                    <a:pt x="7164024" y="284859"/>
                  </a:lnTo>
                  <a:lnTo>
                    <a:pt x="7164151" y="284859"/>
                  </a:lnTo>
                  <a:lnTo>
                    <a:pt x="7164277" y="284859"/>
                  </a:lnTo>
                  <a:lnTo>
                    <a:pt x="7164403" y="284859"/>
                  </a:lnTo>
                  <a:lnTo>
                    <a:pt x="7164529" y="284859"/>
                  </a:lnTo>
                  <a:lnTo>
                    <a:pt x="7164656" y="284859"/>
                  </a:lnTo>
                  <a:lnTo>
                    <a:pt x="7164782" y="284859"/>
                  </a:lnTo>
                  <a:lnTo>
                    <a:pt x="7164908" y="284859"/>
                  </a:lnTo>
                  <a:lnTo>
                    <a:pt x="7165035" y="284859"/>
                  </a:lnTo>
                  <a:lnTo>
                    <a:pt x="7165161" y="284859"/>
                  </a:lnTo>
                  <a:lnTo>
                    <a:pt x="7165287" y="284859"/>
                  </a:lnTo>
                  <a:lnTo>
                    <a:pt x="7165413" y="284859"/>
                  </a:lnTo>
                  <a:lnTo>
                    <a:pt x="7165540" y="284859"/>
                  </a:lnTo>
                  <a:lnTo>
                    <a:pt x="7165666" y="284859"/>
                  </a:lnTo>
                  <a:lnTo>
                    <a:pt x="7165792" y="284859"/>
                  </a:lnTo>
                  <a:lnTo>
                    <a:pt x="7165918" y="284859"/>
                  </a:lnTo>
                  <a:lnTo>
                    <a:pt x="7166045" y="284859"/>
                  </a:lnTo>
                  <a:lnTo>
                    <a:pt x="7166171" y="284859"/>
                  </a:lnTo>
                  <a:lnTo>
                    <a:pt x="7166297" y="284859"/>
                  </a:lnTo>
                  <a:lnTo>
                    <a:pt x="7166423" y="284859"/>
                  </a:lnTo>
                  <a:lnTo>
                    <a:pt x="7166550" y="284859"/>
                  </a:lnTo>
                  <a:lnTo>
                    <a:pt x="7166676" y="284859"/>
                  </a:lnTo>
                  <a:lnTo>
                    <a:pt x="7166802" y="284859"/>
                  </a:lnTo>
                  <a:lnTo>
                    <a:pt x="7166928" y="284859"/>
                  </a:lnTo>
                  <a:lnTo>
                    <a:pt x="7167055" y="284859"/>
                  </a:lnTo>
                  <a:lnTo>
                    <a:pt x="7167181" y="284859"/>
                  </a:lnTo>
                  <a:lnTo>
                    <a:pt x="7167307" y="284859"/>
                  </a:lnTo>
                  <a:lnTo>
                    <a:pt x="7167433" y="284859"/>
                  </a:lnTo>
                  <a:lnTo>
                    <a:pt x="7167560" y="284859"/>
                  </a:lnTo>
                  <a:lnTo>
                    <a:pt x="7167686" y="284859"/>
                  </a:lnTo>
                  <a:lnTo>
                    <a:pt x="7167812" y="284859"/>
                  </a:lnTo>
                  <a:lnTo>
                    <a:pt x="7167938" y="284859"/>
                  </a:lnTo>
                  <a:lnTo>
                    <a:pt x="7168065" y="284859"/>
                  </a:lnTo>
                  <a:lnTo>
                    <a:pt x="7168191" y="284859"/>
                  </a:lnTo>
                  <a:lnTo>
                    <a:pt x="7168317" y="284859"/>
                  </a:lnTo>
                  <a:lnTo>
                    <a:pt x="7168443" y="284859"/>
                  </a:lnTo>
                  <a:lnTo>
                    <a:pt x="7168570" y="284859"/>
                  </a:lnTo>
                  <a:lnTo>
                    <a:pt x="7168696" y="284859"/>
                  </a:lnTo>
                  <a:lnTo>
                    <a:pt x="7168822" y="284859"/>
                  </a:lnTo>
                  <a:lnTo>
                    <a:pt x="7168948" y="284859"/>
                  </a:lnTo>
                  <a:lnTo>
                    <a:pt x="7169075" y="284859"/>
                  </a:lnTo>
                  <a:lnTo>
                    <a:pt x="7169201" y="284859"/>
                  </a:lnTo>
                  <a:lnTo>
                    <a:pt x="7169327" y="284859"/>
                  </a:lnTo>
                  <a:lnTo>
                    <a:pt x="7169453" y="284859"/>
                  </a:lnTo>
                  <a:lnTo>
                    <a:pt x="7169580" y="284859"/>
                  </a:lnTo>
                  <a:lnTo>
                    <a:pt x="7169706" y="284859"/>
                  </a:lnTo>
                  <a:lnTo>
                    <a:pt x="7169832" y="284859"/>
                  </a:lnTo>
                  <a:lnTo>
                    <a:pt x="7169958" y="284859"/>
                  </a:lnTo>
                  <a:lnTo>
                    <a:pt x="7170085" y="284859"/>
                  </a:lnTo>
                  <a:lnTo>
                    <a:pt x="7170211" y="284859"/>
                  </a:lnTo>
                  <a:lnTo>
                    <a:pt x="7170337" y="284859"/>
                  </a:lnTo>
                  <a:lnTo>
                    <a:pt x="7170464" y="284859"/>
                  </a:lnTo>
                  <a:lnTo>
                    <a:pt x="7170590" y="284859"/>
                  </a:lnTo>
                  <a:lnTo>
                    <a:pt x="7170716" y="284859"/>
                  </a:lnTo>
                  <a:lnTo>
                    <a:pt x="7170842" y="284859"/>
                  </a:lnTo>
                  <a:lnTo>
                    <a:pt x="7170969" y="284859"/>
                  </a:lnTo>
                  <a:lnTo>
                    <a:pt x="7171095" y="284859"/>
                  </a:lnTo>
                  <a:lnTo>
                    <a:pt x="7171221" y="284859"/>
                  </a:lnTo>
                  <a:lnTo>
                    <a:pt x="7171347" y="284859"/>
                  </a:lnTo>
                  <a:lnTo>
                    <a:pt x="7171474" y="284859"/>
                  </a:lnTo>
                  <a:lnTo>
                    <a:pt x="7171600" y="284859"/>
                  </a:lnTo>
                  <a:lnTo>
                    <a:pt x="7171726" y="284859"/>
                  </a:lnTo>
                  <a:lnTo>
                    <a:pt x="7171852" y="284859"/>
                  </a:lnTo>
                  <a:lnTo>
                    <a:pt x="7171979" y="284859"/>
                  </a:lnTo>
                  <a:lnTo>
                    <a:pt x="7172105" y="284859"/>
                  </a:lnTo>
                  <a:lnTo>
                    <a:pt x="7172231" y="284859"/>
                  </a:lnTo>
                  <a:lnTo>
                    <a:pt x="7172357" y="284859"/>
                  </a:lnTo>
                  <a:lnTo>
                    <a:pt x="7172484" y="284859"/>
                  </a:lnTo>
                  <a:lnTo>
                    <a:pt x="7172610" y="284859"/>
                  </a:lnTo>
                  <a:lnTo>
                    <a:pt x="7172736" y="284859"/>
                  </a:lnTo>
                  <a:lnTo>
                    <a:pt x="7172862" y="284859"/>
                  </a:lnTo>
                  <a:lnTo>
                    <a:pt x="7172989" y="284859"/>
                  </a:lnTo>
                  <a:lnTo>
                    <a:pt x="7173115" y="284859"/>
                  </a:lnTo>
                  <a:lnTo>
                    <a:pt x="7173241" y="284859"/>
                  </a:lnTo>
                  <a:lnTo>
                    <a:pt x="7173367" y="284859"/>
                  </a:lnTo>
                  <a:lnTo>
                    <a:pt x="7173494" y="284859"/>
                  </a:lnTo>
                  <a:lnTo>
                    <a:pt x="7173620" y="284859"/>
                  </a:lnTo>
                  <a:lnTo>
                    <a:pt x="7173746" y="284859"/>
                  </a:lnTo>
                  <a:lnTo>
                    <a:pt x="7173872" y="284859"/>
                  </a:lnTo>
                  <a:lnTo>
                    <a:pt x="7173999" y="284859"/>
                  </a:lnTo>
                  <a:lnTo>
                    <a:pt x="7174125" y="284859"/>
                  </a:lnTo>
                  <a:lnTo>
                    <a:pt x="7174251" y="284859"/>
                  </a:lnTo>
                  <a:lnTo>
                    <a:pt x="7174377" y="284859"/>
                  </a:lnTo>
                  <a:lnTo>
                    <a:pt x="7174504" y="284859"/>
                  </a:lnTo>
                  <a:lnTo>
                    <a:pt x="7174630" y="284859"/>
                  </a:lnTo>
                  <a:lnTo>
                    <a:pt x="7174756" y="284859"/>
                  </a:lnTo>
                  <a:lnTo>
                    <a:pt x="7174882" y="284859"/>
                  </a:lnTo>
                  <a:lnTo>
                    <a:pt x="7175009" y="284859"/>
                  </a:lnTo>
                  <a:lnTo>
                    <a:pt x="7175135" y="284859"/>
                  </a:lnTo>
                  <a:lnTo>
                    <a:pt x="7175261" y="284859"/>
                  </a:lnTo>
                  <a:lnTo>
                    <a:pt x="7175388" y="284859"/>
                  </a:lnTo>
                  <a:lnTo>
                    <a:pt x="7175514" y="284859"/>
                  </a:lnTo>
                  <a:lnTo>
                    <a:pt x="7175640" y="284859"/>
                  </a:lnTo>
                  <a:lnTo>
                    <a:pt x="7175766" y="284859"/>
                  </a:lnTo>
                  <a:lnTo>
                    <a:pt x="7175893" y="284859"/>
                  </a:lnTo>
                  <a:lnTo>
                    <a:pt x="7176019" y="284859"/>
                  </a:lnTo>
                  <a:lnTo>
                    <a:pt x="7176145" y="284859"/>
                  </a:lnTo>
                  <a:lnTo>
                    <a:pt x="7176271" y="284859"/>
                  </a:lnTo>
                  <a:lnTo>
                    <a:pt x="7176398" y="284859"/>
                  </a:lnTo>
                  <a:lnTo>
                    <a:pt x="7176524" y="284859"/>
                  </a:lnTo>
                  <a:lnTo>
                    <a:pt x="7176650" y="284859"/>
                  </a:lnTo>
                  <a:lnTo>
                    <a:pt x="7176776" y="284859"/>
                  </a:lnTo>
                  <a:lnTo>
                    <a:pt x="7176903" y="284859"/>
                  </a:lnTo>
                  <a:lnTo>
                    <a:pt x="7177029" y="284859"/>
                  </a:lnTo>
                  <a:lnTo>
                    <a:pt x="7177155" y="284859"/>
                  </a:lnTo>
                  <a:lnTo>
                    <a:pt x="7177281" y="284859"/>
                  </a:lnTo>
                  <a:lnTo>
                    <a:pt x="7177408" y="284859"/>
                  </a:lnTo>
                  <a:lnTo>
                    <a:pt x="7177534" y="284859"/>
                  </a:lnTo>
                  <a:lnTo>
                    <a:pt x="7177660" y="284859"/>
                  </a:lnTo>
                  <a:lnTo>
                    <a:pt x="7177786" y="284859"/>
                  </a:lnTo>
                  <a:lnTo>
                    <a:pt x="7177913" y="284859"/>
                  </a:lnTo>
                  <a:lnTo>
                    <a:pt x="7178039" y="284859"/>
                  </a:lnTo>
                  <a:lnTo>
                    <a:pt x="7178165" y="284859"/>
                  </a:lnTo>
                  <a:lnTo>
                    <a:pt x="7178291" y="284859"/>
                  </a:lnTo>
                  <a:lnTo>
                    <a:pt x="7178418" y="284859"/>
                  </a:lnTo>
                  <a:lnTo>
                    <a:pt x="7178544" y="284859"/>
                  </a:lnTo>
                  <a:lnTo>
                    <a:pt x="7178670" y="284859"/>
                  </a:lnTo>
                  <a:lnTo>
                    <a:pt x="7178796" y="284859"/>
                  </a:lnTo>
                  <a:lnTo>
                    <a:pt x="7178923" y="284859"/>
                  </a:lnTo>
                  <a:lnTo>
                    <a:pt x="7179049" y="284859"/>
                  </a:lnTo>
                  <a:lnTo>
                    <a:pt x="7179175" y="284859"/>
                  </a:lnTo>
                  <a:lnTo>
                    <a:pt x="7179301" y="284859"/>
                  </a:lnTo>
                  <a:lnTo>
                    <a:pt x="7179428" y="284859"/>
                  </a:lnTo>
                  <a:lnTo>
                    <a:pt x="7179554" y="284859"/>
                  </a:lnTo>
                  <a:lnTo>
                    <a:pt x="7179680" y="284859"/>
                  </a:lnTo>
                  <a:lnTo>
                    <a:pt x="7179806" y="284859"/>
                  </a:lnTo>
                  <a:lnTo>
                    <a:pt x="7179933" y="284859"/>
                  </a:lnTo>
                  <a:lnTo>
                    <a:pt x="7180059" y="284859"/>
                  </a:lnTo>
                  <a:lnTo>
                    <a:pt x="7180185" y="284859"/>
                  </a:lnTo>
                  <a:lnTo>
                    <a:pt x="7180311" y="284859"/>
                  </a:lnTo>
                  <a:lnTo>
                    <a:pt x="7180438" y="284859"/>
                  </a:lnTo>
                  <a:lnTo>
                    <a:pt x="7180564" y="284859"/>
                  </a:lnTo>
                  <a:lnTo>
                    <a:pt x="7180690" y="284859"/>
                  </a:lnTo>
                  <a:lnTo>
                    <a:pt x="7180817" y="284859"/>
                  </a:lnTo>
                  <a:lnTo>
                    <a:pt x="7180943" y="284859"/>
                  </a:lnTo>
                  <a:lnTo>
                    <a:pt x="7181069" y="284859"/>
                  </a:lnTo>
                  <a:lnTo>
                    <a:pt x="7181195" y="284859"/>
                  </a:lnTo>
                  <a:lnTo>
                    <a:pt x="7181322" y="284859"/>
                  </a:lnTo>
                  <a:lnTo>
                    <a:pt x="7181448" y="284859"/>
                  </a:lnTo>
                  <a:lnTo>
                    <a:pt x="7181574" y="284859"/>
                  </a:lnTo>
                  <a:lnTo>
                    <a:pt x="7181700" y="284859"/>
                  </a:lnTo>
                  <a:lnTo>
                    <a:pt x="7181827" y="284859"/>
                  </a:lnTo>
                  <a:lnTo>
                    <a:pt x="7181953" y="284859"/>
                  </a:lnTo>
                  <a:lnTo>
                    <a:pt x="7182079" y="284859"/>
                  </a:lnTo>
                  <a:lnTo>
                    <a:pt x="7182205" y="284859"/>
                  </a:lnTo>
                  <a:lnTo>
                    <a:pt x="7182332" y="284859"/>
                  </a:lnTo>
                  <a:lnTo>
                    <a:pt x="7182458" y="284859"/>
                  </a:lnTo>
                  <a:lnTo>
                    <a:pt x="7182584" y="284859"/>
                  </a:lnTo>
                  <a:lnTo>
                    <a:pt x="7182710" y="284859"/>
                  </a:lnTo>
                  <a:lnTo>
                    <a:pt x="7182837" y="284859"/>
                  </a:lnTo>
                  <a:lnTo>
                    <a:pt x="7182963" y="284859"/>
                  </a:lnTo>
                  <a:lnTo>
                    <a:pt x="7183089" y="284859"/>
                  </a:lnTo>
                  <a:lnTo>
                    <a:pt x="7183215" y="284859"/>
                  </a:lnTo>
                  <a:lnTo>
                    <a:pt x="7183342" y="284859"/>
                  </a:lnTo>
                  <a:lnTo>
                    <a:pt x="7183468" y="284859"/>
                  </a:lnTo>
                  <a:lnTo>
                    <a:pt x="7183594" y="284859"/>
                  </a:lnTo>
                  <a:lnTo>
                    <a:pt x="7183720" y="284859"/>
                  </a:lnTo>
                  <a:lnTo>
                    <a:pt x="7183847" y="284859"/>
                  </a:lnTo>
                  <a:lnTo>
                    <a:pt x="7183973" y="284859"/>
                  </a:lnTo>
                  <a:lnTo>
                    <a:pt x="7184099" y="284859"/>
                  </a:lnTo>
                  <a:lnTo>
                    <a:pt x="7184225" y="284859"/>
                  </a:lnTo>
                  <a:lnTo>
                    <a:pt x="7184352" y="284859"/>
                  </a:lnTo>
                  <a:lnTo>
                    <a:pt x="7184478" y="284859"/>
                  </a:lnTo>
                  <a:lnTo>
                    <a:pt x="7184604" y="284859"/>
                  </a:lnTo>
                  <a:lnTo>
                    <a:pt x="7184730" y="284859"/>
                  </a:lnTo>
                  <a:lnTo>
                    <a:pt x="7184857" y="284859"/>
                  </a:lnTo>
                  <a:lnTo>
                    <a:pt x="7184983" y="284859"/>
                  </a:lnTo>
                  <a:lnTo>
                    <a:pt x="7185109" y="284859"/>
                  </a:lnTo>
                  <a:lnTo>
                    <a:pt x="7185235" y="284859"/>
                  </a:lnTo>
                  <a:lnTo>
                    <a:pt x="7185362" y="284859"/>
                  </a:lnTo>
                  <a:lnTo>
                    <a:pt x="7185488" y="284859"/>
                  </a:lnTo>
                  <a:lnTo>
                    <a:pt x="7185614" y="284859"/>
                  </a:lnTo>
                  <a:lnTo>
                    <a:pt x="7185741" y="284859"/>
                  </a:lnTo>
                  <a:lnTo>
                    <a:pt x="7185867" y="284859"/>
                  </a:lnTo>
                  <a:lnTo>
                    <a:pt x="7185993" y="284859"/>
                  </a:lnTo>
                  <a:lnTo>
                    <a:pt x="7186119" y="284859"/>
                  </a:lnTo>
                  <a:lnTo>
                    <a:pt x="7186246" y="284859"/>
                  </a:lnTo>
                  <a:lnTo>
                    <a:pt x="7186372" y="284859"/>
                  </a:lnTo>
                  <a:lnTo>
                    <a:pt x="7186498" y="284859"/>
                  </a:lnTo>
                  <a:lnTo>
                    <a:pt x="7186624" y="284859"/>
                  </a:lnTo>
                  <a:lnTo>
                    <a:pt x="7186751" y="284859"/>
                  </a:lnTo>
                  <a:lnTo>
                    <a:pt x="7186877" y="284859"/>
                  </a:lnTo>
                  <a:lnTo>
                    <a:pt x="7187003" y="284859"/>
                  </a:lnTo>
                  <a:lnTo>
                    <a:pt x="7187129" y="284859"/>
                  </a:lnTo>
                  <a:lnTo>
                    <a:pt x="7187256" y="284859"/>
                  </a:lnTo>
                  <a:lnTo>
                    <a:pt x="7187382" y="284859"/>
                  </a:lnTo>
                  <a:lnTo>
                    <a:pt x="7187508" y="284859"/>
                  </a:lnTo>
                  <a:lnTo>
                    <a:pt x="7187634" y="284859"/>
                  </a:lnTo>
                  <a:lnTo>
                    <a:pt x="7187761" y="284859"/>
                  </a:lnTo>
                  <a:lnTo>
                    <a:pt x="7187887" y="284859"/>
                  </a:lnTo>
                  <a:lnTo>
                    <a:pt x="7188013" y="284859"/>
                  </a:lnTo>
                  <a:lnTo>
                    <a:pt x="7188139" y="284859"/>
                  </a:lnTo>
                  <a:lnTo>
                    <a:pt x="7188266" y="284859"/>
                  </a:lnTo>
                  <a:lnTo>
                    <a:pt x="7188392" y="284859"/>
                  </a:lnTo>
                  <a:lnTo>
                    <a:pt x="7188518" y="284859"/>
                  </a:lnTo>
                  <a:lnTo>
                    <a:pt x="7188644" y="284859"/>
                  </a:lnTo>
                  <a:lnTo>
                    <a:pt x="7188771" y="284859"/>
                  </a:lnTo>
                  <a:lnTo>
                    <a:pt x="7188897" y="284859"/>
                  </a:lnTo>
                  <a:lnTo>
                    <a:pt x="7189023" y="284859"/>
                  </a:lnTo>
                  <a:lnTo>
                    <a:pt x="7189149" y="284859"/>
                  </a:lnTo>
                  <a:lnTo>
                    <a:pt x="7189276" y="284859"/>
                  </a:lnTo>
                  <a:lnTo>
                    <a:pt x="7189402" y="284859"/>
                  </a:lnTo>
                  <a:lnTo>
                    <a:pt x="7189528" y="284859"/>
                  </a:lnTo>
                  <a:lnTo>
                    <a:pt x="7189654" y="284859"/>
                  </a:lnTo>
                  <a:lnTo>
                    <a:pt x="7189781" y="284859"/>
                  </a:lnTo>
                  <a:lnTo>
                    <a:pt x="7189907" y="284859"/>
                  </a:lnTo>
                  <a:lnTo>
                    <a:pt x="7190033" y="284859"/>
                  </a:lnTo>
                  <a:lnTo>
                    <a:pt x="7190159" y="284859"/>
                  </a:lnTo>
                  <a:lnTo>
                    <a:pt x="7190286" y="284859"/>
                  </a:lnTo>
                  <a:lnTo>
                    <a:pt x="7190412" y="284859"/>
                  </a:lnTo>
                  <a:lnTo>
                    <a:pt x="7190538" y="284859"/>
                  </a:lnTo>
                  <a:lnTo>
                    <a:pt x="7190665" y="284859"/>
                  </a:lnTo>
                  <a:lnTo>
                    <a:pt x="7190791" y="284859"/>
                  </a:lnTo>
                  <a:lnTo>
                    <a:pt x="7190917" y="284859"/>
                  </a:lnTo>
                  <a:lnTo>
                    <a:pt x="7190917" y="279948"/>
                  </a:lnTo>
                  <a:lnTo>
                    <a:pt x="7191043" y="279948"/>
                  </a:lnTo>
                  <a:lnTo>
                    <a:pt x="7191170" y="279948"/>
                  </a:lnTo>
                  <a:lnTo>
                    <a:pt x="7191296" y="279948"/>
                  </a:lnTo>
                  <a:lnTo>
                    <a:pt x="7191422" y="279948"/>
                  </a:lnTo>
                  <a:lnTo>
                    <a:pt x="7191548" y="279948"/>
                  </a:lnTo>
                  <a:lnTo>
                    <a:pt x="7191675" y="279948"/>
                  </a:lnTo>
                  <a:lnTo>
                    <a:pt x="7191801" y="279948"/>
                  </a:lnTo>
                  <a:lnTo>
                    <a:pt x="7191927" y="279948"/>
                  </a:lnTo>
                  <a:lnTo>
                    <a:pt x="7192053" y="279948"/>
                  </a:lnTo>
                  <a:lnTo>
                    <a:pt x="7192180" y="279948"/>
                  </a:lnTo>
                  <a:lnTo>
                    <a:pt x="7192306" y="279948"/>
                  </a:lnTo>
                  <a:lnTo>
                    <a:pt x="7192432" y="279948"/>
                  </a:lnTo>
                  <a:lnTo>
                    <a:pt x="7192558" y="279948"/>
                  </a:lnTo>
                  <a:lnTo>
                    <a:pt x="7192685" y="279948"/>
                  </a:lnTo>
                  <a:lnTo>
                    <a:pt x="7192811" y="279948"/>
                  </a:lnTo>
                  <a:lnTo>
                    <a:pt x="7192937" y="279948"/>
                  </a:lnTo>
                  <a:lnTo>
                    <a:pt x="7193063" y="279948"/>
                  </a:lnTo>
                  <a:lnTo>
                    <a:pt x="7193190" y="279948"/>
                  </a:lnTo>
                  <a:lnTo>
                    <a:pt x="7193316" y="279948"/>
                  </a:lnTo>
                  <a:lnTo>
                    <a:pt x="7193442" y="279948"/>
                  </a:lnTo>
                  <a:lnTo>
                    <a:pt x="7193568" y="279948"/>
                  </a:lnTo>
                  <a:lnTo>
                    <a:pt x="7193695" y="279948"/>
                  </a:lnTo>
                  <a:lnTo>
                    <a:pt x="7193821" y="279948"/>
                  </a:lnTo>
                  <a:lnTo>
                    <a:pt x="7193947" y="279948"/>
                  </a:lnTo>
                  <a:lnTo>
                    <a:pt x="7194073" y="279948"/>
                  </a:lnTo>
                  <a:lnTo>
                    <a:pt x="7194200" y="279948"/>
                  </a:lnTo>
                  <a:lnTo>
                    <a:pt x="7194326" y="279948"/>
                  </a:lnTo>
                  <a:lnTo>
                    <a:pt x="7194452" y="279948"/>
                  </a:lnTo>
                  <a:lnTo>
                    <a:pt x="7194578" y="279948"/>
                  </a:lnTo>
                  <a:lnTo>
                    <a:pt x="7194705" y="279948"/>
                  </a:lnTo>
                  <a:lnTo>
                    <a:pt x="7194831" y="279948"/>
                  </a:lnTo>
                  <a:lnTo>
                    <a:pt x="7194957" y="279948"/>
                  </a:lnTo>
                  <a:lnTo>
                    <a:pt x="7195083" y="279948"/>
                  </a:lnTo>
                  <a:lnTo>
                    <a:pt x="7195210" y="279948"/>
                  </a:lnTo>
                  <a:lnTo>
                    <a:pt x="7195336" y="279948"/>
                  </a:lnTo>
                  <a:lnTo>
                    <a:pt x="7195462" y="279948"/>
                  </a:lnTo>
                  <a:lnTo>
                    <a:pt x="7195588" y="279948"/>
                  </a:lnTo>
                  <a:lnTo>
                    <a:pt x="7195715" y="279948"/>
                  </a:lnTo>
                  <a:lnTo>
                    <a:pt x="7195841" y="279948"/>
                  </a:lnTo>
                  <a:lnTo>
                    <a:pt x="7195967" y="279948"/>
                  </a:lnTo>
                  <a:lnTo>
                    <a:pt x="7196094" y="279948"/>
                  </a:lnTo>
                  <a:lnTo>
                    <a:pt x="7196220" y="279948"/>
                  </a:lnTo>
                  <a:lnTo>
                    <a:pt x="7196346" y="279948"/>
                  </a:lnTo>
                  <a:lnTo>
                    <a:pt x="7196472" y="279948"/>
                  </a:lnTo>
                  <a:lnTo>
                    <a:pt x="7196599" y="279948"/>
                  </a:lnTo>
                  <a:lnTo>
                    <a:pt x="7196725" y="279948"/>
                  </a:lnTo>
                  <a:lnTo>
                    <a:pt x="7196851" y="279948"/>
                  </a:lnTo>
                  <a:lnTo>
                    <a:pt x="7196977" y="279948"/>
                  </a:lnTo>
                  <a:lnTo>
                    <a:pt x="7197104" y="279948"/>
                  </a:lnTo>
                  <a:lnTo>
                    <a:pt x="7197230" y="279948"/>
                  </a:lnTo>
                  <a:lnTo>
                    <a:pt x="7197356" y="279948"/>
                  </a:lnTo>
                  <a:lnTo>
                    <a:pt x="7197482" y="279948"/>
                  </a:lnTo>
                  <a:lnTo>
                    <a:pt x="7197609" y="279948"/>
                  </a:lnTo>
                  <a:lnTo>
                    <a:pt x="7197735" y="279948"/>
                  </a:lnTo>
                  <a:lnTo>
                    <a:pt x="7197861" y="279948"/>
                  </a:lnTo>
                  <a:lnTo>
                    <a:pt x="7197987" y="279948"/>
                  </a:lnTo>
                  <a:lnTo>
                    <a:pt x="7198114" y="279948"/>
                  </a:lnTo>
                  <a:lnTo>
                    <a:pt x="7198240" y="279948"/>
                  </a:lnTo>
                  <a:lnTo>
                    <a:pt x="7198366" y="279948"/>
                  </a:lnTo>
                  <a:lnTo>
                    <a:pt x="7198492" y="279948"/>
                  </a:lnTo>
                  <a:lnTo>
                    <a:pt x="7198619" y="279948"/>
                  </a:lnTo>
                  <a:lnTo>
                    <a:pt x="7198745" y="279948"/>
                  </a:lnTo>
                  <a:lnTo>
                    <a:pt x="7198871" y="279948"/>
                  </a:lnTo>
                  <a:lnTo>
                    <a:pt x="7198997" y="279948"/>
                  </a:lnTo>
                  <a:lnTo>
                    <a:pt x="7199124" y="279948"/>
                  </a:lnTo>
                  <a:lnTo>
                    <a:pt x="7199250" y="279948"/>
                  </a:lnTo>
                  <a:lnTo>
                    <a:pt x="7199376" y="279948"/>
                  </a:lnTo>
                  <a:lnTo>
                    <a:pt x="7199502" y="279948"/>
                  </a:lnTo>
                  <a:lnTo>
                    <a:pt x="7199629" y="279948"/>
                  </a:lnTo>
                  <a:lnTo>
                    <a:pt x="7199755" y="279948"/>
                  </a:lnTo>
                  <a:lnTo>
                    <a:pt x="7199881" y="279948"/>
                  </a:lnTo>
                  <a:lnTo>
                    <a:pt x="7200007" y="279948"/>
                  </a:lnTo>
                  <a:lnTo>
                    <a:pt x="7200134" y="279948"/>
                  </a:lnTo>
                  <a:lnTo>
                    <a:pt x="7200260" y="279948"/>
                  </a:lnTo>
                  <a:lnTo>
                    <a:pt x="7200386" y="279948"/>
                  </a:lnTo>
                  <a:lnTo>
                    <a:pt x="7200512" y="279948"/>
                  </a:lnTo>
                  <a:lnTo>
                    <a:pt x="7200639" y="279948"/>
                  </a:lnTo>
                  <a:lnTo>
                    <a:pt x="7200765" y="279948"/>
                  </a:lnTo>
                  <a:lnTo>
                    <a:pt x="7200891" y="279948"/>
                  </a:lnTo>
                  <a:lnTo>
                    <a:pt x="7201018" y="279948"/>
                  </a:lnTo>
                  <a:lnTo>
                    <a:pt x="7201144" y="279948"/>
                  </a:lnTo>
                  <a:lnTo>
                    <a:pt x="7201270" y="279948"/>
                  </a:lnTo>
                  <a:lnTo>
                    <a:pt x="7201396" y="279948"/>
                  </a:lnTo>
                  <a:lnTo>
                    <a:pt x="7201523" y="279948"/>
                  </a:lnTo>
                  <a:lnTo>
                    <a:pt x="7201649" y="279948"/>
                  </a:lnTo>
                  <a:lnTo>
                    <a:pt x="7201775" y="279948"/>
                  </a:lnTo>
                  <a:lnTo>
                    <a:pt x="7201901" y="279948"/>
                  </a:lnTo>
                  <a:lnTo>
                    <a:pt x="7202028" y="279948"/>
                  </a:lnTo>
                  <a:lnTo>
                    <a:pt x="7202154" y="279948"/>
                  </a:lnTo>
                  <a:lnTo>
                    <a:pt x="7202280" y="279948"/>
                  </a:lnTo>
                  <a:lnTo>
                    <a:pt x="7202406" y="279948"/>
                  </a:lnTo>
                  <a:lnTo>
                    <a:pt x="7202533" y="279948"/>
                  </a:lnTo>
                  <a:lnTo>
                    <a:pt x="7202659" y="279948"/>
                  </a:lnTo>
                  <a:lnTo>
                    <a:pt x="7202785" y="279948"/>
                  </a:lnTo>
                  <a:lnTo>
                    <a:pt x="7202911" y="279948"/>
                  </a:lnTo>
                  <a:lnTo>
                    <a:pt x="7203038" y="279948"/>
                  </a:lnTo>
                  <a:lnTo>
                    <a:pt x="7203164" y="279948"/>
                  </a:lnTo>
                  <a:lnTo>
                    <a:pt x="7203290" y="279948"/>
                  </a:lnTo>
                  <a:lnTo>
                    <a:pt x="7203416" y="279948"/>
                  </a:lnTo>
                  <a:lnTo>
                    <a:pt x="7203543" y="279948"/>
                  </a:lnTo>
                  <a:lnTo>
                    <a:pt x="7203669" y="279948"/>
                  </a:lnTo>
                  <a:lnTo>
                    <a:pt x="7203795" y="279948"/>
                  </a:lnTo>
                  <a:lnTo>
                    <a:pt x="7203921" y="279948"/>
                  </a:lnTo>
                  <a:lnTo>
                    <a:pt x="7204048" y="279948"/>
                  </a:lnTo>
                  <a:lnTo>
                    <a:pt x="7204174" y="279948"/>
                  </a:lnTo>
                  <a:lnTo>
                    <a:pt x="7204300" y="279948"/>
                  </a:lnTo>
                  <a:lnTo>
                    <a:pt x="7204426" y="279948"/>
                  </a:lnTo>
                  <a:lnTo>
                    <a:pt x="7204553" y="279948"/>
                  </a:lnTo>
                  <a:lnTo>
                    <a:pt x="7204679" y="279948"/>
                  </a:lnTo>
                  <a:lnTo>
                    <a:pt x="7204805" y="279948"/>
                  </a:lnTo>
                  <a:lnTo>
                    <a:pt x="7204931" y="279948"/>
                  </a:lnTo>
                  <a:lnTo>
                    <a:pt x="7205058" y="279948"/>
                  </a:lnTo>
                  <a:lnTo>
                    <a:pt x="7205184" y="279948"/>
                  </a:lnTo>
                  <a:lnTo>
                    <a:pt x="7205310" y="279948"/>
                  </a:lnTo>
                  <a:lnTo>
                    <a:pt x="7205436" y="279948"/>
                  </a:lnTo>
                  <a:lnTo>
                    <a:pt x="7205563" y="279948"/>
                  </a:lnTo>
                  <a:lnTo>
                    <a:pt x="7205689" y="279948"/>
                  </a:lnTo>
                  <a:lnTo>
                    <a:pt x="7205815" y="279948"/>
                  </a:lnTo>
                  <a:lnTo>
                    <a:pt x="7205941" y="279948"/>
                  </a:lnTo>
                  <a:lnTo>
                    <a:pt x="7206068" y="279948"/>
                  </a:lnTo>
                  <a:lnTo>
                    <a:pt x="7206194" y="279948"/>
                  </a:lnTo>
                  <a:lnTo>
                    <a:pt x="7206320" y="279948"/>
                  </a:lnTo>
                  <a:lnTo>
                    <a:pt x="7206447" y="279948"/>
                  </a:lnTo>
                  <a:lnTo>
                    <a:pt x="7206573" y="279948"/>
                  </a:lnTo>
                  <a:lnTo>
                    <a:pt x="7206699" y="279948"/>
                  </a:lnTo>
                  <a:lnTo>
                    <a:pt x="7206825" y="279948"/>
                  </a:lnTo>
                  <a:lnTo>
                    <a:pt x="7206952" y="279948"/>
                  </a:lnTo>
                  <a:lnTo>
                    <a:pt x="7207078" y="279948"/>
                  </a:lnTo>
                  <a:lnTo>
                    <a:pt x="7207204" y="279948"/>
                  </a:lnTo>
                  <a:lnTo>
                    <a:pt x="7207330" y="279948"/>
                  </a:lnTo>
                  <a:lnTo>
                    <a:pt x="7207457" y="279948"/>
                  </a:lnTo>
                  <a:lnTo>
                    <a:pt x="7207583" y="279948"/>
                  </a:lnTo>
                  <a:lnTo>
                    <a:pt x="7207709" y="279948"/>
                  </a:lnTo>
                  <a:lnTo>
                    <a:pt x="7207835" y="279948"/>
                  </a:lnTo>
                  <a:lnTo>
                    <a:pt x="7207962" y="279948"/>
                  </a:lnTo>
                  <a:lnTo>
                    <a:pt x="7208088" y="279948"/>
                  </a:lnTo>
                  <a:lnTo>
                    <a:pt x="7208214" y="279948"/>
                  </a:lnTo>
                  <a:lnTo>
                    <a:pt x="7208340" y="279948"/>
                  </a:lnTo>
                  <a:lnTo>
                    <a:pt x="7208467" y="279948"/>
                  </a:lnTo>
                  <a:lnTo>
                    <a:pt x="7208593" y="279948"/>
                  </a:lnTo>
                  <a:lnTo>
                    <a:pt x="7208719" y="279948"/>
                  </a:lnTo>
                  <a:lnTo>
                    <a:pt x="7208845" y="279948"/>
                  </a:lnTo>
                  <a:lnTo>
                    <a:pt x="7208972" y="279948"/>
                  </a:lnTo>
                  <a:lnTo>
                    <a:pt x="7209098" y="279948"/>
                  </a:lnTo>
                  <a:lnTo>
                    <a:pt x="7209224" y="279948"/>
                  </a:lnTo>
                  <a:lnTo>
                    <a:pt x="7209350" y="279948"/>
                  </a:lnTo>
                  <a:lnTo>
                    <a:pt x="7209477" y="279948"/>
                  </a:lnTo>
                  <a:lnTo>
                    <a:pt x="7209477" y="275036"/>
                  </a:lnTo>
                  <a:lnTo>
                    <a:pt x="7209603" y="275036"/>
                  </a:lnTo>
                  <a:lnTo>
                    <a:pt x="7209729" y="275036"/>
                  </a:lnTo>
                  <a:lnTo>
                    <a:pt x="7209855" y="275036"/>
                  </a:lnTo>
                  <a:lnTo>
                    <a:pt x="7209982" y="275036"/>
                  </a:lnTo>
                  <a:lnTo>
                    <a:pt x="7210108" y="275036"/>
                  </a:lnTo>
                  <a:lnTo>
                    <a:pt x="7210234" y="275036"/>
                  </a:lnTo>
                  <a:lnTo>
                    <a:pt x="7210360" y="275036"/>
                  </a:lnTo>
                  <a:lnTo>
                    <a:pt x="7210487" y="275036"/>
                  </a:lnTo>
                  <a:lnTo>
                    <a:pt x="7210613" y="275036"/>
                  </a:lnTo>
                  <a:lnTo>
                    <a:pt x="7210739" y="275036"/>
                  </a:lnTo>
                  <a:lnTo>
                    <a:pt x="7210865" y="275036"/>
                  </a:lnTo>
                  <a:lnTo>
                    <a:pt x="7210992" y="275036"/>
                  </a:lnTo>
                  <a:lnTo>
                    <a:pt x="7211118" y="275036"/>
                  </a:lnTo>
                  <a:lnTo>
                    <a:pt x="7211244" y="275036"/>
                  </a:lnTo>
                  <a:lnTo>
                    <a:pt x="7211371" y="275036"/>
                  </a:lnTo>
                  <a:lnTo>
                    <a:pt x="7211497" y="275036"/>
                  </a:lnTo>
                  <a:lnTo>
                    <a:pt x="7211623" y="275036"/>
                  </a:lnTo>
                  <a:lnTo>
                    <a:pt x="7211749" y="275036"/>
                  </a:lnTo>
                  <a:lnTo>
                    <a:pt x="7211876" y="275036"/>
                  </a:lnTo>
                  <a:lnTo>
                    <a:pt x="7212002" y="275036"/>
                  </a:lnTo>
                  <a:lnTo>
                    <a:pt x="7212128" y="275036"/>
                  </a:lnTo>
                  <a:lnTo>
                    <a:pt x="7212254" y="275036"/>
                  </a:lnTo>
                  <a:lnTo>
                    <a:pt x="7212381" y="275036"/>
                  </a:lnTo>
                  <a:lnTo>
                    <a:pt x="7212507" y="275036"/>
                  </a:lnTo>
                  <a:lnTo>
                    <a:pt x="7212633" y="275036"/>
                  </a:lnTo>
                  <a:lnTo>
                    <a:pt x="7212759" y="275036"/>
                  </a:lnTo>
                  <a:lnTo>
                    <a:pt x="7212886" y="275036"/>
                  </a:lnTo>
                  <a:lnTo>
                    <a:pt x="7213012" y="275036"/>
                  </a:lnTo>
                  <a:lnTo>
                    <a:pt x="7213138" y="275036"/>
                  </a:lnTo>
                  <a:lnTo>
                    <a:pt x="7213264" y="275036"/>
                  </a:lnTo>
                  <a:lnTo>
                    <a:pt x="7213391" y="275036"/>
                  </a:lnTo>
                  <a:lnTo>
                    <a:pt x="7213517" y="275036"/>
                  </a:lnTo>
                  <a:lnTo>
                    <a:pt x="7213643" y="275036"/>
                  </a:lnTo>
                  <a:lnTo>
                    <a:pt x="7213769" y="275036"/>
                  </a:lnTo>
                  <a:lnTo>
                    <a:pt x="7213896" y="275036"/>
                  </a:lnTo>
                  <a:lnTo>
                    <a:pt x="7214022" y="275036"/>
                  </a:lnTo>
                  <a:lnTo>
                    <a:pt x="7214148" y="275036"/>
                  </a:lnTo>
                  <a:lnTo>
                    <a:pt x="7214274" y="275036"/>
                  </a:lnTo>
                  <a:lnTo>
                    <a:pt x="7214401" y="275036"/>
                  </a:lnTo>
                  <a:lnTo>
                    <a:pt x="7214527" y="275036"/>
                  </a:lnTo>
                  <a:lnTo>
                    <a:pt x="7214653" y="275036"/>
                  </a:lnTo>
                  <a:lnTo>
                    <a:pt x="7214779" y="275036"/>
                  </a:lnTo>
                  <a:lnTo>
                    <a:pt x="7214906" y="275036"/>
                  </a:lnTo>
                  <a:lnTo>
                    <a:pt x="7215032" y="275036"/>
                  </a:lnTo>
                  <a:lnTo>
                    <a:pt x="7215158" y="275036"/>
                  </a:lnTo>
                  <a:lnTo>
                    <a:pt x="7215284" y="275036"/>
                  </a:lnTo>
                  <a:lnTo>
                    <a:pt x="7215411" y="275036"/>
                  </a:lnTo>
                  <a:lnTo>
                    <a:pt x="7215537" y="275036"/>
                  </a:lnTo>
                  <a:lnTo>
                    <a:pt x="7215663" y="275036"/>
                  </a:lnTo>
                  <a:lnTo>
                    <a:pt x="7215789" y="275036"/>
                  </a:lnTo>
                  <a:lnTo>
                    <a:pt x="7215916" y="275036"/>
                  </a:lnTo>
                  <a:lnTo>
                    <a:pt x="7216042" y="275036"/>
                  </a:lnTo>
                  <a:lnTo>
                    <a:pt x="7216168" y="275036"/>
                  </a:lnTo>
                  <a:lnTo>
                    <a:pt x="7216294" y="275036"/>
                  </a:lnTo>
                  <a:lnTo>
                    <a:pt x="7216421" y="275036"/>
                  </a:lnTo>
                  <a:lnTo>
                    <a:pt x="7216547" y="275036"/>
                  </a:lnTo>
                  <a:lnTo>
                    <a:pt x="7216673" y="275036"/>
                  </a:lnTo>
                  <a:lnTo>
                    <a:pt x="7216800" y="275036"/>
                  </a:lnTo>
                  <a:lnTo>
                    <a:pt x="7216926" y="275036"/>
                  </a:lnTo>
                  <a:lnTo>
                    <a:pt x="7217052" y="275036"/>
                  </a:lnTo>
                  <a:lnTo>
                    <a:pt x="7217178" y="275036"/>
                  </a:lnTo>
                  <a:lnTo>
                    <a:pt x="7217305" y="275036"/>
                  </a:lnTo>
                  <a:lnTo>
                    <a:pt x="7217431" y="275036"/>
                  </a:lnTo>
                  <a:lnTo>
                    <a:pt x="7217557" y="275036"/>
                  </a:lnTo>
                  <a:lnTo>
                    <a:pt x="7217683" y="275036"/>
                  </a:lnTo>
                  <a:lnTo>
                    <a:pt x="7217810" y="275036"/>
                  </a:lnTo>
                  <a:lnTo>
                    <a:pt x="7217936" y="275036"/>
                  </a:lnTo>
                  <a:lnTo>
                    <a:pt x="7218062" y="275036"/>
                  </a:lnTo>
                  <a:lnTo>
                    <a:pt x="7218188" y="275036"/>
                  </a:lnTo>
                  <a:lnTo>
                    <a:pt x="7218315" y="275036"/>
                  </a:lnTo>
                  <a:lnTo>
                    <a:pt x="7218441" y="275036"/>
                  </a:lnTo>
                  <a:lnTo>
                    <a:pt x="7218567" y="275036"/>
                  </a:lnTo>
                  <a:lnTo>
                    <a:pt x="7218693" y="275036"/>
                  </a:lnTo>
                  <a:lnTo>
                    <a:pt x="7218820" y="275036"/>
                  </a:lnTo>
                  <a:lnTo>
                    <a:pt x="7218946" y="275036"/>
                  </a:lnTo>
                  <a:lnTo>
                    <a:pt x="7219072" y="275036"/>
                  </a:lnTo>
                  <a:lnTo>
                    <a:pt x="7219198" y="275036"/>
                  </a:lnTo>
                  <a:lnTo>
                    <a:pt x="7219325" y="275036"/>
                  </a:lnTo>
                  <a:lnTo>
                    <a:pt x="7219451" y="275036"/>
                  </a:lnTo>
                  <a:lnTo>
                    <a:pt x="7219577" y="275036"/>
                  </a:lnTo>
                  <a:lnTo>
                    <a:pt x="7219703" y="275036"/>
                  </a:lnTo>
                  <a:lnTo>
                    <a:pt x="7219830" y="275036"/>
                  </a:lnTo>
                  <a:lnTo>
                    <a:pt x="7219956" y="275036"/>
                  </a:lnTo>
                  <a:lnTo>
                    <a:pt x="7219956" y="270125"/>
                  </a:lnTo>
                  <a:lnTo>
                    <a:pt x="7220082" y="270125"/>
                  </a:lnTo>
                  <a:lnTo>
                    <a:pt x="7220208" y="270125"/>
                  </a:lnTo>
                  <a:lnTo>
                    <a:pt x="7220335" y="270125"/>
                  </a:lnTo>
                  <a:lnTo>
                    <a:pt x="7220461" y="270125"/>
                  </a:lnTo>
                  <a:lnTo>
                    <a:pt x="7220587" y="270125"/>
                  </a:lnTo>
                  <a:lnTo>
                    <a:pt x="7220713" y="270125"/>
                  </a:lnTo>
                  <a:lnTo>
                    <a:pt x="7220840" y="270125"/>
                  </a:lnTo>
                  <a:lnTo>
                    <a:pt x="7220966" y="270125"/>
                  </a:lnTo>
                  <a:lnTo>
                    <a:pt x="7221092" y="270125"/>
                  </a:lnTo>
                  <a:lnTo>
                    <a:pt x="7221218" y="270125"/>
                  </a:lnTo>
                  <a:lnTo>
                    <a:pt x="7221345" y="270125"/>
                  </a:lnTo>
                  <a:lnTo>
                    <a:pt x="7221471" y="270125"/>
                  </a:lnTo>
                  <a:lnTo>
                    <a:pt x="7221597" y="270125"/>
                  </a:lnTo>
                  <a:lnTo>
                    <a:pt x="7221724" y="270125"/>
                  </a:lnTo>
                  <a:lnTo>
                    <a:pt x="7221850" y="270125"/>
                  </a:lnTo>
                  <a:lnTo>
                    <a:pt x="7221976" y="270125"/>
                  </a:lnTo>
                  <a:lnTo>
                    <a:pt x="7222102" y="270125"/>
                  </a:lnTo>
                  <a:lnTo>
                    <a:pt x="7222229" y="270125"/>
                  </a:lnTo>
                  <a:lnTo>
                    <a:pt x="7222355" y="270125"/>
                  </a:lnTo>
                  <a:lnTo>
                    <a:pt x="7222481" y="270125"/>
                  </a:lnTo>
                  <a:lnTo>
                    <a:pt x="7222607" y="270125"/>
                  </a:lnTo>
                  <a:lnTo>
                    <a:pt x="7222734" y="270125"/>
                  </a:lnTo>
                  <a:lnTo>
                    <a:pt x="7222860" y="270125"/>
                  </a:lnTo>
                  <a:lnTo>
                    <a:pt x="7222986" y="270125"/>
                  </a:lnTo>
                  <a:lnTo>
                    <a:pt x="7223112" y="270125"/>
                  </a:lnTo>
                  <a:lnTo>
                    <a:pt x="7223239" y="270125"/>
                  </a:lnTo>
                  <a:lnTo>
                    <a:pt x="7223365" y="270125"/>
                  </a:lnTo>
                  <a:lnTo>
                    <a:pt x="7223491" y="270125"/>
                  </a:lnTo>
                  <a:lnTo>
                    <a:pt x="7223617" y="270125"/>
                  </a:lnTo>
                  <a:lnTo>
                    <a:pt x="7223744" y="270125"/>
                  </a:lnTo>
                  <a:lnTo>
                    <a:pt x="7223870" y="270125"/>
                  </a:lnTo>
                  <a:lnTo>
                    <a:pt x="7223996" y="270125"/>
                  </a:lnTo>
                  <a:lnTo>
                    <a:pt x="7224122" y="270125"/>
                  </a:lnTo>
                  <a:lnTo>
                    <a:pt x="7224249" y="270125"/>
                  </a:lnTo>
                  <a:lnTo>
                    <a:pt x="7224375" y="270125"/>
                  </a:lnTo>
                  <a:lnTo>
                    <a:pt x="7224501" y="270125"/>
                  </a:lnTo>
                  <a:lnTo>
                    <a:pt x="7224501" y="265214"/>
                  </a:lnTo>
                  <a:lnTo>
                    <a:pt x="7224627" y="265214"/>
                  </a:lnTo>
                  <a:lnTo>
                    <a:pt x="7224754" y="265214"/>
                  </a:lnTo>
                  <a:lnTo>
                    <a:pt x="7224880" y="265214"/>
                  </a:lnTo>
                  <a:lnTo>
                    <a:pt x="7225006" y="265214"/>
                  </a:lnTo>
                  <a:lnTo>
                    <a:pt x="7225132" y="265214"/>
                  </a:lnTo>
                  <a:lnTo>
                    <a:pt x="7225259" y="265214"/>
                  </a:lnTo>
                  <a:lnTo>
                    <a:pt x="7225385" y="265214"/>
                  </a:lnTo>
                  <a:lnTo>
                    <a:pt x="7225511" y="265214"/>
                  </a:lnTo>
                  <a:lnTo>
                    <a:pt x="7225637" y="265214"/>
                  </a:lnTo>
                  <a:lnTo>
                    <a:pt x="7225764" y="265214"/>
                  </a:lnTo>
                  <a:lnTo>
                    <a:pt x="7225890" y="265214"/>
                  </a:lnTo>
                  <a:lnTo>
                    <a:pt x="7226016" y="265214"/>
                  </a:lnTo>
                  <a:lnTo>
                    <a:pt x="7226142" y="265214"/>
                  </a:lnTo>
                  <a:lnTo>
                    <a:pt x="7226269" y="265214"/>
                  </a:lnTo>
                  <a:lnTo>
                    <a:pt x="7226395" y="265214"/>
                  </a:lnTo>
                  <a:lnTo>
                    <a:pt x="7226521" y="265214"/>
                  </a:lnTo>
                  <a:lnTo>
                    <a:pt x="7226647" y="265214"/>
                  </a:lnTo>
                  <a:lnTo>
                    <a:pt x="7226774" y="265214"/>
                  </a:lnTo>
                  <a:lnTo>
                    <a:pt x="7226900" y="265214"/>
                  </a:lnTo>
                  <a:lnTo>
                    <a:pt x="7227026" y="265214"/>
                  </a:lnTo>
                  <a:lnTo>
                    <a:pt x="7227153" y="265214"/>
                  </a:lnTo>
                  <a:lnTo>
                    <a:pt x="7227279" y="265214"/>
                  </a:lnTo>
                  <a:lnTo>
                    <a:pt x="7227405" y="265214"/>
                  </a:lnTo>
                  <a:lnTo>
                    <a:pt x="7227531" y="265214"/>
                  </a:lnTo>
                  <a:lnTo>
                    <a:pt x="7227658" y="265214"/>
                  </a:lnTo>
                  <a:lnTo>
                    <a:pt x="7227784" y="265214"/>
                  </a:lnTo>
                  <a:lnTo>
                    <a:pt x="7227910" y="265214"/>
                  </a:lnTo>
                  <a:lnTo>
                    <a:pt x="7228036" y="265214"/>
                  </a:lnTo>
                  <a:lnTo>
                    <a:pt x="7228163" y="265214"/>
                  </a:lnTo>
                  <a:lnTo>
                    <a:pt x="7228289" y="265214"/>
                  </a:lnTo>
                  <a:lnTo>
                    <a:pt x="7228415" y="265214"/>
                  </a:lnTo>
                  <a:lnTo>
                    <a:pt x="7228541" y="265214"/>
                  </a:lnTo>
                  <a:lnTo>
                    <a:pt x="7228668" y="265214"/>
                  </a:lnTo>
                  <a:lnTo>
                    <a:pt x="7228794" y="265214"/>
                  </a:lnTo>
                  <a:lnTo>
                    <a:pt x="7228920" y="265214"/>
                  </a:lnTo>
                  <a:lnTo>
                    <a:pt x="7229046" y="265214"/>
                  </a:lnTo>
                  <a:lnTo>
                    <a:pt x="7229173" y="265214"/>
                  </a:lnTo>
                  <a:lnTo>
                    <a:pt x="7229299" y="265214"/>
                  </a:lnTo>
                  <a:lnTo>
                    <a:pt x="7229425" y="265214"/>
                  </a:lnTo>
                  <a:lnTo>
                    <a:pt x="7229551" y="265214"/>
                  </a:lnTo>
                  <a:lnTo>
                    <a:pt x="7229678" y="265214"/>
                  </a:lnTo>
                  <a:lnTo>
                    <a:pt x="7229804" y="265214"/>
                  </a:lnTo>
                  <a:lnTo>
                    <a:pt x="7229930" y="265214"/>
                  </a:lnTo>
                  <a:lnTo>
                    <a:pt x="7230056" y="265214"/>
                  </a:lnTo>
                  <a:lnTo>
                    <a:pt x="7230183" y="265214"/>
                  </a:lnTo>
                  <a:lnTo>
                    <a:pt x="7230309" y="265214"/>
                  </a:lnTo>
                  <a:lnTo>
                    <a:pt x="7230435" y="265214"/>
                  </a:lnTo>
                  <a:lnTo>
                    <a:pt x="7230561" y="265214"/>
                  </a:lnTo>
                  <a:lnTo>
                    <a:pt x="7230688" y="265214"/>
                  </a:lnTo>
                  <a:lnTo>
                    <a:pt x="7230814" y="265214"/>
                  </a:lnTo>
                  <a:lnTo>
                    <a:pt x="7230940" y="265214"/>
                  </a:lnTo>
                  <a:lnTo>
                    <a:pt x="7231066" y="265214"/>
                  </a:lnTo>
                  <a:lnTo>
                    <a:pt x="7231193" y="265214"/>
                  </a:lnTo>
                  <a:lnTo>
                    <a:pt x="7231319" y="265214"/>
                  </a:lnTo>
                  <a:lnTo>
                    <a:pt x="7231445" y="265214"/>
                  </a:lnTo>
                  <a:lnTo>
                    <a:pt x="7231571" y="265214"/>
                  </a:lnTo>
                  <a:lnTo>
                    <a:pt x="7231698" y="265214"/>
                  </a:lnTo>
                  <a:lnTo>
                    <a:pt x="7231824" y="265214"/>
                  </a:lnTo>
                  <a:lnTo>
                    <a:pt x="7231950" y="265214"/>
                  </a:lnTo>
                  <a:lnTo>
                    <a:pt x="7232077" y="265214"/>
                  </a:lnTo>
                  <a:lnTo>
                    <a:pt x="7232203" y="265214"/>
                  </a:lnTo>
                  <a:lnTo>
                    <a:pt x="7232329" y="265214"/>
                  </a:lnTo>
                  <a:lnTo>
                    <a:pt x="7232455" y="265214"/>
                  </a:lnTo>
                  <a:lnTo>
                    <a:pt x="7232582" y="265214"/>
                  </a:lnTo>
                  <a:lnTo>
                    <a:pt x="7232708" y="265214"/>
                  </a:lnTo>
                  <a:lnTo>
                    <a:pt x="7232834" y="265214"/>
                  </a:lnTo>
                  <a:lnTo>
                    <a:pt x="7232960" y="265214"/>
                  </a:lnTo>
                  <a:lnTo>
                    <a:pt x="7233087" y="265214"/>
                  </a:lnTo>
                  <a:lnTo>
                    <a:pt x="7233213" y="265214"/>
                  </a:lnTo>
                  <a:lnTo>
                    <a:pt x="7233339" y="265214"/>
                  </a:lnTo>
                  <a:lnTo>
                    <a:pt x="7233465" y="265214"/>
                  </a:lnTo>
                  <a:lnTo>
                    <a:pt x="7233592" y="265214"/>
                  </a:lnTo>
                  <a:lnTo>
                    <a:pt x="7233718" y="265214"/>
                  </a:lnTo>
                  <a:lnTo>
                    <a:pt x="7233844" y="265214"/>
                  </a:lnTo>
                  <a:lnTo>
                    <a:pt x="7233970" y="265214"/>
                  </a:lnTo>
                  <a:lnTo>
                    <a:pt x="7234097" y="265214"/>
                  </a:lnTo>
                  <a:lnTo>
                    <a:pt x="7234223" y="265214"/>
                  </a:lnTo>
                  <a:lnTo>
                    <a:pt x="7234349" y="265214"/>
                  </a:lnTo>
                  <a:lnTo>
                    <a:pt x="7234475" y="265214"/>
                  </a:lnTo>
                  <a:lnTo>
                    <a:pt x="7234602" y="265214"/>
                  </a:lnTo>
                  <a:lnTo>
                    <a:pt x="7234728" y="265214"/>
                  </a:lnTo>
                  <a:lnTo>
                    <a:pt x="7234854" y="265214"/>
                  </a:lnTo>
                  <a:lnTo>
                    <a:pt x="7234980" y="265214"/>
                  </a:lnTo>
                  <a:lnTo>
                    <a:pt x="7235107" y="265214"/>
                  </a:lnTo>
                  <a:lnTo>
                    <a:pt x="7235233" y="265214"/>
                  </a:lnTo>
                  <a:lnTo>
                    <a:pt x="7235359" y="265214"/>
                  </a:lnTo>
                  <a:lnTo>
                    <a:pt x="7235485" y="265214"/>
                  </a:lnTo>
                  <a:lnTo>
                    <a:pt x="7235612" y="265214"/>
                  </a:lnTo>
                  <a:lnTo>
                    <a:pt x="7235738" y="265214"/>
                  </a:lnTo>
                  <a:lnTo>
                    <a:pt x="7235864" y="265214"/>
                  </a:lnTo>
                  <a:lnTo>
                    <a:pt x="7235990" y="265214"/>
                  </a:lnTo>
                  <a:lnTo>
                    <a:pt x="7236117" y="265214"/>
                  </a:lnTo>
                  <a:lnTo>
                    <a:pt x="7236243" y="265214"/>
                  </a:lnTo>
                  <a:lnTo>
                    <a:pt x="7236369" y="265214"/>
                  </a:lnTo>
                  <a:lnTo>
                    <a:pt x="7236495" y="265214"/>
                  </a:lnTo>
                  <a:lnTo>
                    <a:pt x="7236622" y="265214"/>
                  </a:lnTo>
                  <a:lnTo>
                    <a:pt x="7236748" y="265214"/>
                  </a:lnTo>
                  <a:lnTo>
                    <a:pt x="7236874" y="265214"/>
                  </a:lnTo>
                  <a:lnTo>
                    <a:pt x="7237000" y="265214"/>
                  </a:lnTo>
                  <a:lnTo>
                    <a:pt x="7237127" y="265214"/>
                  </a:lnTo>
                  <a:lnTo>
                    <a:pt x="7237253" y="265214"/>
                  </a:lnTo>
                  <a:lnTo>
                    <a:pt x="7237379" y="265214"/>
                  </a:lnTo>
                  <a:lnTo>
                    <a:pt x="7237506" y="265214"/>
                  </a:lnTo>
                  <a:lnTo>
                    <a:pt x="7237632" y="265214"/>
                  </a:lnTo>
                  <a:lnTo>
                    <a:pt x="7237758" y="265214"/>
                  </a:lnTo>
                  <a:lnTo>
                    <a:pt x="7237884" y="265214"/>
                  </a:lnTo>
                  <a:lnTo>
                    <a:pt x="7238011" y="265214"/>
                  </a:lnTo>
                  <a:lnTo>
                    <a:pt x="7238137" y="265214"/>
                  </a:lnTo>
                  <a:lnTo>
                    <a:pt x="7238263" y="265214"/>
                  </a:lnTo>
                  <a:lnTo>
                    <a:pt x="7238389" y="265214"/>
                  </a:lnTo>
                  <a:lnTo>
                    <a:pt x="7238516" y="265214"/>
                  </a:lnTo>
                  <a:lnTo>
                    <a:pt x="7238642" y="265214"/>
                  </a:lnTo>
                  <a:lnTo>
                    <a:pt x="7238768" y="265214"/>
                  </a:lnTo>
                  <a:lnTo>
                    <a:pt x="7238894" y="265214"/>
                  </a:lnTo>
                  <a:lnTo>
                    <a:pt x="7239021" y="265214"/>
                  </a:lnTo>
                  <a:lnTo>
                    <a:pt x="7239147" y="265214"/>
                  </a:lnTo>
                  <a:lnTo>
                    <a:pt x="7239273" y="265214"/>
                  </a:lnTo>
                  <a:lnTo>
                    <a:pt x="7239399" y="265214"/>
                  </a:lnTo>
                  <a:lnTo>
                    <a:pt x="7239526" y="265214"/>
                  </a:lnTo>
                  <a:lnTo>
                    <a:pt x="7239652" y="265214"/>
                  </a:lnTo>
                  <a:lnTo>
                    <a:pt x="7239778" y="265214"/>
                  </a:lnTo>
                  <a:lnTo>
                    <a:pt x="7239904" y="265214"/>
                  </a:lnTo>
                  <a:lnTo>
                    <a:pt x="7240031" y="265214"/>
                  </a:lnTo>
                  <a:lnTo>
                    <a:pt x="7240157" y="265214"/>
                  </a:lnTo>
                  <a:lnTo>
                    <a:pt x="7240283" y="265214"/>
                  </a:lnTo>
                  <a:lnTo>
                    <a:pt x="7240409" y="265214"/>
                  </a:lnTo>
                  <a:lnTo>
                    <a:pt x="7240536" y="265214"/>
                  </a:lnTo>
                  <a:lnTo>
                    <a:pt x="7240662" y="265214"/>
                  </a:lnTo>
                  <a:lnTo>
                    <a:pt x="7240788" y="265214"/>
                  </a:lnTo>
                  <a:lnTo>
                    <a:pt x="7240914" y="265214"/>
                  </a:lnTo>
                  <a:lnTo>
                    <a:pt x="7241041" y="265214"/>
                  </a:lnTo>
                  <a:lnTo>
                    <a:pt x="7241167" y="265214"/>
                  </a:lnTo>
                  <a:lnTo>
                    <a:pt x="7241293" y="265214"/>
                  </a:lnTo>
                  <a:lnTo>
                    <a:pt x="7241419" y="265214"/>
                  </a:lnTo>
                  <a:lnTo>
                    <a:pt x="7241546" y="265214"/>
                  </a:lnTo>
                  <a:lnTo>
                    <a:pt x="7241672" y="265214"/>
                  </a:lnTo>
                  <a:lnTo>
                    <a:pt x="7241798" y="265214"/>
                  </a:lnTo>
                  <a:lnTo>
                    <a:pt x="7241924" y="265214"/>
                  </a:lnTo>
                  <a:lnTo>
                    <a:pt x="7242051" y="265214"/>
                  </a:lnTo>
                  <a:lnTo>
                    <a:pt x="7242177" y="265214"/>
                  </a:lnTo>
                  <a:lnTo>
                    <a:pt x="7242303" y="265214"/>
                  </a:lnTo>
                  <a:lnTo>
                    <a:pt x="7242430" y="265214"/>
                  </a:lnTo>
                  <a:lnTo>
                    <a:pt x="7242556" y="265214"/>
                  </a:lnTo>
                  <a:lnTo>
                    <a:pt x="7242682" y="265214"/>
                  </a:lnTo>
                  <a:lnTo>
                    <a:pt x="7242808" y="265214"/>
                  </a:lnTo>
                  <a:lnTo>
                    <a:pt x="7242935" y="265214"/>
                  </a:lnTo>
                  <a:lnTo>
                    <a:pt x="7243061" y="265214"/>
                  </a:lnTo>
                  <a:lnTo>
                    <a:pt x="7243187" y="265214"/>
                  </a:lnTo>
                  <a:lnTo>
                    <a:pt x="7243313" y="265214"/>
                  </a:lnTo>
                  <a:lnTo>
                    <a:pt x="7243440" y="265214"/>
                  </a:lnTo>
                  <a:lnTo>
                    <a:pt x="7243566" y="265214"/>
                  </a:lnTo>
                  <a:lnTo>
                    <a:pt x="7243692" y="265214"/>
                  </a:lnTo>
                  <a:lnTo>
                    <a:pt x="7243818" y="265214"/>
                  </a:lnTo>
                  <a:lnTo>
                    <a:pt x="7243945" y="265214"/>
                  </a:lnTo>
                  <a:lnTo>
                    <a:pt x="7244071" y="265214"/>
                  </a:lnTo>
                  <a:lnTo>
                    <a:pt x="7244197" y="265214"/>
                  </a:lnTo>
                  <a:lnTo>
                    <a:pt x="7244323" y="265214"/>
                  </a:lnTo>
                  <a:lnTo>
                    <a:pt x="7244450" y="265214"/>
                  </a:lnTo>
                  <a:lnTo>
                    <a:pt x="7244576" y="265214"/>
                  </a:lnTo>
                  <a:lnTo>
                    <a:pt x="7244702" y="265214"/>
                  </a:lnTo>
                  <a:lnTo>
                    <a:pt x="7244828" y="265214"/>
                  </a:lnTo>
                  <a:lnTo>
                    <a:pt x="7244955" y="265214"/>
                  </a:lnTo>
                  <a:lnTo>
                    <a:pt x="7245081" y="265214"/>
                  </a:lnTo>
                  <a:lnTo>
                    <a:pt x="7245207" y="265214"/>
                  </a:lnTo>
                  <a:lnTo>
                    <a:pt x="7245333" y="265214"/>
                  </a:lnTo>
                  <a:lnTo>
                    <a:pt x="7245460" y="265214"/>
                  </a:lnTo>
                  <a:lnTo>
                    <a:pt x="7245586" y="265214"/>
                  </a:lnTo>
                  <a:lnTo>
                    <a:pt x="7245712" y="265214"/>
                  </a:lnTo>
                  <a:lnTo>
                    <a:pt x="7245838" y="265214"/>
                  </a:lnTo>
                  <a:lnTo>
                    <a:pt x="7245965" y="265214"/>
                  </a:lnTo>
                  <a:lnTo>
                    <a:pt x="7246091" y="265214"/>
                  </a:lnTo>
                  <a:lnTo>
                    <a:pt x="7246217" y="265214"/>
                  </a:lnTo>
                  <a:lnTo>
                    <a:pt x="7246343" y="265214"/>
                  </a:lnTo>
                  <a:lnTo>
                    <a:pt x="7246470" y="265214"/>
                  </a:lnTo>
                  <a:lnTo>
                    <a:pt x="7246596" y="265214"/>
                  </a:lnTo>
                  <a:lnTo>
                    <a:pt x="7246722" y="265214"/>
                  </a:lnTo>
                  <a:lnTo>
                    <a:pt x="7246848" y="265214"/>
                  </a:lnTo>
                  <a:lnTo>
                    <a:pt x="7246975" y="265214"/>
                  </a:lnTo>
                  <a:lnTo>
                    <a:pt x="7247101" y="265214"/>
                  </a:lnTo>
                  <a:lnTo>
                    <a:pt x="7247227" y="265214"/>
                  </a:lnTo>
                  <a:lnTo>
                    <a:pt x="7247354" y="265214"/>
                  </a:lnTo>
                  <a:lnTo>
                    <a:pt x="7247480" y="265214"/>
                  </a:lnTo>
                  <a:lnTo>
                    <a:pt x="7247606" y="265214"/>
                  </a:lnTo>
                  <a:lnTo>
                    <a:pt x="7247732" y="265214"/>
                  </a:lnTo>
                  <a:lnTo>
                    <a:pt x="7247859" y="265214"/>
                  </a:lnTo>
                  <a:lnTo>
                    <a:pt x="7247985" y="265214"/>
                  </a:lnTo>
                  <a:lnTo>
                    <a:pt x="7248111" y="265214"/>
                  </a:lnTo>
                  <a:lnTo>
                    <a:pt x="7248237" y="265214"/>
                  </a:lnTo>
                  <a:lnTo>
                    <a:pt x="7248364" y="265214"/>
                  </a:lnTo>
                  <a:lnTo>
                    <a:pt x="7248490" y="265214"/>
                  </a:lnTo>
                  <a:lnTo>
                    <a:pt x="7248616" y="265214"/>
                  </a:lnTo>
                  <a:lnTo>
                    <a:pt x="7248742" y="265214"/>
                  </a:lnTo>
                  <a:lnTo>
                    <a:pt x="7248869" y="265214"/>
                  </a:lnTo>
                  <a:lnTo>
                    <a:pt x="7248995" y="265214"/>
                  </a:lnTo>
                  <a:lnTo>
                    <a:pt x="7249121" y="265214"/>
                  </a:lnTo>
                  <a:lnTo>
                    <a:pt x="7249247" y="265214"/>
                  </a:lnTo>
                  <a:lnTo>
                    <a:pt x="7249374" y="265214"/>
                  </a:lnTo>
                  <a:lnTo>
                    <a:pt x="7249500" y="265214"/>
                  </a:lnTo>
                  <a:lnTo>
                    <a:pt x="7249626" y="265214"/>
                  </a:lnTo>
                  <a:lnTo>
                    <a:pt x="7249752" y="265214"/>
                  </a:lnTo>
                  <a:lnTo>
                    <a:pt x="7249879" y="265214"/>
                  </a:lnTo>
                  <a:lnTo>
                    <a:pt x="7250005" y="265214"/>
                  </a:lnTo>
                  <a:lnTo>
                    <a:pt x="7250131" y="265214"/>
                  </a:lnTo>
                  <a:lnTo>
                    <a:pt x="7250257" y="265214"/>
                  </a:lnTo>
                  <a:lnTo>
                    <a:pt x="7250384" y="265214"/>
                  </a:lnTo>
                  <a:lnTo>
                    <a:pt x="7250510" y="265214"/>
                  </a:lnTo>
                  <a:lnTo>
                    <a:pt x="7250636" y="265214"/>
                  </a:lnTo>
                  <a:lnTo>
                    <a:pt x="7250762" y="265214"/>
                  </a:lnTo>
                  <a:lnTo>
                    <a:pt x="7250889" y="265214"/>
                  </a:lnTo>
                  <a:lnTo>
                    <a:pt x="7251015" y="265214"/>
                  </a:lnTo>
                  <a:lnTo>
                    <a:pt x="7251141" y="265214"/>
                  </a:lnTo>
                  <a:lnTo>
                    <a:pt x="7251267" y="265214"/>
                  </a:lnTo>
                  <a:lnTo>
                    <a:pt x="7251394" y="265214"/>
                  </a:lnTo>
                  <a:lnTo>
                    <a:pt x="7251520" y="265214"/>
                  </a:lnTo>
                  <a:lnTo>
                    <a:pt x="7251646" y="265214"/>
                  </a:lnTo>
                  <a:lnTo>
                    <a:pt x="7251772" y="265214"/>
                  </a:lnTo>
                  <a:lnTo>
                    <a:pt x="7251899" y="265214"/>
                  </a:lnTo>
                  <a:lnTo>
                    <a:pt x="7252025" y="265214"/>
                  </a:lnTo>
                  <a:lnTo>
                    <a:pt x="7252151" y="265214"/>
                  </a:lnTo>
                  <a:lnTo>
                    <a:pt x="7252277" y="265214"/>
                  </a:lnTo>
                  <a:lnTo>
                    <a:pt x="7252404" y="265214"/>
                  </a:lnTo>
                  <a:lnTo>
                    <a:pt x="7252530" y="265214"/>
                  </a:lnTo>
                  <a:lnTo>
                    <a:pt x="7252656" y="265214"/>
                  </a:lnTo>
                  <a:lnTo>
                    <a:pt x="7252783" y="265214"/>
                  </a:lnTo>
                  <a:lnTo>
                    <a:pt x="7252909" y="265214"/>
                  </a:lnTo>
                  <a:lnTo>
                    <a:pt x="7253035" y="265214"/>
                  </a:lnTo>
                  <a:lnTo>
                    <a:pt x="7253161" y="265214"/>
                  </a:lnTo>
                  <a:lnTo>
                    <a:pt x="7253288" y="265214"/>
                  </a:lnTo>
                  <a:lnTo>
                    <a:pt x="7253414" y="265214"/>
                  </a:lnTo>
                  <a:lnTo>
                    <a:pt x="7253540" y="265214"/>
                  </a:lnTo>
                  <a:lnTo>
                    <a:pt x="7253666" y="265214"/>
                  </a:lnTo>
                  <a:lnTo>
                    <a:pt x="7253793" y="265214"/>
                  </a:lnTo>
                  <a:lnTo>
                    <a:pt x="7253919" y="265214"/>
                  </a:lnTo>
                  <a:lnTo>
                    <a:pt x="7254045" y="265214"/>
                  </a:lnTo>
                  <a:lnTo>
                    <a:pt x="7254171" y="265214"/>
                  </a:lnTo>
                  <a:lnTo>
                    <a:pt x="7254298" y="265214"/>
                  </a:lnTo>
                  <a:lnTo>
                    <a:pt x="7254424" y="265214"/>
                  </a:lnTo>
                  <a:lnTo>
                    <a:pt x="7254550" y="265214"/>
                  </a:lnTo>
                  <a:lnTo>
                    <a:pt x="7254676" y="265214"/>
                  </a:lnTo>
                  <a:lnTo>
                    <a:pt x="7254803" y="265214"/>
                  </a:lnTo>
                  <a:lnTo>
                    <a:pt x="7254929" y="265214"/>
                  </a:lnTo>
                  <a:lnTo>
                    <a:pt x="7255055" y="265214"/>
                  </a:lnTo>
                  <a:lnTo>
                    <a:pt x="7255181" y="265214"/>
                  </a:lnTo>
                  <a:lnTo>
                    <a:pt x="7255308" y="265214"/>
                  </a:lnTo>
                  <a:lnTo>
                    <a:pt x="7255434" y="265214"/>
                  </a:lnTo>
                  <a:lnTo>
                    <a:pt x="7255560" y="265214"/>
                  </a:lnTo>
                  <a:lnTo>
                    <a:pt x="7255686" y="265214"/>
                  </a:lnTo>
                  <a:lnTo>
                    <a:pt x="7255813" y="265214"/>
                  </a:lnTo>
                  <a:lnTo>
                    <a:pt x="7255939" y="265214"/>
                  </a:lnTo>
                  <a:lnTo>
                    <a:pt x="7256065" y="265214"/>
                  </a:lnTo>
                  <a:lnTo>
                    <a:pt x="7256191" y="265214"/>
                  </a:lnTo>
                  <a:lnTo>
                    <a:pt x="7256318" y="265214"/>
                  </a:lnTo>
                  <a:lnTo>
                    <a:pt x="7256444" y="265214"/>
                  </a:lnTo>
                  <a:lnTo>
                    <a:pt x="7256570" y="265214"/>
                  </a:lnTo>
                  <a:lnTo>
                    <a:pt x="7256696" y="265214"/>
                  </a:lnTo>
                  <a:lnTo>
                    <a:pt x="7256823" y="265214"/>
                  </a:lnTo>
                  <a:lnTo>
                    <a:pt x="7256949" y="265214"/>
                  </a:lnTo>
                  <a:lnTo>
                    <a:pt x="7257075" y="265214"/>
                  </a:lnTo>
                  <a:lnTo>
                    <a:pt x="7257201" y="265214"/>
                  </a:lnTo>
                  <a:lnTo>
                    <a:pt x="7257328" y="265214"/>
                  </a:lnTo>
                  <a:lnTo>
                    <a:pt x="7257454" y="265214"/>
                  </a:lnTo>
                  <a:lnTo>
                    <a:pt x="7257580" y="265214"/>
                  </a:lnTo>
                  <a:lnTo>
                    <a:pt x="7257707" y="265214"/>
                  </a:lnTo>
                  <a:lnTo>
                    <a:pt x="7257833" y="265214"/>
                  </a:lnTo>
                  <a:lnTo>
                    <a:pt x="7257959" y="265214"/>
                  </a:lnTo>
                  <a:lnTo>
                    <a:pt x="7258085" y="265214"/>
                  </a:lnTo>
                  <a:lnTo>
                    <a:pt x="7258212" y="265214"/>
                  </a:lnTo>
                  <a:lnTo>
                    <a:pt x="7258338" y="265214"/>
                  </a:lnTo>
                  <a:lnTo>
                    <a:pt x="7258464" y="265214"/>
                  </a:lnTo>
                  <a:lnTo>
                    <a:pt x="7258590" y="265214"/>
                  </a:lnTo>
                  <a:lnTo>
                    <a:pt x="7258717" y="265214"/>
                  </a:lnTo>
                  <a:lnTo>
                    <a:pt x="7258843" y="265214"/>
                  </a:lnTo>
                  <a:lnTo>
                    <a:pt x="7258969" y="265214"/>
                  </a:lnTo>
                  <a:lnTo>
                    <a:pt x="7259095" y="265214"/>
                  </a:lnTo>
                  <a:lnTo>
                    <a:pt x="7259222" y="265214"/>
                  </a:lnTo>
                  <a:lnTo>
                    <a:pt x="7259348" y="265214"/>
                  </a:lnTo>
                  <a:lnTo>
                    <a:pt x="7259474" y="265214"/>
                  </a:lnTo>
                  <a:lnTo>
                    <a:pt x="7259600" y="265214"/>
                  </a:lnTo>
                  <a:lnTo>
                    <a:pt x="7259727" y="265214"/>
                  </a:lnTo>
                  <a:lnTo>
                    <a:pt x="7259853" y="265214"/>
                  </a:lnTo>
                  <a:lnTo>
                    <a:pt x="7259979" y="265214"/>
                  </a:lnTo>
                  <a:lnTo>
                    <a:pt x="7260105" y="265214"/>
                  </a:lnTo>
                  <a:lnTo>
                    <a:pt x="7260232" y="265214"/>
                  </a:lnTo>
                  <a:lnTo>
                    <a:pt x="7260358" y="265214"/>
                  </a:lnTo>
                  <a:lnTo>
                    <a:pt x="7260484" y="265214"/>
                  </a:lnTo>
                  <a:lnTo>
                    <a:pt x="7260610" y="265214"/>
                  </a:lnTo>
                  <a:lnTo>
                    <a:pt x="7260737" y="265214"/>
                  </a:lnTo>
                  <a:lnTo>
                    <a:pt x="7260863" y="265214"/>
                  </a:lnTo>
                  <a:lnTo>
                    <a:pt x="7260989" y="265214"/>
                  </a:lnTo>
                  <a:lnTo>
                    <a:pt x="7261115" y="265214"/>
                  </a:lnTo>
                  <a:lnTo>
                    <a:pt x="7261242" y="265214"/>
                  </a:lnTo>
                  <a:lnTo>
                    <a:pt x="7261368" y="265214"/>
                  </a:lnTo>
                  <a:lnTo>
                    <a:pt x="7261494" y="265214"/>
                  </a:lnTo>
                  <a:lnTo>
                    <a:pt x="7261620" y="265214"/>
                  </a:lnTo>
                  <a:lnTo>
                    <a:pt x="7261747" y="265214"/>
                  </a:lnTo>
                  <a:lnTo>
                    <a:pt x="7261873" y="265214"/>
                  </a:lnTo>
                  <a:lnTo>
                    <a:pt x="7261999" y="265214"/>
                  </a:lnTo>
                  <a:lnTo>
                    <a:pt x="7262125" y="265214"/>
                  </a:lnTo>
                  <a:lnTo>
                    <a:pt x="7262252" y="265214"/>
                  </a:lnTo>
                  <a:lnTo>
                    <a:pt x="7262378" y="265214"/>
                  </a:lnTo>
                  <a:lnTo>
                    <a:pt x="7262504" y="265214"/>
                  </a:lnTo>
                  <a:lnTo>
                    <a:pt x="7262630" y="265214"/>
                  </a:lnTo>
                  <a:lnTo>
                    <a:pt x="7262757" y="265214"/>
                  </a:lnTo>
                  <a:lnTo>
                    <a:pt x="7262883" y="265214"/>
                  </a:lnTo>
                  <a:lnTo>
                    <a:pt x="7263009" y="265214"/>
                  </a:lnTo>
                  <a:lnTo>
                    <a:pt x="7263136" y="265214"/>
                  </a:lnTo>
                  <a:lnTo>
                    <a:pt x="7263262" y="265214"/>
                  </a:lnTo>
                  <a:lnTo>
                    <a:pt x="7263388" y="265214"/>
                  </a:lnTo>
                  <a:lnTo>
                    <a:pt x="7263514" y="265214"/>
                  </a:lnTo>
                  <a:lnTo>
                    <a:pt x="7263641" y="265214"/>
                  </a:lnTo>
                  <a:lnTo>
                    <a:pt x="7263767" y="265214"/>
                  </a:lnTo>
                  <a:lnTo>
                    <a:pt x="7263893" y="265214"/>
                  </a:lnTo>
                  <a:lnTo>
                    <a:pt x="7264019" y="265214"/>
                  </a:lnTo>
                  <a:lnTo>
                    <a:pt x="7264146" y="265214"/>
                  </a:lnTo>
                  <a:lnTo>
                    <a:pt x="7264272" y="265214"/>
                  </a:lnTo>
                  <a:lnTo>
                    <a:pt x="7264398" y="265214"/>
                  </a:lnTo>
                  <a:lnTo>
                    <a:pt x="7264524" y="265214"/>
                  </a:lnTo>
                  <a:lnTo>
                    <a:pt x="7264651" y="265214"/>
                  </a:lnTo>
                  <a:lnTo>
                    <a:pt x="7264777" y="265214"/>
                  </a:lnTo>
                  <a:lnTo>
                    <a:pt x="7264903" y="265214"/>
                  </a:lnTo>
                  <a:lnTo>
                    <a:pt x="7265029" y="265214"/>
                  </a:lnTo>
                  <a:lnTo>
                    <a:pt x="7265156" y="265214"/>
                  </a:lnTo>
                  <a:lnTo>
                    <a:pt x="7265156" y="260302"/>
                  </a:lnTo>
                  <a:lnTo>
                    <a:pt x="7265282" y="260302"/>
                  </a:lnTo>
                  <a:lnTo>
                    <a:pt x="7265408" y="260302"/>
                  </a:lnTo>
                  <a:lnTo>
                    <a:pt x="7265534" y="260302"/>
                  </a:lnTo>
                  <a:lnTo>
                    <a:pt x="7265661" y="260302"/>
                  </a:lnTo>
                  <a:lnTo>
                    <a:pt x="7265787" y="260302"/>
                  </a:lnTo>
                  <a:lnTo>
                    <a:pt x="7265913" y="260302"/>
                  </a:lnTo>
                  <a:lnTo>
                    <a:pt x="7266039" y="260302"/>
                  </a:lnTo>
                  <a:lnTo>
                    <a:pt x="7266166" y="260302"/>
                  </a:lnTo>
                  <a:lnTo>
                    <a:pt x="7266292" y="260302"/>
                  </a:lnTo>
                  <a:lnTo>
                    <a:pt x="7266418" y="260302"/>
                  </a:lnTo>
                  <a:lnTo>
                    <a:pt x="7266544" y="260302"/>
                  </a:lnTo>
                  <a:lnTo>
                    <a:pt x="7266671" y="260302"/>
                  </a:lnTo>
                  <a:lnTo>
                    <a:pt x="7266797" y="260302"/>
                  </a:lnTo>
                  <a:lnTo>
                    <a:pt x="7266923" y="260302"/>
                  </a:lnTo>
                  <a:lnTo>
                    <a:pt x="7267049" y="260302"/>
                  </a:lnTo>
                  <a:lnTo>
                    <a:pt x="7267176" y="260302"/>
                  </a:lnTo>
                  <a:lnTo>
                    <a:pt x="7267302" y="260302"/>
                  </a:lnTo>
                  <a:lnTo>
                    <a:pt x="7267428" y="260302"/>
                  </a:lnTo>
                  <a:lnTo>
                    <a:pt x="7267554" y="260302"/>
                  </a:lnTo>
                  <a:lnTo>
                    <a:pt x="7267681" y="260302"/>
                  </a:lnTo>
                  <a:lnTo>
                    <a:pt x="7267807" y="260302"/>
                  </a:lnTo>
                  <a:lnTo>
                    <a:pt x="7267933" y="260302"/>
                  </a:lnTo>
                  <a:lnTo>
                    <a:pt x="7268060" y="260302"/>
                  </a:lnTo>
                  <a:lnTo>
                    <a:pt x="7268186" y="260302"/>
                  </a:lnTo>
                  <a:lnTo>
                    <a:pt x="7268312" y="260302"/>
                  </a:lnTo>
                  <a:lnTo>
                    <a:pt x="7268438" y="260302"/>
                  </a:lnTo>
                  <a:lnTo>
                    <a:pt x="7268565" y="260302"/>
                  </a:lnTo>
                  <a:lnTo>
                    <a:pt x="7268691" y="260302"/>
                  </a:lnTo>
                  <a:lnTo>
                    <a:pt x="7268817" y="260302"/>
                  </a:lnTo>
                  <a:lnTo>
                    <a:pt x="7268943" y="260302"/>
                  </a:lnTo>
                  <a:lnTo>
                    <a:pt x="7269070" y="260302"/>
                  </a:lnTo>
                  <a:lnTo>
                    <a:pt x="7269196" y="260302"/>
                  </a:lnTo>
                  <a:lnTo>
                    <a:pt x="7269322" y="260302"/>
                  </a:lnTo>
                  <a:lnTo>
                    <a:pt x="7269448" y="260302"/>
                  </a:lnTo>
                  <a:lnTo>
                    <a:pt x="7269575" y="260302"/>
                  </a:lnTo>
                  <a:lnTo>
                    <a:pt x="7269701" y="260302"/>
                  </a:lnTo>
                  <a:lnTo>
                    <a:pt x="7269827" y="260302"/>
                  </a:lnTo>
                  <a:lnTo>
                    <a:pt x="7269953" y="260302"/>
                  </a:lnTo>
                  <a:lnTo>
                    <a:pt x="7270080" y="260302"/>
                  </a:lnTo>
                  <a:lnTo>
                    <a:pt x="7270206" y="260302"/>
                  </a:lnTo>
                  <a:lnTo>
                    <a:pt x="7270332" y="260302"/>
                  </a:lnTo>
                  <a:lnTo>
                    <a:pt x="7270458" y="260302"/>
                  </a:lnTo>
                  <a:lnTo>
                    <a:pt x="7270585" y="260302"/>
                  </a:lnTo>
                  <a:lnTo>
                    <a:pt x="7270711" y="260302"/>
                  </a:lnTo>
                  <a:lnTo>
                    <a:pt x="7270837" y="260302"/>
                  </a:lnTo>
                  <a:lnTo>
                    <a:pt x="7270963" y="260302"/>
                  </a:lnTo>
                  <a:lnTo>
                    <a:pt x="7271090" y="260302"/>
                  </a:lnTo>
                  <a:lnTo>
                    <a:pt x="7271216" y="260302"/>
                  </a:lnTo>
                  <a:lnTo>
                    <a:pt x="7271342" y="260302"/>
                  </a:lnTo>
                  <a:lnTo>
                    <a:pt x="7271468" y="260302"/>
                  </a:lnTo>
                  <a:lnTo>
                    <a:pt x="7271595" y="260302"/>
                  </a:lnTo>
                  <a:lnTo>
                    <a:pt x="7271721" y="260302"/>
                  </a:lnTo>
                  <a:lnTo>
                    <a:pt x="7271847" y="260302"/>
                  </a:lnTo>
                  <a:lnTo>
                    <a:pt x="7271973" y="260302"/>
                  </a:lnTo>
                  <a:lnTo>
                    <a:pt x="7272100" y="260302"/>
                  </a:lnTo>
                  <a:lnTo>
                    <a:pt x="7272226" y="260302"/>
                  </a:lnTo>
                  <a:lnTo>
                    <a:pt x="7272352" y="260302"/>
                  </a:lnTo>
                  <a:lnTo>
                    <a:pt x="7272478" y="260302"/>
                  </a:lnTo>
                  <a:lnTo>
                    <a:pt x="7272605" y="260302"/>
                  </a:lnTo>
                  <a:lnTo>
                    <a:pt x="7272731" y="260302"/>
                  </a:lnTo>
                  <a:lnTo>
                    <a:pt x="7272857" y="260302"/>
                  </a:lnTo>
                  <a:lnTo>
                    <a:pt x="7272983" y="260302"/>
                  </a:lnTo>
                  <a:lnTo>
                    <a:pt x="7273110" y="260302"/>
                  </a:lnTo>
                  <a:lnTo>
                    <a:pt x="7273236" y="260302"/>
                  </a:lnTo>
                  <a:lnTo>
                    <a:pt x="7273362" y="260302"/>
                  </a:lnTo>
                  <a:lnTo>
                    <a:pt x="7273489" y="260302"/>
                  </a:lnTo>
                  <a:lnTo>
                    <a:pt x="7273615" y="260302"/>
                  </a:lnTo>
                  <a:lnTo>
                    <a:pt x="7273741" y="260302"/>
                  </a:lnTo>
                  <a:lnTo>
                    <a:pt x="7273867" y="260302"/>
                  </a:lnTo>
                  <a:lnTo>
                    <a:pt x="7273994" y="260302"/>
                  </a:lnTo>
                  <a:lnTo>
                    <a:pt x="7274120" y="260302"/>
                  </a:lnTo>
                  <a:lnTo>
                    <a:pt x="7274246" y="260302"/>
                  </a:lnTo>
                  <a:lnTo>
                    <a:pt x="7274372" y="260302"/>
                  </a:lnTo>
                  <a:lnTo>
                    <a:pt x="7274499" y="260302"/>
                  </a:lnTo>
                  <a:lnTo>
                    <a:pt x="7274625" y="260302"/>
                  </a:lnTo>
                  <a:lnTo>
                    <a:pt x="7274751" y="260302"/>
                  </a:lnTo>
                  <a:lnTo>
                    <a:pt x="7274877" y="260302"/>
                  </a:lnTo>
                  <a:lnTo>
                    <a:pt x="7275004" y="260302"/>
                  </a:lnTo>
                  <a:lnTo>
                    <a:pt x="7275130" y="260302"/>
                  </a:lnTo>
                  <a:lnTo>
                    <a:pt x="7275256" y="260302"/>
                  </a:lnTo>
                  <a:lnTo>
                    <a:pt x="7275382" y="260302"/>
                  </a:lnTo>
                  <a:lnTo>
                    <a:pt x="7275509" y="260302"/>
                  </a:lnTo>
                  <a:lnTo>
                    <a:pt x="7275635" y="260302"/>
                  </a:lnTo>
                  <a:lnTo>
                    <a:pt x="7275761" y="260302"/>
                  </a:lnTo>
                  <a:lnTo>
                    <a:pt x="7275887" y="260302"/>
                  </a:lnTo>
                  <a:lnTo>
                    <a:pt x="7276014" y="260302"/>
                  </a:lnTo>
                  <a:lnTo>
                    <a:pt x="7276140" y="260302"/>
                  </a:lnTo>
                  <a:lnTo>
                    <a:pt x="7276266" y="260302"/>
                  </a:lnTo>
                  <a:lnTo>
                    <a:pt x="7276392" y="260302"/>
                  </a:lnTo>
                  <a:lnTo>
                    <a:pt x="7276519" y="260302"/>
                  </a:lnTo>
                  <a:lnTo>
                    <a:pt x="7276645" y="260302"/>
                  </a:lnTo>
                  <a:lnTo>
                    <a:pt x="7276771" y="260302"/>
                  </a:lnTo>
                  <a:lnTo>
                    <a:pt x="7276897" y="260302"/>
                  </a:lnTo>
                  <a:lnTo>
                    <a:pt x="7277024" y="260302"/>
                  </a:lnTo>
                  <a:lnTo>
                    <a:pt x="7277150" y="260302"/>
                  </a:lnTo>
                  <a:lnTo>
                    <a:pt x="7277276" y="260302"/>
                  </a:lnTo>
                  <a:lnTo>
                    <a:pt x="7277402" y="260302"/>
                  </a:lnTo>
                  <a:lnTo>
                    <a:pt x="7277529" y="260302"/>
                  </a:lnTo>
                  <a:lnTo>
                    <a:pt x="7277655" y="260302"/>
                  </a:lnTo>
                  <a:lnTo>
                    <a:pt x="7277781" y="260302"/>
                  </a:lnTo>
                  <a:lnTo>
                    <a:pt x="7277907" y="260302"/>
                  </a:lnTo>
                  <a:lnTo>
                    <a:pt x="7278034" y="260302"/>
                  </a:lnTo>
                  <a:lnTo>
                    <a:pt x="7278160" y="260302"/>
                  </a:lnTo>
                  <a:lnTo>
                    <a:pt x="7278286" y="260302"/>
                  </a:lnTo>
                  <a:lnTo>
                    <a:pt x="7278413" y="260302"/>
                  </a:lnTo>
                  <a:lnTo>
                    <a:pt x="7278539" y="260302"/>
                  </a:lnTo>
                  <a:lnTo>
                    <a:pt x="7278665" y="260302"/>
                  </a:lnTo>
                  <a:lnTo>
                    <a:pt x="7278791" y="260302"/>
                  </a:lnTo>
                  <a:lnTo>
                    <a:pt x="7278918" y="260302"/>
                  </a:lnTo>
                  <a:lnTo>
                    <a:pt x="7279044" y="260302"/>
                  </a:lnTo>
                  <a:lnTo>
                    <a:pt x="7279170" y="260302"/>
                  </a:lnTo>
                  <a:lnTo>
                    <a:pt x="7279296" y="260302"/>
                  </a:lnTo>
                  <a:lnTo>
                    <a:pt x="7279423" y="260302"/>
                  </a:lnTo>
                  <a:lnTo>
                    <a:pt x="7279549" y="260302"/>
                  </a:lnTo>
                  <a:lnTo>
                    <a:pt x="7279675" y="260302"/>
                  </a:lnTo>
                  <a:lnTo>
                    <a:pt x="7279801" y="260302"/>
                  </a:lnTo>
                  <a:lnTo>
                    <a:pt x="7279928" y="260302"/>
                  </a:lnTo>
                  <a:lnTo>
                    <a:pt x="7280054" y="260302"/>
                  </a:lnTo>
                  <a:lnTo>
                    <a:pt x="7280180" y="260302"/>
                  </a:lnTo>
                  <a:lnTo>
                    <a:pt x="7280306" y="260302"/>
                  </a:lnTo>
                  <a:lnTo>
                    <a:pt x="7280433" y="260302"/>
                  </a:lnTo>
                  <a:lnTo>
                    <a:pt x="7280559" y="260302"/>
                  </a:lnTo>
                  <a:lnTo>
                    <a:pt x="7280685" y="260302"/>
                  </a:lnTo>
                  <a:lnTo>
                    <a:pt x="7280811" y="260302"/>
                  </a:lnTo>
                  <a:lnTo>
                    <a:pt x="7280938" y="260302"/>
                  </a:lnTo>
                  <a:lnTo>
                    <a:pt x="7281064" y="260302"/>
                  </a:lnTo>
                  <a:lnTo>
                    <a:pt x="7281190" y="260302"/>
                  </a:lnTo>
                  <a:lnTo>
                    <a:pt x="7281316" y="260302"/>
                  </a:lnTo>
                  <a:lnTo>
                    <a:pt x="7281443" y="260302"/>
                  </a:lnTo>
                  <a:lnTo>
                    <a:pt x="7281569" y="260302"/>
                  </a:lnTo>
                  <a:lnTo>
                    <a:pt x="7281695" y="260302"/>
                  </a:lnTo>
                  <a:lnTo>
                    <a:pt x="7281821" y="260302"/>
                  </a:lnTo>
                  <a:lnTo>
                    <a:pt x="7281948" y="260302"/>
                  </a:lnTo>
                  <a:lnTo>
                    <a:pt x="7282074" y="260302"/>
                  </a:lnTo>
                  <a:lnTo>
                    <a:pt x="7282200" y="260302"/>
                  </a:lnTo>
                  <a:lnTo>
                    <a:pt x="7282326" y="260302"/>
                  </a:lnTo>
                  <a:lnTo>
                    <a:pt x="7282453" y="260302"/>
                  </a:lnTo>
                  <a:lnTo>
                    <a:pt x="7282579" y="260302"/>
                  </a:lnTo>
                  <a:lnTo>
                    <a:pt x="7282705" y="260302"/>
                  </a:lnTo>
                  <a:lnTo>
                    <a:pt x="7282831" y="260302"/>
                  </a:lnTo>
                  <a:lnTo>
                    <a:pt x="7282958" y="260302"/>
                  </a:lnTo>
                  <a:lnTo>
                    <a:pt x="7283084" y="260302"/>
                  </a:lnTo>
                  <a:lnTo>
                    <a:pt x="7283210" y="260302"/>
                  </a:lnTo>
                  <a:lnTo>
                    <a:pt x="7283336" y="260302"/>
                  </a:lnTo>
                  <a:lnTo>
                    <a:pt x="7283463" y="260302"/>
                  </a:lnTo>
                  <a:lnTo>
                    <a:pt x="7283589" y="260302"/>
                  </a:lnTo>
                  <a:lnTo>
                    <a:pt x="7283715" y="260302"/>
                  </a:lnTo>
                  <a:lnTo>
                    <a:pt x="7283842" y="260302"/>
                  </a:lnTo>
                  <a:lnTo>
                    <a:pt x="7283968" y="260302"/>
                  </a:lnTo>
                  <a:lnTo>
                    <a:pt x="7284094" y="260302"/>
                  </a:lnTo>
                  <a:lnTo>
                    <a:pt x="7284220" y="260302"/>
                  </a:lnTo>
                  <a:lnTo>
                    <a:pt x="7284347" y="260302"/>
                  </a:lnTo>
                  <a:lnTo>
                    <a:pt x="7284473" y="260302"/>
                  </a:lnTo>
                  <a:lnTo>
                    <a:pt x="7284599" y="260302"/>
                  </a:lnTo>
                  <a:lnTo>
                    <a:pt x="7284725" y="260302"/>
                  </a:lnTo>
                  <a:lnTo>
                    <a:pt x="7284852" y="260302"/>
                  </a:lnTo>
                  <a:lnTo>
                    <a:pt x="7284978" y="260302"/>
                  </a:lnTo>
                  <a:lnTo>
                    <a:pt x="7285104" y="260302"/>
                  </a:lnTo>
                  <a:lnTo>
                    <a:pt x="7285230" y="260302"/>
                  </a:lnTo>
                  <a:lnTo>
                    <a:pt x="7285357" y="260302"/>
                  </a:lnTo>
                  <a:lnTo>
                    <a:pt x="7285483" y="260302"/>
                  </a:lnTo>
                  <a:lnTo>
                    <a:pt x="7285609" y="260302"/>
                  </a:lnTo>
                  <a:lnTo>
                    <a:pt x="7285735" y="260302"/>
                  </a:lnTo>
                  <a:lnTo>
                    <a:pt x="7285862" y="260302"/>
                  </a:lnTo>
                  <a:lnTo>
                    <a:pt x="7285988" y="260302"/>
                  </a:lnTo>
                  <a:lnTo>
                    <a:pt x="7286114" y="260302"/>
                  </a:lnTo>
                  <a:lnTo>
                    <a:pt x="7286240" y="260302"/>
                  </a:lnTo>
                  <a:lnTo>
                    <a:pt x="7286367" y="260302"/>
                  </a:lnTo>
                  <a:lnTo>
                    <a:pt x="7286493" y="260302"/>
                  </a:lnTo>
                  <a:lnTo>
                    <a:pt x="7286619" y="260302"/>
                  </a:lnTo>
                  <a:lnTo>
                    <a:pt x="7286745" y="260302"/>
                  </a:lnTo>
                  <a:lnTo>
                    <a:pt x="7286872" y="260302"/>
                  </a:lnTo>
                  <a:lnTo>
                    <a:pt x="7286998" y="260302"/>
                  </a:lnTo>
                  <a:lnTo>
                    <a:pt x="7287124" y="260302"/>
                  </a:lnTo>
                  <a:lnTo>
                    <a:pt x="7287250" y="260302"/>
                  </a:lnTo>
                  <a:lnTo>
                    <a:pt x="7287377" y="260302"/>
                  </a:lnTo>
                  <a:lnTo>
                    <a:pt x="7287503" y="260302"/>
                  </a:lnTo>
                  <a:lnTo>
                    <a:pt x="7287629" y="260302"/>
                  </a:lnTo>
                  <a:lnTo>
                    <a:pt x="7287755" y="260302"/>
                  </a:lnTo>
                  <a:lnTo>
                    <a:pt x="7287882" y="260302"/>
                  </a:lnTo>
                  <a:lnTo>
                    <a:pt x="7288008" y="260302"/>
                  </a:lnTo>
                  <a:lnTo>
                    <a:pt x="7288134" y="260302"/>
                  </a:lnTo>
                  <a:lnTo>
                    <a:pt x="7288260" y="260302"/>
                  </a:lnTo>
                  <a:lnTo>
                    <a:pt x="7288387" y="260302"/>
                  </a:lnTo>
                  <a:lnTo>
                    <a:pt x="7288513" y="260302"/>
                  </a:lnTo>
                  <a:lnTo>
                    <a:pt x="7288639" y="260302"/>
                  </a:lnTo>
                  <a:lnTo>
                    <a:pt x="7288766" y="260302"/>
                  </a:lnTo>
                  <a:lnTo>
                    <a:pt x="7288892" y="260302"/>
                  </a:lnTo>
                  <a:lnTo>
                    <a:pt x="7289018" y="260302"/>
                  </a:lnTo>
                  <a:lnTo>
                    <a:pt x="7289144" y="260302"/>
                  </a:lnTo>
                  <a:lnTo>
                    <a:pt x="7289271" y="260302"/>
                  </a:lnTo>
                  <a:lnTo>
                    <a:pt x="7289397" y="260302"/>
                  </a:lnTo>
                  <a:lnTo>
                    <a:pt x="7289523" y="260302"/>
                  </a:lnTo>
                  <a:lnTo>
                    <a:pt x="7289649" y="260302"/>
                  </a:lnTo>
                  <a:lnTo>
                    <a:pt x="7289776" y="260302"/>
                  </a:lnTo>
                  <a:lnTo>
                    <a:pt x="7289902" y="260302"/>
                  </a:lnTo>
                  <a:lnTo>
                    <a:pt x="7290028" y="260302"/>
                  </a:lnTo>
                  <a:lnTo>
                    <a:pt x="7290154" y="260302"/>
                  </a:lnTo>
                  <a:lnTo>
                    <a:pt x="7290281" y="260302"/>
                  </a:lnTo>
                  <a:lnTo>
                    <a:pt x="7290407" y="260302"/>
                  </a:lnTo>
                  <a:lnTo>
                    <a:pt x="7290533" y="260302"/>
                  </a:lnTo>
                  <a:lnTo>
                    <a:pt x="7290659" y="260302"/>
                  </a:lnTo>
                  <a:lnTo>
                    <a:pt x="7290786" y="260302"/>
                  </a:lnTo>
                  <a:lnTo>
                    <a:pt x="7290912" y="260302"/>
                  </a:lnTo>
                  <a:lnTo>
                    <a:pt x="7291038" y="260302"/>
                  </a:lnTo>
                  <a:lnTo>
                    <a:pt x="7291164" y="260302"/>
                  </a:lnTo>
                  <a:lnTo>
                    <a:pt x="7291291" y="260302"/>
                  </a:lnTo>
                  <a:lnTo>
                    <a:pt x="7291417" y="260302"/>
                  </a:lnTo>
                  <a:lnTo>
                    <a:pt x="7291543" y="260302"/>
                  </a:lnTo>
                  <a:lnTo>
                    <a:pt x="7291669" y="260302"/>
                  </a:lnTo>
                  <a:lnTo>
                    <a:pt x="7291796" y="260302"/>
                  </a:lnTo>
                  <a:lnTo>
                    <a:pt x="7291922" y="260302"/>
                  </a:lnTo>
                  <a:lnTo>
                    <a:pt x="7292048" y="260302"/>
                  </a:lnTo>
                  <a:lnTo>
                    <a:pt x="7292174" y="260302"/>
                  </a:lnTo>
                  <a:lnTo>
                    <a:pt x="7292301" y="260302"/>
                  </a:lnTo>
                  <a:lnTo>
                    <a:pt x="7292427" y="260302"/>
                  </a:lnTo>
                  <a:lnTo>
                    <a:pt x="7292553" y="260302"/>
                  </a:lnTo>
                  <a:lnTo>
                    <a:pt x="7292679" y="260302"/>
                  </a:lnTo>
                  <a:lnTo>
                    <a:pt x="7292806" y="260302"/>
                  </a:lnTo>
                  <a:lnTo>
                    <a:pt x="7292932" y="260302"/>
                  </a:lnTo>
                  <a:lnTo>
                    <a:pt x="7293058" y="260302"/>
                  </a:lnTo>
                  <a:lnTo>
                    <a:pt x="7293184" y="260302"/>
                  </a:lnTo>
                  <a:lnTo>
                    <a:pt x="7293311" y="260302"/>
                  </a:lnTo>
                  <a:lnTo>
                    <a:pt x="7293437" y="260302"/>
                  </a:lnTo>
                  <a:lnTo>
                    <a:pt x="7293563" y="260302"/>
                  </a:lnTo>
                  <a:lnTo>
                    <a:pt x="7293689" y="260302"/>
                  </a:lnTo>
                  <a:lnTo>
                    <a:pt x="7293816" y="260302"/>
                  </a:lnTo>
                  <a:lnTo>
                    <a:pt x="7293942" y="260302"/>
                  </a:lnTo>
                  <a:lnTo>
                    <a:pt x="7294068" y="260302"/>
                  </a:lnTo>
                  <a:lnTo>
                    <a:pt x="7294195" y="260302"/>
                  </a:lnTo>
                  <a:lnTo>
                    <a:pt x="7294321" y="260302"/>
                  </a:lnTo>
                  <a:lnTo>
                    <a:pt x="7294447" y="260302"/>
                  </a:lnTo>
                  <a:lnTo>
                    <a:pt x="7294573" y="260302"/>
                  </a:lnTo>
                  <a:lnTo>
                    <a:pt x="7294700" y="260302"/>
                  </a:lnTo>
                  <a:lnTo>
                    <a:pt x="7294826" y="260302"/>
                  </a:lnTo>
                  <a:lnTo>
                    <a:pt x="7294952" y="260302"/>
                  </a:lnTo>
                  <a:lnTo>
                    <a:pt x="7294952" y="255391"/>
                  </a:lnTo>
                  <a:lnTo>
                    <a:pt x="7295078" y="255391"/>
                  </a:lnTo>
                  <a:lnTo>
                    <a:pt x="7295205" y="255391"/>
                  </a:lnTo>
                  <a:lnTo>
                    <a:pt x="7295331" y="255391"/>
                  </a:lnTo>
                  <a:lnTo>
                    <a:pt x="7295457" y="255391"/>
                  </a:lnTo>
                  <a:lnTo>
                    <a:pt x="7295583" y="255391"/>
                  </a:lnTo>
                  <a:lnTo>
                    <a:pt x="7295710" y="255391"/>
                  </a:lnTo>
                  <a:lnTo>
                    <a:pt x="7295836" y="255391"/>
                  </a:lnTo>
                  <a:lnTo>
                    <a:pt x="7295962" y="255391"/>
                  </a:lnTo>
                  <a:lnTo>
                    <a:pt x="7296088" y="255391"/>
                  </a:lnTo>
                  <a:lnTo>
                    <a:pt x="7296215" y="255391"/>
                  </a:lnTo>
                  <a:lnTo>
                    <a:pt x="7296341" y="255391"/>
                  </a:lnTo>
                  <a:lnTo>
                    <a:pt x="7296467" y="255391"/>
                  </a:lnTo>
                  <a:lnTo>
                    <a:pt x="7296593" y="255391"/>
                  </a:lnTo>
                  <a:lnTo>
                    <a:pt x="7296720" y="255391"/>
                  </a:lnTo>
                  <a:lnTo>
                    <a:pt x="7296846" y="255391"/>
                  </a:lnTo>
                  <a:lnTo>
                    <a:pt x="7296972" y="255391"/>
                  </a:lnTo>
                  <a:lnTo>
                    <a:pt x="7297098" y="255391"/>
                  </a:lnTo>
                  <a:lnTo>
                    <a:pt x="7297225" y="255391"/>
                  </a:lnTo>
                  <a:lnTo>
                    <a:pt x="7297351" y="255391"/>
                  </a:lnTo>
                  <a:lnTo>
                    <a:pt x="7297477" y="255391"/>
                  </a:lnTo>
                  <a:lnTo>
                    <a:pt x="7297603" y="255391"/>
                  </a:lnTo>
                  <a:lnTo>
                    <a:pt x="7297730" y="255391"/>
                  </a:lnTo>
                  <a:lnTo>
                    <a:pt x="7297856" y="255391"/>
                  </a:lnTo>
                  <a:lnTo>
                    <a:pt x="7297982" y="255391"/>
                  </a:lnTo>
                  <a:lnTo>
                    <a:pt x="7298108" y="255391"/>
                  </a:lnTo>
                  <a:lnTo>
                    <a:pt x="7298235" y="255391"/>
                  </a:lnTo>
                  <a:lnTo>
                    <a:pt x="7298361" y="255391"/>
                  </a:lnTo>
                  <a:lnTo>
                    <a:pt x="7298487" y="255391"/>
                  </a:lnTo>
                  <a:lnTo>
                    <a:pt x="7298613" y="255391"/>
                  </a:lnTo>
                  <a:lnTo>
                    <a:pt x="7298740" y="255391"/>
                  </a:lnTo>
                  <a:lnTo>
                    <a:pt x="7298866" y="255391"/>
                  </a:lnTo>
                  <a:lnTo>
                    <a:pt x="7298992" y="255391"/>
                  </a:lnTo>
                  <a:lnTo>
                    <a:pt x="7299119" y="255391"/>
                  </a:lnTo>
                  <a:lnTo>
                    <a:pt x="7299245" y="255391"/>
                  </a:lnTo>
                  <a:lnTo>
                    <a:pt x="7299371" y="255391"/>
                  </a:lnTo>
                  <a:lnTo>
                    <a:pt x="7299497" y="255391"/>
                  </a:lnTo>
                  <a:lnTo>
                    <a:pt x="7299624" y="255391"/>
                  </a:lnTo>
                  <a:lnTo>
                    <a:pt x="7299750" y="255391"/>
                  </a:lnTo>
                  <a:lnTo>
                    <a:pt x="7299876" y="255391"/>
                  </a:lnTo>
                  <a:lnTo>
                    <a:pt x="7300002" y="255391"/>
                  </a:lnTo>
                  <a:lnTo>
                    <a:pt x="7300129" y="255391"/>
                  </a:lnTo>
                  <a:lnTo>
                    <a:pt x="7300255" y="255391"/>
                  </a:lnTo>
                  <a:lnTo>
                    <a:pt x="7300381" y="255391"/>
                  </a:lnTo>
                  <a:lnTo>
                    <a:pt x="7300507" y="255391"/>
                  </a:lnTo>
                  <a:lnTo>
                    <a:pt x="7300634" y="255391"/>
                  </a:lnTo>
                  <a:lnTo>
                    <a:pt x="7300760" y="255391"/>
                  </a:lnTo>
                  <a:lnTo>
                    <a:pt x="7300886" y="255391"/>
                  </a:lnTo>
                  <a:lnTo>
                    <a:pt x="7301012" y="255391"/>
                  </a:lnTo>
                  <a:lnTo>
                    <a:pt x="7301139" y="255391"/>
                  </a:lnTo>
                  <a:lnTo>
                    <a:pt x="7301265" y="255391"/>
                  </a:lnTo>
                  <a:lnTo>
                    <a:pt x="7301391" y="255391"/>
                  </a:lnTo>
                  <a:lnTo>
                    <a:pt x="7301517" y="255391"/>
                  </a:lnTo>
                  <a:lnTo>
                    <a:pt x="7301644" y="255391"/>
                  </a:lnTo>
                  <a:lnTo>
                    <a:pt x="7301770" y="255391"/>
                  </a:lnTo>
                  <a:lnTo>
                    <a:pt x="7301896" y="255391"/>
                  </a:lnTo>
                  <a:lnTo>
                    <a:pt x="7302022" y="255391"/>
                  </a:lnTo>
                  <a:lnTo>
                    <a:pt x="7302149" y="255391"/>
                  </a:lnTo>
                  <a:lnTo>
                    <a:pt x="7302275" y="255391"/>
                  </a:lnTo>
                  <a:lnTo>
                    <a:pt x="7302401" y="255391"/>
                  </a:lnTo>
                  <a:lnTo>
                    <a:pt x="7302527" y="255391"/>
                  </a:lnTo>
                  <a:lnTo>
                    <a:pt x="7302654" y="255391"/>
                  </a:lnTo>
                  <a:lnTo>
                    <a:pt x="7302780" y="255391"/>
                  </a:lnTo>
                  <a:lnTo>
                    <a:pt x="7302906" y="255391"/>
                  </a:lnTo>
                  <a:lnTo>
                    <a:pt x="7303032" y="255391"/>
                  </a:lnTo>
                  <a:lnTo>
                    <a:pt x="7303159" y="255391"/>
                  </a:lnTo>
                  <a:lnTo>
                    <a:pt x="7303285" y="255391"/>
                  </a:lnTo>
                  <a:lnTo>
                    <a:pt x="7303411" y="255391"/>
                  </a:lnTo>
                  <a:lnTo>
                    <a:pt x="7303537" y="255391"/>
                  </a:lnTo>
                  <a:lnTo>
                    <a:pt x="7303664" y="255391"/>
                  </a:lnTo>
                  <a:lnTo>
                    <a:pt x="7303790" y="255391"/>
                  </a:lnTo>
                  <a:lnTo>
                    <a:pt x="7303916" y="255391"/>
                  </a:lnTo>
                  <a:lnTo>
                    <a:pt x="7304042" y="255391"/>
                  </a:lnTo>
                  <a:lnTo>
                    <a:pt x="7304169" y="255391"/>
                  </a:lnTo>
                  <a:lnTo>
                    <a:pt x="7304295" y="255391"/>
                  </a:lnTo>
                  <a:lnTo>
                    <a:pt x="7304421" y="255391"/>
                  </a:lnTo>
                  <a:lnTo>
                    <a:pt x="7304548" y="255391"/>
                  </a:lnTo>
                  <a:lnTo>
                    <a:pt x="7304548" y="250480"/>
                  </a:lnTo>
                  <a:lnTo>
                    <a:pt x="7304674" y="250480"/>
                  </a:lnTo>
                  <a:lnTo>
                    <a:pt x="7304800" y="250480"/>
                  </a:lnTo>
                  <a:lnTo>
                    <a:pt x="7304926" y="250480"/>
                  </a:lnTo>
                  <a:lnTo>
                    <a:pt x="7305053" y="250480"/>
                  </a:lnTo>
                  <a:lnTo>
                    <a:pt x="7305179" y="250480"/>
                  </a:lnTo>
                  <a:lnTo>
                    <a:pt x="7305305" y="250480"/>
                  </a:lnTo>
                  <a:lnTo>
                    <a:pt x="7305431" y="250480"/>
                  </a:lnTo>
                  <a:lnTo>
                    <a:pt x="7305558" y="250480"/>
                  </a:lnTo>
                  <a:lnTo>
                    <a:pt x="7305684" y="250480"/>
                  </a:lnTo>
                  <a:lnTo>
                    <a:pt x="7305810" y="250480"/>
                  </a:lnTo>
                  <a:lnTo>
                    <a:pt x="7305936" y="250480"/>
                  </a:lnTo>
                  <a:lnTo>
                    <a:pt x="7306063" y="250480"/>
                  </a:lnTo>
                  <a:lnTo>
                    <a:pt x="7306189" y="250480"/>
                  </a:lnTo>
                  <a:lnTo>
                    <a:pt x="7306315" y="250480"/>
                  </a:lnTo>
                  <a:lnTo>
                    <a:pt x="7306441" y="250480"/>
                  </a:lnTo>
                  <a:lnTo>
                    <a:pt x="7306568" y="250480"/>
                  </a:lnTo>
                  <a:lnTo>
                    <a:pt x="7306694" y="250480"/>
                  </a:lnTo>
                  <a:lnTo>
                    <a:pt x="7306820" y="250480"/>
                  </a:lnTo>
                  <a:lnTo>
                    <a:pt x="7306946" y="250480"/>
                  </a:lnTo>
                  <a:lnTo>
                    <a:pt x="7307073" y="250480"/>
                  </a:lnTo>
                  <a:lnTo>
                    <a:pt x="7307199" y="250480"/>
                  </a:lnTo>
                  <a:lnTo>
                    <a:pt x="7307325" y="250480"/>
                  </a:lnTo>
                  <a:lnTo>
                    <a:pt x="7307451" y="250480"/>
                  </a:lnTo>
                  <a:lnTo>
                    <a:pt x="7307578" y="250480"/>
                  </a:lnTo>
                  <a:lnTo>
                    <a:pt x="7307704" y="250480"/>
                  </a:lnTo>
                  <a:lnTo>
                    <a:pt x="7307830" y="250480"/>
                  </a:lnTo>
                  <a:lnTo>
                    <a:pt x="7307956" y="250480"/>
                  </a:lnTo>
                  <a:lnTo>
                    <a:pt x="7308083" y="250480"/>
                  </a:lnTo>
                  <a:lnTo>
                    <a:pt x="7308209" y="250480"/>
                  </a:lnTo>
                  <a:lnTo>
                    <a:pt x="7308335" y="250480"/>
                  </a:lnTo>
                  <a:lnTo>
                    <a:pt x="7308461" y="250480"/>
                  </a:lnTo>
                  <a:lnTo>
                    <a:pt x="7308588" y="250480"/>
                  </a:lnTo>
                  <a:lnTo>
                    <a:pt x="7308714" y="250480"/>
                  </a:lnTo>
                  <a:lnTo>
                    <a:pt x="7308840" y="250480"/>
                  </a:lnTo>
                  <a:lnTo>
                    <a:pt x="7308966" y="250480"/>
                  </a:lnTo>
                  <a:lnTo>
                    <a:pt x="7309093" y="250480"/>
                  </a:lnTo>
                  <a:lnTo>
                    <a:pt x="7309219" y="250480"/>
                  </a:lnTo>
                  <a:lnTo>
                    <a:pt x="7309219" y="245568"/>
                  </a:lnTo>
                  <a:lnTo>
                    <a:pt x="7309345" y="245568"/>
                  </a:lnTo>
                  <a:lnTo>
                    <a:pt x="7309472" y="245568"/>
                  </a:lnTo>
                  <a:lnTo>
                    <a:pt x="7309598" y="245568"/>
                  </a:lnTo>
                  <a:lnTo>
                    <a:pt x="7309724" y="245568"/>
                  </a:lnTo>
                  <a:lnTo>
                    <a:pt x="7309850" y="245568"/>
                  </a:lnTo>
                  <a:lnTo>
                    <a:pt x="7309977" y="245568"/>
                  </a:lnTo>
                  <a:lnTo>
                    <a:pt x="7310103" y="245568"/>
                  </a:lnTo>
                  <a:lnTo>
                    <a:pt x="7310229" y="245568"/>
                  </a:lnTo>
                  <a:lnTo>
                    <a:pt x="7310355" y="245568"/>
                  </a:lnTo>
                  <a:lnTo>
                    <a:pt x="7310482" y="245568"/>
                  </a:lnTo>
                  <a:lnTo>
                    <a:pt x="7310608" y="245568"/>
                  </a:lnTo>
                  <a:lnTo>
                    <a:pt x="7310734" y="245568"/>
                  </a:lnTo>
                  <a:lnTo>
                    <a:pt x="7310860" y="245568"/>
                  </a:lnTo>
                  <a:lnTo>
                    <a:pt x="7310987" y="245568"/>
                  </a:lnTo>
                  <a:lnTo>
                    <a:pt x="7311113" y="245568"/>
                  </a:lnTo>
                  <a:lnTo>
                    <a:pt x="7311239" y="245568"/>
                  </a:lnTo>
                  <a:lnTo>
                    <a:pt x="7311365" y="245568"/>
                  </a:lnTo>
                  <a:lnTo>
                    <a:pt x="7311492" y="245568"/>
                  </a:lnTo>
                  <a:lnTo>
                    <a:pt x="7311618" y="245568"/>
                  </a:lnTo>
                  <a:lnTo>
                    <a:pt x="7311744" y="245568"/>
                  </a:lnTo>
                  <a:lnTo>
                    <a:pt x="7311870" y="245568"/>
                  </a:lnTo>
                  <a:lnTo>
                    <a:pt x="7311997" y="245568"/>
                  </a:lnTo>
                  <a:lnTo>
                    <a:pt x="7312123" y="245568"/>
                  </a:lnTo>
                  <a:lnTo>
                    <a:pt x="7312249" y="245568"/>
                  </a:lnTo>
                  <a:lnTo>
                    <a:pt x="7312375" y="245568"/>
                  </a:lnTo>
                  <a:lnTo>
                    <a:pt x="7312502" y="245568"/>
                  </a:lnTo>
                  <a:lnTo>
                    <a:pt x="7312628" y="245568"/>
                  </a:lnTo>
                  <a:lnTo>
                    <a:pt x="7312754" y="245568"/>
                  </a:lnTo>
                  <a:lnTo>
                    <a:pt x="7312880" y="245568"/>
                  </a:lnTo>
                  <a:lnTo>
                    <a:pt x="7313007" y="245568"/>
                  </a:lnTo>
                  <a:lnTo>
                    <a:pt x="7313133" y="245568"/>
                  </a:lnTo>
                  <a:lnTo>
                    <a:pt x="7313259" y="245568"/>
                  </a:lnTo>
                  <a:lnTo>
                    <a:pt x="7313385" y="245568"/>
                  </a:lnTo>
                  <a:lnTo>
                    <a:pt x="7313512" y="245568"/>
                  </a:lnTo>
                  <a:lnTo>
                    <a:pt x="7313638" y="245568"/>
                  </a:lnTo>
                  <a:lnTo>
                    <a:pt x="7313764" y="245568"/>
                  </a:lnTo>
                  <a:lnTo>
                    <a:pt x="7313890" y="245568"/>
                  </a:lnTo>
                  <a:lnTo>
                    <a:pt x="7314017" y="245568"/>
                  </a:lnTo>
                  <a:lnTo>
                    <a:pt x="7314143" y="245568"/>
                  </a:lnTo>
                  <a:lnTo>
                    <a:pt x="7314269" y="245568"/>
                  </a:lnTo>
                  <a:lnTo>
                    <a:pt x="7314396" y="245568"/>
                  </a:lnTo>
                  <a:lnTo>
                    <a:pt x="7314522" y="245568"/>
                  </a:lnTo>
                  <a:lnTo>
                    <a:pt x="7314648" y="245568"/>
                  </a:lnTo>
                  <a:lnTo>
                    <a:pt x="7314774" y="245568"/>
                  </a:lnTo>
                  <a:lnTo>
                    <a:pt x="7314901" y="245568"/>
                  </a:lnTo>
                  <a:lnTo>
                    <a:pt x="7315027" y="245568"/>
                  </a:lnTo>
                  <a:lnTo>
                    <a:pt x="7315153" y="245568"/>
                  </a:lnTo>
                  <a:lnTo>
                    <a:pt x="7315279" y="245568"/>
                  </a:lnTo>
                  <a:lnTo>
                    <a:pt x="7315406" y="245568"/>
                  </a:lnTo>
                  <a:lnTo>
                    <a:pt x="7315532" y="245568"/>
                  </a:lnTo>
                  <a:lnTo>
                    <a:pt x="7315658" y="245568"/>
                  </a:lnTo>
                  <a:lnTo>
                    <a:pt x="7315784" y="245568"/>
                  </a:lnTo>
                  <a:lnTo>
                    <a:pt x="7315911" y="245568"/>
                  </a:lnTo>
                  <a:lnTo>
                    <a:pt x="7316037" y="245568"/>
                  </a:lnTo>
                  <a:lnTo>
                    <a:pt x="7316163" y="245568"/>
                  </a:lnTo>
                  <a:lnTo>
                    <a:pt x="7316289" y="245568"/>
                  </a:lnTo>
                  <a:lnTo>
                    <a:pt x="7316416" y="245568"/>
                  </a:lnTo>
                  <a:lnTo>
                    <a:pt x="7316542" y="245568"/>
                  </a:lnTo>
                  <a:lnTo>
                    <a:pt x="7316668" y="245568"/>
                  </a:lnTo>
                  <a:lnTo>
                    <a:pt x="7316794" y="245568"/>
                  </a:lnTo>
                  <a:lnTo>
                    <a:pt x="7316921" y="245568"/>
                  </a:lnTo>
                  <a:lnTo>
                    <a:pt x="7317047" y="245568"/>
                  </a:lnTo>
                  <a:lnTo>
                    <a:pt x="7317173" y="245568"/>
                  </a:lnTo>
                  <a:lnTo>
                    <a:pt x="7317299" y="245568"/>
                  </a:lnTo>
                  <a:lnTo>
                    <a:pt x="7317426" y="245568"/>
                  </a:lnTo>
                  <a:lnTo>
                    <a:pt x="7317552" y="245568"/>
                  </a:lnTo>
                  <a:lnTo>
                    <a:pt x="7317678" y="245568"/>
                  </a:lnTo>
                  <a:lnTo>
                    <a:pt x="7317804" y="245568"/>
                  </a:lnTo>
                  <a:lnTo>
                    <a:pt x="7317931" y="245568"/>
                  </a:lnTo>
                  <a:lnTo>
                    <a:pt x="7318057" y="245568"/>
                  </a:lnTo>
                  <a:lnTo>
                    <a:pt x="7318183" y="245568"/>
                  </a:lnTo>
                  <a:lnTo>
                    <a:pt x="7318309" y="245568"/>
                  </a:lnTo>
                  <a:lnTo>
                    <a:pt x="7318436" y="245568"/>
                  </a:lnTo>
                  <a:lnTo>
                    <a:pt x="7318562" y="245568"/>
                  </a:lnTo>
                  <a:lnTo>
                    <a:pt x="7318688" y="245568"/>
                  </a:lnTo>
                  <a:lnTo>
                    <a:pt x="7318814" y="245568"/>
                  </a:lnTo>
                  <a:lnTo>
                    <a:pt x="7318941" y="245568"/>
                  </a:lnTo>
                  <a:lnTo>
                    <a:pt x="7319067" y="245568"/>
                  </a:lnTo>
                  <a:lnTo>
                    <a:pt x="7319193" y="245568"/>
                  </a:lnTo>
                  <a:lnTo>
                    <a:pt x="7319319" y="245568"/>
                  </a:lnTo>
                  <a:lnTo>
                    <a:pt x="7319446" y="245568"/>
                  </a:lnTo>
                  <a:lnTo>
                    <a:pt x="7319572" y="245568"/>
                  </a:lnTo>
                  <a:lnTo>
                    <a:pt x="7319698" y="245568"/>
                  </a:lnTo>
                  <a:lnTo>
                    <a:pt x="7319825" y="245568"/>
                  </a:lnTo>
                  <a:lnTo>
                    <a:pt x="7319951" y="245568"/>
                  </a:lnTo>
                  <a:lnTo>
                    <a:pt x="7320077" y="245568"/>
                  </a:lnTo>
                  <a:lnTo>
                    <a:pt x="7320203" y="245568"/>
                  </a:lnTo>
                  <a:lnTo>
                    <a:pt x="7320330" y="245568"/>
                  </a:lnTo>
                  <a:lnTo>
                    <a:pt x="7320456" y="245568"/>
                  </a:lnTo>
                  <a:lnTo>
                    <a:pt x="7320582" y="245568"/>
                  </a:lnTo>
                  <a:lnTo>
                    <a:pt x="7320708" y="245568"/>
                  </a:lnTo>
                  <a:lnTo>
                    <a:pt x="7320835" y="245568"/>
                  </a:lnTo>
                  <a:lnTo>
                    <a:pt x="7320961" y="245568"/>
                  </a:lnTo>
                  <a:lnTo>
                    <a:pt x="7321087" y="245568"/>
                  </a:lnTo>
                  <a:lnTo>
                    <a:pt x="7321213" y="245568"/>
                  </a:lnTo>
                  <a:lnTo>
                    <a:pt x="7321340" y="245568"/>
                  </a:lnTo>
                  <a:lnTo>
                    <a:pt x="7321466" y="245568"/>
                  </a:lnTo>
                  <a:lnTo>
                    <a:pt x="7321592" y="245568"/>
                  </a:lnTo>
                  <a:lnTo>
                    <a:pt x="7321718" y="245568"/>
                  </a:lnTo>
                  <a:lnTo>
                    <a:pt x="7321845" y="245568"/>
                  </a:lnTo>
                  <a:lnTo>
                    <a:pt x="7321971" y="245568"/>
                  </a:lnTo>
                  <a:lnTo>
                    <a:pt x="7322097" y="245568"/>
                  </a:lnTo>
                  <a:lnTo>
                    <a:pt x="7322223" y="245568"/>
                  </a:lnTo>
                  <a:lnTo>
                    <a:pt x="7322350" y="245568"/>
                  </a:lnTo>
                  <a:lnTo>
                    <a:pt x="7322476" y="245568"/>
                  </a:lnTo>
                  <a:lnTo>
                    <a:pt x="7322602" y="245568"/>
                  </a:lnTo>
                  <a:lnTo>
                    <a:pt x="7322728" y="245568"/>
                  </a:lnTo>
                  <a:lnTo>
                    <a:pt x="7322855" y="245568"/>
                  </a:lnTo>
                  <a:lnTo>
                    <a:pt x="7322981" y="245568"/>
                  </a:lnTo>
                  <a:lnTo>
                    <a:pt x="7323107" y="245568"/>
                  </a:lnTo>
                  <a:lnTo>
                    <a:pt x="7323233" y="245568"/>
                  </a:lnTo>
                  <a:lnTo>
                    <a:pt x="7323360" y="245568"/>
                  </a:lnTo>
                  <a:lnTo>
                    <a:pt x="7323486" y="245568"/>
                  </a:lnTo>
                  <a:lnTo>
                    <a:pt x="7323612" y="245568"/>
                  </a:lnTo>
                  <a:lnTo>
                    <a:pt x="7323738" y="245568"/>
                  </a:lnTo>
                  <a:lnTo>
                    <a:pt x="7323865" y="245568"/>
                  </a:lnTo>
                  <a:lnTo>
                    <a:pt x="7323991" y="245568"/>
                  </a:lnTo>
                  <a:lnTo>
                    <a:pt x="7324117" y="245568"/>
                  </a:lnTo>
                  <a:lnTo>
                    <a:pt x="7324243" y="245568"/>
                  </a:lnTo>
                  <a:lnTo>
                    <a:pt x="7324370" y="245568"/>
                  </a:lnTo>
                  <a:lnTo>
                    <a:pt x="7324496" y="245568"/>
                  </a:lnTo>
                  <a:lnTo>
                    <a:pt x="7324622" y="245568"/>
                  </a:lnTo>
                  <a:lnTo>
                    <a:pt x="7324749" y="245568"/>
                  </a:lnTo>
                  <a:lnTo>
                    <a:pt x="7324875" y="245568"/>
                  </a:lnTo>
                  <a:lnTo>
                    <a:pt x="7325001" y="245568"/>
                  </a:lnTo>
                  <a:lnTo>
                    <a:pt x="7325127" y="245568"/>
                  </a:lnTo>
                  <a:lnTo>
                    <a:pt x="7325254" y="245568"/>
                  </a:lnTo>
                  <a:lnTo>
                    <a:pt x="7325380" y="245568"/>
                  </a:lnTo>
                  <a:lnTo>
                    <a:pt x="7325506" y="245568"/>
                  </a:lnTo>
                  <a:lnTo>
                    <a:pt x="7325506" y="240657"/>
                  </a:lnTo>
                  <a:lnTo>
                    <a:pt x="7325632" y="240657"/>
                  </a:lnTo>
                  <a:lnTo>
                    <a:pt x="7325759" y="240657"/>
                  </a:lnTo>
                  <a:lnTo>
                    <a:pt x="7325885" y="240657"/>
                  </a:lnTo>
                  <a:lnTo>
                    <a:pt x="7326011" y="240657"/>
                  </a:lnTo>
                  <a:lnTo>
                    <a:pt x="7326137" y="240657"/>
                  </a:lnTo>
                  <a:lnTo>
                    <a:pt x="7326264" y="240657"/>
                  </a:lnTo>
                  <a:lnTo>
                    <a:pt x="7326390" y="240657"/>
                  </a:lnTo>
                  <a:lnTo>
                    <a:pt x="7326516" y="240657"/>
                  </a:lnTo>
                  <a:lnTo>
                    <a:pt x="7326642" y="240657"/>
                  </a:lnTo>
                  <a:lnTo>
                    <a:pt x="7326769" y="240657"/>
                  </a:lnTo>
                  <a:lnTo>
                    <a:pt x="7326895" y="240657"/>
                  </a:lnTo>
                  <a:lnTo>
                    <a:pt x="7327021" y="240657"/>
                  </a:lnTo>
                  <a:lnTo>
                    <a:pt x="7327147" y="240657"/>
                  </a:lnTo>
                  <a:lnTo>
                    <a:pt x="7327274" y="240657"/>
                  </a:lnTo>
                  <a:lnTo>
                    <a:pt x="7327400" y="240657"/>
                  </a:lnTo>
                  <a:lnTo>
                    <a:pt x="7327526" y="240657"/>
                  </a:lnTo>
                  <a:lnTo>
                    <a:pt x="7327652" y="240657"/>
                  </a:lnTo>
                  <a:lnTo>
                    <a:pt x="7327779" y="240657"/>
                  </a:lnTo>
                  <a:lnTo>
                    <a:pt x="7327905" y="240657"/>
                  </a:lnTo>
                  <a:lnTo>
                    <a:pt x="7328031" y="240657"/>
                  </a:lnTo>
                  <a:lnTo>
                    <a:pt x="7328157" y="240657"/>
                  </a:lnTo>
                  <a:lnTo>
                    <a:pt x="7328284" y="240657"/>
                  </a:lnTo>
                  <a:lnTo>
                    <a:pt x="7328410" y="240657"/>
                  </a:lnTo>
                  <a:lnTo>
                    <a:pt x="7328536" y="240657"/>
                  </a:lnTo>
                  <a:lnTo>
                    <a:pt x="7328662" y="240657"/>
                  </a:lnTo>
                  <a:lnTo>
                    <a:pt x="7328789" y="240657"/>
                  </a:lnTo>
                  <a:lnTo>
                    <a:pt x="7328915" y="240657"/>
                  </a:lnTo>
                  <a:lnTo>
                    <a:pt x="7329041" y="240657"/>
                  </a:lnTo>
                  <a:lnTo>
                    <a:pt x="7329167" y="240657"/>
                  </a:lnTo>
                  <a:lnTo>
                    <a:pt x="7329294" y="240657"/>
                  </a:lnTo>
                  <a:lnTo>
                    <a:pt x="7329420" y="240657"/>
                  </a:lnTo>
                  <a:lnTo>
                    <a:pt x="7329546" y="240657"/>
                  </a:lnTo>
                  <a:lnTo>
                    <a:pt x="7329672" y="240657"/>
                  </a:lnTo>
                  <a:lnTo>
                    <a:pt x="7329799" y="240657"/>
                  </a:lnTo>
                  <a:lnTo>
                    <a:pt x="7329925" y="240657"/>
                  </a:lnTo>
                  <a:lnTo>
                    <a:pt x="7330051" y="240657"/>
                  </a:lnTo>
                  <a:lnTo>
                    <a:pt x="7330178" y="240657"/>
                  </a:lnTo>
                  <a:lnTo>
                    <a:pt x="7330304" y="240657"/>
                  </a:lnTo>
                  <a:lnTo>
                    <a:pt x="7330430" y="240657"/>
                  </a:lnTo>
                  <a:lnTo>
                    <a:pt x="7330556" y="240657"/>
                  </a:lnTo>
                  <a:lnTo>
                    <a:pt x="7330683" y="240657"/>
                  </a:lnTo>
                  <a:lnTo>
                    <a:pt x="7330809" y="240657"/>
                  </a:lnTo>
                  <a:lnTo>
                    <a:pt x="7330935" y="240657"/>
                  </a:lnTo>
                  <a:lnTo>
                    <a:pt x="7331061" y="240657"/>
                  </a:lnTo>
                  <a:lnTo>
                    <a:pt x="7331188" y="240657"/>
                  </a:lnTo>
                  <a:lnTo>
                    <a:pt x="7331314" y="240657"/>
                  </a:lnTo>
                  <a:lnTo>
                    <a:pt x="7331440" y="240657"/>
                  </a:lnTo>
                  <a:lnTo>
                    <a:pt x="7331566" y="240657"/>
                  </a:lnTo>
                  <a:lnTo>
                    <a:pt x="7331693" y="240657"/>
                  </a:lnTo>
                  <a:lnTo>
                    <a:pt x="7331819" y="240657"/>
                  </a:lnTo>
                  <a:lnTo>
                    <a:pt x="7331945" y="240657"/>
                  </a:lnTo>
                  <a:lnTo>
                    <a:pt x="7332071" y="240657"/>
                  </a:lnTo>
                  <a:lnTo>
                    <a:pt x="7332198" y="240657"/>
                  </a:lnTo>
                  <a:lnTo>
                    <a:pt x="7332324" y="240657"/>
                  </a:lnTo>
                  <a:lnTo>
                    <a:pt x="7332450" y="240657"/>
                  </a:lnTo>
                  <a:lnTo>
                    <a:pt x="7332576" y="240657"/>
                  </a:lnTo>
                  <a:lnTo>
                    <a:pt x="7332703" y="240657"/>
                  </a:lnTo>
                  <a:lnTo>
                    <a:pt x="7332829" y="240657"/>
                  </a:lnTo>
                  <a:lnTo>
                    <a:pt x="7332955" y="240657"/>
                  </a:lnTo>
                  <a:lnTo>
                    <a:pt x="7333081" y="240657"/>
                  </a:lnTo>
                  <a:lnTo>
                    <a:pt x="7333208" y="240657"/>
                  </a:lnTo>
                  <a:lnTo>
                    <a:pt x="7333334" y="240657"/>
                  </a:lnTo>
                  <a:lnTo>
                    <a:pt x="7333460" y="240657"/>
                  </a:lnTo>
                  <a:lnTo>
                    <a:pt x="7333586" y="240657"/>
                  </a:lnTo>
                  <a:lnTo>
                    <a:pt x="7333713" y="240657"/>
                  </a:lnTo>
                  <a:lnTo>
                    <a:pt x="7333839" y="240657"/>
                  </a:lnTo>
                  <a:lnTo>
                    <a:pt x="7333965" y="240657"/>
                  </a:lnTo>
                  <a:lnTo>
                    <a:pt x="7334091" y="240657"/>
                  </a:lnTo>
                  <a:lnTo>
                    <a:pt x="7334218" y="240657"/>
                  </a:lnTo>
                  <a:lnTo>
                    <a:pt x="7334344" y="240657"/>
                  </a:lnTo>
                  <a:lnTo>
                    <a:pt x="7334470" y="240657"/>
                  </a:lnTo>
                  <a:lnTo>
                    <a:pt x="7334596" y="240657"/>
                  </a:lnTo>
                  <a:lnTo>
                    <a:pt x="7334723" y="240657"/>
                  </a:lnTo>
                  <a:lnTo>
                    <a:pt x="7334849" y="240657"/>
                  </a:lnTo>
                  <a:lnTo>
                    <a:pt x="7334975" y="240657"/>
                  </a:lnTo>
                  <a:lnTo>
                    <a:pt x="7335102" y="240657"/>
                  </a:lnTo>
                  <a:lnTo>
                    <a:pt x="7335228" y="240657"/>
                  </a:lnTo>
                  <a:lnTo>
                    <a:pt x="7335354" y="240657"/>
                  </a:lnTo>
                  <a:lnTo>
                    <a:pt x="7335480" y="240657"/>
                  </a:lnTo>
                  <a:lnTo>
                    <a:pt x="7335607" y="240657"/>
                  </a:lnTo>
                  <a:lnTo>
                    <a:pt x="7335733" y="240657"/>
                  </a:lnTo>
                  <a:lnTo>
                    <a:pt x="7335859" y="240657"/>
                  </a:lnTo>
                  <a:lnTo>
                    <a:pt x="7335985" y="240657"/>
                  </a:lnTo>
                  <a:lnTo>
                    <a:pt x="7336112" y="240657"/>
                  </a:lnTo>
                  <a:lnTo>
                    <a:pt x="7336238" y="240657"/>
                  </a:lnTo>
                  <a:lnTo>
                    <a:pt x="7336364" y="240657"/>
                  </a:lnTo>
                  <a:lnTo>
                    <a:pt x="7336490" y="240657"/>
                  </a:lnTo>
                  <a:lnTo>
                    <a:pt x="7336617" y="240657"/>
                  </a:lnTo>
                  <a:lnTo>
                    <a:pt x="7336743" y="240657"/>
                  </a:lnTo>
                  <a:lnTo>
                    <a:pt x="7336869" y="240657"/>
                  </a:lnTo>
                  <a:lnTo>
                    <a:pt x="7336995" y="240657"/>
                  </a:lnTo>
                  <a:lnTo>
                    <a:pt x="7337122" y="240657"/>
                  </a:lnTo>
                  <a:lnTo>
                    <a:pt x="7337248" y="240657"/>
                  </a:lnTo>
                  <a:lnTo>
                    <a:pt x="7337374" y="240657"/>
                  </a:lnTo>
                  <a:lnTo>
                    <a:pt x="7337500" y="240657"/>
                  </a:lnTo>
                  <a:lnTo>
                    <a:pt x="7337627" y="240657"/>
                  </a:lnTo>
                  <a:lnTo>
                    <a:pt x="7337753" y="240657"/>
                  </a:lnTo>
                  <a:lnTo>
                    <a:pt x="7337879" y="240657"/>
                  </a:lnTo>
                  <a:lnTo>
                    <a:pt x="7338005" y="240657"/>
                  </a:lnTo>
                  <a:lnTo>
                    <a:pt x="7338132" y="240657"/>
                  </a:lnTo>
                  <a:lnTo>
                    <a:pt x="7338258" y="240657"/>
                  </a:lnTo>
                  <a:lnTo>
                    <a:pt x="7338384" y="240657"/>
                  </a:lnTo>
                  <a:lnTo>
                    <a:pt x="7338510" y="240657"/>
                  </a:lnTo>
                  <a:lnTo>
                    <a:pt x="7338637" y="240657"/>
                  </a:lnTo>
                  <a:lnTo>
                    <a:pt x="7338763" y="240657"/>
                  </a:lnTo>
                  <a:lnTo>
                    <a:pt x="7338889" y="240657"/>
                  </a:lnTo>
                  <a:lnTo>
                    <a:pt x="7339015" y="240657"/>
                  </a:lnTo>
                  <a:lnTo>
                    <a:pt x="7339142" y="240657"/>
                  </a:lnTo>
                  <a:lnTo>
                    <a:pt x="7339268" y="240657"/>
                  </a:lnTo>
                  <a:lnTo>
                    <a:pt x="7339394" y="240657"/>
                  </a:lnTo>
                  <a:lnTo>
                    <a:pt x="7339520" y="240657"/>
                  </a:lnTo>
                  <a:lnTo>
                    <a:pt x="7339647" y="240657"/>
                  </a:lnTo>
                  <a:lnTo>
                    <a:pt x="7339773" y="240657"/>
                  </a:lnTo>
                  <a:lnTo>
                    <a:pt x="7339899" y="240657"/>
                  </a:lnTo>
                  <a:lnTo>
                    <a:pt x="7340025" y="240657"/>
                  </a:lnTo>
                  <a:lnTo>
                    <a:pt x="7340152" y="240657"/>
                  </a:lnTo>
                  <a:lnTo>
                    <a:pt x="7340278" y="240657"/>
                  </a:lnTo>
                  <a:lnTo>
                    <a:pt x="7340404" y="240657"/>
                  </a:lnTo>
                  <a:lnTo>
                    <a:pt x="7340531" y="240657"/>
                  </a:lnTo>
                  <a:lnTo>
                    <a:pt x="7340657" y="240657"/>
                  </a:lnTo>
                  <a:lnTo>
                    <a:pt x="7340783" y="240657"/>
                  </a:lnTo>
                  <a:lnTo>
                    <a:pt x="7340909" y="240657"/>
                  </a:lnTo>
                  <a:lnTo>
                    <a:pt x="7341036" y="240657"/>
                  </a:lnTo>
                  <a:lnTo>
                    <a:pt x="7341162" y="240657"/>
                  </a:lnTo>
                  <a:lnTo>
                    <a:pt x="7341288" y="240657"/>
                  </a:lnTo>
                  <a:lnTo>
                    <a:pt x="7341414" y="240657"/>
                  </a:lnTo>
                  <a:lnTo>
                    <a:pt x="7341541" y="240657"/>
                  </a:lnTo>
                  <a:lnTo>
                    <a:pt x="7341667" y="240657"/>
                  </a:lnTo>
                  <a:lnTo>
                    <a:pt x="7341793" y="240657"/>
                  </a:lnTo>
                  <a:lnTo>
                    <a:pt x="7341919" y="240657"/>
                  </a:lnTo>
                  <a:lnTo>
                    <a:pt x="7342046" y="240657"/>
                  </a:lnTo>
                  <a:lnTo>
                    <a:pt x="7342172" y="240657"/>
                  </a:lnTo>
                  <a:lnTo>
                    <a:pt x="7342298" y="240657"/>
                  </a:lnTo>
                  <a:lnTo>
                    <a:pt x="7342424" y="240657"/>
                  </a:lnTo>
                  <a:lnTo>
                    <a:pt x="7342551" y="240657"/>
                  </a:lnTo>
                  <a:lnTo>
                    <a:pt x="7342677" y="240657"/>
                  </a:lnTo>
                  <a:lnTo>
                    <a:pt x="7342803" y="240657"/>
                  </a:lnTo>
                  <a:lnTo>
                    <a:pt x="7342929" y="240657"/>
                  </a:lnTo>
                  <a:lnTo>
                    <a:pt x="7343056" y="240657"/>
                  </a:lnTo>
                  <a:lnTo>
                    <a:pt x="7343182" y="240657"/>
                  </a:lnTo>
                  <a:lnTo>
                    <a:pt x="7343308" y="240657"/>
                  </a:lnTo>
                  <a:lnTo>
                    <a:pt x="7343434" y="240657"/>
                  </a:lnTo>
                  <a:lnTo>
                    <a:pt x="7343561" y="240657"/>
                  </a:lnTo>
                  <a:lnTo>
                    <a:pt x="7343687" y="240657"/>
                  </a:lnTo>
                  <a:lnTo>
                    <a:pt x="7343813" y="240657"/>
                  </a:lnTo>
                  <a:lnTo>
                    <a:pt x="7343939" y="240657"/>
                  </a:lnTo>
                  <a:lnTo>
                    <a:pt x="7344066" y="240657"/>
                  </a:lnTo>
                  <a:lnTo>
                    <a:pt x="7344192" y="240657"/>
                  </a:lnTo>
                  <a:lnTo>
                    <a:pt x="7344318" y="240657"/>
                  </a:lnTo>
                  <a:lnTo>
                    <a:pt x="7344444" y="240657"/>
                  </a:lnTo>
                  <a:lnTo>
                    <a:pt x="7344571" y="240657"/>
                  </a:lnTo>
                  <a:lnTo>
                    <a:pt x="7344697" y="240657"/>
                  </a:lnTo>
                  <a:lnTo>
                    <a:pt x="7344823" y="240657"/>
                  </a:lnTo>
                  <a:lnTo>
                    <a:pt x="7344949" y="240657"/>
                  </a:lnTo>
                  <a:lnTo>
                    <a:pt x="7345076" y="240657"/>
                  </a:lnTo>
                  <a:lnTo>
                    <a:pt x="7345202" y="240657"/>
                  </a:lnTo>
                  <a:lnTo>
                    <a:pt x="7345328" y="240657"/>
                  </a:lnTo>
                  <a:lnTo>
                    <a:pt x="7345455" y="240657"/>
                  </a:lnTo>
                  <a:lnTo>
                    <a:pt x="7345581" y="240657"/>
                  </a:lnTo>
                  <a:lnTo>
                    <a:pt x="7345707" y="240657"/>
                  </a:lnTo>
                  <a:lnTo>
                    <a:pt x="7345833" y="240657"/>
                  </a:lnTo>
                  <a:lnTo>
                    <a:pt x="7345960" y="240657"/>
                  </a:lnTo>
                  <a:lnTo>
                    <a:pt x="7346086" y="240657"/>
                  </a:lnTo>
                  <a:lnTo>
                    <a:pt x="7346212" y="240657"/>
                  </a:lnTo>
                  <a:lnTo>
                    <a:pt x="7346338" y="240657"/>
                  </a:lnTo>
                  <a:lnTo>
                    <a:pt x="7346465" y="240657"/>
                  </a:lnTo>
                  <a:lnTo>
                    <a:pt x="7346591" y="240657"/>
                  </a:lnTo>
                  <a:lnTo>
                    <a:pt x="7346717" y="240657"/>
                  </a:lnTo>
                  <a:lnTo>
                    <a:pt x="7346843" y="240657"/>
                  </a:lnTo>
                  <a:lnTo>
                    <a:pt x="7346970" y="240657"/>
                  </a:lnTo>
                  <a:lnTo>
                    <a:pt x="7347096" y="240657"/>
                  </a:lnTo>
                  <a:lnTo>
                    <a:pt x="7347222" y="240657"/>
                  </a:lnTo>
                  <a:lnTo>
                    <a:pt x="7347348" y="240657"/>
                  </a:lnTo>
                  <a:lnTo>
                    <a:pt x="7347475" y="240657"/>
                  </a:lnTo>
                  <a:lnTo>
                    <a:pt x="7347601" y="240657"/>
                  </a:lnTo>
                  <a:lnTo>
                    <a:pt x="7347727" y="240657"/>
                  </a:lnTo>
                  <a:lnTo>
                    <a:pt x="7347853" y="240657"/>
                  </a:lnTo>
                  <a:lnTo>
                    <a:pt x="7347980" y="240657"/>
                  </a:lnTo>
                  <a:lnTo>
                    <a:pt x="7348106" y="240657"/>
                  </a:lnTo>
                  <a:lnTo>
                    <a:pt x="7348232" y="240657"/>
                  </a:lnTo>
                  <a:lnTo>
                    <a:pt x="7348358" y="240657"/>
                  </a:lnTo>
                  <a:lnTo>
                    <a:pt x="7348485" y="240657"/>
                  </a:lnTo>
                  <a:lnTo>
                    <a:pt x="7348611" y="240657"/>
                  </a:lnTo>
                  <a:lnTo>
                    <a:pt x="7348737" y="240657"/>
                  </a:lnTo>
                  <a:lnTo>
                    <a:pt x="7348863" y="240657"/>
                  </a:lnTo>
                  <a:lnTo>
                    <a:pt x="7348990" y="240657"/>
                  </a:lnTo>
                  <a:lnTo>
                    <a:pt x="7349116" y="240657"/>
                  </a:lnTo>
                  <a:lnTo>
                    <a:pt x="7349242" y="240657"/>
                  </a:lnTo>
                  <a:lnTo>
                    <a:pt x="7349368" y="240657"/>
                  </a:lnTo>
                  <a:lnTo>
                    <a:pt x="7349495" y="240657"/>
                  </a:lnTo>
                  <a:lnTo>
                    <a:pt x="7349621" y="240657"/>
                  </a:lnTo>
                  <a:lnTo>
                    <a:pt x="7349747" y="240657"/>
                  </a:lnTo>
                  <a:lnTo>
                    <a:pt x="7349873" y="240657"/>
                  </a:lnTo>
                  <a:lnTo>
                    <a:pt x="7350000" y="240657"/>
                  </a:lnTo>
                  <a:lnTo>
                    <a:pt x="7350126" y="240657"/>
                  </a:lnTo>
                  <a:lnTo>
                    <a:pt x="7350252" y="240657"/>
                  </a:lnTo>
                  <a:lnTo>
                    <a:pt x="7350378" y="240657"/>
                  </a:lnTo>
                  <a:lnTo>
                    <a:pt x="7350505" y="240657"/>
                  </a:lnTo>
                  <a:lnTo>
                    <a:pt x="7350631" y="240657"/>
                  </a:lnTo>
                  <a:lnTo>
                    <a:pt x="7350757" y="240657"/>
                  </a:lnTo>
                  <a:lnTo>
                    <a:pt x="7350884" y="240657"/>
                  </a:lnTo>
                  <a:lnTo>
                    <a:pt x="7351010" y="240657"/>
                  </a:lnTo>
                  <a:lnTo>
                    <a:pt x="7351136" y="240657"/>
                  </a:lnTo>
                  <a:lnTo>
                    <a:pt x="7351262" y="240657"/>
                  </a:lnTo>
                  <a:lnTo>
                    <a:pt x="7351389" y="240657"/>
                  </a:lnTo>
                  <a:lnTo>
                    <a:pt x="7351515" y="240657"/>
                  </a:lnTo>
                  <a:lnTo>
                    <a:pt x="7351641" y="240657"/>
                  </a:lnTo>
                  <a:lnTo>
                    <a:pt x="7351767" y="240657"/>
                  </a:lnTo>
                  <a:lnTo>
                    <a:pt x="7351894" y="240657"/>
                  </a:lnTo>
                  <a:lnTo>
                    <a:pt x="7352020" y="240657"/>
                  </a:lnTo>
                  <a:lnTo>
                    <a:pt x="7352146" y="240657"/>
                  </a:lnTo>
                  <a:lnTo>
                    <a:pt x="7352272" y="240657"/>
                  </a:lnTo>
                  <a:lnTo>
                    <a:pt x="7352399" y="240657"/>
                  </a:lnTo>
                  <a:lnTo>
                    <a:pt x="7352525" y="240657"/>
                  </a:lnTo>
                  <a:lnTo>
                    <a:pt x="7352651" y="240657"/>
                  </a:lnTo>
                  <a:lnTo>
                    <a:pt x="7352777" y="240657"/>
                  </a:lnTo>
                  <a:lnTo>
                    <a:pt x="7352904" y="240657"/>
                  </a:lnTo>
                  <a:lnTo>
                    <a:pt x="7353030" y="240657"/>
                  </a:lnTo>
                  <a:lnTo>
                    <a:pt x="7353156" y="240657"/>
                  </a:lnTo>
                  <a:lnTo>
                    <a:pt x="7353282" y="240657"/>
                  </a:lnTo>
                  <a:lnTo>
                    <a:pt x="7353409" y="240657"/>
                  </a:lnTo>
                  <a:lnTo>
                    <a:pt x="7353535" y="240657"/>
                  </a:lnTo>
                  <a:lnTo>
                    <a:pt x="7353661" y="240657"/>
                  </a:lnTo>
                  <a:lnTo>
                    <a:pt x="7353787" y="240657"/>
                  </a:lnTo>
                  <a:lnTo>
                    <a:pt x="7353914" y="240657"/>
                  </a:lnTo>
                  <a:lnTo>
                    <a:pt x="7354040" y="240657"/>
                  </a:lnTo>
                  <a:lnTo>
                    <a:pt x="7354166" y="240657"/>
                  </a:lnTo>
                  <a:lnTo>
                    <a:pt x="7354292" y="240657"/>
                  </a:lnTo>
                  <a:lnTo>
                    <a:pt x="7354419" y="240657"/>
                  </a:lnTo>
                  <a:lnTo>
                    <a:pt x="7354545" y="240657"/>
                  </a:lnTo>
                  <a:lnTo>
                    <a:pt x="7354671" y="240657"/>
                  </a:lnTo>
                  <a:lnTo>
                    <a:pt x="7354797" y="240657"/>
                  </a:lnTo>
                  <a:lnTo>
                    <a:pt x="7354924" y="240657"/>
                  </a:lnTo>
                  <a:lnTo>
                    <a:pt x="7355050" y="240657"/>
                  </a:lnTo>
                  <a:lnTo>
                    <a:pt x="7355176" y="240657"/>
                  </a:lnTo>
                  <a:lnTo>
                    <a:pt x="7355302" y="240657"/>
                  </a:lnTo>
                  <a:lnTo>
                    <a:pt x="7355429" y="240657"/>
                  </a:lnTo>
                  <a:lnTo>
                    <a:pt x="7355555" y="240657"/>
                  </a:lnTo>
                  <a:lnTo>
                    <a:pt x="7355681" y="240657"/>
                  </a:lnTo>
                  <a:lnTo>
                    <a:pt x="7355808" y="240657"/>
                  </a:lnTo>
                  <a:lnTo>
                    <a:pt x="7355934" y="240657"/>
                  </a:lnTo>
                  <a:lnTo>
                    <a:pt x="7356060" y="240657"/>
                  </a:lnTo>
                  <a:lnTo>
                    <a:pt x="7356186" y="240657"/>
                  </a:lnTo>
                  <a:lnTo>
                    <a:pt x="7356313" y="240657"/>
                  </a:lnTo>
                  <a:lnTo>
                    <a:pt x="7356439" y="240657"/>
                  </a:lnTo>
                  <a:lnTo>
                    <a:pt x="7356565" y="240657"/>
                  </a:lnTo>
                  <a:lnTo>
                    <a:pt x="7356691" y="240657"/>
                  </a:lnTo>
                  <a:lnTo>
                    <a:pt x="7356818" y="240657"/>
                  </a:lnTo>
                  <a:lnTo>
                    <a:pt x="7356944" y="240657"/>
                  </a:lnTo>
                  <a:lnTo>
                    <a:pt x="7357070" y="240657"/>
                  </a:lnTo>
                  <a:lnTo>
                    <a:pt x="7357196" y="240657"/>
                  </a:lnTo>
                  <a:lnTo>
                    <a:pt x="7357323" y="240657"/>
                  </a:lnTo>
                  <a:lnTo>
                    <a:pt x="7357449" y="240657"/>
                  </a:lnTo>
                  <a:lnTo>
                    <a:pt x="7357575" y="240657"/>
                  </a:lnTo>
                  <a:lnTo>
                    <a:pt x="7357701" y="240657"/>
                  </a:lnTo>
                  <a:lnTo>
                    <a:pt x="7357828" y="240657"/>
                  </a:lnTo>
                  <a:lnTo>
                    <a:pt x="7357954" y="240657"/>
                  </a:lnTo>
                  <a:lnTo>
                    <a:pt x="7358080" y="240657"/>
                  </a:lnTo>
                  <a:lnTo>
                    <a:pt x="7358206" y="240657"/>
                  </a:lnTo>
                  <a:lnTo>
                    <a:pt x="7358333" y="240657"/>
                  </a:lnTo>
                  <a:lnTo>
                    <a:pt x="7358459" y="240657"/>
                  </a:lnTo>
                  <a:lnTo>
                    <a:pt x="7358585" y="240657"/>
                  </a:lnTo>
                  <a:lnTo>
                    <a:pt x="7358711" y="240657"/>
                  </a:lnTo>
                  <a:lnTo>
                    <a:pt x="7358838" y="240657"/>
                  </a:lnTo>
                  <a:lnTo>
                    <a:pt x="7358964" y="240657"/>
                  </a:lnTo>
                  <a:lnTo>
                    <a:pt x="7359090" y="240657"/>
                  </a:lnTo>
                  <a:lnTo>
                    <a:pt x="7359216" y="240657"/>
                  </a:lnTo>
                  <a:lnTo>
                    <a:pt x="7359343" y="240657"/>
                  </a:lnTo>
                  <a:lnTo>
                    <a:pt x="7359469" y="240657"/>
                  </a:lnTo>
                  <a:lnTo>
                    <a:pt x="7359595" y="240657"/>
                  </a:lnTo>
                  <a:lnTo>
                    <a:pt x="7359721" y="240657"/>
                  </a:lnTo>
                  <a:lnTo>
                    <a:pt x="7359848" y="240657"/>
                  </a:lnTo>
                  <a:lnTo>
                    <a:pt x="7359974" y="240657"/>
                  </a:lnTo>
                  <a:lnTo>
                    <a:pt x="7360100" y="240657"/>
                  </a:lnTo>
                  <a:lnTo>
                    <a:pt x="7360226" y="240657"/>
                  </a:lnTo>
                  <a:lnTo>
                    <a:pt x="7360353" y="240657"/>
                  </a:lnTo>
                  <a:lnTo>
                    <a:pt x="7360479" y="240657"/>
                  </a:lnTo>
                  <a:lnTo>
                    <a:pt x="7360605" y="240657"/>
                  </a:lnTo>
                  <a:lnTo>
                    <a:pt x="7360731" y="240657"/>
                  </a:lnTo>
                  <a:lnTo>
                    <a:pt x="7360858" y="240657"/>
                  </a:lnTo>
                  <a:lnTo>
                    <a:pt x="7360984" y="240657"/>
                  </a:lnTo>
                  <a:lnTo>
                    <a:pt x="7361110" y="240657"/>
                  </a:lnTo>
                  <a:lnTo>
                    <a:pt x="7361237" y="240657"/>
                  </a:lnTo>
                  <a:lnTo>
                    <a:pt x="7361363" y="240657"/>
                  </a:lnTo>
                  <a:lnTo>
                    <a:pt x="7361489" y="240657"/>
                  </a:lnTo>
                  <a:lnTo>
                    <a:pt x="7361615" y="240657"/>
                  </a:lnTo>
                  <a:lnTo>
                    <a:pt x="7361742" y="240657"/>
                  </a:lnTo>
                  <a:lnTo>
                    <a:pt x="7361868" y="240657"/>
                  </a:lnTo>
                  <a:lnTo>
                    <a:pt x="7361994" y="240657"/>
                  </a:lnTo>
                  <a:lnTo>
                    <a:pt x="7362120" y="240657"/>
                  </a:lnTo>
                  <a:lnTo>
                    <a:pt x="7362247" y="240657"/>
                  </a:lnTo>
                  <a:lnTo>
                    <a:pt x="7362373" y="240657"/>
                  </a:lnTo>
                  <a:lnTo>
                    <a:pt x="7362499" y="240657"/>
                  </a:lnTo>
                  <a:lnTo>
                    <a:pt x="7362625" y="240657"/>
                  </a:lnTo>
                  <a:lnTo>
                    <a:pt x="7362752" y="240657"/>
                  </a:lnTo>
                  <a:lnTo>
                    <a:pt x="7362878" y="240657"/>
                  </a:lnTo>
                  <a:lnTo>
                    <a:pt x="7363004" y="240657"/>
                  </a:lnTo>
                  <a:lnTo>
                    <a:pt x="7363130" y="240657"/>
                  </a:lnTo>
                  <a:lnTo>
                    <a:pt x="7363257" y="240657"/>
                  </a:lnTo>
                  <a:lnTo>
                    <a:pt x="7363383" y="240657"/>
                  </a:lnTo>
                  <a:lnTo>
                    <a:pt x="7363509" y="240657"/>
                  </a:lnTo>
                  <a:lnTo>
                    <a:pt x="7363635" y="240657"/>
                  </a:lnTo>
                  <a:lnTo>
                    <a:pt x="7363762" y="240657"/>
                  </a:lnTo>
                  <a:lnTo>
                    <a:pt x="7363888" y="240657"/>
                  </a:lnTo>
                  <a:lnTo>
                    <a:pt x="7364014" y="240657"/>
                  </a:lnTo>
                  <a:lnTo>
                    <a:pt x="7364140" y="240657"/>
                  </a:lnTo>
                  <a:lnTo>
                    <a:pt x="7364140" y="235745"/>
                  </a:lnTo>
                  <a:lnTo>
                    <a:pt x="7364267" y="235745"/>
                  </a:lnTo>
                  <a:lnTo>
                    <a:pt x="7364393" y="235745"/>
                  </a:lnTo>
                  <a:lnTo>
                    <a:pt x="7364519" y="235745"/>
                  </a:lnTo>
                  <a:lnTo>
                    <a:pt x="7364645" y="235745"/>
                  </a:lnTo>
                  <a:lnTo>
                    <a:pt x="7364772" y="235745"/>
                  </a:lnTo>
                  <a:lnTo>
                    <a:pt x="7364898" y="235745"/>
                  </a:lnTo>
                  <a:lnTo>
                    <a:pt x="7365024" y="235745"/>
                  </a:lnTo>
                  <a:lnTo>
                    <a:pt x="7365150" y="235745"/>
                  </a:lnTo>
                  <a:lnTo>
                    <a:pt x="7365277" y="235745"/>
                  </a:lnTo>
                  <a:lnTo>
                    <a:pt x="7365403" y="235745"/>
                  </a:lnTo>
                  <a:lnTo>
                    <a:pt x="7365529" y="235745"/>
                  </a:lnTo>
                  <a:lnTo>
                    <a:pt x="7365655" y="235745"/>
                  </a:lnTo>
                  <a:lnTo>
                    <a:pt x="7365782" y="235745"/>
                  </a:lnTo>
                  <a:lnTo>
                    <a:pt x="7365908" y="235745"/>
                  </a:lnTo>
                  <a:lnTo>
                    <a:pt x="7366034" y="235745"/>
                  </a:lnTo>
                  <a:lnTo>
                    <a:pt x="7366161" y="235745"/>
                  </a:lnTo>
                  <a:lnTo>
                    <a:pt x="7366287" y="235745"/>
                  </a:lnTo>
                  <a:lnTo>
                    <a:pt x="7366413" y="235745"/>
                  </a:lnTo>
                  <a:lnTo>
                    <a:pt x="7366539" y="235745"/>
                  </a:lnTo>
                  <a:lnTo>
                    <a:pt x="7366666" y="235745"/>
                  </a:lnTo>
                  <a:lnTo>
                    <a:pt x="7366666" y="230834"/>
                  </a:lnTo>
                  <a:lnTo>
                    <a:pt x="7366792" y="230834"/>
                  </a:lnTo>
                  <a:lnTo>
                    <a:pt x="7366918" y="230834"/>
                  </a:lnTo>
                  <a:lnTo>
                    <a:pt x="7367044" y="230834"/>
                  </a:lnTo>
                  <a:lnTo>
                    <a:pt x="7367171" y="230834"/>
                  </a:lnTo>
                  <a:lnTo>
                    <a:pt x="7367297" y="230834"/>
                  </a:lnTo>
                  <a:lnTo>
                    <a:pt x="7367423" y="230834"/>
                  </a:lnTo>
                  <a:lnTo>
                    <a:pt x="7367549" y="230834"/>
                  </a:lnTo>
                  <a:lnTo>
                    <a:pt x="7367676" y="230834"/>
                  </a:lnTo>
                  <a:lnTo>
                    <a:pt x="7367802" y="230834"/>
                  </a:lnTo>
                  <a:lnTo>
                    <a:pt x="7367928" y="230834"/>
                  </a:lnTo>
                  <a:lnTo>
                    <a:pt x="7368054" y="230834"/>
                  </a:lnTo>
                  <a:lnTo>
                    <a:pt x="7368181" y="230834"/>
                  </a:lnTo>
                  <a:lnTo>
                    <a:pt x="7368307" y="230834"/>
                  </a:lnTo>
                  <a:lnTo>
                    <a:pt x="7368433" y="230834"/>
                  </a:lnTo>
                  <a:lnTo>
                    <a:pt x="7368559" y="230834"/>
                  </a:lnTo>
                  <a:lnTo>
                    <a:pt x="7368686" y="230834"/>
                  </a:lnTo>
                  <a:lnTo>
                    <a:pt x="7368812" y="230834"/>
                  </a:lnTo>
                  <a:lnTo>
                    <a:pt x="7368938" y="230834"/>
                  </a:lnTo>
                  <a:lnTo>
                    <a:pt x="7369064" y="230834"/>
                  </a:lnTo>
                  <a:lnTo>
                    <a:pt x="7369191" y="230834"/>
                  </a:lnTo>
                  <a:lnTo>
                    <a:pt x="7369317" y="230834"/>
                  </a:lnTo>
                  <a:lnTo>
                    <a:pt x="7369443" y="230834"/>
                  </a:lnTo>
                  <a:lnTo>
                    <a:pt x="7369569" y="230834"/>
                  </a:lnTo>
                  <a:lnTo>
                    <a:pt x="7369696" y="230834"/>
                  </a:lnTo>
                  <a:lnTo>
                    <a:pt x="7369822" y="230834"/>
                  </a:lnTo>
                  <a:lnTo>
                    <a:pt x="7369948" y="230834"/>
                  </a:lnTo>
                  <a:lnTo>
                    <a:pt x="7370074" y="230834"/>
                  </a:lnTo>
                  <a:lnTo>
                    <a:pt x="7370201" y="230834"/>
                  </a:lnTo>
                  <a:lnTo>
                    <a:pt x="7370327" y="230834"/>
                  </a:lnTo>
                  <a:lnTo>
                    <a:pt x="7370453" y="230834"/>
                  </a:lnTo>
                  <a:lnTo>
                    <a:pt x="7370579" y="230834"/>
                  </a:lnTo>
                  <a:lnTo>
                    <a:pt x="7370706" y="230834"/>
                  </a:lnTo>
                  <a:lnTo>
                    <a:pt x="7370832" y="230834"/>
                  </a:lnTo>
                  <a:lnTo>
                    <a:pt x="7370958" y="230834"/>
                  </a:lnTo>
                  <a:lnTo>
                    <a:pt x="7371085" y="230834"/>
                  </a:lnTo>
                  <a:lnTo>
                    <a:pt x="7371211" y="230834"/>
                  </a:lnTo>
                  <a:lnTo>
                    <a:pt x="7371337" y="230834"/>
                  </a:lnTo>
                  <a:lnTo>
                    <a:pt x="7371463" y="230834"/>
                  </a:lnTo>
                  <a:lnTo>
                    <a:pt x="7371590" y="230834"/>
                  </a:lnTo>
                  <a:lnTo>
                    <a:pt x="7371716" y="230834"/>
                  </a:lnTo>
                  <a:lnTo>
                    <a:pt x="7371842" y="230834"/>
                  </a:lnTo>
                  <a:lnTo>
                    <a:pt x="7371968" y="230834"/>
                  </a:lnTo>
                  <a:lnTo>
                    <a:pt x="7372095" y="230834"/>
                  </a:lnTo>
                  <a:lnTo>
                    <a:pt x="7372221" y="230834"/>
                  </a:lnTo>
                  <a:lnTo>
                    <a:pt x="7372347" y="230834"/>
                  </a:lnTo>
                  <a:lnTo>
                    <a:pt x="7372473" y="230834"/>
                  </a:lnTo>
                  <a:lnTo>
                    <a:pt x="7372600" y="230834"/>
                  </a:lnTo>
                  <a:lnTo>
                    <a:pt x="7372726" y="230834"/>
                  </a:lnTo>
                  <a:lnTo>
                    <a:pt x="7372852" y="230834"/>
                  </a:lnTo>
                  <a:lnTo>
                    <a:pt x="7372978" y="230834"/>
                  </a:lnTo>
                  <a:lnTo>
                    <a:pt x="7373105" y="230834"/>
                  </a:lnTo>
                  <a:lnTo>
                    <a:pt x="7373231" y="230834"/>
                  </a:lnTo>
                  <a:lnTo>
                    <a:pt x="7373357" y="230834"/>
                  </a:lnTo>
                  <a:lnTo>
                    <a:pt x="7373483" y="230834"/>
                  </a:lnTo>
                  <a:lnTo>
                    <a:pt x="7373610" y="230834"/>
                  </a:lnTo>
                  <a:lnTo>
                    <a:pt x="7373736" y="230834"/>
                  </a:lnTo>
                  <a:lnTo>
                    <a:pt x="7373862" y="230834"/>
                  </a:lnTo>
                  <a:lnTo>
                    <a:pt x="7373988" y="230834"/>
                  </a:lnTo>
                  <a:lnTo>
                    <a:pt x="7374115" y="230834"/>
                  </a:lnTo>
                  <a:lnTo>
                    <a:pt x="7374241" y="230834"/>
                  </a:lnTo>
                  <a:lnTo>
                    <a:pt x="7374367" y="230834"/>
                  </a:lnTo>
                  <a:lnTo>
                    <a:pt x="7374493" y="230834"/>
                  </a:lnTo>
                  <a:lnTo>
                    <a:pt x="7374620" y="230834"/>
                  </a:lnTo>
                  <a:lnTo>
                    <a:pt x="7374620" y="225923"/>
                  </a:lnTo>
                  <a:lnTo>
                    <a:pt x="7374746" y="225923"/>
                  </a:lnTo>
                  <a:lnTo>
                    <a:pt x="7374872" y="225923"/>
                  </a:lnTo>
                  <a:lnTo>
                    <a:pt x="7374998" y="225923"/>
                  </a:lnTo>
                  <a:lnTo>
                    <a:pt x="7375125" y="225923"/>
                  </a:lnTo>
                  <a:lnTo>
                    <a:pt x="7375251" y="225923"/>
                  </a:lnTo>
                  <a:lnTo>
                    <a:pt x="7375377" y="225923"/>
                  </a:lnTo>
                  <a:lnTo>
                    <a:pt x="7375503" y="225923"/>
                  </a:lnTo>
                  <a:lnTo>
                    <a:pt x="7375630" y="225923"/>
                  </a:lnTo>
                  <a:lnTo>
                    <a:pt x="7375756" y="225923"/>
                  </a:lnTo>
                  <a:lnTo>
                    <a:pt x="7375882" y="225923"/>
                  </a:lnTo>
                  <a:lnTo>
                    <a:pt x="7376008" y="225923"/>
                  </a:lnTo>
                  <a:lnTo>
                    <a:pt x="7376135" y="225923"/>
                  </a:lnTo>
                  <a:lnTo>
                    <a:pt x="7376261" y="225923"/>
                  </a:lnTo>
                  <a:lnTo>
                    <a:pt x="7376387" y="225923"/>
                  </a:lnTo>
                  <a:lnTo>
                    <a:pt x="7376514" y="225923"/>
                  </a:lnTo>
                  <a:lnTo>
                    <a:pt x="7376640" y="225923"/>
                  </a:lnTo>
                  <a:lnTo>
                    <a:pt x="7376766" y="225923"/>
                  </a:lnTo>
                  <a:lnTo>
                    <a:pt x="7376892" y="225923"/>
                  </a:lnTo>
                  <a:lnTo>
                    <a:pt x="7377019" y="225923"/>
                  </a:lnTo>
                  <a:lnTo>
                    <a:pt x="7377145" y="225923"/>
                  </a:lnTo>
                  <a:lnTo>
                    <a:pt x="7377271" y="225923"/>
                  </a:lnTo>
                  <a:lnTo>
                    <a:pt x="7377397" y="225923"/>
                  </a:lnTo>
                  <a:lnTo>
                    <a:pt x="7377524" y="225923"/>
                  </a:lnTo>
                  <a:lnTo>
                    <a:pt x="7377650" y="225923"/>
                  </a:lnTo>
                  <a:lnTo>
                    <a:pt x="7377776" y="225923"/>
                  </a:lnTo>
                  <a:lnTo>
                    <a:pt x="7377902" y="225923"/>
                  </a:lnTo>
                  <a:lnTo>
                    <a:pt x="7378029" y="225923"/>
                  </a:lnTo>
                  <a:lnTo>
                    <a:pt x="7378155" y="225923"/>
                  </a:lnTo>
                  <a:lnTo>
                    <a:pt x="7378281" y="225923"/>
                  </a:lnTo>
                  <a:lnTo>
                    <a:pt x="7378407" y="225923"/>
                  </a:lnTo>
                  <a:lnTo>
                    <a:pt x="7378534" y="225923"/>
                  </a:lnTo>
                  <a:lnTo>
                    <a:pt x="7378660" y="225923"/>
                  </a:lnTo>
                  <a:lnTo>
                    <a:pt x="7378786" y="225923"/>
                  </a:lnTo>
                  <a:lnTo>
                    <a:pt x="7378912" y="225923"/>
                  </a:lnTo>
                  <a:lnTo>
                    <a:pt x="7379039" y="225923"/>
                  </a:lnTo>
                  <a:lnTo>
                    <a:pt x="7379165" y="225923"/>
                  </a:lnTo>
                  <a:lnTo>
                    <a:pt x="7379291" y="225923"/>
                  </a:lnTo>
                  <a:lnTo>
                    <a:pt x="7379417" y="225923"/>
                  </a:lnTo>
                  <a:lnTo>
                    <a:pt x="7379544" y="225923"/>
                  </a:lnTo>
                  <a:lnTo>
                    <a:pt x="7379670" y="225923"/>
                  </a:lnTo>
                  <a:lnTo>
                    <a:pt x="7379796" y="225923"/>
                  </a:lnTo>
                  <a:lnTo>
                    <a:pt x="7379922" y="225923"/>
                  </a:lnTo>
                  <a:lnTo>
                    <a:pt x="7380049" y="225923"/>
                  </a:lnTo>
                  <a:lnTo>
                    <a:pt x="7380175" y="225923"/>
                  </a:lnTo>
                  <a:lnTo>
                    <a:pt x="7380301" y="225923"/>
                  </a:lnTo>
                  <a:lnTo>
                    <a:pt x="7380427" y="225923"/>
                  </a:lnTo>
                  <a:lnTo>
                    <a:pt x="7380554" y="225923"/>
                  </a:lnTo>
                  <a:lnTo>
                    <a:pt x="7380680" y="225923"/>
                  </a:lnTo>
                  <a:lnTo>
                    <a:pt x="7380806" y="225923"/>
                  </a:lnTo>
                  <a:lnTo>
                    <a:pt x="7380932" y="225923"/>
                  </a:lnTo>
                  <a:lnTo>
                    <a:pt x="7381059" y="225923"/>
                  </a:lnTo>
                  <a:lnTo>
                    <a:pt x="7381185" y="225923"/>
                  </a:lnTo>
                  <a:lnTo>
                    <a:pt x="7381311" y="225923"/>
                  </a:lnTo>
                  <a:lnTo>
                    <a:pt x="7381438" y="225923"/>
                  </a:lnTo>
                  <a:lnTo>
                    <a:pt x="7381564" y="225923"/>
                  </a:lnTo>
                  <a:lnTo>
                    <a:pt x="7381690" y="225923"/>
                  </a:lnTo>
                  <a:lnTo>
                    <a:pt x="7381816" y="225923"/>
                  </a:lnTo>
                  <a:lnTo>
                    <a:pt x="7381943" y="225923"/>
                  </a:lnTo>
                  <a:lnTo>
                    <a:pt x="7382069" y="225923"/>
                  </a:lnTo>
                  <a:lnTo>
                    <a:pt x="7382195" y="225923"/>
                  </a:lnTo>
                  <a:lnTo>
                    <a:pt x="7382321" y="225923"/>
                  </a:lnTo>
                  <a:lnTo>
                    <a:pt x="7382448" y="225923"/>
                  </a:lnTo>
                  <a:lnTo>
                    <a:pt x="7382574" y="225923"/>
                  </a:lnTo>
                  <a:lnTo>
                    <a:pt x="7382700" y="225923"/>
                  </a:lnTo>
                  <a:lnTo>
                    <a:pt x="7382826" y="225923"/>
                  </a:lnTo>
                  <a:lnTo>
                    <a:pt x="7382953" y="225923"/>
                  </a:lnTo>
                  <a:lnTo>
                    <a:pt x="7383079" y="225923"/>
                  </a:lnTo>
                  <a:lnTo>
                    <a:pt x="7383205" y="225923"/>
                  </a:lnTo>
                  <a:lnTo>
                    <a:pt x="7383331" y="225923"/>
                  </a:lnTo>
                  <a:lnTo>
                    <a:pt x="7383458" y="225923"/>
                  </a:lnTo>
                  <a:lnTo>
                    <a:pt x="7383584" y="225923"/>
                  </a:lnTo>
                  <a:lnTo>
                    <a:pt x="7383710" y="225923"/>
                  </a:lnTo>
                  <a:lnTo>
                    <a:pt x="7383836" y="225923"/>
                  </a:lnTo>
                  <a:lnTo>
                    <a:pt x="7383963" y="225923"/>
                  </a:lnTo>
                  <a:lnTo>
                    <a:pt x="7384089" y="225923"/>
                  </a:lnTo>
                  <a:lnTo>
                    <a:pt x="7384215" y="225923"/>
                  </a:lnTo>
                  <a:lnTo>
                    <a:pt x="7384341" y="225923"/>
                  </a:lnTo>
                  <a:lnTo>
                    <a:pt x="7384468" y="225923"/>
                  </a:lnTo>
                  <a:lnTo>
                    <a:pt x="7384594" y="225923"/>
                  </a:lnTo>
                  <a:lnTo>
                    <a:pt x="7384720" y="225923"/>
                  </a:lnTo>
                  <a:lnTo>
                    <a:pt x="7384846" y="225923"/>
                  </a:lnTo>
                  <a:lnTo>
                    <a:pt x="7384973" y="225923"/>
                  </a:lnTo>
                  <a:lnTo>
                    <a:pt x="7385099" y="225923"/>
                  </a:lnTo>
                  <a:lnTo>
                    <a:pt x="7385225" y="225923"/>
                  </a:lnTo>
                  <a:lnTo>
                    <a:pt x="7385351" y="225923"/>
                  </a:lnTo>
                  <a:lnTo>
                    <a:pt x="7385478" y="225923"/>
                  </a:lnTo>
                  <a:lnTo>
                    <a:pt x="7385604" y="225923"/>
                  </a:lnTo>
                  <a:lnTo>
                    <a:pt x="7385730" y="225923"/>
                  </a:lnTo>
                  <a:lnTo>
                    <a:pt x="7385856" y="225923"/>
                  </a:lnTo>
                  <a:lnTo>
                    <a:pt x="7385983" y="225923"/>
                  </a:lnTo>
                  <a:lnTo>
                    <a:pt x="7386109" y="225923"/>
                  </a:lnTo>
                  <a:lnTo>
                    <a:pt x="7386235" y="225923"/>
                  </a:lnTo>
                  <a:lnTo>
                    <a:pt x="7386361" y="225923"/>
                  </a:lnTo>
                  <a:lnTo>
                    <a:pt x="7386488" y="225923"/>
                  </a:lnTo>
                  <a:lnTo>
                    <a:pt x="7386614" y="225923"/>
                  </a:lnTo>
                  <a:lnTo>
                    <a:pt x="7386740" y="225923"/>
                  </a:lnTo>
                  <a:lnTo>
                    <a:pt x="7386867" y="225923"/>
                  </a:lnTo>
                  <a:lnTo>
                    <a:pt x="7386993" y="225923"/>
                  </a:lnTo>
                  <a:lnTo>
                    <a:pt x="7387119" y="225923"/>
                  </a:lnTo>
                  <a:lnTo>
                    <a:pt x="7387245" y="225923"/>
                  </a:lnTo>
                  <a:lnTo>
                    <a:pt x="7387372" y="225923"/>
                  </a:lnTo>
                  <a:lnTo>
                    <a:pt x="7387498" y="225923"/>
                  </a:lnTo>
                  <a:lnTo>
                    <a:pt x="7387624" y="225923"/>
                  </a:lnTo>
                  <a:lnTo>
                    <a:pt x="7387750" y="225923"/>
                  </a:lnTo>
                  <a:lnTo>
                    <a:pt x="7387877" y="225923"/>
                  </a:lnTo>
                  <a:lnTo>
                    <a:pt x="7388003" y="225923"/>
                  </a:lnTo>
                  <a:lnTo>
                    <a:pt x="7388129" y="225923"/>
                  </a:lnTo>
                  <a:lnTo>
                    <a:pt x="7388255" y="225923"/>
                  </a:lnTo>
                  <a:lnTo>
                    <a:pt x="7388382" y="225923"/>
                  </a:lnTo>
                  <a:lnTo>
                    <a:pt x="7388508" y="225923"/>
                  </a:lnTo>
                  <a:lnTo>
                    <a:pt x="7388634" y="225923"/>
                  </a:lnTo>
                  <a:lnTo>
                    <a:pt x="7388760" y="225923"/>
                  </a:lnTo>
                  <a:lnTo>
                    <a:pt x="7388887" y="225923"/>
                  </a:lnTo>
                  <a:lnTo>
                    <a:pt x="7389013" y="225923"/>
                  </a:lnTo>
                  <a:lnTo>
                    <a:pt x="7389139" y="225923"/>
                  </a:lnTo>
                  <a:lnTo>
                    <a:pt x="7389265" y="225923"/>
                  </a:lnTo>
                  <a:lnTo>
                    <a:pt x="7389392" y="225923"/>
                  </a:lnTo>
                  <a:lnTo>
                    <a:pt x="7389518" y="225923"/>
                  </a:lnTo>
                  <a:lnTo>
                    <a:pt x="7389644" y="225923"/>
                  </a:lnTo>
                  <a:lnTo>
                    <a:pt x="7389770" y="225923"/>
                  </a:lnTo>
                  <a:lnTo>
                    <a:pt x="7389770" y="221011"/>
                  </a:lnTo>
                  <a:lnTo>
                    <a:pt x="7389897" y="221011"/>
                  </a:lnTo>
                  <a:lnTo>
                    <a:pt x="7390023" y="221011"/>
                  </a:lnTo>
                  <a:lnTo>
                    <a:pt x="7390149" y="221011"/>
                  </a:lnTo>
                  <a:lnTo>
                    <a:pt x="7390275" y="221011"/>
                  </a:lnTo>
                  <a:lnTo>
                    <a:pt x="7390402" y="221011"/>
                  </a:lnTo>
                  <a:lnTo>
                    <a:pt x="7390528" y="221011"/>
                  </a:lnTo>
                  <a:lnTo>
                    <a:pt x="7390654" y="221011"/>
                  </a:lnTo>
                  <a:lnTo>
                    <a:pt x="7390780" y="221011"/>
                  </a:lnTo>
                  <a:lnTo>
                    <a:pt x="7390907" y="221011"/>
                  </a:lnTo>
                  <a:lnTo>
                    <a:pt x="7391033" y="221011"/>
                  </a:lnTo>
                  <a:lnTo>
                    <a:pt x="7391159" y="221011"/>
                  </a:lnTo>
                  <a:lnTo>
                    <a:pt x="7391285" y="221011"/>
                  </a:lnTo>
                  <a:lnTo>
                    <a:pt x="7391412" y="221011"/>
                  </a:lnTo>
                  <a:lnTo>
                    <a:pt x="7391538" y="221011"/>
                  </a:lnTo>
                  <a:lnTo>
                    <a:pt x="7391664" y="221011"/>
                  </a:lnTo>
                  <a:lnTo>
                    <a:pt x="7391791" y="221011"/>
                  </a:lnTo>
                  <a:lnTo>
                    <a:pt x="7391917" y="221011"/>
                  </a:lnTo>
                  <a:lnTo>
                    <a:pt x="7392043" y="221011"/>
                  </a:lnTo>
                  <a:lnTo>
                    <a:pt x="7392169" y="221011"/>
                  </a:lnTo>
                  <a:lnTo>
                    <a:pt x="7392296" y="221011"/>
                  </a:lnTo>
                  <a:lnTo>
                    <a:pt x="7392422" y="221011"/>
                  </a:lnTo>
                  <a:lnTo>
                    <a:pt x="7392548" y="221011"/>
                  </a:lnTo>
                  <a:lnTo>
                    <a:pt x="7392674" y="221011"/>
                  </a:lnTo>
                  <a:lnTo>
                    <a:pt x="7392801" y="221011"/>
                  </a:lnTo>
                  <a:lnTo>
                    <a:pt x="7392927" y="221011"/>
                  </a:lnTo>
                  <a:lnTo>
                    <a:pt x="7393053" y="221011"/>
                  </a:lnTo>
                  <a:lnTo>
                    <a:pt x="7393179" y="221011"/>
                  </a:lnTo>
                  <a:lnTo>
                    <a:pt x="7393306" y="221011"/>
                  </a:lnTo>
                  <a:lnTo>
                    <a:pt x="7393432" y="221011"/>
                  </a:lnTo>
                  <a:lnTo>
                    <a:pt x="7393558" y="221011"/>
                  </a:lnTo>
                  <a:lnTo>
                    <a:pt x="7393684" y="221011"/>
                  </a:lnTo>
                  <a:lnTo>
                    <a:pt x="7393684" y="216100"/>
                  </a:lnTo>
                  <a:lnTo>
                    <a:pt x="7393811" y="216100"/>
                  </a:lnTo>
                  <a:lnTo>
                    <a:pt x="7393937" y="216100"/>
                  </a:lnTo>
                  <a:lnTo>
                    <a:pt x="7394063" y="216100"/>
                  </a:lnTo>
                  <a:lnTo>
                    <a:pt x="7394189" y="216100"/>
                  </a:lnTo>
                  <a:lnTo>
                    <a:pt x="7394316" y="216100"/>
                  </a:lnTo>
                  <a:lnTo>
                    <a:pt x="7394442" y="216100"/>
                  </a:lnTo>
                  <a:lnTo>
                    <a:pt x="7394568" y="216100"/>
                  </a:lnTo>
                  <a:lnTo>
                    <a:pt x="7394694" y="216100"/>
                  </a:lnTo>
                  <a:lnTo>
                    <a:pt x="7394821" y="216100"/>
                  </a:lnTo>
                  <a:lnTo>
                    <a:pt x="7394947" y="216100"/>
                  </a:lnTo>
                  <a:lnTo>
                    <a:pt x="7395073" y="216100"/>
                  </a:lnTo>
                  <a:lnTo>
                    <a:pt x="7395199" y="216100"/>
                  </a:lnTo>
                  <a:lnTo>
                    <a:pt x="7395326" y="216100"/>
                  </a:lnTo>
                  <a:lnTo>
                    <a:pt x="7395452" y="216100"/>
                  </a:lnTo>
                  <a:lnTo>
                    <a:pt x="7395578" y="216100"/>
                  </a:lnTo>
                  <a:lnTo>
                    <a:pt x="7395704" y="216100"/>
                  </a:lnTo>
                  <a:lnTo>
                    <a:pt x="7395831" y="216100"/>
                  </a:lnTo>
                  <a:lnTo>
                    <a:pt x="7395957" y="216100"/>
                  </a:lnTo>
                  <a:lnTo>
                    <a:pt x="7396083" y="216100"/>
                  </a:lnTo>
                  <a:lnTo>
                    <a:pt x="7396209" y="216100"/>
                  </a:lnTo>
                  <a:lnTo>
                    <a:pt x="7396336" y="216100"/>
                  </a:lnTo>
                  <a:lnTo>
                    <a:pt x="7396462" y="216100"/>
                  </a:lnTo>
                  <a:lnTo>
                    <a:pt x="7396588" y="216100"/>
                  </a:lnTo>
                  <a:lnTo>
                    <a:pt x="7396714" y="216100"/>
                  </a:lnTo>
                  <a:lnTo>
                    <a:pt x="7396841" y="216100"/>
                  </a:lnTo>
                  <a:lnTo>
                    <a:pt x="7396967" y="216100"/>
                  </a:lnTo>
                  <a:lnTo>
                    <a:pt x="7397093" y="216100"/>
                  </a:lnTo>
                  <a:lnTo>
                    <a:pt x="7397220" y="216100"/>
                  </a:lnTo>
                  <a:lnTo>
                    <a:pt x="7397346" y="216100"/>
                  </a:lnTo>
                  <a:lnTo>
                    <a:pt x="7397472" y="216100"/>
                  </a:lnTo>
                  <a:lnTo>
                    <a:pt x="7397598" y="216100"/>
                  </a:lnTo>
                  <a:lnTo>
                    <a:pt x="7397725" y="216100"/>
                  </a:lnTo>
                  <a:lnTo>
                    <a:pt x="7397851" y="216100"/>
                  </a:lnTo>
                  <a:lnTo>
                    <a:pt x="7397977" y="216100"/>
                  </a:lnTo>
                  <a:lnTo>
                    <a:pt x="7398103" y="216100"/>
                  </a:lnTo>
                  <a:lnTo>
                    <a:pt x="7398230" y="216100"/>
                  </a:lnTo>
                  <a:lnTo>
                    <a:pt x="7398356" y="216100"/>
                  </a:lnTo>
                  <a:lnTo>
                    <a:pt x="7398482" y="216100"/>
                  </a:lnTo>
                  <a:lnTo>
                    <a:pt x="7398608" y="216100"/>
                  </a:lnTo>
                  <a:lnTo>
                    <a:pt x="7398735" y="216100"/>
                  </a:lnTo>
                  <a:lnTo>
                    <a:pt x="7398861" y="216100"/>
                  </a:lnTo>
                  <a:lnTo>
                    <a:pt x="7398987" y="216100"/>
                  </a:lnTo>
                  <a:lnTo>
                    <a:pt x="7399113" y="216100"/>
                  </a:lnTo>
                  <a:lnTo>
                    <a:pt x="7399240" y="216100"/>
                  </a:lnTo>
                  <a:lnTo>
                    <a:pt x="7399366" y="216100"/>
                  </a:lnTo>
                  <a:lnTo>
                    <a:pt x="7399492" y="216100"/>
                  </a:lnTo>
                  <a:lnTo>
                    <a:pt x="7399618" y="216100"/>
                  </a:lnTo>
                  <a:lnTo>
                    <a:pt x="7399745" y="216100"/>
                  </a:lnTo>
                  <a:lnTo>
                    <a:pt x="7399871" y="216100"/>
                  </a:lnTo>
                  <a:lnTo>
                    <a:pt x="7399997" y="216100"/>
                  </a:lnTo>
                  <a:lnTo>
                    <a:pt x="7400123" y="216100"/>
                  </a:lnTo>
                  <a:lnTo>
                    <a:pt x="7400250" y="216100"/>
                  </a:lnTo>
                  <a:lnTo>
                    <a:pt x="7400376" y="216100"/>
                  </a:lnTo>
                  <a:lnTo>
                    <a:pt x="7400502" y="216100"/>
                  </a:lnTo>
                  <a:lnTo>
                    <a:pt x="7400628" y="216100"/>
                  </a:lnTo>
                  <a:lnTo>
                    <a:pt x="7400755" y="216100"/>
                  </a:lnTo>
                  <a:lnTo>
                    <a:pt x="7400881" y="216100"/>
                  </a:lnTo>
                  <a:lnTo>
                    <a:pt x="7401007" y="216100"/>
                  </a:lnTo>
                  <a:lnTo>
                    <a:pt x="7401133" y="216100"/>
                  </a:lnTo>
                  <a:lnTo>
                    <a:pt x="7401260" y="216100"/>
                  </a:lnTo>
                  <a:lnTo>
                    <a:pt x="7401260" y="211189"/>
                  </a:lnTo>
                  <a:lnTo>
                    <a:pt x="7401386" y="211189"/>
                  </a:lnTo>
                  <a:lnTo>
                    <a:pt x="7401512" y="211189"/>
                  </a:lnTo>
                  <a:lnTo>
                    <a:pt x="7401638" y="211189"/>
                  </a:lnTo>
                  <a:lnTo>
                    <a:pt x="7401765" y="211189"/>
                  </a:lnTo>
                  <a:lnTo>
                    <a:pt x="7401891" y="211189"/>
                  </a:lnTo>
                  <a:lnTo>
                    <a:pt x="7402017" y="211189"/>
                  </a:lnTo>
                  <a:lnTo>
                    <a:pt x="7402144" y="211189"/>
                  </a:lnTo>
                  <a:lnTo>
                    <a:pt x="7402270" y="211189"/>
                  </a:lnTo>
                  <a:lnTo>
                    <a:pt x="7402396" y="211189"/>
                  </a:lnTo>
                  <a:lnTo>
                    <a:pt x="7402522" y="211189"/>
                  </a:lnTo>
                  <a:lnTo>
                    <a:pt x="7402649" y="211189"/>
                  </a:lnTo>
                  <a:lnTo>
                    <a:pt x="7402775" y="211189"/>
                  </a:lnTo>
                  <a:lnTo>
                    <a:pt x="7402901" y="211189"/>
                  </a:lnTo>
                  <a:lnTo>
                    <a:pt x="7403027" y="211189"/>
                  </a:lnTo>
                  <a:lnTo>
                    <a:pt x="7403154" y="211189"/>
                  </a:lnTo>
                  <a:lnTo>
                    <a:pt x="7403280" y="211189"/>
                  </a:lnTo>
                  <a:lnTo>
                    <a:pt x="7403406" y="211189"/>
                  </a:lnTo>
                  <a:lnTo>
                    <a:pt x="7403532" y="211189"/>
                  </a:lnTo>
                  <a:lnTo>
                    <a:pt x="7403659" y="211189"/>
                  </a:lnTo>
                  <a:lnTo>
                    <a:pt x="7403785" y="211189"/>
                  </a:lnTo>
                  <a:lnTo>
                    <a:pt x="7403911" y="211189"/>
                  </a:lnTo>
                  <a:lnTo>
                    <a:pt x="7404037" y="211189"/>
                  </a:lnTo>
                  <a:lnTo>
                    <a:pt x="7404164" y="211189"/>
                  </a:lnTo>
                  <a:lnTo>
                    <a:pt x="7404290" y="211189"/>
                  </a:lnTo>
                  <a:lnTo>
                    <a:pt x="7404416" y="211189"/>
                  </a:lnTo>
                  <a:lnTo>
                    <a:pt x="7404542" y="211189"/>
                  </a:lnTo>
                  <a:lnTo>
                    <a:pt x="7404669" y="211189"/>
                  </a:lnTo>
                  <a:lnTo>
                    <a:pt x="7404795" y="211189"/>
                  </a:lnTo>
                  <a:lnTo>
                    <a:pt x="7404921" y="211189"/>
                  </a:lnTo>
                  <a:lnTo>
                    <a:pt x="7405047" y="211189"/>
                  </a:lnTo>
                  <a:lnTo>
                    <a:pt x="7405174" y="211189"/>
                  </a:lnTo>
                  <a:lnTo>
                    <a:pt x="7405300" y="211189"/>
                  </a:lnTo>
                  <a:lnTo>
                    <a:pt x="7405426" y="211189"/>
                  </a:lnTo>
                  <a:lnTo>
                    <a:pt x="7405552" y="211189"/>
                  </a:lnTo>
                  <a:lnTo>
                    <a:pt x="7405679" y="211189"/>
                  </a:lnTo>
                  <a:lnTo>
                    <a:pt x="7405805" y="211189"/>
                  </a:lnTo>
                  <a:lnTo>
                    <a:pt x="7405931" y="211189"/>
                  </a:lnTo>
                  <a:lnTo>
                    <a:pt x="7406057" y="211189"/>
                  </a:lnTo>
                  <a:lnTo>
                    <a:pt x="7406184" y="211189"/>
                  </a:lnTo>
                  <a:lnTo>
                    <a:pt x="7406310" y="211189"/>
                  </a:lnTo>
                  <a:lnTo>
                    <a:pt x="7406436" y="211189"/>
                  </a:lnTo>
                  <a:lnTo>
                    <a:pt x="7406562" y="211189"/>
                  </a:lnTo>
                  <a:lnTo>
                    <a:pt x="7406689" y="211189"/>
                  </a:lnTo>
                  <a:lnTo>
                    <a:pt x="7406815" y="211189"/>
                  </a:lnTo>
                  <a:lnTo>
                    <a:pt x="7406941" y="211189"/>
                  </a:lnTo>
                  <a:lnTo>
                    <a:pt x="7407067" y="211189"/>
                  </a:lnTo>
                  <a:lnTo>
                    <a:pt x="7407194" y="211189"/>
                  </a:lnTo>
                  <a:lnTo>
                    <a:pt x="7407320" y="211189"/>
                  </a:lnTo>
                  <a:lnTo>
                    <a:pt x="7407446" y="211189"/>
                  </a:lnTo>
                  <a:lnTo>
                    <a:pt x="7407573" y="211189"/>
                  </a:lnTo>
                  <a:lnTo>
                    <a:pt x="7407699" y="211189"/>
                  </a:lnTo>
                  <a:lnTo>
                    <a:pt x="7407825" y="211189"/>
                  </a:lnTo>
                  <a:lnTo>
                    <a:pt x="7407951" y="211189"/>
                  </a:lnTo>
                  <a:lnTo>
                    <a:pt x="7408078" y="211189"/>
                  </a:lnTo>
                  <a:lnTo>
                    <a:pt x="7408204" y="211189"/>
                  </a:lnTo>
                  <a:lnTo>
                    <a:pt x="7408330" y="211189"/>
                  </a:lnTo>
                  <a:lnTo>
                    <a:pt x="7408456" y="211189"/>
                  </a:lnTo>
                  <a:lnTo>
                    <a:pt x="7408583" y="211189"/>
                  </a:lnTo>
                  <a:lnTo>
                    <a:pt x="7408709" y="211189"/>
                  </a:lnTo>
                  <a:lnTo>
                    <a:pt x="7408709" y="206277"/>
                  </a:lnTo>
                  <a:lnTo>
                    <a:pt x="7408835" y="206277"/>
                  </a:lnTo>
                  <a:lnTo>
                    <a:pt x="7408961" y="206277"/>
                  </a:lnTo>
                  <a:lnTo>
                    <a:pt x="7409088" y="206277"/>
                  </a:lnTo>
                  <a:lnTo>
                    <a:pt x="7409214" y="206277"/>
                  </a:lnTo>
                  <a:lnTo>
                    <a:pt x="7409340" y="206277"/>
                  </a:lnTo>
                  <a:lnTo>
                    <a:pt x="7409466" y="206277"/>
                  </a:lnTo>
                  <a:lnTo>
                    <a:pt x="7409593" y="206277"/>
                  </a:lnTo>
                  <a:lnTo>
                    <a:pt x="7409719" y="206277"/>
                  </a:lnTo>
                  <a:lnTo>
                    <a:pt x="7409845" y="206277"/>
                  </a:lnTo>
                  <a:lnTo>
                    <a:pt x="7409971" y="206277"/>
                  </a:lnTo>
                  <a:lnTo>
                    <a:pt x="7410098" y="206277"/>
                  </a:lnTo>
                  <a:lnTo>
                    <a:pt x="7410098" y="201366"/>
                  </a:lnTo>
                  <a:lnTo>
                    <a:pt x="7410224" y="201366"/>
                  </a:lnTo>
                  <a:lnTo>
                    <a:pt x="7410350" y="201366"/>
                  </a:lnTo>
                  <a:lnTo>
                    <a:pt x="7410476" y="201366"/>
                  </a:lnTo>
                  <a:lnTo>
                    <a:pt x="7410603" y="201366"/>
                  </a:lnTo>
                  <a:lnTo>
                    <a:pt x="7410729" y="201366"/>
                  </a:lnTo>
                  <a:lnTo>
                    <a:pt x="7410855" y="201366"/>
                  </a:lnTo>
                  <a:lnTo>
                    <a:pt x="7410981" y="201366"/>
                  </a:lnTo>
                  <a:lnTo>
                    <a:pt x="7411108" y="201366"/>
                  </a:lnTo>
                  <a:lnTo>
                    <a:pt x="7411234" y="201366"/>
                  </a:lnTo>
                  <a:lnTo>
                    <a:pt x="7411360" y="201366"/>
                  </a:lnTo>
                  <a:lnTo>
                    <a:pt x="7411486" y="201366"/>
                  </a:lnTo>
                  <a:lnTo>
                    <a:pt x="7411613" y="201366"/>
                  </a:lnTo>
                  <a:lnTo>
                    <a:pt x="7411739" y="201366"/>
                  </a:lnTo>
                  <a:lnTo>
                    <a:pt x="7411865" y="201366"/>
                  </a:lnTo>
                  <a:lnTo>
                    <a:pt x="7411991" y="201366"/>
                  </a:lnTo>
                  <a:lnTo>
                    <a:pt x="7412118" y="201366"/>
                  </a:lnTo>
                  <a:lnTo>
                    <a:pt x="7412244" y="201366"/>
                  </a:lnTo>
                  <a:lnTo>
                    <a:pt x="7412370" y="201366"/>
                  </a:lnTo>
                  <a:lnTo>
                    <a:pt x="7412497" y="201366"/>
                  </a:lnTo>
                  <a:lnTo>
                    <a:pt x="7412623" y="201366"/>
                  </a:lnTo>
                  <a:lnTo>
                    <a:pt x="7412749" y="201366"/>
                  </a:lnTo>
                  <a:lnTo>
                    <a:pt x="7412875" y="201366"/>
                  </a:lnTo>
                  <a:lnTo>
                    <a:pt x="7413002" y="201366"/>
                  </a:lnTo>
                  <a:lnTo>
                    <a:pt x="7413128" y="201366"/>
                  </a:lnTo>
                  <a:lnTo>
                    <a:pt x="7413254" y="201366"/>
                  </a:lnTo>
                  <a:lnTo>
                    <a:pt x="7413380" y="201366"/>
                  </a:lnTo>
                  <a:lnTo>
                    <a:pt x="7413507" y="201366"/>
                  </a:lnTo>
                  <a:lnTo>
                    <a:pt x="7413633" y="201366"/>
                  </a:lnTo>
                  <a:lnTo>
                    <a:pt x="7413759" y="201366"/>
                  </a:lnTo>
                  <a:lnTo>
                    <a:pt x="7413885" y="201366"/>
                  </a:lnTo>
                  <a:lnTo>
                    <a:pt x="7414012" y="201366"/>
                  </a:lnTo>
                  <a:lnTo>
                    <a:pt x="7414138" y="201366"/>
                  </a:lnTo>
                  <a:lnTo>
                    <a:pt x="7414264" y="201366"/>
                  </a:lnTo>
                  <a:lnTo>
                    <a:pt x="7414390" y="201366"/>
                  </a:lnTo>
                  <a:lnTo>
                    <a:pt x="7414517" y="201366"/>
                  </a:lnTo>
                  <a:lnTo>
                    <a:pt x="7414643" y="201366"/>
                  </a:lnTo>
                  <a:lnTo>
                    <a:pt x="7414769" y="201366"/>
                  </a:lnTo>
                  <a:lnTo>
                    <a:pt x="7414895" y="201366"/>
                  </a:lnTo>
                  <a:lnTo>
                    <a:pt x="7415022" y="201366"/>
                  </a:lnTo>
                  <a:lnTo>
                    <a:pt x="7415148" y="201366"/>
                  </a:lnTo>
                  <a:lnTo>
                    <a:pt x="7415274" y="201366"/>
                  </a:lnTo>
                  <a:lnTo>
                    <a:pt x="7415400" y="201366"/>
                  </a:lnTo>
                  <a:lnTo>
                    <a:pt x="7415527" y="201366"/>
                  </a:lnTo>
                  <a:lnTo>
                    <a:pt x="7415653" y="201366"/>
                  </a:lnTo>
                  <a:lnTo>
                    <a:pt x="7415779" y="201366"/>
                  </a:lnTo>
                  <a:lnTo>
                    <a:pt x="7415905" y="201366"/>
                  </a:lnTo>
                  <a:lnTo>
                    <a:pt x="7416032" y="201366"/>
                  </a:lnTo>
                  <a:lnTo>
                    <a:pt x="7416158" y="201366"/>
                  </a:lnTo>
                  <a:lnTo>
                    <a:pt x="7416284" y="201366"/>
                  </a:lnTo>
                  <a:lnTo>
                    <a:pt x="7416410" y="201366"/>
                  </a:lnTo>
                  <a:lnTo>
                    <a:pt x="7416537" y="201366"/>
                  </a:lnTo>
                  <a:lnTo>
                    <a:pt x="7416663" y="201366"/>
                  </a:lnTo>
                  <a:lnTo>
                    <a:pt x="7416789" y="201366"/>
                  </a:lnTo>
                  <a:lnTo>
                    <a:pt x="7416915" y="201366"/>
                  </a:lnTo>
                  <a:lnTo>
                    <a:pt x="7417042" y="201366"/>
                  </a:lnTo>
                  <a:lnTo>
                    <a:pt x="7417168" y="201366"/>
                  </a:lnTo>
                  <a:lnTo>
                    <a:pt x="7417294" y="201366"/>
                  </a:lnTo>
                  <a:lnTo>
                    <a:pt x="7417420" y="201366"/>
                  </a:lnTo>
                  <a:lnTo>
                    <a:pt x="7417547" y="201366"/>
                  </a:lnTo>
                  <a:lnTo>
                    <a:pt x="7417673" y="201366"/>
                  </a:lnTo>
                  <a:lnTo>
                    <a:pt x="7417673" y="196454"/>
                  </a:lnTo>
                  <a:lnTo>
                    <a:pt x="7417799" y="196454"/>
                  </a:lnTo>
                  <a:lnTo>
                    <a:pt x="7417926" y="196454"/>
                  </a:lnTo>
                  <a:lnTo>
                    <a:pt x="7418052" y="196454"/>
                  </a:lnTo>
                  <a:lnTo>
                    <a:pt x="7418178" y="196454"/>
                  </a:lnTo>
                  <a:lnTo>
                    <a:pt x="7418304" y="196454"/>
                  </a:lnTo>
                  <a:lnTo>
                    <a:pt x="7418431" y="196454"/>
                  </a:lnTo>
                  <a:lnTo>
                    <a:pt x="7418557" y="196454"/>
                  </a:lnTo>
                  <a:lnTo>
                    <a:pt x="7418683" y="196454"/>
                  </a:lnTo>
                  <a:lnTo>
                    <a:pt x="7418809" y="196454"/>
                  </a:lnTo>
                  <a:lnTo>
                    <a:pt x="7418936" y="196454"/>
                  </a:lnTo>
                  <a:lnTo>
                    <a:pt x="7419062" y="196454"/>
                  </a:lnTo>
                  <a:lnTo>
                    <a:pt x="7419188" y="196454"/>
                  </a:lnTo>
                  <a:lnTo>
                    <a:pt x="7419314" y="196454"/>
                  </a:lnTo>
                  <a:lnTo>
                    <a:pt x="7419441" y="196454"/>
                  </a:lnTo>
                  <a:lnTo>
                    <a:pt x="7419567" y="196454"/>
                  </a:lnTo>
                  <a:lnTo>
                    <a:pt x="7419693" y="196454"/>
                  </a:lnTo>
                  <a:lnTo>
                    <a:pt x="7419819" y="196454"/>
                  </a:lnTo>
                  <a:lnTo>
                    <a:pt x="7419946" y="196454"/>
                  </a:lnTo>
                  <a:lnTo>
                    <a:pt x="7420072" y="196454"/>
                  </a:lnTo>
                  <a:lnTo>
                    <a:pt x="7420198" y="196454"/>
                  </a:lnTo>
                  <a:lnTo>
                    <a:pt x="7420324" y="196454"/>
                  </a:lnTo>
                  <a:lnTo>
                    <a:pt x="7420451" y="196454"/>
                  </a:lnTo>
                  <a:lnTo>
                    <a:pt x="7420577" y="196454"/>
                  </a:lnTo>
                  <a:lnTo>
                    <a:pt x="7420703" y="196454"/>
                  </a:lnTo>
                  <a:lnTo>
                    <a:pt x="7420829" y="196454"/>
                  </a:lnTo>
                  <a:lnTo>
                    <a:pt x="7420956" y="196454"/>
                  </a:lnTo>
                  <a:lnTo>
                    <a:pt x="7421082" y="196454"/>
                  </a:lnTo>
                  <a:lnTo>
                    <a:pt x="7421208" y="196454"/>
                  </a:lnTo>
                  <a:lnTo>
                    <a:pt x="7421334" y="196454"/>
                  </a:lnTo>
                  <a:lnTo>
                    <a:pt x="7421461" y="196454"/>
                  </a:lnTo>
                  <a:lnTo>
                    <a:pt x="7421587" y="196454"/>
                  </a:lnTo>
                  <a:lnTo>
                    <a:pt x="7421713" y="196454"/>
                  </a:lnTo>
                  <a:lnTo>
                    <a:pt x="7421839" y="196454"/>
                  </a:lnTo>
                  <a:lnTo>
                    <a:pt x="7421966" y="196454"/>
                  </a:lnTo>
                  <a:lnTo>
                    <a:pt x="7422092" y="196454"/>
                  </a:lnTo>
                  <a:lnTo>
                    <a:pt x="7422218" y="196454"/>
                  </a:lnTo>
                  <a:lnTo>
                    <a:pt x="7422344" y="196454"/>
                  </a:lnTo>
                  <a:lnTo>
                    <a:pt x="7422471" y="196454"/>
                  </a:lnTo>
                  <a:lnTo>
                    <a:pt x="7422597" y="196454"/>
                  </a:lnTo>
                  <a:lnTo>
                    <a:pt x="7422723" y="196454"/>
                  </a:lnTo>
                  <a:lnTo>
                    <a:pt x="7422850" y="196454"/>
                  </a:lnTo>
                  <a:lnTo>
                    <a:pt x="7422976" y="196454"/>
                  </a:lnTo>
                  <a:lnTo>
                    <a:pt x="7423102" y="196454"/>
                  </a:lnTo>
                  <a:lnTo>
                    <a:pt x="7423228" y="196454"/>
                  </a:lnTo>
                  <a:lnTo>
                    <a:pt x="7423355" y="196454"/>
                  </a:lnTo>
                  <a:lnTo>
                    <a:pt x="7423481" y="196454"/>
                  </a:lnTo>
                  <a:lnTo>
                    <a:pt x="7423607" y="196454"/>
                  </a:lnTo>
                  <a:lnTo>
                    <a:pt x="7423733" y="196454"/>
                  </a:lnTo>
                  <a:lnTo>
                    <a:pt x="7423860" y="196454"/>
                  </a:lnTo>
                  <a:lnTo>
                    <a:pt x="7423986" y="196454"/>
                  </a:lnTo>
                  <a:lnTo>
                    <a:pt x="7424112" y="196454"/>
                  </a:lnTo>
                  <a:lnTo>
                    <a:pt x="7424238" y="196454"/>
                  </a:lnTo>
                  <a:lnTo>
                    <a:pt x="7424365" y="196454"/>
                  </a:lnTo>
                  <a:lnTo>
                    <a:pt x="7424491" y="196454"/>
                  </a:lnTo>
                  <a:lnTo>
                    <a:pt x="7424617" y="196454"/>
                  </a:lnTo>
                  <a:lnTo>
                    <a:pt x="7424743" y="196454"/>
                  </a:lnTo>
                  <a:lnTo>
                    <a:pt x="7424870" y="196454"/>
                  </a:lnTo>
                  <a:lnTo>
                    <a:pt x="7424996" y="196454"/>
                  </a:lnTo>
                  <a:lnTo>
                    <a:pt x="7425122" y="196454"/>
                  </a:lnTo>
                  <a:lnTo>
                    <a:pt x="7425248" y="196454"/>
                  </a:lnTo>
                  <a:lnTo>
                    <a:pt x="7425375" y="196454"/>
                  </a:lnTo>
                  <a:lnTo>
                    <a:pt x="7425501" y="196454"/>
                  </a:lnTo>
                  <a:lnTo>
                    <a:pt x="7425627" y="196454"/>
                  </a:lnTo>
                  <a:lnTo>
                    <a:pt x="7425753" y="196454"/>
                  </a:lnTo>
                  <a:lnTo>
                    <a:pt x="7425880" y="196454"/>
                  </a:lnTo>
                  <a:lnTo>
                    <a:pt x="7426006" y="196454"/>
                  </a:lnTo>
                  <a:lnTo>
                    <a:pt x="7426132" y="196454"/>
                  </a:lnTo>
                  <a:lnTo>
                    <a:pt x="7426258" y="196454"/>
                  </a:lnTo>
                  <a:lnTo>
                    <a:pt x="7426385" y="196454"/>
                  </a:lnTo>
                  <a:lnTo>
                    <a:pt x="7426511" y="196454"/>
                  </a:lnTo>
                  <a:lnTo>
                    <a:pt x="7426637" y="196454"/>
                  </a:lnTo>
                  <a:lnTo>
                    <a:pt x="7426763" y="196454"/>
                  </a:lnTo>
                  <a:lnTo>
                    <a:pt x="7426890" y="196454"/>
                  </a:lnTo>
                  <a:lnTo>
                    <a:pt x="7427016" y="196454"/>
                  </a:lnTo>
                  <a:lnTo>
                    <a:pt x="7427142" y="196454"/>
                  </a:lnTo>
                  <a:lnTo>
                    <a:pt x="7427268" y="196454"/>
                  </a:lnTo>
                  <a:lnTo>
                    <a:pt x="7427395" y="196454"/>
                  </a:lnTo>
                  <a:lnTo>
                    <a:pt x="7427521" y="196454"/>
                  </a:lnTo>
                  <a:lnTo>
                    <a:pt x="7427647" y="196454"/>
                  </a:lnTo>
                  <a:lnTo>
                    <a:pt x="7427774" y="196454"/>
                  </a:lnTo>
                  <a:lnTo>
                    <a:pt x="7427900" y="196454"/>
                  </a:lnTo>
                  <a:lnTo>
                    <a:pt x="7428026" y="196454"/>
                  </a:lnTo>
                  <a:lnTo>
                    <a:pt x="7428152" y="196454"/>
                  </a:lnTo>
                  <a:lnTo>
                    <a:pt x="7428279" y="196454"/>
                  </a:lnTo>
                  <a:lnTo>
                    <a:pt x="7428405" y="196454"/>
                  </a:lnTo>
                  <a:lnTo>
                    <a:pt x="7428531" y="196454"/>
                  </a:lnTo>
                  <a:lnTo>
                    <a:pt x="7428657" y="196454"/>
                  </a:lnTo>
                  <a:lnTo>
                    <a:pt x="7428784" y="196454"/>
                  </a:lnTo>
                  <a:lnTo>
                    <a:pt x="7428910" y="196454"/>
                  </a:lnTo>
                  <a:lnTo>
                    <a:pt x="7429036" y="196454"/>
                  </a:lnTo>
                  <a:lnTo>
                    <a:pt x="7429162" y="196454"/>
                  </a:lnTo>
                  <a:lnTo>
                    <a:pt x="7429289" y="196454"/>
                  </a:lnTo>
                  <a:lnTo>
                    <a:pt x="7429415" y="196454"/>
                  </a:lnTo>
                  <a:lnTo>
                    <a:pt x="7429541" y="196454"/>
                  </a:lnTo>
                  <a:lnTo>
                    <a:pt x="7429667" y="196454"/>
                  </a:lnTo>
                  <a:lnTo>
                    <a:pt x="7429794" y="196454"/>
                  </a:lnTo>
                  <a:lnTo>
                    <a:pt x="7429920" y="196454"/>
                  </a:lnTo>
                  <a:lnTo>
                    <a:pt x="7430046" y="196454"/>
                  </a:lnTo>
                  <a:lnTo>
                    <a:pt x="7430172" y="196454"/>
                  </a:lnTo>
                  <a:lnTo>
                    <a:pt x="7430299" y="196454"/>
                  </a:lnTo>
                  <a:lnTo>
                    <a:pt x="7430425" y="196454"/>
                  </a:lnTo>
                  <a:lnTo>
                    <a:pt x="7430551" y="196454"/>
                  </a:lnTo>
                  <a:lnTo>
                    <a:pt x="7430677" y="196454"/>
                  </a:lnTo>
                  <a:lnTo>
                    <a:pt x="7430804" y="196454"/>
                  </a:lnTo>
                  <a:lnTo>
                    <a:pt x="7430930" y="196454"/>
                  </a:lnTo>
                  <a:lnTo>
                    <a:pt x="7431056" y="196454"/>
                  </a:lnTo>
                  <a:lnTo>
                    <a:pt x="7431182" y="196454"/>
                  </a:lnTo>
                  <a:lnTo>
                    <a:pt x="7431309" y="196454"/>
                  </a:lnTo>
                  <a:lnTo>
                    <a:pt x="7431435" y="196454"/>
                  </a:lnTo>
                  <a:lnTo>
                    <a:pt x="7431561" y="196454"/>
                  </a:lnTo>
                  <a:lnTo>
                    <a:pt x="7431687" y="196454"/>
                  </a:lnTo>
                  <a:lnTo>
                    <a:pt x="7431814" y="196454"/>
                  </a:lnTo>
                  <a:lnTo>
                    <a:pt x="7431940" y="196454"/>
                  </a:lnTo>
                  <a:lnTo>
                    <a:pt x="7432066" y="196454"/>
                  </a:lnTo>
                  <a:lnTo>
                    <a:pt x="7432192" y="196454"/>
                  </a:lnTo>
                  <a:lnTo>
                    <a:pt x="7432319" y="196454"/>
                  </a:lnTo>
                  <a:lnTo>
                    <a:pt x="7432445" y="196454"/>
                  </a:lnTo>
                  <a:lnTo>
                    <a:pt x="7432571" y="196454"/>
                  </a:lnTo>
                  <a:lnTo>
                    <a:pt x="7432697" y="196454"/>
                  </a:lnTo>
                  <a:lnTo>
                    <a:pt x="7432824" y="196454"/>
                  </a:lnTo>
                  <a:lnTo>
                    <a:pt x="7432950" y="196454"/>
                  </a:lnTo>
                  <a:lnTo>
                    <a:pt x="7433076" y="196454"/>
                  </a:lnTo>
                  <a:lnTo>
                    <a:pt x="7433203" y="196454"/>
                  </a:lnTo>
                  <a:lnTo>
                    <a:pt x="7433329" y="196454"/>
                  </a:lnTo>
                  <a:lnTo>
                    <a:pt x="7433455" y="196454"/>
                  </a:lnTo>
                  <a:lnTo>
                    <a:pt x="7433581" y="196454"/>
                  </a:lnTo>
                  <a:lnTo>
                    <a:pt x="7433708" y="196454"/>
                  </a:lnTo>
                  <a:lnTo>
                    <a:pt x="7433834" y="196454"/>
                  </a:lnTo>
                  <a:lnTo>
                    <a:pt x="7433960" y="196454"/>
                  </a:lnTo>
                  <a:lnTo>
                    <a:pt x="7434086" y="196454"/>
                  </a:lnTo>
                  <a:lnTo>
                    <a:pt x="7434213" y="196454"/>
                  </a:lnTo>
                  <a:lnTo>
                    <a:pt x="7434339" y="196454"/>
                  </a:lnTo>
                  <a:lnTo>
                    <a:pt x="7434465" y="196454"/>
                  </a:lnTo>
                  <a:lnTo>
                    <a:pt x="7434591" y="196454"/>
                  </a:lnTo>
                  <a:lnTo>
                    <a:pt x="7434718" y="196454"/>
                  </a:lnTo>
                  <a:lnTo>
                    <a:pt x="7434844" y="196454"/>
                  </a:lnTo>
                  <a:lnTo>
                    <a:pt x="7434970" y="196454"/>
                  </a:lnTo>
                  <a:lnTo>
                    <a:pt x="7435096" y="196454"/>
                  </a:lnTo>
                  <a:lnTo>
                    <a:pt x="7435223" y="196454"/>
                  </a:lnTo>
                  <a:lnTo>
                    <a:pt x="7435349" y="196454"/>
                  </a:lnTo>
                  <a:lnTo>
                    <a:pt x="7435475" y="196454"/>
                  </a:lnTo>
                  <a:lnTo>
                    <a:pt x="7435601" y="196454"/>
                  </a:lnTo>
                  <a:lnTo>
                    <a:pt x="7435728" y="196454"/>
                  </a:lnTo>
                  <a:lnTo>
                    <a:pt x="7435854" y="196454"/>
                  </a:lnTo>
                  <a:lnTo>
                    <a:pt x="7435980" y="196454"/>
                  </a:lnTo>
                  <a:lnTo>
                    <a:pt x="7436106" y="196454"/>
                  </a:lnTo>
                  <a:lnTo>
                    <a:pt x="7436233" y="196454"/>
                  </a:lnTo>
                  <a:lnTo>
                    <a:pt x="7436359" y="196454"/>
                  </a:lnTo>
                  <a:lnTo>
                    <a:pt x="7436359" y="191543"/>
                  </a:lnTo>
                  <a:lnTo>
                    <a:pt x="7436485" y="191543"/>
                  </a:lnTo>
                  <a:lnTo>
                    <a:pt x="7436611" y="191543"/>
                  </a:lnTo>
                  <a:lnTo>
                    <a:pt x="7436738" y="191543"/>
                  </a:lnTo>
                  <a:lnTo>
                    <a:pt x="7436864" y="191543"/>
                  </a:lnTo>
                  <a:lnTo>
                    <a:pt x="7436990" y="191543"/>
                  </a:lnTo>
                  <a:lnTo>
                    <a:pt x="7437116" y="191543"/>
                  </a:lnTo>
                  <a:lnTo>
                    <a:pt x="7437243" y="191543"/>
                  </a:lnTo>
                  <a:lnTo>
                    <a:pt x="7437369" y="191543"/>
                  </a:lnTo>
                  <a:lnTo>
                    <a:pt x="7437495" y="191543"/>
                  </a:lnTo>
                  <a:lnTo>
                    <a:pt x="7437621" y="191543"/>
                  </a:lnTo>
                  <a:lnTo>
                    <a:pt x="7437748" y="191543"/>
                  </a:lnTo>
                  <a:lnTo>
                    <a:pt x="7437874" y="191543"/>
                  </a:lnTo>
                  <a:lnTo>
                    <a:pt x="7438000" y="191543"/>
                  </a:lnTo>
                  <a:lnTo>
                    <a:pt x="7438127" y="191543"/>
                  </a:lnTo>
                  <a:lnTo>
                    <a:pt x="7438253" y="191543"/>
                  </a:lnTo>
                  <a:lnTo>
                    <a:pt x="7438379" y="191543"/>
                  </a:lnTo>
                  <a:lnTo>
                    <a:pt x="7438505" y="191543"/>
                  </a:lnTo>
                  <a:lnTo>
                    <a:pt x="7438632" y="191543"/>
                  </a:lnTo>
                  <a:lnTo>
                    <a:pt x="7438758" y="191543"/>
                  </a:lnTo>
                  <a:lnTo>
                    <a:pt x="7438884" y="191543"/>
                  </a:lnTo>
                  <a:lnTo>
                    <a:pt x="7439010" y="191543"/>
                  </a:lnTo>
                  <a:lnTo>
                    <a:pt x="7439137" y="191543"/>
                  </a:lnTo>
                  <a:lnTo>
                    <a:pt x="7439263" y="191543"/>
                  </a:lnTo>
                  <a:lnTo>
                    <a:pt x="7439389" y="191543"/>
                  </a:lnTo>
                  <a:lnTo>
                    <a:pt x="7439515" y="191543"/>
                  </a:lnTo>
                  <a:lnTo>
                    <a:pt x="7439642" y="191543"/>
                  </a:lnTo>
                  <a:lnTo>
                    <a:pt x="7439768" y="191543"/>
                  </a:lnTo>
                  <a:lnTo>
                    <a:pt x="7439894" y="191543"/>
                  </a:lnTo>
                  <a:lnTo>
                    <a:pt x="7440020" y="191543"/>
                  </a:lnTo>
                  <a:lnTo>
                    <a:pt x="7440147" y="191543"/>
                  </a:lnTo>
                  <a:lnTo>
                    <a:pt x="7440273" y="191543"/>
                  </a:lnTo>
                  <a:lnTo>
                    <a:pt x="7440399" y="191543"/>
                  </a:lnTo>
                  <a:lnTo>
                    <a:pt x="7440525" y="191543"/>
                  </a:lnTo>
                  <a:lnTo>
                    <a:pt x="7440652" y="191543"/>
                  </a:lnTo>
                  <a:lnTo>
                    <a:pt x="7440778" y="191543"/>
                  </a:lnTo>
                  <a:lnTo>
                    <a:pt x="7440904" y="191543"/>
                  </a:lnTo>
                  <a:lnTo>
                    <a:pt x="7441030" y="191543"/>
                  </a:lnTo>
                  <a:lnTo>
                    <a:pt x="7441157" y="191543"/>
                  </a:lnTo>
                  <a:lnTo>
                    <a:pt x="7441283" y="191543"/>
                  </a:lnTo>
                  <a:lnTo>
                    <a:pt x="7441409" y="191543"/>
                  </a:lnTo>
                  <a:lnTo>
                    <a:pt x="7441535" y="191543"/>
                  </a:lnTo>
                  <a:lnTo>
                    <a:pt x="7441662" y="191543"/>
                  </a:lnTo>
                  <a:lnTo>
                    <a:pt x="7441788" y="191543"/>
                  </a:lnTo>
                  <a:lnTo>
                    <a:pt x="7441914" y="191543"/>
                  </a:lnTo>
                  <a:lnTo>
                    <a:pt x="7442040" y="191543"/>
                  </a:lnTo>
                  <a:lnTo>
                    <a:pt x="7442167" y="191543"/>
                  </a:lnTo>
                  <a:lnTo>
                    <a:pt x="7442293" y="191543"/>
                  </a:lnTo>
                  <a:lnTo>
                    <a:pt x="7442419" y="191543"/>
                  </a:lnTo>
                  <a:lnTo>
                    <a:pt x="7442545" y="191543"/>
                  </a:lnTo>
                  <a:lnTo>
                    <a:pt x="7442672" y="191543"/>
                  </a:lnTo>
                  <a:lnTo>
                    <a:pt x="7442798" y="191543"/>
                  </a:lnTo>
                  <a:lnTo>
                    <a:pt x="7442924" y="191543"/>
                  </a:lnTo>
                  <a:lnTo>
                    <a:pt x="7443050" y="191543"/>
                  </a:lnTo>
                  <a:lnTo>
                    <a:pt x="7443177" y="191543"/>
                  </a:lnTo>
                  <a:lnTo>
                    <a:pt x="7443303" y="191543"/>
                  </a:lnTo>
                  <a:lnTo>
                    <a:pt x="7443429" y="191543"/>
                  </a:lnTo>
                  <a:lnTo>
                    <a:pt x="7443556" y="191543"/>
                  </a:lnTo>
                  <a:lnTo>
                    <a:pt x="7443682" y="191543"/>
                  </a:lnTo>
                  <a:lnTo>
                    <a:pt x="7443808" y="191543"/>
                  </a:lnTo>
                  <a:lnTo>
                    <a:pt x="7443934" y="191543"/>
                  </a:lnTo>
                  <a:lnTo>
                    <a:pt x="7444061" y="191543"/>
                  </a:lnTo>
                  <a:lnTo>
                    <a:pt x="7444187" y="191543"/>
                  </a:lnTo>
                  <a:lnTo>
                    <a:pt x="7444313" y="191543"/>
                  </a:lnTo>
                  <a:lnTo>
                    <a:pt x="7444439" y="191543"/>
                  </a:lnTo>
                  <a:lnTo>
                    <a:pt x="7444566" y="191543"/>
                  </a:lnTo>
                  <a:lnTo>
                    <a:pt x="7444692" y="191543"/>
                  </a:lnTo>
                  <a:lnTo>
                    <a:pt x="7444818" y="191543"/>
                  </a:lnTo>
                  <a:lnTo>
                    <a:pt x="7444944" y="191543"/>
                  </a:lnTo>
                  <a:lnTo>
                    <a:pt x="7445071" y="191543"/>
                  </a:lnTo>
                  <a:lnTo>
                    <a:pt x="7445197" y="191543"/>
                  </a:lnTo>
                  <a:lnTo>
                    <a:pt x="7445323" y="191543"/>
                  </a:lnTo>
                  <a:lnTo>
                    <a:pt x="7445449" y="191543"/>
                  </a:lnTo>
                  <a:lnTo>
                    <a:pt x="7445576" y="191543"/>
                  </a:lnTo>
                  <a:lnTo>
                    <a:pt x="7445702" y="191543"/>
                  </a:lnTo>
                  <a:lnTo>
                    <a:pt x="7445828" y="191543"/>
                  </a:lnTo>
                  <a:lnTo>
                    <a:pt x="7445954" y="191543"/>
                  </a:lnTo>
                  <a:lnTo>
                    <a:pt x="7446081" y="191543"/>
                  </a:lnTo>
                  <a:lnTo>
                    <a:pt x="7446207" y="191543"/>
                  </a:lnTo>
                  <a:lnTo>
                    <a:pt x="7446333" y="191543"/>
                  </a:lnTo>
                  <a:lnTo>
                    <a:pt x="7446459" y="191543"/>
                  </a:lnTo>
                  <a:lnTo>
                    <a:pt x="7446586" y="191543"/>
                  </a:lnTo>
                  <a:lnTo>
                    <a:pt x="7446712" y="191543"/>
                  </a:lnTo>
                  <a:lnTo>
                    <a:pt x="7446838" y="191543"/>
                  </a:lnTo>
                  <a:lnTo>
                    <a:pt x="7446964" y="191543"/>
                  </a:lnTo>
                  <a:lnTo>
                    <a:pt x="7447091" y="191543"/>
                  </a:lnTo>
                  <a:lnTo>
                    <a:pt x="7447091" y="186632"/>
                  </a:lnTo>
                  <a:lnTo>
                    <a:pt x="7447217" y="186632"/>
                  </a:lnTo>
                  <a:lnTo>
                    <a:pt x="7447343" y="186632"/>
                  </a:lnTo>
                  <a:lnTo>
                    <a:pt x="7447469" y="186632"/>
                  </a:lnTo>
                  <a:lnTo>
                    <a:pt x="7447596" y="186632"/>
                  </a:lnTo>
                  <a:lnTo>
                    <a:pt x="7447722" y="186632"/>
                  </a:lnTo>
                  <a:lnTo>
                    <a:pt x="7447848" y="186632"/>
                  </a:lnTo>
                  <a:lnTo>
                    <a:pt x="7447974" y="186632"/>
                  </a:lnTo>
                  <a:lnTo>
                    <a:pt x="7448101" y="186632"/>
                  </a:lnTo>
                  <a:lnTo>
                    <a:pt x="7448227" y="186632"/>
                  </a:lnTo>
                  <a:lnTo>
                    <a:pt x="7448353" y="186632"/>
                  </a:lnTo>
                  <a:lnTo>
                    <a:pt x="7448480" y="186632"/>
                  </a:lnTo>
                  <a:lnTo>
                    <a:pt x="7448606" y="186632"/>
                  </a:lnTo>
                  <a:lnTo>
                    <a:pt x="7448732" y="186632"/>
                  </a:lnTo>
                  <a:lnTo>
                    <a:pt x="7448858" y="186632"/>
                  </a:lnTo>
                  <a:lnTo>
                    <a:pt x="7448985" y="186632"/>
                  </a:lnTo>
                  <a:lnTo>
                    <a:pt x="7449111" y="186632"/>
                  </a:lnTo>
                  <a:lnTo>
                    <a:pt x="7449237" y="186632"/>
                  </a:lnTo>
                  <a:lnTo>
                    <a:pt x="7449363" y="186632"/>
                  </a:lnTo>
                  <a:lnTo>
                    <a:pt x="7449490" y="186632"/>
                  </a:lnTo>
                  <a:lnTo>
                    <a:pt x="7449616" y="186632"/>
                  </a:lnTo>
                  <a:lnTo>
                    <a:pt x="7449742" y="186632"/>
                  </a:lnTo>
                  <a:lnTo>
                    <a:pt x="7449742" y="181720"/>
                  </a:lnTo>
                  <a:lnTo>
                    <a:pt x="7449868" y="181720"/>
                  </a:lnTo>
                  <a:lnTo>
                    <a:pt x="7449995" y="181720"/>
                  </a:lnTo>
                  <a:lnTo>
                    <a:pt x="7450121" y="181720"/>
                  </a:lnTo>
                  <a:lnTo>
                    <a:pt x="7450247" y="181720"/>
                  </a:lnTo>
                  <a:lnTo>
                    <a:pt x="7450373" y="181720"/>
                  </a:lnTo>
                  <a:lnTo>
                    <a:pt x="7450500" y="181720"/>
                  </a:lnTo>
                  <a:lnTo>
                    <a:pt x="7450626" y="181720"/>
                  </a:lnTo>
                  <a:lnTo>
                    <a:pt x="7450752" y="181720"/>
                  </a:lnTo>
                  <a:lnTo>
                    <a:pt x="7450878" y="181720"/>
                  </a:lnTo>
                  <a:lnTo>
                    <a:pt x="7451005" y="181720"/>
                  </a:lnTo>
                  <a:lnTo>
                    <a:pt x="7451131" y="181720"/>
                  </a:lnTo>
                  <a:lnTo>
                    <a:pt x="7451257" y="181720"/>
                  </a:lnTo>
                  <a:lnTo>
                    <a:pt x="7451383" y="181720"/>
                  </a:lnTo>
                  <a:lnTo>
                    <a:pt x="7451510" y="181720"/>
                  </a:lnTo>
                  <a:lnTo>
                    <a:pt x="7451636" y="181720"/>
                  </a:lnTo>
                  <a:lnTo>
                    <a:pt x="7451762" y="181720"/>
                  </a:lnTo>
                  <a:lnTo>
                    <a:pt x="7451888" y="181720"/>
                  </a:lnTo>
                  <a:lnTo>
                    <a:pt x="7452015" y="181720"/>
                  </a:lnTo>
                  <a:lnTo>
                    <a:pt x="7452141" y="181720"/>
                  </a:lnTo>
                  <a:lnTo>
                    <a:pt x="7452267" y="181720"/>
                  </a:lnTo>
                  <a:lnTo>
                    <a:pt x="7452393" y="181720"/>
                  </a:lnTo>
                  <a:lnTo>
                    <a:pt x="7452520" y="181720"/>
                  </a:lnTo>
                  <a:lnTo>
                    <a:pt x="7452646" y="181720"/>
                  </a:lnTo>
                  <a:lnTo>
                    <a:pt x="7452772" y="181720"/>
                  </a:lnTo>
                  <a:lnTo>
                    <a:pt x="7452898" y="181720"/>
                  </a:lnTo>
                  <a:lnTo>
                    <a:pt x="7453025" y="181720"/>
                  </a:lnTo>
                  <a:lnTo>
                    <a:pt x="7453151" y="181720"/>
                  </a:lnTo>
                  <a:lnTo>
                    <a:pt x="7453277" y="181720"/>
                  </a:lnTo>
                  <a:lnTo>
                    <a:pt x="7453403" y="181720"/>
                  </a:lnTo>
                  <a:lnTo>
                    <a:pt x="7453530" y="181720"/>
                  </a:lnTo>
                  <a:lnTo>
                    <a:pt x="7453656" y="181720"/>
                  </a:lnTo>
                  <a:lnTo>
                    <a:pt x="7453782" y="181720"/>
                  </a:lnTo>
                  <a:lnTo>
                    <a:pt x="7453909" y="181720"/>
                  </a:lnTo>
                  <a:lnTo>
                    <a:pt x="7454035" y="181720"/>
                  </a:lnTo>
                  <a:lnTo>
                    <a:pt x="7454161" y="181720"/>
                  </a:lnTo>
                  <a:lnTo>
                    <a:pt x="7454287" y="181720"/>
                  </a:lnTo>
                  <a:lnTo>
                    <a:pt x="7454414" y="181720"/>
                  </a:lnTo>
                  <a:lnTo>
                    <a:pt x="7454540" y="181720"/>
                  </a:lnTo>
                  <a:lnTo>
                    <a:pt x="7454666" y="181720"/>
                  </a:lnTo>
                  <a:lnTo>
                    <a:pt x="7454792" y="181720"/>
                  </a:lnTo>
                  <a:lnTo>
                    <a:pt x="7454919" y="181720"/>
                  </a:lnTo>
                  <a:lnTo>
                    <a:pt x="7455045" y="181720"/>
                  </a:lnTo>
                  <a:lnTo>
                    <a:pt x="7455171" y="181720"/>
                  </a:lnTo>
                  <a:lnTo>
                    <a:pt x="7455297" y="181720"/>
                  </a:lnTo>
                  <a:lnTo>
                    <a:pt x="7455424" y="181720"/>
                  </a:lnTo>
                  <a:lnTo>
                    <a:pt x="7455550" y="181720"/>
                  </a:lnTo>
                  <a:lnTo>
                    <a:pt x="7455676" y="181720"/>
                  </a:lnTo>
                  <a:lnTo>
                    <a:pt x="7455802" y="181720"/>
                  </a:lnTo>
                  <a:lnTo>
                    <a:pt x="7455929" y="181720"/>
                  </a:lnTo>
                  <a:lnTo>
                    <a:pt x="7456055" y="181720"/>
                  </a:lnTo>
                  <a:lnTo>
                    <a:pt x="7456181" y="181720"/>
                  </a:lnTo>
                  <a:lnTo>
                    <a:pt x="7456307" y="181720"/>
                  </a:lnTo>
                  <a:lnTo>
                    <a:pt x="7456434" y="181720"/>
                  </a:lnTo>
                  <a:lnTo>
                    <a:pt x="7456560" y="181720"/>
                  </a:lnTo>
                  <a:lnTo>
                    <a:pt x="7456686" y="181720"/>
                  </a:lnTo>
                  <a:lnTo>
                    <a:pt x="7456812" y="181720"/>
                  </a:lnTo>
                  <a:lnTo>
                    <a:pt x="7456939" y="181720"/>
                  </a:lnTo>
                  <a:lnTo>
                    <a:pt x="7457065" y="181720"/>
                  </a:lnTo>
                  <a:lnTo>
                    <a:pt x="7457191" y="181720"/>
                  </a:lnTo>
                  <a:lnTo>
                    <a:pt x="7457317" y="181720"/>
                  </a:lnTo>
                  <a:lnTo>
                    <a:pt x="7457444" y="181720"/>
                  </a:lnTo>
                  <a:lnTo>
                    <a:pt x="7457570" y="181720"/>
                  </a:lnTo>
                  <a:lnTo>
                    <a:pt x="7457696" y="181720"/>
                  </a:lnTo>
                  <a:lnTo>
                    <a:pt x="7457822" y="181720"/>
                  </a:lnTo>
                  <a:lnTo>
                    <a:pt x="7457949" y="181720"/>
                  </a:lnTo>
                  <a:lnTo>
                    <a:pt x="7458075" y="181720"/>
                  </a:lnTo>
                  <a:lnTo>
                    <a:pt x="7458201" y="181720"/>
                  </a:lnTo>
                  <a:lnTo>
                    <a:pt x="7458327" y="181720"/>
                  </a:lnTo>
                  <a:lnTo>
                    <a:pt x="7458454" y="181720"/>
                  </a:lnTo>
                  <a:lnTo>
                    <a:pt x="7458580" y="181720"/>
                  </a:lnTo>
                  <a:lnTo>
                    <a:pt x="7458706" y="181720"/>
                  </a:lnTo>
                  <a:lnTo>
                    <a:pt x="7458833" y="181720"/>
                  </a:lnTo>
                  <a:lnTo>
                    <a:pt x="7458959" y="181720"/>
                  </a:lnTo>
                  <a:lnTo>
                    <a:pt x="7459085" y="181720"/>
                  </a:lnTo>
                  <a:lnTo>
                    <a:pt x="7459211" y="181720"/>
                  </a:lnTo>
                  <a:lnTo>
                    <a:pt x="7459338" y="181720"/>
                  </a:lnTo>
                  <a:lnTo>
                    <a:pt x="7459464" y="181720"/>
                  </a:lnTo>
                  <a:lnTo>
                    <a:pt x="7459590" y="181720"/>
                  </a:lnTo>
                  <a:lnTo>
                    <a:pt x="7459716" y="181720"/>
                  </a:lnTo>
                  <a:lnTo>
                    <a:pt x="7459843" y="181720"/>
                  </a:lnTo>
                  <a:lnTo>
                    <a:pt x="7459969" y="181720"/>
                  </a:lnTo>
                  <a:lnTo>
                    <a:pt x="7460095" y="181720"/>
                  </a:lnTo>
                  <a:lnTo>
                    <a:pt x="7460221" y="181720"/>
                  </a:lnTo>
                  <a:lnTo>
                    <a:pt x="7460348" y="181720"/>
                  </a:lnTo>
                  <a:lnTo>
                    <a:pt x="7460474" y="181720"/>
                  </a:lnTo>
                  <a:lnTo>
                    <a:pt x="7460600" y="181720"/>
                  </a:lnTo>
                  <a:lnTo>
                    <a:pt x="7460726" y="181720"/>
                  </a:lnTo>
                  <a:lnTo>
                    <a:pt x="7460853" y="181720"/>
                  </a:lnTo>
                  <a:lnTo>
                    <a:pt x="7460979" y="181720"/>
                  </a:lnTo>
                  <a:lnTo>
                    <a:pt x="7461105" y="181720"/>
                  </a:lnTo>
                  <a:lnTo>
                    <a:pt x="7461231" y="181720"/>
                  </a:lnTo>
                  <a:lnTo>
                    <a:pt x="7461358" y="181720"/>
                  </a:lnTo>
                  <a:lnTo>
                    <a:pt x="7461484" y="181720"/>
                  </a:lnTo>
                  <a:lnTo>
                    <a:pt x="7461610" y="181720"/>
                  </a:lnTo>
                  <a:lnTo>
                    <a:pt x="7461736" y="181720"/>
                  </a:lnTo>
                  <a:lnTo>
                    <a:pt x="7461863" y="181720"/>
                  </a:lnTo>
                  <a:lnTo>
                    <a:pt x="7461989" y="181720"/>
                  </a:lnTo>
                  <a:lnTo>
                    <a:pt x="7462115" y="181720"/>
                  </a:lnTo>
                  <a:lnTo>
                    <a:pt x="7462241" y="181720"/>
                  </a:lnTo>
                  <a:lnTo>
                    <a:pt x="7462368" y="181720"/>
                  </a:lnTo>
                  <a:lnTo>
                    <a:pt x="7462494" y="181720"/>
                  </a:lnTo>
                  <a:lnTo>
                    <a:pt x="7462620" y="181720"/>
                  </a:lnTo>
                  <a:lnTo>
                    <a:pt x="7462746" y="181720"/>
                  </a:lnTo>
                  <a:lnTo>
                    <a:pt x="7462873" y="181720"/>
                  </a:lnTo>
                  <a:lnTo>
                    <a:pt x="7462999" y="181720"/>
                  </a:lnTo>
                  <a:lnTo>
                    <a:pt x="7463125" y="181720"/>
                  </a:lnTo>
                  <a:lnTo>
                    <a:pt x="7463251" y="181720"/>
                  </a:lnTo>
                  <a:lnTo>
                    <a:pt x="7463378" y="181720"/>
                  </a:lnTo>
                  <a:lnTo>
                    <a:pt x="7463504" y="181720"/>
                  </a:lnTo>
                  <a:lnTo>
                    <a:pt x="7463630" y="181720"/>
                  </a:lnTo>
                  <a:lnTo>
                    <a:pt x="7463756" y="181720"/>
                  </a:lnTo>
                  <a:lnTo>
                    <a:pt x="7463883" y="181720"/>
                  </a:lnTo>
                  <a:lnTo>
                    <a:pt x="7464009" y="181720"/>
                  </a:lnTo>
                  <a:lnTo>
                    <a:pt x="7464135" y="181720"/>
                  </a:lnTo>
                  <a:lnTo>
                    <a:pt x="7464262" y="181720"/>
                  </a:lnTo>
                  <a:lnTo>
                    <a:pt x="7464388" y="181720"/>
                  </a:lnTo>
                  <a:lnTo>
                    <a:pt x="7464514" y="181720"/>
                  </a:lnTo>
                  <a:lnTo>
                    <a:pt x="7464640" y="181720"/>
                  </a:lnTo>
                  <a:lnTo>
                    <a:pt x="7464767" y="181720"/>
                  </a:lnTo>
                  <a:lnTo>
                    <a:pt x="7464893" y="181720"/>
                  </a:lnTo>
                  <a:lnTo>
                    <a:pt x="7465019" y="181720"/>
                  </a:lnTo>
                  <a:lnTo>
                    <a:pt x="7465145" y="181720"/>
                  </a:lnTo>
                  <a:lnTo>
                    <a:pt x="7465272" y="181720"/>
                  </a:lnTo>
                  <a:lnTo>
                    <a:pt x="7465398" y="181720"/>
                  </a:lnTo>
                  <a:lnTo>
                    <a:pt x="7465524" y="181720"/>
                  </a:lnTo>
                  <a:lnTo>
                    <a:pt x="7465650" y="181720"/>
                  </a:lnTo>
                  <a:lnTo>
                    <a:pt x="7465777" y="181720"/>
                  </a:lnTo>
                  <a:lnTo>
                    <a:pt x="7465903" y="181720"/>
                  </a:lnTo>
                  <a:lnTo>
                    <a:pt x="7466029" y="181720"/>
                  </a:lnTo>
                  <a:lnTo>
                    <a:pt x="7466155" y="181720"/>
                  </a:lnTo>
                  <a:lnTo>
                    <a:pt x="7466282" y="181720"/>
                  </a:lnTo>
                  <a:lnTo>
                    <a:pt x="7466408" y="181720"/>
                  </a:lnTo>
                  <a:lnTo>
                    <a:pt x="7466534" y="181720"/>
                  </a:lnTo>
                  <a:lnTo>
                    <a:pt x="7466660" y="181720"/>
                  </a:lnTo>
                  <a:lnTo>
                    <a:pt x="7466787" y="181720"/>
                  </a:lnTo>
                  <a:lnTo>
                    <a:pt x="7466913" y="181720"/>
                  </a:lnTo>
                  <a:lnTo>
                    <a:pt x="7467039" y="181720"/>
                  </a:lnTo>
                  <a:lnTo>
                    <a:pt x="7467165" y="181720"/>
                  </a:lnTo>
                  <a:lnTo>
                    <a:pt x="7467292" y="181720"/>
                  </a:lnTo>
                  <a:lnTo>
                    <a:pt x="7467418" y="181720"/>
                  </a:lnTo>
                  <a:lnTo>
                    <a:pt x="7467544" y="181720"/>
                  </a:lnTo>
                  <a:lnTo>
                    <a:pt x="7467670" y="181720"/>
                  </a:lnTo>
                  <a:lnTo>
                    <a:pt x="7467797" y="181720"/>
                  </a:lnTo>
                  <a:lnTo>
                    <a:pt x="7467923" y="181720"/>
                  </a:lnTo>
                  <a:lnTo>
                    <a:pt x="7468049" y="181720"/>
                  </a:lnTo>
                  <a:lnTo>
                    <a:pt x="7468175" y="181720"/>
                  </a:lnTo>
                  <a:lnTo>
                    <a:pt x="7468302" y="181720"/>
                  </a:lnTo>
                  <a:lnTo>
                    <a:pt x="7468428" y="181720"/>
                  </a:lnTo>
                  <a:lnTo>
                    <a:pt x="7468554" y="181720"/>
                  </a:lnTo>
                  <a:lnTo>
                    <a:pt x="7468680" y="181720"/>
                  </a:lnTo>
                  <a:lnTo>
                    <a:pt x="7468807" y="181720"/>
                  </a:lnTo>
                  <a:lnTo>
                    <a:pt x="7468933" y="181720"/>
                  </a:lnTo>
                  <a:lnTo>
                    <a:pt x="7469059" y="181720"/>
                  </a:lnTo>
                  <a:lnTo>
                    <a:pt x="7469186" y="181720"/>
                  </a:lnTo>
                  <a:lnTo>
                    <a:pt x="7469312" y="181720"/>
                  </a:lnTo>
                  <a:lnTo>
                    <a:pt x="7469438" y="181720"/>
                  </a:lnTo>
                  <a:lnTo>
                    <a:pt x="7469564" y="181720"/>
                  </a:lnTo>
                  <a:lnTo>
                    <a:pt x="7469691" y="181720"/>
                  </a:lnTo>
                  <a:lnTo>
                    <a:pt x="7469817" y="181720"/>
                  </a:lnTo>
                  <a:lnTo>
                    <a:pt x="7469943" y="181720"/>
                  </a:lnTo>
                  <a:lnTo>
                    <a:pt x="7470069" y="181720"/>
                  </a:lnTo>
                  <a:lnTo>
                    <a:pt x="7470196" y="181720"/>
                  </a:lnTo>
                  <a:lnTo>
                    <a:pt x="7470322" y="181720"/>
                  </a:lnTo>
                  <a:lnTo>
                    <a:pt x="7470448" y="181720"/>
                  </a:lnTo>
                  <a:lnTo>
                    <a:pt x="7470574" y="181720"/>
                  </a:lnTo>
                  <a:lnTo>
                    <a:pt x="7470701" y="181720"/>
                  </a:lnTo>
                  <a:lnTo>
                    <a:pt x="7470701" y="176809"/>
                  </a:lnTo>
                  <a:lnTo>
                    <a:pt x="7470827" y="176809"/>
                  </a:lnTo>
                  <a:lnTo>
                    <a:pt x="7470953" y="176809"/>
                  </a:lnTo>
                  <a:lnTo>
                    <a:pt x="7471079" y="176809"/>
                  </a:lnTo>
                  <a:lnTo>
                    <a:pt x="7471206" y="176809"/>
                  </a:lnTo>
                  <a:lnTo>
                    <a:pt x="7471332" y="176809"/>
                  </a:lnTo>
                  <a:lnTo>
                    <a:pt x="7471458" y="176809"/>
                  </a:lnTo>
                  <a:lnTo>
                    <a:pt x="7471584" y="176809"/>
                  </a:lnTo>
                  <a:lnTo>
                    <a:pt x="7471711" y="176809"/>
                  </a:lnTo>
                  <a:lnTo>
                    <a:pt x="7471837" y="176809"/>
                  </a:lnTo>
                  <a:lnTo>
                    <a:pt x="7471963" y="176809"/>
                  </a:lnTo>
                  <a:lnTo>
                    <a:pt x="7472089" y="176809"/>
                  </a:lnTo>
                  <a:lnTo>
                    <a:pt x="7472216" y="176809"/>
                  </a:lnTo>
                  <a:lnTo>
                    <a:pt x="7472342" y="176809"/>
                  </a:lnTo>
                  <a:lnTo>
                    <a:pt x="7472468" y="176809"/>
                  </a:lnTo>
                  <a:lnTo>
                    <a:pt x="7472594" y="176809"/>
                  </a:lnTo>
                  <a:lnTo>
                    <a:pt x="7472721" y="176809"/>
                  </a:lnTo>
                  <a:lnTo>
                    <a:pt x="7472847" y="176809"/>
                  </a:lnTo>
                  <a:lnTo>
                    <a:pt x="7472973" y="176809"/>
                  </a:lnTo>
                  <a:lnTo>
                    <a:pt x="7473099" y="176809"/>
                  </a:lnTo>
                  <a:lnTo>
                    <a:pt x="7473226" y="176809"/>
                  </a:lnTo>
                  <a:lnTo>
                    <a:pt x="7473352" y="176809"/>
                  </a:lnTo>
                  <a:lnTo>
                    <a:pt x="7473478" y="176809"/>
                  </a:lnTo>
                  <a:lnTo>
                    <a:pt x="7473604" y="176809"/>
                  </a:lnTo>
                  <a:lnTo>
                    <a:pt x="7473731" y="176809"/>
                  </a:lnTo>
                  <a:lnTo>
                    <a:pt x="7473857" y="176809"/>
                  </a:lnTo>
                  <a:lnTo>
                    <a:pt x="7473983" y="176809"/>
                  </a:lnTo>
                  <a:lnTo>
                    <a:pt x="7474109" y="176809"/>
                  </a:lnTo>
                  <a:lnTo>
                    <a:pt x="7474236" y="176809"/>
                  </a:lnTo>
                  <a:lnTo>
                    <a:pt x="7474362" y="176809"/>
                  </a:lnTo>
                  <a:lnTo>
                    <a:pt x="7474488" y="176809"/>
                  </a:lnTo>
                  <a:lnTo>
                    <a:pt x="7474488" y="171898"/>
                  </a:lnTo>
                  <a:lnTo>
                    <a:pt x="7474615" y="171898"/>
                  </a:lnTo>
                  <a:lnTo>
                    <a:pt x="7474741" y="171898"/>
                  </a:lnTo>
                  <a:lnTo>
                    <a:pt x="7474867" y="171898"/>
                  </a:lnTo>
                  <a:lnTo>
                    <a:pt x="7474993" y="171898"/>
                  </a:lnTo>
                  <a:lnTo>
                    <a:pt x="7475120" y="171898"/>
                  </a:lnTo>
                  <a:lnTo>
                    <a:pt x="7475246" y="171898"/>
                  </a:lnTo>
                  <a:lnTo>
                    <a:pt x="7475372" y="171898"/>
                  </a:lnTo>
                  <a:lnTo>
                    <a:pt x="7475498" y="171898"/>
                  </a:lnTo>
                  <a:lnTo>
                    <a:pt x="7475625" y="171898"/>
                  </a:lnTo>
                  <a:lnTo>
                    <a:pt x="7475751" y="171898"/>
                  </a:lnTo>
                  <a:lnTo>
                    <a:pt x="7475877" y="171898"/>
                  </a:lnTo>
                  <a:lnTo>
                    <a:pt x="7476003" y="171898"/>
                  </a:lnTo>
                  <a:lnTo>
                    <a:pt x="7476130" y="171898"/>
                  </a:lnTo>
                  <a:lnTo>
                    <a:pt x="7476256" y="171898"/>
                  </a:lnTo>
                  <a:lnTo>
                    <a:pt x="7476382" y="171898"/>
                  </a:lnTo>
                  <a:lnTo>
                    <a:pt x="7476508" y="171898"/>
                  </a:lnTo>
                  <a:lnTo>
                    <a:pt x="7476635" y="171898"/>
                  </a:lnTo>
                  <a:lnTo>
                    <a:pt x="7476761" y="171898"/>
                  </a:lnTo>
                  <a:lnTo>
                    <a:pt x="7476887" y="171898"/>
                  </a:lnTo>
                  <a:lnTo>
                    <a:pt x="7477013" y="171898"/>
                  </a:lnTo>
                  <a:lnTo>
                    <a:pt x="7477140" y="171898"/>
                  </a:lnTo>
                  <a:lnTo>
                    <a:pt x="7477266" y="171898"/>
                  </a:lnTo>
                  <a:lnTo>
                    <a:pt x="7477392" y="171898"/>
                  </a:lnTo>
                  <a:lnTo>
                    <a:pt x="7477518" y="171898"/>
                  </a:lnTo>
                  <a:lnTo>
                    <a:pt x="7477645" y="171898"/>
                  </a:lnTo>
                  <a:lnTo>
                    <a:pt x="7477771" y="171898"/>
                  </a:lnTo>
                  <a:lnTo>
                    <a:pt x="7477897" y="171898"/>
                  </a:lnTo>
                  <a:lnTo>
                    <a:pt x="7478023" y="171898"/>
                  </a:lnTo>
                  <a:lnTo>
                    <a:pt x="7478150" y="171898"/>
                  </a:lnTo>
                  <a:lnTo>
                    <a:pt x="7478276" y="171898"/>
                  </a:lnTo>
                  <a:lnTo>
                    <a:pt x="7478402" y="171898"/>
                  </a:lnTo>
                  <a:lnTo>
                    <a:pt x="7478528" y="171898"/>
                  </a:lnTo>
                  <a:lnTo>
                    <a:pt x="7478655" y="171898"/>
                  </a:lnTo>
                  <a:lnTo>
                    <a:pt x="7478781" y="171898"/>
                  </a:lnTo>
                  <a:lnTo>
                    <a:pt x="7478907" y="171898"/>
                  </a:lnTo>
                  <a:lnTo>
                    <a:pt x="7479033" y="171898"/>
                  </a:lnTo>
                  <a:lnTo>
                    <a:pt x="7479160" y="171898"/>
                  </a:lnTo>
                  <a:lnTo>
                    <a:pt x="7479286" y="171898"/>
                  </a:lnTo>
                  <a:lnTo>
                    <a:pt x="7479412" y="171898"/>
                  </a:lnTo>
                  <a:lnTo>
                    <a:pt x="7479539" y="171898"/>
                  </a:lnTo>
                  <a:lnTo>
                    <a:pt x="7479665" y="171898"/>
                  </a:lnTo>
                  <a:lnTo>
                    <a:pt x="7479791" y="171898"/>
                  </a:lnTo>
                  <a:lnTo>
                    <a:pt x="7479917" y="171898"/>
                  </a:lnTo>
                  <a:lnTo>
                    <a:pt x="7480044" y="171898"/>
                  </a:lnTo>
                  <a:lnTo>
                    <a:pt x="7480170" y="171898"/>
                  </a:lnTo>
                  <a:lnTo>
                    <a:pt x="7480296" y="171898"/>
                  </a:lnTo>
                  <a:lnTo>
                    <a:pt x="7480422" y="171898"/>
                  </a:lnTo>
                  <a:lnTo>
                    <a:pt x="7480549" y="171898"/>
                  </a:lnTo>
                  <a:lnTo>
                    <a:pt x="7480675" y="171898"/>
                  </a:lnTo>
                  <a:lnTo>
                    <a:pt x="7480801" y="171898"/>
                  </a:lnTo>
                  <a:lnTo>
                    <a:pt x="7480927" y="171898"/>
                  </a:lnTo>
                  <a:lnTo>
                    <a:pt x="7481054" y="171898"/>
                  </a:lnTo>
                  <a:lnTo>
                    <a:pt x="7481180" y="171898"/>
                  </a:lnTo>
                  <a:lnTo>
                    <a:pt x="7481306" y="171898"/>
                  </a:lnTo>
                  <a:lnTo>
                    <a:pt x="7481432" y="171898"/>
                  </a:lnTo>
                  <a:lnTo>
                    <a:pt x="7481559" y="171898"/>
                  </a:lnTo>
                  <a:lnTo>
                    <a:pt x="7481685" y="171898"/>
                  </a:lnTo>
                  <a:lnTo>
                    <a:pt x="7481811" y="171898"/>
                  </a:lnTo>
                  <a:lnTo>
                    <a:pt x="7481937" y="171898"/>
                  </a:lnTo>
                  <a:lnTo>
                    <a:pt x="7482064" y="171898"/>
                  </a:lnTo>
                  <a:lnTo>
                    <a:pt x="7482190" y="171898"/>
                  </a:lnTo>
                  <a:lnTo>
                    <a:pt x="7482316" y="171898"/>
                  </a:lnTo>
                  <a:lnTo>
                    <a:pt x="7482442" y="171898"/>
                  </a:lnTo>
                  <a:lnTo>
                    <a:pt x="7482569" y="171898"/>
                  </a:lnTo>
                  <a:lnTo>
                    <a:pt x="7482695" y="171898"/>
                  </a:lnTo>
                  <a:lnTo>
                    <a:pt x="7482821" y="171898"/>
                  </a:lnTo>
                  <a:lnTo>
                    <a:pt x="7482947" y="171898"/>
                  </a:lnTo>
                  <a:lnTo>
                    <a:pt x="7483074" y="171898"/>
                  </a:lnTo>
                  <a:lnTo>
                    <a:pt x="7483200" y="171898"/>
                  </a:lnTo>
                  <a:lnTo>
                    <a:pt x="7483326" y="171898"/>
                  </a:lnTo>
                  <a:lnTo>
                    <a:pt x="7483452" y="171898"/>
                  </a:lnTo>
                  <a:lnTo>
                    <a:pt x="7483579" y="171898"/>
                  </a:lnTo>
                  <a:lnTo>
                    <a:pt x="7483705" y="171898"/>
                  </a:lnTo>
                  <a:lnTo>
                    <a:pt x="7483831" y="171898"/>
                  </a:lnTo>
                  <a:lnTo>
                    <a:pt x="7483957" y="171898"/>
                  </a:lnTo>
                  <a:lnTo>
                    <a:pt x="7484084" y="171898"/>
                  </a:lnTo>
                  <a:lnTo>
                    <a:pt x="7484210" y="171898"/>
                  </a:lnTo>
                  <a:lnTo>
                    <a:pt x="7484336" y="171898"/>
                  </a:lnTo>
                  <a:lnTo>
                    <a:pt x="7484463" y="171898"/>
                  </a:lnTo>
                  <a:lnTo>
                    <a:pt x="7484589" y="171898"/>
                  </a:lnTo>
                  <a:lnTo>
                    <a:pt x="7484715" y="171898"/>
                  </a:lnTo>
                  <a:lnTo>
                    <a:pt x="7484841" y="171898"/>
                  </a:lnTo>
                  <a:lnTo>
                    <a:pt x="7484968" y="171898"/>
                  </a:lnTo>
                  <a:lnTo>
                    <a:pt x="7485094" y="171898"/>
                  </a:lnTo>
                  <a:lnTo>
                    <a:pt x="7485220" y="171898"/>
                  </a:lnTo>
                  <a:lnTo>
                    <a:pt x="7485346" y="171898"/>
                  </a:lnTo>
                  <a:lnTo>
                    <a:pt x="7485473" y="171898"/>
                  </a:lnTo>
                  <a:lnTo>
                    <a:pt x="7485599" y="171898"/>
                  </a:lnTo>
                  <a:lnTo>
                    <a:pt x="7485725" y="171898"/>
                  </a:lnTo>
                  <a:lnTo>
                    <a:pt x="7485851" y="171898"/>
                  </a:lnTo>
                  <a:lnTo>
                    <a:pt x="7485978" y="171898"/>
                  </a:lnTo>
                  <a:lnTo>
                    <a:pt x="7486104" y="171898"/>
                  </a:lnTo>
                  <a:lnTo>
                    <a:pt x="7486230" y="171898"/>
                  </a:lnTo>
                  <a:lnTo>
                    <a:pt x="7486356" y="171898"/>
                  </a:lnTo>
                  <a:lnTo>
                    <a:pt x="7486483" y="171898"/>
                  </a:lnTo>
                  <a:lnTo>
                    <a:pt x="7486609" y="171898"/>
                  </a:lnTo>
                  <a:lnTo>
                    <a:pt x="7486735" y="171898"/>
                  </a:lnTo>
                  <a:lnTo>
                    <a:pt x="7486861" y="171898"/>
                  </a:lnTo>
                  <a:lnTo>
                    <a:pt x="7486988" y="171898"/>
                  </a:lnTo>
                  <a:lnTo>
                    <a:pt x="7487114" y="171898"/>
                  </a:lnTo>
                  <a:lnTo>
                    <a:pt x="7487240" y="171898"/>
                  </a:lnTo>
                  <a:lnTo>
                    <a:pt x="7487366" y="171898"/>
                  </a:lnTo>
                  <a:lnTo>
                    <a:pt x="7487493" y="171898"/>
                  </a:lnTo>
                  <a:lnTo>
                    <a:pt x="7487619" y="171898"/>
                  </a:lnTo>
                  <a:lnTo>
                    <a:pt x="7487745" y="171898"/>
                  </a:lnTo>
                  <a:lnTo>
                    <a:pt x="7487871" y="171898"/>
                  </a:lnTo>
                  <a:lnTo>
                    <a:pt x="7487998" y="171898"/>
                  </a:lnTo>
                  <a:lnTo>
                    <a:pt x="7488124" y="171898"/>
                  </a:lnTo>
                  <a:lnTo>
                    <a:pt x="7488250" y="171898"/>
                  </a:lnTo>
                  <a:lnTo>
                    <a:pt x="7488376" y="171898"/>
                  </a:lnTo>
                  <a:lnTo>
                    <a:pt x="7488503" y="171898"/>
                  </a:lnTo>
                  <a:lnTo>
                    <a:pt x="7488629" y="171898"/>
                  </a:lnTo>
                  <a:lnTo>
                    <a:pt x="7488755" y="171898"/>
                  </a:lnTo>
                  <a:lnTo>
                    <a:pt x="7488881" y="171898"/>
                  </a:lnTo>
                  <a:lnTo>
                    <a:pt x="7489008" y="171898"/>
                  </a:lnTo>
                  <a:lnTo>
                    <a:pt x="7489134" y="171898"/>
                  </a:lnTo>
                  <a:lnTo>
                    <a:pt x="7489260" y="171898"/>
                  </a:lnTo>
                  <a:lnTo>
                    <a:pt x="7489386" y="171898"/>
                  </a:lnTo>
                  <a:lnTo>
                    <a:pt x="7489513" y="171898"/>
                  </a:lnTo>
                  <a:lnTo>
                    <a:pt x="7489639" y="171898"/>
                  </a:lnTo>
                  <a:lnTo>
                    <a:pt x="7489765" y="171898"/>
                  </a:lnTo>
                  <a:lnTo>
                    <a:pt x="7489892" y="171898"/>
                  </a:lnTo>
                  <a:lnTo>
                    <a:pt x="7490018" y="171898"/>
                  </a:lnTo>
                  <a:lnTo>
                    <a:pt x="7490144" y="171898"/>
                  </a:lnTo>
                  <a:lnTo>
                    <a:pt x="7490270" y="171898"/>
                  </a:lnTo>
                  <a:lnTo>
                    <a:pt x="7490397" y="171898"/>
                  </a:lnTo>
                  <a:lnTo>
                    <a:pt x="7490523" y="171898"/>
                  </a:lnTo>
                  <a:lnTo>
                    <a:pt x="7490649" y="171898"/>
                  </a:lnTo>
                  <a:lnTo>
                    <a:pt x="7490775" y="171898"/>
                  </a:lnTo>
                  <a:lnTo>
                    <a:pt x="7490902" y="171898"/>
                  </a:lnTo>
                  <a:lnTo>
                    <a:pt x="7491028" y="171898"/>
                  </a:lnTo>
                  <a:lnTo>
                    <a:pt x="7491154" y="171898"/>
                  </a:lnTo>
                  <a:lnTo>
                    <a:pt x="7491280" y="171898"/>
                  </a:lnTo>
                  <a:lnTo>
                    <a:pt x="7491407" y="171898"/>
                  </a:lnTo>
                  <a:lnTo>
                    <a:pt x="7491533" y="171898"/>
                  </a:lnTo>
                  <a:lnTo>
                    <a:pt x="7491659" y="171898"/>
                  </a:lnTo>
                  <a:lnTo>
                    <a:pt x="7491785" y="171898"/>
                  </a:lnTo>
                  <a:lnTo>
                    <a:pt x="7491912" y="171898"/>
                  </a:lnTo>
                  <a:lnTo>
                    <a:pt x="7492038" y="171898"/>
                  </a:lnTo>
                  <a:lnTo>
                    <a:pt x="7492164" y="171898"/>
                  </a:lnTo>
                  <a:lnTo>
                    <a:pt x="7492290" y="171898"/>
                  </a:lnTo>
                  <a:lnTo>
                    <a:pt x="7492417" y="171898"/>
                  </a:lnTo>
                  <a:lnTo>
                    <a:pt x="7492543" y="171898"/>
                  </a:lnTo>
                  <a:lnTo>
                    <a:pt x="7492669" y="171898"/>
                  </a:lnTo>
                  <a:lnTo>
                    <a:pt x="7492795" y="171898"/>
                  </a:lnTo>
                  <a:lnTo>
                    <a:pt x="7492922" y="171898"/>
                  </a:lnTo>
                  <a:lnTo>
                    <a:pt x="7493048" y="171898"/>
                  </a:lnTo>
                  <a:lnTo>
                    <a:pt x="7493174" y="171898"/>
                  </a:lnTo>
                  <a:lnTo>
                    <a:pt x="7493300" y="171898"/>
                  </a:lnTo>
                  <a:lnTo>
                    <a:pt x="7493427" y="171898"/>
                  </a:lnTo>
                  <a:lnTo>
                    <a:pt x="7493553" y="171898"/>
                  </a:lnTo>
                  <a:lnTo>
                    <a:pt x="7493679" y="171898"/>
                  </a:lnTo>
                  <a:lnTo>
                    <a:pt x="7493805" y="171898"/>
                  </a:lnTo>
                  <a:lnTo>
                    <a:pt x="7493932" y="171898"/>
                  </a:lnTo>
                  <a:lnTo>
                    <a:pt x="7494058" y="171898"/>
                  </a:lnTo>
                  <a:lnTo>
                    <a:pt x="7494184" y="171898"/>
                  </a:lnTo>
                  <a:lnTo>
                    <a:pt x="7494310" y="171898"/>
                  </a:lnTo>
                  <a:lnTo>
                    <a:pt x="7494437" y="171898"/>
                  </a:lnTo>
                  <a:lnTo>
                    <a:pt x="7494563" y="171898"/>
                  </a:lnTo>
                  <a:lnTo>
                    <a:pt x="7494689" y="171898"/>
                  </a:lnTo>
                  <a:lnTo>
                    <a:pt x="7494816" y="171898"/>
                  </a:lnTo>
                  <a:lnTo>
                    <a:pt x="7494942" y="171898"/>
                  </a:lnTo>
                  <a:lnTo>
                    <a:pt x="7495068" y="171898"/>
                  </a:lnTo>
                  <a:lnTo>
                    <a:pt x="7495194" y="171898"/>
                  </a:lnTo>
                  <a:lnTo>
                    <a:pt x="7495321" y="171898"/>
                  </a:lnTo>
                  <a:lnTo>
                    <a:pt x="7495447" y="171898"/>
                  </a:lnTo>
                  <a:lnTo>
                    <a:pt x="7495573" y="171898"/>
                  </a:lnTo>
                  <a:lnTo>
                    <a:pt x="7495699" y="171898"/>
                  </a:lnTo>
                  <a:lnTo>
                    <a:pt x="7495826" y="171898"/>
                  </a:lnTo>
                  <a:lnTo>
                    <a:pt x="7495952" y="171898"/>
                  </a:lnTo>
                  <a:lnTo>
                    <a:pt x="7496078" y="171898"/>
                  </a:lnTo>
                  <a:lnTo>
                    <a:pt x="7496204" y="171898"/>
                  </a:lnTo>
                  <a:lnTo>
                    <a:pt x="7496331" y="171898"/>
                  </a:lnTo>
                  <a:lnTo>
                    <a:pt x="7496457" y="171898"/>
                  </a:lnTo>
                  <a:lnTo>
                    <a:pt x="7496583" y="171898"/>
                  </a:lnTo>
                  <a:lnTo>
                    <a:pt x="7496709" y="171898"/>
                  </a:lnTo>
                  <a:lnTo>
                    <a:pt x="7496836" y="171898"/>
                  </a:lnTo>
                  <a:lnTo>
                    <a:pt x="7496962" y="171898"/>
                  </a:lnTo>
                  <a:lnTo>
                    <a:pt x="7497088" y="171898"/>
                  </a:lnTo>
                  <a:lnTo>
                    <a:pt x="7497214" y="171898"/>
                  </a:lnTo>
                  <a:lnTo>
                    <a:pt x="7497341" y="171898"/>
                  </a:lnTo>
                  <a:lnTo>
                    <a:pt x="7497467" y="171898"/>
                  </a:lnTo>
                  <a:lnTo>
                    <a:pt x="7497593" y="171898"/>
                  </a:lnTo>
                  <a:lnTo>
                    <a:pt x="7497719" y="171898"/>
                  </a:lnTo>
                  <a:lnTo>
                    <a:pt x="7497846" y="171898"/>
                  </a:lnTo>
                  <a:lnTo>
                    <a:pt x="7497972" y="171898"/>
                  </a:lnTo>
                  <a:lnTo>
                    <a:pt x="7498098" y="171898"/>
                  </a:lnTo>
                  <a:lnTo>
                    <a:pt x="7498224" y="171898"/>
                  </a:lnTo>
                  <a:lnTo>
                    <a:pt x="7498351" y="171898"/>
                  </a:lnTo>
                  <a:lnTo>
                    <a:pt x="7498477" y="171898"/>
                  </a:lnTo>
                  <a:lnTo>
                    <a:pt x="7498603" y="171898"/>
                  </a:lnTo>
                  <a:lnTo>
                    <a:pt x="7498729" y="171898"/>
                  </a:lnTo>
                  <a:lnTo>
                    <a:pt x="7498856" y="171898"/>
                  </a:lnTo>
                  <a:lnTo>
                    <a:pt x="7498982" y="171898"/>
                  </a:lnTo>
                  <a:lnTo>
                    <a:pt x="7499108" y="171898"/>
                  </a:lnTo>
                  <a:lnTo>
                    <a:pt x="7499234" y="171898"/>
                  </a:lnTo>
                  <a:lnTo>
                    <a:pt x="7499361" y="171898"/>
                  </a:lnTo>
                  <a:lnTo>
                    <a:pt x="7499487" y="171898"/>
                  </a:lnTo>
                  <a:lnTo>
                    <a:pt x="7499613" y="171898"/>
                  </a:lnTo>
                  <a:lnTo>
                    <a:pt x="7499739" y="171898"/>
                  </a:lnTo>
                  <a:lnTo>
                    <a:pt x="7499866" y="171898"/>
                  </a:lnTo>
                  <a:lnTo>
                    <a:pt x="7499992" y="171898"/>
                  </a:lnTo>
                  <a:lnTo>
                    <a:pt x="7500118" y="171898"/>
                  </a:lnTo>
                  <a:lnTo>
                    <a:pt x="7500245" y="171898"/>
                  </a:lnTo>
                  <a:lnTo>
                    <a:pt x="7500371" y="171898"/>
                  </a:lnTo>
                  <a:lnTo>
                    <a:pt x="7500497" y="171898"/>
                  </a:lnTo>
                  <a:lnTo>
                    <a:pt x="7500623" y="171898"/>
                  </a:lnTo>
                  <a:lnTo>
                    <a:pt x="7500750" y="171898"/>
                  </a:lnTo>
                  <a:lnTo>
                    <a:pt x="7500876" y="171898"/>
                  </a:lnTo>
                  <a:lnTo>
                    <a:pt x="7501002" y="171898"/>
                  </a:lnTo>
                  <a:lnTo>
                    <a:pt x="7501128" y="171898"/>
                  </a:lnTo>
                  <a:lnTo>
                    <a:pt x="7501255" y="171898"/>
                  </a:lnTo>
                  <a:lnTo>
                    <a:pt x="7501381" y="171898"/>
                  </a:lnTo>
                  <a:lnTo>
                    <a:pt x="7501507" y="171898"/>
                  </a:lnTo>
                  <a:lnTo>
                    <a:pt x="7501633" y="171898"/>
                  </a:lnTo>
                  <a:lnTo>
                    <a:pt x="7501760" y="171898"/>
                  </a:lnTo>
                  <a:lnTo>
                    <a:pt x="7501886" y="171898"/>
                  </a:lnTo>
                  <a:lnTo>
                    <a:pt x="7502012" y="171898"/>
                  </a:lnTo>
                  <a:lnTo>
                    <a:pt x="7502138" y="171898"/>
                  </a:lnTo>
                  <a:lnTo>
                    <a:pt x="7502265" y="171898"/>
                  </a:lnTo>
                  <a:lnTo>
                    <a:pt x="7502391" y="171898"/>
                  </a:lnTo>
                  <a:lnTo>
                    <a:pt x="7502517" y="171898"/>
                  </a:lnTo>
                  <a:lnTo>
                    <a:pt x="7502643" y="171898"/>
                  </a:lnTo>
                  <a:lnTo>
                    <a:pt x="7502770" y="171898"/>
                  </a:lnTo>
                  <a:lnTo>
                    <a:pt x="7502896" y="171898"/>
                  </a:lnTo>
                  <a:lnTo>
                    <a:pt x="7503022" y="171898"/>
                  </a:lnTo>
                  <a:lnTo>
                    <a:pt x="7503148" y="171898"/>
                  </a:lnTo>
                  <a:lnTo>
                    <a:pt x="7503275" y="171898"/>
                  </a:lnTo>
                  <a:lnTo>
                    <a:pt x="7503401" y="171898"/>
                  </a:lnTo>
                  <a:lnTo>
                    <a:pt x="7503527" y="171898"/>
                  </a:lnTo>
                  <a:lnTo>
                    <a:pt x="7503653" y="171898"/>
                  </a:lnTo>
                  <a:lnTo>
                    <a:pt x="7503780" y="171898"/>
                  </a:lnTo>
                  <a:lnTo>
                    <a:pt x="7503906" y="171898"/>
                  </a:lnTo>
                  <a:lnTo>
                    <a:pt x="7504032" y="171898"/>
                  </a:lnTo>
                  <a:lnTo>
                    <a:pt x="7504158" y="171898"/>
                  </a:lnTo>
                  <a:lnTo>
                    <a:pt x="7504285" y="171898"/>
                  </a:lnTo>
                  <a:lnTo>
                    <a:pt x="7504411" y="171898"/>
                  </a:lnTo>
                  <a:lnTo>
                    <a:pt x="7504537" y="171898"/>
                  </a:lnTo>
                  <a:lnTo>
                    <a:pt x="7504663" y="171898"/>
                  </a:lnTo>
                  <a:lnTo>
                    <a:pt x="7504790" y="171898"/>
                  </a:lnTo>
                  <a:lnTo>
                    <a:pt x="7504916" y="171898"/>
                  </a:lnTo>
                  <a:lnTo>
                    <a:pt x="7505042" y="171898"/>
                  </a:lnTo>
                  <a:lnTo>
                    <a:pt x="7505169" y="171898"/>
                  </a:lnTo>
                  <a:lnTo>
                    <a:pt x="7505295" y="171898"/>
                  </a:lnTo>
                  <a:lnTo>
                    <a:pt x="7505421" y="171898"/>
                  </a:lnTo>
                  <a:lnTo>
                    <a:pt x="7505547" y="171898"/>
                  </a:lnTo>
                  <a:lnTo>
                    <a:pt x="7505674" y="171898"/>
                  </a:lnTo>
                  <a:lnTo>
                    <a:pt x="7505800" y="171898"/>
                  </a:lnTo>
                  <a:lnTo>
                    <a:pt x="7505926" y="171898"/>
                  </a:lnTo>
                  <a:lnTo>
                    <a:pt x="7506052" y="171898"/>
                  </a:lnTo>
                  <a:lnTo>
                    <a:pt x="7506179" y="171898"/>
                  </a:lnTo>
                  <a:lnTo>
                    <a:pt x="7506305" y="171898"/>
                  </a:lnTo>
                  <a:lnTo>
                    <a:pt x="7506431" y="171898"/>
                  </a:lnTo>
                  <a:lnTo>
                    <a:pt x="7506557" y="171898"/>
                  </a:lnTo>
                  <a:lnTo>
                    <a:pt x="7506684" y="171898"/>
                  </a:lnTo>
                  <a:lnTo>
                    <a:pt x="7506810" y="171898"/>
                  </a:lnTo>
                  <a:lnTo>
                    <a:pt x="7506936" y="171898"/>
                  </a:lnTo>
                  <a:lnTo>
                    <a:pt x="7507062" y="171898"/>
                  </a:lnTo>
                  <a:lnTo>
                    <a:pt x="7507189" y="171898"/>
                  </a:lnTo>
                  <a:lnTo>
                    <a:pt x="7507315" y="171898"/>
                  </a:lnTo>
                  <a:lnTo>
                    <a:pt x="7507441" y="171898"/>
                  </a:lnTo>
                  <a:lnTo>
                    <a:pt x="7507567" y="171898"/>
                  </a:lnTo>
                  <a:lnTo>
                    <a:pt x="7507694" y="171898"/>
                  </a:lnTo>
                  <a:lnTo>
                    <a:pt x="7507820" y="171898"/>
                  </a:lnTo>
                  <a:lnTo>
                    <a:pt x="7507946" y="171898"/>
                  </a:lnTo>
                  <a:lnTo>
                    <a:pt x="7508072" y="171898"/>
                  </a:lnTo>
                  <a:lnTo>
                    <a:pt x="7508199" y="171898"/>
                  </a:lnTo>
                  <a:lnTo>
                    <a:pt x="7508325" y="171898"/>
                  </a:lnTo>
                  <a:lnTo>
                    <a:pt x="7508451" y="171898"/>
                  </a:lnTo>
                  <a:lnTo>
                    <a:pt x="7508577" y="171898"/>
                  </a:lnTo>
                  <a:lnTo>
                    <a:pt x="7508704" y="171898"/>
                  </a:lnTo>
                  <a:lnTo>
                    <a:pt x="7508830" y="171898"/>
                  </a:lnTo>
                  <a:lnTo>
                    <a:pt x="7508956" y="171898"/>
                  </a:lnTo>
                  <a:lnTo>
                    <a:pt x="7509082" y="171898"/>
                  </a:lnTo>
                  <a:lnTo>
                    <a:pt x="7509209" y="171898"/>
                  </a:lnTo>
                  <a:lnTo>
                    <a:pt x="7509335" y="171898"/>
                  </a:lnTo>
                  <a:lnTo>
                    <a:pt x="7509461" y="171898"/>
                  </a:lnTo>
                  <a:lnTo>
                    <a:pt x="7509587" y="171898"/>
                  </a:lnTo>
                  <a:lnTo>
                    <a:pt x="7509714" y="171898"/>
                  </a:lnTo>
                  <a:lnTo>
                    <a:pt x="7509840" y="171898"/>
                  </a:lnTo>
                  <a:lnTo>
                    <a:pt x="7509966" y="171898"/>
                  </a:lnTo>
                  <a:lnTo>
                    <a:pt x="7510092" y="171898"/>
                  </a:lnTo>
                  <a:lnTo>
                    <a:pt x="7510219" y="171898"/>
                  </a:lnTo>
                  <a:lnTo>
                    <a:pt x="7510345" y="171898"/>
                  </a:lnTo>
                  <a:lnTo>
                    <a:pt x="7510471" y="171898"/>
                  </a:lnTo>
                  <a:lnTo>
                    <a:pt x="7510598" y="171898"/>
                  </a:lnTo>
                  <a:lnTo>
                    <a:pt x="7510724" y="171898"/>
                  </a:lnTo>
                  <a:lnTo>
                    <a:pt x="7510850" y="171898"/>
                  </a:lnTo>
                  <a:lnTo>
                    <a:pt x="7510976" y="171898"/>
                  </a:lnTo>
                  <a:lnTo>
                    <a:pt x="7511103" y="171898"/>
                  </a:lnTo>
                  <a:lnTo>
                    <a:pt x="7511229" y="171898"/>
                  </a:lnTo>
                  <a:lnTo>
                    <a:pt x="7511355" y="171898"/>
                  </a:lnTo>
                  <a:lnTo>
                    <a:pt x="7511481" y="171898"/>
                  </a:lnTo>
                  <a:lnTo>
                    <a:pt x="7511608" y="171898"/>
                  </a:lnTo>
                  <a:lnTo>
                    <a:pt x="7511734" y="171898"/>
                  </a:lnTo>
                  <a:lnTo>
                    <a:pt x="7511860" y="171898"/>
                  </a:lnTo>
                  <a:lnTo>
                    <a:pt x="7511986" y="171898"/>
                  </a:lnTo>
                  <a:lnTo>
                    <a:pt x="7512113" y="171898"/>
                  </a:lnTo>
                  <a:lnTo>
                    <a:pt x="7512239" y="171898"/>
                  </a:lnTo>
                  <a:lnTo>
                    <a:pt x="7512365" y="171898"/>
                  </a:lnTo>
                  <a:lnTo>
                    <a:pt x="7512491" y="171898"/>
                  </a:lnTo>
                  <a:lnTo>
                    <a:pt x="7512618" y="171898"/>
                  </a:lnTo>
                  <a:lnTo>
                    <a:pt x="7512744" y="171898"/>
                  </a:lnTo>
                  <a:lnTo>
                    <a:pt x="7512870" y="171898"/>
                  </a:lnTo>
                  <a:lnTo>
                    <a:pt x="7512996" y="171898"/>
                  </a:lnTo>
                  <a:lnTo>
                    <a:pt x="7513123" y="171898"/>
                  </a:lnTo>
                  <a:lnTo>
                    <a:pt x="7513249" y="171898"/>
                  </a:lnTo>
                  <a:lnTo>
                    <a:pt x="7513375" y="171898"/>
                  </a:lnTo>
                  <a:lnTo>
                    <a:pt x="7513501" y="171898"/>
                  </a:lnTo>
                  <a:lnTo>
                    <a:pt x="7513628" y="171898"/>
                  </a:lnTo>
                  <a:lnTo>
                    <a:pt x="7513754" y="171898"/>
                  </a:lnTo>
                  <a:lnTo>
                    <a:pt x="7513880" y="171898"/>
                  </a:lnTo>
                  <a:lnTo>
                    <a:pt x="7514006" y="171898"/>
                  </a:lnTo>
                  <a:lnTo>
                    <a:pt x="7514133" y="171898"/>
                  </a:lnTo>
                  <a:lnTo>
                    <a:pt x="7514259" y="171898"/>
                  </a:lnTo>
                  <a:lnTo>
                    <a:pt x="7514385" y="171898"/>
                  </a:lnTo>
                  <a:lnTo>
                    <a:pt x="7514511" y="171898"/>
                  </a:lnTo>
                  <a:lnTo>
                    <a:pt x="7514638" y="171898"/>
                  </a:lnTo>
                  <a:lnTo>
                    <a:pt x="7514764" y="171898"/>
                  </a:lnTo>
                  <a:lnTo>
                    <a:pt x="7514890" y="171898"/>
                  </a:lnTo>
                  <a:lnTo>
                    <a:pt x="7515016" y="171898"/>
                  </a:lnTo>
                  <a:lnTo>
                    <a:pt x="7515143" y="171898"/>
                  </a:lnTo>
                  <a:lnTo>
                    <a:pt x="7515269" y="171898"/>
                  </a:lnTo>
                  <a:lnTo>
                    <a:pt x="7515395" y="171898"/>
                  </a:lnTo>
                  <a:lnTo>
                    <a:pt x="7515522" y="171898"/>
                  </a:lnTo>
                  <a:lnTo>
                    <a:pt x="7515648" y="171898"/>
                  </a:lnTo>
                  <a:lnTo>
                    <a:pt x="7515774" y="171898"/>
                  </a:lnTo>
                  <a:lnTo>
                    <a:pt x="7515900" y="171898"/>
                  </a:lnTo>
                  <a:lnTo>
                    <a:pt x="7516027" y="171898"/>
                  </a:lnTo>
                  <a:lnTo>
                    <a:pt x="7516153" y="171898"/>
                  </a:lnTo>
                  <a:lnTo>
                    <a:pt x="7516279" y="171898"/>
                  </a:lnTo>
                  <a:lnTo>
                    <a:pt x="7516405" y="171898"/>
                  </a:lnTo>
                  <a:lnTo>
                    <a:pt x="7516532" y="171898"/>
                  </a:lnTo>
                  <a:lnTo>
                    <a:pt x="7516658" y="171898"/>
                  </a:lnTo>
                  <a:lnTo>
                    <a:pt x="7516784" y="171898"/>
                  </a:lnTo>
                  <a:lnTo>
                    <a:pt x="7516910" y="171898"/>
                  </a:lnTo>
                  <a:lnTo>
                    <a:pt x="7517037" y="171898"/>
                  </a:lnTo>
                  <a:lnTo>
                    <a:pt x="7517163" y="171898"/>
                  </a:lnTo>
                  <a:lnTo>
                    <a:pt x="7517289" y="171898"/>
                  </a:lnTo>
                  <a:lnTo>
                    <a:pt x="7517415" y="171898"/>
                  </a:lnTo>
                  <a:lnTo>
                    <a:pt x="7517542" y="171898"/>
                  </a:lnTo>
                  <a:lnTo>
                    <a:pt x="7517668" y="171898"/>
                  </a:lnTo>
                  <a:lnTo>
                    <a:pt x="7517794" y="171898"/>
                  </a:lnTo>
                  <a:lnTo>
                    <a:pt x="7517920" y="171898"/>
                  </a:lnTo>
                  <a:lnTo>
                    <a:pt x="7518047" y="171898"/>
                  </a:lnTo>
                  <a:lnTo>
                    <a:pt x="7518173" y="171898"/>
                  </a:lnTo>
                  <a:lnTo>
                    <a:pt x="7518299" y="171898"/>
                  </a:lnTo>
                  <a:lnTo>
                    <a:pt x="7518425" y="171898"/>
                  </a:lnTo>
                  <a:lnTo>
                    <a:pt x="7518552" y="171898"/>
                  </a:lnTo>
                  <a:lnTo>
                    <a:pt x="7518678" y="171898"/>
                  </a:lnTo>
                  <a:lnTo>
                    <a:pt x="7518804" y="171898"/>
                  </a:lnTo>
                  <a:lnTo>
                    <a:pt x="7518930" y="171898"/>
                  </a:lnTo>
                  <a:lnTo>
                    <a:pt x="7519057" y="171898"/>
                  </a:lnTo>
                  <a:lnTo>
                    <a:pt x="7519183" y="171898"/>
                  </a:lnTo>
                  <a:lnTo>
                    <a:pt x="7519309" y="171898"/>
                  </a:lnTo>
                  <a:lnTo>
                    <a:pt x="7519435" y="171898"/>
                  </a:lnTo>
                  <a:lnTo>
                    <a:pt x="7519562" y="171898"/>
                  </a:lnTo>
                  <a:lnTo>
                    <a:pt x="7519688" y="171898"/>
                  </a:lnTo>
                  <a:lnTo>
                    <a:pt x="7519814" y="171898"/>
                  </a:lnTo>
                  <a:lnTo>
                    <a:pt x="7519940" y="171898"/>
                  </a:lnTo>
                  <a:lnTo>
                    <a:pt x="7520067" y="171898"/>
                  </a:lnTo>
                  <a:lnTo>
                    <a:pt x="7520193" y="171898"/>
                  </a:lnTo>
                  <a:lnTo>
                    <a:pt x="7520319" y="171898"/>
                  </a:lnTo>
                  <a:lnTo>
                    <a:pt x="7520445" y="171898"/>
                  </a:lnTo>
                  <a:lnTo>
                    <a:pt x="7520572" y="171898"/>
                  </a:lnTo>
                  <a:lnTo>
                    <a:pt x="7520698" y="171898"/>
                  </a:lnTo>
                  <a:lnTo>
                    <a:pt x="7520824" y="171898"/>
                  </a:lnTo>
                  <a:lnTo>
                    <a:pt x="7520951" y="171898"/>
                  </a:lnTo>
                  <a:lnTo>
                    <a:pt x="7521077" y="171898"/>
                  </a:lnTo>
                  <a:lnTo>
                    <a:pt x="7521203" y="171898"/>
                  </a:lnTo>
                  <a:lnTo>
                    <a:pt x="7521329" y="171898"/>
                  </a:lnTo>
                  <a:lnTo>
                    <a:pt x="7521456" y="171898"/>
                  </a:lnTo>
                  <a:lnTo>
                    <a:pt x="7521582" y="171898"/>
                  </a:lnTo>
                  <a:lnTo>
                    <a:pt x="7521708" y="171898"/>
                  </a:lnTo>
                  <a:lnTo>
                    <a:pt x="7521834" y="171898"/>
                  </a:lnTo>
                  <a:lnTo>
                    <a:pt x="7521961" y="171898"/>
                  </a:lnTo>
                  <a:lnTo>
                    <a:pt x="7522087" y="171898"/>
                  </a:lnTo>
                  <a:lnTo>
                    <a:pt x="7522213" y="171898"/>
                  </a:lnTo>
                  <a:lnTo>
                    <a:pt x="7522339" y="171898"/>
                  </a:lnTo>
                  <a:lnTo>
                    <a:pt x="7522466" y="171898"/>
                  </a:lnTo>
                  <a:lnTo>
                    <a:pt x="7522592" y="171898"/>
                  </a:lnTo>
                  <a:lnTo>
                    <a:pt x="7522718" y="171898"/>
                  </a:lnTo>
                  <a:lnTo>
                    <a:pt x="7522844" y="171898"/>
                  </a:lnTo>
                  <a:lnTo>
                    <a:pt x="7522971" y="171898"/>
                  </a:lnTo>
                  <a:lnTo>
                    <a:pt x="7523097" y="171898"/>
                  </a:lnTo>
                  <a:lnTo>
                    <a:pt x="7523223" y="171898"/>
                  </a:lnTo>
                  <a:lnTo>
                    <a:pt x="7523349" y="171898"/>
                  </a:lnTo>
                  <a:lnTo>
                    <a:pt x="7523476" y="171898"/>
                  </a:lnTo>
                  <a:lnTo>
                    <a:pt x="7523602" y="171898"/>
                  </a:lnTo>
                  <a:lnTo>
                    <a:pt x="7523728" y="171898"/>
                  </a:lnTo>
                  <a:lnTo>
                    <a:pt x="7523854" y="171898"/>
                  </a:lnTo>
                  <a:lnTo>
                    <a:pt x="7523981" y="171898"/>
                  </a:lnTo>
                  <a:lnTo>
                    <a:pt x="7524107" y="171898"/>
                  </a:lnTo>
                  <a:lnTo>
                    <a:pt x="7524233" y="171898"/>
                  </a:lnTo>
                  <a:lnTo>
                    <a:pt x="7524359" y="171898"/>
                  </a:lnTo>
                  <a:lnTo>
                    <a:pt x="7524486" y="171898"/>
                  </a:lnTo>
                  <a:lnTo>
                    <a:pt x="7524612" y="171898"/>
                  </a:lnTo>
                  <a:lnTo>
                    <a:pt x="7524738" y="171898"/>
                  </a:lnTo>
                  <a:lnTo>
                    <a:pt x="7524864" y="171898"/>
                  </a:lnTo>
                  <a:lnTo>
                    <a:pt x="7524991" y="171898"/>
                  </a:lnTo>
                  <a:lnTo>
                    <a:pt x="7525117" y="171898"/>
                  </a:lnTo>
                  <a:lnTo>
                    <a:pt x="7525243" y="171898"/>
                  </a:lnTo>
                  <a:lnTo>
                    <a:pt x="7525369" y="171898"/>
                  </a:lnTo>
                  <a:lnTo>
                    <a:pt x="7525496" y="171898"/>
                  </a:lnTo>
                  <a:lnTo>
                    <a:pt x="7525622" y="171898"/>
                  </a:lnTo>
                  <a:lnTo>
                    <a:pt x="7525748" y="171898"/>
                  </a:lnTo>
                  <a:lnTo>
                    <a:pt x="7525875" y="171898"/>
                  </a:lnTo>
                  <a:lnTo>
                    <a:pt x="7526001" y="171898"/>
                  </a:lnTo>
                  <a:lnTo>
                    <a:pt x="7526127" y="171898"/>
                  </a:lnTo>
                  <a:lnTo>
                    <a:pt x="7526253" y="171898"/>
                  </a:lnTo>
                  <a:lnTo>
                    <a:pt x="7526380" y="171898"/>
                  </a:lnTo>
                  <a:lnTo>
                    <a:pt x="7526506" y="171898"/>
                  </a:lnTo>
                  <a:lnTo>
                    <a:pt x="7526632" y="171898"/>
                  </a:lnTo>
                  <a:lnTo>
                    <a:pt x="7526758" y="171898"/>
                  </a:lnTo>
                  <a:lnTo>
                    <a:pt x="7526885" y="171898"/>
                  </a:lnTo>
                  <a:lnTo>
                    <a:pt x="7527011" y="171898"/>
                  </a:lnTo>
                  <a:lnTo>
                    <a:pt x="7527137" y="171898"/>
                  </a:lnTo>
                  <a:lnTo>
                    <a:pt x="7527263" y="171898"/>
                  </a:lnTo>
                  <a:lnTo>
                    <a:pt x="7527390" y="171898"/>
                  </a:lnTo>
                  <a:lnTo>
                    <a:pt x="7527516" y="171898"/>
                  </a:lnTo>
                  <a:lnTo>
                    <a:pt x="7527642" y="171898"/>
                  </a:lnTo>
                  <a:lnTo>
                    <a:pt x="7527768" y="171898"/>
                  </a:lnTo>
                  <a:lnTo>
                    <a:pt x="7527895" y="171898"/>
                  </a:lnTo>
                  <a:lnTo>
                    <a:pt x="7528021" y="171898"/>
                  </a:lnTo>
                  <a:lnTo>
                    <a:pt x="7528147" y="171898"/>
                  </a:lnTo>
                  <a:lnTo>
                    <a:pt x="7528273" y="171898"/>
                  </a:lnTo>
                  <a:lnTo>
                    <a:pt x="7528400" y="171898"/>
                  </a:lnTo>
                  <a:lnTo>
                    <a:pt x="7528526" y="171898"/>
                  </a:lnTo>
                  <a:lnTo>
                    <a:pt x="7528652" y="171898"/>
                  </a:lnTo>
                  <a:lnTo>
                    <a:pt x="7528778" y="171898"/>
                  </a:lnTo>
                  <a:lnTo>
                    <a:pt x="7528905" y="171898"/>
                  </a:lnTo>
                  <a:lnTo>
                    <a:pt x="7529031" y="171898"/>
                  </a:lnTo>
                  <a:lnTo>
                    <a:pt x="7529157" y="171898"/>
                  </a:lnTo>
                  <a:lnTo>
                    <a:pt x="7529283" y="171898"/>
                  </a:lnTo>
                  <a:lnTo>
                    <a:pt x="7529410" y="171898"/>
                  </a:lnTo>
                  <a:lnTo>
                    <a:pt x="7529536" y="171898"/>
                  </a:lnTo>
                  <a:lnTo>
                    <a:pt x="7529662" y="171898"/>
                  </a:lnTo>
                  <a:lnTo>
                    <a:pt x="7529788" y="171898"/>
                  </a:lnTo>
                  <a:lnTo>
                    <a:pt x="7529915" y="171898"/>
                  </a:lnTo>
                  <a:lnTo>
                    <a:pt x="7530041" y="171898"/>
                  </a:lnTo>
                  <a:lnTo>
                    <a:pt x="7530167" y="171898"/>
                  </a:lnTo>
                  <a:lnTo>
                    <a:pt x="7530293" y="171898"/>
                  </a:lnTo>
                  <a:lnTo>
                    <a:pt x="7530420" y="171898"/>
                  </a:lnTo>
                  <a:lnTo>
                    <a:pt x="7530546" y="171898"/>
                  </a:lnTo>
                  <a:lnTo>
                    <a:pt x="7530672" y="171898"/>
                  </a:lnTo>
                  <a:lnTo>
                    <a:pt x="7530798" y="171898"/>
                  </a:lnTo>
                  <a:lnTo>
                    <a:pt x="7530925" y="171898"/>
                  </a:lnTo>
                  <a:lnTo>
                    <a:pt x="7531051" y="171898"/>
                  </a:lnTo>
                  <a:lnTo>
                    <a:pt x="7531177" y="171898"/>
                  </a:lnTo>
                  <a:lnTo>
                    <a:pt x="7531304" y="171898"/>
                  </a:lnTo>
                  <a:lnTo>
                    <a:pt x="7531430" y="171898"/>
                  </a:lnTo>
                  <a:lnTo>
                    <a:pt x="7531556" y="171898"/>
                  </a:lnTo>
                  <a:lnTo>
                    <a:pt x="7531682" y="171898"/>
                  </a:lnTo>
                  <a:lnTo>
                    <a:pt x="7531809" y="171898"/>
                  </a:lnTo>
                  <a:lnTo>
                    <a:pt x="7531935" y="171898"/>
                  </a:lnTo>
                  <a:lnTo>
                    <a:pt x="7532061" y="171898"/>
                  </a:lnTo>
                  <a:lnTo>
                    <a:pt x="7532187" y="171898"/>
                  </a:lnTo>
                  <a:lnTo>
                    <a:pt x="7532314" y="171898"/>
                  </a:lnTo>
                  <a:lnTo>
                    <a:pt x="7532440" y="171898"/>
                  </a:lnTo>
                  <a:lnTo>
                    <a:pt x="7532566" y="171898"/>
                  </a:lnTo>
                  <a:lnTo>
                    <a:pt x="7532692" y="171898"/>
                  </a:lnTo>
                  <a:lnTo>
                    <a:pt x="7532819" y="171898"/>
                  </a:lnTo>
                  <a:lnTo>
                    <a:pt x="7532945" y="171898"/>
                  </a:lnTo>
                  <a:lnTo>
                    <a:pt x="7533071" y="171898"/>
                  </a:lnTo>
                  <a:lnTo>
                    <a:pt x="7533197" y="171898"/>
                  </a:lnTo>
                  <a:lnTo>
                    <a:pt x="7533324" y="171898"/>
                  </a:lnTo>
                  <a:lnTo>
                    <a:pt x="7533450" y="171898"/>
                  </a:lnTo>
                  <a:lnTo>
                    <a:pt x="7533576" y="171898"/>
                  </a:lnTo>
                  <a:lnTo>
                    <a:pt x="7533702" y="171898"/>
                  </a:lnTo>
                  <a:lnTo>
                    <a:pt x="7533829" y="171898"/>
                  </a:lnTo>
                  <a:lnTo>
                    <a:pt x="7533955" y="171898"/>
                  </a:lnTo>
                  <a:lnTo>
                    <a:pt x="7534081" y="171898"/>
                  </a:lnTo>
                  <a:lnTo>
                    <a:pt x="7534207" y="171898"/>
                  </a:lnTo>
                  <a:lnTo>
                    <a:pt x="7534334" y="171898"/>
                  </a:lnTo>
                  <a:lnTo>
                    <a:pt x="7534460" y="171898"/>
                  </a:lnTo>
                  <a:lnTo>
                    <a:pt x="7534586" y="171898"/>
                  </a:lnTo>
                  <a:lnTo>
                    <a:pt x="7534712" y="171898"/>
                  </a:lnTo>
                  <a:lnTo>
                    <a:pt x="7534839" y="171898"/>
                  </a:lnTo>
                  <a:lnTo>
                    <a:pt x="7534965" y="171898"/>
                  </a:lnTo>
                  <a:lnTo>
                    <a:pt x="7535091" y="171898"/>
                  </a:lnTo>
                  <a:lnTo>
                    <a:pt x="7535217" y="171898"/>
                  </a:lnTo>
                  <a:lnTo>
                    <a:pt x="7535344" y="171898"/>
                  </a:lnTo>
                  <a:lnTo>
                    <a:pt x="7535470" y="171898"/>
                  </a:lnTo>
                  <a:lnTo>
                    <a:pt x="7535596" y="171898"/>
                  </a:lnTo>
                  <a:lnTo>
                    <a:pt x="7535722" y="171898"/>
                  </a:lnTo>
                  <a:lnTo>
                    <a:pt x="7535849" y="171898"/>
                  </a:lnTo>
                  <a:lnTo>
                    <a:pt x="7535975" y="171898"/>
                  </a:lnTo>
                  <a:lnTo>
                    <a:pt x="7536101" y="171898"/>
                  </a:lnTo>
                  <a:lnTo>
                    <a:pt x="7536228" y="171898"/>
                  </a:lnTo>
                  <a:lnTo>
                    <a:pt x="7536354" y="171898"/>
                  </a:lnTo>
                  <a:lnTo>
                    <a:pt x="7536480" y="171898"/>
                  </a:lnTo>
                  <a:lnTo>
                    <a:pt x="7536606" y="171898"/>
                  </a:lnTo>
                  <a:lnTo>
                    <a:pt x="7536733" y="171898"/>
                  </a:lnTo>
                  <a:lnTo>
                    <a:pt x="7536859" y="171898"/>
                  </a:lnTo>
                  <a:lnTo>
                    <a:pt x="7536985" y="171898"/>
                  </a:lnTo>
                  <a:lnTo>
                    <a:pt x="7537111" y="171898"/>
                  </a:lnTo>
                  <a:lnTo>
                    <a:pt x="7537238" y="171898"/>
                  </a:lnTo>
                  <a:lnTo>
                    <a:pt x="7537364" y="171898"/>
                  </a:lnTo>
                  <a:lnTo>
                    <a:pt x="7537490" y="171898"/>
                  </a:lnTo>
                  <a:lnTo>
                    <a:pt x="7537616" y="171898"/>
                  </a:lnTo>
                  <a:lnTo>
                    <a:pt x="7537743" y="171898"/>
                  </a:lnTo>
                  <a:lnTo>
                    <a:pt x="7537869" y="171898"/>
                  </a:lnTo>
                  <a:lnTo>
                    <a:pt x="7537995" y="171898"/>
                  </a:lnTo>
                  <a:lnTo>
                    <a:pt x="7538121" y="171898"/>
                  </a:lnTo>
                  <a:lnTo>
                    <a:pt x="7538248" y="171898"/>
                  </a:lnTo>
                  <a:lnTo>
                    <a:pt x="7538374" y="171898"/>
                  </a:lnTo>
                  <a:lnTo>
                    <a:pt x="7538500" y="171898"/>
                  </a:lnTo>
                  <a:lnTo>
                    <a:pt x="7538626" y="171898"/>
                  </a:lnTo>
                  <a:lnTo>
                    <a:pt x="7538753" y="171898"/>
                  </a:lnTo>
                  <a:lnTo>
                    <a:pt x="7538879" y="171898"/>
                  </a:lnTo>
                  <a:lnTo>
                    <a:pt x="7539005" y="171898"/>
                  </a:lnTo>
                  <a:lnTo>
                    <a:pt x="7539005" y="166986"/>
                  </a:lnTo>
                  <a:lnTo>
                    <a:pt x="7539131" y="166986"/>
                  </a:lnTo>
                  <a:lnTo>
                    <a:pt x="7539258" y="166986"/>
                  </a:lnTo>
                  <a:lnTo>
                    <a:pt x="7539384" y="166986"/>
                  </a:lnTo>
                  <a:lnTo>
                    <a:pt x="7539510" y="166986"/>
                  </a:lnTo>
                  <a:lnTo>
                    <a:pt x="7539636" y="166986"/>
                  </a:lnTo>
                  <a:lnTo>
                    <a:pt x="7539763" y="166986"/>
                  </a:lnTo>
                  <a:lnTo>
                    <a:pt x="7539889" y="166986"/>
                  </a:lnTo>
                  <a:lnTo>
                    <a:pt x="7540015" y="166986"/>
                  </a:lnTo>
                  <a:lnTo>
                    <a:pt x="7540141" y="166986"/>
                  </a:lnTo>
                  <a:lnTo>
                    <a:pt x="7540268" y="166986"/>
                  </a:lnTo>
                  <a:lnTo>
                    <a:pt x="7540394" y="166986"/>
                  </a:lnTo>
                  <a:lnTo>
                    <a:pt x="7540520" y="166986"/>
                  </a:lnTo>
                  <a:lnTo>
                    <a:pt x="7540646" y="166986"/>
                  </a:lnTo>
                  <a:lnTo>
                    <a:pt x="7540773" y="166986"/>
                  </a:lnTo>
                  <a:lnTo>
                    <a:pt x="7540899" y="166986"/>
                  </a:lnTo>
                  <a:lnTo>
                    <a:pt x="7541025" y="166986"/>
                  </a:lnTo>
                  <a:lnTo>
                    <a:pt x="7541151" y="166986"/>
                  </a:lnTo>
                  <a:lnTo>
                    <a:pt x="7541278" y="166986"/>
                  </a:lnTo>
                  <a:lnTo>
                    <a:pt x="7541404" y="166986"/>
                  </a:lnTo>
                  <a:lnTo>
                    <a:pt x="7541530" y="166986"/>
                  </a:lnTo>
                  <a:lnTo>
                    <a:pt x="7541657" y="166986"/>
                  </a:lnTo>
                  <a:lnTo>
                    <a:pt x="7541783" y="166986"/>
                  </a:lnTo>
                  <a:lnTo>
                    <a:pt x="7541909" y="166986"/>
                  </a:lnTo>
                  <a:lnTo>
                    <a:pt x="7542035" y="166986"/>
                  </a:lnTo>
                  <a:lnTo>
                    <a:pt x="7542162" y="166986"/>
                  </a:lnTo>
                  <a:lnTo>
                    <a:pt x="7542288" y="166986"/>
                  </a:lnTo>
                  <a:lnTo>
                    <a:pt x="7542414" y="166986"/>
                  </a:lnTo>
                  <a:lnTo>
                    <a:pt x="7542540" y="166986"/>
                  </a:lnTo>
                  <a:lnTo>
                    <a:pt x="7542667" y="166986"/>
                  </a:lnTo>
                  <a:lnTo>
                    <a:pt x="7542793" y="166986"/>
                  </a:lnTo>
                  <a:lnTo>
                    <a:pt x="7542919" y="166986"/>
                  </a:lnTo>
                  <a:lnTo>
                    <a:pt x="7543045" y="166986"/>
                  </a:lnTo>
                  <a:lnTo>
                    <a:pt x="7543172" y="166986"/>
                  </a:lnTo>
                  <a:lnTo>
                    <a:pt x="7543172" y="162075"/>
                  </a:lnTo>
                  <a:lnTo>
                    <a:pt x="7543298" y="162075"/>
                  </a:lnTo>
                  <a:lnTo>
                    <a:pt x="7543424" y="162075"/>
                  </a:lnTo>
                  <a:lnTo>
                    <a:pt x="7543550" y="162075"/>
                  </a:lnTo>
                  <a:lnTo>
                    <a:pt x="7543677" y="162075"/>
                  </a:lnTo>
                  <a:lnTo>
                    <a:pt x="7543803" y="162075"/>
                  </a:lnTo>
                  <a:lnTo>
                    <a:pt x="7543929" y="162075"/>
                  </a:lnTo>
                  <a:lnTo>
                    <a:pt x="7544055" y="162075"/>
                  </a:lnTo>
                  <a:lnTo>
                    <a:pt x="7544182" y="162075"/>
                  </a:lnTo>
                  <a:lnTo>
                    <a:pt x="7544308" y="162075"/>
                  </a:lnTo>
                  <a:lnTo>
                    <a:pt x="7544434" y="162075"/>
                  </a:lnTo>
                  <a:lnTo>
                    <a:pt x="7544560" y="162075"/>
                  </a:lnTo>
                  <a:lnTo>
                    <a:pt x="7544687" y="162075"/>
                  </a:lnTo>
                  <a:lnTo>
                    <a:pt x="7544813" y="162075"/>
                  </a:lnTo>
                  <a:lnTo>
                    <a:pt x="7544939" y="162075"/>
                  </a:lnTo>
                  <a:lnTo>
                    <a:pt x="7545065" y="162075"/>
                  </a:lnTo>
                  <a:lnTo>
                    <a:pt x="7545192" y="162075"/>
                  </a:lnTo>
                  <a:lnTo>
                    <a:pt x="7545318" y="162075"/>
                  </a:lnTo>
                  <a:lnTo>
                    <a:pt x="7545444" y="162075"/>
                  </a:lnTo>
                  <a:lnTo>
                    <a:pt x="7545570" y="162075"/>
                  </a:lnTo>
                  <a:lnTo>
                    <a:pt x="7545697" y="162075"/>
                  </a:lnTo>
                  <a:lnTo>
                    <a:pt x="7545823" y="162075"/>
                  </a:lnTo>
                  <a:lnTo>
                    <a:pt x="7545949" y="162075"/>
                  </a:lnTo>
                  <a:lnTo>
                    <a:pt x="7546075" y="162075"/>
                  </a:lnTo>
                  <a:lnTo>
                    <a:pt x="7546202" y="162075"/>
                  </a:lnTo>
                  <a:lnTo>
                    <a:pt x="7546328" y="162075"/>
                  </a:lnTo>
                  <a:lnTo>
                    <a:pt x="7546454" y="162075"/>
                  </a:lnTo>
                  <a:lnTo>
                    <a:pt x="7546581" y="162075"/>
                  </a:lnTo>
                  <a:lnTo>
                    <a:pt x="7546707" y="162075"/>
                  </a:lnTo>
                  <a:lnTo>
                    <a:pt x="7546833" y="162075"/>
                  </a:lnTo>
                  <a:lnTo>
                    <a:pt x="7546959" y="162075"/>
                  </a:lnTo>
                  <a:lnTo>
                    <a:pt x="7547086" y="162075"/>
                  </a:lnTo>
                  <a:lnTo>
                    <a:pt x="7547212" y="162075"/>
                  </a:lnTo>
                  <a:lnTo>
                    <a:pt x="7547338" y="162075"/>
                  </a:lnTo>
                  <a:lnTo>
                    <a:pt x="7547464" y="162075"/>
                  </a:lnTo>
                  <a:lnTo>
                    <a:pt x="7547591" y="162075"/>
                  </a:lnTo>
                  <a:lnTo>
                    <a:pt x="7547717" y="162075"/>
                  </a:lnTo>
                  <a:lnTo>
                    <a:pt x="7547843" y="162075"/>
                  </a:lnTo>
                  <a:lnTo>
                    <a:pt x="7547969" y="162075"/>
                  </a:lnTo>
                  <a:lnTo>
                    <a:pt x="7548096" y="162075"/>
                  </a:lnTo>
                  <a:lnTo>
                    <a:pt x="7548222" y="162075"/>
                  </a:lnTo>
                  <a:lnTo>
                    <a:pt x="7548348" y="162075"/>
                  </a:lnTo>
                  <a:lnTo>
                    <a:pt x="7548474" y="162075"/>
                  </a:lnTo>
                  <a:lnTo>
                    <a:pt x="7548601" y="162075"/>
                  </a:lnTo>
                  <a:lnTo>
                    <a:pt x="7548727" y="162075"/>
                  </a:lnTo>
                  <a:lnTo>
                    <a:pt x="7548853" y="162075"/>
                  </a:lnTo>
                  <a:lnTo>
                    <a:pt x="7548979" y="162075"/>
                  </a:lnTo>
                  <a:lnTo>
                    <a:pt x="7549106" y="162075"/>
                  </a:lnTo>
                  <a:lnTo>
                    <a:pt x="7549232" y="162075"/>
                  </a:lnTo>
                  <a:lnTo>
                    <a:pt x="7549358" y="162075"/>
                  </a:lnTo>
                  <a:lnTo>
                    <a:pt x="7549484" y="162075"/>
                  </a:lnTo>
                  <a:lnTo>
                    <a:pt x="7549611" y="162075"/>
                  </a:lnTo>
                  <a:lnTo>
                    <a:pt x="7549737" y="162075"/>
                  </a:lnTo>
                  <a:lnTo>
                    <a:pt x="7549863" y="162075"/>
                  </a:lnTo>
                  <a:lnTo>
                    <a:pt x="7549989" y="162075"/>
                  </a:lnTo>
                  <a:lnTo>
                    <a:pt x="7550116" y="162075"/>
                  </a:lnTo>
                  <a:lnTo>
                    <a:pt x="7550242" y="162075"/>
                  </a:lnTo>
                  <a:lnTo>
                    <a:pt x="7550368" y="162075"/>
                  </a:lnTo>
                  <a:lnTo>
                    <a:pt x="7550494" y="162075"/>
                  </a:lnTo>
                  <a:lnTo>
                    <a:pt x="7550621" y="162075"/>
                  </a:lnTo>
                  <a:lnTo>
                    <a:pt x="7550747" y="162075"/>
                  </a:lnTo>
                  <a:lnTo>
                    <a:pt x="7550873" y="162075"/>
                  </a:lnTo>
                  <a:lnTo>
                    <a:pt x="7550999" y="162075"/>
                  </a:lnTo>
                  <a:lnTo>
                    <a:pt x="7551126" y="162075"/>
                  </a:lnTo>
                  <a:lnTo>
                    <a:pt x="7551252" y="162075"/>
                  </a:lnTo>
                  <a:lnTo>
                    <a:pt x="7551378" y="162075"/>
                  </a:lnTo>
                  <a:lnTo>
                    <a:pt x="7551505" y="162075"/>
                  </a:lnTo>
                  <a:lnTo>
                    <a:pt x="7551631" y="162075"/>
                  </a:lnTo>
                  <a:lnTo>
                    <a:pt x="7551757" y="162075"/>
                  </a:lnTo>
                  <a:lnTo>
                    <a:pt x="7551883" y="162075"/>
                  </a:lnTo>
                  <a:lnTo>
                    <a:pt x="7552010" y="162075"/>
                  </a:lnTo>
                  <a:lnTo>
                    <a:pt x="7552136" y="162075"/>
                  </a:lnTo>
                  <a:lnTo>
                    <a:pt x="7552262" y="162075"/>
                  </a:lnTo>
                  <a:lnTo>
                    <a:pt x="7552388" y="162075"/>
                  </a:lnTo>
                  <a:lnTo>
                    <a:pt x="7552515" y="162075"/>
                  </a:lnTo>
                  <a:lnTo>
                    <a:pt x="7552641" y="162075"/>
                  </a:lnTo>
                  <a:lnTo>
                    <a:pt x="7552767" y="162075"/>
                  </a:lnTo>
                  <a:lnTo>
                    <a:pt x="7552893" y="162075"/>
                  </a:lnTo>
                  <a:lnTo>
                    <a:pt x="7553020" y="162075"/>
                  </a:lnTo>
                  <a:lnTo>
                    <a:pt x="7553146" y="162075"/>
                  </a:lnTo>
                  <a:lnTo>
                    <a:pt x="7553272" y="162075"/>
                  </a:lnTo>
                  <a:lnTo>
                    <a:pt x="7553398" y="162075"/>
                  </a:lnTo>
                  <a:lnTo>
                    <a:pt x="7553525" y="162075"/>
                  </a:lnTo>
                  <a:lnTo>
                    <a:pt x="7553651" y="162075"/>
                  </a:lnTo>
                  <a:lnTo>
                    <a:pt x="7553777" y="162075"/>
                  </a:lnTo>
                  <a:lnTo>
                    <a:pt x="7553903" y="162075"/>
                  </a:lnTo>
                  <a:lnTo>
                    <a:pt x="7554030" y="162075"/>
                  </a:lnTo>
                  <a:lnTo>
                    <a:pt x="7554156" y="162075"/>
                  </a:lnTo>
                  <a:lnTo>
                    <a:pt x="7554282" y="162075"/>
                  </a:lnTo>
                  <a:lnTo>
                    <a:pt x="7554408" y="162075"/>
                  </a:lnTo>
                  <a:lnTo>
                    <a:pt x="7554535" y="162075"/>
                  </a:lnTo>
                  <a:lnTo>
                    <a:pt x="7554661" y="162075"/>
                  </a:lnTo>
                  <a:lnTo>
                    <a:pt x="7554787" y="162075"/>
                  </a:lnTo>
                  <a:lnTo>
                    <a:pt x="7554913" y="162075"/>
                  </a:lnTo>
                  <a:lnTo>
                    <a:pt x="7555040" y="162075"/>
                  </a:lnTo>
                  <a:lnTo>
                    <a:pt x="7555166" y="162075"/>
                  </a:lnTo>
                  <a:lnTo>
                    <a:pt x="7555292" y="162075"/>
                  </a:lnTo>
                  <a:lnTo>
                    <a:pt x="7555418" y="162075"/>
                  </a:lnTo>
                  <a:lnTo>
                    <a:pt x="7555545" y="162075"/>
                  </a:lnTo>
                  <a:lnTo>
                    <a:pt x="7555671" y="162075"/>
                  </a:lnTo>
                  <a:lnTo>
                    <a:pt x="7555797" y="162075"/>
                  </a:lnTo>
                  <a:lnTo>
                    <a:pt x="7555923" y="162075"/>
                  </a:lnTo>
                  <a:lnTo>
                    <a:pt x="7556050" y="162075"/>
                  </a:lnTo>
                  <a:lnTo>
                    <a:pt x="7556176" y="162075"/>
                  </a:lnTo>
                  <a:lnTo>
                    <a:pt x="7556302" y="162075"/>
                  </a:lnTo>
                  <a:lnTo>
                    <a:pt x="7556428" y="162075"/>
                  </a:lnTo>
                  <a:lnTo>
                    <a:pt x="7556555" y="162075"/>
                  </a:lnTo>
                  <a:lnTo>
                    <a:pt x="7556681" y="162075"/>
                  </a:lnTo>
                  <a:lnTo>
                    <a:pt x="7556807" y="162075"/>
                  </a:lnTo>
                  <a:lnTo>
                    <a:pt x="7556934" y="162075"/>
                  </a:lnTo>
                  <a:lnTo>
                    <a:pt x="7557060" y="162075"/>
                  </a:lnTo>
                  <a:lnTo>
                    <a:pt x="7557186" y="162075"/>
                  </a:lnTo>
                  <a:lnTo>
                    <a:pt x="7557312" y="162075"/>
                  </a:lnTo>
                  <a:lnTo>
                    <a:pt x="7557439" y="162075"/>
                  </a:lnTo>
                  <a:lnTo>
                    <a:pt x="7557565" y="162075"/>
                  </a:lnTo>
                  <a:lnTo>
                    <a:pt x="7557691" y="162075"/>
                  </a:lnTo>
                  <a:lnTo>
                    <a:pt x="7557817" y="162075"/>
                  </a:lnTo>
                  <a:lnTo>
                    <a:pt x="7557944" y="162075"/>
                  </a:lnTo>
                  <a:lnTo>
                    <a:pt x="7558070" y="162075"/>
                  </a:lnTo>
                  <a:lnTo>
                    <a:pt x="7558196" y="162075"/>
                  </a:lnTo>
                  <a:lnTo>
                    <a:pt x="7558322" y="162075"/>
                  </a:lnTo>
                  <a:lnTo>
                    <a:pt x="7558449" y="162075"/>
                  </a:lnTo>
                  <a:lnTo>
                    <a:pt x="7558575" y="162075"/>
                  </a:lnTo>
                  <a:lnTo>
                    <a:pt x="7558701" y="162075"/>
                  </a:lnTo>
                  <a:lnTo>
                    <a:pt x="7558827" y="162075"/>
                  </a:lnTo>
                  <a:lnTo>
                    <a:pt x="7558954" y="162075"/>
                  </a:lnTo>
                  <a:lnTo>
                    <a:pt x="7559080" y="162075"/>
                  </a:lnTo>
                  <a:lnTo>
                    <a:pt x="7559206" y="162075"/>
                  </a:lnTo>
                  <a:lnTo>
                    <a:pt x="7559332" y="162075"/>
                  </a:lnTo>
                  <a:lnTo>
                    <a:pt x="7559459" y="162075"/>
                  </a:lnTo>
                  <a:lnTo>
                    <a:pt x="7559585" y="162075"/>
                  </a:lnTo>
                  <a:lnTo>
                    <a:pt x="7559711" y="162075"/>
                  </a:lnTo>
                  <a:lnTo>
                    <a:pt x="7559837" y="162075"/>
                  </a:lnTo>
                  <a:lnTo>
                    <a:pt x="7559964" y="162075"/>
                  </a:lnTo>
                  <a:lnTo>
                    <a:pt x="7560090" y="162075"/>
                  </a:lnTo>
                  <a:lnTo>
                    <a:pt x="7560216" y="162075"/>
                  </a:lnTo>
                  <a:lnTo>
                    <a:pt x="7560342" y="162075"/>
                  </a:lnTo>
                  <a:lnTo>
                    <a:pt x="7560469" y="162075"/>
                  </a:lnTo>
                  <a:lnTo>
                    <a:pt x="7560595" y="162075"/>
                  </a:lnTo>
                  <a:lnTo>
                    <a:pt x="7560721" y="162075"/>
                  </a:lnTo>
                  <a:lnTo>
                    <a:pt x="7560847" y="162075"/>
                  </a:lnTo>
                  <a:lnTo>
                    <a:pt x="7560974" y="162075"/>
                  </a:lnTo>
                  <a:lnTo>
                    <a:pt x="7561100" y="162075"/>
                  </a:lnTo>
                  <a:lnTo>
                    <a:pt x="7561226" y="162075"/>
                  </a:lnTo>
                  <a:lnTo>
                    <a:pt x="7561352" y="162075"/>
                  </a:lnTo>
                  <a:lnTo>
                    <a:pt x="7561479" y="162075"/>
                  </a:lnTo>
                  <a:lnTo>
                    <a:pt x="7561605" y="162075"/>
                  </a:lnTo>
                  <a:lnTo>
                    <a:pt x="7561731" y="162075"/>
                  </a:lnTo>
                  <a:lnTo>
                    <a:pt x="7561858" y="162075"/>
                  </a:lnTo>
                  <a:lnTo>
                    <a:pt x="7561984" y="162075"/>
                  </a:lnTo>
                  <a:lnTo>
                    <a:pt x="7562110" y="162075"/>
                  </a:lnTo>
                  <a:lnTo>
                    <a:pt x="7562236" y="162075"/>
                  </a:lnTo>
                  <a:lnTo>
                    <a:pt x="7562363" y="162075"/>
                  </a:lnTo>
                  <a:lnTo>
                    <a:pt x="7562489" y="162075"/>
                  </a:lnTo>
                  <a:lnTo>
                    <a:pt x="7562615" y="162075"/>
                  </a:lnTo>
                  <a:lnTo>
                    <a:pt x="7562741" y="162075"/>
                  </a:lnTo>
                  <a:lnTo>
                    <a:pt x="7562868" y="162075"/>
                  </a:lnTo>
                  <a:lnTo>
                    <a:pt x="7562994" y="162075"/>
                  </a:lnTo>
                  <a:lnTo>
                    <a:pt x="7563120" y="162075"/>
                  </a:lnTo>
                  <a:lnTo>
                    <a:pt x="7563246" y="162075"/>
                  </a:lnTo>
                  <a:lnTo>
                    <a:pt x="7563373" y="162075"/>
                  </a:lnTo>
                  <a:lnTo>
                    <a:pt x="7563499" y="162075"/>
                  </a:lnTo>
                  <a:lnTo>
                    <a:pt x="7563625" y="162075"/>
                  </a:lnTo>
                  <a:lnTo>
                    <a:pt x="7563751" y="162075"/>
                  </a:lnTo>
                  <a:lnTo>
                    <a:pt x="7563878" y="162075"/>
                  </a:lnTo>
                  <a:lnTo>
                    <a:pt x="7564004" y="162075"/>
                  </a:lnTo>
                  <a:lnTo>
                    <a:pt x="7564130" y="162075"/>
                  </a:lnTo>
                  <a:lnTo>
                    <a:pt x="7564256" y="162075"/>
                  </a:lnTo>
                  <a:lnTo>
                    <a:pt x="7564383" y="162075"/>
                  </a:lnTo>
                  <a:lnTo>
                    <a:pt x="7564509" y="162075"/>
                  </a:lnTo>
                  <a:lnTo>
                    <a:pt x="7564635" y="162075"/>
                  </a:lnTo>
                  <a:lnTo>
                    <a:pt x="7564761" y="162075"/>
                  </a:lnTo>
                  <a:lnTo>
                    <a:pt x="7564888" y="162075"/>
                  </a:lnTo>
                  <a:lnTo>
                    <a:pt x="7565014" y="162075"/>
                  </a:lnTo>
                  <a:lnTo>
                    <a:pt x="7565140" y="162075"/>
                  </a:lnTo>
                  <a:lnTo>
                    <a:pt x="7565266" y="162075"/>
                  </a:lnTo>
                  <a:lnTo>
                    <a:pt x="7565393" y="162075"/>
                  </a:lnTo>
                  <a:lnTo>
                    <a:pt x="7565519" y="162075"/>
                  </a:lnTo>
                  <a:lnTo>
                    <a:pt x="7565645" y="162075"/>
                  </a:lnTo>
                  <a:lnTo>
                    <a:pt x="7565771" y="162075"/>
                  </a:lnTo>
                  <a:lnTo>
                    <a:pt x="7565898" y="162075"/>
                  </a:lnTo>
                  <a:lnTo>
                    <a:pt x="7566024" y="162075"/>
                  </a:lnTo>
                  <a:lnTo>
                    <a:pt x="7566150" y="162075"/>
                  </a:lnTo>
                  <a:lnTo>
                    <a:pt x="7566276" y="162075"/>
                  </a:lnTo>
                  <a:lnTo>
                    <a:pt x="7566403" y="162075"/>
                  </a:lnTo>
                  <a:lnTo>
                    <a:pt x="7566529" y="162075"/>
                  </a:lnTo>
                  <a:lnTo>
                    <a:pt x="7566655" y="162075"/>
                  </a:lnTo>
                  <a:lnTo>
                    <a:pt x="7566781" y="162075"/>
                  </a:lnTo>
                  <a:lnTo>
                    <a:pt x="7566908" y="162075"/>
                  </a:lnTo>
                  <a:lnTo>
                    <a:pt x="7567034" y="162075"/>
                  </a:lnTo>
                  <a:lnTo>
                    <a:pt x="7567160" y="162075"/>
                  </a:lnTo>
                  <a:lnTo>
                    <a:pt x="7567287" y="162075"/>
                  </a:lnTo>
                  <a:lnTo>
                    <a:pt x="7567413" y="162075"/>
                  </a:lnTo>
                  <a:lnTo>
                    <a:pt x="7567539" y="162075"/>
                  </a:lnTo>
                  <a:lnTo>
                    <a:pt x="7567665" y="162075"/>
                  </a:lnTo>
                  <a:lnTo>
                    <a:pt x="7567792" y="162075"/>
                  </a:lnTo>
                  <a:lnTo>
                    <a:pt x="7567918" y="162075"/>
                  </a:lnTo>
                  <a:lnTo>
                    <a:pt x="7568044" y="162075"/>
                  </a:lnTo>
                  <a:lnTo>
                    <a:pt x="7568170" y="162075"/>
                  </a:lnTo>
                  <a:lnTo>
                    <a:pt x="7568297" y="162075"/>
                  </a:lnTo>
                  <a:lnTo>
                    <a:pt x="7568423" y="162075"/>
                  </a:lnTo>
                  <a:lnTo>
                    <a:pt x="7568549" y="162075"/>
                  </a:lnTo>
                  <a:lnTo>
                    <a:pt x="7568675" y="162075"/>
                  </a:lnTo>
                  <a:lnTo>
                    <a:pt x="7568802" y="162075"/>
                  </a:lnTo>
                  <a:lnTo>
                    <a:pt x="7568928" y="162075"/>
                  </a:lnTo>
                  <a:lnTo>
                    <a:pt x="7569054" y="162075"/>
                  </a:lnTo>
                  <a:lnTo>
                    <a:pt x="7569180" y="162075"/>
                  </a:lnTo>
                  <a:lnTo>
                    <a:pt x="7569307" y="162075"/>
                  </a:lnTo>
                  <a:lnTo>
                    <a:pt x="7569433" y="162075"/>
                  </a:lnTo>
                  <a:lnTo>
                    <a:pt x="7569559" y="162075"/>
                  </a:lnTo>
                  <a:lnTo>
                    <a:pt x="7569685" y="162075"/>
                  </a:lnTo>
                  <a:lnTo>
                    <a:pt x="7569812" y="162075"/>
                  </a:lnTo>
                  <a:lnTo>
                    <a:pt x="7569938" y="162075"/>
                  </a:lnTo>
                  <a:lnTo>
                    <a:pt x="7570064" y="162075"/>
                  </a:lnTo>
                  <a:lnTo>
                    <a:pt x="7570190" y="162075"/>
                  </a:lnTo>
                  <a:lnTo>
                    <a:pt x="7570317" y="162075"/>
                  </a:lnTo>
                  <a:lnTo>
                    <a:pt x="7570443" y="162075"/>
                  </a:lnTo>
                  <a:lnTo>
                    <a:pt x="7570569" y="162075"/>
                  </a:lnTo>
                  <a:lnTo>
                    <a:pt x="7570695" y="162075"/>
                  </a:lnTo>
                  <a:lnTo>
                    <a:pt x="7570822" y="162075"/>
                  </a:lnTo>
                  <a:lnTo>
                    <a:pt x="7570948" y="162075"/>
                  </a:lnTo>
                  <a:lnTo>
                    <a:pt x="7571074" y="162075"/>
                  </a:lnTo>
                  <a:lnTo>
                    <a:pt x="7571200" y="162075"/>
                  </a:lnTo>
                  <a:lnTo>
                    <a:pt x="7571327" y="162075"/>
                  </a:lnTo>
                  <a:lnTo>
                    <a:pt x="7571453" y="162075"/>
                  </a:lnTo>
                  <a:lnTo>
                    <a:pt x="7571579" y="162075"/>
                  </a:lnTo>
                  <a:lnTo>
                    <a:pt x="7571705" y="162075"/>
                  </a:lnTo>
                  <a:lnTo>
                    <a:pt x="7571832" y="162075"/>
                  </a:lnTo>
                  <a:lnTo>
                    <a:pt x="7571958" y="162075"/>
                  </a:lnTo>
                  <a:lnTo>
                    <a:pt x="7572084" y="162075"/>
                  </a:lnTo>
                  <a:lnTo>
                    <a:pt x="7572211" y="162075"/>
                  </a:lnTo>
                  <a:lnTo>
                    <a:pt x="7572337" y="162075"/>
                  </a:lnTo>
                  <a:lnTo>
                    <a:pt x="7572463" y="162075"/>
                  </a:lnTo>
                  <a:lnTo>
                    <a:pt x="7572589" y="162075"/>
                  </a:lnTo>
                  <a:lnTo>
                    <a:pt x="7572716" y="162075"/>
                  </a:lnTo>
                  <a:lnTo>
                    <a:pt x="7572842" y="162075"/>
                  </a:lnTo>
                  <a:lnTo>
                    <a:pt x="7572968" y="162075"/>
                  </a:lnTo>
                  <a:lnTo>
                    <a:pt x="7573094" y="162075"/>
                  </a:lnTo>
                  <a:lnTo>
                    <a:pt x="7573221" y="162075"/>
                  </a:lnTo>
                  <a:lnTo>
                    <a:pt x="7573347" y="162075"/>
                  </a:lnTo>
                  <a:lnTo>
                    <a:pt x="7573473" y="162075"/>
                  </a:lnTo>
                  <a:lnTo>
                    <a:pt x="7573599" y="162075"/>
                  </a:lnTo>
                  <a:lnTo>
                    <a:pt x="7573726" y="162075"/>
                  </a:lnTo>
                  <a:lnTo>
                    <a:pt x="7573852" y="162075"/>
                  </a:lnTo>
                  <a:lnTo>
                    <a:pt x="7573978" y="162075"/>
                  </a:lnTo>
                  <a:lnTo>
                    <a:pt x="7574104" y="162075"/>
                  </a:lnTo>
                  <a:lnTo>
                    <a:pt x="7574231" y="162075"/>
                  </a:lnTo>
                  <a:lnTo>
                    <a:pt x="7574357" y="162075"/>
                  </a:lnTo>
                  <a:lnTo>
                    <a:pt x="7574483" y="162075"/>
                  </a:lnTo>
                  <a:lnTo>
                    <a:pt x="7574609" y="162075"/>
                  </a:lnTo>
                  <a:lnTo>
                    <a:pt x="7574736" y="162075"/>
                  </a:lnTo>
                  <a:lnTo>
                    <a:pt x="7574862" y="162075"/>
                  </a:lnTo>
                  <a:lnTo>
                    <a:pt x="7574988" y="162075"/>
                  </a:lnTo>
                  <a:lnTo>
                    <a:pt x="7575114" y="162075"/>
                  </a:lnTo>
                  <a:lnTo>
                    <a:pt x="7575241" y="162075"/>
                  </a:lnTo>
                  <a:lnTo>
                    <a:pt x="7575367" y="162075"/>
                  </a:lnTo>
                  <a:lnTo>
                    <a:pt x="7575493" y="162075"/>
                  </a:lnTo>
                  <a:lnTo>
                    <a:pt x="7575619" y="162075"/>
                  </a:lnTo>
                  <a:lnTo>
                    <a:pt x="7575746" y="162075"/>
                  </a:lnTo>
                  <a:lnTo>
                    <a:pt x="7575872" y="162075"/>
                  </a:lnTo>
                  <a:lnTo>
                    <a:pt x="7575998" y="162075"/>
                  </a:lnTo>
                  <a:lnTo>
                    <a:pt x="7576124" y="162075"/>
                  </a:lnTo>
                  <a:lnTo>
                    <a:pt x="7576251" y="162075"/>
                  </a:lnTo>
                  <a:lnTo>
                    <a:pt x="7576377" y="162075"/>
                  </a:lnTo>
                  <a:lnTo>
                    <a:pt x="7576503" y="162075"/>
                  </a:lnTo>
                  <a:lnTo>
                    <a:pt x="7576629" y="162075"/>
                  </a:lnTo>
                  <a:lnTo>
                    <a:pt x="7576756" y="162075"/>
                  </a:lnTo>
                  <a:lnTo>
                    <a:pt x="7576882" y="162075"/>
                  </a:lnTo>
                  <a:lnTo>
                    <a:pt x="7577008" y="162075"/>
                  </a:lnTo>
                  <a:lnTo>
                    <a:pt x="7577134" y="162075"/>
                  </a:lnTo>
                  <a:lnTo>
                    <a:pt x="7577261" y="162075"/>
                  </a:lnTo>
                  <a:lnTo>
                    <a:pt x="7577387" y="162075"/>
                  </a:lnTo>
                  <a:lnTo>
                    <a:pt x="7577513" y="162075"/>
                  </a:lnTo>
                  <a:lnTo>
                    <a:pt x="7577640" y="162075"/>
                  </a:lnTo>
                  <a:lnTo>
                    <a:pt x="7577766" y="162075"/>
                  </a:lnTo>
                  <a:lnTo>
                    <a:pt x="7577892" y="162075"/>
                  </a:lnTo>
                  <a:lnTo>
                    <a:pt x="7578018" y="162075"/>
                  </a:lnTo>
                  <a:lnTo>
                    <a:pt x="7578145" y="162075"/>
                  </a:lnTo>
                  <a:lnTo>
                    <a:pt x="7578271" y="162075"/>
                  </a:lnTo>
                  <a:lnTo>
                    <a:pt x="7578397" y="162075"/>
                  </a:lnTo>
                  <a:lnTo>
                    <a:pt x="7578523" y="162075"/>
                  </a:lnTo>
                  <a:lnTo>
                    <a:pt x="7578650" y="162075"/>
                  </a:lnTo>
                  <a:lnTo>
                    <a:pt x="7578776" y="162075"/>
                  </a:lnTo>
                  <a:lnTo>
                    <a:pt x="7578902" y="162075"/>
                  </a:lnTo>
                  <a:lnTo>
                    <a:pt x="7579028" y="162075"/>
                  </a:lnTo>
                  <a:lnTo>
                    <a:pt x="7579155" y="162075"/>
                  </a:lnTo>
                  <a:lnTo>
                    <a:pt x="7579281" y="162075"/>
                  </a:lnTo>
                  <a:lnTo>
                    <a:pt x="7579407" y="162075"/>
                  </a:lnTo>
                  <a:lnTo>
                    <a:pt x="7579533" y="162075"/>
                  </a:lnTo>
                  <a:lnTo>
                    <a:pt x="7579660" y="162075"/>
                  </a:lnTo>
                  <a:lnTo>
                    <a:pt x="7579786" y="162075"/>
                  </a:lnTo>
                  <a:lnTo>
                    <a:pt x="7579912" y="162075"/>
                  </a:lnTo>
                  <a:lnTo>
                    <a:pt x="7580038" y="162075"/>
                  </a:lnTo>
                  <a:lnTo>
                    <a:pt x="7580165" y="162075"/>
                  </a:lnTo>
                  <a:lnTo>
                    <a:pt x="7580291" y="162075"/>
                  </a:lnTo>
                  <a:lnTo>
                    <a:pt x="7580417" y="162075"/>
                  </a:lnTo>
                  <a:lnTo>
                    <a:pt x="7580543" y="162075"/>
                  </a:lnTo>
                  <a:lnTo>
                    <a:pt x="7580670" y="162075"/>
                  </a:lnTo>
                  <a:lnTo>
                    <a:pt x="7580796" y="162075"/>
                  </a:lnTo>
                  <a:lnTo>
                    <a:pt x="7580922" y="162075"/>
                  </a:lnTo>
                  <a:lnTo>
                    <a:pt x="7581048" y="162075"/>
                  </a:lnTo>
                  <a:lnTo>
                    <a:pt x="7581175" y="162075"/>
                  </a:lnTo>
                  <a:lnTo>
                    <a:pt x="7581301" y="162075"/>
                  </a:lnTo>
                  <a:lnTo>
                    <a:pt x="7581427" y="162075"/>
                  </a:lnTo>
                  <a:lnTo>
                    <a:pt x="7581553" y="162075"/>
                  </a:lnTo>
                  <a:lnTo>
                    <a:pt x="7581680" y="162075"/>
                  </a:lnTo>
                  <a:lnTo>
                    <a:pt x="7581806" y="162075"/>
                  </a:lnTo>
                  <a:lnTo>
                    <a:pt x="7581932" y="162075"/>
                  </a:lnTo>
                  <a:lnTo>
                    <a:pt x="7582058" y="162075"/>
                  </a:lnTo>
                  <a:lnTo>
                    <a:pt x="7582185" y="162075"/>
                  </a:lnTo>
                  <a:lnTo>
                    <a:pt x="7582311" y="162075"/>
                  </a:lnTo>
                  <a:lnTo>
                    <a:pt x="7582437" y="162075"/>
                  </a:lnTo>
                  <a:lnTo>
                    <a:pt x="7582564" y="162075"/>
                  </a:lnTo>
                  <a:lnTo>
                    <a:pt x="7582690" y="162075"/>
                  </a:lnTo>
                  <a:lnTo>
                    <a:pt x="7582816" y="162075"/>
                  </a:lnTo>
                  <a:lnTo>
                    <a:pt x="7582942" y="162075"/>
                  </a:lnTo>
                  <a:lnTo>
                    <a:pt x="7583069" y="162075"/>
                  </a:lnTo>
                  <a:lnTo>
                    <a:pt x="7583195" y="162075"/>
                  </a:lnTo>
                  <a:lnTo>
                    <a:pt x="7583321" y="162075"/>
                  </a:lnTo>
                  <a:lnTo>
                    <a:pt x="7583447" y="162075"/>
                  </a:lnTo>
                  <a:lnTo>
                    <a:pt x="7583574" y="162075"/>
                  </a:lnTo>
                  <a:lnTo>
                    <a:pt x="7583700" y="162075"/>
                  </a:lnTo>
                  <a:lnTo>
                    <a:pt x="7583826" y="162075"/>
                  </a:lnTo>
                  <a:lnTo>
                    <a:pt x="7583952" y="162075"/>
                  </a:lnTo>
                  <a:lnTo>
                    <a:pt x="7584079" y="162075"/>
                  </a:lnTo>
                  <a:lnTo>
                    <a:pt x="7584205" y="162075"/>
                  </a:lnTo>
                  <a:lnTo>
                    <a:pt x="7584331" y="162075"/>
                  </a:lnTo>
                  <a:lnTo>
                    <a:pt x="7584457" y="162075"/>
                  </a:lnTo>
                  <a:lnTo>
                    <a:pt x="7584584" y="162075"/>
                  </a:lnTo>
                  <a:lnTo>
                    <a:pt x="7584710" y="162075"/>
                  </a:lnTo>
                  <a:lnTo>
                    <a:pt x="7584836" y="162075"/>
                  </a:lnTo>
                  <a:lnTo>
                    <a:pt x="7584962" y="162075"/>
                  </a:lnTo>
                  <a:lnTo>
                    <a:pt x="7585089" y="162075"/>
                  </a:lnTo>
                  <a:lnTo>
                    <a:pt x="7585215" y="162075"/>
                  </a:lnTo>
                  <a:lnTo>
                    <a:pt x="7585341" y="162075"/>
                  </a:lnTo>
                  <a:lnTo>
                    <a:pt x="7585467" y="162075"/>
                  </a:lnTo>
                  <a:lnTo>
                    <a:pt x="7585594" y="162075"/>
                  </a:lnTo>
                  <a:lnTo>
                    <a:pt x="7585720" y="162075"/>
                  </a:lnTo>
                  <a:lnTo>
                    <a:pt x="7585846" y="162075"/>
                  </a:lnTo>
                  <a:lnTo>
                    <a:pt x="7585972" y="162075"/>
                  </a:lnTo>
                  <a:lnTo>
                    <a:pt x="7586099" y="162075"/>
                  </a:lnTo>
                  <a:lnTo>
                    <a:pt x="7586225" y="162075"/>
                  </a:lnTo>
                  <a:lnTo>
                    <a:pt x="7586351" y="162075"/>
                  </a:lnTo>
                  <a:lnTo>
                    <a:pt x="7586477" y="162075"/>
                  </a:lnTo>
                  <a:lnTo>
                    <a:pt x="7586604" y="162075"/>
                  </a:lnTo>
                  <a:lnTo>
                    <a:pt x="7586730" y="162075"/>
                  </a:lnTo>
                  <a:lnTo>
                    <a:pt x="7586856" y="162075"/>
                  </a:lnTo>
                  <a:lnTo>
                    <a:pt x="7586982" y="162075"/>
                  </a:lnTo>
                  <a:lnTo>
                    <a:pt x="7587109" y="162075"/>
                  </a:lnTo>
                  <a:lnTo>
                    <a:pt x="7587235" y="162075"/>
                  </a:lnTo>
                  <a:lnTo>
                    <a:pt x="7587361" y="162075"/>
                  </a:lnTo>
                  <a:lnTo>
                    <a:pt x="7587487" y="162075"/>
                  </a:lnTo>
                  <a:lnTo>
                    <a:pt x="7587614" y="162075"/>
                  </a:lnTo>
                  <a:lnTo>
                    <a:pt x="7587740" y="162075"/>
                  </a:lnTo>
                  <a:lnTo>
                    <a:pt x="7587866" y="162075"/>
                  </a:lnTo>
                  <a:lnTo>
                    <a:pt x="7587993" y="162075"/>
                  </a:lnTo>
                  <a:lnTo>
                    <a:pt x="7588119" y="162075"/>
                  </a:lnTo>
                  <a:lnTo>
                    <a:pt x="7588245" y="162075"/>
                  </a:lnTo>
                  <a:lnTo>
                    <a:pt x="7588371" y="162075"/>
                  </a:lnTo>
                  <a:lnTo>
                    <a:pt x="7588498" y="162075"/>
                  </a:lnTo>
                  <a:lnTo>
                    <a:pt x="7588624" y="162075"/>
                  </a:lnTo>
                  <a:lnTo>
                    <a:pt x="7588750" y="162075"/>
                  </a:lnTo>
                  <a:lnTo>
                    <a:pt x="7588876" y="162075"/>
                  </a:lnTo>
                  <a:lnTo>
                    <a:pt x="7589003" y="162075"/>
                  </a:lnTo>
                  <a:lnTo>
                    <a:pt x="7589129" y="162075"/>
                  </a:lnTo>
                  <a:lnTo>
                    <a:pt x="7589255" y="162075"/>
                  </a:lnTo>
                  <a:lnTo>
                    <a:pt x="7589381" y="162075"/>
                  </a:lnTo>
                  <a:lnTo>
                    <a:pt x="7589508" y="162075"/>
                  </a:lnTo>
                  <a:lnTo>
                    <a:pt x="7589634" y="162075"/>
                  </a:lnTo>
                  <a:lnTo>
                    <a:pt x="7589760" y="162075"/>
                  </a:lnTo>
                  <a:lnTo>
                    <a:pt x="7589886" y="162075"/>
                  </a:lnTo>
                  <a:lnTo>
                    <a:pt x="7590013" y="162075"/>
                  </a:lnTo>
                  <a:lnTo>
                    <a:pt x="7590139" y="162075"/>
                  </a:lnTo>
                  <a:lnTo>
                    <a:pt x="7590265" y="162075"/>
                  </a:lnTo>
                  <a:lnTo>
                    <a:pt x="7590391" y="162075"/>
                  </a:lnTo>
                  <a:lnTo>
                    <a:pt x="7590518" y="162075"/>
                  </a:lnTo>
                  <a:lnTo>
                    <a:pt x="7590644" y="162075"/>
                  </a:lnTo>
                  <a:lnTo>
                    <a:pt x="7590770" y="162075"/>
                  </a:lnTo>
                  <a:lnTo>
                    <a:pt x="7590896" y="162075"/>
                  </a:lnTo>
                  <a:lnTo>
                    <a:pt x="7591023" y="162075"/>
                  </a:lnTo>
                  <a:lnTo>
                    <a:pt x="7591149" y="162075"/>
                  </a:lnTo>
                  <a:lnTo>
                    <a:pt x="7591275" y="162075"/>
                  </a:lnTo>
                  <a:lnTo>
                    <a:pt x="7591401" y="162075"/>
                  </a:lnTo>
                  <a:lnTo>
                    <a:pt x="7591528" y="162075"/>
                  </a:lnTo>
                  <a:lnTo>
                    <a:pt x="7591654" y="162075"/>
                  </a:lnTo>
                  <a:lnTo>
                    <a:pt x="7591780" y="162075"/>
                  </a:lnTo>
                  <a:lnTo>
                    <a:pt x="7591906" y="162075"/>
                  </a:lnTo>
                  <a:lnTo>
                    <a:pt x="7592033" y="162075"/>
                  </a:lnTo>
                  <a:lnTo>
                    <a:pt x="7592159" y="162075"/>
                  </a:lnTo>
                  <a:lnTo>
                    <a:pt x="7592285" y="162075"/>
                  </a:lnTo>
                  <a:lnTo>
                    <a:pt x="7592411" y="162075"/>
                  </a:lnTo>
                  <a:lnTo>
                    <a:pt x="7592538" y="162075"/>
                  </a:lnTo>
                  <a:lnTo>
                    <a:pt x="7592664" y="162075"/>
                  </a:lnTo>
                  <a:lnTo>
                    <a:pt x="7592790" y="162075"/>
                  </a:lnTo>
                  <a:lnTo>
                    <a:pt x="7592917" y="162075"/>
                  </a:lnTo>
                  <a:lnTo>
                    <a:pt x="7593043" y="162075"/>
                  </a:lnTo>
                  <a:lnTo>
                    <a:pt x="7593169" y="162075"/>
                  </a:lnTo>
                  <a:lnTo>
                    <a:pt x="7593295" y="162075"/>
                  </a:lnTo>
                  <a:lnTo>
                    <a:pt x="7593422" y="162075"/>
                  </a:lnTo>
                  <a:lnTo>
                    <a:pt x="7593548" y="162075"/>
                  </a:lnTo>
                  <a:lnTo>
                    <a:pt x="7593674" y="162075"/>
                  </a:lnTo>
                  <a:lnTo>
                    <a:pt x="7593800" y="162075"/>
                  </a:lnTo>
                  <a:lnTo>
                    <a:pt x="7593927" y="162075"/>
                  </a:lnTo>
                  <a:lnTo>
                    <a:pt x="7594053" y="162075"/>
                  </a:lnTo>
                  <a:lnTo>
                    <a:pt x="7594179" y="162075"/>
                  </a:lnTo>
                  <a:lnTo>
                    <a:pt x="7594305" y="162075"/>
                  </a:lnTo>
                  <a:lnTo>
                    <a:pt x="7594432" y="162075"/>
                  </a:lnTo>
                  <a:lnTo>
                    <a:pt x="7594558" y="162075"/>
                  </a:lnTo>
                  <a:lnTo>
                    <a:pt x="7594684" y="162075"/>
                  </a:lnTo>
                  <a:lnTo>
                    <a:pt x="7594810" y="162075"/>
                  </a:lnTo>
                  <a:lnTo>
                    <a:pt x="7594937" y="162075"/>
                  </a:lnTo>
                  <a:lnTo>
                    <a:pt x="7595063" y="162075"/>
                  </a:lnTo>
                  <a:lnTo>
                    <a:pt x="7595189" y="162075"/>
                  </a:lnTo>
                  <a:lnTo>
                    <a:pt x="7595315" y="162075"/>
                  </a:lnTo>
                  <a:lnTo>
                    <a:pt x="7595442" y="162075"/>
                  </a:lnTo>
                  <a:lnTo>
                    <a:pt x="7595568" y="162075"/>
                  </a:lnTo>
                  <a:lnTo>
                    <a:pt x="7595694" y="162075"/>
                  </a:lnTo>
                  <a:lnTo>
                    <a:pt x="7595820" y="162075"/>
                  </a:lnTo>
                  <a:lnTo>
                    <a:pt x="7595947" y="162075"/>
                  </a:lnTo>
                  <a:lnTo>
                    <a:pt x="7596073" y="162075"/>
                  </a:lnTo>
                  <a:lnTo>
                    <a:pt x="7596199" y="162075"/>
                  </a:lnTo>
                  <a:lnTo>
                    <a:pt x="7596325" y="162075"/>
                  </a:lnTo>
                  <a:lnTo>
                    <a:pt x="7596452" y="162075"/>
                  </a:lnTo>
                  <a:lnTo>
                    <a:pt x="7596578" y="162075"/>
                  </a:lnTo>
                  <a:lnTo>
                    <a:pt x="7596704" y="162075"/>
                  </a:lnTo>
                  <a:lnTo>
                    <a:pt x="7596830" y="162075"/>
                  </a:lnTo>
                  <a:lnTo>
                    <a:pt x="7596957" y="162075"/>
                  </a:lnTo>
                  <a:lnTo>
                    <a:pt x="7597083" y="162075"/>
                  </a:lnTo>
                  <a:lnTo>
                    <a:pt x="7597209" y="162075"/>
                  </a:lnTo>
                  <a:lnTo>
                    <a:pt x="7597335" y="162075"/>
                  </a:lnTo>
                  <a:lnTo>
                    <a:pt x="7597462" y="162075"/>
                  </a:lnTo>
                  <a:lnTo>
                    <a:pt x="7597588" y="162075"/>
                  </a:lnTo>
                  <a:lnTo>
                    <a:pt x="7597714" y="162075"/>
                  </a:lnTo>
                  <a:lnTo>
                    <a:pt x="7597840" y="162075"/>
                  </a:lnTo>
                  <a:lnTo>
                    <a:pt x="7597967" y="162075"/>
                  </a:lnTo>
                  <a:lnTo>
                    <a:pt x="7598093" y="162075"/>
                  </a:lnTo>
                  <a:lnTo>
                    <a:pt x="7598219" y="162075"/>
                  </a:lnTo>
                  <a:lnTo>
                    <a:pt x="7598346" y="162075"/>
                  </a:lnTo>
                  <a:lnTo>
                    <a:pt x="7598472" y="162075"/>
                  </a:lnTo>
                  <a:lnTo>
                    <a:pt x="7598598" y="162075"/>
                  </a:lnTo>
                  <a:lnTo>
                    <a:pt x="7598724" y="162075"/>
                  </a:lnTo>
                  <a:lnTo>
                    <a:pt x="7598851" y="162075"/>
                  </a:lnTo>
                  <a:lnTo>
                    <a:pt x="7598977" y="162075"/>
                  </a:lnTo>
                  <a:lnTo>
                    <a:pt x="7599103" y="162075"/>
                  </a:lnTo>
                  <a:lnTo>
                    <a:pt x="7599229" y="162075"/>
                  </a:lnTo>
                  <a:lnTo>
                    <a:pt x="7599356" y="162075"/>
                  </a:lnTo>
                  <a:lnTo>
                    <a:pt x="7599482" y="162075"/>
                  </a:lnTo>
                  <a:lnTo>
                    <a:pt x="7599608" y="162075"/>
                  </a:lnTo>
                  <a:lnTo>
                    <a:pt x="7599734" y="162075"/>
                  </a:lnTo>
                  <a:lnTo>
                    <a:pt x="7599861" y="162075"/>
                  </a:lnTo>
                  <a:lnTo>
                    <a:pt x="7599987" y="162075"/>
                  </a:lnTo>
                  <a:lnTo>
                    <a:pt x="7600113" y="162075"/>
                  </a:lnTo>
                  <a:lnTo>
                    <a:pt x="7600239" y="162075"/>
                  </a:lnTo>
                  <a:lnTo>
                    <a:pt x="7600366" y="162075"/>
                  </a:lnTo>
                  <a:lnTo>
                    <a:pt x="7600492" y="162075"/>
                  </a:lnTo>
                  <a:lnTo>
                    <a:pt x="7600618" y="162075"/>
                  </a:lnTo>
                  <a:lnTo>
                    <a:pt x="7600744" y="162075"/>
                  </a:lnTo>
                  <a:lnTo>
                    <a:pt x="7600871" y="162075"/>
                  </a:lnTo>
                  <a:lnTo>
                    <a:pt x="7600997" y="162075"/>
                  </a:lnTo>
                  <a:lnTo>
                    <a:pt x="7601123" y="162075"/>
                  </a:lnTo>
                  <a:lnTo>
                    <a:pt x="7601249" y="162075"/>
                  </a:lnTo>
                  <a:lnTo>
                    <a:pt x="7601376" y="162075"/>
                  </a:lnTo>
                  <a:lnTo>
                    <a:pt x="7601502" y="162075"/>
                  </a:lnTo>
                  <a:lnTo>
                    <a:pt x="7601628" y="162075"/>
                  </a:lnTo>
                  <a:lnTo>
                    <a:pt x="7601754" y="162075"/>
                  </a:lnTo>
                  <a:lnTo>
                    <a:pt x="7601881" y="162075"/>
                  </a:lnTo>
                  <a:lnTo>
                    <a:pt x="7602007" y="162075"/>
                  </a:lnTo>
                  <a:lnTo>
                    <a:pt x="7602133" y="162075"/>
                  </a:lnTo>
                  <a:lnTo>
                    <a:pt x="7602259" y="162075"/>
                  </a:lnTo>
                  <a:lnTo>
                    <a:pt x="7602386" y="162075"/>
                  </a:lnTo>
                  <a:lnTo>
                    <a:pt x="7602512" y="162075"/>
                  </a:lnTo>
                  <a:lnTo>
                    <a:pt x="7602638" y="162075"/>
                  </a:lnTo>
                  <a:lnTo>
                    <a:pt x="7602764" y="162075"/>
                  </a:lnTo>
                  <a:lnTo>
                    <a:pt x="7602891" y="162075"/>
                  </a:lnTo>
                  <a:lnTo>
                    <a:pt x="7603017" y="162075"/>
                  </a:lnTo>
                  <a:lnTo>
                    <a:pt x="7603143" y="162075"/>
                  </a:lnTo>
                  <a:lnTo>
                    <a:pt x="7603270" y="162075"/>
                  </a:lnTo>
                  <a:lnTo>
                    <a:pt x="7603396" y="162075"/>
                  </a:lnTo>
                  <a:lnTo>
                    <a:pt x="7603522" y="162075"/>
                  </a:lnTo>
                  <a:lnTo>
                    <a:pt x="7603648" y="162075"/>
                  </a:lnTo>
                  <a:lnTo>
                    <a:pt x="7603775" y="162075"/>
                  </a:lnTo>
                  <a:lnTo>
                    <a:pt x="7603901" y="162075"/>
                  </a:lnTo>
                  <a:lnTo>
                    <a:pt x="7604027" y="162075"/>
                  </a:lnTo>
                  <a:lnTo>
                    <a:pt x="7604153" y="162075"/>
                  </a:lnTo>
                  <a:lnTo>
                    <a:pt x="7604280" y="162075"/>
                  </a:lnTo>
                  <a:lnTo>
                    <a:pt x="7604406" y="162075"/>
                  </a:lnTo>
                  <a:lnTo>
                    <a:pt x="7604532" y="162075"/>
                  </a:lnTo>
                  <a:lnTo>
                    <a:pt x="7604658" y="162075"/>
                  </a:lnTo>
                  <a:lnTo>
                    <a:pt x="7604785" y="162075"/>
                  </a:lnTo>
                  <a:lnTo>
                    <a:pt x="7604911" y="162075"/>
                  </a:lnTo>
                  <a:lnTo>
                    <a:pt x="7605037" y="162075"/>
                  </a:lnTo>
                  <a:lnTo>
                    <a:pt x="7605163" y="162075"/>
                  </a:lnTo>
                  <a:lnTo>
                    <a:pt x="7605290" y="162075"/>
                  </a:lnTo>
                  <a:lnTo>
                    <a:pt x="7605416" y="162075"/>
                  </a:lnTo>
                  <a:lnTo>
                    <a:pt x="7605542" y="162075"/>
                  </a:lnTo>
                  <a:lnTo>
                    <a:pt x="7605668" y="162075"/>
                  </a:lnTo>
                  <a:lnTo>
                    <a:pt x="7605795" y="162075"/>
                  </a:lnTo>
                  <a:lnTo>
                    <a:pt x="7605921" y="162075"/>
                  </a:lnTo>
                  <a:lnTo>
                    <a:pt x="7606047" y="162075"/>
                  </a:lnTo>
                  <a:lnTo>
                    <a:pt x="7606173" y="162075"/>
                  </a:lnTo>
                  <a:lnTo>
                    <a:pt x="7606300" y="162075"/>
                  </a:lnTo>
                  <a:lnTo>
                    <a:pt x="7606426" y="162075"/>
                  </a:lnTo>
                  <a:lnTo>
                    <a:pt x="7606552" y="162075"/>
                  </a:lnTo>
                  <a:lnTo>
                    <a:pt x="7606678" y="162075"/>
                  </a:lnTo>
                  <a:lnTo>
                    <a:pt x="7606805" y="162075"/>
                  </a:lnTo>
                  <a:lnTo>
                    <a:pt x="7606931" y="162075"/>
                  </a:lnTo>
                  <a:lnTo>
                    <a:pt x="7607057" y="162075"/>
                  </a:lnTo>
                  <a:lnTo>
                    <a:pt x="7607183" y="162075"/>
                  </a:lnTo>
                  <a:lnTo>
                    <a:pt x="7607310" y="162075"/>
                  </a:lnTo>
                  <a:lnTo>
                    <a:pt x="7607436" y="162075"/>
                  </a:lnTo>
                  <a:lnTo>
                    <a:pt x="7607562" y="162075"/>
                  </a:lnTo>
                  <a:lnTo>
                    <a:pt x="7607688" y="162075"/>
                  </a:lnTo>
                  <a:lnTo>
                    <a:pt x="7607815" y="162075"/>
                  </a:lnTo>
                  <a:lnTo>
                    <a:pt x="7607941" y="162075"/>
                  </a:lnTo>
                  <a:lnTo>
                    <a:pt x="7608067" y="162075"/>
                  </a:lnTo>
                  <a:lnTo>
                    <a:pt x="7608194" y="162075"/>
                  </a:lnTo>
                  <a:lnTo>
                    <a:pt x="7608320" y="162075"/>
                  </a:lnTo>
                  <a:lnTo>
                    <a:pt x="7608446" y="162075"/>
                  </a:lnTo>
                  <a:lnTo>
                    <a:pt x="7608572" y="162075"/>
                  </a:lnTo>
                  <a:lnTo>
                    <a:pt x="7608699" y="162075"/>
                  </a:lnTo>
                  <a:lnTo>
                    <a:pt x="7608825" y="162075"/>
                  </a:lnTo>
                  <a:lnTo>
                    <a:pt x="7608951" y="162075"/>
                  </a:lnTo>
                  <a:lnTo>
                    <a:pt x="7609077" y="162075"/>
                  </a:lnTo>
                  <a:lnTo>
                    <a:pt x="7609204" y="162075"/>
                  </a:lnTo>
                  <a:lnTo>
                    <a:pt x="7609330" y="162075"/>
                  </a:lnTo>
                  <a:lnTo>
                    <a:pt x="7609456" y="162075"/>
                  </a:lnTo>
                  <a:lnTo>
                    <a:pt x="7609582" y="162075"/>
                  </a:lnTo>
                  <a:lnTo>
                    <a:pt x="7609709" y="162075"/>
                  </a:lnTo>
                  <a:lnTo>
                    <a:pt x="7609835" y="162075"/>
                  </a:lnTo>
                  <a:lnTo>
                    <a:pt x="7609961" y="162075"/>
                  </a:lnTo>
                  <a:lnTo>
                    <a:pt x="7610087" y="162075"/>
                  </a:lnTo>
                  <a:lnTo>
                    <a:pt x="7610214" y="162075"/>
                  </a:lnTo>
                  <a:lnTo>
                    <a:pt x="7610340" y="162075"/>
                  </a:lnTo>
                  <a:lnTo>
                    <a:pt x="7610466" y="162075"/>
                  </a:lnTo>
                  <a:lnTo>
                    <a:pt x="7610592" y="162075"/>
                  </a:lnTo>
                  <a:lnTo>
                    <a:pt x="7610719" y="162075"/>
                  </a:lnTo>
                  <a:lnTo>
                    <a:pt x="7610845" y="162075"/>
                  </a:lnTo>
                  <a:lnTo>
                    <a:pt x="7610971" y="162075"/>
                  </a:lnTo>
                  <a:lnTo>
                    <a:pt x="7611097" y="162075"/>
                  </a:lnTo>
                  <a:lnTo>
                    <a:pt x="7611224" y="162075"/>
                  </a:lnTo>
                  <a:lnTo>
                    <a:pt x="7611350" y="162075"/>
                  </a:lnTo>
                  <a:lnTo>
                    <a:pt x="7611476" y="162075"/>
                  </a:lnTo>
                  <a:lnTo>
                    <a:pt x="7611602" y="162075"/>
                  </a:lnTo>
                  <a:lnTo>
                    <a:pt x="7611729" y="162075"/>
                  </a:lnTo>
                  <a:lnTo>
                    <a:pt x="7611855" y="162075"/>
                  </a:lnTo>
                  <a:lnTo>
                    <a:pt x="7611981" y="162075"/>
                  </a:lnTo>
                  <a:lnTo>
                    <a:pt x="7612107" y="162075"/>
                  </a:lnTo>
                  <a:lnTo>
                    <a:pt x="7612234" y="162075"/>
                  </a:lnTo>
                  <a:lnTo>
                    <a:pt x="7612360" y="162075"/>
                  </a:lnTo>
                  <a:lnTo>
                    <a:pt x="7612486" y="162075"/>
                  </a:lnTo>
                  <a:lnTo>
                    <a:pt x="7612612" y="162075"/>
                  </a:lnTo>
                  <a:lnTo>
                    <a:pt x="7612739" y="162075"/>
                  </a:lnTo>
                  <a:lnTo>
                    <a:pt x="7612865" y="162075"/>
                  </a:lnTo>
                  <a:lnTo>
                    <a:pt x="7612991" y="162075"/>
                  </a:lnTo>
                  <a:lnTo>
                    <a:pt x="7613117" y="162075"/>
                  </a:lnTo>
                  <a:lnTo>
                    <a:pt x="7613244" y="162075"/>
                  </a:lnTo>
                  <a:lnTo>
                    <a:pt x="7613370" y="162075"/>
                  </a:lnTo>
                  <a:lnTo>
                    <a:pt x="7613496" y="162075"/>
                  </a:lnTo>
                  <a:lnTo>
                    <a:pt x="7613623" y="162075"/>
                  </a:lnTo>
                  <a:lnTo>
                    <a:pt x="7613749" y="162075"/>
                  </a:lnTo>
                  <a:lnTo>
                    <a:pt x="7613875" y="162075"/>
                  </a:lnTo>
                  <a:lnTo>
                    <a:pt x="7614001" y="162075"/>
                  </a:lnTo>
                  <a:lnTo>
                    <a:pt x="7614128" y="162075"/>
                  </a:lnTo>
                  <a:lnTo>
                    <a:pt x="7614254" y="162075"/>
                  </a:lnTo>
                  <a:lnTo>
                    <a:pt x="7614380" y="162075"/>
                  </a:lnTo>
                  <a:lnTo>
                    <a:pt x="7614506" y="162075"/>
                  </a:lnTo>
                  <a:lnTo>
                    <a:pt x="7614633" y="162075"/>
                  </a:lnTo>
                  <a:lnTo>
                    <a:pt x="7614759" y="162075"/>
                  </a:lnTo>
                  <a:lnTo>
                    <a:pt x="7614759" y="157163"/>
                  </a:lnTo>
                  <a:lnTo>
                    <a:pt x="7614885" y="157163"/>
                  </a:lnTo>
                  <a:lnTo>
                    <a:pt x="7615011" y="157163"/>
                  </a:lnTo>
                  <a:lnTo>
                    <a:pt x="7615138" y="157163"/>
                  </a:lnTo>
                  <a:lnTo>
                    <a:pt x="7615264" y="157163"/>
                  </a:lnTo>
                  <a:lnTo>
                    <a:pt x="7615390" y="157163"/>
                  </a:lnTo>
                  <a:lnTo>
                    <a:pt x="7615516" y="157163"/>
                  </a:lnTo>
                  <a:lnTo>
                    <a:pt x="7615643" y="157163"/>
                  </a:lnTo>
                  <a:lnTo>
                    <a:pt x="7615769" y="157163"/>
                  </a:lnTo>
                  <a:lnTo>
                    <a:pt x="7615895" y="157163"/>
                  </a:lnTo>
                  <a:lnTo>
                    <a:pt x="7616021" y="157163"/>
                  </a:lnTo>
                  <a:lnTo>
                    <a:pt x="7616148" y="157163"/>
                  </a:lnTo>
                  <a:lnTo>
                    <a:pt x="7616274" y="157163"/>
                  </a:lnTo>
                  <a:lnTo>
                    <a:pt x="7616400" y="157163"/>
                  </a:lnTo>
                  <a:lnTo>
                    <a:pt x="7616526" y="157163"/>
                  </a:lnTo>
                  <a:lnTo>
                    <a:pt x="7616653" y="157163"/>
                  </a:lnTo>
                  <a:lnTo>
                    <a:pt x="7616779" y="157163"/>
                  </a:lnTo>
                  <a:lnTo>
                    <a:pt x="7616905" y="157163"/>
                  </a:lnTo>
                  <a:lnTo>
                    <a:pt x="7617031" y="157163"/>
                  </a:lnTo>
                  <a:lnTo>
                    <a:pt x="7617158" y="157163"/>
                  </a:lnTo>
                  <a:lnTo>
                    <a:pt x="7617284" y="157163"/>
                  </a:lnTo>
                  <a:lnTo>
                    <a:pt x="7617410" y="157163"/>
                  </a:lnTo>
                  <a:lnTo>
                    <a:pt x="7617536" y="157163"/>
                  </a:lnTo>
                  <a:lnTo>
                    <a:pt x="7617663" y="157163"/>
                  </a:lnTo>
                  <a:lnTo>
                    <a:pt x="7617789" y="157163"/>
                  </a:lnTo>
                  <a:lnTo>
                    <a:pt x="7617915" y="157163"/>
                  </a:lnTo>
                  <a:lnTo>
                    <a:pt x="7618041" y="157163"/>
                  </a:lnTo>
                  <a:lnTo>
                    <a:pt x="7618168" y="157163"/>
                  </a:lnTo>
                  <a:lnTo>
                    <a:pt x="7618294" y="157163"/>
                  </a:lnTo>
                  <a:lnTo>
                    <a:pt x="7618420" y="157163"/>
                  </a:lnTo>
                  <a:lnTo>
                    <a:pt x="7618547" y="157163"/>
                  </a:lnTo>
                  <a:lnTo>
                    <a:pt x="7618673" y="157163"/>
                  </a:lnTo>
                  <a:lnTo>
                    <a:pt x="7618799" y="157163"/>
                  </a:lnTo>
                  <a:lnTo>
                    <a:pt x="7618925" y="157163"/>
                  </a:lnTo>
                  <a:lnTo>
                    <a:pt x="7619052" y="157163"/>
                  </a:lnTo>
                  <a:lnTo>
                    <a:pt x="7619178" y="157163"/>
                  </a:lnTo>
                  <a:lnTo>
                    <a:pt x="7619304" y="157163"/>
                  </a:lnTo>
                  <a:lnTo>
                    <a:pt x="7619430" y="157163"/>
                  </a:lnTo>
                  <a:lnTo>
                    <a:pt x="7619557" y="157163"/>
                  </a:lnTo>
                  <a:lnTo>
                    <a:pt x="7619683" y="157163"/>
                  </a:lnTo>
                  <a:lnTo>
                    <a:pt x="7619809" y="157163"/>
                  </a:lnTo>
                  <a:lnTo>
                    <a:pt x="7619935" y="157163"/>
                  </a:lnTo>
                  <a:lnTo>
                    <a:pt x="7620062" y="157163"/>
                  </a:lnTo>
                  <a:lnTo>
                    <a:pt x="7620188" y="157163"/>
                  </a:lnTo>
                  <a:lnTo>
                    <a:pt x="7620314" y="157163"/>
                  </a:lnTo>
                  <a:lnTo>
                    <a:pt x="7620440" y="157163"/>
                  </a:lnTo>
                  <a:lnTo>
                    <a:pt x="7620567" y="157163"/>
                  </a:lnTo>
                  <a:lnTo>
                    <a:pt x="7620693" y="157163"/>
                  </a:lnTo>
                  <a:lnTo>
                    <a:pt x="7620819" y="157163"/>
                  </a:lnTo>
                  <a:lnTo>
                    <a:pt x="7620945" y="157163"/>
                  </a:lnTo>
                  <a:lnTo>
                    <a:pt x="7621072" y="157163"/>
                  </a:lnTo>
                  <a:lnTo>
                    <a:pt x="7621198" y="157163"/>
                  </a:lnTo>
                  <a:lnTo>
                    <a:pt x="7621324" y="157163"/>
                  </a:lnTo>
                  <a:lnTo>
                    <a:pt x="7621450" y="157163"/>
                  </a:lnTo>
                  <a:lnTo>
                    <a:pt x="7621577" y="157163"/>
                  </a:lnTo>
                  <a:lnTo>
                    <a:pt x="7621703" y="157163"/>
                  </a:lnTo>
                  <a:lnTo>
                    <a:pt x="7621829" y="157163"/>
                  </a:lnTo>
                  <a:lnTo>
                    <a:pt x="7621955" y="157163"/>
                  </a:lnTo>
                  <a:lnTo>
                    <a:pt x="7622082" y="157163"/>
                  </a:lnTo>
                  <a:lnTo>
                    <a:pt x="7622208" y="157163"/>
                  </a:lnTo>
                  <a:lnTo>
                    <a:pt x="7622334" y="157163"/>
                  </a:lnTo>
                  <a:lnTo>
                    <a:pt x="7622460" y="157163"/>
                  </a:lnTo>
                  <a:lnTo>
                    <a:pt x="7622587" y="157163"/>
                  </a:lnTo>
                  <a:lnTo>
                    <a:pt x="7622713" y="157163"/>
                  </a:lnTo>
                  <a:lnTo>
                    <a:pt x="7622839" y="157163"/>
                  </a:lnTo>
                  <a:lnTo>
                    <a:pt x="7622965" y="157163"/>
                  </a:lnTo>
                  <a:lnTo>
                    <a:pt x="7623092" y="157163"/>
                  </a:lnTo>
                  <a:lnTo>
                    <a:pt x="7623218" y="157163"/>
                  </a:lnTo>
                  <a:lnTo>
                    <a:pt x="7623344" y="157163"/>
                  </a:lnTo>
                  <a:lnTo>
                    <a:pt x="7623470" y="157163"/>
                  </a:lnTo>
                  <a:lnTo>
                    <a:pt x="7623597" y="157163"/>
                  </a:lnTo>
                  <a:lnTo>
                    <a:pt x="7623723" y="157163"/>
                  </a:lnTo>
                  <a:lnTo>
                    <a:pt x="7623849" y="157163"/>
                  </a:lnTo>
                  <a:lnTo>
                    <a:pt x="7623976" y="157163"/>
                  </a:lnTo>
                  <a:lnTo>
                    <a:pt x="7624102" y="157163"/>
                  </a:lnTo>
                  <a:lnTo>
                    <a:pt x="7624228" y="157163"/>
                  </a:lnTo>
                  <a:lnTo>
                    <a:pt x="7624354" y="157163"/>
                  </a:lnTo>
                  <a:lnTo>
                    <a:pt x="7624481" y="157163"/>
                  </a:lnTo>
                  <a:lnTo>
                    <a:pt x="7624607" y="157163"/>
                  </a:lnTo>
                  <a:lnTo>
                    <a:pt x="7624733" y="157163"/>
                  </a:lnTo>
                  <a:lnTo>
                    <a:pt x="7624859" y="157163"/>
                  </a:lnTo>
                  <a:lnTo>
                    <a:pt x="7624986" y="157163"/>
                  </a:lnTo>
                  <a:lnTo>
                    <a:pt x="7625112" y="157163"/>
                  </a:lnTo>
                  <a:lnTo>
                    <a:pt x="7625238" y="157163"/>
                  </a:lnTo>
                  <a:lnTo>
                    <a:pt x="7625364" y="157163"/>
                  </a:lnTo>
                  <a:lnTo>
                    <a:pt x="7625491" y="157163"/>
                  </a:lnTo>
                  <a:lnTo>
                    <a:pt x="7625617" y="157163"/>
                  </a:lnTo>
                  <a:lnTo>
                    <a:pt x="7625743" y="157163"/>
                  </a:lnTo>
                  <a:lnTo>
                    <a:pt x="7625869" y="157163"/>
                  </a:lnTo>
                  <a:lnTo>
                    <a:pt x="7625996" y="157163"/>
                  </a:lnTo>
                  <a:lnTo>
                    <a:pt x="7626122" y="157163"/>
                  </a:lnTo>
                  <a:lnTo>
                    <a:pt x="7626248" y="157163"/>
                  </a:lnTo>
                  <a:lnTo>
                    <a:pt x="7626374" y="157163"/>
                  </a:lnTo>
                  <a:lnTo>
                    <a:pt x="7626501" y="157163"/>
                  </a:lnTo>
                  <a:lnTo>
                    <a:pt x="7626627" y="157163"/>
                  </a:lnTo>
                  <a:lnTo>
                    <a:pt x="7626753" y="157163"/>
                  </a:lnTo>
                  <a:lnTo>
                    <a:pt x="7626879" y="157163"/>
                  </a:lnTo>
                  <a:lnTo>
                    <a:pt x="7627006" y="157163"/>
                  </a:lnTo>
                  <a:lnTo>
                    <a:pt x="7627132" y="157163"/>
                  </a:lnTo>
                  <a:lnTo>
                    <a:pt x="7627258" y="157163"/>
                  </a:lnTo>
                  <a:lnTo>
                    <a:pt x="7627384" y="157163"/>
                  </a:lnTo>
                  <a:lnTo>
                    <a:pt x="7627511" y="157163"/>
                  </a:lnTo>
                  <a:lnTo>
                    <a:pt x="7627637" y="157163"/>
                  </a:lnTo>
                  <a:lnTo>
                    <a:pt x="7627763" y="157163"/>
                  </a:lnTo>
                  <a:lnTo>
                    <a:pt x="7627889" y="157163"/>
                  </a:lnTo>
                  <a:lnTo>
                    <a:pt x="7628016" y="157163"/>
                  </a:lnTo>
                  <a:lnTo>
                    <a:pt x="7628142" y="157163"/>
                  </a:lnTo>
                  <a:lnTo>
                    <a:pt x="7628268" y="157163"/>
                  </a:lnTo>
                  <a:lnTo>
                    <a:pt x="7628394" y="157163"/>
                  </a:lnTo>
                  <a:lnTo>
                    <a:pt x="7628521" y="157163"/>
                  </a:lnTo>
                  <a:lnTo>
                    <a:pt x="7628647" y="157163"/>
                  </a:lnTo>
                  <a:lnTo>
                    <a:pt x="7628773" y="157163"/>
                  </a:lnTo>
                  <a:lnTo>
                    <a:pt x="7628900" y="157163"/>
                  </a:lnTo>
                  <a:lnTo>
                    <a:pt x="7629026" y="157163"/>
                  </a:lnTo>
                  <a:lnTo>
                    <a:pt x="7629152" y="157163"/>
                  </a:lnTo>
                  <a:lnTo>
                    <a:pt x="7629278" y="157163"/>
                  </a:lnTo>
                  <a:lnTo>
                    <a:pt x="7629405" y="157163"/>
                  </a:lnTo>
                  <a:lnTo>
                    <a:pt x="7629531" y="157163"/>
                  </a:lnTo>
                  <a:lnTo>
                    <a:pt x="7629657" y="157163"/>
                  </a:lnTo>
                  <a:lnTo>
                    <a:pt x="7629783" y="157163"/>
                  </a:lnTo>
                  <a:lnTo>
                    <a:pt x="7629910" y="157163"/>
                  </a:lnTo>
                  <a:lnTo>
                    <a:pt x="7630036" y="157163"/>
                  </a:lnTo>
                  <a:lnTo>
                    <a:pt x="7630162" y="157163"/>
                  </a:lnTo>
                  <a:lnTo>
                    <a:pt x="7630288" y="157163"/>
                  </a:lnTo>
                  <a:lnTo>
                    <a:pt x="7630415" y="157163"/>
                  </a:lnTo>
                  <a:lnTo>
                    <a:pt x="7630541" y="157163"/>
                  </a:lnTo>
                  <a:lnTo>
                    <a:pt x="7630667" y="157163"/>
                  </a:lnTo>
                  <a:lnTo>
                    <a:pt x="7630793" y="157163"/>
                  </a:lnTo>
                  <a:lnTo>
                    <a:pt x="7630920" y="157163"/>
                  </a:lnTo>
                  <a:lnTo>
                    <a:pt x="7631046" y="157163"/>
                  </a:lnTo>
                  <a:lnTo>
                    <a:pt x="7631172" y="157163"/>
                  </a:lnTo>
                  <a:lnTo>
                    <a:pt x="7631298" y="157163"/>
                  </a:lnTo>
                  <a:lnTo>
                    <a:pt x="7631425" y="157163"/>
                  </a:lnTo>
                  <a:lnTo>
                    <a:pt x="7631551" y="157163"/>
                  </a:lnTo>
                  <a:lnTo>
                    <a:pt x="7631677" y="157163"/>
                  </a:lnTo>
                  <a:lnTo>
                    <a:pt x="7631803" y="157163"/>
                  </a:lnTo>
                  <a:lnTo>
                    <a:pt x="7631930" y="157163"/>
                  </a:lnTo>
                  <a:lnTo>
                    <a:pt x="7632056" y="157163"/>
                  </a:lnTo>
                  <a:lnTo>
                    <a:pt x="7632182" y="157163"/>
                  </a:lnTo>
                  <a:lnTo>
                    <a:pt x="7632308" y="157163"/>
                  </a:lnTo>
                  <a:lnTo>
                    <a:pt x="7632435" y="157163"/>
                  </a:lnTo>
                  <a:lnTo>
                    <a:pt x="7632561" y="157163"/>
                  </a:lnTo>
                  <a:lnTo>
                    <a:pt x="7632687" y="157163"/>
                  </a:lnTo>
                  <a:lnTo>
                    <a:pt x="7632813" y="157163"/>
                  </a:lnTo>
                  <a:lnTo>
                    <a:pt x="7632940" y="157163"/>
                  </a:lnTo>
                  <a:lnTo>
                    <a:pt x="7633066" y="157163"/>
                  </a:lnTo>
                  <a:lnTo>
                    <a:pt x="7633192" y="157163"/>
                  </a:lnTo>
                  <a:lnTo>
                    <a:pt x="7633318" y="157163"/>
                  </a:lnTo>
                  <a:lnTo>
                    <a:pt x="7633445" y="157163"/>
                  </a:lnTo>
                  <a:lnTo>
                    <a:pt x="7633571" y="157163"/>
                  </a:lnTo>
                  <a:lnTo>
                    <a:pt x="7633697" y="157163"/>
                  </a:lnTo>
                  <a:lnTo>
                    <a:pt x="7633823" y="157163"/>
                  </a:lnTo>
                  <a:lnTo>
                    <a:pt x="7633950" y="157163"/>
                  </a:lnTo>
                  <a:lnTo>
                    <a:pt x="7634076" y="157163"/>
                  </a:lnTo>
                  <a:lnTo>
                    <a:pt x="7634202" y="157163"/>
                  </a:lnTo>
                  <a:lnTo>
                    <a:pt x="7634329" y="157163"/>
                  </a:lnTo>
                  <a:lnTo>
                    <a:pt x="7634455" y="157163"/>
                  </a:lnTo>
                  <a:lnTo>
                    <a:pt x="7634581" y="157163"/>
                  </a:lnTo>
                  <a:lnTo>
                    <a:pt x="7634707" y="157163"/>
                  </a:lnTo>
                  <a:lnTo>
                    <a:pt x="7634834" y="157163"/>
                  </a:lnTo>
                  <a:lnTo>
                    <a:pt x="7634960" y="157163"/>
                  </a:lnTo>
                  <a:lnTo>
                    <a:pt x="7635086" y="157163"/>
                  </a:lnTo>
                  <a:lnTo>
                    <a:pt x="7635212" y="157163"/>
                  </a:lnTo>
                  <a:lnTo>
                    <a:pt x="7635339" y="157163"/>
                  </a:lnTo>
                  <a:lnTo>
                    <a:pt x="7635465" y="157163"/>
                  </a:lnTo>
                  <a:lnTo>
                    <a:pt x="7635591" y="157163"/>
                  </a:lnTo>
                  <a:lnTo>
                    <a:pt x="7635717" y="157163"/>
                  </a:lnTo>
                  <a:lnTo>
                    <a:pt x="7635844" y="157163"/>
                  </a:lnTo>
                  <a:lnTo>
                    <a:pt x="7635970" y="157163"/>
                  </a:lnTo>
                  <a:lnTo>
                    <a:pt x="7636096" y="157163"/>
                  </a:lnTo>
                  <a:lnTo>
                    <a:pt x="7636222" y="157163"/>
                  </a:lnTo>
                  <a:lnTo>
                    <a:pt x="7636349" y="157163"/>
                  </a:lnTo>
                  <a:lnTo>
                    <a:pt x="7636475" y="157163"/>
                  </a:lnTo>
                  <a:lnTo>
                    <a:pt x="7636601" y="157163"/>
                  </a:lnTo>
                  <a:lnTo>
                    <a:pt x="7636727" y="157163"/>
                  </a:lnTo>
                  <a:lnTo>
                    <a:pt x="7636854" y="157163"/>
                  </a:lnTo>
                  <a:lnTo>
                    <a:pt x="7636980" y="157163"/>
                  </a:lnTo>
                  <a:lnTo>
                    <a:pt x="7637106" y="157163"/>
                  </a:lnTo>
                  <a:lnTo>
                    <a:pt x="7637232" y="157163"/>
                  </a:lnTo>
                  <a:lnTo>
                    <a:pt x="7637359" y="157163"/>
                  </a:lnTo>
                  <a:lnTo>
                    <a:pt x="7637485" y="157163"/>
                  </a:lnTo>
                  <a:lnTo>
                    <a:pt x="7637611" y="157163"/>
                  </a:lnTo>
                  <a:lnTo>
                    <a:pt x="7637737" y="157163"/>
                  </a:lnTo>
                  <a:lnTo>
                    <a:pt x="7637864" y="157163"/>
                  </a:lnTo>
                  <a:lnTo>
                    <a:pt x="7637990" y="157163"/>
                  </a:lnTo>
                  <a:lnTo>
                    <a:pt x="7638116" y="157163"/>
                  </a:lnTo>
                  <a:lnTo>
                    <a:pt x="7638242" y="157163"/>
                  </a:lnTo>
                  <a:lnTo>
                    <a:pt x="7638369" y="157163"/>
                  </a:lnTo>
                  <a:lnTo>
                    <a:pt x="7638495" y="157163"/>
                  </a:lnTo>
                  <a:lnTo>
                    <a:pt x="7638621" y="157163"/>
                  </a:lnTo>
                  <a:lnTo>
                    <a:pt x="7638747" y="157163"/>
                  </a:lnTo>
                  <a:lnTo>
                    <a:pt x="7638874" y="157163"/>
                  </a:lnTo>
                  <a:lnTo>
                    <a:pt x="7639000" y="157163"/>
                  </a:lnTo>
                  <a:lnTo>
                    <a:pt x="7639126" y="157163"/>
                  </a:lnTo>
                  <a:lnTo>
                    <a:pt x="7639253" y="157163"/>
                  </a:lnTo>
                  <a:lnTo>
                    <a:pt x="7639379" y="157163"/>
                  </a:lnTo>
                  <a:lnTo>
                    <a:pt x="7639505" y="157163"/>
                  </a:lnTo>
                  <a:lnTo>
                    <a:pt x="7639631" y="157163"/>
                  </a:lnTo>
                  <a:lnTo>
                    <a:pt x="7639758" y="157163"/>
                  </a:lnTo>
                  <a:lnTo>
                    <a:pt x="7639884" y="157163"/>
                  </a:lnTo>
                  <a:lnTo>
                    <a:pt x="7640010" y="157163"/>
                  </a:lnTo>
                  <a:lnTo>
                    <a:pt x="7640136" y="157163"/>
                  </a:lnTo>
                  <a:lnTo>
                    <a:pt x="7640263" y="157163"/>
                  </a:lnTo>
                  <a:lnTo>
                    <a:pt x="7640389" y="157163"/>
                  </a:lnTo>
                  <a:lnTo>
                    <a:pt x="7640515" y="157163"/>
                  </a:lnTo>
                  <a:lnTo>
                    <a:pt x="7640641" y="157163"/>
                  </a:lnTo>
                  <a:lnTo>
                    <a:pt x="7640768" y="157163"/>
                  </a:lnTo>
                  <a:lnTo>
                    <a:pt x="7640894" y="157163"/>
                  </a:lnTo>
                  <a:lnTo>
                    <a:pt x="7641020" y="157163"/>
                  </a:lnTo>
                  <a:lnTo>
                    <a:pt x="7641146" y="157163"/>
                  </a:lnTo>
                  <a:lnTo>
                    <a:pt x="7641273" y="157163"/>
                  </a:lnTo>
                  <a:lnTo>
                    <a:pt x="7641399" y="157163"/>
                  </a:lnTo>
                  <a:lnTo>
                    <a:pt x="7641525" y="157163"/>
                  </a:lnTo>
                  <a:lnTo>
                    <a:pt x="7641651" y="157163"/>
                  </a:lnTo>
                  <a:lnTo>
                    <a:pt x="7641778" y="157163"/>
                  </a:lnTo>
                  <a:lnTo>
                    <a:pt x="7641904" y="157163"/>
                  </a:lnTo>
                  <a:lnTo>
                    <a:pt x="7642030" y="157163"/>
                  </a:lnTo>
                  <a:lnTo>
                    <a:pt x="7642156" y="157163"/>
                  </a:lnTo>
                  <a:lnTo>
                    <a:pt x="7642283" y="157163"/>
                  </a:lnTo>
                  <a:lnTo>
                    <a:pt x="7642409" y="157163"/>
                  </a:lnTo>
                  <a:lnTo>
                    <a:pt x="7642535" y="157163"/>
                  </a:lnTo>
                  <a:lnTo>
                    <a:pt x="7642661" y="157163"/>
                  </a:lnTo>
                  <a:lnTo>
                    <a:pt x="7642788" y="157163"/>
                  </a:lnTo>
                  <a:lnTo>
                    <a:pt x="7642914" y="157163"/>
                  </a:lnTo>
                  <a:lnTo>
                    <a:pt x="7643040" y="157163"/>
                  </a:lnTo>
                  <a:lnTo>
                    <a:pt x="7643166" y="157163"/>
                  </a:lnTo>
                  <a:lnTo>
                    <a:pt x="7643293" y="157163"/>
                  </a:lnTo>
                  <a:lnTo>
                    <a:pt x="7643419" y="157163"/>
                  </a:lnTo>
                  <a:lnTo>
                    <a:pt x="7643545" y="157163"/>
                  </a:lnTo>
                  <a:lnTo>
                    <a:pt x="7643671" y="157163"/>
                  </a:lnTo>
                  <a:lnTo>
                    <a:pt x="7643798" y="157163"/>
                  </a:lnTo>
                  <a:lnTo>
                    <a:pt x="7643924" y="157163"/>
                  </a:lnTo>
                  <a:lnTo>
                    <a:pt x="7644050" y="157163"/>
                  </a:lnTo>
                  <a:lnTo>
                    <a:pt x="7644176" y="157163"/>
                  </a:lnTo>
                  <a:lnTo>
                    <a:pt x="7644303" y="157163"/>
                  </a:lnTo>
                  <a:lnTo>
                    <a:pt x="7644429" y="157163"/>
                  </a:lnTo>
                  <a:lnTo>
                    <a:pt x="7644555" y="157163"/>
                  </a:lnTo>
                  <a:lnTo>
                    <a:pt x="7644682" y="157163"/>
                  </a:lnTo>
                  <a:lnTo>
                    <a:pt x="7644808" y="157163"/>
                  </a:lnTo>
                  <a:lnTo>
                    <a:pt x="7644934" y="157163"/>
                  </a:lnTo>
                  <a:lnTo>
                    <a:pt x="7645060" y="157163"/>
                  </a:lnTo>
                  <a:lnTo>
                    <a:pt x="7645060" y="152252"/>
                  </a:lnTo>
                  <a:lnTo>
                    <a:pt x="7645187" y="152252"/>
                  </a:lnTo>
                  <a:lnTo>
                    <a:pt x="7645313" y="152252"/>
                  </a:lnTo>
                  <a:lnTo>
                    <a:pt x="7645439" y="152252"/>
                  </a:lnTo>
                  <a:lnTo>
                    <a:pt x="7645565" y="152252"/>
                  </a:lnTo>
                  <a:lnTo>
                    <a:pt x="7645692" y="152252"/>
                  </a:lnTo>
                  <a:lnTo>
                    <a:pt x="7645818" y="152252"/>
                  </a:lnTo>
                  <a:lnTo>
                    <a:pt x="7645944" y="152252"/>
                  </a:lnTo>
                  <a:lnTo>
                    <a:pt x="7646070" y="152252"/>
                  </a:lnTo>
                  <a:lnTo>
                    <a:pt x="7646197" y="152252"/>
                  </a:lnTo>
                  <a:lnTo>
                    <a:pt x="7646323" y="152252"/>
                  </a:lnTo>
                  <a:lnTo>
                    <a:pt x="7646449" y="152252"/>
                  </a:lnTo>
                  <a:lnTo>
                    <a:pt x="7646575" y="152252"/>
                  </a:lnTo>
                  <a:lnTo>
                    <a:pt x="7646702" y="152252"/>
                  </a:lnTo>
                  <a:lnTo>
                    <a:pt x="7646828" y="152252"/>
                  </a:lnTo>
                  <a:lnTo>
                    <a:pt x="7646954" y="152252"/>
                  </a:lnTo>
                  <a:lnTo>
                    <a:pt x="7647080" y="152252"/>
                  </a:lnTo>
                  <a:lnTo>
                    <a:pt x="7647207" y="152252"/>
                  </a:lnTo>
                  <a:lnTo>
                    <a:pt x="7647333" y="152252"/>
                  </a:lnTo>
                  <a:lnTo>
                    <a:pt x="7647459" y="152252"/>
                  </a:lnTo>
                  <a:lnTo>
                    <a:pt x="7647585" y="152252"/>
                  </a:lnTo>
                  <a:lnTo>
                    <a:pt x="7647712" y="152252"/>
                  </a:lnTo>
                  <a:lnTo>
                    <a:pt x="7647838" y="152252"/>
                  </a:lnTo>
                  <a:lnTo>
                    <a:pt x="7647964" y="152252"/>
                  </a:lnTo>
                  <a:lnTo>
                    <a:pt x="7648090" y="152252"/>
                  </a:lnTo>
                  <a:lnTo>
                    <a:pt x="7648217" y="152252"/>
                  </a:lnTo>
                  <a:lnTo>
                    <a:pt x="7648343" y="152252"/>
                  </a:lnTo>
                  <a:lnTo>
                    <a:pt x="7648469" y="152252"/>
                  </a:lnTo>
                  <a:lnTo>
                    <a:pt x="7648595" y="152252"/>
                  </a:lnTo>
                  <a:lnTo>
                    <a:pt x="7648722" y="152252"/>
                  </a:lnTo>
                  <a:lnTo>
                    <a:pt x="7648848" y="152252"/>
                  </a:lnTo>
                  <a:lnTo>
                    <a:pt x="7648974" y="152252"/>
                  </a:lnTo>
                  <a:lnTo>
                    <a:pt x="7649100" y="152252"/>
                  </a:lnTo>
                  <a:lnTo>
                    <a:pt x="7649227" y="152252"/>
                  </a:lnTo>
                  <a:lnTo>
                    <a:pt x="7649353" y="152252"/>
                  </a:lnTo>
                  <a:lnTo>
                    <a:pt x="7649479" y="152252"/>
                  </a:lnTo>
                  <a:lnTo>
                    <a:pt x="7649606" y="152252"/>
                  </a:lnTo>
                  <a:lnTo>
                    <a:pt x="7649732" y="152252"/>
                  </a:lnTo>
                  <a:lnTo>
                    <a:pt x="7649858" y="152252"/>
                  </a:lnTo>
                  <a:lnTo>
                    <a:pt x="7649984" y="152252"/>
                  </a:lnTo>
                  <a:lnTo>
                    <a:pt x="7650111" y="152252"/>
                  </a:lnTo>
                  <a:lnTo>
                    <a:pt x="7650237" y="152252"/>
                  </a:lnTo>
                  <a:lnTo>
                    <a:pt x="7650363" y="152252"/>
                  </a:lnTo>
                  <a:lnTo>
                    <a:pt x="7650489" y="152252"/>
                  </a:lnTo>
                  <a:lnTo>
                    <a:pt x="7650616" y="152252"/>
                  </a:lnTo>
                  <a:lnTo>
                    <a:pt x="7650742" y="152252"/>
                  </a:lnTo>
                  <a:lnTo>
                    <a:pt x="7650868" y="152252"/>
                  </a:lnTo>
                  <a:lnTo>
                    <a:pt x="7650994" y="152252"/>
                  </a:lnTo>
                  <a:lnTo>
                    <a:pt x="7651121" y="152252"/>
                  </a:lnTo>
                  <a:lnTo>
                    <a:pt x="7651247" y="152252"/>
                  </a:lnTo>
                  <a:lnTo>
                    <a:pt x="7651373" y="152252"/>
                  </a:lnTo>
                  <a:lnTo>
                    <a:pt x="7651499" y="152252"/>
                  </a:lnTo>
                  <a:lnTo>
                    <a:pt x="7651626" y="152252"/>
                  </a:lnTo>
                  <a:lnTo>
                    <a:pt x="7651752" y="152252"/>
                  </a:lnTo>
                  <a:lnTo>
                    <a:pt x="7651878" y="152252"/>
                  </a:lnTo>
                  <a:lnTo>
                    <a:pt x="7652004" y="152252"/>
                  </a:lnTo>
                  <a:lnTo>
                    <a:pt x="7652131" y="152252"/>
                  </a:lnTo>
                  <a:lnTo>
                    <a:pt x="7652257" y="152252"/>
                  </a:lnTo>
                  <a:lnTo>
                    <a:pt x="7652383" y="152252"/>
                  </a:lnTo>
                  <a:lnTo>
                    <a:pt x="7652509" y="152252"/>
                  </a:lnTo>
                  <a:lnTo>
                    <a:pt x="7652636" y="152252"/>
                  </a:lnTo>
                  <a:lnTo>
                    <a:pt x="7652762" y="152252"/>
                  </a:lnTo>
                  <a:lnTo>
                    <a:pt x="7652888" y="152252"/>
                  </a:lnTo>
                  <a:lnTo>
                    <a:pt x="7653014" y="152252"/>
                  </a:lnTo>
                  <a:lnTo>
                    <a:pt x="7653141" y="152252"/>
                  </a:lnTo>
                  <a:lnTo>
                    <a:pt x="7653267" y="152252"/>
                  </a:lnTo>
                  <a:lnTo>
                    <a:pt x="7653393" y="152252"/>
                  </a:lnTo>
                  <a:lnTo>
                    <a:pt x="7653519" y="152252"/>
                  </a:lnTo>
                  <a:lnTo>
                    <a:pt x="7653646" y="152252"/>
                  </a:lnTo>
                  <a:lnTo>
                    <a:pt x="7653772" y="152252"/>
                  </a:lnTo>
                  <a:lnTo>
                    <a:pt x="7653898" y="152252"/>
                  </a:lnTo>
                  <a:lnTo>
                    <a:pt x="7654024" y="152252"/>
                  </a:lnTo>
                  <a:lnTo>
                    <a:pt x="7654151" y="152252"/>
                  </a:lnTo>
                  <a:lnTo>
                    <a:pt x="7654277" y="152252"/>
                  </a:lnTo>
                  <a:lnTo>
                    <a:pt x="7654403" y="152252"/>
                  </a:lnTo>
                  <a:lnTo>
                    <a:pt x="7654529" y="152252"/>
                  </a:lnTo>
                  <a:lnTo>
                    <a:pt x="7654656" y="152252"/>
                  </a:lnTo>
                  <a:lnTo>
                    <a:pt x="7654782" y="152252"/>
                  </a:lnTo>
                  <a:lnTo>
                    <a:pt x="7654908" y="152252"/>
                  </a:lnTo>
                  <a:lnTo>
                    <a:pt x="7655035" y="152252"/>
                  </a:lnTo>
                  <a:lnTo>
                    <a:pt x="7655161" y="152252"/>
                  </a:lnTo>
                  <a:lnTo>
                    <a:pt x="7655287" y="152252"/>
                  </a:lnTo>
                  <a:lnTo>
                    <a:pt x="7655413" y="152252"/>
                  </a:lnTo>
                  <a:lnTo>
                    <a:pt x="7655540" y="152252"/>
                  </a:lnTo>
                  <a:lnTo>
                    <a:pt x="7655666" y="152252"/>
                  </a:lnTo>
                  <a:lnTo>
                    <a:pt x="7655792" y="152252"/>
                  </a:lnTo>
                  <a:lnTo>
                    <a:pt x="7655918" y="152252"/>
                  </a:lnTo>
                  <a:lnTo>
                    <a:pt x="7656045" y="152252"/>
                  </a:lnTo>
                  <a:lnTo>
                    <a:pt x="7656171" y="152252"/>
                  </a:lnTo>
                  <a:lnTo>
                    <a:pt x="7656297" y="152252"/>
                  </a:lnTo>
                  <a:lnTo>
                    <a:pt x="7656423" y="152252"/>
                  </a:lnTo>
                  <a:lnTo>
                    <a:pt x="7656550" y="152252"/>
                  </a:lnTo>
                  <a:lnTo>
                    <a:pt x="7656676" y="152252"/>
                  </a:lnTo>
                  <a:lnTo>
                    <a:pt x="7656802" y="152252"/>
                  </a:lnTo>
                  <a:lnTo>
                    <a:pt x="7656928" y="152252"/>
                  </a:lnTo>
                  <a:lnTo>
                    <a:pt x="7657055" y="152252"/>
                  </a:lnTo>
                  <a:lnTo>
                    <a:pt x="7657181" y="152252"/>
                  </a:lnTo>
                  <a:lnTo>
                    <a:pt x="7657307" y="152252"/>
                  </a:lnTo>
                  <a:lnTo>
                    <a:pt x="7657433" y="152252"/>
                  </a:lnTo>
                  <a:lnTo>
                    <a:pt x="7657560" y="152252"/>
                  </a:lnTo>
                  <a:lnTo>
                    <a:pt x="7657686" y="152252"/>
                  </a:lnTo>
                  <a:lnTo>
                    <a:pt x="7657812" y="152252"/>
                  </a:lnTo>
                  <a:lnTo>
                    <a:pt x="7657938" y="152252"/>
                  </a:lnTo>
                  <a:lnTo>
                    <a:pt x="7658065" y="152252"/>
                  </a:lnTo>
                  <a:lnTo>
                    <a:pt x="7658191" y="152252"/>
                  </a:lnTo>
                  <a:lnTo>
                    <a:pt x="7658317" y="152252"/>
                  </a:lnTo>
                  <a:lnTo>
                    <a:pt x="7658443" y="152252"/>
                  </a:lnTo>
                  <a:lnTo>
                    <a:pt x="7658570" y="152252"/>
                  </a:lnTo>
                  <a:lnTo>
                    <a:pt x="7658696" y="152252"/>
                  </a:lnTo>
                  <a:lnTo>
                    <a:pt x="7658822" y="152252"/>
                  </a:lnTo>
                  <a:lnTo>
                    <a:pt x="7658948" y="152252"/>
                  </a:lnTo>
                  <a:lnTo>
                    <a:pt x="7659075" y="152252"/>
                  </a:lnTo>
                  <a:lnTo>
                    <a:pt x="7659201" y="152252"/>
                  </a:lnTo>
                  <a:lnTo>
                    <a:pt x="7659327" y="152252"/>
                  </a:lnTo>
                  <a:lnTo>
                    <a:pt x="7659453" y="152252"/>
                  </a:lnTo>
                  <a:lnTo>
                    <a:pt x="7659580" y="152252"/>
                  </a:lnTo>
                  <a:lnTo>
                    <a:pt x="7659706" y="152252"/>
                  </a:lnTo>
                  <a:lnTo>
                    <a:pt x="7659832" y="152252"/>
                  </a:lnTo>
                  <a:lnTo>
                    <a:pt x="7659959" y="152252"/>
                  </a:lnTo>
                  <a:lnTo>
                    <a:pt x="7660085" y="152252"/>
                  </a:lnTo>
                  <a:lnTo>
                    <a:pt x="7660211" y="152252"/>
                  </a:lnTo>
                  <a:lnTo>
                    <a:pt x="7660337" y="152252"/>
                  </a:lnTo>
                  <a:lnTo>
                    <a:pt x="7660464" y="152252"/>
                  </a:lnTo>
                  <a:lnTo>
                    <a:pt x="7660590" y="152252"/>
                  </a:lnTo>
                  <a:lnTo>
                    <a:pt x="7660716" y="152252"/>
                  </a:lnTo>
                  <a:lnTo>
                    <a:pt x="7660842" y="152252"/>
                  </a:lnTo>
                  <a:lnTo>
                    <a:pt x="7660969" y="152252"/>
                  </a:lnTo>
                  <a:lnTo>
                    <a:pt x="7661095" y="152252"/>
                  </a:lnTo>
                  <a:lnTo>
                    <a:pt x="7661221" y="152252"/>
                  </a:lnTo>
                  <a:lnTo>
                    <a:pt x="7661347" y="152252"/>
                  </a:lnTo>
                  <a:lnTo>
                    <a:pt x="7661474" y="152252"/>
                  </a:lnTo>
                  <a:lnTo>
                    <a:pt x="7661600" y="152252"/>
                  </a:lnTo>
                  <a:lnTo>
                    <a:pt x="7661726" y="152252"/>
                  </a:lnTo>
                  <a:lnTo>
                    <a:pt x="7661852" y="152252"/>
                  </a:lnTo>
                  <a:lnTo>
                    <a:pt x="7661979" y="152252"/>
                  </a:lnTo>
                  <a:lnTo>
                    <a:pt x="7662105" y="152252"/>
                  </a:lnTo>
                  <a:lnTo>
                    <a:pt x="7662231" y="152252"/>
                  </a:lnTo>
                  <a:lnTo>
                    <a:pt x="7662357" y="152252"/>
                  </a:lnTo>
                  <a:lnTo>
                    <a:pt x="7662484" y="152252"/>
                  </a:lnTo>
                  <a:lnTo>
                    <a:pt x="7662610" y="152252"/>
                  </a:lnTo>
                  <a:lnTo>
                    <a:pt x="7662736" y="152252"/>
                  </a:lnTo>
                  <a:lnTo>
                    <a:pt x="7662862" y="152252"/>
                  </a:lnTo>
                  <a:lnTo>
                    <a:pt x="7662989" y="152252"/>
                  </a:lnTo>
                  <a:lnTo>
                    <a:pt x="7663115" y="152252"/>
                  </a:lnTo>
                  <a:lnTo>
                    <a:pt x="7663241" y="152252"/>
                  </a:lnTo>
                  <a:lnTo>
                    <a:pt x="7663367" y="152252"/>
                  </a:lnTo>
                  <a:lnTo>
                    <a:pt x="7663494" y="152252"/>
                  </a:lnTo>
                  <a:lnTo>
                    <a:pt x="7663620" y="152252"/>
                  </a:lnTo>
                  <a:lnTo>
                    <a:pt x="7663746" y="152252"/>
                  </a:lnTo>
                  <a:lnTo>
                    <a:pt x="7663872" y="152252"/>
                  </a:lnTo>
                  <a:lnTo>
                    <a:pt x="7663999" y="152252"/>
                  </a:lnTo>
                  <a:lnTo>
                    <a:pt x="7664125" y="152252"/>
                  </a:lnTo>
                  <a:lnTo>
                    <a:pt x="7664251" y="152252"/>
                  </a:lnTo>
                  <a:lnTo>
                    <a:pt x="7664377" y="152252"/>
                  </a:lnTo>
                  <a:lnTo>
                    <a:pt x="7664504" y="152252"/>
                  </a:lnTo>
                  <a:lnTo>
                    <a:pt x="7664630" y="152252"/>
                  </a:lnTo>
                  <a:lnTo>
                    <a:pt x="7664756" y="152252"/>
                  </a:lnTo>
                  <a:lnTo>
                    <a:pt x="7664883" y="152252"/>
                  </a:lnTo>
                  <a:lnTo>
                    <a:pt x="7665009" y="152252"/>
                  </a:lnTo>
                  <a:lnTo>
                    <a:pt x="7665135" y="152252"/>
                  </a:lnTo>
                  <a:lnTo>
                    <a:pt x="7665261" y="152252"/>
                  </a:lnTo>
                  <a:lnTo>
                    <a:pt x="7665388" y="152252"/>
                  </a:lnTo>
                  <a:lnTo>
                    <a:pt x="7665514" y="152252"/>
                  </a:lnTo>
                  <a:lnTo>
                    <a:pt x="7665640" y="152252"/>
                  </a:lnTo>
                  <a:lnTo>
                    <a:pt x="7665766" y="152252"/>
                  </a:lnTo>
                  <a:lnTo>
                    <a:pt x="7665893" y="152252"/>
                  </a:lnTo>
                  <a:lnTo>
                    <a:pt x="7666019" y="152252"/>
                  </a:lnTo>
                  <a:lnTo>
                    <a:pt x="7666145" y="152252"/>
                  </a:lnTo>
                  <a:lnTo>
                    <a:pt x="7666271" y="152252"/>
                  </a:lnTo>
                  <a:lnTo>
                    <a:pt x="7666398" y="152252"/>
                  </a:lnTo>
                  <a:lnTo>
                    <a:pt x="7666524" y="152252"/>
                  </a:lnTo>
                  <a:lnTo>
                    <a:pt x="7666650" y="152252"/>
                  </a:lnTo>
                  <a:lnTo>
                    <a:pt x="7666776" y="152252"/>
                  </a:lnTo>
                  <a:lnTo>
                    <a:pt x="7666903" y="152252"/>
                  </a:lnTo>
                  <a:lnTo>
                    <a:pt x="7667029" y="152252"/>
                  </a:lnTo>
                  <a:lnTo>
                    <a:pt x="7667155" y="152252"/>
                  </a:lnTo>
                  <a:lnTo>
                    <a:pt x="7667281" y="152252"/>
                  </a:lnTo>
                  <a:lnTo>
                    <a:pt x="7667408" y="152252"/>
                  </a:lnTo>
                  <a:lnTo>
                    <a:pt x="7667534" y="152252"/>
                  </a:lnTo>
                  <a:lnTo>
                    <a:pt x="7667660" y="152252"/>
                  </a:lnTo>
                  <a:lnTo>
                    <a:pt x="7667786" y="152252"/>
                  </a:lnTo>
                  <a:lnTo>
                    <a:pt x="7667913" y="152252"/>
                  </a:lnTo>
                  <a:lnTo>
                    <a:pt x="7668039" y="152252"/>
                  </a:lnTo>
                  <a:lnTo>
                    <a:pt x="7668165" y="152252"/>
                  </a:lnTo>
                  <a:lnTo>
                    <a:pt x="7668291" y="152252"/>
                  </a:lnTo>
                  <a:lnTo>
                    <a:pt x="7668418" y="152252"/>
                  </a:lnTo>
                  <a:lnTo>
                    <a:pt x="7668544" y="152252"/>
                  </a:lnTo>
                  <a:lnTo>
                    <a:pt x="7668670" y="152252"/>
                  </a:lnTo>
                  <a:lnTo>
                    <a:pt x="7668796" y="152252"/>
                  </a:lnTo>
                  <a:lnTo>
                    <a:pt x="7668923" y="152252"/>
                  </a:lnTo>
                  <a:lnTo>
                    <a:pt x="7668923" y="147341"/>
                  </a:lnTo>
                  <a:lnTo>
                    <a:pt x="7669049" y="147341"/>
                  </a:lnTo>
                  <a:lnTo>
                    <a:pt x="7669175" y="147341"/>
                  </a:lnTo>
                  <a:lnTo>
                    <a:pt x="7669301" y="147341"/>
                  </a:lnTo>
                  <a:lnTo>
                    <a:pt x="7669428" y="147341"/>
                  </a:lnTo>
                  <a:lnTo>
                    <a:pt x="7669554" y="147341"/>
                  </a:lnTo>
                  <a:lnTo>
                    <a:pt x="7669680" y="147341"/>
                  </a:lnTo>
                  <a:lnTo>
                    <a:pt x="7669806" y="147341"/>
                  </a:lnTo>
                  <a:lnTo>
                    <a:pt x="7669933" y="147341"/>
                  </a:lnTo>
                  <a:lnTo>
                    <a:pt x="7670059" y="147341"/>
                  </a:lnTo>
                  <a:lnTo>
                    <a:pt x="7670185" y="147341"/>
                  </a:lnTo>
                  <a:lnTo>
                    <a:pt x="7670312" y="147341"/>
                  </a:lnTo>
                  <a:lnTo>
                    <a:pt x="7670438" y="147341"/>
                  </a:lnTo>
                  <a:lnTo>
                    <a:pt x="7670564" y="147341"/>
                  </a:lnTo>
                  <a:lnTo>
                    <a:pt x="7670690" y="147341"/>
                  </a:lnTo>
                  <a:lnTo>
                    <a:pt x="7670817" y="147341"/>
                  </a:lnTo>
                  <a:lnTo>
                    <a:pt x="7670943" y="147341"/>
                  </a:lnTo>
                  <a:lnTo>
                    <a:pt x="7671069" y="147341"/>
                  </a:lnTo>
                  <a:lnTo>
                    <a:pt x="7671195" y="147341"/>
                  </a:lnTo>
                  <a:lnTo>
                    <a:pt x="7671322" y="147341"/>
                  </a:lnTo>
                  <a:lnTo>
                    <a:pt x="7671448" y="147341"/>
                  </a:lnTo>
                  <a:lnTo>
                    <a:pt x="7671574" y="147341"/>
                  </a:lnTo>
                  <a:lnTo>
                    <a:pt x="7671700" y="147341"/>
                  </a:lnTo>
                  <a:lnTo>
                    <a:pt x="7671827" y="147341"/>
                  </a:lnTo>
                  <a:lnTo>
                    <a:pt x="7671953" y="147341"/>
                  </a:lnTo>
                  <a:lnTo>
                    <a:pt x="7672079" y="147341"/>
                  </a:lnTo>
                  <a:lnTo>
                    <a:pt x="7672205" y="147341"/>
                  </a:lnTo>
                  <a:lnTo>
                    <a:pt x="7672332" y="147341"/>
                  </a:lnTo>
                  <a:lnTo>
                    <a:pt x="7672458" y="147341"/>
                  </a:lnTo>
                  <a:lnTo>
                    <a:pt x="7672584" y="147341"/>
                  </a:lnTo>
                  <a:lnTo>
                    <a:pt x="7672710" y="147341"/>
                  </a:lnTo>
                  <a:lnTo>
                    <a:pt x="7672837" y="147341"/>
                  </a:lnTo>
                  <a:lnTo>
                    <a:pt x="7672963" y="147341"/>
                  </a:lnTo>
                  <a:lnTo>
                    <a:pt x="7673089" y="147341"/>
                  </a:lnTo>
                  <a:lnTo>
                    <a:pt x="7673215" y="147341"/>
                  </a:lnTo>
                  <a:lnTo>
                    <a:pt x="7673342" y="147341"/>
                  </a:lnTo>
                  <a:lnTo>
                    <a:pt x="7673468" y="147341"/>
                  </a:lnTo>
                  <a:lnTo>
                    <a:pt x="7673594" y="147341"/>
                  </a:lnTo>
                  <a:lnTo>
                    <a:pt x="7673720" y="147341"/>
                  </a:lnTo>
                  <a:lnTo>
                    <a:pt x="7673847" y="147341"/>
                  </a:lnTo>
                  <a:lnTo>
                    <a:pt x="7673973" y="147341"/>
                  </a:lnTo>
                  <a:lnTo>
                    <a:pt x="7674099" y="147341"/>
                  </a:lnTo>
                  <a:lnTo>
                    <a:pt x="7674225" y="147341"/>
                  </a:lnTo>
                  <a:lnTo>
                    <a:pt x="7674352" y="147341"/>
                  </a:lnTo>
                  <a:lnTo>
                    <a:pt x="7674478" y="147341"/>
                  </a:lnTo>
                  <a:lnTo>
                    <a:pt x="7674604" y="147341"/>
                  </a:lnTo>
                  <a:lnTo>
                    <a:pt x="7674730" y="147341"/>
                  </a:lnTo>
                  <a:lnTo>
                    <a:pt x="7674857" y="147341"/>
                  </a:lnTo>
                  <a:lnTo>
                    <a:pt x="7674983" y="147341"/>
                  </a:lnTo>
                  <a:lnTo>
                    <a:pt x="7675109" y="147341"/>
                  </a:lnTo>
                  <a:lnTo>
                    <a:pt x="7675236" y="147341"/>
                  </a:lnTo>
                  <a:lnTo>
                    <a:pt x="7675362" y="147341"/>
                  </a:lnTo>
                  <a:lnTo>
                    <a:pt x="7675488" y="147341"/>
                  </a:lnTo>
                  <a:lnTo>
                    <a:pt x="7675614" y="147341"/>
                  </a:lnTo>
                  <a:lnTo>
                    <a:pt x="7675741" y="147341"/>
                  </a:lnTo>
                  <a:lnTo>
                    <a:pt x="7675867" y="147341"/>
                  </a:lnTo>
                  <a:lnTo>
                    <a:pt x="7675993" y="147341"/>
                  </a:lnTo>
                  <a:lnTo>
                    <a:pt x="7676119" y="147341"/>
                  </a:lnTo>
                  <a:lnTo>
                    <a:pt x="7676246" y="147341"/>
                  </a:lnTo>
                  <a:lnTo>
                    <a:pt x="7676372" y="147341"/>
                  </a:lnTo>
                  <a:lnTo>
                    <a:pt x="7676498" y="147341"/>
                  </a:lnTo>
                  <a:lnTo>
                    <a:pt x="7676624" y="147341"/>
                  </a:lnTo>
                  <a:lnTo>
                    <a:pt x="7676751" y="147341"/>
                  </a:lnTo>
                  <a:lnTo>
                    <a:pt x="7676877" y="147341"/>
                  </a:lnTo>
                  <a:lnTo>
                    <a:pt x="7677003" y="147341"/>
                  </a:lnTo>
                  <a:lnTo>
                    <a:pt x="7677129" y="147341"/>
                  </a:lnTo>
                  <a:lnTo>
                    <a:pt x="7677256" y="147341"/>
                  </a:lnTo>
                  <a:lnTo>
                    <a:pt x="7677382" y="147341"/>
                  </a:lnTo>
                  <a:lnTo>
                    <a:pt x="7677508" y="147341"/>
                  </a:lnTo>
                  <a:lnTo>
                    <a:pt x="7677634" y="147341"/>
                  </a:lnTo>
                  <a:lnTo>
                    <a:pt x="7677761" y="147341"/>
                  </a:lnTo>
                  <a:lnTo>
                    <a:pt x="7677887" y="147341"/>
                  </a:lnTo>
                  <a:lnTo>
                    <a:pt x="7678013" y="147341"/>
                  </a:lnTo>
                  <a:lnTo>
                    <a:pt x="7678139" y="147341"/>
                  </a:lnTo>
                  <a:lnTo>
                    <a:pt x="7678266" y="147341"/>
                  </a:lnTo>
                  <a:lnTo>
                    <a:pt x="7678392" y="147341"/>
                  </a:lnTo>
                  <a:lnTo>
                    <a:pt x="7678518" y="147341"/>
                  </a:lnTo>
                  <a:lnTo>
                    <a:pt x="7678644" y="147341"/>
                  </a:lnTo>
                  <a:lnTo>
                    <a:pt x="7678771" y="147341"/>
                  </a:lnTo>
                  <a:lnTo>
                    <a:pt x="7678897" y="147341"/>
                  </a:lnTo>
                  <a:lnTo>
                    <a:pt x="7679023" y="147341"/>
                  </a:lnTo>
                  <a:lnTo>
                    <a:pt x="7679149" y="147341"/>
                  </a:lnTo>
                  <a:lnTo>
                    <a:pt x="7679276" y="147341"/>
                  </a:lnTo>
                  <a:lnTo>
                    <a:pt x="7679402" y="147341"/>
                  </a:lnTo>
                  <a:lnTo>
                    <a:pt x="7679528" y="147341"/>
                  </a:lnTo>
                  <a:lnTo>
                    <a:pt x="7679654" y="147341"/>
                  </a:lnTo>
                  <a:lnTo>
                    <a:pt x="7679781" y="147341"/>
                  </a:lnTo>
                  <a:lnTo>
                    <a:pt x="7679907" y="147341"/>
                  </a:lnTo>
                  <a:lnTo>
                    <a:pt x="7680033" y="147341"/>
                  </a:lnTo>
                  <a:lnTo>
                    <a:pt x="7680159" y="147341"/>
                  </a:lnTo>
                  <a:lnTo>
                    <a:pt x="7680286" y="147341"/>
                  </a:lnTo>
                  <a:lnTo>
                    <a:pt x="7680412" y="147341"/>
                  </a:lnTo>
                  <a:lnTo>
                    <a:pt x="7680538" y="147341"/>
                  </a:lnTo>
                  <a:lnTo>
                    <a:pt x="7680665" y="147341"/>
                  </a:lnTo>
                  <a:lnTo>
                    <a:pt x="7680791" y="147341"/>
                  </a:lnTo>
                  <a:lnTo>
                    <a:pt x="7680917" y="147341"/>
                  </a:lnTo>
                  <a:lnTo>
                    <a:pt x="7681043" y="147341"/>
                  </a:lnTo>
                  <a:lnTo>
                    <a:pt x="7681170" y="147341"/>
                  </a:lnTo>
                  <a:lnTo>
                    <a:pt x="7681296" y="147341"/>
                  </a:lnTo>
                  <a:lnTo>
                    <a:pt x="7681422" y="147341"/>
                  </a:lnTo>
                  <a:lnTo>
                    <a:pt x="7681548" y="147341"/>
                  </a:lnTo>
                  <a:lnTo>
                    <a:pt x="7681675" y="147341"/>
                  </a:lnTo>
                  <a:lnTo>
                    <a:pt x="7681801" y="147341"/>
                  </a:lnTo>
                  <a:lnTo>
                    <a:pt x="7681927" y="147341"/>
                  </a:lnTo>
                  <a:lnTo>
                    <a:pt x="7682053" y="147341"/>
                  </a:lnTo>
                  <a:lnTo>
                    <a:pt x="7682180" y="147341"/>
                  </a:lnTo>
                  <a:lnTo>
                    <a:pt x="7682306" y="147341"/>
                  </a:lnTo>
                  <a:lnTo>
                    <a:pt x="7682432" y="147341"/>
                  </a:lnTo>
                  <a:lnTo>
                    <a:pt x="7682558" y="147341"/>
                  </a:lnTo>
                  <a:lnTo>
                    <a:pt x="7682685" y="147341"/>
                  </a:lnTo>
                  <a:lnTo>
                    <a:pt x="7682811" y="147341"/>
                  </a:lnTo>
                  <a:lnTo>
                    <a:pt x="7682937" y="147341"/>
                  </a:lnTo>
                  <a:lnTo>
                    <a:pt x="7683063" y="147341"/>
                  </a:lnTo>
                  <a:lnTo>
                    <a:pt x="7683190" y="147341"/>
                  </a:lnTo>
                  <a:lnTo>
                    <a:pt x="7683316" y="147341"/>
                  </a:lnTo>
                  <a:lnTo>
                    <a:pt x="7683442" y="147341"/>
                  </a:lnTo>
                  <a:lnTo>
                    <a:pt x="7683568" y="147341"/>
                  </a:lnTo>
                  <a:lnTo>
                    <a:pt x="7683695" y="147341"/>
                  </a:lnTo>
                  <a:lnTo>
                    <a:pt x="7683821" y="147341"/>
                  </a:lnTo>
                  <a:lnTo>
                    <a:pt x="7683947" y="147341"/>
                  </a:lnTo>
                  <a:lnTo>
                    <a:pt x="7684073" y="147341"/>
                  </a:lnTo>
                  <a:lnTo>
                    <a:pt x="7684200" y="147341"/>
                  </a:lnTo>
                  <a:lnTo>
                    <a:pt x="7684326" y="147341"/>
                  </a:lnTo>
                  <a:lnTo>
                    <a:pt x="7684452" y="147341"/>
                  </a:lnTo>
                  <a:lnTo>
                    <a:pt x="7684578" y="147341"/>
                  </a:lnTo>
                  <a:lnTo>
                    <a:pt x="7684705" y="147341"/>
                  </a:lnTo>
                  <a:lnTo>
                    <a:pt x="7684831" y="147341"/>
                  </a:lnTo>
                  <a:lnTo>
                    <a:pt x="7684957" y="147341"/>
                  </a:lnTo>
                  <a:lnTo>
                    <a:pt x="7685083" y="147341"/>
                  </a:lnTo>
                  <a:lnTo>
                    <a:pt x="7685210" y="147341"/>
                  </a:lnTo>
                  <a:lnTo>
                    <a:pt x="7685336" y="147341"/>
                  </a:lnTo>
                  <a:lnTo>
                    <a:pt x="7685462" y="147341"/>
                  </a:lnTo>
                  <a:lnTo>
                    <a:pt x="7685589" y="147341"/>
                  </a:lnTo>
                  <a:lnTo>
                    <a:pt x="7685715" y="147341"/>
                  </a:lnTo>
                  <a:lnTo>
                    <a:pt x="7685841" y="147341"/>
                  </a:lnTo>
                  <a:lnTo>
                    <a:pt x="7685967" y="147341"/>
                  </a:lnTo>
                  <a:lnTo>
                    <a:pt x="7686094" y="147341"/>
                  </a:lnTo>
                  <a:lnTo>
                    <a:pt x="7686220" y="147341"/>
                  </a:lnTo>
                  <a:lnTo>
                    <a:pt x="7686346" y="147341"/>
                  </a:lnTo>
                  <a:lnTo>
                    <a:pt x="7686472" y="147341"/>
                  </a:lnTo>
                  <a:lnTo>
                    <a:pt x="7686599" y="147341"/>
                  </a:lnTo>
                  <a:lnTo>
                    <a:pt x="7686725" y="147341"/>
                  </a:lnTo>
                  <a:lnTo>
                    <a:pt x="7686851" y="147341"/>
                  </a:lnTo>
                  <a:lnTo>
                    <a:pt x="7686977" y="147341"/>
                  </a:lnTo>
                  <a:lnTo>
                    <a:pt x="7687104" y="147341"/>
                  </a:lnTo>
                  <a:lnTo>
                    <a:pt x="7687230" y="147341"/>
                  </a:lnTo>
                  <a:lnTo>
                    <a:pt x="7687356" y="147341"/>
                  </a:lnTo>
                  <a:lnTo>
                    <a:pt x="7687482" y="147341"/>
                  </a:lnTo>
                  <a:lnTo>
                    <a:pt x="7687609" y="147341"/>
                  </a:lnTo>
                  <a:lnTo>
                    <a:pt x="7687735" y="147341"/>
                  </a:lnTo>
                  <a:lnTo>
                    <a:pt x="7687861" y="147341"/>
                  </a:lnTo>
                  <a:lnTo>
                    <a:pt x="7687987" y="147341"/>
                  </a:lnTo>
                  <a:lnTo>
                    <a:pt x="7688114" y="147341"/>
                  </a:lnTo>
                  <a:lnTo>
                    <a:pt x="7688240" y="147341"/>
                  </a:lnTo>
                  <a:lnTo>
                    <a:pt x="7688366" y="147341"/>
                  </a:lnTo>
                  <a:lnTo>
                    <a:pt x="7688492" y="147341"/>
                  </a:lnTo>
                  <a:lnTo>
                    <a:pt x="7688619" y="147341"/>
                  </a:lnTo>
                  <a:lnTo>
                    <a:pt x="7688745" y="147341"/>
                  </a:lnTo>
                  <a:lnTo>
                    <a:pt x="7688871" y="147341"/>
                  </a:lnTo>
                  <a:lnTo>
                    <a:pt x="7688997" y="147341"/>
                  </a:lnTo>
                  <a:lnTo>
                    <a:pt x="7689124" y="147341"/>
                  </a:lnTo>
                  <a:lnTo>
                    <a:pt x="7689250" y="147341"/>
                  </a:lnTo>
                  <a:lnTo>
                    <a:pt x="7689376" y="147341"/>
                  </a:lnTo>
                  <a:lnTo>
                    <a:pt x="7689502" y="147341"/>
                  </a:lnTo>
                  <a:lnTo>
                    <a:pt x="7689629" y="147341"/>
                  </a:lnTo>
                  <a:lnTo>
                    <a:pt x="7689755" y="147341"/>
                  </a:lnTo>
                  <a:lnTo>
                    <a:pt x="7689881" y="147341"/>
                  </a:lnTo>
                  <a:lnTo>
                    <a:pt x="7690007" y="147341"/>
                  </a:lnTo>
                  <a:lnTo>
                    <a:pt x="7690134" y="147341"/>
                  </a:lnTo>
                  <a:lnTo>
                    <a:pt x="7690260" y="147341"/>
                  </a:lnTo>
                  <a:lnTo>
                    <a:pt x="7690386" y="147341"/>
                  </a:lnTo>
                  <a:lnTo>
                    <a:pt x="7690512" y="147341"/>
                  </a:lnTo>
                  <a:lnTo>
                    <a:pt x="7690639" y="147341"/>
                  </a:lnTo>
                  <a:lnTo>
                    <a:pt x="7690765" y="147341"/>
                  </a:lnTo>
                  <a:lnTo>
                    <a:pt x="7690891" y="147341"/>
                  </a:lnTo>
                  <a:lnTo>
                    <a:pt x="7691018" y="147341"/>
                  </a:lnTo>
                  <a:lnTo>
                    <a:pt x="7691144" y="147341"/>
                  </a:lnTo>
                  <a:lnTo>
                    <a:pt x="7691270" y="147341"/>
                  </a:lnTo>
                  <a:lnTo>
                    <a:pt x="7691396" y="147341"/>
                  </a:lnTo>
                  <a:lnTo>
                    <a:pt x="7691523" y="147341"/>
                  </a:lnTo>
                  <a:lnTo>
                    <a:pt x="7691649" y="147341"/>
                  </a:lnTo>
                  <a:lnTo>
                    <a:pt x="7691775" y="147341"/>
                  </a:lnTo>
                  <a:lnTo>
                    <a:pt x="7691901" y="147341"/>
                  </a:lnTo>
                  <a:lnTo>
                    <a:pt x="7692028" y="147341"/>
                  </a:lnTo>
                  <a:lnTo>
                    <a:pt x="7692154" y="147341"/>
                  </a:lnTo>
                  <a:lnTo>
                    <a:pt x="7692280" y="147341"/>
                  </a:lnTo>
                  <a:lnTo>
                    <a:pt x="7692406" y="147341"/>
                  </a:lnTo>
                  <a:lnTo>
                    <a:pt x="7692533" y="147341"/>
                  </a:lnTo>
                  <a:lnTo>
                    <a:pt x="7692659" y="147341"/>
                  </a:lnTo>
                  <a:lnTo>
                    <a:pt x="7692785" y="147341"/>
                  </a:lnTo>
                  <a:lnTo>
                    <a:pt x="7692911" y="147341"/>
                  </a:lnTo>
                  <a:lnTo>
                    <a:pt x="7693038" y="147341"/>
                  </a:lnTo>
                  <a:lnTo>
                    <a:pt x="7693164" y="147341"/>
                  </a:lnTo>
                  <a:lnTo>
                    <a:pt x="7693290" y="147341"/>
                  </a:lnTo>
                  <a:lnTo>
                    <a:pt x="7693416" y="147341"/>
                  </a:lnTo>
                  <a:lnTo>
                    <a:pt x="7693543" y="147341"/>
                  </a:lnTo>
                  <a:lnTo>
                    <a:pt x="7693669" y="147341"/>
                  </a:lnTo>
                  <a:lnTo>
                    <a:pt x="7693795" y="147341"/>
                  </a:lnTo>
                  <a:lnTo>
                    <a:pt x="7693921" y="147341"/>
                  </a:lnTo>
                  <a:lnTo>
                    <a:pt x="7694048" y="147341"/>
                  </a:lnTo>
                  <a:lnTo>
                    <a:pt x="7694174" y="147341"/>
                  </a:lnTo>
                  <a:lnTo>
                    <a:pt x="7694300" y="147341"/>
                  </a:lnTo>
                  <a:lnTo>
                    <a:pt x="7694426" y="147341"/>
                  </a:lnTo>
                  <a:lnTo>
                    <a:pt x="7694553" y="147341"/>
                  </a:lnTo>
                  <a:lnTo>
                    <a:pt x="7694679" y="147341"/>
                  </a:lnTo>
                  <a:lnTo>
                    <a:pt x="7694805" y="147341"/>
                  </a:lnTo>
                  <a:lnTo>
                    <a:pt x="7694931" y="147341"/>
                  </a:lnTo>
                  <a:lnTo>
                    <a:pt x="7695058" y="147341"/>
                  </a:lnTo>
                  <a:lnTo>
                    <a:pt x="7695184" y="147341"/>
                  </a:lnTo>
                  <a:lnTo>
                    <a:pt x="7695310" y="147341"/>
                  </a:lnTo>
                  <a:lnTo>
                    <a:pt x="7695436" y="147341"/>
                  </a:lnTo>
                  <a:lnTo>
                    <a:pt x="7695563" y="147341"/>
                  </a:lnTo>
                  <a:lnTo>
                    <a:pt x="7695689" y="147341"/>
                  </a:lnTo>
                  <a:lnTo>
                    <a:pt x="7695815" y="147341"/>
                  </a:lnTo>
                  <a:lnTo>
                    <a:pt x="7695942" y="147341"/>
                  </a:lnTo>
                  <a:lnTo>
                    <a:pt x="7696068" y="147341"/>
                  </a:lnTo>
                  <a:lnTo>
                    <a:pt x="7696194" y="147341"/>
                  </a:lnTo>
                  <a:lnTo>
                    <a:pt x="7696320" y="147341"/>
                  </a:lnTo>
                  <a:lnTo>
                    <a:pt x="7696447" y="147341"/>
                  </a:lnTo>
                  <a:lnTo>
                    <a:pt x="7696573" y="147341"/>
                  </a:lnTo>
                  <a:lnTo>
                    <a:pt x="7696699" y="147341"/>
                  </a:lnTo>
                  <a:lnTo>
                    <a:pt x="7696825" y="147341"/>
                  </a:lnTo>
                  <a:lnTo>
                    <a:pt x="7696952" y="147341"/>
                  </a:lnTo>
                  <a:lnTo>
                    <a:pt x="7697078" y="147341"/>
                  </a:lnTo>
                  <a:lnTo>
                    <a:pt x="7697204" y="147341"/>
                  </a:lnTo>
                  <a:lnTo>
                    <a:pt x="7697330" y="147341"/>
                  </a:lnTo>
                  <a:lnTo>
                    <a:pt x="7697457" y="147341"/>
                  </a:lnTo>
                  <a:lnTo>
                    <a:pt x="7697583" y="147341"/>
                  </a:lnTo>
                  <a:lnTo>
                    <a:pt x="7697709" y="147341"/>
                  </a:lnTo>
                  <a:lnTo>
                    <a:pt x="7697835" y="147341"/>
                  </a:lnTo>
                  <a:lnTo>
                    <a:pt x="7697962" y="147341"/>
                  </a:lnTo>
                  <a:lnTo>
                    <a:pt x="7698088" y="147341"/>
                  </a:lnTo>
                  <a:lnTo>
                    <a:pt x="7698214" y="147341"/>
                  </a:lnTo>
                  <a:lnTo>
                    <a:pt x="7698340" y="147341"/>
                  </a:lnTo>
                  <a:lnTo>
                    <a:pt x="7698467" y="147341"/>
                  </a:lnTo>
                  <a:lnTo>
                    <a:pt x="7698593" y="147341"/>
                  </a:lnTo>
                  <a:lnTo>
                    <a:pt x="7698719" y="147341"/>
                  </a:lnTo>
                  <a:lnTo>
                    <a:pt x="7698845" y="147341"/>
                  </a:lnTo>
                  <a:lnTo>
                    <a:pt x="7698972" y="147341"/>
                  </a:lnTo>
                  <a:lnTo>
                    <a:pt x="7699098" y="147341"/>
                  </a:lnTo>
                  <a:lnTo>
                    <a:pt x="7699224" y="147341"/>
                  </a:lnTo>
                  <a:lnTo>
                    <a:pt x="7699350" y="147341"/>
                  </a:lnTo>
                  <a:lnTo>
                    <a:pt x="7699477" y="147341"/>
                  </a:lnTo>
                  <a:lnTo>
                    <a:pt x="7699603" y="147341"/>
                  </a:lnTo>
                  <a:lnTo>
                    <a:pt x="7699729" y="147341"/>
                  </a:lnTo>
                  <a:lnTo>
                    <a:pt x="7699855" y="147341"/>
                  </a:lnTo>
                  <a:lnTo>
                    <a:pt x="7699982" y="147341"/>
                  </a:lnTo>
                  <a:lnTo>
                    <a:pt x="7700108" y="147341"/>
                  </a:lnTo>
                  <a:lnTo>
                    <a:pt x="7700234" y="147341"/>
                  </a:lnTo>
                  <a:lnTo>
                    <a:pt x="7700360" y="147341"/>
                  </a:lnTo>
                  <a:lnTo>
                    <a:pt x="7700487" y="147341"/>
                  </a:lnTo>
                  <a:lnTo>
                    <a:pt x="7700613" y="147341"/>
                  </a:lnTo>
                  <a:lnTo>
                    <a:pt x="7700739" y="147341"/>
                  </a:lnTo>
                  <a:lnTo>
                    <a:pt x="7700865" y="147341"/>
                  </a:lnTo>
                  <a:lnTo>
                    <a:pt x="7700992" y="147341"/>
                  </a:lnTo>
                  <a:lnTo>
                    <a:pt x="7701118" y="147341"/>
                  </a:lnTo>
                  <a:lnTo>
                    <a:pt x="7701244" y="147341"/>
                  </a:lnTo>
                  <a:lnTo>
                    <a:pt x="7701371" y="147341"/>
                  </a:lnTo>
                  <a:lnTo>
                    <a:pt x="7701497" y="147341"/>
                  </a:lnTo>
                  <a:lnTo>
                    <a:pt x="7701623" y="147341"/>
                  </a:lnTo>
                  <a:lnTo>
                    <a:pt x="7701749" y="147341"/>
                  </a:lnTo>
                  <a:lnTo>
                    <a:pt x="7701876" y="147341"/>
                  </a:lnTo>
                  <a:lnTo>
                    <a:pt x="7702002" y="147341"/>
                  </a:lnTo>
                  <a:lnTo>
                    <a:pt x="7702128" y="147341"/>
                  </a:lnTo>
                  <a:lnTo>
                    <a:pt x="7702254" y="147341"/>
                  </a:lnTo>
                  <a:lnTo>
                    <a:pt x="7702381" y="147341"/>
                  </a:lnTo>
                  <a:lnTo>
                    <a:pt x="7702507" y="147341"/>
                  </a:lnTo>
                  <a:lnTo>
                    <a:pt x="7702633" y="147341"/>
                  </a:lnTo>
                  <a:lnTo>
                    <a:pt x="7702759" y="147341"/>
                  </a:lnTo>
                  <a:lnTo>
                    <a:pt x="7702886" y="147341"/>
                  </a:lnTo>
                  <a:lnTo>
                    <a:pt x="7703012" y="147341"/>
                  </a:lnTo>
                  <a:lnTo>
                    <a:pt x="7703138" y="147341"/>
                  </a:lnTo>
                  <a:lnTo>
                    <a:pt x="7703264" y="147341"/>
                  </a:lnTo>
                  <a:lnTo>
                    <a:pt x="7703391" y="147341"/>
                  </a:lnTo>
                  <a:lnTo>
                    <a:pt x="7703517" y="147341"/>
                  </a:lnTo>
                  <a:lnTo>
                    <a:pt x="7703643" y="147341"/>
                  </a:lnTo>
                  <a:lnTo>
                    <a:pt x="7703769" y="147341"/>
                  </a:lnTo>
                  <a:lnTo>
                    <a:pt x="7703896" y="147341"/>
                  </a:lnTo>
                  <a:lnTo>
                    <a:pt x="7704022" y="147341"/>
                  </a:lnTo>
                  <a:lnTo>
                    <a:pt x="7704148" y="147341"/>
                  </a:lnTo>
                  <a:lnTo>
                    <a:pt x="7704274" y="147341"/>
                  </a:lnTo>
                  <a:lnTo>
                    <a:pt x="7704401" y="147341"/>
                  </a:lnTo>
                  <a:lnTo>
                    <a:pt x="7704527" y="147341"/>
                  </a:lnTo>
                  <a:lnTo>
                    <a:pt x="7704653" y="147341"/>
                  </a:lnTo>
                  <a:lnTo>
                    <a:pt x="7704779" y="147341"/>
                  </a:lnTo>
                  <a:lnTo>
                    <a:pt x="7704906" y="147341"/>
                  </a:lnTo>
                  <a:lnTo>
                    <a:pt x="7705032" y="147341"/>
                  </a:lnTo>
                  <a:lnTo>
                    <a:pt x="7705158" y="147341"/>
                  </a:lnTo>
                  <a:lnTo>
                    <a:pt x="7705284" y="147341"/>
                  </a:lnTo>
                  <a:lnTo>
                    <a:pt x="7705411" y="147341"/>
                  </a:lnTo>
                  <a:lnTo>
                    <a:pt x="7705537" y="147341"/>
                  </a:lnTo>
                  <a:lnTo>
                    <a:pt x="7705663" y="147341"/>
                  </a:lnTo>
                  <a:lnTo>
                    <a:pt x="7705789" y="147341"/>
                  </a:lnTo>
                  <a:lnTo>
                    <a:pt x="7705916" y="147341"/>
                  </a:lnTo>
                  <a:lnTo>
                    <a:pt x="7706042" y="147341"/>
                  </a:lnTo>
                  <a:lnTo>
                    <a:pt x="7706168" y="147341"/>
                  </a:lnTo>
                  <a:lnTo>
                    <a:pt x="7706295" y="147341"/>
                  </a:lnTo>
                  <a:lnTo>
                    <a:pt x="7706421" y="147341"/>
                  </a:lnTo>
                  <a:lnTo>
                    <a:pt x="7706547" y="147341"/>
                  </a:lnTo>
                  <a:lnTo>
                    <a:pt x="7706673" y="147341"/>
                  </a:lnTo>
                  <a:lnTo>
                    <a:pt x="7706800" y="147341"/>
                  </a:lnTo>
                  <a:lnTo>
                    <a:pt x="7706926" y="147341"/>
                  </a:lnTo>
                  <a:lnTo>
                    <a:pt x="7707052" y="147341"/>
                  </a:lnTo>
                  <a:lnTo>
                    <a:pt x="7707178" y="147341"/>
                  </a:lnTo>
                  <a:lnTo>
                    <a:pt x="7707305" y="147341"/>
                  </a:lnTo>
                  <a:lnTo>
                    <a:pt x="7707431" y="147341"/>
                  </a:lnTo>
                  <a:lnTo>
                    <a:pt x="7707557" y="147341"/>
                  </a:lnTo>
                  <a:lnTo>
                    <a:pt x="7707683" y="147341"/>
                  </a:lnTo>
                  <a:lnTo>
                    <a:pt x="7707810" y="147341"/>
                  </a:lnTo>
                  <a:lnTo>
                    <a:pt x="7707936" y="147341"/>
                  </a:lnTo>
                  <a:lnTo>
                    <a:pt x="7708062" y="147341"/>
                  </a:lnTo>
                  <a:lnTo>
                    <a:pt x="7708188" y="147341"/>
                  </a:lnTo>
                  <a:lnTo>
                    <a:pt x="7708315" y="147341"/>
                  </a:lnTo>
                  <a:lnTo>
                    <a:pt x="7708441" y="147341"/>
                  </a:lnTo>
                  <a:lnTo>
                    <a:pt x="7708567" y="147341"/>
                  </a:lnTo>
                  <a:lnTo>
                    <a:pt x="7708693" y="147341"/>
                  </a:lnTo>
                  <a:lnTo>
                    <a:pt x="7708820" y="147341"/>
                  </a:lnTo>
                  <a:lnTo>
                    <a:pt x="7708946" y="147341"/>
                  </a:lnTo>
                  <a:lnTo>
                    <a:pt x="7709072" y="147341"/>
                  </a:lnTo>
                  <a:lnTo>
                    <a:pt x="7709198" y="147341"/>
                  </a:lnTo>
                  <a:lnTo>
                    <a:pt x="7709325" y="147341"/>
                  </a:lnTo>
                  <a:lnTo>
                    <a:pt x="7709451" y="147341"/>
                  </a:lnTo>
                  <a:lnTo>
                    <a:pt x="7709577" y="147341"/>
                  </a:lnTo>
                  <a:lnTo>
                    <a:pt x="7709703" y="147341"/>
                  </a:lnTo>
                  <a:lnTo>
                    <a:pt x="7709830" y="147341"/>
                  </a:lnTo>
                  <a:lnTo>
                    <a:pt x="7709956" y="147341"/>
                  </a:lnTo>
                  <a:lnTo>
                    <a:pt x="7710082" y="147341"/>
                  </a:lnTo>
                  <a:lnTo>
                    <a:pt x="7710208" y="147341"/>
                  </a:lnTo>
                  <a:lnTo>
                    <a:pt x="7710335" y="147341"/>
                  </a:lnTo>
                  <a:lnTo>
                    <a:pt x="7710461" y="147341"/>
                  </a:lnTo>
                  <a:lnTo>
                    <a:pt x="7710587" y="147341"/>
                  </a:lnTo>
                  <a:lnTo>
                    <a:pt x="7710713" y="147341"/>
                  </a:lnTo>
                  <a:lnTo>
                    <a:pt x="7710840" y="147341"/>
                  </a:lnTo>
                  <a:lnTo>
                    <a:pt x="7710966" y="147341"/>
                  </a:lnTo>
                  <a:lnTo>
                    <a:pt x="7711092" y="147341"/>
                  </a:lnTo>
                  <a:lnTo>
                    <a:pt x="7711218" y="147341"/>
                  </a:lnTo>
                  <a:lnTo>
                    <a:pt x="7711345" y="147341"/>
                  </a:lnTo>
                  <a:lnTo>
                    <a:pt x="7711471" y="147341"/>
                  </a:lnTo>
                  <a:lnTo>
                    <a:pt x="7711597" y="147341"/>
                  </a:lnTo>
                  <a:lnTo>
                    <a:pt x="7711724" y="147341"/>
                  </a:lnTo>
                  <a:lnTo>
                    <a:pt x="7711850" y="147341"/>
                  </a:lnTo>
                  <a:lnTo>
                    <a:pt x="7711976" y="147341"/>
                  </a:lnTo>
                  <a:lnTo>
                    <a:pt x="7712102" y="147341"/>
                  </a:lnTo>
                  <a:lnTo>
                    <a:pt x="7712229" y="147341"/>
                  </a:lnTo>
                  <a:lnTo>
                    <a:pt x="7712355" y="147341"/>
                  </a:lnTo>
                  <a:lnTo>
                    <a:pt x="7712481" y="147341"/>
                  </a:lnTo>
                  <a:lnTo>
                    <a:pt x="7712607" y="147341"/>
                  </a:lnTo>
                  <a:lnTo>
                    <a:pt x="7712734" y="147341"/>
                  </a:lnTo>
                  <a:lnTo>
                    <a:pt x="7712860" y="147341"/>
                  </a:lnTo>
                  <a:lnTo>
                    <a:pt x="7712986" y="147341"/>
                  </a:lnTo>
                  <a:lnTo>
                    <a:pt x="7713112" y="147341"/>
                  </a:lnTo>
                  <a:lnTo>
                    <a:pt x="7713239" y="147341"/>
                  </a:lnTo>
                  <a:lnTo>
                    <a:pt x="7713365" y="147341"/>
                  </a:lnTo>
                  <a:lnTo>
                    <a:pt x="7713491" y="147341"/>
                  </a:lnTo>
                  <a:lnTo>
                    <a:pt x="7713617" y="147341"/>
                  </a:lnTo>
                  <a:lnTo>
                    <a:pt x="7713744" y="147341"/>
                  </a:lnTo>
                  <a:lnTo>
                    <a:pt x="7713870" y="147341"/>
                  </a:lnTo>
                  <a:lnTo>
                    <a:pt x="7713996" y="147341"/>
                  </a:lnTo>
                  <a:lnTo>
                    <a:pt x="7714122" y="147341"/>
                  </a:lnTo>
                  <a:lnTo>
                    <a:pt x="7714249" y="147341"/>
                  </a:lnTo>
                  <a:lnTo>
                    <a:pt x="7714375" y="147341"/>
                  </a:lnTo>
                  <a:lnTo>
                    <a:pt x="7714501" y="147341"/>
                  </a:lnTo>
                  <a:lnTo>
                    <a:pt x="7714627" y="147341"/>
                  </a:lnTo>
                  <a:lnTo>
                    <a:pt x="7714754" y="147341"/>
                  </a:lnTo>
                  <a:lnTo>
                    <a:pt x="7714880" y="147341"/>
                  </a:lnTo>
                  <a:lnTo>
                    <a:pt x="7715006" y="147341"/>
                  </a:lnTo>
                  <a:lnTo>
                    <a:pt x="7715132" y="147341"/>
                  </a:lnTo>
                  <a:lnTo>
                    <a:pt x="7715259" y="147341"/>
                  </a:lnTo>
                  <a:lnTo>
                    <a:pt x="7715385" y="147341"/>
                  </a:lnTo>
                  <a:lnTo>
                    <a:pt x="7715511" y="147341"/>
                  </a:lnTo>
                  <a:lnTo>
                    <a:pt x="7715637" y="147341"/>
                  </a:lnTo>
                  <a:lnTo>
                    <a:pt x="7715764" y="147341"/>
                  </a:lnTo>
                  <a:lnTo>
                    <a:pt x="7715890" y="147341"/>
                  </a:lnTo>
                  <a:lnTo>
                    <a:pt x="7716016" y="147341"/>
                  </a:lnTo>
                  <a:lnTo>
                    <a:pt x="7716142" y="147341"/>
                  </a:lnTo>
                  <a:lnTo>
                    <a:pt x="7716269" y="147341"/>
                  </a:lnTo>
                  <a:lnTo>
                    <a:pt x="7716395" y="147341"/>
                  </a:lnTo>
                  <a:lnTo>
                    <a:pt x="7716521" y="147341"/>
                  </a:lnTo>
                  <a:lnTo>
                    <a:pt x="7716648" y="147341"/>
                  </a:lnTo>
                  <a:lnTo>
                    <a:pt x="7716774" y="147341"/>
                  </a:lnTo>
                  <a:lnTo>
                    <a:pt x="7716900" y="147341"/>
                  </a:lnTo>
                  <a:lnTo>
                    <a:pt x="7717026" y="147341"/>
                  </a:lnTo>
                  <a:lnTo>
                    <a:pt x="7717153" y="147341"/>
                  </a:lnTo>
                  <a:lnTo>
                    <a:pt x="7717279" y="147341"/>
                  </a:lnTo>
                  <a:lnTo>
                    <a:pt x="7717405" y="147341"/>
                  </a:lnTo>
                  <a:lnTo>
                    <a:pt x="7717531" y="147341"/>
                  </a:lnTo>
                  <a:lnTo>
                    <a:pt x="7717658" y="147341"/>
                  </a:lnTo>
                  <a:lnTo>
                    <a:pt x="7717784" y="147341"/>
                  </a:lnTo>
                  <a:lnTo>
                    <a:pt x="7717910" y="147341"/>
                  </a:lnTo>
                  <a:lnTo>
                    <a:pt x="7718036" y="147341"/>
                  </a:lnTo>
                  <a:lnTo>
                    <a:pt x="7718163" y="147341"/>
                  </a:lnTo>
                  <a:lnTo>
                    <a:pt x="7718289" y="147341"/>
                  </a:lnTo>
                  <a:lnTo>
                    <a:pt x="7718415" y="147341"/>
                  </a:lnTo>
                  <a:lnTo>
                    <a:pt x="7718541" y="147341"/>
                  </a:lnTo>
                  <a:lnTo>
                    <a:pt x="7718668" y="147341"/>
                  </a:lnTo>
                  <a:lnTo>
                    <a:pt x="7718794" y="147341"/>
                  </a:lnTo>
                  <a:lnTo>
                    <a:pt x="7718920" y="147341"/>
                  </a:lnTo>
                  <a:lnTo>
                    <a:pt x="7719046" y="147341"/>
                  </a:lnTo>
                  <a:lnTo>
                    <a:pt x="7719173" y="147341"/>
                  </a:lnTo>
                  <a:lnTo>
                    <a:pt x="7719299" y="147341"/>
                  </a:lnTo>
                  <a:lnTo>
                    <a:pt x="7719425" y="147341"/>
                  </a:lnTo>
                  <a:lnTo>
                    <a:pt x="7719551" y="147341"/>
                  </a:lnTo>
                  <a:lnTo>
                    <a:pt x="7719678" y="147341"/>
                  </a:lnTo>
                  <a:lnTo>
                    <a:pt x="7719804" y="147341"/>
                  </a:lnTo>
                  <a:lnTo>
                    <a:pt x="7719930" y="147341"/>
                  </a:lnTo>
                  <a:lnTo>
                    <a:pt x="7720056" y="147341"/>
                  </a:lnTo>
                  <a:lnTo>
                    <a:pt x="7720183" y="147341"/>
                  </a:lnTo>
                  <a:lnTo>
                    <a:pt x="7720309" y="147341"/>
                  </a:lnTo>
                  <a:lnTo>
                    <a:pt x="7720435" y="147341"/>
                  </a:lnTo>
                  <a:lnTo>
                    <a:pt x="7720561" y="147341"/>
                  </a:lnTo>
                  <a:lnTo>
                    <a:pt x="7720688" y="147341"/>
                  </a:lnTo>
                  <a:lnTo>
                    <a:pt x="7720814" y="147341"/>
                  </a:lnTo>
                  <a:lnTo>
                    <a:pt x="7720940" y="147341"/>
                  </a:lnTo>
                  <a:lnTo>
                    <a:pt x="7721066" y="147341"/>
                  </a:lnTo>
                  <a:lnTo>
                    <a:pt x="7721193" y="147341"/>
                  </a:lnTo>
                  <a:lnTo>
                    <a:pt x="7721319" y="147341"/>
                  </a:lnTo>
                  <a:lnTo>
                    <a:pt x="7721445" y="147341"/>
                  </a:lnTo>
                  <a:lnTo>
                    <a:pt x="7721572" y="147341"/>
                  </a:lnTo>
                  <a:lnTo>
                    <a:pt x="7721698" y="147341"/>
                  </a:lnTo>
                  <a:lnTo>
                    <a:pt x="7721824" y="147341"/>
                  </a:lnTo>
                  <a:lnTo>
                    <a:pt x="7721950" y="147341"/>
                  </a:lnTo>
                  <a:lnTo>
                    <a:pt x="7722077" y="147341"/>
                  </a:lnTo>
                  <a:lnTo>
                    <a:pt x="7722203" y="147341"/>
                  </a:lnTo>
                  <a:lnTo>
                    <a:pt x="7722329" y="147341"/>
                  </a:lnTo>
                  <a:lnTo>
                    <a:pt x="7722455" y="147341"/>
                  </a:lnTo>
                  <a:lnTo>
                    <a:pt x="7722582" y="147341"/>
                  </a:lnTo>
                  <a:lnTo>
                    <a:pt x="7722708" y="147341"/>
                  </a:lnTo>
                  <a:lnTo>
                    <a:pt x="7722834" y="147341"/>
                  </a:lnTo>
                  <a:lnTo>
                    <a:pt x="7722960" y="147341"/>
                  </a:lnTo>
                  <a:lnTo>
                    <a:pt x="7723087" y="147341"/>
                  </a:lnTo>
                  <a:lnTo>
                    <a:pt x="7723213" y="147341"/>
                  </a:lnTo>
                  <a:lnTo>
                    <a:pt x="7723339" y="147341"/>
                  </a:lnTo>
                  <a:lnTo>
                    <a:pt x="7723465" y="147341"/>
                  </a:lnTo>
                  <a:lnTo>
                    <a:pt x="7723592" y="147341"/>
                  </a:lnTo>
                  <a:lnTo>
                    <a:pt x="7723718" y="147341"/>
                  </a:lnTo>
                  <a:lnTo>
                    <a:pt x="7723844" y="147341"/>
                  </a:lnTo>
                  <a:lnTo>
                    <a:pt x="7723970" y="147341"/>
                  </a:lnTo>
                  <a:lnTo>
                    <a:pt x="7724097" y="147341"/>
                  </a:lnTo>
                  <a:lnTo>
                    <a:pt x="7724223" y="147341"/>
                  </a:lnTo>
                  <a:lnTo>
                    <a:pt x="7724349" y="147341"/>
                  </a:lnTo>
                  <a:lnTo>
                    <a:pt x="7724475" y="147341"/>
                  </a:lnTo>
                  <a:lnTo>
                    <a:pt x="7724602" y="147341"/>
                  </a:lnTo>
                  <a:lnTo>
                    <a:pt x="7724728" y="147341"/>
                  </a:lnTo>
                  <a:lnTo>
                    <a:pt x="7724854" y="147341"/>
                  </a:lnTo>
                  <a:lnTo>
                    <a:pt x="7724980" y="147341"/>
                  </a:lnTo>
                  <a:lnTo>
                    <a:pt x="7725107" y="147341"/>
                  </a:lnTo>
                  <a:lnTo>
                    <a:pt x="7725233" y="147341"/>
                  </a:lnTo>
                  <a:lnTo>
                    <a:pt x="7725359" y="147341"/>
                  </a:lnTo>
                  <a:lnTo>
                    <a:pt x="7725485" y="147341"/>
                  </a:lnTo>
                  <a:lnTo>
                    <a:pt x="7725612" y="147341"/>
                  </a:lnTo>
                  <a:lnTo>
                    <a:pt x="7725738" y="147341"/>
                  </a:lnTo>
                  <a:lnTo>
                    <a:pt x="7725864" y="147341"/>
                  </a:lnTo>
                  <a:lnTo>
                    <a:pt x="7725990" y="147341"/>
                  </a:lnTo>
                  <a:lnTo>
                    <a:pt x="7726117" y="147341"/>
                  </a:lnTo>
                  <a:lnTo>
                    <a:pt x="7726243" y="147341"/>
                  </a:lnTo>
                  <a:lnTo>
                    <a:pt x="7726369" y="147341"/>
                  </a:lnTo>
                  <a:lnTo>
                    <a:pt x="7726495" y="147341"/>
                  </a:lnTo>
                  <a:lnTo>
                    <a:pt x="7726622" y="147341"/>
                  </a:lnTo>
                  <a:lnTo>
                    <a:pt x="7726748" y="147341"/>
                  </a:lnTo>
                  <a:lnTo>
                    <a:pt x="7726874" y="147341"/>
                  </a:lnTo>
                  <a:lnTo>
                    <a:pt x="7727001" y="147341"/>
                  </a:lnTo>
                  <a:lnTo>
                    <a:pt x="7727127" y="147341"/>
                  </a:lnTo>
                  <a:lnTo>
                    <a:pt x="7727253" y="147341"/>
                  </a:lnTo>
                  <a:lnTo>
                    <a:pt x="7727379" y="147341"/>
                  </a:lnTo>
                  <a:lnTo>
                    <a:pt x="7727506" y="147341"/>
                  </a:lnTo>
                  <a:lnTo>
                    <a:pt x="7727632" y="147341"/>
                  </a:lnTo>
                  <a:lnTo>
                    <a:pt x="7727758" y="147341"/>
                  </a:lnTo>
                  <a:lnTo>
                    <a:pt x="7727884" y="147341"/>
                  </a:lnTo>
                  <a:lnTo>
                    <a:pt x="7728011" y="147341"/>
                  </a:lnTo>
                  <a:lnTo>
                    <a:pt x="7728137" y="147341"/>
                  </a:lnTo>
                  <a:lnTo>
                    <a:pt x="7728263" y="147341"/>
                  </a:lnTo>
                  <a:lnTo>
                    <a:pt x="7728389" y="147341"/>
                  </a:lnTo>
                  <a:lnTo>
                    <a:pt x="7728516" y="147341"/>
                  </a:lnTo>
                  <a:lnTo>
                    <a:pt x="7728642" y="147341"/>
                  </a:lnTo>
                  <a:lnTo>
                    <a:pt x="7728768" y="147341"/>
                  </a:lnTo>
                  <a:lnTo>
                    <a:pt x="7728894" y="147341"/>
                  </a:lnTo>
                  <a:lnTo>
                    <a:pt x="7729021" y="147341"/>
                  </a:lnTo>
                  <a:lnTo>
                    <a:pt x="7729147" y="147341"/>
                  </a:lnTo>
                  <a:lnTo>
                    <a:pt x="7729273" y="147341"/>
                  </a:lnTo>
                  <a:lnTo>
                    <a:pt x="7729399" y="147341"/>
                  </a:lnTo>
                  <a:lnTo>
                    <a:pt x="7729526" y="147341"/>
                  </a:lnTo>
                  <a:lnTo>
                    <a:pt x="7729652" y="147341"/>
                  </a:lnTo>
                  <a:lnTo>
                    <a:pt x="7729778" y="147341"/>
                  </a:lnTo>
                  <a:lnTo>
                    <a:pt x="7729904" y="147341"/>
                  </a:lnTo>
                  <a:lnTo>
                    <a:pt x="7730031" y="147341"/>
                  </a:lnTo>
                  <a:lnTo>
                    <a:pt x="7730157" y="147341"/>
                  </a:lnTo>
                  <a:lnTo>
                    <a:pt x="7730283" y="147341"/>
                  </a:lnTo>
                  <a:lnTo>
                    <a:pt x="7730409" y="147341"/>
                  </a:lnTo>
                  <a:lnTo>
                    <a:pt x="7730536" y="147341"/>
                  </a:lnTo>
                  <a:lnTo>
                    <a:pt x="7730662" y="147341"/>
                  </a:lnTo>
                  <a:lnTo>
                    <a:pt x="7730788" y="147341"/>
                  </a:lnTo>
                  <a:lnTo>
                    <a:pt x="7730914" y="147341"/>
                  </a:lnTo>
                  <a:lnTo>
                    <a:pt x="7731041" y="147341"/>
                  </a:lnTo>
                  <a:lnTo>
                    <a:pt x="7731167" y="147341"/>
                  </a:lnTo>
                  <a:lnTo>
                    <a:pt x="7731293" y="147341"/>
                  </a:lnTo>
                  <a:lnTo>
                    <a:pt x="7731419" y="147341"/>
                  </a:lnTo>
                  <a:lnTo>
                    <a:pt x="7731546" y="147341"/>
                  </a:lnTo>
                  <a:lnTo>
                    <a:pt x="7731672" y="147341"/>
                  </a:lnTo>
                  <a:lnTo>
                    <a:pt x="7731798" y="147341"/>
                  </a:lnTo>
                  <a:lnTo>
                    <a:pt x="7731925" y="147341"/>
                  </a:lnTo>
                  <a:lnTo>
                    <a:pt x="7732051" y="147341"/>
                  </a:lnTo>
                  <a:lnTo>
                    <a:pt x="7732177" y="147341"/>
                  </a:lnTo>
                  <a:lnTo>
                    <a:pt x="7732303" y="147341"/>
                  </a:lnTo>
                  <a:lnTo>
                    <a:pt x="7732430" y="147341"/>
                  </a:lnTo>
                  <a:lnTo>
                    <a:pt x="7732556" y="147341"/>
                  </a:lnTo>
                  <a:lnTo>
                    <a:pt x="7732682" y="147341"/>
                  </a:lnTo>
                  <a:lnTo>
                    <a:pt x="7732808" y="147341"/>
                  </a:lnTo>
                  <a:lnTo>
                    <a:pt x="7732935" y="147341"/>
                  </a:lnTo>
                  <a:lnTo>
                    <a:pt x="7733061" y="147341"/>
                  </a:lnTo>
                  <a:lnTo>
                    <a:pt x="7733187" y="147341"/>
                  </a:lnTo>
                  <a:lnTo>
                    <a:pt x="7733313" y="147341"/>
                  </a:lnTo>
                  <a:lnTo>
                    <a:pt x="7733440" y="147341"/>
                  </a:lnTo>
                  <a:lnTo>
                    <a:pt x="7733566" y="147341"/>
                  </a:lnTo>
                  <a:lnTo>
                    <a:pt x="7733692" y="147341"/>
                  </a:lnTo>
                  <a:lnTo>
                    <a:pt x="7733818" y="147341"/>
                  </a:lnTo>
                  <a:lnTo>
                    <a:pt x="7733945" y="147341"/>
                  </a:lnTo>
                  <a:lnTo>
                    <a:pt x="7734071" y="147341"/>
                  </a:lnTo>
                  <a:lnTo>
                    <a:pt x="7734197" y="147341"/>
                  </a:lnTo>
                  <a:lnTo>
                    <a:pt x="7734323" y="147341"/>
                  </a:lnTo>
                  <a:lnTo>
                    <a:pt x="7734450" y="147341"/>
                  </a:lnTo>
                  <a:lnTo>
                    <a:pt x="7734576" y="147341"/>
                  </a:lnTo>
                  <a:lnTo>
                    <a:pt x="7734702" y="147341"/>
                  </a:lnTo>
                  <a:lnTo>
                    <a:pt x="7734828" y="147341"/>
                  </a:lnTo>
                  <a:lnTo>
                    <a:pt x="7734955" y="147341"/>
                  </a:lnTo>
                  <a:lnTo>
                    <a:pt x="7735081" y="147341"/>
                  </a:lnTo>
                  <a:lnTo>
                    <a:pt x="7735207" y="147341"/>
                  </a:lnTo>
                  <a:lnTo>
                    <a:pt x="7735333" y="147341"/>
                  </a:lnTo>
                  <a:lnTo>
                    <a:pt x="7735460" y="147341"/>
                  </a:lnTo>
                  <a:lnTo>
                    <a:pt x="7735586" y="147341"/>
                  </a:lnTo>
                  <a:lnTo>
                    <a:pt x="7735712" y="147341"/>
                  </a:lnTo>
                  <a:lnTo>
                    <a:pt x="7735838" y="147341"/>
                  </a:lnTo>
                  <a:lnTo>
                    <a:pt x="7735965" y="147341"/>
                  </a:lnTo>
                  <a:lnTo>
                    <a:pt x="7736091" y="147341"/>
                  </a:lnTo>
                  <a:lnTo>
                    <a:pt x="7736217" y="147341"/>
                  </a:lnTo>
                  <a:lnTo>
                    <a:pt x="7736343" y="147341"/>
                  </a:lnTo>
                  <a:lnTo>
                    <a:pt x="7736470" y="147341"/>
                  </a:lnTo>
                  <a:lnTo>
                    <a:pt x="7736596" y="147341"/>
                  </a:lnTo>
                  <a:lnTo>
                    <a:pt x="7736722" y="147341"/>
                  </a:lnTo>
                  <a:lnTo>
                    <a:pt x="7736848" y="147341"/>
                  </a:lnTo>
                  <a:lnTo>
                    <a:pt x="7736975" y="147341"/>
                  </a:lnTo>
                  <a:lnTo>
                    <a:pt x="7737101" y="147341"/>
                  </a:lnTo>
                  <a:lnTo>
                    <a:pt x="7737227" y="147341"/>
                  </a:lnTo>
                  <a:lnTo>
                    <a:pt x="7737354" y="147341"/>
                  </a:lnTo>
                  <a:lnTo>
                    <a:pt x="7737480" y="147341"/>
                  </a:lnTo>
                  <a:lnTo>
                    <a:pt x="7737606" y="147341"/>
                  </a:lnTo>
                  <a:lnTo>
                    <a:pt x="7737732" y="147341"/>
                  </a:lnTo>
                  <a:lnTo>
                    <a:pt x="7737859" y="147341"/>
                  </a:lnTo>
                  <a:lnTo>
                    <a:pt x="7737985" y="147341"/>
                  </a:lnTo>
                  <a:lnTo>
                    <a:pt x="7738111" y="147341"/>
                  </a:lnTo>
                  <a:lnTo>
                    <a:pt x="7738237" y="147341"/>
                  </a:lnTo>
                  <a:lnTo>
                    <a:pt x="7738364" y="147341"/>
                  </a:lnTo>
                  <a:lnTo>
                    <a:pt x="7738490" y="147341"/>
                  </a:lnTo>
                  <a:lnTo>
                    <a:pt x="7738616" y="147341"/>
                  </a:lnTo>
                  <a:lnTo>
                    <a:pt x="7738742" y="147341"/>
                  </a:lnTo>
                  <a:lnTo>
                    <a:pt x="7738869" y="147341"/>
                  </a:lnTo>
                  <a:lnTo>
                    <a:pt x="7738995" y="147341"/>
                  </a:lnTo>
                  <a:lnTo>
                    <a:pt x="7739121" y="147341"/>
                  </a:lnTo>
                  <a:lnTo>
                    <a:pt x="7739247" y="147341"/>
                  </a:lnTo>
                  <a:lnTo>
                    <a:pt x="7739374" y="147341"/>
                  </a:lnTo>
                  <a:lnTo>
                    <a:pt x="7739500" y="147341"/>
                  </a:lnTo>
                  <a:lnTo>
                    <a:pt x="7739626" y="147341"/>
                  </a:lnTo>
                  <a:lnTo>
                    <a:pt x="7739752" y="147341"/>
                  </a:lnTo>
                  <a:lnTo>
                    <a:pt x="7739879" y="147341"/>
                  </a:lnTo>
                  <a:lnTo>
                    <a:pt x="7740005" y="147341"/>
                  </a:lnTo>
                  <a:lnTo>
                    <a:pt x="7740131" y="147341"/>
                  </a:lnTo>
                  <a:lnTo>
                    <a:pt x="7740257" y="147341"/>
                  </a:lnTo>
                  <a:lnTo>
                    <a:pt x="7740384" y="147341"/>
                  </a:lnTo>
                  <a:lnTo>
                    <a:pt x="7740510" y="147341"/>
                  </a:lnTo>
                  <a:lnTo>
                    <a:pt x="7740636" y="147341"/>
                  </a:lnTo>
                  <a:lnTo>
                    <a:pt x="7740762" y="147341"/>
                  </a:lnTo>
                  <a:lnTo>
                    <a:pt x="7740889" y="147341"/>
                  </a:lnTo>
                  <a:lnTo>
                    <a:pt x="7741015" y="147341"/>
                  </a:lnTo>
                  <a:lnTo>
                    <a:pt x="7741141" y="147341"/>
                  </a:lnTo>
                  <a:lnTo>
                    <a:pt x="7741267" y="147341"/>
                  </a:lnTo>
                  <a:lnTo>
                    <a:pt x="7741394" y="147341"/>
                  </a:lnTo>
                  <a:lnTo>
                    <a:pt x="7741520" y="147341"/>
                  </a:lnTo>
                  <a:lnTo>
                    <a:pt x="7741646" y="147341"/>
                  </a:lnTo>
                  <a:lnTo>
                    <a:pt x="7741772" y="147341"/>
                  </a:lnTo>
                  <a:lnTo>
                    <a:pt x="7741899" y="147341"/>
                  </a:lnTo>
                  <a:lnTo>
                    <a:pt x="7742025" y="147341"/>
                  </a:lnTo>
                  <a:lnTo>
                    <a:pt x="7742151" y="147341"/>
                  </a:lnTo>
                  <a:lnTo>
                    <a:pt x="7742278" y="147341"/>
                  </a:lnTo>
                  <a:lnTo>
                    <a:pt x="7742404" y="147341"/>
                  </a:lnTo>
                  <a:lnTo>
                    <a:pt x="7742530" y="147341"/>
                  </a:lnTo>
                  <a:lnTo>
                    <a:pt x="7742656" y="147341"/>
                  </a:lnTo>
                  <a:lnTo>
                    <a:pt x="7742783" y="147341"/>
                  </a:lnTo>
                  <a:lnTo>
                    <a:pt x="7742909" y="147341"/>
                  </a:lnTo>
                  <a:lnTo>
                    <a:pt x="7743035" y="147341"/>
                  </a:lnTo>
                  <a:lnTo>
                    <a:pt x="7743161" y="147341"/>
                  </a:lnTo>
                  <a:lnTo>
                    <a:pt x="7743288" y="147341"/>
                  </a:lnTo>
                  <a:lnTo>
                    <a:pt x="7743414" y="147341"/>
                  </a:lnTo>
                  <a:lnTo>
                    <a:pt x="7743540" y="147341"/>
                  </a:lnTo>
                  <a:lnTo>
                    <a:pt x="7743666" y="147341"/>
                  </a:lnTo>
                  <a:lnTo>
                    <a:pt x="7743793" y="147341"/>
                  </a:lnTo>
                  <a:lnTo>
                    <a:pt x="7743919" y="147341"/>
                  </a:lnTo>
                  <a:lnTo>
                    <a:pt x="7744045" y="147341"/>
                  </a:lnTo>
                  <a:lnTo>
                    <a:pt x="7744171" y="147341"/>
                  </a:lnTo>
                  <a:lnTo>
                    <a:pt x="7744298" y="147341"/>
                  </a:lnTo>
                  <a:lnTo>
                    <a:pt x="7744424" y="147341"/>
                  </a:lnTo>
                  <a:lnTo>
                    <a:pt x="7744550" y="147341"/>
                  </a:lnTo>
                  <a:lnTo>
                    <a:pt x="7744676" y="147341"/>
                  </a:lnTo>
                  <a:lnTo>
                    <a:pt x="7744803" y="147341"/>
                  </a:lnTo>
                  <a:lnTo>
                    <a:pt x="7744929" y="147341"/>
                  </a:lnTo>
                  <a:lnTo>
                    <a:pt x="7745055" y="147341"/>
                  </a:lnTo>
                  <a:lnTo>
                    <a:pt x="7745181" y="147341"/>
                  </a:lnTo>
                  <a:lnTo>
                    <a:pt x="7745308" y="147341"/>
                  </a:lnTo>
                  <a:lnTo>
                    <a:pt x="7745434" y="147341"/>
                  </a:lnTo>
                  <a:lnTo>
                    <a:pt x="7745560" y="147341"/>
                  </a:lnTo>
                  <a:lnTo>
                    <a:pt x="7745686" y="147341"/>
                  </a:lnTo>
                  <a:lnTo>
                    <a:pt x="7745813" y="147341"/>
                  </a:lnTo>
                  <a:lnTo>
                    <a:pt x="7745939" y="147341"/>
                  </a:lnTo>
                  <a:lnTo>
                    <a:pt x="7746065" y="147341"/>
                  </a:lnTo>
                  <a:lnTo>
                    <a:pt x="7746191" y="147341"/>
                  </a:lnTo>
                  <a:lnTo>
                    <a:pt x="7746318" y="147341"/>
                  </a:lnTo>
                  <a:lnTo>
                    <a:pt x="7746444" y="147341"/>
                  </a:lnTo>
                  <a:lnTo>
                    <a:pt x="7746570" y="147341"/>
                  </a:lnTo>
                  <a:lnTo>
                    <a:pt x="7746696" y="147341"/>
                  </a:lnTo>
                  <a:lnTo>
                    <a:pt x="7746823" y="147341"/>
                  </a:lnTo>
                  <a:lnTo>
                    <a:pt x="7746949" y="147341"/>
                  </a:lnTo>
                  <a:lnTo>
                    <a:pt x="7747075" y="147341"/>
                  </a:lnTo>
                  <a:lnTo>
                    <a:pt x="7747201" y="147341"/>
                  </a:lnTo>
                  <a:lnTo>
                    <a:pt x="7747328" y="147341"/>
                  </a:lnTo>
                  <a:lnTo>
                    <a:pt x="7747454" y="147341"/>
                  </a:lnTo>
                  <a:lnTo>
                    <a:pt x="7747580" y="147341"/>
                  </a:lnTo>
                  <a:lnTo>
                    <a:pt x="7747707" y="147341"/>
                  </a:lnTo>
                  <a:lnTo>
                    <a:pt x="7747833" y="147341"/>
                  </a:lnTo>
                  <a:lnTo>
                    <a:pt x="7747959" y="147341"/>
                  </a:lnTo>
                  <a:lnTo>
                    <a:pt x="7748085" y="147341"/>
                  </a:lnTo>
                  <a:lnTo>
                    <a:pt x="7748212" y="147341"/>
                  </a:lnTo>
                  <a:lnTo>
                    <a:pt x="7748338" y="147341"/>
                  </a:lnTo>
                  <a:lnTo>
                    <a:pt x="7748464" y="147341"/>
                  </a:lnTo>
                  <a:lnTo>
                    <a:pt x="7748590" y="147341"/>
                  </a:lnTo>
                  <a:lnTo>
                    <a:pt x="7748717" y="147341"/>
                  </a:lnTo>
                  <a:lnTo>
                    <a:pt x="7748843" y="147341"/>
                  </a:lnTo>
                  <a:lnTo>
                    <a:pt x="7748969" y="147341"/>
                  </a:lnTo>
                  <a:lnTo>
                    <a:pt x="7749095" y="147341"/>
                  </a:lnTo>
                  <a:lnTo>
                    <a:pt x="7749222" y="147341"/>
                  </a:lnTo>
                  <a:lnTo>
                    <a:pt x="7749348" y="147341"/>
                  </a:lnTo>
                  <a:lnTo>
                    <a:pt x="7749474" y="147341"/>
                  </a:lnTo>
                  <a:lnTo>
                    <a:pt x="7749600" y="147341"/>
                  </a:lnTo>
                  <a:lnTo>
                    <a:pt x="7749727" y="147341"/>
                  </a:lnTo>
                  <a:lnTo>
                    <a:pt x="7749853" y="147341"/>
                  </a:lnTo>
                  <a:lnTo>
                    <a:pt x="7749979" y="147341"/>
                  </a:lnTo>
                  <a:lnTo>
                    <a:pt x="7750105" y="147341"/>
                  </a:lnTo>
                  <a:lnTo>
                    <a:pt x="7750232" y="147341"/>
                  </a:lnTo>
                  <a:lnTo>
                    <a:pt x="7750358" y="147341"/>
                  </a:lnTo>
                  <a:lnTo>
                    <a:pt x="7750484" y="147341"/>
                  </a:lnTo>
                  <a:lnTo>
                    <a:pt x="7750610" y="147341"/>
                  </a:lnTo>
                  <a:lnTo>
                    <a:pt x="7750737" y="147341"/>
                  </a:lnTo>
                  <a:lnTo>
                    <a:pt x="7750863" y="147341"/>
                  </a:lnTo>
                  <a:lnTo>
                    <a:pt x="7750989" y="147341"/>
                  </a:lnTo>
                  <a:lnTo>
                    <a:pt x="7751115" y="147341"/>
                  </a:lnTo>
                  <a:lnTo>
                    <a:pt x="7751242" y="147341"/>
                  </a:lnTo>
                  <a:lnTo>
                    <a:pt x="7751368" y="147341"/>
                  </a:lnTo>
                  <a:lnTo>
                    <a:pt x="7751494" y="147341"/>
                  </a:lnTo>
                  <a:lnTo>
                    <a:pt x="7751620" y="147341"/>
                  </a:lnTo>
                  <a:lnTo>
                    <a:pt x="7751747" y="147341"/>
                  </a:lnTo>
                  <a:lnTo>
                    <a:pt x="7751873" y="147341"/>
                  </a:lnTo>
                  <a:lnTo>
                    <a:pt x="7751999" y="147341"/>
                  </a:lnTo>
                  <a:lnTo>
                    <a:pt x="7752125" y="147341"/>
                  </a:lnTo>
                  <a:lnTo>
                    <a:pt x="7752252" y="147341"/>
                  </a:lnTo>
                  <a:lnTo>
                    <a:pt x="7752378" y="147341"/>
                  </a:lnTo>
                  <a:lnTo>
                    <a:pt x="7752504" y="147341"/>
                  </a:lnTo>
                  <a:lnTo>
                    <a:pt x="7752631" y="147341"/>
                  </a:lnTo>
                  <a:lnTo>
                    <a:pt x="7752757" y="147341"/>
                  </a:lnTo>
                  <a:lnTo>
                    <a:pt x="7752883" y="147341"/>
                  </a:lnTo>
                  <a:lnTo>
                    <a:pt x="7753009" y="147341"/>
                  </a:lnTo>
                  <a:lnTo>
                    <a:pt x="7753136" y="147341"/>
                  </a:lnTo>
                  <a:lnTo>
                    <a:pt x="7753262" y="147341"/>
                  </a:lnTo>
                  <a:lnTo>
                    <a:pt x="7753388" y="147341"/>
                  </a:lnTo>
                  <a:lnTo>
                    <a:pt x="7753514" y="147341"/>
                  </a:lnTo>
                  <a:lnTo>
                    <a:pt x="7753641" y="147341"/>
                  </a:lnTo>
                  <a:lnTo>
                    <a:pt x="7753767" y="147341"/>
                  </a:lnTo>
                  <a:lnTo>
                    <a:pt x="7753893" y="147341"/>
                  </a:lnTo>
                  <a:lnTo>
                    <a:pt x="7754019" y="147341"/>
                  </a:lnTo>
                  <a:lnTo>
                    <a:pt x="7754146" y="147341"/>
                  </a:lnTo>
                  <a:lnTo>
                    <a:pt x="7754272" y="147341"/>
                  </a:lnTo>
                  <a:lnTo>
                    <a:pt x="7754398" y="147341"/>
                  </a:lnTo>
                  <a:lnTo>
                    <a:pt x="7754524" y="147341"/>
                  </a:lnTo>
                  <a:lnTo>
                    <a:pt x="7754651" y="147341"/>
                  </a:lnTo>
                  <a:lnTo>
                    <a:pt x="7754777" y="147341"/>
                  </a:lnTo>
                  <a:lnTo>
                    <a:pt x="7754903" y="147341"/>
                  </a:lnTo>
                  <a:lnTo>
                    <a:pt x="7755029" y="147341"/>
                  </a:lnTo>
                  <a:lnTo>
                    <a:pt x="7755156" y="147341"/>
                  </a:lnTo>
                  <a:lnTo>
                    <a:pt x="7755282" y="147341"/>
                  </a:lnTo>
                  <a:lnTo>
                    <a:pt x="7755408" y="147341"/>
                  </a:lnTo>
                  <a:lnTo>
                    <a:pt x="7755534" y="147341"/>
                  </a:lnTo>
                  <a:lnTo>
                    <a:pt x="7755661" y="147341"/>
                  </a:lnTo>
                  <a:lnTo>
                    <a:pt x="7755787" y="147341"/>
                  </a:lnTo>
                  <a:lnTo>
                    <a:pt x="7755913" y="147341"/>
                  </a:lnTo>
                  <a:lnTo>
                    <a:pt x="7756039" y="147341"/>
                  </a:lnTo>
                  <a:lnTo>
                    <a:pt x="7756166" y="147341"/>
                  </a:lnTo>
                  <a:lnTo>
                    <a:pt x="7756292" y="147341"/>
                  </a:lnTo>
                  <a:lnTo>
                    <a:pt x="7756418" y="147341"/>
                  </a:lnTo>
                  <a:lnTo>
                    <a:pt x="7756544" y="147341"/>
                  </a:lnTo>
                  <a:lnTo>
                    <a:pt x="7756671" y="147341"/>
                  </a:lnTo>
                  <a:lnTo>
                    <a:pt x="7756797" y="147341"/>
                  </a:lnTo>
                  <a:lnTo>
                    <a:pt x="7756923" y="147341"/>
                  </a:lnTo>
                  <a:lnTo>
                    <a:pt x="7757049" y="147341"/>
                  </a:lnTo>
                  <a:lnTo>
                    <a:pt x="7757176" y="147341"/>
                  </a:lnTo>
                  <a:lnTo>
                    <a:pt x="7757302" y="147341"/>
                  </a:lnTo>
                  <a:lnTo>
                    <a:pt x="7757428" y="147341"/>
                  </a:lnTo>
                  <a:lnTo>
                    <a:pt x="7757554" y="147341"/>
                  </a:lnTo>
                  <a:lnTo>
                    <a:pt x="7757681" y="147341"/>
                  </a:lnTo>
                  <a:lnTo>
                    <a:pt x="7757807" y="147341"/>
                  </a:lnTo>
                  <a:lnTo>
                    <a:pt x="7757933" y="147341"/>
                  </a:lnTo>
                  <a:lnTo>
                    <a:pt x="7758060" y="147341"/>
                  </a:lnTo>
                  <a:lnTo>
                    <a:pt x="7758186" y="147341"/>
                  </a:lnTo>
                  <a:lnTo>
                    <a:pt x="7758312" y="147341"/>
                  </a:lnTo>
                  <a:lnTo>
                    <a:pt x="7758438" y="147341"/>
                  </a:lnTo>
                  <a:lnTo>
                    <a:pt x="7758565" y="147341"/>
                  </a:lnTo>
                  <a:lnTo>
                    <a:pt x="7758691" y="147341"/>
                  </a:lnTo>
                  <a:lnTo>
                    <a:pt x="7758817" y="147341"/>
                  </a:lnTo>
                  <a:lnTo>
                    <a:pt x="7758943" y="147341"/>
                  </a:lnTo>
                  <a:lnTo>
                    <a:pt x="7759070" y="147341"/>
                  </a:lnTo>
                  <a:lnTo>
                    <a:pt x="7759196" y="147341"/>
                  </a:lnTo>
                  <a:lnTo>
                    <a:pt x="7759322" y="147341"/>
                  </a:lnTo>
                  <a:lnTo>
                    <a:pt x="7759448" y="147341"/>
                  </a:lnTo>
                  <a:lnTo>
                    <a:pt x="7759575" y="147341"/>
                  </a:lnTo>
                  <a:lnTo>
                    <a:pt x="7759701" y="147341"/>
                  </a:lnTo>
                  <a:lnTo>
                    <a:pt x="7759827" y="147341"/>
                  </a:lnTo>
                  <a:lnTo>
                    <a:pt x="7759953" y="147341"/>
                  </a:lnTo>
                  <a:lnTo>
                    <a:pt x="7760080" y="147341"/>
                  </a:lnTo>
                  <a:lnTo>
                    <a:pt x="7760206" y="147341"/>
                  </a:lnTo>
                  <a:lnTo>
                    <a:pt x="7760332" y="147341"/>
                  </a:lnTo>
                  <a:lnTo>
                    <a:pt x="7760458" y="147341"/>
                  </a:lnTo>
                  <a:lnTo>
                    <a:pt x="7760585" y="147341"/>
                  </a:lnTo>
                  <a:lnTo>
                    <a:pt x="7760711" y="147341"/>
                  </a:lnTo>
                  <a:lnTo>
                    <a:pt x="7760837" y="147341"/>
                  </a:lnTo>
                  <a:lnTo>
                    <a:pt x="7760963" y="147341"/>
                  </a:lnTo>
                  <a:lnTo>
                    <a:pt x="7761090" y="147341"/>
                  </a:lnTo>
                  <a:lnTo>
                    <a:pt x="7761216" y="147341"/>
                  </a:lnTo>
                  <a:lnTo>
                    <a:pt x="7761342" y="147341"/>
                  </a:lnTo>
                  <a:lnTo>
                    <a:pt x="7761468" y="147341"/>
                  </a:lnTo>
                  <a:lnTo>
                    <a:pt x="7761595" y="147341"/>
                  </a:lnTo>
                  <a:lnTo>
                    <a:pt x="7761721" y="147341"/>
                  </a:lnTo>
                  <a:lnTo>
                    <a:pt x="7761847" y="147341"/>
                  </a:lnTo>
                  <a:lnTo>
                    <a:pt x="7761973" y="147341"/>
                  </a:lnTo>
                  <a:lnTo>
                    <a:pt x="7762100" y="147341"/>
                  </a:lnTo>
                  <a:lnTo>
                    <a:pt x="7762226" y="147341"/>
                  </a:lnTo>
                  <a:lnTo>
                    <a:pt x="7762352" y="147341"/>
                  </a:lnTo>
                  <a:lnTo>
                    <a:pt x="7762478" y="147341"/>
                  </a:lnTo>
                  <a:lnTo>
                    <a:pt x="7762605" y="147341"/>
                  </a:lnTo>
                  <a:lnTo>
                    <a:pt x="7762731" y="147341"/>
                  </a:lnTo>
                  <a:lnTo>
                    <a:pt x="7762857" y="147341"/>
                  </a:lnTo>
                  <a:lnTo>
                    <a:pt x="7762984" y="147341"/>
                  </a:lnTo>
                  <a:lnTo>
                    <a:pt x="7763110" y="147341"/>
                  </a:lnTo>
                  <a:lnTo>
                    <a:pt x="7763236" y="147341"/>
                  </a:lnTo>
                  <a:lnTo>
                    <a:pt x="7763362" y="147341"/>
                  </a:lnTo>
                  <a:lnTo>
                    <a:pt x="7763489" y="147341"/>
                  </a:lnTo>
                  <a:lnTo>
                    <a:pt x="7763615" y="147341"/>
                  </a:lnTo>
                  <a:lnTo>
                    <a:pt x="7763741" y="147341"/>
                  </a:lnTo>
                  <a:lnTo>
                    <a:pt x="7763867" y="147341"/>
                  </a:lnTo>
                  <a:lnTo>
                    <a:pt x="7763994" y="147341"/>
                  </a:lnTo>
                  <a:lnTo>
                    <a:pt x="7764120" y="147341"/>
                  </a:lnTo>
                  <a:lnTo>
                    <a:pt x="7764246" y="147341"/>
                  </a:lnTo>
                  <a:lnTo>
                    <a:pt x="7764372" y="147341"/>
                  </a:lnTo>
                  <a:lnTo>
                    <a:pt x="7764499" y="147341"/>
                  </a:lnTo>
                  <a:lnTo>
                    <a:pt x="7764625" y="147341"/>
                  </a:lnTo>
                  <a:lnTo>
                    <a:pt x="7764751" y="147341"/>
                  </a:lnTo>
                  <a:lnTo>
                    <a:pt x="7764877" y="147341"/>
                  </a:lnTo>
                  <a:lnTo>
                    <a:pt x="7765004" y="147341"/>
                  </a:lnTo>
                  <a:lnTo>
                    <a:pt x="7765130" y="147341"/>
                  </a:lnTo>
                  <a:lnTo>
                    <a:pt x="7765256" y="147341"/>
                  </a:lnTo>
                  <a:lnTo>
                    <a:pt x="7765382" y="147341"/>
                  </a:lnTo>
                  <a:lnTo>
                    <a:pt x="7765509" y="147341"/>
                  </a:lnTo>
                  <a:lnTo>
                    <a:pt x="7765635" y="147341"/>
                  </a:lnTo>
                  <a:lnTo>
                    <a:pt x="7765761" y="147341"/>
                  </a:lnTo>
                  <a:lnTo>
                    <a:pt x="7765887" y="147341"/>
                  </a:lnTo>
                  <a:lnTo>
                    <a:pt x="7766014" y="147341"/>
                  </a:lnTo>
                  <a:lnTo>
                    <a:pt x="7766140" y="147341"/>
                  </a:lnTo>
                  <a:lnTo>
                    <a:pt x="7766266" y="147341"/>
                  </a:lnTo>
                  <a:lnTo>
                    <a:pt x="7766392" y="147341"/>
                  </a:lnTo>
                  <a:lnTo>
                    <a:pt x="7766519" y="147341"/>
                  </a:lnTo>
                  <a:lnTo>
                    <a:pt x="7766645" y="147341"/>
                  </a:lnTo>
                  <a:lnTo>
                    <a:pt x="7766771" y="147341"/>
                  </a:lnTo>
                  <a:lnTo>
                    <a:pt x="7766897" y="147341"/>
                  </a:lnTo>
                  <a:lnTo>
                    <a:pt x="7767024" y="147341"/>
                  </a:lnTo>
                  <a:lnTo>
                    <a:pt x="7767150" y="147341"/>
                  </a:lnTo>
                  <a:lnTo>
                    <a:pt x="7767276" y="147341"/>
                  </a:lnTo>
                  <a:lnTo>
                    <a:pt x="7767402" y="147341"/>
                  </a:lnTo>
                  <a:lnTo>
                    <a:pt x="7767529" y="147341"/>
                  </a:lnTo>
                  <a:lnTo>
                    <a:pt x="7767655" y="147341"/>
                  </a:lnTo>
                  <a:lnTo>
                    <a:pt x="7767781" y="147341"/>
                  </a:lnTo>
                  <a:lnTo>
                    <a:pt x="7767907" y="147341"/>
                  </a:lnTo>
                  <a:lnTo>
                    <a:pt x="7768034" y="147341"/>
                  </a:lnTo>
                  <a:lnTo>
                    <a:pt x="7768160" y="147341"/>
                  </a:lnTo>
                  <a:lnTo>
                    <a:pt x="7768286" y="147341"/>
                  </a:lnTo>
                  <a:lnTo>
                    <a:pt x="7768413" y="147341"/>
                  </a:lnTo>
                  <a:lnTo>
                    <a:pt x="7768539" y="147341"/>
                  </a:lnTo>
                  <a:lnTo>
                    <a:pt x="7768665" y="147341"/>
                  </a:lnTo>
                  <a:lnTo>
                    <a:pt x="7768791" y="147341"/>
                  </a:lnTo>
                  <a:lnTo>
                    <a:pt x="7768918" y="147341"/>
                  </a:lnTo>
                  <a:lnTo>
                    <a:pt x="7769044" y="147341"/>
                  </a:lnTo>
                  <a:lnTo>
                    <a:pt x="7769170" y="147341"/>
                  </a:lnTo>
                  <a:lnTo>
                    <a:pt x="7769296" y="147341"/>
                  </a:lnTo>
                  <a:lnTo>
                    <a:pt x="7769423" y="147341"/>
                  </a:lnTo>
                  <a:lnTo>
                    <a:pt x="7769549" y="147341"/>
                  </a:lnTo>
                  <a:lnTo>
                    <a:pt x="7769675" y="147341"/>
                  </a:lnTo>
                  <a:lnTo>
                    <a:pt x="7769801" y="147341"/>
                  </a:lnTo>
                  <a:lnTo>
                    <a:pt x="7769928" y="147341"/>
                  </a:lnTo>
                  <a:lnTo>
                    <a:pt x="7770054" y="147341"/>
                  </a:lnTo>
                  <a:lnTo>
                    <a:pt x="7770180" y="147341"/>
                  </a:lnTo>
                  <a:lnTo>
                    <a:pt x="7770306" y="147341"/>
                  </a:lnTo>
                  <a:lnTo>
                    <a:pt x="7770433" y="147341"/>
                  </a:lnTo>
                  <a:lnTo>
                    <a:pt x="7770433" y="142429"/>
                  </a:lnTo>
                  <a:lnTo>
                    <a:pt x="7770559" y="142429"/>
                  </a:lnTo>
                  <a:lnTo>
                    <a:pt x="7770685" y="142429"/>
                  </a:lnTo>
                  <a:lnTo>
                    <a:pt x="7770811" y="142429"/>
                  </a:lnTo>
                  <a:lnTo>
                    <a:pt x="7770938" y="142429"/>
                  </a:lnTo>
                  <a:lnTo>
                    <a:pt x="7771064" y="142429"/>
                  </a:lnTo>
                  <a:lnTo>
                    <a:pt x="7771190" y="142429"/>
                  </a:lnTo>
                  <a:lnTo>
                    <a:pt x="7771316" y="142429"/>
                  </a:lnTo>
                  <a:lnTo>
                    <a:pt x="7771443" y="142429"/>
                  </a:lnTo>
                  <a:lnTo>
                    <a:pt x="7771569" y="142429"/>
                  </a:lnTo>
                  <a:lnTo>
                    <a:pt x="7771695" y="142429"/>
                  </a:lnTo>
                  <a:lnTo>
                    <a:pt x="7771821" y="142429"/>
                  </a:lnTo>
                  <a:lnTo>
                    <a:pt x="7771948" y="142429"/>
                  </a:lnTo>
                  <a:lnTo>
                    <a:pt x="7772074" y="142429"/>
                  </a:lnTo>
                  <a:lnTo>
                    <a:pt x="7772200" y="142429"/>
                  </a:lnTo>
                  <a:lnTo>
                    <a:pt x="7772326" y="142429"/>
                  </a:lnTo>
                  <a:lnTo>
                    <a:pt x="7772453" y="142429"/>
                  </a:lnTo>
                  <a:lnTo>
                    <a:pt x="7772579" y="142429"/>
                  </a:lnTo>
                  <a:lnTo>
                    <a:pt x="7772705" y="142429"/>
                  </a:lnTo>
                  <a:lnTo>
                    <a:pt x="7772831" y="142429"/>
                  </a:lnTo>
                  <a:lnTo>
                    <a:pt x="7772958" y="142429"/>
                  </a:lnTo>
                  <a:lnTo>
                    <a:pt x="7773084" y="142429"/>
                  </a:lnTo>
                  <a:lnTo>
                    <a:pt x="7773210" y="142429"/>
                  </a:lnTo>
                  <a:lnTo>
                    <a:pt x="7773337" y="142429"/>
                  </a:lnTo>
                  <a:lnTo>
                    <a:pt x="7773463" y="142429"/>
                  </a:lnTo>
                  <a:lnTo>
                    <a:pt x="7773589" y="142429"/>
                  </a:lnTo>
                  <a:lnTo>
                    <a:pt x="7773715" y="142429"/>
                  </a:lnTo>
                  <a:lnTo>
                    <a:pt x="7773842" y="142429"/>
                  </a:lnTo>
                  <a:lnTo>
                    <a:pt x="7773968" y="142429"/>
                  </a:lnTo>
                  <a:lnTo>
                    <a:pt x="7774094" y="142429"/>
                  </a:lnTo>
                  <a:lnTo>
                    <a:pt x="7774220" y="142429"/>
                  </a:lnTo>
                  <a:lnTo>
                    <a:pt x="7774347" y="142429"/>
                  </a:lnTo>
                  <a:lnTo>
                    <a:pt x="7774473" y="142429"/>
                  </a:lnTo>
                  <a:lnTo>
                    <a:pt x="7774599" y="142429"/>
                  </a:lnTo>
                  <a:lnTo>
                    <a:pt x="7774725" y="142429"/>
                  </a:lnTo>
                  <a:lnTo>
                    <a:pt x="7774852" y="142429"/>
                  </a:lnTo>
                  <a:lnTo>
                    <a:pt x="7774978" y="142429"/>
                  </a:lnTo>
                  <a:lnTo>
                    <a:pt x="7775104" y="142429"/>
                  </a:lnTo>
                  <a:lnTo>
                    <a:pt x="7775230" y="142429"/>
                  </a:lnTo>
                  <a:lnTo>
                    <a:pt x="7775357" y="142429"/>
                  </a:lnTo>
                  <a:lnTo>
                    <a:pt x="7775483" y="142429"/>
                  </a:lnTo>
                  <a:lnTo>
                    <a:pt x="7775609" y="142429"/>
                  </a:lnTo>
                  <a:lnTo>
                    <a:pt x="7775735" y="142429"/>
                  </a:lnTo>
                  <a:lnTo>
                    <a:pt x="7775862" y="142429"/>
                  </a:lnTo>
                  <a:lnTo>
                    <a:pt x="7775988" y="142429"/>
                  </a:lnTo>
                  <a:lnTo>
                    <a:pt x="7776114" y="142429"/>
                  </a:lnTo>
                  <a:lnTo>
                    <a:pt x="7776240" y="142429"/>
                  </a:lnTo>
                  <a:lnTo>
                    <a:pt x="7776367" y="142429"/>
                  </a:lnTo>
                  <a:lnTo>
                    <a:pt x="7776493" y="142429"/>
                  </a:lnTo>
                  <a:lnTo>
                    <a:pt x="7776619" y="142429"/>
                  </a:lnTo>
                  <a:lnTo>
                    <a:pt x="7776745" y="142429"/>
                  </a:lnTo>
                  <a:lnTo>
                    <a:pt x="7776872" y="142429"/>
                  </a:lnTo>
                  <a:lnTo>
                    <a:pt x="7776998" y="142429"/>
                  </a:lnTo>
                  <a:lnTo>
                    <a:pt x="7777124" y="142429"/>
                  </a:lnTo>
                  <a:lnTo>
                    <a:pt x="7777250" y="142429"/>
                  </a:lnTo>
                  <a:lnTo>
                    <a:pt x="7777377" y="142429"/>
                  </a:lnTo>
                  <a:lnTo>
                    <a:pt x="7777503" y="142429"/>
                  </a:lnTo>
                  <a:lnTo>
                    <a:pt x="7777629" y="142429"/>
                  </a:lnTo>
                  <a:lnTo>
                    <a:pt x="7777755" y="142429"/>
                  </a:lnTo>
                  <a:lnTo>
                    <a:pt x="7777882" y="142429"/>
                  </a:lnTo>
                  <a:lnTo>
                    <a:pt x="7778008" y="142429"/>
                  </a:lnTo>
                  <a:lnTo>
                    <a:pt x="7778134" y="142429"/>
                  </a:lnTo>
                  <a:lnTo>
                    <a:pt x="7778260" y="142429"/>
                  </a:lnTo>
                  <a:lnTo>
                    <a:pt x="7778387" y="142429"/>
                  </a:lnTo>
                  <a:lnTo>
                    <a:pt x="7778513" y="142429"/>
                  </a:lnTo>
                  <a:lnTo>
                    <a:pt x="7778639" y="142429"/>
                  </a:lnTo>
                  <a:lnTo>
                    <a:pt x="7778766" y="142429"/>
                  </a:lnTo>
                  <a:lnTo>
                    <a:pt x="7778892" y="142429"/>
                  </a:lnTo>
                  <a:lnTo>
                    <a:pt x="7779018" y="142429"/>
                  </a:lnTo>
                  <a:lnTo>
                    <a:pt x="7779144" y="142429"/>
                  </a:lnTo>
                  <a:lnTo>
                    <a:pt x="7779271" y="142429"/>
                  </a:lnTo>
                  <a:lnTo>
                    <a:pt x="7779397" y="142429"/>
                  </a:lnTo>
                  <a:lnTo>
                    <a:pt x="7779523" y="142429"/>
                  </a:lnTo>
                  <a:lnTo>
                    <a:pt x="7779649" y="142429"/>
                  </a:lnTo>
                  <a:lnTo>
                    <a:pt x="7779776" y="142429"/>
                  </a:lnTo>
                  <a:lnTo>
                    <a:pt x="7779902" y="142429"/>
                  </a:lnTo>
                  <a:lnTo>
                    <a:pt x="7780028" y="142429"/>
                  </a:lnTo>
                  <a:lnTo>
                    <a:pt x="7780154" y="142429"/>
                  </a:lnTo>
                  <a:lnTo>
                    <a:pt x="7780281" y="142429"/>
                  </a:lnTo>
                  <a:lnTo>
                    <a:pt x="7780407" y="142429"/>
                  </a:lnTo>
                  <a:lnTo>
                    <a:pt x="7780533" y="142429"/>
                  </a:lnTo>
                  <a:lnTo>
                    <a:pt x="7780659" y="142429"/>
                  </a:lnTo>
                  <a:lnTo>
                    <a:pt x="7780786" y="142429"/>
                  </a:lnTo>
                  <a:lnTo>
                    <a:pt x="7780912" y="142429"/>
                  </a:lnTo>
                  <a:lnTo>
                    <a:pt x="7781038" y="142429"/>
                  </a:lnTo>
                  <a:lnTo>
                    <a:pt x="7781164" y="142429"/>
                  </a:lnTo>
                  <a:lnTo>
                    <a:pt x="7781291" y="142429"/>
                  </a:lnTo>
                  <a:lnTo>
                    <a:pt x="7781417" y="142429"/>
                  </a:lnTo>
                  <a:lnTo>
                    <a:pt x="7781543" y="142429"/>
                  </a:lnTo>
                  <a:lnTo>
                    <a:pt x="7781669" y="142429"/>
                  </a:lnTo>
                  <a:lnTo>
                    <a:pt x="7781796" y="142429"/>
                  </a:lnTo>
                  <a:lnTo>
                    <a:pt x="7781922" y="142429"/>
                  </a:lnTo>
                  <a:lnTo>
                    <a:pt x="7782048" y="142429"/>
                  </a:lnTo>
                  <a:lnTo>
                    <a:pt x="7782174" y="142429"/>
                  </a:lnTo>
                  <a:lnTo>
                    <a:pt x="7782301" y="142429"/>
                  </a:lnTo>
                  <a:lnTo>
                    <a:pt x="7782427" y="142429"/>
                  </a:lnTo>
                  <a:lnTo>
                    <a:pt x="7782553" y="142429"/>
                  </a:lnTo>
                  <a:lnTo>
                    <a:pt x="7782679" y="142429"/>
                  </a:lnTo>
                  <a:lnTo>
                    <a:pt x="7782806" y="142429"/>
                  </a:lnTo>
                  <a:lnTo>
                    <a:pt x="7782932" y="142429"/>
                  </a:lnTo>
                  <a:lnTo>
                    <a:pt x="7783058" y="142429"/>
                  </a:lnTo>
                  <a:lnTo>
                    <a:pt x="7783184" y="142429"/>
                  </a:lnTo>
                  <a:lnTo>
                    <a:pt x="7783311" y="142429"/>
                  </a:lnTo>
                  <a:lnTo>
                    <a:pt x="7783437" y="142429"/>
                  </a:lnTo>
                  <a:lnTo>
                    <a:pt x="7783563" y="142429"/>
                  </a:lnTo>
                  <a:lnTo>
                    <a:pt x="7783690" y="142429"/>
                  </a:lnTo>
                  <a:lnTo>
                    <a:pt x="7783816" y="142429"/>
                  </a:lnTo>
                  <a:lnTo>
                    <a:pt x="7783942" y="142429"/>
                  </a:lnTo>
                  <a:lnTo>
                    <a:pt x="7784068" y="142429"/>
                  </a:lnTo>
                  <a:lnTo>
                    <a:pt x="7784195" y="142429"/>
                  </a:lnTo>
                  <a:lnTo>
                    <a:pt x="7784321" y="142429"/>
                  </a:lnTo>
                  <a:lnTo>
                    <a:pt x="7784447" y="142429"/>
                  </a:lnTo>
                  <a:lnTo>
                    <a:pt x="7784573" y="142429"/>
                  </a:lnTo>
                  <a:lnTo>
                    <a:pt x="7784700" y="142429"/>
                  </a:lnTo>
                  <a:lnTo>
                    <a:pt x="7784826" y="142429"/>
                  </a:lnTo>
                  <a:lnTo>
                    <a:pt x="7784952" y="142429"/>
                  </a:lnTo>
                  <a:lnTo>
                    <a:pt x="7785078" y="142429"/>
                  </a:lnTo>
                  <a:lnTo>
                    <a:pt x="7785205" y="142429"/>
                  </a:lnTo>
                  <a:lnTo>
                    <a:pt x="7785331" y="142429"/>
                  </a:lnTo>
                  <a:lnTo>
                    <a:pt x="7785457" y="142429"/>
                  </a:lnTo>
                  <a:lnTo>
                    <a:pt x="7785583" y="142429"/>
                  </a:lnTo>
                  <a:lnTo>
                    <a:pt x="7785710" y="142429"/>
                  </a:lnTo>
                  <a:lnTo>
                    <a:pt x="7785836" y="142429"/>
                  </a:lnTo>
                  <a:lnTo>
                    <a:pt x="7785962" y="142429"/>
                  </a:lnTo>
                  <a:lnTo>
                    <a:pt x="7786088" y="142429"/>
                  </a:lnTo>
                  <a:lnTo>
                    <a:pt x="7786215" y="142429"/>
                  </a:lnTo>
                  <a:lnTo>
                    <a:pt x="7786341" y="142429"/>
                  </a:lnTo>
                  <a:lnTo>
                    <a:pt x="7786467" y="142429"/>
                  </a:lnTo>
                  <a:lnTo>
                    <a:pt x="7786593" y="142429"/>
                  </a:lnTo>
                  <a:lnTo>
                    <a:pt x="7786720" y="142429"/>
                  </a:lnTo>
                  <a:lnTo>
                    <a:pt x="7786846" y="142429"/>
                  </a:lnTo>
                  <a:lnTo>
                    <a:pt x="7786972" y="142429"/>
                  </a:lnTo>
                  <a:lnTo>
                    <a:pt x="7787098" y="142429"/>
                  </a:lnTo>
                  <a:lnTo>
                    <a:pt x="7787225" y="142429"/>
                  </a:lnTo>
                  <a:lnTo>
                    <a:pt x="7787351" y="142429"/>
                  </a:lnTo>
                  <a:lnTo>
                    <a:pt x="7787477" y="142429"/>
                  </a:lnTo>
                  <a:lnTo>
                    <a:pt x="7787603" y="142429"/>
                  </a:lnTo>
                  <a:lnTo>
                    <a:pt x="7787730" y="142429"/>
                  </a:lnTo>
                  <a:lnTo>
                    <a:pt x="7787856" y="142429"/>
                  </a:lnTo>
                  <a:lnTo>
                    <a:pt x="7787982" y="142429"/>
                  </a:lnTo>
                  <a:lnTo>
                    <a:pt x="7788108" y="142429"/>
                  </a:lnTo>
                  <a:lnTo>
                    <a:pt x="7788235" y="142429"/>
                  </a:lnTo>
                  <a:lnTo>
                    <a:pt x="7788361" y="142429"/>
                  </a:lnTo>
                  <a:lnTo>
                    <a:pt x="7788487" y="142429"/>
                  </a:lnTo>
                  <a:lnTo>
                    <a:pt x="7788614" y="142429"/>
                  </a:lnTo>
                  <a:lnTo>
                    <a:pt x="7788740" y="142429"/>
                  </a:lnTo>
                  <a:lnTo>
                    <a:pt x="7788866" y="142429"/>
                  </a:lnTo>
                  <a:lnTo>
                    <a:pt x="7788992" y="142429"/>
                  </a:lnTo>
                  <a:lnTo>
                    <a:pt x="7789119" y="142429"/>
                  </a:lnTo>
                  <a:lnTo>
                    <a:pt x="7789245" y="142429"/>
                  </a:lnTo>
                  <a:lnTo>
                    <a:pt x="7789371" y="142429"/>
                  </a:lnTo>
                  <a:lnTo>
                    <a:pt x="7789497" y="142429"/>
                  </a:lnTo>
                  <a:lnTo>
                    <a:pt x="7789624" y="142429"/>
                  </a:lnTo>
                  <a:lnTo>
                    <a:pt x="7789750" y="142429"/>
                  </a:lnTo>
                  <a:lnTo>
                    <a:pt x="7789876" y="142429"/>
                  </a:lnTo>
                  <a:lnTo>
                    <a:pt x="7790002" y="142429"/>
                  </a:lnTo>
                  <a:lnTo>
                    <a:pt x="7790129" y="142429"/>
                  </a:lnTo>
                  <a:lnTo>
                    <a:pt x="7790255" y="142429"/>
                  </a:lnTo>
                  <a:lnTo>
                    <a:pt x="7790381" y="142429"/>
                  </a:lnTo>
                  <a:lnTo>
                    <a:pt x="7790507" y="142429"/>
                  </a:lnTo>
                  <a:lnTo>
                    <a:pt x="7790634" y="142429"/>
                  </a:lnTo>
                  <a:lnTo>
                    <a:pt x="7790760" y="142429"/>
                  </a:lnTo>
                  <a:lnTo>
                    <a:pt x="7790886" y="142429"/>
                  </a:lnTo>
                  <a:lnTo>
                    <a:pt x="7791012" y="142429"/>
                  </a:lnTo>
                  <a:lnTo>
                    <a:pt x="7791139" y="142429"/>
                  </a:lnTo>
                  <a:lnTo>
                    <a:pt x="7791265" y="142429"/>
                  </a:lnTo>
                  <a:lnTo>
                    <a:pt x="7791391" y="142429"/>
                  </a:lnTo>
                  <a:lnTo>
                    <a:pt x="7791517" y="142429"/>
                  </a:lnTo>
                  <a:lnTo>
                    <a:pt x="7791644" y="142429"/>
                  </a:lnTo>
                  <a:lnTo>
                    <a:pt x="7791770" y="142429"/>
                  </a:lnTo>
                  <a:lnTo>
                    <a:pt x="7791896" y="142429"/>
                  </a:lnTo>
                  <a:lnTo>
                    <a:pt x="7792022" y="142429"/>
                  </a:lnTo>
                  <a:lnTo>
                    <a:pt x="7792149" y="142429"/>
                  </a:lnTo>
                  <a:lnTo>
                    <a:pt x="7792275" y="142429"/>
                  </a:lnTo>
                  <a:lnTo>
                    <a:pt x="7792401" y="142429"/>
                  </a:lnTo>
                  <a:lnTo>
                    <a:pt x="7792527" y="142429"/>
                  </a:lnTo>
                  <a:lnTo>
                    <a:pt x="7792654" y="142429"/>
                  </a:lnTo>
                  <a:lnTo>
                    <a:pt x="7792780" y="142429"/>
                  </a:lnTo>
                  <a:lnTo>
                    <a:pt x="7792906" y="142429"/>
                  </a:lnTo>
                  <a:lnTo>
                    <a:pt x="7793032" y="142429"/>
                  </a:lnTo>
                  <a:lnTo>
                    <a:pt x="7793159" y="142429"/>
                  </a:lnTo>
                  <a:lnTo>
                    <a:pt x="7793285" y="142429"/>
                  </a:lnTo>
                  <a:lnTo>
                    <a:pt x="7793411" y="142429"/>
                  </a:lnTo>
                  <a:lnTo>
                    <a:pt x="7793537" y="142429"/>
                  </a:lnTo>
                  <a:lnTo>
                    <a:pt x="7793664" y="142429"/>
                  </a:lnTo>
                  <a:lnTo>
                    <a:pt x="7793790" y="142429"/>
                  </a:lnTo>
                  <a:lnTo>
                    <a:pt x="7793916" y="142429"/>
                  </a:lnTo>
                  <a:lnTo>
                    <a:pt x="7794043" y="142429"/>
                  </a:lnTo>
                  <a:lnTo>
                    <a:pt x="7794169" y="142429"/>
                  </a:lnTo>
                  <a:lnTo>
                    <a:pt x="7794295" y="142429"/>
                  </a:lnTo>
                  <a:lnTo>
                    <a:pt x="7794421" y="142429"/>
                  </a:lnTo>
                  <a:lnTo>
                    <a:pt x="7794548" y="142429"/>
                  </a:lnTo>
                  <a:lnTo>
                    <a:pt x="7794674" y="142429"/>
                  </a:lnTo>
                  <a:lnTo>
                    <a:pt x="7794800" y="142429"/>
                  </a:lnTo>
                  <a:lnTo>
                    <a:pt x="7794926" y="142429"/>
                  </a:lnTo>
                  <a:lnTo>
                    <a:pt x="7795053" y="142429"/>
                  </a:lnTo>
                  <a:lnTo>
                    <a:pt x="7795179" y="142429"/>
                  </a:lnTo>
                  <a:lnTo>
                    <a:pt x="7795305" y="142429"/>
                  </a:lnTo>
                  <a:lnTo>
                    <a:pt x="7795431" y="142429"/>
                  </a:lnTo>
                  <a:lnTo>
                    <a:pt x="7795558" y="142429"/>
                  </a:lnTo>
                  <a:lnTo>
                    <a:pt x="7795684" y="142429"/>
                  </a:lnTo>
                  <a:lnTo>
                    <a:pt x="7795810" y="142429"/>
                  </a:lnTo>
                  <a:lnTo>
                    <a:pt x="7795936" y="142429"/>
                  </a:lnTo>
                  <a:lnTo>
                    <a:pt x="7796063" y="142429"/>
                  </a:lnTo>
                  <a:lnTo>
                    <a:pt x="7796189" y="142429"/>
                  </a:lnTo>
                  <a:lnTo>
                    <a:pt x="7796315" y="142429"/>
                  </a:lnTo>
                  <a:lnTo>
                    <a:pt x="7796441" y="142429"/>
                  </a:lnTo>
                  <a:lnTo>
                    <a:pt x="7796568" y="142429"/>
                  </a:lnTo>
                  <a:lnTo>
                    <a:pt x="7796694" y="142429"/>
                  </a:lnTo>
                  <a:lnTo>
                    <a:pt x="7796820" y="142429"/>
                  </a:lnTo>
                  <a:lnTo>
                    <a:pt x="7796946" y="142429"/>
                  </a:lnTo>
                  <a:lnTo>
                    <a:pt x="7797073" y="142429"/>
                  </a:lnTo>
                  <a:lnTo>
                    <a:pt x="7797199" y="142429"/>
                  </a:lnTo>
                  <a:lnTo>
                    <a:pt x="7797325" y="142429"/>
                  </a:lnTo>
                  <a:lnTo>
                    <a:pt x="7797451" y="142429"/>
                  </a:lnTo>
                  <a:lnTo>
                    <a:pt x="7797578" y="142429"/>
                  </a:lnTo>
                  <a:lnTo>
                    <a:pt x="7797704" y="142429"/>
                  </a:lnTo>
                  <a:lnTo>
                    <a:pt x="7797830" y="142429"/>
                  </a:lnTo>
                  <a:lnTo>
                    <a:pt x="7797956" y="142429"/>
                  </a:lnTo>
                  <a:lnTo>
                    <a:pt x="7798083" y="142429"/>
                  </a:lnTo>
                  <a:lnTo>
                    <a:pt x="7798209" y="142429"/>
                  </a:lnTo>
                  <a:lnTo>
                    <a:pt x="7798335" y="142429"/>
                  </a:lnTo>
                  <a:lnTo>
                    <a:pt x="7798461" y="142429"/>
                  </a:lnTo>
                  <a:lnTo>
                    <a:pt x="7798588" y="142429"/>
                  </a:lnTo>
                  <a:lnTo>
                    <a:pt x="7798714" y="142429"/>
                  </a:lnTo>
                  <a:lnTo>
                    <a:pt x="7798840" y="142429"/>
                  </a:lnTo>
                  <a:lnTo>
                    <a:pt x="7798967" y="142429"/>
                  </a:lnTo>
                  <a:lnTo>
                    <a:pt x="7799093" y="142429"/>
                  </a:lnTo>
                  <a:lnTo>
                    <a:pt x="7799219" y="142429"/>
                  </a:lnTo>
                  <a:lnTo>
                    <a:pt x="7799345" y="142429"/>
                  </a:lnTo>
                  <a:lnTo>
                    <a:pt x="7799472" y="142429"/>
                  </a:lnTo>
                  <a:lnTo>
                    <a:pt x="7799598" y="142429"/>
                  </a:lnTo>
                  <a:lnTo>
                    <a:pt x="7799724" y="142429"/>
                  </a:lnTo>
                  <a:lnTo>
                    <a:pt x="7799850" y="142429"/>
                  </a:lnTo>
                  <a:lnTo>
                    <a:pt x="7799977" y="142429"/>
                  </a:lnTo>
                  <a:lnTo>
                    <a:pt x="7800103" y="142429"/>
                  </a:lnTo>
                  <a:lnTo>
                    <a:pt x="7800229" y="142429"/>
                  </a:lnTo>
                  <a:lnTo>
                    <a:pt x="7800355" y="142429"/>
                  </a:lnTo>
                  <a:lnTo>
                    <a:pt x="7800482" y="142429"/>
                  </a:lnTo>
                  <a:lnTo>
                    <a:pt x="7800608" y="142429"/>
                  </a:lnTo>
                  <a:lnTo>
                    <a:pt x="7800734" y="142429"/>
                  </a:lnTo>
                  <a:lnTo>
                    <a:pt x="7800860" y="142429"/>
                  </a:lnTo>
                  <a:lnTo>
                    <a:pt x="7800987" y="142429"/>
                  </a:lnTo>
                  <a:lnTo>
                    <a:pt x="7801113" y="142429"/>
                  </a:lnTo>
                  <a:lnTo>
                    <a:pt x="7801239" y="142429"/>
                  </a:lnTo>
                  <a:lnTo>
                    <a:pt x="7801365" y="142429"/>
                  </a:lnTo>
                  <a:lnTo>
                    <a:pt x="7801492" y="142429"/>
                  </a:lnTo>
                  <a:lnTo>
                    <a:pt x="7801618" y="142429"/>
                  </a:lnTo>
                  <a:lnTo>
                    <a:pt x="7801744" y="142429"/>
                  </a:lnTo>
                  <a:lnTo>
                    <a:pt x="7801870" y="142429"/>
                  </a:lnTo>
                  <a:lnTo>
                    <a:pt x="7801997" y="142429"/>
                  </a:lnTo>
                  <a:lnTo>
                    <a:pt x="7802123" y="142429"/>
                  </a:lnTo>
                  <a:lnTo>
                    <a:pt x="7802249" y="142429"/>
                  </a:lnTo>
                  <a:lnTo>
                    <a:pt x="7802375" y="142429"/>
                  </a:lnTo>
                  <a:lnTo>
                    <a:pt x="7802502" y="142429"/>
                  </a:lnTo>
                  <a:lnTo>
                    <a:pt x="7802628" y="142429"/>
                  </a:lnTo>
                  <a:lnTo>
                    <a:pt x="7802754" y="142429"/>
                  </a:lnTo>
                  <a:lnTo>
                    <a:pt x="7802880" y="142429"/>
                  </a:lnTo>
                  <a:lnTo>
                    <a:pt x="7803007" y="142429"/>
                  </a:lnTo>
                  <a:lnTo>
                    <a:pt x="7803133" y="142429"/>
                  </a:lnTo>
                  <a:lnTo>
                    <a:pt x="7803259" y="142429"/>
                  </a:lnTo>
                  <a:lnTo>
                    <a:pt x="7803385" y="142429"/>
                  </a:lnTo>
                  <a:lnTo>
                    <a:pt x="7803512" y="142429"/>
                  </a:lnTo>
                  <a:lnTo>
                    <a:pt x="7803638" y="142429"/>
                  </a:lnTo>
                  <a:lnTo>
                    <a:pt x="7803764" y="142429"/>
                  </a:lnTo>
                  <a:lnTo>
                    <a:pt x="7803890" y="142429"/>
                  </a:lnTo>
                  <a:lnTo>
                    <a:pt x="7804017" y="142429"/>
                  </a:lnTo>
                  <a:lnTo>
                    <a:pt x="7804143" y="142429"/>
                  </a:lnTo>
                  <a:lnTo>
                    <a:pt x="7804269" y="142429"/>
                  </a:lnTo>
                  <a:lnTo>
                    <a:pt x="7804396" y="142429"/>
                  </a:lnTo>
                  <a:lnTo>
                    <a:pt x="7804522" y="142429"/>
                  </a:lnTo>
                  <a:lnTo>
                    <a:pt x="7804648" y="142429"/>
                  </a:lnTo>
                  <a:lnTo>
                    <a:pt x="7804774" y="142429"/>
                  </a:lnTo>
                  <a:lnTo>
                    <a:pt x="7804901" y="142429"/>
                  </a:lnTo>
                  <a:lnTo>
                    <a:pt x="7805027" y="142429"/>
                  </a:lnTo>
                  <a:lnTo>
                    <a:pt x="7805153" y="142429"/>
                  </a:lnTo>
                  <a:lnTo>
                    <a:pt x="7805279" y="142429"/>
                  </a:lnTo>
                  <a:lnTo>
                    <a:pt x="7805406" y="142429"/>
                  </a:lnTo>
                  <a:lnTo>
                    <a:pt x="7805532" y="142429"/>
                  </a:lnTo>
                  <a:lnTo>
                    <a:pt x="7805658" y="142429"/>
                  </a:lnTo>
                  <a:lnTo>
                    <a:pt x="7805784" y="142429"/>
                  </a:lnTo>
                  <a:lnTo>
                    <a:pt x="7805911" y="142429"/>
                  </a:lnTo>
                  <a:lnTo>
                    <a:pt x="7806037" y="142429"/>
                  </a:lnTo>
                  <a:lnTo>
                    <a:pt x="7806163" y="142429"/>
                  </a:lnTo>
                  <a:lnTo>
                    <a:pt x="7806289" y="142429"/>
                  </a:lnTo>
                  <a:lnTo>
                    <a:pt x="7806416" y="142429"/>
                  </a:lnTo>
                  <a:lnTo>
                    <a:pt x="7806542" y="142429"/>
                  </a:lnTo>
                  <a:lnTo>
                    <a:pt x="7806668" y="142429"/>
                  </a:lnTo>
                  <a:lnTo>
                    <a:pt x="7806794" y="142429"/>
                  </a:lnTo>
                  <a:lnTo>
                    <a:pt x="7806921" y="142429"/>
                  </a:lnTo>
                  <a:lnTo>
                    <a:pt x="7807047" y="142429"/>
                  </a:lnTo>
                  <a:lnTo>
                    <a:pt x="7807173" y="142429"/>
                  </a:lnTo>
                  <a:lnTo>
                    <a:pt x="7807299" y="142429"/>
                  </a:lnTo>
                  <a:lnTo>
                    <a:pt x="7807426" y="142429"/>
                  </a:lnTo>
                  <a:lnTo>
                    <a:pt x="7807552" y="142429"/>
                  </a:lnTo>
                  <a:lnTo>
                    <a:pt x="7807678" y="142429"/>
                  </a:lnTo>
                  <a:lnTo>
                    <a:pt x="7807804" y="142429"/>
                  </a:lnTo>
                  <a:lnTo>
                    <a:pt x="7807931" y="142429"/>
                  </a:lnTo>
                  <a:lnTo>
                    <a:pt x="7808057" y="142429"/>
                  </a:lnTo>
                  <a:lnTo>
                    <a:pt x="7808183" y="142429"/>
                  </a:lnTo>
                  <a:lnTo>
                    <a:pt x="7808309" y="142429"/>
                  </a:lnTo>
                  <a:lnTo>
                    <a:pt x="7808436" y="142429"/>
                  </a:lnTo>
                  <a:lnTo>
                    <a:pt x="7808562" y="142429"/>
                  </a:lnTo>
                  <a:lnTo>
                    <a:pt x="7808688" y="142429"/>
                  </a:lnTo>
                  <a:lnTo>
                    <a:pt x="7808814" y="142429"/>
                  </a:lnTo>
                  <a:lnTo>
                    <a:pt x="7808941" y="142429"/>
                  </a:lnTo>
                  <a:lnTo>
                    <a:pt x="7809067" y="142429"/>
                  </a:lnTo>
                  <a:lnTo>
                    <a:pt x="7809193" y="142429"/>
                  </a:lnTo>
                  <a:lnTo>
                    <a:pt x="7809320" y="142429"/>
                  </a:lnTo>
                  <a:lnTo>
                    <a:pt x="7809446" y="142429"/>
                  </a:lnTo>
                  <a:lnTo>
                    <a:pt x="7809572" y="142429"/>
                  </a:lnTo>
                  <a:lnTo>
                    <a:pt x="7809698" y="142429"/>
                  </a:lnTo>
                  <a:lnTo>
                    <a:pt x="7809825" y="142429"/>
                  </a:lnTo>
                  <a:lnTo>
                    <a:pt x="7809951" y="142429"/>
                  </a:lnTo>
                  <a:lnTo>
                    <a:pt x="7810077" y="142429"/>
                  </a:lnTo>
                  <a:lnTo>
                    <a:pt x="7810203" y="142429"/>
                  </a:lnTo>
                  <a:lnTo>
                    <a:pt x="7810330" y="142429"/>
                  </a:lnTo>
                  <a:lnTo>
                    <a:pt x="7810456" y="142429"/>
                  </a:lnTo>
                  <a:lnTo>
                    <a:pt x="7810582" y="142429"/>
                  </a:lnTo>
                  <a:lnTo>
                    <a:pt x="7810708" y="142429"/>
                  </a:lnTo>
                  <a:lnTo>
                    <a:pt x="7810835" y="142429"/>
                  </a:lnTo>
                  <a:lnTo>
                    <a:pt x="7810961" y="142429"/>
                  </a:lnTo>
                  <a:lnTo>
                    <a:pt x="7811087" y="142429"/>
                  </a:lnTo>
                  <a:lnTo>
                    <a:pt x="7811213" y="142429"/>
                  </a:lnTo>
                  <a:lnTo>
                    <a:pt x="7811340" y="142429"/>
                  </a:lnTo>
                  <a:lnTo>
                    <a:pt x="7811466" y="142429"/>
                  </a:lnTo>
                  <a:lnTo>
                    <a:pt x="7811592" y="142429"/>
                  </a:lnTo>
                  <a:lnTo>
                    <a:pt x="7811718" y="142429"/>
                  </a:lnTo>
                  <a:lnTo>
                    <a:pt x="7811845" y="142429"/>
                  </a:lnTo>
                  <a:lnTo>
                    <a:pt x="7811971" y="142429"/>
                  </a:lnTo>
                  <a:lnTo>
                    <a:pt x="7812097" y="142429"/>
                  </a:lnTo>
                  <a:lnTo>
                    <a:pt x="7812223" y="142429"/>
                  </a:lnTo>
                  <a:lnTo>
                    <a:pt x="7812350" y="142429"/>
                  </a:lnTo>
                  <a:lnTo>
                    <a:pt x="7812476" y="142429"/>
                  </a:lnTo>
                  <a:lnTo>
                    <a:pt x="7812602" y="142429"/>
                  </a:lnTo>
                  <a:lnTo>
                    <a:pt x="7812728" y="142429"/>
                  </a:lnTo>
                  <a:lnTo>
                    <a:pt x="7812855" y="142429"/>
                  </a:lnTo>
                  <a:lnTo>
                    <a:pt x="7812981" y="142429"/>
                  </a:lnTo>
                  <a:lnTo>
                    <a:pt x="7813107" y="142429"/>
                  </a:lnTo>
                  <a:lnTo>
                    <a:pt x="7813233" y="142429"/>
                  </a:lnTo>
                  <a:lnTo>
                    <a:pt x="7813360" y="142429"/>
                  </a:lnTo>
                  <a:lnTo>
                    <a:pt x="7813360" y="137518"/>
                  </a:lnTo>
                  <a:lnTo>
                    <a:pt x="7813486" y="137518"/>
                  </a:lnTo>
                  <a:lnTo>
                    <a:pt x="7813612" y="137518"/>
                  </a:lnTo>
                  <a:lnTo>
                    <a:pt x="7813738" y="137518"/>
                  </a:lnTo>
                  <a:lnTo>
                    <a:pt x="7813865" y="137518"/>
                  </a:lnTo>
                  <a:lnTo>
                    <a:pt x="7813991" y="137518"/>
                  </a:lnTo>
                  <a:lnTo>
                    <a:pt x="7814117" y="137518"/>
                  </a:lnTo>
                  <a:lnTo>
                    <a:pt x="7814243" y="137518"/>
                  </a:lnTo>
                  <a:lnTo>
                    <a:pt x="7814370" y="137518"/>
                  </a:lnTo>
                  <a:lnTo>
                    <a:pt x="7814496" y="137518"/>
                  </a:lnTo>
                  <a:lnTo>
                    <a:pt x="7814622" y="137518"/>
                  </a:lnTo>
                  <a:lnTo>
                    <a:pt x="7814749" y="137518"/>
                  </a:lnTo>
                  <a:lnTo>
                    <a:pt x="7814875" y="137518"/>
                  </a:lnTo>
                  <a:lnTo>
                    <a:pt x="7815001" y="137518"/>
                  </a:lnTo>
                  <a:lnTo>
                    <a:pt x="7815127" y="137518"/>
                  </a:lnTo>
                  <a:lnTo>
                    <a:pt x="7815254" y="137518"/>
                  </a:lnTo>
                  <a:lnTo>
                    <a:pt x="7815380" y="137518"/>
                  </a:lnTo>
                  <a:lnTo>
                    <a:pt x="7815506" y="137518"/>
                  </a:lnTo>
                  <a:lnTo>
                    <a:pt x="7815632" y="137518"/>
                  </a:lnTo>
                  <a:lnTo>
                    <a:pt x="7815759" y="137518"/>
                  </a:lnTo>
                  <a:lnTo>
                    <a:pt x="7815885" y="137518"/>
                  </a:lnTo>
                  <a:lnTo>
                    <a:pt x="7816011" y="137518"/>
                  </a:lnTo>
                  <a:lnTo>
                    <a:pt x="7816137" y="137518"/>
                  </a:lnTo>
                  <a:lnTo>
                    <a:pt x="7816264" y="137518"/>
                  </a:lnTo>
                  <a:lnTo>
                    <a:pt x="7816390" y="137518"/>
                  </a:lnTo>
                  <a:lnTo>
                    <a:pt x="7816516" y="137518"/>
                  </a:lnTo>
                  <a:lnTo>
                    <a:pt x="7816642" y="137518"/>
                  </a:lnTo>
                  <a:lnTo>
                    <a:pt x="7816769" y="137518"/>
                  </a:lnTo>
                  <a:lnTo>
                    <a:pt x="7816895" y="137518"/>
                  </a:lnTo>
                  <a:lnTo>
                    <a:pt x="7817021" y="137518"/>
                  </a:lnTo>
                  <a:lnTo>
                    <a:pt x="7817147" y="137518"/>
                  </a:lnTo>
                  <a:lnTo>
                    <a:pt x="7817274" y="137518"/>
                  </a:lnTo>
                  <a:lnTo>
                    <a:pt x="7817400" y="137518"/>
                  </a:lnTo>
                  <a:lnTo>
                    <a:pt x="7817526" y="137518"/>
                  </a:lnTo>
                  <a:lnTo>
                    <a:pt x="7817652" y="137518"/>
                  </a:lnTo>
                  <a:lnTo>
                    <a:pt x="7817779" y="137518"/>
                  </a:lnTo>
                  <a:lnTo>
                    <a:pt x="7817905" y="137518"/>
                  </a:lnTo>
                  <a:lnTo>
                    <a:pt x="7818031" y="137518"/>
                  </a:lnTo>
                  <a:lnTo>
                    <a:pt x="7818157" y="137518"/>
                  </a:lnTo>
                  <a:lnTo>
                    <a:pt x="7818284" y="137518"/>
                  </a:lnTo>
                  <a:lnTo>
                    <a:pt x="7818410" y="137518"/>
                  </a:lnTo>
                  <a:lnTo>
                    <a:pt x="7818536" y="137518"/>
                  </a:lnTo>
                  <a:lnTo>
                    <a:pt x="7818662" y="137518"/>
                  </a:lnTo>
                  <a:lnTo>
                    <a:pt x="7818789" y="137518"/>
                  </a:lnTo>
                  <a:lnTo>
                    <a:pt x="7818915" y="137518"/>
                  </a:lnTo>
                  <a:lnTo>
                    <a:pt x="7819041" y="137518"/>
                  </a:lnTo>
                  <a:lnTo>
                    <a:pt x="7819167" y="137518"/>
                  </a:lnTo>
                  <a:lnTo>
                    <a:pt x="7819294" y="137518"/>
                  </a:lnTo>
                  <a:lnTo>
                    <a:pt x="7819420" y="137518"/>
                  </a:lnTo>
                  <a:lnTo>
                    <a:pt x="7819546" y="137518"/>
                  </a:lnTo>
                  <a:lnTo>
                    <a:pt x="7819673" y="137518"/>
                  </a:lnTo>
                  <a:lnTo>
                    <a:pt x="7819799" y="137518"/>
                  </a:lnTo>
                  <a:lnTo>
                    <a:pt x="7819925" y="137518"/>
                  </a:lnTo>
                  <a:lnTo>
                    <a:pt x="7820051" y="137518"/>
                  </a:lnTo>
                  <a:lnTo>
                    <a:pt x="7820178" y="137518"/>
                  </a:lnTo>
                  <a:lnTo>
                    <a:pt x="7820304" y="137518"/>
                  </a:lnTo>
                  <a:lnTo>
                    <a:pt x="7820430" y="137518"/>
                  </a:lnTo>
                  <a:lnTo>
                    <a:pt x="7820556" y="137518"/>
                  </a:lnTo>
                  <a:lnTo>
                    <a:pt x="7820683" y="137518"/>
                  </a:lnTo>
                  <a:lnTo>
                    <a:pt x="7820809" y="137518"/>
                  </a:lnTo>
                  <a:lnTo>
                    <a:pt x="7820935" y="137518"/>
                  </a:lnTo>
                  <a:lnTo>
                    <a:pt x="7821061" y="137518"/>
                  </a:lnTo>
                  <a:lnTo>
                    <a:pt x="7821188" y="137518"/>
                  </a:lnTo>
                  <a:lnTo>
                    <a:pt x="7821314" y="137518"/>
                  </a:lnTo>
                  <a:lnTo>
                    <a:pt x="7821440" y="137518"/>
                  </a:lnTo>
                  <a:lnTo>
                    <a:pt x="7821566" y="137518"/>
                  </a:lnTo>
                  <a:lnTo>
                    <a:pt x="7821693" y="137518"/>
                  </a:lnTo>
                  <a:lnTo>
                    <a:pt x="7821819" y="137518"/>
                  </a:lnTo>
                  <a:lnTo>
                    <a:pt x="7821945" y="137518"/>
                  </a:lnTo>
                  <a:lnTo>
                    <a:pt x="7822071" y="137518"/>
                  </a:lnTo>
                  <a:lnTo>
                    <a:pt x="7822198" y="137518"/>
                  </a:lnTo>
                  <a:lnTo>
                    <a:pt x="7822324" y="137518"/>
                  </a:lnTo>
                  <a:lnTo>
                    <a:pt x="7822450" y="137518"/>
                  </a:lnTo>
                  <a:lnTo>
                    <a:pt x="7822576" y="137518"/>
                  </a:lnTo>
                  <a:lnTo>
                    <a:pt x="7822703" y="137518"/>
                  </a:lnTo>
                  <a:lnTo>
                    <a:pt x="7822829" y="137518"/>
                  </a:lnTo>
                  <a:lnTo>
                    <a:pt x="7822955" y="137518"/>
                  </a:lnTo>
                  <a:lnTo>
                    <a:pt x="7823081" y="137518"/>
                  </a:lnTo>
                  <a:lnTo>
                    <a:pt x="7823208" y="137518"/>
                  </a:lnTo>
                  <a:lnTo>
                    <a:pt x="7823334" y="137518"/>
                  </a:lnTo>
                  <a:lnTo>
                    <a:pt x="7823460" y="137518"/>
                  </a:lnTo>
                  <a:lnTo>
                    <a:pt x="7823586" y="137518"/>
                  </a:lnTo>
                  <a:lnTo>
                    <a:pt x="7823713" y="137518"/>
                  </a:lnTo>
                  <a:lnTo>
                    <a:pt x="7823839" y="137518"/>
                  </a:lnTo>
                  <a:lnTo>
                    <a:pt x="7823965" y="137518"/>
                  </a:lnTo>
                  <a:lnTo>
                    <a:pt x="7824091" y="137518"/>
                  </a:lnTo>
                  <a:lnTo>
                    <a:pt x="7824218" y="137518"/>
                  </a:lnTo>
                  <a:lnTo>
                    <a:pt x="7824344" y="137518"/>
                  </a:lnTo>
                  <a:lnTo>
                    <a:pt x="7824470" y="137518"/>
                  </a:lnTo>
                  <a:lnTo>
                    <a:pt x="7824596" y="137518"/>
                  </a:lnTo>
                  <a:lnTo>
                    <a:pt x="7824723" y="137518"/>
                  </a:lnTo>
                  <a:lnTo>
                    <a:pt x="7824849" y="137518"/>
                  </a:lnTo>
                  <a:lnTo>
                    <a:pt x="7824975" y="137518"/>
                  </a:lnTo>
                  <a:lnTo>
                    <a:pt x="7825102" y="137518"/>
                  </a:lnTo>
                  <a:lnTo>
                    <a:pt x="7825228" y="137518"/>
                  </a:lnTo>
                  <a:lnTo>
                    <a:pt x="7825354" y="137518"/>
                  </a:lnTo>
                  <a:lnTo>
                    <a:pt x="7825480" y="137518"/>
                  </a:lnTo>
                  <a:lnTo>
                    <a:pt x="7825607" y="137518"/>
                  </a:lnTo>
                  <a:lnTo>
                    <a:pt x="7825733" y="137518"/>
                  </a:lnTo>
                  <a:lnTo>
                    <a:pt x="7825859" y="137518"/>
                  </a:lnTo>
                  <a:lnTo>
                    <a:pt x="7825985" y="137518"/>
                  </a:lnTo>
                  <a:lnTo>
                    <a:pt x="7826112" y="137518"/>
                  </a:lnTo>
                  <a:lnTo>
                    <a:pt x="7826238" y="137518"/>
                  </a:lnTo>
                  <a:lnTo>
                    <a:pt x="7826364" y="137518"/>
                  </a:lnTo>
                  <a:lnTo>
                    <a:pt x="7826490" y="137518"/>
                  </a:lnTo>
                  <a:lnTo>
                    <a:pt x="7826617" y="137518"/>
                  </a:lnTo>
                  <a:lnTo>
                    <a:pt x="7826743" y="137518"/>
                  </a:lnTo>
                  <a:lnTo>
                    <a:pt x="7826869" y="137518"/>
                  </a:lnTo>
                  <a:lnTo>
                    <a:pt x="7826995" y="137518"/>
                  </a:lnTo>
                  <a:lnTo>
                    <a:pt x="7827122" y="137518"/>
                  </a:lnTo>
                  <a:lnTo>
                    <a:pt x="7827248" y="137518"/>
                  </a:lnTo>
                  <a:lnTo>
                    <a:pt x="7827374" y="137518"/>
                  </a:lnTo>
                  <a:lnTo>
                    <a:pt x="7827500" y="137518"/>
                  </a:lnTo>
                  <a:lnTo>
                    <a:pt x="7827627" y="137518"/>
                  </a:lnTo>
                  <a:lnTo>
                    <a:pt x="7827753" y="137518"/>
                  </a:lnTo>
                  <a:lnTo>
                    <a:pt x="7827879" y="137518"/>
                  </a:lnTo>
                  <a:lnTo>
                    <a:pt x="7828005" y="137518"/>
                  </a:lnTo>
                  <a:lnTo>
                    <a:pt x="7828132" y="137518"/>
                  </a:lnTo>
                  <a:lnTo>
                    <a:pt x="7828258" y="137518"/>
                  </a:lnTo>
                  <a:lnTo>
                    <a:pt x="7828384" y="137518"/>
                  </a:lnTo>
                  <a:lnTo>
                    <a:pt x="7828510" y="137518"/>
                  </a:lnTo>
                  <a:lnTo>
                    <a:pt x="7828637" y="137518"/>
                  </a:lnTo>
                  <a:lnTo>
                    <a:pt x="7828763" y="137518"/>
                  </a:lnTo>
                  <a:lnTo>
                    <a:pt x="7828889" y="137518"/>
                  </a:lnTo>
                  <a:lnTo>
                    <a:pt x="7829015" y="137518"/>
                  </a:lnTo>
                  <a:lnTo>
                    <a:pt x="7829142" y="137518"/>
                  </a:lnTo>
                  <a:lnTo>
                    <a:pt x="7829268" y="137518"/>
                  </a:lnTo>
                  <a:lnTo>
                    <a:pt x="7829394" y="137518"/>
                  </a:lnTo>
                  <a:lnTo>
                    <a:pt x="7829520" y="137518"/>
                  </a:lnTo>
                  <a:lnTo>
                    <a:pt x="7829647" y="137518"/>
                  </a:lnTo>
                  <a:lnTo>
                    <a:pt x="7829773" y="137518"/>
                  </a:lnTo>
                  <a:lnTo>
                    <a:pt x="7829899" y="137518"/>
                  </a:lnTo>
                  <a:lnTo>
                    <a:pt x="7830026" y="137518"/>
                  </a:lnTo>
                  <a:lnTo>
                    <a:pt x="7830152" y="137518"/>
                  </a:lnTo>
                  <a:lnTo>
                    <a:pt x="7830278" y="137518"/>
                  </a:lnTo>
                  <a:lnTo>
                    <a:pt x="7830404" y="137518"/>
                  </a:lnTo>
                  <a:lnTo>
                    <a:pt x="7830531" y="137518"/>
                  </a:lnTo>
                  <a:lnTo>
                    <a:pt x="7830657" y="137518"/>
                  </a:lnTo>
                  <a:lnTo>
                    <a:pt x="7830783" y="137518"/>
                  </a:lnTo>
                  <a:lnTo>
                    <a:pt x="7830909" y="137518"/>
                  </a:lnTo>
                  <a:lnTo>
                    <a:pt x="7831036" y="137518"/>
                  </a:lnTo>
                  <a:lnTo>
                    <a:pt x="7831162" y="137518"/>
                  </a:lnTo>
                  <a:lnTo>
                    <a:pt x="7831288" y="137518"/>
                  </a:lnTo>
                  <a:lnTo>
                    <a:pt x="7831414" y="137518"/>
                  </a:lnTo>
                  <a:lnTo>
                    <a:pt x="7831541" y="137518"/>
                  </a:lnTo>
                  <a:lnTo>
                    <a:pt x="7831667" y="137518"/>
                  </a:lnTo>
                  <a:lnTo>
                    <a:pt x="7831793" y="137518"/>
                  </a:lnTo>
                  <a:lnTo>
                    <a:pt x="7831919" y="137518"/>
                  </a:lnTo>
                  <a:lnTo>
                    <a:pt x="7832046" y="137518"/>
                  </a:lnTo>
                  <a:lnTo>
                    <a:pt x="7832172" y="137518"/>
                  </a:lnTo>
                  <a:lnTo>
                    <a:pt x="7832298" y="137518"/>
                  </a:lnTo>
                  <a:lnTo>
                    <a:pt x="7832424" y="137518"/>
                  </a:lnTo>
                  <a:lnTo>
                    <a:pt x="7832551" y="137518"/>
                  </a:lnTo>
                  <a:lnTo>
                    <a:pt x="7832677" y="137518"/>
                  </a:lnTo>
                  <a:lnTo>
                    <a:pt x="7832803" y="137518"/>
                  </a:lnTo>
                  <a:lnTo>
                    <a:pt x="7832929" y="137518"/>
                  </a:lnTo>
                  <a:lnTo>
                    <a:pt x="7833056" y="137518"/>
                  </a:lnTo>
                  <a:lnTo>
                    <a:pt x="7833182" y="137518"/>
                  </a:lnTo>
                  <a:lnTo>
                    <a:pt x="7833308" y="137518"/>
                  </a:lnTo>
                  <a:lnTo>
                    <a:pt x="7833434" y="137518"/>
                  </a:lnTo>
                  <a:lnTo>
                    <a:pt x="7833561" y="137518"/>
                  </a:lnTo>
                  <a:lnTo>
                    <a:pt x="7833687" y="137518"/>
                  </a:lnTo>
                  <a:lnTo>
                    <a:pt x="7833813" y="137518"/>
                  </a:lnTo>
                  <a:lnTo>
                    <a:pt x="7833939" y="137518"/>
                  </a:lnTo>
                  <a:lnTo>
                    <a:pt x="7834066" y="137518"/>
                  </a:lnTo>
                  <a:lnTo>
                    <a:pt x="7834192" y="137518"/>
                  </a:lnTo>
                  <a:lnTo>
                    <a:pt x="7834318" y="137518"/>
                  </a:lnTo>
                  <a:lnTo>
                    <a:pt x="7834444" y="137518"/>
                  </a:lnTo>
                  <a:lnTo>
                    <a:pt x="7834571" y="137518"/>
                  </a:lnTo>
                  <a:lnTo>
                    <a:pt x="7834697" y="137518"/>
                  </a:lnTo>
                  <a:lnTo>
                    <a:pt x="7834823" y="137518"/>
                  </a:lnTo>
                  <a:lnTo>
                    <a:pt x="7834949" y="137518"/>
                  </a:lnTo>
                  <a:lnTo>
                    <a:pt x="7835076" y="137518"/>
                  </a:lnTo>
                  <a:lnTo>
                    <a:pt x="7835202" y="137518"/>
                  </a:lnTo>
                  <a:lnTo>
                    <a:pt x="7835328" y="137518"/>
                  </a:lnTo>
                  <a:lnTo>
                    <a:pt x="7835455" y="137518"/>
                  </a:lnTo>
                  <a:lnTo>
                    <a:pt x="7835581" y="137518"/>
                  </a:lnTo>
                  <a:lnTo>
                    <a:pt x="7835707" y="137518"/>
                  </a:lnTo>
                  <a:lnTo>
                    <a:pt x="7835833" y="137518"/>
                  </a:lnTo>
                  <a:lnTo>
                    <a:pt x="7835960" y="137518"/>
                  </a:lnTo>
                  <a:lnTo>
                    <a:pt x="7836086" y="137518"/>
                  </a:lnTo>
                  <a:lnTo>
                    <a:pt x="7836212" y="137518"/>
                  </a:lnTo>
                  <a:lnTo>
                    <a:pt x="7836338" y="137518"/>
                  </a:lnTo>
                  <a:lnTo>
                    <a:pt x="7836465" y="137518"/>
                  </a:lnTo>
                  <a:lnTo>
                    <a:pt x="7836591" y="137518"/>
                  </a:lnTo>
                  <a:lnTo>
                    <a:pt x="7836717" y="137518"/>
                  </a:lnTo>
                  <a:lnTo>
                    <a:pt x="7836843" y="137518"/>
                  </a:lnTo>
                  <a:lnTo>
                    <a:pt x="7836970" y="137518"/>
                  </a:lnTo>
                  <a:lnTo>
                    <a:pt x="7837096" y="137518"/>
                  </a:lnTo>
                  <a:lnTo>
                    <a:pt x="7837222" y="137518"/>
                  </a:lnTo>
                  <a:lnTo>
                    <a:pt x="7837348" y="137518"/>
                  </a:lnTo>
                  <a:lnTo>
                    <a:pt x="7837475" y="137518"/>
                  </a:lnTo>
                  <a:lnTo>
                    <a:pt x="7837601" y="137518"/>
                  </a:lnTo>
                  <a:lnTo>
                    <a:pt x="7837727" y="137518"/>
                  </a:lnTo>
                  <a:lnTo>
                    <a:pt x="7837853" y="137518"/>
                  </a:lnTo>
                  <a:lnTo>
                    <a:pt x="7837980" y="137518"/>
                  </a:lnTo>
                  <a:lnTo>
                    <a:pt x="7838106" y="137518"/>
                  </a:lnTo>
                  <a:lnTo>
                    <a:pt x="7838232" y="137518"/>
                  </a:lnTo>
                  <a:lnTo>
                    <a:pt x="7838358" y="137518"/>
                  </a:lnTo>
                  <a:lnTo>
                    <a:pt x="7838485" y="137518"/>
                  </a:lnTo>
                  <a:lnTo>
                    <a:pt x="7838611" y="137518"/>
                  </a:lnTo>
                  <a:lnTo>
                    <a:pt x="7838737" y="137518"/>
                  </a:lnTo>
                  <a:lnTo>
                    <a:pt x="7838863" y="137518"/>
                  </a:lnTo>
                  <a:lnTo>
                    <a:pt x="7838990" y="137518"/>
                  </a:lnTo>
                  <a:lnTo>
                    <a:pt x="7839116" y="137518"/>
                  </a:lnTo>
                  <a:lnTo>
                    <a:pt x="7839242" y="137518"/>
                  </a:lnTo>
                  <a:lnTo>
                    <a:pt x="7839368" y="137518"/>
                  </a:lnTo>
                  <a:lnTo>
                    <a:pt x="7839495" y="137518"/>
                  </a:lnTo>
                  <a:lnTo>
                    <a:pt x="7839621" y="137518"/>
                  </a:lnTo>
                  <a:lnTo>
                    <a:pt x="7839747" y="137518"/>
                  </a:lnTo>
                  <a:lnTo>
                    <a:pt x="7839873" y="137518"/>
                  </a:lnTo>
                  <a:lnTo>
                    <a:pt x="7840000" y="137518"/>
                  </a:lnTo>
                  <a:lnTo>
                    <a:pt x="7840126" y="137518"/>
                  </a:lnTo>
                  <a:lnTo>
                    <a:pt x="7840252" y="137518"/>
                  </a:lnTo>
                  <a:lnTo>
                    <a:pt x="7840379" y="137518"/>
                  </a:lnTo>
                  <a:lnTo>
                    <a:pt x="7840505" y="137518"/>
                  </a:lnTo>
                  <a:lnTo>
                    <a:pt x="7840631" y="137518"/>
                  </a:lnTo>
                  <a:lnTo>
                    <a:pt x="7840757" y="137518"/>
                  </a:lnTo>
                  <a:lnTo>
                    <a:pt x="7840884" y="137518"/>
                  </a:lnTo>
                  <a:lnTo>
                    <a:pt x="7841010" y="137518"/>
                  </a:lnTo>
                  <a:lnTo>
                    <a:pt x="7841010" y="132607"/>
                  </a:lnTo>
                  <a:lnTo>
                    <a:pt x="7841136" y="132607"/>
                  </a:lnTo>
                  <a:lnTo>
                    <a:pt x="7841262" y="132607"/>
                  </a:lnTo>
                  <a:lnTo>
                    <a:pt x="7841389" y="132607"/>
                  </a:lnTo>
                  <a:lnTo>
                    <a:pt x="7841515" y="132607"/>
                  </a:lnTo>
                  <a:lnTo>
                    <a:pt x="7841641" y="132607"/>
                  </a:lnTo>
                  <a:lnTo>
                    <a:pt x="7841767" y="132607"/>
                  </a:lnTo>
                  <a:lnTo>
                    <a:pt x="7841894" y="132607"/>
                  </a:lnTo>
                  <a:lnTo>
                    <a:pt x="7842020" y="132607"/>
                  </a:lnTo>
                  <a:lnTo>
                    <a:pt x="7842146" y="132607"/>
                  </a:lnTo>
                  <a:lnTo>
                    <a:pt x="7842272" y="132607"/>
                  </a:lnTo>
                  <a:lnTo>
                    <a:pt x="7842399" y="132607"/>
                  </a:lnTo>
                  <a:lnTo>
                    <a:pt x="7842525" y="132607"/>
                  </a:lnTo>
                  <a:lnTo>
                    <a:pt x="7842651" y="132607"/>
                  </a:lnTo>
                  <a:lnTo>
                    <a:pt x="7842777" y="132607"/>
                  </a:lnTo>
                  <a:lnTo>
                    <a:pt x="7842904" y="132607"/>
                  </a:lnTo>
                  <a:lnTo>
                    <a:pt x="7843030" y="132607"/>
                  </a:lnTo>
                  <a:lnTo>
                    <a:pt x="7843156" y="132607"/>
                  </a:lnTo>
                  <a:lnTo>
                    <a:pt x="7843282" y="132607"/>
                  </a:lnTo>
                  <a:lnTo>
                    <a:pt x="7843409" y="132607"/>
                  </a:lnTo>
                  <a:lnTo>
                    <a:pt x="7843535" y="132607"/>
                  </a:lnTo>
                  <a:lnTo>
                    <a:pt x="7843661" y="132607"/>
                  </a:lnTo>
                  <a:lnTo>
                    <a:pt x="7843787" y="132607"/>
                  </a:lnTo>
                  <a:lnTo>
                    <a:pt x="7843787" y="127695"/>
                  </a:lnTo>
                  <a:lnTo>
                    <a:pt x="7843914" y="127695"/>
                  </a:lnTo>
                  <a:lnTo>
                    <a:pt x="7844040" y="127695"/>
                  </a:lnTo>
                  <a:lnTo>
                    <a:pt x="7844166" y="127695"/>
                  </a:lnTo>
                  <a:lnTo>
                    <a:pt x="7844292" y="127695"/>
                  </a:lnTo>
                  <a:lnTo>
                    <a:pt x="7844419" y="127695"/>
                  </a:lnTo>
                  <a:lnTo>
                    <a:pt x="7844545" y="127695"/>
                  </a:lnTo>
                  <a:lnTo>
                    <a:pt x="7844671" y="127695"/>
                  </a:lnTo>
                  <a:lnTo>
                    <a:pt x="7844797" y="127695"/>
                  </a:lnTo>
                  <a:lnTo>
                    <a:pt x="7844924" y="127695"/>
                  </a:lnTo>
                  <a:lnTo>
                    <a:pt x="7845050" y="127695"/>
                  </a:lnTo>
                  <a:lnTo>
                    <a:pt x="7845176" y="127695"/>
                  </a:lnTo>
                  <a:lnTo>
                    <a:pt x="7845303" y="127695"/>
                  </a:lnTo>
                  <a:lnTo>
                    <a:pt x="7845429" y="127695"/>
                  </a:lnTo>
                  <a:lnTo>
                    <a:pt x="7845555" y="127695"/>
                  </a:lnTo>
                  <a:lnTo>
                    <a:pt x="7845681" y="127695"/>
                  </a:lnTo>
                  <a:lnTo>
                    <a:pt x="7845808" y="127695"/>
                  </a:lnTo>
                  <a:lnTo>
                    <a:pt x="7845934" y="127695"/>
                  </a:lnTo>
                  <a:lnTo>
                    <a:pt x="7846060" y="127695"/>
                  </a:lnTo>
                  <a:lnTo>
                    <a:pt x="7846186" y="127695"/>
                  </a:lnTo>
                  <a:lnTo>
                    <a:pt x="7846313" y="127695"/>
                  </a:lnTo>
                  <a:lnTo>
                    <a:pt x="7846439" y="127695"/>
                  </a:lnTo>
                  <a:lnTo>
                    <a:pt x="7846565" y="127695"/>
                  </a:lnTo>
                  <a:lnTo>
                    <a:pt x="7846691" y="127695"/>
                  </a:lnTo>
                  <a:lnTo>
                    <a:pt x="7846818" y="127695"/>
                  </a:lnTo>
                  <a:lnTo>
                    <a:pt x="7846944" y="127695"/>
                  </a:lnTo>
                  <a:lnTo>
                    <a:pt x="7847070" y="127695"/>
                  </a:lnTo>
                  <a:lnTo>
                    <a:pt x="7847196" y="127695"/>
                  </a:lnTo>
                  <a:lnTo>
                    <a:pt x="7847323" y="127695"/>
                  </a:lnTo>
                  <a:lnTo>
                    <a:pt x="7847449" y="127695"/>
                  </a:lnTo>
                  <a:lnTo>
                    <a:pt x="7847575" y="127695"/>
                  </a:lnTo>
                  <a:lnTo>
                    <a:pt x="7847701" y="127695"/>
                  </a:lnTo>
                  <a:lnTo>
                    <a:pt x="7847828" y="127695"/>
                  </a:lnTo>
                  <a:lnTo>
                    <a:pt x="7847954" y="127695"/>
                  </a:lnTo>
                  <a:lnTo>
                    <a:pt x="7848080" y="127695"/>
                  </a:lnTo>
                  <a:lnTo>
                    <a:pt x="7848206" y="127695"/>
                  </a:lnTo>
                  <a:lnTo>
                    <a:pt x="7848333" y="127695"/>
                  </a:lnTo>
                  <a:lnTo>
                    <a:pt x="7848459" y="127695"/>
                  </a:lnTo>
                  <a:lnTo>
                    <a:pt x="7848585" y="127695"/>
                  </a:lnTo>
                  <a:lnTo>
                    <a:pt x="7848711" y="127695"/>
                  </a:lnTo>
                  <a:lnTo>
                    <a:pt x="7848838" y="127695"/>
                  </a:lnTo>
                  <a:lnTo>
                    <a:pt x="7848964" y="127695"/>
                  </a:lnTo>
                  <a:lnTo>
                    <a:pt x="7849090" y="127695"/>
                  </a:lnTo>
                  <a:lnTo>
                    <a:pt x="7849216" y="127695"/>
                  </a:lnTo>
                  <a:lnTo>
                    <a:pt x="7849343" y="127695"/>
                  </a:lnTo>
                  <a:lnTo>
                    <a:pt x="7849469" y="127695"/>
                  </a:lnTo>
                  <a:lnTo>
                    <a:pt x="7849595" y="127695"/>
                  </a:lnTo>
                  <a:lnTo>
                    <a:pt x="7849721" y="127695"/>
                  </a:lnTo>
                  <a:lnTo>
                    <a:pt x="7849848" y="127695"/>
                  </a:lnTo>
                  <a:lnTo>
                    <a:pt x="7849974" y="127695"/>
                  </a:lnTo>
                  <a:lnTo>
                    <a:pt x="7850100" y="127695"/>
                  </a:lnTo>
                  <a:lnTo>
                    <a:pt x="7850226" y="127695"/>
                  </a:lnTo>
                  <a:lnTo>
                    <a:pt x="7850353" y="127695"/>
                  </a:lnTo>
                  <a:lnTo>
                    <a:pt x="7850479" y="127695"/>
                  </a:lnTo>
                  <a:lnTo>
                    <a:pt x="7850605" y="127695"/>
                  </a:lnTo>
                  <a:lnTo>
                    <a:pt x="7850732" y="127695"/>
                  </a:lnTo>
                  <a:lnTo>
                    <a:pt x="7850858" y="127695"/>
                  </a:lnTo>
                  <a:lnTo>
                    <a:pt x="7850984" y="127695"/>
                  </a:lnTo>
                  <a:lnTo>
                    <a:pt x="7851110" y="127695"/>
                  </a:lnTo>
                  <a:lnTo>
                    <a:pt x="7851237" y="127695"/>
                  </a:lnTo>
                  <a:lnTo>
                    <a:pt x="7851363" y="127695"/>
                  </a:lnTo>
                  <a:lnTo>
                    <a:pt x="7851489" y="127695"/>
                  </a:lnTo>
                  <a:lnTo>
                    <a:pt x="7851615" y="127695"/>
                  </a:lnTo>
                  <a:lnTo>
                    <a:pt x="7851742" y="127695"/>
                  </a:lnTo>
                  <a:lnTo>
                    <a:pt x="7851868" y="127695"/>
                  </a:lnTo>
                  <a:lnTo>
                    <a:pt x="7851994" y="127695"/>
                  </a:lnTo>
                  <a:lnTo>
                    <a:pt x="7852120" y="127695"/>
                  </a:lnTo>
                  <a:lnTo>
                    <a:pt x="7852247" y="127695"/>
                  </a:lnTo>
                  <a:lnTo>
                    <a:pt x="7852373" y="127695"/>
                  </a:lnTo>
                  <a:lnTo>
                    <a:pt x="7852499" y="127695"/>
                  </a:lnTo>
                  <a:lnTo>
                    <a:pt x="7852625" y="127695"/>
                  </a:lnTo>
                  <a:lnTo>
                    <a:pt x="7852752" y="127695"/>
                  </a:lnTo>
                  <a:lnTo>
                    <a:pt x="7852878" y="127695"/>
                  </a:lnTo>
                  <a:lnTo>
                    <a:pt x="7853004" y="127695"/>
                  </a:lnTo>
                  <a:lnTo>
                    <a:pt x="7853130" y="127695"/>
                  </a:lnTo>
                  <a:lnTo>
                    <a:pt x="7853257" y="127695"/>
                  </a:lnTo>
                  <a:lnTo>
                    <a:pt x="7853383" y="127695"/>
                  </a:lnTo>
                  <a:lnTo>
                    <a:pt x="7853509" y="127695"/>
                  </a:lnTo>
                  <a:lnTo>
                    <a:pt x="7853635" y="127695"/>
                  </a:lnTo>
                  <a:lnTo>
                    <a:pt x="7853762" y="127695"/>
                  </a:lnTo>
                  <a:lnTo>
                    <a:pt x="7853888" y="127695"/>
                  </a:lnTo>
                  <a:lnTo>
                    <a:pt x="7854014" y="127695"/>
                  </a:lnTo>
                  <a:lnTo>
                    <a:pt x="7854140" y="127695"/>
                  </a:lnTo>
                  <a:lnTo>
                    <a:pt x="7854267" y="127695"/>
                  </a:lnTo>
                  <a:lnTo>
                    <a:pt x="7854393" y="127695"/>
                  </a:lnTo>
                  <a:lnTo>
                    <a:pt x="7854519" y="127695"/>
                  </a:lnTo>
                  <a:lnTo>
                    <a:pt x="7854645" y="127695"/>
                  </a:lnTo>
                  <a:lnTo>
                    <a:pt x="7854772" y="127695"/>
                  </a:lnTo>
                  <a:lnTo>
                    <a:pt x="7854898" y="127695"/>
                  </a:lnTo>
                  <a:lnTo>
                    <a:pt x="7855024" y="127695"/>
                  </a:lnTo>
                  <a:lnTo>
                    <a:pt x="7855150" y="127695"/>
                  </a:lnTo>
                  <a:lnTo>
                    <a:pt x="7855277" y="127695"/>
                  </a:lnTo>
                  <a:lnTo>
                    <a:pt x="7855403" y="127695"/>
                  </a:lnTo>
                  <a:lnTo>
                    <a:pt x="7855529" y="127695"/>
                  </a:lnTo>
                  <a:lnTo>
                    <a:pt x="7855656" y="127695"/>
                  </a:lnTo>
                  <a:lnTo>
                    <a:pt x="7855782" y="127695"/>
                  </a:lnTo>
                  <a:lnTo>
                    <a:pt x="7855908" y="127695"/>
                  </a:lnTo>
                  <a:lnTo>
                    <a:pt x="7856034" y="127695"/>
                  </a:lnTo>
                  <a:lnTo>
                    <a:pt x="7856161" y="127695"/>
                  </a:lnTo>
                  <a:lnTo>
                    <a:pt x="7856287" y="127695"/>
                  </a:lnTo>
                  <a:lnTo>
                    <a:pt x="7856413" y="127695"/>
                  </a:lnTo>
                  <a:lnTo>
                    <a:pt x="7856539" y="127695"/>
                  </a:lnTo>
                  <a:lnTo>
                    <a:pt x="7856666" y="127695"/>
                  </a:lnTo>
                  <a:lnTo>
                    <a:pt x="7856792" y="127695"/>
                  </a:lnTo>
                  <a:lnTo>
                    <a:pt x="7856918" y="127695"/>
                  </a:lnTo>
                  <a:lnTo>
                    <a:pt x="7857044" y="127695"/>
                  </a:lnTo>
                  <a:lnTo>
                    <a:pt x="7857171" y="127695"/>
                  </a:lnTo>
                  <a:lnTo>
                    <a:pt x="7857297" y="127695"/>
                  </a:lnTo>
                  <a:lnTo>
                    <a:pt x="7857423" y="127695"/>
                  </a:lnTo>
                  <a:lnTo>
                    <a:pt x="7857549" y="127695"/>
                  </a:lnTo>
                  <a:lnTo>
                    <a:pt x="7857676" y="127695"/>
                  </a:lnTo>
                  <a:lnTo>
                    <a:pt x="7857802" y="127695"/>
                  </a:lnTo>
                  <a:lnTo>
                    <a:pt x="7857928" y="127695"/>
                  </a:lnTo>
                  <a:lnTo>
                    <a:pt x="7858054" y="127695"/>
                  </a:lnTo>
                  <a:lnTo>
                    <a:pt x="7858181" y="127695"/>
                  </a:lnTo>
                  <a:lnTo>
                    <a:pt x="7858307" y="127695"/>
                  </a:lnTo>
                  <a:lnTo>
                    <a:pt x="7858433" y="127695"/>
                  </a:lnTo>
                  <a:lnTo>
                    <a:pt x="7858559" y="127695"/>
                  </a:lnTo>
                  <a:lnTo>
                    <a:pt x="7858686" y="127695"/>
                  </a:lnTo>
                  <a:lnTo>
                    <a:pt x="7858812" y="127695"/>
                  </a:lnTo>
                  <a:lnTo>
                    <a:pt x="7858938" y="127695"/>
                  </a:lnTo>
                  <a:lnTo>
                    <a:pt x="7859064" y="127695"/>
                  </a:lnTo>
                  <a:lnTo>
                    <a:pt x="7859191" y="127695"/>
                  </a:lnTo>
                  <a:lnTo>
                    <a:pt x="7859317" y="127695"/>
                  </a:lnTo>
                  <a:lnTo>
                    <a:pt x="7859443" y="127695"/>
                  </a:lnTo>
                  <a:lnTo>
                    <a:pt x="7859569" y="127695"/>
                  </a:lnTo>
                  <a:lnTo>
                    <a:pt x="7859696" y="127695"/>
                  </a:lnTo>
                  <a:lnTo>
                    <a:pt x="7859822" y="127695"/>
                  </a:lnTo>
                  <a:lnTo>
                    <a:pt x="7859948" y="127695"/>
                  </a:lnTo>
                  <a:lnTo>
                    <a:pt x="7860074" y="127695"/>
                  </a:lnTo>
                  <a:lnTo>
                    <a:pt x="7860201" y="127695"/>
                  </a:lnTo>
                  <a:lnTo>
                    <a:pt x="7860327" y="127695"/>
                  </a:lnTo>
                  <a:lnTo>
                    <a:pt x="7860453" y="127695"/>
                  </a:lnTo>
                  <a:lnTo>
                    <a:pt x="7860579" y="127695"/>
                  </a:lnTo>
                  <a:lnTo>
                    <a:pt x="7860706" y="127695"/>
                  </a:lnTo>
                  <a:lnTo>
                    <a:pt x="7860832" y="127695"/>
                  </a:lnTo>
                  <a:lnTo>
                    <a:pt x="7860958" y="127695"/>
                  </a:lnTo>
                  <a:lnTo>
                    <a:pt x="7861085" y="127695"/>
                  </a:lnTo>
                  <a:lnTo>
                    <a:pt x="7861211" y="127695"/>
                  </a:lnTo>
                  <a:lnTo>
                    <a:pt x="7861337" y="127695"/>
                  </a:lnTo>
                  <a:lnTo>
                    <a:pt x="7861463" y="127695"/>
                  </a:lnTo>
                  <a:lnTo>
                    <a:pt x="7861590" y="127695"/>
                  </a:lnTo>
                  <a:lnTo>
                    <a:pt x="7861716" y="127695"/>
                  </a:lnTo>
                  <a:lnTo>
                    <a:pt x="7861842" y="127695"/>
                  </a:lnTo>
                  <a:lnTo>
                    <a:pt x="7861968" y="127695"/>
                  </a:lnTo>
                  <a:lnTo>
                    <a:pt x="7862095" y="127695"/>
                  </a:lnTo>
                  <a:lnTo>
                    <a:pt x="7862221" y="127695"/>
                  </a:lnTo>
                  <a:lnTo>
                    <a:pt x="7862347" y="127695"/>
                  </a:lnTo>
                  <a:lnTo>
                    <a:pt x="7862473" y="127695"/>
                  </a:lnTo>
                  <a:lnTo>
                    <a:pt x="7862600" y="127695"/>
                  </a:lnTo>
                  <a:lnTo>
                    <a:pt x="7862726" y="127695"/>
                  </a:lnTo>
                  <a:lnTo>
                    <a:pt x="7862852" y="127695"/>
                  </a:lnTo>
                  <a:lnTo>
                    <a:pt x="7862978" y="127695"/>
                  </a:lnTo>
                  <a:lnTo>
                    <a:pt x="7863105" y="127695"/>
                  </a:lnTo>
                  <a:lnTo>
                    <a:pt x="7863231" y="127695"/>
                  </a:lnTo>
                  <a:lnTo>
                    <a:pt x="7863357" y="127695"/>
                  </a:lnTo>
                  <a:lnTo>
                    <a:pt x="7863483" y="127695"/>
                  </a:lnTo>
                  <a:lnTo>
                    <a:pt x="7863610" y="127695"/>
                  </a:lnTo>
                  <a:lnTo>
                    <a:pt x="7863736" y="127695"/>
                  </a:lnTo>
                  <a:lnTo>
                    <a:pt x="7863862" y="127695"/>
                  </a:lnTo>
                  <a:lnTo>
                    <a:pt x="7863988" y="127695"/>
                  </a:lnTo>
                  <a:lnTo>
                    <a:pt x="7864115" y="127695"/>
                  </a:lnTo>
                  <a:lnTo>
                    <a:pt x="7864241" y="127695"/>
                  </a:lnTo>
                  <a:lnTo>
                    <a:pt x="7864367" y="127695"/>
                  </a:lnTo>
                  <a:lnTo>
                    <a:pt x="7864493" y="127695"/>
                  </a:lnTo>
                  <a:lnTo>
                    <a:pt x="7864620" y="127695"/>
                  </a:lnTo>
                  <a:lnTo>
                    <a:pt x="7864746" y="127695"/>
                  </a:lnTo>
                  <a:lnTo>
                    <a:pt x="7864872" y="127695"/>
                  </a:lnTo>
                  <a:lnTo>
                    <a:pt x="7864998" y="127695"/>
                  </a:lnTo>
                  <a:lnTo>
                    <a:pt x="7865125" y="127695"/>
                  </a:lnTo>
                  <a:lnTo>
                    <a:pt x="7865251" y="127695"/>
                  </a:lnTo>
                  <a:lnTo>
                    <a:pt x="7865377" y="127695"/>
                  </a:lnTo>
                  <a:lnTo>
                    <a:pt x="7865503" y="127695"/>
                  </a:lnTo>
                  <a:lnTo>
                    <a:pt x="7865630" y="127695"/>
                  </a:lnTo>
                  <a:lnTo>
                    <a:pt x="7865756" y="127695"/>
                  </a:lnTo>
                  <a:lnTo>
                    <a:pt x="7865882" y="127695"/>
                  </a:lnTo>
                  <a:lnTo>
                    <a:pt x="7866009" y="127695"/>
                  </a:lnTo>
                  <a:lnTo>
                    <a:pt x="7866135" y="127695"/>
                  </a:lnTo>
                  <a:lnTo>
                    <a:pt x="7866261" y="127695"/>
                  </a:lnTo>
                  <a:lnTo>
                    <a:pt x="7866387" y="127695"/>
                  </a:lnTo>
                  <a:lnTo>
                    <a:pt x="7866514" y="127695"/>
                  </a:lnTo>
                  <a:lnTo>
                    <a:pt x="7866640" y="127695"/>
                  </a:lnTo>
                  <a:lnTo>
                    <a:pt x="7866766" y="127695"/>
                  </a:lnTo>
                  <a:lnTo>
                    <a:pt x="7866892" y="127695"/>
                  </a:lnTo>
                  <a:lnTo>
                    <a:pt x="7867019" y="127695"/>
                  </a:lnTo>
                  <a:lnTo>
                    <a:pt x="7867145" y="127695"/>
                  </a:lnTo>
                  <a:lnTo>
                    <a:pt x="7867271" y="127695"/>
                  </a:lnTo>
                  <a:lnTo>
                    <a:pt x="7867397" y="127695"/>
                  </a:lnTo>
                  <a:lnTo>
                    <a:pt x="7867524" y="127695"/>
                  </a:lnTo>
                  <a:lnTo>
                    <a:pt x="7867650" y="127695"/>
                  </a:lnTo>
                  <a:lnTo>
                    <a:pt x="7867776" y="127695"/>
                  </a:lnTo>
                  <a:lnTo>
                    <a:pt x="7867902" y="127695"/>
                  </a:lnTo>
                  <a:lnTo>
                    <a:pt x="7868029" y="127695"/>
                  </a:lnTo>
                  <a:lnTo>
                    <a:pt x="7868155" y="127695"/>
                  </a:lnTo>
                  <a:lnTo>
                    <a:pt x="7868281" y="127695"/>
                  </a:lnTo>
                  <a:lnTo>
                    <a:pt x="7868407" y="127695"/>
                  </a:lnTo>
                  <a:lnTo>
                    <a:pt x="7868534" y="127695"/>
                  </a:lnTo>
                  <a:lnTo>
                    <a:pt x="7868660" y="127695"/>
                  </a:lnTo>
                  <a:lnTo>
                    <a:pt x="7868786" y="127695"/>
                  </a:lnTo>
                  <a:lnTo>
                    <a:pt x="7868912" y="127695"/>
                  </a:lnTo>
                  <a:lnTo>
                    <a:pt x="7869039" y="127695"/>
                  </a:lnTo>
                  <a:lnTo>
                    <a:pt x="7869165" y="127695"/>
                  </a:lnTo>
                  <a:lnTo>
                    <a:pt x="7869291" y="127695"/>
                  </a:lnTo>
                  <a:lnTo>
                    <a:pt x="7869417" y="127695"/>
                  </a:lnTo>
                  <a:lnTo>
                    <a:pt x="7869544" y="127695"/>
                  </a:lnTo>
                  <a:lnTo>
                    <a:pt x="7869670" y="127695"/>
                  </a:lnTo>
                  <a:lnTo>
                    <a:pt x="7869796" y="127695"/>
                  </a:lnTo>
                  <a:lnTo>
                    <a:pt x="7869922" y="127695"/>
                  </a:lnTo>
                  <a:lnTo>
                    <a:pt x="7870049" y="127695"/>
                  </a:lnTo>
                  <a:lnTo>
                    <a:pt x="7870175" y="127695"/>
                  </a:lnTo>
                  <a:lnTo>
                    <a:pt x="7870301" y="127695"/>
                  </a:lnTo>
                  <a:lnTo>
                    <a:pt x="7870427" y="127695"/>
                  </a:lnTo>
                  <a:lnTo>
                    <a:pt x="7870554" y="127695"/>
                  </a:lnTo>
                  <a:lnTo>
                    <a:pt x="7870680" y="127695"/>
                  </a:lnTo>
                  <a:lnTo>
                    <a:pt x="7870806" y="127695"/>
                  </a:lnTo>
                  <a:lnTo>
                    <a:pt x="7870932" y="127695"/>
                  </a:lnTo>
                  <a:lnTo>
                    <a:pt x="7871059" y="127695"/>
                  </a:lnTo>
                  <a:lnTo>
                    <a:pt x="7871185" y="127695"/>
                  </a:lnTo>
                  <a:lnTo>
                    <a:pt x="7871311" y="127695"/>
                  </a:lnTo>
                  <a:lnTo>
                    <a:pt x="7871438" y="127695"/>
                  </a:lnTo>
                  <a:lnTo>
                    <a:pt x="7871564" y="127695"/>
                  </a:lnTo>
                  <a:lnTo>
                    <a:pt x="7871690" y="127695"/>
                  </a:lnTo>
                  <a:lnTo>
                    <a:pt x="7871816" y="127695"/>
                  </a:lnTo>
                  <a:lnTo>
                    <a:pt x="7871943" y="127695"/>
                  </a:lnTo>
                  <a:lnTo>
                    <a:pt x="7872069" y="127695"/>
                  </a:lnTo>
                  <a:lnTo>
                    <a:pt x="7872195" y="127695"/>
                  </a:lnTo>
                  <a:lnTo>
                    <a:pt x="7872321" y="127695"/>
                  </a:lnTo>
                  <a:lnTo>
                    <a:pt x="7872448" y="127695"/>
                  </a:lnTo>
                  <a:lnTo>
                    <a:pt x="7872574" y="127695"/>
                  </a:lnTo>
                  <a:lnTo>
                    <a:pt x="7872700" y="127695"/>
                  </a:lnTo>
                  <a:lnTo>
                    <a:pt x="7872826" y="127695"/>
                  </a:lnTo>
                  <a:lnTo>
                    <a:pt x="7872953" y="127695"/>
                  </a:lnTo>
                  <a:lnTo>
                    <a:pt x="7873079" y="127695"/>
                  </a:lnTo>
                  <a:lnTo>
                    <a:pt x="7873205" y="127695"/>
                  </a:lnTo>
                  <a:lnTo>
                    <a:pt x="7873331" y="127695"/>
                  </a:lnTo>
                  <a:lnTo>
                    <a:pt x="7873458" y="127695"/>
                  </a:lnTo>
                  <a:lnTo>
                    <a:pt x="7873584" y="127695"/>
                  </a:lnTo>
                  <a:lnTo>
                    <a:pt x="7873710" y="127695"/>
                  </a:lnTo>
                  <a:lnTo>
                    <a:pt x="7873836" y="127695"/>
                  </a:lnTo>
                  <a:lnTo>
                    <a:pt x="7873963" y="127695"/>
                  </a:lnTo>
                  <a:lnTo>
                    <a:pt x="7874089" y="127695"/>
                  </a:lnTo>
                  <a:lnTo>
                    <a:pt x="7874215" y="127695"/>
                  </a:lnTo>
                  <a:lnTo>
                    <a:pt x="7874341" y="127695"/>
                  </a:lnTo>
                  <a:lnTo>
                    <a:pt x="7874468" y="127695"/>
                  </a:lnTo>
                  <a:lnTo>
                    <a:pt x="7874594" y="127695"/>
                  </a:lnTo>
                  <a:lnTo>
                    <a:pt x="7874720" y="127695"/>
                  </a:lnTo>
                  <a:lnTo>
                    <a:pt x="7874846" y="127695"/>
                  </a:lnTo>
                  <a:lnTo>
                    <a:pt x="7874973" y="127695"/>
                  </a:lnTo>
                  <a:lnTo>
                    <a:pt x="7875099" y="127695"/>
                  </a:lnTo>
                  <a:lnTo>
                    <a:pt x="7875225" y="127695"/>
                  </a:lnTo>
                  <a:lnTo>
                    <a:pt x="7875351" y="127695"/>
                  </a:lnTo>
                  <a:lnTo>
                    <a:pt x="7875478" y="127695"/>
                  </a:lnTo>
                  <a:lnTo>
                    <a:pt x="7875604" y="127695"/>
                  </a:lnTo>
                  <a:lnTo>
                    <a:pt x="7875730" y="127695"/>
                  </a:lnTo>
                  <a:lnTo>
                    <a:pt x="7875856" y="127695"/>
                  </a:lnTo>
                  <a:lnTo>
                    <a:pt x="7875983" y="127695"/>
                  </a:lnTo>
                  <a:lnTo>
                    <a:pt x="7876109" y="127695"/>
                  </a:lnTo>
                  <a:lnTo>
                    <a:pt x="7876235" y="127695"/>
                  </a:lnTo>
                  <a:lnTo>
                    <a:pt x="7876362" y="127695"/>
                  </a:lnTo>
                  <a:lnTo>
                    <a:pt x="7876488" y="127695"/>
                  </a:lnTo>
                  <a:lnTo>
                    <a:pt x="7876614" y="127695"/>
                  </a:lnTo>
                  <a:lnTo>
                    <a:pt x="7876740" y="127695"/>
                  </a:lnTo>
                  <a:lnTo>
                    <a:pt x="7876867" y="127695"/>
                  </a:lnTo>
                  <a:lnTo>
                    <a:pt x="7876993" y="127695"/>
                  </a:lnTo>
                  <a:lnTo>
                    <a:pt x="7877119" y="127695"/>
                  </a:lnTo>
                  <a:lnTo>
                    <a:pt x="7877245" y="127695"/>
                  </a:lnTo>
                  <a:lnTo>
                    <a:pt x="7877372" y="127695"/>
                  </a:lnTo>
                  <a:lnTo>
                    <a:pt x="7877498" y="127695"/>
                  </a:lnTo>
                  <a:lnTo>
                    <a:pt x="7877624" y="127695"/>
                  </a:lnTo>
                  <a:lnTo>
                    <a:pt x="7877750" y="127695"/>
                  </a:lnTo>
                  <a:lnTo>
                    <a:pt x="7877877" y="127695"/>
                  </a:lnTo>
                  <a:lnTo>
                    <a:pt x="7878003" y="127695"/>
                  </a:lnTo>
                  <a:lnTo>
                    <a:pt x="7878129" y="127695"/>
                  </a:lnTo>
                  <a:lnTo>
                    <a:pt x="7878255" y="127695"/>
                  </a:lnTo>
                  <a:lnTo>
                    <a:pt x="7878382" y="127695"/>
                  </a:lnTo>
                  <a:lnTo>
                    <a:pt x="7878508" y="127695"/>
                  </a:lnTo>
                  <a:lnTo>
                    <a:pt x="7878634" y="127695"/>
                  </a:lnTo>
                  <a:lnTo>
                    <a:pt x="7878634" y="122784"/>
                  </a:lnTo>
                  <a:lnTo>
                    <a:pt x="7878760" y="122784"/>
                  </a:lnTo>
                  <a:lnTo>
                    <a:pt x="7878887" y="122784"/>
                  </a:lnTo>
                  <a:lnTo>
                    <a:pt x="7879013" y="122784"/>
                  </a:lnTo>
                  <a:lnTo>
                    <a:pt x="7879139" y="122784"/>
                  </a:lnTo>
                  <a:lnTo>
                    <a:pt x="7879265" y="122784"/>
                  </a:lnTo>
                  <a:lnTo>
                    <a:pt x="7879392" y="122784"/>
                  </a:lnTo>
                  <a:lnTo>
                    <a:pt x="7879518" y="122784"/>
                  </a:lnTo>
                  <a:lnTo>
                    <a:pt x="7879644" y="122784"/>
                  </a:lnTo>
                  <a:lnTo>
                    <a:pt x="7879770" y="122784"/>
                  </a:lnTo>
                  <a:lnTo>
                    <a:pt x="7879897" y="122784"/>
                  </a:lnTo>
                  <a:lnTo>
                    <a:pt x="7880023" y="122784"/>
                  </a:lnTo>
                  <a:lnTo>
                    <a:pt x="7880149" y="122784"/>
                  </a:lnTo>
                  <a:lnTo>
                    <a:pt x="7880275" y="122784"/>
                  </a:lnTo>
                  <a:lnTo>
                    <a:pt x="7880402" y="122784"/>
                  </a:lnTo>
                  <a:lnTo>
                    <a:pt x="7880528" y="122784"/>
                  </a:lnTo>
                  <a:lnTo>
                    <a:pt x="7880654" y="122784"/>
                  </a:lnTo>
                  <a:lnTo>
                    <a:pt x="7880780" y="122784"/>
                  </a:lnTo>
                  <a:lnTo>
                    <a:pt x="7880907" y="122784"/>
                  </a:lnTo>
                  <a:lnTo>
                    <a:pt x="7881033" y="122784"/>
                  </a:lnTo>
                  <a:lnTo>
                    <a:pt x="7881159" y="122784"/>
                  </a:lnTo>
                  <a:lnTo>
                    <a:pt x="7881285" y="122784"/>
                  </a:lnTo>
                  <a:lnTo>
                    <a:pt x="7881412" y="122784"/>
                  </a:lnTo>
                  <a:lnTo>
                    <a:pt x="7881538" y="122784"/>
                  </a:lnTo>
                  <a:lnTo>
                    <a:pt x="7881664" y="122784"/>
                  </a:lnTo>
                  <a:lnTo>
                    <a:pt x="7881791" y="122784"/>
                  </a:lnTo>
                  <a:lnTo>
                    <a:pt x="7881917" y="122784"/>
                  </a:lnTo>
                  <a:lnTo>
                    <a:pt x="7882043" y="122784"/>
                  </a:lnTo>
                  <a:lnTo>
                    <a:pt x="7882169" y="122784"/>
                  </a:lnTo>
                  <a:lnTo>
                    <a:pt x="7882296" y="122784"/>
                  </a:lnTo>
                  <a:lnTo>
                    <a:pt x="7882422" y="122784"/>
                  </a:lnTo>
                  <a:lnTo>
                    <a:pt x="7882548" y="122784"/>
                  </a:lnTo>
                  <a:lnTo>
                    <a:pt x="7882674" y="122784"/>
                  </a:lnTo>
                  <a:lnTo>
                    <a:pt x="7882801" y="122784"/>
                  </a:lnTo>
                  <a:lnTo>
                    <a:pt x="7882927" y="122784"/>
                  </a:lnTo>
                  <a:lnTo>
                    <a:pt x="7883053" y="122784"/>
                  </a:lnTo>
                  <a:lnTo>
                    <a:pt x="7883179" y="122784"/>
                  </a:lnTo>
                  <a:lnTo>
                    <a:pt x="7883306" y="122784"/>
                  </a:lnTo>
                  <a:lnTo>
                    <a:pt x="7883432" y="122784"/>
                  </a:lnTo>
                  <a:lnTo>
                    <a:pt x="7883558" y="122784"/>
                  </a:lnTo>
                  <a:lnTo>
                    <a:pt x="7883684" y="122784"/>
                  </a:lnTo>
                  <a:lnTo>
                    <a:pt x="7883811" y="122784"/>
                  </a:lnTo>
                  <a:lnTo>
                    <a:pt x="7883937" y="122784"/>
                  </a:lnTo>
                  <a:lnTo>
                    <a:pt x="7884063" y="122784"/>
                  </a:lnTo>
                  <a:lnTo>
                    <a:pt x="7884189" y="122784"/>
                  </a:lnTo>
                  <a:lnTo>
                    <a:pt x="7884316" y="122784"/>
                  </a:lnTo>
                  <a:lnTo>
                    <a:pt x="7884442" y="122784"/>
                  </a:lnTo>
                  <a:lnTo>
                    <a:pt x="7884568" y="122784"/>
                  </a:lnTo>
                  <a:lnTo>
                    <a:pt x="7884694" y="122784"/>
                  </a:lnTo>
                  <a:lnTo>
                    <a:pt x="7884821" y="122784"/>
                  </a:lnTo>
                  <a:lnTo>
                    <a:pt x="7884947" y="122784"/>
                  </a:lnTo>
                  <a:lnTo>
                    <a:pt x="7885073" y="122784"/>
                  </a:lnTo>
                  <a:lnTo>
                    <a:pt x="7885199" y="122784"/>
                  </a:lnTo>
                  <a:lnTo>
                    <a:pt x="7885326" y="122784"/>
                  </a:lnTo>
                  <a:lnTo>
                    <a:pt x="7885452" y="122784"/>
                  </a:lnTo>
                  <a:lnTo>
                    <a:pt x="7885578" y="122784"/>
                  </a:lnTo>
                  <a:lnTo>
                    <a:pt x="7885704" y="122784"/>
                  </a:lnTo>
                  <a:lnTo>
                    <a:pt x="7885831" y="122784"/>
                  </a:lnTo>
                  <a:lnTo>
                    <a:pt x="7885957" y="122784"/>
                  </a:lnTo>
                  <a:lnTo>
                    <a:pt x="7886083" y="122784"/>
                  </a:lnTo>
                  <a:lnTo>
                    <a:pt x="7886209" y="122784"/>
                  </a:lnTo>
                  <a:lnTo>
                    <a:pt x="7886336" y="122784"/>
                  </a:lnTo>
                  <a:lnTo>
                    <a:pt x="7886462" y="122784"/>
                  </a:lnTo>
                  <a:lnTo>
                    <a:pt x="7886588" y="122784"/>
                  </a:lnTo>
                  <a:lnTo>
                    <a:pt x="7886715" y="122784"/>
                  </a:lnTo>
                  <a:lnTo>
                    <a:pt x="7886841" y="122784"/>
                  </a:lnTo>
                  <a:lnTo>
                    <a:pt x="7886967" y="122784"/>
                  </a:lnTo>
                  <a:lnTo>
                    <a:pt x="7887093" y="122784"/>
                  </a:lnTo>
                  <a:lnTo>
                    <a:pt x="7887220" y="122784"/>
                  </a:lnTo>
                  <a:lnTo>
                    <a:pt x="7887346" y="122784"/>
                  </a:lnTo>
                  <a:lnTo>
                    <a:pt x="7887472" y="122784"/>
                  </a:lnTo>
                  <a:lnTo>
                    <a:pt x="7887598" y="122784"/>
                  </a:lnTo>
                  <a:lnTo>
                    <a:pt x="7887725" y="122784"/>
                  </a:lnTo>
                  <a:lnTo>
                    <a:pt x="7887851" y="122784"/>
                  </a:lnTo>
                  <a:lnTo>
                    <a:pt x="7887977" y="122784"/>
                  </a:lnTo>
                  <a:lnTo>
                    <a:pt x="7888103" y="122784"/>
                  </a:lnTo>
                  <a:lnTo>
                    <a:pt x="7888230" y="122784"/>
                  </a:lnTo>
                  <a:lnTo>
                    <a:pt x="7888356" y="122784"/>
                  </a:lnTo>
                  <a:lnTo>
                    <a:pt x="7888482" y="122784"/>
                  </a:lnTo>
                  <a:lnTo>
                    <a:pt x="7888608" y="122784"/>
                  </a:lnTo>
                  <a:lnTo>
                    <a:pt x="7888735" y="122784"/>
                  </a:lnTo>
                  <a:lnTo>
                    <a:pt x="7888861" y="122784"/>
                  </a:lnTo>
                  <a:lnTo>
                    <a:pt x="7888987" y="122784"/>
                  </a:lnTo>
                  <a:lnTo>
                    <a:pt x="7889113" y="122784"/>
                  </a:lnTo>
                  <a:lnTo>
                    <a:pt x="7889240" y="122784"/>
                  </a:lnTo>
                  <a:lnTo>
                    <a:pt x="7889366" y="122784"/>
                  </a:lnTo>
                  <a:lnTo>
                    <a:pt x="7889492" y="122784"/>
                  </a:lnTo>
                  <a:lnTo>
                    <a:pt x="7889618" y="122784"/>
                  </a:lnTo>
                  <a:lnTo>
                    <a:pt x="7889745" y="122784"/>
                  </a:lnTo>
                  <a:lnTo>
                    <a:pt x="7889871" y="122784"/>
                  </a:lnTo>
                  <a:lnTo>
                    <a:pt x="7889997" y="122784"/>
                  </a:lnTo>
                  <a:lnTo>
                    <a:pt x="7890123" y="122784"/>
                  </a:lnTo>
                  <a:lnTo>
                    <a:pt x="7890250" y="122784"/>
                  </a:lnTo>
                  <a:lnTo>
                    <a:pt x="7890376" y="122784"/>
                  </a:lnTo>
                  <a:lnTo>
                    <a:pt x="7890502" y="122784"/>
                  </a:lnTo>
                  <a:lnTo>
                    <a:pt x="7890628" y="122784"/>
                  </a:lnTo>
                  <a:lnTo>
                    <a:pt x="7890755" y="122784"/>
                  </a:lnTo>
                  <a:lnTo>
                    <a:pt x="7890881" y="122784"/>
                  </a:lnTo>
                  <a:lnTo>
                    <a:pt x="7891007" y="122784"/>
                  </a:lnTo>
                  <a:lnTo>
                    <a:pt x="7891133" y="122784"/>
                  </a:lnTo>
                  <a:lnTo>
                    <a:pt x="7891260" y="122784"/>
                  </a:lnTo>
                  <a:lnTo>
                    <a:pt x="7891386" y="122784"/>
                  </a:lnTo>
                  <a:lnTo>
                    <a:pt x="7891512" y="122784"/>
                  </a:lnTo>
                  <a:lnTo>
                    <a:pt x="7891638" y="122784"/>
                  </a:lnTo>
                  <a:lnTo>
                    <a:pt x="7891765" y="122784"/>
                  </a:lnTo>
                  <a:lnTo>
                    <a:pt x="7891891" y="122784"/>
                  </a:lnTo>
                  <a:lnTo>
                    <a:pt x="7892017" y="122784"/>
                  </a:lnTo>
                  <a:lnTo>
                    <a:pt x="7892144" y="122784"/>
                  </a:lnTo>
                  <a:lnTo>
                    <a:pt x="7892270" y="122784"/>
                  </a:lnTo>
                  <a:lnTo>
                    <a:pt x="7892396" y="122784"/>
                  </a:lnTo>
                  <a:lnTo>
                    <a:pt x="7892522" y="122784"/>
                  </a:lnTo>
                  <a:lnTo>
                    <a:pt x="7892649" y="122784"/>
                  </a:lnTo>
                  <a:lnTo>
                    <a:pt x="7892775" y="122784"/>
                  </a:lnTo>
                  <a:lnTo>
                    <a:pt x="7892901" y="122784"/>
                  </a:lnTo>
                  <a:lnTo>
                    <a:pt x="7893027" y="122784"/>
                  </a:lnTo>
                  <a:lnTo>
                    <a:pt x="7893154" y="122784"/>
                  </a:lnTo>
                  <a:lnTo>
                    <a:pt x="7893280" y="122784"/>
                  </a:lnTo>
                  <a:lnTo>
                    <a:pt x="7893406" y="122784"/>
                  </a:lnTo>
                  <a:lnTo>
                    <a:pt x="7893532" y="122784"/>
                  </a:lnTo>
                  <a:lnTo>
                    <a:pt x="7893659" y="122784"/>
                  </a:lnTo>
                  <a:lnTo>
                    <a:pt x="7893785" y="122784"/>
                  </a:lnTo>
                  <a:lnTo>
                    <a:pt x="7893911" y="122784"/>
                  </a:lnTo>
                  <a:lnTo>
                    <a:pt x="7894037" y="122784"/>
                  </a:lnTo>
                  <a:lnTo>
                    <a:pt x="7894164" y="122784"/>
                  </a:lnTo>
                  <a:lnTo>
                    <a:pt x="7894290" y="122784"/>
                  </a:lnTo>
                  <a:lnTo>
                    <a:pt x="7894416" y="122784"/>
                  </a:lnTo>
                  <a:lnTo>
                    <a:pt x="7894542" y="122784"/>
                  </a:lnTo>
                  <a:lnTo>
                    <a:pt x="7894669" y="122784"/>
                  </a:lnTo>
                  <a:lnTo>
                    <a:pt x="7894795" y="122784"/>
                  </a:lnTo>
                  <a:lnTo>
                    <a:pt x="7894921" y="122784"/>
                  </a:lnTo>
                  <a:lnTo>
                    <a:pt x="7895047" y="122784"/>
                  </a:lnTo>
                  <a:lnTo>
                    <a:pt x="7895174" y="122784"/>
                  </a:lnTo>
                  <a:lnTo>
                    <a:pt x="7895300" y="122784"/>
                  </a:lnTo>
                  <a:lnTo>
                    <a:pt x="7895426" y="122784"/>
                  </a:lnTo>
                  <a:lnTo>
                    <a:pt x="7895552" y="122784"/>
                  </a:lnTo>
                  <a:lnTo>
                    <a:pt x="7895679" y="122784"/>
                  </a:lnTo>
                  <a:lnTo>
                    <a:pt x="7895805" y="122784"/>
                  </a:lnTo>
                  <a:lnTo>
                    <a:pt x="7895931" y="122784"/>
                  </a:lnTo>
                  <a:lnTo>
                    <a:pt x="7896057" y="122784"/>
                  </a:lnTo>
                  <a:lnTo>
                    <a:pt x="7896184" y="122784"/>
                  </a:lnTo>
                  <a:lnTo>
                    <a:pt x="7896310" y="122784"/>
                  </a:lnTo>
                  <a:lnTo>
                    <a:pt x="7896436" y="122784"/>
                  </a:lnTo>
                  <a:lnTo>
                    <a:pt x="7896562" y="122784"/>
                  </a:lnTo>
                  <a:lnTo>
                    <a:pt x="7896689" y="122784"/>
                  </a:lnTo>
                  <a:lnTo>
                    <a:pt x="7896815" y="122784"/>
                  </a:lnTo>
                  <a:lnTo>
                    <a:pt x="7896941" y="122784"/>
                  </a:lnTo>
                  <a:lnTo>
                    <a:pt x="7897068" y="122784"/>
                  </a:lnTo>
                  <a:lnTo>
                    <a:pt x="7897194" y="122784"/>
                  </a:lnTo>
                  <a:lnTo>
                    <a:pt x="7897320" y="122784"/>
                  </a:lnTo>
                  <a:lnTo>
                    <a:pt x="7897446" y="122784"/>
                  </a:lnTo>
                  <a:lnTo>
                    <a:pt x="7897573" y="122784"/>
                  </a:lnTo>
                  <a:lnTo>
                    <a:pt x="7897699" y="122784"/>
                  </a:lnTo>
                  <a:lnTo>
                    <a:pt x="7897825" y="122784"/>
                  </a:lnTo>
                  <a:lnTo>
                    <a:pt x="7897951" y="122784"/>
                  </a:lnTo>
                  <a:lnTo>
                    <a:pt x="7898078" y="122784"/>
                  </a:lnTo>
                  <a:lnTo>
                    <a:pt x="7898204" y="122784"/>
                  </a:lnTo>
                  <a:lnTo>
                    <a:pt x="7898330" y="122784"/>
                  </a:lnTo>
                  <a:lnTo>
                    <a:pt x="7898456" y="122784"/>
                  </a:lnTo>
                  <a:lnTo>
                    <a:pt x="7898583" y="122784"/>
                  </a:lnTo>
                  <a:lnTo>
                    <a:pt x="7898709" y="122784"/>
                  </a:lnTo>
                  <a:lnTo>
                    <a:pt x="7898835" y="122784"/>
                  </a:lnTo>
                  <a:lnTo>
                    <a:pt x="7898961" y="122784"/>
                  </a:lnTo>
                  <a:lnTo>
                    <a:pt x="7899088" y="122784"/>
                  </a:lnTo>
                  <a:lnTo>
                    <a:pt x="7899214" y="122784"/>
                  </a:lnTo>
                  <a:lnTo>
                    <a:pt x="7899340" y="122784"/>
                  </a:lnTo>
                  <a:lnTo>
                    <a:pt x="7899466" y="122784"/>
                  </a:lnTo>
                  <a:lnTo>
                    <a:pt x="7899593" y="122784"/>
                  </a:lnTo>
                  <a:lnTo>
                    <a:pt x="7899719" y="122784"/>
                  </a:lnTo>
                  <a:lnTo>
                    <a:pt x="7899845" y="122784"/>
                  </a:lnTo>
                  <a:lnTo>
                    <a:pt x="7899971" y="122784"/>
                  </a:lnTo>
                  <a:lnTo>
                    <a:pt x="7900098" y="122784"/>
                  </a:lnTo>
                  <a:lnTo>
                    <a:pt x="7900224" y="122784"/>
                  </a:lnTo>
                  <a:lnTo>
                    <a:pt x="7900350" y="122784"/>
                  </a:lnTo>
                  <a:lnTo>
                    <a:pt x="7900476" y="122784"/>
                  </a:lnTo>
                  <a:lnTo>
                    <a:pt x="7900603" y="122784"/>
                  </a:lnTo>
                  <a:lnTo>
                    <a:pt x="7900729" y="122784"/>
                  </a:lnTo>
                  <a:lnTo>
                    <a:pt x="7900855" y="122784"/>
                  </a:lnTo>
                  <a:lnTo>
                    <a:pt x="7900981" y="122784"/>
                  </a:lnTo>
                  <a:lnTo>
                    <a:pt x="7901108" y="122784"/>
                  </a:lnTo>
                  <a:lnTo>
                    <a:pt x="7901234" y="122784"/>
                  </a:lnTo>
                  <a:lnTo>
                    <a:pt x="7901360" y="122784"/>
                  </a:lnTo>
                  <a:lnTo>
                    <a:pt x="7901486" y="122784"/>
                  </a:lnTo>
                  <a:lnTo>
                    <a:pt x="7901613" y="122784"/>
                  </a:lnTo>
                  <a:lnTo>
                    <a:pt x="7901739" y="122784"/>
                  </a:lnTo>
                  <a:lnTo>
                    <a:pt x="7901865" y="122784"/>
                  </a:lnTo>
                  <a:lnTo>
                    <a:pt x="7901992" y="122784"/>
                  </a:lnTo>
                  <a:lnTo>
                    <a:pt x="7902118" y="122784"/>
                  </a:lnTo>
                  <a:lnTo>
                    <a:pt x="7902244" y="122784"/>
                  </a:lnTo>
                  <a:lnTo>
                    <a:pt x="7902370" y="122784"/>
                  </a:lnTo>
                  <a:lnTo>
                    <a:pt x="7902497" y="122784"/>
                  </a:lnTo>
                  <a:lnTo>
                    <a:pt x="7902623" y="122784"/>
                  </a:lnTo>
                  <a:lnTo>
                    <a:pt x="7902749" y="122784"/>
                  </a:lnTo>
                  <a:lnTo>
                    <a:pt x="7902875" y="122784"/>
                  </a:lnTo>
                  <a:lnTo>
                    <a:pt x="7903002" y="122784"/>
                  </a:lnTo>
                  <a:lnTo>
                    <a:pt x="7903128" y="122784"/>
                  </a:lnTo>
                  <a:lnTo>
                    <a:pt x="7903254" y="122784"/>
                  </a:lnTo>
                  <a:lnTo>
                    <a:pt x="7903254" y="117872"/>
                  </a:lnTo>
                  <a:lnTo>
                    <a:pt x="7903380" y="117872"/>
                  </a:lnTo>
                  <a:lnTo>
                    <a:pt x="7903507" y="117872"/>
                  </a:lnTo>
                  <a:lnTo>
                    <a:pt x="7903633" y="117872"/>
                  </a:lnTo>
                  <a:lnTo>
                    <a:pt x="7903759" y="117872"/>
                  </a:lnTo>
                  <a:lnTo>
                    <a:pt x="7903885" y="117872"/>
                  </a:lnTo>
                  <a:lnTo>
                    <a:pt x="7904012" y="117872"/>
                  </a:lnTo>
                  <a:lnTo>
                    <a:pt x="7904138" y="117872"/>
                  </a:lnTo>
                  <a:lnTo>
                    <a:pt x="7904264" y="117872"/>
                  </a:lnTo>
                  <a:lnTo>
                    <a:pt x="7904390" y="117872"/>
                  </a:lnTo>
                  <a:lnTo>
                    <a:pt x="7904517" y="117872"/>
                  </a:lnTo>
                  <a:lnTo>
                    <a:pt x="7904643" y="117872"/>
                  </a:lnTo>
                  <a:lnTo>
                    <a:pt x="7904769" y="117872"/>
                  </a:lnTo>
                  <a:lnTo>
                    <a:pt x="7904895" y="117872"/>
                  </a:lnTo>
                  <a:lnTo>
                    <a:pt x="7905022" y="117872"/>
                  </a:lnTo>
                  <a:lnTo>
                    <a:pt x="7905148" y="117872"/>
                  </a:lnTo>
                  <a:lnTo>
                    <a:pt x="7905274" y="117872"/>
                  </a:lnTo>
                  <a:lnTo>
                    <a:pt x="7905400" y="117872"/>
                  </a:lnTo>
                  <a:lnTo>
                    <a:pt x="7905527" y="117872"/>
                  </a:lnTo>
                  <a:lnTo>
                    <a:pt x="7905653" y="117872"/>
                  </a:lnTo>
                  <a:lnTo>
                    <a:pt x="7905779" y="117872"/>
                  </a:lnTo>
                  <a:lnTo>
                    <a:pt x="7905905" y="117872"/>
                  </a:lnTo>
                  <a:lnTo>
                    <a:pt x="7906032" y="117872"/>
                  </a:lnTo>
                  <a:lnTo>
                    <a:pt x="7906158" y="117872"/>
                  </a:lnTo>
                  <a:lnTo>
                    <a:pt x="7906284" y="117872"/>
                  </a:lnTo>
                  <a:lnTo>
                    <a:pt x="7906410" y="117872"/>
                  </a:lnTo>
                  <a:lnTo>
                    <a:pt x="7906537" y="117872"/>
                  </a:lnTo>
                  <a:lnTo>
                    <a:pt x="7906663" y="117872"/>
                  </a:lnTo>
                  <a:lnTo>
                    <a:pt x="7906789" y="117872"/>
                  </a:lnTo>
                  <a:lnTo>
                    <a:pt x="7906915" y="117872"/>
                  </a:lnTo>
                  <a:lnTo>
                    <a:pt x="7907042" y="117872"/>
                  </a:lnTo>
                  <a:lnTo>
                    <a:pt x="7907168" y="117872"/>
                  </a:lnTo>
                  <a:lnTo>
                    <a:pt x="7907294" y="117872"/>
                  </a:lnTo>
                  <a:lnTo>
                    <a:pt x="7907421" y="117872"/>
                  </a:lnTo>
                  <a:lnTo>
                    <a:pt x="7907547" y="117872"/>
                  </a:lnTo>
                  <a:lnTo>
                    <a:pt x="7907673" y="117872"/>
                  </a:lnTo>
                  <a:lnTo>
                    <a:pt x="7907799" y="117872"/>
                  </a:lnTo>
                  <a:lnTo>
                    <a:pt x="7907926" y="117872"/>
                  </a:lnTo>
                  <a:lnTo>
                    <a:pt x="7908052" y="117872"/>
                  </a:lnTo>
                  <a:lnTo>
                    <a:pt x="7908178" y="117872"/>
                  </a:lnTo>
                  <a:lnTo>
                    <a:pt x="7908304" y="117872"/>
                  </a:lnTo>
                  <a:lnTo>
                    <a:pt x="7908431" y="117872"/>
                  </a:lnTo>
                  <a:lnTo>
                    <a:pt x="7908557" y="117872"/>
                  </a:lnTo>
                  <a:lnTo>
                    <a:pt x="7908683" y="117872"/>
                  </a:lnTo>
                  <a:lnTo>
                    <a:pt x="7908809" y="117872"/>
                  </a:lnTo>
                  <a:lnTo>
                    <a:pt x="7908936" y="117872"/>
                  </a:lnTo>
                  <a:lnTo>
                    <a:pt x="7909062" y="117872"/>
                  </a:lnTo>
                  <a:lnTo>
                    <a:pt x="7909188" y="117872"/>
                  </a:lnTo>
                  <a:lnTo>
                    <a:pt x="7909314" y="117872"/>
                  </a:lnTo>
                  <a:lnTo>
                    <a:pt x="7909441" y="117872"/>
                  </a:lnTo>
                  <a:lnTo>
                    <a:pt x="7909567" y="117872"/>
                  </a:lnTo>
                  <a:lnTo>
                    <a:pt x="7909693" y="117872"/>
                  </a:lnTo>
                  <a:lnTo>
                    <a:pt x="7909819" y="117872"/>
                  </a:lnTo>
                  <a:lnTo>
                    <a:pt x="7909946" y="117872"/>
                  </a:lnTo>
                  <a:lnTo>
                    <a:pt x="7910072" y="117872"/>
                  </a:lnTo>
                  <a:lnTo>
                    <a:pt x="7910198" y="117872"/>
                  </a:lnTo>
                  <a:lnTo>
                    <a:pt x="7910324" y="117872"/>
                  </a:lnTo>
                  <a:lnTo>
                    <a:pt x="7910451" y="117872"/>
                  </a:lnTo>
                  <a:lnTo>
                    <a:pt x="7910577" y="117872"/>
                  </a:lnTo>
                  <a:lnTo>
                    <a:pt x="7910703" y="117872"/>
                  </a:lnTo>
                  <a:lnTo>
                    <a:pt x="7910829" y="117872"/>
                  </a:lnTo>
                  <a:lnTo>
                    <a:pt x="7910956" y="117872"/>
                  </a:lnTo>
                  <a:lnTo>
                    <a:pt x="7911082" y="117872"/>
                  </a:lnTo>
                  <a:lnTo>
                    <a:pt x="7911208" y="117872"/>
                  </a:lnTo>
                  <a:lnTo>
                    <a:pt x="7911334" y="117872"/>
                  </a:lnTo>
                  <a:lnTo>
                    <a:pt x="7911461" y="117872"/>
                  </a:lnTo>
                  <a:lnTo>
                    <a:pt x="7911587" y="117872"/>
                  </a:lnTo>
                  <a:lnTo>
                    <a:pt x="7911713" y="117872"/>
                  </a:lnTo>
                  <a:lnTo>
                    <a:pt x="7911839" y="117872"/>
                  </a:lnTo>
                  <a:lnTo>
                    <a:pt x="7911966" y="117872"/>
                  </a:lnTo>
                  <a:lnTo>
                    <a:pt x="7912092" y="117872"/>
                  </a:lnTo>
                  <a:lnTo>
                    <a:pt x="7912218" y="117872"/>
                  </a:lnTo>
                  <a:lnTo>
                    <a:pt x="7912345" y="117872"/>
                  </a:lnTo>
                  <a:lnTo>
                    <a:pt x="7912471" y="117872"/>
                  </a:lnTo>
                  <a:lnTo>
                    <a:pt x="7912597" y="117872"/>
                  </a:lnTo>
                  <a:lnTo>
                    <a:pt x="7912723" y="117872"/>
                  </a:lnTo>
                  <a:lnTo>
                    <a:pt x="7912850" y="117872"/>
                  </a:lnTo>
                  <a:lnTo>
                    <a:pt x="7912976" y="117872"/>
                  </a:lnTo>
                  <a:lnTo>
                    <a:pt x="7913102" y="117872"/>
                  </a:lnTo>
                  <a:lnTo>
                    <a:pt x="7913228" y="117872"/>
                  </a:lnTo>
                  <a:lnTo>
                    <a:pt x="7913355" y="117872"/>
                  </a:lnTo>
                  <a:lnTo>
                    <a:pt x="7913481" y="117872"/>
                  </a:lnTo>
                  <a:lnTo>
                    <a:pt x="7913607" y="117872"/>
                  </a:lnTo>
                  <a:lnTo>
                    <a:pt x="7913733" y="117872"/>
                  </a:lnTo>
                  <a:lnTo>
                    <a:pt x="7913860" y="117872"/>
                  </a:lnTo>
                  <a:lnTo>
                    <a:pt x="7913986" y="117872"/>
                  </a:lnTo>
                  <a:lnTo>
                    <a:pt x="7914112" y="117872"/>
                  </a:lnTo>
                  <a:lnTo>
                    <a:pt x="7914238" y="117872"/>
                  </a:lnTo>
                  <a:lnTo>
                    <a:pt x="7914365" y="117872"/>
                  </a:lnTo>
                  <a:lnTo>
                    <a:pt x="7914491" y="117872"/>
                  </a:lnTo>
                  <a:lnTo>
                    <a:pt x="7914617" y="117872"/>
                  </a:lnTo>
                  <a:lnTo>
                    <a:pt x="7914743" y="117872"/>
                  </a:lnTo>
                  <a:lnTo>
                    <a:pt x="7914870" y="117872"/>
                  </a:lnTo>
                  <a:lnTo>
                    <a:pt x="7914996" y="117872"/>
                  </a:lnTo>
                  <a:lnTo>
                    <a:pt x="7915122" y="117872"/>
                  </a:lnTo>
                  <a:lnTo>
                    <a:pt x="7915248" y="117872"/>
                  </a:lnTo>
                  <a:lnTo>
                    <a:pt x="7915375" y="117872"/>
                  </a:lnTo>
                  <a:lnTo>
                    <a:pt x="7915375" y="112961"/>
                  </a:lnTo>
                  <a:lnTo>
                    <a:pt x="7915501" y="112961"/>
                  </a:lnTo>
                  <a:lnTo>
                    <a:pt x="7915627" y="112961"/>
                  </a:lnTo>
                  <a:lnTo>
                    <a:pt x="7915753" y="112961"/>
                  </a:lnTo>
                  <a:lnTo>
                    <a:pt x="7915880" y="112961"/>
                  </a:lnTo>
                  <a:lnTo>
                    <a:pt x="7916006" y="112961"/>
                  </a:lnTo>
                  <a:lnTo>
                    <a:pt x="7916132" y="112961"/>
                  </a:lnTo>
                  <a:lnTo>
                    <a:pt x="7916258" y="112961"/>
                  </a:lnTo>
                  <a:lnTo>
                    <a:pt x="7916385" y="112961"/>
                  </a:lnTo>
                  <a:lnTo>
                    <a:pt x="7916511" y="112961"/>
                  </a:lnTo>
                  <a:lnTo>
                    <a:pt x="7916637" y="112961"/>
                  </a:lnTo>
                  <a:lnTo>
                    <a:pt x="7916763" y="112961"/>
                  </a:lnTo>
                  <a:lnTo>
                    <a:pt x="7916890" y="112961"/>
                  </a:lnTo>
                  <a:lnTo>
                    <a:pt x="7917016" y="112961"/>
                  </a:lnTo>
                  <a:lnTo>
                    <a:pt x="7917142" y="112961"/>
                  </a:lnTo>
                  <a:lnTo>
                    <a:pt x="7917268" y="112961"/>
                  </a:lnTo>
                  <a:lnTo>
                    <a:pt x="7917395" y="112961"/>
                  </a:lnTo>
                  <a:lnTo>
                    <a:pt x="7917521" y="112961"/>
                  </a:lnTo>
                  <a:lnTo>
                    <a:pt x="7917647" y="112961"/>
                  </a:lnTo>
                  <a:lnTo>
                    <a:pt x="7917774" y="112961"/>
                  </a:lnTo>
                  <a:lnTo>
                    <a:pt x="7917900" y="112961"/>
                  </a:lnTo>
                  <a:lnTo>
                    <a:pt x="7918026" y="112961"/>
                  </a:lnTo>
                  <a:lnTo>
                    <a:pt x="7918152" y="112961"/>
                  </a:lnTo>
                  <a:lnTo>
                    <a:pt x="7918279" y="112961"/>
                  </a:lnTo>
                  <a:lnTo>
                    <a:pt x="7918405" y="112961"/>
                  </a:lnTo>
                  <a:lnTo>
                    <a:pt x="7918531" y="112961"/>
                  </a:lnTo>
                  <a:lnTo>
                    <a:pt x="7918657" y="112961"/>
                  </a:lnTo>
                  <a:lnTo>
                    <a:pt x="7918784" y="112961"/>
                  </a:lnTo>
                  <a:lnTo>
                    <a:pt x="7918910" y="112961"/>
                  </a:lnTo>
                  <a:lnTo>
                    <a:pt x="7919036" y="112961"/>
                  </a:lnTo>
                  <a:lnTo>
                    <a:pt x="7919162" y="112961"/>
                  </a:lnTo>
                  <a:lnTo>
                    <a:pt x="7919289" y="112961"/>
                  </a:lnTo>
                  <a:lnTo>
                    <a:pt x="7919415" y="112961"/>
                  </a:lnTo>
                  <a:lnTo>
                    <a:pt x="7919541" y="112961"/>
                  </a:lnTo>
                  <a:lnTo>
                    <a:pt x="7919667" y="112961"/>
                  </a:lnTo>
                  <a:lnTo>
                    <a:pt x="7919794" y="112961"/>
                  </a:lnTo>
                  <a:lnTo>
                    <a:pt x="7919920" y="112961"/>
                  </a:lnTo>
                  <a:lnTo>
                    <a:pt x="7920046" y="112961"/>
                  </a:lnTo>
                  <a:lnTo>
                    <a:pt x="7920172" y="112961"/>
                  </a:lnTo>
                  <a:lnTo>
                    <a:pt x="7920299" y="112961"/>
                  </a:lnTo>
                  <a:lnTo>
                    <a:pt x="7920425" y="112961"/>
                  </a:lnTo>
                  <a:lnTo>
                    <a:pt x="7920551" y="112961"/>
                  </a:lnTo>
                  <a:lnTo>
                    <a:pt x="7920677" y="112961"/>
                  </a:lnTo>
                  <a:lnTo>
                    <a:pt x="7920804" y="112961"/>
                  </a:lnTo>
                  <a:lnTo>
                    <a:pt x="7920930" y="112961"/>
                  </a:lnTo>
                  <a:lnTo>
                    <a:pt x="7921056" y="112961"/>
                  </a:lnTo>
                  <a:lnTo>
                    <a:pt x="7921182" y="112961"/>
                  </a:lnTo>
                  <a:lnTo>
                    <a:pt x="7921309" y="112961"/>
                  </a:lnTo>
                  <a:lnTo>
                    <a:pt x="7921435" y="112961"/>
                  </a:lnTo>
                  <a:lnTo>
                    <a:pt x="7921561" y="112961"/>
                  </a:lnTo>
                  <a:lnTo>
                    <a:pt x="7921687" y="112961"/>
                  </a:lnTo>
                  <a:lnTo>
                    <a:pt x="7921814" y="112961"/>
                  </a:lnTo>
                  <a:lnTo>
                    <a:pt x="7921940" y="112961"/>
                  </a:lnTo>
                  <a:lnTo>
                    <a:pt x="7922066" y="112961"/>
                  </a:lnTo>
                  <a:lnTo>
                    <a:pt x="7922192" y="112961"/>
                  </a:lnTo>
                  <a:lnTo>
                    <a:pt x="7922319" y="112961"/>
                  </a:lnTo>
                  <a:lnTo>
                    <a:pt x="7922445" y="112961"/>
                  </a:lnTo>
                  <a:lnTo>
                    <a:pt x="7922571" y="112961"/>
                  </a:lnTo>
                  <a:lnTo>
                    <a:pt x="7922698" y="112961"/>
                  </a:lnTo>
                  <a:lnTo>
                    <a:pt x="7922824" y="112961"/>
                  </a:lnTo>
                  <a:lnTo>
                    <a:pt x="7922950" y="112961"/>
                  </a:lnTo>
                  <a:lnTo>
                    <a:pt x="7923076" y="112961"/>
                  </a:lnTo>
                  <a:lnTo>
                    <a:pt x="7923203" y="112961"/>
                  </a:lnTo>
                  <a:lnTo>
                    <a:pt x="7923329" y="112961"/>
                  </a:lnTo>
                  <a:lnTo>
                    <a:pt x="7923455" y="112961"/>
                  </a:lnTo>
                  <a:lnTo>
                    <a:pt x="7923581" y="112961"/>
                  </a:lnTo>
                  <a:lnTo>
                    <a:pt x="7923708" y="112961"/>
                  </a:lnTo>
                  <a:lnTo>
                    <a:pt x="7923834" y="112961"/>
                  </a:lnTo>
                  <a:lnTo>
                    <a:pt x="7923960" y="112961"/>
                  </a:lnTo>
                  <a:lnTo>
                    <a:pt x="7924086" y="112961"/>
                  </a:lnTo>
                  <a:lnTo>
                    <a:pt x="7924213" y="112961"/>
                  </a:lnTo>
                  <a:lnTo>
                    <a:pt x="7924339" y="112961"/>
                  </a:lnTo>
                  <a:lnTo>
                    <a:pt x="7924465" y="112961"/>
                  </a:lnTo>
                  <a:lnTo>
                    <a:pt x="7924591" y="112961"/>
                  </a:lnTo>
                  <a:lnTo>
                    <a:pt x="7924718" y="112961"/>
                  </a:lnTo>
                  <a:lnTo>
                    <a:pt x="7924844" y="112961"/>
                  </a:lnTo>
                  <a:lnTo>
                    <a:pt x="7924970" y="112961"/>
                  </a:lnTo>
                  <a:lnTo>
                    <a:pt x="7925096" y="112961"/>
                  </a:lnTo>
                  <a:lnTo>
                    <a:pt x="7925223" y="112961"/>
                  </a:lnTo>
                  <a:lnTo>
                    <a:pt x="7925349" y="112961"/>
                  </a:lnTo>
                  <a:lnTo>
                    <a:pt x="7925475" y="112961"/>
                  </a:lnTo>
                  <a:lnTo>
                    <a:pt x="7925601" y="112961"/>
                  </a:lnTo>
                  <a:lnTo>
                    <a:pt x="7925728" y="112961"/>
                  </a:lnTo>
                  <a:lnTo>
                    <a:pt x="7925854" y="112961"/>
                  </a:lnTo>
                  <a:lnTo>
                    <a:pt x="7925980" y="112961"/>
                  </a:lnTo>
                  <a:lnTo>
                    <a:pt x="7926106" y="112961"/>
                  </a:lnTo>
                  <a:lnTo>
                    <a:pt x="7926233" y="112961"/>
                  </a:lnTo>
                  <a:lnTo>
                    <a:pt x="7926359" y="112961"/>
                  </a:lnTo>
                  <a:lnTo>
                    <a:pt x="7926485" y="112961"/>
                  </a:lnTo>
                  <a:lnTo>
                    <a:pt x="7926611" y="112961"/>
                  </a:lnTo>
                  <a:lnTo>
                    <a:pt x="7926738" y="112961"/>
                  </a:lnTo>
                  <a:lnTo>
                    <a:pt x="7926864" y="112961"/>
                  </a:lnTo>
                  <a:lnTo>
                    <a:pt x="7926990" y="112961"/>
                  </a:lnTo>
                  <a:lnTo>
                    <a:pt x="7927116" y="112961"/>
                  </a:lnTo>
                  <a:lnTo>
                    <a:pt x="7927243" y="112961"/>
                  </a:lnTo>
                  <a:lnTo>
                    <a:pt x="7927369" y="112961"/>
                  </a:lnTo>
                  <a:lnTo>
                    <a:pt x="7927495" y="112961"/>
                  </a:lnTo>
                  <a:lnTo>
                    <a:pt x="7927621" y="112961"/>
                  </a:lnTo>
                  <a:lnTo>
                    <a:pt x="7927748" y="112961"/>
                  </a:lnTo>
                  <a:lnTo>
                    <a:pt x="7927874" y="112961"/>
                  </a:lnTo>
                  <a:lnTo>
                    <a:pt x="7928000" y="112961"/>
                  </a:lnTo>
                  <a:lnTo>
                    <a:pt x="7928127" y="112961"/>
                  </a:lnTo>
                  <a:lnTo>
                    <a:pt x="7928253" y="112961"/>
                  </a:lnTo>
                  <a:lnTo>
                    <a:pt x="7928379" y="112961"/>
                  </a:lnTo>
                  <a:lnTo>
                    <a:pt x="7928505" y="112961"/>
                  </a:lnTo>
                  <a:lnTo>
                    <a:pt x="7928632" y="112961"/>
                  </a:lnTo>
                  <a:lnTo>
                    <a:pt x="7928758" y="112961"/>
                  </a:lnTo>
                  <a:lnTo>
                    <a:pt x="7928884" y="112961"/>
                  </a:lnTo>
                  <a:lnTo>
                    <a:pt x="7929010" y="112961"/>
                  </a:lnTo>
                  <a:lnTo>
                    <a:pt x="7929137" y="112961"/>
                  </a:lnTo>
                  <a:lnTo>
                    <a:pt x="7929263" y="112961"/>
                  </a:lnTo>
                  <a:lnTo>
                    <a:pt x="7929389" y="112961"/>
                  </a:lnTo>
                  <a:lnTo>
                    <a:pt x="7929515" y="112961"/>
                  </a:lnTo>
                  <a:lnTo>
                    <a:pt x="7929642" y="112961"/>
                  </a:lnTo>
                  <a:lnTo>
                    <a:pt x="7929768" y="112961"/>
                  </a:lnTo>
                  <a:lnTo>
                    <a:pt x="7929894" y="112961"/>
                  </a:lnTo>
                  <a:lnTo>
                    <a:pt x="7930020" y="112961"/>
                  </a:lnTo>
                  <a:lnTo>
                    <a:pt x="7930147" y="112961"/>
                  </a:lnTo>
                  <a:lnTo>
                    <a:pt x="7930273" y="112961"/>
                  </a:lnTo>
                  <a:lnTo>
                    <a:pt x="7930399" y="112961"/>
                  </a:lnTo>
                  <a:lnTo>
                    <a:pt x="7930525" y="112961"/>
                  </a:lnTo>
                  <a:lnTo>
                    <a:pt x="7930652" y="112961"/>
                  </a:lnTo>
                  <a:lnTo>
                    <a:pt x="7930778" y="112961"/>
                  </a:lnTo>
                  <a:lnTo>
                    <a:pt x="7930904" y="112961"/>
                  </a:lnTo>
                  <a:lnTo>
                    <a:pt x="7931030" y="112961"/>
                  </a:lnTo>
                  <a:lnTo>
                    <a:pt x="7931157" y="112961"/>
                  </a:lnTo>
                  <a:lnTo>
                    <a:pt x="7931283" y="112961"/>
                  </a:lnTo>
                  <a:lnTo>
                    <a:pt x="7931409" y="112961"/>
                  </a:lnTo>
                  <a:lnTo>
                    <a:pt x="7931535" y="112961"/>
                  </a:lnTo>
                  <a:lnTo>
                    <a:pt x="7931662" y="112961"/>
                  </a:lnTo>
                  <a:lnTo>
                    <a:pt x="7931788" y="112961"/>
                  </a:lnTo>
                  <a:lnTo>
                    <a:pt x="7931914" y="112961"/>
                  </a:lnTo>
                  <a:lnTo>
                    <a:pt x="7932040" y="112961"/>
                  </a:lnTo>
                  <a:lnTo>
                    <a:pt x="7932167" y="112961"/>
                  </a:lnTo>
                  <a:lnTo>
                    <a:pt x="7932293" y="112961"/>
                  </a:lnTo>
                  <a:lnTo>
                    <a:pt x="7932419" y="112961"/>
                  </a:lnTo>
                  <a:lnTo>
                    <a:pt x="7932545" y="112961"/>
                  </a:lnTo>
                  <a:lnTo>
                    <a:pt x="7932672" y="112961"/>
                  </a:lnTo>
                  <a:lnTo>
                    <a:pt x="7932798" y="112961"/>
                  </a:lnTo>
                  <a:lnTo>
                    <a:pt x="7932924" y="112961"/>
                  </a:lnTo>
                  <a:lnTo>
                    <a:pt x="7933051" y="112961"/>
                  </a:lnTo>
                  <a:lnTo>
                    <a:pt x="7933177" y="112961"/>
                  </a:lnTo>
                  <a:lnTo>
                    <a:pt x="7933303" y="112961"/>
                  </a:lnTo>
                  <a:lnTo>
                    <a:pt x="7933429" y="112961"/>
                  </a:lnTo>
                  <a:lnTo>
                    <a:pt x="7933556" y="112961"/>
                  </a:lnTo>
                  <a:lnTo>
                    <a:pt x="7933682" y="112961"/>
                  </a:lnTo>
                  <a:lnTo>
                    <a:pt x="7933808" y="112961"/>
                  </a:lnTo>
                  <a:lnTo>
                    <a:pt x="7933934" y="112961"/>
                  </a:lnTo>
                  <a:lnTo>
                    <a:pt x="7934061" y="112961"/>
                  </a:lnTo>
                  <a:lnTo>
                    <a:pt x="7934187" y="112961"/>
                  </a:lnTo>
                  <a:lnTo>
                    <a:pt x="7934313" y="112961"/>
                  </a:lnTo>
                  <a:lnTo>
                    <a:pt x="7934439" y="112961"/>
                  </a:lnTo>
                  <a:lnTo>
                    <a:pt x="7934566" y="112961"/>
                  </a:lnTo>
                  <a:lnTo>
                    <a:pt x="7934692" y="112961"/>
                  </a:lnTo>
                  <a:lnTo>
                    <a:pt x="7934818" y="112961"/>
                  </a:lnTo>
                  <a:lnTo>
                    <a:pt x="7934944" y="112961"/>
                  </a:lnTo>
                  <a:lnTo>
                    <a:pt x="7935071" y="112961"/>
                  </a:lnTo>
                  <a:lnTo>
                    <a:pt x="7935197" y="112961"/>
                  </a:lnTo>
                  <a:lnTo>
                    <a:pt x="7935323" y="112961"/>
                  </a:lnTo>
                  <a:lnTo>
                    <a:pt x="7935449" y="112961"/>
                  </a:lnTo>
                  <a:lnTo>
                    <a:pt x="7935576" y="112961"/>
                  </a:lnTo>
                  <a:lnTo>
                    <a:pt x="7935702" y="112961"/>
                  </a:lnTo>
                  <a:lnTo>
                    <a:pt x="7935828" y="112961"/>
                  </a:lnTo>
                  <a:lnTo>
                    <a:pt x="7935954" y="112961"/>
                  </a:lnTo>
                  <a:lnTo>
                    <a:pt x="7936081" y="112961"/>
                  </a:lnTo>
                  <a:lnTo>
                    <a:pt x="7936207" y="112961"/>
                  </a:lnTo>
                  <a:lnTo>
                    <a:pt x="7936333" y="112961"/>
                  </a:lnTo>
                  <a:lnTo>
                    <a:pt x="7936459" y="112961"/>
                  </a:lnTo>
                  <a:lnTo>
                    <a:pt x="7936586" y="112961"/>
                  </a:lnTo>
                  <a:lnTo>
                    <a:pt x="7936712" y="112961"/>
                  </a:lnTo>
                  <a:lnTo>
                    <a:pt x="7936838" y="112961"/>
                  </a:lnTo>
                  <a:lnTo>
                    <a:pt x="7936964" y="112961"/>
                  </a:lnTo>
                  <a:lnTo>
                    <a:pt x="7937091" y="112961"/>
                  </a:lnTo>
                  <a:lnTo>
                    <a:pt x="7937217" y="112961"/>
                  </a:lnTo>
                  <a:lnTo>
                    <a:pt x="7937343" y="112961"/>
                  </a:lnTo>
                  <a:lnTo>
                    <a:pt x="7937469" y="112961"/>
                  </a:lnTo>
                  <a:lnTo>
                    <a:pt x="7937596" y="112961"/>
                  </a:lnTo>
                  <a:lnTo>
                    <a:pt x="7937722" y="112961"/>
                  </a:lnTo>
                  <a:lnTo>
                    <a:pt x="7937848" y="112961"/>
                  </a:lnTo>
                  <a:lnTo>
                    <a:pt x="7937974" y="112961"/>
                  </a:lnTo>
                  <a:lnTo>
                    <a:pt x="7938101" y="112961"/>
                  </a:lnTo>
                  <a:lnTo>
                    <a:pt x="7938227" y="112961"/>
                  </a:lnTo>
                  <a:lnTo>
                    <a:pt x="7938353" y="112961"/>
                  </a:lnTo>
                  <a:lnTo>
                    <a:pt x="7938480" y="112961"/>
                  </a:lnTo>
                  <a:lnTo>
                    <a:pt x="7938606" y="112961"/>
                  </a:lnTo>
                  <a:lnTo>
                    <a:pt x="7938732" y="112961"/>
                  </a:lnTo>
                  <a:lnTo>
                    <a:pt x="7938858" y="112961"/>
                  </a:lnTo>
                  <a:lnTo>
                    <a:pt x="7938985" y="112961"/>
                  </a:lnTo>
                  <a:lnTo>
                    <a:pt x="7938985" y="108050"/>
                  </a:lnTo>
                  <a:lnTo>
                    <a:pt x="7939111" y="108050"/>
                  </a:lnTo>
                  <a:lnTo>
                    <a:pt x="7939237" y="108050"/>
                  </a:lnTo>
                  <a:lnTo>
                    <a:pt x="7939363" y="108050"/>
                  </a:lnTo>
                  <a:lnTo>
                    <a:pt x="7939490" y="108050"/>
                  </a:lnTo>
                  <a:lnTo>
                    <a:pt x="7939616" y="108050"/>
                  </a:lnTo>
                  <a:lnTo>
                    <a:pt x="7939742" y="108050"/>
                  </a:lnTo>
                  <a:lnTo>
                    <a:pt x="7939868" y="108050"/>
                  </a:lnTo>
                  <a:lnTo>
                    <a:pt x="7939995" y="108050"/>
                  </a:lnTo>
                  <a:lnTo>
                    <a:pt x="7940121" y="108050"/>
                  </a:lnTo>
                  <a:lnTo>
                    <a:pt x="7940247" y="108050"/>
                  </a:lnTo>
                  <a:lnTo>
                    <a:pt x="7940373" y="108050"/>
                  </a:lnTo>
                  <a:lnTo>
                    <a:pt x="7940500" y="108050"/>
                  </a:lnTo>
                  <a:lnTo>
                    <a:pt x="7940626" y="108050"/>
                  </a:lnTo>
                  <a:lnTo>
                    <a:pt x="7940752" y="108050"/>
                  </a:lnTo>
                  <a:lnTo>
                    <a:pt x="7940878" y="108050"/>
                  </a:lnTo>
                  <a:lnTo>
                    <a:pt x="7941005" y="108050"/>
                  </a:lnTo>
                  <a:lnTo>
                    <a:pt x="7941131" y="108050"/>
                  </a:lnTo>
                  <a:lnTo>
                    <a:pt x="7941257" y="108050"/>
                  </a:lnTo>
                  <a:lnTo>
                    <a:pt x="7941383" y="108050"/>
                  </a:lnTo>
                  <a:lnTo>
                    <a:pt x="7941510" y="108050"/>
                  </a:lnTo>
                  <a:lnTo>
                    <a:pt x="7941636" y="108050"/>
                  </a:lnTo>
                  <a:lnTo>
                    <a:pt x="7941762" y="108050"/>
                  </a:lnTo>
                  <a:lnTo>
                    <a:pt x="7941888" y="108050"/>
                  </a:lnTo>
                  <a:lnTo>
                    <a:pt x="7942015" y="108050"/>
                  </a:lnTo>
                  <a:lnTo>
                    <a:pt x="7942141" y="108050"/>
                  </a:lnTo>
                  <a:lnTo>
                    <a:pt x="7942267" y="108050"/>
                  </a:lnTo>
                  <a:lnTo>
                    <a:pt x="7942393" y="108050"/>
                  </a:lnTo>
                  <a:lnTo>
                    <a:pt x="7942520" y="108050"/>
                  </a:lnTo>
                  <a:lnTo>
                    <a:pt x="7942646" y="108050"/>
                  </a:lnTo>
                  <a:lnTo>
                    <a:pt x="7942772" y="108050"/>
                  </a:lnTo>
                  <a:lnTo>
                    <a:pt x="7942898" y="108050"/>
                  </a:lnTo>
                  <a:lnTo>
                    <a:pt x="7943025" y="108050"/>
                  </a:lnTo>
                  <a:lnTo>
                    <a:pt x="7943151" y="108050"/>
                  </a:lnTo>
                  <a:lnTo>
                    <a:pt x="7943277" y="108050"/>
                  </a:lnTo>
                  <a:lnTo>
                    <a:pt x="7943404" y="108050"/>
                  </a:lnTo>
                  <a:lnTo>
                    <a:pt x="7943530" y="108050"/>
                  </a:lnTo>
                  <a:lnTo>
                    <a:pt x="7943656" y="108050"/>
                  </a:lnTo>
                  <a:lnTo>
                    <a:pt x="7943782" y="108050"/>
                  </a:lnTo>
                  <a:lnTo>
                    <a:pt x="7943909" y="108050"/>
                  </a:lnTo>
                  <a:lnTo>
                    <a:pt x="7944035" y="108050"/>
                  </a:lnTo>
                  <a:lnTo>
                    <a:pt x="7944161" y="108050"/>
                  </a:lnTo>
                  <a:lnTo>
                    <a:pt x="7944287" y="108050"/>
                  </a:lnTo>
                  <a:lnTo>
                    <a:pt x="7944414" y="108050"/>
                  </a:lnTo>
                  <a:lnTo>
                    <a:pt x="7944540" y="108050"/>
                  </a:lnTo>
                  <a:lnTo>
                    <a:pt x="7944666" y="108050"/>
                  </a:lnTo>
                  <a:lnTo>
                    <a:pt x="7944792" y="108050"/>
                  </a:lnTo>
                  <a:lnTo>
                    <a:pt x="7944919" y="108050"/>
                  </a:lnTo>
                  <a:lnTo>
                    <a:pt x="7945045" y="108050"/>
                  </a:lnTo>
                  <a:lnTo>
                    <a:pt x="7945171" y="108050"/>
                  </a:lnTo>
                  <a:lnTo>
                    <a:pt x="7945297" y="108050"/>
                  </a:lnTo>
                  <a:lnTo>
                    <a:pt x="7945424" y="108050"/>
                  </a:lnTo>
                  <a:lnTo>
                    <a:pt x="7945550" y="108050"/>
                  </a:lnTo>
                  <a:lnTo>
                    <a:pt x="7945676" y="108050"/>
                  </a:lnTo>
                  <a:lnTo>
                    <a:pt x="7945802" y="108050"/>
                  </a:lnTo>
                  <a:lnTo>
                    <a:pt x="7945929" y="108050"/>
                  </a:lnTo>
                  <a:lnTo>
                    <a:pt x="7946055" y="108050"/>
                  </a:lnTo>
                  <a:lnTo>
                    <a:pt x="7946181" y="108050"/>
                  </a:lnTo>
                  <a:lnTo>
                    <a:pt x="7946307" y="108050"/>
                  </a:lnTo>
                  <a:lnTo>
                    <a:pt x="7946434" y="108050"/>
                  </a:lnTo>
                  <a:lnTo>
                    <a:pt x="7946560" y="108050"/>
                  </a:lnTo>
                  <a:lnTo>
                    <a:pt x="7946686" y="108050"/>
                  </a:lnTo>
                  <a:lnTo>
                    <a:pt x="7946812" y="108050"/>
                  </a:lnTo>
                  <a:lnTo>
                    <a:pt x="7946939" y="108050"/>
                  </a:lnTo>
                  <a:lnTo>
                    <a:pt x="7947065" y="108050"/>
                  </a:lnTo>
                  <a:lnTo>
                    <a:pt x="7947191" y="108050"/>
                  </a:lnTo>
                  <a:lnTo>
                    <a:pt x="7947317" y="108050"/>
                  </a:lnTo>
                  <a:lnTo>
                    <a:pt x="7947444" y="108050"/>
                  </a:lnTo>
                  <a:lnTo>
                    <a:pt x="7947570" y="108050"/>
                  </a:lnTo>
                  <a:lnTo>
                    <a:pt x="7947696" y="108050"/>
                  </a:lnTo>
                  <a:lnTo>
                    <a:pt x="7947822" y="108050"/>
                  </a:lnTo>
                  <a:lnTo>
                    <a:pt x="7947949" y="108050"/>
                  </a:lnTo>
                  <a:lnTo>
                    <a:pt x="7948075" y="108050"/>
                  </a:lnTo>
                  <a:lnTo>
                    <a:pt x="7948201" y="108050"/>
                  </a:lnTo>
                  <a:lnTo>
                    <a:pt x="7948327" y="108050"/>
                  </a:lnTo>
                  <a:lnTo>
                    <a:pt x="7948454" y="108050"/>
                  </a:lnTo>
                  <a:lnTo>
                    <a:pt x="7948580" y="108050"/>
                  </a:lnTo>
                  <a:lnTo>
                    <a:pt x="7948706" y="108050"/>
                  </a:lnTo>
                  <a:lnTo>
                    <a:pt x="7948833" y="108050"/>
                  </a:lnTo>
                  <a:lnTo>
                    <a:pt x="7948959" y="108050"/>
                  </a:lnTo>
                  <a:lnTo>
                    <a:pt x="7949085" y="108050"/>
                  </a:lnTo>
                  <a:lnTo>
                    <a:pt x="7949211" y="108050"/>
                  </a:lnTo>
                  <a:lnTo>
                    <a:pt x="7949338" y="108050"/>
                  </a:lnTo>
                  <a:lnTo>
                    <a:pt x="7949464" y="108050"/>
                  </a:lnTo>
                  <a:lnTo>
                    <a:pt x="7949590" y="108050"/>
                  </a:lnTo>
                  <a:lnTo>
                    <a:pt x="7949716" y="108050"/>
                  </a:lnTo>
                  <a:lnTo>
                    <a:pt x="7949843" y="108050"/>
                  </a:lnTo>
                  <a:lnTo>
                    <a:pt x="7949969" y="108050"/>
                  </a:lnTo>
                  <a:lnTo>
                    <a:pt x="7950095" y="108050"/>
                  </a:lnTo>
                  <a:lnTo>
                    <a:pt x="7950221" y="108050"/>
                  </a:lnTo>
                  <a:lnTo>
                    <a:pt x="7950348" y="108050"/>
                  </a:lnTo>
                  <a:lnTo>
                    <a:pt x="7950474" y="108050"/>
                  </a:lnTo>
                  <a:lnTo>
                    <a:pt x="7950600" y="108050"/>
                  </a:lnTo>
                  <a:lnTo>
                    <a:pt x="7950726" y="108050"/>
                  </a:lnTo>
                  <a:lnTo>
                    <a:pt x="7950853" y="108050"/>
                  </a:lnTo>
                  <a:lnTo>
                    <a:pt x="7950979" y="108050"/>
                  </a:lnTo>
                  <a:lnTo>
                    <a:pt x="7951105" y="108050"/>
                  </a:lnTo>
                  <a:lnTo>
                    <a:pt x="7951231" y="108050"/>
                  </a:lnTo>
                  <a:lnTo>
                    <a:pt x="7951358" y="108050"/>
                  </a:lnTo>
                  <a:lnTo>
                    <a:pt x="7951484" y="108050"/>
                  </a:lnTo>
                  <a:lnTo>
                    <a:pt x="7951610" y="108050"/>
                  </a:lnTo>
                  <a:lnTo>
                    <a:pt x="7951736" y="108050"/>
                  </a:lnTo>
                  <a:lnTo>
                    <a:pt x="7951863" y="108050"/>
                  </a:lnTo>
                  <a:lnTo>
                    <a:pt x="7951989" y="108050"/>
                  </a:lnTo>
                  <a:lnTo>
                    <a:pt x="7952115" y="108050"/>
                  </a:lnTo>
                  <a:lnTo>
                    <a:pt x="7952241" y="108050"/>
                  </a:lnTo>
                  <a:lnTo>
                    <a:pt x="7952368" y="108050"/>
                  </a:lnTo>
                  <a:lnTo>
                    <a:pt x="7952494" y="108050"/>
                  </a:lnTo>
                  <a:lnTo>
                    <a:pt x="7952620" y="108050"/>
                  </a:lnTo>
                  <a:lnTo>
                    <a:pt x="7952746" y="108050"/>
                  </a:lnTo>
                  <a:lnTo>
                    <a:pt x="7952873" y="108050"/>
                  </a:lnTo>
                  <a:lnTo>
                    <a:pt x="7952999" y="108050"/>
                  </a:lnTo>
                  <a:lnTo>
                    <a:pt x="7953125" y="108050"/>
                  </a:lnTo>
                  <a:lnTo>
                    <a:pt x="7953251" y="108050"/>
                  </a:lnTo>
                  <a:lnTo>
                    <a:pt x="7953378" y="108050"/>
                  </a:lnTo>
                  <a:lnTo>
                    <a:pt x="7953504" y="108050"/>
                  </a:lnTo>
                  <a:lnTo>
                    <a:pt x="7953630" y="108050"/>
                  </a:lnTo>
                  <a:lnTo>
                    <a:pt x="7953757" y="108050"/>
                  </a:lnTo>
                  <a:lnTo>
                    <a:pt x="7953883" y="108050"/>
                  </a:lnTo>
                  <a:lnTo>
                    <a:pt x="7954009" y="108050"/>
                  </a:lnTo>
                  <a:lnTo>
                    <a:pt x="7954135" y="108050"/>
                  </a:lnTo>
                  <a:lnTo>
                    <a:pt x="7954262" y="108050"/>
                  </a:lnTo>
                  <a:lnTo>
                    <a:pt x="7954388" y="108050"/>
                  </a:lnTo>
                  <a:lnTo>
                    <a:pt x="7954514" y="108050"/>
                  </a:lnTo>
                  <a:lnTo>
                    <a:pt x="7954640" y="108050"/>
                  </a:lnTo>
                  <a:lnTo>
                    <a:pt x="7954767" y="108050"/>
                  </a:lnTo>
                  <a:lnTo>
                    <a:pt x="7954893" y="108050"/>
                  </a:lnTo>
                  <a:lnTo>
                    <a:pt x="7955019" y="108050"/>
                  </a:lnTo>
                  <a:lnTo>
                    <a:pt x="7955145" y="108050"/>
                  </a:lnTo>
                  <a:lnTo>
                    <a:pt x="7955272" y="108050"/>
                  </a:lnTo>
                  <a:lnTo>
                    <a:pt x="7955398" y="108050"/>
                  </a:lnTo>
                  <a:lnTo>
                    <a:pt x="7955524" y="108050"/>
                  </a:lnTo>
                  <a:lnTo>
                    <a:pt x="7955650" y="108050"/>
                  </a:lnTo>
                  <a:lnTo>
                    <a:pt x="7955777" y="108050"/>
                  </a:lnTo>
                  <a:lnTo>
                    <a:pt x="7955903" y="108050"/>
                  </a:lnTo>
                  <a:lnTo>
                    <a:pt x="7956029" y="108050"/>
                  </a:lnTo>
                  <a:lnTo>
                    <a:pt x="7956155" y="108050"/>
                  </a:lnTo>
                  <a:lnTo>
                    <a:pt x="7956282" y="108050"/>
                  </a:lnTo>
                  <a:lnTo>
                    <a:pt x="7956408" y="108050"/>
                  </a:lnTo>
                  <a:lnTo>
                    <a:pt x="7956534" y="108050"/>
                  </a:lnTo>
                  <a:lnTo>
                    <a:pt x="7956660" y="108050"/>
                  </a:lnTo>
                  <a:lnTo>
                    <a:pt x="7956787" y="108050"/>
                  </a:lnTo>
                  <a:lnTo>
                    <a:pt x="7956913" y="108050"/>
                  </a:lnTo>
                  <a:lnTo>
                    <a:pt x="7957039" y="108050"/>
                  </a:lnTo>
                  <a:lnTo>
                    <a:pt x="7957165" y="108050"/>
                  </a:lnTo>
                  <a:lnTo>
                    <a:pt x="7957292" y="108050"/>
                  </a:lnTo>
                  <a:lnTo>
                    <a:pt x="7957418" y="108050"/>
                  </a:lnTo>
                  <a:lnTo>
                    <a:pt x="7957544" y="108050"/>
                  </a:lnTo>
                  <a:lnTo>
                    <a:pt x="7957670" y="108050"/>
                  </a:lnTo>
                  <a:lnTo>
                    <a:pt x="7957797" y="108050"/>
                  </a:lnTo>
                  <a:lnTo>
                    <a:pt x="7957923" y="108050"/>
                  </a:lnTo>
                  <a:lnTo>
                    <a:pt x="7958049" y="108050"/>
                  </a:lnTo>
                  <a:lnTo>
                    <a:pt x="7958175" y="108050"/>
                  </a:lnTo>
                  <a:lnTo>
                    <a:pt x="7958302" y="108050"/>
                  </a:lnTo>
                  <a:lnTo>
                    <a:pt x="7958428" y="108050"/>
                  </a:lnTo>
                  <a:lnTo>
                    <a:pt x="7958554" y="108050"/>
                  </a:lnTo>
                  <a:lnTo>
                    <a:pt x="7958681" y="108050"/>
                  </a:lnTo>
                  <a:lnTo>
                    <a:pt x="7958807" y="108050"/>
                  </a:lnTo>
                  <a:lnTo>
                    <a:pt x="7958933" y="108050"/>
                  </a:lnTo>
                  <a:lnTo>
                    <a:pt x="7959059" y="108050"/>
                  </a:lnTo>
                  <a:lnTo>
                    <a:pt x="7959186" y="108050"/>
                  </a:lnTo>
                  <a:lnTo>
                    <a:pt x="7959312" y="108050"/>
                  </a:lnTo>
                  <a:lnTo>
                    <a:pt x="7959438" y="108050"/>
                  </a:lnTo>
                  <a:lnTo>
                    <a:pt x="7959564" y="108050"/>
                  </a:lnTo>
                  <a:lnTo>
                    <a:pt x="7959691" y="108050"/>
                  </a:lnTo>
                  <a:lnTo>
                    <a:pt x="7959817" y="108050"/>
                  </a:lnTo>
                  <a:lnTo>
                    <a:pt x="7959943" y="108050"/>
                  </a:lnTo>
                  <a:lnTo>
                    <a:pt x="7960069" y="108050"/>
                  </a:lnTo>
                  <a:lnTo>
                    <a:pt x="7960196" y="108050"/>
                  </a:lnTo>
                  <a:lnTo>
                    <a:pt x="7960322" y="108050"/>
                  </a:lnTo>
                  <a:lnTo>
                    <a:pt x="7960448" y="108050"/>
                  </a:lnTo>
                  <a:lnTo>
                    <a:pt x="7960574" y="108050"/>
                  </a:lnTo>
                  <a:lnTo>
                    <a:pt x="7960701" y="108050"/>
                  </a:lnTo>
                  <a:lnTo>
                    <a:pt x="7960701" y="103138"/>
                  </a:lnTo>
                  <a:lnTo>
                    <a:pt x="7960827" y="103138"/>
                  </a:lnTo>
                  <a:lnTo>
                    <a:pt x="7960953" y="103138"/>
                  </a:lnTo>
                  <a:lnTo>
                    <a:pt x="7961079" y="103138"/>
                  </a:lnTo>
                  <a:lnTo>
                    <a:pt x="7961206" y="103138"/>
                  </a:lnTo>
                  <a:lnTo>
                    <a:pt x="7961332" y="103138"/>
                  </a:lnTo>
                  <a:lnTo>
                    <a:pt x="7961458" y="103138"/>
                  </a:lnTo>
                  <a:lnTo>
                    <a:pt x="7961584" y="103138"/>
                  </a:lnTo>
                  <a:lnTo>
                    <a:pt x="7961711" y="103138"/>
                  </a:lnTo>
                  <a:lnTo>
                    <a:pt x="7961837" y="103138"/>
                  </a:lnTo>
                  <a:lnTo>
                    <a:pt x="7961963" y="103138"/>
                  </a:lnTo>
                  <a:lnTo>
                    <a:pt x="7962089" y="103138"/>
                  </a:lnTo>
                  <a:lnTo>
                    <a:pt x="7962216" y="103138"/>
                  </a:lnTo>
                  <a:lnTo>
                    <a:pt x="7962342" y="103138"/>
                  </a:lnTo>
                  <a:lnTo>
                    <a:pt x="7962468" y="103138"/>
                  </a:lnTo>
                  <a:lnTo>
                    <a:pt x="7962594" y="103138"/>
                  </a:lnTo>
                  <a:lnTo>
                    <a:pt x="7962721" y="103138"/>
                  </a:lnTo>
                  <a:lnTo>
                    <a:pt x="7962847" y="103138"/>
                  </a:lnTo>
                  <a:lnTo>
                    <a:pt x="7962973" y="103138"/>
                  </a:lnTo>
                  <a:lnTo>
                    <a:pt x="7963099" y="103138"/>
                  </a:lnTo>
                  <a:lnTo>
                    <a:pt x="7963226" y="103138"/>
                  </a:lnTo>
                  <a:lnTo>
                    <a:pt x="7963352" y="103138"/>
                  </a:lnTo>
                  <a:lnTo>
                    <a:pt x="7963478" y="103138"/>
                  </a:lnTo>
                  <a:lnTo>
                    <a:pt x="7963604" y="103138"/>
                  </a:lnTo>
                  <a:lnTo>
                    <a:pt x="7963604" y="98227"/>
                  </a:lnTo>
                  <a:lnTo>
                    <a:pt x="7963731" y="98227"/>
                  </a:lnTo>
                  <a:lnTo>
                    <a:pt x="7963857" y="98227"/>
                  </a:lnTo>
                  <a:lnTo>
                    <a:pt x="7963983" y="98227"/>
                  </a:lnTo>
                  <a:lnTo>
                    <a:pt x="7964110" y="98227"/>
                  </a:lnTo>
                  <a:lnTo>
                    <a:pt x="7964236" y="98227"/>
                  </a:lnTo>
                  <a:lnTo>
                    <a:pt x="7964362" y="98227"/>
                  </a:lnTo>
                  <a:lnTo>
                    <a:pt x="7964488" y="98227"/>
                  </a:lnTo>
                  <a:lnTo>
                    <a:pt x="7964615" y="98227"/>
                  </a:lnTo>
                  <a:lnTo>
                    <a:pt x="7964741" y="98227"/>
                  </a:lnTo>
                  <a:lnTo>
                    <a:pt x="7964867" y="98227"/>
                  </a:lnTo>
                  <a:lnTo>
                    <a:pt x="7964993" y="98227"/>
                  </a:lnTo>
                  <a:lnTo>
                    <a:pt x="7965120" y="98227"/>
                  </a:lnTo>
                  <a:lnTo>
                    <a:pt x="7965246" y="98227"/>
                  </a:lnTo>
                  <a:lnTo>
                    <a:pt x="7965372" y="98227"/>
                  </a:lnTo>
                  <a:lnTo>
                    <a:pt x="7965498" y="98227"/>
                  </a:lnTo>
                  <a:lnTo>
                    <a:pt x="7965625" y="98227"/>
                  </a:lnTo>
                  <a:lnTo>
                    <a:pt x="7965751" y="98227"/>
                  </a:lnTo>
                  <a:lnTo>
                    <a:pt x="7965877" y="98227"/>
                  </a:lnTo>
                  <a:lnTo>
                    <a:pt x="7966003" y="98227"/>
                  </a:lnTo>
                  <a:lnTo>
                    <a:pt x="7966130" y="98227"/>
                  </a:lnTo>
                  <a:lnTo>
                    <a:pt x="7966256" y="98227"/>
                  </a:lnTo>
                  <a:lnTo>
                    <a:pt x="7966382" y="98227"/>
                  </a:lnTo>
                  <a:lnTo>
                    <a:pt x="7966508" y="98227"/>
                  </a:lnTo>
                  <a:lnTo>
                    <a:pt x="7966635" y="98227"/>
                  </a:lnTo>
                  <a:lnTo>
                    <a:pt x="7966761" y="98227"/>
                  </a:lnTo>
                  <a:lnTo>
                    <a:pt x="7966887" y="98227"/>
                  </a:lnTo>
                  <a:lnTo>
                    <a:pt x="7967013" y="98227"/>
                  </a:lnTo>
                  <a:lnTo>
                    <a:pt x="7967140" y="98227"/>
                  </a:lnTo>
                  <a:lnTo>
                    <a:pt x="7967266" y="98227"/>
                  </a:lnTo>
                  <a:lnTo>
                    <a:pt x="7967392" y="98227"/>
                  </a:lnTo>
                  <a:lnTo>
                    <a:pt x="7967518" y="98227"/>
                  </a:lnTo>
                  <a:lnTo>
                    <a:pt x="7967645" y="98227"/>
                  </a:lnTo>
                  <a:lnTo>
                    <a:pt x="7967771" y="98227"/>
                  </a:lnTo>
                  <a:lnTo>
                    <a:pt x="7967897" y="98227"/>
                  </a:lnTo>
                  <a:lnTo>
                    <a:pt x="7968023" y="98227"/>
                  </a:lnTo>
                  <a:lnTo>
                    <a:pt x="7968150" y="98227"/>
                  </a:lnTo>
                  <a:lnTo>
                    <a:pt x="7968276" y="98227"/>
                  </a:lnTo>
                  <a:lnTo>
                    <a:pt x="7968402" y="98227"/>
                  </a:lnTo>
                  <a:lnTo>
                    <a:pt x="7968528" y="98227"/>
                  </a:lnTo>
                  <a:lnTo>
                    <a:pt x="7968655" y="98227"/>
                  </a:lnTo>
                  <a:lnTo>
                    <a:pt x="7968781" y="98227"/>
                  </a:lnTo>
                  <a:lnTo>
                    <a:pt x="7968907" y="98227"/>
                  </a:lnTo>
                  <a:lnTo>
                    <a:pt x="7969034" y="98227"/>
                  </a:lnTo>
                  <a:lnTo>
                    <a:pt x="7969160" y="98227"/>
                  </a:lnTo>
                  <a:lnTo>
                    <a:pt x="7969286" y="98227"/>
                  </a:lnTo>
                  <a:lnTo>
                    <a:pt x="7969412" y="98227"/>
                  </a:lnTo>
                  <a:lnTo>
                    <a:pt x="7969539" y="98227"/>
                  </a:lnTo>
                  <a:lnTo>
                    <a:pt x="7969665" y="98227"/>
                  </a:lnTo>
                  <a:lnTo>
                    <a:pt x="7969791" y="98227"/>
                  </a:lnTo>
                  <a:lnTo>
                    <a:pt x="7969917" y="98227"/>
                  </a:lnTo>
                  <a:lnTo>
                    <a:pt x="7970044" y="98227"/>
                  </a:lnTo>
                  <a:lnTo>
                    <a:pt x="7970170" y="98227"/>
                  </a:lnTo>
                  <a:lnTo>
                    <a:pt x="7970296" y="98227"/>
                  </a:lnTo>
                  <a:lnTo>
                    <a:pt x="7970422" y="98227"/>
                  </a:lnTo>
                  <a:lnTo>
                    <a:pt x="7970549" y="98227"/>
                  </a:lnTo>
                  <a:lnTo>
                    <a:pt x="7970675" y="98227"/>
                  </a:lnTo>
                  <a:lnTo>
                    <a:pt x="7970801" y="98227"/>
                  </a:lnTo>
                  <a:lnTo>
                    <a:pt x="7970927" y="98227"/>
                  </a:lnTo>
                  <a:lnTo>
                    <a:pt x="7971054" y="98227"/>
                  </a:lnTo>
                  <a:lnTo>
                    <a:pt x="7971180" y="98227"/>
                  </a:lnTo>
                  <a:lnTo>
                    <a:pt x="7971306" y="98227"/>
                  </a:lnTo>
                  <a:lnTo>
                    <a:pt x="7971432" y="98227"/>
                  </a:lnTo>
                  <a:lnTo>
                    <a:pt x="7971559" y="98227"/>
                  </a:lnTo>
                  <a:lnTo>
                    <a:pt x="7971685" y="98227"/>
                  </a:lnTo>
                  <a:lnTo>
                    <a:pt x="7971811" y="98227"/>
                  </a:lnTo>
                  <a:lnTo>
                    <a:pt x="7971937" y="98227"/>
                  </a:lnTo>
                  <a:lnTo>
                    <a:pt x="7972064" y="98227"/>
                  </a:lnTo>
                  <a:lnTo>
                    <a:pt x="7972190" y="98227"/>
                  </a:lnTo>
                  <a:lnTo>
                    <a:pt x="7972316" y="98227"/>
                  </a:lnTo>
                  <a:lnTo>
                    <a:pt x="7972316" y="93316"/>
                  </a:lnTo>
                  <a:lnTo>
                    <a:pt x="7972442" y="93316"/>
                  </a:lnTo>
                  <a:lnTo>
                    <a:pt x="7972569" y="93316"/>
                  </a:lnTo>
                  <a:lnTo>
                    <a:pt x="7972695" y="93316"/>
                  </a:lnTo>
                  <a:lnTo>
                    <a:pt x="7972821" y="93316"/>
                  </a:lnTo>
                  <a:lnTo>
                    <a:pt x="7972947" y="93316"/>
                  </a:lnTo>
                  <a:lnTo>
                    <a:pt x="7973074" y="93316"/>
                  </a:lnTo>
                  <a:lnTo>
                    <a:pt x="7973200" y="93316"/>
                  </a:lnTo>
                  <a:lnTo>
                    <a:pt x="7973326" y="93316"/>
                  </a:lnTo>
                  <a:lnTo>
                    <a:pt x="7973452" y="93316"/>
                  </a:lnTo>
                  <a:lnTo>
                    <a:pt x="7973579" y="93316"/>
                  </a:lnTo>
                  <a:lnTo>
                    <a:pt x="7973705" y="93316"/>
                  </a:lnTo>
                  <a:lnTo>
                    <a:pt x="7973831" y="93316"/>
                  </a:lnTo>
                  <a:lnTo>
                    <a:pt x="7973957" y="93316"/>
                  </a:lnTo>
                  <a:lnTo>
                    <a:pt x="7974084" y="93316"/>
                  </a:lnTo>
                  <a:lnTo>
                    <a:pt x="7974210" y="93316"/>
                  </a:lnTo>
                  <a:lnTo>
                    <a:pt x="7974210" y="88404"/>
                  </a:lnTo>
                  <a:lnTo>
                    <a:pt x="7974336" y="88404"/>
                  </a:lnTo>
                  <a:lnTo>
                    <a:pt x="7974463" y="88404"/>
                  </a:lnTo>
                  <a:lnTo>
                    <a:pt x="7974589" y="88404"/>
                  </a:lnTo>
                  <a:lnTo>
                    <a:pt x="7974715" y="88404"/>
                  </a:lnTo>
                  <a:lnTo>
                    <a:pt x="7974841" y="88404"/>
                  </a:lnTo>
                  <a:lnTo>
                    <a:pt x="7974968" y="88404"/>
                  </a:lnTo>
                  <a:lnTo>
                    <a:pt x="7975094" y="88404"/>
                  </a:lnTo>
                  <a:lnTo>
                    <a:pt x="7975220" y="88404"/>
                  </a:lnTo>
                  <a:lnTo>
                    <a:pt x="7975346" y="88404"/>
                  </a:lnTo>
                  <a:lnTo>
                    <a:pt x="7975473" y="88404"/>
                  </a:lnTo>
                  <a:lnTo>
                    <a:pt x="7975599" y="88404"/>
                  </a:lnTo>
                  <a:lnTo>
                    <a:pt x="7975725" y="88404"/>
                  </a:lnTo>
                  <a:lnTo>
                    <a:pt x="7975851" y="88404"/>
                  </a:lnTo>
                  <a:lnTo>
                    <a:pt x="7975978" y="88404"/>
                  </a:lnTo>
                  <a:lnTo>
                    <a:pt x="7976104" y="88404"/>
                  </a:lnTo>
                  <a:lnTo>
                    <a:pt x="7976230" y="88404"/>
                  </a:lnTo>
                  <a:lnTo>
                    <a:pt x="7976356" y="88404"/>
                  </a:lnTo>
                  <a:lnTo>
                    <a:pt x="7976483" y="88404"/>
                  </a:lnTo>
                  <a:lnTo>
                    <a:pt x="7976609" y="88404"/>
                  </a:lnTo>
                  <a:lnTo>
                    <a:pt x="7976735" y="88404"/>
                  </a:lnTo>
                  <a:lnTo>
                    <a:pt x="7976861" y="88404"/>
                  </a:lnTo>
                  <a:lnTo>
                    <a:pt x="7976988" y="88404"/>
                  </a:lnTo>
                  <a:lnTo>
                    <a:pt x="7977114" y="88404"/>
                  </a:lnTo>
                  <a:lnTo>
                    <a:pt x="7977240" y="88404"/>
                  </a:lnTo>
                  <a:lnTo>
                    <a:pt x="7977366" y="88404"/>
                  </a:lnTo>
                  <a:lnTo>
                    <a:pt x="7977493" y="88404"/>
                  </a:lnTo>
                  <a:lnTo>
                    <a:pt x="7977619" y="88404"/>
                  </a:lnTo>
                  <a:lnTo>
                    <a:pt x="7977745" y="88404"/>
                  </a:lnTo>
                  <a:lnTo>
                    <a:pt x="7977871" y="88404"/>
                  </a:lnTo>
                  <a:lnTo>
                    <a:pt x="7977998" y="88404"/>
                  </a:lnTo>
                  <a:lnTo>
                    <a:pt x="7978124" y="88404"/>
                  </a:lnTo>
                  <a:lnTo>
                    <a:pt x="7978250" y="88404"/>
                  </a:lnTo>
                  <a:lnTo>
                    <a:pt x="7978376" y="88404"/>
                  </a:lnTo>
                  <a:lnTo>
                    <a:pt x="7978503" y="88404"/>
                  </a:lnTo>
                  <a:lnTo>
                    <a:pt x="7978629" y="88404"/>
                  </a:lnTo>
                  <a:lnTo>
                    <a:pt x="7978755" y="88404"/>
                  </a:lnTo>
                  <a:lnTo>
                    <a:pt x="7978881" y="88404"/>
                  </a:lnTo>
                  <a:lnTo>
                    <a:pt x="7979008" y="88404"/>
                  </a:lnTo>
                  <a:lnTo>
                    <a:pt x="7979134" y="88404"/>
                  </a:lnTo>
                  <a:lnTo>
                    <a:pt x="7979260" y="88404"/>
                  </a:lnTo>
                  <a:lnTo>
                    <a:pt x="7979387" y="88404"/>
                  </a:lnTo>
                  <a:lnTo>
                    <a:pt x="7979513" y="88404"/>
                  </a:lnTo>
                  <a:lnTo>
                    <a:pt x="7979639" y="88404"/>
                  </a:lnTo>
                  <a:lnTo>
                    <a:pt x="7979765" y="88404"/>
                  </a:lnTo>
                  <a:lnTo>
                    <a:pt x="7979892" y="88404"/>
                  </a:lnTo>
                  <a:lnTo>
                    <a:pt x="7980018" y="88404"/>
                  </a:lnTo>
                  <a:lnTo>
                    <a:pt x="7980144" y="88404"/>
                  </a:lnTo>
                  <a:lnTo>
                    <a:pt x="7980270" y="88404"/>
                  </a:lnTo>
                  <a:lnTo>
                    <a:pt x="7980397" y="88404"/>
                  </a:lnTo>
                  <a:lnTo>
                    <a:pt x="7980523" y="88404"/>
                  </a:lnTo>
                  <a:lnTo>
                    <a:pt x="7980649" y="88404"/>
                  </a:lnTo>
                  <a:lnTo>
                    <a:pt x="7980775" y="88404"/>
                  </a:lnTo>
                  <a:lnTo>
                    <a:pt x="7980902" y="88404"/>
                  </a:lnTo>
                  <a:lnTo>
                    <a:pt x="7981028" y="88404"/>
                  </a:lnTo>
                  <a:lnTo>
                    <a:pt x="7981154" y="88404"/>
                  </a:lnTo>
                  <a:lnTo>
                    <a:pt x="7981280" y="88404"/>
                  </a:lnTo>
                  <a:lnTo>
                    <a:pt x="7981407" y="88404"/>
                  </a:lnTo>
                  <a:lnTo>
                    <a:pt x="7981533" y="88404"/>
                  </a:lnTo>
                  <a:lnTo>
                    <a:pt x="7981659" y="88404"/>
                  </a:lnTo>
                  <a:lnTo>
                    <a:pt x="7981785" y="88404"/>
                  </a:lnTo>
                  <a:lnTo>
                    <a:pt x="7981912" y="88404"/>
                  </a:lnTo>
                  <a:lnTo>
                    <a:pt x="7982038" y="88404"/>
                  </a:lnTo>
                  <a:lnTo>
                    <a:pt x="7982164" y="88404"/>
                  </a:lnTo>
                  <a:lnTo>
                    <a:pt x="7982290" y="88404"/>
                  </a:lnTo>
                  <a:lnTo>
                    <a:pt x="7982417" y="88404"/>
                  </a:lnTo>
                  <a:lnTo>
                    <a:pt x="7982543" y="88404"/>
                  </a:lnTo>
                  <a:lnTo>
                    <a:pt x="7982669" y="88404"/>
                  </a:lnTo>
                  <a:lnTo>
                    <a:pt x="7982795" y="88404"/>
                  </a:lnTo>
                  <a:lnTo>
                    <a:pt x="7982922" y="88404"/>
                  </a:lnTo>
                  <a:lnTo>
                    <a:pt x="7983048" y="88404"/>
                  </a:lnTo>
                  <a:lnTo>
                    <a:pt x="7983174" y="88404"/>
                  </a:lnTo>
                  <a:lnTo>
                    <a:pt x="7983300" y="88404"/>
                  </a:lnTo>
                  <a:lnTo>
                    <a:pt x="7983427" y="88404"/>
                  </a:lnTo>
                  <a:lnTo>
                    <a:pt x="7983553" y="88404"/>
                  </a:lnTo>
                  <a:lnTo>
                    <a:pt x="7983679" y="88404"/>
                  </a:lnTo>
                  <a:lnTo>
                    <a:pt x="7983805" y="88404"/>
                  </a:lnTo>
                  <a:lnTo>
                    <a:pt x="7983932" y="88404"/>
                  </a:lnTo>
                  <a:lnTo>
                    <a:pt x="7984058" y="88404"/>
                  </a:lnTo>
                  <a:lnTo>
                    <a:pt x="7984184" y="88404"/>
                  </a:lnTo>
                  <a:lnTo>
                    <a:pt x="7984310" y="88404"/>
                  </a:lnTo>
                  <a:lnTo>
                    <a:pt x="7984437" y="88404"/>
                  </a:lnTo>
                  <a:lnTo>
                    <a:pt x="7984563" y="88404"/>
                  </a:lnTo>
                  <a:lnTo>
                    <a:pt x="7984689" y="88404"/>
                  </a:lnTo>
                  <a:lnTo>
                    <a:pt x="7984816" y="88404"/>
                  </a:lnTo>
                  <a:lnTo>
                    <a:pt x="7984942" y="88404"/>
                  </a:lnTo>
                  <a:lnTo>
                    <a:pt x="7985068" y="88404"/>
                  </a:lnTo>
                  <a:lnTo>
                    <a:pt x="7985194" y="88404"/>
                  </a:lnTo>
                  <a:lnTo>
                    <a:pt x="7985321" y="88404"/>
                  </a:lnTo>
                  <a:lnTo>
                    <a:pt x="7985447" y="88404"/>
                  </a:lnTo>
                  <a:lnTo>
                    <a:pt x="7985573" y="88404"/>
                  </a:lnTo>
                  <a:lnTo>
                    <a:pt x="7985699" y="88404"/>
                  </a:lnTo>
                  <a:lnTo>
                    <a:pt x="7985826" y="88404"/>
                  </a:lnTo>
                  <a:lnTo>
                    <a:pt x="7985952" y="88404"/>
                  </a:lnTo>
                  <a:lnTo>
                    <a:pt x="7986078" y="88404"/>
                  </a:lnTo>
                  <a:lnTo>
                    <a:pt x="7986204" y="88404"/>
                  </a:lnTo>
                  <a:lnTo>
                    <a:pt x="7986331" y="88404"/>
                  </a:lnTo>
                  <a:lnTo>
                    <a:pt x="7986457" y="88404"/>
                  </a:lnTo>
                  <a:lnTo>
                    <a:pt x="7986583" y="88404"/>
                  </a:lnTo>
                  <a:lnTo>
                    <a:pt x="7986709" y="88404"/>
                  </a:lnTo>
                  <a:lnTo>
                    <a:pt x="7986836" y="88404"/>
                  </a:lnTo>
                  <a:lnTo>
                    <a:pt x="7986962" y="88404"/>
                  </a:lnTo>
                  <a:lnTo>
                    <a:pt x="7987088" y="88404"/>
                  </a:lnTo>
                  <a:lnTo>
                    <a:pt x="7987214" y="88404"/>
                  </a:lnTo>
                  <a:lnTo>
                    <a:pt x="7987341" y="88404"/>
                  </a:lnTo>
                  <a:lnTo>
                    <a:pt x="7987467" y="88404"/>
                  </a:lnTo>
                  <a:lnTo>
                    <a:pt x="7987593" y="88404"/>
                  </a:lnTo>
                  <a:lnTo>
                    <a:pt x="7987719" y="88404"/>
                  </a:lnTo>
                  <a:lnTo>
                    <a:pt x="7987846" y="88404"/>
                  </a:lnTo>
                  <a:lnTo>
                    <a:pt x="7987972" y="88404"/>
                  </a:lnTo>
                  <a:lnTo>
                    <a:pt x="7988098" y="88404"/>
                  </a:lnTo>
                  <a:lnTo>
                    <a:pt x="7988224" y="88404"/>
                  </a:lnTo>
                  <a:lnTo>
                    <a:pt x="7988351" y="88404"/>
                  </a:lnTo>
                  <a:lnTo>
                    <a:pt x="7988477" y="88404"/>
                  </a:lnTo>
                  <a:lnTo>
                    <a:pt x="7988603" y="88404"/>
                  </a:lnTo>
                  <a:lnTo>
                    <a:pt x="7988729" y="88404"/>
                  </a:lnTo>
                  <a:lnTo>
                    <a:pt x="7988856" y="88404"/>
                  </a:lnTo>
                  <a:lnTo>
                    <a:pt x="7988982" y="88404"/>
                  </a:lnTo>
                  <a:lnTo>
                    <a:pt x="7989108" y="88404"/>
                  </a:lnTo>
                  <a:lnTo>
                    <a:pt x="7989234" y="88404"/>
                  </a:lnTo>
                  <a:lnTo>
                    <a:pt x="7989361" y="88404"/>
                  </a:lnTo>
                  <a:lnTo>
                    <a:pt x="7989487" y="88404"/>
                  </a:lnTo>
                  <a:lnTo>
                    <a:pt x="7989613" y="88404"/>
                  </a:lnTo>
                  <a:lnTo>
                    <a:pt x="7989740" y="88404"/>
                  </a:lnTo>
                  <a:lnTo>
                    <a:pt x="7989866" y="88404"/>
                  </a:lnTo>
                  <a:lnTo>
                    <a:pt x="7989992" y="88404"/>
                  </a:lnTo>
                  <a:lnTo>
                    <a:pt x="7990118" y="88404"/>
                  </a:lnTo>
                  <a:lnTo>
                    <a:pt x="7990245" y="88404"/>
                  </a:lnTo>
                  <a:lnTo>
                    <a:pt x="7990371" y="88404"/>
                  </a:lnTo>
                  <a:lnTo>
                    <a:pt x="7990497" y="88404"/>
                  </a:lnTo>
                  <a:lnTo>
                    <a:pt x="7990623" y="88404"/>
                  </a:lnTo>
                  <a:lnTo>
                    <a:pt x="7990750" y="88404"/>
                  </a:lnTo>
                  <a:lnTo>
                    <a:pt x="7990876" y="88404"/>
                  </a:lnTo>
                  <a:lnTo>
                    <a:pt x="7991002" y="88404"/>
                  </a:lnTo>
                  <a:lnTo>
                    <a:pt x="7991128" y="88404"/>
                  </a:lnTo>
                  <a:lnTo>
                    <a:pt x="7991255" y="88404"/>
                  </a:lnTo>
                  <a:lnTo>
                    <a:pt x="7991381" y="88404"/>
                  </a:lnTo>
                  <a:lnTo>
                    <a:pt x="7991507" y="88404"/>
                  </a:lnTo>
                  <a:lnTo>
                    <a:pt x="7991633" y="88404"/>
                  </a:lnTo>
                  <a:lnTo>
                    <a:pt x="7991760" y="88404"/>
                  </a:lnTo>
                  <a:lnTo>
                    <a:pt x="7991886" y="88404"/>
                  </a:lnTo>
                  <a:lnTo>
                    <a:pt x="7992012" y="88404"/>
                  </a:lnTo>
                  <a:lnTo>
                    <a:pt x="7992138" y="88404"/>
                  </a:lnTo>
                  <a:lnTo>
                    <a:pt x="7992265" y="88404"/>
                  </a:lnTo>
                  <a:lnTo>
                    <a:pt x="7992391" y="88404"/>
                  </a:lnTo>
                  <a:lnTo>
                    <a:pt x="7992517" y="88404"/>
                  </a:lnTo>
                  <a:lnTo>
                    <a:pt x="7992643" y="88404"/>
                  </a:lnTo>
                  <a:lnTo>
                    <a:pt x="7992770" y="88404"/>
                  </a:lnTo>
                  <a:lnTo>
                    <a:pt x="7992896" y="88404"/>
                  </a:lnTo>
                  <a:lnTo>
                    <a:pt x="7993022" y="88404"/>
                  </a:lnTo>
                  <a:lnTo>
                    <a:pt x="7993148" y="88404"/>
                  </a:lnTo>
                  <a:lnTo>
                    <a:pt x="7993275" y="88404"/>
                  </a:lnTo>
                  <a:lnTo>
                    <a:pt x="7993401" y="88404"/>
                  </a:lnTo>
                  <a:lnTo>
                    <a:pt x="7993527" y="88404"/>
                  </a:lnTo>
                  <a:lnTo>
                    <a:pt x="7993653" y="88404"/>
                  </a:lnTo>
                  <a:lnTo>
                    <a:pt x="7993780" y="88404"/>
                  </a:lnTo>
                  <a:lnTo>
                    <a:pt x="7993906" y="88404"/>
                  </a:lnTo>
                  <a:lnTo>
                    <a:pt x="7994032" y="88404"/>
                  </a:lnTo>
                  <a:lnTo>
                    <a:pt x="7994158" y="88404"/>
                  </a:lnTo>
                  <a:lnTo>
                    <a:pt x="7994285" y="88404"/>
                  </a:lnTo>
                  <a:lnTo>
                    <a:pt x="7994411" y="88404"/>
                  </a:lnTo>
                  <a:lnTo>
                    <a:pt x="7994537" y="88404"/>
                  </a:lnTo>
                  <a:lnTo>
                    <a:pt x="7994663" y="88404"/>
                  </a:lnTo>
                  <a:lnTo>
                    <a:pt x="7994790" y="88404"/>
                  </a:lnTo>
                  <a:lnTo>
                    <a:pt x="7994916" y="88404"/>
                  </a:lnTo>
                  <a:lnTo>
                    <a:pt x="7995042" y="88404"/>
                  </a:lnTo>
                  <a:lnTo>
                    <a:pt x="7995169" y="88404"/>
                  </a:lnTo>
                  <a:lnTo>
                    <a:pt x="7995295" y="88404"/>
                  </a:lnTo>
                  <a:lnTo>
                    <a:pt x="7995421" y="88404"/>
                  </a:lnTo>
                  <a:lnTo>
                    <a:pt x="7995547" y="88404"/>
                  </a:lnTo>
                  <a:lnTo>
                    <a:pt x="7995674" y="88404"/>
                  </a:lnTo>
                  <a:lnTo>
                    <a:pt x="7995800" y="88404"/>
                  </a:lnTo>
                  <a:lnTo>
                    <a:pt x="7995926" y="88404"/>
                  </a:lnTo>
                  <a:lnTo>
                    <a:pt x="7996052" y="88404"/>
                  </a:lnTo>
                  <a:lnTo>
                    <a:pt x="7996179" y="88404"/>
                  </a:lnTo>
                  <a:lnTo>
                    <a:pt x="7996305" y="88404"/>
                  </a:lnTo>
                  <a:lnTo>
                    <a:pt x="7996431" y="88404"/>
                  </a:lnTo>
                  <a:lnTo>
                    <a:pt x="7996557" y="88404"/>
                  </a:lnTo>
                  <a:lnTo>
                    <a:pt x="7996684" y="88404"/>
                  </a:lnTo>
                  <a:lnTo>
                    <a:pt x="7996810" y="88404"/>
                  </a:lnTo>
                  <a:lnTo>
                    <a:pt x="7996936" y="88404"/>
                  </a:lnTo>
                  <a:lnTo>
                    <a:pt x="7997062" y="88404"/>
                  </a:lnTo>
                  <a:lnTo>
                    <a:pt x="7997189" y="88404"/>
                  </a:lnTo>
                  <a:lnTo>
                    <a:pt x="7997315" y="88404"/>
                  </a:lnTo>
                  <a:lnTo>
                    <a:pt x="7997441" y="88404"/>
                  </a:lnTo>
                  <a:lnTo>
                    <a:pt x="7997567" y="88404"/>
                  </a:lnTo>
                  <a:lnTo>
                    <a:pt x="7997694" y="88404"/>
                  </a:lnTo>
                  <a:lnTo>
                    <a:pt x="7997820" y="88404"/>
                  </a:lnTo>
                  <a:lnTo>
                    <a:pt x="7997946" y="88404"/>
                  </a:lnTo>
                  <a:lnTo>
                    <a:pt x="7998072" y="88404"/>
                  </a:lnTo>
                  <a:lnTo>
                    <a:pt x="7998199" y="88404"/>
                  </a:lnTo>
                  <a:lnTo>
                    <a:pt x="7998325" y="88404"/>
                  </a:lnTo>
                  <a:lnTo>
                    <a:pt x="7998451" y="88404"/>
                  </a:lnTo>
                  <a:lnTo>
                    <a:pt x="7998577" y="88404"/>
                  </a:lnTo>
                  <a:lnTo>
                    <a:pt x="7998704" y="88404"/>
                  </a:lnTo>
                  <a:lnTo>
                    <a:pt x="7998830" y="88404"/>
                  </a:lnTo>
                  <a:lnTo>
                    <a:pt x="7998956" y="88404"/>
                  </a:lnTo>
                  <a:lnTo>
                    <a:pt x="7999082" y="88404"/>
                  </a:lnTo>
                  <a:lnTo>
                    <a:pt x="7999209" y="88404"/>
                  </a:lnTo>
                  <a:lnTo>
                    <a:pt x="7999335" y="88404"/>
                  </a:lnTo>
                  <a:lnTo>
                    <a:pt x="7999461" y="88404"/>
                  </a:lnTo>
                  <a:lnTo>
                    <a:pt x="7999587" y="88404"/>
                  </a:lnTo>
                  <a:lnTo>
                    <a:pt x="7999714" y="88404"/>
                  </a:lnTo>
                  <a:lnTo>
                    <a:pt x="7999840" y="88404"/>
                  </a:lnTo>
                  <a:lnTo>
                    <a:pt x="7999966" y="88404"/>
                  </a:lnTo>
                  <a:lnTo>
                    <a:pt x="8000093" y="88404"/>
                  </a:lnTo>
                  <a:lnTo>
                    <a:pt x="8000219" y="88404"/>
                  </a:lnTo>
                  <a:lnTo>
                    <a:pt x="8000345" y="88404"/>
                  </a:lnTo>
                  <a:lnTo>
                    <a:pt x="8000471" y="88404"/>
                  </a:lnTo>
                  <a:lnTo>
                    <a:pt x="8000598" y="88404"/>
                  </a:lnTo>
                  <a:lnTo>
                    <a:pt x="8000724" y="88404"/>
                  </a:lnTo>
                  <a:lnTo>
                    <a:pt x="8000850" y="88404"/>
                  </a:lnTo>
                  <a:lnTo>
                    <a:pt x="8000976" y="88404"/>
                  </a:lnTo>
                  <a:lnTo>
                    <a:pt x="8001103" y="88404"/>
                  </a:lnTo>
                  <a:lnTo>
                    <a:pt x="8001229" y="88404"/>
                  </a:lnTo>
                  <a:lnTo>
                    <a:pt x="8001355" y="88404"/>
                  </a:lnTo>
                  <a:lnTo>
                    <a:pt x="8001481" y="88404"/>
                  </a:lnTo>
                  <a:lnTo>
                    <a:pt x="8001608" y="88404"/>
                  </a:lnTo>
                  <a:lnTo>
                    <a:pt x="8001734" y="88404"/>
                  </a:lnTo>
                  <a:lnTo>
                    <a:pt x="8001860" y="88404"/>
                  </a:lnTo>
                  <a:lnTo>
                    <a:pt x="8001986" y="88404"/>
                  </a:lnTo>
                  <a:lnTo>
                    <a:pt x="8002113" y="88404"/>
                  </a:lnTo>
                  <a:lnTo>
                    <a:pt x="8002239" y="88404"/>
                  </a:lnTo>
                  <a:lnTo>
                    <a:pt x="8002365" y="88404"/>
                  </a:lnTo>
                  <a:lnTo>
                    <a:pt x="8002491" y="88404"/>
                  </a:lnTo>
                  <a:lnTo>
                    <a:pt x="8002618" y="88404"/>
                  </a:lnTo>
                  <a:lnTo>
                    <a:pt x="8002744" y="88404"/>
                  </a:lnTo>
                  <a:lnTo>
                    <a:pt x="8002870" y="88404"/>
                  </a:lnTo>
                  <a:lnTo>
                    <a:pt x="8002996" y="88404"/>
                  </a:lnTo>
                  <a:lnTo>
                    <a:pt x="8003123" y="88404"/>
                  </a:lnTo>
                  <a:lnTo>
                    <a:pt x="8003249" y="88404"/>
                  </a:lnTo>
                  <a:lnTo>
                    <a:pt x="8003375" y="88404"/>
                  </a:lnTo>
                  <a:lnTo>
                    <a:pt x="8003501" y="88404"/>
                  </a:lnTo>
                  <a:lnTo>
                    <a:pt x="8003628" y="88404"/>
                  </a:lnTo>
                  <a:lnTo>
                    <a:pt x="8003754" y="88404"/>
                  </a:lnTo>
                  <a:lnTo>
                    <a:pt x="8003880" y="88404"/>
                  </a:lnTo>
                  <a:lnTo>
                    <a:pt x="8004006" y="88404"/>
                  </a:lnTo>
                  <a:lnTo>
                    <a:pt x="8004133" y="88404"/>
                  </a:lnTo>
                  <a:lnTo>
                    <a:pt x="8004259" y="88404"/>
                  </a:lnTo>
                  <a:lnTo>
                    <a:pt x="8004385" y="88404"/>
                  </a:lnTo>
                  <a:lnTo>
                    <a:pt x="8004511" y="88404"/>
                  </a:lnTo>
                  <a:lnTo>
                    <a:pt x="8004638" y="88404"/>
                  </a:lnTo>
                  <a:lnTo>
                    <a:pt x="8004764" y="88404"/>
                  </a:lnTo>
                  <a:lnTo>
                    <a:pt x="8004890" y="88404"/>
                  </a:lnTo>
                  <a:lnTo>
                    <a:pt x="8005016" y="88404"/>
                  </a:lnTo>
                  <a:lnTo>
                    <a:pt x="8005143" y="88404"/>
                  </a:lnTo>
                  <a:lnTo>
                    <a:pt x="8005269" y="88404"/>
                  </a:lnTo>
                  <a:lnTo>
                    <a:pt x="8005395" y="88404"/>
                  </a:lnTo>
                  <a:lnTo>
                    <a:pt x="8005522" y="88404"/>
                  </a:lnTo>
                  <a:lnTo>
                    <a:pt x="8005648" y="88404"/>
                  </a:lnTo>
                  <a:lnTo>
                    <a:pt x="8005774" y="88404"/>
                  </a:lnTo>
                  <a:lnTo>
                    <a:pt x="8005900" y="88404"/>
                  </a:lnTo>
                  <a:lnTo>
                    <a:pt x="8006027" y="88404"/>
                  </a:lnTo>
                  <a:lnTo>
                    <a:pt x="8006153" y="88404"/>
                  </a:lnTo>
                  <a:lnTo>
                    <a:pt x="8006279" y="88404"/>
                  </a:lnTo>
                  <a:lnTo>
                    <a:pt x="8006405" y="88404"/>
                  </a:lnTo>
                  <a:lnTo>
                    <a:pt x="8006532" y="88404"/>
                  </a:lnTo>
                  <a:lnTo>
                    <a:pt x="8006658" y="88404"/>
                  </a:lnTo>
                  <a:lnTo>
                    <a:pt x="8006784" y="88404"/>
                  </a:lnTo>
                  <a:lnTo>
                    <a:pt x="8006910" y="88404"/>
                  </a:lnTo>
                  <a:lnTo>
                    <a:pt x="8007037" y="88404"/>
                  </a:lnTo>
                  <a:lnTo>
                    <a:pt x="8007163" y="88404"/>
                  </a:lnTo>
                  <a:lnTo>
                    <a:pt x="8007289" y="88404"/>
                  </a:lnTo>
                  <a:lnTo>
                    <a:pt x="8007415" y="88404"/>
                  </a:lnTo>
                  <a:lnTo>
                    <a:pt x="8007542" y="88404"/>
                  </a:lnTo>
                  <a:lnTo>
                    <a:pt x="8007668" y="88404"/>
                  </a:lnTo>
                  <a:lnTo>
                    <a:pt x="8007794" y="88404"/>
                  </a:lnTo>
                  <a:lnTo>
                    <a:pt x="8007920" y="88404"/>
                  </a:lnTo>
                  <a:lnTo>
                    <a:pt x="8008047" y="88404"/>
                  </a:lnTo>
                  <a:lnTo>
                    <a:pt x="8008173" y="88404"/>
                  </a:lnTo>
                  <a:lnTo>
                    <a:pt x="8008299" y="88404"/>
                  </a:lnTo>
                  <a:lnTo>
                    <a:pt x="8008425" y="88404"/>
                  </a:lnTo>
                  <a:lnTo>
                    <a:pt x="8008552" y="88404"/>
                  </a:lnTo>
                  <a:lnTo>
                    <a:pt x="8008678" y="88404"/>
                  </a:lnTo>
                  <a:lnTo>
                    <a:pt x="8008804" y="88404"/>
                  </a:lnTo>
                  <a:lnTo>
                    <a:pt x="8008930" y="88404"/>
                  </a:lnTo>
                  <a:lnTo>
                    <a:pt x="8009057" y="88404"/>
                  </a:lnTo>
                  <a:lnTo>
                    <a:pt x="8009183" y="88404"/>
                  </a:lnTo>
                  <a:lnTo>
                    <a:pt x="8009309" y="88404"/>
                  </a:lnTo>
                  <a:lnTo>
                    <a:pt x="8009435" y="88404"/>
                  </a:lnTo>
                  <a:lnTo>
                    <a:pt x="8009562" y="88404"/>
                  </a:lnTo>
                  <a:lnTo>
                    <a:pt x="8009688" y="88404"/>
                  </a:lnTo>
                  <a:lnTo>
                    <a:pt x="8009814" y="88404"/>
                  </a:lnTo>
                  <a:lnTo>
                    <a:pt x="8009940" y="88404"/>
                  </a:lnTo>
                  <a:lnTo>
                    <a:pt x="8010067" y="88404"/>
                  </a:lnTo>
                  <a:lnTo>
                    <a:pt x="8010193" y="88404"/>
                  </a:lnTo>
                  <a:lnTo>
                    <a:pt x="8010319" y="88404"/>
                  </a:lnTo>
                  <a:lnTo>
                    <a:pt x="8010446" y="88404"/>
                  </a:lnTo>
                  <a:lnTo>
                    <a:pt x="8010572" y="88404"/>
                  </a:lnTo>
                  <a:lnTo>
                    <a:pt x="8010698" y="88404"/>
                  </a:lnTo>
                  <a:lnTo>
                    <a:pt x="8010824" y="88404"/>
                  </a:lnTo>
                  <a:lnTo>
                    <a:pt x="8010951" y="88404"/>
                  </a:lnTo>
                  <a:lnTo>
                    <a:pt x="8011077" y="88404"/>
                  </a:lnTo>
                  <a:lnTo>
                    <a:pt x="8011203" y="88404"/>
                  </a:lnTo>
                  <a:lnTo>
                    <a:pt x="8011329" y="88404"/>
                  </a:lnTo>
                  <a:lnTo>
                    <a:pt x="8011456" y="88404"/>
                  </a:lnTo>
                  <a:lnTo>
                    <a:pt x="8011582" y="88404"/>
                  </a:lnTo>
                  <a:lnTo>
                    <a:pt x="8011708" y="88404"/>
                  </a:lnTo>
                  <a:lnTo>
                    <a:pt x="8011834" y="88404"/>
                  </a:lnTo>
                  <a:lnTo>
                    <a:pt x="8011961" y="88404"/>
                  </a:lnTo>
                  <a:lnTo>
                    <a:pt x="8012087" y="88404"/>
                  </a:lnTo>
                  <a:lnTo>
                    <a:pt x="8012213" y="88404"/>
                  </a:lnTo>
                  <a:lnTo>
                    <a:pt x="8012339" y="88404"/>
                  </a:lnTo>
                  <a:lnTo>
                    <a:pt x="8012466" y="88404"/>
                  </a:lnTo>
                  <a:lnTo>
                    <a:pt x="8012592" y="88404"/>
                  </a:lnTo>
                  <a:lnTo>
                    <a:pt x="8012718" y="88404"/>
                  </a:lnTo>
                  <a:lnTo>
                    <a:pt x="8012844" y="88404"/>
                  </a:lnTo>
                  <a:lnTo>
                    <a:pt x="8012971" y="88404"/>
                  </a:lnTo>
                  <a:lnTo>
                    <a:pt x="8013097" y="88404"/>
                  </a:lnTo>
                  <a:lnTo>
                    <a:pt x="8013223" y="88404"/>
                  </a:lnTo>
                  <a:lnTo>
                    <a:pt x="8013349" y="88404"/>
                  </a:lnTo>
                  <a:lnTo>
                    <a:pt x="8013476" y="88404"/>
                  </a:lnTo>
                  <a:lnTo>
                    <a:pt x="8013602" y="88404"/>
                  </a:lnTo>
                  <a:lnTo>
                    <a:pt x="8013728" y="88404"/>
                  </a:lnTo>
                  <a:lnTo>
                    <a:pt x="8013854" y="88404"/>
                  </a:lnTo>
                  <a:lnTo>
                    <a:pt x="8013981" y="88404"/>
                  </a:lnTo>
                  <a:lnTo>
                    <a:pt x="8014107" y="88404"/>
                  </a:lnTo>
                  <a:lnTo>
                    <a:pt x="8014233" y="88404"/>
                  </a:lnTo>
                  <a:lnTo>
                    <a:pt x="8014359" y="88404"/>
                  </a:lnTo>
                  <a:lnTo>
                    <a:pt x="8014486" y="88404"/>
                  </a:lnTo>
                  <a:lnTo>
                    <a:pt x="8014612" y="88404"/>
                  </a:lnTo>
                  <a:lnTo>
                    <a:pt x="8014738" y="88404"/>
                  </a:lnTo>
                  <a:lnTo>
                    <a:pt x="8014864" y="88404"/>
                  </a:lnTo>
                  <a:lnTo>
                    <a:pt x="8014991" y="88404"/>
                  </a:lnTo>
                  <a:lnTo>
                    <a:pt x="8015117" y="88404"/>
                  </a:lnTo>
                  <a:lnTo>
                    <a:pt x="8015243" y="88404"/>
                  </a:lnTo>
                  <a:lnTo>
                    <a:pt x="8015369" y="88404"/>
                  </a:lnTo>
                  <a:lnTo>
                    <a:pt x="8015496" y="88404"/>
                  </a:lnTo>
                  <a:lnTo>
                    <a:pt x="8015622" y="88404"/>
                  </a:lnTo>
                  <a:lnTo>
                    <a:pt x="8015748" y="88404"/>
                  </a:lnTo>
                  <a:lnTo>
                    <a:pt x="8015875" y="88404"/>
                  </a:lnTo>
                  <a:lnTo>
                    <a:pt x="8016001" y="88404"/>
                  </a:lnTo>
                  <a:lnTo>
                    <a:pt x="8016127" y="88404"/>
                  </a:lnTo>
                  <a:lnTo>
                    <a:pt x="8016253" y="88404"/>
                  </a:lnTo>
                  <a:lnTo>
                    <a:pt x="8016380" y="88404"/>
                  </a:lnTo>
                  <a:lnTo>
                    <a:pt x="8016506" y="88404"/>
                  </a:lnTo>
                  <a:lnTo>
                    <a:pt x="8016632" y="88404"/>
                  </a:lnTo>
                  <a:lnTo>
                    <a:pt x="8016758" y="88404"/>
                  </a:lnTo>
                  <a:lnTo>
                    <a:pt x="8016885" y="88404"/>
                  </a:lnTo>
                  <a:lnTo>
                    <a:pt x="8017011" y="88404"/>
                  </a:lnTo>
                  <a:lnTo>
                    <a:pt x="8017137" y="88404"/>
                  </a:lnTo>
                  <a:lnTo>
                    <a:pt x="8017263" y="88404"/>
                  </a:lnTo>
                  <a:lnTo>
                    <a:pt x="8017390" y="88404"/>
                  </a:lnTo>
                  <a:lnTo>
                    <a:pt x="8017516" y="88404"/>
                  </a:lnTo>
                  <a:lnTo>
                    <a:pt x="8017642" y="88404"/>
                  </a:lnTo>
                  <a:lnTo>
                    <a:pt x="8017768" y="88404"/>
                  </a:lnTo>
                  <a:lnTo>
                    <a:pt x="8017895" y="88404"/>
                  </a:lnTo>
                  <a:lnTo>
                    <a:pt x="8018021" y="88404"/>
                  </a:lnTo>
                  <a:lnTo>
                    <a:pt x="8018147" y="88404"/>
                  </a:lnTo>
                  <a:lnTo>
                    <a:pt x="8018273" y="88404"/>
                  </a:lnTo>
                  <a:lnTo>
                    <a:pt x="8018400" y="88404"/>
                  </a:lnTo>
                  <a:lnTo>
                    <a:pt x="8018526" y="88404"/>
                  </a:lnTo>
                  <a:lnTo>
                    <a:pt x="8018652" y="88404"/>
                  </a:lnTo>
                  <a:lnTo>
                    <a:pt x="8018778" y="88404"/>
                  </a:lnTo>
                  <a:lnTo>
                    <a:pt x="8018905" y="88404"/>
                  </a:lnTo>
                  <a:lnTo>
                    <a:pt x="8019031" y="88404"/>
                  </a:lnTo>
                  <a:lnTo>
                    <a:pt x="8019157" y="88404"/>
                  </a:lnTo>
                  <a:lnTo>
                    <a:pt x="8019283" y="88404"/>
                  </a:lnTo>
                  <a:lnTo>
                    <a:pt x="8019410" y="88404"/>
                  </a:lnTo>
                  <a:lnTo>
                    <a:pt x="8019536" y="88404"/>
                  </a:lnTo>
                  <a:lnTo>
                    <a:pt x="8019662" y="88404"/>
                  </a:lnTo>
                  <a:lnTo>
                    <a:pt x="8019788" y="88404"/>
                  </a:lnTo>
                  <a:lnTo>
                    <a:pt x="8019915" y="88404"/>
                  </a:lnTo>
                  <a:lnTo>
                    <a:pt x="8020041" y="88404"/>
                  </a:lnTo>
                  <a:lnTo>
                    <a:pt x="8020167" y="88404"/>
                  </a:lnTo>
                  <a:lnTo>
                    <a:pt x="8020293" y="88404"/>
                  </a:lnTo>
                  <a:lnTo>
                    <a:pt x="8020420" y="88404"/>
                  </a:lnTo>
                  <a:lnTo>
                    <a:pt x="8020546" y="88404"/>
                  </a:lnTo>
                  <a:lnTo>
                    <a:pt x="8020672" y="88404"/>
                  </a:lnTo>
                  <a:lnTo>
                    <a:pt x="8020799" y="88404"/>
                  </a:lnTo>
                  <a:lnTo>
                    <a:pt x="8020925" y="88404"/>
                  </a:lnTo>
                  <a:lnTo>
                    <a:pt x="8021051" y="88404"/>
                  </a:lnTo>
                  <a:lnTo>
                    <a:pt x="8021051" y="83493"/>
                  </a:lnTo>
                  <a:lnTo>
                    <a:pt x="8021177" y="83493"/>
                  </a:lnTo>
                  <a:lnTo>
                    <a:pt x="8021304" y="83493"/>
                  </a:lnTo>
                  <a:lnTo>
                    <a:pt x="8021430" y="83493"/>
                  </a:lnTo>
                  <a:lnTo>
                    <a:pt x="8021556" y="83493"/>
                  </a:lnTo>
                  <a:lnTo>
                    <a:pt x="8021682" y="83493"/>
                  </a:lnTo>
                  <a:lnTo>
                    <a:pt x="8021809" y="83493"/>
                  </a:lnTo>
                  <a:lnTo>
                    <a:pt x="8021935" y="83493"/>
                  </a:lnTo>
                  <a:lnTo>
                    <a:pt x="8022061" y="83493"/>
                  </a:lnTo>
                  <a:lnTo>
                    <a:pt x="8022187" y="83493"/>
                  </a:lnTo>
                  <a:lnTo>
                    <a:pt x="8022314" y="83493"/>
                  </a:lnTo>
                  <a:lnTo>
                    <a:pt x="8022440" y="83493"/>
                  </a:lnTo>
                  <a:lnTo>
                    <a:pt x="8022566" y="83493"/>
                  </a:lnTo>
                  <a:lnTo>
                    <a:pt x="8022692" y="83493"/>
                  </a:lnTo>
                  <a:lnTo>
                    <a:pt x="8022819" y="83493"/>
                  </a:lnTo>
                  <a:lnTo>
                    <a:pt x="8022945" y="83493"/>
                  </a:lnTo>
                  <a:lnTo>
                    <a:pt x="8023071" y="83493"/>
                  </a:lnTo>
                  <a:lnTo>
                    <a:pt x="8023197" y="83493"/>
                  </a:lnTo>
                  <a:lnTo>
                    <a:pt x="8023324" y="83493"/>
                  </a:lnTo>
                  <a:lnTo>
                    <a:pt x="8023450" y="83493"/>
                  </a:lnTo>
                  <a:lnTo>
                    <a:pt x="8023576" y="83493"/>
                  </a:lnTo>
                  <a:lnTo>
                    <a:pt x="8023702" y="83493"/>
                  </a:lnTo>
                  <a:lnTo>
                    <a:pt x="8023829" y="83493"/>
                  </a:lnTo>
                  <a:lnTo>
                    <a:pt x="8023955" y="83493"/>
                  </a:lnTo>
                  <a:lnTo>
                    <a:pt x="8024081" y="83493"/>
                  </a:lnTo>
                  <a:lnTo>
                    <a:pt x="8024207" y="83493"/>
                  </a:lnTo>
                  <a:lnTo>
                    <a:pt x="8024334" y="83493"/>
                  </a:lnTo>
                  <a:lnTo>
                    <a:pt x="8024460" y="83493"/>
                  </a:lnTo>
                  <a:lnTo>
                    <a:pt x="8024586" y="83493"/>
                  </a:lnTo>
                  <a:lnTo>
                    <a:pt x="8024712" y="83493"/>
                  </a:lnTo>
                  <a:lnTo>
                    <a:pt x="8024839" y="83493"/>
                  </a:lnTo>
                  <a:lnTo>
                    <a:pt x="8024965" y="83493"/>
                  </a:lnTo>
                  <a:lnTo>
                    <a:pt x="8025091" y="83493"/>
                  </a:lnTo>
                  <a:lnTo>
                    <a:pt x="8025217" y="83493"/>
                  </a:lnTo>
                  <a:lnTo>
                    <a:pt x="8025344" y="83493"/>
                  </a:lnTo>
                  <a:lnTo>
                    <a:pt x="8025470" y="83493"/>
                  </a:lnTo>
                  <a:lnTo>
                    <a:pt x="8025596" y="83493"/>
                  </a:lnTo>
                  <a:lnTo>
                    <a:pt x="8025723" y="83493"/>
                  </a:lnTo>
                  <a:lnTo>
                    <a:pt x="8025849" y="83493"/>
                  </a:lnTo>
                  <a:lnTo>
                    <a:pt x="8025975" y="83493"/>
                  </a:lnTo>
                  <a:lnTo>
                    <a:pt x="8026101" y="83493"/>
                  </a:lnTo>
                  <a:lnTo>
                    <a:pt x="8026228" y="83493"/>
                  </a:lnTo>
                  <a:lnTo>
                    <a:pt x="8026354" y="83493"/>
                  </a:lnTo>
                  <a:lnTo>
                    <a:pt x="8026480" y="83493"/>
                  </a:lnTo>
                  <a:lnTo>
                    <a:pt x="8026606" y="83493"/>
                  </a:lnTo>
                  <a:lnTo>
                    <a:pt x="8026733" y="83493"/>
                  </a:lnTo>
                  <a:lnTo>
                    <a:pt x="8026859" y="83493"/>
                  </a:lnTo>
                  <a:lnTo>
                    <a:pt x="8026985" y="83493"/>
                  </a:lnTo>
                  <a:lnTo>
                    <a:pt x="8027111" y="83493"/>
                  </a:lnTo>
                  <a:lnTo>
                    <a:pt x="8027238" y="83493"/>
                  </a:lnTo>
                  <a:lnTo>
                    <a:pt x="8027364" y="83493"/>
                  </a:lnTo>
                  <a:lnTo>
                    <a:pt x="8027490" y="83493"/>
                  </a:lnTo>
                  <a:lnTo>
                    <a:pt x="8027616" y="83493"/>
                  </a:lnTo>
                  <a:lnTo>
                    <a:pt x="8027743" y="83493"/>
                  </a:lnTo>
                  <a:lnTo>
                    <a:pt x="8027869" y="83493"/>
                  </a:lnTo>
                  <a:lnTo>
                    <a:pt x="8027995" y="83493"/>
                  </a:lnTo>
                  <a:lnTo>
                    <a:pt x="8028121" y="83493"/>
                  </a:lnTo>
                  <a:lnTo>
                    <a:pt x="8028248" y="83493"/>
                  </a:lnTo>
                  <a:lnTo>
                    <a:pt x="8028374" y="83493"/>
                  </a:lnTo>
                  <a:lnTo>
                    <a:pt x="8028500" y="83493"/>
                  </a:lnTo>
                  <a:lnTo>
                    <a:pt x="8028626" y="83493"/>
                  </a:lnTo>
                  <a:lnTo>
                    <a:pt x="8028753" y="83493"/>
                  </a:lnTo>
                  <a:lnTo>
                    <a:pt x="8028879" y="83493"/>
                  </a:lnTo>
                  <a:lnTo>
                    <a:pt x="8029005" y="83493"/>
                  </a:lnTo>
                  <a:lnTo>
                    <a:pt x="8029131" y="83493"/>
                  </a:lnTo>
                  <a:lnTo>
                    <a:pt x="8029258" y="83493"/>
                  </a:lnTo>
                  <a:lnTo>
                    <a:pt x="8029384" y="83493"/>
                  </a:lnTo>
                  <a:lnTo>
                    <a:pt x="8029510" y="83493"/>
                  </a:lnTo>
                  <a:lnTo>
                    <a:pt x="8029636" y="83493"/>
                  </a:lnTo>
                  <a:lnTo>
                    <a:pt x="8029763" y="83493"/>
                  </a:lnTo>
                  <a:lnTo>
                    <a:pt x="8029889" y="83493"/>
                  </a:lnTo>
                  <a:lnTo>
                    <a:pt x="8030015" y="83493"/>
                  </a:lnTo>
                  <a:lnTo>
                    <a:pt x="8030141" y="83493"/>
                  </a:lnTo>
                  <a:lnTo>
                    <a:pt x="8030268" y="83493"/>
                  </a:lnTo>
                  <a:lnTo>
                    <a:pt x="8030394" y="83493"/>
                  </a:lnTo>
                  <a:lnTo>
                    <a:pt x="8030520" y="83493"/>
                  </a:lnTo>
                  <a:lnTo>
                    <a:pt x="8030646" y="83493"/>
                  </a:lnTo>
                  <a:lnTo>
                    <a:pt x="8030773" y="83493"/>
                  </a:lnTo>
                  <a:lnTo>
                    <a:pt x="8030899" y="83493"/>
                  </a:lnTo>
                  <a:lnTo>
                    <a:pt x="8031025" y="83493"/>
                  </a:lnTo>
                  <a:lnTo>
                    <a:pt x="8031152" y="83493"/>
                  </a:lnTo>
                  <a:lnTo>
                    <a:pt x="8031278" y="83493"/>
                  </a:lnTo>
                  <a:lnTo>
                    <a:pt x="8031404" y="83493"/>
                  </a:lnTo>
                  <a:lnTo>
                    <a:pt x="8031530" y="83493"/>
                  </a:lnTo>
                  <a:lnTo>
                    <a:pt x="8031657" y="83493"/>
                  </a:lnTo>
                  <a:lnTo>
                    <a:pt x="8031783" y="83493"/>
                  </a:lnTo>
                  <a:lnTo>
                    <a:pt x="8031909" y="83493"/>
                  </a:lnTo>
                  <a:lnTo>
                    <a:pt x="8032035" y="83493"/>
                  </a:lnTo>
                  <a:lnTo>
                    <a:pt x="8032162" y="83493"/>
                  </a:lnTo>
                  <a:lnTo>
                    <a:pt x="8032288" y="83493"/>
                  </a:lnTo>
                  <a:lnTo>
                    <a:pt x="8032414" y="83493"/>
                  </a:lnTo>
                  <a:lnTo>
                    <a:pt x="8032540" y="83493"/>
                  </a:lnTo>
                  <a:lnTo>
                    <a:pt x="8032667" y="83493"/>
                  </a:lnTo>
                  <a:lnTo>
                    <a:pt x="8032793" y="83493"/>
                  </a:lnTo>
                  <a:lnTo>
                    <a:pt x="8032919" y="83493"/>
                  </a:lnTo>
                  <a:lnTo>
                    <a:pt x="8033045" y="83493"/>
                  </a:lnTo>
                  <a:lnTo>
                    <a:pt x="8033172" y="83493"/>
                  </a:lnTo>
                  <a:lnTo>
                    <a:pt x="8033298" y="83493"/>
                  </a:lnTo>
                  <a:lnTo>
                    <a:pt x="8033424" y="83493"/>
                  </a:lnTo>
                  <a:lnTo>
                    <a:pt x="8033550" y="83493"/>
                  </a:lnTo>
                  <a:lnTo>
                    <a:pt x="8033677" y="83493"/>
                  </a:lnTo>
                  <a:lnTo>
                    <a:pt x="8033803" y="83493"/>
                  </a:lnTo>
                  <a:lnTo>
                    <a:pt x="8033929" y="83493"/>
                  </a:lnTo>
                  <a:lnTo>
                    <a:pt x="8034055" y="83493"/>
                  </a:lnTo>
                  <a:lnTo>
                    <a:pt x="8034182" y="83493"/>
                  </a:lnTo>
                  <a:lnTo>
                    <a:pt x="8034308" y="83493"/>
                  </a:lnTo>
                  <a:lnTo>
                    <a:pt x="8034434" y="83493"/>
                  </a:lnTo>
                  <a:lnTo>
                    <a:pt x="8034560" y="83493"/>
                  </a:lnTo>
                  <a:lnTo>
                    <a:pt x="8034687" y="83493"/>
                  </a:lnTo>
                  <a:lnTo>
                    <a:pt x="8034813" y="83493"/>
                  </a:lnTo>
                  <a:lnTo>
                    <a:pt x="8034939" y="83493"/>
                  </a:lnTo>
                  <a:lnTo>
                    <a:pt x="8035065" y="83493"/>
                  </a:lnTo>
                  <a:lnTo>
                    <a:pt x="8035192" y="83493"/>
                  </a:lnTo>
                  <a:lnTo>
                    <a:pt x="8035318" y="83493"/>
                  </a:lnTo>
                  <a:lnTo>
                    <a:pt x="8035444" y="83493"/>
                  </a:lnTo>
                  <a:lnTo>
                    <a:pt x="8035570" y="83493"/>
                  </a:lnTo>
                  <a:lnTo>
                    <a:pt x="8035697" y="83493"/>
                  </a:lnTo>
                  <a:lnTo>
                    <a:pt x="8035823" y="83493"/>
                  </a:lnTo>
                  <a:lnTo>
                    <a:pt x="8035949" y="83493"/>
                  </a:lnTo>
                  <a:lnTo>
                    <a:pt x="8036076" y="83493"/>
                  </a:lnTo>
                  <a:lnTo>
                    <a:pt x="8036202" y="83493"/>
                  </a:lnTo>
                  <a:lnTo>
                    <a:pt x="8036328" y="83493"/>
                  </a:lnTo>
                  <a:lnTo>
                    <a:pt x="8036454" y="83493"/>
                  </a:lnTo>
                  <a:lnTo>
                    <a:pt x="8036581" y="83493"/>
                  </a:lnTo>
                  <a:lnTo>
                    <a:pt x="8036707" y="83493"/>
                  </a:lnTo>
                  <a:lnTo>
                    <a:pt x="8036833" y="83493"/>
                  </a:lnTo>
                  <a:lnTo>
                    <a:pt x="8036959" y="83493"/>
                  </a:lnTo>
                  <a:lnTo>
                    <a:pt x="8037086" y="83493"/>
                  </a:lnTo>
                  <a:lnTo>
                    <a:pt x="8037212" y="83493"/>
                  </a:lnTo>
                  <a:lnTo>
                    <a:pt x="8037338" y="83493"/>
                  </a:lnTo>
                  <a:lnTo>
                    <a:pt x="8037464" y="83493"/>
                  </a:lnTo>
                  <a:lnTo>
                    <a:pt x="8037591" y="83493"/>
                  </a:lnTo>
                  <a:lnTo>
                    <a:pt x="8037717" y="83493"/>
                  </a:lnTo>
                  <a:lnTo>
                    <a:pt x="8037843" y="83493"/>
                  </a:lnTo>
                  <a:lnTo>
                    <a:pt x="8037969" y="83493"/>
                  </a:lnTo>
                  <a:lnTo>
                    <a:pt x="8038096" y="83493"/>
                  </a:lnTo>
                  <a:lnTo>
                    <a:pt x="8038222" y="83493"/>
                  </a:lnTo>
                  <a:lnTo>
                    <a:pt x="8038348" y="83493"/>
                  </a:lnTo>
                  <a:lnTo>
                    <a:pt x="8038474" y="83493"/>
                  </a:lnTo>
                  <a:lnTo>
                    <a:pt x="8038601" y="83493"/>
                  </a:lnTo>
                  <a:lnTo>
                    <a:pt x="8038727" y="83493"/>
                  </a:lnTo>
                  <a:lnTo>
                    <a:pt x="8038853" y="83493"/>
                  </a:lnTo>
                  <a:lnTo>
                    <a:pt x="8038979" y="83493"/>
                  </a:lnTo>
                  <a:lnTo>
                    <a:pt x="8039106" y="83493"/>
                  </a:lnTo>
                  <a:lnTo>
                    <a:pt x="8039232" y="83493"/>
                  </a:lnTo>
                  <a:lnTo>
                    <a:pt x="8039358" y="83493"/>
                  </a:lnTo>
                  <a:lnTo>
                    <a:pt x="8039484" y="83493"/>
                  </a:lnTo>
                  <a:lnTo>
                    <a:pt x="8039611" y="83493"/>
                  </a:lnTo>
                  <a:lnTo>
                    <a:pt x="8039737" y="83493"/>
                  </a:lnTo>
                  <a:lnTo>
                    <a:pt x="8039863" y="83493"/>
                  </a:lnTo>
                  <a:lnTo>
                    <a:pt x="8039989" y="83493"/>
                  </a:lnTo>
                  <a:lnTo>
                    <a:pt x="8040116" y="83493"/>
                  </a:lnTo>
                  <a:lnTo>
                    <a:pt x="8040242" y="83493"/>
                  </a:lnTo>
                  <a:lnTo>
                    <a:pt x="8040368" y="83493"/>
                  </a:lnTo>
                  <a:lnTo>
                    <a:pt x="8040494" y="83493"/>
                  </a:lnTo>
                  <a:lnTo>
                    <a:pt x="8040621" y="83493"/>
                  </a:lnTo>
                  <a:lnTo>
                    <a:pt x="8040747" y="83493"/>
                  </a:lnTo>
                  <a:lnTo>
                    <a:pt x="8040873" y="83493"/>
                  </a:lnTo>
                  <a:lnTo>
                    <a:pt x="8040999" y="83493"/>
                  </a:lnTo>
                  <a:lnTo>
                    <a:pt x="8041126" y="83493"/>
                  </a:lnTo>
                  <a:lnTo>
                    <a:pt x="8041252" y="83493"/>
                  </a:lnTo>
                  <a:lnTo>
                    <a:pt x="8041378" y="83493"/>
                  </a:lnTo>
                  <a:lnTo>
                    <a:pt x="8041505" y="83493"/>
                  </a:lnTo>
                  <a:lnTo>
                    <a:pt x="8041631" y="83493"/>
                  </a:lnTo>
                  <a:lnTo>
                    <a:pt x="8041757" y="83493"/>
                  </a:lnTo>
                  <a:lnTo>
                    <a:pt x="8041883" y="83493"/>
                  </a:lnTo>
                  <a:lnTo>
                    <a:pt x="8042010" y="83493"/>
                  </a:lnTo>
                  <a:lnTo>
                    <a:pt x="8042136" y="83493"/>
                  </a:lnTo>
                  <a:lnTo>
                    <a:pt x="8042262" y="83493"/>
                  </a:lnTo>
                  <a:lnTo>
                    <a:pt x="8042388" y="83493"/>
                  </a:lnTo>
                  <a:lnTo>
                    <a:pt x="8042388" y="78581"/>
                  </a:lnTo>
                  <a:lnTo>
                    <a:pt x="8042515" y="78581"/>
                  </a:lnTo>
                  <a:lnTo>
                    <a:pt x="8042641" y="78581"/>
                  </a:lnTo>
                  <a:lnTo>
                    <a:pt x="8042767" y="78581"/>
                  </a:lnTo>
                  <a:lnTo>
                    <a:pt x="8042893" y="78581"/>
                  </a:lnTo>
                  <a:lnTo>
                    <a:pt x="8043020" y="78581"/>
                  </a:lnTo>
                  <a:lnTo>
                    <a:pt x="8043146" y="78581"/>
                  </a:lnTo>
                  <a:lnTo>
                    <a:pt x="8043272" y="78581"/>
                  </a:lnTo>
                  <a:lnTo>
                    <a:pt x="8043398" y="78581"/>
                  </a:lnTo>
                  <a:lnTo>
                    <a:pt x="8043525" y="78581"/>
                  </a:lnTo>
                  <a:lnTo>
                    <a:pt x="8043651" y="78581"/>
                  </a:lnTo>
                  <a:lnTo>
                    <a:pt x="8043777" y="78581"/>
                  </a:lnTo>
                  <a:lnTo>
                    <a:pt x="8043903" y="78581"/>
                  </a:lnTo>
                  <a:lnTo>
                    <a:pt x="8044030" y="78581"/>
                  </a:lnTo>
                  <a:lnTo>
                    <a:pt x="8044156" y="78581"/>
                  </a:lnTo>
                  <a:lnTo>
                    <a:pt x="8044282" y="78581"/>
                  </a:lnTo>
                  <a:lnTo>
                    <a:pt x="8044408" y="78581"/>
                  </a:lnTo>
                  <a:lnTo>
                    <a:pt x="8044535" y="78581"/>
                  </a:lnTo>
                  <a:lnTo>
                    <a:pt x="8044661" y="78581"/>
                  </a:lnTo>
                  <a:lnTo>
                    <a:pt x="8044787" y="78581"/>
                  </a:lnTo>
                  <a:lnTo>
                    <a:pt x="8044913" y="78581"/>
                  </a:lnTo>
                  <a:lnTo>
                    <a:pt x="8045040" y="78581"/>
                  </a:lnTo>
                  <a:lnTo>
                    <a:pt x="8045166" y="78581"/>
                  </a:lnTo>
                  <a:lnTo>
                    <a:pt x="8045292" y="78581"/>
                  </a:lnTo>
                  <a:lnTo>
                    <a:pt x="8045418" y="78581"/>
                  </a:lnTo>
                  <a:lnTo>
                    <a:pt x="8045545" y="78581"/>
                  </a:lnTo>
                  <a:lnTo>
                    <a:pt x="8045671" y="78581"/>
                  </a:lnTo>
                  <a:lnTo>
                    <a:pt x="8045797" y="78581"/>
                  </a:lnTo>
                  <a:lnTo>
                    <a:pt x="8045923" y="78581"/>
                  </a:lnTo>
                  <a:lnTo>
                    <a:pt x="8046050" y="78581"/>
                  </a:lnTo>
                  <a:lnTo>
                    <a:pt x="8046176" y="78581"/>
                  </a:lnTo>
                  <a:lnTo>
                    <a:pt x="8046302" y="78581"/>
                  </a:lnTo>
                  <a:lnTo>
                    <a:pt x="8046429" y="78581"/>
                  </a:lnTo>
                  <a:lnTo>
                    <a:pt x="8046555" y="78581"/>
                  </a:lnTo>
                  <a:lnTo>
                    <a:pt x="8046681" y="78581"/>
                  </a:lnTo>
                  <a:lnTo>
                    <a:pt x="8046807" y="78581"/>
                  </a:lnTo>
                  <a:lnTo>
                    <a:pt x="8046934" y="78581"/>
                  </a:lnTo>
                  <a:lnTo>
                    <a:pt x="8047060" y="78581"/>
                  </a:lnTo>
                  <a:lnTo>
                    <a:pt x="8047186" y="78581"/>
                  </a:lnTo>
                  <a:lnTo>
                    <a:pt x="8047312" y="78581"/>
                  </a:lnTo>
                  <a:lnTo>
                    <a:pt x="8047439" y="78581"/>
                  </a:lnTo>
                  <a:lnTo>
                    <a:pt x="8047565" y="78581"/>
                  </a:lnTo>
                  <a:lnTo>
                    <a:pt x="8047691" y="78581"/>
                  </a:lnTo>
                  <a:lnTo>
                    <a:pt x="8047817" y="78581"/>
                  </a:lnTo>
                  <a:lnTo>
                    <a:pt x="8047944" y="78581"/>
                  </a:lnTo>
                  <a:lnTo>
                    <a:pt x="8048070" y="78581"/>
                  </a:lnTo>
                  <a:lnTo>
                    <a:pt x="8048196" y="78581"/>
                  </a:lnTo>
                  <a:lnTo>
                    <a:pt x="8048322" y="78581"/>
                  </a:lnTo>
                  <a:lnTo>
                    <a:pt x="8048449" y="78581"/>
                  </a:lnTo>
                  <a:lnTo>
                    <a:pt x="8048575" y="78581"/>
                  </a:lnTo>
                  <a:lnTo>
                    <a:pt x="8048701" y="78581"/>
                  </a:lnTo>
                  <a:lnTo>
                    <a:pt x="8048827" y="78581"/>
                  </a:lnTo>
                  <a:lnTo>
                    <a:pt x="8048954" y="78581"/>
                  </a:lnTo>
                  <a:lnTo>
                    <a:pt x="8049080" y="78581"/>
                  </a:lnTo>
                  <a:lnTo>
                    <a:pt x="8049206" y="78581"/>
                  </a:lnTo>
                  <a:lnTo>
                    <a:pt x="8049332" y="78581"/>
                  </a:lnTo>
                  <a:lnTo>
                    <a:pt x="8049459" y="78581"/>
                  </a:lnTo>
                  <a:lnTo>
                    <a:pt x="8049585" y="78581"/>
                  </a:lnTo>
                  <a:lnTo>
                    <a:pt x="8049711" y="78581"/>
                  </a:lnTo>
                  <a:lnTo>
                    <a:pt x="8049837" y="78581"/>
                  </a:lnTo>
                  <a:lnTo>
                    <a:pt x="8049964" y="78581"/>
                  </a:lnTo>
                  <a:lnTo>
                    <a:pt x="8050090" y="78581"/>
                  </a:lnTo>
                  <a:lnTo>
                    <a:pt x="8050216" y="78581"/>
                  </a:lnTo>
                  <a:lnTo>
                    <a:pt x="8050342" y="78581"/>
                  </a:lnTo>
                  <a:lnTo>
                    <a:pt x="8050469" y="78581"/>
                  </a:lnTo>
                  <a:lnTo>
                    <a:pt x="8050595" y="78581"/>
                  </a:lnTo>
                  <a:lnTo>
                    <a:pt x="8050721" y="78581"/>
                  </a:lnTo>
                  <a:lnTo>
                    <a:pt x="8050847" y="78581"/>
                  </a:lnTo>
                  <a:lnTo>
                    <a:pt x="8050974" y="78581"/>
                  </a:lnTo>
                  <a:lnTo>
                    <a:pt x="8051100" y="78581"/>
                  </a:lnTo>
                  <a:lnTo>
                    <a:pt x="8051226" y="78581"/>
                  </a:lnTo>
                  <a:lnTo>
                    <a:pt x="8051352" y="78581"/>
                  </a:lnTo>
                  <a:lnTo>
                    <a:pt x="8051479" y="78581"/>
                  </a:lnTo>
                  <a:lnTo>
                    <a:pt x="8051605" y="78581"/>
                  </a:lnTo>
                  <a:lnTo>
                    <a:pt x="8051731" y="78581"/>
                  </a:lnTo>
                  <a:lnTo>
                    <a:pt x="8051858" y="78581"/>
                  </a:lnTo>
                  <a:lnTo>
                    <a:pt x="8051984" y="78581"/>
                  </a:lnTo>
                  <a:lnTo>
                    <a:pt x="8052110" y="78581"/>
                  </a:lnTo>
                  <a:lnTo>
                    <a:pt x="8052236" y="78581"/>
                  </a:lnTo>
                  <a:lnTo>
                    <a:pt x="8052363" y="78581"/>
                  </a:lnTo>
                  <a:lnTo>
                    <a:pt x="8052489" y="78581"/>
                  </a:lnTo>
                  <a:lnTo>
                    <a:pt x="8052615" y="78581"/>
                  </a:lnTo>
                  <a:lnTo>
                    <a:pt x="8052741" y="78581"/>
                  </a:lnTo>
                  <a:lnTo>
                    <a:pt x="8052868" y="78581"/>
                  </a:lnTo>
                  <a:lnTo>
                    <a:pt x="8052994" y="78581"/>
                  </a:lnTo>
                  <a:lnTo>
                    <a:pt x="8053120" y="78581"/>
                  </a:lnTo>
                  <a:lnTo>
                    <a:pt x="8053246" y="78581"/>
                  </a:lnTo>
                  <a:lnTo>
                    <a:pt x="8053373" y="78581"/>
                  </a:lnTo>
                  <a:lnTo>
                    <a:pt x="8053499" y="78581"/>
                  </a:lnTo>
                  <a:lnTo>
                    <a:pt x="8053625" y="78581"/>
                  </a:lnTo>
                  <a:lnTo>
                    <a:pt x="8053751" y="78581"/>
                  </a:lnTo>
                  <a:lnTo>
                    <a:pt x="8053878" y="78581"/>
                  </a:lnTo>
                  <a:lnTo>
                    <a:pt x="8054004" y="78581"/>
                  </a:lnTo>
                  <a:lnTo>
                    <a:pt x="8054130" y="78581"/>
                  </a:lnTo>
                  <a:lnTo>
                    <a:pt x="8054256" y="78581"/>
                  </a:lnTo>
                  <a:lnTo>
                    <a:pt x="8054383" y="78581"/>
                  </a:lnTo>
                  <a:lnTo>
                    <a:pt x="8054383" y="73670"/>
                  </a:lnTo>
                  <a:lnTo>
                    <a:pt x="8054509" y="73670"/>
                  </a:lnTo>
                  <a:lnTo>
                    <a:pt x="8054635" y="73670"/>
                  </a:lnTo>
                  <a:lnTo>
                    <a:pt x="8054761" y="73670"/>
                  </a:lnTo>
                  <a:lnTo>
                    <a:pt x="8054888" y="73670"/>
                  </a:lnTo>
                  <a:lnTo>
                    <a:pt x="8055014" y="73670"/>
                  </a:lnTo>
                  <a:lnTo>
                    <a:pt x="8055140" y="73670"/>
                  </a:lnTo>
                  <a:lnTo>
                    <a:pt x="8055266" y="73670"/>
                  </a:lnTo>
                  <a:lnTo>
                    <a:pt x="8055393" y="73670"/>
                  </a:lnTo>
                  <a:lnTo>
                    <a:pt x="8055519" y="73670"/>
                  </a:lnTo>
                  <a:lnTo>
                    <a:pt x="8055645" y="73670"/>
                  </a:lnTo>
                  <a:lnTo>
                    <a:pt x="8055771" y="73670"/>
                  </a:lnTo>
                  <a:lnTo>
                    <a:pt x="8055898" y="73670"/>
                  </a:lnTo>
                  <a:lnTo>
                    <a:pt x="8056024" y="73670"/>
                  </a:lnTo>
                  <a:lnTo>
                    <a:pt x="8056150" y="73670"/>
                  </a:lnTo>
                  <a:lnTo>
                    <a:pt x="8056276" y="73670"/>
                  </a:lnTo>
                  <a:lnTo>
                    <a:pt x="8056403" y="73670"/>
                  </a:lnTo>
                  <a:lnTo>
                    <a:pt x="8056529" y="73670"/>
                  </a:lnTo>
                  <a:lnTo>
                    <a:pt x="8056655" y="73670"/>
                  </a:lnTo>
                  <a:lnTo>
                    <a:pt x="8056782" y="73670"/>
                  </a:lnTo>
                  <a:lnTo>
                    <a:pt x="8056908" y="73670"/>
                  </a:lnTo>
                  <a:lnTo>
                    <a:pt x="8057034" y="73670"/>
                  </a:lnTo>
                  <a:lnTo>
                    <a:pt x="8057160" y="73670"/>
                  </a:lnTo>
                  <a:lnTo>
                    <a:pt x="8057287" y="73670"/>
                  </a:lnTo>
                  <a:lnTo>
                    <a:pt x="8057413" y="73670"/>
                  </a:lnTo>
                  <a:lnTo>
                    <a:pt x="8057539" y="73670"/>
                  </a:lnTo>
                  <a:lnTo>
                    <a:pt x="8057665" y="73670"/>
                  </a:lnTo>
                  <a:lnTo>
                    <a:pt x="8057792" y="73670"/>
                  </a:lnTo>
                  <a:lnTo>
                    <a:pt x="8057918" y="73670"/>
                  </a:lnTo>
                  <a:lnTo>
                    <a:pt x="8058044" y="73670"/>
                  </a:lnTo>
                  <a:lnTo>
                    <a:pt x="8058170" y="73670"/>
                  </a:lnTo>
                  <a:lnTo>
                    <a:pt x="8058297" y="73670"/>
                  </a:lnTo>
                  <a:lnTo>
                    <a:pt x="8058423" y="73670"/>
                  </a:lnTo>
                  <a:lnTo>
                    <a:pt x="8058549" y="73670"/>
                  </a:lnTo>
                  <a:lnTo>
                    <a:pt x="8058675" y="73670"/>
                  </a:lnTo>
                  <a:lnTo>
                    <a:pt x="8058802" y="73670"/>
                  </a:lnTo>
                  <a:lnTo>
                    <a:pt x="8058928" y="73670"/>
                  </a:lnTo>
                  <a:lnTo>
                    <a:pt x="8059054" y="73670"/>
                  </a:lnTo>
                  <a:lnTo>
                    <a:pt x="8059180" y="73670"/>
                  </a:lnTo>
                  <a:lnTo>
                    <a:pt x="8059307" y="73670"/>
                  </a:lnTo>
                  <a:lnTo>
                    <a:pt x="8059433" y="73670"/>
                  </a:lnTo>
                  <a:lnTo>
                    <a:pt x="8059559" y="73670"/>
                  </a:lnTo>
                  <a:lnTo>
                    <a:pt x="8059685" y="73670"/>
                  </a:lnTo>
                  <a:lnTo>
                    <a:pt x="8059812" y="73670"/>
                  </a:lnTo>
                  <a:lnTo>
                    <a:pt x="8059938" y="73670"/>
                  </a:lnTo>
                  <a:lnTo>
                    <a:pt x="8060064" y="73670"/>
                  </a:lnTo>
                  <a:lnTo>
                    <a:pt x="8060190" y="73670"/>
                  </a:lnTo>
                  <a:lnTo>
                    <a:pt x="8060317" y="73670"/>
                  </a:lnTo>
                  <a:lnTo>
                    <a:pt x="8060443" y="73670"/>
                  </a:lnTo>
                  <a:lnTo>
                    <a:pt x="8060569" y="73670"/>
                  </a:lnTo>
                  <a:lnTo>
                    <a:pt x="8060695" y="73670"/>
                  </a:lnTo>
                  <a:lnTo>
                    <a:pt x="8060822" y="73670"/>
                  </a:lnTo>
                  <a:lnTo>
                    <a:pt x="8060948" y="73670"/>
                  </a:lnTo>
                  <a:lnTo>
                    <a:pt x="8061074" y="73670"/>
                  </a:lnTo>
                  <a:lnTo>
                    <a:pt x="8061200" y="73670"/>
                  </a:lnTo>
                  <a:lnTo>
                    <a:pt x="8061327" y="73670"/>
                  </a:lnTo>
                  <a:lnTo>
                    <a:pt x="8061453" y="73670"/>
                  </a:lnTo>
                  <a:lnTo>
                    <a:pt x="8061579" y="73670"/>
                  </a:lnTo>
                  <a:lnTo>
                    <a:pt x="8061705" y="73670"/>
                  </a:lnTo>
                  <a:lnTo>
                    <a:pt x="8061832" y="73670"/>
                  </a:lnTo>
                  <a:lnTo>
                    <a:pt x="8061958" y="73670"/>
                  </a:lnTo>
                  <a:lnTo>
                    <a:pt x="8062084" y="73670"/>
                  </a:lnTo>
                  <a:lnTo>
                    <a:pt x="8062211" y="73670"/>
                  </a:lnTo>
                  <a:lnTo>
                    <a:pt x="8062337" y="73670"/>
                  </a:lnTo>
                  <a:lnTo>
                    <a:pt x="8062463" y="73670"/>
                  </a:lnTo>
                  <a:lnTo>
                    <a:pt x="8062589" y="73670"/>
                  </a:lnTo>
                  <a:lnTo>
                    <a:pt x="8062716" y="73670"/>
                  </a:lnTo>
                  <a:lnTo>
                    <a:pt x="8062842" y="73670"/>
                  </a:lnTo>
                  <a:lnTo>
                    <a:pt x="8062968" y="73670"/>
                  </a:lnTo>
                  <a:lnTo>
                    <a:pt x="8063094" y="73670"/>
                  </a:lnTo>
                  <a:lnTo>
                    <a:pt x="8063221" y="73670"/>
                  </a:lnTo>
                  <a:lnTo>
                    <a:pt x="8063347" y="73670"/>
                  </a:lnTo>
                  <a:lnTo>
                    <a:pt x="8063473" y="73670"/>
                  </a:lnTo>
                  <a:lnTo>
                    <a:pt x="8063599" y="73670"/>
                  </a:lnTo>
                  <a:lnTo>
                    <a:pt x="8063726" y="73670"/>
                  </a:lnTo>
                  <a:lnTo>
                    <a:pt x="8063852" y="73670"/>
                  </a:lnTo>
                  <a:lnTo>
                    <a:pt x="8063978" y="73670"/>
                  </a:lnTo>
                  <a:lnTo>
                    <a:pt x="8064104" y="73670"/>
                  </a:lnTo>
                  <a:lnTo>
                    <a:pt x="8064231" y="73670"/>
                  </a:lnTo>
                  <a:lnTo>
                    <a:pt x="8064357" y="73670"/>
                  </a:lnTo>
                  <a:lnTo>
                    <a:pt x="8064483" y="73670"/>
                  </a:lnTo>
                  <a:lnTo>
                    <a:pt x="8064609" y="73670"/>
                  </a:lnTo>
                  <a:lnTo>
                    <a:pt x="8064736" y="73670"/>
                  </a:lnTo>
                  <a:lnTo>
                    <a:pt x="8064862" y="73670"/>
                  </a:lnTo>
                  <a:lnTo>
                    <a:pt x="8064988" y="73670"/>
                  </a:lnTo>
                  <a:lnTo>
                    <a:pt x="8065114" y="73670"/>
                  </a:lnTo>
                  <a:lnTo>
                    <a:pt x="8065241" y="73670"/>
                  </a:lnTo>
                  <a:lnTo>
                    <a:pt x="8065367" y="73670"/>
                  </a:lnTo>
                  <a:lnTo>
                    <a:pt x="8065493" y="73670"/>
                  </a:lnTo>
                  <a:lnTo>
                    <a:pt x="8065619" y="73670"/>
                  </a:lnTo>
                  <a:lnTo>
                    <a:pt x="8065746" y="73670"/>
                  </a:lnTo>
                  <a:lnTo>
                    <a:pt x="8065872" y="73670"/>
                  </a:lnTo>
                  <a:lnTo>
                    <a:pt x="8065998" y="73670"/>
                  </a:lnTo>
                  <a:lnTo>
                    <a:pt x="8066124" y="73670"/>
                  </a:lnTo>
                  <a:lnTo>
                    <a:pt x="8066251" y="73670"/>
                  </a:lnTo>
                  <a:lnTo>
                    <a:pt x="8066377" y="73670"/>
                  </a:lnTo>
                  <a:lnTo>
                    <a:pt x="8066503" y="73670"/>
                  </a:lnTo>
                  <a:lnTo>
                    <a:pt x="8066629" y="73670"/>
                  </a:lnTo>
                  <a:lnTo>
                    <a:pt x="8066756" y="73670"/>
                  </a:lnTo>
                  <a:lnTo>
                    <a:pt x="8066882" y="73670"/>
                  </a:lnTo>
                  <a:lnTo>
                    <a:pt x="8067008" y="73670"/>
                  </a:lnTo>
                  <a:lnTo>
                    <a:pt x="8067135" y="73670"/>
                  </a:lnTo>
                  <a:lnTo>
                    <a:pt x="8067261" y="73670"/>
                  </a:lnTo>
                  <a:lnTo>
                    <a:pt x="8067387" y="73670"/>
                  </a:lnTo>
                  <a:lnTo>
                    <a:pt x="8067513" y="73670"/>
                  </a:lnTo>
                  <a:lnTo>
                    <a:pt x="8067640" y="73670"/>
                  </a:lnTo>
                  <a:lnTo>
                    <a:pt x="8067766" y="73670"/>
                  </a:lnTo>
                  <a:lnTo>
                    <a:pt x="8067892" y="73670"/>
                  </a:lnTo>
                  <a:lnTo>
                    <a:pt x="8068018" y="73670"/>
                  </a:lnTo>
                  <a:lnTo>
                    <a:pt x="8068145" y="73670"/>
                  </a:lnTo>
                  <a:lnTo>
                    <a:pt x="8068271" y="73670"/>
                  </a:lnTo>
                  <a:lnTo>
                    <a:pt x="8068397" y="73670"/>
                  </a:lnTo>
                  <a:lnTo>
                    <a:pt x="8068523" y="73670"/>
                  </a:lnTo>
                  <a:lnTo>
                    <a:pt x="8068650" y="73670"/>
                  </a:lnTo>
                  <a:lnTo>
                    <a:pt x="8068776" y="73670"/>
                  </a:lnTo>
                  <a:lnTo>
                    <a:pt x="8068902" y="73670"/>
                  </a:lnTo>
                  <a:lnTo>
                    <a:pt x="8069028" y="73670"/>
                  </a:lnTo>
                  <a:lnTo>
                    <a:pt x="8069155" y="73670"/>
                  </a:lnTo>
                  <a:lnTo>
                    <a:pt x="8069281" y="73670"/>
                  </a:lnTo>
                  <a:lnTo>
                    <a:pt x="8069407" y="73670"/>
                  </a:lnTo>
                  <a:lnTo>
                    <a:pt x="8069533" y="73670"/>
                  </a:lnTo>
                  <a:lnTo>
                    <a:pt x="8069660" y="73670"/>
                  </a:lnTo>
                  <a:lnTo>
                    <a:pt x="8069786" y="73670"/>
                  </a:lnTo>
                  <a:lnTo>
                    <a:pt x="8069912" y="73670"/>
                  </a:lnTo>
                  <a:lnTo>
                    <a:pt x="8070038" y="73670"/>
                  </a:lnTo>
                  <a:lnTo>
                    <a:pt x="8070165" y="73670"/>
                  </a:lnTo>
                  <a:lnTo>
                    <a:pt x="8070291" y="73670"/>
                  </a:lnTo>
                  <a:lnTo>
                    <a:pt x="8070417" y="73670"/>
                  </a:lnTo>
                  <a:lnTo>
                    <a:pt x="8070543" y="73670"/>
                  </a:lnTo>
                  <a:lnTo>
                    <a:pt x="8070670" y="73670"/>
                  </a:lnTo>
                  <a:lnTo>
                    <a:pt x="8070796" y="73670"/>
                  </a:lnTo>
                  <a:lnTo>
                    <a:pt x="8070922" y="73670"/>
                  </a:lnTo>
                  <a:lnTo>
                    <a:pt x="8071048" y="73670"/>
                  </a:lnTo>
                  <a:lnTo>
                    <a:pt x="8071175" y="73670"/>
                  </a:lnTo>
                  <a:lnTo>
                    <a:pt x="8071301" y="73670"/>
                  </a:lnTo>
                  <a:lnTo>
                    <a:pt x="8071427" y="73670"/>
                  </a:lnTo>
                  <a:lnTo>
                    <a:pt x="8071553" y="73670"/>
                  </a:lnTo>
                  <a:lnTo>
                    <a:pt x="8071680" y="73670"/>
                  </a:lnTo>
                  <a:lnTo>
                    <a:pt x="8071806" y="73670"/>
                  </a:lnTo>
                  <a:lnTo>
                    <a:pt x="8071932" y="73670"/>
                  </a:lnTo>
                  <a:lnTo>
                    <a:pt x="8072058" y="73670"/>
                  </a:lnTo>
                  <a:lnTo>
                    <a:pt x="8072185" y="73670"/>
                  </a:lnTo>
                  <a:lnTo>
                    <a:pt x="8072311" y="73670"/>
                  </a:lnTo>
                  <a:lnTo>
                    <a:pt x="8072437" y="73670"/>
                  </a:lnTo>
                  <a:lnTo>
                    <a:pt x="8072564" y="73670"/>
                  </a:lnTo>
                  <a:lnTo>
                    <a:pt x="8072690" y="73670"/>
                  </a:lnTo>
                  <a:lnTo>
                    <a:pt x="8072816" y="73670"/>
                  </a:lnTo>
                  <a:lnTo>
                    <a:pt x="8072942" y="73670"/>
                  </a:lnTo>
                  <a:lnTo>
                    <a:pt x="8073069" y="73670"/>
                  </a:lnTo>
                  <a:lnTo>
                    <a:pt x="8073195" y="73670"/>
                  </a:lnTo>
                  <a:lnTo>
                    <a:pt x="8073321" y="73670"/>
                  </a:lnTo>
                  <a:lnTo>
                    <a:pt x="8073447" y="73670"/>
                  </a:lnTo>
                  <a:lnTo>
                    <a:pt x="8073574" y="73670"/>
                  </a:lnTo>
                  <a:lnTo>
                    <a:pt x="8073700" y="73670"/>
                  </a:lnTo>
                  <a:lnTo>
                    <a:pt x="8073826" y="73670"/>
                  </a:lnTo>
                  <a:lnTo>
                    <a:pt x="8073952" y="73670"/>
                  </a:lnTo>
                  <a:lnTo>
                    <a:pt x="8074079" y="73670"/>
                  </a:lnTo>
                  <a:lnTo>
                    <a:pt x="8074205" y="73670"/>
                  </a:lnTo>
                  <a:lnTo>
                    <a:pt x="8074331" y="73670"/>
                  </a:lnTo>
                  <a:lnTo>
                    <a:pt x="8074457" y="73670"/>
                  </a:lnTo>
                  <a:lnTo>
                    <a:pt x="8074584" y="73670"/>
                  </a:lnTo>
                  <a:lnTo>
                    <a:pt x="8074710" y="73670"/>
                  </a:lnTo>
                  <a:lnTo>
                    <a:pt x="8074836" y="73670"/>
                  </a:lnTo>
                  <a:lnTo>
                    <a:pt x="8074962" y="73670"/>
                  </a:lnTo>
                  <a:lnTo>
                    <a:pt x="8075089" y="73670"/>
                  </a:lnTo>
                  <a:lnTo>
                    <a:pt x="8075215" y="73670"/>
                  </a:lnTo>
                  <a:lnTo>
                    <a:pt x="8075341" y="73670"/>
                  </a:lnTo>
                  <a:lnTo>
                    <a:pt x="8075467" y="73670"/>
                  </a:lnTo>
                  <a:lnTo>
                    <a:pt x="8075594" y="73670"/>
                  </a:lnTo>
                  <a:lnTo>
                    <a:pt x="8075720" y="73670"/>
                  </a:lnTo>
                  <a:lnTo>
                    <a:pt x="8075846" y="73670"/>
                  </a:lnTo>
                  <a:lnTo>
                    <a:pt x="8075972" y="73670"/>
                  </a:lnTo>
                  <a:lnTo>
                    <a:pt x="8076099" y="73670"/>
                  </a:lnTo>
                  <a:lnTo>
                    <a:pt x="8076225" y="73670"/>
                  </a:lnTo>
                  <a:lnTo>
                    <a:pt x="8076351" y="73670"/>
                  </a:lnTo>
                  <a:lnTo>
                    <a:pt x="8076477" y="73670"/>
                  </a:lnTo>
                  <a:lnTo>
                    <a:pt x="8076604" y="73670"/>
                  </a:lnTo>
                  <a:lnTo>
                    <a:pt x="8076730" y="73670"/>
                  </a:lnTo>
                  <a:lnTo>
                    <a:pt x="8076856" y="73670"/>
                  </a:lnTo>
                  <a:lnTo>
                    <a:pt x="8076982" y="73670"/>
                  </a:lnTo>
                  <a:lnTo>
                    <a:pt x="8077109" y="73670"/>
                  </a:lnTo>
                  <a:lnTo>
                    <a:pt x="8077235" y="73670"/>
                  </a:lnTo>
                  <a:lnTo>
                    <a:pt x="8077361" y="73670"/>
                  </a:lnTo>
                  <a:lnTo>
                    <a:pt x="8077488" y="73670"/>
                  </a:lnTo>
                  <a:lnTo>
                    <a:pt x="8077614" y="73670"/>
                  </a:lnTo>
                  <a:lnTo>
                    <a:pt x="8077740" y="73670"/>
                  </a:lnTo>
                  <a:lnTo>
                    <a:pt x="8077866" y="73670"/>
                  </a:lnTo>
                  <a:lnTo>
                    <a:pt x="8077993" y="73670"/>
                  </a:lnTo>
                  <a:lnTo>
                    <a:pt x="8078119" y="73670"/>
                  </a:lnTo>
                  <a:lnTo>
                    <a:pt x="8078245" y="73670"/>
                  </a:lnTo>
                  <a:lnTo>
                    <a:pt x="8078371" y="73670"/>
                  </a:lnTo>
                  <a:lnTo>
                    <a:pt x="8078498" y="73670"/>
                  </a:lnTo>
                  <a:lnTo>
                    <a:pt x="8078624" y="73670"/>
                  </a:lnTo>
                  <a:lnTo>
                    <a:pt x="8078750" y="73670"/>
                  </a:lnTo>
                  <a:lnTo>
                    <a:pt x="8078876" y="73670"/>
                  </a:lnTo>
                  <a:lnTo>
                    <a:pt x="8079003" y="73670"/>
                  </a:lnTo>
                  <a:lnTo>
                    <a:pt x="8079129" y="73670"/>
                  </a:lnTo>
                  <a:lnTo>
                    <a:pt x="8079255" y="73670"/>
                  </a:lnTo>
                  <a:lnTo>
                    <a:pt x="8079381" y="73670"/>
                  </a:lnTo>
                  <a:lnTo>
                    <a:pt x="8079508" y="73670"/>
                  </a:lnTo>
                  <a:lnTo>
                    <a:pt x="8079634" y="73670"/>
                  </a:lnTo>
                  <a:lnTo>
                    <a:pt x="8079760" y="73670"/>
                  </a:lnTo>
                  <a:lnTo>
                    <a:pt x="8079886" y="73670"/>
                  </a:lnTo>
                  <a:lnTo>
                    <a:pt x="8080013" y="73670"/>
                  </a:lnTo>
                  <a:lnTo>
                    <a:pt x="8080139" y="73670"/>
                  </a:lnTo>
                  <a:lnTo>
                    <a:pt x="8080265" y="73670"/>
                  </a:lnTo>
                  <a:lnTo>
                    <a:pt x="8080391" y="73670"/>
                  </a:lnTo>
                  <a:lnTo>
                    <a:pt x="8080518" y="73670"/>
                  </a:lnTo>
                  <a:lnTo>
                    <a:pt x="8080644" y="73670"/>
                  </a:lnTo>
                  <a:lnTo>
                    <a:pt x="8080770" y="73670"/>
                  </a:lnTo>
                  <a:lnTo>
                    <a:pt x="8080896" y="73670"/>
                  </a:lnTo>
                  <a:lnTo>
                    <a:pt x="8081023" y="73670"/>
                  </a:lnTo>
                  <a:lnTo>
                    <a:pt x="8081149" y="73670"/>
                  </a:lnTo>
                  <a:lnTo>
                    <a:pt x="8081275" y="73670"/>
                  </a:lnTo>
                  <a:lnTo>
                    <a:pt x="8081401" y="73670"/>
                  </a:lnTo>
                  <a:lnTo>
                    <a:pt x="8081528" y="73670"/>
                  </a:lnTo>
                  <a:lnTo>
                    <a:pt x="8081654" y="73670"/>
                  </a:lnTo>
                  <a:lnTo>
                    <a:pt x="8081780" y="73670"/>
                  </a:lnTo>
                  <a:lnTo>
                    <a:pt x="8081906" y="73670"/>
                  </a:lnTo>
                  <a:lnTo>
                    <a:pt x="8082033" y="73670"/>
                  </a:lnTo>
                  <a:lnTo>
                    <a:pt x="8082159" y="73670"/>
                  </a:lnTo>
                  <a:lnTo>
                    <a:pt x="8082285" y="73670"/>
                  </a:lnTo>
                  <a:lnTo>
                    <a:pt x="8082412" y="73670"/>
                  </a:lnTo>
                  <a:lnTo>
                    <a:pt x="8082538" y="73670"/>
                  </a:lnTo>
                  <a:lnTo>
                    <a:pt x="8082664" y="73670"/>
                  </a:lnTo>
                  <a:lnTo>
                    <a:pt x="8082790" y="73670"/>
                  </a:lnTo>
                  <a:lnTo>
                    <a:pt x="8082917" y="73670"/>
                  </a:lnTo>
                  <a:lnTo>
                    <a:pt x="8083043" y="73670"/>
                  </a:lnTo>
                  <a:lnTo>
                    <a:pt x="8083169" y="73670"/>
                  </a:lnTo>
                  <a:lnTo>
                    <a:pt x="8083295" y="73670"/>
                  </a:lnTo>
                  <a:lnTo>
                    <a:pt x="8083422" y="73670"/>
                  </a:lnTo>
                  <a:lnTo>
                    <a:pt x="8083548" y="73670"/>
                  </a:lnTo>
                  <a:lnTo>
                    <a:pt x="8083674" y="73670"/>
                  </a:lnTo>
                  <a:lnTo>
                    <a:pt x="8083800" y="73670"/>
                  </a:lnTo>
                  <a:lnTo>
                    <a:pt x="8083927" y="73670"/>
                  </a:lnTo>
                  <a:lnTo>
                    <a:pt x="8084053" y="73670"/>
                  </a:lnTo>
                  <a:lnTo>
                    <a:pt x="8084179" y="73670"/>
                  </a:lnTo>
                  <a:lnTo>
                    <a:pt x="8084305" y="73670"/>
                  </a:lnTo>
                  <a:lnTo>
                    <a:pt x="8084432" y="73670"/>
                  </a:lnTo>
                  <a:lnTo>
                    <a:pt x="8084558" y="73670"/>
                  </a:lnTo>
                  <a:lnTo>
                    <a:pt x="8084684" y="73670"/>
                  </a:lnTo>
                  <a:lnTo>
                    <a:pt x="8084810" y="73670"/>
                  </a:lnTo>
                  <a:lnTo>
                    <a:pt x="8084937" y="73670"/>
                  </a:lnTo>
                  <a:lnTo>
                    <a:pt x="8085063" y="73670"/>
                  </a:lnTo>
                  <a:lnTo>
                    <a:pt x="8085189" y="73670"/>
                  </a:lnTo>
                  <a:lnTo>
                    <a:pt x="8085315" y="73670"/>
                  </a:lnTo>
                  <a:lnTo>
                    <a:pt x="8085442" y="73670"/>
                  </a:lnTo>
                  <a:lnTo>
                    <a:pt x="8085568" y="73670"/>
                  </a:lnTo>
                  <a:lnTo>
                    <a:pt x="8085694" y="73670"/>
                  </a:lnTo>
                  <a:lnTo>
                    <a:pt x="8085820" y="73670"/>
                  </a:lnTo>
                  <a:lnTo>
                    <a:pt x="8085947" y="73670"/>
                  </a:lnTo>
                  <a:lnTo>
                    <a:pt x="8086073" y="73670"/>
                  </a:lnTo>
                  <a:lnTo>
                    <a:pt x="8086199" y="73670"/>
                  </a:lnTo>
                  <a:lnTo>
                    <a:pt x="8086325" y="73670"/>
                  </a:lnTo>
                  <a:lnTo>
                    <a:pt x="8086452" y="73670"/>
                  </a:lnTo>
                  <a:lnTo>
                    <a:pt x="8086578" y="73670"/>
                  </a:lnTo>
                  <a:lnTo>
                    <a:pt x="8086704" y="73670"/>
                  </a:lnTo>
                  <a:lnTo>
                    <a:pt x="8086830" y="73670"/>
                  </a:lnTo>
                  <a:lnTo>
                    <a:pt x="8086957" y="73670"/>
                  </a:lnTo>
                  <a:lnTo>
                    <a:pt x="8087083" y="73670"/>
                  </a:lnTo>
                  <a:lnTo>
                    <a:pt x="8087209" y="73670"/>
                  </a:lnTo>
                  <a:lnTo>
                    <a:pt x="8087335" y="73670"/>
                  </a:lnTo>
                  <a:lnTo>
                    <a:pt x="8087462" y="73670"/>
                  </a:lnTo>
                  <a:lnTo>
                    <a:pt x="8087588" y="73670"/>
                  </a:lnTo>
                  <a:lnTo>
                    <a:pt x="8087714" y="73670"/>
                  </a:lnTo>
                  <a:lnTo>
                    <a:pt x="8087841" y="73670"/>
                  </a:lnTo>
                  <a:lnTo>
                    <a:pt x="8087967" y="73670"/>
                  </a:lnTo>
                  <a:lnTo>
                    <a:pt x="8088093" y="73670"/>
                  </a:lnTo>
                  <a:lnTo>
                    <a:pt x="8088219" y="73670"/>
                  </a:lnTo>
                  <a:lnTo>
                    <a:pt x="8088346" y="73670"/>
                  </a:lnTo>
                  <a:lnTo>
                    <a:pt x="8088472" y="73670"/>
                  </a:lnTo>
                  <a:lnTo>
                    <a:pt x="8088598" y="73670"/>
                  </a:lnTo>
                  <a:lnTo>
                    <a:pt x="8088724" y="73670"/>
                  </a:lnTo>
                  <a:lnTo>
                    <a:pt x="8088851" y="73670"/>
                  </a:lnTo>
                  <a:lnTo>
                    <a:pt x="8088977" y="73670"/>
                  </a:lnTo>
                  <a:lnTo>
                    <a:pt x="8089103" y="73670"/>
                  </a:lnTo>
                  <a:lnTo>
                    <a:pt x="8089229" y="73670"/>
                  </a:lnTo>
                  <a:lnTo>
                    <a:pt x="8089356" y="73670"/>
                  </a:lnTo>
                  <a:lnTo>
                    <a:pt x="8089482" y="73670"/>
                  </a:lnTo>
                  <a:lnTo>
                    <a:pt x="8089608" y="73670"/>
                  </a:lnTo>
                  <a:lnTo>
                    <a:pt x="8089734" y="73670"/>
                  </a:lnTo>
                  <a:lnTo>
                    <a:pt x="8089861" y="73670"/>
                  </a:lnTo>
                  <a:lnTo>
                    <a:pt x="8089987" y="73670"/>
                  </a:lnTo>
                  <a:lnTo>
                    <a:pt x="8090113" y="73670"/>
                  </a:lnTo>
                  <a:lnTo>
                    <a:pt x="8090239" y="73670"/>
                  </a:lnTo>
                  <a:lnTo>
                    <a:pt x="8090366" y="73670"/>
                  </a:lnTo>
                  <a:lnTo>
                    <a:pt x="8090492" y="73670"/>
                  </a:lnTo>
                  <a:lnTo>
                    <a:pt x="8090618" y="73670"/>
                  </a:lnTo>
                  <a:lnTo>
                    <a:pt x="8090744" y="73670"/>
                  </a:lnTo>
                  <a:lnTo>
                    <a:pt x="8090871" y="73670"/>
                  </a:lnTo>
                  <a:lnTo>
                    <a:pt x="8090997" y="73670"/>
                  </a:lnTo>
                  <a:lnTo>
                    <a:pt x="8091123" y="73670"/>
                  </a:lnTo>
                  <a:lnTo>
                    <a:pt x="8091249" y="73670"/>
                  </a:lnTo>
                  <a:lnTo>
                    <a:pt x="8091376" y="73670"/>
                  </a:lnTo>
                  <a:lnTo>
                    <a:pt x="8091502" y="73670"/>
                  </a:lnTo>
                  <a:lnTo>
                    <a:pt x="8091628" y="73670"/>
                  </a:lnTo>
                  <a:lnTo>
                    <a:pt x="8091754" y="73670"/>
                  </a:lnTo>
                  <a:lnTo>
                    <a:pt x="8091881" y="73670"/>
                  </a:lnTo>
                  <a:lnTo>
                    <a:pt x="8092007" y="73670"/>
                  </a:lnTo>
                  <a:lnTo>
                    <a:pt x="8092133" y="73670"/>
                  </a:lnTo>
                  <a:lnTo>
                    <a:pt x="8092259" y="73670"/>
                  </a:lnTo>
                  <a:lnTo>
                    <a:pt x="8092386" y="73670"/>
                  </a:lnTo>
                  <a:lnTo>
                    <a:pt x="8092512" y="73670"/>
                  </a:lnTo>
                  <a:lnTo>
                    <a:pt x="8092638" y="73670"/>
                  </a:lnTo>
                  <a:lnTo>
                    <a:pt x="8092765" y="73670"/>
                  </a:lnTo>
                  <a:lnTo>
                    <a:pt x="8092891" y="73670"/>
                  </a:lnTo>
                  <a:lnTo>
                    <a:pt x="8093017" y="73670"/>
                  </a:lnTo>
                  <a:lnTo>
                    <a:pt x="8093143" y="73670"/>
                  </a:lnTo>
                  <a:lnTo>
                    <a:pt x="8093270" y="73670"/>
                  </a:lnTo>
                  <a:lnTo>
                    <a:pt x="8093396" y="73670"/>
                  </a:lnTo>
                  <a:lnTo>
                    <a:pt x="8093522" y="73670"/>
                  </a:lnTo>
                  <a:lnTo>
                    <a:pt x="8093648" y="73670"/>
                  </a:lnTo>
                  <a:lnTo>
                    <a:pt x="8093775" y="73670"/>
                  </a:lnTo>
                  <a:lnTo>
                    <a:pt x="8093901" y="73670"/>
                  </a:lnTo>
                  <a:lnTo>
                    <a:pt x="8094027" y="73670"/>
                  </a:lnTo>
                  <a:lnTo>
                    <a:pt x="8094153" y="73670"/>
                  </a:lnTo>
                  <a:lnTo>
                    <a:pt x="8094280" y="73670"/>
                  </a:lnTo>
                  <a:lnTo>
                    <a:pt x="8094406" y="73670"/>
                  </a:lnTo>
                  <a:lnTo>
                    <a:pt x="8094532" y="73670"/>
                  </a:lnTo>
                  <a:lnTo>
                    <a:pt x="8094658" y="73670"/>
                  </a:lnTo>
                  <a:lnTo>
                    <a:pt x="8094785" y="73670"/>
                  </a:lnTo>
                  <a:lnTo>
                    <a:pt x="8094911" y="73670"/>
                  </a:lnTo>
                  <a:lnTo>
                    <a:pt x="8095037" y="73670"/>
                  </a:lnTo>
                  <a:lnTo>
                    <a:pt x="8095163" y="73670"/>
                  </a:lnTo>
                  <a:lnTo>
                    <a:pt x="8095290" y="73670"/>
                  </a:lnTo>
                  <a:lnTo>
                    <a:pt x="8095416" y="73670"/>
                  </a:lnTo>
                  <a:lnTo>
                    <a:pt x="8095542" y="73670"/>
                  </a:lnTo>
                  <a:lnTo>
                    <a:pt x="8095668" y="73670"/>
                  </a:lnTo>
                  <a:lnTo>
                    <a:pt x="8095795" y="73670"/>
                  </a:lnTo>
                  <a:lnTo>
                    <a:pt x="8095921" y="73670"/>
                  </a:lnTo>
                  <a:lnTo>
                    <a:pt x="8096047" y="73670"/>
                  </a:lnTo>
                  <a:lnTo>
                    <a:pt x="8096173" y="73670"/>
                  </a:lnTo>
                  <a:lnTo>
                    <a:pt x="8096300" y="73670"/>
                  </a:lnTo>
                  <a:lnTo>
                    <a:pt x="8096426" y="73670"/>
                  </a:lnTo>
                  <a:lnTo>
                    <a:pt x="8096552" y="73670"/>
                  </a:lnTo>
                  <a:lnTo>
                    <a:pt x="8096678" y="73670"/>
                  </a:lnTo>
                  <a:lnTo>
                    <a:pt x="8096805" y="73670"/>
                  </a:lnTo>
                  <a:lnTo>
                    <a:pt x="8096931" y="73670"/>
                  </a:lnTo>
                  <a:lnTo>
                    <a:pt x="8097057" y="73670"/>
                  </a:lnTo>
                  <a:lnTo>
                    <a:pt x="8097183" y="73670"/>
                  </a:lnTo>
                  <a:lnTo>
                    <a:pt x="8097310" y="73670"/>
                  </a:lnTo>
                  <a:lnTo>
                    <a:pt x="8097436" y="73670"/>
                  </a:lnTo>
                  <a:lnTo>
                    <a:pt x="8097562" y="73670"/>
                  </a:lnTo>
                  <a:lnTo>
                    <a:pt x="8097688" y="73670"/>
                  </a:lnTo>
                  <a:lnTo>
                    <a:pt x="8097815" y="73670"/>
                  </a:lnTo>
                  <a:lnTo>
                    <a:pt x="8097941" y="73670"/>
                  </a:lnTo>
                  <a:lnTo>
                    <a:pt x="8098067" y="73670"/>
                  </a:lnTo>
                  <a:lnTo>
                    <a:pt x="8098194" y="73670"/>
                  </a:lnTo>
                  <a:lnTo>
                    <a:pt x="8098320" y="73670"/>
                  </a:lnTo>
                  <a:lnTo>
                    <a:pt x="8098446" y="73670"/>
                  </a:lnTo>
                  <a:lnTo>
                    <a:pt x="8098572" y="73670"/>
                  </a:lnTo>
                  <a:lnTo>
                    <a:pt x="8098699" y="73670"/>
                  </a:lnTo>
                  <a:lnTo>
                    <a:pt x="8098825" y="73670"/>
                  </a:lnTo>
                  <a:lnTo>
                    <a:pt x="8098951" y="73670"/>
                  </a:lnTo>
                  <a:lnTo>
                    <a:pt x="8099077" y="73670"/>
                  </a:lnTo>
                  <a:lnTo>
                    <a:pt x="8099204" y="73670"/>
                  </a:lnTo>
                  <a:lnTo>
                    <a:pt x="8099330" y="73670"/>
                  </a:lnTo>
                  <a:lnTo>
                    <a:pt x="8099456" y="73670"/>
                  </a:lnTo>
                  <a:lnTo>
                    <a:pt x="8099582" y="73670"/>
                  </a:lnTo>
                  <a:lnTo>
                    <a:pt x="8099709" y="73670"/>
                  </a:lnTo>
                  <a:lnTo>
                    <a:pt x="8099835" y="73670"/>
                  </a:lnTo>
                  <a:lnTo>
                    <a:pt x="8099961" y="73670"/>
                  </a:lnTo>
                  <a:lnTo>
                    <a:pt x="8100087" y="73670"/>
                  </a:lnTo>
                  <a:lnTo>
                    <a:pt x="8100214" y="73670"/>
                  </a:lnTo>
                  <a:lnTo>
                    <a:pt x="8100340" y="73670"/>
                  </a:lnTo>
                  <a:lnTo>
                    <a:pt x="8100466" y="73670"/>
                  </a:lnTo>
                  <a:lnTo>
                    <a:pt x="8100592" y="73670"/>
                  </a:lnTo>
                  <a:lnTo>
                    <a:pt x="8100719" y="73670"/>
                  </a:lnTo>
                  <a:lnTo>
                    <a:pt x="8100845" y="73670"/>
                  </a:lnTo>
                  <a:lnTo>
                    <a:pt x="8100971" y="73670"/>
                  </a:lnTo>
                  <a:lnTo>
                    <a:pt x="8101097" y="73670"/>
                  </a:lnTo>
                  <a:lnTo>
                    <a:pt x="8101224" y="73670"/>
                  </a:lnTo>
                  <a:lnTo>
                    <a:pt x="8101350" y="73670"/>
                  </a:lnTo>
                  <a:lnTo>
                    <a:pt x="8101476" y="73670"/>
                  </a:lnTo>
                  <a:lnTo>
                    <a:pt x="8101602" y="73670"/>
                  </a:lnTo>
                  <a:lnTo>
                    <a:pt x="8101729" y="73670"/>
                  </a:lnTo>
                  <a:lnTo>
                    <a:pt x="8101855" y="73670"/>
                  </a:lnTo>
                  <a:lnTo>
                    <a:pt x="8101981" y="73670"/>
                  </a:lnTo>
                  <a:lnTo>
                    <a:pt x="8102107" y="73670"/>
                  </a:lnTo>
                  <a:lnTo>
                    <a:pt x="8102234" y="73670"/>
                  </a:lnTo>
                  <a:lnTo>
                    <a:pt x="8102360" y="73670"/>
                  </a:lnTo>
                  <a:lnTo>
                    <a:pt x="8102486" y="73670"/>
                  </a:lnTo>
                  <a:lnTo>
                    <a:pt x="8102612" y="73670"/>
                  </a:lnTo>
                  <a:lnTo>
                    <a:pt x="8102739" y="73670"/>
                  </a:lnTo>
                  <a:lnTo>
                    <a:pt x="8102865" y="73670"/>
                  </a:lnTo>
                  <a:lnTo>
                    <a:pt x="8102991" y="73670"/>
                  </a:lnTo>
                  <a:lnTo>
                    <a:pt x="8103118" y="73670"/>
                  </a:lnTo>
                  <a:lnTo>
                    <a:pt x="8103244" y="73670"/>
                  </a:lnTo>
                  <a:lnTo>
                    <a:pt x="8103370" y="73670"/>
                  </a:lnTo>
                  <a:lnTo>
                    <a:pt x="8103496" y="73670"/>
                  </a:lnTo>
                  <a:lnTo>
                    <a:pt x="8103623" y="73670"/>
                  </a:lnTo>
                  <a:lnTo>
                    <a:pt x="8103749" y="73670"/>
                  </a:lnTo>
                  <a:lnTo>
                    <a:pt x="8103875" y="73670"/>
                  </a:lnTo>
                  <a:lnTo>
                    <a:pt x="8104001" y="73670"/>
                  </a:lnTo>
                  <a:lnTo>
                    <a:pt x="8104128" y="73670"/>
                  </a:lnTo>
                  <a:lnTo>
                    <a:pt x="8104254" y="73670"/>
                  </a:lnTo>
                  <a:lnTo>
                    <a:pt x="8104380" y="73670"/>
                  </a:lnTo>
                  <a:lnTo>
                    <a:pt x="8104506" y="73670"/>
                  </a:lnTo>
                  <a:lnTo>
                    <a:pt x="8104633" y="73670"/>
                  </a:lnTo>
                  <a:lnTo>
                    <a:pt x="8104759" y="73670"/>
                  </a:lnTo>
                  <a:lnTo>
                    <a:pt x="8104885" y="73670"/>
                  </a:lnTo>
                  <a:lnTo>
                    <a:pt x="8105011" y="73670"/>
                  </a:lnTo>
                  <a:lnTo>
                    <a:pt x="8105138" y="73670"/>
                  </a:lnTo>
                  <a:lnTo>
                    <a:pt x="8105264" y="73670"/>
                  </a:lnTo>
                  <a:lnTo>
                    <a:pt x="8105390" y="73670"/>
                  </a:lnTo>
                  <a:lnTo>
                    <a:pt x="8105516" y="73670"/>
                  </a:lnTo>
                  <a:lnTo>
                    <a:pt x="8105643" y="73670"/>
                  </a:lnTo>
                  <a:lnTo>
                    <a:pt x="8105769" y="73670"/>
                  </a:lnTo>
                  <a:lnTo>
                    <a:pt x="8105895" y="73670"/>
                  </a:lnTo>
                  <a:lnTo>
                    <a:pt x="8106021" y="73670"/>
                  </a:lnTo>
                  <a:lnTo>
                    <a:pt x="8106148" y="73670"/>
                  </a:lnTo>
                  <a:lnTo>
                    <a:pt x="8106274" y="73670"/>
                  </a:lnTo>
                  <a:lnTo>
                    <a:pt x="8106400" y="73670"/>
                  </a:lnTo>
                  <a:lnTo>
                    <a:pt x="8106526" y="73670"/>
                  </a:lnTo>
                  <a:lnTo>
                    <a:pt x="8106653" y="73670"/>
                  </a:lnTo>
                  <a:lnTo>
                    <a:pt x="8106779" y="73670"/>
                  </a:lnTo>
                  <a:lnTo>
                    <a:pt x="8106905" y="73670"/>
                  </a:lnTo>
                  <a:lnTo>
                    <a:pt x="8107031" y="73670"/>
                  </a:lnTo>
                  <a:lnTo>
                    <a:pt x="8107158" y="73670"/>
                  </a:lnTo>
                  <a:lnTo>
                    <a:pt x="8107284" y="73670"/>
                  </a:lnTo>
                  <a:lnTo>
                    <a:pt x="8107410" y="73670"/>
                  </a:lnTo>
                  <a:lnTo>
                    <a:pt x="8107536" y="73670"/>
                  </a:lnTo>
                  <a:lnTo>
                    <a:pt x="8107663" y="73670"/>
                  </a:lnTo>
                  <a:lnTo>
                    <a:pt x="8107789" y="73670"/>
                  </a:lnTo>
                  <a:lnTo>
                    <a:pt x="8107915" y="73670"/>
                  </a:lnTo>
                  <a:lnTo>
                    <a:pt x="8108041" y="73670"/>
                  </a:lnTo>
                  <a:lnTo>
                    <a:pt x="8108168" y="73670"/>
                  </a:lnTo>
                  <a:lnTo>
                    <a:pt x="8108294" y="73670"/>
                  </a:lnTo>
                  <a:lnTo>
                    <a:pt x="8108420" y="73670"/>
                  </a:lnTo>
                  <a:lnTo>
                    <a:pt x="8108547" y="73670"/>
                  </a:lnTo>
                  <a:lnTo>
                    <a:pt x="8108673" y="73670"/>
                  </a:lnTo>
                  <a:lnTo>
                    <a:pt x="8108799" y="73670"/>
                  </a:lnTo>
                  <a:lnTo>
                    <a:pt x="8108925" y="73670"/>
                  </a:lnTo>
                  <a:lnTo>
                    <a:pt x="8109052" y="73670"/>
                  </a:lnTo>
                  <a:lnTo>
                    <a:pt x="8109178" y="73670"/>
                  </a:lnTo>
                  <a:lnTo>
                    <a:pt x="8109304" y="73670"/>
                  </a:lnTo>
                  <a:lnTo>
                    <a:pt x="8109430" y="73670"/>
                  </a:lnTo>
                  <a:lnTo>
                    <a:pt x="8109557" y="73670"/>
                  </a:lnTo>
                  <a:lnTo>
                    <a:pt x="8109683" y="73670"/>
                  </a:lnTo>
                  <a:lnTo>
                    <a:pt x="8109809" y="73670"/>
                  </a:lnTo>
                  <a:lnTo>
                    <a:pt x="8109935" y="73670"/>
                  </a:lnTo>
                  <a:lnTo>
                    <a:pt x="8110062" y="73670"/>
                  </a:lnTo>
                  <a:lnTo>
                    <a:pt x="8110188" y="73670"/>
                  </a:lnTo>
                  <a:lnTo>
                    <a:pt x="8110314" y="73670"/>
                  </a:lnTo>
                  <a:lnTo>
                    <a:pt x="8110440" y="73670"/>
                  </a:lnTo>
                  <a:lnTo>
                    <a:pt x="8110567" y="73670"/>
                  </a:lnTo>
                  <a:lnTo>
                    <a:pt x="8110693" y="73670"/>
                  </a:lnTo>
                  <a:lnTo>
                    <a:pt x="8110819" y="73670"/>
                  </a:lnTo>
                  <a:lnTo>
                    <a:pt x="8110945" y="73670"/>
                  </a:lnTo>
                  <a:lnTo>
                    <a:pt x="8111072" y="73670"/>
                  </a:lnTo>
                  <a:lnTo>
                    <a:pt x="8111198" y="73670"/>
                  </a:lnTo>
                  <a:lnTo>
                    <a:pt x="8111324" y="73670"/>
                  </a:lnTo>
                  <a:lnTo>
                    <a:pt x="8111450" y="73670"/>
                  </a:lnTo>
                  <a:lnTo>
                    <a:pt x="8111577" y="73670"/>
                  </a:lnTo>
                  <a:lnTo>
                    <a:pt x="8111703" y="73670"/>
                  </a:lnTo>
                  <a:lnTo>
                    <a:pt x="8111829" y="73670"/>
                  </a:lnTo>
                  <a:lnTo>
                    <a:pt x="8111955" y="73670"/>
                  </a:lnTo>
                  <a:lnTo>
                    <a:pt x="8112082" y="73670"/>
                  </a:lnTo>
                  <a:lnTo>
                    <a:pt x="8112208" y="73670"/>
                  </a:lnTo>
                  <a:lnTo>
                    <a:pt x="8112334" y="73670"/>
                  </a:lnTo>
                  <a:lnTo>
                    <a:pt x="8112460" y="73670"/>
                  </a:lnTo>
                  <a:lnTo>
                    <a:pt x="8112587" y="73670"/>
                  </a:lnTo>
                  <a:lnTo>
                    <a:pt x="8112713" y="73670"/>
                  </a:lnTo>
                  <a:lnTo>
                    <a:pt x="8112839" y="73670"/>
                  </a:lnTo>
                  <a:lnTo>
                    <a:pt x="8112965" y="73670"/>
                  </a:lnTo>
                  <a:lnTo>
                    <a:pt x="8113092" y="73670"/>
                  </a:lnTo>
                  <a:lnTo>
                    <a:pt x="8113218" y="73670"/>
                  </a:lnTo>
                  <a:lnTo>
                    <a:pt x="8113344" y="73670"/>
                  </a:lnTo>
                  <a:lnTo>
                    <a:pt x="8113471" y="73670"/>
                  </a:lnTo>
                  <a:lnTo>
                    <a:pt x="8113597" y="73670"/>
                  </a:lnTo>
                  <a:lnTo>
                    <a:pt x="8113723" y="73670"/>
                  </a:lnTo>
                  <a:lnTo>
                    <a:pt x="8113849" y="73670"/>
                  </a:lnTo>
                  <a:lnTo>
                    <a:pt x="8113976" y="73670"/>
                  </a:lnTo>
                  <a:lnTo>
                    <a:pt x="8114102" y="73670"/>
                  </a:lnTo>
                  <a:lnTo>
                    <a:pt x="8114228" y="73670"/>
                  </a:lnTo>
                  <a:lnTo>
                    <a:pt x="8114354" y="73670"/>
                  </a:lnTo>
                  <a:lnTo>
                    <a:pt x="8114481" y="73670"/>
                  </a:lnTo>
                  <a:lnTo>
                    <a:pt x="8114607" y="73670"/>
                  </a:lnTo>
                  <a:lnTo>
                    <a:pt x="8114733" y="73670"/>
                  </a:lnTo>
                  <a:lnTo>
                    <a:pt x="8114859" y="73670"/>
                  </a:lnTo>
                  <a:lnTo>
                    <a:pt x="8114986" y="73670"/>
                  </a:lnTo>
                  <a:lnTo>
                    <a:pt x="8115112" y="73670"/>
                  </a:lnTo>
                  <a:lnTo>
                    <a:pt x="8115238" y="73670"/>
                  </a:lnTo>
                  <a:lnTo>
                    <a:pt x="8115364" y="73670"/>
                  </a:lnTo>
                  <a:lnTo>
                    <a:pt x="8115491" y="73670"/>
                  </a:lnTo>
                  <a:lnTo>
                    <a:pt x="8115617" y="73670"/>
                  </a:lnTo>
                  <a:lnTo>
                    <a:pt x="8115743" y="73670"/>
                  </a:lnTo>
                  <a:lnTo>
                    <a:pt x="8115869" y="73670"/>
                  </a:lnTo>
                  <a:lnTo>
                    <a:pt x="8115996" y="73670"/>
                  </a:lnTo>
                  <a:lnTo>
                    <a:pt x="8116122" y="73670"/>
                  </a:lnTo>
                  <a:lnTo>
                    <a:pt x="8116248" y="73670"/>
                  </a:lnTo>
                  <a:lnTo>
                    <a:pt x="8116374" y="73670"/>
                  </a:lnTo>
                  <a:lnTo>
                    <a:pt x="8116501" y="73670"/>
                  </a:lnTo>
                  <a:lnTo>
                    <a:pt x="8116627" y="73670"/>
                  </a:lnTo>
                  <a:lnTo>
                    <a:pt x="8116753" y="73670"/>
                  </a:lnTo>
                  <a:lnTo>
                    <a:pt x="8116879" y="73670"/>
                  </a:lnTo>
                  <a:lnTo>
                    <a:pt x="8117006" y="73670"/>
                  </a:lnTo>
                  <a:lnTo>
                    <a:pt x="8117132" y="73670"/>
                  </a:lnTo>
                  <a:lnTo>
                    <a:pt x="8117258" y="73670"/>
                  </a:lnTo>
                  <a:lnTo>
                    <a:pt x="8117384" y="73670"/>
                  </a:lnTo>
                  <a:lnTo>
                    <a:pt x="8117511" y="73670"/>
                  </a:lnTo>
                  <a:lnTo>
                    <a:pt x="8117637" y="73670"/>
                  </a:lnTo>
                  <a:lnTo>
                    <a:pt x="8117763" y="73670"/>
                  </a:lnTo>
                  <a:lnTo>
                    <a:pt x="8117889" y="73670"/>
                  </a:lnTo>
                  <a:lnTo>
                    <a:pt x="8118016" y="73670"/>
                  </a:lnTo>
                  <a:lnTo>
                    <a:pt x="8118142" y="73670"/>
                  </a:lnTo>
                  <a:lnTo>
                    <a:pt x="8118268" y="73670"/>
                  </a:lnTo>
                  <a:lnTo>
                    <a:pt x="8118394" y="73670"/>
                  </a:lnTo>
                  <a:lnTo>
                    <a:pt x="8118521" y="73670"/>
                  </a:lnTo>
                  <a:lnTo>
                    <a:pt x="8118647" y="73670"/>
                  </a:lnTo>
                  <a:lnTo>
                    <a:pt x="8118773" y="73670"/>
                  </a:lnTo>
                  <a:lnTo>
                    <a:pt x="8118900" y="73670"/>
                  </a:lnTo>
                  <a:lnTo>
                    <a:pt x="8119026" y="73670"/>
                  </a:lnTo>
                  <a:lnTo>
                    <a:pt x="8119152" y="73670"/>
                  </a:lnTo>
                  <a:lnTo>
                    <a:pt x="8119278" y="73670"/>
                  </a:lnTo>
                  <a:lnTo>
                    <a:pt x="8119405" y="73670"/>
                  </a:lnTo>
                  <a:lnTo>
                    <a:pt x="8119531" y="73670"/>
                  </a:lnTo>
                  <a:lnTo>
                    <a:pt x="8119657" y="73670"/>
                  </a:lnTo>
                  <a:lnTo>
                    <a:pt x="8119783" y="73670"/>
                  </a:lnTo>
                  <a:lnTo>
                    <a:pt x="8119910" y="73670"/>
                  </a:lnTo>
                  <a:lnTo>
                    <a:pt x="8120036" y="73670"/>
                  </a:lnTo>
                  <a:lnTo>
                    <a:pt x="8120162" y="73670"/>
                  </a:lnTo>
                  <a:lnTo>
                    <a:pt x="8120288" y="73670"/>
                  </a:lnTo>
                  <a:lnTo>
                    <a:pt x="8120415" y="73670"/>
                  </a:lnTo>
                  <a:lnTo>
                    <a:pt x="8120541" y="73670"/>
                  </a:lnTo>
                  <a:lnTo>
                    <a:pt x="8120667" y="73670"/>
                  </a:lnTo>
                  <a:lnTo>
                    <a:pt x="8120793" y="73670"/>
                  </a:lnTo>
                  <a:lnTo>
                    <a:pt x="8120920" y="73670"/>
                  </a:lnTo>
                  <a:lnTo>
                    <a:pt x="8121046" y="73670"/>
                  </a:lnTo>
                  <a:lnTo>
                    <a:pt x="8121172" y="73670"/>
                  </a:lnTo>
                  <a:lnTo>
                    <a:pt x="8121298" y="73670"/>
                  </a:lnTo>
                  <a:lnTo>
                    <a:pt x="8121425" y="73670"/>
                  </a:lnTo>
                  <a:lnTo>
                    <a:pt x="8121551" y="73670"/>
                  </a:lnTo>
                  <a:lnTo>
                    <a:pt x="8121677" y="73670"/>
                  </a:lnTo>
                  <a:lnTo>
                    <a:pt x="8121803" y="73670"/>
                  </a:lnTo>
                  <a:lnTo>
                    <a:pt x="8121930" y="73670"/>
                  </a:lnTo>
                  <a:lnTo>
                    <a:pt x="8122056" y="73670"/>
                  </a:lnTo>
                  <a:lnTo>
                    <a:pt x="8122182" y="73670"/>
                  </a:lnTo>
                  <a:lnTo>
                    <a:pt x="8122308" y="73670"/>
                  </a:lnTo>
                  <a:lnTo>
                    <a:pt x="8122435" y="73670"/>
                  </a:lnTo>
                  <a:lnTo>
                    <a:pt x="8122561" y="73670"/>
                  </a:lnTo>
                  <a:lnTo>
                    <a:pt x="8122687" y="73670"/>
                  </a:lnTo>
                  <a:lnTo>
                    <a:pt x="8122813" y="73670"/>
                  </a:lnTo>
                  <a:lnTo>
                    <a:pt x="8122940" y="73670"/>
                  </a:lnTo>
                  <a:lnTo>
                    <a:pt x="8123066" y="73670"/>
                  </a:lnTo>
                  <a:lnTo>
                    <a:pt x="8123192" y="73670"/>
                  </a:lnTo>
                  <a:lnTo>
                    <a:pt x="8123318" y="73670"/>
                  </a:lnTo>
                  <a:lnTo>
                    <a:pt x="8123445" y="73670"/>
                  </a:lnTo>
                  <a:lnTo>
                    <a:pt x="8123571" y="73670"/>
                  </a:lnTo>
                  <a:lnTo>
                    <a:pt x="8123697" y="73670"/>
                  </a:lnTo>
                  <a:lnTo>
                    <a:pt x="8123824" y="73670"/>
                  </a:lnTo>
                  <a:lnTo>
                    <a:pt x="8123950" y="73670"/>
                  </a:lnTo>
                  <a:lnTo>
                    <a:pt x="8124076" y="73670"/>
                  </a:lnTo>
                  <a:lnTo>
                    <a:pt x="8124202" y="73670"/>
                  </a:lnTo>
                  <a:lnTo>
                    <a:pt x="8124329" y="73670"/>
                  </a:lnTo>
                  <a:lnTo>
                    <a:pt x="8124455" y="73670"/>
                  </a:lnTo>
                  <a:lnTo>
                    <a:pt x="8124581" y="73670"/>
                  </a:lnTo>
                  <a:lnTo>
                    <a:pt x="8124707" y="73670"/>
                  </a:lnTo>
                  <a:lnTo>
                    <a:pt x="8124834" y="73670"/>
                  </a:lnTo>
                  <a:lnTo>
                    <a:pt x="8124960" y="73670"/>
                  </a:lnTo>
                  <a:lnTo>
                    <a:pt x="8125086" y="73670"/>
                  </a:lnTo>
                  <a:lnTo>
                    <a:pt x="8125212" y="73670"/>
                  </a:lnTo>
                  <a:lnTo>
                    <a:pt x="8125339" y="73670"/>
                  </a:lnTo>
                  <a:lnTo>
                    <a:pt x="8125465" y="73670"/>
                  </a:lnTo>
                  <a:lnTo>
                    <a:pt x="8125591" y="73670"/>
                  </a:lnTo>
                  <a:lnTo>
                    <a:pt x="8125717" y="73670"/>
                  </a:lnTo>
                  <a:lnTo>
                    <a:pt x="8125844" y="73670"/>
                  </a:lnTo>
                  <a:lnTo>
                    <a:pt x="8125970" y="73670"/>
                  </a:lnTo>
                  <a:lnTo>
                    <a:pt x="8126096" y="73670"/>
                  </a:lnTo>
                  <a:lnTo>
                    <a:pt x="8126222" y="73670"/>
                  </a:lnTo>
                  <a:lnTo>
                    <a:pt x="8126349" y="73670"/>
                  </a:lnTo>
                  <a:lnTo>
                    <a:pt x="8126475" y="73670"/>
                  </a:lnTo>
                  <a:lnTo>
                    <a:pt x="8126601" y="73670"/>
                  </a:lnTo>
                  <a:lnTo>
                    <a:pt x="8126727" y="73670"/>
                  </a:lnTo>
                  <a:lnTo>
                    <a:pt x="8126854" y="73670"/>
                  </a:lnTo>
                  <a:lnTo>
                    <a:pt x="8126980" y="73670"/>
                  </a:lnTo>
                  <a:lnTo>
                    <a:pt x="8127106" y="73670"/>
                  </a:lnTo>
                  <a:lnTo>
                    <a:pt x="8127232" y="73670"/>
                  </a:lnTo>
                  <a:lnTo>
                    <a:pt x="8127359" y="73670"/>
                  </a:lnTo>
                  <a:lnTo>
                    <a:pt x="8127485" y="73670"/>
                  </a:lnTo>
                  <a:lnTo>
                    <a:pt x="8127611" y="73670"/>
                  </a:lnTo>
                  <a:lnTo>
                    <a:pt x="8127737" y="73670"/>
                  </a:lnTo>
                  <a:lnTo>
                    <a:pt x="8127864" y="73670"/>
                  </a:lnTo>
                  <a:lnTo>
                    <a:pt x="8127990" y="73670"/>
                  </a:lnTo>
                  <a:lnTo>
                    <a:pt x="8128116" y="73670"/>
                  </a:lnTo>
                  <a:lnTo>
                    <a:pt x="8128242" y="73670"/>
                  </a:lnTo>
                  <a:lnTo>
                    <a:pt x="8128369" y="73670"/>
                  </a:lnTo>
                  <a:lnTo>
                    <a:pt x="8128495" y="73670"/>
                  </a:lnTo>
                  <a:lnTo>
                    <a:pt x="8128621" y="73670"/>
                  </a:lnTo>
                  <a:lnTo>
                    <a:pt x="8128747" y="73670"/>
                  </a:lnTo>
                  <a:lnTo>
                    <a:pt x="8128874" y="73670"/>
                  </a:lnTo>
                  <a:lnTo>
                    <a:pt x="8129000" y="73670"/>
                  </a:lnTo>
                  <a:lnTo>
                    <a:pt x="8129126" y="73670"/>
                  </a:lnTo>
                  <a:lnTo>
                    <a:pt x="8129253" y="73670"/>
                  </a:lnTo>
                  <a:lnTo>
                    <a:pt x="8129379" y="73670"/>
                  </a:lnTo>
                  <a:lnTo>
                    <a:pt x="8129505" y="73670"/>
                  </a:lnTo>
                  <a:lnTo>
                    <a:pt x="8129631" y="73670"/>
                  </a:lnTo>
                  <a:lnTo>
                    <a:pt x="8129758" y="73670"/>
                  </a:lnTo>
                  <a:lnTo>
                    <a:pt x="8129884" y="73670"/>
                  </a:lnTo>
                  <a:lnTo>
                    <a:pt x="8130010" y="73670"/>
                  </a:lnTo>
                  <a:lnTo>
                    <a:pt x="8130136" y="73670"/>
                  </a:lnTo>
                  <a:lnTo>
                    <a:pt x="8130263" y="73670"/>
                  </a:lnTo>
                  <a:lnTo>
                    <a:pt x="8130389" y="73670"/>
                  </a:lnTo>
                  <a:lnTo>
                    <a:pt x="8130515" y="73670"/>
                  </a:lnTo>
                  <a:lnTo>
                    <a:pt x="8130641" y="73670"/>
                  </a:lnTo>
                  <a:lnTo>
                    <a:pt x="8130768" y="73670"/>
                  </a:lnTo>
                  <a:lnTo>
                    <a:pt x="8130894" y="73670"/>
                  </a:lnTo>
                  <a:lnTo>
                    <a:pt x="8131020" y="73670"/>
                  </a:lnTo>
                  <a:lnTo>
                    <a:pt x="8131146" y="73670"/>
                  </a:lnTo>
                  <a:lnTo>
                    <a:pt x="8131273" y="73670"/>
                  </a:lnTo>
                  <a:lnTo>
                    <a:pt x="8131399" y="73670"/>
                  </a:lnTo>
                  <a:lnTo>
                    <a:pt x="8131525" y="73670"/>
                  </a:lnTo>
                  <a:lnTo>
                    <a:pt x="8131651" y="73670"/>
                  </a:lnTo>
                  <a:lnTo>
                    <a:pt x="8131778" y="73670"/>
                  </a:lnTo>
                  <a:lnTo>
                    <a:pt x="8131904" y="73670"/>
                  </a:lnTo>
                  <a:lnTo>
                    <a:pt x="8132030" y="73670"/>
                  </a:lnTo>
                  <a:lnTo>
                    <a:pt x="8132156" y="73670"/>
                  </a:lnTo>
                  <a:lnTo>
                    <a:pt x="8132283" y="73670"/>
                  </a:lnTo>
                  <a:lnTo>
                    <a:pt x="8132409" y="73670"/>
                  </a:lnTo>
                  <a:lnTo>
                    <a:pt x="8132535" y="73670"/>
                  </a:lnTo>
                  <a:lnTo>
                    <a:pt x="8132661" y="73670"/>
                  </a:lnTo>
                  <a:lnTo>
                    <a:pt x="8132788" y="73670"/>
                  </a:lnTo>
                  <a:lnTo>
                    <a:pt x="8132914" y="73670"/>
                  </a:lnTo>
                  <a:lnTo>
                    <a:pt x="8133040" y="73670"/>
                  </a:lnTo>
                  <a:lnTo>
                    <a:pt x="8133166" y="73670"/>
                  </a:lnTo>
                  <a:lnTo>
                    <a:pt x="8133293" y="73670"/>
                  </a:lnTo>
                  <a:lnTo>
                    <a:pt x="8133419" y="73670"/>
                  </a:lnTo>
                  <a:lnTo>
                    <a:pt x="8133545" y="73670"/>
                  </a:lnTo>
                  <a:lnTo>
                    <a:pt x="8133671" y="73670"/>
                  </a:lnTo>
                  <a:lnTo>
                    <a:pt x="8133798" y="73670"/>
                  </a:lnTo>
                  <a:lnTo>
                    <a:pt x="8133924" y="73670"/>
                  </a:lnTo>
                  <a:lnTo>
                    <a:pt x="8134050" y="73670"/>
                  </a:lnTo>
                  <a:lnTo>
                    <a:pt x="8134177" y="73670"/>
                  </a:lnTo>
                  <a:lnTo>
                    <a:pt x="8134303" y="73670"/>
                  </a:lnTo>
                  <a:lnTo>
                    <a:pt x="8134429" y="73670"/>
                  </a:lnTo>
                  <a:lnTo>
                    <a:pt x="8134555" y="73670"/>
                  </a:lnTo>
                  <a:lnTo>
                    <a:pt x="8134682" y="73670"/>
                  </a:lnTo>
                  <a:lnTo>
                    <a:pt x="8134808" y="73670"/>
                  </a:lnTo>
                  <a:lnTo>
                    <a:pt x="8134934" y="73670"/>
                  </a:lnTo>
                  <a:lnTo>
                    <a:pt x="8135060" y="73670"/>
                  </a:lnTo>
                  <a:lnTo>
                    <a:pt x="8135187" y="73670"/>
                  </a:lnTo>
                  <a:lnTo>
                    <a:pt x="8135313" y="73670"/>
                  </a:lnTo>
                  <a:lnTo>
                    <a:pt x="8135439" y="73670"/>
                  </a:lnTo>
                  <a:lnTo>
                    <a:pt x="8135565" y="73670"/>
                  </a:lnTo>
                  <a:lnTo>
                    <a:pt x="8135692" y="73670"/>
                  </a:lnTo>
                  <a:lnTo>
                    <a:pt x="8135818" y="73670"/>
                  </a:lnTo>
                  <a:lnTo>
                    <a:pt x="8135944" y="73670"/>
                  </a:lnTo>
                  <a:lnTo>
                    <a:pt x="8136070" y="73670"/>
                  </a:lnTo>
                  <a:lnTo>
                    <a:pt x="8136197" y="73670"/>
                  </a:lnTo>
                  <a:lnTo>
                    <a:pt x="8136323" y="73670"/>
                  </a:lnTo>
                  <a:lnTo>
                    <a:pt x="8136449" y="73670"/>
                  </a:lnTo>
                  <a:lnTo>
                    <a:pt x="8136575" y="73670"/>
                  </a:lnTo>
                  <a:lnTo>
                    <a:pt x="8136702" y="73670"/>
                  </a:lnTo>
                  <a:lnTo>
                    <a:pt x="8136828" y="73670"/>
                  </a:lnTo>
                  <a:lnTo>
                    <a:pt x="8136954" y="73670"/>
                  </a:lnTo>
                  <a:lnTo>
                    <a:pt x="8137080" y="73670"/>
                  </a:lnTo>
                  <a:lnTo>
                    <a:pt x="8137207" y="73670"/>
                  </a:lnTo>
                  <a:lnTo>
                    <a:pt x="8137333" y="73670"/>
                  </a:lnTo>
                  <a:lnTo>
                    <a:pt x="8137459" y="73670"/>
                  </a:lnTo>
                  <a:lnTo>
                    <a:pt x="8137585" y="73670"/>
                  </a:lnTo>
                  <a:lnTo>
                    <a:pt x="8137712" y="73670"/>
                  </a:lnTo>
                  <a:lnTo>
                    <a:pt x="8137838" y="73670"/>
                  </a:lnTo>
                  <a:lnTo>
                    <a:pt x="8137964" y="73670"/>
                  </a:lnTo>
                  <a:lnTo>
                    <a:pt x="8138090" y="73670"/>
                  </a:lnTo>
                  <a:lnTo>
                    <a:pt x="8138217" y="73670"/>
                  </a:lnTo>
                  <a:lnTo>
                    <a:pt x="8138343" y="73670"/>
                  </a:lnTo>
                  <a:lnTo>
                    <a:pt x="8138469" y="73670"/>
                  </a:lnTo>
                  <a:lnTo>
                    <a:pt x="8138595" y="73670"/>
                  </a:lnTo>
                  <a:lnTo>
                    <a:pt x="8138722" y="73670"/>
                  </a:lnTo>
                  <a:lnTo>
                    <a:pt x="8138848" y="73670"/>
                  </a:lnTo>
                  <a:lnTo>
                    <a:pt x="8138974" y="73670"/>
                  </a:lnTo>
                  <a:lnTo>
                    <a:pt x="8139101" y="73670"/>
                  </a:lnTo>
                  <a:lnTo>
                    <a:pt x="8139227" y="73670"/>
                  </a:lnTo>
                  <a:lnTo>
                    <a:pt x="8139353" y="73670"/>
                  </a:lnTo>
                  <a:lnTo>
                    <a:pt x="8139479" y="73670"/>
                  </a:lnTo>
                  <a:lnTo>
                    <a:pt x="8139606" y="73670"/>
                  </a:lnTo>
                  <a:lnTo>
                    <a:pt x="8139732" y="73670"/>
                  </a:lnTo>
                  <a:lnTo>
                    <a:pt x="8139858" y="73670"/>
                  </a:lnTo>
                  <a:lnTo>
                    <a:pt x="8139984" y="73670"/>
                  </a:lnTo>
                  <a:lnTo>
                    <a:pt x="8140111" y="73670"/>
                  </a:lnTo>
                  <a:lnTo>
                    <a:pt x="8140237" y="73670"/>
                  </a:lnTo>
                  <a:lnTo>
                    <a:pt x="8140363" y="73670"/>
                  </a:lnTo>
                  <a:lnTo>
                    <a:pt x="8140489" y="73670"/>
                  </a:lnTo>
                  <a:lnTo>
                    <a:pt x="8140616" y="73670"/>
                  </a:lnTo>
                  <a:lnTo>
                    <a:pt x="8140742" y="73670"/>
                  </a:lnTo>
                  <a:lnTo>
                    <a:pt x="8140868" y="73670"/>
                  </a:lnTo>
                  <a:lnTo>
                    <a:pt x="8140994" y="73670"/>
                  </a:lnTo>
                  <a:lnTo>
                    <a:pt x="8141121" y="73670"/>
                  </a:lnTo>
                  <a:lnTo>
                    <a:pt x="8141247" y="73670"/>
                  </a:lnTo>
                  <a:lnTo>
                    <a:pt x="8141373" y="73670"/>
                  </a:lnTo>
                  <a:lnTo>
                    <a:pt x="8141499" y="73670"/>
                  </a:lnTo>
                  <a:lnTo>
                    <a:pt x="8141626" y="73670"/>
                  </a:lnTo>
                  <a:lnTo>
                    <a:pt x="8141752" y="73670"/>
                  </a:lnTo>
                  <a:lnTo>
                    <a:pt x="8141878" y="73670"/>
                  </a:lnTo>
                  <a:lnTo>
                    <a:pt x="8142004" y="73670"/>
                  </a:lnTo>
                  <a:lnTo>
                    <a:pt x="8142131" y="73670"/>
                  </a:lnTo>
                  <a:lnTo>
                    <a:pt x="8142257" y="73670"/>
                  </a:lnTo>
                  <a:lnTo>
                    <a:pt x="8142383" y="73670"/>
                  </a:lnTo>
                  <a:lnTo>
                    <a:pt x="8142509" y="73670"/>
                  </a:lnTo>
                  <a:lnTo>
                    <a:pt x="8142636" y="73670"/>
                  </a:lnTo>
                  <a:lnTo>
                    <a:pt x="8142762" y="73670"/>
                  </a:lnTo>
                  <a:lnTo>
                    <a:pt x="8142888" y="73670"/>
                  </a:lnTo>
                  <a:lnTo>
                    <a:pt x="8143014" y="73670"/>
                  </a:lnTo>
                  <a:lnTo>
                    <a:pt x="8143141" y="73670"/>
                  </a:lnTo>
                  <a:lnTo>
                    <a:pt x="8143267" y="73670"/>
                  </a:lnTo>
                  <a:lnTo>
                    <a:pt x="8143393" y="73670"/>
                  </a:lnTo>
                  <a:lnTo>
                    <a:pt x="8143519" y="73670"/>
                  </a:lnTo>
                  <a:lnTo>
                    <a:pt x="8143646" y="73670"/>
                  </a:lnTo>
                  <a:lnTo>
                    <a:pt x="8143772" y="73670"/>
                  </a:lnTo>
                  <a:lnTo>
                    <a:pt x="8143898" y="73670"/>
                  </a:lnTo>
                  <a:lnTo>
                    <a:pt x="8144024" y="73670"/>
                  </a:lnTo>
                  <a:lnTo>
                    <a:pt x="8144151" y="73670"/>
                  </a:lnTo>
                  <a:lnTo>
                    <a:pt x="8144277" y="73670"/>
                  </a:lnTo>
                  <a:lnTo>
                    <a:pt x="8144403" y="73670"/>
                  </a:lnTo>
                  <a:lnTo>
                    <a:pt x="8144530" y="73670"/>
                  </a:lnTo>
                  <a:lnTo>
                    <a:pt x="8144656" y="73670"/>
                  </a:lnTo>
                  <a:lnTo>
                    <a:pt x="8144782" y="73670"/>
                  </a:lnTo>
                  <a:lnTo>
                    <a:pt x="8144908" y="73670"/>
                  </a:lnTo>
                  <a:lnTo>
                    <a:pt x="8145035" y="73670"/>
                  </a:lnTo>
                  <a:lnTo>
                    <a:pt x="8145161" y="73670"/>
                  </a:lnTo>
                  <a:lnTo>
                    <a:pt x="8145287" y="73670"/>
                  </a:lnTo>
                  <a:lnTo>
                    <a:pt x="8145413" y="73670"/>
                  </a:lnTo>
                  <a:lnTo>
                    <a:pt x="8145540" y="73670"/>
                  </a:lnTo>
                  <a:lnTo>
                    <a:pt x="8145666" y="73670"/>
                  </a:lnTo>
                  <a:lnTo>
                    <a:pt x="8145792" y="73670"/>
                  </a:lnTo>
                  <a:lnTo>
                    <a:pt x="8145918" y="73670"/>
                  </a:lnTo>
                  <a:lnTo>
                    <a:pt x="8146045" y="73670"/>
                  </a:lnTo>
                  <a:lnTo>
                    <a:pt x="8146171" y="73670"/>
                  </a:lnTo>
                  <a:lnTo>
                    <a:pt x="8146297" y="73670"/>
                  </a:lnTo>
                  <a:lnTo>
                    <a:pt x="8146423" y="73670"/>
                  </a:lnTo>
                  <a:lnTo>
                    <a:pt x="8146550" y="73670"/>
                  </a:lnTo>
                  <a:lnTo>
                    <a:pt x="8146676" y="73670"/>
                  </a:lnTo>
                  <a:lnTo>
                    <a:pt x="8146802" y="73670"/>
                  </a:lnTo>
                  <a:lnTo>
                    <a:pt x="8146928" y="73670"/>
                  </a:lnTo>
                  <a:lnTo>
                    <a:pt x="8147055" y="73670"/>
                  </a:lnTo>
                  <a:lnTo>
                    <a:pt x="8147055" y="68759"/>
                  </a:lnTo>
                  <a:lnTo>
                    <a:pt x="8147181" y="68759"/>
                  </a:lnTo>
                  <a:lnTo>
                    <a:pt x="8147307" y="68759"/>
                  </a:lnTo>
                  <a:lnTo>
                    <a:pt x="8147433" y="68759"/>
                  </a:lnTo>
                  <a:lnTo>
                    <a:pt x="8147560" y="68759"/>
                  </a:lnTo>
                  <a:lnTo>
                    <a:pt x="8147686" y="68759"/>
                  </a:lnTo>
                  <a:lnTo>
                    <a:pt x="8147812" y="68759"/>
                  </a:lnTo>
                  <a:lnTo>
                    <a:pt x="8147938" y="68759"/>
                  </a:lnTo>
                  <a:lnTo>
                    <a:pt x="8148065" y="68759"/>
                  </a:lnTo>
                  <a:lnTo>
                    <a:pt x="8148191" y="68759"/>
                  </a:lnTo>
                  <a:lnTo>
                    <a:pt x="8148317" y="68759"/>
                  </a:lnTo>
                  <a:lnTo>
                    <a:pt x="8148443" y="68759"/>
                  </a:lnTo>
                  <a:lnTo>
                    <a:pt x="8148570" y="68759"/>
                  </a:lnTo>
                  <a:lnTo>
                    <a:pt x="8148696" y="68759"/>
                  </a:lnTo>
                  <a:lnTo>
                    <a:pt x="8148822" y="68759"/>
                  </a:lnTo>
                  <a:lnTo>
                    <a:pt x="8148948" y="68759"/>
                  </a:lnTo>
                  <a:lnTo>
                    <a:pt x="8149075" y="68759"/>
                  </a:lnTo>
                  <a:lnTo>
                    <a:pt x="8149201" y="68759"/>
                  </a:lnTo>
                  <a:lnTo>
                    <a:pt x="8149327" y="68759"/>
                  </a:lnTo>
                  <a:lnTo>
                    <a:pt x="8149454" y="68759"/>
                  </a:lnTo>
                  <a:lnTo>
                    <a:pt x="8149580" y="68759"/>
                  </a:lnTo>
                  <a:lnTo>
                    <a:pt x="8149706" y="68759"/>
                  </a:lnTo>
                  <a:lnTo>
                    <a:pt x="8149832" y="68759"/>
                  </a:lnTo>
                  <a:lnTo>
                    <a:pt x="8149959" y="68759"/>
                  </a:lnTo>
                  <a:lnTo>
                    <a:pt x="8150085" y="68759"/>
                  </a:lnTo>
                  <a:lnTo>
                    <a:pt x="8150211" y="68759"/>
                  </a:lnTo>
                  <a:lnTo>
                    <a:pt x="8150337" y="68759"/>
                  </a:lnTo>
                  <a:lnTo>
                    <a:pt x="8150464" y="68759"/>
                  </a:lnTo>
                  <a:lnTo>
                    <a:pt x="8150590" y="68759"/>
                  </a:lnTo>
                  <a:lnTo>
                    <a:pt x="8150716" y="68759"/>
                  </a:lnTo>
                  <a:lnTo>
                    <a:pt x="8150842" y="68759"/>
                  </a:lnTo>
                  <a:lnTo>
                    <a:pt x="8150969" y="68759"/>
                  </a:lnTo>
                  <a:lnTo>
                    <a:pt x="8151095" y="68759"/>
                  </a:lnTo>
                  <a:lnTo>
                    <a:pt x="8151221" y="68759"/>
                  </a:lnTo>
                  <a:lnTo>
                    <a:pt x="8151347" y="68759"/>
                  </a:lnTo>
                  <a:lnTo>
                    <a:pt x="8151474" y="68759"/>
                  </a:lnTo>
                  <a:lnTo>
                    <a:pt x="8151600" y="68759"/>
                  </a:lnTo>
                  <a:lnTo>
                    <a:pt x="8151726" y="68759"/>
                  </a:lnTo>
                  <a:lnTo>
                    <a:pt x="8151852" y="68759"/>
                  </a:lnTo>
                  <a:lnTo>
                    <a:pt x="8151979" y="68759"/>
                  </a:lnTo>
                  <a:lnTo>
                    <a:pt x="8152105" y="68759"/>
                  </a:lnTo>
                  <a:lnTo>
                    <a:pt x="8152231" y="68759"/>
                  </a:lnTo>
                  <a:lnTo>
                    <a:pt x="8152357" y="68759"/>
                  </a:lnTo>
                  <a:lnTo>
                    <a:pt x="8152484" y="68759"/>
                  </a:lnTo>
                  <a:lnTo>
                    <a:pt x="8152610" y="68759"/>
                  </a:lnTo>
                  <a:lnTo>
                    <a:pt x="8152736" y="68759"/>
                  </a:lnTo>
                  <a:lnTo>
                    <a:pt x="8152862" y="68759"/>
                  </a:lnTo>
                  <a:lnTo>
                    <a:pt x="8152989" y="68759"/>
                  </a:lnTo>
                  <a:lnTo>
                    <a:pt x="8153115" y="68759"/>
                  </a:lnTo>
                  <a:lnTo>
                    <a:pt x="8153241" y="68759"/>
                  </a:lnTo>
                  <a:lnTo>
                    <a:pt x="8153367" y="68759"/>
                  </a:lnTo>
                  <a:lnTo>
                    <a:pt x="8153494" y="68759"/>
                  </a:lnTo>
                  <a:lnTo>
                    <a:pt x="8153620" y="68759"/>
                  </a:lnTo>
                  <a:lnTo>
                    <a:pt x="8153746" y="68759"/>
                  </a:lnTo>
                  <a:lnTo>
                    <a:pt x="8153872" y="68759"/>
                  </a:lnTo>
                  <a:lnTo>
                    <a:pt x="8153999" y="68759"/>
                  </a:lnTo>
                  <a:lnTo>
                    <a:pt x="8154125" y="68759"/>
                  </a:lnTo>
                  <a:lnTo>
                    <a:pt x="8154251" y="68759"/>
                  </a:lnTo>
                  <a:lnTo>
                    <a:pt x="8154377" y="68759"/>
                  </a:lnTo>
                  <a:lnTo>
                    <a:pt x="8154504" y="68759"/>
                  </a:lnTo>
                  <a:lnTo>
                    <a:pt x="8154630" y="68759"/>
                  </a:lnTo>
                  <a:lnTo>
                    <a:pt x="8154756" y="68759"/>
                  </a:lnTo>
                  <a:lnTo>
                    <a:pt x="8154883" y="68759"/>
                  </a:lnTo>
                  <a:lnTo>
                    <a:pt x="8155009" y="68759"/>
                  </a:lnTo>
                  <a:lnTo>
                    <a:pt x="8155135" y="68759"/>
                  </a:lnTo>
                  <a:lnTo>
                    <a:pt x="8155261" y="68759"/>
                  </a:lnTo>
                  <a:lnTo>
                    <a:pt x="8155388" y="68759"/>
                  </a:lnTo>
                  <a:lnTo>
                    <a:pt x="8155514" y="68759"/>
                  </a:lnTo>
                  <a:lnTo>
                    <a:pt x="8155640" y="68759"/>
                  </a:lnTo>
                  <a:lnTo>
                    <a:pt x="8155766" y="68759"/>
                  </a:lnTo>
                  <a:lnTo>
                    <a:pt x="8155893" y="68759"/>
                  </a:lnTo>
                  <a:lnTo>
                    <a:pt x="8156019" y="68759"/>
                  </a:lnTo>
                  <a:lnTo>
                    <a:pt x="8156145" y="68759"/>
                  </a:lnTo>
                  <a:lnTo>
                    <a:pt x="8156271" y="68759"/>
                  </a:lnTo>
                  <a:lnTo>
                    <a:pt x="8156398" y="68759"/>
                  </a:lnTo>
                  <a:lnTo>
                    <a:pt x="8156524" y="68759"/>
                  </a:lnTo>
                  <a:lnTo>
                    <a:pt x="8156650" y="68759"/>
                  </a:lnTo>
                  <a:lnTo>
                    <a:pt x="8156776" y="68759"/>
                  </a:lnTo>
                  <a:lnTo>
                    <a:pt x="8156903" y="68759"/>
                  </a:lnTo>
                  <a:lnTo>
                    <a:pt x="8157029" y="68759"/>
                  </a:lnTo>
                  <a:lnTo>
                    <a:pt x="8157155" y="68759"/>
                  </a:lnTo>
                  <a:lnTo>
                    <a:pt x="8157281" y="68759"/>
                  </a:lnTo>
                  <a:lnTo>
                    <a:pt x="8157408" y="68759"/>
                  </a:lnTo>
                  <a:lnTo>
                    <a:pt x="8157534" y="68759"/>
                  </a:lnTo>
                  <a:lnTo>
                    <a:pt x="8157660" y="68759"/>
                  </a:lnTo>
                  <a:lnTo>
                    <a:pt x="8157786" y="68759"/>
                  </a:lnTo>
                  <a:lnTo>
                    <a:pt x="8157913" y="68759"/>
                  </a:lnTo>
                  <a:lnTo>
                    <a:pt x="8158039" y="68759"/>
                  </a:lnTo>
                  <a:lnTo>
                    <a:pt x="8158165" y="68759"/>
                  </a:lnTo>
                  <a:lnTo>
                    <a:pt x="8158291" y="68759"/>
                  </a:lnTo>
                  <a:lnTo>
                    <a:pt x="8158418" y="68759"/>
                  </a:lnTo>
                  <a:lnTo>
                    <a:pt x="8158544" y="68759"/>
                  </a:lnTo>
                  <a:lnTo>
                    <a:pt x="8158670" y="68759"/>
                  </a:lnTo>
                  <a:lnTo>
                    <a:pt x="8158796" y="68759"/>
                  </a:lnTo>
                  <a:lnTo>
                    <a:pt x="8158923" y="68759"/>
                  </a:lnTo>
                  <a:lnTo>
                    <a:pt x="8159049" y="68759"/>
                  </a:lnTo>
                  <a:lnTo>
                    <a:pt x="8159175" y="68759"/>
                  </a:lnTo>
                  <a:lnTo>
                    <a:pt x="8159301" y="68759"/>
                  </a:lnTo>
                  <a:lnTo>
                    <a:pt x="8159428" y="68759"/>
                  </a:lnTo>
                  <a:lnTo>
                    <a:pt x="8159554" y="68759"/>
                  </a:lnTo>
                  <a:lnTo>
                    <a:pt x="8159680" y="68759"/>
                  </a:lnTo>
                  <a:lnTo>
                    <a:pt x="8159807" y="68759"/>
                  </a:lnTo>
                  <a:lnTo>
                    <a:pt x="8159933" y="68759"/>
                  </a:lnTo>
                  <a:lnTo>
                    <a:pt x="8160059" y="68759"/>
                  </a:lnTo>
                  <a:lnTo>
                    <a:pt x="8160185" y="68759"/>
                  </a:lnTo>
                  <a:lnTo>
                    <a:pt x="8160312" y="68759"/>
                  </a:lnTo>
                  <a:lnTo>
                    <a:pt x="8160438" y="68759"/>
                  </a:lnTo>
                  <a:lnTo>
                    <a:pt x="8160564" y="68759"/>
                  </a:lnTo>
                  <a:lnTo>
                    <a:pt x="8160690" y="68759"/>
                  </a:lnTo>
                  <a:lnTo>
                    <a:pt x="8160817" y="68759"/>
                  </a:lnTo>
                  <a:lnTo>
                    <a:pt x="8160943" y="68759"/>
                  </a:lnTo>
                  <a:lnTo>
                    <a:pt x="8161069" y="68759"/>
                  </a:lnTo>
                  <a:lnTo>
                    <a:pt x="8161195" y="68759"/>
                  </a:lnTo>
                  <a:lnTo>
                    <a:pt x="8161322" y="68759"/>
                  </a:lnTo>
                  <a:lnTo>
                    <a:pt x="8161448" y="68759"/>
                  </a:lnTo>
                  <a:lnTo>
                    <a:pt x="8161574" y="68759"/>
                  </a:lnTo>
                  <a:lnTo>
                    <a:pt x="8161700" y="68759"/>
                  </a:lnTo>
                  <a:lnTo>
                    <a:pt x="8161827" y="68759"/>
                  </a:lnTo>
                  <a:lnTo>
                    <a:pt x="8161953" y="68759"/>
                  </a:lnTo>
                  <a:lnTo>
                    <a:pt x="8162079" y="68759"/>
                  </a:lnTo>
                  <a:lnTo>
                    <a:pt x="8162205" y="68759"/>
                  </a:lnTo>
                  <a:lnTo>
                    <a:pt x="8162332" y="68759"/>
                  </a:lnTo>
                  <a:lnTo>
                    <a:pt x="8162458" y="68759"/>
                  </a:lnTo>
                  <a:lnTo>
                    <a:pt x="8162584" y="68759"/>
                  </a:lnTo>
                  <a:lnTo>
                    <a:pt x="8162584" y="63847"/>
                  </a:lnTo>
                  <a:lnTo>
                    <a:pt x="8162710" y="63847"/>
                  </a:lnTo>
                  <a:lnTo>
                    <a:pt x="8162837" y="63847"/>
                  </a:lnTo>
                  <a:lnTo>
                    <a:pt x="8162963" y="63847"/>
                  </a:lnTo>
                  <a:lnTo>
                    <a:pt x="8163089" y="63847"/>
                  </a:lnTo>
                  <a:lnTo>
                    <a:pt x="8163215" y="63847"/>
                  </a:lnTo>
                  <a:lnTo>
                    <a:pt x="8163342" y="63847"/>
                  </a:lnTo>
                  <a:lnTo>
                    <a:pt x="8163468" y="63847"/>
                  </a:lnTo>
                  <a:lnTo>
                    <a:pt x="8163594" y="63847"/>
                  </a:lnTo>
                  <a:lnTo>
                    <a:pt x="8163720" y="63847"/>
                  </a:lnTo>
                  <a:lnTo>
                    <a:pt x="8163847" y="63847"/>
                  </a:lnTo>
                  <a:lnTo>
                    <a:pt x="8163973" y="63847"/>
                  </a:lnTo>
                  <a:lnTo>
                    <a:pt x="8164099" y="63847"/>
                  </a:lnTo>
                  <a:lnTo>
                    <a:pt x="8164225" y="63847"/>
                  </a:lnTo>
                  <a:lnTo>
                    <a:pt x="8164352" y="63847"/>
                  </a:lnTo>
                  <a:lnTo>
                    <a:pt x="8164478" y="63847"/>
                  </a:lnTo>
                  <a:lnTo>
                    <a:pt x="8164604" y="63847"/>
                  </a:lnTo>
                  <a:lnTo>
                    <a:pt x="8164730" y="63847"/>
                  </a:lnTo>
                  <a:lnTo>
                    <a:pt x="8164857" y="63847"/>
                  </a:lnTo>
                  <a:lnTo>
                    <a:pt x="8164983" y="63847"/>
                  </a:lnTo>
                  <a:lnTo>
                    <a:pt x="8165109" y="63847"/>
                  </a:lnTo>
                  <a:lnTo>
                    <a:pt x="8165236" y="63847"/>
                  </a:lnTo>
                  <a:lnTo>
                    <a:pt x="8165362" y="63847"/>
                  </a:lnTo>
                  <a:lnTo>
                    <a:pt x="8165488" y="63847"/>
                  </a:lnTo>
                  <a:lnTo>
                    <a:pt x="8165614" y="63847"/>
                  </a:lnTo>
                  <a:lnTo>
                    <a:pt x="8165741" y="63847"/>
                  </a:lnTo>
                  <a:lnTo>
                    <a:pt x="8165867" y="63847"/>
                  </a:lnTo>
                  <a:lnTo>
                    <a:pt x="8165993" y="63847"/>
                  </a:lnTo>
                  <a:lnTo>
                    <a:pt x="8166119" y="63847"/>
                  </a:lnTo>
                  <a:lnTo>
                    <a:pt x="8166119" y="58936"/>
                  </a:lnTo>
                  <a:lnTo>
                    <a:pt x="8166246" y="58936"/>
                  </a:lnTo>
                  <a:lnTo>
                    <a:pt x="8166372" y="58936"/>
                  </a:lnTo>
                  <a:lnTo>
                    <a:pt x="8166498" y="58936"/>
                  </a:lnTo>
                  <a:lnTo>
                    <a:pt x="8166624" y="58936"/>
                  </a:lnTo>
                  <a:lnTo>
                    <a:pt x="8166751" y="58936"/>
                  </a:lnTo>
                  <a:lnTo>
                    <a:pt x="8166877" y="58936"/>
                  </a:lnTo>
                  <a:lnTo>
                    <a:pt x="8167003" y="58936"/>
                  </a:lnTo>
                  <a:lnTo>
                    <a:pt x="8167129" y="58936"/>
                  </a:lnTo>
                  <a:lnTo>
                    <a:pt x="8167256" y="58936"/>
                  </a:lnTo>
                  <a:lnTo>
                    <a:pt x="8167382" y="58936"/>
                  </a:lnTo>
                  <a:lnTo>
                    <a:pt x="8167508" y="58936"/>
                  </a:lnTo>
                  <a:lnTo>
                    <a:pt x="8167634" y="58936"/>
                  </a:lnTo>
                  <a:lnTo>
                    <a:pt x="8167761" y="58936"/>
                  </a:lnTo>
                  <a:lnTo>
                    <a:pt x="8167887" y="58936"/>
                  </a:lnTo>
                  <a:lnTo>
                    <a:pt x="8168013" y="58936"/>
                  </a:lnTo>
                  <a:lnTo>
                    <a:pt x="8168139" y="58936"/>
                  </a:lnTo>
                  <a:lnTo>
                    <a:pt x="8168266" y="58936"/>
                  </a:lnTo>
                  <a:lnTo>
                    <a:pt x="8168392" y="58936"/>
                  </a:lnTo>
                  <a:lnTo>
                    <a:pt x="8168518" y="58936"/>
                  </a:lnTo>
                  <a:lnTo>
                    <a:pt x="8168644" y="58936"/>
                  </a:lnTo>
                  <a:lnTo>
                    <a:pt x="8168771" y="58936"/>
                  </a:lnTo>
                  <a:lnTo>
                    <a:pt x="8168897" y="58936"/>
                  </a:lnTo>
                  <a:lnTo>
                    <a:pt x="8169023" y="58936"/>
                  </a:lnTo>
                  <a:lnTo>
                    <a:pt x="8169149" y="58936"/>
                  </a:lnTo>
                  <a:lnTo>
                    <a:pt x="8169276" y="58936"/>
                  </a:lnTo>
                  <a:lnTo>
                    <a:pt x="8169402" y="58936"/>
                  </a:lnTo>
                  <a:lnTo>
                    <a:pt x="8169528" y="58936"/>
                  </a:lnTo>
                  <a:lnTo>
                    <a:pt x="8169654" y="58936"/>
                  </a:lnTo>
                  <a:lnTo>
                    <a:pt x="8169781" y="58936"/>
                  </a:lnTo>
                  <a:lnTo>
                    <a:pt x="8169907" y="58936"/>
                  </a:lnTo>
                  <a:lnTo>
                    <a:pt x="8170033" y="58936"/>
                  </a:lnTo>
                  <a:lnTo>
                    <a:pt x="8170160" y="58936"/>
                  </a:lnTo>
                  <a:lnTo>
                    <a:pt x="8170286" y="58936"/>
                  </a:lnTo>
                  <a:lnTo>
                    <a:pt x="8170412" y="58936"/>
                  </a:lnTo>
                  <a:lnTo>
                    <a:pt x="8170538" y="58936"/>
                  </a:lnTo>
                  <a:lnTo>
                    <a:pt x="8170665" y="58936"/>
                  </a:lnTo>
                  <a:lnTo>
                    <a:pt x="8170791" y="58936"/>
                  </a:lnTo>
                  <a:lnTo>
                    <a:pt x="8170917" y="58936"/>
                  </a:lnTo>
                  <a:lnTo>
                    <a:pt x="8171043" y="58936"/>
                  </a:lnTo>
                  <a:lnTo>
                    <a:pt x="8171170" y="58936"/>
                  </a:lnTo>
                  <a:lnTo>
                    <a:pt x="8171296" y="58936"/>
                  </a:lnTo>
                  <a:lnTo>
                    <a:pt x="8171422" y="58936"/>
                  </a:lnTo>
                  <a:lnTo>
                    <a:pt x="8171548" y="58936"/>
                  </a:lnTo>
                  <a:lnTo>
                    <a:pt x="8171675" y="58936"/>
                  </a:lnTo>
                  <a:lnTo>
                    <a:pt x="8171801" y="58936"/>
                  </a:lnTo>
                  <a:lnTo>
                    <a:pt x="8171927" y="58936"/>
                  </a:lnTo>
                  <a:lnTo>
                    <a:pt x="8172053" y="58936"/>
                  </a:lnTo>
                  <a:lnTo>
                    <a:pt x="8172180" y="58936"/>
                  </a:lnTo>
                  <a:lnTo>
                    <a:pt x="8172306" y="58936"/>
                  </a:lnTo>
                  <a:lnTo>
                    <a:pt x="8172432" y="58936"/>
                  </a:lnTo>
                  <a:lnTo>
                    <a:pt x="8172558" y="58936"/>
                  </a:lnTo>
                  <a:lnTo>
                    <a:pt x="8172685" y="58936"/>
                  </a:lnTo>
                  <a:lnTo>
                    <a:pt x="8172811" y="58936"/>
                  </a:lnTo>
                  <a:lnTo>
                    <a:pt x="8172937" y="58936"/>
                  </a:lnTo>
                  <a:lnTo>
                    <a:pt x="8173063" y="58936"/>
                  </a:lnTo>
                  <a:lnTo>
                    <a:pt x="8173190" y="58936"/>
                  </a:lnTo>
                  <a:lnTo>
                    <a:pt x="8173316" y="58936"/>
                  </a:lnTo>
                  <a:lnTo>
                    <a:pt x="8173442" y="58936"/>
                  </a:lnTo>
                  <a:lnTo>
                    <a:pt x="8173568" y="58936"/>
                  </a:lnTo>
                  <a:lnTo>
                    <a:pt x="8173695" y="58936"/>
                  </a:lnTo>
                  <a:lnTo>
                    <a:pt x="8173821" y="58936"/>
                  </a:lnTo>
                  <a:lnTo>
                    <a:pt x="8173947" y="58936"/>
                  </a:lnTo>
                  <a:lnTo>
                    <a:pt x="8174073" y="58936"/>
                  </a:lnTo>
                  <a:lnTo>
                    <a:pt x="8174200" y="58936"/>
                  </a:lnTo>
                  <a:lnTo>
                    <a:pt x="8174326" y="58936"/>
                  </a:lnTo>
                  <a:lnTo>
                    <a:pt x="8174452" y="58936"/>
                  </a:lnTo>
                  <a:lnTo>
                    <a:pt x="8174578" y="58936"/>
                  </a:lnTo>
                  <a:lnTo>
                    <a:pt x="8174705" y="58936"/>
                  </a:lnTo>
                  <a:lnTo>
                    <a:pt x="8174831" y="58936"/>
                  </a:lnTo>
                  <a:lnTo>
                    <a:pt x="8174957" y="58936"/>
                  </a:lnTo>
                  <a:lnTo>
                    <a:pt x="8175083" y="58936"/>
                  </a:lnTo>
                  <a:lnTo>
                    <a:pt x="8175210" y="58936"/>
                  </a:lnTo>
                  <a:lnTo>
                    <a:pt x="8175336" y="58936"/>
                  </a:lnTo>
                  <a:lnTo>
                    <a:pt x="8175462" y="58936"/>
                  </a:lnTo>
                  <a:lnTo>
                    <a:pt x="8175589" y="58936"/>
                  </a:lnTo>
                  <a:lnTo>
                    <a:pt x="8175715" y="58936"/>
                  </a:lnTo>
                  <a:lnTo>
                    <a:pt x="8175841" y="58936"/>
                  </a:lnTo>
                  <a:lnTo>
                    <a:pt x="8175967" y="58936"/>
                  </a:lnTo>
                  <a:lnTo>
                    <a:pt x="8176094" y="58936"/>
                  </a:lnTo>
                  <a:lnTo>
                    <a:pt x="8176220" y="58936"/>
                  </a:lnTo>
                  <a:lnTo>
                    <a:pt x="8176346" y="58936"/>
                  </a:lnTo>
                  <a:lnTo>
                    <a:pt x="8176472" y="58936"/>
                  </a:lnTo>
                  <a:lnTo>
                    <a:pt x="8176599" y="58936"/>
                  </a:lnTo>
                  <a:lnTo>
                    <a:pt x="8176725" y="58936"/>
                  </a:lnTo>
                  <a:lnTo>
                    <a:pt x="8176851" y="58936"/>
                  </a:lnTo>
                  <a:lnTo>
                    <a:pt x="8176977" y="58936"/>
                  </a:lnTo>
                  <a:lnTo>
                    <a:pt x="8177104" y="58936"/>
                  </a:lnTo>
                  <a:lnTo>
                    <a:pt x="8177230" y="58936"/>
                  </a:lnTo>
                  <a:lnTo>
                    <a:pt x="8177356" y="58936"/>
                  </a:lnTo>
                  <a:lnTo>
                    <a:pt x="8177482" y="58936"/>
                  </a:lnTo>
                  <a:lnTo>
                    <a:pt x="8177609" y="58936"/>
                  </a:lnTo>
                  <a:lnTo>
                    <a:pt x="8177735" y="58936"/>
                  </a:lnTo>
                  <a:lnTo>
                    <a:pt x="8177861" y="58936"/>
                  </a:lnTo>
                  <a:lnTo>
                    <a:pt x="8177987" y="58936"/>
                  </a:lnTo>
                  <a:lnTo>
                    <a:pt x="8178114" y="58936"/>
                  </a:lnTo>
                  <a:lnTo>
                    <a:pt x="8178240" y="58936"/>
                  </a:lnTo>
                  <a:lnTo>
                    <a:pt x="8178366" y="58936"/>
                  </a:lnTo>
                  <a:lnTo>
                    <a:pt x="8178492" y="58936"/>
                  </a:lnTo>
                  <a:lnTo>
                    <a:pt x="8178619" y="58936"/>
                  </a:lnTo>
                  <a:lnTo>
                    <a:pt x="8178745" y="58936"/>
                  </a:lnTo>
                  <a:lnTo>
                    <a:pt x="8178871" y="58936"/>
                  </a:lnTo>
                  <a:lnTo>
                    <a:pt x="8178997" y="58936"/>
                  </a:lnTo>
                  <a:lnTo>
                    <a:pt x="8179124" y="58936"/>
                  </a:lnTo>
                  <a:lnTo>
                    <a:pt x="8179250" y="58936"/>
                  </a:lnTo>
                  <a:lnTo>
                    <a:pt x="8179376" y="58936"/>
                  </a:lnTo>
                  <a:lnTo>
                    <a:pt x="8179502" y="58936"/>
                  </a:lnTo>
                  <a:lnTo>
                    <a:pt x="8179629" y="58936"/>
                  </a:lnTo>
                  <a:lnTo>
                    <a:pt x="8179755" y="58936"/>
                  </a:lnTo>
                  <a:lnTo>
                    <a:pt x="8179881" y="58936"/>
                  </a:lnTo>
                  <a:lnTo>
                    <a:pt x="8180007" y="58936"/>
                  </a:lnTo>
                  <a:lnTo>
                    <a:pt x="8180134" y="58936"/>
                  </a:lnTo>
                  <a:lnTo>
                    <a:pt x="8180260" y="58936"/>
                  </a:lnTo>
                  <a:lnTo>
                    <a:pt x="8180386" y="58936"/>
                  </a:lnTo>
                  <a:lnTo>
                    <a:pt x="8180513" y="58936"/>
                  </a:lnTo>
                  <a:lnTo>
                    <a:pt x="8180639" y="58936"/>
                  </a:lnTo>
                  <a:lnTo>
                    <a:pt x="8180765" y="58936"/>
                  </a:lnTo>
                  <a:lnTo>
                    <a:pt x="8180891" y="58936"/>
                  </a:lnTo>
                  <a:lnTo>
                    <a:pt x="8181018" y="58936"/>
                  </a:lnTo>
                  <a:lnTo>
                    <a:pt x="8181144" y="58936"/>
                  </a:lnTo>
                  <a:lnTo>
                    <a:pt x="8181270" y="58936"/>
                  </a:lnTo>
                  <a:lnTo>
                    <a:pt x="8181396" y="58936"/>
                  </a:lnTo>
                  <a:lnTo>
                    <a:pt x="8181523" y="58936"/>
                  </a:lnTo>
                  <a:lnTo>
                    <a:pt x="8181649" y="58936"/>
                  </a:lnTo>
                  <a:lnTo>
                    <a:pt x="8181775" y="58936"/>
                  </a:lnTo>
                  <a:lnTo>
                    <a:pt x="8181901" y="58936"/>
                  </a:lnTo>
                  <a:lnTo>
                    <a:pt x="8182028" y="58936"/>
                  </a:lnTo>
                  <a:lnTo>
                    <a:pt x="8182154" y="58936"/>
                  </a:lnTo>
                  <a:lnTo>
                    <a:pt x="8182280" y="58936"/>
                  </a:lnTo>
                  <a:lnTo>
                    <a:pt x="8182406" y="58936"/>
                  </a:lnTo>
                  <a:lnTo>
                    <a:pt x="8182533" y="58936"/>
                  </a:lnTo>
                  <a:lnTo>
                    <a:pt x="8182659" y="58936"/>
                  </a:lnTo>
                  <a:lnTo>
                    <a:pt x="8182785" y="58936"/>
                  </a:lnTo>
                  <a:lnTo>
                    <a:pt x="8182911" y="58936"/>
                  </a:lnTo>
                  <a:lnTo>
                    <a:pt x="8183038" y="58936"/>
                  </a:lnTo>
                  <a:lnTo>
                    <a:pt x="8183164" y="58936"/>
                  </a:lnTo>
                  <a:lnTo>
                    <a:pt x="8183290" y="58936"/>
                  </a:lnTo>
                  <a:lnTo>
                    <a:pt x="8183416" y="58936"/>
                  </a:lnTo>
                  <a:lnTo>
                    <a:pt x="8183543" y="58936"/>
                  </a:lnTo>
                  <a:lnTo>
                    <a:pt x="8183669" y="58936"/>
                  </a:lnTo>
                  <a:lnTo>
                    <a:pt x="8183795" y="58936"/>
                  </a:lnTo>
                  <a:lnTo>
                    <a:pt x="8183921" y="58936"/>
                  </a:lnTo>
                  <a:lnTo>
                    <a:pt x="8184048" y="58936"/>
                  </a:lnTo>
                  <a:lnTo>
                    <a:pt x="8184174" y="58936"/>
                  </a:lnTo>
                  <a:lnTo>
                    <a:pt x="8184300" y="58936"/>
                  </a:lnTo>
                  <a:lnTo>
                    <a:pt x="8184426" y="58936"/>
                  </a:lnTo>
                  <a:lnTo>
                    <a:pt x="8184553" y="58936"/>
                  </a:lnTo>
                  <a:lnTo>
                    <a:pt x="8184679" y="58936"/>
                  </a:lnTo>
                  <a:lnTo>
                    <a:pt x="8184805" y="58936"/>
                  </a:lnTo>
                  <a:lnTo>
                    <a:pt x="8184931" y="58936"/>
                  </a:lnTo>
                  <a:lnTo>
                    <a:pt x="8185058" y="58936"/>
                  </a:lnTo>
                  <a:lnTo>
                    <a:pt x="8185184" y="58936"/>
                  </a:lnTo>
                  <a:lnTo>
                    <a:pt x="8185310" y="58936"/>
                  </a:lnTo>
                  <a:lnTo>
                    <a:pt x="8185436" y="58936"/>
                  </a:lnTo>
                  <a:lnTo>
                    <a:pt x="8185563" y="58936"/>
                  </a:lnTo>
                  <a:lnTo>
                    <a:pt x="8185689" y="58936"/>
                  </a:lnTo>
                  <a:lnTo>
                    <a:pt x="8185815" y="58936"/>
                  </a:lnTo>
                  <a:lnTo>
                    <a:pt x="8185942" y="58936"/>
                  </a:lnTo>
                  <a:lnTo>
                    <a:pt x="8186068" y="58936"/>
                  </a:lnTo>
                  <a:lnTo>
                    <a:pt x="8186194" y="58936"/>
                  </a:lnTo>
                  <a:lnTo>
                    <a:pt x="8186320" y="58936"/>
                  </a:lnTo>
                  <a:lnTo>
                    <a:pt x="8186447" y="58936"/>
                  </a:lnTo>
                  <a:lnTo>
                    <a:pt x="8186573" y="58936"/>
                  </a:lnTo>
                  <a:lnTo>
                    <a:pt x="8186699" y="58936"/>
                  </a:lnTo>
                  <a:lnTo>
                    <a:pt x="8186825" y="58936"/>
                  </a:lnTo>
                  <a:lnTo>
                    <a:pt x="8186952" y="58936"/>
                  </a:lnTo>
                  <a:lnTo>
                    <a:pt x="8187078" y="58936"/>
                  </a:lnTo>
                  <a:lnTo>
                    <a:pt x="8187204" y="58936"/>
                  </a:lnTo>
                  <a:lnTo>
                    <a:pt x="8187330" y="58936"/>
                  </a:lnTo>
                  <a:lnTo>
                    <a:pt x="8187457" y="58936"/>
                  </a:lnTo>
                  <a:lnTo>
                    <a:pt x="8187583" y="58936"/>
                  </a:lnTo>
                  <a:lnTo>
                    <a:pt x="8187709" y="58936"/>
                  </a:lnTo>
                  <a:lnTo>
                    <a:pt x="8187835" y="58936"/>
                  </a:lnTo>
                  <a:lnTo>
                    <a:pt x="8187962" y="58936"/>
                  </a:lnTo>
                  <a:lnTo>
                    <a:pt x="8188088" y="58936"/>
                  </a:lnTo>
                  <a:lnTo>
                    <a:pt x="8188214" y="58936"/>
                  </a:lnTo>
                  <a:lnTo>
                    <a:pt x="8188340" y="58936"/>
                  </a:lnTo>
                  <a:lnTo>
                    <a:pt x="8188467" y="58936"/>
                  </a:lnTo>
                  <a:lnTo>
                    <a:pt x="8188593" y="58936"/>
                  </a:lnTo>
                  <a:lnTo>
                    <a:pt x="8188719" y="58936"/>
                  </a:lnTo>
                  <a:lnTo>
                    <a:pt x="8188845" y="58936"/>
                  </a:lnTo>
                  <a:lnTo>
                    <a:pt x="8188972" y="58936"/>
                  </a:lnTo>
                  <a:lnTo>
                    <a:pt x="8189098" y="58936"/>
                  </a:lnTo>
                  <a:lnTo>
                    <a:pt x="8189224" y="58936"/>
                  </a:lnTo>
                  <a:lnTo>
                    <a:pt x="8189350" y="58936"/>
                  </a:lnTo>
                  <a:lnTo>
                    <a:pt x="8189477" y="58936"/>
                  </a:lnTo>
                  <a:lnTo>
                    <a:pt x="8189603" y="58936"/>
                  </a:lnTo>
                  <a:lnTo>
                    <a:pt x="8189729" y="58936"/>
                  </a:lnTo>
                  <a:lnTo>
                    <a:pt x="8189855" y="58936"/>
                  </a:lnTo>
                  <a:lnTo>
                    <a:pt x="8189982" y="58936"/>
                  </a:lnTo>
                  <a:lnTo>
                    <a:pt x="8190108" y="58936"/>
                  </a:lnTo>
                  <a:lnTo>
                    <a:pt x="8190234" y="58936"/>
                  </a:lnTo>
                  <a:lnTo>
                    <a:pt x="8190360" y="58936"/>
                  </a:lnTo>
                  <a:lnTo>
                    <a:pt x="8190487" y="58936"/>
                  </a:lnTo>
                  <a:lnTo>
                    <a:pt x="8190613" y="58936"/>
                  </a:lnTo>
                  <a:lnTo>
                    <a:pt x="8190739" y="58936"/>
                  </a:lnTo>
                  <a:lnTo>
                    <a:pt x="8190866" y="58936"/>
                  </a:lnTo>
                  <a:lnTo>
                    <a:pt x="8190992" y="58936"/>
                  </a:lnTo>
                  <a:lnTo>
                    <a:pt x="8191118" y="58936"/>
                  </a:lnTo>
                  <a:lnTo>
                    <a:pt x="8191244" y="58936"/>
                  </a:lnTo>
                  <a:lnTo>
                    <a:pt x="8191371" y="58936"/>
                  </a:lnTo>
                  <a:lnTo>
                    <a:pt x="8191497" y="58936"/>
                  </a:lnTo>
                  <a:lnTo>
                    <a:pt x="8191623" y="58936"/>
                  </a:lnTo>
                  <a:lnTo>
                    <a:pt x="8191749" y="58936"/>
                  </a:lnTo>
                  <a:lnTo>
                    <a:pt x="8191876" y="58936"/>
                  </a:lnTo>
                  <a:lnTo>
                    <a:pt x="8192002" y="58936"/>
                  </a:lnTo>
                  <a:lnTo>
                    <a:pt x="8192128" y="58936"/>
                  </a:lnTo>
                  <a:lnTo>
                    <a:pt x="8192254" y="58936"/>
                  </a:lnTo>
                  <a:lnTo>
                    <a:pt x="8192381" y="58936"/>
                  </a:lnTo>
                  <a:lnTo>
                    <a:pt x="8192507" y="58936"/>
                  </a:lnTo>
                  <a:lnTo>
                    <a:pt x="8192633" y="58936"/>
                  </a:lnTo>
                  <a:lnTo>
                    <a:pt x="8192759" y="58936"/>
                  </a:lnTo>
                  <a:lnTo>
                    <a:pt x="8192886" y="58936"/>
                  </a:lnTo>
                  <a:lnTo>
                    <a:pt x="8193012" y="58936"/>
                  </a:lnTo>
                  <a:lnTo>
                    <a:pt x="8193138" y="58936"/>
                  </a:lnTo>
                  <a:lnTo>
                    <a:pt x="8193264" y="58936"/>
                  </a:lnTo>
                  <a:lnTo>
                    <a:pt x="8193391" y="58936"/>
                  </a:lnTo>
                  <a:lnTo>
                    <a:pt x="8193517" y="58936"/>
                  </a:lnTo>
                  <a:lnTo>
                    <a:pt x="8193643" y="58936"/>
                  </a:lnTo>
                  <a:lnTo>
                    <a:pt x="8193769" y="58936"/>
                  </a:lnTo>
                  <a:lnTo>
                    <a:pt x="8193896" y="58936"/>
                  </a:lnTo>
                  <a:lnTo>
                    <a:pt x="8194022" y="58936"/>
                  </a:lnTo>
                  <a:lnTo>
                    <a:pt x="8194148" y="58936"/>
                  </a:lnTo>
                  <a:lnTo>
                    <a:pt x="8194274" y="58936"/>
                  </a:lnTo>
                  <a:lnTo>
                    <a:pt x="8194401" y="58936"/>
                  </a:lnTo>
                  <a:lnTo>
                    <a:pt x="8194527" y="58936"/>
                  </a:lnTo>
                  <a:lnTo>
                    <a:pt x="8194653" y="58936"/>
                  </a:lnTo>
                  <a:lnTo>
                    <a:pt x="8194779" y="58936"/>
                  </a:lnTo>
                  <a:lnTo>
                    <a:pt x="8194906" y="58936"/>
                  </a:lnTo>
                  <a:lnTo>
                    <a:pt x="8195032" y="58936"/>
                  </a:lnTo>
                  <a:lnTo>
                    <a:pt x="8195158" y="58936"/>
                  </a:lnTo>
                  <a:lnTo>
                    <a:pt x="8195284" y="58936"/>
                  </a:lnTo>
                  <a:lnTo>
                    <a:pt x="8195411" y="58936"/>
                  </a:lnTo>
                  <a:lnTo>
                    <a:pt x="8195537" y="58936"/>
                  </a:lnTo>
                  <a:lnTo>
                    <a:pt x="8195663" y="58936"/>
                  </a:lnTo>
                  <a:lnTo>
                    <a:pt x="8195790" y="58936"/>
                  </a:lnTo>
                  <a:lnTo>
                    <a:pt x="8195916" y="58936"/>
                  </a:lnTo>
                  <a:lnTo>
                    <a:pt x="8196042" y="58936"/>
                  </a:lnTo>
                  <a:lnTo>
                    <a:pt x="8196168" y="58936"/>
                  </a:lnTo>
                  <a:lnTo>
                    <a:pt x="8196295" y="58936"/>
                  </a:lnTo>
                  <a:lnTo>
                    <a:pt x="8196421" y="58936"/>
                  </a:lnTo>
                  <a:lnTo>
                    <a:pt x="8196547" y="58936"/>
                  </a:lnTo>
                  <a:lnTo>
                    <a:pt x="8196673" y="58936"/>
                  </a:lnTo>
                  <a:lnTo>
                    <a:pt x="8196800" y="58936"/>
                  </a:lnTo>
                  <a:lnTo>
                    <a:pt x="8196926" y="58936"/>
                  </a:lnTo>
                  <a:lnTo>
                    <a:pt x="8197052" y="58936"/>
                  </a:lnTo>
                  <a:lnTo>
                    <a:pt x="8197178" y="58936"/>
                  </a:lnTo>
                  <a:lnTo>
                    <a:pt x="8197305" y="58936"/>
                  </a:lnTo>
                  <a:lnTo>
                    <a:pt x="8197431" y="58936"/>
                  </a:lnTo>
                  <a:lnTo>
                    <a:pt x="8197557" y="58936"/>
                  </a:lnTo>
                  <a:lnTo>
                    <a:pt x="8197683" y="58936"/>
                  </a:lnTo>
                  <a:lnTo>
                    <a:pt x="8197810" y="58936"/>
                  </a:lnTo>
                  <a:lnTo>
                    <a:pt x="8197936" y="58936"/>
                  </a:lnTo>
                  <a:lnTo>
                    <a:pt x="8198062" y="58936"/>
                  </a:lnTo>
                  <a:lnTo>
                    <a:pt x="8198188" y="58936"/>
                  </a:lnTo>
                  <a:lnTo>
                    <a:pt x="8198315" y="58936"/>
                  </a:lnTo>
                  <a:lnTo>
                    <a:pt x="8198441" y="58936"/>
                  </a:lnTo>
                  <a:lnTo>
                    <a:pt x="8198567" y="58936"/>
                  </a:lnTo>
                  <a:lnTo>
                    <a:pt x="8198693" y="58936"/>
                  </a:lnTo>
                  <a:lnTo>
                    <a:pt x="8198820" y="58936"/>
                  </a:lnTo>
                  <a:lnTo>
                    <a:pt x="8198946" y="58936"/>
                  </a:lnTo>
                  <a:lnTo>
                    <a:pt x="8199072" y="58936"/>
                  </a:lnTo>
                  <a:lnTo>
                    <a:pt x="8199198" y="58936"/>
                  </a:lnTo>
                  <a:lnTo>
                    <a:pt x="8199325" y="58936"/>
                  </a:lnTo>
                  <a:lnTo>
                    <a:pt x="8199451" y="58936"/>
                  </a:lnTo>
                  <a:lnTo>
                    <a:pt x="8199577" y="58936"/>
                  </a:lnTo>
                  <a:lnTo>
                    <a:pt x="8199703" y="58936"/>
                  </a:lnTo>
                  <a:lnTo>
                    <a:pt x="8199830" y="58936"/>
                  </a:lnTo>
                  <a:lnTo>
                    <a:pt x="8199956" y="58936"/>
                  </a:lnTo>
                  <a:lnTo>
                    <a:pt x="8200082" y="58936"/>
                  </a:lnTo>
                  <a:lnTo>
                    <a:pt x="8200208" y="58936"/>
                  </a:lnTo>
                  <a:lnTo>
                    <a:pt x="8200335" y="58936"/>
                  </a:lnTo>
                  <a:lnTo>
                    <a:pt x="8200461" y="58936"/>
                  </a:lnTo>
                  <a:lnTo>
                    <a:pt x="8200587" y="58936"/>
                  </a:lnTo>
                  <a:lnTo>
                    <a:pt x="8200713" y="58936"/>
                  </a:lnTo>
                  <a:lnTo>
                    <a:pt x="8200840" y="58936"/>
                  </a:lnTo>
                  <a:lnTo>
                    <a:pt x="8200966" y="58936"/>
                  </a:lnTo>
                  <a:lnTo>
                    <a:pt x="8201092" y="58936"/>
                  </a:lnTo>
                  <a:lnTo>
                    <a:pt x="8201219" y="58936"/>
                  </a:lnTo>
                  <a:lnTo>
                    <a:pt x="8201345" y="58936"/>
                  </a:lnTo>
                  <a:lnTo>
                    <a:pt x="8201471" y="58936"/>
                  </a:lnTo>
                  <a:lnTo>
                    <a:pt x="8201597" y="58936"/>
                  </a:lnTo>
                  <a:lnTo>
                    <a:pt x="8201724" y="58936"/>
                  </a:lnTo>
                  <a:lnTo>
                    <a:pt x="8201850" y="58936"/>
                  </a:lnTo>
                  <a:lnTo>
                    <a:pt x="8201976" y="58936"/>
                  </a:lnTo>
                  <a:lnTo>
                    <a:pt x="8202102" y="58936"/>
                  </a:lnTo>
                  <a:lnTo>
                    <a:pt x="8202229" y="58936"/>
                  </a:lnTo>
                  <a:lnTo>
                    <a:pt x="8202355" y="58936"/>
                  </a:lnTo>
                  <a:lnTo>
                    <a:pt x="8202481" y="58936"/>
                  </a:lnTo>
                  <a:lnTo>
                    <a:pt x="8202607" y="58936"/>
                  </a:lnTo>
                  <a:lnTo>
                    <a:pt x="8202734" y="58936"/>
                  </a:lnTo>
                  <a:lnTo>
                    <a:pt x="8202734" y="54025"/>
                  </a:lnTo>
                  <a:lnTo>
                    <a:pt x="8202860" y="54025"/>
                  </a:lnTo>
                  <a:lnTo>
                    <a:pt x="8202986" y="54025"/>
                  </a:lnTo>
                  <a:lnTo>
                    <a:pt x="8203112" y="54025"/>
                  </a:lnTo>
                  <a:lnTo>
                    <a:pt x="8203239" y="54025"/>
                  </a:lnTo>
                  <a:lnTo>
                    <a:pt x="8203365" y="54025"/>
                  </a:lnTo>
                  <a:lnTo>
                    <a:pt x="8203491" y="54025"/>
                  </a:lnTo>
                  <a:lnTo>
                    <a:pt x="8203617" y="54025"/>
                  </a:lnTo>
                  <a:lnTo>
                    <a:pt x="8203744" y="54025"/>
                  </a:lnTo>
                  <a:lnTo>
                    <a:pt x="8203870" y="54025"/>
                  </a:lnTo>
                  <a:lnTo>
                    <a:pt x="8203996" y="54025"/>
                  </a:lnTo>
                  <a:lnTo>
                    <a:pt x="8204122" y="54025"/>
                  </a:lnTo>
                  <a:lnTo>
                    <a:pt x="8204249" y="54025"/>
                  </a:lnTo>
                  <a:lnTo>
                    <a:pt x="8204375" y="54025"/>
                  </a:lnTo>
                  <a:lnTo>
                    <a:pt x="8204501" y="54025"/>
                  </a:lnTo>
                  <a:lnTo>
                    <a:pt x="8204627" y="54025"/>
                  </a:lnTo>
                  <a:lnTo>
                    <a:pt x="8204754" y="54025"/>
                  </a:lnTo>
                  <a:lnTo>
                    <a:pt x="8204880" y="54025"/>
                  </a:lnTo>
                  <a:lnTo>
                    <a:pt x="8205006" y="54025"/>
                  </a:lnTo>
                  <a:lnTo>
                    <a:pt x="8205132" y="54025"/>
                  </a:lnTo>
                  <a:lnTo>
                    <a:pt x="8205259" y="54025"/>
                  </a:lnTo>
                  <a:lnTo>
                    <a:pt x="8205385" y="54025"/>
                  </a:lnTo>
                  <a:lnTo>
                    <a:pt x="8205511" y="54025"/>
                  </a:lnTo>
                  <a:lnTo>
                    <a:pt x="8205637" y="54025"/>
                  </a:lnTo>
                  <a:lnTo>
                    <a:pt x="8205764" y="54025"/>
                  </a:lnTo>
                  <a:lnTo>
                    <a:pt x="8205890" y="54025"/>
                  </a:lnTo>
                  <a:lnTo>
                    <a:pt x="8206016" y="54025"/>
                  </a:lnTo>
                  <a:lnTo>
                    <a:pt x="8206143" y="54025"/>
                  </a:lnTo>
                  <a:lnTo>
                    <a:pt x="8206269" y="54025"/>
                  </a:lnTo>
                  <a:lnTo>
                    <a:pt x="8206395" y="54025"/>
                  </a:lnTo>
                  <a:lnTo>
                    <a:pt x="8206521" y="54025"/>
                  </a:lnTo>
                  <a:lnTo>
                    <a:pt x="8206648" y="54025"/>
                  </a:lnTo>
                  <a:lnTo>
                    <a:pt x="8206774" y="54025"/>
                  </a:lnTo>
                  <a:lnTo>
                    <a:pt x="8206900" y="54025"/>
                  </a:lnTo>
                  <a:lnTo>
                    <a:pt x="8207026" y="54025"/>
                  </a:lnTo>
                  <a:lnTo>
                    <a:pt x="8207153" y="54025"/>
                  </a:lnTo>
                  <a:lnTo>
                    <a:pt x="8207279" y="54025"/>
                  </a:lnTo>
                  <a:lnTo>
                    <a:pt x="8207405" y="54025"/>
                  </a:lnTo>
                  <a:lnTo>
                    <a:pt x="8207531" y="54025"/>
                  </a:lnTo>
                  <a:lnTo>
                    <a:pt x="8207658" y="54025"/>
                  </a:lnTo>
                  <a:lnTo>
                    <a:pt x="8207784" y="54025"/>
                  </a:lnTo>
                  <a:lnTo>
                    <a:pt x="8207910" y="54025"/>
                  </a:lnTo>
                  <a:lnTo>
                    <a:pt x="8208036" y="54025"/>
                  </a:lnTo>
                  <a:lnTo>
                    <a:pt x="8208163" y="54025"/>
                  </a:lnTo>
                  <a:lnTo>
                    <a:pt x="8208289" y="54025"/>
                  </a:lnTo>
                  <a:lnTo>
                    <a:pt x="8208415" y="54025"/>
                  </a:lnTo>
                  <a:lnTo>
                    <a:pt x="8208541" y="54025"/>
                  </a:lnTo>
                  <a:lnTo>
                    <a:pt x="8208668" y="54025"/>
                  </a:lnTo>
                  <a:lnTo>
                    <a:pt x="8208794" y="54025"/>
                  </a:lnTo>
                  <a:lnTo>
                    <a:pt x="8208920" y="54025"/>
                  </a:lnTo>
                  <a:lnTo>
                    <a:pt x="8209046" y="54025"/>
                  </a:lnTo>
                  <a:lnTo>
                    <a:pt x="8209173" y="54025"/>
                  </a:lnTo>
                  <a:lnTo>
                    <a:pt x="8209299" y="54025"/>
                  </a:lnTo>
                  <a:lnTo>
                    <a:pt x="8209425" y="54025"/>
                  </a:lnTo>
                  <a:lnTo>
                    <a:pt x="8209551" y="54025"/>
                  </a:lnTo>
                  <a:lnTo>
                    <a:pt x="8209678" y="54025"/>
                  </a:lnTo>
                  <a:lnTo>
                    <a:pt x="8209804" y="54025"/>
                  </a:lnTo>
                  <a:lnTo>
                    <a:pt x="8209930" y="54025"/>
                  </a:lnTo>
                  <a:lnTo>
                    <a:pt x="8210056" y="54025"/>
                  </a:lnTo>
                  <a:lnTo>
                    <a:pt x="8210183" y="54025"/>
                  </a:lnTo>
                  <a:lnTo>
                    <a:pt x="8210309" y="54025"/>
                  </a:lnTo>
                  <a:lnTo>
                    <a:pt x="8210435" y="54025"/>
                  </a:lnTo>
                  <a:lnTo>
                    <a:pt x="8210561" y="54025"/>
                  </a:lnTo>
                  <a:lnTo>
                    <a:pt x="8210688" y="54025"/>
                  </a:lnTo>
                  <a:lnTo>
                    <a:pt x="8210814" y="54025"/>
                  </a:lnTo>
                  <a:lnTo>
                    <a:pt x="8210940" y="54025"/>
                  </a:lnTo>
                  <a:lnTo>
                    <a:pt x="8211066" y="54025"/>
                  </a:lnTo>
                  <a:lnTo>
                    <a:pt x="8211193" y="54025"/>
                  </a:lnTo>
                  <a:lnTo>
                    <a:pt x="8211319" y="54025"/>
                  </a:lnTo>
                  <a:lnTo>
                    <a:pt x="8211445" y="54025"/>
                  </a:lnTo>
                  <a:lnTo>
                    <a:pt x="8211572" y="54025"/>
                  </a:lnTo>
                  <a:lnTo>
                    <a:pt x="8211698" y="54025"/>
                  </a:lnTo>
                  <a:lnTo>
                    <a:pt x="8211824" y="54025"/>
                  </a:lnTo>
                  <a:lnTo>
                    <a:pt x="8211950" y="54025"/>
                  </a:lnTo>
                  <a:lnTo>
                    <a:pt x="8212077" y="54025"/>
                  </a:lnTo>
                  <a:lnTo>
                    <a:pt x="8212203" y="54025"/>
                  </a:lnTo>
                  <a:lnTo>
                    <a:pt x="8212329" y="54025"/>
                  </a:lnTo>
                  <a:lnTo>
                    <a:pt x="8212455" y="54025"/>
                  </a:lnTo>
                  <a:lnTo>
                    <a:pt x="8212582" y="54025"/>
                  </a:lnTo>
                  <a:lnTo>
                    <a:pt x="8212708" y="54025"/>
                  </a:lnTo>
                  <a:lnTo>
                    <a:pt x="8212834" y="54025"/>
                  </a:lnTo>
                  <a:lnTo>
                    <a:pt x="8212960" y="54025"/>
                  </a:lnTo>
                  <a:lnTo>
                    <a:pt x="8213087" y="54025"/>
                  </a:lnTo>
                  <a:lnTo>
                    <a:pt x="8213213" y="54025"/>
                  </a:lnTo>
                  <a:lnTo>
                    <a:pt x="8213339" y="54025"/>
                  </a:lnTo>
                  <a:lnTo>
                    <a:pt x="8213465" y="54025"/>
                  </a:lnTo>
                  <a:lnTo>
                    <a:pt x="8213592" y="54025"/>
                  </a:lnTo>
                  <a:lnTo>
                    <a:pt x="8213718" y="54025"/>
                  </a:lnTo>
                  <a:lnTo>
                    <a:pt x="8213844" y="54025"/>
                  </a:lnTo>
                  <a:lnTo>
                    <a:pt x="8213970" y="54025"/>
                  </a:lnTo>
                  <a:lnTo>
                    <a:pt x="8214097" y="54025"/>
                  </a:lnTo>
                  <a:lnTo>
                    <a:pt x="8214223" y="54025"/>
                  </a:lnTo>
                  <a:lnTo>
                    <a:pt x="8214349" y="54025"/>
                  </a:lnTo>
                  <a:lnTo>
                    <a:pt x="8214475" y="54025"/>
                  </a:lnTo>
                  <a:lnTo>
                    <a:pt x="8214602" y="54025"/>
                  </a:lnTo>
                  <a:lnTo>
                    <a:pt x="8214728" y="54025"/>
                  </a:lnTo>
                  <a:lnTo>
                    <a:pt x="8214854" y="54025"/>
                  </a:lnTo>
                  <a:lnTo>
                    <a:pt x="8214980" y="54025"/>
                  </a:lnTo>
                  <a:lnTo>
                    <a:pt x="8215107" y="54025"/>
                  </a:lnTo>
                  <a:lnTo>
                    <a:pt x="8215233" y="54025"/>
                  </a:lnTo>
                  <a:lnTo>
                    <a:pt x="8215233" y="49113"/>
                  </a:lnTo>
                  <a:lnTo>
                    <a:pt x="8215359" y="49113"/>
                  </a:lnTo>
                  <a:lnTo>
                    <a:pt x="8215485" y="49113"/>
                  </a:lnTo>
                  <a:lnTo>
                    <a:pt x="8215612" y="49113"/>
                  </a:lnTo>
                  <a:lnTo>
                    <a:pt x="8215738" y="49113"/>
                  </a:lnTo>
                  <a:lnTo>
                    <a:pt x="8215864" y="49113"/>
                  </a:lnTo>
                  <a:lnTo>
                    <a:pt x="8215990" y="49113"/>
                  </a:lnTo>
                  <a:lnTo>
                    <a:pt x="8216117" y="49113"/>
                  </a:lnTo>
                  <a:lnTo>
                    <a:pt x="8216243" y="49113"/>
                  </a:lnTo>
                  <a:lnTo>
                    <a:pt x="8216369" y="49113"/>
                  </a:lnTo>
                  <a:lnTo>
                    <a:pt x="8216496" y="49113"/>
                  </a:lnTo>
                  <a:lnTo>
                    <a:pt x="8216622" y="49113"/>
                  </a:lnTo>
                  <a:lnTo>
                    <a:pt x="8216748" y="49113"/>
                  </a:lnTo>
                  <a:lnTo>
                    <a:pt x="8216874" y="49113"/>
                  </a:lnTo>
                  <a:lnTo>
                    <a:pt x="8217001" y="49113"/>
                  </a:lnTo>
                  <a:lnTo>
                    <a:pt x="8217127" y="49113"/>
                  </a:lnTo>
                  <a:lnTo>
                    <a:pt x="8217253" y="49113"/>
                  </a:lnTo>
                  <a:lnTo>
                    <a:pt x="8217379" y="49113"/>
                  </a:lnTo>
                  <a:lnTo>
                    <a:pt x="8217506" y="49113"/>
                  </a:lnTo>
                  <a:lnTo>
                    <a:pt x="8217632" y="49113"/>
                  </a:lnTo>
                  <a:lnTo>
                    <a:pt x="8217758" y="49113"/>
                  </a:lnTo>
                  <a:lnTo>
                    <a:pt x="8217884" y="49113"/>
                  </a:lnTo>
                  <a:lnTo>
                    <a:pt x="8218011" y="49113"/>
                  </a:lnTo>
                  <a:lnTo>
                    <a:pt x="8218137" y="49113"/>
                  </a:lnTo>
                  <a:lnTo>
                    <a:pt x="8218263" y="49113"/>
                  </a:lnTo>
                  <a:lnTo>
                    <a:pt x="8218389" y="49113"/>
                  </a:lnTo>
                  <a:lnTo>
                    <a:pt x="8218516" y="49113"/>
                  </a:lnTo>
                  <a:lnTo>
                    <a:pt x="8218642" y="49113"/>
                  </a:lnTo>
                  <a:lnTo>
                    <a:pt x="8218768" y="49113"/>
                  </a:lnTo>
                  <a:lnTo>
                    <a:pt x="8218894" y="49113"/>
                  </a:lnTo>
                  <a:lnTo>
                    <a:pt x="8219021" y="49113"/>
                  </a:lnTo>
                  <a:lnTo>
                    <a:pt x="8219147" y="49113"/>
                  </a:lnTo>
                  <a:lnTo>
                    <a:pt x="8219273" y="49113"/>
                  </a:lnTo>
                  <a:lnTo>
                    <a:pt x="8219399" y="49113"/>
                  </a:lnTo>
                  <a:lnTo>
                    <a:pt x="8219526" y="49113"/>
                  </a:lnTo>
                  <a:lnTo>
                    <a:pt x="8219652" y="49113"/>
                  </a:lnTo>
                  <a:lnTo>
                    <a:pt x="8219778" y="49113"/>
                  </a:lnTo>
                  <a:lnTo>
                    <a:pt x="8219904" y="49113"/>
                  </a:lnTo>
                  <a:lnTo>
                    <a:pt x="8220031" y="49113"/>
                  </a:lnTo>
                  <a:lnTo>
                    <a:pt x="8220157" y="49113"/>
                  </a:lnTo>
                  <a:lnTo>
                    <a:pt x="8220283" y="49113"/>
                  </a:lnTo>
                  <a:lnTo>
                    <a:pt x="8220409" y="49113"/>
                  </a:lnTo>
                  <a:lnTo>
                    <a:pt x="8220536" y="49113"/>
                  </a:lnTo>
                  <a:lnTo>
                    <a:pt x="8220662" y="49113"/>
                  </a:lnTo>
                  <a:lnTo>
                    <a:pt x="8220788" y="49113"/>
                  </a:lnTo>
                  <a:lnTo>
                    <a:pt x="8220914" y="49113"/>
                  </a:lnTo>
                  <a:lnTo>
                    <a:pt x="8221041" y="49113"/>
                  </a:lnTo>
                  <a:lnTo>
                    <a:pt x="8221167" y="49113"/>
                  </a:lnTo>
                  <a:lnTo>
                    <a:pt x="8221293" y="49113"/>
                  </a:lnTo>
                  <a:lnTo>
                    <a:pt x="8221419" y="49113"/>
                  </a:lnTo>
                  <a:lnTo>
                    <a:pt x="8221546" y="49113"/>
                  </a:lnTo>
                  <a:lnTo>
                    <a:pt x="8221672" y="49113"/>
                  </a:lnTo>
                  <a:lnTo>
                    <a:pt x="8221798" y="49113"/>
                  </a:lnTo>
                  <a:lnTo>
                    <a:pt x="8221925" y="49113"/>
                  </a:lnTo>
                  <a:lnTo>
                    <a:pt x="8222051" y="49113"/>
                  </a:lnTo>
                  <a:lnTo>
                    <a:pt x="8222177" y="49113"/>
                  </a:lnTo>
                  <a:lnTo>
                    <a:pt x="8222303" y="49113"/>
                  </a:lnTo>
                  <a:lnTo>
                    <a:pt x="8222430" y="49113"/>
                  </a:lnTo>
                  <a:lnTo>
                    <a:pt x="8222556" y="49113"/>
                  </a:lnTo>
                  <a:lnTo>
                    <a:pt x="8222682" y="49113"/>
                  </a:lnTo>
                  <a:lnTo>
                    <a:pt x="8222808" y="49113"/>
                  </a:lnTo>
                  <a:lnTo>
                    <a:pt x="8222935" y="49113"/>
                  </a:lnTo>
                  <a:lnTo>
                    <a:pt x="8223061" y="49113"/>
                  </a:lnTo>
                  <a:lnTo>
                    <a:pt x="8223187" y="49113"/>
                  </a:lnTo>
                  <a:lnTo>
                    <a:pt x="8223313" y="49113"/>
                  </a:lnTo>
                  <a:lnTo>
                    <a:pt x="8223440" y="49113"/>
                  </a:lnTo>
                  <a:lnTo>
                    <a:pt x="8223566" y="49113"/>
                  </a:lnTo>
                  <a:lnTo>
                    <a:pt x="8223692" y="49113"/>
                  </a:lnTo>
                  <a:lnTo>
                    <a:pt x="8223818" y="49113"/>
                  </a:lnTo>
                  <a:lnTo>
                    <a:pt x="8223945" y="49113"/>
                  </a:lnTo>
                  <a:lnTo>
                    <a:pt x="8224071" y="49113"/>
                  </a:lnTo>
                  <a:lnTo>
                    <a:pt x="8224197" y="49113"/>
                  </a:lnTo>
                  <a:lnTo>
                    <a:pt x="8224323" y="49113"/>
                  </a:lnTo>
                  <a:lnTo>
                    <a:pt x="8224450" y="49113"/>
                  </a:lnTo>
                  <a:lnTo>
                    <a:pt x="8224576" y="49113"/>
                  </a:lnTo>
                  <a:lnTo>
                    <a:pt x="8224702" y="49113"/>
                  </a:lnTo>
                  <a:lnTo>
                    <a:pt x="8224828" y="49113"/>
                  </a:lnTo>
                  <a:lnTo>
                    <a:pt x="8224955" y="49113"/>
                  </a:lnTo>
                  <a:lnTo>
                    <a:pt x="8225081" y="49113"/>
                  </a:lnTo>
                  <a:lnTo>
                    <a:pt x="8225207" y="49113"/>
                  </a:lnTo>
                  <a:lnTo>
                    <a:pt x="8225333" y="49113"/>
                  </a:lnTo>
                  <a:lnTo>
                    <a:pt x="8225460" y="49113"/>
                  </a:lnTo>
                  <a:lnTo>
                    <a:pt x="8225586" y="49113"/>
                  </a:lnTo>
                  <a:lnTo>
                    <a:pt x="8225712" y="49113"/>
                  </a:lnTo>
                  <a:lnTo>
                    <a:pt x="8225838" y="49113"/>
                  </a:lnTo>
                  <a:lnTo>
                    <a:pt x="8225965" y="49113"/>
                  </a:lnTo>
                  <a:lnTo>
                    <a:pt x="8226091" y="49113"/>
                  </a:lnTo>
                  <a:lnTo>
                    <a:pt x="8226217" y="49113"/>
                  </a:lnTo>
                  <a:lnTo>
                    <a:pt x="8226343" y="49113"/>
                  </a:lnTo>
                  <a:lnTo>
                    <a:pt x="8226470" y="49113"/>
                  </a:lnTo>
                  <a:lnTo>
                    <a:pt x="8226596" y="49113"/>
                  </a:lnTo>
                  <a:lnTo>
                    <a:pt x="8226722" y="49113"/>
                  </a:lnTo>
                  <a:lnTo>
                    <a:pt x="8226849" y="49113"/>
                  </a:lnTo>
                  <a:lnTo>
                    <a:pt x="8226975" y="49113"/>
                  </a:lnTo>
                  <a:lnTo>
                    <a:pt x="8227101" y="49113"/>
                  </a:lnTo>
                  <a:lnTo>
                    <a:pt x="8227227" y="49113"/>
                  </a:lnTo>
                  <a:lnTo>
                    <a:pt x="8227354" y="49113"/>
                  </a:lnTo>
                  <a:lnTo>
                    <a:pt x="8227480" y="49113"/>
                  </a:lnTo>
                  <a:lnTo>
                    <a:pt x="8227606" y="49113"/>
                  </a:lnTo>
                  <a:lnTo>
                    <a:pt x="8227732" y="49113"/>
                  </a:lnTo>
                  <a:lnTo>
                    <a:pt x="8227859" y="49113"/>
                  </a:lnTo>
                  <a:lnTo>
                    <a:pt x="8227985" y="49113"/>
                  </a:lnTo>
                  <a:lnTo>
                    <a:pt x="8228111" y="49113"/>
                  </a:lnTo>
                  <a:lnTo>
                    <a:pt x="8228237" y="49113"/>
                  </a:lnTo>
                  <a:lnTo>
                    <a:pt x="8228364" y="49113"/>
                  </a:lnTo>
                  <a:lnTo>
                    <a:pt x="8228490" y="49113"/>
                  </a:lnTo>
                  <a:lnTo>
                    <a:pt x="8228616" y="49113"/>
                  </a:lnTo>
                  <a:lnTo>
                    <a:pt x="8228742" y="49113"/>
                  </a:lnTo>
                  <a:lnTo>
                    <a:pt x="8228869" y="49113"/>
                  </a:lnTo>
                  <a:lnTo>
                    <a:pt x="8228995" y="49113"/>
                  </a:lnTo>
                  <a:lnTo>
                    <a:pt x="8229121" y="49113"/>
                  </a:lnTo>
                  <a:lnTo>
                    <a:pt x="8229247" y="49113"/>
                  </a:lnTo>
                  <a:lnTo>
                    <a:pt x="8229374" y="49113"/>
                  </a:lnTo>
                  <a:lnTo>
                    <a:pt x="8229500" y="49113"/>
                  </a:lnTo>
                  <a:lnTo>
                    <a:pt x="8229626" y="49113"/>
                  </a:lnTo>
                  <a:lnTo>
                    <a:pt x="8229752" y="49113"/>
                  </a:lnTo>
                  <a:lnTo>
                    <a:pt x="8229879" y="49113"/>
                  </a:lnTo>
                  <a:lnTo>
                    <a:pt x="8230005" y="49113"/>
                  </a:lnTo>
                  <a:lnTo>
                    <a:pt x="8230131" y="49113"/>
                  </a:lnTo>
                  <a:lnTo>
                    <a:pt x="8230257" y="49113"/>
                  </a:lnTo>
                  <a:lnTo>
                    <a:pt x="8230384" y="49113"/>
                  </a:lnTo>
                  <a:lnTo>
                    <a:pt x="8230510" y="49113"/>
                  </a:lnTo>
                  <a:lnTo>
                    <a:pt x="8230636" y="49113"/>
                  </a:lnTo>
                  <a:lnTo>
                    <a:pt x="8230762" y="49113"/>
                  </a:lnTo>
                  <a:lnTo>
                    <a:pt x="8230889" y="49113"/>
                  </a:lnTo>
                  <a:lnTo>
                    <a:pt x="8231015" y="49113"/>
                  </a:lnTo>
                  <a:lnTo>
                    <a:pt x="8231141" y="49113"/>
                  </a:lnTo>
                  <a:lnTo>
                    <a:pt x="8231267" y="49113"/>
                  </a:lnTo>
                  <a:lnTo>
                    <a:pt x="8231394" y="49113"/>
                  </a:lnTo>
                  <a:lnTo>
                    <a:pt x="8231520" y="49113"/>
                  </a:lnTo>
                  <a:lnTo>
                    <a:pt x="8231646" y="49113"/>
                  </a:lnTo>
                  <a:lnTo>
                    <a:pt x="8231772" y="49113"/>
                  </a:lnTo>
                  <a:lnTo>
                    <a:pt x="8231899" y="49113"/>
                  </a:lnTo>
                  <a:lnTo>
                    <a:pt x="8232025" y="49113"/>
                  </a:lnTo>
                  <a:lnTo>
                    <a:pt x="8232151" y="49113"/>
                  </a:lnTo>
                  <a:lnTo>
                    <a:pt x="8232278" y="49113"/>
                  </a:lnTo>
                  <a:lnTo>
                    <a:pt x="8232404" y="49113"/>
                  </a:lnTo>
                  <a:lnTo>
                    <a:pt x="8232530" y="49113"/>
                  </a:lnTo>
                  <a:lnTo>
                    <a:pt x="8232656" y="49113"/>
                  </a:lnTo>
                  <a:lnTo>
                    <a:pt x="8232783" y="49113"/>
                  </a:lnTo>
                  <a:lnTo>
                    <a:pt x="8232909" y="49113"/>
                  </a:lnTo>
                  <a:lnTo>
                    <a:pt x="8233035" y="49113"/>
                  </a:lnTo>
                  <a:lnTo>
                    <a:pt x="8233161" y="49113"/>
                  </a:lnTo>
                  <a:lnTo>
                    <a:pt x="8233288" y="49113"/>
                  </a:lnTo>
                  <a:lnTo>
                    <a:pt x="8233414" y="49113"/>
                  </a:lnTo>
                  <a:lnTo>
                    <a:pt x="8233540" y="49113"/>
                  </a:lnTo>
                  <a:lnTo>
                    <a:pt x="8233666" y="49113"/>
                  </a:lnTo>
                  <a:lnTo>
                    <a:pt x="8233793" y="49113"/>
                  </a:lnTo>
                  <a:lnTo>
                    <a:pt x="8233919" y="49113"/>
                  </a:lnTo>
                  <a:lnTo>
                    <a:pt x="8234045" y="49113"/>
                  </a:lnTo>
                  <a:lnTo>
                    <a:pt x="8234171" y="49113"/>
                  </a:lnTo>
                  <a:lnTo>
                    <a:pt x="8234298" y="49113"/>
                  </a:lnTo>
                  <a:lnTo>
                    <a:pt x="8234424" y="49113"/>
                  </a:lnTo>
                  <a:lnTo>
                    <a:pt x="8234550" y="49113"/>
                  </a:lnTo>
                  <a:lnTo>
                    <a:pt x="8234676" y="49113"/>
                  </a:lnTo>
                  <a:lnTo>
                    <a:pt x="8234803" y="49113"/>
                  </a:lnTo>
                  <a:lnTo>
                    <a:pt x="8234929" y="49113"/>
                  </a:lnTo>
                  <a:lnTo>
                    <a:pt x="8235055" y="49113"/>
                  </a:lnTo>
                  <a:lnTo>
                    <a:pt x="8235181" y="49113"/>
                  </a:lnTo>
                  <a:lnTo>
                    <a:pt x="8235308" y="49113"/>
                  </a:lnTo>
                  <a:lnTo>
                    <a:pt x="8235434" y="49113"/>
                  </a:lnTo>
                  <a:lnTo>
                    <a:pt x="8235560" y="49113"/>
                  </a:lnTo>
                  <a:lnTo>
                    <a:pt x="8235686" y="49113"/>
                  </a:lnTo>
                  <a:lnTo>
                    <a:pt x="8235813" y="49113"/>
                  </a:lnTo>
                  <a:lnTo>
                    <a:pt x="8235939" y="49113"/>
                  </a:lnTo>
                  <a:lnTo>
                    <a:pt x="8236065" y="49113"/>
                  </a:lnTo>
                  <a:lnTo>
                    <a:pt x="8236191" y="49113"/>
                  </a:lnTo>
                  <a:lnTo>
                    <a:pt x="8236318" y="49113"/>
                  </a:lnTo>
                  <a:lnTo>
                    <a:pt x="8236444" y="49113"/>
                  </a:lnTo>
                  <a:lnTo>
                    <a:pt x="8236570" y="49113"/>
                  </a:lnTo>
                  <a:lnTo>
                    <a:pt x="8236696" y="49113"/>
                  </a:lnTo>
                  <a:lnTo>
                    <a:pt x="8236823" y="49113"/>
                  </a:lnTo>
                  <a:lnTo>
                    <a:pt x="8236949" y="49113"/>
                  </a:lnTo>
                  <a:lnTo>
                    <a:pt x="8237075" y="49113"/>
                  </a:lnTo>
                  <a:lnTo>
                    <a:pt x="8237202" y="49113"/>
                  </a:lnTo>
                  <a:lnTo>
                    <a:pt x="8237328" y="49113"/>
                  </a:lnTo>
                  <a:lnTo>
                    <a:pt x="8237454" y="49113"/>
                  </a:lnTo>
                  <a:lnTo>
                    <a:pt x="8237580" y="49113"/>
                  </a:lnTo>
                  <a:lnTo>
                    <a:pt x="8237707" y="49113"/>
                  </a:lnTo>
                  <a:lnTo>
                    <a:pt x="8237833" y="49113"/>
                  </a:lnTo>
                  <a:lnTo>
                    <a:pt x="8237959" y="49113"/>
                  </a:lnTo>
                  <a:lnTo>
                    <a:pt x="8238085" y="49113"/>
                  </a:lnTo>
                  <a:lnTo>
                    <a:pt x="8238212" y="49113"/>
                  </a:lnTo>
                  <a:lnTo>
                    <a:pt x="8238338" y="49113"/>
                  </a:lnTo>
                  <a:lnTo>
                    <a:pt x="8238464" y="49113"/>
                  </a:lnTo>
                  <a:lnTo>
                    <a:pt x="8238590" y="49113"/>
                  </a:lnTo>
                  <a:lnTo>
                    <a:pt x="8238717" y="49113"/>
                  </a:lnTo>
                  <a:lnTo>
                    <a:pt x="8238843" y="49113"/>
                  </a:lnTo>
                  <a:lnTo>
                    <a:pt x="8238969" y="49113"/>
                  </a:lnTo>
                  <a:lnTo>
                    <a:pt x="8239095" y="49113"/>
                  </a:lnTo>
                  <a:lnTo>
                    <a:pt x="8239222" y="49113"/>
                  </a:lnTo>
                  <a:lnTo>
                    <a:pt x="8239348" y="49113"/>
                  </a:lnTo>
                  <a:lnTo>
                    <a:pt x="8239474" y="49113"/>
                  </a:lnTo>
                  <a:lnTo>
                    <a:pt x="8239600" y="49113"/>
                  </a:lnTo>
                  <a:lnTo>
                    <a:pt x="8239727" y="49113"/>
                  </a:lnTo>
                  <a:lnTo>
                    <a:pt x="8239853" y="49113"/>
                  </a:lnTo>
                  <a:lnTo>
                    <a:pt x="8239979" y="49113"/>
                  </a:lnTo>
                  <a:lnTo>
                    <a:pt x="8240105" y="49113"/>
                  </a:lnTo>
                  <a:lnTo>
                    <a:pt x="8240232" y="49113"/>
                  </a:lnTo>
                  <a:lnTo>
                    <a:pt x="8240358" y="49113"/>
                  </a:lnTo>
                  <a:lnTo>
                    <a:pt x="8240484" y="49113"/>
                  </a:lnTo>
                  <a:lnTo>
                    <a:pt x="8240610" y="49113"/>
                  </a:lnTo>
                  <a:lnTo>
                    <a:pt x="8240737" y="49113"/>
                  </a:lnTo>
                  <a:lnTo>
                    <a:pt x="8240863" y="49113"/>
                  </a:lnTo>
                  <a:lnTo>
                    <a:pt x="8240989" y="49113"/>
                  </a:lnTo>
                  <a:lnTo>
                    <a:pt x="8241115" y="49113"/>
                  </a:lnTo>
                  <a:lnTo>
                    <a:pt x="8241242" y="49113"/>
                  </a:lnTo>
                  <a:lnTo>
                    <a:pt x="8241368" y="49113"/>
                  </a:lnTo>
                  <a:lnTo>
                    <a:pt x="8241494" y="49113"/>
                  </a:lnTo>
                  <a:lnTo>
                    <a:pt x="8241620" y="49113"/>
                  </a:lnTo>
                  <a:lnTo>
                    <a:pt x="8241747" y="49113"/>
                  </a:lnTo>
                  <a:lnTo>
                    <a:pt x="8241873" y="49113"/>
                  </a:lnTo>
                  <a:lnTo>
                    <a:pt x="8241999" y="49113"/>
                  </a:lnTo>
                  <a:lnTo>
                    <a:pt x="8242125" y="49113"/>
                  </a:lnTo>
                  <a:lnTo>
                    <a:pt x="8242252" y="49113"/>
                  </a:lnTo>
                  <a:lnTo>
                    <a:pt x="8242378" y="49113"/>
                  </a:lnTo>
                  <a:lnTo>
                    <a:pt x="8242504" y="49113"/>
                  </a:lnTo>
                  <a:lnTo>
                    <a:pt x="8242631" y="49113"/>
                  </a:lnTo>
                  <a:lnTo>
                    <a:pt x="8242757" y="49113"/>
                  </a:lnTo>
                  <a:lnTo>
                    <a:pt x="8242883" y="49113"/>
                  </a:lnTo>
                  <a:lnTo>
                    <a:pt x="8243009" y="49113"/>
                  </a:lnTo>
                  <a:lnTo>
                    <a:pt x="8243136" y="49113"/>
                  </a:lnTo>
                  <a:lnTo>
                    <a:pt x="8243262" y="49113"/>
                  </a:lnTo>
                  <a:lnTo>
                    <a:pt x="8243388" y="49113"/>
                  </a:lnTo>
                  <a:lnTo>
                    <a:pt x="8243514" y="49113"/>
                  </a:lnTo>
                  <a:lnTo>
                    <a:pt x="8243641" y="49113"/>
                  </a:lnTo>
                  <a:lnTo>
                    <a:pt x="8243767" y="49113"/>
                  </a:lnTo>
                  <a:lnTo>
                    <a:pt x="8243893" y="49113"/>
                  </a:lnTo>
                  <a:lnTo>
                    <a:pt x="8244019" y="49113"/>
                  </a:lnTo>
                  <a:lnTo>
                    <a:pt x="8244146" y="49113"/>
                  </a:lnTo>
                  <a:lnTo>
                    <a:pt x="8244272" y="49113"/>
                  </a:lnTo>
                  <a:lnTo>
                    <a:pt x="8244398" y="49113"/>
                  </a:lnTo>
                  <a:lnTo>
                    <a:pt x="8244524" y="49113"/>
                  </a:lnTo>
                  <a:lnTo>
                    <a:pt x="8244651" y="49113"/>
                  </a:lnTo>
                  <a:lnTo>
                    <a:pt x="8244777" y="49113"/>
                  </a:lnTo>
                  <a:lnTo>
                    <a:pt x="8244903" y="49113"/>
                  </a:lnTo>
                  <a:lnTo>
                    <a:pt x="8245029" y="49113"/>
                  </a:lnTo>
                  <a:lnTo>
                    <a:pt x="8245156" y="49113"/>
                  </a:lnTo>
                  <a:lnTo>
                    <a:pt x="8245282" y="49113"/>
                  </a:lnTo>
                  <a:lnTo>
                    <a:pt x="8245408" y="49113"/>
                  </a:lnTo>
                  <a:lnTo>
                    <a:pt x="8245534" y="49113"/>
                  </a:lnTo>
                  <a:lnTo>
                    <a:pt x="8245661" y="49113"/>
                  </a:lnTo>
                  <a:lnTo>
                    <a:pt x="8245787" y="49113"/>
                  </a:lnTo>
                  <a:lnTo>
                    <a:pt x="8245913" y="49113"/>
                  </a:lnTo>
                  <a:lnTo>
                    <a:pt x="8246039" y="49113"/>
                  </a:lnTo>
                  <a:lnTo>
                    <a:pt x="8246166" y="49113"/>
                  </a:lnTo>
                  <a:lnTo>
                    <a:pt x="8246292" y="49113"/>
                  </a:lnTo>
                  <a:lnTo>
                    <a:pt x="8246418" y="49113"/>
                  </a:lnTo>
                  <a:lnTo>
                    <a:pt x="8246544" y="49113"/>
                  </a:lnTo>
                  <a:lnTo>
                    <a:pt x="8246671" y="49113"/>
                  </a:lnTo>
                  <a:lnTo>
                    <a:pt x="8246797" y="49113"/>
                  </a:lnTo>
                  <a:lnTo>
                    <a:pt x="8246923" y="49113"/>
                  </a:lnTo>
                  <a:lnTo>
                    <a:pt x="8247049" y="49113"/>
                  </a:lnTo>
                  <a:lnTo>
                    <a:pt x="8247176" y="49113"/>
                  </a:lnTo>
                  <a:lnTo>
                    <a:pt x="8247302" y="49113"/>
                  </a:lnTo>
                  <a:lnTo>
                    <a:pt x="8247428" y="49113"/>
                  </a:lnTo>
                  <a:lnTo>
                    <a:pt x="8247555" y="49113"/>
                  </a:lnTo>
                  <a:lnTo>
                    <a:pt x="8247681" y="49113"/>
                  </a:lnTo>
                  <a:lnTo>
                    <a:pt x="8247807" y="49113"/>
                  </a:lnTo>
                  <a:lnTo>
                    <a:pt x="8247933" y="49113"/>
                  </a:lnTo>
                  <a:lnTo>
                    <a:pt x="8248060" y="49113"/>
                  </a:lnTo>
                  <a:lnTo>
                    <a:pt x="8248186" y="49113"/>
                  </a:lnTo>
                  <a:lnTo>
                    <a:pt x="8248312" y="49113"/>
                  </a:lnTo>
                  <a:lnTo>
                    <a:pt x="8248438" y="49113"/>
                  </a:lnTo>
                  <a:lnTo>
                    <a:pt x="8248565" y="49113"/>
                  </a:lnTo>
                  <a:lnTo>
                    <a:pt x="8248691" y="49113"/>
                  </a:lnTo>
                  <a:lnTo>
                    <a:pt x="8248817" y="49113"/>
                  </a:lnTo>
                  <a:lnTo>
                    <a:pt x="8248943" y="49113"/>
                  </a:lnTo>
                  <a:lnTo>
                    <a:pt x="8249070" y="49113"/>
                  </a:lnTo>
                  <a:lnTo>
                    <a:pt x="8249196" y="49113"/>
                  </a:lnTo>
                  <a:lnTo>
                    <a:pt x="8249322" y="49113"/>
                  </a:lnTo>
                  <a:lnTo>
                    <a:pt x="8249448" y="49113"/>
                  </a:lnTo>
                  <a:lnTo>
                    <a:pt x="8249575" y="49113"/>
                  </a:lnTo>
                  <a:lnTo>
                    <a:pt x="8249701" y="49113"/>
                  </a:lnTo>
                  <a:lnTo>
                    <a:pt x="8249827" y="49113"/>
                  </a:lnTo>
                  <a:lnTo>
                    <a:pt x="8249953" y="49113"/>
                  </a:lnTo>
                  <a:lnTo>
                    <a:pt x="8250080" y="49113"/>
                  </a:lnTo>
                  <a:lnTo>
                    <a:pt x="8250206" y="49113"/>
                  </a:lnTo>
                  <a:lnTo>
                    <a:pt x="8250332" y="49113"/>
                  </a:lnTo>
                  <a:lnTo>
                    <a:pt x="8250458" y="49113"/>
                  </a:lnTo>
                  <a:lnTo>
                    <a:pt x="8250585" y="49113"/>
                  </a:lnTo>
                  <a:lnTo>
                    <a:pt x="8250711" y="49113"/>
                  </a:lnTo>
                  <a:lnTo>
                    <a:pt x="8250837" y="49113"/>
                  </a:lnTo>
                  <a:lnTo>
                    <a:pt x="8250963" y="49113"/>
                  </a:lnTo>
                  <a:lnTo>
                    <a:pt x="8251090" y="49113"/>
                  </a:lnTo>
                  <a:lnTo>
                    <a:pt x="8251216" y="49113"/>
                  </a:lnTo>
                  <a:lnTo>
                    <a:pt x="8251342" y="49113"/>
                  </a:lnTo>
                  <a:lnTo>
                    <a:pt x="8251468" y="49113"/>
                  </a:lnTo>
                  <a:lnTo>
                    <a:pt x="8251595" y="49113"/>
                  </a:lnTo>
                  <a:lnTo>
                    <a:pt x="8251721" y="49113"/>
                  </a:lnTo>
                  <a:lnTo>
                    <a:pt x="8251847" y="49113"/>
                  </a:lnTo>
                  <a:lnTo>
                    <a:pt x="8251973" y="49113"/>
                  </a:lnTo>
                  <a:lnTo>
                    <a:pt x="8252100" y="49113"/>
                  </a:lnTo>
                  <a:lnTo>
                    <a:pt x="8252226" y="49113"/>
                  </a:lnTo>
                  <a:lnTo>
                    <a:pt x="8252352" y="49113"/>
                  </a:lnTo>
                  <a:lnTo>
                    <a:pt x="8252478" y="49113"/>
                  </a:lnTo>
                  <a:lnTo>
                    <a:pt x="8252605" y="49113"/>
                  </a:lnTo>
                  <a:lnTo>
                    <a:pt x="8252731" y="49113"/>
                  </a:lnTo>
                  <a:lnTo>
                    <a:pt x="8252857" y="49113"/>
                  </a:lnTo>
                  <a:lnTo>
                    <a:pt x="8252984" y="49113"/>
                  </a:lnTo>
                  <a:lnTo>
                    <a:pt x="8253110" y="49113"/>
                  </a:lnTo>
                  <a:lnTo>
                    <a:pt x="8253236" y="49113"/>
                  </a:lnTo>
                  <a:lnTo>
                    <a:pt x="8253362" y="49113"/>
                  </a:lnTo>
                  <a:lnTo>
                    <a:pt x="8253489" y="49113"/>
                  </a:lnTo>
                  <a:lnTo>
                    <a:pt x="8253615" y="49113"/>
                  </a:lnTo>
                  <a:lnTo>
                    <a:pt x="8253741" y="49113"/>
                  </a:lnTo>
                  <a:lnTo>
                    <a:pt x="8253867" y="49113"/>
                  </a:lnTo>
                  <a:lnTo>
                    <a:pt x="8253994" y="49113"/>
                  </a:lnTo>
                  <a:lnTo>
                    <a:pt x="8254120" y="49113"/>
                  </a:lnTo>
                  <a:lnTo>
                    <a:pt x="8254246" y="49113"/>
                  </a:lnTo>
                  <a:lnTo>
                    <a:pt x="8254372" y="49113"/>
                  </a:lnTo>
                  <a:lnTo>
                    <a:pt x="8254499" y="49113"/>
                  </a:lnTo>
                  <a:lnTo>
                    <a:pt x="8254625" y="49113"/>
                  </a:lnTo>
                  <a:lnTo>
                    <a:pt x="8254751" y="49113"/>
                  </a:lnTo>
                  <a:lnTo>
                    <a:pt x="8254877" y="49113"/>
                  </a:lnTo>
                  <a:lnTo>
                    <a:pt x="8255004" y="49113"/>
                  </a:lnTo>
                  <a:lnTo>
                    <a:pt x="8255130" y="49113"/>
                  </a:lnTo>
                  <a:lnTo>
                    <a:pt x="8255256" y="49113"/>
                  </a:lnTo>
                  <a:lnTo>
                    <a:pt x="8255382" y="49113"/>
                  </a:lnTo>
                  <a:lnTo>
                    <a:pt x="8255509" y="49113"/>
                  </a:lnTo>
                  <a:lnTo>
                    <a:pt x="8255635" y="49113"/>
                  </a:lnTo>
                  <a:lnTo>
                    <a:pt x="8255761" y="49113"/>
                  </a:lnTo>
                  <a:lnTo>
                    <a:pt x="8255887" y="49113"/>
                  </a:lnTo>
                  <a:lnTo>
                    <a:pt x="8256014" y="49113"/>
                  </a:lnTo>
                  <a:lnTo>
                    <a:pt x="8256140" y="49113"/>
                  </a:lnTo>
                  <a:lnTo>
                    <a:pt x="8256266" y="49113"/>
                  </a:lnTo>
                  <a:lnTo>
                    <a:pt x="8256392" y="49113"/>
                  </a:lnTo>
                  <a:lnTo>
                    <a:pt x="8256519" y="49113"/>
                  </a:lnTo>
                  <a:lnTo>
                    <a:pt x="8256645" y="49113"/>
                  </a:lnTo>
                  <a:lnTo>
                    <a:pt x="8256771" y="49113"/>
                  </a:lnTo>
                  <a:lnTo>
                    <a:pt x="8256897" y="49113"/>
                  </a:lnTo>
                  <a:lnTo>
                    <a:pt x="8257024" y="49113"/>
                  </a:lnTo>
                  <a:lnTo>
                    <a:pt x="8257150" y="49113"/>
                  </a:lnTo>
                  <a:lnTo>
                    <a:pt x="8257276" y="49113"/>
                  </a:lnTo>
                  <a:lnTo>
                    <a:pt x="8257402" y="49113"/>
                  </a:lnTo>
                  <a:lnTo>
                    <a:pt x="8257529" y="49113"/>
                  </a:lnTo>
                  <a:lnTo>
                    <a:pt x="8257655" y="49113"/>
                  </a:lnTo>
                  <a:lnTo>
                    <a:pt x="8257781" y="49113"/>
                  </a:lnTo>
                  <a:lnTo>
                    <a:pt x="8257908" y="49113"/>
                  </a:lnTo>
                  <a:lnTo>
                    <a:pt x="8258034" y="49113"/>
                  </a:lnTo>
                  <a:lnTo>
                    <a:pt x="8258160" y="49113"/>
                  </a:lnTo>
                  <a:lnTo>
                    <a:pt x="8258286" y="49113"/>
                  </a:lnTo>
                  <a:lnTo>
                    <a:pt x="8258413" y="49113"/>
                  </a:lnTo>
                  <a:lnTo>
                    <a:pt x="8258539" y="49113"/>
                  </a:lnTo>
                  <a:lnTo>
                    <a:pt x="8258665" y="49113"/>
                  </a:lnTo>
                  <a:lnTo>
                    <a:pt x="8258791" y="49113"/>
                  </a:lnTo>
                  <a:lnTo>
                    <a:pt x="8258918" y="49113"/>
                  </a:lnTo>
                  <a:lnTo>
                    <a:pt x="8259044" y="49113"/>
                  </a:lnTo>
                  <a:lnTo>
                    <a:pt x="8259170" y="49113"/>
                  </a:lnTo>
                  <a:lnTo>
                    <a:pt x="8259296" y="49113"/>
                  </a:lnTo>
                  <a:lnTo>
                    <a:pt x="8259423" y="49113"/>
                  </a:lnTo>
                  <a:lnTo>
                    <a:pt x="8259549" y="49113"/>
                  </a:lnTo>
                  <a:lnTo>
                    <a:pt x="8259675" y="49113"/>
                  </a:lnTo>
                  <a:lnTo>
                    <a:pt x="8259801" y="49113"/>
                  </a:lnTo>
                  <a:lnTo>
                    <a:pt x="8259928" y="49113"/>
                  </a:lnTo>
                  <a:lnTo>
                    <a:pt x="8260054" y="49113"/>
                  </a:lnTo>
                  <a:lnTo>
                    <a:pt x="8260180" y="49113"/>
                  </a:lnTo>
                  <a:lnTo>
                    <a:pt x="8260306" y="49113"/>
                  </a:lnTo>
                  <a:lnTo>
                    <a:pt x="8260433" y="49113"/>
                  </a:lnTo>
                  <a:lnTo>
                    <a:pt x="8260559" y="49113"/>
                  </a:lnTo>
                  <a:lnTo>
                    <a:pt x="8260685" y="49113"/>
                  </a:lnTo>
                  <a:lnTo>
                    <a:pt x="8260811" y="49113"/>
                  </a:lnTo>
                  <a:lnTo>
                    <a:pt x="8260938" y="49113"/>
                  </a:lnTo>
                  <a:lnTo>
                    <a:pt x="8261064" y="49113"/>
                  </a:lnTo>
                  <a:lnTo>
                    <a:pt x="8261190" y="49113"/>
                  </a:lnTo>
                  <a:lnTo>
                    <a:pt x="8261316" y="49113"/>
                  </a:lnTo>
                  <a:lnTo>
                    <a:pt x="8261443" y="49113"/>
                  </a:lnTo>
                  <a:lnTo>
                    <a:pt x="8261569" y="49113"/>
                  </a:lnTo>
                  <a:lnTo>
                    <a:pt x="8261695" y="49113"/>
                  </a:lnTo>
                  <a:lnTo>
                    <a:pt x="8261821" y="49113"/>
                  </a:lnTo>
                  <a:lnTo>
                    <a:pt x="8261948" y="49113"/>
                  </a:lnTo>
                  <a:lnTo>
                    <a:pt x="8262074" y="49113"/>
                  </a:lnTo>
                  <a:lnTo>
                    <a:pt x="8262200" y="49113"/>
                  </a:lnTo>
                  <a:lnTo>
                    <a:pt x="8262326" y="49113"/>
                  </a:lnTo>
                  <a:lnTo>
                    <a:pt x="8262453" y="49113"/>
                  </a:lnTo>
                  <a:lnTo>
                    <a:pt x="8262579" y="49113"/>
                  </a:lnTo>
                  <a:lnTo>
                    <a:pt x="8262705" y="49113"/>
                  </a:lnTo>
                  <a:lnTo>
                    <a:pt x="8262832" y="49113"/>
                  </a:lnTo>
                  <a:lnTo>
                    <a:pt x="8262958" y="49113"/>
                  </a:lnTo>
                  <a:lnTo>
                    <a:pt x="8263084" y="49113"/>
                  </a:lnTo>
                  <a:lnTo>
                    <a:pt x="8263210" y="49113"/>
                  </a:lnTo>
                  <a:lnTo>
                    <a:pt x="8263337" y="49113"/>
                  </a:lnTo>
                  <a:lnTo>
                    <a:pt x="8263463" y="49113"/>
                  </a:lnTo>
                  <a:lnTo>
                    <a:pt x="8263589" y="49113"/>
                  </a:lnTo>
                  <a:lnTo>
                    <a:pt x="8263715" y="49113"/>
                  </a:lnTo>
                  <a:lnTo>
                    <a:pt x="8263842" y="49113"/>
                  </a:lnTo>
                  <a:lnTo>
                    <a:pt x="8263968" y="49113"/>
                  </a:lnTo>
                  <a:lnTo>
                    <a:pt x="8264094" y="49113"/>
                  </a:lnTo>
                  <a:lnTo>
                    <a:pt x="8264220" y="49113"/>
                  </a:lnTo>
                  <a:lnTo>
                    <a:pt x="8264347" y="49113"/>
                  </a:lnTo>
                  <a:lnTo>
                    <a:pt x="8264473" y="49113"/>
                  </a:lnTo>
                  <a:lnTo>
                    <a:pt x="8264599" y="49113"/>
                  </a:lnTo>
                  <a:lnTo>
                    <a:pt x="8264725" y="49113"/>
                  </a:lnTo>
                  <a:lnTo>
                    <a:pt x="8264852" y="49113"/>
                  </a:lnTo>
                  <a:lnTo>
                    <a:pt x="8264978" y="49113"/>
                  </a:lnTo>
                  <a:lnTo>
                    <a:pt x="8265104" y="49113"/>
                  </a:lnTo>
                  <a:lnTo>
                    <a:pt x="8265230" y="49113"/>
                  </a:lnTo>
                  <a:lnTo>
                    <a:pt x="8265357" y="49113"/>
                  </a:lnTo>
                  <a:lnTo>
                    <a:pt x="8265483" y="49113"/>
                  </a:lnTo>
                  <a:lnTo>
                    <a:pt x="8265609" y="49113"/>
                  </a:lnTo>
                  <a:lnTo>
                    <a:pt x="8265735" y="49113"/>
                  </a:lnTo>
                  <a:lnTo>
                    <a:pt x="8265862" y="49113"/>
                  </a:lnTo>
                  <a:lnTo>
                    <a:pt x="8265988" y="49113"/>
                  </a:lnTo>
                  <a:lnTo>
                    <a:pt x="8266114" y="49113"/>
                  </a:lnTo>
                  <a:lnTo>
                    <a:pt x="8266240" y="49113"/>
                  </a:lnTo>
                  <a:lnTo>
                    <a:pt x="8266367" y="49113"/>
                  </a:lnTo>
                  <a:lnTo>
                    <a:pt x="8266493" y="49113"/>
                  </a:lnTo>
                  <a:lnTo>
                    <a:pt x="8266619" y="49113"/>
                  </a:lnTo>
                  <a:lnTo>
                    <a:pt x="8266745" y="49113"/>
                  </a:lnTo>
                  <a:lnTo>
                    <a:pt x="8266872" y="49113"/>
                  </a:lnTo>
                  <a:lnTo>
                    <a:pt x="8266998" y="49113"/>
                  </a:lnTo>
                  <a:lnTo>
                    <a:pt x="8267124" y="49113"/>
                  </a:lnTo>
                  <a:lnTo>
                    <a:pt x="8267250" y="49113"/>
                  </a:lnTo>
                  <a:lnTo>
                    <a:pt x="8267377" y="49113"/>
                  </a:lnTo>
                  <a:lnTo>
                    <a:pt x="8267503" y="49113"/>
                  </a:lnTo>
                  <a:lnTo>
                    <a:pt x="8267629" y="49113"/>
                  </a:lnTo>
                  <a:lnTo>
                    <a:pt x="8267755" y="49113"/>
                  </a:lnTo>
                  <a:lnTo>
                    <a:pt x="8267882" y="49113"/>
                  </a:lnTo>
                  <a:lnTo>
                    <a:pt x="8268008" y="49113"/>
                  </a:lnTo>
                  <a:lnTo>
                    <a:pt x="8268134" y="49113"/>
                  </a:lnTo>
                  <a:lnTo>
                    <a:pt x="8268261" y="49113"/>
                  </a:lnTo>
                  <a:lnTo>
                    <a:pt x="8268387" y="49113"/>
                  </a:lnTo>
                  <a:lnTo>
                    <a:pt x="8268513" y="49113"/>
                  </a:lnTo>
                  <a:lnTo>
                    <a:pt x="8268639" y="49113"/>
                  </a:lnTo>
                  <a:lnTo>
                    <a:pt x="8268766" y="49113"/>
                  </a:lnTo>
                  <a:lnTo>
                    <a:pt x="8268892" y="49113"/>
                  </a:lnTo>
                  <a:lnTo>
                    <a:pt x="8269018" y="49113"/>
                  </a:lnTo>
                  <a:lnTo>
                    <a:pt x="8269144" y="49113"/>
                  </a:lnTo>
                  <a:lnTo>
                    <a:pt x="8269271" y="49113"/>
                  </a:lnTo>
                  <a:lnTo>
                    <a:pt x="8269397" y="49113"/>
                  </a:lnTo>
                  <a:lnTo>
                    <a:pt x="8269523" y="49113"/>
                  </a:lnTo>
                  <a:lnTo>
                    <a:pt x="8269649" y="49113"/>
                  </a:lnTo>
                  <a:lnTo>
                    <a:pt x="8269776" y="49113"/>
                  </a:lnTo>
                  <a:lnTo>
                    <a:pt x="8269902" y="49113"/>
                  </a:lnTo>
                  <a:lnTo>
                    <a:pt x="8270028" y="49113"/>
                  </a:lnTo>
                  <a:lnTo>
                    <a:pt x="8270154" y="49113"/>
                  </a:lnTo>
                  <a:lnTo>
                    <a:pt x="8270281" y="49113"/>
                  </a:lnTo>
                  <a:lnTo>
                    <a:pt x="8270407" y="49113"/>
                  </a:lnTo>
                  <a:lnTo>
                    <a:pt x="8270533" y="49113"/>
                  </a:lnTo>
                  <a:lnTo>
                    <a:pt x="8270659" y="49113"/>
                  </a:lnTo>
                  <a:lnTo>
                    <a:pt x="8270786" y="49113"/>
                  </a:lnTo>
                  <a:lnTo>
                    <a:pt x="8270912" y="49113"/>
                  </a:lnTo>
                  <a:lnTo>
                    <a:pt x="8271038" y="49113"/>
                  </a:lnTo>
                  <a:lnTo>
                    <a:pt x="8271164" y="49113"/>
                  </a:lnTo>
                  <a:lnTo>
                    <a:pt x="8271291" y="49113"/>
                  </a:lnTo>
                  <a:lnTo>
                    <a:pt x="8271417" y="49113"/>
                  </a:lnTo>
                  <a:lnTo>
                    <a:pt x="8271543" y="49113"/>
                  </a:lnTo>
                  <a:lnTo>
                    <a:pt x="8271669" y="49113"/>
                  </a:lnTo>
                  <a:lnTo>
                    <a:pt x="8271796" y="49113"/>
                  </a:lnTo>
                  <a:lnTo>
                    <a:pt x="8271922" y="49113"/>
                  </a:lnTo>
                  <a:lnTo>
                    <a:pt x="8272048" y="49113"/>
                  </a:lnTo>
                  <a:lnTo>
                    <a:pt x="8272174" y="49113"/>
                  </a:lnTo>
                  <a:lnTo>
                    <a:pt x="8272301" y="49113"/>
                  </a:lnTo>
                  <a:lnTo>
                    <a:pt x="8272427" y="49113"/>
                  </a:lnTo>
                  <a:lnTo>
                    <a:pt x="8272553" y="49113"/>
                  </a:lnTo>
                  <a:lnTo>
                    <a:pt x="8272679" y="49113"/>
                  </a:lnTo>
                  <a:lnTo>
                    <a:pt x="8272806" y="49113"/>
                  </a:lnTo>
                  <a:lnTo>
                    <a:pt x="8272932" y="49113"/>
                  </a:lnTo>
                  <a:lnTo>
                    <a:pt x="8273058" y="49113"/>
                  </a:lnTo>
                  <a:lnTo>
                    <a:pt x="8273185" y="49113"/>
                  </a:lnTo>
                  <a:lnTo>
                    <a:pt x="8273311" y="49113"/>
                  </a:lnTo>
                  <a:lnTo>
                    <a:pt x="8273437" y="49113"/>
                  </a:lnTo>
                  <a:lnTo>
                    <a:pt x="8273563" y="49113"/>
                  </a:lnTo>
                  <a:lnTo>
                    <a:pt x="8273690" y="49113"/>
                  </a:lnTo>
                  <a:lnTo>
                    <a:pt x="8273816" y="49113"/>
                  </a:lnTo>
                  <a:lnTo>
                    <a:pt x="8273942" y="49113"/>
                  </a:lnTo>
                  <a:lnTo>
                    <a:pt x="8274068" y="49113"/>
                  </a:lnTo>
                  <a:lnTo>
                    <a:pt x="8274195" y="49113"/>
                  </a:lnTo>
                  <a:lnTo>
                    <a:pt x="8274321" y="49113"/>
                  </a:lnTo>
                  <a:lnTo>
                    <a:pt x="8274447" y="49113"/>
                  </a:lnTo>
                  <a:lnTo>
                    <a:pt x="8274573" y="49113"/>
                  </a:lnTo>
                  <a:lnTo>
                    <a:pt x="8274700" y="49113"/>
                  </a:lnTo>
                  <a:lnTo>
                    <a:pt x="8274826" y="49113"/>
                  </a:lnTo>
                  <a:lnTo>
                    <a:pt x="8274952" y="49113"/>
                  </a:lnTo>
                  <a:lnTo>
                    <a:pt x="8275078" y="49113"/>
                  </a:lnTo>
                  <a:lnTo>
                    <a:pt x="8275205" y="49113"/>
                  </a:lnTo>
                  <a:lnTo>
                    <a:pt x="8275331" y="49113"/>
                  </a:lnTo>
                  <a:lnTo>
                    <a:pt x="8275457" y="49113"/>
                  </a:lnTo>
                  <a:lnTo>
                    <a:pt x="8275583" y="49113"/>
                  </a:lnTo>
                  <a:lnTo>
                    <a:pt x="8275710" y="49113"/>
                  </a:lnTo>
                  <a:lnTo>
                    <a:pt x="8275836" y="49113"/>
                  </a:lnTo>
                  <a:lnTo>
                    <a:pt x="8275962" y="49113"/>
                  </a:lnTo>
                  <a:lnTo>
                    <a:pt x="8276088" y="49113"/>
                  </a:lnTo>
                  <a:lnTo>
                    <a:pt x="8276215" y="49113"/>
                  </a:lnTo>
                  <a:lnTo>
                    <a:pt x="8276341" y="49113"/>
                  </a:lnTo>
                  <a:lnTo>
                    <a:pt x="8276467" y="49113"/>
                  </a:lnTo>
                  <a:lnTo>
                    <a:pt x="8276593" y="49113"/>
                  </a:lnTo>
                  <a:lnTo>
                    <a:pt x="8276720" y="49113"/>
                  </a:lnTo>
                  <a:lnTo>
                    <a:pt x="8276846" y="49113"/>
                  </a:lnTo>
                  <a:lnTo>
                    <a:pt x="8276972" y="49113"/>
                  </a:lnTo>
                  <a:lnTo>
                    <a:pt x="8277098" y="49113"/>
                  </a:lnTo>
                  <a:lnTo>
                    <a:pt x="8277225" y="49113"/>
                  </a:lnTo>
                  <a:lnTo>
                    <a:pt x="8277351" y="49113"/>
                  </a:lnTo>
                  <a:lnTo>
                    <a:pt x="8277477" y="49113"/>
                  </a:lnTo>
                  <a:lnTo>
                    <a:pt x="8277603" y="49113"/>
                  </a:lnTo>
                  <a:lnTo>
                    <a:pt x="8277730" y="49113"/>
                  </a:lnTo>
                  <a:lnTo>
                    <a:pt x="8277856" y="49113"/>
                  </a:lnTo>
                  <a:lnTo>
                    <a:pt x="8277982" y="49113"/>
                  </a:lnTo>
                  <a:lnTo>
                    <a:pt x="8278108" y="49113"/>
                  </a:lnTo>
                  <a:lnTo>
                    <a:pt x="8278235" y="49113"/>
                  </a:lnTo>
                  <a:lnTo>
                    <a:pt x="8278361" y="49113"/>
                  </a:lnTo>
                  <a:lnTo>
                    <a:pt x="8278487" y="49113"/>
                  </a:lnTo>
                  <a:lnTo>
                    <a:pt x="8278614" y="49113"/>
                  </a:lnTo>
                  <a:lnTo>
                    <a:pt x="8278740" y="49113"/>
                  </a:lnTo>
                  <a:lnTo>
                    <a:pt x="8278866" y="49113"/>
                  </a:lnTo>
                  <a:lnTo>
                    <a:pt x="8278992" y="49113"/>
                  </a:lnTo>
                  <a:lnTo>
                    <a:pt x="8279119" y="49113"/>
                  </a:lnTo>
                  <a:lnTo>
                    <a:pt x="8279245" y="49113"/>
                  </a:lnTo>
                  <a:lnTo>
                    <a:pt x="8279371" y="49113"/>
                  </a:lnTo>
                  <a:lnTo>
                    <a:pt x="8279497" y="49113"/>
                  </a:lnTo>
                  <a:lnTo>
                    <a:pt x="8279624" y="49113"/>
                  </a:lnTo>
                  <a:lnTo>
                    <a:pt x="8279750" y="49113"/>
                  </a:lnTo>
                  <a:lnTo>
                    <a:pt x="8279876" y="49113"/>
                  </a:lnTo>
                  <a:lnTo>
                    <a:pt x="8280002" y="49113"/>
                  </a:lnTo>
                  <a:lnTo>
                    <a:pt x="8280129" y="49113"/>
                  </a:lnTo>
                  <a:lnTo>
                    <a:pt x="8280255" y="49113"/>
                  </a:lnTo>
                  <a:lnTo>
                    <a:pt x="8280381" y="49113"/>
                  </a:lnTo>
                  <a:lnTo>
                    <a:pt x="8280507" y="49113"/>
                  </a:lnTo>
                  <a:lnTo>
                    <a:pt x="8280634" y="49113"/>
                  </a:lnTo>
                  <a:lnTo>
                    <a:pt x="8280760" y="49113"/>
                  </a:lnTo>
                  <a:lnTo>
                    <a:pt x="8280886" y="49113"/>
                  </a:lnTo>
                  <a:lnTo>
                    <a:pt x="8281012" y="49113"/>
                  </a:lnTo>
                  <a:lnTo>
                    <a:pt x="8281139" y="49113"/>
                  </a:lnTo>
                  <a:lnTo>
                    <a:pt x="8281265" y="49113"/>
                  </a:lnTo>
                  <a:lnTo>
                    <a:pt x="8281391" y="49113"/>
                  </a:lnTo>
                  <a:lnTo>
                    <a:pt x="8281517" y="49113"/>
                  </a:lnTo>
                  <a:lnTo>
                    <a:pt x="8281644" y="49113"/>
                  </a:lnTo>
                  <a:lnTo>
                    <a:pt x="8281770" y="49113"/>
                  </a:lnTo>
                  <a:lnTo>
                    <a:pt x="8281896" y="49113"/>
                  </a:lnTo>
                  <a:lnTo>
                    <a:pt x="8282022" y="49113"/>
                  </a:lnTo>
                  <a:lnTo>
                    <a:pt x="8282149" y="49113"/>
                  </a:lnTo>
                  <a:lnTo>
                    <a:pt x="8282275" y="49113"/>
                  </a:lnTo>
                  <a:lnTo>
                    <a:pt x="8282401" y="49113"/>
                  </a:lnTo>
                  <a:lnTo>
                    <a:pt x="8282527" y="49113"/>
                  </a:lnTo>
                  <a:lnTo>
                    <a:pt x="8282654" y="49113"/>
                  </a:lnTo>
                  <a:lnTo>
                    <a:pt x="8282780" y="49113"/>
                  </a:lnTo>
                  <a:lnTo>
                    <a:pt x="8282906" y="49113"/>
                  </a:lnTo>
                  <a:lnTo>
                    <a:pt x="8283032" y="49113"/>
                  </a:lnTo>
                  <a:lnTo>
                    <a:pt x="8283159" y="49113"/>
                  </a:lnTo>
                  <a:lnTo>
                    <a:pt x="8283285" y="49113"/>
                  </a:lnTo>
                  <a:lnTo>
                    <a:pt x="8283411" y="49113"/>
                  </a:lnTo>
                  <a:lnTo>
                    <a:pt x="8283538" y="49113"/>
                  </a:lnTo>
                  <a:lnTo>
                    <a:pt x="8283664" y="49113"/>
                  </a:lnTo>
                  <a:lnTo>
                    <a:pt x="8283790" y="49113"/>
                  </a:lnTo>
                  <a:lnTo>
                    <a:pt x="8283916" y="49113"/>
                  </a:lnTo>
                  <a:lnTo>
                    <a:pt x="8284043" y="49113"/>
                  </a:lnTo>
                  <a:lnTo>
                    <a:pt x="8284169" y="49113"/>
                  </a:lnTo>
                  <a:lnTo>
                    <a:pt x="8284295" y="49113"/>
                  </a:lnTo>
                  <a:lnTo>
                    <a:pt x="8284421" y="49113"/>
                  </a:lnTo>
                  <a:lnTo>
                    <a:pt x="8284548" y="49113"/>
                  </a:lnTo>
                  <a:lnTo>
                    <a:pt x="8284674" y="49113"/>
                  </a:lnTo>
                  <a:lnTo>
                    <a:pt x="8284800" y="49113"/>
                  </a:lnTo>
                  <a:lnTo>
                    <a:pt x="8284926" y="49113"/>
                  </a:lnTo>
                  <a:lnTo>
                    <a:pt x="8285053" y="49113"/>
                  </a:lnTo>
                  <a:lnTo>
                    <a:pt x="8285179" y="49113"/>
                  </a:lnTo>
                  <a:lnTo>
                    <a:pt x="8285305" y="49113"/>
                  </a:lnTo>
                  <a:lnTo>
                    <a:pt x="8285431" y="49113"/>
                  </a:lnTo>
                  <a:lnTo>
                    <a:pt x="8285558" y="49113"/>
                  </a:lnTo>
                  <a:lnTo>
                    <a:pt x="8285684" y="49113"/>
                  </a:lnTo>
                  <a:lnTo>
                    <a:pt x="8285810" y="49113"/>
                  </a:lnTo>
                  <a:lnTo>
                    <a:pt x="8285936" y="49113"/>
                  </a:lnTo>
                  <a:lnTo>
                    <a:pt x="8286063" y="49113"/>
                  </a:lnTo>
                  <a:lnTo>
                    <a:pt x="8286189" y="49113"/>
                  </a:lnTo>
                  <a:lnTo>
                    <a:pt x="8286315" y="49113"/>
                  </a:lnTo>
                  <a:lnTo>
                    <a:pt x="8286441" y="49113"/>
                  </a:lnTo>
                  <a:lnTo>
                    <a:pt x="8286568" y="49113"/>
                  </a:lnTo>
                  <a:lnTo>
                    <a:pt x="8286694" y="49113"/>
                  </a:lnTo>
                  <a:lnTo>
                    <a:pt x="8286820" y="49113"/>
                  </a:lnTo>
                  <a:lnTo>
                    <a:pt x="8286946" y="49113"/>
                  </a:lnTo>
                  <a:lnTo>
                    <a:pt x="8287073" y="49113"/>
                  </a:lnTo>
                  <a:lnTo>
                    <a:pt x="8287073" y="44202"/>
                  </a:lnTo>
                  <a:lnTo>
                    <a:pt x="8287199" y="44202"/>
                  </a:lnTo>
                  <a:lnTo>
                    <a:pt x="8287325" y="44202"/>
                  </a:lnTo>
                  <a:lnTo>
                    <a:pt x="8287451" y="44202"/>
                  </a:lnTo>
                  <a:lnTo>
                    <a:pt x="8287578" y="44202"/>
                  </a:lnTo>
                  <a:lnTo>
                    <a:pt x="8287704" y="44202"/>
                  </a:lnTo>
                  <a:lnTo>
                    <a:pt x="8287830" y="44202"/>
                  </a:lnTo>
                  <a:lnTo>
                    <a:pt x="8287956" y="44202"/>
                  </a:lnTo>
                  <a:lnTo>
                    <a:pt x="8288083" y="44202"/>
                  </a:lnTo>
                  <a:lnTo>
                    <a:pt x="8288209" y="44202"/>
                  </a:lnTo>
                  <a:lnTo>
                    <a:pt x="8288335" y="44202"/>
                  </a:lnTo>
                  <a:lnTo>
                    <a:pt x="8288461" y="44202"/>
                  </a:lnTo>
                  <a:lnTo>
                    <a:pt x="8288588" y="44202"/>
                  </a:lnTo>
                  <a:lnTo>
                    <a:pt x="8288714" y="44202"/>
                  </a:lnTo>
                  <a:lnTo>
                    <a:pt x="8288840" y="44202"/>
                  </a:lnTo>
                  <a:lnTo>
                    <a:pt x="8288967" y="44202"/>
                  </a:lnTo>
                  <a:lnTo>
                    <a:pt x="8289093" y="44202"/>
                  </a:lnTo>
                  <a:lnTo>
                    <a:pt x="8289219" y="44202"/>
                  </a:lnTo>
                  <a:lnTo>
                    <a:pt x="8289345" y="44202"/>
                  </a:lnTo>
                  <a:lnTo>
                    <a:pt x="8289472" y="44202"/>
                  </a:lnTo>
                  <a:lnTo>
                    <a:pt x="8289598" y="44202"/>
                  </a:lnTo>
                  <a:lnTo>
                    <a:pt x="8289724" y="44202"/>
                  </a:lnTo>
                  <a:lnTo>
                    <a:pt x="8289850" y="44202"/>
                  </a:lnTo>
                  <a:lnTo>
                    <a:pt x="8289977" y="44202"/>
                  </a:lnTo>
                  <a:lnTo>
                    <a:pt x="8290103" y="44202"/>
                  </a:lnTo>
                  <a:lnTo>
                    <a:pt x="8290229" y="44202"/>
                  </a:lnTo>
                  <a:lnTo>
                    <a:pt x="8290355" y="44202"/>
                  </a:lnTo>
                  <a:lnTo>
                    <a:pt x="8290482" y="44202"/>
                  </a:lnTo>
                  <a:lnTo>
                    <a:pt x="8290608" y="44202"/>
                  </a:lnTo>
                  <a:lnTo>
                    <a:pt x="8290734" y="44202"/>
                  </a:lnTo>
                  <a:lnTo>
                    <a:pt x="8290860" y="44202"/>
                  </a:lnTo>
                  <a:lnTo>
                    <a:pt x="8290987" y="44202"/>
                  </a:lnTo>
                  <a:lnTo>
                    <a:pt x="8291113" y="44202"/>
                  </a:lnTo>
                  <a:lnTo>
                    <a:pt x="8291239" y="44202"/>
                  </a:lnTo>
                  <a:lnTo>
                    <a:pt x="8291365" y="44202"/>
                  </a:lnTo>
                  <a:lnTo>
                    <a:pt x="8291492" y="44202"/>
                  </a:lnTo>
                  <a:lnTo>
                    <a:pt x="8291618" y="44202"/>
                  </a:lnTo>
                  <a:lnTo>
                    <a:pt x="8291744" y="44202"/>
                  </a:lnTo>
                  <a:lnTo>
                    <a:pt x="8291870" y="44202"/>
                  </a:lnTo>
                  <a:lnTo>
                    <a:pt x="8291997" y="44202"/>
                  </a:lnTo>
                  <a:lnTo>
                    <a:pt x="8292123" y="44202"/>
                  </a:lnTo>
                  <a:lnTo>
                    <a:pt x="8292249" y="44202"/>
                  </a:lnTo>
                  <a:lnTo>
                    <a:pt x="8292375" y="44202"/>
                  </a:lnTo>
                  <a:lnTo>
                    <a:pt x="8292502" y="44202"/>
                  </a:lnTo>
                  <a:lnTo>
                    <a:pt x="8292628" y="44202"/>
                  </a:lnTo>
                  <a:lnTo>
                    <a:pt x="8292754" y="44202"/>
                  </a:lnTo>
                  <a:lnTo>
                    <a:pt x="8292880" y="44202"/>
                  </a:lnTo>
                  <a:lnTo>
                    <a:pt x="8293007" y="44202"/>
                  </a:lnTo>
                  <a:lnTo>
                    <a:pt x="8293133" y="44202"/>
                  </a:lnTo>
                  <a:lnTo>
                    <a:pt x="8293259" y="44202"/>
                  </a:lnTo>
                  <a:lnTo>
                    <a:pt x="8293385" y="44202"/>
                  </a:lnTo>
                  <a:lnTo>
                    <a:pt x="8293512" y="44202"/>
                  </a:lnTo>
                  <a:lnTo>
                    <a:pt x="8293638" y="44202"/>
                  </a:lnTo>
                  <a:lnTo>
                    <a:pt x="8293764" y="44202"/>
                  </a:lnTo>
                  <a:lnTo>
                    <a:pt x="8293891" y="44202"/>
                  </a:lnTo>
                  <a:lnTo>
                    <a:pt x="8294017" y="44202"/>
                  </a:lnTo>
                  <a:lnTo>
                    <a:pt x="8294143" y="44202"/>
                  </a:lnTo>
                  <a:lnTo>
                    <a:pt x="8294269" y="44202"/>
                  </a:lnTo>
                  <a:lnTo>
                    <a:pt x="8294396" y="44202"/>
                  </a:lnTo>
                  <a:lnTo>
                    <a:pt x="8294522" y="44202"/>
                  </a:lnTo>
                  <a:lnTo>
                    <a:pt x="8294648" y="44202"/>
                  </a:lnTo>
                  <a:lnTo>
                    <a:pt x="8294774" y="44202"/>
                  </a:lnTo>
                  <a:lnTo>
                    <a:pt x="8294901" y="44202"/>
                  </a:lnTo>
                  <a:lnTo>
                    <a:pt x="8295027" y="44202"/>
                  </a:lnTo>
                  <a:lnTo>
                    <a:pt x="8295153" y="44202"/>
                  </a:lnTo>
                  <a:lnTo>
                    <a:pt x="8295279" y="44202"/>
                  </a:lnTo>
                  <a:lnTo>
                    <a:pt x="8295406" y="44202"/>
                  </a:lnTo>
                  <a:lnTo>
                    <a:pt x="8295532" y="44202"/>
                  </a:lnTo>
                  <a:lnTo>
                    <a:pt x="8295658" y="44202"/>
                  </a:lnTo>
                  <a:lnTo>
                    <a:pt x="8295784" y="44202"/>
                  </a:lnTo>
                  <a:lnTo>
                    <a:pt x="8295911" y="44202"/>
                  </a:lnTo>
                  <a:lnTo>
                    <a:pt x="8296037" y="44202"/>
                  </a:lnTo>
                  <a:lnTo>
                    <a:pt x="8296163" y="44202"/>
                  </a:lnTo>
                  <a:lnTo>
                    <a:pt x="8296289" y="44202"/>
                  </a:lnTo>
                  <a:lnTo>
                    <a:pt x="8296416" y="44202"/>
                  </a:lnTo>
                  <a:lnTo>
                    <a:pt x="8296542" y="44202"/>
                  </a:lnTo>
                  <a:lnTo>
                    <a:pt x="8296668" y="44202"/>
                  </a:lnTo>
                  <a:lnTo>
                    <a:pt x="8296794" y="44202"/>
                  </a:lnTo>
                  <a:lnTo>
                    <a:pt x="8296921" y="44202"/>
                  </a:lnTo>
                  <a:lnTo>
                    <a:pt x="8297047" y="44202"/>
                  </a:lnTo>
                  <a:lnTo>
                    <a:pt x="8297173" y="44202"/>
                  </a:lnTo>
                  <a:lnTo>
                    <a:pt x="8297299" y="44202"/>
                  </a:lnTo>
                  <a:lnTo>
                    <a:pt x="8297426" y="44202"/>
                  </a:lnTo>
                  <a:lnTo>
                    <a:pt x="8297552" y="44202"/>
                  </a:lnTo>
                  <a:lnTo>
                    <a:pt x="8297678" y="44202"/>
                  </a:lnTo>
                  <a:lnTo>
                    <a:pt x="8297804" y="44202"/>
                  </a:lnTo>
                  <a:lnTo>
                    <a:pt x="8297931" y="44202"/>
                  </a:lnTo>
                  <a:lnTo>
                    <a:pt x="8298057" y="44202"/>
                  </a:lnTo>
                  <a:lnTo>
                    <a:pt x="8298183" y="44202"/>
                  </a:lnTo>
                  <a:lnTo>
                    <a:pt x="8298309" y="44202"/>
                  </a:lnTo>
                  <a:lnTo>
                    <a:pt x="8298436" y="44202"/>
                  </a:lnTo>
                  <a:lnTo>
                    <a:pt x="8298562" y="44202"/>
                  </a:lnTo>
                  <a:lnTo>
                    <a:pt x="8298688" y="44202"/>
                  </a:lnTo>
                  <a:lnTo>
                    <a:pt x="8298814" y="44202"/>
                  </a:lnTo>
                  <a:lnTo>
                    <a:pt x="8298941" y="44202"/>
                  </a:lnTo>
                  <a:lnTo>
                    <a:pt x="8299067" y="44202"/>
                  </a:lnTo>
                  <a:lnTo>
                    <a:pt x="8299193" y="44202"/>
                  </a:lnTo>
                  <a:lnTo>
                    <a:pt x="8299320" y="44202"/>
                  </a:lnTo>
                  <a:lnTo>
                    <a:pt x="8299446" y="44202"/>
                  </a:lnTo>
                  <a:lnTo>
                    <a:pt x="8299572" y="44202"/>
                  </a:lnTo>
                  <a:lnTo>
                    <a:pt x="8299698" y="44202"/>
                  </a:lnTo>
                  <a:lnTo>
                    <a:pt x="8299825" y="44202"/>
                  </a:lnTo>
                  <a:lnTo>
                    <a:pt x="8299951" y="44202"/>
                  </a:lnTo>
                  <a:lnTo>
                    <a:pt x="8300077" y="44202"/>
                  </a:lnTo>
                  <a:lnTo>
                    <a:pt x="8300203" y="44202"/>
                  </a:lnTo>
                  <a:lnTo>
                    <a:pt x="8300330" y="44202"/>
                  </a:lnTo>
                  <a:lnTo>
                    <a:pt x="8300456" y="44202"/>
                  </a:lnTo>
                  <a:lnTo>
                    <a:pt x="8300582" y="44202"/>
                  </a:lnTo>
                  <a:lnTo>
                    <a:pt x="8300708" y="44202"/>
                  </a:lnTo>
                  <a:lnTo>
                    <a:pt x="8300835" y="44202"/>
                  </a:lnTo>
                  <a:lnTo>
                    <a:pt x="8300961" y="44202"/>
                  </a:lnTo>
                  <a:lnTo>
                    <a:pt x="8301087" y="44202"/>
                  </a:lnTo>
                  <a:lnTo>
                    <a:pt x="8301213" y="44202"/>
                  </a:lnTo>
                  <a:lnTo>
                    <a:pt x="8301340" y="44202"/>
                  </a:lnTo>
                  <a:lnTo>
                    <a:pt x="8301466" y="44202"/>
                  </a:lnTo>
                  <a:lnTo>
                    <a:pt x="8301592" y="44202"/>
                  </a:lnTo>
                  <a:lnTo>
                    <a:pt x="8301718" y="44202"/>
                  </a:lnTo>
                  <a:lnTo>
                    <a:pt x="8301845" y="44202"/>
                  </a:lnTo>
                  <a:lnTo>
                    <a:pt x="8301971" y="44202"/>
                  </a:lnTo>
                  <a:lnTo>
                    <a:pt x="8302097" y="44202"/>
                  </a:lnTo>
                  <a:lnTo>
                    <a:pt x="8302223" y="44202"/>
                  </a:lnTo>
                  <a:lnTo>
                    <a:pt x="8302350" y="44202"/>
                  </a:lnTo>
                  <a:lnTo>
                    <a:pt x="8302476" y="44202"/>
                  </a:lnTo>
                  <a:lnTo>
                    <a:pt x="8302602" y="44202"/>
                  </a:lnTo>
                  <a:lnTo>
                    <a:pt x="8302728" y="44202"/>
                  </a:lnTo>
                  <a:lnTo>
                    <a:pt x="8302855" y="44202"/>
                  </a:lnTo>
                  <a:lnTo>
                    <a:pt x="8302981" y="44202"/>
                  </a:lnTo>
                  <a:lnTo>
                    <a:pt x="8303107" y="44202"/>
                  </a:lnTo>
                  <a:lnTo>
                    <a:pt x="8303233" y="44202"/>
                  </a:lnTo>
                  <a:lnTo>
                    <a:pt x="8303360" y="44202"/>
                  </a:lnTo>
                  <a:lnTo>
                    <a:pt x="8303486" y="44202"/>
                  </a:lnTo>
                  <a:lnTo>
                    <a:pt x="8303612" y="44202"/>
                  </a:lnTo>
                  <a:lnTo>
                    <a:pt x="8303738" y="44202"/>
                  </a:lnTo>
                  <a:lnTo>
                    <a:pt x="8303865" y="44202"/>
                  </a:lnTo>
                  <a:lnTo>
                    <a:pt x="8303991" y="44202"/>
                  </a:lnTo>
                  <a:lnTo>
                    <a:pt x="8304117" y="44202"/>
                  </a:lnTo>
                  <a:lnTo>
                    <a:pt x="8304244" y="44202"/>
                  </a:lnTo>
                  <a:lnTo>
                    <a:pt x="8304370" y="44202"/>
                  </a:lnTo>
                  <a:lnTo>
                    <a:pt x="8304496" y="44202"/>
                  </a:lnTo>
                  <a:lnTo>
                    <a:pt x="8304622" y="44202"/>
                  </a:lnTo>
                  <a:lnTo>
                    <a:pt x="8304749" y="44202"/>
                  </a:lnTo>
                  <a:lnTo>
                    <a:pt x="8304875" y="44202"/>
                  </a:lnTo>
                  <a:lnTo>
                    <a:pt x="8304875" y="39290"/>
                  </a:lnTo>
                  <a:lnTo>
                    <a:pt x="8305001" y="39290"/>
                  </a:lnTo>
                  <a:lnTo>
                    <a:pt x="8305127" y="39290"/>
                  </a:lnTo>
                  <a:lnTo>
                    <a:pt x="8305254" y="39290"/>
                  </a:lnTo>
                  <a:lnTo>
                    <a:pt x="8305380" y="39290"/>
                  </a:lnTo>
                  <a:lnTo>
                    <a:pt x="8305506" y="39290"/>
                  </a:lnTo>
                  <a:lnTo>
                    <a:pt x="8305632" y="39290"/>
                  </a:lnTo>
                  <a:lnTo>
                    <a:pt x="8305759" y="39290"/>
                  </a:lnTo>
                  <a:lnTo>
                    <a:pt x="8305885" y="39290"/>
                  </a:lnTo>
                  <a:lnTo>
                    <a:pt x="8306011" y="39290"/>
                  </a:lnTo>
                  <a:lnTo>
                    <a:pt x="8306137" y="39290"/>
                  </a:lnTo>
                  <a:lnTo>
                    <a:pt x="8306264" y="39290"/>
                  </a:lnTo>
                  <a:lnTo>
                    <a:pt x="8306390" y="39290"/>
                  </a:lnTo>
                  <a:lnTo>
                    <a:pt x="8306516" y="39290"/>
                  </a:lnTo>
                  <a:lnTo>
                    <a:pt x="8306642" y="39290"/>
                  </a:lnTo>
                  <a:lnTo>
                    <a:pt x="8306769" y="39290"/>
                  </a:lnTo>
                  <a:lnTo>
                    <a:pt x="8306895" y="39290"/>
                  </a:lnTo>
                  <a:lnTo>
                    <a:pt x="8307021" y="39290"/>
                  </a:lnTo>
                  <a:lnTo>
                    <a:pt x="8307147" y="39290"/>
                  </a:lnTo>
                  <a:lnTo>
                    <a:pt x="8307274" y="39290"/>
                  </a:lnTo>
                  <a:lnTo>
                    <a:pt x="8307400" y="39290"/>
                  </a:lnTo>
                  <a:lnTo>
                    <a:pt x="8307526" y="39290"/>
                  </a:lnTo>
                  <a:lnTo>
                    <a:pt x="8307652" y="39290"/>
                  </a:lnTo>
                  <a:lnTo>
                    <a:pt x="8307779" y="39290"/>
                  </a:lnTo>
                  <a:lnTo>
                    <a:pt x="8307905" y="39290"/>
                  </a:lnTo>
                  <a:lnTo>
                    <a:pt x="8308031" y="39290"/>
                  </a:lnTo>
                  <a:lnTo>
                    <a:pt x="8308157" y="39290"/>
                  </a:lnTo>
                  <a:lnTo>
                    <a:pt x="8308284" y="39290"/>
                  </a:lnTo>
                  <a:lnTo>
                    <a:pt x="8308410" y="39290"/>
                  </a:lnTo>
                  <a:lnTo>
                    <a:pt x="8308536" y="39290"/>
                  </a:lnTo>
                  <a:lnTo>
                    <a:pt x="8308662" y="39290"/>
                  </a:lnTo>
                  <a:lnTo>
                    <a:pt x="8308789" y="39290"/>
                  </a:lnTo>
                  <a:lnTo>
                    <a:pt x="8308915" y="39290"/>
                  </a:lnTo>
                  <a:lnTo>
                    <a:pt x="8309041" y="39290"/>
                  </a:lnTo>
                  <a:lnTo>
                    <a:pt x="8309167" y="39290"/>
                  </a:lnTo>
                  <a:lnTo>
                    <a:pt x="8309294" y="39290"/>
                  </a:lnTo>
                  <a:lnTo>
                    <a:pt x="8309420" y="39290"/>
                  </a:lnTo>
                  <a:lnTo>
                    <a:pt x="8309546" y="39290"/>
                  </a:lnTo>
                  <a:lnTo>
                    <a:pt x="8309673" y="39290"/>
                  </a:lnTo>
                  <a:lnTo>
                    <a:pt x="8309799" y="39290"/>
                  </a:lnTo>
                  <a:lnTo>
                    <a:pt x="8309925" y="39290"/>
                  </a:lnTo>
                  <a:lnTo>
                    <a:pt x="8310051" y="39290"/>
                  </a:lnTo>
                  <a:lnTo>
                    <a:pt x="8310178" y="39290"/>
                  </a:lnTo>
                  <a:lnTo>
                    <a:pt x="8310304" y="39290"/>
                  </a:lnTo>
                  <a:lnTo>
                    <a:pt x="8310430" y="39290"/>
                  </a:lnTo>
                  <a:lnTo>
                    <a:pt x="8310556" y="39290"/>
                  </a:lnTo>
                  <a:lnTo>
                    <a:pt x="8310683" y="39290"/>
                  </a:lnTo>
                  <a:lnTo>
                    <a:pt x="8310809" y="39290"/>
                  </a:lnTo>
                  <a:lnTo>
                    <a:pt x="8310935" y="39290"/>
                  </a:lnTo>
                  <a:lnTo>
                    <a:pt x="8311061" y="39290"/>
                  </a:lnTo>
                  <a:lnTo>
                    <a:pt x="8311188" y="39290"/>
                  </a:lnTo>
                  <a:lnTo>
                    <a:pt x="8311314" y="39290"/>
                  </a:lnTo>
                  <a:lnTo>
                    <a:pt x="8311440" y="39290"/>
                  </a:lnTo>
                  <a:lnTo>
                    <a:pt x="8311566" y="39290"/>
                  </a:lnTo>
                  <a:lnTo>
                    <a:pt x="8311693" y="39290"/>
                  </a:lnTo>
                  <a:lnTo>
                    <a:pt x="8311819" y="39290"/>
                  </a:lnTo>
                  <a:lnTo>
                    <a:pt x="8311945" y="39290"/>
                  </a:lnTo>
                  <a:lnTo>
                    <a:pt x="8312071" y="39290"/>
                  </a:lnTo>
                  <a:lnTo>
                    <a:pt x="8312198" y="39290"/>
                  </a:lnTo>
                  <a:lnTo>
                    <a:pt x="8312324" y="39290"/>
                  </a:lnTo>
                  <a:lnTo>
                    <a:pt x="8312450" y="39290"/>
                  </a:lnTo>
                  <a:lnTo>
                    <a:pt x="8312576" y="39290"/>
                  </a:lnTo>
                  <a:lnTo>
                    <a:pt x="8312703" y="39290"/>
                  </a:lnTo>
                  <a:lnTo>
                    <a:pt x="8312829" y="39290"/>
                  </a:lnTo>
                  <a:lnTo>
                    <a:pt x="8312955" y="39290"/>
                  </a:lnTo>
                  <a:lnTo>
                    <a:pt x="8313081" y="39290"/>
                  </a:lnTo>
                  <a:lnTo>
                    <a:pt x="8313208" y="39290"/>
                  </a:lnTo>
                  <a:lnTo>
                    <a:pt x="8313334" y="39290"/>
                  </a:lnTo>
                  <a:lnTo>
                    <a:pt x="8313460" y="39290"/>
                  </a:lnTo>
                  <a:lnTo>
                    <a:pt x="8313586" y="39290"/>
                  </a:lnTo>
                  <a:lnTo>
                    <a:pt x="8313713" y="39290"/>
                  </a:lnTo>
                  <a:lnTo>
                    <a:pt x="8313839" y="39290"/>
                  </a:lnTo>
                  <a:lnTo>
                    <a:pt x="8313965" y="39290"/>
                  </a:lnTo>
                  <a:lnTo>
                    <a:pt x="8314091" y="39290"/>
                  </a:lnTo>
                  <a:lnTo>
                    <a:pt x="8314218" y="39290"/>
                  </a:lnTo>
                  <a:lnTo>
                    <a:pt x="8314344" y="39290"/>
                  </a:lnTo>
                  <a:lnTo>
                    <a:pt x="8314470" y="39290"/>
                  </a:lnTo>
                  <a:lnTo>
                    <a:pt x="8314597" y="39290"/>
                  </a:lnTo>
                  <a:lnTo>
                    <a:pt x="8314723" y="39290"/>
                  </a:lnTo>
                  <a:lnTo>
                    <a:pt x="8314849" y="39290"/>
                  </a:lnTo>
                  <a:lnTo>
                    <a:pt x="8314975" y="39290"/>
                  </a:lnTo>
                  <a:lnTo>
                    <a:pt x="8315102" y="39290"/>
                  </a:lnTo>
                  <a:lnTo>
                    <a:pt x="8315228" y="39290"/>
                  </a:lnTo>
                  <a:lnTo>
                    <a:pt x="8315354" y="39290"/>
                  </a:lnTo>
                  <a:lnTo>
                    <a:pt x="8315480" y="39290"/>
                  </a:lnTo>
                  <a:lnTo>
                    <a:pt x="8315607" y="39290"/>
                  </a:lnTo>
                  <a:lnTo>
                    <a:pt x="8315733" y="39290"/>
                  </a:lnTo>
                  <a:lnTo>
                    <a:pt x="8315859" y="39290"/>
                  </a:lnTo>
                  <a:lnTo>
                    <a:pt x="8315985" y="39290"/>
                  </a:lnTo>
                  <a:lnTo>
                    <a:pt x="8316112" y="39290"/>
                  </a:lnTo>
                  <a:lnTo>
                    <a:pt x="8316238" y="39290"/>
                  </a:lnTo>
                  <a:lnTo>
                    <a:pt x="8316364" y="39290"/>
                  </a:lnTo>
                  <a:lnTo>
                    <a:pt x="8316490" y="39290"/>
                  </a:lnTo>
                  <a:lnTo>
                    <a:pt x="8316617" y="39290"/>
                  </a:lnTo>
                  <a:lnTo>
                    <a:pt x="8316743" y="39290"/>
                  </a:lnTo>
                  <a:lnTo>
                    <a:pt x="8316869" y="39290"/>
                  </a:lnTo>
                  <a:lnTo>
                    <a:pt x="8316995" y="39290"/>
                  </a:lnTo>
                  <a:lnTo>
                    <a:pt x="8317122" y="39290"/>
                  </a:lnTo>
                  <a:lnTo>
                    <a:pt x="8317248" y="39290"/>
                  </a:lnTo>
                  <a:lnTo>
                    <a:pt x="8317374" y="39290"/>
                  </a:lnTo>
                  <a:lnTo>
                    <a:pt x="8317500" y="39290"/>
                  </a:lnTo>
                  <a:lnTo>
                    <a:pt x="8317627" y="39290"/>
                  </a:lnTo>
                  <a:lnTo>
                    <a:pt x="8317753" y="39290"/>
                  </a:lnTo>
                  <a:lnTo>
                    <a:pt x="8317879" y="39290"/>
                  </a:lnTo>
                  <a:lnTo>
                    <a:pt x="8318005" y="39290"/>
                  </a:lnTo>
                  <a:lnTo>
                    <a:pt x="8318132" y="39290"/>
                  </a:lnTo>
                  <a:lnTo>
                    <a:pt x="8318258" y="39290"/>
                  </a:lnTo>
                  <a:lnTo>
                    <a:pt x="8318384" y="39290"/>
                  </a:lnTo>
                  <a:lnTo>
                    <a:pt x="8318510" y="39290"/>
                  </a:lnTo>
                  <a:lnTo>
                    <a:pt x="8318637" y="39290"/>
                  </a:lnTo>
                  <a:lnTo>
                    <a:pt x="8318763" y="39290"/>
                  </a:lnTo>
                  <a:lnTo>
                    <a:pt x="8318889" y="39290"/>
                  </a:lnTo>
                  <a:lnTo>
                    <a:pt x="8319015" y="39290"/>
                  </a:lnTo>
                  <a:lnTo>
                    <a:pt x="8319142" y="39290"/>
                  </a:lnTo>
                  <a:lnTo>
                    <a:pt x="8319268" y="39290"/>
                  </a:lnTo>
                  <a:lnTo>
                    <a:pt x="8319394" y="39290"/>
                  </a:lnTo>
                  <a:lnTo>
                    <a:pt x="8319521" y="39290"/>
                  </a:lnTo>
                  <a:lnTo>
                    <a:pt x="8319647" y="39290"/>
                  </a:lnTo>
                  <a:lnTo>
                    <a:pt x="8319773" y="39290"/>
                  </a:lnTo>
                  <a:lnTo>
                    <a:pt x="8319899" y="39290"/>
                  </a:lnTo>
                  <a:lnTo>
                    <a:pt x="8320026" y="39290"/>
                  </a:lnTo>
                  <a:lnTo>
                    <a:pt x="8320026" y="34379"/>
                  </a:lnTo>
                  <a:lnTo>
                    <a:pt x="8320152" y="34379"/>
                  </a:lnTo>
                  <a:lnTo>
                    <a:pt x="8320278" y="34379"/>
                  </a:lnTo>
                  <a:lnTo>
                    <a:pt x="8320404" y="34379"/>
                  </a:lnTo>
                  <a:lnTo>
                    <a:pt x="8320531" y="34379"/>
                  </a:lnTo>
                  <a:lnTo>
                    <a:pt x="8320657" y="34379"/>
                  </a:lnTo>
                  <a:lnTo>
                    <a:pt x="8320783" y="34379"/>
                  </a:lnTo>
                  <a:lnTo>
                    <a:pt x="8320909" y="34379"/>
                  </a:lnTo>
                  <a:lnTo>
                    <a:pt x="8321036" y="34379"/>
                  </a:lnTo>
                  <a:lnTo>
                    <a:pt x="8321162" y="34379"/>
                  </a:lnTo>
                  <a:lnTo>
                    <a:pt x="8321288" y="34379"/>
                  </a:lnTo>
                  <a:lnTo>
                    <a:pt x="8321414" y="34379"/>
                  </a:lnTo>
                  <a:lnTo>
                    <a:pt x="8321541" y="34379"/>
                  </a:lnTo>
                  <a:lnTo>
                    <a:pt x="8321667" y="34379"/>
                  </a:lnTo>
                  <a:lnTo>
                    <a:pt x="8321793" y="34379"/>
                  </a:lnTo>
                  <a:lnTo>
                    <a:pt x="8321919" y="34379"/>
                  </a:lnTo>
                  <a:lnTo>
                    <a:pt x="8322046" y="34379"/>
                  </a:lnTo>
                  <a:lnTo>
                    <a:pt x="8322172" y="34379"/>
                  </a:lnTo>
                  <a:lnTo>
                    <a:pt x="8322298" y="34379"/>
                  </a:lnTo>
                  <a:lnTo>
                    <a:pt x="8322424" y="34379"/>
                  </a:lnTo>
                  <a:lnTo>
                    <a:pt x="8322551" y="34379"/>
                  </a:lnTo>
                  <a:lnTo>
                    <a:pt x="8322677" y="34379"/>
                  </a:lnTo>
                  <a:lnTo>
                    <a:pt x="8322803" y="34379"/>
                  </a:lnTo>
                  <a:lnTo>
                    <a:pt x="8322929" y="34379"/>
                  </a:lnTo>
                  <a:lnTo>
                    <a:pt x="8323056" y="34379"/>
                  </a:lnTo>
                  <a:lnTo>
                    <a:pt x="8323182" y="34379"/>
                  </a:lnTo>
                  <a:lnTo>
                    <a:pt x="8323308" y="34379"/>
                  </a:lnTo>
                  <a:lnTo>
                    <a:pt x="8323434" y="34379"/>
                  </a:lnTo>
                  <a:lnTo>
                    <a:pt x="8323561" y="34379"/>
                  </a:lnTo>
                  <a:lnTo>
                    <a:pt x="8323687" y="34379"/>
                  </a:lnTo>
                  <a:lnTo>
                    <a:pt x="8323813" y="34379"/>
                  </a:lnTo>
                  <a:lnTo>
                    <a:pt x="8323939" y="34379"/>
                  </a:lnTo>
                  <a:lnTo>
                    <a:pt x="8324066" y="34379"/>
                  </a:lnTo>
                  <a:lnTo>
                    <a:pt x="8324192" y="34379"/>
                  </a:lnTo>
                  <a:lnTo>
                    <a:pt x="8324318" y="34379"/>
                  </a:lnTo>
                  <a:lnTo>
                    <a:pt x="8324444" y="34379"/>
                  </a:lnTo>
                  <a:lnTo>
                    <a:pt x="8324571" y="34379"/>
                  </a:lnTo>
                  <a:lnTo>
                    <a:pt x="8324697" y="34379"/>
                  </a:lnTo>
                  <a:lnTo>
                    <a:pt x="8324823" y="34379"/>
                  </a:lnTo>
                  <a:lnTo>
                    <a:pt x="8324950" y="34379"/>
                  </a:lnTo>
                  <a:lnTo>
                    <a:pt x="8325076" y="34379"/>
                  </a:lnTo>
                  <a:lnTo>
                    <a:pt x="8325202" y="34379"/>
                  </a:lnTo>
                  <a:lnTo>
                    <a:pt x="8325328" y="34379"/>
                  </a:lnTo>
                  <a:lnTo>
                    <a:pt x="8325455" y="34379"/>
                  </a:lnTo>
                  <a:lnTo>
                    <a:pt x="8325581" y="34379"/>
                  </a:lnTo>
                  <a:lnTo>
                    <a:pt x="8325707" y="34379"/>
                  </a:lnTo>
                  <a:lnTo>
                    <a:pt x="8325833" y="34379"/>
                  </a:lnTo>
                  <a:lnTo>
                    <a:pt x="8325960" y="34379"/>
                  </a:lnTo>
                  <a:lnTo>
                    <a:pt x="8326086" y="34379"/>
                  </a:lnTo>
                  <a:lnTo>
                    <a:pt x="8326212" y="34379"/>
                  </a:lnTo>
                  <a:lnTo>
                    <a:pt x="8326338" y="34379"/>
                  </a:lnTo>
                  <a:lnTo>
                    <a:pt x="8326465" y="34379"/>
                  </a:lnTo>
                  <a:lnTo>
                    <a:pt x="8326591" y="34379"/>
                  </a:lnTo>
                  <a:lnTo>
                    <a:pt x="8326717" y="34379"/>
                  </a:lnTo>
                  <a:lnTo>
                    <a:pt x="8326843" y="34379"/>
                  </a:lnTo>
                  <a:lnTo>
                    <a:pt x="8326970" y="34379"/>
                  </a:lnTo>
                  <a:lnTo>
                    <a:pt x="8327096" y="34379"/>
                  </a:lnTo>
                  <a:lnTo>
                    <a:pt x="8327222" y="34379"/>
                  </a:lnTo>
                  <a:lnTo>
                    <a:pt x="8327348" y="34379"/>
                  </a:lnTo>
                  <a:lnTo>
                    <a:pt x="8327475" y="34379"/>
                  </a:lnTo>
                  <a:lnTo>
                    <a:pt x="8327601" y="34379"/>
                  </a:lnTo>
                  <a:lnTo>
                    <a:pt x="8327727" y="34379"/>
                  </a:lnTo>
                  <a:lnTo>
                    <a:pt x="8327853" y="34379"/>
                  </a:lnTo>
                  <a:lnTo>
                    <a:pt x="8327980" y="34379"/>
                  </a:lnTo>
                  <a:lnTo>
                    <a:pt x="8328106" y="34379"/>
                  </a:lnTo>
                  <a:lnTo>
                    <a:pt x="8328232" y="34379"/>
                  </a:lnTo>
                  <a:lnTo>
                    <a:pt x="8328358" y="34379"/>
                  </a:lnTo>
                  <a:lnTo>
                    <a:pt x="8328485" y="34379"/>
                  </a:lnTo>
                  <a:lnTo>
                    <a:pt x="8328611" y="34379"/>
                  </a:lnTo>
                  <a:lnTo>
                    <a:pt x="8328737" y="34379"/>
                  </a:lnTo>
                  <a:lnTo>
                    <a:pt x="8328863" y="34379"/>
                  </a:lnTo>
                  <a:lnTo>
                    <a:pt x="8328990" y="34379"/>
                  </a:lnTo>
                  <a:lnTo>
                    <a:pt x="8329116" y="34379"/>
                  </a:lnTo>
                  <a:lnTo>
                    <a:pt x="8329242" y="34379"/>
                  </a:lnTo>
                  <a:lnTo>
                    <a:pt x="8329368" y="34379"/>
                  </a:lnTo>
                  <a:lnTo>
                    <a:pt x="8329495" y="34379"/>
                  </a:lnTo>
                  <a:lnTo>
                    <a:pt x="8329621" y="34379"/>
                  </a:lnTo>
                  <a:lnTo>
                    <a:pt x="8329747" y="34379"/>
                  </a:lnTo>
                  <a:lnTo>
                    <a:pt x="8329874" y="34379"/>
                  </a:lnTo>
                  <a:lnTo>
                    <a:pt x="8330000" y="34379"/>
                  </a:lnTo>
                  <a:lnTo>
                    <a:pt x="8330126" y="34379"/>
                  </a:lnTo>
                  <a:lnTo>
                    <a:pt x="8330252" y="34379"/>
                  </a:lnTo>
                  <a:lnTo>
                    <a:pt x="8330379" y="34379"/>
                  </a:lnTo>
                  <a:lnTo>
                    <a:pt x="8330505" y="34379"/>
                  </a:lnTo>
                  <a:lnTo>
                    <a:pt x="8330631" y="34379"/>
                  </a:lnTo>
                  <a:lnTo>
                    <a:pt x="8330757" y="34379"/>
                  </a:lnTo>
                  <a:lnTo>
                    <a:pt x="8330884" y="34379"/>
                  </a:lnTo>
                  <a:lnTo>
                    <a:pt x="8331010" y="34379"/>
                  </a:lnTo>
                  <a:lnTo>
                    <a:pt x="8331136" y="34379"/>
                  </a:lnTo>
                  <a:lnTo>
                    <a:pt x="8331262" y="34379"/>
                  </a:lnTo>
                  <a:lnTo>
                    <a:pt x="8331389" y="34379"/>
                  </a:lnTo>
                  <a:lnTo>
                    <a:pt x="8331515" y="34379"/>
                  </a:lnTo>
                  <a:lnTo>
                    <a:pt x="8331641" y="34379"/>
                  </a:lnTo>
                  <a:lnTo>
                    <a:pt x="8331767" y="34379"/>
                  </a:lnTo>
                  <a:lnTo>
                    <a:pt x="8331894" y="34379"/>
                  </a:lnTo>
                  <a:lnTo>
                    <a:pt x="8332020" y="34379"/>
                  </a:lnTo>
                  <a:lnTo>
                    <a:pt x="8332146" y="34379"/>
                  </a:lnTo>
                  <a:lnTo>
                    <a:pt x="8332272" y="34379"/>
                  </a:lnTo>
                  <a:lnTo>
                    <a:pt x="8332399" y="34379"/>
                  </a:lnTo>
                  <a:lnTo>
                    <a:pt x="8332525" y="34379"/>
                  </a:lnTo>
                  <a:lnTo>
                    <a:pt x="8332651" y="34379"/>
                  </a:lnTo>
                  <a:lnTo>
                    <a:pt x="8332777" y="34379"/>
                  </a:lnTo>
                  <a:lnTo>
                    <a:pt x="8332904" y="34379"/>
                  </a:lnTo>
                  <a:lnTo>
                    <a:pt x="8333030" y="34379"/>
                  </a:lnTo>
                  <a:lnTo>
                    <a:pt x="8333156" y="34379"/>
                  </a:lnTo>
                  <a:lnTo>
                    <a:pt x="8333282" y="34379"/>
                  </a:lnTo>
                  <a:lnTo>
                    <a:pt x="8333409" y="34379"/>
                  </a:lnTo>
                  <a:lnTo>
                    <a:pt x="8333535" y="34379"/>
                  </a:lnTo>
                  <a:lnTo>
                    <a:pt x="8333661" y="34379"/>
                  </a:lnTo>
                  <a:lnTo>
                    <a:pt x="8333787" y="34379"/>
                  </a:lnTo>
                  <a:lnTo>
                    <a:pt x="8333914" y="34379"/>
                  </a:lnTo>
                  <a:lnTo>
                    <a:pt x="8334040" y="34379"/>
                  </a:lnTo>
                  <a:lnTo>
                    <a:pt x="8334166" y="34379"/>
                  </a:lnTo>
                  <a:lnTo>
                    <a:pt x="8334292" y="34379"/>
                  </a:lnTo>
                  <a:lnTo>
                    <a:pt x="8334419" y="34379"/>
                  </a:lnTo>
                  <a:lnTo>
                    <a:pt x="8334545" y="34379"/>
                  </a:lnTo>
                  <a:lnTo>
                    <a:pt x="8334671" y="34379"/>
                  </a:lnTo>
                  <a:lnTo>
                    <a:pt x="8334797" y="34379"/>
                  </a:lnTo>
                  <a:lnTo>
                    <a:pt x="8334924" y="34379"/>
                  </a:lnTo>
                  <a:lnTo>
                    <a:pt x="8335050" y="34379"/>
                  </a:lnTo>
                  <a:lnTo>
                    <a:pt x="8335176" y="34379"/>
                  </a:lnTo>
                  <a:lnTo>
                    <a:pt x="8335303" y="34379"/>
                  </a:lnTo>
                  <a:lnTo>
                    <a:pt x="8335429" y="34379"/>
                  </a:lnTo>
                  <a:lnTo>
                    <a:pt x="8335555" y="34379"/>
                  </a:lnTo>
                  <a:lnTo>
                    <a:pt x="8335681" y="34379"/>
                  </a:lnTo>
                  <a:lnTo>
                    <a:pt x="8335808" y="34379"/>
                  </a:lnTo>
                  <a:lnTo>
                    <a:pt x="8335934" y="34379"/>
                  </a:lnTo>
                  <a:lnTo>
                    <a:pt x="8336060" y="34379"/>
                  </a:lnTo>
                  <a:lnTo>
                    <a:pt x="8336186" y="34379"/>
                  </a:lnTo>
                  <a:lnTo>
                    <a:pt x="8336313" y="34379"/>
                  </a:lnTo>
                  <a:lnTo>
                    <a:pt x="8336439" y="34379"/>
                  </a:lnTo>
                  <a:lnTo>
                    <a:pt x="8336565" y="34379"/>
                  </a:lnTo>
                  <a:lnTo>
                    <a:pt x="8336691" y="34379"/>
                  </a:lnTo>
                  <a:lnTo>
                    <a:pt x="8336818" y="34379"/>
                  </a:lnTo>
                  <a:lnTo>
                    <a:pt x="8336944" y="34379"/>
                  </a:lnTo>
                  <a:lnTo>
                    <a:pt x="8337070" y="34379"/>
                  </a:lnTo>
                  <a:lnTo>
                    <a:pt x="8337196" y="34379"/>
                  </a:lnTo>
                  <a:lnTo>
                    <a:pt x="8337323" y="34379"/>
                  </a:lnTo>
                  <a:lnTo>
                    <a:pt x="8337449" y="34379"/>
                  </a:lnTo>
                  <a:lnTo>
                    <a:pt x="8337575" y="34379"/>
                  </a:lnTo>
                  <a:lnTo>
                    <a:pt x="8337701" y="34379"/>
                  </a:lnTo>
                  <a:lnTo>
                    <a:pt x="8337828" y="34379"/>
                  </a:lnTo>
                  <a:lnTo>
                    <a:pt x="8337954" y="34379"/>
                  </a:lnTo>
                  <a:lnTo>
                    <a:pt x="8338080" y="34379"/>
                  </a:lnTo>
                  <a:lnTo>
                    <a:pt x="8338206" y="34379"/>
                  </a:lnTo>
                  <a:lnTo>
                    <a:pt x="8338333" y="34379"/>
                  </a:lnTo>
                  <a:lnTo>
                    <a:pt x="8338459" y="34379"/>
                  </a:lnTo>
                  <a:lnTo>
                    <a:pt x="8338585" y="34379"/>
                  </a:lnTo>
                  <a:lnTo>
                    <a:pt x="8338711" y="34379"/>
                  </a:lnTo>
                  <a:lnTo>
                    <a:pt x="8338838" y="34379"/>
                  </a:lnTo>
                  <a:lnTo>
                    <a:pt x="8338964" y="34379"/>
                  </a:lnTo>
                  <a:lnTo>
                    <a:pt x="8339090" y="34379"/>
                  </a:lnTo>
                  <a:lnTo>
                    <a:pt x="8339216" y="34379"/>
                  </a:lnTo>
                  <a:lnTo>
                    <a:pt x="8339343" y="34379"/>
                  </a:lnTo>
                  <a:lnTo>
                    <a:pt x="8339469" y="34379"/>
                  </a:lnTo>
                  <a:lnTo>
                    <a:pt x="8339595" y="34379"/>
                  </a:lnTo>
                  <a:lnTo>
                    <a:pt x="8339721" y="34379"/>
                  </a:lnTo>
                  <a:lnTo>
                    <a:pt x="8339848" y="34379"/>
                  </a:lnTo>
                  <a:lnTo>
                    <a:pt x="8339974" y="34379"/>
                  </a:lnTo>
                  <a:lnTo>
                    <a:pt x="8340100" y="34379"/>
                  </a:lnTo>
                  <a:lnTo>
                    <a:pt x="8340227" y="34379"/>
                  </a:lnTo>
                  <a:lnTo>
                    <a:pt x="8340353" y="34379"/>
                  </a:lnTo>
                  <a:lnTo>
                    <a:pt x="8340479" y="34379"/>
                  </a:lnTo>
                  <a:lnTo>
                    <a:pt x="8340605" y="34379"/>
                  </a:lnTo>
                  <a:lnTo>
                    <a:pt x="8340732" y="34379"/>
                  </a:lnTo>
                  <a:lnTo>
                    <a:pt x="8340858" y="34379"/>
                  </a:lnTo>
                  <a:lnTo>
                    <a:pt x="8340984" y="34379"/>
                  </a:lnTo>
                  <a:lnTo>
                    <a:pt x="8341110" y="34379"/>
                  </a:lnTo>
                  <a:lnTo>
                    <a:pt x="8341237" y="34379"/>
                  </a:lnTo>
                  <a:lnTo>
                    <a:pt x="8341237" y="29468"/>
                  </a:lnTo>
                  <a:lnTo>
                    <a:pt x="8341363" y="29468"/>
                  </a:lnTo>
                  <a:lnTo>
                    <a:pt x="8341489" y="29468"/>
                  </a:lnTo>
                  <a:lnTo>
                    <a:pt x="8341615" y="29468"/>
                  </a:lnTo>
                  <a:lnTo>
                    <a:pt x="8341742" y="29468"/>
                  </a:lnTo>
                  <a:lnTo>
                    <a:pt x="8341868" y="29468"/>
                  </a:lnTo>
                  <a:lnTo>
                    <a:pt x="8341994" y="29468"/>
                  </a:lnTo>
                  <a:lnTo>
                    <a:pt x="8342120" y="29468"/>
                  </a:lnTo>
                  <a:lnTo>
                    <a:pt x="8342247" y="29468"/>
                  </a:lnTo>
                  <a:lnTo>
                    <a:pt x="8342373" y="29468"/>
                  </a:lnTo>
                  <a:lnTo>
                    <a:pt x="8342499" y="29468"/>
                  </a:lnTo>
                  <a:lnTo>
                    <a:pt x="8342625" y="29468"/>
                  </a:lnTo>
                  <a:lnTo>
                    <a:pt x="8342752" y="29468"/>
                  </a:lnTo>
                  <a:lnTo>
                    <a:pt x="8342878" y="29468"/>
                  </a:lnTo>
                  <a:lnTo>
                    <a:pt x="8343004" y="29468"/>
                  </a:lnTo>
                  <a:lnTo>
                    <a:pt x="8343130" y="29468"/>
                  </a:lnTo>
                  <a:lnTo>
                    <a:pt x="8343257" y="29468"/>
                  </a:lnTo>
                  <a:lnTo>
                    <a:pt x="8343383" y="29468"/>
                  </a:lnTo>
                  <a:lnTo>
                    <a:pt x="8343509" y="29468"/>
                  </a:lnTo>
                  <a:lnTo>
                    <a:pt x="8343635" y="29468"/>
                  </a:lnTo>
                  <a:lnTo>
                    <a:pt x="8343762" y="29468"/>
                  </a:lnTo>
                  <a:lnTo>
                    <a:pt x="8343888" y="29468"/>
                  </a:lnTo>
                  <a:lnTo>
                    <a:pt x="8344014" y="29468"/>
                  </a:lnTo>
                  <a:lnTo>
                    <a:pt x="8344140" y="29468"/>
                  </a:lnTo>
                  <a:lnTo>
                    <a:pt x="8344267" y="29468"/>
                  </a:lnTo>
                  <a:lnTo>
                    <a:pt x="8344393" y="29468"/>
                  </a:lnTo>
                  <a:lnTo>
                    <a:pt x="8344519" y="29468"/>
                  </a:lnTo>
                  <a:lnTo>
                    <a:pt x="8344645" y="29468"/>
                  </a:lnTo>
                  <a:lnTo>
                    <a:pt x="8344772" y="29468"/>
                  </a:lnTo>
                  <a:lnTo>
                    <a:pt x="8344898" y="29468"/>
                  </a:lnTo>
                  <a:lnTo>
                    <a:pt x="8345024" y="29468"/>
                  </a:lnTo>
                  <a:lnTo>
                    <a:pt x="8345150" y="29468"/>
                  </a:lnTo>
                  <a:lnTo>
                    <a:pt x="8345277" y="29468"/>
                  </a:lnTo>
                  <a:lnTo>
                    <a:pt x="8345403" y="29468"/>
                  </a:lnTo>
                  <a:lnTo>
                    <a:pt x="8345529" y="29468"/>
                  </a:lnTo>
                  <a:lnTo>
                    <a:pt x="8345656" y="29468"/>
                  </a:lnTo>
                  <a:lnTo>
                    <a:pt x="8345782" y="29468"/>
                  </a:lnTo>
                  <a:lnTo>
                    <a:pt x="8345908" y="29468"/>
                  </a:lnTo>
                  <a:lnTo>
                    <a:pt x="8346034" y="29468"/>
                  </a:lnTo>
                  <a:lnTo>
                    <a:pt x="8346161" y="29468"/>
                  </a:lnTo>
                  <a:lnTo>
                    <a:pt x="8346287" y="29468"/>
                  </a:lnTo>
                  <a:lnTo>
                    <a:pt x="8346413" y="29468"/>
                  </a:lnTo>
                  <a:lnTo>
                    <a:pt x="8346539" y="29468"/>
                  </a:lnTo>
                  <a:lnTo>
                    <a:pt x="8346666" y="29468"/>
                  </a:lnTo>
                  <a:lnTo>
                    <a:pt x="8346792" y="29468"/>
                  </a:lnTo>
                  <a:lnTo>
                    <a:pt x="8346918" y="29468"/>
                  </a:lnTo>
                  <a:lnTo>
                    <a:pt x="8347044" y="29468"/>
                  </a:lnTo>
                  <a:lnTo>
                    <a:pt x="8347171" y="29468"/>
                  </a:lnTo>
                  <a:lnTo>
                    <a:pt x="8347297" y="29468"/>
                  </a:lnTo>
                  <a:lnTo>
                    <a:pt x="8347423" y="29468"/>
                  </a:lnTo>
                  <a:lnTo>
                    <a:pt x="8347549" y="29468"/>
                  </a:lnTo>
                  <a:lnTo>
                    <a:pt x="8347676" y="29468"/>
                  </a:lnTo>
                  <a:lnTo>
                    <a:pt x="8347802" y="29468"/>
                  </a:lnTo>
                  <a:lnTo>
                    <a:pt x="8347928" y="29468"/>
                  </a:lnTo>
                  <a:lnTo>
                    <a:pt x="8348054" y="29468"/>
                  </a:lnTo>
                  <a:lnTo>
                    <a:pt x="8348181" y="29468"/>
                  </a:lnTo>
                  <a:lnTo>
                    <a:pt x="8348307" y="29468"/>
                  </a:lnTo>
                  <a:lnTo>
                    <a:pt x="8348433" y="29468"/>
                  </a:lnTo>
                  <a:lnTo>
                    <a:pt x="8348559" y="29468"/>
                  </a:lnTo>
                  <a:lnTo>
                    <a:pt x="8348686" y="29468"/>
                  </a:lnTo>
                  <a:lnTo>
                    <a:pt x="8348812" y="29468"/>
                  </a:lnTo>
                  <a:lnTo>
                    <a:pt x="8348938" y="29468"/>
                  </a:lnTo>
                  <a:lnTo>
                    <a:pt x="8349064" y="29468"/>
                  </a:lnTo>
                  <a:lnTo>
                    <a:pt x="8349191" y="29468"/>
                  </a:lnTo>
                  <a:lnTo>
                    <a:pt x="8349317" y="29468"/>
                  </a:lnTo>
                  <a:lnTo>
                    <a:pt x="8349443" y="29468"/>
                  </a:lnTo>
                  <a:lnTo>
                    <a:pt x="8349569" y="29468"/>
                  </a:lnTo>
                  <a:lnTo>
                    <a:pt x="8349696" y="29468"/>
                  </a:lnTo>
                  <a:lnTo>
                    <a:pt x="8349822" y="29468"/>
                  </a:lnTo>
                  <a:lnTo>
                    <a:pt x="8349948" y="29468"/>
                  </a:lnTo>
                  <a:lnTo>
                    <a:pt x="8350074" y="29468"/>
                  </a:lnTo>
                  <a:lnTo>
                    <a:pt x="8350201" y="29468"/>
                  </a:lnTo>
                  <a:lnTo>
                    <a:pt x="8350327" y="29468"/>
                  </a:lnTo>
                  <a:lnTo>
                    <a:pt x="8350453" y="29468"/>
                  </a:lnTo>
                  <a:lnTo>
                    <a:pt x="8350580" y="29468"/>
                  </a:lnTo>
                  <a:lnTo>
                    <a:pt x="8350706" y="29468"/>
                  </a:lnTo>
                  <a:lnTo>
                    <a:pt x="8350832" y="29468"/>
                  </a:lnTo>
                  <a:lnTo>
                    <a:pt x="8350958" y="29468"/>
                  </a:lnTo>
                  <a:lnTo>
                    <a:pt x="8351085" y="29468"/>
                  </a:lnTo>
                  <a:lnTo>
                    <a:pt x="8351211" y="29468"/>
                  </a:lnTo>
                  <a:lnTo>
                    <a:pt x="8351337" y="29468"/>
                  </a:lnTo>
                  <a:lnTo>
                    <a:pt x="8351463" y="29468"/>
                  </a:lnTo>
                  <a:lnTo>
                    <a:pt x="8351590" y="29468"/>
                  </a:lnTo>
                  <a:lnTo>
                    <a:pt x="8351716" y="29468"/>
                  </a:lnTo>
                  <a:lnTo>
                    <a:pt x="8351842" y="29468"/>
                  </a:lnTo>
                  <a:lnTo>
                    <a:pt x="8351968" y="29468"/>
                  </a:lnTo>
                  <a:lnTo>
                    <a:pt x="8352095" y="29468"/>
                  </a:lnTo>
                  <a:lnTo>
                    <a:pt x="8352221" y="29468"/>
                  </a:lnTo>
                  <a:lnTo>
                    <a:pt x="8352347" y="29468"/>
                  </a:lnTo>
                  <a:lnTo>
                    <a:pt x="8352473" y="29468"/>
                  </a:lnTo>
                  <a:lnTo>
                    <a:pt x="8352600" y="29468"/>
                  </a:lnTo>
                  <a:lnTo>
                    <a:pt x="8352726" y="29468"/>
                  </a:lnTo>
                  <a:lnTo>
                    <a:pt x="8352852" y="29468"/>
                  </a:lnTo>
                  <a:lnTo>
                    <a:pt x="8352978" y="29468"/>
                  </a:lnTo>
                  <a:lnTo>
                    <a:pt x="8353105" y="29468"/>
                  </a:lnTo>
                  <a:lnTo>
                    <a:pt x="8353231" y="29468"/>
                  </a:lnTo>
                  <a:lnTo>
                    <a:pt x="8353357" y="29468"/>
                  </a:lnTo>
                  <a:lnTo>
                    <a:pt x="8353483" y="29468"/>
                  </a:lnTo>
                  <a:lnTo>
                    <a:pt x="8353610" y="29468"/>
                  </a:lnTo>
                  <a:lnTo>
                    <a:pt x="8353736" y="29468"/>
                  </a:lnTo>
                  <a:lnTo>
                    <a:pt x="8353862" y="29468"/>
                  </a:lnTo>
                  <a:lnTo>
                    <a:pt x="8353988" y="29468"/>
                  </a:lnTo>
                  <a:lnTo>
                    <a:pt x="8354115" y="29468"/>
                  </a:lnTo>
                  <a:lnTo>
                    <a:pt x="8354241" y="29468"/>
                  </a:lnTo>
                  <a:lnTo>
                    <a:pt x="8354367" y="29468"/>
                  </a:lnTo>
                  <a:lnTo>
                    <a:pt x="8354493" y="29468"/>
                  </a:lnTo>
                  <a:lnTo>
                    <a:pt x="8354620" y="29468"/>
                  </a:lnTo>
                  <a:lnTo>
                    <a:pt x="8354746" y="29468"/>
                  </a:lnTo>
                  <a:lnTo>
                    <a:pt x="8354872" y="29468"/>
                  </a:lnTo>
                  <a:lnTo>
                    <a:pt x="8354998" y="29468"/>
                  </a:lnTo>
                  <a:lnTo>
                    <a:pt x="8355125" y="29468"/>
                  </a:lnTo>
                  <a:lnTo>
                    <a:pt x="8355251" y="29468"/>
                  </a:lnTo>
                  <a:lnTo>
                    <a:pt x="8355377" y="29468"/>
                  </a:lnTo>
                  <a:lnTo>
                    <a:pt x="8355503" y="29468"/>
                  </a:lnTo>
                  <a:lnTo>
                    <a:pt x="8355630" y="29468"/>
                  </a:lnTo>
                  <a:lnTo>
                    <a:pt x="8355756" y="29468"/>
                  </a:lnTo>
                  <a:lnTo>
                    <a:pt x="8355882" y="29468"/>
                  </a:lnTo>
                  <a:lnTo>
                    <a:pt x="8356009" y="29468"/>
                  </a:lnTo>
                  <a:lnTo>
                    <a:pt x="8356135" y="29468"/>
                  </a:lnTo>
                  <a:lnTo>
                    <a:pt x="8356261" y="29468"/>
                  </a:lnTo>
                  <a:lnTo>
                    <a:pt x="8356387" y="29468"/>
                  </a:lnTo>
                  <a:lnTo>
                    <a:pt x="8356514" y="29468"/>
                  </a:lnTo>
                  <a:lnTo>
                    <a:pt x="8356640" y="29468"/>
                  </a:lnTo>
                  <a:lnTo>
                    <a:pt x="8356766" y="29468"/>
                  </a:lnTo>
                  <a:lnTo>
                    <a:pt x="8356892" y="29468"/>
                  </a:lnTo>
                  <a:lnTo>
                    <a:pt x="8357019" y="29468"/>
                  </a:lnTo>
                  <a:lnTo>
                    <a:pt x="8357145" y="29468"/>
                  </a:lnTo>
                  <a:lnTo>
                    <a:pt x="8357271" y="29468"/>
                  </a:lnTo>
                  <a:lnTo>
                    <a:pt x="8357397" y="29468"/>
                  </a:lnTo>
                  <a:lnTo>
                    <a:pt x="8357524" y="29468"/>
                  </a:lnTo>
                  <a:lnTo>
                    <a:pt x="8357650" y="29468"/>
                  </a:lnTo>
                  <a:lnTo>
                    <a:pt x="8357776" y="29468"/>
                  </a:lnTo>
                  <a:lnTo>
                    <a:pt x="8357902" y="29468"/>
                  </a:lnTo>
                  <a:lnTo>
                    <a:pt x="8358029" y="29468"/>
                  </a:lnTo>
                  <a:lnTo>
                    <a:pt x="8358155" y="29468"/>
                  </a:lnTo>
                  <a:lnTo>
                    <a:pt x="8358281" y="29468"/>
                  </a:lnTo>
                  <a:lnTo>
                    <a:pt x="8358407" y="29468"/>
                  </a:lnTo>
                  <a:lnTo>
                    <a:pt x="8358534" y="29468"/>
                  </a:lnTo>
                  <a:lnTo>
                    <a:pt x="8358660" y="29468"/>
                  </a:lnTo>
                  <a:lnTo>
                    <a:pt x="8358786" y="29468"/>
                  </a:lnTo>
                  <a:lnTo>
                    <a:pt x="8358912" y="29468"/>
                  </a:lnTo>
                  <a:lnTo>
                    <a:pt x="8359039" y="29468"/>
                  </a:lnTo>
                  <a:lnTo>
                    <a:pt x="8359165" y="29468"/>
                  </a:lnTo>
                  <a:lnTo>
                    <a:pt x="8359291" y="29468"/>
                  </a:lnTo>
                  <a:lnTo>
                    <a:pt x="8359417" y="29468"/>
                  </a:lnTo>
                  <a:lnTo>
                    <a:pt x="8359544" y="29468"/>
                  </a:lnTo>
                  <a:lnTo>
                    <a:pt x="8359670" y="29468"/>
                  </a:lnTo>
                  <a:lnTo>
                    <a:pt x="8359796" y="29468"/>
                  </a:lnTo>
                  <a:lnTo>
                    <a:pt x="8359922" y="29468"/>
                  </a:lnTo>
                  <a:lnTo>
                    <a:pt x="8360049" y="29468"/>
                  </a:lnTo>
                  <a:lnTo>
                    <a:pt x="8360175" y="29468"/>
                  </a:lnTo>
                  <a:lnTo>
                    <a:pt x="8360301" y="29468"/>
                  </a:lnTo>
                  <a:lnTo>
                    <a:pt x="8360427" y="29468"/>
                  </a:lnTo>
                  <a:lnTo>
                    <a:pt x="8360554" y="29468"/>
                  </a:lnTo>
                  <a:lnTo>
                    <a:pt x="8360680" y="29468"/>
                  </a:lnTo>
                  <a:lnTo>
                    <a:pt x="8360806" y="29468"/>
                  </a:lnTo>
                  <a:lnTo>
                    <a:pt x="8360933" y="29468"/>
                  </a:lnTo>
                  <a:lnTo>
                    <a:pt x="8361059" y="29468"/>
                  </a:lnTo>
                  <a:lnTo>
                    <a:pt x="8361185" y="29468"/>
                  </a:lnTo>
                  <a:lnTo>
                    <a:pt x="8361311" y="29468"/>
                  </a:lnTo>
                  <a:lnTo>
                    <a:pt x="8361438" y="29468"/>
                  </a:lnTo>
                  <a:lnTo>
                    <a:pt x="8361564" y="29468"/>
                  </a:lnTo>
                  <a:lnTo>
                    <a:pt x="8361690" y="29468"/>
                  </a:lnTo>
                  <a:lnTo>
                    <a:pt x="8361816" y="29468"/>
                  </a:lnTo>
                  <a:lnTo>
                    <a:pt x="8361943" y="29468"/>
                  </a:lnTo>
                  <a:lnTo>
                    <a:pt x="8362069" y="29468"/>
                  </a:lnTo>
                  <a:lnTo>
                    <a:pt x="8362195" y="29468"/>
                  </a:lnTo>
                  <a:lnTo>
                    <a:pt x="8362321" y="29468"/>
                  </a:lnTo>
                  <a:lnTo>
                    <a:pt x="8362448" y="29468"/>
                  </a:lnTo>
                  <a:lnTo>
                    <a:pt x="8362574" y="29468"/>
                  </a:lnTo>
                  <a:lnTo>
                    <a:pt x="8362700" y="29468"/>
                  </a:lnTo>
                  <a:lnTo>
                    <a:pt x="8362826" y="29468"/>
                  </a:lnTo>
                  <a:lnTo>
                    <a:pt x="8362953" y="29468"/>
                  </a:lnTo>
                  <a:lnTo>
                    <a:pt x="8363079" y="29468"/>
                  </a:lnTo>
                  <a:lnTo>
                    <a:pt x="8363205" y="29468"/>
                  </a:lnTo>
                  <a:lnTo>
                    <a:pt x="8363205" y="24556"/>
                  </a:lnTo>
                  <a:lnTo>
                    <a:pt x="8363331" y="24556"/>
                  </a:lnTo>
                  <a:lnTo>
                    <a:pt x="8363458" y="24556"/>
                  </a:lnTo>
                  <a:lnTo>
                    <a:pt x="8363584" y="24556"/>
                  </a:lnTo>
                  <a:lnTo>
                    <a:pt x="8363710" y="24556"/>
                  </a:lnTo>
                  <a:lnTo>
                    <a:pt x="8363836" y="24556"/>
                  </a:lnTo>
                  <a:lnTo>
                    <a:pt x="8363963" y="24556"/>
                  </a:lnTo>
                  <a:lnTo>
                    <a:pt x="8364089" y="24556"/>
                  </a:lnTo>
                  <a:lnTo>
                    <a:pt x="8364089" y="19645"/>
                  </a:lnTo>
                  <a:lnTo>
                    <a:pt x="8364215" y="19645"/>
                  </a:lnTo>
                  <a:lnTo>
                    <a:pt x="8364341" y="19645"/>
                  </a:lnTo>
                  <a:lnTo>
                    <a:pt x="8364468" y="19645"/>
                  </a:lnTo>
                  <a:lnTo>
                    <a:pt x="8364594" y="19645"/>
                  </a:lnTo>
                  <a:lnTo>
                    <a:pt x="8364720" y="19645"/>
                  </a:lnTo>
                  <a:lnTo>
                    <a:pt x="8364846" y="19645"/>
                  </a:lnTo>
                  <a:lnTo>
                    <a:pt x="8364973" y="19645"/>
                  </a:lnTo>
                  <a:lnTo>
                    <a:pt x="8365099" y="19645"/>
                  </a:lnTo>
                  <a:lnTo>
                    <a:pt x="8365225" y="19645"/>
                  </a:lnTo>
                  <a:lnTo>
                    <a:pt x="8365351" y="19645"/>
                  </a:lnTo>
                  <a:lnTo>
                    <a:pt x="8365478" y="19645"/>
                  </a:lnTo>
                  <a:lnTo>
                    <a:pt x="8365604" y="19645"/>
                  </a:lnTo>
                  <a:lnTo>
                    <a:pt x="8365730" y="19645"/>
                  </a:lnTo>
                  <a:lnTo>
                    <a:pt x="8365856" y="19645"/>
                  </a:lnTo>
                  <a:lnTo>
                    <a:pt x="8365983" y="19645"/>
                  </a:lnTo>
                  <a:lnTo>
                    <a:pt x="8366109" y="19645"/>
                  </a:lnTo>
                  <a:lnTo>
                    <a:pt x="8366235" y="19645"/>
                  </a:lnTo>
                  <a:lnTo>
                    <a:pt x="8366362" y="19645"/>
                  </a:lnTo>
                  <a:lnTo>
                    <a:pt x="8366488" y="19645"/>
                  </a:lnTo>
                  <a:lnTo>
                    <a:pt x="8366614" y="19645"/>
                  </a:lnTo>
                  <a:lnTo>
                    <a:pt x="8366740" y="19645"/>
                  </a:lnTo>
                  <a:lnTo>
                    <a:pt x="8366867" y="19645"/>
                  </a:lnTo>
                  <a:lnTo>
                    <a:pt x="8366993" y="19645"/>
                  </a:lnTo>
                  <a:lnTo>
                    <a:pt x="8367119" y="19645"/>
                  </a:lnTo>
                  <a:lnTo>
                    <a:pt x="8367245" y="19645"/>
                  </a:lnTo>
                  <a:lnTo>
                    <a:pt x="8367372" y="19645"/>
                  </a:lnTo>
                  <a:lnTo>
                    <a:pt x="8367498" y="19645"/>
                  </a:lnTo>
                  <a:lnTo>
                    <a:pt x="8367624" y="19645"/>
                  </a:lnTo>
                  <a:lnTo>
                    <a:pt x="8367750" y="19645"/>
                  </a:lnTo>
                  <a:lnTo>
                    <a:pt x="8367877" y="19645"/>
                  </a:lnTo>
                  <a:lnTo>
                    <a:pt x="8368003" y="19645"/>
                  </a:lnTo>
                  <a:lnTo>
                    <a:pt x="8368129" y="19645"/>
                  </a:lnTo>
                  <a:lnTo>
                    <a:pt x="8368255" y="19645"/>
                  </a:lnTo>
                  <a:lnTo>
                    <a:pt x="8368255" y="14734"/>
                  </a:lnTo>
                  <a:lnTo>
                    <a:pt x="8368382" y="14734"/>
                  </a:lnTo>
                  <a:lnTo>
                    <a:pt x="8368508" y="14734"/>
                  </a:lnTo>
                  <a:lnTo>
                    <a:pt x="8368634" y="14734"/>
                  </a:lnTo>
                  <a:lnTo>
                    <a:pt x="8368760" y="14734"/>
                  </a:lnTo>
                  <a:lnTo>
                    <a:pt x="8368887" y="14734"/>
                  </a:lnTo>
                  <a:lnTo>
                    <a:pt x="8369013" y="14734"/>
                  </a:lnTo>
                  <a:lnTo>
                    <a:pt x="8369139" y="14734"/>
                  </a:lnTo>
                  <a:lnTo>
                    <a:pt x="8369265" y="14734"/>
                  </a:lnTo>
                  <a:lnTo>
                    <a:pt x="8369392" y="14734"/>
                  </a:lnTo>
                  <a:lnTo>
                    <a:pt x="8369518" y="14734"/>
                  </a:lnTo>
                  <a:lnTo>
                    <a:pt x="8369644" y="14734"/>
                  </a:lnTo>
                  <a:lnTo>
                    <a:pt x="8369770" y="14734"/>
                  </a:lnTo>
                  <a:lnTo>
                    <a:pt x="8369897" y="14734"/>
                  </a:lnTo>
                  <a:lnTo>
                    <a:pt x="8370023" y="14734"/>
                  </a:lnTo>
                  <a:lnTo>
                    <a:pt x="8370149" y="14734"/>
                  </a:lnTo>
                  <a:lnTo>
                    <a:pt x="8370275" y="14734"/>
                  </a:lnTo>
                  <a:lnTo>
                    <a:pt x="8370402" y="14734"/>
                  </a:lnTo>
                  <a:lnTo>
                    <a:pt x="8370528" y="14734"/>
                  </a:lnTo>
                  <a:lnTo>
                    <a:pt x="8370654" y="14734"/>
                  </a:lnTo>
                  <a:lnTo>
                    <a:pt x="8370780" y="14734"/>
                  </a:lnTo>
                  <a:lnTo>
                    <a:pt x="8370907" y="14734"/>
                  </a:lnTo>
                  <a:lnTo>
                    <a:pt x="8371033" y="14734"/>
                  </a:lnTo>
                  <a:lnTo>
                    <a:pt x="8371159" y="14734"/>
                  </a:lnTo>
                  <a:lnTo>
                    <a:pt x="8371286" y="14734"/>
                  </a:lnTo>
                  <a:lnTo>
                    <a:pt x="8371412" y="14734"/>
                  </a:lnTo>
                  <a:lnTo>
                    <a:pt x="8371538" y="14734"/>
                  </a:lnTo>
                  <a:lnTo>
                    <a:pt x="8371664" y="14734"/>
                  </a:lnTo>
                  <a:lnTo>
                    <a:pt x="8371791" y="14734"/>
                  </a:lnTo>
                  <a:lnTo>
                    <a:pt x="8371917" y="14734"/>
                  </a:lnTo>
                  <a:lnTo>
                    <a:pt x="8372043" y="14734"/>
                  </a:lnTo>
                  <a:lnTo>
                    <a:pt x="8372169" y="14734"/>
                  </a:lnTo>
                  <a:lnTo>
                    <a:pt x="8372296" y="14734"/>
                  </a:lnTo>
                  <a:lnTo>
                    <a:pt x="8372422" y="14734"/>
                  </a:lnTo>
                  <a:lnTo>
                    <a:pt x="8372548" y="14734"/>
                  </a:lnTo>
                  <a:lnTo>
                    <a:pt x="8372674" y="14734"/>
                  </a:lnTo>
                  <a:lnTo>
                    <a:pt x="8372801" y="14734"/>
                  </a:lnTo>
                  <a:lnTo>
                    <a:pt x="8372927" y="14734"/>
                  </a:lnTo>
                  <a:lnTo>
                    <a:pt x="8373053" y="14734"/>
                  </a:lnTo>
                  <a:lnTo>
                    <a:pt x="8373179" y="14734"/>
                  </a:lnTo>
                  <a:lnTo>
                    <a:pt x="8373306" y="14734"/>
                  </a:lnTo>
                  <a:lnTo>
                    <a:pt x="8373432" y="14734"/>
                  </a:lnTo>
                  <a:lnTo>
                    <a:pt x="8373558" y="14734"/>
                  </a:lnTo>
                  <a:lnTo>
                    <a:pt x="8373684" y="14734"/>
                  </a:lnTo>
                  <a:lnTo>
                    <a:pt x="8373811" y="14734"/>
                  </a:lnTo>
                  <a:lnTo>
                    <a:pt x="8373937" y="14734"/>
                  </a:lnTo>
                  <a:lnTo>
                    <a:pt x="8374063" y="14734"/>
                  </a:lnTo>
                  <a:lnTo>
                    <a:pt x="8374189" y="14734"/>
                  </a:lnTo>
                  <a:lnTo>
                    <a:pt x="8374316" y="14734"/>
                  </a:lnTo>
                  <a:lnTo>
                    <a:pt x="8374442" y="14734"/>
                  </a:lnTo>
                  <a:lnTo>
                    <a:pt x="8374568" y="14734"/>
                  </a:lnTo>
                  <a:lnTo>
                    <a:pt x="8374694" y="14734"/>
                  </a:lnTo>
                  <a:lnTo>
                    <a:pt x="8374821" y="14734"/>
                  </a:lnTo>
                  <a:lnTo>
                    <a:pt x="8374947" y="14734"/>
                  </a:lnTo>
                  <a:lnTo>
                    <a:pt x="8375073" y="14734"/>
                  </a:lnTo>
                  <a:lnTo>
                    <a:pt x="8375199" y="14734"/>
                  </a:lnTo>
                  <a:lnTo>
                    <a:pt x="8375326" y="14734"/>
                  </a:lnTo>
                  <a:lnTo>
                    <a:pt x="8375452" y="14734"/>
                  </a:lnTo>
                  <a:lnTo>
                    <a:pt x="8375578" y="14734"/>
                  </a:lnTo>
                  <a:lnTo>
                    <a:pt x="8375704" y="14734"/>
                  </a:lnTo>
                  <a:lnTo>
                    <a:pt x="8375831" y="14734"/>
                  </a:lnTo>
                  <a:lnTo>
                    <a:pt x="8375957" y="14734"/>
                  </a:lnTo>
                  <a:lnTo>
                    <a:pt x="8376083" y="14734"/>
                  </a:lnTo>
                  <a:lnTo>
                    <a:pt x="8376210" y="14734"/>
                  </a:lnTo>
                  <a:lnTo>
                    <a:pt x="8376336" y="14734"/>
                  </a:lnTo>
                  <a:lnTo>
                    <a:pt x="8376462" y="14734"/>
                  </a:lnTo>
                  <a:lnTo>
                    <a:pt x="8376588" y="14734"/>
                  </a:lnTo>
                  <a:lnTo>
                    <a:pt x="8376715" y="14734"/>
                  </a:lnTo>
                  <a:lnTo>
                    <a:pt x="8376841" y="14734"/>
                  </a:lnTo>
                  <a:lnTo>
                    <a:pt x="8376967" y="14734"/>
                  </a:lnTo>
                  <a:lnTo>
                    <a:pt x="8377093" y="14734"/>
                  </a:lnTo>
                  <a:lnTo>
                    <a:pt x="8377220" y="14734"/>
                  </a:lnTo>
                  <a:lnTo>
                    <a:pt x="8377346" y="14734"/>
                  </a:lnTo>
                  <a:lnTo>
                    <a:pt x="8377472" y="14734"/>
                  </a:lnTo>
                  <a:lnTo>
                    <a:pt x="8377598" y="14734"/>
                  </a:lnTo>
                  <a:lnTo>
                    <a:pt x="8377725" y="14734"/>
                  </a:lnTo>
                  <a:lnTo>
                    <a:pt x="8377851" y="14734"/>
                  </a:lnTo>
                  <a:lnTo>
                    <a:pt x="8377977" y="14734"/>
                  </a:lnTo>
                  <a:lnTo>
                    <a:pt x="8378103" y="14734"/>
                  </a:lnTo>
                  <a:lnTo>
                    <a:pt x="8378230" y="14734"/>
                  </a:lnTo>
                  <a:lnTo>
                    <a:pt x="8378356" y="14734"/>
                  </a:lnTo>
                  <a:lnTo>
                    <a:pt x="8378482" y="14734"/>
                  </a:lnTo>
                  <a:lnTo>
                    <a:pt x="8378608" y="14734"/>
                  </a:lnTo>
                  <a:lnTo>
                    <a:pt x="8378735" y="14734"/>
                  </a:lnTo>
                  <a:lnTo>
                    <a:pt x="8378861" y="14734"/>
                  </a:lnTo>
                  <a:lnTo>
                    <a:pt x="8378987" y="14734"/>
                  </a:lnTo>
                  <a:lnTo>
                    <a:pt x="8379113" y="14734"/>
                  </a:lnTo>
                  <a:lnTo>
                    <a:pt x="8379240" y="14734"/>
                  </a:lnTo>
                  <a:lnTo>
                    <a:pt x="8379366" y="14734"/>
                  </a:lnTo>
                  <a:lnTo>
                    <a:pt x="8379492" y="14734"/>
                  </a:lnTo>
                  <a:lnTo>
                    <a:pt x="8379618" y="14734"/>
                  </a:lnTo>
                  <a:lnTo>
                    <a:pt x="8379745" y="14734"/>
                  </a:lnTo>
                  <a:lnTo>
                    <a:pt x="8379871" y="14734"/>
                  </a:lnTo>
                  <a:lnTo>
                    <a:pt x="8379997" y="14734"/>
                  </a:lnTo>
                  <a:lnTo>
                    <a:pt x="8380123" y="14734"/>
                  </a:lnTo>
                  <a:lnTo>
                    <a:pt x="8380250" y="14734"/>
                  </a:lnTo>
                  <a:lnTo>
                    <a:pt x="8380376" y="14734"/>
                  </a:lnTo>
                  <a:lnTo>
                    <a:pt x="8380502" y="14734"/>
                  </a:lnTo>
                  <a:lnTo>
                    <a:pt x="8380628" y="14734"/>
                  </a:lnTo>
                  <a:lnTo>
                    <a:pt x="8380755" y="14734"/>
                  </a:lnTo>
                  <a:lnTo>
                    <a:pt x="8380881" y="14734"/>
                  </a:lnTo>
                  <a:lnTo>
                    <a:pt x="8381007" y="14734"/>
                  </a:lnTo>
                  <a:lnTo>
                    <a:pt x="8381133" y="14734"/>
                  </a:lnTo>
                  <a:lnTo>
                    <a:pt x="8381260" y="14734"/>
                  </a:lnTo>
                  <a:lnTo>
                    <a:pt x="8381386" y="14734"/>
                  </a:lnTo>
                  <a:lnTo>
                    <a:pt x="8381512" y="14734"/>
                  </a:lnTo>
                  <a:lnTo>
                    <a:pt x="8381639" y="14734"/>
                  </a:lnTo>
                  <a:lnTo>
                    <a:pt x="8381765" y="14734"/>
                  </a:lnTo>
                  <a:lnTo>
                    <a:pt x="8381891" y="14734"/>
                  </a:lnTo>
                  <a:lnTo>
                    <a:pt x="8382017" y="14734"/>
                  </a:lnTo>
                  <a:lnTo>
                    <a:pt x="8382144" y="14734"/>
                  </a:lnTo>
                  <a:lnTo>
                    <a:pt x="8382270" y="14734"/>
                  </a:lnTo>
                  <a:lnTo>
                    <a:pt x="8382396" y="14734"/>
                  </a:lnTo>
                  <a:lnTo>
                    <a:pt x="8382522" y="14734"/>
                  </a:lnTo>
                  <a:lnTo>
                    <a:pt x="8382649" y="14734"/>
                  </a:lnTo>
                  <a:lnTo>
                    <a:pt x="8382775" y="14734"/>
                  </a:lnTo>
                  <a:lnTo>
                    <a:pt x="8382901" y="14734"/>
                  </a:lnTo>
                  <a:lnTo>
                    <a:pt x="8383027" y="14734"/>
                  </a:lnTo>
                  <a:lnTo>
                    <a:pt x="8383154" y="14734"/>
                  </a:lnTo>
                  <a:lnTo>
                    <a:pt x="8383280" y="14734"/>
                  </a:lnTo>
                  <a:lnTo>
                    <a:pt x="8383406" y="14734"/>
                  </a:lnTo>
                  <a:lnTo>
                    <a:pt x="8383532" y="14734"/>
                  </a:lnTo>
                  <a:lnTo>
                    <a:pt x="8383659" y="14734"/>
                  </a:lnTo>
                  <a:lnTo>
                    <a:pt x="8383785" y="14734"/>
                  </a:lnTo>
                  <a:lnTo>
                    <a:pt x="8383911" y="14734"/>
                  </a:lnTo>
                  <a:lnTo>
                    <a:pt x="8384037" y="14734"/>
                  </a:lnTo>
                  <a:lnTo>
                    <a:pt x="8384164" y="14734"/>
                  </a:lnTo>
                  <a:lnTo>
                    <a:pt x="8384290" y="14734"/>
                  </a:lnTo>
                  <a:lnTo>
                    <a:pt x="8384416" y="14734"/>
                  </a:lnTo>
                  <a:lnTo>
                    <a:pt x="8384542" y="14734"/>
                  </a:lnTo>
                  <a:lnTo>
                    <a:pt x="8384669" y="14734"/>
                  </a:lnTo>
                  <a:lnTo>
                    <a:pt x="8384795" y="14734"/>
                  </a:lnTo>
                  <a:lnTo>
                    <a:pt x="8384921" y="14734"/>
                  </a:lnTo>
                  <a:lnTo>
                    <a:pt x="8385047" y="14734"/>
                  </a:lnTo>
                  <a:lnTo>
                    <a:pt x="8385174" y="14734"/>
                  </a:lnTo>
                  <a:lnTo>
                    <a:pt x="8385300" y="14734"/>
                  </a:lnTo>
                  <a:lnTo>
                    <a:pt x="8385426" y="14734"/>
                  </a:lnTo>
                  <a:lnTo>
                    <a:pt x="8385552" y="14734"/>
                  </a:lnTo>
                  <a:lnTo>
                    <a:pt x="8385679" y="14734"/>
                  </a:lnTo>
                  <a:lnTo>
                    <a:pt x="8385805" y="14734"/>
                  </a:lnTo>
                  <a:lnTo>
                    <a:pt x="8385931" y="14734"/>
                  </a:lnTo>
                  <a:lnTo>
                    <a:pt x="8386057" y="14734"/>
                  </a:lnTo>
                  <a:lnTo>
                    <a:pt x="8386184" y="14734"/>
                  </a:lnTo>
                  <a:lnTo>
                    <a:pt x="8386310" y="14734"/>
                  </a:lnTo>
                  <a:lnTo>
                    <a:pt x="8386436" y="14734"/>
                  </a:lnTo>
                  <a:lnTo>
                    <a:pt x="8386563" y="14734"/>
                  </a:lnTo>
                  <a:lnTo>
                    <a:pt x="8386689" y="14734"/>
                  </a:lnTo>
                  <a:lnTo>
                    <a:pt x="8386815" y="14734"/>
                  </a:lnTo>
                  <a:lnTo>
                    <a:pt x="8386941" y="14734"/>
                  </a:lnTo>
                  <a:lnTo>
                    <a:pt x="8387068" y="14734"/>
                  </a:lnTo>
                  <a:lnTo>
                    <a:pt x="8387194" y="14734"/>
                  </a:lnTo>
                  <a:lnTo>
                    <a:pt x="8387320" y="14734"/>
                  </a:lnTo>
                  <a:lnTo>
                    <a:pt x="8387446" y="14734"/>
                  </a:lnTo>
                  <a:lnTo>
                    <a:pt x="8387573" y="14734"/>
                  </a:lnTo>
                  <a:lnTo>
                    <a:pt x="8387699" y="14734"/>
                  </a:lnTo>
                  <a:lnTo>
                    <a:pt x="8387825" y="14734"/>
                  </a:lnTo>
                  <a:lnTo>
                    <a:pt x="8387951" y="14734"/>
                  </a:lnTo>
                  <a:lnTo>
                    <a:pt x="8388078" y="14734"/>
                  </a:lnTo>
                  <a:lnTo>
                    <a:pt x="8388204" y="14734"/>
                  </a:lnTo>
                  <a:lnTo>
                    <a:pt x="8388330" y="14734"/>
                  </a:lnTo>
                  <a:lnTo>
                    <a:pt x="8388456" y="14734"/>
                  </a:lnTo>
                  <a:lnTo>
                    <a:pt x="8388583" y="14734"/>
                  </a:lnTo>
                  <a:lnTo>
                    <a:pt x="8388709" y="14734"/>
                  </a:lnTo>
                  <a:lnTo>
                    <a:pt x="8388835" y="14734"/>
                  </a:lnTo>
                  <a:lnTo>
                    <a:pt x="8388961" y="14734"/>
                  </a:lnTo>
                  <a:lnTo>
                    <a:pt x="8389088" y="14734"/>
                  </a:lnTo>
                  <a:lnTo>
                    <a:pt x="8389214" y="14734"/>
                  </a:lnTo>
                  <a:lnTo>
                    <a:pt x="8389340" y="14734"/>
                  </a:lnTo>
                  <a:lnTo>
                    <a:pt x="8389466" y="14734"/>
                  </a:lnTo>
                  <a:lnTo>
                    <a:pt x="8389593" y="14734"/>
                  </a:lnTo>
                  <a:lnTo>
                    <a:pt x="8389719" y="14734"/>
                  </a:lnTo>
                  <a:lnTo>
                    <a:pt x="8389845" y="14734"/>
                  </a:lnTo>
                  <a:lnTo>
                    <a:pt x="8389971" y="14734"/>
                  </a:lnTo>
                  <a:lnTo>
                    <a:pt x="8390098" y="14734"/>
                  </a:lnTo>
                  <a:lnTo>
                    <a:pt x="8390224" y="14734"/>
                  </a:lnTo>
                  <a:lnTo>
                    <a:pt x="8390350" y="14734"/>
                  </a:lnTo>
                  <a:lnTo>
                    <a:pt x="8390476" y="14734"/>
                  </a:lnTo>
                  <a:lnTo>
                    <a:pt x="8390603" y="14734"/>
                  </a:lnTo>
                  <a:lnTo>
                    <a:pt x="8390729" y="14734"/>
                  </a:lnTo>
                  <a:lnTo>
                    <a:pt x="8390855" y="14734"/>
                  </a:lnTo>
                  <a:lnTo>
                    <a:pt x="8390981" y="14734"/>
                  </a:lnTo>
                  <a:lnTo>
                    <a:pt x="8391108" y="14734"/>
                  </a:lnTo>
                  <a:lnTo>
                    <a:pt x="8391234" y="14734"/>
                  </a:lnTo>
                  <a:lnTo>
                    <a:pt x="8391360" y="14734"/>
                  </a:lnTo>
                  <a:lnTo>
                    <a:pt x="8391486" y="14734"/>
                  </a:lnTo>
                  <a:lnTo>
                    <a:pt x="8391613" y="14734"/>
                  </a:lnTo>
                  <a:lnTo>
                    <a:pt x="8391739" y="14734"/>
                  </a:lnTo>
                  <a:lnTo>
                    <a:pt x="8391865" y="14734"/>
                  </a:lnTo>
                  <a:lnTo>
                    <a:pt x="8391992" y="14734"/>
                  </a:lnTo>
                  <a:lnTo>
                    <a:pt x="8392118" y="14734"/>
                  </a:lnTo>
                  <a:lnTo>
                    <a:pt x="8392244" y="14734"/>
                  </a:lnTo>
                  <a:lnTo>
                    <a:pt x="8392370" y="14734"/>
                  </a:lnTo>
                  <a:lnTo>
                    <a:pt x="8392497" y="14734"/>
                  </a:lnTo>
                  <a:lnTo>
                    <a:pt x="8392623" y="14734"/>
                  </a:lnTo>
                  <a:lnTo>
                    <a:pt x="8392749" y="14734"/>
                  </a:lnTo>
                  <a:lnTo>
                    <a:pt x="8392875" y="14734"/>
                  </a:lnTo>
                  <a:lnTo>
                    <a:pt x="8393002" y="14734"/>
                  </a:lnTo>
                  <a:lnTo>
                    <a:pt x="8393128" y="14734"/>
                  </a:lnTo>
                  <a:lnTo>
                    <a:pt x="8393254" y="14734"/>
                  </a:lnTo>
                  <a:lnTo>
                    <a:pt x="8393380" y="14734"/>
                  </a:lnTo>
                  <a:lnTo>
                    <a:pt x="8393507" y="14734"/>
                  </a:lnTo>
                  <a:lnTo>
                    <a:pt x="8393633" y="14734"/>
                  </a:lnTo>
                  <a:lnTo>
                    <a:pt x="8393759" y="14734"/>
                  </a:lnTo>
                  <a:lnTo>
                    <a:pt x="8393885" y="14734"/>
                  </a:lnTo>
                  <a:lnTo>
                    <a:pt x="8394012" y="14734"/>
                  </a:lnTo>
                  <a:lnTo>
                    <a:pt x="8394138" y="14734"/>
                  </a:lnTo>
                  <a:lnTo>
                    <a:pt x="8394264" y="14734"/>
                  </a:lnTo>
                  <a:lnTo>
                    <a:pt x="8394390" y="14734"/>
                  </a:lnTo>
                  <a:lnTo>
                    <a:pt x="8394517" y="14734"/>
                  </a:lnTo>
                  <a:lnTo>
                    <a:pt x="8394643" y="14734"/>
                  </a:lnTo>
                  <a:lnTo>
                    <a:pt x="8394769" y="14734"/>
                  </a:lnTo>
                  <a:lnTo>
                    <a:pt x="8394895" y="14734"/>
                  </a:lnTo>
                  <a:lnTo>
                    <a:pt x="8395022" y="14734"/>
                  </a:lnTo>
                  <a:lnTo>
                    <a:pt x="8395148" y="14734"/>
                  </a:lnTo>
                  <a:lnTo>
                    <a:pt x="8395274" y="14734"/>
                  </a:lnTo>
                  <a:lnTo>
                    <a:pt x="8395400" y="14734"/>
                  </a:lnTo>
                  <a:lnTo>
                    <a:pt x="8395527" y="14734"/>
                  </a:lnTo>
                  <a:lnTo>
                    <a:pt x="8395653" y="14734"/>
                  </a:lnTo>
                  <a:lnTo>
                    <a:pt x="8395779" y="14734"/>
                  </a:lnTo>
                  <a:lnTo>
                    <a:pt x="8395905" y="14734"/>
                  </a:lnTo>
                  <a:lnTo>
                    <a:pt x="8396032" y="14734"/>
                  </a:lnTo>
                  <a:lnTo>
                    <a:pt x="8396158" y="14734"/>
                  </a:lnTo>
                  <a:lnTo>
                    <a:pt x="8396284" y="14734"/>
                  </a:lnTo>
                  <a:lnTo>
                    <a:pt x="8396410" y="14734"/>
                  </a:lnTo>
                  <a:lnTo>
                    <a:pt x="8396537" y="14734"/>
                  </a:lnTo>
                  <a:lnTo>
                    <a:pt x="8396663" y="14734"/>
                  </a:lnTo>
                  <a:lnTo>
                    <a:pt x="8396789" y="14734"/>
                  </a:lnTo>
                  <a:lnTo>
                    <a:pt x="8396916" y="14734"/>
                  </a:lnTo>
                  <a:lnTo>
                    <a:pt x="8397042" y="14734"/>
                  </a:lnTo>
                  <a:lnTo>
                    <a:pt x="8397168" y="14734"/>
                  </a:lnTo>
                  <a:lnTo>
                    <a:pt x="8397294" y="14734"/>
                  </a:lnTo>
                  <a:lnTo>
                    <a:pt x="8397421" y="14734"/>
                  </a:lnTo>
                  <a:lnTo>
                    <a:pt x="8397547" y="14734"/>
                  </a:lnTo>
                  <a:lnTo>
                    <a:pt x="8397673" y="14734"/>
                  </a:lnTo>
                  <a:lnTo>
                    <a:pt x="8397799" y="14734"/>
                  </a:lnTo>
                  <a:lnTo>
                    <a:pt x="8397926" y="14734"/>
                  </a:lnTo>
                  <a:lnTo>
                    <a:pt x="8398052" y="14734"/>
                  </a:lnTo>
                  <a:lnTo>
                    <a:pt x="8398178" y="14734"/>
                  </a:lnTo>
                  <a:lnTo>
                    <a:pt x="8398304" y="14734"/>
                  </a:lnTo>
                  <a:lnTo>
                    <a:pt x="8398431" y="14734"/>
                  </a:lnTo>
                  <a:lnTo>
                    <a:pt x="8398557" y="14734"/>
                  </a:lnTo>
                  <a:lnTo>
                    <a:pt x="8398683" y="14734"/>
                  </a:lnTo>
                  <a:lnTo>
                    <a:pt x="8398809" y="14734"/>
                  </a:lnTo>
                  <a:lnTo>
                    <a:pt x="8398936" y="14734"/>
                  </a:lnTo>
                  <a:lnTo>
                    <a:pt x="8399062" y="14734"/>
                  </a:lnTo>
                  <a:lnTo>
                    <a:pt x="8399188" y="14734"/>
                  </a:lnTo>
                  <a:lnTo>
                    <a:pt x="8399314" y="14734"/>
                  </a:lnTo>
                  <a:lnTo>
                    <a:pt x="8399441" y="14734"/>
                  </a:lnTo>
                  <a:lnTo>
                    <a:pt x="8399567" y="14734"/>
                  </a:lnTo>
                  <a:lnTo>
                    <a:pt x="8399693" y="14734"/>
                  </a:lnTo>
                  <a:lnTo>
                    <a:pt x="8399819" y="14734"/>
                  </a:lnTo>
                  <a:lnTo>
                    <a:pt x="8399946" y="14734"/>
                  </a:lnTo>
                  <a:lnTo>
                    <a:pt x="8400072" y="14734"/>
                  </a:lnTo>
                  <a:lnTo>
                    <a:pt x="8400198" y="14734"/>
                  </a:lnTo>
                  <a:lnTo>
                    <a:pt x="8400324" y="14734"/>
                  </a:lnTo>
                  <a:lnTo>
                    <a:pt x="8400451" y="14734"/>
                  </a:lnTo>
                  <a:lnTo>
                    <a:pt x="8400577" y="14734"/>
                  </a:lnTo>
                  <a:lnTo>
                    <a:pt x="8400703" y="14734"/>
                  </a:lnTo>
                  <a:lnTo>
                    <a:pt x="8400829" y="14734"/>
                  </a:lnTo>
                  <a:lnTo>
                    <a:pt x="8400956" y="14734"/>
                  </a:lnTo>
                  <a:lnTo>
                    <a:pt x="8401082" y="14734"/>
                  </a:lnTo>
                  <a:lnTo>
                    <a:pt x="8401208" y="14734"/>
                  </a:lnTo>
                  <a:lnTo>
                    <a:pt x="8401334" y="14734"/>
                  </a:lnTo>
                  <a:lnTo>
                    <a:pt x="8401461" y="14734"/>
                  </a:lnTo>
                  <a:lnTo>
                    <a:pt x="8401587" y="14734"/>
                  </a:lnTo>
                  <a:lnTo>
                    <a:pt x="8401713" y="14734"/>
                  </a:lnTo>
                  <a:lnTo>
                    <a:pt x="8401839" y="14734"/>
                  </a:lnTo>
                  <a:lnTo>
                    <a:pt x="8401966" y="14734"/>
                  </a:lnTo>
                  <a:lnTo>
                    <a:pt x="8402092" y="14734"/>
                  </a:lnTo>
                  <a:lnTo>
                    <a:pt x="8402218" y="14734"/>
                  </a:lnTo>
                  <a:lnTo>
                    <a:pt x="8402345" y="14734"/>
                  </a:lnTo>
                  <a:lnTo>
                    <a:pt x="8402471" y="14734"/>
                  </a:lnTo>
                  <a:lnTo>
                    <a:pt x="8402597" y="14734"/>
                  </a:lnTo>
                  <a:lnTo>
                    <a:pt x="8402723" y="14734"/>
                  </a:lnTo>
                  <a:lnTo>
                    <a:pt x="8402850" y="14734"/>
                  </a:lnTo>
                  <a:lnTo>
                    <a:pt x="8402976" y="14734"/>
                  </a:lnTo>
                  <a:lnTo>
                    <a:pt x="8403102" y="14734"/>
                  </a:lnTo>
                  <a:lnTo>
                    <a:pt x="8403228" y="14734"/>
                  </a:lnTo>
                  <a:lnTo>
                    <a:pt x="8403355" y="14734"/>
                  </a:lnTo>
                  <a:lnTo>
                    <a:pt x="8403481" y="14734"/>
                  </a:lnTo>
                  <a:lnTo>
                    <a:pt x="8403607" y="14734"/>
                  </a:lnTo>
                  <a:lnTo>
                    <a:pt x="8403733" y="14734"/>
                  </a:lnTo>
                  <a:lnTo>
                    <a:pt x="8403860" y="14734"/>
                  </a:lnTo>
                  <a:lnTo>
                    <a:pt x="8403986" y="14734"/>
                  </a:lnTo>
                  <a:lnTo>
                    <a:pt x="8404112" y="14734"/>
                  </a:lnTo>
                  <a:lnTo>
                    <a:pt x="8404238" y="14734"/>
                  </a:lnTo>
                  <a:lnTo>
                    <a:pt x="8404365" y="14734"/>
                  </a:lnTo>
                  <a:lnTo>
                    <a:pt x="8404491" y="14734"/>
                  </a:lnTo>
                  <a:lnTo>
                    <a:pt x="8404617" y="14734"/>
                  </a:lnTo>
                  <a:lnTo>
                    <a:pt x="8404743" y="14734"/>
                  </a:lnTo>
                  <a:lnTo>
                    <a:pt x="8404870" y="14734"/>
                  </a:lnTo>
                  <a:lnTo>
                    <a:pt x="8404996" y="14734"/>
                  </a:lnTo>
                  <a:lnTo>
                    <a:pt x="8405122" y="14734"/>
                  </a:lnTo>
                  <a:lnTo>
                    <a:pt x="8405248" y="14734"/>
                  </a:lnTo>
                  <a:lnTo>
                    <a:pt x="8405375" y="14734"/>
                  </a:lnTo>
                  <a:lnTo>
                    <a:pt x="8405501" y="14734"/>
                  </a:lnTo>
                  <a:lnTo>
                    <a:pt x="8405627" y="14734"/>
                  </a:lnTo>
                  <a:lnTo>
                    <a:pt x="8405753" y="14734"/>
                  </a:lnTo>
                  <a:lnTo>
                    <a:pt x="8405880" y="14734"/>
                  </a:lnTo>
                  <a:lnTo>
                    <a:pt x="8406006" y="14734"/>
                  </a:lnTo>
                  <a:lnTo>
                    <a:pt x="8406132" y="14734"/>
                  </a:lnTo>
                  <a:lnTo>
                    <a:pt x="8406258" y="14734"/>
                  </a:lnTo>
                  <a:lnTo>
                    <a:pt x="8406385" y="14734"/>
                  </a:lnTo>
                  <a:lnTo>
                    <a:pt x="8406511" y="14734"/>
                  </a:lnTo>
                  <a:lnTo>
                    <a:pt x="8406637" y="14734"/>
                  </a:lnTo>
                  <a:lnTo>
                    <a:pt x="8406763" y="14734"/>
                  </a:lnTo>
                  <a:lnTo>
                    <a:pt x="8406890" y="14734"/>
                  </a:lnTo>
                  <a:lnTo>
                    <a:pt x="8407016" y="14734"/>
                  </a:lnTo>
                  <a:lnTo>
                    <a:pt x="8407142" y="14734"/>
                  </a:lnTo>
                  <a:lnTo>
                    <a:pt x="8407269" y="14734"/>
                  </a:lnTo>
                  <a:lnTo>
                    <a:pt x="8407395" y="14734"/>
                  </a:lnTo>
                  <a:lnTo>
                    <a:pt x="8407521" y="14734"/>
                  </a:lnTo>
                  <a:lnTo>
                    <a:pt x="8407647" y="14734"/>
                  </a:lnTo>
                  <a:lnTo>
                    <a:pt x="8407774" y="14734"/>
                  </a:lnTo>
                  <a:lnTo>
                    <a:pt x="8407900" y="14734"/>
                  </a:lnTo>
                  <a:lnTo>
                    <a:pt x="8408026" y="14734"/>
                  </a:lnTo>
                  <a:lnTo>
                    <a:pt x="8408152" y="14734"/>
                  </a:lnTo>
                  <a:lnTo>
                    <a:pt x="8408279" y="14734"/>
                  </a:lnTo>
                  <a:lnTo>
                    <a:pt x="8408405" y="14734"/>
                  </a:lnTo>
                  <a:lnTo>
                    <a:pt x="8408531" y="14734"/>
                  </a:lnTo>
                  <a:lnTo>
                    <a:pt x="8408657" y="14734"/>
                  </a:lnTo>
                  <a:lnTo>
                    <a:pt x="8408784" y="14734"/>
                  </a:lnTo>
                  <a:lnTo>
                    <a:pt x="8408910" y="14734"/>
                  </a:lnTo>
                  <a:lnTo>
                    <a:pt x="8409036" y="14734"/>
                  </a:lnTo>
                  <a:lnTo>
                    <a:pt x="8409162" y="14734"/>
                  </a:lnTo>
                  <a:lnTo>
                    <a:pt x="8409289" y="14734"/>
                  </a:lnTo>
                  <a:lnTo>
                    <a:pt x="8409415" y="14734"/>
                  </a:lnTo>
                  <a:lnTo>
                    <a:pt x="8409541" y="14734"/>
                  </a:lnTo>
                  <a:lnTo>
                    <a:pt x="8409667" y="14734"/>
                  </a:lnTo>
                  <a:lnTo>
                    <a:pt x="8409794" y="14734"/>
                  </a:lnTo>
                  <a:lnTo>
                    <a:pt x="8409920" y="14734"/>
                  </a:lnTo>
                  <a:lnTo>
                    <a:pt x="8410046" y="14734"/>
                  </a:lnTo>
                  <a:lnTo>
                    <a:pt x="8410172" y="14734"/>
                  </a:lnTo>
                  <a:lnTo>
                    <a:pt x="8410299" y="14734"/>
                  </a:lnTo>
                  <a:lnTo>
                    <a:pt x="8410425" y="14734"/>
                  </a:lnTo>
                  <a:lnTo>
                    <a:pt x="8410551" y="14734"/>
                  </a:lnTo>
                  <a:lnTo>
                    <a:pt x="8410677" y="14734"/>
                  </a:lnTo>
                  <a:lnTo>
                    <a:pt x="8410804" y="14734"/>
                  </a:lnTo>
                  <a:lnTo>
                    <a:pt x="8410930" y="14734"/>
                  </a:lnTo>
                  <a:lnTo>
                    <a:pt x="8411056" y="14734"/>
                  </a:lnTo>
                  <a:lnTo>
                    <a:pt x="8411182" y="14734"/>
                  </a:lnTo>
                  <a:lnTo>
                    <a:pt x="8411309" y="14734"/>
                  </a:lnTo>
                  <a:lnTo>
                    <a:pt x="8411435" y="14734"/>
                  </a:lnTo>
                  <a:lnTo>
                    <a:pt x="8411561" y="14734"/>
                  </a:lnTo>
                  <a:lnTo>
                    <a:pt x="8411687" y="14734"/>
                  </a:lnTo>
                  <a:lnTo>
                    <a:pt x="8411814" y="14734"/>
                  </a:lnTo>
                  <a:lnTo>
                    <a:pt x="8411940" y="14734"/>
                  </a:lnTo>
                  <a:lnTo>
                    <a:pt x="8412066" y="14734"/>
                  </a:lnTo>
                  <a:lnTo>
                    <a:pt x="8412192" y="14734"/>
                  </a:lnTo>
                  <a:lnTo>
                    <a:pt x="8412319" y="14734"/>
                  </a:lnTo>
                  <a:lnTo>
                    <a:pt x="8412445" y="14734"/>
                  </a:lnTo>
                  <a:lnTo>
                    <a:pt x="8412571" y="14734"/>
                  </a:lnTo>
                  <a:lnTo>
                    <a:pt x="8412698" y="14734"/>
                  </a:lnTo>
                  <a:lnTo>
                    <a:pt x="8412824" y="14734"/>
                  </a:lnTo>
                  <a:lnTo>
                    <a:pt x="8412950" y="14734"/>
                  </a:lnTo>
                  <a:lnTo>
                    <a:pt x="8413076" y="14734"/>
                  </a:lnTo>
                  <a:lnTo>
                    <a:pt x="8413203" y="14734"/>
                  </a:lnTo>
                  <a:lnTo>
                    <a:pt x="8413329" y="14734"/>
                  </a:lnTo>
                  <a:lnTo>
                    <a:pt x="8413455" y="14734"/>
                  </a:lnTo>
                  <a:lnTo>
                    <a:pt x="8413581" y="14734"/>
                  </a:lnTo>
                  <a:lnTo>
                    <a:pt x="8413708" y="14734"/>
                  </a:lnTo>
                  <a:lnTo>
                    <a:pt x="8413834" y="14734"/>
                  </a:lnTo>
                  <a:lnTo>
                    <a:pt x="8413960" y="14734"/>
                  </a:lnTo>
                  <a:lnTo>
                    <a:pt x="8414086" y="14734"/>
                  </a:lnTo>
                  <a:lnTo>
                    <a:pt x="8414213" y="14734"/>
                  </a:lnTo>
                  <a:lnTo>
                    <a:pt x="8414339" y="14734"/>
                  </a:lnTo>
                  <a:lnTo>
                    <a:pt x="8414465" y="14734"/>
                  </a:lnTo>
                  <a:lnTo>
                    <a:pt x="8414591" y="14734"/>
                  </a:lnTo>
                  <a:lnTo>
                    <a:pt x="8414718" y="14734"/>
                  </a:lnTo>
                  <a:lnTo>
                    <a:pt x="8414844" y="14734"/>
                  </a:lnTo>
                  <a:lnTo>
                    <a:pt x="8414970" y="14734"/>
                  </a:lnTo>
                  <a:lnTo>
                    <a:pt x="8415096" y="14734"/>
                  </a:lnTo>
                  <a:lnTo>
                    <a:pt x="8415223" y="14734"/>
                  </a:lnTo>
                  <a:lnTo>
                    <a:pt x="8415349" y="14734"/>
                  </a:lnTo>
                  <a:lnTo>
                    <a:pt x="8415475" y="14734"/>
                  </a:lnTo>
                  <a:lnTo>
                    <a:pt x="8415601" y="14734"/>
                  </a:lnTo>
                  <a:lnTo>
                    <a:pt x="8415728" y="14734"/>
                  </a:lnTo>
                  <a:lnTo>
                    <a:pt x="8415854" y="14734"/>
                  </a:lnTo>
                  <a:lnTo>
                    <a:pt x="8415980" y="14734"/>
                  </a:lnTo>
                  <a:lnTo>
                    <a:pt x="8416106" y="14734"/>
                  </a:lnTo>
                  <a:lnTo>
                    <a:pt x="8416233" y="14734"/>
                  </a:lnTo>
                  <a:lnTo>
                    <a:pt x="8416359" y="14734"/>
                  </a:lnTo>
                  <a:lnTo>
                    <a:pt x="8416485" y="14734"/>
                  </a:lnTo>
                  <a:lnTo>
                    <a:pt x="8416611" y="14734"/>
                  </a:lnTo>
                  <a:lnTo>
                    <a:pt x="8416738" y="14734"/>
                  </a:lnTo>
                  <a:lnTo>
                    <a:pt x="8416864" y="14734"/>
                  </a:lnTo>
                  <a:lnTo>
                    <a:pt x="8416990" y="14734"/>
                  </a:lnTo>
                  <a:lnTo>
                    <a:pt x="8417116" y="14734"/>
                  </a:lnTo>
                  <a:lnTo>
                    <a:pt x="8417243" y="14734"/>
                  </a:lnTo>
                  <a:lnTo>
                    <a:pt x="8417369" y="14734"/>
                  </a:lnTo>
                  <a:lnTo>
                    <a:pt x="8417495" y="14734"/>
                  </a:lnTo>
                  <a:lnTo>
                    <a:pt x="8417622" y="14734"/>
                  </a:lnTo>
                  <a:lnTo>
                    <a:pt x="8417748" y="14734"/>
                  </a:lnTo>
                  <a:lnTo>
                    <a:pt x="8417874" y="14734"/>
                  </a:lnTo>
                  <a:lnTo>
                    <a:pt x="8418000" y="14734"/>
                  </a:lnTo>
                  <a:lnTo>
                    <a:pt x="8418127" y="14734"/>
                  </a:lnTo>
                  <a:lnTo>
                    <a:pt x="8418253" y="14734"/>
                  </a:lnTo>
                  <a:lnTo>
                    <a:pt x="8418379" y="14734"/>
                  </a:lnTo>
                  <a:lnTo>
                    <a:pt x="8418505" y="14734"/>
                  </a:lnTo>
                  <a:lnTo>
                    <a:pt x="8418632" y="14734"/>
                  </a:lnTo>
                  <a:lnTo>
                    <a:pt x="8418758" y="14734"/>
                  </a:lnTo>
                  <a:lnTo>
                    <a:pt x="8418884" y="14734"/>
                  </a:lnTo>
                  <a:lnTo>
                    <a:pt x="8419010" y="14734"/>
                  </a:lnTo>
                  <a:lnTo>
                    <a:pt x="8419137" y="14734"/>
                  </a:lnTo>
                  <a:lnTo>
                    <a:pt x="8419263" y="14734"/>
                  </a:lnTo>
                  <a:lnTo>
                    <a:pt x="8419389" y="14734"/>
                  </a:lnTo>
                  <a:lnTo>
                    <a:pt x="8419515" y="14734"/>
                  </a:lnTo>
                  <a:lnTo>
                    <a:pt x="8419642" y="14734"/>
                  </a:lnTo>
                  <a:lnTo>
                    <a:pt x="8419768" y="14734"/>
                  </a:lnTo>
                  <a:lnTo>
                    <a:pt x="8419894" y="14734"/>
                  </a:lnTo>
                  <a:lnTo>
                    <a:pt x="8420020" y="14734"/>
                  </a:lnTo>
                  <a:lnTo>
                    <a:pt x="8420147" y="14734"/>
                  </a:lnTo>
                  <a:lnTo>
                    <a:pt x="8420273" y="14734"/>
                  </a:lnTo>
                  <a:lnTo>
                    <a:pt x="8420399" y="14734"/>
                  </a:lnTo>
                  <a:lnTo>
                    <a:pt x="8420525" y="14734"/>
                  </a:lnTo>
                  <a:lnTo>
                    <a:pt x="8420652" y="14734"/>
                  </a:lnTo>
                  <a:lnTo>
                    <a:pt x="8420778" y="14734"/>
                  </a:lnTo>
                  <a:lnTo>
                    <a:pt x="8420904" y="14734"/>
                  </a:lnTo>
                  <a:lnTo>
                    <a:pt x="8421030" y="14734"/>
                  </a:lnTo>
                  <a:lnTo>
                    <a:pt x="8421157" y="14734"/>
                  </a:lnTo>
                  <a:lnTo>
                    <a:pt x="8421283" y="14734"/>
                  </a:lnTo>
                  <a:lnTo>
                    <a:pt x="8421409" y="14734"/>
                  </a:lnTo>
                  <a:lnTo>
                    <a:pt x="8421535" y="14734"/>
                  </a:lnTo>
                  <a:lnTo>
                    <a:pt x="8421662" y="14734"/>
                  </a:lnTo>
                  <a:lnTo>
                    <a:pt x="8421788" y="14734"/>
                  </a:lnTo>
                  <a:lnTo>
                    <a:pt x="8421914" y="14734"/>
                  </a:lnTo>
                  <a:lnTo>
                    <a:pt x="8422040" y="14734"/>
                  </a:lnTo>
                  <a:lnTo>
                    <a:pt x="8422167" y="14734"/>
                  </a:lnTo>
                  <a:lnTo>
                    <a:pt x="8422293" y="14734"/>
                  </a:lnTo>
                  <a:lnTo>
                    <a:pt x="8422419" y="14734"/>
                  </a:lnTo>
                  <a:lnTo>
                    <a:pt x="8422545" y="14734"/>
                  </a:lnTo>
                  <a:lnTo>
                    <a:pt x="8422672" y="14734"/>
                  </a:lnTo>
                  <a:lnTo>
                    <a:pt x="8422798" y="14734"/>
                  </a:lnTo>
                  <a:lnTo>
                    <a:pt x="8422924" y="14734"/>
                  </a:lnTo>
                  <a:lnTo>
                    <a:pt x="8423051" y="14734"/>
                  </a:lnTo>
                  <a:lnTo>
                    <a:pt x="8423177" y="14734"/>
                  </a:lnTo>
                  <a:lnTo>
                    <a:pt x="8423303" y="14734"/>
                  </a:lnTo>
                  <a:lnTo>
                    <a:pt x="8423429" y="14734"/>
                  </a:lnTo>
                  <a:lnTo>
                    <a:pt x="8423556" y="14734"/>
                  </a:lnTo>
                  <a:lnTo>
                    <a:pt x="8423682" y="14734"/>
                  </a:lnTo>
                  <a:lnTo>
                    <a:pt x="8423808" y="14734"/>
                  </a:lnTo>
                  <a:lnTo>
                    <a:pt x="8423934" y="14734"/>
                  </a:lnTo>
                  <a:lnTo>
                    <a:pt x="8424061" y="14734"/>
                  </a:lnTo>
                  <a:lnTo>
                    <a:pt x="8424187" y="14734"/>
                  </a:lnTo>
                  <a:lnTo>
                    <a:pt x="8424313" y="14734"/>
                  </a:lnTo>
                  <a:lnTo>
                    <a:pt x="8424439" y="14734"/>
                  </a:lnTo>
                  <a:lnTo>
                    <a:pt x="8424566" y="14734"/>
                  </a:lnTo>
                  <a:lnTo>
                    <a:pt x="8424692" y="14734"/>
                  </a:lnTo>
                  <a:lnTo>
                    <a:pt x="8424818" y="14734"/>
                  </a:lnTo>
                  <a:lnTo>
                    <a:pt x="8424944" y="14734"/>
                  </a:lnTo>
                  <a:lnTo>
                    <a:pt x="8425071" y="14734"/>
                  </a:lnTo>
                  <a:lnTo>
                    <a:pt x="8425197" y="14734"/>
                  </a:lnTo>
                  <a:lnTo>
                    <a:pt x="8425323" y="14734"/>
                  </a:lnTo>
                  <a:lnTo>
                    <a:pt x="8425449" y="14734"/>
                  </a:lnTo>
                  <a:lnTo>
                    <a:pt x="8425576" y="14734"/>
                  </a:lnTo>
                  <a:lnTo>
                    <a:pt x="8425702" y="14734"/>
                  </a:lnTo>
                  <a:lnTo>
                    <a:pt x="8425828" y="14734"/>
                  </a:lnTo>
                  <a:lnTo>
                    <a:pt x="8425954" y="14734"/>
                  </a:lnTo>
                  <a:lnTo>
                    <a:pt x="8426081" y="14734"/>
                  </a:lnTo>
                  <a:lnTo>
                    <a:pt x="8426207" y="14734"/>
                  </a:lnTo>
                  <a:lnTo>
                    <a:pt x="8426333" y="14734"/>
                  </a:lnTo>
                  <a:lnTo>
                    <a:pt x="8426459" y="14734"/>
                  </a:lnTo>
                  <a:lnTo>
                    <a:pt x="8426586" y="14734"/>
                  </a:lnTo>
                  <a:lnTo>
                    <a:pt x="8426712" y="14734"/>
                  </a:lnTo>
                  <a:lnTo>
                    <a:pt x="8426838" y="14734"/>
                  </a:lnTo>
                  <a:lnTo>
                    <a:pt x="8426964" y="14734"/>
                  </a:lnTo>
                  <a:lnTo>
                    <a:pt x="8427091" y="14734"/>
                  </a:lnTo>
                  <a:lnTo>
                    <a:pt x="8427217" y="14734"/>
                  </a:lnTo>
                  <a:lnTo>
                    <a:pt x="8427343" y="14734"/>
                  </a:lnTo>
                  <a:lnTo>
                    <a:pt x="8427469" y="14734"/>
                  </a:lnTo>
                  <a:lnTo>
                    <a:pt x="8427596" y="14734"/>
                  </a:lnTo>
                  <a:lnTo>
                    <a:pt x="8427722" y="14734"/>
                  </a:lnTo>
                  <a:lnTo>
                    <a:pt x="8427848" y="14734"/>
                  </a:lnTo>
                  <a:lnTo>
                    <a:pt x="8427975" y="14734"/>
                  </a:lnTo>
                  <a:lnTo>
                    <a:pt x="8428101" y="14734"/>
                  </a:lnTo>
                  <a:lnTo>
                    <a:pt x="8428227" y="14734"/>
                  </a:lnTo>
                  <a:lnTo>
                    <a:pt x="8428353" y="14734"/>
                  </a:lnTo>
                  <a:lnTo>
                    <a:pt x="8428480" y="14734"/>
                  </a:lnTo>
                  <a:lnTo>
                    <a:pt x="8428606" y="14734"/>
                  </a:lnTo>
                  <a:lnTo>
                    <a:pt x="8428732" y="14734"/>
                  </a:lnTo>
                  <a:lnTo>
                    <a:pt x="8428858" y="14734"/>
                  </a:lnTo>
                  <a:lnTo>
                    <a:pt x="8428985" y="14734"/>
                  </a:lnTo>
                  <a:lnTo>
                    <a:pt x="8429111" y="14734"/>
                  </a:lnTo>
                  <a:lnTo>
                    <a:pt x="8429237" y="14734"/>
                  </a:lnTo>
                  <a:lnTo>
                    <a:pt x="8429363" y="14734"/>
                  </a:lnTo>
                  <a:lnTo>
                    <a:pt x="8429490" y="14734"/>
                  </a:lnTo>
                  <a:lnTo>
                    <a:pt x="8429616" y="14734"/>
                  </a:lnTo>
                  <a:lnTo>
                    <a:pt x="8429742" y="14734"/>
                  </a:lnTo>
                  <a:lnTo>
                    <a:pt x="8429868" y="14734"/>
                  </a:lnTo>
                  <a:lnTo>
                    <a:pt x="8429995" y="14734"/>
                  </a:lnTo>
                  <a:lnTo>
                    <a:pt x="8430121" y="14734"/>
                  </a:lnTo>
                  <a:lnTo>
                    <a:pt x="8430247" y="14734"/>
                  </a:lnTo>
                  <a:lnTo>
                    <a:pt x="8430373" y="14734"/>
                  </a:lnTo>
                  <a:lnTo>
                    <a:pt x="8430500" y="14734"/>
                  </a:lnTo>
                  <a:lnTo>
                    <a:pt x="8430626" y="14734"/>
                  </a:lnTo>
                  <a:lnTo>
                    <a:pt x="8430752" y="14734"/>
                  </a:lnTo>
                  <a:lnTo>
                    <a:pt x="8430878" y="14734"/>
                  </a:lnTo>
                  <a:lnTo>
                    <a:pt x="8431005" y="14734"/>
                  </a:lnTo>
                  <a:lnTo>
                    <a:pt x="8431131" y="14734"/>
                  </a:lnTo>
                  <a:lnTo>
                    <a:pt x="8431257" y="14734"/>
                  </a:lnTo>
                  <a:lnTo>
                    <a:pt x="8431383" y="14734"/>
                  </a:lnTo>
                  <a:lnTo>
                    <a:pt x="8431510" y="14734"/>
                  </a:lnTo>
                  <a:lnTo>
                    <a:pt x="8431636" y="14734"/>
                  </a:lnTo>
                  <a:lnTo>
                    <a:pt x="8431762" y="14734"/>
                  </a:lnTo>
                  <a:lnTo>
                    <a:pt x="8431888" y="14734"/>
                  </a:lnTo>
                  <a:lnTo>
                    <a:pt x="8432015" y="14734"/>
                  </a:lnTo>
                  <a:lnTo>
                    <a:pt x="8432141" y="14734"/>
                  </a:lnTo>
                  <a:lnTo>
                    <a:pt x="8432267" y="14734"/>
                  </a:lnTo>
                  <a:lnTo>
                    <a:pt x="8432393" y="14734"/>
                  </a:lnTo>
                  <a:lnTo>
                    <a:pt x="8432520" y="14734"/>
                  </a:lnTo>
                  <a:lnTo>
                    <a:pt x="8432646" y="14734"/>
                  </a:lnTo>
                  <a:lnTo>
                    <a:pt x="8432772" y="14734"/>
                  </a:lnTo>
                  <a:lnTo>
                    <a:pt x="8432899" y="14734"/>
                  </a:lnTo>
                  <a:lnTo>
                    <a:pt x="8433025" y="14734"/>
                  </a:lnTo>
                  <a:lnTo>
                    <a:pt x="8433151" y="14734"/>
                  </a:lnTo>
                  <a:lnTo>
                    <a:pt x="8433277" y="14734"/>
                  </a:lnTo>
                  <a:lnTo>
                    <a:pt x="8433404" y="14734"/>
                  </a:lnTo>
                  <a:lnTo>
                    <a:pt x="8433530" y="14734"/>
                  </a:lnTo>
                  <a:lnTo>
                    <a:pt x="8433656" y="14734"/>
                  </a:lnTo>
                  <a:lnTo>
                    <a:pt x="8433782" y="14734"/>
                  </a:lnTo>
                  <a:lnTo>
                    <a:pt x="8433909" y="14734"/>
                  </a:lnTo>
                  <a:lnTo>
                    <a:pt x="8434035" y="14734"/>
                  </a:lnTo>
                  <a:lnTo>
                    <a:pt x="8434161" y="14734"/>
                  </a:lnTo>
                  <a:lnTo>
                    <a:pt x="8434287" y="14734"/>
                  </a:lnTo>
                  <a:lnTo>
                    <a:pt x="8434414" y="14734"/>
                  </a:lnTo>
                  <a:lnTo>
                    <a:pt x="8434540" y="14734"/>
                  </a:lnTo>
                  <a:lnTo>
                    <a:pt x="8434666" y="14734"/>
                  </a:lnTo>
                  <a:lnTo>
                    <a:pt x="8434792" y="14734"/>
                  </a:lnTo>
                  <a:lnTo>
                    <a:pt x="8434919" y="14734"/>
                  </a:lnTo>
                  <a:lnTo>
                    <a:pt x="8435045" y="14734"/>
                  </a:lnTo>
                  <a:lnTo>
                    <a:pt x="8435171" y="14734"/>
                  </a:lnTo>
                  <a:lnTo>
                    <a:pt x="8435297" y="14734"/>
                  </a:lnTo>
                  <a:lnTo>
                    <a:pt x="8435424" y="14734"/>
                  </a:lnTo>
                  <a:lnTo>
                    <a:pt x="8435550" y="14734"/>
                  </a:lnTo>
                  <a:lnTo>
                    <a:pt x="8435676" y="14734"/>
                  </a:lnTo>
                  <a:lnTo>
                    <a:pt x="8435802" y="14734"/>
                  </a:lnTo>
                  <a:lnTo>
                    <a:pt x="8435929" y="14734"/>
                  </a:lnTo>
                  <a:lnTo>
                    <a:pt x="8436055" y="14734"/>
                  </a:lnTo>
                  <a:lnTo>
                    <a:pt x="8436181" y="14734"/>
                  </a:lnTo>
                  <a:lnTo>
                    <a:pt x="8436307" y="14734"/>
                  </a:lnTo>
                  <a:lnTo>
                    <a:pt x="8436434" y="14734"/>
                  </a:lnTo>
                  <a:lnTo>
                    <a:pt x="8436560" y="14734"/>
                  </a:lnTo>
                  <a:lnTo>
                    <a:pt x="8436686" y="14734"/>
                  </a:lnTo>
                  <a:lnTo>
                    <a:pt x="8436812" y="14734"/>
                  </a:lnTo>
                  <a:lnTo>
                    <a:pt x="8436939" y="14734"/>
                  </a:lnTo>
                  <a:lnTo>
                    <a:pt x="8437065" y="14734"/>
                  </a:lnTo>
                  <a:lnTo>
                    <a:pt x="8437191" y="14734"/>
                  </a:lnTo>
                  <a:lnTo>
                    <a:pt x="8437317" y="14734"/>
                  </a:lnTo>
                  <a:lnTo>
                    <a:pt x="8437444" y="14734"/>
                  </a:lnTo>
                  <a:lnTo>
                    <a:pt x="8437570" y="14734"/>
                  </a:lnTo>
                  <a:lnTo>
                    <a:pt x="8437696" y="14734"/>
                  </a:lnTo>
                  <a:lnTo>
                    <a:pt x="8437822" y="14734"/>
                  </a:lnTo>
                  <a:lnTo>
                    <a:pt x="8437949" y="14734"/>
                  </a:lnTo>
                  <a:lnTo>
                    <a:pt x="8438075" y="14734"/>
                  </a:lnTo>
                  <a:lnTo>
                    <a:pt x="8438201" y="14734"/>
                  </a:lnTo>
                  <a:lnTo>
                    <a:pt x="8438328" y="14734"/>
                  </a:lnTo>
                  <a:lnTo>
                    <a:pt x="8438454" y="14734"/>
                  </a:lnTo>
                  <a:lnTo>
                    <a:pt x="8438580" y="14734"/>
                  </a:lnTo>
                  <a:lnTo>
                    <a:pt x="8438706" y="14734"/>
                  </a:lnTo>
                  <a:lnTo>
                    <a:pt x="8438833" y="14734"/>
                  </a:lnTo>
                  <a:lnTo>
                    <a:pt x="8438959" y="14734"/>
                  </a:lnTo>
                  <a:lnTo>
                    <a:pt x="8439085" y="14734"/>
                  </a:lnTo>
                  <a:lnTo>
                    <a:pt x="8439211" y="14734"/>
                  </a:lnTo>
                  <a:lnTo>
                    <a:pt x="8439338" y="14734"/>
                  </a:lnTo>
                  <a:lnTo>
                    <a:pt x="8439464" y="14734"/>
                  </a:lnTo>
                  <a:lnTo>
                    <a:pt x="8439590" y="14734"/>
                  </a:lnTo>
                  <a:lnTo>
                    <a:pt x="8439716" y="14734"/>
                  </a:lnTo>
                  <a:lnTo>
                    <a:pt x="8439843" y="14734"/>
                  </a:lnTo>
                  <a:lnTo>
                    <a:pt x="8439969" y="14734"/>
                  </a:lnTo>
                  <a:lnTo>
                    <a:pt x="8440095" y="14734"/>
                  </a:lnTo>
                  <a:lnTo>
                    <a:pt x="8440221" y="14734"/>
                  </a:lnTo>
                  <a:lnTo>
                    <a:pt x="8440348" y="14734"/>
                  </a:lnTo>
                  <a:lnTo>
                    <a:pt x="8440474" y="14734"/>
                  </a:lnTo>
                  <a:lnTo>
                    <a:pt x="8440600" y="14734"/>
                  </a:lnTo>
                  <a:lnTo>
                    <a:pt x="8440726" y="14734"/>
                  </a:lnTo>
                  <a:lnTo>
                    <a:pt x="8440853" y="14734"/>
                  </a:lnTo>
                  <a:lnTo>
                    <a:pt x="8440979" y="14734"/>
                  </a:lnTo>
                  <a:lnTo>
                    <a:pt x="8441105" y="14734"/>
                  </a:lnTo>
                  <a:lnTo>
                    <a:pt x="8441231" y="14734"/>
                  </a:lnTo>
                  <a:lnTo>
                    <a:pt x="8441358" y="14734"/>
                  </a:lnTo>
                  <a:lnTo>
                    <a:pt x="8441484" y="14734"/>
                  </a:lnTo>
                  <a:lnTo>
                    <a:pt x="8441610" y="14734"/>
                  </a:lnTo>
                  <a:lnTo>
                    <a:pt x="8441736" y="14734"/>
                  </a:lnTo>
                  <a:lnTo>
                    <a:pt x="8441863" y="14734"/>
                  </a:lnTo>
                  <a:lnTo>
                    <a:pt x="8441989" y="14734"/>
                  </a:lnTo>
                  <a:lnTo>
                    <a:pt x="8442115" y="14734"/>
                  </a:lnTo>
                  <a:lnTo>
                    <a:pt x="8442241" y="14734"/>
                  </a:lnTo>
                  <a:lnTo>
                    <a:pt x="8442368" y="14734"/>
                  </a:lnTo>
                  <a:lnTo>
                    <a:pt x="8442494" y="14734"/>
                  </a:lnTo>
                  <a:lnTo>
                    <a:pt x="8442620" y="14734"/>
                  </a:lnTo>
                  <a:lnTo>
                    <a:pt x="8442746" y="14734"/>
                  </a:lnTo>
                  <a:lnTo>
                    <a:pt x="8442873" y="14734"/>
                  </a:lnTo>
                  <a:lnTo>
                    <a:pt x="8442999" y="14734"/>
                  </a:lnTo>
                  <a:lnTo>
                    <a:pt x="8443125" y="14734"/>
                  </a:lnTo>
                  <a:lnTo>
                    <a:pt x="8443252" y="14734"/>
                  </a:lnTo>
                  <a:lnTo>
                    <a:pt x="8443378" y="14734"/>
                  </a:lnTo>
                  <a:lnTo>
                    <a:pt x="8443504" y="14734"/>
                  </a:lnTo>
                  <a:lnTo>
                    <a:pt x="8443630" y="14734"/>
                  </a:lnTo>
                  <a:lnTo>
                    <a:pt x="8443757" y="14734"/>
                  </a:lnTo>
                  <a:lnTo>
                    <a:pt x="8443883" y="14734"/>
                  </a:lnTo>
                  <a:lnTo>
                    <a:pt x="8444009" y="14734"/>
                  </a:lnTo>
                  <a:lnTo>
                    <a:pt x="8444135" y="14734"/>
                  </a:lnTo>
                  <a:lnTo>
                    <a:pt x="8444262" y="14734"/>
                  </a:lnTo>
                  <a:lnTo>
                    <a:pt x="8444388" y="14734"/>
                  </a:lnTo>
                  <a:lnTo>
                    <a:pt x="8444514" y="14734"/>
                  </a:lnTo>
                  <a:lnTo>
                    <a:pt x="8444640" y="14734"/>
                  </a:lnTo>
                  <a:lnTo>
                    <a:pt x="8444767" y="14734"/>
                  </a:lnTo>
                  <a:lnTo>
                    <a:pt x="8444893" y="14734"/>
                  </a:lnTo>
                  <a:lnTo>
                    <a:pt x="8445019" y="14734"/>
                  </a:lnTo>
                  <a:lnTo>
                    <a:pt x="8445145" y="14734"/>
                  </a:lnTo>
                  <a:lnTo>
                    <a:pt x="8445272" y="14734"/>
                  </a:lnTo>
                  <a:lnTo>
                    <a:pt x="8445398" y="14734"/>
                  </a:lnTo>
                  <a:lnTo>
                    <a:pt x="8445524" y="14734"/>
                  </a:lnTo>
                  <a:lnTo>
                    <a:pt x="8445650" y="14734"/>
                  </a:lnTo>
                  <a:lnTo>
                    <a:pt x="8445777" y="14734"/>
                  </a:lnTo>
                  <a:lnTo>
                    <a:pt x="8445903" y="14734"/>
                  </a:lnTo>
                  <a:lnTo>
                    <a:pt x="8446029" y="14734"/>
                  </a:lnTo>
                  <a:lnTo>
                    <a:pt x="8446155" y="14734"/>
                  </a:lnTo>
                  <a:lnTo>
                    <a:pt x="8446282" y="14734"/>
                  </a:lnTo>
                  <a:lnTo>
                    <a:pt x="8446408" y="14734"/>
                  </a:lnTo>
                  <a:lnTo>
                    <a:pt x="8446534" y="14734"/>
                  </a:lnTo>
                  <a:lnTo>
                    <a:pt x="8446660" y="14734"/>
                  </a:lnTo>
                  <a:lnTo>
                    <a:pt x="8446787" y="14734"/>
                  </a:lnTo>
                  <a:lnTo>
                    <a:pt x="8446913" y="14734"/>
                  </a:lnTo>
                  <a:lnTo>
                    <a:pt x="8447039" y="14734"/>
                  </a:lnTo>
                  <a:lnTo>
                    <a:pt x="8447165" y="14734"/>
                  </a:lnTo>
                  <a:lnTo>
                    <a:pt x="8447292" y="14734"/>
                  </a:lnTo>
                  <a:lnTo>
                    <a:pt x="8447418" y="14734"/>
                  </a:lnTo>
                  <a:lnTo>
                    <a:pt x="8447544" y="14734"/>
                  </a:lnTo>
                  <a:lnTo>
                    <a:pt x="8447670" y="14734"/>
                  </a:lnTo>
                  <a:lnTo>
                    <a:pt x="8447797" y="14734"/>
                  </a:lnTo>
                  <a:lnTo>
                    <a:pt x="8447923" y="14734"/>
                  </a:lnTo>
                  <a:lnTo>
                    <a:pt x="8448049" y="14734"/>
                  </a:lnTo>
                  <a:lnTo>
                    <a:pt x="8448175" y="14734"/>
                  </a:lnTo>
                  <a:lnTo>
                    <a:pt x="8448302" y="14734"/>
                  </a:lnTo>
                  <a:lnTo>
                    <a:pt x="8448428" y="14734"/>
                  </a:lnTo>
                  <a:lnTo>
                    <a:pt x="8448554" y="14734"/>
                  </a:lnTo>
                  <a:lnTo>
                    <a:pt x="8448681" y="14734"/>
                  </a:lnTo>
                  <a:lnTo>
                    <a:pt x="8448807" y="14734"/>
                  </a:lnTo>
                  <a:lnTo>
                    <a:pt x="8448933" y="14734"/>
                  </a:lnTo>
                  <a:lnTo>
                    <a:pt x="8449059" y="14734"/>
                  </a:lnTo>
                  <a:lnTo>
                    <a:pt x="8449186" y="14734"/>
                  </a:lnTo>
                  <a:lnTo>
                    <a:pt x="8449312" y="14734"/>
                  </a:lnTo>
                  <a:lnTo>
                    <a:pt x="8449438" y="14734"/>
                  </a:lnTo>
                  <a:lnTo>
                    <a:pt x="8449564" y="14734"/>
                  </a:lnTo>
                  <a:lnTo>
                    <a:pt x="8449691" y="14734"/>
                  </a:lnTo>
                  <a:lnTo>
                    <a:pt x="8449817" y="14734"/>
                  </a:lnTo>
                  <a:lnTo>
                    <a:pt x="8449943" y="14734"/>
                  </a:lnTo>
                  <a:lnTo>
                    <a:pt x="8450069" y="14734"/>
                  </a:lnTo>
                  <a:lnTo>
                    <a:pt x="8450196" y="14734"/>
                  </a:lnTo>
                  <a:lnTo>
                    <a:pt x="8450322" y="14734"/>
                  </a:lnTo>
                  <a:lnTo>
                    <a:pt x="8450448" y="14734"/>
                  </a:lnTo>
                  <a:lnTo>
                    <a:pt x="8450574" y="14734"/>
                  </a:lnTo>
                  <a:lnTo>
                    <a:pt x="8450701" y="14734"/>
                  </a:lnTo>
                  <a:lnTo>
                    <a:pt x="8450827" y="14734"/>
                  </a:lnTo>
                  <a:lnTo>
                    <a:pt x="8450953" y="14734"/>
                  </a:lnTo>
                  <a:lnTo>
                    <a:pt x="8451079" y="14734"/>
                  </a:lnTo>
                  <a:lnTo>
                    <a:pt x="8451206" y="14734"/>
                  </a:lnTo>
                  <a:lnTo>
                    <a:pt x="8451332" y="14734"/>
                  </a:lnTo>
                  <a:lnTo>
                    <a:pt x="8451458" y="14734"/>
                  </a:lnTo>
                  <a:lnTo>
                    <a:pt x="8451584" y="14734"/>
                  </a:lnTo>
                  <a:lnTo>
                    <a:pt x="8451711" y="14734"/>
                  </a:lnTo>
                  <a:lnTo>
                    <a:pt x="8451837" y="14734"/>
                  </a:lnTo>
                  <a:lnTo>
                    <a:pt x="8451963" y="14734"/>
                  </a:lnTo>
                  <a:lnTo>
                    <a:pt x="8452089" y="14734"/>
                  </a:lnTo>
                  <a:lnTo>
                    <a:pt x="8452216" y="14734"/>
                  </a:lnTo>
                  <a:lnTo>
                    <a:pt x="8452342" y="14734"/>
                  </a:lnTo>
                  <a:lnTo>
                    <a:pt x="8452468" y="14734"/>
                  </a:lnTo>
                  <a:lnTo>
                    <a:pt x="8452594" y="14734"/>
                  </a:lnTo>
                  <a:lnTo>
                    <a:pt x="8452721" y="14734"/>
                  </a:lnTo>
                  <a:lnTo>
                    <a:pt x="8452847" y="14734"/>
                  </a:lnTo>
                  <a:lnTo>
                    <a:pt x="8452973" y="14734"/>
                  </a:lnTo>
                  <a:lnTo>
                    <a:pt x="8453099" y="14734"/>
                  </a:lnTo>
                  <a:lnTo>
                    <a:pt x="8453226" y="14734"/>
                  </a:lnTo>
                  <a:lnTo>
                    <a:pt x="8453352" y="14734"/>
                  </a:lnTo>
                  <a:lnTo>
                    <a:pt x="8453478" y="14734"/>
                  </a:lnTo>
                  <a:lnTo>
                    <a:pt x="8453605" y="14734"/>
                  </a:lnTo>
                  <a:lnTo>
                    <a:pt x="8453731" y="14734"/>
                  </a:lnTo>
                  <a:lnTo>
                    <a:pt x="8453857" y="14734"/>
                  </a:lnTo>
                  <a:lnTo>
                    <a:pt x="8453983" y="14734"/>
                  </a:lnTo>
                  <a:lnTo>
                    <a:pt x="8454110" y="14734"/>
                  </a:lnTo>
                  <a:lnTo>
                    <a:pt x="8454236" y="14734"/>
                  </a:lnTo>
                  <a:lnTo>
                    <a:pt x="8454362" y="14734"/>
                  </a:lnTo>
                  <a:lnTo>
                    <a:pt x="8454488" y="14734"/>
                  </a:lnTo>
                  <a:lnTo>
                    <a:pt x="8454615" y="14734"/>
                  </a:lnTo>
                  <a:lnTo>
                    <a:pt x="8454741" y="14734"/>
                  </a:lnTo>
                  <a:lnTo>
                    <a:pt x="8454867" y="14734"/>
                  </a:lnTo>
                  <a:lnTo>
                    <a:pt x="8454993" y="14734"/>
                  </a:lnTo>
                  <a:lnTo>
                    <a:pt x="8455120" y="14734"/>
                  </a:lnTo>
                  <a:lnTo>
                    <a:pt x="8455246" y="14734"/>
                  </a:lnTo>
                  <a:lnTo>
                    <a:pt x="8455372" y="14734"/>
                  </a:lnTo>
                  <a:lnTo>
                    <a:pt x="8455498" y="14734"/>
                  </a:lnTo>
                  <a:lnTo>
                    <a:pt x="8455625" y="14734"/>
                  </a:lnTo>
                  <a:lnTo>
                    <a:pt x="8455751" y="14734"/>
                  </a:lnTo>
                  <a:lnTo>
                    <a:pt x="8455877" y="14734"/>
                  </a:lnTo>
                  <a:lnTo>
                    <a:pt x="8456003" y="14734"/>
                  </a:lnTo>
                  <a:lnTo>
                    <a:pt x="8456130" y="14734"/>
                  </a:lnTo>
                  <a:lnTo>
                    <a:pt x="8456256" y="14734"/>
                  </a:lnTo>
                  <a:lnTo>
                    <a:pt x="8456382" y="14734"/>
                  </a:lnTo>
                  <a:lnTo>
                    <a:pt x="8456508" y="14734"/>
                  </a:lnTo>
                  <a:lnTo>
                    <a:pt x="8456635" y="14734"/>
                  </a:lnTo>
                  <a:lnTo>
                    <a:pt x="8456761" y="14734"/>
                  </a:lnTo>
                  <a:lnTo>
                    <a:pt x="8456887" y="14734"/>
                  </a:lnTo>
                  <a:lnTo>
                    <a:pt x="8457013" y="14734"/>
                  </a:lnTo>
                  <a:lnTo>
                    <a:pt x="8457140" y="14734"/>
                  </a:lnTo>
                  <a:lnTo>
                    <a:pt x="8457266" y="14734"/>
                  </a:lnTo>
                  <a:lnTo>
                    <a:pt x="8457392" y="14734"/>
                  </a:lnTo>
                  <a:lnTo>
                    <a:pt x="8457518" y="14734"/>
                  </a:lnTo>
                  <a:lnTo>
                    <a:pt x="8457645" y="14734"/>
                  </a:lnTo>
                  <a:lnTo>
                    <a:pt x="8457771" y="14734"/>
                  </a:lnTo>
                  <a:lnTo>
                    <a:pt x="8457897" y="14734"/>
                  </a:lnTo>
                  <a:lnTo>
                    <a:pt x="8458023" y="14734"/>
                  </a:lnTo>
                  <a:lnTo>
                    <a:pt x="8458150" y="14734"/>
                  </a:lnTo>
                  <a:lnTo>
                    <a:pt x="8458276" y="14734"/>
                  </a:lnTo>
                  <a:lnTo>
                    <a:pt x="8458402" y="14734"/>
                  </a:lnTo>
                  <a:lnTo>
                    <a:pt x="8458528" y="14734"/>
                  </a:lnTo>
                  <a:lnTo>
                    <a:pt x="8458655" y="14734"/>
                  </a:lnTo>
                  <a:lnTo>
                    <a:pt x="8458781" y="14734"/>
                  </a:lnTo>
                  <a:lnTo>
                    <a:pt x="8458907" y="14734"/>
                  </a:lnTo>
                  <a:lnTo>
                    <a:pt x="8459034" y="14734"/>
                  </a:lnTo>
                  <a:lnTo>
                    <a:pt x="8459160" y="14734"/>
                  </a:lnTo>
                  <a:lnTo>
                    <a:pt x="8459286" y="14734"/>
                  </a:lnTo>
                  <a:lnTo>
                    <a:pt x="8459412" y="14734"/>
                  </a:lnTo>
                  <a:lnTo>
                    <a:pt x="8459539" y="14734"/>
                  </a:lnTo>
                  <a:lnTo>
                    <a:pt x="8459665" y="14734"/>
                  </a:lnTo>
                  <a:lnTo>
                    <a:pt x="8459791" y="14734"/>
                  </a:lnTo>
                  <a:lnTo>
                    <a:pt x="8459917" y="14734"/>
                  </a:lnTo>
                  <a:lnTo>
                    <a:pt x="8460044" y="14734"/>
                  </a:lnTo>
                  <a:lnTo>
                    <a:pt x="8460170" y="14734"/>
                  </a:lnTo>
                  <a:lnTo>
                    <a:pt x="8460296" y="14734"/>
                  </a:lnTo>
                  <a:lnTo>
                    <a:pt x="8460422" y="14734"/>
                  </a:lnTo>
                  <a:lnTo>
                    <a:pt x="8460549" y="14734"/>
                  </a:lnTo>
                  <a:lnTo>
                    <a:pt x="8460675" y="14734"/>
                  </a:lnTo>
                  <a:lnTo>
                    <a:pt x="8460801" y="14734"/>
                  </a:lnTo>
                  <a:lnTo>
                    <a:pt x="8460927" y="14734"/>
                  </a:lnTo>
                  <a:lnTo>
                    <a:pt x="8461054" y="14734"/>
                  </a:lnTo>
                  <a:lnTo>
                    <a:pt x="8461180" y="14734"/>
                  </a:lnTo>
                  <a:lnTo>
                    <a:pt x="8461306" y="14734"/>
                  </a:lnTo>
                  <a:lnTo>
                    <a:pt x="8461432" y="14734"/>
                  </a:lnTo>
                  <a:lnTo>
                    <a:pt x="8461559" y="14734"/>
                  </a:lnTo>
                  <a:lnTo>
                    <a:pt x="8461685" y="14734"/>
                  </a:lnTo>
                  <a:lnTo>
                    <a:pt x="8461811" y="14734"/>
                  </a:lnTo>
                  <a:lnTo>
                    <a:pt x="8461937" y="14734"/>
                  </a:lnTo>
                  <a:lnTo>
                    <a:pt x="8462064" y="14734"/>
                  </a:lnTo>
                  <a:lnTo>
                    <a:pt x="8462190" y="14734"/>
                  </a:lnTo>
                  <a:lnTo>
                    <a:pt x="8462316" y="14734"/>
                  </a:lnTo>
                  <a:lnTo>
                    <a:pt x="8462442" y="14734"/>
                  </a:lnTo>
                  <a:lnTo>
                    <a:pt x="8462569" y="14734"/>
                  </a:lnTo>
                  <a:lnTo>
                    <a:pt x="8462695" y="14734"/>
                  </a:lnTo>
                  <a:lnTo>
                    <a:pt x="8462821" y="14734"/>
                  </a:lnTo>
                  <a:lnTo>
                    <a:pt x="8462947" y="14734"/>
                  </a:lnTo>
                  <a:lnTo>
                    <a:pt x="8463074" y="14734"/>
                  </a:lnTo>
                  <a:lnTo>
                    <a:pt x="8463200" y="14734"/>
                  </a:lnTo>
                  <a:lnTo>
                    <a:pt x="8463326" y="14734"/>
                  </a:lnTo>
                  <a:lnTo>
                    <a:pt x="8463452" y="14734"/>
                  </a:lnTo>
                  <a:lnTo>
                    <a:pt x="8463579" y="14734"/>
                  </a:lnTo>
                  <a:lnTo>
                    <a:pt x="8463705" y="14734"/>
                  </a:lnTo>
                  <a:lnTo>
                    <a:pt x="8463831" y="14734"/>
                  </a:lnTo>
                  <a:lnTo>
                    <a:pt x="8463958" y="14734"/>
                  </a:lnTo>
                  <a:lnTo>
                    <a:pt x="8464084" y="14734"/>
                  </a:lnTo>
                  <a:lnTo>
                    <a:pt x="8464210" y="14734"/>
                  </a:lnTo>
                  <a:lnTo>
                    <a:pt x="8464336" y="14734"/>
                  </a:lnTo>
                  <a:lnTo>
                    <a:pt x="8464463" y="14734"/>
                  </a:lnTo>
                  <a:lnTo>
                    <a:pt x="8464589" y="14734"/>
                  </a:lnTo>
                  <a:lnTo>
                    <a:pt x="8464715" y="14734"/>
                  </a:lnTo>
                  <a:lnTo>
                    <a:pt x="8464841" y="14734"/>
                  </a:lnTo>
                  <a:lnTo>
                    <a:pt x="8464968" y="14734"/>
                  </a:lnTo>
                  <a:lnTo>
                    <a:pt x="8465094" y="14734"/>
                  </a:lnTo>
                  <a:lnTo>
                    <a:pt x="8465220" y="14734"/>
                  </a:lnTo>
                  <a:lnTo>
                    <a:pt x="8465346" y="14734"/>
                  </a:lnTo>
                  <a:lnTo>
                    <a:pt x="8465473" y="14734"/>
                  </a:lnTo>
                  <a:lnTo>
                    <a:pt x="8465599" y="14734"/>
                  </a:lnTo>
                  <a:lnTo>
                    <a:pt x="8465725" y="14734"/>
                  </a:lnTo>
                  <a:lnTo>
                    <a:pt x="8465851" y="14734"/>
                  </a:lnTo>
                  <a:lnTo>
                    <a:pt x="8465978" y="14734"/>
                  </a:lnTo>
                  <a:lnTo>
                    <a:pt x="8466104" y="14734"/>
                  </a:lnTo>
                  <a:lnTo>
                    <a:pt x="8466230" y="14734"/>
                  </a:lnTo>
                  <a:lnTo>
                    <a:pt x="8466356" y="14734"/>
                  </a:lnTo>
                  <a:lnTo>
                    <a:pt x="8466483" y="14734"/>
                  </a:lnTo>
                  <a:lnTo>
                    <a:pt x="8466609" y="14734"/>
                  </a:lnTo>
                  <a:lnTo>
                    <a:pt x="8466735" y="14734"/>
                  </a:lnTo>
                  <a:lnTo>
                    <a:pt x="8466861" y="14734"/>
                  </a:lnTo>
                  <a:lnTo>
                    <a:pt x="8466988" y="14734"/>
                  </a:lnTo>
                  <a:lnTo>
                    <a:pt x="8467114" y="14734"/>
                  </a:lnTo>
                  <a:lnTo>
                    <a:pt x="8467240" y="14734"/>
                  </a:lnTo>
                  <a:lnTo>
                    <a:pt x="8467366" y="14734"/>
                  </a:lnTo>
                  <a:lnTo>
                    <a:pt x="8467493" y="14734"/>
                  </a:lnTo>
                  <a:lnTo>
                    <a:pt x="8467619" y="14734"/>
                  </a:lnTo>
                  <a:lnTo>
                    <a:pt x="8467745" y="14734"/>
                  </a:lnTo>
                  <a:lnTo>
                    <a:pt x="8467871" y="14734"/>
                  </a:lnTo>
                  <a:lnTo>
                    <a:pt x="8467998" y="14734"/>
                  </a:lnTo>
                  <a:lnTo>
                    <a:pt x="8468124" y="14734"/>
                  </a:lnTo>
                  <a:lnTo>
                    <a:pt x="8468250" y="14734"/>
                  </a:lnTo>
                  <a:lnTo>
                    <a:pt x="8468376" y="14734"/>
                  </a:lnTo>
                  <a:lnTo>
                    <a:pt x="8468503" y="14734"/>
                  </a:lnTo>
                  <a:lnTo>
                    <a:pt x="8468629" y="14734"/>
                  </a:lnTo>
                  <a:lnTo>
                    <a:pt x="8468755" y="14734"/>
                  </a:lnTo>
                  <a:lnTo>
                    <a:pt x="8468881" y="14734"/>
                  </a:lnTo>
                  <a:lnTo>
                    <a:pt x="8469008" y="14734"/>
                  </a:lnTo>
                  <a:lnTo>
                    <a:pt x="8469134" y="14734"/>
                  </a:lnTo>
                  <a:lnTo>
                    <a:pt x="8469260" y="14734"/>
                  </a:lnTo>
                  <a:lnTo>
                    <a:pt x="8469387" y="14734"/>
                  </a:lnTo>
                  <a:lnTo>
                    <a:pt x="8469513" y="14734"/>
                  </a:lnTo>
                  <a:lnTo>
                    <a:pt x="8469639" y="14734"/>
                  </a:lnTo>
                  <a:lnTo>
                    <a:pt x="8469765" y="14734"/>
                  </a:lnTo>
                  <a:lnTo>
                    <a:pt x="8469892" y="14734"/>
                  </a:lnTo>
                  <a:lnTo>
                    <a:pt x="8470018" y="14734"/>
                  </a:lnTo>
                  <a:lnTo>
                    <a:pt x="8470144" y="14734"/>
                  </a:lnTo>
                  <a:lnTo>
                    <a:pt x="8470270" y="14734"/>
                  </a:lnTo>
                  <a:lnTo>
                    <a:pt x="8470397" y="14734"/>
                  </a:lnTo>
                  <a:lnTo>
                    <a:pt x="8470523" y="14734"/>
                  </a:lnTo>
                  <a:lnTo>
                    <a:pt x="8470649" y="14734"/>
                  </a:lnTo>
                  <a:lnTo>
                    <a:pt x="8470775" y="14734"/>
                  </a:lnTo>
                  <a:lnTo>
                    <a:pt x="8470902" y="14734"/>
                  </a:lnTo>
                  <a:lnTo>
                    <a:pt x="8471028" y="14734"/>
                  </a:lnTo>
                  <a:lnTo>
                    <a:pt x="8471154" y="14734"/>
                  </a:lnTo>
                  <a:lnTo>
                    <a:pt x="8471280" y="14734"/>
                  </a:lnTo>
                  <a:lnTo>
                    <a:pt x="8471407" y="14734"/>
                  </a:lnTo>
                  <a:lnTo>
                    <a:pt x="8471533" y="14734"/>
                  </a:lnTo>
                  <a:lnTo>
                    <a:pt x="8471659" y="14734"/>
                  </a:lnTo>
                  <a:lnTo>
                    <a:pt x="8471785" y="14734"/>
                  </a:lnTo>
                  <a:lnTo>
                    <a:pt x="8471912" y="14734"/>
                  </a:lnTo>
                  <a:lnTo>
                    <a:pt x="8472038" y="14734"/>
                  </a:lnTo>
                  <a:lnTo>
                    <a:pt x="8472164" y="14734"/>
                  </a:lnTo>
                  <a:lnTo>
                    <a:pt x="8472290" y="14734"/>
                  </a:lnTo>
                  <a:lnTo>
                    <a:pt x="8472417" y="14734"/>
                  </a:lnTo>
                  <a:lnTo>
                    <a:pt x="8472543" y="14734"/>
                  </a:lnTo>
                  <a:lnTo>
                    <a:pt x="8472669" y="14734"/>
                  </a:lnTo>
                  <a:lnTo>
                    <a:pt x="8472795" y="14734"/>
                  </a:lnTo>
                  <a:lnTo>
                    <a:pt x="8472922" y="14734"/>
                  </a:lnTo>
                  <a:lnTo>
                    <a:pt x="8473048" y="14734"/>
                  </a:lnTo>
                  <a:lnTo>
                    <a:pt x="8473174" y="14734"/>
                  </a:lnTo>
                  <a:lnTo>
                    <a:pt x="8473300" y="14734"/>
                  </a:lnTo>
                  <a:lnTo>
                    <a:pt x="8473427" y="14734"/>
                  </a:lnTo>
                  <a:lnTo>
                    <a:pt x="8473553" y="14734"/>
                  </a:lnTo>
                  <a:lnTo>
                    <a:pt x="8473679" y="14734"/>
                  </a:lnTo>
                  <a:lnTo>
                    <a:pt x="8473805" y="14734"/>
                  </a:lnTo>
                  <a:lnTo>
                    <a:pt x="8473932" y="14734"/>
                  </a:lnTo>
                  <a:lnTo>
                    <a:pt x="8474058" y="14734"/>
                  </a:lnTo>
                  <a:lnTo>
                    <a:pt x="8474184" y="14734"/>
                  </a:lnTo>
                  <a:lnTo>
                    <a:pt x="8474311" y="14734"/>
                  </a:lnTo>
                  <a:lnTo>
                    <a:pt x="8474437" y="14734"/>
                  </a:lnTo>
                  <a:lnTo>
                    <a:pt x="8474563" y="14734"/>
                  </a:lnTo>
                  <a:lnTo>
                    <a:pt x="8474689" y="14734"/>
                  </a:lnTo>
                  <a:lnTo>
                    <a:pt x="8474816" y="14734"/>
                  </a:lnTo>
                  <a:lnTo>
                    <a:pt x="8474942" y="14734"/>
                  </a:lnTo>
                  <a:lnTo>
                    <a:pt x="8475068" y="14734"/>
                  </a:lnTo>
                  <a:lnTo>
                    <a:pt x="8475194" y="14734"/>
                  </a:lnTo>
                  <a:lnTo>
                    <a:pt x="8475321" y="14734"/>
                  </a:lnTo>
                  <a:lnTo>
                    <a:pt x="8475447" y="14734"/>
                  </a:lnTo>
                  <a:lnTo>
                    <a:pt x="8475573" y="14734"/>
                  </a:lnTo>
                  <a:lnTo>
                    <a:pt x="8475699" y="14734"/>
                  </a:lnTo>
                  <a:lnTo>
                    <a:pt x="8475826" y="14734"/>
                  </a:lnTo>
                  <a:lnTo>
                    <a:pt x="8475952" y="14734"/>
                  </a:lnTo>
                  <a:lnTo>
                    <a:pt x="8476078" y="14734"/>
                  </a:lnTo>
                  <a:lnTo>
                    <a:pt x="8476204" y="14734"/>
                  </a:lnTo>
                  <a:lnTo>
                    <a:pt x="8476331" y="14734"/>
                  </a:lnTo>
                  <a:lnTo>
                    <a:pt x="8476457" y="14734"/>
                  </a:lnTo>
                  <a:lnTo>
                    <a:pt x="8476583" y="14734"/>
                  </a:lnTo>
                  <a:lnTo>
                    <a:pt x="8476709" y="14734"/>
                  </a:lnTo>
                  <a:lnTo>
                    <a:pt x="8476836" y="14734"/>
                  </a:lnTo>
                  <a:lnTo>
                    <a:pt x="8476962" y="14734"/>
                  </a:lnTo>
                  <a:lnTo>
                    <a:pt x="8477088" y="14734"/>
                  </a:lnTo>
                  <a:lnTo>
                    <a:pt x="8477214" y="14734"/>
                  </a:lnTo>
                  <a:lnTo>
                    <a:pt x="8477341" y="14734"/>
                  </a:lnTo>
                  <a:lnTo>
                    <a:pt x="8477467" y="14734"/>
                  </a:lnTo>
                  <a:lnTo>
                    <a:pt x="8477593" y="14734"/>
                  </a:lnTo>
                  <a:lnTo>
                    <a:pt x="8477719" y="14734"/>
                  </a:lnTo>
                  <a:lnTo>
                    <a:pt x="8477846" y="14734"/>
                  </a:lnTo>
                  <a:lnTo>
                    <a:pt x="8477972" y="14734"/>
                  </a:lnTo>
                  <a:lnTo>
                    <a:pt x="8478098" y="14734"/>
                  </a:lnTo>
                  <a:lnTo>
                    <a:pt x="8478224" y="14734"/>
                  </a:lnTo>
                  <a:lnTo>
                    <a:pt x="8478351" y="14734"/>
                  </a:lnTo>
                  <a:lnTo>
                    <a:pt x="8478477" y="14734"/>
                  </a:lnTo>
                  <a:lnTo>
                    <a:pt x="8478603" y="14734"/>
                  </a:lnTo>
                  <a:lnTo>
                    <a:pt x="8478729" y="14734"/>
                  </a:lnTo>
                  <a:lnTo>
                    <a:pt x="8478856" y="14734"/>
                  </a:lnTo>
                  <a:lnTo>
                    <a:pt x="8478982" y="14734"/>
                  </a:lnTo>
                  <a:lnTo>
                    <a:pt x="8479108" y="14734"/>
                  </a:lnTo>
                  <a:lnTo>
                    <a:pt x="8479234" y="14734"/>
                  </a:lnTo>
                  <a:lnTo>
                    <a:pt x="8479361" y="14734"/>
                  </a:lnTo>
                  <a:lnTo>
                    <a:pt x="8479487" y="14734"/>
                  </a:lnTo>
                  <a:lnTo>
                    <a:pt x="8479613" y="14734"/>
                  </a:lnTo>
                  <a:lnTo>
                    <a:pt x="8479740" y="14734"/>
                  </a:lnTo>
                  <a:lnTo>
                    <a:pt x="8479866" y="14734"/>
                  </a:lnTo>
                  <a:lnTo>
                    <a:pt x="8479992" y="14734"/>
                  </a:lnTo>
                  <a:lnTo>
                    <a:pt x="8480118" y="14734"/>
                  </a:lnTo>
                  <a:lnTo>
                    <a:pt x="8480245" y="14734"/>
                  </a:lnTo>
                  <a:lnTo>
                    <a:pt x="8480371" y="14734"/>
                  </a:lnTo>
                  <a:lnTo>
                    <a:pt x="8480371" y="9822"/>
                  </a:lnTo>
                  <a:lnTo>
                    <a:pt x="8480497" y="9822"/>
                  </a:lnTo>
                  <a:lnTo>
                    <a:pt x="8480623" y="9822"/>
                  </a:lnTo>
                  <a:lnTo>
                    <a:pt x="8480750" y="9822"/>
                  </a:lnTo>
                  <a:lnTo>
                    <a:pt x="8480876" y="9822"/>
                  </a:lnTo>
                  <a:lnTo>
                    <a:pt x="8481002" y="9822"/>
                  </a:lnTo>
                  <a:lnTo>
                    <a:pt x="8481002" y="4911"/>
                  </a:lnTo>
                  <a:lnTo>
                    <a:pt x="8481128" y="4911"/>
                  </a:lnTo>
                  <a:lnTo>
                    <a:pt x="8481255" y="4911"/>
                  </a:lnTo>
                  <a:lnTo>
                    <a:pt x="8481381" y="4911"/>
                  </a:lnTo>
                  <a:lnTo>
                    <a:pt x="8481507" y="4911"/>
                  </a:lnTo>
                  <a:lnTo>
                    <a:pt x="8481633" y="4911"/>
                  </a:lnTo>
                  <a:lnTo>
                    <a:pt x="8481760" y="4911"/>
                  </a:lnTo>
                  <a:lnTo>
                    <a:pt x="8481886" y="4911"/>
                  </a:lnTo>
                  <a:lnTo>
                    <a:pt x="8482012" y="4911"/>
                  </a:lnTo>
                  <a:lnTo>
                    <a:pt x="8482138" y="4911"/>
                  </a:lnTo>
                  <a:lnTo>
                    <a:pt x="8482265" y="4911"/>
                  </a:lnTo>
                  <a:lnTo>
                    <a:pt x="8482391" y="4911"/>
                  </a:lnTo>
                  <a:lnTo>
                    <a:pt x="8482517" y="4911"/>
                  </a:lnTo>
                  <a:lnTo>
                    <a:pt x="8482643" y="4911"/>
                  </a:lnTo>
                  <a:lnTo>
                    <a:pt x="8482770" y="4911"/>
                  </a:lnTo>
                  <a:lnTo>
                    <a:pt x="8482896" y="4911"/>
                  </a:lnTo>
                  <a:lnTo>
                    <a:pt x="8483022" y="4911"/>
                  </a:lnTo>
                  <a:lnTo>
                    <a:pt x="8483148" y="4911"/>
                  </a:lnTo>
                  <a:lnTo>
                    <a:pt x="8483275" y="4911"/>
                  </a:lnTo>
                  <a:lnTo>
                    <a:pt x="8483401" y="4911"/>
                  </a:lnTo>
                  <a:lnTo>
                    <a:pt x="8483527" y="4911"/>
                  </a:lnTo>
                  <a:lnTo>
                    <a:pt x="8483653" y="4911"/>
                  </a:lnTo>
                  <a:lnTo>
                    <a:pt x="8483780" y="4911"/>
                  </a:lnTo>
                  <a:lnTo>
                    <a:pt x="8483906" y="4911"/>
                  </a:lnTo>
                  <a:lnTo>
                    <a:pt x="8484032" y="4911"/>
                  </a:lnTo>
                  <a:lnTo>
                    <a:pt x="8484158" y="4911"/>
                  </a:lnTo>
                  <a:lnTo>
                    <a:pt x="8484285" y="4911"/>
                  </a:lnTo>
                  <a:lnTo>
                    <a:pt x="8484411" y="4911"/>
                  </a:lnTo>
                  <a:lnTo>
                    <a:pt x="8484537" y="4911"/>
                  </a:lnTo>
                  <a:lnTo>
                    <a:pt x="8484664" y="4911"/>
                  </a:lnTo>
                  <a:lnTo>
                    <a:pt x="8484790" y="4911"/>
                  </a:lnTo>
                  <a:lnTo>
                    <a:pt x="8484916" y="4911"/>
                  </a:lnTo>
                  <a:lnTo>
                    <a:pt x="8485042" y="4911"/>
                  </a:lnTo>
                  <a:lnTo>
                    <a:pt x="8485169" y="4911"/>
                  </a:lnTo>
                  <a:lnTo>
                    <a:pt x="8485295" y="4911"/>
                  </a:lnTo>
                  <a:lnTo>
                    <a:pt x="8485421" y="4911"/>
                  </a:lnTo>
                  <a:lnTo>
                    <a:pt x="8485547" y="4911"/>
                  </a:lnTo>
                  <a:lnTo>
                    <a:pt x="8485674" y="4911"/>
                  </a:lnTo>
                  <a:lnTo>
                    <a:pt x="8485800" y="4911"/>
                  </a:lnTo>
                  <a:lnTo>
                    <a:pt x="8485926" y="4911"/>
                  </a:lnTo>
                  <a:lnTo>
                    <a:pt x="8486052" y="4911"/>
                  </a:lnTo>
                  <a:lnTo>
                    <a:pt x="8486179" y="4911"/>
                  </a:lnTo>
                  <a:lnTo>
                    <a:pt x="8486305" y="4911"/>
                  </a:lnTo>
                  <a:lnTo>
                    <a:pt x="8486431" y="4911"/>
                  </a:lnTo>
                  <a:lnTo>
                    <a:pt x="8486557" y="4911"/>
                  </a:lnTo>
                  <a:lnTo>
                    <a:pt x="8486684" y="4911"/>
                  </a:lnTo>
                  <a:lnTo>
                    <a:pt x="8486810" y="4911"/>
                  </a:lnTo>
                  <a:lnTo>
                    <a:pt x="8486936" y="4911"/>
                  </a:lnTo>
                  <a:lnTo>
                    <a:pt x="8487062" y="4911"/>
                  </a:lnTo>
                  <a:lnTo>
                    <a:pt x="8487189" y="4911"/>
                  </a:lnTo>
                  <a:lnTo>
                    <a:pt x="8487315" y="4911"/>
                  </a:lnTo>
                  <a:lnTo>
                    <a:pt x="8487441" y="4911"/>
                  </a:lnTo>
                  <a:lnTo>
                    <a:pt x="8487567" y="4911"/>
                  </a:lnTo>
                  <a:lnTo>
                    <a:pt x="8487694" y="4911"/>
                  </a:lnTo>
                  <a:lnTo>
                    <a:pt x="8487820" y="4911"/>
                  </a:lnTo>
                  <a:lnTo>
                    <a:pt x="8487946" y="4911"/>
                  </a:lnTo>
                  <a:lnTo>
                    <a:pt x="8488072" y="4911"/>
                  </a:lnTo>
                  <a:lnTo>
                    <a:pt x="8488199" y="4911"/>
                  </a:lnTo>
                  <a:lnTo>
                    <a:pt x="8488325" y="4911"/>
                  </a:lnTo>
                  <a:lnTo>
                    <a:pt x="8488451" y="4911"/>
                  </a:lnTo>
                  <a:lnTo>
                    <a:pt x="8488577" y="4911"/>
                  </a:lnTo>
                  <a:lnTo>
                    <a:pt x="8488704" y="4911"/>
                  </a:lnTo>
                  <a:lnTo>
                    <a:pt x="8488830" y="4911"/>
                  </a:lnTo>
                  <a:lnTo>
                    <a:pt x="8488956" y="4911"/>
                  </a:lnTo>
                  <a:lnTo>
                    <a:pt x="8489082" y="4911"/>
                  </a:lnTo>
                  <a:lnTo>
                    <a:pt x="8489209" y="4911"/>
                  </a:lnTo>
                  <a:lnTo>
                    <a:pt x="8489335" y="4911"/>
                  </a:lnTo>
                  <a:lnTo>
                    <a:pt x="8489461" y="4911"/>
                  </a:lnTo>
                  <a:lnTo>
                    <a:pt x="8489587" y="4911"/>
                  </a:lnTo>
                  <a:lnTo>
                    <a:pt x="8489714" y="4911"/>
                  </a:lnTo>
                  <a:lnTo>
                    <a:pt x="8489840" y="4911"/>
                  </a:lnTo>
                  <a:lnTo>
                    <a:pt x="8489966" y="4911"/>
                  </a:lnTo>
                  <a:lnTo>
                    <a:pt x="8490093" y="4911"/>
                  </a:lnTo>
                  <a:lnTo>
                    <a:pt x="8490219" y="4911"/>
                  </a:lnTo>
                  <a:lnTo>
                    <a:pt x="8490345" y="4911"/>
                  </a:lnTo>
                  <a:lnTo>
                    <a:pt x="8490471" y="4911"/>
                  </a:lnTo>
                  <a:lnTo>
                    <a:pt x="8490598" y="4911"/>
                  </a:lnTo>
                  <a:lnTo>
                    <a:pt x="8490724" y="4911"/>
                  </a:lnTo>
                  <a:lnTo>
                    <a:pt x="8490850" y="4911"/>
                  </a:lnTo>
                  <a:lnTo>
                    <a:pt x="8490976" y="4911"/>
                  </a:lnTo>
                  <a:lnTo>
                    <a:pt x="8491103" y="4911"/>
                  </a:lnTo>
                  <a:lnTo>
                    <a:pt x="8491229" y="4911"/>
                  </a:lnTo>
                  <a:lnTo>
                    <a:pt x="8491355" y="4911"/>
                  </a:lnTo>
                  <a:lnTo>
                    <a:pt x="8491481" y="4911"/>
                  </a:lnTo>
                  <a:lnTo>
                    <a:pt x="8491608" y="4911"/>
                  </a:lnTo>
                  <a:lnTo>
                    <a:pt x="8491734" y="4911"/>
                  </a:lnTo>
                  <a:lnTo>
                    <a:pt x="8491860" y="4911"/>
                  </a:lnTo>
                  <a:lnTo>
                    <a:pt x="8491986" y="4911"/>
                  </a:lnTo>
                  <a:lnTo>
                    <a:pt x="8492113" y="4911"/>
                  </a:lnTo>
                  <a:lnTo>
                    <a:pt x="8492239" y="4911"/>
                  </a:lnTo>
                  <a:lnTo>
                    <a:pt x="8492365" y="4911"/>
                  </a:lnTo>
                  <a:lnTo>
                    <a:pt x="8492491" y="4911"/>
                  </a:lnTo>
                  <a:lnTo>
                    <a:pt x="8492618" y="4911"/>
                  </a:lnTo>
                  <a:lnTo>
                    <a:pt x="8492744" y="4911"/>
                  </a:lnTo>
                  <a:lnTo>
                    <a:pt x="8492870" y="4911"/>
                  </a:lnTo>
                  <a:lnTo>
                    <a:pt x="8492996" y="4911"/>
                  </a:lnTo>
                  <a:lnTo>
                    <a:pt x="8493123" y="4911"/>
                  </a:lnTo>
                  <a:lnTo>
                    <a:pt x="8493249" y="4911"/>
                  </a:lnTo>
                  <a:lnTo>
                    <a:pt x="8493375" y="4911"/>
                  </a:lnTo>
                  <a:lnTo>
                    <a:pt x="8493501" y="4911"/>
                  </a:lnTo>
                  <a:lnTo>
                    <a:pt x="8493628" y="4911"/>
                  </a:lnTo>
                  <a:lnTo>
                    <a:pt x="8493754" y="4911"/>
                  </a:lnTo>
                  <a:lnTo>
                    <a:pt x="8493880" y="4911"/>
                  </a:lnTo>
                  <a:lnTo>
                    <a:pt x="8494006" y="4911"/>
                  </a:lnTo>
                  <a:lnTo>
                    <a:pt x="8494133" y="4911"/>
                  </a:lnTo>
                  <a:lnTo>
                    <a:pt x="8494259" y="4911"/>
                  </a:lnTo>
                  <a:lnTo>
                    <a:pt x="8494385" y="4911"/>
                  </a:lnTo>
                  <a:lnTo>
                    <a:pt x="8494511" y="4911"/>
                  </a:lnTo>
                  <a:lnTo>
                    <a:pt x="8494638" y="4911"/>
                  </a:lnTo>
                  <a:lnTo>
                    <a:pt x="8494764" y="4911"/>
                  </a:lnTo>
                  <a:lnTo>
                    <a:pt x="8494890" y="4911"/>
                  </a:lnTo>
                  <a:lnTo>
                    <a:pt x="8495017" y="4911"/>
                  </a:lnTo>
                  <a:lnTo>
                    <a:pt x="8495143" y="4911"/>
                  </a:lnTo>
                  <a:lnTo>
                    <a:pt x="8495269" y="4911"/>
                  </a:lnTo>
                  <a:lnTo>
                    <a:pt x="8495395" y="4911"/>
                  </a:lnTo>
                  <a:lnTo>
                    <a:pt x="8495522" y="4911"/>
                  </a:lnTo>
                  <a:lnTo>
                    <a:pt x="8495648" y="4911"/>
                  </a:lnTo>
                  <a:lnTo>
                    <a:pt x="8495774" y="4911"/>
                  </a:lnTo>
                  <a:lnTo>
                    <a:pt x="8495900" y="4911"/>
                  </a:lnTo>
                  <a:lnTo>
                    <a:pt x="8496027" y="4911"/>
                  </a:lnTo>
                  <a:lnTo>
                    <a:pt x="8496153" y="4911"/>
                  </a:lnTo>
                  <a:lnTo>
                    <a:pt x="8496279" y="4911"/>
                  </a:lnTo>
                  <a:lnTo>
                    <a:pt x="8496405" y="4911"/>
                  </a:lnTo>
                  <a:lnTo>
                    <a:pt x="8496532" y="4911"/>
                  </a:lnTo>
                  <a:lnTo>
                    <a:pt x="8496658" y="4911"/>
                  </a:lnTo>
                  <a:lnTo>
                    <a:pt x="8496784" y="4911"/>
                  </a:lnTo>
                  <a:lnTo>
                    <a:pt x="8496910" y="4911"/>
                  </a:lnTo>
                  <a:lnTo>
                    <a:pt x="8497037" y="4911"/>
                  </a:lnTo>
                  <a:lnTo>
                    <a:pt x="8497163" y="4911"/>
                  </a:lnTo>
                  <a:lnTo>
                    <a:pt x="8497289" y="4911"/>
                  </a:lnTo>
                  <a:lnTo>
                    <a:pt x="8497415" y="4911"/>
                  </a:lnTo>
                  <a:lnTo>
                    <a:pt x="8497542" y="4911"/>
                  </a:lnTo>
                  <a:lnTo>
                    <a:pt x="8497668" y="4911"/>
                  </a:lnTo>
                  <a:lnTo>
                    <a:pt x="8497794" y="4911"/>
                  </a:lnTo>
                  <a:lnTo>
                    <a:pt x="8497920" y="4911"/>
                  </a:lnTo>
                  <a:lnTo>
                    <a:pt x="8498047" y="4911"/>
                  </a:lnTo>
                  <a:lnTo>
                    <a:pt x="8498173" y="4911"/>
                  </a:lnTo>
                  <a:lnTo>
                    <a:pt x="8498299" y="4911"/>
                  </a:lnTo>
                  <a:lnTo>
                    <a:pt x="8498425" y="4911"/>
                  </a:lnTo>
                  <a:lnTo>
                    <a:pt x="8498425" y="0"/>
                  </a:lnTo>
                  <a:lnTo>
                    <a:pt x="8498425" y="0"/>
                  </a:lnTo>
                  <a:lnTo>
                    <a:pt x="8498552" y="0"/>
                  </a:lnTo>
                  <a:lnTo>
                    <a:pt x="8498678" y="0"/>
                  </a:lnTo>
                  <a:lnTo>
                    <a:pt x="8498804" y="0"/>
                  </a:lnTo>
                  <a:lnTo>
                    <a:pt x="8498930" y="0"/>
                  </a:lnTo>
                  <a:lnTo>
                    <a:pt x="8499057" y="0"/>
                  </a:lnTo>
                  <a:lnTo>
                    <a:pt x="8499183" y="0"/>
                  </a:lnTo>
                  <a:lnTo>
                    <a:pt x="8499309" y="0"/>
                  </a:lnTo>
                  <a:lnTo>
                    <a:pt x="8499435" y="0"/>
                  </a:lnTo>
                  <a:lnTo>
                    <a:pt x="8499562" y="0"/>
                  </a:lnTo>
                  <a:lnTo>
                    <a:pt x="8499688" y="0"/>
                  </a:lnTo>
                  <a:lnTo>
                    <a:pt x="8499814" y="0"/>
                  </a:lnTo>
                  <a:lnTo>
                    <a:pt x="8499941" y="0"/>
                  </a:lnTo>
                  <a:lnTo>
                    <a:pt x="8500067" y="0"/>
                  </a:lnTo>
                  <a:lnTo>
                    <a:pt x="8500193" y="0"/>
                  </a:lnTo>
                  <a:lnTo>
                    <a:pt x="8500319" y="0"/>
                  </a:lnTo>
                  <a:lnTo>
                    <a:pt x="8500446" y="0"/>
                  </a:lnTo>
                  <a:lnTo>
                    <a:pt x="8500572" y="0"/>
                  </a:lnTo>
                  <a:lnTo>
                    <a:pt x="8500698" y="0"/>
                  </a:lnTo>
                  <a:lnTo>
                    <a:pt x="8500824" y="0"/>
                  </a:lnTo>
                  <a:lnTo>
                    <a:pt x="8500951" y="0"/>
                  </a:lnTo>
                  <a:lnTo>
                    <a:pt x="8501077" y="0"/>
                  </a:lnTo>
                  <a:lnTo>
                    <a:pt x="8501203" y="0"/>
                  </a:lnTo>
                  <a:lnTo>
                    <a:pt x="8501329" y="0"/>
                  </a:lnTo>
                  <a:lnTo>
                    <a:pt x="8501456" y="0"/>
                  </a:lnTo>
                  <a:lnTo>
                    <a:pt x="8501582" y="0"/>
                  </a:lnTo>
                  <a:lnTo>
                    <a:pt x="8501708" y="0"/>
                  </a:lnTo>
                  <a:lnTo>
                    <a:pt x="8501834" y="0"/>
                  </a:lnTo>
                  <a:lnTo>
                    <a:pt x="8501961" y="0"/>
                  </a:lnTo>
                  <a:lnTo>
                    <a:pt x="8502087" y="0"/>
                  </a:lnTo>
                  <a:lnTo>
                    <a:pt x="8502213" y="0"/>
                  </a:lnTo>
                  <a:lnTo>
                    <a:pt x="8502339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17504" y="4633556"/>
              <a:ext cx="1163034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87093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09039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87093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09039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87093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09039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87093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09039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76138" y="4765827"/>
              <a:ext cx="36365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76138" y="4985283"/>
              <a:ext cx="734811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TyG-ABSI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76138" y="5204739"/>
              <a:ext cx="336773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AIP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76138" y="5424195"/>
              <a:ext cx="684154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METS-IR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5" y="6340585"/>
                  </a:lnTo>
                  <a:lnTo>
                    <a:pt x="250" y="6340585"/>
                  </a:lnTo>
                  <a:lnTo>
                    <a:pt x="375" y="6340585"/>
                  </a:lnTo>
                  <a:lnTo>
                    <a:pt x="500" y="6340585"/>
                  </a:lnTo>
                  <a:lnTo>
                    <a:pt x="625" y="6340585"/>
                  </a:lnTo>
                  <a:lnTo>
                    <a:pt x="750" y="6340585"/>
                  </a:lnTo>
                  <a:lnTo>
                    <a:pt x="875" y="6340585"/>
                  </a:lnTo>
                  <a:lnTo>
                    <a:pt x="1000" y="6340585"/>
                  </a:lnTo>
                  <a:lnTo>
                    <a:pt x="1125" y="6340585"/>
                  </a:lnTo>
                  <a:lnTo>
                    <a:pt x="1250" y="6340585"/>
                  </a:lnTo>
                  <a:lnTo>
                    <a:pt x="1375" y="6340585"/>
                  </a:lnTo>
                  <a:lnTo>
                    <a:pt x="1500" y="6340585"/>
                  </a:lnTo>
                  <a:lnTo>
                    <a:pt x="1625" y="6340585"/>
                  </a:lnTo>
                  <a:lnTo>
                    <a:pt x="1750" y="6340585"/>
                  </a:lnTo>
                  <a:lnTo>
                    <a:pt x="1875" y="6340585"/>
                  </a:lnTo>
                  <a:lnTo>
                    <a:pt x="2000" y="6340585"/>
                  </a:lnTo>
                  <a:lnTo>
                    <a:pt x="2125" y="6340585"/>
                  </a:lnTo>
                  <a:lnTo>
                    <a:pt x="2250" y="6340585"/>
                  </a:lnTo>
                  <a:lnTo>
                    <a:pt x="2375" y="6340585"/>
                  </a:lnTo>
                  <a:lnTo>
                    <a:pt x="2500" y="6340585"/>
                  </a:lnTo>
                  <a:lnTo>
                    <a:pt x="2625" y="6340585"/>
                  </a:lnTo>
                  <a:lnTo>
                    <a:pt x="2750" y="6340585"/>
                  </a:lnTo>
                  <a:lnTo>
                    <a:pt x="2875" y="6340585"/>
                  </a:lnTo>
                  <a:lnTo>
                    <a:pt x="3001" y="6340585"/>
                  </a:lnTo>
                  <a:lnTo>
                    <a:pt x="3126" y="6340585"/>
                  </a:lnTo>
                  <a:lnTo>
                    <a:pt x="3251" y="6340585"/>
                  </a:lnTo>
                  <a:lnTo>
                    <a:pt x="3376" y="6340585"/>
                  </a:lnTo>
                  <a:lnTo>
                    <a:pt x="3501" y="6340585"/>
                  </a:lnTo>
                  <a:lnTo>
                    <a:pt x="3626" y="6340585"/>
                  </a:lnTo>
                  <a:lnTo>
                    <a:pt x="3751" y="6340585"/>
                  </a:lnTo>
                  <a:lnTo>
                    <a:pt x="3876" y="6340585"/>
                  </a:lnTo>
                  <a:lnTo>
                    <a:pt x="4001" y="6340585"/>
                  </a:lnTo>
                  <a:lnTo>
                    <a:pt x="4126" y="6340585"/>
                  </a:lnTo>
                  <a:lnTo>
                    <a:pt x="4251" y="6340585"/>
                  </a:lnTo>
                  <a:lnTo>
                    <a:pt x="4376" y="6340585"/>
                  </a:lnTo>
                  <a:lnTo>
                    <a:pt x="4501" y="6340585"/>
                  </a:lnTo>
                  <a:lnTo>
                    <a:pt x="4626" y="6340585"/>
                  </a:lnTo>
                  <a:lnTo>
                    <a:pt x="4751" y="6340585"/>
                  </a:lnTo>
                  <a:lnTo>
                    <a:pt x="4876" y="6340585"/>
                  </a:lnTo>
                  <a:lnTo>
                    <a:pt x="5001" y="6340585"/>
                  </a:lnTo>
                  <a:lnTo>
                    <a:pt x="5126" y="6340585"/>
                  </a:lnTo>
                  <a:lnTo>
                    <a:pt x="5251" y="6340585"/>
                  </a:lnTo>
                  <a:lnTo>
                    <a:pt x="5376" y="6340585"/>
                  </a:lnTo>
                  <a:lnTo>
                    <a:pt x="5501" y="6340585"/>
                  </a:lnTo>
                  <a:lnTo>
                    <a:pt x="5626" y="6340585"/>
                  </a:lnTo>
                  <a:lnTo>
                    <a:pt x="5751" y="6340585"/>
                  </a:lnTo>
                  <a:lnTo>
                    <a:pt x="5876" y="6340585"/>
                  </a:lnTo>
                  <a:lnTo>
                    <a:pt x="6002" y="6340585"/>
                  </a:lnTo>
                  <a:lnTo>
                    <a:pt x="6127" y="6340585"/>
                  </a:lnTo>
                  <a:lnTo>
                    <a:pt x="6252" y="6340585"/>
                  </a:lnTo>
                  <a:lnTo>
                    <a:pt x="6377" y="6340585"/>
                  </a:lnTo>
                  <a:lnTo>
                    <a:pt x="6502" y="6340585"/>
                  </a:lnTo>
                  <a:lnTo>
                    <a:pt x="6627" y="6340585"/>
                  </a:lnTo>
                  <a:lnTo>
                    <a:pt x="6752" y="6340585"/>
                  </a:lnTo>
                  <a:lnTo>
                    <a:pt x="6877" y="6340585"/>
                  </a:lnTo>
                  <a:lnTo>
                    <a:pt x="7002" y="6340585"/>
                  </a:lnTo>
                  <a:lnTo>
                    <a:pt x="7127" y="6340585"/>
                  </a:lnTo>
                  <a:lnTo>
                    <a:pt x="7252" y="6340585"/>
                  </a:lnTo>
                  <a:lnTo>
                    <a:pt x="7377" y="6340585"/>
                  </a:lnTo>
                  <a:lnTo>
                    <a:pt x="7502" y="6340585"/>
                  </a:lnTo>
                  <a:lnTo>
                    <a:pt x="7627" y="6340585"/>
                  </a:lnTo>
                  <a:lnTo>
                    <a:pt x="7752" y="6340585"/>
                  </a:lnTo>
                  <a:lnTo>
                    <a:pt x="7877" y="6340585"/>
                  </a:lnTo>
                  <a:lnTo>
                    <a:pt x="8002" y="6340585"/>
                  </a:lnTo>
                  <a:lnTo>
                    <a:pt x="8127" y="6340585"/>
                  </a:lnTo>
                  <a:lnTo>
                    <a:pt x="8252" y="6340585"/>
                  </a:lnTo>
                  <a:lnTo>
                    <a:pt x="8377" y="6340585"/>
                  </a:lnTo>
                  <a:lnTo>
                    <a:pt x="8502" y="6340585"/>
                  </a:lnTo>
                  <a:lnTo>
                    <a:pt x="8627" y="6340585"/>
                  </a:lnTo>
                  <a:lnTo>
                    <a:pt x="8752" y="6340585"/>
                  </a:lnTo>
                  <a:lnTo>
                    <a:pt x="8877" y="6340585"/>
                  </a:lnTo>
                  <a:lnTo>
                    <a:pt x="9003" y="6340585"/>
                  </a:lnTo>
                  <a:lnTo>
                    <a:pt x="9128" y="6340585"/>
                  </a:lnTo>
                  <a:lnTo>
                    <a:pt x="9253" y="6340585"/>
                  </a:lnTo>
                  <a:lnTo>
                    <a:pt x="9378" y="6340585"/>
                  </a:lnTo>
                  <a:lnTo>
                    <a:pt x="9503" y="6340585"/>
                  </a:lnTo>
                  <a:lnTo>
                    <a:pt x="9628" y="6340585"/>
                  </a:lnTo>
                  <a:lnTo>
                    <a:pt x="9753" y="6340585"/>
                  </a:lnTo>
                  <a:lnTo>
                    <a:pt x="9878" y="6340585"/>
                  </a:lnTo>
                  <a:lnTo>
                    <a:pt x="10003" y="6340585"/>
                  </a:lnTo>
                  <a:lnTo>
                    <a:pt x="10128" y="6340585"/>
                  </a:lnTo>
                  <a:lnTo>
                    <a:pt x="10253" y="6340585"/>
                  </a:lnTo>
                  <a:lnTo>
                    <a:pt x="10378" y="6340585"/>
                  </a:lnTo>
                  <a:lnTo>
                    <a:pt x="10503" y="6340585"/>
                  </a:lnTo>
                  <a:lnTo>
                    <a:pt x="10628" y="6340585"/>
                  </a:lnTo>
                  <a:lnTo>
                    <a:pt x="10753" y="6340585"/>
                  </a:lnTo>
                  <a:lnTo>
                    <a:pt x="10878" y="6340585"/>
                  </a:lnTo>
                  <a:lnTo>
                    <a:pt x="11003" y="6340585"/>
                  </a:lnTo>
                  <a:lnTo>
                    <a:pt x="11128" y="6340585"/>
                  </a:lnTo>
                  <a:lnTo>
                    <a:pt x="11253" y="6340585"/>
                  </a:lnTo>
                  <a:lnTo>
                    <a:pt x="11378" y="6340585"/>
                  </a:lnTo>
                  <a:lnTo>
                    <a:pt x="11503" y="6340585"/>
                  </a:lnTo>
                  <a:lnTo>
                    <a:pt x="11628" y="6340585"/>
                  </a:lnTo>
                  <a:lnTo>
                    <a:pt x="11753" y="6340585"/>
                  </a:lnTo>
                  <a:lnTo>
                    <a:pt x="11878" y="6340585"/>
                  </a:lnTo>
                  <a:lnTo>
                    <a:pt x="12004" y="6340585"/>
                  </a:lnTo>
                  <a:lnTo>
                    <a:pt x="12129" y="6340585"/>
                  </a:lnTo>
                  <a:lnTo>
                    <a:pt x="12254" y="6340585"/>
                  </a:lnTo>
                  <a:lnTo>
                    <a:pt x="12379" y="6340585"/>
                  </a:lnTo>
                  <a:lnTo>
                    <a:pt x="12504" y="6340585"/>
                  </a:lnTo>
                  <a:lnTo>
                    <a:pt x="12629" y="6340585"/>
                  </a:lnTo>
                  <a:lnTo>
                    <a:pt x="12754" y="6340585"/>
                  </a:lnTo>
                  <a:lnTo>
                    <a:pt x="12879" y="6340585"/>
                  </a:lnTo>
                  <a:lnTo>
                    <a:pt x="13004" y="6340585"/>
                  </a:lnTo>
                  <a:lnTo>
                    <a:pt x="13129" y="6340585"/>
                  </a:lnTo>
                  <a:lnTo>
                    <a:pt x="13254" y="6340585"/>
                  </a:lnTo>
                  <a:lnTo>
                    <a:pt x="13379" y="6340585"/>
                  </a:lnTo>
                  <a:lnTo>
                    <a:pt x="13504" y="6340585"/>
                  </a:lnTo>
                  <a:lnTo>
                    <a:pt x="13629" y="6340585"/>
                  </a:lnTo>
                  <a:lnTo>
                    <a:pt x="13754" y="6340585"/>
                  </a:lnTo>
                  <a:lnTo>
                    <a:pt x="13879" y="6340585"/>
                  </a:lnTo>
                  <a:lnTo>
                    <a:pt x="14004" y="6340585"/>
                  </a:lnTo>
                  <a:lnTo>
                    <a:pt x="14129" y="6340585"/>
                  </a:lnTo>
                  <a:lnTo>
                    <a:pt x="14254" y="6340585"/>
                  </a:lnTo>
                  <a:lnTo>
                    <a:pt x="14379" y="6340585"/>
                  </a:lnTo>
                  <a:lnTo>
                    <a:pt x="14504" y="6340585"/>
                  </a:lnTo>
                  <a:lnTo>
                    <a:pt x="14629" y="6340585"/>
                  </a:lnTo>
                  <a:lnTo>
                    <a:pt x="14754" y="6340585"/>
                  </a:lnTo>
                  <a:lnTo>
                    <a:pt x="14879" y="6340585"/>
                  </a:lnTo>
                  <a:lnTo>
                    <a:pt x="15005" y="6340585"/>
                  </a:lnTo>
                  <a:lnTo>
                    <a:pt x="15130" y="6340585"/>
                  </a:lnTo>
                  <a:lnTo>
                    <a:pt x="15255" y="6340585"/>
                  </a:lnTo>
                  <a:lnTo>
                    <a:pt x="15380" y="6340585"/>
                  </a:lnTo>
                  <a:lnTo>
                    <a:pt x="15505" y="6340585"/>
                  </a:lnTo>
                  <a:lnTo>
                    <a:pt x="15630" y="6340585"/>
                  </a:lnTo>
                  <a:lnTo>
                    <a:pt x="15755" y="6340585"/>
                  </a:lnTo>
                  <a:lnTo>
                    <a:pt x="15880" y="6340585"/>
                  </a:lnTo>
                  <a:lnTo>
                    <a:pt x="16005" y="6340585"/>
                  </a:lnTo>
                  <a:lnTo>
                    <a:pt x="16130" y="6340585"/>
                  </a:lnTo>
                  <a:lnTo>
                    <a:pt x="16255" y="6340585"/>
                  </a:lnTo>
                  <a:lnTo>
                    <a:pt x="16380" y="6340585"/>
                  </a:lnTo>
                  <a:lnTo>
                    <a:pt x="16505" y="6340585"/>
                  </a:lnTo>
                  <a:lnTo>
                    <a:pt x="16630" y="6340585"/>
                  </a:lnTo>
                  <a:lnTo>
                    <a:pt x="16755" y="6340585"/>
                  </a:lnTo>
                  <a:lnTo>
                    <a:pt x="16880" y="6340585"/>
                  </a:lnTo>
                  <a:lnTo>
                    <a:pt x="17005" y="6340585"/>
                  </a:lnTo>
                  <a:lnTo>
                    <a:pt x="17130" y="6340585"/>
                  </a:lnTo>
                  <a:lnTo>
                    <a:pt x="17255" y="6340585"/>
                  </a:lnTo>
                  <a:lnTo>
                    <a:pt x="17380" y="6340585"/>
                  </a:lnTo>
                  <a:lnTo>
                    <a:pt x="17505" y="6340585"/>
                  </a:lnTo>
                  <a:lnTo>
                    <a:pt x="17630" y="6340585"/>
                  </a:lnTo>
                  <a:lnTo>
                    <a:pt x="17755" y="6340585"/>
                  </a:lnTo>
                  <a:lnTo>
                    <a:pt x="17880" y="6340585"/>
                  </a:lnTo>
                  <a:lnTo>
                    <a:pt x="17880" y="6330631"/>
                  </a:lnTo>
                  <a:lnTo>
                    <a:pt x="18006" y="6330631"/>
                  </a:lnTo>
                  <a:lnTo>
                    <a:pt x="18131" y="6330631"/>
                  </a:lnTo>
                  <a:lnTo>
                    <a:pt x="18256" y="6330631"/>
                  </a:lnTo>
                  <a:lnTo>
                    <a:pt x="18381" y="6330631"/>
                  </a:lnTo>
                  <a:lnTo>
                    <a:pt x="18506" y="6330631"/>
                  </a:lnTo>
                  <a:lnTo>
                    <a:pt x="18631" y="6330631"/>
                  </a:lnTo>
                  <a:lnTo>
                    <a:pt x="18756" y="6330631"/>
                  </a:lnTo>
                  <a:lnTo>
                    <a:pt x="18881" y="6330631"/>
                  </a:lnTo>
                  <a:lnTo>
                    <a:pt x="19006" y="6330631"/>
                  </a:lnTo>
                  <a:lnTo>
                    <a:pt x="19131" y="6330631"/>
                  </a:lnTo>
                  <a:lnTo>
                    <a:pt x="19256" y="6330631"/>
                  </a:lnTo>
                  <a:lnTo>
                    <a:pt x="19381" y="6330631"/>
                  </a:lnTo>
                  <a:lnTo>
                    <a:pt x="19506" y="6330631"/>
                  </a:lnTo>
                  <a:lnTo>
                    <a:pt x="19631" y="6330631"/>
                  </a:lnTo>
                  <a:lnTo>
                    <a:pt x="19756" y="6330631"/>
                  </a:lnTo>
                  <a:lnTo>
                    <a:pt x="19881" y="6330631"/>
                  </a:lnTo>
                  <a:lnTo>
                    <a:pt x="20006" y="6330631"/>
                  </a:lnTo>
                  <a:lnTo>
                    <a:pt x="20131" y="6330631"/>
                  </a:lnTo>
                  <a:lnTo>
                    <a:pt x="20256" y="6330631"/>
                  </a:lnTo>
                  <a:lnTo>
                    <a:pt x="20381" y="6330631"/>
                  </a:lnTo>
                  <a:lnTo>
                    <a:pt x="20506" y="6330631"/>
                  </a:lnTo>
                  <a:lnTo>
                    <a:pt x="20631" y="6330631"/>
                  </a:lnTo>
                  <a:lnTo>
                    <a:pt x="20756" y="6330631"/>
                  </a:lnTo>
                  <a:lnTo>
                    <a:pt x="20881" y="6330631"/>
                  </a:lnTo>
                  <a:lnTo>
                    <a:pt x="21007" y="6330631"/>
                  </a:lnTo>
                  <a:lnTo>
                    <a:pt x="21132" y="6330631"/>
                  </a:lnTo>
                  <a:lnTo>
                    <a:pt x="21257" y="6330631"/>
                  </a:lnTo>
                  <a:lnTo>
                    <a:pt x="21382" y="6330631"/>
                  </a:lnTo>
                  <a:lnTo>
                    <a:pt x="21507" y="6330631"/>
                  </a:lnTo>
                  <a:lnTo>
                    <a:pt x="21632" y="6330631"/>
                  </a:lnTo>
                  <a:lnTo>
                    <a:pt x="21757" y="6330631"/>
                  </a:lnTo>
                  <a:lnTo>
                    <a:pt x="21882" y="6330631"/>
                  </a:lnTo>
                  <a:lnTo>
                    <a:pt x="22007" y="6330631"/>
                  </a:lnTo>
                  <a:lnTo>
                    <a:pt x="22132" y="6330631"/>
                  </a:lnTo>
                  <a:lnTo>
                    <a:pt x="22257" y="6330631"/>
                  </a:lnTo>
                  <a:lnTo>
                    <a:pt x="22382" y="6330631"/>
                  </a:lnTo>
                  <a:lnTo>
                    <a:pt x="22507" y="6330631"/>
                  </a:lnTo>
                  <a:lnTo>
                    <a:pt x="22632" y="6330631"/>
                  </a:lnTo>
                  <a:lnTo>
                    <a:pt x="22757" y="6330631"/>
                  </a:lnTo>
                  <a:lnTo>
                    <a:pt x="22882" y="6330631"/>
                  </a:lnTo>
                  <a:lnTo>
                    <a:pt x="23007" y="6330631"/>
                  </a:lnTo>
                  <a:lnTo>
                    <a:pt x="23132" y="6330631"/>
                  </a:lnTo>
                  <a:lnTo>
                    <a:pt x="23257" y="6330631"/>
                  </a:lnTo>
                  <a:lnTo>
                    <a:pt x="23382" y="6330631"/>
                  </a:lnTo>
                  <a:lnTo>
                    <a:pt x="23507" y="6330631"/>
                  </a:lnTo>
                  <a:lnTo>
                    <a:pt x="23632" y="6330631"/>
                  </a:lnTo>
                  <a:lnTo>
                    <a:pt x="23757" y="6330631"/>
                  </a:lnTo>
                  <a:lnTo>
                    <a:pt x="23882" y="6330631"/>
                  </a:lnTo>
                  <a:lnTo>
                    <a:pt x="24008" y="6330631"/>
                  </a:lnTo>
                  <a:lnTo>
                    <a:pt x="24133" y="6330631"/>
                  </a:lnTo>
                  <a:lnTo>
                    <a:pt x="24258" y="6330631"/>
                  </a:lnTo>
                  <a:lnTo>
                    <a:pt x="24383" y="6330631"/>
                  </a:lnTo>
                  <a:lnTo>
                    <a:pt x="24508" y="6330631"/>
                  </a:lnTo>
                  <a:lnTo>
                    <a:pt x="24633" y="6330631"/>
                  </a:lnTo>
                  <a:lnTo>
                    <a:pt x="24758" y="6330631"/>
                  </a:lnTo>
                  <a:lnTo>
                    <a:pt x="24883" y="6330631"/>
                  </a:lnTo>
                  <a:lnTo>
                    <a:pt x="25008" y="6330631"/>
                  </a:lnTo>
                  <a:lnTo>
                    <a:pt x="25133" y="6330631"/>
                  </a:lnTo>
                  <a:lnTo>
                    <a:pt x="25258" y="6330631"/>
                  </a:lnTo>
                  <a:lnTo>
                    <a:pt x="25383" y="6330631"/>
                  </a:lnTo>
                  <a:lnTo>
                    <a:pt x="25508" y="6330631"/>
                  </a:lnTo>
                  <a:lnTo>
                    <a:pt x="25633" y="6330631"/>
                  </a:lnTo>
                  <a:lnTo>
                    <a:pt x="25883" y="6330631"/>
                  </a:lnTo>
                  <a:lnTo>
                    <a:pt x="26008" y="6330631"/>
                  </a:lnTo>
                  <a:lnTo>
                    <a:pt x="26133" y="6330631"/>
                  </a:lnTo>
                  <a:lnTo>
                    <a:pt x="26258" y="6330631"/>
                  </a:lnTo>
                  <a:lnTo>
                    <a:pt x="26383" y="6330631"/>
                  </a:lnTo>
                  <a:lnTo>
                    <a:pt x="26508" y="6330631"/>
                  </a:lnTo>
                  <a:lnTo>
                    <a:pt x="26633" y="6330631"/>
                  </a:lnTo>
                  <a:lnTo>
                    <a:pt x="26758" y="6330631"/>
                  </a:lnTo>
                  <a:lnTo>
                    <a:pt x="26883" y="6330631"/>
                  </a:lnTo>
                  <a:lnTo>
                    <a:pt x="27009" y="6330631"/>
                  </a:lnTo>
                  <a:lnTo>
                    <a:pt x="27134" y="6330631"/>
                  </a:lnTo>
                  <a:lnTo>
                    <a:pt x="27259" y="6330631"/>
                  </a:lnTo>
                  <a:lnTo>
                    <a:pt x="27384" y="6330631"/>
                  </a:lnTo>
                  <a:lnTo>
                    <a:pt x="27634" y="6330631"/>
                  </a:lnTo>
                  <a:lnTo>
                    <a:pt x="27759" y="6330631"/>
                  </a:lnTo>
                  <a:lnTo>
                    <a:pt x="27884" y="6330631"/>
                  </a:lnTo>
                  <a:lnTo>
                    <a:pt x="28009" y="6330631"/>
                  </a:lnTo>
                  <a:lnTo>
                    <a:pt x="28259" y="6330631"/>
                  </a:lnTo>
                  <a:lnTo>
                    <a:pt x="28384" y="6330631"/>
                  </a:lnTo>
                  <a:lnTo>
                    <a:pt x="28509" y="6330631"/>
                  </a:lnTo>
                  <a:lnTo>
                    <a:pt x="28634" y="6330631"/>
                  </a:lnTo>
                  <a:lnTo>
                    <a:pt x="28759" y="6330631"/>
                  </a:lnTo>
                  <a:lnTo>
                    <a:pt x="28884" y="6330631"/>
                  </a:lnTo>
                  <a:lnTo>
                    <a:pt x="29009" y="6330631"/>
                  </a:lnTo>
                  <a:lnTo>
                    <a:pt x="29134" y="6330631"/>
                  </a:lnTo>
                  <a:lnTo>
                    <a:pt x="29134" y="6320677"/>
                  </a:lnTo>
                  <a:lnTo>
                    <a:pt x="29259" y="6320677"/>
                  </a:lnTo>
                  <a:lnTo>
                    <a:pt x="29384" y="6320677"/>
                  </a:lnTo>
                  <a:lnTo>
                    <a:pt x="29509" y="6320677"/>
                  </a:lnTo>
                  <a:lnTo>
                    <a:pt x="29634" y="6320677"/>
                  </a:lnTo>
                  <a:lnTo>
                    <a:pt x="29759" y="6320677"/>
                  </a:lnTo>
                  <a:lnTo>
                    <a:pt x="29884" y="6320677"/>
                  </a:lnTo>
                  <a:lnTo>
                    <a:pt x="30010" y="6320677"/>
                  </a:lnTo>
                  <a:lnTo>
                    <a:pt x="30135" y="6320677"/>
                  </a:lnTo>
                  <a:lnTo>
                    <a:pt x="30260" y="6320677"/>
                  </a:lnTo>
                  <a:lnTo>
                    <a:pt x="30385" y="6320677"/>
                  </a:lnTo>
                  <a:lnTo>
                    <a:pt x="30510" y="6320677"/>
                  </a:lnTo>
                  <a:lnTo>
                    <a:pt x="30635" y="6320677"/>
                  </a:lnTo>
                  <a:lnTo>
                    <a:pt x="30760" y="6320677"/>
                  </a:lnTo>
                  <a:lnTo>
                    <a:pt x="30885" y="6320677"/>
                  </a:lnTo>
                  <a:lnTo>
                    <a:pt x="31010" y="6320677"/>
                  </a:lnTo>
                  <a:lnTo>
                    <a:pt x="31135" y="6320677"/>
                  </a:lnTo>
                  <a:lnTo>
                    <a:pt x="31260" y="6320677"/>
                  </a:lnTo>
                  <a:lnTo>
                    <a:pt x="31385" y="6320677"/>
                  </a:lnTo>
                  <a:lnTo>
                    <a:pt x="31510" y="6320677"/>
                  </a:lnTo>
                  <a:lnTo>
                    <a:pt x="31635" y="6320677"/>
                  </a:lnTo>
                  <a:lnTo>
                    <a:pt x="31760" y="6320677"/>
                  </a:lnTo>
                  <a:lnTo>
                    <a:pt x="31885" y="6320677"/>
                  </a:lnTo>
                  <a:lnTo>
                    <a:pt x="32010" y="6320677"/>
                  </a:lnTo>
                  <a:lnTo>
                    <a:pt x="32260" y="6320677"/>
                  </a:lnTo>
                  <a:lnTo>
                    <a:pt x="32385" y="6320677"/>
                  </a:lnTo>
                  <a:lnTo>
                    <a:pt x="32510" y="6320677"/>
                  </a:lnTo>
                  <a:lnTo>
                    <a:pt x="32635" y="6320677"/>
                  </a:lnTo>
                  <a:lnTo>
                    <a:pt x="32760" y="6320677"/>
                  </a:lnTo>
                  <a:lnTo>
                    <a:pt x="32885" y="6320677"/>
                  </a:lnTo>
                  <a:lnTo>
                    <a:pt x="33011" y="6320677"/>
                  </a:lnTo>
                  <a:lnTo>
                    <a:pt x="33136" y="6320677"/>
                  </a:lnTo>
                  <a:lnTo>
                    <a:pt x="33261" y="6320677"/>
                  </a:lnTo>
                  <a:lnTo>
                    <a:pt x="33386" y="6320677"/>
                  </a:lnTo>
                  <a:lnTo>
                    <a:pt x="33511" y="6320677"/>
                  </a:lnTo>
                  <a:lnTo>
                    <a:pt x="33511" y="6310723"/>
                  </a:lnTo>
                  <a:lnTo>
                    <a:pt x="33636" y="6310723"/>
                  </a:lnTo>
                  <a:lnTo>
                    <a:pt x="33761" y="6310723"/>
                  </a:lnTo>
                  <a:lnTo>
                    <a:pt x="33886" y="6310723"/>
                  </a:lnTo>
                  <a:lnTo>
                    <a:pt x="34011" y="6310723"/>
                  </a:lnTo>
                  <a:lnTo>
                    <a:pt x="34136" y="6310723"/>
                  </a:lnTo>
                  <a:lnTo>
                    <a:pt x="34261" y="6310723"/>
                  </a:lnTo>
                  <a:lnTo>
                    <a:pt x="34386" y="6310723"/>
                  </a:lnTo>
                  <a:lnTo>
                    <a:pt x="34511" y="6310723"/>
                  </a:lnTo>
                  <a:lnTo>
                    <a:pt x="34636" y="6310723"/>
                  </a:lnTo>
                  <a:lnTo>
                    <a:pt x="34761" y="6310723"/>
                  </a:lnTo>
                  <a:lnTo>
                    <a:pt x="34886" y="6310723"/>
                  </a:lnTo>
                  <a:lnTo>
                    <a:pt x="35011" y="6310723"/>
                  </a:lnTo>
                  <a:lnTo>
                    <a:pt x="35136" y="6310723"/>
                  </a:lnTo>
                  <a:lnTo>
                    <a:pt x="35261" y="6310723"/>
                  </a:lnTo>
                  <a:lnTo>
                    <a:pt x="35386" y="6310723"/>
                  </a:lnTo>
                  <a:lnTo>
                    <a:pt x="35511" y="6310723"/>
                  </a:lnTo>
                  <a:lnTo>
                    <a:pt x="35636" y="6310723"/>
                  </a:lnTo>
                  <a:lnTo>
                    <a:pt x="35761" y="6310723"/>
                  </a:lnTo>
                  <a:lnTo>
                    <a:pt x="35886" y="6310723"/>
                  </a:lnTo>
                  <a:lnTo>
                    <a:pt x="36012" y="6310723"/>
                  </a:lnTo>
                  <a:lnTo>
                    <a:pt x="36137" y="6310723"/>
                  </a:lnTo>
                  <a:lnTo>
                    <a:pt x="36262" y="6310723"/>
                  </a:lnTo>
                  <a:lnTo>
                    <a:pt x="36387" y="6310723"/>
                  </a:lnTo>
                  <a:lnTo>
                    <a:pt x="36512" y="6310723"/>
                  </a:lnTo>
                  <a:lnTo>
                    <a:pt x="36637" y="6310723"/>
                  </a:lnTo>
                  <a:lnTo>
                    <a:pt x="36762" y="6310723"/>
                  </a:lnTo>
                  <a:lnTo>
                    <a:pt x="36887" y="6310723"/>
                  </a:lnTo>
                  <a:lnTo>
                    <a:pt x="37012" y="6310723"/>
                  </a:lnTo>
                  <a:lnTo>
                    <a:pt x="37137" y="6310723"/>
                  </a:lnTo>
                  <a:lnTo>
                    <a:pt x="37262" y="6310723"/>
                  </a:lnTo>
                  <a:lnTo>
                    <a:pt x="37512" y="6310723"/>
                  </a:lnTo>
                  <a:lnTo>
                    <a:pt x="37762" y="6310723"/>
                  </a:lnTo>
                  <a:lnTo>
                    <a:pt x="37887" y="6310723"/>
                  </a:lnTo>
                  <a:lnTo>
                    <a:pt x="38012" y="6310723"/>
                  </a:lnTo>
                  <a:lnTo>
                    <a:pt x="38137" y="6310723"/>
                  </a:lnTo>
                  <a:lnTo>
                    <a:pt x="38262" y="6310723"/>
                  </a:lnTo>
                  <a:lnTo>
                    <a:pt x="38387" y="6310723"/>
                  </a:lnTo>
                  <a:lnTo>
                    <a:pt x="38512" y="6310723"/>
                  </a:lnTo>
                  <a:lnTo>
                    <a:pt x="38637" y="6310723"/>
                  </a:lnTo>
                  <a:lnTo>
                    <a:pt x="38762" y="6310723"/>
                  </a:lnTo>
                  <a:lnTo>
                    <a:pt x="38888" y="6310723"/>
                  </a:lnTo>
                  <a:lnTo>
                    <a:pt x="39013" y="6310723"/>
                  </a:lnTo>
                  <a:lnTo>
                    <a:pt x="39138" y="6310723"/>
                  </a:lnTo>
                  <a:lnTo>
                    <a:pt x="39263" y="6310723"/>
                  </a:lnTo>
                  <a:lnTo>
                    <a:pt x="39388" y="6310723"/>
                  </a:lnTo>
                  <a:lnTo>
                    <a:pt x="39513" y="6310723"/>
                  </a:lnTo>
                  <a:lnTo>
                    <a:pt x="39638" y="6310723"/>
                  </a:lnTo>
                  <a:lnTo>
                    <a:pt x="39763" y="6310723"/>
                  </a:lnTo>
                  <a:lnTo>
                    <a:pt x="39888" y="6310723"/>
                  </a:lnTo>
                  <a:lnTo>
                    <a:pt x="40013" y="6310723"/>
                  </a:lnTo>
                  <a:lnTo>
                    <a:pt x="40138" y="6310723"/>
                  </a:lnTo>
                  <a:lnTo>
                    <a:pt x="40263" y="6310723"/>
                  </a:lnTo>
                  <a:lnTo>
                    <a:pt x="40388" y="6310723"/>
                  </a:lnTo>
                  <a:lnTo>
                    <a:pt x="40513" y="6310723"/>
                  </a:lnTo>
                  <a:lnTo>
                    <a:pt x="40638" y="6310723"/>
                  </a:lnTo>
                  <a:lnTo>
                    <a:pt x="40763" y="6310723"/>
                  </a:lnTo>
                  <a:lnTo>
                    <a:pt x="40888" y="6310723"/>
                  </a:lnTo>
                  <a:lnTo>
                    <a:pt x="41013" y="6310723"/>
                  </a:lnTo>
                  <a:lnTo>
                    <a:pt x="41138" y="6310723"/>
                  </a:lnTo>
                  <a:lnTo>
                    <a:pt x="41263" y="6310723"/>
                  </a:lnTo>
                  <a:lnTo>
                    <a:pt x="41388" y="6310723"/>
                  </a:lnTo>
                  <a:lnTo>
                    <a:pt x="41513" y="6310723"/>
                  </a:lnTo>
                  <a:lnTo>
                    <a:pt x="41638" y="6310723"/>
                  </a:lnTo>
                  <a:lnTo>
                    <a:pt x="41763" y="6310723"/>
                  </a:lnTo>
                  <a:lnTo>
                    <a:pt x="41889" y="6310723"/>
                  </a:lnTo>
                  <a:lnTo>
                    <a:pt x="42014" y="6310723"/>
                  </a:lnTo>
                  <a:lnTo>
                    <a:pt x="42139" y="6310723"/>
                  </a:lnTo>
                  <a:lnTo>
                    <a:pt x="42264" y="6310723"/>
                  </a:lnTo>
                  <a:lnTo>
                    <a:pt x="42389" y="6310723"/>
                  </a:lnTo>
                  <a:lnTo>
                    <a:pt x="42514" y="6310723"/>
                  </a:lnTo>
                  <a:lnTo>
                    <a:pt x="42639" y="6310723"/>
                  </a:lnTo>
                  <a:lnTo>
                    <a:pt x="42764" y="6310723"/>
                  </a:lnTo>
                  <a:lnTo>
                    <a:pt x="42889" y="6310723"/>
                  </a:lnTo>
                  <a:lnTo>
                    <a:pt x="43014" y="6310723"/>
                  </a:lnTo>
                  <a:lnTo>
                    <a:pt x="43139" y="6310723"/>
                  </a:lnTo>
                  <a:lnTo>
                    <a:pt x="43264" y="6310723"/>
                  </a:lnTo>
                  <a:lnTo>
                    <a:pt x="43389" y="6310723"/>
                  </a:lnTo>
                  <a:lnTo>
                    <a:pt x="43514" y="6310723"/>
                  </a:lnTo>
                  <a:lnTo>
                    <a:pt x="43639" y="6310723"/>
                  </a:lnTo>
                  <a:lnTo>
                    <a:pt x="43764" y="6310723"/>
                  </a:lnTo>
                  <a:lnTo>
                    <a:pt x="43889" y="6310723"/>
                  </a:lnTo>
                  <a:lnTo>
                    <a:pt x="44014" y="6310723"/>
                  </a:lnTo>
                  <a:lnTo>
                    <a:pt x="44139" y="6310723"/>
                  </a:lnTo>
                  <a:lnTo>
                    <a:pt x="44264" y="6310723"/>
                  </a:lnTo>
                  <a:lnTo>
                    <a:pt x="44389" y="6310723"/>
                  </a:lnTo>
                  <a:lnTo>
                    <a:pt x="44514" y="6310723"/>
                  </a:lnTo>
                  <a:lnTo>
                    <a:pt x="44639" y="6310723"/>
                  </a:lnTo>
                  <a:lnTo>
                    <a:pt x="44764" y="6310723"/>
                  </a:lnTo>
                  <a:lnTo>
                    <a:pt x="44890" y="6310723"/>
                  </a:lnTo>
                  <a:lnTo>
                    <a:pt x="45015" y="6310723"/>
                  </a:lnTo>
                  <a:lnTo>
                    <a:pt x="45140" y="6310723"/>
                  </a:lnTo>
                  <a:lnTo>
                    <a:pt x="45265" y="6310723"/>
                  </a:lnTo>
                  <a:lnTo>
                    <a:pt x="45390" y="6310723"/>
                  </a:lnTo>
                  <a:lnTo>
                    <a:pt x="45515" y="6310723"/>
                  </a:lnTo>
                  <a:lnTo>
                    <a:pt x="45640" y="6310723"/>
                  </a:lnTo>
                  <a:lnTo>
                    <a:pt x="45765" y="6310723"/>
                  </a:lnTo>
                  <a:lnTo>
                    <a:pt x="45890" y="6310723"/>
                  </a:lnTo>
                  <a:lnTo>
                    <a:pt x="46015" y="6310723"/>
                  </a:lnTo>
                  <a:lnTo>
                    <a:pt x="46140" y="6310723"/>
                  </a:lnTo>
                  <a:lnTo>
                    <a:pt x="46265" y="6310723"/>
                  </a:lnTo>
                  <a:lnTo>
                    <a:pt x="46390" y="6310723"/>
                  </a:lnTo>
                  <a:lnTo>
                    <a:pt x="46515" y="6310723"/>
                  </a:lnTo>
                  <a:lnTo>
                    <a:pt x="46640" y="6310723"/>
                  </a:lnTo>
                  <a:lnTo>
                    <a:pt x="46765" y="6310723"/>
                  </a:lnTo>
                  <a:lnTo>
                    <a:pt x="46890" y="6310723"/>
                  </a:lnTo>
                  <a:lnTo>
                    <a:pt x="47015" y="6310723"/>
                  </a:lnTo>
                  <a:lnTo>
                    <a:pt x="47140" y="6310723"/>
                  </a:lnTo>
                  <a:lnTo>
                    <a:pt x="47265" y="6310723"/>
                  </a:lnTo>
                  <a:lnTo>
                    <a:pt x="47390" y="6310723"/>
                  </a:lnTo>
                  <a:lnTo>
                    <a:pt x="47515" y="6310723"/>
                  </a:lnTo>
                  <a:lnTo>
                    <a:pt x="47640" y="6310723"/>
                  </a:lnTo>
                  <a:lnTo>
                    <a:pt x="47765" y="6310723"/>
                  </a:lnTo>
                  <a:lnTo>
                    <a:pt x="47891" y="6310723"/>
                  </a:lnTo>
                  <a:lnTo>
                    <a:pt x="48016" y="6310723"/>
                  </a:lnTo>
                  <a:lnTo>
                    <a:pt x="48141" y="6310723"/>
                  </a:lnTo>
                  <a:lnTo>
                    <a:pt x="48266" y="6310723"/>
                  </a:lnTo>
                  <a:lnTo>
                    <a:pt x="48391" y="6310723"/>
                  </a:lnTo>
                  <a:lnTo>
                    <a:pt x="48391" y="6300769"/>
                  </a:lnTo>
                  <a:lnTo>
                    <a:pt x="48516" y="6300769"/>
                  </a:lnTo>
                  <a:lnTo>
                    <a:pt x="48641" y="6300769"/>
                  </a:lnTo>
                  <a:lnTo>
                    <a:pt x="48766" y="6300769"/>
                  </a:lnTo>
                  <a:lnTo>
                    <a:pt x="48891" y="6300769"/>
                  </a:lnTo>
                  <a:lnTo>
                    <a:pt x="49016" y="6300769"/>
                  </a:lnTo>
                  <a:lnTo>
                    <a:pt x="49141" y="6300769"/>
                  </a:lnTo>
                  <a:lnTo>
                    <a:pt x="49266" y="6300769"/>
                  </a:lnTo>
                  <a:lnTo>
                    <a:pt x="49391" y="6300769"/>
                  </a:lnTo>
                  <a:lnTo>
                    <a:pt x="49516" y="6300769"/>
                  </a:lnTo>
                  <a:lnTo>
                    <a:pt x="49641" y="6300769"/>
                  </a:lnTo>
                  <a:lnTo>
                    <a:pt x="49766" y="6300769"/>
                  </a:lnTo>
                  <a:lnTo>
                    <a:pt x="49891" y="6300769"/>
                  </a:lnTo>
                  <a:lnTo>
                    <a:pt x="50016" y="6300769"/>
                  </a:lnTo>
                  <a:lnTo>
                    <a:pt x="50141" y="6300769"/>
                  </a:lnTo>
                  <a:lnTo>
                    <a:pt x="50266" y="6300769"/>
                  </a:lnTo>
                  <a:lnTo>
                    <a:pt x="50391" y="6300769"/>
                  </a:lnTo>
                  <a:lnTo>
                    <a:pt x="50516" y="6300769"/>
                  </a:lnTo>
                  <a:lnTo>
                    <a:pt x="50641" y="6300769"/>
                  </a:lnTo>
                  <a:lnTo>
                    <a:pt x="50766" y="6300769"/>
                  </a:lnTo>
                  <a:lnTo>
                    <a:pt x="50892" y="6300769"/>
                  </a:lnTo>
                  <a:lnTo>
                    <a:pt x="51017" y="6300769"/>
                  </a:lnTo>
                  <a:lnTo>
                    <a:pt x="51142" y="6300769"/>
                  </a:lnTo>
                  <a:lnTo>
                    <a:pt x="51267" y="6300769"/>
                  </a:lnTo>
                  <a:lnTo>
                    <a:pt x="51392" y="6300769"/>
                  </a:lnTo>
                  <a:lnTo>
                    <a:pt x="51517" y="6300769"/>
                  </a:lnTo>
                  <a:lnTo>
                    <a:pt x="51642" y="6300769"/>
                  </a:lnTo>
                  <a:lnTo>
                    <a:pt x="51767" y="6300769"/>
                  </a:lnTo>
                  <a:lnTo>
                    <a:pt x="51892" y="6300769"/>
                  </a:lnTo>
                  <a:lnTo>
                    <a:pt x="52017" y="6300769"/>
                  </a:lnTo>
                  <a:lnTo>
                    <a:pt x="52267" y="6300769"/>
                  </a:lnTo>
                  <a:lnTo>
                    <a:pt x="52392" y="6300769"/>
                  </a:lnTo>
                  <a:lnTo>
                    <a:pt x="52517" y="6300769"/>
                  </a:lnTo>
                  <a:lnTo>
                    <a:pt x="52767" y="6300769"/>
                  </a:lnTo>
                  <a:lnTo>
                    <a:pt x="52892" y="6300769"/>
                  </a:lnTo>
                  <a:lnTo>
                    <a:pt x="52892" y="6290815"/>
                  </a:lnTo>
                  <a:lnTo>
                    <a:pt x="53017" y="6290815"/>
                  </a:lnTo>
                  <a:lnTo>
                    <a:pt x="53142" y="6290815"/>
                  </a:lnTo>
                  <a:lnTo>
                    <a:pt x="53267" y="6290815"/>
                  </a:lnTo>
                  <a:lnTo>
                    <a:pt x="53392" y="6290815"/>
                  </a:lnTo>
                  <a:lnTo>
                    <a:pt x="53517" y="6290815"/>
                  </a:lnTo>
                  <a:lnTo>
                    <a:pt x="53642" y="6290815"/>
                  </a:lnTo>
                  <a:lnTo>
                    <a:pt x="53767" y="6290815"/>
                  </a:lnTo>
                  <a:lnTo>
                    <a:pt x="53893" y="6290815"/>
                  </a:lnTo>
                  <a:lnTo>
                    <a:pt x="54018" y="6290815"/>
                  </a:lnTo>
                  <a:lnTo>
                    <a:pt x="54143" y="6290815"/>
                  </a:lnTo>
                  <a:lnTo>
                    <a:pt x="54268" y="6290815"/>
                  </a:lnTo>
                  <a:lnTo>
                    <a:pt x="54393" y="6290815"/>
                  </a:lnTo>
                  <a:lnTo>
                    <a:pt x="54518" y="6290815"/>
                  </a:lnTo>
                  <a:lnTo>
                    <a:pt x="54768" y="6290815"/>
                  </a:lnTo>
                  <a:lnTo>
                    <a:pt x="54893" y="6290815"/>
                  </a:lnTo>
                  <a:lnTo>
                    <a:pt x="55018" y="6290815"/>
                  </a:lnTo>
                  <a:lnTo>
                    <a:pt x="55143" y="6290815"/>
                  </a:lnTo>
                  <a:lnTo>
                    <a:pt x="55268" y="6290815"/>
                  </a:lnTo>
                  <a:lnTo>
                    <a:pt x="55393" y="6290815"/>
                  </a:lnTo>
                  <a:lnTo>
                    <a:pt x="55518" y="6290815"/>
                  </a:lnTo>
                  <a:lnTo>
                    <a:pt x="55643" y="6290815"/>
                  </a:lnTo>
                  <a:lnTo>
                    <a:pt x="55768" y="6290815"/>
                  </a:lnTo>
                  <a:lnTo>
                    <a:pt x="55893" y="6290815"/>
                  </a:lnTo>
                  <a:lnTo>
                    <a:pt x="56018" y="6290815"/>
                  </a:lnTo>
                  <a:lnTo>
                    <a:pt x="56143" y="6290815"/>
                  </a:lnTo>
                  <a:lnTo>
                    <a:pt x="56268" y="6290815"/>
                  </a:lnTo>
                  <a:lnTo>
                    <a:pt x="56393" y="6290815"/>
                  </a:lnTo>
                  <a:lnTo>
                    <a:pt x="56518" y="6290815"/>
                  </a:lnTo>
                  <a:lnTo>
                    <a:pt x="56643" y="6290815"/>
                  </a:lnTo>
                  <a:lnTo>
                    <a:pt x="56768" y="6290815"/>
                  </a:lnTo>
                  <a:lnTo>
                    <a:pt x="56894" y="6290815"/>
                  </a:lnTo>
                  <a:lnTo>
                    <a:pt x="57019" y="6290815"/>
                  </a:lnTo>
                  <a:lnTo>
                    <a:pt x="57144" y="6290815"/>
                  </a:lnTo>
                  <a:lnTo>
                    <a:pt x="57269" y="6290815"/>
                  </a:lnTo>
                  <a:lnTo>
                    <a:pt x="57394" y="6290815"/>
                  </a:lnTo>
                  <a:lnTo>
                    <a:pt x="57519" y="6290815"/>
                  </a:lnTo>
                  <a:lnTo>
                    <a:pt x="57644" y="6290815"/>
                  </a:lnTo>
                  <a:lnTo>
                    <a:pt x="57769" y="6290815"/>
                  </a:lnTo>
                  <a:lnTo>
                    <a:pt x="57894" y="6290815"/>
                  </a:lnTo>
                  <a:lnTo>
                    <a:pt x="58019" y="6290815"/>
                  </a:lnTo>
                  <a:lnTo>
                    <a:pt x="58144" y="6290815"/>
                  </a:lnTo>
                  <a:lnTo>
                    <a:pt x="58269" y="6290815"/>
                  </a:lnTo>
                  <a:lnTo>
                    <a:pt x="58394" y="6290815"/>
                  </a:lnTo>
                  <a:lnTo>
                    <a:pt x="58519" y="6290815"/>
                  </a:lnTo>
                  <a:lnTo>
                    <a:pt x="58644" y="6290815"/>
                  </a:lnTo>
                  <a:lnTo>
                    <a:pt x="58769" y="6290815"/>
                  </a:lnTo>
                  <a:lnTo>
                    <a:pt x="58894" y="6290815"/>
                  </a:lnTo>
                  <a:lnTo>
                    <a:pt x="59019" y="6290815"/>
                  </a:lnTo>
                  <a:lnTo>
                    <a:pt x="59144" y="6290815"/>
                  </a:lnTo>
                  <a:lnTo>
                    <a:pt x="59269" y="6290815"/>
                  </a:lnTo>
                  <a:lnTo>
                    <a:pt x="59394" y="6290815"/>
                  </a:lnTo>
                  <a:lnTo>
                    <a:pt x="59519" y="6290815"/>
                  </a:lnTo>
                  <a:lnTo>
                    <a:pt x="59644" y="6290815"/>
                  </a:lnTo>
                  <a:lnTo>
                    <a:pt x="59895" y="6290815"/>
                  </a:lnTo>
                  <a:lnTo>
                    <a:pt x="60020" y="6290815"/>
                  </a:lnTo>
                  <a:lnTo>
                    <a:pt x="60145" y="6290815"/>
                  </a:lnTo>
                  <a:lnTo>
                    <a:pt x="60270" y="6290815"/>
                  </a:lnTo>
                  <a:lnTo>
                    <a:pt x="60395" y="6290815"/>
                  </a:lnTo>
                  <a:lnTo>
                    <a:pt x="60520" y="6290815"/>
                  </a:lnTo>
                  <a:lnTo>
                    <a:pt x="60645" y="6290815"/>
                  </a:lnTo>
                  <a:lnTo>
                    <a:pt x="60770" y="6290815"/>
                  </a:lnTo>
                  <a:lnTo>
                    <a:pt x="60895" y="6290815"/>
                  </a:lnTo>
                  <a:lnTo>
                    <a:pt x="61020" y="6290815"/>
                  </a:lnTo>
                  <a:lnTo>
                    <a:pt x="61145" y="6290815"/>
                  </a:lnTo>
                  <a:lnTo>
                    <a:pt x="61270" y="6290815"/>
                  </a:lnTo>
                  <a:lnTo>
                    <a:pt x="61395" y="6290815"/>
                  </a:lnTo>
                  <a:lnTo>
                    <a:pt x="61520" y="6290815"/>
                  </a:lnTo>
                  <a:lnTo>
                    <a:pt x="61645" y="6290815"/>
                  </a:lnTo>
                  <a:lnTo>
                    <a:pt x="61770" y="6290815"/>
                  </a:lnTo>
                  <a:lnTo>
                    <a:pt x="61895" y="6290815"/>
                  </a:lnTo>
                  <a:lnTo>
                    <a:pt x="62020" y="6290815"/>
                  </a:lnTo>
                  <a:lnTo>
                    <a:pt x="62145" y="6290815"/>
                  </a:lnTo>
                  <a:lnTo>
                    <a:pt x="62270" y="6290815"/>
                  </a:lnTo>
                  <a:lnTo>
                    <a:pt x="62395" y="6290815"/>
                  </a:lnTo>
                  <a:lnTo>
                    <a:pt x="62645" y="6290815"/>
                  </a:lnTo>
                  <a:lnTo>
                    <a:pt x="62896" y="6290815"/>
                  </a:lnTo>
                  <a:lnTo>
                    <a:pt x="63021" y="6290815"/>
                  </a:lnTo>
                  <a:lnTo>
                    <a:pt x="63146" y="6290815"/>
                  </a:lnTo>
                  <a:lnTo>
                    <a:pt x="63271" y="6290815"/>
                  </a:lnTo>
                  <a:lnTo>
                    <a:pt x="63396" y="6290815"/>
                  </a:lnTo>
                  <a:lnTo>
                    <a:pt x="63521" y="6290815"/>
                  </a:lnTo>
                  <a:lnTo>
                    <a:pt x="63646" y="6290815"/>
                  </a:lnTo>
                  <a:lnTo>
                    <a:pt x="63896" y="6290815"/>
                  </a:lnTo>
                  <a:lnTo>
                    <a:pt x="64021" y="6290815"/>
                  </a:lnTo>
                  <a:lnTo>
                    <a:pt x="64146" y="6290815"/>
                  </a:lnTo>
                  <a:lnTo>
                    <a:pt x="64271" y="6290815"/>
                  </a:lnTo>
                  <a:lnTo>
                    <a:pt x="64396" y="6290815"/>
                  </a:lnTo>
                  <a:lnTo>
                    <a:pt x="64521" y="6290815"/>
                  </a:lnTo>
                  <a:lnTo>
                    <a:pt x="64646" y="6290815"/>
                  </a:lnTo>
                  <a:lnTo>
                    <a:pt x="64771" y="6290815"/>
                  </a:lnTo>
                  <a:lnTo>
                    <a:pt x="64896" y="6290815"/>
                  </a:lnTo>
                  <a:lnTo>
                    <a:pt x="65021" y="6290815"/>
                  </a:lnTo>
                  <a:lnTo>
                    <a:pt x="65146" y="6290815"/>
                  </a:lnTo>
                  <a:lnTo>
                    <a:pt x="65271" y="6290815"/>
                  </a:lnTo>
                  <a:lnTo>
                    <a:pt x="65396" y="6290815"/>
                  </a:lnTo>
                  <a:lnTo>
                    <a:pt x="65521" y="6290815"/>
                  </a:lnTo>
                  <a:lnTo>
                    <a:pt x="65646" y="6290815"/>
                  </a:lnTo>
                  <a:lnTo>
                    <a:pt x="65771" y="6290815"/>
                  </a:lnTo>
                  <a:lnTo>
                    <a:pt x="65897" y="6290815"/>
                  </a:lnTo>
                  <a:lnTo>
                    <a:pt x="66022" y="6290815"/>
                  </a:lnTo>
                  <a:lnTo>
                    <a:pt x="66147" y="6290815"/>
                  </a:lnTo>
                  <a:lnTo>
                    <a:pt x="66397" y="6290815"/>
                  </a:lnTo>
                  <a:lnTo>
                    <a:pt x="66647" y="6290815"/>
                  </a:lnTo>
                  <a:lnTo>
                    <a:pt x="66772" y="6290815"/>
                  </a:lnTo>
                  <a:lnTo>
                    <a:pt x="66897" y="6290815"/>
                  </a:lnTo>
                  <a:lnTo>
                    <a:pt x="67022" y="6290815"/>
                  </a:lnTo>
                  <a:lnTo>
                    <a:pt x="67147" y="6290815"/>
                  </a:lnTo>
                  <a:lnTo>
                    <a:pt x="67272" y="6290815"/>
                  </a:lnTo>
                  <a:lnTo>
                    <a:pt x="67397" y="6290815"/>
                  </a:lnTo>
                  <a:lnTo>
                    <a:pt x="67522" y="6290815"/>
                  </a:lnTo>
                  <a:lnTo>
                    <a:pt x="67647" y="6290815"/>
                  </a:lnTo>
                  <a:lnTo>
                    <a:pt x="67772" y="6290815"/>
                  </a:lnTo>
                  <a:lnTo>
                    <a:pt x="67897" y="6290815"/>
                  </a:lnTo>
                  <a:lnTo>
                    <a:pt x="68022" y="6290815"/>
                  </a:lnTo>
                  <a:lnTo>
                    <a:pt x="68147" y="6290815"/>
                  </a:lnTo>
                  <a:lnTo>
                    <a:pt x="68272" y="6290815"/>
                  </a:lnTo>
                  <a:lnTo>
                    <a:pt x="68397" y="6290815"/>
                  </a:lnTo>
                  <a:lnTo>
                    <a:pt x="68522" y="6290815"/>
                  </a:lnTo>
                  <a:lnTo>
                    <a:pt x="68647" y="6290815"/>
                  </a:lnTo>
                  <a:lnTo>
                    <a:pt x="68647" y="6280862"/>
                  </a:lnTo>
                  <a:lnTo>
                    <a:pt x="68772" y="6280862"/>
                  </a:lnTo>
                  <a:lnTo>
                    <a:pt x="68898" y="6280862"/>
                  </a:lnTo>
                  <a:lnTo>
                    <a:pt x="69023" y="6280862"/>
                  </a:lnTo>
                  <a:lnTo>
                    <a:pt x="69148" y="6280862"/>
                  </a:lnTo>
                  <a:lnTo>
                    <a:pt x="69273" y="6280862"/>
                  </a:lnTo>
                  <a:lnTo>
                    <a:pt x="69523" y="6280862"/>
                  </a:lnTo>
                  <a:lnTo>
                    <a:pt x="69648" y="6280862"/>
                  </a:lnTo>
                  <a:lnTo>
                    <a:pt x="69773" y="6280862"/>
                  </a:lnTo>
                  <a:lnTo>
                    <a:pt x="69898" y="6280862"/>
                  </a:lnTo>
                  <a:lnTo>
                    <a:pt x="70023" y="6280862"/>
                  </a:lnTo>
                  <a:lnTo>
                    <a:pt x="70148" y="6280862"/>
                  </a:lnTo>
                  <a:lnTo>
                    <a:pt x="70398" y="6280862"/>
                  </a:lnTo>
                  <a:lnTo>
                    <a:pt x="70648" y="6280862"/>
                  </a:lnTo>
                  <a:lnTo>
                    <a:pt x="70773" y="6280862"/>
                  </a:lnTo>
                  <a:lnTo>
                    <a:pt x="70898" y="6280862"/>
                  </a:lnTo>
                  <a:lnTo>
                    <a:pt x="71023" y="6280862"/>
                  </a:lnTo>
                  <a:lnTo>
                    <a:pt x="71148" y="6280862"/>
                  </a:lnTo>
                  <a:lnTo>
                    <a:pt x="71273" y="6280862"/>
                  </a:lnTo>
                  <a:lnTo>
                    <a:pt x="71398" y="6280862"/>
                  </a:lnTo>
                  <a:lnTo>
                    <a:pt x="71523" y="6280862"/>
                  </a:lnTo>
                  <a:lnTo>
                    <a:pt x="71648" y="6280862"/>
                  </a:lnTo>
                  <a:lnTo>
                    <a:pt x="71773" y="6280862"/>
                  </a:lnTo>
                  <a:lnTo>
                    <a:pt x="71899" y="6280862"/>
                  </a:lnTo>
                  <a:lnTo>
                    <a:pt x="72024" y="6280862"/>
                  </a:lnTo>
                  <a:lnTo>
                    <a:pt x="72149" y="6280862"/>
                  </a:lnTo>
                  <a:lnTo>
                    <a:pt x="72274" y="6280862"/>
                  </a:lnTo>
                  <a:lnTo>
                    <a:pt x="72399" y="6280862"/>
                  </a:lnTo>
                  <a:lnTo>
                    <a:pt x="72524" y="6280862"/>
                  </a:lnTo>
                  <a:lnTo>
                    <a:pt x="72649" y="6280862"/>
                  </a:lnTo>
                  <a:lnTo>
                    <a:pt x="72774" y="6280862"/>
                  </a:lnTo>
                  <a:lnTo>
                    <a:pt x="72899" y="6280862"/>
                  </a:lnTo>
                  <a:lnTo>
                    <a:pt x="73024" y="6280862"/>
                  </a:lnTo>
                  <a:lnTo>
                    <a:pt x="73149" y="6280862"/>
                  </a:lnTo>
                  <a:lnTo>
                    <a:pt x="73274" y="6280862"/>
                  </a:lnTo>
                  <a:lnTo>
                    <a:pt x="73399" y="6280862"/>
                  </a:lnTo>
                  <a:lnTo>
                    <a:pt x="73524" y="6280862"/>
                  </a:lnTo>
                  <a:lnTo>
                    <a:pt x="73649" y="6280862"/>
                  </a:lnTo>
                  <a:lnTo>
                    <a:pt x="73774" y="6280862"/>
                  </a:lnTo>
                  <a:lnTo>
                    <a:pt x="73899" y="6280862"/>
                  </a:lnTo>
                  <a:lnTo>
                    <a:pt x="74024" y="6280862"/>
                  </a:lnTo>
                  <a:lnTo>
                    <a:pt x="74149" y="6280862"/>
                  </a:lnTo>
                  <a:lnTo>
                    <a:pt x="74274" y="6280862"/>
                  </a:lnTo>
                  <a:lnTo>
                    <a:pt x="74399" y="6280862"/>
                  </a:lnTo>
                  <a:lnTo>
                    <a:pt x="74524" y="6280862"/>
                  </a:lnTo>
                  <a:lnTo>
                    <a:pt x="74649" y="6280862"/>
                  </a:lnTo>
                  <a:lnTo>
                    <a:pt x="74900" y="6280862"/>
                  </a:lnTo>
                  <a:lnTo>
                    <a:pt x="75025" y="6280862"/>
                  </a:lnTo>
                  <a:lnTo>
                    <a:pt x="75150" y="6280862"/>
                  </a:lnTo>
                  <a:lnTo>
                    <a:pt x="75275" y="6280862"/>
                  </a:lnTo>
                  <a:lnTo>
                    <a:pt x="75400" y="6280862"/>
                  </a:lnTo>
                  <a:lnTo>
                    <a:pt x="75525" y="6280862"/>
                  </a:lnTo>
                  <a:lnTo>
                    <a:pt x="75650" y="6280862"/>
                  </a:lnTo>
                  <a:lnTo>
                    <a:pt x="75775" y="6280862"/>
                  </a:lnTo>
                  <a:lnTo>
                    <a:pt x="75900" y="6280862"/>
                  </a:lnTo>
                  <a:lnTo>
                    <a:pt x="76025" y="6280862"/>
                  </a:lnTo>
                  <a:lnTo>
                    <a:pt x="76150" y="6280862"/>
                  </a:lnTo>
                  <a:lnTo>
                    <a:pt x="76275" y="6280862"/>
                  </a:lnTo>
                  <a:lnTo>
                    <a:pt x="76400" y="6280862"/>
                  </a:lnTo>
                  <a:lnTo>
                    <a:pt x="76525" y="6280862"/>
                  </a:lnTo>
                  <a:lnTo>
                    <a:pt x="76650" y="6280862"/>
                  </a:lnTo>
                  <a:lnTo>
                    <a:pt x="76775" y="6280862"/>
                  </a:lnTo>
                  <a:lnTo>
                    <a:pt x="76900" y="6280862"/>
                  </a:lnTo>
                  <a:lnTo>
                    <a:pt x="77025" y="6280862"/>
                  </a:lnTo>
                  <a:lnTo>
                    <a:pt x="77150" y="6280862"/>
                  </a:lnTo>
                  <a:lnTo>
                    <a:pt x="77275" y="6280862"/>
                  </a:lnTo>
                  <a:lnTo>
                    <a:pt x="77400" y="6280862"/>
                  </a:lnTo>
                  <a:lnTo>
                    <a:pt x="77525" y="6280862"/>
                  </a:lnTo>
                  <a:lnTo>
                    <a:pt x="77650" y="6280862"/>
                  </a:lnTo>
                  <a:lnTo>
                    <a:pt x="77776" y="6280862"/>
                  </a:lnTo>
                  <a:lnTo>
                    <a:pt x="77901" y="6280862"/>
                  </a:lnTo>
                  <a:lnTo>
                    <a:pt x="78026" y="6280862"/>
                  </a:lnTo>
                  <a:lnTo>
                    <a:pt x="78151" y="6280862"/>
                  </a:lnTo>
                  <a:lnTo>
                    <a:pt x="78276" y="6280862"/>
                  </a:lnTo>
                  <a:lnTo>
                    <a:pt x="78401" y="6280862"/>
                  </a:lnTo>
                  <a:lnTo>
                    <a:pt x="78526" y="6280862"/>
                  </a:lnTo>
                  <a:lnTo>
                    <a:pt x="78651" y="6280862"/>
                  </a:lnTo>
                  <a:lnTo>
                    <a:pt x="78776" y="6280862"/>
                  </a:lnTo>
                  <a:lnTo>
                    <a:pt x="78901" y="6280862"/>
                  </a:lnTo>
                  <a:lnTo>
                    <a:pt x="79026" y="6280862"/>
                  </a:lnTo>
                  <a:lnTo>
                    <a:pt x="79151" y="6280862"/>
                  </a:lnTo>
                  <a:lnTo>
                    <a:pt x="79276" y="6280862"/>
                  </a:lnTo>
                  <a:lnTo>
                    <a:pt x="79401" y="6280862"/>
                  </a:lnTo>
                  <a:lnTo>
                    <a:pt x="79526" y="6280862"/>
                  </a:lnTo>
                  <a:lnTo>
                    <a:pt x="79651" y="6280862"/>
                  </a:lnTo>
                  <a:lnTo>
                    <a:pt x="79776" y="6280862"/>
                  </a:lnTo>
                  <a:lnTo>
                    <a:pt x="79901" y="6280862"/>
                  </a:lnTo>
                  <a:lnTo>
                    <a:pt x="80026" y="6280862"/>
                  </a:lnTo>
                  <a:lnTo>
                    <a:pt x="80151" y="6280862"/>
                  </a:lnTo>
                  <a:lnTo>
                    <a:pt x="80276" y="6280862"/>
                  </a:lnTo>
                  <a:lnTo>
                    <a:pt x="80401" y="6280862"/>
                  </a:lnTo>
                  <a:lnTo>
                    <a:pt x="80526" y="6280862"/>
                  </a:lnTo>
                  <a:lnTo>
                    <a:pt x="80651" y="6280862"/>
                  </a:lnTo>
                  <a:lnTo>
                    <a:pt x="80777" y="6280862"/>
                  </a:lnTo>
                  <a:lnTo>
                    <a:pt x="80902" y="6280862"/>
                  </a:lnTo>
                  <a:lnTo>
                    <a:pt x="81027" y="6280862"/>
                  </a:lnTo>
                  <a:lnTo>
                    <a:pt x="81152" y="6280862"/>
                  </a:lnTo>
                  <a:lnTo>
                    <a:pt x="81277" y="6280862"/>
                  </a:lnTo>
                  <a:lnTo>
                    <a:pt x="81402" y="6280862"/>
                  </a:lnTo>
                  <a:lnTo>
                    <a:pt x="81527" y="6280862"/>
                  </a:lnTo>
                  <a:lnTo>
                    <a:pt x="81652" y="6280862"/>
                  </a:lnTo>
                  <a:lnTo>
                    <a:pt x="81777" y="6280862"/>
                  </a:lnTo>
                  <a:lnTo>
                    <a:pt x="81902" y="6280862"/>
                  </a:lnTo>
                  <a:lnTo>
                    <a:pt x="82027" y="6280862"/>
                  </a:lnTo>
                  <a:lnTo>
                    <a:pt x="82152" y="6280862"/>
                  </a:lnTo>
                  <a:lnTo>
                    <a:pt x="82277" y="6280862"/>
                  </a:lnTo>
                  <a:lnTo>
                    <a:pt x="82402" y="6280862"/>
                  </a:lnTo>
                  <a:lnTo>
                    <a:pt x="82527" y="6280862"/>
                  </a:lnTo>
                  <a:lnTo>
                    <a:pt x="82652" y="6280862"/>
                  </a:lnTo>
                  <a:lnTo>
                    <a:pt x="82777" y="6280862"/>
                  </a:lnTo>
                  <a:lnTo>
                    <a:pt x="82902" y="6280862"/>
                  </a:lnTo>
                  <a:lnTo>
                    <a:pt x="83027" y="6280862"/>
                  </a:lnTo>
                  <a:lnTo>
                    <a:pt x="83152" y="6280862"/>
                  </a:lnTo>
                  <a:lnTo>
                    <a:pt x="83277" y="6280862"/>
                  </a:lnTo>
                  <a:lnTo>
                    <a:pt x="83402" y="6280862"/>
                  </a:lnTo>
                  <a:lnTo>
                    <a:pt x="83527" y="6280862"/>
                  </a:lnTo>
                  <a:lnTo>
                    <a:pt x="83652" y="6280862"/>
                  </a:lnTo>
                  <a:lnTo>
                    <a:pt x="83778" y="6280862"/>
                  </a:lnTo>
                  <a:lnTo>
                    <a:pt x="83903" y="6280862"/>
                  </a:lnTo>
                  <a:lnTo>
                    <a:pt x="84028" y="6280862"/>
                  </a:lnTo>
                  <a:lnTo>
                    <a:pt x="84153" y="6280862"/>
                  </a:lnTo>
                  <a:lnTo>
                    <a:pt x="84278" y="6280862"/>
                  </a:lnTo>
                  <a:lnTo>
                    <a:pt x="84403" y="6280862"/>
                  </a:lnTo>
                  <a:lnTo>
                    <a:pt x="84528" y="6280862"/>
                  </a:lnTo>
                  <a:lnTo>
                    <a:pt x="84653" y="6280862"/>
                  </a:lnTo>
                  <a:lnTo>
                    <a:pt x="84778" y="6280862"/>
                  </a:lnTo>
                  <a:lnTo>
                    <a:pt x="84903" y="6280862"/>
                  </a:lnTo>
                  <a:lnTo>
                    <a:pt x="85153" y="6280862"/>
                  </a:lnTo>
                  <a:lnTo>
                    <a:pt x="85278" y="6280862"/>
                  </a:lnTo>
                  <a:lnTo>
                    <a:pt x="85403" y="6280862"/>
                  </a:lnTo>
                  <a:lnTo>
                    <a:pt x="85528" y="6280862"/>
                  </a:lnTo>
                  <a:lnTo>
                    <a:pt x="85653" y="6280862"/>
                  </a:lnTo>
                  <a:lnTo>
                    <a:pt x="85778" y="6280862"/>
                  </a:lnTo>
                  <a:lnTo>
                    <a:pt x="85903" y="6280862"/>
                  </a:lnTo>
                  <a:lnTo>
                    <a:pt x="86028" y="6280862"/>
                  </a:lnTo>
                  <a:lnTo>
                    <a:pt x="86278" y="6280862"/>
                  </a:lnTo>
                  <a:lnTo>
                    <a:pt x="86403" y="6280862"/>
                  </a:lnTo>
                  <a:lnTo>
                    <a:pt x="86528" y="6270908"/>
                  </a:lnTo>
                  <a:lnTo>
                    <a:pt x="86653" y="6270908"/>
                  </a:lnTo>
                  <a:lnTo>
                    <a:pt x="86779" y="6270908"/>
                  </a:lnTo>
                  <a:lnTo>
                    <a:pt x="86904" y="6270908"/>
                  </a:lnTo>
                  <a:lnTo>
                    <a:pt x="87029" y="6270908"/>
                  </a:lnTo>
                  <a:lnTo>
                    <a:pt x="87154" y="6270908"/>
                  </a:lnTo>
                  <a:lnTo>
                    <a:pt x="87279" y="6270908"/>
                  </a:lnTo>
                  <a:lnTo>
                    <a:pt x="87404" y="6270908"/>
                  </a:lnTo>
                  <a:lnTo>
                    <a:pt x="87529" y="6270908"/>
                  </a:lnTo>
                  <a:lnTo>
                    <a:pt x="87654" y="6270908"/>
                  </a:lnTo>
                  <a:lnTo>
                    <a:pt x="87779" y="6270908"/>
                  </a:lnTo>
                  <a:lnTo>
                    <a:pt x="87904" y="6270908"/>
                  </a:lnTo>
                  <a:lnTo>
                    <a:pt x="88029" y="6270908"/>
                  </a:lnTo>
                  <a:lnTo>
                    <a:pt x="88154" y="6270908"/>
                  </a:lnTo>
                  <a:lnTo>
                    <a:pt x="88279" y="6270908"/>
                  </a:lnTo>
                  <a:lnTo>
                    <a:pt x="88404" y="6270908"/>
                  </a:lnTo>
                  <a:lnTo>
                    <a:pt x="88529" y="6270908"/>
                  </a:lnTo>
                  <a:lnTo>
                    <a:pt x="88779" y="6270908"/>
                  </a:lnTo>
                  <a:lnTo>
                    <a:pt x="88904" y="6270908"/>
                  </a:lnTo>
                  <a:lnTo>
                    <a:pt x="89029" y="6270908"/>
                  </a:lnTo>
                  <a:lnTo>
                    <a:pt x="89154" y="6270908"/>
                  </a:lnTo>
                  <a:lnTo>
                    <a:pt x="89404" y="6270908"/>
                  </a:lnTo>
                  <a:lnTo>
                    <a:pt x="89529" y="6270908"/>
                  </a:lnTo>
                  <a:lnTo>
                    <a:pt x="89654" y="6270908"/>
                  </a:lnTo>
                  <a:lnTo>
                    <a:pt x="89780" y="6270908"/>
                  </a:lnTo>
                  <a:lnTo>
                    <a:pt x="89905" y="6270908"/>
                  </a:lnTo>
                  <a:lnTo>
                    <a:pt x="90030" y="6270908"/>
                  </a:lnTo>
                  <a:lnTo>
                    <a:pt x="90155" y="6270908"/>
                  </a:lnTo>
                  <a:lnTo>
                    <a:pt x="90280" y="6270908"/>
                  </a:lnTo>
                  <a:lnTo>
                    <a:pt x="90405" y="6270908"/>
                  </a:lnTo>
                  <a:lnTo>
                    <a:pt x="90530" y="6270908"/>
                  </a:lnTo>
                  <a:lnTo>
                    <a:pt x="90655" y="6270908"/>
                  </a:lnTo>
                  <a:lnTo>
                    <a:pt x="90780" y="6270908"/>
                  </a:lnTo>
                  <a:lnTo>
                    <a:pt x="90905" y="6270908"/>
                  </a:lnTo>
                  <a:lnTo>
                    <a:pt x="91030" y="6270908"/>
                  </a:lnTo>
                  <a:lnTo>
                    <a:pt x="91155" y="6270908"/>
                  </a:lnTo>
                  <a:lnTo>
                    <a:pt x="91280" y="6270908"/>
                  </a:lnTo>
                  <a:lnTo>
                    <a:pt x="91405" y="6270908"/>
                  </a:lnTo>
                  <a:lnTo>
                    <a:pt x="91530" y="6270908"/>
                  </a:lnTo>
                  <a:lnTo>
                    <a:pt x="91655" y="6270908"/>
                  </a:lnTo>
                  <a:lnTo>
                    <a:pt x="91780" y="6270908"/>
                  </a:lnTo>
                  <a:lnTo>
                    <a:pt x="91905" y="6270908"/>
                  </a:lnTo>
                  <a:lnTo>
                    <a:pt x="92030" y="6270908"/>
                  </a:lnTo>
                  <a:lnTo>
                    <a:pt x="92280" y="6270908"/>
                  </a:lnTo>
                  <a:lnTo>
                    <a:pt x="92405" y="6270908"/>
                  </a:lnTo>
                  <a:lnTo>
                    <a:pt x="92530" y="6270908"/>
                  </a:lnTo>
                  <a:lnTo>
                    <a:pt x="92655" y="6270908"/>
                  </a:lnTo>
                  <a:lnTo>
                    <a:pt x="92781" y="6270908"/>
                  </a:lnTo>
                  <a:lnTo>
                    <a:pt x="92906" y="6270908"/>
                  </a:lnTo>
                  <a:lnTo>
                    <a:pt x="93031" y="6270908"/>
                  </a:lnTo>
                  <a:lnTo>
                    <a:pt x="93156" y="6270908"/>
                  </a:lnTo>
                  <a:lnTo>
                    <a:pt x="93281" y="6270908"/>
                  </a:lnTo>
                  <a:lnTo>
                    <a:pt x="93406" y="6270908"/>
                  </a:lnTo>
                  <a:lnTo>
                    <a:pt x="93531" y="6270908"/>
                  </a:lnTo>
                  <a:lnTo>
                    <a:pt x="93656" y="6270908"/>
                  </a:lnTo>
                  <a:lnTo>
                    <a:pt x="93906" y="6270908"/>
                  </a:lnTo>
                  <a:lnTo>
                    <a:pt x="94031" y="6270908"/>
                  </a:lnTo>
                  <a:lnTo>
                    <a:pt x="94156" y="6270908"/>
                  </a:lnTo>
                  <a:lnTo>
                    <a:pt x="94281" y="6270908"/>
                  </a:lnTo>
                  <a:lnTo>
                    <a:pt x="94406" y="6270908"/>
                  </a:lnTo>
                  <a:lnTo>
                    <a:pt x="94531" y="6270908"/>
                  </a:lnTo>
                  <a:lnTo>
                    <a:pt x="94656" y="6270908"/>
                  </a:lnTo>
                  <a:lnTo>
                    <a:pt x="94781" y="6270908"/>
                  </a:lnTo>
                  <a:lnTo>
                    <a:pt x="95031" y="6270908"/>
                  </a:lnTo>
                  <a:lnTo>
                    <a:pt x="95156" y="6270908"/>
                  </a:lnTo>
                  <a:lnTo>
                    <a:pt x="95281" y="6270908"/>
                  </a:lnTo>
                  <a:lnTo>
                    <a:pt x="95406" y="6270908"/>
                  </a:lnTo>
                  <a:lnTo>
                    <a:pt x="95531" y="6270908"/>
                  </a:lnTo>
                  <a:lnTo>
                    <a:pt x="95656" y="6270908"/>
                  </a:lnTo>
                  <a:lnTo>
                    <a:pt x="95782" y="6270908"/>
                  </a:lnTo>
                  <a:lnTo>
                    <a:pt x="95907" y="6270908"/>
                  </a:lnTo>
                  <a:lnTo>
                    <a:pt x="96032" y="6270908"/>
                  </a:lnTo>
                  <a:lnTo>
                    <a:pt x="96157" y="6270908"/>
                  </a:lnTo>
                  <a:lnTo>
                    <a:pt x="96282" y="6270908"/>
                  </a:lnTo>
                  <a:lnTo>
                    <a:pt x="96532" y="6270908"/>
                  </a:lnTo>
                  <a:lnTo>
                    <a:pt x="96657" y="6270908"/>
                  </a:lnTo>
                  <a:lnTo>
                    <a:pt x="96907" y="6270908"/>
                  </a:lnTo>
                  <a:lnTo>
                    <a:pt x="97032" y="6270908"/>
                  </a:lnTo>
                  <a:lnTo>
                    <a:pt x="97157" y="6270908"/>
                  </a:lnTo>
                  <a:lnTo>
                    <a:pt x="97282" y="6270908"/>
                  </a:lnTo>
                  <a:lnTo>
                    <a:pt x="97532" y="6270908"/>
                  </a:lnTo>
                  <a:lnTo>
                    <a:pt x="97657" y="6270908"/>
                  </a:lnTo>
                  <a:lnTo>
                    <a:pt x="97782" y="6270908"/>
                  </a:lnTo>
                  <a:lnTo>
                    <a:pt x="97907" y="6270908"/>
                  </a:lnTo>
                  <a:lnTo>
                    <a:pt x="98032" y="6270908"/>
                  </a:lnTo>
                  <a:lnTo>
                    <a:pt x="98157" y="6270908"/>
                  </a:lnTo>
                  <a:lnTo>
                    <a:pt x="98282" y="6270908"/>
                  </a:lnTo>
                  <a:lnTo>
                    <a:pt x="98407" y="6270908"/>
                  </a:lnTo>
                  <a:lnTo>
                    <a:pt x="98657" y="6270908"/>
                  </a:lnTo>
                  <a:lnTo>
                    <a:pt x="98783" y="6270908"/>
                  </a:lnTo>
                  <a:lnTo>
                    <a:pt x="99033" y="6270908"/>
                  </a:lnTo>
                  <a:lnTo>
                    <a:pt x="99158" y="6270908"/>
                  </a:lnTo>
                  <a:lnTo>
                    <a:pt x="99283" y="6270908"/>
                  </a:lnTo>
                  <a:lnTo>
                    <a:pt x="99408" y="6270908"/>
                  </a:lnTo>
                  <a:lnTo>
                    <a:pt x="99533" y="6270908"/>
                  </a:lnTo>
                  <a:lnTo>
                    <a:pt x="99658" y="6270908"/>
                  </a:lnTo>
                  <a:lnTo>
                    <a:pt x="99783" y="6270908"/>
                  </a:lnTo>
                  <a:lnTo>
                    <a:pt x="99908" y="6270908"/>
                  </a:lnTo>
                  <a:lnTo>
                    <a:pt x="100033" y="6270908"/>
                  </a:lnTo>
                  <a:lnTo>
                    <a:pt x="100158" y="6270908"/>
                  </a:lnTo>
                  <a:lnTo>
                    <a:pt x="100283" y="6270908"/>
                  </a:lnTo>
                  <a:lnTo>
                    <a:pt x="100408" y="6270908"/>
                  </a:lnTo>
                  <a:lnTo>
                    <a:pt x="100533" y="6270908"/>
                  </a:lnTo>
                  <a:lnTo>
                    <a:pt x="100658" y="6270908"/>
                  </a:lnTo>
                  <a:lnTo>
                    <a:pt x="100783" y="6270908"/>
                  </a:lnTo>
                  <a:lnTo>
                    <a:pt x="100908" y="6270908"/>
                  </a:lnTo>
                  <a:lnTo>
                    <a:pt x="101033" y="6270908"/>
                  </a:lnTo>
                  <a:lnTo>
                    <a:pt x="101158" y="6270908"/>
                  </a:lnTo>
                  <a:lnTo>
                    <a:pt x="101283" y="6270908"/>
                  </a:lnTo>
                  <a:lnTo>
                    <a:pt x="101408" y="6270908"/>
                  </a:lnTo>
                  <a:lnTo>
                    <a:pt x="101533" y="6270908"/>
                  </a:lnTo>
                  <a:lnTo>
                    <a:pt x="101658" y="6270908"/>
                  </a:lnTo>
                  <a:lnTo>
                    <a:pt x="101784" y="6270908"/>
                  </a:lnTo>
                  <a:lnTo>
                    <a:pt x="102034" y="6270908"/>
                  </a:lnTo>
                  <a:lnTo>
                    <a:pt x="102159" y="6270908"/>
                  </a:lnTo>
                  <a:lnTo>
                    <a:pt x="102284" y="6270908"/>
                  </a:lnTo>
                  <a:lnTo>
                    <a:pt x="102409" y="6270908"/>
                  </a:lnTo>
                  <a:lnTo>
                    <a:pt x="102534" y="6270908"/>
                  </a:lnTo>
                  <a:lnTo>
                    <a:pt x="102659" y="6270908"/>
                  </a:lnTo>
                  <a:lnTo>
                    <a:pt x="102784" y="6270908"/>
                  </a:lnTo>
                  <a:lnTo>
                    <a:pt x="102909" y="6270908"/>
                  </a:lnTo>
                  <a:lnTo>
                    <a:pt x="103034" y="6270908"/>
                  </a:lnTo>
                  <a:lnTo>
                    <a:pt x="103159" y="6270908"/>
                  </a:lnTo>
                  <a:lnTo>
                    <a:pt x="103284" y="6270908"/>
                  </a:lnTo>
                  <a:lnTo>
                    <a:pt x="103409" y="6270908"/>
                  </a:lnTo>
                  <a:lnTo>
                    <a:pt x="103534" y="6270908"/>
                  </a:lnTo>
                  <a:lnTo>
                    <a:pt x="103659" y="6270908"/>
                  </a:lnTo>
                  <a:lnTo>
                    <a:pt x="103784" y="6270908"/>
                  </a:lnTo>
                  <a:lnTo>
                    <a:pt x="103909" y="6270908"/>
                  </a:lnTo>
                  <a:lnTo>
                    <a:pt x="104034" y="6270908"/>
                  </a:lnTo>
                  <a:lnTo>
                    <a:pt x="104159" y="6270908"/>
                  </a:lnTo>
                  <a:lnTo>
                    <a:pt x="104284" y="6270908"/>
                  </a:lnTo>
                  <a:lnTo>
                    <a:pt x="104409" y="6270908"/>
                  </a:lnTo>
                  <a:lnTo>
                    <a:pt x="104534" y="6270908"/>
                  </a:lnTo>
                  <a:lnTo>
                    <a:pt x="104659" y="6270908"/>
                  </a:lnTo>
                  <a:lnTo>
                    <a:pt x="104785" y="6270908"/>
                  </a:lnTo>
                  <a:lnTo>
                    <a:pt x="104910" y="6270908"/>
                  </a:lnTo>
                  <a:lnTo>
                    <a:pt x="105035" y="6270908"/>
                  </a:lnTo>
                  <a:lnTo>
                    <a:pt x="105160" y="6270908"/>
                  </a:lnTo>
                  <a:lnTo>
                    <a:pt x="105285" y="6270908"/>
                  </a:lnTo>
                  <a:lnTo>
                    <a:pt x="105410" y="6270908"/>
                  </a:lnTo>
                  <a:lnTo>
                    <a:pt x="105535" y="6270908"/>
                  </a:lnTo>
                  <a:lnTo>
                    <a:pt x="105660" y="6270908"/>
                  </a:lnTo>
                  <a:lnTo>
                    <a:pt x="105785" y="6270908"/>
                  </a:lnTo>
                  <a:lnTo>
                    <a:pt x="105910" y="6270908"/>
                  </a:lnTo>
                  <a:lnTo>
                    <a:pt x="106035" y="6270908"/>
                  </a:lnTo>
                  <a:lnTo>
                    <a:pt x="106160" y="6270908"/>
                  </a:lnTo>
                  <a:lnTo>
                    <a:pt x="106160" y="6260954"/>
                  </a:lnTo>
                  <a:lnTo>
                    <a:pt x="106285" y="6260954"/>
                  </a:lnTo>
                  <a:lnTo>
                    <a:pt x="106410" y="6260954"/>
                  </a:lnTo>
                  <a:lnTo>
                    <a:pt x="106535" y="6260954"/>
                  </a:lnTo>
                  <a:lnTo>
                    <a:pt x="106660" y="6260954"/>
                  </a:lnTo>
                  <a:lnTo>
                    <a:pt x="106785" y="6260954"/>
                  </a:lnTo>
                  <a:lnTo>
                    <a:pt x="106910" y="6260954"/>
                  </a:lnTo>
                  <a:lnTo>
                    <a:pt x="107160" y="6260954"/>
                  </a:lnTo>
                  <a:lnTo>
                    <a:pt x="107285" y="6260954"/>
                  </a:lnTo>
                  <a:lnTo>
                    <a:pt x="107410" y="6260954"/>
                  </a:lnTo>
                  <a:lnTo>
                    <a:pt x="107535" y="6260954"/>
                  </a:lnTo>
                  <a:lnTo>
                    <a:pt x="107660" y="6260954"/>
                  </a:lnTo>
                  <a:lnTo>
                    <a:pt x="107911" y="6260954"/>
                  </a:lnTo>
                  <a:lnTo>
                    <a:pt x="108036" y="6260954"/>
                  </a:lnTo>
                  <a:lnTo>
                    <a:pt x="108286" y="6260954"/>
                  </a:lnTo>
                  <a:lnTo>
                    <a:pt x="108411" y="6260954"/>
                  </a:lnTo>
                  <a:lnTo>
                    <a:pt x="108536" y="6260954"/>
                  </a:lnTo>
                  <a:lnTo>
                    <a:pt x="108661" y="6260954"/>
                  </a:lnTo>
                  <a:lnTo>
                    <a:pt x="108786" y="6260954"/>
                  </a:lnTo>
                  <a:lnTo>
                    <a:pt x="108911" y="6260954"/>
                  </a:lnTo>
                  <a:lnTo>
                    <a:pt x="109036" y="6260954"/>
                  </a:lnTo>
                  <a:lnTo>
                    <a:pt x="109161" y="6260954"/>
                  </a:lnTo>
                  <a:lnTo>
                    <a:pt x="109286" y="6260954"/>
                  </a:lnTo>
                  <a:lnTo>
                    <a:pt x="109411" y="6260954"/>
                  </a:lnTo>
                  <a:lnTo>
                    <a:pt x="109536" y="6260954"/>
                  </a:lnTo>
                  <a:lnTo>
                    <a:pt x="109661" y="6260954"/>
                  </a:lnTo>
                  <a:lnTo>
                    <a:pt x="109786" y="6260954"/>
                  </a:lnTo>
                  <a:lnTo>
                    <a:pt x="109911" y="6260954"/>
                  </a:lnTo>
                  <a:lnTo>
                    <a:pt x="110036" y="6260954"/>
                  </a:lnTo>
                  <a:lnTo>
                    <a:pt x="110161" y="6260954"/>
                  </a:lnTo>
                  <a:lnTo>
                    <a:pt x="110286" y="6260954"/>
                  </a:lnTo>
                  <a:lnTo>
                    <a:pt x="110411" y="6260954"/>
                  </a:lnTo>
                  <a:lnTo>
                    <a:pt x="110536" y="6260954"/>
                  </a:lnTo>
                  <a:lnTo>
                    <a:pt x="110661" y="6260954"/>
                  </a:lnTo>
                  <a:lnTo>
                    <a:pt x="110787" y="6260954"/>
                  </a:lnTo>
                  <a:lnTo>
                    <a:pt x="110912" y="6260954"/>
                  </a:lnTo>
                  <a:lnTo>
                    <a:pt x="111037" y="6260954"/>
                  </a:lnTo>
                  <a:lnTo>
                    <a:pt x="111162" y="6260954"/>
                  </a:lnTo>
                  <a:lnTo>
                    <a:pt x="111287" y="6260954"/>
                  </a:lnTo>
                  <a:lnTo>
                    <a:pt x="111412" y="6260954"/>
                  </a:lnTo>
                  <a:lnTo>
                    <a:pt x="111662" y="6260954"/>
                  </a:lnTo>
                  <a:lnTo>
                    <a:pt x="111912" y="6260954"/>
                  </a:lnTo>
                  <a:lnTo>
                    <a:pt x="112037" y="6260954"/>
                  </a:lnTo>
                  <a:lnTo>
                    <a:pt x="112162" y="6260954"/>
                  </a:lnTo>
                  <a:lnTo>
                    <a:pt x="112287" y="6260954"/>
                  </a:lnTo>
                  <a:lnTo>
                    <a:pt x="112412" y="6260954"/>
                  </a:lnTo>
                  <a:lnTo>
                    <a:pt x="112537" y="6260954"/>
                  </a:lnTo>
                  <a:lnTo>
                    <a:pt x="112662" y="6260954"/>
                  </a:lnTo>
                  <a:lnTo>
                    <a:pt x="112912" y="6260954"/>
                  </a:lnTo>
                  <a:lnTo>
                    <a:pt x="113037" y="6260954"/>
                  </a:lnTo>
                  <a:lnTo>
                    <a:pt x="113162" y="6260954"/>
                  </a:lnTo>
                  <a:lnTo>
                    <a:pt x="113287" y="6260954"/>
                  </a:lnTo>
                  <a:lnTo>
                    <a:pt x="113412" y="6260954"/>
                  </a:lnTo>
                  <a:lnTo>
                    <a:pt x="113537" y="6260954"/>
                  </a:lnTo>
                  <a:lnTo>
                    <a:pt x="113662" y="6260954"/>
                  </a:lnTo>
                  <a:lnTo>
                    <a:pt x="113788" y="6260954"/>
                  </a:lnTo>
                  <a:lnTo>
                    <a:pt x="113913" y="6260954"/>
                  </a:lnTo>
                  <a:lnTo>
                    <a:pt x="114038" y="6260954"/>
                  </a:lnTo>
                  <a:lnTo>
                    <a:pt x="114163" y="6260954"/>
                  </a:lnTo>
                  <a:lnTo>
                    <a:pt x="114288" y="6260954"/>
                  </a:lnTo>
                  <a:lnTo>
                    <a:pt x="114413" y="6260954"/>
                  </a:lnTo>
                  <a:lnTo>
                    <a:pt x="114538" y="6260954"/>
                  </a:lnTo>
                  <a:lnTo>
                    <a:pt x="114663" y="6260954"/>
                  </a:lnTo>
                  <a:lnTo>
                    <a:pt x="114788" y="6260954"/>
                  </a:lnTo>
                  <a:lnTo>
                    <a:pt x="114913" y="6260954"/>
                  </a:lnTo>
                  <a:lnTo>
                    <a:pt x="115038" y="6260954"/>
                  </a:lnTo>
                  <a:lnTo>
                    <a:pt x="115163" y="6260954"/>
                  </a:lnTo>
                  <a:lnTo>
                    <a:pt x="115288" y="6260954"/>
                  </a:lnTo>
                  <a:lnTo>
                    <a:pt x="115413" y="6260954"/>
                  </a:lnTo>
                  <a:lnTo>
                    <a:pt x="115538" y="6260954"/>
                  </a:lnTo>
                  <a:lnTo>
                    <a:pt x="115663" y="6260954"/>
                  </a:lnTo>
                  <a:lnTo>
                    <a:pt x="115913" y="6260954"/>
                  </a:lnTo>
                  <a:lnTo>
                    <a:pt x="116038" y="6260954"/>
                  </a:lnTo>
                  <a:lnTo>
                    <a:pt x="116163" y="6260954"/>
                  </a:lnTo>
                  <a:lnTo>
                    <a:pt x="116288" y="6260954"/>
                  </a:lnTo>
                  <a:lnTo>
                    <a:pt x="116538" y="6260954"/>
                  </a:lnTo>
                  <a:lnTo>
                    <a:pt x="116664" y="6260954"/>
                  </a:lnTo>
                  <a:lnTo>
                    <a:pt x="116789" y="6260954"/>
                  </a:lnTo>
                  <a:lnTo>
                    <a:pt x="116914" y="6260954"/>
                  </a:lnTo>
                  <a:lnTo>
                    <a:pt x="117039" y="6260954"/>
                  </a:lnTo>
                  <a:lnTo>
                    <a:pt x="117164" y="6260954"/>
                  </a:lnTo>
                  <a:lnTo>
                    <a:pt x="117289" y="6260954"/>
                  </a:lnTo>
                  <a:lnTo>
                    <a:pt x="117414" y="6260954"/>
                  </a:lnTo>
                  <a:lnTo>
                    <a:pt x="117539" y="6260954"/>
                  </a:lnTo>
                  <a:lnTo>
                    <a:pt x="117664" y="6260954"/>
                  </a:lnTo>
                  <a:lnTo>
                    <a:pt x="117914" y="6260954"/>
                  </a:lnTo>
                  <a:lnTo>
                    <a:pt x="118039" y="6260954"/>
                  </a:lnTo>
                  <a:lnTo>
                    <a:pt x="118164" y="6260954"/>
                  </a:lnTo>
                  <a:lnTo>
                    <a:pt x="118289" y="6260954"/>
                  </a:lnTo>
                  <a:lnTo>
                    <a:pt x="118414" y="6260954"/>
                  </a:lnTo>
                  <a:lnTo>
                    <a:pt x="118539" y="6260954"/>
                  </a:lnTo>
                  <a:lnTo>
                    <a:pt x="118664" y="6260954"/>
                  </a:lnTo>
                  <a:lnTo>
                    <a:pt x="119039" y="6260954"/>
                  </a:lnTo>
                  <a:lnTo>
                    <a:pt x="119164" y="6260954"/>
                  </a:lnTo>
                  <a:lnTo>
                    <a:pt x="119414" y="6260954"/>
                  </a:lnTo>
                  <a:lnTo>
                    <a:pt x="119539" y="6260954"/>
                  </a:lnTo>
                  <a:lnTo>
                    <a:pt x="119665" y="6260954"/>
                  </a:lnTo>
                  <a:lnTo>
                    <a:pt x="119790" y="6260954"/>
                  </a:lnTo>
                  <a:lnTo>
                    <a:pt x="119915" y="6260954"/>
                  </a:lnTo>
                  <a:lnTo>
                    <a:pt x="120040" y="6260954"/>
                  </a:lnTo>
                  <a:lnTo>
                    <a:pt x="120165" y="6260954"/>
                  </a:lnTo>
                  <a:lnTo>
                    <a:pt x="120415" y="6260954"/>
                  </a:lnTo>
                  <a:lnTo>
                    <a:pt x="120540" y="6260954"/>
                  </a:lnTo>
                  <a:lnTo>
                    <a:pt x="120665" y="6260954"/>
                  </a:lnTo>
                  <a:lnTo>
                    <a:pt x="120790" y="6260954"/>
                  </a:lnTo>
                  <a:lnTo>
                    <a:pt x="120790" y="6251000"/>
                  </a:lnTo>
                  <a:lnTo>
                    <a:pt x="120915" y="6251000"/>
                  </a:lnTo>
                  <a:lnTo>
                    <a:pt x="121040" y="6251000"/>
                  </a:lnTo>
                  <a:lnTo>
                    <a:pt x="121165" y="6251000"/>
                  </a:lnTo>
                  <a:lnTo>
                    <a:pt x="121290" y="6251000"/>
                  </a:lnTo>
                  <a:lnTo>
                    <a:pt x="121415" y="6251000"/>
                  </a:lnTo>
                  <a:lnTo>
                    <a:pt x="121540" y="6251000"/>
                  </a:lnTo>
                  <a:lnTo>
                    <a:pt x="121665" y="6251000"/>
                  </a:lnTo>
                  <a:lnTo>
                    <a:pt x="121790" y="6251000"/>
                  </a:lnTo>
                  <a:lnTo>
                    <a:pt x="121915" y="6251000"/>
                  </a:lnTo>
                  <a:lnTo>
                    <a:pt x="122040" y="6251000"/>
                  </a:lnTo>
                  <a:lnTo>
                    <a:pt x="122165" y="6251000"/>
                  </a:lnTo>
                  <a:lnTo>
                    <a:pt x="122290" y="6251000"/>
                  </a:lnTo>
                  <a:lnTo>
                    <a:pt x="122415" y="6251000"/>
                  </a:lnTo>
                  <a:lnTo>
                    <a:pt x="122540" y="6251000"/>
                  </a:lnTo>
                  <a:lnTo>
                    <a:pt x="122666" y="6251000"/>
                  </a:lnTo>
                  <a:lnTo>
                    <a:pt x="122791" y="6251000"/>
                  </a:lnTo>
                  <a:lnTo>
                    <a:pt x="122916" y="6251000"/>
                  </a:lnTo>
                  <a:lnTo>
                    <a:pt x="123041" y="6251000"/>
                  </a:lnTo>
                  <a:lnTo>
                    <a:pt x="123166" y="6251000"/>
                  </a:lnTo>
                  <a:lnTo>
                    <a:pt x="123291" y="6251000"/>
                  </a:lnTo>
                  <a:lnTo>
                    <a:pt x="123541" y="6251000"/>
                  </a:lnTo>
                  <a:lnTo>
                    <a:pt x="123666" y="6251000"/>
                  </a:lnTo>
                  <a:lnTo>
                    <a:pt x="123791" y="6251000"/>
                  </a:lnTo>
                  <a:lnTo>
                    <a:pt x="123916" y="6251000"/>
                  </a:lnTo>
                  <a:lnTo>
                    <a:pt x="124041" y="6251000"/>
                  </a:lnTo>
                  <a:lnTo>
                    <a:pt x="124166" y="6251000"/>
                  </a:lnTo>
                  <a:lnTo>
                    <a:pt x="124291" y="6251000"/>
                  </a:lnTo>
                  <a:lnTo>
                    <a:pt x="124416" y="6251000"/>
                  </a:lnTo>
                  <a:lnTo>
                    <a:pt x="124541" y="6251000"/>
                  </a:lnTo>
                  <a:lnTo>
                    <a:pt x="124666" y="6251000"/>
                  </a:lnTo>
                  <a:lnTo>
                    <a:pt x="124791" y="6251000"/>
                  </a:lnTo>
                  <a:lnTo>
                    <a:pt x="125041" y="6251000"/>
                  </a:lnTo>
                  <a:lnTo>
                    <a:pt x="125291" y="6251000"/>
                  </a:lnTo>
                  <a:lnTo>
                    <a:pt x="125416" y="6251000"/>
                  </a:lnTo>
                  <a:lnTo>
                    <a:pt x="125541" y="6251000"/>
                  </a:lnTo>
                  <a:lnTo>
                    <a:pt x="125667" y="6251000"/>
                  </a:lnTo>
                  <a:lnTo>
                    <a:pt x="125917" y="6251000"/>
                  </a:lnTo>
                  <a:lnTo>
                    <a:pt x="126042" y="6251000"/>
                  </a:lnTo>
                  <a:lnTo>
                    <a:pt x="126167" y="6251000"/>
                  </a:lnTo>
                  <a:lnTo>
                    <a:pt x="126292" y="6251000"/>
                  </a:lnTo>
                  <a:lnTo>
                    <a:pt x="126417" y="6251000"/>
                  </a:lnTo>
                  <a:lnTo>
                    <a:pt x="126542" y="6251000"/>
                  </a:lnTo>
                  <a:lnTo>
                    <a:pt x="126667" y="6251000"/>
                  </a:lnTo>
                  <a:lnTo>
                    <a:pt x="126792" y="6251000"/>
                  </a:lnTo>
                  <a:lnTo>
                    <a:pt x="126917" y="6251000"/>
                  </a:lnTo>
                  <a:lnTo>
                    <a:pt x="127042" y="6251000"/>
                  </a:lnTo>
                  <a:lnTo>
                    <a:pt x="127167" y="6251000"/>
                  </a:lnTo>
                  <a:lnTo>
                    <a:pt x="127292" y="6251000"/>
                  </a:lnTo>
                  <a:lnTo>
                    <a:pt x="127417" y="6251000"/>
                  </a:lnTo>
                  <a:lnTo>
                    <a:pt x="127542" y="6251000"/>
                  </a:lnTo>
                  <a:lnTo>
                    <a:pt x="127667" y="6251000"/>
                  </a:lnTo>
                  <a:lnTo>
                    <a:pt x="127792" y="6251000"/>
                  </a:lnTo>
                  <a:lnTo>
                    <a:pt x="127917" y="6251000"/>
                  </a:lnTo>
                  <a:lnTo>
                    <a:pt x="128042" y="6251000"/>
                  </a:lnTo>
                  <a:lnTo>
                    <a:pt x="128167" y="6251000"/>
                  </a:lnTo>
                  <a:lnTo>
                    <a:pt x="128292" y="6251000"/>
                  </a:lnTo>
                  <a:lnTo>
                    <a:pt x="128417" y="6251000"/>
                  </a:lnTo>
                  <a:lnTo>
                    <a:pt x="128542" y="6251000"/>
                  </a:lnTo>
                  <a:lnTo>
                    <a:pt x="128668" y="6251000"/>
                  </a:lnTo>
                  <a:lnTo>
                    <a:pt x="128793" y="6251000"/>
                  </a:lnTo>
                  <a:lnTo>
                    <a:pt x="128918" y="6251000"/>
                  </a:lnTo>
                  <a:lnTo>
                    <a:pt x="129043" y="6251000"/>
                  </a:lnTo>
                  <a:lnTo>
                    <a:pt x="129168" y="6251000"/>
                  </a:lnTo>
                  <a:lnTo>
                    <a:pt x="129418" y="6251000"/>
                  </a:lnTo>
                  <a:lnTo>
                    <a:pt x="129543" y="6251000"/>
                  </a:lnTo>
                  <a:lnTo>
                    <a:pt x="129668" y="6251000"/>
                  </a:lnTo>
                  <a:lnTo>
                    <a:pt x="129793" y="6251000"/>
                  </a:lnTo>
                  <a:lnTo>
                    <a:pt x="129918" y="6251000"/>
                  </a:lnTo>
                  <a:lnTo>
                    <a:pt x="130043" y="6251000"/>
                  </a:lnTo>
                  <a:lnTo>
                    <a:pt x="130168" y="6251000"/>
                  </a:lnTo>
                  <a:lnTo>
                    <a:pt x="130293" y="6251000"/>
                  </a:lnTo>
                  <a:lnTo>
                    <a:pt x="130418" y="6251000"/>
                  </a:lnTo>
                  <a:lnTo>
                    <a:pt x="130543" y="6251000"/>
                  </a:lnTo>
                  <a:lnTo>
                    <a:pt x="130668" y="6251000"/>
                  </a:lnTo>
                  <a:lnTo>
                    <a:pt x="130793" y="6251000"/>
                  </a:lnTo>
                  <a:lnTo>
                    <a:pt x="130918" y="6251000"/>
                  </a:lnTo>
                  <a:lnTo>
                    <a:pt x="131043" y="6251000"/>
                  </a:lnTo>
                  <a:lnTo>
                    <a:pt x="131168" y="6251000"/>
                  </a:lnTo>
                  <a:lnTo>
                    <a:pt x="131293" y="6251000"/>
                  </a:lnTo>
                  <a:lnTo>
                    <a:pt x="131418" y="6251000"/>
                  </a:lnTo>
                  <a:lnTo>
                    <a:pt x="131543" y="6251000"/>
                  </a:lnTo>
                  <a:lnTo>
                    <a:pt x="131669" y="6251000"/>
                  </a:lnTo>
                  <a:lnTo>
                    <a:pt x="131794" y="6251000"/>
                  </a:lnTo>
                  <a:lnTo>
                    <a:pt x="131919" y="6251000"/>
                  </a:lnTo>
                  <a:lnTo>
                    <a:pt x="132044" y="6251000"/>
                  </a:lnTo>
                  <a:lnTo>
                    <a:pt x="132294" y="6251000"/>
                  </a:lnTo>
                  <a:lnTo>
                    <a:pt x="132419" y="6251000"/>
                  </a:lnTo>
                  <a:lnTo>
                    <a:pt x="132669" y="6251000"/>
                  </a:lnTo>
                  <a:lnTo>
                    <a:pt x="132919" y="6251000"/>
                  </a:lnTo>
                  <a:lnTo>
                    <a:pt x="133044" y="6251000"/>
                  </a:lnTo>
                  <a:lnTo>
                    <a:pt x="133169" y="6251000"/>
                  </a:lnTo>
                  <a:lnTo>
                    <a:pt x="133294" y="6251000"/>
                  </a:lnTo>
                  <a:lnTo>
                    <a:pt x="133419" y="6251000"/>
                  </a:lnTo>
                  <a:lnTo>
                    <a:pt x="133544" y="6251000"/>
                  </a:lnTo>
                  <a:lnTo>
                    <a:pt x="133794" y="6251000"/>
                  </a:lnTo>
                  <a:lnTo>
                    <a:pt x="133919" y="6251000"/>
                  </a:lnTo>
                  <a:lnTo>
                    <a:pt x="134169" y="6251000"/>
                  </a:lnTo>
                  <a:lnTo>
                    <a:pt x="134294" y="6251000"/>
                  </a:lnTo>
                  <a:lnTo>
                    <a:pt x="134419" y="6251000"/>
                  </a:lnTo>
                  <a:lnTo>
                    <a:pt x="134544" y="6251000"/>
                  </a:lnTo>
                  <a:lnTo>
                    <a:pt x="134670" y="6251000"/>
                  </a:lnTo>
                  <a:lnTo>
                    <a:pt x="134795" y="6251000"/>
                  </a:lnTo>
                  <a:lnTo>
                    <a:pt x="134920" y="6251000"/>
                  </a:lnTo>
                  <a:lnTo>
                    <a:pt x="135045" y="6251000"/>
                  </a:lnTo>
                  <a:lnTo>
                    <a:pt x="135295" y="6251000"/>
                  </a:lnTo>
                  <a:lnTo>
                    <a:pt x="135420" y="6251000"/>
                  </a:lnTo>
                  <a:lnTo>
                    <a:pt x="135545" y="6251000"/>
                  </a:lnTo>
                  <a:lnTo>
                    <a:pt x="135670" y="6251000"/>
                  </a:lnTo>
                  <a:lnTo>
                    <a:pt x="135795" y="6251000"/>
                  </a:lnTo>
                  <a:lnTo>
                    <a:pt x="135920" y="6251000"/>
                  </a:lnTo>
                  <a:lnTo>
                    <a:pt x="136045" y="6251000"/>
                  </a:lnTo>
                  <a:lnTo>
                    <a:pt x="136170" y="6251000"/>
                  </a:lnTo>
                  <a:lnTo>
                    <a:pt x="136295" y="6251000"/>
                  </a:lnTo>
                  <a:lnTo>
                    <a:pt x="136420" y="6251000"/>
                  </a:lnTo>
                  <a:lnTo>
                    <a:pt x="136545" y="6251000"/>
                  </a:lnTo>
                  <a:lnTo>
                    <a:pt x="136670" y="6251000"/>
                  </a:lnTo>
                  <a:lnTo>
                    <a:pt x="136795" y="6251000"/>
                  </a:lnTo>
                  <a:lnTo>
                    <a:pt x="136920" y="6251000"/>
                  </a:lnTo>
                  <a:lnTo>
                    <a:pt x="137045" y="6251000"/>
                  </a:lnTo>
                  <a:lnTo>
                    <a:pt x="137420" y="6251000"/>
                  </a:lnTo>
                  <a:lnTo>
                    <a:pt x="137671" y="6251000"/>
                  </a:lnTo>
                  <a:lnTo>
                    <a:pt x="137796" y="6251000"/>
                  </a:lnTo>
                  <a:lnTo>
                    <a:pt x="137921" y="6251000"/>
                  </a:lnTo>
                  <a:lnTo>
                    <a:pt x="138171" y="6251000"/>
                  </a:lnTo>
                  <a:lnTo>
                    <a:pt x="138296" y="6251000"/>
                  </a:lnTo>
                  <a:lnTo>
                    <a:pt x="138421" y="6251000"/>
                  </a:lnTo>
                  <a:lnTo>
                    <a:pt x="138546" y="6251000"/>
                  </a:lnTo>
                  <a:lnTo>
                    <a:pt x="138671" y="6251000"/>
                  </a:lnTo>
                  <a:lnTo>
                    <a:pt x="138796" y="6251000"/>
                  </a:lnTo>
                  <a:lnTo>
                    <a:pt x="138921" y="6251000"/>
                  </a:lnTo>
                  <a:lnTo>
                    <a:pt x="139046" y="6251000"/>
                  </a:lnTo>
                  <a:lnTo>
                    <a:pt x="139296" y="6251000"/>
                  </a:lnTo>
                  <a:lnTo>
                    <a:pt x="139421" y="6251000"/>
                  </a:lnTo>
                  <a:lnTo>
                    <a:pt x="139546" y="6251000"/>
                  </a:lnTo>
                  <a:lnTo>
                    <a:pt x="139671" y="6251000"/>
                  </a:lnTo>
                  <a:lnTo>
                    <a:pt x="139921" y="6251000"/>
                  </a:lnTo>
                  <a:lnTo>
                    <a:pt x="140046" y="6251000"/>
                  </a:lnTo>
                  <a:lnTo>
                    <a:pt x="140171" y="6251000"/>
                  </a:lnTo>
                  <a:lnTo>
                    <a:pt x="140296" y="6251000"/>
                  </a:lnTo>
                  <a:lnTo>
                    <a:pt x="140296" y="6241046"/>
                  </a:lnTo>
                  <a:lnTo>
                    <a:pt x="140546" y="6241046"/>
                  </a:lnTo>
                  <a:lnTo>
                    <a:pt x="140672" y="6241046"/>
                  </a:lnTo>
                  <a:lnTo>
                    <a:pt x="140797" y="6241046"/>
                  </a:lnTo>
                  <a:lnTo>
                    <a:pt x="140922" y="6241046"/>
                  </a:lnTo>
                  <a:lnTo>
                    <a:pt x="141047" y="6241046"/>
                  </a:lnTo>
                  <a:lnTo>
                    <a:pt x="141172" y="6241046"/>
                  </a:lnTo>
                  <a:lnTo>
                    <a:pt x="141297" y="6241046"/>
                  </a:lnTo>
                  <a:lnTo>
                    <a:pt x="141422" y="6241046"/>
                  </a:lnTo>
                  <a:lnTo>
                    <a:pt x="141547" y="6241046"/>
                  </a:lnTo>
                  <a:lnTo>
                    <a:pt x="141672" y="6241046"/>
                  </a:lnTo>
                  <a:lnTo>
                    <a:pt x="142047" y="6241046"/>
                  </a:lnTo>
                  <a:lnTo>
                    <a:pt x="142172" y="6241046"/>
                  </a:lnTo>
                  <a:lnTo>
                    <a:pt x="142297" y="6241046"/>
                  </a:lnTo>
                  <a:lnTo>
                    <a:pt x="142422" y="6241046"/>
                  </a:lnTo>
                  <a:lnTo>
                    <a:pt x="142672" y="6241046"/>
                  </a:lnTo>
                  <a:lnTo>
                    <a:pt x="142797" y="6241046"/>
                  </a:lnTo>
                  <a:lnTo>
                    <a:pt x="142922" y="6241046"/>
                  </a:lnTo>
                  <a:lnTo>
                    <a:pt x="143047" y="6241046"/>
                  </a:lnTo>
                  <a:lnTo>
                    <a:pt x="143172" y="6241046"/>
                  </a:lnTo>
                  <a:lnTo>
                    <a:pt x="143297" y="6241046"/>
                  </a:lnTo>
                  <a:lnTo>
                    <a:pt x="143422" y="6241046"/>
                  </a:lnTo>
                  <a:lnTo>
                    <a:pt x="143547" y="6241046"/>
                  </a:lnTo>
                  <a:lnTo>
                    <a:pt x="143673" y="6241046"/>
                  </a:lnTo>
                  <a:lnTo>
                    <a:pt x="143798" y="6241046"/>
                  </a:lnTo>
                  <a:lnTo>
                    <a:pt x="143923" y="6241046"/>
                  </a:lnTo>
                  <a:lnTo>
                    <a:pt x="144048" y="6241046"/>
                  </a:lnTo>
                  <a:lnTo>
                    <a:pt x="144173" y="6241046"/>
                  </a:lnTo>
                  <a:lnTo>
                    <a:pt x="144298" y="6241046"/>
                  </a:lnTo>
                  <a:lnTo>
                    <a:pt x="144423" y="6241046"/>
                  </a:lnTo>
                  <a:lnTo>
                    <a:pt x="144548" y="6241046"/>
                  </a:lnTo>
                  <a:lnTo>
                    <a:pt x="145048" y="6241046"/>
                  </a:lnTo>
                  <a:lnTo>
                    <a:pt x="145173" y="6241046"/>
                  </a:lnTo>
                  <a:lnTo>
                    <a:pt x="145298" y="6241046"/>
                  </a:lnTo>
                  <a:lnTo>
                    <a:pt x="145423" y="6241046"/>
                  </a:lnTo>
                  <a:lnTo>
                    <a:pt x="145548" y="6241046"/>
                  </a:lnTo>
                  <a:lnTo>
                    <a:pt x="145673" y="6241046"/>
                  </a:lnTo>
                  <a:lnTo>
                    <a:pt x="145798" y="6241046"/>
                  </a:lnTo>
                  <a:lnTo>
                    <a:pt x="145923" y="6241046"/>
                  </a:lnTo>
                  <a:lnTo>
                    <a:pt x="146048" y="6241046"/>
                  </a:lnTo>
                  <a:lnTo>
                    <a:pt x="146173" y="6241046"/>
                  </a:lnTo>
                  <a:lnTo>
                    <a:pt x="146298" y="6241046"/>
                  </a:lnTo>
                  <a:lnTo>
                    <a:pt x="146423" y="6241046"/>
                  </a:lnTo>
                  <a:lnTo>
                    <a:pt x="146548" y="6241046"/>
                  </a:lnTo>
                  <a:lnTo>
                    <a:pt x="146674" y="6241046"/>
                  </a:lnTo>
                  <a:lnTo>
                    <a:pt x="146799" y="6241046"/>
                  </a:lnTo>
                  <a:lnTo>
                    <a:pt x="146924" y="6241046"/>
                  </a:lnTo>
                  <a:lnTo>
                    <a:pt x="147049" y="6241046"/>
                  </a:lnTo>
                  <a:lnTo>
                    <a:pt x="147174" y="6241046"/>
                  </a:lnTo>
                  <a:lnTo>
                    <a:pt x="147299" y="6241046"/>
                  </a:lnTo>
                  <a:lnTo>
                    <a:pt x="147424" y="6241046"/>
                  </a:lnTo>
                  <a:lnTo>
                    <a:pt x="147549" y="6241046"/>
                  </a:lnTo>
                  <a:lnTo>
                    <a:pt x="147674" y="6241046"/>
                  </a:lnTo>
                  <a:lnTo>
                    <a:pt x="147799" y="6241046"/>
                  </a:lnTo>
                  <a:lnTo>
                    <a:pt x="148049" y="6241046"/>
                  </a:lnTo>
                  <a:lnTo>
                    <a:pt x="148299" y="6241046"/>
                  </a:lnTo>
                  <a:lnTo>
                    <a:pt x="148424" y="6241046"/>
                  </a:lnTo>
                  <a:lnTo>
                    <a:pt x="148549" y="6241046"/>
                  </a:lnTo>
                  <a:lnTo>
                    <a:pt x="148674" y="6241046"/>
                  </a:lnTo>
                  <a:lnTo>
                    <a:pt x="148799" y="6241046"/>
                  </a:lnTo>
                  <a:lnTo>
                    <a:pt x="148924" y="6241046"/>
                  </a:lnTo>
                  <a:lnTo>
                    <a:pt x="149049" y="6241046"/>
                  </a:lnTo>
                  <a:lnTo>
                    <a:pt x="149174" y="6241046"/>
                  </a:lnTo>
                  <a:lnTo>
                    <a:pt x="149299" y="6241046"/>
                  </a:lnTo>
                  <a:lnTo>
                    <a:pt x="149424" y="6241046"/>
                  </a:lnTo>
                  <a:lnTo>
                    <a:pt x="149549" y="6241046"/>
                  </a:lnTo>
                  <a:lnTo>
                    <a:pt x="149675" y="6241046"/>
                  </a:lnTo>
                  <a:lnTo>
                    <a:pt x="149800" y="6241046"/>
                  </a:lnTo>
                  <a:lnTo>
                    <a:pt x="150050" y="6241046"/>
                  </a:lnTo>
                  <a:lnTo>
                    <a:pt x="150175" y="6241046"/>
                  </a:lnTo>
                  <a:lnTo>
                    <a:pt x="150300" y="6241046"/>
                  </a:lnTo>
                  <a:lnTo>
                    <a:pt x="150425" y="6241046"/>
                  </a:lnTo>
                  <a:lnTo>
                    <a:pt x="150550" y="6241046"/>
                  </a:lnTo>
                  <a:lnTo>
                    <a:pt x="150675" y="6241046"/>
                  </a:lnTo>
                  <a:lnTo>
                    <a:pt x="150800" y="6241046"/>
                  </a:lnTo>
                  <a:lnTo>
                    <a:pt x="150925" y="6241046"/>
                  </a:lnTo>
                  <a:lnTo>
                    <a:pt x="151050" y="6241046"/>
                  </a:lnTo>
                  <a:lnTo>
                    <a:pt x="151175" y="6241046"/>
                  </a:lnTo>
                  <a:lnTo>
                    <a:pt x="151300" y="6241046"/>
                  </a:lnTo>
                  <a:lnTo>
                    <a:pt x="151425" y="6241046"/>
                  </a:lnTo>
                  <a:lnTo>
                    <a:pt x="151550" y="6241046"/>
                  </a:lnTo>
                  <a:lnTo>
                    <a:pt x="151675" y="6241046"/>
                  </a:lnTo>
                  <a:lnTo>
                    <a:pt x="151800" y="6241046"/>
                  </a:lnTo>
                  <a:lnTo>
                    <a:pt x="151925" y="6241046"/>
                  </a:lnTo>
                  <a:lnTo>
                    <a:pt x="152050" y="6241046"/>
                  </a:lnTo>
                  <a:lnTo>
                    <a:pt x="152175" y="6241046"/>
                  </a:lnTo>
                  <a:lnTo>
                    <a:pt x="152300" y="6241046"/>
                  </a:lnTo>
                  <a:lnTo>
                    <a:pt x="152550" y="6241046"/>
                  </a:lnTo>
                  <a:lnTo>
                    <a:pt x="152676" y="6241046"/>
                  </a:lnTo>
                  <a:lnTo>
                    <a:pt x="152801" y="6241046"/>
                  </a:lnTo>
                  <a:lnTo>
                    <a:pt x="152926" y="6241046"/>
                  </a:lnTo>
                  <a:lnTo>
                    <a:pt x="153051" y="6241046"/>
                  </a:lnTo>
                  <a:lnTo>
                    <a:pt x="153176" y="6241046"/>
                  </a:lnTo>
                  <a:lnTo>
                    <a:pt x="153301" y="6241046"/>
                  </a:lnTo>
                  <a:lnTo>
                    <a:pt x="153426" y="6241046"/>
                  </a:lnTo>
                  <a:lnTo>
                    <a:pt x="153676" y="6241046"/>
                  </a:lnTo>
                  <a:lnTo>
                    <a:pt x="153801" y="6241046"/>
                  </a:lnTo>
                  <a:lnTo>
                    <a:pt x="153926" y="6241046"/>
                  </a:lnTo>
                  <a:lnTo>
                    <a:pt x="154051" y="6241046"/>
                  </a:lnTo>
                  <a:lnTo>
                    <a:pt x="154176" y="6241046"/>
                  </a:lnTo>
                  <a:lnTo>
                    <a:pt x="154301" y="6241046"/>
                  </a:lnTo>
                  <a:lnTo>
                    <a:pt x="154426" y="6241046"/>
                  </a:lnTo>
                  <a:lnTo>
                    <a:pt x="154551" y="6241046"/>
                  </a:lnTo>
                  <a:lnTo>
                    <a:pt x="154676" y="6241046"/>
                  </a:lnTo>
                  <a:lnTo>
                    <a:pt x="154801" y="6241046"/>
                  </a:lnTo>
                  <a:lnTo>
                    <a:pt x="154926" y="6241046"/>
                  </a:lnTo>
                  <a:lnTo>
                    <a:pt x="155051" y="6241046"/>
                  </a:lnTo>
                  <a:lnTo>
                    <a:pt x="155301" y="6241046"/>
                  </a:lnTo>
                  <a:lnTo>
                    <a:pt x="155426" y="6241046"/>
                  </a:lnTo>
                  <a:lnTo>
                    <a:pt x="155677" y="6241046"/>
                  </a:lnTo>
                  <a:lnTo>
                    <a:pt x="155802" y="6241046"/>
                  </a:lnTo>
                  <a:lnTo>
                    <a:pt x="155927" y="6241046"/>
                  </a:lnTo>
                  <a:lnTo>
                    <a:pt x="156052" y="6241046"/>
                  </a:lnTo>
                  <a:lnTo>
                    <a:pt x="156177" y="6241046"/>
                  </a:lnTo>
                  <a:lnTo>
                    <a:pt x="156302" y="6241046"/>
                  </a:lnTo>
                  <a:lnTo>
                    <a:pt x="156427" y="6241046"/>
                  </a:lnTo>
                  <a:lnTo>
                    <a:pt x="156552" y="6241046"/>
                  </a:lnTo>
                  <a:lnTo>
                    <a:pt x="156677" y="6241046"/>
                  </a:lnTo>
                  <a:lnTo>
                    <a:pt x="156802" y="6241046"/>
                  </a:lnTo>
                  <a:lnTo>
                    <a:pt x="156927" y="6241046"/>
                  </a:lnTo>
                  <a:lnTo>
                    <a:pt x="157052" y="6241046"/>
                  </a:lnTo>
                  <a:lnTo>
                    <a:pt x="157177" y="6241046"/>
                  </a:lnTo>
                  <a:lnTo>
                    <a:pt x="157302" y="6241046"/>
                  </a:lnTo>
                  <a:lnTo>
                    <a:pt x="157427" y="6241046"/>
                  </a:lnTo>
                  <a:lnTo>
                    <a:pt x="157552" y="6241046"/>
                  </a:lnTo>
                  <a:lnTo>
                    <a:pt x="157677" y="6241046"/>
                  </a:lnTo>
                  <a:lnTo>
                    <a:pt x="157802" y="6241046"/>
                  </a:lnTo>
                  <a:lnTo>
                    <a:pt x="157927" y="6241046"/>
                  </a:lnTo>
                  <a:lnTo>
                    <a:pt x="158177" y="6241046"/>
                  </a:lnTo>
                  <a:lnTo>
                    <a:pt x="158427" y="6241046"/>
                  </a:lnTo>
                  <a:lnTo>
                    <a:pt x="158553" y="6241046"/>
                  </a:lnTo>
                  <a:lnTo>
                    <a:pt x="158678" y="6241046"/>
                  </a:lnTo>
                  <a:lnTo>
                    <a:pt x="158803" y="6241046"/>
                  </a:lnTo>
                  <a:lnTo>
                    <a:pt x="158928" y="6241046"/>
                  </a:lnTo>
                  <a:lnTo>
                    <a:pt x="159053" y="6241046"/>
                  </a:lnTo>
                  <a:lnTo>
                    <a:pt x="159178" y="6241046"/>
                  </a:lnTo>
                  <a:lnTo>
                    <a:pt x="159303" y="6241046"/>
                  </a:lnTo>
                  <a:lnTo>
                    <a:pt x="159553" y="6241046"/>
                  </a:lnTo>
                  <a:lnTo>
                    <a:pt x="159678" y="6241046"/>
                  </a:lnTo>
                  <a:lnTo>
                    <a:pt x="159803" y="6241046"/>
                  </a:lnTo>
                  <a:lnTo>
                    <a:pt x="159928" y="6241046"/>
                  </a:lnTo>
                  <a:lnTo>
                    <a:pt x="160053" y="6241046"/>
                  </a:lnTo>
                  <a:lnTo>
                    <a:pt x="160178" y="6241046"/>
                  </a:lnTo>
                  <a:lnTo>
                    <a:pt x="160428" y="6241046"/>
                  </a:lnTo>
                  <a:lnTo>
                    <a:pt x="160553" y="6241046"/>
                  </a:lnTo>
                  <a:lnTo>
                    <a:pt x="160678" y="6241046"/>
                  </a:lnTo>
                  <a:lnTo>
                    <a:pt x="160803" y="6241046"/>
                  </a:lnTo>
                  <a:lnTo>
                    <a:pt x="160928" y="6241046"/>
                  </a:lnTo>
                  <a:lnTo>
                    <a:pt x="161053" y="6241046"/>
                  </a:lnTo>
                  <a:lnTo>
                    <a:pt x="161178" y="6241046"/>
                  </a:lnTo>
                  <a:lnTo>
                    <a:pt x="161303" y="6241046"/>
                  </a:lnTo>
                  <a:lnTo>
                    <a:pt x="161428" y="6241046"/>
                  </a:lnTo>
                  <a:lnTo>
                    <a:pt x="161679" y="6241046"/>
                  </a:lnTo>
                  <a:lnTo>
                    <a:pt x="161804" y="6241046"/>
                  </a:lnTo>
                  <a:lnTo>
                    <a:pt x="161929" y="6241046"/>
                  </a:lnTo>
                  <a:lnTo>
                    <a:pt x="162054" y="6241046"/>
                  </a:lnTo>
                  <a:lnTo>
                    <a:pt x="162179" y="6241046"/>
                  </a:lnTo>
                  <a:lnTo>
                    <a:pt x="162304" y="6241046"/>
                  </a:lnTo>
                  <a:lnTo>
                    <a:pt x="162429" y="6241046"/>
                  </a:lnTo>
                  <a:lnTo>
                    <a:pt x="162554" y="6241046"/>
                  </a:lnTo>
                  <a:lnTo>
                    <a:pt x="162679" y="6241046"/>
                  </a:lnTo>
                  <a:lnTo>
                    <a:pt x="163054" y="6241046"/>
                  </a:lnTo>
                  <a:lnTo>
                    <a:pt x="163179" y="6241046"/>
                  </a:lnTo>
                  <a:lnTo>
                    <a:pt x="163304" y="6241046"/>
                  </a:lnTo>
                  <a:lnTo>
                    <a:pt x="163429" y="6241046"/>
                  </a:lnTo>
                  <a:lnTo>
                    <a:pt x="163554" y="6241046"/>
                  </a:lnTo>
                  <a:lnTo>
                    <a:pt x="163679" y="6241046"/>
                  </a:lnTo>
                  <a:lnTo>
                    <a:pt x="163804" y="6241046"/>
                  </a:lnTo>
                  <a:lnTo>
                    <a:pt x="163929" y="6241046"/>
                  </a:lnTo>
                  <a:lnTo>
                    <a:pt x="164054" y="6241046"/>
                  </a:lnTo>
                  <a:lnTo>
                    <a:pt x="164179" y="6241046"/>
                  </a:lnTo>
                  <a:lnTo>
                    <a:pt x="164304" y="6241046"/>
                  </a:lnTo>
                  <a:lnTo>
                    <a:pt x="164429" y="6241046"/>
                  </a:lnTo>
                  <a:lnTo>
                    <a:pt x="164555" y="6241046"/>
                  </a:lnTo>
                  <a:lnTo>
                    <a:pt x="164680" y="6241046"/>
                  </a:lnTo>
                  <a:lnTo>
                    <a:pt x="164805" y="6241046"/>
                  </a:lnTo>
                  <a:lnTo>
                    <a:pt x="165055" y="6241046"/>
                  </a:lnTo>
                  <a:lnTo>
                    <a:pt x="165180" y="6241046"/>
                  </a:lnTo>
                  <a:lnTo>
                    <a:pt x="165305" y="6241046"/>
                  </a:lnTo>
                  <a:lnTo>
                    <a:pt x="165430" y="6241046"/>
                  </a:lnTo>
                  <a:lnTo>
                    <a:pt x="165555" y="6241046"/>
                  </a:lnTo>
                  <a:lnTo>
                    <a:pt x="165680" y="6241046"/>
                  </a:lnTo>
                  <a:lnTo>
                    <a:pt x="165805" y="6241046"/>
                  </a:lnTo>
                  <a:lnTo>
                    <a:pt x="165930" y="6241046"/>
                  </a:lnTo>
                  <a:lnTo>
                    <a:pt x="166055" y="6241046"/>
                  </a:lnTo>
                  <a:lnTo>
                    <a:pt x="166180" y="6241046"/>
                  </a:lnTo>
                  <a:lnTo>
                    <a:pt x="166305" y="6241046"/>
                  </a:lnTo>
                  <a:lnTo>
                    <a:pt x="166430" y="6241046"/>
                  </a:lnTo>
                  <a:lnTo>
                    <a:pt x="166680" y="6241046"/>
                  </a:lnTo>
                  <a:lnTo>
                    <a:pt x="166805" y="6241046"/>
                  </a:lnTo>
                  <a:lnTo>
                    <a:pt x="166930" y="6241046"/>
                  </a:lnTo>
                  <a:lnTo>
                    <a:pt x="167055" y="6241046"/>
                  </a:lnTo>
                  <a:lnTo>
                    <a:pt x="167180" y="6241046"/>
                  </a:lnTo>
                  <a:lnTo>
                    <a:pt x="167305" y="6241046"/>
                  </a:lnTo>
                  <a:lnTo>
                    <a:pt x="167430" y="6241046"/>
                  </a:lnTo>
                  <a:lnTo>
                    <a:pt x="167681" y="6241046"/>
                  </a:lnTo>
                  <a:lnTo>
                    <a:pt x="167806" y="6241046"/>
                  </a:lnTo>
                  <a:lnTo>
                    <a:pt x="167931" y="6241046"/>
                  </a:lnTo>
                  <a:lnTo>
                    <a:pt x="168056" y="6241046"/>
                  </a:lnTo>
                  <a:lnTo>
                    <a:pt x="168181" y="6241046"/>
                  </a:lnTo>
                  <a:lnTo>
                    <a:pt x="168306" y="6241046"/>
                  </a:lnTo>
                  <a:lnTo>
                    <a:pt x="168431" y="6241046"/>
                  </a:lnTo>
                  <a:lnTo>
                    <a:pt x="168556" y="6241046"/>
                  </a:lnTo>
                  <a:lnTo>
                    <a:pt x="168681" y="6241046"/>
                  </a:lnTo>
                  <a:lnTo>
                    <a:pt x="168806" y="6241046"/>
                  </a:lnTo>
                  <a:lnTo>
                    <a:pt x="168931" y="6241046"/>
                  </a:lnTo>
                  <a:lnTo>
                    <a:pt x="169056" y="6241046"/>
                  </a:lnTo>
                  <a:lnTo>
                    <a:pt x="169181" y="6241046"/>
                  </a:lnTo>
                  <a:lnTo>
                    <a:pt x="169306" y="6241046"/>
                  </a:lnTo>
                  <a:lnTo>
                    <a:pt x="169431" y="6241046"/>
                  </a:lnTo>
                  <a:lnTo>
                    <a:pt x="169556" y="6241046"/>
                  </a:lnTo>
                  <a:lnTo>
                    <a:pt x="169681" y="6241046"/>
                  </a:lnTo>
                  <a:lnTo>
                    <a:pt x="169806" y="6241046"/>
                  </a:lnTo>
                  <a:lnTo>
                    <a:pt x="169931" y="6241046"/>
                  </a:lnTo>
                  <a:lnTo>
                    <a:pt x="170056" y="6241046"/>
                  </a:lnTo>
                  <a:lnTo>
                    <a:pt x="170181" y="6241046"/>
                  </a:lnTo>
                  <a:lnTo>
                    <a:pt x="170431" y="6241046"/>
                  </a:lnTo>
                  <a:lnTo>
                    <a:pt x="170431" y="6231092"/>
                  </a:lnTo>
                  <a:lnTo>
                    <a:pt x="170557" y="6231092"/>
                  </a:lnTo>
                  <a:lnTo>
                    <a:pt x="170682" y="6231092"/>
                  </a:lnTo>
                  <a:lnTo>
                    <a:pt x="170807" y="6231092"/>
                  </a:lnTo>
                  <a:lnTo>
                    <a:pt x="170932" y="6231092"/>
                  </a:lnTo>
                  <a:lnTo>
                    <a:pt x="171057" y="6231092"/>
                  </a:lnTo>
                  <a:lnTo>
                    <a:pt x="171182" y="6231092"/>
                  </a:lnTo>
                  <a:lnTo>
                    <a:pt x="171307" y="6231092"/>
                  </a:lnTo>
                  <a:lnTo>
                    <a:pt x="171432" y="6231092"/>
                  </a:lnTo>
                  <a:lnTo>
                    <a:pt x="171682" y="6231092"/>
                  </a:lnTo>
                  <a:lnTo>
                    <a:pt x="171807" y="6231092"/>
                  </a:lnTo>
                  <a:lnTo>
                    <a:pt x="171932" y="6231092"/>
                  </a:lnTo>
                  <a:lnTo>
                    <a:pt x="172057" y="6231092"/>
                  </a:lnTo>
                  <a:lnTo>
                    <a:pt x="172182" y="6231092"/>
                  </a:lnTo>
                  <a:lnTo>
                    <a:pt x="172432" y="6231092"/>
                  </a:lnTo>
                  <a:lnTo>
                    <a:pt x="172557" y="6231092"/>
                  </a:lnTo>
                  <a:lnTo>
                    <a:pt x="172682" y="6231092"/>
                  </a:lnTo>
                  <a:lnTo>
                    <a:pt x="172807" y="6231092"/>
                  </a:lnTo>
                  <a:lnTo>
                    <a:pt x="172932" y="6231092"/>
                  </a:lnTo>
                  <a:lnTo>
                    <a:pt x="173057" y="6231092"/>
                  </a:lnTo>
                  <a:lnTo>
                    <a:pt x="173182" y="6231092"/>
                  </a:lnTo>
                  <a:lnTo>
                    <a:pt x="173307" y="6231092"/>
                  </a:lnTo>
                  <a:lnTo>
                    <a:pt x="173432" y="6231092"/>
                  </a:lnTo>
                  <a:lnTo>
                    <a:pt x="173558" y="6231092"/>
                  </a:lnTo>
                  <a:lnTo>
                    <a:pt x="173683" y="6231092"/>
                  </a:lnTo>
                  <a:lnTo>
                    <a:pt x="173933" y="6221139"/>
                  </a:lnTo>
                  <a:lnTo>
                    <a:pt x="174058" y="6221139"/>
                  </a:lnTo>
                  <a:lnTo>
                    <a:pt x="174183" y="6221139"/>
                  </a:lnTo>
                  <a:lnTo>
                    <a:pt x="174433" y="6221139"/>
                  </a:lnTo>
                  <a:lnTo>
                    <a:pt x="174558" y="6221139"/>
                  </a:lnTo>
                  <a:lnTo>
                    <a:pt x="174683" y="6221139"/>
                  </a:lnTo>
                  <a:lnTo>
                    <a:pt x="174933" y="6221139"/>
                  </a:lnTo>
                  <a:lnTo>
                    <a:pt x="175058" y="6221139"/>
                  </a:lnTo>
                  <a:lnTo>
                    <a:pt x="175183" y="6221139"/>
                  </a:lnTo>
                  <a:lnTo>
                    <a:pt x="175433" y="6221139"/>
                  </a:lnTo>
                  <a:lnTo>
                    <a:pt x="175558" y="6221139"/>
                  </a:lnTo>
                  <a:lnTo>
                    <a:pt x="175683" y="6221139"/>
                  </a:lnTo>
                  <a:lnTo>
                    <a:pt x="175683" y="6211185"/>
                  </a:lnTo>
                  <a:lnTo>
                    <a:pt x="175808" y="6211185"/>
                  </a:lnTo>
                  <a:lnTo>
                    <a:pt x="175933" y="6211185"/>
                  </a:lnTo>
                  <a:lnTo>
                    <a:pt x="176058" y="6211185"/>
                  </a:lnTo>
                  <a:lnTo>
                    <a:pt x="176183" y="6211185"/>
                  </a:lnTo>
                  <a:lnTo>
                    <a:pt x="176308" y="6211185"/>
                  </a:lnTo>
                  <a:lnTo>
                    <a:pt x="176433" y="6211185"/>
                  </a:lnTo>
                  <a:lnTo>
                    <a:pt x="176559" y="6211185"/>
                  </a:lnTo>
                  <a:lnTo>
                    <a:pt x="176684" y="6211185"/>
                  </a:lnTo>
                  <a:lnTo>
                    <a:pt x="176809" y="6211185"/>
                  </a:lnTo>
                  <a:lnTo>
                    <a:pt x="176934" y="6211185"/>
                  </a:lnTo>
                  <a:lnTo>
                    <a:pt x="177059" y="6211185"/>
                  </a:lnTo>
                  <a:lnTo>
                    <a:pt x="177184" y="6211185"/>
                  </a:lnTo>
                  <a:lnTo>
                    <a:pt x="177434" y="6211185"/>
                  </a:lnTo>
                  <a:lnTo>
                    <a:pt x="177559" y="6211185"/>
                  </a:lnTo>
                  <a:lnTo>
                    <a:pt x="177684" y="6211185"/>
                  </a:lnTo>
                  <a:lnTo>
                    <a:pt x="177809" y="6211185"/>
                  </a:lnTo>
                  <a:lnTo>
                    <a:pt x="177934" y="6211185"/>
                  </a:lnTo>
                  <a:lnTo>
                    <a:pt x="178184" y="6211185"/>
                  </a:lnTo>
                  <a:lnTo>
                    <a:pt x="178309" y="6211185"/>
                  </a:lnTo>
                  <a:lnTo>
                    <a:pt x="178434" y="6211185"/>
                  </a:lnTo>
                  <a:lnTo>
                    <a:pt x="178559" y="6211185"/>
                  </a:lnTo>
                  <a:lnTo>
                    <a:pt x="178684" y="6211185"/>
                  </a:lnTo>
                  <a:lnTo>
                    <a:pt x="178809" y="6211185"/>
                  </a:lnTo>
                  <a:lnTo>
                    <a:pt x="178934" y="6211185"/>
                  </a:lnTo>
                  <a:lnTo>
                    <a:pt x="179059" y="6211185"/>
                  </a:lnTo>
                  <a:lnTo>
                    <a:pt x="179309" y="6211185"/>
                  </a:lnTo>
                  <a:lnTo>
                    <a:pt x="179434" y="6211185"/>
                  </a:lnTo>
                  <a:lnTo>
                    <a:pt x="179560" y="6211185"/>
                  </a:lnTo>
                  <a:lnTo>
                    <a:pt x="179685" y="6211185"/>
                  </a:lnTo>
                  <a:lnTo>
                    <a:pt x="179935" y="6211185"/>
                  </a:lnTo>
                  <a:lnTo>
                    <a:pt x="180185" y="6211185"/>
                  </a:lnTo>
                  <a:lnTo>
                    <a:pt x="180435" y="6211185"/>
                  </a:lnTo>
                  <a:lnTo>
                    <a:pt x="180560" y="6211185"/>
                  </a:lnTo>
                  <a:lnTo>
                    <a:pt x="180685" y="6211185"/>
                  </a:lnTo>
                  <a:lnTo>
                    <a:pt x="180810" y="6211185"/>
                  </a:lnTo>
                  <a:lnTo>
                    <a:pt x="180935" y="6211185"/>
                  </a:lnTo>
                  <a:lnTo>
                    <a:pt x="180935" y="6201231"/>
                  </a:lnTo>
                  <a:lnTo>
                    <a:pt x="181060" y="6201231"/>
                  </a:lnTo>
                  <a:lnTo>
                    <a:pt x="181185" y="6201231"/>
                  </a:lnTo>
                  <a:lnTo>
                    <a:pt x="181310" y="6201231"/>
                  </a:lnTo>
                  <a:lnTo>
                    <a:pt x="181435" y="6201231"/>
                  </a:lnTo>
                  <a:lnTo>
                    <a:pt x="181560" y="6201231"/>
                  </a:lnTo>
                  <a:lnTo>
                    <a:pt x="181685" y="6201231"/>
                  </a:lnTo>
                  <a:lnTo>
                    <a:pt x="181810" y="6201231"/>
                  </a:lnTo>
                  <a:lnTo>
                    <a:pt x="181935" y="6201231"/>
                  </a:lnTo>
                  <a:lnTo>
                    <a:pt x="182060" y="6201231"/>
                  </a:lnTo>
                  <a:lnTo>
                    <a:pt x="182185" y="6201231"/>
                  </a:lnTo>
                  <a:lnTo>
                    <a:pt x="182435" y="6201231"/>
                  </a:lnTo>
                  <a:lnTo>
                    <a:pt x="182561" y="6201231"/>
                  </a:lnTo>
                  <a:lnTo>
                    <a:pt x="182686" y="6201231"/>
                  </a:lnTo>
                  <a:lnTo>
                    <a:pt x="182936" y="6201231"/>
                  </a:lnTo>
                  <a:lnTo>
                    <a:pt x="183061" y="6201231"/>
                  </a:lnTo>
                  <a:lnTo>
                    <a:pt x="183186" y="6201231"/>
                  </a:lnTo>
                  <a:lnTo>
                    <a:pt x="183311" y="6201231"/>
                  </a:lnTo>
                  <a:lnTo>
                    <a:pt x="183436" y="6201231"/>
                  </a:lnTo>
                  <a:lnTo>
                    <a:pt x="183561" y="6201231"/>
                  </a:lnTo>
                  <a:lnTo>
                    <a:pt x="183686" y="6201231"/>
                  </a:lnTo>
                  <a:lnTo>
                    <a:pt x="183936" y="6201231"/>
                  </a:lnTo>
                  <a:lnTo>
                    <a:pt x="184061" y="6201231"/>
                  </a:lnTo>
                  <a:lnTo>
                    <a:pt x="184186" y="6201231"/>
                  </a:lnTo>
                  <a:lnTo>
                    <a:pt x="184311" y="6201231"/>
                  </a:lnTo>
                  <a:lnTo>
                    <a:pt x="184436" y="6201231"/>
                  </a:lnTo>
                  <a:lnTo>
                    <a:pt x="184561" y="6201231"/>
                  </a:lnTo>
                  <a:lnTo>
                    <a:pt x="184686" y="6201231"/>
                  </a:lnTo>
                  <a:lnTo>
                    <a:pt x="184811" y="6201231"/>
                  </a:lnTo>
                  <a:lnTo>
                    <a:pt x="184936" y="6201231"/>
                  </a:lnTo>
                  <a:lnTo>
                    <a:pt x="185061" y="6201231"/>
                  </a:lnTo>
                  <a:lnTo>
                    <a:pt x="185186" y="6201231"/>
                  </a:lnTo>
                  <a:lnTo>
                    <a:pt x="185311" y="6201231"/>
                  </a:lnTo>
                  <a:lnTo>
                    <a:pt x="185436" y="6201231"/>
                  </a:lnTo>
                  <a:lnTo>
                    <a:pt x="185687" y="6201231"/>
                  </a:lnTo>
                  <a:lnTo>
                    <a:pt x="185937" y="6201231"/>
                  </a:lnTo>
                  <a:lnTo>
                    <a:pt x="186062" y="6201231"/>
                  </a:lnTo>
                  <a:lnTo>
                    <a:pt x="186187" y="6201231"/>
                  </a:lnTo>
                  <a:lnTo>
                    <a:pt x="186437" y="6201231"/>
                  </a:lnTo>
                  <a:lnTo>
                    <a:pt x="186562" y="6201231"/>
                  </a:lnTo>
                  <a:lnTo>
                    <a:pt x="186687" y="6201231"/>
                  </a:lnTo>
                  <a:lnTo>
                    <a:pt x="186812" y="6201231"/>
                  </a:lnTo>
                  <a:lnTo>
                    <a:pt x="186937" y="6201231"/>
                  </a:lnTo>
                  <a:lnTo>
                    <a:pt x="187062" y="6201231"/>
                  </a:lnTo>
                  <a:lnTo>
                    <a:pt x="187187" y="6201231"/>
                  </a:lnTo>
                  <a:lnTo>
                    <a:pt x="187437" y="6201231"/>
                  </a:lnTo>
                  <a:lnTo>
                    <a:pt x="187562" y="6201231"/>
                  </a:lnTo>
                  <a:lnTo>
                    <a:pt x="187687" y="6201231"/>
                  </a:lnTo>
                  <a:lnTo>
                    <a:pt x="187812" y="6201231"/>
                  </a:lnTo>
                  <a:lnTo>
                    <a:pt x="187937" y="6201231"/>
                  </a:lnTo>
                  <a:lnTo>
                    <a:pt x="188062" y="6201231"/>
                  </a:lnTo>
                  <a:lnTo>
                    <a:pt x="188187" y="6201231"/>
                  </a:lnTo>
                  <a:lnTo>
                    <a:pt x="188312" y="6201231"/>
                  </a:lnTo>
                  <a:lnTo>
                    <a:pt x="188437" y="6201231"/>
                  </a:lnTo>
                  <a:lnTo>
                    <a:pt x="188563" y="6201231"/>
                  </a:lnTo>
                  <a:lnTo>
                    <a:pt x="188813" y="6201231"/>
                  </a:lnTo>
                  <a:lnTo>
                    <a:pt x="189063" y="6201231"/>
                  </a:lnTo>
                  <a:lnTo>
                    <a:pt x="189188" y="6201231"/>
                  </a:lnTo>
                  <a:lnTo>
                    <a:pt x="189313" y="6201231"/>
                  </a:lnTo>
                  <a:lnTo>
                    <a:pt x="189438" y="6201231"/>
                  </a:lnTo>
                  <a:lnTo>
                    <a:pt x="189563" y="6201231"/>
                  </a:lnTo>
                  <a:lnTo>
                    <a:pt x="189688" y="6201231"/>
                  </a:lnTo>
                  <a:lnTo>
                    <a:pt x="189813" y="6201231"/>
                  </a:lnTo>
                  <a:lnTo>
                    <a:pt x="189938" y="6201231"/>
                  </a:lnTo>
                  <a:lnTo>
                    <a:pt x="190063" y="6201231"/>
                  </a:lnTo>
                  <a:lnTo>
                    <a:pt x="190188" y="6201231"/>
                  </a:lnTo>
                  <a:lnTo>
                    <a:pt x="190313" y="6201231"/>
                  </a:lnTo>
                  <a:lnTo>
                    <a:pt x="190438" y="6201231"/>
                  </a:lnTo>
                  <a:lnTo>
                    <a:pt x="190563" y="6201231"/>
                  </a:lnTo>
                  <a:lnTo>
                    <a:pt x="190688" y="6201231"/>
                  </a:lnTo>
                  <a:lnTo>
                    <a:pt x="190813" y="6201231"/>
                  </a:lnTo>
                  <a:lnTo>
                    <a:pt x="190938" y="6201231"/>
                  </a:lnTo>
                  <a:lnTo>
                    <a:pt x="191063" y="6201231"/>
                  </a:lnTo>
                  <a:lnTo>
                    <a:pt x="191188" y="6201231"/>
                  </a:lnTo>
                  <a:lnTo>
                    <a:pt x="191313" y="6201231"/>
                  </a:lnTo>
                  <a:lnTo>
                    <a:pt x="191438" y="6201231"/>
                  </a:lnTo>
                  <a:lnTo>
                    <a:pt x="191564" y="6201231"/>
                  </a:lnTo>
                  <a:lnTo>
                    <a:pt x="191689" y="6201231"/>
                  </a:lnTo>
                  <a:lnTo>
                    <a:pt x="191814" y="6201231"/>
                  </a:lnTo>
                  <a:lnTo>
                    <a:pt x="191939" y="6201231"/>
                  </a:lnTo>
                  <a:lnTo>
                    <a:pt x="192064" y="6201231"/>
                  </a:lnTo>
                  <a:lnTo>
                    <a:pt x="192189" y="6201231"/>
                  </a:lnTo>
                  <a:lnTo>
                    <a:pt x="192439" y="6201231"/>
                  </a:lnTo>
                  <a:lnTo>
                    <a:pt x="192564" y="6201231"/>
                  </a:lnTo>
                  <a:lnTo>
                    <a:pt x="192689" y="6201231"/>
                  </a:lnTo>
                  <a:lnTo>
                    <a:pt x="192814" y="6201231"/>
                  </a:lnTo>
                  <a:lnTo>
                    <a:pt x="193189" y="6201231"/>
                  </a:lnTo>
                  <a:lnTo>
                    <a:pt x="193314" y="6201231"/>
                  </a:lnTo>
                  <a:lnTo>
                    <a:pt x="193564" y="6201231"/>
                  </a:lnTo>
                  <a:lnTo>
                    <a:pt x="193689" y="6201231"/>
                  </a:lnTo>
                  <a:lnTo>
                    <a:pt x="193814" y="6201231"/>
                  </a:lnTo>
                  <a:lnTo>
                    <a:pt x="193939" y="6201231"/>
                  </a:lnTo>
                  <a:lnTo>
                    <a:pt x="194064" y="6201231"/>
                  </a:lnTo>
                  <a:lnTo>
                    <a:pt x="194189" y="6201231"/>
                  </a:lnTo>
                  <a:lnTo>
                    <a:pt x="194314" y="6201231"/>
                  </a:lnTo>
                  <a:lnTo>
                    <a:pt x="194440" y="6201231"/>
                  </a:lnTo>
                  <a:lnTo>
                    <a:pt x="194565" y="6201231"/>
                  </a:lnTo>
                  <a:lnTo>
                    <a:pt x="194690" y="6201231"/>
                  </a:lnTo>
                  <a:lnTo>
                    <a:pt x="194815" y="6201231"/>
                  </a:lnTo>
                  <a:lnTo>
                    <a:pt x="195065" y="6201231"/>
                  </a:lnTo>
                  <a:lnTo>
                    <a:pt x="195190" y="6201231"/>
                  </a:lnTo>
                  <a:lnTo>
                    <a:pt x="195315" y="6201231"/>
                  </a:lnTo>
                  <a:lnTo>
                    <a:pt x="195440" y="6201231"/>
                  </a:lnTo>
                  <a:lnTo>
                    <a:pt x="195565" y="6201231"/>
                  </a:lnTo>
                  <a:lnTo>
                    <a:pt x="195815" y="6201231"/>
                  </a:lnTo>
                  <a:lnTo>
                    <a:pt x="195940" y="6201231"/>
                  </a:lnTo>
                  <a:lnTo>
                    <a:pt x="196065" y="6201231"/>
                  </a:lnTo>
                  <a:lnTo>
                    <a:pt x="196315" y="6201231"/>
                  </a:lnTo>
                  <a:lnTo>
                    <a:pt x="196440" y="6201231"/>
                  </a:lnTo>
                  <a:lnTo>
                    <a:pt x="196565" y="6201231"/>
                  </a:lnTo>
                  <a:lnTo>
                    <a:pt x="196690" y="6201231"/>
                  </a:lnTo>
                  <a:lnTo>
                    <a:pt x="196815" y="6201231"/>
                  </a:lnTo>
                  <a:lnTo>
                    <a:pt x="196940" y="6201231"/>
                  </a:lnTo>
                  <a:lnTo>
                    <a:pt x="197190" y="6201231"/>
                  </a:lnTo>
                  <a:lnTo>
                    <a:pt x="197315" y="6201231"/>
                  </a:lnTo>
                  <a:lnTo>
                    <a:pt x="197441" y="6201231"/>
                  </a:lnTo>
                  <a:lnTo>
                    <a:pt x="197566" y="6201231"/>
                  </a:lnTo>
                  <a:lnTo>
                    <a:pt x="197691" y="6201231"/>
                  </a:lnTo>
                  <a:lnTo>
                    <a:pt x="197816" y="6201231"/>
                  </a:lnTo>
                  <a:lnTo>
                    <a:pt x="197941" y="6201231"/>
                  </a:lnTo>
                  <a:lnTo>
                    <a:pt x="198066" y="6201231"/>
                  </a:lnTo>
                  <a:lnTo>
                    <a:pt x="198191" y="6201231"/>
                  </a:lnTo>
                  <a:lnTo>
                    <a:pt x="198316" y="6201231"/>
                  </a:lnTo>
                  <a:lnTo>
                    <a:pt x="198441" y="6201231"/>
                  </a:lnTo>
                  <a:lnTo>
                    <a:pt x="198441" y="6191277"/>
                  </a:lnTo>
                  <a:lnTo>
                    <a:pt x="198566" y="6191277"/>
                  </a:lnTo>
                  <a:lnTo>
                    <a:pt x="198691" y="6191277"/>
                  </a:lnTo>
                  <a:lnTo>
                    <a:pt x="198816" y="6191277"/>
                  </a:lnTo>
                  <a:lnTo>
                    <a:pt x="198941" y="6191277"/>
                  </a:lnTo>
                  <a:lnTo>
                    <a:pt x="199066" y="6191277"/>
                  </a:lnTo>
                  <a:lnTo>
                    <a:pt x="199191" y="6191277"/>
                  </a:lnTo>
                  <a:lnTo>
                    <a:pt x="199316" y="6191277"/>
                  </a:lnTo>
                  <a:lnTo>
                    <a:pt x="199441" y="6191277"/>
                  </a:lnTo>
                  <a:lnTo>
                    <a:pt x="199566" y="6191277"/>
                  </a:lnTo>
                  <a:lnTo>
                    <a:pt x="199816" y="6191277"/>
                  </a:lnTo>
                  <a:lnTo>
                    <a:pt x="199941" y="6191277"/>
                  </a:lnTo>
                  <a:lnTo>
                    <a:pt x="200066" y="6191277"/>
                  </a:lnTo>
                  <a:lnTo>
                    <a:pt x="200316" y="6191277"/>
                  </a:lnTo>
                  <a:lnTo>
                    <a:pt x="200442" y="6191277"/>
                  </a:lnTo>
                  <a:lnTo>
                    <a:pt x="200692" y="6191277"/>
                  </a:lnTo>
                  <a:lnTo>
                    <a:pt x="200817" y="6191277"/>
                  </a:lnTo>
                  <a:lnTo>
                    <a:pt x="200942" y="6191277"/>
                  </a:lnTo>
                  <a:lnTo>
                    <a:pt x="201067" y="6191277"/>
                  </a:lnTo>
                  <a:lnTo>
                    <a:pt x="201192" y="6191277"/>
                  </a:lnTo>
                  <a:lnTo>
                    <a:pt x="201317" y="6191277"/>
                  </a:lnTo>
                  <a:lnTo>
                    <a:pt x="201442" y="6191277"/>
                  </a:lnTo>
                  <a:lnTo>
                    <a:pt x="201567" y="6191277"/>
                  </a:lnTo>
                  <a:lnTo>
                    <a:pt x="201692" y="6191277"/>
                  </a:lnTo>
                  <a:lnTo>
                    <a:pt x="201817" y="6191277"/>
                  </a:lnTo>
                  <a:lnTo>
                    <a:pt x="202067" y="6191277"/>
                  </a:lnTo>
                  <a:lnTo>
                    <a:pt x="202192" y="6191277"/>
                  </a:lnTo>
                  <a:lnTo>
                    <a:pt x="202317" y="6191277"/>
                  </a:lnTo>
                  <a:lnTo>
                    <a:pt x="202442" y="6191277"/>
                  </a:lnTo>
                  <a:lnTo>
                    <a:pt x="202567" y="6191277"/>
                  </a:lnTo>
                  <a:lnTo>
                    <a:pt x="202692" y="6191277"/>
                  </a:lnTo>
                  <a:lnTo>
                    <a:pt x="202817" y="6191277"/>
                  </a:lnTo>
                  <a:lnTo>
                    <a:pt x="202942" y="6191277"/>
                  </a:lnTo>
                  <a:lnTo>
                    <a:pt x="203067" y="6191277"/>
                  </a:lnTo>
                  <a:lnTo>
                    <a:pt x="203192" y="6191277"/>
                  </a:lnTo>
                  <a:lnTo>
                    <a:pt x="203317" y="6191277"/>
                  </a:lnTo>
                  <a:lnTo>
                    <a:pt x="203443" y="6191277"/>
                  </a:lnTo>
                  <a:lnTo>
                    <a:pt x="203568" y="6191277"/>
                  </a:lnTo>
                  <a:lnTo>
                    <a:pt x="203693" y="6191277"/>
                  </a:lnTo>
                  <a:lnTo>
                    <a:pt x="203818" y="6191277"/>
                  </a:lnTo>
                  <a:lnTo>
                    <a:pt x="204068" y="6191277"/>
                  </a:lnTo>
                  <a:lnTo>
                    <a:pt x="204193" y="6191277"/>
                  </a:lnTo>
                  <a:lnTo>
                    <a:pt x="204318" y="6191277"/>
                  </a:lnTo>
                  <a:lnTo>
                    <a:pt x="204568" y="6191277"/>
                  </a:lnTo>
                  <a:lnTo>
                    <a:pt x="204693" y="6191277"/>
                  </a:lnTo>
                  <a:lnTo>
                    <a:pt x="204943" y="6191277"/>
                  </a:lnTo>
                  <a:lnTo>
                    <a:pt x="205068" y="6191277"/>
                  </a:lnTo>
                  <a:lnTo>
                    <a:pt x="205193" y="6191277"/>
                  </a:lnTo>
                  <a:lnTo>
                    <a:pt x="205443" y="6191277"/>
                  </a:lnTo>
                  <a:lnTo>
                    <a:pt x="205568" y="6191277"/>
                  </a:lnTo>
                  <a:lnTo>
                    <a:pt x="205693" y="6191277"/>
                  </a:lnTo>
                  <a:lnTo>
                    <a:pt x="205818" y="6191277"/>
                  </a:lnTo>
                  <a:lnTo>
                    <a:pt x="205943" y="6191277"/>
                  </a:lnTo>
                  <a:lnTo>
                    <a:pt x="206068" y="6191277"/>
                  </a:lnTo>
                  <a:lnTo>
                    <a:pt x="206193" y="6191277"/>
                  </a:lnTo>
                  <a:lnTo>
                    <a:pt x="206318" y="6191277"/>
                  </a:lnTo>
                  <a:lnTo>
                    <a:pt x="206444" y="6191277"/>
                  </a:lnTo>
                  <a:lnTo>
                    <a:pt x="206569" y="6191277"/>
                  </a:lnTo>
                  <a:lnTo>
                    <a:pt x="206819" y="6191277"/>
                  </a:lnTo>
                  <a:lnTo>
                    <a:pt x="206944" y="6191277"/>
                  </a:lnTo>
                  <a:lnTo>
                    <a:pt x="207194" y="6191277"/>
                  </a:lnTo>
                  <a:lnTo>
                    <a:pt x="207319" y="6191277"/>
                  </a:lnTo>
                  <a:lnTo>
                    <a:pt x="207444" y="6191277"/>
                  </a:lnTo>
                  <a:lnTo>
                    <a:pt x="207569" y="6191277"/>
                  </a:lnTo>
                  <a:lnTo>
                    <a:pt x="207694" y="6191277"/>
                  </a:lnTo>
                  <a:lnTo>
                    <a:pt x="207819" y="6191277"/>
                  </a:lnTo>
                  <a:lnTo>
                    <a:pt x="207944" y="6191277"/>
                  </a:lnTo>
                  <a:lnTo>
                    <a:pt x="208069" y="6191277"/>
                  </a:lnTo>
                  <a:lnTo>
                    <a:pt x="208194" y="6191277"/>
                  </a:lnTo>
                  <a:lnTo>
                    <a:pt x="208319" y="6191277"/>
                  </a:lnTo>
                  <a:lnTo>
                    <a:pt x="208444" y="6191277"/>
                  </a:lnTo>
                  <a:lnTo>
                    <a:pt x="208694" y="6191277"/>
                  </a:lnTo>
                  <a:lnTo>
                    <a:pt x="208819" y="6191277"/>
                  </a:lnTo>
                  <a:lnTo>
                    <a:pt x="208944" y="6191277"/>
                  </a:lnTo>
                  <a:lnTo>
                    <a:pt x="209069" y="6191277"/>
                  </a:lnTo>
                  <a:lnTo>
                    <a:pt x="209194" y="6191277"/>
                  </a:lnTo>
                  <a:lnTo>
                    <a:pt x="209319" y="6191277"/>
                  </a:lnTo>
                  <a:lnTo>
                    <a:pt x="209445" y="6191277"/>
                  </a:lnTo>
                  <a:lnTo>
                    <a:pt x="209570" y="6191277"/>
                  </a:lnTo>
                  <a:lnTo>
                    <a:pt x="209695" y="6191277"/>
                  </a:lnTo>
                  <a:lnTo>
                    <a:pt x="209820" y="6191277"/>
                  </a:lnTo>
                  <a:lnTo>
                    <a:pt x="209945" y="6191277"/>
                  </a:lnTo>
                  <a:lnTo>
                    <a:pt x="210070" y="6191277"/>
                  </a:lnTo>
                  <a:lnTo>
                    <a:pt x="210195" y="6191277"/>
                  </a:lnTo>
                  <a:lnTo>
                    <a:pt x="210445" y="6191277"/>
                  </a:lnTo>
                  <a:lnTo>
                    <a:pt x="210695" y="6191277"/>
                  </a:lnTo>
                  <a:lnTo>
                    <a:pt x="210820" y="6191277"/>
                  </a:lnTo>
                  <a:lnTo>
                    <a:pt x="210945" y="6191277"/>
                  </a:lnTo>
                  <a:lnTo>
                    <a:pt x="211070" y="6191277"/>
                  </a:lnTo>
                  <a:lnTo>
                    <a:pt x="211195" y="6191277"/>
                  </a:lnTo>
                  <a:lnTo>
                    <a:pt x="211320" y="6191277"/>
                  </a:lnTo>
                  <a:lnTo>
                    <a:pt x="211445" y="6191277"/>
                  </a:lnTo>
                  <a:lnTo>
                    <a:pt x="211570" y="6191277"/>
                  </a:lnTo>
                  <a:lnTo>
                    <a:pt x="211695" y="6191277"/>
                  </a:lnTo>
                  <a:lnTo>
                    <a:pt x="211945" y="6191277"/>
                  </a:lnTo>
                  <a:lnTo>
                    <a:pt x="212195" y="6191277"/>
                  </a:lnTo>
                  <a:lnTo>
                    <a:pt x="212320" y="6191277"/>
                  </a:lnTo>
                  <a:lnTo>
                    <a:pt x="212446" y="6191277"/>
                  </a:lnTo>
                  <a:lnTo>
                    <a:pt x="212571" y="6191277"/>
                  </a:lnTo>
                  <a:lnTo>
                    <a:pt x="212696" y="6191277"/>
                  </a:lnTo>
                  <a:lnTo>
                    <a:pt x="212821" y="6191277"/>
                  </a:lnTo>
                  <a:lnTo>
                    <a:pt x="212946" y="6191277"/>
                  </a:lnTo>
                  <a:lnTo>
                    <a:pt x="213071" y="6191277"/>
                  </a:lnTo>
                  <a:lnTo>
                    <a:pt x="213196" y="6191277"/>
                  </a:lnTo>
                  <a:lnTo>
                    <a:pt x="213321" y="6191277"/>
                  </a:lnTo>
                  <a:lnTo>
                    <a:pt x="213571" y="6191277"/>
                  </a:lnTo>
                  <a:lnTo>
                    <a:pt x="213696" y="6191277"/>
                  </a:lnTo>
                  <a:lnTo>
                    <a:pt x="213821" y="6191277"/>
                  </a:lnTo>
                  <a:lnTo>
                    <a:pt x="213946" y="6191277"/>
                  </a:lnTo>
                  <a:lnTo>
                    <a:pt x="214446" y="6191277"/>
                  </a:lnTo>
                  <a:lnTo>
                    <a:pt x="214571" y="6191277"/>
                  </a:lnTo>
                  <a:lnTo>
                    <a:pt x="214696" y="6191277"/>
                  </a:lnTo>
                  <a:lnTo>
                    <a:pt x="214821" y="6191277"/>
                  </a:lnTo>
                  <a:lnTo>
                    <a:pt x="215071" y="6191277"/>
                  </a:lnTo>
                  <a:lnTo>
                    <a:pt x="215196" y="6191277"/>
                  </a:lnTo>
                  <a:lnTo>
                    <a:pt x="215321" y="6191277"/>
                  </a:lnTo>
                  <a:lnTo>
                    <a:pt x="215447" y="6191277"/>
                  </a:lnTo>
                  <a:lnTo>
                    <a:pt x="215572" y="6191277"/>
                  </a:lnTo>
                  <a:lnTo>
                    <a:pt x="215822" y="6191277"/>
                  </a:lnTo>
                  <a:lnTo>
                    <a:pt x="215947" y="6191277"/>
                  </a:lnTo>
                  <a:lnTo>
                    <a:pt x="216072" y="6191277"/>
                  </a:lnTo>
                  <a:lnTo>
                    <a:pt x="216197" y="6191277"/>
                  </a:lnTo>
                  <a:lnTo>
                    <a:pt x="216322" y="6191277"/>
                  </a:lnTo>
                  <a:lnTo>
                    <a:pt x="216447" y="6191277"/>
                  </a:lnTo>
                  <a:lnTo>
                    <a:pt x="216572" y="6191277"/>
                  </a:lnTo>
                  <a:lnTo>
                    <a:pt x="216822" y="6191277"/>
                  </a:lnTo>
                  <a:lnTo>
                    <a:pt x="216947" y="6191277"/>
                  </a:lnTo>
                  <a:lnTo>
                    <a:pt x="217072" y="6191277"/>
                  </a:lnTo>
                  <a:lnTo>
                    <a:pt x="217197" y="6191277"/>
                  </a:lnTo>
                  <a:lnTo>
                    <a:pt x="217322" y="6191277"/>
                  </a:lnTo>
                  <a:lnTo>
                    <a:pt x="217447" y="6191277"/>
                  </a:lnTo>
                  <a:lnTo>
                    <a:pt x="217572" y="6191277"/>
                  </a:lnTo>
                  <a:lnTo>
                    <a:pt x="217697" y="6191277"/>
                  </a:lnTo>
                  <a:lnTo>
                    <a:pt x="217947" y="6191277"/>
                  </a:lnTo>
                  <a:lnTo>
                    <a:pt x="218072" y="6191277"/>
                  </a:lnTo>
                  <a:lnTo>
                    <a:pt x="218197" y="6191277"/>
                  </a:lnTo>
                  <a:lnTo>
                    <a:pt x="218322" y="6191277"/>
                  </a:lnTo>
                  <a:lnTo>
                    <a:pt x="218448" y="6191277"/>
                  </a:lnTo>
                  <a:lnTo>
                    <a:pt x="218573" y="6191277"/>
                  </a:lnTo>
                  <a:lnTo>
                    <a:pt x="218698" y="6191277"/>
                  </a:lnTo>
                  <a:lnTo>
                    <a:pt x="218823" y="6191277"/>
                  </a:lnTo>
                  <a:lnTo>
                    <a:pt x="218948" y="6191277"/>
                  </a:lnTo>
                  <a:lnTo>
                    <a:pt x="219073" y="6191277"/>
                  </a:lnTo>
                  <a:lnTo>
                    <a:pt x="219198" y="6191277"/>
                  </a:lnTo>
                  <a:lnTo>
                    <a:pt x="219573" y="6191277"/>
                  </a:lnTo>
                  <a:lnTo>
                    <a:pt x="219823" y="6191277"/>
                  </a:lnTo>
                  <a:lnTo>
                    <a:pt x="219948" y="6191277"/>
                  </a:lnTo>
                  <a:lnTo>
                    <a:pt x="220198" y="6191277"/>
                  </a:lnTo>
                  <a:lnTo>
                    <a:pt x="220198" y="6181323"/>
                  </a:lnTo>
                  <a:lnTo>
                    <a:pt x="220323" y="6181323"/>
                  </a:lnTo>
                  <a:lnTo>
                    <a:pt x="220573" y="6181323"/>
                  </a:lnTo>
                  <a:lnTo>
                    <a:pt x="220698" y="6181323"/>
                  </a:lnTo>
                  <a:lnTo>
                    <a:pt x="220823" y="6181323"/>
                  </a:lnTo>
                  <a:lnTo>
                    <a:pt x="220948" y="6181323"/>
                  </a:lnTo>
                  <a:lnTo>
                    <a:pt x="221073" y="6181323"/>
                  </a:lnTo>
                  <a:lnTo>
                    <a:pt x="221198" y="6181323"/>
                  </a:lnTo>
                  <a:lnTo>
                    <a:pt x="221449" y="6181323"/>
                  </a:lnTo>
                  <a:lnTo>
                    <a:pt x="221699" y="6181323"/>
                  </a:lnTo>
                  <a:lnTo>
                    <a:pt x="221824" y="6181323"/>
                  </a:lnTo>
                  <a:lnTo>
                    <a:pt x="221949" y="6181323"/>
                  </a:lnTo>
                  <a:lnTo>
                    <a:pt x="222074" y="6181323"/>
                  </a:lnTo>
                  <a:lnTo>
                    <a:pt x="222324" y="6181323"/>
                  </a:lnTo>
                  <a:lnTo>
                    <a:pt x="222449" y="6181323"/>
                  </a:lnTo>
                  <a:lnTo>
                    <a:pt x="222574" y="6181323"/>
                  </a:lnTo>
                  <a:lnTo>
                    <a:pt x="222824" y="6181323"/>
                  </a:lnTo>
                  <a:lnTo>
                    <a:pt x="222949" y="6181323"/>
                  </a:lnTo>
                  <a:lnTo>
                    <a:pt x="223074" y="6181323"/>
                  </a:lnTo>
                  <a:lnTo>
                    <a:pt x="223199" y="6181323"/>
                  </a:lnTo>
                  <a:lnTo>
                    <a:pt x="223449" y="6181323"/>
                  </a:lnTo>
                  <a:lnTo>
                    <a:pt x="223574" y="6181323"/>
                  </a:lnTo>
                  <a:lnTo>
                    <a:pt x="223824" y="6181323"/>
                  </a:lnTo>
                  <a:lnTo>
                    <a:pt x="223949" y="6181323"/>
                  </a:lnTo>
                  <a:lnTo>
                    <a:pt x="224074" y="6181323"/>
                  </a:lnTo>
                  <a:lnTo>
                    <a:pt x="224199" y="6181323"/>
                  </a:lnTo>
                  <a:lnTo>
                    <a:pt x="224324" y="6181323"/>
                  </a:lnTo>
                  <a:lnTo>
                    <a:pt x="224700" y="6181323"/>
                  </a:lnTo>
                  <a:lnTo>
                    <a:pt x="224825" y="6171370"/>
                  </a:lnTo>
                  <a:lnTo>
                    <a:pt x="224950" y="6171370"/>
                  </a:lnTo>
                  <a:lnTo>
                    <a:pt x="225075" y="6171370"/>
                  </a:lnTo>
                  <a:lnTo>
                    <a:pt x="225200" y="6171370"/>
                  </a:lnTo>
                  <a:lnTo>
                    <a:pt x="225325" y="6171370"/>
                  </a:lnTo>
                  <a:lnTo>
                    <a:pt x="225450" y="6171370"/>
                  </a:lnTo>
                  <a:lnTo>
                    <a:pt x="225575" y="6171370"/>
                  </a:lnTo>
                  <a:lnTo>
                    <a:pt x="225700" y="6171370"/>
                  </a:lnTo>
                  <a:lnTo>
                    <a:pt x="225825" y="6171370"/>
                  </a:lnTo>
                  <a:lnTo>
                    <a:pt x="225950" y="6171370"/>
                  </a:lnTo>
                  <a:lnTo>
                    <a:pt x="226075" y="6171370"/>
                  </a:lnTo>
                  <a:lnTo>
                    <a:pt x="226200" y="6171370"/>
                  </a:lnTo>
                  <a:lnTo>
                    <a:pt x="226325" y="6171370"/>
                  </a:lnTo>
                  <a:lnTo>
                    <a:pt x="226450" y="6171370"/>
                  </a:lnTo>
                  <a:lnTo>
                    <a:pt x="226575" y="6171370"/>
                  </a:lnTo>
                  <a:lnTo>
                    <a:pt x="226700" y="6171370"/>
                  </a:lnTo>
                  <a:lnTo>
                    <a:pt x="226825" y="6171370"/>
                  </a:lnTo>
                  <a:lnTo>
                    <a:pt x="226950" y="6171370"/>
                  </a:lnTo>
                  <a:lnTo>
                    <a:pt x="227075" y="6171370"/>
                  </a:lnTo>
                  <a:lnTo>
                    <a:pt x="227200" y="6171370"/>
                  </a:lnTo>
                  <a:lnTo>
                    <a:pt x="227325" y="6171370"/>
                  </a:lnTo>
                  <a:lnTo>
                    <a:pt x="227451" y="6171370"/>
                  </a:lnTo>
                  <a:lnTo>
                    <a:pt x="227576" y="6171370"/>
                  </a:lnTo>
                  <a:lnTo>
                    <a:pt x="227701" y="6171370"/>
                  </a:lnTo>
                  <a:lnTo>
                    <a:pt x="227826" y="6171370"/>
                  </a:lnTo>
                  <a:lnTo>
                    <a:pt x="227951" y="6171370"/>
                  </a:lnTo>
                  <a:lnTo>
                    <a:pt x="228076" y="6171370"/>
                  </a:lnTo>
                  <a:lnTo>
                    <a:pt x="228201" y="6171370"/>
                  </a:lnTo>
                  <a:lnTo>
                    <a:pt x="228326" y="6171370"/>
                  </a:lnTo>
                  <a:lnTo>
                    <a:pt x="228451" y="6171370"/>
                  </a:lnTo>
                  <a:lnTo>
                    <a:pt x="228576" y="6171370"/>
                  </a:lnTo>
                  <a:lnTo>
                    <a:pt x="228701" y="6171370"/>
                  </a:lnTo>
                  <a:lnTo>
                    <a:pt x="228826" y="6171370"/>
                  </a:lnTo>
                  <a:lnTo>
                    <a:pt x="228951" y="6171370"/>
                  </a:lnTo>
                  <a:lnTo>
                    <a:pt x="229076" y="6171370"/>
                  </a:lnTo>
                  <a:lnTo>
                    <a:pt x="229201" y="6171370"/>
                  </a:lnTo>
                  <a:lnTo>
                    <a:pt x="229326" y="6171370"/>
                  </a:lnTo>
                  <a:lnTo>
                    <a:pt x="229451" y="6171370"/>
                  </a:lnTo>
                  <a:lnTo>
                    <a:pt x="229576" y="6171370"/>
                  </a:lnTo>
                  <a:lnTo>
                    <a:pt x="229701" y="6171370"/>
                  </a:lnTo>
                  <a:lnTo>
                    <a:pt x="229951" y="6171370"/>
                  </a:lnTo>
                  <a:lnTo>
                    <a:pt x="230076" y="6171370"/>
                  </a:lnTo>
                  <a:lnTo>
                    <a:pt x="230326" y="6171370"/>
                  </a:lnTo>
                  <a:lnTo>
                    <a:pt x="230702" y="6171370"/>
                  </a:lnTo>
                  <a:lnTo>
                    <a:pt x="231077" y="6171370"/>
                  </a:lnTo>
                  <a:lnTo>
                    <a:pt x="231202" y="6171370"/>
                  </a:lnTo>
                  <a:lnTo>
                    <a:pt x="231327" y="6171370"/>
                  </a:lnTo>
                  <a:lnTo>
                    <a:pt x="231577" y="6171370"/>
                  </a:lnTo>
                  <a:lnTo>
                    <a:pt x="231702" y="6171370"/>
                  </a:lnTo>
                  <a:lnTo>
                    <a:pt x="232077" y="6171370"/>
                  </a:lnTo>
                  <a:lnTo>
                    <a:pt x="232202" y="6171370"/>
                  </a:lnTo>
                  <a:lnTo>
                    <a:pt x="232327" y="6171370"/>
                  </a:lnTo>
                  <a:lnTo>
                    <a:pt x="232577" y="6171370"/>
                  </a:lnTo>
                  <a:lnTo>
                    <a:pt x="232827" y="6171370"/>
                  </a:lnTo>
                  <a:lnTo>
                    <a:pt x="232952" y="6171370"/>
                  </a:lnTo>
                  <a:lnTo>
                    <a:pt x="233077" y="6171370"/>
                  </a:lnTo>
                  <a:lnTo>
                    <a:pt x="233202" y="6171370"/>
                  </a:lnTo>
                  <a:lnTo>
                    <a:pt x="233453" y="6171370"/>
                  </a:lnTo>
                  <a:lnTo>
                    <a:pt x="233578" y="6171370"/>
                  </a:lnTo>
                  <a:lnTo>
                    <a:pt x="233703" y="6171370"/>
                  </a:lnTo>
                  <a:lnTo>
                    <a:pt x="234078" y="6171370"/>
                  </a:lnTo>
                  <a:lnTo>
                    <a:pt x="234203" y="6171370"/>
                  </a:lnTo>
                  <a:lnTo>
                    <a:pt x="234328" y="6171370"/>
                  </a:lnTo>
                  <a:lnTo>
                    <a:pt x="234453" y="6171370"/>
                  </a:lnTo>
                  <a:lnTo>
                    <a:pt x="234578" y="6171370"/>
                  </a:lnTo>
                  <a:lnTo>
                    <a:pt x="234703" y="6171370"/>
                  </a:lnTo>
                  <a:lnTo>
                    <a:pt x="234828" y="6161416"/>
                  </a:lnTo>
                  <a:lnTo>
                    <a:pt x="235203" y="6161416"/>
                  </a:lnTo>
                  <a:lnTo>
                    <a:pt x="235328" y="6161416"/>
                  </a:lnTo>
                  <a:lnTo>
                    <a:pt x="235453" y="6161416"/>
                  </a:lnTo>
                  <a:lnTo>
                    <a:pt x="235578" y="6161416"/>
                  </a:lnTo>
                  <a:lnTo>
                    <a:pt x="235703" y="6161416"/>
                  </a:lnTo>
                  <a:lnTo>
                    <a:pt x="235828" y="6161416"/>
                  </a:lnTo>
                  <a:lnTo>
                    <a:pt x="235953" y="6161416"/>
                  </a:lnTo>
                  <a:lnTo>
                    <a:pt x="236078" y="6161416"/>
                  </a:lnTo>
                  <a:lnTo>
                    <a:pt x="236203" y="6161416"/>
                  </a:lnTo>
                  <a:lnTo>
                    <a:pt x="236329" y="6161416"/>
                  </a:lnTo>
                  <a:lnTo>
                    <a:pt x="236579" y="6161416"/>
                  </a:lnTo>
                  <a:lnTo>
                    <a:pt x="236829" y="6161416"/>
                  </a:lnTo>
                  <a:lnTo>
                    <a:pt x="236954" y="6161416"/>
                  </a:lnTo>
                  <a:lnTo>
                    <a:pt x="237079" y="6161416"/>
                  </a:lnTo>
                  <a:lnTo>
                    <a:pt x="237204" y="6161416"/>
                  </a:lnTo>
                  <a:lnTo>
                    <a:pt x="237329" y="6161416"/>
                  </a:lnTo>
                  <a:lnTo>
                    <a:pt x="237454" y="6161416"/>
                  </a:lnTo>
                  <a:lnTo>
                    <a:pt x="237579" y="6161416"/>
                  </a:lnTo>
                  <a:lnTo>
                    <a:pt x="237579" y="6151462"/>
                  </a:lnTo>
                  <a:lnTo>
                    <a:pt x="237579" y="6141508"/>
                  </a:lnTo>
                  <a:lnTo>
                    <a:pt x="237829" y="6141508"/>
                  </a:lnTo>
                  <a:lnTo>
                    <a:pt x="237954" y="6141508"/>
                  </a:lnTo>
                  <a:lnTo>
                    <a:pt x="238079" y="6141508"/>
                  </a:lnTo>
                  <a:lnTo>
                    <a:pt x="238204" y="6141508"/>
                  </a:lnTo>
                  <a:lnTo>
                    <a:pt x="238329" y="6141508"/>
                  </a:lnTo>
                  <a:lnTo>
                    <a:pt x="238454" y="6141508"/>
                  </a:lnTo>
                  <a:lnTo>
                    <a:pt x="238579" y="6141508"/>
                  </a:lnTo>
                  <a:lnTo>
                    <a:pt x="238704" y="6141508"/>
                  </a:lnTo>
                  <a:lnTo>
                    <a:pt x="238829" y="6141508"/>
                  </a:lnTo>
                  <a:lnTo>
                    <a:pt x="238954" y="6141508"/>
                  </a:lnTo>
                  <a:lnTo>
                    <a:pt x="239079" y="6141508"/>
                  </a:lnTo>
                  <a:lnTo>
                    <a:pt x="239204" y="6141508"/>
                  </a:lnTo>
                  <a:lnTo>
                    <a:pt x="239330" y="6141508"/>
                  </a:lnTo>
                  <a:lnTo>
                    <a:pt x="239455" y="6141508"/>
                  </a:lnTo>
                  <a:lnTo>
                    <a:pt x="239580" y="6141508"/>
                  </a:lnTo>
                  <a:lnTo>
                    <a:pt x="239705" y="6141508"/>
                  </a:lnTo>
                  <a:lnTo>
                    <a:pt x="239830" y="6141508"/>
                  </a:lnTo>
                  <a:lnTo>
                    <a:pt x="239955" y="6141508"/>
                  </a:lnTo>
                  <a:lnTo>
                    <a:pt x="240080" y="6141508"/>
                  </a:lnTo>
                  <a:lnTo>
                    <a:pt x="240205" y="6141508"/>
                  </a:lnTo>
                  <a:lnTo>
                    <a:pt x="240330" y="6141508"/>
                  </a:lnTo>
                  <a:lnTo>
                    <a:pt x="240580" y="6141508"/>
                  </a:lnTo>
                  <a:lnTo>
                    <a:pt x="240830" y="6141508"/>
                  </a:lnTo>
                  <a:lnTo>
                    <a:pt x="241080" y="6141508"/>
                  </a:lnTo>
                  <a:lnTo>
                    <a:pt x="241205" y="6141508"/>
                  </a:lnTo>
                  <a:lnTo>
                    <a:pt x="241330" y="6141508"/>
                  </a:lnTo>
                  <a:lnTo>
                    <a:pt x="241580" y="6141508"/>
                  </a:lnTo>
                  <a:lnTo>
                    <a:pt x="241705" y="6141508"/>
                  </a:lnTo>
                  <a:lnTo>
                    <a:pt x="241830" y="6141508"/>
                  </a:lnTo>
                  <a:lnTo>
                    <a:pt x="242080" y="6141508"/>
                  </a:lnTo>
                  <a:lnTo>
                    <a:pt x="242205" y="6141508"/>
                  </a:lnTo>
                  <a:lnTo>
                    <a:pt x="242331" y="6141508"/>
                  </a:lnTo>
                  <a:lnTo>
                    <a:pt x="242456" y="6141508"/>
                  </a:lnTo>
                  <a:lnTo>
                    <a:pt x="242581" y="6141508"/>
                  </a:lnTo>
                  <a:lnTo>
                    <a:pt x="242706" y="6141508"/>
                  </a:lnTo>
                  <a:lnTo>
                    <a:pt x="242831" y="6141508"/>
                  </a:lnTo>
                  <a:lnTo>
                    <a:pt x="242956" y="6141508"/>
                  </a:lnTo>
                  <a:lnTo>
                    <a:pt x="243081" y="6141508"/>
                  </a:lnTo>
                  <a:lnTo>
                    <a:pt x="243206" y="6141508"/>
                  </a:lnTo>
                  <a:lnTo>
                    <a:pt x="243331" y="6141508"/>
                  </a:lnTo>
                  <a:lnTo>
                    <a:pt x="243706" y="6141508"/>
                  </a:lnTo>
                  <a:lnTo>
                    <a:pt x="243831" y="6141508"/>
                  </a:lnTo>
                  <a:lnTo>
                    <a:pt x="243956" y="6141508"/>
                  </a:lnTo>
                  <a:lnTo>
                    <a:pt x="244081" y="6141508"/>
                  </a:lnTo>
                  <a:lnTo>
                    <a:pt x="244206" y="6141508"/>
                  </a:lnTo>
                  <a:lnTo>
                    <a:pt x="244456" y="6141508"/>
                  </a:lnTo>
                  <a:lnTo>
                    <a:pt x="244581" y="6141508"/>
                  </a:lnTo>
                  <a:lnTo>
                    <a:pt x="244706" y="6141508"/>
                  </a:lnTo>
                  <a:lnTo>
                    <a:pt x="244831" y="6141508"/>
                  </a:lnTo>
                  <a:lnTo>
                    <a:pt x="244956" y="6141508"/>
                  </a:lnTo>
                  <a:lnTo>
                    <a:pt x="245081" y="6141508"/>
                  </a:lnTo>
                  <a:lnTo>
                    <a:pt x="245206" y="6141508"/>
                  </a:lnTo>
                  <a:lnTo>
                    <a:pt x="245332" y="6141508"/>
                  </a:lnTo>
                  <a:lnTo>
                    <a:pt x="245457" y="6141508"/>
                  </a:lnTo>
                  <a:lnTo>
                    <a:pt x="245582" y="6141508"/>
                  </a:lnTo>
                  <a:lnTo>
                    <a:pt x="245707" y="6141508"/>
                  </a:lnTo>
                  <a:lnTo>
                    <a:pt x="245832" y="6141508"/>
                  </a:lnTo>
                  <a:lnTo>
                    <a:pt x="245957" y="6141508"/>
                  </a:lnTo>
                  <a:lnTo>
                    <a:pt x="246082" y="6141508"/>
                  </a:lnTo>
                  <a:lnTo>
                    <a:pt x="246207" y="6141508"/>
                  </a:lnTo>
                  <a:lnTo>
                    <a:pt x="246582" y="6141508"/>
                  </a:lnTo>
                  <a:lnTo>
                    <a:pt x="246832" y="6141508"/>
                  </a:lnTo>
                  <a:lnTo>
                    <a:pt x="246957" y="6141508"/>
                  </a:lnTo>
                  <a:lnTo>
                    <a:pt x="247082" y="6141508"/>
                  </a:lnTo>
                  <a:lnTo>
                    <a:pt x="247207" y="6141508"/>
                  </a:lnTo>
                  <a:lnTo>
                    <a:pt x="247332" y="6141508"/>
                  </a:lnTo>
                  <a:lnTo>
                    <a:pt x="247457" y="6141508"/>
                  </a:lnTo>
                  <a:lnTo>
                    <a:pt x="247582" y="6141508"/>
                  </a:lnTo>
                  <a:lnTo>
                    <a:pt x="247707" y="6141508"/>
                  </a:lnTo>
                  <a:lnTo>
                    <a:pt x="247832" y="6141508"/>
                  </a:lnTo>
                  <a:lnTo>
                    <a:pt x="247957" y="6141508"/>
                  </a:lnTo>
                  <a:lnTo>
                    <a:pt x="248082" y="6141508"/>
                  </a:lnTo>
                  <a:lnTo>
                    <a:pt x="248207" y="6141508"/>
                  </a:lnTo>
                  <a:lnTo>
                    <a:pt x="248333" y="6141508"/>
                  </a:lnTo>
                  <a:lnTo>
                    <a:pt x="248458" y="6141508"/>
                  </a:lnTo>
                  <a:lnTo>
                    <a:pt x="248583" y="6141508"/>
                  </a:lnTo>
                  <a:lnTo>
                    <a:pt x="248708" y="6141508"/>
                  </a:lnTo>
                  <a:lnTo>
                    <a:pt x="248833" y="6141508"/>
                  </a:lnTo>
                  <a:lnTo>
                    <a:pt x="249083" y="6141508"/>
                  </a:lnTo>
                  <a:lnTo>
                    <a:pt x="249208" y="6141508"/>
                  </a:lnTo>
                  <a:lnTo>
                    <a:pt x="249333" y="6141508"/>
                  </a:lnTo>
                  <a:lnTo>
                    <a:pt x="249458" y="6141508"/>
                  </a:lnTo>
                  <a:lnTo>
                    <a:pt x="249583" y="6141508"/>
                  </a:lnTo>
                  <a:lnTo>
                    <a:pt x="249708" y="6141508"/>
                  </a:lnTo>
                  <a:lnTo>
                    <a:pt x="249833" y="6141508"/>
                  </a:lnTo>
                  <a:lnTo>
                    <a:pt x="249958" y="6141508"/>
                  </a:lnTo>
                  <a:lnTo>
                    <a:pt x="250083" y="6141508"/>
                  </a:lnTo>
                  <a:lnTo>
                    <a:pt x="250333" y="6141508"/>
                  </a:lnTo>
                  <a:lnTo>
                    <a:pt x="250833" y="6141508"/>
                  </a:lnTo>
                  <a:lnTo>
                    <a:pt x="250958" y="6141508"/>
                  </a:lnTo>
                  <a:lnTo>
                    <a:pt x="251083" y="6141508"/>
                  </a:lnTo>
                  <a:lnTo>
                    <a:pt x="251208" y="6141508"/>
                  </a:lnTo>
                  <a:lnTo>
                    <a:pt x="251459" y="6141508"/>
                  </a:lnTo>
                  <a:lnTo>
                    <a:pt x="251584" y="6141508"/>
                  </a:lnTo>
                  <a:lnTo>
                    <a:pt x="251959" y="6141508"/>
                  </a:lnTo>
                  <a:lnTo>
                    <a:pt x="252084" y="6141508"/>
                  </a:lnTo>
                  <a:lnTo>
                    <a:pt x="252209" y="6141508"/>
                  </a:lnTo>
                  <a:lnTo>
                    <a:pt x="252334" y="6141508"/>
                  </a:lnTo>
                  <a:lnTo>
                    <a:pt x="252459" y="6141508"/>
                  </a:lnTo>
                  <a:lnTo>
                    <a:pt x="252584" y="6141508"/>
                  </a:lnTo>
                  <a:lnTo>
                    <a:pt x="252709" y="6141508"/>
                  </a:lnTo>
                  <a:lnTo>
                    <a:pt x="252834" y="6141508"/>
                  </a:lnTo>
                  <a:lnTo>
                    <a:pt x="252959" y="6141508"/>
                  </a:lnTo>
                  <a:lnTo>
                    <a:pt x="253209" y="6141508"/>
                  </a:lnTo>
                  <a:lnTo>
                    <a:pt x="253334" y="6141508"/>
                  </a:lnTo>
                  <a:lnTo>
                    <a:pt x="253459" y="6141508"/>
                  </a:lnTo>
                  <a:lnTo>
                    <a:pt x="253584" y="6141508"/>
                  </a:lnTo>
                  <a:lnTo>
                    <a:pt x="253709" y="6141508"/>
                  </a:lnTo>
                  <a:lnTo>
                    <a:pt x="253834" y="6141508"/>
                  </a:lnTo>
                  <a:lnTo>
                    <a:pt x="254084" y="6141508"/>
                  </a:lnTo>
                  <a:lnTo>
                    <a:pt x="254209" y="6141508"/>
                  </a:lnTo>
                  <a:lnTo>
                    <a:pt x="254335" y="6141508"/>
                  </a:lnTo>
                  <a:lnTo>
                    <a:pt x="254460" y="6141508"/>
                  </a:lnTo>
                  <a:lnTo>
                    <a:pt x="254835" y="6141508"/>
                  </a:lnTo>
                  <a:lnTo>
                    <a:pt x="254960" y="6141508"/>
                  </a:lnTo>
                  <a:lnTo>
                    <a:pt x="255210" y="6141508"/>
                  </a:lnTo>
                  <a:lnTo>
                    <a:pt x="255585" y="6141508"/>
                  </a:lnTo>
                  <a:lnTo>
                    <a:pt x="255710" y="6141508"/>
                  </a:lnTo>
                  <a:lnTo>
                    <a:pt x="255835" y="6141508"/>
                  </a:lnTo>
                  <a:lnTo>
                    <a:pt x="255960" y="6141508"/>
                  </a:lnTo>
                  <a:lnTo>
                    <a:pt x="256085" y="6141508"/>
                  </a:lnTo>
                  <a:lnTo>
                    <a:pt x="256210" y="6141508"/>
                  </a:lnTo>
                  <a:lnTo>
                    <a:pt x="256335" y="6141508"/>
                  </a:lnTo>
                  <a:lnTo>
                    <a:pt x="256460" y="6141508"/>
                  </a:lnTo>
                  <a:lnTo>
                    <a:pt x="256585" y="6141508"/>
                  </a:lnTo>
                  <a:lnTo>
                    <a:pt x="256710" y="6141508"/>
                  </a:lnTo>
                  <a:lnTo>
                    <a:pt x="256835" y="6141508"/>
                  </a:lnTo>
                  <a:lnTo>
                    <a:pt x="257085" y="6141508"/>
                  </a:lnTo>
                  <a:lnTo>
                    <a:pt x="257210" y="6141508"/>
                  </a:lnTo>
                  <a:lnTo>
                    <a:pt x="257336" y="6141508"/>
                  </a:lnTo>
                  <a:lnTo>
                    <a:pt x="257461" y="6141508"/>
                  </a:lnTo>
                  <a:lnTo>
                    <a:pt x="257711" y="6141508"/>
                  </a:lnTo>
                  <a:lnTo>
                    <a:pt x="257836" y="6141508"/>
                  </a:lnTo>
                  <a:lnTo>
                    <a:pt x="258211" y="6141508"/>
                  </a:lnTo>
                  <a:lnTo>
                    <a:pt x="258336" y="6141508"/>
                  </a:lnTo>
                  <a:lnTo>
                    <a:pt x="258711" y="6141508"/>
                  </a:lnTo>
                  <a:lnTo>
                    <a:pt x="259211" y="6141508"/>
                  </a:lnTo>
                  <a:lnTo>
                    <a:pt x="259336" y="6141508"/>
                  </a:lnTo>
                  <a:lnTo>
                    <a:pt x="259461" y="6141508"/>
                  </a:lnTo>
                  <a:lnTo>
                    <a:pt x="259586" y="6141508"/>
                  </a:lnTo>
                  <a:lnTo>
                    <a:pt x="259711" y="6141508"/>
                  </a:lnTo>
                  <a:lnTo>
                    <a:pt x="259836" y="6141508"/>
                  </a:lnTo>
                  <a:lnTo>
                    <a:pt x="259961" y="6141508"/>
                  </a:lnTo>
                  <a:lnTo>
                    <a:pt x="260086" y="6141508"/>
                  </a:lnTo>
                  <a:lnTo>
                    <a:pt x="260211" y="6141508"/>
                  </a:lnTo>
                  <a:lnTo>
                    <a:pt x="260337" y="6141508"/>
                  </a:lnTo>
                  <a:lnTo>
                    <a:pt x="260462" y="6141508"/>
                  </a:lnTo>
                  <a:lnTo>
                    <a:pt x="260587" y="6141508"/>
                  </a:lnTo>
                  <a:lnTo>
                    <a:pt x="260712" y="6141508"/>
                  </a:lnTo>
                  <a:lnTo>
                    <a:pt x="260837" y="6141508"/>
                  </a:lnTo>
                  <a:lnTo>
                    <a:pt x="261087" y="6141508"/>
                  </a:lnTo>
                  <a:lnTo>
                    <a:pt x="261212" y="6141508"/>
                  </a:lnTo>
                  <a:lnTo>
                    <a:pt x="261337" y="6141508"/>
                  </a:lnTo>
                  <a:lnTo>
                    <a:pt x="261462" y="6141508"/>
                  </a:lnTo>
                  <a:lnTo>
                    <a:pt x="261587" y="6141508"/>
                  </a:lnTo>
                  <a:lnTo>
                    <a:pt x="261712" y="6141508"/>
                  </a:lnTo>
                  <a:lnTo>
                    <a:pt x="261962" y="6141508"/>
                  </a:lnTo>
                  <a:lnTo>
                    <a:pt x="262087" y="6141508"/>
                  </a:lnTo>
                  <a:lnTo>
                    <a:pt x="262212" y="6141508"/>
                  </a:lnTo>
                  <a:lnTo>
                    <a:pt x="262337" y="6141508"/>
                  </a:lnTo>
                  <a:lnTo>
                    <a:pt x="262462" y="6141508"/>
                  </a:lnTo>
                  <a:lnTo>
                    <a:pt x="262587" y="6141508"/>
                  </a:lnTo>
                  <a:lnTo>
                    <a:pt x="262712" y="6141508"/>
                  </a:lnTo>
                  <a:lnTo>
                    <a:pt x="262837" y="6141508"/>
                  </a:lnTo>
                  <a:lnTo>
                    <a:pt x="262837" y="6131554"/>
                  </a:lnTo>
                  <a:lnTo>
                    <a:pt x="262962" y="6131554"/>
                  </a:lnTo>
                  <a:lnTo>
                    <a:pt x="263087" y="6131554"/>
                  </a:lnTo>
                  <a:lnTo>
                    <a:pt x="263338" y="6131554"/>
                  </a:lnTo>
                  <a:lnTo>
                    <a:pt x="263463" y="6131554"/>
                  </a:lnTo>
                  <a:lnTo>
                    <a:pt x="263588" y="6131554"/>
                  </a:lnTo>
                  <a:lnTo>
                    <a:pt x="263713" y="6131554"/>
                  </a:lnTo>
                  <a:lnTo>
                    <a:pt x="263838" y="6131554"/>
                  </a:lnTo>
                  <a:lnTo>
                    <a:pt x="263963" y="6131554"/>
                  </a:lnTo>
                  <a:lnTo>
                    <a:pt x="264088" y="6131554"/>
                  </a:lnTo>
                  <a:lnTo>
                    <a:pt x="264213" y="6131554"/>
                  </a:lnTo>
                  <a:lnTo>
                    <a:pt x="264338" y="6131554"/>
                  </a:lnTo>
                  <a:lnTo>
                    <a:pt x="264463" y="6131554"/>
                  </a:lnTo>
                  <a:lnTo>
                    <a:pt x="264588" y="6131554"/>
                  </a:lnTo>
                  <a:lnTo>
                    <a:pt x="264713" y="6131554"/>
                  </a:lnTo>
                  <a:lnTo>
                    <a:pt x="264838" y="6131554"/>
                  </a:lnTo>
                  <a:lnTo>
                    <a:pt x="265088" y="6131554"/>
                  </a:lnTo>
                  <a:lnTo>
                    <a:pt x="265213" y="6131554"/>
                  </a:lnTo>
                  <a:lnTo>
                    <a:pt x="265338" y="6131554"/>
                  </a:lnTo>
                  <a:lnTo>
                    <a:pt x="265713" y="6131554"/>
                  </a:lnTo>
                  <a:lnTo>
                    <a:pt x="265963" y="6131554"/>
                  </a:lnTo>
                  <a:lnTo>
                    <a:pt x="266088" y="6131554"/>
                  </a:lnTo>
                  <a:lnTo>
                    <a:pt x="266213" y="6131554"/>
                  </a:lnTo>
                  <a:lnTo>
                    <a:pt x="266339" y="6131554"/>
                  </a:lnTo>
                  <a:lnTo>
                    <a:pt x="266589" y="6131554"/>
                  </a:lnTo>
                  <a:lnTo>
                    <a:pt x="266839" y="6131554"/>
                  </a:lnTo>
                  <a:lnTo>
                    <a:pt x="266964" y="6131554"/>
                  </a:lnTo>
                  <a:lnTo>
                    <a:pt x="267214" y="6131554"/>
                  </a:lnTo>
                  <a:lnTo>
                    <a:pt x="267339" y="6131554"/>
                  </a:lnTo>
                  <a:lnTo>
                    <a:pt x="267464" y="6131554"/>
                  </a:lnTo>
                  <a:lnTo>
                    <a:pt x="267589" y="6131554"/>
                  </a:lnTo>
                  <a:lnTo>
                    <a:pt x="267714" y="6131554"/>
                  </a:lnTo>
                  <a:lnTo>
                    <a:pt x="268089" y="6131554"/>
                  </a:lnTo>
                  <a:lnTo>
                    <a:pt x="268214" y="6131554"/>
                  </a:lnTo>
                  <a:lnTo>
                    <a:pt x="268339" y="6131554"/>
                  </a:lnTo>
                  <a:lnTo>
                    <a:pt x="268464" y="6131554"/>
                  </a:lnTo>
                  <a:lnTo>
                    <a:pt x="268589" y="6131554"/>
                  </a:lnTo>
                  <a:lnTo>
                    <a:pt x="268714" y="6131554"/>
                  </a:lnTo>
                  <a:lnTo>
                    <a:pt x="268964" y="6131554"/>
                  </a:lnTo>
                  <a:lnTo>
                    <a:pt x="269089" y="6131554"/>
                  </a:lnTo>
                  <a:lnTo>
                    <a:pt x="269214" y="6131554"/>
                  </a:lnTo>
                  <a:lnTo>
                    <a:pt x="269340" y="6131554"/>
                  </a:lnTo>
                  <a:lnTo>
                    <a:pt x="269465" y="6131554"/>
                  </a:lnTo>
                  <a:lnTo>
                    <a:pt x="269590" y="6131554"/>
                  </a:lnTo>
                  <a:lnTo>
                    <a:pt x="269715" y="6131554"/>
                  </a:lnTo>
                  <a:lnTo>
                    <a:pt x="269840" y="6131554"/>
                  </a:lnTo>
                  <a:lnTo>
                    <a:pt x="270090" y="6131554"/>
                  </a:lnTo>
                  <a:lnTo>
                    <a:pt x="270340" y="6131554"/>
                  </a:lnTo>
                  <a:lnTo>
                    <a:pt x="270465" y="6131554"/>
                  </a:lnTo>
                  <a:lnTo>
                    <a:pt x="270590" y="6131554"/>
                  </a:lnTo>
                  <a:lnTo>
                    <a:pt x="270715" y="6131554"/>
                  </a:lnTo>
                  <a:lnTo>
                    <a:pt x="270840" y="6131554"/>
                  </a:lnTo>
                  <a:lnTo>
                    <a:pt x="270965" y="6131554"/>
                  </a:lnTo>
                  <a:lnTo>
                    <a:pt x="271090" y="6131554"/>
                  </a:lnTo>
                  <a:lnTo>
                    <a:pt x="271215" y="6131554"/>
                  </a:lnTo>
                  <a:lnTo>
                    <a:pt x="271215" y="6121600"/>
                  </a:lnTo>
                  <a:lnTo>
                    <a:pt x="271340" y="6121600"/>
                  </a:lnTo>
                  <a:lnTo>
                    <a:pt x="271715" y="6121600"/>
                  </a:lnTo>
                  <a:lnTo>
                    <a:pt x="271840" y="6121600"/>
                  </a:lnTo>
                  <a:lnTo>
                    <a:pt x="271965" y="6121600"/>
                  </a:lnTo>
                  <a:lnTo>
                    <a:pt x="272090" y="6121600"/>
                  </a:lnTo>
                  <a:lnTo>
                    <a:pt x="272216" y="6121600"/>
                  </a:lnTo>
                  <a:lnTo>
                    <a:pt x="272341" y="6121600"/>
                  </a:lnTo>
                  <a:lnTo>
                    <a:pt x="272466" y="6121600"/>
                  </a:lnTo>
                  <a:lnTo>
                    <a:pt x="272716" y="6121600"/>
                  </a:lnTo>
                  <a:lnTo>
                    <a:pt x="272841" y="6121600"/>
                  </a:lnTo>
                  <a:lnTo>
                    <a:pt x="272966" y="6121600"/>
                  </a:lnTo>
                  <a:lnTo>
                    <a:pt x="273091" y="6121600"/>
                  </a:lnTo>
                  <a:lnTo>
                    <a:pt x="273216" y="6121600"/>
                  </a:lnTo>
                  <a:lnTo>
                    <a:pt x="273341" y="6121600"/>
                  </a:lnTo>
                  <a:lnTo>
                    <a:pt x="273591" y="6121600"/>
                  </a:lnTo>
                  <a:lnTo>
                    <a:pt x="273716" y="6121600"/>
                  </a:lnTo>
                  <a:lnTo>
                    <a:pt x="273841" y="6121600"/>
                  </a:lnTo>
                  <a:lnTo>
                    <a:pt x="274216" y="6121600"/>
                  </a:lnTo>
                  <a:lnTo>
                    <a:pt x="274341" y="6121600"/>
                  </a:lnTo>
                  <a:lnTo>
                    <a:pt x="274466" y="6121600"/>
                  </a:lnTo>
                  <a:lnTo>
                    <a:pt x="274591" y="6121600"/>
                  </a:lnTo>
                  <a:lnTo>
                    <a:pt x="274841" y="6121600"/>
                  </a:lnTo>
                  <a:lnTo>
                    <a:pt x="274966" y="6121600"/>
                  </a:lnTo>
                  <a:lnTo>
                    <a:pt x="275091" y="6121600"/>
                  </a:lnTo>
                  <a:lnTo>
                    <a:pt x="275217" y="6121600"/>
                  </a:lnTo>
                  <a:lnTo>
                    <a:pt x="275342" y="6121600"/>
                  </a:lnTo>
                  <a:lnTo>
                    <a:pt x="275842" y="6121600"/>
                  </a:lnTo>
                  <a:lnTo>
                    <a:pt x="275967" y="6121600"/>
                  </a:lnTo>
                  <a:lnTo>
                    <a:pt x="276092" y="6121600"/>
                  </a:lnTo>
                  <a:lnTo>
                    <a:pt x="276217" y="6121600"/>
                  </a:lnTo>
                  <a:lnTo>
                    <a:pt x="276467" y="6121600"/>
                  </a:lnTo>
                  <a:lnTo>
                    <a:pt x="276592" y="6121600"/>
                  </a:lnTo>
                  <a:lnTo>
                    <a:pt x="276717" y="6121600"/>
                  </a:lnTo>
                  <a:lnTo>
                    <a:pt x="276842" y="6121600"/>
                  </a:lnTo>
                  <a:lnTo>
                    <a:pt x="276842" y="6111647"/>
                  </a:lnTo>
                  <a:lnTo>
                    <a:pt x="277092" y="6111647"/>
                  </a:lnTo>
                  <a:lnTo>
                    <a:pt x="277217" y="6111647"/>
                  </a:lnTo>
                  <a:lnTo>
                    <a:pt x="277342" y="6111647"/>
                  </a:lnTo>
                  <a:lnTo>
                    <a:pt x="277467" y="6111647"/>
                  </a:lnTo>
                  <a:lnTo>
                    <a:pt x="277717" y="6111647"/>
                  </a:lnTo>
                  <a:lnTo>
                    <a:pt x="277967" y="6111647"/>
                  </a:lnTo>
                  <a:lnTo>
                    <a:pt x="278092" y="6111647"/>
                  </a:lnTo>
                  <a:lnTo>
                    <a:pt x="278218" y="6111647"/>
                  </a:lnTo>
                  <a:lnTo>
                    <a:pt x="278343" y="6111647"/>
                  </a:lnTo>
                  <a:lnTo>
                    <a:pt x="278468" y="6111647"/>
                  </a:lnTo>
                  <a:lnTo>
                    <a:pt x="278593" y="6111647"/>
                  </a:lnTo>
                  <a:lnTo>
                    <a:pt x="278718" y="6111647"/>
                  </a:lnTo>
                  <a:lnTo>
                    <a:pt x="279093" y="6111647"/>
                  </a:lnTo>
                  <a:lnTo>
                    <a:pt x="279218" y="6111647"/>
                  </a:lnTo>
                  <a:lnTo>
                    <a:pt x="279343" y="6111647"/>
                  </a:lnTo>
                  <a:lnTo>
                    <a:pt x="279593" y="6111647"/>
                  </a:lnTo>
                  <a:lnTo>
                    <a:pt x="279718" y="6111647"/>
                  </a:lnTo>
                  <a:lnTo>
                    <a:pt x="279843" y="6111647"/>
                  </a:lnTo>
                  <a:lnTo>
                    <a:pt x="279968" y="6111647"/>
                  </a:lnTo>
                  <a:lnTo>
                    <a:pt x="280093" y="6111647"/>
                  </a:lnTo>
                  <a:lnTo>
                    <a:pt x="280218" y="6111647"/>
                  </a:lnTo>
                  <a:lnTo>
                    <a:pt x="280343" y="6111647"/>
                  </a:lnTo>
                  <a:lnTo>
                    <a:pt x="280468" y="6111647"/>
                  </a:lnTo>
                  <a:lnTo>
                    <a:pt x="280593" y="6111647"/>
                  </a:lnTo>
                  <a:lnTo>
                    <a:pt x="280718" y="6111647"/>
                  </a:lnTo>
                  <a:lnTo>
                    <a:pt x="280843" y="6111647"/>
                  </a:lnTo>
                  <a:lnTo>
                    <a:pt x="280968" y="6111647"/>
                  </a:lnTo>
                  <a:lnTo>
                    <a:pt x="281093" y="6111647"/>
                  </a:lnTo>
                  <a:lnTo>
                    <a:pt x="281219" y="6111647"/>
                  </a:lnTo>
                  <a:lnTo>
                    <a:pt x="281344" y="6111647"/>
                  </a:lnTo>
                  <a:lnTo>
                    <a:pt x="281469" y="6111647"/>
                  </a:lnTo>
                  <a:lnTo>
                    <a:pt x="281594" y="6111647"/>
                  </a:lnTo>
                  <a:lnTo>
                    <a:pt x="281719" y="6111647"/>
                  </a:lnTo>
                  <a:lnTo>
                    <a:pt x="281844" y="6111647"/>
                  </a:lnTo>
                  <a:lnTo>
                    <a:pt x="282094" y="6111647"/>
                  </a:lnTo>
                  <a:lnTo>
                    <a:pt x="282219" y="6111647"/>
                  </a:lnTo>
                  <a:lnTo>
                    <a:pt x="282469" y="6111647"/>
                  </a:lnTo>
                  <a:lnTo>
                    <a:pt x="282594" y="6111647"/>
                  </a:lnTo>
                  <a:lnTo>
                    <a:pt x="282719" y="6111647"/>
                  </a:lnTo>
                  <a:lnTo>
                    <a:pt x="282844" y="6111647"/>
                  </a:lnTo>
                  <a:lnTo>
                    <a:pt x="283094" y="6111647"/>
                  </a:lnTo>
                  <a:lnTo>
                    <a:pt x="283219" y="6111647"/>
                  </a:lnTo>
                  <a:lnTo>
                    <a:pt x="283344" y="6111647"/>
                  </a:lnTo>
                  <a:lnTo>
                    <a:pt x="283594" y="6111647"/>
                  </a:lnTo>
                  <a:lnTo>
                    <a:pt x="283719" y="6111647"/>
                  </a:lnTo>
                  <a:lnTo>
                    <a:pt x="283844" y="6111647"/>
                  </a:lnTo>
                  <a:lnTo>
                    <a:pt x="284094" y="6111647"/>
                  </a:lnTo>
                  <a:lnTo>
                    <a:pt x="284220" y="6111647"/>
                  </a:lnTo>
                  <a:lnTo>
                    <a:pt x="284345" y="6111647"/>
                  </a:lnTo>
                  <a:lnTo>
                    <a:pt x="284470" y="6111647"/>
                  </a:lnTo>
                  <a:lnTo>
                    <a:pt x="284595" y="6111647"/>
                  </a:lnTo>
                  <a:lnTo>
                    <a:pt x="284720" y="6111647"/>
                  </a:lnTo>
                  <a:lnTo>
                    <a:pt x="284845" y="6111647"/>
                  </a:lnTo>
                  <a:lnTo>
                    <a:pt x="285095" y="6111647"/>
                  </a:lnTo>
                  <a:lnTo>
                    <a:pt x="285220" y="6111647"/>
                  </a:lnTo>
                  <a:lnTo>
                    <a:pt x="285345" y="6111647"/>
                  </a:lnTo>
                  <a:lnTo>
                    <a:pt x="285470" y="6111647"/>
                  </a:lnTo>
                  <a:lnTo>
                    <a:pt x="285595" y="6111647"/>
                  </a:lnTo>
                  <a:lnTo>
                    <a:pt x="285720" y="6111647"/>
                  </a:lnTo>
                  <a:lnTo>
                    <a:pt x="285845" y="6111647"/>
                  </a:lnTo>
                  <a:lnTo>
                    <a:pt x="285970" y="6111647"/>
                  </a:lnTo>
                  <a:lnTo>
                    <a:pt x="286345" y="6111647"/>
                  </a:lnTo>
                  <a:lnTo>
                    <a:pt x="286470" y="6111647"/>
                  </a:lnTo>
                  <a:lnTo>
                    <a:pt x="286595" y="6111647"/>
                  </a:lnTo>
                  <a:lnTo>
                    <a:pt x="286720" y="6111647"/>
                  </a:lnTo>
                  <a:lnTo>
                    <a:pt x="286845" y="6111647"/>
                  </a:lnTo>
                  <a:lnTo>
                    <a:pt x="286970" y="6111647"/>
                  </a:lnTo>
                  <a:lnTo>
                    <a:pt x="287095" y="6111647"/>
                  </a:lnTo>
                  <a:lnTo>
                    <a:pt x="287221" y="6111647"/>
                  </a:lnTo>
                  <a:lnTo>
                    <a:pt x="287346" y="6111647"/>
                  </a:lnTo>
                  <a:lnTo>
                    <a:pt x="287471" y="6111647"/>
                  </a:lnTo>
                  <a:lnTo>
                    <a:pt x="287721" y="6111647"/>
                  </a:lnTo>
                  <a:lnTo>
                    <a:pt x="287846" y="6111647"/>
                  </a:lnTo>
                  <a:lnTo>
                    <a:pt x="287971" y="6111647"/>
                  </a:lnTo>
                  <a:lnTo>
                    <a:pt x="288096" y="6111647"/>
                  </a:lnTo>
                  <a:lnTo>
                    <a:pt x="288221" y="6111647"/>
                  </a:lnTo>
                  <a:lnTo>
                    <a:pt x="288346" y="6111647"/>
                  </a:lnTo>
                  <a:lnTo>
                    <a:pt x="288471" y="6111647"/>
                  </a:lnTo>
                  <a:lnTo>
                    <a:pt x="288596" y="6111647"/>
                  </a:lnTo>
                  <a:lnTo>
                    <a:pt x="288721" y="6111647"/>
                  </a:lnTo>
                  <a:lnTo>
                    <a:pt x="288846" y="6111647"/>
                  </a:lnTo>
                  <a:lnTo>
                    <a:pt x="288971" y="6111647"/>
                  </a:lnTo>
                  <a:lnTo>
                    <a:pt x="289096" y="6111647"/>
                  </a:lnTo>
                  <a:lnTo>
                    <a:pt x="289096" y="6101693"/>
                  </a:lnTo>
                  <a:lnTo>
                    <a:pt x="289221" y="6101693"/>
                  </a:lnTo>
                  <a:lnTo>
                    <a:pt x="289346" y="6101693"/>
                  </a:lnTo>
                  <a:lnTo>
                    <a:pt x="289471" y="6101693"/>
                  </a:lnTo>
                  <a:lnTo>
                    <a:pt x="289721" y="6101693"/>
                  </a:lnTo>
                  <a:lnTo>
                    <a:pt x="289971" y="6101693"/>
                  </a:lnTo>
                  <a:lnTo>
                    <a:pt x="290096" y="6101693"/>
                  </a:lnTo>
                  <a:lnTo>
                    <a:pt x="290222" y="6101693"/>
                  </a:lnTo>
                  <a:lnTo>
                    <a:pt x="290347" y="6101693"/>
                  </a:lnTo>
                  <a:lnTo>
                    <a:pt x="290597" y="6101693"/>
                  </a:lnTo>
                  <a:lnTo>
                    <a:pt x="290722" y="6101693"/>
                  </a:lnTo>
                  <a:lnTo>
                    <a:pt x="290847" y="6101693"/>
                  </a:lnTo>
                  <a:lnTo>
                    <a:pt x="290972" y="6101693"/>
                  </a:lnTo>
                  <a:lnTo>
                    <a:pt x="291097" y="6101693"/>
                  </a:lnTo>
                  <a:lnTo>
                    <a:pt x="291222" y="6101693"/>
                  </a:lnTo>
                  <a:lnTo>
                    <a:pt x="291472" y="6101693"/>
                  </a:lnTo>
                  <a:lnTo>
                    <a:pt x="291597" y="6101693"/>
                  </a:lnTo>
                  <a:lnTo>
                    <a:pt x="291722" y="6101693"/>
                  </a:lnTo>
                  <a:lnTo>
                    <a:pt x="291847" y="6101693"/>
                  </a:lnTo>
                  <a:lnTo>
                    <a:pt x="292097" y="6101693"/>
                  </a:lnTo>
                  <a:lnTo>
                    <a:pt x="292222" y="6101693"/>
                  </a:lnTo>
                  <a:lnTo>
                    <a:pt x="292347" y="6101693"/>
                  </a:lnTo>
                  <a:lnTo>
                    <a:pt x="292472" y="6101693"/>
                  </a:lnTo>
                  <a:lnTo>
                    <a:pt x="292597" y="6101693"/>
                  </a:lnTo>
                  <a:lnTo>
                    <a:pt x="292972" y="6101693"/>
                  </a:lnTo>
                  <a:lnTo>
                    <a:pt x="293097" y="6101693"/>
                  </a:lnTo>
                  <a:lnTo>
                    <a:pt x="293348" y="6101693"/>
                  </a:lnTo>
                  <a:lnTo>
                    <a:pt x="293473" y="6101693"/>
                  </a:lnTo>
                  <a:lnTo>
                    <a:pt x="293598" y="6101693"/>
                  </a:lnTo>
                  <a:lnTo>
                    <a:pt x="293723" y="6101693"/>
                  </a:lnTo>
                  <a:lnTo>
                    <a:pt x="293848" y="6101693"/>
                  </a:lnTo>
                  <a:lnTo>
                    <a:pt x="293973" y="6101693"/>
                  </a:lnTo>
                  <a:lnTo>
                    <a:pt x="294098" y="6101693"/>
                  </a:lnTo>
                  <a:lnTo>
                    <a:pt x="294223" y="6101693"/>
                  </a:lnTo>
                  <a:lnTo>
                    <a:pt x="294348" y="6101693"/>
                  </a:lnTo>
                  <a:lnTo>
                    <a:pt x="294598" y="6101693"/>
                  </a:lnTo>
                  <a:lnTo>
                    <a:pt x="294848" y="6101693"/>
                  </a:lnTo>
                  <a:lnTo>
                    <a:pt x="294973" y="6101693"/>
                  </a:lnTo>
                  <a:lnTo>
                    <a:pt x="295098" y="6101693"/>
                  </a:lnTo>
                  <a:lnTo>
                    <a:pt x="295223" y="6101693"/>
                  </a:lnTo>
                  <a:lnTo>
                    <a:pt x="295348" y="6101693"/>
                  </a:lnTo>
                  <a:lnTo>
                    <a:pt x="295598" y="6101693"/>
                  </a:lnTo>
                  <a:lnTo>
                    <a:pt x="295848" y="6101693"/>
                  </a:lnTo>
                  <a:lnTo>
                    <a:pt x="295973" y="6101693"/>
                  </a:lnTo>
                  <a:lnTo>
                    <a:pt x="296098" y="6101693"/>
                  </a:lnTo>
                  <a:lnTo>
                    <a:pt x="296224" y="6101693"/>
                  </a:lnTo>
                  <a:lnTo>
                    <a:pt x="296349" y="6101693"/>
                  </a:lnTo>
                  <a:lnTo>
                    <a:pt x="296474" y="6101693"/>
                  </a:lnTo>
                  <a:lnTo>
                    <a:pt x="296599" y="6101693"/>
                  </a:lnTo>
                  <a:lnTo>
                    <a:pt x="297099" y="6101693"/>
                  </a:lnTo>
                  <a:lnTo>
                    <a:pt x="297224" y="6101693"/>
                  </a:lnTo>
                  <a:lnTo>
                    <a:pt x="297349" y="6101693"/>
                  </a:lnTo>
                  <a:lnTo>
                    <a:pt x="297474" y="6101693"/>
                  </a:lnTo>
                  <a:lnTo>
                    <a:pt x="297599" y="6101693"/>
                  </a:lnTo>
                  <a:lnTo>
                    <a:pt x="297849" y="6101693"/>
                  </a:lnTo>
                  <a:lnTo>
                    <a:pt x="298224" y="6101693"/>
                  </a:lnTo>
                  <a:lnTo>
                    <a:pt x="298349" y="6101693"/>
                  </a:lnTo>
                  <a:lnTo>
                    <a:pt x="298474" y="6101693"/>
                  </a:lnTo>
                  <a:lnTo>
                    <a:pt x="298599" y="6101693"/>
                  </a:lnTo>
                  <a:lnTo>
                    <a:pt x="298724" y="6101693"/>
                  </a:lnTo>
                  <a:lnTo>
                    <a:pt x="298849" y="6101693"/>
                  </a:lnTo>
                  <a:lnTo>
                    <a:pt x="299099" y="6101693"/>
                  </a:lnTo>
                  <a:lnTo>
                    <a:pt x="299225" y="6101693"/>
                  </a:lnTo>
                  <a:lnTo>
                    <a:pt x="299350" y="6101693"/>
                  </a:lnTo>
                  <a:lnTo>
                    <a:pt x="299475" y="6101693"/>
                  </a:lnTo>
                  <a:lnTo>
                    <a:pt x="299725" y="6101693"/>
                  </a:lnTo>
                  <a:lnTo>
                    <a:pt x="299850" y="6101693"/>
                  </a:lnTo>
                  <a:lnTo>
                    <a:pt x="299975" y="6101693"/>
                  </a:lnTo>
                  <a:lnTo>
                    <a:pt x="300100" y="6101693"/>
                  </a:lnTo>
                  <a:lnTo>
                    <a:pt x="300225" y="6101693"/>
                  </a:lnTo>
                  <a:lnTo>
                    <a:pt x="300475" y="6101693"/>
                  </a:lnTo>
                  <a:lnTo>
                    <a:pt x="300600" y="6101693"/>
                  </a:lnTo>
                  <a:lnTo>
                    <a:pt x="300850" y="6101693"/>
                  </a:lnTo>
                  <a:lnTo>
                    <a:pt x="300975" y="6101693"/>
                  </a:lnTo>
                  <a:lnTo>
                    <a:pt x="301225" y="6101693"/>
                  </a:lnTo>
                  <a:lnTo>
                    <a:pt x="301350" y="6101693"/>
                  </a:lnTo>
                  <a:lnTo>
                    <a:pt x="301475" y="6101693"/>
                  </a:lnTo>
                  <a:lnTo>
                    <a:pt x="301600" y="6101693"/>
                  </a:lnTo>
                  <a:lnTo>
                    <a:pt x="301725" y="6101693"/>
                  </a:lnTo>
                  <a:lnTo>
                    <a:pt x="301850" y="6101693"/>
                  </a:lnTo>
                  <a:lnTo>
                    <a:pt x="301975" y="6101693"/>
                  </a:lnTo>
                  <a:lnTo>
                    <a:pt x="302100" y="6101693"/>
                  </a:lnTo>
                  <a:lnTo>
                    <a:pt x="302226" y="6101693"/>
                  </a:lnTo>
                  <a:lnTo>
                    <a:pt x="302351" y="6101693"/>
                  </a:lnTo>
                  <a:lnTo>
                    <a:pt x="302476" y="6101693"/>
                  </a:lnTo>
                  <a:lnTo>
                    <a:pt x="302601" y="6101693"/>
                  </a:lnTo>
                  <a:lnTo>
                    <a:pt x="302726" y="6101693"/>
                  </a:lnTo>
                  <a:lnTo>
                    <a:pt x="302851" y="6101693"/>
                  </a:lnTo>
                  <a:lnTo>
                    <a:pt x="302976" y="6101693"/>
                  </a:lnTo>
                  <a:lnTo>
                    <a:pt x="303226" y="6101693"/>
                  </a:lnTo>
                  <a:lnTo>
                    <a:pt x="303351" y="6101693"/>
                  </a:lnTo>
                  <a:lnTo>
                    <a:pt x="303601" y="6101693"/>
                  </a:lnTo>
                  <a:lnTo>
                    <a:pt x="303726" y="6101693"/>
                  </a:lnTo>
                  <a:lnTo>
                    <a:pt x="303851" y="6101693"/>
                  </a:lnTo>
                  <a:lnTo>
                    <a:pt x="303976" y="6101693"/>
                  </a:lnTo>
                  <a:lnTo>
                    <a:pt x="304101" y="6101693"/>
                  </a:lnTo>
                  <a:lnTo>
                    <a:pt x="304226" y="6101693"/>
                  </a:lnTo>
                  <a:lnTo>
                    <a:pt x="304476" y="6101693"/>
                  </a:lnTo>
                  <a:lnTo>
                    <a:pt x="304601" y="6101693"/>
                  </a:lnTo>
                  <a:lnTo>
                    <a:pt x="304851" y="6101693"/>
                  </a:lnTo>
                  <a:lnTo>
                    <a:pt x="304976" y="6101693"/>
                  </a:lnTo>
                  <a:lnTo>
                    <a:pt x="305101" y="6101693"/>
                  </a:lnTo>
                  <a:lnTo>
                    <a:pt x="305227" y="6101693"/>
                  </a:lnTo>
                  <a:lnTo>
                    <a:pt x="305352" y="6091739"/>
                  </a:lnTo>
                  <a:lnTo>
                    <a:pt x="305477" y="6091739"/>
                  </a:lnTo>
                  <a:lnTo>
                    <a:pt x="305727" y="6091739"/>
                  </a:lnTo>
                  <a:lnTo>
                    <a:pt x="305977" y="6091739"/>
                  </a:lnTo>
                  <a:lnTo>
                    <a:pt x="306102" y="6091739"/>
                  </a:lnTo>
                  <a:lnTo>
                    <a:pt x="306227" y="6091739"/>
                  </a:lnTo>
                  <a:lnTo>
                    <a:pt x="306477" y="6091739"/>
                  </a:lnTo>
                  <a:lnTo>
                    <a:pt x="306602" y="6091739"/>
                  </a:lnTo>
                  <a:lnTo>
                    <a:pt x="307102" y="6091739"/>
                  </a:lnTo>
                  <a:lnTo>
                    <a:pt x="307227" y="6091739"/>
                  </a:lnTo>
                  <a:lnTo>
                    <a:pt x="307727" y="6091739"/>
                  </a:lnTo>
                  <a:lnTo>
                    <a:pt x="307852" y="6091739"/>
                  </a:lnTo>
                  <a:lnTo>
                    <a:pt x="307977" y="6091739"/>
                  </a:lnTo>
                  <a:lnTo>
                    <a:pt x="308102" y="6091739"/>
                  </a:lnTo>
                  <a:lnTo>
                    <a:pt x="308228" y="6091739"/>
                  </a:lnTo>
                  <a:lnTo>
                    <a:pt x="308603" y="6091739"/>
                  </a:lnTo>
                  <a:lnTo>
                    <a:pt x="308728" y="6091739"/>
                  </a:lnTo>
                  <a:lnTo>
                    <a:pt x="308978" y="6091739"/>
                  </a:lnTo>
                  <a:lnTo>
                    <a:pt x="309103" y="6091739"/>
                  </a:lnTo>
                  <a:lnTo>
                    <a:pt x="309353" y="6091739"/>
                  </a:lnTo>
                  <a:lnTo>
                    <a:pt x="309478" y="6091739"/>
                  </a:lnTo>
                  <a:lnTo>
                    <a:pt x="309603" y="6091739"/>
                  </a:lnTo>
                  <a:lnTo>
                    <a:pt x="309728" y="6091739"/>
                  </a:lnTo>
                  <a:lnTo>
                    <a:pt x="309853" y="6091739"/>
                  </a:lnTo>
                  <a:lnTo>
                    <a:pt x="309978" y="6091739"/>
                  </a:lnTo>
                  <a:lnTo>
                    <a:pt x="310103" y="6091739"/>
                  </a:lnTo>
                  <a:lnTo>
                    <a:pt x="310353" y="6091739"/>
                  </a:lnTo>
                  <a:lnTo>
                    <a:pt x="310478" y="6091739"/>
                  </a:lnTo>
                  <a:lnTo>
                    <a:pt x="310603" y="6091739"/>
                  </a:lnTo>
                  <a:lnTo>
                    <a:pt x="310728" y="6091739"/>
                  </a:lnTo>
                  <a:lnTo>
                    <a:pt x="310978" y="6091739"/>
                  </a:lnTo>
                  <a:lnTo>
                    <a:pt x="311104" y="6091739"/>
                  </a:lnTo>
                  <a:lnTo>
                    <a:pt x="311229" y="6091739"/>
                  </a:lnTo>
                  <a:lnTo>
                    <a:pt x="311354" y="6091739"/>
                  </a:lnTo>
                  <a:lnTo>
                    <a:pt x="311479" y="6091739"/>
                  </a:lnTo>
                  <a:lnTo>
                    <a:pt x="311604" y="6091739"/>
                  </a:lnTo>
                  <a:lnTo>
                    <a:pt x="311729" y="6091739"/>
                  </a:lnTo>
                  <a:lnTo>
                    <a:pt x="311854" y="6091739"/>
                  </a:lnTo>
                  <a:lnTo>
                    <a:pt x="311979" y="6091739"/>
                  </a:lnTo>
                  <a:lnTo>
                    <a:pt x="312104" y="6091739"/>
                  </a:lnTo>
                  <a:lnTo>
                    <a:pt x="312229" y="6091739"/>
                  </a:lnTo>
                  <a:lnTo>
                    <a:pt x="312354" y="6091739"/>
                  </a:lnTo>
                  <a:lnTo>
                    <a:pt x="312479" y="6091739"/>
                  </a:lnTo>
                  <a:lnTo>
                    <a:pt x="312604" y="6091739"/>
                  </a:lnTo>
                  <a:lnTo>
                    <a:pt x="312729" y="6091739"/>
                  </a:lnTo>
                  <a:lnTo>
                    <a:pt x="312854" y="6091739"/>
                  </a:lnTo>
                  <a:lnTo>
                    <a:pt x="312979" y="6091739"/>
                  </a:lnTo>
                  <a:lnTo>
                    <a:pt x="313104" y="6091739"/>
                  </a:lnTo>
                  <a:lnTo>
                    <a:pt x="313229" y="6091739"/>
                  </a:lnTo>
                  <a:lnTo>
                    <a:pt x="313354" y="6091739"/>
                  </a:lnTo>
                  <a:lnTo>
                    <a:pt x="313479" y="6091739"/>
                  </a:lnTo>
                  <a:lnTo>
                    <a:pt x="313604" y="6091739"/>
                  </a:lnTo>
                  <a:lnTo>
                    <a:pt x="313729" y="6091739"/>
                  </a:lnTo>
                  <a:lnTo>
                    <a:pt x="314230" y="6091739"/>
                  </a:lnTo>
                  <a:lnTo>
                    <a:pt x="314355" y="6091739"/>
                  </a:lnTo>
                  <a:lnTo>
                    <a:pt x="314480" y="6091739"/>
                  </a:lnTo>
                  <a:lnTo>
                    <a:pt x="314605" y="6091739"/>
                  </a:lnTo>
                  <a:lnTo>
                    <a:pt x="314730" y="6091739"/>
                  </a:lnTo>
                  <a:lnTo>
                    <a:pt x="314855" y="6091739"/>
                  </a:lnTo>
                  <a:lnTo>
                    <a:pt x="314980" y="6091739"/>
                  </a:lnTo>
                  <a:lnTo>
                    <a:pt x="315105" y="6091739"/>
                  </a:lnTo>
                  <a:lnTo>
                    <a:pt x="315230" y="6091739"/>
                  </a:lnTo>
                  <a:lnTo>
                    <a:pt x="315480" y="6091739"/>
                  </a:lnTo>
                  <a:lnTo>
                    <a:pt x="315605" y="6091739"/>
                  </a:lnTo>
                  <a:lnTo>
                    <a:pt x="315980" y="6091739"/>
                  </a:lnTo>
                  <a:lnTo>
                    <a:pt x="316105" y="6091739"/>
                  </a:lnTo>
                  <a:lnTo>
                    <a:pt x="316230" y="6091739"/>
                  </a:lnTo>
                  <a:lnTo>
                    <a:pt x="316355" y="6091739"/>
                  </a:lnTo>
                  <a:lnTo>
                    <a:pt x="316605" y="6091739"/>
                  </a:lnTo>
                  <a:lnTo>
                    <a:pt x="316605" y="6081785"/>
                  </a:lnTo>
                  <a:lnTo>
                    <a:pt x="316730" y="6081785"/>
                  </a:lnTo>
                  <a:lnTo>
                    <a:pt x="316855" y="6081785"/>
                  </a:lnTo>
                  <a:lnTo>
                    <a:pt x="316980" y="6081785"/>
                  </a:lnTo>
                  <a:lnTo>
                    <a:pt x="317231" y="6081785"/>
                  </a:lnTo>
                  <a:lnTo>
                    <a:pt x="317356" y="6081785"/>
                  </a:lnTo>
                  <a:lnTo>
                    <a:pt x="317481" y="6081785"/>
                  </a:lnTo>
                  <a:lnTo>
                    <a:pt x="317606" y="6081785"/>
                  </a:lnTo>
                  <a:lnTo>
                    <a:pt x="317731" y="6081785"/>
                  </a:lnTo>
                  <a:lnTo>
                    <a:pt x="317981" y="6081785"/>
                  </a:lnTo>
                  <a:lnTo>
                    <a:pt x="318106" y="6081785"/>
                  </a:lnTo>
                  <a:lnTo>
                    <a:pt x="318231" y="6081785"/>
                  </a:lnTo>
                  <a:lnTo>
                    <a:pt x="318481" y="6081785"/>
                  </a:lnTo>
                  <a:lnTo>
                    <a:pt x="318731" y="6081785"/>
                  </a:lnTo>
                  <a:lnTo>
                    <a:pt x="318856" y="6081785"/>
                  </a:lnTo>
                  <a:lnTo>
                    <a:pt x="318981" y="6081785"/>
                  </a:lnTo>
                  <a:lnTo>
                    <a:pt x="319106" y="6081785"/>
                  </a:lnTo>
                  <a:lnTo>
                    <a:pt x="319106" y="6071831"/>
                  </a:lnTo>
                  <a:lnTo>
                    <a:pt x="319231" y="6071831"/>
                  </a:lnTo>
                  <a:lnTo>
                    <a:pt x="319356" y="6071831"/>
                  </a:lnTo>
                  <a:lnTo>
                    <a:pt x="319481" y="6071831"/>
                  </a:lnTo>
                  <a:lnTo>
                    <a:pt x="319981" y="6071831"/>
                  </a:lnTo>
                  <a:lnTo>
                    <a:pt x="320107" y="6071831"/>
                  </a:lnTo>
                  <a:lnTo>
                    <a:pt x="320357" y="6071831"/>
                  </a:lnTo>
                  <a:lnTo>
                    <a:pt x="320482" y="6071831"/>
                  </a:lnTo>
                  <a:lnTo>
                    <a:pt x="320607" y="6071831"/>
                  </a:lnTo>
                  <a:lnTo>
                    <a:pt x="320732" y="6071831"/>
                  </a:lnTo>
                  <a:lnTo>
                    <a:pt x="320982" y="6071831"/>
                  </a:lnTo>
                  <a:lnTo>
                    <a:pt x="321107" y="6071831"/>
                  </a:lnTo>
                  <a:lnTo>
                    <a:pt x="321232" y="6071831"/>
                  </a:lnTo>
                  <a:lnTo>
                    <a:pt x="321357" y="6071831"/>
                  </a:lnTo>
                  <a:lnTo>
                    <a:pt x="321607" y="6071831"/>
                  </a:lnTo>
                  <a:lnTo>
                    <a:pt x="321732" y="6071831"/>
                  </a:lnTo>
                  <a:lnTo>
                    <a:pt x="321857" y="6071831"/>
                  </a:lnTo>
                  <a:lnTo>
                    <a:pt x="322107" y="6071831"/>
                  </a:lnTo>
                  <a:lnTo>
                    <a:pt x="322357" y="6071831"/>
                  </a:lnTo>
                  <a:lnTo>
                    <a:pt x="322482" y="6071831"/>
                  </a:lnTo>
                  <a:lnTo>
                    <a:pt x="322732" y="6071831"/>
                  </a:lnTo>
                  <a:lnTo>
                    <a:pt x="322857" y="6071831"/>
                  </a:lnTo>
                  <a:lnTo>
                    <a:pt x="322857" y="6061877"/>
                  </a:lnTo>
                  <a:lnTo>
                    <a:pt x="322982" y="6061877"/>
                  </a:lnTo>
                  <a:lnTo>
                    <a:pt x="323108" y="6061877"/>
                  </a:lnTo>
                  <a:lnTo>
                    <a:pt x="323233" y="6061877"/>
                  </a:lnTo>
                  <a:lnTo>
                    <a:pt x="323483" y="6061877"/>
                  </a:lnTo>
                  <a:lnTo>
                    <a:pt x="323733" y="6061877"/>
                  </a:lnTo>
                  <a:lnTo>
                    <a:pt x="323858" y="6061877"/>
                  </a:lnTo>
                  <a:lnTo>
                    <a:pt x="323983" y="6061877"/>
                  </a:lnTo>
                  <a:lnTo>
                    <a:pt x="324358" y="6061877"/>
                  </a:lnTo>
                  <a:lnTo>
                    <a:pt x="324483" y="6061877"/>
                  </a:lnTo>
                  <a:lnTo>
                    <a:pt x="324608" y="6061877"/>
                  </a:lnTo>
                  <a:lnTo>
                    <a:pt x="324858" y="6061877"/>
                  </a:lnTo>
                  <a:lnTo>
                    <a:pt x="324983" y="6061877"/>
                  </a:lnTo>
                  <a:lnTo>
                    <a:pt x="325108" y="6061877"/>
                  </a:lnTo>
                  <a:lnTo>
                    <a:pt x="325233" y="6061877"/>
                  </a:lnTo>
                  <a:lnTo>
                    <a:pt x="325483" y="6061877"/>
                  </a:lnTo>
                  <a:lnTo>
                    <a:pt x="325733" y="6061877"/>
                  </a:lnTo>
                  <a:lnTo>
                    <a:pt x="325858" y="6061877"/>
                  </a:lnTo>
                  <a:lnTo>
                    <a:pt x="326234" y="6061877"/>
                  </a:lnTo>
                  <a:lnTo>
                    <a:pt x="326359" y="6061877"/>
                  </a:lnTo>
                  <a:lnTo>
                    <a:pt x="326484" y="6061877"/>
                  </a:lnTo>
                  <a:lnTo>
                    <a:pt x="326609" y="6061877"/>
                  </a:lnTo>
                  <a:lnTo>
                    <a:pt x="326859" y="6061877"/>
                  </a:lnTo>
                  <a:lnTo>
                    <a:pt x="326984" y="6061877"/>
                  </a:lnTo>
                  <a:lnTo>
                    <a:pt x="327109" y="6061877"/>
                  </a:lnTo>
                  <a:lnTo>
                    <a:pt x="327234" y="6061877"/>
                  </a:lnTo>
                  <a:lnTo>
                    <a:pt x="327359" y="6061877"/>
                  </a:lnTo>
                  <a:lnTo>
                    <a:pt x="327484" y="6061877"/>
                  </a:lnTo>
                  <a:lnTo>
                    <a:pt x="327609" y="6061877"/>
                  </a:lnTo>
                  <a:lnTo>
                    <a:pt x="327734" y="6061877"/>
                  </a:lnTo>
                  <a:lnTo>
                    <a:pt x="328109" y="6061877"/>
                  </a:lnTo>
                  <a:lnTo>
                    <a:pt x="328234" y="6061877"/>
                  </a:lnTo>
                  <a:lnTo>
                    <a:pt x="328359" y="6061877"/>
                  </a:lnTo>
                  <a:lnTo>
                    <a:pt x="328484" y="6061877"/>
                  </a:lnTo>
                  <a:lnTo>
                    <a:pt x="328859" y="6061877"/>
                  </a:lnTo>
                  <a:lnTo>
                    <a:pt x="328984" y="6061877"/>
                  </a:lnTo>
                  <a:lnTo>
                    <a:pt x="329110" y="6061877"/>
                  </a:lnTo>
                  <a:lnTo>
                    <a:pt x="329235" y="6061877"/>
                  </a:lnTo>
                  <a:lnTo>
                    <a:pt x="329485" y="6061877"/>
                  </a:lnTo>
                  <a:lnTo>
                    <a:pt x="329610" y="6061877"/>
                  </a:lnTo>
                  <a:lnTo>
                    <a:pt x="329735" y="6061877"/>
                  </a:lnTo>
                  <a:lnTo>
                    <a:pt x="329860" y="6061877"/>
                  </a:lnTo>
                  <a:lnTo>
                    <a:pt x="329985" y="6061877"/>
                  </a:lnTo>
                  <a:lnTo>
                    <a:pt x="330110" y="6061877"/>
                  </a:lnTo>
                  <a:lnTo>
                    <a:pt x="330360" y="6061877"/>
                  </a:lnTo>
                  <a:lnTo>
                    <a:pt x="330485" y="6061877"/>
                  </a:lnTo>
                  <a:lnTo>
                    <a:pt x="330610" y="6061877"/>
                  </a:lnTo>
                  <a:lnTo>
                    <a:pt x="330735" y="6061877"/>
                  </a:lnTo>
                  <a:lnTo>
                    <a:pt x="331110" y="6061877"/>
                  </a:lnTo>
                  <a:lnTo>
                    <a:pt x="331235" y="6061877"/>
                  </a:lnTo>
                  <a:lnTo>
                    <a:pt x="331360" y="6061877"/>
                  </a:lnTo>
                  <a:lnTo>
                    <a:pt x="331485" y="6061877"/>
                  </a:lnTo>
                  <a:lnTo>
                    <a:pt x="331610" y="6061877"/>
                  </a:lnTo>
                  <a:lnTo>
                    <a:pt x="331735" y="6061877"/>
                  </a:lnTo>
                  <a:lnTo>
                    <a:pt x="331860" y="6061877"/>
                  </a:lnTo>
                  <a:lnTo>
                    <a:pt x="332486" y="6061877"/>
                  </a:lnTo>
                  <a:lnTo>
                    <a:pt x="332611" y="6061877"/>
                  </a:lnTo>
                  <a:lnTo>
                    <a:pt x="332736" y="6061877"/>
                  </a:lnTo>
                  <a:lnTo>
                    <a:pt x="332861" y="6061877"/>
                  </a:lnTo>
                  <a:lnTo>
                    <a:pt x="333111" y="6061877"/>
                  </a:lnTo>
                  <a:lnTo>
                    <a:pt x="333236" y="6061877"/>
                  </a:lnTo>
                  <a:lnTo>
                    <a:pt x="333361" y="6061877"/>
                  </a:lnTo>
                  <a:lnTo>
                    <a:pt x="333486" y="6061877"/>
                  </a:lnTo>
                  <a:lnTo>
                    <a:pt x="333736" y="6061877"/>
                  </a:lnTo>
                  <a:lnTo>
                    <a:pt x="333861" y="6061877"/>
                  </a:lnTo>
                  <a:lnTo>
                    <a:pt x="333986" y="6061877"/>
                  </a:lnTo>
                  <a:lnTo>
                    <a:pt x="334111" y="6061877"/>
                  </a:lnTo>
                  <a:lnTo>
                    <a:pt x="334236" y="6061877"/>
                  </a:lnTo>
                  <a:lnTo>
                    <a:pt x="334486" y="6061877"/>
                  </a:lnTo>
                  <a:lnTo>
                    <a:pt x="334611" y="6061877"/>
                  </a:lnTo>
                  <a:lnTo>
                    <a:pt x="334736" y="6061877"/>
                  </a:lnTo>
                  <a:lnTo>
                    <a:pt x="334861" y="6061877"/>
                  </a:lnTo>
                  <a:lnTo>
                    <a:pt x="334986" y="6061877"/>
                  </a:lnTo>
                  <a:lnTo>
                    <a:pt x="335112" y="6061877"/>
                  </a:lnTo>
                  <a:lnTo>
                    <a:pt x="335237" y="6061877"/>
                  </a:lnTo>
                  <a:lnTo>
                    <a:pt x="335487" y="6061877"/>
                  </a:lnTo>
                  <a:lnTo>
                    <a:pt x="335612" y="6061877"/>
                  </a:lnTo>
                  <a:lnTo>
                    <a:pt x="336112" y="6061877"/>
                  </a:lnTo>
                  <a:lnTo>
                    <a:pt x="336237" y="6061877"/>
                  </a:lnTo>
                  <a:lnTo>
                    <a:pt x="336487" y="6061877"/>
                  </a:lnTo>
                  <a:lnTo>
                    <a:pt x="336612" y="6061877"/>
                  </a:lnTo>
                  <a:lnTo>
                    <a:pt x="336987" y="6061877"/>
                  </a:lnTo>
                  <a:lnTo>
                    <a:pt x="337112" y="6061877"/>
                  </a:lnTo>
                  <a:lnTo>
                    <a:pt x="337237" y="6061877"/>
                  </a:lnTo>
                  <a:lnTo>
                    <a:pt x="337362" y="6061877"/>
                  </a:lnTo>
                  <a:lnTo>
                    <a:pt x="337487" y="6061877"/>
                  </a:lnTo>
                  <a:lnTo>
                    <a:pt x="338113" y="6061877"/>
                  </a:lnTo>
                  <a:lnTo>
                    <a:pt x="338238" y="6061877"/>
                  </a:lnTo>
                  <a:lnTo>
                    <a:pt x="338363" y="6061877"/>
                  </a:lnTo>
                  <a:lnTo>
                    <a:pt x="338488" y="6061877"/>
                  </a:lnTo>
                  <a:lnTo>
                    <a:pt x="338863" y="6061877"/>
                  </a:lnTo>
                  <a:lnTo>
                    <a:pt x="339113" y="6061877"/>
                  </a:lnTo>
                  <a:lnTo>
                    <a:pt x="339238" y="6061877"/>
                  </a:lnTo>
                  <a:lnTo>
                    <a:pt x="339363" y="6061877"/>
                  </a:lnTo>
                  <a:lnTo>
                    <a:pt x="339488" y="6061877"/>
                  </a:lnTo>
                  <a:lnTo>
                    <a:pt x="339738" y="6061877"/>
                  </a:lnTo>
                  <a:lnTo>
                    <a:pt x="339863" y="6061877"/>
                  </a:lnTo>
                  <a:lnTo>
                    <a:pt x="339988" y="6061877"/>
                  </a:lnTo>
                  <a:lnTo>
                    <a:pt x="340238" y="6061877"/>
                  </a:lnTo>
                  <a:lnTo>
                    <a:pt x="340363" y="6051924"/>
                  </a:lnTo>
                  <a:lnTo>
                    <a:pt x="340488" y="6051924"/>
                  </a:lnTo>
                  <a:lnTo>
                    <a:pt x="340613" y="6051924"/>
                  </a:lnTo>
                  <a:lnTo>
                    <a:pt x="340738" y="6051924"/>
                  </a:lnTo>
                  <a:lnTo>
                    <a:pt x="340863" y="6051924"/>
                  </a:lnTo>
                  <a:lnTo>
                    <a:pt x="340988" y="6051924"/>
                  </a:lnTo>
                  <a:lnTo>
                    <a:pt x="341239" y="6051924"/>
                  </a:lnTo>
                  <a:lnTo>
                    <a:pt x="341489" y="6051924"/>
                  </a:lnTo>
                  <a:lnTo>
                    <a:pt x="341739" y="6051924"/>
                  </a:lnTo>
                  <a:lnTo>
                    <a:pt x="341989" y="6051924"/>
                  </a:lnTo>
                  <a:lnTo>
                    <a:pt x="342114" y="6051924"/>
                  </a:lnTo>
                  <a:lnTo>
                    <a:pt x="342364" y="6051924"/>
                  </a:lnTo>
                  <a:lnTo>
                    <a:pt x="342489" y="6051924"/>
                  </a:lnTo>
                  <a:lnTo>
                    <a:pt x="342614" y="6051924"/>
                  </a:lnTo>
                  <a:lnTo>
                    <a:pt x="342739" y="6051924"/>
                  </a:lnTo>
                  <a:lnTo>
                    <a:pt x="342989" y="6051924"/>
                  </a:lnTo>
                  <a:lnTo>
                    <a:pt x="343239" y="6051924"/>
                  </a:lnTo>
                  <a:lnTo>
                    <a:pt x="343364" y="6051924"/>
                  </a:lnTo>
                  <a:lnTo>
                    <a:pt x="343489" y="6051924"/>
                  </a:lnTo>
                  <a:lnTo>
                    <a:pt x="343614" y="6051924"/>
                  </a:lnTo>
                  <a:lnTo>
                    <a:pt x="343989" y="6051924"/>
                  </a:lnTo>
                  <a:lnTo>
                    <a:pt x="344115" y="6051924"/>
                  </a:lnTo>
                  <a:lnTo>
                    <a:pt x="344490" y="6051924"/>
                  </a:lnTo>
                  <a:lnTo>
                    <a:pt x="344615" y="6051924"/>
                  </a:lnTo>
                  <a:lnTo>
                    <a:pt x="344740" y="6051924"/>
                  </a:lnTo>
                  <a:lnTo>
                    <a:pt x="344865" y="6051924"/>
                  </a:lnTo>
                  <a:lnTo>
                    <a:pt x="344990" y="6051924"/>
                  </a:lnTo>
                  <a:lnTo>
                    <a:pt x="345115" y="6051924"/>
                  </a:lnTo>
                  <a:lnTo>
                    <a:pt x="345240" y="6051924"/>
                  </a:lnTo>
                  <a:lnTo>
                    <a:pt x="345740" y="6051924"/>
                  </a:lnTo>
                  <a:lnTo>
                    <a:pt x="345865" y="6051924"/>
                  </a:lnTo>
                  <a:lnTo>
                    <a:pt x="345990" y="6051924"/>
                  </a:lnTo>
                  <a:lnTo>
                    <a:pt x="346115" y="6051924"/>
                  </a:lnTo>
                  <a:lnTo>
                    <a:pt x="346240" y="6051924"/>
                  </a:lnTo>
                  <a:lnTo>
                    <a:pt x="346490" y="6051924"/>
                  </a:lnTo>
                  <a:lnTo>
                    <a:pt x="346615" y="6051924"/>
                  </a:lnTo>
                  <a:lnTo>
                    <a:pt x="346865" y="6051924"/>
                  </a:lnTo>
                  <a:lnTo>
                    <a:pt x="346990" y="6051924"/>
                  </a:lnTo>
                  <a:lnTo>
                    <a:pt x="347116" y="6051924"/>
                  </a:lnTo>
                  <a:lnTo>
                    <a:pt x="347491" y="6051924"/>
                  </a:lnTo>
                  <a:lnTo>
                    <a:pt x="347616" y="6051924"/>
                  </a:lnTo>
                  <a:lnTo>
                    <a:pt x="348116" y="6051924"/>
                  </a:lnTo>
                  <a:lnTo>
                    <a:pt x="348241" y="6051924"/>
                  </a:lnTo>
                  <a:lnTo>
                    <a:pt x="348366" y="6051924"/>
                  </a:lnTo>
                  <a:lnTo>
                    <a:pt x="348866" y="6051924"/>
                  </a:lnTo>
                  <a:lnTo>
                    <a:pt x="348866" y="6041970"/>
                  </a:lnTo>
                  <a:lnTo>
                    <a:pt x="348991" y="6041970"/>
                  </a:lnTo>
                  <a:lnTo>
                    <a:pt x="349241" y="6041970"/>
                  </a:lnTo>
                  <a:lnTo>
                    <a:pt x="349366" y="6041970"/>
                  </a:lnTo>
                  <a:lnTo>
                    <a:pt x="349741" y="6041970"/>
                  </a:lnTo>
                  <a:lnTo>
                    <a:pt x="349866" y="6041970"/>
                  </a:lnTo>
                  <a:lnTo>
                    <a:pt x="349992" y="6041970"/>
                  </a:lnTo>
                  <a:lnTo>
                    <a:pt x="350117" y="6041970"/>
                  </a:lnTo>
                  <a:lnTo>
                    <a:pt x="350242" y="6041970"/>
                  </a:lnTo>
                  <a:lnTo>
                    <a:pt x="350367" y="6041970"/>
                  </a:lnTo>
                  <a:lnTo>
                    <a:pt x="350617" y="6041970"/>
                  </a:lnTo>
                  <a:lnTo>
                    <a:pt x="350742" y="6041970"/>
                  </a:lnTo>
                  <a:lnTo>
                    <a:pt x="350867" y="6041970"/>
                  </a:lnTo>
                  <a:lnTo>
                    <a:pt x="350992" y="6041970"/>
                  </a:lnTo>
                  <a:lnTo>
                    <a:pt x="351117" y="6041970"/>
                  </a:lnTo>
                  <a:lnTo>
                    <a:pt x="351242" y="6041970"/>
                  </a:lnTo>
                  <a:lnTo>
                    <a:pt x="351367" y="6041970"/>
                  </a:lnTo>
                  <a:lnTo>
                    <a:pt x="351492" y="6041970"/>
                  </a:lnTo>
                  <a:lnTo>
                    <a:pt x="351617" y="6041970"/>
                  </a:lnTo>
                  <a:lnTo>
                    <a:pt x="351742" y="6041970"/>
                  </a:lnTo>
                  <a:lnTo>
                    <a:pt x="351992" y="6041970"/>
                  </a:lnTo>
                  <a:lnTo>
                    <a:pt x="352117" y="6041970"/>
                  </a:lnTo>
                  <a:lnTo>
                    <a:pt x="352242" y="6041970"/>
                  </a:lnTo>
                  <a:lnTo>
                    <a:pt x="352492" y="6041970"/>
                  </a:lnTo>
                  <a:lnTo>
                    <a:pt x="352742" y="6041970"/>
                  </a:lnTo>
                  <a:lnTo>
                    <a:pt x="352867" y="6041970"/>
                  </a:lnTo>
                  <a:lnTo>
                    <a:pt x="353118" y="6041970"/>
                  </a:lnTo>
                  <a:lnTo>
                    <a:pt x="353493" y="6041970"/>
                  </a:lnTo>
                  <a:lnTo>
                    <a:pt x="353618" y="6041970"/>
                  </a:lnTo>
                  <a:lnTo>
                    <a:pt x="353743" y="6041970"/>
                  </a:lnTo>
                  <a:lnTo>
                    <a:pt x="353868" y="6041970"/>
                  </a:lnTo>
                  <a:lnTo>
                    <a:pt x="353993" y="6041970"/>
                  </a:lnTo>
                  <a:lnTo>
                    <a:pt x="354118" y="6041970"/>
                  </a:lnTo>
                  <a:lnTo>
                    <a:pt x="354243" y="6041970"/>
                  </a:lnTo>
                  <a:lnTo>
                    <a:pt x="354368" y="6041970"/>
                  </a:lnTo>
                  <a:lnTo>
                    <a:pt x="354493" y="6041970"/>
                  </a:lnTo>
                  <a:lnTo>
                    <a:pt x="354618" y="6041970"/>
                  </a:lnTo>
                  <a:lnTo>
                    <a:pt x="354743" y="6041970"/>
                  </a:lnTo>
                  <a:lnTo>
                    <a:pt x="354993" y="6041970"/>
                  </a:lnTo>
                  <a:lnTo>
                    <a:pt x="355118" y="6041970"/>
                  </a:lnTo>
                  <a:lnTo>
                    <a:pt x="355243" y="6041970"/>
                  </a:lnTo>
                  <a:lnTo>
                    <a:pt x="355368" y="6041970"/>
                  </a:lnTo>
                  <a:lnTo>
                    <a:pt x="355493" y="6041970"/>
                  </a:lnTo>
                  <a:lnTo>
                    <a:pt x="355743" y="6041970"/>
                  </a:lnTo>
                  <a:lnTo>
                    <a:pt x="355868" y="6041970"/>
                  </a:lnTo>
                  <a:lnTo>
                    <a:pt x="356244" y="6041970"/>
                  </a:lnTo>
                  <a:lnTo>
                    <a:pt x="356494" y="6041970"/>
                  </a:lnTo>
                  <a:lnTo>
                    <a:pt x="356744" y="6041970"/>
                  </a:lnTo>
                  <a:lnTo>
                    <a:pt x="356869" y="6041970"/>
                  </a:lnTo>
                  <a:lnTo>
                    <a:pt x="356994" y="6041970"/>
                  </a:lnTo>
                  <a:lnTo>
                    <a:pt x="357244" y="6041970"/>
                  </a:lnTo>
                  <a:lnTo>
                    <a:pt x="357494" y="6041970"/>
                  </a:lnTo>
                  <a:lnTo>
                    <a:pt x="357869" y="6041970"/>
                  </a:lnTo>
                  <a:lnTo>
                    <a:pt x="357994" y="6041970"/>
                  </a:lnTo>
                  <a:lnTo>
                    <a:pt x="358119" y="6041970"/>
                  </a:lnTo>
                  <a:lnTo>
                    <a:pt x="358244" y="6041970"/>
                  </a:lnTo>
                  <a:lnTo>
                    <a:pt x="358744" y="6041970"/>
                  </a:lnTo>
                  <a:lnTo>
                    <a:pt x="358869" y="6041970"/>
                  </a:lnTo>
                  <a:lnTo>
                    <a:pt x="358869" y="6032016"/>
                  </a:lnTo>
                  <a:lnTo>
                    <a:pt x="358995" y="6032016"/>
                  </a:lnTo>
                  <a:lnTo>
                    <a:pt x="359120" y="6032016"/>
                  </a:lnTo>
                  <a:lnTo>
                    <a:pt x="359245" y="6032016"/>
                  </a:lnTo>
                  <a:lnTo>
                    <a:pt x="359495" y="6032016"/>
                  </a:lnTo>
                  <a:lnTo>
                    <a:pt x="359620" y="6032016"/>
                  </a:lnTo>
                  <a:lnTo>
                    <a:pt x="359870" y="6032016"/>
                  </a:lnTo>
                  <a:lnTo>
                    <a:pt x="359995" y="6032016"/>
                  </a:lnTo>
                  <a:lnTo>
                    <a:pt x="360120" y="6032016"/>
                  </a:lnTo>
                  <a:lnTo>
                    <a:pt x="360245" y="6032016"/>
                  </a:lnTo>
                  <a:lnTo>
                    <a:pt x="360370" y="6032016"/>
                  </a:lnTo>
                  <a:lnTo>
                    <a:pt x="360495" y="6032016"/>
                  </a:lnTo>
                  <a:lnTo>
                    <a:pt x="360745" y="6032016"/>
                  </a:lnTo>
                  <a:lnTo>
                    <a:pt x="360995" y="6032016"/>
                  </a:lnTo>
                  <a:lnTo>
                    <a:pt x="361120" y="6032016"/>
                  </a:lnTo>
                  <a:lnTo>
                    <a:pt x="361370" y="6032016"/>
                  </a:lnTo>
                  <a:lnTo>
                    <a:pt x="361370" y="6022062"/>
                  </a:lnTo>
                  <a:lnTo>
                    <a:pt x="361495" y="6022062"/>
                  </a:lnTo>
                  <a:lnTo>
                    <a:pt x="361996" y="6022062"/>
                  </a:lnTo>
                  <a:lnTo>
                    <a:pt x="362246" y="6022062"/>
                  </a:lnTo>
                  <a:lnTo>
                    <a:pt x="362371" y="6022062"/>
                  </a:lnTo>
                  <a:lnTo>
                    <a:pt x="362621" y="6022062"/>
                  </a:lnTo>
                  <a:lnTo>
                    <a:pt x="362746" y="6022062"/>
                  </a:lnTo>
                  <a:lnTo>
                    <a:pt x="362871" y="6022062"/>
                  </a:lnTo>
                  <a:lnTo>
                    <a:pt x="362996" y="6022062"/>
                  </a:lnTo>
                  <a:lnTo>
                    <a:pt x="363121" y="6022062"/>
                  </a:lnTo>
                  <a:lnTo>
                    <a:pt x="363246" y="6022062"/>
                  </a:lnTo>
                  <a:lnTo>
                    <a:pt x="363621" y="6022062"/>
                  </a:lnTo>
                  <a:lnTo>
                    <a:pt x="363746" y="6022062"/>
                  </a:lnTo>
                  <a:lnTo>
                    <a:pt x="363871" y="6022062"/>
                  </a:lnTo>
                  <a:lnTo>
                    <a:pt x="363996" y="6022062"/>
                  </a:lnTo>
                  <a:lnTo>
                    <a:pt x="364246" y="6022062"/>
                  </a:lnTo>
                  <a:lnTo>
                    <a:pt x="364371" y="6022062"/>
                  </a:lnTo>
                  <a:lnTo>
                    <a:pt x="364496" y="6022062"/>
                  </a:lnTo>
                  <a:lnTo>
                    <a:pt x="364621" y="6022062"/>
                  </a:lnTo>
                  <a:lnTo>
                    <a:pt x="364746" y="6022062"/>
                  </a:lnTo>
                  <a:lnTo>
                    <a:pt x="364997" y="6022062"/>
                  </a:lnTo>
                  <a:lnTo>
                    <a:pt x="365122" y="6022062"/>
                  </a:lnTo>
                  <a:lnTo>
                    <a:pt x="365372" y="6022062"/>
                  </a:lnTo>
                  <a:lnTo>
                    <a:pt x="365497" y="6022062"/>
                  </a:lnTo>
                  <a:lnTo>
                    <a:pt x="365872" y="6022062"/>
                  </a:lnTo>
                  <a:lnTo>
                    <a:pt x="365997" y="6022062"/>
                  </a:lnTo>
                  <a:lnTo>
                    <a:pt x="366122" y="6022062"/>
                  </a:lnTo>
                  <a:lnTo>
                    <a:pt x="366372" y="6022062"/>
                  </a:lnTo>
                  <a:lnTo>
                    <a:pt x="366497" y="6022062"/>
                  </a:lnTo>
                  <a:lnTo>
                    <a:pt x="366622" y="6022062"/>
                  </a:lnTo>
                  <a:lnTo>
                    <a:pt x="366997" y="6022062"/>
                  </a:lnTo>
                  <a:lnTo>
                    <a:pt x="367122" y="6022062"/>
                  </a:lnTo>
                  <a:lnTo>
                    <a:pt x="367622" y="6022062"/>
                  </a:lnTo>
                  <a:lnTo>
                    <a:pt x="367747" y="6022062"/>
                  </a:lnTo>
                  <a:lnTo>
                    <a:pt x="367872" y="6022062"/>
                  </a:lnTo>
                  <a:lnTo>
                    <a:pt x="368248" y="6022062"/>
                  </a:lnTo>
                  <a:lnTo>
                    <a:pt x="368623" y="6022062"/>
                  </a:lnTo>
                  <a:lnTo>
                    <a:pt x="368748" y="6022062"/>
                  </a:lnTo>
                  <a:lnTo>
                    <a:pt x="369123" y="6022062"/>
                  </a:lnTo>
                  <a:lnTo>
                    <a:pt x="369248" y="6022062"/>
                  </a:lnTo>
                  <a:lnTo>
                    <a:pt x="369498" y="6022062"/>
                  </a:lnTo>
                  <a:lnTo>
                    <a:pt x="369748" y="6022062"/>
                  </a:lnTo>
                  <a:lnTo>
                    <a:pt x="369873" y="6022062"/>
                  </a:lnTo>
                  <a:lnTo>
                    <a:pt x="369998" y="6022062"/>
                  </a:lnTo>
                  <a:lnTo>
                    <a:pt x="370248" y="6022062"/>
                  </a:lnTo>
                  <a:lnTo>
                    <a:pt x="370373" y="6022062"/>
                  </a:lnTo>
                  <a:lnTo>
                    <a:pt x="370498" y="6022062"/>
                  </a:lnTo>
                  <a:lnTo>
                    <a:pt x="370748" y="6022062"/>
                  </a:lnTo>
                  <a:lnTo>
                    <a:pt x="370999" y="6022062"/>
                  </a:lnTo>
                  <a:lnTo>
                    <a:pt x="371124" y="6022062"/>
                  </a:lnTo>
                  <a:lnTo>
                    <a:pt x="371499" y="6022062"/>
                  </a:lnTo>
                  <a:lnTo>
                    <a:pt x="371624" y="6022062"/>
                  </a:lnTo>
                  <a:lnTo>
                    <a:pt x="371874" y="6022062"/>
                  </a:lnTo>
                  <a:lnTo>
                    <a:pt x="371999" y="6022062"/>
                  </a:lnTo>
                  <a:lnTo>
                    <a:pt x="372374" y="6022062"/>
                  </a:lnTo>
                  <a:lnTo>
                    <a:pt x="372499" y="6022062"/>
                  </a:lnTo>
                  <a:lnTo>
                    <a:pt x="372624" y="6022062"/>
                  </a:lnTo>
                  <a:lnTo>
                    <a:pt x="372749" y="6022062"/>
                  </a:lnTo>
                  <a:lnTo>
                    <a:pt x="372874" y="6022062"/>
                  </a:lnTo>
                  <a:lnTo>
                    <a:pt x="373249" y="6022062"/>
                  </a:lnTo>
                  <a:lnTo>
                    <a:pt x="373499" y="6022062"/>
                  </a:lnTo>
                  <a:lnTo>
                    <a:pt x="373749" y="6022062"/>
                  </a:lnTo>
                  <a:lnTo>
                    <a:pt x="373874" y="6022062"/>
                  </a:lnTo>
                  <a:lnTo>
                    <a:pt x="374000" y="6022062"/>
                  </a:lnTo>
                  <a:lnTo>
                    <a:pt x="374125" y="6022062"/>
                  </a:lnTo>
                  <a:lnTo>
                    <a:pt x="374250" y="6022062"/>
                  </a:lnTo>
                  <a:lnTo>
                    <a:pt x="374625" y="6022062"/>
                  </a:lnTo>
                  <a:lnTo>
                    <a:pt x="374750" y="6022062"/>
                  </a:lnTo>
                  <a:lnTo>
                    <a:pt x="375125" y="6022062"/>
                  </a:lnTo>
                  <a:lnTo>
                    <a:pt x="375375" y="6022062"/>
                  </a:lnTo>
                  <a:lnTo>
                    <a:pt x="375500" y="6022062"/>
                  </a:lnTo>
                  <a:lnTo>
                    <a:pt x="375625" y="6022062"/>
                  </a:lnTo>
                  <a:lnTo>
                    <a:pt x="375750" y="6022062"/>
                  </a:lnTo>
                  <a:lnTo>
                    <a:pt x="375875" y="6022062"/>
                  </a:lnTo>
                  <a:lnTo>
                    <a:pt x="376125" y="6022062"/>
                  </a:lnTo>
                  <a:lnTo>
                    <a:pt x="376250" y="6022062"/>
                  </a:lnTo>
                  <a:lnTo>
                    <a:pt x="376375" y="6022062"/>
                  </a:lnTo>
                  <a:lnTo>
                    <a:pt x="376500" y="6022062"/>
                  </a:lnTo>
                  <a:lnTo>
                    <a:pt x="376625" y="6022062"/>
                  </a:lnTo>
                  <a:lnTo>
                    <a:pt x="376750" y="6022062"/>
                  </a:lnTo>
                  <a:lnTo>
                    <a:pt x="376875" y="6022062"/>
                  </a:lnTo>
                  <a:lnTo>
                    <a:pt x="377126" y="6022062"/>
                  </a:lnTo>
                  <a:lnTo>
                    <a:pt x="377501" y="6022062"/>
                  </a:lnTo>
                  <a:lnTo>
                    <a:pt x="377751" y="6022062"/>
                  </a:lnTo>
                  <a:lnTo>
                    <a:pt x="377876" y="6022062"/>
                  </a:lnTo>
                  <a:lnTo>
                    <a:pt x="378001" y="6022062"/>
                  </a:lnTo>
                  <a:lnTo>
                    <a:pt x="378126" y="6022062"/>
                  </a:lnTo>
                  <a:lnTo>
                    <a:pt x="378251" y="6022062"/>
                  </a:lnTo>
                  <a:lnTo>
                    <a:pt x="378376" y="6022062"/>
                  </a:lnTo>
                  <a:lnTo>
                    <a:pt x="378501" y="6022062"/>
                  </a:lnTo>
                  <a:lnTo>
                    <a:pt x="378751" y="6022062"/>
                  </a:lnTo>
                  <a:lnTo>
                    <a:pt x="379126" y="6022062"/>
                  </a:lnTo>
                  <a:lnTo>
                    <a:pt x="379251" y="6022062"/>
                  </a:lnTo>
                  <a:lnTo>
                    <a:pt x="379751" y="6022062"/>
                  </a:lnTo>
                  <a:lnTo>
                    <a:pt x="380252" y="6022062"/>
                  </a:lnTo>
                  <a:lnTo>
                    <a:pt x="380377" y="6022062"/>
                  </a:lnTo>
                  <a:lnTo>
                    <a:pt x="380502" y="6022062"/>
                  </a:lnTo>
                  <a:lnTo>
                    <a:pt x="380627" y="6022062"/>
                  </a:lnTo>
                  <a:lnTo>
                    <a:pt x="380752" y="6022062"/>
                  </a:lnTo>
                  <a:lnTo>
                    <a:pt x="380877" y="6022062"/>
                  </a:lnTo>
                  <a:lnTo>
                    <a:pt x="381127" y="6022062"/>
                  </a:lnTo>
                  <a:lnTo>
                    <a:pt x="381252" y="6022062"/>
                  </a:lnTo>
                  <a:lnTo>
                    <a:pt x="381377" y="6022062"/>
                  </a:lnTo>
                  <a:lnTo>
                    <a:pt x="381627" y="6022062"/>
                  </a:lnTo>
                  <a:lnTo>
                    <a:pt x="381752" y="6022062"/>
                  </a:lnTo>
                  <a:lnTo>
                    <a:pt x="381877" y="6022062"/>
                  </a:lnTo>
                  <a:lnTo>
                    <a:pt x="382002" y="6022062"/>
                  </a:lnTo>
                  <a:lnTo>
                    <a:pt x="382127" y="6022062"/>
                  </a:lnTo>
                  <a:lnTo>
                    <a:pt x="382252" y="6022062"/>
                  </a:lnTo>
                  <a:lnTo>
                    <a:pt x="382377" y="6022062"/>
                  </a:lnTo>
                  <a:lnTo>
                    <a:pt x="382627" y="6022062"/>
                  </a:lnTo>
                  <a:lnTo>
                    <a:pt x="382752" y="6022062"/>
                  </a:lnTo>
                  <a:lnTo>
                    <a:pt x="382877" y="6022062"/>
                  </a:lnTo>
                  <a:lnTo>
                    <a:pt x="383003" y="6022062"/>
                  </a:lnTo>
                  <a:lnTo>
                    <a:pt x="383128" y="6022062"/>
                  </a:lnTo>
                  <a:lnTo>
                    <a:pt x="383253" y="6022062"/>
                  </a:lnTo>
                  <a:lnTo>
                    <a:pt x="383378" y="6022062"/>
                  </a:lnTo>
                  <a:lnTo>
                    <a:pt x="383503" y="6022062"/>
                  </a:lnTo>
                  <a:lnTo>
                    <a:pt x="383628" y="6022062"/>
                  </a:lnTo>
                  <a:lnTo>
                    <a:pt x="383753" y="6022062"/>
                  </a:lnTo>
                  <a:lnTo>
                    <a:pt x="383878" y="6022062"/>
                  </a:lnTo>
                  <a:lnTo>
                    <a:pt x="384003" y="6022062"/>
                  </a:lnTo>
                  <a:lnTo>
                    <a:pt x="384128" y="6022062"/>
                  </a:lnTo>
                  <a:lnTo>
                    <a:pt x="384253" y="6022062"/>
                  </a:lnTo>
                  <a:lnTo>
                    <a:pt x="384378" y="6022062"/>
                  </a:lnTo>
                  <a:lnTo>
                    <a:pt x="384628" y="6022062"/>
                  </a:lnTo>
                  <a:lnTo>
                    <a:pt x="384753" y="6022062"/>
                  </a:lnTo>
                  <a:lnTo>
                    <a:pt x="384878" y="6022062"/>
                  </a:lnTo>
                  <a:lnTo>
                    <a:pt x="385003" y="6022062"/>
                  </a:lnTo>
                  <a:lnTo>
                    <a:pt x="385128" y="6022062"/>
                  </a:lnTo>
                  <a:lnTo>
                    <a:pt x="385253" y="6022062"/>
                  </a:lnTo>
                  <a:lnTo>
                    <a:pt x="385378" y="6022062"/>
                  </a:lnTo>
                  <a:lnTo>
                    <a:pt x="385503" y="6022062"/>
                  </a:lnTo>
                  <a:lnTo>
                    <a:pt x="385628" y="6022062"/>
                  </a:lnTo>
                  <a:lnTo>
                    <a:pt x="385753" y="6022062"/>
                  </a:lnTo>
                  <a:lnTo>
                    <a:pt x="386129" y="6022062"/>
                  </a:lnTo>
                  <a:lnTo>
                    <a:pt x="386254" y="6022062"/>
                  </a:lnTo>
                  <a:lnTo>
                    <a:pt x="386379" y="6022062"/>
                  </a:lnTo>
                  <a:lnTo>
                    <a:pt x="386504" y="6022062"/>
                  </a:lnTo>
                  <a:lnTo>
                    <a:pt x="386629" y="6022062"/>
                  </a:lnTo>
                  <a:lnTo>
                    <a:pt x="386754" y="6022062"/>
                  </a:lnTo>
                  <a:lnTo>
                    <a:pt x="386879" y="6022062"/>
                  </a:lnTo>
                  <a:lnTo>
                    <a:pt x="387004" y="6022062"/>
                  </a:lnTo>
                  <a:lnTo>
                    <a:pt x="387129" y="6022062"/>
                  </a:lnTo>
                  <a:lnTo>
                    <a:pt x="387504" y="6022062"/>
                  </a:lnTo>
                  <a:lnTo>
                    <a:pt x="387629" y="6022062"/>
                  </a:lnTo>
                  <a:lnTo>
                    <a:pt x="388004" y="6022062"/>
                  </a:lnTo>
                  <a:lnTo>
                    <a:pt x="388379" y="6022062"/>
                  </a:lnTo>
                  <a:lnTo>
                    <a:pt x="388629" y="6022062"/>
                  </a:lnTo>
                  <a:lnTo>
                    <a:pt x="388754" y="6022062"/>
                  </a:lnTo>
                  <a:lnTo>
                    <a:pt x="388880" y="6022062"/>
                  </a:lnTo>
                  <a:lnTo>
                    <a:pt x="389005" y="6022062"/>
                  </a:lnTo>
                  <a:lnTo>
                    <a:pt x="389130" y="6022062"/>
                  </a:lnTo>
                  <a:lnTo>
                    <a:pt x="389255" y="6022062"/>
                  </a:lnTo>
                  <a:lnTo>
                    <a:pt x="389380" y="6022062"/>
                  </a:lnTo>
                  <a:lnTo>
                    <a:pt x="389505" y="6022062"/>
                  </a:lnTo>
                  <a:lnTo>
                    <a:pt x="389755" y="6022062"/>
                  </a:lnTo>
                  <a:lnTo>
                    <a:pt x="389880" y="6022062"/>
                  </a:lnTo>
                  <a:lnTo>
                    <a:pt x="390005" y="6022062"/>
                  </a:lnTo>
                  <a:lnTo>
                    <a:pt x="390130" y="6022062"/>
                  </a:lnTo>
                  <a:lnTo>
                    <a:pt x="390255" y="6022062"/>
                  </a:lnTo>
                  <a:lnTo>
                    <a:pt x="390380" y="6022062"/>
                  </a:lnTo>
                  <a:lnTo>
                    <a:pt x="390755" y="6022062"/>
                  </a:lnTo>
                  <a:lnTo>
                    <a:pt x="391005" y="6022062"/>
                  </a:lnTo>
                  <a:lnTo>
                    <a:pt x="391255" y="6022062"/>
                  </a:lnTo>
                  <a:lnTo>
                    <a:pt x="391380" y="6022062"/>
                  </a:lnTo>
                  <a:lnTo>
                    <a:pt x="391505" y="6022062"/>
                  </a:lnTo>
                  <a:lnTo>
                    <a:pt x="391630" y="6022062"/>
                  </a:lnTo>
                  <a:lnTo>
                    <a:pt x="391755" y="6022062"/>
                  </a:lnTo>
                  <a:lnTo>
                    <a:pt x="391881" y="6022062"/>
                  </a:lnTo>
                  <a:lnTo>
                    <a:pt x="392006" y="6022062"/>
                  </a:lnTo>
                  <a:lnTo>
                    <a:pt x="392131" y="6022062"/>
                  </a:lnTo>
                  <a:lnTo>
                    <a:pt x="392256" y="6022062"/>
                  </a:lnTo>
                  <a:lnTo>
                    <a:pt x="392506" y="6022062"/>
                  </a:lnTo>
                  <a:lnTo>
                    <a:pt x="392631" y="6022062"/>
                  </a:lnTo>
                  <a:lnTo>
                    <a:pt x="392756" y="6022062"/>
                  </a:lnTo>
                  <a:lnTo>
                    <a:pt x="393006" y="6022062"/>
                  </a:lnTo>
                  <a:lnTo>
                    <a:pt x="393131" y="6022062"/>
                  </a:lnTo>
                  <a:lnTo>
                    <a:pt x="393506" y="6022062"/>
                  </a:lnTo>
                  <a:lnTo>
                    <a:pt x="393756" y="6022062"/>
                  </a:lnTo>
                  <a:lnTo>
                    <a:pt x="393881" y="6022062"/>
                  </a:lnTo>
                  <a:lnTo>
                    <a:pt x="394131" y="6022062"/>
                  </a:lnTo>
                  <a:lnTo>
                    <a:pt x="394256" y="6022062"/>
                  </a:lnTo>
                  <a:lnTo>
                    <a:pt x="394381" y="6022062"/>
                  </a:lnTo>
                  <a:lnTo>
                    <a:pt x="394506" y="6022062"/>
                  </a:lnTo>
                  <a:lnTo>
                    <a:pt x="394631" y="6022062"/>
                  </a:lnTo>
                  <a:lnTo>
                    <a:pt x="394756" y="6022062"/>
                  </a:lnTo>
                  <a:lnTo>
                    <a:pt x="394882" y="6022062"/>
                  </a:lnTo>
                  <a:lnTo>
                    <a:pt x="395007" y="6022062"/>
                  </a:lnTo>
                  <a:lnTo>
                    <a:pt x="395132" y="6022062"/>
                  </a:lnTo>
                  <a:lnTo>
                    <a:pt x="395382" y="6022062"/>
                  </a:lnTo>
                  <a:lnTo>
                    <a:pt x="395632" y="6022062"/>
                  </a:lnTo>
                  <a:lnTo>
                    <a:pt x="395882" y="6022062"/>
                  </a:lnTo>
                  <a:lnTo>
                    <a:pt x="396007" y="6022062"/>
                  </a:lnTo>
                  <a:lnTo>
                    <a:pt x="396382" y="6022062"/>
                  </a:lnTo>
                  <a:lnTo>
                    <a:pt x="396507" y="6022062"/>
                  </a:lnTo>
                  <a:lnTo>
                    <a:pt x="396632" y="6022062"/>
                  </a:lnTo>
                  <a:lnTo>
                    <a:pt x="396882" y="6022062"/>
                  </a:lnTo>
                  <a:lnTo>
                    <a:pt x="397007" y="6022062"/>
                  </a:lnTo>
                  <a:lnTo>
                    <a:pt x="397382" y="6022062"/>
                  </a:lnTo>
                  <a:lnTo>
                    <a:pt x="397507" y="6022062"/>
                  </a:lnTo>
                  <a:lnTo>
                    <a:pt x="397757" y="6022062"/>
                  </a:lnTo>
                  <a:lnTo>
                    <a:pt x="398008" y="6022062"/>
                  </a:lnTo>
                  <a:lnTo>
                    <a:pt x="398133" y="6022062"/>
                  </a:lnTo>
                  <a:lnTo>
                    <a:pt x="398258" y="6022062"/>
                  </a:lnTo>
                  <a:lnTo>
                    <a:pt x="398633" y="6022062"/>
                  </a:lnTo>
                  <a:lnTo>
                    <a:pt x="399008" y="6022062"/>
                  </a:lnTo>
                  <a:lnTo>
                    <a:pt x="399258" y="6022062"/>
                  </a:lnTo>
                  <a:lnTo>
                    <a:pt x="399383" y="6022062"/>
                  </a:lnTo>
                  <a:lnTo>
                    <a:pt x="399508" y="6022062"/>
                  </a:lnTo>
                  <a:lnTo>
                    <a:pt x="399758" y="6022062"/>
                  </a:lnTo>
                  <a:lnTo>
                    <a:pt x="399883" y="6022062"/>
                  </a:lnTo>
                  <a:lnTo>
                    <a:pt x="400258" y="6022062"/>
                  </a:lnTo>
                  <a:lnTo>
                    <a:pt x="400383" y="6022062"/>
                  </a:lnTo>
                  <a:lnTo>
                    <a:pt x="400758" y="6022062"/>
                  </a:lnTo>
                  <a:lnTo>
                    <a:pt x="400884" y="6022062"/>
                  </a:lnTo>
                  <a:lnTo>
                    <a:pt x="401009" y="6022062"/>
                  </a:lnTo>
                  <a:lnTo>
                    <a:pt x="401259" y="6022062"/>
                  </a:lnTo>
                  <a:lnTo>
                    <a:pt x="401509" y="6022062"/>
                  </a:lnTo>
                  <a:lnTo>
                    <a:pt x="401634" y="6022062"/>
                  </a:lnTo>
                  <a:lnTo>
                    <a:pt x="401759" y="6022062"/>
                  </a:lnTo>
                  <a:lnTo>
                    <a:pt x="402009" y="6022062"/>
                  </a:lnTo>
                  <a:lnTo>
                    <a:pt x="402134" y="6022062"/>
                  </a:lnTo>
                  <a:lnTo>
                    <a:pt x="402384" y="6022062"/>
                  </a:lnTo>
                  <a:lnTo>
                    <a:pt x="402384" y="6012108"/>
                  </a:lnTo>
                  <a:lnTo>
                    <a:pt x="402884" y="6012108"/>
                  </a:lnTo>
                  <a:lnTo>
                    <a:pt x="403009" y="6012108"/>
                  </a:lnTo>
                  <a:lnTo>
                    <a:pt x="403259" y="6012108"/>
                  </a:lnTo>
                  <a:lnTo>
                    <a:pt x="403509" y="6012108"/>
                  </a:lnTo>
                  <a:lnTo>
                    <a:pt x="403759" y="6012108"/>
                  </a:lnTo>
                  <a:lnTo>
                    <a:pt x="404010" y="6012108"/>
                  </a:lnTo>
                  <a:lnTo>
                    <a:pt x="404135" y="6012108"/>
                  </a:lnTo>
                  <a:lnTo>
                    <a:pt x="404260" y="6012108"/>
                  </a:lnTo>
                  <a:lnTo>
                    <a:pt x="404385" y="6012108"/>
                  </a:lnTo>
                  <a:lnTo>
                    <a:pt x="404885" y="6012108"/>
                  </a:lnTo>
                  <a:lnTo>
                    <a:pt x="405010" y="6012108"/>
                  </a:lnTo>
                  <a:lnTo>
                    <a:pt x="405135" y="6012108"/>
                  </a:lnTo>
                  <a:lnTo>
                    <a:pt x="405385" y="6012108"/>
                  </a:lnTo>
                  <a:lnTo>
                    <a:pt x="405510" y="6012108"/>
                  </a:lnTo>
                  <a:lnTo>
                    <a:pt x="405635" y="6012108"/>
                  </a:lnTo>
                  <a:lnTo>
                    <a:pt x="405885" y="6012108"/>
                  </a:lnTo>
                  <a:lnTo>
                    <a:pt x="406010" y="6012108"/>
                  </a:lnTo>
                  <a:lnTo>
                    <a:pt x="406385" y="6012108"/>
                  </a:lnTo>
                  <a:lnTo>
                    <a:pt x="406510" y="6012108"/>
                  </a:lnTo>
                  <a:lnTo>
                    <a:pt x="406635" y="6012108"/>
                  </a:lnTo>
                  <a:lnTo>
                    <a:pt x="406760" y="6012108"/>
                  </a:lnTo>
                  <a:lnTo>
                    <a:pt x="406886" y="6012108"/>
                  </a:lnTo>
                  <a:lnTo>
                    <a:pt x="407136" y="6012108"/>
                  </a:lnTo>
                  <a:lnTo>
                    <a:pt x="407261" y="6012108"/>
                  </a:lnTo>
                  <a:lnTo>
                    <a:pt x="407636" y="6012108"/>
                  </a:lnTo>
                  <a:lnTo>
                    <a:pt x="407761" y="6012108"/>
                  </a:lnTo>
                  <a:lnTo>
                    <a:pt x="408011" y="6012108"/>
                  </a:lnTo>
                  <a:lnTo>
                    <a:pt x="408136" y="6012108"/>
                  </a:lnTo>
                  <a:lnTo>
                    <a:pt x="408386" y="6012108"/>
                  </a:lnTo>
                  <a:lnTo>
                    <a:pt x="408511" y="6012108"/>
                  </a:lnTo>
                  <a:lnTo>
                    <a:pt x="408761" y="6012108"/>
                  </a:lnTo>
                  <a:lnTo>
                    <a:pt x="409136" y="6012108"/>
                  </a:lnTo>
                  <a:lnTo>
                    <a:pt x="409386" y="6012108"/>
                  </a:lnTo>
                  <a:lnTo>
                    <a:pt x="409511" y="6012108"/>
                  </a:lnTo>
                  <a:lnTo>
                    <a:pt x="409636" y="6012108"/>
                  </a:lnTo>
                  <a:lnTo>
                    <a:pt x="409761" y="6012108"/>
                  </a:lnTo>
                  <a:lnTo>
                    <a:pt x="409887" y="6012108"/>
                  </a:lnTo>
                  <a:lnTo>
                    <a:pt x="410012" y="6012108"/>
                  </a:lnTo>
                  <a:lnTo>
                    <a:pt x="410137" y="6012108"/>
                  </a:lnTo>
                  <a:lnTo>
                    <a:pt x="410262" y="6012108"/>
                  </a:lnTo>
                  <a:lnTo>
                    <a:pt x="410387" y="6012108"/>
                  </a:lnTo>
                  <a:lnTo>
                    <a:pt x="410512" y="6012108"/>
                  </a:lnTo>
                  <a:lnTo>
                    <a:pt x="411137" y="6012108"/>
                  </a:lnTo>
                  <a:lnTo>
                    <a:pt x="411387" y="6012108"/>
                  </a:lnTo>
                  <a:lnTo>
                    <a:pt x="411512" y="6012108"/>
                  </a:lnTo>
                  <a:lnTo>
                    <a:pt x="411637" y="6012108"/>
                  </a:lnTo>
                  <a:lnTo>
                    <a:pt x="411762" y="6012108"/>
                  </a:lnTo>
                  <a:lnTo>
                    <a:pt x="411887" y="6012108"/>
                  </a:lnTo>
                  <a:lnTo>
                    <a:pt x="412012" y="6012108"/>
                  </a:lnTo>
                  <a:lnTo>
                    <a:pt x="412262" y="6012108"/>
                  </a:lnTo>
                  <a:lnTo>
                    <a:pt x="412387" y="6012108"/>
                  </a:lnTo>
                  <a:lnTo>
                    <a:pt x="412888" y="6012108"/>
                  </a:lnTo>
                  <a:lnTo>
                    <a:pt x="413013" y="6012108"/>
                  </a:lnTo>
                  <a:lnTo>
                    <a:pt x="413388" y="6012108"/>
                  </a:lnTo>
                  <a:lnTo>
                    <a:pt x="413638" y="6012108"/>
                  </a:lnTo>
                  <a:lnTo>
                    <a:pt x="413763" y="6012108"/>
                  </a:lnTo>
                  <a:lnTo>
                    <a:pt x="414013" y="6012108"/>
                  </a:lnTo>
                  <a:lnTo>
                    <a:pt x="414138" y="6012108"/>
                  </a:lnTo>
                  <a:lnTo>
                    <a:pt x="414263" y="6012108"/>
                  </a:lnTo>
                  <a:lnTo>
                    <a:pt x="414513" y="6012108"/>
                  </a:lnTo>
                  <a:lnTo>
                    <a:pt x="414638" y="6012108"/>
                  </a:lnTo>
                  <a:lnTo>
                    <a:pt x="414888" y="6002155"/>
                  </a:lnTo>
                  <a:lnTo>
                    <a:pt x="415013" y="6002155"/>
                  </a:lnTo>
                  <a:lnTo>
                    <a:pt x="415138" y="6002155"/>
                  </a:lnTo>
                  <a:lnTo>
                    <a:pt x="415263" y="6002155"/>
                  </a:lnTo>
                  <a:lnTo>
                    <a:pt x="415388" y="6002155"/>
                  </a:lnTo>
                  <a:lnTo>
                    <a:pt x="415638" y="6002155"/>
                  </a:lnTo>
                  <a:lnTo>
                    <a:pt x="415763" y="6002155"/>
                  </a:lnTo>
                  <a:lnTo>
                    <a:pt x="416014" y="6002155"/>
                  </a:lnTo>
                  <a:lnTo>
                    <a:pt x="416139" y="6002155"/>
                  </a:lnTo>
                  <a:lnTo>
                    <a:pt x="416264" y="6002155"/>
                  </a:lnTo>
                  <a:lnTo>
                    <a:pt x="416389" y="6002155"/>
                  </a:lnTo>
                  <a:lnTo>
                    <a:pt x="416639" y="6002155"/>
                  </a:lnTo>
                  <a:lnTo>
                    <a:pt x="417014" y="6002155"/>
                  </a:lnTo>
                  <a:lnTo>
                    <a:pt x="417264" y="6002155"/>
                  </a:lnTo>
                  <a:lnTo>
                    <a:pt x="417639" y="6002155"/>
                  </a:lnTo>
                  <a:lnTo>
                    <a:pt x="417889" y="6002155"/>
                  </a:lnTo>
                  <a:lnTo>
                    <a:pt x="418139" y="6002155"/>
                  </a:lnTo>
                  <a:lnTo>
                    <a:pt x="418514" y="6002155"/>
                  </a:lnTo>
                  <a:lnTo>
                    <a:pt x="418764" y="6002155"/>
                  </a:lnTo>
                  <a:lnTo>
                    <a:pt x="419015" y="6002155"/>
                  </a:lnTo>
                  <a:lnTo>
                    <a:pt x="419140" y="6002155"/>
                  </a:lnTo>
                  <a:lnTo>
                    <a:pt x="419390" y="6002155"/>
                  </a:lnTo>
                  <a:lnTo>
                    <a:pt x="419765" y="6002155"/>
                  </a:lnTo>
                  <a:lnTo>
                    <a:pt x="420140" y="6002155"/>
                  </a:lnTo>
                  <a:lnTo>
                    <a:pt x="420265" y="6002155"/>
                  </a:lnTo>
                  <a:lnTo>
                    <a:pt x="420390" y="6002155"/>
                  </a:lnTo>
                  <a:lnTo>
                    <a:pt x="420515" y="6002155"/>
                  </a:lnTo>
                  <a:lnTo>
                    <a:pt x="420640" y="6002155"/>
                  </a:lnTo>
                  <a:lnTo>
                    <a:pt x="420765" y="6002155"/>
                  </a:lnTo>
                  <a:lnTo>
                    <a:pt x="420890" y="6002155"/>
                  </a:lnTo>
                  <a:lnTo>
                    <a:pt x="421140" y="6002155"/>
                  </a:lnTo>
                  <a:lnTo>
                    <a:pt x="421265" y="6002155"/>
                  </a:lnTo>
                  <a:lnTo>
                    <a:pt x="421390" y="6002155"/>
                  </a:lnTo>
                  <a:lnTo>
                    <a:pt x="421640" y="6002155"/>
                  </a:lnTo>
                  <a:lnTo>
                    <a:pt x="421765" y="6002155"/>
                  </a:lnTo>
                  <a:lnTo>
                    <a:pt x="422391" y="6002155"/>
                  </a:lnTo>
                  <a:lnTo>
                    <a:pt x="422516" y="6002155"/>
                  </a:lnTo>
                  <a:lnTo>
                    <a:pt x="422641" y="6002155"/>
                  </a:lnTo>
                  <a:lnTo>
                    <a:pt x="422766" y="6002155"/>
                  </a:lnTo>
                  <a:lnTo>
                    <a:pt x="423016" y="6002155"/>
                  </a:lnTo>
                  <a:lnTo>
                    <a:pt x="423266" y="6002155"/>
                  </a:lnTo>
                  <a:lnTo>
                    <a:pt x="423391" y="6002155"/>
                  </a:lnTo>
                  <a:lnTo>
                    <a:pt x="423516" y="6002155"/>
                  </a:lnTo>
                  <a:lnTo>
                    <a:pt x="423641" y="6002155"/>
                  </a:lnTo>
                  <a:lnTo>
                    <a:pt x="423766" y="6002155"/>
                  </a:lnTo>
                  <a:lnTo>
                    <a:pt x="424141" y="6002155"/>
                  </a:lnTo>
                  <a:lnTo>
                    <a:pt x="424266" y="6002155"/>
                  </a:lnTo>
                  <a:lnTo>
                    <a:pt x="424391" y="6002155"/>
                  </a:lnTo>
                  <a:lnTo>
                    <a:pt x="424516" y="6002155"/>
                  </a:lnTo>
                  <a:lnTo>
                    <a:pt x="424641" y="6002155"/>
                  </a:lnTo>
                  <a:lnTo>
                    <a:pt x="424766" y="6002155"/>
                  </a:lnTo>
                  <a:lnTo>
                    <a:pt x="425017" y="6002155"/>
                  </a:lnTo>
                  <a:lnTo>
                    <a:pt x="425267" y="6002155"/>
                  </a:lnTo>
                  <a:lnTo>
                    <a:pt x="425392" y="6002155"/>
                  </a:lnTo>
                  <a:lnTo>
                    <a:pt x="425517" y="6002155"/>
                  </a:lnTo>
                  <a:lnTo>
                    <a:pt x="425892" y="6002155"/>
                  </a:lnTo>
                  <a:lnTo>
                    <a:pt x="426017" y="6002155"/>
                  </a:lnTo>
                  <a:lnTo>
                    <a:pt x="426142" y="6002155"/>
                  </a:lnTo>
                  <a:lnTo>
                    <a:pt x="426267" y="6002155"/>
                  </a:lnTo>
                  <a:lnTo>
                    <a:pt x="426392" y="6002155"/>
                  </a:lnTo>
                  <a:lnTo>
                    <a:pt x="426517" y="6002155"/>
                  </a:lnTo>
                  <a:lnTo>
                    <a:pt x="426892" y="6002155"/>
                  </a:lnTo>
                  <a:lnTo>
                    <a:pt x="427142" y="6002155"/>
                  </a:lnTo>
                  <a:lnTo>
                    <a:pt x="427392" y="6002155"/>
                  </a:lnTo>
                  <a:lnTo>
                    <a:pt x="427642" y="6002155"/>
                  </a:lnTo>
                  <a:lnTo>
                    <a:pt x="428018" y="6002155"/>
                  </a:lnTo>
                  <a:lnTo>
                    <a:pt x="428268" y="6002155"/>
                  </a:lnTo>
                  <a:lnTo>
                    <a:pt x="428393" y="6002155"/>
                  </a:lnTo>
                  <a:lnTo>
                    <a:pt x="428518" y="6002155"/>
                  </a:lnTo>
                  <a:lnTo>
                    <a:pt x="429143" y="5992201"/>
                  </a:lnTo>
                  <a:lnTo>
                    <a:pt x="429393" y="5992201"/>
                  </a:lnTo>
                  <a:lnTo>
                    <a:pt x="429518" y="5992201"/>
                  </a:lnTo>
                  <a:lnTo>
                    <a:pt x="429643" y="5992201"/>
                  </a:lnTo>
                  <a:lnTo>
                    <a:pt x="429768" y="5992201"/>
                  </a:lnTo>
                  <a:lnTo>
                    <a:pt x="429893" y="5992201"/>
                  </a:lnTo>
                  <a:lnTo>
                    <a:pt x="430018" y="5992201"/>
                  </a:lnTo>
                  <a:lnTo>
                    <a:pt x="430143" y="5992201"/>
                  </a:lnTo>
                  <a:lnTo>
                    <a:pt x="430393" y="5992201"/>
                  </a:lnTo>
                  <a:lnTo>
                    <a:pt x="430393" y="5982247"/>
                  </a:lnTo>
                  <a:lnTo>
                    <a:pt x="430518" y="5982247"/>
                  </a:lnTo>
                  <a:lnTo>
                    <a:pt x="430643" y="5982247"/>
                  </a:lnTo>
                  <a:lnTo>
                    <a:pt x="430769" y="5982247"/>
                  </a:lnTo>
                  <a:lnTo>
                    <a:pt x="431144" y="5982247"/>
                  </a:lnTo>
                  <a:lnTo>
                    <a:pt x="431269" y="5982247"/>
                  </a:lnTo>
                  <a:lnTo>
                    <a:pt x="431394" y="5982247"/>
                  </a:lnTo>
                  <a:lnTo>
                    <a:pt x="431644" y="5982247"/>
                  </a:lnTo>
                  <a:lnTo>
                    <a:pt x="431769" y="5982247"/>
                  </a:lnTo>
                  <a:lnTo>
                    <a:pt x="431894" y="5982247"/>
                  </a:lnTo>
                  <a:lnTo>
                    <a:pt x="432019" y="5982247"/>
                  </a:lnTo>
                  <a:lnTo>
                    <a:pt x="432269" y="5982247"/>
                  </a:lnTo>
                  <a:lnTo>
                    <a:pt x="432519" y="5982247"/>
                  </a:lnTo>
                  <a:lnTo>
                    <a:pt x="432644" y="5982247"/>
                  </a:lnTo>
                  <a:lnTo>
                    <a:pt x="432769" y="5982247"/>
                  </a:lnTo>
                  <a:lnTo>
                    <a:pt x="432894" y="5982247"/>
                  </a:lnTo>
                  <a:lnTo>
                    <a:pt x="433269" y="5982247"/>
                  </a:lnTo>
                  <a:lnTo>
                    <a:pt x="433394" y="5982247"/>
                  </a:lnTo>
                  <a:lnTo>
                    <a:pt x="433519" y="5982247"/>
                  </a:lnTo>
                  <a:lnTo>
                    <a:pt x="433644" y="5982247"/>
                  </a:lnTo>
                  <a:lnTo>
                    <a:pt x="433770" y="5982247"/>
                  </a:lnTo>
                  <a:lnTo>
                    <a:pt x="433895" y="5982247"/>
                  </a:lnTo>
                  <a:lnTo>
                    <a:pt x="434020" y="5982247"/>
                  </a:lnTo>
                  <a:lnTo>
                    <a:pt x="434145" y="5982247"/>
                  </a:lnTo>
                  <a:lnTo>
                    <a:pt x="434395" y="5982247"/>
                  </a:lnTo>
                  <a:lnTo>
                    <a:pt x="434520" y="5982247"/>
                  </a:lnTo>
                  <a:lnTo>
                    <a:pt x="434645" y="5982247"/>
                  </a:lnTo>
                  <a:lnTo>
                    <a:pt x="435145" y="5982247"/>
                  </a:lnTo>
                  <a:lnTo>
                    <a:pt x="435270" y="5982247"/>
                  </a:lnTo>
                  <a:lnTo>
                    <a:pt x="435395" y="5982247"/>
                  </a:lnTo>
                  <a:lnTo>
                    <a:pt x="435520" y="5982247"/>
                  </a:lnTo>
                  <a:lnTo>
                    <a:pt x="435770" y="5982247"/>
                  </a:lnTo>
                  <a:lnTo>
                    <a:pt x="435895" y="5982247"/>
                  </a:lnTo>
                  <a:lnTo>
                    <a:pt x="436020" y="5982247"/>
                  </a:lnTo>
                  <a:lnTo>
                    <a:pt x="436270" y="5982247"/>
                  </a:lnTo>
                  <a:lnTo>
                    <a:pt x="436395" y="5982247"/>
                  </a:lnTo>
                  <a:lnTo>
                    <a:pt x="436520" y="5982247"/>
                  </a:lnTo>
                  <a:lnTo>
                    <a:pt x="436645" y="5982247"/>
                  </a:lnTo>
                  <a:lnTo>
                    <a:pt x="436771" y="5982247"/>
                  </a:lnTo>
                  <a:lnTo>
                    <a:pt x="436896" y="5982247"/>
                  </a:lnTo>
                  <a:lnTo>
                    <a:pt x="437021" y="5982247"/>
                  </a:lnTo>
                  <a:lnTo>
                    <a:pt x="437271" y="5982247"/>
                  </a:lnTo>
                  <a:lnTo>
                    <a:pt x="437396" y="5982247"/>
                  </a:lnTo>
                  <a:lnTo>
                    <a:pt x="437521" y="5982247"/>
                  </a:lnTo>
                  <a:lnTo>
                    <a:pt x="438021" y="5982247"/>
                  </a:lnTo>
                  <a:lnTo>
                    <a:pt x="438271" y="5982247"/>
                  </a:lnTo>
                  <a:lnTo>
                    <a:pt x="438396" y="5982247"/>
                  </a:lnTo>
                  <a:lnTo>
                    <a:pt x="438521" y="5982247"/>
                  </a:lnTo>
                  <a:lnTo>
                    <a:pt x="438646" y="5982247"/>
                  </a:lnTo>
                  <a:lnTo>
                    <a:pt x="438646" y="5972293"/>
                  </a:lnTo>
                  <a:lnTo>
                    <a:pt x="438771" y="5972293"/>
                  </a:lnTo>
                  <a:lnTo>
                    <a:pt x="438896" y="5972293"/>
                  </a:lnTo>
                  <a:lnTo>
                    <a:pt x="439021" y="5972293"/>
                  </a:lnTo>
                  <a:lnTo>
                    <a:pt x="439271" y="5972293"/>
                  </a:lnTo>
                  <a:lnTo>
                    <a:pt x="439396" y="5972293"/>
                  </a:lnTo>
                  <a:lnTo>
                    <a:pt x="439772" y="5972293"/>
                  </a:lnTo>
                  <a:lnTo>
                    <a:pt x="439897" y="5972293"/>
                  </a:lnTo>
                  <a:lnTo>
                    <a:pt x="440022" y="5972293"/>
                  </a:lnTo>
                  <a:lnTo>
                    <a:pt x="440147" y="5972293"/>
                  </a:lnTo>
                  <a:lnTo>
                    <a:pt x="440272" y="5972293"/>
                  </a:lnTo>
                  <a:lnTo>
                    <a:pt x="440397" y="5972293"/>
                  </a:lnTo>
                  <a:lnTo>
                    <a:pt x="440647" y="5972293"/>
                  </a:lnTo>
                  <a:lnTo>
                    <a:pt x="440772" y="5972293"/>
                  </a:lnTo>
                  <a:lnTo>
                    <a:pt x="441272" y="5972293"/>
                  </a:lnTo>
                  <a:lnTo>
                    <a:pt x="441522" y="5972293"/>
                  </a:lnTo>
                  <a:lnTo>
                    <a:pt x="441647" y="5972293"/>
                  </a:lnTo>
                  <a:lnTo>
                    <a:pt x="441772" y="5972293"/>
                  </a:lnTo>
                  <a:lnTo>
                    <a:pt x="442147" y="5972293"/>
                  </a:lnTo>
                  <a:lnTo>
                    <a:pt x="442397" y="5972293"/>
                  </a:lnTo>
                  <a:lnTo>
                    <a:pt x="442522" y="5972293"/>
                  </a:lnTo>
                  <a:lnTo>
                    <a:pt x="442898" y="5972293"/>
                  </a:lnTo>
                  <a:lnTo>
                    <a:pt x="443148" y="5972293"/>
                  </a:lnTo>
                  <a:lnTo>
                    <a:pt x="443273" y="5972293"/>
                  </a:lnTo>
                  <a:lnTo>
                    <a:pt x="443398" y="5972293"/>
                  </a:lnTo>
                  <a:lnTo>
                    <a:pt x="443648" y="5972293"/>
                  </a:lnTo>
                  <a:lnTo>
                    <a:pt x="443773" y="5972293"/>
                  </a:lnTo>
                  <a:lnTo>
                    <a:pt x="443898" y="5962339"/>
                  </a:lnTo>
                  <a:lnTo>
                    <a:pt x="444273" y="5962339"/>
                  </a:lnTo>
                  <a:lnTo>
                    <a:pt x="444648" y="5962339"/>
                  </a:lnTo>
                  <a:lnTo>
                    <a:pt x="444898" y="5962339"/>
                  </a:lnTo>
                  <a:lnTo>
                    <a:pt x="445148" y="5962339"/>
                  </a:lnTo>
                  <a:lnTo>
                    <a:pt x="445648" y="5962339"/>
                  </a:lnTo>
                  <a:lnTo>
                    <a:pt x="445774" y="5962339"/>
                  </a:lnTo>
                  <a:lnTo>
                    <a:pt x="445899" y="5962339"/>
                  </a:lnTo>
                  <a:lnTo>
                    <a:pt x="446024" y="5962339"/>
                  </a:lnTo>
                  <a:lnTo>
                    <a:pt x="446149" y="5962339"/>
                  </a:lnTo>
                  <a:lnTo>
                    <a:pt x="446399" y="5962339"/>
                  </a:lnTo>
                  <a:lnTo>
                    <a:pt x="446524" y="5962339"/>
                  </a:lnTo>
                  <a:lnTo>
                    <a:pt x="446649" y="5962339"/>
                  </a:lnTo>
                  <a:lnTo>
                    <a:pt x="446774" y="5962339"/>
                  </a:lnTo>
                  <a:lnTo>
                    <a:pt x="446899" y="5962339"/>
                  </a:lnTo>
                  <a:lnTo>
                    <a:pt x="447024" y="5962339"/>
                  </a:lnTo>
                  <a:lnTo>
                    <a:pt x="447274" y="5962339"/>
                  </a:lnTo>
                  <a:lnTo>
                    <a:pt x="447399" y="5962339"/>
                  </a:lnTo>
                  <a:lnTo>
                    <a:pt x="447524" y="5962339"/>
                  </a:lnTo>
                  <a:lnTo>
                    <a:pt x="447899" y="5962339"/>
                  </a:lnTo>
                  <a:lnTo>
                    <a:pt x="448024" y="5962339"/>
                  </a:lnTo>
                  <a:lnTo>
                    <a:pt x="448274" y="5962339"/>
                  </a:lnTo>
                  <a:lnTo>
                    <a:pt x="448524" y="5962339"/>
                  </a:lnTo>
                  <a:lnTo>
                    <a:pt x="448649" y="5962339"/>
                  </a:lnTo>
                  <a:lnTo>
                    <a:pt x="448775" y="5962339"/>
                  </a:lnTo>
                  <a:lnTo>
                    <a:pt x="448900" y="5962339"/>
                  </a:lnTo>
                  <a:lnTo>
                    <a:pt x="449025" y="5962339"/>
                  </a:lnTo>
                  <a:lnTo>
                    <a:pt x="449150" y="5962339"/>
                  </a:lnTo>
                  <a:lnTo>
                    <a:pt x="449275" y="5962339"/>
                  </a:lnTo>
                  <a:lnTo>
                    <a:pt x="449525" y="5962339"/>
                  </a:lnTo>
                  <a:lnTo>
                    <a:pt x="449775" y="5962339"/>
                  </a:lnTo>
                  <a:lnTo>
                    <a:pt x="449900" y="5962339"/>
                  </a:lnTo>
                  <a:lnTo>
                    <a:pt x="450150" y="5962339"/>
                  </a:lnTo>
                  <a:lnTo>
                    <a:pt x="450400" y="5962339"/>
                  </a:lnTo>
                  <a:lnTo>
                    <a:pt x="451025" y="5962339"/>
                  </a:lnTo>
                  <a:lnTo>
                    <a:pt x="451275" y="5962339"/>
                  </a:lnTo>
                  <a:lnTo>
                    <a:pt x="451525" y="5962339"/>
                  </a:lnTo>
                  <a:lnTo>
                    <a:pt x="451650" y="5962339"/>
                  </a:lnTo>
                  <a:lnTo>
                    <a:pt x="452151" y="5962339"/>
                  </a:lnTo>
                  <a:lnTo>
                    <a:pt x="452276" y="5962339"/>
                  </a:lnTo>
                  <a:lnTo>
                    <a:pt x="452651" y="5962339"/>
                  </a:lnTo>
                  <a:lnTo>
                    <a:pt x="452776" y="5962339"/>
                  </a:lnTo>
                  <a:lnTo>
                    <a:pt x="453151" y="5962339"/>
                  </a:lnTo>
                  <a:lnTo>
                    <a:pt x="453276" y="5962339"/>
                  </a:lnTo>
                  <a:lnTo>
                    <a:pt x="453401" y="5962339"/>
                  </a:lnTo>
                  <a:lnTo>
                    <a:pt x="453526" y="5962339"/>
                  </a:lnTo>
                  <a:lnTo>
                    <a:pt x="453651" y="5962339"/>
                  </a:lnTo>
                  <a:lnTo>
                    <a:pt x="453901" y="5962339"/>
                  </a:lnTo>
                  <a:lnTo>
                    <a:pt x="454026" y="5962339"/>
                  </a:lnTo>
                  <a:lnTo>
                    <a:pt x="454151" y="5962339"/>
                  </a:lnTo>
                  <a:lnTo>
                    <a:pt x="454276" y="5962339"/>
                  </a:lnTo>
                  <a:lnTo>
                    <a:pt x="454401" y="5962339"/>
                  </a:lnTo>
                  <a:lnTo>
                    <a:pt x="454526" y="5952385"/>
                  </a:lnTo>
                  <a:lnTo>
                    <a:pt x="454777" y="5952385"/>
                  </a:lnTo>
                  <a:lnTo>
                    <a:pt x="454902" y="5952385"/>
                  </a:lnTo>
                  <a:lnTo>
                    <a:pt x="455152" y="5952385"/>
                  </a:lnTo>
                  <a:lnTo>
                    <a:pt x="455277" y="5952385"/>
                  </a:lnTo>
                  <a:lnTo>
                    <a:pt x="455402" y="5952385"/>
                  </a:lnTo>
                  <a:lnTo>
                    <a:pt x="455652" y="5942432"/>
                  </a:lnTo>
                  <a:lnTo>
                    <a:pt x="455777" y="5942432"/>
                  </a:lnTo>
                  <a:lnTo>
                    <a:pt x="455902" y="5942432"/>
                  </a:lnTo>
                  <a:lnTo>
                    <a:pt x="456027" y="5942432"/>
                  </a:lnTo>
                  <a:lnTo>
                    <a:pt x="456277" y="5942432"/>
                  </a:lnTo>
                  <a:lnTo>
                    <a:pt x="456527" y="5942432"/>
                  </a:lnTo>
                  <a:lnTo>
                    <a:pt x="456652" y="5942432"/>
                  </a:lnTo>
                  <a:lnTo>
                    <a:pt x="456777" y="5942432"/>
                  </a:lnTo>
                  <a:lnTo>
                    <a:pt x="457027" y="5942432"/>
                  </a:lnTo>
                  <a:lnTo>
                    <a:pt x="457152" y="5942432"/>
                  </a:lnTo>
                  <a:lnTo>
                    <a:pt x="457277" y="5942432"/>
                  </a:lnTo>
                  <a:lnTo>
                    <a:pt x="457527" y="5942432"/>
                  </a:lnTo>
                  <a:lnTo>
                    <a:pt x="457652" y="5932478"/>
                  </a:lnTo>
                  <a:lnTo>
                    <a:pt x="457778" y="5932478"/>
                  </a:lnTo>
                  <a:lnTo>
                    <a:pt x="458153" y="5932478"/>
                  </a:lnTo>
                  <a:lnTo>
                    <a:pt x="458278" y="5932478"/>
                  </a:lnTo>
                  <a:lnTo>
                    <a:pt x="458528" y="5932478"/>
                  </a:lnTo>
                  <a:lnTo>
                    <a:pt x="458653" y="5932478"/>
                  </a:lnTo>
                  <a:lnTo>
                    <a:pt x="458778" y="5932478"/>
                  </a:lnTo>
                  <a:lnTo>
                    <a:pt x="458903" y="5932478"/>
                  </a:lnTo>
                  <a:lnTo>
                    <a:pt x="459028" y="5932478"/>
                  </a:lnTo>
                  <a:lnTo>
                    <a:pt x="459278" y="5932478"/>
                  </a:lnTo>
                  <a:lnTo>
                    <a:pt x="459528" y="5932478"/>
                  </a:lnTo>
                  <a:lnTo>
                    <a:pt x="459653" y="5932478"/>
                  </a:lnTo>
                  <a:lnTo>
                    <a:pt x="459778" y="5932478"/>
                  </a:lnTo>
                  <a:lnTo>
                    <a:pt x="459903" y="5932478"/>
                  </a:lnTo>
                  <a:lnTo>
                    <a:pt x="460403" y="5932478"/>
                  </a:lnTo>
                  <a:lnTo>
                    <a:pt x="460653" y="5932478"/>
                  </a:lnTo>
                  <a:lnTo>
                    <a:pt x="460779" y="5932478"/>
                  </a:lnTo>
                  <a:lnTo>
                    <a:pt x="460904" y="5932478"/>
                  </a:lnTo>
                  <a:lnTo>
                    <a:pt x="461154" y="5932478"/>
                  </a:lnTo>
                  <a:lnTo>
                    <a:pt x="461279" y="5932478"/>
                  </a:lnTo>
                  <a:lnTo>
                    <a:pt x="461404" y="5932478"/>
                  </a:lnTo>
                  <a:lnTo>
                    <a:pt x="461529" y="5932478"/>
                  </a:lnTo>
                  <a:lnTo>
                    <a:pt x="461654" y="5932478"/>
                  </a:lnTo>
                  <a:lnTo>
                    <a:pt x="461904" y="5932478"/>
                  </a:lnTo>
                  <a:lnTo>
                    <a:pt x="462279" y="5932478"/>
                  </a:lnTo>
                  <a:lnTo>
                    <a:pt x="462404" y="5932478"/>
                  </a:lnTo>
                  <a:lnTo>
                    <a:pt x="462654" y="5932478"/>
                  </a:lnTo>
                  <a:lnTo>
                    <a:pt x="462904" y="5932478"/>
                  </a:lnTo>
                  <a:lnTo>
                    <a:pt x="463279" y="5932478"/>
                  </a:lnTo>
                  <a:lnTo>
                    <a:pt x="463529" y="5932478"/>
                  </a:lnTo>
                  <a:lnTo>
                    <a:pt x="463654" y="5932478"/>
                  </a:lnTo>
                  <a:lnTo>
                    <a:pt x="463905" y="5932478"/>
                  </a:lnTo>
                  <a:lnTo>
                    <a:pt x="464030" y="5932478"/>
                  </a:lnTo>
                  <a:lnTo>
                    <a:pt x="464530" y="5932478"/>
                  </a:lnTo>
                  <a:lnTo>
                    <a:pt x="464655" y="5932478"/>
                  </a:lnTo>
                  <a:lnTo>
                    <a:pt x="465030" y="5932478"/>
                  </a:lnTo>
                  <a:lnTo>
                    <a:pt x="465280" y="5932478"/>
                  </a:lnTo>
                  <a:lnTo>
                    <a:pt x="465530" y="5932478"/>
                  </a:lnTo>
                  <a:lnTo>
                    <a:pt x="465655" y="5932478"/>
                  </a:lnTo>
                  <a:lnTo>
                    <a:pt x="466030" y="5932478"/>
                  </a:lnTo>
                  <a:lnTo>
                    <a:pt x="466280" y="5932478"/>
                  </a:lnTo>
                  <a:lnTo>
                    <a:pt x="466405" y="5932478"/>
                  </a:lnTo>
                  <a:lnTo>
                    <a:pt x="466530" y="5932478"/>
                  </a:lnTo>
                  <a:lnTo>
                    <a:pt x="466781" y="5932478"/>
                  </a:lnTo>
                  <a:lnTo>
                    <a:pt x="467031" y="5932478"/>
                  </a:lnTo>
                  <a:lnTo>
                    <a:pt x="467281" y="5932478"/>
                  </a:lnTo>
                  <a:lnTo>
                    <a:pt x="467406" y="5932478"/>
                  </a:lnTo>
                  <a:lnTo>
                    <a:pt x="467656" y="5932478"/>
                  </a:lnTo>
                  <a:lnTo>
                    <a:pt x="467781" y="5932478"/>
                  </a:lnTo>
                  <a:lnTo>
                    <a:pt x="467906" y="5932478"/>
                  </a:lnTo>
                  <a:lnTo>
                    <a:pt x="468031" y="5932478"/>
                  </a:lnTo>
                  <a:lnTo>
                    <a:pt x="468156" y="5932478"/>
                  </a:lnTo>
                  <a:lnTo>
                    <a:pt x="468281" y="5932478"/>
                  </a:lnTo>
                  <a:lnTo>
                    <a:pt x="468406" y="5932478"/>
                  </a:lnTo>
                  <a:lnTo>
                    <a:pt x="468531" y="5932478"/>
                  </a:lnTo>
                  <a:lnTo>
                    <a:pt x="468656" y="5932478"/>
                  </a:lnTo>
                  <a:lnTo>
                    <a:pt x="468781" y="5932478"/>
                  </a:lnTo>
                  <a:lnTo>
                    <a:pt x="468906" y="5932478"/>
                  </a:lnTo>
                  <a:lnTo>
                    <a:pt x="469156" y="5932478"/>
                  </a:lnTo>
                  <a:lnTo>
                    <a:pt x="469281" y="5932478"/>
                  </a:lnTo>
                  <a:lnTo>
                    <a:pt x="469657" y="5932478"/>
                  </a:lnTo>
                  <a:lnTo>
                    <a:pt x="469782" y="5932478"/>
                  </a:lnTo>
                  <a:lnTo>
                    <a:pt x="469907" y="5932478"/>
                  </a:lnTo>
                  <a:lnTo>
                    <a:pt x="470032" y="5932478"/>
                  </a:lnTo>
                  <a:lnTo>
                    <a:pt x="470282" y="5932478"/>
                  </a:lnTo>
                  <a:lnTo>
                    <a:pt x="470532" y="5932478"/>
                  </a:lnTo>
                  <a:lnTo>
                    <a:pt x="470657" y="5932478"/>
                  </a:lnTo>
                  <a:lnTo>
                    <a:pt x="471032" y="5932478"/>
                  </a:lnTo>
                  <a:lnTo>
                    <a:pt x="471157" y="5932478"/>
                  </a:lnTo>
                  <a:lnTo>
                    <a:pt x="471657" y="5932478"/>
                  </a:lnTo>
                  <a:lnTo>
                    <a:pt x="471782" y="5932478"/>
                  </a:lnTo>
                  <a:lnTo>
                    <a:pt x="472282" y="5932478"/>
                  </a:lnTo>
                  <a:lnTo>
                    <a:pt x="472282" y="5922524"/>
                  </a:lnTo>
                  <a:lnTo>
                    <a:pt x="472407" y="5922524"/>
                  </a:lnTo>
                  <a:lnTo>
                    <a:pt x="472532" y="5922524"/>
                  </a:lnTo>
                  <a:lnTo>
                    <a:pt x="472783" y="5922524"/>
                  </a:lnTo>
                  <a:lnTo>
                    <a:pt x="472908" y="5922524"/>
                  </a:lnTo>
                  <a:lnTo>
                    <a:pt x="473033" y="5922524"/>
                  </a:lnTo>
                  <a:lnTo>
                    <a:pt x="473158" y="5922524"/>
                  </a:lnTo>
                  <a:lnTo>
                    <a:pt x="473283" y="5922524"/>
                  </a:lnTo>
                  <a:lnTo>
                    <a:pt x="473658" y="5922524"/>
                  </a:lnTo>
                  <a:lnTo>
                    <a:pt x="473783" y="5922524"/>
                  </a:lnTo>
                  <a:lnTo>
                    <a:pt x="474408" y="5922524"/>
                  </a:lnTo>
                  <a:lnTo>
                    <a:pt x="474783" y="5922524"/>
                  </a:lnTo>
                  <a:lnTo>
                    <a:pt x="474908" y="5922524"/>
                  </a:lnTo>
                  <a:lnTo>
                    <a:pt x="475158" y="5922524"/>
                  </a:lnTo>
                  <a:lnTo>
                    <a:pt x="475408" y="5922524"/>
                  </a:lnTo>
                  <a:lnTo>
                    <a:pt x="475533" y="5922524"/>
                  </a:lnTo>
                  <a:lnTo>
                    <a:pt x="475909" y="5922524"/>
                  </a:lnTo>
                  <a:lnTo>
                    <a:pt x="476034" y="5922524"/>
                  </a:lnTo>
                  <a:lnTo>
                    <a:pt x="476284" y="5922524"/>
                  </a:lnTo>
                  <a:lnTo>
                    <a:pt x="476409" y="5922524"/>
                  </a:lnTo>
                  <a:lnTo>
                    <a:pt x="476534" y="5922524"/>
                  </a:lnTo>
                  <a:lnTo>
                    <a:pt x="476659" y="5922524"/>
                  </a:lnTo>
                  <a:lnTo>
                    <a:pt x="477034" y="5922524"/>
                  </a:lnTo>
                  <a:lnTo>
                    <a:pt x="477284" y="5922524"/>
                  </a:lnTo>
                  <a:lnTo>
                    <a:pt x="477409" y="5922524"/>
                  </a:lnTo>
                  <a:lnTo>
                    <a:pt x="477534" y="5922524"/>
                  </a:lnTo>
                  <a:lnTo>
                    <a:pt x="477909" y="5922524"/>
                  </a:lnTo>
                  <a:lnTo>
                    <a:pt x="478034" y="5922524"/>
                  </a:lnTo>
                  <a:lnTo>
                    <a:pt x="478284" y="5922524"/>
                  </a:lnTo>
                  <a:lnTo>
                    <a:pt x="478409" y="5922524"/>
                  </a:lnTo>
                  <a:lnTo>
                    <a:pt x="478534" y="5922524"/>
                  </a:lnTo>
                  <a:lnTo>
                    <a:pt x="478660" y="5922524"/>
                  </a:lnTo>
                  <a:lnTo>
                    <a:pt x="478785" y="5922524"/>
                  </a:lnTo>
                  <a:lnTo>
                    <a:pt x="478910" y="5922524"/>
                  </a:lnTo>
                  <a:lnTo>
                    <a:pt x="479035" y="5922524"/>
                  </a:lnTo>
                  <a:lnTo>
                    <a:pt x="479160" y="5922524"/>
                  </a:lnTo>
                  <a:lnTo>
                    <a:pt x="479410" y="5922524"/>
                  </a:lnTo>
                  <a:lnTo>
                    <a:pt x="479785" y="5922524"/>
                  </a:lnTo>
                  <a:lnTo>
                    <a:pt x="480535" y="5922524"/>
                  </a:lnTo>
                  <a:lnTo>
                    <a:pt x="480910" y="5922524"/>
                  </a:lnTo>
                  <a:lnTo>
                    <a:pt x="481160" y="5922524"/>
                  </a:lnTo>
                  <a:lnTo>
                    <a:pt x="481285" y="5922524"/>
                  </a:lnTo>
                  <a:lnTo>
                    <a:pt x="481410" y="5922524"/>
                  </a:lnTo>
                  <a:lnTo>
                    <a:pt x="481786" y="5922524"/>
                  </a:lnTo>
                  <a:lnTo>
                    <a:pt x="482036" y="5922524"/>
                  </a:lnTo>
                  <a:lnTo>
                    <a:pt x="482161" y="5922524"/>
                  </a:lnTo>
                  <a:lnTo>
                    <a:pt x="482536" y="5922524"/>
                  </a:lnTo>
                  <a:lnTo>
                    <a:pt x="482661" y="5922524"/>
                  </a:lnTo>
                  <a:lnTo>
                    <a:pt x="483286" y="5922524"/>
                  </a:lnTo>
                  <a:lnTo>
                    <a:pt x="483411" y="5922524"/>
                  </a:lnTo>
                  <a:lnTo>
                    <a:pt x="483911" y="5922524"/>
                  </a:lnTo>
                  <a:lnTo>
                    <a:pt x="484036" y="5922524"/>
                  </a:lnTo>
                  <a:lnTo>
                    <a:pt x="484161" y="5922524"/>
                  </a:lnTo>
                  <a:lnTo>
                    <a:pt x="484286" y="5912570"/>
                  </a:lnTo>
                  <a:lnTo>
                    <a:pt x="484411" y="5912570"/>
                  </a:lnTo>
                  <a:lnTo>
                    <a:pt x="484662" y="5912570"/>
                  </a:lnTo>
                  <a:lnTo>
                    <a:pt x="484787" y="5912570"/>
                  </a:lnTo>
                  <a:lnTo>
                    <a:pt x="484912" y="5912570"/>
                  </a:lnTo>
                  <a:lnTo>
                    <a:pt x="485162" y="5912570"/>
                  </a:lnTo>
                  <a:lnTo>
                    <a:pt x="485287" y="5912570"/>
                  </a:lnTo>
                  <a:lnTo>
                    <a:pt x="485662" y="5912570"/>
                  </a:lnTo>
                  <a:lnTo>
                    <a:pt x="485787" y="5912570"/>
                  </a:lnTo>
                  <a:lnTo>
                    <a:pt x="486037" y="5912570"/>
                  </a:lnTo>
                  <a:lnTo>
                    <a:pt x="486287" y="5912570"/>
                  </a:lnTo>
                  <a:lnTo>
                    <a:pt x="486537" y="5912570"/>
                  </a:lnTo>
                  <a:lnTo>
                    <a:pt x="487162" y="5912570"/>
                  </a:lnTo>
                  <a:lnTo>
                    <a:pt x="487287" y="5912570"/>
                  </a:lnTo>
                  <a:lnTo>
                    <a:pt x="487537" y="5912570"/>
                  </a:lnTo>
                  <a:lnTo>
                    <a:pt x="487788" y="5912570"/>
                  </a:lnTo>
                  <a:lnTo>
                    <a:pt x="488288" y="5912570"/>
                  </a:lnTo>
                  <a:lnTo>
                    <a:pt x="488538" y="5912570"/>
                  </a:lnTo>
                  <a:lnTo>
                    <a:pt x="489038" y="5912570"/>
                  </a:lnTo>
                  <a:lnTo>
                    <a:pt x="489163" y="5912570"/>
                  </a:lnTo>
                  <a:lnTo>
                    <a:pt x="489288" y="5912570"/>
                  </a:lnTo>
                  <a:lnTo>
                    <a:pt x="489913" y="5912570"/>
                  </a:lnTo>
                  <a:lnTo>
                    <a:pt x="490038" y="5912570"/>
                  </a:lnTo>
                  <a:lnTo>
                    <a:pt x="490288" y="5912570"/>
                  </a:lnTo>
                  <a:lnTo>
                    <a:pt x="490413" y="5912570"/>
                  </a:lnTo>
                  <a:lnTo>
                    <a:pt x="490538" y="5912570"/>
                  </a:lnTo>
                  <a:lnTo>
                    <a:pt x="490664" y="5912570"/>
                  </a:lnTo>
                  <a:lnTo>
                    <a:pt x="490789" y="5912570"/>
                  </a:lnTo>
                  <a:lnTo>
                    <a:pt x="491414" y="5912570"/>
                  </a:lnTo>
                  <a:lnTo>
                    <a:pt x="491539" y="5912570"/>
                  </a:lnTo>
                  <a:lnTo>
                    <a:pt x="491664" y="5912570"/>
                  </a:lnTo>
                  <a:lnTo>
                    <a:pt x="492039" y="5912570"/>
                  </a:lnTo>
                  <a:lnTo>
                    <a:pt x="492164" y="5912570"/>
                  </a:lnTo>
                  <a:lnTo>
                    <a:pt x="492289" y="5912570"/>
                  </a:lnTo>
                  <a:lnTo>
                    <a:pt x="492414" y="5912570"/>
                  </a:lnTo>
                  <a:lnTo>
                    <a:pt x="492664" y="5912570"/>
                  </a:lnTo>
                  <a:lnTo>
                    <a:pt x="492789" y="5912570"/>
                  </a:lnTo>
                  <a:lnTo>
                    <a:pt x="493164" y="5912570"/>
                  </a:lnTo>
                  <a:lnTo>
                    <a:pt x="493289" y="5912570"/>
                  </a:lnTo>
                  <a:lnTo>
                    <a:pt x="493539" y="5912570"/>
                  </a:lnTo>
                  <a:lnTo>
                    <a:pt x="493790" y="5912570"/>
                  </a:lnTo>
                  <a:lnTo>
                    <a:pt x="493915" y="5912570"/>
                  </a:lnTo>
                  <a:lnTo>
                    <a:pt x="494040" y="5912570"/>
                  </a:lnTo>
                  <a:lnTo>
                    <a:pt x="494165" y="5902616"/>
                  </a:lnTo>
                  <a:lnTo>
                    <a:pt x="494290" y="5902616"/>
                  </a:lnTo>
                  <a:lnTo>
                    <a:pt x="494415" y="5902616"/>
                  </a:lnTo>
                  <a:lnTo>
                    <a:pt x="494540" y="5902616"/>
                  </a:lnTo>
                  <a:lnTo>
                    <a:pt x="494665" y="5902616"/>
                  </a:lnTo>
                  <a:lnTo>
                    <a:pt x="494790" y="5902616"/>
                  </a:lnTo>
                  <a:lnTo>
                    <a:pt x="495040" y="5902616"/>
                  </a:lnTo>
                  <a:lnTo>
                    <a:pt x="495165" y="5902616"/>
                  </a:lnTo>
                  <a:lnTo>
                    <a:pt x="495415" y="5902616"/>
                  </a:lnTo>
                  <a:lnTo>
                    <a:pt x="495540" y="5902616"/>
                  </a:lnTo>
                  <a:lnTo>
                    <a:pt x="495790" y="5902616"/>
                  </a:lnTo>
                  <a:lnTo>
                    <a:pt x="496165" y="5902616"/>
                  </a:lnTo>
                  <a:lnTo>
                    <a:pt x="496290" y="5902616"/>
                  </a:lnTo>
                  <a:lnTo>
                    <a:pt x="496415" y="5902616"/>
                  </a:lnTo>
                  <a:lnTo>
                    <a:pt x="496666" y="5902616"/>
                  </a:lnTo>
                  <a:lnTo>
                    <a:pt x="496916" y="5902616"/>
                  </a:lnTo>
                  <a:lnTo>
                    <a:pt x="497041" y="5902616"/>
                  </a:lnTo>
                  <a:lnTo>
                    <a:pt x="497166" y="5902616"/>
                  </a:lnTo>
                  <a:lnTo>
                    <a:pt x="497291" y="5902616"/>
                  </a:lnTo>
                  <a:lnTo>
                    <a:pt x="497416" y="5902616"/>
                  </a:lnTo>
                  <a:lnTo>
                    <a:pt x="497666" y="5902616"/>
                  </a:lnTo>
                  <a:lnTo>
                    <a:pt x="497916" y="5902616"/>
                  </a:lnTo>
                  <a:lnTo>
                    <a:pt x="498041" y="5902616"/>
                  </a:lnTo>
                  <a:lnTo>
                    <a:pt x="498416" y="5902616"/>
                  </a:lnTo>
                  <a:lnTo>
                    <a:pt x="498916" y="5902616"/>
                  </a:lnTo>
                  <a:lnTo>
                    <a:pt x="499166" y="5902616"/>
                  </a:lnTo>
                  <a:lnTo>
                    <a:pt x="499291" y="5902616"/>
                  </a:lnTo>
                  <a:lnTo>
                    <a:pt x="499416" y="5902616"/>
                  </a:lnTo>
                  <a:lnTo>
                    <a:pt x="499541" y="5902616"/>
                  </a:lnTo>
                  <a:lnTo>
                    <a:pt x="499917" y="5902616"/>
                  </a:lnTo>
                  <a:lnTo>
                    <a:pt x="500042" y="5902616"/>
                  </a:lnTo>
                  <a:lnTo>
                    <a:pt x="500167" y="5902616"/>
                  </a:lnTo>
                  <a:lnTo>
                    <a:pt x="500292" y="5902616"/>
                  </a:lnTo>
                  <a:lnTo>
                    <a:pt x="500542" y="5902616"/>
                  </a:lnTo>
                  <a:lnTo>
                    <a:pt x="500667" y="5902616"/>
                  </a:lnTo>
                  <a:lnTo>
                    <a:pt x="500792" y="5902616"/>
                  </a:lnTo>
                  <a:lnTo>
                    <a:pt x="500917" y="5902616"/>
                  </a:lnTo>
                  <a:lnTo>
                    <a:pt x="501542" y="5902616"/>
                  </a:lnTo>
                  <a:lnTo>
                    <a:pt x="501667" y="5902616"/>
                  </a:lnTo>
                  <a:lnTo>
                    <a:pt x="501792" y="5902616"/>
                  </a:lnTo>
                  <a:lnTo>
                    <a:pt x="501917" y="5902616"/>
                  </a:lnTo>
                  <a:lnTo>
                    <a:pt x="502042" y="5902616"/>
                  </a:lnTo>
                  <a:lnTo>
                    <a:pt x="502167" y="5902616"/>
                  </a:lnTo>
                  <a:lnTo>
                    <a:pt x="502292" y="5902616"/>
                  </a:lnTo>
                  <a:lnTo>
                    <a:pt x="502542" y="5892663"/>
                  </a:lnTo>
                  <a:lnTo>
                    <a:pt x="502918" y="5892663"/>
                  </a:lnTo>
                  <a:lnTo>
                    <a:pt x="503043" y="5892663"/>
                  </a:lnTo>
                  <a:lnTo>
                    <a:pt x="503168" y="5892663"/>
                  </a:lnTo>
                  <a:lnTo>
                    <a:pt x="503293" y="5892663"/>
                  </a:lnTo>
                  <a:lnTo>
                    <a:pt x="503418" y="5892663"/>
                  </a:lnTo>
                  <a:lnTo>
                    <a:pt x="503793" y="5892663"/>
                  </a:lnTo>
                  <a:lnTo>
                    <a:pt x="503918" y="5892663"/>
                  </a:lnTo>
                  <a:lnTo>
                    <a:pt x="504043" y="5892663"/>
                  </a:lnTo>
                  <a:lnTo>
                    <a:pt x="504543" y="5892663"/>
                  </a:lnTo>
                  <a:lnTo>
                    <a:pt x="504668" y="5892663"/>
                  </a:lnTo>
                  <a:lnTo>
                    <a:pt x="504793" y="5892663"/>
                  </a:lnTo>
                  <a:lnTo>
                    <a:pt x="504918" y="5892663"/>
                  </a:lnTo>
                  <a:lnTo>
                    <a:pt x="505043" y="5892663"/>
                  </a:lnTo>
                  <a:lnTo>
                    <a:pt x="505168" y="5892663"/>
                  </a:lnTo>
                  <a:lnTo>
                    <a:pt x="505293" y="5892663"/>
                  </a:lnTo>
                  <a:lnTo>
                    <a:pt x="505544" y="5892663"/>
                  </a:lnTo>
                  <a:lnTo>
                    <a:pt x="505669" y="5892663"/>
                  </a:lnTo>
                  <a:lnTo>
                    <a:pt x="505919" y="5892663"/>
                  </a:lnTo>
                  <a:lnTo>
                    <a:pt x="506169" y="5892663"/>
                  </a:lnTo>
                  <a:lnTo>
                    <a:pt x="506294" y="5892663"/>
                  </a:lnTo>
                  <a:lnTo>
                    <a:pt x="506419" y="5892663"/>
                  </a:lnTo>
                  <a:lnTo>
                    <a:pt x="506794" y="5892663"/>
                  </a:lnTo>
                  <a:lnTo>
                    <a:pt x="506919" y="5892663"/>
                  </a:lnTo>
                  <a:lnTo>
                    <a:pt x="507294" y="5892663"/>
                  </a:lnTo>
                  <a:lnTo>
                    <a:pt x="507419" y="5892663"/>
                  </a:lnTo>
                  <a:lnTo>
                    <a:pt x="507669" y="5892663"/>
                  </a:lnTo>
                  <a:lnTo>
                    <a:pt x="507919" y="5892663"/>
                  </a:lnTo>
                  <a:lnTo>
                    <a:pt x="508294" y="5892663"/>
                  </a:lnTo>
                  <a:lnTo>
                    <a:pt x="508419" y="5892663"/>
                  </a:lnTo>
                  <a:lnTo>
                    <a:pt x="508670" y="5892663"/>
                  </a:lnTo>
                  <a:lnTo>
                    <a:pt x="509045" y="5892663"/>
                  </a:lnTo>
                  <a:lnTo>
                    <a:pt x="509295" y="5892663"/>
                  </a:lnTo>
                  <a:lnTo>
                    <a:pt x="509420" y="5892663"/>
                  </a:lnTo>
                  <a:lnTo>
                    <a:pt x="509545" y="5892663"/>
                  </a:lnTo>
                  <a:lnTo>
                    <a:pt x="509670" y="5892663"/>
                  </a:lnTo>
                  <a:lnTo>
                    <a:pt x="509795" y="5892663"/>
                  </a:lnTo>
                  <a:lnTo>
                    <a:pt x="509920" y="5892663"/>
                  </a:lnTo>
                  <a:lnTo>
                    <a:pt x="510045" y="5892663"/>
                  </a:lnTo>
                  <a:lnTo>
                    <a:pt x="510670" y="5892663"/>
                  </a:lnTo>
                  <a:lnTo>
                    <a:pt x="510795" y="5892663"/>
                  </a:lnTo>
                  <a:lnTo>
                    <a:pt x="510920" y="5892663"/>
                  </a:lnTo>
                  <a:lnTo>
                    <a:pt x="511045" y="5892663"/>
                  </a:lnTo>
                  <a:lnTo>
                    <a:pt x="511170" y="5892663"/>
                  </a:lnTo>
                  <a:lnTo>
                    <a:pt x="511295" y="5892663"/>
                  </a:lnTo>
                  <a:lnTo>
                    <a:pt x="511420" y="5892663"/>
                  </a:lnTo>
                  <a:lnTo>
                    <a:pt x="511671" y="5892663"/>
                  </a:lnTo>
                  <a:lnTo>
                    <a:pt x="511796" y="5892663"/>
                  </a:lnTo>
                  <a:lnTo>
                    <a:pt x="511921" y="5892663"/>
                  </a:lnTo>
                  <a:lnTo>
                    <a:pt x="512046" y="5892663"/>
                  </a:lnTo>
                  <a:lnTo>
                    <a:pt x="512171" y="5892663"/>
                  </a:lnTo>
                  <a:lnTo>
                    <a:pt x="512296" y="5892663"/>
                  </a:lnTo>
                  <a:lnTo>
                    <a:pt x="512421" y="5892663"/>
                  </a:lnTo>
                  <a:lnTo>
                    <a:pt x="512796" y="5892663"/>
                  </a:lnTo>
                  <a:lnTo>
                    <a:pt x="512921" y="5892663"/>
                  </a:lnTo>
                  <a:lnTo>
                    <a:pt x="513171" y="5892663"/>
                  </a:lnTo>
                  <a:lnTo>
                    <a:pt x="513296" y="5892663"/>
                  </a:lnTo>
                  <a:lnTo>
                    <a:pt x="513671" y="5892663"/>
                  </a:lnTo>
                  <a:lnTo>
                    <a:pt x="513921" y="5892663"/>
                  </a:lnTo>
                  <a:lnTo>
                    <a:pt x="514046" y="5892663"/>
                  </a:lnTo>
                  <a:lnTo>
                    <a:pt x="514296" y="5892663"/>
                  </a:lnTo>
                  <a:lnTo>
                    <a:pt x="514421" y="5892663"/>
                  </a:lnTo>
                  <a:lnTo>
                    <a:pt x="514797" y="5892663"/>
                  </a:lnTo>
                  <a:lnTo>
                    <a:pt x="515047" y="5892663"/>
                  </a:lnTo>
                  <a:lnTo>
                    <a:pt x="515172" y="5892663"/>
                  </a:lnTo>
                  <a:lnTo>
                    <a:pt x="515297" y="5892663"/>
                  </a:lnTo>
                  <a:lnTo>
                    <a:pt x="515797" y="5892663"/>
                  </a:lnTo>
                  <a:lnTo>
                    <a:pt x="515922" y="5892663"/>
                  </a:lnTo>
                  <a:lnTo>
                    <a:pt x="516047" y="5892663"/>
                  </a:lnTo>
                  <a:lnTo>
                    <a:pt x="516172" y="5892663"/>
                  </a:lnTo>
                  <a:lnTo>
                    <a:pt x="516297" y="5892663"/>
                  </a:lnTo>
                  <a:lnTo>
                    <a:pt x="516547" y="5892663"/>
                  </a:lnTo>
                  <a:lnTo>
                    <a:pt x="516672" y="5892663"/>
                  </a:lnTo>
                  <a:lnTo>
                    <a:pt x="517172" y="5892663"/>
                  </a:lnTo>
                  <a:lnTo>
                    <a:pt x="517297" y="5892663"/>
                  </a:lnTo>
                  <a:lnTo>
                    <a:pt x="517422" y="5892663"/>
                  </a:lnTo>
                  <a:lnTo>
                    <a:pt x="517798" y="5892663"/>
                  </a:lnTo>
                  <a:lnTo>
                    <a:pt x="518048" y="5892663"/>
                  </a:lnTo>
                  <a:lnTo>
                    <a:pt x="518298" y="5892663"/>
                  </a:lnTo>
                  <a:lnTo>
                    <a:pt x="518548" y="5892663"/>
                  </a:lnTo>
                  <a:lnTo>
                    <a:pt x="519173" y="5892663"/>
                  </a:lnTo>
                  <a:lnTo>
                    <a:pt x="519298" y="5892663"/>
                  </a:lnTo>
                  <a:lnTo>
                    <a:pt x="519673" y="5892663"/>
                  </a:lnTo>
                  <a:lnTo>
                    <a:pt x="519923" y="5892663"/>
                  </a:lnTo>
                  <a:lnTo>
                    <a:pt x="520173" y="5892663"/>
                  </a:lnTo>
                  <a:lnTo>
                    <a:pt x="520423" y="5892663"/>
                  </a:lnTo>
                  <a:lnTo>
                    <a:pt x="520674" y="5892663"/>
                  </a:lnTo>
                  <a:lnTo>
                    <a:pt x="521049" y="5892663"/>
                  </a:lnTo>
                  <a:lnTo>
                    <a:pt x="521174" y="5892663"/>
                  </a:lnTo>
                  <a:lnTo>
                    <a:pt x="521299" y="5892663"/>
                  </a:lnTo>
                  <a:lnTo>
                    <a:pt x="521549" y="5892663"/>
                  </a:lnTo>
                  <a:lnTo>
                    <a:pt x="521674" y="5892663"/>
                  </a:lnTo>
                  <a:lnTo>
                    <a:pt x="521799" y="5892663"/>
                  </a:lnTo>
                  <a:lnTo>
                    <a:pt x="522049" y="5892663"/>
                  </a:lnTo>
                  <a:lnTo>
                    <a:pt x="522174" y="5892663"/>
                  </a:lnTo>
                  <a:lnTo>
                    <a:pt x="522674" y="5892663"/>
                  </a:lnTo>
                  <a:lnTo>
                    <a:pt x="522924" y="5892663"/>
                  </a:lnTo>
                  <a:lnTo>
                    <a:pt x="523550" y="5892663"/>
                  </a:lnTo>
                  <a:lnTo>
                    <a:pt x="523675" y="5892663"/>
                  </a:lnTo>
                  <a:lnTo>
                    <a:pt x="523925" y="5892663"/>
                  </a:lnTo>
                  <a:lnTo>
                    <a:pt x="524175" y="5892663"/>
                  </a:lnTo>
                  <a:lnTo>
                    <a:pt x="524425" y="5882709"/>
                  </a:lnTo>
                  <a:lnTo>
                    <a:pt x="524550" y="5882709"/>
                  </a:lnTo>
                  <a:lnTo>
                    <a:pt x="524800" y="5882709"/>
                  </a:lnTo>
                  <a:lnTo>
                    <a:pt x="524925" y="5882709"/>
                  </a:lnTo>
                  <a:lnTo>
                    <a:pt x="525050" y="5882709"/>
                  </a:lnTo>
                  <a:lnTo>
                    <a:pt x="525300" y="5882709"/>
                  </a:lnTo>
                  <a:lnTo>
                    <a:pt x="525425" y="5882709"/>
                  </a:lnTo>
                  <a:lnTo>
                    <a:pt x="525550" y="5882709"/>
                  </a:lnTo>
                  <a:lnTo>
                    <a:pt x="525675" y="5882709"/>
                  </a:lnTo>
                  <a:lnTo>
                    <a:pt x="526050" y="5882709"/>
                  </a:lnTo>
                  <a:lnTo>
                    <a:pt x="526425" y="5882709"/>
                  </a:lnTo>
                  <a:lnTo>
                    <a:pt x="526551" y="5882709"/>
                  </a:lnTo>
                  <a:lnTo>
                    <a:pt x="526676" y="5882709"/>
                  </a:lnTo>
                  <a:lnTo>
                    <a:pt x="526926" y="5882709"/>
                  </a:lnTo>
                  <a:lnTo>
                    <a:pt x="527176" y="5872755"/>
                  </a:lnTo>
                  <a:lnTo>
                    <a:pt x="527551" y="5872755"/>
                  </a:lnTo>
                  <a:lnTo>
                    <a:pt x="527926" y="5872755"/>
                  </a:lnTo>
                  <a:lnTo>
                    <a:pt x="528176" y="5872755"/>
                  </a:lnTo>
                  <a:lnTo>
                    <a:pt x="528301" y="5872755"/>
                  </a:lnTo>
                  <a:lnTo>
                    <a:pt x="528426" y="5872755"/>
                  </a:lnTo>
                  <a:lnTo>
                    <a:pt x="528676" y="5872755"/>
                  </a:lnTo>
                  <a:lnTo>
                    <a:pt x="528801" y="5872755"/>
                  </a:lnTo>
                  <a:lnTo>
                    <a:pt x="528926" y="5872755"/>
                  </a:lnTo>
                  <a:lnTo>
                    <a:pt x="529176" y="5872755"/>
                  </a:lnTo>
                  <a:lnTo>
                    <a:pt x="529426" y="5872755"/>
                  </a:lnTo>
                  <a:lnTo>
                    <a:pt x="530052" y="5872755"/>
                  </a:lnTo>
                  <a:lnTo>
                    <a:pt x="530177" y="5872755"/>
                  </a:lnTo>
                  <a:lnTo>
                    <a:pt x="530302" y="5872755"/>
                  </a:lnTo>
                  <a:lnTo>
                    <a:pt x="530427" y="5872755"/>
                  </a:lnTo>
                  <a:lnTo>
                    <a:pt x="530552" y="5872755"/>
                  </a:lnTo>
                  <a:lnTo>
                    <a:pt x="530802" y="5872755"/>
                  </a:lnTo>
                  <a:lnTo>
                    <a:pt x="530927" y="5872755"/>
                  </a:lnTo>
                  <a:lnTo>
                    <a:pt x="531177" y="5872755"/>
                  </a:lnTo>
                  <a:lnTo>
                    <a:pt x="531427" y="5872755"/>
                  </a:lnTo>
                  <a:lnTo>
                    <a:pt x="531552" y="5872755"/>
                  </a:lnTo>
                  <a:lnTo>
                    <a:pt x="531677" y="5872755"/>
                  </a:lnTo>
                  <a:lnTo>
                    <a:pt x="531927" y="5872755"/>
                  </a:lnTo>
                  <a:lnTo>
                    <a:pt x="532052" y="5872755"/>
                  </a:lnTo>
                  <a:lnTo>
                    <a:pt x="532302" y="5872755"/>
                  </a:lnTo>
                  <a:lnTo>
                    <a:pt x="532427" y="5872755"/>
                  </a:lnTo>
                  <a:lnTo>
                    <a:pt x="532553" y="5872755"/>
                  </a:lnTo>
                  <a:lnTo>
                    <a:pt x="532678" y="5872755"/>
                  </a:lnTo>
                  <a:lnTo>
                    <a:pt x="532803" y="5872755"/>
                  </a:lnTo>
                  <a:lnTo>
                    <a:pt x="532928" y="5872755"/>
                  </a:lnTo>
                  <a:lnTo>
                    <a:pt x="533053" y="5872755"/>
                  </a:lnTo>
                  <a:lnTo>
                    <a:pt x="533178" y="5872755"/>
                  </a:lnTo>
                  <a:lnTo>
                    <a:pt x="533303" y="5872755"/>
                  </a:lnTo>
                  <a:lnTo>
                    <a:pt x="533553" y="5872755"/>
                  </a:lnTo>
                  <a:lnTo>
                    <a:pt x="533678" y="5872755"/>
                  </a:lnTo>
                  <a:lnTo>
                    <a:pt x="533803" y="5872755"/>
                  </a:lnTo>
                  <a:lnTo>
                    <a:pt x="533928" y="5872755"/>
                  </a:lnTo>
                  <a:lnTo>
                    <a:pt x="534178" y="5872755"/>
                  </a:lnTo>
                  <a:lnTo>
                    <a:pt x="534303" y="5872755"/>
                  </a:lnTo>
                  <a:lnTo>
                    <a:pt x="534678" y="5872755"/>
                  </a:lnTo>
                  <a:lnTo>
                    <a:pt x="534803" y="5872755"/>
                  </a:lnTo>
                  <a:lnTo>
                    <a:pt x="534928" y="5872755"/>
                  </a:lnTo>
                  <a:lnTo>
                    <a:pt x="535554" y="5872755"/>
                  </a:lnTo>
                  <a:lnTo>
                    <a:pt x="535679" y="5872755"/>
                  </a:lnTo>
                  <a:lnTo>
                    <a:pt x="535929" y="5872755"/>
                  </a:lnTo>
                  <a:lnTo>
                    <a:pt x="536179" y="5872755"/>
                  </a:lnTo>
                  <a:lnTo>
                    <a:pt x="536304" y="5872755"/>
                  </a:lnTo>
                  <a:lnTo>
                    <a:pt x="536429" y="5872755"/>
                  </a:lnTo>
                  <a:lnTo>
                    <a:pt x="536554" y="5872755"/>
                  </a:lnTo>
                  <a:lnTo>
                    <a:pt x="536804" y="5872755"/>
                  </a:lnTo>
                  <a:lnTo>
                    <a:pt x="536929" y="5872755"/>
                  </a:lnTo>
                  <a:lnTo>
                    <a:pt x="537054" y="5872755"/>
                  </a:lnTo>
                  <a:lnTo>
                    <a:pt x="537179" y="5872755"/>
                  </a:lnTo>
                  <a:lnTo>
                    <a:pt x="537304" y="5872755"/>
                  </a:lnTo>
                  <a:lnTo>
                    <a:pt x="537429" y="5872755"/>
                  </a:lnTo>
                  <a:lnTo>
                    <a:pt x="537679" y="5872755"/>
                  </a:lnTo>
                  <a:lnTo>
                    <a:pt x="537804" y="5872755"/>
                  </a:lnTo>
                  <a:lnTo>
                    <a:pt x="537929" y="5872755"/>
                  </a:lnTo>
                  <a:lnTo>
                    <a:pt x="538179" y="5872755"/>
                  </a:lnTo>
                  <a:lnTo>
                    <a:pt x="538304" y="5872755"/>
                  </a:lnTo>
                  <a:lnTo>
                    <a:pt x="538429" y="5872755"/>
                  </a:lnTo>
                  <a:lnTo>
                    <a:pt x="538555" y="5872755"/>
                  </a:lnTo>
                  <a:lnTo>
                    <a:pt x="538930" y="5872755"/>
                  </a:lnTo>
                  <a:lnTo>
                    <a:pt x="539055" y="5872755"/>
                  </a:lnTo>
                  <a:lnTo>
                    <a:pt x="539180" y="5872755"/>
                  </a:lnTo>
                  <a:lnTo>
                    <a:pt x="539555" y="5872755"/>
                  </a:lnTo>
                  <a:lnTo>
                    <a:pt x="539930" y="5872755"/>
                  </a:lnTo>
                  <a:lnTo>
                    <a:pt x="540055" y="5872755"/>
                  </a:lnTo>
                  <a:lnTo>
                    <a:pt x="540430" y="5872755"/>
                  </a:lnTo>
                  <a:lnTo>
                    <a:pt x="540555" y="5872755"/>
                  </a:lnTo>
                  <a:lnTo>
                    <a:pt x="541180" y="5872755"/>
                  </a:lnTo>
                  <a:lnTo>
                    <a:pt x="541305" y="5872755"/>
                  </a:lnTo>
                  <a:lnTo>
                    <a:pt x="541556" y="5872755"/>
                  </a:lnTo>
                  <a:lnTo>
                    <a:pt x="541681" y="5872755"/>
                  </a:lnTo>
                  <a:lnTo>
                    <a:pt x="541806" y="5872755"/>
                  </a:lnTo>
                  <a:lnTo>
                    <a:pt x="541931" y="5872755"/>
                  </a:lnTo>
                  <a:lnTo>
                    <a:pt x="542056" y="5872755"/>
                  </a:lnTo>
                  <a:lnTo>
                    <a:pt x="542181" y="5872755"/>
                  </a:lnTo>
                  <a:lnTo>
                    <a:pt x="542306" y="5872755"/>
                  </a:lnTo>
                  <a:lnTo>
                    <a:pt x="542556" y="5872755"/>
                  </a:lnTo>
                  <a:lnTo>
                    <a:pt x="542681" y="5872755"/>
                  </a:lnTo>
                  <a:lnTo>
                    <a:pt x="542806" y="5872755"/>
                  </a:lnTo>
                  <a:lnTo>
                    <a:pt x="542931" y="5872755"/>
                  </a:lnTo>
                  <a:lnTo>
                    <a:pt x="543056" y="5872755"/>
                  </a:lnTo>
                  <a:lnTo>
                    <a:pt x="543181" y="5872755"/>
                  </a:lnTo>
                  <a:lnTo>
                    <a:pt x="543181" y="5862801"/>
                  </a:lnTo>
                  <a:lnTo>
                    <a:pt x="543306" y="5862801"/>
                  </a:lnTo>
                  <a:lnTo>
                    <a:pt x="543556" y="5862801"/>
                  </a:lnTo>
                  <a:lnTo>
                    <a:pt x="543931" y="5862801"/>
                  </a:lnTo>
                  <a:lnTo>
                    <a:pt x="544432" y="5862801"/>
                  </a:lnTo>
                  <a:lnTo>
                    <a:pt x="544682" y="5862801"/>
                  </a:lnTo>
                  <a:lnTo>
                    <a:pt x="545057" y="5852847"/>
                  </a:lnTo>
                  <a:lnTo>
                    <a:pt x="545182" y="5852847"/>
                  </a:lnTo>
                  <a:lnTo>
                    <a:pt x="545557" y="5852847"/>
                  </a:lnTo>
                  <a:lnTo>
                    <a:pt x="545932" y="5852847"/>
                  </a:lnTo>
                  <a:lnTo>
                    <a:pt x="546057" y="5852847"/>
                  </a:lnTo>
                  <a:lnTo>
                    <a:pt x="546432" y="5852847"/>
                  </a:lnTo>
                  <a:lnTo>
                    <a:pt x="546557" y="5852847"/>
                  </a:lnTo>
                  <a:lnTo>
                    <a:pt x="546682" y="5852847"/>
                  </a:lnTo>
                  <a:lnTo>
                    <a:pt x="546807" y="5852847"/>
                  </a:lnTo>
                  <a:lnTo>
                    <a:pt x="546932" y="5852847"/>
                  </a:lnTo>
                  <a:lnTo>
                    <a:pt x="547057" y="5852847"/>
                  </a:lnTo>
                  <a:lnTo>
                    <a:pt x="547933" y="5852847"/>
                  </a:lnTo>
                  <a:lnTo>
                    <a:pt x="548308" y="5852847"/>
                  </a:lnTo>
                  <a:lnTo>
                    <a:pt x="548558" y="5852847"/>
                  </a:lnTo>
                  <a:lnTo>
                    <a:pt x="548808" y="5852847"/>
                  </a:lnTo>
                  <a:lnTo>
                    <a:pt x="549058" y="5852847"/>
                  </a:lnTo>
                  <a:lnTo>
                    <a:pt x="549183" y="5852847"/>
                  </a:lnTo>
                  <a:lnTo>
                    <a:pt x="549433" y="5852847"/>
                  </a:lnTo>
                  <a:lnTo>
                    <a:pt x="549558" y="5852847"/>
                  </a:lnTo>
                  <a:lnTo>
                    <a:pt x="549683" y="5852847"/>
                  </a:lnTo>
                  <a:lnTo>
                    <a:pt x="549808" y="5852847"/>
                  </a:lnTo>
                  <a:lnTo>
                    <a:pt x="550183" y="5852847"/>
                  </a:lnTo>
                  <a:lnTo>
                    <a:pt x="550684" y="5852847"/>
                  </a:lnTo>
                  <a:lnTo>
                    <a:pt x="550809" y="5852847"/>
                  </a:lnTo>
                  <a:lnTo>
                    <a:pt x="550934" y="5852847"/>
                  </a:lnTo>
                  <a:lnTo>
                    <a:pt x="551059" y="5852847"/>
                  </a:lnTo>
                  <a:lnTo>
                    <a:pt x="551434" y="5852847"/>
                  </a:lnTo>
                  <a:lnTo>
                    <a:pt x="551684" y="5852847"/>
                  </a:lnTo>
                  <a:lnTo>
                    <a:pt x="551809" y="5852847"/>
                  </a:lnTo>
                  <a:lnTo>
                    <a:pt x="552059" y="5852847"/>
                  </a:lnTo>
                  <a:lnTo>
                    <a:pt x="552184" y="5852847"/>
                  </a:lnTo>
                  <a:lnTo>
                    <a:pt x="552309" y="5852847"/>
                  </a:lnTo>
                  <a:lnTo>
                    <a:pt x="552434" y="5852847"/>
                  </a:lnTo>
                  <a:lnTo>
                    <a:pt x="552559" y="5852847"/>
                  </a:lnTo>
                  <a:lnTo>
                    <a:pt x="552809" y="5852847"/>
                  </a:lnTo>
                  <a:lnTo>
                    <a:pt x="553059" y="5852847"/>
                  </a:lnTo>
                  <a:lnTo>
                    <a:pt x="553184" y="5852847"/>
                  </a:lnTo>
                  <a:lnTo>
                    <a:pt x="553435" y="5852847"/>
                  </a:lnTo>
                  <a:lnTo>
                    <a:pt x="553560" y="5852847"/>
                  </a:lnTo>
                  <a:lnTo>
                    <a:pt x="553685" y="5852847"/>
                  </a:lnTo>
                  <a:lnTo>
                    <a:pt x="554060" y="5852847"/>
                  </a:lnTo>
                  <a:lnTo>
                    <a:pt x="554560" y="5852847"/>
                  </a:lnTo>
                  <a:lnTo>
                    <a:pt x="554810" y="5852847"/>
                  </a:lnTo>
                  <a:lnTo>
                    <a:pt x="555060" y="5852847"/>
                  </a:lnTo>
                  <a:lnTo>
                    <a:pt x="555435" y="5852847"/>
                  </a:lnTo>
                  <a:lnTo>
                    <a:pt x="555560" y="5852847"/>
                  </a:lnTo>
                  <a:lnTo>
                    <a:pt x="555685" y="5852847"/>
                  </a:lnTo>
                  <a:lnTo>
                    <a:pt x="555810" y="5852847"/>
                  </a:lnTo>
                  <a:lnTo>
                    <a:pt x="556060" y="5852847"/>
                  </a:lnTo>
                  <a:lnTo>
                    <a:pt x="556185" y="5852847"/>
                  </a:lnTo>
                  <a:lnTo>
                    <a:pt x="556436" y="5852847"/>
                  </a:lnTo>
                  <a:lnTo>
                    <a:pt x="556686" y="5852847"/>
                  </a:lnTo>
                  <a:lnTo>
                    <a:pt x="557186" y="5852847"/>
                  </a:lnTo>
                  <a:lnTo>
                    <a:pt x="557311" y="5852847"/>
                  </a:lnTo>
                  <a:lnTo>
                    <a:pt x="557686" y="5852847"/>
                  </a:lnTo>
                  <a:lnTo>
                    <a:pt x="557811" y="5852847"/>
                  </a:lnTo>
                  <a:lnTo>
                    <a:pt x="558061" y="5852847"/>
                  </a:lnTo>
                  <a:lnTo>
                    <a:pt x="558311" y="5852847"/>
                  </a:lnTo>
                  <a:lnTo>
                    <a:pt x="558811" y="5852847"/>
                  </a:lnTo>
                  <a:lnTo>
                    <a:pt x="559311" y="5852847"/>
                  </a:lnTo>
                  <a:lnTo>
                    <a:pt x="559562" y="5852847"/>
                  </a:lnTo>
                  <a:lnTo>
                    <a:pt x="559687" y="5852847"/>
                  </a:lnTo>
                  <a:lnTo>
                    <a:pt x="560062" y="5852847"/>
                  </a:lnTo>
                  <a:lnTo>
                    <a:pt x="560437" y="5852847"/>
                  </a:lnTo>
                  <a:lnTo>
                    <a:pt x="560812" y="5852847"/>
                  </a:lnTo>
                  <a:lnTo>
                    <a:pt x="561062" y="5852847"/>
                  </a:lnTo>
                  <a:lnTo>
                    <a:pt x="561437" y="5852847"/>
                  </a:lnTo>
                  <a:lnTo>
                    <a:pt x="561562" y="5852847"/>
                  </a:lnTo>
                  <a:lnTo>
                    <a:pt x="561687" y="5852847"/>
                  </a:lnTo>
                  <a:lnTo>
                    <a:pt x="562062" y="5852847"/>
                  </a:lnTo>
                  <a:lnTo>
                    <a:pt x="562312" y="5852847"/>
                  </a:lnTo>
                  <a:lnTo>
                    <a:pt x="562438" y="5852847"/>
                  </a:lnTo>
                  <a:lnTo>
                    <a:pt x="562938" y="5852847"/>
                  </a:lnTo>
                  <a:lnTo>
                    <a:pt x="563188" y="5852847"/>
                  </a:lnTo>
                  <a:lnTo>
                    <a:pt x="563438" y="5852847"/>
                  </a:lnTo>
                  <a:lnTo>
                    <a:pt x="563688" y="5852847"/>
                  </a:lnTo>
                  <a:lnTo>
                    <a:pt x="563938" y="5852847"/>
                  </a:lnTo>
                  <a:lnTo>
                    <a:pt x="564063" y="5852847"/>
                  </a:lnTo>
                  <a:lnTo>
                    <a:pt x="564188" y="5852847"/>
                  </a:lnTo>
                  <a:lnTo>
                    <a:pt x="564563" y="5852847"/>
                  </a:lnTo>
                  <a:lnTo>
                    <a:pt x="565063" y="5852847"/>
                  </a:lnTo>
                  <a:lnTo>
                    <a:pt x="565188" y="5852847"/>
                  </a:lnTo>
                  <a:lnTo>
                    <a:pt x="565689" y="5852847"/>
                  </a:lnTo>
                  <a:lnTo>
                    <a:pt x="565814" y="5852847"/>
                  </a:lnTo>
                  <a:lnTo>
                    <a:pt x="565939" y="5852847"/>
                  </a:lnTo>
                  <a:lnTo>
                    <a:pt x="566314" y="5852847"/>
                  </a:lnTo>
                  <a:lnTo>
                    <a:pt x="566439" y="5852847"/>
                  </a:lnTo>
                  <a:lnTo>
                    <a:pt x="566689" y="5852847"/>
                  </a:lnTo>
                  <a:lnTo>
                    <a:pt x="566939" y="5852847"/>
                  </a:lnTo>
                  <a:lnTo>
                    <a:pt x="567939" y="5852847"/>
                  </a:lnTo>
                  <a:lnTo>
                    <a:pt x="568064" y="5852847"/>
                  </a:lnTo>
                  <a:lnTo>
                    <a:pt x="568314" y="5842893"/>
                  </a:lnTo>
                  <a:lnTo>
                    <a:pt x="568440" y="5842893"/>
                  </a:lnTo>
                  <a:lnTo>
                    <a:pt x="568565" y="5842893"/>
                  </a:lnTo>
                  <a:lnTo>
                    <a:pt x="568690" y="5842893"/>
                  </a:lnTo>
                  <a:lnTo>
                    <a:pt x="568815" y="5842893"/>
                  </a:lnTo>
                  <a:lnTo>
                    <a:pt x="568940" y="5842893"/>
                  </a:lnTo>
                  <a:lnTo>
                    <a:pt x="569190" y="5842893"/>
                  </a:lnTo>
                  <a:lnTo>
                    <a:pt x="569440" y="5842893"/>
                  </a:lnTo>
                  <a:lnTo>
                    <a:pt x="569815" y="5842893"/>
                  </a:lnTo>
                  <a:lnTo>
                    <a:pt x="569940" y="5842893"/>
                  </a:lnTo>
                  <a:lnTo>
                    <a:pt x="570315" y="5842893"/>
                  </a:lnTo>
                  <a:lnTo>
                    <a:pt x="570690" y="5842893"/>
                  </a:lnTo>
                  <a:lnTo>
                    <a:pt x="570940" y="5842893"/>
                  </a:lnTo>
                  <a:lnTo>
                    <a:pt x="571441" y="5842893"/>
                  </a:lnTo>
                  <a:lnTo>
                    <a:pt x="571816" y="5842893"/>
                  </a:lnTo>
                  <a:lnTo>
                    <a:pt x="571941" y="5842893"/>
                  </a:lnTo>
                  <a:lnTo>
                    <a:pt x="572066" y="5842893"/>
                  </a:lnTo>
                  <a:lnTo>
                    <a:pt x="572191" y="5842893"/>
                  </a:lnTo>
                  <a:lnTo>
                    <a:pt x="572566" y="5842893"/>
                  </a:lnTo>
                  <a:lnTo>
                    <a:pt x="572691" y="5842893"/>
                  </a:lnTo>
                  <a:lnTo>
                    <a:pt x="572816" y="5842893"/>
                  </a:lnTo>
                  <a:lnTo>
                    <a:pt x="572941" y="5842893"/>
                  </a:lnTo>
                  <a:lnTo>
                    <a:pt x="573066" y="5842893"/>
                  </a:lnTo>
                  <a:lnTo>
                    <a:pt x="573566" y="5842893"/>
                  </a:lnTo>
                  <a:lnTo>
                    <a:pt x="573691" y="5842893"/>
                  </a:lnTo>
                  <a:lnTo>
                    <a:pt x="573941" y="5842893"/>
                  </a:lnTo>
                  <a:lnTo>
                    <a:pt x="574066" y="5842893"/>
                  </a:lnTo>
                  <a:lnTo>
                    <a:pt x="574316" y="5842893"/>
                  </a:lnTo>
                  <a:lnTo>
                    <a:pt x="574442" y="5842893"/>
                  </a:lnTo>
                  <a:lnTo>
                    <a:pt x="575192" y="5842893"/>
                  </a:lnTo>
                  <a:lnTo>
                    <a:pt x="575817" y="5842893"/>
                  </a:lnTo>
                  <a:lnTo>
                    <a:pt x="575942" y="5842893"/>
                  </a:lnTo>
                  <a:lnTo>
                    <a:pt x="576067" y="5842893"/>
                  </a:lnTo>
                  <a:lnTo>
                    <a:pt x="576317" y="5842893"/>
                  </a:lnTo>
                  <a:lnTo>
                    <a:pt x="576942" y="5842893"/>
                  </a:lnTo>
                  <a:lnTo>
                    <a:pt x="577192" y="5842893"/>
                  </a:lnTo>
                  <a:lnTo>
                    <a:pt x="577317" y="5842893"/>
                  </a:lnTo>
                  <a:lnTo>
                    <a:pt x="577568" y="5842893"/>
                  </a:lnTo>
                  <a:lnTo>
                    <a:pt x="577568" y="5832940"/>
                  </a:lnTo>
                  <a:lnTo>
                    <a:pt x="577818" y="5832940"/>
                  </a:lnTo>
                  <a:lnTo>
                    <a:pt x="577943" y="5832940"/>
                  </a:lnTo>
                  <a:lnTo>
                    <a:pt x="578193" y="5832940"/>
                  </a:lnTo>
                  <a:lnTo>
                    <a:pt x="578443" y="5832940"/>
                  </a:lnTo>
                  <a:lnTo>
                    <a:pt x="578818" y="5832940"/>
                  </a:lnTo>
                  <a:lnTo>
                    <a:pt x="578818" y="5822986"/>
                  </a:lnTo>
                  <a:lnTo>
                    <a:pt x="579068" y="5822986"/>
                  </a:lnTo>
                  <a:lnTo>
                    <a:pt x="579193" y="5822986"/>
                  </a:lnTo>
                  <a:lnTo>
                    <a:pt x="579943" y="5822986"/>
                  </a:lnTo>
                  <a:lnTo>
                    <a:pt x="580068" y="5822986"/>
                  </a:lnTo>
                  <a:lnTo>
                    <a:pt x="580444" y="5822986"/>
                  </a:lnTo>
                  <a:lnTo>
                    <a:pt x="580569" y="5822986"/>
                  </a:lnTo>
                  <a:lnTo>
                    <a:pt x="580694" y="5822986"/>
                  </a:lnTo>
                  <a:lnTo>
                    <a:pt x="580819" y="5822986"/>
                  </a:lnTo>
                  <a:lnTo>
                    <a:pt x="580944" y="5822986"/>
                  </a:lnTo>
                  <a:lnTo>
                    <a:pt x="581069" y="5822986"/>
                  </a:lnTo>
                  <a:lnTo>
                    <a:pt x="581194" y="5822986"/>
                  </a:lnTo>
                  <a:lnTo>
                    <a:pt x="581444" y="5822986"/>
                  </a:lnTo>
                  <a:lnTo>
                    <a:pt x="581569" y="5822986"/>
                  </a:lnTo>
                  <a:lnTo>
                    <a:pt x="582069" y="5822986"/>
                  </a:lnTo>
                  <a:lnTo>
                    <a:pt x="582194" y="5822986"/>
                  </a:lnTo>
                  <a:lnTo>
                    <a:pt x="582569" y="5822986"/>
                  </a:lnTo>
                  <a:lnTo>
                    <a:pt x="582694" y="5822986"/>
                  </a:lnTo>
                  <a:lnTo>
                    <a:pt x="582819" y="5822986"/>
                  </a:lnTo>
                  <a:lnTo>
                    <a:pt x="582944" y="5822986"/>
                  </a:lnTo>
                  <a:lnTo>
                    <a:pt x="583069" y="5822986"/>
                  </a:lnTo>
                  <a:lnTo>
                    <a:pt x="583320" y="5822986"/>
                  </a:lnTo>
                  <a:lnTo>
                    <a:pt x="583445" y="5822986"/>
                  </a:lnTo>
                  <a:lnTo>
                    <a:pt x="583945" y="5822986"/>
                  </a:lnTo>
                  <a:lnTo>
                    <a:pt x="584070" y="5822986"/>
                  </a:lnTo>
                  <a:lnTo>
                    <a:pt x="584195" y="5822986"/>
                  </a:lnTo>
                  <a:lnTo>
                    <a:pt x="584320" y="5822986"/>
                  </a:lnTo>
                  <a:lnTo>
                    <a:pt x="584445" y="5822986"/>
                  </a:lnTo>
                  <a:lnTo>
                    <a:pt x="584570" y="5822986"/>
                  </a:lnTo>
                  <a:lnTo>
                    <a:pt x="584695" y="5822986"/>
                  </a:lnTo>
                  <a:lnTo>
                    <a:pt x="584945" y="5822986"/>
                  </a:lnTo>
                  <a:lnTo>
                    <a:pt x="585320" y="5813032"/>
                  </a:lnTo>
                  <a:lnTo>
                    <a:pt x="585820" y="5813032"/>
                  </a:lnTo>
                  <a:lnTo>
                    <a:pt x="586070" y="5813032"/>
                  </a:lnTo>
                  <a:lnTo>
                    <a:pt x="586195" y="5813032"/>
                  </a:lnTo>
                  <a:lnTo>
                    <a:pt x="586321" y="5813032"/>
                  </a:lnTo>
                  <a:lnTo>
                    <a:pt x="586446" y="5813032"/>
                  </a:lnTo>
                  <a:lnTo>
                    <a:pt x="586571" y="5813032"/>
                  </a:lnTo>
                  <a:lnTo>
                    <a:pt x="586696" y="5813032"/>
                  </a:lnTo>
                  <a:lnTo>
                    <a:pt x="586946" y="5813032"/>
                  </a:lnTo>
                  <a:lnTo>
                    <a:pt x="587196" y="5813032"/>
                  </a:lnTo>
                  <a:lnTo>
                    <a:pt x="588071" y="5813032"/>
                  </a:lnTo>
                  <a:lnTo>
                    <a:pt x="588196" y="5813032"/>
                  </a:lnTo>
                  <a:lnTo>
                    <a:pt x="588321" y="5813032"/>
                  </a:lnTo>
                  <a:lnTo>
                    <a:pt x="588571" y="5813032"/>
                  </a:lnTo>
                  <a:lnTo>
                    <a:pt x="588821" y="5813032"/>
                  </a:lnTo>
                  <a:lnTo>
                    <a:pt x="588946" y="5813032"/>
                  </a:lnTo>
                  <a:lnTo>
                    <a:pt x="589322" y="5813032"/>
                  </a:lnTo>
                  <a:lnTo>
                    <a:pt x="589697" y="5803078"/>
                  </a:lnTo>
                  <a:lnTo>
                    <a:pt x="589822" y="5803078"/>
                  </a:lnTo>
                  <a:lnTo>
                    <a:pt x="590072" y="5803078"/>
                  </a:lnTo>
                  <a:lnTo>
                    <a:pt x="590322" y="5803078"/>
                  </a:lnTo>
                  <a:lnTo>
                    <a:pt x="590572" y="5803078"/>
                  </a:lnTo>
                  <a:lnTo>
                    <a:pt x="590697" y="5803078"/>
                  </a:lnTo>
                  <a:lnTo>
                    <a:pt x="590822" y="5803078"/>
                  </a:lnTo>
                  <a:lnTo>
                    <a:pt x="590947" y="5803078"/>
                  </a:lnTo>
                  <a:lnTo>
                    <a:pt x="591072" y="5803078"/>
                  </a:lnTo>
                  <a:lnTo>
                    <a:pt x="591322" y="5803078"/>
                  </a:lnTo>
                  <a:lnTo>
                    <a:pt x="591697" y="5803078"/>
                  </a:lnTo>
                  <a:lnTo>
                    <a:pt x="592072" y="5803078"/>
                  </a:lnTo>
                  <a:lnTo>
                    <a:pt x="592197" y="5803078"/>
                  </a:lnTo>
                  <a:lnTo>
                    <a:pt x="592448" y="5803078"/>
                  </a:lnTo>
                  <a:lnTo>
                    <a:pt x="592573" y="5803078"/>
                  </a:lnTo>
                  <a:lnTo>
                    <a:pt x="592698" y="5803078"/>
                  </a:lnTo>
                  <a:lnTo>
                    <a:pt x="592948" y="5803078"/>
                  </a:lnTo>
                  <a:lnTo>
                    <a:pt x="593073" y="5803078"/>
                  </a:lnTo>
                  <a:lnTo>
                    <a:pt x="593323" y="5803078"/>
                  </a:lnTo>
                  <a:lnTo>
                    <a:pt x="593448" y="5803078"/>
                  </a:lnTo>
                  <a:lnTo>
                    <a:pt x="593698" y="5803078"/>
                  </a:lnTo>
                  <a:lnTo>
                    <a:pt x="593948" y="5803078"/>
                  </a:lnTo>
                  <a:lnTo>
                    <a:pt x="594198" y="5803078"/>
                  </a:lnTo>
                  <a:lnTo>
                    <a:pt x="594323" y="5803078"/>
                  </a:lnTo>
                  <a:lnTo>
                    <a:pt x="594448" y="5803078"/>
                  </a:lnTo>
                  <a:lnTo>
                    <a:pt x="594823" y="5803078"/>
                  </a:lnTo>
                  <a:lnTo>
                    <a:pt x="594948" y="5803078"/>
                  </a:lnTo>
                  <a:lnTo>
                    <a:pt x="595198" y="5803078"/>
                  </a:lnTo>
                  <a:lnTo>
                    <a:pt x="595324" y="5803078"/>
                  </a:lnTo>
                  <a:lnTo>
                    <a:pt x="595824" y="5803078"/>
                  </a:lnTo>
                  <a:lnTo>
                    <a:pt x="596074" y="5803078"/>
                  </a:lnTo>
                  <a:lnTo>
                    <a:pt x="596324" y="5803078"/>
                  </a:lnTo>
                  <a:lnTo>
                    <a:pt x="596449" y="5803078"/>
                  </a:lnTo>
                  <a:lnTo>
                    <a:pt x="596824" y="5803078"/>
                  </a:lnTo>
                  <a:lnTo>
                    <a:pt x="597074" y="5803078"/>
                  </a:lnTo>
                  <a:lnTo>
                    <a:pt x="597199" y="5803078"/>
                  </a:lnTo>
                  <a:lnTo>
                    <a:pt x="597324" y="5803078"/>
                  </a:lnTo>
                  <a:lnTo>
                    <a:pt x="597449" y="5803078"/>
                  </a:lnTo>
                  <a:lnTo>
                    <a:pt x="597699" y="5803078"/>
                  </a:lnTo>
                  <a:lnTo>
                    <a:pt x="597824" y="5803078"/>
                  </a:lnTo>
                  <a:lnTo>
                    <a:pt x="597949" y="5803078"/>
                  </a:lnTo>
                  <a:lnTo>
                    <a:pt x="598199" y="5803078"/>
                  </a:lnTo>
                  <a:lnTo>
                    <a:pt x="598450" y="5803078"/>
                  </a:lnTo>
                  <a:lnTo>
                    <a:pt x="598575" y="5803078"/>
                  </a:lnTo>
                  <a:lnTo>
                    <a:pt x="598700" y="5803078"/>
                  </a:lnTo>
                  <a:lnTo>
                    <a:pt x="599200" y="5803078"/>
                  </a:lnTo>
                  <a:lnTo>
                    <a:pt x="599700" y="5803078"/>
                  </a:lnTo>
                  <a:lnTo>
                    <a:pt x="599825" y="5803078"/>
                  </a:lnTo>
                  <a:lnTo>
                    <a:pt x="599950" y="5803078"/>
                  </a:lnTo>
                  <a:lnTo>
                    <a:pt x="600700" y="5803078"/>
                  </a:lnTo>
                  <a:lnTo>
                    <a:pt x="600825" y="5803078"/>
                  </a:lnTo>
                  <a:lnTo>
                    <a:pt x="601075" y="5803078"/>
                  </a:lnTo>
                  <a:lnTo>
                    <a:pt x="601951" y="5803078"/>
                  </a:lnTo>
                  <a:lnTo>
                    <a:pt x="602076" y="5803078"/>
                  </a:lnTo>
                  <a:lnTo>
                    <a:pt x="602201" y="5803078"/>
                  </a:lnTo>
                  <a:lnTo>
                    <a:pt x="602451" y="5803078"/>
                  </a:lnTo>
                  <a:lnTo>
                    <a:pt x="602576" y="5803078"/>
                  </a:lnTo>
                  <a:lnTo>
                    <a:pt x="602701" y="5803078"/>
                  </a:lnTo>
                  <a:lnTo>
                    <a:pt x="603576" y="5803078"/>
                  </a:lnTo>
                  <a:lnTo>
                    <a:pt x="603701" y="5803078"/>
                  </a:lnTo>
                  <a:lnTo>
                    <a:pt x="603826" y="5803078"/>
                  </a:lnTo>
                  <a:lnTo>
                    <a:pt x="603951" y="5803078"/>
                  </a:lnTo>
                  <a:lnTo>
                    <a:pt x="604076" y="5803078"/>
                  </a:lnTo>
                  <a:lnTo>
                    <a:pt x="604201" y="5803078"/>
                  </a:lnTo>
                  <a:lnTo>
                    <a:pt x="605202" y="5803078"/>
                  </a:lnTo>
                  <a:lnTo>
                    <a:pt x="605452" y="5803078"/>
                  </a:lnTo>
                  <a:lnTo>
                    <a:pt x="605827" y="5803078"/>
                  </a:lnTo>
                  <a:lnTo>
                    <a:pt x="605952" y="5803078"/>
                  </a:lnTo>
                  <a:lnTo>
                    <a:pt x="606452" y="5803078"/>
                  </a:lnTo>
                  <a:lnTo>
                    <a:pt x="606702" y="5803078"/>
                  </a:lnTo>
                  <a:lnTo>
                    <a:pt x="606827" y="5803078"/>
                  </a:lnTo>
                  <a:lnTo>
                    <a:pt x="607077" y="5803078"/>
                  </a:lnTo>
                  <a:lnTo>
                    <a:pt x="607328" y="5803078"/>
                  </a:lnTo>
                  <a:lnTo>
                    <a:pt x="607453" y="5803078"/>
                  </a:lnTo>
                  <a:lnTo>
                    <a:pt x="607578" y="5803078"/>
                  </a:lnTo>
                  <a:lnTo>
                    <a:pt x="608078" y="5803078"/>
                  </a:lnTo>
                  <a:lnTo>
                    <a:pt x="608203" y="5803078"/>
                  </a:lnTo>
                  <a:lnTo>
                    <a:pt x="608328" y="5803078"/>
                  </a:lnTo>
                  <a:lnTo>
                    <a:pt x="608578" y="5803078"/>
                  </a:lnTo>
                  <a:lnTo>
                    <a:pt x="608828" y="5803078"/>
                  </a:lnTo>
                  <a:lnTo>
                    <a:pt x="608953" y="5803078"/>
                  </a:lnTo>
                  <a:lnTo>
                    <a:pt x="609078" y="5803078"/>
                  </a:lnTo>
                  <a:lnTo>
                    <a:pt x="609453" y="5803078"/>
                  </a:lnTo>
                  <a:lnTo>
                    <a:pt x="609578" y="5803078"/>
                  </a:lnTo>
                  <a:lnTo>
                    <a:pt x="609703" y="5803078"/>
                  </a:lnTo>
                  <a:lnTo>
                    <a:pt x="609828" y="5803078"/>
                  </a:lnTo>
                  <a:lnTo>
                    <a:pt x="609953" y="5803078"/>
                  </a:lnTo>
                  <a:lnTo>
                    <a:pt x="610203" y="5803078"/>
                  </a:lnTo>
                  <a:lnTo>
                    <a:pt x="610329" y="5803078"/>
                  </a:lnTo>
                  <a:lnTo>
                    <a:pt x="610829" y="5803078"/>
                  </a:lnTo>
                  <a:lnTo>
                    <a:pt x="611204" y="5803078"/>
                  </a:lnTo>
                  <a:lnTo>
                    <a:pt x="611329" y="5803078"/>
                  </a:lnTo>
                  <a:lnTo>
                    <a:pt x="611454" y="5803078"/>
                  </a:lnTo>
                  <a:lnTo>
                    <a:pt x="611704" y="5803078"/>
                  </a:lnTo>
                  <a:lnTo>
                    <a:pt x="611829" y="5803078"/>
                  </a:lnTo>
                  <a:lnTo>
                    <a:pt x="612079" y="5803078"/>
                  </a:lnTo>
                  <a:lnTo>
                    <a:pt x="612204" y="5803078"/>
                  </a:lnTo>
                  <a:lnTo>
                    <a:pt x="612704" y="5803078"/>
                  </a:lnTo>
                  <a:lnTo>
                    <a:pt x="612954" y="5803078"/>
                  </a:lnTo>
                  <a:lnTo>
                    <a:pt x="613330" y="5803078"/>
                  </a:lnTo>
                  <a:lnTo>
                    <a:pt x="613455" y="5803078"/>
                  </a:lnTo>
                  <a:lnTo>
                    <a:pt x="613830" y="5803078"/>
                  </a:lnTo>
                  <a:lnTo>
                    <a:pt x="613955" y="5803078"/>
                  </a:lnTo>
                  <a:lnTo>
                    <a:pt x="614080" y="5803078"/>
                  </a:lnTo>
                  <a:lnTo>
                    <a:pt x="614205" y="5803078"/>
                  </a:lnTo>
                  <a:lnTo>
                    <a:pt x="614330" y="5803078"/>
                  </a:lnTo>
                  <a:lnTo>
                    <a:pt x="614580" y="5803078"/>
                  </a:lnTo>
                  <a:lnTo>
                    <a:pt x="614705" y="5803078"/>
                  </a:lnTo>
                  <a:lnTo>
                    <a:pt x="614830" y="5803078"/>
                  </a:lnTo>
                  <a:lnTo>
                    <a:pt x="614955" y="5803078"/>
                  </a:lnTo>
                  <a:lnTo>
                    <a:pt x="615205" y="5803078"/>
                  </a:lnTo>
                  <a:lnTo>
                    <a:pt x="615455" y="5803078"/>
                  </a:lnTo>
                  <a:lnTo>
                    <a:pt x="615705" y="5803078"/>
                  </a:lnTo>
                  <a:lnTo>
                    <a:pt x="616080" y="5803078"/>
                  </a:lnTo>
                  <a:lnTo>
                    <a:pt x="616706" y="5803078"/>
                  </a:lnTo>
                  <a:lnTo>
                    <a:pt x="617081" y="5803078"/>
                  </a:lnTo>
                  <a:lnTo>
                    <a:pt x="617456" y="5803078"/>
                  </a:lnTo>
                  <a:lnTo>
                    <a:pt x="617706" y="5803078"/>
                  </a:lnTo>
                  <a:lnTo>
                    <a:pt x="618081" y="5803078"/>
                  </a:lnTo>
                  <a:lnTo>
                    <a:pt x="618331" y="5803078"/>
                  </a:lnTo>
                  <a:lnTo>
                    <a:pt x="618456" y="5803078"/>
                  </a:lnTo>
                  <a:lnTo>
                    <a:pt x="618581" y="5803078"/>
                  </a:lnTo>
                  <a:lnTo>
                    <a:pt x="618706" y="5803078"/>
                  </a:lnTo>
                  <a:lnTo>
                    <a:pt x="619081" y="5803078"/>
                  </a:lnTo>
                  <a:lnTo>
                    <a:pt x="619206" y="5803078"/>
                  </a:lnTo>
                  <a:lnTo>
                    <a:pt x="619332" y="5803078"/>
                  </a:lnTo>
                  <a:lnTo>
                    <a:pt x="619707" y="5793124"/>
                  </a:lnTo>
                  <a:lnTo>
                    <a:pt x="619832" y="5793124"/>
                  </a:lnTo>
                  <a:lnTo>
                    <a:pt x="619957" y="5793124"/>
                  </a:lnTo>
                  <a:lnTo>
                    <a:pt x="620082" y="5793124"/>
                  </a:lnTo>
                  <a:lnTo>
                    <a:pt x="620582" y="5793124"/>
                  </a:lnTo>
                  <a:lnTo>
                    <a:pt x="621207" y="5793124"/>
                  </a:lnTo>
                  <a:lnTo>
                    <a:pt x="621332" y="5793124"/>
                  </a:lnTo>
                  <a:lnTo>
                    <a:pt x="621457" y="5793124"/>
                  </a:lnTo>
                  <a:lnTo>
                    <a:pt x="621957" y="5793124"/>
                  </a:lnTo>
                  <a:lnTo>
                    <a:pt x="622333" y="5793124"/>
                  </a:lnTo>
                  <a:lnTo>
                    <a:pt x="622458" y="5793124"/>
                  </a:lnTo>
                  <a:lnTo>
                    <a:pt x="622708" y="5793124"/>
                  </a:lnTo>
                  <a:lnTo>
                    <a:pt x="622833" y="5793124"/>
                  </a:lnTo>
                  <a:lnTo>
                    <a:pt x="623208" y="5793124"/>
                  </a:lnTo>
                  <a:lnTo>
                    <a:pt x="623333" y="5793124"/>
                  </a:lnTo>
                  <a:lnTo>
                    <a:pt x="623708" y="5793124"/>
                  </a:lnTo>
                  <a:lnTo>
                    <a:pt x="623958" y="5793124"/>
                  </a:lnTo>
                  <a:lnTo>
                    <a:pt x="624083" y="5793124"/>
                  </a:lnTo>
                  <a:lnTo>
                    <a:pt x="624208" y="5793124"/>
                  </a:lnTo>
                  <a:lnTo>
                    <a:pt x="625083" y="5793124"/>
                  </a:lnTo>
                  <a:lnTo>
                    <a:pt x="625209" y="5793124"/>
                  </a:lnTo>
                  <a:lnTo>
                    <a:pt x="625334" y="5793124"/>
                  </a:lnTo>
                  <a:lnTo>
                    <a:pt x="625584" y="5793124"/>
                  </a:lnTo>
                  <a:lnTo>
                    <a:pt x="625834" y="5793124"/>
                  </a:lnTo>
                  <a:lnTo>
                    <a:pt x="626209" y="5793124"/>
                  </a:lnTo>
                  <a:lnTo>
                    <a:pt x="626334" y="5793124"/>
                  </a:lnTo>
                  <a:lnTo>
                    <a:pt x="626459" y="5793124"/>
                  </a:lnTo>
                  <a:lnTo>
                    <a:pt x="626584" y="5793124"/>
                  </a:lnTo>
                  <a:lnTo>
                    <a:pt x="627084" y="5793124"/>
                  </a:lnTo>
                  <a:lnTo>
                    <a:pt x="627209" y="5793124"/>
                  </a:lnTo>
                  <a:lnTo>
                    <a:pt x="627459" y="5793124"/>
                  </a:lnTo>
                  <a:lnTo>
                    <a:pt x="627709" y="5793124"/>
                  </a:lnTo>
                  <a:lnTo>
                    <a:pt x="627834" y="5793124"/>
                  </a:lnTo>
                  <a:lnTo>
                    <a:pt x="628585" y="5793124"/>
                  </a:lnTo>
                  <a:lnTo>
                    <a:pt x="628835" y="5793124"/>
                  </a:lnTo>
                  <a:lnTo>
                    <a:pt x="629335" y="5793124"/>
                  </a:lnTo>
                  <a:lnTo>
                    <a:pt x="629460" y="5793124"/>
                  </a:lnTo>
                  <a:lnTo>
                    <a:pt x="629835" y="5793124"/>
                  </a:lnTo>
                  <a:lnTo>
                    <a:pt x="630335" y="5793124"/>
                  </a:lnTo>
                  <a:lnTo>
                    <a:pt x="630460" y="5793124"/>
                  </a:lnTo>
                  <a:lnTo>
                    <a:pt x="630585" y="5793124"/>
                  </a:lnTo>
                  <a:lnTo>
                    <a:pt x="630835" y="5793124"/>
                  </a:lnTo>
                  <a:lnTo>
                    <a:pt x="631336" y="5793124"/>
                  </a:lnTo>
                  <a:lnTo>
                    <a:pt x="631461" y="5793124"/>
                  </a:lnTo>
                  <a:lnTo>
                    <a:pt x="631586" y="5793124"/>
                  </a:lnTo>
                  <a:lnTo>
                    <a:pt x="631711" y="5793124"/>
                  </a:lnTo>
                  <a:lnTo>
                    <a:pt x="631836" y="5793124"/>
                  </a:lnTo>
                  <a:lnTo>
                    <a:pt x="632336" y="5793124"/>
                  </a:lnTo>
                  <a:lnTo>
                    <a:pt x="632461" y="5793124"/>
                  </a:lnTo>
                  <a:lnTo>
                    <a:pt x="632586" y="5793124"/>
                  </a:lnTo>
                  <a:lnTo>
                    <a:pt x="632711" y="5793124"/>
                  </a:lnTo>
                  <a:lnTo>
                    <a:pt x="632836" y="5793124"/>
                  </a:lnTo>
                  <a:lnTo>
                    <a:pt x="633211" y="5793124"/>
                  </a:lnTo>
                  <a:lnTo>
                    <a:pt x="633336" y="5793124"/>
                  </a:lnTo>
                  <a:lnTo>
                    <a:pt x="633711" y="5793124"/>
                  </a:lnTo>
                  <a:lnTo>
                    <a:pt x="633961" y="5793124"/>
                  </a:lnTo>
                  <a:lnTo>
                    <a:pt x="633961" y="5783170"/>
                  </a:lnTo>
                  <a:lnTo>
                    <a:pt x="634337" y="5783170"/>
                  </a:lnTo>
                  <a:lnTo>
                    <a:pt x="634462" y="5783170"/>
                  </a:lnTo>
                  <a:lnTo>
                    <a:pt x="634587" y="5783170"/>
                  </a:lnTo>
                  <a:lnTo>
                    <a:pt x="634712" y="5783170"/>
                  </a:lnTo>
                  <a:lnTo>
                    <a:pt x="634837" y="5783170"/>
                  </a:lnTo>
                  <a:lnTo>
                    <a:pt x="634962" y="5783170"/>
                  </a:lnTo>
                  <a:lnTo>
                    <a:pt x="635212" y="5783170"/>
                  </a:lnTo>
                  <a:lnTo>
                    <a:pt x="635587" y="5783170"/>
                  </a:lnTo>
                  <a:lnTo>
                    <a:pt x="635712" y="5783170"/>
                  </a:lnTo>
                  <a:lnTo>
                    <a:pt x="635962" y="5783170"/>
                  </a:lnTo>
                  <a:lnTo>
                    <a:pt x="636087" y="5783170"/>
                  </a:lnTo>
                  <a:lnTo>
                    <a:pt x="636462" y="5783170"/>
                  </a:lnTo>
                  <a:lnTo>
                    <a:pt x="636712" y="5783170"/>
                  </a:lnTo>
                  <a:lnTo>
                    <a:pt x="636962" y="5783170"/>
                  </a:lnTo>
                  <a:lnTo>
                    <a:pt x="637213" y="5783170"/>
                  </a:lnTo>
                  <a:lnTo>
                    <a:pt x="637588" y="5783170"/>
                  </a:lnTo>
                  <a:lnTo>
                    <a:pt x="637963" y="5783170"/>
                  </a:lnTo>
                  <a:lnTo>
                    <a:pt x="638088" y="5783170"/>
                  </a:lnTo>
                  <a:lnTo>
                    <a:pt x="638463" y="5783170"/>
                  </a:lnTo>
                  <a:lnTo>
                    <a:pt x="638588" y="5783170"/>
                  </a:lnTo>
                  <a:lnTo>
                    <a:pt x="638713" y="5783170"/>
                  </a:lnTo>
                  <a:lnTo>
                    <a:pt x="638838" y="5783170"/>
                  </a:lnTo>
                  <a:lnTo>
                    <a:pt x="638963" y="5783170"/>
                  </a:lnTo>
                  <a:lnTo>
                    <a:pt x="639088" y="5783170"/>
                  </a:lnTo>
                  <a:lnTo>
                    <a:pt x="639213" y="5783170"/>
                  </a:lnTo>
                  <a:lnTo>
                    <a:pt x="639463" y="5783170"/>
                  </a:lnTo>
                  <a:lnTo>
                    <a:pt x="639588" y="5783170"/>
                  </a:lnTo>
                  <a:lnTo>
                    <a:pt x="639713" y="5783170"/>
                  </a:lnTo>
                  <a:lnTo>
                    <a:pt x="639838" y="5783170"/>
                  </a:lnTo>
                  <a:lnTo>
                    <a:pt x="640088" y="5783170"/>
                  </a:lnTo>
                  <a:lnTo>
                    <a:pt x="640214" y="5783170"/>
                  </a:lnTo>
                  <a:lnTo>
                    <a:pt x="640714" y="5783170"/>
                  </a:lnTo>
                  <a:lnTo>
                    <a:pt x="641089" y="5783170"/>
                  </a:lnTo>
                  <a:lnTo>
                    <a:pt x="641589" y="5783170"/>
                  </a:lnTo>
                  <a:lnTo>
                    <a:pt x="641714" y="5783170"/>
                  </a:lnTo>
                  <a:lnTo>
                    <a:pt x="641839" y="5783170"/>
                  </a:lnTo>
                  <a:lnTo>
                    <a:pt x="642089" y="5783170"/>
                  </a:lnTo>
                  <a:lnTo>
                    <a:pt x="642339" y="5783170"/>
                  </a:lnTo>
                  <a:lnTo>
                    <a:pt x="642589" y="5783170"/>
                  </a:lnTo>
                  <a:lnTo>
                    <a:pt x="642714" y="5783170"/>
                  </a:lnTo>
                  <a:lnTo>
                    <a:pt x="643215" y="5783170"/>
                  </a:lnTo>
                  <a:lnTo>
                    <a:pt x="643590" y="5783170"/>
                  </a:lnTo>
                  <a:lnTo>
                    <a:pt x="643840" y="5783170"/>
                  </a:lnTo>
                  <a:lnTo>
                    <a:pt x="643965" y="5783170"/>
                  </a:lnTo>
                  <a:lnTo>
                    <a:pt x="644340" y="5783170"/>
                  </a:lnTo>
                  <a:lnTo>
                    <a:pt x="644965" y="5783170"/>
                  </a:lnTo>
                  <a:lnTo>
                    <a:pt x="645340" y="5783170"/>
                  </a:lnTo>
                  <a:lnTo>
                    <a:pt x="645465" y="5783170"/>
                  </a:lnTo>
                  <a:lnTo>
                    <a:pt x="645590" y="5783170"/>
                  </a:lnTo>
                  <a:lnTo>
                    <a:pt x="646090" y="5773217"/>
                  </a:lnTo>
                  <a:lnTo>
                    <a:pt x="646466" y="5773217"/>
                  </a:lnTo>
                  <a:lnTo>
                    <a:pt x="646716" y="5773217"/>
                  </a:lnTo>
                  <a:lnTo>
                    <a:pt x="647716" y="5773217"/>
                  </a:lnTo>
                  <a:lnTo>
                    <a:pt x="647841" y="5773217"/>
                  </a:lnTo>
                  <a:lnTo>
                    <a:pt x="648216" y="5773217"/>
                  </a:lnTo>
                  <a:lnTo>
                    <a:pt x="648341" y="5763263"/>
                  </a:lnTo>
                  <a:lnTo>
                    <a:pt x="648466" y="5763263"/>
                  </a:lnTo>
                  <a:lnTo>
                    <a:pt x="648716" y="5763263"/>
                  </a:lnTo>
                  <a:lnTo>
                    <a:pt x="649342" y="5763263"/>
                  </a:lnTo>
                  <a:lnTo>
                    <a:pt x="649592" y="5763263"/>
                  </a:lnTo>
                  <a:lnTo>
                    <a:pt x="649842" y="5763263"/>
                  </a:lnTo>
                  <a:lnTo>
                    <a:pt x="650217" y="5763263"/>
                  </a:lnTo>
                  <a:lnTo>
                    <a:pt x="650467" y="5763263"/>
                  </a:lnTo>
                  <a:lnTo>
                    <a:pt x="650717" y="5763263"/>
                  </a:lnTo>
                  <a:lnTo>
                    <a:pt x="651092" y="5763263"/>
                  </a:lnTo>
                  <a:lnTo>
                    <a:pt x="651217" y="5763263"/>
                  </a:lnTo>
                  <a:lnTo>
                    <a:pt x="651342" y="5763263"/>
                  </a:lnTo>
                  <a:lnTo>
                    <a:pt x="651467" y="5763263"/>
                  </a:lnTo>
                  <a:lnTo>
                    <a:pt x="651717" y="5763263"/>
                  </a:lnTo>
                  <a:lnTo>
                    <a:pt x="651967" y="5763263"/>
                  </a:lnTo>
                  <a:lnTo>
                    <a:pt x="652468" y="5763263"/>
                  </a:lnTo>
                  <a:lnTo>
                    <a:pt x="652843" y="5763263"/>
                  </a:lnTo>
                  <a:lnTo>
                    <a:pt x="652968" y="5763263"/>
                  </a:lnTo>
                  <a:lnTo>
                    <a:pt x="653593" y="5763263"/>
                  </a:lnTo>
                  <a:lnTo>
                    <a:pt x="653718" y="5763263"/>
                  </a:lnTo>
                  <a:lnTo>
                    <a:pt x="653968" y="5763263"/>
                  </a:lnTo>
                  <a:lnTo>
                    <a:pt x="654218" y="5763263"/>
                  </a:lnTo>
                  <a:lnTo>
                    <a:pt x="654343" y="5763263"/>
                  </a:lnTo>
                  <a:lnTo>
                    <a:pt x="654718" y="5763263"/>
                  </a:lnTo>
                  <a:lnTo>
                    <a:pt x="655093" y="5763263"/>
                  </a:lnTo>
                  <a:lnTo>
                    <a:pt x="655344" y="5763263"/>
                  </a:lnTo>
                  <a:lnTo>
                    <a:pt x="655594" y="5763263"/>
                  </a:lnTo>
                  <a:lnTo>
                    <a:pt x="655844" y="5763263"/>
                  </a:lnTo>
                  <a:lnTo>
                    <a:pt x="655969" y="5763263"/>
                  </a:lnTo>
                  <a:lnTo>
                    <a:pt x="656094" y="5763263"/>
                  </a:lnTo>
                  <a:lnTo>
                    <a:pt x="656219" y="5763263"/>
                  </a:lnTo>
                  <a:lnTo>
                    <a:pt x="656719" y="5763263"/>
                  </a:lnTo>
                  <a:lnTo>
                    <a:pt x="656844" y="5763263"/>
                  </a:lnTo>
                  <a:lnTo>
                    <a:pt x="657594" y="5763263"/>
                  </a:lnTo>
                  <a:lnTo>
                    <a:pt x="658220" y="5763263"/>
                  </a:lnTo>
                  <a:lnTo>
                    <a:pt x="658345" y="5763263"/>
                  </a:lnTo>
                  <a:lnTo>
                    <a:pt x="658595" y="5763263"/>
                  </a:lnTo>
                  <a:lnTo>
                    <a:pt x="659220" y="5763263"/>
                  </a:lnTo>
                  <a:lnTo>
                    <a:pt x="659345" y="5763263"/>
                  </a:lnTo>
                  <a:lnTo>
                    <a:pt x="659595" y="5763263"/>
                  </a:lnTo>
                  <a:lnTo>
                    <a:pt x="659845" y="5763263"/>
                  </a:lnTo>
                  <a:lnTo>
                    <a:pt x="659970" y="5763263"/>
                  </a:lnTo>
                  <a:lnTo>
                    <a:pt x="660095" y="5763263"/>
                  </a:lnTo>
                  <a:lnTo>
                    <a:pt x="660220" y="5763263"/>
                  </a:lnTo>
                  <a:lnTo>
                    <a:pt x="660345" y="5763263"/>
                  </a:lnTo>
                  <a:lnTo>
                    <a:pt x="660470" y="5763263"/>
                  </a:lnTo>
                  <a:lnTo>
                    <a:pt x="660595" y="5763263"/>
                  </a:lnTo>
                  <a:lnTo>
                    <a:pt x="660845" y="5763263"/>
                  </a:lnTo>
                  <a:lnTo>
                    <a:pt x="660970" y="5763263"/>
                  </a:lnTo>
                  <a:lnTo>
                    <a:pt x="661096" y="5763263"/>
                  </a:lnTo>
                  <a:lnTo>
                    <a:pt x="661221" y="5763263"/>
                  </a:lnTo>
                  <a:lnTo>
                    <a:pt x="661471" y="5763263"/>
                  </a:lnTo>
                  <a:lnTo>
                    <a:pt x="661596" y="5763263"/>
                  </a:lnTo>
                  <a:lnTo>
                    <a:pt x="661721" y="5763263"/>
                  </a:lnTo>
                  <a:lnTo>
                    <a:pt x="661846" y="5763263"/>
                  </a:lnTo>
                  <a:lnTo>
                    <a:pt x="661971" y="5763263"/>
                  </a:lnTo>
                  <a:lnTo>
                    <a:pt x="662221" y="5763263"/>
                  </a:lnTo>
                  <a:lnTo>
                    <a:pt x="662596" y="5763263"/>
                  </a:lnTo>
                  <a:lnTo>
                    <a:pt x="662721" y="5763263"/>
                  </a:lnTo>
                  <a:lnTo>
                    <a:pt x="662846" y="5763263"/>
                  </a:lnTo>
                  <a:lnTo>
                    <a:pt x="662971" y="5763263"/>
                  </a:lnTo>
                  <a:lnTo>
                    <a:pt x="663096" y="5763263"/>
                  </a:lnTo>
                  <a:lnTo>
                    <a:pt x="663471" y="5763263"/>
                  </a:lnTo>
                  <a:lnTo>
                    <a:pt x="663721" y="5763263"/>
                  </a:lnTo>
                  <a:lnTo>
                    <a:pt x="663846" y="5763263"/>
                  </a:lnTo>
                  <a:lnTo>
                    <a:pt x="664472" y="5763263"/>
                  </a:lnTo>
                  <a:lnTo>
                    <a:pt x="665347" y="5763263"/>
                  </a:lnTo>
                  <a:lnTo>
                    <a:pt x="665472" y="5763263"/>
                  </a:lnTo>
                  <a:lnTo>
                    <a:pt x="665722" y="5763263"/>
                  </a:lnTo>
                  <a:lnTo>
                    <a:pt x="666097" y="5763263"/>
                  </a:lnTo>
                  <a:lnTo>
                    <a:pt x="666347" y="5763263"/>
                  </a:lnTo>
                  <a:lnTo>
                    <a:pt x="666472" y="5763263"/>
                  </a:lnTo>
                  <a:lnTo>
                    <a:pt x="666597" y="5763263"/>
                  </a:lnTo>
                  <a:lnTo>
                    <a:pt x="667098" y="5763263"/>
                  </a:lnTo>
                  <a:lnTo>
                    <a:pt x="668098" y="5763263"/>
                  </a:lnTo>
                  <a:lnTo>
                    <a:pt x="668348" y="5763263"/>
                  </a:lnTo>
                  <a:lnTo>
                    <a:pt x="668598" y="5763263"/>
                  </a:lnTo>
                  <a:lnTo>
                    <a:pt x="668848" y="5763263"/>
                  </a:lnTo>
                  <a:lnTo>
                    <a:pt x="669223" y="5763263"/>
                  </a:lnTo>
                  <a:lnTo>
                    <a:pt x="669473" y="5763263"/>
                  </a:lnTo>
                  <a:lnTo>
                    <a:pt x="669723" y="5753309"/>
                  </a:lnTo>
                  <a:lnTo>
                    <a:pt x="669848" y="5753309"/>
                  </a:lnTo>
                  <a:lnTo>
                    <a:pt x="669973" y="5753309"/>
                  </a:lnTo>
                  <a:lnTo>
                    <a:pt x="670099" y="5753309"/>
                  </a:lnTo>
                  <a:lnTo>
                    <a:pt x="670724" y="5753309"/>
                  </a:lnTo>
                  <a:lnTo>
                    <a:pt x="671224" y="5753309"/>
                  </a:lnTo>
                  <a:lnTo>
                    <a:pt x="671349" y="5753309"/>
                  </a:lnTo>
                  <a:lnTo>
                    <a:pt x="671599" y="5753309"/>
                  </a:lnTo>
                  <a:lnTo>
                    <a:pt x="672099" y="5753309"/>
                  </a:lnTo>
                  <a:lnTo>
                    <a:pt x="672474" y="5753309"/>
                  </a:lnTo>
                  <a:lnTo>
                    <a:pt x="672724" y="5753309"/>
                  </a:lnTo>
                  <a:lnTo>
                    <a:pt x="672974" y="5753309"/>
                  </a:lnTo>
                  <a:lnTo>
                    <a:pt x="673100" y="5753309"/>
                  </a:lnTo>
                  <a:lnTo>
                    <a:pt x="673225" y="5753309"/>
                  </a:lnTo>
                  <a:lnTo>
                    <a:pt x="673475" y="5753309"/>
                  </a:lnTo>
                  <a:lnTo>
                    <a:pt x="673600" y="5753309"/>
                  </a:lnTo>
                  <a:lnTo>
                    <a:pt x="673725" y="5753309"/>
                  </a:lnTo>
                  <a:lnTo>
                    <a:pt x="673975" y="5753309"/>
                  </a:lnTo>
                  <a:lnTo>
                    <a:pt x="674100" y="5753309"/>
                  </a:lnTo>
                  <a:lnTo>
                    <a:pt x="674225" y="5753309"/>
                  </a:lnTo>
                  <a:lnTo>
                    <a:pt x="674475" y="5753309"/>
                  </a:lnTo>
                  <a:lnTo>
                    <a:pt x="674725" y="5753309"/>
                  </a:lnTo>
                  <a:lnTo>
                    <a:pt x="674850" y="5753309"/>
                  </a:lnTo>
                  <a:lnTo>
                    <a:pt x="675100" y="5753309"/>
                  </a:lnTo>
                  <a:lnTo>
                    <a:pt x="675225" y="5753309"/>
                  </a:lnTo>
                  <a:lnTo>
                    <a:pt x="675350" y="5753309"/>
                  </a:lnTo>
                  <a:lnTo>
                    <a:pt x="675600" y="5753309"/>
                  </a:lnTo>
                  <a:lnTo>
                    <a:pt x="675725" y="5753309"/>
                  </a:lnTo>
                  <a:lnTo>
                    <a:pt x="676226" y="5753309"/>
                  </a:lnTo>
                  <a:lnTo>
                    <a:pt x="676476" y="5753309"/>
                  </a:lnTo>
                  <a:lnTo>
                    <a:pt x="676601" y="5753309"/>
                  </a:lnTo>
                  <a:lnTo>
                    <a:pt x="676851" y="5753309"/>
                  </a:lnTo>
                  <a:lnTo>
                    <a:pt x="676976" y="5753309"/>
                  </a:lnTo>
                  <a:lnTo>
                    <a:pt x="677101" y="5753309"/>
                  </a:lnTo>
                  <a:lnTo>
                    <a:pt x="677226" y="5753309"/>
                  </a:lnTo>
                  <a:lnTo>
                    <a:pt x="677476" y="5753309"/>
                  </a:lnTo>
                  <a:lnTo>
                    <a:pt x="678851" y="5753309"/>
                  </a:lnTo>
                  <a:lnTo>
                    <a:pt x="678976" y="5753309"/>
                  </a:lnTo>
                  <a:lnTo>
                    <a:pt x="679227" y="5753309"/>
                  </a:lnTo>
                  <a:lnTo>
                    <a:pt x="679352" y="5753309"/>
                  </a:lnTo>
                  <a:lnTo>
                    <a:pt x="679727" y="5753309"/>
                  </a:lnTo>
                  <a:lnTo>
                    <a:pt x="679977" y="5753309"/>
                  </a:lnTo>
                  <a:lnTo>
                    <a:pt x="680102" y="5753309"/>
                  </a:lnTo>
                  <a:lnTo>
                    <a:pt x="680352" y="5753309"/>
                  </a:lnTo>
                  <a:lnTo>
                    <a:pt x="680477" y="5753309"/>
                  </a:lnTo>
                  <a:lnTo>
                    <a:pt x="680602" y="5753309"/>
                  </a:lnTo>
                  <a:lnTo>
                    <a:pt x="680727" y="5753309"/>
                  </a:lnTo>
                  <a:lnTo>
                    <a:pt x="681102" y="5753309"/>
                  </a:lnTo>
                  <a:lnTo>
                    <a:pt x="681352" y="5753309"/>
                  </a:lnTo>
                  <a:lnTo>
                    <a:pt x="681977" y="5753309"/>
                  </a:lnTo>
                  <a:lnTo>
                    <a:pt x="682103" y="5753309"/>
                  </a:lnTo>
                  <a:lnTo>
                    <a:pt x="682603" y="5753309"/>
                  </a:lnTo>
                  <a:lnTo>
                    <a:pt x="683228" y="5753309"/>
                  </a:lnTo>
                  <a:lnTo>
                    <a:pt x="683478" y="5753309"/>
                  </a:lnTo>
                  <a:lnTo>
                    <a:pt x="683603" y="5753309"/>
                  </a:lnTo>
                  <a:lnTo>
                    <a:pt x="684103" y="5753309"/>
                  </a:lnTo>
                  <a:lnTo>
                    <a:pt x="684228" y="5753309"/>
                  </a:lnTo>
                  <a:lnTo>
                    <a:pt x="684603" y="5753309"/>
                  </a:lnTo>
                  <a:lnTo>
                    <a:pt x="684728" y="5753309"/>
                  </a:lnTo>
                  <a:lnTo>
                    <a:pt x="684978" y="5753309"/>
                  </a:lnTo>
                  <a:lnTo>
                    <a:pt x="685104" y="5753309"/>
                  </a:lnTo>
                  <a:lnTo>
                    <a:pt x="685229" y="5753309"/>
                  </a:lnTo>
                  <a:lnTo>
                    <a:pt x="685854" y="5753309"/>
                  </a:lnTo>
                  <a:lnTo>
                    <a:pt x="685979" y="5753309"/>
                  </a:lnTo>
                  <a:lnTo>
                    <a:pt x="686229" y="5753309"/>
                  </a:lnTo>
                  <a:lnTo>
                    <a:pt x="686479" y="5753309"/>
                  </a:lnTo>
                  <a:lnTo>
                    <a:pt x="686604" y="5743355"/>
                  </a:lnTo>
                  <a:lnTo>
                    <a:pt x="686729" y="5743355"/>
                  </a:lnTo>
                  <a:lnTo>
                    <a:pt x="686854" y="5743355"/>
                  </a:lnTo>
                  <a:lnTo>
                    <a:pt x="686979" y="5743355"/>
                  </a:lnTo>
                  <a:lnTo>
                    <a:pt x="687104" y="5743355"/>
                  </a:lnTo>
                  <a:lnTo>
                    <a:pt x="687354" y="5743355"/>
                  </a:lnTo>
                  <a:lnTo>
                    <a:pt x="687729" y="5743355"/>
                  </a:lnTo>
                  <a:lnTo>
                    <a:pt x="688105" y="5743355"/>
                  </a:lnTo>
                  <a:lnTo>
                    <a:pt x="688230" y="5743355"/>
                  </a:lnTo>
                  <a:lnTo>
                    <a:pt x="688355" y="5743355"/>
                  </a:lnTo>
                  <a:lnTo>
                    <a:pt x="689230" y="5733401"/>
                  </a:lnTo>
                  <a:lnTo>
                    <a:pt x="689480" y="5733401"/>
                  </a:lnTo>
                  <a:lnTo>
                    <a:pt x="689730" y="5733401"/>
                  </a:lnTo>
                  <a:lnTo>
                    <a:pt x="690355" y="5733401"/>
                  </a:lnTo>
                  <a:lnTo>
                    <a:pt x="690480" y="5733401"/>
                  </a:lnTo>
                  <a:lnTo>
                    <a:pt x="690605" y="5733401"/>
                  </a:lnTo>
                  <a:lnTo>
                    <a:pt x="690855" y="5733401"/>
                  </a:lnTo>
                  <a:lnTo>
                    <a:pt x="690980" y="5723448"/>
                  </a:lnTo>
                  <a:lnTo>
                    <a:pt x="691731" y="5723448"/>
                  </a:lnTo>
                  <a:lnTo>
                    <a:pt x="691856" y="5723448"/>
                  </a:lnTo>
                  <a:lnTo>
                    <a:pt x="691981" y="5723448"/>
                  </a:lnTo>
                  <a:lnTo>
                    <a:pt x="692106" y="5723448"/>
                  </a:lnTo>
                  <a:lnTo>
                    <a:pt x="692231" y="5723448"/>
                  </a:lnTo>
                  <a:lnTo>
                    <a:pt x="692606" y="5723448"/>
                  </a:lnTo>
                  <a:lnTo>
                    <a:pt x="692731" y="5723448"/>
                  </a:lnTo>
                  <a:lnTo>
                    <a:pt x="692981" y="5723448"/>
                  </a:lnTo>
                  <a:lnTo>
                    <a:pt x="693106" y="5723448"/>
                  </a:lnTo>
                  <a:lnTo>
                    <a:pt x="693231" y="5723448"/>
                  </a:lnTo>
                  <a:lnTo>
                    <a:pt x="693356" y="5723448"/>
                  </a:lnTo>
                  <a:lnTo>
                    <a:pt x="693481" y="5723448"/>
                  </a:lnTo>
                  <a:lnTo>
                    <a:pt x="693606" y="5723448"/>
                  </a:lnTo>
                  <a:lnTo>
                    <a:pt x="694107" y="5723448"/>
                  </a:lnTo>
                  <a:lnTo>
                    <a:pt x="694232" y="5723448"/>
                  </a:lnTo>
                  <a:lnTo>
                    <a:pt x="694482" y="5723448"/>
                  </a:lnTo>
                  <a:lnTo>
                    <a:pt x="694607" y="5723448"/>
                  </a:lnTo>
                  <a:lnTo>
                    <a:pt x="694982" y="5723448"/>
                  </a:lnTo>
                  <a:lnTo>
                    <a:pt x="695232" y="5723448"/>
                  </a:lnTo>
                  <a:lnTo>
                    <a:pt x="695482" y="5723448"/>
                  </a:lnTo>
                  <a:lnTo>
                    <a:pt x="695607" y="5723448"/>
                  </a:lnTo>
                  <a:lnTo>
                    <a:pt x="695732" y="5723448"/>
                  </a:lnTo>
                  <a:lnTo>
                    <a:pt x="695857" y="5723448"/>
                  </a:lnTo>
                  <a:lnTo>
                    <a:pt x="695982" y="5723448"/>
                  </a:lnTo>
                  <a:lnTo>
                    <a:pt x="696107" y="5723448"/>
                  </a:lnTo>
                  <a:lnTo>
                    <a:pt x="696482" y="5723448"/>
                  </a:lnTo>
                  <a:lnTo>
                    <a:pt x="696732" y="5723448"/>
                  </a:lnTo>
                  <a:lnTo>
                    <a:pt x="697233" y="5723448"/>
                  </a:lnTo>
                  <a:lnTo>
                    <a:pt x="697608" y="5723448"/>
                  </a:lnTo>
                  <a:lnTo>
                    <a:pt x="697733" y="5723448"/>
                  </a:lnTo>
                  <a:lnTo>
                    <a:pt x="698108" y="5723448"/>
                  </a:lnTo>
                  <a:lnTo>
                    <a:pt x="698108" y="5713494"/>
                  </a:lnTo>
                  <a:lnTo>
                    <a:pt x="698233" y="5713494"/>
                  </a:lnTo>
                  <a:lnTo>
                    <a:pt x="698483" y="5713494"/>
                  </a:lnTo>
                  <a:lnTo>
                    <a:pt x="698608" y="5713494"/>
                  </a:lnTo>
                  <a:lnTo>
                    <a:pt x="698733" y="5713494"/>
                  </a:lnTo>
                  <a:lnTo>
                    <a:pt x="698858" y="5713494"/>
                  </a:lnTo>
                  <a:lnTo>
                    <a:pt x="698983" y="5713494"/>
                  </a:lnTo>
                  <a:lnTo>
                    <a:pt x="699608" y="5713494"/>
                  </a:lnTo>
                  <a:lnTo>
                    <a:pt x="699733" y="5713494"/>
                  </a:lnTo>
                  <a:lnTo>
                    <a:pt x="700234" y="5713494"/>
                  </a:lnTo>
                  <a:lnTo>
                    <a:pt x="700359" y="5713494"/>
                  </a:lnTo>
                  <a:lnTo>
                    <a:pt x="700984" y="5713494"/>
                  </a:lnTo>
                  <a:lnTo>
                    <a:pt x="701109" y="5713494"/>
                  </a:lnTo>
                  <a:lnTo>
                    <a:pt x="701234" y="5713494"/>
                  </a:lnTo>
                  <a:lnTo>
                    <a:pt x="701484" y="5713494"/>
                  </a:lnTo>
                  <a:lnTo>
                    <a:pt x="701609" y="5713494"/>
                  </a:lnTo>
                  <a:lnTo>
                    <a:pt x="701984" y="5713494"/>
                  </a:lnTo>
                  <a:lnTo>
                    <a:pt x="702609" y="5713494"/>
                  </a:lnTo>
                  <a:lnTo>
                    <a:pt x="702859" y="5713494"/>
                  </a:lnTo>
                  <a:lnTo>
                    <a:pt x="703235" y="5713494"/>
                  </a:lnTo>
                  <a:lnTo>
                    <a:pt x="703360" y="5713494"/>
                  </a:lnTo>
                  <a:lnTo>
                    <a:pt x="704235" y="5713494"/>
                  </a:lnTo>
                  <a:lnTo>
                    <a:pt x="704360" y="5713494"/>
                  </a:lnTo>
                  <a:lnTo>
                    <a:pt x="704610" y="5713494"/>
                  </a:lnTo>
                  <a:lnTo>
                    <a:pt x="705360" y="5713494"/>
                  </a:lnTo>
                  <a:lnTo>
                    <a:pt x="705610" y="5713494"/>
                  </a:lnTo>
                  <a:lnTo>
                    <a:pt x="705735" y="5713494"/>
                  </a:lnTo>
                  <a:lnTo>
                    <a:pt x="705986" y="5713494"/>
                  </a:lnTo>
                  <a:lnTo>
                    <a:pt x="706236" y="5713494"/>
                  </a:lnTo>
                  <a:lnTo>
                    <a:pt x="706361" y="5713494"/>
                  </a:lnTo>
                  <a:lnTo>
                    <a:pt x="706486" y="5713494"/>
                  </a:lnTo>
                  <a:lnTo>
                    <a:pt x="706611" y="5713494"/>
                  </a:lnTo>
                  <a:lnTo>
                    <a:pt x="706736" y="5713494"/>
                  </a:lnTo>
                  <a:lnTo>
                    <a:pt x="706861" y="5713494"/>
                  </a:lnTo>
                  <a:lnTo>
                    <a:pt x="707111" y="5713494"/>
                  </a:lnTo>
                  <a:lnTo>
                    <a:pt x="707361" y="5713494"/>
                  </a:lnTo>
                  <a:lnTo>
                    <a:pt x="707736" y="5713494"/>
                  </a:lnTo>
                  <a:lnTo>
                    <a:pt x="707861" y="5713494"/>
                  </a:lnTo>
                  <a:lnTo>
                    <a:pt x="708236" y="5713494"/>
                  </a:lnTo>
                  <a:lnTo>
                    <a:pt x="708361" y="5713494"/>
                  </a:lnTo>
                  <a:lnTo>
                    <a:pt x="708486" y="5713494"/>
                  </a:lnTo>
                  <a:lnTo>
                    <a:pt x="708861" y="5713494"/>
                  </a:lnTo>
                  <a:lnTo>
                    <a:pt x="709612" y="5713494"/>
                  </a:lnTo>
                  <a:lnTo>
                    <a:pt x="709737" y="5713494"/>
                  </a:lnTo>
                  <a:lnTo>
                    <a:pt x="709862" y="5713494"/>
                  </a:lnTo>
                  <a:lnTo>
                    <a:pt x="710237" y="5713494"/>
                  </a:lnTo>
                  <a:lnTo>
                    <a:pt x="710862" y="5713494"/>
                  </a:lnTo>
                  <a:lnTo>
                    <a:pt x="711112" y="5713494"/>
                  </a:lnTo>
                  <a:lnTo>
                    <a:pt x="711237" y="5703540"/>
                  </a:lnTo>
                  <a:lnTo>
                    <a:pt x="711487" y="5703540"/>
                  </a:lnTo>
                  <a:lnTo>
                    <a:pt x="711737" y="5703540"/>
                  </a:lnTo>
                  <a:lnTo>
                    <a:pt x="712238" y="5703540"/>
                  </a:lnTo>
                  <a:lnTo>
                    <a:pt x="712363" y="5703540"/>
                  </a:lnTo>
                  <a:lnTo>
                    <a:pt x="712863" y="5703540"/>
                  </a:lnTo>
                  <a:lnTo>
                    <a:pt x="713363" y="5703540"/>
                  </a:lnTo>
                  <a:lnTo>
                    <a:pt x="713738" y="5703540"/>
                  </a:lnTo>
                  <a:lnTo>
                    <a:pt x="713863" y="5703540"/>
                  </a:lnTo>
                  <a:lnTo>
                    <a:pt x="714113" y="5703540"/>
                  </a:lnTo>
                  <a:lnTo>
                    <a:pt x="714363" y="5703540"/>
                  </a:lnTo>
                  <a:lnTo>
                    <a:pt x="714613" y="5703540"/>
                  </a:lnTo>
                  <a:lnTo>
                    <a:pt x="714738" y="5703540"/>
                  </a:lnTo>
                  <a:lnTo>
                    <a:pt x="715114" y="5703540"/>
                  </a:lnTo>
                  <a:lnTo>
                    <a:pt x="715364" y="5703540"/>
                  </a:lnTo>
                  <a:lnTo>
                    <a:pt x="715489" y="5703540"/>
                  </a:lnTo>
                  <a:lnTo>
                    <a:pt x="715614" y="5703540"/>
                  </a:lnTo>
                  <a:lnTo>
                    <a:pt x="715739" y="5703540"/>
                  </a:lnTo>
                  <a:lnTo>
                    <a:pt x="715864" y="5703540"/>
                  </a:lnTo>
                  <a:lnTo>
                    <a:pt x="716239" y="5703540"/>
                  </a:lnTo>
                  <a:lnTo>
                    <a:pt x="716614" y="5693586"/>
                  </a:lnTo>
                  <a:lnTo>
                    <a:pt x="716739" y="5693586"/>
                  </a:lnTo>
                  <a:lnTo>
                    <a:pt x="717239" y="5693586"/>
                  </a:lnTo>
                  <a:lnTo>
                    <a:pt x="717489" y="5693586"/>
                  </a:lnTo>
                  <a:lnTo>
                    <a:pt x="718240" y="5693586"/>
                  </a:lnTo>
                  <a:lnTo>
                    <a:pt x="718365" y="5693586"/>
                  </a:lnTo>
                  <a:lnTo>
                    <a:pt x="718490" y="5693586"/>
                  </a:lnTo>
                  <a:lnTo>
                    <a:pt x="718865" y="5693586"/>
                  </a:lnTo>
                  <a:lnTo>
                    <a:pt x="718990" y="5693586"/>
                  </a:lnTo>
                  <a:lnTo>
                    <a:pt x="719365" y="5693586"/>
                  </a:lnTo>
                  <a:lnTo>
                    <a:pt x="719615" y="5693586"/>
                  </a:lnTo>
                  <a:lnTo>
                    <a:pt x="719990" y="5693586"/>
                  </a:lnTo>
                  <a:lnTo>
                    <a:pt x="720365" y="5693586"/>
                  </a:lnTo>
                  <a:lnTo>
                    <a:pt x="720865" y="5693586"/>
                  </a:lnTo>
                  <a:lnTo>
                    <a:pt x="720991" y="5693586"/>
                  </a:lnTo>
                  <a:lnTo>
                    <a:pt x="721116" y="5693586"/>
                  </a:lnTo>
                  <a:lnTo>
                    <a:pt x="721491" y="5693586"/>
                  </a:lnTo>
                  <a:lnTo>
                    <a:pt x="721616" y="5693586"/>
                  </a:lnTo>
                  <a:lnTo>
                    <a:pt x="721991" y="5693586"/>
                  </a:lnTo>
                  <a:lnTo>
                    <a:pt x="722116" y="5693586"/>
                  </a:lnTo>
                  <a:lnTo>
                    <a:pt x="722241" y="5693586"/>
                  </a:lnTo>
                  <a:lnTo>
                    <a:pt x="722741" y="5693586"/>
                  </a:lnTo>
                  <a:lnTo>
                    <a:pt x="722866" y="5693586"/>
                  </a:lnTo>
                  <a:lnTo>
                    <a:pt x="722991" y="5693586"/>
                  </a:lnTo>
                  <a:lnTo>
                    <a:pt x="723116" y="5693586"/>
                  </a:lnTo>
                  <a:lnTo>
                    <a:pt x="723241" y="5693586"/>
                  </a:lnTo>
                  <a:lnTo>
                    <a:pt x="723491" y="5693586"/>
                  </a:lnTo>
                  <a:lnTo>
                    <a:pt x="723616" y="5693586"/>
                  </a:lnTo>
                  <a:lnTo>
                    <a:pt x="723992" y="5693586"/>
                  </a:lnTo>
                  <a:lnTo>
                    <a:pt x="724242" y="5693586"/>
                  </a:lnTo>
                  <a:lnTo>
                    <a:pt x="724617" y="5693586"/>
                  </a:lnTo>
                  <a:lnTo>
                    <a:pt x="724867" y="5683632"/>
                  </a:lnTo>
                  <a:lnTo>
                    <a:pt x="725117" y="5683632"/>
                  </a:lnTo>
                  <a:lnTo>
                    <a:pt x="725242" y="5683632"/>
                  </a:lnTo>
                  <a:lnTo>
                    <a:pt x="725367" y="5683632"/>
                  </a:lnTo>
                  <a:lnTo>
                    <a:pt x="725492" y="5683632"/>
                  </a:lnTo>
                  <a:lnTo>
                    <a:pt x="725617" y="5683632"/>
                  </a:lnTo>
                  <a:lnTo>
                    <a:pt x="726242" y="5683632"/>
                  </a:lnTo>
                  <a:lnTo>
                    <a:pt x="726617" y="5683632"/>
                  </a:lnTo>
                  <a:lnTo>
                    <a:pt x="726867" y="5683632"/>
                  </a:lnTo>
                  <a:lnTo>
                    <a:pt x="727118" y="5683632"/>
                  </a:lnTo>
                  <a:lnTo>
                    <a:pt x="727368" y="5683632"/>
                  </a:lnTo>
                  <a:lnTo>
                    <a:pt x="727618" y="5683632"/>
                  </a:lnTo>
                  <a:lnTo>
                    <a:pt x="727743" y="5683632"/>
                  </a:lnTo>
                  <a:lnTo>
                    <a:pt x="727868" y="5683632"/>
                  </a:lnTo>
                  <a:lnTo>
                    <a:pt x="727993" y="5683632"/>
                  </a:lnTo>
                  <a:lnTo>
                    <a:pt x="728118" y="5683632"/>
                  </a:lnTo>
                  <a:lnTo>
                    <a:pt x="728368" y="5683632"/>
                  </a:lnTo>
                  <a:lnTo>
                    <a:pt x="728493" y="5683632"/>
                  </a:lnTo>
                  <a:lnTo>
                    <a:pt x="728743" y="5683632"/>
                  </a:lnTo>
                  <a:lnTo>
                    <a:pt x="729118" y="5683632"/>
                  </a:lnTo>
                  <a:lnTo>
                    <a:pt x="729243" y="5683632"/>
                  </a:lnTo>
                  <a:lnTo>
                    <a:pt x="730244" y="5683632"/>
                  </a:lnTo>
                  <a:lnTo>
                    <a:pt x="730744" y="5683632"/>
                  </a:lnTo>
                  <a:lnTo>
                    <a:pt x="731119" y="5683632"/>
                  </a:lnTo>
                  <a:lnTo>
                    <a:pt x="731369" y="5683632"/>
                  </a:lnTo>
                  <a:lnTo>
                    <a:pt x="731619" y="5683632"/>
                  </a:lnTo>
                  <a:lnTo>
                    <a:pt x="731994" y="5683632"/>
                  </a:lnTo>
                  <a:lnTo>
                    <a:pt x="732119" y="5683632"/>
                  </a:lnTo>
                  <a:lnTo>
                    <a:pt x="732244" y="5683632"/>
                  </a:lnTo>
                  <a:lnTo>
                    <a:pt x="732369" y="5683632"/>
                  </a:lnTo>
                  <a:lnTo>
                    <a:pt x="732619" y="5683632"/>
                  </a:lnTo>
                  <a:lnTo>
                    <a:pt x="732744" y="5683632"/>
                  </a:lnTo>
                  <a:lnTo>
                    <a:pt x="733120" y="5683632"/>
                  </a:lnTo>
                  <a:lnTo>
                    <a:pt x="733370" y="5683632"/>
                  </a:lnTo>
                  <a:lnTo>
                    <a:pt x="733620" y="5683632"/>
                  </a:lnTo>
                  <a:lnTo>
                    <a:pt x="733870" y="5683632"/>
                  </a:lnTo>
                  <a:lnTo>
                    <a:pt x="734120" y="5683632"/>
                  </a:lnTo>
                  <a:lnTo>
                    <a:pt x="734245" y="5683632"/>
                  </a:lnTo>
                  <a:lnTo>
                    <a:pt x="734370" y="5683632"/>
                  </a:lnTo>
                  <a:lnTo>
                    <a:pt x="734870" y="5683632"/>
                  </a:lnTo>
                  <a:lnTo>
                    <a:pt x="734995" y="5683632"/>
                  </a:lnTo>
                  <a:lnTo>
                    <a:pt x="735245" y="5683632"/>
                  </a:lnTo>
                  <a:lnTo>
                    <a:pt x="735370" y="5683632"/>
                  </a:lnTo>
                  <a:lnTo>
                    <a:pt x="735620" y="5683632"/>
                  </a:lnTo>
                  <a:lnTo>
                    <a:pt x="735745" y="5683632"/>
                  </a:lnTo>
                  <a:lnTo>
                    <a:pt x="735870" y="5683632"/>
                  </a:lnTo>
                  <a:lnTo>
                    <a:pt x="735996" y="5683632"/>
                  </a:lnTo>
                  <a:lnTo>
                    <a:pt x="736371" y="5683632"/>
                  </a:lnTo>
                  <a:lnTo>
                    <a:pt x="736621" y="5683632"/>
                  </a:lnTo>
                  <a:lnTo>
                    <a:pt x="736746" y="5683632"/>
                  </a:lnTo>
                  <a:lnTo>
                    <a:pt x="736871" y="5683632"/>
                  </a:lnTo>
                  <a:lnTo>
                    <a:pt x="736996" y="5683632"/>
                  </a:lnTo>
                  <a:lnTo>
                    <a:pt x="737121" y="5683632"/>
                  </a:lnTo>
                  <a:lnTo>
                    <a:pt x="737246" y="5683632"/>
                  </a:lnTo>
                  <a:lnTo>
                    <a:pt x="737746" y="5683632"/>
                  </a:lnTo>
                  <a:lnTo>
                    <a:pt x="737996" y="5683632"/>
                  </a:lnTo>
                  <a:lnTo>
                    <a:pt x="738121" y="5683632"/>
                  </a:lnTo>
                  <a:lnTo>
                    <a:pt x="738371" y="5683632"/>
                  </a:lnTo>
                  <a:lnTo>
                    <a:pt x="738496" y="5683632"/>
                  </a:lnTo>
                  <a:lnTo>
                    <a:pt x="738621" y="5683632"/>
                  </a:lnTo>
                  <a:lnTo>
                    <a:pt x="738872" y="5683632"/>
                  </a:lnTo>
                  <a:lnTo>
                    <a:pt x="739247" y="5683632"/>
                  </a:lnTo>
                  <a:lnTo>
                    <a:pt x="739622" y="5683632"/>
                  </a:lnTo>
                  <a:lnTo>
                    <a:pt x="739872" y="5683632"/>
                  </a:lnTo>
                  <a:lnTo>
                    <a:pt x="740497" y="5683632"/>
                  </a:lnTo>
                  <a:lnTo>
                    <a:pt x="740747" y="5683632"/>
                  </a:lnTo>
                  <a:lnTo>
                    <a:pt x="740997" y="5683632"/>
                  </a:lnTo>
                  <a:lnTo>
                    <a:pt x="741372" y="5683632"/>
                  </a:lnTo>
                  <a:lnTo>
                    <a:pt x="741873" y="5683632"/>
                  </a:lnTo>
                  <a:lnTo>
                    <a:pt x="742373" y="5683632"/>
                  </a:lnTo>
                  <a:lnTo>
                    <a:pt x="742623" y="5683632"/>
                  </a:lnTo>
                  <a:lnTo>
                    <a:pt x="742873" y="5683632"/>
                  </a:lnTo>
                  <a:lnTo>
                    <a:pt x="743123" y="5683632"/>
                  </a:lnTo>
                  <a:lnTo>
                    <a:pt x="743248" y="5683632"/>
                  </a:lnTo>
                  <a:lnTo>
                    <a:pt x="743623" y="5683632"/>
                  </a:lnTo>
                  <a:lnTo>
                    <a:pt x="744123" y="5683632"/>
                  </a:lnTo>
                  <a:lnTo>
                    <a:pt x="744248" y="5683632"/>
                  </a:lnTo>
                  <a:lnTo>
                    <a:pt x="744373" y="5683632"/>
                  </a:lnTo>
                  <a:lnTo>
                    <a:pt x="744498" y="5683632"/>
                  </a:lnTo>
                  <a:lnTo>
                    <a:pt x="744623" y="5683632"/>
                  </a:lnTo>
                  <a:lnTo>
                    <a:pt x="744874" y="5683632"/>
                  </a:lnTo>
                  <a:lnTo>
                    <a:pt x="745124" y="5683632"/>
                  </a:lnTo>
                  <a:lnTo>
                    <a:pt x="745624" y="5683632"/>
                  </a:lnTo>
                  <a:lnTo>
                    <a:pt x="745874" y="5683632"/>
                  </a:lnTo>
                  <a:lnTo>
                    <a:pt x="746374" y="5683632"/>
                  </a:lnTo>
                  <a:lnTo>
                    <a:pt x="746499" y="5683632"/>
                  </a:lnTo>
                  <a:lnTo>
                    <a:pt x="746749" y="5683632"/>
                  </a:lnTo>
                  <a:lnTo>
                    <a:pt x="746874" y="5683632"/>
                  </a:lnTo>
                  <a:lnTo>
                    <a:pt x="747124" y="5683632"/>
                  </a:lnTo>
                  <a:lnTo>
                    <a:pt x="747374" y="5683632"/>
                  </a:lnTo>
                  <a:lnTo>
                    <a:pt x="747749" y="5683632"/>
                  </a:lnTo>
                  <a:lnTo>
                    <a:pt x="748000" y="5683632"/>
                  </a:lnTo>
                  <a:lnTo>
                    <a:pt x="748375" y="5683632"/>
                  </a:lnTo>
                  <a:lnTo>
                    <a:pt x="748500" y="5683632"/>
                  </a:lnTo>
                  <a:lnTo>
                    <a:pt x="748625" y="5683632"/>
                  </a:lnTo>
                  <a:lnTo>
                    <a:pt x="749000" y="5683632"/>
                  </a:lnTo>
                  <a:lnTo>
                    <a:pt x="749125" y="5683632"/>
                  </a:lnTo>
                  <a:lnTo>
                    <a:pt x="749500" y="5683632"/>
                  </a:lnTo>
                  <a:lnTo>
                    <a:pt x="749625" y="5683632"/>
                  </a:lnTo>
                  <a:lnTo>
                    <a:pt x="749750" y="5683632"/>
                  </a:lnTo>
                  <a:lnTo>
                    <a:pt x="749875" y="5683632"/>
                  </a:lnTo>
                  <a:lnTo>
                    <a:pt x="750125" y="5683632"/>
                  </a:lnTo>
                  <a:lnTo>
                    <a:pt x="750375" y="5683632"/>
                  </a:lnTo>
                  <a:lnTo>
                    <a:pt x="750625" y="5683632"/>
                  </a:lnTo>
                  <a:lnTo>
                    <a:pt x="750876" y="5683632"/>
                  </a:lnTo>
                  <a:lnTo>
                    <a:pt x="751001" y="5683632"/>
                  </a:lnTo>
                  <a:lnTo>
                    <a:pt x="751251" y="5683632"/>
                  </a:lnTo>
                  <a:lnTo>
                    <a:pt x="751501" y="5683632"/>
                  </a:lnTo>
                  <a:lnTo>
                    <a:pt x="751876" y="5683632"/>
                  </a:lnTo>
                  <a:lnTo>
                    <a:pt x="752251" y="5683632"/>
                  </a:lnTo>
                  <a:lnTo>
                    <a:pt x="752376" y="5683632"/>
                  </a:lnTo>
                  <a:lnTo>
                    <a:pt x="753126" y="5683632"/>
                  </a:lnTo>
                  <a:lnTo>
                    <a:pt x="753501" y="5683632"/>
                  </a:lnTo>
                  <a:lnTo>
                    <a:pt x="754252" y="5683632"/>
                  </a:lnTo>
                  <a:lnTo>
                    <a:pt x="754502" y="5683632"/>
                  </a:lnTo>
                  <a:lnTo>
                    <a:pt x="754877" y="5683632"/>
                  </a:lnTo>
                  <a:lnTo>
                    <a:pt x="755002" y="5683632"/>
                  </a:lnTo>
                  <a:lnTo>
                    <a:pt x="755127" y="5683632"/>
                  </a:lnTo>
                  <a:lnTo>
                    <a:pt x="755502" y="5683632"/>
                  </a:lnTo>
                  <a:lnTo>
                    <a:pt x="756377" y="5683632"/>
                  </a:lnTo>
                  <a:lnTo>
                    <a:pt x="756502" y="5683632"/>
                  </a:lnTo>
                  <a:lnTo>
                    <a:pt x="756878" y="5683632"/>
                  </a:lnTo>
                  <a:lnTo>
                    <a:pt x="757378" y="5683632"/>
                  </a:lnTo>
                  <a:lnTo>
                    <a:pt x="757878" y="5683632"/>
                  </a:lnTo>
                  <a:lnTo>
                    <a:pt x="758003" y="5683632"/>
                  </a:lnTo>
                  <a:lnTo>
                    <a:pt x="758253" y="5683632"/>
                  </a:lnTo>
                  <a:lnTo>
                    <a:pt x="758378" y="5683632"/>
                  </a:lnTo>
                  <a:lnTo>
                    <a:pt x="758628" y="5683632"/>
                  </a:lnTo>
                  <a:lnTo>
                    <a:pt x="759253" y="5683632"/>
                  </a:lnTo>
                  <a:lnTo>
                    <a:pt x="759378" y="5683632"/>
                  </a:lnTo>
                  <a:lnTo>
                    <a:pt x="759503" y="5683632"/>
                  </a:lnTo>
                  <a:lnTo>
                    <a:pt x="759628" y="5683632"/>
                  </a:lnTo>
                  <a:lnTo>
                    <a:pt x="760004" y="5683632"/>
                  </a:lnTo>
                  <a:lnTo>
                    <a:pt x="760129" y="5683632"/>
                  </a:lnTo>
                  <a:lnTo>
                    <a:pt x="761629" y="5683632"/>
                  </a:lnTo>
                  <a:lnTo>
                    <a:pt x="761754" y="5683632"/>
                  </a:lnTo>
                  <a:lnTo>
                    <a:pt x="761879" y="5683632"/>
                  </a:lnTo>
                  <a:lnTo>
                    <a:pt x="762129" y="5683632"/>
                  </a:lnTo>
                  <a:lnTo>
                    <a:pt x="762254" y="5683632"/>
                  </a:lnTo>
                  <a:lnTo>
                    <a:pt x="762379" y="5683632"/>
                  </a:lnTo>
                  <a:lnTo>
                    <a:pt x="762504" y="5683632"/>
                  </a:lnTo>
                  <a:lnTo>
                    <a:pt x="762629" y="5683632"/>
                  </a:lnTo>
                  <a:lnTo>
                    <a:pt x="762754" y="5683632"/>
                  </a:lnTo>
                  <a:lnTo>
                    <a:pt x="762880" y="5683632"/>
                  </a:lnTo>
                  <a:lnTo>
                    <a:pt x="763005" y="5683632"/>
                  </a:lnTo>
                  <a:lnTo>
                    <a:pt x="763380" y="5683632"/>
                  </a:lnTo>
                  <a:lnTo>
                    <a:pt x="763505" y="5683632"/>
                  </a:lnTo>
                  <a:lnTo>
                    <a:pt x="763630" y="5683632"/>
                  </a:lnTo>
                  <a:lnTo>
                    <a:pt x="764130" y="5683632"/>
                  </a:lnTo>
                  <a:lnTo>
                    <a:pt x="764380" y="5683632"/>
                  </a:lnTo>
                  <a:lnTo>
                    <a:pt x="764380" y="5673678"/>
                  </a:lnTo>
                  <a:lnTo>
                    <a:pt x="764630" y="5673678"/>
                  </a:lnTo>
                  <a:lnTo>
                    <a:pt x="765005" y="5673678"/>
                  </a:lnTo>
                  <a:lnTo>
                    <a:pt x="765130" y="5673678"/>
                  </a:lnTo>
                  <a:lnTo>
                    <a:pt x="765755" y="5673678"/>
                  </a:lnTo>
                  <a:lnTo>
                    <a:pt x="766006" y="5673678"/>
                  </a:lnTo>
                  <a:lnTo>
                    <a:pt x="766131" y="5673678"/>
                  </a:lnTo>
                  <a:lnTo>
                    <a:pt x="766881" y="5673678"/>
                  </a:lnTo>
                  <a:lnTo>
                    <a:pt x="767131" y="5673678"/>
                  </a:lnTo>
                  <a:lnTo>
                    <a:pt x="767256" y="5673678"/>
                  </a:lnTo>
                  <a:lnTo>
                    <a:pt x="767506" y="5673678"/>
                  </a:lnTo>
                  <a:lnTo>
                    <a:pt x="767756" y="5673678"/>
                  </a:lnTo>
                  <a:lnTo>
                    <a:pt x="768006" y="5673678"/>
                  </a:lnTo>
                  <a:lnTo>
                    <a:pt x="768131" y="5673678"/>
                  </a:lnTo>
                  <a:lnTo>
                    <a:pt x="768381" y="5673678"/>
                  </a:lnTo>
                  <a:lnTo>
                    <a:pt x="768506" y="5663725"/>
                  </a:lnTo>
                  <a:lnTo>
                    <a:pt x="768882" y="5663725"/>
                  </a:lnTo>
                  <a:lnTo>
                    <a:pt x="769007" y="5663725"/>
                  </a:lnTo>
                  <a:lnTo>
                    <a:pt x="769007" y="5653771"/>
                  </a:lnTo>
                  <a:lnTo>
                    <a:pt x="769132" y="5653771"/>
                  </a:lnTo>
                  <a:lnTo>
                    <a:pt x="769257" y="5653771"/>
                  </a:lnTo>
                  <a:lnTo>
                    <a:pt x="769632" y="5653771"/>
                  </a:lnTo>
                  <a:lnTo>
                    <a:pt x="769882" y="5653771"/>
                  </a:lnTo>
                  <a:lnTo>
                    <a:pt x="770007" y="5653771"/>
                  </a:lnTo>
                  <a:lnTo>
                    <a:pt x="770132" y="5653771"/>
                  </a:lnTo>
                  <a:lnTo>
                    <a:pt x="770507" y="5653771"/>
                  </a:lnTo>
                  <a:lnTo>
                    <a:pt x="770632" y="5653771"/>
                  </a:lnTo>
                  <a:lnTo>
                    <a:pt x="771257" y="5653771"/>
                  </a:lnTo>
                  <a:lnTo>
                    <a:pt x="771382" y="5653771"/>
                  </a:lnTo>
                  <a:lnTo>
                    <a:pt x="771632" y="5653771"/>
                  </a:lnTo>
                  <a:lnTo>
                    <a:pt x="771883" y="5653771"/>
                  </a:lnTo>
                  <a:lnTo>
                    <a:pt x="772133" y="5653771"/>
                  </a:lnTo>
                  <a:lnTo>
                    <a:pt x="772633" y="5653771"/>
                  </a:lnTo>
                  <a:lnTo>
                    <a:pt x="772758" y="5653771"/>
                  </a:lnTo>
                  <a:lnTo>
                    <a:pt x="772883" y="5653771"/>
                  </a:lnTo>
                  <a:lnTo>
                    <a:pt x="773133" y="5653771"/>
                  </a:lnTo>
                  <a:lnTo>
                    <a:pt x="773633" y="5653771"/>
                  </a:lnTo>
                  <a:lnTo>
                    <a:pt x="774008" y="5653771"/>
                  </a:lnTo>
                  <a:lnTo>
                    <a:pt x="774508" y="5653771"/>
                  </a:lnTo>
                  <a:lnTo>
                    <a:pt x="774633" y="5653771"/>
                  </a:lnTo>
                  <a:lnTo>
                    <a:pt x="775134" y="5653771"/>
                  </a:lnTo>
                  <a:lnTo>
                    <a:pt x="775259" y="5653771"/>
                  </a:lnTo>
                  <a:lnTo>
                    <a:pt x="775759" y="5653771"/>
                  </a:lnTo>
                  <a:lnTo>
                    <a:pt x="775884" y="5653771"/>
                  </a:lnTo>
                  <a:lnTo>
                    <a:pt x="776009" y="5653771"/>
                  </a:lnTo>
                  <a:lnTo>
                    <a:pt x="776134" y="5653771"/>
                  </a:lnTo>
                  <a:lnTo>
                    <a:pt x="776384" y="5653771"/>
                  </a:lnTo>
                  <a:lnTo>
                    <a:pt x="776634" y="5653771"/>
                  </a:lnTo>
                  <a:lnTo>
                    <a:pt x="776634" y="5643817"/>
                  </a:lnTo>
                  <a:lnTo>
                    <a:pt x="776884" y="5643817"/>
                  </a:lnTo>
                  <a:lnTo>
                    <a:pt x="777009" y="5643817"/>
                  </a:lnTo>
                  <a:lnTo>
                    <a:pt x="777134" y="5643817"/>
                  </a:lnTo>
                  <a:lnTo>
                    <a:pt x="777885" y="5643817"/>
                  </a:lnTo>
                  <a:lnTo>
                    <a:pt x="778010" y="5643817"/>
                  </a:lnTo>
                  <a:lnTo>
                    <a:pt x="778760" y="5643817"/>
                  </a:lnTo>
                  <a:lnTo>
                    <a:pt x="779385" y="5633863"/>
                  </a:lnTo>
                  <a:lnTo>
                    <a:pt x="779510" y="5633863"/>
                  </a:lnTo>
                  <a:lnTo>
                    <a:pt x="779635" y="5633863"/>
                  </a:lnTo>
                  <a:lnTo>
                    <a:pt x="779885" y="5633863"/>
                  </a:lnTo>
                  <a:lnTo>
                    <a:pt x="780260" y="5623909"/>
                  </a:lnTo>
                  <a:lnTo>
                    <a:pt x="780510" y="5623909"/>
                  </a:lnTo>
                  <a:lnTo>
                    <a:pt x="781011" y="5623909"/>
                  </a:lnTo>
                  <a:lnTo>
                    <a:pt x="781136" y="5623909"/>
                  </a:lnTo>
                  <a:lnTo>
                    <a:pt x="781261" y="5623909"/>
                  </a:lnTo>
                  <a:lnTo>
                    <a:pt x="781386" y="5623909"/>
                  </a:lnTo>
                  <a:lnTo>
                    <a:pt x="781511" y="5623909"/>
                  </a:lnTo>
                  <a:lnTo>
                    <a:pt x="781636" y="5623909"/>
                  </a:lnTo>
                  <a:lnTo>
                    <a:pt x="781761" y="5623909"/>
                  </a:lnTo>
                  <a:lnTo>
                    <a:pt x="781886" y="5623909"/>
                  </a:lnTo>
                  <a:lnTo>
                    <a:pt x="782136" y="5623909"/>
                  </a:lnTo>
                  <a:lnTo>
                    <a:pt x="782636" y="5623909"/>
                  </a:lnTo>
                  <a:lnTo>
                    <a:pt x="783011" y="5623909"/>
                  </a:lnTo>
                  <a:lnTo>
                    <a:pt x="783386" y="5613955"/>
                  </a:lnTo>
                  <a:lnTo>
                    <a:pt x="783511" y="5604002"/>
                  </a:lnTo>
                  <a:lnTo>
                    <a:pt x="783887" y="5604002"/>
                  </a:lnTo>
                  <a:lnTo>
                    <a:pt x="784012" y="5604002"/>
                  </a:lnTo>
                  <a:lnTo>
                    <a:pt x="784137" y="5604002"/>
                  </a:lnTo>
                  <a:lnTo>
                    <a:pt x="784387" y="5604002"/>
                  </a:lnTo>
                  <a:lnTo>
                    <a:pt x="784512" y="5604002"/>
                  </a:lnTo>
                  <a:lnTo>
                    <a:pt x="784637" y="5604002"/>
                  </a:lnTo>
                  <a:lnTo>
                    <a:pt x="784762" y="5604002"/>
                  </a:lnTo>
                  <a:lnTo>
                    <a:pt x="785012" y="5604002"/>
                  </a:lnTo>
                  <a:lnTo>
                    <a:pt x="785137" y="5604002"/>
                  </a:lnTo>
                  <a:lnTo>
                    <a:pt x="785887" y="5604002"/>
                  </a:lnTo>
                  <a:lnTo>
                    <a:pt x="786387" y="5594048"/>
                  </a:lnTo>
                  <a:lnTo>
                    <a:pt x="786512" y="5594048"/>
                  </a:lnTo>
                  <a:lnTo>
                    <a:pt x="786637" y="5594048"/>
                  </a:lnTo>
                  <a:lnTo>
                    <a:pt x="786763" y="5594048"/>
                  </a:lnTo>
                  <a:lnTo>
                    <a:pt x="787013" y="5594048"/>
                  </a:lnTo>
                  <a:lnTo>
                    <a:pt x="787138" y="5594048"/>
                  </a:lnTo>
                  <a:lnTo>
                    <a:pt x="787513" y="5594048"/>
                  </a:lnTo>
                  <a:lnTo>
                    <a:pt x="788013" y="5594048"/>
                  </a:lnTo>
                  <a:lnTo>
                    <a:pt x="788513" y="5594048"/>
                  </a:lnTo>
                  <a:lnTo>
                    <a:pt x="788763" y="5594048"/>
                  </a:lnTo>
                  <a:lnTo>
                    <a:pt x="789013" y="5594048"/>
                  </a:lnTo>
                  <a:lnTo>
                    <a:pt x="789263" y="5594048"/>
                  </a:lnTo>
                  <a:lnTo>
                    <a:pt x="789513" y="5594048"/>
                  </a:lnTo>
                  <a:lnTo>
                    <a:pt x="789638" y="5594048"/>
                  </a:lnTo>
                  <a:lnTo>
                    <a:pt x="789764" y="5594048"/>
                  </a:lnTo>
                  <a:lnTo>
                    <a:pt x="789889" y="5594048"/>
                  </a:lnTo>
                  <a:lnTo>
                    <a:pt x="790639" y="5594048"/>
                  </a:lnTo>
                  <a:lnTo>
                    <a:pt x="790889" y="5594048"/>
                  </a:lnTo>
                  <a:lnTo>
                    <a:pt x="791389" y="5594048"/>
                  </a:lnTo>
                  <a:lnTo>
                    <a:pt x="791639" y="5594048"/>
                  </a:lnTo>
                  <a:lnTo>
                    <a:pt x="791889" y="5594048"/>
                  </a:lnTo>
                  <a:lnTo>
                    <a:pt x="792139" y="5594048"/>
                  </a:lnTo>
                  <a:lnTo>
                    <a:pt x="792639" y="5594048"/>
                  </a:lnTo>
                  <a:lnTo>
                    <a:pt x="792890" y="5594048"/>
                  </a:lnTo>
                  <a:lnTo>
                    <a:pt x="793015" y="5594048"/>
                  </a:lnTo>
                  <a:lnTo>
                    <a:pt x="793140" y="5594048"/>
                  </a:lnTo>
                  <a:lnTo>
                    <a:pt x="793265" y="5594048"/>
                  </a:lnTo>
                  <a:lnTo>
                    <a:pt x="793390" y="5594048"/>
                  </a:lnTo>
                  <a:lnTo>
                    <a:pt x="794140" y="5594048"/>
                  </a:lnTo>
                  <a:lnTo>
                    <a:pt x="794515" y="5594048"/>
                  </a:lnTo>
                  <a:lnTo>
                    <a:pt x="794890" y="5594048"/>
                  </a:lnTo>
                  <a:lnTo>
                    <a:pt x="795390" y="5594048"/>
                  </a:lnTo>
                  <a:lnTo>
                    <a:pt x="795515" y="5594048"/>
                  </a:lnTo>
                  <a:lnTo>
                    <a:pt x="795766" y="5594048"/>
                  </a:lnTo>
                  <a:lnTo>
                    <a:pt x="796016" y="5594048"/>
                  </a:lnTo>
                  <a:lnTo>
                    <a:pt x="796641" y="5594048"/>
                  </a:lnTo>
                  <a:lnTo>
                    <a:pt x="797016" y="5594048"/>
                  </a:lnTo>
                  <a:lnTo>
                    <a:pt x="797266" y="5594048"/>
                  </a:lnTo>
                  <a:lnTo>
                    <a:pt x="797891" y="5594048"/>
                  </a:lnTo>
                  <a:lnTo>
                    <a:pt x="798016" y="5594048"/>
                  </a:lnTo>
                  <a:lnTo>
                    <a:pt x="798141" y="5594048"/>
                  </a:lnTo>
                  <a:lnTo>
                    <a:pt x="798266" y="5594048"/>
                  </a:lnTo>
                  <a:lnTo>
                    <a:pt x="798391" y="5594048"/>
                  </a:lnTo>
                  <a:lnTo>
                    <a:pt x="798516" y="5594048"/>
                  </a:lnTo>
                  <a:lnTo>
                    <a:pt x="799017" y="5594048"/>
                  </a:lnTo>
                  <a:lnTo>
                    <a:pt x="799142" y="5594048"/>
                  </a:lnTo>
                  <a:lnTo>
                    <a:pt x="799267" y="5594048"/>
                  </a:lnTo>
                  <a:lnTo>
                    <a:pt x="800017" y="5594048"/>
                  </a:lnTo>
                  <a:lnTo>
                    <a:pt x="800517" y="5594048"/>
                  </a:lnTo>
                  <a:lnTo>
                    <a:pt x="800642" y="5594048"/>
                  </a:lnTo>
                  <a:lnTo>
                    <a:pt x="800892" y="5594048"/>
                  </a:lnTo>
                  <a:lnTo>
                    <a:pt x="801017" y="5594048"/>
                  </a:lnTo>
                  <a:lnTo>
                    <a:pt x="801142" y="5594048"/>
                  </a:lnTo>
                  <a:lnTo>
                    <a:pt x="801267" y="5594048"/>
                  </a:lnTo>
                  <a:lnTo>
                    <a:pt x="801392" y="5594048"/>
                  </a:lnTo>
                  <a:lnTo>
                    <a:pt x="801517" y="5594048"/>
                  </a:lnTo>
                  <a:lnTo>
                    <a:pt x="801768" y="5594048"/>
                  </a:lnTo>
                  <a:lnTo>
                    <a:pt x="801893" y="5584094"/>
                  </a:lnTo>
                  <a:lnTo>
                    <a:pt x="802018" y="5584094"/>
                  </a:lnTo>
                  <a:lnTo>
                    <a:pt x="802143" y="5584094"/>
                  </a:lnTo>
                  <a:lnTo>
                    <a:pt x="802268" y="5584094"/>
                  </a:lnTo>
                  <a:lnTo>
                    <a:pt x="802393" y="5584094"/>
                  </a:lnTo>
                  <a:lnTo>
                    <a:pt x="802518" y="5584094"/>
                  </a:lnTo>
                  <a:lnTo>
                    <a:pt x="802768" y="5584094"/>
                  </a:lnTo>
                  <a:lnTo>
                    <a:pt x="802893" y="5584094"/>
                  </a:lnTo>
                  <a:lnTo>
                    <a:pt x="803393" y="5584094"/>
                  </a:lnTo>
                  <a:lnTo>
                    <a:pt x="803768" y="5584094"/>
                  </a:lnTo>
                  <a:lnTo>
                    <a:pt x="804018" y="5584094"/>
                  </a:lnTo>
                  <a:lnTo>
                    <a:pt x="804143" y="5584094"/>
                  </a:lnTo>
                  <a:lnTo>
                    <a:pt x="804393" y="5584094"/>
                  </a:lnTo>
                  <a:lnTo>
                    <a:pt x="804518" y="5584094"/>
                  </a:lnTo>
                  <a:lnTo>
                    <a:pt x="804643" y="5584094"/>
                  </a:lnTo>
                  <a:lnTo>
                    <a:pt x="804769" y="5584094"/>
                  </a:lnTo>
                  <a:lnTo>
                    <a:pt x="805019" y="5584094"/>
                  </a:lnTo>
                  <a:lnTo>
                    <a:pt x="805144" y="5584094"/>
                  </a:lnTo>
                  <a:lnTo>
                    <a:pt x="805519" y="5584094"/>
                  </a:lnTo>
                  <a:lnTo>
                    <a:pt x="805644" y="5584094"/>
                  </a:lnTo>
                  <a:lnTo>
                    <a:pt x="805769" y="5584094"/>
                  </a:lnTo>
                  <a:lnTo>
                    <a:pt x="805894" y="5584094"/>
                  </a:lnTo>
                  <a:lnTo>
                    <a:pt x="806019" y="5584094"/>
                  </a:lnTo>
                  <a:lnTo>
                    <a:pt x="806519" y="5584094"/>
                  </a:lnTo>
                  <a:lnTo>
                    <a:pt x="806644" y="5584094"/>
                  </a:lnTo>
                  <a:lnTo>
                    <a:pt x="807144" y="5584094"/>
                  </a:lnTo>
                  <a:lnTo>
                    <a:pt x="807269" y="5584094"/>
                  </a:lnTo>
                  <a:lnTo>
                    <a:pt x="807394" y="5584094"/>
                  </a:lnTo>
                  <a:lnTo>
                    <a:pt x="807519" y="5584094"/>
                  </a:lnTo>
                  <a:lnTo>
                    <a:pt x="808145" y="5584094"/>
                  </a:lnTo>
                  <a:lnTo>
                    <a:pt x="808520" y="5584094"/>
                  </a:lnTo>
                  <a:lnTo>
                    <a:pt x="808645" y="5574140"/>
                  </a:lnTo>
                  <a:lnTo>
                    <a:pt x="808895" y="5574140"/>
                  </a:lnTo>
                  <a:lnTo>
                    <a:pt x="809020" y="5574140"/>
                  </a:lnTo>
                  <a:lnTo>
                    <a:pt x="809270" y="5574140"/>
                  </a:lnTo>
                  <a:lnTo>
                    <a:pt x="809770" y="5574140"/>
                  </a:lnTo>
                  <a:lnTo>
                    <a:pt x="811146" y="5574140"/>
                  </a:lnTo>
                  <a:lnTo>
                    <a:pt x="811271" y="5574140"/>
                  </a:lnTo>
                  <a:lnTo>
                    <a:pt x="811396" y="5574140"/>
                  </a:lnTo>
                  <a:lnTo>
                    <a:pt x="811896" y="5574140"/>
                  </a:lnTo>
                  <a:lnTo>
                    <a:pt x="812021" y="5574140"/>
                  </a:lnTo>
                  <a:lnTo>
                    <a:pt x="812271" y="5574140"/>
                  </a:lnTo>
                  <a:lnTo>
                    <a:pt x="812396" y="5574140"/>
                  </a:lnTo>
                  <a:lnTo>
                    <a:pt x="812521" y="5574140"/>
                  </a:lnTo>
                  <a:lnTo>
                    <a:pt x="812896" y="5574140"/>
                  </a:lnTo>
                  <a:lnTo>
                    <a:pt x="813897" y="5574140"/>
                  </a:lnTo>
                  <a:lnTo>
                    <a:pt x="814147" y="5574140"/>
                  </a:lnTo>
                  <a:lnTo>
                    <a:pt x="814522" y="5574140"/>
                  </a:lnTo>
                  <a:lnTo>
                    <a:pt x="814647" y="5574140"/>
                  </a:lnTo>
                  <a:lnTo>
                    <a:pt x="814897" y="5574140"/>
                  </a:lnTo>
                  <a:lnTo>
                    <a:pt x="815397" y="5574140"/>
                  </a:lnTo>
                  <a:lnTo>
                    <a:pt x="815897" y="5564186"/>
                  </a:lnTo>
                  <a:lnTo>
                    <a:pt x="816272" y="5564186"/>
                  </a:lnTo>
                  <a:lnTo>
                    <a:pt x="816648" y="5564186"/>
                  </a:lnTo>
                  <a:lnTo>
                    <a:pt x="816773" y="5564186"/>
                  </a:lnTo>
                  <a:lnTo>
                    <a:pt x="816898" y="5564186"/>
                  </a:lnTo>
                  <a:lnTo>
                    <a:pt x="817023" y="5564186"/>
                  </a:lnTo>
                  <a:lnTo>
                    <a:pt x="817273" y="5564186"/>
                  </a:lnTo>
                  <a:lnTo>
                    <a:pt x="817648" y="5564186"/>
                  </a:lnTo>
                  <a:lnTo>
                    <a:pt x="818148" y="5564186"/>
                  </a:lnTo>
                  <a:lnTo>
                    <a:pt x="818273" y="5564186"/>
                  </a:lnTo>
                  <a:lnTo>
                    <a:pt x="818648" y="5564186"/>
                  </a:lnTo>
                  <a:lnTo>
                    <a:pt x="818773" y="5564186"/>
                  </a:lnTo>
                  <a:lnTo>
                    <a:pt x="819023" y="5564186"/>
                  </a:lnTo>
                  <a:lnTo>
                    <a:pt x="819148" y="5564186"/>
                  </a:lnTo>
                  <a:lnTo>
                    <a:pt x="819398" y="5564186"/>
                  </a:lnTo>
                  <a:lnTo>
                    <a:pt x="819899" y="5564186"/>
                  </a:lnTo>
                  <a:lnTo>
                    <a:pt x="820274" y="5564186"/>
                  </a:lnTo>
                  <a:lnTo>
                    <a:pt x="820649" y="5564186"/>
                  </a:lnTo>
                  <a:lnTo>
                    <a:pt x="821149" y="5564186"/>
                  </a:lnTo>
                  <a:lnTo>
                    <a:pt x="821524" y="5564186"/>
                  </a:lnTo>
                  <a:lnTo>
                    <a:pt x="822024" y="5564186"/>
                  </a:lnTo>
                  <a:lnTo>
                    <a:pt x="822399" y="5564186"/>
                  </a:lnTo>
                  <a:lnTo>
                    <a:pt x="822524" y="5564186"/>
                  </a:lnTo>
                  <a:lnTo>
                    <a:pt x="823025" y="5564186"/>
                  </a:lnTo>
                  <a:lnTo>
                    <a:pt x="823150" y="5564186"/>
                  </a:lnTo>
                  <a:lnTo>
                    <a:pt x="823275" y="5564186"/>
                  </a:lnTo>
                  <a:lnTo>
                    <a:pt x="823400" y="5564186"/>
                  </a:lnTo>
                  <a:lnTo>
                    <a:pt x="823525" y="5564186"/>
                  </a:lnTo>
                  <a:lnTo>
                    <a:pt x="823775" y="5564186"/>
                  </a:lnTo>
                  <a:lnTo>
                    <a:pt x="823900" y="5564186"/>
                  </a:lnTo>
                  <a:lnTo>
                    <a:pt x="824150" y="5564186"/>
                  </a:lnTo>
                  <a:lnTo>
                    <a:pt x="824400" y="5564186"/>
                  </a:lnTo>
                  <a:lnTo>
                    <a:pt x="824775" y="5544279"/>
                  </a:lnTo>
                  <a:lnTo>
                    <a:pt x="824900" y="5544279"/>
                  </a:lnTo>
                  <a:lnTo>
                    <a:pt x="825150" y="5544279"/>
                  </a:lnTo>
                  <a:lnTo>
                    <a:pt x="825275" y="5544279"/>
                  </a:lnTo>
                  <a:lnTo>
                    <a:pt x="825400" y="5544279"/>
                  </a:lnTo>
                  <a:lnTo>
                    <a:pt x="825776" y="5544279"/>
                  </a:lnTo>
                  <a:lnTo>
                    <a:pt x="825901" y="5544279"/>
                  </a:lnTo>
                  <a:lnTo>
                    <a:pt x="826401" y="5544279"/>
                  </a:lnTo>
                  <a:lnTo>
                    <a:pt x="826526" y="5544279"/>
                  </a:lnTo>
                  <a:lnTo>
                    <a:pt x="826776" y="5544279"/>
                  </a:lnTo>
                  <a:lnTo>
                    <a:pt x="827276" y="5544279"/>
                  </a:lnTo>
                  <a:lnTo>
                    <a:pt x="827401" y="5544279"/>
                  </a:lnTo>
                  <a:lnTo>
                    <a:pt x="827651" y="5534325"/>
                  </a:lnTo>
                  <a:lnTo>
                    <a:pt x="827776" y="5534325"/>
                  </a:lnTo>
                  <a:lnTo>
                    <a:pt x="828026" y="5534325"/>
                  </a:lnTo>
                  <a:lnTo>
                    <a:pt x="828526" y="5534325"/>
                  </a:lnTo>
                  <a:lnTo>
                    <a:pt x="828777" y="5534325"/>
                  </a:lnTo>
                  <a:lnTo>
                    <a:pt x="829527" y="5534325"/>
                  </a:lnTo>
                  <a:lnTo>
                    <a:pt x="829652" y="5534325"/>
                  </a:lnTo>
                  <a:lnTo>
                    <a:pt x="829902" y="5534325"/>
                  </a:lnTo>
                  <a:lnTo>
                    <a:pt x="830902" y="5524371"/>
                  </a:lnTo>
                  <a:lnTo>
                    <a:pt x="831027" y="5524371"/>
                  </a:lnTo>
                  <a:lnTo>
                    <a:pt x="831402" y="5524371"/>
                  </a:lnTo>
                  <a:lnTo>
                    <a:pt x="831527" y="5524371"/>
                  </a:lnTo>
                  <a:lnTo>
                    <a:pt x="831653" y="5524371"/>
                  </a:lnTo>
                  <a:lnTo>
                    <a:pt x="832153" y="5524371"/>
                  </a:lnTo>
                  <a:lnTo>
                    <a:pt x="832653" y="5524371"/>
                  </a:lnTo>
                  <a:lnTo>
                    <a:pt x="833028" y="5524371"/>
                  </a:lnTo>
                  <a:lnTo>
                    <a:pt x="833153" y="5524371"/>
                  </a:lnTo>
                  <a:lnTo>
                    <a:pt x="834528" y="5524371"/>
                  </a:lnTo>
                  <a:lnTo>
                    <a:pt x="834654" y="5524371"/>
                  </a:lnTo>
                  <a:lnTo>
                    <a:pt x="835279" y="5524371"/>
                  </a:lnTo>
                  <a:lnTo>
                    <a:pt x="835654" y="5524371"/>
                  </a:lnTo>
                  <a:lnTo>
                    <a:pt x="835779" y="5524371"/>
                  </a:lnTo>
                  <a:lnTo>
                    <a:pt x="835904" y="5524371"/>
                  </a:lnTo>
                  <a:lnTo>
                    <a:pt x="836029" y="5524371"/>
                  </a:lnTo>
                  <a:lnTo>
                    <a:pt x="836529" y="5524371"/>
                  </a:lnTo>
                  <a:lnTo>
                    <a:pt x="836779" y="5524371"/>
                  </a:lnTo>
                  <a:lnTo>
                    <a:pt x="837029" y="5524371"/>
                  </a:lnTo>
                  <a:lnTo>
                    <a:pt x="837905" y="5524371"/>
                  </a:lnTo>
                  <a:lnTo>
                    <a:pt x="838030" y="5524371"/>
                  </a:lnTo>
                  <a:lnTo>
                    <a:pt x="839030" y="5524371"/>
                  </a:lnTo>
                  <a:lnTo>
                    <a:pt x="839405" y="5524371"/>
                  </a:lnTo>
                  <a:lnTo>
                    <a:pt x="839530" y="5524371"/>
                  </a:lnTo>
                  <a:lnTo>
                    <a:pt x="840030" y="5524371"/>
                  </a:lnTo>
                  <a:lnTo>
                    <a:pt x="840530" y="5524371"/>
                  </a:lnTo>
                  <a:lnTo>
                    <a:pt x="840656" y="5524371"/>
                  </a:lnTo>
                  <a:lnTo>
                    <a:pt x="840781" y="5524371"/>
                  </a:lnTo>
                  <a:lnTo>
                    <a:pt x="840906" y="5524371"/>
                  </a:lnTo>
                  <a:lnTo>
                    <a:pt x="841781" y="5524371"/>
                  </a:lnTo>
                  <a:lnTo>
                    <a:pt x="841906" y="5524371"/>
                  </a:lnTo>
                  <a:lnTo>
                    <a:pt x="842031" y="5524371"/>
                  </a:lnTo>
                  <a:lnTo>
                    <a:pt x="842281" y="5514417"/>
                  </a:lnTo>
                  <a:lnTo>
                    <a:pt x="842406" y="5514417"/>
                  </a:lnTo>
                  <a:lnTo>
                    <a:pt x="842781" y="5514417"/>
                  </a:lnTo>
                  <a:lnTo>
                    <a:pt x="842906" y="5514417"/>
                  </a:lnTo>
                  <a:lnTo>
                    <a:pt x="843156" y="5514417"/>
                  </a:lnTo>
                  <a:lnTo>
                    <a:pt x="843531" y="5514417"/>
                  </a:lnTo>
                  <a:lnTo>
                    <a:pt x="843907" y="5514417"/>
                  </a:lnTo>
                  <a:lnTo>
                    <a:pt x="844032" y="5514417"/>
                  </a:lnTo>
                  <a:lnTo>
                    <a:pt x="844282" y="5514417"/>
                  </a:lnTo>
                  <a:lnTo>
                    <a:pt x="845157" y="5484556"/>
                  </a:lnTo>
                  <a:lnTo>
                    <a:pt x="845282" y="5484556"/>
                  </a:lnTo>
                  <a:lnTo>
                    <a:pt x="845657" y="5484556"/>
                  </a:lnTo>
                  <a:lnTo>
                    <a:pt x="845782" y="5484556"/>
                  </a:lnTo>
                  <a:lnTo>
                    <a:pt x="846282" y="5484556"/>
                  </a:lnTo>
                  <a:lnTo>
                    <a:pt x="846783" y="5484556"/>
                  </a:lnTo>
                  <a:lnTo>
                    <a:pt x="846908" y="5484556"/>
                  </a:lnTo>
                  <a:lnTo>
                    <a:pt x="847033" y="5484556"/>
                  </a:lnTo>
                  <a:lnTo>
                    <a:pt x="847283" y="5484556"/>
                  </a:lnTo>
                  <a:lnTo>
                    <a:pt x="847658" y="5484556"/>
                  </a:lnTo>
                  <a:lnTo>
                    <a:pt x="847908" y="5484556"/>
                  </a:lnTo>
                  <a:lnTo>
                    <a:pt x="848158" y="5484556"/>
                  </a:lnTo>
                  <a:lnTo>
                    <a:pt x="848533" y="5484556"/>
                  </a:lnTo>
                  <a:lnTo>
                    <a:pt x="848658" y="5484556"/>
                  </a:lnTo>
                  <a:lnTo>
                    <a:pt x="848908" y="5484556"/>
                  </a:lnTo>
                  <a:lnTo>
                    <a:pt x="849033" y="5484556"/>
                  </a:lnTo>
                  <a:lnTo>
                    <a:pt x="849533" y="5484556"/>
                  </a:lnTo>
                  <a:lnTo>
                    <a:pt x="849784" y="5484556"/>
                  </a:lnTo>
                  <a:lnTo>
                    <a:pt x="850284" y="5484556"/>
                  </a:lnTo>
                  <a:lnTo>
                    <a:pt x="850409" y="5484556"/>
                  </a:lnTo>
                  <a:lnTo>
                    <a:pt x="851034" y="5484556"/>
                  </a:lnTo>
                  <a:lnTo>
                    <a:pt x="851409" y="5484556"/>
                  </a:lnTo>
                  <a:lnTo>
                    <a:pt x="852409" y="5484556"/>
                  </a:lnTo>
                  <a:lnTo>
                    <a:pt x="852910" y="5484556"/>
                  </a:lnTo>
                  <a:lnTo>
                    <a:pt x="853035" y="5484556"/>
                  </a:lnTo>
                  <a:lnTo>
                    <a:pt x="853285" y="5484556"/>
                  </a:lnTo>
                  <a:lnTo>
                    <a:pt x="853785" y="5484556"/>
                  </a:lnTo>
                  <a:lnTo>
                    <a:pt x="854160" y="5484556"/>
                  </a:lnTo>
                  <a:lnTo>
                    <a:pt x="854660" y="5484556"/>
                  </a:lnTo>
                  <a:lnTo>
                    <a:pt x="855160" y="5484556"/>
                  </a:lnTo>
                  <a:lnTo>
                    <a:pt x="855536" y="5484556"/>
                  </a:lnTo>
                  <a:lnTo>
                    <a:pt x="856161" y="5474602"/>
                  </a:lnTo>
                  <a:lnTo>
                    <a:pt x="856286" y="5474602"/>
                  </a:lnTo>
                  <a:lnTo>
                    <a:pt x="856411" y="5474602"/>
                  </a:lnTo>
                  <a:lnTo>
                    <a:pt x="856661" y="5474602"/>
                  </a:lnTo>
                  <a:lnTo>
                    <a:pt x="856786" y="5474602"/>
                  </a:lnTo>
                  <a:lnTo>
                    <a:pt x="857036" y="5474602"/>
                  </a:lnTo>
                  <a:lnTo>
                    <a:pt x="857161" y="5474602"/>
                  </a:lnTo>
                  <a:lnTo>
                    <a:pt x="857286" y="5474602"/>
                  </a:lnTo>
                  <a:lnTo>
                    <a:pt x="858161" y="5474602"/>
                  </a:lnTo>
                  <a:lnTo>
                    <a:pt x="858286" y="5474602"/>
                  </a:lnTo>
                  <a:lnTo>
                    <a:pt x="858662" y="5474602"/>
                  </a:lnTo>
                  <a:lnTo>
                    <a:pt x="859037" y="5464648"/>
                  </a:lnTo>
                  <a:lnTo>
                    <a:pt x="859412" y="5464648"/>
                  </a:lnTo>
                  <a:lnTo>
                    <a:pt x="859787" y="5464648"/>
                  </a:lnTo>
                  <a:lnTo>
                    <a:pt x="860162" y="5464648"/>
                  </a:lnTo>
                  <a:lnTo>
                    <a:pt x="860287" y="5464648"/>
                  </a:lnTo>
                  <a:lnTo>
                    <a:pt x="860537" y="5454694"/>
                  </a:lnTo>
                  <a:lnTo>
                    <a:pt x="861037" y="5454694"/>
                  </a:lnTo>
                  <a:lnTo>
                    <a:pt x="861162" y="5454694"/>
                  </a:lnTo>
                  <a:lnTo>
                    <a:pt x="861287" y="5454694"/>
                  </a:lnTo>
                  <a:lnTo>
                    <a:pt x="861663" y="5454694"/>
                  </a:lnTo>
                  <a:lnTo>
                    <a:pt x="862288" y="5454694"/>
                  </a:lnTo>
                  <a:lnTo>
                    <a:pt x="862538" y="5454694"/>
                  </a:lnTo>
                  <a:lnTo>
                    <a:pt x="863288" y="5454694"/>
                  </a:lnTo>
                  <a:lnTo>
                    <a:pt x="863413" y="5454694"/>
                  </a:lnTo>
                  <a:lnTo>
                    <a:pt x="863663" y="5454694"/>
                  </a:lnTo>
                  <a:lnTo>
                    <a:pt x="863913" y="5454694"/>
                  </a:lnTo>
                  <a:lnTo>
                    <a:pt x="864288" y="5454694"/>
                  </a:lnTo>
                  <a:lnTo>
                    <a:pt x="864539" y="5454694"/>
                  </a:lnTo>
                  <a:lnTo>
                    <a:pt x="864914" y="5454694"/>
                  </a:lnTo>
                  <a:lnTo>
                    <a:pt x="865039" y="5454694"/>
                  </a:lnTo>
                  <a:lnTo>
                    <a:pt x="865414" y="5454694"/>
                  </a:lnTo>
                  <a:lnTo>
                    <a:pt x="865789" y="5454694"/>
                  </a:lnTo>
                  <a:lnTo>
                    <a:pt x="865914" y="5454694"/>
                  </a:lnTo>
                  <a:lnTo>
                    <a:pt x="866289" y="5454694"/>
                  </a:lnTo>
                  <a:lnTo>
                    <a:pt x="866539" y="5454694"/>
                  </a:lnTo>
                  <a:lnTo>
                    <a:pt x="866664" y="5454694"/>
                  </a:lnTo>
                  <a:lnTo>
                    <a:pt x="867289" y="5454694"/>
                  </a:lnTo>
                  <a:lnTo>
                    <a:pt x="867414" y="5454694"/>
                  </a:lnTo>
                  <a:lnTo>
                    <a:pt x="867665" y="5454694"/>
                  </a:lnTo>
                  <a:lnTo>
                    <a:pt x="868040" y="5454694"/>
                  </a:lnTo>
                  <a:lnTo>
                    <a:pt x="868165" y="5454694"/>
                  </a:lnTo>
                  <a:lnTo>
                    <a:pt x="868540" y="5454694"/>
                  </a:lnTo>
                  <a:lnTo>
                    <a:pt x="868915" y="5454694"/>
                  </a:lnTo>
                  <a:lnTo>
                    <a:pt x="869040" y="5454694"/>
                  </a:lnTo>
                  <a:lnTo>
                    <a:pt x="869165" y="5454694"/>
                  </a:lnTo>
                  <a:lnTo>
                    <a:pt x="869665" y="5454694"/>
                  </a:lnTo>
                  <a:lnTo>
                    <a:pt x="869915" y="5454694"/>
                  </a:lnTo>
                  <a:lnTo>
                    <a:pt x="870040" y="5444740"/>
                  </a:lnTo>
                  <a:lnTo>
                    <a:pt x="870666" y="5444740"/>
                  </a:lnTo>
                  <a:lnTo>
                    <a:pt x="870916" y="5444740"/>
                  </a:lnTo>
                  <a:lnTo>
                    <a:pt x="871041" y="5444740"/>
                  </a:lnTo>
                  <a:lnTo>
                    <a:pt x="871291" y="5444740"/>
                  </a:lnTo>
                  <a:lnTo>
                    <a:pt x="871541" y="5444740"/>
                  </a:lnTo>
                  <a:lnTo>
                    <a:pt x="871916" y="5444740"/>
                  </a:lnTo>
                  <a:lnTo>
                    <a:pt x="872666" y="5444740"/>
                  </a:lnTo>
                  <a:lnTo>
                    <a:pt x="872791" y="5444740"/>
                  </a:lnTo>
                  <a:lnTo>
                    <a:pt x="872916" y="5444740"/>
                  </a:lnTo>
                  <a:lnTo>
                    <a:pt x="873166" y="5444740"/>
                  </a:lnTo>
                  <a:lnTo>
                    <a:pt x="873291" y="5444740"/>
                  </a:lnTo>
                  <a:lnTo>
                    <a:pt x="874167" y="5444740"/>
                  </a:lnTo>
                  <a:lnTo>
                    <a:pt x="874542" y="5444740"/>
                  </a:lnTo>
                  <a:lnTo>
                    <a:pt x="875292" y="5444740"/>
                  </a:lnTo>
                  <a:lnTo>
                    <a:pt x="875667" y="5444740"/>
                  </a:lnTo>
                  <a:lnTo>
                    <a:pt x="875917" y="5444740"/>
                  </a:lnTo>
                  <a:lnTo>
                    <a:pt x="876042" y="5444740"/>
                  </a:lnTo>
                  <a:lnTo>
                    <a:pt x="876292" y="5444740"/>
                  </a:lnTo>
                  <a:lnTo>
                    <a:pt x="876918" y="5444740"/>
                  </a:lnTo>
                  <a:lnTo>
                    <a:pt x="877043" y="5444740"/>
                  </a:lnTo>
                  <a:lnTo>
                    <a:pt x="877168" y="5444740"/>
                  </a:lnTo>
                  <a:lnTo>
                    <a:pt x="877918" y="5444740"/>
                  </a:lnTo>
                  <a:lnTo>
                    <a:pt x="878793" y="5444740"/>
                  </a:lnTo>
                  <a:lnTo>
                    <a:pt x="878918" y="5444740"/>
                  </a:lnTo>
                  <a:lnTo>
                    <a:pt x="879418" y="5444740"/>
                  </a:lnTo>
                  <a:lnTo>
                    <a:pt x="880044" y="5444740"/>
                  </a:lnTo>
                  <a:lnTo>
                    <a:pt x="880169" y="5444740"/>
                  </a:lnTo>
                  <a:lnTo>
                    <a:pt x="880794" y="5444740"/>
                  </a:lnTo>
                  <a:lnTo>
                    <a:pt x="881419" y="5444740"/>
                  </a:lnTo>
                  <a:lnTo>
                    <a:pt x="881669" y="5444740"/>
                  </a:lnTo>
                  <a:lnTo>
                    <a:pt x="881794" y="5444740"/>
                  </a:lnTo>
                  <a:lnTo>
                    <a:pt x="881919" y="5444740"/>
                  </a:lnTo>
                  <a:lnTo>
                    <a:pt x="882044" y="5444740"/>
                  </a:lnTo>
                  <a:lnTo>
                    <a:pt x="882545" y="5444740"/>
                  </a:lnTo>
                  <a:lnTo>
                    <a:pt x="882920" y="5434787"/>
                  </a:lnTo>
                  <a:lnTo>
                    <a:pt x="883045" y="5434787"/>
                  </a:lnTo>
                  <a:lnTo>
                    <a:pt x="883295" y="5434787"/>
                  </a:lnTo>
                  <a:lnTo>
                    <a:pt x="883545" y="5434787"/>
                  </a:lnTo>
                  <a:lnTo>
                    <a:pt x="883670" y="5434787"/>
                  </a:lnTo>
                  <a:lnTo>
                    <a:pt x="883795" y="5434787"/>
                  </a:lnTo>
                  <a:lnTo>
                    <a:pt x="884170" y="5434787"/>
                  </a:lnTo>
                  <a:lnTo>
                    <a:pt x="884670" y="5434787"/>
                  </a:lnTo>
                  <a:lnTo>
                    <a:pt x="884795" y="5434787"/>
                  </a:lnTo>
                  <a:lnTo>
                    <a:pt x="885170" y="5434787"/>
                  </a:lnTo>
                  <a:lnTo>
                    <a:pt x="885295" y="5434787"/>
                  </a:lnTo>
                  <a:lnTo>
                    <a:pt x="885420" y="5434787"/>
                  </a:lnTo>
                  <a:lnTo>
                    <a:pt x="885671" y="5434787"/>
                  </a:lnTo>
                  <a:lnTo>
                    <a:pt x="885796" y="5434787"/>
                  </a:lnTo>
                  <a:lnTo>
                    <a:pt x="885921" y="5434787"/>
                  </a:lnTo>
                  <a:lnTo>
                    <a:pt x="886046" y="5434787"/>
                  </a:lnTo>
                  <a:lnTo>
                    <a:pt x="886171" y="5434787"/>
                  </a:lnTo>
                  <a:lnTo>
                    <a:pt x="886296" y="5434787"/>
                  </a:lnTo>
                  <a:lnTo>
                    <a:pt x="886546" y="5434787"/>
                  </a:lnTo>
                  <a:lnTo>
                    <a:pt x="886671" y="5434787"/>
                  </a:lnTo>
                  <a:lnTo>
                    <a:pt x="887171" y="5434787"/>
                  </a:lnTo>
                  <a:lnTo>
                    <a:pt x="887421" y="5434787"/>
                  </a:lnTo>
                  <a:lnTo>
                    <a:pt x="887546" y="5434787"/>
                  </a:lnTo>
                  <a:lnTo>
                    <a:pt x="887671" y="5434787"/>
                  </a:lnTo>
                  <a:lnTo>
                    <a:pt x="887796" y="5434787"/>
                  </a:lnTo>
                  <a:lnTo>
                    <a:pt x="888171" y="5434787"/>
                  </a:lnTo>
                  <a:lnTo>
                    <a:pt x="888296" y="5434787"/>
                  </a:lnTo>
                  <a:lnTo>
                    <a:pt x="888421" y="5434787"/>
                  </a:lnTo>
                  <a:lnTo>
                    <a:pt x="888672" y="5434787"/>
                  </a:lnTo>
                  <a:lnTo>
                    <a:pt x="888922" y="5434787"/>
                  </a:lnTo>
                  <a:lnTo>
                    <a:pt x="889047" y="5434787"/>
                  </a:lnTo>
                  <a:lnTo>
                    <a:pt x="889172" y="5434787"/>
                  </a:lnTo>
                  <a:lnTo>
                    <a:pt x="889297" y="5434787"/>
                  </a:lnTo>
                  <a:lnTo>
                    <a:pt x="889422" y="5434787"/>
                  </a:lnTo>
                  <a:lnTo>
                    <a:pt x="889672" y="5434787"/>
                  </a:lnTo>
                  <a:lnTo>
                    <a:pt x="889922" y="5434787"/>
                  </a:lnTo>
                  <a:lnTo>
                    <a:pt x="890297" y="5434787"/>
                  </a:lnTo>
                  <a:lnTo>
                    <a:pt x="890547" y="5434787"/>
                  </a:lnTo>
                  <a:lnTo>
                    <a:pt x="890797" y="5434787"/>
                  </a:lnTo>
                  <a:lnTo>
                    <a:pt x="891047" y="5434787"/>
                  </a:lnTo>
                  <a:lnTo>
                    <a:pt x="891172" y="5434787"/>
                  </a:lnTo>
                  <a:lnTo>
                    <a:pt x="891422" y="5434787"/>
                  </a:lnTo>
                  <a:lnTo>
                    <a:pt x="891548" y="5434787"/>
                  </a:lnTo>
                  <a:lnTo>
                    <a:pt x="891673" y="5434787"/>
                  </a:lnTo>
                  <a:lnTo>
                    <a:pt x="892048" y="5434787"/>
                  </a:lnTo>
                  <a:lnTo>
                    <a:pt x="892298" y="5434787"/>
                  </a:lnTo>
                  <a:lnTo>
                    <a:pt x="892423" y="5434787"/>
                  </a:lnTo>
                  <a:lnTo>
                    <a:pt x="892548" y="5434787"/>
                  </a:lnTo>
                  <a:lnTo>
                    <a:pt x="893298" y="5434787"/>
                  </a:lnTo>
                  <a:lnTo>
                    <a:pt x="894424" y="5434787"/>
                  </a:lnTo>
                  <a:lnTo>
                    <a:pt x="894549" y="5434787"/>
                  </a:lnTo>
                  <a:lnTo>
                    <a:pt x="894674" y="5434787"/>
                  </a:lnTo>
                  <a:lnTo>
                    <a:pt x="894924" y="5434787"/>
                  </a:lnTo>
                  <a:lnTo>
                    <a:pt x="895549" y="5434787"/>
                  </a:lnTo>
                  <a:lnTo>
                    <a:pt x="895674" y="5434787"/>
                  </a:lnTo>
                  <a:lnTo>
                    <a:pt x="896049" y="5434787"/>
                  </a:lnTo>
                  <a:lnTo>
                    <a:pt x="896424" y="5434787"/>
                  </a:lnTo>
                  <a:lnTo>
                    <a:pt x="896799" y="5434787"/>
                  </a:lnTo>
                  <a:lnTo>
                    <a:pt x="896924" y="5434787"/>
                  </a:lnTo>
                  <a:lnTo>
                    <a:pt x="897174" y="5434787"/>
                  </a:lnTo>
                  <a:lnTo>
                    <a:pt x="897425" y="5434787"/>
                  </a:lnTo>
                  <a:lnTo>
                    <a:pt x="897675" y="5434787"/>
                  </a:lnTo>
                  <a:lnTo>
                    <a:pt x="897800" y="5434787"/>
                  </a:lnTo>
                  <a:lnTo>
                    <a:pt x="897925" y="5434787"/>
                  </a:lnTo>
                  <a:lnTo>
                    <a:pt x="898300" y="5434787"/>
                  </a:lnTo>
                  <a:lnTo>
                    <a:pt x="898425" y="5434787"/>
                  </a:lnTo>
                  <a:lnTo>
                    <a:pt x="898925" y="5434787"/>
                  </a:lnTo>
                  <a:lnTo>
                    <a:pt x="899175" y="5434787"/>
                  </a:lnTo>
                  <a:lnTo>
                    <a:pt x="900050" y="5434787"/>
                  </a:lnTo>
                  <a:lnTo>
                    <a:pt x="900175" y="5434787"/>
                  </a:lnTo>
                  <a:lnTo>
                    <a:pt x="900300" y="5434787"/>
                  </a:lnTo>
                  <a:lnTo>
                    <a:pt x="901176" y="5434787"/>
                  </a:lnTo>
                  <a:lnTo>
                    <a:pt x="901301" y="5434787"/>
                  </a:lnTo>
                  <a:lnTo>
                    <a:pt x="901426" y="5424833"/>
                  </a:lnTo>
                  <a:lnTo>
                    <a:pt x="901551" y="5424833"/>
                  </a:lnTo>
                  <a:lnTo>
                    <a:pt x="901926" y="5424833"/>
                  </a:lnTo>
                  <a:lnTo>
                    <a:pt x="902301" y="5424833"/>
                  </a:lnTo>
                  <a:lnTo>
                    <a:pt x="902551" y="5424833"/>
                  </a:lnTo>
                  <a:lnTo>
                    <a:pt x="902801" y="5424833"/>
                  </a:lnTo>
                  <a:lnTo>
                    <a:pt x="903051" y="5424833"/>
                  </a:lnTo>
                  <a:lnTo>
                    <a:pt x="903301" y="5424833"/>
                  </a:lnTo>
                  <a:lnTo>
                    <a:pt x="903552" y="5424833"/>
                  </a:lnTo>
                  <a:lnTo>
                    <a:pt x="904177" y="5424833"/>
                  </a:lnTo>
                  <a:lnTo>
                    <a:pt x="904802" y="5424833"/>
                  </a:lnTo>
                  <a:lnTo>
                    <a:pt x="904927" y="5424833"/>
                  </a:lnTo>
                  <a:lnTo>
                    <a:pt x="905302" y="5424833"/>
                  </a:lnTo>
                  <a:lnTo>
                    <a:pt x="905677" y="5424833"/>
                  </a:lnTo>
                  <a:lnTo>
                    <a:pt x="906177" y="5424833"/>
                  </a:lnTo>
                  <a:lnTo>
                    <a:pt x="906302" y="5424833"/>
                  </a:lnTo>
                  <a:lnTo>
                    <a:pt x="906428" y="5424833"/>
                  </a:lnTo>
                  <a:lnTo>
                    <a:pt x="906553" y="5424833"/>
                  </a:lnTo>
                  <a:lnTo>
                    <a:pt x="906678" y="5424833"/>
                  </a:lnTo>
                  <a:lnTo>
                    <a:pt x="907053" y="5424833"/>
                  </a:lnTo>
                  <a:lnTo>
                    <a:pt x="907178" y="5424833"/>
                  </a:lnTo>
                  <a:lnTo>
                    <a:pt x="907553" y="5424833"/>
                  </a:lnTo>
                  <a:lnTo>
                    <a:pt x="907678" y="5424833"/>
                  </a:lnTo>
                  <a:lnTo>
                    <a:pt x="907803" y="5424833"/>
                  </a:lnTo>
                  <a:lnTo>
                    <a:pt x="908053" y="5424833"/>
                  </a:lnTo>
                  <a:lnTo>
                    <a:pt x="908428" y="5414879"/>
                  </a:lnTo>
                  <a:lnTo>
                    <a:pt x="908553" y="5414879"/>
                  </a:lnTo>
                  <a:lnTo>
                    <a:pt x="908553" y="5404925"/>
                  </a:lnTo>
                  <a:lnTo>
                    <a:pt x="908928" y="5404925"/>
                  </a:lnTo>
                  <a:lnTo>
                    <a:pt x="909178" y="5404925"/>
                  </a:lnTo>
                  <a:lnTo>
                    <a:pt x="909429" y="5404925"/>
                  </a:lnTo>
                  <a:lnTo>
                    <a:pt x="909804" y="5404925"/>
                  </a:lnTo>
                  <a:lnTo>
                    <a:pt x="910054" y="5404925"/>
                  </a:lnTo>
                  <a:lnTo>
                    <a:pt x="910179" y="5404925"/>
                  </a:lnTo>
                  <a:lnTo>
                    <a:pt x="910179" y="5394971"/>
                  </a:lnTo>
                  <a:lnTo>
                    <a:pt x="910554" y="5394971"/>
                  </a:lnTo>
                  <a:lnTo>
                    <a:pt x="911054" y="5394971"/>
                  </a:lnTo>
                  <a:lnTo>
                    <a:pt x="911304" y="5394971"/>
                  </a:lnTo>
                  <a:lnTo>
                    <a:pt x="911429" y="5394971"/>
                  </a:lnTo>
                  <a:lnTo>
                    <a:pt x="911679" y="5394971"/>
                  </a:lnTo>
                  <a:lnTo>
                    <a:pt x="911929" y="5394971"/>
                  </a:lnTo>
                  <a:lnTo>
                    <a:pt x="912179" y="5394971"/>
                  </a:lnTo>
                  <a:lnTo>
                    <a:pt x="912304" y="5394971"/>
                  </a:lnTo>
                  <a:lnTo>
                    <a:pt x="912430" y="5394971"/>
                  </a:lnTo>
                  <a:lnTo>
                    <a:pt x="912555" y="5394971"/>
                  </a:lnTo>
                  <a:lnTo>
                    <a:pt x="912680" y="5394971"/>
                  </a:lnTo>
                  <a:lnTo>
                    <a:pt x="912805" y="5394971"/>
                  </a:lnTo>
                  <a:lnTo>
                    <a:pt x="912930" y="5394971"/>
                  </a:lnTo>
                  <a:lnTo>
                    <a:pt x="913430" y="5394971"/>
                  </a:lnTo>
                  <a:lnTo>
                    <a:pt x="913555" y="5394971"/>
                  </a:lnTo>
                  <a:lnTo>
                    <a:pt x="913680" y="5394971"/>
                  </a:lnTo>
                  <a:lnTo>
                    <a:pt x="914055" y="5394971"/>
                  </a:lnTo>
                  <a:lnTo>
                    <a:pt x="914055" y="5385018"/>
                  </a:lnTo>
                  <a:lnTo>
                    <a:pt x="914180" y="5385018"/>
                  </a:lnTo>
                  <a:lnTo>
                    <a:pt x="914680" y="5385018"/>
                  </a:lnTo>
                  <a:lnTo>
                    <a:pt x="915931" y="5385018"/>
                  </a:lnTo>
                  <a:lnTo>
                    <a:pt x="916056" y="5385018"/>
                  </a:lnTo>
                  <a:lnTo>
                    <a:pt x="916681" y="5385018"/>
                  </a:lnTo>
                  <a:lnTo>
                    <a:pt x="916931" y="5385018"/>
                  </a:lnTo>
                  <a:lnTo>
                    <a:pt x="917056" y="5385018"/>
                  </a:lnTo>
                  <a:lnTo>
                    <a:pt x="917806" y="5385018"/>
                  </a:lnTo>
                  <a:lnTo>
                    <a:pt x="918056" y="5385018"/>
                  </a:lnTo>
                  <a:lnTo>
                    <a:pt x="918432" y="5385018"/>
                  </a:lnTo>
                  <a:lnTo>
                    <a:pt x="918682" y="5385018"/>
                  </a:lnTo>
                  <a:lnTo>
                    <a:pt x="918807" y="5385018"/>
                  </a:lnTo>
                  <a:lnTo>
                    <a:pt x="919057" y="5385018"/>
                  </a:lnTo>
                  <a:lnTo>
                    <a:pt x="919932" y="5385018"/>
                  </a:lnTo>
                  <a:lnTo>
                    <a:pt x="920432" y="5385018"/>
                  </a:lnTo>
                  <a:lnTo>
                    <a:pt x="920807" y="5385018"/>
                  </a:lnTo>
                  <a:lnTo>
                    <a:pt x="921057" y="5385018"/>
                  </a:lnTo>
                  <a:lnTo>
                    <a:pt x="921558" y="5375064"/>
                  </a:lnTo>
                  <a:lnTo>
                    <a:pt x="921933" y="5375064"/>
                  </a:lnTo>
                  <a:lnTo>
                    <a:pt x="922058" y="5375064"/>
                  </a:lnTo>
                  <a:lnTo>
                    <a:pt x="922308" y="5375064"/>
                  </a:lnTo>
                  <a:lnTo>
                    <a:pt x="922683" y="5375064"/>
                  </a:lnTo>
                  <a:lnTo>
                    <a:pt x="923308" y="5375064"/>
                  </a:lnTo>
                  <a:lnTo>
                    <a:pt x="923808" y="5375064"/>
                  </a:lnTo>
                  <a:lnTo>
                    <a:pt x="924559" y="5375064"/>
                  </a:lnTo>
                  <a:lnTo>
                    <a:pt x="924684" y="5375064"/>
                  </a:lnTo>
                  <a:lnTo>
                    <a:pt x="924809" y="5375064"/>
                  </a:lnTo>
                  <a:lnTo>
                    <a:pt x="926184" y="5375064"/>
                  </a:lnTo>
                  <a:lnTo>
                    <a:pt x="926434" y="5375064"/>
                  </a:lnTo>
                  <a:lnTo>
                    <a:pt x="926684" y="5375064"/>
                  </a:lnTo>
                  <a:lnTo>
                    <a:pt x="926809" y="5375064"/>
                  </a:lnTo>
                  <a:lnTo>
                    <a:pt x="927184" y="5375064"/>
                  </a:lnTo>
                  <a:lnTo>
                    <a:pt x="927435" y="5375064"/>
                  </a:lnTo>
                  <a:lnTo>
                    <a:pt x="928060" y="5375064"/>
                  </a:lnTo>
                  <a:lnTo>
                    <a:pt x="928310" y="5375064"/>
                  </a:lnTo>
                  <a:lnTo>
                    <a:pt x="928435" y="5375064"/>
                  </a:lnTo>
                  <a:lnTo>
                    <a:pt x="928685" y="5375064"/>
                  </a:lnTo>
                  <a:lnTo>
                    <a:pt x="929560" y="5375064"/>
                  </a:lnTo>
                  <a:lnTo>
                    <a:pt x="930060" y="5375064"/>
                  </a:lnTo>
                  <a:lnTo>
                    <a:pt x="930185" y="5375064"/>
                  </a:lnTo>
                  <a:lnTo>
                    <a:pt x="930436" y="5375064"/>
                  </a:lnTo>
                  <a:lnTo>
                    <a:pt x="931061" y="5375064"/>
                  </a:lnTo>
                  <a:lnTo>
                    <a:pt x="931561" y="5375064"/>
                  </a:lnTo>
                  <a:lnTo>
                    <a:pt x="931686" y="5375064"/>
                  </a:lnTo>
                  <a:lnTo>
                    <a:pt x="931811" y="5375064"/>
                  </a:lnTo>
                  <a:lnTo>
                    <a:pt x="932061" y="5375064"/>
                  </a:lnTo>
                  <a:lnTo>
                    <a:pt x="932186" y="5375064"/>
                  </a:lnTo>
                  <a:lnTo>
                    <a:pt x="932436" y="5375064"/>
                  </a:lnTo>
                  <a:lnTo>
                    <a:pt x="932561" y="5375064"/>
                  </a:lnTo>
                  <a:lnTo>
                    <a:pt x="932811" y="5375064"/>
                  </a:lnTo>
                  <a:lnTo>
                    <a:pt x="933687" y="5375064"/>
                  </a:lnTo>
                  <a:lnTo>
                    <a:pt x="933812" y="5375064"/>
                  </a:lnTo>
                  <a:lnTo>
                    <a:pt x="933937" y="5375064"/>
                  </a:lnTo>
                  <a:lnTo>
                    <a:pt x="934562" y="5375064"/>
                  </a:lnTo>
                  <a:lnTo>
                    <a:pt x="935062" y="5375064"/>
                  </a:lnTo>
                  <a:lnTo>
                    <a:pt x="935187" y="5375064"/>
                  </a:lnTo>
                  <a:lnTo>
                    <a:pt x="935312" y="5375064"/>
                  </a:lnTo>
                  <a:lnTo>
                    <a:pt x="936187" y="5375064"/>
                  </a:lnTo>
                  <a:lnTo>
                    <a:pt x="936688" y="5375064"/>
                  </a:lnTo>
                  <a:lnTo>
                    <a:pt x="937063" y="5375064"/>
                  </a:lnTo>
                  <a:lnTo>
                    <a:pt x="937313" y="5375064"/>
                  </a:lnTo>
                  <a:lnTo>
                    <a:pt x="937813" y="5375064"/>
                  </a:lnTo>
                  <a:lnTo>
                    <a:pt x="937938" y="5375064"/>
                  </a:lnTo>
                  <a:lnTo>
                    <a:pt x="938313" y="5375064"/>
                  </a:lnTo>
                  <a:lnTo>
                    <a:pt x="938688" y="5375064"/>
                  </a:lnTo>
                  <a:lnTo>
                    <a:pt x="938813" y="5375064"/>
                  </a:lnTo>
                  <a:lnTo>
                    <a:pt x="939063" y="5375064"/>
                  </a:lnTo>
                  <a:lnTo>
                    <a:pt x="939188" y="5375064"/>
                  </a:lnTo>
                  <a:lnTo>
                    <a:pt x="939314" y="5375064"/>
                  </a:lnTo>
                  <a:lnTo>
                    <a:pt x="939439" y="5375064"/>
                  </a:lnTo>
                  <a:lnTo>
                    <a:pt x="939814" y="5375064"/>
                  </a:lnTo>
                  <a:lnTo>
                    <a:pt x="940314" y="5375064"/>
                  </a:lnTo>
                  <a:lnTo>
                    <a:pt x="941189" y="5375064"/>
                  </a:lnTo>
                  <a:lnTo>
                    <a:pt x="941814" y="5375064"/>
                  </a:lnTo>
                  <a:lnTo>
                    <a:pt x="942189" y="5375064"/>
                  </a:lnTo>
                  <a:lnTo>
                    <a:pt x="942315" y="5375064"/>
                  </a:lnTo>
                  <a:lnTo>
                    <a:pt x="942440" y="5375064"/>
                  </a:lnTo>
                  <a:lnTo>
                    <a:pt x="943315" y="5375064"/>
                  </a:lnTo>
                  <a:lnTo>
                    <a:pt x="943690" y="5375064"/>
                  </a:lnTo>
                  <a:lnTo>
                    <a:pt x="943940" y="5375064"/>
                  </a:lnTo>
                  <a:lnTo>
                    <a:pt x="944315" y="5375064"/>
                  </a:lnTo>
                  <a:lnTo>
                    <a:pt x="944940" y="5375064"/>
                  </a:lnTo>
                  <a:lnTo>
                    <a:pt x="945065" y="5375064"/>
                  </a:lnTo>
                  <a:lnTo>
                    <a:pt x="945816" y="5375064"/>
                  </a:lnTo>
                  <a:lnTo>
                    <a:pt x="946191" y="5375064"/>
                  </a:lnTo>
                  <a:lnTo>
                    <a:pt x="946566" y="5375064"/>
                  </a:lnTo>
                  <a:lnTo>
                    <a:pt x="946691" y="5375064"/>
                  </a:lnTo>
                  <a:lnTo>
                    <a:pt x="947066" y="5375064"/>
                  </a:lnTo>
                  <a:lnTo>
                    <a:pt x="947566" y="5375064"/>
                  </a:lnTo>
                  <a:lnTo>
                    <a:pt x="948442" y="5375064"/>
                  </a:lnTo>
                  <a:lnTo>
                    <a:pt x="949067" y="5375064"/>
                  </a:lnTo>
                  <a:lnTo>
                    <a:pt x="949567" y="5375064"/>
                  </a:lnTo>
                  <a:lnTo>
                    <a:pt x="949692" y="5375064"/>
                  </a:lnTo>
                  <a:lnTo>
                    <a:pt x="950067" y="5375064"/>
                  </a:lnTo>
                  <a:lnTo>
                    <a:pt x="951568" y="5375064"/>
                  </a:lnTo>
                  <a:lnTo>
                    <a:pt x="952193" y="5375064"/>
                  </a:lnTo>
                  <a:lnTo>
                    <a:pt x="952443" y="5375064"/>
                  </a:lnTo>
                  <a:lnTo>
                    <a:pt x="952943" y="5375064"/>
                  </a:lnTo>
                  <a:lnTo>
                    <a:pt x="953193" y="5375064"/>
                  </a:lnTo>
                  <a:lnTo>
                    <a:pt x="953318" y="5375064"/>
                  </a:lnTo>
                  <a:lnTo>
                    <a:pt x="953943" y="5375064"/>
                  </a:lnTo>
                  <a:lnTo>
                    <a:pt x="954193" y="5375064"/>
                  </a:lnTo>
                  <a:lnTo>
                    <a:pt x="954319" y="5375064"/>
                  </a:lnTo>
                  <a:lnTo>
                    <a:pt x="954444" y="5375064"/>
                  </a:lnTo>
                  <a:lnTo>
                    <a:pt x="954694" y="5375064"/>
                  </a:lnTo>
                  <a:lnTo>
                    <a:pt x="954819" y="5375064"/>
                  </a:lnTo>
                  <a:lnTo>
                    <a:pt x="955194" y="5375064"/>
                  </a:lnTo>
                  <a:lnTo>
                    <a:pt x="955569" y="5375064"/>
                  </a:lnTo>
                  <a:lnTo>
                    <a:pt x="955694" y="5375064"/>
                  </a:lnTo>
                  <a:lnTo>
                    <a:pt x="955944" y="5375064"/>
                  </a:lnTo>
                  <a:lnTo>
                    <a:pt x="956444" y="5375064"/>
                  </a:lnTo>
                  <a:lnTo>
                    <a:pt x="956819" y="5375064"/>
                  </a:lnTo>
                  <a:lnTo>
                    <a:pt x="957069" y="5375064"/>
                  </a:lnTo>
                  <a:lnTo>
                    <a:pt x="957194" y="5375064"/>
                  </a:lnTo>
                  <a:lnTo>
                    <a:pt x="957320" y="5375064"/>
                  </a:lnTo>
                  <a:lnTo>
                    <a:pt x="957695" y="5375064"/>
                  </a:lnTo>
                  <a:lnTo>
                    <a:pt x="957945" y="5375064"/>
                  </a:lnTo>
                  <a:lnTo>
                    <a:pt x="958070" y="5375064"/>
                  </a:lnTo>
                  <a:lnTo>
                    <a:pt x="958195" y="5375064"/>
                  </a:lnTo>
                  <a:lnTo>
                    <a:pt x="958320" y="5375064"/>
                  </a:lnTo>
                  <a:lnTo>
                    <a:pt x="958695" y="5375064"/>
                  </a:lnTo>
                  <a:lnTo>
                    <a:pt x="958820" y="5375064"/>
                  </a:lnTo>
                  <a:lnTo>
                    <a:pt x="958945" y="5375064"/>
                  </a:lnTo>
                  <a:lnTo>
                    <a:pt x="959320" y="5375064"/>
                  </a:lnTo>
                  <a:lnTo>
                    <a:pt x="959570" y="5375064"/>
                  </a:lnTo>
                  <a:lnTo>
                    <a:pt x="959820" y="5375064"/>
                  </a:lnTo>
                  <a:lnTo>
                    <a:pt x="959945" y="5375064"/>
                  </a:lnTo>
                  <a:lnTo>
                    <a:pt x="960195" y="5375064"/>
                  </a:lnTo>
                  <a:lnTo>
                    <a:pt x="960821" y="5375064"/>
                  </a:lnTo>
                  <a:lnTo>
                    <a:pt x="961196" y="5375064"/>
                  </a:lnTo>
                  <a:lnTo>
                    <a:pt x="961321" y="5375064"/>
                  </a:lnTo>
                  <a:lnTo>
                    <a:pt x="961571" y="5375064"/>
                  </a:lnTo>
                  <a:lnTo>
                    <a:pt x="962071" y="5375064"/>
                  </a:lnTo>
                  <a:lnTo>
                    <a:pt x="962196" y="5375064"/>
                  </a:lnTo>
                  <a:lnTo>
                    <a:pt x="962321" y="5375064"/>
                  </a:lnTo>
                  <a:lnTo>
                    <a:pt x="962446" y="5375064"/>
                  </a:lnTo>
                  <a:lnTo>
                    <a:pt x="962696" y="5375064"/>
                  </a:lnTo>
                  <a:lnTo>
                    <a:pt x="963322" y="5375064"/>
                  </a:lnTo>
                  <a:lnTo>
                    <a:pt x="963447" y="5375064"/>
                  </a:lnTo>
                  <a:lnTo>
                    <a:pt x="964572" y="5375064"/>
                  </a:lnTo>
                  <a:lnTo>
                    <a:pt x="964947" y="5375064"/>
                  </a:lnTo>
                  <a:lnTo>
                    <a:pt x="965197" y="5375064"/>
                  </a:lnTo>
                  <a:lnTo>
                    <a:pt x="965822" y="5375064"/>
                  </a:lnTo>
                  <a:lnTo>
                    <a:pt x="965947" y="5375064"/>
                  </a:lnTo>
                  <a:lnTo>
                    <a:pt x="966573" y="5375064"/>
                  </a:lnTo>
                  <a:lnTo>
                    <a:pt x="966948" y="5375064"/>
                  </a:lnTo>
                  <a:lnTo>
                    <a:pt x="967573" y="5375064"/>
                  </a:lnTo>
                  <a:lnTo>
                    <a:pt x="967698" y="5375064"/>
                  </a:lnTo>
                  <a:lnTo>
                    <a:pt x="967948" y="5375064"/>
                  </a:lnTo>
                  <a:lnTo>
                    <a:pt x="968073" y="5375064"/>
                  </a:lnTo>
                  <a:lnTo>
                    <a:pt x="968198" y="5375064"/>
                  </a:lnTo>
                  <a:lnTo>
                    <a:pt x="968698" y="5375064"/>
                  </a:lnTo>
                  <a:lnTo>
                    <a:pt x="968948" y="5375064"/>
                  </a:lnTo>
                  <a:lnTo>
                    <a:pt x="969949" y="5375064"/>
                  </a:lnTo>
                  <a:lnTo>
                    <a:pt x="970074" y="5375064"/>
                  </a:lnTo>
                  <a:lnTo>
                    <a:pt x="970324" y="5375064"/>
                  </a:lnTo>
                  <a:lnTo>
                    <a:pt x="970449" y="5375064"/>
                  </a:lnTo>
                  <a:lnTo>
                    <a:pt x="971199" y="5375064"/>
                  </a:lnTo>
                  <a:lnTo>
                    <a:pt x="971449" y="5375064"/>
                  </a:lnTo>
                  <a:lnTo>
                    <a:pt x="971949" y="5375064"/>
                  </a:lnTo>
                  <a:lnTo>
                    <a:pt x="972200" y="5375064"/>
                  </a:lnTo>
                  <a:lnTo>
                    <a:pt x="972700" y="5375064"/>
                  </a:lnTo>
                  <a:lnTo>
                    <a:pt x="973075" y="5375064"/>
                  </a:lnTo>
                  <a:lnTo>
                    <a:pt x="973575" y="5375064"/>
                  </a:lnTo>
                  <a:lnTo>
                    <a:pt x="973700" y="5375064"/>
                  </a:lnTo>
                  <a:lnTo>
                    <a:pt x="973825" y="5375064"/>
                  </a:lnTo>
                  <a:lnTo>
                    <a:pt x="974075" y="5375064"/>
                  </a:lnTo>
                  <a:lnTo>
                    <a:pt x="974200" y="5375064"/>
                  </a:lnTo>
                  <a:lnTo>
                    <a:pt x="974700" y="5375064"/>
                  </a:lnTo>
                  <a:lnTo>
                    <a:pt x="975075" y="5375064"/>
                  </a:lnTo>
                  <a:lnTo>
                    <a:pt x="975576" y="5375064"/>
                  </a:lnTo>
                  <a:lnTo>
                    <a:pt x="976076" y="5375064"/>
                  </a:lnTo>
                  <a:lnTo>
                    <a:pt x="976201" y="5375064"/>
                  </a:lnTo>
                  <a:lnTo>
                    <a:pt x="976201" y="5365110"/>
                  </a:lnTo>
                  <a:lnTo>
                    <a:pt x="976326" y="5365110"/>
                  </a:lnTo>
                  <a:lnTo>
                    <a:pt x="976451" y="5365110"/>
                  </a:lnTo>
                  <a:lnTo>
                    <a:pt x="976951" y="5365110"/>
                  </a:lnTo>
                  <a:lnTo>
                    <a:pt x="977076" y="5365110"/>
                  </a:lnTo>
                  <a:lnTo>
                    <a:pt x="977826" y="5365110"/>
                  </a:lnTo>
                  <a:lnTo>
                    <a:pt x="978577" y="5365110"/>
                  </a:lnTo>
                  <a:lnTo>
                    <a:pt x="978952" y="5365110"/>
                  </a:lnTo>
                  <a:lnTo>
                    <a:pt x="979077" y="5365110"/>
                  </a:lnTo>
                  <a:lnTo>
                    <a:pt x="979452" y="5365110"/>
                  </a:lnTo>
                  <a:lnTo>
                    <a:pt x="979702" y="5365110"/>
                  </a:lnTo>
                  <a:lnTo>
                    <a:pt x="979827" y="5365110"/>
                  </a:lnTo>
                  <a:lnTo>
                    <a:pt x="979952" y="5365110"/>
                  </a:lnTo>
                  <a:lnTo>
                    <a:pt x="980202" y="5365110"/>
                  </a:lnTo>
                  <a:lnTo>
                    <a:pt x="980452" y="5365110"/>
                  </a:lnTo>
                  <a:lnTo>
                    <a:pt x="980702" y="5365110"/>
                  </a:lnTo>
                  <a:lnTo>
                    <a:pt x="980827" y="5365110"/>
                  </a:lnTo>
                  <a:lnTo>
                    <a:pt x="981203" y="5365110"/>
                  </a:lnTo>
                  <a:lnTo>
                    <a:pt x="981828" y="5365110"/>
                  </a:lnTo>
                  <a:lnTo>
                    <a:pt x="981953" y="5365110"/>
                  </a:lnTo>
                  <a:lnTo>
                    <a:pt x="982078" y="5365110"/>
                  </a:lnTo>
                  <a:lnTo>
                    <a:pt x="982328" y="5365110"/>
                  </a:lnTo>
                  <a:lnTo>
                    <a:pt x="982453" y="5365110"/>
                  </a:lnTo>
                  <a:lnTo>
                    <a:pt x="982578" y="5365110"/>
                  </a:lnTo>
                  <a:lnTo>
                    <a:pt x="982703" y="5365110"/>
                  </a:lnTo>
                  <a:lnTo>
                    <a:pt x="983953" y="5365110"/>
                  </a:lnTo>
                  <a:lnTo>
                    <a:pt x="984078" y="5365110"/>
                  </a:lnTo>
                  <a:lnTo>
                    <a:pt x="984204" y="5365110"/>
                  </a:lnTo>
                  <a:lnTo>
                    <a:pt x="984954" y="5365110"/>
                  </a:lnTo>
                  <a:lnTo>
                    <a:pt x="985579" y="5365110"/>
                  </a:lnTo>
                  <a:lnTo>
                    <a:pt x="985829" y="5365110"/>
                  </a:lnTo>
                  <a:lnTo>
                    <a:pt x="987330" y="5365110"/>
                  </a:lnTo>
                  <a:lnTo>
                    <a:pt x="987455" y="5365110"/>
                  </a:lnTo>
                  <a:lnTo>
                    <a:pt x="987955" y="5365110"/>
                  </a:lnTo>
                  <a:lnTo>
                    <a:pt x="988580" y="5365110"/>
                  </a:lnTo>
                  <a:lnTo>
                    <a:pt x="988705" y="5365110"/>
                  </a:lnTo>
                  <a:lnTo>
                    <a:pt x="988830" y="5365110"/>
                  </a:lnTo>
                  <a:lnTo>
                    <a:pt x="988955" y="5365110"/>
                  </a:lnTo>
                  <a:lnTo>
                    <a:pt x="989080" y="5365110"/>
                  </a:lnTo>
                  <a:lnTo>
                    <a:pt x="989580" y="5365110"/>
                  </a:lnTo>
                  <a:lnTo>
                    <a:pt x="989705" y="5365110"/>
                  </a:lnTo>
                  <a:lnTo>
                    <a:pt x="989955" y="5365110"/>
                  </a:lnTo>
                  <a:lnTo>
                    <a:pt x="990331" y="5365110"/>
                  </a:lnTo>
                  <a:lnTo>
                    <a:pt x="990581" y="5365110"/>
                  </a:lnTo>
                  <a:lnTo>
                    <a:pt x="990831" y="5365110"/>
                  </a:lnTo>
                  <a:lnTo>
                    <a:pt x="990956" y="5365110"/>
                  </a:lnTo>
                  <a:lnTo>
                    <a:pt x="991206" y="5365110"/>
                  </a:lnTo>
                  <a:lnTo>
                    <a:pt x="991706" y="5365110"/>
                  </a:lnTo>
                  <a:lnTo>
                    <a:pt x="991831" y="5365110"/>
                  </a:lnTo>
                  <a:lnTo>
                    <a:pt x="992081" y="5365110"/>
                  </a:lnTo>
                  <a:lnTo>
                    <a:pt x="992456" y="5365110"/>
                  </a:lnTo>
                  <a:lnTo>
                    <a:pt x="992831" y="5365110"/>
                  </a:lnTo>
                  <a:lnTo>
                    <a:pt x="992956" y="5365110"/>
                  </a:lnTo>
                  <a:lnTo>
                    <a:pt x="993207" y="5365110"/>
                  </a:lnTo>
                  <a:lnTo>
                    <a:pt x="993582" y="5365110"/>
                  </a:lnTo>
                  <a:lnTo>
                    <a:pt x="993832" y="5365110"/>
                  </a:lnTo>
                  <a:lnTo>
                    <a:pt x="994082" y="5355156"/>
                  </a:lnTo>
                  <a:lnTo>
                    <a:pt x="994582" y="5355156"/>
                  </a:lnTo>
                  <a:lnTo>
                    <a:pt x="994707" y="5355156"/>
                  </a:lnTo>
                  <a:lnTo>
                    <a:pt x="995082" y="5355156"/>
                  </a:lnTo>
                  <a:lnTo>
                    <a:pt x="995707" y="5355156"/>
                  </a:lnTo>
                  <a:lnTo>
                    <a:pt x="995832" y="5355156"/>
                  </a:lnTo>
                  <a:lnTo>
                    <a:pt x="996208" y="5355156"/>
                  </a:lnTo>
                  <a:lnTo>
                    <a:pt x="996333" y="5355156"/>
                  </a:lnTo>
                  <a:lnTo>
                    <a:pt x="997083" y="5355156"/>
                  </a:lnTo>
                  <a:lnTo>
                    <a:pt x="997333" y="5355156"/>
                  </a:lnTo>
                  <a:lnTo>
                    <a:pt x="998083" y="5325295"/>
                  </a:lnTo>
                  <a:lnTo>
                    <a:pt x="998333" y="5325295"/>
                  </a:lnTo>
                  <a:lnTo>
                    <a:pt x="998708" y="5325295"/>
                  </a:lnTo>
                  <a:lnTo>
                    <a:pt x="998958" y="5325295"/>
                  </a:lnTo>
                  <a:lnTo>
                    <a:pt x="998958" y="5315341"/>
                  </a:lnTo>
                  <a:lnTo>
                    <a:pt x="999459" y="5315341"/>
                  </a:lnTo>
                  <a:lnTo>
                    <a:pt x="999709" y="5315341"/>
                  </a:lnTo>
                  <a:lnTo>
                    <a:pt x="1000584" y="5315341"/>
                  </a:lnTo>
                  <a:lnTo>
                    <a:pt x="1000959" y="5315341"/>
                  </a:lnTo>
                  <a:lnTo>
                    <a:pt x="1001334" y="5315341"/>
                  </a:lnTo>
                  <a:lnTo>
                    <a:pt x="1001584" y="5315341"/>
                  </a:lnTo>
                  <a:lnTo>
                    <a:pt x="1002585" y="5315341"/>
                  </a:lnTo>
                  <a:lnTo>
                    <a:pt x="1002710" y="5315341"/>
                  </a:lnTo>
                  <a:lnTo>
                    <a:pt x="1002835" y="5315341"/>
                  </a:lnTo>
                  <a:lnTo>
                    <a:pt x="1003335" y="5315341"/>
                  </a:lnTo>
                  <a:lnTo>
                    <a:pt x="1003585" y="5315341"/>
                  </a:lnTo>
                  <a:lnTo>
                    <a:pt x="1003710" y="5315341"/>
                  </a:lnTo>
                  <a:lnTo>
                    <a:pt x="1003960" y="5315341"/>
                  </a:lnTo>
                  <a:lnTo>
                    <a:pt x="1004585" y="5305387"/>
                  </a:lnTo>
                  <a:lnTo>
                    <a:pt x="1004835" y="5305387"/>
                  </a:lnTo>
                  <a:lnTo>
                    <a:pt x="1004960" y="5305387"/>
                  </a:lnTo>
                  <a:lnTo>
                    <a:pt x="1005711" y="5305387"/>
                  </a:lnTo>
                  <a:lnTo>
                    <a:pt x="1006461" y="5305387"/>
                  </a:lnTo>
                  <a:lnTo>
                    <a:pt x="1006961" y="5305387"/>
                  </a:lnTo>
                  <a:lnTo>
                    <a:pt x="1007211" y="5305387"/>
                  </a:lnTo>
                  <a:lnTo>
                    <a:pt x="1007336" y="5305387"/>
                  </a:lnTo>
                  <a:lnTo>
                    <a:pt x="1008337" y="5305387"/>
                  </a:lnTo>
                  <a:lnTo>
                    <a:pt x="1008962" y="5305387"/>
                  </a:lnTo>
                  <a:lnTo>
                    <a:pt x="1009087" y="5305387"/>
                  </a:lnTo>
                  <a:lnTo>
                    <a:pt x="1009462" y="5305387"/>
                  </a:lnTo>
                  <a:lnTo>
                    <a:pt x="1009587" y="5305387"/>
                  </a:lnTo>
                  <a:lnTo>
                    <a:pt x="1010462" y="5305387"/>
                  </a:lnTo>
                  <a:lnTo>
                    <a:pt x="1011088" y="5305387"/>
                  </a:lnTo>
                  <a:lnTo>
                    <a:pt x="1011213" y="5305387"/>
                  </a:lnTo>
                  <a:lnTo>
                    <a:pt x="1011588" y="5305387"/>
                  </a:lnTo>
                  <a:lnTo>
                    <a:pt x="1011838" y="5305387"/>
                  </a:lnTo>
                  <a:lnTo>
                    <a:pt x="1012213" y="5305387"/>
                  </a:lnTo>
                  <a:lnTo>
                    <a:pt x="1012838" y="5305387"/>
                  </a:lnTo>
                  <a:lnTo>
                    <a:pt x="1013213" y="5305387"/>
                  </a:lnTo>
                  <a:lnTo>
                    <a:pt x="1013588" y="5305387"/>
                  </a:lnTo>
                  <a:lnTo>
                    <a:pt x="1013838" y="5305387"/>
                  </a:lnTo>
                  <a:lnTo>
                    <a:pt x="1014714" y="5305387"/>
                  </a:lnTo>
                  <a:lnTo>
                    <a:pt x="1015339" y="5305387"/>
                  </a:lnTo>
                  <a:lnTo>
                    <a:pt x="1015464" y="5305387"/>
                  </a:lnTo>
                  <a:lnTo>
                    <a:pt x="1015714" y="5305387"/>
                  </a:lnTo>
                  <a:lnTo>
                    <a:pt x="1016339" y="5305387"/>
                  </a:lnTo>
                  <a:lnTo>
                    <a:pt x="1016839" y="5305387"/>
                  </a:lnTo>
                  <a:lnTo>
                    <a:pt x="1017465" y="5305387"/>
                  </a:lnTo>
                  <a:lnTo>
                    <a:pt x="1017715" y="5305387"/>
                  </a:lnTo>
                  <a:lnTo>
                    <a:pt x="1018465" y="5305387"/>
                  </a:lnTo>
                  <a:lnTo>
                    <a:pt x="1018590" y="5305387"/>
                  </a:lnTo>
                  <a:lnTo>
                    <a:pt x="1019090" y="5305387"/>
                  </a:lnTo>
                  <a:lnTo>
                    <a:pt x="1019340" y="5305387"/>
                  </a:lnTo>
                  <a:lnTo>
                    <a:pt x="1019965" y="5305387"/>
                  </a:lnTo>
                  <a:lnTo>
                    <a:pt x="1020216" y="5305387"/>
                  </a:lnTo>
                  <a:lnTo>
                    <a:pt x="1020341" y="5305387"/>
                  </a:lnTo>
                  <a:lnTo>
                    <a:pt x="1020591" y="5305387"/>
                  </a:lnTo>
                  <a:lnTo>
                    <a:pt x="1021216" y="5305387"/>
                  </a:lnTo>
                  <a:lnTo>
                    <a:pt x="1021341" y="5305387"/>
                  </a:lnTo>
                  <a:lnTo>
                    <a:pt x="1021716" y="5305387"/>
                  </a:lnTo>
                  <a:lnTo>
                    <a:pt x="1022091" y="5305387"/>
                  </a:lnTo>
                  <a:lnTo>
                    <a:pt x="1022466" y="5305387"/>
                  </a:lnTo>
                  <a:lnTo>
                    <a:pt x="1022591" y="5305387"/>
                  </a:lnTo>
                  <a:lnTo>
                    <a:pt x="1023092" y="5305387"/>
                  </a:lnTo>
                  <a:lnTo>
                    <a:pt x="1023217" y="5305387"/>
                  </a:lnTo>
                  <a:lnTo>
                    <a:pt x="1023592" y="5305387"/>
                  </a:lnTo>
                  <a:lnTo>
                    <a:pt x="1024092" y="5305387"/>
                  </a:lnTo>
                  <a:lnTo>
                    <a:pt x="1024717" y="5305387"/>
                  </a:lnTo>
                  <a:lnTo>
                    <a:pt x="1025592" y="5305387"/>
                  </a:lnTo>
                  <a:lnTo>
                    <a:pt x="1025717" y="5305387"/>
                  </a:lnTo>
                  <a:lnTo>
                    <a:pt x="1025842" y="5305387"/>
                  </a:lnTo>
                  <a:lnTo>
                    <a:pt x="1026218" y="5305387"/>
                  </a:lnTo>
                  <a:lnTo>
                    <a:pt x="1026843" y="5305387"/>
                  </a:lnTo>
                  <a:lnTo>
                    <a:pt x="1027093" y="5305387"/>
                  </a:lnTo>
                  <a:lnTo>
                    <a:pt x="1027218" y="5305387"/>
                  </a:lnTo>
                  <a:lnTo>
                    <a:pt x="1027468" y="5305387"/>
                  </a:lnTo>
                  <a:lnTo>
                    <a:pt x="1027593" y="5305387"/>
                  </a:lnTo>
                  <a:lnTo>
                    <a:pt x="1027968" y="5305387"/>
                  </a:lnTo>
                  <a:lnTo>
                    <a:pt x="1028218" y="5305387"/>
                  </a:lnTo>
                  <a:lnTo>
                    <a:pt x="1028343" y="5305387"/>
                  </a:lnTo>
                  <a:lnTo>
                    <a:pt x="1028468" y="5305387"/>
                  </a:lnTo>
                  <a:lnTo>
                    <a:pt x="1028718" y="5305387"/>
                  </a:lnTo>
                  <a:lnTo>
                    <a:pt x="1029469" y="5305387"/>
                  </a:lnTo>
                  <a:lnTo>
                    <a:pt x="1029844" y="5295433"/>
                  </a:lnTo>
                  <a:lnTo>
                    <a:pt x="1029969" y="5295433"/>
                  </a:lnTo>
                  <a:lnTo>
                    <a:pt x="1030344" y="5295433"/>
                  </a:lnTo>
                  <a:lnTo>
                    <a:pt x="1030469" y="5295433"/>
                  </a:lnTo>
                  <a:lnTo>
                    <a:pt x="1031094" y="5295433"/>
                  </a:lnTo>
                  <a:lnTo>
                    <a:pt x="1032095" y="5295433"/>
                  </a:lnTo>
                  <a:lnTo>
                    <a:pt x="1032470" y="5295433"/>
                  </a:lnTo>
                  <a:lnTo>
                    <a:pt x="1032845" y="5295433"/>
                  </a:lnTo>
                  <a:lnTo>
                    <a:pt x="1032970" y="5295433"/>
                  </a:lnTo>
                  <a:lnTo>
                    <a:pt x="1033220" y="5295433"/>
                  </a:lnTo>
                  <a:lnTo>
                    <a:pt x="1033345" y="5295433"/>
                  </a:lnTo>
                  <a:lnTo>
                    <a:pt x="1033845" y="5295433"/>
                  </a:lnTo>
                  <a:lnTo>
                    <a:pt x="1034345" y="5295433"/>
                  </a:lnTo>
                  <a:lnTo>
                    <a:pt x="1034470" y="5295433"/>
                  </a:lnTo>
                  <a:lnTo>
                    <a:pt x="1035846" y="5295433"/>
                  </a:lnTo>
                  <a:lnTo>
                    <a:pt x="1036096" y="5295433"/>
                  </a:lnTo>
                  <a:lnTo>
                    <a:pt x="1036846" y="5295433"/>
                  </a:lnTo>
                  <a:lnTo>
                    <a:pt x="1037221" y="5295433"/>
                  </a:lnTo>
                  <a:lnTo>
                    <a:pt x="1037846" y="5295433"/>
                  </a:lnTo>
                  <a:lnTo>
                    <a:pt x="1038097" y="5295433"/>
                  </a:lnTo>
                  <a:lnTo>
                    <a:pt x="1038597" y="5295433"/>
                  </a:lnTo>
                  <a:lnTo>
                    <a:pt x="1038722" y="5295433"/>
                  </a:lnTo>
                  <a:lnTo>
                    <a:pt x="1039222" y="5295433"/>
                  </a:lnTo>
                  <a:lnTo>
                    <a:pt x="1039347" y="5295433"/>
                  </a:lnTo>
                  <a:lnTo>
                    <a:pt x="1039722" y="5295433"/>
                  </a:lnTo>
                  <a:lnTo>
                    <a:pt x="1040222" y="5295433"/>
                  </a:lnTo>
                  <a:lnTo>
                    <a:pt x="1040472" y="5295433"/>
                  </a:lnTo>
                  <a:lnTo>
                    <a:pt x="1040847" y="5295433"/>
                  </a:lnTo>
                  <a:lnTo>
                    <a:pt x="1041598" y="5295433"/>
                  </a:lnTo>
                  <a:lnTo>
                    <a:pt x="1041723" y="5295433"/>
                  </a:lnTo>
                  <a:lnTo>
                    <a:pt x="1041848" y="5295433"/>
                  </a:lnTo>
                  <a:lnTo>
                    <a:pt x="1042348" y="5295433"/>
                  </a:lnTo>
                  <a:lnTo>
                    <a:pt x="1042473" y="5295433"/>
                  </a:lnTo>
                  <a:lnTo>
                    <a:pt x="1043223" y="5295433"/>
                  </a:lnTo>
                  <a:lnTo>
                    <a:pt x="1043473" y="5295433"/>
                  </a:lnTo>
                  <a:lnTo>
                    <a:pt x="1043723" y="5295433"/>
                  </a:lnTo>
                  <a:lnTo>
                    <a:pt x="1043848" y="5295433"/>
                  </a:lnTo>
                  <a:lnTo>
                    <a:pt x="1043973" y="5295433"/>
                  </a:lnTo>
                  <a:lnTo>
                    <a:pt x="1044349" y="5295433"/>
                  </a:lnTo>
                  <a:lnTo>
                    <a:pt x="1044599" y="5295433"/>
                  </a:lnTo>
                  <a:lnTo>
                    <a:pt x="1045224" y="5295433"/>
                  </a:lnTo>
                  <a:lnTo>
                    <a:pt x="1045599" y="5295433"/>
                  </a:lnTo>
                  <a:lnTo>
                    <a:pt x="1045849" y="5295433"/>
                  </a:lnTo>
                  <a:lnTo>
                    <a:pt x="1046224" y="5295433"/>
                  </a:lnTo>
                  <a:lnTo>
                    <a:pt x="1046349" y="5295433"/>
                  </a:lnTo>
                  <a:lnTo>
                    <a:pt x="1046474" y="5295433"/>
                  </a:lnTo>
                  <a:lnTo>
                    <a:pt x="1046849" y="5295433"/>
                  </a:lnTo>
                  <a:lnTo>
                    <a:pt x="1047100" y="5295433"/>
                  </a:lnTo>
                  <a:lnTo>
                    <a:pt x="1047850" y="5295433"/>
                  </a:lnTo>
                  <a:lnTo>
                    <a:pt x="1048225" y="5295433"/>
                  </a:lnTo>
                  <a:lnTo>
                    <a:pt x="1048350" y="5295433"/>
                  </a:lnTo>
                  <a:lnTo>
                    <a:pt x="1048975" y="5295433"/>
                  </a:lnTo>
                  <a:lnTo>
                    <a:pt x="1049725" y="5295433"/>
                  </a:lnTo>
                  <a:lnTo>
                    <a:pt x="1049850" y="5295433"/>
                  </a:lnTo>
                  <a:lnTo>
                    <a:pt x="1050351" y="5295433"/>
                  </a:lnTo>
                  <a:lnTo>
                    <a:pt x="1051351" y="5295433"/>
                  </a:lnTo>
                  <a:lnTo>
                    <a:pt x="1051851" y="5295433"/>
                  </a:lnTo>
                  <a:lnTo>
                    <a:pt x="1052101" y="5295433"/>
                  </a:lnTo>
                  <a:lnTo>
                    <a:pt x="1052351" y="5295433"/>
                  </a:lnTo>
                  <a:lnTo>
                    <a:pt x="1052476" y="5295433"/>
                  </a:lnTo>
                  <a:lnTo>
                    <a:pt x="1052726" y="5295433"/>
                  </a:lnTo>
                  <a:lnTo>
                    <a:pt x="1052851" y="5295433"/>
                  </a:lnTo>
                  <a:lnTo>
                    <a:pt x="1053477" y="5295433"/>
                  </a:lnTo>
                  <a:lnTo>
                    <a:pt x="1053852" y="5295433"/>
                  </a:lnTo>
                  <a:lnTo>
                    <a:pt x="1054102" y="5295433"/>
                  </a:lnTo>
                  <a:lnTo>
                    <a:pt x="1054102" y="5285479"/>
                  </a:lnTo>
                  <a:lnTo>
                    <a:pt x="1054477" y="5275525"/>
                  </a:lnTo>
                  <a:lnTo>
                    <a:pt x="1054852" y="5265572"/>
                  </a:lnTo>
                  <a:lnTo>
                    <a:pt x="1055352" y="5265572"/>
                  </a:lnTo>
                  <a:lnTo>
                    <a:pt x="1055727" y="5265572"/>
                  </a:lnTo>
                  <a:lnTo>
                    <a:pt x="1056353" y="5255618"/>
                  </a:lnTo>
                  <a:lnTo>
                    <a:pt x="1056478" y="5255618"/>
                  </a:lnTo>
                  <a:lnTo>
                    <a:pt x="1056853" y="5255618"/>
                  </a:lnTo>
                  <a:lnTo>
                    <a:pt x="1057103" y="5255618"/>
                  </a:lnTo>
                  <a:lnTo>
                    <a:pt x="1057478" y="5255618"/>
                  </a:lnTo>
                  <a:lnTo>
                    <a:pt x="1058853" y="5255618"/>
                  </a:lnTo>
                  <a:lnTo>
                    <a:pt x="1058979" y="5255618"/>
                  </a:lnTo>
                  <a:lnTo>
                    <a:pt x="1059354" y="5255618"/>
                  </a:lnTo>
                  <a:lnTo>
                    <a:pt x="1059729" y="5255618"/>
                  </a:lnTo>
                  <a:lnTo>
                    <a:pt x="1059854" y="5255618"/>
                  </a:lnTo>
                  <a:lnTo>
                    <a:pt x="1059979" y="5255618"/>
                  </a:lnTo>
                  <a:lnTo>
                    <a:pt x="1060354" y="5255618"/>
                  </a:lnTo>
                  <a:lnTo>
                    <a:pt x="1060729" y="5255618"/>
                  </a:lnTo>
                  <a:lnTo>
                    <a:pt x="1060854" y="5255618"/>
                  </a:lnTo>
                  <a:lnTo>
                    <a:pt x="1061354" y="5255618"/>
                  </a:lnTo>
                  <a:lnTo>
                    <a:pt x="1061479" y="5255618"/>
                  </a:lnTo>
                  <a:lnTo>
                    <a:pt x="1061980" y="5255618"/>
                  </a:lnTo>
                  <a:lnTo>
                    <a:pt x="1062355" y="5255618"/>
                  </a:lnTo>
                  <a:lnTo>
                    <a:pt x="1062855" y="5255618"/>
                  </a:lnTo>
                  <a:lnTo>
                    <a:pt x="1063105" y="5255618"/>
                  </a:lnTo>
                  <a:lnTo>
                    <a:pt x="1063480" y="5255618"/>
                  </a:lnTo>
                  <a:lnTo>
                    <a:pt x="1063730" y="5255618"/>
                  </a:lnTo>
                  <a:lnTo>
                    <a:pt x="1063855" y="5255618"/>
                  </a:lnTo>
                  <a:lnTo>
                    <a:pt x="1064230" y="5255618"/>
                  </a:lnTo>
                  <a:lnTo>
                    <a:pt x="1064480" y="5255618"/>
                  </a:lnTo>
                  <a:lnTo>
                    <a:pt x="1064730" y="5255618"/>
                  </a:lnTo>
                  <a:lnTo>
                    <a:pt x="1065231" y="5255618"/>
                  </a:lnTo>
                  <a:lnTo>
                    <a:pt x="1066106" y="5255618"/>
                  </a:lnTo>
                  <a:lnTo>
                    <a:pt x="1066231" y="5255618"/>
                  </a:lnTo>
                  <a:lnTo>
                    <a:pt x="1066481" y="5255618"/>
                  </a:lnTo>
                  <a:lnTo>
                    <a:pt x="1067356" y="5255618"/>
                  </a:lnTo>
                  <a:lnTo>
                    <a:pt x="1067982" y="5255618"/>
                  </a:lnTo>
                  <a:lnTo>
                    <a:pt x="1068232" y="5255618"/>
                  </a:lnTo>
                  <a:lnTo>
                    <a:pt x="1068357" y="5255618"/>
                  </a:lnTo>
                  <a:lnTo>
                    <a:pt x="1068732" y="5255618"/>
                  </a:lnTo>
                  <a:lnTo>
                    <a:pt x="1068982" y="5255618"/>
                  </a:lnTo>
                  <a:lnTo>
                    <a:pt x="1069107" y="5255618"/>
                  </a:lnTo>
                  <a:lnTo>
                    <a:pt x="1069232" y="5255618"/>
                  </a:lnTo>
                  <a:lnTo>
                    <a:pt x="1070107" y="5255618"/>
                  </a:lnTo>
                  <a:lnTo>
                    <a:pt x="1070732" y="5255618"/>
                  </a:lnTo>
                  <a:lnTo>
                    <a:pt x="1071108" y="5255618"/>
                  </a:lnTo>
                  <a:lnTo>
                    <a:pt x="1071233" y="5255618"/>
                  </a:lnTo>
                  <a:lnTo>
                    <a:pt x="1071608" y="5255618"/>
                  </a:lnTo>
                  <a:lnTo>
                    <a:pt x="1072233" y="5245664"/>
                  </a:lnTo>
                  <a:lnTo>
                    <a:pt x="1072358" y="5245664"/>
                  </a:lnTo>
                  <a:lnTo>
                    <a:pt x="1073108" y="5245664"/>
                  </a:lnTo>
                  <a:lnTo>
                    <a:pt x="1073233" y="5245664"/>
                  </a:lnTo>
                  <a:lnTo>
                    <a:pt x="1073358" y="5245664"/>
                  </a:lnTo>
                  <a:lnTo>
                    <a:pt x="1073733" y="5245664"/>
                  </a:lnTo>
                  <a:lnTo>
                    <a:pt x="1074109" y="5245664"/>
                  </a:lnTo>
                  <a:lnTo>
                    <a:pt x="1074234" y="5245664"/>
                  </a:lnTo>
                  <a:lnTo>
                    <a:pt x="1074609" y="5245664"/>
                  </a:lnTo>
                  <a:lnTo>
                    <a:pt x="1075109" y="5245664"/>
                  </a:lnTo>
                  <a:lnTo>
                    <a:pt x="1075234" y="5245664"/>
                  </a:lnTo>
                  <a:lnTo>
                    <a:pt x="1075484" y="5245664"/>
                  </a:lnTo>
                  <a:lnTo>
                    <a:pt x="1075859" y="5245664"/>
                  </a:lnTo>
                  <a:lnTo>
                    <a:pt x="1076359" y="5245664"/>
                  </a:lnTo>
                  <a:lnTo>
                    <a:pt x="1076484" y="5245664"/>
                  </a:lnTo>
                  <a:lnTo>
                    <a:pt x="1077110" y="5245664"/>
                  </a:lnTo>
                  <a:lnTo>
                    <a:pt x="1077485" y="5245664"/>
                  </a:lnTo>
                  <a:lnTo>
                    <a:pt x="1078235" y="5245664"/>
                  </a:lnTo>
                  <a:lnTo>
                    <a:pt x="1078360" y="5245664"/>
                  </a:lnTo>
                  <a:lnTo>
                    <a:pt x="1078485" y="5245664"/>
                  </a:lnTo>
                  <a:lnTo>
                    <a:pt x="1078735" y="5245664"/>
                  </a:lnTo>
                  <a:lnTo>
                    <a:pt x="1079110" y="5235710"/>
                  </a:lnTo>
                  <a:lnTo>
                    <a:pt x="1079235" y="5235710"/>
                  </a:lnTo>
                  <a:lnTo>
                    <a:pt x="1079610" y="5235710"/>
                  </a:lnTo>
                  <a:lnTo>
                    <a:pt x="1079860" y="5235710"/>
                  </a:lnTo>
                  <a:lnTo>
                    <a:pt x="1080111" y="5235710"/>
                  </a:lnTo>
                  <a:lnTo>
                    <a:pt x="1080361" y="5235710"/>
                  </a:lnTo>
                  <a:lnTo>
                    <a:pt x="1080861" y="5235710"/>
                  </a:lnTo>
                  <a:lnTo>
                    <a:pt x="1080986" y="5235710"/>
                  </a:lnTo>
                  <a:lnTo>
                    <a:pt x="1081486" y="5235710"/>
                  </a:lnTo>
                  <a:lnTo>
                    <a:pt x="1081736" y="5235710"/>
                  </a:lnTo>
                  <a:lnTo>
                    <a:pt x="1082361" y="5235710"/>
                  </a:lnTo>
                  <a:lnTo>
                    <a:pt x="1082486" y="5235710"/>
                  </a:lnTo>
                  <a:lnTo>
                    <a:pt x="1082611" y="5235710"/>
                  </a:lnTo>
                  <a:lnTo>
                    <a:pt x="1082736" y="5235710"/>
                  </a:lnTo>
                  <a:lnTo>
                    <a:pt x="1083112" y="5235710"/>
                  </a:lnTo>
                  <a:lnTo>
                    <a:pt x="1083237" y="5235710"/>
                  </a:lnTo>
                  <a:lnTo>
                    <a:pt x="1083862" y="5235710"/>
                  </a:lnTo>
                  <a:lnTo>
                    <a:pt x="1084237" y="5235710"/>
                  </a:lnTo>
                  <a:lnTo>
                    <a:pt x="1084612" y="5235710"/>
                  </a:lnTo>
                  <a:lnTo>
                    <a:pt x="1084737" y="5235710"/>
                  </a:lnTo>
                  <a:lnTo>
                    <a:pt x="1085112" y="5235710"/>
                  </a:lnTo>
                  <a:lnTo>
                    <a:pt x="1085362" y="5235710"/>
                  </a:lnTo>
                  <a:lnTo>
                    <a:pt x="1085737" y="5235710"/>
                  </a:lnTo>
                  <a:lnTo>
                    <a:pt x="1086738" y="5235710"/>
                  </a:lnTo>
                  <a:lnTo>
                    <a:pt x="1086988" y="5235710"/>
                  </a:lnTo>
                  <a:lnTo>
                    <a:pt x="1087363" y="5235710"/>
                  </a:lnTo>
                  <a:lnTo>
                    <a:pt x="1087488" y="5235710"/>
                  </a:lnTo>
                  <a:lnTo>
                    <a:pt x="1088363" y="5235710"/>
                  </a:lnTo>
                  <a:lnTo>
                    <a:pt x="1088613" y="5235710"/>
                  </a:lnTo>
                  <a:lnTo>
                    <a:pt x="1088738" y="5235710"/>
                  </a:lnTo>
                  <a:lnTo>
                    <a:pt x="1089239" y="5235710"/>
                  </a:lnTo>
                  <a:lnTo>
                    <a:pt x="1089989" y="5235710"/>
                  </a:lnTo>
                  <a:lnTo>
                    <a:pt x="1090114" y="5235710"/>
                  </a:lnTo>
                  <a:lnTo>
                    <a:pt x="1090239" y="5235710"/>
                  </a:lnTo>
                  <a:lnTo>
                    <a:pt x="1090739" y="5235710"/>
                  </a:lnTo>
                  <a:lnTo>
                    <a:pt x="1090864" y="5235710"/>
                  </a:lnTo>
                  <a:lnTo>
                    <a:pt x="1091114" y="5235710"/>
                  </a:lnTo>
                  <a:lnTo>
                    <a:pt x="1091614" y="5235710"/>
                  </a:lnTo>
                  <a:lnTo>
                    <a:pt x="1091739" y="5235710"/>
                  </a:lnTo>
                  <a:lnTo>
                    <a:pt x="1092240" y="5235710"/>
                  </a:lnTo>
                  <a:lnTo>
                    <a:pt x="1092615" y="5235710"/>
                  </a:lnTo>
                  <a:lnTo>
                    <a:pt x="1092740" y="5235710"/>
                  </a:lnTo>
                  <a:lnTo>
                    <a:pt x="1092865" y="5235710"/>
                  </a:lnTo>
                  <a:lnTo>
                    <a:pt x="1093115" y="5235710"/>
                  </a:lnTo>
                  <a:lnTo>
                    <a:pt x="1093740" y="5235710"/>
                  </a:lnTo>
                  <a:lnTo>
                    <a:pt x="1093865" y="5235710"/>
                  </a:lnTo>
                  <a:lnTo>
                    <a:pt x="1094115" y="5235710"/>
                  </a:lnTo>
                  <a:lnTo>
                    <a:pt x="1094740" y="5235710"/>
                  </a:lnTo>
                  <a:lnTo>
                    <a:pt x="1095366" y="5235710"/>
                  </a:lnTo>
                  <a:lnTo>
                    <a:pt x="1096366" y="5235710"/>
                  </a:lnTo>
                  <a:lnTo>
                    <a:pt x="1096616" y="5225756"/>
                  </a:lnTo>
                  <a:lnTo>
                    <a:pt x="1096991" y="5225756"/>
                  </a:lnTo>
                  <a:lnTo>
                    <a:pt x="1097241" y="5225756"/>
                  </a:lnTo>
                  <a:lnTo>
                    <a:pt x="1097366" y="5225756"/>
                  </a:lnTo>
                  <a:lnTo>
                    <a:pt x="1097491" y="5225756"/>
                  </a:lnTo>
                  <a:lnTo>
                    <a:pt x="1097741" y="5225756"/>
                  </a:lnTo>
                  <a:lnTo>
                    <a:pt x="1097867" y="5225756"/>
                  </a:lnTo>
                  <a:lnTo>
                    <a:pt x="1098367" y="5225756"/>
                  </a:lnTo>
                  <a:lnTo>
                    <a:pt x="1098492" y="5225756"/>
                  </a:lnTo>
                  <a:lnTo>
                    <a:pt x="1098617" y="5225756"/>
                  </a:lnTo>
                  <a:lnTo>
                    <a:pt x="1099367" y="5225756"/>
                  </a:lnTo>
                  <a:lnTo>
                    <a:pt x="1099742" y="5225756"/>
                  </a:lnTo>
                  <a:lnTo>
                    <a:pt x="1100117" y="5225756"/>
                  </a:lnTo>
                  <a:lnTo>
                    <a:pt x="1100492" y="5225756"/>
                  </a:lnTo>
                  <a:lnTo>
                    <a:pt x="1100617" y="5225756"/>
                  </a:lnTo>
                  <a:lnTo>
                    <a:pt x="1100868" y="5225756"/>
                  </a:lnTo>
                  <a:lnTo>
                    <a:pt x="1101618" y="5225756"/>
                  </a:lnTo>
                  <a:lnTo>
                    <a:pt x="1101993" y="5225756"/>
                  </a:lnTo>
                  <a:lnTo>
                    <a:pt x="1102118" y="5215803"/>
                  </a:lnTo>
                  <a:lnTo>
                    <a:pt x="1102368" y="5215803"/>
                  </a:lnTo>
                  <a:lnTo>
                    <a:pt x="1102618" y="5215803"/>
                  </a:lnTo>
                  <a:lnTo>
                    <a:pt x="1102993" y="5215803"/>
                  </a:lnTo>
                  <a:lnTo>
                    <a:pt x="1103368" y="5215803"/>
                  </a:lnTo>
                  <a:lnTo>
                    <a:pt x="1103618" y="5215803"/>
                  </a:lnTo>
                  <a:lnTo>
                    <a:pt x="1103869" y="5215803"/>
                  </a:lnTo>
                  <a:lnTo>
                    <a:pt x="1104369" y="5215803"/>
                  </a:lnTo>
                  <a:lnTo>
                    <a:pt x="1105369" y="5215803"/>
                  </a:lnTo>
                  <a:lnTo>
                    <a:pt x="1105494" y="5215803"/>
                  </a:lnTo>
                  <a:lnTo>
                    <a:pt x="1106119" y="5215803"/>
                  </a:lnTo>
                  <a:lnTo>
                    <a:pt x="1106369" y="5215803"/>
                  </a:lnTo>
                  <a:lnTo>
                    <a:pt x="1106744" y="5215803"/>
                  </a:lnTo>
                  <a:lnTo>
                    <a:pt x="1106870" y="5205849"/>
                  </a:lnTo>
                  <a:lnTo>
                    <a:pt x="1107620" y="5205849"/>
                  </a:lnTo>
                  <a:lnTo>
                    <a:pt x="1107995" y="5205849"/>
                  </a:lnTo>
                  <a:lnTo>
                    <a:pt x="1108245" y="5205849"/>
                  </a:lnTo>
                  <a:lnTo>
                    <a:pt x="1108620" y="5205849"/>
                  </a:lnTo>
                  <a:lnTo>
                    <a:pt x="1109495" y="5205849"/>
                  </a:lnTo>
                  <a:lnTo>
                    <a:pt x="1109620" y="5205849"/>
                  </a:lnTo>
                  <a:lnTo>
                    <a:pt x="1109871" y="5205849"/>
                  </a:lnTo>
                  <a:lnTo>
                    <a:pt x="1110371" y="5205849"/>
                  </a:lnTo>
                  <a:lnTo>
                    <a:pt x="1111621" y="5205849"/>
                  </a:lnTo>
                  <a:lnTo>
                    <a:pt x="1111871" y="5205849"/>
                  </a:lnTo>
                  <a:lnTo>
                    <a:pt x="1112496" y="5205849"/>
                  </a:lnTo>
                  <a:lnTo>
                    <a:pt x="1113122" y="5195895"/>
                  </a:lnTo>
                  <a:lnTo>
                    <a:pt x="1113247" y="5195895"/>
                  </a:lnTo>
                  <a:lnTo>
                    <a:pt x="1114247" y="5195895"/>
                  </a:lnTo>
                  <a:lnTo>
                    <a:pt x="1114372" y="5195895"/>
                  </a:lnTo>
                  <a:lnTo>
                    <a:pt x="1114622" y="5195895"/>
                  </a:lnTo>
                  <a:lnTo>
                    <a:pt x="1114997" y="5195895"/>
                  </a:lnTo>
                  <a:lnTo>
                    <a:pt x="1115497" y="5195895"/>
                  </a:lnTo>
                  <a:lnTo>
                    <a:pt x="1117498" y="5195895"/>
                  </a:lnTo>
                  <a:lnTo>
                    <a:pt x="1117623" y="5195895"/>
                  </a:lnTo>
                  <a:lnTo>
                    <a:pt x="1117748" y="5195895"/>
                  </a:lnTo>
                  <a:lnTo>
                    <a:pt x="1117873" y="5195895"/>
                  </a:lnTo>
                  <a:lnTo>
                    <a:pt x="1118123" y="5195895"/>
                  </a:lnTo>
                  <a:lnTo>
                    <a:pt x="1118623" y="5195895"/>
                  </a:lnTo>
                  <a:lnTo>
                    <a:pt x="1118748" y="5195895"/>
                  </a:lnTo>
                  <a:lnTo>
                    <a:pt x="1119249" y="5195895"/>
                  </a:lnTo>
                  <a:lnTo>
                    <a:pt x="1119374" y="5195895"/>
                  </a:lnTo>
                  <a:lnTo>
                    <a:pt x="1119499" y="5195895"/>
                  </a:lnTo>
                  <a:lnTo>
                    <a:pt x="1119624" y="5195895"/>
                  </a:lnTo>
                  <a:lnTo>
                    <a:pt x="1120624" y="5195895"/>
                  </a:lnTo>
                  <a:lnTo>
                    <a:pt x="1120999" y="5195895"/>
                  </a:lnTo>
                  <a:lnTo>
                    <a:pt x="1121875" y="5195895"/>
                  </a:lnTo>
                  <a:lnTo>
                    <a:pt x="1122000" y="5195895"/>
                  </a:lnTo>
                  <a:lnTo>
                    <a:pt x="1122250" y="5195895"/>
                  </a:lnTo>
                  <a:lnTo>
                    <a:pt x="1122500" y="5195895"/>
                  </a:lnTo>
                  <a:lnTo>
                    <a:pt x="1123000" y="5195895"/>
                  </a:lnTo>
                  <a:lnTo>
                    <a:pt x="1123250" y="5195895"/>
                  </a:lnTo>
                  <a:lnTo>
                    <a:pt x="1123625" y="5195895"/>
                  </a:lnTo>
                  <a:lnTo>
                    <a:pt x="1123750" y="5195895"/>
                  </a:lnTo>
                  <a:lnTo>
                    <a:pt x="1124375" y="5195895"/>
                  </a:lnTo>
                  <a:lnTo>
                    <a:pt x="1124500" y="5195895"/>
                  </a:lnTo>
                  <a:lnTo>
                    <a:pt x="1124625" y="5195895"/>
                  </a:lnTo>
                  <a:lnTo>
                    <a:pt x="1125626" y="5195895"/>
                  </a:lnTo>
                  <a:lnTo>
                    <a:pt x="1125751" y="5195895"/>
                  </a:lnTo>
                  <a:lnTo>
                    <a:pt x="1125876" y="5195895"/>
                  </a:lnTo>
                  <a:lnTo>
                    <a:pt x="1126001" y="5195895"/>
                  </a:lnTo>
                  <a:lnTo>
                    <a:pt x="1127251" y="5195895"/>
                  </a:lnTo>
                  <a:lnTo>
                    <a:pt x="1127626" y="5195895"/>
                  </a:lnTo>
                  <a:lnTo>
                    <a:pt x="1127877" y="5195895"/>
                  </a:lnTo>
                  <a:lnTo>
                    <a:pt x="1128002" y="5195895"/>
                  </a:lnTo>
                  <a:lnTo>
                    <a:pt x="1128127" y="5195895"/>
                  </a:lnTo>
                  <a:lnTo>
                    <a:pt x="1128377" y="5195895"/>
                  </a:lnTo>
                  <a:lnTo>
                    <a:pt x="1128627" y="5195895"/>
                  </a:lnTo>
                  <a:lnTo>
                    <a:pt x="1129627" y="5195895"/>
                  </a:lnTo>
                  <a:lnTo>
                    <a:pt x="1130627" y="5195895"/>
                  </a:lnTo>
                  <a:lnTo>
                    <a:pt x="1130753" y="5195895"/>
                  </a:lnTo>
                  <a:lnTo>
                    <a:pt x="1131003" y="5195895"/>
                  </a:lnTo>
                  <a:lnTo>
                    <a:pt x="1131503" y="5195895"/>
                  </a:lnTo>
                  <a:lnTo>
                    <a:pt x="1131878" y="5195895"/>
                  </a:lnTo>
                  <a:lnTo>
                    <a:pt x="1132003" y="5195895"/>
                  </a:lnTo>
                  <a:lnTo>
                    <a:pt x="1133003" y="5195895"/>
                  </a:lnTo>
                  <a:lnTo>
                    <a:pt x="1133503" y="5195895"/>
                  </a:lnTo>
                  <a:lnTo>
                    <a:pt x="1134254" y="5195895"/>
                  </a:lnTo>
                  <a:lnTo>
                    <a:pt x="1134379" y="5195895"/>
                  </a:lnTo>
                  <a:lnTo>
                    <a:pt x="1134504" y="5195895"/>
                  </a:lnTo>
                  <a:lnTo>
                    <a:pt x="1134879" y="5195895"/>
                  </a:lnTo>
                  <a:lnTo>
                    <a:pt x="1135254" y="5195895"/>
                  </a:lnTo>
                  <a:lnTo>
                    <a:pt x="1135504" y="5195895"/>
                  </a:lnTo>
                  <a:lnTo>
                    <a:pt x="1135629" y="5195895"/>
                  </a:lnTo>
                  <a:lnTo>
                    <a:pt x="1135754" y="5195895"/>
                  </a:lnTo>
                  <a:lnTo>
                    <a:pt x="1136254" y="5195895"/>
                  </a:lnTo>
                  <a:lnTo>
                    <a:pt x="1136379" y="5195895"/>
                  </a:lnTo>
                  <a:lnTo>
                    <a:pt x="1136504" y="5195895"/>
                  </a:lnTo>
                  <a:lnTo>
                    <a:pt x="1136755" y="5195895"/>
                  </a:lnTo>
                  <a:lnTo>
                    <a:pt x="1136880" y="5195895"/>
                  </a:lnTo>
                  <a:lnTo>
                    <a:pt x="1137130" y="5195895"/>
                  </a:lnTo>
                  <a:lnTo>
                    <a:pt x="1137505" y="5195895"/>
                  </a:lnTo>
                  <a:lnTo>
                    <a:pt x="1137630" y="5195895"/>
                  </a:lnTo>
                  <a:lnTo>
                    <a:pt x="1137755" y="5195895"/>
                  </a:lnTo>
                  <a:lnTo>
                    <a:pt x="1138505" y="5195895"/>
                  </a:lnTo>
                  <a:lnTo>
                    <a:pt x="1139130" y="5195895"/>
                  </a:lnTo>
                  <a:lnTo>
                    <a:pt x="1140006" y="5195895"/>
                  </a:lnTo>
                  <a:lnTo>
                    <a:pt x="1140631" y="5185941"/>
                  </a:lnTo>
                  <a:lnTo>
                    <a:pt x="1141006" y="5185941"/>
                  </a:lnTo>
                  <a:lnTo>
                    <a:pt x="1141756" y="5185941"/>
                  </a:lnTo>
                  <a:lnTo>
                    <a:pt x="1142131" y="5185941"/>
                  </a:lnTo>
                  <a:lnTo>
                    <a:pt x="1142256" y="5185941"/>
                  </a:lnTo>
                  <a:lnTo>
                    <a:pt x="1142381" y="5185941"/>
                  </a:lnTo>
                  <a:lnTo>
                    <a:pt x="1143007" y="5185941"/>
                  </a:lnTo>
                  <a:lnTo>
                    <a:pt x="1143632" y="5185941"/>
                  </a:lnTo>
                  <a:lnTo>
                    <a:pt x="1144257" y="5185941"/>
                  </a:lnTo>
                  <a:lnTo>
                    <a:pt x="1144382" y="5185941"/>
                  </a:lnTo>
                  <a:lnTo>
                    <a:pt x="1144757" y="5185941"/>
                  </a:lnTo>
                  <a:lnTo>
                    <a:pt x="1145257" y="5185941"/>
                  </a:lnTo>
                  <a:lnTo>
                    <a:pt x="1145507" y="5185941"/>
                  </a:lnTo>
                  <a:lnTo>
                    <a:pt x="1145632" y="5185941"/>
                  </a:lnTo>
                  <a:lnTo>
                    <a:pt x="1146133" y="5185941"/>
                  </a:lnTo>
                  <a:lnTo>
                    <a:pt x="1146383" y="5185941"/>
                  </a:lnTo>
                  <a:lnTo>
                    <a:pt x="1146758" y="5185941"/>
                  </a:lnTo>
                  <a:lnTo>
                    <a:pt x="1147133" y="5185941"/>
                  </a:lnTo>
                  <a:lnTo>
                    <a:pt x="1147508" y="5185941"/>
                  </a:lnTo>
                  <a:lnTo>
                    <a:pt x="1148508" y="5185941"/>
                  </a:lnTo>
                  <a:lnTo>
                    <a:pt x="1149009" y="5185941"/>
                  </a:lnTo>
                  <a:lnTo>
                    <a:pt x="1149134" y="5185941"/>
                  </a:lnTo>
                  <a:lnTo>
                    <a:pt x="1149259" y="5185941"/>
                  </a:lnTo>
                  <a:lnTo>
                    <a:pt x="1149884" y="5185941"/>
                  </a:lnTo>
                  <a:lnTo>
                    <a:pt x="1150134" y="5185941"/>
                  </a:lnTo>
                  <a:lnTo>
                    <a:pt x="1150384" y="5185941"/>
                  </a:lnTo>
                  <a:lnTo>
                    <a:pt x="1150634" y="5185941"/>
                  </a:lnTo>
                  <a:lnTo>
                    <a:pt x="1150759" y="5185941"/>
                  </a:lnTo>
                  <a:lnTo>
                    <a:pt x="1151134" y="5185941"/>
                  </a:lnTo>
                  <a:lnTo>
                    <a:pt x="1151384" y="5185941"/>
                  </a:lnTo>
                  <a:lnTo>
                    <a:pt x="1153385" y="5185941"/>
                  </a:lnTo>
                  <a:lnTo>
                    <a:pt x="1153760" y="5185941"/>
                  </a:lnTo>
                  <a:lnTo>
                    <a:pt x="1154510" y="5185941"/>
                  </a:lnTo>
                  <a:lnTo>
                    <a:pt x="1154761" y="5185941"/>
                  </a:lnTo>
                  <a:lnTo>
                    <a:pt x="1155261" y="5185941"/>
                  </a:lnTo>
                  <a:lnTo>
                    <a:pt x="1155511" y="5185941"/>
                  </a:lnTo>
                  <a:lnTo>
                    <a:pt x="1155761" y="5185941"/>
                  </a:lnTo>
                  <a:lnTo>
                    <a:pt x="1156011" y="5185941"/>
                  </a:lnTo>
                  <a:lnTo>
                    <a:pt x="1157136" y="5185941"/>
                  </a:lnTo>
                  <a:lnTo>
                    <a:pt x="1157386" y="5185941"/>
                  </a:lnTo>
                  <a:lnTo>
                    <a:pt x="1157511" y="5185941"/>
                  </a:lnTo>
                  <a:lnTo>
                    <a:pt x="1158137" y="5185941"/>
                  </a:lnTo>
                  <a:lnTo>
                    <a:pt x="1158887" y="5185941"/>
                  </a:lnTo>
                  <a:lnTo>
                    <a:pt x="1159012" y="5185941"/>
                  </a:lnTo>
                  <a:lnTo>
                    <a:pt x="1159262" y="5185941"/>
                  </a:lnTo>
                  <a:lnTo>
                    <a:pt x="1160012" y="5185941"/>
                  </a:lnTo>
                  <a:lnTo>
                    <a:pt x="1160137" y="5185941"/>
                  </a:lnTo>
                  <a:lnTo>
                    <a:pt x="1160262" y="5185941"/>
                  </a:lnTo>
                  <a:lnTo>
                    <a:pt x="1161513" y="5185941"/>
                  </a:lnTo>
                  <a:lnTo>
                    <a:pt x="1161888" y="5185941"/>
                  </a:lnTo>
                  <a:lnTo>
                    <a:pt x="1162013" y="5185941"/>
                  </a:lnTo>
                  <a:lnTo>
                    <a:pt x="1162638" y="5185941"/>
                  </a:lnTo>
                  <a:lnTo>
                    <a:pt x="1163013" y="5185941"/>
                  </a:lnTo>
                  <a:lnTo>
                    <a:pt x="1164264" y="5185941"/>
                  </a:lnTo>
                  <a:lnTo>
                    <a:pt x="1165139" y="5185941"/>
                  </a:lnTo>
                  <a:lnTo>
                    <a:pt x="1165514" y="5185941"/>
                  </a:lnTo>
                  <a:lnTo>
                    <a:pt x="1165639" y="5185941"/>
                  </a:lnTo>
                  <a:lnTo>
                    <a:pt x="1165889" y="5185941"/>
                  </a:lnTo>
                  <a:lnTo>
                    <a:pt x="1166389" y="5185941"/>
                  </a:lnTo>
                  <a:lnTo>
                    <a:pt x="1166514" y="5185941"/>
                  </a:lnTo>
                  <a:lnTo>
                    <a:pt x="1166640" y="5185941"/>
                  </a:lnTo>
                  <a:lnTo>
                    <a:pt x="1167265" y="5185941"/>
                  </a:lnTo>
                  <a:lnTo>
                    <a:pt x="1168140" y="5185941"/>
                  </a:lnTo>
                  <a:lnTo>
                    <a:pt x="1168515" y="5185941"/>
                  </a:lnTo>
                  <a:lnTo>
                    <a:pt x="1168890" y="5185941"/>
                  </a:lnTo>
                  <a:lnTo>
                    <a:pt x="1169015" y="5185941"/>
                  </a:lnTo>
                  <a:lnTo>
                    <a:pt x="1169265" y="5185941"/>
                  </a:lnTo>
                  <a:lnTo>
                    <a:pt x="1169515" y="5185941"/>
                  </a:lnTo>
                  <a:lnTo>
                    <a:pt x="1170016" y="5185941"/>
                  </a:lnTo>
                  <a:lnTo>
                    <a:pt x="1170266" y="5185941"/>
                  </a:lnTo>
                  <a:lnTo>
                    <a:pt x="1170391" y="5185941"/>
                  </a:lnTo>
                  <a:lnTo>
                    <a:pt x="1170516" y="5185941"/>
                  </a:lnTo>
                  <a:lnTo>
                    <a:pt x="1171266" y="5185941"/>
                  </a:lnTo>
                  <a:lnTo>
                    <a:pt x="1171641" y="5185941"/>
                  </a:lnTo>
                  <a:lnTo>
                    <a:pt x="1172516" y="5185941"/>
                  </a:lnTo>
                  <a:lnTo>
                    <a:pt x="1172892" y="5185941"/>
                  </a:lnTo>
                  <a:lnTo>
                    <a:pt x="1173142" y="5185941"/>
                  </a:lnTo>
                  <a:lnTo>
                    <a:pt x="1173642" y="5185941"/>
                  </a:lnTo>
                  <a:lnTo>
                    <a:pt x="1174017" y="5185941"/>
                  </a:lnTo>
                  <a:lnTo>
                    <a:pt x="1174142" y="5185941"/>
                  </a:lnTo>
                  <a:lnTo>
                    <a:pt x="1174392" y="5185941"/>
                  </a:lnTo>
                  <a:lnTo>
                    <a:pt x="1175267" y="5185941"/>
                  </a:lnTo>
                  <a:lnTo>
                    <a:pt x="1175392" y="5185941"/>
                  </a:lnTo>
                  <a:lnTo>
                    <a:pt x="1176768" y="5185941"/>
                  </a:lnTo>
                  <a:lnTo>
                    <a:pt x="1177143" y="5185941"/>
                  </a:lnTo>
                  <a:lnTo>
                    <a:pt x="1177393" y="5175987"/>
                  </a:lnTo>
                  <a:lnTo>
                    <a:pt x="1177518" y="5175987"/>
                  </a:lnTo>
                  <a:lnTo>
                    <a:pt x="1177643" y="5175987"/>
                  </a:lnTo>
                  <a:lnTo>
                    <a:pt x="1178644" y="5175987"/>
                  </a:lnTo>
                  <a:lnTo>
                    <a:pt x="1179019" y="5175987"/>
                  </a:lnTo>
                  <a:lnTo>
                    <a:pt x="1179644" y="5175987"/>
                  </a:lnTo>
                  <a:lnTo>
                    <a:pt x="1179894" y="5175987"/>
                  </a:lnTo>
                  <a:lnTo>
                    <a:pt x="1180644" y="5175987"/>
                  </a:lnTo>
                  <a:lnTo>
                    <a:pt x="1181770" y="5166033"/>
                  </a:lnTo>
                  <a:lnTo>
                    <a:pt x="1182020" y="5166033"/>
                  </a:lnTo>
                  <a:lnTo>
                    <a:pt x="1182395" y="5156080"/>
                  </a:lnTo>
                  <a:lnTo>
                    <a:pt x="1182645" y="5156080"/>
                  </a:lnTo>
                  <a:lnTo>
                    <a:pt x="1184270" y="5156080"/>
                  </a:lnTo>
                  <a:lnTo>
                    <a:pt x="1184395" y="5156080"/>
                  </a:lnTo>
                  <a:lnTo>
                    <a:pt x="1184771" y="5156080"/>
                  </a:lnTo>
                  <a:lnTo>
                    <a:pt x="1185021" y="5156080"/>
                  </a:lnTo>
                  <a:lnTo>
                    <a:pt x="1185146" y="5156080"/>
                  </a:lnTo>
                  <a:lnTo>
                    <a:pt x="1185271" y="5156080"/>
                  </a:lnTo>
                  <a:lnTo>
                    <a:pt x="1186521" y="5156080"/>
                  </a:lnTo>
                  <a:lnTo>
                    <a:pt x="1186896" y="5156080"/>
                  </a:lnTo>
                  <a:lnTo>
                    <a:pt x="1187772" y="5156080"/>
                  </a:lnTo>
                  <a:lnTo>
                    <a:pt x="1187897" y="5156080"/>
                  </a:lnTo>
                  <a:lnTo>
                    <a:pt x="1188022" y="5156080"/>
                  </a:lnTo>
                  <a:lnTo>
                    <a:pt x="1189022" y="5156080"/>
                  </a:lnTo>
                  <a:lnTo>
                    <a:pt x="1190272" y="5156080"/>
                  </a:lnTo>
                  <a:lnTo>
                    <a:pt x="1190773" y="5156080"/>
                  </a:lnTo>
                  <a:lnTo>
                    <a:pt x="1190898" y="5156080"/>
                  </a:lnTo>
                  <a:lnTo>
                    <a:pt x="1191398" y="5156080"/>
                  </a:lnTo>
                  <a:lnTo>
                    <a:pt x="1191773" y="5156080"/>
                  </a:lnTo>
                  <a:lnTo>
                    <a:pt x="1192523" y="5156080"/>
                  </a:lnTo>
                  <a:lnTo>
                    <a:pt x="1193148" y="5156080"/>
                  </a:lnTo>
                  <a:lnTo>
                    <a:pt x="1193273" y="5156080"/>
                  </a:lnTo>
                  <a:lnTo>
                    <a:pt x="1193774" y="5156080"/>
                  </a:lnTo>
                  <a:lnTo>
                    <a:pt x="1194399" y="5156080"/>
                  </a:lnTo>
                  <a:lnTo>
                    <a:pt x="1194524" y="5156080"/>
                  </a:lnTo>
                  <a:lnTo>
                    <a:pt x="1194899" y="5156080"/>
                  </a:lnTo>
                  <a:lnTo>
                    <a:pt x="1195149" y="5156080"/>
                  </a:lnTo>
                  <a:lnTo>
                    <a:pt x="1195524" y="5156080"/>
                  </a:lnTo>
                  <a:lnTo>
                    <a:pt x="1195774" y="5156080"/>
                  </a:lnTo>
                  <a:lnTo>
                    <a:pt x="1195899" y="5156080"/>
                  </a:lnTo>
                  <a:lnTo>
                    <a:pt x="1196024" y="5156080"/>
                  </a:lnTo>
                  <a:lnTo>
                    <a:pt x="1196274" y="5156080"/>
                  </a:lnTo>
                  <a:lnTo>
                    <a:pt x="1197400" y="5156080"/>
                  </a:lnTo>
                  <a:lnTo>
                    <a:pt x="1198275" y="5156080"/>
                  </a:lnTo>
                  <a:lnTo>
                    <a:pt x="1198525" y="5156080"/>
                  </a:lnTo>
                  <a:lnTo>
                    <a:pt x="1198775" y="5156080"/>
                  </a:lnTo>
                  <a:lnTo>
                    <a:pt x="1199150" y="5156080"/>
                  </a:lnTo>
                  <a:lnTo>
                    <a:pt x="1199400" y="5156080"/>
                  </a:lnTo>
                  <a:lnTo>
                    <a:pt x="1199525" y="5156080"/>
                  </a:lnTo>
                  <a:lnTo>
                    <a:pt x="1200026" y="5156080"/>
                  </a:lnTo>
                  <a:lnTo>
                    <a:pt x="1200276" y="5156080"/>
                  </a:lnTo>
                  <a:lnTo>
                    <a:pt x="1200526" y="5156080"/>
                  </a:lnTo>
                  <a:lnTo>
                    <a:pt x="1200776" y="5156080"/>
                  </a:lnTo>
                  <a:lnTo>
                    <a:pt x="1200901" y="5146126"/>
                  </a:lnTo>
                  <a:lnTo>
                    <a:pt x="1201276" y="5146126"/>
                  </a:lnTo>
                  <a:lnTo>
                    <a:pt x="1201901" y="5146126"/>
                  </a:lnTo>
                  <a:lnTo>
                    <a:pt x="1202151" y="5146126"/>
                  </a:lnTo>
                  <a:lnTo>
                    <a:pt x="1202276" y="5146126"/>
                  </a:lnTo>
                  <a:lnTo>
                    <a:pt x="1202902" y="5146126"/>
                  </a:lnTo>
                  <a:lnTo>
                    <a:pt x="1203027" y="5146126"/>
                  </a:lnTo>
                  <a:lnTo>
                    <a:pt x="1203152" y="5146126"/>
                  </a:lnTo>
                  <a:lnTo>
                    <a:pt x="1203402" y="5146126"/>
                  </a:lnTo>
                  <a:lnTo>
                    <a:pt x="1204402" y="5146126"/>
                  </a:lnTo>
                  <a:lnTo>
                    <a:pt x="1205528" y="5146126"/>
                  </a:lnTo>
                  <a:lnTo>
                    <a:pt x="1205653" y="5136172"/>
                  </a:lnTo>
                  <a:lnTo>
                    <a:pt x="1207403" y="5136172"/>
                  </a:lnTo>
                  <a:lnTo>
                    <a:pt x="1207528" y="5136172"/>
                  </a:lnTo>
                  <a:lnTo>
                    <a:pt x="1207903" y="5136172"/>
                  </a:lnTo>
                  <a:lnTo>
                    <a:pt x="1208403" y="5136172"/>
                  </a:lnTo>
                  <a:lnTo>
                    <a:pt x="1208779" y="5136172"/>
                  </a:lnTo>
                  <a:lnTo>
                    <a:pt x="1209029" y="5136172"/>
                  </a:lnTo>
                  <a:lnTo>
                    <a:pt x="1209404" y="5136172"/>
                  </a:lnTo>
                  <a:lnTo>
                    <a:pt x="1210154" y="5136172"/>
                  </a:lnTo>
                  <a:lnTo>
                    <a:pt x="1210779" y="5136172"/>
                  </a:lnTo>
                  <a:lnTo>
                    <a:pt x="1211404" y="5136172"/>
                  </a:lnTo>
                  <a:lnTo>
                    <a:pt x="1211530" y="5136172"/>
                  </a:lnTo>
                  <a:lnTo>
                    <a:pt x="1212530" y="5136172"/>
                  </a:lnTo>
                  <a:lnTo>
                    <a:pt x="1212655" y="5136172"/>
                  </a:lnTo>
                  <a:lnTo>
                    <a:pt x="1213530" y="5136172"/>
                  </a:lnTo>
                  <a:lnTo>
                    <a:pt x="1214280" y="5136172"/>
                  </a:lnTo>
                  <a:lnTo>
                    <a:pt x="1214906" y="5136172"/>
                  </a:lnTo>
                  <a:lnTo>
                    <a:pt x="1215031" y="5136172"/>
                  </a:lnTo>
                  <a:lnTo>
                    <a:pt x="1215156" y="5136172"/>
                  </a:lnTo>
                  <a:lnTo>
                    <a:pt x="1215281" y="5136172"/>
                  </a:lnTo>
                  <a:lnTo>
                    <a:pt x="1215656" y="5136172"/>
                  </a:lnTo>
                  <a:lnTo>
                    <a:pt x="1216656" y="5136172"/>
                  </a:lnTo>
                  <a:lnTo>
                    <a:pt x="1216781" y="5136172"/>
                  </a:lnTo>
                  <a:lnTo>
                    <a:pt x="1217156" y="5126218"/>
                  </a:lnTo>
                  <a:lnTo>
                    <a:pt x="1217281" y="5126218"/>
                  </a:lnTo>
                  <a:lnTo>
                    <a:pt x="1217782" y="5126218"/>
                  </a:lnTo>
                  <a:lnTo>
                    <a:pt x="1217907" y="5126218"/>
                  </a:lnTo>
                  <a:lnTo>
                    <a:pt x="1218032" y="5126218"/>
                  </a:lnTo>
                  <a:lnTo>
                    <a:pt x="1218407" y="5126218"/>
                  </a:lnTo>
                  <a:lnTo>
                    <a:pt x="1218782" y="5126218"/>
                  </a:lnTo>
                  <a:lnTo>
                    <a:pt x="1219532" y="5126218"/>
                  </a:lnTo>
                  <a:lnTo>
                    <a:pt x="1220157" y="5126218"/>
                  </a:lnTo>
                  <a:lnTo>
                    <a:pt x="1220282" y="5126218"/>
                  </a:lnTo>
                  <a:lnTo>
                    <a:pt x="1220407" y="5126218"/>
                  </a:lnTo>
                  <a:lnTo>
                    <a:pt x="1220533" y="5126218"/>
                  </a:lnTo>
                  <a:lnTo>
                    <a:pt x="1220783" y="5126218"/>
                  </a:lnTo>
                  <a:lnTo>
                    <a:pt x="1221533" y="5126218"/>
                  </a:lnTo>
                  <a:lnTo>
                    <a:pt x="1222033" y="5126218"/>
                  </a:lnTo>
                  <a:lnTo>
                    <a:pt x="1222658" y="5126218"/>
                  </a:lnTo>
                  <a:lnTo>
                    <a:pt x="1223659" y="5126218"/>
                  </a:lnTo>
                  <a:lnTo>
                    <a:pt x="1223784" y="5126218"/>
                  </a:lnTo>
                  <a:lnTo>
                    <a:pt x="1224284" y="5126218"/>
                  </a:lnTo>
                  <a:lnTo>
                    <a:pt x="1225034" y="5126218"/>
                  </a:lnTo>
                  <a:lnTo>
                    <a:pt x="1225159" y="5126218"/>
                  </a:lnTo>
                  <a:lnTo>
                    <a:pt x="1225784" y="5126218"/>
                  </a:lnTo>
                  <a:lnTo>
                    <a:pt x="1225909" y="5126218"/>
                  </a:lnTo>
                  <a:lnTo>
                    <a:pt x="1226284" y="5126218"/>
                  </a:lnTo>
                  <a:lnTo>
                    <a:pt x="1226409" y="5126218"/>
                  </a:lnTo>
                  <a:lnTo>
                    <a:pt x="1227285" y="5126218"/>
                  </a:lnTo>
                  <a:lnTo>
                    <a:pt x="1227660" y="5126218"/>
                  </a:lnTo>
                  <a:lnTo>
                    <a:pt x="1228035" y="5126218"/>
                  </a:lnTo>
                  <a:lnTo>
                    <a:pt x="1228285" y="5126218"/>
                  </a:lnTo>
                  <a:lnTo>
                    <a:pt x="1228535" y="5126218"/>
                  </a:lnTo>
                  <a:lnTo>
                    <a:pt x="1229285" y="5126218"/>
                  </a:lnTo>
                  <a:lnTo>
                    <a:pt x="1229786" y="5126218"/>
                  </a:lnTo>
                  <a:lnTo>
                    <a:pt x="1230411" y="5126218"/>
                  </a:lnTo>
                  <a:lnTo>
                    <a:pt x="1230786" y="5126218"/>
                  </a:lnTo>
                  <a:lnTo>
                    <a:pt x="1231411" y="5126218"/>
                  </a:lnTo>
                  <a:lnTo>
                    <a:pt x="1231786" y="5126218"/>
                  </a:lnTo>
                  <a:lnTo>
                    <a:pt x="1232912" y="5126218"/>
                  </a:lnTo>
                  <a:lnTo>
                    <a:pt x="1233037" y="5126218"/>
                  </a:lnTo>
                  <a:lnTo>
                    <a:pt x="1233162" y="5126218"/>
                  </a:lnTo>
                  <a:lnTo>
                    <a:pt x="1234037" y="5126218"/>
                  </a:lnTo>
                  <a:lnTo>
                    <a:pt x="1234162" y="5126218"/>
                  </a:lnTo>
                  <a:lnTo>
                    <a:pt x="1234537" y="5126218"/>
                  </a:lnTo>
                  <a:lnTo>
                    <a:pt x="1234787" y="5126218"/>
                  </a:lnTo>
                  <a:lnTo>
                    <a:pt x="1235663" y="5126218"/>
                  </a:lnTo>
                  <a:lnTo>
                    <a:pt x="1236163" y="5126218"/>
                  </a:lnTo>
                  <a:lnTo>
                    <a:pt x="1236913" y="5126218"/>
                  </a:lnTo>
                  <a:lnTo>
                    <a:pt x="1237163" y="5126218"/>
                  </a:lnTo>
                  <a:lnTo>
                    <a:pt x="1237288" y="5126218"/>
                  </a:lnTo>
                  <a:lnTo>
                    <a:pt x="1237538" y="5126218"/>
                  </a:lnTo>
                  <a:lnTo>
                    <a:pt x="1238789" y="5116264"/>
                  </a:lnTo>
                  <a:lnTo>
                    <a:pt x="1238914" y="5116264"/>
                  </a:lnTo>
                  <a:lnTo>
                    <a:pt x="1239539" y="5116264"/>
                  </a:lnTo>
                  <a:lnTo>
                    <a:pt x="1239664" y="5116264"/>
                  </a:lnTo>
                  <a:lnTo>
                    <a:pt x="1239914" y="5116264"/>
                  </a:lnTo>
                  <a:lnTo>
                    <a:pt x="1240039" y="5116264"/>
                  </a:lnTo>
                  <a:lnTo>
                    <a:pt x="1240414" y="5106311"/>
                  </a:lnTo>
                  <a:lnTo>
                    <a:pt x="1240539" y="5106311"/>
                  </a:lnTo>
                  <a:lnTo>
                    <a:pt x="1240664" y="5106311"/>
                  </a:lnTo>
                  <a:lnTo>
                    <a:pt x="1241039" y="5106311"/>
                  </a:lnTo>
                  <a:lnTo>
                    <a:pt x="1241164" y="5106311"/>
                  </a:lnTo>
                  <a:lnTo>
                    <a:pt x="1241289" y="5106311"/>
                  </a:lnTo>
                  <a:lnTo>
                    <a:pt x="1241540" y="5106311"/>
                  </a:lnTo>
                  <a:lnTo>
                    <a:pt x="1242665" y="5106311"/>
                  </a:lnTo>
                  <a:lnTo>
                    <a:pt x="1242790" y="5106311"/>
                  </a:lnTo>
                  <a:lnTo>
                    <a:pt x="1243290" y="5106311"/>
                  </a:lnTo>
                  <a:lnTo>
                    <a:pt x="1244040" y="5106311"/>
                  </a:lnTo>
                  <a:lnTo>
                    <a:pt x="1244541" y="5106311"/>
                  </a:lnTo>
                  <a:lnTo>
                    <a:pt x="1245041" y="5106311"/>
                  </a:lnTo>
                  <a:lnTo>
                    <a:pt x="1245166" y="5106311"/>
                  </a:lnTo>
                  <a:lnTo>
                    <a:pt x="1245541" y="5106311"/>
                  </a:lnTo>
                  <a:lnTo>
                    <a:pt x="1245791" y="5106311"/>
                  </a:lnTo>
                  <a:lnTo>
                    <a:pt x="1246416" y="5106311"/>
                  </a:lnTo>
                  <a:lnTo>
                    <a:pt x="1246791" y="5106311"/>
                  </a:lnTo>
                  <a:lnTo>
                    <a:pt x="1246916" y="5106311"/>
                  </a:lnTo>
                  <a:lnTo>
                    <a:pt x="1247166" y="5106311"/>
                  </a:lnTo>
                  <a:lnTo>
                    <a:pt x="1248042" y="5106311"/>
                  </a:lnTo>
                  <a:lnTo>
                    <a:pt x="1248292" y="5106311"/>
                  </a:lnTo>
                  <a:lnTo>
                    <a:pt x="1248542" y="5106311"/>
                  </a:lnTo>
                  <a:lnTo>
                    <a:pt x="1249542" y="5106311"/>
                  </a:lnTo>
                  <a:lnTo>
                    <a:pt x="1250042" y="5106311"/>
                  </a:lnTo>
                  <a:lnTo>
                    <a:pt x="1250543" y="5106311"/>
                  </a:lnTo>
                  <a:lnTo>
                    <a:pt x="1250668" y="5106311"/>
                  </a:lnTo>
                  <a:lnTo>
                    <a:pt x="1250918" y="5106311"/>
                  </a:lnTo>
                  <a:lnTo>
                    <a:pt x="1251418" y="5106311"/>
                  </a:lnTo>
                  <a:lnTo>
                    <a:pt x="1251543" y="5106311"/>
                  </a:lnTo>
                  <a:lnTo>
                    <a:pt x="1251668" y="5106311"/>
                  </a:lnTo>
                  <a:lnTo>
                    <a:pt x="1251793" y="5106311"/>
                  </a:lnTo>
                  <a:lnTo>
                    <a:pt x="1252293" y="5106311"/>
                  </a:lnTo>
                  <a:lnTo>
                    <a:pt x="1253293" y="5106311"/>
                  </a:lnTo>
                  <a:lnTo>
                    <a:pt x="1253419" y="5106311"/>
                  </a:lnTo>
                  <a:lnTo>
                    <a:pt x="1253544" y="5106311"/>
                  </a:lnTo>
                  <a:lnTo>
                    <a:pt x="1254419" y="5106311"/>
                  </a:lnTo>
                  <a:lnTo>
                    <a:pt x="1254669" y="5106311"/>
                  </a:lnTo>
                  <a:lnTo>
                    <a:pt x="1254919" y="5106311"/>
                  </a:lnTo>
                  <a:lnTo>
                    <a:pt x="1255919" y="5106311"/>
                  </a:lnTo>
                  <a:lnTo>
                    <a:pt x="1256044" y="5106311"/>
                  </a:lnTo>
                  <a:lnTo>
                    <a:pt x="1257545" y="5106311"/>
                  </a:lnTo>
                  <a:lnTo>
                    <a:pt x="1257670" y="5106311"/>
                  </a:lnTo>
                  <a:lnTo>
                    <a:pt x="1257795" y="5106311"/>
                  </a:lnTo>
                  <a:lnTo>
                    <a:pt x="1258420" y="5106311"/>
                  </a:lnTo>
                  <a:lnTo>
                    <a:pt x="1258545" y="5106311"/>
                  </a:lnTo>
                  <a:lnTo>
                    <a:pt x="1259170" y="5106311"/>
                  </a:lnTo>
                  <a:lnTo>
                    <a:pt x="1259421" y="5106311"/>
                  </a:lnTo>
                  <a:lnTo>
                    <a:pt x="1260046" y="5106311"/>
                  </a:lnTo>
                  <a:lnTo>
                    <a:pt x="1261046" y="5106311"/>
                  </a:lnTo>
                  <a:lnTo>
                    <a:pt x="1261921" y="5106311"/>
                  </a:lnTo>
                  <a:lnTo>
                    <a:pt x="1262046" y="5106311"/>
                  </a:lnTo>
                  <a:lnTo>
                    <a:pt x="1262296" y="5106311"/>
                  </a:lnTo>
                  <a:lnTo>
                    <a:pt x="1262547" y="5106311"/>
                  </a:lnTo>
                  <a:lnTo>
                    <a:pt x="1262672" y="5096357"/>
                  </a:lnTo>
                  <a:lnTo>
                    <a:pt x="1262922" y="5096357"/>
                  </a:lnTo>
                  <a:lnTo>
                    <a:pt x="1263297" y="5096357"/>
                  </a:lnTo>
                  <a:lnTo>
                    <a:pt x="1263422" y="5096357"/>
                  </a:lnTo>
                  <a:lnTo>
                    <a:pt x="1264047" y="5096357"/>
                  </a:lnTo>
                  <a:lnTo>
                    <a:pt x="1264547" y="5096357"/>
                  </a:lnTo>
                  <a:lnTo>
                    <a:pt x="1264797" y="5096357"/>
                  </a:lnTo>
                  <a:lnTo>
                    <a:pt x="1265172" y="5096357"/>
                  </a:lnTo>
                  <a:lnTo>
                    <a:pt x="1265423" y="5096357"/>
                  </a:lnTo>
                  <a:lnTo>
                    <a:pt x="1265923" y="5096357"/>
                  </a:lnTo>
                  <a:lnTo>
                    <a:pt x="1266048" y="5096357"/>
                  </a:lnTo>
                  <a:lnTo>
                    <a:pt x="1266173" y="5096357"/>
                  </a:lnTo>
                  <a:lnTo>
                    <a:pt x="1267048" y="5096357"/>
                  </a:lnTo>
                  <a:lnTo>
                    <a:pt x="1267548" y="5096357"/>
                  </a:lnTo>
                  <a:lnTo>
                    <a:pt x="1268173" y="5096357"/>
                  </a:lnTo>
                  <a:lnTo>
                    <a:pt x="1268298" y="5096357"/>
                  </a:lnTo>
                  <a:lnTo>
                    <a:pt x="1268549" y="5096357"/>
                  </a:lnTo>
                  <a:lnTo>
                    <a:pt x="1269424" y="5086403"/>
                  </a:lnTo>
                  <a:lnTo>
                    <a:pt x="1269799" y="5086403"/>
                  </a:lnTo>
                  <a:lnTo>
                    <a:pt x="1270174" y="5086403"/>
                  </a:lnTo>
                  <a:lnTo>
                    <a:pt x="1270424" y="5086403"/>
                  </a:lnTo>
                  <a:lnTo>
                    <a:pt x="1270549" y="5076449"/>
                  </a:lnTo>
                  <a:lnTo>
                    <a:pt x="1270924" y="5066495"/>
                  </a:lnTo>
                  <a:lnTo>
                    <a:pt x="1271174" y="5066495"/>
                  </a:lnTo>
                  <a:lnTo>
                    <a:pt x="1271425" y="5056541"/>
                  </a:lnTo>
                  <a:lnTo>
                    <a:pt x="1272300" y="5056541"/>
                  </a:lnTo>
                  <a:lnTo>
                    <a:pt x="1273050" y="5056541"/>
                  </a:lnTo>
                  <a:lnTo>
                    <a:pt x="1273425" y="5056541"/>
                  </a:lnTo>
                  <a:lnTo>
                    <a:pt x="1273550" y="5056541"/>
                  </a:lnTo>
                  <a:lnTo>
                    <a:pt x="1273925" y="5056541"/>
                  </a:lnTo>
                  <a:lnTo>
                    <a:pt x="1274050" y="5056541"/>
                  </a:lnTo>
                  <a:lnTo>
                    <a:pt x="1274676" y="5056541"/>
                  </a:lnTo>
                  <a:lnTo>
                    <a:pt x="1275051" y="5056541"/>
                  </a:lnTo>
                  <a:lnTo>
                    <a:pt x="1275426" y="5056541"/>
                  </a:lnTo>
                  <a:lnTo>
                    <a:pt x="1275551" y="5056541"/>
                  </a:lnTo>
                  <a:lnTo>
                    <a:pt x="1275676" y="5056541"/>
                  </a:lnTo>
                  <a:lnTo>
                    <a:pt x="1276051" y="5046588"/>
                  </a:lnTo>
                  <a:lnTo>
                    <a:pt x="1277301" y="5046588"/>
                  </a:lnTo>
                  <a:lnTo>
                    <a:pt x="1277427" y="5046588"/>
                  </a:lnTo>
                  <a:lnTo>
                    <a:pt x="1277927" y="5046588"/>
                  </a:lnTo>
                  <a:lnTo>
                    <a:pt x="1278302" y="5046588"/>
                  </a:lnTo>
                  <a:lnTo>
                    <a:pt x="1278802" y="5046588"/>
                  </a:lnTo>
                  <a:lnTo>
                    <a:pt x="1279052" y="5046588"/>
                  </a:lnTo>
                  <a:lnTo>
                    <a:pt x="1279677" y="5046588"/>
                  </a:lnTo>
                  <a:lnTo>
                    <a:pt x="1280302" y="5046588"/>
                  </a:lnTo>
                  <a:lnTo>
                    <a:pt x="1280928" y="5046588"/>
                  </a:lnTo>
                  <a:lnTo>
                    <a:pt x="1281553" y="5046588"/>
                  </a:lnTo>
                  <a:lnTo>
                    <a:pt x="1282678" y="5046588"/>
                  </a:lnTo>
                  <a:lnTo>
                    <a:pt x="1282803" y="5046588"/>
                  </a:lnTo>
                  <a:lnTo>
                    <a:pt x="1282928" y="5046588"/>
                  </a:lnTo>
                  <a:lnTo>
                    <a:pt x="1283429" y="5046588"/>
                  </a:lnTo>
                  <a:lnTo>
                    <a:pt x="1284554" y="5046588"/>
                  </a:lnTo>
                  <a:lnTo>
                    <a:pt x="1284804" y="5036634"/>
                  </a:lnTo>
                  <a:lnTo>
                    <a:pt x="1285554" y="5036634"/>
                  </a:lnTo>
                  <a:lnTo>
                    <a:pt x="1286680" y="5036634"/>
                  </a:lnTo>
                  <a:lnTo>
                    <a:pt x="1286805" y="5036634"/>
                  </a:lnTo>
                  <a:lnTo>
                    <a:pt x="1287055" y="5036634"/>
                  </a:lnTo>
                  <a:lnTo>
                    <a:pt x="1287305" y="5036634"/>
                  </a:lnTo>
                  <a:lnTo>
                    <a:pt x="1287430" y="5036634"/>
                  </a:lnTo>
                  <a:lnTo>
                    <a:pt x="1287930" y="5036634"/>
                  </a:lnTo>
                  <a:lnTo>
                    <a:pt x="1288305" y="5036634"/>
                  </a:lnTo>
                  <a:lnTo>
                    <a:pt x="1288680" y="5026680"/>
                  </a:lnTo>
                  <a:lnTo>
                    <a:pt x="1289055" y="5026680"/>
                  </a:lnTo>
                  <a:lnTo>
                    <a:pt x="1289431" y="5026680"/>
                  </a:lnTo>
                  <a:lnTo>
                    <a:pt x="1289681" y="5026680"/>
                  </a:lnTo>
                  <a:lnTo>
                    <a:pt x="1289931" y="5026680"/>
                  </a:lnTo>
                  <a:lnTo>
                    <a:pt x="1290806" y="5026680"/>
                  </a:lnTo>
                  <a:lnTo>
                    <a:pt x="1290931" y="5026680"/>
                  </a:lnTo>
                  <a:lnTo>
                    <a:pt x="1291181" y="5026680"/>
                  </a:lnTo>
                  <a:lnTo>
                    <a:pt x="1291306" y="5026680"/>
                  </a:lnTo>
                  <a:lnTo>
                    <a:pt x="1291681" y="5026680"/>
                  </a:lnTo>
                  <a:lnTo>
                    <a:pt x="1291931" y="5026680"/>
                  </a:lnTo>
                  <a:lnTo>
                    <a:pt x="1292557" y="5026680"/>
                  </a:lnTo>
                  <a:lnTo>
                    <a:pt x="1292682" y="5026680"/>
                  </a:lnTo>
                  <a:lnTo>
                    <a:pt x="1293432" y="5026680"/>
                  </a:lnTo>
                  <a:lnTo>
                    <a:pt x="1293932" y="5026680"/>
                  </a:lnTo>
                  <a:lnTo>
                    <a:pt x="1294307" y="5026680"/>
                  </a:lnTo>
                  <a:lnTo>
                    <a:pt x="1295558" y="5026680"/>
                  </a:lnTo>
                  <a:lnTo>
                    <a:pt x="1295808" y="5026680"/>
                  </a:lnTo>
                  <a:lnTo>
                    <a:pt x="1296183" y="5026680"/>
                  </a:lnTo>
                  <a:lnTo>
                    <a:pt x="1296933" y="5026680"/>
                  </a:lnTo>
                  <a:lnTo>
                    <a:pt x="1296933" y="5016726"/>
                  </a:lnTo>
                  <a:lnTo>
                    <a:pt x="1297308" y="5016726"/>
                  </a:lnTo>
                  <a:lnTo>
                    <a:pt x="1298684" y="5016726"/>
                  </a:lnTo>
                  <a:lnTo>
                    <a:pt x="1298934" y="5016726"/>
                  </a:lnTo>
                  <a:lnTo>
                    <a:pt x="1299059" y="5016726"/>
                  </a:lnTo>
                  <a:lnTo>
                    <a:pt x="1299184" y="5016726"/>
                  </a:lnTo>
                  <a:lnTo>
                    <a:pt x="1300309" y="5006772"/>
                  </a:lnTo>
                  <a:lnTo>
                    <a:pt x="1300434" y="5006772"/>
                  </a:lnTo>
                  <a:lnTo>
                    <a:pt x="1301059" y="5006772"/>
                  </a:lnTo>
                  <a:lnTo>
                    <a:pt x="1301685" y="5006772"/>
                  </a:lnTo>
                  <a:lnTo>
                    <a:pt x="1302185" y="5006772"/>
                  </a:lnTo>
                  <a:lnTo>
                    <a:pt x="1302685" y="5006772"/>
                  </a:lnTo>
                  <a:lnTo>
                    <a:pt x="1302935" y="5006772"/>
                  </a:lnTo>
                  <a:lnTo>
                    <a:pt x="1303060" y="5006772"/>
                  </a:lnTo>
                  <a:lnTo>
                    <a:pt x="1303185" y="5006772"/>
                  </a:lnTo>
                  <a:lnTo>
                    <a:pt x="1303685" y="5006772"/>
                  </a:lnTo>
                  <a:lnTo>
                    <a:pt x="1304561" y="5006772"/>
                  </a:lnTo>
                  <a:lnTo>
                    <a:pt x="1304686" y="5006772"/>
                  </a:lnTo>
                  <a:lnTo>
                    <a:pt x="1304936" y="5006772"/>
                  </a:lnTo>
                  <a:lnTo>
                    <a:pt x="1305311" y="5006772"/>
                  </a:lnTo>
                  <a:lnTo>
                    <a:pt x="1305436" y="5006772"/>
                  </a:lnTo>
                  <a:lnTo>
                    <a:pt x="1305561" y="5006772"/>
                  </a:lnTo>
                  <a:lnTo>
                    <a:pt x="1305936" y="5006772"/>
                  </a:lnTo>
                  <a:lnTo>
                    <a:pt x="1306311" y="5006772"/>
                  </a:lnTo>
                  <a:lnTo>
                    <a:pt x="1306436" y="5006772"/>
                  </a:lnTo>
                  <a:lnTo>
                    <a:pt x="1307061" y="5006772"/>
                  </a:lnTo>
                  <a:lnTo>
                    <a:pt x="1308187" y="5006772"/>
                  </a:lnTo>
                  <a:lnTo>
                    <a:pt x="1308687" y="5006772"/>
                  </a:lnTo>
                  <a:lnTo>
                    <a:pt x="1310187" y="5006772"/>
                  </a:lnTo>
                  <a:lnTo>
                    <a:pt x="1311813" y="5006772"/>
                  </a:lnTo>
                  <a:lnTo>
                    <a:pt x="1312063" y="5006772"/>
                  </a:lnTo>
                  <a:lnTo>
                    <a:pt x="1312438" y="5006772"/>
                  </a:lnTo>
                  <a:lnTo>
                    <a:pt x="1313063" y="5006772"/>
                  </a:lnTo>
                  <a:lnTo>
                    <a:pt x="1313314" y="5006772"/>
                  </a:lnTo>
                  <a:lnTo>
                    <a:pt x="1313439" y="5006772"/>
                  </a:lnTo>
                  <a:lnTo>
                    <a:pt x="1314564" y="4996818"/>
                  </a:lnTo>
                  <a:lnTo>
                    <a:pt x="1314689" y="4996818"/>
                  </a:lnTo>
                  <a:lnTo>
                    <a:pt x="1314814" y="4996818"/>
                  </a:lnTo>
                  <a:lnTo>
                    <a:pt x="1315439" y="4996818"/>
                  </a:lnTo>
                  <a:lnTo>
                    <a:pt x="1315939" y="4996818"/>
                  </a:lnTo>
                  <a:lnTo>
                    <a:pt x="1317190" y="4996818"/>
                  </a:lnTo>
                  <a:lnTo>
                    <a:pt x="1317565" y="4986865"/>
                  </a:lnTo>
                  <a:lnTo>
                    <a:pt x="1318190" y="4986865"/>
                  </a:lnTo>
                  <a:lnTo>
                    <a:pt x="1318565" y="4986865"/>
                  </a:lnTo>
                  <a:lnTo>
                    <a:pt x="1319065" y="4986865"/>
                  </a:lnTo>
                  <a:lnTo>
                    <a:pt x="1319316" y="4986865"/>
                  </a:lnTo>
                  <a:lnTo>
                    <a:pt x="1320316" y="4976911"/>
                  </a:lnTo>
                  <a:lnTo>
                    <a:pt x="1320441" y="4976911"/>
                  </a:lnTo>
                  <a:lnTo>
                    <a:pt x="1320816" y="4976911"/>
                  </a:lnTo>
                  <a:lnTo>
                    <a:pt x="1321191" y="4976911"/>
                  </a:lnTo>
                  <a:lnTo>
                    <a:pt x="1322317" y="4976911"/>
                  </a:lnTo>
                  <a:lnTo>
                    <a:pt x="1322567" y="4976911"/>
                  </a:lnTo>
                  <a:lnTo>
                    <a:pt x="1322942" y="4976911"/>
                  </a:lnTo>
                  <a:lnTo>
                    <a:pt x="1323442" y="4976911"/>
                  </a:lnTo>
                  <a:lnTo>
                    <a:pt x="1324317" y="4976911"/>
                  </a:lnTo>
                  <a:lnTo>
                    <a:pt x="1324817" y="4976911"/>
                  </a:lnTo>
                  <a:lnTo>
                    <a:pt x="1325067" y="4966957"/>
                  </a:lnTo>
                  <a:lnTo>
                    <a:pt x="1325568" y="4966957"/>
                  </a:lnTo>
                  <a:lnTo>
                    <a:pt x="1326193" y="4966957"/>
                  </a:lnTo>
                  <a:lnTo>
                    <a:pt x="1326693" y="4966957"/>
                  </a:lnTo>
                  <a:lnTo>
                    <a:pt x="1327193" y="4966957"/>
                  </a:lnTo>
                  <a:lnTo>
                    <a:pt x="1327568" y="4966957"/>
                  </a:lnTo>
                  <a:lnTo>
                    <a:pt x="1328444" y="4966957"/>
                  </a:lnTo>
                  <a:lnTo>
                    <a:pt x="1328694" y="4966957"/>
                  </a:lnTo>
                  <a:lnTo>
                    <a:pt x="1329944" y="4966957"/>
                  </a:lnTo>
                  <a:lnTo>
                    <a:pt x="1330319" y="4966957"/>
                  </a:lnTo>
                  <a:lnTo>
                    <a:pt x="1330569" y="4966957"/>
                  </a:lnTo>
                  <a:lnTo>
                    <a:pt x="1331069" y="4966957"/>
                  </a:lnTo>
                  <a:lnTo>
                    <a:pt x="1331820" y="4966957"/>
                  </a:lnTo>
                  <a:lnTo>
                    <a:pt x="1332070" y="4966957"/>
                  </a:lnTo>
                  <a:lnTo>
                    <a:pt x="1332320" y="4966957"/>
                  </a:lnTo>
                  <a:lnTo>
                    <a:pt x="1333695" y="4957003"/>
                  </a:lnTo>
                  <a:lnTo>
                    <a:pt x="1333820" y="4957003"/>
                  </a:lnTo>
                  <a:lnTo>
                    <a:pt x="1334321" y="4957003"/>
                  </a:lnTo>
                  <a:lnTo>
                    <a:pt x="1334571" y="4957003"/>
                  </a:lnTo>
                  <a:lnTo>
                    <a:pt x="1334946" y="4957003"/>
                  </a:lnTo>
                  <a:lnTo>
                    <a:pt x="1335196" y="4957003"/>
                  </a:lnTo>
                  <a:lnTo>
                    <a:pt x="1335446" y="4957003"/>
                  </a:lnTo>
                  <a:lnTo>
                    <a:pt x="1335571" y="4957003"/>
                  </a:lnTo>
                  <a:lnTo>
                    <a:pt x="1335821" y="4957003"/>
                  </a:lnTo>
                  <a:lnTo>
                    <a:pt x="1335946" y="4947049"/>
                  </a:lnTo>
                  <a:lnTo>
                    <a:pt x="1336071" y="4947049"/>
                  </a:lnTo>
                  <a:lnTo>
                    <a:pt x="1336321" y="4947049"/>
                  </a:lnTo>
                  <a:lnTo>
                    <a:pt x="1336446" y="4947049"/>
                  </a:lnTo>
                  <a:lnTo>
                    <a:pt x="1336571" y="4947049"/>
                  </a:lnTo>
                  <a:lnTo>
                    <a:pt x="1337197" y="4947049"/>
                  </a:lnTo>
                  <a:lnTo>
                    <a:pt x="1337447" y="4947049"/>
                  </a:lnTo>
                  <a:lnTo>
                    <a:pt x="1337697" y="4947049"/>
                  </a:lnTo>
                  <a:lnTo>
                    <a:pt x="1338697" y="4937096"/>
                  </a:lnTo>
                  <a:lnTo>
                    <a:pt x="1339197" y="4937096"/>
                  </a:lnTo>
                  <a:lnTo>
                    <a:pt x="1340448" y="4937096"/>
                  </a:lnTo>
                  <a:lnTo>
                    <a:pt x="1340573" y="4937096"/>
                  </a:lnTo>
                  <a:lnTo>
                    <a:pt x="1342198" y="4927142"/>
                  </a:lnTo>
                  <a:lnTo>
                    <a:pt x="1342448" y="4927142"/>
                  </a:lnTo>
                  <a:lnTo>
                    <a:pt x="1342573" y="4927142"/>
                  </a:lnTo>
                  <a:lnTo>
                    <a:pt x="1343199" y="4927142"/>
                  </a:lnTo>
                  <a:lnTo>
                    <a:pt x="1343449" y="4927142"/>
                  </a:lnTo>
                  <a:lnTo>
                    <a:pt x="1343699" y="4927142"/>
                  </a:lnTo>
                  <a:lnTo>
                    <a:pt x="1344699" y="4927142"/>
                  </a:lnTo>
                  <a:lnTo>
                    <a:pt x="1344949" y="4927142"/>
                  </a:lnTo>
                  <a:lnTo>
                    <a:pt x="1345074" y="4927142"/>
                  </a:lnTo>
                  <a:lnTo>
                    <a:pt x="1345574" y="4927142"/>
                  </a:lnTo>
                  <a:lnTo>
                    <a:pt x="1346074" y="4927142"/>
                  </a:lnTo>
                  <a:lnTo>
                    <a:pt x="1346825" y="4927142"/>
                  </a:lnTo>
                  <a:lnTo>
                    <a:pt x="1346950" y="4927142"/>
                  </a:lnTo>
                  <a:lnTo>
                    <a:pt x="1347325" y="4927142"/>
                  </a:lnTo>
                  <a:lnTo>
                    <a:pt x="1347825" y="4927142"/>
                  </a:lnTo>
                  <a:lnTo>
                    <a:pt x="1348200" y="4917188"/>
                  </a:lnTo>
                  <a:lnTo>
                    <a:pt x="1348325" y="4917188"/>
                  </a:lnTo>
                  <a:lnTo>
                    <a:pt x="1348450" y="4917188"/>
                  </a:lnTo>
                  <a:lnTo>
                    <a:pt x="1349576" y="4917188"/>
                  </a:lnTo>
                  <a:lnTo>
                    <a:pt x="1350326" y="4917188"/>
                  </a:lnTo>
                  <a:lnTo>
                    <a:pt x="1350451" y="4917188"/>
                  </a:lnTo>
                  <a:lnTo>
                    <a:pt x="1351201" y="4917188"/>
                  </a:lnTo>
                  <a:lnTo>
                    <a:pt x="1351326" y="4917188"/>
                  </a:lnTo>
                  <a:lnTo>
                    <a:pt x="1352202" y="4907234"/>
                  </a:lnTo>
                  <a:lnTo>
                    <a:pt x="1352327" y="4907234"/>
                  </a:lnTo>
                  <a:lnTo>
                    <a:pt x="1352577" y="4907234"/>
                  </a:lnTo>
                  <a:lnTo>
                    <a:pt x="1353202" y="4907234"/>
                  </a:lnTo>
                  <a:lnTo>
                    <a:pt x="1353452" y="4907234"/>
                  </a:lnTo>
                  <a:lnTo>
                    <a:pt x="1354077" y="4907234"/>
                  </a:lnTo>
                  <a:lnTo>
                    <a:pt x="1354577" y="4907234"/>
                  </a:lnTo>
                  <a:lnTo>
                    <a:pt x="1354702" y="4907234"/>
                  </a:lnTo>
                  <a:lnTo>
                    <a:pt x="1355077" y="4907234"/>
                  </a:lnTo>
                  <a:lnTo>
                    <a:pt x="1355578" y="4907234"/>
                  </a:lnTo>
                  <a:lnTo>
                    <a:pt x="1356078" y="4907234"/>
                  </a:lnTo>
                  <a:lnTo>
                    <a:pt x="1357328" y="4907234"/>
                  </a:lnTo>
                  <a:lnTo>
                    <a:pt x="1358204" y="4907234"/>
                  </a:lnTo>
                  <a:lnTo>
                    <a:pt x="1358329" y="4907234"/>
                  </a:lnTo>
                  <a:lnTo>
                    <a:pt x="1358829" y="4907234"/>
                  </a:lnTo>
                  <a:lnTo>
                    <a:pt x="1359329" y="4907234"/>
                  </a:lnTo>
                  <a:lnTo>
                    <a:pt x="1359579" y="4907234"/>
                  </a:lnTo>
                  <a:lnTo>
                    <a:pt x="1359954" y="4907234"/>
                  </a:lnTo>
                  <a:lnTo>
                    <a:pt x="1360329" y="4907234"/>
                  </a:lnTo>
                  <a:lnTo>
                    <a:pt x="1360954" y="4907234"/>
                  </a:lnTo>
                  <a:lnTo>
                    <a:pt x="1361080" y="4907234"/>
                  </a:lnTo>
                  <a:lnTo>
                    <a:pt x="1361455" y="4897280"/>
                  </a:lnTo>
                  <a:lnTo>
                    <a:pt x="1361705" y="4897280"/>
                  </a:lnTo>
                  <a:lnTo>
                    <a:pt x="1362330" y="4897280"/>
                  </a:lnTo>
                  <a:lnTo>
                    <a:pt x="1362455" y="4897280"/>
                  </a:lnTo>
                  <a:lnTo>
                    <a:pt x="1362830" y="4897280"/>
                  </a:lnTo>
                  <a:lnTo>
                    <a:pt x="1363330" y="4897280"/>
                  </a:lnTo>
                  <a:lnTo>
                    <a:pt x="1363955" y="4897280"/>
                  </a:lnTo>
                  <a:lnTo>
                    <a:pt x="1364331" y="4897280"/>
                  </a:lnTo>
                  <a:lnTo>
                    <a:pt x="1364456" y="4897280"/>
                  </a:lnTo>
                  <a:lnTo>
                    <a:pt x="1364706" y="4897280"/>
                  </a:lnTo>
                  <a:lnTo>
                    <a:pt x="1364831" y="4897280"/>
                  </a:lnTo>
                  <a:lnTo>
                    <a:pt x="1365206" y="4897280"/>
                  </a:lnTo>
                  <a:lnTo>
                    <a:pt x="1365831" y="4897280"/>
                  </a:lnTo>
                  <a:lnTo>
                    <a:pt x="1366081" y="4897280"/>
                  </a:lnTo>
                  <a:lnTo>
                    <a:pt x="1366706" y="4897280"/>
                  </a:lnTo>
                  <a:lnTo>
                    <a:pt x="1367332" y="4897280"/>
                  </a:lnTo>
                  <a:lnTo>
                    <a:pt x="1368457" y="4897280"/>
                  </a:lnTo>
                  <a:lnTo>
                    <a:pt x="1369707" y="4897280"/>
                  </a:lnTo>
                  <a:lnTo>
                    <a:pt x="1369832" y="4897280"/>
                  </a:lnTo>
                  <a:lnTo>
                    <a:pt x="1371083" y="4897280"/>
                  </a:lnTo>
                  <a:lnTo>
                    <a:pt x="1371583" y="4887326"/>
                  </a:lnTo>
                  <a:lnTo>
                    <a:pt x="1371833" y="4887326"/>
                  </a:lnTo>
                  <a:lnTo>
                    <a:pt x="1372208" y="4887326"/>
                  </a:lnTo>
                  <a:lnTo>
                    <a:pt x="1373584" y="4887326"/>
                  </a:lnTo>
                  <a:lnTo>
                    <a:pt x="1373709" y="4887326"/>
                  </a:lnTo>
                  <a:lnTo>
                    <a:pt x="1373834" y="4887326"/>
                  </a:lnTo>
                  <a:lnTo>
                    <a:pt x="1374209" y="4887326"/>
                  </a:lnTo>
                  <a:lnTo>
                    <a:pt x="1377085" y="4887326"/>
                  </a:lnTo>
                  <a:lnTo>
                    <a:pt x="1377210" y="4887326"/>
                  </a:lnTo>
                  <a:lnTo>
                    <a:pt x="1377335" y="4887326"/>
                  </a:lnTo>
                  <a:lnTo>
                    <a:pt x="1377460" y="4887326"/>
                  </a:lnTo>
                  <a:lnTo>
                    <a:pt x="1377710" y="4877373"/>
                  </a:lnTo>
                  <a:lnTo>
                    <a:pt x="1377835" y="4877373"/>
                  </a:lnTo>
                  <a:lnTo>
                    <a:pt x="1378960" y="4877373"/>
                  </a:lnTo>
                  <a:lnTo>
                    <a:pt x="1379086" y="4877373"/>
                  </a:lnTo>
                  <a:lnTo>
                    <a:pt x="1379211" y="4877373"/>
                  </a:lnTo>
                  <a:lnTo>
                    <a:pt x="1379336" y="4877373"/>
                  </a:lnTo>
                  <a:lnTo>
                    <a:pt x="1379961" y="4877373"/>
                  </a:lnTo>
                  <a:lnTo>
                    <a:pt x="1380836" y="4877373"/>
                  </a:lnTo>
                  <a:lnTo>
                    <a:pt x="1381461" y="4877373"/>
                  </a:lnTo>
                  <a:lnTo>
                    <a:pt x="1381586" y="4877373"/>
                  </a:lnTo>
                  <a:lnTo>
                    <a:pt x="1382337" y="4877373"/>
                  </a:lnTo>
                  <a:lnTo>
                    <a:pt x="1382712" y="4877373"/>
                  </a:lnTo>
                  <a:lnTo>
                    <a:pt x="1383212" y="4877373"/>
                  </a:lnTo>
                  <a:lnTo>
                    <a:pt x="1383712" y="4877373"/>
                  </a:lnTo>
                  <a:lnTo>
                    <a:pt x="1384337" y="4877373"/>
                  </a:lnTo>
                  <a:lnTo>
                    <a:pt x="1384462" y="4877373"/>
                  </a:lnTo>
                  <a:lnTo>
                    <a:pt x="1384837" y="4877373"/>
                  </a:lnTo>
                  <a:lnTo>
                    <a:pt x="1385213" y="4877373"/>
                  </a:lnTo>
                  <a:lnTo>
                    <a:pt x="1385963" y="4877373"/>
                  </a:lnTo>
                  <a:lnTo>
                    <a:pt x="1387463" y="4877373"/>
                  </a:lnTo>
                  <a:lnTo>
                    <a:pt x="1387713" y="4877373"/>
                  </a:lnTo>
                  <a:lnTo>
                    <a:pt x="1387963" y="4877373"/>
                  </a:lnTo>
                  <a:lnTo>
                    <a:pt x="1388214" y="4877373"/>
                  </a:lnTo>
                  <a:lnTo>
                    <a:pt x="1388589" y="4877373"/>
                  </a:lnTo>
                  <a:lnTo>
                    <a:pt x="1388839" y="4877373"/>
                  </a:lnTo>
                  <a:lnTo>
                    <a:pt x="1388964" y="4877373"/>
                  </a:lnTo>
                  <a:lnTo>
                    <a:pt x="1389089" y="4877373"/>
                  </a:lnTo>
                  <a:lnTo>
                    <a:pt x="1389339" y="4877373"/>
                  </a:lnTo>
                  <a:lnTo>
                    <a:pt x="1389589" y="4877373"/>
                  </a:lnTo>
                  <a:lnTo>
                    <a:pt x="1390464" y="4877373"/>
                  </a:lnTo>
                  <a:lnTo>
                    <a:pt x="1390714" y="4877373"/>
                  </a:lnTo>
                  <a:lnTo>
                    <a:pt x="1391340" y="4877373"/>
                  </a:lnTo>
                  <a:lnTo>
                    <a:pt x="1391840" y="4877373"/>
                  </a:lnTo>
                  <a:lnTo>
                    <a:pt x="1391965" y="4877373"/>
                  </a:lnTo>
                  <a:lnTo>
                    <a:pt x="1392340" y="4877373"/>
                  </a:lnTo>
                  <a:lnTo>
                    <a:pt x="1392715" y="4877373"/>
                  </a:lnTo>
                  <a:lnTo>
                    <a:pt x="1393090" y="4877373"/>
                  </a:lnTo>
                  <a:lnTo>
                    <a:pt x="1393590" y="4877373"/>
                  </a:lnTo>
                  <a:lnTo>
                    <a:pt x="1394341" y="4877373"/>
                  </a:lnTo>
                  <a:lnTo>
                    <a:pt x="1394841" y="4877373"/>
                  </a:lnTo>
                  <a:lnTo>
                    <a:pt x="1395966" y="4877373"/>
                  </a:lnTo>
                  <a:lnTo>
                    <a:pt x="1396216" y="4877373"/>
                  </a:lnTo>
                  <a:lnTo>
                    <a:pt x="1397092" y="4877373"/>
                  </a:lnTo>
                  <a:lnTo>
                    <a:pt x="1397842" y="4877373"/>
                  </a:lnTo>
                  <a:lnTo>
                    <a:pt x="1398217" y="4877373"/>
                  </a:lnTo>
                  <a:lnTo>
                    <a:pt x="1398467" y="4877373"/>
                  </a:lnTo>
                  <a:lnTo>
                    <a:pt x="1398717" y="4877373"/>
                  </a:lnTo>
                  <a:lnTo>
                    <a:pt x="1398967" y="4877373"/>
                  </a:lnTo>
                  <a:lnTo>
                    <a:pt x="1400218" y="4877373"/>
                  </a:lnTo>
                  <a:lnTo>
                    <a:pt x="1400843" y="4877373"/>
                  </a:lnTo>
                  <a:lnTo>
                    <a:pt x="1402468" y="4877373"/>
                  </a:lnTo>
                  <a:lnTo>
                    <a:pt x="1403094" y="4877373"/>
                  </a:lnTo>
                  <a:lnTo>
                    <a:pt x="1403969" y="4877373"/>
                  </a:lnTo>
                  <a:lnTo>
                    <a:pt x="1404219" y="4877373"/>
                  </a:lnTo>
                  <a:lnTo>
                    <a:pt x="1404344" y="4877373"/>
                  </a:lnTo>
                  <a:lnTo>
                    <a:pt x="1406220" y="4877373"/>
                  </a:lnTo>
                  <a:lnTo>
                    <a:pt x="1406345" y="4877373"/>
                  </a:lnTo>
                  <a:lnTo>
                    <a:pt x="1406845" y="4877373"/>
                  </a:lnTo>
                  <a:lnTo>
                    <a:pt x="1407220" y="4877373"/>
                  </a:lnTo>
                  <a:lnTo>
                    <a:pt x="1408720" y="4877373"/>
                  </a:lnTo>
                  <a:lnTo>
                    <a:pt x="1409221" y="4877373"/>
                  </a:lnTo>
                  <a:lnTo>
                    <a:pt x="1409471" y="4877373"/>
                  </a:lnTo>
                  <a:lnTo>
                    <a:pt x="1410096" y="4877373"/>
                  </a:lnTo>
                  <a:lnTo>
                    <a:pt x="1410221" y="4877373"/>
                  </a:lnTo>
                  <a:lnTo>
                    <a:pt x="1410471" y="4877373"/>
                  </a:lnTo>
                  <a:lnTo>
                    <a:pt x="1411346" y="4877373"/>
                  </a:lnTo>
                  <a:lnTo>
                    <a:pt x="1411471" y="4877373"/>
                  </a:lnTo>
                  <a:lnTo>
                    <a:pt x="1411721" y="4877373"/>
                  </a:lnTo>
                  <a:lnTo>
                    <a:pt x="1412222" y="4877373"/>
                  </a:lnTo>
                  <a:lnTo>
                    <a:pt x="1412347" y="4877373"/>
                  </a:lnTo>
                  <a:lnTo>
                    <a:pt x="1412847" y="4877373"/>
                  </a:lnTo>
                  <a:lnTo>
                    <a:pt x="1413222" y="4867419"/>
                  </a:lnTo>
                  <a:lnTo>
                    <a:pt x="1413722" y="4867419"/>
                  </a:lnTo>
                  <a:lnTo>
                    <a:pt x="1414347" y="4867419"/>
                  </a:lnTo>
                  <a:lnTo>
                    <a:pt x="1414847" y="4867419"/>
                  </a:lnTo>
                  <a:lnTo>
                    <a:pt x="1414973" y="4867419"/>
                  </a:lnTo>
                  <a:lnTo>
                    <a:pt x="1415098" y="4867419"/>
                  </a:lnTo>
                  <a:lnTo>
                    <a:pt x="1415473" y="4867419"/>
                  </a:lnTo>
                  <a:lnTo>
                    <a:pt x="1417223" y="4867419"/>
                  </a:lnTo>
                  <a:lnTo>
                    <a:pt x="1417848" y="4867419"/>
                  </a:lnTo>
                  <a:lnTo>
                    <a:pt x="1417974" y="4867419"/>
                  </a:lnTo>
                  <a:lnTo>
                    <a:pt x="1418724" y="4867419"/>
                  </a:lnTo>
                  <a:lnTo>
                    <a:pt x="1419349" y="4867419"/>
                  </a:lnTo>
                  <a:lnTo>
                    <a:pt x="1419474" y="4867419"/>
                  </a:lnTo>
                  <a:lnTo>
                    <a:pt x="1419599" y="4867419"/>
                  </a:lnTo>
                  <a:lnTo>
                    <a:pt x="1420849" y="4867419"/>
                  </a:lnTo>
                  <a:lnTo>
                    <a:pt x="1421475" y="4867419"/>
                  </a:lnTo>
                  <a:lnTo>
                    <a:pt x="1422100" y="4867419"/>
                  </a:lnTo>
                  <a:lnTo>
                    <a:pt x="1422225" y="4867419"/>
                  </a:lnTo>
                  <a:lnTo>
                    <a:pt x="1422850" y="4867419"/>
                  </a:lnTo>
                  <a:lnTo>
                    <a:pt x="1423100" y="4867419"/>
                  </a:lnTo>
                  <a:lnTo>
                    <a:pt x="1423600" y="4867419"/>
                  </a:lnTo>
                  <a:lnTo>
                    <a:pt x="1424101" y="4867419"/>
                  </a:lnTo>
                  <a:lnTo>
                    <a:pt x="1424726" y="4867419"/>
                  </a:lnTo>
                  <a:lnTo>
                    <a:pt x="1425226" y="4867419"/>
                  </a:lnTo>
                  <a:lnTo>
                    <a:pt x="1425476" y="4857465"/>
                  </a:lnTo>
                  <a:lnTo>
                    <a:pt x="1426226" y="4857465"/>
                  </a:lnTo>
                  <a:lnTo>
                    <a:pt x="1426601" y="4857465"/>
                  </a:lnTo>
                  <a:lnTo>
                    <a:pt x="1427477" y="4857465"/>
                  </a:lnTo>
                  <a:lnTo>
                    <a:pt x="1427727" y="4857465"/>
                  </a:lnTo>
                  <a:lnTo>
                    <a:pt x="1428102" y="4857465"/>
                  </a:lnTo>
                  <a:lnTo>
                    <a:pt x="1428227" y="4857465"/>
                  </a:lnTo>
                  <a:lnTo>
                    <a:pt x="1428352" y="4857465"/>
                  </a:lnTo>
                  <a:lnTo>
                    <a:pt x="1428852" y="4857465"/>
                  </a:lnTo>
                  <a:lnTo>
                    <a:pt x="1428977" y="4857465"/>
                  </a:lnTo>
                  <a:lnTo>
                    <a:pt x="1431728" y="4857465"/>
                  </a:lnTo>
                  <a:lnTo>
                    <a:pt x="1432478" y="4857465"/>
                  </a:lnTo>
                  <a:lnTo>
                    <a:pt x="1432728" y="4857465"/>
                  </a:lnTo>
                  <a:lnTo>
                    <a:pt x="1433854" y="4857465"/>
                  </a:lnTo>
                  <a:lnTo>
                    <a:pt x="1434104" y="4857465"/>
                  </a:lnTo>
                  <a:lnTo>
                    <a:pt x="1434229" y="4857465"/>
                  </a:lnTo>
                  <a:lnTo>
                    <a:pt x="1435229" y="4857465"/>
                  </a:lnTo>
                  <a:lnTo>
                    <a:pt x="1436230" y="4857465"/>
                  </a:lnTo>
                  <a:lnTo>
                    <a:pt x="1436605" y="4857465"/>
                  </a:lnTo>
                  <a:lnTo>
                    <a:pt x="1436730" y="4857465"/>
                  </a:lnTo>
                  <a:lnTo>
                    <a:pt x="1436855" y="4857465"/>
                  </a:lnTo>
                  <a:lnTo>
                    <a:pt x="1437605" y="4857465"/>
                  </a:lnTo>
                  <a:lnTo>
                    <a:pt x="1437980" y="4857465"/>
                  </a:lnTo>
                  <a:lnTo>
                    <a:pt x="1438230" y="4857465"/>
                  </a:lnTo>
                  <a:lnTo>
                    <a:pt x="1438355" y="4857465"/>
                  </a:lnTo>
                  <a:lnTo>
                    <a:pt x="1438480" y="4857465"/>
                  </a:lnTo>
                  <a:lnTo>
                    <a:pt x="1439856" y="4857465"/>
                  </a:lnTo>
                  <a:lnTo>
                    <a:pt x="1440106" y="4857465"/>
                  </a:lnTo>
                  <a:lnTo>
                    <a:pt x="1440231" y="4857465"/>
                  </a:lnTo>
                  <a:lnTo>
                    <a:pt x="1440356" y="4857465"/>
                  </a:lnTo>
                  <a:lnTo>
                    <a:pt x="1440481" y="4857465"/>
                  </a:lnTo>
                  <a:lnTo>
                    <a:pt x="1440606" y="4857465"/>
                  </a:lnTo>
                  <a:lnTo>
                    <a:pt x="1440981" y="4857465"/>
                  </a:lnTo>
                  <a:lnTo>
                    <a:pt x="1441731" y="4857465"/>
                  </a:lnTo>
                  <a:lnTo>
                    <a:pt x="1442357" y="4857465"/>
                  </a:lnTo>
                  <a:lnTo>
                    <a:pt x="1442732" y="4857465"/>
                  </a:lnTo>
                  <a:lnTo>
                    <a:pt x="1442857" y="4857465"/>
                  </a:lnTo>
                  <a:lnTo>
                    <a:pt x="1442982" y="4857465"/>
                  </a:lnTo>
                  <a:lnTo>
                    <a:pt x="1443607" y="4847511"/>
                  </a:lnTo>
                  <a:lnTo>
                    <a:pt x="1444107" y="4847511"/>
                  </a:lnTo>
                  <a:lnTo>
                    <a:pt x="1444482" y="4847511"/>
                  </a:lnTo>
                  <a:lnTo>
                    <a:pt x="1445108" y="4837557"/>
                  </a:lnTo>
                  <a:lnTo>
                    <a:pt x="1445358" y="4837557"/>
                  </a:lnTo>
                  <a:lnTo>
                    <a:pt x="1445733" y="4837557"/>
                  </a:lnTo>
                  <a:lnTo>
                    <a:pt x="1446233" y="4837557"/>
                  </a:lnTo>
                  <a:lnTo>
                    <a:pt x="1446483" y="4837557"/>
                  </a:lnTo>
                  <a:lnTo>
                    <a:pt x="1446608" y="4837557"/>
                  </a:lnTo>
                  <a:lnTo>
                    <a:pt x="1446858" y="4837557"/>
                  </a:lnTo>
                  <a:lnTo>
                    <a:pt x="1447483" y="4837557"/>
                  </a:lnTo>
                  <a:lnTo>
                    <a:pt x="1448234" y="4837557"/>
                  </a:lnTo>
                  <a:lnTo>
                    <a:pt x="1448359" y="4837557"/>
                  </a:lnTo>
                  <a:lnTo>
                    <a:pt x="1448484" y="4837557"/>
                  </a:lnTo>
                  <a:lnTo>
                    <a:pt x="1448734" y="4837557"/>
                  </a:lnTo>
                  <a:lnTo>
                    <a:pt x="1449359" y="4837557"/>
                  </a:lnTo>
                  <a:lnTo>
                    <a:pt x="1449734" y="4837557"/>
                  </a:lnTo>
                  <a:lnTo>
                    <a:pt x="1450985" y="4837557"/>
                  </a:lnTo>
                  <a:lnTo>
                    <a:pt x="1451110" y="4837557"/>
                  </a:lnTo>
                  <a:lnTo>
                    <a:pt x="1451235" y="4837557"/>
                  </a:lnTo>
                  <a:lnTo>
                    <a:pt x="1451610" y="4837557"/>
                  </a:lnTo>
                  <a:lnTo>
                    <a:pt x="1451860" y="4837557"/>
                  </a:lnTo>
                  <a:lnTo>
                    <a:pt x="1452610" y="4837557"/>
                  </a:lnTo>
                  <a:lnTo>
                    <a:pt x="1453110" y="4837557"/>
                  </a:lnTo>
                  <a:lnTo>
                    <a:pt x="1453485" y="4837557"/>
                  </a:lnTo>
                  <a:lnTo>
                    <a:pt x="1455236" y="4837557"/>
                  </a:lnTo>
                  <a:lnTo>
                    <a:pt x="1455486" y="4827603"/>
                  </a:lnTo>
                  <a:lnTo>
                    <a:pt x="1455986" y="4827603"/>
                  </a:lnTo>
                  <a:lnTo>
                    <a:pt x="1456111" y="4827603"/>
                  </a:lnTo>
                  <a:lnTo>
                    <a:pt x="1456862" y="4827603"/>
                  </a:lnTo>
                  <a:lnTo>
                    <a:pt x="1458362" y="4827603"/>
                  </a:lnTo>
                  <a:lnTo>
                    <a:pt x="1458612" y="4827603"/>
                  </a:lnTo>
                  <a:lnTo>
                    <a:pt x="1458987" y="4827603"/>
                  </a:lnTo>
                  <a:lnTo>
                    <a:pt x="1460488" y="4827603"/>
                  </a:lnTo>
                  <a:lnTo>
                    <a:pt x="1460613" y="4827603"/>
                  </a:lnTo>
                  <a:lnTo>
                    <a:pt x="1461113" y="4827603"/>
                  </a:lnTo>
                  <a:lnTo>
                    <a:pt x="1462613" y="4827603"/>
                  </a:lnTo>
                  <a:lnTo>
                    <a:pt x="1462864" y="4827603"/>
                  </a:lnTo>
                  <a:lnTo>
                    <a:pt x="1463614" y="4827603"/>
                  </a:lnTo>
                  <a:lnTo>
                    <a:pt x="1464114" y="4827603"/>
                  </a:lnTo>
                  <a:lnTo>
                    <a:pt x="1465364" y="4827603"/>
                  </a:lnTo>
                  <a:lnTo>
                    <a:pt x="1466115" y="4827603"/>
                  </a:lnTo>
                  <a:lnTo>
                    <a:pt x="1466240" y="4827603"/>
                  </a:lnTo>
                  <a:lnTo>
                    <a:pt x="1466740" y="4827603"/>
                  </a:lnTo>
                  <a:lnTo>
                    <a:pt x="1466990" y="4827603"/>
                  </a:lnTo>
                  <a:lnTo>
                    <a:pt x="1467740" y="4827603"/>
                  </a:lnTo>
                  <a:lnTo>
                    <a:pt x="1467990" y="4827603"/>
                  </a:lnTo>
                  <a:lnTo>
                    <a:pt x="1468490" y="4827603"/>
                  </a:lnTo>
                  <a:lnTo>
                    <a:pt x="1468866" y="4827603"/>
                  </a:lnTo>
                  <a:lnTo>
                    <a:pt x="1469116" y="4817650"/>
                  </a:lnTo>
                  <a:lnTo>
                    <a:pt x="1470116" y="4817650"/>
                  </a:lnTo>
                  <a:lnTo>
                    <a:pt x="1471366" y="4817650"/>
                  </a:lnTo>
                  <a:lnTo>
                    <a:pt x="1471616" y="4817650"/>
                  </a:lnTo>
                  <a:lnTo>
                    <a:pt x="1471741" y="4817650"/>
                  </a:lnTo>
                  <a:lnTo>
                    <a:pt x="1472117" y="4817650"/>
                  </a:lnTo>
                  <a:lnTo>
                    <a:pt x="1472617" y="4817650"/>
                  </a:lnTo>
                  <a:lnTo>
                    <a:pt x="1472742" y="4817650"/>
                  </a:lnTo>
                  <a:lnTo>
                    <a:pt x="1472992" y="4817650"/>
                  </a:lnTo>
                  <a:lnTo>
                    <a:pt x="1473117" y="4817650"/>
                  </a:lnTo>
                  <a:lnTo>
                    <a:pt x="1474117" y="4817650"/>
                  </a:lnTo>
                  <a:lnTo>
                    <a:pt x="1474367" y="4817650"/>
                  </a:lnTo>
                  <a:lnTo>
                    <a:pt x="1475118" y="4817650"/>
                  </a:lnTo>
                  <a:lnTo>
                    <a:pt x="1475868" y="4807696"/>
                  </a:lnTo>
                  <a:lnTo>
                    <a:pt x="1476243" y="4807696"/>
                  </a:lnTo>
                  <a:lnTo>
                    <a:pt x="1476868" y="4807696"/>
                  </a:lnTo>
                  <a:lnTo>
                    <a:pt x="1477618" y="4807696"/>
                  </a:lnTo>
                  <a:lnTo>
                    <a:pt x="1477869" y="4807696"/>
                  </a:lnTo>
                  <a:lnTo>
                    <a:pt x="1478869" y="4807696"/>
                  </a:lnTo>
                  <a:lnTo>
                    <a:pt x="1479494" y="4807696"/>
                  </a:lnTo>
                  <a:lnTo>
                    <a:pt x="1479869" y="4807696"/>
                  </a:lnTo>
                  <a:lnTo>
                    <a:pt x="1480119" y="4807696"/>
                  </a:lnTo>
                  <a:lnTo>
                    <a:pt x="1480244" y="4807696"/>
                  </a:lnTo>
                  <a:lnTo>
                    <a:pt x="1481120" y="4807696"/>
                  </a:lnTo>
                  <a:lnTo>
                    <a:pt x="1481370" y="4807696"/>
                  </a:lnTo>
                  <a:lnTo>
                    <a:pt x="1481620" y="4807696"/>
                  </a:lnTo>
                  <a:lnTo>
                    <a:pt x="1482370" y="4807696"/>
                  </a:lnTo>
                  <a:lnTo>
                    <a:pt x="1482495" y="4807696"/>
                  </a:lnTo>
                  <a:lnTo>
                    <a:pt x="1483245" y="4807696"/>
                  </a:lnTo>
                  <a:lnTo>
                    <a:pt x="1483746" y="4807696"/>
                  </a:lnTo>
                  <a:lnTo>
                    <a:pt x="1483996" y="4807696"/>
                  </a:lnTo>
                  <a:lnTo>
                    <a:pt x="1484371" y="4807696"/>
                  </a:lnTo>
                  <a:lnTo>
                    <a:pt x="1484621" y="4807696"/>
                  </a:lnTo>
                  <a:lnTo>
                    <a:pt x="1484996" y="4807696"/>
                  </a:lnTo>
                  <a:lnTo>
                    <a:pt x="1485121" y="4807696"/>
                  </a:lnTo>
                  <a:lnTo>
                    <a:pt x="1485371" y="4807696"/>
                  </a:lnTo>
                  <a:lnTo>
                    <a:pt x="1485746" y="4807696"/>
                  </a:lnTo>
                  <a:lnTo>
                    <a:pt x="1486496" y="4807696"/>
                  </a:lnTo>
                  <a:lnTo>
                    <a:pt x="1486747" y="4807696"/>
                  </a:lnTo>
                  <a:lnTo>
                    <a:pt x="1486997" y="4807696"/>
                  </a:lnTo>
                  <a:lnTo>
                    <a:pt x="1488247" y="4807696"/>
                  </a:lnTo>
                  <a:lnTo>
                    <a:pt x="1489497" y="4807696"/>
                  </a:lnTo>
                  <a:lnTo>
                    <a:pt x="1489998" y="4807696"/>
                  </a:lnTo>
                  <a:lnTo>
                    <a:pt x="1491623" y="4807696"/>
                  </a:lnTo>
                  <a:lnTo>
                    <a:pt x="1492373" y="4807696"/>
                  </a:lnTo>
                  <a:lnTo>
                    <a:pt x="1494249" y="4807696"/>
                  </a:lnTo>
                  <a:lnTo>
                    <a:pt x="1494374" y="4807696"/>
                  </a:lnTo>
                  <a:lnTo>
                    <a:pt x="1495249" y="4807696"/>
                  </a:lnTo>
                  <a:lnTo>
                    <a:pt x="1496125" y="4807696"/>
                  </a:lnTo>
                  <a:lnTo>
                    <a:pt x="1496375" y="4807696"/>
                  </a:lnTo>
                  <a:lnTo>
                    <a:pt x="1496500" y="4807696"/>
                  </a:lnTo>
                  <a:lnTo>
                    <a:pt x="1496750" y="4807696"/>
                  </a:lnTo>
                  <a:lnTo>
                    <a:pt x="1496875" y="4807696"/>
                  </a:lnTo>
                  <a:lnTo>
                    <a:pt x="1498375" y="4807696"/>
                  </a:lnTo>
                  <a:lnTo>
                    <a:pt x="1500376" y="4807696"/>
                  </a:lnTo>
                  <a:lnTo>
                    <a:pt x="1500501" y="4807696"/>
                  </a:lnTo>
                  <a:lnTo>
                    <a:pt x="1501001" y="4807696"/>
                  </a:lnTo>
                  <a:lnTo>
                    <a:pt x="1502002" y="4807696"/>
                  </a:lnTo>
                  <a:lnTo>
                    <a:pt x="1502377" y="4807696"/>
                  </a:lnTo>
                  <a:lnTo>
                    <a:pt x="1502627" y="4807696"/>
                  </a:lnTo>
                  <a:lnTo>
                    <a:pt x="1502752" y="4807696"/>
                  </a:lnTo>
                  <a:lnTo>
                    <a:pt x="1502877" y="4807696"/>
                  </a:lnTo>
                  <a:lnTo>
                    <a:pt x="1504127" y="4807696"/>
                  </a:lnTo>
                  <a:lnTo>
                    <a:pt x="1504627" y="4807696"/>
                  </a:lnTo>
                  <a:lnTo>
                    <a:pt x="1505003" y="4807696"/>
                  </a:lnTo>
                  <a:lnTo>
                    <a:pt x="1505378" y="4807696"/>
                  </a:lnTo>
                  <a:lnTo>
                    <a:pt x="1505878" y="4797742"/>
                  </a:lnTo>
                  <a:lnTo>
                    <a:pt x="1506878" y="4797742"/>
                  </a:lnTo>
                  <a:lnTo>
                    <a:pt x="1507628" y="4787788"/>
                  </a:lnTo>
                  <a:lnTo>
                    <a:pt x="1508004" y="4787788"/>
                  </a:lnTo>
                  <a:lnTo>
                    <a:pt x="1508504" y="4787788"/>
                  </a:lnTo>
                  <a:lnTo>
                    <a:pt x="1508754" y="4777834"/>
                  </a:lnTo>
                  <a:lnTo>
                    <a:pt x="1509129" y="4777834"/>
                  </a:lnTo>
                  <a:lnTo>
                    <a:pt x="1510129" y="4777834"/>
                  </a:lnTo>
                  <a:lnTo>
                    <a:pt x="1510504" y="4777834"/>
                  </a:lnTo>
                  <a:lnTo>
                    <a:pt x="1511130" y="4777834"/>
                  </a:lnTo>
                  <a:lnTo>
                    <a:pt x="1511255" y="4777834"/>
                  </a:lnTo>
                  <a:lnTo>
                    <a:pt x="1511755" y="4777834"/>
                  </a:lnTo>
                  <a:lnTo>
                    <a:pt x="1512380" y="4777834"/>
                  </a:lnTo>
                  <a:lnTo>
                    <a:pt x="1512755" y="4777834"/>
                  </a:lnTo>
                  <a:lnTo>
                    <a:pt x="1512880" y="4777834"/>
                  </a:lnTo>
                  <a:lnTo>
                    <a:pt x="1513255" y="4777834"/>
                  </a:lnTo>
                  <a:lnTo>
                    <a:pt x="1513505" y="4777834"/>
                  </a:lnTo>
                  <a:lnTo>
                    <a:pt x="1514381" y="4777834"/>
                  </a:lnTo>
                  <a:lnTo>
                    <a:pt x="1515256" y="4777834"/>
                  </a:lnTo>
                  <a:lnTo>
                    <a:pt x="1515631" y="4777834"/>
                  </a:lnTo>
                  <a:lnTo>
                    <a:pt x="1516131" y="4777834"/>
                  </a:lnTo>
                  <a:lnTo>
                    <a:pt x="1516882" y="4777834"/>
                  </a:lnTo>
                  <a:lnTo>
                    <a:pt x="1517007" y="4777834"/>
                  </a:lnTo>
                  <a:lnTo>
                    <a:pt x="1517132" y="4777834"/>
                  </a:lnTo>
                  <a:lnTo>
                    <a:pt x="1517757" y="4777834"/>
                  </a:lnTo>
                  <a:lnTo>
                    <a:pt x="1518007" y="4777834"/>
                  </a:lnTo>
                  <a:lnTo>
                    <a:pt x="1520008" y="4777834"/>
                  </a:lnTo>
                  <a:lnTo>
                    <a:pt x="1520133" y="4767881"/>
                  </a:lnTo>
                  <a:lnTo>
                    <a:pt x="1520258" y="4767881"/>
                  </a:lnTo>
                  <a:lnTo>
                    <a:pt x="1520383" y="4767881"/>
                  </a:lnTo>
                  <a:lnTo>
                    <a:pt x="1521008" y="4767881"/>
                  </a:lnTo>
                  <a:lnTo>
                    <a:pt x="1522008" y="4767881"/>
                  </a:lnTo>
                  <a:lnTo>
                    <a:pt x="1522133" y="4767881"/>
                  </a:lnTo>
                  <a:lnTo>
                    <a:pt x="1524009" y="4767881"/>
                  </a:lnTo>
                  <a:lnTo>
                    <a:pt x="1524134" y="4767881"/>
                  </a:lnTo>
                  <a:lnTo>
                    <a:pt x="1524634" y="4767881"/>
                  </a:lnTo>
                  <a:lnTo>
                    <a:pt x="1524759" y="4767881"/>
                  </a:lnTo>
                  <a:lnTo>
                    <a:pt x="1525134" y="4767881"/>
                  </a:lnTo>
                  <a:lnTo>
                    <a:pt x="1525509" y="4767881"/>
                  </a:lnTo>
                  <a:lnTo>
                    <a:pt x="1525760" y="4767881"/>
                  </a:lnTo>
                  <a:lnTo>
                    <a:pt x="1526010" y="4767881"/>
                  </a:lnTo>
                  <a:lnTo>
                    <a:pt x="1526510" y="4767881"/>
                  </a:lnTo>
                  <a:lnTo>
                    <a:pt x="1526635" y="4767881"/>
                  </a:lnTo>
                  <a:lnTo>
                    <a:pt x="1527010" y="4767881"/>
                  </a:lnTo>
                  <a:lnTo>
                    <a:pt x="1527510" y="4767881"/>
                  </a:lnTo>
                  <a:lnTo>
                    <a:pt x="1527760" y="4767881"/>
                  </a:lnTo>
                  <a:lnTo>
                    <a:pt x="1528135" y="4767881"/>
                  </a:lnTo>
                  <a:lnTo>
                    <a:pt x="1529386" y="4767881"/>
                  </a:lnTo>
                  <a:lnTo>
                    <a:pt x="1529636" y="4767881"/>
                  </a:lnTo>
                  <a:lnTo>
                    <a:pt x="1530011" y="4757927"/>
                  </a:lnTo>
                  <a:lnTo>
                    <a:pt x="1530886" y="4757927"/>
                  </a:lnTo>
                  <a:lnTo>
                    <a:pt x="1531261" y="4757927"/>
                  </a:lnTo>
                  <a:lnTo>
                    <a:pt x="1531637" y="4757927"/>
                  </a:lnTo>
                  <a:lnTo>
                    <a:pt x="1532137" y="4757927"/>
                  </a:lnTo>
                  <a:lnTo>
                    <a:pt x="1532387" y="4757927"/>
                  </a:lnTo>
                  <a:lnTo>
                    <a:pt x="1532512" y="4757927"/>
                  </a:lnTo>
                  <a:lnTo>
                    <a:pt x="1532887" y="4757927"/>
                  </a:lnTo>
                  <a:lnTo>
                    <a:pt x="1533387" y="4757927"/>
                  </a:lnTo>
                  <a:lnTo>
                    <a:pt x="1534888" y="4757927"/>
                  </a:lnTo>
                  <a:lnTo>
                    <a:pt x="1535638" y="4757927"/>
                  </a:lnTo>
                  <a:lnTo>
                    <a:pt x="1536263" y="4757927"/>
                  </a:lnTo>
                  <a:lnTo>
                    <a:pt x="1536388" y="4757927"/>
                  </a:lnTo>
                  <a:lnTo>
                    <a:pt x="1536888" y="4757927"/>
                  </a:lnTo>
                  <a:lnTo>
                    <a:pt x="1537513" y="4757927"/>
                  </a:lnTo>
                  <a:lnTo>
                    <a:pt x="1537889" y="4757927"/>
                  </a:lnTo>
                  <a:lnTo>
                    <a:pt x="1538389" y="4757927"/>
                  </a:lnTo>
                  <a:lnTo>
                    <a:pt x="1539139" y="4757927"/>
                  </a:lnTo>
                  <a:lnTo>
                    <a:pt x="1539639" y="4757927"/>
                  </a:lnTo>
                  <a:lnTo>
                    <a:pt x="1539889" y="4757927"/>
                  </a:lnTo>
                  <a:lnTo>
                    <a:pt x="1540514" y="4757927"/>
                  </a:lnTo>
                  <a:lnTo>
                    <a:pt x="1541015" y="4757927"/>
                  </a:lnTo>
                  <a:lnTo>
                    <a:pt x="1542140" y="4757927"/>
                  </a:lnTo>
                  <a:lnTo>
                    <a:pt x="1542765" y="4757927"/>
                  </a:lnTo>
                  <a:lnTo>
                    <a:pt x="1543140" y="4757927"/>
                  </a:lnTo>
                  <a:lnTo>
                    <a:pt x="1543265" y="4757927"/>
                  </a:lnTo>
                  <a:lnTo>
                    <a:pt x="1543641" y="4757927"/>
                  </a:lnTo>
                  <a:lnTo>
                    <a:pt x="1543766" y="4757927"/>
                  </a:lnTo>
                  <a:lnTo>
                    <a:pt x="1544016" y="4757927"/>
                  </a:lnTo>
                  <a:lnTo>
                    <a:pt x="1544266" y="4757927"/>
                  </a:lnTo>
                  <a:lnTo>
                    <a:pt x="1544516" y="4757927"/>
                  </a:lnTo>
                  <a:lnTo>
                    <a:pt x="1544641" y="4757927"/>
                  </a:lnTo>
                  <a:lnTo>
                    <a:pt x="1545641" y="4757927"/>
                  </a:lnTo>
                  <a:lnTo>
                    <a:pt x="1546266" y="4757927"/>
                  </a:lnTo>
                  <a:lnTo>
                    <a:pt x="1546516" y="4757927"/>
                  </a:lnTo>
                  <a:lnTo>
                    <a:pt x="1547267" y="4757927"/>
                  </a:lnTo>
                  <a:lnTo>
                    <a:pt x="1547392" y="4757927"/>
                  </a:lnTo>
                  <a:lnTo>
                    <a:pt x="1547517" y="4757927"/>
                  </a:lnTo>
                  <a:lnTo>
                    <a:pt x="1547767" y="4757927"/>
                  </a:lnTo>
                  <a:lnTo>
                    <a:pt x="1548642" y="4757927"/>
                  </a:lnTo>
                  <a:lnTo>
                    <a:pt x="1549017" y="4757927"/>
                  </a:lnTo>
                  <a:lnTo>
                    <a:pt x="1549142" y="4757927"/>
                  </a:lnTo>
                  <a:lnTo>
                    <a:pt x="1549517" y="4757927"/>
                  </a:lnTo>
                  <a:lnTo>
                    <a:pt x="1550018" y="4757927"/>
                  </a:lnTo>
                  <a:lnTo>
                    <a:pt x="1550268" y="4757927"/>
                  </a:lnTo>
                  <a:lnTo>
                    <a:pt x="1551518" y="4757927"/>
                  </a:lnTo>
                  <a:lnTo>
                    <a:pt x="1554019" y="4757927"/>
                  </a:lnTo>
                  <a:lnTo>
                    <a:pt x="1554269" y="4757927"/>
                  </a:lnTo>
                  <a:lnTo>
                    <a:pt x="1554519" y="4757927"/>
                  </a:lnTo>
                  <a:lnTo>
                    <a:pt x="1554894" y="4757927"/>
                  </a:lnTo>
                  <a:lnTo>
                    <a:pt x="1555770" y="4757927"/>
                  </a:lnTo>
                  <a:lnTo>
                    <a:pt x="1556020" y="4757927"/>
                  </a:lnTo>
                  <a:lnTo>
                    <a:pt x="1556270" y="4757927"/>
                  </a:lnTo>
                  <a:lnTo>
                    <a:pt x="1556645" y="4757927"/>
                  </a:lnTo>
                  <a:lnTo>
                    <a:pt x="1556770" y="4757927"/>
                  </a:lnTo>
                  <a:lnTo>
                    <a:pt x="1557645" y="4757927"/>
                  </a:lnTo>
                  <a:lnTo>
                    <a:pt x="1557895" y="4757927"/>
                  </a:lnTo>
                  <a:lnTo>
                    <a:pt x="1558270" y="4757927"/>
                  </a:lnTo>
                  <a:lnTo>
                    <a:pt x="1558646" y="4757927"/>
                  </a:lnTo>
                  <a:lnTo>
                    <a:pt x="1559771" y="4757927"/>
                  </a:lnTo>
                  <a:lnTo>
                    <a:pt x="1560396" y="4757927"/>
                  </a:lnTo>
                  <a:lnTo>
                    <a:pt x="1560521" y="4757927"/>
                  </a:lnTo>
                  <a:lnTo>
                    <a:pt x="1560646" y="4757927"/>
                  </a:lnTo>
                  <a:lnTo>
                    <a:pt x="1561021" y="4757927"/>
                  </a:lnTo>
                  <a:lnTo>
                    <a:pt x="1561396" y="4757927"/>
                  </a:lnTo>
                  <a:lnTo>
                    <a:pt x="1561772" y="4757927"/>
                  </a:lnTo>
                  <a:lnTo>
                    <a:pt x="1562772" y="4757927"/>
                  </a:lnTo>
                  <a:lnTo>
                    <a:pt x="1562897" y="4757927"/>
                  </a:lnTo>
                  <a:lnTo>
                    <a:pt x="1563022" y="4757927"/>
                  </a:lnTo>
                  <a:lnTo>
                    <a:pt x="1563272" y="4757927"/>
                  </a:lnTo>
                  <a:lnTo>
                    <a:pt x="1564022" y="4757927"/>
                  </a:lnTo>
                  <a:lnTo>
                    <a:pt x="1564523" y="4757927"/>
                  </a:lnTo>
                  <a:lnTo>
                    <a:pt x="1564773" y="4757927"/>
                  </a:lnTo>
                  <a:lnTo>
                    <a:pt x="1566148" y="4757927"/>
                  </a:lnTo>
                  <a:lnTo>
                    <a:pt x="1567023" y="4757927"/>
                  </a:lnTo>
                  <a:lnTo>
                    <a:pt x="1567774" y="4757927"/>
                  </a:lnTo>
                  <a:lnTo>
                    <a:pt x="1568524" y="4757927"/>
                  </a:lnTo>
                  <a:lnTo>
                    <a:pt x="1568774" y="4757927"/>
                  </a:lnTo>
                  <a:lnTo>
                    <a:pt x="1569524" y="4747973"/>
                  </a:lnTo>
                  <a:lnTo>
                    <a:pt x="1569774" y="4747973"/>
                  </a:lnTo>
                  <a:lnTo>
                    <a:pt x="1569899" y="4747973"/>
                  </a:lnTo>
                  <a:lnTo>
                    <a:pt x="1570650" y="4747973"/>
                  </a:lnTo>
                  <a:lnTo>
                    <a:pt x="1570775" y="4747973"/>
                  </a:lnTo>
                  <a:lnTo>
                    <a:pt x="1572275" y="4747973"/>
                  </a:lnTo>
                  <a:lnTo>
                    <a:pt x="1573275" y="4747973"/>
                  </a:lnTo>
                  <a:lnTo>
                    <a:pt x="1573901" y="4747973"/>
                  </a:lnTo>
                  <a:lnTo>
                    <a:pt x="1574151" y="4747973"/>
                  </a:lnTo>
                  <a:lnTo>
                    <a:pt x="1574276" y="4747973"/>
                  </a:lnTo>
                  <a:lnTo>
                    <a:pt x="1574401" y="4747973"/>
                  </a:lnTo>
                  <a:lnTo>
                    <a:pt x="1575651" y="4747973"/>
                  </a:lnTo>
                  <a:lnTo>
                    <a:pt x="1576026" y="4738019"/>
                  </a:lnTo>
                  <a:lnTo>
                    <a:pt x="1576151" y="4738019"/>
                  </a:lnTo>
                  <a:lnTo>
                    <a:pt x="1576276" y="4738019"/>
                  </a:lnTo>
                  <a:lnTo>
                    <a:pt x="1576527" y="4738019"/>
                  </a:lnTo>
                  <a:lnTo>
                    <a:pt x="1577527" y="4728065"/>
                  </a:lnTo>
                  <a:lnTo>
                    <a:pt x="1578277" y="4728065"/>
                  </a:lnTo>
                  <a:lnTo>
                    <a:pt x="1578402" y="4728065"/>
                  </a:lnTo>
                  <a:lnTo>
                    <a:pt x="1578777" y="4728065"/>
                  </a:lnTo>
                  <a:lnTo>
                    <a:pt x="1579277" y="4728065"/>
                  </a:lnTo>
                  <a:lnTo>
                    <a:pt x="1580028" y="4728065"/>
                  </a:lnTo>
                  <a:lnTo>
                    <a:pt x="1580278" y="4728065"/>
                  </a:lnTo>
                  <a:lnTo>
                    <a:pt x="1580528" y="4728065"/>
                  </a:lnTo>
                  <a:lnTo>
                    <a:pt x="1580653" y="4728065"/>
                  </a:lnTo>
                  <a:lnTo>
                    <a:pt x="1580903" y="4728065"/>
                  </a:lnTo>
                  <a:lnTo>
                    <a:pt x="1581153" y="4728065"/>
                  </a:lnTo>
                  <a:lnTo>
                    <a:pt x="1582153" y="4728065"/>
                  </a:lnTo>
                  <a:lnTo>
                    <a:pt x="1582654" y="4728065"/>
                  </a:lnTo>
                  <a:lnTo>
                    <a:pt x="1582779" y="4728065"/>
                  </a:lnTo>
                  <a:lnTo>
                    <a:pt x="1583529" y="4728065"/>
                  </a:lnTo>
                  <a:lnTo>
                    <a:pt x="1584654" y="4728065"/>
                  </a:lnTo>
                  <a:lnTo>
                    <a:pt x="1587405" y="4728065"/>
                  </a:lnTo>
                  <a:lnTo>
                    <a:pt x="1587530" y="4728065"/>
                  </a:lnTo>
                  <a:lnTo>
                    <a:pt x="1588656" y="4728065"/>
                  </a:lnTo>
                  <a:lnTo>
                    <a:pt x="1588781" y="4728065"/>
                  </a:lnTo>
                  <a:lnTo>
                    <a:pt x="1589031" y="4728065"/>
                  </a:lnTo>
                  <a:lnTo>
                    <a:pt x="1589781" y="4728065"/>
                  </a:lnTo>
                  <a:lnTo>
                    <a:pt x="1589906" y="4728065"/>
                  </a:lnTo>
                  <a:lnTo>
                    <a:pt x="1591281" y="4728065"/>
                  </a:lnTo>
                  <a:lnTo>
                    <a:pt x="1591657" y="4728065"/>
                  </a:lnTo>
                  <a:lnTo>
                    <a:pt x="1591907" y="4728065"/>
                  </a:lnTo>
                  <a:lnTo>
                    <a:pt x="1592032" y="4728065"/>
                  </a:lnTo>
                  <a:lnTo>
                    <a:pt x="1593407" y="4728065"/>
                  </a:lnTo>
                  <a:lnTo>
                    <a:pt x="1594032" y="4728065"/>
                  </a:lnTo>
                  <a:lnTo>
                    <a:pt x="1594408" y="4728065"/>
                  </a:lnTo>
                  <a:lnTo>
                    <a:pt x="1594533" y="4728065"/>
                  </a:lnTo>
                  <a:lnTo>
                    <a:pt x="1594783" y="4728065"/>
                  </a:lnTo>
                  <a:lnTo>
                    <a:pt x="1594908" y="4728065"/>
                  </a:lnTo>
                  <a:lnTo>
                    <a:pt x="1595033" y="4728065"/>
                  </a:lnTo>
                  <a:lnTo>
                    <a:pt x="1595658" y="4728065"/>
                  </a:lnTo>
                  <a:lnTo>
                    <a:pt x="1596158" y="4728065"/>
                  </a:lnTo>
                  <a:lnTo>
                    <a:pt x="1596658" y="4728065"/>
                  </a:lnTo>
                  <a:lnTo>
                    <a:pt x="1596783" y="4728065"/>
                  </a:lnTo>
                  <a:lnTo>
                    <a:pt x="1597033" y="4728065"/>
                  </a:lnTo>
                  <a:lnTo>
                    <a:pt x="1597283" y="4728065"/>
                  </a:lnTo>
                  <a:lnTo>
                    <a:pt x="1597784" y="4728065"/>
                  </a:lnTo>
                  <a:lnTo>
                    <a:pt x="1597909" y="4728065"/>
                  </a:lnTo>
                  <a:lnTo>
                    <a:pt x="1598159" y="4728065"/>
                  </a:lnTo>
                  <a:lnTo>
                    <a:pt x="1601285" y="4728065"/>
                  </a:lnTo>
                  <a:lnTo>
                    <a:pt x="1602285" y="4728065"/>
                  </a:lnTo>
                  <a:lnTo>
                    <a:pt x="1602660" y="4728065"/>
                  </a:lnTo>
                  <a:lnTo>
                    <a:pt x="1603160" y="4728065"/>
                  </a:lnTo>
                  <a:lnTo>
                    <a:pt x="1603786" y="4728065"/>
                  </a:lnTo>
                  <a:lnTo>
                    <a:pt x="1604411" y="4728065"/>
                  </a:lnTo>
                  <a:lnTo>
                    <a:pt x="1604536" y="4728065"/>
                  </a:lnTo>
                  <a:lnTo>
                    <a:pt x="1605786" y="4728065"/>
                  </a:lnTo>
                  <a:lnTo>
                    <a:pt x="1606412" y="4728065"/>
                  </a:lnTo>
                  <a:lnTo>
                    <a:pt x="1606537" y="4728065"/>
                  </a:lnTo>
                  <a:lnTo>
                    <a:pt x="1607912" y="4728065"/>
                  </a:lnTo>
                  <a:lnTo>
                    <a:pt x="1608537" y="4728065"/>
                  </a:lnTo>
                  <a:lnTo>
                    <a:pt x="1609287" y="4728065"/>
                  </a:lnTo>
                  <a:lnTo>
                    <a:pt x="1609413" y="4728065"/>
                  </a:lnTo>
                  <a:lnTo>
                    <a:pt x="1610288" y="4728065"/>
                  </a:lnTo>
                  <a:lnTo>
                    <a:pt x="1610663" y="4728065"/>
                  </a:lnTo>
                  <a:lnTo>
                    <a:pt x="1610663" y="4718111"/>
                  </a:lnTo>
                  <a:lnTo>
                    <a:pt x="1612038" y="4718111"/>
                  </a:lnTo>
                  <a:lnTo>
                    <a:pt x="1612539" y="4718111"/>
                  </a:lnTo>
                  <a:lnTo>
                    <a:pt x="1613039" y="4718111"/>
                  </a:lnTo>
                  <a:lnTo>
                    <a:pt x="1613664" y="4718111"/>
                  </a:lnTo>
                  <a:lnTo>
                    <a:pt x="1613914" y="4718111"/>
                  </a:lnTo>
                  <a:lnTo>
                    <a:pt x="1614039" y="4718111"/>
                  </a:lnTo>
                  <a:lnTo>
                    <a:pt x="1614789" y="4718111"/>
                  </a:lnTo>
                  <a:lnTo>
                    <a:pt x="1614914" y="4718111"/>
                  </a:lnTo>
                  <a:lnTo>
                    <a:pt x="1615289" y="4718111"/>
                  </a:lnTo>
                  <a:lnTo>
                    <a:pt x="1615415" y="4718111"/>
                  </a:lnTo>
                  <a:lnTo>
                    <a:pt x="1615540" y="4718111"/>
                  </a:lnTo>
                  <a:lnTo>
                    <a:pt x="1616040" y="4718111"/>
                  </a:lnTo>
                  <a:lnTo>
                    <a:pt x="1616165" y="4718111"/>
                  </a:lnTo>
                  <a:lnTo>
                    <a:pt x="1617415" y="4718111"/>
                  </a:lnTo>
                  <a:lnTo>
                    <a:pt x="1619416" y="4718111"/>
                  </a:lnTo>
                  <a:lnTo>
                    <a:pt x="1620166" y="4718111"/>
                  </a:lnTo>
                  <a:lnTo>
                    <a:pt x="1620541" y="4718111"/>
                  </a:lnTo>
                  <a:lnTo>
                    <a:pt x="1620791" y="4718111"/>
                  </a:lnTo>
                  <a:lnTo>
                    <a:pt x="1621041" y="4718111"/>
                  </a:lnTo>
                  <a:lnTo>
                    <a:pt x="1622542" y="4718111"/>
                  </a:lnTo>
                  <a:lnTo>
                    <a:pt x="1623167" y="4718111"/>
                  </a:lnTo>
                  <a:lnTo>
                    <a:pt x="1623292" y="4718111"/>
                  </a:lnTo>
                  <a:lnTo>
                    <a:pt x="1623667" y="4718111"/>
                  </a:lnTo>
                  <a:lnTo>
                    <a:pt x="1625418" y="4708158"/>
                  </a:lnTo>
                  <a:lnTo>
                    <a:pt x="1626293" y="4708158"/>
                  </a:lnTo>
                  <a:lnTo>
                    <a:pt x="1626793" y="4708158"/>
                  </a:lnTo>
                  <a:lnTo>
                    <a:pt x="1627293" y="4708158"/>
                  </a:lnTo>
                  <a:lnTo>
                    <a:pt x="1629419" y="4708158"/>
                  </a:lnTo>
                  <a:lnTo>
                    <a:pt x="1630920" y="4708158"/>
                  </a:lnTo>
                  <a:lnTo>
                    <a:pt x="1631295" y="4708158"/>
                  </a:lnTo>
                  <a:lnTo>
                    <a:pt x="1631795" y="4708158"/>
                  </a:lnTo>
                  <a:lnTo>
                    <a:pt x="1633546" y="4708158"/>
                  </a:lnTo>
                  <a:lnTo>
                    <a:pt x="1634046" y="4708158"/>
                  </a:lnTo>
                  <a:lnTo>
                    <a:pt x="1634421" y="4708158"/>
                  </a:lnTo>
                  <a:lnTo>
                    <a:pt x="1634671" y="4708158"/>
                  </a:lnTo>
                  <a:lnTo>
                    <a:pt x="1634921" y="4708158"/>
                  </a:lnTo>
                  <a:lnTo>
                    <a:pt x="1635046" y="4708158"/>
                  </a:lnTo>
                  <a:lnTo>
                    <a:pt x="1636046" y="4708158"/>
                  </a:lnTo>
                  <a:lnTo>
                    <a:pt x="1636547" y="4708158"/>
                  </a:lnTo>
                  <a:lnTo>
                    <a:pt x="1637297" y="4708158"/>
                  </a:lnTo>
                  <a:lnTo>
                    <a:pt x="1637672" y="4708158"/>
                  </a:lnTo>
                  <a:lnTo>
                    <a:pt x="1638047" y="4708158"/>
                  </a:lnTo>
                  <a:lnTo>
                    <a:pt x="1638672" y="4708158"/>
                  </a:lnTo>
                  <a:lnTo>
                    <a:pt x="1639172" y="4708158"/>
                  </a:lnTo>
                  <a:lnTo>
                    <a:pt x="1639423" y="4708158"/>
                  </a:lnTo>
                  <a:lnTo>
                    <a:pt x="1640173" y="4708158"/>
                  </a:lnTo>
                  <a:lnTo>
                    <a:pt x="1641048" y="4708158"/>
                  </a:lnTo>
                  <a:lnTo>
                    <a:pt x="1641548" y="4708158"/>
                  </a:lnTo>
                  <a:lnTo>
                    <a:pt x="1642048" y="4708158"/>
                  </a:lnTo>
                  <a:lnTo>
                    <a:pt x="1643299" y="4708158"/>
                  </a:lnTo>
                  <a:lnTo>
                    <a:pt x="1644799" y="4708158"/>
                  </a:lnTo>
                  <a:lnTo>
                    <a:pt x="1645425" y="4708158"/>
                  </a:lnTo>
                  <a:lnTo>
                    <a:pt x="1646050" y="4708158"/>
                  </a:lnTo>
                  <a:lnTo>
                    <a:pt x="1646800" y="4708158"/>
                  </a:lnTo>
                  <a:lnTo>
                    <a:pt x="1646925" y="4708158"/>
                  </a:lnTo>
                  <a:lnTo>
                    <a:pt x="1647050" y="4708158"/>
                  </a:lnTo>
                  <a:lnTo>
                    <a:pt x="1648426" y="4708158"/>
                  </a:lnTo>
                  <a:lnTo>
                    <a:pt x="1648551" y="4708158"/>
                  </a:lnTo>
                  <a:lnTo>
                    <a:pt x="1648801" y="4708158"/>
                  </a:lnTo>
                  <a:lnTo>
                    <a:pt x="1649551" y="4708158"/>
                  </a:lnTo>
                  <a:lnTo>
                    <a:pt x="1652052" y="4708158"/>
                  </a:lnTo>
                  <a:lnTo>
                    <a:pt x="1652302" y="4708158"/>
                  </a:lnTo>
                  <a:lnTo>
                    <a:pt x="1652677" y="4708158"/>
                  </a:lnTo>
                  <a:lnTo>
                    <a:pt x="1652927" y="4708158"/>
                  </a:lnTo>
                  <a:lnTo>
                    <a:pt x="1653677" y="4708158"/>
                  </a:lnTo>
                  <a:lnTo>
                    <a:pt x="1653927" y="4708158"/>
                  </a:lnTo>
                  <a:lnTo>
                    <a:pt x="1655428" y="4708158"/>
                  </a:lnTo>
                  <a:lnTo>
                    <a:pt x="1655678" y="4708158"/>
                  </a:lnTo>
                  <a:lnTo>
                    <a:pt x="1656303" y="4708158"/>
                  </a:lnTo>
                  <a:lnTo>
                    <a:pt x="1657053" y="4708158"/>
                  </a:lnTo>
                  <a:lnTo>
                    <a:pt x="1657929" y="4708158"/>
                  </a:lnTo>
                  <a:lnTo>
                    <a:pt x="1658679" y="4708158"/>
                  </a:lnTo>
                  <a:lnTo>
                    <a:pt x="1659929" y="4708158"/>
                  </a:lnTo>
                  <a:lnTo>
                    <a:pt x="1660430" y="4708158"/>
                  </a:lnTo>
                  <a:lnTo>
                    <a:pt x="1662055" y="4708158"/>
                  </a:lnTo>
                  <a:lnTo>
                    <a:pt x="1662930" y="4708158"/>
                  </a:lnTo>
                  <a:lnTo>
                    <a:pt x="1663055" y="4708158"/>
                  </a:lnTo>
                  <a:lnTo>
                    <a:pt x="1663306" y="4708158"/>
                  </a:lnTo>
                  <a:lnTo>
                    <a:pt x="1663306" y="4698204"/>
                  </a:lnTo>
                  <a:lnTo>
                    <a:pt x="1663556" y="4698204"/>
                  </a:lnTo>
                  <a:lnTo>
                    <a:pt x="1665431" y="4698204"/>
                  </a:lnTo>
                  <a:lnTo>
                    <a:pt x="1666432" y="4698204"/>
                  </a:lnTo>
                  <a:lnTo>
                    <a:pt x="1667557" y="4698204"/>
                  </a:lnTo>
                  <a:lnTo>
                    <a:pt x="1668682" y="4698204"/>
                  </a:lnTo>
                  <a:lnTo>
                    <a:pt x="1669308" y="4698204"/>
                  </a:lnTo>
                  <a:lnTo>
                    <a:pt x="1669933" y="4698204"/>
                  </a:lnTo>
                  <a:lnTo>
                    <a:pt x="1671308" y="4698204"/>
                  </a:lnTo>
                  <a:lnTo>
                    <a:pt x="1672559" y="4698204"/>
                  </a:lnTo>
                  <a:lnTo>
                    <a:pt x="1672934" y="4698204"/>
                  </a:lnTo>
                  <a:lnTo>
                    <a:pt x="1673184" y="4698204"/>
                  </a:lnTo>
                  <a:lnTo>
                    <a:pt x="1674684" y="4698204"/>
                  </a:lnTo>
                  <a:lnTo>
                    <a:pt x="1674809" y="4698204"/>
                  </a:lnTo>
                  <a:lnTo>
                    <a:pt x="1675059" y="4698204"/>
                  </a:lnTo>
                  <a:lnTo>
                    <a:pt x="1675435" y="4698204"/>
                  </a:lnTo>
                  <a:lnTo>
                    <a:pt x="1675560" y="4698204"/>
                  </a:lnTo>
                  <a:lnTo>
                    <a:pt x="1675685" y="4698204"/>
                  </a:lnTo>
                  <a:lnTo>
                    <a:pt x="1675810" y="4698204"/>
                  </a:lnTo>
                  <a:lnTo>
                    <a:pt x="1676685" y="4698204"/>
                  </a:lnTo>
                  <a:lnTo>
                    <a:pt x="1677560" y="4698204"/>
                  </a:lnTo>
                  <a:lnTo>
                    <a:pt x="1678311" y="4698204"/>
                  </a:lnTo>
                  <a:lnTo>
                    <a:pt x="1679061" y="4688250"/>
                  </a:lnTo>
                  <a:lnTo>
                    <a:pt x="1680686" y="4688250"/>
                  </a:lnTo>
                  <a:lnTo>
                    <a:pt x="1680811" y="4688250"/>
                  </a:lnTo>
                  <a:lnTo>
                    <a:pt x="1681812" y="4688250"/>
                  </a:lnTo>
                  <a:lnTo>
                    <a:pt x="1682562" y="4688250"/>
                  </a:lnTo>
                  <a:lnTo>
                    <a:pt x="1683062" y="4688250"/>
                  </a:lnTo>
                  <a:lnTo>
                    <a:pt x="1684313" y="4688250"/>
                  </a:lnTo>
                  <a:lnTo>
                    <a:pt x="1684563" y="4688250"/>
                  </a:lnTo>
                  <a:lnTo>
                    <a:pt x="1684938" y="4688250"/>
                  </a:lnTo>
                  <a:lnTo>
                    <a:pt x="1685188" y="4688250"/>
                  </a:lnTo>
                  <a:lnTo>
                    <a:pt x="1686688" y="4688250"/>
                  </a:lnTo>
                  <a:lnTo>
                    <a:pt x="1687314" y="4688250"/>
                  </a:lnTo>
                  <a:lnTo>
                    <a:pt x="1687689" y="4688250"/>
                  </a:lnTo>
                  <a:lnTo>
                    <a:pt x="1687814" y="4688250"/>
                  </a:lnTo>
                  <a:lnTo>
                    <a:pt x="1688189" y="4688250"/>
                  </a:lnTo>
                  <a:lnTo>
                    <a:pt x="1688439" y="4688250"/>
                  </a:lnTo>
                  <a:lnTo>
                    <a:pt x="1688564" y="4688250"/>
                  </a:lnTo>
                  <a:lnTo>
                    <a:pt x="1688939" y="4688250"/>
                  </a:lnTo>
                  <a:lnTo>
                    <a:pt x="1689314" y="4688250"/>
                  </a:lnTo>
                  <a:lnTo>
                    <a:pt x="1689439" y="4688250"/>
                  </a:lnTo>
                  <a:lnTo>
                    <a:pt x="1689564" y="4688250"/>
                  </a:lnTo>
                  <a:lnTo>
                    <a:pt x="1691440" y="4688250"/>
                  </a:lnTo>
                  <a:lnTo>
                    <a:pt x="1691565" y="4688250"/>
                  </a:lnTo>
                  <a:lnTo>
                    <a:pt x="1692065" y="4688250"/>
                  </a:lnTo>
                  <a:lnTo>
                    <a:pt x="1692315" y="4688250"/>
                  </a:lnTo>
                  <a:lnTo>
                    <a:pt x="1693191" y="4688250"/>
                  </a:lnTo>
                  <a:lnTo>
                    <a:pt x="1693441" y="4688250"/>
                  </a:lnTo>
                  <a:lnTo>
                    <a:pt x="1693816" y="4688250"/>
                  </a:lnTo>
                  <a:lnTo>
                    <a:pt x="1695066" y="4688250"/>
                  </a:lnTo>
                  <a:lnTo>
                    <a:pt x="1695941" y="4688250"/>
                  </a:lnTo>
                  <a:lnTo>
                    <a:pt x="1696567" y="4688250"/>
                  </a:lnTo>
                  <a:lnTo>
                    <a:pt x="1696942" y="4688250"/>
                  </a:lnTo>
                  <a:lnTo>
                    <a:pt x="1698567" y="4688250"/>
                  </a:lnTo>
                  <a:lnTo>
                    <a:pt x="1698692" y="4688250"/>
                  </a:lnTo>
                  <a:lnTo>
                    <a:pt x="1699067" y="4688250"/>
                  </a:lnTo>
                  <a:lnTo>
                    <a:pt x="1699318" y="4688250"/>
                  </a:lnTo>
                  <a:lnTo>
                    <a:pt x="1701068" y="4688250"/>
                  </a:lnTo>
                  <a:lnTo>
                    <a:pt x="1701318" y="4688250"/>
                  </a:lnTo>
                  <a:lnTo>
                    <a:pt x="1701568" y="4688250"/>
                  </a:lnTo>
                  <a:lnTo>
                    <a:pt x="1701818" y="4678296"/>
                  </a:lnTo>
                  <a:lnTo>
                    <a:pt x="1702319" y="4678296"/>
                  </a:lnTo>
                  <a:lnTo>
                    <a:pt x="1703694" y="4678296"/>
                  </a:lnTo>
                  <a:lnTo>
                    <a:pt x="1704444" y="4678296"/>
                  </a:lnTo>
                  <a:lnTo>
                    <a:pt x="1704694" y="4678296"/>
                  </a:lnTo>
                  <a:lnTo>
                    <a:pt x="1705195" y="4678296"/>
                  </a:lnTo>
                  <a:lnTo>
                    <a:pt x="1706195" y="4678296"/>
                  </a:lnTo>
                  <a:lnTo>
                    <a:pt x="1706445" y="4678296"/>
                  </a:lnTo>
                  <a:lnTo>
                    <a:pt x="1706570" y="4678296"/>
                  </a:lnTo>
                  <a:lnTo>
                    <a:pt x="1707070" y="4678296"/>
                  </a:lnTo>
                  <a:lnTo>
                    <a:pt x="1707445" y="4678296"/>
                  </a:lnTo>
                  <a:lnTo>
                    <a:pt x="1707820" y="4678296"/>
                  </a:lnTo>
                  <a:lnTo>
                    <a:pt x="1707945" y="4678296"/>
                  </a:lnTo>
                  <a:lnTo>
                    <a:pt x="1709196" y="4678296"/>
                  </a:lnTo>
                  <a:lnTo>
                    <a:pt x="1709696" y="4678296"/>
                  </a:lnTo>
                  <a:lnTo>
                    <a:pt x="1710071" y="4678296"/>
                  </a:lnTo>
                  <a:lnTo>
                    <a:pt x="1710571" y="4678296"/>
                  </a:lnTo>
                  <a:lnTo>
                    <a:pt x="1711822" y="4678296"/>
                  </a:lnTo>
                  <a:lnTo>
                    <a:pt x="1712447" y="4678296"/>
                  </a:lnTo>
                  <a:lnTo>
                    <a:pt x="1712947" y="4678296"/>
                  </a:lnTo>
                  <a:lnTo>
                    <a:pt x="1713697" y="4678296"/>
                  </a:lnTo>
                  <a:lnTo>
                    <a:pt x="1714323" y="4678296"/>
                  </a:lnTo>
                  <a:lnTo>
                    <a:pt x="1715448" y="4678296"/>
                  </a:lnTo>
                  <a:lnTo>
                    <a:pt x="1716073" y="4678296"/>
                  </a:lnTo>
                  <a:lnTo>
                    <a:pt x="1716573" y="4678296"/>
                  </a:lnTo>
                  <a:lnTo>
                    <a:pt x="1717074" y="4678296"/>
                  </a:lnTo>
                  <a:lnTo>
                    <a:pt x="1717199" y="4678296"/>
                  </a:lnTo>
                  <a:lnTo>
                    <a:pt x="1717699" y="4678296"/>
                  </a:lnTo>
                  <a:lnTo>
                    <a:pt x="1718574" y="4678296"/>
                  </a:lnTo>
                  <a:lnTo>
                    <a:pt x="1719074" y="4678296"/>
                  </a:lnTo>
                  <a:lnTo>
                    <a:pt x="1719324" y="4678296"/>
                  </a:lnTo>
                  <a:lnTo>
                    <a:pt x="1720200" y="4678296"/>
                  </a:lnTo>
                  <a:lnTo>
                    <a:pt x="1721825" y="4678296"/>
                  </a:lnTo>
                  <a:lnTo>
                    <a:pt x="1722450" y="4678296"/>
                  </a:lnTo>
                  <a:lnTo>
                    <a:pt x="1722700" y="4678296"/>
                  </a:lnTo>
                  <a:lnTo>
                    <a:pt x="1723826" y="4678296"/>
                  </a:lnTo>
                  <a:lnTo>
                    <a:pt x="1724076" y="4678296"/>
                  </a:lnTo>
                  <a:lnTo>
                    <a:pt x="1724201" y="4678296"/>
                  </a:lnTo>
                  <a:lnTo>
                    <a:pt x="1724951" y="4678296"/>
                  </a:lnTo>
                  <a:lnTo>
                    <a:pt x="1725201" y="4678296"/>
                  </a:lnTo>
                  <a:lnTo>
                    <a:pt x="1725826" y="4678296"/>
                  </a:lnTo>
                  <a:lnTo>
                    <a:pt x="1725951" y="4678296"/>
                  </a:lnTo>
                  <a:lnTo>
                    <a:pt x="1726077" y="4678296"/>
                  </a:lnTo>
                  <a:lnTo>
                    <a:pt x="1726827" y="4678296"/>
                  </a:lnTo>
                  <a:lnTo>
                    <a:pt x="1727327" y="4678296"/>
                  </a:lnTo>
                  <a:lnTo>
                    <a:pt x="1728077" y="4678296"/>
                  </a:lnTo>
                  <a:lnTo>
                    <a:pt x="1728702" y="4678296"/>
                  </a:lnTo>
                  <a:lnTo>
                    <a:pt x="1730203" y="4668342"/>
                  </a:lnTo>
                  <a:lnTo>
                    <a:pt x="1731578" y="4668342"/>
                  </a:lnTo>
                  <a:lnTo>
                    <a:pt x="1731953" y="4668342"/>
                  </a:lnTo>
                  <a:lnTo>
                    <a:pt x="1732829" y="4668342"/>
                  </a:lnTo>
                  <a:lnTo>
                    <a:pt x="1732954" y="4668342"/>
                  </a:lnTo>
                  <a:lnTo>
                    <a:pt x="1734204" y="4658388"/>
                  </a:lnTo>
                  <a:lnTo>
                    <a:pt x="1734579" y="4658388"/>
                  </a:lnTo>
                  <a:lnTo>
                    <a:pt x="1735330" y="4658388"/>
                  </a:lnTo>
                  <a:lnTo>
                    <a:pt x="1735705" y="4658388"/>
                  </a:lnTo>
                  <a:lnTo>
                    <a:pt x="1737705" y="4648435"/>
                  </a:lnTo>
                  <a:lnTo>
                    <a:pt x="1737955" y="4648435"/>
                  </a:lnTo>
                  <a:lnTo>
                    <a:pt x="1738081" y="4648435"/>
                  </a:lnTo>
                  <a:lnTo>
                    <a:pt x="1738581" y="4648435"/>
                  </a:lnTo>
                  <a:lnTo>
                    <a:pt x="1740706" y="4648435"/>
                  </a:lnTo>
                  <a:lnTo>
                    <a:pt x="1741207" y="4648435"/>
                  </a:lnTo>
                  <a:lnTo>
                    <a:pt x="1741457" y="4648435"/>
                  </a:lnTo>
                  <a:lnTo>
                    <a:pt x="1741707" y="4648435"/>
                  </a:lnTo>
                  <a:lnTo>
                    <a:pt x="1742082" y="4648435"/>
                  </a:lnTo>
                  <a:lnTo>
                    <a:pt x="1742707" y="4648435"/>
                  </a:lnTo>
                  <a:lnTo>
                    <a:pt x="1743457" y="4648435"/>
                  </a:lnTo>
                  <a:lnTo>
                    <a:pt x="1744208" y="4648435"/>
                  </a:lnTo>
                  <a:lnTo>
                    <a:pt x="1744333" y="4648435"/>
                  </a:lnTo>
                  <a:lnTo>
                    <a:pt x="1744583" y="4648435"/>
                  </a:lnTo>
                  <a:lnTo>
                    <a:pt x="1745083" y="4648435"/>
                  </a:lnTo>
                  <a:lnTo>
                    <a:pt x="1745333" y="4648435"/>
                  </a:lnTo>
                  <a:lnTo>
                    <a:pt x="1746458" y="4648435"/>
                  </a:lnTo>
                  <a:lnTo>
                    <a:pt x="1747209" y="4648435"/>
                  </a:lnTo>
                  <a:lnTo>
                    <a:pt x="1748709" y="4648435"/>
                  </a:lnTo>
                  <a:lnTo>
                    <a:pt x="1749334" y="4648435"/>
                  </a:lnTo>
                  <a:lnTo>
                    <a:pt x="1749459" y="4648435"/>
                  </a:lnTo>
                  <a:lnTo>
                    <a:pt x="1750460" y="4648435"/>
                  </a:lnTo>
                  <a:lnTo>
                    <a:pt x="1751460" y="4648435"/>
                  </a:lnTo>
                  <a:lnTo>
                    <a:pt x="1751710" y="4648435"/>
                  </a:lnTo>
                  <a:lnTo>
                    <a:pt x="1752210" y="4648435"/>
                  </a:lnTo>
                  <a:lnTo>
                    <a:pt x="1752335" y="4648435"/>
                  </a:lnTo>
                  <a:lnTo>
                    <a:pt x="1752585" y="4648435"/>
                  </a:lnTo>
                  <a:lnTo>
                    <a:pt x="1753211" y="4648435"/>
                  </a:lnTo>
                  <a:lnTo>
                    <a:pt x="1754211" y="4648435"/>
                  </a:lnTo>
                  <a:lnTo>
                    <a:pt x="1754961" y="4648435"/>
                  </a:lnTo>
                  <a:lnTo>
                    <a:pt x="1755086" y="4648435"/>
                  </a:lnTo>
                  <a:lnTo>
                    <a:pt x="1755461" y="4648435"/>
                  </a:lnTo>
                  <a:lnTo>
                    <a:pt x="1755836" y="4648435"/>
                  </a:lnTo>
                  <a:lnTo>
                    <a:pt x="1756462" y="4638481"/>
                  </a:lnTo>
                  <a:lnTo>
                    <a:pt x="1756712" y="4638481"/>
                  </a:lnTo>
                  <a:lnTo>
                    <a:pt x="1757087" y="4638481"/>
                  </a:lnTo>
                  <a:lnTo>
                    <a:pt x="1757212" y="4638481"/>
                  </a:lnTo>
                  <a:lnTo>
                    <a:pt x="1757587" y="4638481"/>
                  </a:lnTo>
                  <a:lnTo>
                    <a:pt x="1757962" y="4638481"/>
                  </a:lnTo>
                  <a:lnTo>
                    <a:pt x="1758587" y="4638481"/>
                  </a:lnTo>
                  <a:lnTo>
                    <a:pt x="1758837" y="4638481"/>
                  </a:lnTo>
                  <a:lnTo>
                    <a:pt x="1759963" y="4638481"/>
                  </a:lnTo>
                  <a:lnTo>
                    <a:pt x="1760588" y="4638481"/>
                  </a:lnTo>
                  <a:lnTo>
                    <a:pt x="1760963" y="4638481"/>
                  </a:lnTo>
                  <a:lnTo>
                    <a:pt x="1761463" y="4638481"/>
                  </a:lnTo>
                  <a:lnTo>
                    <a:pt x="1762339" y="4638481"/>
                  </a:lnTo>
                  <a:lnTo>
                    <a:pt x="1763839" y="4638481"/>
                  </a:lnTo>
                  <a:lnTo>
                    <a:pt x="1765590" y="4638481"/>
                  </a:lnTo>
                  <a:lnTo>
                    <a:pt x="1766090" y="4638481"/>
                  </a:lnTo>
                  <a:lnTo>
                    <a:pt x="1767840" y="4638481"/>
                  </a:lnTo>
                  <a:lnTo>
                    <a:pt x="1768466" y="4638481"/>
                  </a:lnTo>
                  <a:lnTo>
                    <a:pt x="1768716" y="4638481"/>
                  </a:lnTo>
                  <a:lnTo>
                    <a:pt x="1768841" y="4638481"/>
                  </a:lnTo>
                  <a:lnTo>
                    <a:pt x="1769841" y="4638481"/>
                  </a:lnTo>
                  <a:lnTo>
                    <a:pt x="1770341" y="4638481"/>
                  </a:lnTo>
                  <a:lnTo>
                    <a:pt x="1770716" y="4638481"/>
                  </a:lnTo>
                  <a:lnTo>
                    <a:pt x="1771092" y="4638481"/>
                  </a:lnTo>
                  <a:lnTo>
                    <a:pt x="1773342" y="4618573"/>
                  </a:lnTo>
                  <a:lnTo>
                    <a:pt x="1773467" y="4618573"/>
                  </a:lnTo>
                  <a:lnTo>
                    <a:pt x="1773717" y="4618573"/>
                  </a:lnTo>
                  <a:lnTo>
                    <a:pt x="1773968" y="4618573"/>
                  </a:lnTo>
                  <a:lnTo>
                    <a:pt x="1774343" y="4618573"/>
                  </a:lnTo>
                  <a:lnTo>
                    <a:pt x="1774843" y="4618573"/>
                  </a:lnTo>
                  <a:lnTo>
                    <a:pt x="1775218" y="4618573"/>
                  </a:lnTo>
                  <a:lnTo>
                    <a:pt x="1775968" y="4618573"/>
                  </a:lnTo>
                  <a:lnTo>
                    <a:pt x="1776093" y="4618573"/>
                  </a:lnTo>
                  <a:lnTo>
                    <a:pt x="1776593" y="4618573"/>
                  </a:lnTo>
                  <a:lnTo>
                    <a:pt x="1776843" y="4618573"/>
                  </a:lnTo>
                  <a:lnTo>
                    <a:pt x="1778344" y="4618573"/>
                  </a:lnTo>
                  <a:lnTo>
                    <a:pt x="1778469" y="4618573"/>
                  </a:lnTo>
                  <a:lnTo>
                    <a:pt x="1779469" y="4618573"/>
                  </a:lnTo>
                  <a:lnTo>
                    <a:pt x="1779594" y="4618573"/>
                  </a:lnTo>
                  <a:lnTo>
                    <a:pt x="1780095" y="4618573"/>
                  </a:lnTo>
                  <a:lnTo>
                    <a:pt x="1780970" y="4618573"/>
                  </a:lnTo>
                  <a:lnTo>
                    <a:pt x="1782470" y="4618573"/>
                  </a:lnTo>
                  <a:lnTo>
                    <a:pt x="1783096" y="4618573"/>
                  </a:lnTo>
                  <a:lnTo>
                    <a:pt x="1783846" y="4608619"/>
                  </a:lnTo>
                  <a:lnTo>
                    <a:pt x="1784846" y="4608619"/>
                  </a:lnTo>
                  <a:lnTo>
                    <a:pt x="1785346" y="4608619"/>
                  </a:lnTo>
                  <a:lnTo>
                    <a:pt x="1785972" y="4608619"/>
                  </a:lnTo>
                  <a:lnTo>
                    <a:pt x="1786097" y="4608619"/>
                  </a:lnTo>
                  <a:lnTo>
                    <a:pt x="1787097" y="4608619"/>
                  </a:lnTo>
                  <a:lnTo>
                    <a:pt x="1788597" y="4608619"/>
                  </a:lnTo>
                  <a:lnTo>
                    <a:pt x="1788848" y="4608619"/>
                  </a:lnTo>
                  <a:lnTo>
                    <a:pt x="1788973" y="4608619"/>
                  </a:lnTo>
                  <a:lnTo>
                    <a:pt x="1789223" y="4608619"/>
                  </a:lnTo>
                  <a:lnTo>
                    <a:pt x="1789348" y="4608619"/>
                  </a:lnTo>
                  <a:lnTo>
                    <a:pt x="1789848" y="4608619"/>
                  </a:lnTo>
                  <a:lnTo>
                    <a:pt x="1789973" y="4608619"/>
                  </a:lnTo>
                  <a:lnTo>
                    <a:pt x="1790973" y="4608619"/>
                  </a:lnTo>
                  <a:lnTo>
                    <a:pt x="1791974" y="4608619"/>
                  </a:lnTo>
                  <a:lnTo>
                    <a:pt x="1792349" y="4608619"/>
                  </a:lnTo>
                  <a:lnTo>
                    <a:pt x="1792724" y="4608619"/>
                  </a:lnTo>
                  <a:lnTo>
                    <a:pt x="1793474" y="4598666"/>
                  </a:lnTo>
                  <a:lnTo>
                    <a:pt x="1794224" y="4598666"/>
                  </a:lnTo>
                  <a:lnTo>
                    <a:pt x="1795850" y="4598666"/>
                  </a:lnTo>
                  <a:lnTo>
                    <a:pt x="1796225" y="4598666"/>
                  </a:lnTo>
                  <a:lnTo>
                    <a:pt x="1796350" y="4598666"/>
                  </a:lnTo>
                  <a:lnTo>
                    <a:pt x="1796475" y="4598666"/>
                  </a:lnTo>
                  <a:lnTo>
                    <a:pt x="1796600" y="4598666"/>
                  </a:lnTo>
                  <a:lnTo>
                    <a:pt x="1797976" y="4598666"/>
                  </a:lnTo>
                  <a:lnTo>
                    <a:pt x="1798476" y="4598666"/>
                  </a:lnTo>
                  <a:lnTo>
                    <a:pt x="1798851" y="4598666"/>
                  </a:lnTo>
                  <a:lnTo>
                    <a:pt x="1799101" y="4598666"/>
                  </a:lnTo>
                  <a:lnTo>
                    <a:pt x="1799851" y="4598666"/>
                  </a:lnTo>
                  <a:lnTo>
                    <a:pt x="1802102" y="4598666"/>
                  </a:lnTo>
                  <a:lnTo>
                    <a:pt x="1802227" y="4598666"/>
                  </a:lnTo>
                  <a:lnTo>
                    <a:pt x="1803853" y="4598666"/>
                  </a:lnTo>
                  <a:lnTo>
                    <a:pt x="1804228" y="4598666"/>
                  </a:lnTo>
                  <a:lnTo>
                    <a:pt x="1804978" y="4598666"/>
                  </a:lnTo>
                  <a:lnTo>
                    <a:pt x="1805228" y="4598666"/>
                  </a:lnTo>
                  <a:lnTo>
                    <a:pt x="1806854" y="4598666"/>
                  </a:lnTo>
                  <a:lnTo>
                    <a:pt x="1807104" y="4598666"/>
                  </a:lnTo>
                  <a:lnTo>
                    <a:pt x="1807479" y="4598666"/>
                  </a:lnTo>
                  <a:lnTo>
                    <a:pt x="1807854" y="4598666"/>
                  </a:lnTo>
                  <a:lnTo>
                    <a:pt x="1810980" y="4598666"/>
                  </a:lnTo>
                  <a:lnTo>
                    <a:pt x="1811855" y="4598666"/>
                  </a:lnTo>
                  <a:lnTo>
                    <a:pt x="1812355" y="4598666"/>
                  </a:lnTo>
                  <a:lnTo>
                    <a:pt x="1812480" y="4598666"/>
                  </a:lnTo>
                  <a:lnTo>
                    <a:pt x="1813731" y="4598666"/>
                  </a:lnTo>
                  <a:lnTo>
                    <a:pt x="1814731" y="4598666"/>
                  </a:lnTo>
                  <a:lnTo>
                    <a:pt x="1815106" y="4598666"/>
                  </a:lnTo>
                  <a:lnTo>
                    <a:pt x="1815731" y="4598666"/>
                  </a:lnTo>
                  <a:lnTo>
                    <a:pt x="1816232" y="4598666"/>
                  </a:lnTo>
                  <a:lnTo>
                    <a:pt x="1817857" y="4598666"/>
                  </a:lnTo>
                  <a:lnTo>
                    <a:pt x="1818732" y="4598666"/>
                  </a:lnTo>
                  <a:lnTo>
                    <a:pt x="1818983" y="4598666"/>
                  </a:lnTo>
                  <a:lnTo>
                    <a:pt x="1819483" y="4588712"/>
                  </a:lnTo>
                  <a:lnTo>
                    <a:pt x="1819733" y="4588712"/>
                  </a:lnTo>
                  <a:lnTo>
                    <a:pt x="1819858" y="4588712"/>
                  </a:lnTo>
                  <a:lnTo>
                    <a:pt x="1821108" y="4578758"/>
                  </a:lnTo>
                  <a:lnTo>
                    <a:pt x="1822359" y="4578758"/>
                  </a:lnTo>
                  <a:lnTo>
                    <a:pt x="1822484" y="4578758"/>
                  </a:lnTo>
                  <a:lnTo>
                    <a:pt x="1823109" y="4578758"/>
                  </a:lnTo>
                  <a:lnTo>
                    <a:pt x="1824109" y="4578758"/>
                  </a:lnTo>
                  <a:lnTo>
                    <a:pt x="1824609" y="4578758"/>
                  </a:lnTo>
                  <a:lnTo>
                    <a:pt x="1825235" y="4578758"/>
                  </a:lnTo>
                  <a:lnTo>
                    <a:pt x="1825610" y="4578758"/>
                  </a:lnTo>
                  <a:lnTo>
                    <a:pt x="1826860" y="4578758"/>
                  </a:lnTo>
                  <a:lnTo>
                    <a:pt x="1827485" y="4578758"/>
                  </a:lnTo>
                  <a:lnTo>
                    <a:pt x="1827736" y="4578758"/>
                  </a:lnTo>
                  <a:lnTo>
                    <a:pt x="1828486" y="4578758"/>
                  </a:lnTo>
                  <a:lnTo>
                    <a:pt x="1829611" y="4568804"/>
                  </a:lnTo>
                  <a:lnTo>
                    <a:pt x="1829736" y="4568804"/>
                  </a:lnTo>
                  <a:lnTo>
                    <a:pt x="1830737" y="4568804"/>
                  </a:lnTo>
                  <a:lnTo>
                    <a:pt x="1831112" y="4568804"/>
                  </a:lnTo>
                  <a:lnTo>
                    <a:pt x="1831612" y="4568804"/>
                  </a:lnTo>
                  <a:lnTo>
                    <a:pt x="1831737" y="4568804"/>
                  </a:lnTo>
                  <a:lnTo>
                    <a:pt x="1832112" y="4568804"/>
                  </a:lnTo>
                  <a:lnTo>
                    <a:pt x="1832862" y="4568804"/>
                  </a:lnTo>
                  <a:lnTo>
                    <a:pt x="1833237" y="4568804"/>
                  </a:lnTo>
                  <a:lnTo>
                    <a:pt x="1833863" y="4568804"/>
                  </a:lnTo>
                  <a:lnTo>
                    <a:pt x="1834363" y="4568804"/>
                  </a:lnTo>
                  <a:lnTo>
                    <a:pt x="1834613" y="4568804"/>
                  </a:lnTo>
                  <a:lnTo>
                    <a:pt x="1834863" y="4568804"/>
                  </a:lnTo>
                  <a:lnTo>
                    <a:pt x="1834988" y="4568804"/>
                  </a:lnTo>
                  <a:lnTo>
                    <a:pt x="1835363" y="4568804"/>
                  </a:lnTo>
                  <a:lnTo>
                    <a:pt x="1836363" y="4558850"/>
                  </a:lnTo>
                  <a:lnTo>
                    <a:pt x="1836864" y="4558850"/>
                  </a:lnTo>
                  <a:lnTo>
                    <a:pt x="1837614" y="4558850"/>
                  </a:lnTo>
                  <a:lnTo>
                    <a:pt x="1838239" y="4558850"/>
                  </a:lnTo>
                  <a:lnTo>
                    <a:pt x="1839364" y="4558850"/>
                  </a:lnTo>
                  <a:lnTo>
                    <a:pt x="1839614" y="4558850"/>
                  </a:lnTo>
                  <a:lnTo>
                    <a:pt x="1841240" y="4558850"/>
                  </a:lnTo>
                  <a:lnTo>
                    <a:pt x="1843241" y="4558850"/>
                  </a:lnTo>
                  <a:lnTo>
                    <a:pt x="1844366" y="4558850"/>
                  </a:lnTo>
                  <a:lnTo>
                    <a:pt x="1846617" y="4558850"/>
                  </a:lnTo>
                  <a:lnTo>
                    <a:pt x="1847117" y="4558850"/>
                  </a:lnTo>
                  <a:lnTo>
                    <a:pt x="1847617" y="4558850"/>
                  </a:lnTo>
                  <a:lnTo>
                    <a:pt x="1848617" y="4558850"/>
                  </a:lnTo>
                  <a:lnTo>
                    <a:pt x="1848868" y="4558850"/>
                  </a:lnTo>
                  <a:lnTo>
                    <a:pt x="1850618" y="4558850"/>
                  </a:lnTo>
                  <a:lnTo>
                    <a:pt x="1851368" y="4548896"/>
                  </a:lnTo>
                  <a:lnTo>
                    <a:pt x="1851869" y="4548896"/>
                  </a:lnTo>
                  <a:lnTo>
                    <a:pt x="1852244" y="4548896"/>
                  </a:lnTo>
                  <a:lnTo>
                    <a:pt x="1852494" y="4548896"/>
                  </a:lnTo>
                  <a:lnTo>
                    <a:pt x="1853369" y="4548896"/>
                  </a:lnTo>
                  <a:lnTo>
                    <a:pt x="1853494" y="4548896"/>
                  </a:lnTo>
                  <a:lnTo>
                    <a:pt x="1853619" y="4548896"/>
                  </a:lnTo>
                  <a:lnTo>
                    <a:pt x="1855245" y="4548896"/>
                  </a:lnTo>
                  <a:lnTo>
                    <a:pt x="1855495" y="4548896"/>
                  </a:lnTo>
                  <a:lnTo>
                    <a:pt x="1855745" y="4548896"/>
                  </a:lnTo>
                  <a:lnTo>
                    <a:pt x="1856120" y="4548896"/>
                  </a:lnTo>
                  <a:lnTo>
                    <a:pt x="1856620" y="4548896"/>
                  </a:lnTo>
                  <a:lnTo>
                    <a:pt x="1856870" y="4548896"/>
                  </a:lnTo>
                  <a:lnTo>
                    <a:pt x="1859246" y="4548896"/>
                  </a:lnTo>
                  <a:lnTo>
                    <a:pt x="1859496" y="4548896"/>
                  </a:lnTo>
                  <a:lnTo>
                    <a:pt x="1859621" y="4548896"/>
                  </a:lnTo>
                  <a:lnTo>
                    <a:pt x="1860121" y="4548896"/>
                  </a:lnTo>
                  <a:lnTo>
                    <a:pt x="1860997" y="4548896"/>
                  </a:lnTo>
                  <a:lnTo>
                    <a:pt x="1862122" y="4548896"/>
                  </a:lnTo>
                  <a:lnTo>
                    <a:pt x="1863497" y="4548896"/>
                  </a:lnTo>
                  <a:lnTo>
                    <a:pt x="1863998" y="4548896"/>
                  </a:lnTo>
                  <a:lnTo>
                    <a:pt x="1864748" y="4548896"/>
                  </a:lnTo>
                  <a:lnTo>
                    <a:pt x="1864998" y="4548896"/>
                  </a:lnTo>
                  <a:lnTo>
                    <a:pt x="1865498" y="4548896"/>
                  </a:lnTo>
                  <a:lnTo>
                    <a:pt x="1865623" y="4548896"/>
                  </a:lnTo>
                  <a:lnTo>
                    <a:pt x="1865748" y="4548896"/>
                  </a:lnTo>
                  <a:lnTo>
                    <a:pt x="1866624" y="4548896"/>
                  </a:lnTo>
                  <a:lnTo>
                    <a:pt x="1867124" y="4548896"/>
                  </a:lnTo>
                  <a:lnTo>
                    <a:pt x="1867874" y="4548896"/>
                  </a:lnTo>
                  <a:lnTo>
                    <a:pt x="1867999" y="4548896"/>
                  </a:lnTo>
                  <a:lnTo>
                    <a:pt x="1868749" y="4548896"/>
                  </a:lnTo>
                  <a:lnTo>
                    <a:pt x="1869124" y="4548896"/>
                  </a:lnTo>
                  <a:lnTo>
                    <a:pt x="1869499" y="4548896"/>
                  </a:lnTo>
                  <a:lnTo>
                    <a:pt x="1870125" y="4548896"/>
                  </a:lnTo>
                  <a:lnTo>
                    <a:pt x="1870500" y="4548896"/>
                  </a:lnTo>
                  <a:lnTo>
                    <a:pt x="1871500" y="4548896"/>
                  </a:lnTo>
                  <a:lnTo>
                    <a:pt x="1871750" y="4548896"/>
                  </a:lnTo>
                  <a:lnTo>
                    <a:pt x="1871875" y="4548896"/>
                  </a:lnTo>
                  <a:lnTo>
                    <a:pt x="1872375" y="4548896"/>
                  </a:lnTo>
                  <a:lnTo>
                    <a:pt x="1873751" y="4548896"/>
                  </a:lnTo>
                  <a:lnTo>
                    <a:pt x="1874126" y="4548896"/>
                  </a:lnTo>
                  <a:lnTo>
                    <a:pt x="1874251" y="4548896"/>
                  </a:lnTo>
                  <a:lnTo>
                    <a:pt x="1874751" y="4548896"/>
                  </a:lnTo>
                  <a:lnTo>
                    <a:pt x="1875001" y="4548896"/>
                  </a:lnTo>
                  <a:lnTo>
                    <a:pt x="1875126" y="4548896"/>
                  </a:lnTo>
                  <a:lnTo>
                    <a:pt x="1875752" y="4548896"/>
                  </a:lnTo>
                  <a:lnTo>
                    <a:pt x="1876252" y="4548896"/>
                  </a:lnTo>
                  <a:lnTo>
                    <a:pt x="1877252" y="4548896"/>
                  </a:lnTo>
                  <a:lnTo>
                    <a:pt x="1877377" y="4548896"/>
                  </a:lnTo>
                  <a:lnTo>
                    <a:pt x="1878878" y="4548896"/>
                  </a:lnTo>
                  <a:lnTo>
                    <a:pt x="1879378" y="4548896"/>
                  </a:lnTo>
                  <a:lnTo>
                    <a:pt x="1880253" y="4548896"/>
                  </a:lnTo>
                  <a:lnTo>
                    <a:pt x="1880378" y="4548896"/>
                  </a:lnTo>
                  <a:lnTo>
                    <a:pt x="1882629" y="4548896"/>
                  </a:lnTo>
                  <a:lnTo>
                    <a:pt x="1883879" y="4548896"/>
                  </a:lnTo>
                  <a:lnTo>
                    <a:pt x="1884129" y="4548896"/>
                  </a:lnTo>
                  <a:lnTo>
                    <a:pt x="1884755" y="4548896"/>
                  </a:lnTo>
                  <a:lnTo>
                    <a:pt x="1885255" y="4548896"/>
                  </a:lnTo>
                  <a:lnTo>
                    <a:pt x="1887005" y="4548896"/>
                  </a:lnTo>
                  <a:lnTo>
                    <a:pt x="1887756" y="4548896"/>
                  </a:lnTo>
                  <a:lnTo>
                    <a:pt x="1887881" y="4548896"/>
                  </a:lnTo>
                  <a:lnTo>
                    <a:pt x="1888756" y="4548896"/>
                  </a:lnTo>
                  <a:lnTo>
                    <a:pt x="1889256" y="4548896"/>
                  </a:lnTo>
                  <a:lnTo>
                    <a:pt x="1891632" y="4538943"/>
                  </a:lnTo>
                  <a:lnTo>
                    <a:pt x="1892132" y="4538943"/>
                  </a:lnTo>
                  <a:lnTo>
                    <a:pt x="1892257" y="4538943"/>
                  </a:lnTo>
                  <a:lnTo>
                    <a:pt x="1892382" y="4538943"/>
                  </a:lnTo>
                  <a:lnTo>
                    <a:pt x="1892757" y="4538943"/>
                  </a:lnTo>
                  <a:lnTo>
                    <a:pt x="1894258" y="4538943"/>
                  </a:lnTo>
                  <a:lnTo>
                    <a:pt x="1894633" y="4538943"/>
                  </a:lnTo>
                  <a:lnTo>
                    <a:pt x="1895508" y="4528989"/>
                  </a:lnTo>
                  <a:lnTo>
                    <a:pt x="1896008" y="4528989"/>
                  </a:lnTo>
                  <a:lnTo>
                    <a:pt x="1897009" y="4528989"/>
                  </a:lnTo>
                  <a:lnTo>
                    <a:pt x="1897509" y="4528989"/>
                  </a:lnTo>
                  <a:lnTo>
                    <a:pt x="1898009" y="4528989"/>
                  </a:lnTo>
                  <a:lnTo>
                    <a:pt x="1898634" y="4528989"/>
                  </a:lnTo>
                  <a:lnTo>
                    <a:pt x="1899635" y="4528989"/>
                  </a:lnTo>
                  <a:lnTo>
                    <a:pt x="1901260" y="4528989"/>
                  </a:lnTo>
                  <a:lnTo>
                    <a:pt x="1902260" y="4528989"/>
                  </a:lnTo>
                  <a:lnTo>
                    <a:pt x="1902511" y="4528989"/>
                  </a:lnTo>
                  <a:lnTo>
                    <a:pt x="1903261" y="4528989"/>
                  </a:lnTo>
                  <a:lnTo>
                    <a:pt x="1903511" y="4528989"/>
                  </a:lnTo>
                  <a:lnTo>
                    <a:pt x="1903886" y="4528989"/>
                  </a:lnTo>
                  <a:lnTo>
                    <a:pt x="1904386" y="4528989"/>
                  </a:lnTo>
                  <a:lnTo>
                    <a:pt x="1905637" y="4528989"/>
                  </a:lnTo>
                  <a:lnTo>
                    <a:pt x="1906637" y="4528989"/>
                  </a:lnTo>
                  <a:lnTo>
                    <a:pt x="1907512" y="4528989"/>
                  </a:lnTo>
                  <a:lnTo>
                    <a:pt x="1907762" y="4528989"/>
                  </a:lnTo>
                  <a:lnTo>
                    <a:pt x="1907887" y="4528989"/>
                  </a:lnTo>
                  <a:lnTo>
                    <a:pt x="1909263" y="4528989"/>
                  </a:lnTo>
                  <a:lnTo>
                    <a:pt x="1909638" y="4528989"/>
                  </a:lnTo>
                  <a:lnTo>
                    <a:pt x="1909763" y="4528989"/>
                  </a:lnTo>
                  <a:lnTo>
                    <a:pt x="1910513" y="4528989"/>
                  </a:lnTo>
                  <a:lnTo>
                    <a:pt x="1910888" y="4528989"/>
                  </a:lnTo>
                  <a:lnTo>
                    <a:pt x="1911013" y="4528989"/>
                  </a:lnTo>
                  <a:lnTo>
                    <a:pt x="1911138" y="4528989"/>
                  </a:lnTo>
                  <a:lnTo>
                    <a:pt x="1911388" y="4528989"/>
                  </a:lnTo>
                  <a:lnTo>
                    <a:pt x="1913014" y="4519035"/>
                  </a:lnTo>
                  <a:lnTo>
                    <a:pt x="1913264" y="4519035"/>
                  </a:lnTo>
                  <a:lnTo>
                    <a:pt x="1914014" y="4519035"/>
                  </a:lnTo>
                  <a:lnTo>
                    <a:pt x="1914264" y="4519035"/>
                  </a:lnTo>
                  <a:lnTo>
                    <a:pt x="1914765" y="4519035"/>
                  </a:lnTo>
                  <a:lnTo>
                    <a:pt x="1916015" y="4519035"/>
                  </a:lnTo>
                  <a:lnTo>
                    <a:pt x="1916390" y="4519035"/>
                  </a:lnTo>
                  <a:lnTo>
                    <a:pt x="1918016" y="4519035"/>
                  </a:lnTo>
                  <a:lnTo>
                    <a:pt x="1918516" y="4519035"/>
                  </a:lnTo>
                  <a:lnTo>
                    <a:pt x="1920767" y="4519035"/>
                  </a:lnTo>
                  <a:lnTo>
                    <a:pt x="1922892" y="4519035"/>
                  </a:lnTo>
                  <a:lnTo>
                    <a:pt x="1923768" y="4519035"/>
                  </a:lnTo>
                  <a:lnTo>
                    <a:pt x="1924143" y="4519035"/>
                  </a:lnTo>
                  <a:lnTo>
                    <a:pt x="1924268" y="4519035"/>
                  </a:lnTo>
                  <a:lnTo>
                    <a:pt x="1926018" y="4519035"/>
                  </a:lnTo>
                  <a:lnTo>
                    <a:pt x="1926393" y="4519035"/>
                  </a:lnTo>
                  <a:lnTo>
                    <a:pt x="1926769" y="4519035"/>
                  </a:lnTo>
                  <a:lnTo>
                    <a:pt x="1928019" y="4519035"/>
                  </a:lnTo>
                  <a:lnTo>
                    <a:pt x="1929269" y="4519035"/>
                  </a:lnTo>
                  <a:lnTo>
                    <a:pt x="1930020" y="4519035"/>
                  </a:lnTo>
                  <a:lnTo>
                    <a:pt x="1930145" y="4519035"/>
                  </a:lnTo>
                  <a:lnTo>
                    <a:pt x="1930270" y="4519035"/>
                  </a:lnTo>
                  <a:lnTo>
                    <a:pt x="1930395" y="4519035"/>
                  </a:lnTo>
                  <a:lnTo>
                    <a:pt x="1931020" y="4519035"/>
                  </a:lnTo>
                  <a:lnTo>
                    <a:pt x="1932521" y="4519035"/>
                  </a:lnTo>
                  <a:lnTo>
                    <a:pt x="1932896" y="4519035"/>
                  </a:lnTo>
                  <a:lnTo>
                    <a:pt x="1933146" y="4519035"/>
                  </a:lnTo>
                  <a:lnTo>
                    <a:pt x="1933771" y="4519035"/>
                  </a:lnTo>
                  <a:lnTo>
                    <a:pt x="1933896" y="4519035"/>
                  </a:lnTo>
                  <a:lnTo>
                    <a:pt x="1935647" y="4519035"/>
                  </a:lnTo>
                  <a:lnTo>
                    <a:pt x="1936022" y="4509081"/>
                  </a:lnTo>
                  <a:lnTo>
                    <a:pt x="1937022" y="4509081"/>
                  </a:lnTo>
                  <a:lnTo>
                    <a:pt x="1937272" y="4509081"/>
                  </a:lnTo>
                  <a:lnTo>
                    <a:pt x="1937397" y="4509081"/>
                  </a:lnTo>
                  <a:lnTo>
                    <a:pt x="1938523" y="4509081"/>
                  </a:lnTo>
                  <a:lnTo>
                    <a:pt x="1938773" y="4509081"/>
                  </a:lnTo>
                  <a:lnTo>
                    <a:pt x="1939648" y="4509081"/>
                  </a:lnTo>
                  <a:lnTo>
                    <a:pt x="1940148" y="4509081"/>
                  </a:lnTo>
                  <a:lnTo>
                    <a:pt x="1941649" y="4509081"/>
                  </a:lnTo>
                  <a:lnTo>
                    <a:pt x="1942399" y="4509081"/>
                  </a:lnTo>
                  <a:lnTo>
                    <a:pt x="1942899" y="4509081"/>
                  </a:lnTo>
                  <a:lnTo>
                    <a:pt x="1944274" y="4509081"/>
                  </a:lnTo>
                  <a:lnTo>
                    <a:pt x="1944525" y="4499127"/>
                  </a:lnTo>
                  <a:lnTo>
                    <a:pt x="1945650" y="4499127"/>
                  </a:lnTo>
                  <a:lnTo>
                    <a:pt x="1946525" y="4489174"/>
                  </a:lnTo>
                  <a:lnTo>
                    <a:pt x="1946900" y="4489174"/>
                  </a:lnTo>
                  <a:lnTo>
                    <a:pt x="1947401" y="4489174"/>
                  </a:lnTo>
                  <a:lnTo>
                    <a:pt x="1948151" y="4489174"/>
                  </a:lnTo>
                  <a:lnTo>
                    <a:pt x="1948401" y="4489174"/>
                  </a:lnTo>
                  <a:lnTo>
                    <a:pt x="1949151" y="4489174"/>
                  </a:lnTo>
                  <a:lnTo>
                    <a:pt x="1949401" y="4489174"/>
                  </a:lnTo>
                  <a:lnTo>
                    <a:pt x="1951277" y="4489174"/>
                  </a:lnTo>
                  <a:lnTo>
                    <a:pt x="1951652" y="4489174"/>
                  </a:lnTo>
                  <a:lnTo>
                    <a:pt x="1952277" y="4489174"/>
                  </a:lnTo>
                  <a:lnTo>
                    <a:pt x="1952652" y="4489174"/>
                  </a:lnTo>
                  <a:lnTo>
                    <a:pt x="1953277" y="4489174"/>
                  </a:lnTo>
                  <a:lnTo>
                    <a:pt x="1954278" y="4489174"/>
                  </a:lnTo>
                  <a:lnTo>
                    <a:pt x="1955028" y="4489174"/>
                  </a:lnTo>
                  <a:lnTo>
                    <a:pt x="1955278" y="4489174"/>
                  </a:lnTo>
                  <a:lnTo>
                    <a:pt x="1955653" y="4489174"/>
                  </a:lnTo>
                  <a:lnTo>
                    <a:pt x="1956654" y="4489174"/>
                  </a:lnTo>
                  <a:lnTo>
                    <a:pt x="1957154" y="4489174"/>
                  </a:lnTo>
                  <a:lnTo>
                    <a:pt x="1958404" y="4489174"/>
                  </a:lnTo>
                  <a:lnTo>
                    <a:pt x="1960030" y="4489174"/>
                  </a:lnTo>
                  <a:lnTo>
                    <a:pt x="1961155" y="4489174"/>
                  </a:lnTo>
                  <a:lnTo>
                    <a:pt x="1963156" y="4489174"/>
                  </a:lnTo>
                  <a:lnTo>
                    <a:pt x="1964531" y="4489174"/>
                  </a:lnTo>
                  <a:lnTo>
                    <a:pt x="1964656" y="4489174"/>
                  </a:lnTo>
                  <a:lnTo>
                    <a:pt x="1965156" y="4489174"/>
                  </a:lnTo>
                  <a:lnTo>
                    <a:pt x="1965907" y="4489174"/>
                  </a:lnTo>
                  <a:lnTo>
                    <a:pt x="1966782" y="4489174"/>
                  </a:lnTo>
                  <a:lnTo>
                    <a:pt x="1968783" y="4489174"/>
                  </a:lnTo>
                  <a:lnTo>
                    <a:pt x="1969783" y="4489174"/>
                  </a:lnTo>
                  <a:lnTo>
                    <a:pt x="1969908" y="4489174"/>
                  </a:lnTo>
                  <a:lnTo>
                    <a:pt x="1970158" y="4489174"/>
                  </a:lnTo>
                  <a:lnTo>
                    <a:pt x="1971909" y="4489174"/>
                  </a:lnTo>
                  <a:lnTo>
                    <a:pt x="1972534" y="4489174"/>
                  </a:lnTo>
                  <a:lnTo>
                    <a:pt x="1972909" y="4489174"/>
                  </a:lnTo>
                  <a:lnTo>
                    <a:pt x="1973034" y="4489174"/>
                  </a:lnTo>
                  <a:lnTo>
                    <a:pt x="1973784" y="4489174"/>
                  </a:lnTo>
                  <a:lnTo>
                    <a:pt x="1973909" y="4489174"/>
                  </a:lnTo>
                  <a:lnTo>
                    <a:pt x="1975660" y="4489174"/>
                  </a:lnTo>
                  <a:lnTo>
                    <a:pt x="1975910" y="4479220"/>
                  </a:lnTo>
                  <a:lnTo>
                    <a:pt x="1976035" y="4479220"/>
                  </a:lnTo>
                  <a:lnTo>
                    <a:pt x="1976535" y="4479220"/>
                  </a:lnTo>
                  <a:lnTo>
                    <a:pt x="1977285" y="4479220"/>
                  </a:lnTo>
                  <a:lnTo>
                    <a:pt x="1977661" y="4479220"/>
                  </a:lnTo>
                  <a:lnTo>
                    <a:pt x="1978661" y="4479220"/>
                  </a:lnTo>
                  <a:lnTo>
                    <a:pt x="1979161" y="4479220"/>
                  </a:lnTo>
                  <a:lnTo>
                    <a:pt x="1979786" y="4479220"/>
                  </a:lnTo>
                  <a:lnTo>
                    <a:pt x="1979911" y="4479220"/>
                  </a:lnTo>
                  <a:lnTo>
                    <a:pt x="1981162" y="4479220"/>
                  </a:lnTo>
                  <a:lnTo>
                    <a:pt x="1981287" y="4479220"/>
                  </a:lnTo>
                  <a:lnTo>
                    <a:pt x="1982537" y="4479220"/>
                  </a:lnTo>
                  <a:lnTo>
                    <a:pt x="1983538" y="4479220"/>
                  </a:lnTo>
                  <a:lnTo>
                    <a:pt x="1984038" y="4479220"/>
                  </a:lnTo>
                  <a:lnTo>
                    <a:pt x="1986289" y="4479220"/>
                  </a:lnTo>
                  <a:lnTo>
                    <a:pt x="1986414" y="4479220"/>
                  </a:lnTo>
                  <a:lnTo>
                    <a:pt x="1987289" y="4479220"/>
                  </a:lnTo>
                  <a:lnTo>
                    <a:pt x="1988039" y="4479220"/>
                  </a:lnTo>
                  <a:lnTo>
                    <a:pt x="1988289" y="4479220"/>
                  </a:lnTo>
                  <a:lnTo>
                    <a:pt x="1988664" y="4479220"/>
                  </a:lnTo>
                  <a:lnTo>
                    <a:pt x="1989665" y="4479220"/>
                  </a:lnTo>
                  <a:lnTo>
                    <a:pt x="1989915" y="4479220"/>
                  </a:lnTo>
                  <a:lnTo>
                    <a:pt x="1990540" y="4479220"/>
                  </a:lnTo>
                  <a:lnTo>
                    <a:pt x="1992791" y="4479220"/>
                  </a:lnTo>
                  <a:lnTo>
                    <a:pt x="1993166" y="4479220"/>
                  </a:lnTo>
                  <a:lnTo>
                    <a:pt x="1993666" y="4479220"/>
                  </a:lnTo>
                  <a:lnTo>
                    <a:pt x="1994166" y="4479220"/>
                  </a:lnTo>
                  <a:lnTo>
                    <a:pt x="1994541" y="4479220"/>
                  </a:lnTo>
                  <a:lnTo>
                    <a:pt x="1995667" y="4469266"/>
                  </a:lnTo>
                  <a:lnTo>
                    <a:pt x="1995917" y="4469266"/>
                  </a:lnTo>
                  <a:lnTo>
                    <a:pt x="1996792" y="4469266"/>
                  </a:lnTo>
                  <a:lnTo>
                    <a:pt x="1996917" y="4469266"/>
                  </a:lnTo>
                  <a:lnTo>
                    <a:pt x="1997917" y="4469266"/>
                  </a:lnTo>
                  <a:lnTo>
                    <a:pt x="1998042" y="4469266"/>
                  </a:lnTo>
                  <a:lnTo>
                    <a:pt x="1998543" y="4469266"/>
                  </a:lnTo>
                  <a:lnTo>
                    <a:pt x="1999418" y="4469266"/>
                  </a:lnTo>
                  <a:lnTo>
                    <a:pt x="1999793" y="4469266"/>
                  </a:lnTo>
                  <a:lnTo>
                    <a:pt x="2000168" y="4469266"/>
                  </a:lnTo>
                  <a:lnTo>
                    <a:pt x="2000668" y="4469266"/>
                  </a:lnTo>
                  <a:lnTo>
                    <a:pt x="2000918" y="4469266"/>
                  </a:lnTo>
                  <a:lnTo>
                    <a:pt x="2003419" y="4469266"/>
                  </a:lnTo>
                  <a:lnTo>
                    <a:pt x="2006170" y="4449358"/>
                  </a:lnTo>
                  <a:lnTo>
                    <a:pt x="2007796" y="4449358"/>
                  </a:lnTo>
                  <a:lnTo>
                    <a:pt x="2008796" y="4449358"/>
                  </a:lnTo>
                  <a:lnTo>
                    <a:pt x="2009421" y="4449358"/>
                  </a:lnTo>
                  <a:lnTo>
                    <a:pt x="2010046" y="4449358"/>
                  </a:lnTo>
                  <a:lnTo>
                    <a:pt x="2011422" y="4449358"/>
                  </a:lnTo>
                  <a:lnTo>
                    <a:pt x="2011547" y="4449358"/>
                  </a:lnTo>
                  <a:lnTo>
                    <a:pt x="2011672" y="4449358"/>
                  </a:lnTo>
                  <a:lnTo>
                    <a:pt x="2011797" y="4449358"/>
                  </a:lnTo>
                  <a:lnTo>
                    <a:pt x="2013172" y="4449358"/>
                  </a:lnTo>
                  <a:lnTo>
                    <a:pt x="2014048" y="4449358"/>
                  </a:lnTo>
                  <a:lnTo>
                    <a:pt x="2014673" y="4449358"/>
                  </a:lnTo>
                  <a:lnTo>
                    <a:pt x="2015423" y="4449358"/>
                  </a:lnTo>
                  <a:lnTo>
                    <a:pt x="2015923" y="4449358"/>
                  </a:lnTo>
                  <a:lnTo>
                    <a:pt x="2016048" y="4449358"/>
                  </a:lnTo>
                  <a:lnTo>
                    <a:pt x="2016924" y="4449358"/>
                  </a:lnTo>
                  <a:lnTo>
                    <a:pt x="2018424" y="4449358"/>
                  </a:lnTo>
                  <a:lnTo>
                    <a:pt x="2018799" y="4449358"/>
                  </a:lnTo>
                  <a:lnTo>
                    <a:pt x="2019049" y="4439404"/>
                  </a:lnTo>
                  <a:lnTo>
                    <a:pt x="2019300" y="4439404"/>
                  </a:lnTo>
                  <a:lnTo>
                    <a:pt x="2020175" y="4439404"/>
                  </a:lnTo>
                  <a:lnTo>
                    <a:pt x="2021300" y="4439404"/>
                  </a:lnTo>
                  <a:lnTo>
                    <a:pt x="2022426" y="4439404"/>
                  </a:lnTo>
                  <a:lnTo>
                    <a:pt x="2022926" y="4439404"/>
                  </a:lnTo>
                  <a:lnTo>
                    <a:pt x="2023426" y="4439404"/>
                  </a:lnTo>
                  <a:lnTo>
                    <a:pt x="2024426" y="4439404"/>
                  </a:lnTo>
                  <a:lnTo>
                    <a:pt x="2024926" y="4439404"/>
                  </a:lnTo>
                  <a:lnTo>
                    <a:pt x="2025677" y="4439404"/>
                  </a:lnTo>
                  <a:lnTo>
                    <a:pt x="2026177" y="4439404"/>
                  </a:lnTo>
                  <a:lnTo>
                    <a:pt x="2026302" y="4439404"/>
                  </a:lnTo>
                  <a:lnTo>
                    <a:pt x="2027552" y="4439404"/>
                  </a:lnTo>
                  <a:lnTo>
                    <a:pt x="2028928" y="4439404"/>
                  </a:lnTo>
                  <a:lnTo>
                    <a:pt x="2029053" y="4439404"/>
                  </a:lnTo>
                  <a:lnTo>
                    <a:pt x="2031304" y="4429451"/>
                  </a:lnTo>
                  <a:lnTo>
                    <a:pt x="2031429" y="4419497"/>
                  </a:lnTo>
                  <a:lnTo>
                    <a:pt x="2033179" y="4419497"/>
                  </a:lnTo>
                  <a:lnTo>
                    <a:pt x="2033429" y="4419497"/>
                  </a:lnTo>
                  <a:lnTo>
                    <a:pt x="2033679" y="4419497"/>
                  </a:lnTo>
                  <a:lnTo>
                    <a:pt x="2034054" y="4419497"/>
                  </a:lnTo>
                  <a:lnTo>
                    <a:pt x="2034305" y="4419497"/>
                  </a:lnTo>
                  <a:lnTo>
                    <a:pt x="2035555" y="4419497"/>
                  </a:lnTo>
                  <a:lnTo>
                    <a:pt x="2035805" y="4409543"/>
                  </a:lnTo>
                  <a:lnTo>
                    <a:pt x="2036305" y="4409543"/>
                  </a:lnTo>
                  <a:lnTo>
                    <a:pt x="2036555" y="4409543"/>
                  </a:lnTo>
                  <a:lnTo>
                    <a:pt x="2037431" y="4409543"/>
                  </a:lnTo>
                  <a:lnTo>
                    <a:pt x="2037681" y="4409543"/>
                  </a:lnTo>
                  <a:lnTo>
                    <a:pt x="2038306" y="4409543"/>
                  </a:lnTo>
                  <a:lnTo>
                    <a:pt x="2038806" y="4409543"/>
                  </a:lnTo>
                  <a:lnTo>
                    <a:pt x="2039181" y="4409543"/>
                  </a:lnTo>
                  <a:lnTo>
                    <a:pt x="2039556" y="4409543"/>
                  </a:lnTo>
                  <a:lnTo>
                    <a:pt x="2040056" y="4409543"/>
                  </a:lnTo>
                  <a:lnTo>
                    <a:pt x="2040182" y="4409543"/>
                  </a:lnTo>
                  <a:lnTo>
                    <a:pt x="2040682" y="4409543"/>
                  </a:lnTo>
                  <a:lnTo>
                    <a:pt x="2041432" y="4409543"/>
                  </a:lnTo>
                  <a:lnTo>
                    <a:pt x="2042432" y="4409543"/>
                  </a:lnTo>
                  <a:lnTo>
                    <a:pt x="2044183" y="4409543"/>
                  </a:lnTo>
                  <a:lnTo>
                    <a:pt x="2046434" y="4409543"/>
                  </a:lnTo>
                  <a:lnTo>
                    <a:pt x="2046559" y="4409543"/>
                  </a:lnTo>
                  <a:lnTo>
                    <a:pt x="2047559" y="4409543"/>
                  </a:lnTo>
                  <a:lnTo>
                    <a:pt x="2047809" y="4409543"/>
                  </a:lnTo>
                  <a:lnTo>
                    <a:pt x="2048184" y="4409543"/>
                  </a:lnTo>
                  <a:lnTo>
                    <a:pt x="2049310" y="4409543"/>
                  </a:lnTo>
                  <a:lnTo>
                    <a:pt x="2049810" y="4409543"/>
                  </a:lnTo>
                  <a:lnTo>
                    <a:pt x="2050935" y="4409543"/>
                  </a:lnTo>
                  <a:lnTo>
                    <a:pt x="2052686" y="4409543"/>
                  </a:lnTo>
                  <a:lnTo>
                    <a:pt x="2053061" y="4409543"/>
                  </a:lnTo>
                  <a:lnTo>
                    <a:pt x="2053436" y="4409543"/>
                  </a:lnTo>
                  <a:lnTo>
                    <a:pt x="2054311" y="4399589"/>
                  </a:lnTo>
                  <a:lnTo>
                    <a:pt x="2054686" y="4399589"/>
                  </a:lnTo>
                  <a:lnTo>
                    <a:pt x="2055061" y="4399589"/>
                  </a:lnTo>
                  <a:lnTo>
                    <a:pt x="2056437" y="4399589"/>
                  </a:lnTo>
                  <a:lnTo>
                    <a:pt x="2056687" y="4399589"/>
                  </a:lnTo>
                  <a:lnTo>
                    <a:pt x="2057062" y="4399589"/>
                  </a:lnTo>
                  <a:lnTo>
                    <a:pt x="2057562" y="4399589"/>
                  </a:lnTo>
                  <a:lnTo>
                    <a:pt x="2058188" y="4399589"/>
                  </a:lnTo>
                  <a:lnTo>
                    <a:pt x="2058563" y="4399589"/>
                  </a:lnTo>
                  <a:lnTo>
                    <a:pt x="2058813" y="4399589"/>
                  </a:lnTo>
                  <a:lnTo>
                    <a:pt x="2059438" y="4399589"/>
                  </a:lnTo>
                  <a:lnTo>
                    <a:pt x="2059813" y="4399589"/>
                  </a:lnTo>
                  <a:lnTo>
                    <a:pt x="2060188" y="4399589"/>
                  </a:lnTo>
                  <a:lnTo>
                    <a:pt x="2060688" y="4399589"/>
                  </a:lnTo>
                  <a:lnTo>
                    <a:pt x="2061189" y="4399589"/>
                  </a:lnTo>
                  <a:lnTo>
                    <a:pt x="2062189" y="4399589"/>
                  </a:lnTo>
                  <a:lnTo>
                    <a:pt x="2062564" y="4399589"/>
                  </a:lnTo>
                  <a:lnTo>
                    <a:pt x="2064065" y="4399589"/>
                  </a:lnTo>
                  <a:lnTo>
                    <a:pt x="2065315" y="4399589"/>
                  </a:lnTo>
                  <a:lnTo>
                    <a:pt x="2066440" y="4389635"/>
                  </a:lnTo>
                  <a:lnTo>
                    <a:pt x="2067316" y="4389635"/>
                  </a:lnTo>
                  <a:lnTo>
                    <a:pt x="2067691" y="4389635"/>
                  </a:lnTo>
                  <a:lnTo>
                    <a:pt x="2069441" y="4389635"/>
                  </a:lnTo>
                  <a:lnTo>
                    <a:pt x="2069691" y="4389635"/>
                  </a:lnTo>
                  <a:lnTo>
                    <a:pt x="2070567" y="4389635"/>
                  </a:lnTo>
                  <a:lnTo>
                    <a:pt x="2070692" y="4389635"/>
                  </a:lnTo>
                  <a:lnTo>
                    <a:pt x="2070942" y="4389635"/>
                  </a:lnTo>
                  <a:lnTo>
                    <a:pt x="2072317" y="4379681"/>
                  </a:lnTo>
                  <a:lnTo>
                    <a:pt x="2072817" y="4379681"/>
                  </a:lnTo>
                  <a:lnTo>
                    <a:pt x="2073443" y="4379681"/>
                  </a:lnTo>
                  <a:lnTo>
                    <a:pt x="2073943" y="4379681"/>
                  </a:lnTo>
                  <a:lnTo>
                    <a:pt x="2075193" y="4379681"/>
                  </a:lnTo>
                  <a:lnTo>
                    <a:pt x="2077319" y="4379681"/>
                  </a:lnTo>
                  <a:lnTo>
                    <a:pt x="2077569" y="4379681"/>
                  </a:lnTo>
                  <a:lnTo>
                    <a:pt x="2077944" y="4379681"/>
                  </a:lnTo>
                  <a:lnTo>
                    <a:pt x="2078944" y="4379681"/>
                  </a:lnTo>
                  <a:lnTo>
                    <a:pt x="2079570" y="4379681"/>
                  </a:lnTo>
                  <a:lnTo>
                    <a:pt x="2080195" y="4379681"/>
                  </a:lnTo>
                  <a:lnTo>
                    <a:pt x="2080320" y="4379681"/>
                  </a:lnTo>
                  <a:lnTo>
                    <a:pt x="2082821" y="4379681"/>
                  </a:lnTo>
                  <a:lnTo>
                    <a:pt x="2083321" y="4379681"/>
                  </a:lnTo>
                  <a:lnTo>
                    <a:pt x="2085447" y="4379681"/>
                  </a:lnTo>
                  <a:lnTo>
                    <a:pt x="2086197" y="4379681"/>
                  </a:lnTo>
                  <a:lnTo>
                    <a:pt x="2086697" y="4379681"/>
                  </a:lnTo>
                  <a:lnTo>
                    <a:pt x="2088823" y="4379681"/>
                  </a:lnTo>
                  <a:lnTo>
                    <a:pt x="2090198" y="4379681"/>
                  </a:lnTo>
                  <a:lnTo>
                    <a:pt x="2091074" y="4379681"/>
                  </a:lnTo>
                  <a:lnTo>
                    <a:pt x="2091449" y="4379681"/>
                  </a:lnTo>
                  <a:lnTo>
                    <a:pt x="2093574" y="4379681"/>
                  </a:lnTo>
                  <a:lnTo>
                    <a:pt x="2094075" y="4379681"/>
                  </a:lnTo>
                  <a:lnTo>
                    <a:pt x="2094450" y="4379681"/>
                  </a:lnTo>
                  <a:lnTo>
                    <a:pt x="2094700" y="4379681"/>
                  </a:lnTo>
                  <a:lnTo>
                    <a:pt x="2095325" y="4379681"/>
                  </a:lnTo>
                  <a:lnTo>
                    <a:pt x="2096075" y="4379681"/>
                  </a:lnTo>
                  <a:lnTo>
                    <a:pt x="2096200" y="4379681"/>
                  </a:lnTo>
                  <a:lnTo>
                    <a:pt x="2096700" y="4369728"/>
                  </a:lnTo>
                  <a:lnTo>
                    <a:pt x="2097201" y="4369728"/>
                  </a:lnTo>
                  <a:lnTo>
                    <a:pt x="2098701" y="4359774"/>
                  </a:lnTo>
                  <a:lnTo>
                    <a:pt x="2098826" y="4359774"/>
                  </a:lnTo>
                  <a:lnTo>
                    <a:pt x="2099201" y="4359774"/>
                  </a:lnTo>
                  <a:lnTo>
                    <a:pt x="2099576" y="4359774"/>
                  </a:lnTo>
                  <a:lnTo>
                    <a:pt x="2100077" y="4359774"/>
                  </a:lnTo>
                  <a:lnTo>
                    <a:pt x="2100452" y="4359774"/>
                  </a:lnTo>
                  <a:lnTo>
                    <a:pt x="2101577" y="4359774"/>
                  </a:lnTo>
                  <a:lnTo>
                    <a:pt x="2102702" y="4359774"/>
                  </a:lnTo>
                  <a:lnTo>
                    <a:pt x="2103328" y="4349820"/>
                  </a:lnTo>
                  <a:lnTo>
                    <a:pt x="2103828" y="4339866"/>
                  </a:lnTo>
                  <a:lnTo>
                    <a:pt x="2104578" y="4339866"/>
                  </a:lnTo>
                  <a:lnTo>
                    <a:pt x="2105828" y="4339866"/>
                  </a:lnTo>
                  <a:lnTo>
                    <a:pt x="2106829" y="4339866"/>
                  </a:lnTo>
                  <a:lnTo>
                    <a:pt x="2107079" y="4339866"/>
                  </a:lnTo>
                  <a:lnTo>
                    <a:pt x="2108829" y="4339866"/>
                  </a:lnTo>
                  <a:lnTo>
                    <a:pt x="2110455" y="4339866"/>
                  </a:lnTo>
                  <a:lnTo>
                    <a:pt x="2110580" y="4339866"/>
                  </a:lnTo>
                  <a:lnTo>
                    <a:pt x="2111330" y="4329912"/>
                  </a:lnTo>
                  <a:lnTo>
                    <a:pt x="2111956" y="4319959"/>
                  </a:lnTo>
                  <a:lnTo>
                    <a:pt x="2112456" y="4319959"/>
                  </a:lnTo>
                  <a:lnTo>
                    <a:pt x="2114206" y="4319959"/>
                  </a:lnTo>
                  <a:lnTo>
                    <a:pt x="2114831" y="4319959"/>
                  </a:lnTo>
                  <a:lnTo>
                    <a:pt x="2115082" y="4319959"/>
                  </a:lnTo>
                  <a:lnTo>
                    <a:pt x="2115207" y="4319959"/>
                  </a:lnTo>
                  <a:lnTo>
                    <a:pt x="2116207" y="4319959"/>
                  </a:lnTo>
                  <a:lnTo>
                    <a:pt x="2116582" y="4319959"/>
                  </a:lnTo>
                  <a:lnTo>
                    <a:pt x="2116707" y="4319959"/>
                  </a:lnTo>
                  <a:lnTo>
                    <a:pt x="2117332" y="4319959"/>
                  </a:lnTo>
                  <a:lnTo>
                    <a:pt x="2118833" y="4319959"/>
                  </a:lnTo>
                  <a:lnTo>
                    <a:pt x="2118958" y="4319959"/>
                  </a:lnTo>
                  <a:lnTo>
                    <a:pt x="2120959" y="4310005"/>
                  </a:lnTo>
                  <a:lnTo>
                    <a:pt x="2121459" y="4310005"/>
                  </a:lnTo>
                  <a:lnTo>
                    <a:pt x="2121834" y="4310005"/>
                  </a:lnTo>
                  <a:lnTo>
                    <a:pt x="2122334" y="4310005"/>
                  </a:lnTo>
                  <a:lnTo>
                    <a:pt x="2122459" y="4310005"/>
                  </a:lnTo>
                  <a:lnTo>
                    <a:pt x="2122584" y="4310005"/>
                  </a:lnTo>
                  <a:lnTo>
                    <a:pt x="2125085" y="4290097"/>
                  </a:lnTo>
                  <a:lnTo>
                    <a:pt x="2126335" y="4280143"/>
                  </a:lnTo>
                  <a:lnTo>
                    <a:pt x="2127211" y="4280143"/>
                  </a:lnTo>
                  <a:lnTo>
                    <a:pt x="2127461" y="4280143"/>
                  </a:lnTo>
                  <a:lnTo>
                    <a:pt x="2128586" y="4280143"/>
                  </a:lnTo>
                  <a:lnTo>
                    <a:pt x="2129086" y="4280143"/>
                  </a:lnTo>
                  <a:lnTo>
                    <a:pt x="2129211" y="4280143"/>
                  </a:lnTo>
                  <a:lnTo>
                    <a:pt x="2129461" y="4280143"/>
                  </a:lnTo>
                  <a:lnTo>
                    <a:pt x="2130962" y="4280143"/>
                  </a:lnTo>
                  <a:lnTo>
                    <a:pt x="2131337" y="4280143"/>
                  </a:lnTo>
                  <a:lnTo>
                    <a:pt x="2132837" y="4280143"/>
                  </a:lnTo>
                  <a:lnTo>
                    <a:pt x="2133838" y="4280143"/>
                  </a:lnTo>
                  <a:lnTo>
                    <a:pt x="2134088" y="4280143"/>
                  </a:lnTo>
                  <a:lnTo>
                    <a:pt x="2135088" y="4280143"/>
                  </a:lnTo>
                  <a:lnTo>
                    <a:pt x="2135463" y="4280143"/>
                  </a:lnTo>
                  <a:lnTo>
                    <a:pt x="2135964" y="4270189"/>
                  </a:lnTo>
                  <a:lnTo>
                    <a:pt x="2136089" y="4270189"/>
                  </a:lnTo>
                  <a:lnTo>
                    <a:pt x="2136964" y="4270189"/>
                  </a:lnTo>
                  <a:lnTo>
                    <a:pt x="2137339" y="4270189"/>
                  </a:lnTo>
                  <a:lnTo>
                    <a:pt x="2138214" y="4270189"/>
                  </a:lnTo>
                  <a:lnTo>
                    <a:pt x="2138714" y="4270189"/>
                  </a:lnTo>
                  <a:lnTo>
                    <a:pt x="2141090" y="4270189"/>
                  </a:lnTo>
                  <a:lnTo>
                    <a:pt x="2141215" y="4270189"/>
                  </a:lnTo>
                  <a:lnTo>
                    <a:pt x="2141715" y="4270189"/>
                  </a:lnTo>
                  <a:lnTo>
                    <a:pt x="2142216" y="4270189"/>
                  </a:lnTo>
                  <a:lnTo>
                    <a:pt x="2142466" y="4270189"/>
                  </a:lnTo>
                  <a:lnTo>
                    <a:pt x="2143591" y="4270189"/>
                  </a:lnTo>
                  <a:lnTo>
                    <a:pt x="2143966" y="4270189"/>
                  </a:lnTo>
                  <a:lnTo>
                    <a:pt x="2144716" y="4270189"/>
                  </a:lnTo>
                  <a:lnTo>
                    <a:pt x="2145592" y="4270189"/>
                  </a:lnTo>
                  <a:lnTo>
                    <a:pt x="2146592" y="4270189"/>
                  </a:lnTo>
                  <a:lnTo>
                    <a:pt x="2147592" y="4270189"/>
                  </a:lnTo>
                  <a:lnTo>
                    <a:pt x="2148593" y="4270189"/>
                  </a:lnTo>
                  <a:lnTo>
                    <a:pt x="2149718" y="4270189"/>
                  </a:lnTo>
                  <a:lnTo>
                    <a:pt x="2151969" y="4270189"/>
                  </a:lnTo>
                  <a:lnTo>
                    <a:pt x="2152719" y="4270189"/>
                  </a:lnTo>
                  <a:lnTo>
                    <a:pt x="2152969" y="4270189"/>
                  </a:lnTo>
                  <a:lnTo>
                    <a:pt x="2153469" y="4270189"/>
                  </a:lnTo>
                  <a:lnTo>
                    <a:pt x="2153719" y="4270189"/>
                  </a:lnTo>
                  <a:lnTo>
                    <a:pt x="2154220" y="4270189"/>
                  </a:lnTo>
                  <a:lnTo>
                    <a:pt x="2154970" y="4270189"/>
                  </a:lnTo>
                  <a:lnTo>
                    <a:pt x="2157221" y="4270189"/>
                  </a:lnTo>
                  <a:lnTo>
                    <a:pt x="2158346" y="4270189"/>
                  </a:lnTo>
                  <a:lnTo>
                    <a:pt x="2159471" y="4270189"/>
                  </a:lnTo>
                  <a:lnTo>
                    <a:pt x="2160097" y="4270189"/>
                  </a:lnTo>
                  <a:lnTo>
                    <a:pt x="2160847" y="4260236"/>
                  </a:lnTo>
                  <a:lnTo>
                    <a:pt x="2160972" y="4260236"/>
                  </a:lnTo>
                  <a:lnTo>
                    <a:pt x="2161472" y="4260236"/>
                  </a:lnTo>
                  <a:lnTo>
                    <a:pt x="2162097" y="4250282"/>
                  </a:lnTo>
                  <a:lnTo>
                    <a:pt x="2162472" y="4250282"/>
                  </a:lnTo>
                  <a:lnTo>
                    <a:pt x="2162973" y="4250282"/>
                  </a:lnTo>
                  <a:lnTo>
                    <a:pt x="2163473" y="4250282"/>
                  </a:lnTo>
                  <a:lnTo>
                    <a:pt x="2163973" y="4250282"/>
                  </a:lnTo>
                  <a:lnTo>
                    <a:pt x="2164723" y="4250282"/>
                  </a:lnTo>
                  <a:lnTo>
                    <a:pt x="2165223" y="4250282"/>
                  </a:lnTo>
                  <a:lnTo>
                    <a:pt x="2165723" y="4250282"/>
                  </a:lnTo>
                  <a:lnTo>
                    <a:pt x="2166849" y="4250282"/>
                  </a:lnTo>
                  <a:lnTo>
                    <a:pt x="2167474" y="4250282"/>
                  </a:lnTo>
                  <a:lnTo>
                    <a:pt x="2170975" y="4250282"/>
                  </a:lnTo>
                  <a:lnTo>
                    <a:pt x="2171976" y="4240328"/>
                  </a:lnTo>
                  <a:lnTo>
                    <a:pt x="2173851" y="4230374"/>
                  </a:lnTo>
                  <a:lnTo>
                    <a:pt x="2174101" y="4230374"/>
                  </a:lnTo>
                  <a:lnTo>
                    <a:pt x="2174977" y="4230374"/>
                  </a:lnTo>
                  <a:lnTo>
                    <a:pt x="2175227" y="4230374"/>
                  </a:lnTo>
                  <a:lnTo>
                    <a:pt x="2176852" y="4220420"/>
                  </a:lnTo>
                  <a:lnTo>
                    <a:pt x="2178603" y="4220420"/>
                  </a:lnTo>
                  <a:lnTo>
                    <a:pt x="2179228" y="4220420"/>
                  </a:lnTo>
                  <a:lnTo>
                    <a:pt x="2179853" y="4220420"/>
                  </a:lnTo>
                  <a:lnTo>
                    <a:pt x="2180228" y="4220420"/>
                  </a:lnTo>
                  <a:lnTo>
                    <a:pt x="2180854" y="4220420"/>
                  </a:lnTo>
                  <a:lnTo>
                    <a:pt x="2181979" y="4220420"/>
                  </a:lnTo>
                  <a:lnTo>
                    <a:pt x="2182229" y="4220420"/>
                  </a:lnTo>
                  <a:lnTo>
                    <a:pt x="2182729" y="4220420"/>
                  </a:lnTo>
                  <a:lnTo>
                    <a:pt x="2185230" y="4220420"/>
                  </a:lnTo>
                  <a:lnTo>
                    <a:pt x="2185855" y="4220420"/>
                  </a:lnTo>
                  <a:lnTo>
                    <a:pt x="2186480" y="4220420"/>
                  </a:lnTo>
                  <a:lnTo>
                    <a:pt x="2186731" y="4220420"/>
                  </a:lnTo>
                  <a:lnTo>
                    <a:pt x="2186856" y="4220420"/>
                  </a:lnTo>
                  <a:lnTo>
                    <a:pt x="2187606" y="4220420"/>
                  </a:lnTo>
                  <a:lnTo>
                    <a:pt x="2188481" y="4210466"/>
                  </a:lnTo>
                  <a:lnTo>
                    <a:pt x="2188981" y="4210466"/>
                  </a:lnTo>
                  <a:lnTo>
                    <a:pt x="2189606" y="4210466"/>
                  </a:lnTo>
                  <a:lnTo>
                    <a:pt x="2190982" y="4210466"/>
                  </a:lnTo>
                  <a:lnTo>
                    <a:pt x="2191607" y="4210466"/>
                  </a:lnTo>
                  <a:lnTo>
                    <a:pt x="2192733" y="4210466"/>
                  </a:lnTo>
                  <a:lnTo>
                    <a:pt x="2193108" y="4210466"/>
                  </a:lnTo>
                  <a:lnTo>
                    <a:pt x="2193608" y="4200513"/>
                  </a:lnTo>
                  <a:lnTo>
                    <a:pt x="2193858" y="4200513"/>
                  </a:lnTo>
                  <a:lnTo>
                    <a:pt x="2195859" y="4200513"/>
                  </a:lnTo>
                  <a:lnTo>
                    <a:pt x="2196484" y="4200513"/>
                  </a:lnTo>
                  <a:lnTo>
                    <a:pt x="2197484" y="4200513"/>
                  </a:lnTo>
                  <a:lnTo>
                    <a:pt x="2198109" y="4200513"/>
                  </a:lnTo>
                  <a:lnTo>
                    <a:pt x="2199360" y="4200513"/>
                  </a:lnTo>
                  <a:lnTo>
                    <a:pt x="2200610" y="4200513"/>
                  </a:lnTo>
                  <a:lnTo>
                    <a:pt x="2200735" y="4200513"/>
                  </a:lnTo>
                  <a:lnTo>
                    <a:pt x="2201110" y="4200513"/>
                  </a:lnTo>
                  <a:lnTo>
                    <a:pt x="2202361" y="4200513"/>
                  </a:lnTo>
                  <a:lnTo>
                    <a:pt x="2204862" y="4200513"/>
                  </a:lnTo>
                  <a:lnTo>
                    <a:pt x="2205112" y="4200513"/>
                  </a:lnTo>
                  <a:lnTo>
                    <a:pt x="2205487" y="4200513"/>
                  </a:lnTo>
                  <a:lnTo>
                    <a:pt x="2205737" y="4200513"/>
                  </a:lnTo>
                  <a:lnTo>
                    <a:pt x="2205987" y="4200513"/>
                  </a:lnTo>
                  <a:lnTo>
                    <a:pt x="2207738" y="4200513"/>
                  </a:lnTo>
                  <a:lnTo>
                    <a:pt x="2209238" y="4200513"/>
                  </a:lnTo>
                  <a:lnTo>
                    <a:pt x="2209238" y="4190559"/>
                  </a:lnTo>
                  <a:lnTo>
                    <a:pt x="2210238" y="4190559"/>
                  </a:lnTo>
                  <a:lnTo>
                    <a:pt x="2210613" y="4190559"/>
                  </a:lnTo>
                  <a:lnTo>
                    <a:pt x="2210739" y="4190559"/>
                  </a:lnTo>
                  <a:lnTo>
                    <a:pt x="2211364" y="4190559"/>
                  </a:lnTo>
                  <a:lnTo>
                    <a:pt x="2212114" y="4190559"/>
                  </a:lnTo>
                  <a:lnTo>
                    <a:pt x="2212364" y="4190559"/>
                  </a:lnTo>
                  <a:lnTo>
                    <a:pt x="2218116" y="4190559"/>
                  </a:lnTo>
                  <a:lnTo>
                    <a:pt x="2218741" y="4190559"/>
                  </a:lnTo>
                  <a:lnTo>
                    <a:pt x="2220117" y="4190559"/>
                  </a:lnTo>
                  <a:lnTo>
                    <a:pt x="2220617" y="4180605"/>
                  </a:lnTo>
                  <a:lnTo>
                    <a:pt x="2220742" y="4180605"/>
                  </a:lnTo>
                  <a:lnTo>
                    <a:pt x="2220867" y="4180605"/>
                  </a:lnTo>
                  <a:lnTo>
                    <a:pt x="2222242" y="4180605"/>
                  </a:lnTo>
                  <a:lnTo>
                    <a:pt x="2222492" y="4180605"/>
                  </a:lnTo>
                  <a:lnTo>
                    <a:pt x="2222743" y="4180605"/>
                  </a:lnTo>
                  <a:lnTo>
                    <a:pt x="2224118" y="4180605"/>
                  </a:lnTo>
                  <a:lnTo>
                    <a:pt x="2227244" y="4180605"/>
                  </a:lnTo>
                  <a:lnTo>
                    <a:pt x="2227869" y="4170651"/>
                  </a:lnTo>
                  <a:lnTo>
                    <a:pt x="2228369" y="4160697"/>
                  </a:lnTo>
                  <a:lnTo>
                    <a:pt x="2229745" y="4160697"/>
                  </a:lnTo>
                  <a:lnTo>
                    <a:pt x="2230370" y="4160697"/>
                  </a:lnTo>
                  <a:lnTo>
                    <a:pt x="2231245" y="4160697"/>
                  </a:lnTo>
                  <a:lnTo>
                    <a:pt x="2233496" y="4160697"/>
                  </a:lnTo>
                  <a:lnTo>
                    <a:pt x="2234371" y="4160697"/>
                  </a:lnTo>
                  <a:lnTo>
                    <a:pt x="2235122" y="4160697"/>
                  </a:lnTo>
                  <a:lnTo>
                    <a:pt x="2235997" y="4160697"/>
                  </a:lnTo>
                  <a:lnTo>
                    <a:pt x="2236372" y="4160697"/>
                  </a:lnTo>
                  <a:lnTo>
                    <a:pt x="2237122" y="4160697"/>
                  </a:lnTo>
                  <a:lnTo>
                    <a:pt x="2237748" y="4160697"/>
                  </a:lnTo>
                  <a:lnTo>
                    <a:pt x="2238248" y="4160697"/>
                  </a:lnTo>
                  <a:lnTo>
                    <a:pt x="2238623" y="4160697"/>
                  </a:lnTo>
                  <a:lnTo>
                    <a:pt x="2238998" y="4160697"/>
                  </a:lnTo>
                  <a:lnTo>
                    <a:pt x="2240248" y="4160697"/>
                  </a:lnTo>
                  <a:lnTo>
                    <a:pt x="2240749" y="4160697"/>
                  </a:lnTo>
                  <a:lnTo>
                    <a:pt x="2241499" y="4160697"/>
                  </a:lnTo>
                  <a:lnTo>
                    <a:pt x="2242874" y="4160697"/>
                  </a:lnTo>
                  <a:lnTo>
                    <a:pt x="2243374" y="4160697"/>
                  </a:lnTo>
                  <a:lnTo>
                    <a:pt x="2244125" y="4160697"/>
                  </a:lnTo>
                  <a:lnTo>
                    <a:pt x="2245375" y="4160697"/>
                  </a:lnTo>
                  <a:lnTo>
                    <a:pt x="2246626" y="4160697"/>
                  </a:lnTo>
                  <a:lnTo>
                    <a:pt x="2247251" y="4160697"/>
                  </a:lnTo>
                  <a:lnTo>
                    <a:pt x="2247751" y="4160697"/>
                  </a:lnTo>
                  <a:lnTo>
                    <a:pt x="2247876" y="4160697"/>
                  </a:lnTo>
                  <a:lnTo>
                    <a:pt x="2248376" y="4160697"/>
                  </a:lnTo>
                  <a:lnTo>
                    <a:pt x="2249501" y="4160697"/>
                  </a:lnTo>
                  <a:lnTo>
                    <a:pt x="2249877" y="4160697"/>
                  </a:lnTo>
                  <a:lnTo>
                    <a:pt x="2251377" y="4160697"/>
                  </a:lnTo>
                  <a:lnTo>
                    <a:pt x="2251877" y="4160697"/>
                  </a:lnTo>
                  <a:lnTo>
                    <a:pt x="2252377" y="4160697"/>
                  </a:lnTo>
                  <a:lnTo>
                    <a:pt x="2253378" y="4160697"/>
                  </a:lnTo>
                  <a:lnTo>
                    <a:pt x="2254128" y="4160697"/>
                  </a:lnTo>
                  <a:lnTo>
                    <a:pt x="2254878" y="4160697"/>
                  </a:lnTo>
                  <a:lnTo>
                    <a:pt x="2255253" y="4160697"/>
                  </a:lnTo>
                  <a:lnTo>
                    <a:pt x="2255378" y="4160697"/>
                  </a:lnTo>
                  <a:lnTo>
                    <a:pt x="2255629" y="4160697"/>
                  </a:lnTo>
                  <a:lnTo>
                    <a:pt x="2257129" y="4160697"/>
                  </a:lnTo>
                  <a:lnTo>
                    <a:pt x="2257504" y="4160697"/>
                  </a:lnTo>
                  <a:lnTo>
                    <a:pt x="2258880" y="4160697"/>
                  </a:lnTo>
                  <a:lnTo>
                    <a:pt x="2260255" y="4160697"/>
                  </a:lnTo>
                  <a:lnTo>
                    <a:pt x="2260505" y="4160697"/>
                  </a:lnTo>
                  <a:lnTo>
                    <a:pt x="2261881" y="4160697"/>
                  </a:lnTo>
                  <a:lnTo>
                    <a:pt x="2262131" y="4160697"/>
                  </a:lnTo>
                  <a:lnTo>
                    <a:pt x="2263131" y="4160697"/>
                  </a:lnTo>
                  <a:lnTo>
                    <a:pt x="2265132" y="4160697"/>
                  </a:lnTo>
                  <a:lnTo>
                    <a:pt x="2265882" y="4160697"/>
                  </a:lnTo>
                  <a:lnTo>
                    <a:pt x="2266757" y="4160697"/>
                  </a:lnTo>
                  <a:lnTo>
                    <a:pt x="2267508" y="4160697"/>
                  </a:lnTo>
                  <a:lnTo>
                    <a:pt x="2268258" y="4160697"/>
                  </a:lnTo>
                  <a:lnTo>
                    <a:pt x="2269883" y="4160697"/>
                  </a:lnTo>
                  <a:lnTo>
                    <a:pt x="2271634" y="4160697"/>
                  </a:lnTo>
                  <a:lnTo>
                    <a:pt x="2271884" y="4160697"/>
                  </a:lnTo>
                  <a:lnTo>
                    <a:pt x="2272259" y="4160697"/>
                  </a:lnTo>
                  <a:lnTo>
                    <a:pt x="2272509" y="4160697"/>
                  </a:lnTo>
                  <a:lnTo>
                    <a:pt x="2273384" y="4160697"/>
                  </a:lnTo>
                  <a:lnTo>
                    <a:pt x="2273635" y="4160697"/>
                  </a:lnTo>
                  <a:lnTo>
                    <a:pt x="2273885" y="4160697"/>
                  </a:lnTo>
                  <a:lnTo>
                    <a:pt x="2274260" y="4160697"/>
                  </a:lnTo>
                  <a:lnTo>
                    <a:pt x="2275885" y="4160697"/>
                  </a:lnTo>
                  <a:lnTo>
                    <a:pt x="2278136" y="4160697"/>
                  </a:lnTo>
                  <a:lnTo>
                    <a:pt x="2279136" y="4160697"/>
                  </a:lnTo>
                  <a:lnTo>
                    <a:pt x="2279762" y="4160697"/>
                  </a:lnTo>
                  <a:lnTo>
                    <a:pt x="2280137" y="4150744"/>
                  </a:lnTo>
                  <a:lnTo>
                    <a:pt x="2281887" y="4150744"/>
                  </a:lnTo>
                  <a:lnTo>
                    <a:pt x="2283013" y="4150744"/>
                  </a:lnTo>
                  <a:lnTo>
                    <a:pt x="2283513" y="4150744"/>
                  </a:lnTo>
                  <a:lnTo>
                    <a:pt x="2284388" y="4150744"/>
                  </a:lnTo>
                  <a:lnTo>
                    <a:pt x="2285138" y="4150744"/>
                  </a:lnTo>
                  <a:lnTo>
                    <a:pt x="2285764" y="4150744"/>
                  </a:lnTo>
                  <a:lnTo>
                    <a:pt x="2286139" y="4150744"/>
                  </a:lnTo>
                  <a:lnTo>
                    <a:pt x="2286514" y="4150744"/>
                  </a:lnTo>
                  <a:lnTo>
                    <a:pt x="2286639" y="4150744"/>
                  </a:lnTo>
                  <a:lnTo>
                    <a:pt x="2288264" y="4140790"/>
                  </a:lnTo>
                  <a:lnTo>
                    <a:pt x="2288515" y="4140790"/>
                  </a:lnTo>
                  <a:lnTo>
                    <a:pt x="2289515" y="4130836"/>
                  </a:lnTo>
                  <a:lnTo>
                    <a:pt x="2289765" y="4130836"/>
                  </a:lnTo>
                  <a:lnTo>
                    <a:pt x="2291516" y="4130836"/>
                  </a:lnTo>
                  <a:lnTo>
                    <a:pt x="2292141" y="4130836"/>
                  </a:lnTo>
                  <a:lnTo>
                    <a:pt x="2292891" y="4130836"/>
                  </a:lnTo>
                  <a:lnTo>
                    <a:pt x="2293266" y="4130836"/>
                  </a:lnTo>
                  <a:lnTo>
                    <a:pt x="2294642" y="4130836"/>
                  </a:lnTo>
                  <a:lnTo>
                    <a:pt x="2295517" y="4130836"/>
                  </a:lnTo>
                  <a:lnTo>
                    <a:pt x="2295892" y="4130836"/>
                  </a:lnTo>
                  <a:lnTo>
                    <a:pt x="2296017" y="4130836"/>
                  </a:lnTo>
                  <a:lnTo>
                    <a:pt x="2296142" y="4130836"/>
                  </a:lnTo>
                  <a:lnTo>
                    <a:pt x="2297267" y="4130836"/>
                  </a:lnTo>
                  <a:lnTo>
                    <a:pt x="2297643" y="4130836"/>
                  </a:lnTo>
                  <a:lnTo>
                    <a:pt x="2299143" y="4130836"/>
                  </a:lnTo>
                  <a:lnTo>
                    <a:pt x="2300143" y="4130836"/>
                  </a:lnTo>
                  <a:lnTo>
                    <a:pt x="2301769" y="4130836"/>
                  </a:lnTo>
                  <a:lnTo>
                    <a:pt x="2302144" y="4130836"/>
                  </a:lnTo>
                  <a:lnTo>
                    <a:pt x="2302644" y="4130836"/>
                  </a:lnTo>
                  <a:lnTo>
                    <a:pt x="2302894" y="4130836"/>
                  </a:lnTo>
                  <a:lnTo>
                    <a:pt x="2303520" y="4130836"/>
                  </a:lnTo>
                  <a:lnTo>
                    <a:pt x="2304520" y="4130836"/>
                  </a:lnTo>
                  <a:lnTo>
                    <a:pt x="2306020" y="4130836"/>
                  </a:lnTo>
                  <a:lnTo>
                    <a:pt x="2307396" y="4130836"/>
                  </a:lnTo>
                  <a:lnTo>
                    <a:pt x="2307771" y="4130836"/>
                  </a:lnTo>
                  <a:lnTo>
                    <a:pt x="2309522" y="4130836"/>
                  </a:lnTo>
                  <a:lnTo>
                    <a:pt x="2310397" y="4130836"/>
                  </a:lnTo>
                  <a:lnTo>
                    <a:pt x="2311272" y="4130836"/>
                  </a:lnTo>
                  <a:lnTo>
                    <a:pt x="2311522" y="4130836"/>
                  </a:lnTo>
                  <a:lnTo>
                    <a:pt x="2313148" y="4130836"/>
                  </a:lnTo>
                  <a:lnTo>
                    <a:pt x="2313773" y="4130836"/>
                  </a:lnTo>
                  <a:lnTo>
                    <a:pt x="2315399" y="4130836"/>
                  </a:lnTo>
                  <a:lnTo>
                    <a:pt x="2316274" y="4120882"/>
                  </a:lnTo>
                  <a:lnTo>
                    <a:pt x="2316899" y="4120882"/>
                  </a:lnTo>
                  <a:lnTo>
                    <a:pt x="2319025" y="4120882"/>
                  </a:lnTo>
                  <a:lnTo>
                    <a:pt x="2319275" y="4120882"/>
                  </a:lnTo>
                  <a:lnTo>
                    <a:pt x="2321150" y="4120882"/>
                  </a:lnTo>
                  <a:lnTo>
                    <a:pt x="2322026" y="4120882"/>
                  </a:lnTo>
                  <a:lnTo>
                    <a:pt x="2322401" y="4120882"/>
                  </a:lnTo>
                  <a:lnTo>
                    <a:pt x="2323026" y="4120882"/>
                  </a:lnTo>
                  <a:lnTo>
                    <a:pt x="2324402" y="4120882"/>
                  </a:lnTo>
                  <a:lnTo>
                    <a:pt x="2325277" y="4120882"/>
                  </a:lnTo>
                  <a:lnTo>
                    <a:pt x="2325652" y="4120882"/>
                  </a:lnTo>
                  <a:lnTo>
                    <a:pt x="2326402" y="4120882"/>
                  </a:lnTo>
                  <a:lnTo>
                    <a:pt x="2326652" y="4120882"/>
                  </a:lnTo>
                  <a:lnTo>
                    <a:pt x="2328778" y="4120882"/>
                  </a:lnTo>
                  <a:lnTo>
                    <a:pt x="2329153" y="4120882"/>
                  </a:lnTo>
                  <a:lnTo>
                    <a:pt x="2330404" y="4120882"/>
                  </a:lnTo>
                  <a:lnTo>
                    <a:pt x="2330904" y="4120882"/>
                  </a:lnTo>
                  <a:lnTo>
                    <a:pt x="2331279" y="4120882"/>
                  </a:lnTo>
                  <a:lnTo>
                    <a:pt x="2333780" y="4110928"/>
                  </a:lnTo>
                  <a:lnTo>
                    <a:pt x="2334405" y="4110928"/>
                  </a:lnTo>
                  <a:lnTo>
                    <a:pt x="2334655" y="4110928"/>
                  </a:lnTo>
                  <a:lnTo>
                    <a:pt x="2335530" y="4110928"/>
                  </a:lnTo>
                  <a:lnTo>
                    <a:pt x="2335905" y="4110928"/>
                  </a:lnTo>
                  <a:lnTo>
                    <a:pt x="2336155" y="4110928"/>
                  </a:lnTo>
                  <a:lnTo>
                    <a:pt x="2336781" y="4110928"/>
                  </a:lnTo>
                  <a:lnTo>
                    <a:pt x="2337031" y="4110928"/>
                  </a:lnTo>
                  <a:lnTo>
                    <a:pt x="2337281" y="4110928"/>
                  </a:lnTo>
                  <a:lnTo>
                    <a:pt x="2337531" y="4110928"/>
                  </a:lnTo>
                  <a:lnTo>
                    <a:pt x="2338156" y="4110928"/>
                  </a:lnTo>
                  <a:lnTo>
                    <a:pt x="2338531" y="4110928"/>
                  </a:lnTo>
                  <a:lnTo>
                    <a:pt x="2338781" y="4110928"/>
                  </a:lnTo>
                  <a:lnTo>
                    <a:pt x="2340407" y="4100974"/>
                  </a:lnTo>
                  <a:lnTo>
                    <a:pt x="2340907" y="4100974"/>
                  </a:lnTo>
                  <a:lnTo>
                    <a:pt x="2342157" y="4100974"/>
                  </a:lnTo>
                  <a:lnTo>
                    <a:pt x="2344033" y="4091021"/>
                  </a:lnTo>
                  <a:lnTo>
                    <a:pt x="2344283" y="4091021"/>
                  </a:lnTo>
                  <a:lnTo>
                    <a:pt x="2344408" y="4091021"/>
                  </a:lnTo>
                  <a:lnTo>
                    <a:pt x="2344533" y="4091021"/>
                  </a:lnTo>
                  <a:lnTo>
                    <a:pt x="2345033" y="4081067"/>
                  </a:lnTo>
                  <a:lnTo>
                    <a:pt x="2345284" y="4081067"/>
                  </a:lnTo>
                  <a:lnTo>
                    <a:pt x="2346034" y="4081067"/>
                  </a:lnTo>
                  <a:lnTo>
                    <a:pt x="2347159" y="4081067"/>
                  </a:lnTo>
                  <a:lnTo>
                    <a:pt x="2348660" y="4081067"/>
                  </a:lnTo>
                  <a:lnTo>
                    <a:pt x="2349660" y="4081067"/>
                  </a:lnTo>
                  <a:lnTo>
                    <a:pt x="2350035" y="4081067"/>
                  </a:lnTo>
                  <a:lnTo>
                    <a:pt x="2351911" y="4081067"/>
                  </a:lnTo>
                  <a:lnTo>
                    <a:pt x="2353536" y="4081067"/>
                  </a:lnTo>
                  <a:lnTo>
                    <a:pt x="2353661" y="4081067"/>
                  </a:lnTo>
                  <a:lnTo>
                    <a:pt x="2357413" y="4081067"/>
                  </a:lnTo>
                  <a:lnTo>
                    <a:pt x="2358663" y="4071113"/>
                  </a:lnTo>
                  <a:lnTo>
                    <a:pt x="2358913" y="4071113"/>
                  </a:lnTo>
                  <a:lnTo>
                    <a:pt x="2361539" y="4061159"/>
                  </a:lnTo>
                  <a:lnTo>
                    <a:pt x="2361789" y="4061159"/>
                  </a:lnTo>
                  <a:lnTo>
                    <a:pt x="2362039" y="4061159"/>
                  </a:lnTo>
                  <a:lnTo>
                    <a:pt x="2362164" y="4061159"/>
                  </a:lnTo>
                  <a:lnTo>
                    <a:pt x="2363039" y="4061159"/>
                  </a:lnTo>
                  <a:lnTo>
                    <a:pt x="2365290" y="4061159"/>
                  </a:lnTo>
                  <a:lnTo>
                    <a:pt x="2365915" y="4061159"/>
                  </a:lnTo>
                  <a:lnTo>
                    <a:pt x="2366165" y="4061159"/>
                  </a:lnTo>
                  <a:lnTo>
                    <a:pt x="2367791" y="4051205"/>
                  </a:lnTo>
                  <a:lnTo>
                    <a:pt x="2368666" y="4051205"/>
                  </a:lnTo>
                  <a:lnTo>
                    <a:pt x="2369041" y="4051205"/>
                  </a:lnTo>
                  <a:lnTo>
                    <a:pt x="2369292" y="4051205"/>
                  </a:lnTo>
                  <a:lnTo>
                    <a:pt x="2370167" y="4051205"/>
                  </a:lnTo>
                  <a:lnTo>
                    <a:pt x="2371042" y="4051205"/>
                  </a:lnTo>
                  <a:lnTo>
                    <a:pt x="2371292" y="4051205"/>
                  </a:lnTo>
                  <a:lnTo>
                    <a:pt x="2371667" y="4051205"/>
                  </a:lnTo>
                  <a:lnTo>
                    <a:pt x="2372168" y="4051205"/>
                  </a:lnTo>
                  <a:lnTo>
                    <a:pt x="2374418" y="4051205"/>
                  </a:lnTo>
                  <a:lnTo>
                    <a:pt x="2375544" y="4051205"/>
                  </a:lnTo>
                  <a:lnTo>
                    <a:pt x="2376669" y="4051205"/>
                  </a:lnTo>
                  <a:lnTo>
                    <a:pt x="2377294" y="4051205"/>
                  </a:lnTo>
                  <a:lnTo>
                    <a:pt x="2378420" y="4051205"/>
                  </a:lnTo>
                  <a:lnTo>
                    <a:pt x="2378670" y="4051205"/>
                  </a:lnTo>
                  <a:lnTo>
                    <a:pt x="2380420" y="4041251"/>
                  </a:lnTo>
                  <a:lnTo>
                    <a:pt x="2380795" y="4041251"/>
                  </a:lnTo>
                  <a:lnTo>
                    <a:pt x="2381421" y="4041251"/>
                  </a:lnTo>
                  <a:lnTo>
                    <a:pt x="2383421" y="4041251"/>
                  </a:lnTo>
                  <a:lnTo>
                    <a:pt x="2384797" y="4041251"/>
                  </a:lnTo>
                  <a:lnTo>
                    <a:pt x="2385797" y="4041251"/>
                  </a:lnTo>
                  <a:lnTo>
                    <a:pt x="2386047" y="4041251"/>
                  </a:lnTo>
                  <a:lnTo>
                    <a:pt x="2386422" y="4041251"/>
                  </a:lnTo>
                  <a:lnTo>
                    <a:pt x="2387047" y="4031298"/>
                  </a:lnTo>
                  <a:lnTo>
                    <a:pt x="2387423" y="4031298"/>
                  </a:lnTo>
                  <a:lnTo>
                    <a:pt x="2387923" y="4031298"/>
                  </a:lnTo>
                  <a:lnTo>
                    <a:pt x="2389923" y="4031298"/>
                  </a:lnTo>
                  <a:lnTo>
                    <a:pt x="2390048" y="4031298"/>
                  </a:lnTo>
                  <a:lnTo>
                    <a:pt x="2391049" y="4031298"/>
                  </a:lnTo>
                  <a:lnTo>
                    <a:pt x="2391174" y="4031298"/>
                  </a:lnTo>
                  <a:lnTo>
                    <a:pt x="2392049" y="4031298"/>
                  </a:lnTo>
                  <a:lnTo>
                    <a:pt x="2392424" y="4031298"/>
                  </a:lnTo>
                  <a:lnTo>
                    <a:pt x="2392924" y="4031298"/>
                  </a:lnTo>
                  <a:lnTo>
                    <a:pt x="2394050" y="4031298"/>
                  </a:lnTo>
                  <a:lnTo>
                    <a:pt x="2395675" y="4031298"/>
                  </a:lnTo>
                  <a:lnTo>
                    <a:pt x="2396050" y="4021344"/>
                  </a:lnTo>
                  <a:lnTo>
                    <a:pt x="2397301" y="4021344"/>
                  </a:lnTo>
                  <a:lnTo>
                    <a:pt x="2397551" y="4021344"/>
                  </a:lnTo>
                  <a:lnTo>
                    <a:pt x="2398926" y="4021344"/>
                  </a:lnTo>
                  <a:lnTo>
                    <a:pt x="2399552" y="4021344"/>
                  </a:lnTo>
                  <a:lnTo>
                    <a:pt x="2400677" y="4021344"/>
                  </a:lnTo>
                  <a:lnTo>
                    <a:pt x="2401552" y="4021344"/>
                  </a:lnTo>
                  <a:lnTo>
                    <a:pt x="2401677" y="4021344"/>
                  </a:lnTo>
                  <a:lnTo>
                    <a:pt x="2401927" y="4021344"/>
                  </a:lnTo>
                  <a:lnTo>
                    <a:pt x="2402052" y="4021344"/>
                  </a:lnTo>
                  <a:lnTo>
                    <a:pt x="2405554" y="4011390"/>
                  </a:lnTo>
                  <a:lnTo>
                    <a:pt x="2405804" y="4011390"/>
                  </a:lnTo>
                  <a:lnTo>
                    <a:pt x="2407429" y="4011390"/>
                  </a:lnTo>
                  <a:lnTo>
                    <a:pt x="2408805" y="4011390"/>
                  </a:lnTo>
                  <a:lnTo>
                    <a:pt x="2409430" y="4011390"/>
                  </a:lnTo>
                  <a:lnTo>
                    <a:pt x="2409930" y="4011390"/>
                  </a:lnTo>
                  <a:lnTo>
                    <a:pt x="2411181" y="4011390"/>
                  </a:lnTo>
                  <a:lnTo>
                    <a:pt x="2411431" y="4011390"/>
                  </a:lnTo>
                  <a:lnTo>
                    <a:pt x="2413056" y="4011390"/>
                  </a:lnTo>
                  <a:lnTo>
                    <a:pt x="2414432" y="4011390"/>
                  </a:lnTo>
                  <a:lnTo>
                    <a:pt x="2414932" y="4011390"/>
                  </a:lnTo>
                  <a:lnTo>
                    <a:pt x="2415307" y="4011390"/>
                  </a:lnTo>
                  <a:lnTo>
                    <a:pt x="2416807" y="4011390"/>
                  </a:lnTo>
                  <a:lnTo>
                    <a:pt x="2417183" y="4011390"/>
                  </a:lnTo>
                  <a:lnTo>
                    <a:pt x="2418433" y="4011390"/>
                  </a:lnTo>
                  <a:lnTo>
                    <a:pt x="2418933" y="4011390"/>
                  </a:lnTo>
                  <a:lnTo>
                    <a:pt x="2419558" y="4011390"/>
                  </a:lnTo>
                  <a:lnTo>
                    <a:pt x="2420059" y="4011390"/>
                  </a:lnTo>
                  <a:lnTo>
                    <a:pt x="2420434" y="4011390"/>
                  </a:lnTo>
                  <a:lnTo>
                    <a:pt x="2421059" y="4011390"/>
                  </a:lnTo>
                  <a:lnTo>
                    <a:pt x="2422934" y="4011390"/>
                  </a:lnTo>
                  <a:lnTo>
                    <a:pt x="2423310" y="4011390"/>
                  </a:lnTo>
                  <a:lnTo>
                    <a:pt x="2424310" y="4011390"/>
                  </a:lnTo>
                  <a:lnTo>
                    <a:pt x="2425560" y="4011390"/>
                  </a:lnTo>
                  <a:lnTo>
                    <a:pt x="2426311" y="4011390"/>
                  </a:lnTo>
                  <a:lnTo>
                    <a:pt x="2426561" y="4011390"/>
                  </a:lnTo>
                  <a:lnTo>
                    <a:pt x="2427561" y="4011390"/>
                  </a:lnTo>
                  <a:lnTo>
                    <a:pt x="2428811" y="4001436"/>
                  </a:lnTo>
                  <a:lnTo>
                    <a:pt x="2429062" y="4001436"/>
                  </a:lnTo>
                  <a:lnTo>
                    <a:pt x="2430687" y="4001436"/>
                  </a:lnTo>
                  <a:lnTo>
                    <a:pt x="2431437" y="4001436"/>
                  </a:lnTo>
                  <a:lnTo>
                    <a:pt x="2432438" y="4001436"/>
                  </a:lnTo>
                  <a:lnTo>
                    <a:pt x="2432688" y="4001436"/>
                  </a:lnTo>
                  <a:lnTo>
                    <a:pt x="2432938" y="4001436"/>
                  </a:lnTo>
                  <a:lnTo>
                    <a:pt x="2433563" y="4001436"/>
                  </a:lnTo>
                  <a:lnTo>
                    <a:pt x="2435439" y="4001436"/>
                  </a:lnTo>
                  <a:lnTo>
                    <a:pt x="2435689" y="4001436"/>
                  </a:lnTo>
                  <a:lnTo>
                    <a:pt x="2437814" y="4001436"/>
                  </a:lnTo>
                  <a:lnTo>
                    <a:pt x="2438190" y="4001436"/>
                  </a:lnTo>
                  <a:lnTo>
                    <a:pt x="2439190" y="4001436"/>
                  </a:lnTo>
                  <a:lnTo>
                    <a:pt x="2439315" y="4001436"/>
                  </a:lnTo>
                  <a:lnTo>
                    <a:pt x="2439690" y="4001436"/>
                  </a:lnTo>
                  <a:lnTo>
                    <a:pt x="2442566" y="3991482"/>
                  </a:lnTo>
                  <a:lnTo>
                    <a:pt x="2443566" y="3991482"/>
                  </a:lnTo>
                  <a:lnTo>
                    <a:pt x="2445192" y="3981529"/>
                  </a:lnTo>
                  <a:lnTo>
                    <a:pt x="2446317" y="3981529"/>
                  </a:lnTo>
                  <a:lnTo>
                    <a:pt x="2447068" y="3981529"/>
                  </a:lnTo>
                  <a:lnTo>
                    <a:pt x="2447443" y="3981529"/>
                  </a:lnTo>
                  <a:lnTo>
                    <a:pt x="2448193" y="3981529"/>
                  </a:lnTo>
                  <a:lnTo>
                    <a:pt x="2449193" y="3981529"/>
                  </a:lnTo>
                  <a:lnTo>
                    <a:pt x="2451194" y="3981529"/>
                  </a:lnTo>
                  <a:lnTo>
                    <a:pt x="2452444" y="3981529"/>
                  </a:lnTo>
                  <a:lnTo>
                    <a:pt x="2453195" y="3981529"/>
                  </a:lnTo>
                  <a:lnTo>
                    <a:pt x="2454570" y="3981529"/>
                  </a:lnTo>
                  <a:lnTo>
                    <a:pt x="2454945" y="3981529"/>
                  </a:lnTo>
                  <a:lnTo>
                    <a:pt x="2455445" y="3981529"/>
                  </a:lnTo>
                  <a:lnTo>
                    <a:pt x="2455570" y="3981529"/>
                  </a:lnTo>
                  <a:lnTo>
                    <a:pt x="2455695" y="3981529"/>
                  </a:lnTo>
                  <a:lnTo>
                    <a:pt x="2457196" y="3981529"/>
                  </a:lnTo>
                  <a:lnTo>
                    <a:pt x="2457821" y="3981529"/>
                  </a:lnTo>
                  <a:lnTo>
                    <a:pt x="2459697" y="3981529"/>
                  </a:lnTo>
                  <a:lnTo>
                    <a:pt x="2460072" y="3981529"/>
                  </a:lnTo>
                  <a:lnTo>
                    <a:pt x="2462073" y="3981529"/>
                  </a:lnTo>
                  <a:lnTo>
                    <a:pt x="2462448" y="3981529"/>
                  </a:lnTo>
                  <a:lnTo>
                    <a:pt x="2463698" y="3981529"/>
                  </a:lnTo>
                  <a:lnTo>
                    <a:pt x="2464323" y="3981529"/>
                  </a:lnTo>
                  <a:lnTo>
                    <a:pt x="2464448" y="3971575"/>
                  </a:lnTo>
                  <a:lnTo>
                    <a:pt x="2464698" y="3971575"/>
                  </a:lnTo>
                  <a:lnTo>
                    <a:pt x="2466574" y="3971575"/>
                  </a:lnTo>
                  <a:lnTo>
                    <a:pt x="2467199" y="3971575"/>
                  </a:lnTo>
                  <a:lnTo>
                    <a:pt x="2467574" y="3971575"/>
                  </a:lnTo>
                  <a:lnTo>
                    <a:pt x="2468075" y="3971575"/>
                  </a:lnTo>
                  <a:lnTo>
                    <a:pt x="2468450" y="3971575"/>
                  </a:lnTo>
                  <a:lnTo>
                    <a:pt x="2469325" y="3971575"/>
                  </a:lnTo>
                  <a:lnTo>
                    <a:pt x="2470325" y="3961621"/>
                  </a:lnTo>
                  <a:lnTo>
                    <a:pt x="2470825" y="3961621"/>
                  </a:lnTo>
                  <a:lnTo>
                    <a:pt x="2472201" y="3961621"/>
                  </a:lnTo>
                  <a:lnTo>
                    <a:pt x="2472326" y="3961621"/>
                  </a:lnTo>
                  <a:lnTo>
                    <a:pt x="2472826" y="3961621"/>
                  </a:lnTo>
                  <a:lnTo>
                    <a:pt x="2472951" y="3961621"/>
                  </a:lnTo>
                  <a:lnTo>
                    <a:pt x="2473952" y="3961621"/>
                  </a:lnTo>
                  <a:lnTo>
                    <a:pt x="2475327" y="3961621"/>
                  </a:lnTo>
                  <a:lnTo>
                    <a:pt x="2475577" y="3961621"/>
                  </a:lnTo>
                  <a:lnTo>
                    <a:pt x="2476452" y="3951667"/>
                  </a:lnTo>
                  <a:lnTo>
                    <a:pt x="2477078" y="3951667"/>
                  </a:lnTo>
                  <a:lnTo>
                    <a:pt x="2477453" y="3951667"/>
                  </a:lnTo>
                  <a:lnTo>
                    <a:pt x="2478078" y="3951667"/>
                  </a:lnTo>
                  <a:lnTo>
                    <a:pt x="2478328" y="3941713"/>
                  </a:lnTo>
                  <a:lnTo>
                    <a:pt x="2479578" y="3941713"/>
                  </a:lnTo>
                  <a:lnTo>
                    <a:pt x="2480579" y="3941713"/>
                  </a:lnTo>
                  <a:lnTo>
                    <a:pt x="2480829" y="3941713"/>
                  </a:lnTo>
                  <a:lnTo>
                    <a:pt x="2481079" y="3941713"/>
                  </a:lnTo>
                  <a:lnTo>
                    <a:pt x="2482579" y="3941713"/>
                  </a:lnTo>
                  <a:lnTo>
                    <a:pt x="2483955" y="3941713"/>
                  </a:lnTo>
                  <a:lnTo>
                    <a:pt x="2484580" y="3941713"/>
                  </a:lnTo>
                  <a:lnTo>
                    <a:pt x="2485455" y="3941713"/>
                  </a:lnTo>
                  <a:lnTo>
                    <a:pt x="2486456" y="3941713"/>
                  </a:lnTo>
                  <a:lnTo>
                    <a:pt x="2487206" y="3941713"/>
                  </a:lnTo>
                  <a:lnTo>
                    <a:pt x="2487456" y="3941713"/>
                  </a:lnTo>
                  <a:lnTo>
                    <a:pt x="2487706" y="3941713"/>
                  </a:lnTo>
                  <a:lnTo>
                    <a:pt x="2489707" y="3941713"/>
                  </a:lnTo>
                  <a:lnTo>
                    <a:pt x="2490832" y="3941713"/>
                  </a:lnTo>
                  <a:lnTo>
                    <a:pt x="2493208" y="3941713"/>
                  </a:lnTo>
                  <a:lnTo>
                    <a:pt x="2494583" y="3941713"/>
                  </a:lnTo>
                  <a:lnTo>
                    <a:pt x="2495834" y="3941713"/>
                  </a:lnTo>
                  <a:lnTo>
                    <a:pt x="2496209" y="3941713"/>
                  </a:lnTo>
                  <a:lnTo>
                    <a:pt x="2496959" y="3941713"/>
                  </a:lnTo>
                  <a:lnTo>
                    <a:pt x="2497209" y="3931759"/>
                  </a:lnTo>
                  <a:lnTo>
                    <a:pt x="2499460" y="3921806"/>
                  </a:lnTo>
                  <a:lnTo>
                    <a:pt x="2499835" y="3921806"/>
                  </a:lnTo>
                  <a:lnTo>
                    <a:pt x="2500585" y="3921806"/>
                  </a:lnTo>
                  <a:lnTo>
                    <a:pt x="2501711" y="3921806"/>
                  </a:lnTo>
                  <a:lnTo>
                    <a:pt x="2502336" y="3921806"/>
                  </a:lnTo>
                  <a:lnTo>
                    <a:pt x="2503586" y="3921806"/>
                  </a:lnTo>
                  <a:lnTo>
                    <a:pt x="2504587" y="3911852"/>
                  </a:lnTo>
                  <a:lnTo>
                    <a:pt x="2505587" y="3911852"/>
                  </a:lnTo>
                  <a:lnTo>
                    <a:pt x="2506087" y="3911852"/>
                  </a:lnTo>
                  <a:lnTo>
                    <a:pt x="2506587" y="3901898"/>
                  </a:lnTo>
                  <a:lnTo>
                    <a:pt x="2507088" y="3901898"/>
                  </a:lnTo>
                  <a:lnTo>
                    <a:pt x="2507838" y="3901898"/>
                  </a:lnTo>
                  <a:lnTo>
                    <a:pt x="2508588" y="3901898"/>
                  </a:lnTo>
                  <a:lnTo>
                    <a:pt x="2510464" y="3891944"/>
                  </a:lnTo>
                  <a:lnTo>
                    <a:pt x="2511339" y="3891944"/>
                  </a:lnTo>
                  <a:lnTo>
                    <a:pt x="2511464" y="3891944"/>
                  </a:lnTo>
                  <a:lnTo>
                    <a:pt x="2512214" y="3891944"/>
                  </a:lnTo>
                  <a:lnTo>
                    <a:pt x="2512589" y="3891944"/>
                  </a:lnTo>
                  <a:lnTo>
                    <a:pt x="2513090" y="3891944"/>
                  </a:lnTo>
                  <a:lnTo>
                    <a:pt x="2516091" y="3891944"/>
                  </a:lnTo>
                  <a:lnTo>
                    <a:pt x="2516216" y="3891944"/>
                  </a:lnTo>
                  <a:lnTo>
                    <a:pt x="2516966" y="3891944"/>
                  </a:lnTo>
                  <a:lnTo>
                    <a:pt x="2518341" y="3891944"/>
                  </a:lnTo>
                  <a:lnTo>
                    <a:pt x="2518466" y="3891944"/>
                  </a:lnTo>
                  <a:lnTo>
                    <a:pt x="2518716" y="3891944"/>
                  </a:lnTo>
                  <a:lnTo>
                    <a:pt x="2522093" y="3891944"/>
                  </a:lnTo>
                  <a:lnTo>
                    <a:pt x="2523218" y="3891944"/>
                  </a:lnTo>
                  <a:lnTo>
                    <a:pt x="2523468" y="3891944"/>
                  </a:lnTo>
                  <a:lnTo>
                    <a:pt x="2523718" y="3891944"/>
                  </a:lnTo>
                  <a:lnTo>
                    <a:pt x="2524719" y="3891944"/>
                  </a:lnTo>
                  <a:lnTo>
                    <a:pt x="2524844" y="3891944"/>
                  </a:lnTo>
                  <a:lnTo>
                    <a:pt x="2526844" y="3891944"/>
                  </a:lnTo>
                  <a:lnTo>
                    <a:pt x="2527094" y="3891944"/>
                  </a:lnTo>
                  <a:lnTo>
                    <a:pt x="2528345" y="3891944"/>
                  </a:lnTo>
                  <a:lnTo>
                    <a:pt x="2529595" y="3891944"/>
                  </a:lnTo>
                  <a:lnTo>
                    <a:pt x="2530595" y="3891944"/>
                  </a:lnTo>
                  <a:lnTo>
                    <a:pt x="2531221" y="3891944"/>
                  </a:lnTo>
                  <a:lnTo>
                    <a:pt x="2531596" y="3891944"/>
                  </a:lnTo>
                  <a:lnTo>
                    <a:pt x="2532096" y="3891944"/>
                  </a:lnTo>
                  <a:lnTo>
                    <a:pt x="2532346" y="3891944"/>
                  </a:lnTo>
                  <a:lnTo>
                    <a:pt x="2532596" y="3891944"/>
                  </a:lnTo>
                  <a:lnTo>
                    <a:pt x="2534222" y="3891944"/>
                  </a:lnTo>
                  <a:lnTo>
                    <a:pt x="2535847" y="3891944"/>
                  </a:lnTo>
                  <a:lnTo>
                    <a:pt x="2536723" y="3891944"/>
                  </a:lnTo>
                  <a:lnTo>
                    <a:pt x="2537223" y="3891944"/>
                  </a:lnTo>
                  <a:lnTo>
                    <a:pt x="2538723" y="3891944"/>
                  </a:lnTo>
                  <a:lnTo>
                    <a:pt x="2539598" y="3891944"/>
                  </a:lnTo>
                  <a:lnTo>
                    <a:pt x="2540849" y="3891944"/>
                  </a:lnTo>
                  <a:lnTo>
                    <a:pt x="2541599" y="3891944"/>
                  </a:lnTo>
                  <a:lnTo>
                    <a:pt x="2541849" y="3891944"/>
                  </a:lnTo>
                  <a:lnTo>
                    <a:pt x="2541974" y="3891944"/>
                  </a:lnTo>
                  <a:lnTo>
                    <a:pt x="2543600" y="3891944"/>
                  </a:lnTo>
                  <a:lnTo>
                    <a:pt x="2544475" y="3891944"/>
                  </a:lnTo>
                  <a:lnTo>
                    <a:pt x="2545225" y="3891944"/>
                  </a:lnTo>
                  <a:lnTo>
                    <a:pt x="2545726" y="3891944"/>
                  </a:lnTo>
                  <a:lnTo>
                    <a:pt x="2548226" y="3891944"/>
                  </a:lnTo>
                  <a:lnTo>
                    <a:pt x="2548852" y="3891944"/>
                  </a:lnTo>
                  <a:lnTo>
                    <a:pt x="2550977" y="3891944"/>
                  </a:lnTo>
                  <a:lnTo>
                    <a:pt x="2551602" y="3891944"/>
                  </a:lnTo>
                  <a:lnTo>
                    <a:pt x="2552728" y="3891944"/>
                  </a:lnTo>
                  <a:lnTo>
                    <a:pt x="2556354" y="3891944"/>
                  </a:lnTo>
                  <a:lnTo>
                    <a:pt x="2557354" y="3891944"/>
                  </a:lnTo>
                  <a:lnTo>
                    <a:pt x="2557730" y="3891944"/>
                  </a:lnTo>
                  <a:lnTo>
                    <a:pt x="2559480" y="3881990"/>
                  </a:lnTo>
                  <a:lnTo>
                    <a:pt x="2560355" y="3881990"/>
                  </a:lnTo>
                  <a:lnTo>
                    <a:pt x="2560480" y="3881990"/>
                  </a:lnTo>
                  <a:lnTo>
                    <a:pt x="2561606" y="3881990"/>
                  </a:lnTo>
                  <a:lnTo>
                    <a:pt x="2563356" y="3881990"/>
                  </a:lnTo>
                  <a:lnTo>
                    <a:pt x="2564107" y="3881990"/>
                  </a:lnTo>
                  <a:lnTo>
                    <a:pt x="2564607" y="3881990"/>
                  </a:lnTo>
                  <a:lnTo>
                    <a:pt x="2564857" y="3881990"/>
                  </a:lnTo>
                  <a:lnTo>
                    <a:pt x="2565357" y="3881990"/>
                  </a:lnTo>
                  <a:lnTo>
                    <a:pt x="2565982" y="3881990"/>
                  </a:lnTo>
                  <a:lnTo>
                    <a:pt x="2566733" y="3881990"/>
                  </a:lnTo>
                  <a:lnTo>
                    <a:pt x="2568483" y="3881990"/>
                  </a:lnTo>
                  <a:lnTo>
                    <a:pt x="2568608" y="3872037"/>
                  </a:lnTo>
                  <a:lnTo>
                    <a:pt x="2569233" y="3872037"/>
                  </a:lnTo>
                  <a:lnTo>
                    <a:pt x="2570859" y="3872037"/>
                  </a:lnTo>
                  <a:lnTo>
                    <a:pt x="2571734" y="3872037"/>
                  </a:lnTo>
                  <a:lnTo>
                    <a:pt x="2572234" y="3872037"/>
                  </a:lnTo>
                  <a:lnTo>
                    <a:pt x="2573360" y="3872037"/>
                  </a:lnTo>
                  <a:lnTo>
                    <a:pt x="2573485" y="3872037"/>
                  </a:lnTo>
                  <a:lnTo>
                    <a:pt x="2574235" y="3872037"/>
                  </a:lnTo>
                  <a:lnTo>
                    <a:pt x="2575235" y="3872037"/>
                  </a:lnTo>
                  <a:lnTo>
                    <a:pt x="2578737" y="3862083"/>
                  </a:lnTo>
                  <a:lnTo>
                    <a:pt x="2579737" y="3862083"/>
                  </a:lnTo>
                  <a:lnTo>
                    <a:pt x="2579987" y="3862083"/>
                  </a:lnTo>
                  <a:lnTo>
                    <a:pt x="2580362" y="3862083"/>
                  </a:lnTo>
                  <a:lnTo>
                    <a:pt x="2581613" y="3852129"/>
                  </a:lnTo>
                  <a:lnTo>
                    <a:pt x="2582113" y="3852129"/>
                  </a:lnTo>
                  <a:lnTo>
                    <a:pt x="2582988" y="3852129"/>
                  </a:lnTo>
                  <a:lnTo>
                    <a:pt x="2583738" y="3852129"/>
                  </a:lnTo>
                  <a:lnTo>
                    <a:pt x="2583863" y="3852129"/>
                  </a:lnTo>
                  <a:lnTo>
                    <a:pt x="2584363" y="3852129"/>
                  </a:lnTo>
                  <a:lnTo>
                    <a:pt x="2585489" y="3852129"/>
                  </a:lnTo>
                  <a:lnTo>
                    <a:pt x="2587239" y="3852129"/>
                  </a:lnTo>
                  <a:lnTo>
                    <a:pt x="2587865" y="3852129"/>
                  </a:lnTo>
                  <a:lnTo>
                    <a:pt x="2589115" y="3852129"/>
                  </a:lnTo>
                  <a:lnTo>
                    <a:pt x="2589865" y="3852129"/>
                  </a:lnTo>
                  <a:lnTo>
                    <a:pt x="2590616" y="3852129"/>
                  </a:lnTo>
                  <a:lnTo>
                    <a:pt x="2591116" y="3852129"/>
                  </a:lnTo>
                  <a:lnTo>
                    <a:pt x="2592241" y="3852129"/>
                  </a:lnTo>
                  <a:lnTo>
                    <a:pt x="2593241" y="3852129"/>
                  </a:lnTo>
                  <a:lnTo>
                    <a:pt x="2594117" y="3852129"/>
                  </a:lnTo>
                  <a:lnTo>
                    <a:pt x="2594492" y="3852129"/>
                  </a:lnTo>
                  <a:lnTo>
                    <a:pt x="2594617" y="3852129"/>
                  </a:lnTo>
                  <a:lnTo>
                    <a:pt x="2595742" y="3852129"/>
                  </a:lnTo>
                  <a:lnTo>
                    <a:pt x="2596242" y="3852129"/>
                  </a:lnTo>
                  <a:lnTo>
                    <a:pt x="2596868" y="3852129"/>
                  </a:lnTo>
                  <a:lnTo>
                    <a:pt x="2597868" y="3852129"/>
                  </a:lnTo>
                  <a:lnTo>
                    <a:pt x="2598243" y="3852129"/>
                  </a:lnTo>
                  <a:lnTo>
                    <a:pt x="2599493" y="3852129"/>
                  </a:lnTo>
                  <a:lnTo>
                    <a:pt x="2603120" y="3852129"/>
                  </a:lnTo>
                  <a:lnTo>
                    <a:pt x="2603745" y="3852129"/>
                  </a:lnTo>
                  <a:lnTo>
                    <a:pt x="2604120" y="3852129"/>
                  </a:lnTo>
                  <a:lnTo>
                    <a:pt x="2604620" y="3852129"/>
                  </a:lnTo>
                  <a:lnTo>
                    <a:pt x="2605245" y="3852129"/>
                  </a:lnTo>
                  <a:lnTo>
                    <a:pt x="2605496" y="3852129"/>
                  </a:lnTo>
                  <a:lnTo>
                    <a:pt x="2605996" y="3852129"/>
                  </a:lnTo>
                  <a:lnTo>
                    <a:pt x="2608872" y="3852129"/>
                  </a:lnTo>
                  <a:lnTo>
                    <a:pt x="2609747" y="3852129"/>
                  </a:lnTo>
                  <a:lnTo>
                    <a:pt x="2610622" y="3852129"/>
                  </a:lnTo>
                  <a:lnTo>
                    <a:pt x="2610747" y="3852129"/>
                  </a:lnTo>
                  <a:lnTo>
                    <a:pt x="2611623" y="3852129"/>
                  </a:lnTo>
                  <a:lnTo>
                    <a:pt x="2612248" y="3852129"/>
                  </a:lnTo>
                  <a:lnTo>
                    <a:pt x="2612748" y="3852129"/>
                  </a:lnTo>
                  <a:lnTo>
                    <a:pt x="2614499" y="3852129"/>
                  </a:lnTo>
                  <a:lnTo>
                    <a:pt x="2615999" y="3852129"/>
                  </a:lnTo>
                  <a:lnTo>
                    <a:pt x="2618625" y="3852129"/>
                  </a:lnTo>
                  <a:lnTo>
                    <a:pt x="2618875" y="3852129"/>
                  </a:lnTo>
                  <a:lnTo>
                    <a:pt x="2619000" y="3852129"/>
                  </a:lnTo>
                  <a:lnTo>
                    <a:pt x="2620751" y="3852129"/>
                  </a:lnTo>
                  <a:lnTo>
                    <a:pt x="2621751" y="3852129"/>
                  </a:lnTo>
                  <a:lnTo>
                    <a:pt x="2622501" y="3852129"/>
                  </a:lnTo>
                  <a:lnTo>
                    <a:pt x="2622751" y="3852129"/>
                  </a:lnTo>
                  <a:lnTo>
                    <a:pt x="2622876" y="3852129"/>
                  </a:lnTo>
                  <a:lnTo>
                    <a:pt x="2623251" y="3852129"/>
                  </a:lnTo>
                  <a:lnTo>
                    <a:pt x="2624377" y="3852129"/>
                  </a:lnTo>
                  <a:lnTo>
                    <a:pt x="2624627" y="3852129"/>
                  </a:lnTo>
                  <a:lnTo>
                    <a:pt x="2625377" y="3852129"/>
                  </a:lnTo>
                  <a:lnTo>
                    <a:pt x="2626252" y="3852129"/>
                  </a:lnTo>
                  <a:lnTo>
                    <a:pt x="2627128" y="3852129"/>
                  </a:lnTo>
                  <a:lnTo>
                    <a:pt x="2629629" y="3852129"/>
                  </a:lnTo>
                  <a:lnTo>
                    <a:pt x="2630004" y="3852129"/>
                  </a:lnTo>
                  <a:lnTo>
                    <a:pt x="2630629" y="3852129"/>
                  </a:lnTo>
                  <a:lnTo>
                    <a:pt x="2632379" y="3852129"/>
                  </a:lnTo>
                  <a:lnTo>
                    <a:pt x="2632505" y="3852129"/>
                  </a:lnTo>
                  <a:lnTo>
                    <a:pt x="2633505" y="3852129"/>
                  </a:lnTo>
                  <a:lnTo>
                    <a:pt x="2633755" y="3852129"/>
                  </a:lnTo>
                  <a:lnTo>
                    <a:pt x="2636131" y="3852129"/>
                  </a:lnTo>
                  <a:lnTo>
                    <a:pt x="2636506" y="3852129"/>
                  </a:lnTo>
                  <a:lnTo>
                    <a:pt x="2636756" y="3852129"/>
                  </a:lnTo>
                  <a:lnTo>
                    <a:pt x="2638507" y="3852129"/>
                  </a:lnTo>
                  <a:lnTo>
                    <a:pt x="2638882" y="3852129"/>
                  </a:lnTo>
                  <a:lnTo>
                    <a:pt x="2640007" y="3852129"/>
                  </a:lnTo>
                  <a:lnTo>
                    <a:pt x="2641383" y="3842175"/>
                  </a:lnTo>
                  <a:lnTo>
                    <a:pt x="2643008" y="3842175"/>
                  </a:lnTo>
                  <a:lnTo>
                    <a:pt x="2645759" y="3842175"/>
                  </a:lnTo>
                  <a:lnTo>
                    <a:pt x="2647134" y="3832221"/>
                  </a:lnTo>
                  <a:lnTo>
                    <a:pt x="2647760" y="3832221"/>
                  </a:lnTo>
                  <a:lnTo>
                    <a:pt x="2647885" y="3832221"/>
                  </a:lnTo>
                  <a:lnTo>
                    <a:pt x="2649385" y="3832221"/>
                  </a:lnTo>
                  <a:lnTo>
                    <a:pt x="2650135" y="3832221"/>
                  </a:lnTo>
                  <a:lnTo>
                    <a:pt x="2650761" y="3832221"/>
                  </a:lnTo>
                  <a:lnTo>
                    <a:pt x="2651261" y="3822267"/>
                  </a:lnTo>
                  <a:lnTo>
                    <a:pt x="2652136" y="3822267"/>
                  </a:lnTo>
                  <a:lnTo>
                    <a:pt x="2652886" y="3822267"/>
                  </a:lnTo>
                  <a:lnTo>
                    <a:pt x="2654137" y="3822267"/>
                  </a:lnTo>
                  <a:lnTo>
                    <a:pt x="2655012" y="3822267"/>
                  </a:lnTo>
                  <a:lnTo>
                    <a:pt x="2655637" y="3822267"/>
                  </a:lnTo>
                  <a:lnTo>
                    <a:pt x="2657513" y="3822267"/>
                  </a:lnTo>
                  <a:lnTo>
                    <a:pt x="2658013" y="3822267"/>
                  </a:lnTo>
                  <a:lnTo>
                    <a:pt x="2658513" y="3822267"/>
                  </a:lnTo>
                  <a:lnTo>
                    <a:pt x="2659514" y="3822267"/>
                  </a:lnTo>
                  <a:lnTo>
                    <a:pt x="2660139" y="3822267"/>
                  </a:lnTo>
                  <a:lnTo>
                    <a:pt x="2661139" y="3822267"/>
                  </a:lnTo>
                  <a:lnTo>
                    <a:pt x="2661514" y="3822267"/>
                  </a:lnTo>
                  <a:lnTo>
                    <a:pt x="2662765" y="3822267"/>
                  </a:lnTo>
                  <a:lnTo>
                    <a:pt x="2663015" y="3822267"/>
                  </a:lnTo>
                  <a:lnTo>
                    <a:pt x="2663890" y="3822267"/>
                  </a:lnTo>
                  <a:lnTo>
                    <a:pt x="2664640" y="3822267"/>
                  </a:lnTo>
                  <a:lnTo>
                    <a:pt x="2665015" y="3822267"/>
                  </a:lnTo>
                  <a:lnTo>
                    <a:pt x="2666141" y="3822267"/>
                  </a:lnTo>
                  <a:lnTo>
                    <a:pt x="2668016" y="3822267"/>
                  </a:lnTo>
                  <a:lnTo>
                    <a:pt x="2668392" y="3822267"/>
                  </a:lnTo>
                  <a:lnTo>
                    <a:pt x="2668642" y="3812314"/>
                  </a:lnTo>
                  <a:lnTo>
                    <a:pt x="2669017" y="3812314"/>
                  </a:lnTo>
                  <a:lnTo>
                    <a:pt x="2670767" y="3812314"/>
                  </a:lnTo>
                  <a:lnTo>
                    <a:pt x="2671893" y="3812314"/>
                  </a:lnTo>
                  <a:lnTo>
                    <a:pt x="2672018" y="3812314"/>
                  </a:lnTo>
                  <a:lnTo>
                    <a:pt x="2673268" y="3812314"/>
                  </a:lnTo>
                  <a:lnTo>
                    <a:pt x="2674018" y="3802360"/>
                  </a:lnTo>
                  <a:lnTo>
                    <a:pt x="2674644" y="3802360"/>
                  </a:lnTo>
                  <a:lnTo>
                    <a:pt x="2674769" y="3802360"/>
                  </a:lnTo>
                  <a:lnTo>
                    <a:pt x="2674894" y="3802360"/>
                  </a:lnTo>
                  <a:lnTo>
                    <a:pt x="2676394" y="3802360"/>
                  </a:lnTo>
                  <a:lnTo>
                    <a:pt x="2677895" y="3802360"/>
                  </a:lnTo>
                  <a:lnTo>
                    <a:pt x="2679145" y="3802360"/>
                  </a:lnTo>
                  <a:lnTo>
                    <a:pt x="2679395" y="3802360"/>
                  </a:lnTo>
                  <a:lnTo>
                    <a:pt x="2680521" y="3802360"/>
                  </a:lnTo>
                  <a:lnTo>
                    <a:pt x="2680771" y="3802360"/>
                  </a:lnTo>
                  <a:lnTo>
                    <a:pt x="2685022" y="3802360"/>
                  </a:lnTo>
                  <a:lnTo>
                    <a:pt x="2685397" y="3792406"/>
                  </a:lnTo>
                  <a:lnTo>
                    <a:pt x="2686147" y="3792406"/>
                  </a:lnTo>
                  <a:lnTo>
                    <a:pt x="2687023" y="3792406"/>
                  </a:lnTo>
                  <a:lnTo>
                    <a:pt x="2687898" y="3792406"/>
                  </a:lnTo>
                  <a:lnTo>
                    <a:pt x="2690274" y="3792406"/>
                  </a:lnTo>
                  <a:lnTo>
                    <a:pt x="2690774" y="3782452"/>
                  </a:lnTo>
                  <a:lnTo>
                    <a:pt x="2691024" y="3782452"/>
                  </a:lnTo>
                  <a:lnTo>
                    <a:pt x="2691649" y="3782452"/>
                  </a:lnTo>
                  <a:lnTo>
                    <a:pt x="2691774" y="3782452"/>
                  </a:lnTo>
                  <a:lnTo>
                    <a:pt x="2693025" y="3782452"/>
                  </a:lnTo>
                  <a:lnTo>
                    <a:pt x="2695401" y="3782452"/>
                  </a:lnTo>
                  <a:lnTo>
                    <a:pt x="2696901" y="3782452"/>
                  </a:lnTo>
                  <a:lnTo>
                    <a:pt x="2698902" y="3782452"/>
                  </a:lnTo>
                  <a:lnTo>
                    <a:pt x="2699777" y="3782452"/>
                  </a:lnTo>
                  <a:lnTo>
                    <a:pt x="2700527" y="3782452"/>
                  </a:lnTo>
                  <a:lnTo>
                    <a:pt x="2701903" y="3782452"/>
                  </a:lnTo>
                  <a:lnTo>
                    <a:pt x="2702153" y="3782452"/>
                  </a:lnTo>
                  <a:lnTo>
                    <a:pt x="2703153" y="3782452"/>
                  </a:lnTo>
                  <a:lnTo>
                    <a:pt x="2703278" y="3782452"/>
                  </a:lnTo>
                  <a:lnTo>
                    <a:pt x="2706779" y="3782452"/>
                  </a:lnTo>
                  <a:lnTo>
                    <a:pt x="2707530" y="3782452"/>
                  </a:lnTo>
                  <a:lnTo>
                    <a:pt x="2707780" y="3782452"/>
                  </a:lnTo>
                  <a:lnTo>
                    <a:pt x="2708030" y="3782452"/>
                  </a:lnTo>
                  <a:lnTo>
                    <a:pt x="2708280" y="3782452"/>
                  </a:lnTo>
                  <a:lnTo>
                    <a:pt x="2708905" y="3782452"/>
                  </a:lnTo>
                  <a:lnTo>
                    <a:pt x="2709155" y="3782452"/>
                  </a:lnTo>
                  <a:lnTo>
                    <a:pt x="2709655" y="3782452"/>
                  </a:lnTo>
                  <a:lnTo>
                    <a:pt x="2710281" y="3782452"/>
                  </a:lnTo>
                  <a:lnTo>
                    <a:pt x="2711781" y="3782452"/>
                  </a:lnTo>
                  <a:lnTo>
                    <a:pt x="2713532" y="3782452"/>
                  </a:lnTo>
                  <a:lnTo>
                    <a:pt x="2716658" y="3782452"/>
                  </a:lnTo>
                  <a:lnTo>
                    <a:pt x="2716908" y="3782452"/>
                  </a:lnTo>
                  <a:lnTo>
                    <a:pt x="2717533" y="3782452"/>
                  </a:lnTo>
                  <a:lnTo>
                    <a:pt x="2718408" y="3782452"/>
                  </a:lnTo>
                  <a:lnTo>
                    <a:pt x="2719159" y="3782452"/>
                  </a:lnTo>
                  <a:lnTo>
                    <a:pt x="2720034" y="3782452"/>
                  </a:lnTo>
                  <a:lnTo>
                    <a:pt x="2722535" y="3782452"/>
                  </a:lnTo>
                  <a:lnTo>
                    <a:pt x="2723535" y="3782452"/>
                  </a:lnTo>
                  <a:lnTo>
                    <a:pt x="2723910" y="3782452"/>
                  </a:lnTo>
                  <a:lnTo>
                    <a:pt x="2725035" y="3782452"/>
                  </a:lnTo>
                  <a:lnTo>
                    <a:pt x="2725161" y="3782452"/>
                  </a:lnTo>
                  <a:lnTo>
                    <a:pt x="2726161" y="3782452"/>
                  </a:lnTo>
                  <a:lnTo>
                    <a:pt x="2728162" y="3782452"/>
                  </a:lnTo>
                  <a:lnTo>
                    <a:pt x="2728912" y="3782452"/>
                  </a:lnTo>
                  <a:lnTo>
                    <a:pt x="2729912" y="3782452"/>
                  </a:lnTo>
                  <a:lnTo>
                    <a:pt x="2732288" y="3772498"/>
                  </a:lnTo>
                  <a:lnTo>
                    <a:pt x="2732413" y="3772498"/>
                  </a:lnTo>
                  <a:lnTo>
                    <a:pt x="2733663" y="3772498"/>
                  </a:lnTo>
                  <a:lnTo>
                    <a:pt x="2734914" y="3772498"/>
                  </a:lnTo>
                  <a:lnTo>
                    <a:pt x="2738165" y="3772498"/>
                  </a:lnTo>
                  <a:lnTo>
                    <a:pt x="2739290" y="3772498"/>
                  </a:lnTo>
                  <a:lnTo>
                    <a:pt x="2740416" y="3772498"/>
                  </a:lnTo>
                  <a:lnTo>
                    <a:pt x="2741041" y="3772498"/>
                  </a:lnTo>
                  <a:lnTo>
                    <a:pt x="2741666" y="3772498"/>
                  </a:lnTo>
                  <a:lnTo>
                    <a:pt x="2743542" y="3772498"/>
                  </a:lnTo>
                  <a:lnTo>
                    <a:pt x="2743667" y="3772498"/>
                  </a:lnTo>
                  <a:lnTo>
                    <a:pt x="2745667" y="3772498"/>
                  </a:lnTo>
                  <a:lnTo>
                    <a:pt x="2749043" y="3772498"/>
                  </a:lnTo>
                  <a:lnTo>
                    <a:pt x="2749919" y="3772498"/>
                  </a:lnTo>
                  <a:lnTo>
                    <a:pt x="2750419" y="3772498"/>
                  </a:lnTo>
                  <a:lnTo>
                    <a:pt x="2751419" y="3772498"/>
                  </a:lnTo>
                  <a:lnTo>
                    <a:pt x="2751669" y="3772498"/>
                  </a:lnTo>
                  <a:lnTo>
                    <a:pt x="2752295" y="3772498"/>
                  </a:lnTo>
                  <a:lnTo>
                    <a:pt x="2752795" y="3772498"/>
                  </a:lnTo>
                  <a:lnTo>
                    <a:pt x="2754045" y="3772498"/>
                  </a:lnTo>
                  <a:lnTo>
                    <a:pt x="2754920" y="3772498"/>
                  </a:lnTo>
                  <a:lnTo>
                    <a:pt x="2755171" y="3772498"/>
                  </a:lnTo>
                  <a:lnTo>
                    <a:pt x="2756671" y="3772498"/>
                  </a:lnTo>
                  <a:lnTo>
                    <a:pt x="2757546" y="3772498"/>
                  </a:lnTo>
                  <a:lnTo>
                    <a:pt x="2757921" y="3772498"/>
                  </a:lnTo>
                  <a:lnTo>
                    <a:pt x="2758172" y="3772498"/>
                  </a:lnTo>
                  <a:lnTo>
                    <a:pt x="2758672" y="3772498"/>
                  </a:lnTo>
                  <a:lnTo>
                    <a:pt x="2759922" y="3772498"/>
                  </a:lnTo>
                  <a:lnTo>
                    <a:pt x="2761673" y="3772498"/>
                  </a:lnTo>
                  <a:lnTo>
                    <a:pt x="2763048" y="3772498"/>
                  </a:lnTo>
                  <a:lnTo>
                    <a:pt x="2763173" y="3772498"/>
                  </a:lnTo>
                  <a:lnTo>
                    <a:pt x="2763548" y="3772498"/>
                  </a:lnTo>
                  <a:lnTo>
                    <a:pt x="2768925" y="3772498"/>
                  </a:lnTo>
                  <a:lnTo>
                    <a:pt x="2769675" y="3772498"/>
                  </a:lnTo>
                  <a:lnTo>
                    <a:pt x="2771176" y="3762544"/>
                  </a:lnTo>
                  <a:lnTo>
                    <a:pt x="2772051" y="3762544"/>
                  </a:lnTo>
                  <a:lnTo>
                    <a:pt x="2772426" y="3762544"/>
                  </a:lnTo>
                  <a:lnTo>
                    <a:pt x="2772801" y="3762544"/>
                  </a:lnTo>
                  <a:lnTo>
                    <a:pt x="2773302" y="3762544"/>
                  </a:lnTo>
                  <a:lnTo>
                    <a:pt x="2773677" y="3762544"/>
                  </a:lnTo>
                  <a:lnTo>
                    <a:pt x="2774802" y="3762544"/>
                  </a:lnTo>
                  <a:lnTo>
                    <a:pt x="2775177" y="3762544"/>
                  </a:lnTo>
                  <a:lnTo>
                    <a:pt x="2776928" y="3762544"/>
                  </a:lnTo>
                  <a:lnTo>
                    <a:pt x="2777053" y="3762544"/>
                  </a:lnTo>
                  <a:lnTo>
                    <a:pt x="2777178" y="3762544"/>
                  </a:lnTo>
                  <a:lnTo>
                    <a:pt x="2779304" y="3762544"/>
                  </a:lnTo>
                  <a:lnTo>
                    <a:pt x="2781179" y="3762544"/>
                  </a:lnTo>
                  <a:lnTo>
                    <a:pt x="2782430" y="3762544"/>
                  </a:lnTo>
                  <a:lnTo>
                    <a:pt x="2783180" y="3762544"/>
                  </a:lnTo>
                  <a:lnTo>
                    <a:pt x="2784305" y="3762544"/>
                  </a:lnTo>
                  <a:lnTo>
                    <a:pt x="2784805" y="3762544"/>
                  </a:lnTo>
                  <a:lnTo>
                    <a:pt x="2785306" y="3762544"/>
                  </a:lnTo>
                  <a:lnTo>
                    <a:pt x="2788057" y="3762544"/>
                  </a:lnTo>
                  <a:lnTo>
                    <a:pt x="2788807" y="3762544"/>
                  </a:lnTo>
                  <a:lnTo>
                    <a:pt x="2789557" y="3762544"/>
                  </a:lnTo>
                  <a:lnTo>
                    <a:pt x="2790057" y="3762544"/>
                  </a:lnTo>
                  <a:lnTo>
                    <a:pt x="2790557" y="3762544"/>
                  </a:lnTo>
                  <a:lnTo>
                    <a:pt x="2790807" y="3762544"/>
                  </a:lnTo>
                  <a:lnTo>
                    <a:pt x="2792933" y="3752591"/>
                  </a:lnTo>
                  <a:lnTo>
                    <a:pt x="2794434" y="3752591"/>
                  </a:lnTo>
                  <a:lnTo>
                    <a:pt x="2795559" y="3752591"/>
                  </a:lnTo>
                  <a:lnTo>
                    <a:pt x="2797935" y="3752591"/>
                  </a:lnTo>
                  <a:lnTo>
                    <a:pt x="2799685" y="3752591"/>
                  </a:lnTo>
                  <a:lnTo>
                    <a:pt x="2800186" y="3752591"/>
                  </a:lnTo>
                  <a:lnTo>
                    <a:pt x="2800811" y="3752591"/>
                  </a:lnTo>
                  <a:lnTo>
                    <a:pt x="2801561" y="3752591"/>
                  </a:lnTo>
                  <a:lnTo>
                    <a:pt x="2801811" y="3752591"/>
                  </a:lnTo>
                  <a:lnTo>
                    <a:pt x="2802436" y="3752591"/>
                  </a:lnTo>
                  <a:lnTo>
                    <a:pt x="2803812" y="3752591"/>
                  </a:lnTo>
                  <a:lnTo>
                    <a:pt x="2805062" y="3752591"/>
                  </a:lnTo>
                  <a:lnTo>
                    <a:pt x="2805437" y="3752591"/>
                  </a:lnTo>
                  <a:lnTo>
                    <a:pt x="2808813" y="3742637"/>
                  </a:lnTo>
                  <a:lnTo>
                    <a:pt x="2808939" y="3742637"/>
                  </a:lnTo>
                  <a:lnTo>
                    <a:pt x="2810564" y="3742637"/>
                  </a:lnTo>
                  <a:lnTo>
                    <a:pt x="2811439" y="3742637"/>
                  </a:lnTo>
                  <a:lnTo>
                    <a:pt x="2812940" y="3742637"/>
                  </a:lnTo>
                  <a:lnTo>
                    <a:pt x="2814315" y="3742637"/>
                  </a:lnTo>
                  <a:lnTo>
                    <a:pt x="2815816" y="3742637"/>
                  </a:lnTo>
                  <a:lnTo>
                    <a:pt x="2817066" y="3742637"/>
                  </a:lnTo>
                  <a:lnTo>
                    <a:pt x="2817441" y="3742637"/>
                  </a:lnTo>
                  <a:lnTo>
                    <a:pt x="2818317" y="3742637"/>
                  </a:lnTo>
                  <a:lnTo>
                    <a:pt x="2818442" y="3742637"/>
                  </a:lnTo>
                  <a:lnTo>
                    <a:pt x="2818817" y="3742637"/>
                  </a:lnTo>
                  <a:lnTo>
                    <a:pt x="2820067" y="3742637"/>
                  </a:lnTo>
                  <a:lnTo>
                    <a:pt x="2820317" y="3742637"/>
                  </a:lnTo>
                  <a:lnTo>
                    <a:pt x="2821443" y="3742637"/>
                  </a:lnTo>
                  <a:lnTo>
                    <a:pt x="2822443" y="3742637"/>
                  </a:lnTo>
                  <a:lnTo>
                    <a:pt x="2825069" y="3742637"/>
                  </a:lnTo>
                  <a:lnTo>
                    <a:pt x="2825819" y="3742637"/>
                  </a:lnTo>
                  <a:lnTo>
                    <a:pt x="2827570" y="3742637"/>
                  </a:lnTo>
                  <a:lnTo>
                    <a:pt x="2828320" y="3742637"/>
                  </a:lnTo>
                  <a:lnTo>
                    <a:pt x="2829820" y="3742637"/>
                  </a:lnTo>
                  <a:lnTo>
                    <a:pt x="2830446" y="3742637"/>
                  </a:lnTo>
                  <a:lnTo>
                    <a:pt x="2831071" y="3742637"/>
                  </a:lnTo>
                  <a:lnTo>
                    <a:pt x="2832196" y="3742637"/>
                  </a:lnTo>
                  <a:lnTo>
                    <a:pt x="2832696" y="3742637"/>
                  </a:lnTo>
                  <a:lnTo>
                    <a:pt x="2833197" y="3742637"/>
                  </a:lnTo>
                  <a:lnTo>
                    <a:pt x="2835072" y="3742637"/>
                  </a:lnTo>
                  <a:lnTo>
                    <a:pt x="2837198" y="3742637"/>
                  </a:lnTo>
                  <a:lnTo>
                    <a:pt x="2838323" y="3732683"/>
                  </a:lnTo>
                  <a:lnTo>
                    <a:pt x="2840449" y="3732683"/>
                  </a:lnTo>
                  <a:lnTo>
                    <a:pt x="2841574" y="3732683"/>
                  </a:lnTo>
                  <a:lnTo>
                    <a:pt x="2841825" y="3732683"/>
                  </a:lnTo>
                  <a:lnTo>
                    <a:pt x="2842450" y="3722729"/>
                  </a:lnTo>
                  <a:lnTo>
                    <a:pt x="2843950" y="3722729"/>
                  </a:lnTo>
                  <a:lnTo>
                    <a:pt x="2845201" y="3722729"/>
                  </a:lnTo>
                  <a:lnTo>
                    <a:pt x="2847827" y="3722729"/>
                  </a:lnTo>
                  <a:lnTo>
                    <a:pt x="2848327" y="3722729"/>
                  </a:lnTo>
                  <a:lnTo>
                    <a:pt x="2849577" y="3722729"/>
                  </a:lnTo>
                  <a:lnTo>
                    <a:pt x="2851203" y="3722729"/>
                  </a:lnTo>
                  <a:lnTo>
                    <a:pt x="2851578" y="3722729"/>
                  </a:lnTo>
                  <a:lnTo>
                    <a:pt x="2852203" y="3722729"/>
                  </a:lnTo>
                  <a:lnTo>
                    <a:pt x="2852953" y="3722729"/>
                  </a:lnTo>
                  <a:lnTo>
                    <a:pt x="2853578" y="3722729"/>
                  </a:lnTo>
                  <a:lnTo>
                    <a:pt x="2854954" y="3722729"/>
                  </a:lnTo>
                  <a:lnTo>
                    <a:pt x="2856454" y="3722729"/>
                  </a:lnTo>
                  <a:lnTo>
                    <a:pt x="2858330" y="3712775"/>
                  </a:lnTo>
                  <a:lnTo>
                    <a:pt x="2859205" y="3712775"/>
                  </a:lnTo>
                  <a:lnTo>
                    <a:pt x="2859455" y="3702822"/>
                  </a:lnTo>
                  <a:lnTo>
                    <a:pt x="2860456" y="3702822"/>
                  </a:lnTo>
                  <a:lnTo>
                    <a:pt x="2862081" y="3702822"/>
                  </a:lnTo>
                  <a:lnTo>
                    <a:pt x="2862957" y="3702822"/>
                  </a:lnTo>
                  <a:lnTo>
                    <a:pt x="2863082" y="3702822"/>
                  </a:lnTo>
                  <a:lnTo>
                    <a:pt x="2864207" y="3692868"/>
                  </a:lnTo>
                  <a:lnTo>
                    <a:pt x="2865707" y="3692868"/>
                  </a:lnTo>
                  <a:lnTo>
                    <a:pt x="2866208" y="3692868"/>
                  </a:lnTo>
                  <a:lnTo>
                    <a:pt x="2867583" y="3682914"/>
                  </a:lnTo>
                  <a:lnTo>
                    <a:pt x="2870459" y="3682914"/>
                  </a:lnTo>
                  <a:lnTo>
                    <a:pt x="2871334" y="3682914"/>
                  </a:lnTo>
                  <a:lnTo>
                    <a:pt x="2871459" y="3682914"/>
                  </a:lnTo>
                  <a:lnTo>
                    <a:pt x="2872835" y="3682914"/>
                  </a:lnTo>
                  <a:lnTo>
                    <a:pt x="2873335" y="3682914"/>
                  </a:lnTo>
                  <a:lnTo>
                    <a:pt x="2874460" y="3672960"/>
                  </a:lnTo>
                  <a:lnTo>
                    <a:pt x="2877712" y="3663006"/>
                  </a:lnTo>
                  <a:lnTo>
                    <a:pt x="2878712" y="3663006"/>
                  </a:lnTo>
                  <a:lnTo>
                    <a:pt x="2879212" y="3663006"/>
                  </a:lnTo>
                  <a:lnTo>
                    <a:pt x="2879462" y="3663006"/>
                  </a:lnTo>
                  <a:lnTo>
                    <a:pt x="2879587" y="3663006"/>
                  </a:lnTo>
                  <a:lnTo>
                    <a:pt x="2879712" y="3663006"/>
                  </a:lnTo>
                  <a:lnTo>
                    <a:pt x="2880462" y="3663006"/>
                  </a:lnTo>
                  <a:lnTo>
                    <a:pt x="2884214" y="3653052"/>
                  </a:lnTo>
                  <a:lnTo>
                    <a:pt x="2884464" y="3653052"/>
                  </a:lnTo>
                  <a:lnTo>
                    <a:pt x="2885339" y="3653052"/>
                  </a:lnTo>
                  <a:lnTo>
                    <a:pt x="2887590" y="3653052"/>
                  </a:lnTo>
                  <a:lnTo>
                    <a:pt x="2889590" y="3653052"/>
                  </a:lnTo>
                  <a:lnTo>
                    <a:pt x="2891091" y="3653052"/>
                  </a:lnTo>
                  <a:lnTo>
                    <a:pt x="2892091" y="3653052"/>
                  </a:lnTo>
                  <a:lnTo>
                    <a:pt x="2892341" y="3653052"/>
                  </a:lnTo>
                  <a:lnTo>
                    <a:pt x="2893967" y="3653052"/>
                  </a:lnTo>
                  <a:lnTo>
                    <a:pt x="2898218" y="3653052"/>
                  </a:lnTo>
                  <a:lnTo>
                    <a:pt x="2899219" y="3653052"/>
                  </a:lnTo>
                  <a:lnTo>
                    <a:pt x="2899594" y="3653052"/>
                  </a:lnTo>
                  <a:lnTo>
                    <a:pt x="2900219" y="3653052"/>
                  </a:lnTo>
                  <a:lnTo>
                    <a:pt x="2900594" y="3653052"/>
                  </a:lnTo>
                  <a:lnTo>
                    <a:pt x="2900719" y="3653052"/>
                  </a:lnTo>
                  <a:lnTo>
                    <a:pt x="2901344" y="3653052"/>
                  </a:lnTo>
                  <a:lnTo>
                    <a:pt x="2901970" y="3653052"/>
                  </a:lnTo>
                  <a:lnTo>
                    <a:pt x="2904220" y="3653052"/>
                  </a:lnTo>
                  <a:lnTo>
                    <a:pt x="2907096" y="3653052"/>
                  </a:lnTo>
                  <a:lnTo>
                    <a:pt x="2907972" y="3653052"/>
                  </a:lnTo>
                  <a:lnTo>
                    <a:pt x="2908972" y="3653052"/>
                  </a:lnTo>
                  <a:lnTo>
                    <a:pt x="2910222" y="3653052"/>
                  </a:lnTo>
                  <a:lnTo>
                    <a:pt x="2910598" y="3653052"/>
                  </a:lnTo>
                  <a:lnTo>
                    <a:pt x="2911348" y="3653052"/>
                  </a:lnTo>
                  <a:lnTo>
                    <a:pt x="2911973" y="3653052"/>
                  </a:lnTo>
                  <a:lnTo>
                    <a:pt x="2912723" y="3653052"/>
                  </a:lnTo>
                  <a:lnTo>
                    <a:pt x="2914099" y="3653052"/>
                  </a:lnTo>
                  <a:lnTo>
                    <a:pt x="2915599" y="3653052"/>
                  </a:lnTo>
                  <a:lnTo>
                    <a:pt x="2916099" y="3653052"/>
                  </a:lnTo>
                  <a:lnTo>
                    <a:pt x="2917100" y="3653052"/>
                  </a:lnTo>
                  <a:lnTo>
                    <a:pt x="2918475" y="3653052"/>
                  </a:lnTo>
                  <a:lnTo>
                    <a:pt x="2919475" y="3653052"/>
                  </a:lnTo>
                  <a:lnTo>
                    <a:pt x="2921601" y="3653052"/>
                  </a:lnTo>
                  <a:lnTo>
                    <a:pt x="2922727" y="3653052"/>
                  </a:lnTo>
                  <a:lnTo>
                    <a:pt x="2924602" y="3653052"/>
                  </a:lnTo>
                  <a:lnTo>
                    <a:pt x="2925227" y="3653052"/>
                  </a:lnTo>
                  <a:lnTo>
                    <a:pt x="2925728" y="3653052"/>
                  </a:lnTo>
                  <a:lnTo>
                    <a:pt x="2926103" y="3653052"/>
                  </a:lnTo>
                  <a:lnTo>
                    <a:pt x="2926353" y="3653052"/>
                  </a:lnTo>
                  <a:lnTo>
                    <a:pt x="2928353" y="3653052"/>
                  </a:lnTo>
                  <a:lnTo>
                    <a:pt x="2928854" y="3653052"/>
                  </a:lnTo>
                  <a:lnTo>
                    <a:pt x="2929979" y="3643099"/>
                  </a:lnTo>
                  <a:lnTo>
                    <a:pt x="2931730" y="3643099"/>
                  </a:lnTo>
                  <a:lnTo>
                    <a:pt x="2931980" y="3643099"/>
                  </a:lnTo>
                  <a:lnTo>
                    <a:pt x="2932980" y="3643099"/>
                  </a:lnTo>
                  <a:lnTo>
                    <a:pt x="2934731" y="3643099"/>
                  </a:lnTo>
                  <a:lnTo>
                    <a:pt x="2934856" y="3643099"/>
                  </a:lnTo>
                  <a:lnTo>
                    <a:pt x="2935606" y="3643099"/>
                  </a:lnTo>
                  <a:lnTo>
                    <a:pt x="2936981" y="3643099"/>
                  </a:lnTo>
                  <a:lnTo>
                    <a:pt x="2937356" y="3643099"/>
                  </a:lnTo>
                  <a:lnTo>
                    <a:pt x="2938607" y="3633145"/>
                  </a:lnTo>
                  <a:lnTo>
                    <a:pt x="2939107" y="3633145"/>
                  </a:lnTo>
                  <a:lnTo>
                    <a:pt x="2940107" y="3633145"/>
                  </a:lnTo>
                  <a:lnTo>
                    <a:pt x="2940357" y="3633145"/>
                  </a:lnTo>
                  <a:lnTo>
                    <a:pt x="2941983" y="3633145"/>
                  </a:lnTo>
                  <a:lnTo>
                    <a:pt x="2944109" y="3633145"/>
                  </a:lnTo>
                  <a:lnTo>
                    <a:pt x="2945359" y="3633145"/>
                  </a:lnTo>
                  <a:lnTo>
                    <a:pt x="2946234" y="3633145"/>
                  </a:lnTo>
                  <a:lnTo>
                    <a:pt x="2946484" y="3633145"/>
                  </a:lnTo>
                  <a:lnTo>
                    <a:pt x="2949736" y="3633145"/>
                  </a:lnTo>
                  <a:lnTo>
                    <a:pt x="2951111" y="3633145"/>
                  </a:lnTo>
                  <a:lnTo>
                    <a:pt x="2951986" y="3633145"/>
                  </a:lnTo>
                  <a:lnTo>
                    <a:pt x="2953987" y="3633145"/>
                  </a:lnTo>
                  <a:lnTo>
                    <a:pt x="2954987" y="3633145"/>
                  </a:lnTo>
                  <a:lnTo>
                    <a:pt x="2955738" y="3633145"/>
                  </a:lnTo>
                  <a:lnTo>
                    <a:pt x="2956988" y="3633145"/>
                  </a:lnTo>
                  <a:lnTo>
                    <a:pt x="2958489" y="3633145"/>
                  </a:lnTo>
                  <a:lnTo>
                    <a:pt x="2958614" y="3633145"/>
                  </a:lnTo>
                  <a:lnTo>
                    <a:pt x="2959114" y="3633145"/>
                  </a:lnTo>
                  <a:lnTo>
                    <a:pt x="2960489" y="3633145"/>
                  </a:lnTo>
                  <a:lnTo>
                    <a:pt x="2961990" y="3633145"/>
                  </a:lnTo>
                  <a:lnTo>
                    <a:pt x="2963615" y="3633145"/>
                  </a:lnTo>
                  <a:lnTo>
                    <a:pt x="2965741" y="3633145"/>
                  </a:lnTo>
                  <a:lnTo>
                    <a:pt x="2966741" y="3633145"/>
                  </a:lnTo>
                  <a:lnTo>
                    <a:pt x="2967366" y="3633145"/>
                  </a:lnTo>
                  <a:lnTo>
                    <a:pt x="2971243" y="3633145"/>
                  </a:lnTo>
                  <a:lnTo>
                    <a:pt x="2971868" y="3633145"/>
                  </a:lnTo>
                  <a:lnTo>
                    <a:pt x="2972743" y="3633145"/>
                  </a:lnTo>
                  <a:lnTo>
                    <a:pt x="2976244" y="3633145"/>
                  </a:lnTo>
                  <a:lnTo>
                    <a:pt x="2976745" y="3633145"/>
                  </a:lnTo>
                  <a:lnTo>
                    <a:pt x="2978370" y="3633145"/>
                  </a:lnTo>
                  <a:lnTo>
                    <a:pt x="2979245" y="3633145"/>
                  </a:lnTo>
                  <a:lnTo>
                    <a:pt x="2980121" y="3633145"/>
                  </a:lnTo>
                  <a:lnTo>
                    <a:pt x="2980996" y="3633145"/>
                  </a:lnTo>
                  <a:lnTo>
                    <a:pt x="2981496" y="3633145"/>
                  </a:lnTo>
                  <a:lnTo>
                    <a:pt x="2983372" y="3633145"/>
                  </a:lnTo>
                  <a:lnTo>
                    <a:pt x="2984372" y="3633145"/>
                  </a:lnTo>
                  <a:lnTo>
                    <a:pt x="2984497" y="3633145"/>
                  </a:lnTo>
                  <a:lnTo>
                    <a:pt x="2984622" y="3633145"/>
                  </a:lnTo>
                  <a:lnTo>
                    <a:pt x="2987873" y="3623191"/>
                  </a:lnTo>
                  <a:lnTo>
                    <a:pt x="2987998" y="3623191"/>
                  </a:lnTo>
                  <a:lnTo>
                    <a:pt x="2989374" y="3623191"/>
                  </a:lnTo>
                  <a:lnTo>
                    <a:pt x="2989499" y="3623191"/>
                  </a:lnTo>
                  <a:lnTo>
                    <a:pt x="2990624" y="3623191"/>
                  </a:lnTo>
                  <a:lnTo>
                    <a:pt x="2991249" y="3623191"/>
                  </a:lnTo>
                  <a:lnTo>
                    <a:pt x="2991625" y="3623191"/>
                  </a:lnTo>
                  <a:lnTo>
                    <a:pt x="2992375" y="3623191"/>
                  </a:lnTo>
                  <a:lnTo>
                    <a:pt x="2993500" y="3623191"/>
                  </a:lnTo>
                  <a:lnTo>
                    <a:pt x="2994125" y="3623191"/>
                  </a:lnTo>
                  <a:lnTo>
                    <a:pt x="2995126" y="3623191"/>
                  </a:lnTo>
                  <a:lnTo>
                    <a:pt x="2997001" y="3623191"/>
                  </a:lnTo>
                  <a:lnTo>
                    <a:pt x="2997877" y="3623191"/>
                  </a:lnTo>
                  <a:lnTo>
                    <a:pt x="2999627" y="3623191"/>
                  </a:lnTo>
                  <a:lnTo>
                    <a:pt x="3001628" y="3623191"/>
                  </a:lnTo>
                  <a:lnTo>
                    <a:pt x="3002628" y="3623191"/>
                  </a:lnTo>
                  <a:lnTo>
                    <a:pt x="3003629" y="3623191"/>
                  </a:lnTo>
                  <a:lnTo>
                    <a:pt x="3003879" y="3623191"/>
                  </a:lnTo>
                  <a:lnTo>
                    <a:pt x="3005254" y="3623191"/>
                  </a:lnTo>
                  <a:lnTo>
                    <a:pt x="3006505" y="3623191"/>
                  </a:lnTo>
                  <a:lnTo>
                    <a:pt x="3008130" y="3613237"/>
                  </a:lnTo>
                  <a:lnTo>
                    <a:pt x="3010006" y="3603283"/>
                  </a:lnTo>
                  <a:lnTo>
                    <a:pt x="3011131" y="3603283"/>
                  </a:lnTo>
                  <a:lnTo>
                    <a:pt x="3011256" y="3603283"/>
                  </a:lnTo>
                  <a:lnTo>
                    <a:pt x="3011506" y="3603283"/>
                  </a:lnTo>
                  <a:lnTo>
                    <a:pt x="3011881" y="3603283"/>
                  </a:lnTo>
                  <a:lnTo>
                    <a:pt x="3012006" y="3603283"/>
                  </a:lnTo>
                  <a:lnTo>
                    <a:pt x="3013507" y="3603283"/>
                  </a:lnTo>
                  <a:lnTo>
                    <a:pt x="3014757" y="3603283"/>
                  </a:lnTo>
                  <a:lnTo>
                    <a:pt x="3017258" y="3603283"/>
                  </a:lnTo>
                  <a:lnTo>
                    <a:pt x="3018258" y="3603283"/>
                  </a:lnTo>
                  <a:lnTo>
                    <a:pt x="3021134" y="3603283"/>
                  </a:lnTo>
                  <a:lnTo>
                    <a:pt x="3022385" y="3603283"/>
                  </a:lnTo>
                  <a:lnTo>
                    <a:pt x="3023510" y="3603283"/>
                  </a:lnTo>
                  <a:lnTo>
                    <a:pt x="3025511" y="3603283"/>
                  </a:lnTo>
                  <a:lnTo>
                    <a:pt x="3026886" y="3603283"/>
                  </a:lnTo>
                  <a:lnTo>
                    <a:pt x="3028012" y="3603283"/>
                  </a:lnTo>
                  <a:lnTo>
                    <a:pt x="3028887" y="3603283"/>
                  </a:lnTo>
                  <a:lnTo>
                    <a:pt x="3029387" y="3603283"/>
                  </a:lnTo>
                  <a:lnTo>
                    <a:pt x="3030638" y="3603283"/>
                  </a:lnTo>
                  <a:lnTo>
                    <a:pt x="3032263" y="3603283"/>
                  </a:lnTo>
                  <a:lnTo>
                    <a:pt x="3032388" y="3603283"/>
                  </a:lnTo>
                  <a:lnTo>
                    <a:pt x="3033889" y="3603283"/>
                  </a:lnTo>
                  <a:lnTo>
                    <a:pt x="3035264" y="3603283"/>
                  </a:lnTo>
                  <a:lnTo>
                    <a:pt x="3038890" y="3603283"/>
                  </a:lnTo>
                  <a:lnTo>
                    <a:pt x="3039266" y="3603283"/>
                  </a:lnTo>
                  <a:lnTo>
                    <a:pt x="3041766" y="3603283"/>
                  </a:lnTo>
                  <a:lnTo>
                    <a:pt x="3042016" y="3603283"/>
                  </a:lnTo>
                  <a:lnTo>
                    <a:pt x="3043642" y="3603283"/>
                  </a:lnTo>
                  <a:lnTo>
                    <a:pt x="3043767" y="3603283"/>
                  </a:lnTo>
                  <a:lnTo>
                    <a:pt x="3045393" y="3603283"/>
                  </a:lnTo>
                  <a:lnTo>
                    <a:pt x="3046268" y="3603283"/>
                  </a:lnTo>
                  <a:lnTo>
                    <a:pt x="3046893" y="3603283"/>
                  </a:lnTo>
                  <a:lnTo>
                    <a:pt x="3047018" y="3603283"/>
                  </a:lnTo>
                  <a:lnTo>
                    <a:pt x="3048394" y="3593329"/>
                  </a:lnTo>
                  <a:lnTo>
                    <a:pt x="3052020" y="3583376"/>
                  </a:lnTo>
                  <a:lnTo>
                    <a:pt x="3052520" y="3583376"/>
                  </a:lnTo>
                  <a:lnTo>
                    <a:pt x="3054145" y="3583376"/>
                  </a:lnTo>
                  <a:lnTo>
                    <a:pt x="3055271" y="3583376"/>
                  </a:lnTo>
                  <a:lnTo>
                    <a:pt x="3057897" y="3583376"/>
                  </a:lnTo>
                  <a:lnTo>
                    <a:pt x="3059522" y="3583376"/>
                  </a:lnTo>
                  <a:lnTo>
                    <a:pt x="3060022" y="3583376"/>
                  </a:lnTo>
                  <a:lnTo>
                    <a:pt x="3060898" y="3583376"/>
                  </a:lnTo>
                  <a:lnTo>
                    <a:pt x="3061773" y="3573422"/>
                  </a:lnTo>
                  <a:lnTo>
                    <a:pt x="3061898" y="3573422"/>
                  </a:lnTo>
                  <a:lnTo>
                    <a:pt x="3062273" y="3573422"/>
                  </a:lnTo>
                  <a:lnTo>
                    <a:pt x="3063148" y="3573422"/>
                  </a:lnTo>
                  <a:lnTo>
                    <a:pt x="3063524" y="3573422"/>
                  </a:lnTo>
                  <a:lnTo>
                    <a:pt x="3065274" y="3573422"/>
                  </a:lnTo>
                  <a:lnTo>
                    <a:pt x="3067150" y="3573422"/>
                  </a:lnTo>
                  <a:lnTo>
                    <a:pt x="3068025" y="3573422"/>
                  </a:lnTo>
                  <a:lnTo>
                    <a:pt x="3069401" y="3573422"/>
                  </a:lnTo>
                  <a:lnTo>
                    <a:pt x="3070401" y="3573422"/>
                  </a:lnTo>
                  <a:lnTo>
                    <a:pt x="3075653" y="3543560"/>
                  </a:lnTo>
                  <a:lnTo>
                    <a:pt x="3076403" y="3543560"/>
                  </a:lnTo>
                  <a:lnTo>
                    <a:pt x="3077653" y="3543560"/>
                  </a:lnTo>
                  <a:lnTo>
                    <a:pt x="3077778" y="3543560"/>
                  </a:lnTo>
                  <a:lnTo>
                    <a:pt x="3078028" y="3543560"/>
                  </a:lnTo>
                  <a:lnTo>
                    <a:pt x="3079154" y="3543560"/>
                  </a:lnTo>
                  <a:lnTo>
                    <a:pt x="3082405" y="3543560"/>
                  </a:lnTo>
                  <a:lnTo>
                    <a:pt x="3083780" y="3543560"/>
                  </a:lnTo>
                  <a:lnTo>
                    <a:pt x="3084781" y="3543560"/>
                  </a:lnTo>
                  <a:lnTo>
                    <a:pt x="3086031" y="3543560"/>
                  </a:lnTo>
                  <a:lnTo>
                    <a:pt x="3088907" y="3543560"/>
                  </a:lnTo>
                  <a:lnTo>
                    <a:pt x="3091533" y="3543560"/>
                  </a:lnTo>
                  <a:lnTo>
                    <a:pt x="3092533" y="3543560"/>
                  </a:lnTo>
                  <a:lnTo>
                    <a:pt x="3092908" y="3543560"/>
                  </a:lnTo>
                  <a:lnTo>
                    <a:pt x="3094534" y="3543560"/>
                  </a:lnTo>
                  <a:lnTo>
                    <a:pt x="3097285" y="3533607"/>
                  </a:lnTo>
                  <a:lnTo>
                    <a:pt x="3097785" y="3533607"/>
                  </a:lnTo>
                  <a:lnTo>
                    <a:pt x="3099035" y="3533607"/>
                  </a:lnTo>
                  <a:lnTo>
                    <a:pt x="3101286" y="3533607"/>
                  </a:lnTo>
                  <a:lnTo>
                    <a:pt x="3101411" y="3533607"/>
                  </a:lnTo>
                  <a:lnTo>
                    <a:pt x="3103787" y="3533607"/>
                  </a:lnTo>
                  <a:lnTo>
                    <a:pt x="3104912" y="3533607"/>
                  </a:lnTo>
                  <a:lnTo>
                    <a:pt x="3106538" y="3523653"/>
                  </a:lnTo>
                  <a:lnTo>
                    <a:pt x="3106913" y="3523653"/>
                  </a:lnTo>
                  <a:lnTo>
                    <a:pt x="3110539" y="3513699"/>
                  </a:lnTo>
                  <a:lnTo>
                    <a:pt x="3111040" y="3513699"/>
                  </a:lnTo>
                  <a:lnTo>
                    <a:pt x="3113040" y="3503745"/>
                  </a:lnTo>
                  <a:lnTo>
                    <a:pt x="3114041" y="3493791"/>
                  </a:lnTo>
                  <a:lnTo>
                    <a:pt x="3114166" y="3493791"/>
                  </a:lnTo>
                  <a:lnTo>
                    <a:pt x="3116916" y="3483837"/>
                  </a:lnTo>
                  <a:lnTo>
                    <a:pt x="3118167" y="3483837"/>
                  </a:lnTo>
                  <a:lnTo>
                    <a:pt x="3119292" y="3483837"/>
                  </a:lnTo>
                  <a:lnTo>
                    <a:pt x="3120668" y="3483837"/>
                  </a:lnTo>
                  <a:lnTo>
                    <a:pt x="3121668" y="3483837"/>
                  </a:lnTo>
                  <a:lnTo>
                    <a:pt x="3123544" y="3483837"/>
                  </a:lnTo>
                  <a:lnTo>
                    <a:pt x="3124544" y="3483837"/>
                  </a:lnTo>
                  <a:lnTo>
                    <a:pt x="3125544" y="3483837"/>
                  </a:lnTo>
                  <a:lnTo>
                    <a:pt x="3126670" y="3483837"/>
                  </a:lnTo>
                  <a:lnTo>
                    <a:pt x="3128170" y="3483837"/>
                  </a:lnTo>
                  <a:lnTo>
                    <a:pt x="3129671" y="3483837"/>
                  </a:lnTo>
                  <a:lnTo>
                    <a:pt x="3131171" y="3483837"/>
                  </a:lnTo>
                  <a:lnTo>
                    <a:pt x="3131671" y="3483837"/>
                  </a:lnTo>
                  <a:lnTo>
                    <a:pt x="3133172" y="3483837"/>
                  </a:lnTo>
                  <a:lnTo>
                    <a:pt x="3133297" y="3483837"/>
                  </a:lnTo>
                  <a:lnTo>
                    <a:pt x="3133547" y="3483837"/>
                  </a:lnTo>
                  <a:lnTo>
                    <a:pt x="3134297" y="3483837"/>
                  </a:lnTo>
                  <a:lnTo>
                    <a:pt x="3134547" y="3483837"/>
                  </a:lnTo>
                  <a:lnTo>
                    <a:pt x="3135673" y="3483837"/>
                  </a:lnTo>
                  <a:lnTo>
                    <a:pt x="3136548" y="3483837"/>
                  </a:lnTo>
                  <a:lnTo>
                    <a:pt x="3138049" y="3483837"/>
                  </a:lnTo>
                  <a:lnTo>
                    <a:pt x="3139424" y="3483837"/>
                  </a:lnTo>
                  <a:lnTo>
                    <a:pt x="3139549" y="3483837"/>
                  </a:lnTo>
                  <a:lnTo>
                    <a:pt x="3140299" y="3483837"/>
                  </a:lnTo>
                  <a:lnTo>
                    <a:pt x="3141050" y="3473884"/>
                  </a:lnTo>
                  <a:lnTo>
                    <a:pt x="3141925" y="3473884"/>
                  </a:lnTo>
                  <a:lnTo>
                    <a:pt x="3142050" y="3473884"/>
                  </a:lnTo>
                  <a:lnTo>
                    <a:pt x="3145051" y="3463930"/>
                  </a:lnTo>
                  <a:lnTo>
                    <a:pt x="3145801" y="3463930"/>
                  </a:lnTo>
                  <a:lnTo>
                    <a:pt x="3146927" y="3453976"/>
                  </a:lnTo>
                  <a:lnTo>
                    <a:pt x="3148177" y="3453976"/>
                  </a:lnTo>
                  <a:lnTo>
                    <a:pt x="3149302" y="3444022"/>
                  </a:lnTo>
                  <a:lnTo>
                    <a:pt x="3150428" y="3444022"/>
                  </a:lnTo>
                  <a:lnTo>
                    <a:pt x="3151678" y="3444022"/>
                  </a:lnTo>
                  <a:lnTo>
                    <a:pt x="3154179" y="3444022"/>
                  </a:lnTo>
                  <a:lnTo>
                    <a:pt x="3154304" y="3444022"/>
                  </a:lnTo>
                  <a:lnTo>
                    <a:pt x="3154929" y="3444022"/>
                  </a:lnTo>
                  <a:lnTo>
                    <a:pt x="3156680" y="3444022"/>
                  </a:lnTo>
                  <a:lnTo>
                    <a:pt x="3157680" y="3444022"/>
                  </a:lnTo>
                  <a:lnTo>
                    <a:pt x="3158305" y="3444022"/>
                  </a:lnTo>
                  <a:lnTo>
                    <a:pt x="3159181" y="3444022"/>
                  </a:lnTo>
                  <a:lnTo>
                    <a:pt x="3160181" y="3434068"/>
                  </a:lnTo>
                  <a:lnTo>
                    <a:pt x="3160431" y="3434068"/>
                  </a:lnTo>
                  <a:lnTo>
                    <a:pt x="3160556" y="3434068"/>
                  </a:lnTo>
                  <a:lnTo>
                    <a:pt x="3162682" y="3434068"/>
                  </a:lnTo>
                  <a:lnTo>
                    <a:pt x="3163932" y="3434068"/>
                  </a:lnTo>
                  <a:lnTo>
                    <a:pt x="3164682" y="3434068"/>
                  </a:lnTo>
                  <a:lnTo>
                    <a:pt x="3166433" y="3434068"/>
                  </a:lnTo>
                  <a:lnTo>
                    <a:pt x="3166558" y="3434068"/>
                  </a:lnTo>
                  <a:lnTo>
                    <a:pt x="3168184" y="3434068"/>
                  </a:lnTo>
                  <a:lnTo>
                    <a:pt x="3169309" y="3434068"/>
                  </a:lnTo>
                  <a:lnTo>
                    <a:pt x="3171060" y="3424114"/>
                  </a:lnTo>
                  <a:lnTo>
                    <a:pt x="3171435" y="3424114"/>
                  </a:lnTo>
                  <a:lnTo>
                    <a:pt x="3176937" y="3424114"/>
                  </a:lnTo>
                  <a:lnTo>
                    <a:pt x="3177062" y="3424114"/>
                  </a:lnTo>
                  <a:lnTo>
                    <a:pt x="3178437" y="3424114"/>
                  </a:lnTo>
                  <a:lnTo>
                    <a:pt x="3178937" y="3424114"/>
                  </a:lnTo>
                  <a:lnTo>
                    <a:pt x="3179187" y="3424114"/>
                  </a:lnTo>
                  <a:lnTo>
                    <a:pt x="3179938" y="3424114"/>
                  </a:lnTo>
                  <a:lnTo>
                    <a:pt x="3180563" y="3424114"/>
                  </a:lnTo>
                  <a:lnTo>
                    <a:pt x="3182313" y="3424114"/>
                  </a:lnTo>
                  <a:lnTo>
                    <a:pt x="3185439" y="3424114"/>
                  </a:lnTo>
                  <a:lnTo>
                    <a:pt x="3186440" y="3424114"/>
                  </a:lnTo>
                  <a:lnTo>
                    <a:pt x="3189191" y="3424114"/>
                  </a:lnTo>
                  <a:lnTo>
                    <a:pt x="3189566" y="3424114"/>
                  </a:lnTo>
                  <a:lnTo>
                    <a:pt x="3190691" y="3424114"/>
                  </a:lnTo>
                  <a:lnTo>
                    <a:pt x="3191817" y="3424114"/>
                  </a:lnTo>
                  <a:lnTo>
                    <a:pt x="3193067" y="3424114"/>
                  </a:lnTo>
                  <a:lnTo>
                    <a:pt x="3193442" y="3424114"/>
                  </a:lnTo>
                  <a:lnTo>
                    <a:pt x="3193567" y="3424114"/>
                  </a:lnTo>
                  <a:lnTo>
                    <a:pt x="3195068" y="3424114"/>
                  </a:lnTo>
                  <a:lnTo>
                    <a:pt x="3196068" y="3424114"/>
                  </a:lnTo>
                  <a:lnTo>
                    <a:pt x="3196568" y="3424114"/>
                  </a:lnTo>
                  <a:lnTo>
                    <a:pt x="3197819" y="3424114"/>
                  </a:lnTo>
                  <a:lnTo>
                    <a:pt x="3198319" y="3424114"/>
                  </a:lnTo>
                  <a:lnTo>
                    <a:pt x="3200194" y="3424114"/>
                  </a:lnTo>
                  <a:lnTo>
                    <a:pt x="3202445" y="3424114"/>
                  </a:lnTo>
                  <a:lnTo>
                    <a:pt x="3207822" y="3414161"/>
                  </a:lnTo>
                  <a:lnTo>
                    <a:pt x="3209697" y="3414161"/>
                  </a:lnTo>
                  <a:lnTo>
                    <a:pt x="3212323" y="3404207"/>
                  </a:lnTo>
                  <a:lnTo>
                    <a:pt x="3213449" y="3404207"/>
                  </a:lnTo>
                  <a:lnTo>
                    <a:pt x="3214699" y="3404207"/>
                  </a:lnTo>
                  <a:lnTo>
                    <a:pt x="3215950" y="3404207"/>
                  </a:lnTo>
                  <a:lnTo>
                    <a:pt x="3216825" y="3404207"/>
                  </a:lnTo>
                  <a:lnTo>
                    <a:pt x="3216950" y="3404207"/>
                  </a:lnTo>
                  <a:lnTo>
                    <a:pt x="3217075" y="3404207"/>
                  </a:lnTo>
                  <a:lnTo>
                    <a:pt x="3218200" y="3404207"/>
                  </a:lnTo>
                  <a:lnTo>
                    <a:pt x="3219076" y="3404207"/>
                  </a:lnTo>
                  <a:lnTo>
                    <a:pt x="3220576" y="3404207"/>
                  </a:lnTo>
                  <a:lnTo>
                    <a:pt x="3222202" y="3404207"/>
                  </a:lnTo>
                  <a:lnTo>
                    <a:pt x="3224577" y="3404207"/>
                  </a:lnTo>
                  <a:lnTo>
                    <a:pt x="3226078" y="3394253"/>
                  </a:lnTo>
                  <a:lnTo>
                    <a:pt x="3226578" y="3394253"/>
                  </a:lnTo>
                  <a:lnTo>
                    <a:pt x="3229204" y="3394253"/>
                  </a:lnTo>
                  <a:lnTo>
                    <a:pt x="3230079" y="3394253"/>
                  </a:lnTo>
                  <a:lnTo>
                    <a:pt x="3230830" y="3394253"/>
                  </a:lnTo>
                  <a:lnTo>
                    <a:pt x="3230955" y="3394253"/>
                  </a:lnTo>
                  <a:lnTo>
                    <a:pt x="3231080" y="3394253"/>
                  </a:lnTo>
                  <a:lnTo>
                    <a:pt x="3232330" y="3394253"/>
                  </a:lnTo>
                  <a:lnTo>
                    <a:pt x="3232455" y="3394253"/>
                  </a:lnTo>
                  <a:lnTo>
                    <a:pt x="3233831" y="3394253"/>
                  </a:lnTo>
                  <a:lnTo>
                    <a:pt x="3234581" y="3394253"/>
                  </a:lnTo>
                  <a:lnTo>
                    <a:pt x="3235331" y="3394253"/>
                  </a:lnTo>
                  <a:lnTo>
                    <a:pt x="3237707" y="3394253"/>
                  </a:lnTo>
                  <a:lnTo>
                    <a:pt x="3238832" y="3384299"/>
                  </a:lnTo>
                  <a:lnTo>
                    <a:pt x="3240458" y="3384299"/>
                  </a:lnTo>
                  <a:lnTo>
                    <a:pt x="3241083" y="3374345"/>
                  </a:lnTo>
                  <a:lnTo>
                    <a:pt x="3242959" y="3374345"/>
                  </a:lnTo>
                  <a:lnTo>
                    <a:pt x="3244709" y="3374345"/>
                  </a:lnTo>
                  <a:lnTo>
                    <a:pt x="3246085" y="3374345"/>
                  </a:lnTo>
                  <a:lnTo>
                    <a:pt x="3247085" y="3374345"/>
                  </a:lnTo>
                  <a:lnTo>
                    <a:pt x="3247210" y="3374345"/>
                  </a:lnTo>
                  <a:lnTo>
                    <a:pt x="3247460" y="3374345"/>
                  </a:lnTo>
                  <a:lnTo>
                    <a:pt x="3251211" y="3374345"/>
                  </a:lnTo>
                  <a:lnTo>
                    <a:pt x="3252712" y="3374345"/>
                  </a:lnTo>
                  <a:lnTo>
                    <a:pt x="3253712" y="3374345"/>
                  </a:lnTo>
                  <a:lnTo>
                    <a:pt x="3255463" y="3374345"/>
                  </a:lnTo>
                  <a:lnTo>
                    <a:pt x="3255713" y="3374345"/>
                  </a:lnTo>
                  <a:lnTo>
                    <a:pt x="3257088" y="3364392"/>
                  </a:lnTo>
                  <a:lnTo>
                    <a:pt x="3258464" y="3364392"/>
                  </a:lnTo>
                  <a:lnTo>
                    <a:pt x="3259714" y="3364392"/>
                  </a:lnTo>
                  <a:lnTo>
                    <a:pt x="3259839" y="3364392"/>
                  </a:lnTo>
                  <a:lnTo>
                    <a:pt x="3260590" y="3364392"/>
                  </a:lnTo>
                  <a:lnTo>
                    <a:pt x="3262215" y="3364392"/>
                  </a:lnTo>
                  <a:lnTo>
                    <a:pt x="3263841" y="3364392"/>
                  </a:lnTo>
                  <a:lnTo>
                    <a:pt x="3264966" y="3364392"/>
                  </a:lnTo>
                  <a:lnTo>
                    <a:pt x="3265466" y="3364392"/>
                  </a:lnTo>
                  <a:lnTo>
                    <a:pt x="3266842" y="3364392"/>
                  </a:lnTo>
                  <a:lnTo>
                    <a:pt x="3268092" y="3364392"/>
                  </a:lnTo>
                  <a:lnTo>
                    <a:pt x="3268842" y="3364392"/>
                  </a:lnTo>
                  <a:lnTo>
                    <a:pt x="3269968" y="3364392"/>
                  </a:lnTo>
                  <a:lnTo>
                    <a:pt x="3274219" y="3364392"/>
                  </a:lnTo>
                  <a:lnTo>
                    <a:pt x="3276595" y="3364392"/>
                  </a:lnTo>
                  <a:lnTo>
                    <a:pt x="3277220" y="3364392"/>
                  </a:lnTo>
                  <a:lnTo>
                    <a:pt x="3277595" y="3364392"/>
                  </a:lnTo>
                  <a:lnTo>
                    <a:pt x="3280846" y="3354438"/>
                  </a:lnTo>
                  <a:lnTo>
                    <a:pt x="3280971" y="3354438"/>
                  </a:lnTo>
                  <a:lnTo>
                    <a:pt x="3281972" y="3354438"/>
                  </a:lnTo>
                  <a:lnTo>
                    <a:pt x="3283347" y="3354438"/>
                  </a:lnTo>
                  <a:lnTo>
                    <a:pt x="3283472" y="3354438"/>
                  </a:lnTo>
                  <a:lnTo>
                    <a:pt x="3283722" y="3354438"/>
                  </a:lnTo>
                  <a:lnTo>
                    <a:pt x="3285348" y="3354438"/>
                  </a:lnTo>
                  <a:lnTo>
                    <a:pt x="3285473" y="3354438"/>
                  </a:lnTo>
                  <a:lnTo>
                    <a:pt x="3287599" y="3354438"/>
                  </a:lnTo>
                  <a:lnTo>
                    <a:pt x="3287849" y="3354438"/>
                  </a:lnTo>
                  <a:lnTo>
                    <a:pt x="3291350" y="3354438"/>
                  </a:lnTo>
                  <a:lnTo>
                    <a:pt x="3292850" y="3354438"/>
                  </a:lnTo>
                  <a:lnTo>
                    <a:pt x="3294101" y="3354438"/>
                  </a:lnTo>
                  <a:lnTo>
                    <a:pt x="3295976" y="3354438"/>
                  </a:lnTo>
                  <a:lnTo>
                    <a:pt x="3296351" y="3354438"/>
                  </a:lnTo>
                  <a:lnTo>
                    <a:pt x="3297477" y="3354438"/>
                  </a:lnTo>
                  <a:lnTo>
                    <a:pt x="3298727" y="3344484"/>
                  </a:lnTo>
                  <a:lnTo>
                    <a:pt x="3301103" y="3344484"/>
                  </a:lnTo>
                  <a:lnTo>
                    <a:pt x="3303854" y="3344484"/>
                  </a:lnTo>
                  <a:lnTo>
                    <a:pt x="3304854" y="3344484"/>
                  </a:lnTo>
                  <a:lnTo>
                    <a:pt x="3305855" y="3344484"/>
                  </a:lnTo>
                  <a:lnTo>
                    <a:pt x="3307730" y="3344484"/>
                  </a:lnTo>
                  <a:lnTo>
                    <a:pt x="3308230" y="3344484"/>
                  </a:lnTo>
                  <a:lnTo>
                    <a:pt x="3308731" y="3344484"/>
                  </a:lnTo>
                  <a:lnTo>
                    <a:pt x="3309731" y="3344484"/>
                  </a:lnTo>
                  <a:lnTo>
                    <a:pt x="3310856" y="3344484"/>
                  </a:lnTo>
                  <a:lnTo>
                    <a:pt x="3313982" y="3324576"/>
                  </a:lnTo>
                  <a:lnTo>
                    <a:pt x="3315733" y="3324576"/>
                  </a:lnTo>
                  <a:lnTo>
                    <a:pt x="3315983" y="3324576"/>
                  </a:lnTo>
                  <a:lnTo>
                    <a:pt x="3317734" y="3314622"/>
                  </a:lnTo>
                  <a:lnTo>
                    <a:pt x="3318609" y="3304669"/>
                  </a:lnTo>
                  <a:lnTo>
                    <a:pt x="3318984" y="3294715"/>
                  </a:lnTo>
                  <a:lnTo>
                    <a:pt x="3320860" y="3284761"/>
                  </a:lnTo>
                  <a:lnTo>
                    <a:pt x="3321485" y="3284761"/>
                  </a:lnTo>
                  <a:lnTo>
                    <a:pt x="3322610" y="3284761"/>
                  </a:lnTo>
                  <a:lnTo>
                    <a:pt x="3323611" y="3284761"/>
                  </a:lnTo>
                  <a:lnTo>
                    <a:pt x="3326361" y="3284761"/>
                  </a:lnTo>
                  <a:lnTo>
                    <a:pt x="3326862" y="3284761"/>
                  </a:lnTo>
                  <a:lnTo>
                    <a:pt x="3328237" y="3284761"/>
                  </a:lnTo>
                  <a:lnTo>
                    <a:pt x="3330863" y="3284761"/>
                  </a:lnTo>
                  <a:lnTo>
                    <a:pt x="3332363" y="3284761"/>
                  </a:lnTo>
                  <a:lnTo>
                    <a:pt x="3332989" y="3284761"/>
                  </a:lnTo>
                  <a:lnTo>
                    <a:pt x="3333614" y="3284761"/>
                  </a:lnTo>
                  <a:lnTo>
                    <a:pt x="3335490" y="3284761"/>
                  </a:lnTo>
                  <a:lnTo>
                    <a:pt x="3337990" y="3284761"/>
                  </a:lnTo>
                  <a:lnTo>
                    <a:pt x="3339616" y="3284761"/>
                  </a:lnTo>
                  <a:lnTo>
                    <a:pt x="3339866" y="3284761"/>
                  </a:lnTo>
                  <a:lnTo>
                    <a:pt x="3339991" y="3284761"/>
                  </a:lnTo>
                  <a:lnTo>
                    <a:pt x="3344493" y="3284761"/>
                  </a:lnTo>
                  <a:lnTo>
                    <a:pt x="3347243" y="3284761"/>
                  </a:lnTo>
                  <a:lnTo>
                    <a:pt x="3347869" y="3284761"/>
                  </a:lnTo>
                  <a:lnTo>
                    <a:pt x="3348244" y="3284761"/>
                  </a:lnTo>
                  <a:lnTo>
                    <a:pt x="3349869" y="3284761"/>
                  </a:lnTo>
                  <a:lnTo>
                    <a:pt x="3351120" y="3284761"/>
                  </a:lnTo>
                  <a:lnTo>
                    <a:pt x="3353371" y="3284761"/>
                  </a:lnTo>
                  <a:lnTo>
                    <a:pt x="3353746" y="3284761"/>
                  </a:lnTo>
                  <a:lnTo>
                    <a:pt x="3354871" y="3284761"/>
                  </a:lnTo>
                  <a:lnTo>
                    <a:pt x="3356246" y="3284761"/>
                  </a:lnTo>
                  <a:lnTo>
                    <a:pt x="3356997" y="3284761"/>
                  </a:lnTo>
                  <a:lnTo>
                    <a:pt x="3358622" y="3254900"/>
                  </a:lnTo>
                  <a:lnTo>
                    <a:pt x="3359623" y="3254900"/>
                  </a:lnTo>
                  <a:lnTo>
                    <a:pt x="3361748" y="3254900"/>
                  </a:lnTo>
                  <a:lnTo>
                    <a:pt x="3363374" y="3254900"/>
                  </a:lnTo>
                  <a:lnTo>
                    <a:pt x="3365500" y="3254900"/>
                  </a:lnTo>
                  <a:lnTo>
                    <a:pt x="3366750" y="3254900"/>
                  </a:lnTo>
                  <a:lnTo>
                    <a:pt x="3367500" y="3254900"/>
                  </a:lnTo>
                  <a:lnTo>
                    <a:pt x="3368626" y="3254900"/>
                  </a:lnTo>
                  <a:lnTo>
                    <a:pt x="3370751" y="3254900"/>
                  </a:lnTo>
                  <a:lnTo>
                    <a:pt x="3373252" y="3254900"/>
                  </a:lnTo>
                  <a:lnTo>
                    <a:pt x="3375753" y="3254900"/>
                  </a:lnTo>
                  <a:lnTo>
                    <a:pt x="3376878" y="3254900"/>
                  </a:lnTo>
                  <a:lnTo>
                    <a:pt x="3377379" y="3244946"/>
                  </a:lnTo>
                  <a:lnTo>
                    <a:pt x="3379254" y="3244946"/>
                  </a:lnTo>
                  <a:lnTo>
                    <a:pt x="3380004" y="3244946"/>
                  </a:lnTo>
                  <a:lnTo>
                    <a:pt x="3381255" y="3244946"/>
                  </a:lnTo>
                  <a:lnTo>
                    <a:pt x="3382630" y="3244946"/>
                  </a:lnTo>
                  <a:lnTo>
                    <a:pt x="3384381" y="3244946"/>
                  </a:lnTo>
                  <a:lnTo>
                    <a:pt x="3387007" y="3244946"/>
                  </a:lnTo>
                  <a:lnTo>
                    <a:pt x="3387882" y="3244946"/>
                  </a:lnTo>
                  <a:lnTo>
                    <a:pt x="3388757" y="3234992"/>
                  </a:lnTo>
                  <a:lnTo>
                    <a:pt x="3391258" y="3225038"/>
                  </a:lnTo>
                  <a:lnTo>
                    <a:pt x="3392884" y="3225038"/>
                  </a:lnTo>
                  <a:lnTo>
                    <a:pt x="3394259" y="3225038"/>
                  </a:lnTo>
                  <a:lnTo>
                    <a:pt x="3394634" y="3225038"/>
                  </a:lnTo>
                  <a:lnTo>
                    <a:pt x="3396010" y="3225038"/>
                  </a:lnTo>
                  <a:lnTo>
                    <a:pt x="3396885" y="3225038"/>
                  </a:lnTo>
                  <a:lnTo>
                    <a:pt x="3399386" y="3225038"/>
                  </a:lnTo>
                  <a:lnTo>
                    <a:pt x="3400011" y="3225038"/>
                  </a:lnTo>
                  <a:lnTo>
                    <a:pt x="3403137" y="3215084"/>
                  </a:lnTo>
                  <a:lnTo>
                    <a:pt x="3404888" y="3215084"/>
                  </a:lnTo>
                  <a:lnTo>
                    <a:pt x="3405638" y="3205130"/>
                  </a:lnTo>
                  <a:lnTo>
                    <a:pt x="3408264" y="3205130"/>
                  </a:lnTo>
                  <a:lnTo>
                    <a:pt x="3408389" y="3205130"/>
                  </a:lnTo>
                  <a:lnTo>
                    <a:pt x="3408514" y="3205130"/>
                  </a:lnTo>
                  <a:lnTo>
                    <a:pt x="3409764" y="3205130"/>
                  </a:lnTo>
                  <a:lnTo>
                    <a:pt x="3411015" y="3205130"/>
                  </a:lnTo>
                  <a:lnTo>
                    <a:pt x="3412765" y="3195177"/>
                  </a:lnTo>
                  <a:lnTo>
                    <a:pt x="3413266" y="3195177"/>
                  </a:lnTo>
                  <a:lnTo>
                    <a:pt x="3413391" y="3195177"/>
                  </a:lnTo>
                  <a:lnTo>
                    <a:pt x="3415141" y="3195177"/>
                  </a:lnTo>
                  <a:lnTo>
                    <a:pt x="3417142" y="3195177"/>
                  </a:lnTo>
                  <a:lnTo>
                    <a:pt x="3417892" y="3195177"/>
                  </a:lnTo>
                  <a:lnTo>
                    <a:pt x="3419393" y="3195177"/>
                  </a:lnTo>
                  <a:lnTo>
                    <a:pt x="3421643" y="3195177"/>
                  </a:lnTo>
                  <a:lnTo>
                    <a:pt x="3423019" y="3195177"/>
                  </a:lnTo>
                  <a:lnTo>
                    <a:pt x="3424269" y="3195177"/>
                  </a:lnTo>
                  <a:lnTo>
                    <a:pt x="3424394" y="3195177"/>
                  </a:lnTo>
                  <a:lnTo>
                    <a:pt x="3424894" y="3195177"/>
                  </a:lnTo>
                  <a:lnTo>
                    <a:pt x="3425645" y="3195177"/>
                  </a:lnTo>
                  <a:lnTo>
                    <a:pt x="3426270" y="3195177"/>
                  </a:lnTo>
                  <a:lnTo>
                    <a:pt x="3428521" y="3195177"/>
                  </a:lnTo>
                  <a:lnTo>
                    <a:pt x="3430021" y="3195177"/>
                  </a:lnTo>
                  <a:lnTo>
                    <a:pt x="3431272" y="3185223"/>
                  </a:lnTo>
                  <a:lnTo>
                    <a:pt x="3432647" y="3185223"/>
                  </a:lnTo>
                  <a:lnTo>
                    <a:pt x="3435648" y="3185223"/>
                  </a:lnTo>
                  <a:lnTo>
                    <a:pt x="3436023" y="3185223"/>
                  </a:lnTo>
                  <a:lnTo>
                    <a:pt x="3436773" y="3185223"/>
                  </a:lnTo>
                  <a:lnTo>
                    <a:pt x="3439774" y="3185223"/>
                  </a:lnTo>
                  <a:lnTo>
                    <a:pt x="3441150" y="3185223"/>
                  </a:lnTo>
                  <a:lnTo>
                    <a:pt x="3443151" y="3185223"/>
                  </a:lnTo>
                  <a:lnTo>
                    <a:pt x="3444401" y="3175269"/>
                  </a:lnTo>
                  <a:lnTo>
                    <a:pt x="3445276" y="3175269"/>
                  </a:lnTo>
                  <a:lnTo>
                    <a:pt x="3446777" y="3175269"/>
                  </a:lnTo>
                  <a:lnTo>
                    <a:pt x="3448527" y="3175269"/>
                  </a:lnTo>
                  <a:lnTo>
                    <a:pt x="3449778" y="3175269"/>
                  </a:lnTo>
                  <a:lnTo>
                    <a:pt x="3450403" y="3165315"/>
                  </a:lnTo>
                  <a:lnTo>
                    <a:pt x="3454154" y="3155361"/>
                  </a:lnTo>
                  <a:lnTo>
                    <a:pt x="3455405" y="3155361"/>
                  </a:lnTo>
                  <a:lnTo>
                    <a:pt x="3458906" y="3155361"/>
                  </a:lnTo>
                  <a:lnTo>
                    <a:pt x="3460781" y="3155361"/>
                  </a:lnTo>
                  <a:lnTo>
                    <a:pt x="3461532" y="3155361"/>
                  </a:lnTo>
                  <a:lnTo>
                    <a:pt x="3461907" y="3155361"/>
                  </a:lnTo>
                  <a:lnTo>
                    <a:pt x="3463032" y="3155361"/>
                  </a:lnTo>
                  <a:lnTo>
                    <a:pt x="3464658" y="3145407"/>
                  </a:lnTo>
                  <a:lnTo>
                    <a:pt x="3465908" y="3145407"/>
                  </a:lnTo>
                  <a:lnTo>
                    <a:pt x="3466033" y="3145407"/>
                  </a:lnTo>
                  <a:lnTo>
                    <a:pt x="3467659" y="3145407"/>
                  </a:lnTo>
                  <a:lnTo>
                    <a:pt x="3467784" y="3145407"/>
                  </a:lnTo>
                  <a:lnTo>
                    <a:pt x="3468409" y="3145407"/>
                  </a:lnTo>
                  <a:lnTo>
                    <a:pt x="3469534" y="3145407"/>
                  </a:lnTo>
                  <a:lnTo>
                    <a:pt x="3469659" y="3145407"/>
                  </a:lnTo>
                  <a:lnTo>
                    <a:pt x="3471535" y="3145407"/>
                  </a:lnTo>
                  <a:lnTo>
                    <a:pt x="3473411" y="3145407"/>
                  </a:lnTo>
                  <a:lnTo>
                    <a:pt x="3475286" y="3145407"/>
                  </a:lnTo>
                  <a:lnTo>
                    <a:pt x="3475536" y="3145407"/>
                  </a:lnTo>
                  <a:lnTo>
                    <a:pt x="3478287" y="3145407"/>
                  </a:lnTo>
                  <a:lnTo>
                    <a:pt x="3481038" y="3125500"/>
                  </a:lnTo>
                  <a:lnTo>
                    <a:pt x="3481413" y="3125500"/>
                  </a:lnTo>
                  <a:lnTo>
                    <a:pt x="3481788" y="3125500"/>
                  </a:lnTo>
                  <a:lnTo>
                    <a:pt x="3489416" y="3105592"/>
                  </a:lnTo>
                  <a:lnTo>
                    <a:pt x="3490166" y="3105592"/>
                  </a:lnTo>
                  <a:lnTo>
                    <a:pt x="3492417" y="3105592"/>
                  </a:lnTo>
                  <a:lnTo>
                    <a:pt x="3493542" y="3105592"/>
                  </a:lnTo>
                  <a:lnTo>
                    <a:pt x="3493667" y="3105592"/>
                  </a:lnTo>
                  <a:lnTo>
                    <a:pt x="3496168" y="3105592"/>
                  </a:lnTo>
                  <a:lnTo>
                    <a:pt x="3497919" y="3105592"/>
                  </a:lnTo>
                  <a:lnTo>
                    <a:pt x="3498044" y="3105592"/>
                  </a:lnTo>
                  <a:lnTo>
                    <a:pt x="3499794" y="3105592"/>
                  </a:lnTo>
                  <a:lnTo>
                    <a:pt x="3501045" y="3105592"/>
                  </a:lnTo>
                  <a:lnTo>
                    <a:pt x="3501420" y="3105592"/>
                  </a:lnTo>
                  <a:lnTo>
                    <a:pt x="3502795" y="3105592"/>
                  </a:lnTo>
                  <a:lnTo>
                    <a:pt x="3504546" y="3095638"/>
                  </a:lnTo>
                  <a:lnTo>
                    <a:pt x="3505046" y="3085685"/>
                  </a:lnTo>
                  <a:lnTo>
                    <a:pt x="3506297" y="3085685"/>
                  </a:lnTo>
                  <a:lnTo>
                    <a:pt x="3508547" y="3085685"/>
                  </a:lnTo>
                  <a:lnTo>
                    <a:pt x="3510548" y="3085685"/>
                  </a:lnTo>
                  <a:lnTo>
                    <a:pt x="3512299" y="3085685"/>
                  </a:lnTo>
                  <a:lnTo>
                    <a:pt x="3512674" y="3085685"/>
                  </a:lnTo>
                  <a:lnTo>
                    <a:pt x="3513924" y="3075731"/>
                  </a:lnTo>
                  <a:lnTo>
                    <a:pt x="3514799" y="3075731"/>
                  </a:lnTo>
                  <a:lnTo>
                    <a:pt x="3517300" y="3075731"/>
                  </a:lnTo>
                  <a:lnTo>
                    <a:pt x="3520676" y="3075731"/>
                  </a:lnTo>
                  <a:lnTo>
                    <a:pt x="3523177" y="3065777"/>
                  </a:lnTo>
                  <a:lnTo>
                    <a:pt x="3524303" y="3065777"/>
                  </a:lnTo>
                  <a:lnTo>
                    <a:pt x="3526053" y="3065777"/>
                  </a:lnTo>
                  <a:lnTo>
                    <a:pt x="3526428" y="3065777"/>
                  </a:lnTo>
                  <a:lnTo>
                    <a:pt x="3527679" y="3065777"/>
                  </a:lnTo>
                  <a:lnTo>
                    <a:pt x="3530555" y="3065777"/>
                  </a:lnTo>
                  <a:lnTo>
                    <a:pt x="3532430" y="3065777"/>
                  </a:lnTo>
                  <a:lnTo>
                    <a:pt x="3532555" y="3065777"/>
                  </a:lnTo>
                  <a:lnTo>
                    <a:pt x="3534181" y="3065777"/>
                  </a:lnTo>
                  <a:lnTo>
                    <a:pt x="3535056" y="3065777"/>
                  </a:lnTo>
                  <a:lnTo>
                    <a:pt x="3535681" y="3065777"/>
                  </a:lnTo>
                  <a:lnTo>
                    <a:pt x="3536932" y="3065777"/>
                  </a:lnTo>
                  <a:lnTo>
                    <a:pt x="3538057" y="3065777"/>
                  </a:lnTo>
                  <a:lnTo>
                    <a:pt x="3541183" y="3065777"/>
                  </a:lnTo>
                  <a:lnTo>
                    <a:pt x="3542684" y="3065777"/>
                  </a:lnTo>
                  <a:lnTo>
                    <a:pt x="3544309" y="3065777"/>
                  </a:lnTo>
                  <a:lnTo>
                    <a:pt x="3546060" y="3065777"/>
                  </a:lnTo>
                  <a:lnTo>
                    <a:pt x="3547811" y="3065777"/>
                  </a:lnTo>
                  <a:lnTo>
                    <a:pt x="3549186" y="3065777"/>
                  </a:lnTo>
                  <a:lnTo>
                    <a:pt x="3549936" y="3065777"/>
                  </a:lnTo>
                  <a:lnTo>
                    <a:pt x="3551937" y="3065777"/>
                  </a:lnTo>
                  <a:lnTo>
                    <a:pt x="3552062" y="3065777"/>
                  </a:lnTo>
                  <a:lnTo>
                    <a:pt x="3554688" y="3065777"/>
                  </a:lnTo>
                  <a:lnTo>
                    <a:pt x="3555438" y="3065777"/>
                  </a:lnTo>
                  <a:lnTo>
                    <a:pt x="3557314" y="3065777"/>
                  </a:lnTo>
                  <a:lnTo>
                    <a:pt x="3560065" y="3065777"/>
                  </a:lnTo>
                  <a:lnTo>
                    <a:pt x="3560065" y="3055823"/>
                  </a:lnTo>
                  <a:lnTo>
                    <a:pt x="3561940" y="3055823"/>
                  </a:lnTo>
                  <a:lnTo>
                    <a:pt x="3563441" y="3055823"/>
                  </a:lnTo>
                  <a:lnTo>
                    <a:pt x="3564066" y="3055823"/>
                  </a:lnTo>
                  <a:lnTo>
                    <a:pt x="3567817" y="3055823"/>
                  </a:lnTo>
                  <a:lnTo>
                    <a:pt x="3568943" y="3055823"/>
                  </a:lnTo>
                  <a:lnTo>
                    <a:pt x="3569443" y="3055823"/>
                  </a:lnTo>
                  <a:lnTo>
                    <a:pt x="3570818" y="3055823"/>
                  </a:lnTo>
                  <a:lnTo>
                    <a:pt x="3572944" y="3055823"/>
                  </a:lnTo>
                  <a:lnTo>
                    <a:pt x="3574444" y="3055823"/>
                  </a:lnTo>
                  <a:lnTo>
                    <a:pt x="3575070" y="3055823"/>
                  </a:lnTo>
                  <a:lnTo>
                    <a:pt x="3576445" y="3055823"/>
                  </a:lnTo>
                  <a:lnTo>
                    <a:pt x="3577195" y="3055823"/>
                  </a:lnTo>
                  <a:lnTo>
                    <a:pt x="3578821" y="3055823"/>
                  </a:lnTo>
                  <a:lnTo>
                    <a:pt x="3580196" y="3045869"/>
                  </a:lnTo>
                  <a:lnTo>
                    <a:pt x="3581947" y="3045869"/>
                  </a:lnTo>
                  <a:lnTo>
                    <a:pt x="3583322" y="3045869"/>
                  </a:lnTo>
                  <a:lnTo>
                    <a:pt x="3585448" y="3045869"/>
                  </a:lnTo>
                  <a:lnTo>
                    <a:pt x="3587074" y="3025962"/>
                  </a:lnTo>
                  <a:lnTo>
                    <a:pt x="3590325" y="3025962"/>
                  </a:lnTo>
                  <a:lnTo>
                    <a:pt x="3591200" y="3025962"/>
                  </a:lnTo>
                  <a:lnTo>
                    <a:pt x="3592200" y="3025962"/>
                  </a:lnTo>
                  <a:lnTo>
                    <a:pt x="3593326" y="3025962"/>
                  </a:lnTo>
                  <a:lnTo>
                    <a:pt x="3595201" y="3016008"/>
                  </a:lnTo>
                  <a:lnTo>
                    <a:pt x="3596702" y="3016008"/>
                  </a:lnTo>
                  <a:lnTo>
                    <a:pt x="3598327" y="3006054"/>
                  </a:lnTo>
                  <a:lnTo>
                    <a:pt x="3599078" y="3006054"/>
                  </a:lnTo>
                  <a:lnTo>
                    <a:pt x="3599203" y="3006054"/>
                  </a:lnTo>
                  <a:lnTo>
                    <a:pt x="3603454" y="3006054"/>
                  </a:lnTo>
                  <a:lnTo>
                    <a:pt x="3604955" y="3006054"/>
                  </a:lnTo>
                  <a:lnTo>
                    <a:pt x="3605080" y="3006054"/>
                  </a:lnTo>
                  <a:lnTo>
                    <a:pt x="3608831" y="3006054"/>
                  </a:lnTo>
                  <a:lnTo>
                    <a:pt x="3608956" y="3006054"/>
                  </a:lnTo>
                  <a:lnTo>
                    <a:pt x="3611457" y="3006054"/>
                  </a:lnTo>
                  <a:lnTo>
                    <a:pt x="3613958" y="3006054"/>
                  </a:lnTo>
                  <a:lnTo>
                    <a:pt x="3615458" y="3006054"/>
                  </a:lnTo>
                  <a:lnTo>
                    <a:pt x="3615583" y="3006054"/>
                  </a:lnTo>
                  <a:lnTo>
                    <a:pt x="3618459" y="3006054"/>
                  </a:lnTo>
                  <a:lnTo>
                    <a:pt x="3618584" y="3006054"/>
                  </a:lnTo>
                  <a:lnTo>
                    <a:pt x="3619585" y="3006054"/>
                  </a:lnTo>
                  <a:lnTo>
                    <a:pt x="3621710" y="3006054"/>
                  </a:lnTo>
                  <a:lnTo>
                    <a:pt x="3622961" y="3006054"/>
                  </a:lnTo>
                  <a:lnTo>
                    <a:pt x="3624461" y="3006054"/>
                  </a:lnTo>
                  <a:lnTo>
                    <a:pt x="3625587" y="3006054"/>
                  </a:lnTo>
                  <a:lnTo>
                    <a:pt x="3627337" y="2996100"/>
                  </a:lnTo>
                  <a:lnTo>
                    <a:pt x="3629088" y="2996100"/>
                  </a:lnTo>
                  <a:lnTo>
                    <a:pt x="3630713" y="2996100"/>
                  </a:lnTo>
                  <a:lnTo>
                    <a:pt x="3630963" y="2996100"/>
                  </a:lnTo>
                  <a:lnTo>
                    <a:pt x="3632089" y="2996100"/>
                  </a:lnTo>
                  <a:lnTo>
                    <a:pt x="3633589" y="2986146"/>
                  </a:lnTo>
                  <a:lnTo>
                    <a:pt x="3635590" y="2976192"/>
                  </a:lnTo>
                  <a:lnTo>
                    <a:pt x="3636590" y="2976192"/>
                  </a:lnTo>
                  <a:lnTo>
                    <a:pt x="3638466" y="2976192"/>
                  </a:lnTo>
                  <a:lnTo>
                    <a:pt x="3638841" y="2976192"/>
                  </a:lnTo>
                  <a:lnTo>
                    <a:pt x="3640341" y="2976192"/>
                  </a:lnTo>
                  <a:lnTo>
                    <a:pt x="3643092" y="2966239"/>
                  </a:lnTo>
                  <a:lnTo>
                    <a:pt x="3644468" y="2966239"/>
                  </a:lnTo>
                  <a:lnTo>
                    <a:pt x="3645468" y="2966239"/>
                  </a:lnTo>
                  <a:lnTo>
                    <a:pt x="3648469" y="2966239"/>
                  </a:lnTo>
                  <a:lnTo>
                    <a:pt x="3650595" y="2956285"/>
                  </a:lnTo>
                  <a:lnTo>
                    <a:pt x="3651220" y="2956285"/>
                  </a:lnTo>
                  <a:lnTo>
                    <a:pt x="3651345" y="2956285"/>
                  </a:lnTo>
                  <a:lnTo>
                    <a:pt x="3651845" y="2956285"/>
                  </a:lnTo>
                  <a:lnTo>
                    <a:pt x="3655221" y="2956285"/>
                  </a:lnTo>
                  <a:lnTo>
                    <a:pt x="3658473" y="2956285"/>
                  </a:lnTo>
                  <a:lnTo>
                    <a:pt x="3661474" y="2946331"/>
                  </a:lnTo>
                  <a:lnTo>
                    <a:pt x="3663474" y="2946331"/>
                  </a:lnTo>
                  <a:lnTo>
                    <a:pt x="3664224" y="2946331"/>
                  </a:lnTo>
                  <a:lnTo>
                    <a:pt x="3664850" y="2946331"/>
                  </a:lnTo>
                  <a:lnTo>
                    <a:pt x="3664975" y="2946331"/>
                  </a:lnTo>
                  <a:lnTo>
                    <a:pt x="3667225" y="2936377"/>
                  </a:lnTo>
                  <a:lnTo>
                    <a:pt x="3670852" y="2936377"/>
                  </a:lnTo>
                  <a:lnTo>
                    <a:pt x="3670977" y="2936377"/>
                  </a:lnTo>
                  <a:lnTo>
                    <a:pt x="3671352" y="2926423"/>
                  </a:lnTo>
                  <a:lnTo>
                    <a:pt x="3671602" y="2926423"/>
                  </a:lnTo>
                  <a:lnTo>
                    <a:pt x="3673603" y="2926423"/>
                  </a:lnTo>
                  <a:lnTo>
                    <a:pt x="3674603" y="2926423"/>
                  </a:lnTo>
                  <a:lnTo>
                    <a:pt x="3675978" y="2926423"/>
                  </a:lnTo>
                  <a:lnTo>
                    <a:pt x="3680230" y="2926423"/>
                  </a:lnTo>
                  <a:lnTo>
                    <a:pt x="3682856" y="2926423"/>
                  </a:lnTo>
                  <a:lnTo>
                    <a:pt x="3683731" y="2926423"/>
                  </a:lnTo>
                  <a:lnTo>
                    <a:pt x="3684981" y="2916470"/>
                  </a:lnTo>
                  <a:lnTo>
                    <a:pt x="3687982" y="2916470"/>
                  </a:lnTo>
                  <a:lnTo>
                    <a:pt x="3691233" y="2916470"/>
                  </a:lnTo>
                  <a:lnTo>
                    <a:pt x="3691609" y="2916470"/>
                  </a:lnTo>
                  <a:lnTo>
                    <a:pt x="3692234" y="2916470"/>
                  </a:lnTo>
                  <a:lnTo>
                    <a:pt x="3693984" y="2916470"/>
                  </a:lnTo>
                  <a:lnTo>
                    <a:pt x="3698486" y="2906516"/>
                  </a:lnTo>
                  <a:lnTo>
                    <a:pt x="3698736" y="2906516"/>
                  </a:lnTo>
                  <a:lnTo>
                    <a:pt x="3700362" y="2906516"/>
                  </a:lnTo>
                  <a:lnTo>
                    <a:pt x="3700737" y="2906516"/>
                  </a:lnTo>
                  <a:lnTo>
                    <a:pt x="3701737" y="2906516"/>
                  </a:lnTo>
                  <a:lnTo>
                    <a:pt x="3702862" y="2906516"/>
                  </a:lnTo>
                  <a:lnTo>
                    <a:pt x="3703112" y="2906516"/>
                  </a:lnTo>
                  <a:lnTo>
                    <a:pt x="3704863" y="2906516"/>
                  </a:lnTo>
                  <a:lnTo>
                    <a:pt x="3704988" y="2906516"/>
                  </a:lnTo>
                  <a:lnTo>
                    <a:pt x="3707614" y="2906516"/>
                  </a:lnTo>
                  <a:lnTo>
                    <a:pt x="3709114" y="2906516"/>
                  </a:lnTo>
                  <a:lnTo>
                    <a:pt x="3709740" y="2906516"/>
                  </a:lnTo>
                  <a:lnTo>
                    <a:pt x="3712616" y="2906516"/>
                  </a:lnTo>
                  <a:lnTo>
                    <a:pt x="3713241" y="2906516"/>
                  </a:lnTo>
                  <a:lnTo>
                    <a:pt x="3716117" y="2906516"/>
                  </a:lnTo>
                  <a:lnTo>
                    <a:pt x="3718117" y="2906516"/>
                  </a:lnTo>
                  <a:lnTo>
                    <a:pt x="3720493" y="2906516"/>
                  </a:lnTo>
                  <a:lnTo>
                    <a:pt x="3721869" y="2906516"/>
                  </a:lnTo>
                  <a:lnTo>
                    <a:pt x="3729246" y="2906516"/>
                  </a:lnTo>
                  <a:lnTo>
                    <a:pt x="3730872" y="2906516"/>
                  </a:lnTo>
                  <a:lnTo>
                    <a:pt x="3732497" y="2906516"/>
                  </a:lnTo>
                  <a:lnTo>
                    <a:pt x="3735248" y="2906516"/>
                  </a:lnTo>
                  <a:lnTo>
                    <a:pt x="3735373" y="2906516"/>
                  </a:lnTo>
                  <a:lnTo>
                    <a:pt x="3735623" y="2906516"/>
                  </a:lnTo>
                  <a:lnTo>
                    <a:pt x="3738124" y="2906516"/>
                  </a:lnTo>
                  <a:lnTo>
                    <a:pt x="3738249" y="2906516"/>
                  </a:lnTo>
                  <a:lnTo>
                    <a:pt x="3740625" y="2906516"/>
                  </a:lnTo>
                  <a:lnTo>
                    <a:pt x="3740875" y="2906516"/>
                  </a:lnTo>
                  <a:lnTo>
                    <a:pt x="3742876" y="2906516"/>
                  </a:lnTo>
                  <a:lnTo>
                    <a:pt x="3744376" y="2906516"/>
                  </a:lnTo>
                  <a:lnTo>
                    <a:pt x="3747627" y="2886608"/>
                  </a:lnTo>
                  <a:lnTo>
                    <a:pt x="3749003" y="2886608"/>
                  </a:lnTo>
                  <a:lnTo>
                    <a:pt x="3750628" y="2886608"/>
                  </a:lnTo>
                  <a:lnTo>
                    <a:pt x="3751003" y="2886608"/>
                  </a:lnTo>
                  <a:lnTo>
                    <a:pt x="3751629" y="2886608"/>
                  </a:lnTo>
                  <a:lnTo>
                    <a:pt x="3754630" y="2886608"/>
                  </a:lnTo>
                  <a:lnTo>
                    <a:pt x="3756505" y="2886608"/>
                  </a:lnTo>
                  <a:lnTo>
                    <a:pt x="3759006" y="2886608"/>
                  </a:lnTo>
                  <a:lnTo>
                    <a:pt x="3760757" y="2886608"/>
                  </a:lnTo>
                  <a:lnTo>
                    <a:pt x="3762132" y="2886608"/>
                  </a:lnTo>
                  <a:lnTo>
                    <a:pt x="3764008" y="2886608"/>
                  </a:lnTo>
                  <a:lnTo>
                    <a:pt x="3764508" y="2886608"/>
                  </a:lnTo>
                  <a:lnTo>
                    <a:pt x="3765508" y="2876654"/>
                  </a:lnTo>
                  <a:lnTo>
                    <a:pt x="3767884" y="2876654"/>
                  </a:lnTo>
                  <a:lnTo>
                    <a:pt x="3770135" y="2876654"/>
                  </a:lnTo>
                  <a:lnTo>
                    <a:pt x="3772010" y="2876654"/>
                  </a:lnTo>
                  <a:lnTo>
                    <a:pt x="3772261" y="2866700"/>
                  </a:lnTo>
                  <a:lnTo>
                    <a:pt x="3774261" y="2866700"/>
                  </a:lnTo>
                  <a:lnTo>
                    <a:pt x="3776262" y="2866700"/>
                  </a:lnTo>
                  <a:lnTo>
                    <a:pt x="3776887" y="2866700"/>
                  </a:lnTo>
                  <a:lnTo>
                    <a:pt x="3780638" y="2866700"/>
                  </a:lnTo>
                  <a:lnTo>
                    <a:pt x="3782264" y="2866700"/>
                  </a:lnTo>
                  <a:lnTo>
                    <a:pt x="3784014" y="2866700"/>
                  </a:lnTo>
                  <a:lnTo>
                    <a:pt x="3785140" y="2866700"/>
                  </a:lnTo>
                  <a:lnTo>
                    <a:pt x="3788391" y="2846793"/>
                  </a:lnTo>
                  <a:lnTo>
                    <a:pt x="3788641" y="2846793"/>
                  </a:lnTo>
                  <a:lnTo>
                    <a:pt x="3792017" y="2846793"/>
                  </a:lnTo>
                  <a:lnTo>
                    <a:pt x="3794518" y="2846793"/>
                  </a:lnTo>
                  <a:lnTo>
                    <a:pt x="3796519" y="2836839"/>
                  </a:lnTo>
                  <a:lnTo>
                    <a:pt x="3797019" y="2826885"/>
                  </a:lnTo>
                  <a:lnTo>
                    <a:pt x="3798769" y="2826885"/>
                  </a:lnTo>
                  <a:lnTo>
                    <a:pt x="3800395" y="2826885"/>
                  </a:lnTo>
                  <a:lnTo>
                    <a:pt x="3801895" y="2826885"/>
                  </a:lnTo>
                  <a:lnTo>
                    <a:pt x="3805022" y="2826885"/>
                  </a:lnTo>
                  <a:lnTo>
                    <a:pt x="3806522" y="2826885"/>
                  </a:lnTo>
                  <a:lnTo>
                    <a:pt x="3806772" y="2826885"/>
                  </a:lnTo>
                  <a:lnTo>
                    <a:pt x="3807647" y="2826885"/>
                  </a:lnTo>
                  <a:lnTo>
                    <a:pt x="3810148" y="2826885"/>
                  </a:lnTo>
                  <a:lnTo>
                    <a:pt x="3810273" y="2826885"/>
                  </a:lnTo>
                  <a:lnTo>
                    <a:pt x="3810398" y="2826885"/>
                  </a:lnTo>
                  <a:lnTo>
                    <a:pt x="3814025" y="2826885"/>
                  </a:lnTo>
                  <a:lnTo>
                    <a:pt x="3816400" y="2826885"/>
                  </a:lnTo>
                  <a:lnTo>
                    <a:pt x="3816650" y="2826885"/>
                  </a:lnTo>
                  <a:lnTo>
                    <a:pt x="3817026" y="2826885"/>
                  </a:lnTo>
                  <a:lnTo>
                    <a:pt x="3817276" y="2826885"/>
                  </a:lnTo>
                  <a:lnTo>
                    <a:pt x="3820652" y="2826885"/>
                  </a:lnTo>
                  <a:lnTo>
                    <a:pt x="3821402" y="2826885"/>
                  </a:lnTo>
                  <a:lnTo>
                    <a:pt x="3823278" y="2826885"/>
                  </a:lnTo>
                  <a:lnTo>
                    <a:pt x="3824278" y="2826885"/>
                  </a:lnTo>
                  <a:lnTo>
                    <a:pt x="3826279" y="2826885"/>
                  </a:lnTo>
                  <a:lnTo>
                    <a:pt x="3827404" y="2826885"/>
                  </a:lnTo>
                  <a:lnTo>
                    <a:pt x="3828904" y="2826885"/>
                  </a:lnTo>
                  <a:lnTo>
                    <a:pt x="3829655" y="2826885"/>
                  </a:lnTo>
                  <a:lnTo>
                    <a:pt x="3829780" y="2826885"/>
                  </a:lnTo>
                  <a:lnTo>
                    <a:pt x="3831780" y="2826885"/>
                  </a:lnTo>
                  <a:lnTo>
                    <a:pt x="3833781" y="2826885"/>
                  </a:lnTo>
                  <a:lnTo>
                    <a:pt x="3835782" y="2826885"/>
                  </a:lnTo>
                  <a:lnTo>
                    <a:pt x="3838658" y="2826885"/>
                  </a:lnTo>
                  <a:lnTo>
                    <a:pt x="3841034" y="2826885"/>
                  </a:lnTo>
                  <a:lnTo>
                    <a:pt x="3841534" y="2826885"/>
                  </a:lnTo>
                  <a:lnTo>
                    <a:pt x="3841659" y="2826885"/>
                  </a:lnTo>
                  <a:lnTo>
                    <a:pt x="3842409" y="2826885"/>
                  </a:lnTo>
                  <a:lnTo>
                    <a:pt x="3844410" y="2816931"/>
                  </a:lnTo>
                  <a:lnTo>
                    <a:pt x="3849036" y="2816931"/>
                  </a:lnTo>
                  <a:lnTo>
                    <a:pt x="3849411" y="2816931"/>
                  </a:lnTo>
                  <a:lnTo>
                    <a:pt x="3851162" y="2816931"/>
                  </a:lnTo>
                  <a:lnTo>
                    <a:pt x="3853538" y="2816931"/>
                  </a:lnTo>
                  <a:lnTo>
                    <a:pt x="3855538" y="2816931"/>
                  </a:lnTo>
                  <a:lnTo>
                    <a:pt x="3855914" y="2816931"/>
                  </a:lnTo>
                  <a:lnTo>
                    <a:pt x="3858289" y="2816931"/>
                  </a:lnTo>
                  <a:lnTo>
                    <a:pt x="3859540" y="2816931"/>
                  </a:lnTo>
                  <a:lnTo>
                    <a:pt x="3861415" y="2816931"/>
                  </a:lnTo>
                  <a:lnTo>
                    <a:pt x="3865792" y="2816931"/>
                  </a:lnTo>
                  <a:lnTo>
                    <a:pt x="3865917" y="2816931"/>
                  </a:lnTo>
                  <a:lnTo>
                    <a:pt x="3866917" y="2806977"/>
                  </a:lnTo>
                  <a:lnTo>
                    <a:pt x="3868168" y="2806977"/>
                  </a:lnTo>
                  <a:lnTo>
                    <a:pt x="3870043" y="2806977"/>
                  </a:lnTo>
                  <a:lnTo>
                    <a:pt x="3871169" y="2806977"/>
                  </a:lnTo>
                  <a:lnTo>
                    <a:pt x="3874295" y="2806977"/>
                  </a:lnTo>
                  <a:lnTo>
                    <a:pt x="3877046" y="2806977"/>
                  </a:lnTo>
                  <a:lnTo>
                    <a:pt x="3879296" y="2806977"/>
                  </a:lnTo>
                  <a:lnTo>
                    <a:pt x="3881422" y="2806977"/>
                  </a:lnTo>
                  <a:lnTo>
                    <a:pt x="3882297" y="2806977"/>
                  </a:lnTo>
                  <a:lnTo>
                    <a:pt x="3883298" y="2797024"/>
                  </a:lnTo>
                  <a:lnTo>
                    <a:pt x="3886174" y="2787070"/>
                  </a:lnTo>
                  <a:lnTo>
                    <a:pt x="3888674" y="2787070"/>
                  </a:lnTo>
                  <a:lnTo>
                    <a:pt x="3890550" y="2787070"/>
                  </a:lnTo>
                  <a:lnTo>
                    <a:pt x="3891175" y="2787070"/>
                  </a:lnTo>
                  <a:lnTo>
                    <a:pt x="3891550" y="2787070"/>
                  </a:lnTo>
                  <a:lnTo>
                    <a:pt x="3893551" y="2787070"/>
                  </a:lnTo>
                  <a:lnTo>
                    <a:pt x="3896677" y="2777116"/>
                  </a:lnTo>
                  <a:lnTo>
                    <a:pt x="3898303" y="2777116"/>
                  </a:lnTo>
                  <a:lnTo>
                    <a:pt x="3899803" y="2777116"/>
                  </a:lnTo>
                  <a:lnTo>
                    <a:pt x="3901804" y="2777116"/>
                  </a:lnTo>
                  <a:lnTo>
                    <a:pt x="3903930" y="2777116"/>
                  </a:lnTo>
                  <a:lnTo>
                    <a:pt x="3904180" y="2777116"/>
                  </a:lnTo>
                  <a:lnTo>
                    <a:pt x="3904805" y="2777116"/>
                  </a:lnTo>
                  <a:lnTo>
                    <a:pt x="3904930" y="2777116"/>
                  </a:lnTo>
                  <a:lnTo>
                    <a:pt x="3905055" y="2777116"/>
                  </a:lnTo>
                  <a:lnTo>
                    <a:pt x="3907306" y="2767162"/>
                  </a:lnTo>
                  <a:lnTo>
                    <a:pt x="3908681" y="2767162"/>
                  </a:lnTo>
                  <a:lnTo>
                    <a:pt x="3910557" y="2767162"/>
                  </a:lnTo>
                  <a:lnTo>
                    <a:pt x="3910682" y="2767162"/>
                  </a:lnTo>
                  <a:lnTo>
                    <a:pt x="3913308" y="2767162"/>
                  </a:lnTo>
                  <a:lnTo>
                    <a:pt x="3914558" y="2767162"/>
                  </a:lnTo>
                  <a:lnTo>
                    <a:pt x="3919435" y="2767162"/>
                  </a:lnTo>
                  <a:lnTo>
                    <a:pt x="3921060" y="2767162"/>
                  </a:lnTo>
                  <a:lnTo>
                    <a:pt x="3923936" y="2767162"/>
                  </a:lnTo>
                  <a:lnTo>
                    <a:pt x="3925062" y="2767162"/>
                  </a:lnTo>
                  <a:lnTo>
                    <a:pt x="3926812" y="2767162"/>
                  </a:lnTo>
                  <a:lnTo>
                    <a:pt x="3927312" y="2767162"/>
                  </a:lnTo>
                  <a:lnTo>
                    <a:pt x="3930313" y="2767162"/>
                  </a:lnTo>
                  <a:lnTo>
                    <a:pt x="3930438" y="2767162"/>
                  </a:lnTo>
                  <a:lnTo>
                    <a:pt x="3932314" y="2757208"/>
                  </a:lnTo>
                  <a:lnTo>
                    <a:pt x="3936691" y="2757208"/>
                  </a:lnTo>
                  <a:lnTo>
                    <a:pt x="3938941" y="2757208"/>
                  </a:lnTo>
                  <a:lnTo>
                    <a:pt x="3940442" y="2757208"/>
                  </a:lnTo>
                  <a:lnTo>
                    <a:pt x="3942818" y="2757208"/>
                  </a:lnTo>
                  <a:lnTo>
                    <a:pt x="3944443" y="2757208"/>
                  </a:lnTo>
                  <a:lnTo>
                    <a:pt x="3945318" y="2757208"/>
                  </a:lnTo>
                  <a:lnTo>
                    <a:pt x="3945694" y="2757208"/>
                  </a:lnTo>
                  <a:lnTo>
                    <a:pt x="3948695" y="2757208"/>
                  </a:lnTo>
                  <a:lnTo>
                    <a:pt x="3951696" y="2757208"/>
                  </a:lnTo>
                  <a:lnTo>
                    <a:pt x="3953946" y="2757208"/>
                  </a:lnTo>
                  <a:lnTo>
                    <a:pt x="3954446" y="2757208"/>
                  </a:lnTo>
                  <a:lnTo>
                    <a:pt x="3956572" y="2757208"/>
                  </a:lnTo>
                  <a:lnTo>
                    <a:pt x="3956947" y="2757208"/>
                  </a:lnTo>
                  <a:lnTo>
                    <a:pt x="3959448" y="2757208"/>
                  </a:lnTo>
                  <a:lnTo>
                    <a:pt x="3961949" y="2757208"/>
                  </a:lnTo>
                  <a:lnTo>
                    <a:pt x="3964950" y="2757208"/>
                  </a:lnTo>
                  <a:lnTo>
                    <a:pt x="3967451" y="2757208"/>
                  </a:lnTo>
                  <a:lnTo>
                    <a:pt x="3968701" y="2757208"/>
                  </a:lnTo>
                  <a:lnTo>
                    <a:pt x="3970702" y="2747255"/>
                  </a:lnTo>
                  <a:lnTo>
                    <a:pt x="3973328" y="2747255"/>
                  </a:lnTo>
                  <a:lnTo>
                    <a:pt x="3975704" y="2747255"/>
                  </a:lnTo>
                  <a:lnTo>
                    <a:pt x="3978079" y="2747255"/>
                  </a:lnTo>
                  <a:lnTo>
                    <a:pt x="3978329" y="2747255"/>
                  </a:lnTo>
                  <a:lnTo>
                    <a:pt x="3984456" y="2737301"/>
                  </a:lnTo>
                  <a:lnTo>
                    <a:pt x="3985207" y="2737301"/>
                  </a:lnTo>
                  <a:lnTo>
                    <a:pt x="3985457" y="2737301"/>
                  </a:lnTo>
                  <a:lnTo>
                    <a:pt x="3987583" y="2737301"/>
                  </a:lnTo>
                  <a:lnTo>
                    <a:pt x="3988583" y="2737301"/>
                  </a:lnTo>
                  <a:lnTo>
                    <a:pt x="3991709" y="2737301"/>
                  </a:lnTo>
                  <a:lnTo>
                    <a:pt x="3994210" y="2737301"/>
                  </a:lnTo>
                  <a:lnTo>
                    <a:pt x="3995210" y="2737301"/>
                  </a:lnTo>
                  <a:lnTo>
                    <a:pt x="3997461" y="2737301"/>
                  </a:lnTo>
                  <a:lnTo>
                    <a:pt x="3999837" y="2737301"/>
                  </a:lnTo>
                  <a:lnTo>
                    <a:pt x="4002087" y="2727347"/>
                  </a:lnTo>
                  <a:lnTo>
                    <a:pt x="4005464" y="2717393"/>
                  </a:lnTo>
                  <a:lnTo>
                    <a:pt x="4005964" y="2717393"/>
                  </a:lnTo>
                  <a:lnTo>
                    <a:pt x="4006464" y="2717393"/>
                  </a:lnTo>
                  <a:lnTo>
                    <a:pt x="4006964" y="2717393"/>
                  </a:lnTo>
                  <a:lnTo>
                    <a:pt x="4008715" y="2717393"/>
                  </a:lnTo>
                  <a:lnTo>
                    <a:pt x="4011090" y="2707439"/>
                  </a:lnTo>
                  <a:lnTo>
                    <a:pt x="4012716" y="2707439"/>
                  </a:lnTo>
                  <a:lnTo>
                    <a:pt x="4012841" y="2707439"/>
                  </a:lnTo>
                  <a:lnTo>
                    <a:pt x="4013216" y="2707439"/>
                  </a:lnTo>
                  <a:lnTo>
                    <a:pt x="4015717" y="2707439"/>
                  </a:lnTo>
                  <a:lnTo>
                    <a:pt x="4017843" y="2707439"/>
                  </a:lnTo>
                  <a:lnTo>
                    <a:pt x="4022844" y="2707439"/>
                  </a:lnTo>
                  <a:lnTo>
                    <a:pt x="4023470" y="2707439"/>
                  </a:lnTo>
                  <a:lnTo>
                    <a:pt x="4026220" y="2707439"/>
                  </a:lnTo>
                  <a:lnTo>
                    <a:pt x="4027846" y="2707439"/>
                  </a:lnTo>
                  <a:lnTo>
                    <a:pt x="4029221" y="2707439"/>
                  </a:lnTo>
                  <a:lnTo>
                    <a:pt x="4032848" y="2707439"/>
                  </a:lnTo>
                  <a:lnTo>
                    <a:pt x="4035974" y="2707439"/>
                  </a:lnTo>
                  <a:lnTo>
                    <a:pt x="4036224" y="2707439"/>
                  </a:lnTo>
                  <a:lnTo>
                    <a:pt x="4039225" y="2707439"/>
                  </a:lnTo>
                  <a:lnTo>
                    <a:pt x="4040850" y="2707439"/>
                  </a:lnTo>
                  <a:lnTo>
                    <a:pt x="4043726" y="2707439"/>
                  </a:lnTo>
                  <a:lnTo>
                    <a:pt x="4046602" y="2697485"/>
                  </a:lnTo>
                  <a:lnTo>
                    <a:pt x="4047102" y="2697485"/>
                  </a:lnTo>
                  <a:lnTo>
                    <a:pt x="4047478" y="2697485"/>
                  </a:lnTo>
                  <a:lnTo>
                    <a:pt x="4048478" y="2697485"/>
                  </a:lnTo>
                  <a:lnTo>
                    <a:pt x="4049228" y="2697485"/>
                  </a:lnTo>
                  <a:lnTo>
                    <a:pt x="4049353" y="2697485"/>
                  </a:lnTo>
                  <a:lnTo>
                    <a:pt x="4051354" y="2697485"/>
                  </a:lnTo>
                  <a:lnTo>
                    <a:pt x="4051479" y="2697485"/>
                  </a:lnTo>
                  <a:lnTo>
                    <a:pt x="4053355" y="2697485"/>
                  </a:lnTo>
                  <a:lnTo>
                    <a:pt x="4055230" y="2697485"/>
                  </a:lnTo>
                  <a:lnTo>
                    <a:pt x="4058356" y="2697485"/>
                  </a:lnTo>
                  <a:lnTo>
                    <a:pt x="4058481" y="2697485"/>
                  </a:lnTo>
                  <a:lnTo>
                    <a:pt x="4059857" y="2687532"/>
                  </a:lnTo>
                  <a:lnTo>
                    <a:pt x="4060732" y="2687532"/>
                  </a:lnTo>
                  <a:lnTo>
                    <a:pt x="4062608" y="2687532"/>
                  </a:lnTo>
                  <a:lnTo>
                    <a:pt x="4065609" y="2677578"/>
                  </a:lnTo>
                  <a:lnTo>
                    <a:pt x="4067609" y="2667624"/>
                  </a:lnTo>
                  <a:lnTo>
                    <a:pt x="4068109" y="2667624"/>
                  </a:lnTo>
                  <a:lnTo>
                    <a:pt x="4069235" y="2667624"/>
                  </a:lnTo>
                  <a:lnTo>
                    <a:pt x="4071110" y="2647716"/>
                  </a:lnTo>
                  <a:lnTo>
                    <a:pt x="4073361" y="2647716"/>
                  </a:lnTo>
                  <a:lnTo>
                    <a:pt x="4076112" y="2647716"/>
                  </a:lnTo>
                  <a:lnTo>
                    <a:pt x="4078613" y="2637762"/>
                  </a:lnTo>
                  <a:lnTo>
                    <a:pt x="4081114" y="2637762"/>
                  </a:lnTo>
                  <a:lnTo>
                    <a:pt x="4083740" y="2637762"/>
                  </a:lnTo>
                  <a:lnTo>
                    <a:pt x="4083990" y="2637762"/>
                  </a:lnTo>
                  <a:lnTo>
                    <a:pt x="4084115" y="2637762"/>
                  </a:lnTo>
                  <a:lnTo>
                    <a:pt x="4086991" y="2617855"/>
                  </a:lnTo>
                  <a:lnTo>
                    <a:pt x="4087116" y="2617855"/>
                  </a:lnTo>
                  <a:lnTo>
                    <a:pt x="4088741" y="2617855"/>
                  </a:lnTo>
                  <a:lnTo>
                    <a:pt x="4090492" y="2617855"/>
                  </a:lnTo>
                  <a:lnTo>
                    <a:pt x="4090867" y="2617855"/>
                  </a:lnTo>
                  <a:lnTo>
                    <a:pt x="4092993" y="2617855"/>
                  </a:lnTo>
                  <a:lnTo>
                    <a:pt x="4093243" y="2617855"/>
                  </a:lnTo>
                  <a:lnTo>
                    <a:pt x="4093368" y="2617855"/>
                  </a:lnTo>
                  <a:lnTo>
                    <a:pt x="4098745" y="2617855"/>
                  </a:lnTo>
                  <a:lnTo>
                    <a:pt x="4101496" y="2617855"/>
                  </a:lnTo>
                  <a:lnTo>
                    <a:pt x="4104872" y="2617855"/>
                  </a:lnTo>
                  <a:lnTo>
                    <a:pt x="4105747" y="2617855"/>
                  </a:lnTo>
                  <a:lnTo>
                    <a:pt x="4107498" y="2617855"/>
                  </a:lnTo>
                  <a:lnTo>
                    <a:pt x="4110499" y="2607901"/>
                  </a:lnTo>
                  <a:lnTo>
                    <a:pt x="4113750" y="2607901"/>
                  </a:lnTo>
                  <a:lnTo>
                    <a:pt x="4114750" y="2607901"/>
                  </a:lnTo>
                  <a:lnTo>
                    <a:pt x="4118126" y="2607901"/>
                  </a:lnTo>
                  <a:lnTo>
                    <a:pt x="4118501" y="2607901"/>
                  </a:lnTo>
                  <a:lnTo>
                    <a:pt x="4118876" y="2607901"/>
                  </a:lnTo>
                  <a:lnTo>
                    <a:pt x="4121252" y="2597947"/>
                  </a:lnTo>
                  <a:lnTo>
                    <a:pt x="4123753" y="2597947"/>
                  </a:lnTo>
                  <a:lnTo>
                    <a:pt x="4126504" y="2597947"/>
                  </a:lnTo>
                  <a:lnTo>
                    <a:pt x="4130380" y="2587993"/>
                  </a:lnTo>
                  <a:lnTo>
                    <a:pt x="4131005" y="2587993"/>
                  </a:lnTo>
                  <a:lnTo>
                    <a:pt x="4133756" y="2578040"/>
                  </a:lnTo>
                  <a:lnTo>
                    <a:pt x="4135007" y="2578040"/>
                  </a:lnTo>
                  <a:lnTo>
                    <a:pt x="4137383" y="2568086"/>
                  </a:lnTo>
                  <a:lnTo>
                    <a:pt x="4139258" y="2568086"/>
                  </a:lnTo>
                  <a:lnTo>
                    <a:pt x="4139883" y="2568086"/>
                  </a:lnTo>
                  <a:lnTo>
                    <a:pt x="4142634" y="2568086"/>
                  </a:lnTo>
                  <a:lnTo>
                    <a:pt x="4144135" y="2548178"/>
                  </a:lnTo>
                  <a:lnTo>
                    <a:pt x="4147011" y="2548178"/>
                  </a:lnTo>
                  <a:lnTo>
                    <a:pt x="4149011" y="2548178"/>
                  </a:lnTo>
                  <a:lnTo>
                    <a:pt x="4149387" y="2548178"/>
                  </a:lnTo>
                  <a:lnTo>
                    <a:pt x="4150387" y="2538224"/>
                  </a:lnTo>
                  <a:lnTo>
                    <a:pt x="4150512" y="2538224"/>
                  </a:lnTo>
                  <a:lnTo>
                    <a:pt x="4152263" y="2528270"/>
                  </a:lnTo>
                  <a:lnTo>
                    <a:pt x="4152513" y="2528270"/>
                  </a:lnTo>
                  <a:lnTo>
                    <a:pt x="4157139" y="2528270"/>
                  </a:lnTo>
                  <a:lnTo>
                    <a:pt x="4157264" y="2528270"/>
                  </a:lnTo>
                  <a:lnTo>
                    <a:pt x="4157389" y="2528270"/>
                  </a:lnTo>
                  <a:lnTo>
                    <a:pt x="4160140" y="2528270"/>
                  </a:lnTo>
                  <a:lnTo>
                    <a:pt x="4160265" y="2528270"/>
                  </a:lnTo>
                  <a:lnTo>
                    <a:pt x="4163391" y="2528270"/>
                  </a:lnTo>
                  <a:lnTo>
                    <a:pt x="4164517" y="2528270"/>
                  </a:lnTo>
                  <a:lnTo>
                    <a:pt x="4166642" y="2528270"/>
                  </a:lnTo>
                  <a:lnTo>
                    <a:pt x="4166767" y="2528270"/>
                  </a:lnTo>
                  <a:lnTo>
                    <a:pt x="4168018" y="2528270"/>
                  </a:lnTo>
                  <a:lnTo>
                    <a:pt x="4169018" y="2528270"/>
                  </a:lnTo>
                  <a:lnTo>
                    <a:pt x="4172269" y="2528270"/>
                  </a:lnTo>
                  <a:lnTo>
                    <a:pt x="4175645" y="2518317"/>
                  </a:lnTo>
                  <a:lnTo>
                    <a:pt x="4178146" y="2518317"/>
                  </a:lnTo>
                  <a:lnTo>
                    <a:pt x="4179772" y="2518317"/>
                  </a:lnTo>
                  <a:lnTo>
                    <a:pt x="4183023" y="2518317"/>
                  </a:lnTo>
                  <a:lnTo>
                    <a:pt x="4183148" y="2518317"/>
                  </a:lnTo>
                  <a:lnTo>
                    <a:pt x="4185399" y="2518317"/>
                  </a:lnTo>
                  <a:lnTo>
                    <a:pt x="4187899" y="2508363"/>
                  </a:lnTo>
                  <a:lnTo>
                    <a:pt x="4188900" y="2508363"/>
                  </a:lnTo>
                  <a:lnTo>
                    <a:pt x="4191776" y="2498409"/>
                  </a:lnTo>
                  <a:lnTo>
                    <a:pt x="4192901" y="2498409"/>
                  </a:lnTo>
                  <a:lnTo>
                    <a:pt x="4197028" y="2498409"/>
                  </a:lnTo>
                  <a:lnTo>
                    <a:pt x="4197153" y="2498409"/>
                  </a:lnTo>
                  <a:lnTo>
                    <a:pt x="4197403" y="2498409"/>
                  </a:lnTo>
                  <a:lnTo>
                    <a:pt x="4199528" y="2488455"/>
                  </a:lnTo>
                  <a:lnTo>
                    <a:pt x="4200779" y="2488455"/>
                  </a:lnTo>
                  <a:lnTo>
                    <a:pt x="4203155" y="2488455"/>
                  </a:lnTo>
                  <a:lnTo>
                    <a:pt x="4203280" y="2488455"/>
                  </a:lnTo>
                  <a:lnTo>
                    <a:pt x="4206031" y="2488455"/>
                  </a:lnTo>
                  <a:lnTo>
                    <a:pt x="4206281" y="2488455"/>
                  </a:lnTo>
                  <a:lnTo>
                    <a:pt x="4208531" y="2488455"/>
                  </a:lnTo>
                  <a:lnTo>
                    <a:pt x="4211532" y="2488455"/>
                  </a:lnTo>
                  <a:lnTo>
                    <a:pt x="4212908" y="2488455"/>
                  </a:lnTo>
                  <a:lnTo>
                    <a:pt x="4214909" y="2488455"/>
                  </a:lnTo>
                  <a:lnTo>
                    <a:pt x="4215159" y="2488455"/>
                  </a:lnTo>
                  <a:lnTo>
                    <a:pt x="4215284" y="2488455"/>
                  </a:lnTo>
                  <a:lnTo>
                    <a:pt x="4217534" y="2488455"/>
                  </a:lnTo>
                  <a:lnTo>
                    <a:pt x="4220160" y="2488455"/>
                  </a:lnTo>
                  <a:lnTo>
                    <a:pt x="4223286" y="2478501"/>
                  </a:lnTo>
                  <a:lnTo>
                    <a:pt x="4229663" y="2468548"/>
                  </a:lnTo>
                  <a:lnTo>
                    <a:pt x="4229789" y="2468548"/>
                  </a:lnTo>
                  <a:lnTo>
                    <a:pt x="4231289" y="2468548"/>
                  </a:lnTo>
                  <a:lnTo>
                    <a:pt x="4233165" y="2458594"/>
                  </a:lnTo>
                  <a:lnTo>
                    <a:pt x="4233290" y="2458594"/>
                  </a:lnTo>
                  <a:lnTo>
                    <a:pt x="4233540" y="2458594"/>
                  </a:lnTo>
                  <a:lnTo>
                    <a:pt x="4234790" y="2458594"/>
                  </a:lnTo>
                  <a:lnTo>
                    <a:pt x="4237666" y="2458594"/>
                  </a:lnTo>
                  <a:lnTo>
                    <a:pt x="4241167" y="2458594"/>
                  </a:lnTo>
                  <a:lnTo>
                    <a:pt x="4241292" y="2458594"/>
                  </a:lnTo>
                  <a:lnTo>
                    <a:pt x="4244794" y="2458594"/>
                  </a:lnTo>
                  <a:lnTo>
                    <a:pt x="4245294" y="2458594"/>
                  </a:lnTo>
                  <a:lnTo>
                    <a:pt x="4247795" y="2458594"/>
                  </a:lnTo>
                  <a:lnTo>
                    <a:pt x="4253046" y="2438686"/>
                  </a:lnTo>
                  <a:lnTo>
                    <a:pt x="4253922" y="2438686"/>
                  </a:lnTo>
                  <a:lnTo>
                    <a:pt x="4254672" y="2438686"/>
                  </a:lnTo>
                  <a:lnTo>
                    <a:pt x="4256297" y="2438686"/>
                  </a:lnTo>
                  <a:lnTo>
                    <a:pt x="4256547" y="2438686"/>
                  </a:lnTo>
                  <a:lnTo>
                    <a:pt x="4258798" y="2438686"/>
                  </a:lnTo>
                  <a:lnTo>
                    <a:pt x="4260424" y="2438686"/>
                  </a:lnTo>
                  <a:lnTo>
                    <a:pt x="4262800" y="2438686"/>
                  </a:lnTo>
                  <a:lnTo>
                    <a:pt x="4262925" y="2438686"/>
                  </a:lnTo>
                  <a:lnTo>
                    <a:pt x="4263300" y="2438686"/>
                  </a:lnTo>
                  <a:lnTo>
                    <a:pt x="4266676" y="2438686"/>
                  </a:lnTo>
                  <a:lnTo>
                    <a:pt x="4267801" y="2438686"/>
                  </a:lnTo>
                  <a:lnTo>
                    <a:pt x="4270177" y="2438686"/>
                  </a:lnTo>
                  <a:lnTo>
                    <a:pt x="4270552" y="2428732"/>
                  </a:lnTo>
                  <a:lnTo>
                    <a:pt x="4271427" y="2428732"/>
                  </a:lnTo>
                  <a:lnTo>
                    <a:pt x="4275804" y="2428732"/>
                  </a:lnTo>
                  <a:lnTo>
                    <a:pt x="4278305" y="2428732"/>
                  </a:lnTo>
                  <a:lnTo>
                    <a:pt x="4282806" y="2418778"/>
                  </a:lnTo>
                  <a:lnTo>
                    <a:pt x="4283181" y="2418778"/>
                  </a:lnTo>
                  <a:lnTo>
                    <a:pt x="4286557" y="2418778"/>
                  </a:lnTo>
                  <a:lnTo>
                    <a:pt x="4286808" y="2418778"/>
                  </a:lnTo>
                  <a:lnTo>
                    <a:pt x="4289183" y="2418778"/>
                  </a:lnTo>
                  <a:lnTo>
                    <a:pt x="4292059" y="2418778"/>
                  </a:lnTo>
                  <a:lnTo>
                    <a:pt x="4294310" y="2418778"/>
                  </a:lnTo>
                  <a:lnTo>
                    <a:pt x="4295185" y="2418778"/>
                  </a:lnTo>
                  <a:lnTo>
                    <a:pt x="4298311" y="2418778"/>
                  </a:lnTo>
                  <a:lnTo>
                    <a:pt x="4299812" y="2418778"/>
                  </a:lnTo>
                  <a:lnTo>
                    <a:pt x="4300437" y="2398871"/>
                  </a:lnTo>
                  <a:lnTo>
                    <a:pt x="4300687" y="2398871"/>
                  </a:lnTo>
                  <a:lnTo>
                    <a:pt x="4303688" y="2388917"/>
                  </a:lnTo>
                  <a:lnTo>
                    <a:pt x="4303813" y="2388917"/>
                  </a:lnTo>
                  <a:lnTo>
                    <a:pt x="4305939" y="2388917"/>
                  </a:lnTo>
                  <a:lnTo>
                    <a:pt x="4306064" y="2378963"/>
                  </a:lnTo>
                  <a:lnTo>
                    <a:pt x="4307940" y="2369009"/>
                  </a:lnTo>
                  <a:lnTo>
                    <a:pt x="4308065" y="2369009"/>
                  </a:lnTo>
                  <a:lnTo>
                    <a:pt x="4308565" y="2369009"/>
                  </a:lnTo>
                  <a:lnTo>
                    <a:pt x="4311941" y="2369009"/>
                  </a:lnTo>
                  <a:lnTo>
                    <a:pt x="4312316" y="2369009"/>
                  </a:lnTo>
                  <a:lnTo>
                    <a:pt x="4312941" y="2359055"/>
                  </a:lnTo>
                  <a:lnTo>
                    <a:pt x="4316442" y="2359055"/>
                  </a:lnTo>
                  <a:lnTo>
                    <a:pt x="4317943" y="2359055"/>
                  </a:lnTo>
                  <a:lnTo>
                    <a:pt x="4318193" y="2359055"/>
                  </a:lnTo>
                  <a:lnTo>
                    <a:pt x="4320319" y="2359055"/>
                  </a:lnTo>
                  <a:lnTo>
                    <a:pt x="4322444" y="2359055"/>
                  </a:lnTo>
                  <a:lnTo>
                    <a:pt x="4325320" y="2349102"/>
                  </a:lnTo>
                  <a:lnTo>
                    <a:pt x="4329322" y="2349102"/>
                  </a:lnTo>
                  <a:lnTo>
                    <a:pt x="4331573" y="2349102"/>
                  </a:lnTo>
                  <a:lnTo>
                    <a:pt x="4334323" y="2349102"/>
                  </a:lnTo>
                  <a:lnTo>
                    <a:pt x="4334699" y="2349102"/>
                  </a:lnTo>
                  <a:lnTo>
                    <a:pt x="4335199" y="2349102"/>
                  </a:lnTo>
                  <a:lnTo>
                    <a:pt x="4341201" y="2349102"/>
                  </a:lnTo>
                  <a:lnTo>
                    <a:pt x="4341326" y="2349102"/>
                  </a:lnTo>
                  <a:lnTo>
                    <a:pt x="4345202" y="2349102"/>
                  </a:lnTo>
                  <a:lnTo>
                    <a:pt x="4345577" y="2349102"/>
                  </a:lnTo>
                  <a:lnTo>
                    <a:pt x="4347828" y="2349102"/>
                  </a:lnTo>
                  <a:lnTo>
                    <a:pt x="4350329" y="2349102"/>
                  </a:lnTo>
                  <a:lnTo>
                    <a:pt x="4352455" y="2349102"/>
                  </a:lnTo>
                  <a:lnTo>
                    <a:pt x="4355456" y="2349102"/>
                  </a:lnTo>
                  <a:lnTo>
                    <a:pt x="4356456" y="2349102"/>
                  </a:lnTo>
                  <a:lnTo>
                    <a:pt x="4356956" y="2349102"/>
                  </a:lnTo>
                  <a:lnTo>
                    <a:pt x="4358707" y="2349102"/>
                  </a:lnTo>
                  <a:lnTo>
                    <a:pt x="4360332" y="2349102"/>
                  </a:lnTo>
                  <a:lnTo>
                    <a:pt x="4363833" y="2349102"/>
                  </a:lnTo>
                  <a:lnTo>
                    <a:pt x="4363958" y="2349102"/>
                  </a:lnTo>
                  <a:lnTo>
                    <a:pt x="4367084" y="2349102"/>
                  </a:lnTo>
                  <a:lnTo>
                    <a:pt x="4368835" y="2349102"/>
                  </a:lnTo>
                  <a:lnTo>
                    <a:pt x="4369835" y="2349102"/>
                  </a:lnTo>
                  <a:lnTo>
                    <a:pt x="4370085" y="2349102"/>
                  </a:lnTo>
                  <a:lnTo>
                    <a:pt x="4371461" y="2349102"/>
                  </a:lnTo>
                  <a:lnTo>
                    <a:pt x="4375087" y="2339148"/>
                  </a:lnTo>
                  <a:lnTo>
                    <a:pt x="4379839" y="2339148"/>
                  </a:lnTo>
                  <a:lnTo>
                    <a:pt x="4382590" y="2339148"/>
                  </a:lnTo>
                  <a:lnTo>
                    <a:pt x="4385090" y="2339148"/>
                  </a:lnTo>
                  <a:lnTo>
                    <a:pt x="4388842" y="2339148"/>
                  </a:lnTo>
                  <a:lnTo>
                    <a:pt x="4390592" y="2339148"/>
                  </a:lnTo>
                  <a:lnTo>
                    <a:pt x="4394469" y="2329194"/>
                  </a:lnTo>
                  <a:lnTo>
                    <a:pt x="4396469" y="2329194"/>
                  </a:lnTo>
                  <a:lnTo>
                    <a:pt x="4396594" y="2329194"/>
                  </a:lnTo>
                  <a:lnTo>
                    <a:pt x="4398845" y="2329194"/>
                  </a:lnTo>
                  <a:lnTo>
                    <a:pt x="4399345" y="2329194"/>
                  </a:lnTo>
                  <a:lnTo>
                    <a:pt x="4400471" y="2329194"/>
                  </a:lnTo>
                  <a:lnTo>
                    <a:pt x="4400721" y="2329194"/>
                  </a:lnTo>
                  <a:lnTo>
                    <a:pt x="4401096" y="2329194"/>
                  </a:lnTo>
                  <a:lnTo>
                    <a:pt x="4404097" y="2329194"/>
                  </a:lnTo>
                  <a:lnTo>
                    <a:pt x="4404972" y="2329194"/>
                  </a:lnTo>
                  <a:lnTo>
                    <a:pt x="4406973" y="2329194"/>
                  </a:lnTo>
                  <a:lnTo>
                    <a:pt x="4407098" y="2319240"/>
                  </a:lnTo>
                  <a:lnTo>
                    <a:pt x="4410599" y="2309286"/>
                  </a:lnTo>
                  <a:lnTo>
                    <a:pt x="4410849" y="2309286"/>
                  </a:lnTo>
                  <a:lnTo>
                    <a:pt x="4411599" y="2309286"/>
                  </a:lnTo>
                  <a:lnTo>
                    <a:pt x="4412099" y="2309286"/>
                  </a:lnTo>
                  <a:lnTo>
                    <a:pt x="4415100" y="2309286"/>
                  </a:lnTo>
                  <a:lnTo>
                    <a:pt x="4417601" y="2309286"/>
                  </a:lnTo>
                  <a:lnTo>
                    <a:pt x="4417851" y="2309286"/>
                  </a:lnTo>
                  <a:lnTo>
                    <a:pt x="4418602" y="2309286"/>
                  </a:lnTo>
                  <a:lnTo>
                    <a:pt x="4419102" y="2309286"/>
                  </a:lnTo>
                  <a:lnTo>
                    <a:pt x="4426229" y="2289379"/>
                  </a:lnTo>
                  <a:lnTo>
                    <a:pt x="4429855" y="2289379"/>
                  </a:lnTo>
                  <a:lnTo>
                    <a:pt x="4433106" y="2269471"/>
                  </a:lnTo>
                  <a:lnTo>
                    <a:pt x="4435482" y="2269471"/>
                  </a:lnTo>
                  <a:lnTo>
                    <a:pt x="4438608" y="2269471"/>
                  </a:lnTo>
                  <a:lnTo>
                    <a:pt x="4439484" y="2269471"/>
                  </a:lnTo>
                  <a:lnTo>
                    <a:pt x="4442860" y="2269471"/>
                  </a:lnTo>
                  <a:lnTo>
                    <a:pt x="4445486" y="2269471"/>
                  </a:lnTo>
                  <a:lnTo>
                    <a:pt x="4447611" y="2269471"/>
                  </a:lnTo>
                  <a:lnTo>
                    <a:pt x="4447986" y="2269471"/>
                  </a:lnTo>
                  <a:lnTo>
                    <a:pt x="4451363" y="2269471"/>
                  </a:lnTo>
                  <a:lnTo>
                    <a:pt x="4451613" y="2269471"/>
                  </a:lnTo>
                  <a:lnTo>
                    <a:pt x="4452863" y="2269471"/>
                  </a:lnTo>
                  <a:lnTo>
                    <a:pt x="4455989" y="2269471"/>
                  </a:lnTo>
                  <a:lnTo>
                    <a:pt x="4458865" y="2269471"/>
                  </a:lnTo>
                  <a:lnTo>
                    <a:pt x="4458990" y="2269471"/>
                  </a:lnTo>
                  <a:lnTo>
                    <a:pt x="4459115" y="2269471"/>
                  </a:lnTo>
                  <a:lnTo>
                    <a:pt x="4462491" y="2269471"/>
                  </a:lnTo>
                  <a:lnTo>
                    <a:pt x="4462616" y="2269471"/>
                  </a:lnTo>
                  <a:lnTo>
                    <a:pt x="4463742" y="2269471"/>
                  </a:lnTo>
                  <a:lnTo>
                    <a:pt x="4463867" y="2269471"/>
                  </a:lnTo>
                  <a:lnTo>
                    <a:pt x="4465867" y="2269471"/>
                  </a:lnTo>
                  <a:lnTo>
                    <a:pt x="4469619" y="2259517"/>
                  </a:lnTo>
                  <a:lnTo>
                    <a:pt x="4469869" y="2259517"/>
                  </a:lnTo>
                  <a:lnTo>
                    <a:pt x="4473245" y="2259517"/>
                  </a:lnTo>
                  <a:lnTo>
                    <a:pt x="4475246" y="2259517"/>
                  </a:lnTo>
                  <a:lnTo>
                    <a:pt x="4478122" y="2259517"/>
                  </a:lnTo>
                  <a:lnTo>
                    <a:pt x="4481623" y="2249563"/>
                  </a:lnTo>
                  <a:lnTo>
                    <a:pt x="4484499" y="2249563"/>
                  </a:lnTo>
                  <a:lnTo>
                    <a:pt x="4484999" y="2249563"/>
                  </a:lnTo>
                  <a:lnTo>
                    <a:pt x="4486249" y="2249563"/>
                  </a:lnTo>
                  <a:lnTo>
                    <a:pt x="4489250" y="2229656"/>
                  </a:lnTo>
                  <a:lnTo>
                    <a:pt x="4491376" y="2229656"/>
                  </a:lnTo>
                  <a:lnTo>
                    <a:pt x="4494752" y="2229656"/>
                  </a:lnTo>
                  <a:lnTo>
                    <a:pt x="4494877" y="2229656"/>
                  </a:lnTo>
                  <a:lnTo>
                    <a:pt x="4495002" y="2229656"/>
                  </a:lnTo>
                  <a:lnTo>
                    <a:pt x="4498128" y="2229656"/>
                  </a:lnTo>
                  <a:lnTo>
                    <a:pt x="4498878" y="2229656"/>
                  </a:lnTo>
                  <a:lnTo>
                    <a:pt x="4501504" y="2229656"/>
                  </a:lnTo>
                  <a:lnTo>
                    <a:pt x="4505256" y="2229656"/>
                  </a:lnTo>
                  <a:lnTo>
                    <a:pt x="4505756" y="2229656"/>
                  </a:lnTo>
                  <a:lnTo>
                    <a:pt x="4506881" y="2229656"/>
                  </a:lnTo>
                  <a:lnTo>
                    <a:pt x="4509882" y="2229656"/>
                  </a:lnTo>
                  <a:lnTo>
                    <a:pt x="4510257" y="2229656"/>
                  </a:lnTo>
                  <a:lnTo>
                    <a:pt x="4514384" y="2229656"/>
                  </a:lnTo>
                  <a:lnTo>
                    <a:pt x="4517885" y="2229656"/>
                  </a:lnTo>
                  <a:lnTo>
                    <a:pt x="4518010" y="2219702"/>
                  </a:lnTo>
                  <a:lnTo>
                    <a:pt x="4518135" y="2219702"/>
                  </a:lnTo>
                  <a:lnTo>
                    <a:pt x="4518885" y="2219702"/>
                  </a:lnTo>
                  <a:lnTo>
                    <a:pt x="4519010" y="2219702"/>
                  </a:lnTo>
                  <a:lnTo>
                    <a:pt x="4523012" y="2199794"/>
                  </a:lnTo>
                  <a:lnTo>
                    <a:pt x="4523887" y="2189840"/>
                  </a:lnTo>
                  <a:lnTo>
                    <a:pt x="4524387" y="2189840"/>
                  </a:lnTo>
                  <a:lnTo>
                    <a:pt x="4525512" y="2189840"/>
                  </a:lnTo>
                  <a:lnTo>
                    <a:pt x="4529764" y="2189840"/>
                  </a:lnTo>
                  <a:lnTo>
                    <a:pt x="4531639" y="2179887"/>
                  </a:lnTo>
                  <a:lnTo>
                    <a:pt x="4535016" y="2179887"/>
                  </a:lnTo>
                  <a:lnTo>
                    <a:pt x="4537766" y="2159979"/>
                  </a:lnTo>
                  <a:lnTo>
                    <a:pt x="4538142" y="2159979"/>
                  </a:lnTo>
                  <a:lnTo>
                    <a:pt x="4542768" y="2159979"/>
                  </a:lnTo>
                  <a:lnTo>
                    <a:pt x="4545019" y="2159979"/>
                  </a:lnTo>
                  <a:lnTo>
                    <a:pt x="4548145" y="2159979"/>
                  </a:lnTo>
                  <a:lnTo>
                    <a:pt x="4548895" y="2159979"/>
                  </a:lnTo>
                  <a:lnTo>
                    <a:pt x="4553397" y="2159979"/>
                  </a:lnTo>
                  <a:lnTo>
                    <a:pt x="4558523" y="2159979"/>
                  </a:lnTo>
                  <a:lnTo>
                    <a:pt x="4559774" y="2159979"/>
                  </a:lnTo>
                  <a:lnTo>
                    <a:pt x="4560024" y="2159979"/>
                  </a:lnTo>
                  <a:lnTo>
                    <a:pt x="4560149" y="2159979"/>
                  </a:lnTo>
                  <a:lnTo>
                    <a:pt x="4560399" y="2159979"/>
                  </a:lnTo>
                  <a:lnTo>
                    <a:pt x="4563900" y="2159979"/>
                  </a:lnTo>
                  <a:lnTo>
                    <a:pt x="4564400" y="2159979"/>
                  </a:lnTo>
                  <a:lnTo>
                    <a:pt x="4564901" y="2159979"/>
                  </a:lnTo>
                  <a:lnTo>
                    <a:pt x="4566651" y="2159979"/>
                  </a:lnTo>
                  <a:lnTo>
                    <a:pt x="4570152" y="2159979"/>
                  </a:lnTo>
                  <a:lnTo>
                    <a:pt x="4571028" y="2159979"/>
                  </a:lnTo>
                  <a:lnTo>
                    <a:pt x="4571403" y="2159979"/>
                  </a:lnTo>
                  <a:lnTo>
                    <a:pt x="4571653" y="2150025"/>
                  </a:lnTo>
                  <a:lnTo>
                    <a:pt x="4574904" y="2140071"/>
                  </a:lnTo>
                  <a:lnTo>
                    <a:pt x="4576029" y="2130118"/>
                  </a:lnTo>
                  <a:lnTo>
                    <a:pt x="4578155" y="2130118"/>
                  </a:lnTo>
                  <a:lnTo>
                    <a:pt x="4581906" y="2130118"/>
                  </a:lnTo>
                  <a:lnTo>
                    <a:pt x="4586908" y="2110210"/>
                  </a:lnTo>
                  <a:lnTo>
                    <a:pt x="4590534" y="2090302"/>
                  </a:lnTo>
                  <a:lnTo>
                    <a:pt x="4591534" y="2090302"/>
                  </a:lnTo>
                  <a:lnTo>
                    <a:pt x="4594160" y="2080348"/>
                  </a:lnTo>
                  <a:lnTo>
                    <a:pt x="4594285" y="2080348"/>
                  </a:lnTo>
                  <a:lnTo>
                    <a:pt x="4598787" y="2080348"/>
                  </a:lnTo>
                  <a:lnTo>
                    <a:pt x="4598912" y="2080348"/>
                  </a:lnTo>
                  <a:lnTo>
                    <a:pt x="4601913" y="2070395"/>
                  </a:lnTo>
                  <a:lnTo>
                    <a:pt x="4603789" y="2070395"/>
                  </a:lnTo>
                  <a:lnTo>
                    <a:pt x="4606289" y="2070395"/>
                  </a:lnTo>
                  <a:lnTo>
                    <a:pt x="4608540" y="2070395"/>
                  </a:lnTo>
                  <a:lnTo>
                    <a:pt x="4609165" y="2070395"/>
                  </a:lnTo>
                  <a:lnTo>
                    <a:pt x="4610416" y="2070395"/>
                  </a:lnTo>
                  <a:lnTo>
                    <a:pt x="4613042" y="2070395"/>
                  </a:lnTo>
                  <a:lnTo>
                    <a:pt x="4613167" y="2070395"/>
                  </a:lnTo>
                  <a:lnTo>
                    <a:pt x="4614292" y="2070395"/>
                  </a:lnTo>
                  <a:lnTo>
                    <a:pt x="4615417" y="2070395"/>
                  </a:lnTo>
                  <a:lnTo>
                    <a:pt x="4618168" y="2070395"/>
                  </a:lnTo>
                  <a:lnTo>
                    <a:pt x="4618543" y="2070395"/>
                  </a:lnTo>
                  <a:lnTo>
                    <a:pt x="4621294" y="2070395"/>
                  </a:lnTo>
                  <a:lnTo>
                    <a:pt x="4624796" y="2070395"/>
                  </a:lnTo>
                  <a:lnTo>
                    <a:pt x="4625796" y="2060441"/>
                  </a:lnTo>
                  <a:lnTo>
                    <a:pt x="4626671" y="2060441"/>
                  </a:lnTo>
                  <a:lnTo>
                    <a:pt x="4631673" y="2060441"/>
                  </a:lnTo>
                  <a:lnTo>
                    <a:pt x="4638550" y="2060441"/>
                  </a:lnTo>
                  <a:lnTo>
                    <a:pt x="4642927" y="2060441"/>
                  </a:lnTo>
                  <a:lnTo>
                    <a:pt x="4643052" y="2060441"/>
                  </a:lnTo>
                  <a:lnTo>
                    <a:pt x="4647178" y="2060441"/>
                  </a:lnTo>
                  <a:lnTo>
                    <a:pt x="4649429" y="2060441"/>
                  </a:lnTo>
                  <a:lnTo>
                    <a:pt x="4649554" y="2060441"/>
                  </a:lnTo>
                  <a:lnTo>
                    <a:pt x="4652055" y="2060441"/>
                  </a:lnTo>
                  <a:lnTo>
                    <a:pt x="4653055" y="2060441"/>
                  </a:lnTo>
                  <a:lnTo>
                    <a:pt x="4653680" y="2060441"/>
                  </a:lnTo>
                  <a:lnTo>
                    <a:pt x="4654055" y="2060441"/>
                  </a:lnTo>
                  <a:lnTo>
                    <a:pt x="4657431" y="2060441"/>
                  </a:lnTo>
                  <a:lnTo>
                    <a:pt x="4657682" y="2060441"/>
                  </a:lnTo>
                  <a:lnTo>
                    <a:pt x="4660182" y="2060441"/>
                  </a:lnTo>
                  <a:lnTo>
                    <a:pt x="4661308" y="2060441"/>
                  </a:lnTo>
                  <a:lnTo>
                    <a:pt x="4663934" y="2060441"/>
                  </a:lnTo>
                  <a:lnTo>
                    <a:pt x="4664059" y="2060441"/>
                  </a:lnTo>
                  <a:lnTo>
                    <a:pt x="4666309" y="2060441"/>
                  </a:lnTo>
                  <a:lnTo>
                    <a:pt x="4666434" y="2060441"/>
                  </a:lnTo>
                  <a:lnTo>
                    <a:pt x="4666685" y="2060441"/>
                  </a:lnTo>
                  <a:lnTo>
                    <a:pt x="4667060" y="2060441"/>
                  </a:lnTo>
                  <a:lnTo>
                    <a:pt x="4667435" y="2060441"/>
                  </a:lnTo>
                  <a:lnTo>
                    <a:pt x="4669310" y="2060441"/>
                  </a:lnTo>
                  <a:lnTo>
                    <a:pt x="4673312" y="2060441"/>
                  </a:lnTo>
                  <a:lnTo>
                    <a:pt x="4673437" y="2060441"/>
                  </a:lnTo>
                  <a:lnTo>
                    <a:pt x="4674187" y="2060441"/>
                  </a:lnTo>
                  <a:lnTo>
                    <a:pt x="4674437" y="2060441"/>
                  </a:lnTo>
                  <a:lnTo>
                    <a:pt x="4674562" y="2060441"/>
                  </a:lnTo>
                  <a:lnTo>
                    <a:pt x="4677813" y="2060441"/>
                  </a:lnTo>
                  <a:lnTo>
                    <a:pt x="4679939" y="2060441"/>
                  </a:lnTo>
                  <a:lnTo>
                    <a:pt x="4684190" y="2060441"/>
                  </a:lnTo>
                  <a:lnTo>
                    <a:pt x="4688317" y="2060441"/>
                  </a:lnTo>
                  <a:lnTo>
                    <a:pt x="4689192" y="2060441"/>
                  </a:lnTo>
                  <a:lnTo>
                    <a:pt x="4692068" y="2060441"/>
                  </a:lnTo>
                  <a:lnTo>
                    <a:pt x="4692193" y="2060441"/>
                  </a:lnTo>
                  <a:lnTo>
                    <a:pt x="4695569" y="2060441"/>
                  </a:lnTo>
                  <a:lnTo>
                    <a:pt x="4695944" y="2060441"/>
                  </a:lnTo>
                  <a:lnTo>
                    <a:pt x="4700821" y="2060441"/>
                  </a:lnTo>
                  <a:lnTo>
                    <a:pt x="4704697" y="2060441"/>
                  </a:lnTo>
                  <a:lnTo>
                    <a:pt x="4704697" y="2050487"/>
                  </a:lnTo>
                  <a:lnTo>
                    <a:pt x="4706323" y="2050487"/>
                  </a:lnTo>
                  <a:lnTo>
                    <a:pt x="4708073" y="2050487"/>
                  </a:lnTo>
                  <a:lnTo>
                    <a:pt x="4710949" y="2050487"/>
                  </a:lnTo>
                  <a:lnTo>
                    <a:pt x="4714701" y="2050487"/>
                  </a:lnTo>
                  <a:lnTo>
                    <a:pt x="4716826" y="2050487"/>
                  </a:lnTo>
                  <a:lnTo>
                    <a:pt x="4718452" y="2050487"/>
                  </a:lnTo>
                  <a:lnTo>
                    <a:pt x="4720578" y="2050487"/>
                  </a:lnTo>
                  <a:lnTo>
                    <a:pt x="4720703" y="2050487"/>
                  </a:lnTo>
                  <a:lnTo>
                    <a:pt x="4723829" y="2050487"/>
                  </a:lnTo>
                  <a:lnTo>
                    <a:pt x="4725329" y="2050487"/>
                  </a:lnTo>
                  <a:lnTo>
                    <a:pt x="4726329" y="2040533"/>
                  </a:lnTo>
                  <a:lnTo>
                    <a:pt x="4726580" y="2040533"/>
                  </a:lnTo>
                  <a:lnTo>
                    <a:pt x="4726705" y="2040533"/>
                  </a:lnTo>
                  <a:lnTo>
                    <a:pt x="4727330" y="2040533"/>
                  </a:lnTo>
                  <a:lnTo>
                    <a:pt x="4731581" y="2040533"/>
                  </a:lnTo>
                  <a:lnTo>
                    <a:pt x="4736958" y="2040533"/>
                  </a:lnTo>
                  <a:lnTo>
                    <a:pt x="4738584" y="2040533"/>
                  </a:lnTo>
                  <a:lnTo>
                    <a:pt x="4742585" y="2040533"/>
                  </a:lnTo>
                  <a:lnTo>
                    <a:pt x="4742710" y="2040533"/>
                  </a:lnTo>
                  <a:lnTo>
                    <a:pt x="4746711" y="2040533"/>
                  </a:lnTo>
                  <a:lnTo>
                    <a:pt x="4747337" y="2040533"/>
                  </a:lnTo>
                  <a:lnTo>
                    <a:pt x="4751338" y="2040533"/>
                  </a:lnTo>
                  <a:lnTo>
                    <a:pt x="4753339" y="2040533"/>
                  </a:lnTo>
                  <a:lnTo>
                    <a:pt x="4757340" y="2040533"/>
                  </a:lnTo>
                  <a:lnTo>
                    <a:pt x="4757840" y="2040533"/>
                  </a:lnTo>
                  <a:lnTo>
                    <a:pt x="4758465" y="2040533"/>
                  </a:lnTo>
                  <a:lnTo>
                    <a:pt x="4758590" y="2040533"/>
                  </a:lnTo>
                  <a:lnTo>
                    <a:pt x="4761716" y="2040533"/>
                  </a:lnTo>
                  <a:lnTo>
                    <a:pt x="4762592" y="2040533"/>
                  </a:lnTo>
                  <a:lnTo>
                    <a:pt x="4763842" y="2040533"/>
                  </a:lnTo>
                  <a:lnTo>
                    <a:pt x="4766968" y="2040533"/>
                  </a:lnTo>
                  <a:lnTo>
                    <a:pt x="4767093" y="2040533"/>
                  </a:lnTo>
                  <a:lnTo>
                    <a:pt x="4767218" y="2040533"/>
                  </a:lnTo>
                  <a:lnTo>
                    <a:pt x="4772345" y="2040533"/>
                  </a:lnTo>
                  <a:lnTo>
                    <a:pt x="4773220" y="2040533"/>
                  </a:lnTo>
                  <a:lnTo>
                    <a:pt x="4773595" y="2040533"/>
                  </a:lnTo>
                  <a:lnTo>
                    <a:pt x="4774221" y="2040533"/>
                  </a:lnTo>
                  <a:lnTo>
                    <a:pt x="4777847" y="2040533"/>
                  </a:lnTo>
                  <a:lnTo>
                    <a:pt x="4781098" y="2040533"/>
                  </a:lnTo>
                  <a:lnTo>
                    <a:pt x="4785099" y="2040533"/>
                  </a:lnTo>
                  <a:lnTo>
                    <a:pt x="4786225" y="2040533"/>
                  </a:lnTo>
                  <a:lnTo>
                    <a:pt x="4790601" y="2040533"/>
                  </a:lnTo>
                  <a:lnTo>
                    <a:pt x="4796103" y="2040533"/>
                  </a:lnTo>
                  <a:lnTo>
                    <a:pt x="4796853" y="2040533"/>
                  </a:lnTo>
                  <a:lnTo>
                    <a:pt x="4799229" y="2030579"/>
                  </a:lnTo>
                  <a:lnTo>
                    <a:pt x="4802855" y="2020625"/>
                  </a:lnTo>
                  <a:lnTo>
                    <a:pt x="4803105" y="2020625"/>
                  </a:lnTo>
                  <a:lnTo>
                    <a:pt x="4807357" y="2020625"/>
                  </a:lnTo>
                  <a:lnTo>
                    <a:pt x="4808607" y="2020625"/>
                  </a:lnTo>
                  <a:lnTo>
                    <a:pt x="4815359" y="2010672"/>
                  </a:lnTo>
                  <a:lnTo>
                    <a:pt x="4815484" y="2010672"/>
                  </a:lnTo>
                  <a:lnTo>
                    <a:pt x="4815734" y="2010672"/>
                  </a:lnTo>
                  <a:lnTo>
                    <a:pt x="4816110" y="2010672"/>
                  </a:lnTo>
                  <a:lnTo>
                    <a:pt x="4816360" y="2010672"/>
                  </a:lnTo>
                  <a:lnTo>
                    <a:pt x="4818985" y="2010672"/>
                  </a:lnTo>
                  <a:lnTo>
                    <a:pt x="4819486" y="2010672"/>
                  </a:lnTo>
                  <a:lnTo>
                    <a:pt x="4819861" y="2010672"/>
                  </a:lnTo>
                  <a:lnTo>
                    <a:pt x="4821861" y="2010672"/>
                  </a:lnTo>
                  <a:lnTo>
                    <a:pt x="4822862" y="2010672"/>
                  </a:lnTo>
                  <a:lnTo>
                    <a:pt x="4825863" y="2010672"/>
                  </a:lnTo>
                  <a:lnTo>
                    <a:pt x="4826238" y="2010672"/>
                  </a:lnTo>
                  <a:lnTo>
                    <a:pt x="4828364" y="2010672"/>
                  </a:lnTo>
                  <a:lnTo>
                    <a:pt x="4830114" y="2010672"/>
                  </a:lnTo>
                  <a:lnTo>
                    <a:pt x="4830864" y="2010672"/>
                  </a:lnTo>
                  <a:lnTo>
                    <a:pt x="4837867" y="1990764"/>
                  </a:lnTo>
                  <a:lnTo>
                    <a:pt x="4842618" y="1980810"/>
                  </a:lnTo>
                  <a:lnTo>
                    <a:pt x="4845744" y="1980810"/>
                  </a:lnTo>
                  <a:lnTo>
                    <a:pt x="4850621" y="1980810"/>
                  </a:lnTo>
                  <a:lnTo>
                    <a:pt x="4850746" y="1980810"/>
                  </a:lnTo>
                  <a:lnTo>
                    <a:pt x="4856748" y="1970856"/>
                  </a:lnTo>
                  <a:lnTo>
                    <a:pt x="4858124" y="1970856"/>
                  </a:lnTo>
                  <a:lnTo>
                    <a:pt x="4863125" y="1970856"/>
                  </a:lnTo>
                  <a:lnTo>
                    <a:pt x="4866251" y="1970856"/>
                  </a:lnTo>
                  <a:lnTo>
                    <a:pt x="4871878" y="1970856"/>
                  </a:lnTo>
                  <a:lnTo>
                    <a:pt x="4872003" y="1960903"/>
                  </a:lnTo>
                  <a:lnTo>
                    <a:pt x="4872378" y="1960903"/>
                  </a:lnTo>
                  <a:lnTo>
                    <a:pt x="4873254" y="1960903"/>
                  </a:lnTo>
                  <a:lnTo>
                    <a:pt x="4876005" y="1960903"/>
                  </a:lnTo>
                  <a:lnTo>
                    <a:pt x="4876130" y="1960903"/>
                  </a:lnTo>
                  <a:lnTo>
                    <a:pt x="4878630" y="1960903"/>
                  </a:lnTo>
                  <a:lnTo>
                    <a:pt x="4881756" y="1960903"/>
                  </a:lnTo>
                  <a:lnTo>
                    <a:pt x="4882007" y="1960903"/>
                  </a:lnTo>
                  <a:lnTo>
                    <a:pt x="4885758" y="1960903"/>
                  </a:lnTo>
                  <a:lnTo>
                    <a:pt x="4887258" y="1960903"/>
                  </a:lnTo>
                  <a:lnTo>
                    <a:pt x="4888009" y="1960903"/>
                  </a:lnTo>
                  <a:lnTo>
                    <a:pt x="4891135" y="1960903"/>
                  </a:lnTo>
                  <a:lnTo>
                    <a:pt x="4891260" y="1960903"/>
                  </a:lnTo>
                  <a:lnTo>
                    <a:pt x="4893886" y="1960903"/>
                  </a:lnTo>
                  <a:lnTo>
                    <a:pt x="4899512" y="1960903"/>
                  </a:lnTo>
                  <a:lnTo>
                    <a:pt x="4903514" y="1960903"/>
                  </a:lnTo>
                  <a:lnTo>
                    <a:pt x="4905264" y="1960903"/>
                  </a:lnTo>
                  <a:lnTo>
                    <a:pt x="4908891" y="1950949"/>
                  </a:lnTo>
                  <a:lnTo>
                    <a:pt x="4911641" y="1950949"/>
                  </a:lnTo>
                  <a:lnTo>
                    <a:pt x="4917143" y="1950949"/>
                  </a:lnTo>
                  <a:lnTo>
                    <a:pt x="4917643" y="1950949"/>
                  </a:lnTo>
                  <a:lnTo>
                    <a:pt x="4922895" y="1950949"/>
                  </a:lnTo>
                  <a:lnTo>
                    <a:pt x="4923395" y="1940995"/>
                  </a:lnTo>
                  <a:lnTo>
                    <a:pt x="4923520" y="1940995"/>
                  </a:lnTo>
                  <a:lnTo>
                    <a:pt x="4927897" y="1940995"/>
                  </a:lnTo>
                  <a:lnTo>
                    <a:pt x="4930398" y="1940995"/>
                  </a:lnTo>
                  <a:lnTo>
                    <a:pt x="4930523" y="1940995"/>
                  </a:lnTo>
                  <a:lnTo>
                    <a:pt x="4930648" y="1940995"/>
                  </a:lnTo>
                  <a:lnTo>
                    <a:pt x="4935900" y="1940995"/>
                  </a:lnTo>
                  <a:lnTo>
                    <a:pt x="4936400" y="1940995"/>
                  </a:lnTo>
                  <a:lnTo>
                    <a:pt x="4936775" y="1940995"/>
                  </a:lnTo>
                  <a:lnTo>
                    <a:pt x="4937900" y="1931041"/>
                  </a:lnTo>
                  <a:lnTo>
                    <a:pt x="4942527" y="1921087"/>
                  </a:lnTo>
                  <a:lnTo>
                    <a:pt x="4943777" y="1911133"/>
                  </a:lnTo>
                  <a:lnTo>
                    <a:pt x="4944027" y="1911133"/>
                  </a:lnTo>
                  <a:lnTo>
                    <a:pt x="4944152" y="1911133"/>
                  </a:lnTo>
                  <a:lnTo>
                    <a:pt x="4944277" y="1911133"/>
                  </a:lnTo>
                  <a:lnTo>
                    <a:pt x="4947653" y="1901180"/>
                  </a:lnTo>
                  <a:lnTo>
                    <a:pt x="4948779" y="1901180"/>
                  </a:lnTo>
                  <a:lnTo>
                    <a:pt x="4949404" y="1901180"/>
                  </a:lnTo>
                  <a:lnTo>
                    <a:pt x="4955031" y="1901180"/>
                  </a:lnTo>
                  <a:lnTo>
                    <a:pt x="4962909" y="1901180"/>
                  </a:lnTo>
                  <a:lnTo>
                    <a:pt x="4963159" y="1901180"/>
                  </a:lnTo>
                  <a:lnTo>
                    <a:pt x="4966035" y="1901180"/>
                  </a:lnTo>
                  <a:lnTo>
                    <a:pt x="4969786" y="1901180"/>
                  </a:lnTo>
                  <a:lnTo>
                    <a:pt x="4974412" y="1901180"/>
                  </a:lnTo>
                  <a:lnTo>
                    <a:pt x="4980164" y="1901180"/>
                  </a:lnTo>
                  <a:lnTo>
                    <a:pt x="4980289" y="1901180"/>
                  </a:lnTo>
                  <a:lnTo>
                    <a:pt x="4980414" y="1901180"/>
                  </a:lnTo>
                  <a:lnTo>
                    <a:pt x="4983290" y="1901180"/>
                  </a:lnTo>
                  <a:lnTo>
                    <a:pt x="4987292" y="1901180"/>
                  </a:lnTo>
                  <a:lnTo>
                    <a:pt x="4987667" y="1901180"/>
                  </a:lnTo>
                  <a:lnTo>
                    <a:pt x="4988667" y="1901180"/>
                  </a:lnTo>
                  <a:lnTo>
                    <a:pt x="4991668" y="1901180"/>
                  </a:lnTo>
                  <a:lnTo>
                    <a:pt x="4993419" y="1901180"/>
                  </a:lnTo>
                  <a:lnTo>
                    <a:pt x="4995044" y="1901180"/>
                  </a:lnTo>
                  <a:lnTo>
                    <a:pt x="4995294" y="1901180"/>
                  </a:lnTo>
                  <a:lnTo>
                    <a:pt x="4997420" y="1901180"/>
                  </a:lnTo>
                  <a:lnTo>
                    <a:pt x="5000046" y="1891226"/>
                  </a:lnTo>
                  <a:lnTo>
                    <a:pt x="5002547" y="1881272"/>
                  </a:lnTo>
                  <a:lnTo>
                    <a:pt x="5003422" y="1881272"/>
                  </a:lnTo>
                  <a:lnTo>
                    <a:pt x="5004673" y="1871318"/>
                  </a:lnTo>
                  <a:lnTo>
                    <a:pt x="5005548" y="1871318"/>
                  </a:lnTo>
                  <a:lnTo>
                    <a:pt x="5005798" y="1871318"/>
                  </a:lnTo>
                  <a:lnTo>
                    <a:pt x="5009424" y="1871318"/>
                  </a:lnTo>
                  <a:lnTo>
                    <a:pt x="5012050" y="1871318"/>
                  </a:lnTo>
                  <a:lnTo>
                    <a:pt x="5017677" y="1861364"/>
                  </a:lnTo>
                  <a:lnTo>
                    <a:pt x="5017802" y="1861364"/>
                  </a:lnTo>
                  <a:lnTo>
                    <a:pt x="5024429" y="1851411"/>
                  </a:lnTo>
                  <a:lnTo>
                    <a:pt x="5025179" y="1841457"/>
                  </a:lnTo>
                  <a:lnTo>
                    <a:pt x="5029556" y="1821549"/>
                  </a:lnTo>
                  <a:lnTo>
                    <a:pt x="5035933" y="1821549"/>
                  </a:lnTo>
                  <a:lnTo>
                    <a:pt x="5036183" y="1821549"/>
                  </a:lnTo>
                  <a:lnTo>
                    <a:pt x="5036933" y="1821549"/>
                  </a:lnTo>
                  <a:lnTo>
                    <a:pt x="5041435" y="1811595"/>
                  </a:lnTo>
                  <a:lnTo>
                    <a:pt x="5041560" y="1811595"/>
                  </a:lnTo>
                  <a:lnTo>
                    <a:pt x="5041810" y="1811595"/>
                  </a:lnTo>
                  <a:lnTo>
                    <a:pt x="5046937" y="1801641"/>
                  </a:lnTo>
                  <a:lnTo>
                    <a:pt x="5048062" y="1801641"/>
                  </a:lnTo>
                  <a:lnTo>
                    <a:pt x="5051313" y="1801641"/>
                  </a:lnTo>
                  <a:lnTo>
                    <a:pt x="5051438" y="1801641"/>
                  </a:lnTo>
                  <a:lnTo>
                    <a:pt x="5051688" y="1791688"/>
                  </a:lnTo>
                  <a:lnTo>
                    <a:pt x="5052313" y="1791688"/>
                  </a:lnTo>
                  <a:lnTo>
                    <a:pt x="5052814" y="1791688"/>
                  </a:lnTo>
                  <a:lnTo>
                    <a:pt x="5054564" y="1791688"/>
                  </a:lnTo>
                  <a:lnTo>
                    <a:pt x="5058566" y="1781734"/>
                  </a:lnTo>
                  <a:lnTo>
                    <a:pt x="5059066" y="1781734"/>
                  </a:lnTo>
                  <a:lnTo>
                    <a:pt x="5059191" y="1781734"/>
                  </a:lnTo>
                  <a:lnTo>
                    <a:pt x="5059441" y="1781734"/>
                  </a:lnTo>
                  <a:lnTo>
                    <a:pt x="5062192" y="1781734"/>
                  </a:lnTo>
                  <a:lnTo>
                    <a:pt x="5062317" y="1781734"/>
                  </a:lnTo>
                  <a:lnTo>
                    <a:pt x="5063942" y="1781734"/>
                  </a:lnTo>
                  <a:lnTo>
                    <a:pt x="5069319" y="1781734"/>
                  </a:lnTo>
                  <a:lnTo>
                    <a:pt x="5074196" y="1771780"/>
                  </a:lnTo>
                  <a:lnTo>
                    <a:pt x="5082824" y="1771780"/>
                  </a:lnTo>
                  <a:lnTo>
                    <a:pt x="5082949" y="1771780"/>
                  </a:lnTo>
                  <a:lnTo>
                    <a:pt x="5087075" y="1771780"/>
                  </a:lnTo>
                  <a:lnTo>
                    <a:pt x="5087200" y="1771780"/>
                  </a:lnTo>
                  <a:lnTo>
                    <a:pt x="5091577" y="1771780"/>
                  </a:lnTo>
                  <a:lnTo>
                    <a:pt x="5092077" y="1771780"/>
                  </a:lnTo>
                  <a:lnTo>
                    <a:pt x="5093202" y="1771780"/>
                  </a:lnTo>
                  <a:lnTo>
                    <a:pt x="5097329" y="1771780"/>
                  </a:lnTo>
                  <a:lnTo>
                    <a:pt x="5097704" y="1771780"/>
                  </a:lnTo>
                  <a:lnTo>
                    <a:pt x="5097954" y="1771780"/>
                  </a:lnTo>
                  <a:lnTo>
                    <a:pt x="5098329" y="1771780"/>
                  </a:lnTo>
                  <a:lnTo>
                    <a:pt x="5101955" y="1771780"/>
                  </a:lnTo>
                  <a:lnTo>
                    <a:pt x="5102330" y="1761826"/>
                  </a:lnTo>
                  <a:lnTo>
                    <a:pt x="5103456" y="1761826"/>
                  </a:lnTo>
                  <a:lnTo>
                    <a:pt x="5104456" y="1761826"/>
                  </a:lnTo>
                  <a:lnTo>
                    <a:pt x="5107332" y="1761826"/>
                  </a:lnTo>
                  <a:lnTo>
                    <a:pt x="5107707" y="1761826"/>
                  </a:lnTo>
                  <a:lnTo>
                    <a:pt x="5107832" y="1761826"/>
                  </a:lnTo>
                  <a:lnTo>
                    <a:pt x="5111458" y="1761826"/>
                  </a:lnTo>
                  <a:lnTo>
                    <a:pt x="5112709" y="1761826"/>
                  </a:lnTo>
                  <a:lnTo>
                    <a:pt x="5113084" y="1761826"/>
                  </a:lnTo>
                  <a:lnTo>
                    <a:pt x="5113334" y="1761826"/>
                  </a:lnTo>
                  <a:lnTo>
                    <a:pt x="5114084" y="1751872"/>
                  </a:lnTo>
                  <a:lnTo>
                    <a:pt x="5117085" y="1751872"/>
                  </a:lnTo>
                  <a:lnTo>
                    <a:pt x="5119461" y="1751872"/>
                  </a:lnTo>
                  <a:lnTo>
                    <a:pt x="5125463" y="1751872"/>
                  </a:lnTo>
                  <a:lnTo>
                    <a:pt x="5125588" y="1751872"/>
                  </a:lnTo>
                  <a:lnTo>
                    <a:pt x="5131340" y="1751872"/>
                  </a:lnTo>
                  <a:lnTo>
                    <a:pt x="5138092" y="1741918"/>
                  </a:lnTo>
                  <a:lnTo>
                    <a:pt x="5138217" y="1741918"/>
                  </a:lnTo>
                  <a:lnTo>
                    <a:pt x="5138342" y="1741918"/>
                  </a:lnTo>
                  <a:lnTo>
                    <a:pt x="5141593" y="1741918"/>
                  </a:lnTo>
                  <a:lnTo>
                    <a:pt x="5144219" y="1741918"/>
                  </a:lnTo>
                  <a:lnTo>
                    <a:pt x="5144344" y="1741918"/>
                  </a:lnTo>
                  <a:lnTo>
                    <a:pt x="5145094" y="1731965"/>
                  </a:lnTo>
                  <a:lnTo>
                    <a:pt x="5149971" y="1731965"/>
                  </a:lnTo>
                  <a:lnTo>
                    <a:pt x="5150471" y="1731965"/>
                  </a:lnTo>
                  <a:lnTo>
                    <a:pt x="5154223" y="1722011"/>
                  </a:lnTo>
                  <a:lnTo>
                    <a:pt x="5155098" y="1722011"/>
                  </a:lnTo>
                  <a:lnTo>
                    <a:pt x="5157599" y="1722011"/>
                  </a:lnTo>
                  <a:lnTo>
                    <a:pt x="5157849" y="1722011"/>
                  </a:lnTo>
                  <a:lnTo>
                    <a:pt x="5161225" y="1722011"/>
                  </a:lnTo>
                  <a:lnTo>
                    <a:pt x="5161475" y="1722011"/>
                  </a:lnTo>
                  <a:lnTo>
                    <a:pt x="5161600" y="1722011"/>
                  </a:lnTo>
                  <a:lnTo>
                    <a:pt x="5162975" y="1722011"/>
                  </a:lnTo>
                  <a:lnTo>
                    <a:pt x="5166852" y="1722011"/>
                  </a:lnTo>
                  <a:lnTo>
                    <a:pt x="5166977" y="1722011"/>
                  </a:lnTo>
                  <a:lnTo>
                    <a:pt x="5168227" y="1722011"/>
                  </a:lnTo>
                  <a:lnTo>
                    <a:pt x="5168352" y="1722011"/>
                  </a:lnTo>
                  <a:lnTo>
                    <a:pt x="5170353" y="1712057"/>
                  </a:lnTo>
                  <a:lnTo>
                    <a:pt x="5171228" y="1712057"/>
                  </a:lnTo>
                  <a:lnTo>
                    <a:pt x="5177355" y="1712057"/>
                  </a:lnTo>
                  <a:lnTo>
                    <a:pt x="5177480" y="1712057"/>
                  </a:lnTo>
                  <a:lnTo>
                    <a:pt x="5182357" y="1682196"/>
                  </a:lnTo>
                  <a:lnTo>
                    <a:pt x="5188984" y="1682196"/>
                  </a:lnTo>
                  <a:lnTo>
                    <a:pt x="5192235" y="1682196"/>
                  </a:lnTo>
                  <a:lnTo>
                    <a:pt x="5192985" y="1682196"/>
                  </a:lnTo>
                  <a:lnTo>
                    <a:pt x="5197487" y="1682196"/>
                  </a:lnTo>
                  <a:lnTo>
                    <a:pt x="5198362" y="1682196"/>
                  </a:lnTo>
                  <a:lnTo>
                    <a:pt x="5198487" y="1682196"/>
                  </a:lnTo>
                  <a:lnTo>
                    <a:pt x="5201989" y="1682196"/>
                  </a:lnTo>
                  <a:lnTo>
                    <a:pt x="5203364" y="1682196"/>
                  </a:lnTo>
                  <a:lnTo>
                    <a:pt x="5205490" y="1682196"/>
                  </a:lnTo>
                  <a:lnTo>
                    <a:pt x="5209991" y="1672242"/>
                  </a:lnTo>
                  <a:lnTo>
                    <a:pt x="5210116" y="1672242"/>
                  </a:lnTo>
                  <a:lnTo>
                    <a:pt x="5213742" y="1672242"/>
                  </a:lnTo>
                  <a:lnTo>
                    <a:pt x="5214368" y="1672242"/>
                  </a:lnTo>
                  <a:lnTo>
                    <a:pt x="5214493" y="1672242"/>
                  </a:lnTo>
                  <a:lnTo>
                    <a:pt x="5214618" y="1672242"/>
                  </a:lnTo>
                  <a:lnTo>
                    <a:pt x="5217494" y="1662288"/>
                  </a:lnTo>
                  <a:lnTo>
                    <a:pt x="5217994" y="1662288"/>
                  </a:lnTo>
                  <a:lnTo>
                    <a:pt x="5221745" y="1662288"/>
                  </a:lnTo>
                  <a:lnTo>
                    <a:pt x="5221995" y="1662288"/>
                  </a:lnTo>
                  <a:lnTo>
                    <a:pt x="5222245" y="1662288"/>
                  </a:lnTo>
                  <a:lnTo>
                    <a:pt x="5225371" y="1662288"/>
                  </a:lnTo>
                  <a:lnTo>
                    <a:pt x="5226497" y="1662288"/>
                  </a:lnTo>
                  <a:lnTo>
                    <a:pt x="5227122" y="1662288"/>
                  </a:lnTo>
                  <a:lnTo>
                    <a:pt x="5228247" y="1662288"/>
                  </a:lnTo>
                  <a:lnTo>
                    <a:pt x="5228372" y="1652334"/>
                  </a:lnTo>
                  <a:lnTo>
                    <a:pt x="5230373" y="1652334"/>
                  </a:lnTo>
                  <a:lnTo>
                    <a:pt x="5232999" y="1652334"/>
                  </a:lnTo>
                  <a:lnTo>
                    <a:pt x="5238126" y="1652334"/>
                  </a:lnTo>
                  <a:lnTo>
                    <a:pt x="5243127" y="1642380"/>
                  </a:lnTo>
                  <a:lnTo>
                    <a:pt x="5249629" y="1622473"/>
                  </a:lnTo>
                  <a:lnTo>
                    <a:pt x="5250755" y="1622473"/>
                  </a:lnTo>
                  <a:lnTo>
                    <a:pt x="5250755" y="1612519"/>
                  </a:lnTo>
                  <a:lnTo>
                    <a:pt x="5251005" y="1612519"/>
                  </a:lnTo>
                  <a:lnTo>
                    <a:pt x="5255381" y="1612519"/>
                  </a:lnTo>
                  <a:lnTo>
                    <a:pt x="5257632" y="1612519"/>
                  </a:lnTo>
                  <a:lnTo>
                    <a:pt x="5258007" y="1612519"/>
                  </a:lnTo>
                  <a:lnTo>
                    <a:pt x="5262134" y="1602565"/>
                  </a:lnTo>
                  <a:lnTo>
                    <a:pt x="5262259" y="1602565"/>
                  </a:lnTo>
                  <a:lnTo>
                    <a:pt x="5263634" y="1592611"/>
                  </a:lnTo>
                  <a:lnTo>
                    <a:pt x="5263759" y="1592611"/>
                  </a:lnTo>
                  <a:lnTo>
                    <a:pt x="5267010" y="1592611"/>
                  </a:lnTo>
                  <a:lnTo>
                    <a:pt x="5269261" y="1592611"/>
                  </a:lnTo>
                  <a:lnTo>
                    <a:pt x="5269386" y="1592611"/>
                  </a:lnTo>
                  <a:lnTo>
                    <a:pt x="5273512" y="1592611"/>
                  </a:lnTo>
                  <a:lnTo>
                    <a:pt x="5278389" y="1592611"/>
                  </a:lnTo>
                  <a:lnTo>
                    <a:pt x="5278889" y="1582657"/>
                  </a:lnTo>
                  <a:lnTo>
                    <a:pt x="5279514" y="1582657"/>
                  </a:lnTo>
                  <a:lnTo>
                    <a:pt x="5283016" y="1572703"/>
                  </a:lnTo>
                  <a:lnTo>
                    <a:pt x="5283266" y="1572703"/>
                  </a:lnTo>
                  <a:lnTo>
                    <a:pt x="5283391" y="1572703"/>
                  </a:lnTo>
                  <a:lnTo>
                    <a:pt x="5283891" y="1572703"/>
                  </a:lnTo>
                  <a:lnTo>
                    <a:pt x="5284516" y="1572703"/>
                  </a:lnTo>
                  <a:lnTo>
                    <a:pt x="5290018" y="1562750"/>
                  </a:lnTo>
                  <a:lnTo>
                    <a:pt x="5295395" y="1552796"/>
                  </a:lnTo>
                  <a:lnTo>
                    <a:pt x="5302147" y="1542842"/>
                  </a:lnTo>
                  <a:lnTo>
                    <a:pt x="5304773" y="1542842"/>
                  </a:lnTo>
                  <a:lnTo>
                    <a:pt x="5305273" y="1542842"/>
                  </a:lnTo>
                  <a:lnTo>
                    <a:pt x="5311900" y="1542842"/>
                  </a:lnTo>
                  <a:lnTo>
                    <a:pt x="5316777" y="1542842"/>
                  </a:lnTo>
                  <a:lnTo>
                    <a:pt x="5317027" y="1542842"/>
                  </a:lnTo>
                  <a:lnTo>
                    <a:pt x="5318653" y="1542842"/>
                  </a:lnTo>
                  <a:lnTo>
                    <a:pt x="5320653" y="1542842"/>
                  </a:lnTo>
                  <a:lnTo>
                    <a:pt x="5325280" y="1542842"/>
                  </a:lnTo>
                  <a:lnTo>
                    <a:pt x="5325405" y="1542842"/>
                  </a:lnTo>
                  <a:lnTo>
                    <a:pt x="5328906" y="1542842"/>
                  </a:lnTo>
                  <a:lnTo>
                    <a:pt x="5329656" y="1542842"/>
                  </a:lnTo>
                  <a:lnTo>
                    <a:pt x="5330657" y="1542842"/>
                  </a:lnTo>
                  <a:lnTo>
                    <a:pt x="5332782" y="1542842"/>
                  </a:lnTo>
                  <a:lnTo>
                    <a:pt x="5332907" y="1542842"/>
                  </a:lnTo>
                  <a:lnTo>
                    <a:pt x="5335533" y="1542842"/>
                  </a:lnTo>
                  <a:lnTo>
                    <a:pt x="5335783" y="1542842"/>
                  </a:lnTo>
                  <a:lnTo>
                    <a:pt x="5335908" y="1542842"/>
                  </a:lnTo>
                  <a:lnTo>
                    <a:pt x="5337784" y="1532888"/>
                  </a:lnTo>
                  <a:lnTo>
                    <a:pt x="5337909" y="1532888"/>
                  </a:lnTo>
                  <a:lnTo>
                    <a:pt x="5339034" y="1532888"/>
                  </a:lnTo>
                  <a:lnTo>
                    <a:pt x="5339284" y="1532888"/>
                  </a:lnTo>
                  <a:lnTo>
                    <a:pt x="5339660" y="1532888"/>
                  </a:lnTo>
                  <a:lnTo>
                    <a:pt x="5342285" y="1522934"/>
                  </a:lnTo>
                  <a:lnTo>
                    <a:pt x="5343536" y="1522934"/>
                  </a:lnTo>
                  <a:lnTo>
                    <a:pt x="5350038" y="1503027"/>
                  </a:lnTo>
                  <a:lnTo>
                    <a:pt x="5354539" y="1503027"/>
                  </a:lnTo>
                  <a:lnTo>
                    <a:pt x="5359666" y="1493073"/>
                  </a:lnTo>
                  <a:lnTo>
                    <a:pt x="5360166" y="1493073"/>
                  </a:lnTo>
                  <a:lnTo>
                    <a:pt x="5363918" y="1493073"/>
                  </a:lnTo>
                  <a:lnTo>
                    <a:pt x="5366544" y="1493073"/>
                  </a:lnTo>
                  <a:lnTo>
                    <a:pt x="5366794" y="1493073"/>
                  </a:lnTo>
                  <a:lnTo>
                    <a:pt x="5371545" y="1493073"/>
                  </a:lnTo>
                  <a:lnTo>
                    <a:pt x="5371670" y="1493073"/>
                  </a:lnTo>
                  <a:lnTo>
                    <a:pt x="5372295" y="1493073"/>
                  </a:lnTo>
                  <a:lnTo>
                    <a:pt x="5372671" y="1493073"/>
                  </a:lnTo>
                  <a:lnTo>
                    <a:pt x="5372796" y="1493073"/>
                  </a:lnTo>
                  <a:lnTo>
                    <a:pt x="5376547" y="1483119"/>
                  </a:lnTo>
                  <a:lnTo>
                    <a:pt x="5378548" y="1483119"/>
                  </a:lnTo>
                  <a:lnTo>
                    <a:pt x="5379673" y="1483119"/>
                  </a:lnTo>
                  <a:lnTo>
                    <a:pt x="5379798" y="1483119"/>
                  </a:lnTo>
                  <a:lnTo>
                    <a:pt x="5379923" y="1483119"/>
                  </a:lnTo>
                  <a:lnTo>
                    <a:pt x="5382924" y="1473165"/>
                  </a:lnTo>
                  <a:lnTo>
                    <a:pt x="5383049" y="1473165"/>
                  </a:lnTo>
                  <a:lnTo>
                    <a:pt x="5386300" y="1463211"/>
                  </a:lnTo>
                  <a:lnTo>
                    <a:pt x="5387300" y="1463211"/>
                  </a:lnTo>
                  <a:lnTo>
                    <a:pt x="5387926" y="1463211"/>
                  </a:lnTo>
                  <a:lnTo>
                    <a:pt x="5389176" y="1463211"/>
                  </a:lnTo>
                  <a:lnTo>
                    <a:pt x="5392802" y="1463211"/>
                  </a:lnTo>
                  <a:lnTo>
                    <a:pt x="5400180" y="1443304"/>
                  </a:lnTo>
                  <a:lnTo>
                    <a:pt x="5405432" y="1443304"/>
                  </a:lnTo>
                  <a:lnTo>
                    <a:pt x="5410808" y="1443304"/>
                  </a:lnTo>
                  <a:lnTo>
                    <a:pt x="5412559" y="1443304"/>
                  </a:lnTo>
                  <a:lnTo>
                    <a:pt x="5419061" y="1433350"/>
                  </a:lnTo>
                  <a:lnTo>
                    <a:pt x="5419186" y="1433350"/>
                  </a:lnTo>
                  <a:lnTo>
                    <a:pt x="5419936" y="1433350"/>
                  </a:lnTo>
                  <a:lnTo>
                    <a:pt x="5420311" y="1433350"/>
                  </a:lnTo>
                  <a:lnTo>
                    <a:pt x="5424188" y="1433350"/>
                  </a:lnTo>
                  <a:lnTo>
                    <a:pt x="5424688" y="1433350"/>
                  </a:lnTo>
                  <a:lnTo>
                    <a:pt x="5425563" y="1433350"/>
                  </a:lnTo>
                  <a:lnTo>
                    <a:pt x="5432691" y="1413442"/>
                  </a:lnTo>
                  <a:lnTo>
                    <a:pt x="5432941" y="1413442"/>
                  </a:lnTo>
                  <a:lnTo>
                    <a:pt x="5437442" y="1413442"/>
                  </a:lnTo>
                  <a:lnTo>
                    <a:pt x="5437692" y="1413442"/>
                  </a:lnTo>
                  <a:lnTo>
                    <a:pt x="5438067" y="1413442"/>
                  </a:lnTo>
                  <a:lnTo>
                    <a:pt x="5439193" y="1413442"/>
                  </a:lnTo>
                  <a:lnTo>
                    <a:pt x="5439318" y="1413442"/>
                  </a:lnTo>
                  <a:lnTo>
                    <a:pt x="5442444" y="1403488"/>
                  </a:lnTo>
                  <a:lnTo>
                    <a:pt x="5443444" y="1403488"/>
                  </a:lnTo>
                  <a:lnTo>
                    <a:pt x="5443569" y="1403488"/>
                  </a:lnTo>
                  <a:lnTo>
                    <a:pt x="5443819" y="1403488"/>
                  </a:lnTo>
                  <a:lnTo>
                    <a:pt x="5446195" y="1403488"/>
                  </a:lnTo>
                  <a:lnTo>
                    <a:pt x="5447571" y="1403488"/>
                  </a:lnTo>
                  <a:lnTo>
                    <a:pt x="5447821" y="1403488"/>
                  </a:lnTo>
                  <a:lnTo>
                    <a:pt x="5448321" y="1393535"/>
                  </a:lnTo>
                  <a:lnTo>
                    <a:pt x="5455073" y="1393535"/>
                  </a:lnTo>
                  <a:lnTo>
                    <a:pt x="5460450" y="1393535"/>
                  </a:lnTo>
                  <a:lnTo>
                    <a:pt x="5466077" y="1393535"/>
                  </a:lnTo>
                  <a:lnTo>
                    <a:pt x="5466202" y="1393535"/>
                  </a:lnTo>
                  <a:lnTo>
                    <a:pt x="5466452" y="1393535"/>
                  </a:lnTo>
                  <a:lnTo>
                    <a:pt x="5471078" y="1393535"/>
                  </a:lnTo>
                  <a:lnTo>
                    <a:pt x="5472329" y="1393535"/>
                  </a:lnTo>
                  <a:lnTo>
                    <a:pt x="5476830" y="1393535"/>
                  </a:lnTo>
                  <a:lnTo>
                    <a:pt x="5477080" y="1393535"/>
                  </a:lnTo>
                  <a:lnTo>
                    <a:pt x="5478581" y="1383581"/>
                  </a:lnTo>
                  <a:lnTo>
                    <a:pt x="5482082" y="1383581"/>
                  </a:lnTo>
                  <a:lnTo>
                    <a:pt x="5482832" y="1383581"/>
                  </a:lnTo>
                  <a:lnTo>
                    <a:pt x="5487459" y="1383581"/>
                  </a:lnTo>
                  <a:lnTo>
                    <a:pt x="5487709" y="1383581"/>
                  </a:lnTo>
                  <a:lnTo>
                    <a:pt x="5489210" y="1383581"/>
                  </a:lnTo>
                  <a:lnTo>
                    <a:pt x="5490085" y="1383581"/>
                  </a:lnTo>
                  <a:lnTo>
                    <a:pt x="5490210" y="1383581"/>
                  </a:lnTo>
                  <a:lnTo>
                    <a:pt x="5492961" y="1383581"/>
                  </a:lnTo>
                  <a:lnTo>
                    <a:pt x="5493086" y="1383581"/>
                  </a:lnTo>
                  <a:lnTo>
                    <a:pt x="5493211" y="1383581"/>
                  </a:lnTo>
                  <a:lnTo>
                    <a:pt x="5493336" y="1383581"/>
                  </a:lnTo>
                  <a:lnTo>
                    <a:pt x="5493461" y="1383581"/>
                  </a:lnTo>
                  <a:lnTo>
                    <a:pt x="5497337" y="1383581"/>
                  </a:lnTo>
                  <a:lnTo>
                    <a:pt x="5499213" y="1383581"/>
                  </a:lnTo>
                  <a:lnTo>
                    <a:pt x="5499463" y="1383581"/>
                  </a:lnTo>
                  <a:lnTo>
                    <a:pt x="5500213" y="1383581"/>
                  </a:lnTo>
                  <a:lnTo>
                    <a:pt x="5500338" y="1383581"/>
                  </a:lnTo>
                  <a:lnTo>
                    <a:pt x="5500713" y="1383581"/>
                  </a:lnTo>
                  <a:lnTo>
                    <a:pt x="5504465" y="1383581"/>
                  </a:lnTo>
                  <a:lnTo>
                    <a:pt x="5510842" y="1373627"/>
                  </a:lnTo>
                  <a:lnTo>
                    <a:pt x="5517594" y="1373627"/>
                  </a:lnTo>
                  <a:lnTo>
                    <a:pt x="5523971" y="1373627"/>
                  </a:lnTo>
                  <a:lnTo>
                    <a:pt x="5524096" y="1373627"/>
                  </a:lnTo>
                  <a:lnTo>
                    <a:pt x="5526847" y="1373627"/>
                  </a:lnTo>
                  <a:lnTo>
                    <a:pt x="5532099" y="1373627"/>
                  </a:lnTo>
                  <a:lnTo>
                    <a:pt x="5532224" y="1373627"/>
                  </a:lnTo>
                  <a:lnTo>
                    <a:pt x="5533099" y="1373627"/>
                  </a:lnTo>
                  <a:lnTo>
                    <a:pt x="5533224" y="1373627"/>
                  </a:lnTo>
                  <a:lnTo>
                    <a:pt x="5537976" y="1373627"/>
                  </a:lnTo>
                  <a:lnTo>
                    <a:pt x="5542602" y="1363673"/>
                  </a:lnTo>
                  <a:lnTo>
                    <a:pt x="5543728" y="1363673"/>
                  </a:lnTo>
                  <a:lnTo>
                    <a:pt x="5547354" y="1363673"/>
                  </a:lnTo>
                  <a:lnTo>
                    <a:pt x="5547979" y="1363673"/>
                  </a:lnTo>
                  <a:lnTo>
                    <a:pt x="5550980" y="1363673"/>
                  </a:lnTo>
                  <a:lnTo>
                    <a:pt x="5553606" y="1363673"/>
                  </a:lnTo>
                  <a:lnTo>
                    <a:pt x="5553856" y="1363673"/>
                  </a:lnTo>
                  <a:lnTo>
                    <a:pt x="5554231" y="1363673"/>
                  </a:lnTo>
                  <a:lnTo>
                    <a:pt x="5554356" y="1363673"/>
                  </a:lnTo>
                  <a:lnTo>
                    <a:pt x="5556857" y="1353719"/>
                  </a:lnTo>
                  <a:lnTo>
                    <a:pt x="5557107" y="1353719"/>
                  </a:lnTo>
                  <a:lnTo>
                    <a:pt x="5557857" y="1353719"/>
                  </a:lnTo>
                  <a:lnTo>
                    <a:pt x="5558983" y="1353719"/>
                  </a:lnTo>
                  <a:lnTo>
                    <a:pt x="5559358" y="1353719"/>
                  </a:lnTo>
                  <a:lnTo>
                    <a:pt x="5562859" y="1343766"/>
                  </a:lnTo>
                  <a:lnTo>
                    <a:pt x="5573363" y="1333812"/>
                  </a:lnTo>
                  <a:lnTo>
                    <a:pt x="5574238" y="1333812"/>
                  </a:lnTo>
                  <a:lnTo>
                    <a:pt x="5578990" y="1333812"/>
                  </a:lnTo>
                  <a:lnTo>
                    <a:pt x="5583991" y="1333812"/>
                  </a:lnTo>
                  <a:lnTo>
                    <a:pt x="5584366" y="1333812"/>
                  </a:lnTo>
                  <a:lnTo>
                    <a:pt x="5584491" y="1333812"/>
                  </a:lnTo>
                  <a:lnTo>
                    <a:pt x="5589743" y="1333812"/>
                  </a:lnTo>
                  <a:lnTo>
                    <a:pt x="5590743" y="1333812"/>
                  </a:lnTo>
                  <a:lnTo>
                    <a:pt x="5592244" y="1333812"/>
                  </a:lnTo>
                  <a:lnTo>
                    <a:pt x="5592369" y="1333812"/>
                  </a:lnTo>
                  <a:lnTo>
                    <a:pt x="5597621" y="1333812"/>
                  </a:lnTo>
                  <a:lnTo>
                    <a:pt x="5602622" y="1313904"/>
                  </a:lnTo>
                  <a:lnTo>
                    <a:pt x="5603123" y="1313904"/>
                  </a:lnTo>
                  <a:lnTo>
                    <a:pt x="5603748" y="1313904"/>
                  </a:lnTo>
                  <a:lnTo>
                    <a:pt x="5605123" y="1313904"/>
                  </a:lnTo>
                  <a:lnTo>
                    <a:pt x="5606374" y="1313904"/>
                  </a:lnTo>
                  <a:lnTo>
                    <a:pt x="5609000" y="1313904"/>
                  </a:lnTo>
                  <a:lnTo>
                    <a:pt x="5609500" y="1313904"/>
                  </a:lnTo>
                  <a:lnTo>
                    <a:pt x="5609750" y="1313904"/>
                  </a:lnTo>
                  <a:lnTo>
                    <a:pt x="5613251" y="1303950"/>
                  </a:lnTo>
                  <a:lnTo>
                    <a:pt x="5614751" y="1303950"/>
                  </a:lnTo>
                  <a:lnTo>
                    <a:pt x="5615252" y="1303950"/>
                  </a:lnTo>
                  <a:lnTo>
                    <a:pt x="5615502" y="1303950"/>
                  </a:lnTo>
                  <a:lnTo>
                    <a:pt x="5616752" y="1303950"/>
                  </a:lnTo>
                  <a:lnTo>
                    <a:pt x="5620128" y="1303950"/>
                  </a:lnTo>
                  <a:lnTo>
                    <a:pt x="5620378" y="1303950"/>
                  </a:lnTo>
                  <a:lnTo>
                    <a:pt x="5626130" y="1303950"/>
                  </a:lnTo>
                  <a:lnTo>
                    <a:pt x="5631757" y="1303950"/>
                  </a:lnTo>
                  <a:lnTo>
                    <a:pt x="5632758" y="1303950"/>
                  </a:lnTo>
                  <a:lnTo>
                    <a:pt x="5637759" y="1303950"/>
                  </a:lnTo>
                  <a:lnTo>
                    <a:pt x="5640760" y="1303950"/>
                  </a:lnTo>
                  <a:lnTo>
                    <a:pt x="5645262" y="1293996"/>
                  </a:lnTo>
                  <a:lnTo>
                    <a:pt x="5650638" y="1293996"/>
                  </a:lnTo>
                  <a:lnTo>
                    <a:pt x="5651139" y="1293996"/>
                  </a:lnTo>
                  <a:lnTo>
                    <a:pt x="5651514" y="1293996"/>
                  </a:lnTo>
                  <a:lnTo>
                    <a:pt x="5651639" y="1293996"/>
                  </a:lnTo>
                  <a:lnTo>
                    <a:pt x="5651764" y="1293996"/>
                  </a:lnTo>
                  <a:lnTo>
                    <a:pt x="5655515" y="1293996"/>
                  </a:lnTo>
                  <a:lnTo>
                    <a:pt x="5659141" y="1293996"/>
                  </a:lnTo>
                  <a:lnTo>
                    <a:pt x="5659266" y="1293996"/>
                  </a:lnTo>
                  <a:lnTo>
                    <a:pt x="5659641" y="1293996"/>
                  </a:lnTo>
                  <a:lnTo>
                    <a:pt x="5662392" y="1293996"/>
                  </a:lnTo>
                  <a:lnTo>
                    <a:pt x="5662642" y="1293996"/>
                  </a:lnTo>
                  <a:lnTo>
                    <a:pt x="5664893" y="1293996"/>
                  </a:lnTo>
                  <a:lnTo>
                    <a:pt x="5668144" y="1293996"/>
                  </a:lnTo>
                  <a:lnTo>
                    <a:pt x="5668394" y="1293996"/>
                  </a:lnTo>
                  <a:lnTo>
                    <a:pt x="5669645" y="1293996"/>
                  </a:lnTo>
                  <a:lnTo>
                    <a:pt x="5673521" y="1293996"/>
                  </a:lnTo>
                  <a:lnTo>
                    <a:pt x="5675647" y="1293996"/>
                  </a:lnTo>
                  <a:lnTo>
                    <a:pt x="5675772" y="1293996"/>
                  </a:lnTo>
                  <a:lnTo>
                    <a:pt x="5675897" y="1293996"/>
                  </a:lnTo>
                  <a:lnTo>
                    <a:pt x="5678398" y="1293996"/>
                  </a:lnTo>
                  <a:lnTo>
                    <a:pt x="5683775" y="1284043"/>
                  </a:lnTo>
                  <a:lnTo>
                    <a:pt x="5686525" y="1284043"/>
                  </a:lnTo>
                  <a:lnTo>
                    <a:pt x="5692277" y="1274089"/>
                  </a:lnTo>
                  <a:lnTo>
                    <a:pt x="5693028" y="1274089"/>
                  </a:lnTo>
                  <a:lnTo>
                    <a:pt x="5693778" y="1274089"/>
                  </a:lnTo>
                  <a:lnTo>
                    <a:pt x="5698780" y="1264135"/>
                  </a:lnTo>
                  <a:lnTo>
                    <a:pt x="5698905" y="1264135"/>
                  </a:lnTo>
                  <a:lnTo>
                    <a:pt x="5702406" y="1254181"/>
                  </a:lnTo>
                  <a:lnTo>
                    <a:pt x="5704281" y="1244227"/>
                  </a:lnTo>
                  <a:lnTo>
                    <a:pt x="5706907" y="1244227"/>
                  </a:lnTo>
                  <a:lnTo>
                    <a:pt x="5709908" y="1244227"/>
                  </a:lnTo>
                  <a:lnTo>
                    <a:pt x="5713409" y="1244227"/>
                  </a:lnTo>
                  <a:lnTo>
                    <a:pt x="5713785" y="1244227"/>
                  </a:lnTo>
                  <a:lnTo>
                    <a:pt x="5714285" y="1244227"/>
                  </a:lnTo>
                  <a:lnTo>
                    <a:pt x="5716536" y="1234274"/>
                  </a:lnTo>
                  <a:lnTo>
                    <a:pt x="5717661" y="1234274"/>
                  </a:lnTo>
                  <a:lnTo>
                    <a:pt x="5721412" y="1234274"/>
                  </a:lnTo>
                  <a:lnTo>
                    <a:pt x="5721787" y="1234274"/>
                  </a:lnTo>
                  <a:lnTo>
                    <a:pt x="5721912" y="1224320"/>
                  </a:lnTo>
                  <a:lnTo>
                    <a:pt x="5724413" y="1224320"/>
                  </a:lnTo>
                  <a:lnTo>
                    <a:pt x="5725413" y="1224320"/>
                  </a:lnTo>
                  <a:lnTo>
                    <a:pt x="5725664" y="1224320"/>
                  </a:lnTo>
                  <a:lnTo>
                    <a:pt x="5726789" y="1224320"/>
                  </a:lnTo>
                  <a:lnTo>
                    <a:pt x="5727664" y="1224320"/>
                  </a:lnTo>
                  <a:lnTo>
                    <a:pt x="5729915" y="1224320"/>
                  </a:lnTo>
                  <a:lnTo>
                    <a:pt x="5730540" y="1224320"/>
                  </a:lnTo>
                  <a:lnTo>
                    <a:pt x="5736417" y="1224320"/>
                  </a:lnTo>
                  <a:lnTo>
                    <a:pt x="5741544" y="1224320"/>
                  </a:lnTo>
                  <a:lnTo>
                    <a:pt x="5747671" y="1224320"/>
                  </a:lnTo>
                  <a:lnTo>
                    <a:pt x="5754798" y="1224320"/>
                  </a:lnTo>
                  <a:lnTo>
                    <a:pt x="5755298" y="1224320"/>
                  </a:lnTo>
                  <a:lnTo>
                    <a:pt x="5758925" y="1224320"/>
                  </a:lnTo>
                  <a:lnTo>
                    <a:pt x="5760050" y="1224320"/>
                  </a:lnTo>
                  <a:lnTo>
                    <a:pt x="5760300" y="1224320"/>
                  </a:lnTo>
                  <a:lnTo>
                    <a:pt x="5763801" y="1214366"/>
                  </a:lnTo>
                  <a:lnTo>
                    <a:pt x="5766427" y="1214366"/>
                  </a:lnTo>
                  <a:lnTo>
                    <a:pt x="5767428" y="1204412"/>
                  </a:lnTo>
                  <a:lnTo>
                    <a:pt x="5767553" y="1204412"/>
                  </a:lnTo>
                  <a:lnTo>
                    <a:pt x="5768553" y="1204412"/>
                  </a:lnTo>
                  <a:lnTo>
                    <a:pt x="5771929" y="1204412"/>
                  </a:lnTo>
                  <a:lnTo>
                    <a:pt x="5772054" y="1204412"/>
                  </a:lnTo>
                  <a:lnTo>
                    <a:pt x="5778931" y="1204412"/>
                  </a:lnTo>
                  <a:lnTo>
                    <a:pt x="5779056" y="1204412"/>
                  </a:lnTo>
                  <a:lnTo>
                    <a:pt x="5779306" y="1204412"/>
                  </a:lnTo>
                  <a:lnTo>
                    <a:pt x="5780557" y="1204412"/>
                  </a:lnTo>
                  <a:lnTo>
                    <a:pt x="5781307" y="1204412"/>
                  </a:lnTo>
                  <a:lnTo>
                    <a:pt x="5784808" y="1204412"/>
                  </a:lnTo>
                  <a:lnTo>
                    <a:pt x="5786309" y="1204412"/>
                  </a:lnTo>
                  <a:lnTo>
                    <a:pt x="5786434" y="1204412"/>
                  </a:lnTo>
                  <a:lnTo>
                    <a:pt x="5789310" y="1204412"/>
                  </a:lnTo>
                  <a:lnTo>
                    <a:pt x="5794312" y="1194458"/>
                  </a:lnTo>
                  <a:lnTo>
                    <a:pt x="5796687" y="1194458"/>
                  </a:lnTo>
                  <a:lnTo>
                    <a:pt x="5800314" y="1194458"/>
                  </a:lnTo>
                  <a:lnTo>
                    <a:pt x="5800439" y="1194458"/>
                  </a:lnTo>
                  <a:lnTo>
                    <a:pt x="5805065" y="1174551"/>
                  </a:lnTo>
                  <a:lnTo>
                    <a:pt x="5810567" y="1174551"/>
                  </a:lnTo>
                  <a:lnTo>
                    <a:pt x="5811192" y="1174551"/>
                  </a:lnTo>
                  <a:lnTo>
                    <a:pt x="5811317" y="1174551"/>
                  </a:lnTo>
                  <a:lnTo>
                    <a:pt x="5813443" y="1164597"/>
                  </a:lnTo>
                  <a:lnTo>
                    <a:pt x="5816194" y="1164597"/>
                  </a:lnTo>
                  <a:lnTo>
                    <a:pt x="5820695" y="1164597"/>
                  </a:lnTo>
                  <a:lnTo>
                    <a:pt x="5820945" y="1164597"/>
                  </a:lnTo>
                  <a:lnTo>
                    <a:pt x="5824697" y="1164597"/>
                  </a:lnTo>
                  <a:lnTo>
                    <a:pt x="5825072" y="1164597"/>
                  </a:lnTo>
                  <a:lnTo>
                    <a:pt x="5827573" y="1164597"/>
                  </a:lnTo>
                  <a:lnTo>
                    <a:pt x="5827823" y="1164597"/>
                  </a:lnTo>
                  <a:lnTo>
                    <a:pt x="5832324" y="1164597"/>
                  </a:lnTo>
                  <a:lnTo>
                    <a:pt x="5833074" y="1164597"/>
                  </a:lnTo>
                  <a:lnTo>
                    <a:pt x="5833200" y="1164597"/>
                  </a:lnTo>
                  <a:lnTo>
                    <a:pt x="5836326" y="1164597"/>
                  </a:lnTo>
                  <a:lnTo>
                    <a:pt x="5836951" y="1164597"/>
                  </a:lnTo>
                  <a:lnTo>
                    <a:pt x="5837326" y="1154643"/>
                  </a:lnTo>
                  <a:lnTo>
                    <a:pt x="5837451" y="1154643"/>
                  </a:lnTo>
                  <a:lnTo>
                    <a:pt x="5838701" y="1154643"/>
                  </a:lnTo>
                  <a:lnTo>
                    <a:pt x="5839202" y="1154643"/>
                  </a:lnTo>
                  <a:lnTo>
                    <a:pt x="5839577" y="1154643"/>
                  </a:lnTo>
                  <a:lnTo>
                    <a:pt x="5844078" y="1134735"/>
                  </a:lnTo>
                  <a:lnTo>
                    <a:pt x="5847829" y="1134735"/>
                  </a:lnTo>
                  <a:lnTo>
                    <a:pt x="5853081" y="1134735"/>
                  </a:lnTo>
                  <a:lnTo>
                    <a:pt x="5857208" y="1134735"/>
                  </a:lnTo>
                  <a:lnTo>
                    <a:pt x="5857458" y="1134735"/>
                  </a:lnTo>
                  <a:lnTo>
                    <a:pt x="5859583" y="1124781"/>
                  </a:lnTo>
                  <a:lnTo>
                    <a:pt x="5864710" y="1124781"/>
                  </a:lnTo>
                  <a:lnTo>
                    <a:pt x="5868336" y="1124781"/>
                  </a:lnTo>
                  <a:lnTo>
                    <a:pt x="5868336" y="1114828"/>
                  </a:lnTo>
                  <a:lnTo>
                    <a:pt x="5872338" y="1114828"/>
                  </a:lnTo>
                  <a:lnTo>
                    <a:pt x="5872838" y="1114828"/>
                  </a:lnTo>
                  <a:lnTo>
                    <a:pt x="5873963" y="1114828"/>
                  </a:lnTo>
                  <a:lnTo>
                    <a:pt x="5879465" y="1114828"/>
                  </a:lnTo>
                  <a:lnTo>
                    <a:pt x="5882966" y="1114828"/>
                  </a:lnTo>
                  <a:lnTo>
                    <a:pt x="5884592" y="1114828"/>
                  </a:lnTo>
                  <a:lnTo>
                    <a:pt x="5888218" y="1114828"/>
                  </a:lnTo>
                  <a:lnTo>
                    <a:pt x="5888468" y="1114828"/>
                  </a:lnTo>
                  <a:lnTo>
                    <a:pt x="5888593" y="1114828"/>
                  </a:lnTo>
                  <a:lnTo>
                    <a:pt x="5888718" y="1114828"/>
                  </a:lnTo>
                  <a:lnTo>
                    <a:pt x="5891469" y="1114828"/>
                  </a:lnTo>
                  <a:lnTo>
                    <a:pt x="5892969" y="1114828"/>
                  </a:lnTo>
                  <a:lnTo>
                    <a:pt x="5893720" y="1114828"/>
                  </a:lnTo>
                  <a:lnTo>
                    <a:pt x="5894220" y="1114828"/>
                  </a:lnTo>
                  <a:lnTo>
                    <a:pt x="5895720" y="1114828"/>
                  </a:lnTo>
                  <a:lnTo>
                    <a:pt x="5896221" y="1104874"/>
                  </a:lnTo>
                  <a:lnTo>
                    <a:pt x="5901097" y="1104874"/>
                  </a:lnTo>
                  <a:lnTo>
                    <a:pt x="5902848" y="1104874"/>
                  </a:lnTo>
                  <a:lnTo>
                    <a:pt x="5902973" y="1104874"/>
                  </a:lnTo>
                  <a:lnTo>
                    <a:pt x="5905474" y="1104874"/>
                  </a:lnTo>
                  <a:lnTo>
                    <a:pt x="5909975" y="1104874"/>
                  </a:lnTo>
                  <a:lnTo>
                    <a:pt x="5917353" y="1104874"/>
                  </a:lnTo>
                  <a:lnTo>
                    <a:pt x="5922229" y="1104874"/>
                  </a:lnTo>
                  <a:lnTo>
                    <a:pt x="5923480" y="1104874"/>
                  </a:lnTo>
                  <a:lnTo>
                    <a:pt x="5924105" y="1104874"/>
                  </a:lnTo>
                  <a:lnTo>
                    <a:pt x="5927606" y="1094920"/>
                  </a:lnTo>
                  <a:lnTo>
                    <a:pt x="5927856" y="1094920"/>
                  </a:lnTo>
                  <a:lnTo>
                    <a:pt x="5930357" y="1094920"/>
                  </a:lnTo>
                  <a:lnTo>
                    <a:pt x="5932733" y="1094920"/>
                  </a:lnTo>
                  <a:lnTo>
                    <a:pt x="5937985" y="1094920"/>
                  </a:lnTo>
                  <a:lnTo>
                    <a:pt x="5938610" y="1094920"/>
                  </a:lnTo>
                  <a:lnTo>
                    <a:pt x="5938735" y="1094920"/>
                  </a:lnTo>
                  <a:lnTo>
                    <a:pt x="5943361" y="1094920"/>
                  </a:lnTo>
                  <a:lnTo>
                    <a:pt x="5946112" y="1094920"/>
                  </a:lnTo>
                  <a:lnTo>
                    <a:pt x="5949363" y="1094920"/>
                  </a:lnTo>
                  <a:lnTo>
                    <a:pt x="5949613" y="1094920"/>
                  </a:lnTo>
                  <a:lnTo>
                    <a:pt x="5951614" y="1094920"/>
                  </a:lnTo>
                  <a:lnTo>
                    <a:pt x="5951989" y="1094920"/>
                  </a:lnTo>
                  <a:lnTo>
                    <a:pt x="5955365" y="1094920"/>
                  </a:lnTo>
                  <a:lnTo>
                    <a:pt x="5957991" y="1094920"/>
                  </a:lnTo>
                  <a:lnTo>
                    <a:pt x="5958366" y="1094920"/>
                  </a:lnTo>
                  <a:lnTo>
                    <a:pt x="5958867" y="1094920"/>
                  </a:lnTo>
                  <a:lnTo>
                    <a:pt x="5961617" y="1094920"/>
                  </a:lnTo>
                  <a:lnTo>
                    <a:pt x="5962618" y="1094920"/>
                  </a:lnTo>
                  <a:lnTo>
                    <a:pt x="5963868" y="1094920"/>
                  </a:lnTo>
                  <a:lnTo>
                    <a:pt x="5967244" y="1094920"/>
                  </a:lnTo>
                  <a:lnTo>
                    <a:pt x="5970745" y="1084966"/>
                  </a:lnTo>
                  <a:lnTo>
                    <a:pt x="5974622" y="1084966"/>
                  </a:lnTo>
                  <a:lnTo>
                    <a:pt x="5974997" y="1084966"/>
                  </a:lnTo>
                  <a:lnTo>
                    <a:pt x="5976622" y="1084966"/>
                  </a:lnTo>
                  <a:lnTo>
                    <a:pt x="5980249" y="1075012"/>
                  </a:lnTo>
                  <a:lnTo>
                    <a:pt x="5982249" y="1075012"/>
                  </a:lnTo>
                  <a:lnTo>
                    <a:pt x="5987001" y="1075012"/>
                  </a:lnTo>
                  <a:lnTo>
                    <a:pt x="5991627" y="1075012"/>
                  </a:lnTo>
                  <a:lnTo>
                    <a:pt x="5992003" y="1075012"/>
                  </a:lnTo>
                  <a:lnTo>
                    <a:pt x="5994503" y="1075012"/>
                  </a:lnTo>
                  <a:lnTo>
                    <a:pt x="5995629" y="1075012"/>
                  </a:lnTo>
                  <a:lnTo>
                    <a:pt x="5999880" y="1075012"/>
                  </a:lnTo>
                  <a:lnTo>
                    <a:pt x="6000255" y="1075012"/>
                  </a:lnTo>
                  <a:lnTo>
                    <a:pt x="6000505" y="1075012"/>
                  </a:lnTo>
                  <a:lnTo>
                    <a:pt x="6000756" y="1075012"/>
                  </a:lnTo>
                  <a:lnTo>
                    <a:pt x="6003381" y="1075012"/>
                  </a:lnTo>
                  <a:lnTo>
                    <a:pt x="6005632" y="1065059"/>
                  </a:lnTo>
                  <a:lnTo>
                    <a:pt x="6005757" y="1065059"/>
                  </a:lnTo>
                  <a:lnTo>
                    <a:pt x="6006507" y="1065059"/>
                  </a:lnTo>
                  <a:lnTo>
                    <a:pt x="6007508" y="1065059"/>
                  </a:lnTo>
                  <a:lnTo>
                    <a:pt x="6011759" y="1065059"/>
                  </a:lnTo>
                  <a:lnTo>
                    <a:pt x="6012259" y="1065059"/>
                  </a:lnTo>
                  <a:lnTo>
                    <a:pt x="6012509" y="1065059"/>
                  </a:lnTo>
                  <a:lnTo>
                    <a:pt x="6014010" y="1065059"/>
                  </a:lnTo>
                  <a:lnTo>
                    <a:pt x="6017261" y="1065059"/>
                  </a:lnTo>
                  <a:lnTo>
                    <a:pt x="6022513" y="1065059"/>
                  </a:lnTo>
                  <a:lnTo>
                    <a:pt x="6025889" y="1065059"/>
                  </a:lnTo>
                  <a:lnTo>
                    <a:pt x="6030140" y="1065059"/>
                  </a:lnTo>
                  <a:lnTo>
                    <a:pt x="6034642" y="1065059"/>
                  </a:lnTo>
                  <a:lnTo>
                    <a:pt x="6035017" y="1065059"/>
                  </a:lnTo>
                  <a:lnTo>
                    <a:pt x="6036267" y="1065059"/>
                  </a:lnTo>
                  <a:lnTo>
                    <a:pt x="6041144" y="1065059"/>
                  </a:lnTo>
                  <a:lnTo>
                    <a:pt x="6041769" y="1055105"/>
                  </a:lnTo>
                  <a:lnTo>
                    <a:pt x="6048772" y="1055105"/>
                  </a:lnTo>
                  <a:lnTo>
                    <a:pt x="6049022" y="1055105"/>
                  </a:lnTo>
                  <a:lnTo>
                    <a:pt x="6049522" y="1055105"/>
                  </a:lnTo>
                  <a:lnTo>
                    <a:pt x="6049772" y="1055105"/>
                  </a:lnTo>
                  <a:lnTo>
                    <a:pt x="6054774" y="1055105"/>
                  </a:lnTo>
                  <a:lnTo>
                    <a:pt x="6055149" y="1055105"/>
                  </a:lnTo>
                  <a:lnTo>
                    <a:pt x="6057775" y="1055105"/>
                  </a:lnTo>
                  <a:lnTo>
                    <a:pt x="6062401" y="1055105"/>
                  </a:lnTo>
                  <a:lnTo>
                    <a:pt x="6063276" y="1055105"/>
                  </a:lnTo>
                  <a:lnTo>
                    <a:pt x="6063527" y="1055105"/>
                  </a:lnTo>
                  <a:lnTo>
                    <a:pt x="6064027" y="1055105"/>
                  </a:lnTo>
                  <a:lnTo>
                    <a:pt x="6068653" y="1055105"/>
                  </a:lnTo>
                  <a:lnTo>
                    <a:pt x="6070529" y="1055105"/>
                  </a:lnTo>
                  <a:lnTo>
                    <a:pt x="6071279" y="1055105"/>
                  </a:lnTo>
                  <a:lnTo>
                    <a:pt x="6074030" y="1055105"/>
                  </a:lnTo>
                  <a:lnTo>
                    <a:pt x="6080282" y="1055105"/>
                  </a:lnTo>
                  <a:lnTo>
                    <a:pt x="6080407" y="1055105"/>
                  </a:lnTo>
                  <a:lnTo>
                    <a:pt x="6084659" y="1055105"/>
                  </a:lnTo>
                  <a:lnTo>
                    <a:pt x="6084784" y="1055105"/>
                  </a:lnTo>
                  <a:lnTo>
                    <a:pt x="6089410" y="1055105"/>
                  </a:lnTo>
                  <a:lnTo>
                    <a:pt x="6095287" y="1055105"/>
                  </a:lnTo>
                  <a:lnTo>
                    <a:pt x="6098413" y="1055105"/>
                  </a:lnTo>
                  <a:lnTo>
                    <a:pt x="6098663" y="1055105"/>
                  </a:lnTo>
                  <a:lnTo>
                    <a:pt x="6102790" y="1055105"/>
                  </a:lnTo>
                  <a:lnTo>
                    <a:pt x="6106416" y="1055105"/>
                  </a:lnTo>
                  <a:lnTo>
                    <a:pt x="6107291" y="1055105"/>
                  </a:lnTo>
                  <a:lnTo>
                    <a:pt x="6110917" y="1045151"/>
                  </a:lnTo>
                  <a:lnTo>
                    <a:pt x="6111918" y="1045151"/>
                  </a:lnTo>
                  <a:lnTo>
                    <a:pt x="6113793" y="1045151"/>
                  </a:lnTo>
                  <a:lnTo>
                    <a:pt x="6116669" y="1035197"/>
                  </a:lnTo>
                  <a:lnTo>
                    <a:pt x="6116794" y="1035197"/>
                  </a:lnTo>
                  <a:lnTo>
                    <a:pt x="6117420" y="1035197"/>
                  </a:lnTo>
                  <a:lnTo>
                    <a:pt x="6121796" y="1035197"/>
                  </a:lnTo>
                  <a:lnTo>
                    <a:pt x="6124797" y="1025243"/>
                  </a:lnTo>
                  <a:lnTo>
                    <a:pt x="6125297" y="1025243"/>
                  </a:lnTo>
                  <a:lnTo>
                    <a:pt x="6126673" y="1025243"/>
                  </a:lnTo>
                  <a:lnTo>
                    <a:pt x="6127923" y="1025243"/>
                  </a:lnTo>
                  <a:lnTo>
                    <a:pt x="6132049" y="1025243"/>
                  </a:lnTo>
                  <a:lnTo>
                    <a:pt x="6132425" y="1025243"/>
                  </a:lnTo>
                  <a:lnTo>
                    <a:pt x="6137176" y="1015289"/>
                  </a:lnTo>
                  <a:lnTo>
                    <a:pt x="6142303" y="1015289"/>
                  </a:lnTo>
                  <a:lnTo>
                    <a:pt x="6145679" y="1015289"/>
                  </a:lnTo>
                  <a:lnTo>
                    <a:pt x="6148305" y="1015289"/>
                  </a:lnTo>
                  <a:lnTo>
                    <a:pt x="6151556" y="1015289"/>
                  </a:lnTo>
                  <a:lnTo>
                    <a:pt x="6155557" y="1015289"/>
                  </a:lnTo>
                  <a:lnTo>
                    <a:pt x="6156933" y="1015289"/>
                  </a:lnTo>
                  <a:lnTo>
                    <a:pt x="6157558" y="1015289"/>
                  </a:lnTo>
                  <a:lnTo>
                    <a:pt x="6161184" y="1005336"/>
                  </a:lnTo>
                  <a:lnTo>
                    <a:pt x="6163810" y="1005336"/>
                  </a:lnTo>
                  <a:lnTo>
                    <a:pt x="6166061" y="1005336"/>
                  </a:lnTo>
                  <a:lnTo>
                    <a:pt x="6166186" y="1005336"/>
                  </a:lnTo>
                  <a:lnTo>
                    <a:pt x="6171188" y="1005336"/>
                  </a:lnTo>
                  <a:lnTo>
                    <a:pt x="6171313" y="1005336"/>
                  </a:lnTo>
                  <a:lnTo>
                    <a:pt x="6171438" y="1005336"/>
                  </a:lnTo>
                  <a:lnTo>
                    <a:pt x="6173938" y="995382"/>
                  </a:lnTo>
                  <a:lnTo>
                    <a:pt x="6177440" y="995382"/>
                  </a:lnTo>
                  <a:lnTo>
                    <a:pt x="6177565" y="995382"/>
                  </a:lnTo>
                  <a:lnTo>
                    <a:pt x="6178565" y="995382"/>
                  </a:lnTo>
                  <a:lnTo>
                    <a:pt x="6180816" y="995382"/>
                  </a:lnTo>
                  <a:lnTo>
                    <a:pt x="6181566" y="995382"/>
                  </a:lnTo>
                  <a:lnTo>
                    <a:pt x="6181941" y="995382"/>
                  </a:lnTo>
                  <a:lnTo>
                    <a:pt x="6185692" y="995382"/>
                  </a:lnTo>
                  <a:lnTo>
                    <a:pt x="6185817" y="995382"/>
                  </a:lnTo>
                  <a:lnTo>
                    <a:pt x="6188693" y="995382"/>
                  </a:lnTo>
                  <a:lnTo>
                    <a:pt x="6189068" y="995382"/>
                  </a:lnTo>
                  <a:lnTo>
                    <a:pt x="6192570" y="995382"/>
                  </a:lnTo>
                  <a:lnTo>
                    <a:pt x="6196571" y="995382"/>
                  </a:lnTo>
                  <a:lnTo>
                    <a:pt x="6201448" y="995382"/>
                  </a:lnTo>
                  <a:lnTo>
                    <a:pt x="6202323" y="995382"/>
                  </a:lnTo>
                  <a:lnTo>
                    <a:pt x="6203448" y="995382"/>
                  </a:lnTo>
                  <a:lnTo>
                    <a:pt x="6207325" y="995382"/>
                  </a:lnTo>
                  <a:lnTo>
                    <a:pt x="6210076" y="995382"/>
                  </a:lnTo>
                  <a:lnTo>
                    <a:pt x="6211326" y="995382"/>
                  </a:lnTo>
                  <a:lnTo>
                    <a:pt x="6214577" y="995382"/>
                  </a:lnTo>
                  <a:lnTo>
                    <a:pt x="6215327" y="995382"/>
                  </a:lnTo>
                  <a:lnTo>
                    <a:pt x="6216078" y="995382"/>
                  </a:lnTo>
                  <a:lnTo>
                    <a:pt x="6218703" y="995382"/>
                  </a:lnTo>
                  <a:lnTo>
                    <a:pt x="6218828" y="995382"/>
                  </a:lnTo>
                  <a:lnTo>
                    <a:pt x="6218953" y="995382"/>
                  </a:lnTo>
                  <a:lnTo>
                    <a:pt x="6222455" y="995382"/>
                  </a:lnTo>
                  <a:lnTo>
                    <a:pt x="6223705" y="985428"/>
                  </a:lnTo>
                  <a:lnTo>
                    <a:pt x="6226456" y="985428"/>
                  </a:lnTo>
                  <a:lnTo>
                    <a:pt x="6232458" y="975474"/>
                  </a:lnTo>
                  <a:lnTo>
                    <a:pt x="6235709" y="975474"/>
                  </a:lnTo>
                  <a:lnTo>
                    <a:pt x="6238835" y="975474"/>
                  </a:lnTo>
                  <a:lnTo>
                    <a:pt x="6239085" y="975474"/>
                  </a:lnTo>
                  <a:lnTo>
                    <a:pt x="6239960" y="975474"/>
                  </a:lnTo>
                  <a:lnTo>
                    <a:pt x="6245212" y="975474"/>
                  </a:lnTo>
                  <a:lnTo>
                    <a:pt x="6245587" y="965520"/>
                  </a:lnTo>
                  <a:lnTo>
                    <a:pt x="6246588" y="965520"/>
                  </a:lnTo>
                  <a:lnTo>
                    <a:pt x="6247713" y="965520"/>
                  </a:lnTo>
                  <a:lnTo>
                    <a:pt x="6250214" y="965520"/>
                  </a:lnTo>
                  <a:lnTo>
                    <a:pt x="6253965" y="965520"/>
                  </a:lnTo>
                  <a:lnTo>
                    <a:pt x="6257341" y="965520"/>
                  </a:lnTo>
                  <a:lnTo>
                    <a:pt x="6260968" y="955566"/>
                  </a:lnTo>
                  <a:lnTo>
                    <a:pt x="6263843" y="955566"/>
                  </a:lnTo>
                  <a:lnTo>
                    <a:pt x="6263969" y="955566"/>
                  </a:lnTo>
                  <a:lnTo>
                    <a:pt x="6266344" y="955566"/>
                  </a:lnTo>
                  <a:lnTo>
                    <a:pt x="6267220" y="955566"/>
                  </a:lnTo>
                  <a:lnTo>
                    <a:pt x="6267595" y="955566"/>
                  </a:lnTo>
                  <a:lnTo>
                    <a:pt x="6271346" y="955566"/>
                  </a:lnTo>
                  <a:lnTo>
                    <a:pt x="6273722" y="955566"/>
                  </a:lnTo>
                  <a:lnTo>
                    <a:pt x="6276098" y="955566"/>
                  </a:lnTo>
                  <a:lnTo>
                    <a:pt x="6279349" y="955566"/>
                  </a:lnTo>
                  <a:lnTo>
                    <a:pt x="6279474" y="955566"/>
                  </a:lnTo>
                  <a:lnTo>
                    <a:pt x="6279974" y="955566"/>
                  </a:lnTo>
                  <a:lnTo>
                    <a:pt x="6280224" y="955566"/>
                  </a:lnTo>
                  <a:lnTo>
                    <a:pt x="6287476" y="955566"/>
                  </a:lnTo>
                  <a:lnTo>
                    <a:pt x="6288477" y="955566"/>
                  </a:lnTo>
                  <a:lnTo>
                    <a:pt x="6288727" y="955566"/>
                  </a:lnTo>
                  <a:lnTo>
                    <a:pt x="6290352" y="955566"/>
                  </a:lnTo>
                  <a:lnTo>
                    <a:pt x="6295354" y="945613"/>
                  </a:lnTo>
                  <a:lnTo>
                    <a:pt x="6295854" y="945613"/>
                  </a:lnTo>
                  <a:lnTo>
                    <a:pt x="6297730" y="935659"/>
                  </a:lnTo>
                  <a:lnTo>
                    <a:pt x="6301481" y="935659"/>
                  </a:lnTo>
                  <a:lnTo>
                    <a:pt x="6305357" y="935659"/>
                  </a:lnTo>
                  <a:lnTo>
                    <a:pt x="6308984" y="935659"/>
                  </a:lnTo>
                  <a:lnTo>
                    <a:pt x="6314110" y="935659"/>
                  </a:lnTo>
                  <a:lnTo>
                    <a:pt x="6314360" y="935659"/>
                  </a:lnTo>
                  <a:lnTo>
                    <a:pt x="6317236" y="935659"/>
                  </a:lnTo>
                  <a:lnTo>
                    <a:pt x="6319862" y="925705"/>
                  </a:lnTo>
                  <a:lnTo>
                    <a:pt x="6323613" y="925705"/>
                  </a:lnTo>
                  <a:lnTo>
                    <a:pt x="6326990" y="915751"/>
                  </a:lnTo>
                  <a:lnTo>
                    <a:pt x="6327240" y="915751"/>
                  </a:lnTo>
                  <a:lnTo>
                    <a:pt x="6327865" y="915751"/>
                  </a:lnTo>
                  <a:lnTo>
                    <a:pt x="6328240" y="915751"/>
                  </a:lnTo>
                  <a:lnTo>
                    <a:pt x="6328740" y="915751"/>
                  </a:lnTo>
                  <a:lnTo>
                    <a:pt x="6333742" y="915751"/>
                  </a:lnTo>
                  <a:lnTo>
                    <a:pt x="6334242" y="915751"/>
                  </a:lnTo>
                  <a:lnTo>
                    <a:pt x="6335993" y="915751"/>
                  </a:lnTo>
                  <a:lnTo>
                    <a:pt x="6337868" y="915751"/>
                  </a:lnTo>
                  <a:lnTo>
                    <a:pt x="6342870" y="915751"/>
                  </a:lnTo>
                  <a:lnTo>
                    <a:pt x="6344746" y="915751"/>
                  </a:lnTo>
                  <a:lnTo>
                    <a:pt x="6345746" y="915751"/>
                  </a:lnTo>
                  <a:lnTo>
                    <a:pt x="6346621" y="915751"/>
                  </a:lnTo>
                  <a:lnTo>
                    <a:pt x="6349372" y="915751"/>
                  </a:lnTo>
                  <a:lnTo>
                    <a:pt x="6352248" y="915751"/>
                  </a:lnTo>
                  <a:lnTo>
                    <a:pt x="6352373" y="915751"/>
                  </a:lnTo>
                  <a:lnTo>
                    <a:pt x="6355749" y="915751"/>
                  </a:lnTo>
                  <a:lnTo>
                    <a:pt x="6357750" y="915751"/>
                  </a:lnTo>
                  <a:lnTo>
                    <a:pt x="6357875" y="915751"/>
                  </a:lnTo>
                  <a:lnTo>
                    <a:pt x="6357875" y="905797"/>
                  </a:lnTo>
                  <a:lnTo>
                    <a:pt x="6358250" y="905797"/>
                  </a:lnTo>
                  <a:lnTo>
                    <a:pt x="6359375" y="905797"/>
                  </a:lnTo>
                  <a:lnTo>
                    <a:pt x="6363377" y="905797"/>
                  </a:lnTo>
                  <a:lnTo>
                    <a:pt x="6369879" y="905797"/>
                  </a:lnTo>
                  <a:lnTo>
                    <a:pt x="6373505" y="905797"/>
                  </a:lnTo>
                  <a:lnTo>
                    <a:pt x="6376756" y="905797"/>
                  </a:lnTo>
                  <a:lnTo>
                    <a:pt x="6376881" y="905797"/>
                  </a:lnTo>
                  <a:lnTo>
                    <a:pt x="6377006" y="905797"/>
                  </a:lnTo>
                  <a:lnTo>
                    <a:pt x="6380633" y="905797"/>
                  </a:lnTo>
                  <a:lnTo>
                    <a:pt x="6382383" y="895844"/>
                  </a:lnTo>
                  <a:lnTo>
                    <a:pt x="6386635" y="895844"/>
                  </a:lnTo>
                  <a:lnTo>
                    <a:pt x="6390386" y="885890"/>
                  </a:lnTo>
                  <a:lnTo>
                    <a:pt x="6391886" y="885890"/>
                  </a:lnTo>
                  <a:lnTo>
                    <a:pt x="6395137" y="885890"/>
                  </a:lnTo>
                  <a:lnTo>
                    <a:pt x="6398388" y="875936"/>
                  </a:lnTo>
                  <a:lnTo>
                    <a:pt x="6399139" y="875936"/>
                  </a:lnTo>
                  <a:lnTo>
                    <a:pt x="6401389" y="875936"/>
                  </a:lnTo>
                  <a:lnTo>
                    <a:pt x="6403890" y="875936"/>
                  </a:lnTo>
                  <a:lnTo>
                    <a:pt x="6404015" y="875936"/>
                  </a:lnTo>
                  <a:lnTo>
                    <a:pt x="6404390" y="875936"/>
                  </a:lnTo>
                  <a:lnTo>
                    <a:pt x="6404516" y="875936"/>
                  </a:lnTo>
                  <a:lnTo>
                    <a:pt x="6404641" y="875936"/>
                  </a:lnTo>
                  <a:lnTo>
                    <a:pt x="6406266" y="875936"/>
                  </a:lnTo>
                  <a:lnTo>
                    <a:pt x="6408017" y="875936"/>
                  </a:lnTo>
                  <a:lnTo>
                    <a:pt x="6413393" y="865982"/>
                  </a:lnTo>
                  <a:lnTo>
                    <a:pt x="6414019" y="865982"/>
                  </a:lnTo>
                  <a:lnTo>
                    <a:pt x="6417145" y="865982"/>
                  </a:lnTo>
                  <a:lnTo>
                    <a:pt x="6417270" y="865982"/>
                  </a:lnTo>
                  <a:lnTo>
                    <a:pt x="6420521" y="865982"/>
                  </a:lnTo>
                  <a:lnTo>
                    <a:pt x="6422522" y="865982"/>
                  </a:lnTo>
                  <a:lnTo>
                    <a:pt x="6425272" y="865982"/>
                  </a:lnTo>
                  <a:lnTo>
                    <a:pt x="6427898" y="865982"/>
                  </a:lnTo>
                  <a:lnTo>
                    <a:pt x="6428649" y="865982"/>
                  </a:lnTo>
                  <a:lnTo>
                    <a:pt x="6429649" y="846074"/>
                  </a:lnTo>
                  <a:lnTo>
                    <a:pt x="6432775" y="846074"/>
                  </a:lnTo>
                  <a:lnTo>
                    <a:pt x="6432900" y="846074"/>
                  </a:lnTo>
                  <a:lnTo>
                    <a:pt x="6433025" y="846074"/>
                  </a:lnTo>
                  <a:lnTo>
                    <a:pt x="6439152" y="846074"/>
                  </a:lnTo>
                  <a:lnTo>
                    <a:pt x="6441528" y="846074"/>
                  </a:lnTo>
                  <a:lnTo>
                    <a:pt x="6441903" y="846074"/>
                  </a:lnTo>
                  <a:lnTo>
                    <a:pt x="6445904" y="846074"/>
                  </a:lnTo>
                  <a:lnTo>
                    <a:pt x="6446029" y="846074"/>
                  </a:lnTo>
                  <a:lnTo>
                    <a:pt x="6449531" y="836121"/>
                  </a:lnTo>
                  <a:lnTo>
                    <a:pt x="6455908" y="836121"/>
                  </a:lnTo>
                  <a:lnTo>
                    <a:pt x="6457908" y="836121"/>
                  </a:lnTo>
                  <a:lnTo>
                    <a:pt x="6459284" y="836121"/>
                  </a:lnTo>
                  <a:lnTo>
                    <a:pt x="6459909" y="836121"/>
                  </a:lnTo>
                  <a:lnTo>
                    <a:pt x="6462785" y="836121"/>
                  </a:lnTo>
                  <a:lnTo>
                    <a:pt x="6464786" y="836121"/>
                  </a:lnTo>
                  <a:lnTo>
                    <a:pt x="6464911" y="836121"/>
                  </a:lnTo>
                  <a:lnTo>
                    <a:pt x="6465661" y="836121"/>
                  </a:lnTo>
                  <a:lnTo>
                    <a:pt x="6470413" y="836121"/>
                  </a:lnTo>
                  <a:lnTo>
                    <a:pt x="6472913" y="836121"/>
                  </a:lnTo>
                  <a:lnTo>
                    <a:pt x="6473664" y="836121"/>
                  </a:lnTo>
                  <a:lnTo>
                    <a:pt x="6475289" y="836121"/>
                  </a:lnTo>
                  <a:lnTo>
                    <a:pt x="6477290" y="836121"/>
                  </a:lnTo>
                  <a:lnTo>
                    <a:pt x="6478790" y="836121"/>
                  </a:lnTo>
                  <a:lnTo>
                    <a:pt x="6481791" y="836121"/>
                  </a:lnTo>
                  <a:lnTo>
                    <a:pt x="6481916" y="836121"/>
                  </a:lnTo>
                  <a:lnTo>
                    <a:pt x="6490044" y="836121"/>
                  </a:lnTo>
                  <a:lnTo>
                    <a:pt x="6490169" y="836121"/>
                  </a:lnTo>
                  <a:lnTo>
                    <a:pt x="6490294" y="836121"/>
                  </a:lnTo>
                  <a:lnTo>
                    <a:pt x="6492670" y="826167"/>
                  </a:lnTo>
                  <a:lnTo>
                    <a:pt x="6493045" y="826167"/>
                  </a:lnTo>
                  <a:lnTo>
                    <a:pt x="6495921" y="826167"/>
                  </a:lnTo>
                  <a:lnTo>
                    <a:pt x="6497672" y="826167"/>
                  </a:lnTo>
                  <a:lnTo>
                    <a:pt x="6501548" y="826167"/>
                  </a:lnTo>
                  <a:lnTo>
                    <a:pt x="6505924" y="826167"/>
                  </a:lnTo>
                  <a:lnTo>
                    <a:pt x="6506550" y="826167"/>
                  </a:lnTo>
                  <a:lnTo>
                    <a:pt x="6509301" y="816213"/>
                  </a:lnTo>
                  <a:lnTo>
                    <a:pt x="6509426" y="816213"/>
                  </a:lnTo>
                  <a:lnTo>
                    <a:pt x="6513302" y="816213"/>
                  </a:lnTo>
                  <a:lnTo>
                    <a:pt x="6518053" y="816213"/>
                  </a:lnTo>
                  <a:lnTo>
                    <a:pt x="6519804" y="816213"/>
                  </a:lnTo>
                  <a:lnTo>
                    <a:pt x="6521430" y="816213"/>
                  </a:lnTo>
                  <a:lnTo>
                    <a:pt x="6521680" y="816213"/>
                  </a:lnTo>
                  <a:lnTo>
                    <a:pt x="6524681" y="816213"/>
                  </a:lnTo>
                  <a:lnTo>
                    <a:pt x="6525056" y="816213"/>
                  </a:lnTo>
                  <a:lnTo>
                    <a:pt x="6525306" y="806259"/>
                  </a:lnTo>
                  <a:lnTo>
                    <a:pt x="6526181" y="806259"/>
                  </a:lnTo>
                  <a:lnTo>
                    <a:pt x="6528682" y="806259"/>
                  </a:lnTo>
                  <a:lnTo>
                    <a:pt x="6535809" y="796305"/>
                  </a:lnTo>
                  <a:lnTo>
                    <a:pt x="6539811" y="796305"/>
                  </a:lnTo>
                  <a:lnTo>
                    <a:pt x="6542187" y="796305"/>
                  </a:lnTo>
                  <a:lnTo>
                    <a:pt x="6544937" y="796305"/>
                  </a:lnTo>
                  <a:lnTo>
                    <a:pt x="6545438" y="786351"/>
                  </a:lnTo>
                  <a:lnTo>
                    <a:pt x="6546188" y="776398"/>
                  </a:lnTo>
                  <a:lnTo>
                    <a:pt x="6549314" y="776398"/>
                  </a:lnTo>
                  <a:lnTo>
                    <a:pt x="6554691" y="776398"/>
                  </a:lnTo>
                  <a:lnTo>
                    <a:pt x="6557942" y="776398"/>
                  </a:lnTo>
                  <a:lnTo>
                    <a:pt x="6558192" y="776398"/>
                  </a:lnTo>
                  <a:lnTo>
                    <a:pt x="6561693" y="776398"/>
                  </a:lnTo>
                  <a:lnTo>
                    <a:pt x="6563944" y="766444"/>
                  </a:lnTo>
                  <a:lnTo>
                    <a:pt x="6565319" y="766444"/>
                  </a:lnTo>
                  <a:lnTo>
                    <a:pt x="6567820" y="766444"/>
                  </a:lnTo>
                  <a:lnTo>
                    <a:pt x="6568695" y="766444"/>
                  </a:lnTo>
                  <a:lnTo>
                    <a:pt x="6569821" y="756490"/>
                  </a:lnTo>
                  <a:lnTo>
                    <a:pt x="6574447" y="756490"/>
                  </a:lnTo>
                  <a:lnTo>
                    <a:pt x="6574572" y="756490"/>
                  </a:lnTo>
                  <a:lnTo>
                    <a:pt x="6575198" y="756490"/>
                  </a:lnTo>
                  <a:lnTo>
                    <a:pt x="6579824" y="756490"/>
                  </a:lnTo>
                  <a:lnTo>
                    <a:pt x="6582075" y="756490"/>
                  </a:lnTo>
                  <a:lnTo>
                    <a:pt x="6582700" y="756490"/>
                  </a:lnTo>
                  <a:lnTo>
                    <a:pt x="6585201" y="756490"/>
                  </a:lnTo>
                  <a:lnTo>
                    <a:pt x="6587577" y="756490"/>
                  </a:lnTo>
                  <a:lnTo>
                    <a:pt x="6589452" y="756490"/>
                  </a:lnTo>
                  <a:lnTo>
                    <a:pt x="6591453" y="756490"/>
                  </a:lnTo>
                  <a:lnTo>
                    <a:pt x="6593704" y="756490"/>
                  </a:lnTo>
                  <a:lnTo>
                    <a:pt x="6595954" y="756490"/>
                  </a:lnTo>
                  <a:lnTo>
                    <a:pt x="6600706" y="756490"/>
                  </a:lnTo>
                  <a:lnTo>
                    <a:pt x="6601081" y="756490"/>
                  </a:lnTo>
                  <a:lnTo>
                    <a:pt x="6603332" y="756490"/>
                  </a:lnTo>
                  <a:lnTo>
                    <a:pt x="6603832" y="756490"/>
                  </a:lnTo>
                  <a:lnTo>
                    <a:pt x="6607208" y="756490"/>
                  </a:lnTo>
                  <a:lnTo>
                    <a:pt x="6607833" y="756490"/>
                  </a:lnTo>
                  <a:lnTo>
                    <a:pt x="6612710" y="746536"/>
                  </a:lnTo>
                  <a:lnTo>
                    <a:pt x="6615836" y="736582"/>
                  </a:lnTo>
                  <a:lnTo>
                    <a:pt x="6618962" y="736582"/>
                  </a:lnTo>
                  <a:lnTo>
                    <a:pt x="6620338" y="736582"/>
                  </a:lnTo>
                  <a:lnTo>
                    <a:pt x="6621338" y="726629"/>
                  </a:lnTo>
                  <a:lnTo>
                    <a:pt x="6624839" y="726629"/>
                  </a:lnTo>
                  <a:lnTo>
                    <a:pt x="6629091" y="726629"/>
                  </a:lnTo>
                  <a:lnTo>
                    <a:pt x="6629091" y="716675"/>
                  </a:lnTo>
                  <a:lnTo>
                    <a:pt x="6629591" y="716675"/>
                  </a:lnTo>
                  <a:lnTo>
                    <a:pt x="6636843" y="696767"/>
                  </a:lnTo>
                  <a:lnTo>
                    <a:pt x="6636968" y="696767"/>
                  </a:lnTo>
                  <a:lnTo>
                    <a:pt x="6637218" y="696767"/>
                  </a:lnTo>
                  <a:lnTo>
                    <a:pt x="6637593" y="696767"/>
                  </a:lnTo>
                  <a:lnTo>
                    <a:pt x="6641595" y="696767"/>
                  </a:lnTo>
                  <a:lnTo>
                    <a:pt x="6641720" y="696767"/>
                  </a:lnTo>
                  <a:lnTo>
                    <a:pt x="6643095" y="696767"/>
                  </a:lnTo>
                  <a:lnTo>
                    <a:pt x="6645096" y="696767"/>
                  </a:lnTo>
                  <a:lnTo>
                    <a:pt x="6646847" y="696767"/>
                  </a:lnTo>
                  <a:lnTo>
                    <a:pt x="6648722" y="696767"/>
                  </a:lnTo>
                  <a:lnTo>
                    <a:pt x="6649222" y="686813"/>
                  </a:lnTo>
                  <a:lnTo>
                    <a:pt x="6650723" y="686813"/>
                  </a:lnTo>
                  <a:lnTo>
                    <a:pt x="6650973" y="686813"/>
                  </a:lnTo>
                  <a:lnTo>
                    <a:pt x="6653474" y="686813"/>
                  </a:lnTo>
                  <a:lnTo>
                    <a:pt x="6661726" y="686813"/>
                  </a:lnTo>
                  <a:lnTo>
                    <a:pt x="6664602" y="686813"/>
                  </a:lnTo>
                  <a:lnTo>
                    <a:pt x="6664853" y="686813"/>
                  </a:lnTo>
                  <a:lnTo>
                    <a:pt x="6667478" y="686813"/>
                  </a:lnTo>
                  <a:lnTo>
                    <a:pt x="6668229" y="686813"/>
                  </a:lnTo>
                  <a:lnTo>
                    <a:pt x="6672980" y="686813"/>
                  </a:lnTo>
                  <a:lnTo>
                    <a:pt x="6675106" y="686813"/>
                  </a:lnTo>
                  <a:lnTo>
                    <a:pt x="6675231" y="686813"/>
                  </a:lnTo>
                  <a:lnTo>
                    <a:pt x="6676982" y="686813"/>
                  </a:lnTo>
                  <a:lnTo>
                    <a:pt x="6679607" y="686813"/>
                  </a:lnTo>
                  <a:lnTo>
                    <a:pt x="6682608" y="676859"/>
                  </a:lnTo>
                  <a:lnTo>
                    <a:pt x="6683859" y="676859"/>
                  </a:lnTo>
                  <a:lnTo>
                    <a:pt x="6687485" y="656952"/>
                  </a:lnTo>
                  <a:lnTo>
                    <a:pt x="6687860" y="656952"/>
                  </a:lnTo>
                  <a:lnTo>
                    <a:pt x="6692237" y="656952"/>
                  </a:lnTo>
                  <a:lnTo>
                    <a:pt x="6692737" y="656952"/>
                  </a:lnTo>
                  <a:lnTo>
                    <a:pt x="6698739" y="637044"/>
                  </a:lnTo>
                  <a:lnTo>
                    <a:pt x="6700990" y="637044"/>
                  </a:lnTo>
                  <a:lnTo>
                    <a:pt x="6703615" y="637044"/>
                  </a:lnTo>
                  <a:lnTo>
                    <a:pt x="6707367" y="637044"/>
                  </a:lnTo>
                  <a:lnTo>
                    <a:pt x="6711118" y="637044"/>
                  </a:lnTo>
                  <a:lnTo>
                    <a:pt x="6712493" y="637044"/>
                  </a:lnTo>
                  <a:lnTo>
                    <a:pt x="6713994" y="637044"/>
                  </a:lnTo>
                  <a:lnTo>
                    <a:pt x="6715745" y="637044"/>
                  </a:lnTo>
                  <a:lnTo>
                    <a:pt x="6715870" y="637044"/>
                  </a:lnTo>
                  <a:lnTo>
                    <a:pt x="6716120" y="637044"/>
                  </a:lnTo>
                  <a:lnTo>
                    <a:pt x="6719496" y="637044"/>
                  </a:lnTo>
                  <a:lnTo>
                    <a:pt x="6721496" y="637044"/>
                  </a:lnTo>
                  <a:lnTo>
                    <a:pt x="6722247" y="637044"/>
                  </a:lnTo>
                  <a:lnTo>
                    <a:pt x="6725748" y="637044"/>
                  </a:lnTo>
                  <a:lnTo>
                    <a:pt x="6729374" y="627090"/>
                  </a:lnTo>
                  <a:lnTo>
                    <a:pt x="6731125" y="627090"/>
                  </a:lnTo>
                  <a:lnTo>
                    <a:pt x="6731750" y="627090"/>
                  </a:lnTo>
                  <a:lnTo>
                    <a:pt x="6734126" y="627090"/>
                  </a:lnTo>
                  <a:lnTo>
                    <a:pt x="6738127" y="627090"/>
                  </a:lnTo>
                  <a:lnTo>
                    <a:pt x="6738752" y="627090"/>
                  </a:lnTo>
                  <a:lnTo>
                    <a:pt x="6742128" y="627090"/>
                  </a:lnTo>
                  <a:lnTo>
                    <a:pt x="6744879" y="627090"/>
                  </a:lnTo>
                  <a:lnTo>
                    <a:pt x="6746755" y="627090"/>
                  </a:lnTo>
                  <a:lnTo>
                    <a:pt x="6746880" y="627090"/>
                  </a:lnTo>
                  <a:lnTo>
                    <a:pt x="6749631" y="617137"/>
                  </a:lnTo>
                  <a:lnTo>
                    <a:pt x="6750381" y="617137"/>
                  </a:lnTo>
                  <a:lnTo>
                    <a:pt x="6751757" y="617137"/>
                  </a:lnTo>
                  <a:lnTo>
                    <a:pt x="6758009" y="617137"/>
                  </a:lnTo>
                  <a:lnTo>
                    <a:pt x="6760259" y="617137"/>
                  </a:lnTo>
                  <a:lnTo>
                    <a:pt x="6762510" y="617137"/>
                  </a:lnTo>
                  <a:lnTo>
                    <a:pt x="6763886" y="617137"/>
                  </a:lnTo>
                  <a:lnTo>
                    <a:pt x="6766637" y="617137"/>
                  </a:lnTo>
                  <a:lnTo>
                    <a:pt x="6768512" y="617137"/>
                  </a:lnTo>
                  <a:lnTo>
                    <a:pt x="6771888" y="617137"/>
                  </a:lnTo>
                  <a:lnTo>
                    <a:pt x="6776015" y="617137"/>
                  </a:lnTo>
                  <a:lnTo>
                    <a:pt x="6776515" y="617137"/>
                  </a:lnTo>
                  <a:lnTo>
                    <a:pt x="6779141" y="617137"/>
                  </a:lnTo>
                  <a:lnTo>
                    <a:pt x="6788519" y="617137"/>
                  </a:lnTo>
                  <a:lnTo>
                    <a:pt x="6788644" y="617137"/>
                  </a:lnTo>
                  <a:lnTo>
                    <a:pt x="6790770" y="617137"/>
                  </a:lnTo>
                  <a:lnTo>
                    <a:pt x="6794021" y="617137"/>
                  </a:lnTo>
                  <a:lnTo>
                    <a:pt x="6797397" y="617137"/>
                  </a:lnTo>
                  <a:lnTo>
                    <a:pt x="6797772" y="617137"/>
                  </a:lnTo>
                  <a:lnTo>
                    <a:pt x="6798147" y="617137"/>
                  </a:lnTo>
                  <a:lnTo>
                    <a:pt x="6798647" y="617137"/>
                  </a:lnTo>
                  <a:lnTo>
                    <a:pt x="6800773" y="617137"/>
                  </a:lnTo>
                  <a:lnTo>
                    <a:pt x="6801398" y="617137"/>
                  </a:lnTo>
                  <a:lnTo>
                    <a:pt x="6804899" y="617137"/>
                  </a:lnTo>
                  <a:lnTo>
                    <a:pt x="6805024" y="617137"/>
                  </a:lnTo>
                  <a:lnTo>
                    <a:pt x="6805274" y="617137"/>
                  </a:lnTo>
                  <a:lnTo>
                    <a:pt x="6809901" y="617137"/>
                  </a:lnTo>
                  <a:lnTo>
                    <a:pt x="6810026" y="617137"/>
                  </a:lnTo>
                  <a:lnTo>
                    <a:pt x="6810901" y="617137"/>
                  </a:lnTo>
                  <a:lnTo>
                    <a:pt x="6815528" y="617137"/>
                  </a:lnTo>
                  <a:lnTo>
                    <a:pt x="6815778" y="617137"/>
                  </a:lnTo>
                  <a:lnTo>
                    <a:pt x="6817654" y="617137"/>
                  </a:lnTo>
                  <a:lnTo>
                    <a:pt x="6819779" y="617137"/>
                  </a:lnTo>
                  <a:lnTo>
                    <a:pt x="6824781" y="617137"/>
                  </a:lnTo>
                  <a:lnTo>
                    <a:pt x="6826532" y="617137"/>
                  </a:lnTo>
                  <a:lnTo>
                    <a:pt x="6827782" y="617137"/>
                  </a:lnTo>
                  <a:lnTo>
                    <a:pt x="6829032" y="617137"/>
                  </a:lnTo>
                  <a:lnTo>
                    <a:pt x="6832534" y="617137"/>
                  </a:lnTo>
                  <a:lnTo>
                    <a:pt x="6833159" y="617137"/>
                  </a:lnTo>
                  <a:lnTo>
                    <a:pt x="6839036" y="607183"/>
                  </a:lnTo>
                  <a:lnTo>
                    <a:pt x="6841537" y="607183"/>
                  </a:lnTo>
                  <a:lnTo>
                    <a:pt x="6842412" y="607183"/>
                  </a:lnTo>
                  <a:lnTo>
                    <a:pt x="6844162" y="607183"/>
                  </a:lnTo>
                  <a:lnTo>
                    <a:pt x="6847539" y="607183"/>
                  </a:lnTo>
                  <a:lnTo>
                    <a:pt x="6848289" y="607183"/>
                  </a:lnTo>
                  <a:lnTo>
                    <a:pt x="6851790" y="607183"/>
                  </a:lnTo>
                  <a:lnTo>
                    <a:pt x="6851915" y="607183"/>
                  </a:lnTo>
                  <a:lnTo>
                    <a:pt x="6854416" y="607183"/>
                  </a:lnTo>
                  <a:lnTo>
                    <a:pt x="6855291" y="607183"/>
                  </a:lnTo>
                  <a:lnTo>
                    <a:pt x="6857792" y="607183"/>
                  </a:lnTo>
                  <a:lnTo>
                    <a:pt x="6859167" y="607183"/>
                  </a:lnTo>
                  <a:lnTo>
                    <a:pt x="6864419" y="607183"/>
                  </a:lnTo>
                  <a:lnTo>
                    <a:pt x="6865295" y="607183"/>
                  </a:lnTo>
                  <a:lnTo>
                    <a:pt x="6868671" y="607183"/>
                  </a:lnTo>
                  <a:lnTo>
                    <a:pt x="6871797" y="607183"/>
                  </a:lnTo>
                  <a:lnTo>
                    <a:pt x="6871922" y="607183"/>
                  </a:lnTo>
                  <a:lnTo>
                    <a:pt x="6873547" y="607183"/>
                  </a:lnTo>
                  <a:lnTo>
                    <a:pt x="6873922" y="607183"/>
                  </a:lnTo>
                  <a:lnTo>
                    <a:pt x="6875173" y="607183"/>
                  </a:lnTo>
                  <a:lnTo>
                    <a:pt x="6878549" y="607183"/>
                  </a:lnTo>
                  <a:lnTo>
                    <a:pt x="6882550" y="607183"/>
                  </a:lnTo>
                  <a:lnTo>
                    <a:pt x="6885801" y="607183"/>
                  </a:lnTo>
                  <a:lnTo>
                    <a:pt x="6887302" y="607183"/>
                  </a:lnTo>
                  <a:lnTo>
                    <a:pt x="6889553" y="607183"/>
                  </a:lnTo>
                  <a:lnTo>
                    <a:pt x="6890428" y="607183"/>
                  </a:lnTo>
                  <a:lnTo>
                    <a:pt x="6890553" y="607183"/>
                  </a:lnTo>
                  <a:lnTo>
                    <a:pt x="6892804" y="607183"/>
                  </a:lnTo>
                  <a:lnTo>
                    <a:pt x="6896180" y="607183"/>
                  </a:lnTo>
                  <a:lnTo>
                    <a:pt x="6897430" y="607183"/>
                  </a:lnTo>
                  <a:lnTo>
                    <a:pt x="6902807" y="607183"/>
                  </a:lnTo>
                  <a:lnTo>
                    <a:pt x="6905558" y="607183"/>
                  </a:lnTo>
                  <a:lnTo>
                    <a:pt x="6912060" y="607183"/>
                  </a:lnTo>
                  <a:lnTo>
                    <a:pt x="6912310" y="607183"/>
                  </a:lnTo>
                  <a:lnTo>
                    <a:pt x="6915686" y="607183"/>
                  </a:lnTo>
                  <a:lnTo>
                    <a:pt x="6916312" y="607183"/>
                  </a:lnTo>
                  <a:lnTo>
                    <a:pt x="6917437" y="607183"/>
                  </a:lnTo>
                  <a:lnTo>
                    <a:pt x="6918562" y="607183"/>
                  </a:lnTo>
                  <a:lnTo>
                    <a:pt x="6921063" y="607183"/>
                  </a:lnTo>
                  <a:lnTo>
                    <a:pt x="6922189" y="607183"/>
                  </a:lnTo>
                  <a:lnTo>
                    <a:pt x="6924814" y="607183"/>
                  </a:lnTo>
                  <a:lnTo>
                    <a:pt x="6929441" y="607183"/>
                  </a:lnTo>
                  <a:lnTo>
                    <a:pt x="6932567" y="607183"/>
                  </a:lnTo>
                  <a:lnTo>
                    <a:pt x="6934568" y="607183"/>
                  </a:lnTo>
                  <a:lnTo>
                    <a:pt x="6934693" y="607183"/>
                  </a:lnTo>
                  <a:lnTo>
                    <a:pt x="6936193" y="607183"/>
                  </a:lnTo>
                  <a:lnTo>
                    <a:pt x="6938069" y="607183"/>
                  </a:lnTo>
                  <a:lnTo>
                    <a:pt x="6941070" y="607183"/>
                  </a:lnTo>
                  <a:lnTo>
                    <a:pt x="6942945" y="607183"/>
                  </a:lnTo>
                  <a:lnTo>
                    <a:pt x="6945571" y="607183"/>
                  </a:lnTo>
                  <a:lnTo>
                    <a:pt x="6945696" y="607183"/>
                  </a:lnTo>
                  <a:lnTo>
                    <a:pt x="6948197" y="597229"/>
                  </a:lnTo>
                  <a:lnTo>
                    <a:pt x="6948822" y="597229"/>
                  </a:lnTo>
                  <a:lnTo>
                    <a:pt x="6949198" y="597229"/>
                  </a:lnTo>
                  <a:lnTo>
                    <a:pt x="6949323" y="587275"/>
                  </a:lnTo>
                  <a:lnTo>
                    <a:pt x="6953824" y="587275"/>
                  </a:lnTo>
                  <a:lnTo>
                    <a:pt x="6953949" y="587275"/>
                  </a:lnTo>
                  <a:lnTo>
                    <a:pt x="6958201" y="587275"/>
                  </a:lnTo>
                  <a:lnTo>
                    <a:pt x="6958576" y="577321"/>
                  </a:lnTo>
                  <a:lnTo>
                    <a:pt x="6961077" y="577321"/>
                  </a:lnTo>
                  <a:lnTo>
                    <a:pt x="6963577" y="577321"/>
                  </a:lnTo>
                  <a:lnTo>
                    <a:pt x="6964703" y="577321"/>
                  </a:lnTo>
                  <a:lnTo>
                    <a:pt x="6966578" y="577321"/>
                  </a:lnTo>
                  <a:lnTo>
                    <a:pt x="6967204" y="577321"/>
                  </a:lnTo>
                  <a:lnTo>
                    <a:pt x="6971080" y="577321"/>
                  </a:lnTo>
                  <a:lnTo>
                    <a:pt x="6973206" y="577321"/>
                  </a:lnTo>
                  <a:lnTo>
                    <a:pt x="6974081" y="577321"/>
                  </a:lnTo>
                  <a:lnTo>
                    <a:pt x="6975831" y="567367"/>
                  </a:lnTo>
                  <a:lnTo>
                    <a:pt x="6976707" y="567367"/>
                  </a:lnTo>
                  <a:lnTo>
                    <a:pt x="6978832" y="567367"/>
                  </a:lnTo>
                  <a:lnTo>
                    <a:pt x="6979708" y="567367"/>
                  </a:lnTo>
                  <a:lnTo>
                    <a:pt x="6981833" y="567367"/>
                  </a:lnTo>
                  <a:lnTo>
                    <a:pt x="6984960" y="567367"/>
                  </a:lnTo>
                  <a:lnTo>
                    <a:pt x="6989461" y="567367"/>
                  </a:lnTo>
                  <a:lnTo>
                    <a:pt x="6992087" y="567367"/>
                  </a:lnTo>
                  <a:lnTo>
                    <a:pt x="6993838" y="567367"/>
                  </a:lnTo>
                  <a:lnTo>
                    <a:pt x="6994838" y="567367"/>
                  </a:lnTo>
                  <a:lnTo>
                    <a:pt x="6996463" y="567367"/>
                  </a:lnTo>
                  <a:lnTo>
                    <a:pt x="7000590" y="567367"/>
                  </a:lnTo>
                  <a:lnTo>
                    <a:pt x="7001965" y="567367"/>
                  </a:lnTo>
                  <a:lnTo>
                    <a:pt x="7006592" y="567367"/>
                  </a:lnTo>
                  <a:lnTo>
                    <a:pt x="7008717" y="567367"/>
                  </a:lnTo>
                  <a:lnTo>
                    <a:pt x="7011343" y="567367"/>
                  </a:lnTo>
                  <a:lnTo>
                    <a:pt x="7013594" y="567367"/>
                  </a:lnTo>
                  <a:lnTo>
                    <a:pt x="7016595" y="567367"/>
                  </a:lnTo>
                  <a:lnTo>
                    <a:pt x="7017095" y="567367"/>
                  </a:lnTo>
                  <a:lnTo>
                    <a:pt x="7017720" y="557414"/>
                  </a:lnTo>
                  <a:lnTo>
                    <a:pt x="7018096" y="557414"/>
                  </a:lnTo>
                  <a:lnTo>
                    <a:pt x="7018971" y="557414"/>
                  </a:lnTo>
                  <a:lnTo>
                    <a:pt x="7020096" y="547460"/>
                  </a:lnTo>
                  <a:lnTo>
                    <a:pt x="7020721" y="547460"/>
                  </a:lnTo>
                  <a:lnTo>
                    <a:pt x="7020847" y="547460"/>
                  </a:lnTo>
                  <a:lnTo>
                    <a:pt x="7024723" y="547460"/>
                  </a:lnTo>
                  <a:lnTo>
                    <a:pt x="7027224" y="547460"/>
                  </a:lnTo>
                  <a:lnTo>
                    <a:pt x="7034226" y="547460"/>
                  </a:lnTo>
                  <a:lnTo>
                    <a:pt x="7035226" y="537506"/>
                  </a:lnTo>
                  <a:lnTo>
                    <a:pt x="7036852" y="537506"/>
                  </a:lnTo>
                  <a:lnTo>
                    <a:pt x="7040978" y="527552"/>
                  </a:lnTo>
                  <a:lnTo>
                    <a:pt x="7041979" y="527552"/>
                  </a:lnTo>
                  <a:lnTo>
                    <a:pt x="7045605" y="527552"/>
                  </a:lnTo>
                  <a:lnTo>
                    <a:pt x="7048231" y="527552"/>
                  </a:lnTo>
                  <a:lnTo>
                    <a:pt x="7050606" y="517598"/>
                  </a:lnTo>
                  <a:lnTo>
                    <a:pt x="7051482" y="517598"/>
                  </a:lnTo>
                  <a:lnTo>
                    <a:pt x="7053107" y="517598"/>
                  </a:lnTo>
                  <a:lnTo>
                    <a:pt x="7057234" y="517598"/>
                  </a:lnTo>
                  <a:lnTo>
                    <a:pt x="7061985" y="507644"/>
                  </a:lnTo>
                  <a:lnTo>
                    <a:pt x="7064861" y="507644"/>
                  </a:lnTo>
                  <a:lnTo>
                    <a:pt x="7068613" y="507644"/>
                  </a:lnTo>
                  <a:lnTo>
                    <a:pt x="7068738" y="507644"/>
                  </a:lnTo>
                  <a:lnTo>
                    <a:pt x="7069738" y="507644"/>
                  </a:lnTo>
                  <a:lnTo>
                    <a:pt x="7072614" y="507644"/>
                  </a:lnTo>
                  <a:lnTo>
                    <a:pt x="7075115" y="507644"/>
                  </a:lnTo>
                  <a:lnTo>
                    <a:pt x="7076115" y="507644"/>
                  </a:lnTo>
                  <a:lnTo>
                    <a:pt x="7077115" y="497691"/>
                  </a:lnTo>
                  <a:lnTo>
                    <a:pt x="7079366" y="497691"/>
                  </a:lnTo>
                  <a:lnTo>
                    <a:pt x="7080366" y="497691"/>
                  </a:lnTo>
                  <a:lnTo>
                    <a:pt x="7084243" y="497691"/>
                  </a:lnTo>
                  <a:lnTo>
                    <a:pt x="7087244" y="487737"/>
                  </a:lnTo>
                  <a:lnTo>
                    <a:pt x="7087619" y="487737"/>
                  </a:lnTo>
                  <a:lnTo>
                    <a:pt x="7092871" y="487737"/>
                  </a:lnTo>
                  <a:lnTo>
                    <a:pt x="7093121" y="487737"/>
                  </a:lnTo>
                  <a:lnTo>
                    <a:pt x="7093371" y="487737"/>
                  </a:lnTo>
                  <a:lnTo>
                    <a:pt x="7094621" y="487737"/>
                  </a:lnTo>
                  <a:lnTo>
                    <a:pt x="7094746" y="487737"/>
                  </a:lnTo>
                  <a:lnTo>
                    <a:pt x="7096122" y="487737"/>
                  </a:lnTo>
                  <a:lnTo>
                    <a:pt x="7097497" y="487737"/>
                  </a:lnTo>
                  <a:lnTo>
                    <a:pt x="7100748" y="487737"/>
                  </a:lnTo>
                  <a:lnTo>
                    <a:pt x="7102624" y="487737"/>
                  </a:lnTo>
                  <a:lnTo>
                    <a:pt x="7103999" y="487737"/>
                  </a:lnTo>
                  <a:lnTo>
                    <a:pt x="7107000" y="487737"/>
                  </a:lnTo>
                  <a:lnTo>
                    <a:pt x="7110376" y="487737"/>
                  </a:lnTo>
                  <a:lnTo>
                    <a:pt x="7113377" y="487737"/>
                  </a:lnTo>
                  <a:lnTo>
                    <a:pt x="7115253" y="487737"/>
                  </a:lnTo>
                  <a:lnTo>
                    <a:pt x="7117629" y="487737"/>
                  </a:lnTo>
                  <a:lnTo>
                    <a:pt x="7118004" y="487737"/>
                  </a:lnTo>
                  <a:lnTo>
                    <a:pt x="7118129" y="487737"/>
                  </a:lnTo>
                  <a:lnTo>
                    <a:pt x="7118629" y="487737"/>
                  </a:lnTo>
                  <a:lnTo>
                    <a:pt x="7118754" y="487737"/>
                  </a:lnTo>
                  <a:lnTo>
                    <a:pt x="7120505" y="467829"/>
                  </a:lnTo>
                  <a:lnTo>
                    <a:pt x="7123006" y="467829"/>
                  </a:lnTo>
                  <a:lnTo>
                    <a:pt x="7125507" y="467829"/>
                  </a:lnTo>
                  <a:lnTo>
                    <a:pt x="7125882" y="467829"/>
                  </a:lnTo>
                  <a:lnTo>
                    <a:pt x="7129883" y="467829"/>
                  </a:lnTo>
                  <a:lnTo>
                    <a:pt x="7133259" y="467829"/>
                  </a:lnTo>
                  <a:lnTo>
                    <a:pt x="7135885" y="467829"/>
                  </a:lnTo>
                  <a:lnTo>
                    <a:pt x="7138386" y="457875"/>
                  </a:lnTo>
                  <a:lnTo>
                    <a:pt x="7139886" y="457875"/>
                  </a:lnTo>
                  <a:lnTo>
                    <a:pt x="7141387" y="457875"/>
                  </a:lnTo>
                  <a:lnTo>
                    <a:pt x="7148264" y="457875"/>
                  </a:lnTo>
                  <a:lnTo>
                    <a:pt x="7150515" y="457875"/>
                  </a:lnTo>
                  <a:lnTo>
                    <a:pt x="7156767" y="447922"/>
                  </a:lnTo>
                  <a:lnTo>
                    <a:pt x="7157017" y="447922"/>
                  </a:lnTo>
                  <a:lnTo>
                    <a:pt x="7157517" y="447922"/>
                  </a:lnTo>
                  <a:lnTo>
                    <a:pt x="7158142" y="447922"/>
                  </a:lnTo>
                  <a:lnTo>
                    <a:pt x="7160643" y="447922"/>
                  </a:lnTo>
                  <a:lnTo>
                    <a:pt x="7161018" y="447922"/>
                  </a:lnTo>
                  <a:lnTo>
                    <a:pt x="7162519" y="447922"/>
                  </a:lnTo>
                  <a:lnTo>
                    <a:pt x="7166395" y="447922"/>
                  </a:lnTo>
                  <a:lnTo>
                    <a:pt x="7166770" y="447922"/>
                  </a:lnTo>
                  <a:lnTo>
                    <a:pt x="7167521" y="447922"/>
                  </a:lnTo>
                  <a:lnTo>
                    <a:pt x="7170647" y="437968"/>
                  </a:lnTo>
                  <a:lnTo>
                    <a:pt x="7178649" y="437968"/>
                  </a:lnTo>
                  <a:lnTo>
                    <a:pt x="7179275" y="437968"/>
                  </a:lnTo>
                  <a:lnTo>
                    <a:pt x="7179400" y="437968"/>
                  </a:lnTo>
                  <a:lnTo>
                    <a:pt x="7180275" y="437968"/>
                  </a:lnTo>
                  <a:lnTo>
                    <a:pt x="7182651" y="437968"/>
                  </a:lnTo>
                  <a:lnTo>
                    <a:pt x="7185527" y="437968"/>
                  </a:lnTo>
                  <a:lnTo>
                    <a:pt x="7190403" y="437968"/>
                  </a:lnTo>
                  <a:lnTo>
                    <a:pt x="7193654" y="437968"/>
                  </a:lnTo>
                  <a:lnTo>
                    <a:pt x="7194905" y="437968"/>
                  </a:lnTo>
                  <a:lnTo>
                    <a:pt x="7197281" y="437968"/>
                  </a:lnTo>
                  <a:lnTo>
                    <a:pt x="7200031" y="437968"/>
                  </a:lnTo>
                  <a:lnTo>
                    <a:pt x="7203533" y="437968"/>
                  </a:lnTo>
                  <a:lnTo>
                    <a:pt x="7205033" y="437968"/>
                  </a:lnTo>
                  <a:lnTo>
                    <a:pt x="7205158" y="437968"/>
                  </a:lnTo>
                  <a:lnTo>
                    <a:pt x="7206409" y="437968"/>
                  </a:lnTo>
                  <a:lnTo>
                    <a:pt x="7210660" y="437968"/>
                  </a:lnTo>
                  <a:lnTo>
                    <a:pt x="7212661" y="437968"/>
                  </a:lnTo>
                  <a:lnTo>
                    <a:pt x="7214911" y="437968"/>
                  </a:lnTo>
                  <a:lnTo>
                    <a:pt x="7218288" y="437968"/>
                  </a:lnTo>
                  <a:lnTo>
                    <a:pt x="7220788" y="437968"/>
                  </a:lnTo>
                  <a:lnTo>
                    <a:pt x="7220913" y="428014"/>
                  </a:lnTo>
                  <a:lnTo>
                    <a:pt x="7223164" y="418060"/>
                  </a:lnTo>
                  <a:lnTo>
                    <a:pt x="7223539" y="418060"/>
                  </a:lnTo>
                  <a:lnTo>
                    <a:pt x="7231167" y="418060"/>
                  </a:lnTo>
                  <a:lnTo>
                    <a:pt x="7232167" y="418060"/>
                  </a:lnTo>
                  <a:lnTo>
                    <a:pt x="7232542" y="418060"/>
                  </a:lnTo>
                  <a:lnTo>
                    <a:pt x="7236669" y="418060"/>
                  </a:lnTo>
                  <a:lnTo>
                    <a:pt x="7237669" y="418060"/>
                  </a:lnTo>
                  <a:lnTo>
                    <a:pt x="7240420" y="418060"/>
                  </a:lnTo>
                  <a:lnTo>
                    <a:pt x="7240795" y="418060"/>
                  </a:lnTo>
                  <a:lnTo>
                    <a:pt x="7241170" y="418060"/>
                  </a:lnTo>
                  <a:lnTo>
                    <a:pt x="7242796" y="398152"/>
                  </a:lnTo>
                  <a:lnTo>
                    <a:pt x="7247297" y="398152"/>
                  </a:lnTo>
                  <a:lnTo>
                    <a:pt x="7247547" y="398152"/>
                  </a:lnTo>
                  <a:lnTo>
                    <a:pt x="7250298" y="398152"/>
                  </a:lnTo>
                  <a:lnTo>
                    <a:pt x="7253299" y="398152"/>
                  </a:lnTo>
                  <a:lnTo>
                    <a:pt x="7256550" y="398152"/>
                  </a:lnTo>
                  <a:lnTo>
                    <a:pt x="7258301" y="398152"/>
                  </a:lnTo>
                  <a:lnTo>
                    <a:pt x="7258426" y="388199"/>
                  </a:lnTo>
                  <a:lnTo>
                    <a:pt x="7261427" y="388199"/>
                  </a:lnTo>
                  <a:lnTo>
                    <a:pt x="7264053" y="388199"/>
                  </a:lnTo>
                  <a:lnTo>
                    <a:pt x="7266429" y="388199"/>
                  </a:lnTo>
                  <a:lnTo>
                    <a:pt x="7266804" y="388199"/>
                  </a:lnTo>
                  <a:lnTo>
                    <a:pt x="7267679" y="388199"/>
                  </a:lnTo>
                  <a:lnTo>
                    <a:pt x="7267804" y="388199"/>
                  </a:lnTo>
                  <a:lnTo>
                    <a:pt x="7268429" y="388199"/>
                  </a:lnTo>
                  <a:lnTo>
                    <a:pt x="7274181" y="388199"/>
                  </a:lnTo>
                  <a:lnTo>
                    <a:pt x="7274306" y="388199"/>
                  </a:lnTo>
                  <a:lnTo>
                    <a:pt x="7276057" y="388199"/>
                  </a:lnTo>
                  <a:lnTo>
                    <a:pt x="7282934" y="388199"/>
                  </a:lnTo>
                  <a:lnTo>
                    <a:pt x="7286685" y="388199"/>
                  </a:lnTo>
                  <a:lnTo>
                    <a:pt x="7287311" y="388199"/>
                  </a:lnTo>
                  <a:lnTo>
                    <a:pt x="7292562" y="378245"/>
                  </a:lnTo>
                  <a:lnTo>
                    <a:pt x="7292687" y="378245"/>
                  </a:lnTo>
                  <a:lnTo>
                    <a:pt x="7293188" y="378245"/>
                  </a:lnTo>
                  <a:lnTo>
                    <a:pt x="7295313" y="378245"/>
                  </a:lnTo>
                  <a:lnTo>
                    <a:pt x="7299440" y="378245"/>
                  </a:lnTo>
                  <a:lnTo>
                    <a:pt x="7300190" y="378245"/>
                  </a:lnTo>
                  <a:lnTo>
                    <a:pt x="7303191" y="378245"/>
                  </a:lnTo>
                  <a:lnTo>
                    <a:pt x="7303941" y="378245"/>
                  </a:lnTo>
                  <a:lnTo>
                    <a:pt x="7306692" y="378245"/>
                  </a:lnTo>
                  <a:lnTo>
                    <a:pt x="7306942" y="378245"/>
                  </a:lnTo>
                  <a:lnTo>
                    <a:pt x="7307567" y="378245"/>
                  </a:lnTo>
                  <a:lnTo>
                    <a:pt x="7307692" y="378245"/>
                  </a:lnTo>
                  <a:lnTo>
                    <a:pt x="7309693" y="378245"/>
                  </a:lnTo>
                  <a:lnTo>
                    <a:pt x="7312694" y="378245"/>
                  </a:lnTo>
                  <a:lnTo>
                    <a:pt x="7316570" y="378245"/>
                  </a:lnTo>
                  <a:lnTo>
                    <a:pt x="7318446" y="378245"/>
                  </a:lnTo>
                  <a:lnTo>
                    <a:pt x="7321197" y="378245"/>
                  </a:lnTo>
                  <a:lnTo>
                    <a:pt x="7322697" y="378245"/>
                  </a:lnTo>
                  <a:lnTo>
                    <a:pt x="7322822" y="378245"/>
                  </a:lnTo>
                  <a:lnTo>
                    <a:pt x="7323448" y="378245"/>
                  </a:lnTo>
                  <a:lnTo>
                    <a:pt x="7323698" y="378245"/>
                  </a:lnTo>
                  <a:lnTo>
                    <a:pt x="7326199" y="378245"/>
                  </a:lnTo>
                  <a:lnTo>
                    <a:pt x="7326324" y="378245"/>
                  </a:lnTo>
                  <a:lnTo>
                    <a:pt x="7329200" y="378245"/>
                  </a:lnTo>
                  <a:lnTo>
                    <a:pt x="7329325" y="378245"/>
                  </a:lnTo>
                  <a:lnTo>
                    <a:pt x="7333326" y="378245"/>
                  </a:lnTo>
                  <a:lnTo>
                    <a:pt x="7335952" y="378245"/>
                  </a:lnTo>
                  <a:lnTo>
                    <a:pt x="7338453" y="378245"/>
                  </a:lnTo>
                  <a:lnTo>
                    <a:pt x="7341329" y="378245"/>
                  </a:lnTo>
                  <a:lnTo>
                    <a:pt x="7342579" y="378245"/>
                  </a:lnTo>
                  <a:lnTo>
                    <a:pt x="7343454" y="378245"/>
                  </a:lnTo>
                  <a:lnTo>
                    <a:pt x="7348331" y="378245"/>
                  </a:lnTo>
                  <a:lnTo>
                    <a:pt x="7348456" y="378245"/>
                  </a:lnTo>
                  <a:lnTo>
                    <a:pt x="7348581" y="378245"/>
                  </a:lnTo>
                  <a:lnTo>
                    <a:pt x="7355959" y="358337"/>
                  </a:lnTo>
                  <a:lnTo>
                    <a:pt x="7358835" y="358337"/>
                  </a:lnTo>
                  <a:lnTo>
                    <a:pt x="7361335" y="358337"/>
                  </a:lnTo>
                  <a:lnTo>
                    <a:pt x="7362461" y="358337"/>
                  </a:lnTo>
                  <a:lnTo>
                    <a:pt x="7365087" y="348383"/>
                  </a:lnTo>
                  <a:lnTo>
                    <a:pt x="7365212" y="348383"/>
                  </a:lnTo>
                  <a:lnTo>
                    <a:pt x="7365587" y="348383"/>
                  </a:lnTo>
                  <a:lnTo>
                    <a:pt x="7366462" y="348383"/>
                  </a:lnTo>
                  <a:lnTo>
                    <a:pt x="7367212" y="348383"/>
                  </a:lnTo>
                  <a:lnTo>
                    <a:pt x="7369963" y="348383"/>
                  </a:lnTo>
                  <a:lnTo>
                    <a:pt x="7370213" y="338429"/>
                  </a:lnTo>
                  <a:lnTo>
                    <a:pt x="7372714" y="338429"/>
                  </a:lnTo>
                  <a:lnTo>
                    <a:pt x="7373464" y="338429"/>
                  </a:lnTo>
                  <a:lnTo>
                    <a:pt x="7376590" y="338429"/>
                  </a:lnTo>
                  <a:lnTo>
                    <a:pt x="7380467" y="338429"/>
                  </a:lnTo>
                  <a:lnTo>
                    <a:pt x="7380717" y="338429"/>
                  </a:lnTo>
                  <a:lnTo>
                    <a:pt x="7381717" y="338429"/>
                  </a:lnTo>
                  <a:lnTo>
                    <a:pt x="7382467" y="338429"/>
                  </a:lnTo>
                  <a:lnTo>
                    <a:pt x="7382968" y="338429"/>
                  </a:lnTo>
                  <a:lnTo>
                    <a:pt x="7385218" y="338429"/>
                  </a:lnTo>
                  <a:lnTo>
                    <a:pt x="7386094" y="338429"/>
                  </a:lnTo>
                  <a:lnTo>
                    <a:pt x="7387594" y="338429"/>
                  </a:lnTo>
                  <a:lnTo>
                    <a:pt x="7393096" y="338429"/>
                  </a:lnTo>
                  <a:lnTo>
                    <a:pt x="7393346" y="328476"/>
                  </a:lnTo>
                  <a:lnTo>
                    <a:pt x="7393971" y="328476"/>
                  </a:lnTo>
                  <a:lnTo>
                    <a:pt x="7399723" y="328476"/>
                  </a:lnTo>
                  <a:lnTo>
                    <a:pt x="7400473" y="328476"/>
                  </a:lnTo>
                  <a:lnTo>
                    <a:pt x="7402724" y="328476"/>
                  </a:lnTo>
                  <a:lnTo>
                    <a:pt x="7402849" y="328476"/>
                  </a:lnTo>
                  <a:lnTo>
                    <a:pt x="7405100" y="328476"/>
                  </a:lnTo>
                  <a:lnTo>
                    <a:pt x="7407976" y="318522"/>
                  </a:lnTo>
                  <a:lnTo>
                    <a:pt x="7411602" y="318522"/>
                  </a:lnTo>
                  <a:lnTo>
                    <a:pt x="7414103" y="318522"/>
                  </a:lnTo>
                  <a:lnTo>
                    <a:pt x="7418730" y="298614"/>
                  </a:lnTo>
                  <a:lnTo>
                    <a:pt x="7418980" y="298614"/>
                  </a:lnTo>
                  <a:lnTo>
                    <a:pt x="7419230" y="298614"/>
                  </a:lnTo>
                  <a:lnTo>
                    <a:pt x="7422231" y="298614"/>
                  </a:lnTo>
                  <a:lnTo>
                    <a:pt x="7422606" y="298614"/>
                  </a:lnTo>
                  <a:lnTo>
                    <a:pt x="7423606" y="298614"/>
                  </a:lnTo>
                  <a:lnTo>
                    <a:pt x="7427357" y="288660"/>
                  </a:lnTo>
                  <a:lnTo>
                    <a:pt x="7430108" y="288660"/>
                  </a:lnTo>
                  <a:lnTo>
                    <a:pt x="7430609" y="288660"/>
                  </a:lnTo>
                  <a:lnTo>
                    <a:pt x="7433985" y="288660"/>
                  </a:lnTo>
                  <a:lnTo>
                    <a:pt x="7434985" y="288660"/>
                  </a:lnTo>
                  <a:lnTo>
                    <a:pt x="7435860" y="288660"/>
                  </a:lnTo>
                  <a:lnTo>
                    <a:pt x="7437861" y="288660"/>
                  </a:lnTo>
                  <a:lnTo>
                    <a:pt x="7439361" y="288660"/>
                  </a:lnTo>
                  <a:lnTo>
                    <a:pt x="7439862" y="288660"/>
                  </a:lnTo>
                  <a:lnTo>
                    <a:pt x="7441237" y="288660"/>
                  </a:lnTo>
                  <a:lnTo>
                    <a:pt x="7441737" y="288660"/>
                  </a:lnTo>
                  <a:lnTo>
                    <a:pt x="7443113" y="278707"/>
                  </a:lnTo>
                  <a:lnTo>
                    <a:pt x="7446989" y="278707"/>
                  </a:lnTo>
                  <a:lnTo>
                    <a:pt x="7452116" y="278707"/>
                  </a:lnTo>
                  <a:lnTo>
                    <a:pt x="7454992" y="278707"/>
                  </a:lnTo>
                  <a:lnTo>
                    <a:pt x="7455492" y="278707"/>
                  </a:lnTo>
                  <a:lnTo>
                    <a:pt x="7456742" y="278707"/>
                  </a:lnTo>
                  <a:lnTo>
                    <a:pt x="7459243" y="268753"/>
                  </a:lnTo>
                  <a:lnTo>
                    <a:pt x="7459493" y="268753"/>
                  </a:lnTo>
                  <a:lnTo>
                    <a:pt x="7459618" y="268753"/>
                  </a:lnTo>
                  <a:lnTo>
                    <a:pt x="7459993" y="268753"/>
                  </a:lnTo>
                  <a:lnTo>
                    <a:pt x="7462119" y="268753"/>
                  </a:lnTo>
                  <a:lnTo>
                    <a:pt x="7463495" y="268753"/>
                  </a:lnTo>
                  <a:lnTo>
                    <a:pt x="7469747" y="268753"/>
                  </a:lnTo>
                  <a:lnTo>
                    <a:pt x="7474248" y="268753"/>
                  </a:lnTo>
                  <a:lnTo>
                    <a:pt x="7474748" y="268753"/>
                  </a:lnTo>
                  <a:lnTo>
                    <a:pt x="7476874" y="268753"/>
                  </a:lnTo>
                  <a:lnTo>
                    <a:pt x="7479000" y="268753"/>
                  </a:lnTo>
                  <a:lnTo>
                    <a:pt x="7479500" y="268753"/>
                  </a:lnTo>
                  <a:lnTo>
                    <a:pt x="7479625" y="268753"/>
                  </a:lnTo>
                  <a:lnTo>
                    <a:pt x="7480875" y="268753"/>
                  </a:lnTo>
                  <a:lnTo>
                    <a:pt x="7483251" y="268753"/>
                  </a:lnTo>
                  <a:lnTo>
                    <a:pt x="7487878" y="268753"/>
                  </a:lnTo>
                  <a:lnTo>
                    <a:pt x="7489378" y="268753"/>
                  </a:lnTo>
                  <a:lnTo>
                    <a:pt x="7491504" y="268753"/>
                  </a:lnTo>
                  <a:lnTo>
                    <a:pt x="7493505" y="268753"/>
                  </a:lnTo>
                  <a:lnTo>
                    <a:pt x="7494005" y="268753"/>
                  </a:lnTo>
                  <a:lnTo>
                    <a:pt x="7495255" y="268753"/>
                  </a:lnTo>
                  <a:lnTo>
                    <a:pt x="7496381" y="268753"/>
                  </a:lnTo>
                  <a:lnTo>
                    <a:pt x="7497256" y="268753"/>
                  </a:lnTo>
                  <a:lnTo>
                    <a:pt x="7500382" y="268753"/>
                  </a:lnTo>
                  <a:lnTo>
                    <a:pt x="7501757" y="268753"/>
                  </a:lnTo>
                  <a:lnTo>
                    <a:pt x="7502007" y="268753"/>
                  </a:lnTo>
                  <a:lnTo>
                    <a:pt x="7510260" y="268753"/>
                  </a:lnTo>
                  <a:lnTo>
                    <a:pt x="7510635" y="268753"/>
                  </a:lnTo>
                  <a:lnTo>
                    <a:pt x="7511636" y="268753"/>
                  </a:lnTo>
                  <a:lnTo>
                    <a:pt x="7511761" y="268753"/>
                  </a:lnTo>
                  <a:lnTo>
                    <a:pt x="7512011" y="268753"/>
                  </a:lnTo>
                  <a:lnTo>
                    <a:pt x="7512386" y="268753"/>
                  </a:lnTo>
                  <a:lnTo>
                    <a:pt x="7512636" y="268753"/>
                  </a:lnTo>
                  <a:lnTo>
                    <a:pt x="7516387" y="258799"/>
                  </a:lnTo>
                  <a:lnTo>
                    <a:pt x="7519888" y="258799"/>
                  </a:lnTo>
                  <a:lnTo>
                    <a:pt x="7522139" y="258799"/>
                  </a:lnTo>
                  <a:lnTo>
                    <a:pt x="7522514" y="258799"/>
                  </a:lnTo>
                  <a:lnTo>
                    <a:pt x="7525640" y="258799"/>
                  </a:lnTo>
                  <a:lnTo>
                    <a:pt x="7527266" y="258799"/>
                  </a:lnTo>
                  <a:lnTo>
                    <a:pt x="7527891" y="258799"/>
                  </a:lnTo>
                  <a:lnTo>
                    <a:pt x="7529642" y="248845"/>
                  </a:lnTo>
                  <a:lnTo>
                    <a:pt x="7530017" y="248845"/>
                  </a:lnTo>
                  <a:lnTo>
                    <a:pt x="7533393" y="248845"/>
                  </a:lnTo>
                  <a:lnTo>
                    <a:pt x="7536894" y="248845"/>
                  </a:lnTo>
                  <a:lnTo>
                    <a:pt x="7539645" y="248845"/>
                  </a:lnTo>
                  <a:lnTo>
                    <a:pt x="7541020" y="248845"/>
                  </a:lnTo>
                  <a:lnTo>
                    <a:pt x="7543646" y="248845"/>
                  </a:lnTo>
                  <a:lnTo>
                    <a:pt x="7544272" y="248845"/>
                  </a:lnTo>
                  <a:lnTo>
                    <a:pt x="7544397" y="248845"/>
                  </a:lnTo>
                  <a:lnTo>
                    <a:pt x="7544522" y="248845"/>
                  </a:lnTo>
                  <a:lnTo>
                    <a:pt x="7547773" y="238891"/>
                  </a:lnTo>
                  <a:lnTo>
                    <a:pt x="7548023" y="238891"/>
                  </a:lnTo>
                  <a:lnTo>
                    <a:pt x="7549773" y="238891"/>
                  </a:lnTo>
                  <a:lnTo>
                    <a:pt x="7553400" y="238891"/>
                  </a:lnTo>
                  <a:lnTo>
                    <a:pt x="7553650" y="238891"/>
                  </a:lnTo>
                  <a:lnTo>
                    <a:pt x="7557151" y="228937"/>
                  </a:lnTo>
                  <a:lnTo>
                    <a:pt x="7561152" y="228937"/>
                  </a:lnTo>
                  <a:lnTo>
                    <a:pt x="7562152" y="228937"/>
                  </a:lnTo>
                  <a:lnTo>
                    <a:pt x="7563028" y="228937"/>
                  </a:lnTo>
                  <a:lnTo>
                    <a:pt x="7563153" y="228937"/>
                  </a:lnTo>
                  <a:lnTo>
                    <a:pt x="7563903" y="228937"/>
                  </a:lnTo>
                  <a:lnTo>
                    <a:pt x="7564778" y="228937"/>
                  </a:lnTo>
                  <a:lnTo>
                    <a:pt x="7568029" y="218984"/>
                  </a:lnTo>
                  <a:lnTo>
                    <a:pt x="7568280" y="218984"/>
                  </a:lnTo>
                  <a:lnTo>
                    <a:pt x="7569780" y="218984"/>
                  </a:lnTo>
                  <a:lnTo>
                    <a:pt x="7572531" y="218984"/>
                  </a:lnTo>
                  <a:lnTo>
                    <a:pt x="7575407" y="218984"/>
                  </a:lnTo>
                  <a:lnTo>
                    <a:pt x="7575657" y="218984"/>
                  </a:lnTo>
                  <a:lnTo>
                    <a:pt x="7577283" y="218984"/>
                  </a:lnTo>
                  <a:lnTo>
                    <a:pt x="7581159" y="218984"/>
                  </a:lnTo>
                  <a:lnTo>
                    <a:pt x="7581409" y="218984"/>
                  </a:lnTo>
                  <a:lnTo>
                    <a:pt x="7584535" y="218984"/>
                  </a:lnTo>
                  <a:lnTo>
                    <a:pt x="7586286" y="218984"/>
                  </a:lnTo>
                  <a:lnTo>
                    <a:pt x="7587536" y="218984"/>
                  </a:lnTo>
                  <a:lnTo>
                    <a:pt x="7589662" y="218984"/>
                  </a:lnTo>
                  <a:lnTo>
                    <a:pt x="7591162" y="218984"/>
                  </a:lnTo>
                  <a:lnTo>
                    <a:pt x="7593788" y="218984"/>
                  </a:lnTo>
                  <a:lnTo>
                    <a:pt x="7593913" y="218984"/>
                  </a:lnTo>
                  <a:lnTo>
                    <a:pt x="7595914" y="218984"/>
                  </a:lnTo>
                  <a:lnTo>
                    <a:pt x="7596289" y="218984"/>
                  </a:lnTo>
                  <a:lnTo>
                    <a:pt x="7598039" y="218984"/>
                  </a:lnTo>
                  <a:lnTo>
                    <a:pt x="7598165" y="218984"/>
                  </a:lnTo>
                  <a:lnTo>
                    <a:pt x="7601541" y="218984"/>
                  </a:lnTo>
                  <a:lnTo>
                    <a:pt x="7601666" y="218984"/>
                  </a:lnTo>
                  <a:lnTo>
                    <a:pt x="7606167" y="218984"/>
                  </a:lnTo>
                  <a:lnTo>
                    <a:pt x="7606417" y="218984"/>
                  </a:lnTo>
                  <a:lnTo>
                    <a:pt x="7611044" y="218984"/>
                  </a:lnTo>
                  <a:lnTo>
                    <a:pt x="7611169" y="218984"/>
                  </a:lnTo>
                  <a:lnTo>
                    <a:pt x="7612919" y="209030"/>
                  </a:lnTo>
                  <a:lnTo>
                    <a:pt x="7614795" y="209030"/>
                  </a:lnTo>
                  <a:lnTo>
                    <a:pt x="7615920" y="209030"/>
                  </a:lnTo>
                  <a:lnTo>
                    <a:pt x="7620297" y="209030"/>
                  </a:lnTo>
                  <a:lnTo>
                    <a:pt x="7620547" y="209030"/>
                  </a:lnTo>
                  <a:lnTo>
                    <a:pt x="7623923" y="209030"/>
                  </a:lnTo>
                  <a:lnTo>
                    <a:pt x="7626424" y="209030"/>
                  </a:lnTo>
                  <a:lnTo>
                    <a:pt x="7630050" y="209030"/>
                  </a:lnTo>
                  <a:lnTo>
                    <a:pt x="7630425" y="209030"/>
                  </a:lnTo>
                  <a:lnTo>
                    <a:pt x="7630550" y="209030"/>
                  </a:lnTo>
                  <a:lnTo>
                    <a:pt x="7633426" y="209030"/>
                  </a:lnTo>
                  <a:lnTo>
                    <a:pt x="7633801" y="209030"/>
                  </a:lnTo>
                  <a:lnTo>
                    <a:pt x="7634052" y="209030"/>
                  </a:lnTo>
                  <a:lnTo>
                    <a:pt x="7636677" y="209030"/>
                  </a:lnTo>
                  <a:lnTo>
                    <a:pt x="7636927" y="209030"/>
                  </a:lnTo>
                  <a:lnTo>
                    <a:pt x="7638928" y="209030"/>
                  </a:lnTo>
                  <a:lnTo>
                    <a:pt x="7639178" y="209030"/>
                  </a:lnTo>
                  <a:lnTo>
                    <a:pt x="7642179" y="209030"/>
                  </a:lnTo>
                  <a:lnTo>
                    <a:pt x="7643930" y="209030"/>
                  </a:lnTo>
                  <a:lnTo>
                    <a:pt x="7648181" y="209030"/>
                  </a:lnTo>
                  <a:lnTo>
                    <a:pt x="7651557" y="209030"/>
                  </a:lnTo>
                  <a:lnTo>
                    <a:pt x="7655184" y="209030"/>
                  </a:lnTo>
                  <a:lnTo>
                    <a:pt x="7657935" y="209030"/>
                  </a:lnTo>
                  <a:lnTo>
                    <a:pt x="7661936" y="209030"/>
                  </a:lnTo>
                  <a:lnTo>
                    <a:pt x="7664312" y="209030"/>
                  </a:lnTo>
                  <a:lnTo>
                    <a:pt x="7664812" y="209030"/>
                  </a:lnTo>
                  <a:lnTo>
                    <a:pt x="7664937" y="209030"/>
                  </a:lnTo>
                  <a:lnTo>
                    <a:pt x="7667938" y="209030"/>
                  </a:lnTo>
                  <a:lnTo>
                    <a:pt x="7670564" y="209030"/>
                  </a:lnTo>
                  <a:lnTo>
                    <a:pt x="7670814" y="209030"/>
                  </a:lnTo>
                  <a:lnTo>
                    <a:pt x="7671189" y="209030"/>
                  </a:lnTo>
                  <a:lnTo>
                    <a:pt x="7673690" y="209030"/>
                  </a:lnTo>
                  <a:lnTo>
                    <a:pt x="7674815" y="199076"/>
                  </a:lnTo>
                  <a:lnTo>
                    <a:pt x="7679192" y="189122"/>
                  </a:lnTo>
                  <a:lnTo>
                    <a:pt x="7681192" y="179168"/>
                  </a:lnTo>
                  <a:lnTo>
                    <a:pt x="7681817" y="179168"/>
                  </a:lnTo>
                  <a:lnTo>
                    <a:pt x="7682068" y="179168"/>
                  </a:lnTo>
                  <a:lnTo>
                    <a:pt x="7684568" y="179168"/>
                  </a:lnTo>
                  <a:lnTo>
                    <a:pt x="7685694" y="179168"/>
                  </a:lnTo>
                  <a:lnTo>
                    <a:pt x="7685944" y="179168"/>
                  </a:lnTo>
                  <a:lnTo>
                    <a:pt x="7688695" y="179168"/>
                  </a:lnTo>
                  <a:lnTo>
                    <a:pt x="7689570" y="179168"/>
                  </a:lnTo>
                  <a:lnTo>
                    <a:pt x="7692571" y="179168"/>
                  </a:lnTo>
                  <a:lnTo>
                    <a:pt x="7693822" y="179168"/>
                  </a:lnTo>
                  <a:lnTo>
                    <a:pt x="7695697" y="179168"/>
                  </a:lnTo>
                  <a:lnTo>
                    <a:pt x="7698448" y="179168"/>
                  </a:lnTo>
                  <a:lnTo>
                    <a:pt x="7699198" y="179168"/>
                  </a:lnTo>
                  <a:lnTo>
                    <a:pt x="7699448" y="179168"/>
                  </a:lnTo>
                  <a:lnTo>
                    <a:pt x="7705200" y="179168"/>
                  </a:lnTo>
                  <a:lnTo>
                    <a:pt x="7707701" y="179168"/>
                  </a:lnTo>
                  <a:lnTo>
                    <a:pt x="7711577" y="179168"/>
                  </a:lnTo>
                  <a:lnTo>
                    <a:pt x="7711702" y="179168"/>
                  </a:lnTo>
                  <a:lnTo>
                    <a:pt x="7715204" y="179168"/>
                  </a:lnTo>
                  <a:lnTo>
                    <a:pt x="7715329" y="179168"/>
                  </a:lnTo>
                  <a:lnTo>
                    <a:pt x="7715454" y="179168"/>
                  </a:lnTo>
                  <a:lnTo>
                    <a:pt x="7715579" y="179168"/>
                  </a:lnTo>
                  <a:lnTo>
                    <a:pt x="7720705" y="179168"/>
                  </a:lnTo>
                  <a:lnTo>
                    <a:pt x="7724207" y="179168"/>
                  </a:lnTo>
                  <a:lnTo>
                    <a:pt x="7726207" y="179168"/>
                  </a:lnTo>
                  <a:lnTo>
                    <a:pt x="7729709" y="179168"/>
                  </a:lnTo>
                  <a:lnTo>
                    <a:pt x="7729959" y="179168"/>
                  </a:lnTo>
                  <a:lnTo>
                    <a:pt x="7730709" y="179168"/>
                  </a:lnTo>
                  <a:lnTo>
                    <a:pt x="7732084" y="179168"/>
                  </a:lnTo>
                  <a:lnTo>
                    <a:pt x="7732835" y="179168"/>
                  </a:lnTo>
                  <a:lnTo>
                    <a:pt x="7733460" y="179168"/>
                  </a:lnTo>
                  <a:lnTo>
                    <a:pt x="7736211" y="179168"/>
                  </a:lnTo>
                  <a:lnTo>
                    <a:pt x="7738712" y="179168"/>
                  </a:lnTo>
                  <a:lnTo>
                    <a:pt x="7739212" y="179168"/>
                  </a:lnTo>
                  <a:lnTo>
                    <a:pt x="7741963" y="179168"/>
                  </a:lnTo>
                  <a:lnTo>
                    <a:pt x="7743713" y="179168"/>
                  </a:lnTo>
                  <a:lnTo>
                    <a:pt x="7744714" y="179168"/>
                  </a:lnTo>
                  <a:lnTo>
                    <a:pt x="7745339" y="179168"/>
                  </a:lnTo>
                  <a:lnTo>
                    <a:pt x="7745839" y="179168"/>
                  </a:lnTo>
                  <a:lnTo>
                    <a:pt x="7745964" y="179168"/>
                  </a:lnTo>
                  <a:lnTo>
                    <a:pt x="7750090" y="179168"/>
                  </a:lnTo>
                  <a:lnTo>
                    <a:pt x="7754592" y="179168"/>
                  </a:lnTo>
                  <a:lnTo>
                    <a:pt x="7755592" y="179168"/>
                  </a:lnTo>
                  <a:lnTo>
                    <a:pt x="7758093" y="179168"/>
                  </a:lnTo>
                  <a:lnTo>
                    <a:pt x="7760094" y="179168"/>
                  </a:lnTo>
                  <a:lnTo>
                    <a:pt x="7763845" y="179168"/>
                  </a:lnTo>
                  <a:lnTo>
                    <a:pt x="7764720" y="179168"/>
                  </a:lnTo>
                  <a:lnTo>
                    <a:pt x="7764845" y="179168"/>
                  </a:lnTo>
                  <a:lnTo>
                    <a:pt x="7768847" y="179168"/>
                  </a:lnTo>
                  <a:lnTo>
                    <a:pt x="7768972" y="179168"/>
                  </a:lnTo>
                  <a:lnTo>
                    <a:pt x="7769222" y="179168"/>
                  </a:lnTo>
                  <a:lnTo>
                    <a:pt x="7771973" y="179168"/>
                  </a:lnTo>
                  <a:lnTo>
                    <a:pt x="7778350" y="179168"/>
                  </a:lnTo>
                  <a:lnTo>
                    <a:pt x="7779600" y="179168"/>
                  </a:lnTo>
                  <a:lnTo>
                    <a:pt x="7779725" y="179168"/>
                  </a:lnTo>
                  <a:lnTo>
                    <a:pt x="7782601" y="179168"/>
                  </a:lnTo>
                  <a:lnTo>
                    <a:pt x="7784227" y="179168"/>
                  </a:lnTo>
                  <a:lnTo>
                    <a:pt x="7786978" y="179168"/>
                  </a:lnTo>
                  <a:lnTo>
                    <a:pt x="7788228" y="179168"/>
                  </a:lnTo>
                  <a:lnTo>
                    <a:pt x="7791104" y="179168"/>
                  </a:lnTo>
                  <a:lnTo>
                    <a:pt x="7793980" y="179168"/>
                  </a:lnTo>
                  <a:lnTo>
                    <a:pt x="7794105" y="179168"/>
                  </a:lnTo>
                  <a:lnTo>
                    <a:pt x="7794730" y="179168"/>
                  </a:lnTo>
                  <a:lnTo>
                    <a:pt x="7794855" y="179168"/>
                  </a:lnTo>
                  <a:lnTo>
                    <a:pt x="7798356" y="179168"/>
                  </a:lnTo>
                  <a:lnTo>
                    <a:pt x="7798732" y="179168"/>
                  </a:lnTo>
                  <a:lnTo>
                    <a:pt x="7798982" y="179168"/>
                  </a:lnTo>
                  <a:lnTo>
                    <a:pt x="7799482" y="179168"/>
                  </a:lnTo>
                  <a:lnTo>
                    <a:pt x="7803108" y="179168"/>
                  </a:lnTo>
                  <a:lnTo>
                    <a:pt x="7807610" y="179168"/>
                  </a:lnTo>
                  <a:lnTo>
                    <a:pt x="7807985" y="179168"/>
                  </a:lnTo>
                  <a:lnTo>
                    <a:pt x="7811986" y="179168"/>
                  </a:lnTo>
                  <a:lnTo>
                    <a:pt x="7812236" y="179168"/>
                  </a:lnTo>
                  <a:lnTo>
                    <a:pt x="7812736" y="179168"/>
                  </a:lnTo>
                  <a:lnTo>
                    <a:pt x="7812986" y="179168"/>
                  </a:lnTo>
                  <a:lnTo>
                    <a:pt x="7816362" y="179168"/>
                  </a:lnTo>
                  <a:lnTo>
                    <a:pt x="7818113" y="179168"/>
                  </a:lnTo>
                  <a:lnTo>
                    <a:pt x="7820239" y="179168"/>
                  </a:lnTo>
                  <a:lnTo>
                    <a:pt x="7823365" y="179168"/>
                  </a:lnTo>
                  <a:lnTo>
                    <a:pt x="7824115" y="179168"/>
                  </a:lnTo>
                  <a:lnTo>
                    <a:pt x="7827866" y="179168"/>
                  </a:lnTo>
                  <a:lnTo>
                    <a:pt x="7830867" y="179168"/>
                  </a:lnTo>
                  <a:lnTo>
                    <a:pt x="7831493" y="179168"/>
                  </a:lnTo>
                  <a:lnTo>
                    <a:pt x="7832993" y="179168"/>
                  </a:lnTo>
                  <a:lnTo>
                    <a:pt x="7835119" y="179168"/>
                  </a:lnTo>
                  <a:lnTo>
                    <a:pt x="7839495" y="179168"/>
                  </a:lnTo>
                  <a:lnTo>
                    <a:pt x="7839620" y="179168"/>
                  </a:lnTo>
                  <a:lnTo>
                    <a:pt x="7839995" y="179168"/>
                  </a:lnTo>
                  <a:lnTo>
                    <a:pt x="7841246" y="179168"/>
                  </a:lnTo>
                  <a:lnTo>
                    <a:pt x="7842996" y="179168"/>
                  </a:lnTo>
                  <a:lnTo>
                    <a:pt x="7844372" y="179168"/>
                  </a:lnTo>
                  <a:lnTo>
                    <a:pt x="7846623" y="179168"/>
                  </a:lnTo>
                  <a:lnTo>
                    <a:pt x="7849248" y="179168"/>
                  </a:lnTo>
                  <a:lnTo>
                    <a:pt x="7849499" y="179168"/>
                  </a:lnTo>
                  <a:lnTo>
                    <a:pt x="7852124" y="179168"/>
                  </a:lnTo>
                  <a:lnTo>
                    <a:pt x="7855125" y="179168"/>
                  </a:lnTo>
                  <a:lnTo>
                    <a:pt x="7855501" y="179168"/>
                  </a:lnTo>
                  <a:lnTo>
                    <a:pt x="7857126" y="179168"/>
                  </a:lnTo>
                  <a:lnTo>
                    <a:pt x="7857626" y="179168"/>
                  </a:lnTo>
                  <a:lnTo>
                    <a:pt x="7860627" y="179168"/>
                  </a:lnTo>
                  <a:lnTo>
                    <a:pt x="7860752" y="179168"/>
                  </a:lnTo>
                  <a:lnTo>
                    <a:pt x="7863128" y="179168"/>
                  </a:lnTo>
                  <a:lnTo>
                    <a:pt x="7863753" y="179168"/>
                  </a:lnTo>
                  <a:lnTo>
                    <a:pt x="7864879" y="179168"/>
                  </a:lnTo>
                  <a:lnTo>
                    <a:pt x="7868255" y="179168"/>
                  </a:lnTo>
                  <a:lnTo>
                    <a:pt x="7870130" y="179168"/>
                  </a:lnTo>
                  <a:lnTo>
                    <a:pt x="7873382" y="179168"/>
                  </a:lnTo>
                  <a:lnTo>
                    <a:pt x="7876383" y="169214"/>
                  </a:lnTo>
                  <a:lnTo>
                    <a:pt x="7876758" y="169214"/>
                  </a:lnTo>
                  <a:lnTo>
                    <a:pt x="7876883" y="169214"/>
                  </a:lnTo>
                  <a:lnTo>
                    <a:pt x="7882134" y="169214"/>
                  </a:lnTo>
                  <a:lnTo>
                    <a:pt x="7883760" y="169214"/>
                  </a:lnTo>
                  <a:lnTo>
                    <a:pt x="7884135" y="169214"/>
                  </a:lnTo>
                  <a:lnTo>
                    <a:pt x="7884760" y="169214"/>
                  </a:lnTo>
                  <a:lnTo>
                    <a:pt x="7887136" y="169214"/>
                  </a:lnTo>
                  <a:lnTo>
                    <a:pt x="7887261" y="169214"/>
                  </a:lnTo>
                  <a:lnTo>
                    <a:pt x="7888762" y="159261"/>
                  </a:lnTo>
                  <a:lnTo>
                    <a:pt x="7890637" y="159261"/>
                  </a:lnTo>
                  <a:lnTo>
                    <a:pt x="7892638" y="159261"/>
                  </a:lnTo>
                  <a:lnTo>
                    <a:pt x="7898015" y="159261"/>
                  </a:lnTo>
                  <a:lnTo>
                    <a:pt x="7898265" y="159261"/>
                  </a:lnTo>
                  <a:lnTo>
                    <a:pt x="7899390" y="159261"/>
                  </a:lnTo>
                  <a:lnTo>
                    <a:pt x="7902016" y="159261"/>
                  </a:lnTo>
                  <a:lnTo>
                    <a:pt x="7902141" y="159261"/>
                  </a:lnTo>
                  <a:lnTo>
                    <a:pt x="7902641" y="159261"/>
                  </a:lnTo>
                  <a:lnTo>
                    <a:pt x="7902766" y="159261"/>
                  </a:lnTo>
                  <a:lnTo>
                    <a:pt x="7905892" y="159261"/>
                  </a:lnTo>
                  <a:lnTo>
                    <a:pt x="7907643" y="159261"/>
                  </a:lnTo>
                  <a:lnTo>
                    <a:pt x="7908518" y="159261"/>
                  </a:lnTo>
                  <a:lnTo>
                    <a:pt x="7909269" y="159261"/>
                  </a:lnTo>
                  <a:lnTo>
                    <a:pt x="7909394" y="159261"/>
                  </a:lnTo>
                  <a:lnTo>
                    <a:pt x="7911769" y="159261"/>
                  </a:lnTo>
                  <a:lnTo>
                    <a:pt x="7912019" y="159261"/>
                  </a:lnTo>
                  <a:lnTo>
                    <a:pt x="7912144" y="159261"/>
                  </a:lnTo>
                  <a:lnTo>
                    <a:pt x="7912645" y="159261"/>
                  </a:lnTo>
                  <a:lnTo>
                    <a:pt x="7916521" y="149307"/>
                  </a:lnTo>
                  <a:lnTo>
                    <a:pt x="7921523" y="149307"/>
                  </a:lnTo>
                  <a:lnTo>
                    <a:pt x="7922773" y="149307"/>
                  </a:lnTo>
                  <a:lnTo>
                    <a:pt x="7927400" y="139353"/>
                  </a:lnTo>
                  <a:lnTo>
                    <a:pt x="7927900" y="139353"/>
                  </a:lnTo>
                  <a:lnTo>
                    <a:pt x="7928275" y="139353"/>
                  </a:lnTo>
                  <a:lnTo>
                    <a:pt x="7931026" y="139353"/>
                  </a:lnTo>
                  <a:lnTo>
                    <a:pt x="7931151" y="139353"/>
                  </a:lnTo>
                  <a:lnTo>
                    <a:pt x="7933527" y="139353"/>
                  </a:lnTo>
                  <a:lnTo>
                    <a:pt x="7933777" y="139353"/>
                  </a:lnTo>
                  <a:lnTo>
                    <a:pt x="7934652" y="139353"/>
                  </a:lnTo>
                  <a:lnTo>
                    <a:pt x="7936778" y="139353"/>
                  </a:lnTo>
                  <a:lnTo>
                    <a:pt x="7936903" y="139353"/>
                  </a:lnTo>
                  <a:lnTo>
                    <a:pt x="7938528" y="139353"/>
                  </a:lnTo>
                  <a:lnTo>
                    <a:pt x="7940029" y="139353"/>
                  </a:lnTo>
                  <a:lnTo>
                    <a:pt x="7941404" y="139353"/>
                  </a:lnTo>
                  <a:lnTo>
                    <a:pt x="7944655" y="139353"/>
                  </a:lnTo>
                  <a:lnTo>
                    <a:pt x="7945406" y="139353"/>
                  </a:lnTo>
                  <a:lnTo>
                    <a:pt x="7946156" y="139353"/>
                  </a:lnTo>
                  <a:lnTo>
                    <a:pt x="7947656" y="139353"/>
                  </a:lnTo>
                  <a:lnTo>
                    <a:pt x="7950032" y="139353"/>
                  </a:lnTo>
                  <a:lnTo>
                    <a:pt x="7950407" y="139353"/>
                  </a:lnTo>
                  <a:lnTo>
                    <a:pt x="7951408" y="139353"/>
                  </a:lnTo>
                  <a:lnTo>
                    <a:pt x="7951533" y="139353"/>
                  </a:lnTo>
                  <a:lnTo>
                    <a:pt x="7954284" y="139353"/>
                  </a:lnTo>
                  <a:lnTo>
                    <a:pt x="7954534" y="139353"/>
                  </a:lnTo>
                  <a:lnTo>
                    <a:pt x="7956659" y="139353"/>
                  </a:lnTo>
                  <a:lnTo>
                    <a:pt x="7957160" y="139353"/>
                  </a:lnTo>
                  <a:lnTo>
                    <a:pt x="7957535" y="139353"/>
                  </a:lnTo>
                  <a:lnTo>
                    <a:pt x="7958910" y="139353"/>
                  </a:lnTo>
                  <a:lnTo>
                    <a:pt x="7961161" y="139353"/>
                  </a:lnTo>
                  <a:lnTo>
                    <a:pt x="7965787" y="139353"/>
                  </a:lnTo>
                  <a:lnTo>
                    <a:pt x="7969539" y="139353"/>
                  </a:lnTo>
                  <a:lnTo>
                    <a:pt x="7969664" y="139353"/>
                  </a:lnTo>
                  <a:lnTo>
                    <a:pt x="7969789" y="139353"/>
                  </a:lnTo>
                  <a:lnTo>
                    <a:pt x="7973290" y="139353"/>
                  </a:lnTo>
                  <a:lnTo>
                    <a:pt x="7975041" y="139353"/>
                  </a:lnTo>
                  <a:lnTo>
                    <a:pt x="7979042" y="139353"/>
                  </a:lnTo>
                  <a:lnTo>
                    <a:pt x="7980167" y="139353"/>
                  </a:lnTo>
                  <a:lnTo>
                    <a:pt x="7983168" y="139353"/>
                  </a:lnTo>
                  <a:lnTo>
                    <a:pt x="7984919" y="139353"/>
                  </a:lnTo>
                  <a:lnTo>
                    <a:pt x="7987670" y="139353"/>
                  </a:lnTo>
                  <a:lnTo>
                    <a:pt x="7989420" y="139353"/>
                  </a:lnTo>
                  <a:lnTo>
                    <a:pt x="7990421" y="139353"/>
                  </a:lnTo>
                  <a:lnTo>
                    <a:pt x="7994172" y="139353"/>
                  </a:lnTo>
                  <a:lnTo>
                    <a:pt x="7994547" y="139353"/>
                  </a:lnTo>
                  <a:lnTo>
                    <a:pt x="7996923" y="139353"/>
                  </a:lnTo>
                  <a:lnTo>
                    <a:pt x="7997173" y="139353"/>
                  </a:lnTo>
                  <a:lnTo>
                    <a:pt x="7998798" y="139353"/>
                  </a:lnTo>
                  <a:lnTo>
                    <a:pt x="7999924" y="139353"/>
                  </a:lnTo>
                  <a:lnTo>
                    <a:pt x="8001674" y="139353"/>
                  </a:lnTo>
                  <a:lnTo>
                    <a:pt x="8001799" y="139353"/>
                  </a:lnTo>
                  <a:lnTo>
                    <a:pt x="8002050" y="139353"/>
                  </a:lnTo>
                  <a:lnTo>
                    <a:pt x="8007551" y="139353"/>
                  </a:lnTo>
                  <a:lnTo>
                    <a:pt x="8011928" y="139353"/>
                  </a:lnTo>
                  <a:lnTo>
                    <a:pt x="8012803" y="139353"/>
                  </a:lnTo>
                  <a:lnTo>
                    <a:pt x="8014429" y="139353"/>
                  </a:lnTo>
                  <a:lnTo>
                    <a:pt x="8014554" y="139353"/>
                  </a:lnTo>
                  <a:lnTo>
                    <a:pt x="8018555" y="139353"/>
                  </a:lnTo>
                  <a:lnTo>
                    <a:pt x="8018680" y="139353"/>
                  </a:lnTo>
                  <a:lnTo>
                    <a:pt x="8018930" y="139353"/>
                  </a:lnTo>
                  <a:lnTo>
                    <a:pt x="8019180" y="139353"/>
                  </a:lnTo>
                  <a:lnTo>
                    <a:pt x="8021931" y="139353"/>
                  </a:lnTo>
                  <a:lnTo>
                    <a:pt x="8022556" y="139353"/>
                  </a:lnTo>
                  <a:lnTo>
                    <a:pt x="8023432" y="139353"/>
                  </a:lnTo>
                  <a:lnTo>
                    <a:pt x="8024682" y="139353"/>
                  </a:lnTo>
                  <a:lnTo>
                    <a:pt x="8028433" y="139353"/>
                  </a:lnTo>
                  <a:lnTo>
                    <a:pt x="8031184" y="139353"/>
                  </a:lnTo>
                  <a:lnTo>
                    <a:pt x="8033185" y="139353"/>
                  </a:lnTo>
                  <a:lnTo>
                    <a:pt x="8035436" y="139353"/>
                  </a:lnTo>
                  <a:lnTo>
                    <a:pt x="8035561" y="139353"/>
                  </a:lnTo>
                  <a:lnTo>
                    <a:pt x="8035686" y="139353"/>
                  </a:lnTo>
                  <a:lnTo>
                    <a:pt x="8036561" y="139353"/>
                  </a:lnTo>
                  <a:lnTo>
                    <a:pt x="8037186" y="139353"/>
                  </a:lnTo>
                  <a:lnTo>
                    <a:pt x="8042688" y="139353"/>
                  </a:lnTo>
                  <a:lnTo>
                    <a:pt x="8044064" y="139353"/>
                  </a:lnTo>
                  <a:lnTo>
                    <a:pt x="8044189" y="139353"/>
                  </a:lnTo>
                  <a:lnTo>
                    <a:pt x="8046064" y="139353"/>
                  </a:lnTo>
                  <a:lnTo>
                    <a:pt x="8046189" y="139353"/>
                  </a:lnTo>
                  <a:lnTo>
                    <a:pt x="8046314" y="139353"/>
                  </a:lnTo>
                  <a:lnTo>
                    <a:pt x="8047815" y="139353"/>
                  </a:lnTo>
                  <a:lnTo>
                    <a:pt x="8052817" y="139353"/>
                  </a:lnTo>
                  <a:lnTo>
                    <a:pt x="8056818" y="139353"/>
                  </a:lnTo>
                  <a:lnTo>
                    <a:pt x="8057068" y="139353"/>
                  </a:lnTo>
                  <a:lnTo>
                    <a:pt x="8060819" y="139353"/>
                  </a:lnTo>
                  <a:lnTo>
                    <a:pt x="8061194" y="139353"/>
                  </a:lnTo>
                  <a:lnTo>
                    <a:pt x="8065196" y="139353"/>
                  </a:lnTo>
                  <a:lnTo>
                    <a:pt x="8066196" y="139353"/>
                  </a:lnTo>
                  <a:lnTo>
                    <a:pt x="8066821" y="139353"/>
                  </a:lnTo>
                  <a:lnTo>
                    <a:pt x="8067071" y="139353"/>
                  </a:lnTo>
                  <a:lnTo>
                    <a:pt x="8067196" y="139353"/>
                  </a:lnTo>
                  <a:lnTo>
                    <a:pt x="8069447" y="139353"/>
                  </a:lnTo>
                  <a:lnTo>
                    <a:pt x="8069572" y="139353"/>
                  </a:lnTo>
                  <a:lnTo>
                    <a:pt x="8071448" y="139353"/>
                  </a:lnTo>
                  <a:lnTo>
                    <a:pt x="8073323" y="139353"/>
                  </a:lnTo>
                  <a:lnTo>
                    <a:pt x="8075824" y="139353"/>
                  </a:lnTo>
                  <a:lnTo>
                    <a:pt x="8078325" y="139353"/>
                  </a:lnTo>
                  <a:lnTo>
                    <a:pt x="8079450" y="139353"/>
                  </a:lnTo>
                  <a:lnTo>
                    <a:pt x="8079951" y="139353"/>
                  </a:lnTo>
                  <a:lnTo>
                    <a:pt x="8083577" y="139353"/>
                  </a:lnTo>
                  <a:lnTo>
                    <a:pt x="8084827" y="139353"/>
                  </a:lnTo>
                  <a:lnTo>
                    <a:pt x="8087078" y="139353"/>
                  </a:lnTo>
                  <a:lnTo>
                    <a:pt x="8087953" y="139353"/>
                  </a:lnTo>
                  <a:lnTo>
                    <a:pt x="8088328" y="139353"/>
                  </a:lnTo>
                  <a:lnTo>
                    <a:pt x="8088453" y="139353"/>
                  </a:lnTo>
                  <a:lnTo>
                    <a:pt x="8088704" y="139353"/>
                  </a:lnTo>
                  <a:lnTo>
                    <a:pt x="8089829" y="139353"/>
                  </a:lnTo>
                  <a:lnTo>
                    <a:pt x="8095206" y="119445"/>
                  </a:lnTo>
                  <a:lnTo>
                    <a:pt x="8095331" y="119445"/>
                  </a:lnTo>
                  <a:lnTo>
                    <a:pt x="8098582" y="119445"/>
                  </a:lnTo>
                  <a:lnTo>
                    <a:pt x="8099082" y="119445"/>
                  </a:lnTo>
                  <a:lnTo>
                    <a:pt x="8099957" y="119445"/>
                  </a:lnTo>
                  <a:lnTo>
                    <a:pt x="8103709" y="119445"/>
                  </a:lnTo>
                  <a:lnTo>
                    <a:pt x="8103834" y="119445"/>
                  </a:lnTo>
                  <a:lnTo>
                    <a:pt x="8104084" y="119445"/>
                  </a:lnTo>
                  <a:lnTo>
                    <a:pt x="8106835" y="119445"/>
                  </a:lnTo>
                  <a:lnTo>
                    <a:pt x="8107585" y="119445"/>
                  </a:lnTo>
                  <a:lnTo>
                    <a:pt x="8107710" y="119445"/>
                  </a:lnTo>
                  <a:lnTo>
                    <a:pt x="8108085" y="119445"/>
                  </a:lnTo>
                  <a:lnTo>
                    <a:pt x="8109961" y="119445"/>
                  </a:lnTo>
                  <a:lnTo>
                    <a:pt x="8112086" y="119445"/>
                  </a:lnTo>
                  <a:lnTo>
                    <a:pt x="8114837" y="119445"/>
                  </a:lnTo>
                  <a:lnTo>
                    <a:pt x="8115963" y="119445"/>
                  </a:lnTo>
                  <a:lnTo>
                    <a:pt x="8118463" y="119445"/>
                  </a:lnTo>
                  <a:lnTo>
                    <a:pt x="8119839" y="119445"/>
                  </a:lnTo>
                  <a:lnTo>
                    <a:pt x="8121840" y="119445"/>
                  </a:lnTo>
                  <a:lnTo>
                    <a:pt x="8123215" y="119445"/>
                  </a:lnTo>
                  <a:lnTo>
                    <a:pt x="8123965" y="119445"/>
                  </a:lnTo>
                  <a:lnTo>
                    <a:pt x="8126216" y="119445"/>
                  </a:lnTo>
                  <a:lnTo>
                    <a:pt x="8126341" y="119445"/>
                  </a:lnTo>
                  <a:lnTo>
                    <a:pt x="8126716" y="119445"/>
                  </a:lnTo>
                  <a:lnTo>
                    <a:pt x="8128092" y="119445"/>
                  </a:lnTo>
                  <a:lnTo>
                    <a:pt x="8128217" y="119445"/>
                  </a:lnTo>
                  <a:lnTo>
                    <a:pt x="8130092" y="119445"/>
                  </a:lnTo>
                  <a:lnTo>
                    <a:pt x="8130968" y="119445"/>
                  </a:lnTo>
                  <a:lnTo>
                    <a:pt x="8134469" y="119445"/>
                  </a:lnTo>
                  <a:lnTo>
                    <a:pt x="8134844" y="119445"/>
                  </a:lnTo>
                  <a:lnTo>
                    <a:pt x="8138095" y="119445"/>
                  </a:lnTo>
                  <a:lnTo>
                    <a:pt x="8138470" y="119445"/>
                  </a:lnTo>
                  <a:lnTo>
                    <a:pt x="8141721" y="119445"/>
                  </a:lnTo>
                  <a:lnTo>
                    <a:pt x="8141846" y="119445"/>
                  </a:lnTo>
                  <a:lnTo>
                    <a:pt x="8142096" y="119445"/>
                  </a:lnTo>
                  <a:lnTo>
                    <a:pt x="8142972" y="119445"/>
                  </a:lnTo>
                  <a:lnTo>
                    <a:pt x="8145222" y="119445"/>
                  </a:lnTo>
                  <a:lnTo>
                    <a:pt x="8145472" y="119445"/>
                  </a:lnTo>
                  <a:lnTo>
                    <a:pt x="8147723" y="119445"/>
                  </a:lnTo>
                  <a:lnTo>
                    <a:pt x="8148724" y="119445"/>
                  </a:lnTo>
                  <a:lnTo>
                    <a:pt x="8151600" y="119445"/>
                  </a:lnTo>
                  <a:lnTo>
                    <a:pt x="8153975" y="119445"/>
                  </a:lnTo>
                  <a:lnTo>
                    <a:pt x="8155976" y="119445"/>
                  </a:lnTo>
                  <a:lnTo>
                    <a:pt x="8156101" y="119445"/>
                  </a:lnTo>
                  <a:lnTo>
                    <a:pt x="8156226" y="119445"/>
                  </a:lnTo>
                  <a:lnTo>
                    <a:pt x="8156976" y="119445"/>
                  </a:lnTo>
                  <a:lnTo>
                    <a:pt x="8157351" y="119445"/>
                  </a:lnTo>
                  <a:lnTo>
                    <a:pt x="8158852" y="119445"/>
                  </a:lnTo>
                  <a:lnTo>
                    <a:pt x="8160603" y="119445"/>
                  </a:lnTo>
                  <a:lnTo>
                    <a:pt x="8161603" y="119445"/>
                  </a:lnTo>
                  <a:lnTo>
                    <a:pt x="8165729" y="119445"/>
                  </a:lnTo>
                  <a:lnTo>
                    <a:pt x="8166605" y="119445"/>
                  </a:lnTo>
                  <a:lnTo>
                    <a:pt x="8169606" y="109492"/>
                  </a:lnTo>
                  <a:lnTo>
                    <a:pt x="8170606" y="109492"/>
                  </a:lnTo>
                  <a:lnTo>
                    <a:pt x="8171356" y="109492"/>
                  </a:lnTo>
                  <a:lnTo>
                    <a:pt x="8174482" y="99538"/>
                  </a:lnTo>
                  <a:lnTo>
                    <a:pt x="8174857" y="99538"/>
                  </a:lnTo>
                  <a:lnTo>
                    <a:pt x="8176858" y="99538"/>
                  </a:lnTo>
                  <a:lnTo>
                    <a:pt x="8177233" y="99538"/>
                  </a:lnTo>
                  <a:lnTo>
                    <a:pt x="8178609" y="99538"/>
                  </a:lnTo>
                  <a:lnTo>
                    <a:pt x="8180109" y="99538"/>
                  </a:lnTo>
                  <a:lnTo>
                    <a:pt x="8181359" y="99538"/>
                  </a:lnTo>
                  <a:lnTo>
                    <a:pt x="8183110" y="99538"/>
                  </a:lnTo>
                  <a:lnTo>
                    <a:pt x="8183235" y="99538"/>
                  </a:lnTo>
                  <a:lnTo>
                    <a:pt x="8184110" y="99538"/>
                  </a:lnTo>
                  <a:lnTo>
                    <a:pt x="8185486" y="99538"/>
                  </a:lnTo>
                  <a:lnTo>
                    <a:pt x="8186486" y="99538"/>
                  </a:lnTo>
                  <a:lnTo>
                    <a:pt x="8187612" y="99538"/>
                  </a:lnTo>
                  <a:lnTo>
                    <a:pt x="8187737" y="99538"/>
                  </a:lnTo>
                  <a:lnTo>
                    <a:pt x="8190237" y="99538"/>
                  </a:lnTo>
                  <a:lnTo>
                    <a:pt x="8191113" y="99538"/>
                  </a:lnTo>
                  <a:lnTo>
                    <a:pt x="8191363" y="99538"/>
                  </a:lnTo>
                  <a:lnTo>
                    <a:pt x="8191363" y="89584"/>
                  </a:lnTo>
                  <a:lnTo>
                    <a:pt x="8191988" y="89584"/>
                  </a:lnTo>
                  <a:lnTo>
                    <a:pt x="8192613" y="89584"/>
                  </a:lnTo>
                  <a:lnTo>
                    <a:pt x="8194864" y="89584"/>
                  </a:lnTo>
                  <a:lnTo>
                    <a:pt x="8198490" y="89584"/>
                  </a:lnTo>
                  <a:lnTo>
                    <a:pt x="8201991" y="89584"/>
                  </a:lnTo>
                  <a:lnTo>
                    <a:pt x="8202367" y="79630"/>
                  </a:lnTo>
                  <a:lnTo>
                    <a:pt x="8204367" y="79630"/>
                  </a:lnTo>
                  <a:lnTo>
                    <a:pt x="8204992" y="79630"/>
                  </a:lnTo>
                  <a:lnTo>
                    <a:pt x="8205117" y="79630"/>
                  </a:lnTo>
                  <a:lnTo>
                    <a:pt x="8206243" y="79630"/>
                  </a:lnTo>
                  <a:lnTo>
                    <a:pt x="8206743" y="79630"/>
                  </a:lnTo>
                  <a:lnTo>
                    <a:pt x="8206868" y="79630"/>
                  </a:lnTo>
                  <a:lnTo>
                    <a:pt x="8208243" y="79630"/>
                  </a:lnTo>
                  <a:lnTo>
                    <a:pt x="8210119" y="79630"/>
                  </a:lnTo>
                  <a:lnTo>
                    <a:pt x="8211870" y="79630"/>
                  </a:lnTo>
                  <a:lnTo>
                    <a:pt x="8212245" y="79630"/>
                  </a:lnTo>
                  <a:lnTo>
                    <a:pt x="8214245" y="79630"/>
                  </a:lnTo>
                  <a:lnTo>
                    <a:pt x="8214746" y="79630"/>
                  </a:lnTo>
                  <a:lnTo>
                    <a:pt x="8216121" y="79630"/>
                  </a:lnTo>
                  <a:lnTo>
                    <a:pt x="8217372" y="79630"/>
                  </a:lnTo>
                  <a:lnTo>
                    <a:pt x="8217497" y="79630"/>
                  </a:lnTo>
                  <a:lnTo>
                    <a:pt x="8217622" y="79630"/>
                  </a:lnTo>
                  <a:lnTo>
                    <a:pt x="8218997" y="79630"/>
                  </a:lnTo>
                  <a:lnTo>
                    <a:pt x="8219872" y="79630"/>
                  </a:lnTo>
                  <a:lnTo>
                    <a:pt x="8220623" y="79630"/>
                  </a:lnTo>
                  <a:lnTo>
                    <a:pt x="8221123" y="79630"/>
                  </a:lnTo>
                  <a:lnTo>
                    <a:pt x="8224374" y="79630"/>
                  </a:lnTo>
                  <a:lnTo>
                    <a:pt x="8224749" y="79630"/>
                  </a:lnTo>
                  <a:lnTo>
                    <a:pt x="8228125" y="79630"/>
                  </a:lnTo>
                  <a:lnTo>
                    <a:pt x="8228375" y="79630"/>
                  </a:lnTo>
                  <a:lnTo>
                    <a:pt x="8232001" y="69676"/>
                  </a:lnTo>
                  <a:lnTo>
                    <a:pt x="8232126" y="69676"/>
                  </a:lnTo>
                  <a:lnTo>
                    <a:pt x="8232377" y="69676"/>
                  </a:lnTo>
                  <a:lnTo>
                    <a:pt x="8234627" y="69676"/>
                  </a:lnTo>
                  <a:lnTo>
                    <a:pt x="8234752" y="69676"/>
                  </a:lnTo>
                  <a:lnTo>
                    <a:pt x="8234877" y="69676"/>
                  </a:lnTo>
                  <a:lnTo>
                    <a:pt x="8236253" y="69676"/>
                  </a:lnTo>
                  <a:lnTo>
                    <a:pt x="8237628" y="69676"/>
                  </a:lnTo>
                  <a:lnTo>
                    <a:pt x="8239379" y="69676"/>
                  </a:lnTo>
                  <a:lnTo>
                    <a:pt x="8240879" y="69676"/>
                  </a:lnTo>
                  <a:lnTo>
                    <a:pt x="8243380" y="69676"/>
                  </a:lnTo>
                  <a:lnTo>
                    <a:pt x="8245631" y="69676"/>
                  </a:lnTo>
                  <a:lnTo>
                    <a:pt x="8246756" y="69676"/>
                  </a:lnTo>
                  <a:lnTo>
                    <a:pt x="8247507" y="69676"/>
                  </a:lnTo>
                  <a:lnTo>
                    <a:pt x="8247882" y="69676"/>
                  </a:lnTo>
                  <a:lnTo>
                    <a:pt x="8249507" y="69676"/>
                  </a:lnTo>
                  <a:lnTo>
                    <a:pt x="8250883" y="69676"/>
                  </a:lnTo>
                  <a:lnTo>
                    <a:pt x="8251383" y="69676"/>
                  </a:lnTo>
                  <a:lnTo>
                    <a:pt x="8251508" y="59722"/>
                  </a:lnTo>
                  <a:lnTo>
                    <a:pt x="8252133" y="59722"/>
                  </a:lnTo>
                  <a:lnTo>
                    <a:pt x="8253884" y="59722"/>
                  </a:lnTo>
                  <a:lnTo>
                    <a:pt x="8257260" y="59722"/>
                  </a:lnTo>
                  <a:lnTo>
                    <a:pt x="8257510" y="59722"/>
                  </a:lnTo>
                  <a:lnTo>
                    <a:pt x="8259886" y="59722"/>
                  </a:lnTo>
                  <a:lnTo>
                    <a:pt x="8260636" y="59722"/>
                  </a:lnTo>
                  <a:lnTo>
                    <a:pt x="8262512" y="59722"/>
                  </a:lnTo>
                  <a:lnTo>
                    <a:pt x="8262637" y="59722"/>
                  </a:lnTo>
                  <a:lnTo>
                    <a:pt x="8263262" y="59722"/>
                  </a:lnTo>
                  <a:lnTo>
                    <a:pt x="8263387" y="59722"/>
                  </a:lnTo>
                  <a:lnTo>
                    <a:pt x="8264762" y="59722"/>
                  </a:lnTo>
                  <a:lnTo>
                    <a:pt x="8265263" y="59722"/>
                  </a:lnTo>
                  <a:lnTo>
                    <a:pt x="8267513" y="49769"/>
                  </a:lnTo>
                  <a:lnTo>
                    <a:pt x="8269889" y="49769"/>
                  </a:lnTo>
                  <a:lnTo>
                    <a:pt x="8270889" y="49769"/>
                  </a:lnTo>
                  <a:lnTo>
                    <a:pt x="8272140" y="49769"/>
                  </a:lnTo>
                  <a:lnTo>
                    <a:pt x="8273390" y="49769"/>
                  </a:lnTo>
                  <a:lnTo>
                    <a:pt x="8274266" y="49769"/>
                  </a:lnTo>
                  <a:lnTo>
                    <a:pt x="8276516" y="49769"/>
                  </a:lnTo>
                  <a:lnTo>
                    <a:pt x="8276891" y="49769"/>
                  </a:lnTo>
                  <a:lnTo>
                    <a:pt x="8277892" y="49769"/>
                  </a:lnTo>
                  <a:lnTo>
                    <a:pt x="8279267" y="49769"/>
                  </a:lnTo>
                  <a:lnTo>
                    <a:pt x="8280143" y="49769"/>
                  </a:lnTo>
                  <a:lnTo>
                    <a:pt x="8280268" y="49769"/>
                  </a:lnTo>
                  <a:lnTo>
                    <a:pt x="8284269" y="49769"/>
                  </a:lnTo>
                  <a:lnTo>
                    <a:pt x="8285769" y="49769"/>
                  </a:lnTo>
                  <a:lnTo>
                    <a:pt x="8289396" y="49769"/>
                  </a:lnTo>
                  <a:lnTo>
                    <a:pt x="8291771" y="49769"/>
                  </a:lnTo>
                  <a:lnTo>
                    <a:pt x="8291896" y="49769"/>
                  </a:lnTo>
                  <a:lnTo>
                    <a:pt x="8292147" y="49769"/>
                  </a:lnTo>
                  <a:lnTo>
                    <a:pt x="8294772" y="49769"/>
                  </a:lnTo>
                  <a:lnTo>
                    <a:pt x="8296273" y="49769"/>
                  </a:lnTo>
                  <a:lnTo>
                    <a:pt x="8297398" y="49769"/>
                  </a:lnTo>
                  <a:lnTo>
                    <a:pt x="8298023" y="49769"/>
                  </a:lnTo>
                  <a:lnTo>
                    <a:pt x="8300149" y="49769"/>
                  </a:lnTo>
                  <a:lnTo>
                    <a:pt x="8300774" y="49769"/>
                  </a:lnTo>
                  <a:lnTo>
                    <a:pt x="8301275" y="49769"/>
                  </a:lnTo>
                  <a:lnTo>
                    <a:pt x="8302150" y="49769"/>
                  </a:lnTo>
                  <a:lnTo>
                    <a:pt x="8303900" y="49769"/>
                  </a:lnTo>
                  <a:lnTo>
                    <a:pt x="8304901" y="49769"/>
                  </a:lnTo>
                  <a:lnTo>
                    <a:pt x="8306401" y="49769"/>
                  </a:lnTo>
                  <a:lnTo>
                    <a:pt x="8306526" y="49769"/>
                  </a:lnTo>
                  <a:lnTo>
                    <a:pt x="8306901" y="49769"/>
                  </a:lnTo>
                  <a:lnTo>
                    <a:pt x="8308902" y="49769"/>
                  </a:lnTo>
                  <a:lnTo>
                    <a:pt x="8309277" y="49769"/>
                  </a:lnTo>
                  <a:lnTo>
                    <a:pt x="8310153" y="49769"/>
                  </a:lnTo>
                  <a:lnTo>
                    <a:pt x="8312153" y="49769"/>
                  </a:lnTo>
                  <a:lnTo>
                    <a:pt x="8313904" y="49769"/>
                  </a:lnTo>
                  <a:lnTo>
                    <a:pt x="8314654" y="49769"/>
                  </a:lnTo>
                  <a:lnTo>
                    <a:pt x="8316655" y="49769"/>
                  </a:lnTo>
                  <a:lnTo>
                    <a:pt x="8316780" y="49769"/>
                  </a:lnTo>
                  <a:lnTo>
                    <a:pt x="8317530" y="49769"/>
                  </a:lnTo>
                  <a:lnTo>
                    <a:pt x="8318780" y="49769"/>
                  </a:lnTo>
                  <a:lnTo>
                    <a:pt x="8319031" y="49769"/>
                  </a:lnTo>
                  <a:lnTo>
                    <a:pt x="8320406" y="49769"/>
                  </a:lnTo>
                  <a:lnTo>
                    <a:pt x="8321281" y="49769"/>
                  </a:lnTo>
                  <a:lnTo>
                    <a:pt x="8321406" y="49769"/>
                  </a:lnTo>
                  <a:lnTo>
                    <a:pt x="8322782" y="49769"/>
                  </a:lnTo>
                  <a:lnTo>
                    <a:pt x="8323157" y="49769"/>
                  </a:lnTo>
                  <a:lnTo>
                    <a:pt x="8323407" y="49769"/>
                  </a:lnTo>
                  <a:lnTo>
                    <a:pt x="8325033" y="49769"/>
                  </a:lnTo>
                  <a:lnTo>
                    <a:pt x="8325408" y="49769"/>
                  </a:lnTo>
                  <a:lnTo>
                    <a:pt x="8325533" y="49769"/>
                  </a:lnTo>
                  <a:lnTo>
                    <a:pt x="8326533" y="49769"/>
                  </a:lnTo>
                  <a:lnTo>
                    <a:pt x="8327158" y="49769"/>
                  </a:lnTo>
                  <a:lnTo>
                    <a:pt x="8327283" y="49769"/>
                  </a:lnTo>
                  <a:lnTo>
                    <a:pt x="8327408" y="49769"/>
                  </a:lnTo>
                  <a:lnTo>
                    <a:pt x="8329784" y="49769"/>
                  </a:lnTo>
                  <a:lnTo>
                    <a:pt x="8333160" y="39815"/>
                  </a:lnTo>
                  <a:lnTo>
                    <a:pt x="8334411" y="39815"/>
                  </a:lnTo>
                  <a:lnTo>
                    <a:pt x="8334411" y="29861"/>
                  </a:lnTo>
                  <a:lnTo>
                    <a:pt x="8334536" y="29861"/>
                  </a:lnTo>
                  <a:lnTo>
                    <a:pt x="8335161" y="29861"/>
                  </a:lnTo>
                  <a:lnTo>
                    <a:pt x="8336161" y="29861"/>
                  </a:lnTo>
                  <a:lnTo>
                    <a:pt x="8336786" y="29861"/>
                  </a:lnTo>
                  <a:lnTo>
                    <a:pt x="8336911" y="29861"/>
                  </a:lnTo>
                  <a:lnTo>
                    <a:pt x="8339412" y="29861"/>
                  </a:lnTo>
                  <a:lnTo>
                    <a:pt x="8340288" y="29861"/>
                  </a:lnTo>
                  <a:lnTo>
                    <a:pt x="8341413" y="29861"/>
                  </a:lnTo>
                  <a:lnTo>
                    <a:pt x="8342163" y="29861"/>
                  </a:lnTo>
                  <a:lnTo>
                    <a:pt x="8342288" y="29861"/>
                  </a:lnTo>
                  <a:lnTo>
                    <a:pt x="8344164" y="29861"/>
                  </a:lnTo>
                  <a:lnTo>
                    <a:pt x="8344289" y="29861"/>
                  </a:lnTo>
                  <a:lnTo>
                    <a:pt x="8344414" y="29861"/>
                  </a:lnTo>
                  <a:lnTo>
                    <a:pt x="8345289" y="29861"/>
                  </a:lnTo>
                  <a:lnTo>
                    <a:pt x="8346165" y="29861"/>
                  </a:lnTo>
                  <a:lnTo>
                    <a:pt x="8346290" y="29861"/>
                  </a:lnTo>
                  <a:lnTo>
                    <a:pt x="8346415" y="29861"/>
                  </a:lnTo>
                  <a:lnTo>
                    <a:pt x="8347915" y="29861"/>
                  </a:lnTo>
                  <a:lnTo>
                    <a:pt x="8348165" y="29861"/>
                  </a:lnTo>
                  <a:lnTo>
                    <a:pt x="8349166" y="29861"/>
                  </a:lnTo>
                  <a:lnTo>
                    <a:pt x="8350916" y="29861"/>
                  </a:lnTo>
                  <a:lnTo>
                    <a:pt x="8351041" y="29861"/>
                  </a:lnTo>
                  <a:lnTo>
                    <a:pt x="8352417" y="29861"/>
                  </a:lnTo>
                  <a:lnTo>
                    <a:pt x="8353167" y="29861"/>
                  </a:lnTo>
                  <a:lnTo>
                    <a:pt x="8355168" y="29861"/>
                  </a:lnTo>
                  <a:lnTo>
                    <a:pt x="8357293" y="29861"/>
                  </a:lnTo>
                  <a:lnTo>
                    <a:pt x="8358044" y="29861"/>
                  </a:lnTo>
                  <a:lnTo>
                    <a:pt x="8358919" y="29861"/>
                  </a:lnTo>
                  <a:lnTo>
                    <a:pt x="8359669" y="29861"/>
                  </a:lnTo>
                  <a:lnTo>
                    <a:pt x="8360044" y="29861"/>
                  </a:lnTo>
                  <a:lnTo>
                    <a:pt x="8361295" y="29861"/>
                  </a:lnTo>
                  <a:lnTo>
                    <a:pt x="8362170" y="29861"/>
                  </a:lnTo>
                  <a:lnTo>
                    <a:pt x="8363170" y="29861"/>
                  </a:lnTo>
                  <a:lnTo>
                    <a:pt x="8363420" y="29861"/>
                  </a:lnTo>
                  <a:lnTo>
                    <a:pt x="8363795" y="29861"/>
                  </a:lnTo>
                  <a:lnTo>
                    <a:pt x="8363921" y="29861"/>
                  </a:lnTo>
                  <a:lnTo>
                    <a:pt x="8365796" y="29861"/>
                  </a:lnTo>
                  <a:lnTo>
                    <a:pt x="8365921" y="29861"/>
                  </a:lnTo>
                  <a:lnTo>
                    <a:pt x="8366046" y="29861"/>
                  </a:lnTo>
                  <a:lnTo>
                    <a:pt x="8367047" y="29861"/>
                  </a:lnTo>
                  <a:lnTo>
                    <a:pt x="8368047" y="29861"/>
                  </a:lnTo>
                  <a:lnTo>
                    <a:pt x="8369047" y="29861"/>
                  </a:lnTo>
                  <a:lnTo>
                    <a:pt x="8370673" y="29861"/>
                  </a:lnTo>
                  <a:lnTo>
                    <a:pt x="8371173" y="29861"/>
                  </a:lnTo>
                  <a:lnTo>
                    <a:pt x="8371923" y="29861"/>
                  </a:lnTo>
                  <a:lnTo>
                    <a:pt x="8372048" y="29861"/>
                  </a:lnTo>
                  <a:lnTo>
                    <a:pt x="8373549" y="29861"/>
                  </a:lnTo>
                  <a:lnTo>
                    <a:pt x="8374299" y="29861"/>
                  </a:lnTo>
                  <a:lnTo>
                    <a:pt x="8375424" y="29861"/>
                  </a:lnTo>
                  <a:lnTo>
                    <a:pt x="8377425" y="29861"/>
                  </a:lnTo>
                  <a:lnTo>
                    <a:pt x="8378675" y="29861"/>
                  </a:lnTo>
                  <a:lnTo>
                    <a:pt x="8378800" y="29861"/>
                  </a:lnTo>
                  <a:lnTo>
                    <a:pt x="8378926" y="29861"/>
                  </a:lnTo>
                  <a:lnTo>
                    <a:pt x="8379301" y="29861"/>
                  </a:lnTo>
                  <a:lnTo>
                    <a:pt x="8379551" y="29861"/>
                  </a:lnTo>
                  <a:lnTo>
                    <a:pt x="8380801" y="29861"/>
                  </a:lnTo>
                  <a:lnTo>
                    <a:pt x="8382552" y="29861"/>
                  </a:lnTo>
                  <a:lnTo>
                    <a:pt x="8382677" y="29861"/>
                  </a:lnTo>
                  <a:lnTo>
                    <a:pt x="8384302" y="29861"/>
                  </a:lnTo>
                  <a:lnTo>
                    <a:pt x="8385053" y="29861"/>
                  </a:lnTo>
                  <a:lnTo>
                    <a:pt x="8385678" y="29861"/>
                  </a:lnTo>
                  <a:lnTo>
                    <a:pt x="8386053" y="29861"/>
                  </a:lnTo>
                  <a:lnTo>
                    <a:pt x="8386678" y="29861"/>
                  </a:lnTo>
                  <a:lnTo>
                    <a:pt x="8387678" y="29861"/>
                  </a:lnTo>
                  <a:lnTo>
                    <a:pt x="8387804" y="29861"/>
                  </a:lnTo>
                  <a:lnTo>
                    <a:pt x="8389304" y="29861"/>
                  </a:lnTo>
                  <a:lnTo>
                    <a:pt x="8390304" y="29861"/>
                  </a:lnTo>
                  <a:lnTo>
                    <a:pt x="8391180" y="19907"/>
                  </a:lnTo>
                  <a:lnTo>
                    <a:pt x="8391430" y="19907"/>
                  </a:lnTo>
                  <a:lnTo>
                    <a:pt x="8391555" y="19907"/>
                  </a:lnTo>
                  <a:lnTo>
                    <a:pt x="8392055" y="19907"/>
                  </a:lnTo>
                  <a:lnTo>
                    <a:pt x="8392430" y="19907"/>
                  </a:lnTo>
                  <a:lnTo>
                    <a:pt x="8392805" y="19907"/>
                  </a:lnTo>
                  <a:lnTo>
                    <a:pt x="8393055" y="19907"/>
                  </a:lnTo>
                  <a:lnTo>
                    <a:pt x="8394056" y="19907"/>
                  </a:lnTo>
                  <a:lnTo>
                    <a:pt x="8394806" y="19907"/>
                  </a:lnTo>
                  <a:lnTo>
                    <a:pt x="8394931" y="19907"/>
                  </a:lnTo>
                  <a:lnTo>
                    <a:pt x="8395431" y="19907"/>
                  </a:lnTo>
                  <a:lnTo>
                    <a:pt x="8396556" y="19907"/>
                  </a:lnTo>
                  <a:lnTo>
                    <a:pt x="8397932" y="19907"/>
                  </a:lnTo>
                  <a:lnTo>
                    <a:pt x="8399057" y="19907"/>
                  </a:lnTo>
                  <a:lnTo>
                    <a:pt x="8399933" y="19907"/>
                  </a:lnTo>
                  <a:lnTo>
                    <a:pt x="8400808" y="19907"/>
                  </a:lnTo>
                  <a:lnTo>
                    <a:pt x="8401433" y="19907"/>
                  </a:lnTo>
                  <a:lnTo>
                    <a:pt x="8401808" y="19907"/>
                  </a:lnTo>
                  <a:lnTo>
                    <a:pt x="8402683" y="19907"/>
                  </a:lnTo>
                  <a:lnTo>
                    <a:pt x="8403934" y="19907"/>
                  </a:lnTo>
                  <a:lnTo>
                    <a:pt x="8404434" y="19907"/>
                  </a:lnTo>
                  <a:lnTo>
                    <a:pt x="8404559" y="19907"/>
                  </a:lnTo>
                  <a:lnTo>
                    <a:pt x="8405184" y="19907"/>
                  </a:lnTo>
                  <a:lnTo>
                    <a:pt x="8405434" y="19907"/>
                  </a:lnTo>
                  <a:lnTo>
                    <a:pt x="8406935" y="19907"/>
                  </a:lnTo>
                  <a:lnTo>
                    <a:pt x="8407560" y="19907"/>
                  </a:lnTo>
                  <a:lnTo>
                    <a:pt x="8408435" y="19907"/>
                  </a:lnTo>
                  <a:lnTo>
                    <a:pt x="8408811" y="19907"/>
                  </a:lnTo>
                  <a:lnTo>
                    <a:pt x="8409436" y="19907"/>
                  </a:lnTo>
                  <a:lnTo>
                    <a:pt x="8409686" y="19907"/>
                  </a:lnTo>
                  <a:lnTo>
                    <a:pt x="8410186" y="19907"/>
                  </a:lnTo>
                  <a:lnTo>
                    <a:pt x="8410686" y="19907"/>
                  </a:lnTo>
                  <a:lnTo>
                    <a:pt x="8411061" y="19907"/>
                  </a:lnTo>
                  <a:lnTo>
                    <a:pt x="8411812" y="19907"/>
                  </a:lnTo>
                  <a:lnTo>
                    <a:pt x="8412187" y="19907"/>
                  </a:lnTo>
                  <a:lnTo>
                    <a:pt x="8412937" y="19907"/>
                  </a:lnTo>
                  <a:lnTo>
                    <a:pt x="8413687" y="9953"/>
                  </a:lnTo>
                  <a:lnTo>
                    <a:pt x="8414813" y="9953"/>
                  </a:lnTo>
                  <a:lnTo>
                    <a:pt x="8416188" y="9953"/>
                  </a:lnTo>
                  <a:lnTo>
                    <a:pt x="8417313" y="9953"/>
                  </a:lnTo>
                  <a:lnTo>
                    <a:pt x="8417438" y="9953"/>
                  </a:lnTo>
                  <a:lnTo>
                    <a:pt x="8418439" y="9953"/>
                  </a:lnTo>
                  <a:lnTo>
                    <a:pt x="8418814" y="9953"/>
                  </a:lnTo>
                  <a:lnTo>
                    <a:pt x="8419314" y="9953"/>
                  </a:lnTo>
                  <a:lnTo>
                    <a:pt x="8420064" y="9953"/>
                  </a:lnTo>
                  <a:lnTo>
                    <a:pt x="8420815" y="9953"/>
                  </a:lnTo>
                  <a:lnTo>
                    <a:pt x="8420940" y="9953"/>
                  </a:lnTo>
                  <a:lnTo>
                    <a:pt x="8421690" y="9953"/>
                  </a:lnTo>
                  <a:lnTo>
                    <a:pt x="8421815" y="9953"/>
                  </a:lnTo>
                  <a:lnTo>
                    <a:pt x="8422690" y="9953"/>
                  </a:lnTo>
                  <a:lnTo>
                    <a:pt x="8423440" y="9953"/>
                  </a:lnTo>
                  <a:lnTo>
                    <a:pt x="8424191" y="9953"/>
                  </a:lnTo>
                  <a:lnTo>
                    <a:pt x="8424691" y="9953"/>
                  </a:lnTo>
                  <a:lnTo>
                    <a:pt x="8424941" y="9953"/>
                  </a:lnTo>
                  <a:lnTo>
                    <a:pt x="8425441" y="9953"/>
                  </a:lnTo>
                  <a:lnTo>
                    <a:pt x="8425566" y="9953"/>
                  </a:lnTo>
                  <a:lnTo>
                    <a:pt x="8426316" y="9953"/>
                  </a:lnTo>
                  <a:lnTo>
                    <a:pt x="8426817" y="9953"/>
                  </a:lnTo>
                  <a:lnTo>
                    <a:pt x="8427442" y="9953"/>
                  </a:lnTo>
                  <a:lnTo>
                    <a:pt x="8428442" y="9953"/>
                  </a:lnTo>
                  <a:lnTo>
                    <a:pt x="8428942" y="9953"/>
                  </a:lnTo>
                  <a:lnTo>
                    <a:pt x="8429693" y="9953"/>
                  </a:lnTo>
                  <a:lnTo>
                    <a:pt x="8430693" y="9953"/>
                  </a:lnTo>
                  <a:lnTo>
                    <a:pt x="8430943" y="9953"/>
                  </a:lnTo>
                  <a:lnTo>
                    <a:pt x="8431318" y="9953"/>
                  </a:lnTo>
                  <a:lnTo>
                    <a:pt x="8432944" y="9953"/>
                  </a:lnTo>
                  <a:lnTo>
                    <a:pt x="8433069" y="9953"/>
                  </a:lnTo>
                  <a:lnTo>
                    <a:pt x="8433819" y="9953"/>
                  </a:lnTo>
                  <a:lnTo>
                    <a:pt x="8434694" y="9953"/>
                  </a:lnTo>
                  <a:lnTo>
                    <a:pt x="8435319" y="9953"/>
                  </a:lnTo>
                  <a:lnTo>
                    <a:pt x="8435820" y="9953"/>
                  </a:lnTo>
                  <a:lnTo>
                    <a:pt x="8436695" y="9953"/>
                  </a:lnTo>
                  <a:lnTo>
                    <a:pt x="8437445" y="9953"/>
                  </a:lnTo>
                  <a:lnTo>
                    <a:pt x="8437570" y="9953"/>
                  </a:lnTo>
                  <a:lnTo>
                    <a:pt x="8437820" y="9953"/>
                  </a:lnTo>
                  <a:lnTo>
                    <a:pt x="8438570" y="9953"/>
                  </a:lnTo>
                  <a:lnTo>
                    <a:pt x="8438821" y="9953"/>
                  </a:lnTo>
                  <a:lnTo>
                    <a:pt x="8439446" y="9953"/>
                  </a:lnTo>
                  <a:lnTo>
                    <a:pt x="8440321" y="9953"/>
                  </a:lnTo>
                  <a:lnTo>
                    <a:pt x="8440946" y="9953"/>
                  </a:lnTo>
                  <a:lnTo>
                    <a:pt x="8442697" y="9953"/>
                  </a:lnTo>
                  <a:lnTo>
                    <a:pt x="8442822" y="9953"/>
                  </a:lnTo>
                  <a:lnTo>
                    <a:pt x="8443697" y="9953"/>
                  </a:lnTo>
                  <a:lnTo>
                    <a:pt x="8444948" y="9953"/>
                  </a:lnTo>
                  <a:lnTo>
                    <a:pt x="8445573" y="9953"/>
                  </a:lnTo>
                  <a:lnTo>
                    <a:pt x="8446948" y="9953"/>
                  </a:lnTo>
                  <a:lnTo>
                    <a:pt x="8447198" y="9953"/>
                  </a:lnTo>
                  <a:lnTo>
                    <a:pt x="8448324" y="9953"/>
                  </a:lnTo>
                  <a:lnTo>
                    <a:pt x="8448449" y="9953"/>
                  </a:lnTo>
                  <a:lnTo>
                    <a:pt x="8448949" y="9953"/>
                  </a:lnTo>
                  <a:lnTo>
                    <a:pt x="8449574" y="9953"/>
                  </a:lnTo>
                  <a:lnTo>
                    <a:pt x="8449949" y="9953"/>
                  </a:lnTo>
                  <a:lnTo>
                    <a:pt x="8450700" y="9953"/>
                  </a:lnTo>
                  <a:lnTo>
                    <a:pt x="8451700" y="9953"/>
                  </a:lnTo>
                  <a:lnTo>
                    <a:pt x="8452075" y="9953"/>
                  </a:lnTo>
                  <a:lnTo>
                    <a:pt x="8452700" y="9953"/>
                  </a:lnTo>
                  <a:lnTo>
                    <a:pt x="8453450" y="9953"/>
                  </a:lnTo>
                  <a:lnTo>
                    <a:pt x="8453575" y="9953"/>
                  </a:lnTo>
                  <a:lnTo>
                    <a:pt x="8454076" y="9953"/>
                  </a:lnTo>
                  <a:lnTo>
                    <a:pt x="8454701" y="9953"/>
                  </a:lnTo>
                  <a:lnTo>
                    <a:pt x="8454826" y="9953"/>
                  </a:lnTo>
                  <a:lnTo>
                    <a:pt x="8455201" y="9953"/>
                  </a:lnTo>
                  <a:lnTo>
                    <a:pt x="8455826" y="9953"/>
                  </a:lnTo>
                  <a:lnTo>
                    <a:pt x="8456201" y="9953"/>
                  </a:lnTo>
                  <a:lnTo>
                    <a:pt x="8457202" y="9953"/>
                  </a:lnTo>
                  <a:lnTo>
                    <a:pt x="8457327" y="9953"/>
                  </a:lnTo>
                  <a:lnTo>
                    <a:pt x="8457827" y="9953"/>
                  </a:lnTo>
                  <a:lnTo>
                    <a:pt x="8458077" y="9953"/>
                  </a:lnTo>
                  <a:lnTo>
                    <a:pt x="8458452" y="9953"/>
                  </a:lnTo>
                  <a:lnTo>
                    <a:pt x="8458577" y="9953"/>
                  </a:lnTo>
                  <a:lnTo>
                    <a:pt x="8458827" y="9953"/>
                  </a:lnTo>
                  <a:lnTo>
                    <a:pt x="8459327" y="9953"/>
                  </a:lnTo>
                  <a:lnTo>
                    <a:pt x="8459578" y="9953"/>
                  </a:lnTo>
                  <a:lnTo>
                    <a:pt x="8459703" y="9953"/>
                  </a:lnTo>
                  <a:lnTo>
                    <a:pt x="8459953" y="9953"/>
                  </a:lnTo>
                  <a:lnTo>
                    <a:pt x="8460078" y="9953"/>
                  </a:lnTo>
                  <a:lnTo>
                    <a:pt x="8460203" y="9953"/>
                  </a:lnTo>
                  <a:lnTo>
                    <a:pt x="8460828" y="9953"/>
                  </a:lnTo>
                  <a:lnTo>
                    <a:pt x="8461953" y="9953"/>
                  </a:lnTo>
                  <a:lnTo>
                    <a:pt x="8462078" y="9953"/>
                  </a:lnTo>
                  <a:lnTo>
                    <a:pt x="8462328" y="9953"/>
                  </a:lnTo>
                  <a:lnTo>
                    <a:pt x="8462579" y="9953"/>
                  </a:lnTo>
                  <a:lnTo>
                    <a:pt x="8462704" y="9953"/>
                  </a:lnTo>
                  <a:lnTo>
                    <a:pt x="8463329" y="9953"/>
                  </a:lnTo>
                  <a:lnTo>
                    <a:pt x="8464204" y="9953"/>
                  </a:lnTo>
                  <a:lnTo>
                    <a:pt x="8465204" y="9953"/>
                  </a:lnTo>
                  <a:lnTo>
                    <a:pt x="8465329" y="9953"/>
                  </a:lnTo>
                  <a:lnTo>
                    <a:pt x="8465580" y="9953"/>
                  </a:lnTo>
                  <a:lnTo>
                    <a:pt x="8465705" y="9953"/>
                  </a:lnTo>
                  <a:lnTo>
                    <a:pt x="8466205" y="9953"/>
                  </a:lnTo>
                  <a:lnTo>
                    <a:pt x="8466580" y="9953"/>
                  </a:lnTo>
                  <a:lnTo>
                    <a:pt x="8467330" y="9953"/>
                  </a:lnTo>
                  <a:lnTo>
                    <a:pt x="8467705" y="9953"/>
                  </a:lnTo>
                  <a:lnTo>
                    <a:pt x="8467830" y="9953"/>
                  </a:lnTo>
                  <a:lnTo>
                    <a:pt x="8467955" y="9953"/>
                  </a:lnTo>
                  <a:lnTo>
                    <a:pt x="8468581" y="9953"/>
                  </a:lnTo>
                  <a:lnTo>
                    <a:pt x="8469331" y="9953"/>
                  </a:lnTo>
                  <a:lnTo>
                    <a:pt x="8469456" y="9953"/>
                  </a:lnTo>
                  <a:lnTo>
                    <a:pt x="8469581" y="9953"/>
                  </a:lnTo>
                  <a:lnTo>
                    <a:pt x="8470081" y="9953"/>
                  </a:lnTo>
                  <a:lnTo>
                    <a:pt x="8470206" y="9953"/>
                  </a:lnTo>
                  <a:lnTo>
                    <a:pt x="8470456" y="9953"/>
                  </a:lnTo>
                  <a:lnTo>
                    <a:pt x="8471707" y="9953"/>
                  </a:lnTo>
                  <a:lnTo>
                    <a:pt x="8472832" y="9953"/>
                  </a:lnTo>
                  <a:lnTo>
                    <a:pt x="8473082" y="9953"/>
                  </a:lnTo>
                  <a:lnTo>
                    <a:pt x="8473207" y="9953"/>
                  </a:lnTo>
                  <a:lnTo>
                    <a:pt x="8473332" y="9953"/>
                  </a:lnTo>
                  <a:lnTo>
                    <a:pt x="8473457" y="9953"/>
                  </a:lnTo>
                  <a:lnTo>
                    <a:pt x="8473957" y="9953"/>
                  </a:lnTo>
                  <a:lnTo>
                    <a:pt x="8474833" y="9953"/>
                  </a:lnTo>
                  <a:lnTo>
                    <a:pt x="8474958" y="9953"/>
                  </a:lnTo>
                  <a:lnTo>
                    <a:pt x="8475333" y="9953"/>
                  </a:lnTo>
                  <a:lnTo>
                    <a:pt x="8475708" y="9953"/>
                  </a:lnTo>
                  <a:lnTo>
                    <a:pt x="8476083" y="9953"/>
                  </a:lnTo>
                  <a:lnTo>
                    <a:pt x="8476333" y="9953"/>
                  </a:lnTo>
                  <a:lnTo>
                    <a:pt x="8476458" y="9953"/>
                  </a:lnTo>
                  <a:lnTo>
                    <a:pt x="8477083" y="0"/>
                  </a:lnTo>
                  <a:lnTo>
                    <a:pt x="8477083" y="0"/>
                  </a:lnTo>
                  <a:lnTo>
                    <a:pt x="8477208" y="0"/>
                  </a:lnTo>
                  <a:lnTo>
                    <a:pt x="8477584" y="0"/>
                  </a:lnTo>
                  <a:lnTo>
                    <a:pt x="8477709" y="0"/>
                  </a:lnTo>
                  <a:lnTo>
                    <a:pt x="8477834" y="0"/>
                  </a:lnTo>
                  <a:lnTo>
                    <a:pt x="8478334" y="0"/>
                  </a:lnTo>
                  <a:lnTo>
                    <a:pt x="8478709" y="0"/>
                  </a:lnTo>
                  <a:lnTo>
                    <a:pt x="8479084" y="0"/>
                  </a:lnTo>
                  <a:lnTo>
                    <a:pt x="8479209" y="0"/>
                  </a:lnTo>
                  <a:lnTo>
                    <a:pt x="8479584" y="0"/>
                  </a:lnTo>
                  <a:lnTo>
                    <a:pt x="8479709" y="0"/>
                  </a:lnTo>
                  <a:lnTo>
                    <a:pt x="8479834" y="0"/>
                  </a:lnTo>
                  <a:lnTo>
                    <a:pt x="8480585" y="0"/>
                  </a:lnTo>
                  <a:lnTo>
                    <a:pt x="8480710" y="0"/>
                  </a:lnTo>
                  <a:lnTo>
                    <a:pt x="8480960" y="0"/>
                  </a:lnTo>
                  <a:lnTo>
                    <a:pt x="8481585" y="0"/>
                  </a:lnTo>
                  <a:lnTo>
                    <a:pt x="8481960" y="0"/>
                  </a:lnTo>
                  <a:lnTo>
                    <a:pt x="8482460" y="0"/>
                  </a:lnTo>
                  <a:lnTo>
                    <a:pt x="8482585" y="0"/>
                  </a:lnTo>
                  <a:lnTo>
                    <a:pt x="8482710" y="0"/>
                  </a:lnTo>
                  <a:lnTo>
                    <a:pt x="8482835" y="0"/>
                  </a:lnTo>
                  <a:lnTo>
                    <a:pt x="8483210" y="0"/>
                  </a:lnTo>
                  <a:lnTo>
                    <a:pt x="8483335" y="0"/>
                  </a:lnTo>
                  <a:lnTo>
                    <a:pt x="8484086" y="0"/>
                  </a:lnTo>
                  <a:lnTo>
                    <a:pt x="8484211" y="0"/>
                  </a:lnTo>
                  <a:lnTo>
                    <a:pt x="8484711" y="0"/>
                  </a:lnTo>
                  <a:lnTo>
                    <a:pt x="8484961" y="0"/>
                  </a:lnTo>
                  <a:lnTo>
                    <a:pt x="8485211" y="0"/>
                  </a:lnTo>
                  <a:lnTo>
                    <a:pt x="8485461" y="0"/>
                  </a:lnTo>
                  <a:lnTo>
                    <a:pt x="8485586" y="0"/>
                  </a:lnTo>
                  <a:lnTo>
                    <a:pt x="8485711" y="0"/>
                  </a:lnTo>
                  <a:lnTo>
                    <a:pt x="8485961" y="0"/>
                  </a:lnTo>
                  <a:lnTo>
                    <a:pt x="8486712" y="0"/>
                  </a:lnTo>
                  <a:lnTo>
                    <a:pt x="8486837" y="0"/>
                  </a:lnTo>
                  <a:lnTo>
                    <a:pt x="8486962" y="0"/>
                  </a:lnTo>
                  <a:lnTo>
                    <a:pt x="8487087" y="0"/>
                  </a:lnTo>
                  <a:lnTo>
                    <a:pt x="8487212" y="0"/>
                  </a:lnTo>
                  <a:lnTo>
                    <a:pt x="8487337" y="0"/>
                  </a:lnTo>
                  <a:lnTo>
                    <a:pt x="8487712" y="0"/>
                  </a:lnTo>
                  <a:lnTo>
                    <a:pt x="8488087" y="0"/>
                  </a:lnTo>
                  <a:lnTo>
                    <a:pt x="8488212" y="0"/>
                  </a:lnTo>
                  <a:lnTo>
                    <a:pt x="8488462" y="0"/>
                  </a:lnTo>
                  <a:lnTo>
                    <a:pt x="8488712" y="0"/>
                  </a:lnTo>
                  <a:lnTo>
                    <a:pt x="8489337" y="0"/>
                  </a:lnTo>
                  <a:lnTo>
                    <a:pt x="8489462" y="0"/>
                  </a:lnTo>
                  <a:lnTo>
                    <a:pt x="8489838" y="0"/>
                  </a:lnTo>
                  <a:lnTo>
                    <a:pt x="8489963" y="0"/>
                  </a:lnTo>
                  <a:lnTo>
                    <a:pt x="8490088" y="0"/>
                  </a:lnTo>
                  <a:lnTo>
                    <a:pt x="8490213" y="0"/>
                  </a:lnTo>
                  <a:lnTo>
                    <a:pt x="8490463" y="0"/>
                  </a:lnTo>
                  <a:lnTo>
                    <a:pt x="8490588" y="0"/>
                  </a:lnTo>
                  <a:lnTo>
                    <a:pt x="8490713" y="0"/>
                  </a:lnTo>
                  <a:lnTo>
                    <a:pt x="8490838" y="0"/>
                  </a:lnTo>
                  <a:lnTo>
                    <a:pt x="8491088" y="0"/>
                  </a:lnTo>
                  <a:lnTo>
                    <a:pt x="8491213" y="0"/>
                  </a:lnTo>
                  <a:lnTo>
                    <a:pt x="8491463" y="0"/>
                  </a:lnTo>
                  <a:lnTo>
                    <a:pt x="8491713" y="0"/>
                  </a:lnTo>
                  <a:lnTo>
                    <a:pt x="8492463" y="0"/>
                  </a:lnTo>
                  <a:lnTo>
                    <a:pt x="8492589" y="0"/>
                  </a:lnTo>
                  <a:lnTo>
                    <a:pt x="8492964" y="0"/>
                  </a:lnTo>
                  <a:lnTo>
                    <a:pt x="8493339" y="0"/>
                  </a:lnTo>
                  <a:lnTo>
                    <a:pt x="8493464" y="0"/>
                  </a:lnTo>
                  <a:lnTo>
                    <a:pt x="8493589" y="0"/>
                  </a:lnTo>
                  <a:lnTo>
                    <a:pt x="8493714" y="0"/>
                  </a:lnTo>
                  <a:lnTo>
                    <a:pt x="8494214" y="0"/>
                  </a:lnTo>
                  <a:lnTo>
                    <a:pt x="8494589" y="0"/>
                  </a:lnTo>
                  <a:lnTo>
                    <a:pt x="8494714" y="0"/>
                  </a:lnTo>
                  <a:lnTo>
                    <a:pt x="8494839" y="0"/>
                  </a:lnTo>
                  <a:lnTo>
                    <a:pt x="8495089" y="0"/>
                  </a:lnTo>
                  <a:lnTo>
                    <a:pt x="8495715" y="0"/>
                  </a:lnTo>
                  <a:lnTo>
                    <a:pt x="8495840" y="0"/>
                  </a:lnTo>
                  <a:lnTo>
                    <a:pt x="8496090" y="0"/>
                  </a:lnTo>
                  <a:lnTo>
                    <a:pt x="8496215" y="0"/>
                  </a:lnTo>
                  <a:lnTo>
                    <a:pt x="8496465" y="0"/>
                  </a:lnTo>
                  <a:lnTo>
                    <a:pt x="8496590" y="0"/>
                  </a:lnTo>
                  <a:lnTo>
                    <a:pt x="8497090" y="0"/>
                  </a:lnTo>
                  <a:lnTo>
                    <a:pt x="8497215" y="0"/>
                  </a:lnTo>
                  <a:lnTo>
                    <a:pt x="8497340" y="0"/>
                  </a:lnTo>
                  <a:lnTo>
                    <a:pt x="8497465" y="0"/>
                  </a:lnTo>
                  <a:lnTo>
                    <a:pt x="8497840" y="0"/>
                  </a:lnTo>
                  <a:lnTo>
                    <a:pt x="8497965" y="0"/>
                  </a:lnTo>
                  <a:lnTo>
                    <a:pt x="8498090" y="0"/>
                  </a:lnTo>
                  <a:lnTo>
                    <a:pt x="8498215" y="0"/>
                  </a:lnTo>
                  <a:lnTo>
                    <a:pt x="8498340" y="0"/>
                  </a:lnTo>
                  <a:lnTo>
                    <a:pt x="8498466" y="0"/>
                  </a:lnTo>
                  <a:lnTo>
                    <a:pt x="8498591" y="0"/>
                  </a:lnTo>
                  <a:lnTo>
                    <a:pt x="8498841" y="0"/>
                  </a:lnTo>
                  <a:lnTo>
                    <a:pt x="8498966" y="0"/>
                  </a:lnTo>
                  <a:lnTo>
                    <a:pt x="8499091" y="0"/>
                  </a:lnTo>
                  <a:lnTo>
                    <a:pt x="8499216" y="0"/>
                  </a:lnTo>
                  <a:lnTo>
                    <a:pt x="8499341" y="0"/>
                  </a:lnTo>
                  <a:lnTo>
                    <a:pt x="8499466" y="0"/>
                  </a:lnTo>
                  <a:lnTo>
                    <a:pt x="8499716" y="0"/>
                  </a:lnTo>
                  <a:lnTo>
                    <a:pt x="8499841" y="0"/>
                  </a:lnTo>
                  <a:lnTo>
                    <a:pt x="8500091" y="0"/>
                  </a:lnTo>
                  <a:lnTo>
                    <a:pt x="8500216" y="0"/>
                  </a:lnTo>
                  <a:lnTo>
                    <a:pt x="8500341" y="0"/>
                  </a:lnTo>
                  <a:lnTo>
                    <a:pt x="8500466" y="0"/>
                  </a:lnTo>
                  <a:lnTo>
                    <a:pt x="8500716" y="0"/>
                  </a:lnTo>
                  <a:lnTo>
                    <a:pt x="8500841" y="0"/>
                  </a:lnTo>
                  <a:lnTo>
                    <a:pt x="8500966" y="0"/>
                  </a:lnTo>
                  <a:lnTo>
                    <a:pt x="8501091" y="0"/>
                  </a:lnTo>
                  <a:lnTo>
                    <a:pt x="8501216" y="0"/>
                  </a:lnTo>
                  <a:lnTo>
                    <a:pt x="8501341" y="0"/>
                  </a:lnTo>
                  <a:lnTo>
                    <a:pt x="8501467" y="0"/>
                  </a:lnTo>
                  <a:lnTo>
                    <a:pt x="8501592" y="0"/>
                  </a:lnTo>
                  <a:lnTo>
                    <a:pt x="8501717" y="0"/>
                  </a:lnTo>
                  <a:lnTo>
                    <a:pt x="8501842" y="0"/>
                  </a:lnTo>
                  <a:lnTo>
                    <a:pt x="8501967" y="0"/>
                  </a:lnTo>
                  <a:lnTo>
                    <a:pt x="8502092" y="0"/>
                  </a:lnTo>
                  <a:lnTo>
                    <a:pt x="8502217" y="0"/>
                  </a:lnTo>
                  <a:lnTo>
                    <a:pt x="8502342" y="0"/>
                  </a:lnTo>
                  <a:lnTo>
                    <a:pt x="8502467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5" y="6340585"/>
                  </a:lnTo>
                  <a:lnTo>
                    <a:pt x="250" y="6340585"/>
                  </a:lnTo>
                  <a:lnTo>
                    <a:pt x="375" y="6340585"/>
                  </a:lnTo>
                  <a:lnTo>
                    <a:pt x="500" y="6340585"/>
                  </a:lnTo>
                  <a:lnTo>
                    <a:pt x="625" y="6340585"/>
                  </a:lnTo>
                  <a:lnTo>
                    <a:pt x="750" y="6340585"/>
                  </a:lnTo>
                  <a:lnTo>
                    <a:pt x="875" y="6340585"/>
                  </a:lnTo>
                  <a:lnTo>
                    <a:pt x="1000" y="6340585"/>
                  </a:lnTo>
                  <a:lnTo>
                    <a:pt x="1125" y="6340585"/>
                  </a:lnTo>
                  <a:lnTo>
                    <a:pt x="1250" y="6340585"/>
                  </a:lnTo>
                  <a:lnTo>
                    <a:pt x="1375" y="6340585"/>
                  </a:lnTo>
                  <a:lnTo>
                    <a:pt x="1500" y="6340585"/>
                  </a:lnTo>
                  <a:lnTo>
                    <a:pt x="1500" y="6330631"/>
                  </a:lnTo>
                  <a:lnTo>
                    <a:pt x="1625" y="6330631"/>
                  </a:lnTo>
                  <a:lnTo>
                    <a:pt x="1750" y="6330631"/>
                  </a:lnTo>
                  <a:lnTo>
                    <a:pt x="1875" y="6330631"/>
                  </a:lnTo>
                  <a:lnTo>
                    <a:pt x="2000" y="6330631"/>
                  </a:lnTo>
                  <a:lnTo>
                    <a:pt x="2125" y="6330631"/>
                  </a:lnTo>
                  <a:lnTo>
                    <a:pt x="2250" y="6330631"/>
                  </a:lnTo>
                  <a:lnTo>
                    <a:pt x="2250" y="6320677"/>
                  </a:lnTo>
                  <a:lnTo>
                    <a:pt x="2375" y="6320677"/>
                  </a:lnTo>
                  <a:lnTo>
                    <a:pt x="2500" y="6320677"/>
                  </a:lnTo>
                  <a:lnTo>
                    <a:pt x="2625" y="6320677"/>
                  </a:lnTo>
                  <a:lnTo>
                    <a:pt x="2750" y="6320677"/>
                  </a:lnTo>
                  <a:lnTo>
                    <a:pt x="2875" y="6320677"/>
                  </a:lnTo>
                  <a:lnTo>
                    <a:pt x="3001" y="6320677"/>
                  </a:lnTo>
                  <a:lnTo>
                    <a:pt x="3126" y="6320677"/>
                  </a:lnTo>
                  <a:lnTo>
                    <a:pt x="3251" y="6320677"/>
                  </a:lnTo>
                  <a:lnTo>
                    <a:pt x="3376" y="6320677"/>
                  </a:lnTo>
                  <a:lnTo>
                    <a:pt x="3501" y="6320677"/>
                  </a:lnTo>
                  <a:lnTo>
                    <a:pt x="3626" y="6320677"/>
                  </a:lnTo>
                  <a:lnTo>
                    <a:pt x="3751" y="6320677"/>
                  </a:lnTo>
                  <a:lnTo>
                    <a:pt x="3876" y="6320677"/>
                  </a:lnTo>
                  <a:lnTo>
                    <a:pt x="4001" y="6320677"/>
                  </a:lnTo>
                  <a:lnTo>
                    <a:pt x="4126" y="6320677"/>
                  </a:lnTo>
                  <a:lnTo>
                    <a:pt x="4251" y="6320677"/>
                  </a:lnTo>
                  <a:lnTo>
                    <a:pt x="4376" y="6320677"/>
                  </a:lnTo>
                  <a:lnTo>
                    <a:pt x="4501" y="6320677"/>
                  </a:lnTo>
                  <a:lnTo>
                    <a:pt x="4626" y="6320677"/>
                  </a:lnTo>
                  <a:lnTo>
                    <a:pt x="4751" y="6320677"/>
                  </a:lnTo>
                  <a:lnTo>
                    <a:pt x="4876" y="6320677"/>
                  </a:lnTo>
                  <a:lnTo>
                    <a:pt x="5001" y="6320677"/>
                  </a:lnTo>
                  <a:lnTo>
                    <a:pt x="5001" y="6310723"/>
                  </a:lnTo>
                  <a:lnTo>
                    <a:pt x="5126" y="6310723"/>
                  </a:lnTo>
                  <a:lnTo>
                    <a:pt x="5251" y="6310723"/>
                  </a:lnTo>
                  <a:lnTo>
                    <a:pt x="5376" y="6310723"/>
                  </a:lnTo>
                  <a:lnTo>
                    <a:pt x="5501" y="6310723"/>
                  </a:lnTo>
                  <a:lnTo>
                    <a:pt x="5626" y="6310723"/>
                  </a:lnTo>
                  <a:lnTo>
                    <a:pt x="5751" y="6310723"/>
                  </a:lnTo>
                  <a:lnTo>
                    <a:pt x="5876" y="6310723"/>
                  </a:lnTo>
                  <a:lnTo>
                    <a:pt x="6002" y="6310723"/>
                  </a:lnTo>
                  <a:lnTo>
                    <a:pt x="6127" y="6310723"/>
                  </a:lnTo>
                  <a:lnTo>
                    <a:pt x="6252" y="6310723"/>
                  </a:lnTo>
                  <a:lnTo>
                    <a:pt x="6377" y="6310723"/>
                  </a:lnTo>
                  <a:lnTo>
                    <a:pt x="6502" y="6310723"/>
                  </a:lnTo>
                  <a:lnTo>
                    <a:pt x="6627" y="6310723"/>
                  </a:lnTo>
                  <a:lnTo>
                    <a:pt x="6752" y="6310723"/>
                  </a:lnTo>
                  <a:lnTo>
                    <a:pt x="6877" y="6310723"/>
                  </a:lnTo>
                  <a:lnTo>
                    <a:pt x="7002" y="6310723"/>
                  </a:lnTo>
                  <a:lnTo>
                    <a:pt x="7127" y="6310723"/>
                  </a:lnTo>
                  <a:lnTo>
                    <a:pt x="7252" y="6310723"/>
                  </a:lnTo>
                  <a:lnTo>
                    <a:pt x="7377" y="6310723"/>
                  </a:lnTo>
                  <a:lnTo>
                    <a:pt x="7502" y="6310723"/>
                  </a:lnTo>
                  <a:lnTo>
                    <a:pt x="7627" y="6310723"/>
                  </a:lnTo>
                  <a:lnTo>
                    <a:pt x="7752" y="6310723"/>
                  </a:lnTo>
                  <a:lnTo>
                    <a:pt x="7877" y="6310723"/>
                  </a:lnTo>
                  <a:lnTo>
                    <a:pt x="8002" y="6310723"/>
                  </a:lnTo>
                  <a:lnTo>
                    <a:pt x="8127" y="6310723"/>
                  </a:lnTo>
                  <a:lnTo>
                    <a:pt x="8252" y="6310723"/>
                  </a:lnTo>
                  <a:lnTo>
                    <a:pt x="8377" y="6310723"/>
                  </a:lnTo>
                  <a:lnTo>
                    <a:pt x="8377" y="6300769"/>
                  </a:lnTo>
                  <a:lnTo>
                    <a:pt x="8502" y="6300769"/>
                  </a:lnTo>
                  <a:lnTo>
                    <a:pt x="8627" y="6300769"/>
                  </a:lnTo>
                  <a:lnTo>
                    <a:pt x="8752" y="6300769"/>
                  </a:lnTo>
                  <a:lnTo>
                    <a:pt x="8877" y="6300769"/>
                  </a:lnTo>
                  <a:lnTo>
                    <a:pt x="9003" y="6300769"/>
                  </a:lnTo>
                  <a:lnTo>
                    <a:pt x="9128" y="6300769"/>
                  </a:lnTo>
                  <a:lnTo>
                    <a:pt x="9253" y="6300769"/>
                  </a:lnTo>
                  <a:lnTo>
                    <a:pt x="9378" y="6300769"/>
                  </a:lnTo>
                  <a:lnTo>
                    <a:pt x="9503" y="6300769"/>
                  </a:lnTo>
                  <a:lnTo>
                    <a:pt x="9628" y="6300769"/>
                  </a:lnTo>
                  <a:lnTo>
                    <a:pt x="9753" y="6300769"/>
                  </a:lnTo>
                  <a:lnTo>
                    <a:pt x="9878" y="6300769"/>
                  </a:lnTo>
                  <a:lnTo>
                    <a:pt x="10003" y="6300769"/>
                  </a:lnTo>
                  <a:lnTo>
                    <a:pt x="10128" y="6300769"/>
                  </a:lnTo>
                  <a:lnTo>
                    <a:pt x="10253" y="6300769"/>
                  </a:lnTo>
                  <a:lnTo>
                    <a:pt x="10378" y="6300769"/>
                  </a:lnTo>
                  <a:lnTo>
                    <a:pt x="10503" y="6300769"/>
                  </a:lnTo>
                  <a:lnTo>
                    <a:pt x="10628" y="6300769"/>
                  </a:lnTo>
                  <a:lnTo>
                    <a:pt x="10753" y="6300769"/>
                  </a:lnTo>
                  <a:lnTo>
                    <a:pt x="10878" y="6300769"/>
                  </a:lnTo>
                  <a:lnTo>
                    <a:pt x="11003" y="6300769"/>
                  </a:lnTo>
                  <a:lnTo>
                    <a:pt x="11128" y="6300769"/>
                  </a:lnTo>
                  <a:lnTo>
                    <a:pt x="11253" y="6300769"/>
                  </a:lnTo>
                  <a:lnTo>
                    <a:pt x="11378" y="6300769"/>
                  </a:lnTo>
                  <a:lnTo>
                    <a:pt x="11503" y="6300769"/>
                  </a:lnTo>
                  <a:lnTo>
                    <a:pt x="11628" y="6300769"/>
                  </a:lnTo>
                  <a:lnTo>
                    <a:pt x="11753" y="6300769"/>
                  </a:lnTo>
                  <a:lnTo>
                    <a:pt x="11878" y="6300769"/>
                  </a:lnTo>
                  <a:lnTo>
                    <a:pt x="12004" y="6300769"/>
                  </a:lnTo>
                  <a:lnTo>
                    <a:pt x="12129" y="6300769"/>
                  </a:lnTo>
                  <a:lnTo>
                    <a:pt x="12254" y="6300769"/>
                  </a:lnTo>
                  <a:lnTo>
                    <a:pt x="12379" y="6300769"/>
                  </a:lnTo>
                  <a:lnTo>
                    <a:pt x="12504" y="6300769"/>
                  </a:lnTo>
                  <a:lnTo>
                    <a:pt x="12629" y="6300769"/>
                  </a:lnTo>
                  <a:lnTo>
                    <a:pt x="12754" y="6300769"/>
                  </a:lnTo>
                  <a:lnTo>
                    <a:pt x="12879" y="6300769"/>
                  </a:lnTo>
                  <a:lnTo>
                    <a:pt x="13004" y="6300769"/>
                  </a:lnTo>
                  <a:lnTo>
                    <a:pt x="13129" y="6300769"/>
                  </a:lnTo>
                  <a:lnTo>
                    <a:pt x="13254" y="6300769"/>
                  </a:lnTo>
                  <a:lnTo>
                    <a:pt x="13379" y="6300769"/>
                  </a:lnTo>
                  <a:lnTo>
                    <a:pt x="13504" y="6300769"/>
                  </a:lnTo>
                  <a:lnTo>
                    <a:pt x="13629" y="6300769"/>
                  </a:lnTo>
                  <a:lnTo>
                    <a:pt x="13754" y="6300769"/>
                  </a:lnTo>
                  <a:lnTo>
                    <a:pt x="13879" y="6300769"/>
                  </a:lnTo>
                  <a:lnTo>
                    <a:pt x="14004" y="6300769"/>
                  </a:lnTo>
                  <a:lnTo>
                    <a:pt x="14129" y="6300769"/>
                  </a:lnTo>
                  <a:lnTo>
                    <a:pt x="14254" y="6300769"/>
                  </a:lnTo>
                  <a:lnTo>
                    <a:pt x="14379" y="6300769"/>
                  </a:lnTo>
                  <a:lnTo>
                    <a:pt x="14504" y="6300769"/>
                  </a:lnTo>
                  <a:lnTo>
                    <a:pt x="14629" y="6300769"/>
                  </a:lnTo>
                  <a:lnTo>
                    <a:pt x="14754" y="6300769"/>
                  </a:lnTo>
                  <a:lnTo>
                    <a:pt x="14879" y="6300769"/>
                  </a:lnTo>
                  <a:lnTo>
                    <a:pt x="15005" y="6300769"/>
                  </a:lnTo>
                  <a:lnTo>
                    <a:pt x="15130" y="6300769"/>
                  </a:lnTo>
                  <a:lnTo>
                    <a:pt x="15255" y="6300769"/>
                  </a:lnTo>
                  <a:lnTo>
                    <a:pt x="15380" y="6300769"/>
                  </a:lnTo>
                  <a:lnTo>
                    <a:pt x="15505" y="6300769"/>
                  </a:lnTo>
                  <a:lnTo>
                    <a:pt x="15630" y="6300769"/>
                  </a:lnTo>
                  <a:lnTo>
                    <a:pt x="15755" y="6300769"/>
                  </a:lnTo>
                  <a:lnTo>
                    <a:pt x="15755" y="6290815"/>
                  </a:lnTo>
                  <a:lnTo>
                    <a:pt x="15880" y="6290815"/>
                  </a:lnTo>
                  <a:lnTo>
                    <a:pt x="16005" y="6290815"/>
                  </a:lnTo>
                  <a:lnTo>
                    <a:pt x="16130" y="6290815"/>
                  </a:lnTo>
                  <a:lnTo>
                    <a:pt x="16255" y="6290815"/>
                  </a:lnTo>
                  <a:lnTo>
                    <a:pt x="16380" y="6290815"/>
                  </a:lnTo>
                  <a:lnTo>
                    <a:pt x="16505" y="6290815"/>
                  </a:lnTo>
                  <a:lnTo>
                    <a:pt x="16630" y="6290815"/>
                  </a:lnTo>
                  <a:lnTo>
                    <a:pt x="16755" y="6290815"/>
                  </a:lnTo>
                  <a:lnTo>
                    <a:pt x="16880" y="6290815"/>
                  </a:lnTo>
                  <a:lnTo>
                    <a:pt x="17005" y="6290815"/>
                  </a:lnTo>
                  <a:lnTo>
                    <a:pt x="17130" y="6290815"/>
                  </a:lnTo>
                  <a:lnTo>
                    <a:pt x="17255" y="6290815"/>
                  </a:lnTo>
                  <a:lnTo>
                    <a:pt x="17380" y="6290815"/>
                  </a:lnTo>
                  <a:lnTo>
                    <a:pt x="17505" y="6290815"/>
                  </a:lnTo>
                  <a:lnTo>
                    <a:pt x="17630" y="6290815"/>
                  </a:lnTo>
                  <a:lnTo>
                    <a:pt x="17755" y="6290815"/>
                  </a:lnTo>
                  <a:lnTo>
                    <a:pt x="17880" y="6290815"/>
                  </a:lnTo>
                  <a:lnTo>
                    <a:pt x="18006" y="6290815"/>
                  </a:lnTo>
                  <a:lnTo>
                    <a:pt x="18131" y="6290815"/>
                  </a:lnTo>
                  <a:lnTo>
                    <a:pt x="18256" y="6290815"/>
                  </a:lnTo>
                  <a:lnTo>
                    <a:pt x="18381" y="6290815"/>
                  </a:lnTo>
                  <a:lnTo>
                    <a:pt x="18506" y="6290815"/>
                  </a:lnTo>
                  <a:lnTo>
                    <a:pt x="18631" y="6290815"/>
                  </a:lnTo>
                  <a:lnTo>
                    <a:pt x="18756" y="6290815"/>
                  </a:lnTo>
                  <a:lnTo>
                    <a:pt x="18881" y="6290815"/>
                  </a:lnTo>
                  <a:lnTo>
                    <a:pt x="19006" y="6290815"/>
                  </a:lnTo>
                  <a:lnTo>
                    <a:pt x="19131" y="6290815"/>
                  </a:lnTo>
                  <a:lnTo>
                    <a:pt x="19256" y="6290815"/>
                  </a:lnTo>
                  <a:lnTo>
                    <a:pt x="19381" y="6290815"/>
                  </a:lnTo>
                  <a:lnTo>
                    <a:pt x="19506" y="6290815"/>
                  </a:lnTo>
                  <a:lnTo>
                    <a:pt x="19631" y="6290815"/>
                  </a:lnTo>
                  <a:lnTo>
                    <a:pt x="19756" y="6290815"/>
                  </a:lnTo>
                  <a:lnTo>
                    <a:pt x="19881" y="6290815"/>
                  </a:lnTo>
                  <a:lnTo>
                    <a:pt x="20006" y="6290815"/>
                  </a:lnTo>
                  <a:lnTo>
                    <a:pt x="20131" y="6290815"/>
                  </a:lnTo>
                  <a:lnTo>
                    <a:pt x="20256" y="6290815"/>
                  </a:lnTo>
                  <a:lnTo>
                    <a:pt x="20381" y="6290815"/>
                  </a:lnTo>
                  <a:lnTo>
                    <a:pt x="20506" y="6290815"/>
                  </a:lnTo>
                  <a:lnTo>
                    <a:pt x="20631" y="6290815"/>
                  </a:lnTo>
                  <a:lnTo>
                    <a:pt x="20756" y="6290815"/>
                  </a:lnTo>
                  <a:lnTo>
                    <a:pt x="20881" y="6290815"/>
                  </a:lnTo>
                  <a:lnTo>
                    <a:pt x="21007" y="6290815"/>
                  </a:lnTo>
                  <a:lnTo>
                    <a:pt x="21132" y="6290815"/>
                  </a:lnTo>
                  <a:lnTo>
                    <a:pt x="21257" y="6290815"/>
                  </a:lnTo>
                  <a:lnTo>
                    <a:pt x="21382" y="6290815"/>
                  </a:lnTo>
                  <a:lnTo>
                    <a:pt x="21507" y="6290815"/>
                  </a:lnTo>
                  <a:lnTo>
                    <a:pt x="21632" y="6290815"/>
                  </a:lnTo>
                  <a:lnTo>
                    <a:pt x="21757" y="6290815"/>
                  </a:lnTo>
                  <a:lnTo>
                    <a:pt x="21882" y="6290815"/>
                  </a:lnTo>
                  <a:lnTo>
                    <a:pt x="22007" y="6290815"/>
                  </a:lnTo>
                  <a:lnTo>
                    <a:pt x="22132" y="6290815"/>
                  </a:lnTo>
                  <a:lnTo>
                    <a:pt x="22257" y="6290815"/>
                  </a:lnTo>
                  <a:lnTo>
                    <a:pt x="22382" y="6290815"/>
                  </a:lnTo>
                  <a:lnTo>
                    <a:pt x="22507" y="6290815"/>
                  </a:lnTo>
                  <a:lnTo>
                    <a:pt x="22632" y="6290815"/>
                  </a:lnTo>
                  <a:lnTo>
                    <a:pt x="22757" y="6290815"/>
                  </a:lnTo>
                  <a:lnTo>
                    <a:pt x="22882" y="6290815"/>
                  </a:lnTo>
                  <a:lnTo>
                    <a:pt x="23007" y="6290815"/>
                  </a:lnTo>
                  <a:lnTo>
                    <a:pt x="23132" y="6290815"/>
                  </a:lnTo>
                  <a:lnTo>
                    <a:pt x="23257" y="6290815"/>
                  </a:lnTo>
                  <a:lnTo>
                    <a:pt x="23382" y="6290815"/>
                  </a:lnTo>
                  <a:lnTo>
                    <a:pt x="23507" y="6290815"/>
                  </a:lnTo>
                  <a:lnTo>
                    <a:pt x="23632" y="6290815"/>
                  </a:lnTo>
                  <a:lnTo>
                    <a:pt x="23757" y="6290815"/>
                  </a:lnTo>
                  <a:lnTo>
                    <a:pt x="23882" y="6290815"/>
                  </a:lnTo>
                  <a:lnTo>
                    <a:pt x="24008" y="6290815"/>
                  </a:lnTo>
                  <a:lnTo>
                    <a:pt x="24133" y="6290815"/>
                  </a:lnTo>
                  <a:lnTo>
                    <a:pt x="24258" y="6290815"/>
                  </a:lnTo>
                  <a:lnTo>
                    <a:pt x="24383" y="6290815"/>
                  </a:lnTo>
                  <a:lnTo>
                    <a:pt x="24383" y="6280862"/>
                  </a:lnTo>
                  <a:lnTo>
                    <a:pt x="24508" y="6280862"/>
                  </a:lnTo>
                  <a:lnTo>
                    <a:pt x="24633" y="6280862"/>
                  </a:lnTo>
                  <a:lnTo>
                    <a:pt x="24758" y="6280862"/>
                  </a:lnTo>
                  <a:lnTo>
                    <a:pt x="24883" y="6280862"/>
                  </a:lnTo>
                  <a:lnTo>
                    <a:pt x="25008" y="6280862"/>
                  </a:lnTo>
                  <a:lnTo>
                    <a:pt x="25133" y="6280862"/>
                  </a:lnTo>
                  <a:lnTo>
                    <a:pt x="25258" y="6280862"/>
                  </a:lnTo>
                  <a:lnTo>
                    <a:pt x="25383" y="6280862"/>
                  </a:lnTo>
                  <a:lnTo>
                    <a:pt x="25508" y="6280862"/>
                  </a:lnTo>
                  <a:lnTo>
                    <a:pt x="25633" y="6280862"/>
                  </a:lnTo>
                  <a:lnTo>
                    <a:pt x="25758" y="6280862"/>
                  </a:lnTo>
                  <a:lnTo>
                    <a:pt x="25883" y="6280862"/>
                  </a:lnTo>
                  <a:lnTo>
                    <a:pt x="26008" y="6280862"/>
                  </a:lnTo>
                  <a:lnTo>
                    <a:pt x="26133" y="6280862"/>
                  </a:lnTo>
                  <a:lnTo>
                    <a:pt x="26258" y="6280862"/>
                  </a:lnTo>
                  <a:lnTo>
                    <a:pt x="26383" y="6280862"/>
                  </a:lnTo>
                  <a:lnTo>
                    <a:pt x="26508" y="6280862"/>
                  </a:lnTo>
                  <a:lnTo>
                    <a:pt x="26633" y="6280862"/>
                  </a:lnTo>
                  <a:lnTo>
                    <a:pt x="26758" y="6280862"/>
                  </a:lnTo>
                  <a:lnTo>
                    <a:pt x="26883" y="6280862"/>
                  </a:lnTo>
                  <a:lnTo>
                    <a:pt x="27009" y="6280862"/>
                  </a:lnTo>
                  <a:lnTo>
                    <a:pt x="27134" y="6280862"/>
                  </a:lnTo>
                  <a:lnTo>
                    <a:pt x="27259" y="6280862"/>
                  </a:lnTo>
                  <a:lnTo>
                    <a:pt x="27384" y="6280862"/>
                  </a:lnTo>
                  <a:lnTo>
                    <a:pt x="27509" y="6280862"/>
                  </a:lnTo>
                  <a:lnTo>
                    <a:pt x="27634" y="6280862"/>
                  </a:lnTo>
                  <a:lnTo>
                    <a:pt x="27759" y="6280862"/>
                  </a:lnTo>
                  <a:lnTo>
                    <a:pt x="27884" y="6280862"/>
                  </a:lnTo>
                  <a:lnTo>
                    <a:pt x="28009" y="6280862"/>
                  </a:lnTo>
                  <a:lnTo>
                    <a:pt x="28134" y="6280862"/>
                  </a:lnTo>
                  <a:lnTo>
                    <a:pt x="28259" y="6280862"/>
                  </a:lnTo>
                  <a:lnTo>
                    <a:pt x="28384" y="6280862"/>
                  </a:lnTo>
                  <a:lnTo>
                    <a:pt x="28509" y="6280862"/>
                  </a:lnTo>
                  <a:lnTo>
                    <a:pt x="28634" y="6280862"/>
                  </a:lnTo>
                  <a:lnTo>
                    <a:pt x="28759" y="6280862"/>
                  </a:lnTo>
                  <a:lnTo>
                    <a:pt x="28884" y="6280862"/>
                  </a:lnTo>
                  <a:lnTo>
                    <a:pt x="29009" y="6280862"/>
                  </a:lnTo>
                  <a:lnTo>
                    <a:pt x="29134" y="6280862"/>
                  </a:lnTo>
                  <a:lnTo>
                    <a:pt x="29259" y="6280862"/>
                  </a:lnTo>
                  <a:lnTo>
                    <a:pt x="29384" y="6280862"/>
                  </a:lnTo>
                  <a:lnTo>
                    <a:pt x="29509" y="6280862"/>
                  </a:lnTo>
                  <a:lnTo>
                    <a:pt x="29634" y="6280862"/>
                  </a:lnTo>
                  <a:lnTo>
                    <a:pt x="29759" y="6280862"/>
                  </a:lnTo>
                  <a:lnTo>
                    <a:pt x="29884" y="6280862"/>
                  </a:lnTo>
                  <a:lnTo>
                    <a:pt x="30010" y="6280862"/>
                  </a:lnTo>
                  <a:lnTo>
                    <a:pt x="30135" y="6280862"/>
                  </a:lnTo>
                  <a:lnTo>
                    <a:pt x="30260" y="6280862"/>
                  </a:lnTo>
                  <a:lnTo>
                    <a:pt x="30385" y="6280862"/>
                  </a:lnTo>
                  <a:lnTo>
                    <a:pt x="30510" y="6280862"/>
                  </a:lnTo>
                  <a:lnTo>
                    <a:pt x="30635" y="6280862"/>
                  </a:lnTo>
                  <a:lnTo>
                    <a:pt x="30760" y="6280862"/>
                  </a:lnTo>
                  <a:lnTo>
                    <a:pt x="30885" y="6280862"/>
                  </a:lnTo>
                  <a:lnTo>
                    <a:pt x="31010" y="6280862"/>
                  </a:lnTo>
                  <a:lnTo>
                    <a:pt x="31135" y="6280862"/>
                  </a:lnTo>
                  <a:lnTo>
                    <a:pt x="31260" y="6280862"/>
                  </a:lnTo>
                  <a:lnTo>
                    <a:pt x="31385" y="6280862"/>
                  </a:lnTo>
                  <a:lnTo>
                    <a:pt x="31510" y="6280862"/>
                  </a:lnTo>
                  <a:lnTo>
                    <a:pt x="31635" y="6280862"/>
                  </a:lnTo>
                  <a:lnTo>
                    <a:pt x="31760" y="6280862"/>
                  </a:lnTo>
                  <a:lnTo>
                    <a:pt x="31885" y="6280862"/>
                  </a:lnTo>
                  <a:lnTo>
                    <a:pt x="32010" y="6280862"/>
                  </a:lnTo>
                  <a:lnTo>
                    <a:pt x="32135" y="6280862"/>
                  </a:lnTo>
                  <a:lnTo>
                    <a:pt x="32260" y="6280862"/>
                  </a:lnTo>
                  <a:lnTo>
                    <a:pt x="32385" y="6280862"/>
                  </a:lnTo>
                  <a:lnTo>
                    <a:pt x="32510" y="6280862"/>
                  </a:lnTo>
                  <a:lnTo>
                    <a:pt x="32635" y="6280862"/>
                  </a:lnTo>
                  <a:lnTo>
                    <a:pt x="32760" y="6280862"/>
                  </a:lnTo>
                  <a:lnTo>
                    <a:pt x="32885" y="6280862"/>
                  </a:lnTo>
                  <a:lnTo>
                    <a:pt x="33011" y="6280862"/>
                  </a:lnTo>
                  <a:lnTo>
                    <a:pt x="33136" y="6280862"/>
                  </a:lnTo>
                  <a:lnTo>
                    <a:pt x="33136" y="6270908"/>
                  </a:lnTo>
                  <a:lnTo>
                    <a:pt x="33261" y="6270908"/>
                  </a:lnTo>
                  <a:lnTo>
                    <a:pt x="33386" y="6270908"/>
                  </a:lnTo>
                  <a:lnTo>
                    <a:pt x="33511" y="6270908"/>
                  </a:lnTo>
                  <a:lnTo>
                    <a:pt x="33636" y="6270908"/>
                  </a:lnTo>
                  <a:lnTo>
                    <a:pt x="33761" y="6270908"/>
                  </a:lnTo>
                  <a:lnTo>
                    <a:pt x="33886" y="6270908"/>
                  </a:lnTo>
                  <a:lnTo>
                    <a:pt x="34011" y="6270908"/>
                  </a:lnTo>
                  <a:lnTo>
                    <a:pt x="34136" y="6270908"/>
                  </a:lnTo>
                  <a:lnTo>
                    <a:pt x="34261" y="6270908"/>
                  </a:lnTo>
                  <a:lnTo>
                    <a:pt x="34386" y="6270908"/>
                  </a:lnTo>
                  <a:lnTo>
                    <a:pt x="34511" y="6270908"/>
                  </a:lnTo>
                  <a:lnTo>
                    <a:pt x="34636" y="6270908"/>
                  </a:lnTo>
                  <a:lnTo>
                    <a:pt x="34761" y="6270908"/>
                  </a:lnTo>
                  <a:lnTo>
                    <a:pt x="34886" y="6270908"/>
                  </a:lnTo>
                  <a:lnTo>
                    <a:pt x="35011" y="6270908"/>
                  </a:lnTo>
                  <a:lnTo>
                    <a:pt x="35136" y="6270908"/>
                  </a:lnTo>
                  <a:lnTo>
                    <a:pt x="35261" y="6270908"/>
                  </a:lnTo>
                  <a:lnTo>
                    <a:pt x="35386" y="6270908"/>
                  </a:lnTo>
                  <a:lnTo>
                    <a:pt x="35511" y="6270908"/>
                  </a:lnTo>
                  <a:lnTo>
                    <a:pt x="35636" y="6270908"/>
                  </a:lnTo>
                  <a:lnTo>
                    <a:pt x="35761" y="6270908"/>
                  </a:lnTo>
                  <a:lnTo>
                    <a:pt x="35886" y="6270908"/>
                  </a:lnTo>
                  <a:lnTo>
                    <a:pt x="36012" y="6270908"/>
                  </a:lnTo>
                  <a:lnTo>
                    <a:pt x="36137" y="6270908"/>
                  </a:lnTo>
                  <a:lnTo>
                    <a:pt x="36262" y="6270908"/>
                  </a:lnTo>
                  <a:lnTo>
                    <a:pt x="36387" y="6270908"/>
                  </a:lnTo>
                  <a:lnTo>
                    <a:pt x="36512" y="6270908"/>
                  </a:lnTo>
                  <a:lnTo>
                    <a:pt x="36637" y="6270908"/>
                  </a:lnTo>
                  <a:lnTo>
                    <a:pt x="36762" y="6270908"/>
                  </a:lnTo>
                  <a:lnTo>
                    <a:pt x="36887" y="6270908"/>
                  </a:lnTo>
                  <a:lnTo>
                    <a:pt x="37012" y="6270908"/>
                  </a:lnTo>
                  <a:lnTo>
                    <a:pt x="37137" y="6270908"/>
                  </a:lnTo>
                  <a:lnTo>
                    <a:pt x="37262" y="6270908"/>
                  </a:lnTo>
                  <a:lnTo>
                    <a:pt x="37387" y="6270908"/>
                  </a:lnTo>
                  <a:lnTo>
                    <a:pt x="37512" y="6270908"/>
                  </a:lnTo>
                  <a:lnTo>
                    <a:pt x="37637" y="6270908"/>
                  </a:lnTo>
                  <a:lnTo>
                    <a:pt x="37762" y="6270908"/>
                  </a:lnTo>
                  <a:lnTo>
                    <a:pt x="37887" y="6270908"/>
                  </a:lnTo>
                  <a:lnTo>
                    <a:pt x="38012" y="6270908"/>
                  </a:lnTo>
                  <a:lnTo>
                    <a:pt x="38137" y="6270908"/>
                  </a:lnTo>
                  <a:lnTo>
                    <a:pt x="38262" y="6270908"/>
                  </a:lnTo>
                  <a:lnTo>
                    <a:pt x="38387" y="6270908"/>
                  </a:lnTo>
                  <a:lnTo>
                    <a:pt x="38512" y="6270908"/>
                  </a:lnTo>
                  <a:lnTo>
                    <a:pt x="38637" y="6270908"/>
                  </a:lnTo>
                  <a:lnTo>
                    <a:pt x="38762" y="6270908"/>
                  </a:lnTo>
                  <a:lnTo>
                    <a:pt x="38888" y="6270908"/>
                  </a:lnTo>
                  <a:lnTo>
                    <a:pt x="39013" y="6270908"/>
                  </a:lnTo>
                  <a:lnTo>
                    <a:pt x="39138" y="6270908"/>
                  </a:lnTo>
                  <a:lnTo>
                    <a:pt x="39263" y="6270908"/>
                  </a:lnTo>
                  <a:lnTo>
                    <a:pt x="39388" y="6270908"/>
                  </a:lnTo>
                  <a:lnTo>
                    <a:pt x="39513" y="6270908"/>
                  </a:lnTo>
                  <a:lnTo>
                    <a:pt x="39638" y="6270908"/>
                  </a:lnTo>
                  <a:lnTo>
                    <a:pt x="39763" y="6270908"/>
                  </a:lnTo>
                  <a:lnTo>
                    <a:pt x="39888" y="6270908"/>
                  </a:lnTo>
                  <a:lnTo>
                    <a:pt x="40013" y="6270908"/>
                  </a:lnTo>
                  <a:lnTo>
                    <a:pt x="40138" y="6270908"/>
                  </a:lnTo>
                  <a:lnTo>
                    <a:pt x="40263" y="6270908"/>
                  </a:lnTo>
                  <a:lnTo>
                    <a:pt x="40388" y="6270908"/>
                  </a:lnTo>
                  <a:lnTo>
                    <a:pt x="40513" y="6270908"/>
                  </a:lnTo>
                  <a:lnTo>
                    <a:pt x="40638" y="6270908"/>
                  </a:lnTo>
                  <a:lnTo>
                    <a:pt x="40763" y="6270908"/>
                  </a:lnTo>
                  <a:lnTo>
                    <a:pt x="40888" y="6270908"/>
                  </a:lnTo>
                  <a:lnTo>
                    <a:pt x="41013" y="6270908"/>
                  </a:lnTo>
                  <a:lnTo>
                    <a:pt x="41138" y="6270908"/>
                  </a:lnTo>
                  <a:lnTo>
                    <a:pt x="41263" y="6270908"/>
                  </a:lnTo>
                  <a:lnTo>
                    <a:pt x="41388" y="6270908"/>
                  </a:lnTo>
                  <a:lnTo>
                    <a:pt x="41513" y="6270908"/>
                  </a:lnTo>
                  <a:lnTo>
                    <a:pt x="41638" y="6270908"/>
                  </a:lnTo>
                  <a:lnTo>
                    <a:pt x="41763" y="6270908"/>
                  </a:lnTo>
                  <a:lnTo>
                    <a:pt x="41889" y="6270908"/>
                  </a:lnTo>
                  <a:lnTo>
                    <a:pt x="42014" y="6270908"/>
                  </a:lnTo>
                  <a:lnTo>
                    <a:pt x="42139" y="6270908"/>
                  </a:lnTo>
                  <a:lnTo>
                    <a:pt x="42264" y="6270908"/>
                  </a:lnTo>
                  <a:lnTo>
                    <a:pt x="42389" y="6270908"/>
                  </a:lnTo>
                  <a:lnTo>
                    <a:pt x="42514" y="6270908"/>
                  </a:lnTo>
                  <a:lnTo>
                    <a:pt x="42639" y="6270908"/>
                  </a:lnTo>
                  <a:lnTo>
                    <a:pt x="42764" y="6270908"/>
                  </a:lnTo>
                  <a:lnTo>
                    <a:pt x="42889" y="6270908"/>
                  </a:lnTo>
                  <a:lnTo>
                    <a:pt x="43014" y="6270908"/>
                  </a:lnTo>
                  <a:lnTo>
                    <a:pt x="43139" y="6270908"/>
                  </a:lnTo>
                  <a:lnTo>
                    <a:pt x="43264" y="6270908"/>
                  </a:lnTo>
                  <a:lnTo>
                    <a:pt x="43389" y="6270908"/>
                  </a:lnTo>
                  <a:lnTo>
                    <a:pt x="43514" y="6270908"/>
                  </a:lnTo>
                  <a:lnTo>
                    <a:pt x="43639" y="6270908"/>
                  </a:lnTo>
                  <a:lnTo>
                    <a:pt x="43764" y="6270908"/>
                  </a:lnTo>
                  <a:lnTo>
                    <a:pt x="43889" y="6270908"/>
                  </a:lnTo>
                  <a:lnTo>
                    <a:pt x="44014" y="6270908"/>
                  </a:lnTo>
                  <a:lnTo>
                    <a:pt x="44139" y="6270908"/>
                  </a:lnTo>
                  <a:lnTo>
                    <a:pt x="44264" y="6270908"/>
                  </a:lnTo>
                  <a:lnTo>
                    <a:pt x="44389" y="6270908"/>
                  </a:lnTo>
                  <a:lnTo>
                    <a:pt x="44514" y="6270908"/>
                  </a:lnTo>
                  <a:lnTo>
                    <a:pt x="44639" y="6270908"/>
                  </a:lnTo>
                  <a:lnTo>
                    <a:pt x="44639" y="6260954"/>
                  </a:lnTo>
                  <a:lnTo>
                    <a:pt x="44764" y="6260954"/>
                  </a:lnTo>
                  <a:lnTo>
                    <a:pt x="44890" y="6260954"/>
                  </a:lnTo>
                  <a:lnTo>
                    <a:pt x="45015" y="6260954"/>
                  </a:lnTo>
                  <a:lnTo>
                    <a:pt x="45140" y="6260954"/>
                  </a:lnTo>
                  <a:lnTo>
                    <a:pt x="45265" y="6260954"/>
                  </a:lnTo>
                  <a:lnTo>
                    <a:pt x="45390" y="6260954"/>
                  </a:lnTo>
                  <a:lnTo>
                    <a:pt x="45515" y="6260954"/>
                  </a:lnTo>
                  <a:lnTo>
                    <a:pt x="45640" y="6260954"/>
                  </a:lnTo>
                  <a:lnTo>
                    <a:pt x="45765" y="6260954"/>
                  </a:lnTo>
                  <a:lnTo>
                    <a:pt x="45890" y="6260954"/>
                  </a:lnTo>
                  <a:lnTo>
                    <a:pt x="46015" y="6260954"/>
                  </a:lnTo>
                  <a:lnTo>
                    <a:pt x="46140" y="6260954"/>
                  </a:lnTo>
                  <a:lnTo>
                    <a:pt x="46265" y="6260954"/>
                  </a:lnTo>
                  <a:lnTo>
                    <a:pt x="46390" y="6260954"/>
                  </a:lnTo>
                  <a:lnTo>
                    <a:pt x="46515" y="6260954"/>
                  </a:lnTo>
                  <a:lnTo>
                    <a:pt x="46640" y="6260954"/>
                  </a:lnTo>
                  <a:lnTo>
                    <a:pt x="46765" y="6260954"/>
                  </a:lnTo>
                  <a:lnTo>
                    <a:pt x="46890" y="6260954"/>
                  </a:lnTo>
                  <a:lnTo>
                    <a:pt x="47015" y="6260954"/>
                  </a:lnTo>
                  <a:lnTo>
                    <a:pt x="47140" y="6260954"/>
                  </a:lnTo>
                  <a:lnTo>
                    <a:pt x="47265" y="6260954"/>
                  </a:lnTo>
                  <a:lnTo>
                    <a:pt x="47390" y="6260954"/>
                  </a:lnTo>
                  <a:lnTo>
                    <a:pt x="47515" y="6260954"/>
                  </a:lnTo>
                  <a:lnTo>
                    <a:pt x="47640" y="6260954"/>
                  </a:lnTo>
                  <a:lnTo>
                    <a:pt x="47765" y="6260954"/>
                  </a:lnTo>
                  <a:lnTo>
                    <a:pt x="47891" y="6260954"/>
                  </a:lnTo>
                  <a:lnTo>
                    <a:pt x="48016" y="6260954"/>
                  </a:lnTo>
                  <a:lnTo>
                    <a:pt x="48141" y="6260954"/>
                  </a:lnTo>
                  <a:lnTo>
                    <a:pt x="48266" y="6260954"/>
                  </a:lnTo>
                  <a:lnTo>
                    <a:pt x="48391" y="6260954"/>
                  </a:lnTo>
                  <a:lnTo>
                    <a:pt x="48516" y="6260954"/>
                  </a:lnTo>
                  <a:lnTo>
                    <a:pt x="48641" y="6260954"/>
                  </a:lnTo>
                  <a:lnTo>
                    <a:pt x="48766" y="6260954"/>
                  </a:lnTo>
                  <a:lnTo>
                    <a:pt x="48891" y="6260954"/>
                  </a:lnTo>
                  <a:lnTo>
                    <a:pt x="49016" y="6260954"/>
                  </a:lnTo>
                  <a:lnTo>
                    <a:pt x="49141" y="6260954"/>
                  </a:lnTo>
                  <a:lnTo>
                    <a:pt x="49266" y="6260954"/>
                  </a:lnTo>
                  <a:lnTo>
                    <a:pt x="49391" y="6260954"/>
                  </a:lnTo>
                  <a:lnTo>
                    <a:pt x="49516" y="6260954"/>
                  </a:lnTo>
                  <a:lnTo>
                    <a:pt x="49641" y="6260954"/>
                  </a:lnTo>
                  <a:lnTo>
                    <a:pt x="49766" y="6260954"/>
                  </a:lnTo>
                  <a:lnTo>
                    <a:pt x="49891" y="6260954"/>
                  </a:lnTo>
                  <a:lnTo>
                    <a:pt x="50016" y="6260954"/>
                  </a:lnTo>
                  <a:lnTo>
                    <a:pt x="50141" y="6260954"/>
                  </a:lnTo>
                  <a:lnTo>
                    <a:pt x="50266" y="6260954"/>
                  </a:lnTo>
                  <a:lnTo>
                    <a:pt x="50391" y="6260954"/>
                  </a:lnTo>
                  <a:lnTo>
                    <a:pt x="50516" y="6260954"/>
                  </a:lnTo>
                  <a:lnTo>
                    <a:pt x="50641" y="6260954"/>
                  </a:lnTo>
                  <a:lnTo>
                    <a:pt x="50766" y="6260954"/>
                  </a:lnTo>
                  <a:lnTo>
                    <a:pt x="50892" y="6260954"/>
                  </a:lnTo>
                  <a:lnTo>
                    <a:pt x="51017" y="6260954"/>
                  </a:lnTo>
                  <a:lnTo>
                    <a:pt x="51142" y="6260954"/>
                  </a:lnTo>
                  <a:lnTo>
                    <a:pt x="51267" y="6260954"/>
                  </a:lnTo>
                  <a:lnTo>
                    <a:pt x="51392" y="6260954"/>
                  </a:lnTo>
                  <a:lnTo>
                    <a:pt x="51517" y="6260954"/>
                  </a:lnTo>
                  <a:lnTo>
                    <a:pt x="51642" y="6260954"/>
                  </a:lnTo>
                  <a:lnTo>
                    <a:pt x="51767" y="6260954"/>
                  </a:lnTo>
                  <a:lnTo>
                    <a:pt x="51892" y="6260954"/>
                  </a:lnTo>
                  <a:lnTo>
                    <a:pt x="52017" y="6260954"/>
                  </a:lnTo>
                  <a:lnTo>
                    <a:pt x="52142" y="6260954"/>
                  </a:lnTo>
                  <a:lnTo>
                    <a:pt x="52267" y="6260954"/>
                  </a:lnTo>
                  <a:lnTo>
                    <a:pt x="52392" y="6260954"/>
                  </a:lnTo>
                  <a:lnTo>
                    <a:pt x="52517" y="6260954"/>
                  </a:lnTo>
                  <a:lnTo>
                    <a:pt x="52517" y="6251000"/>
                  </a:lnTo>
                  <a:lnTo>
                    <a:pt x="52642" y="6251000"/>
                  </a:lnTo>
                  <a:lnTo>
                    <a:pt x="52767" y="6251000"/>
                  </a:lnTo>
                  <a:lnTo>
                    <a:pt x="52892" y="6251000"/>
                  </a:lnTo>
                  <a:lnTo>
                    <a:pt x="53017" y="6251000"/>
                  </a:lnTo>
                  <a:lnTo>
                    <a:pt x="53142" y="6251000"/>
                  </a:lnTo>
                  <a:lnTo>
                    <a:pt x="53267" y="6251000"/>
                  </a:lnTo>
                  <a:lnTo>
                    <a:pt x="53392" y="6251000"/>
                  </a:lnTo>
                  <a:lnTo>
                    <a:pt x="53517" y="6251000"/>
                  </a:lnTo>
                  <a:lnTo>
                    <a:pt x="53642" y="6251000"/>
                  </a:lnTo>
                  <a:lnTo>
                    <a:pt x="53767" y="6251000"/>
                  </a:lnTo>
                  <a:lnTo>
                    <a:pt x="53893" y="6251000"/>
                  </a:lnTo>
                  <a:lnTo>
                    <a:pt x="54018" y="6251000"/>
                  </a:lnTo>
                  <a:lnTo>
                    <a:pt x="54143" y="6251000"/>
                  </a:lnTo>
                  <a:lnTo>
                    <a:pt x="54268" y="6251000"/>
                  </a:lnTo>
                  <a:lnTo>
                    <a:pt x="54268" y="6241046"/>
                  </a:lnTo>
                  <a:lnTo>
                    <a:pt x="54393" y="6241046"/>
                  </a:lnTo>
                  <a:lnTo>
                    <a:pt x="54518" y="6241046"/>
                  </a:lnTo>
                  <a:lnTo>
                    <a:pt x="54643" y="6241046"/>
                  </a:lnTo>
                  <a:lnTo>
                    <a:pt x="54768" y="6241046"/>
                  </a:lnTo>
                  <a:lnTo>
                    <a:pt x="54893" y="6241046"/>
                  </a:lnTo>
                  <a:lnTo>
                    <a:pt x="55018" y="6241046"/>
                  </a:lnTo>
                  <a:lnTo>
                    <a:pt x="55143" y="6241046"/>
                  </a:lnTo>
                  <a:lnTo>
                    <a:pt x="55268" y="6241046"/>
                  </a:lnTo>
                  <a:lnTo>
                    <a:pt x="55393" y="6241046"/>
                  </a:lnTo>
                  <a:lnTo>
                    <a:pt x="55518" y="6241046"/>
                  </a:lnTo>
                  <a:lnTo>
                    <a:pt x="55643" y="6241046"/>
                  </a:lnTo>
                  <a:lnTo>
                    <a:pt x="55768" y="6241046"/>
                  </a:lnTo>
                  <a:lnTo>
                    <a:pt x="55893" y="6241046"/>
                  </a:lnTo>
                  <a:lnTo>
                    <a:pt x="56018" y="6241046"/>
                  </a:lnTo>
                  <a:lnTo>
                    <a:pt x="56143" y="6241046"/>
                  </a:lnTo>
                  <a:lnTo>
                    <a:pt x="56268" y="6241046"/>
                  </a:lnTo>
                  <a:lnTo>
                    <a:pt x="56393" y="6241046"/>
                  </a:lnTo>
                  <a:lnTo>
                    <a:pt x="56518" y="6241046"/>
                  </a:lnTo>
                  <a:lnTo>
                    <a:pt x="56643" y="6241046"/>
                  </a:lnTo>
                  <a:lnTo>
                    <a:pt x="56768" y="6241046"/>
                  </a:lnTo>
                  <a:lnTo>
                    <a:pt x="56894" y="6241046"/>
                  </a:lnTo>
                  <a:lnTo>
                    <a:pt x="57019" y="6241046"/>
                  </a:lnTo>
                  <a:lnTo>
                    <a:pt x="57144" y="6241046"/>
                  </a:lnTo>
                  <a:lnTo>
                    <a:pt x="57269" y="6241046"/>
                  </a:lnTo>
                  <a:lnTo>
                    <a:pt x="57394" y="6241046"/>
                  </a:lnTo>
                  <a:lnTo>
                    <a:pt x="57519" y="6241046"/>
                  </a:lnTo>
                  <a:lnTo>
                    <a:pt x="57644" y="6241046"/>
                  </a:lnTo>
                  <a:lnTo>
                    <a:pt x="57769" y="6241046"/>
                  </a:lnTo>
                  <a:lnTo>
                    <a:pt x="57894" y="6241046"/>
                  </a:lnTo>
                  <a:lnTo>
                    <a:pt x="58019" y="6241046"/>
                  </a:lnTo>
                  <a:lnTo>
                    <a:pt x="58144" y="6241046"/>
                  </a:lnTo>
                  <a:lnTo>
                    <a:pt x="58269" y="6241046"/>
                  </a:lnTo>
                  <a:lnTo>
                    <a:pt x="58394" y="6241046"/>
                  </a:lnTo>
                  <a:lnTo>
                    <a:pt x="58519" y="6241046"/>
                  </a:lnTo>
                  <a:lnTo>
                    <a:pt x="58644" y="6241046"/>
                  </a:lnTo>
                  <a:lnTo>
                    <a:pt x="58769" y="6241046"/>
                  </a:lnTo>
                  <a:lnTo>
                    <a:pt x="58894" y="6241046"/>
                  </a:lnTo>
                  <a:lnTo>
                    <a:pt x="59019" y="6241046"/>
                  </a:lnTo>
                  <a:lnTo>
                    <a:pt x="59144" y="6241046"/>
                  </a:lnTo>
                  <a:lnTo>
                    <a:pt x="59269" y="6241046"/>
                  </a:lnTo>
                  <a:lnTo>
                    <a:pt x="59394" y="6241046"/>
                  </a:lnTo>
                  <a:lnTo>
                    <a:pt x="59519" y="6241046"/>
                  </a:lnTo>
                  <a:lnTo>
                    <a:pt x="59644" y="6241046"/>
                  </a:lnTo>
                  <a:lnTo>
                    <a:pt x="59769" y="6241046"/>
                  </a:lnTo>
                  <a:lnTo>
                    <a:pt x="59895" y="6241046"/>
                  </a:lnTo>
                  <a:lnTo>
                    <a:pt x="60020" y="6241046"/>
                  </a:lnTo>
                  <a:lnTo>
                    <a:pt x="60145" y="6241046"/>
                  </a:lnTo>
                  <a:lnTo>
                    <a:pt x="60270" y="6241046"/>
                  </a:lnTo>
                  <a:lnTo>
                    <a:pt x="60395" y="6241046"/>
                  </a:lnTo>
                  <a:lnTo>
                    <a:pt x="60520" y="6241046"/>
                  </a:lnTo>
                  <a:lnTo>
                    <a:pt x="60645" y="6241046"/>
                  </a:lnTo>
                  <a:lnTo>
                    <a:pt x="60770" y="6241046"/>
                  </a:lnTo>
                  <a:lnTo>
                    <a:pt x="60895" y="6241046"/>
                  </a:lnTo>
                  <a:lnTo>
                    <a:pt x="61020" y="6241046"/>
                  </a:lnTo>
                  <a:lnTo>
                    <a:pt x="61145" y="6241046"/>
                  </a:lnTo>
                  <a:lnTo>
                    <a:pt x="61270" y="6241046"/>
                  </a:lnTo>
                  <a:lnTo>
                    <a:pt x="61395" y="6241046"/>
                  </a:lnTo>
                  <a:lnTo>
                    <a:pt x="61520" y="6241046"/>
                  </a:lnTo>
                  <a:lnTo>
                    <a:pt x="61645" y="6241046"/>
                  </a:lnTo>
                  <a:lnTo>
                    <a:pt x="61770" y="6241046"/>
                  </a:lnTo>
                  <a:lnTo>
                    <a:pt x="61895" y="6241046"/>
                  </a:lnTo>
                  <a:lnTo>
                    <a:pt x="62020" y="6241046"/>
                  </a:lnTo>
                  <a:lnTo>
                    <a:pt x="62145" y="6241046"/>
                  </a:lnTo>
                  <a:lnTo>
                    <a:pt x="62270" y="6241046"/>
                  </a:lnTo>
                  <a:lnTo>
                    <a:pt x="62395" y="6241046"/>
                  </a:lnTo>
                  <a:lnTo>
                    <a:pt x="62520" y="6241046"/>
                  </a:lnTo>
                  <a:lnTo>
                    <a:pt x="62645" y="6241046"/>
                  </a:lnTo>
                  <a:lnTo>
                    <a:pt x="62770" y="6241046"/>
                  </a:lnTo>
                  <a:lnTo>
                    <a:pt x="62896" y="6241046"/>
                  </a:lnTo>
                  <a:lnTo>
                    <a:pt x="63021" y="6241046"/>
                  </a:lnTo>
                  <a:lnTo>
                    <a:pt x="63146" y="6241046"/>
                  </a:lnTo>
                  <a:lnTo>
                    <a:pt x="63271" y="6241046"/>
                  </a:lnTo>
                  <a:lnTo>
                    <a:pt x="63396" y="6241046"/>
                  </a:lnTo>
                  <a:lnTo>
                    <a:pt x="63521" y="6241046"/>
                  </a:lnTo>
                  <a:lnTo>
                    <a:pt x="63646" y="6241046"/>
                  </a:lnTo>
                  <a:lnTo>
                    <a:pt x="63771" y="6241046"/>
                  </a:lnTo>
                  <a:lnTo>
                    <a:pt x="63896" y="6241046"/>
                  </a:lnTo>
                  <a:lnTo>
                    <a:pt x="64021" y="6241046"/>
                  </a:lnTo>
                  <a:lnTo>
                    <a:pt x="64146" y="6241046"/>
                  </a:lnTo>
                  <a:lnTo>
                    <a:pt x="64271" y="6241046"/>
                  </a:lnTo>
                  <a:lnTo>
                    <a:pt x="64396" y="6241046"/>
                  </a:lnTo>
                  <a:lnTo>
                    <a:pt x="64521" y="6241046"/>
                  </a:lnTo>
                  <a:lnTo>
                    <a:pt x="64646" y="6241046"/>
                  </a:lnTo>
                  <a:lnTo>
                    <a:pt x="64771" y="6241046"/>
                  </a:lnTo>
                  <a:lnTo>
                    <a:pt x="64896" y="6241046"/>
                  </a:lnTo>
                  <a:lnTo>
                    <a:pt x="65021" y="6241046"/>
                  </a:lnTo>
                  <a:lnTo>
                    <a:pt x="65146" y="6241046"/>
                  </a:lnTo>
                  <a:lnTo>
                    <a:pt x="65271" y="6241046"/>
                  </a:lnTo>
                  <a:lnTo>
                    <a:pt x="65396" y="6241046"/>
                  </a:lnTo>
                  <a:lnTo>
                    <a:pt x="65521" y="6241046"/>
                  </a:lnTo>
                  <a:lnTo>
                    <a:pt x="65646" y="6241046"/>
                  </a:lnTo>
                  <a:lnTo>
                    <a:pt x="65771" y="6241046"/>
                  </a:lnTo>
                  <a:lnTo>
                    <a:pt x="65897" y="6241046"/>
                  </a:lnTo>
                  <a:lnTo>
                    <a:pt x="66022" y="6241046"/>
                  </a:lnTo>
                  <a:lnTo>
                    <a:pt x="66147" y="6241046"/>
                  </a:lnTo>
                  <a:lnTo>
                    <a:pt x="66272" y="6241046"/>
                  </a:lnTo>
                  <a:lnTo>
                    <a:pt x="66397" y="6241046"/>
                  </a:lnTo>
                  <a:lnTo>
                    <a:pt x="66522" y="6241046"/>
                  </a:lnTo>
                  <a:lnTo>
                    <a:pt x="66647" y="6241046"/>
                  </a:lnTo>
                  <a:lnTo>
                    <a:pt x="66772" y="6241046"/>
                  </a:lnTo>
                  <a:lnTo>
                    <a:pt x="66897" y="6241046"/>
                  </a:lnTo>
                  <a:lnTo>
                    <a:pt x="67022" y="6241046"/>
                  </a:lnTo>
                  <a:lnTo>
                    <a:pt x="67147" y="6241046"/>
                  </a:lnTo>
                  <a:lnTo>
                    <a:pt x="67272" y="6241046"/>
                  </a:lnTo>
                  <a:lnTo>
                    <a:pt x="67397" y="6241046"/>
                  </a:lnTo>
                  <a:lnTo>
                    <a:pt x="67522" y="6241046"/>
                  </a:lnTo>
                  <a:lnTo>
                    <a:pt x="67647" y="6241046"/>
                  </a:lnTo>
                  <a:lnTo>
                    <a:pt x="67772" y="6241046"/>
                  </a:lnTo>
                  <a:lnTo>
                    <a:pt x="67897" y="6241046"/>
                  </a:lnTo>
                  <a:lnTo>
                    <a:pt x="68022" y="6241046"/>
                  </a:lnTo>
                  <a:lnTo>
                    <a:pt x="68147" y="6241046"/>
                  </a:lnTo>
                  <a:lnTo>
                    <a:pt x="68272" y="6241046"/>
                  </a:lnTo>
                  <a:lnTo>
                    <a:pt x="68397" y="6241046"/>
                  </a:lnTo>
                  <a:lnTo>
                    <a:pt x="68522" y="6241046"/>
                  </a:lnTo>
                  <a:lnTo>
                    <a:pt x="68647" y="6241046"/>
                  </a:lnTo>
                  <a:lnTo>
                    <a:pt x="68772" y="6241046"/>
                  </a:lnTo>
                  <a:lnTo>
                    <a:pt x="68898" y="6241046"/>
                  </a:lnTo>
                  <a:lnTo>
                    <a:pt x="69023" y="6241046"/>
                  </a:lnTo>
                  <a:lnTo>
                    <a:pt x="69148" y="6241046"/>
                  </a:lnTo>
                  <a:lnTo>
                    <a:pt x="69273" y="6241046"/>
                  </a:lnTo>
                  <a:lnTo>
                    <a:pt x="69398" y="6241046"/>
                  </a:lnTo>
                  <a:lnTo>
                    <a:pt x="69523" y="6241046"/>
                  </a:lnTo>
                  <a:lnTo>
                    <a:pt x="69648" y="6241046"/>
                  </a:lnTo>
                  <a:lnTo>
                    <a:pt x="69773" y="6241046"/>
                  </a:lnTo>
                  <a:lnTo>
                    <a:pt x="69898" y="6241046"/>
                  </a:lnTo>
                  <a:lnTo>
                    <a:pt x="70023" y="6241046"/>
                  </a:lnTo>
                  <a:lnTo>
                    <a:pt x="70148" y="6241046"/>
                  </a:lnTo>
                  <a:lnTo>
                    <a:pt x="70273" y="6241046"/>
                  </a:lnTo>
                  <a:lnTo>
                    <a:pt x="70398" y="6241046"/>
                  </a:lnTo>
                  <a:lnTo>
                    <a:pt x="70523" y="6241046"/>
                  </a:lnTo>
                  <a:lnTo>
                    <a:pt x="70648" y="6241046"/>
                  </a:lnTo>
                  <a:lnTo>
                    <a:pt x="70773" y="6241046"/>
                  </a:lnTo>
                  <a:lnTo>
                    <a:pt x="70898" y="6241046"/>
                  </a:lnTo>
                  <a:lnTo>
                    <a:pt x="71023" y="6241046"/>
                  </a:lnTo>
                  <a:lnTo>
                    <a:pt x="71148" y="6241046"/>
                  </a:lnTo>
                  <a:lnTo>
                    <a:pt x="71273" y="6241046"/>
                  </a:lnTo>
                  <a:lnTo>
                    <a:pt x="71398" y="6241046"/>
                  </a:lnTo>
                  <a:lnTo>
                    <a:pt x="71523" y="6241046"/>
                  </a:lnTo>
                  <a:lnTo>
                    <a:pt x="71648" y="6241046"/>
                  </a:lnTo>
                  <a:lnTo>
                    <a:pt x="71773" y="6241046"/>
                  </a:lnTo>
                  <a:lnTo>
                    <a:pt x="71899" y="6241046"/>
                  </a:lnTo>
                  <a:lnTo>
                    <a:pt x="72024" y="6241046"/>
                  </a:lnTo>
                  <a:lnTo>
                    <a:pt x="72149" y="6241046"/>
                  </a:lnTo>
                  <a:lnTo>
                    <a:pt x="72274" y="6241046"/>
                  </a:lnTo>
                  <a:lnTo>
                    <a:pt x="72399" y="6241046"/>
                  </a:lnTo>
                  <a:lnTo>
                    <a:pt x="72399" y="6231092"/>
                  </a:lnTo>
                  <a:lnTo>
                    <a:pt x="72524" y="6231092"/>
                  </a:lnTo>
                  <a:lnTo>
                    <a:pt x="72649" y="6231092"/>
                  </a:lnTo>
                  <a:lnTo>
                    <a:pt x="72774" y="6231092"/>
                  </a:lnTo>
                  <a:lnTo>
                    <a:pt x="72899" y="6231092"/>
                  </a:lnTo>
                  <a:lnTo>
                    <a:pt x="73024" y="6231092"/>
                  </a:lnTo>
                  <a:lnTo>
                    <a:pt x="73149" y="6231092"/>
                  </a:lnTo>
                  <a:lnTo>
                    <a:pt x="73274" y="6231092"/>
                  </a:lnTo>
                  <a:lnTo>
                    <a:pt x="73399" y="6231092"/>
                  </a:lnTo>
                  <a:lnTo>
                    <a:pt x="73524" y="6231092"/>
                  </a:lnTo>
                  <a:lnTo>
                    <a:pt x="73649" y="6231092"/>
                  </a:lnTo>
                  <a:lnTo>
                    <a:pt x="73774" y="6231092"/>
                  </a:lnTo>
                  <a:lnTo>
                    <a:pt x="73899" y="6231092"/>
                  </a:lnTo>
                  <a:lnTo>
                    <a:pt x="74024" y="6231092"/>
                  </a:lnTo>
                  <a:lnTo>
                    <a:pt x="74149" y="6231092"/>
                  </a:lnTo>
                  <a:lnTo>
                    <a:pt x="74274" y="6231092"/>
                  </a:lnTo>
                  <a:lnTo>
                    <a:pt x="74399" y="6231092"/>
                  </a:lnTo>
                  <a:lnTo>
                    <a:pt x="74524" y="6231092"/>
                  </a:lnTo>
                  <a:lnTo>
                    <a:pt x="74649" y="6231092"/>
                  </a:lnTo>
                  <a:lnTo>
                    <a:pt x="74774" y="6231092"/>
                  </a:lnTo>
                  <a:lnTo>
                    <a:pt x="74900" y="6231092"/>
                  </a:lnTo>
                  <a:lnTo>
                    <a:pt x="75025" y="6231092"/>
                  </a:lnTo>
                  <a:lnTo>
                    <a:pt x="75150" y="6231092"/>
                  </a:lnTo>
                  <a:lnTo>
                    <a:pt x="75275" y="6231092"/>
                  </a:lnTo>
                  <a:lnTo>
                    <a:pt x="75400" y="6231092"/>
                  </a:lnTo>
                  <a:lnTo>
                    <a:pt x="75525" y="6231092"/>
                  </a:lnTo>
                  <a:lnTo>
                    <a:pt x="75525" y="6221139"/>
                  </a:lnTo>
                  <a:lnTo>
                    <a:pt x="75650" y="6221139"/>
                  </a:lnTo>
                  <a:lnTo>
                    <a:pt x="75775" y="6221139"/>
                  </a:lnTo>
                  <a:lnTo>
                    <a:pt x="75900" y="6221139"/>
                  </a:lnTo>
                  <a:lnTo>
                    <a:pt x="76025" y="6221139"/>
                  </a:lnTo>
                  <a:lnTo>
                    <a:pt x="76150" y="6221139"/>
                  </a:lnTo>
                  <a:lnTo>
                    <a:pt x="76275" y="6221139"/>
                  </a:lnTo>
                  <a:lnTo>
                    <a:pt x="76400" y="6221139"/>
                  </a:lnTo>
                  <a:lnTo>
                    <a:pt x="76400" y="6211185"/>
                  </a:lnTo>
                  <a:lnTo>
                    <a:pt x="76525" y="6211185"/>
                  </a:lnTo>
                  <a:lnTo>
                    <a:pt x="76650" y="6211185"/>
                  </a:lnTo>
                  <a:lnTo>
                    <a:pt x="76775" y="6211185"/>
                  </a:lnTo>
                  <a:lnTo>
                    <a:pt x="76900" y="6211185"/>
                  </a:lnTo>
                  <a:lnTo>
                    <a:pt x="77025" y="6211185"/>
                  </a:lnTo>
                  <a:lnTo>
                    <a:pt x="77150" y="6211185"/>
                  </a:lnTo>
                  <a:lnTo>
                    <a:pt x="77275" y="6211185"/>
                  </a:lnTo>
                  <a:lnTo>
                    <a:pt x="77400" y="6211185"/>
                  </a:lnTo>
                  <a:lnTo>
                    <a:pt x="77525" y="6211185"/>
                  </a:lnTo>
                  <a:lnTo>
                    <a:pt x="77650" y="6211185"/>
                  </a:lnTo>
                  <a:lnTo>
                    <a:pt x="77776" y="6211185"/>
                  </a:lnTo>
                  <a:lnTo>
                    <a:pt x="77901" y="6211185"/>
                  </a:lnTo>
                  <a:lnTo>
                    <a:pt x="78026" y="6211185"/>
                  </a:lnTo>
                  <a:lnTo>
                    <a:pt x="78151" y="6211185"/>
                  </a:lnTo>
                  <a:lnTo>
                    <a:pt x="78276" y="6211185"/>
                  </a:lnTo>
                  <a:lnTo>
                    <a:pt x="78401" y="6211185"/>
                  </a:lnTo>
                  <a:lnTo>
                    <a:pt x="78526" y="6211185"/>
                  </a:lnTo>
                  <a:lnTo>
                    <a:pt x="78651" y="6211185"/>
                  </a:lnTo>
                  <a:lnTo>
                    <a:pt x="78776" y="6211185"/>
                  </a:lnTo>
                  <a:lnTo>
                    <a:pt x="78901" y="6211185"/>
                  </a:lnTo>
                  <a:lnTo>
                    <a:pt x="79026" y="6211185"/>
                  </a:lnTo>
                  <a:lnTo>
                    <a:pt x="79151" y="6211185"/>
                  </a:lnTo>
                  <a:lnTo>
                    <a:pt x="79276" y="6211185"/>
                  </a:lnTo>
                  <a:lnTo>
                    <a:pt x="79401" y="6211185"/>
                  </a:lnTo>
                  <a:lnTo>
                    <a:pt x="79526" y="6211185"/>
                  </a:lnTo>
                  <a:lnTo>
                    <a:pt x="79651" y="6211185"/>
                  </a:lnTo>
                  <a:lnTo>
                    <a:pt x="79776" y="6211185"/>
                  </a:lnTo>
                  <a:lnTo>
                    <a:pt x="79901" y="6211185"/>
                  </a:lnTo>
                  <a:lnTo>
                    <a:pt x="80026" y="6211185"/>
                  </a:lnTo>
                  <a:lnTo>
                    <a:pt x="80151" y="6211185"/>
                  </a:lnTo>
                  <a:lnTo>
                    <a:pt x="80276" y="6211185"/>
                  </a:lnTo>
                  <a:lnTo>
                    <a:pt x="80401" y="6211185"/>
                  </a:lnTo>
                  <a:lnTo>
                    <a:pt x="80526" y="6211185"/>
                  </a:lnTo>
                  <a:lnTo>
                    <a:pt x="80651" y="6211185"/>
                  </a:lnTo>
                  <a:lnTo>
                    <a:pt x="80651" y="6201231"/>
                  </a:lnTo>
                  <a:lnTo>
                    <a:pt x="80777" y="6201231"/>
                  </a:lnTo>
                  <a:lnTo>
                    <a:pt x="80902" y="6201231"/>
                  </a:lnTo>
                  <a:lnTo>
                    <a:pt x="81027" y="6201231"/>
                  </a:lnTo>
                  <a:lnTo>
                    <a:pt x="81152" y="6201231"/>
                  </a:lnTo>
                  <a:lnTo>
                    <a:pt x="81277" y="6201231"/>
                  </a:lnTo>
                  <a:lnTo>
                    <a:pt x="81402" y="6201231"/>
                  </a:lnTo>
                  <a:lnTo>
                    <a:pt x="81527" y="6201231"/>
                  </a:lnTo>
                  <a:lnTo>
                    <a:pt x="81652" y="6201231"/>
                  </a:lnTo>
                  <a:lnTo>
                    <a:pt x="81777" y="6201231"/>
                  </a:lnTo>
                  <a:lnTo>
                    <a:pt x="81902" y="6201231"/>
                  </a:lnTo>
                  <a:lnTo>
                    <a:pt x="82027" y="6201231"/>
                  </a:lnTo>
                  <a:lnTo>
                    <a:pt x="82152" y="6201231"/>
                  </a:lnTo>
                  <a:lnTo>
                    <a:pt x="82277" y="6201231"/>
                  </a:lnTo>
                  <a:lnTo>
                    <a:pt x="82402" y="6201231"/>
                  </a:lnTo>
                  <a:lnTo>
                    <a:pt x="82527" y="6201231"/>
                  </a:lnTo>
                  <a:lnTo>
                    <a:pt x="82652" y="6201231"/>
                  </a:lnTo>
                  <a:lnTo>
                    <a:pt x="82777" y="6201231"/>
                  </a:lnTo>
                  <a:lnTo>
                    <a:pt x="82902" y="6201231"/>
                  </a:lnTo>
                  <a:lnTo>
                    <a:pt x="83027" y="6201231"/>
                  </a:lnTo>
                  <a:lnTo>
                    <a:pt x="83152" y="6201231"/>
                  </a:lnTo>
                  <a:lnTo>
                    <a:pt x="83277" y="6201231"/>
                  </a:lnTo>
                  <a:lnTo>
                    <a:pt x="83402" y="6201231"/>
                  </a:lnTo>
                  <a:lnTo>
                    <a:pt x="83527" y="6201231"/>
                  </a:lnTo>
                  <a:lnTo>
                    <a:pt x="83652" y="6201231"/>
                  </a:lnTo>
                  <a:lnTo>
                    <a:pt x="83778" y="6201231"/>
                  </a:lnTo>
                  <a:lnTo>
                    <a:pt x="83903" y="6201231"/>
                  </a:lnTo>
                  <a:lnTo>
                    <a:pt x="84028" y="6201231"/>
                  </a:lnTo>
                  <a:lnTo>
                    <a:pt x="84153" y="6201231"/>
                  </a:lnTo>
                  <a:lnTo>
                    <a:pt x="84278" y="6201231"/>
                  </a:lnTo>
                  <a:lnTo>
                    <a:pt x="84403" y="6201231"/>
                  </a:lnTo>
                  <a:lnTo>
                    <a:pt x="84528" y="6201231"/>
                  </a:lnTo>
                  <a:lnTo>
                    <a:pt x="84653" y="6201231"/>
                  </a:lnTo>
                  <a:lnTo>
                    <a:pt x="84778" y="6201231"/>
                  </a:lnTo>
                  <a:lnTo>
                    <a:pt x="84903" y="6201231"/>
                  </a:lnTo>
                  <a:lnTo>
                    <a:pt x="85028" y="6201231"/>
                  </a:lnTo>
                  <a:lnTo>
                    <a:pt x="85153" y="6201231"/>
                  </a:lnTo>
                  <a:lnTo>
                    <a:pt x="85278" y="6201231"/>
                  </a:lnTo>
                  <a:lnTo>
                    <a:pt x="85403" y="6201231"/>
                  </a:lnTo>
                  <a:lnTo>
                    <a:pt x="85528" y="6201231"/>
                  </a:lnTo>
                  <a:lnTo>
                    <a:pt x="85653" y="6201231"/>
                  </a:lnTo>
                  <a:lnTo>
                    <a:pt x="85778" y="6201231"/>
                  </a:lnTo>
                  <a:lnTo>
                    <a:pt x="85903" y="6201231"/>
                  </a:lnTo>
                  <a:lnTo>
                    <a:pt x="86028" y="6201231"/>
                  </a:lnTo>
                  <a:lnTo>
                    <a:pt x="86153" y="6201231"/>
                  </a:lnTo>
                  <a:lnTo>
                    <a:pt x="86278" y="6201231"/>
                  </a:lnTo>
                  <a:lnTo>
                    <a:pt x="86403" y="6201231"/>
                  </a:lnTo>
                  <a:lnTo>
                    <a:pt x="86528" y="6201231"/>
                  </a:lnTo>
                  <a:lnTo>
                    <a:pt x="86653" y="6201231"/>
                  </a:lnTo>
                  <a:lnTo>
                    <a:pt x="86779" y="6201231"/>
                  </a:lnTo>
                  <a:lnTo>
                    <a:pt x="86904" y="6201231"/>
                  </a:lnTo>
                  <a:lnTo>
                    <a:pt x="86904" y="6191277"/>
                  </a:lnTo>
                  <a:lnTo>
                    <a:pt x="87029" y="6191277"/>
                  </a:lnTo>
                  <a:lnTo>
                    <a:pt x="87154" y="6191277"/>
                  </a:lnTo>
                  <a:lnTo>
                    <a:pt x="87279" y="6191277"/>
                  </a:lnTo>
                  <a:lnTo>
                    <a:pt x="87404" y="6191277"/>
                  </a:lnTo>
                  <a:lnTo>
                    <a:pt x="87529" y="6191277"/>
                  </a:lnTo>
                  <a:lnTo>
                    <a:pt x="87654" y="6191277"/>
                  </a:lnTo>
                  <a:lnTo>
                    <a:pt x="87779" y="6191277"/>
                  </a:lnTo>
                  <a:lnTo>
                    <a:pt x="87904" y="6191277"/>
                  </a:lnTo>
                  <a:lnTo>
                    <a:pt x="88029" y="6191277"/>
                  </a:lnTo>
                  <a:lnTo>
                    <a:pt x="88154" y="6191277"/>
                  </a:lnTo>
                  <a:lnTo>
                    <a:pt x="88279" y="6191277"/>
                  </a:lnTo>
                  <a:lnTo>
                    <a:pt x="88404" y="6191277"/>
                  </a:lnTo>
                  <a:lnTo>
                    <a:pt x="88529" y="6191277"/>
                  </a:lnTo>
                  <a:lnTo>
                    <a:pt x="88654" y="6191277"/>
                  </a:lnTo>
                  <a:lnTo>
                    <a:pt x="88779" y="6191277"/>
                  </a:lnTo>
                  <a:lnTo>
                    <a:pt x="88904" y="6191277"/>
                  </a:lnTo>
                  <a:lnTo>
                    <a:pt x="89029" y="6191277"/>
                  </a:lnTo>
                  <a:lnTo>
                    <a:pt x="89154" y="6191277"/>
                  </a:lnTo>
                  <a:lnTo>
                    <a:pt x="89154" y="6181323"/>
                  </a:lnTo>
                  <a:lnTo>
                    <a:pt x="89279" y="6181323"/>
                  </a:lnTo>
                  <a:lnTo>
                    <a:pt x="89404" y="6181323"/>
                  </a:lnTo>
                  <a:lnTo>
                    <a:pt x="89529" y="6181323"/>
                  </a:lnTo>
                  <a:lnTo>
                    <a:pt x="89654" y="6181323"/>
                  </a:lnTo>
                  <a:lnTo>
                    <a:pt x="89780" y="6181323"/>
                  </a:lnTo>
                  <a:lnTo>
                    <a:pt x="89905" y="6181323"/>
                  </a:lnTo>
                  <a:lnTo>
                    <a:pt x="90030" y="6181323"/>
                  </a:lnTo>
                  <a:lnTo>
                    <a:pt x="90155" y="6181323"/>
                  </a:lnTo>
                  <a:lnTo>
                    <a:pt x="90280" y="6181323"/>
                  </a:lnTo>
                  <a:lnTo>
                    <a:pt x="90405" y="6181323"/>
                  </a:lnTo>
                  <a:lnTo>
                    <a:pt x="90530" y="6181323"/>
                  </a:lnTo>
                  <a:lnTo>
                    <a:pt x="90655" y="6181323"/>
                  </a:lnTo>
                  <a:lnTo>
                    <a:pt x="90780" y="6181323"/>
                  </a:lnTo>
                  <a:lnTo>
                    <a:pt x="90905" y="6181323"/>
                  </a:lnTo>
                  <a:lnTo>
                    <a:pt x="91030" y="6181323"/>
                  </a:lnTo>
                  <a:lnTo>
                    <a:pt x="91155" y="6181323"/>
                  </a:lnTo>
                  <a:lnTo>
                    <a:pt x="91280" y="6181323"/>
                  </a:lnTo>
                  <a:lnTo>
                    <a:pt x="91405" y="6181323"/>
                  </a:lnTo>
                  <a:lnTo>
                    <a:pt x="91530" y="6181323"/>
                  </a:lnTo>
                  <a:lnTo>
                    <a:pt x="91655" y="6181323"/>
                  </a:lnTo>
                  <a:lnTo>
                    <a:pt x="91780" y="6181323"/>
                  </a:lnTo>
                  <a:lnTo>
                    <a:pt x="91905" y="6181323"/>
                  </a:lnTo>
                  <a:lnTo>
                    <a:pt x="92030" y="6181323"/>
                  </a:lnTo>
                  <a:lnTo>
                    <a:pt x="92155" y="6181323"/>
                  </a:lnTo>
                  <a:lnTo>
                    <a:pt x="92280" y="6181323"/>
                  </a:lnTo>
                  <a:lnTo>
                    <a:pt x="92405" y="6181323"/>
                  </a:lnTo>
                  <a:lnTo>
                    <a:pt x="92530" y="6181323"/>
                  </a:lnTo>
                  <a:lnTo>
                    <a:pt x="92655" y="6181323"/>
                  </a:lnTo>
                  <a:lnTo>
                    <a:pt x="92781" y="6181323"/>
                  </a:lnTo>
                  <a:lnTo>
                    <a:pt x="92906" y="6181323"/>
                  </a:lnTo>
                  <a:lnTo>
                    <a:pt x="93031" y="6181323"/>
                  </a:lnTo>
                  <a:lnTo>
                    <a:pt x="93156" y="6181323"/>
                  </a:lnTo>
                  <a:lnTo>
                    <a:pt x="93281" y="6181323"/>
                  </a:lnTo>
                  <a:lnTo>
                    <a:pt x="93406" y="6181323"/>
                  </a:lnTo>
                  <a:lnTo>
                    <a:pt x="93531" y="6181323"/>
                  </a:lnTo>
                  <a:lnTo>
                    <a:pt x="93656" y="6181323"/>
                  </a:lnTo>
                  <a:lnTo>
                    <a:pt x="93781" y="6181323"/>
                  </a:lnTo>
                  <a:lnTo>
                    <a:pt x="93906" y="6181323"/>
                  </a:lnTo>
                  <a:lnTo>
                    <a:pt x="94031" y="6181323"/>
                  </a:lnTo>
                  <a:lnTo>
                    <a:pt x="94156" y="6181323"/>
                  </a:lnTo>
                  <a:lnTo>
                    <a:pt x="94281" y="6181323"/>
                  </a:lnTo>
                  <a:lnTo>
                    <a:pt x="94406" y="6181323"/>
                  </a:lnTo>
                  <a:lnTo>
                    <a:pt x="94531" y="6181323"/>
                  </a:lnTo>
                  <a:lnTo>
                    <a:pt x="94656" y="6181323"/>
                  </a:lnTo>
                  <a:lnTo>
                    <a:pt x="94781" y="6181323"/>
                  </a:lnTo>
                  <a:lnTo>
                    <a:pt x="94906" y="6181323"/>
                  </a:lnTo>
                  <a:lnTo>
                    <a:pt x="95031" y="6181323"/>
                  </a:lnTo>
                  <a:lnTo>
                    <a:pt x="95156" y="6181323"/>
                  </a:lnTo>
                  <a:lnTo>
                    <a:pt x="95281" y="6181323"/>
                  </a:lnTo>
                  <a:lnTo>
                    <a:pt x="95406" y="6181323"/>
                  </a:lnTo>
                  <a:lnTo>
                    <a:pt x="95531" y="6181323"/>
                  </a:lnTo>
                  <a:lnTo>
                    <a:pt x="95656" y="6181323"/>
                  </a:lnTo>
                  <a:lnTo>
                    <a:pt x="95782" y="6181323"/>
                  </a:lnTo>
                  <a:lnTo>
                    <a:pt x="95907" y="6181323"/>
                  </a:lnTo>
                  <a:lnTo>
                    <a:pt x="96032" y="6181323"/>
                  </a:lnTo>
                  <a:lnTo>
                    <a:pt x="96157" y="6181323"/>
                  </a:lnTo>
                  <a:lnTo>
                    <a:pt x="96282" y="6181323"/>
                  </a:lnTo>
                  <a:lnTo>
                    <a:pt x="96407" y="6181323"/>
                  </a:lnTo>
                  <a:lnTo>
                    <a:pt x="96532" y="6181323"/>
                  </a:lnTo>
                  <a:lnTo>
                    <a:pt x="96657" y="6181323"/>
                  </a:lnTo>
                  <a:lnTo>
                    <a:pt x="96782" y="6181323"/>
                  </a:lnTo>
                  <a:lnTo>
                    <a:pt x="96907" y="6181323"/>
                  </a:lnTo>
                  <a:lnTo>
                    <a:pt x="97032" y="6181323"/>
                  </a:lnTo>
                  <a:lnTo>
                    <a:pt x="97157" y="6181323"/>
                  </a:lnTo>
                  <a:lnTo>
                    <a:pt x="97282" y="6181323"/>
                  </a:lnTo>
                  <a:lnTo>
                    <a:pt x="97407" y="6181323"/>
                  </a:lnTo>
                  <a:lnTo>
                    <a:pt x="97532" y="6181323"/>
                  </a:lnTo>
                  <a:lnTo>
                    <a:pt x="97657" y="6181323"/>
                  </a:lnTo>
                  <a:lnTo>
                    <a:pt x="97782" y="6181323"/>
                  </a:lnTo>
                  <a:lnTo>
                    <a:pt x="97907" y="6181323"/>
                  </a:lnTo>
                  <a:lnTo>
                    <a:pt x="98032" y="6181323"/>
                  </a:lnTo>
                  <a:lnTo>
                    <a:pt x="98157" y="6181323"/>
                  </a:lnTo>
                  <a:lnTo>
                    <a:pt x="98282" y="6181323"/>
                  </a:lnTo>
                  <a:lnTo>
                    <a:pt x="98407" y="6181323"/>
                  </a:lnTo>
                  <a:lnTo>
                    <a:pt x="98532" y="6181323"/>
                  </a:lnTo>
                  <a:lnTo>
                    <a:pt x="98657" y="6181323"/>
                  </a:lnTo>
                  <a:lnTo>
                    <a:pt x="98783" y="6181323"/>
                  </a:lnTo>
                  <a:lnTo>
                    <a:pt x="98908" y="6181323"/>
                  </a:lnTo>
                  <a:lnTo>
                    <a:pt x="99033" y="6181323"/>
                  </a:lnTo>
                  <a:lnTo>
                    <a:pt x="99158" y="6181323"/>
                  </a:lnTo>
                  <a:lnTo>
                    <a:pt x="99283" y="6181323"/>
                  </a:lnTo>
                  <a:lnTo>
                    <a:pt x="99408" y="6181323"/>
                  </a:lnTo>
                  <a:lnTo>
                    <a:pt x="99533" y="6181323"/>
                  </a:lnTo>
                  <a:lnTo>
                    <a:pt x="99658" y="6181323"/>
                  </a:lnTo>
                  <a:lnTo>
                    <a:pt x="99783" y="6181323"/>
                  </a:lnTo>
                  <a:lnTo>
                    <a:pt x="99908" y="6181323"/>
                  </a:lnTo>
                  <a:lnTo>
                    <a:pt x="100033" y="6181323"/>
                  </a:lnTo>
                  <a:lnTo>
                    <a:pt x="100158" y="6181323"/>
                  </a:lnTo>
                  <a:lnTo>
                    <a:pt x="100283" y="6181323"/>
                  </a:lnTo>
                  <a:lnTo>
                    <a:pt x="100408" y="6181323"/>
                  </a:lnTo>
                  <a:lnTo>
                    <a:pt x="100533" y="6181323"/>
                  </a:lnTo>
                  <a:lnTo>
                    <a:pt x="100658" y="6181323"/>
                  </a:lnTo>
                  <a:lnTo>
                    <a:pt x="100783" y="6181323"/>
                  </a:lnTo>
                  <a:lnTo>
                    <a:pt x="100908" y="6181323"/>
                  </a:lnTo>
                  <a:lnTo>
                    <a:pt x="101033" y="6181323"/>
                  </a:lnTo>
                  <a:lnTo>
                    <a:pt x="101158" y="6181323"/>
                  </a:lnTo>
                  <a:lnTo>
                    <a:pt x="101283" y="6181323"/>
                  </a:lnTo>
                  <a:lnTo>
                    <a:pt x="101408" y="6181323"/>
                  </a:lnTo>
                  <a:lnTo>
                    <a:pt x="101533" y="6181323"/>
                  </a:lnTo>
                  <a:lnTo>
                    <a:pt x="101658" y="6181323"/>
                  </a:lnTo>
                  <a:lnTo>
                    <a:pt x="101784" y="6181323"/>
                  </a:lnTo>
                  <a:lnTo>
                    <a:pt x="101909" y="6181323"/>
                  </a:lnTo>
                  <a:lnTo>
                    <a:pt x="102034" y="6181323"/>
                  </a:lnTo>
                  <a:lnTo>
                    <a:pt x="102159" y="6181323"/>
                  </a:lnTo>
                  <a:lnTo>
                    <a:pt x="102284" y="6181323"/>
                  </a:lnTo>
                  <a:lnTo>
                    <a:pt x="102409" y="6181323"/>
                  </a:lnTo>
                  <a:lnTo>
                    <a:pt x="102534" y="6181323"/>
                  </a:lnTo>
                  <a:lnTo>
                    <a:pt x="102659" y="6181323"/>
                  </a:lnTo>
                  <a:lnTo>
                    <a:pt x="102784" y="6181323"/>
                  </a:lnTo>
                  <a:lnTo>
                    <a:pt x="102909" y="6181323"/>
                  </a:lnTo>
                  <a:lnTo>
                    <a:pt x="103034" y="6181323"/>
                  </a:lnTo>
                  <a:lnTo>
                    <a:pt x="103159" y="6181323"/>
                  </a:lnTo>
                  <a:lnTo>
                    <a:pt x="103284" y="6181323"/>
                  </a:lnTo>
                  <a:lnTo>
                    <a:pt x="103409" y="6181323"/>
                  </a:lnTo>
                  <a:lnTo>
                    <a:pt x="103534" y="6181323"/>
                  </a:lnTo>
                  <a:lnTo>
                    <a:pt x="103659" y="6181323"/>
                  </a:lnTo>
                  <a:lnTo>
                    <a:pt x="103784" y="6181323"/>
                  </a:lnTo>
                  <a:lnTo>
                    <a:pt x="103909" y="6181323"/>
                  </a:lnTo>
                  <a:lnTo>
                    <a:pt x="104034" y="6181323"/>
                  </a:lnTo>
                  <a:lnTo>
                    <a:pt x="104159" y="6181323"/>
                  </a:lnTo>
                  <a:lnTo>
                    <a:pt x="104284" y="6181323"/>
                  </a:lnTo>
                  <a:lnTo>
                    <a:pt x="104409" y="6181323"/>
                  </a:lnTo>
                  <a:lnTo>
                    <a:pt x="104534" y="6181323"/>
                  </a:lnTo>
                  <a:lnTo>
                    <a:pt x="104659" y="6181323"/>
                  </a:lnTo>
                  <a:lnTo>
                    <a:pt x="104785" y="6181323"/>
                  </a:lnTo>
                  <a:lnTo>
                    <a:pt x="104910" y="6181323"/>
                  </a:lnTo>
                  <a:lnTo>
                    <a:pt x="105035" y="6181323"/>
                  </a:lnTo>
                  <a:lnTo>
                    <a:pt x="105160" y="6181323"/>
                  </a:lnTo>
                  <a:lnTo>
                    <a:pt x="105285" y="6181323"/>
                  </a:lnTo>
                  <a:lnTo>
                    <a:pt x="105410" y="6181323"/>
                  </a:lnTo>
                  <a:lnTo>
                    <a:pt x="105535" y="6181323"/>
                  </a:lnTo>
                  <a:lnTo>
                    <a:pt x="105660" y="6181323"/>
                  </a:lnTo>
                  <a:lnTo>
                    <a:pt x="105785" y="6181323"/>
                  </a:lnTo>
                  <a:lnTo>
                    <a:pt x="105910" y="6181323"/>
                  </a:lnTo>
                  <a:lnTo>
                    <a:pt x="106035" y="6181323"/>
                  </a:lnTo>
                  <a:lnTo>
                    <a:pt x="106160" y="6181323"/>
                  </a:lnTo>
                  <a:lnTo>
                    <a:pt x="106285" y="6181323"/>
                  </a:lnTo>
                  <a:lnTo>
                    <a:pt x="106410" y="6181323"/>
                  </a:lnTo>
                  <a:lnTo>
                    <a:pt x="106535" y="6181323"/>
                  </a:lnTo>
                  <a:lnTo>
                    <a:pt x="106660" y="6181323"/>
                  </a:lnTo>
                  <a:lnTo>
                    <a:pt x="106785" y="6181323"/>
                  </a:lnTo>
                  <a:lnTo>
                    <a:pt x="106910" y="6181323"/>
                  </a:lnTo>
                  <a:lnTo>
                    <a:pt x="106910" y="6171370"/>
                  </a:lnTo>
                  <a:lnTo>
                    <a:pt x="107035" y="6171370"/>
                  </a:lnTo>
                  <a:lnTo>
                    <a:pt x="107160" y="6171370"/>
                  </a:lnTo>
                  <a:lnTo>
                    <a:pt x="107285" y="6171370"/>
                  </a:lnTo>
                  <a:lnTo>
                    <a:pt x="107410" y="6171370"/>
                  </a:lnTo>
                  <a:lnTo>
                    <a:pt x="107535" y="6171370"/>
                  </a:lnTo>
                  <a:lnTo>
                    <a:pt x="107660" y="6171370"/>
                  </a:lnTo>
                  <a:lnTo>
                    <a:pt x="107786" y="6171370"/>
                  </a:lnTo>
                  <a:lnTo>
                    <a:pt x="107911" y="6171370"/>
                  </a:lnTo>
                  <a:lnTo>
                    <a:pt x="108036" y="6171370"/>
                  </a:lnTo>
                  <a:lnTo>
                    <a:pt x="108161" y="6171370"/>
                  </a:lnTo>
                  <a:lnTo>
                    <a:pt x="108286" y="6171370"/>
                  </a:lnTo>
                  <a:lnTo>
                    <a:pt x="108411" y="6171370"/>
                  </a:lnTo>
                  <a:lnTo>
                    <a:pt x="108536" y="6171370"/>
                  </a:lnTo>
                  <a:lnTo>
                    <a:pt x="108661" y="6171370"/>
                  </a:lnTo>
                  <a:lnTo>
                    <a:pt x="108786" y="6171370"/>
                  </a:lnTo>
                  <a:lnTo>
                    <a:pt x="108911" y="6171370"/>
                  </a:lnTo>
                  <a:lnTo>
                    <a:pt x="109036" y="6171370"/>
                  </a:lnTo>
                  <a:lnTo>
                    <a:pt x="109161" y="6171370"/>
                  </a:lnTo>
                  <a:lnTo>
                    <a:pt x="109286" y="6171370"/>
                  </a:lnTo>
                  <a:lnTo>
                    <a:pt x="109411" y="6171370"/>
                  </a:lnTo>
                  <a:lnTo>
                    <a:pt x="109536" y="6171370"/>
                  </a:lnTo>
                  <a:lnTo>
                    <a:pt x="109661" y="6171370"/>
                  </a:lnTo>
                  <a:lnTo>
                    <a:pt x="109786" y="6171370"/>
                  </a:lnTo>
                  <a:lnTo>
                    <a:pt x="109911" y="6171370"/>
                  </a:lnTo>
                  <a:lnTo>
                    <a:pt x="110036" y="6171370"/>
                  </a:lnTo>
                  <a:lnTo>
                    <a:pt x="110161" y="6171370"/>
                  </a:lnTo>
                  <a:lnTo>
                    <a:pt x="110286" y="6171370"/>
                  </a:lnTo>
                  <a:lnTo>
                    <a:pt x="110411" y="6171370"/>
                  </a:lnTo>
                  <a:lnTo>
                    <a:pt x="110536" y="6171370"/>
                  </a:lnTo>
                  <a:lnTo>
                    <a:pt x="110661" y="6171370"/>
                  </a:lnTo>
                  <a:lnTo>
                    <a:pt x="110787" y="6171370"/>
                  </a:lnTo>
                  <a:lnTo>
                    <a:pt x="110912" y="6171370"/>
                  </a:lnTo>
                  <a:lnTo>
                    <a:pt x="111037" y="6171370"/>
                  </a:lnTo>
                  <a:lnTo>
                    <a:pt x="111162" y="6171370"/>
                  </a:lnTo>
                  <a:lnTo>
                    <a:pt x="111287" y="6171370"/>
                  </a:lnTo>
                  <a:lnTo>
                    <a:pt x="111412" y="6171370"/>
                  </a:lnTo>
                  <a:lnTo>
                    <a:pt x="111537" y="6171370"/>
                  </a:lnTo>
                  <a:lnTo>
                    <a:pt x="111662" y="6171370"/>
                  </a:lnTo>
                  <a:lnTo>
                    <a:pt x="111787" y="6171370"/>
                  </a:lnTo>
                  <a:lnTo>
                    <a:pt x="111912" y="6171370"/>
                  </a:lnTo>
                  <a:lnTo>
                    <a:pt x="112037" y="6171370"/>
                  </a:lnTo>
                  <a:lnTo>
                    <a:pt x="112162" y="6171370"/>
                  </a:lnTo>
                  <a:lnTo>
                    <a:pt x="112287" y="6171370"/>
                  </a:lnTo>
                  <a:lnTo>
                    <a:pt x="112412" y="6171370"/>
                  </a:lnTo>
                  <a:lnTo>
                    <a:pt x="112537" y="6171370"/>
                  </a:lnTo>
                  <a:lnTo>
                    <a:pt x="112662" y="6171370"/>
                  </a:lnTo>
                  <a:lnTo>
                    <a:pt x="112787" y="6171370"/>
                  </a:lnTo>
                  <a:lnTo>
                    <a:pt x="112912" y="6171370"/>
                  </a:lnTo>
                  <a:lnTo>
                    <a:pt x="113037" y="6171370"/>
                  </a:lnTo>
                  <a:lnTo>
                    <a:pt x="113162" y="6171370"/>
                  </a:lnTo>
                  <a:lnTo>
                    <a:pt x="113287" y="6171370"/>
                  </a:lnTo>
                  <a:lnTo>
                    <a:pt x="113412" y="6171370"/>
                  </a:lnTo>
                  <a:lnTo>
                    <a:pt x="113537" y="6171370"/>
                  </a:lnTo>
                  <a:lnTo>
                    <a:pt x="113662" y="6171370"/>
                  </a:lnTo>
                  <a:lnTo>
                    <a:pt x="113788" y="6171370"/>
                  </a:lnTo>
                  <a:lnTo>
                    <a:pt x="113913" y="6171370"/>
                  </a:lnTo>
                  <a:lnTo>
                    <a:pt x="114038" y="6171370"/>
                  </a:lnTo>
                  <a:lnTo>
                    <a:pt x="114163" y="6171370"/>
                  </a:lnTo>
                  <a:lnTo>
                    <a:pt x="114288" y="6171370"/>
                  </a:lnTo>
                  <a:lnTo>
                    <a:pt x="114413" y="6171370"/>
                  </a:lnTo>
                  <a:lnTo>
                    <a:pt x="114538" y="6171370"/>
                  </a:lnTo>
                  <a:lnTo>
                    <a:pt x="114663" y="6171370"/>
                  </a:lnTo>
                  <a:lnTo>
                    <a:pt x="114788" y="6171370"/>
                  </a:lnTo>
                  <a:lnTo>
                    <a:pt x="114913" y="6171370"/>
                  </a:lnTo>
                  <a:lnTo>
                    <a:pt x="115038" y="6171370"/>
                  </a:lnTo>
                  <a:lnTo>
                    <a:pt x="115163" y="6171370"/>
                  </a:lnTo>
                  <a:lnTo>
                    <a:pt x="115288" y="6171370"/>
                  </a:lnTo>
                  <a:lnTo>
                    <a:pt x="115413" y="6171370"/>
                  </a:lnTo>
                  <a:lnTo>
                    <a:pt x="115538" y="6171370"/>
                  </a:lnTo>
                  <a:lnTo>
                    <a:pt x="115538" y="6161416"/>
                  </a:lnTo>
                  <a:lnTo>
                    <a:pt x="115663" y="6161416"/>
                  </a:lnTo>
                  <a:lnTo>
                    <a:pt x="115788" y="6161416"/>
                  </a:lnTo>
                  <a:lnTo>
                    <a:pt x="115913" y="6161416"/>
                  </a:lnTo>
                  <a:lnTo>
                    <a:pt x="116038" y="6161416"/>
                  </a:lnTo>
                  <a:lnTo>
                    <a:pt x="116163" y="6161416"/>
                  </a:lnTo>
                  <a:lnTo>
                    <a:pt x="116288" y="6161416"/>
                  </a:lnTo>
                  <a:lnTo>
                    <a:pt x="116413" y="6161416"/>
                  </a:lnTo>
                  <a:lnTo>
                    <a:pt x="116538" y="6161416"/>
                  </a:lnTo>
                  <a:lnTo>
                    <a:pt x="116664" y="6161416"/>
                  </a:lnTo>
                  <a:lnTo>
                    <a:pt x="116789" y="6161416"/>
                  </a:lnTo>
                  <a:lnTo>
                    <a:pt x="116914" y="6161416"/>
                  </a:lnTo>
                  <a:lnTo>
                    <a:pt x="117039" y="6161416"/>
                  </a:lnTo>
                  <a:lnTo>
                    <a:pt x="117164" y="6161416"/>
                  </a:lnTo>
                  <a:lnTo>
                    <a:pt x="117289" y="6161416"/>
                  </a:lnTo>
                  <a:lnTo>
                    <a:pt x="117414" y="6161416"/>
                  </a:lnTo>
                  <a:lnTo>
                    <a:pt x="117539" y="6161416"/>
                  </a:lnTo>
                  <a:lnTo>
                    <a:pt x="117664" y="6161416"/>
                  </a:lnTo>
                  <a:lnTo>
                    <a:pt x="117789" y="6161416"/>
                  </a:lnTo>
                  <a:lnTo>
                    <a:pt x="117914" y="6161416"/>
                  </a:lnTo>
                  <a:lnTo>
                    <a:pt x="118039" y="6161416"/>
                  </a:lnTo>
                  <a:lnTo>
                    <a:pt x="118164" y="6161416"/>
                  </a:lnTo>
                  <a:lnTo>
                    <a:pt x="118289" y="6161416"/>
                  </a:lnTo>
                  <a:lnTo>
                    <a:pt x="118414" y="6161416"/>
                  </a:lnTo>
                  <a:lnTo>
                    <a:pt x="118539" y="6161416"/>
                  </a:lnTo>
                  <a:lnTo>
                    <a:pt x="118664" y="6161416"/>
                  </a:lnTo>
                  <a:lnTo>
                    <a:pt x="118789" y="6161416"/>
                  </a:lnTo>
                  <a:lnTo>
                    <a:pt x="118914" y="6161416"/>
                  </a:lnTo>
                  <a:lnTo>
                    <a:pt x="119039" y="6161416"/>
                  </a:lnTo>
                  <a:lnTo>
                    <a:pt x="119164" y="6161416"/>
                  </a:lnTo>
                  <a:lnTo>
                    <a:pt x="119289" y="6161416"/>
                  </a:lnTo>
                  <a:lnTo>
                    <a:pt x="119414" y="6161416"/>
                  </a:lnTo>
                  <a:lnTo>
                    <a:pt x="119539" y="6161416"/>
                  </a:lnTo>
                  <a:lnTo>
                    <a:pt x="119665" y="6161416"/>
                  </a:lnTo>
                  <a:lnTo>
                    <a:pt x="119790" y="6161416"/>
                  </a:lnTo>
                  <a:lnTo>
                    <a:pt x="119915" y="6161416"/>
                  </a:lnTo>
                  <a:lnTo>
                    <a:pt x="120040" y="6161416"/>
                  </a:lnTo>
                  <a:lnTo>
                    <a:pt x="120165" y="6161416"/>
                  </a:lnTo>
                  <a:lnTo>
                    <a:pt x="120290" y="6161416"/>
                  </a:lnTo>
                  <a:lnTo>
                    <a:pt x="120415" y="6161416"/>
                  </a:lnTo>
                  <a:lnTo>
                    <a:pt x="120540" y="6161416"/>
                  </a:lnTo>
                  <a:lnTo>
                    <a:pt x="120665" y="6161416"/>
                  </a:lnTo>
                  <a:lnTo>
                    <a:pt x="120665" y="6151462"/>
                  </a:lnTo>
                  <a:lnTo>
                    <a:pt x="120790" y="6151462"/>
                  </a:lnTo>
                  <a:lnTo>
                    <a:pt x="120915" y="6151462"/>
                  </a:lnTo>
                  <a:lnTo>
                    <a:pt x="121040" y="6151462"/>
                  </a:lnTo>
                  <a:lnTo>
                    <a:pt x="121165" y="6151462"/>
                  </a:lnTo>
                  <a:lnTo>
                    <a:pt x="121290" y="6151462"/>
                  </a:lnTo>
                  <a:lnTo>
                    <a:pt x="121415" y="6151462"/>
                  </a:lnTo>
                  <a:lnTo>
                    <a:pt x="121540" y="6151462"/>
                  </a:lnTo>
                  <a:lnTo>
                    <a:pt x="121665" y="6151462"/>
                  </a:lnTo>
                  <a:lnTo>
                    <a:pt x="121790" y="6151462"/>
                  </a:lnTo>
                  <a:lnTo>
                    <a:pt x="121915" y="6151462"/>
                  </a:lnTo>
                  <a:lnTo>
                    <a:pt x="122040" y="6151462"/>
                  </a:lnTo>
                  <a:lnTo>
                    <a:pt x="122165" y="6151462"/>
                  </a:lnTo>
                  <a:lnTo>
                    <a:pt x="122290" y="6151462"/>
                  </a:lnTo>
                  <a:lnTo>
                    <a:pt x="122415" y="6151462"/>
                  </a:lnTo>
                  <a:lnTo>
                    <a:pt x="122540" y="6151462"/>
                  </a:lnTo>
                  <a:lnTo>
                    <a:pt x="122666" y="6151462"/>
                  </a:lnTo>
                  <a:lnTo>
                    <a:pt x="122791" y="6151462"/>
                  </a:lnTo>
                  <a:lnTo>
                    <a:pt x="122916" y="6151462"/>
                  </a:lnTo>
                  <a:lnTo>
                    <a:pt x="123041" y="6151462"/>
                  </a:lnTo>
                  <a:lnTo>
                    <a:pt x="123166" y="6151462"/>
                  </a:lnTo>
                  <a:lnTo>
                    <a:pt x="123291" y="6151462"/>
                  </a:lnTo>
                  <a:lnTo>
                    <a:pt x="123416" y="6151462"/>
                  </a:lnTo>
                  <a:lnTo>
                    <a:pt x="123541" y="6151462"/>
                  </a:lnTo>
                  <a:lnTo>
                    <a:pt x="123666" y="6151462"/>
                  </a:lnTo>
                  <a:lnTo>
                    <a:pt x="123791" y="6151462"/>
                  </a:lnTo>
                  <a:lnTo>
                    <a:pt x="123916" y="6151462"/>
                  </a:lnTo>
                  <a:lnTo>
                    <a:pt x="124041" y="6151462"/>
                  </a:lnTo>
                  <a:lnTo>
                    <a:pt x="124166" y="6151462"/>
                  </a:lnTo>
                  <a:lnTo>
                    <a:pt x="124291" y="6151462"/>
                  </a:lnTo>
                  <a:lnTo>
                    <a:pt x="124416" y="6151462"/>
                  </a:lnTo>
                  <a:lnTo>
                    <a:pt x="124541" y="6151462"/>
                  </a:lnTo>
                  <a:lnTo>
                    <a:pt x="124666" y="6151462"/>
                  </a:lnTo>
                  <a:lnTo>
                    <a:pt x="124791" y="6151462"/>
                  </a:lnTo>
                  <a:lnTo>
                    <a:pt x="124916" y="6151462"/>
                  </a:lnTo>
                  <a:lnTo>
                    <a:pt x="125041" y="6151462"/>
                  </a:lnTo>
                  <a:lnTo>
                    <a:pt x="125166" y="6151462"/>
                  </a:lnTo>
                  <a:lnTo>
                    <a:pt x="125291" y="6151462"/>
                  </a:lnTo>
                  <a:lnTo>
                    <a:pt x="125416" y="6151462"/>
                  </a:lnTo>
                  <a:lnTo>
                    <a:pt x="125541" y="6151462"/>
                  </a:lnTo>
                  <a:lnTo>
                    <a:pt x="125667" y="6151462"/>
                  </a:lnTo>
                  <a:lnTo>
                    <a:pt x="125792" y="6151462"/>
                  </a:lnTo>
                  <a:lnTo>
                    <a:pt x="125917" y="6151462"/>
                  </a:lnTo>
                  <a:lnTo>
                    <a:pt x="126042" y="6151462"/>
                  </a:lnTo>
                  <a:lnTo>
                    <a:pt x="126167" y="6151462"/>
                  </a:lnTo>
                  <a:lnTo>
                    <a:pt x="126292" y="6151462"/>
                  </a:lnTo>
                  <a:lnTo>
                    <a:pt x="126417" y="6151462"/>
                  </a:lnTo>
                  <a:lnTo>
                    <a:pt x="126542" y="6151462"/>
                  </a:lnTo>
                  <a:lnTo>
                    <a:pt x="126667" y="6151462"/>
                  </a:lnTo>
                  <a:lnTo>
                    <a:pt x="126792" y="6151462"/>
                  </a:lnTo>
                  <a:lnTo>
                    <a:pt x="126917" y="6151462"/>
                  </a:lnTo>
                  <a:lnTo>
                    <a:pt x="127042" y="6151462"/>
                  </a:lnTo>
                  <a:lnTo>
                    <a:pt x="127167" y="6151462"/>
                  </a:lnTo>
                  <a:lnTo>
                    <a:pt x="127292" y="6151462"/>
                  </a:lnTo>
                  <a:lnTo>
                    <a:pt x="127417" y="6151462"/>
                  </a:lnTo>
                  <a:lnTo>
                    <a:pt x="127417" y="6141508"/>
                  </a:lnTo>
                  <a:lnTo>
                    <a:pt x="127542" y="6141508"/>
                  </a:lnTo>
                  <a:lnTo>
                    <a:pt x="127667" y="6141508"/>
                  </a:lnTo>
                  <a:lnTo>
                    <a:pt x="127792" y="6141508"/>
                  </a:lnTo>
                  <a:lnTo>
                    <a:pt x="127917" y="6141508"/>
                  </a:lnTo>
                  <a:lnTo>
                    <a:pt x="128042" y="6141508"/>
                  </a:lnTo>
                  <a:lnTo>
                    <a:pt x="128167" y="6141508"/>
                  </a:lnTo>
                  <a:lnTo>
                    <a:pt x="128167" y="6131554"/>
                  </a:lnTo>
                  <a:lnTo>
                    <a:pt x="128292" y="6131554"/>
                  </a:lnTo>
                  <a:lnTo>
                    <a:pt x="128417" y="6131554"/>
                  </a:lnTo>
                  <a:lnTo>
                    <a:pt x="128542" y="6131554"/>
                  </a:lnTo>
                  <a:lnTo>
                    <a:pt x="128668" y="6131554"/>
                  </a:lnTo>
                  <a:lnTo>
                    <a:pt x="128793" y="6131554"/>
                  </a:lnTo>
                  <a:lnTo>
                    <a:pt x="128918" y="6131554"/>
                  </a:lnTo>
                  <a:lnTo>
                    <a:pt x="129043" y="6131554"/>
                  </a:lnTo>
                  <a:lnTo>
                    <a:pt x="129168" y="6131554"/>
                  </a:lnTo>
                  <a:lnTo>
                    <a:pt x="129293" y="6131554"/>
                  </a:lnTo>
                  <a:lnTo>
                    <a:pt x="129418" y="6131554"/>
                  </a:lnTo>
                  <a:lnTo>
                    <a:pt x="129543" y="6131554"/>
                  </a:lnTo>
                  <a:lnTo>
                    <a:pt x="129668" y="6131554"/>
                  </a:lnTo>
                  <a:lnTo>
                    <a:pt x="129793" y="6131554"/>
                  </a:lnTo>
                  <a:lnTo>
                    <a:pt x="129918" y="6131554"/>
                  </a:lnTo>
                  <a:lnTo>
                    <a:pt x="130043" y="6131554"/>
                  </a:lnTo>
                  <a:lnTo>
                    <a:pt x="130168" y="6131554"/>
                  </a:lnTo>
                  <a:lnTo>
                    <a:pt x="130293" y="6131554"/>
                  </a:lnTo>
                  <a:lnTo>
                    <a:pt x="130418" y="6131554"/>
                  </a:lnTo>
                  <a:lnTo>
                    <a:pt x="130543" y="6131554"/>
                  </a:lnTo>
                  <a:lnTo>
                    <a:pt x="130668" y="6131554"/>
                  </a:lnTo>
                  <a:lnTo>
                    <a:pt x="130793" y="6131554"/>
                  </a:lnTo>
                  <a:lnTo>
                    <a:pt x="130918" y="6131554"/>
                  </a:lnTo>
                  <a:lnTo>
                    <a:pt x="131043" y="6131554"/>
                  </a:lnTo>
                  <a:lnTo>
                    <a:pt x="131168" y="6131554"/>
                  </a:lnTo>
                  <a:lnTo>
                    <a:pt x="131293" y="6131554"/>
                  </a:lnTo>
                  <a:lnTo>
                    <a:pt x="131418" y="6131554"/>
                  </a:lnTo>
                  <a:lnTo>
                    <a:pt x="131543" y="6131554"/>
                  </a:lnTo>
                  <a:lnTo>
                    <a:pt x="131669" y="6131554"/>
                  </a:lnTo>
                  <a:lnTo>
                    <a:pt x="131794" y="6131554"/>
                  </a:lnTo>
                  <a:lnTo>
                    <a:pt x="131794" y="6121600"/>
                  </a:lnTo>
                  <a:lnTo>
                    <a:pt x="131919" y="6121600"/>
                  </a:lnTo>
                  <a:lnTo>
                    <a:pt x="132044" y="6121600"/>
                  </a:lnTo>
                  <a:lnTo>
                    <a:pt x="132169" y="6121600"/>
                  </a:lnTo>
                  <a:lnTo>
                    <a:pt x="132294" y="6121600"/>
                  </a:lnTo>
                  <a:lnTo>
                    <a:pt x="132419" y="6121600"/>
                  </a:lnTo>
                  <a:lnTo>
                    <a:pt x="132544" y="6121600"/>
                  </a:lnTo>
                  <a:lnTo>
                    <a:pt x="132669" y="6121600"/>
                  </a:lnTo>
                  <a:lnTo>
                    <a:pt x="132794" y="6121600"/>
                  </a:lnTo>
                  <a:lnTo>
                    <a:pt x="132919" y="6121600"/>
                  </a:lnTo>
                  <a:lnTo>
                    <a:pt x="133044" y="6121600"/>
                  </a:lnTo>
                  <a:lnTo>
                    <a:pt x="133169" y="6121600"/>
                  </a:lnTo>
                  <a:lnTo>
                    <a:pt x="133294" y="6121600"/>
                  </a:lnTo>
                  <a:lnTo>
                    <a:pt x="133419" y="6121600"/>
                  </a:lnTo>
                  <a:lnTo>
                    <a:pt x="133544" y="6121600"/>
                  </a:lnTo>
                  <a:lnTo>
                    <a:pt x="133669" y="6121600"/>
                  </a:lnTo>
                  <a:lnTo>
                    <a:pt x="133794" y="6121600"/>
                  </a:lnTo>
                  <a:lnTo>
                    <a:pt x="133919" y="6121600"/>
                  </a:lnTo>
                  <a:lnTo>
                    <a:pt x="134044" y="6121600"/>
                  </a:lnTo>
                  <a:lnTo>
                    <a:pt x="134169" y="6121600"/>
                  </a:lnTo>
                  <a:lnTo>
                    <a:pt x="134294" y="6121600"/>
                  </a:lnTo>
                  <a:lnTo>
                    <a:pt x="134419" y="6121600"/>
                  </a:lnTo>
                  <a:lnTo>
                    <a:pt x="134544" y="6121600"/>
                  </a:lnTo>
                  <a:lnTo>
                    <a:pt x="134670" y="6121600"/>
                  </a:lnTo>
                  <a:lnTo>
                    <a:pt x="134795" y="6121600"/>
                  </a:lnTo>
                  <a:lnTo>
                    <a:pt x="134920" y="6121600"/>
                  </a:lnTo>
                  <a:lnTo>
                    <a:pt x="135045" y="6121600"/>
                  </a:lnTo>
                  <a:lnTo>
                    <a:pt x="135170" y="6121600"/>
                  </a:lnTo>
                  <a:lnTo>
                    <a:pt x="135295" y="6121600"/>
                  </a:lnTo>
                  <a:lnTo>
                    <a:pt x="135420" y="6121600"/>
                  </a:lnTo>
                  <a:lnTo>
                    <a:pt x="135545" y="6121600"/>
                  </a:lnTo>
                  <a:lnTo>
                    <a:pt x="135670" y="6121600"/>
                  </a:lnTo>
                  <a:lnTo>
                    <a:pt x="135795" y="6121600"/>
                  </a:lnTo>
                  <a:lnTo>
                    <a:pt x="135920" y="6121600"/>
                  </a:lnTo>
                  <a:lnTo>
                    <a:pt x="136045" y="6121600"/>
                  </a:lnTo>
                  <a:lnTo>
                    <a:pt x="136170" y="6121600"/>
                  </a:lnTo>
                  <a:lnTo>
                    <a:pt x="136295" y="6121600"/>
                  </a:lnTo>
                  <a:lnTo>
                    <a:pt x="136420" y="6121600"/>
                  </a:lnTo>
                  <a:lnTo>
                    <a:pt x="136545" y="6121600"/>
                  </a:lnTo>
                  <a:lnTo>
                    <a:pt x="136670" y="6121600"/>
                  </a:lnTo>
                  <a:lnTo>
                    <a:pt x="136670" y="6111647"/>
                  </a:lnTo>
                  <a:lnTo>
                    <a:pt x="136795" y="6111647"/>
                  </a:lnTo>
                  <a:lnTo>
                    <a:pt x="136920" y="6111647"/>
                  </a:lnTo>
                  <a:lnTo>
                    <a:pt x="137045" y="6111647"/>
                  </a:lnTo>
                  <a:lnTo>
                    <a:pt x="137170" y="6111647"/>
                  </a:lnTo>
                  <a:lnTo>
                    <a:pt x="137295" y="6111647"/>
                  </a:lnTo>
                  <a:lnTo>
                    <a:pt x="137420" y="6111647"/>
                  </a:lnTo>
                  <a:lnTo>
                    <a:pt x="137545" y="6111647"/>
                  </a:lnTo>
                  <a:lnTo>
                    <a:pt x="137671" y="6111647"/>
                  </a:lnTo>
                  <a:lnTo>
                    <a:pt x="137796" y="6111647"/>
                  </a:lnTo>
                  <a:lnTo>
                    <a:pt x="137921" y="6111647"/>
                  </a:lnTo>
                  <a:lnTo>
                    <a:pt x="138046" y="6111647"/>
                  </a:lnTo>
                  <a:lnTo>
                    <a:pt x="138171" y="6111647"/>
                  </a:lnTo>
                  <a:lnTo>
                    <a:pt x="138296" y="6111647"/>
                  </a:lnTo>
                  <a:lnTo>
                    <a:pt x="138421" y="6111647"/>
                  </a:lnTo>
                  <a:lnTo>
                    <a:pt x="138546" y="6111647"/>
                  </a:lnTo>
                  <a:lnTo>
                    <a:pt x="138671" y="6111647"/>
                  </a:lnTo>
                  <a:lnTo>
                    <a:pt x="138796" y="6111647"/>
                  </a:lnTo>
                  <a:lnTo>
                    <a:pt x="138921" y="6111647"/>
                  </a:lnTo>
                  <a:lnTo>
                    <a:pt x="139046" y="6111647"/>
                  </a:lnTo>
                  <a:lnTo>
                    <a:pt x="139171" y="6111647"/>
                  </a:lnTo>
                  <a:lnTo>
                    <a:pt x="139296" y="6111647"/>
                  </a:lnTo>
                  <a:lnTo>
                    <a:pt x="139421" y="6111647"/>
                  </a:lnTo>
                  <a:lnTo>
                    <a:pt x="139546" y="6111647"/>
                  </a:lnTo>
                  <a:lnTo>
                    <a:pt x="139671" y="6111647"/>
                  </a:lnTo>
                  <a:lnTo>
                    <a:pt x="139796" y="6111647"/>
                  </a:lnTo>
                  <a:lnTo>
                    <a:pt x="139921" y="6111647"/>
                  </a:lnTo>
                  <a:lnTo>
                    <a:pt x="140046" y="6111647"/>
                  </a:lnTo>
                  <a:lnTo>
                    <a:pt x="140171" y="6111647"/>
                  </a:lnTo>
                  <a:lnTo>
                    <a:pt x="140296" y="6111647"/>
                  </a:lnTo>
                  <a:lnTo>
                    <a:pt x="140421" y="6111647"/>
                  </a:lnTo>
                  <a:lnTo>
                    <a:pt x="140546" y="6111647"/>
                  </a:lnTo>
                  <a:lnTo>
                    <a:pt x="140672" y="6111647"/>
                  </a:lnTo>
                  <a:lnTo>
                    <a:pt x="140797" y="6111647"/>
                  </a:lnTo>
                  <a:lnTo>
                    <a:pt x="140922" y="6111647"/>
                  </a:lnTo>
                  <a:lnTo>
                    <a:pt x="141047" y="6111647"/>
                  </a:lnTo>
                  <a:lnTo>
                    <a:pt x="141172" y="6111647"/>
                  </a:lnTo>
                  <a:lnTo>
                    <a:pt x="141297" y="6111647"/>
                  </a:lnTo>
                  <a:lnTo>
                    <a:pt x="141422" y="6111647"/>
                  </a:lnTo>
                  <a:lnTo>
                    <a:pt x="141547" y="6111647"/>
                  </a:lnTo>
                  <a:lnTo>
                    <a:pt x="141672" y="6111647"/>
                  </a:lnTo>
                  <a:lnTo>
                    <a:pt x="141797" y="6111647"/>
                  </a:lnTo>
                  <a:lnTo>
                    <a:pt x="141922" y="6111647"/>
                  </a:lnTo>
                  <a:lnTo>
                    <a:pt x="142047" y="6111647"/>
                  </a:lnTo>
                  <a:lnTo>
                    <a:pt x="142172" y="6111647"/>
                  </a:lnTo>
                  <a:lnTo>
                    <a:pt x="142297" y="6111647"/>
                  </a:lnTo>
                  <a:lnTo>
                    <a:pt x="142422" y="6111647"/>
                  </a:lnTo>
                  <a:lnTo>
                    <a:pt x="142547" y="6111647"/>
                  </a:lnTo>
                  <a:lnTo>
                    <a:pt x="142672" y="6111647"/>
                  </a:lnTo>
                  <a:lnTo>
                    <a:pt x="142797" y="6111647"/>
                  </a:lnTo>
                  <a:lnTo>
                    <a:pt x="142922" y="6111647"/>
                  </a:lnTo>
                  <a:lnTo>
                    <a:pt x="143047" y="6111647"/>
                  </a:lnTo>
                  <a:lnTo>
                    <a:pt x="143172" y="6111647"/>
                  </a:lnTo>
                  <a:lnTo>
                    <a:pt x="143297" y="6111647"/>
                  </a:lnTo>
                  <a:lnTo>
                    <a:pt x="143422" y="6111647"/>
                  </a:lnTo>
                  <a:lnTo>
                    <a:pt x="143547" y="6111647"/>
                  </a:lnTo>
                  <a:lnTo>
                    <a:pt x="143673" y="6111647"/>
                  </a:lnTo>
                  <a:lnTo>
                    <a:pt x="143798" y="6111647"/>
                  </a:lnTo>
                  <a:lnTo>
                    <a:pt x="143798" y="6101693"/>
                  </a:lnTo>
                  <a:lnTo>
                    <a:pt x="143798" y="6091739"/>
                  </a:lnTo>
                  <a:lnTo>
                    <a:pt x="143923" y="6091739"/>
                  </a:lnTo>
                  <a:lnTo>
                    <a:pt x="144048" y="6091739"/>
                  </a:lnTo>
                  <a:lnTo>
                    <a:pt x="144173" y="6091739"/>
                  </a:lnTo>
                  <a:lnTo>
                    <a:pt x="144298" y="6091739"/>
                  </a:lnTo>
                  <a:lnTo>
                    <a:pt x="144423" y="6091739"/>
                  </a:lnTo>
                  <a:lnTo>
                    <a:pt x="144548" y="6091739"/>
                  </a:lnTo>
                  <a:lnTo>
                    <a:pt x="144673" y="6091739"/>
                  </a:lnTo>
                  <a:lnTo>
                    <a:pt x="144798" y="6091739"/>
                  </a:lnTo>
                  <a:lnTo>
                    <a:pt x="144923" y="6091739"/>
                  </a:lnTo>
                  <a:lnTo>
                    <a:pt x="145048" y="6091739"/>
                  </a:lnTo>
                  <a:lnTo>
                    <a:pt x="145173" y="6091739"/>
                  </a:lnTo>
                  <a:lnTo>
                    <a:pt x="145298" y="6091739"/>
                  </a:lnTo>
                  <a:lnTo>
                    <a:pt x="145423" y="6091739"/>
                  </a:lnTo>
                  <a:lnTo>
                    <a:pt x="145548" y="6091739"/>
                  </a:lnTo>
                  <a:lnTo>
                    <a:pt x="145673" y="6091739"/>
                  </a:lnTo>
                  <a:lnTo>
                    <a:pt x="145798" y="6091739"/>
                  </a:lnTo>
                  <a:lnTo>
                    <a:pt x="145923" y="6091739"/>
                  </a:lnTo>
                  <a:lnTo>
                    <a:pt x="146048" y="6091739"/>
                  </a:lnTo>
                  <a:lnTo>
                    <a:pt x="146173" y="6091739"/>
                  </a:lnTo>
                  <a:lnTo>
                    <a:pt x="146298" y="6091739"/>
                  </a:lnTo>
                  <a:lnTo>
                    <a:pt x="146423" y="6091739"/>
                  </a:lnTo>
                  <a:lnTo>
                    <a:pt x="146548" y="6091739"/>
                  </a:lnTo>
                  <a:lnTo>
                    <a:pt x="146674" y="6091739"/>
                  </a:lnTo>
                  <a:lnTo>
                    <a:pt x="146799" y="6091739"/>
                  </a:lnTo>
                  <a:lnTo>
                    <a:pt x="146924" y="6091739"/>
                  </a:lnTo>
                  <a:lnTo>
                    <a:pt x="146924" y="6081785"/>
                  </a:lnTo>
                  <a:lnTo>
                    <a:pt x="147049" y="6081785"/>
                  </a:lnTo>
                  <a:lnTo>
                    <a:pt x="147174" y="6081785"/>
                  </a:lnTo>
                  <a:lnTo>
                    <a:pt x="147174" y="6071831"/>
                  </a:lnTo>
                  <a:lnTo>
                    <a:pt x="147299" y="6071831"/>
                  </a:lnTo>
                  <a:lnTo>
                    <a:pt x="147424" y="6071831"/>
                  </a:lnTo>
                  <a:lnTo>
                    <a:pt x="147549" y="6071831"/>
                  </a:lnTo>
                  <a:lnTo>
                    <a:pt x="147674" y="6071831"/>
                  </a:lnTo>
                  <a:lnTo>
                    <a:pt x="147799" y="6071831"/>
                  </a:lnTo>
                  <a:lnTo>
                    <a:pt x="147924" y="6071831"/>
                  </a:lnTo>
                  <a:lnTo>
                    <a:pt x="148049" y="6071831"/>
                  </a:lnTo>
                  <a:lnTo>
                    <a:pt x="148174" y="6071831"/>
                  </a:lnTo>
                  <a:lnTo>
                    <a:pt x="148299" y="6071831"/>
                  </a:lnTo>
                  <a:lnTo>
                    <a:pt x="148424" y="6071831"/>
                  </a:lnTo>
                  <a:lnTo>
                    <a:pt x="148549" y="6071831"/>
                  </a:lnTo>
                  <a:lnTo>
                    <a:pt x="148674" y="6071831"/>
                  </a:lnTo>
                  <a:lnTo>
                    <a:pt x="148799" y="6071831"/>
                  </a:lnTo>
                  <a:lnTo>
                    <a:pt x="148924" y="6071831"/>
                  </a:lnTo>
                  <a:lnTo>
                    <a:pt x="149049" y="6071831"/>
                  </a:lnTo>
                  <a:lnTo>
                    <a:pt x="149174" y="6071831"/>
                  </a:lnTo>
                  <a:lnTo>
                    <a:pt x="149299" y="6071831"/>
                  </a:lnTo>
                  <a:lnTo>
                    <a:pt x="149424" y="6071831"/>
                  </a:lnTo>
                  <a:lnTo>
                    <a:pt x="149549" y="6071831"/>
                  </a:lnTo>
                  <a:lnTo>
                    <a:pt x="149675" y="6071831"/>
                  </a:lnTo>
                  <a:lnTo>
                    <a:pt x="149800" y="6071831"/>
                  </a:lnTo>
                  <a:lnTo>
                    <a:pt x="149925" y="6071831"/>
                  </a:lnTo>
                  <a:lnTo>
                    <a:pt x="150050" y="6071831"/>
                  </a:lnTo>
                  <a:lnTo>
                    <a:pt x="150175" y="6071831"/>
                  </a:lnTo>
                  <a:lnTo>
                    <a:pt x="150300" y="6071831"/>
                  </a:lnTo>
                  <a:lnTo>
                    <a:pt x="150425" y="6071831"/>
                  </a:lnTo>
                  <a:lnTo>
                    <a:pt x="150550" y="6071831"/>
                  </a:lnTo>
                  <a:lnTo>
                    <a:pt x="150675" y="6071831"/>
                  </a:lnTo>
                  <a:lnTo>
                    <a:pt x="150800" y="6071831"/>
                  </a:lnTo>
                  <a:lnTo>
                    <a:pt x="150925" y="6071831"/>
                  </a:lnTo>
                  <a:lnTo>
                    <a:pt x="151050" y="6071831"/>
                  </a:lnTo>
                  <a:lnTo>
                    <a:pt x="151175" y="6071831"/>
                  </a:lnTo>
                  <a:lnTo>
                    <a:pt x="151300" y="6071831"/>
                  </a:lnTo>
                  <a:lnTo>
                    <a:pt x="151425" y="6071831"/>
                  </a:lnTo>
                  <a:lnTo>
                    <a:pt x="151550" y="6071831"/>
                  </a:lnTo>
                  <a:lnTo>
                    <a:pt x="151675" y="6071831"/>
                  </a:lnTo>
                  <a:lnTo>
                    <a:pt x="151800" y="6071831"/>
                  </a:lnTo>
                  <a:lnTo>
                    <a:pt x="151925" y="6071831"/>
                  </a:lnTo>
                  <a:lnTo>
                    <a:pt x="152050" y="6071831"/>
                  </a:lnTo>
                  <a:lnTo>
                    <a:pt x="152175" y="6071831"/>
                  </a:lnTo>
                  <a:lnTo>
                    <a:pt x="152175" y="6061877"/>
                  </a:lnTo>
                  <a:lnTo>
                    <a:pt x="152300" y="6061877"/>
                  </a:lnTo>
                  <a:lnTo>
                    <a:pt x="152425" y="6061877"/>
                  </a:lnTo>
                  <a:lnTo>
                    <a:pt x="152550" y="6061877"/>
                  </a:lnTo>
                  <a:lnTo>
                    <a:pt x="152676" y="6061877"/>
                  </a:lnTo>
                  <a:lnTo>
                    <a:pt x="152801" y="6061877"/>
                  </a:lnTo>
                  <a:lnTo>
                    <a:pt x="152926" y="6061877"/>
                  </a:lnTo>
                  <a:lnTo>
                    <a:pt x="153051" y="6061877"/>
                  </a:lnTo>
                  <a:lnTo>
                    <a:pt x="153176" y="6061877"/>
                  </a:lnTo>
                  <a:lnTo>
                    <a:pt x="153301" y="6061877"/>
                  </a:lnTo>
                  <a:lnTo>
                    <a:pt x="153426" y="6061877"/>
                  </a:lnTo>
                  <a:lnTo>
                    <a:pt x="153551" y="6061877"/>
                  </a:lnTo>
                  <a:lnTo>
                    <a:pt x="153676" y="6061877"/>
                  </a:lnTo>
                  <a:lnTo>
                    <a:pt x="153801" y="6061877"/>
                  </a:lnTo>
                  <a:lnTo>
                    <a:pt x="153926" y="6061877"/>
                  </a:lnTo>
                  <a:lnTo>
                    <a:pt x="154051" y="6061877"/>
                  </a:lnTo>
                  <a:lnTo>
                    <a:pt x="154176" y="6061877"/>
                  </a:lnTo>
                  <a:lnTo>
                    <a:pt x="154301" y="6061877"/>
                  </a:lnTo>
                  <a:lnTo>
                    <a:pt x="154426" y="6061877"/>
                  </a:lnTo>
                  <a:lnTo>
                    <a:pt x="154551" y="6061877"/>
                  </a:lnTo>
                  <a:lnTo>
                    <a:pt x="154676" y="6061877"/>
                  </a:lnTo>
                  <a:lnTo>
                    <a:pt x="154801" y="6061877"/>
                  </a:lnTo>
                  <a:lnTo>
                    <a:pt x="154926" y="6061877"/>
                  </a:lnTo>
                  <a:lnTo>
                    <a:pt x="155051" y="6061877"/>
                  </a:lnTo>
                  <a:lnTo>
                    <a:pt x="155176" y="6061877"/>
                  </a:lnTo>
                  <a:lnTo>
                    <a:pt x="155301" y="6061877"/>
                  </a:lnTo>
                  <a:lnTo>
                    <a:pt x="155426" y="6061877"/>
                  </a:lnTo>
                  <a:lnTo>
                    <a:pt x="155552" y="6061877"/>
                  </a:lnTo>
                  <a:lnTo>
                    <a:pt x="155677" y="6061877"/>
                  </a:lnTo>
                  <a:lnTo>
                    <a:pt x="155802" y="6061877"/>
                  </a:lnTo>
                  <a:lnTo>
                    <a:pt x="155927" y="6061877"/>
                  </a:lnTo>
                  <a:lnTo>
                    <a:pt x="156052" y="6061877"/>
                  </a:lnTo>
                  <a:lnTo>
                    <a:pt x="156177" y="6061877"/>
                  </a:lnTo>
                  <a:lnTo>
                    <a:pt x="156302" y="6061877"/>
                  </a:lnTo>
                  <a:lnTo>
                    <a:pt x="156427" y="6061877"/>
                  </a:lnTo>
                  <a:lnTo>
                    <a:pt x="156552" y="6061877"/>
                  </a:lnTo>
                  <a:lnTo>
                    <a:pt x="156677" y="6061877"/>
                  </a:lnTo>
                  <a:lnTo>
                    <a:pt x="156802" y="6061877"/>
                  </a:lnTo>
                  <a:lnTo>
                    <a:pt x="156927" y="6061877"/>
                  </a:lnTo>
                  <a:lnTo>
                    <a:pt x="157052" y="6061877"/>
                  </a:lnTo>
                  <a:lnTo>
                    <a:pt x="157177" y="6061877"/>
                  </a:lnTo>
                  <a:lnTo>
                    <a:pt x="157302" y="6061877"/>
                  </a:lnTo>
                  <a:lnTo>
                    <a:pt x="157427" y="6061877"/>
                  </a:lnTo>
                  <a:lnTo>
                    <a:pt x="157552" y="6061877"/>
                  </a:lnTo>
                  <a:lnTo>
                    <a:pt x="157677" y="6061877"/>
                  </a:lnTo>
                  <a:lnTo>
                    <a:pt x="157802" y="6061877"/>
                  </a:lnTo>
                  <a:lnTo>
                    <a:pt x="157927" y="6061877"/>
                  </a:lnTo>
                  <a:lnTo>
                    <a:pt x="158052" y="6061877"/>
                  </a:lnTo>
                  <a:lnTo>
                    <a:pt x="158177" y="6061877"/>
                  </a:lnTo>
                  <a:lnTo>
                    <a:pt x="158302" y="6061877"/>
                  </a:lnTo>
                  <a:lnTo>
                    <a:pt x="158427" y="6061877"/>
                  </a:lnTo>
                  <a:lnTo>
                    <a:pt x="158553" y="6061877"/>
                  </a:lnTo>
                  <a:lnTo>
                    <a:pt x="158678" y="6061877"/>
                  </a:lnTo>
                  <a:lnTo>
                    <a:pt x="158803" y="6061877"/>
                  </a:lnTo>
                  <a:lnTo>
                    <a:pt x="158928" y="6061877"/>
                  </a:lnTo>
                  <a:lnTo>
                    <a:pt x="159053" y="6061877"/>
                  </a:lnTo>
                  <a:lnTo>
                    <a:pt x="159178" y="6061877"/>
                  </a:lnTo>
                  <a:lnTo>
                    <a:pt x="159303" y="6061877"/>
                  </a:lnTo>
                  <a:lnTo>
                    <a:pt x="159428" y="6061877"/>
                  </a:lnTo>
                  <a:lnTo>
                    <a:pt x="159553" y="6061877"/>
                  </a:lnTo>
                  <a:lnTo>
                    <a:pt x="159678" y="6061877"/>
                  </a:lnTo>
                  <a:lnTo>
                    <a:pt x="159803" y="6061877"/>
                  </a:lnTo>
                  <a:lnTo>
                    <a:pt x="159928" y="6061877"/>
                  </a:lnTo>
                  <a:lnTo>
                    <a:pt x="160053" y="6061877"/>
                  </a:lnTo>
                  <a:lnTo>
                    <a:pt x="160178" y="6061877"/>
                  </a:lnTo>
                  <a:lnTo>
                    <a:pt x="160303" y="6061877"/>
                  </a:lnTo>
                  <a:lnTo>
                    <a:pt x="160428" y="6061877"/>
                  </a:lnTo>
                  <a:lnTo>
                    <a:pt x="160553" y="6061877"/>
                  </a:lnTo>
                  <a:lnTo>
                    <a:pt x="160678" y="6061877"/>
                  </a:lnTo>
                  <a:lnTo>
                    <a:pt x="160803" y="6061877"/>
                  </a:lnTo>
                  <a:lnTo>
                    <a:pt x="160928" y="6061877"/>
                  </a:lnTo>
                  <a:lnTo>
                    <a:pt x="161053" y="6061877"/>
                  </a:lnTo>
                  <a:lnTo>
                    <a:pt x="161178" y="6061877"/>
                  </a:lnTo>
                  <a:lnTo>
                    <a:pt x="161303" y="6061877"/>
                  </a:lnTo>
                  <a:lnTo>
                    <a:pt x="161428" y="6061877"/>
                  </a:lnTo>
                  <a:lnTo>
                    <a:pt x="161554" y="6061877"/>
                  </a:lnTo>
                  <a:lnTo>
                    <a:pt x="161679" y="6061877"/>
                  </a:lnTo>
                  <a:lnTo>
                    <a:pt x="161804" y="6061877"/>
                  </a:lnTo>
                  <a:lnTo>
                    <a:pt x="161929" y="6061877"/>
                  </a:lnTo>
                  <a:lnTo>
                    <a:pt x="162054" y="6061877"/>
                  </a:lnTo>
                  <a:lnTo>
                    <a:pt x="162179" y="6061877"/>
                  </a:lnTo>
                  <a:lnTo>
                    <a:pt x="162304" y="6061877"/>
                  </a:lnTo>
                  <a:lnTo>
                    <a:pt x="162429" y="6061877"/>
                  </a:lnTo>
                  <a:lnTo>
                    <a:pt x="162554" y="6061877"/>
                  </a:lnTo>
                  <a:lnTo>
                    <a:pt x="162679" y="6061877"/>
                  </a:lnTo>
                  <a:lnTo>
                    <a:pt x="162804" y="6061877"/>
                  </a:lnTo>
                  <a:lnTo>
                    <a:pt x="162929" y="6061877"/>
                  </a:lnTo>
                  <a:lnTo>
                    <a:pt x="163054" y="6061877"/>
                  </a:lnTo>
                  <a:lnTo>
                    <a:pt x="163179" y="6061877"/>
                  </a:lnTo>
                  <a:lnTo>
                    <a:pt x="163304" y="6061877"/>
                  </a:lnTo>
                  <a:lnTo>
                    <a:pt x="163429" y="6061877"/>
                  </a:lnTo>
                  <a:lnTo>
                    <a:pt x="163554" y="6061877"/>
                  </a:lnTo>
                  <a:lnTo>
                    <a:pt x="163679" y="6061877"/>
                  </a:lnTo>
                  <a:lnTo>
                    <a:pt x="163804" y="6061877"/>
                  </a:lnTo>
                  <a:lnTo>
                    <a:pt x="163929" y="6061877"/>
                  </a:lnTo>
                  <a:lnTo>
                    <a:pt x="164054" y="6061877"/>
                  </a:lnTo>
                  <a:lnTo>
                    <a:pt x="164179" y="6061877"/>
                  </a:lnTo>
                  <a:lnTo>
                    <a:pt x="164304" y="6061877"/>
                  </a:lnTo>
                  <a:lnTo>
                    <a:pt x="164429" y="6061877"/>
                  </a:lnTo>
                  <a:lnTo>
                    <a:pt x="164555" y="6061877"/>
                  </a:lnTo>
                  <a:lnTo>
                    <a:pt x="164680" y="6061877"/>
                  </a:lnTo>
                  <a:lnTo>
                    <a:pt x="164805" y="6061877"/>
                  </a:lnTo>
                  <a:lnTo>
                    <a:pt x="164930" y="6061877"/>
                  </a:lnTo>
                  <a:lnTo>
                    <a:pt x="165055" y="6061877"/>
                  </a:lnTo>
                  <a:lnTo>
                    <a:pt x="165180" y="6061877"/>
                  </a:lnTo>
                  <a:lnTo>
                    <a:pt x="165305" y="6061877"/>
                  </a:lnTo>
                  <a:lnTo>
                    <a:pt x="165430" y="6061877"/>
                  </a:lnTo>
                  <a:lnTo>
                    <a:pt x="165555" y="6061877"/>
                  </a:lnTo>
                  <a:lnTo>
                    <a:pt x="165680" y="6061877"/>
                  </a:lnTo>
                  <a:lnTo>
                    <a:pt x="165805" y="6061877"/>
                  </a:lnTo>
                  <a:lnTo>
                    <a:pt x="165930" y="6061877"/>
                  </a:lnTo>
                  <a:lnTo>
                    <a:pt x="166055" y="6061877"/>
                  </a:lnTo>
                  <a:lnTo>
                    <a:pt x="166180" y="6061877"/>
                  </a:lnTo>
                  <a:lnTo>
                    <a:pt x="166305" y="6061877"/>
                  </a:lnTo>
                  <a:lnTo>
                    <a:pt x="166430" y="6061877"/>
                  </a:lnTo>
                  <a:lnTo>
                    <a:pt x="166555" y="6061877"/>
                  </a:lnTo>
                  <a:lnTo>
                    <a:pt x="166680" y="6061877"/>
                  </a:lnTo>
                  <a:lnTo>
                    <a:pt x="166805" y="6061877"/>
                  </a:lnTo>
                  <a:lnTo>
                    <a:pt x="166805" y="6051924"/>
                  </a:lnTo>
                  <a:lnTo>
                    <a:pt x="166930" y="6051924"/>
                  </a:lnTo>
                  <a:lnTo>
                    <a:pt x="167055" y="6051924"/>
                  </a:lnTo>
                  <a:lnTo>
                    <a:pt x="167180" y="6051924"/>
                  </a:lnTo>
                  <a:lnTo>
                    <a:pt x="167305" y="6051924"/>
                  </a:lnTo>
                  <a:lnTo>
                    <a:pt x="167430" y="6051924"/>
                  </a:lnTo>
                  <a:lnTo>
                    <a:pt x="167556" y="6051924"/>
                  </a:lnTo>
                  <a:lnTo>
                    <a:pt x="167681" y="6051924"/>
                  </a:lnTo>
                  <a:lnTo>
                    <a:pt x="167806" y="6051924"/>
                  </a:lnTo>
                  <a:lnTo>
                    <a:pt x="167931" y="6051924"/>
                  </a:lnTo>
                  <a:lnTo>
                    <a:pt x="168056" y="6051924"/>
                  </a:lnTo>
                  <a:lnTo>
                    <a:pt x="168181" y="6051924"/>
                  </a:lnTo>
                  <a:lnTo>
                    <a:pt x="168306" y="6051924"/>
                  </a:lnTo>
                  <a:lnTo>
                    <a:pt x="168431" y="6051924"/>
                  </a:lnTo>
                  <a:lnTo>
                    <a:pt x="168556" y="6051924"/>
                  </a:lnTo>
                  <a:lnTo>
                    <a:pt x="168681" y="6051924"/>
                  </a:lnTo>
                  <a:lnTo>
                    <a:pt x="168806" y="6051924"/>
                  </a:lnTo>
                  <a:lnTo>
                    <a:pt x="168931" y="6051924"/>
                  </a:lnTo>
                  <a:lnTo>
                    <a:pt x="169056" y="6051924"/>
                  </a:lnTo>
                  <a:lnTo>
                    <a:pt x="169181" y="6051924"/>
                  </a:lnTo>
                  <a:lnTo>
                    <a:pt x="169306" y="6051924"/>
                  </a:lnTo>
                  <a:lnTo>
                    <a:pt x="169431" y="6051924"/>
                  </a:lnTo>
                  <a:lnTo>
                    <a:pt x="169556" y="6051924"/>
                  </a:lnTo>
                  <a:lnTo>
                    <a:pt x="169681" y="6051924"/>
                  </a:lnTo>
                  <a:lnTo>
                    <a:pt x="169806" y="6051924"/>
                  </a:lnTo>
                  <a:lnTo>
                    <a:pt x="169931" y="6051924"/>
                  </a:lnTo>
                  <a:lnTo>
                    <a:pt x="170056" y="6051924"/>
                  </a:lnTo>
                  <a:lnTo>
                    <a:pt x="170181" y="6051924"/>
                  </a:lnTo>
                  <a:lnTo>
                    <a:pt x="170306" y="6051924"/>
                  </a:lnTo>
                  <a:lnTo>
                    <a:pt x="170431" y="6051924"/>
                  </a:lnTo>
                  <a:lnTo>
                    <a:pt x="170557" y="6051924"/>
                  </a:lnTo>
                  <a:lnTo>
                    <a:pt x="170682" y="6051924"/>
                  </a:lnTo>
                  <a:lnTo>
                    <a:pt x="170807" y="6051924"/>
                  </a:lnTo>
                  <a:lnTo>
                    <a:pt x="170932" y="6051924"/>
                  </a:lnTo>
                  <a:lnTo>
                    <a:pt x="171057" y="6051924"/>
                  </a:lnTo>
                  <a:lnTo>
                    <a:pt x="171182" y="6051924"/>
                  </a:lnTo>
                  <a:lnTo>
                    <a:pt x="171307" y="6051924"/>
                  </a:lnTo>
                  <a:lnTo>
                    <a:pt x="171432" y="6051924"/>
                  </a:lnTo>
                  <a:lnTo>
                    <a:pt x="171557" y="6051924"/>
                  </a:lnTo>
                  <a:lnTo>
                    <a:pt x="171682" y="6051924"/>
                  </a:lnTo>
                  <a:lnTo>
                    <a:pt x="171807" y="6051924"/>
                  </a:lnTo>
                  <a:lnTo>
                    <a:pt x="171932" y="6051924"/>
                  </a:lnTo>
                  <a:lnTo>
                    <a:pt x="172057" y="6051924"/>
                  </a:lnTo>
                  <a:lnTo>
                    <a:pt x="172057" y="6041970"/>
                  </a:lnTo>
                  <a:lnTo>
                    <a:pt x="172182" y="6041970"/>
                  </a:lnTo>
                  <a:lnTo>
                    <a:pt x="172307" y="6041970"/>
                  </a:lnTo>
                  <a:lnTo>
                    <a:pt x="172432" y="6041970"/>
                  </a:lnTo>
                  <a:lnTo>
                    <a:pt x="172557" y="6041970"/>
                  </a:lnTo>
                  <a:lnTo>
                    <a:pt x="172682" y="6041970"/>
                  </a:lnTo>
                  <a:lnTo>
                    <a:pt x="172807" y="6041970"/>
                  </a:lnTo>
                  <a:lnTo>
                    <a:pt x="172807" y="6032016"/>
                  </a:lnTo>
                  <a:lnTo>
                    <a:pt x="172932" y="6032016"/>
                  </a:lnTo>
                  <a:lnTo>
                    <a:pt x="173057" y="6032016"/>
                  </a:lnTo>
                  <a:lnTo>
                    <a:pt x="173182" y="6032016"/>
                  </a:lnTo>
                  <a:lnTo>
                    <a:pt x="173307" y="6032016"/>
                  </a:lnTo>
                  <a:lnTo>
                    <a:pt x="173432" y="6032016"/>
                  </a:lnTo>
                  <a:lnTo>
                    <a:pt x="173558" y="6032016"/>
                  </a:lnTo>
                  <a:lnTo>
                    <a:pt x="173683" y="6032016"/>
                  </a:lnTo>
                  <a:lnTo>
                    <a:pt x="173808" y="6032016"/>
                  </a:lnTo>
                  <a:lnTo>
                    <a:pt x="173933" y="6032016"/>
                  </a:lnTo>
                  <a:lnTo>
                    <a:pt x="174058" y="6032016"/>
                  </a:lnTo>
                  <a:lnTo>
                    <a:pt x="174183" y="6032016"/>
                  </a:lnTo>
                  <a:lnTo>
                    <a:pt x="174308" y="6032016"/>
                  </a:lnTo>
                  <a:lnTo>
                    <a:pt x="174433" y="6032016"/>
                  </a:lnTo>
                  <a:lnTo>
                    <a:pt x="174558" y="6032016"/>
                  </a:lnTo>
                  <a:lnTo>
                    <a:pt x="174683" y="6032016"/>
                  </a:lnTo>
                  <a:lnTo>
                    <a:pt x="174808" y="6032016"/>
                  </a:lnTo>
                  <a:lnTo>
                    <a:pt x="174933" y="6032016"/>
                  </a:lnTo>
                  <a:lnTo>
                    <a:pt x="175058" y="6032016"/>
                  </a:lnTo>
                  <a:lnTo>
                    <a:pt x="175183" y="6032016"/>
                  </a:lnTo>
                  <a:lnTo>
                    <a:pt x="175308" y="6032016"/>
                  </a:lnTo>
                  <a:lnTo>
                    <a:pt x="175433" y="6032016"/>
                  </a:lnTo>
                  <a:lnTo>
                    <a:pt x="175558" y="6032016"/>
                  </a:lnTo>
                  <a:lnTo>
                    <a:pt x="175683" y="6032016"/>
                  </a:lnTo>
                  <a:lnTo>
                    <a:pt x="175808" y="6032016"/>
                  </a:lnTo>
                  <a:lnTo>
                    <a:pt x="175933" y="6032016"/>
                  </a:lnTo>
                  <a:lnTo>
                    <a:pt x="176058" y="6032016"/>
                  </a:lnTo>
                  <a:lnTo>
                    <a:pt x="176183" y="6032016"/>
                  </a:lnTo>
                  <a:lnTo>
                    <a:pt x="176308" y="6032016"/>
                  </a:lnTo>
                  <a:lnTo>
                    <a:pt x="176433" y="6032016"/>
                  </a:lnTo>
                  <a:lnTo>
                    <a:pt x="176559" y="6032016"/>
                  </a:lnTo>
                  <a:lnTo>
                    <a:pt x="176684" y="6032016"/>
                  </a:lnTo>
                  <a:lnTo>
                    <a:pt x="176809" y="6032016"/>
                  </a:lnTo>
                  <a:lnTo>
                    <a:pt x="176934" y="6032016"/>
                  </a:lnTo>
                  <a:lnTo>
                    <a:pt x="177059" y="6032016"/>
                  </a:lnTo>
                  <a:lnTo>
                    <a:pt x="177184" y="6032016"/>
                  </a:lnTo>
                  <a:lnTo>
                    <a:pt x="177309" y="6032016"/>
                  </a:lnTo>
                  <a:lnTo>
                    <a:pt x="177434" y="6032016"/>
                  </a:lnTo>
                  <a:lnTo>
                    <a:pt x="177559" y="6032016"/>
                  </a:lnTo>
                  <a:lnTo>
                    <a:pt x="177684" y="6032016"/>
                  </a:lnTo>
                  <a:lnTo>
                    <a:pt x="177809" y="6032016"/>
                  </a:lnTo>
                  <a:lnTo>
                    <a:pt x="177934" y="6032016"/>
                  </a:lnTo>
                  <a:lnTo>
                    <a:pt x="178059" y="6032016"/>
                  </a:lnTo>
                  <a:lnTo>
                    <a:pt x="178184" y="6032016"/>
                  </a:lnTo>
                  <a:lnTo>
                    <a:pt x="178309" y="6032016"/>
                  </a:lnTo>
                  <a:lnTo>
                    <a:pt x="178434" y="6032016"/>
                  </a:lnTo>
                  <a:lnTo>
                    <a:pt x="178559" y="6032016"/>
                  </a:lnTo>
                  <a:lnTo>
                    <a:pt x="178684" y="6032016"/>
                  </a:lnTo>
                  <a:lnTo>
                    <a:pt x="178809" y="6032016"/>
                  </a:lnTo>
                  <a:lnTo>
                    <a:pt x="178934" y="6032016"/>
                  </a:lnTo>
                  <a:lnTo>
                    <a:pt x="179059" y="6032016"/>
                  </a:lnTo>
                  <a:lnTo>
                    <a:pt x="179184" y="6032016"/>
                  </a:lnTo>
                  <a:lnTo>
                    <a:pt x="179309" y="6032016"/>
                  </a:lnTo>
                  <a:lnTo>
                    <a:pt x="179434" y="6032016"/>
                  </a:lnTo>
                  <a:lnTo>
                    <a:pt x="179560" y="6032016"/>
                  </a:lnTo>
                  <a:lnTo>
                    <a:pt x="179685" y="6032016"/>
                  </a:lnTo>
                  <a:lnTo>
                    <a:pt x="179810" y="6032016"/>
                  </a:lnTo>
                  <a:lnTo>
                    <a:pt x="179935" y="6032016"/>
                  </a:lnTo>
                  <a:lnTo>
                    <a:pt x="180060" y="6032016"/>
                  </a:lnTo>
                  <a:lnTo>
                    <a:pt x="180185" y="6032016"/>
                  </a:lnTo>
                  <a:lnTo>
                    <a:pt x="180310" y="6032016"/>
                  </a:lnTo>
                  <a:lnTo>
                    <a:pt x="180435" y="6032016"/>
                  </a:lnTo>
                  <a:lnTo>
                    <a:pt x="180560" y="6032016"/>
                  </a:lnTo>
                  <a:lnTo>
                    <a:pt x="180685" y="6032016"/>
                  </a:lnTo>
                  <a:lnTo>
                    <a:pt x="180810" y="6032016"/>
                  </a:lnTo>
                  <a:lnTo>
                    <a:pt x="180935" y="6032016"/>
                  </a:lnTo>
                  <a:lnTo>
                    <a:pt x="181060" y="6032016"/>
                  </a:lnTo>
                  <a:lnTo>
                    <a:pt x="181185" y="6032016"/>
                  </a:lnTo>
                  <a:lnTo>
                    <a:pt x="181310" y="6032016"/>
                  </a:lnTo>
                  <a:lnTo>
                    <a:pt x="181435" y="6032016"/>
                  </a:lnTo>
                  <a:lnTo>
                    <a:pt x="181560" y="6032016"/>
                  </a:lnTo>
                  <a:lnTo>
                    <a:pt x="181685" y="6032016"/>
                  </a:lnTo>
                  <a:lnTo>
                    <a:pt x="181810" y="6032016"/>
                  </a:lnTo>
                  <a:lnTo>
                    <a:pt x="181935" y="6032016"/>
                  </a:lnTo>
                  <a:lnTo>
                    <a:pt x="182060" y="6032016"/>
                  </a:lnTo>
                  <a:lnTo>
                    <a:pt x="182185" y="6032016"/>
                  </a:lnTo>
                  <a:lnTo>
                    <a:pt x="182310" y="6032016"/>
                  </a:lnTo>
                  <a:lnTo>
                    <a:pt x="182435" y="6032016"/>
                  </a:lnTo>
                  <a:lnTo>
                    <a:pt x="182561" y="6032016"/>
                  </a:lnTo>
                  <a:lnTo>
                    <a:pt x="182686" y="6032016"/>
                  </a:lnTo>
                  <a:lnTo>
                    <a:pt x="182811" y="6032016"/>
                  </a:lnTo>
                  <a:lnTo>
                    <a:pt x="182936" y="6032016"/>
                  </a:lnTo>
                  <a:lnTo>
                    <a:pt x="183061" y="6032016"/>
                  </a:lnTo>
                  <a:lnTo>
                    <a:pt x="183186" y="6032016"/>
                  </a:lnTo>
                  <a:lnTo>
                    <a:pt x="183311" y="6032016"/>
                  </a:lnTo>
                  <a:lnTo>
                    <a:pt x="183436" y="6032016"/>
                  </a:lnTo>
                  <a:lnTo>
                    <a:pt x="183561" y="6032016"/>
                  </a:lnTo>
                  <a:lnTo>
                    <a:pt x="183686" y="6032016"/>
                  </a:lnTo>
                  <a:lnTo>
                    <a:pt x="183811" y="6032016"/>
                  </a:lnTo>
                  <a:lnTo>
                    <a:pt x="183936" y="6032016"/>
                  </a:lnTo>
                  <a:lnTo>
                    <a:pt x="184061" y="6032016"/>
                  </a:lnTo>
                  <a:lnTo>
                    <a:pt x="184186" y="6032016"/>
                  </a:lnTo>
                  <a:lnTo>
                    <a:pt x="184311" y="6032016"/>
                  </a:lnTo>
                  <a:lnTo>
                    <a:pt x="184436" y="6032016"/>
                  </a:lnTo>
                  <a:lnTo>
                    <a:pt x="184561" y="6032016"/>
                  </a:lnTo>
                  <a:lnTo>
                    <a:pt x="184686" y="6032016"/>
                  </a:lnTo>
                  <a:lnTo>
                    <a:pt x="184811" y="6032016"/>
                  </a:lnTo>
                  <a:lnTo>
                    <a:pt x="184936" y="6032016"/>
                  </a:lnTo>
                  <a:lnTo>
                    <a:pt x="185061" y="6032016"/>
                  </a:lnTo>
                  <a:lnTo>
                    <a:pt x="185186" y="6032016"/>
                  </a:lnTo>
                  <a:lnTo>
                    <a:pt x="185311" y="6032016"/>
                  </a:lnTo>
                  <a:lnTo>
                    <a:pt x="185436" y="6032016"/>
                  </a:lnTo>
                  <a:lnTo>
                    <a:pt x="185562" y="6032016"/>
                  </a:lnTo>
                  <a:lnTo>
                    <a:pt x="185687" y="6032016"/>
                  </a:lnTo>
                  <a:lnTo>
                    <a:pt x="185812" y="6032016"/>
                  </a:lnTo>
                  <a:lnTo>
                    <a:pt x="185937" y="6032016"/>
                  </a:lnTo>
                  <a:lnTo>
                    <a:pt x="186062" y="6032016"/>
                  </a:lnTo>
                  <a:lnTo>
                    <a:pt x="186187" y="6032016"/>
                  </a:lnTo>
                  <a:lnTo>
                    <a:pt x="186312" y="6032016"/>
                  </a:lnTo>
                  <a:lnTo>
                    <a:pt x="186437" y="6032016"/>
                  </a:lnTo>
                  <a:lnTo>
                    <a:pt x="186562" y="6032016"/>
                  </a:lnTo>
                  <a:lnTo>
                    <a:pt x="186687" y="6032016"/>
                  </a:lnTo>
                  <a:lnTo>
                    <a:pt x="186812" y="6032016"/>
                  </a:lnTo>
                  <a:lnTo>
                    <a:pt x="186937" y="6032016"/>
                  </a:lnTo>
                  <a:lnTo>
                    <a:pt x="187062" y="6032016"/>
                  </a:lnTo>
                  <a:lnTo>
                    <a:pt x="187187" y="6032016"/>
                  </a:lnTo>
                  <a:lnTo>
                    <a:pt x="187312" y="6032016"/>
                  </a:lnTo>
                  <a:lnTo>
                    <a:pt x="187437" y="6032016"/>
                  </a:lnTo>
                  <a:lnTo>
                    <a:pt x="187562" y="6032016"/>
                  </a:lnTo>
                  <a:lnTo>
                    <a:pt x="187687" y="6032016"/>
                  </a:lnTo>
                  <a:lnTo>
                    <a:pt x="187812" y="6032016"/>
                  </a:lnTo>
                  <a:lnTo>
                    <a:pt x="187937" y="6032016"/>
                  </a:lnTo>
                  <a:lnTo>
                    <a:pt x="188062" y="6032016"/>
                  </a:lnTo>
                  <a:lnTo>
                    <a:pt x="188187" y="6032016"/>
                  </a:lnTo>
                  <a:lnTo>
                    <a:pt x="188312" y="6032016"/>
                  </a:lnTo>
                  <a:lnTo>
                    <a:pt x="188437" y="6032016"/>
                  </a:lnTo>
                  <a:lnTo>
                    <a:pt x="188563" y="6032016"/>
                  </a:lnTo>
                  <a:lnTo>
                    <a:pt x="188688" y="6032016"/>
                  </a:lnTo>
                  <a:lnTo>
                    <a:pt x="188813" y="6032016"/>
                  </a:lnTo>
                  <a:lnTo>
                    <a:pt x="188938" y="6032016"/>
                  </a:lnTo>
                  <a:lnTo>
                    <a:pt x="189063" y="6032016"/>
                  </a:lnTo>
                  <a:lnTo>
                    <a:pt x="189188" y="6032016"/>
                  </a:lnTo>
                  <a:lnTo>
                    <a:pt x="189313" y="6032016"/>
                  </a:lnTo>
                  <a:lnTo>
                    <a:pt x="189438" y="6032016"/>
                  </a:lnTo>
                  <a:lnTo>
                    <a:pt x="189563" y="6032016"/>
                  </a:lnTo>
                  <a:lnTo>
                    <a:pt x="189688" y="6032016"/>
                  </a:lnTo>
                  <a:lnTo>
                    <a:pt x="189813" y="6032016"/>
                  </a:lnTo>
                  <a:lnTo>
                    <a:pt x="189938" y="6032016"/>
                  </a:lnTo>
                  <a:lnTo>
                    <a:pt x="190063" y="6032016"/>
                  </a:lnTo>
                  <a:lnTo>
                    <a:pt x="190188" y="6032016"/>
                  </a:lnTo>
                  <a:lnTo>
                    <a:pt x="190313" y="6032016"/>
                  </a:lnTo>
                  <a:lnTo>
                    <a:pt x="190438" y="6032016"/>
                  </a:lnTo>
                  <a:lnTo>
                    <a:pt x="190563" y="6032016"/>
                  </a:lnTo>
                  <a:lnTo>
                    <a:pt x="190688" y="6032016"/>
                  </a:lnTo>
                  <a:lnTo>
                    <a:pt x="190813" y="6032016"/>
                  </a:lnTo>
                  <a:lnTo>
                    <a:pt x="190938" y="6032016"/>
                  </a:lnTo>
                  <a:lnTo>
                    <a:pt x="191063" y="6032016"/>
                  </a:lnTo>
                  <a:lnTo>
                    <a:pt x="191188" y="6032016"/>
                  </a:lnTo>
                  <a:lnTo>
                    <a:pt x="191313" y="6032016"/>
                  </a:lnTo>
                  <a:lnTo>
                    <a:pt x="191438" y="6032016"/>
                  </a:lnTo>
                  <a:lnTo>
                    <a:pt x="191564" y="6032016"/>
                  </a:lnTo>
                  <a:lnTo>
                    <a:pt x="191689" y="6032016"/>
                  </a:lnTo>
                  <a:lnTo>
                    <a:pt x="191814" y="6032016"/>
                  </a:lnTo>
                  <a:lnTo>
                    <a:pt x="191939" y="6032016"/>
                  </a:lnTo>
                  <a:lnTo>
                    <a:pt x="192064" y="6032016"/>
                  </a:lnTo>
                  <a:lnTo>
                    <a:pt x="192189" y="6032016"/>
                  </a:lnTo>
                  <a:lnTo>
                    <a:pt x="192314" y="6032016"/>
                  </a:lnTo>
                  <a:lnTo>
                    <a:pt x="192439" y="6032016"/>
                  </a:lnTo>
                  <a:lnTo>
                    <a:pt x="192564" y="6032016"/>
                  </a:lnTo>
                  <a:lnTo>
                    <a:pt x="192689" y="6032016"/>
                  </a:lnTo>
                  <a:lnTo>
                    <a:pt x="192814" y="6032016"/>
                  </a:lnTo>
                  <a:lnTo>
                    <a:pt x="192814" y="6022062"/>
                  </a:lnTo>
                  <a:lnTo>
                    <a:pt x="192939" y="6022062"/>
                  </a:lnTo>
                  <a:lnTo>
                    <a:pt x="193064" y="6022062"/>
                  </a:lnTo>
                  <a:lnTo>
                    <a:pt x="193189" y="6022062"/>
                  </a:lnTo>
                  <a:lnTo>
                    <a:pt x="193314" y="6022062"/>
                  </a:lnTo>
                  <a:lnTo>
                    <a:pt x="193439" y="6022062"/>
                  </a:lnTo>
                  <a:lnTo>
                    <a:pt x="193564" y="6022062"/>
                  </a:lnTo>
                  <a:lnTo>
                    <a:pt x="193689" y="6022062"/>
                  </a:lnTo>
                  <a:lnTo>
                    <a:pt x="193814" y="6022062"/>
                  </a:lnTo>
                  <a:lnTo>
                    <a:pt x="193939" y="6022062"/>
                  </a:lnTo>
                  <a:lnTo>
                    <a:pt x="194064" y="6022062"/>
                  </a:lnTo>
                  <a:lnTo>
                    <a:pt x="194189" y="6022062"/>
                  </a:lnTo>
                  <a:lnTo>
                    <a:pt x="194314" y="6022062"/>
                  </a:lnTo>
                  <a:lnTo>
                    <a:pt x="194440" y="6022062"/>
                  </a:lnTo>
                  <a:lnTo>
                    <a:pt x="194565" y="6022062"/>
                  </a:lnTo>
                  <a:lnTo>
                    <a:pt x="194690" y="6022062"/>
                  </a:lnTo>
                  <a:lnTo>
                    <a:pt x="194815" y="6022062"/>
                  </a:lnTo>
                  <a:lnTo>
                    <a:pt x="194940" y="6022062"/>
                  </a:lnTo>
                  <a:lnTo>
                    <a:pt x="194940" y="6012108"/>
                  </a:lnTo>
                  <a:lnTo>
                    <a:pt x="195065" y="6012108"/>
                  </a:lnTo>
                  <a:lnTo>
                    <a:pt x="195190" y="6012108"/>
                  </a:lnTo>
                  <a:lnTo>
                    <a:pt x="195315" y="6012108"/>
                  </a:lnTo>
                  <a:lnTo>
                    <a:pt x="195440" y="6012108"/>
                  </a:lnTo>
                  <a:lnTo>
                    <a:pt x="195565" y="6012108"/>
                  </a:lnTo>
                  <a:lnTo>
                    <a:pt x="195690" y="6012108"/>
                  </a:lnTo>
                  <a:lnTo>
                    <a:pt x="195815" y="6012108"/>
                  </a:lnTo>
                  <a:lnTo>
                    <a:pt x="195940" y="6012108"/>
                  </a:lnTo>
                  <a:lnTo>
                    <a:pt x="196065" y="6012108"/>
                  </a:lnTo>
                  <a:lnTo>
                    <a:pt x="196190" y="6012108"/>
                  </a:lnTo>
                  <a:lnTo>
                    <a:pt x="196315" y="6012108"/>
                  </a:lnTo>
                  <a:lnTo>
                    <a:pt x="196440" y="6012108"/>
                  </a:lnTo>
                  <a:lnTo>
                    <a:pt x="196565" y="6012108"/>
                  </a:lnTo>
                  <a:lnTo>
                    <a:pt x="196690" y="6012108"/>
                  </a:lnTo>
                  <a:lnTo>
                    <a:pt x="196815" y="6012108"/>
                  </a:lnTo>
                  <a:lnTo>
                    <a:pt x="196940" y="6012108"/>
                  </a:lnTo>
                  <a:lnTo>
                    <a:pt x="197065" y="6012108"/>
                  </a:lnTo>
                  <a:lnTo>
                    <a:pt x="197190" y="6012108"/>
                  </a:lnTo>
                  <a:lnTo>
                    <a:pt x="197315" y="6012108"/>
                  </a:lnTo>
                  <a:lnTo>
                    <a:pt x="197441" y="6012108"/>
                  </a:lnTo>
                  <a:lnTo>
                    <a:pt x="197566" y="6012108"/>
                  </a:lnTo>
                  <a:lnTo>
                    <a:pt x="197691" y="6012108"/>
                  </a:lnTo>
                  <a:lnTo>
                    <a:pt x="197816" y="6012108"/>
                  </a:lnTo>
                  <a:lnTo>
                    <a:pt x="197941" y="6012108"/>
                  </a:lnTo>
                  <a:lnTo>
                    <a:pt x="198066" y="6012108"/>
                  </a:lnTo>
                  <a:lnTo>
                    <a:pt x="198191" y="6012108"/>
                  </a:lnTo>
                  <a:lnTo>
                    <a:pt x="198316" y="6012108"/>
                  </a:lnTo>
                  <a:lnTo>
                    <a:pt x="198316" y="6002155"/>
                  </a:lnTo>
                  <a:lnTo>
                    <a:pt x="198441" y="6002155"/>
                  </a:lnTo>
                  <a:lnTo>
                    <a:pt x="198566" y="6002155"/>
                  </a:lnTo>
                  <a:lnTo>
                    <a:pt x="198691" y="6002155"/>
                  </a:lnTo>
                  <a:lnTo>
                    <a:pt x="198816" y="6002155"/>
                  </a:lnTo>
                  <a:lnTo>
                    <a:pt x="198941" y="6002155"/>
                  </a:lnTo>
                  <a:lnTo>
                    <a:pt x="199066" y="6002155"/>
                  </a:lnTo>
                  <a:lnTo>
                    <a:pt x="199191" y="6002155"/>
                  </a:lnTo>
                  <a:lnTo>
                    <a:pt x="199316" y="6002155"/>
                  </a:lnTo>
                  <a:lnTo>
                    <a:pt x="199441" y="6002155"/>
                  </a:lnTo>
                  <a:lnTo>
                    <a:pt x="199566" y="6002155"/>
                  </a:lnTo>
                  <a:lnTo>
                    <a:pt x="199691" y="6002155"/>
                  </a:lnTo>
                  <a:lnTo>
                    <a:pt x="199816" y="6002155"/>
                  </a:lnTo>
                  <a:lnTo>
                    <a:pt x="199941" y="6002155"/>
                  </a:lnTo>
                  <a:lnTo>
                    <a:pt x="200066" y="6002155"/>
                  </a:lnTo>
                  <a:lnTo>
                    <a:pt x="200191" y="6002155"/>
                  </a:lnTo>
                  <a:lnTo>
                    <a:pt x="200316" y="6002155"/>
                  </a:lnTo>
                  <a:lnTo>
                    <a:pt x="200442" y="6002155"/>
                  </a:lnTo>
                  <a:lnTo>
                    <a:pt x="200567" y="6002155"/>
                  </a:lnTo>
                  <a:lnTo>
                    <a:pt x="200692" y="6002155"/>
                  </a:lnTo>
                  <a:lnTo>
                    <a:pt x="200817" y="6002155"/>
                  </a:lnTo>
                  <a:lnTo>
                    <a:pt x="200942" y="6002155"/>
                  </a:lnTo>
                  <a:lnTo>
                    <a:pt x="201067" y="6002155"/>
                  </a:lnTo>
                  <a:lnTo>
                    <a:pt x="201192" y="6002155"/>
                  </a:lnTo>
                  <a:lnTo>
                    <a:pt x="201317" y="6002155"/>
                  </a:lnTo>
                  <a:lnTo>
                    <a:pt x="201442" y="6002155"/>
                  </a:lnTo>
                  <a:lnTo>
                    <a:pt x="201567" y="6002155"/>
                  </a:lnTo>
                  <a:lnTo>
                    <a:pt x="201692" y="6002155"/>
                  </a:lnTo>
                  <a:lnTo>
                    <a:pt x="201817" y="6002155"/>
                  </a:lnTo>
                  <a:lnTo>
                    <a:pt x="201942" y="6002155"/>
                  </a:lnTo>
                  <a:lnTo>
                    <a:pt x="202067" y="6002155"/>
                  </a:lnTo>
                  <a:lnTo>
                    <a:pt x="202192" y="6002155"/>
                  </a:lnTo>
                  <a:lnTo>
                    <a:pt x="202317" y="6002155"/>
                  </a:lnTo>
                  <a:lnTo>
                    <a:pt x="202442" y="6002155"/>
                  </a:lnTo>
                  <a:lnTo>
                    <a:pt x="202567" y="6002155"/>
                  </a:lnTo>
                  <a:lnTo>
                    <a:pt x="202692" y="6002155"/>
                  </a:lnTo>
                  <a:lnTo>
                    <a:pt x="202817" y="6002155"/>
                  </a:lnTo>
                  <a:lnTo>
                    <a:pt x="202942" y="6002155"/>
                  </a:lnTo>
                  <a:lnTo>
                    <a:pt x="203067" y="6002155"/>
                  </a:lnTo>
                  <a:lnTo>
                    <a:pt x="203192" y="6002155"/>
                  </a:lnTo>
                  <a:lnTo>
                    <a:pt x="203317" y="6002155"/>
                  </a:lnTo>
                  <a:lnTo>
                    <a:pt x="203443" y="6002155"/>
                  </a:lnTo>
                  <a:lnTo>
                    <a:pt x="203568" y="6002155"/>
                  </a:lnTo>
                  <a:lnTo>
                    <a:pt x="203693" y="6002155"/>
                  </a:lnTo>
                  <a:lnTo>
                    <a:pt x="203818" y="6002155"/>
                  </a:lnTo>
                  <a:lnTo>
                    <a:pt x="203943" y="6002155"/>
                  </a:lnTo>
                  <a:lnTo>
                    <a:pt x="204068" y="6002155"/>
                  </a:lnTo>
                  <a:lnTo>
                    <a:pt x="204193" y="6002155"/>
                  </a:lnTo>
                  <a:lnTo>
                    <a:pt x="204318" y="6002155"/>
                  </a:lnTo>
                  <a:lnTo>
                    <a:pt x="204443" y="6002155"/>
                  </a:lnTo>
                  <a:lnTo>
                    <a:pt x="204568" y="6002155"/>
                  </a:lnTo>
                  <a:lnTo>
                    <a:pt x="204693" y="6002155"/>
                  </a:lnTo>
                  <a:lnTo>
                    <a:pt x="204818" y="6002155"/>
                  </a:lnTo>
                  <a:lnTo>
                    <a:pt x="204943" y="6002155"/>
                  </a:lnTo>
                  <a:lnTo>
                    <a:pt x="205068" y="6002155"/>
                  </a:lnTo>
                  <a:lnTo>
                    <a:pt x="205193" y="6002155"/>
                  </a:lnTo>
                  <a:lnTo>
                    <a:pt x="205318" y="6002155"/>
                  </a:lnTo>
                  <a:lnTo>
                    <a:pt x="205443" y="6002155"/>
                  </a:lnTo>
                  <a:lnTo>
                    <a:pt x="205568" y="6002155"/>
                  </a:lnTo>
                  <a:lnTo>
                    <a:pt x="205693" y="6002155"/>
                  </a:lnTo>
                  <a:lnTo>
                    <a:pt x="205818" y="6002155"/>
                  </a:lnTo>
                  <a:lnTo>
                    <a:pt x="205943" y="6002155"/>
                  </a:lnTo>
                  <a:lnTo>
                    <a:pt x="206068" y="6002155"/>
                  </a:lnTo>
                  <a:lnTo>
                    <a:pt x="206193" y="6002155"/>
                  </a:lnTo>
                  <a:lnTo>
                    <a:pt x="206318" y="6002155"/>
                  </a:lnTo>
                  <a:lnTo>
                    <a:pt x="206444" y="6002155"/>
                  </a:lnTo>
                  <a:lnTo>
                    <a:pt x="206569" y="6002155"/>
                  </a:lnTo>
                  <a:lnTo>
                    <a:pt x="206694" y="6002155"/>
                  </a:lnTo>
                  <a:lnTo>
                    <a:pt x="206819" y="6002155"/>
                  </a:lnTo>
                  <a:lnTo>
                    <a:pt x="206944" y="6002155"/>
                  </a:lnTo>
                  <a:lnTo>
                    <a:pt x="207069" y="6002155"/>
                  </a:lnTo>
                  <a:lnTo>
                    <a:pt x="207194" y="6002155"/>
                  </a:lnTo>
                  <a:lnTo>
                    <a:pt x="207319" y="6002155"/>
                  </a:lnTo>
                  <a:lnTo>
                    <a:pt x="207444" y="6002155"/>
                  </a:lnTo>
                  <a:lnTo>
                    <a:pt x="207569" y="6002155"/>
                  </a:lnTo>
                  <a:lnTo>
                    <a:pt x="207694" y="6002155"/>
                  </a:lnTo>
                  <a:lnTo>
                    <a:pt x="207819" y="6002155"/>
                  </a:lnTo>
                  <a:lnTo>
                    <a:pt x="207944" y="6002155"/>
                  </a:lnTo>
                  <a:lnTo>
                    <a:pt x="208069" y="6002155"/>
                  </a:lnTo>
                  <a:lnTo>
                    <a:pt x="208194" y="6002155"/>
                  </a:lnTo>
                  <a:lnTo>
                    <a:pt x="208319" y="6002155"/>
                  </a:lnTo>
                  <a:lnTo>
                    <a:pt x="208444" y="6002155"/>
                  </a:lnTo>
                  <a:lnTo>
                    <a:pt x="208569" y="6002155"/>
                  </a:lnTo>
                  <a:lnTo>
                    <a:pt x="208694" y="6002155"/>
                  </a:lnTo>
                  <a:lnTo>
                    <a:pt x="208819" y="6002155"/>
                  </a:lnTo>
                  <a:lnTo>
                    <a:pt x="208944" y="6002155"/>
                  </a:lnTo>
                  <a:lnTo>
                    <a:pt x="209069" y="6002155"/>
                  </a:lnTo>
                  <a:lnTo>
                    <a:pt x="209194" y="6002155"/>
                  </a:lnTo>
                  <a:lnTo>
                    <a:pt x="209319" y="6002155"/>
                  </a:lnTo>
                  <a:lnTo>
                    <a:pt x="209445" y="6002155"/>
                  </a:lnTo>
                  <a:lnTo>
                    <a:pt x="209570" y="6002155"/>
                  </a:lnTo>
                  <a:lnTo>
                    <a:pt x="209695" y="6002155"/>
                  </a:lnTo>
                  <a:lnTo>
                    <a:pt x="209820" y="6002155"/>
                  </a:lnTo>
                  <a:lnTo>
                    <a:pt x="209945" y="6002155"/>
                  </a:lnTo>
                  <a:lnTo>
                    <a:pt x="210070" y="6002155"/>
                  </a:lnTo>
                  <a:lnTo>
                    <a:pt x="210195" y="6002155"/>
                  </a:lnTo>
                  <a:lnTo>
                    <a:pt x="210320" y="6002155"/>
                  </a:lnTo>
                  <a:lnTo>
                    <a:pt x="210445" y="6002155"/>
                  </a:lnTo>
                  <a:lnTo>
                    <a:pt x="210570" y="6002155"/>
                  </a:lnTo>
                  <a:lnTo>
                    <a:pt x="210695" y="6002155"/>
                  </a:lnTo>
                  <a:lnTo>
                    <a:pt x="210695" y="5992201"/>
                  </a:lnTo>
                  <a:lnTo>
                    <a:pt x="210820" y="5992201"/>
                  </a:lnTo>
                  <a:lnTo>
                    <a:pt x="210945" y="5992201"/>
                  </a:lnTo>
                  <a:lnTo>
                    <a:pt x="211070" y="5992201"/>
                  </a:lnTo>
                  <a:lnTo>
                    <a:pt x="211195" y="5992201"/>
                  </a:lnTo>
                  <a:lnTo>
                    <a:pt x="211320" y="5992201"/>
                  </a:lnTo>
                  <a:lnTo>
                    <a:pt x="211445" y="5992201"/>
                  </a:lnTo>
                  <a:lnTo>
                    <a:pt x="211570" y="5992201"/>
                  </a:lnTo>
                  <a:lnTo>
                    <a:pt x="211695" y="5992201"/>
                  </a:lnTo>
                  <a:lnTo>
                    <a:pt x="211820" y="5992201"/>
                  </a:lnTo>
                  <a:lnTo>
                    <a:pt x="211945" y="5992201"/>
                  </a:lnTo>
                  <a:lnTo>
                    <a:pt x="212070" y="5992201"/>
                  </a:lnTo>
                  <a:lnTo>
                    <a:pt x="212195" y="5992201"/>
                  </a:lnTo>
                  <a:lnTo>
                    <a:pt x="212320" y="5992201"/>
                  </a:lnTo>
                  <a:lnTo>
                    <a:pt x="212446" y="5992201"/>
                  </a:lnTo>
                  <a:lnTo>
                    <a:pt x="212571" y="5992201"/>
                  </a:lnTo>
                  <a:lnTo>
                    <a:pt x="212696" y="5992201"/>
                  </a:lnTo>
                  <a:lnTo>
                    <a:pt x="212821" y="5992201"/>
                  </a:lnTo>
                  <a:lnTo>
                    <a:pt x="212946" y="5992201"/>
                  </a:lnTo>
                  <a:lnTo>
                    <a:pt x="213071" y="5992201"/>
                  </a:lnTo>
                  <a:lnTo>
                    <a:pt x="213196" y="5992201"/>
                  </a:lnTo>
                  <a:lnTo>
                    <a:pt x="213321" y="5992201"/>
                  </a:lnTo>
                  <a:lnTo>
                    <a:pt x="213446" y="5992201"/>
                  </a:lnTo>
                  <a:lnTo>
                    <a:pt x="213571" y="5992201"/>
                  </a:lnTo>
                  <a:lnTo>
                    <a:pt x="213696" y="5992201"/>
                  </a:lnTo>
                  <a:lnTo>
                    <a:pt x="213821" y="5992201"/>
                  </a:lnTo>
                  <a:lnTo>
                    <a:pt x="213946" y="5992201"/>
                  </a:lnTo>
                  <a:lnTo>
                    <a:pt x="214071" y="5992201"/>
                  </a:lnTo>
                  <a:lnTo>
                    <a:pt x="214071" y="5982247"/>
                  </a:lnTo>
                  <a:lnTo>
                    <a:pt x="214196" y="5982247"/>
                  </a:lnTo>
                  <a:lnTo>
                    <a:pt x="214321" y="5982247"/>
                  </a:lnTo>
                  <a:lnTo>
                    <a:pt x="214446" y="5982247"/>
                  </a:lnTo>
                  <a:lnTo>
                    <a:pt x="214571" y="5982247"/>
                  </a:lnTo>
                  <a:lnTo>
                    <a:pt x="214696" y="5982247"/>
                  </a:lnTo>
                  <a:lnTo>
                    <a:pt x="214821" y="5982247"/>
                  </a:lnTo>
                  <a:lnTo>
                    <a:pt x="214946" y="5982247"/>
                  </a:lnTo>
                  <a:lnTo>
                    <a:pt x="215071" y="5982247"/>
                  </a:lnTo>
                  <a:lnTo>
                    <a:pt x="215196" y="5982247"/>
                  </a:lnTo>
                  <a:lnTo>
                    <a:pt x="215321" y="5982247"/>
                  </a:lnTo>
                  <a:lnTo>
                    <a:pt x="215447" y="5982247"/>
                  </a:lnTo>
                  <a:lnTo>
                    <a:pt x="215572" y="5982247"/>
                  </a:lnTo>
                  <a:lnTo>
                    <a:pt x="215697" y="5982247"/>
                  </a:lnTo>
                  <a:lnTo>
                    <a:pt x="215822" y="5982247"/>
                  </a:lnTo>
                  <a:lnTo>
                    <a:pt x="215947" y="5982247"/>
                  </a:lnTo>
                  <a:lnTo>
                    <a:pt x="216072" y="5982247"/>
                  </a:lnTo>
                  <a:lnTo>
                    <a:pt x="216197" y="5982247"/>
                  </a:lnTo>
                  <a:lnTo>
                    <a:pt x="216322" y="5982247"/>
                  </a:lnTo>
                  <a:lnTo>
                    <a:pt x="216447" y="5982247"/>
                  </a:lnTo>
                  <a:lnTo>
                    <a:pt x="216572" y="5982247"/>
                  </a:lnTo>
                  <a:lnTo>
                    <a:pt x="216697" y="5982247"/>
                  </a:lnTo>
                  <a:lnTo>
                    <a:pt x="216822" y="5982247"/>
                  </a:lnTo>
                  <a:lnTo>
                    <a:pt x="216947" y="5982247"/>
                  </a:lnTo>
                  <a:lnTo>
                    <a:pt x="217072" y="5982247"/>
                  </a:lnTo>
                  <a:lnTo>
                    <a:pt x="217197" y="5982247"/>
                  </a:lnTo>
                  <a:lnTo>
                    <a:pt x="217322" y="5982247"/>
                  </a:lnTo>
                  <a:lnTo>
                    <a:pt x="217447" y="5982247"/>
                  </a:lnTo>
                  <a:lnTo>
                    <a:pt x="217572" y="5982247"/>
                  </a:lnTo>
                  <a:lnTo>
                    <a:pt x="217697" y="5982247"/>
                  </a:lnTo>
                  <a:lnTo>
                    <a:pt x="217822" y="5982247"/>
                  </a:lnTo>
                  <a:lnTo>
                    <a:pt x="217947" y="5982247"/>
                  </a:lnTo>
                  <a:lnTo>
                    <a:pt x="218072" y="5982247"/>
                  </a:lnTo>
                  <a:lnTo>
                    <a:pt x="218197" y="5982247"/>
                  </a:lnTo>
                  <a:lnTo>
                    <a:pt x="218322" y="5982247"/>
                  </a:lnTo>
                  <a:lnTo>
                    <a:pt x="218448" y="5982247"/>
                  </a:lnTo>
                  <a:lnTo>
                    <a:pt x="218573" y="5982247"/>
                  </a:lnTo>
                  <a:lnTo>
                    <a:pt x="218698" y="5982247"/>
                  </a:lnTo>
                  <a:lnTo>
                    <a:pt x="218823" y="5982247"/>
                  </a:lnTo>
                  <a:lnTo>
                    <a:pt x="218948" y="5982247"/>
                  </a:lnTo>
                  <a:lnTo>
                    <a:pt x="219073" y="5982247"/>
                  </a:lnTo>
                  <a:lnTo>
                    <a:pt x="219198" y="5982247"/>
                  </a:lnTo>
                  <a:lnTo>
                    <a:pt x="219323" y="5982247"/>
                  </a:lnTo>
                  <a:lnTo>
                    <a:pt x="219448" y="5982247"/>
                  </a:lnTo>
                  <a:lnTo>
                    <a:pt x="219573" y="5982247"/>
                  </a:lnTo>
                  <a:lnTo>
                    <a:pt x="219698" y="5982247"/>
                  </a:lnTo>
                  <a:lnTo>
                    <a:pt x="219823" y="5982247"/>
                  </a:lnTo>
                  <a:lnTo>
                    <a:pt x="219948" y="5982247"/>
                  </a:lnTo>
                  <a:lnTo>
                    <a:pt x="220073" y="5982247"/>
                  </a:lnTo>
                  <a:lnTo>
                    <a:pt x="220198" y="5982247"/>
                  </a:lnTo>
                  <a:lnTo>
                    <a:pt x="220323" y="5982247"/>
                  </a:lnTo>
                  <a:lnTo>
                    <a:pt x="220448" y="5982247"/>
                  </a:lnTo>
                  <a:lnTo>
                    <a:pt x="220573" y="5982247"/>
                  </a:lnTo>
                  <a:lnTo>
                    <a:pt x="220698" y="5982247"/>
                  </a:lnTo>
                  <a:lnTo>
                    <a:pt x="220823" y="5982247"/>
                  </a:lnTo>
                  <a:lnTo>
                    <a:pt x="220948" y="5982247"/>
                  </a:lnTo>
                  <a:lnTo>
                    <a:pt x="221073" y="5982247"/>
                  </a:lnTo>
                  <a:lnTo>
                    <a:pt x="221198" y="5982247"/>
                  </a:lnTo>
                  <a:lnTo>
                    <a:pt x="221323" y="5982247"/>
                  </a:lnTo>
                  <a:lnTo>
                    <a:pt x="221449" y="5982247"/>
                  </a:lnTo>
                  <a:lnTo>
                    <a:pt x="221574" y="5982247"/>
                  </a:lnTo>
                  <a:lnTo>
                    <a:pt x="221699" y="5982247"/>
                  </a:lnTo>
                  <a:lnTo>
                    <a:pt x="221824" y="5982247"/>
                  </a:lnTo>
                  <a:lnTo>
                    <a:pt x="221949" y="5982247"/>
                  </a:lnTo>
                  <a:lnTo>
                    <a:pt x="222074" y="5982247"/>
                  </a:lnTo>
                  <a:lnTo>
                    <a:pt x="222199" y="5982247"/>
                  </a:lnTo>
                  <a:lnTo>
                    <a:pt x="222324" y="5982247"/>
                  </a:lnTo>
                  <a:lnTo>
                    <a:pt x="222449" y="5982247"/>
                  </a:lnTo>
                  <a:lnTo>
                    <a:pt x="222574" y="5982247"/>
                  </a:lnTo>
                  <a:lnTo>
                    <a:pt x="222699" y="5982247"/>
                  </a:lnTo>
                  <a:lnTo>
                    <a:pt x="222824" y="5982247"/>
                  </a:lnTo>
                  <a:lnTo>
                    <a:pt x="222949" y="5982247"/>
                  </a:lnTo>
                  <a:lnTo>
                    <a:pt x="223074" y="5982247"/>
                  </a:lnTo>
                  <a:lnTo>
                    <a:pt x="223199" y="5982247"/>
                  </a:lnTo>
                  <a:lnTo>
                    <a:pt x="223324" y="5982247"/>
                  </a:lnTo>
                  <a:lnTo>
                    <a:pt x="223449" y="5982247"/>
                  </a:lnTo>
                  <a:lnTo>
                    <a:pt x="223574" y="5982247"/>
                  </a:lnTo>
                  <a:lnTo>
                    <a:pt x="223699" y="5982247"/>
                  </a:lnTo>
                  <a:lnTo>
                    <a:pt x="223824" y="5982247"/>
                  </a:lnTo>
                  <a:lnTo>
                    <a:pt x="223949" y="5982247"/>
                  </a:lnTo>
                  <a:lnTo>
                    <a:pt x="224074" y="5982247"/>
                  </a:lnTo>
                  <a:lnTo>
                    <a:pt x="224074" y="5972293"/>
                  </a:lnTo>
                  <a:lnTo>
                    <a:pt x="224199" y="5972293"/>
                  </a:lnTo>
                  <a:lnTo>
                    <a:pt x="224324" y="5972293"/>
                  </a:lnTo>
                  <a:lnTo>
                    <a:pt x="224450" y="5972293"/>
                  </a:lnTo>
                  <a:lnTo>
                    <a:pt x="224575" y="5972293"/>
                  </a:lnTo>
                  <a:lnTo>
                    <a:pt x="224700" y="5972293"/>
                  </a:lnTo>
                  <a:lnTo>
                    <a:pt x="224825" y="5972293"/>
                  </a:lnTo>
                  <a:lnTo>
                    <a:pt x="224950" y="5972293"/>
                  </a:lnTo>
                  <a:lnTo>
                    <a:pt x="225075" y="5972293"/>
                  </a:lnTo>
                  <a:lnTo>
                    <a:pt x="225200" y="5972293"/>
                  </a:lnTo>
                  <a:lnTo>
                    <a:pt x="225325" y="5972293"/>
                  </a:lnTo>
                  <a:lnTo>
                    <a:pt x="225450" y="5972293"/>
                  </a:lnTo>
                  <a:lnTo>
                    <a:pt x="225575" y="5972293"/>
                  </a:lnTo>
                  <a:lnTo>
                    <a:pt x="225700" y="5972293"/>
                  </a:lnTo>
                  <a:lnTo>
                    <a:pt x="225825" y="5972293"/>
                  </a:lnTo>
                  <a:lnTo>
                    <a:pt x="225950" y="5972293"/>
                  </a:lnTo>
                  <a:lnTo>
                    <a:pt x="226075" y="5972293"/>
                  </a:lnTo>
                  <a:lnTo>
                    <a:pt x="226200" y="5972293"/>
                  </a:lnTo>
                  <a:lnTo>
                    <a:pt x="226325" y="5972293"/>
                  </a:lnTo>
                  <a:lnTo>
                    <a:pt x="226450" y="5972293"/>
                  </a:lnTo>
                  <a:lnTo>
                    <a:pt x="226575" y="5972293"/>
                  </a:lnTo>
                  <a:lnTo>
                    <a:pt x="226700" y="5972293"/>
                  </a:lnTo>
                  <a:lnTo>
                    <a:pt x="226825" y="5972293"/>
                  </a:lnTo>
                  <a:lnTo>
                    <a:pt x="226950" y="5972293"/>
                  </a:lnTo>
                  <a:lnTo>
                    <a:pt x="227075" y="5972293"/>
                  </a:lnTo>
                  <a:lnTo>
                    <a:pt x="227200" y="5972293"/>
                  </a:lnTo>
                  <a:lnTo>
                    <a:pt x="227325" y="5972293"/>
                  </a:lnTo>
                  <a:lnTo>
                    <a:pt x="227451" y="5972293"/>
                  </a:lnTo>
                  <a:lnTo>
                    <a:pt x="227576" y="5972293"/>
                  </a:lnTo>
                  <a:lnTo>
                    <a:pt x="227701" y="5972293"/>
                  </a:lnTo>
                  <a:lnTo>
                    <a:pt x="227826" y="5972293"/>
                  </a:lnTo>
                  <a:lnTo>
                    <a:pt x="227951" y="5972293"/>
                  </a:lnTo>
                  <a:lnTo>
                    <a:pt x="228076" y="5972293"/>
                  </a:lnTo>
                  <a:lnTo>
                    <a:pt x="228201" y="5972293"/>
                  </a:lnTo>
                  <a:lnTo>
                    <a:pt x="228326" y="5972293"/>
                  </a:lnTo>
                  <a:lnTo>
                    <a:pt x="228451" y="5972293"/>
                  </a:lnTo>
                  <a:lnTo>
                    <a:pt x="228576" y="5972293"/>
                  </a:lnTo>
                  <a:lnTo>
                    <a:pt x="228701" y="5972293"/>
                  </a:lnTo>
                  <a:lnTo>
                    <a:pt x="228826" y="5972293"/>
                  </a:lnTo>
                  <a:lnTo>
                    <a:pt x="228951" y="5972293"/>
                  </a:lnTo>
                  <a:lnTo>
                    <a:pt x="229076" y="5972293"/>
                  </a:lnTo>
                  <a:lnTo>
                    <a:pt x="229201" y="5972293"/>
                  </a:lnTo>
                  <a:lnTo>
                    <a:pt x="229326" y="5972293"/>
                  </a:lnTo>
                  <a:lnTo>
                    <a:pt x="229451" y="5972293"/>
                  </a:lnTo>
                  <a:lnTo>
                    <a:pt x="229576" y="5972293"/>
                  </a:lnTo>
                  <a:lnTo>
                    <a:pt x="229701" y="5972293"/>
                  </a:lnTo>
                  <a:lnTo>
                    <a:pt x="229826" y="5972293"/>
                  </a:lnTo>
                  <a:lnTo>
                    <a:pt x="229951" y="5972293"/>
                  </a:lnTo>
                  <a:lnTo>
                    <a:pt x="230076" y="5972293"/>
                  </a:lnTo>
                  <a:lnTo>
                    <a:pt x="230201" y="5972293"/>
                  </a:lnTo>
                  <a:lnTo>
                    <a:pt x="230326" y="5972293"/>
                  </a:lnTo>
                  <a:lnTo>
                    <a:pt x="230452" y="5972293"/>
                  </a:lnTo>
                  <a:lnTo>
                    <a:pt x="230577" y="5972293"/>
                  </a:lnTo>
                  <a:lnTo>
                    <a:pt x="230702" y="5972293"/>
                  </a:lnTo>
                  <a:lnTo>
                    <a:pt x="230827" y="5972293"/>
                  </a:lnTo>
                  <a:lnTo>
                    <a:pt x="230952" y="5972293"/>
                  </a:lnTo>
                  <a:lnTo>
                    <a:pt x="231077" y="5972293"/>
                  </a:lnTo>
                  <a:lnTo>
                    <a:pt x="231202" y="5972293"/>
                  </a:lnTo>
                  <a:lnTo>
                    <a:pt x="231327" y="5972293"/>
                  </a:lnTo>
                  <a:lnTo>
                    <a:pt x="231452" y="5972293"/>
                  </a:lnTo>
                  <a:lnTo>
                    <a:pt x="231577" y="5972293"/>
                  </a:lnTo>
                  <a:lnTo>
                    <a:pt x="231702" y="5972293"/>
                  </a:lnTo>
                  <a:lnTo>
                    <a:pt x="231827" y="5972293"/>
                  </a:lnTo>
                  <a:lnTo>
                    <a:pt x="231952" y="5972293"/>
                  </a:lnTo>
                  <a:lnTo>
                    <a:pt x="232077" y="5972293"/>
                  </a:lnTo>
                  <a:lnTo>
                    <a:pt x="232202" y="5972293"/>
                  </a:lnTo>
                  <a:lnTo>
                    <a:pt x="232327" y="5972293"/>
                  </a:lnTo>
                  <a:lnTo>
                    <a:pt x="232452" y="5972293"/>
                  </a:lnTo>
                  <a:lnTo>
                    <a:pt x="232577" y="5972293"/>
                  </a:lnTo>
                  <a:lnTo>
                    <a:pt x="232702" y="5972293"/>
                  </a:lnTo>
                  <a:lnTo>
                    <a:pt x="232827" y="5972293"/>
                  </a:lnTo>
                  <a:lnTo>
                    <a:pt x="232952" y="5972293"/>
                  </a:lnTo>
                  <a:lnTo>
                    <a:pt x="233077" y="5972293"/>
                  </a:lnTo>
                  <a:lnTo>
                    <a:pt x="233202" y="5972293"/>
                  </a:lnTo>
                  <a:lnTo>
                    <a:pt x="233328" y="5972293"/>
                  </a:lnTo>
                  <a:lnTo>
                    <a:pt x="233453" y="5972293"/>
                  </a:lnTo>
                  <a:lnTo>
                    <a:pt x="233578" y="5972293"/>
                  </a:lnTo>
                  <a:lnTo>
                    <a:pt x="233703" y="5972293"/>
                  </a:lnTo>
                  <a:lnTo>
                    <a:pt x="233828" y="5972293"/>
                  </a:lnTo>
                  <a:lnTo>
                    <a:pt x="233953" y="5972293"/>
                  </a:lnTo>
                  <a:lnTo>
                    <a:pt x="234078" y="5972293"/>
                  </a:lnTo>
                  <a:lnTo>
                    <a:pt x="234203" y="5972293"/>
                  </a:lnTo>
                  <a:lnTo>
                    <a:pt x="234328" y="5972293"/>
                  </a:lnTo>
                  <a:lnTo>
                    <a:pt x="234453" y="5972293"/>
                  </a:lnTo>
                  <a:lnTo>
                    <a:pt x="234578" y="5972293"/>
                  </a:lnTo>
                  <a:lnTo>
                    <a:pt x="234703" y="5972293"/>
                  </a:lnTo>
                  <a:lnTo>
                    <a:pt x="234828" y="5972293"/>
                  </a:lnTo>
                  <a:lnTo>
                    <a:pt x="234953" y="5972293"/>
                  </a:lnTo>
                  <a:lnTo>
                    <a:pt x="235078" y="5972293"/>
                  </a:lnTo>
                  <a:lnTo>
                    <a:pt x="235203" y="5972293"/>
                  </a:lnTo>
                  <a:lnTo>
                    <a:pt x="235328" y="5972293"/>
                  </a:lnTo>
                  <a:lnTo>
                    <a:pt x="235453" y="5972293"/>
                  </a:lnTo>
                  <a:lnTo>
                    <a:pt x="235578" y="5972293"/>
                  </a:lnTo>
                  <a:lnTo>
                    <a:pt x="235703" y="5972293"/>
                  </a:lnTo>
                  <a:lnTo>
                    <a:pt x="235828" y="5972293"/>
                  </a:lnTo>
                  <a:lnTo>
                    <a:pt x="235953" y="5972293"/>
                  </a:lnTo>
                  <a:lnTo>
                    <a:pt x="236078" y="5972293"/>
                  </a:lnTo>
                  <a:lnTo>
                    <a:pt x="236203" y="5972293"/>
                  </a:lnTo>
                  <a:lnTo>
                    <a:pt x="236329" y="5972293"/>
                  </a:lnTo>
                  <a:lnTo>
                    <a:pt x="236454" y="5972293"/>
                  </a:lnTo>
                  <a:lnTo>
                    <a:pt x="236579" y="5972293"/>
                  </a:lnTo>
                  <a:lnTo>
                    <a:pt x="236704" y="5972293"/>
                  </a:lnTo>
                  <a:lnTo>
                    <a:pt x="236829" y="5972293"/>
                  </a:lnTo>
                  <a:lnTo>
                    <a:pt x="236829" y="5962339"/>
                  </a:lnTo>
                  <a:lnTo>
                    <a:pt x="236954" y="5962339"/>
                  </a:lnTo>
                  <a:lnTo>
                    <a:pt x="237079" y="5962339"/>
                  </a:lnTo>
                  <a:lnTo>
                    <a:pt x="237204" y="5962339"/>
                  </a:lnTo>
                  <a:lnTo>
                    <a:pt x="237329" y="5962339"/>
                  </a:lnTo>
                  <a:lnTo>
                    <a:pt x="237454" y="5962339"/>
                  </a:lnTo>
                  <a:lnTo>
                    <a:pt x="237579" y="5962339"/>
                  </a:lnTo>
                  <a:lnTo>
                    <a:pt x="237704" y="5962339"/>
                  </a:lnTo>
                  <a:lnTo>
                    <a:pt x="237704" y="5952385"/>
                  </a:lnTo>
                  <a:lnTo>
                    <a:pt x="237829" y="5952385"/>
                  </a:lnTo>
                  <a:lnTo>
                    <a:pt x="237954" y="5952385"/>
                  </a:lnTo>
                  <a:lnTo>
                    <a:pt x="238079" y="5952385"/>
                  </a:lnTo>
                  <a:lnTo>
                    <a:pt x="238204" y="5952385"/>
                  </a:lnTo>
                  <a:lnTo>
                    <a:pt x="238329" y="5952385"/>
                  </a:lnTo>
                  <a:lnTo>
                    <a:pt x="238454" y="5952385"/>
                  </a:lnTo>
                  <a:lnTo>
                    <a:pt x="238579" y="5952385"/>
                  </a:lnTo>
                  <a:lnTo>
                    <a:pt x="238704" y="5952385"/>
                  </a:lnTo>
                  <a:lnTo>
                    <a:pt x="238829" y="5952385"/>
                  </a:lnTo>
                  <a:lnTo>
                    <a:pt x="238954" y="5952385"/>
                  </a:lnTo>
                  <a:lnTo>
                    <a:pt x="239079" y="5952385"/>
                  </a:lnTo>
                  <a:lnTo>
                    <a:pt x="239204" y="5952385"/>
                  </a:lnTo>
                  <a:lnTo>
                    <a:pt x="239330" y="5952385"/>
                  </a:lnTo>
                  <a:lnTo>
                    <a:pt x="239455" y="5952385"/>
                  </a:lnTo>
                  <a:lnTo>
                    <a:pt x="239580" y="5952385"/>
                  </a:lnTo>
                  <a:lnTo>
                    <a:pt x="239580" y="5942432"/>
                  </a:lnTo>
                  <a:lnTo>
                    <a:pt x="239705" y="5942432"/>
                  </a:lnTo>
                  <a:lnTo>
                    <a:pt x="239830" y="5942432"/>
                  </a:lnTo>
                  <a:lnTo>
                    <a:pt x="239955" y="5942432"/>
                  </a:lnTo>
                  <a:lnTo>
                    <a:pt x="240080" y="5942432"/>
                  </a:lnTo>
                  <a:lnTo>
                    <a:pt x="240205" y="5942432"/>
                  </a:lnTo>
                  <a:lnTo>
                    <a:pt x="240330" y="5942432"/>
                  </a:lnTo>
                  <a:lnTo>
                    <a:pt x="240455" y="5942432"/>
                  </a:lnTo>
                  <a:lnTo>
                    <a:pt x="240580" y="5942432"/>
                  </a:lnTo>
                  <a:lnTo>
                    <a:pt x="240705" y="5942432"/>
                  </a:lnTo>
                  <a:lnTo>
                    <a:pt x="240830" y="5942432"/>
                  </a:lnTo>
                  <a:lnTo>
                    <a:pt x="240955" y="5942432"/>
                  </a:lnTo>
                  <a:lnTo>
                    <a:pt x="241080" y="5942432"/>
                  </a:lnTo>
                  <a:lnTo>
                    <a:pt x="241205" y="5942432"/>
                  </a:lnTo>
                  <a:lnTo>
                    <a:pt x="241330" y="5942432"/>
                  </a:lnTo>
                  <a:lnTo>
                    <a:pt x="241455" y="5942432"/>
                  </a:lnTo>
                  <a:lnTo>
                    <a:pt x="241580" y="5942432"/>
                  </a:lnTo>
                  <a:lnTo>
                    <a:pt x="241705" y="5942432"/>
                  </a:lnTo>
                  <a:lnTo>
                    <a:pt x="241830" y="5942432"/>
                  </a:lnTo>
                  <a:lnTo>
                    <a:pt x="241955" y="5942432"/>
                  </a:lnTo>
                  <a:lnTo>
                    <a:pt x="241955" y="5932478"/>
                  </a:lnTo>
                  <a:lnTo>
                    <a:pt x="242080" y="5932478"/>
                  </a:lnTo>
                  <a:lnTo>
                    <a:pt x="242205" y="5932478"/>
                  </a:lnTo>
                  <a:lnTo>
                    <a:pt x="242331" y="5932478"/>
                  </a:lnTo>
                  <a:lnTo>
                    <a:pt x="242456" y="5932478"/>
                  </a:lnTo>
                  <a:lnTo>
                    <a:pt x="242581" y="5932478"/>
                  </a:lnTo>
                  <a:lnTo>
                    <a:pt x="242706" y="5932478"/>
                  </a:lnTo>
                  <a:lnTo>
                    <a:pt x="242831" y="5932478"/>
                  </a:lnTo>
                  <a:lnTo>
                    <a:pt x="242956" y="5932478"/>
                  </a:lnTo>
                  <a:lnTo>
                    <a:pt x="243081" y="5932478"/>
                  </a:lnTo>
                  <a:lnTo>
                    <a:pt x="243206" y="5932478"/>
                  </a:lnTo>
                  <a:lnTo>
                    <a:pt x="243331" y="5932478"/>
                  </a:lnTo>
                  <a:lnTo>
                    <a:pt x="243456" y="5932478"/>
                  </a:lnTo>
                  <a:lnTo>
                    <a:pt x="243581" y="5932478"/>
                  </a:lnTo>
                  <a:lnTo>
                    <a:pt x="243706" y="5932478"/>
                  </a:lnTo>
                  <a:lnTo>
                    <a:pt x="243831" y="5932478"/>
                  </a:lnTo>
                  <a:lnTo>
                    <a:pt x="243956" y="5932478"/>
                  </a:lnTo>
                  <a:lnTo>
                    <a:pt x="244081" y="5932478"/>
                  </a:lnTo>
                  <a:lnTo>
                    <a:pt x="244206" y="5932478"/>
                  </a:lnTo>
                  <a:lnTo>
                    <a:pt x="244331" y="5932478"/>
                  </a:lnTo>
                  <a:lnTo>
                    <a:pt x="244456" y="5932478"/>
                  </a:lnTo>
                  <a:lnTo>
                    <a:pt x="244581" y="5932478"/>
                  </a:lnTo>
                  <a:lnTo>
                    <a:pt x="244706" y="5932478"/>
                  </a:lnTo>
                  <a:lnTo>
                    <a:pt x="244831" y="5932478"/>
                  </a:lnTo>
                  <a:lnTo>
                    <a:pt x="244956" y="5932478"/>
                  </a:lnTo>
                  <a:lnTo>
                    <a:pt x="245081" y="5932478"/>
                  </a:lnTo>
                  <a:lnTo>
                    <a:pt x="245206" y="5932478"/>
                  </a:lnTo>
                  <a:lnTo>
                    <a:pt x="245332" y="5932478"/>
                  </a:lnTo>
                  <a:lnTo>
                    <a:pt x="245457" y="5932478"/>
                  </a:lnTo>
                  <a:lnTo>
                    <a:pt x="245582" y="5932478"/>
                  </a:lnTo>
                  <a:lnTo>
                    <a:pt x="245707" y="5932478"/>
                  </a:lnTo>
                  <a:lnTo>
                    <a:pt x="245832" y="5932478"/>
                  </a:lnTo>
                  <a:lnTo>
                    <a:pt x="245957" y="5932478"/>
                  </a:lnTo>
                  <a:lnTo>
                    <a:pt x="246082" y="5932478"/>
                  </a:lnTo>
                  <a:lnTo>
                    <a:pt x="246207" y="5932478"/>
                  </a:lnTo>
                  <a:lnTo>
                    <a:pt x="246332" y="5932478"/>
                  </a:lnTo>
                  <a:lnTo>
                    <a:pt x="246457" y="5932478"/>
                  </a:lnTo>
                  <a:lnTo>
                    <a:pt x="246582" y="5932478"/>
                  </a:lnTo>
                  <a:lnTo>
                    <a:pt x="246707" y="5932478"/>
                  </a:lnTo>
                  <a:lnTo>
                    <a:pt x="246832" y="5932478"/>
                  </a:lnTo>
                  <a:lnTo>
                    <a:pt x="246957" y="5932478"/>
                  </a:lnTo>
                  <a:lnTo>
                    <a:pt x="247082" y="5932478"/>
                  </a:lnTo>
                  <a:lnTo>
                    <a:pt x="247207" y="5932478"/>
                  </a:lnTo>
                  <a:lnTo>
                    <a:pt x="247332" y="5932478"/>
                  </a:lnTo>
                  <a:lnTo>
                    <a:pt x="247457" y="5932478"/>
                  </a:lnTo>
                  <a:lnTo>
                    <a:pt x="247582" y="5932478"/>
                  </a:lnTo>
                  <a:lnTo>
                    <a:pt x="247707" y="5932478"/>
                  </a:lnTo>
                  <a:lnTo>
                    <a:pt x="247832" y="5932478"/>
                  </a:lnTo>
                  <a:lnTo>
                    <a:pt x="247957" y="5932478"/>
                  </a:lnTo>
                  <a:lnTo>
                    <a:pt x="248082" y="5932478"/>
                  </a:lnTo>
                  <a:lnTo>
                    <a:pt x="248207" y="5932478"/>
                  </a:lnTo>
                  <a:lnTo>
                    <a:pt x="248333" y="5932478"/>
                  </a:lnTo>
                  <a:lnTo>
                    <a:pt x="248458" y="5932478"/>
                  </a:lnTo>
                  <a:lnTo>
                    <a:pt x="248583" y="5932478"/>
                  </a:lnTo>
                  <a:lnTo>
                    <a:pt x="248708" y="5932478"/>
                  </a:lnTo>
                  <a:lnTo>
                    <a:pt x="248833" y="5932478"/>
                  </a:lnTo>
                  <a:lnTo>
                    <a:pt x="248958" y="5932478"/>
                  </a:lnTo>
                  <a:lnTo>
                    <a:pt x="249083" y="5932478"/>
                  </a:lnTo>
                  <a:lnTo>
                    <a:pt x="249208" y="5932478"/>
                  </a:lnTo>
                  <a:lnTo>
                    <a:pt x="249208" y="5922524"/>
                  </a:lnTo>
                  <a:lnTo>
                    <a:pt x="249333" y="5922524"/>
                  </a:lnTo>
                  <a:lnTo>
                    <a:pt x="249458" y="5922524"/>
                  </a:lnTo>
                  <a:lnTo>
                    <a:pt x="249583" y="5922524"/>
                  </a:lnTo>
                  <a:lnTo>
                    <a:pt x="249708" y="5922524"/>
                  </a:lnTo>
                  <a:lnTo>
                    <a:pt x="249833" y="5922524"/>
                  </a:lnTo>
                  <a:lnTo>
                    <a:pt x="249958" y="5922524"/>
                  </a:lnTo>
                  <a:lnTo>
                    <a:pt x="250083" y="5922524"/>
                  </a:lnTo>
                  <a:lnTo>
                    <a:pt x="250208" y="5922524"/>
                  </a:lnTo>
                  <a:lnTo>
                    <a:pt x="250333" y="5922524"/>
                  </a:lnTo>
                  <a:lnTo>
                    <a:pt x="250458" y="5922524"/>
                  </a:lnTo>
                  <a:lnTo>
                    <a:pt x="250583" y="5922524"/>
                  </a:lnTo>
                  <a:lnTo>
                    <a:pt x="250708" y="5922524"/>
                  </a:lnTo>
                  <a:lnTo>
                    <a:pt x="250833" y="5922524"/>
                  </a:lnTo>
                  <a:lnTo>
                    <a:pt x="250958" y="5922524"/>
                  </a:lnTo>
                  <a:lnTo>
                    <a:pt x="251083" y="5922524"/>
                  </a:lnTo>
                  <a:lnTo>
                    <a:pt x="251208" y="5922524"/>
                  </a:lnTo>
                  <a:lnTo>
                    <a:pt x="251334" y="5922524"/>
                  </a:lnTo>
                  <a:lnTo>
                    <a:pt x="251459" y="5922524"/>
                  </a:lnTo>
                  <a:lnTo>
                    <a:pt x="251584" y="5922524"/>
                  </a:lnTo>
                  <a:lnTo>
                    <a:pt x="251709" y="5922524"/>
                  </a:lnTo>
                  <a:lnTo>
                    <a:pt x="251834" y="5922524"/>
                  </a:lnTo>
                  <a:lnTo>
                    <a:pt x="251959" y="5922524"/>
                  </a:lnTo>
                  <a:lnTo>
                    <a:pt x="252084" y="5922524"/>
                  </a:lnTo>
                  <a:lnTo>
                    <a:pt x="252209" y="5922524"/>
                  </a:lnTo>
                  <a:lnTo>
                    <a:pt x="252334" y="5922524"/>
                  </a:lnTo>
                  <a:lnTo>
                    <a:pt x="252459" y="5922524"/>
                  </a:lnTo>
                  <a:lnTo>
                    <a:pt x="252584" y="5922524"/>
                  </a:lnTo>
                  <a:lnTo>
                    <a:pt x="252709" y="5922524"/>
                  </a:lnTo>
                  <a:lnTo>
                    <a:pt x="252834" y="5922524"/>
                  </a:lnTo>
                  <a:lnTo>
                    <a:pt x="252959" y="5922524"/>
                  </a:lnTo>
                  <a:lnTo>
                    <a:pt x="252959" y="5912570"/>
                  </a:lnTo>
                  <a:lnTo>
                    <a:pt x="253084" y="5912570"/>
                  </a:lnTo>
                  <a:lnTo>
                    <a:pt x="253209" y="5912570"/>
                  </a:lnTo>
                  <a:lnTo>
                    <a:pt x="253334" y="5912570"/>
                  </a:lnTo>
                  <a:lnTo>
                    <a:pt x="253459" y="5912570"/>
                  </a:lnTo>
                  <a:lnTo>
                    <a:pt x="253584" y="5912570"/>
                  </a:lnTo>
                  <a:lnTo>
                    <a:pt x="253709" y="5912570"/>
                  </a:lnTo>
                  <a:lnTo>
                    <a:pt x="253834" y="5912570"/>
                  </a:lnTo>
                  <a:lnTo>
                    <a:pt x="253959" y="5912570"/>
                  </a:lnTo>
                  <a:lnTo>
                    <a:pt x="254084" y="5912570"/>
                  </a:lnTo>
                  <a:lnTo>
                    <a:pt x="254209" y="5912570"/>
                  </a:lnTo>
                  <a:lnTo>
                    <a:pt x="254335" y="5912570"/>
                  </a:lnTo>
                  <a:lnTo>
                    <a:pt x="254460" y="5912570"/>
                  </a:lnTo>
                  <a:lnTo>
                    <a:pt x="254585" y="5912570"/>
                  </a:lnTo>
                  <a:lnTo>
                    <a:pt x="254710" y="5912570"/>
                  </a:lnTo>
                  <a:lnTo>
                    <a:pt x="254835" y="5912570"/>
                  </a:lnTo>
                  <a:lnTo>
                    <a:pt x="254960" y="5912570"/>
                  </a:lnTo>
                  <a:lnTo>
                    <a:pt x="255085" y="5912570"/>
                  </a:lnTo>
                  <a:lnTo>
                    <a:pt x="255210" y="5912570"/>
                  </a:lnTo>
                  <a:lnTo>
                    <a:pt x="255335" y="5912570"/>
                  </a:lnTo>
                  <a:lnTo>
                    <a:pt x="255460" y="5912570"/>
                  </a:lnTo>
                  <a:lnTo>
                    <a:pt x="255585" y="5912570"/>
                  </a:lnTo>
                  <a:lnTo>
                    <a:pt x="255710" y="5912570"/>
                  </a:lnTo>
                  <a:lnTo>
                    <a:pt x="255835" y="5912570"/>
                  </a:lnTo>
                  <a:lnTo>
                    <a:pt x="255960" y="5912570"/>
                  </a:lnTo>
                  <a:lnTo>
                    <a:pt x="256085" y="5912570"/>
                  </a:lnTo>
                  <a:lnTo>
                    <a:pt x="256210" y="5912570"/>
                  </a:lnTo>
                  <a:lnTo>
                    <a:pt x="256335" y="5912570"/>
                  </a:lnTo>
                  <a:lnTo>
                    <a:pt x="256460" y="5912570"/>
                  </a:lnTo>
                  <a:lnTo>
                    <a:pt x="256585" y="5912570"/>
                  </a:lnTo>
                  <a:lnTo>
                    <a:pt x="256710" y="5912570"/>
                  </a:lnTo>
                  <a:lnTo>
                    <a:pt x="256835" y="5912570"/>
                  </a:lnTo>
                  <a:lnTo>
                    <a:pt x="256960" y="5912570"/>
                  </a:lnTo>
                  <a:lnTo>
                    <a:pt x="257085" y="5912570"/>
                  </a:lnTo>
                  <a:lnTo>
                    <a:pt x="257210" y="5912570"/>
                  </a:lnTo>
                  <a:lnTo>
                    <a:pt x="257336" y="5912570"/>
                  </a:lnTo>
                  <a:lnTo>
                    <a:pt x="257461" y="5912570"/>
                  </a:lnTo>
                  <a:lnTo>
                    <a:pt x="257586" y="5912570"/>
                  </a:lnTo>
                  <a:lnTo>
                    <a:pt x="257711" y="5912570"/>
                  </a:lnTo>
                  <a:lnTo>
                    <a:pt x="257836" y="5912570"/>
                  </a:lnTo>
                  <a:lnTo>
                    <a:pt x="257961" y="5912570"/>
                  </a:lnTo>
                  <a:lnTo>
                    <a:pt x="258086" y="5912570"/>
                  </a:lnTo>
                  <a:lnTo>
                    <a:pt x="258211" y="5912570"/>
                  </a:lnTo>
                  <a:lnTo>
                    <a:pt x="258336" y="5912570"/>
                  </a:lnTo>
                  <a:lnTo>
                    <a:pt x="258461" y="5912570"/>
                  </a:lnTo>
                  <a:lnTo>
                    <a:pt x="258586" y="5912570"/>
                  </a:lnTo>
                  <a:lnTo>
                    <a:pt x="258711" y="5912570"/>
                  </a:lnTo>
                  <a:lnTo>
                    <a:pt x="258836" y="5912570"/>
                  </a:lnTo>
                  <a:lnTo>
                    <a:pt x="258961" y="5912570"/>
                  </a:lnTo>
                  <a:lnTo>
                    <a:pt x="259086" y="5912570"/>
                  </a:lnTo>
                  <a:lnTo>
                    <a:pt x="259211" y="5912570"/>
                  </a:lnTo>
                  <a:lnTo>
                    <a:pt x="259336" y="5912570"/>
                  </a:lnTo>
                  <a:lnTo>
                    <a:pt x="259461" y="5912570"/>
                  </a:lnTo>
                  <a:lnTo>
                    <a:pt x="259586" y="5912570"/>
                  </a:lnTo>
                  <a:lnTo>
                    <a:pt x="259711" y="5912570"/>
                  </a:lnTo>
                  <a:lnTo>
                    <a:pt x="259836" y="5912570"/>
                  </a:lnTo>
                  <a:lnTo>
                    <a:pt x="259961" y="5912570"/>
                  </a:lnTo>
                  <a:lnTo>
                    <a:pt x="260086" y="5912570"/>
                  </a:lnTo>
                  <a:lnTo>
                    <a:pt x="260211" y="5912570"/>
                  </a:lnTo>
                  <a:lnTo>
                    <a:pt x="260337" y="5912570"/>
                  </a:lnTo>
                  <a:lnTo>
                    <a:pt x="260462" y="5912570"/>
                  </a:lnTo>
                  <a:lnTo>
                    <a:pt x="260462" y="5902616"/>
                  </a:lnTo>
                  <a:lnTo>
                    <a:pt x="260587" y="5902616"/>
                  </a:lnTo>
                  <a:lnTo>
                    <a:pt x="260712" y="5902616"/>
                  </a:lnTo>
                  <a:lnTo>
                    <a:pt x="260837" y="5902616"/>
                  </a:lnTo>
                  <a:lnTo>
                    <a:pt x="260962" y="5902616"/>
                  </a:lnTo>
                  <a:lnTo>
                    <a:pt x="261087" y="5902616"/>
                  </a:lnTo>
                  <a:lnTo>
                    <a:pt x="261212" y="5902616"/>
                  </a:lnTo>
                  <a:lnTo>
                    <a:pt x="261337" y="5902616"/>
                  </a:lnTo>
                  <a:lnTo>
                    <a:pt x="261462" y="5902616"/>
                  </a:lnTo>
                  <a:lnTo>
                    <a:pt x="261587" y="5902616"/>
                  </a:lnTo>
                  <a:lnTo>
                    <a:pt x="261712" y="5902616"/>
                  </a:lnTo>
                  <a:lnTo>
                    <a:pt x="261837" y="5902616"/>
                  </a:lnTo>
                  <a:lnTo>
                    <a:pt x="261837" y="5892663"/>
                  </a:lnTo>
                  <a:lnTo>
                    <a:pt x="261962" y="5892663"/>
                  </a:lnTo>
                  <a:lnTo>
                    <a:pt x="262087" y="5892663"/>
                  </a:lnTo>
                  <a:lnTo>
                    <a:pt x="262212" y="5892663"/>
                  </a:lnTo>
                  <a:lnTo>
                    <a:pt x="262337" y="5892663"/>
                  </a:lnTo>
                  <a:lnTo>
                    <a:pt x="262462" y="5892663"/>
                  </a:lnTo>
                  <a:lnTo>
                    <a:pt x="262587" y="5892663"/>
                  </a:lnTo>
                  <a:lnTo>
                    <a:pt x="262712" y="5892663"/>
                  </a:lnTo>
                  <a:lnTo>
                    <a:pt x="262837" y="5892663"/>
                  </a:lnTo>
                  <a:lnTo>
                    <a:pt x="262962" y="5892663"/>
                  </a:lnTo>
                  <a:lnTo>
                    <a:pt x="263087" y="5892663"/>
                  </a:lnTo>
                  <a:lnTo>
                    <a:pt x="263212" y="5892663"/>
                  </a:lnTo>
                  <a:lnTo>
                    <a:pt x="263338" y="5892663"/>
                  </a:lnTo>
                  <a:lnTo>
                    <a:pt x="263463" y="5892663"/>
                  </a:lnTo>
                  <a:lnTo>
                    <a:pt x="263588" y="5892663"/>
                  </a:lnTo>
                  <a:lnTo>
                    <a:pt x="263713" y="5892663"/>
                  </a:lnTo>
                  <a:lnTo>
                    <a:pt x="263838" y="5892663"/>
                  </a:lnTo>
                  <a:lnTo>
                    <a:pt x="263963" y="5892663"/>
                  </a:lnTo>
                  <a:lnTo>
                    <a:pt x="264088" y="5892663"/>
                  </a:lnTo>
                  <a:lnTo>
                    <a:pt x="264213" y="5892663"/>
                  </a:lnTo>
                  <a:lnTo>
                    <a:pt x="264338" y="5892663"/>
                  </a:lnTo>
                  <a:lnTo>
                    <a:pt x="264463" y="5892663"/>
                  </a:lnTo>
                  <a:lnTo>
                    <a:pt x="264588" y="5892663"/>
                  </a:lnTo>
                  <a:lnTo>
                    <a:pt x="264713" y="5892663"/>
                  </a:lnTo>
                  <a:lnTo>
                    <a:pt x="264838" y="5892663"/>
                  </a:lnTo>
                  <a:lnTo>
                    <a:pt x="264963" y="5892663"/>
                  </a:lnTo>
                  <a:lnTo>
                    <a:pt x="265088" y="5892663"/>
                  </a:lnTo>
                  <a:lnTo>
                    <a:pt x="265213" y="5892663"/>
                  </a:lnTo>
                  <a:lnTo>
                    <a:pt x="265338" y="5892663"/>
                  </a:lnTo>
                  <a:lnTo>
                    <a:pt x="265463" y="5892663"/>
                  </a:lnTo>
                  <a:lnTo>
                    <a:pt x="265588" y="5892663"/>
                  </a:lnTo>
                  <a:lnTo>
                    <a:pt x="265713" y="5892663"/>
                  </a:lnTo>
                  <a:lnTo>
                    <a:pt x="265838" y="5892663"/>
                  </a:lnTo>
                  <a:lnTo>
                    <a:pt x="265963" y="5892663"/>
                  </a:lnTo>
                  <a:lnTo>
                    <a:pt x="266088" y="5892663"/>
                  </a:lnTo>
                  <a:lnTo>
                    <a:pt x="266213" y="5892663"/>
                  </a:lnTo>
                  <a:lnTo>
                    <a:pt x="266339" y="5892663"/>
                  </a:lnTo>
                  <a:lnTo>
                    <a:pt x="266464" y="5892663"/>
                  </a:lnTo>
                  <a:lnTo>
                    <a:pt x="266589" y="5892663"/>
                  </a:lnTo>
                  <a:lnTo>
                    <a:pt x="266714" y="5892663"/>
                  </a:lnTo>
                  <a:lnTo>
                    <a:pt x="266839" y="5892663"/>
                  </a:lnTo>
                  <a:lnTo>
                    <a:pt x="266964" y="5892663"/>
                  </a:lnTo>
                  <a:lnTo>
                    <a:pt x="267089" y="5892663"/>
                  </a:lnTo>
                  <a:lnTo>
                    <a:pt x="267214" y="5892663"/>
                  </a:lnTo>
                  <a:lnTo>
                    <a:pt x="267339" y="5892663"/>
                  </a:lnTo>
                  <a:lnTo>
                    <a:pt x="267464" y="5892663"/>
                  </a:lnTo>
                  <a:lnTo>
                    <a:pt x="267589" y="5892663"/>
                  </a:lnTo>
                  <a:lnTo>
                    <a:pt x="267714" y="5892663"/>
                  </a:lnTo>
                  <a:lnTo>
                    <a:pt x="267839" y="5892663"/>
                  </a:lnTo>
                  <a:lnTo>
                    <a:pt x="267964" y="5892663"/>
                  </a:lnTo>
                  <a:lnTo>
                    <a:pt x="268089" y="5892663"/>
                  </a:lnTo>
                  <a:lnTo>
                    <a:pt x="268214" y="5892663"/>
                  </a:lnTo>
                  <a:lnTo>
                    <a:pt x="268339" y="5892663"/>
                  </a:lnTo>
                  <a:lnTo>
                    <a:pt x="268464" y="5892663"/>
                  </a:lnTo>
                  <a:lnTo>
                    <a:pt x="268589" y="5892663"/>
                  </a:lnTo>
                  <a:lnTo>
                    <a:pt x="268714" y="5892663"/>
                  </a:lnTo>
                  <a:lnTo>
                    <a:pt x="268839" y="5892663"/>
                  </a:lnTo>
                  <a:lnTo>
                    <a:pt x="268964" y="5892663"/>
                  </a:lnTo>
                  <a:lnTo>
                    <a:pt x="269089" y="5892663"/>
                  </a:lnTo>
                  <a:lnTo>
                    <a:pt x="269214" y="5892663"/>
                  </a:lnTo>
                  <a:lnTo>
                    <a:pt x="269340" y="5892663"/>
                  </a:lnTo>
                  <a:lnTo>
                    <a:pt x="269465" y="5892663"/>
                  </a:lnTo>
                  <a:lnTo>
                    <a:pt x="269590" y="5892663"/>
                  </a:lnTo>
                  <a:lnTo>
                    <a:pt x="269715" y="5892663"/>
                  </a:lnTo>
                  <a:lnTo>
                    <a:pt x="269840" y="5892663"/>
                  </a:lnTo>
                  <a:lnTo>
                    <a:pt x="269965" y="5892663"/>
                  </a:lnTo>
                  <a:lnTo>
                    <a:pt x="270090" y="5892663"/>
                  </a:lnTo>
                  <a:lnTo>
                    <a:pt x="270215" y="5892663"/>
                  </a:lnTo>
                  <a:lnTo>
                    <a:pt x="270340" y="5892663"/>
                  </a:lnTo>
                  <a:lnTo>
                    <a:pt x="270465" y="5892663"/>
                  </a:lnTo>
                  <a:lnTo>
                    <a:pt x="270590" y="5892663"/>
                  </a:lnTo>
                  <a:lnTo>
                    <a:pt x="270715" y="5892663"/>
                  </a:lnTo>
                  <a:lnTo>
                    <a:pt x="270840" y="5892663"/>
                  </a:lnTo>
                  <a:lnTo>
                    <a:pt x="270965" y="5892663"/>
                  </a:lnTo>
                  <a:lnTo>
                    <a:pt x="271090" y="5892663"/>
                  </a:lnTo>
                  <a:lnTo>
                    <a:pt x="271215" y="5892663"/>
                  </a:lnTo>
                  <a:lnTo>
                    <a:pt x="271340" y="5892663"/>
                  </a:lnTo>
                  <a:lnTo>
                    <a:pt x="271465" y="5892663"/>
                  </a:lnTo>
                  <a:lnTo>
                    <a:pt x="271590" y="5892663"/>
                  </a:lnTo>
                  <a:lnTo>
                    <a:pt x="271715" y="5892663"/>
                  </a:lnTo>
                  <a:lnTo>
                    <a:pt x="271840" y="5892663"/>
                  </a:lnTo>
                  <a:lnTo>
                    <a:pt x="271965" y="5892663"/>
                  </a:lnTo>
                  <a:lnTo>
                    <a:pt x="272090" y="5892663"/>
                  </a:lnTo>
                  <a:lnTo>
                    <a:pt x="272216" y="5892663"/>
                  </a:lnTo>
                  <a:lnTo>
                    <a:pt x="272341" y="5892663"/>
                  </a:lnTo>
                  <a:lnTo>
                    <a:pt x="272466" y="5892663"/>
                  </a:lnTo>
                  <a:lnTo>
                    <a:pt x="272591" y="5892663"/>
                  </a:lnTo>
                  <a:lnTo>
                    <a:pt x="272716" y="5892663"/>
                  </a:lnTo>
                  <a:lnTo>
                    <a:pt x="272841" y="5892663"/>
                  </a:lnTo>
                  <a:lnTo>
                    <a:pt x="272966" y="5892663"/>
                  </a:lnTo>
                  <a:lnTo>
                    <a:pt x="273091" y="5892663"/>
                  </a:lnTo>
                  <a:lnTo>
                    <a:pt x="273216" y="5892663"/>
                  </a:lnTo>
                  <a:lnTo>
                    <a:pt x="273341" y="5892663"/>
                  </a:lnTo>
                  <a:lnTo>
                    <a:pt x="273466" y="5892663"/>
                  </a:lnTo>
                  <a:lnTo>
                    <a:pt x="273591" y="5892663"/>
                  </a:lnTo>
                  <a:lnTo>
                    <a:pt x="273716" y="5892663"/>
                  </a:lnTo>
                  <a:lnTo>
                    <a:pt x="273841" y="5892663"/>
                  </a:lnTo>
                  <a:lnTo>
                    <a:pt x="273966" y="5892663"/>
                  </a:lnTo>
                  <a:lnTo>
                    <a:pt x="274091" y="5892663"/>
                  </a:lnTo>
                  <a:lnTo>
                    <a:pt x="274216" y="5892663"/>
                  </a:lnTo>
                  <a:lnTo>
                    <a:pt x="274341" y="5892663"/>
                  </a:lnTo>
                  <a:lnTo>
                    <a:pt x="274466" y="5892663"/>
                  </a:lnTo>
                  <a:lnTo>
                    <a:pt x="274591" y="5892663"/>
                  </a:lnTo>
                  <a:lnTo>
                    <a:pt x="274716" y="5892663"/>
                  </a:lnTo>
                  <a:lnTo>
                    <a:pt x="274841" y="5892663"/>
                  </a:lnTo>
                  <a:lnTo>
                    <a:pt x="274966" y="5892663"/>
                  </a:lnTo>
                  <a:lnTo>
                    <a:pt x="275091" y="5892663"/>
                  </a:lnTo>
                  <a:lnTo>
                    <a:pt x="275217" y="5892663"/>
                  </a:lnTo>
                  <a:lnTo>
                    <a:pt x="275342" y="5892663"/>
                  </a:lnTo>
                  <a:lnTo>
                    <a:pt x="275467" y="5892663"/>
                  </a:lnTo>
                  <a:lnTo>
                    <a:pt x="275592" y="5892663"/>
                  </a:lnTo>
                  <a:lnTo>
                    <a:pt x="275717" y="5892663"/>
                  </a:lnTo>
                  <a:lnTo>
                    <a:pt x="275842" y="5892663"/>
                  </a:lnTo>
                  <a:lnTo>
                    <a:pt x="275967" y="5892663"/>
                  </a:lnTo>
                  <a:lnTo>
                    <a:pt x="276092" y="5892663"/>
                  </a:lnTo>
                  <a:lnTo>
                    <a:pt x="276217" y="5892663"/>
                  </a:lnTo>
                  <a:lnTo>
                    <a:pt x="276342" y="5892663"/>
                  </a:lnTo>
                  <a:lnTo>
                    <a:pt x="276467" y="5892663"/>
                  </a:lnTo>
                  <a:lnTo>
                    <a:pt x="276592" y="5892663"/>
                  </a:lnTo>
                  <a:lnTo>
                    <a:pt x="276717" y="5892663"/>
                  </a:lnTo>
                  <a:lnTo>
                    <a:pt x="276842" y="5892663"/>
                  </a:lnTo>
                  <a:lnTo>
                    <a:pt x="276842" y="5882709"/>
                  </a:lnTo>
                  <a:lnTo>
                    <a:pt x="276967" y="5882709"/>
                  </a:lnTo>
                  <a:lnTo>
                    <a:pt x="277092" y="5882709"/>
                  </a:lnTo>
                  <a:lnTo>
                    <a:pt x="277217" y="5882709"/>
                  </a:lnTo>
                  <a:lnTo>
                    <a:pt x="277342" y="5882709"/>
                  </a:lnTo>
                  <a:lnTo>
                    <a:pt x="277467" y="5882709"/>
                  </a:lnTo>
                  <a:lnTo>
                    <a:pt x="277592" y="5882709"/>
                  </a:lnTo>
                  <a:lnTo>
                    <a:pt x="277717" y="5882709"/>
                  </a:lnTo>
                  <a:lnTo>
                    <a:pt x="277842" y="5882709"/>
                  </a:lnTo>
                  <a:lnTo>
                    <a:pt x="277967" y="5882709"/>
                  </a:lnTo>
                  <a:lnTo>
                    <a:pt x="278092" y="5882709"/>
                  </a:lnTo>
                  <a:lnTo>
                    <a:pt x="278218" y="5882709"/>
                  </a:lnTo>
                  <a:lnTo>
                    <a:pt x="278343" y="5882709"/>
                  </a:lnTo>
                  <a:lnTo>
                    <a:pt x="278468" y="5882709"/>
                  </a:lnTo>
                  <a:lnTo>
                    <a:pt x="278593" y="5882709"/>
                  </a:lnTo>
                  <a:lnTo>
                    <a:pt x="278718" y="5882709"/>
                  </a:lnTo>
                  <a:lnTo>
                    <a:pt x="278843" y="5882709"/>
                  </a:lnTo>
                  <a:lnTo>
                    <a:pt x="278968" y="5882709"/>
                  </a:lnTo>
                  <a:lnTo>
                    <a:pt x="279093" y="5882709"/>
                  </a:lnTo>
                  <a:lnTo>
                    <a:pt x="279218" y="5882709"/>
                  </a:lnTo>
                  <a:lnTo>
                    <a:pt x="279343" y="5882709"/>
                  </a:lnTo>
                  <a:lnTo>
                    <a:pt x="279468" y="5882709"/>
                  </a:lnTo>
                  <a:lnTo>
                    <a:pt x="279593" y="5882709"/>
                  </a:lnTo>
                  <a:lnTo>
                    <a:pt x="279718" y="5882709"/>
                  </a:lnTo>
                  <a:lnTo>
                    <a:pt x="279718" y="5872755"/>
                  </a:lnTo>
                  <a:lnTo>
                    <a:pt x="279843" y="5872755"/>
                  </a:lnTo>
                  <a:lnTo>
                    <a:pt x="279968" y="5872755"/>
                  </a:lnTo>
                  <a:lnTo>
                    <a:pt x="280093" y="5872755"/>
                  </a:lnTo>
                  <a:lnTo>
                    <a:pt x="280218" y="5872755"/>
                  </a:lnTo>
                  <a:lnTo>
                    <a:pt x="280343" y="5872755"/>
                  </a:lnTo>
                  <a:lnTo>
                    <a:pt x="280468" y="5872755"/>
                  </a:lnTo>
                  <a:lnTo>
                    <a:pt x="280593" y="5872755"/>
                  </a:lnTo>
                  <a:lnTo>
                    <a:pt x="280718" y="5872755"/>
                  </a:lnTo>
                  <a:lnTo>
                    <a:pt x="280843" y="5872755"/>
                  </a:lnTo>
                  <a:lnTo>
                    <a:pt x="280968" y="5872755"/>
                  </a:lnTo>
                  <a:lnTo>
                    <a:pt x="281093" y="5872755"/>
                  </a:lnTo>
                  <a:lnTo>
                    <a:pt x="281219" y="5872755"/>
                  </a:lnTo>
                  <a:lnTo>
                    <a:pt x="281344" y="5872755"/>
                  </a:lnTo>
                  <a:lnTo>
                    <a:pt x="281469" y="5872755"/>
                  </a:lnTo>
                  <a:lnTo>
                    <a:pt x="281594" y="5872755"/>
                  </a:lnTo>
                  <a:lnTo>
                    <a:pt x="281719" y="5872755"/>
                  </a:lnTo>
                  <a:lnTo>
                    <a:pt x="281844" y="5872755"/>
                  </a:lnTo>
                  <a:lnTo>
                    <a:pt x="281969" y="5872755"/>
                  </a:lnTo>
                  <a:lnTo>
                    <a:pt x="282094" y="5872755"/>
                  </a:lnTo>
                  <a:lnTo>
                    <a:pt x="282219" y="5872755"/>
                  </a:lnTo>
                  <a:lnTo>
                    <a:pt x="282344" y="5872755"/>
                  </a:lnTo>
                  <a:lnTo>
                    <a:pt x="282469" y="5872755"/>
                  </a:lnTo>
                  <a:lnTo>
                    <a:pt x="282594" y="5872755"/>
                  </a:lnTo>
                  <a:lnTo>
                    <a:pt x="282719" y="5872755"/>
                  </a:lnTo>
                  <a:lnTo>
                    <a:pt x="282844" y="5872755"/>
                  </a:lnTo>
                  <a:lnTo>
                    <a:pt x="282969" y="5872755"/>
                  </a:lnTo>
                  <a:lnTo>
                    <a:pt x="283094" y="5872755"/>
                  </a:lnTo>
                  <a:lnTo>
                    <a:pt x="283219" y="5872755"/>
                  </a:lnTo>
                  <a:lnTo>
                    <a:pt x="283344" y="5872755"/>
                  </a:lnTo>
                  <a:lnTo>
                    <a:pt x="283469" y="5872755"/>
                  </a:lnTo>
                  <a:lnTo>
                    <a:pt x="283594" y="5872755"/>
                  </a:lnTo>
                  <a:lnTo>
                    <a:pt x="283719" y="5872755"/>
                  </a:lnTo>
                  <a:lnTo>
                    <a:pt x="283844" y="5872755"/>
                  </a:lnTo>
                  <a:lnTo>
                    <a:pt x="283969" y="5872755"/>
                  </a:lnTo>
                  <a:lnTo>
                    <a:pt x="284094" y="5872755"/>
                  </a:lnTo>
                  <a:lnTo>
                    <a:pt x="284220" y="5872755"/>
                  </a:lnTo>
                  <a:lnTo>
                    <a:pt x="284345" y="5872755"/>
                  </a:lnTo>
                  <a:lnTo>
                    <a:pt x="284470" y="5872755"/>
                  </a:lnTo>
                  <a:lnTo>
                    <a:pt x="284595" y="5872755"/>
                  </a:lnTo>
                  <a:lnTo>
                    <a:pt x="284720" y="5872755"/>
                  </a:lnTo>
                  <a:lnTo>
                    <a:pt x="284845" y="5872755"/>
                  </a:lnTo>
                  <a:lnTo>
                    <a:pt x="284970" y="5872755"/>
                  </a:lnTo>
                  <a:lnTo>
                    <a:pt x="285095" y="5872755"/>
                  </a:lnTo>
                  <a:lnTo>
                    <a:pt x="285220" y="5872755"/>
                  </a:lnTo>
                  <a:lnTo>
                    <a:pt x="285345" y="5872755"/>
                  </a:lnTo>
                  <a:lnTo>
                    <a:pt x="285470" y="5872755"/>
                  </a:lnTo>
                  <a:lnTo>
                    <a:pt x="285595" y="5872755"/>
                  </a:lnTo>
                  <a:lnTo>
                    <a:pt x="285720" y="5872755"/>
                  </a:lnTo>
                  <a:lnTo>
                    <a:pt x="285845" y="5872755"/>
                  </a:lnTo>
                  <a:lnTo>
                    <a:pt x="285970" y="5872755"/>
                  </a:lnTo>
                  <a:lnTo>
                    <a:pt x="286095" y="5872755"/>
                  </a:lnTo>
                  <a:lnTo>
                    <a:pt x="286220" y="5872755"/>
                  </a:lnTo>
                  <a:lnTo>
                    <a:pt x="286345" y="5872755"/>
                  </a:lnTo>
                  <a:lnTo>
                    <a:pt x="286470" y="5872755"/>
                  </a:lnTo>
                  <a:lnTo>
                    <a:pt x="286595" y="5872755"/>
                  </a:lnTo>
                  <a:lnTo>
                    <a:pt x="286720" y="5872755"/>
                  </a:lnTo>
                  <a:lnTo>
                    <a:pt x="286845" y="5872755"/>
                  </a:lnTo>
                  <a:lnTo>
                    <a:pt x="286970" y="5872755"/>
                  </a:lnTo>
                  <a:lnTo>
                    <a:pt x="287095" y="5872755"/>
                  </a:lnTo>
                  <a:lnTo>
                    <a:pt x="287221" y="5872755"/>
                  </a:lnTo>
                  <a:lnTo>
                    <a:pt x="287346" y="5872755"/>
                  </a:lnTo>
                  <a:lnTo>
                    <a:pt x="287471" y="5872755"/>
                  </a:lnTo>
                  <a:lnTo>
                    <a:pt x="287596" y="5872755"/>
                  </a:lnTo>
                  <a:lnTo>
                    <a:pt x="287721" y="5872755"/>
                  </a:lnTo>
                  <a:lnTo>
                    <a:pt x="287846" y="5872755"/>
                  </a:lnTo>
                  <a:lnTo>
                    <a:pt x="287971" y="5872755"/>
                  </a:lnTo>
                  <a:lnTo>
                    <a:pt x="288096" y="5872755"/>
                  </a:lnTo>
                  <a:lnTo>
                    <a:pt x="288221" y="5872755"/>
                  </a:lnTo>
                  <a:lnTo>
                    <a:pt x="288346" y="5872755"/>
                  </a:lnTo>
                  <a:lnTo>
                    <a:pt x="288471" y="5872755"/>
                  </a:lnTo>
                  <a:lnTo>
                    <a:pt x="288596" y="5872755"/>
                  </a:lnTo>
                  <a:lnTo>
                    <a:pt x="288721" y="5872755"/>
                  </a:lnTo>
                  <a:lnTo>
                    <a:pt x="288846" y="5872755"/>
                  </a:lnTo>
                  <a:lnTo>
                    <a:pt x="288971" y="5872755"/>
                  </a:lnTo>
                  <a:lnTo>
                    <a:pt x="289096" y="5872755"/>
                  </a:lnTo>
                  <a:lnTo>
                    <a:pt x="289221" y="5872755"/>
                  </a:lnTo>
                  <a:lnTo>
                    <a:pt x="289346" y="5872755"/>
                  </a:lnTo>
                  <a:lnTo>
                    <a:pt x="289471" y="5872755"/>
                  </a:lnTo>
                  <a:lnTo>
                    <a:pt x="289596" y="5872755"/>
                  </a:lnTo>
                  <a:lnTo>
                    <a:pt x="289721" y="5872755"/>
                  </a:lnTo>
                  <a:lnTo>
                    <a:pt x="289846" y="5872755"/>
                  </a:lnTo>
                  <a:lnTo>
                    <a:pt x="289971" y="5872755"/>
                  </a:lnTo>
                  <a:lnTo>
                    <a:pt x="290096" y="5872755"/>
                  </a:lnTo>
                  <a:lnTo>
                    <a:pt x="290222" y="5872755"/>
                  </a:lnTo>
                  <a:lnTo>
                    <a:pt x="290347" y="5872755"/>
                  </a:lnTo>
                  <a:lnTo>
                    <a:pt x="290472" y="5872755"/>
                  </a:lnTo>
                  <a:lnTo>
                    <a:pt x="290597" y="5872755"/>
                  </a:lnTo>
                  <a:lnTo>
                    <a:pt x="290722" y="5872755"/>
                  </a:lnTo>
                  <a:lnTo>
                    <a:pt x="290847" y="5872755"/>
                  </a:lnTo>
                  <a:lnTo>
                    <a:pt x="290972" y="5872755"/>
                  </a:lnTo>
                  <a:lnTo>
                    <a:pt x="291097" y="5872755"/>
                  </a:lnTo>
                  <a:lnTo>
                    <a:pt x="291222" y="5872755"/>
                  </a:lnTo>
                  <a:lnTo>
                    <a:pt x="291347" y="5872755"/>
                  </a:lnTo>
                  <a:lnTo>
                    <a:pt x="291472" y="5872755"/>
                  </a:lnTo>
                  <a:lnTo>
                    <a:pt x="291597" y="5872755"/>
                  </a:lnTo>
                  <a:lnTo>
                    <a:pt x="291722" y="5872755"/>
                  </a:lnTo>
                  <a:lnTo>
                    <a:pt x="291847" y="5872755"/>
                  </a:lnTo>
                  <a:lnTo>
                    <a:pt x="291972" y="5872755"/>
                  </a:lnTo>
                  <a:lnTo>
                    <a:pt x="292097" y="5872755"/>
                  </a:lnTo>
                  <a:lnTo>
                    <a:pt x="292222" y="5872755"/>
                  </a:lnTo>
                  <a:lnTo>
                    <a:pt x="292347" y="5872755"/>
                  </a:lnTo>
                  <a:lnTo>
                    <a:pt x="292472" y="5872755"/>
                  </a:lnTo>
                  <a:lnTo>
                    <a:pt x="292597" y="5872755"/>
                  </a:lnTo>
                  <a:lnTo>
                    <a:pt x="292722" y="5872755"/>
                  </a:lnTo>
                  <a:lnTo>
                    <a:pt x="292847" y="5872755"/>
                  </a:lnTo>
                  <a:lnTo>
                    <a:pt x="292972" y="5872755"/>
                  </a:lnTo>
                  <a:lnTo>
                    <a:pt x="293097" y="5872755"/>
                  </a:lnTo>
                  <a:lnTo>
                    <a:pt x="293223" y="5872755"/>
                  </a:lnTo>
                  <a:lnTo>
                    <a:pt x="293348" y="5872755"/>
                  </a:lnTo>
                  <a:lnTo>
                    <a:pt x="293473" y="5872755"/>
                  </a:lnTo>
                  <a:lnTo>
                    <a:pt x="293598" y="5872755"/>
                  </a:lnTo>
                  <a:lnTo>
                    <a:pt x="293723" y="5872755"/>
                  </a:lnTo>
                  <a:lnTo>
                    <a:pt x="293848" y="5872755"/>
                  </a:lnTo>
                  <a:lnTo>
                    <a:pt x="293973" y="5872755"/>
                  </a:lnTo>
                  <a:lnTo>
                    <a:pt x="294098" y="5872755"/>
                  </a:lnTo>
                  <a:lnTo>
                    <a:pt x="294223" y="5872755"/>
                  </a:lnTo>
                  <a:lnTo>
                    <a:pt x="294348" y="5872755"/>
                  </a:lnTo>
                  <a:lnTo>
                    <a:pt x="294473" y="5872755"/>
                  </a:lnTo>
                  <a:lnTo>
                    <a:pt x="294598" y="5872755"/>
                  </a:lnTo>
                  <a:lnTo>
                    <a:pt x="294723" y="5872755"/>
                  </a:lnTo>
                  <a:lnTo>
                    <a:pt x="294848" y="5872755"/>
                  </a:lnTo>
                  <a:lnTo>
                    <a:pt x="294973" y="5872755"/>
                  </a:lnTo>
                  <a:lnTo>
                    <a:pt x="295098" y="5872755"/>
                  </a:lnTo>
                  <a:lnTo>
                    <a:pt x="295223" y="5872755"/>
                  </a:lnTo>
                  <a:lnTo>
                    <a:pt x="295348" y="5872755"/>
                  </a:lnTo>
                  <a:lnTo>
                    <a:pt x="295473" y="5872755"/>
                  </a:lnTo>
                  <a:lnTo>
                    <a:pt x="295598" y="5872755"/>
                  </a:lnTo>
                  <a:lnTo>
                    <a:pt x="295723" y="5872755"/>
                  </a:lnTo>
                  <a:lnTo>
                    <a:pt x="295848" y="5872755"/>
                  </a:lnTo>
                  <a:lnTo>
                    <a:pt x="295973" y="5872755"/>
                  </a:lnTo>
                  <a:lnTo>
                    <a:pt x="296098" y="5872755"/>
                  </a:lnTo>
                  <a:lnTo>
                    <a:pt x="296224" y="5872755"/>
                  </a:lnTo>
                  <a:lnTo>
                    <a:pt x="296349" y="5872755"/>
                  </a:lnTo>
                  <a:lnTo>
                    <a:pt x="296474" y="5872755"/>
                  </a:lnTo>
                  <a:lnTo>
                    <a:pt x="296599" y="5872755"/>
                  </a:lnTo>
                  <a:lnTo>
                    <a:pt x="296724" y="5872755"/>
                  </a:lnTo>
                  <a:lnTo>
                    <a:pt x="296849" y="5872755"/>
                  </a:lnTo>
                  <a:lnTo>
                    <a:pt x="296974" y="5872755"/>
                  </a:lnTo>
                  <a:lnTo>
                    <a:pt x="297099" y="5872755"/>
                  </a:lnTo>
                  <a:lnTo>
                    <a:pt x="297224" y="5872755"/>
                  </a:lnTo>
                  <a:lnTo>
                    <a:pt x="297349" y="5872755"/>
                  </a:lnTo>
                  <a:lnTo>
                    <a:pt x="297474" y="5872755"/>
                  </a:lnTo>
                  <a:lnTo>
                    <a:pt x="297599" y="5872755"/>
                  </a:lnTo>
                  <a:lnTo>
                    <a:pt x="297724" y="5872755"/>
                  </a:lnTo>
                  <a:lnTo>
                    <a:pt x="297849" y="5872755"/>
                  </a:lnTo>
                  <a:lnTo>
                    <a:pt x="297974" y="5872755"/>
                  </a:lnTo>
                  <a:lnTo>
                    <a:pt x="298099" y="5872755"/>
                  </a:lnTo>
                  <a:lnTo>
                    <a:pt x="298224" y="5872755"/>
                  </a:lnTo>
                  <a:lnTo>
                    <a:pt x="298349" y="5872755"/>
                  </a:lnTo>
                  <a:lnTo>
                    <a:pt x="298474" y="5872755"/>
                  </a:lnTo>
                  <a:lnTo>
                    <a:pt x="298599" y="5872755"/>
                  </a:lnTo>
                  <a:lnTo>
                    <a:pt x="298724" y="5872755"/>
                  </a:lnTo>
                  <a:lnTo>
                    <a:pt x="298849" y="5872755"/>
                  </a:lnTo>
                  <a:lnTo>
                    <a:pt x="298974" y="5872755"/>
                  </a:lnTo>
                  <a:lnTo>
                    <a:pt x="299099" y="5872755"/>
                  </a:lnTo>
                  <a:lnTo>
                    <a:pt x="299225" y="5872755"/>
                  </a:lnTo>
                  <a:lnTo>
                    <a:pt x="299350" y="5872755"/>
                  </a:lnTo>
                  <a:lnTo>
                    <a:pt x="299475" y="5872755"/>
                  </a:lnTo>
                  <a:lnTo>
                    <a:pt x="299600" y="5872755"/>
                  </a:lnTo>
                  <a:lnTo>
                    <a:pt x="299725" y="5872755"/>
                  </a:lnTo>
                  <a:lnTo>
                    <a:pt x="299850" y="5872755"/>
                  </a:lnTo>
                  <a:lnTo>
                    <a:pt x="299975" y="5872755"/>
                  </a:lnTo>
                  <a:lnTo>
                    <a:pt x="300100" y="5872755"/>
                  </a:lnTo>
                  <a:lnTo>
                    <a:pt x="300225" y="5872755"/>
                  </a:lnTo>
                  <a:lnTo>
                    <a:pt x="300350" y="5872755"/>
                  </a:lnTo>
                  <a:lnTo>
                    <a:pt x="300475" y="5872755"/>
                  </a:lnTo>
                  <a:lnTo>
                    <a:pt x="300600" y="5872755"/>
                  </a:lnTo>
                  <a:lnTo>
                    <a:pt x="300725" y="5872755"/>
                  </a:lnTo>
                  <a:lnTo>
                    <a:pt x="300850" y="5872755"/>
                  </a:lnTo>
                  <a:lnTo>
                    <a:pt x="300975" y="5872755"/>
                  </a:lnTo>
                  <a:lnTo>
                    <a:pt x="301100" y="5872755"/>
                  </a:lnTo>
                  <a:lnTo>
                    <a:pt x="301225" y="5872755"/>
                  </a:lnTo>
                  <a:lnTo>
                    <a:pt x="301350" y="5872755"/>
                  </a:lnTo>
                  <a:lnTo>
                    <a:pt x="301475" y="5872755"/>
                  </a:lnTo>
                  <a:lnTo>
                    <a:pt x="301600" y="5872755"/>
                  </a:lnTo>
                  <a:lnTo>
                    <a:pt x="301725" y="5872755"/>
                  </a:lnTo>
                  <a:lnTo>
                    <a:pt x="301850" y="5872755"/>
                  </a:lnTo>
                  <a:lnTo>
                    <a:pt x="301975" y="5872755"/>
                  </a:lnTo>
                  <a:lnTo>
                    <a:pt x="302100" y="5872755"/>
                  </a:lnTo>
                  <a:lnTo>
                    <a:pt x="302226" y="5872755"/>
                  </a:lnTo>
                  <a:lnTo>
                    <a:pt x="302351" y="5872755"/>
                  </a:lnTo>
                  <a:lnTo>
                    <a:pt x="302476" y="5872755"/>
                  </a:lnTo>
                  <a:lnTo>
                    <a:pt x="302601" y="5872755"/>
                  </a:lnTo>
                  <a:lnTo>
                    <a:pt x="302726" y="5872755"/>
                  </a:lnTo>
                  <a:lnTo>
                    <a:pt x="302851" y="5872755"/>
                  </a:lnTo>
                  <a:lnTo>
                    <a:pt x="302976" y="5872755"/>
                  </a:lnTo>
                  <a:lnTo>
                    <a:pt x="303101" y="5872755"/>
                  </a:lnTo>
                  <a:lnTo>
                    <a:pt x="303226" y="5872755"/>
                  </a:lnTo>
                  <a:lnTo>
                    <a:pt x="303351" y="5872755"/>
                  </a:lnTo>
                  <a:lnTo>
                    <a:pt x="303476" y="5872755"/>
                  </a:lnTo>
                  <a:lnTo>
                    <a:pt x="303601" y="5872755"/>
                  </a:lnTo>
                  <a:lnTo>
                    <a:pt x="303726" y="5872755"/>
                  </a:lnTo>
                  <a:lnTo>
                    <a:pt x="303726" y="5862801"/>
                  </a:lnTo>
                  <a:lnTo>
                    <a:pt x="303851" y="5862801"/>
                  </a:lnTo>
                  <a:lnTo>
                    <a:pt x="303976" y="5862801"/>
                  </a:lnTo>
                  <a:lnTo>
                    <a:pt x="304101" y="5862801"/>
                  </a:lnTo>
                  <a:lnTo>
                    <a:pt x="304226" y="5862801"/>
                  </a:lnTo>
                  <a:lnTo>
                    <a:pt x="304351" y="5862801"/>
                  </a:lnTo>
                  <a:lnTo>
                    <a:pt x="304476" y="5862801"/>
                  </a:lnTo>
                  <a:lnTo>
                    <a:pt x="304601" y="5862801"/>
                  </a:lnTo>
                  <a:lnTo>
                    <a:pt x="304726" y="5862801"/>
                  </a:lnTo>
                  <a:lnTo>
                    <a:pt x="304851" y="5862801"/>
                  </a:lnTo>
                  <a:lnTo>
                    <a:pt x="304976" y="5862801"/>
                  </a:lnTo>
                  <a:lnTo>
                    <a:pt x="305101" y="5862801"/>
                  </a:lnTo>
                  <a:lnTo>
                    <a:pt x="305227" y="5862801"/>
                  </a:lnTo>
                  <a:lnTo>
                    <a:pt x="305352" y="5862801"/>
                  </a:lnTo>
                  <a:lnTo>
                    <a:pt x="305477" y="5862801"/>
                  </a:lnTo>
                  <a:lnTo>
                    <a:pt x="305602" y="5862801"/>
                  </a:lnTo>
                  <a:lnTo>
                    <a:pt x="305727" y="5862801"/>
                  </a:lnTo>
                  <a:lnTo>
                    <a:pt x="305852" y="5862801"/>
                  </a:lnTo>
                  <a:lnTo>
                    <a:pt x="305977" y="5862801"/>
                  </a:lnTo>
                  <a:lnTo>
                    <a:pt x="306102" y="5862801"/>
                  </a:lnTo>
                  <a:lnTo>
                    <a:pt x="306227" y="5862801"/>
                  </a:lnTo>
                  <a:lnTo>
                    <a:pt x="306352" y="5862801"/>
                  </a:lnTo>
                  <a:lnTo>
                    <a:pt x="306477" y="5862801"/>
                  </a:lnTo>
                  <a:lnTo>
                    <a:pt x="306602" y="5862801"/>
                  </a:lnTo>
                  <a:lnTo>
                    <a:pt x="306727" y="5862801"/>
                  </a:lnTo>
                  <a:lnTo>
                    <a:pt x="306852" y="5862801"/>
                  </a:lnTo>
                  <a:lnTo>
                    <a:pt x="306977" y="5862801"/>
                  </a:lnTo>
                  <a:lnTo>
                    <a:pt x="307102" y="5862801"/>
                  </a:lnTo>
                  <a:lnTo>
                    <a:pt x="307227" y="5862801"/>
                  </a:lnTo>
                  <a:lnTo>
                    <a:pt x="307352" y="5862801"/>
                  </a:lnTo>
                  <a:lnTo>
                    <a:pt x="307477" y="5862801"/>
                  </a:lnTo>
                  <a:lnTo>
                    <a:pt x="307602" y="5862801"/>
                  </a:lnTo>
                  <a:lnTo>
                    <a:pt x="307727" y="5862801"/>
                  </a:lnTo>
                  <a:lnTo>
                    <a:pt x="307852" y="5862801"/>
                  </a:lnTo>
                  <a:lnTo>
                    <a:pt x="307977" y="5862801"/>
                  </a:lnTo>
                  <a:lnTo>
                    <a:pt x="308102" y="5862801"/>
                  </a:lnTo>
                  <a:lnTo>
                    <a:pt x="308228" y="5862801"/>
                  </a:lnTo>
                  <a:lnTo>
                    <a:pt x="308353" y="5862801"/>
                  </a:lnTo>
                  <a:lnTo>
                    <a:pt x="308478" y="5862801"/>
                  </a:lnTo>
                  <a:lnTo>
                    <a:pt x="308603" y="5862801"/>
                  </a:lnTo>
                  <a:lnTo>
                    <a:pt x="308728" y="5862801"/>
                  </a:lnTo>
                  <a:lnTo>
                    <a:pt x="308853" y="5862801"/>
                  </a:lnTo>
                  <a:lnTo>
                    <a:pt x="308978" y="5862801"/>
                  </a:lnTo>
                  <a:lnTo>
                    <a:pt x="309103" y="5862801"/>
                  </a:lnTo>
                  <a:lnTo>
                    <a:pt x="309228" y="5862801"/>
                  </a:lnTo>
                  <a:lnTo>
                    <a:pt x="309353" y="5862801"/>
                  </a:lnTo>
                  <a:lnTo>
                    <a:pt x="309478" y="5862801"/>
                  </a:lnTo>
                  <a:lnTo>
                    <a:pt x="309603" y="5862801"/>
                  </a:lnTo>
                  <a:lnTo>
                    <a:pt x="309728" y="5862801"/>
                  </a:lnTo>
                  <a:lnTo>
                    <a:pt x="309853" y="5862801"/>
                  </a:lnTo>
                  <a:lnTo>
                    <a:pt x="309978" y="5862801"/>
                  </a:lnTo>
                  <a:lnTo>
                    <a:pt x="309978" y="5852847"/>
                  </a:lnTo>
                  <a:lnTo>
                    <a:pt x="310103" y="5852847"/>
                  </a:lnTo>
                  <a:lnTo>
                    <a:pt x="310228" y="5852847"/>
                  </a:lnTo>
                  <a:lnTo>
                    <a:pt x="310353" y="5852847"/>
                  </a:lnTo>
                  <a:lnTo>
                    <a:pt x="310478" y="5852847"/>
                  </a:lnTo>
                  <a:lnTo>
                    <a:pt x="310603" y="5852847"/>
                  </a:lnTo>
                  <a:lnTo>
                    <a:pt x="310728" y="5852847"/>
                  </a:lnTo>
                  <a:lnTo>
                    <a:pt x="310728" y="5842893"/>
                  </a:lnTo>
                  <a:lnTo>
                    <a:pt x="310853" y="5842893"/>
                  </a:lnTo>
                  <a:lnTo>
                    <a:pt x="310978" y="5842893"/>
                  </a:lnTo>
                  <a:lnTo>
                    <a:pt x="311104" y="5842893"/>
                  </a:lnTo>
                  <a:lnTo>
                    <a:pt x="311229" y="5842893"/>
                  </a:lnTo>
                  <a:lnTo>
                    <a:pt x="311354" y="5842893"/>
                  </a:lnTo>
                  <a:lnTo>
                    <a:pt x="311479" y="5842893"/>
                  </a:lnTo>
                  <a:lnTo>
                    <a:pt x="311604" y="5842893"/>
                  </a:lnTo>
                  <a:lnTo>
                    <a:pt x="311729" y="5842893"/>
                  </a:lnTo>
                  <a:lnTo>
                    <a:pt x="311854" y="5842893"/>
                  </a:lnTo>
                  <a:lnTo>
                    <a:pt x="311979" y="5842893"/>
                  </a:lnTo>
                  <a:lnTo>
                    <a:pt x="312104" y="5842893"/>
                  </a:lnTo>
                  <a:lnTo>
                    <a:pt x="312229" y="5842893"/>
                  </a:lnTo>
                  <a:lnTo>
                    <a:pt x="312354" y="5842893"/>
                  </a:lnTo>
                  <a:lnTo>
                    <a:pt x="312479" y="5842893"/>
                  </a:lnTo>
                  <a:lnTo>
                    <a:pt x="312604" y="5842893"/>
                  </a:lnTo>
                  <a:lnTo>
                    <a:pt x="312729" y="5842893"/>
                  </a:lnTo>
                  <a:lnTo>
                    <a:pt x="312854" y="5842893"/>
                  </a:lnTo>
                  <a:lnTo>
                    <a:pt x="312979" y="5842893"/>
                  </a:lnTo>
                  <a:lnTo>
                    <a:pt x="313104" y="5842893"/>
                  </a:lnTo>
                  <a:lnTo>
                    <a:pt x="313229" y="5842893"/>
                  </a:lnTo>
                  <a:lnTo>
                    <a:pt x="313354" y="5842893"/>
                  </a:lnTo>
                  <a:lnTo>
                    <a:pt x="313479" y="5842893"/>
                  </a:lnTo>
                  <a:lnTo>
                    <a:pt x="313604" y="5842893"/>
                  </a:lnTo>
                  <a:lnTo>
                    <a:pt x="313729" y="5842893"/>
                  </a:lnTo>
                  <a:lnTo>
                    <a:pt x="313854" y="5842893"/>
                  </a:lnTo>
                  <a:lnTo>
                    <a:pt x="313979" y="5842893"/>
                  </a:lnTo>
                  <a:lnTo>
                    <a:pt x="314105" y="5842893"/>
                  </a:lnTo>
                  <a:lnTo>
                    <a:pt x="314230" y="5842893"/>
                  </a:lnTo>
                  <a:lnTo>
                    <a:pt x="314230" y="5832940"/>
                  </a:lnTo>
                  <a:lnTo>
                    <a:pt x="314355" y="5832940"/>
                  </a:lnTo>
                  <a:lnTo>
                    <a:pt x="314480" y="5832940"/>
                  </a:lnTo>
                  <a:lnTo>
                    <a:pt x="314605" y="5832940"/>
                  </a:lnTo>
                  <a:lnTo>
                    <a:pt x="314730" y="5832940"/>
                  </a:lnTo>
                  <a:lnTo>
                    <a:pt x="314855" y="5832940"/>
                  </a:lnTo>
                  <a:lnTo>
                    <a:pt x="314980" y="5832940"/>
                  </a:lnTo>
                  <a:lnTo>
                    <a:pt x="315105" y="5832940"/>
                  </a:lnTo>
                  <a:lnTo>
                    <a:pt x="315230" y="5832940"/>
                  </a:lnTo>
                  <a:lnTo>
                    <a:pt x="315355" y="5832940"/>
                  </a:lnTo>
                  <a:lnTo>
                    <a:pt x="315480" y="5832940"/>
                  </a:lnTo>
                  <a:lnTo>
                    <a:pt x="315605" y="5832940"/>
                  </a:lnTo>
                  <a:lnTo>
                    <a:pt x="315730" y="5832940"/>
                  </a:lnTo>
                  <a:lnTo>
                    <a:pt x="315855" y="5832940"/>
                  </a:lnTo>
                  <a:lnTo>
                    <a:pt x="315980" y="5832940"/>
                  </a:lnTo>
                  <a:lnTo>
                    <a:pt x="316105" y="5832940"/>
                  </a:lnTo>
                  <a:lnTo>
                    <a:pt x="316230" y="5832940"/>
                  </a:lnTo>
                  <a:lnTo>
                    <a:pt x="316355" y="5832940"/>
                  </a:lnTo>
                  <a:lnTo>
                    <a:pt x="316480" y="5832940"/>
                  </a:lnTo>
                  <a:lnTo>
                    <a:pt x="316605" y="5832940"/>
                  </a:lnTo>
                  <a:lnTo>
                    <a:pt x="316730" y="5832940"/>
                  </a:lnTo>
                  <a:lnTo>
                    <a:pt x="316855" y="5832940"/>
                  </a:lnTo>
                  <a:lnTo>
                    <a:pt x="316980" y="5832940"/>
                  </a:lnTo>
                  <a:lnTo>
                    <a:pt x="317106" y="5832940"/>
                  </a:lnTo>
                  <a:lnTo>
                    <a:pt x="317231" y="5832940"/>
                  </a:lnTo>
                  <a:lnTo>
                    <a:pt x="317356" y="5832940"/>
                  </a:lnTo>
                  <a:lnTo>
                    <a:pt x="317481" y="5832940"/>
                  </a:lnTo>
                  <a:lnTo>
                    <a:pt x="317606" y="5832940"/>
                  </a:lnTo>
                  <a:lnTo>
                    <a:pt x="317731" y="5832940"/>
                  </a:lnTo>
                  <a:lnTo>
                    <a:pt x="317856" y="5832940"/>
                  </a:lnTo>
                  <a:lnTo>
                    <a:pt x="317981" y="5832940"/>
                  </a:lnTo>
                  <a:lnTo>
                    <a:pt x="318106" y="5832940"/>
                  </a:lnTo>
                  <a:lnTo>
                    <a:pt x="318231" y="5832940"/>
                  </a:lnTo>
                  <a:lnTo>
                    <a:pt x="318356" y="5832940"/>
                  </a:lnTo>
                  <a:lnTo>
                    <a:pt x="318481" y="5832940"/>
                  </a:lnTo>
                  <a:lnTo>
                    <a:pt x="318606" y="5832940"/>
                  </a:lnTo>
                  <a:lnTo>
                    <a:pt x="318731" y="5832940"/>
                  </a:lnTo>
                  <a:lnTo>
                    <a:pt x="318731" y="5822986"/>
                  </a:lnTo>
                  <a:lnTo>
                    <a:pt x="318856" y="5822986"/>
                  </a:lnTo>
                  <a:lnTo>
                    <a:pt x="318981" y="5822986"/>
                  </a:lnTo>
                  <a:lnTo>
                    <a:pt x="319106" y="5822986"/>
                  </a:lnTo>
                  <a:lnTo>
                    <a:pt x="319231" y="5822986"/>
                  </a:lnTo>
                  <a:lnTo>
                    <a:pt x="319356" y="5822986"/>
                  </a:lnTo>
                  <a:lnTo>
                    <a:pt x="319481" y="5822986"/>
                  </a:lnTo>
                  <a:lnTo>
                    <a:pt x="319606" y="5822986"/>
                  </a:lnTo>
                  <a:lnTo>
                    <a:pt x="319731" y="5822986"/>
                  </a:lnTo>
                  <a:lnTo>
                    <a:pt x="319856" y="5822986"/>
                  </a:lnTo>
                  <a:lnTo>
                    <a:pt x="319981" y="5822986"/>
                  </a:lnTo>
                  <a:lnTo>
                    <a:pt x="320107" y="5822986"/>
                  </a:lnTo>
                  <a:lnTo>
                    <a:pt x="320232" y="5822986"/>
                  </a:lnTo>
                  <a:lnTo>
                    <a:pt x="320357" y="5822986"/>
                  </a:lnTo>
                  <a:lnTo>
                    <a:pt x="320482" y="5822986"/>
                  </a:lnTo>
                  <a:lnTo>
                    <a:pt x="320607" y="5822986"/>
                  </a:lnTo>
                  <a:lnTo>
                    <a:pt x="320732" y="5822986"/>
                  </a:lnTo>
                  <a:lnTo>
                    <a:pt x="320857" y="5822986"/>
                  </a:lnTo>
                  <a:lnTo>
                    <a:pt x="320982" y="5822986"/>
                  </a:lnTo>
                  <a:lnTo>
                    <a:pt x="321107" y="5822986"/>
                  </a:lnTo>
                  <a:lnTo>
                    <a:pt x="321232" y="5822986"/>
                  </a:lnTo>
                  <a:lnTo>
                    <a:pt x="321357" y="5822986"/>
                  </a:lnTo>
                  <a:lnTo>
                    <a:pt x="321357" y="5813032"/>
                  </a:lnTo>
                  <a:lnTo>
                    <a:pt x="321482" y="5813032"/>
                  </a:lnTo>
                  <a:lnTo>
                    <a:pt x="321607" y="5813032"/>
                  </a:lnTo>
                  <a:lnTo>
                    <a:pt x="321732" y="5813032"/>
                  </a:lnTo>
                  <a:lnTo>
                    <a:pt x="321857" y="5813032"/>
                  </a:lnTo>
                  <a:lnTo>
                    <a:pt x="321982" y="5813032"/>
                  </a:lnTo>
                  <a:lnTo>
                    <a:pt x="322107" y="5813032"/>
                  </a:lnTo>
                  <a:lnTo>
                    <a:pt x="322232" y="5813032"/>
                  </a:lnTo>
                  <a:lnTo>
                    <a:pt x="322357" y="5813032"/>
                  </a:lnTo>
                  <a:lnTo>
                    <a:pt x="322357" y="5803078"/>
                  </a:lnTo>
                  <a:lnTo>
                    <a:pt x="322482" y="5803078"/>
                  </a:lnTo>
                  <a:lnTo>
                    <a:pt x="322607" y="5803078"/>
                  </a:lnTo>
                  <a:lnTo>
                    <a:pt x="322732" y="5803078"/>
                  </a:lnTo>
                  <a:lnTo>
                    <a:pt x="322857" y="5803078"/>
                  </a:lnTo>
                  <a:lnTo>
                    <a:pt x="322982" y="5803078"/>
                  </a:lnTo>
                  <a:lnTo>
                    <a:pt x="323108" y="5803078"/>
                  </a:lnTo>
                  <a:lnTo>
                    <a:pt x="323233" y="5803078"/>
                  </a:lnTo>
                  <a:lnTo>
                    <a:pt x="323358" y="5803078"/>
                  </a:lnTo>
                  <a:lnTo>
                    <a:pt x="323483" y="5803078"/>
                  </a:lnTo>
                  <a:lnTo>
                    <a:pt x="323608" y="5803078"/>
                  </a:lnTo>
                  <a:lnTo>
                    <a:pt x="323733" y="5803078"/>
                  </a:lnTo>
                  <a:lnTo>
                    <a:pt x="323858" y="5803078"/>
                  </a:lnTo>
                  <a:lnTo>
                    <a:pt x="323983" y="5803078"/>
                  </a:lnTo>
                  <a:lnTo>
                    <a:pt x="324108" y="5803078"/>
                  </a:lnTo>
                  <a:lnTo>
                    <a:pt x="324233" y="5803078"/>
                  </a:lnTo>
                  <a:lnTo>
                    <a:pt x="324358" y="5803078"/>
                  </a:lnTo>
                  <a:lnTo>
                    <a:pt x="324483" y="5803078"/>
                  </a:lnTo>
                  <a:lnTo>
                    <a:pt x="324608" y="5803078"/>
                  </a:lnTo>
                  <a:lnTo>
                    <a:pt x="324733" y="5803078"/>
                  </a:lnTo>
                  <a:lnTo>
                    <a:pt x="324858" y="5803078"/>
                  </a:lnTo>
                  <a:lnTo>
                    <a:pt x="324983" y="5803078"/>
                  </a:lnTo>
                  <a:lnTo>
                    <a:pt x="325108" y="5803078"/>
                  </a:lnTo>
                  <a:lnTo>
                    <a:pt x="325233" y="5803078"/>
                  </a:lnTo>
                  <a:lnTo>
                    <a:pt x="325358" y="5803078"/>
                  </a:lnTo>
                  <a:lnTo>
                    <a:pt x="325483" y="5803078"/>
                  </a:lnTo>
                  <a:lnTo>
                    <a:pt x="325608" y="5803078"/>
                  </a:lnTo>
                  <a:lnTo>
                    <a:pt x="325733" y="5803078"/>
                  </a:lnTo>
                  <a:lnTo>
                    <a:pt x="325858" y="5803078"/>
                  </a:lnTo>
                  <a:lnTo>
                    <a:pt x="325983" y="5803078"/>
                  </a:lnTo>
                  <a:lnTo>
                    <a:pt x="326109" y="5803078"/>
                  </a:lnTo>
                  <a:lnTo>
                    <a:pt x="326234" y="5803078"/>
                  </a:lnTo>
                  <a:lnTo>
                    <a:pt x="326359" y="5803078"/>
                  </a:lnTo>
                  <a:lnTo>
                    <a:pt x="326484" y="5803078"/>
                  </a:lnTo>
                  <a:lnTo>
                    <a:pt x="326609" y="5803078"/>
                  </a:lnTo>
                  <a:lnTo>
                    <a:pt x="326734" y="5803078"/>
                  </a:lnTo>
                  <a:lnTo>
                    <a:pt x="326859" y="5803078"/>
                  </a:lnTo>
                  <a:lnTo>
                    <a:pt x="326984" y="5803078"/>
                  </a:lnTo>
                  <a:lnTo>
                    <a:pt x="327109" y="5803078"/>
                  </a:lnTo>
                  <a:lnTo>
                    <a:pt x="327234" y="5803078"/>
                  </a:lnTo>
                  <a:lnTo>
                    <a:pt x="327359" y="5803078"/>
                  </a:lnTo>
                  <a:lnTo>
                    <a:pt x="327484" y="5803078"/>
                  </a:lnTo>
                  <a:lnTo>
                    <a:pt x="327609" y="5803078"/>
                  </a:lnTo>
                  <a:lnTo>
                    <a:pt x="327734" y="5803078"/>
                  </a:lnTo>
                  <a:lnTo>
                    <a:pt x="327859" y="5803078"/>
                  </a:lnTo>
                  <a:lnTo>
                    <a:pt x="327984" y="5803078"/>
                  </a:lnTo>
                  <a:lnTo>
                    <a:pt x="328109" y="5803078"/>
                  </a:lnTo>
                  <a:lnTo>
                    <a:pt x="328234" y="5803078"/>
                  </a:lnTo>
                  <a:lnTo>
                    <a:pt x="328359" y="5803078"/>
                  </a:lnTo>
                  <a:lnTo>
                    <a:pt x="328359" y="5793124"/>
                  </a:lnTo>
                  <a:lnTo>
                    <a:pt x="328484" y="5793124"/>
                  </a:lnTo>
                  <a:lnTo>
                    <a:pt x="328609" y="5793124"/>
                  </a:lnTo>
                  <a:lnTo>
                    <a:pt x="328734" y="5793124"/>
                  </a:lnTo>
                  <a:lnTo>
                    <a:pt x="328859" y="5793124"/>
                  </a:lnTo>
                  <a:lnTo>
                    <a:pt x="328984" y="5793124"/>
                  </a:lnTo>
                  <a:lnTo>
                    <a:pt x="329110" y="5793124"/>
                  </a:lnTo>
                  <a:lnTo>
                    <a:pt x="329235" y="5793124"/>
                  </a:lnTo>
                  <a:lnTo>
                    <a:pt x="329360" y="5793124"/>
                  </a:lnTo>
                  <a:lnTo>
                    <a:pt x="329485" y="5793124"/>
                  </a:lnTo>
                  <a:lnTo>
                    <a:pt x="329610" y="5793124"/>
                  </a:lnTo>
                  <a:lnTo>
                    <a:pt x="329735" y="5793124"/>
                  </a:lnTo>
                  <a:lnTo>
                    <a:pt x="329860" y="5793124"/>
                  </a:lnTo>
                  <a:lnTo>
                    <a:pt x="329985" y="5793124"/>
                  </a:lnTo>
                  <a:lnTo>
                    <a:pt x="330110" y="5793124"/>
                  </a:lnTo>
                  <a:lnTo>
                    <a:pt x="330235" y="5793124"/>
                  </a:lnTo>
                  <a:lnTo>
                    <a:pt x="330360" y="5793124"/>
                  </a:lnTo>
                  <a:lnTo>
                    <a:pt x="330485" y="5793124"/>
                  </a:lnTo>
                  <a:lnTo>
                    <a:pt x="330610" y="5793124"/>
                  </a:lnTo>
                  <a:lnTo>
                    <a:pt x="330735" y="5793124"/>
                  </a:lnTo>
                  <a:lnTo>
                    <a:pt x="330860" y="5793124"/>
                  </a:lnTo>
                  <a:lnTo>
                    <a:pt x="330985" y="5793124"/>
                  </a:lnTo>
                  <a:lnTo>
                    <a:pt x="331110" y="5793124"/>
                  </a:lnTo>
                  <a:lnTo>
                    <a:pt x="331235" y="5793124"/>
                  </a:lnTo>
                  <a:lnTo>
                    <a:pt x="331360" y="5793124"/>
                  </a:lnTo>
                  <a:lnTo>
                    <a:pt x="331485" y="5793124"/>
                  </a:lnTo>
                  <a:lnTo>
                    <a:pt x="331610" y="5793124"/>
                  </a:lnTo>
                  <a:lnTo>
                    <a:pt x="331735" y="5793124"/>
                  </a:lnTo>
                  <a:lnTo>
                    <a:pt x="331860" y="5793124"/>
                  </a:lnTo>
                  <a:lnTo>
                    <a:pt x="331985" y="5793124"/>
                  </a:lnTo>
                  <a:lnTo>
                    <a:pt x="332111" y="5793124"/>
                  </a:lnTo>
                  <a:lnTo>
                    <a:pt x="332236" y="5793124"/>
                  </a:lnTo>
                  <a:lnTo>
                    <a:pt x="332361" y="5793124"/>
                  </a:lnTo>
                  <a:lnTo>
                    <a:pt x="332486" y="5793124"/>
                  </a:lnTo>
                  <a:lnTo>
                    <a:pt x="332611" y="5793124"/>
                  </a:lnTo>
                  <a:lnTo>
                    <a:pt x="332736" y="5793124"/>
                  </a:lnTo>
                  <a:lnTo>
                    <a:pt x="332861" y="5793124"/>
                  </a:lnTo>
                  <a:lnTo>
                    <a:pt x="332986" y="5793124"/>
                  </a:lnTo>
                  <a:lnTo>
                    <a:pt x="333111" y="5793124"/>
                  </a:lnTo>
                  <a:lnTo>
                    <a:pt x="333236" y="5793124"/>
                  </a:lnTo>
                  <a:lnTo>
                    <a:pt x="333361" y="5793124"/>
                  </a:lnTo>
                  <a:lnTo>
                    <a:pt x="333486" y="5793124"/>
                  </a:lnTo>
                  <a:lnTo>
                    <a:pt x="333611" y="5793124"/>
                  </a:lnTo>
                  <a:lnTo>
                    <a:pt x="333736" y="5793124"/>
                  </a:lnTo>
                  <a:lnTo>
                    <a:pt x="333861" y="5793124"/>
                  </a:lnTo>
                  <a:lnTo>
                    <a:pt x="333986" y="5793124"/>
                  </a:lnTo>
                  <a:lnTo>
                    <a:pt x="334111" y="5793124"/>
                  </a:lnTo>
                  <a:lnTo>
                    <a:pt x="334236" y="5793124"/>
                  </a:lnTo>
                  <a:lnTo>
                    <a:pt x="334361" y="5793124"/>
                  </a:lnTo>
                  <a:lnTo>
                    <a:pt x="334486" y="5793124"/>
                  </a:lnTo>
                  <a:lnTo>
                    <a:pt x="334611" y="5793124"/>
                  </a:lnTo>
                  <a:lnTo>
                    <a:pt x="334736" y="5793124"/>
                  </a:lnTo>
                  <a:lnTo>
                    <a:pt x="334861" y="5793124"/>
                  </a:lnTo>
                  <a:lnTo>
                    <a:pt x="334986" y="5793124"/>
                  </a:lnTo>
                  <a:lnTo>
                    <a:pt x="335112" y="5793124"/>
                  </a:lnTo>
                  <a:lnTo>
                    <a:pt x="335237" y="5793124"/>
                  </a:lnTo>
                  <a:lnTo>
                    <a:pt x="335362" y="5793124"/>
                  </a:lnTo>
                  <a:lnTo>
                    <a:pt x="335487" y="5793124"/>
                  </a:lnTo>
                  <a:lnTo>
                    <a:pt x="335612" y="5793124"/>
                  </a:lnTo>
                  <a:lnTo>
                    <a:pt x="335737" y="5793124"/>
                  </a:lnTo>
                  <a:lnTo>
                    <a:pt x="335862" y="5793124"/>
                  </a:lnTo>
                  <a:lnTo>
                    <a:pt x="335987" y="5793124"/>
                  </a:lnTo>
                  <a:lnTo>
                    <a:pt x="336112" y="5793124"/>
                  </a:lnTo>
                  <a:lnTo>
                    <a:pt x="336237" y="5793124"/>
                  </a:lnTo>
                  <a:lnTo>
                    <a:pt x="336362" y="5793124"/>
                  </a:lnTo>
                  <a:lnTo>
                    <a:pt x="336487" y="5793124"/>
                  </a:lnTo>
                  <a:lnTo>
                    <a:pt x="336612" y="5793124"/>
                  </a:lnTo>
                  <a:lnTo>
                    <a:pt x="336737" y="5793124"/>
                  </a:lnTo>
                  <a:lnTo>
                    <a:pt x="336862" y="5793124"/>
                  </a:lnTo>
                  <a:lnTo>
                    <a:pt x="336987" y="5793124"/>
                  </a:lnTo>
                  <a:lnTo>
                    <a:pt x="337112" y="5793124"/>
                  </a:lnTo>
                  <a:lnTo>
                    <a:pt x="337237" y="5793124"/>
                  </a:lnTo>
                  <a:lnTo>
                    <a:pt x="337362" y="5793124"/>
                  </a:lnTo>
                  <a:lnTo>
                    <a:pt x="337487" y="5793124"/>
                  </a:lnTo>
                  <a:lnTo>
                    <a:pt x="337612" y="5793124"/>
                  </a:lnTo>
                  <a:lnTo>
                    <a:pt x="337737" y="5793124"/>
                  </a:lnTo>
                  <a:lnTo>
                    <a:pt x="337862" y="5793124"/>
                  </a:lnTo>
                  <a:lnTo>
                    <a:pt x="337987" y="5793124"/>
                  </a:lnTo>
                  <a:lnTo>
                    <a:pt x="337987" y="5783170"/>
                  </a:lnTo>
                  <a:lnTo>
                    <a:pt x="338113" y="5783170"/>
                  </a:lnTo>
                  <a:lnTo>
                    <a:pt x="338238" y="5783170"/>
                  </a:lnTo>
                  <a:lnTo>
                    <a:pt x="338363" y="5783170"/>
                  </a:lnTo>
                  <a:lnTo>
                    <a:pt x="338488" y="5783170"/>
                  </a:lnTo>
                  <a:lnTo>
                    <a:pt x="338613" y="5783170"/>
                  </a:lnTo>
                  <a:lnTo>
                    <a:pt x="338738" y="5783170"/>
                  </a:lnTo>
                  <a:lnTo>
                    <a:pt x="338863" y="5783170"/>
                  </a:lnTo>
                  <a:lnTo>
                    <a:pt x="338988" y="5783170"/>
                  </a:lnTo>
                  <a:lnTo>
                    <a:pt x="339113" y="5783170"/>
                  </a:lnTo>
                  <a:lnTo>
                    <a:pt x="339238" y="5783170"/>
                  </a:lnTo>
                  <a:lnTo>
                    <a:pt x="339363" y="5783170"/>
                  </a:lnTo>
                  <a:lnTo>
                    <a:pt x="339488" y="5783170"/>
                  </a:lnTo>
                  <a:lnTo>
                    <a:pt x="339613" y="5783170"/>
                  </a:lnTo>
                  <a:lnTo>
                    <a:pt x="339738" y="5783170"/>
                  </a:lnTo>
                  <a:lnTo>
                    <a:pt x="339863" y="5783170"/>
                  </a:lnTo>
                  <a:lnTo>
                    <a:pt x="339988" y="5783170"/>
                  </a:lnTo>
                  <a:lnTo>
                    <a:pt x="340113" y="5783170"/>
                  </a:lnTo>
                  <a:lnTo>
                    <a:pt x="340238" y="5783170"/>
                  </a:lnTo>
                  <a:lnTo>
                    <a:pt x="340363" y="5783170"/>
                  </a:lnTo>
                  <a:lnTo>
                    <a:pt x="340488" y="5783170"/>
                  </a:lnTo>
                  <a:lnTo>
                    <a:pt x="340613" y="5783170"/>
                  </a:lnTo>
                  <a:lnTo>
                    <a:pt x="340738" y="5783170"/>
                  </a:lnTo>
                  <a:lnTo>
                    <a:pt x="340863" y="5783170"/>
                  </a:lnTo>
                  <a:lnTo>
                    <a:pt x="340988" y="5783170"/>
                  </a:lnTo>
                  <a:lnTo>
                    <a:pt x="341114" y="5783170"/>
                  </a:lnTo>
                  <a:lnTo>
                    <a:pt x="341239" y="5783170"/>
                  </a:lnTo>
                  <a:lnTo>
                    <a:pt x="341364" y="5783170"/>
                  </a:lnTo>
                  <a:lnTo>
                    <a:pt x="341489" y="5783170"/>
                  </a:lnTo>
                  <a:lnTo>
                    <a:pt x="341614" y="5783170"/>
                  </a:lnTo>
                  <a:lnTo>
                    <a:pt x="341739" y="5783170"/>
                  </a:lnTo>
                  <a:lnTo>
                    <a:pt x="341864" y="5783170"/>
                  </a:lnTo>
                  <a:lnTo>
                    <a:pt x="341989" y="5783170"/>
                  </a:lnTo>
                  <a:lnTo>
                    <a:pt x="342114" y="5783170"/>
                  </a:lnTo>
                  <a:lnTo>
                    <a:pt x="342239" y="5783170"/>
                  </a:lnTo>
                  <a:lnTo>
                    <a:pt x="342364" y="5783170"/>
                  </a:lnTo>
                  <a:lnTo>
                    <a:pt x="342489" y="5783170"/>
                  </a:lnTo>
                  <a:lnTo>
                    <a:pt x="342614" y="5783170"/>
                  </a:lnTo>
                  <a:lnTo>
                    <a:pt x="342739" y="5783170"/>
                  </a:lnTo>
                  <a:lnTo>
                    <a:pt x="342864" y="5783170"/>
                  </a:lnTo>
                  <a:lnTo>
                    <a:pt x="342989" y="5783170"/>
                  </a:lnTo>
                  <a:lnTo>
                    <a:pt x="343114" y="5783170"/>
                  </a:lnTo>
                  <a:lnTo>
                    <a:pt x="343239" y="5783170"/>
                  </a:lnTo>
                  <a:lnTo>
                    <a:pt x="343364" y="5783170"/>
                  </a:lnTo>
                  <a:lnTo>
                    <a:pt x="343489" y="5783170"/>
                  </a:lnTo>
                  <a:lnTo>
                    <a:pt x="343614" y="5783170"/>
                  </a:lnTo>
                  <a:lnTo>
                    <a:pt x="343739" y="5783170"/>
                  </a:lnTo>
                  <a:lnTo>
                    <a:pt x="343864" y="5783170"/>
                  </a:lnTo>
                  <a:lnTo>
                    <a:pt x="343989" y="5783170"/>
                  </a:lnTo>
                  <a:lnTo>
                    <a:pt x="344115" y="5783170"/>
                  </a:lnTo>
                  <a:lnTo>
                    <a:pt x="344240" y="5783170"/>
                  </a:lnTo>
                  <a:lnTo>
                    <a:pt x="344365" y="5783170"/>
                  </a:lnTo>
                  <a:lnTo>
                    <a:pt x="344490" y="5783170"/>
                  </a:lnTo>
                  <a:lnTo>
                    <a:pt x="344615" y="5783170"/>
                  </a:lnTo>
                  <a:lnTo>
                    <a:pt x="344740" y="5783170"/>
                  </a:lnTo>
                  <a:lnTo>
                    <a:pt x="344865" y="5783170"/>
                  </a:lnTo>
                  <a:lnTo>
                    <a:pt x="344990" y="5783170"/>
                  </a:lnTo>
                  <a:lnTo>
                    <a:pt x="345115" y="5783170"/>
                  </a:lnTo>
                  <a:lnTo>
                    <a:pt x="345240" y="5783170"/>
                  </a:lnTo>
                  <a:lnTo>
                    <a:pt x="345365" y="5783170"/>
                  </a:lnTo>
                  <a:lnTo>
                    <a:pt x="345490" y="5783170"/>
                  </a:lnTo>
                  <a:lnTo>
                    <a:pt x="345615" y="5783170"/>
                  </a:lnTo>
                  <a:lnTo>
                    <a:pt x="345740" y="5783170"/>
                  </a:lnTo>
                  <a:lnTo>
                    <a:pt x="345865" y="5783170"/>
                  </a:lnTo>
                  <a:lnTo>
                    <a:pt x="345990" y="5783170"/>
                  </a:lnTo>
                  <a:lnTo>
                    <a:pt x="346115" y="5783170"/>
                  </a:lnTo>
                  <a:lnTo>
                    <a:pt x="346240" y="5783170"/>
                  </a:lnTo>
                  <a:lnTo>
                    <a:pt x="346365" y="5783170"/>
                  </a:lnTo>
                  <a:lnTo>
                    <a:pt x="346490" y="5783170"/>
                  </a:lnTo>
                  <a:lnTo>
                    <a:pt x="346615" y="5783170"/>
                  </a:lnTo>
                  <a:lnTo>
                    <a:pt x="346740" y="5783170"/>
                  </a:lnTo>
                  <a:lnTo>
                    <a:pt x="346865" y="5783170"/>
                  </a:lnTo>
                  <a:lnTo>
                    <a:pt x="346990" y="5783170"/>
                  </a:lnTo>
                  <a:lnTo>
                    <a:pt x="347116" y="5783170"/>
                  </a:lnTo>
                  <a:lnTo>
                    <a:pt x="347241" y="5783170"/>
                  </a:lnTo>
                  <a:lnTo>
                    <a:pt x="347366" y="5783170"/>
                  </a:lnTo>
                  <a:lnTo>
                    <a:pt x="347491" y="5783170"/>
                  </a:lnTo>
                  <a:lnTo>
                    <a:pt x="347616" y="5783170"/>
                  </a:lnTo>
                  <a:lnTo>
                    <a:pt x="347741" y="5783170"/>
                  </a:lnTo>
                  <a:lnTo>
                    <a:pt x="347866" y="5783170"/>
                  </a:lnTo>
                  <a:lnTo>
                    <a:pt x="347991" y="5783170"/>
                  </a:lnTo>
                  <a:lnTo>
                    <a:pt x="348116" y="5783170"/>
                  </a:lnTo>
                  <a:lnTo>
                    <a:pt x="348241" y="5783170"/>
                  </a:lnTo>
                  <a:lnTo>
                    <a:pt x="348366" y="5783170"/>
                  </a:lnTo>
                  <a:lnTo>
                    <a:pt x="348491" y="5783170"/>
                  </a:lnTo>
                  <a:lnTo>
                    <a:pt x="348616" y="5783170"/>
                  </a:lnTo>
                  <a:lnTo>
                    <a:pt x="348741" y="5783170"/>
                  </a:lnTo>
                  <a:lnTo>
                    <a:pt x="348866" y="5783170"/>
                  </a:lnTo>
                  <a:lnTo>
                    <a:pt x="348991" y="5783170"/>
                  </a:lnTo>
                  <a:lnTo>
                    <a:pt x="349116" y="5783170"/>
                  </a:lnTo>
                  <a:lnTo>
                    <a:pt x="349241" y="5783170"/>
                  </a:lnTo>
                  <a:lnTo>
                    <a:pt x="349366" y="5783170"/>
                  </a:lnTo>
                  <a:lnTo>
                    <a:pt x="349491" y="5783170"/>
                  </a:lnTo>
                  <a:lnTo>
                    <a:pt x="349616" y="5783170"/>
                  </a:lnTo>
                  <a:lnTo>
                    <a:pt x="349741" y="5783170"/>
                  </a:lnTo>
                  <a:lnTo>
                    <a:pt x="349866" y="5783170"/>
                  </a:lnTo>
                  <a:lnTo>
                    <a:pt x="349992" y="5783170"/>
                  </a:lnTo>
                  <a:lnTo>
                    <a:pt x="350117" y="5783170"/>
                  </a:lnTo>
                  <a:lnTo>
                    <a:pt x="350242" y="5783170"/>
                  </a:lnTo>
                  <a:lnTo>
                    <a:pt x="350367" y="5783170"/>
                  </a:lnTo>
                  <a:lnTo>
                    <a:pt x="350492" y="5783170"/>
                  </a:lnTo>
                  <a:lnTo>
                    <a:pt x="350617" y="5783170"/>
                  </a:lnTo>
                  <a:lnTo>
                    <a:pt x="350742" y="5783170"/>
                  </a:lnTo>
                  <a:lnTo>
                    <a:pt x="350867" y="5783170"/>
                  </a:lnTo>
                  <a:lnTo>
                    <a:pt x="350992" y="5783170"/>
                  </a:lnTo>
                  <a:lnTo>
                    <a:pt x="351117" y="5783170"/>
                  </a:lnTo>
                  <a:lnTo>
                    <a:pt x="351242" y="5783170"/>
                  </a:lnTo>
                  <a:lnTo>
                    <a:pt x="351367" y="5783170"/>
                  </a:lnTo>
                  <a:lnTo>
                    <a:pt x="351492" y="5783170"/>
                  </a:lnTo>
                  <a:lnTo>
                    <a:pt x="351617" y="5783170"/>
                  </a:lnTo>
                  <a:lnTo>
                    <a:pt x="351742" y="5783170"/>
                  </a:lnTo>
                  <a:lnTo>
                    <a:pt x="351867" y="5783170"/>
                  </a:lnTo>
                  <a:lnTo>
                    <a:pt x="351992" y="5783170"/>
                  </a:lnTo>
                  <a:lnTo>
                    <a:pt x="352117" y="5783170"/>
                  </a:lnTo>
                  <a:lnTo>
                    <a:pt x="352242" y="5783170"/>
                  </a:lnTo>
                  <a:lnTo>
                    <a:pt x="352367" y="5783170"/>
                  </a:lnTo>
                  <a:lnTo>
                    <a:pt x="352492" y="5783170"/>
                  </a:lnTo>
                  <a:lnTo>
                    <a:pt x="352617" y="5783170"/>
                  </a:lnTo>
                  <a:lnTo>
                    <a:pt x="352742" y="5783170"/>
                  </a:lnTo>
                  <a:lnTo>
                    <a:pt x="352867" y="5783170"/>
                  </a:lnTo>
                  <a:lnTo>
                    <a:pt x="352993" y="5783170"/>
                  </a:lnTo>
                  <a:lnTo>
                    <a:pt x="353118" y="5783170"/>
                  </a:lnTo>
                  <a:lnTo>
                    <a:pt x="353243" y="5783170"/>
                  </a:lnTo>
                  <a:lnTo>
                    <a:pt x="353368" y="5783170"/>
                  </a:lnTo>
                  <a:lnTo>
                    <a:pt x="353493" y="5783170"/>
                  </a:lnTo>
                  <a:lnTo>
                    <a:pt x="353618" y="5783170"/>
                  </a:lnTo>
                  <a:lnTo>
                    <a:pt x="353743" y="5783170"/>
                  </a:lnTo>
                  <a:lnTo>
                    <a:pt x="353868" y="5783170"/>
                  </a:lnTo>
                  <a:lnTo>
                    <a:pt x="353993" y="5783170"/>
                  </a:lnTo>
                  <a:lnTo>
                    <a:pt x="354118" y="5783170"/>
                  </a:lnTo>
                  <a:lnTo>
                    <a:pt x="354243" y="5783170"/>
                  </a:lnTo>
                  <a:lnTo>
                    <a:pt x="354368" y="5783170"/>
                  </a:lnTo>
                  <a:lnTo>
                    <a:pt x="354493" y="5783170"/>
                  </a:lnTo>
                  <a:lnTo>
                    <a:pt x="354618" y="5783170"/>
                  </a:lnTo>
                  <a:lnTo>
                    <a:pt x="354743" y="5783170"/>
                  </a:lnTo>
                  <a:lnTo>
                    <a:pt x="354868" y="5783170"/>
                  </a:lnTo>
                  <a:lnTo>
                    <a:pt x="354993" y="5783170"/>
                  </a:lnTo>
                  <a:lnTo>
                    <a:pt x="355118" y="5783170"/>
                  </a:lnTo>
                  <a:lnTo>
                    <a:pt x="355243" y="5783170"/>
                  </a:lnTo>
                  <a:lnTo>
                    <a:pt x="355368" y="5783170"/>
                  </a:lnTo>
                  <a:lnTo>
                    <a:pt x="355493" y="5783170"/>
                  </a:lnTo>
                  <a:lnTo>
                    <a:pt x="355493" y="5773217"/>
                  </a:lnTo>
                  <a:lnTo>
                    <a:pt x="355618" y="5773217"/>
                  </a:lnTo>
                  <a:lnTo>
                    <a:pt x="355743" y="5773217"/>
                  </a:lnTo>
                  <a:lnTo>
                    <a:pt x="355868" y="5773217"/>
                  </a:lnTo>
                  <a:lnTo>
                    <a:pt x="355994" y="5773217"/>
                  </a:lnTo>
                  <a:lnTo>
                    <a:pt x="356119" y="5773217"/>
                  </a:lnTo>
                  <a:lnTo>
                    <a:pt x="356244" y="5773217"/>
                  </a:lnTo>
                  <a:lnTo>
                    <a:pt x="356369" y="5773217"/>
                  </a:lnTo>
                  <a:lnTo>
                    <a:pt x="356494" y="5773217"/>
                  </a:lnTo>
                  <a:lnTo>
                    <a:pt x="356619" y="5773217"/>
                  </a:lnTo>
                  <a:lnTo>
                    <a:pt x="356744" y="5773217"/>
                  </a:lnTo>
                  <a:lnTo>
                    <a:pt x="356869" y="5773217"/>
                  </a:lnTo>
                  <a:lnTo>
                    <a:pt x="356994" y="5773217"/>
                  </a:lnTo>
                  <a:lnTo>
                    <a:pt x="357119" y="5773217"/>
                  </a:lnTo>
                  <a:lnTo>
                    <a:pt x="357244" y="5773217"/>
                  </a:lnTo>
                  <a:lnTo>
                    <a:pt x="357369" y="5773217"/>
                  </a:lnTo>
                  <a:lnTo>
                    <a:pt x="357494" y="5773217"/>
                  </a:lnTo>
                  <a:lnTo>
                    <a:pt x="357619" y="5773217"/>
                  </a:lnTo>
                  <a:lnTo>
                    <a:pt x="357744" y="5773217"/>
                  </a:lnTo>
                  <a:lnTo>
                    <a:pt x="357869" y="5773217"/>
                  </a:lnTo>
                  <a:lnTo>
                    <a:pt x="357994" y="5773217"/>
                  </a:lnTo>
                  <a:lnTo>
                    <a:pt x="358119" y="5773217"/>
                  </a:lnTo>
                  <a:lnTo>
                    <a:pt x="358244" y="5773217"/>
                  </a:lnTo>
                  <a:lnTo>
                    <a:pt x="358369" y="5773217"/>
                  </a:lnTo>
                  <a:lnTo>
                    <a:pt x="358494" y="5773217"/>
                  </a:lnTo>
                  <a:lnTo>
                    <a:pt x="358619" y="5773217"/>
                  </a:lnTo>
                  <a:lnTo>
                    <a:pt x="358744" y="5773217"/>
                  </a:lnTo>
                  <a:lnTo>
                    <a:pt x="358869" y="5773217"/>
                  </a:lnTo>
                  <a:lnTo>
                    <a:pt x="358995" y="5773217"/>
                  </a:lnTo>
                  <a:lnTo>
                    <a:pt x="359120" y="5773217"/>
                  </a:lnTo>
                  <a:lnTo>
                    <a:pt x="359245" y="5773217"/>
                  </a:lnTo>
                  <a:lnTo>
                    <a:pt x="359370" y="5773217"/>
                  </a:lnTo>
                  <a:lnTo>
                    <a:pt x="359495" y="5773217"/>
                  </a:lnTo>
                  <a:lnTo>
                    <a:pt x="359620" y="5773217"/>
                  </a:lnTo>
                  <a:lnTo>
                    <a:pt x="359745" y="5773217"/>
                  </a:lnTo>
                  <a:lnTo>
                    <a:pt x="359870" y="5773217"/>
                  </a:lnTo>
                  <a:lnTo>
                    <a:pt x="359995" y="5773217"/>
                  </a:lnTo>
                  <a:lnTo>
                    <a:pt x="360120" y="5773217"/>
                  </a:lnTo>
                  <a:lnTo>
                    <a:pt x="360245" y="5773217"/>
                  </a:lnTo>
                  <a:lnTo>
                    <a:pt x="360370" y="5773217"/>
                  </a:lnTo>
                  <a:lnTo>
                    <a:pt x="360495" y="5773217"/>
                  </a:lnTo>
                  <a:lnTo>
                    <a:pt x="360620" y="5773217"/>
                  </a:lnTo>
                  <a:lnTo>
                    <a:pt x="360745" y="5773217"/>
                  </a:lnTo>
                  <a:lnTo>
                    <a:pt x="360870" y="5773217"/>
                  </a:lnTo>
                  <a:lnTo>
                    <a:pt x="360995" y="5773217"/>
                  </a:lnTo>
                  <a:lnTo>
                    <a:pt x="361120" y="5773217"/>
                  </a:lnTo>
                  <a:lnTo>
                    <a:pt x="361245" y="5773217"/>
                  </a:lnTo>
                  <a:lnTo>
                    <a:pt x="361370" y="5773217"/>
                  </a:lnTo>
                  <a:lnTo>
                    <a:pt x="361370" y="5763263"/>
                  </a:lnTo>
                  <a:lnTo>
                    <a:pt x="361495" y="5763263"/>
                  </a:lnTo>
                  <a:lnTo>
                    <a:pt x="361620" y="5763263"/>
                  </a:lnTo>
                  <a:lnTo>
                    <a:pt x="361745" y="5763263"/>
                  </a:lnTo>
                  <a:lnTo>
                    <a:pt x="361870" y="5763263"/>
                  </a:lnTo>
                  <a:lnTo>
                    <a:pt x="361996" y="5763263"/>
                  </a:lnTo>
                  <a:lnTo>
                    <a:pt x="362121" y="5763263"/>
                  </a:lnTo>
                  <a:lnTo>
                    <a:pt x="362246" y="5763263"/>
                  </a:lnTo>
                  <a:lnTo>
                    <a:pt x="362371" y="5763263"/>
                  </a:lnTo>
                  <a:lnTo>
                    <a:pt x="362496" y="5763263"/>
                  </a:lnTo>
                  <a:lnTo>
                    <a:pt x="362621" y="5763263"/>
                  </a:lnTo>
                  <a:lnTo>
                    <a:pt x="362746" y="5763263"/>
                  </a:lnTo>
                  <a:lnTo>
                    <a:pt x="362871" y="5763263"/>
                  </a:lnTo>
                  <a:lnTo>
                    <a:pt x="362996" y="5763263"/>
                  </a:lnTo>
                  <a:lnTo>
                    <a:pt x="363121" y="5763263"/>
                  </a:lnTo>
                  <a:lnTo>
                    <a:pt x="363121" y="5753309"/>
                  </a:lnTo>
                  <a:lnTo>
                    <a:pt x="363246" y="5753309"/>
                  </a:lnTo>
                  <a:lnTo>
                    <a:pt x="363371" y="5753309"/>
                  </a:lnTo>
                  <a:lnTo>
                    <a:pt x="363496" y="5753309"/>
                  </a:lnTo>
                  <a:lnTo>
                    <a:pt x="363621" y="5753309"/>
                  </a:lnTo>
                  <a:lnTo>
                    <a:pt x="363746" y="5753309"/>
                  </a:lnTo>
                  <a:lnTo>
                    <a:pt x="363871" y="5753309"/>
                  </a:lnTo>
                  <a:lnTo>
                    <a:pt x="363996" y="5753309"/>
                  </a:lnTo>
                  <a:lnTo>
                    <a:pt x="364121" y="5753309"/>
                  </a:lnTo>
                  <a:lnTo>
                    <a:pt x="364246" y="5753309"/>
                  </a:lnTo>
                  <a:lnTo>
                    <a:pt x="364371" y="5753309"/>
                  </a:lnTo>
                  <a:lnTo>
                    <a:pt x="364496" y="5753309"/>
                  </a:lnTo>
                  <a:lnTo>
                    <a:pt x="364621" y="5753309"/>
                  </a:lnTo>
                  <a:lnTo>
                    <a:pt x="364746" y="5753309"/>
                  </a:lnTo>
                  <a:lnTo>
                    <a:pt x="364871" y="5753309"/>
                  </a:lnTo>
                  <a:lnTo>
                    <a:pt x="364997" y="5753309"/>
                  </a:lnTo>
                  <a:lnTo>
                    <a:pt x="365122" y="5753309"/>
                  </a:lnTo>
                  <a:lnTo>
                    <a:pt x="365247" y="5753309"/>
                  </a:lnTo>
                  <a:lnTo>
                    <a:pt x="365372" y="5753309"/>
                  </a:lnTo>
                  <a:lnTo>
                    <a:pt x="365497" y="5753309"/>
                  </a:lnTo>
                  <a:lnTo>
                    <a:pt x="365622" y="5753309"/>
                  </a:lnTo>
                  <a:lnTo>
                    <a:pt x="365747" y="5753309"/>
                  </a:lnTo>
                  <a:lnTo>
                    <a:pt x="365872" y="5753309"/>
                  </a:lnTo>
                  <a:lnTo>
                    <a:pt x="365997" y="5753309"/>
                  </a:lnTo>
                  <a:lnTo>
                    <a:pt x="366122" y="5753309"/>
                  </a:lnTo>
                  <a:lnTo>
                    <a:pt x="366247" y="5753309"/>
                  </a:lnTo>
                  <a:lnTo>
                    <a:pt x="366372" y="5753309"/>
                  </a:lnTo>
                  <a:lnTo>
                    <a:pt x="366497" y="5753309"/>
                  </a:lnTo>
                  <a:lnTo>
                    <a:pt x="366622" y="5753309"/>
                  </a:lnTo>
                  <a:lnTo>
                    <a:pt x="366747" y="5753309"/>
                  </a:lnTo>
                  <a:lnTo>
                    <a:pt x="366872" y="5753309"/>
                  </a:lnTo>
                  <a:lnTo>
                    <a:pt x="366872" y="5743355"/>
                  </a:lnTo>
                  <a:lnTo>
                    <a:pt x="366997" y="5743355"/>
                  </a:lnTo>
                  <a:lnTo>
                    <a:pt x="367122" y="5743355"/>
                  </a:lnTo>
                  <a:lnTo>
                    <a:pt x="367247" y="5743355"/>
                  </a:lnTo>
                  <a:lnTo>
                    <a:pt x="367372" y="5743355"/>
                  </a:lnTo>
                  <a:lnTo>
                    <a:pt x="367497" y="5743355"/>
                  </a:lnTo>
                  <a:lnTo>
                    <a:pt x="367622" y="5743355"/>
                  </a:lnTo>
                  <a:lnTo>
                    <a:pt x="367747" y="5743355"/>
                  </a:lnTo>
                  <a:lnTo>
                    <a:pt x="367872" y="5743355"/>
                  </a:lnTo>
                  <a:lnTo>
                    <a:pt x="367998" y="5743355"/>
                  </a:lnTo>
                  <a:lnTo>
                    <a:pt x="368123" y="5743355"/>
                  </a:lnTo>
                  <a:lnTo>
                    <a:pt x="368248" y="5743355"/>
                  </a:lnTo>
                  <a:lnTo>
                    <a:pt x="368373" y="5743355"/>
                  </a:lnTo>
                  <a:lnTo>
                    <a:pt x="368498" y="5743355"/>
                  </a:lnTo>
                  <a:lnTo>
                    <a:pt x="368623" y="5743355"/>
                  </a:lnTo>
                  <a:lnTo>
                    <a:pt x="368748" y="5743355"/>
                  </a:lnTo>
                  <a:lnTo>
                    <a:pt x="368873" y="5743355"/>
                  </a:lnTo>
                  <a:lnTo>
                    <a:pt x="368998" y="5743355"/>
                  </a:lnTo>
                  <a:lnTo>
                    <a:pt x="369123" y="5743355"/>
                  </a:lnTo>
                  <a:lnTo>
                    <a:pt x="369248" y="5743355"/>
                  </a:lnTo>
                  <a:lnTo>
                    <a:pt x="369373" y="5743355"/>
                  </a:lnTo>
                  <a:lnTo>
                    <a:pt x="369498" y="5743355"/>
                  </a:lnTo>
                  <a:lnTo>
                    <a:pt x="369623" y="5743355"/>
                  </a:lnTo>
                  <a:lnTo>
                    <a:pt x="369748" y="5743355"/>
                  </a:lnTo>
                  <a:lnTo>
                    <a:pt x="369873" y="5743355"/>
                  </a:lnTo>
                  <a:lnTo>
                    <a:pt x="369998" y="5743355"/>
                  </a:lnTo>
                  <a:lnTo>
                    <a:pt x="370123" y="5743355"/>
                  </a:lnTo>
                  <a:lnTo>
                    <a:pt x="370248" y="5743355"/>
                  </a:lnTo>
                  <a:lnTo>
                    <a:pt x="370373" y="5743355"/>
                  </a:lnTo>
                  <a:lnTo>
                    <a:pt x="370498" y="5743355"/>
                  </a:lnTo>
                  <a:lnTo>
                    <a:pt x="370623" y="5743355"/>
                  </a:lnTo>
                  <a:lnTo>
                    <a:pt x="370748" y="5743355"/>
                  </a:lnTo>
                  <a:lnTo>
                    <a:pt x="370873" y="5743355"/>
                  </a:lnTo>
                  <a:lnTo>
                    <a:pt x="370999" y="5743355"/>
                  </a:lnTo>
                  <a:lnTo>
                    <a:pt x="371124" y="5743355"/>
                  </a:lnTo>
                  <a:lnTo>
                    <a:pt x="371249" y="5743355"/>
                  </a:lnTo>
                  <a:lnTo>
                    <a:pt x="371374" y="5743355"/>
                  </a:lnTo>
                  <a:lnTo>
                    <a:pt x="371499" y="5743355"/>
                  </a:lnTo>
                  <a:lnTo>
                    <a:pt x="371624" y="5743355"/>
                  </a:lnTo>
                  <a:lnTo>
                    <a:pt x="371749" y="5743355"/>
                  </a:lnTo>
                  <a:lnTo>
                    <a:pt x="371874" y="5743355"/>
                  </a:lnTo>
                  <a:lnTo>
                    <a:pt x="371999" y="5743355"/>
                  </a:lnTo>
                  <a:lnTo>
                    <a:pt x="371999" y="5733401"/>
                  </a:lnTo>
                  <a:lnTo>
                    <a:pt x="372124" y="5733401"/>
                  </a:lnTo>
                  <a:lnTo>
                    <a:pt x="372249" y="5733401"/>
                  </a:lnTo>
                  <a:lnTo>
                    <a:pt x="372374" y="5733401"/>
                  </a:lnTo>
                  <a:lnTo>
                    <a:pt x="372499" y="5733401"/>
                  </a:lnTo>
                  <a:lnTo>
                    <a:pt x="372624" y="5733401"/>
                  </a:lnTo>
                  <a:lnTo>
                    <a:pt x="372749" y="5733401"/>
                  </a:lnTo>
                  <a:lnTo>
                    <a:pt x="372874" y="5733401"/>
                  </a:lnTo>
                  <a:lnTo>
                    <a:pt x="372999" y="5733401"/>
                  </a:lnTo>
                  <a:lnTo>
                    <a:pt x="373124" y="5733401"/>
                  </a:lnTo>
                  <a:lnTo>
                    <a:pt x="373249" y="5733401"/>
                  </a:lnTo>
                  <a:lnTo>
                    <a:pt x="373374" y="5733401"/>
                  </a:lnTo>
                  <a:lnTo>
                    <a:pt x="373499" y="5733401"/>
                  </a:lnTo>
                  <a:lnTo>
                    <a:pt x="373624" y="5733401"/>
                  </a:lnTo>
                  <a:lnTo>
                    <a:pt x="373749" y="5733401"/>
                  </a:lnTo>
                  <a:lnTo>
                    <a:pt x="373874" y="5733401"/>
                  </a:lnTo>
                  <a:lnTo>
                    <a:pt x="374000" y="5733401"/>
                  </a:lnTo>
                  <a:lnTo>
                    <a:pt x="374125" y="5733401"/>
                  </a:lnTo>
                  <a:lnTo>
                    <a:pt x="374250" y="5733401"/>
                  </a:lnTo>
                  <a:lnTo>
                    <a:pt x="374375" y="5733401"/>
                  </a:lnTo>
                  <a:lnTo>
                    <a:pt x="374500" y="5733401"/>
                  </a:lnTo>
                  <a:lnTo>
                    <a:pt x="374625" y="5733401"/>
                  </a:lnTo>
                  <a:lnTo>
                    <a:pt x="374750" y="5733401"/>
                  </a:lnTo>
                  <a:lnTo>
                    <a:pt x="374875" y="5733401"/>
                  </a:lnTo>
                  <a:lnTo>
                    <a:pt x="375000" y="5733401"/>
                  </a:lnTo>
                  <a:lnTo>
                    <a:pt x="375125" y="5733401"/>
                  </a:lnTo>
                  <a:lnTo>
                    <a:pt x="375250" y="5733401"/>
                  </a:lnTo>
                  <a:lnTo>
                    <a:pt x="375375" y="5733401"/>
                  </a:lnTo>
                  <a:lnTo>
                    <a:pt x="375500" y="5733401"/>
                  </a:lnTo>
                  <a:lnTo>
                    <a:pt x="375625" y="5733401"/>
                  </a:lnTo>
                  <a:lnTo>
                    <a:pt x="375750" y="5733401"/>
                  </a:lnTo>
                  <a:lnTo>
                    <a:pt x="375875" y="5733401"/>
                  </a:lnTo>
                  <a:lnTo>
                    <a:pt x="376000" y="5733401"/>
                  </a:lnTo>
                  <a:lnTo>
                    <a:pt x="376125" y="5733401"/>
                  </a:lnTo>
                  <a:lnTo>
                    <a:pt x="376250" y="5733401"/>
                  </a:lnTo>
                  <a:lnTo>
                    <a:pt x="376375" y="5733401"/>
                  </a:lnTo>
                  <a:lnTo>
                    <a:pt x="376500" y="5733401"/>
                  </a:lnTo>
                  <a:lnTo>
                    <a:pt x="376625" y="5733401"/>
                  </a:lnTo>
                  <a:lnTo>
                    <a:pt x="376750" y="5733401"/>
                  </a:lnTo>
                  <a:lnTo>
                    <a:pt x="376875" y="5733401"/>
                  </a:lnTo>
                  <a:lnTo>
                    <a:pt x="377001" y="5733401"/>
                  </a:lnTo>
                  <a:lnTo>
                    <a:pt x="377126" y="5733401"/>
                  </a:lnTo>
                  <a:lnTo>
                    <a:pt x="377251" y="5733401"/>
                  </a:lnTo>
                  <a:lnTo>
                    <a:pt x="377376" y="5733401"/>
                  </a:lnTo>
                  <a:lnTo>
                    <a:pt x="377501" y="5733401"/>
                  </a:lnTo>
                  <a:lnTo>
                    <a:pt x="377626" y="5733401"/>
                  </a:lnTo>
                  <a:lnTo>
                    <a:pt x="377751" y="5733401"/>
                  </a:lnTo>
                  <a:lnTo>
                    <a:pt x="377876" y="5733401"/>
                  </a:lnTo>
                  <a:lnTo>
                    <a:pt x="378001" y="5733401"/>
                  </a:lnTo>
                  <a:lnTo>
                    <a:pt x="378126" y="5733401"/>
                  </a:lnTo>
                  <a:lnTo>
                    <a:pt x="378251" y="5733401"/>
                  </a:lnTo>
                  <a:lnTo>
                    <a:pt x="378376" y="5733401"/>
                  </a:lnTo>
                  <a:lnTo>
                    <a:pt x="378501" y="5733401"/>
                  </a:lnTo>
                  <a:lnTo>
                    <a:pt x="378626" y="5733401"/>
                  </a:lnTo>
                  <a:lnTo>
                    <a:pt x="378751" y="5733401"/>
                  </a:lnTo>
                  <a:lnTo>
                    <a:pt x="378876" y="5733401"/>
                  </a:lnTo>
                  <a:lnTo>
                    <a:pt x="379001" y="5733401"/>
                  </a:lnTo>
                  <a:lnTo>
                    <a:pt x="379126" y="5733401"/>
                  </a:lnTo>
                  <a:lnTo>
                    <a:pt x="379251" y="5733401"/>
                  </a:lnTo>
                  <a:lnTo>
                    <a:pt x="379376" y="5733401"/>
                  </a:lnTo>
                  <a:lnTo>
                    <a:pt x="379501" y="5733401"/>
                  </a:lnTo>
                  <a:lnTo>
                    <a:pt x="379626" y="5733401"/>
                  </a:lnTo>
                  <a:lnTo>
                    <a:pt x="379751" y="5733401"/>
                  </a:lnTo>
                  <a:lnTo>
                    <a:pt x="379876" y="5733401"/>
                  </a:lnTo>
                  <a:lnTo>
                    <a:pt x="380002" y="5733401"/>
                  </a:lnTo>
                  <a:lnTo>
                    <a:pt x="380127" y="5733401"/>
                  </a:lnTo>
                  <a:lnTo>
                    <a:pt x="380252" y="5733401"/>
                  </a:lnTo>
                  <a:lnTo>
                    <a:pt x="380377" y="5733401"/>
                  </a:lnTo>
                  <a:lnTo>
                    <a:pt x="380502" y="5733401"/>
                  </a:lnTo>
                  <a:lnTo>
                    <a:pt x="380627" y="5733401"/>
                  </a:lnTo>
                  <a:lnTo>
                    <a:pt x="380752" y="5733401"/>
                  </a:lnTo>
                  <a:lnTo>
                    <a:pt x="380877" y="5733401"/>
                  </a:lnTo>
                  <a:lnTo>
                    <a:pt x="381002" y="5733401"/>
                  </a:lnTo>
                  <a:lnTo>
                    <a:pt x="381127" y="5733401"/>
                  </a:lnTo>
                  <a:lnTo>
                    <a:pt x="381252" y="5733401"/>
                  </a:lnTo>
                  <a:lnTo>
                    <a:pt x="381252" y="5723448"/>
                  </a:lnTo>
                  <a:lnTo>
                    <a:pt x="381377" y="5723448"/>
                  </a:lnTo>
                  <a:lnTo>
                    <a:pt x="381502" y="5723448"/>
                  </a:lnTo>
                  <a:lnTo>
                    <a:pt x="381627" y="5723448"/>
                  </a:lnTo>
                  <a:lnTo>
                    <a:pt x="381752" y="5723448"/>
                  </a:lnTo>
                  <a:lnTo>
                    <a:pt x="381877" y="5723448"/>
                  </a:lnTo>
                  <a:lnTo>
                    <a:pt x="382002" y="5723448"/>
                  </a:lnTo>
                  <a:lnTo>
                    <a:pt x="382127" y="5723448"/>
                  </a:lnTo>
                  <a:lnTo>
                    <a:pt x="382252" y="5723448"/>
                  </a:lnTo>
                  <a:lnTo>
                    <a:pt x="382377" y="5723448"/>
                  </a:lnTo>
                  <a:lnTo>
                    <a:pt x="382502" y="5723448"/>
                  </a:lnTo>
                  <a:lnTo>
                    <a:pt x="382627" y="5723448"/>
                  </a:lnTo>
                  <a:lnTo>
                    <a:pt x="382752" y="5723448"/>
                  </a:lnTo>
                  <a:lnTo>
                    <a:pt x="382877" y="5723448"/>
                  </a:lnTo>
                  <a:lnTo>
                    <a:pt x="383003" y="5723448"/>
                  </a:lnTo>
                  <a:lnTo>
                    <a:pt x="383128" y="5723448"/>
                  </a:lnTo>
                  <a:lnTo>
                    <a:pt x="383253" y="5723448"/>
                  </a:lnTo>
                  <a:lnTo>
                    <a:pt x="383378" y="5723448"/>
                  </a:lnTo>
                  <a:lnTo>
                    <a:pt x="383503" y="5723448"/>
                  </a:lnTo>
                  <a:lnTo>
                    <a:pt x="383628" y="5723448"/>
                  </a:lnTo>
                  <a:lnTo>
                    <a:pt x="383753" y="5723448"/>
                  </a:lnTo>
                  <a:lnTo>
                    <a:pt x="383878" y="5723448"/>
                  </a:lnTo>
                  <a:lnTo>
                    <a:pt x="384003" y="5723448"/>
                  </a:lnTo>
                  <a:lnTo>
                    <a:pt x="384128" y="5723448"/>
                  </a:lnTo>
                  <a:lnTo>
                    <a:pt x="384253" y="5723448"/>
                  </a:lnTo>
                  <a:lnTo>
                    <a:pt x="384378" y="5723448"/>
                  </a:lnTo>
                  <a:lnTo>
                    <a:pt x="384503" y="5723448"/>
                  </a:lnTo>
                  <a:lnTo>
                    <a:pt x="384628" y="5723448"/>
                  </a:lnTo>
                  <a:lnTo>
                    <a:pt x="384753" y="5723448"/>
                  </a:lnTo>
                  <a:lnTo>
                    <a:pt x="384878" y="5723448"/>
                  </a:lnTo>
                  <a:lnTo>
                    <a:pt x="385003" y="5723448"/>
                  </a:lnTo>
                  <a:lnTo>
                    <a:pt x="385128" y="5723448"/>
                  </a:lnTo>
                  <a:lnTo>
                    <a:pt x="385253" y="5723448"/>
                  </a:lnTo>
                  <a:lnTo>
                    <a:pt x="385378" y="5723448"/>
                  </a:lnTo>
                  <a:lnTo>
                    <a:pt x="385503" y="5723448"/>
                  </a:lnTo>
                  <a:lnTo>
                    <a:pt x="385628" y="5723448"/>
                  </a:lnTo>
                  <a:lnTo>
                    <a:pt x="385753" y="5723448"/>
                  </a:lnTo>
                  <a:lnTo>
                    <a:pt x="385878" y="5723448"/>
                  </a:lnTo>
                  <a:lnTo>
                    <a:pt x="386004" y="5723448"/>
                  </a:lnTo>
                  <a:lnTo>
                    <a:pt x="386129" y="5723448"/>
                  </a:lnTo>
                  <a:lnTo>
                    <a:pt x="386254" y="5723448"/>
                  </a:lnTo>
                  <a:lnTo>
                    <a:pt x="386379" y="5723448"/>
                  </a:lnTo>
                  <a:lnTo>
                    <a:pt x="386504" y="5723448"/>
                  </a:lnTo>
                  <a:lnTo>
                    <a:pt x="386629" y="5723448"/>
                  </a:lnTo>
                  <a:lnTo>
                    <a:pt x="386754" y="5723448"/>
                  </a:lnTo>
                  <a:lnTo>
                    <a:pt x="386879" y="5723448"/>
                  </a:lnTo>
                  <a:lnTo>
                    <a:pt x="387004" y="5723448"/>
                  </a:lnTo>
                  <a:lnTo>
                    <a:pt x="387129" y="5723448"/>
                  </a:lnTo>
                  <a:lnTo>
                    <a:pt x="387254" y="5723448"/>
                  </a:lnTo>
                  <a:lnTo>
                    <a:pt x="387379" y="5723448"/>
                  </a:lnTo>
                  <a:lnTo>
                    <a:pt x="387504" y="5723448"/>
                  </a:lnTo>
                  <a:lnTo>
                    <a:pt x="387629" y="5723448"/>
                  </a:lnTo>
                  <a:lnTo>
                    <a:pt x="387754" y="5723448"/>
                  </a:lnTo>
                  <a:lnTo>
                    <a:pt x="387754" y="5713494"/>
                  </a:lnTo>
                  <a:lnTo>
                    <a:pt x="387879" y="5713494"/>
                  </a:lnTo>
                  <a:lnTo>
                    <a:pt x="388004" y="5713494"/>
                  </a:lnTo>
                  <a:lnTo>
                    <a:pt x="388129" y="5713494"/>
                  </a:lnTo>
                  <a:lnTo>
                    <a:pt x="388254" y="5713494"/>
                  </a:lnTo>
                  <a:lnTo>
                    <a:pt x="388254" y="5703540"/>
                  </a:lnTo>
                  <a:lnTo>
                    <a:pt x="388379" y="5703540"/>
                  </a:lnTo>
                  <a:lnTo>
                    <a:pt x="388504" y="5703540"/>
                  </a:lnTo>
                  <a:lnTo>
                    <a:pt x="388629" y="5703540"/>
                  </a:lnTo>
                  <a:lnTo>
                    <a:pt x="388754" y="5703540"/>
                  </a:lnTo>
                  <a:lnTo>
                    <a:pt x="388880" y="5703540"/>
                  </a:lnTo>
                  <a:lnTo>
                    <a:pt x="389005" y="5703540"/>
                  </a:lnTo>
                  <a:lnTo>
                    <a:pt x="389130" y="5703540"/>
                  </a:lnTo>
                  <a:lnTo>
                    <a:pt x="389255" y="5703540"/>
                  </a:lnTo>
                  <a:lnTo>
                    <a:pt x="389380" y="5703540"/>
                  </a:lnTo>
                  <a:lnTo>
                    <a:pt x="389505" y="5703540"/>
                  </a:lnTo>
                  <a:lnTo>
                    <a:pt x="389630" y="5703540"/>
                  </a:lnTo>
                  <a:lnTo>
                    <a:pt x="389755" y="5703540"/>
                  </a:lnTo>
                  <a:lnTo>
                    <a:pt x="389755" y="5693586"/>
                  </a:lnTo>
                  <a:lnTo>
                    <a:pt x="389880" y="5693586"/>
                  </a:lnTo>
                  <a:lnTo>
                    <a:pt x="390005" y="5693586"/>
                  </a:lnTo>
                  <a:lnTo>
                    <a:pt x="390130" y="5693586"/>
                  </a:lnTo>
                  <a:lnTo>
                    <a:pt x="390255" y="5693586"/>
                  </a:lnTo>
                  <a:lnTo>
                    <a:pt x="390380" y="5693586"/>
                  </a:lnTo>
                  <a:lnTo>
                    <a:pt x="390505" y="5693586"/>
                  </a:lnTo>
                  <a:lnTo>
                    <a:pt x="390630" y="5693586"/>
                  </a:lnTo>
                  <a:lnTo>
                    <a:pt x="390755" y="5693586"/>
                  </a:lnTo>
                  <a:lnTo>
                    <a:pt x="390880" y="5693586"/>
                  </a:lnTo>
                  <a:lnTo>
                    <a:pt x="391005" y="5693586"/>
                  </a:lnTo>
                  <a:lnTo>
                    <a:pt x="391130" y="5693586"/>
                  </a:lnTo>
                  <a:lnTo>
                    <a:pt x="391255" y="5693586"/>
                  </a:lnTo>
                  <a:lnTo>
                    <a:pt x="391380" y="5693586"/>
                  </a:lnTo>
                  <a:lnTo>
                    <a:pt x="391505" y="5693586"/>
                  </a:lnTo>
                  <a:lnTo>
                    <a:pt x="391630" y="5693586"/>
                  </a:lnTo>
                  <a:lnTo>
                    <a:pt x="391755" y="5693586"/>
                  </a:lnTo>
                  <a:lnTo>
                    <a:pt x="391881" y="5693586"/>
                  </a:lnTo>
                  <a:lnTo>
                    <a:pt x="392006" y="5693586"/>
                  </a:lnTo>
                  <a:lnTo>
                    <a:pt x="392131" y="5693586"/>
                  </a:lnTo>
                  <a:lnTo>
                    <a:pt x="392256" y="5693586"/>
                  </a:lnTo>
                  <a:lnTo>
                    <a:pt x="392381" y="5693586"/>
                  </a:lnTo>
                  <a:lnTo>
                    <a:pt x="392506" y="5693586"/>
                  </a:lnTo>
                  <a:lnTo>
                    <a:pt x="392631" y="5693586"/>
                  </a:lnTo>
                  <a:lnTo>
                    <a:pt x="392756" y="5693586"/>
                  </a:lnTo>
                  <a:lnTo>
                    <a:pt x="392881" y="5693586"/>
                  </a:lnTo>
                  <a:lnTo>
                    <a:pt x="393006" y="5693586"/>
                  </a:lnTo>
                  <a:lnTo>
                    <a:pt x="393131" y="5693586"/>
                  </a:lnTo>
                  <a:lnTo>
                    <a:pt x="393256" y="5693586"/>
                  </a:lnTo>
                  <a:lnTo>
                    <a:pt x="393381" y="5693586"/>
                  </a:lnTo>
                  <a:lnTo>
                    <a:pt x="393506" y="5693586"/>
                  </a:lnTo>
                  <a:lnTo>
                    <a:pt x="393631" y="5693586"/>
                  </a:lnTo>
                  <a:lnTo>
                    <a:pt x="393756" y="5693586"/>
                  </a:lnTo>
                  <a:lnTo>
                    <a:pt x="393881" y="5693586"/>
                  </a:lnTo>
                  <a:lnTo>
                    <a:pt x="394006" y="5693586"/>
                  </a:lnTo>
                  <a:lnTo>
                    <a:pt x="394131" y="5693586"/>
                  </a:lnTo>
                  <a:lnTo>
                    <a:pt x="394256" y="5693586"/>
                  </a:lnTo>
                  <a:lnTo>
                    <a:pt x="394381" y="5693586"/>
                  </a:lnTo>
                  <a:lnTo>
                    <a:pt x="394506" y="5693586"/>
                  </a:lnTo>
                  <a:lnTo>
                    <a:pt x="394631" y="5693586"/>
                  </a:lnTo>
                  <a:lnTo>
                    <a:pt x="394756" y="5693586"/>
                  </a:lnTo>
                  <a:lnTo>
                    <a:pt x="394882" y="5693586"/>
                  </a:lnTo>
                  <a:lnTo>
                    <a:pt x="395007" y="5693586"/>
                  </a:lnTo>
                  <a:lnTo>
                    <a:pt x="395132" y="5693586"/>
                  </a:lnTo>
                  <a:lnTo>
                    <a:pt x="395257" y="5693586"/>
                  </a:lnTo>
                  <a:lnTo>
                    <a:pt x="395382" y="5693586"/>
                  </a:lnTo>
                  <a:lnTo>
                    <a:pt x="395507" y="5693586"/>
                  </a:lnTo>
                  <a:lnTo>
                    <a:pt x="395632" y="5693586"/>
                  </a:lnTo>
                  <a:lnTo>
                    <a:pt x="395757" y="5693586"/>
                  </a:lnTo>
                  <a:lnTo>
                    <a:pt x="395882" y="5693586"/>
                  </a:lnTo>
                  <a:lnTo>
                    <a:pt x="396007" y="5693586"/>
                  </a:lnTo>
                  <a:lnTo>
                    <a:pt x="396132" y="5693586"/>
                  </a:lnTo>
                  <a:lnTo>
                    <a:pt x="396257" y="5693586"/>
                  </a:lnTo>
                  <a:lnTo>
                    <a:pt x="396382" y="5693586"/>
                  </a:lnTo>
                  <a:lnTo>
                    <a:pt x="396507" y="5693586"/>
                  </a:lnTo>
                  <a:lnTo>
                    <a:pt x="396632" y="5693586"/>
                  </a:lnTo>
                  <a:lnTo>
                    <a:pt x="396757" y="5693586"/>
                  </a:lnTo>
                  <a:lnTo>
                    <a:pt x="396882" y="5693586"/>
                  </a:lnTo>
                  <a:lnTo>
                    <a:pt x="397007" y="5693586"/>
                  </a:lnTo>
                  <a:lnTo>
                    <a:pt x="397132" y="5693586"/>
                  </a:lnTo>
                  <a:lnTo>
                    <a:pt x="397257" y="5693586"/>
                  </a:lnTo>
                  <a:lnTo>
                    <a:pt x="397382" y="5693586"/>
                  </a:lnTo>
                  <a:lnTo>
                    <a:pt x="397507" y="5693586"/>
                  </a:lnTo>
                  <a:lnTo>
                    <a:pt x="397632" y="5693586"/>
                  </a:lnTo>
                  <a:lnTo>
                    <a:pt x="397757" y="5693586"/>
                  </a:lnTo>
                  <a:lnTo>
                    <a:pt x="397883" y="5693586"/>
                  </a:lnTo>
                  <a:lnTo>
                    <a:pt x="398008" y="5693586"/>
                  </a:lnTo>
                  <a:lnTo>
                    <a:pt x="398133" y="5693586"/>
                  </a:lnTo>
                  <a:lnTo>
                    <a:pt x="398258" y="5693586"/>
                  </a:lnTo>
                  <a:lnTo>
                    <a:pt x="398383" y="5693586"/>
                  </a:lnTo>
                  <a:lnTo>
                    <a:pt x="398508" y="5693586"/>
                  </a:lnTo>
                  <a:lnTo>
                    <a:pt x="398633" y="5693586"/>
                  </a:lnTo>
                  <a:lnTo>
                    <a:pt x="398758" y="5693586"/>
                  </a:lnTo>
                  <a:lnTo>
                    <a:pt x="398883" y="5693586"/>
                  </a:lnTo>
                  <a:lnTo>
                    <a:pt x="399008" y="5693586"/>
                  </a:lnTo>
                  <a:lnTo>
                    <a:pt x="399133" y="5693586"/>
                  </a:lnTo>
                  <a:lnTo>
                    <a:pt x="399258" y="5693586"/>
                  </a:lnTo>
                  <a:lnTo>
                    <a:pt x="399383" y="5693586"/>
                  </a:lnTo>
                  <a:lnTo>
                    <a:pt x="399508" y="5693586"/>
                  </a:lnTo>
                  <a:lnTo>
                    <a:pt x="399633" y="5693586"/>
                  </a:lnTo>
                  <a:lnTo>
                    <a:pt x="399758" y="5693586"/>
                  </a:lnTo>
                  <a:lnTo>
                    <a:pt x="399883" y="5693586"/>
                  </a:lnTo>
                  <a:lnTo>
                    <a:pt x="400008" y="5693586"/>
                  </a:lnTo>
                  <a:lnTo>
                    <a:pt x="400133" y="5693586"/>
                  </a:lnTo>
                  <a:lnTo>
                    <a:pt x="400258" y="5693586"/>
                  </a:lnTo>
                  <a:lnTo>
                    <a:pt x="400383" y="5693586"/>
                  </a:lnTo>
                  <a:lnTo>
                    <a:pt x="400508" y="5693586"/>
                  </a:lnTo>
                  <a:lnTo>
                    <a:pt x="400633" y="5693586"/>
                  </a:lnTo>
                  <a:lnTo>
                    <a:pt x="400758" y="5693586"/>
                  </a:lnTo>
                  <a:lnTo>
                    <a:pt x="400884" y="5693586"/>
                  </a:lnTo>
                  <a:lnTo>
                    <a:pt x="401009" y="5693586"/>
                  </a:lnTo>
                  <a:lnTo>
                    <a:pt x="401134" y="5693586"/>
                  </a:lnTo>
                  <a:lnTo>
                    <a:pt x="401259" y="5693586"/>
                  </a:lnTo>
                  <a:lnTo>
                    <a:pt x="401384" y="5693586"/>
                  </a:lnTo>
                  <a:lnTo>
                    <a:pt x="401509" y="5693586"/>
                  </a:lnTo>
                  <a:lnTo>
                    <a:pt x="401634" y="5693586"/>
                  </a:lnTo>
                  <a:lnTo>
                    <a:pt x="401759" y="5693586"/>
                  </a:lnTo>
                  <a:lnTo>
                    <a:pt x="401884" y="5693586"/>
                  </a:lnTo>
                  <a:lnTo>
                    <a:pt x="402009" y="5693586"/>
                  </a:lnTo>
                  <a:lnTo>
                    <a:pt x="402134" y="5693586"/>
                  </a:lnTo>
                  <a:lnTo>
                    <a:pt x="402134" y="5683632"/>
                  </a:lnTo>
                  <a:lnTo>
                    <a:pt x="402259" y="5683632"/>
                  </a:lnTo>
                  <a:lnTo>
                    <a:pt x="402384" y="5683632"/>
                  </a:lnTo>
                  <a:lnTo>
                    <a:pt x="402509" y="5683632"/>
                  </a:lnTo>
                  <a:lnTo>
                    <a:pt x="402634" y="5683632"/>
                  </a:lnTo>
                  <a:lnTo>
                    <a:pt x="402759" y="5683632"/>
                  </a:lnTo>
                  <a:lnTo>
                    <a:pt x="402884" y="5683632"/>
                  </a:lnTo>
                  <a:lnTo>
                    <a:pt x="403009" y="5683632"/>
                  </a:lnTo>
                  <a:lnTo>
                    <a:pt x="403134" y="5683632"/>
                  </a:lnTo>
                  <a:lnTo>
                    <a:pt x="403259" y="5683632"/>
                  </a:lnTo>
                  <a:lnTo>
                    <a:pt x="403384" y="5683632"/>
                  </a:lnTo>
                  <a:lnTo>
                    <a:pt x="403509" y="5683632"/>
                  </a:lnTo>
                  <a:lnTo>
                    <a:pt x="403634" y="5683632"/>
                  </a:lnTo>
                  <a:lnTo>
                    <a:pt x="403759" y="5683632"/>
                  </a:lnTo>
                  <a:lnTo>
                    <a:pt x="403885" y="5683632"/>
                  </a:lnTo>
                  <a:lnTo>
                    <a:pt x="404010" y="5683632"/>
                  </a:lnTo>
                  <a:lnTo>
                    <a:pt x="404135" y="5683632"/>
                  </a:lnTo>
                  <a:lnTo>
                    <a:pt x="404260" y="5683632"/>
                  </a:lnTo>
                  <a:lnTo>
                    <a:pt x="404385" y="5683632"/>
                  </a:lnTo>
                  <a:lnTo>
                    <a:pt x="404510" y="5683632"/>
                  </a:lnTo>
                  <a:lnTo>
                    <a:pt x="404635" y="5683632"/>
                  </a:lnTo>
                  <a:lnTo>
                    <a:pt x="404760" y="5683632"/>
                  </a:lnTo>
                  <a:lnTo>
                    <a:pt x="404885" y="5683632"/>
                  </a:lnTo>
                  <a:lnTo>
                    <a:pt x="405010" y="5683632"/>
                  </a:lnTo>
                  <a:lnTo>
                    <a:pt x="405135" y="5683632"/>
                  </a:lnTo>
                  <a:lnTo>
                    <a:pt x="405260" y="5683632"/>
                  </a:lnTo>
                  <a:lnTo>
                    <a:pt x="405385" y="5683632"/>
                  </a:lnTo>
                  <a:lnTo>
                    <a:pt x="405510" y="5683632"/>
                  </a:lnTo>
                  <a:lnTo>
                    <a:pt x="405635" y="5683632"/>
                  </a:lnTo>
                  <a:lnTo>
                    <a:pt x="405760" y="5683632"/>
                  </a:lnTo>
                  <a:lnTo>
                    <a:pt x="405885" y="5683632"/>
                  </a:lnTo>
                  <a:lnTo>
                    <a:pt x="406010" y="5683632"/>
                  </a:lnTo>
                  <a:lnTo>
                    <a:pt x="406135" y="5683632"/>
                  </a:lnTo>
                  <a:lnTo>
                    <a:pt x="406260" y="5683632"/>
                  </a:lnTo>
                  <a:lnTo>
                    <a:pt x="406385" y="5683632"/>
                  </a:lnTo>
                  <a:lnTo>
                    <a:pt x="406510" y="5683632"/>
                  </a:lnTo>
                  <a:lnTo>
                    <a:pt x="406635" y="5683632"/>
                  </a:lnTo>
                  <a:lnTo>
                    <a:pt x="406760" y="5683632"/>
                  </a:lnTo>
                  <a:lnTo>
                    <a:pt x="406886" y="5683632"/>
                  </a:lnTo>
                  <a:lnTo>
                    <a:pt x="407011" y="5683632"/>
                  </a:lnTo>
                  <a:lnTo>
                    <a:pt x="407136" y="5683632"/>
                  </a:lnTo>
                  <a:lnTo>
                    <a:pt x="407261" y="5683632"/>
                  </a:lnTo>
                  <a:lnTo>
                    <a:pt x="407386" y="5683632"/>
                  </a:lnTo>
                  <a:lnTo>
                    <a:pt x="407511" y="5683632"/>
                  </a:lnTo>
                  <a:lnTo>
                    <a:pt x="407636" y="5683632"/>
                  </a:lnTo>
                  <a:lnTo>
                    <a:pt x="407761" y="5683632"/>
                  </a:lnTo>
                  <a:lnTo>
                    <a:pt x="407886" y="5683632"/>
                  </a:lnTo>
                  <a:lnTo>
                    <a:pt x="408011" y="5683632"/>
                  </a:lnTo>
                  <a:lnTo>
                    <a:pt x="408136" y="5683632"/>
                  </a:lnTo>
                  <a:lnTo>
                    <a:pt x="408261" y="5683632"/>
                  </a:lnTo>
                  <a:lnTo>
                    <a:pt x="408386" y="5683632"/>
                  </a:lnTo>
                  <a:lnTo>
                    <a:pt x="408511" y="5683632"/>
                  </a:lnTo>
                  <a:lnTo>
                    <a:pt x="408636" y="5683632"/>
                  </a:lnTo>
                  <a:lnTo>
                    <a:pt x="408761" y="5683632"/>
                  </a:lnTo>
                  <a:lnTo>
                    <a:pt x="408886" y="5683632"/>
                  </a:lnTo>
                  <a:lnTo>
                    <a:pt x="409011" y="5683632"/>
                  </a:lnTo>
                  <a:lnTo>
                    <a:pt x="409136" y="5683632"/>
                  </a:lnTo>
                  <a:lnTo>
                    <a:pt x="409261" y="5683632"/>
                  </a:lnTo>
                  <a:lnTo>
                    <a:pt x="409386" y="5683632"/>
                  </a:lnTo>
                  <a:lnTo>
                    <a:pt x="409511" y="5683632"/>
                  </a:lnTo>
                  <a:lnTo>
                    <a:pt x="409636" y="5683632"/>
                  </a:lnTo>
                  <a:lnTo>
                    <a:pt x="409761" y="5683632"/>
                  </a:lnTo>
                  <a:lnTo>
                    <a:pt x="409887" y="5683632"/>
                  </a:lnTo>
                  <a:lnTo>
                    <a:pt x="410012" y="5683632"/>
                  </a:lnTo>
                  <a:lnTo>
                    <a:pt x="410137" y="5683632"/>
                  </a:lnTo>
                  <a:lnTo>
                    <a:pt x="410262" y="5683632"/>
                  </a:lnTo>
                  <a:lnTo>
                    <a:pt x="410387" y="5683632"/>
                  </a:lnTo>
                  <a:lnTo>
                    <a:pt x="410512" y="5683632"/>
                  </a:lnTo>
                  <a:lnTo>
                    <a:pt x="410637" y="5683632"/>
                  </a:lnTo>
                  <a:lnTo>
                    <a:pt x="410762" y="5683632"/>
                  </a:lnTo>
                  <a:lnTo>
                    <a:pt x="410887" y="5683632"/>
                  </a:lnTo>
                  <a:lnTo>
                    <a:pt x="411012" y="5683632"/>
                  </a:lnTo>
                  <a:lnTo>
                    <a:pt x="411137" y="5683632"/>
                  </a:lnTo>
                  <a:lnTo>
                    <a:pt x="411262" y="5683632"/>
                  </a:lnTo>
                  <a:lnTo>
                    <a:pt x="411387" y="5683632"/>
                  </a:lnTo>
                  <a:lnTo>
                    <a:pt x="411512" y="5683632"/>
                  </a:lnTo>
                  <a:lnTo>
                    <a:pt x="411637" y="5683632"/>
                  </a:lnTo>
                  <a:lnTo>
                    <a:pt x="411762" y="5683632"/>
                  </a:lnTo>
                  <a:lnTo>
                    <a:pt x="411887" y="5683632"/>
                  </a:lnTo>
                  <a:lnTo>
                    <a:pt x="412012" y="5683632"/>
                  </a:lnTo>
                  <a:lnTo>
                    <a:pt x="412137" y="5683632"/>
                  </a:lnTo>
                  <a:lnTo>
                    <a:pt x="412262" y="5683632"/>
                  </a:lnTo>
                  <a:lnTo>
                    <a:pt x="412387" y="5683632"/>
                  </a:lnTo>
                  <a:lnTo>
                    <a:pt x="412512" y="5683632"/>
                  </a:lnTo>
                  <a:lnTo>
                    <a:pt x="412637" y="5683632"/>
                  </a:lnTo>
                  <a:lnTo>
                    <a:pt x="412762" y="5683632"/>
                  </a:lnTo>
                  <a:lnTo>
                    <a:pt x="412888" y="5683632"/>
                  </a:lnTo>
                  <a:lnTo>
                    <a:pt x="413013" y="5683632"/>
                  </a:lnTo>
                  <a:lnTo>
                    <a:pt x="413138" y="5683632"/>
                  </a:lnTo>
                  <a:lnTo>
                    <a:pt x="413263" y="5683632"/>
                  </a:lnTo>
                  <a:lnTo>
                    <a:pt x="413388" y="5683632"/>
                  </a:lnTo>
                  <a:lnTo>
                    <a:pt x="413513" y="5683632"/>
                  </a:lnTo>
                  <a:lnTo>
                    <a:pt x="413638" y="5683632"/>
                  </a:lnTo>
                  <a:lnTo>
                    <a:pt x="413763" y="5683632"/>
                  </a:lnTo>
                  <a:lnTo>
                    <a:pt x="413888" y="5683632"/>
                  </a:lnTo>
                  <a:lnTo>
                    <a:pt x="414013" y="5683632"/>
                  </a:lnTo>
                  <a:lnTo>
                    <a:pt x="414138" y="5683632"/>
                  </a:lnTo>
                  <a:lnTo>
                    <a:pt x="414263" y="5683632"/>
                  </a:lnTo>
                  <a:lnTo>
                    <a:pt x="414388" y="5683632"/>
                  </a:lnTo>
                  <a:lnTo>
                    <a:pt x="414513" y="5683632"/>
                  </a:lnTo>
                  <a:lnTo>
                    <a:pt x="414638" y="5683632"/>
                  </a:lnTo>
                  <a:lnTo>
                    <a:pt x="414763" y="5683632"/>
                  </a:lnTo>
                  <a:lnTo>
                    <a:pt x="414888" y="5683632"/>
                  </a:lnTo>
                  <a:lnTo>
                    <a:pt x="415013" y="5683632"/>
                  </a:lnTo>
                  <a:lnTo>
                    <a:pt x="415138" y="5683632"/>
                  </a:lnTo>
                  <a:lnTo>
                    <a:pt x="415263" y="5683632"/>
                  </a:lnTo>
                  <a:lnTo>
                    <a:pt x="415388" y="5683632"/>
                  </a:lnTo>
                  <a:lnTo>
                    <a:pt x="415513" y="5683632"/>
                  </a:lnTo>
                  <a:lnTo>
                    <a:pt x="415638" y="5683632"/>
                  </a:lnTo>
                  <a:lnTo>
                    <a:pt x="415763" y="5683632"/>
                  </a:lnTo>
                  <a:lnTo>
                    <a:pt x="415889" y="5683632"/>
                  </a:lnTo>
                  <a:lnTo>
                    <a:pt x="416014" y="5683632"/>
                  </a:lnTo>
                  <a:lnTo>
                    <a:pt x="416139" y="5683632"/>
                  </a:lnTo>
                  <a:lnTo>
                    <a:pt x="416264" y="5683632"/>
                  </a:lnTo>
                  <a:lnTo>
                    <a:pt x="416389" y="5683632"/>
                  </a:lnTo>
                  <a:lnTo>
                    <a:pt x="416514" y="5683632"/>
                  </a:lnTo>
                  <a:lnTo>
                    <a:pt x="416639" y="5683632"/>
                  </a:lnTo>
                  <a:lnTo>
                    <a:pt x="416764" y="5683632"/>
                  </a:lnTo>
                  <a:lnTo>
                    <a:pt x="416889" y="5683632"/>
                  </a:lnTo>
                  <a:lnTo>
                    <a:pt x="417014" y="5683632"/>
                  </a:lnTo>
                  <a:lnTo>
                    <a:pt x="417139" y="5683632"/>
                  </a:lnTo>
                  <a:lnTo>
                    <a:pt x="417264" y="5683632"/>
                  </a:lnTo>
                  <a:lnTo>
                    <a:pt x="417389" y="5683632"/>
                  </a:lnTo>
                  <a:lnTo>
                    <a:pt x="417514" y="5683632"/>
                  </a:lnTo>
                  <a:lnTo>
                    <a:pt x="417639" y="5683632"/>
                  </a:lnTo>
                  <a:lnTo>
                    <a:pt x="417764" y="5683632"/>
                  </a:lnTo>
                  <a:lnTo>
                    <a:pt x="417889" y="5683632"/>
                  </a:lnTo>
                  <a:lnTo>
                    <a:pt x="418014" y="5683632"/>
                  </a:lnTo>
                  <a:lnTo>
                    <a:pt x="418139" y="5683632"/>
                  </a:lnTo>
                  <a:lnTo>
                    <a:pt x="418264" y="5683632"/>
                  </a:lnTo>
                  <a:lnTo>
                    <a:pt x="418389" y="5683632"/>
                  </a:lnTo>
                  <a:lnTo>
                    <a:pt x="418514" y="5683632"/>
                  </a:lnTo>
                  <a:lnTo>
                    <a:pt x="418639" y="5683632"/>
                  </a:lnTo>
                  <a:lnTo>
                    <a:pt x="418764" y="5683632"/>
                  </a:lnTo>
                  <a:lnTo>
                    <a:pt x="418890" y="5683632"/>
                  </a:lnTo>
                  <a:lnTo>
                    <a:pt x="419015" y="5683632"/>
                  </a:lnTo>
                  <a:lnTo>
                    <a:pt x="419140" y="5683632"/>
                  </a:lnTo>
                  <a:lnTo>
                    <a:pt x="419265" y="5683632"/>
                  </a:lnTo>
                  <a:lnTo>
                    <a:pt x="419390" y="5683632"/>
                  </a:lnTo>
                  <a:lnTo>
                    <a:pt x="419515" y="5683632"/>
                  </a:lnTo>
                  <a:lnTo>
                    <a:pt x="419640" y="5683632"/>
                  </a:lnTo>
                  <a:lnTo>
                    <a:pt x="419765" y="5683632"/>
                  </a:lnTo>
                  <a:lnTo>
                    <a:pt x="419890" y="5683632"/>
                  </a:lnTo>
                  <a:lnTo>
                    <a:pt x="420015" y="5683632"/>
                  </a:lnTo>
                  <a:lnTo>
                    <a:pt x="420140" y="5683632"/>
                  </a:lnTo>
                  <a:lnTo>
                    <a:pt x="420265" y="5683632"/>
                  </a:lnTo>
                  <a:lnTo>
                    <a:pt x="420390" y="5683632"/>
                  </a:lnTo>
                  <a:lnTo>
                    <a:pt x="420515" y="5683632"/>
                  </a:lnTo>
                  <a:lnTo>
                    <a:pt x="420640" y="5683632"/>
                  </a:lnTo>
                  <a:lnTo>
                    <a:pt x="420765" y="5683632"/>
                  </a:lnTo>
                  <a:lnTo>
                    <a:pt x="420890" y="5683632"/>
                  </a:lnTo>
                  <a:lnTo>
                    <a:pt x="421015" y="5683632"/>
                  </a:lnTo>
                  <a:lnTo>
                    <a:pt x="421140" y="5683632"/>
                  </a:lnTo>
                  <a:lnTo>
                    <a:pt x="421265" y="5683632"/>
                  </a:lnTo>
                  <a:lnTo>
                    <a:pt x="421390" y="5683632"/>
                  </a:lnTo>
                  <a:lnTo>
                    <a:pt x="421515" y="5683632"/>
                  </a:lnTo>
                  <a:lnTo>
                    <a:pt x="421640" y="5683632"/>
                  </a:lnTo>
                  <a:lnTo>
                    <a:pt x="421765" y="5683632"/>
                  </a:lnTo>
                  <a:lnTo>
                    <a:pt x="421891" y="5683632"/>
                  </a:lnTo>
                  <a:lnTo>
                    <a:pt x="422016" y="5683632"/>
                  </a:lnTo>
                  <a:lnTo>
                    <a:pt x="422141" y="5683632"/>
                  </a:lnTo>
                  <a:lnTo>
                    <a:pt x="422266" y="5683632"/>
                  </a:lnTo>
                  <a:lnTo>
                    <a:pt x="422391" y="5683632"/>
                  </a:lnTo>
                  <a:lnTo>
                    <a:pt x="422516" y="5683632"/>
                  </a:lnTo>
                  <a:lnTo>
                    <a:pt x="422641" y="5683632"/>
                  </a:lnTo>
                  <a:lnTo>
                    <a:pt x="422766" y="5683632"/>
                  </a:lnTo>
                  <a:lnTo>
                    <a:pt x="422891" y="5683632"/>
                  </a:lnTo>
                  <a:lnTo>
                    <a:pt x="423016" y="5683632"/>
                  </a:lnTo>
                  <a:lnTo>
                    <a:pt x="423141" y="5683632"/>
                  </a:lnTo>
                  <a:lnTo>
                    <a:pt x="423266" y="5683632"/>
                  </a:lnTo>
                  <a:lnTo>
                    <a:pt x="423391" y="5683632"/>
                  </a:lnTo>
                  <a:lnTo>
                    <a:pt x="423516" y="5683632"/>
                  </a:lnTo>
                  <a:lnTo>
                    <a:pt x="423641" y="5683632"/>
                  </a:lnTo>
                  <a:lnTo>
                    <a:pt x="423766" y="5683632"/>
                  </a:lnTo>
                  <a:lnTo>
                    <a:pt x="423891" y="5683632"/>
                  </a:lnTo>
                  <a:lnTo>
                    <a:pt x="424016" y="5683632"/>
                  </a:lnTo>
                  <a:lnTo>
                    <a:pt x="424141" y="5683632"/>
                  </a:lnTo>
                  <a:lnTo>
                    <a:pt x="424266" y="5683632"/>
                  </a:lnTo>
                  <a:lnTo>
                    <a:pt x="424391" y="5683632"/>
                  </a:lnTo>
                  <a:lnTo>
                    <a:pt x="424516" y="5683632"/>
                  </a:lnTo>
                  <a:lnTo>
                    <a:pt x="424641" y="5683632"/>
                  </a:lnTo>
                  <a:lnTo>
                    <a:pt x="424766" y="5683632"/>
                  </a:lnTo>
                  <a:lnTo>
                    <a:pt x="424892" y="5683632"/>
                  </a:lnTo>
                  <a:lnTo>
                    <a:pt x="425017" y="5683632"/>
                  </a:lnTo>
                  <a:lnTo>
                    <a:pt x="425142" y="5683632"/>
                  </a:lnTo>
                  <a:lnTo>
                    <a:pt x="425267" y="5683632"/>
                  </a:lnTo>
                  <a:lnTo>
                    <a:pt x="425392" y="5683632"/>
                  </a:lnTo>
                  <a:lnTo>
                    <a:pt x="425517" y="5683632"/>
                  </a:lnTo>
                  <a:lnTo>
                    <a:pt x="425642" y="5683632"/>
                  </a:lnTo>
                  <a:lnTo>
                    <a:pt x="425767" y="5683632"/>
                  </a:lnTo>
                  <a:lnTo>
                    <a:pt x="425892" y="5683632"/>
                  </a:lnTo>
                  <a:lnTo>
                    <a:pt x="426017" y="5683632"/>
                  </a:lnTo>
                  <a:lnTo>
                    <a:pt x="426142" y="5683632"/>
                  </a:lnTo>
                  <a:lnTo>
                    <a:pt x="426267" y="5683632"/>
                  </a:lnTo>
                  <a:lnTo>
                    <a:pt x="426392" y="5683632"/>
                  </a:lnTo>
                  <a:lnTo>
                    <a:pt x="426517" y="5683632"/>
                  </a:lnTo>
                  <a:lnTo>
                    <a:pt x="426642" y="5683632"/>
                  </a:lnTo>
                  <a:lnTo>
                    <a:pt x="426767" y="5683632"/>
                  </a:lnTo>
                  <a:lnTo>
                    <a:pt x="426892" y="5683632"/>
                  </a:lnTo>
                  <a:lnTo>
                    <a:pt x="427017" y="5683632"/>
                  </a:lnTo>
                  <a:lnTo>
                    <a:pt x="427142" y="5683632"/>
                  </a:lnTo>
                  <a:lnTo>
                    <a:pt x="427267" y="5683632"/>
                  </a:lnTo>
                  <a:lnTo>
                    <a:pt x="427392" y="5683632"/>
                  </a:lnTo>
                  <a:lnTo>
                    <a:pt x="427517" y="5683632"/>
                  </a:lnTo>
                  <a:lnTo>
                    <a:pt x="427642" y="5683632"/>
                  </a:lnTo>
                  <a:lnTo>
                    <a:pt x="427768" y="5683632"/>
                  </a:lnTo>
                  <a:lnTo>
                    <a:pt x="427893" y="5683632"/>
                  </a:lnTo>
                  <a:lnTo>
                    <a:pt x="428018" y="5683632"/>
                  </a:lnTo>
                  <a:lnTo>
                    <a:pt x="428143" y="5683632"/>
                  </a:lnTo>
                  <a:lnTo>
                    <a:pt x="428268" y="5683632"/>
                  </a:lnTo>
                  <a:lnTo>
                    <a:pt x="428393" y="5683632"/>
                  </a:lnTo>
                  <a:lnTo>
                    <a:pt x="428518" y="5683632"/>
                  </a:lnTo>
                  <a:lnTo>
                    <a:pt x="428643" y="5683632"/>
                  </a:lnTo>
                  <a:lnTo>
                    <a:pt x="428768" y="5683632"/>
                  </a:lnTo>
                  <a:lnTo>
                    <a:pt x="428893" y="5683632"/>
                  </a:lnTo>
                  <a:lnTo>
                    <a:pt x="429018" y="5683632"/>
                  </a:lnTo>
                  <a:lnTo>
                    <a:pt x="429143" y="5683632"/>
                  </a:lnTo>
                  <a:lnTo>
                    <a:pt x="429268" y="5683632"/>
                  </a:lnTo>
                  <a:lnTo>
                    <a:pt x="429393" y="5683632"/>
                  </a:lnTo>
                  <a:lnTo>
                    <a:pt x="429518" y="5683632"/>
                  </a:lnTo>
                  <a:lnTo>
                    <a:pt x="429643" y="5683632"/>
                  </a:lnTo>
                  <a:lnTo>
                    <a:pt x="429768" y="5683632"/>
                  </a:lnTo>
                  <a:lnTo>
                    <a:pt x="429893" y="5683632"/>
                  </a:lnTo>
                  <a:lnTo>
                    <a:pt x="430018" y="5683632"/>
                  </a:lnTo>
                  <a:lnTo>
                    <a:pt x="430143" y="5683632"/>
                  </a:lnTo>
                  <a:lnTo>
                    <a:pt x="430268" y="5683632"/>
                  </a:lnTo>
                  <a:lnTo>
                    <a:pt x="430393" y="5683632"/>
                  </a:lnTo>
                  <a:lnTo>
                    <a:pt x="430393" y="5673678"/>
                  </a:lnTo>
                  <a:lnTo>
                    <a:pt x="430518" y="5673678"/>
                  </a:lnTo>
                  <a:lnTo>
                    <a:pt x="430643" y="5673678"/>
                  </a:lnTo>
                  <a:lnTo>
                    <a:pt x="430769" y="5673678"/>
                  </a:lnTo>
                  <a:lnTo>
                    <a:pt x="430894" y="5673678"/>
                  </a:lnTo>
                  <a:lnTo>
                    <a:pt x="431019" y="5673678"/>
                  </a:lnTo>
                  <a:lnTo>
                    <a:pt x="431144" y="5673678"/>
                  </a:lnTo>
                  <a:lnTo>
                    <a:pt x="431269" y="5673678"/>
                  </a:lnTo>
                  <a:lnTo>
                    <a:pt x="431394" y="5673678"/>
                  </a:lnTo>
                  <a:lnTo>
                    <a:pt x="431519" y="5673678"/>
                  </a:lnTo>
                  <a:lnTo>
                    <a:pt x="431644" y="5673678"/>
                  </a:lnTo>
                  <a:lnTo>
                    <a:pt x="431769" y="5673678"/>
                  </a:lnTo>
                  <a:lnTo>
                    <a:pt x="431769" y="5663725"/>
                  </a:lnTo>
                  <a:lnTo>
                    <a:pt x="431894" y="5663725"/>
                  </a:lnTo>
                  <a:lnTo>
                    <a:pt x="432019" y="5663725"/>
                  </a:lnTo>
                  <a:lnTo>
                    <a:pt x="432144" y="5663725"/>
                  </a:lnTo>
                  <a:lnTo>
                    <a:pt x="432269" y="5663725"/>
                  </a:lnTo>
                  <a:lnTo>
                    <a:pt x="432394" y="5663725"/>
                  </a:lnTo>
                  <a:lnTo>
                    <a:pt x="432519" y="5663725"/>
                  </a:lnTo>
                  <a:lnTo>
                    <a:pt x="432644" y="5663725"/>
                  </a:lnTo>
                  <a:lnTo>
                    <a:pt x="432769" y="5663725"/>
                  </a:lnTo>
                  <a:lnTo>
                    <a:pt x="432894" y="5663725"/>
                  </a:lnTo>
                  <a:lnTo>
                    <a:pt x="433019" y="5663725"/>
                  </a:lnTo>
                  <a:lnTo>
                    <a:pt x="433144" y="5663725"/>
                  </a:lnTo>
                  <a:lnTo>
                    <a:pt x="433269" y="5663725"/>
                  </a:lnTo>
                  <a:lnTo>
                    <a:pt x="433394" y="5663725"/>
                  </a:lnTo>
                  <a:lnTo>
                    <a:pt x="433519" y="5663725"/>
                  </a:lnTo>
                  <a:lnTo>
                    <a:pt x="433644" y="5663725"/>
                  </a:lnTo>
                  <a:lnTo>
                    <a:pt x="433770" y="5663725"/>
                  </a:lnTo>
                  <a:lnTo>
                    <a:pt x="433895" y="5663725"/>
                  </a:lnTo>
                  <a:lnTo>
                    <a:pt x="434020" y="5663725"/>
                  </a:lnTo>
                  <a:lnTo>
                    <a:pt x="434145" y="5663725"/>
                  </a:lnTo>
                  <a:lnTo>
                    <a:pt x="434270" y="5663725"/>
                  </a:lnTo>
                  <a:lnTo>
                    <a:pt x="434395" y="5663725"/>
                  </a:lnTo>
                  <a:lnTo>
                    <a:pt x="434520" y="5663725"/>
                  </a:lnTo>
                  <a:lnTo>
                    <a:pt x="434645" y="5663725"/>
                  </a:lnTo>
                  <a:lnTo>
                    <a:pt x="434770" y="5663725"/>
                  </a:lnTo>
                  <a:lnTo>
                    <a:pt x="434895" y="5663725"/>
                  </a:lnTo>
                  <a:lnTo>
                    <a:pt x="435020" y="5663725"/>
                  </a:lnTo>
                  <a:lnTo>
                    <a:pt x="435145" y="5663725"/>
                  </a:lnTo>
                  <a:lnTo>
                    <a:pt x="435270" y="5663725"/>
                  </a:lnTo>
                  <a:lnTo>
                    <a:pt x="435395" y="5663725"/>
                  </a:lnTo>
                  <a:lnTo>
                    <a:pt x="435520" y="5663725"/>
                  </a:lnTo>
                  <a:lnTo>
                    <a:pt x="435645" y="5663725"/>
                  </a:lnTo>
                  <a:lnTo>
                    <a:pt x="435770" y="5663725"/>
                  </a:lnTo>
                  <a:lnTo>
                    <a:pt x="435895" y="5663725"/>
                  </a:lnTo>
                  <a:lnTo>
                    <a:pt x="436020" y="5663725"/>
                  </a:lnTo>
                  <a:lnTo>
                    <a:pt x="436145" y="5663725"/>
                  </a:lnTo>
                  <a:lnTo>
                    <a:pt x="436270" y="5663725"/>
                  </a:lnTo>
                  <a:lnTo>
                    <a:pt x="436395" y="5663725"/>
                  </a:lnTo>
                  <a:lnTo>
                    <a:pt x="436395" y="5653771"/>
                  </a:lnTo>
                  <a:lnTo>
                    <a:pt x="436520" y="5653771"/>
                  </a:lnTo>
                  <a:lnTo>
                    <a:pt x="436645" y="5653771"/>
                  </a:lnTo>
                  <a:lnTo>
                    <a:pt x="436771" y="5653771"/>
                  </a:lnTo>
                  <a:lnTo>
                    <a:pt x="436896" y="5653771"/>
                  </a:lnTo>
                  <a:lnTo>
                    <a:pt x="437021" y="5653771"/>
                  </a:lnTo>
                  <a:lnTo>
                    <a:pt x="437146" y="5653771"/>
                  </a:lnTo>
                  <a:lnTo>
                    <a:pt x="437271" y="5653771"/>
                  </a:lnTo>
                  <a:lnTo>
                    <a:pt x="437396" y="5653771"/>
                  </a:lnTo>
                  <a:lnTo>
                    <a:pt x="437521" y="5653771"/>
                  </a:lnTo>
                  <a:lnTo>
                    <a:pt x="437646" y="5653771"/>
                  </a:lnTo>
                  <a:lnTo>
                    <a:pt x="437646" y="5643817"/>
                  </a:lnTo>
                  <a:lnTo>
                    <a:pt x="437771" y="5643817"/>
                  </a:lnTo>
                  <a:lnTo>
                    <a:pt x="437896" y="5643817"/>
                  </a:lnTo>
                  <a:lnTo>
                    <a:pt x="438021" y="5643817"/>
                  </a:lnTo>
                  <a:lnTo>
                    <a:pt x="438146" y="5643817"/>
                  </a:lnTo>
                  <a:lnTo>
                    <a:pt x="438271" y="5643817"/>
                  </a:lnTo>
                  <a:lnTo>
                    <a:pt x="438396" y="5643817"/>
                  </a:lnTo>
                  <a:lnTo>
                    <a:pt x="438521" y="5643817"/>
                  </a:lnTo>
                  <a:lnTo>
                    <a:pt x="438646" y="5643817"/>
                  </a:lnTo>
                  <a:lnTo>
                    <a:pt x="438771" y="5643817"/>
                  </a:lnTo>
                  <a:lnTo>
                    <a:pt x="438771" y="5633863"/>
                  </a:lnTo>
                  <a:lnTo>
                    <a:pt x="438896" y="5633863"/>
                  </a:lnTo>
                  <a:lnTo>
                    <a:pt x="439021" y="5633863"/>
                  </a:lnTo>
                  <a:lnTo>
                    <a:pt x="439146" y="5633863"/>
                  </a:lnTo>
                  <a:lnTo>
                    <a:pt x="439271" y="5633863"/>
                  </a:lnTo>
                  <a:lnTo>
                    <a:pt x="439396" y="5633863"/>
                  </a:lnTo>
                  <a:lnTo>
                    <a:pt x="439521" y="5633863"/>
                  </a:lnTo>
                  <a:lnTo>
                    <a:pt x="439646" y="5633863"/>
                  </a:lnTo>
                  <a:lnTo>
                    <a:pt x="439772" y="5633863"/>
                  </a:lnTo>
                  <a:lnTo>
                    <a:pt x="439897" y="5633863"/>
                  </a:lnTo>
                  <a:lnTo>
                    <a:pt x="440022" y="5633863"/>
                  </a:lnTo>
                  <a:lnTo>
                    <a:pt x="440147" y="5633863"/>
                  </a:lnTo>
                  <a:lnTo>
                    <a:pt x="440272" y="5633863"/>
                  </a:lnTo>
                  <a:lnTo>
                    <a:pt x="440397" y="5633863"/>
                  </a:lnTo>
                  <a:lnTo>
                    <a:pt x="440522" y="5633863"/>
                  </a:lnTo>
                  <a:lnTo>
                    <a:pt x="440647" y="5633863"/>
                  </a:lnTo>
                  <a:lnTo>
                    <a:pt x="440772" y="5633863"/>
                  </a:lnTo>
                  <a:lnTo>
                    <a:pt x="440897" y="5633863"/>
                  </a:lnTo>
                  <a:lnTo>
                    <a:pt x="441022" y="5633863"/>
                  </a:lnTo>
                  <a:lnTo>
                    <a:pt x="441147" y="5633863"/>
                  </a:lnTo>
                  <a:lnTo>
                    <a:pt x="441272" y="5633863"/>
                  </a:lnTo>
                  <a:lnTo>
                    <a:pt x="441397" y="5633863"/>
                  </a:lnTo>
                  <a:lnTo>
                    <a:pt x="441522" y="5633863"/>
                  </a:lnTo>
                  <a:lnTo>
                    <a:pt x="441522" y="5623909"/>
                  </a:lnTo>
                  <a:lnTo>
                    <a:pt x="441647" y="5623909"/>
                  </a:lnTo>
                  <a:lnTo>
                    <a:pt x="441772" y="5623909"/>
                  </a:lnTo>
                  <a:lnTo>
                    <a:pt x="441897" y="5623909"/>
                  </a:lnTo>
                  <a:lnTo>
                    <a:pt x="442022" y="5623909"/>
                  </a:lnTo>
                  <a:lnTo>
                    <a:pt x="442147" y="5623909"/>
                  </a:lnTo>
                  <a:lnTo>
                    <a:pt x="442272" y="5623909"/>
                  </a:lnTo>
                  <a:lnTo>
                    <a:pt x="442397" y="5623909"/>
                  </a:lnTo>
                  <a:lnTo>
                    <a:pt x="442522" y="5623909"/>
                  </a:lnTo>
                  <a:lnTo>
                    <a:pt x="442647" y="5623909"/>
                  </a:lnTo>
                  <a:lnTo>
                    <a:pt x="442773" y="5623909"/>
                  </a:lnTo>
                  <a:lnTo>
                    <a:pt x="442898" y="5623909"/>
                  </a:lnTo>
                  <a:lnTo>
                    <a:pt x="443023" y="5623909"/>
                  </a:lnTo>
                  <a:lnTo>
                    <a:pt x="443148" y="5623909"/>
                  </a:lnTo>
                  <a:lnTo>
                    <a:pt x="443273" y="5623909"/>
                  </a:lnTo>
                  <a:lnTo>
                    <a:pt x="443398" y="5623909"/>
                  </a:lnTo>
                  <a:lnTo>
                    <a:pt x="443523" y="5623909"/>
                  </a:lnTo>
                  <a:lnTo>
                    <a:pt x="443648" y="5623909"/>
                  </a:lnTo>
                  <a:lnTo>
                    <a:pt x="443648" y="5613955"/>
                  </a:lnTo>
                  <a:lnTo>
                    <a:pt x="443773" y="5613955"/>
                  </a:lnTo>
                  <a:lnTo>
                    <a:pt x="443898" y="5613955"/>
                  </a:lnTo>
                  <a:lnTo>
                    <a:pt x="444023" y="5613955"/>
                  </a:lnTo>
                  <a:lnTo>
                    <a:pt x="444148" y="5613955"/>
                  </a:lnTo>
                  <a:lnTo>
                    <a:pt x="444273" y="5613955"/>
                  </a:lnTo>
                  <a:lnTo>
                    <a:pt x="444398" y="5613955"/>
                  </a:lnTo>
                  <a:lnTo>
                    <a:pt x="444523" y="5613955"/>
                  </a:lnTo>
                  <a:lnTo>
                    <a:pt x="444648" y="5613955"/>
                  </a:lnTo>
                  <a:lnTo>
                    <a:pt x="444773" y="5613955"/>
                  </a:lnTo>
                  <a:lnTo>
                    <a:pt x="444898" y="5613955"/>
                  </a:lnTo>
                  <a:lnTo>
                    <a:pt x="445023" y="5613955"/>
                  </a:lnTo>
                  <a:lnTo>
                    <a:pt x="445148" y="5613955"/>
                  </a:lnTo>
                  <a:lnTo>
                    <a:pt x="445273" y="5613955"/>
                  </a:lnTo>
                  <a:lnTo>
                    <a:pt x="445398" y="5613955"/>
                  </a:lnTo>
                  <a:lnTo>
                    <a:pt x="445523" y="5613955"/>
                  </a:lnTo>
                  <a:lnTo>
                    <a:pt x="445648" y="5613955"/>
                  </a:lnTo>
                  <a:lnTo>
                    <a:pt x="445774" y="5613955"/>
                  </a:lnTo>
                  <a:lnTo>
                    <a:pt x="445899" y="5613955"/>
                  </a:lnTo>
                  <a:lnTo>
                    <a:pt x="446024" y="5613955"/>
                  </a:lnTo>
                  <a:lnTo>
                    <a:pt x="446149" y="5613955"/>
                  </a:lnTo>
                  <a:lnTo>
                    <a:pt x="446274" y="5613955"/>
                  </a:lnTo>
                  <a:lnTo>
                    <a:pt x="446399" y="5613955"/>
                  </a:lnTo>
                  <a:lnTo>
                    <a:pt x="446524" y="5613955"/>
                  </a:lnTo>
                  <a:lnTo>
                    <a:pt x="446649" y="5613955"/>
                  </a:lnTo>
                  <a:lnTo>
                    <a:pt x="446774" y="5613955"/>
                  </a:lnTo>
                  <a:lnTo>
                    <a:pt x="446899" y="5613955"/>
                  </a:lnTo>
                  <a:lnTo>
                    <a:pt x="447024" y="5613955"/>
                  </a:lnTo>
                  <a:lnTo>
                    <a:pt x="447149" y="5613955"/>
                  </a:lnTo>
                  <a:lnTo>
                    <a:pt x="447274" y="5613955"/>
                  </a:lnTo>
                  <a:lnTo>
                    <a:pt x="447399" y="5613955"/>
                  </a:lnTo>
                  <a:lnTo>
                    <a:pt x="447524" y="5613955"/>
                  </a:lnTo>
                  <a:lnTo>
                    <a:pt x="447649" y="5613955"/>
                  </a:lnTo>
                  <a:lnTo>
                    <a:pt x="447774" y="5613955"/>
                  </a:lnTo>
                  <a:lnTo>
                    <a:pt x="447899" y="5613955"/>
                  </a:lnTo>
                  <a:lnTo>
                    <a:pt x="448024" y="5613955"/>
                  </a:lnTo>
                  <a:lnTo>
                    <a:pt x="448149" y="5613955"/>
                  </a:lnTo>
                  <a:lnTo>
                    <a:pt x="448274" y="5613955"/>
                  </a:lnTo>
                  <a:lnTo>
                    <a:pt x="448399" y="5613955"/>
                  </a:lnTo>
                  <a:lnTo>
                    <a:pt x="448524" y="5613955"/>
                  </a:lnTo>
                  <a:lnTo>
                    <a:pt x="448524" y="5604002"/>
                  </a:lnTo>
                  <a:lnTo>
                    <a:pt x="448649" y="5604002"/>
                  </a:lnTo>
                  <a:lnTo>
                    <a:pt x="448775" y="5604002"/>
                  </a:lnTo>
                  <a:lnTo>
                    <a:pt x="448900" y="5604002"/>
                  </a:lnTo>
                  <a:lnTo>
                    <a:pt x="449025" y="5604002"/>
                  </a:lnTo>
                  <a:lnTo>
                    <a:pt x="449150" y="5604002"/>
                  </a:lnTo>
                  <a:lnTo>
                    <a:pt x="449275" y="5604002"/>
                  </a:lnTo>
                  <a:lnTo>
                    <a:pt x="449400" y="5604002"/>
                  </a:lnTo>
                  <a:lnTo>
                    <a:pt x="449525" y="5604002"/>
                  </a:lnTo>
                  <a:lnTo>
                    <a:pt x="449650" y="5604002"/>
                  </a:lnTo>
                  <a:lnTo>
                    <a:pt x="449650" y="5594048"/>
                  </a:lnTo>
                  <a:lnTo>
                    <a:pt x="449775" y="5594048"/>
                  </a:lnTo>
                  <a:lnTo>
                    <a:pt x="449900" y="5594048"/>
                  </a:lnTo>
                  <a:lnTo>
                    <a:pt x="450025" y="5594048"/>
                  </a:lnTo>
                  <a:lnTo>
                    <a:pt x="450150" y="5594048"/>
                  </a:lnTo>
                  <a:lnTo>
                    <a:pt x="450275" y="5594048"/>
                  </a:lnTo>
                  <a:lnTo>
                    <a:pt x="450400" y="5594048"/>
                  </a:lnTo>
                  <a:lnTo>
                    <a:pt x="450525" y="5594048"/>
                  </a:lnTo>
                  <a:lnTo>
                    <a:pt x="450650" y="5594048"/>
                  </a:lnTo>
                  <a:lnTo>
                    <a:pt x="450775" y="5594048"/>
                  </a:lnTo>
                  <a:lnTo>
                    <a:pt x="450900" y="5594048"/>
                  </a:lnTo>
                  <a:lnTo>
                    <a:pt x="451025" y="5594048"/>
                  </a:lnTo>
                  <a:lnTo>
                    <a:pt x="451150" y="5594048"/>
                  </a:lnTo>
                  <a:lnTo>
                    <a:pt x="451275" y="5594048"/>
                  </a:lnTo>
                  <a:lnTo>
                    <a:pt x="451400" y="5594048"/>
                  </a:lnTo>
                  <a:lnTo>
                    <a:pt x="451525" y="5594048"/>
                  </a:lnTo>
                  <a:lnTo>
                    <a:pt x="451650" y="5594048"/>
                  </a:lnTo>
                  <a:lnTo>
                    <a:pt x="451776" y="5594048"/>
                  </a:lnTo>
                  <a:lnTo>
                    <a:pt x="451901" y="5594048"/>
                  </a:lnTo>
                  <a:lnTo>
                    <a:pt x="452026" y="5594048"/>
                  </a:lnTo>
                  <a:lnTo>
                    <a:pt x="452151" y="5594048"/>
                  </a:lnTo>
                  <a:lnTo>
                    <a:pt x="452276" y="5594048"/>
                  </a:lnTo>
                  <a:lnTo>
                    <a:pt x="452401" y="5594048"/>
                  </a:lnTo>
                  <a:lnTo>
                    <a:pt x="452526" y="5594048"/>
                  </a:lnTo>
                  <a:lnTo>
                    <a:pt x="452651" y="5594048"/>
                  </a:lnTo>
                  <a:lnTo>
                    <a:pt x="452776" y="5594048"/>
                  </a:lnTo>
                  <a:lnTo>
                    <a:pt x="452901" y="5594048"/>
                  </a:lnTo>
                  <a:lnTo>
                    <a:pt x="453026" y="5594048"/>
                  </a:lnTo>
                  <a:lnTo>
                    <a:pt x="453151" y="5594048"/>
                  </a:lnTo>
                  <a:lnTo>
                    <a:pt x="453276" y="5594048"/>
                  </a:lnTo>
                  <a:lnTo>
                    <a:pt x="453401" y="5594048"/>
                  </a:lnTo>
                  <a:lnTo>
                    <a:pt x="453526" y="5594048"/>
                  </a:lnTo>
                  <a:lnTo>
                    <a:pt x="453651" y="5594048"/>
                  </a:lnTo>
                  <a:lnTo>
                    <a:pt x="453776" y="5594048"/>
                  </a:lnTo>
                  <a:lnTo>
                    <a:pt x="453901" y="5594048"/>
                  </a:lnTo>
                  <a:lnTo>
                    <a:pt x="454026" y="5594048"/>
                  </a:lnTo>
                  <a:lnTo>
                    <a:pt x="454151" y="5594048"/>
                  </a:lnTo>
                  <a:lnTo>
                    <a:pt x="454276" y="5594048"/>
                  </a:lnTo>
                  <a:lnTo>
                    <a:pt x="454401" y="5594048"/>
                  </a:lnTo>
                  <a:lnTo>
                    <a:pt x="454526" y="5594048"/>
                  </a:lnTo>
                  <a:lnTo>
                    <a:pt x="454651" y="5594048"/>
                  </a:lnTo>
                  <a:lnTo>
                    <a:pt x="454777" y="5594048"/>
                  </a:lnTo>
                  <a:lnTo>
                    <a:pt x="454902" y="5594048"/>
                  </a:lnTo>
                  <a:lnTo>
                    <a:pt x="455027" y="5594048"/>
                  </a:lnTo>
                  <a:lnTo>
                    <a:pt x="455152" y="5594048"/>
                  </a:lnTo>
                  <a:lnTo>
                    <a:pt x="455277" y="5594048"/>
                  </a:lnTo>
                  <a:lnTo>
                    <a:pt x="455402" y="5594048"/>
                  </a:lnTo>
                  <a:lnTo>
                    <a:pt x="455527" y="5594048"/>
                  </a:lnTo>
                  <a:lnTo>
                    <a:pt x="455652" y="5594048"/>
                  </a:lnTo>
                  <a:lnTo>
                    <a:pt x="455777" y="5594048"/>
                  </a:lnTo>
                  <a:lnTo>
                    <a:pt x="455902" y="5594048"/>
                  </a:lnTo>
                  <a:lnTo>
                    <a:pt x="456027" y="5594048"/>
                  </a:lnTo>
                  <a:lnTo>
                    <a:pt x="456152" y="5594048"/>
                  </a:lnTo>
                  <a:lnTo>
                    <a:pt x="456277" y="5594048"/>
                  </a:lnTo>
                  <a:lnTo>
                    <a:pt x="456402" y="5594048"/>
                  </a:lnTo>
                  <a:lnTo>
                    <a:pt x="456527" y="5594048"/>
                  </a:lnTo>
                  <a:lnTo>
                    <a:pt x="456652" y="5594048"/>
                  </a:lnTo>
                  <a:lnTo>
                    <a:pt x="456777" y="5594048"/>
                  </a:lnTo>
                  <a:lnTo>
                    <a:pt x="456902" y="5594048"/>
                  </a:lnTo>
                  <a:lnTo>
                    <a:pt x="457027" y="5594048"/>
                  </a:lnTo>
                  <a:lnTo>
                    <a:pt x="457027" y="5584094"/>
                  </a:lnTo>
                  <a:lnTo>
                    <a:pt x="457152" y="5584094"/>
                  </a:lnTo>
                  <a:lnTo>
                    <a:pt x="457277" y="5584094"/>
                  </a:lnTo>
                  <a:lnTo>
                    <a:pt x="457402" y="5584094"/>
                  </a:lnTo>
                  <a:lnTo>
                    <a:pt x="457527" y="5584094"/>
                  </a:lnTo>
                  <a:lnTo>
                    <a:pt x="457652" y="5584094"/>
                  </a:lnTo>
                  <a:lnTo>
                    <a:pt x="457778" y="5584094"/>
                  </a:lnTo>
                  <a:lnTo>
                    <a:pt x="457903" y="5584094"/>
                  </a:lnTo>
                  <a:lnTo>
                    <a:pt x="458028" y="5584094"/>
                  </a:lnTo>
                  <a:lnTo>
                    <a:pt x="458153" y="5584094"/>
                  </a:lnTo>
                  <a:lnTo>
                    <a:pt x="458278" y="5584094"/>
                  </a:lnTo>
                  <a:lnTo>
                    <a:pt x="458403" y="5584094"/>
                  </a:lnTo>
                  <a:lnTo>
                    <a:pt x="458528" y="5584094"/>
                  </a:lnTo>
                  <a:lnTo>
                    <a:pt x="458653" y="5584094"/>
                  </a:lnTo>
                  <a:lnTo>
                    <a:pt x="458778" y="5584094"/>
                  </a:lnTo>
                  <a:lnTo>
                    <a:pt x="458903" y="5584094"/>
                  </a:lnTo>
                  <a:lnTo>
                    <a:pt x="459028" y="5584094"/>
                  </a:lnTo>
                  <a:lnTo>
                    <a:pt x="459153" y="5584094"/>
                  </a:lnTo>
                  <a:lnTo>
                    <a:pt x="459278" y="5584094"/>
                  </a:lnTo>
                  <a:lnTo>
                    <a:pt x="459403" y="5584094"/>
                  </a:lnTo>
                  <a:lnTo>
                    <a:pt x="459528" y="5584094"/>
                  </a:lnTo>
                  <a:lnTo>
                    <a:pt x="459653" y="5584094"/>
                  </a:lnTo>
                  <a:lnTo>
                    <a:pt x="459778" y="5584094"/>
                  </a:lnTo>
                  <a:lnTo>
                    <a:pt x="459903" y="5584094"/>
                  </a:lnTo>
                  <a:lnTo>
                    <a:pt x="460028" y="5584094"/>
                  </a:lnTo>
                  <a:lnTo>
                    <a:pt x="460153" y="5584094"/>
                  </a:lnTo>
                  <a:lnTo>
                    <a:pt x="460278" y="5584094"/>
                  </a:lnTo>
                  <a:lnTo>
                    <a:pt x="460403" y="5584094"/>
                  </a:lnTo>
                  <a:lnTo>
                    <a:pt x="460528" y="5584094"/>
                  </a:lnTo>
                  <a:lnTo>
                    <a:pt x="460653" y="5584094"/>
                  </a:lnTo>
                  <a:lnTo>
                    <a:pt x="460779" y="5584094"/>
                  </a:lnTo>
                  <a:lnTo>
                    <a:pt x="460904" y="5584094"/>
                  </a:lnTo>
                  <a:lnTo>
                    <a:pt x="461029" y="5584094"/>
                  </a:lnTo>
                  <a:lnTo>
                    <a:pt x="461154" y="5584094"/>
                  </a:lnTo>
                  <a:lnTo>
                    <a:pt x="461279" y="5584094"/>
                  </a:lnTo>
                  <a:lnTo>
                    <a:pt x="461404" y="5584094"/>
                  </a:lnTo>
                  <a:lnTo>
                    <a:pt x="461529" y="5584094"/>
                  </a:lnTo>
                  <a:lnTo>
                    <a:pt x="461654" y="5584094"/>
                  </a:lnTo>
                  <a:lnTo>
                    <a:pt x="461779" y="5584094"/>
                  </a:lnTo>
                  <a:lnTo>
                    <a:pt x="461904" y="5584094"/>
                  </a:lnTo>
                  <a:lnTo>
                    <a:pt x="462029" y="5584094"/>
                  </a:lnTo>
                  <a:lnTo>
                    <a:pt x="462154" y="5584094"/>
                  </a:lnTo>
                  <a:lnTo>
                    <a:pt x="462279" y="5584094"/>
                  </a:lnTo>
                  <a:lnTo>
                    <a:pt x="462404" y="5584094"/>
                  </a:lnTo>
                  <a:lnTo>
                    <a:pt x="462529" y="5584094"/>
                  </a:lnTo>
                  <a:lnTo>
                    <a:pt x="462654" y="5584094"/>
                  </a:lnTo>
                  <a:lnTo>
                    <a:pt x="462779" y="5584094"/>
                  </a:lnTo>
                  <a:lnTo>
                    <a:pt x="462904" y="5584094"/>
                  </a:lnTo>
                  <a:lnTo>
                    <a:pt x="463029" y="5584094"/>
                  </a:lnTo>
                  <a:lnTo>
                    <a:pt x="463154" y="5584094"/>
                  </a:lnTo>
                  <a:lnTo>
                    <a:pt x="463279" y="5584094"/>
                  </a:lnTo>
                  <a:lnTo>
                    <a:pt x="463404" y="5584094"/>
                  </a:lnTo>
                  <a:lnTo>
                    <a:pt x="463529" y="5584094"/>
                  </a:lnTo>
                  <a:lnTo>
                    <a:pt x="463654" y="5584094"/>
                  </a:lnTo>
                  <a:lnTo>
                    <a:pt x="463780" y="5584094"/>
                  </a:lnTo>
                  <a:lnTo>
                    <a:pt x="463905" y="5584094"/>
                  </a:lnTo>
                  <a:lnTo>
                    <a:pt x="464030" y="5584094"/>
                  </a:lnTo>
                  <a:lnTo>
                    <a:pt x="464155" y="5584094"/>
                  </a:lnTo>
                  <a:lnTo>
                    <a:pt x="464280" y="5584094"/>
                  </a:lnTo>
                  <a:lnTo>
                    <a:pt x="464405" y="5584094"/>
                  </a:lnTo>
                  <a:lnTo>
                    <a:pt x="464530" y="5584094"/>
                  </a:lnTo>
                  <a:lnTo>
                    <a:pt x="464655" y="5584094"/>
                  </a:lnTo>
                  <a:lnTo>
                    <a:pt x="464780" y="5584094"/>
                  </a:lnTo>
                  <a:lnTo>
                    <a:pt x="464905" y="5584094"/>
                  </a:lnTo>
                  <a:lnTo>
                    <a:pt x="465030" y="5584094"/>
                  </a:lnTo>
                  <a:lnTo>
                    <a:pt x="465155" y="5584094"/>
                  </a:lnTo>
                  <a:lnTo>
                    <a:pt x="465280" y="5584094"/>
                  </a:lnTo>
                  <a:lnTo>
                    <a:pt x="465405" y="5584094"/>
                  </a:lnTo>
                  <a:lnTo>
                    <a:pt x="465530" y="5584094"/>
                  </a:lnTo>
                  <a:lnTo>
                    <a:pt x="465655" y="5584094"/>
                  </a:lnTo>
                  <a:lnTo>
                    <a:pt x="465780" y="5584094"/>
                  </a:lnTo>
                  <a:lnTo>
                    <a:pt x="465905" y="5584094"/>
                  </a:lnTo>
                  <a:lnTo>
                    <a:pt x="466030" y="5584094"/>
                  </a:lnTo>
                  <a:lnTo>
                    <a:pt x="466155" y="5584094"/>
                  </a:lnTo>
                  <a:lnTo>
                    <a:pt x="466280" y="5584094"/>
                  </a:lnTo>
                  <a:lnTo>
                    <a:pt x="466405" y="5584094"/>
                  </a:lnTo>
                  <a:lnTo>
                    <a:pt x="466530" y="5584094"/>
                  </a:lnTo>
                  <a:lnTo>
                    <a:pt x="466656" y="5584094"/>
                  </a:lnTo>
                  <a:lnTo>
                    <a:pt x="466781" y="5584094"/>
                  </a:lnTo>
                  <a:lnTo>
                    <a:pt x="466906" y="5584094"/>
                  </a:lnTo>
                  <a:lnTo>
                    <a:pt x="467031" y="5584094"/>
                  </a:lnTo>
                  <a:lnTo>
                    <a:pt x="467156" y="5584094"/>
                  </a:lnTo>
                  <a:lnTo>
                    <a:pt x="467281" y="5584094"/>
                  </a:lnTo>
                  <a:lnTo>
                    <a:pt x="467406" y="5584094"/>
                  </a:lnTo>
                  <a:lnTo>
                    <a:pt x="467531" y="5584094"/>
                  </a:lnTo>
                  <a:lnTo>
                    <a:pt x="467656" y="5584094"/>
                  </a:lnTo>
                  <a:lnTo>
                    <a:pt x="467781" y="5584094"/>
                  </a:lnTo>
                  <a:lnTo>
                    <a:pt x="467906" y="5584094"/>
                  </a:lnTo>
                  <a:lnTo>
                    <a:pt x="468031" y="5584094"/>
                  </a:lnTo>
                  <a:lnTo>
                    <a:pt x="468156" y="5584094"/>
                  </a:lnTo>
                  <a:lnTo>
                    <a:pt x="468281" y="5584094"/>
                  </a:lnTo>
                  <a:lnTo>
                    <a:pt x="468406" y="5584094"/>
                  </a:lnTo>
                  <a:lnTo>
                    <a:pt x="468531" y="5584094"/>
                  </a:lnTo>
                  <a:lnTo>
                    <a:pt x="468656" y="5584094"/>
                  </a:lnTo>
                  <a:lnTo>
                    <a:pt x="468781" y="5584094"/>
                  </a:lnTo>
                  <a:lnTo>
                    <a:pt x="468906" y="5584094"/>
                  </a:lnTo>
                  <a:lnTo>
                    <a:pt x="469031" y="5584094"/>
                  </a:lnTo>
                  <a:lnTo>
                    <a:pt x="469156" y="5584094"/>
                  </a:lnTo>
                  <a:lnTo>
                    <a:pt x="469281" y="5584094"/>
                  </a:lnTo>
                  <a:lnTo>
                    <a:pt x="469406" y="5584094"/>
                  </a:lnTo>
                  <a:lnTo>
                    <a:pt x="469531" y="5584094"/>
                  </a:lnTo>
                  <a:lnTo>
                    <a:pt x="469657" y="5584094"/>
                  </a:lnTo>
                  <a:lnTo>
                    <a:pt x="469782" y="5584094"/>
                  </a:lnTo>
                  <a:lnTo>
                    <a:pt x="469907" y="5584094"/>
                  </a:lnTo>
                  <a:lnTo>
                    <a:pt x="470032" y="5584094"/>
                  </a:lnTo>
                  <a:lnTo>
                    <a:pt x="470157" y="5584094"/>
                  </a:lnTo>
                  <a:lnTo>
                    <a:pt x="470282" y="5584094"/>
                  </a:lnTo>
                  <a:lnTo>
                    <a:pt x="470407" y="5584094"/>
                  </a:lnTo>
                  <a:lnTo>
                    <a:pt x="470532" y="5584094"/>
                  </a:lnTo>
                  <a:lnTo>
                    <a:pt x="470657" y="5584094"/>
                  </a:lnTo>
                  <a:lnTo>
                    <a:pt x="470782" y="5584094"/>
                  </a:lnTo>
                  <a:lnTo>
                    <a:pt x="470907" y="5584094"/>
                  </a:lnTo>
                  <a:lnTo>
                    <a:pt x="471032" y="5584094"/>
                  </a:lnTo>
                  <a:lnTo>
                    <a:pt x="471157" y="5584094"/>
                  </a:lnTo>
                  <a:lnTo>
                    <a:pt x="471282" y="5584094"/>
                  </a:lnTo>
                  <a:lnTo>
                    <a:pt x="471282" y="5574140"/>
                  </a:lnTo>
                  <a:lnTo>
                    <a:pt x="471407" y="5574140"/>
                  </a:lnTo>
                  <a:lnTo>
                    <a:pt x="471532" y="5574140"/>
                  </a:lnTo>
                  <a:lnTo>
                    <a:pt x="471657" y="5574140"/>
                  </a:lnTo>
                  <a:lnTo>
                    <a:pt x="471782" y="5574140"/>
                  </a:lnTo>
                  <a:lnTo>
                    <a:pt x="471907" y="5574140"/>
                  </a:lnTo>
                  <a:lnTo>
                    <a:pt x="472032" y="5574140"/>
                  </a:lnTo>
                  <a:lnTo>
                    <a:pt x="472157" y="5574140"/>
                  </a:lnTo>
                  <a:lnTo>
                    <a:pt x="472282" y="5574140"/>
                  </a:lnTo>
                  <a:lnTo>
                    <a:pt x="472407" y="5574140"/>
                  </a:lnTo>
                  <a:lnTo>
                    <a:pt x="472532" y="5574140"/>
                  </a:lnTo>
                  <a:lnTo>
                    <a:pt x="472658" y="5574140"/>
                  </a:lnTo>
                  <a:lnTo>
                    <a:pt x="472783" y="5574140"/>
                  </a:lnTo>
                  <a:lnTo>
                    <a:pt x="472908" y="5574140"/>
                  </a:lnTo>
                  <a:lnTo>
                    <a:pt x="473033" y="5574140"/>
                  </a:lnTo>
                  <a:lnTo>
                    <a:pt x="473158" y="5574140"/>
                  </a:lnTo>
                  <a:lnTo>
                    <a:pt x="473283" y="5574140"/>
                  </a:lnTo>
                  <a:lnTo>
                    <a:pt x="473408" y="5574140"/>
                  </a:lnTo>
                  <a:lnTo>
                    <a:pt x="473533" y="5574140"/>
                  </a:lnTo>
                  <a:lnTo>
                    <a:pt x="473658" y="5574140"/>
                  </a:lnTo>
                  <a:lnTo>
                    <a:pt x="473783" y="5574140"/>
                  </a:lnTo>
                  <a:lnTo>
                    <a:pt x="473908" y="5574140"/>
                  </a:lnTo>
                  <a:lnTo>
                    <a:pt x="474033" y="5574140"/>
                  </a:lnTo>
                  <a:lnTo>
                    <a:pt x="474158" y="5574140"/>
                  </a:lnTo>
                  <a:lnTo>
                    <a:pt x="474283" y="5574140"/>
                  </a:lnTo>
                  <a:lnTo>
                    <a:pt x="474408" y="5574140"/>
                  </a:lnTo>
                  <a:lnTo>
                    <a:pt x="474533" y="5574140"/>
                  </a:lnTo>
                  <a:lnTo>
                    <a:pt x="474658" y="5574140"/>
                  </a:lnTo>
                  <a:lnTo>
                    <a:pt x="474783" y="5574140"/>
                  </a:lnTo>
                  <a:lnTo>
                    <a:pt x="474908" y="5574140"/>
                  </a:lnTo>
                  <a:lnTo>
                    <a:pt x="475033" y="5574140"/>
                  </a:lnTo>
                  <a:lnTo>
                    <a:pt x="475158" y="5574140"/>
                  </a:lnTo>
                  <a:lnTo>
                    <a:pt x="475283" y="5574140"/>
                  </a:lnTo>
                  <a:lnTo>
                    <a:pt x="475408" y="5574140"/>
                  </a:lnTo>
                  <a:lnTo>
                    <a:pt x="475533" y="5574140"/>
                  </a:lnTo>
                  <a:lnTo>
                    <a:pt x="475659" y="5574140"/>
                  </a:lnTo>
                  <a:lnTo>
                    <a:pt x="475784" y="5574140"/>
                  </a:lnTo>
                  <a:lnTo>
                    <a:pt x="475909" y="5574140"/>
                  </a:lnTo>
                  <a:lnTo>
                    <a:pt x="475909" y="5564186"/>
                  </a:lnTo>
                  <a:lnTo>
                    <a:pt x="476034" y="5564186"/>
                  </a:lnTo>
                  <a:lnTo>
                    <a:pt x="476159" y="5564186"/>
                  </a:lnTo>
                  <a:lnTo>
                    <a:pt x="476284" y="5564186"/>
                  </a:lnTo>
                  <a:lnTo>
                    <a:pt x="476409" y="5564186"/>
                  </a:lnTo>
                  <a:lnTo>
                    <a:pt x="476534" y="5564186"/>
                  </a:lnTo>
                  <a:lnTo>
                    <a:pt x="476659" y="5564186"/>
                  </a:lnTo>
                  <a:lnTo>
                    <a:pt x="476784" y="5564186"/>
                  </a:lnTo>
                  <a:lnTo>
                    <a:pt x="476909" y="5564186"/>
                  </a:lnTo>
                  <a:lnTo>
                    <a:pt x="477034" y="5564186"/>
                  </a:lnTo>
                  <a:lnTo>
                    <a:pt x="477159" y="5564186"/>
                  </a:lnTo>
                  <a:lnTo>
                    <a:pt x="477284" y="5564186"/>
                  </a:lnTo>
                  <a:lnTo>
                    <a:pt x="477409" y="5564186"/>
                  </a:lnTo>
                  <a:lnTo>
                    <a:pt x="477534" y="5564186"/>
                  </a:lnTo>
                  <a:lnTo>
                    <a:pt x="477659" y="5564186"/>
                  </a:lnTo>
                  <a:lnTo>
                    <a:pt x="477784" y="5564186"/>
                  </a:lnTo>
                  <a:lnTo>
                    <a:pt x="477909" y="5564186"/>
                  </a:lnTo>
                  <a:lnTo>
                    <a:pt x="478034" y="5564186"/>
                  </a:lnTo>
                  <a:lnTo>
                    <a:pt x="478159" y="5564186"/>
                  </a:lnTo>
                  <a:lnTo>
                    <a:pt x="478284" y="5564186"/>
                  </a:lnTo>
                  <a:lnTo>
                    <a:pt x="478409" y="5564186"/>
                  </a:lnTo>
                  <a:lnTo>
                    <a:pt x="478534" y="5564186"/>
                  </a:lnTo>
                  <a:lnTo>
                    <a:pt x="478660" y="5564186"/>
                  </a:lnTo>
                  <a:lnTo>
                    <a:pt x="478785" y="5564186"/>
                  </a:lnTo>
                  <a:lnTo>
                    <a:pt x="478910" y="5564186"/>
                  </a:lnTo>
                  <a:lnTo>
                    <a:pt x="479035" y="5564186"/>
                  </a:lnTo>
                  <a:lnTo>
                    <a:pt x="479160" y="5564186"/>
                  </a:lnTo>
                  <a:lnTo>
                    <a:pt x="479285" y="5564186"/>
                  </a:lnTo>
                  <a:lnTo>
                    <a:pt x="479410" y="5564186"/>
                  </a:lnTo>
                  <a:lnTo>
                    <a:pt x="479535" y="5564186"/>
                  </a:lnTo>
                  <a:lnTo>
                    <a:pt x="479660" y="5564186"/>
                  </a:lnTo>
                  <a:lnTo>
                    <a:pt x="479785" y="5564186"/>
                  </a:lnTo>
                  <a:lnTo>
                    <a:pt x="479910" y="5564186"/>
                  </a:lnTo>
                  <a:lnTo>
                    <a:pt x="480035" y="5564186"/>
                  </a:lnTo>
                  <a:lnTo>
                    <a:pt x="480160" y="5564186"/>
                  </a:lnTo>
                  <a:lnTo>
                    <a:pt x="480285" y="5564186"/>
                  </a:lnTo>
                  <a:lnTo>
                    <a:pt x="480410" y="5564186"/>
                  </a:lnTo>
                  <a:lnTo>
                    <a:pt x="480535" y="5564186"/>
                  </a:lnTo>
                  <a:lnTo>
                    <a:pt x="480660" y="5564186"/>
                  </a:lnTo>
                  <a:lnTo>
                    <a:pt x="480785" y="5564186"/>
                  </a:lnTo>
                  <a:lnTo>
                    <a:pt x="480910" y="5564186"/>
                  </a:lnTo>
                  <a:lnTo>
                    <a:pt x="481035" y="5564186"/>
                  </a:lnTo>
                  <a:lnTo>
                    <a:pt x="481160" y="5564186"/>
                  </a:lnTo>
                  <a:lnTo>
                    <a:pt x="481285" y="5564186"/>
                  </a:lnTo>
                  <a:lnTo>
                    <a:pt x="481410" y="5564186"/>
                  </a:lnTo>
                  <a:lnTo>
                    <a:pt x="481535" y="5564186"/>
                  </a:lnTo>
                  <a:lnTo>
                    <a:pt x="481661" y="5564186"/>
                  </a:lnTo>
                  <a:lnTo>
                    <a:pt x="481661" y="5554233"/>
                  </a:lnTo>
                  <a:lnTo>
                    <a:pt x="481786" y="5554233"/>
                  </a:lnTo>
                  <a:lnTo>
                    <a:pt x="481911" y="5554233"/>
                  </a:lnTo>
                  <a:lnTo>
                    <a:pt x="482036" y="5554233"/>
                  </a:lnTo>
                  <a:lnTo>
                    <a:pt x="482161" y="5554233"/>
                  </a:lnTo>
                  <a:lnTo>
                    <a:pt x="482286" y="5554233"/>
                  </a:lnTo>
                  <a:lnTo>
                    <a:pt x="482411" y="5554233"/>
                  </a:lnTo>
                  <a:lnTo>
                    <a:pt x="482536" y="5554233"/>
                  </a:lnTo>
                  <a:lnTo>
                    <a:pt x="482661" y="5554233"/>
                  </a:lnTo>
                  <a:lnTo>
                    <a:pt x="482786" y="5554233"/>
                  </a:lnTo>
                  <a:lnTo>
                    <a:pt x="482911" y="5554233"/>
                  </a:lnTo>
                  <a:lnTo>
                    <a:pt x="483036" y="5554233"/>
                  </a:lnTo>
                  <a:lnTo>
                    <a:pt x="483161" y="5554233"/>
                  </a:lnTo>
                  <a:lnTo>
                    <a:pt x="483286" y="5554233"/>
                  </a:lnTo>
                  <a:lnTo>
                    <a:pt x="483411" y="5554233"/>
                  </a:lnTo>
                  <a:lnTo>
                    <a:pt x="483536" y="5554233"/>
                  </a:lnTo>
                  <a:lnTo>
                    <a:pt x="483661" y="5554233"/>
                  </a:lnTo>
                  <a:lnTo>
                    <a:pt x="483786" y="5554233"/>
                  </a:lnTo>
                  <a:lnTo>
                    <a:pt x="483911" y="5554233"/>
                  </a:lnTo>
                  <a:lnTo>
                    <a:pt x="484036" y="5554233"/>
                  </a:lnTo>
                  <a:lnTo>
                    <a:pt x="484161" y="5554233"/>
                  </a:lnTo>
                  <a:lnTo>
                    <a:pt x="484286" y="5554233"/>
                  </a:lnTo>
                  <a:lnTo>
                    <a:pt x="484411" y="5554233"/>
                  </a:lnTo>
                  <a:lnTo>
                    <a:pt x="484536" y="5554233"/>
                  </a:lnTo>
                  <a:lnTo>
                    <a:pt x="484662" y="5554233"/>
                  </a:lnTo>
                  <a:lnTo>
                    <a:pt x="484787" y="5554233"/>
                  </a:lnTo>
                  <a:lnTo>
                    <a:pt x="484912" y="5554233"/>
                  </a:lnTo>
                  <a:lnTo>
                    <a:pt x="485037" y="5554233"/>
                  </a:lnTo>
                  <a:lnTo>
                    <a:pt x="485162" y="5554233"/>
                  </a:lnTo>
                  <a:lnTo>
                    <a:pt x="485287" y="5554233"/>
                  </a:lnTo>
                  <a:lnTo>
                    <a:pt x="485412" y="5554233"/>
                  </a:lnTo>
                  <a:lnTo>
                    <a:pt x="485537" y="5554233"/>
                  </a:lnTo>
                  <a:lnTo>
                    <a:pt x="485662" y="5554233"/>
                  </a:lnTo>
                  <a:lnTo>
                    <a:pt x="485787" y="5554233"/>
                  </a:lnTo>
                  <a:lnTo>
                    <a:pt x="485912" y="5554233"/>
                  </a:lnTo>
                  <a:lnTo>
                    <a:pt x="486037" y="5554233"/>
                  </a:lnTo>
                  <a:lnTo>
                    <a:pt x="486162" y="5554233"/>
                  </a:lnTo>
                  <a:lnTo>
                    <a:pt x="486287" y="5554233"/>
                  </a:lnTo>
                  <a:lnTo>
                    <a:pt x="486412" y="5554233"/>
                  </a:lnTo>
                  <a:lnTo>
                    <a:pt x="486537" y="5554233"/>
                  </a:lnTo>
                  <a:lnTo>
                    <a:pt x="486662" y="5554233"/>
                  </a:lnTo>
                  <a:lnTo>
                    <a:pt x="486787" y="5554233"/>
                  </a:lnTo>
                  <a:lnTo>
                    <a:pt x="486912" y="5554233"/>
                  </a:lnTo>
                  <a:lnTo>
                    <a:pt x="487037" y="5554233"/>
                  </a:lnTo>
                  <a:lnTo>
                    <a:pt x="487162" y="5554233"/>
                  </a:lnTo>
                  <a:lnTo>
                    <a:pt x="487287" y="5554233"/>
                  </a:lnTo>
                  <a:lnTo>
                    <a:pt x="487412" y="5554233"/>
                  </a:lnTo>
                  <a:lnTo>
                    <a:pt x="487537" y="5554233"/>
                  </a:lnTo>
                  <a:lnTo>
                    <a:pt x="487663" y="5554233"/>
                  </a:lnTo>
                  <a:lnTo>
                    <a:pt x="487788" y="5554233"/>
                  </a:lnTo>
                  <a:lnTo>
                    <a:pt x="487913" y="5554233"/>
                  </a:lnTo>
                  <a:lnTo>
                    <a:pt x="488038" y="5554233"/>
                  </a:lnTo>
                  <a:lnTo>
                    <a:pt x="488163" y="5554233"/>
                  </a:lnTo>
                  <a:lnTo>
                    <a:pt x="488288" y="5554233"/>
                  </a:lnTo>
                  <a:lnTo>
                    <a:pt x="488413" y="5554233"/>
                  </a:lnTo>
                  <a:lnTo>
                    <a:pt x="488538" y="5554233"/>
                  </a:lnTo>
                  <a:lnTo>
                    <a:pt x="488663" y="5554233"/>
                  </a:lnTo>
                  <a:lnTo>
                    <a:pt x="488788" y="5554233"/>
                  </a:lnTo>
                  <a:lnTo>
                    <a:pt x="488913" y="5554233"/>
                  </a:lnTo>
                  <a:lnTo>
                    <a:pt x="489038" y="5554233"/>
                  </a:lnTo>
                  <a:lnTo>
                    <a:pt x="489163" y="5554233"/>
                  </a:lnTo>
                  <a:lnTo>
                    <a:pt x="489288" y="5554233"/>
                  </a:lnTo>
                  <a:lnTo>
                    <a:pt x="489413" y="5554233"/>
                  </a:lnTo>
                  <a:lnTo>
                    <a:pt x="489538" y="5554233"/>
                  </a:lnTo>
                  <a:lnTo>
                    <a:pt x="489663" y="5554233"/>
                  </a:lnTo>
                  <a:lnTo>
                    <a:pt x="489788" y="5554233"/>
                  </a:lnTo>
                  <a:lnTo>
                    <a:pt x="489913" y="5554233"/>
                  </a:lnTo>
                  <a:lnTo>
                    <a:pt x="490038" y="5554233"/>
                  </a:lnTo>
                  <a:lnTo>
                    <a:pt x="490163" y="5554233"/>
                  </a:lnTo>
                  <a:lnTo>
                    <a:pt x="490288" y="5554233"/>
                  </a:lnTo>
                  <a:lnTo>
                    <a:pt x="490413" y="5554233"/>
                  </a:lnTo>
                  <a:lnTo>
                    <a:pt x="490538" y="5554233"/>
                  </a:lnTo>
                  <a:lnTo>
                    <a:pt x="490664" y="5554233"/>
                  </a:lnTo>
                  <a:lnTo>
                    <a:pt x="490789" y="5554233"/>
                  </a:lnTo>
                  <a:lnTo>
                    <a:pt x="490914" y="5554233"/>
                  </a:lnTo>
                  <a:lnTo>
                    <a:pt x="491039" y="5554233"/>
                  </a:lnTo>
                  <a:lnTo>
                    <a:pt x="491164" y="5554233"/>
                  </a:lnTo>
                  <a:lnTo>
                    <a:pt x="491289" y="5554233"/>
                  </a:lnTo>
                  <a:lnTo>
                    <a:pt x="491414" y="5554233"/>
                  </a:lnTo>
                  <a:lnTo>
                    <a:pt x="491539" y="5554233"/>
                  </a:lnTo>
                  <a:lnTo>
                    <a:pt x="491664" y="5554233"/>
                  </a:lnTo>
                  <a:lnTo>
                    <a:pt x="491789" y="5554233"/>
                  </a:lnTo>
                  <a:lnTo>
                    <a:pt x="491914" y="5554233"/>
                  </a:lnTo>
                  <a:lnTo>
                    <a:pt x="492039" y="5554233"/>
                  </a:lnTo>
                  <a:lnTo>
                    <a:pt x="492164" y="5554233"/>
                  </a:lnTo>
                  <a:lnTo>
                    <a:pt x="492289" y="5554233"/>
                  </a:lnTo>
                  <a:lnTo>
                    <a:pt x="492414" y="5554233"/>
                  </a:lnTo>
                  <a:lnTo>
                    <a:pt x="492539" y="5554233"/>
                  </a:lnTo>
                  <a:lnTo>
                    <a:pt x="492664" y="5554233"/>
                  </a:lnTo>
                  <a:lnTo>
                    <a:pt x="492789" y="5554233"/>
                  </a:lnTo>
                  <a:lnTo>
                    <a:pt x="492914" y="5554233"/>
                  </a:lnTo>
                  <a:lnTo>
                    <a:pt x="493039" y="5554233"/>
                  </a:lnTo>
                  <a:lnTo>
                    <a:pt x="493164" y="5554233"/>
                  </a:lnTo>
                  <a:lnTo>
                    <a:pt x="493289" y="5554233"/>
                  </a:lnTo>
                  <a:lnTo>
                    <a:pt x="493414" y="5554233"/>
                  </a:lnTo>
                  <a:lnTo>
                    <a:pt x="493539" y="5554233"/>
                  </a:lnTo>
                  <a:lnTo>
                    <a:pt x="493665" y="5554233"/>
                  </a:lnTo>
                  <a:lnTo>
                    <a:pt x="493790" y="5554233"/>
                  </a:lnTo>
                  <a:lnTo>
                    <a:pt x="493915" y="5554233"/>
                  </a:lnTo>
                  <a:lnTo>
                    <a:pt x="494040" y="5554233"/>
                  </a:lnTo>
                  <a:lnTo>
                    <a:pt x="494165" y="5554233"/>
                  </a:lnTo>
                  <a:lnTo>
                    <a:pt x="494290" y="5554233"/>
                  </a:lnTo>
                  <a:lnTo>
                    <a:pt x="494415" y="5554233"/>
                  </a:lnTo>
                  <a:lnTo>
                    <a:pt x="494540" y="5554233"/>
                  </a:lnTo>
                  <a:lnTo>
                    <a:pt x="494665" y="5554233"/>
                  </a:lnTo>
                  <a:lnTo>
                    <a:pt x="494790" y="5554233"/>
                  </a:lnTo>
                  <a:lnTo>
                    <a:pt x="494915" y="5554233"/>
                  </a:lnTo>
                  <a:lnTo>
                    <a:pt x="495040" y="5554233"/>
                  </a:lnTo>
                  <a:lnTo>
                    <a:pt x="495165" y="5554233"/>
                  </a:lnTo>
                  <a:lnTo>
                    <a:pt x="495290" y="5554233"/>
                  </a:lnTo>
                  <a:lnTo>
                    <a:pt x="495415" y="5554233"/>
                  </a:lnTo>
                  <a:lnTo>
                    <a:pt x="495540" y="5554233"/>
                  </a:lnTo>
                  <a:lnTo>
                    <a:pt x="495665" y="5554233"/>
                  </a:lnTo>
                  <a:lnTo>
                    <a:pt x="495790" y="5554233"/>
                  </a:lnTo>
                  <a:lnTo>
                    <a:pt x="495915" y="5554233"/>
                  </a:lnTo>
                  <a:lnTo>
                    <a:pt x="496040" y="5554233"/>
                  </a:lnTo>
                  <a:lnTo>
                    <a:pt x="496165" y="5554233"/>
                  </a:lnTo>
                  <a:lnTo>
                    <a:pt x="496290" y="5554233"/>
                  </a:lnTo>
                  <a:lnTo>
                    <a:pt x="496415" y="5554233"/>
                  </a:lnTo>
                  <a:lnTo>
                    <a:pt x="496540" y="5554233"/>
                  </a:lnTo>
                  <a:lnTo>
                    <a:pt x="496666" y="5554233"/>
                  </a:lnTo>
                  <a:lnTo>
                    <a:pt x="496791" y="5554233"/>
                  </a:lnTo>
                  <a:lnTo>
                    <a:pt x="496916" y="5554233"/>
                  </a:lnTo>
                  <a:lnTo>
                    <a:pt x="497041" y="5554233"/>
                  </a:lnTo>
                  <a:lnTo>
                    <a:pt x="497166" y="5554233"/>
                  </a:lnTo>
                  <a:lnTo>
                    <a:pt x="497291" y="5554233"/>
                  </a:lnTo>
                  <a:lnTo>
                    <a:pt x="497416" y="5554233"/>
                  </a:lnTo>
                  <a:lnTo>
                    <a:pt x="497541" y="5554233"/>
                  </a:lnTo>
                  <a:lnTo>
                    <a:pt x="497666" y="5554233"/>
                  </a:lnTo>
                  <a:lnTo>
                    <a:pt x="497791" y="5554233"/>
                  </a:lnTo>
                  <a:lnTo>
                    <a:pt x="497916" y="5554233"/>
                  </a:lnTo>
                  <a:lnTo>
                    <a:pt x="498041" y="5554233"/>
                  </a:lnTo>
                  <a:lnTo>
                    <a:pt x="498166" y="5554233"/>
                  </a:lnTo>
                  <a:lnTo>
                    <a:pt x="498291" y="5554233"/>
                  </a:lnTo>
                  <a:lnTo>
                    <a:pt x="498416" y="5554233"/>
                  </a:lnTo>
                  <a:lnTo>
                    <a:pt x="498541" y="5554233"/>
                  </a:lnTo>
                  <a:lnTo>
                    <a:pt x="498666" y="5554233"/>
                  </a:lnTo>
                  <a:lnTo>
                    <a:pt x="498791" y="5554233"/>
                  </a:lnTo>
                  <a:lnTo>
                    <a:pt x="498916" y="5554233"/>
                  </a:lnTo>
                  <a:lnTo>
                    <a:pt x="499041" y="5554233"/>
                  </a:lnTo>
                  <a:lnTo>
                    <a:pt x="499166" y="5554233"/>
                  </a:lnTo>
                  <a:lnTo>
                    <a:pt x="499291" y="5554233"/>
                  </a:lnTo>
                  <a:lnTo>
                    <a:pt x="499416" y="5554233"/>
                  </a:lnTo>
                  <a:lnTo>
                    <a:pt x="499541" y="5554233"/>
                  </a:lnTo>
                  <a:lnTo>
                    <a:pt x="499667" y="5554233"/>
                  </a:lnTo>
                  <a:lnTo>
                    <a:pt x="499792" y="5554233"/>
                  </a:lnTo>
                  <a:lnTo>
                    <a:pt x="499917" y="5554233"/>
                  </a:lnTo>
                  <a:lnTo>
                    <a:pt x="500042" y="5554233"/>
                  </a:lnTo>
                  <a:lnTo>
                    <a:pt x="500167" y="5554233"/>
                  </a:lnTo>
                  <a:lnTo>
                    <a:pt x="500292" y="5554233"/>
                  </a:lnTo>
                  <a:lnTo>
                    <a:pt x="500417" y="5554233"/>
                  </a:lnTo>
                  <a:lnTo>
                    <a:pt x="500542" y="5554233"/>
                  </a:lnTo>
                  <a:lnTo>
                    <a:pt x="500667" y="5554233"/>
                  </a:lnTo>
                  <a:lnTo>
                    <a:pt x="500792" y="5554233"/>
                  </a:lnTo>
                  <a:lnTo>
                    <a:pt x="500917" y="5554233"/>
                  </a:lnTo>
                  <a:lnTo>
                    <a:pt x="500917" y="5544279"/>
                  </a:lnTo>
                  <a:lnTo>
                    <a:pt x="501042" y="5544279"/>
                  </a:lnTo>
                  <a:lnTo>
                    <a:pt x="501167" y="5544279"/>
                  </a:lnTo>
                  <a:lnTo>
                    <a:pt x="501292" y="5544279"/>
                  </a:lnTo>
                  <a:lnTo>
                    <a:pt x="501417" y="5544279"/>
                  </a:lnTo>
                  <a:lnTo>
                    <a:pt x="501542" y="5544279"/>
                  </a:lnTo>
                  <a:lnTo>
                    <a:pt x="501667" y="5544279"/>
                  </a:lnTo>
                  <a:lnTo>
                    <a:pt x="501792" y="5544279"/>
                  </a:lnTo>
                  <a:lnTo>
                    <a:pt x="501917" y="5544279"/>
                  </a:lnTo>
                  <a:lnTo>
                    <a:pt x="502042" y="5544279"/>
                  </a:lnTo>
                  <a:lnTo>
                    <a:pt x="502167" y="5544279"/>
                  </a:lnTo>
                  <a:lnTo>
                    <a:pt x="502292" y="5544279"/>
                  </a:lnTo>
                  <a:lnTo>
                    <a:pt x="502417" y="5544279"/>
                  </a:lnTo>
                  <a:lnTo>
                    <a:pt x="502542" y="5544279"/>
                  </a:lnTo>
                  <a:lnTo>
                    <a:pt x="502668" y="5544279"/>
                  </a:lnTo>
                  <a:lnTo>
                    <a:pt x="502793" y="5544279"/>
                  </a:lnTo>
                  <a:lnTo>
                    <a:pt x="502918" y="5544279"/>
                  </a:lnTo>
                  <a:lnTo>
                    <a:pt x="503043" y="5544279"/>
                  </a:lnTo>
                  <a:lnTo>
                    <a:pt x="503168" y="5544279"/>
                  </a:lnTo>
                  <a:lnTo>
                    <a:pt x="503293" y="5544279"/>
                  </a:lnTo>
                  <a:lnTo>
                    <a:pt x="503418" y="5544279"/>
                  </a:lnTo>
                  <a:lnTo>
                    <a:pt x="503543" y="5544279"/>
                  </a:lnTo>
                  <a:lnTo>
                    <a:pt x="503668" y="5544279"/>
                  </a:lnTo>
                  <a:lnTo>
                    <a:pt x="503793" y="5544279"/>
                  </a:lnTo>
                  <a:lnTo>
                    <a:pt x="503918" y="5544279"/>
                  </a:lnTo>
                  <a:lnTo>
                    <a:pt x="504043" y="5544279"/>
                  </a:lnTo>
                  <a:lnTo>
                    <a:pt x="504168" y="5544279"/>
                  </a:lnTo>
                  <a:lnTo>
                    <a:pt x="504293" y="5544279"/>
                  </a:lnTo>
                  <a:lnTo>
                    <a:pt x="504418" y="5544279"/>
                  </a:lnTo>
                  <a:lnTo>
                    <a:pt x="504543" y="5544279"/>
                  </a:lnTo>
                  <a:lnTo>
                    <a:pt x="504668" y="5544279"/>
                  </a:lnTo>
                  <a:lnTo>
                    <a:pt x="504793" y="5544279"/>
                  </a:lnTo>
                  <a:lnTo>
                    <a:pt x="504918" y="5544279"/>
                  </a:lnTo>
                  <a:lnTo>
                    <a:pt x="505043" y="5544279"/>
                  </a:lnTo>
                  <a:lnTo>
                    <a:pt x="505168" y="5544279"/>
                  </a:lnTo>
                  <a:lnTo>
                    <a:pt x="505293" y="5544279"/>
                  </a:lnTo>
                  <a:lnTo>
                    <a:pt x="505418" y="5544279"/>
                  </a:lnTo>
                  <a:lnTo>
                    <a:pt x="505544" y="5544279"/>
                  </a:lnTo>
                  <a:lnTo>
                    <a:pt x="505669" y="5544279"/>
                  </a:lnTo>
                  <a:lnTo>
                    <a:pt x="505794" y="5544279"/>
                  </a:lnTo>
                  <a:lnTo>
                    <a:pt x="505919" y="5544279"/>
                  </a:lnTo>
                  <a:lnTo>
                    <a:pt x="506044" y="5544279"/>
                  </a:lnTo>
                  <a:lnTo>
                    <a:pt x="506169" y="5544279"/>
                  </a:lnTo>
                  <a:lnTo>
                    <a:pt x="506294" y="5544279"/>
                  </a:lnTo>
                  <a:lnTo>
                    <a:pt x="506419" y="5544279"/>
                  </a:lnTo>
                  <a:lnTo>
                    <a:pt x="506544" y="5544279"/>
                  </a:lnTo>
                  <a:lnTo>
                    <a:pt x="506669" y="5544279"/>
                  </a:lnTo>
                  <a:lnTo>
                    <a:pt x="506794" y="5544279"/>
                  </a:lnTo>
                  <a:lnTo>
                    <a:pt x="506919" y="5544279"/>
                  </a:lnTo>
                  <a:lnTo>
                    <a:pt x="507044" y="5544279"/>
                  </a:lnTo>
                  <a:lnTo>
                    <a:pt x="507169" y="5544279"/>
                  </a:lnTo>
                  <a:lnTo>
                    <a:pt x="507294" y="5544279"/>
                  </a:lnTo>
                  <a:lnTo>
                    <a:pt x="507419" y="5544279"/>
                  </a:lnTo>
                  <a:lnTo>
                    <a:pt x="507544" y="5544279"/>
                  </a:lnTo>
                  <a:lnTo>
                    <a:pt x="507669" y="5544279"/>
                  </a:lnTo>
                  <a:lnTo>
                    <a:pt x="507794" y="5544279"/>
                  </a:lnTo>
                  <a:lnTo>
                    <a:pt x="507919" y="5544279"/>
                  </a:lnTo>
                  <a:lnTo>
                    <a:pt x="508044" y="5544279"/>
                  </a:lnTo>
                  <a:lnTo>
                    <a:pt x="508169" y="5544279"/>
                  </a:lnTo>
                  <a:lnTo>
                    <a:pt x="508294" y="5544279"/>
                  </a:lnTo>
                  <a:lnTo>
                    <a:pt x="508419" y="5544279"/>
                  </a:lnTo>
                  <a:lnTo>
                    <a:pt x="508545" y="5544279"/>
                  </a:lnTo>
                  <a:lnTo>
                    <a:pt x="508670" y="5544279"/>
                  </a:lnTo>
                  <a:lnTo>
                    <a:pt x="508795" y="5544279"/>
                  </a:lnTo>
                  <a:lnTo>
                    <a:pt x="508920" y="5544279"/>
                  </a:lnTo>
                  <a:lnTo>
                    <a:pt x="509045" y="5544279"/>
                  </a:lnTo>
                  <a:lnTo>
                    <a:pt x="509170" y="5544279"/>
                  </a:lnTo>
                  <a:lnTo>
                    <a:pt x="509295" y="5544279"/>
                  </a:lnTo>
                  <a:lnTo>
                    <a:pt x="509420" y="5544279"/>
                  </a:lnTo>
                  <a:lnTo>
                    <a:pt x="509545" y="5544279"/>
                  </a:lnTo>
                  <a:lnTo>
                    <a:pt x="509670" y="5544279"/>
                  </a:lnTo>
                  <a:lnTo>
                    <a:pt x="509795" y="5544279"/>
                  </a:lnTo>
                  <a:lnTo>
                    <a:pt x="509920" y="5544279"/>
                  </a:lnTo>
                  <a:lnTo>
                    <a:pt x="510045" y="5544279"/>
                  </a:lnTo>
                  <a:lnTo>
                    <a:pt x="510170" y="5544279"/>
                  </a:lnTo>
                  <a:lnTo>
                    <a:pt x="510295" y="5544279"/>
                  </a:lnTo>
                  <a:lnTo>
                    <a:pt x="510420" y="5544279"/>
                  </a:lnTo>
                  <a:lnTo>
                    <a:pt x="510545" y="5544279"/>
                  </a:lnTo>
                  <a:lnTo>
                    <a:pt x="510670" y="5544279"/>
                  </a:lnTo>
                  <a:lnTo>
                    <a:pt x="510795" y="5544279"/>
                  </a:lnTo>
                  <a:lnTo>
                    <a:pt x="510920" y="5544279"/>
                  </a:lnTo>
                  <a:lnTo>
                    <a:pt x="511045" y="5544279"/>
                  </a:lnTo>
                  <a:lnTo>
                    <a:pt x="511170" y="5544279"/>
                  </a:lnTo>
                  <a:lnTo>
                    <a:pt x="511295" y="5544279"/>
                  </a:lnTo>
                  <a:lnTo>
                    <a:pt x="511420" y="5544279"/>
                  </a:lnTo>
                  <a:lnTo>
                    <a:pt x="511546" y="5544279"/>
                  </a:lnTo>
                  <a:lnTo>
                    <a:pt x="511671" y="5544279"/>
                  </a:lnTo>
                  <a:lnTo>
                    <a:pt x="511671" y="5534325"/>
                  </a:lnTo>
                  <a:lnTo>
                    <a:pt x="511796" y="5534325"/>
                  </a:lnTo>
                  <a:lnTo>
                    <a:pt x="511921" y="5534325"/>
                  </a:lnTo>
                  <a:lnTo>
                    <a:pt x="512046" y="5534325"/>
                  </a:lnTo>
                  <a:lnTo>
                    <a:pt x="512171" y="5534325"/>
                  </a:lnTo>
                  <a:lnTo>
                    <a:pt x="512296" y="5534325"/>
                  </a:lnTo>
                  <a:lnTo>
                    <a:pt x="512421" y="5534325"/>
                  </a:lnTo>
                  <a:lnTo>
                    <a:pt x="512546" y="5534325"/>
                  </a:lnTo>
                  <a:lnTo>
                    <a:pt x="512671" y="5534325"/>
                  </a:lnTo>
                  <a:lnTo>
                    <a:pt x="512796" y="5534325"/>
                  </a:lnTo>
                  <a:lnTo>
                    <a:pt x="512921" y="5534325"/>
                  </a:lnTo>
                  <a:lnTo>
                    <a:pt x="513046" y="5534325"/>
                  </a:lnTo>
                  <a:lnTo>
                    <a:pt x="513171" y="5534325"/>
                  </a:lnTo>
                  <a:lnTo>
                    <a:pt x="513296" y="5534325"/>
                  </a:lnTo>
                  <a:lnTo>
                    <a:pt x="513421" y="5534325"/>
                  </a:lnTo>
                  <a:lnTo>
                    <a:pt x="513546" y="5534325"/>
                  </a:lnTo>
                  <a:lnTo>
                    <a:pt x="513671" y="5534325"/>
                  </a:lnTo>
                  <a:lnTo>
                    <a:pt x="513796" y="5534325"/>
                  </a:lnTo>
                  <a:lnTo>
                    <a:pt x="513921" y="5534325"/>
                  </a:lnTo>
                  <a:lnTo>
                    <a:pt x="514046" y="5534325"/>
                  </a:lnTo>
                  <a:lnTo>
                    <a:pt x="514171" y="5534325"/>
                  </a:lnTo>
                  <a:lnTo>
                    <a:pt x="514296" y="5534325"/>
                  </a:lnTo>
                  <a:lnTo>
                    <a:pt x="514421" y="5534325"/>
                  </a:lnTo>
                  <a:lnTo>
                    <a:pt x="514547" y="5534325"/>
                  </a:lnTo>
                  <a:lnTo>
                    <a:pt x="514672" y="5534325"/>
                  </a:lnTo>
                  <a:lnTo>
                    <a:pt x="514797" y="5534325"/>
                  </a:lnTo>
                  <a:lnTo>
                    <a:pt x="514922" y="5534325"/>
                  </a:lnTo>
                  <a:lnTo>
                    <a:pt x="515047" y="5534325"/>
                  </a:lnTo>
                  <a:lnTo>
                    <a:pt x="515172" y="5534325"/>
                  </a:lnTo>
                  <a:lnTo>
                    <a:pt x="515297" y="5534325"/>
                  </a:lnTo>
                  <a:lnTo>
                    <a:pt x="515422" y="5534325"/>
                  </a:lnTo>
                  <a:lnTo>
                    <a:pt x="515547" y="5534325"/>
                  </a:lnTo>
                  <a:lnTo>
                    <a:pt x="515672" y="5534325"/>
                  </a:lnTo>
                  <a:lnTo>
                    <a:pt x="515797" y="5534325"/>
                  </a:lnTo>
                  <a:lnTo>
                    <a:pt x="515922" y="5534325"/>
                  </a:lnTo>
                  <a:lnTo>
                    <a:pt x="516047" y="5534325"/>
                  </a:lnTo>
                  <a:lnTo>
                    <a:pt x="516172" y="5534325"/>
                  </a:lnTo>
                  <a:lnTo>
                    <a:pt x="516297" y="5534325"/>
                  </a:lnTo>
                  <a:lnTo>
                    <a:pt x="516422" y="5534325"/>
                  </a:lnTo>
                  <a:lnTo>
                    <a:pt x="516547" y="5534325"/>
                  </a:lnTo>
                  <a:lnTo>
                    <a:pt x="516672" y="5534325"/>
                  </a:lnTo>
                  <a:lnTo>
                    <a:pt x="516797" y="5534325"/>
                  </a:lnTo>
                  <a:lnTo>
                    <a:pt x="516922" y="5534325"/>
                  </a:lnTo>
                  <a:lnTo>
                    <a:pt x="517047" y="5534325"/>
                  </a:lnTo>
                  <a:lnTo>
                    <a:pt x="517172" y="5534325"/>
                  </a:lnTo>
                  <a:lnTo>
                    <a:pt x="517297" y="5534325"/>
                  </a:lnTo>
                  <a:lnTo>
                    <a:pt x="517422" y="5534325"/>
                  </a:lnTo>
                  <a:lnTo>
                    <a:pt x="517548" y="5534325"/>
                  </a:lnTo>
                  <a:lnTo>
                    <a:pt x="517673" y="5534325"/>
                  </a:lnTo>
                  <a:lnTo>
                    <a:pt x="517798" y="5534325"/>
                  </a:lnTo>
                  <a:lnTo>
                    <a:pt x="517923" y="5534325"/>
                  </a:lnTo>
                  <a:lnTo>
                    <a:pt x="518048" y="5534325"/>
                  </a:lnTo>
                  <a:lnTo>
                    <a:pt x="518173" y="5534325"/>
                  </a:lnTo>
                  <a:lnTo>
                    <a:pt x="518298" y="5534325"/>
                  </a:lnTo>
                  <a:lnTo>
                    <a:pt x="518423" y="5534325"/>
                  </a:lnTo>
                  <a:lnTo>
                    <a:pt x="518548" y="5534325"/>
                  </a:lnTo>
                  <a:lnTo>
                    <a:pt x="518673" y="5534325"/>
                  </a:lnTo>
                  <a:lnTo>
                    <a:pt x="518798" y="5534325"/>
                  </a:lnTo>
                  <a:lnTo>
                    <a:pt x="518923" y="5534325"/>
                  </a:lnTo>
                  <a:lnTo>
                    <a:pt x="519048" y="5534325"/>
                  </a:lnTo>
                  <a:lnTo>
                    <a:pt x="519048" y="5524371"/>
                  </a:lnTo>
                  <a:lnTo>
                    <a:pt x="519173" y="5524371"/>
                  </a:lnTo>
                  <a:lnTo>
                    <a:pt x="519298" y="5524371"/>
                  </a:lnTo>
                  <a:lnTo>
                    <a:pt x="519423" y="5524371"/>
                  </a:lnTo>
                  <a:lnTo>
                    <a:pt x="519548" y="5524371"/>
                  </a:lnTo>
                  <a:lnTo>
                    <a:pt x="519673" y="5524371"/>
                  </a:lnTo>
                  <a:lnTo>
                    <a:pt x="519798" y="5524371"/>
                  </a:lnTo>
                  <a:lnTo>
                    <a:pt x="519923" y="5524371"/>
                  </a:lnTo>
                  <a:lnTo>
                    <a:pt x="520048" y="5524371"/>
                  </a:lnTo>
                  <a:lnTo>
                    <a:pt x="520173" y="5524371"/>
                  </a:lnTo>
                  <a:lnTo>
                    <a:pt x="520298" y="5524371"/>
                  </a:lnTo>
                  <a:lnTo>
                    <a:pt x="520423" y="5524371"/>
                  </a:lnTo>
                  <a:lnTo>
                    <a:pt x="520549" y="5524371"/>
                  </a:lnTo>
                  <a:lnTo>
                    <a:pt x="520674" y="5524371"/>
                  </a:lnTo>
                  <a:lnTo>
                    <a:pt x="520799" y="5524371"/>
                  </a:lnTo>
                  <a:lnTo>
                    <a:pt x="520924" y="5524371"/>
                  </a:lnTo>
                  <a:lnTo>
                    <a:pt x="521049" y="5524371"/>
                  </a:lnTo>
                  <a:lnTo>
                    <a:pt x="521174" y="5524371"/>
                  </a:lnTo>
                  <a:lnTo>
                    <a:pt x="521299" y="5524371"/>
                  </a:lnTo>
                  <a:lnTo>
                    <a:pt x="521424" y="5524371"/>
                  </a:lnTo>
                  <a:lnTo>
                    <a:pt x="521549" y="5524371"/>
                  </a:lnTo>
                  <a:lnTo>
                    <a:pt x="521674" y="5524371"/>
                  </a:lnTo>
                  <a:lnTo>
                    <a:pt x="521799" y="5524371"/>
                  </a:lnTo>
                  <a:lnTo>
                    <a:pt x="521924" y="5524371"/>
                  </a:lnTo>
                  <a:lnTo>
                    <a:pt x="522049" y="5524371"/>
                  </a:lnTo>
                  <a:lnTo>
                    <a:pt x="522174" y="5524371"/>
                  </a:lnTo>
                  <a:lnTo>
                    <a:pt x="522299" y="5524371"/>
                  </a:lnTo>
                  <a:lnTo>
                    <a:pt x="522424" y="5524371"/>
                  </a:lnTo>
                  <a:lnTo>
                    <a:pt x="522549" y="5524371"/>
                  </a:lnTo>
                  <a:lnTo>
                    <a:pt x="522674" y="5524371"/>
                  </a:lnTo>
                  <a:lnTo>
                    <a:pt x="522799" y="5524371"/>
                  </a:lnTo>
                  <a:lnTo>
                    <a:pt x="522924" y="5524371"/>
                  </a:lnTo>
                  <a:lnTo>
                    <a:pt x="523049" y="5524371"/>
                  </a:lnTo>
                  <a:lnTo>
                    <a:pt x="523174" y="5524371"/>
                  </a:lnTo>
                  <a:lnTo>
                    <a:pt x="523299" y="5524371"/>
                  </a:lnTo>
                  <a:lnTo>
                    <a:pt x="523424" y="5524371"/>
                  </a:lnTo>
                  <a:lnTo>
                    <a:pt x="523550" y="5524371"/>
                  </a:lnTo>
                  <a:lnTo>
                    <a:pt x="523675" y="5524371"/>
                  </a:lnTo>
                  <a:lnTo>
                    <a:pt x="523800" y="5524371"/>
                  </a:lnTo>
                  <a:lnTo>
                    <a:pt x="523925" y="5524371"/>
                  </a:lnTo>
                  <a:lnTo>
                    <a:pt x="524050" y="5524371"/>
                  </a:lnTo>
                  <a:lnTo>
                    <a:pt x="524175" y="5524371"/>
                  </a:lnTo>
                  <a:lnTo>
                    <a:pt x="524300" y="5524371"/>
                  </a:lnTo>
                  <a:lnTo>
                    <a:pt x="524425" y="5524371"/>
                  </a:lnTo>
                  <a:lnTo>
                    <a:pt x="524550" y="5524371"/>
                  </a:lnTo>
                  <a:lnTo>
                    <a:pt x="524675" y="5524371"/>
                  </a:lnTo>
                  <a:lnTo>
                    <a:pt x="524800" y="5524371"/>
                  </a:lnTo>
                  <a:lnTo>
                    <a:pt x="524925" y="5524371"/>
                  </a:lnTo>
                  <a:lnTo>
                    <a:pt x="525050" y="5524371"/>
                  </a:lnTo>
                  <a:lnTo>
                    <a:pt x="525175" y="5524371"/>
                  </a:lnTo>
                  <a:lnTo>
                    <a:pt x="525300" y="5524371"/>
                  </a:lnTo>
                  <a:lnTo>
                    <a:pt x="525425" y="5524371"/>
                  </a:lnTo>
                  <a:lnTo>
                    <a:pt x="525550" y="5524371"/>
                  </a:lnTo>
                  <a:lnTo>
                    <a:pt x="525675" y="5524371"/>
                  </a:lnTo>
                  <a:lnTo>
                    <a:pt x="525800" y="5524371"/>
                  </a:lnTo>
                  <a:lnTo>
                    <a:pt x="525925" y="5524371"/>
                  </a:lnTo>
                  <a:lnTo>
                    <a:pt x="526050" y="5524371"/>
                  </a:lnTo>
                  <a:lnTo>
                    <a:pt x="526175" y="5524371"/>
                  </a:lnTo>
                  <a:lnTo>
                    <a:pt x="526300" y="5524371"/>
                  </a:lnTo>
                  <a:lnTo>
                    <a:pt x="526425" y="5524371"/>
                  </a:lnTo>
                  <a:lnTo>
                    <a:pt x="526551" y="5524371"/>
                  </a:lnTo>
                  <a:lnTo>
                    <a:pt x="526676" y="5524371"/>
                  </a:lnTo>
                  <a:lnTo>
                    <a:pt x="526801" y="5524371"/>
                  </a:lnTo>
                  <a:lnTo>
                    <a:pt x="526926" y="5524371"/>
                  </a:lnTo>
                  <a:lnTo>
                    <a:pt x="527051" y="5524371"/>
                  </a:lnTo>
                  <a:lnTo>
                    <a:pt x="527176" y="5524371"/>
                  </a:lnTo>
                  <a:lnTo>
                    <a:pt x="527301" y="5524371"/>
                  </a:lnTo>
                  <a:lnTo>
                    <a:pt x="527426" y="5524371"/>
                  </a:lnTo>
                  <a:lnTo>
                    <a:pt x="527551" y="5524371"/>
                  </a:lnTo>
                  <a:lnTo>
                    <a:pt x="527676" y="5524371"/>
                  </a:lnTo>
                  <a:lnTo>
                    <a:pt x="527801" y="5524371"/>
                  </a:lnTo>
                  <a:lnTo>
                    <a:pt x="527926" y="5524371"/>
                  </a:lnTo>
                  <a:lnTo>
                    <a:pt x="527926" y="5514417"/>
                  </a:lnTo>
                  <a:lnTo>
                    <a:pt x="528051" y="5514417"/>
                  </a:lnTo>
                  <a:lnTo>
                    <a:pt x="528176" y="5514417"/>
                  </a:lnTo>
                  <a:lnTo>
                    <a:pt x="528301" y="5514417"/>
                  </a:lnTo>
                  <a:lnTo>
                    <a:pt x="528426" y="5514417"/>
                  </a:lnTo>
                  <a:lnTo>
                    <a:pt x="528551" y="5514417"/>
                  </a:lnTo>
                  <a:lnTo>
                    <a:pt x="528676" y="5514417"/>
                  </a:lnTo>
                  <a:lnTo>
                    <a:pt x="528801" y="5514417"/>
                  </a:lnTo>
                  <a:lnTo>
                    <a:pt x="528926" y="5514417"/>
                  </a:lnTo>
                  <a:lnTo>
                    <a:pt x="529051" y="5514417"/>
                  </a:lnTo>
                  <a:lnTo>
                    <a:pt x="529176" y="5514417"/>
                  </a:lnTo>
                  <a:lnTo>
                    <a:pt x="529301" y="5514417"/>
                  </a:lnTo>
                  <a:lnTo>
                    <a:pt x="529426" y="5514417"/>
                  </a:lnTo>
                  <a:lnTo>
                    <a:pt x="529552" y="5514417"/>
                  </a:lnTo>
                  <a:lnTo>
                    <a:pt x="529677" y="5514417"/>
                  </a:lnTo>
                  <a:lnTo>
                    <a:pt x="529802" y="5514417"/>
                  </a:lnTo>
                  <a:lnTo>
                    <a:pt x="529927" y="5514417"/>
                  </a:lnTo>
                  <a:lnTo>
                    <a:pt x="530052" y="5514417"/>
                  </a:lnTo>
                  <a:lnTo>
                    <a:pt x="530177" y="5514417"/>
                  </a:lnTo>
                  <a:lnTo>
                    <a:pt x="530302" y="5514417"/>
                  </a:lnTo>
                  <a:lnTo>
                    <a:pt x="530427" y="5514417"/>
                  </a:lnTo>
                  <a:lnTo>
                    <a:pt x="530552" y="5514417"/>
                  </a:lnTo>
                  <a:lnTo>
                    <a:pt x="530552" y="5504463"/>
                  </a:lnTo>
                  <a:lnTo>
                    <a:pt x="530677" y="5504463"/>
                  </a:lnTo>
                  <a:lnTo>
                    <a:pt x="530802" y="5504463"/>
                  </a:lnTo>
                  <a:lnTo>
                    <a:pt x="530927" y="5504463"/>
                  </a:lnTo>
                  <a:lnTo>
                    <a:pt x="531052" y="5504463"/>
                  </a:lnTo>
                  <a:lnTo>
                    <a:pt x="531177" y="5504463"/>
                  </a:lnTo>
                  <a:lnTo>
                    <a:pt x="531302" y="5504463"/>
                  </a:lnTo>
                  <a:lnTo>
                    <a:pt x="531427" y="5504463"/>
                  </a:lnTo>
                  <a:lnTo>
                    <a:pt x="531552" y="5504463"/>
                  </a:lnTo>
                  <a:lnTo>
                    <a:pt x="531677" y="5504463"/>
                  </a:lnTo>
                  <a:lnTo>
                    <a:pt x="531802" y="5504463"/>
                  </a:lnTo>
                  <a:lnTo>
                    <a:pt x="531927" y="5504463"/>
                  </a:lnTo>
                  <a:lnTo>
                    <a:pt x="532052" y="5504463"/>
                  </a:lnTo>
                  <a:lnTo>
                    <a:pt x="532177" y="5504463"/>
                  </a:lnTo>
                  <a:lnTo>
                    <a:pt x="532302" y="5504463"/>
                  </a:lnTo>
                  <a:lnTo>
                    <a:pt x="532427" y="5504463"/>
                  </a:lnTo>
                  <a:lnTo>
                    <a:pt x="532553" y="5504463"/>
                  </a:lnTo>
                  <a:lnTo>
                    <a:pt x="532678" y="5504463"/>
                  </a:lnTo>
                  <a:lnTo>
                    <a:pt x="532803" y="5504463"/>
                  </a:lnTo>
                  <a:lnTo>
                    <a:pt x="532928" y="5504463"/>
                  </a:lnTo>
                  <a:lnTo>
                    <a:pt x="533053" y="5504463"/>
                  </a:lnTo>
                  <a:lnTo>
                    <a:pt x="533178" y="5504463"/>
                  </a:lnTo>
                  <a:lnTo>
                    <a:pt x="533303" y="5504463"/>
                  </a:lnTo>
                  <a:lnTo>
                    <a:pt x="533428" y="5504463"/>
                  </a:lnTo>
                  <a:lnTo>
                    <a:pt x="533553" y="5504463"/>
                  </a:lnTo>
                  <a:lnTo>
                    <a:pt x="533678" y="5504463"/>
                  </a:lnTo>
                  <a:lnTo>
                    <a:pt x="533803" y="5504463"/>
                  </a:lnTo>
                  <a:lnTo>
                    <a:pt x="533928" y="5504463"/>
                  </a:lnTo>
                  <a:lnTo>
                    <a:pt x="534053" y="5504463"/>
                  </a:lnTo>
                  <a:lnTo>
                    <a:pt x="534178" y="5504463"/>
                  </a:lnTo>
                  <a:lnTo>
                    <a:pt x="534303" y="5504463"/>
                  </a:lnTo>
                  <a:lnTo>
                    <a:pt x="534428" y="5504463"/>
                  </a:lnTo>
                  <a:lnTo>
                    <a:pt x="534553" y="5504463"/>
                  </a:lnTo>
                  <a:lnTo>
                    <a:pt x="534678" y="5504463"/>
                  </a:lnTo>
                  <a:lnTo>
                    <a:pt x="534803" y="5504463"/>
                  </a:lnTo>
                  <a:lnTo>
                    <a:pt x="534928" y="5504463"/>
                  </a:lnTo>
                  <a:lnTo>
                    <a:pt x="535053" y="5504463"/>
                  </a:lnTo>
                  <a:lnTo>
                    <a:pt x="535178" y="5504463"/>
                  </a:lnTo>
                  <a:lnTo>
                    <a:pt x="535303" y="5504463"/>
                  </a:lnTo>
                  <a:lnTo>
                    <a:pt x="535428" y="5504463"/>
                  </a:lnTo>
                  <a:lnTo>
                    <a:pt x="535554" y="5504463"/>
                  </a:lnTo>
                  <a:lnTo>
                    <a:pt x="535679" y="5504463"/>
                  </a:lnTo>
                  <a:lnTo>
                    <a:pt x="535804" y="5504463"/>
                  </a:lnTo>
                  <a:lnTo>
                    <a:pt x="535929" y="5504463"/>
                  </a:lnTo>
                  <a:lnTo>
                    <a:pt x="536054" y="5504463"/>
                  </a:lnTo>
                  <a:lnTo>
                    <a:pt x="536179" y="5504463"/>
                  </a:lnTo>
                  <a:lnTo>
                    <a:pt x="536304" y="5504463"/>
                  </a:lnTo>
                  <a:lnTo>
                    <a:pt x="536429" y="5504463"/>
                  </a:lnTo>
                  <a:lnTo>
                    <a:pt x="536554" y="5504463"/>
                  </a:lnTo>
                  <a:lnTo>
                    <a:pt x="536679" y="5504463"/>
                  </a:lnTo>
                  <a:lnTo>
                    <a:pt x="536804" y="5504463"/>
                  </a:lnTo>
                  <a:lnTo>
                    <a:pt x="536929" y="5504463"/>
                  </a:lnTo>
                  <a:lnTo>
                    <a:pt x="537054" y="5504463"/>
                  </a:lnTo>
                  <a:lnTo>
                    <a:pt x="537179" y="5504463"/>
                  </a:lnTo>
                  <a:lnTo>
                    <a:pt x="537304" y="5504463"/>
                  </a:lnTo>
                  <a:lnTo>
                    <a:pt x="537304" y="5494510"/>
                  </a:lnTo>
                  <a:lnTo>
                    <a:pt x="537429" y="5494510"/>
                  </a:lnTo>
                  <a:lnTo>
                    <a:pt x="537554" y="5494510"/>
                  </a:lnTo>
                  <a:lnTo>
                    <a:pt x="537679" y="5494510"/>
                  </a:lnTo>
                  <a:lnTo>
                    <a:pt x="537804" y="5494510"/>
                  </a:lnTo>
                  <a:lnTo>
                    <a:pt x="537804" y="5484556"/>
                  </a:lnTo>
                  <a:lnTo>
                    <a:pt x="537929" y="5484556"/>
                  </a:lnTo>
                  <a:lnTo>
                    <a:pt x="538054" y="5484556"/>
                  </a:lnTo>
                  <a:lnTo>
                    <a:pt x="538179" y="5484556"/>
                  </a:lnTo>
                  <a:lnTo>
                    <a:pt x="538304" y="5484556"/>
                  </a:lnTo>
                  <a:lnTo>
                    <a:pt x="538429" y="5484556"/>
                  </a:lnTo>
                  <a:lnTo>
                    <a:pt x="538555" y="5484556"/>
                  </a:lnTo>
                  <a:lnTo>
                    <a:pt x="538680" y="5484556"/>
                  </a:lnTo>
                  <a:lnTo>
                    <a:pt x="538805" y="5484556"/>
                  </a:lnTo>
                  <a:lnTo>
                    <a:pt x="538930" y="5484556"/>
                  </a:lnTo>
                  <a:lnTo>
                    <a:pt x="539055" y="5484556"/>
                  </a:lnTo>
                  <a:lnTo>
                    <a:pt x="539180" y="5484556"/>
                  </a:lnTo>
                  <a:lnTo>
                    <a:pt x="539305" y="5484556"/>
                  </a:lnTo>
                  <a:lnTo>
                    <a:pt x="539430" y="5484556"/>
                  </a:lnTo>
                  <a:lnTo>
                    <a:pt x="539555" y="5484556"/>
                  </a:lnTo>
                  <a:lnTo>
                    <a:pt x="539680" y="5484556"/>
                  </a:lnTo>
                  <a:lnTo>
                    <a:pt x="539805" y="5484556"/>
                  </a:lnTo>
                  <a:lnTo>
                    <a:pt x="539930" y="5484556"/>
                  </a:lnTo>
                  <a:lnTo>
                    <a:pt x="540055" y="5484556"/>
                  </a:lnTo>
                  <a:lnTo>
                    <a:pt x="540180" y="5484556"/>
                  </a:lnTo>
                  <a:lnTo>
                    <a:pt x="540305" y="5484556"/>
                  </a:lnTo>
                  <a:lnTo>
                    <a:pt x="540430" y="5484556"/>
                  </a:lnTo>
                  <a:lnTo>
                    <a:pt x="540555" y="5484556"/>
                  </a:lnTo>
                  <a:lnTo>
                    <a:pt x="540680" y="5484556"/>
                  </a:lnTo>
                  <a:lnTo>
                    <a:pt x="540805" y="5484556"/>
                  </a:lnTo>
                  <a:lnTo>
                    <a:pt x="540930" y="5484556"/>
                  </a:lnTo>
                  <a:lnTo>
                    <a:pt x="541055" y="5484556"/>
                  </a:lnTo>
                  <a:lnTo>
                    <a:pt x="541180" y="5484556"/>
                  </a:lnTo>
                  <a:lnTo>
                    <a:pt x="541305" y="5484556"/>
                  </a:lnTo>
                  <a:lnTo>
                    <a:pt x="541305" y="5474602"/>
                  </a:lnTo>
                  <a:lnTo>
                    <a:pt x="541430" y="5474602"/>
                  </a:lnTo>
                  <a:lnTo>
                    <a:pt x="541556" y="5474602"/>
                  </a:lnTo>
                  <a:lnTo>
                    <a:pt x="541681" y="5474602"/>
                  </a:lnTo>
                  <a:lnTo>
                    <a:pt x="541806" y="5474602"/>
                  </a:lnTo>
                  <a:lnTo>
                    <a:pt x="541931" y="5474602"/>
                  </a:lnTo>
                  <a:lnTo>
                    <a:pt x="542056" y="5474602"/>
                  </a:lnTo>
                  <a:lnTo>
                    <a:pt x="542181" y="5474602"/>
                  </a:lnTo>
                  <a:lnTo>
                    <a:pt x="542306" y="5474602"/>
                  </a:lnTo>
                  <a:lnTo>
                    <a:pt x="542431" y="5474602"/>
                  </a:lnTo>
                  <a:lnTo>
                    <a:pt x="542556" y="5474602"/>
                  </a:lnTo>
                  <a:lnTo>
                    <a:pt x="542681" y="5474602"/>
                  </a:lnTo>
                  <a:lnTo>
                    <a:pt x="542806" y="5474602"/>
                  </a:lnTo>
                  <a:lnTo>
                    <a:pt x="542931" y="5474602"/>
                  </a:lnTo>
                  <a:lnTo>
                    <a:pt x="543056" y="5474602"/>
                  </a:lnTo>
                  <a:lnTo>
                    <a:pt x="543181" y="5474602"/>
                  </a:lnTo>
                  <a:lnTo>
                    <a:pt x="543306" y="5474602"/>
                  </a:lnTo>
                  <a:lnTo>
                    <a:pt x="543431" y="5474602"/>
                  </a:lnTo>
                  <a:lnTo>
                    <a:pt x="543556" y="5474602"/>
                  </a:lnTo>
                  <a:lnTo>
                    <a:pt x="543681" y="5474602"/>
                  </a:lnTo>
                  <a:lnTo>
                    <a:pt x="543806" y="5474602"/>
                  </a:lnTo>
                  <a:lnTo>
                    <a:pt x="543931" y="5474602"/>
                  </a:lnTo>
                  <a:lnTo>
                    <a:pt x="544056" y="5474602"/>
                  </a:lnTo>
                  <a:lnTo>
                    <a:pt x="544181" y="5474602"/>
                  </a:lnTo>
                  <a:lnTo>
                    <a:pt x="544306" y="5474602"/>
                  </a:lnTo>
                  <a:lnTo>
                    <a:pt x="544432" y="5474602"/>
                  </a:lnTo>
                  <a:lnTo>
                    <a:pt x="544557" y="5474602"/>
                  </a:lnTo>
                  <a:lnTo>
                    <a:pt x="544682" y="5474602"/>
                  </a:lnTo>
                  <a:lnTo>
                    <a:pt x="544807" y="5474602"/>
                  </a:lnTo>
                  <a:lnTo>
                    <a:pt x="544932" y="5474602"/>
                  </a:lnTo>
                  <a:lnTo>
                    <a:pt x="545057" y="5474602"/>
                  </a:lnTo>
                  <a:lnTo>
                    <a:pt x="545182" y="5474602"/>
                  </a:lnTo>
                  <a:lnTo>
                    <a:pt x="545307" y="5474602"/>
                  </a:lnTo>
                  <a:lnTo>
                    <a:pt x="545432" y="5474602"/>
                  </a:lnTo>
                  <a:lnTo>
                    <a:pt x="545557" y="5474602"/>
                  </a:lnTo>
                  <a:lnTo>
                    <a:pt x="545682" y="5474602"/>
                  </a:lnTo>
                  <a:lnTo>
                    <a:pt x="545807" y="5474602"/>
                  </a:lnTo>
                  <a:lnTo>
                    <a:pt x="545932" y="5474602"/>
                  </a:lnTo>
                  <a:lnTo>
                    <a:pt x="546057" y="5474602"/>
                  </a:lnTo>
                  <a:lnTo>
                    <a:pt x="546182" y="5474602"/>
                  </a:lnTo>
                  <a:lnTo>
                    <a:pt x="546307" y="5474602"/>
                  </a:lnTo>
                  <a:lnTo>
                    <a:pt x="546432" y="5474602"/>
                  </a:lnTo>
                  <a:lnTo>
                    <a:pt x="546557" y="5474602"/>
                  </a:lnTo>
                  <a:lnTo>
                    <a:pt x="546682" y="5474602"/>
                  </a:lnTo>
                  <a:lnTo>
                    <a:pt x="546807" y="5474602"/>
                  </a:lnTo>
                  <a:lnTo>
                    <a:pt x="546932" y="5474602"/>
                  </a:lnTo>
                  <a:lnTo>
                    <a:pt x="547057" y="5474602"/>
                  </a:lnTo>
                  <a:lnTo>
                    <a:pt x="547182" y="5474602"/>
                  </a:lnTo>
                  <a:lnTo>
                    <a:pt x="547307" y="5474602"/>
                  </a:lnTo>
                  <a:lnTo>
                    <a:pt x="547433" y="5474602"/>
                  </a:lnTo>
                  <a:lnTo>
                    <a:pt x="547558" y="5474602"/>
                  </a:lnTo>
                  <a:lnTo>
                    <a:pt x="547683" y="5474602"/>
                  </a:lnTo>
                  <a:lnTo>
                    <a:pt x="547808" y="5474602"/>
                  </a:lnTo>
                  <a:lnTo>
                    <a:pt x="547933" y="5474602"/>
                  </a:lnTo>
                  <a:lnTo>
                    <a:pt x="548058" y="5474602"/>
                  </a:lnTo>
                  <a:lnTo>
                    <a:pt x="548183" y="5474602"/>
                  </a:lnTo>
                  <a:lnTo>
                    <a:pt x="548308" y="5474602"/>
                  </a:lnTo>
                  <a:lnTo>
                    <a:pt x="548433" y="5474602"/>
                  </a:lnTo>
                  <a:lnTo>
                    <a:pt x="548558" y="5474602"/>
                  </a:lnTo>
                  <a:lnTo>
                    <a:pt x="548683" y="5474602"/>
                  </a:lnTo>
                  <a:lnTo>
                    <a:pt x="548808" y="5474602"/>
                  </a:lnTo>
                  <a:lnTo>
                    <a:pt x="548933" y="5474602"/>
                  </a:lnTo>
                  <a:lnTo>
                    <a:pt x="549058" y="5474602"/>
                  </a:lnTo>
                  <a:lnTo>
                    <a:pt x="549183" y="5474602"/>
                  </a:lnTo>
                  <a:lnTo>
                    <a:pt x="549308" y="5474602"/>
                  </a:lnTo>
                  <a:lnTo>
                    <a:pt x="549433" y="5474602"/>
                  </a:lnTo>
                  <a:lnTo>
                    <a:pt x="549558" y="5474602"/>
                  </a:lnTo>
                  <a:lnTo>
                    <a:pt x="549683" y="5474602"/>
                  </a:lnTo>
                  <a:lnTo>
                    <a:pt x="549808" y="5474602"/>
                  </a:lnTo>
                  <a:lnTo>
                    <a:pt x="549933" y="5474602"/>
                  </a:lnTo>
                  <a:lnTo>
                    <a:pt x="550058" y="5474602"/>
                  </a:lnTo>
                  <a:lnTo>
                    <a:pt x="550183" y="5474602"/>
                  </a:lnTo>
                  <a:lnTo>
                    <a:pt x="550308" y="5474602"/>
                  </a:lnTo>
                  <a:lnTo>
                    <a:pt x="550434" y="5474602"/>
                  </a:lnTo>
                  <a:lnTo>
                    <a:pt x="550559" y="5474602"/>
                  </a:lnTo>
                  <a:lnTo>
                    <a:pt x="550684" y="5474602"/>
                  </a:lnTo>
                  <a:lnTo>
                    <a:pt x="550809" y="5474602"/>
                  </a:lnTo>
                  <a:lnTo>
                    <a:pt x="550934" y="5474602"/>
                  </a:lnTo>
                  <a:lnTo>
                    <a:pt x="551059" y="5474602"/>
                  </a:lnTo>
                  <a:lnTo>
                    <a:pt x="551184" y="5474602"/>
                  </a:lnTo>
                  <a:lnTo>
                    <a:pt x="551309" y="5474602"/>
                  </a:lnTo>
                  <a:lnTo>
                    <a:pt x="551434" y="5474602"/>
                  </a:lnTo>
                  <a:lnTo>
                    <a:pt x="551559" y="5474602"/>
                  </a:lnTo>
                  <a:lnTo>
                    <a:pt x="551684" y="5474602"/>
                  </a:lnTo>
                  <a:lnTo>
                    <a:pt x="551809" y="5474602"/>
                  </a:lnTo>
                  <a:lnTo>
                    <a:pt x="551934" y="5474602"/>
                  </a:lnTo>
                  <a:lnTo>
                    <a:pt x="552059" y="5474602"/>
                  </a:lnTo>
                  <a:lnTo>
                    <a:pt x="552184" y="5474602"/>
                  </a:lnTo>
                  <a:lnTo>
                    <a:pt x="552309" y="5474602"/>
                  </a:lnTo>
                  <a:lnTo>
                    <a:pt x="552434" y="5474602"/>
                  </a:lnTo>
                  <a:lnTo>
                    <a:pt x="552559" y="5474602"/>
                  </a:lnTo>
                  <a:lnTo>
                    <a:pt x="552684" y="5474602"/>
                  </a:lnTo>
                  <a:lnTo>
                    <a:pt x="552809" y="5474602"/>
                  </a:lnTo>
                  <a:lnTo>
                    <a:pt x="552934" y="5474602"/>
                  </a:lnTo>
                  <a:lnTo>
                    <a:pt x="553059" y="5474602"/>
                  </a:lnTo>
                  <a:lnTo>
                    <a:pt x="553184" y="5474602"/>
                  </a:lnTo>
                  <a:lnTo>
                    <a:pt x="553309" y="5474602"/>
                  </a:lnTo>
                  <a:lnTo>
                    <a:pt x="553435" y="5474602"/>
                  </a:lnTo>
                  <a:lnTo>
                    <a:pt x="553560" y="5474602"/>
                  </a:lnTo>
                  <a:lnTo>
                    <a:pt x="553685" y="5474602"/>
                  </a:lnTo>
                  <a:lnTo>
                    <a:pt x="553810" y="5474602"/>
                  </a:lnTo>
                  <a:lnTo>
                    <a:pt x="553935" y="5474602"/>
                  </a:lnTo>
                  <a:lnTo>
                    <a:pt x="554060" y="5474602"/>
                  </a:lnTo>
                  <a:lnTo>
                    <a:pt x="554185" y="5474602"/>
                  </a:lnTo>
                  <a:lnTo>
                    <a:pt x="554310" y="5474602"/>
                  </a:lnTo>
                  <a:lnTo>
                    <a:pt x="554435" y="5474602"/>
                  </a:lnTo>
                  <a:lnTo>
                    <a:pt x="554560" y="5474602"/>
                  </a:lnTo>
                  <a:lnTo>
                    <a:pt x="554685" y="5474602"/>
                  </a:lnTo>
                  <a:lnTo>
                    <a:pt x="554810" y="5474602"/>
                  </a:lnTo>
                  <a:lnTo>
                    <a:pt x="554935" y="5474602"/>
                  </a:lnTo>
                  <a:lnTo>
                    <a:pt x="555060" y="5474602"/>
                  </a:lnTo>
                  <a:lnTo>
                    <a:pt x="555185" y="5474602"/>
                  </a:lnTo>
                  <a:lnTo>
                    <a:pt x="555310" y="5474602"/>
                  </a:lnTo>
                  <a:lnTo>
                    <a:pt x="555435" y="5474602"/>
                  </a:lnTo>
                  <a:lnTo>
                    <a:pt x="555560" y="5474602"/>
                  </a:lnTo>
                  <a:lnTo>
                    <a:pt x="555685" y="5474602"/>
                  </a:lnTo>
                  <a:lnTo>
                    <a:pt x="555810" y="5474602"/>
                  </a:lnTo>
                  <a:lnTo>
                    <a:pt x="555935" y="5474602"/>
                  </a:lnTo>
                  <a:lnTo>
                    <a:pt x="556060" y="5474602"/>
                  </a:lnTo>
                  <a:lnTo>
                    <a:pt x="556185" y="5474602"/>
                  </a:lnTo>
                  <a:lnTo>
                    <a:pt x="556310" y="5474602"/>
                  </a:lnTo>
                  <a:lnTo>
                    <a:pt x="556436" y="5474602"/>
                  </a:lnTo>
                  <a:lnTo>
                    <a:pt x="556561" y="5474602"/>
                  </a:lnTo>
                  <a:lnTo>
                    <a:pt x="556686" y="5474602"/>
                  </a:lnTo>
                  <a:lnTo>
                    <a:pt x="556811" y="5474602"/>
                  </a:lnTo>
                  <a:lnTo>
                    <a:pt x="556936" y="5474602"/>
                  </a:lnTo>
                  <a:lnTo>
                    <a:pt x="557061" y="5474602"/>
                  </a:lnTo>
                  <a:lnTo>
                    <a:pt x="557186" y="5474602"/>
                  </a:lnTo>
                  <a:lnTo>
                    <a:pt x="557311" y="5474602"/>
                  </a:lnTo>
                  <a:lnTo>
                    <a:pt x="557311" y="5464648"/>
                  </a:lnTo>
                  <a:lnTo>
                    <a:pt x="557436" y="5464648"/>
                  </a:lnTo>
                  <a:lnTo>
                    <a:pt x="557561" y="5464648"/>
                  </a:lnTo>
                  <a:lnTo>
                    <a:pt x="557686" y="5464648"/>
                  </a:lnTo>
                  <a:lnTo>
                    <a:pt x="557811" y="5464648"/>
                  </a:lnTo>
                  <a:lnTo>
                    <a:pt x="557936" y="5464648"/>
                  </a:lnTo>
                  <a:lnTo>
                    <a:pt x="558061" y="5464648"/>
                  </a:lnTo>
                  <a:lnTo>
                    <a:pt x="558186" y="5464648"/>
                  </a:lnTo>
                  <a:lnTo>
                    <a:pt x="558311" y="5464648"/>
                  </a:lnTo>
                  <a:lnTo>
                    <a:pt x="558436" y="5464648"/>
                  </a:lnTo>
                  <a:lnTo>
                    <a:pt x="558561" y="5464648"/>
                  </a:lnTo>
                  <a:lnTo>
                    <a:pt x="558686" y="5464648"/>
                  </a:lnTo>
                  <a:lnTo>
                    <a:pt x="558811" y="5464648"/>
                  </a:lnTo>
                  <a:lnTo>
                    <a:pt x="558936" y="5464648"/>
                  </a:lnTo>
                  <a:lnTo>
                    <a:pt x="559061" y="5464648"/>
                  </a:lnTo>
                  <a:lnTo>
                    <a:pt x="559186" y="5464648"/>
                  </a:lnTo>
                  <a:lnTo>
                    <a:pt x="559311" y="5464648"/>
                  </a:lnTo>
                  <a:lnTo>
                    <a:pt x="559437" y="5464648"/>
                  </a:lnTo>
                  <a:lnTo>
                    <a:pt x="559562" y="5464648"/>
                  </a:lnTo>
                  <a:lnTo>
                    <a:pt x="559687" y="5464648"/>
                  </a:lnTo>
                  <a:lnTo>
                    <a:pt x="559812" y="5464648"/>
                  </a:lnTo>
                  <a:lnTo>
                    <a:pt x="559937" y="5464648"/>
                  </a:lnTo>
                  <a:lnTo>
                    <a:pt x="560062" y="5464648"/>
                  </a:lnTo>
                  <a:lnTo>
                    <a:pt x="560062" y="5454694"/>
                  </a:lnTo>
                  <a:lnTo>
                    <a:pt x="560187" y="5454694"/>
                  </a:lnTo>
                  <a:lnTo>
                    <a:pt x="560312" y="5454694"/>
                  </a:lnTo>
                  <a:lnTo>
                    <a:pt x="560437" y="5454694"/>
                  </a:lnTo>
                  <a:lnTo>
                    <a:pt x="560562" y="5454694"/>
                  </a:lnTo>
                  <a:lnTo>
                    <a:pt x="560687" y="5454694"/>
                  </a:lnTo>
                  <a:lnTo>
                    <a:pt x="560812" y="5454694"/>
                  </a:lnTo>
                  <a:lnTo>
                    <a:pt x="560937" y="5454694"/>
                  </a:lnTo>
                  <a:lnTo>
                    <a:pt x="561062" y="5454694"/>
                  </a:lnTo>
                  <a:lnTo>
                    <a:pt x="561187" y="5454694"/>
                  </a:lnTo>
                  <a:lnTo>
                    <a:pt x="561312" y="5454694"/>
                  </a:lnTo>
                  <a:lnTo>
                    <a:pt x="561437" y="5454694"/>
                  </a:lnTo>
                  <a:lnTo>
                    <a:pt x="561562" y="5454694"/>
                  </a:lnTo>
                  <a:lnTo>
                    <a:pt x="561687" y="5454694"/>
                  </a:lnTo>
                  <a:lnTo>
                    <a:pt x="561812" y="5454694"/>
                  </a:lnTo>
                  <a:lnTo>
                    <a:pt x="561937" y="5454694"/>
                  </a:lnTo>
                  <a:lnTo>
                    <a:pt x="562062" y="5454694"/>
                  </a:lnTo>
                  <a:lnTo>
                    <a:pt x="562187" y="5454694"/>
                  </a:lnTo>
                  <a:lnTo>
                    <a:pt x="562312" y="5454694"/>
                  </a:lnTo>
                  <a:lnTo>
                    <a:pt x="562438" y="5454694"/>
                  </a:lnTo>
                  <a:lnTo>
                    <a:pt x="562563" y="5454694"/>
                  </a:lnTo>
                  <a:lnTo>
                    <a:pt x="562688" y="5454694"/>
                  </a:lnTo>
                  <a:lnTo>
                    <a:pt x="562813" y="5454694"/>
                  </a:lnTo>
                  <a:lnTo>
                    <a:pt x="562938" y="5454694"/>
                  </a:lnTo>
                  <a:lnTo>
                    <a:pt x="563063" y="5454694"/>
                  </a:lnTo>
                  <a:lnTo>
                    <a:pt x="563188" y="5454694"/>
                  </a:lnTo>
                  <a:lnTo>
                    <a:pt x="563313" y="5454694"/>
                  </a:lnTo>
                  <a:lnTo>
                    <a:pt x="563438" y="5454694"/>
                  </a:lnTo>
                  <a:lnTo>
                    <a:pt x="563563" y="5454694"/>
                  </a:lnTo>
                  <a:lnTo>
                    <a:pt x="563688" y="5454694"/>
                  </a:lnTo>
                  <a:lnTo>
                    <a:pt x="563813" y="5454694"/>
                  </a:lnTo>
                  <a:lnTo>
                    <a:pt x="563938" y="5454694"/>
                  </a:lnTo>
                  <a:lnTo>
                    <a:pt x="564063" y="5454694"/>
                  </a:lnTo>
                  <a:lnTo>
                    <a:pt x="564188" y="5454694"/>
                  </a:lnTo>
                  <a:lnTo>
                    <a:pt x="564313" y="5454694"/>
                  </a:lnTo>
                  <a:lnTo>
                    <a:pt x="564438" y="5454694"/>
                  </a:lnTo>
                  <a:lnTo>
                    <a:pt x="564563" y="5454694"/>
                  </a:lnTo>
                  <a:lnTo>
                    <a:pt x="564688" y="5454694"/>
                  </a:lnTo>
                  <a:lnTo>
                    <a:pt x="564813" y="5454694"/>
                  </a:lnTo>
                  <a:lnTo>
                    <a:pt x="564938" y="5454694"/>
                  </a:lnTo>
                  <a:lnTo>
                    <a:pt x="564938" y="5444740"/>
                  </a:lnTo>
                  <a:lnTo>
                    <a:pt x="565063" y="5444740"/>
                  </a:lnTo>
                  <a:lnTo>
                    <a:pt x="565188" y="5444740"/>
                  </a:lnTo>
                  <a:lnTo>
                    <a:pt x="565313" y="5444740"/>
                  </a:lnTo>
                  <a:lnTo>
                    <a:pt x="565439" y="5444740"/>
                  </a:lnTo>
                  <a:lnTo>
                    <a:pt x="565564" y="5444740"/>
                  </a:lnTo>
                  <a:lnTo>
                    <a:pt x="565689" y="5444740"/>
                  </a:lnTo>
                  <a:lnTo>
                    <a:pt x="565814" y="5444740"/>
                  </a:lnTo>
                  <a:lnTo>
                    <a:pt x="565939" y="5444740"/>
                  </a:lnTo>
                  <a:lnTo>
                    <a:pt x="566064" y="5444740"/>
                  </a:lnTo>
                  <a:lnTo>
                    <a:pt x="566189" y="5444740"/>
                  </a:lnTo>
                  <a:lnTo>
                    <a:pt x="566314" y="5444740"/>
                  </a:lnTo>
                  <a:lnTo>
                    <a:pt x="566439" y="5444740"/>
                  </a:lnTo>
                  <a:lnTo>
                    <a:pt x="566564" y="5444740"/>
                  </a:lnTo>
                  <a:lnTo>
                    <a:pt x="566689" y="5444740"/>
                  </a:lnTo>
                  <a:lnTo>
                    <a:pt x="566814" y="5444740"/>
                  </a:lnTo>
                  <a:lnTo>
                    <a:pt x="566939" y="5444740"/>
                  </a:lnTo>
                  <a:lnTo>
                    <a:pt x="567064" y="5444740"/>
                  </a:lnTo>
                  <a:lnTo>
                    <a:pt x="567189" y="5444740"/>
                  </a:lnTo>
                  <a:lnTo>
                    <a:pt x="567314" y="5444740"/>
                  </a:lnTo>
                  <a:lnTo>
                    <a:pt x="567439" y="5444740"/>
                  </a:lnTo>
                  <a:lnTo>
                    <a:pt x="567564" y="5444740"/>
                  </a:lnTo>
                  <a:lnTo>
                    <a:pt x="567689" y="5444740"/>
                  </a:lnTo>
                  <a:lnTo>
                    <a:pt x="567814" y="5444740"/>
                  </a:lnTo>
                  <a:lnTo>
                    <a:pt x="567939" y="5444740"/>
                  </a:lnTo>
                  <a:lnTo>
                    <a:pt x="568064" y="5444740"/>
                  </a:lnTo>
                  <a:lnTo>
                    <a:pt x="568189" y="5444740"/>
                  </a:lnTo>
                  <a:lnTo>
                    <a:pt x="568314" y="5444740"/>
                  </a:lnTo>
                  <a:lnTo>
                    <a:pt x="568440" y="5444740"/>
                  </a:lnTo>
                  <a:lnTo>
                    <a:pt x="568565" y="5444740"/>
                  </a:lnTo>
                  <a:lnTo>
                    <a:pt x="568690" y="5444740"/>
                  </a:lnTo>
                  <a:lnTo>
                    <a:pt x="568815" y="5444740"/>
                  </a:lnTo>
                  <a:lnTo>
                    <a:pt x="568940" y="5444740"/>
                  </a:lnTo>
                  <a:lnTo>
                    <a:pt x="569065" y="5444740"/>
                  </a:lnTo>
                  <a:lnTo>
                    <a:pt x="569190" y="5444740"/>
                  </a:lnTo>
                  <a:lnTo>
                    <a:pt x="569315" y="5444740"/>
                  </a:lnTo>
                  <a:lnTo>
                    <a:pt x="569440" y="5444740"/>
                  </a:lnTo>
                  <a:lnTo>
                    <a:pt x="569565" y="5444740"/>
                  </a:lnTo>
                  <a:lnTo>
                    <a:pt x="569690" y="5444740"/>
                  </a:lnTo>
                  <a:lnTo>
                    <a:pt x="569690" y="5434787"/>
                  </a:lnTo>
                  <a:lnTo>
                    <a:pt x="569815" y="5434787"/>
                  </a:lnTo>
                  <a:lnTo>
                    <a:pt x="569940" y="5434787"/>
                  </a:lnTo>
                  <a:lnTo>
                    <a:pt x="570065" y="5434787"/>
                  </a:lnTo>
                  <a:lnTo>
                    <a:pt x="570190" y="5434787"/>
                  </a:lnTo>
                  <a:lnTo>
                    <a:pt x="570315" y="5434787"/>
                  </a:lnTo>
                  <a:lnTo>
                    <a:pt x="570440" y="5434787"/>
                  </a:lnTo>
                  <a:lnTo>
                    <a:pt x="570565" y="5434787"/>
                  </a:lnTo>
                  <a:lnTo>
                    <a:pt x="570690" y="5434787"/>
                  </a:lnTo>
                  <a:lnTo>
                    <a:pt x="570815" y="5434787"/>
                  </a:lnTo>
                  <a:lnTo>
                    <a:pt x="570940" y="5434787"/>
                  </a:lnTo>
                  <a:lnTo>
                    <a:pt x="571065" y="5434787"/>
                  </a:lnTo>
                  <a:lnTo>
                    <a:pt x="571190" y="5434787"/>
                  </a:lnTo>
                  <a:lnTo>
                    <a:pt x="571315" y="5434787"/>
                  </a:lnTo>
                  <a:lnTo>
                    <a:pt x="571441" y="5434787"/>
                  </a:lnTo>
                  <a:lnTo>
                    <a:pt x="571566" y="5434787"/>
                  </a:lnTo>
                  <a:lnTo>
                    <a:pt x="571691" y="5434787"/>
                  </a:lnTo>
                  <a:lnTo>
                    <a:pt x="571816" y="5434787"/>
                  </a:lnTo>
                  <a:lnTo>
                    <a:pt x="571941" y="5434787"/>
                  </a:lnTo>
                  <a:lnTo>
                    <a:pt x="572066" y="5434787"/>
                  </a:lnTo>
                  <a:lnTo>
                    <a:pt x="572191" y="5434787"/>
                  </a:lnTo>
                  <a:lnTo>
                    <a:pt x="572316" y="5434787"/>
                  </a:lnTo>
                  <a:lnTo>
                    <a:pt x="572441" y="5434787"/>
                  </a:lnTo>
                  <a:lnTo>
                    <a:pt x="572566" y="5434787"/>
                  </a:lnTo>
                  <a:lnTo>
                    <a:pt x="572691" y="5434787"/>
                  </a:lnTo>
                  <a:lnTo>
                    <a:pt x="572816" y="5434787"/>
                  </a:lnTo>
                  <a:lnTo>
                    <a:pt x="572941" y="5434787"/>
                  </a:lnTo>
                  <a:lnTo>
                    <a:pt x="573066" y="5434787"/>
                  </a:lnTo>
                  <a:lnTo>
                    <a:pt x="573191" y="5434787"/>
                  </a:lnTo>
                  <a:lnTo>
                    <a:pt x="573316" y="5434787"/>
                  </a:lnTo>
                  <a:lnTo>
                    <a:pt x="573441" y="5434787"/>
                  </a:lnTo>
                  <a:lnTo>
                    <a:pt x="573566" y="5434787"/>
                  </a:lnTo>
                  <a:lnTo>
                    <a:pt x="573691" y="5434787"/>
                  </a:lnTo>
                  <a:lnTo>
                    <a:pt x="573691" y="5424833"/>
                  </a:lnTo>
                  <a:lnTo>
                    <a:pt x="573816" y="5424833"/>
                  </a:lnTo>
                  <a:lnTo>
                    <a:pt x="573941" y="5424833"/>
                  </a:lnTo>
                  <a:lnTo>
                    <a:pt x="574066" y="5424833"/>
                  </a:lnTo>
                  <a:lnTo>
                    <a:pt x="574191" y="5424833"/>
                  </a:lnTo>
                  <a:lnTo>
                    <a:pt x="574316" y="5424833"/>
                  </a:lnTo>
                  <a:lnTo>
                    <a:pt x="574442" y="5424833"/>
                  </a:lnTo>
                  <a:lnTo>
                    <a:pt x="574567" y="5424833"/>
                  </a:lnTo>
                  <a:lnTo>
                    <a:pt x="574692" y="5424833"/>
                  </a:lnTo>
                  <a:lnTo>
                    <a:pt x="574817" y="5424833"/>
                  </a:lnTo>
                  <a:lnTo>
                    <a:pt x="574942" y="5424833"/>
                  </a:lnTo>
                  <a:lnTo>
                    <a:pt x="575067" y="5424833"/>
                  </a:lnTo>
                  <a:lnTo>
                    <a:pt x="575192" y="5424833"/>
                  </a:lnTo>
                  <a:lnTo>
                    <a:pt x="575317" y="5424833"/>
                  </a:lnTo>
                  <a:lnTo>
                    <a:pt x="575442" y="5424833"/>
                  </a:lnTo>
                  <a:lnTo>
                    <a:pt x="575567" y="5424833"/>
                  </a:lnTo>
                  <a:lnTo>
                    <a:pt x="575692" y="5424833"/>
                  </a:lnTo>
                  <a:lnTo>
                    <a:pt x="575817" y="5424833"/>
                  </a:lnTo>
                  <a:lnTo>
                    <a:pt x="575942" y="5424833"/>
                  </a:lnTo>
                  <a:lnTo>
                    <a:pt x="576067" y="5424833"/>
                  </a:lnTo>
                  <a:lnTo>
                    <a:pt x="576192" y="5424833"/>
                  </a:lnTo>
                  <a:lnTo>
                    <a:pt x="576317" y="5424833"/>
                  </a:lnTo>
                  <a:lnTo>
                    <a:pt x="576442" y="5424833"/>
                  </a:lnTo>
                  <a:lnTo>
                    <a:pt x="576567" y="5424833"/>
                  </a:lnTo>
                  <a:lnTo>
                    <a:pt x="576692" y="5424833"/>
                  </a:lnTo>
                  <a:lnTo>
                    <a:pt x="576817" y="5424833"/>
                  </a:lnTo>
                  <a:lnTo>
                    <a:pt x="576942" y="5424833"/>
                  </a:lnTo>
                  <a:lnTo>
                    <a:pt x="577067" y="5424833"/>
                  </a:lnTo>
                  <a:lnTo>
                    <a:pt x="577192" y="5424833"/>
                  </a:lnTo>
                  <a:lnTo>
                    <a:pt x="577317" y="5424833"/>
                  </a:lnTo>
                  <a:lnTo>
                    <a:pt x="577443" y="5424833"/>
                  </a:lnTo>
                  <a:lnTo>
                    <a:pt x="577568" y="5424833"/>
                  </a:lnTo>
                  <a:lnTo>
                    <a:pt x="577693" y="5424833"/>
                  </a:lnTo>
                  <a:lnTo>
                    <a:pt x="577818" y="5424833"/>
                  </a:lnTo>
                  <a:lnTo>
                    <a:pt x="577943" y="5424833"/>
                  </a:lnTo>
                  <a:lnTo>
                    <a:pt x="578068" y="5424833"/>
                  </a:lnTo>
                  <a:lnTo>
                    <a:pt x="578193" y="5424833"/>
                  </a:lnTo>
                  <a:lnTo>
                    <a:pt x="578318" y="5424833"/>
                  </a:lnTo>
                  <a:lnTo>
                    <a:pt x="578443" y="5424833"/>
                  </a:lnTo>
                  <a:lnTo>
                    <a:pt x="578568" y="5424833"/>
                  </a:lnTo>
                  <a:lnTo>
                    <a:pt x="578693" y="5424833"/>
                  </a:lnTo>
                  <a:lnTo>
                    <a:pt x="578818" y="5424833"/>
                  </a:lnTo>
                  <a:lnTo>
                    <a:pt x="578943" y="5424833"/>
                  </a:lnTo>
                  <a:lnTo>
                    <a:pt x="579068" y="5424833"/>
                  </a:lnTo>
                  <a:lnTo>
                    <a:pt x="579193" y="5424833"/>
                  </a:lnTo>
                  <a:lnTo>
                    <a:pt x="579318" y="5424833"/>
                  </a:lnTo>
                  <a:lnTo>
                    <a:pt x="579443" y="5424833"/>
                  </a:lnTo>
                  <a:lnTo>
                    <a:pt x="579568" y="5424833"/>
                  </a:lnTo>
                  <a:lnTo>
                    <a:pt x="579693" y="5424833"/>
                  </a:lnTo>
                  <a:lnTo>
                    <a:pt x="579818" y="5424833"/>
                  </a:lnTo>
                  <a:lnTo>
                    <a:pt x="579943" y="5424833"/>
                  </a:lnTo>
                  <a:lnTo>
                    <a:pt x="580068" y="5424833"/>
                  </a:lnTo>
                  <a:lnTo>
                    <a:pt x="580193" y="5424833"/>
                  </a:lnTo>
                  <a:lnTo>
                    <a:pt x="580318" y="5424833"/>
                  </a:lnTo>
                  <a:lnTo>
                    <a:pt x="580444" y="5424833"/>
                  </a:lnTo>
                  <a:lnTo>
                    <a:pt x="580444" y="5414879"/>
                  </a:lnTo>
                  <a:lnTo>
                    <a:pt x="580569" y="5414879"/>
                  </a:lnTo>
                  <a:lnTo>
                    <a:pt x="580694" y="5414879"/>
                  </a:lnTo>
                  <a:lnTo>
                    <a:pt x="580819" y="5414879"/>
                  </a:lnTo>
                  <a:lnTo>
                    <a:pt x="580944" y="5414879"/>
                  </a:lnTo>
                  <a:lnTo>
                    <a:pt x="581069" y="5414879"/>
                  </a:lnTo>
                  <a:lnTo>
                    <a:pt x="581194" y="5414879"/>
                  </a:lnTo>
                  <a:lnTo>
                    <a:pt x="581319" y="5414879"/>
                  </a:lnTo>
                  <a:lnTo>
                    <a:pt x="581444" y="5414879"/>
                  </a:lnTo>
                  <a:lnTo>
                    <a:pt x="581569" y="5414879"/>
                  </a:lnTo>
                  <a:lnTo>
                    <a:pt x="581694" y="5414879"/>
                  </a:lnTo>
                  <a:lnTo>
                    <a:pt x="581819" y="5414879"/>
                  </a:lnTo>
                  <a:lnTo>
                    <a:pt x="581944" y="5414879"/>
                  </a:lnTo>
                  <a:lnTo>
                    <a:pt x="582069" y="5414879"/>
                  </a:lnTo>
                  <a:lnTo>
                    <a:pt x="582194" y="5414879"/>
                  </a:lnTo>
                  <a:lnTo>
                    <a:pt x="582319" y="5414879"/>
                  </a:lnTo>
                  <a:lnTo>
                    <a:pt x="582444" y="5414879"/>
                  </a:lnTo>
                  <a:lnTo>
                    <a:pt x="582569" y="5414879"/>
                  </a:lnTo>
                  <a:lnTo>
                    <a:pt x="582694" y="5414879"/>
                  </a:lnTo>
                  <a:lnTo>
                    <a:pt x="582819" y="5414879"/>
                  </a:lnTo>
                  <a:lnTo>
                    <a:pt x="582944" y="5414879"/>
                  </a:lnTo>
                  <a:lnTo>
                    <a:pt x="583069" y="5414879"/>
                  </a:lnTo>
                  <a:lnTo>
                    <a:pt x="583194" y="5414879"/>
                  </a:lnTo>
                  <a:lnTo>
                    <a:pt x="583320" y="5414879"/>
                  </a:lnTo>
                  <a:lnTo>
                    <a:pt x="583445" y="5414879"/>
                  </a:lnTo>
                  <a:lnTo>
                    <a:pt x="583570" y="5414879"/>
                  </a:lnTo>
                  <a:lnTo>
                    <a:pt x="583695" y="5414879"/>
                  </a:lnTo>
                  <a:lnTo>
                    <a:pt x="583820" y="5414879"/>
                  </a:lnTo>
                  <a:lnTo>
                    <a:pt x="583945" y="5414879"/>
                  </a:lnTo>
                  <a:lnTo>
                    <a:pt x="584070" y="5414879"/>
                  </a:lnTo>
                  <a:lnTo>
                    <a:pt x="584195" y="5414879"/>
                  </a:lnTo>
                  <a:lnTo>
                    <a:pt x="584320" y="5414879"/>
                  </a:lnTo>
                  <a:lnTo>
                    <a:pt x="584445" y="5414879"/>
                  </a:lnTo>
                  <a:lnTo>
                    <a:pt x="584570" y="5414879"/>
                  </a:lnTo>
                  <a:lnTo>
                    <a:pt x="584695" y="5414879"/>
                  </a:lnTo>
                  <a:lnTo>
                    <a:pt x="584820" y="5414879"/>
                  </a:lnTo>
                  <a:lnTo>
                    <a:pt x="584945" y="5414879"/>
                  </a:lnTo>
                  <a:lnTo>
                    <a:pt x="585070" y="5414879"/>
                  </a:lnTo>
                  <a:lnTo>
                    <a:pt x="585195" y="5414879"/>
                  </a:lnTo>
                  <a:lnTo>
                    <a:pt x="585320" y="5414879"/>
                  </a:lnTo>
                  <a:lnTo>
                    <a:pt x="585445" y="5414879"/>
                  </a:lnTo>
                  <a:lnTo>
                    <a:pt x="585570" y="5414879"/>
                  </a:lnTo>
                  <a:lnTo>
                    <a:pt x="585695" y="5414879"/>
                  </a:lnTo>
                  <a:lnTo>
                    <a:pt x="585820" y="5414879"/>
                  </a:lnTo>
                  <a:lnTo>
                    <a:pt x="585945" y="5414879"/>
                  </a:lnTo>
                  <a:lnTo>
                    <a:pt x="586070" y="5414879"/>
                  </a:lnTo>
                  <a:lnTo>
                    <a:pt x="586195" y="5414879"/>
                  </a:lnTo>
                  <a:lnTo>
                    <a:pt x="586321" y="5414879"/>
                  </a:lnTo>
                  <a:lnTo>
                    <a:pt x="586446" y="5414879"/>
                  </a:lnTo>
                  <a:lnTo>
                    <a:pt x="586571" y="5414879"/>
                  </a:lnTo>
                  <a:lnTo>
                    <a:pt x="586696" y="5414879"/>
                  </a:lnTo>
                  <a:lnTo>
                    <a:pt x="586821" y="5414879"/>
                  </a:lnTo>
                  <a:lnTo>
                    <a:pt x="586946" y="5414879"/>
                  </a:lnTo>
                  <a:lnTo>
                    <a:pt x="587071" y="5414879"/>
                  </a:lnTo>
                  <a:lnTo>
                    <a:pt x="587196" y="5414879"/>
                  </a:lnTo>
                  <a:lnTo>
                    <a:pt x="587321" y="5414879"/>
                  </a:lnTo>
                  <a:lnTo>
                    <a:pt x="587446" y="5414879"/>
                  </a:lnTo>
                  <a:lnTo>
                    <a:pt x="587571" y="5414879"/>
                  </a:lnTo>
                  <a:lnTo>
                    <a:pt x="587696" y="5414879"/>
                  </a:lnTo>
                  <a:lnTo>
                    <a:pt x="587821" y="5414879"/>
                  </a:lnTo>
                  <a:lnTo>
                    <a:pt x="587946" y="5414879"/>
                  </a:lnTo>
                  <a:lnTo>
                    <a:pt x="588071" y="5414879"/>
                  </a:lnTo>
                  <a:lnTo>
                    <a:pt x="588196" y="5414879"/>
                  </a:lnTo>
                  <a:lnTo>
                    <a:pt x="588196" y="5404925"/>
                  </a:lnTo>
                  <a:lnTo>
                    <a:pt x="588321" y="5404925"/>
                  </a:lnTo>
                  <a:lnTo>
                    <a:pt x="588446" y="5404925"/>
                  </a:lnTo>
                  <a:lnTo>
                    <a:pt x="588571" y="5404925"/>
                  </a:lnTo>
                  <a:lnTo>
                    <a:pt x="588696" y="5404925"/>
                  </a:lnTo>
                  <a:lnTo>
                    <a:pt x="588821" y="5404925"/>
                  </a:lnTo>
                  <a:lnTo>
                    <a:pt x="588946" y="5404925"/>
                  </a:lnTo>
                  <a:lnTo>
                    <a:pt x="589071" y="5404925"/>
                  </a:lnTo>
                  <a:lnTo>
                    <a:pt x="589196" y="5404925"/>
                  </a:lnTo>
                  <a:lnTo>
                    <a:pt x="589322" y="5404925"/>
                  </a:lnTo>
                  <a:lnTo>
                    <a:pt x="589322" y="5394971"/>
                  </a:lnTo>
                  <a:lnTo>
                    <a:pt x="589447" y="5394971"/>
                  </a:lnTo>
                  <a:lnTo>
                    <a:pt x="589572" y="5394971"/>
                  </a:lnTo>
                  <a:lnTo>
                    <a:pt x="589697" y="5394971"/>
                  </a:lnTo>
                  <a:lnTo>
                    <a:pt x="589822" y="5394971"/>
                  </a:lnTo>
                  <a:lnTo>
                    <a:pt x="589947" y="5394971"/>
                  </a:lnTo>
                  <a:lnTo>
                    <a:pt x="590072" y="5394971"/>
                  </a:lnTo>
                  <a:lnTo>
                    <a:pt x="590197" y="5394971"/>
                  </a:lnTo>
                  <a:lnTo>
                    <a:pt x="590322" y="5394971"/>
                  </a:lnTo>
                  <a:lnTo>
                    <a:pt x="590447" y="5394971"/>
                  </a:lnTo>
                  <a:lnTo>
                    <a:pt x="590572" y="5394971"/>
                  </a:lnTo>
                  <a:lnTo>
                    <a:pt x="590697" y="5394971"/>
                  </a:lnTo>
                  <a:lnTo>
                    <a:pt x="590822" y="5394971"/>
                  </a:lnTo>
                  <a:lnTo>
                    <a:pt x="590947" y="5394971"/>
                  </a:lnTo>
                  <a:lnTo>
                    <a:pt x="591072" y="5394971"/>
                  </a:lnTo>
                  <a:lnTo>
                    <a:pt x="591072" y="5385018"/>
                  </a:lnTo>
                  <a:lnTo>
                    <a:pt x="591197" y="5385018"/>
                  </a:lnTo>
                  <a:lnTo>
                    <a:pt x="591322" y="5385018"/>
                  </a:lnTo>
                  <a:lnTo>
                    <a:pt x="591447" y="5385018"/>
                  </a:lnTo>
                  <a:lnTo>
                    <a:pt x="591572" y="5385018"/>
                  </a:lnTo>
                  <a:lnTo>
                    <a:pt x="591697" y="5385018"/>
                  </a:lnTo>
                  <a:lnTo>
                    <a:pt x="591822" y="5385018"/>
                  </a:lnTo>
                  <a:lnTo>
                    <a:pt x="591947" y="5385018"/>
                  </a:lnTo>
                  <a:lnTo>
                    <a:pt x="592072" y="5385018"/>
                  </a:lnTo>
                  <a:lnTo>
                    <a:pt x="592197" y="5385018"/>
                  </a:lnTo>
                  <a:lnTo>
                    <a:pt x="592323" y="5385018"/>
                  </a:lnTo>
                  <a:lnTo>
                    <a:pt x="592448" y="5385018"/>
                  </a:lnTo>
                  <a:lnTo>
                    <a:pt x="592573" y="5385018"/>
                  </a:lnTo>
                  <a:lnTo>
                    <a:pt x="592698" y="5385018"/>
                  </a:lnTo>
                  <a:lnTo>
                    <a:pt x="592823" y="5385018"/>
                  </a:lnTo>
                  <a:lnTo>
                    <a:pt x="592948" y="5385018"/>
                  </a:lnTo>
                  <a:lnTo>
                    <a:pt x="593073" y="5385018"/>
                  </a:lnTo>
                  <a:lnTo>
                    <a:pt x="593198" y="5385018"/>
                  </a:lnTo>
                  <a:lnTo>
                    <a:pt x="593323" y="5385018"/>
                  </a:lnTo>
                  <a:lnTo>
                    <a:pt x="593448" y="5385018"/>
                  </a:lnTo>
                  <a:lnTo>
                    <a:pt x="593573" y="5385018"/>
                  </a:lnTo>
                  <a:lnTo>
                    <a:pt x="593698" y="5385018"/>
                  </a:lnTo>
                  <a:lnTo>
                    <a:pt x="593823" y="5385018"/>
                  </a:lnTo>
                  <a:lnTo>
                    <a:pt x="593948" y="5385018"/>
                  </a:lnTo>
                  <a:lnTo>
                    <a:pt x="594073" y="5385018"/>
                  </a:lnTo>
                  <a:lnTo>
                    <a:pt x="594198" y="5385018"/>
                  </a:lnTo>
                  <a:lnTo>
                    <a:pt x="594323" y="5385018"/>
                  </a:lnTo>
                  <a:lnTo>
                    <a:pt x="594448" y="5385018"/>
                  </a:lnTo>
                  <a:lnTo>
                    <a:pt x="594573" y="5385018"/>
                  </a:lnTo>
                  <a:lnTo>
                    <a:pt x="594573" y="5375064"/>
                  </a:lnTo>
                  <a:lnTo>
                    <a:pt x="594698" y="5375064"/>
                  </a:lnTo>
                  <a:lnTo>
                    <a:pt x="594823" y="5375064"/>
                  </a:lnTo>
                  <a:lnTo>
                    <a:pt x="594948" y="5375064"/>
                  </a:lnTo>
                  <a:lnTo>
                    <a:pt x="595073" y="5375064"/>
                  </a:lnTo>
                  <a:lnTo>
                    <a:pt x="595198" y="5375064"/>
                  </a:lnTo>
                  <a:lnTo>
                    <a:pt x="595324" y="5375064"/>
                  </a:lnTo>
                  <a:lnTo>
                    <a:pt x="595449" y="5375064"/>
                  </a:lnTo>
                  <a:lnTo>
                    <a:pt x="595574" y="5375064"/>
                  </a:lnTo>
                  <a:lnTo>
                    <a:pt x="595699" y="5375064"/>
                  </a:lnTo>
                  <a:lnTo>
                    <a:pt x="595824" y="5375064"/>
                  </a:lnTo>
                  <a:lnTo>
                    <a:pt x="595949" y="5375064"/>
                  </a:lnTo>
                  <a:lnTo>
                    <a:pt x="596074" y="5375064"/>
                  </a:lnTo>
                  <a:lnTo>
                    <a:pt x="596199" y="5375064"/>
                  </a:lnTo>
                  <a:lnTo>
                    <a:pt x="596324" y="5375064"/>
                  </a:lnTo>
                  <a:lnTo>
                    <a:pt x="596449" y="5375064"/>
                  </a:lnTo>
                  <a:lnTo>
                    <a:pt x="596574" y="5375064"/>
                  </a:lnTo>
                  <a:lnTo>
                    <a:pt x="596699" y="5375064"/>
                  </a:lnTo>
                  <a:lnTo>
                    <a:pt x="596824" y="5375064"/>
                  </a:lnTo>
                  <a:lnTo>
                    <a:pt x="596949" y="5375064"/>
                  </a:lnTo>
                  <a:lnTo>
                    <a:pt x="597074" y="5375064"/>
                  </a:lnTo>
                  <a:lnTo>
                    <a:pt x="597199" y="5375064"/>
                  </a:lnTo>
                  <a:lnTo>
                    <a:pt x="597324" y="5375064"/>
                  </a:lnTo>
                  <a:lnTo>
                    <a:pt x="597449" y="5375064"/>
                  </a:lnTo>
                  <a:lnTo>
                    <a:pt x="597574" y="5375064"/>
                  </a:lnTo>
                  <a:lnTo>
                    <a:pt x="597699" y="5375064"/>
                  </a:lnTo>
                  <a:lnTo>
                    <a:pt x="597824" y="5375064"/>
                  </a:lnTo>
                  <a:lnTo>
                    <a:pt x="597824" y="5365110"/>
                  </a:lnTo>
                  <a:lnTo>
                    <a:pt x="597949" y="5365110"/>
                  </a:lnTo>
                  <a:lnTo>
                    <a:pt x="598074" y="5365110"/>
                  </a:lnTo>
                  <a:lnTo>
                    <a:pt x="598199" y="5365110"/>
                  </a:lnTo>
                  <a:lnTo>
                    <a:pt x="598199" y="5355156"/>
                  </a:lnTo>
                  <a:lnTo>
                    <a:pt x="598325" y="5355156"/>
                  </a:lnTo>
                  <a:lnTo>
                    <a:pt x="598450" y="5355156"/>
                  </a:lnTo>
                  <a:lnTo>
                    <a:pt x="598575" y="5355156"/>
                  </a:lnTo>
                  <a:lnTo>
                    <a:pt x="598700" y="5355156"/>
                  </a:lnTo>
                  <a:lnTo>
                    <a:pt x="598825" y="5355156"/>
                  </a:lnTo>
                  <a:lnTo>
                    <a:pt x="598950" y="5355156"/>
                  </a:lnTo>
                  <a:lnTo>
                    <a:pt x="599075" y="5355156"/>
                  </a:lnTo>
                  <a:lnTo>
                    <a:pt x="599200" y="5355156"/>
                  </a:lnTo>
                  <a:lnTo>
                    <a:pt x="599325" y="5355156"/>
                  </a:lnTo>
                  <a:lnTo>
                    <a:pt x="599450" y="5355156"/>
                  </a:lnTo>
                  <a:lnTo>
                    <a:pt x="599575" y="5355156"/>
                  </a:lnTo>
                  <a:lnTo>
                    <a:pt x="599700" y="5355156"/>
                  </a:lnTo>
                  <a:lnTo>
                    <a:pt x="599825" y="5355156"/>
                  </a:lnTo>
                  <a:lnTo>
                    <a:pt x="599950" y="5355156"/>
                  </a:lnTo>
                  <a:lnTo>
                    <a:pt x="600075" y="5355156"/>
                  </a:lnTo>
                  <a:lnTo>
                    <a:pt x="600200" y="5355156"/>
                  </a:lnTo>
                  <a:lnTo>
                    <a:pt x="600325" y="5355156"/>
                  </a:lnTo>
                  <a:lnTo>
                    <a:pt x="600450" y="5355156"/>
                  </a:lnTo>
                  <a:lnTo>
                    <a:pt x="600575" y="5355156"/>
                  </a:lnTo>
                  <a:lnTo>
                    <a:pt x="600700" y="5355156"/>
                  </a:lnTo>
                  <a:lnTo>
                    <a:pt x="600825" y="5355156"/>
                  </a:lnTo>
                  <a:lnTo>
                    <a:pt x="600950" y="5355156"/>
                  </a:lnTo>
                  <a:lnTo>
                    <a:pt x="601075" y="5355156"/>
                  </a:lnTo>
                  <a:lnTo>
                    <a:pt x="601200" y="5355156"/>
                  </a:lnTo>
                  <a:lnTo>
                    <a:pt x="601326" y="5355156"/>
                  </a:lnTo>
                  <a:lnTo>
                    <a:pt x="601451" y="5355156"/>
                  </a:lnTo>
                  <a:lnTo>
                    <a:pt x="601576" y="5355156"/>
                  </a:lnTo>
                  <a:lnTo>
                    <a:pt x="601701" y="5355156"/>
                  </a:lnTo>
                  <a:lnTo>
                    <a:pt x="601826" y="5355156"/>
                  </a:lnTo>
                  <a:lnTo>
                    <a:pt x="601951" y="5355156"/>
                  </a:lnTo>
                  <a:lnTo>
                    <a:pt x="602076" y="5355156"/>
                  </a:lnTo>
                  <a:lnTo>
                    <a:pt x="602201" y="5355156"/>
                  </a:lnTo>
                  <a:lnTo>
                    <a:pt x="602326" y="5355156"/>
                  </a:lnTo>
                  <a:lnTo>
                    <a:pt x="602451" y="5355156"/>
                  </a:lnTo>
                  <a:lnTo>
                    <a:pt x="602576" y="5355156"/>
                  </a:lnTo>
                  <a:lnTo>
                    <a:pt x="602701" y="5355156"/>
                  </a:lnTo>
                  <a:lnTo>
                    <a:pt x="602826" y="5355156"/>
                  </a:lnTo>
                  <a:lnTo>
                    <a:pt x="602951" y="5355156"/>
                  </a:lnTo>
                  <a:lnTo>
                    <a:pt x="603076" y="5355156"/>
                  </a:lnTo>
                  <a:lnTo>
                    <a:pt x="603201" y="5355156"/>
                  </a:lnTo>
                  <a:lnTo>
                    <a:pt x="603326" y="5355156"/>
                  </a:lnTo>
                  <a:lnTo>
                    <a:pt x="603451" y="5355156"/>
                  </a:lnTo>
                  <a:lnTo>
                    <a:pt x="603576" y="5355156"/>
                  </a:lnTo>
                  <a:lnTo>
                    <a:pt x="603701" y="5355156"/>
                  </a:lnTo>
                  <a:lnTo>
                    <a:pt x="603826" y="5355156"/>
                  </a:lnTo>
                  <a:lnTo>
                    <a:pt x="603951" y="5355156"/>
                  </a:lnTo>
                  <a:lnTo>
                    <a:pt x="604076" y="5355156"/>
                  </a:lnTo>
                  <a:lnTo>
                    <a:pt x="604201" y="5355156"/>
                  </a:lnTo>
                  <a:lnTo>
                    <a:pt x="604327" y="5355156"/>
                  </a:lnTo>
                  <a:lnTo>
                    <a:pt x="604452" y="5355156"/>
                  </a:lnTo>
                  <a:lnTo>
                    <a:pt x="604577" y="5355156"/>
                  </a:lnTo>
                  <a:lnTo>
                    <a:pt x="604702" y="5355156"/>
                  </a:lnTo>
                  <a:lnTo>
                    <a:pt x="604827" y="5355156"/>
                  </a:lnTo>
                  <a:lnTo>
                    <a:pt x="604952" y="5355156"/>
                  </a:lnTo>
                  <a:lnTo>
                    <a:pt x="605077" y="5355156"/>
                  </a:lnTo>
                  <a:lnTo>
                    <a:pt x="605202" y="5355156"/>
                  </a:lnTo>
                  <a:lnTo>
                    <a:pt x="605327" y="5355156"/>
                  </a:lnTo>
                  <a:lnTo>
                    <a:pt x="605452" y="5355156"/>
                  </a:lnTo>
                  <a:lnTo>
                    <a:pt x="605577" y="5355156"/>
                  </a:lnTo>
                  <a:lnTo>
                    <a:pt x="605702" y="5355156"/>
                  </a:lnTo>
                  <a:lnTo>
                    <a:pt x="605827" y="5355156"/>
                  </a:lnTo>
                  <a:lnTo>
                    <a:pt x="605952" y="5355156"/>
                  </a:lnTo>
                  <a:lnTo>
                    <a:pt x="606077" y="5355156"/>
                  </a:lnTo>
                  <a:lnTo>
                    <a:pt x="606202" y="5355156"/>
                  </a:lnTo>
                  <a:lnTo>
                    <a:pt x="606327" y="5355156"/>
                  </a:lnTo>
                  <a:lnTo>
                    <a:pt x="606452" y="5355156"/>
                  </a:lnTo>
                  <a:lnTo>
                    <a:pt x="606577" y="5355156"/>
                  </a:lnTo>
                  <a:lnTo>
                    <a:pt x="606702" y="5355156"/>
                  </a:lnTo>
                  <a:lnTo>
                    <a:pt x="606827" y="5355156"/>
                  </a:lnTo>
                  <a:lnTo>
                    <a:pt x="606952" y="5355156"/>
                  </a:lnTo>
                  <a:lnTo>
                    <a:pt x="607077" y="5355156"/>
                  </a:lnTo>
                  <a:lnTo>
                    <a:pt x="607202" y="5355156"/>
                  </a:lnTo>
                  <a:lnTo>
                    <a:pt x="607328" y="5355156"/>
                  </a:lnTo>
                  <a:lnTo>
                    <a:pt x="607453" y="5355156"/>
                  </a:lnTo>
                  <a:lnTo>
                    <a:pt x="607453" y="5345202"/>
                  </a:lnTo>
                  <a:lnTo>
                    <a:pt x="607578" y="5345202"/>
                  </a:lnTo>
                  <a:lnTo>
                    <a:pt x="607703" y="5345202"/>
                  </a:lnTo>
                  <a:lnTo>
                    <a:pt x="607828" y="5345202"/>
                  </a:lnTo>
                  <a:lnTo>
                    <a:pt x="607953" y="5345202"/>
                  </a:lnTo>
                  <a:lnTo>
                    <a:pt x="608078" y="5345202"/>
                  </a:lnTo>
                  <a:lnTo>
                    <a:pt x="608203" y="5345202"/>
                  </a:lnTo>
                  <a:lnTo>
                    <a:pt x="608328" y="5345202"/>
                  </a:lnTo>
                  <a:lnTo>
                    <a:pt x="608453" y="5345202"/>
                  </a:lnTo>
                  <a:lnTo>
                    <a:pt x="608578" y="5345202"/>
                  </a:lnTo>
                  <a:lnTo>
                    <a:pt x="608703" y="5345202"/>
                  </a:lnTo>
                  <a:lnTo>
                    <a:pt x="608828" y="5345202"/>
                  </a:lnTo>
                  <a:lnTo>
                    <a:pt x="608953" y="5345202"/>
                  </a:lnTo>
                  <a:lnTo>
                    <a:pt x="609078" y="5345202"/>
                  </a:lnTo>
                  <a:lnTo>
                    <a:pt x="609203" y="5345202"/>
                  </a:lnTo>
                  <a:lnTo>
                    <a:pt x="609328" y="5345202"/>
                  </a:lnTo>
                  <a:lnTo>
                    <a:pt x="609453" y="5345202"/>
                  </a:lnTo>
                  <a:lnTo>
                    <a:pt x="609578" y="5345202"/>
                  </a:lnTo>
                  <a:lnTo>
                    <a:pt x="609703" y="5345202"/>
                  </a:lnTo>
                  <a:lnTo>
                    <a:pt x="609828" y="5345202"/>
                  </a:lnTo>
                  <a:lnTo>
                    <a:pt x="609953" y="5345202"/>
                  </a:lnTo>
                  <a:lnTo>
                    <a:pt x="610078" y="5345202"/>
                  </a:lnTo>
                  <a:lnTo>
                    <a:pt x="610203" y="5345202"/>
                  </a:lnTo>
                  <a:lnTo>
                    <a:pt x="610329" y="5345202"/>
                  </a:lnTo>
                  <a:lnTo>
                    <a:pt x="610454" y="5345202"/>
                  </a:lnTo>
                  <a:lnTo>
                    <a:pt x="610579" y="5345202"/>
                  </a:lnTo>
                  <a:lnTo>
                    <a:pt x="610704" y="5345202"/>
                  </a:lnTo>
                  <a:lnTo>
                    <a:pt x="610829" y="5345202"/>
                  </a:lnTo>
                  <a:lnTo>
                    <a:pt x="610954" y="5345202"/>
                  </a:lnTo>
                  <a:lnTo>
                    <a:pt x="611079" y="5345202"/>
                  </a:lnTo>
                  <a:lnTo>
                    <a:pt x="611204" y="5345202"/>
                  </a:lnTo>
                  <a:lnTo>
                    <a:pt x="611329" y="5345202"/>
                  </a:lnTo>
                  <a:lnTo>
                    <a:pt x="611454" y="5345202"/>
                  </a:lnTo>
                  <a:lnTo>
                    <a:pt x="611579" y="5345202"/>
                  </a:lnTo>
                  <a:lnTo>
                    <a:pt x="611704" y="5345202"/>
                  </a:lnTo>
                  <a:lnTo>
                    <a:pt x="611829" y="5345202"/>
                  </a:lnTo>
                  <a:lnTo>
                    <a:pt x="611954" y="5345202"/>
                  </a:lnTo>
                  <a:lnTo>
                    <a:pt x="612079" y="5345202"/>
                  </a:lnTo>
                  <a:lnTo>
                    <a:pt x="612204" y="5345202"/>
                  </a:lnTo>
                  <a:lnTo>
                    <a:pt x="612329" y="5345202"/>
                  </a:lnTo>
                  <a:lnTo>
                    <a:pt x="612454" y="5345202"/>
                  </a:lnTo>
                  <a:lnTo>
                    <a:pt x="612579" y="5345202"/>
                  </a:lnTo>
                  <a:lnTo>
                    <a:pt x="612704" y="5345202"/>
                  </a:lnTo>
                  <a:lnTo>
                    <a:pt x="612829" y="5345202"/>
                  </a:lnTo>
                  <a:lnTo>
                    <a:pt x="612954" y="5345202"/>
                  </a:lnTo>
                  <a:lnTo>
                    <a:pt x="613079" y="5345202"/>
                  </a:lnTo>
                  <a:lnTo>
                    <a:pt x="613204" y="5345202"/>
                  </a:lnTo>
                  <a:lnTo>
                    <a:pt x="613330" y="5345202"/>
                  </a:lnTo>
                  <a:lnTo>
                    <a:pt x="613455" y="5345202"/>
                  </a:lnTo>
                  <a:lnTo>
                    <a:pt x="613580" y="5345202"/>
                  </a:lnTo>
                  <a:lnTo>
                    <a:pt x="613705" y="5345202"/>
                  </a:lnTo>
                  <a:lnTo>
                    <a:pt x="613830" y="5345202"/>
                  </a:lnTo>
                  <a:lnTo>
                    <a:pt x="613955" y="5345202"/>
                  </a:lnTo>
                  <a:lnTo>
                    <a:pt x="614080" y="5345202"/>
                  </a:lnTo>
                  <a:lnTo>
                    <a:pt x="614205" y="5345202"/>
                  </a:lnTo>
                  <a:lnTo>
                    <a:pt x="614330" y="5345202"/>
                  </a:lnTo>
                  <a:lnTo>
                    <a:pt x="614455" y="5345202"/>
                  </a:lnTo>
                  <a:lnTo>
                    <a:pt x="614580" y="5345202"/>
                  </a:lnTo>
                  <a:lnTo>
                    <a:pt x="614705" y="5345202"/>
                  </a:lnTo>
                  <a:lnTo>
                    <a:pt x="614830" y="5345202"/>
                  </a:lnTo>
                  <a:lnTo>
                    <a:pt x="614955" y="5345202"/>
                  </a:lnTo>
                  <a:lnTo>
                    <a:pt x="615080" y="5345202"/>
                  </a:lnTo>
                  <a:lnTo>
                    <a:pt x="615205" y="5345202"/>
                  </a:lnTo>
                  <a:lnTo>
                    <a:pt x="615330" y="5345202"/>
                  </a:lnTo>
                  <a:lnTo>
                    <a:pt x="615455" y="5345202"/>
                  </a:lnTo>
                  <a:lnTo>
                    <a:pt x="615580" y="5345202"/>
                  </a:lnTo>
                  <a:lnTo>
                    <a:pt x="615705" y="5345202"/>
                  </a:lnTo>
                  <a:lnTo>
                    <a:pt x="615830" y="5345202"/>
                  </a:lnTo>
                  <a:lnTo>
                    <a:pt x="615955" y="5345202"/>
                  </a:lnTo>
                  <a:lnTo>
                    <a:pt x="616080" y="5345202"/>
                  </a:lnTo>
                  <a:lnTo>
                    <a:pt x="616205" y="5345202"/>
                  </a:lnTo>
                  <a:lnTo>
                    <a:pt x="616331" y="5345202"/>
                  </a:lnTo>
                  <a:lnTo>
                    <a:pt x="616456" y="5345202"/>
                  </a:lnTo>
                  <a:lnTo>
                    <a:pt x="616581" y="5345202"/>
                  </a:lnTo>
                  <a:lnTo>
                    <a:pt x="616706" y="5345202"/>
                  </a:lnTo>
                  <a:lnTo>
                    <a:pt x="616831" y="5345202"/>
                  </a:lnTo>
                  <a:lnTo>
                    <a:pt x="616956" y="5345202"/>
                  </a:lnTo>
                  <a:lnTo>
                    <a:pt x="617081" y="5345202"/>
                  </a:lnTo>
                  <a:lnTo>
                    <a:pt x="617206" y="5345202"/>
                  </a:lnTo>
                  <a:lnTo>
                    <a:pt x="617331" y="5345202"/>
                  </a:lnTo>
                  <a:lnTo>
                    <a:pt x="617456" y="5345202"/>
                  </a:lnTo>
                  <a:lnTo>
                    <a:pt x="617456" y="5335248"/>
                  </a:lnTo>
                  <a:lnTo>
                    <a:pt x="617581" y="5335248"/>
                  </a:lnTo>
                  <a:lnTo>
                    <a:pt x="617706" y="5335248"/>
                  </a:lnTo>
                  <a:lnTo>
                    <a:pt x="617831" y="5335248"/>
                  </a:lnTo>
                  <a:lnTo>
                    <a:pt x="617956" y="5335248"/>
                  </a:lnTo>
                  <a:lnTo>
                    <a:pt x="618081" y="5335248"/>
                  </a:lnTo>
                  <a:lnTo>
                    <a:pt x="618206" y="5335248"/>
                  </a:lnTo>
                  <a:lnTo>
                    <a:pt x="618331" y="5335248"/>
                  </a:lnTo>
                  <a:lnTo>
                    <a:pt x="618456" y="5335248"/>
                  </a:lnTo>
                  <a:lnTo>
                    <a:pt x="618581" y="5335248"/>
                  </a:lnTo>
                  <a:lnTo>
                    <a:pt x="618706" y="5335248"/>
                  </a:lnTo>
                  <a:lnTo>
                    <a:pt x="618831" y="5335248"/>
                  </a:lnTo>
                  <a:lnTo>
                    <a:pt x="618956" y="5335248"/>
                  </a:lnTo>
                  <a:lnTo>
                    <a:pt x="619081" y="5335248"/>
                  </a:lnTo>
                  <a:lnTo>
                    <a:pt x="619206" y="5335248"/>
                  </a:lnTo>
                  <a:lnTo>
                    <a:pt x="619332" y="5335248"/>
                  </a:lnTo>
                  <a:lnTo>
                    <a:pt x="619457" y="5335248"/>
                  </a:lnTo>
                  <a:lnTo>
                    <a:pt x="619582" y="5335248"/>
                  </a:lnTo>
                  <a:lnTo>
                    <a:pt x="619707" y="5335248"/>
                  </a:lnTo>
                  <a:lnTo>
                    <a:pt x="619832" y="5335248"/>
                  </a:lnTo>
                  <a:lnTo>
                    <a:pt x="619957" y="5335248"/>
                  </a:lnTo>
                  <a:lnTo>
                    <a:pt x="620082" y="5335248"/>
                  </a:lnTo>
                  <a:lnTo>
                    <a:pt x="620207" y="5335248"/>
                  </a:lnTo>
                  <a:lnTo>
                    <a:pt x="620332" y="5335248"/>
                  </a:lnTo>
                  <a:lnTo>
                    <a:pt x="620457" y="5335248"/>
                  </a:lnTo>
                  <a:lnTo>
                    <a:pt x="620582" y="5335248"/>
                  </a:lnTo>
                  <a:lnTo>
                    <a:pt x="620707" y="5335248"/>
                  </a:lnTo>
                  <a:lnTo>
                    <a:pt x="620832" y="5335248"/>
                  </a:lnTo>
                  <a:lnTo>
                    <a:pt x="620957" y="5335248"/>
                  </a:lnTo>
                  <a:lnTo>
                    <a:pt x="621082" y="5335248"/>
                  </a:lnTo>
                  <a:lnTo>
                    <a:pt x="621207" y="5335248"/>
                  </a:lnTo>
                  <a:lnTo>
                    <a:pt x="621332" y="5335248"/>
                  </a:lnTo>
                  <a:lnTo>
                    <a:pt x="621457" y="5335248"/>
                  </a:lnTo>
                  <a:lnTo>
                    <a:pt x="621582" y="5335248"/>
                  </a:lnTo>
                  <a:lnTo>
                    <a:pt x="621707" y="5335248"/>
                  </a:lnTo>
                  <a:lnTo>
                    <a:pt x="621832" y="5335248"/>
                  </a:lnTo>
                  <a:lnTo>
                    <a:pt x="621957" y="5335248"/>
                  </a:lnTo>
                  <a:lnTo>
                    <a:pt x="622082" y="5335248"/>
                  </a:lnTo>
                  <a:lnTo>
                    <a:pt x="622208" y="5335248"/>
                  </a:lnTo>
                  <a:lnTo>
                    <a:pt x="622333" y="5335248"/>
                  </a:lnTo>
                  <a:lnTo>
                    <a:pt x="622458" y="5335248"/>
                  </a:lnTo>
                  <a:lnTo>
                    <a:pt x="622583" y="5335248"/>
                  </a:lnTo>
                  <a:lnTo>
                    <a:pt x="622708" y="5335248"/>
                  </a:lnTo>
                  <a:lnTo>
                    <a:pt x="622833" y="5335248"/>
                  </a:lnTo>
                  <a:lnTo>
                    <a:pt x="622958" y="5335248"/>
                  </a:lnTo>
                  <a:lnTo>
                    <a:pt x="623083" y="5335248"/>
                  </a:lnTo>
                  <a:lnTo>
                    <a:pt x="623208" y="5335248"/>
                  </a:lnTo>
                  <a:lnTo>
                    <a:pt x="623333" y="5335248"/>
                  </a:lnTo>
                  <a:lnTo>
                    <a:pt x="623458" y="5335248"/>
                  </a:lnTo>
                  <a:lnTo>
                    <a:pt x="623583" y="5335248"/>
                  </a:lnTo>
                  <a:lnTo>
                    <a:pt x="623708" y="5335248"/>
                  </a:lnTo>
                  <a:lnTo>
                    <a:pt x="623833" y="5335248"/>
                  </a:lnTo>
                  <a:lnTo>
                    <a:pt x="623958" y="5335248"/>
                  </a:lnTo>
                  <a:lnTo>
                    <a:pt x="623958" y="5325295"/>
                  </a:lnTo>
                  <a:lnTo>
                    <a:pt x="624083" y="5325295"/>
                  </a:lnTo>
                  <a:lnTo>
                    <a:pt x="624208" y="5325295"/>
                  </a:lnTo>
                  <a:lnTo>
                    <a:pt x="624333" y="5325295"/>
                  </a:lnTo>
                  <a:lnTo>
                    <a:pt x="624458" y="5325295"/>
                  </a:lnTo>
                  <a:lnTo>
                    <a:pt x="624583" y="5325295"/>
                  </a:lnTo>
                  <a:lnTo>
                    <a:pt x="624708" y="5325295"/>
                  </a:lnTo>
                  <a:lnTo>
                    <a:pt x="624833" y="5325295"/>
                  </a:lnTo>
                  <a:lnTo>
                    <a:pt x="624958" y="5325295"/>
                  </a:lnTo>
                  <a:lnTo>
                    <a:pt x="625083" y="5325295"/>
                  </a:lnTo>
                  <a:lnTo>
                    <a:pt x="625209" y="5325295"/>
                  </a:lnTo>
                  <a:lnTo>
                    <a:pt x="625334" y="5325295"/>
                  </a:lnTo>
                  <a:lnTo>
                    <a:pt x="625459" y="5325295"/>
                  </a:lnTo>
                  <a:lnTo>
                    <a:pt x="625584" y="5325295"/>
                  </a:lnTo>
                  <a:lnTo>
                    <a:pt x="625709" y="5325295"/>
                  </a:lnTo>
                  <a:lnTo>
                    <a:pt x="625834" y="5325295"/>
                  </a:lnTo>
                  <a:lnTo>
                    <a:pt x="625959" y="5325295"/>
                  </a:lnTo>
                  <a:lnTo>
                    <a:pt x="626084" y="5325295"/>
                  </a:lnTo>
                  <a:lnTo>
                    <a:pt x="626209" y="5325295"/>
                  </a:lnTo>
                  <a:lnTo>
                    <a:pt x="626334" y="5325295"/>
                  </a:lnTo>
                  <a:lnTo>
                    <a:pt x="626459" y="5325295"/>
                  </a:lnTo>
                  <a:lnTo>
                    <a:pt x="626584" y="5325295"/>
                  </a:lnTo>
                  <a:lnTo>
                    <a:pt x="626709" y="5325295"/>
                  </a:lnTo>
                  <a:lnTo>
                    <a:pt x="626834" y="5325295"/>
                  </a:lnTo>
                  <a:lnTo>
                    <a:pt x="626959" y="5325295"/>
                  </a:lnTo>
                  <a:lnTo>
                    <a:pt x="627084" y="5325295"/>
                  </a:lnTo>
                  <a:lnTo>
                    <a:pt x="627209" y="5325295"/>
                  </a:lnTo>
                  <a:lnTo>
                    <a:pt x="627334" y="5325295"/>
                  </a:lnTo>
                  <a:lnTo>
                    <a:pt x="627459" y="5325295"/>
                  </a:lnTo>
                  <a:lnTo>
                    <a:pt x="627584" y="5325295"/>
                  </a:lnTo>
                  <a:lnTo>
                    <a:pt x="627709" y="5325295"/>
                  </a:lnTo>
                  <a:lnTo>
                    <a:pt x="627834" y="5325295"/>
                  </a:lnTo>
                  <a:lnTo>
                    <a:pt x="627959" y="5325295"/>
                  </a:lnTo>
                  <a:lnTo>
                    <a:pt x="628084" y="5325295"/>
                  </a:lnTo>
                  <a:lnTo>
                    <a:pt x="628210" y="5325295"/>
                  </a:lnTo>
                  <a:lnTo>
                    <a:pt x="628335" y="5325295"/>
                  </a:lnTo>
                  <a:lnTo>
                    <a:pt x="628460" y="5325295"/>
                  </a:lnTo>
                  <a:lnTo>
                    <a:pt x="628585" y="5325295"/>
                  </a:lnTo>
                  <a:lnTo>
                    <a:pt x="628710" y="5325295"/>
                  </a:lnTo>
                  <a:lnTo>
                    <a:pt x="628835" y="5325295"/>
                  </a:lnTo>
                  <a:lnTo>
                    <a:pt x="628960" y="5325295"/>
                  </a:lnTo>
                  <a:lnTo>
                    <a:pt x="629085" y="5325295"/>
                  </a:lnTo>
                  <a:lnTo>
                    <a:pt x="629085" y="5315341"/>
                  </a:lnTo>
                  <a:lnTo>
                    <a:pt x="629210" y="5315341"/>
                  </a:lnTo>
                  <a:lnTo>
                    <a:pt x="629335" y="5315341"/>
                  </a:lnTo>
                  <a:lnTo>
                    <a:pt x="629460" y="5315341"/>
                  </a:lnTo>
                  <a:lnTo>
                    <a:pt x="629585" y="5315341"/>
                  </a:lnTo>
                  <a:lnTo>
                    <a:pt x="629710" y="5315341"/>
                  </a:lnTo>
                  <a:lnTo>
                    <a:pt x="629835" y="5315341"/>
                  </a:lnTo>
                  <a:lnTo>
                    <a:pt x="629960" y="5315341"/>
                  </a:lnTo>
                  <a:lnTo>
                    <a:pt x="630085" y="5315341"/>
                  </a:lnTo>
                  <a:lnTo>
                    <a:pt x="630210" y="5315341"/>
                  </a:lnTo>
                  <a:lnTo>
                    <a:pt x="630335" y="5315341"/>
                  </a:lnTo>
                  <a:lnTo>
                    <a:pt x="630460" y="5315341"/>
                  </a:lnTo>
                  <a:lnTo>
                    <a:pt x="630585" y="5315341"/>
                  </a:lnTo>
                  <a:lnTo>
                    <a:pt x="630710" y="5315341"/>
                  </a:lnTo>
                  <a:lnTo>
                    <a:pt x="630835" y="5315341"/>
                  </a:lnTo>
                  <a:lnTo>
                    <a:pt x="630960" y="5315341"/>
                  </a:lnTo>
                  <a:lnTo>
                    <a:pt x="631085" y="5315341"/>
                  </a:lnTo>
                  <a:lnTo>
                    <a:pt x="631211" y="5315341"/>
                  </a:lnTo>
                  <a:lnTo>
                    <a:pt x="631336" y="5315341"/>
                  </a:lnTo>
                  <a:lnTo>
                    <a:pt x="631461" y="5315341"/>
                  </a:lnTo>
                  <a:lnTo>
                    <a:pt x="631586" y="5315341"/>
                  </a:lnTo>
                  <a:lnTo>
                    <a:pt x="631711" y="5315341"/>
                  </a:lnTo>
                  <a:lnTo>
                    <a:pt x="631836" y="5315341"/>
                  </a:lnTo>
                  <a:lnTo>
                    <a:pt x="631961" y="5315341"/>
                  </a:lnTo>
                  <a:lnTo>
                    <a:pt x="632086" y="5315341"/>
                  </a:lnTo>
                  <a:lnTo>
                    <a:pt x="632211" y="5315341"/>
                  </a:lnTo>
                  <a:lnTo>
                    <a:pt x="632336" y="5315341"/>
                  </a:lnTo>
                  <a:lnTo>
                    <a:pt x="632461" y="5315341"/>
                  </a:lnTo>
                  <a:lnTo>
                    <a:pt x="632586" y="5315341"/>
                  </a:lnTo>
                  <a:lnTo>
                    <a:pt x="632711" y="5315341"/>
                  </a:lnTo>
                  <a:lnTo>
                    <a:pt x="632836" y="5315341"/>
                  </a:lnTo>
                  <a:lnTo>
                    <a:pt x="632961" y="5315341"/>
                  </a:lnTo>
                  <a:lnTo>
                    <a:pt x="633086" y="5315341"/>
                  </a:lnTo>
                  <a:lnTo>
                    <a:pt x="633211" y="5315341"/>
                  </a:lnTo>
                  <a:lnTo>
                    <a:pt x="633336" y="5315341"/>
                  </a:lnTo>
                  <a:lnTo>
                    <a:pt x="633461" y="5315341"/>
                  </a:lnTo>
                  <a:lnTo>
                    <a:pt x="633586" y="5315341"/>
                  </a:lnTo>
                  <a:lnTo>
                    <a:pt x="633711" y="5315341"/>
                  </a:lnTo>
                  <a:lnTo>
                    <a:pt x="633836" y="5315341"/>
                  </a:lnTo>
                  <a:lnTo>
                    <a:pt x="633961" y="5315341"/>
                  </a:lnTo>
                  <a:lnTo>
                    <a:pt x="634086" y="5315341"/>
                  </a:lnTo>
                  <a:lnTo>
                    <a:pt x="634212" y="5315341"/>
                  </a:lnTo>
                  <a:lnTo>
                    <a:pt x="634337" y="5315341"/>
                  </a:lnTo>
                  <a:lnTo>
                    <a:pt x="634462" y="5315341"/>
                  </a:lnTo>
                  <a:lnTo>
                    <a:pt x="634587" y="5315341"/>
                  </a:lnTo>
                  <a:lnTo>
                    <a:pt x="634712" y="5315341"/>
                  </a:lnTo>
                  <a:lnTo>
                    <a:pt x="634837" y="5315341"/>
                  </a:lnTo>
                  <a:lnTo>
                    <a:pt x="634962" y="5315341"/>
                  </a:lnTo>
                  <a:lnTo>
                    <a:pt x="635087" y="5315341"/>
                  </a:lnTo>
                  <a:lnTo>
                    <a:pt x="635212" y="5315341"/>
                  </a:lnTo>
                  <a:lnTo>
                    <a:pt x="635337" y="5315341"/>
                  </a:lnTo>
                  <a:lnTo>
                    <a:pt x="635462" y="5315341"/>
                  </a:lnTo>
                  <a:lnTo>
                    <a:pt x="635587" y="5315341"/>
                  </a:lnTo>
                  <a:lnTo>
                    <a:pt x="635712" y="5315341"/>
                  </a:lnTo>
                  <a:lnTo>
                    <a:pt x="635837" y="5315341"/>
                  </a:lnTo>
                  <a:lnTo>
                    <a:pt x="635962" y="5315341"/>
                  </a:lnTo>
                  <a:lnTo>
                    <a:pt x="635962" y="5305387"/>
                  </a:lnTo>
                  <a:lnTo>
                    <a:pt x="636087" y="5305387"/>
                  </a:lnTo>
                  <a:lnTo>
                    <a:pt x="636087" y="5295433"/>
                  </a:lnTo>
                  <a:lnTo>
                    <a:pt x="636212" y="5295433"/>
                  </a:lnTo>
                  <a:lnTo>
                    <a:pt x="636337" y="5295433"/>
                  </a:lnTo>
                  <a:lnTo>
                    <a:pt x="636462" y="5295433"/>
                  </a:lnTo>
                  <a:lnTo>
                    <a:pt x="636587" y="5295433"/>
                  </a:lnTo>
                  <a:lnTo>
                    <a:pt x="636712" y="5295433"/>
                  </a:lnTo>
                  <a:lnTo>
                    <a:pt x="636837" y="5295433"/>
                  </a:lnTo>
                  <a:lnTo>
                    <a:pt x="636962" y="5295433"/>
                  </a:lnTo>
                  <a:lnTo>
                    <a:pt x="637087" y="5295433"/>
                  </a:lnTo>
                  <a:lnTo>
                    <a:pt x="637213" y="5295433"/>
                  </a:lnTo>
                  <a:lnTo>
                    <a:pt x="637338" y="5295433"/>
                  </a:lnTo>
                  <a:lnTo>
                    <a:pt x="637463" y="5295433"/>
                  </a:lnTo>
                  <a:lnTo>
                    <a:pt x="637588" y="5295433"/>
                  </a:lnTo>
                  <a:lnTo>
                    <a:pt x="637713" y="5295433"/>
                  </a:lnTo>
                  <a:lnTo>
                    <a:pt x="637838" y="5295433"/>
                  </a:lnTo>
                  <a:lnTo>
                    <a:pt x="637963" y="5295433"/>
                  </a:lnTo>
                  <a:lnTo>
                    <a:pt x="638088" y="5295433"/>
                  </a:lnTo>
                  <a:lnTo>
                    <a:pt x="638213" y="5295433"/>
                  </a:lnTo>
                  <a:lnTo>
                    <a:pt x="638338" y="5295433"/>
                  </a:lnTo>
                  <a:lnTo>
                    <a:pt x="638463" y="5295433"/>
                  </a:lnTo>
                  <a:lnTo>
                    <a:pt x="638588" y="5295433"/>
                  </a:lnTo>
                  <a:lnTo>
                    <a:pt x="638713" y="5295433"/>
                  </a:lnTo>
                  <a:lnTo>
                    <a:pt x="638838" y="5295433"/>
                  </a:lnTo>
                  <a:lnTo>
                    <a:pt x="638963" y="5295433"/>
                  </a:lnTo>
                  <a:lnTo>
                    <a:pt x="639088" y="5295433"/>
                  </a:lnTo>
                  <a:lnTo>
                    <a:pt x="639213" y="5295433"/>
                  </a:lnTo>
                  <a:lnTo>
                    <a:pt x="639338" y="5295433"/>
                  </a:lnTo>
                  <a:lnTo>
                    <a:pt x="639463" y="5295433"/>
                  </a:lnTo>
                  <a:lnTo>
                    <a:pt x="639588" y="5295433"/>
                  </a:lnTo>
                  <a:lnTo>
                    <a:pt x="639713" y="5295433"/>
                  </a:lnTo>
                  <a:lnTo>
                    <a:pt x="639838" y="5295433"/>
                  </a:lnTo>
                  <a:lnTo>
                    <a:pt x="639963" y="5295433"/>
                  </a:lnTo>
                  <a:lnTo>
                    <a:pt x="640088" y="5295433"/>
                  </a:lnTo>
                  <a:lnTo>
                    <a:pt x="640214" y="5295433"/>
                  </a:lnTo>
                  <a:lnTo>
                    <a:pt x="640339" y="5295433"/>
                  </a:lnTo>
                  <a:lnTo>
                    <a:pt x="640464" y="5295433"/>
                  </a:lnTo>
                  <a:lnTo>
                    <a:pt x="640589" y="5295433"/>
                  </a:lnTo>
                  <a:lnTo>
                    <a:pt x="640714" y="5295433"/>
                  </a:lnTo>
                  <a:lnTo>
                    <a:pt x="640839" y="5295433"/>
                  </a:lnTo>
                  <a:lnTo>
                    <a:pt x="640964" y="5295433"/>
                  </a:lnTo>
                  <a:lnTo>
                    <a:pt x="641089" y="5295433"/>
                  </a:lnTo>
                  <a:lnTo>
                    <a:pt x="641214" y="5295433"/>
                  </a:lnTo>
                  <a:lnTo>
                    <a:pt x="641339" y="5295433"/>
                  </a:lnTo>
                  <a:lnTo>
                    <a:pt x="641464" y="5295433"/>
                  </a:lnTo>
                  <a:lnTo>
                    <a:pt x="641589" y="5295433"/>
                  </a:lnTo>
                  <a:lnTo>
                    <a:pt x="641714" y="5295433"/>
                  </a:lnTo>
                  <a:lnTo>
                    <a:pt x="641839" y="5295433"/>
                  </a:lnTo>
                  <a:lnTo>
                    <a:pt x="641964" y="5295433"/>
                  </a:lnTo>
                  <a:lnTo>
                    <a:pt x="642089" y="5295433"/>
                  </a:lnTo>
                  <a:lnTo>
                    <a:pt x="642214" y="5295433"/>
                  </a:lnTo>
                  <a:lnTo>
                    <a:pt x="642339" y="5295433"/>
                  </a:lnTo>
                  <a:lnTo>
                    <a:pt x="642464" y="5295433"/>
                  </a:lnTo>
                  <a:lnTo>
                    <a:pt x="642589" y="5295433"/>
                  </a:lnTo>
                  <a:lnTo>
                    <a:pt x="642714" y="5295433"/>
                  </a:lnTo>
                  <a:lnTo>
                    <a:pt x="642839" y="5295433"/>
                  </a:lnTo>
                  <a:lnTo>
                    <a:pt x="642964" y="5295433"/>
                  </a:lnTo>
                  <a:lnTo>
                    <a:pt x="643089" y="5295433"/>
                  </a:lnTo>
                  <a:lnTo>
                    <a:pt x="643215" y="5295433"/>
                  </a:lnTo>
                  <a:lnTo>
                    <a:pt x="643340" y="5295433"/>
                  </a:lnTo>
                  <a:lnTo>
                    <a:pt x="643465" y="5295433"/>
                  </a:lnTo>
                  <a:lnTo>
                    <a:pt x="643590" y="5295433"/>
                  </a:lnTo>
                  <a:lnTo>
                    <a:pt x="643715" y="5295433"/>
                  </a:lnTo>
                  <a:lnTo>
                    <a:pt x="643840" y="5295433"/>
                  </a:lnTo>
                  <a:lnTo>
                    <a:pt x="643965" y="5295433"/>
                  </a:lnTo>
                  <a:lnTo>
                    <a:pt x="644090" y="5295433"/>
                  </a:lnTo>
                  <a:lnTo>
                    <a:pt x="644215" y="5295433"/>
                  </a:lnTo>
                  <a:lnTo>
                    <a:pt x="644340" y="5295433"/>
                  </a:lnTo>
                  <a:lnTo>
                    <a:pt x="644465" y="5295433"/>
                  </a:lnTo>
                  <a:lnTo>
                    <a:pt x="644590" y="5295433"/>
                  </a:lnTo>
                  <a:lnTo>
                    <a:pt x="644715" y="5295433"/>
                  </a:lnTo>
                  <a:lnTo>
                    <a:pt x="644840" y="5295433"/>
                  </a:lnTo>
                  <a:lnTo>
                    <a:pt x="644965" y="5295433"/>
                  </a:lnTo>
                  <a:lnTo>
                    <a:pt x="645090" y="5295433"/>
                  </a:lnTo>
                  <a:lnTo>
                    <a:pt x="645215" y="5295433"/>
                  </a:lnTo>
                  <a:lnTo>
                    <a:pt x="645340" y="5295433"/>
                  </a:lnTo>
                  <a:lnTo>
                    <a:pt x="645465" y="5295433"/>
                  </a:lnTo>
                  <a:lnTo>
                    <a:pt x="645590" y="5295433"/>
                  </a:lnTo>
                  <a:lnTo>
                    <a:pt x="645715" y="5295433"/>
                  </a:lnTo>
                  <a:lnTo>
                    <a:pt x="645840" y="5295433"/>
                  </a:lnTo>
                  <a:lnTo>
                    <a:pt x="645965" y="5295433"/>
                  </a:lnTo>
                  <a:lnTo>
                    <a:pt x="646090" y="5295433"/>
                  </a:lnTo>
                  <a:lnTo>
                    <a:pt x="646216" y="5295433"/>
                  </a:lnTo>
                  <a:lnTo>
                    <a:pt x="646341" y="5295433"/>
                  </a:lnTo>
                  <a:lnTo>
                    <a:pt x="646466" y="5295433"/>
                  </a:lnTo>
                  <a:lnTo>
                    <a:pt x="646591" y="5295433"/>
                  </a:lnTo>
                  <a:lnTo>
                    <a:pt x="646716" y="5295433"/>
                  </a:lnTo>
                  <a:lnTo>
                    <a:pt x="646841" y="5295433"/>
                  </a:lnTo>
                  <a:lnTo>
                    <a:pt x="646966" y="5295433"/>
                  </a:lnTo>
                  <a:lnTo>
                    <a:pt x="647091" y="5295433"/>
                  </a:lnTo>
                  <a:lnTo>
                    <a:pt x="647216" y="5295433"/>
                  </a:lnTo>
                  <a:lnTo>
                    <a:pt x="647341" y="5295433"/>
                  </a:lnTo>
                  <a:lnTo>
                    <a:pt x="647466" y="5295433"/>
                  </a:lnTo>
                  <a:lnTo>
                    <a:pt x="647591" y="5295433"/>
                  </a:lnTo>
                  <a:lnTo>
                    <a:pt x="647716" y="5295433"/>
                  </a:lnTo>
                  <a:lnTo>
                    <a:pt x="647841" y="5295433"/>
                  </a:lnTo>
                  <a:lnTo>
                    <a:pt x="647966" y="5295433"/>
                  </a:lnTo>
                  <a:lnTo>
                    <a:pt x="648091" y="5295433"/>
                  </a:lnTo>
                  <a:lnTo>
                    <a:pt x="648216" y="5295433"/>
                  </a:lnTo>
                  <a:lnTo>
                    <a:pt x="648341" y="5295433"/>
                  </a:lnTo>
                  <a:lnTo>
                    <a:pt x="648466" y="5295433"/>
                  </a:lnTo>
                  <a:lnTo>
                    <a:pt x="648591" y="5295433"/>
                  </a:lnTo>
                  <a:lnTo>
                    <a:pt x="648716" y="5295433"/>
                  </a:lnTo>
                  <a:lnTo>
                    <a:pt x="648841" y="5295433"/>
                  </a:lnTo>
                  <a:lnTo>
                    <a:pt x="648966" y="5295433"/>
                  </a:lnTo>
                  <a:lnTo>
                    <a:pt x="649091" y="5295433"/>
                  </a:lnTo>
                  <a:lnTo>
                    <a:pt x="649217" y="5295433"/>
                  </a:lnTo>
                  <a:lnTo>
                    <a:pt x="649342" y="5295433"/>
                  </a:lnTo>
                  <a:lnTo>
                    <a:pt x="649467" y="5295433"/>
                  </a:lnTo>
                  <a:lnTo>
                    <a:pt x="649592" y="5295433"/>
                  </a:lnTo>
                  <a:lnTo>
                    <a:pt x="649717" y="5295433"/>
                  </a:lnTo>
                  <a:lnTo>
                    <a:pt x="649842" y="5295433"/>
                  </a:lnTo>
                  <a:lnTo>
                    <a:pt x="649967" y="5295433"/>
                  </a:lnTo>
                  <a:lnTo>
                    <a:pt x="650092" y="5295433"/>
                  </a:lnTo>
                  <a:lnTo>
                    <a:pt x="650217" y="5295433"/>
                  </a:lnTo>
                  <a:lnTo>
                    <a:pt x="650342" y="5295433"/>
                  </a:lnTo>
                  <a:lnTo>
                    <a:pt x="650467" y="5295433"/>
                  </a:lnTo>
                  <a:lnTo>
                    <a:pt x="650592" y="5295433"/>
                  </a:lnTo>
                  <a:lnTo>
                    <a:pt x="650717" y="5295433"/>
                  </a:lnTo>
                  <a:lnTo>
                    <a:pt x="650842" y="5295433"/>
                  </a:lnTo>
                  <a:lnTo>
                    <a:pt x="650967" y="5295433"/>
                  </a:lnTo>
                  <a:lnTo>
                    <a:pt x="651092" y="5295433"/>
                  </a:lnTo>
                  <a:lnTo>
                    <a:pt x="651217" y="5295433"/>
                  </a:lnTo>
                  <a:lnTo>
                    <a:pt x="651342" y="5295433"/>
                  </a:lnTo>
                  <a:lnTo>
                    <a:pt x="651467" y="5295433"/>
                  </a:lnTo>
                  <a:lnTo>
                    <a:pt x="651592" y="5295433"/>
                  </a:lnTo>
                  <a:lnTo>
                    <a:pt x="651717" y="5295433"/>
                  </a:lnTo>
                  <a:lnTo>
                    <a:pt x="651842" y="5295433"/>
                  </a:lnTo>
                  <a:lnTo>
                    <a:pt x="651967" y="5295433"/>
                  </a:lnTo>
                  <a:lnTo>
                    <a:pt x="652092" y="5295433"/>
                  </a:lnTo>
                  <a:lnTo>
                    <a:pt x="652218" y="5295433"/>
                  </a:lnTo>
                  <a:lnTo>
                    <a:pt x="652343" y="5295433"/>
                  </a:lnTo>
                  <a:lnTo>
                    <a:pt x="652468" y="5295433"/>
                  </a:lnTo>
                  <a:lnTo>
                    <a:pt x="652593" y="5295433"/>
                  </a:lnTo>
                  <a:lnTo>
                    <a:pt x="652718" y="5295433"/>
                  </a:lnTo>
                  <a:lnTo>
                    <a:pt x="652843" y="5295433"/>
                  </a:lnTo>
                  <a:lnTo>
                    <a:pt x="652968" y="5295433"/>
                  </a:lnTo>
                  <a:lnTo>
                    <a:pt x="653093" y="5295433"/>
                  </a:lnTo>
                  <a:lnTo>
                    <a:pt x="653218" y="5295433"/>
                  </a:lnTo>
                  <a:lnTo>
                    <a:pt x="653343" y="5295433"/>
                  </a:lnTo>
                  <a:lnTo>
                    <a:pt x="653468" y="5295433"/>
                  </a:lnTo>
                  <a:lnTo>
                    <a:pt x="653593" y="5295433"/>
                  </a:lnTo>
                  <a:lnTo>
                    <a:pt x="653718" y="5295433"/>
                  </a:lnTo>
                  <a:lnTo>
                    <a:pt x="653843" y="5295433"/>
                  </a:lnTo>
                  <a:lnTo>
                    <a:pt x="653968" y="5295433"/>
                  </a:lnTo>
                  <a:lnTo>
                    <a:pt x="654093" y="5295433"/>
                  </a:lnTo>
                  <a:lnTo>
                    <a:pt x="654218" y="5295433"/>
                  </a:lnTo>
                  <a:lnTo>
                    <a:pt x="654343" y="5295433"/>
                  </a:lnTo>
                  <a:lnTo>
                    <a:pt x="654468" y="5295433"/>
                  </a:lnTo>
                  <a:lnTo>
                    <a:pt x="654593" y="5295433"/>
                  </a:lnTo>
                  <a:lnTo>
                    <a:pt x="654718" y="5295433"/>
                  </a:lnTo>
                  <a:lnTo>
                    <a:pt x="654843" y="5295433"/>
                  </a:lnTo>
                  <a:lnTo>
                    <a:pt x="654968" y="5295433"/>
                  </a:lnTo>
                  <a:lnTo>
                    <a:pt x="655093" y="5295433"/>
                  </a:lnTo>
                  <a:lnTo>
                    <a:pt x="655219" y="5295433"/>
                  </a:lnTo>
                  <a:lnTo>
                    <a:pt x="655344" y="5295433"/>
                  </a:lnTo>
                  <a:lnTo>
                    <a:pt x="655469" y="5295433"/>
                  </a:lnTo>
                  <a:lnTo>
                    <a:pt x="655594" y="5295433"/>
                  </a:lnTo>
                  <a:lnTo>
                    <a:pt x="655719" y="5295433"/>
                  </a:lnTo>
                  <a:lnTo>
                    <a:pt x="655844" y="5295433"/>
                  </a:lnTo>
                  <a:lnTo>
                    <a:pt x="655969" y="5295433"/>
                  </a:lnTo>
                  <a:lnTo>
                    <a:pt x="656094" y="5295433"/>
                  </a:lnTo>
                  <a:lnTo>
                    <a:pt x="656219" y="5295433"/>
                  </a:lnTo>
                  <a:lnTo>
                    <a:pt x="656344" y="5295433"/>
                  </a:lnTo>
                  <a:lnTo>
                    <a:pt x="656469" y="5295433"/>
                  </a:lnTo>
                  <a:lnTo>
                    <a:pt x="656594" y="5295433"/>
                  </a:lnTo>
                  <a:lnTo>
                    <a:pt x="656719" y="5295433"/>
                  </a:lnTo>
                  <a:lnTo>
                    <a:pt x="656844" y="5295433"/>
                  </a:lnTo>
                  <a:lnTo>
                    <a:pt x="656969" y="5295433"/>
                  </a:lnTo>
                  <a:lnTo>
                    <a:pt x="657094" y="5295433"/>
                  </a:lnTo>
                  <a:lnTo>
                    <a:pt x="657219" y="5295433"/>
                  </a:lnTo>
                  <a:lnTo>
                    <a:pt x="657219" y="5285479"/>
                  </a:lnTo>
                  <a:lnTo>
                    <a:pt x="657344" y="5285479"/>
                  </a:lnTo>
                  <a:lnTo>
                    <a:pt x="657469" y="5285479"/>
                  </a:lnTo>
                  <a:lnTo>
                    <a:pt x="657594" y="5285479"/>
                  </a:lnTo>
                  <a:lnTo>
                    <a:pt x="657719" y="5285479"/>
                  </a:lnTo>
                  <a:lnTo>
                    <a:pt x="657844" y="5285479"/>
                  </a:lnTo>
                  <a:lnTo>
                    <a:pt x="657969" y="5285479"/>
                  </a:lnTo>
                  <a:lnTo>
                    <a:pt x="658094" y="5285479"/>
                  </a:lnTo>
                  <a:lnTo>
                    <a:pt x="658220" y="5285479"/>
                  </a:lnTo>
                  <a:lnTo>
                    <a:pt x="658345" y="5285479"/>
                  </a:lnTo>
                  <a:lnTo>
                    <a:pt x="658470" y="5285479"/>
                  </a:lnTo>
                  <a:lnTo>
                    <a:pt x="658595" y="5285479"/>
                  </a:lnTo>
                  <a:lnTo>
                    <a:pt x="658720" y="5285479"/>
                  </a:lnTo>
                  <a:lnTo>
                    <a:pt x="658845" y="5285479"/>
                  </a:lnTo>
                  <a:lnTo>
                    <a:pt x="658970" y="5285479"/>
                  </a:lnTo>
                  <a:lnTo>
                    <a:pt x="659095" y="5285479"/>
                  </a:lnTo>
                  <a:lnTo>
                    <a:pt x="659220" y="5285479"/>
                  </a:lnTo>
                  <a:lnTo>
                    <a:pt x="659345" y="5285479"/>
                  </a:lnTo>
                  <a:lnTo>
                    <a:pt x="659470" y="5285479"/>
                  </a:lnTo>
                  <a:lnTo>
                    <a:pt x="659595" y="5285479"/>
                  </a:lnTo>
                  <a:lnTo>
                    <a:pt x="659720" y="5285479"/>
                  </a:lnTo>
                  <a:lnTo>
                    <a:pt x="659845" y="5285479"/>
                  </a:lnTo>
                  <a:lnTo>
                    <a:pt x="659970" y="5285479"/>
                  </a:lnTo>
                  <a:lnTo>
                    <a:pt x="660095" y="5285479"/>
                  </a:lnTo>
                  <a:lnTo>
                    <a:pt x="660220" y="5285479"/>
                  </a:lnTo>
                  <a:lnTo>
                    <a:pt x="660345" y="5285479"/>
                  </a:lnTo>
                  <a:lnTo>
                    <a:pt x="660470" y="5285479"/>
                  </a:lnTo>
                  <a:lnTo>
                    <a:pt x="660595" y="5285479"/>
                  </a:lnTo>
                  <a:lnTo>
                    <a:pt x="660720" y="5285479"/>
                  </a:lnTo>
                  <a:lnTo>
                    <a:pt x="660845" y="5285479"/>
                  </a:lnTo>
                  <a:lnTo>
                    <a:pt x="660970" y="5285479"/>
                  </a:lnTo>
                  <a:lnTo>
                    <a:pt x="661096" y="5285479"/>
                  </a:lnTo>
                  <a:lnTo>
                    <a:pt x="661221" y="5285479"/>
                  </a:lnTo>
                  <a:lnTo>
                    <a:pt x="661346" y="5285479"/>
                  </a:lnTo>
                  <a:lnTo>
                    <a:pt x="661471" y="5285479"/>
                  </a:lnTo>
                  <a:lnTo>
                    <a:pt x="661596" y="5285479"/>
                  </a:lnTo>
                  <a:lnTo>
                    <a:pt x="661721" y="5285479"/>
                  </a:lnTo>
                  <a:lnTo>
                    <a:pt x="661846" y="5285479"/>
                  </a:lnTo>
                  <a:lnTo>
                    <a:pt x="661971" y="5285479"/>
                  </a:lnTo>
                  <a:lnTo>
                    <a:pt x="662096" y="5285479"/>
                  </a:lnTo>
                  <a:lnTo>
                    <a:pt x="662221" y="5285479"/>
                  </a:lnTo>
                  <a:lnTo>
                    <a:pt x="662346" y="5285479"/>
                  </a:lnTo>
                  <a:lnTo>
                    <a:pt x="662346" y="5275525"/>
                  </a:lnTo>
                  <a:lnTo>
                    <a:pt x="662471" y="5275525"/>
                  </a:lnTo>
                  <a:lnTo>
                    <a:pt x="662596" y="5275525"/>
                  </a:lnTo>
                  <a:lnTo>
                    <a:pt x="662721" y="5275525"/>
                  </a:lnTo>
                  <a:lnTo>
                    <a:pt x="662846" y="5275525"/>
                  </a:lnTo>
                  <a:lnTo>
                    <a:pt x="662971" y="5275525"/>
                  </a:lnTo>
                  <a:lnTo>
                    <a:pt x="662971" y="5265572"/>
                  </a:lnTo>
                  <a:lnTo>
                    <a:pt x="663096" y="5265572"/>
                  </a:lnTo>
                  <a:lnTo>
                    <a:pt x="663221" y="5265572"/>
                  </a:lnTo>
                  <a:lnTo>
                    <a:pt x="663346" y="5265572"/>
                  </a:lnTo>
                  <a:lnTo>
                    <a:pt x="663471" y="5265572"/>
                  </a:lnTo>
                  <a:lnTo>
                    <a:pt x="663596" y="5265572"/>
                  </a:lnTo>
                  <a:lnTo>
                    <a:pt x="663721" y="5265572"/>
                  </a:lnTo>
                  <a:lnTo>
                    <a:pt x="663846" y="5265572"/>
                  </a:lnTo>
                  <a:lnTo>
                    <a:pt x="663971" y="5265572"/>
                  </a:lnTo>
                  <a:lnTo>
                    <a:pt x="664097" y="5265572"/>
                  </a:lnTo>
                  <a:lnTo>
                    <a:pt x="664222" y="5265572"/>
                  </a:lnTo>
                  <a:lnTo>
                    <a:pt x="664347" y="5265572"/>
                  </a:lnTo>
                  <a:lnTo>
                    <a:pt x="664472" y="5265572"/>
                  </a:lnTo>
                  <a:lnTo>
                    <a:pt x="664597" y="5265572"/>
                  </a:lnTo>
                  <a:lnTo>
                    <a:pt x="664722" y="5265572"/>
                  </a:lnTo>
                  <a:lnTo>
                    <a:pt x="664847" y="5265572"/>
                  </a:lnTo>
                  <a:lnTo>
                    <a:pt x="664972" y="5265572"/>
                  </a:lnTo>
                  <a:lnTo>
                    <a:pt x="665097" y="5265572"/>
                  </a:lnTo>
                  <a:lnTo>
                    <a:pt x="665222" y="5265572"/>
                  </a:lnTo>
                  <a:lnTo>
                    <a:pt x="665347" y="5265572"/>
                  </a:lnTo>
                  <a:lnTo>
                    <a:pt x="665472" y="5265572"/>
                  </a:lnTo>
                  <a:lnTo>
                    <a:pt x="665597" y="5265572"/>
                  </a:lnTo>
                  <a:lnTo>
                    <a:pt x="665722" y="5265572"/>
                  </a:lnTo>
                  <a:lnTo>
                    <a:pt x="665847" y="5265572"/>
                  </a:lnTo>
                  <a:lnTo>
                    <a:pt x="665972" y="5265572"/>
                  </a:lnTo>
                  <a:lnTo>
                    <a:pt x="666097" y="5265572"/>
                  </a:lnTo>
                  <a:lnTo>
                    <a:pt x="666222" y="5265572"/>
                  </a:lnTo>
                  <a:lnTo>
                    <a:pt x="666347" y="5265572"/>
                  </a:lnTo>
                  <a:lnTo>
                    <a:pt x="666472" y="5265572"/>
                  </a:lnTo>
                  <a:lnTo>
                    <a:pt x="666597" y="5265572"/>
                  </a:lnTo>
                  <a:lnTo>
                    <a:pt x="666722" y="5265572"/>
                  </a:lnTo>
                  <a:lnTo>
                    <a:pt x="666847" y="5265572"/>
                  </a:lnTo>
                  <a:lnTo>
                    <a:pt x="666972" y="5265572"/>
                  </a:lnTo>
                  <a:lnTo>
                    <a:pt x="667098" y="5265572"/>
                  </a:lnTo>
                  <a:lnTo>
                    <a:pt x="667223" y="5265572"/>
                  </a:lnTo>
                  <a:lnTo>
                    <a:pt x="667348" y="5265572"/>
                  </a:lnTo>
                  <a:lnTo>
                    <a:pt x="667473" y="5265572"/>
                  </a:lnTo>
                  <a:lnTo>
                    <a:pt x="667598" y="5265572"/>
                  </a:lnTo>
                  <a:lnTo>
                    <a:pt x="667723" y="5265572"/>
                  </a:lnTo>
                  <a:lnTo>
                    <a:pt x="667848" y="5265572"/>
                  </a:lnTo>
                  <a:lnTo>
                    <a:pt x="667973" y="5265572"/>
                  </a:lnTo>
                  <a:lnTo>
                    <a:pt x="668098" y="5265572"/>
                  </a:lnTo>
                  <a:lnTo>
                    <a:pt x="668223" y="5265572"/>
                  </a:lnTo>
                  <a:lnTo>
                    <a:pt x="668348" y="5265572"/>
                  </a:lnTo>
                  <a:lnTo>
                    <a:pt x="668473" y="5265572"/>
                  </a:lnTo>
                  <a:lnTo>
                    <a:pt x="668598" y="5265572"/>
                  </a:lnTo>
                  <a:lnTo>
                    <a:pt x="668723" y="5265572"/>
                  </a:lnTo>
                  <a:lnTo>
                    <a:pt x="668848" y="5265572"/>
                  </a:lnTo>
                  <a:lnTo>
                    <a:pt x="668973" y="5265572"/>
                  </a:lnTo>
                  <a:lnTo>
                    <a:pt x="669098" y="5265572"/>
                  </a:lnTo>
                  <a:lnTo>
                    <a:pt x="669223" y="5265572"/>
                  </a:lnTo>
                  <a:lnTo>
                    <a:pt x="669348" y="5265572"/>
                  </a:lnTo>
                  <a:lnTo>
                    <a:pt x="669473" y="5265572"/>
                  </a:lnTo>
                  <a:lnTo>
                    <a:pt x="669598" y="5265572"/>
                  </a:lnTo>
                  <a:lnTo>
                    <a:pt x="669723" y="5265572"/>
                  </a:lnTo>
                  <a:lnTo>
                    <a:pt x="669848" y="5265572"/>
                  </a:lnTo>
                  <a:lnTo>
                    <a:pt x="669973" y="5265572"/>
                  </a:lnTo>
                  <a:lnTo>
                    <a:pt x="670099" y="5265572"/>
                  </a:lnTo>
                  <a:lnTo>
                    <a:pt x="670224" y="5265572"/>
                  </a:lnTo>
                  <a:lnTo>
                    <a:pt x="670349" y="5265572"/>
                  </a:lnTo>
                  <a:lnTo>
                    <a:pt x="670474" y="5265572"/>
                  </a:lnTo>
                  <a:lnTo>
                    <a:pt x="670599" y="5265572"/>
                  </a:lnTo>
                  <a:lnTo>
                    <a:pt x="670724" y="5265572"/>
                  </a:lnTo>
                  <a:lnTo>
                    <a:pt x="670849" y="5265572"/>
                  </a:lnTo>
                  <a:lnTo>
                    <a:pt x="670974" y="5265572"/>
                  </a:lnTo>
                  <a:lnTo>
                    <a:pt x="671099" y="5265572"/>
                  </a:lnTo>
                  <a:lnTo>
                    <a:pt x="671224" y="5265572"/>
                  </a:lnTo>
                  <a:lnTo>
                    <a:pt x="671349" y="5265572"/>
                  </a:lnTo>
                  <a:lnTo>
                    <a:pt x="671474" y="5265572"/>
                  </a:lnTo>
                  <a:lnTo>
                    <a:pt x="671599" y="5265572"/>
                  </a:lnTo>
                  <a:lnTo>
                    <a:pt x="671724" y="5265572"/>
                  </a:lnTo>
                  <a:lnTo>
                    <a:pt x="671849" y="5265572"/>
                  </a:lnTo>
                  <a:lnTo>
                    <a:pt x="671974" y="5265572"/>
                  </a:lnTo>
                  <a:lnTo>
                    <a:pt x="672099" y="5265572"/>
                  </a:lnTo>
                  <a:lnTo>
                    <a:pt x="672224" y="5265572"/>
                  </a:lnTo>
                  <a:lnTo>
                    <a:pt x="672349" y="5265572"/>
                  </a:lnTo>
                  <a:lnTo>
                    <a:pt x="672474" y="5265572"/>
                  </a:lnTo>
                  <a:lnTo>
                    <a:pt x="672599" y="5265572"/>
                  </a:lnTo>
                  <a:lnTo>
                    <a:pt x="672724" y="5265572"/>
                  </a:lnTo>
                  <a:lnTo>
                    <a:pt x="672849" y="5265572"/>
                  </a:lnTo>
                  <a:lnTo>
                    <a:pt x="672974" y="5265572"/>
                  </a:lnTo>
                  <a:lnTo>
                    <a:pt x="673100" y="5265572"/>
                  </a:lnTo>
                  <a:lnTo>
                    <a:pt x="673225" y="5265572"/>
                  </a:lnTo>
                  <a:lnTo>
                    <a:pt x="673350" y="5265572"/>
                  </a:lnTo>
                  <a:lnTo>
                    <a:pt x="673475" y="5265572"/>
                  </a:lnTo>
                  <a:lnTo>
                    <a:pt x="673600" y="5265572"/>
                  </a:lnTo>
                  <a:lnTo>
                    <a:pt x="673725" y="5265572"/>
                  </a:lnTo>
                  <a:lnTo>
                    <a:pt x="673850" y="5265572"/>
                  </a:lnTo>
                  <a:lnTo>
                    <a:pt x="673975" y="5265572"/>
                  </a:lnTo>
                  <a:lnTo>
                    <a:pt x="674100" y="5265572"/>
                  </a:lnTo>
                  <a:lnTo>
                    <a:pt x="674225" y="5265572"/>
                  </a:lnTo>
                  <a:lnTo>
                    <a:pt x="674350" y="5265572"/>
                  </a:lnTo>
                  <a:lnTo>
                    <a:pt x="674475" y="5265572"/>
                  </a:lnTo>
                  <a:lnTo>
                    <a:pt x="674600" y="5265572"/>
                  </a:lnTo>
                  <a:lnTo>
                    <a:pt x="674725" y="5265572"/>
                  </a:lnTo>
                  <a:lnTo>
                    <a:pt x="674850" y="5265572"/>
                  </a:lnTo>
                  <a:lnTo>
                    <a:pt x="674975" y="5265572"/>
                  </a:lnTo>
                  <a:lnTo>
                    <a:pt x="675100" y="5265572"/>
                  </a:lnTo>
                  <a:lnTo>
                    <a:pt x="675225" y="5265572"/>
                  </a:lnTo>
                  <a:lnTo>
                    <a:pt x="675350" y="5265572"/>
                  </a:lnTo>
                  <a:lnTo>
                    <a:pt x="675475" y="5265572"/>
                  </a:lnTo>
                  <a:lnTo>
                    <a:pt x="675600" y="5265572"/>
                  </a:lnTo>
                  <a:lnTo>
                    <a:pt x="675725" y="5265572"/>
                  </a:lnTo>
                  <a:lnTo>
                    <a:pt x="675850" y="5265572"/>
                  </a:lnTo>
                  <a:lnTo>
                    <a:pt x="675975" y="5265572"/>
                  </a:lnTo>
                  <a:lnTo>
                    <a:pt x="676101" y="5265572"/>
                  </a:lnTo>
                  <a:lnTo>
                    <a:pt x="676226" y="5265572"/>
                  </a:lnTo>
                  <a:lnTo>
                    <a:pt x="676351" y="5265572"/>
                  </a:lnTo>
                  <a:lnTo>
                    <a:pt x="676476" y="5265572"/>
                  </a:lnTo>
                  <a:lnTo>
                    <a:pt x="676601" y="5265572"/>
                  </a:lnTo>
                  <a:lnTo>
                    <a:pt x="676726" y="5265572"/>
                  </a:lnTo>
                  <a:lnTo>
                    <a:pt x="676851" y="5265572"/>
                  </a:lnTo>
                  <a:lnTo>
                    <a:pt x="676976" y="5265572"/>
                  </a:lnTo>
                  <a:lnTo>
                    <a:pt x="677101" y="5265572"/>
                  </a:lnTo>
                  <a:lnTo>
                    <a:pt x="677226" y="5265572"/>
                  </a:lnTo>
                  <a:lnTo>
                    <a:pt x="677351" y="5265572"/>
                  </a:lnTo>
                  <a:lnTo>
                    <a:pt x="677476" y="5265572"/>
                  </a:lnTo>
                  <a:lnTo>
                    <a:pt x="677601" y="5265572"/>
                  </a:lnTo>
                  <a:lnTo>
                    <a:pt x="677726" y="5265572"/>
                  </a:lnTo>
                  <a:lnTo>
                    <a:pt x="677851" y="5265572"/>
                  </a:lnTo>
                  <a:lnTo>
                    <a:pt x="677976" y="5265572"/>
                  </a:lnTo>
                  <a:lnTo>
                    <a:pt x="678101" y="5265572"/>
                  </a:lnTo>
                  <a:lnTo>
                    <a:pt x="678226" y="5265572"/>
                  </a:lnTo>
                  <a:lnTo>
                    <a:pt x="678351" y="5265572"/>
                  </a:lnTo>
                  <a:lnTo>
                    <a:pt x="678476" y="5265572"/>
                  </a:lnTo>
                  <a:lnTo>
                    <a:pt x="678601" y="5265572"/>
                  </a:lnTo>
                  <a:lnTo>
                    <a:pt x="678601" y="5255618"/>
                  </a:lnTo>
                  <a:lnTo>
                    <a:pt x="678726" y="5255618"/>
                  </a:lnTo>
                  <a:lnTo>
                    <a:pt x="678851" y="5255618"/>
                  </a:lnTo>
                  <a:lnTo>
                    <a:pt x="678976" y="5255618"/>
                  </a:lnTo>
                  <a:lnTo>
                    <a:pt x="679102" y="5255618"/>
                  </a:lnTo>
                  <a:lnTo>
                    <a:pt x="679227" y="5255618"/>
                  </a:lnTo>
                  <a:lnTo>
                    <a:pt x="679352" y="5255618"/>
                  </a:lnTo>
                  <a:lnTo>
                    <a:pt x="679477" y="5255618"/>
                  </a:lnTo>
                  <a:lnTo>
                    <a:pt x="679602" y="5255618"/>
                  </a:lnTo>
                  <a:lnTo>
                    <a:pt x="679727" y="5255618"/>
                  </a:lnTo>
                  <a:lnTo>
                    <a:pt x="679852" y="5255618"/>
                  </a:lnTo>
                  <a:lnTo>
                    <a:pt x="679852" y="5245664"/>
                  </a:lnTo>
                  <a:lnTo>
                    <a:pt x="679977" y="5245664"/>
                  </a:lnTo>
                  <a:lnTo>
                    <a:pt x="680102" y="5245664"/>
                  </a:lnTo>
                  <a:lnTo>
                    <a:pt x="680227" y="5245664"/>
                  </a:lnTo>
                  <a:lnTo>
                    <a:pt x="680352" y="5245664"/>
                  </a:lnTo>
                  <a:lnTo>
                    <a:pt x="680477" y="5245664"/>
                  </a:lnTo>
                  <a:lnTo>
                    <a:pt x="680602" y="5245664"/>
                  </a:lnTo>
                  <a:lnTo>
                    <a:pt x="680727" y="5245664"/>
                  </a:lnTo>
                  <a:lnTo>
                    <a:pt x="680852" y="5245664"/>
                  </a:lnTo>
                  <a:lnTo>
                    <a:pt x="680977" y="5245664"/>
                  </a:lnTo>
                  <a:lnTo>
                    <a:pt x="681102" y="5245664"/>
                  </a:lnTo>
                  <a:lnTo>
                    <a:pt x="681227" y="5245664"/>
                  </a:lnTo>
                  <a:lnTo>
                    <a:pt x="681352" y="5245664"/>
                  </a:lnTo>
                  <a:lnTo>
                    <a:pt x="681477" y="5245664"/>
                  </a:lnTo>
                  <a:lnTo>
                    <a:pt x="681602" y="5245664"/>
                  </a:lnTo>
                  <a:lnTo>
                    <a:pt x="681727" y="5245664"/>
                  </a:lnTo>
                  <a:lnTo>
                    <a:pt x="681852" y="5245664"/>
                  </a:lnTo>
                  <a:lnTo>
                    <a:pt x="681977" y="5245664"/>
                  </a:lnTo>
                  <a:lnTo>
                    <a:pt x="682103" y="5245664"/>
                  </a:lnTo>
                  <a:lnTo>
                    <a:pt x="682228" y="5245664"/>
                  </a:lnTo>
                  <a:lnTo>
                    <a:pt x="682353" y="5245664"/>
                  </a:lnTo>
                  <a:lnTo>
                    <a:pt x="682478" y="5245664"/>
                  </a:lnTo>
                  <a:lnTo>
                    <a:pt x="682603" y="5245664"/>
                  </a:lnTo>
                  <a:lnTo>
                    <a:pt x="682728" y="5245664"/>
                  </a:lnTo>
                  <a:lnTo>
                    <a:pt x="682853" y="5245664"/>
                  </a:lnTo>
                  <a:lnTo>
                    <a:pt x="682978" y="5245664"/>
                  </a:lnTo>
                  <a:lnTo>
                    <a:pt x="683103" y="5245664"/>
                  </a:lnTo>
                  <a:lnTo>
                    <a:pt x="683228" y="5245664"/>
                  </a:lnTo>
                  <a:lnTo>
                    <a:pt x="683353" y="5245664"/>
                  </a:lnTo>
                  <a:lnTo>
                    <a:pt x="683478" y="5245664"/>
                  </a:lnTo>
                  <a:lnTo>
                    <a:pt x="683603" y="5245664"/>
                  </a:lnTo>
                  <a:lnTo>
                    <a:pt x="683728" y="5245664"/>
                  </a:lnTo>
                  <a:lnTo>
                    <a:pt x="683853" y="5245664"/>
                  </a:lnTo>
                  <a:lnTo>
                    <a:pt x="683978" y="5245664"/>
                  </a:lnTo>
                  <a:lnTo>
                    <a:pt x="684103" y="5245664"/>
                  </a:lnTo>
                  <a:lnTo>
                    <a:pt x="684228" y="5245664"/>
                  </a:lnTo>
                  <a:lnTo>
                    <a:pt x="684353" y="5245664"/>
                  </a:lnTo>
                  <a:lnTo>
                    <a:pt x="684478" y="5245664"/>
                  </a:lnTo>
                  <a:lnTo>
                    <a:pt x="684603" y="5245664"/>
                  </a:lnTo>
                  <a:lnTo>
                    <a:pt x="684728" y="5245664"/>
                  </a:lnTo>
                  <a:lnTo>
                    <a:pt x="684853" y="5245664"/>
                  </a:lnTo>
                  <a:lnTo>
                    <a:pt x="684978" y="5245664"/>
                  </a:lnTo>
                  <a:lnTo>
                    <a:pt x="685104" y="5245664"/>
                  </a:lnTo>
                  <a:lnTo>
                    <a:pt x="685229" y="5245664"/>
                  </a:lnTo>
                  <a:lnTo>
                    <a:pt x="685354" y="5245664"/>
                  </a:lnTo>
                  <a:lnTo>
                    <a:pt x="685479" y="5245664"/>
                  </a:lnTo>
                  <a:lnTo>
                    <a:pt x="685604" y="5245664"/>
                  </a:lnTo>
                  <a:lnTo>
                    <a:pt x="685729" y="5245664"/>
                  </a:lnTo>
                  <a:lnTo>
                    <a:pt x="685854" y="5245664"/>
                  </a:lnTo>
                  <a:lnTo>
                    <a:pt x="685979" y="5245664"/>
                  </a:lnTo>
                  <a:lnTo>
                    <a:pt x="686104" y="5245664"/>
                  </a:lnTo>
                  <a:lnTo>
                    <a:pt x="686229" y="5245664"/>
                  </a:lnTo>
                  <a:lnTo>
                    <a:pt x="686354" y="5245664"/>
                  </a:lnTo>
                  <a:lnTo>
                    <a:pt x="686479" y="5245664"/>
                  </a:lnTo>
                  <a:lnTo>
                    <a:pt x="686604" y="5245664"/>
                  </a:lnTo>
                  <a:lnTo>
                    <a:pt x="686729" y="5245664"/>
                  </a:lnTo>
                  <a:lnTo>
                    <a:pt x="686854" y="5245664"/>
                  </a:lnTo>
                  <a:lnTo>
                    <a:pt x="686979" y="5245664"/>
                  </a:lnTo>
                  <a:lnTo>
                    <a:pt x="687104" y="5245664"/>
                  </a:lnTo>
                  <a:lnTo>
                    <a:pt x="687229" y="5245664"/>
                  </a:lnTo>
                  <a:lnTo>
                    <a:pt x="687354" y="5245664"/>
                  </a:lnTo>
                  <a:lnTo>
                    <a:pt x="687479" y="5245664"/>
                  </a:lnTo>
                  <a:lnTo>
                    <a:pt x="687604" y="5245664"/>
                  </a:lnTo>
                  <a:lnTo>
                    <a:pt x="687729" y="5245664"/>
                  </a:lnTo>
                  <a:lnTo>
                    <a:pt x="687854" y="5245664"/>
                  </a:lnTo>
                  <a:lnTo>
                    <a:pt x="687979" y="5245664"/>
                  </a:lnTo>
                  <a:lnTo>
                    <a:pt x="688105" y="5245664"/>
                  </a:lnTo>
                  <a:lnTo>
                    <a:pt x="688230" y="5245664"/>
                  </a:lnTo>
                  <a:lnTo>
                    <a:pt x="688355" y="5245664"/>
                  </a:lnTo>
                  <a:lnTo>
                    <a:pt x="688480" y="5245664"/>
                  </a:lnTo>
                  <a:lnTo>
                    <a:pt x="688605" y="5245664"/>
                  </a:lnTo>
                  <a:lnTo>
                    <a:pt x="688730" y="5245664"/>
                  </a:lnTo>
                  <a:lnTo>
                    <a:pt x="688855" y="5245664"/>
                  </a:lnTo>
                  <a:lnTo>
                    <a:pt x="688980" y="5245664"/>
                  </a:lnTo>
                  <a:lnTo>
                    <a:pt x="689105" y="5245664"/>
                  </a:lnTo>
                  <a:lnTo>
                    <a:pt x="689230" y="5245664"/>
                  </a:lnTo>
                  <a:lnTo>
                    <a:pt x="689355" y="5245664"/>
                  </a:lnTo>
                  <a:lnTo>
                    <a:pt x="689480" y="5245664"/>
                  </a:lnTo>
                  <a:lnTo>
                    <a:pt x="689605" y="5245664"/>
                  </a:lnTo>
                  <a:lnTo>
                    <a:pt x="689730" y="5245664"/>
                  </a:lnTo>
                  <a:lnTo>
                    <a:pt x="689855" y="5245664"/>
                  </a:lnTo>
                  <a:lnTo>
                    <a:pt x="689980" y="5245664"/>
                  </a:lnTo>
                  <a:lnTo>
                    <a:pt x="690105" y="5245664"/>
                  </a:lnTo>
                  <a:lnTo>
                    <a:pt x="690230" y="5245664"/>
                  </a:lnTo>
                  <a:lnTo>
                    <a:pt x="690355" y="5245664"/>
                  </a:lnTo>
                  <a:lnTo>
                    <a:pt x="690480" y="5245664"/>
                  </a:lnTo>
                  <a:lnTo>
                    <a:pt x="690605" y="5245664"/>
                  </a:lnTo>
                  <a:lnTo>
                    <a:pt x="690730" y="5245664"/>
                  </a:lnTo>
                  <a:lnTo>
                    <a:pt x="690855" y="5245664"/>
                  </a:lnTo>
                  <a:lnTo>
                    <a:pt x="690980" y="5245664"/>
                  </a:lnTo>
                  <a:lnTo>
                    <a:pt x="691106" y="5245664"/>
                  </a:lnTo>
                  <a:lnTo>
                    <a:pt x="691231" y="5245664"/>
                  </a:lnTo>
                  <a:lnTo>
                    <a:pt x="691356" y="5245664"/>
                  </a:lnTo>
                  <a:lnTo>
                    <a:pt x="691481" y="5245664"/>
                  </a:lnTo>
                  <a:lnTo>
                    <a:pt x="691606" y="5245664"/>
                  </a:lnTo>
                  <a:lnTo>
                    <a:pt x="691731" y="5245664"/>
                  </a:lnTo>
                  <a:lnTo>
                    <a:pt x="691856" y="5245664"/>
                  </a:lnTo>
                  <a:lnTo>
                    <a:pt x="691981" y="5245664"/>
                  </a:lnTo>
                  <a:lnTo>
                    <a:pt x="692106" y="5245664"/>
                  </a:lnTo>
                  <a:lnTo>
                    <a:pt x="692231" y="5245664"/>
                  </a:lnTo>
                  <a:lnTo>
                    <a:pt x="692356" y="5245664"/>
                  </a:lnTo>
                  <a:lnTo>
                    <a:pt x="692481" y="5245664"/>
                  </a:lnTo>
                  <a:lnTo>
                    <a:pt x="692606" y="5245664"/>
                  </a:lnTo>
                  <a:lnTo>
                    <a:pt x="692731" y="5245664"/>
                  </a:lnTo>
                  <a:lnTo>
                    <a:pt x="692856" y="5245664"/>
                  </a:lnTo>
                  <a:lnTo>
                    <a:pt x="692981" y="5245664"/>
                  </a:lnTo>
                  <a:lnTo>
                    <a:pt x="693106" y="5245664"/>
                  </a:lnTo>
                  <a:lnTo>
                    <a:pt x="693231" y="5245664"/>
                  </a:lnTo>
                  <a:lnTo>
                    <a:pt x="693356" y="5245664"/>
                  </a:lnTo>
                  <a:lnTo>
                    <a:pt x="693481" y="5245664"/>
                  </a:lnTo>
                  <a:lnTo>
                    <a:pt x="693606" y="5245664"/>
                  </a:lnTo>
                  <a:lnTo>
                    <a:pt x="693731" y="5245664"/>
                  </a:lnTo>
                  <a:lnTo>
                    <a:pt x="693856" y="5245664"/>
                  </a:lnTo>
                  <a:lnTo>
                    <a:pt x="693981" y="5245664"/>
                  </a:lnTo>
                  <a:lnTo>
                    <a:pt x="694107" y="5245664"/>
                  </a:lnTo>
                  <a:lnTo>
                    <a:pt x="694232" y="5245664"/>
                  </a:lnTo>
                  <a:lnTo>
                    <a:pt x="694357" y="5245664"/>
                  </a:lnTo>
                  <a:lnTo>
                    <a:pt x="694482" y="5245664"/>
                  </a:lnTo>
                  <a:lnTo>
                    <a:pt x="694607" y="5245664"/>
                  </a:lnTo>
                  <a:lnTo>
                    <a:pt x="694732" y="5245664"/>
                  </a:lnTo>
                  <a:lnTo>
                    <a:pt x="694857" y="5245664"/>
                  </a:lnTo>
                  <a:lnTo>
                    <a:pt x="694982" y="5245664"/>
                  </a:lnTo>
                  <a:lnTo>
                    <a:pt x="695107" y="5245664"/>
                  </a:lnTo>
                  <a:lnTo>
                    <a:pt x="695232" y="5245664"/>
                  </a:lnTo>
                  <a:lnTo>
                    <a:pt x="695232" y="5235710"/>
                  </a:lnTo>
                  <a:lnTo>
                    <a:pt x="695357" y="5235710"/>
                  </a:lnTo>
                  <a:lnTo>
                    <a:pt x="695482" y="5235710"/>
                  </a:lnTo>
                  <a:lnTo>
                    <a:pt x="695607" y="5235710"/>
                  </a:lnTo>
                  <a:lnTo>
                    <a:pt x="695732" y="5235710"/>
                  </a:lnTo>
                  <a:lnTo>
                    <a:pt x="695857" y="5235710"/>
                  </a:lnTo>
                  <a:lnTo>
                    <a:pt x="695982" y="5235710"/>
                  </a:lnTo>
                  <a:lnTo>
                    <a:pt x="696107" y="5235710"/>
                  </a:lnTo>
                  <a:lnTo>
                    <a:pt x="696232" y="5235710"/>
                  </a:lnTo>
                  <a:lnTo>
                    <a:pt x="696357" y="5235710"/>
                  </a:lnTo>
                  <a:lnTo>
                    <a:pt x="696482" y="5235710"/>
                  </a:lnTo>
                  <a:lnTo>
                    <a:pt x="696607" y="5235710"/>
                  </a:lnTo>
                  <a:lnTo>
                    <a:pt x="696732" y="5235710"/>
                  </a:lnTo>
                  <a:lnTo>
                    <a:pt x="696857" y="5235710"/>
                  </a:lnTo>
                  <a:lnTo>
                    <a:pt x="696982" y="5235710"/>
                  </a:lnTo>
                  <a:lnTo>
                    <a:pt x="697108" y="5235710"/>
                  </a:lnTo>
                  <a:lnTo>
                    <a:pt x="697233" y="5235710"/>
                  </a:lnTo>
                  <a:lnTo>
                    <a:pt x="697358" y="5235710"/>
                  </a:lnTo>
                  <a:lnTo>
                    <a:pt x="697483" y="5235710"/>
                  </a:lnTo>
                  <a:lnTo>
                    <a:pt x="697608" y="5235710"/>
                  </a:lnTo>
                  <a:lnTo>
                    <a:pt x="697733" y="5235710"/>
                  </a:lnTo>
                  <a:lnTo>
                    <a:pt x="697858" y="5235710"/>
                  </a:lnTo>
                  <a:lnTo>
                    <a:pt x="697983" y="5235710"/>
                  </a:lnTo>
                  <a:lnTo>
                    <a:pt x="698108" y="5235710"/>
                  </a:lnTo>
                  <a:lnTo>
                    <a:pt x="698233" y="5235710"/>
                  </a:lnTo>
                  <a:lnTo>
                    <a:pt x="698358" y="5235710"/>
                  </a:lnTo>
                  <a:lnTo>
                    <a:pt x="698483" y="5235710"/>
                  </a:lnTo>
                  <a:lnTo>
                    <a:pt x="698608" y="5235710"/>
                  </a:lnTo>
                  <a:lnTo>
                    <a:pt x="698733" y="5235710"/>
                  </a:lnTo>
                  <a:lnTo>
                    <a:pt x="698858" y="5235710"/>
                  </a:lnTo>
                  <a:lnTo>
                    <a:pt x="698983" y="5235710"/>
                  </a:lnTo>
                  <a:lnTo>
                    <a:pt x="699108" y="5235710"/>
                  </a:lnTo>
                  <a:lnTo>
                    <a:pt x="699233" y="5235710"/>
                  </a:lnTo>
                  <a:lnTo>
                    <a:pt x="699358" y="5235710"/>
                  </a:lnTo>
                  <a:lnTo>
                    <a:pt x="699483" y="5235710"/>
                  </a:lnTo>
                  <a:lnTo>
                    <a:pt x="699608" y="5235710"/>
                  </a:lnTo>
                  <a:lnTo>
                    <a:pt x="699733" y="5235710"/>
                  </a:lnTo>
                  <a:lnTo>
                    <a:pt x="699858" y="5235710"/>
                  </a:lnTo>
                  <a:lnTo>
                    <a:pt x="699984" y="5235710"/>
                  </a:lnTo>
                  <a:lnTo>
                    <a:pt x="700109" y="5235710"/>
                  </a:lnTo>
                  <a:lnTo>
                    <a:pt x="700234" y="5235710"/>
                  </a:lnTo>
                  <a:lnTo>
                    <a:pt x="700359" y="5235710"/>
                  </a:lnTo>
                  <a:lnTo>
                    <a:pt x="700484" y="5235710"/>
                  </a:lnTo>
                  <a:lnTo>
                    <a:pt x="700609" y="5235710"/>
                  </a:lnTo>
                  <a:lnTo>
                    <a:pt x="700734" y="5235710"/>
                  </a:lnTo>
                  <a:lnTo>
                    <a:pt x="700859" y="5235710"/>
                  </a:lnTo>
                  <a:lnTo>
                    <a:pt x="700984" y="5235710"/>
                  </a:lnTo>
                  <a:lnTo>
                    <a:pt x="701109" y="5235710"/>
                  </a:lnTo>
                  <a:lnTo>
                    <a:pt x="701234" y="5235710"/>
                  </a:lnTo>
                  <a:lnTo>
                    <a:pt x="701359" y="5235710"/>
                  </a:lnTo>
                  <a:lnTo>
                    <a:pt x="701484" y="5235710"/>
                  </a:lnTo>
                  <a:lnTo>
                    <a:pt x="701609" y="5235710"/>
                  </a:lnTo>
                  <a:lnTo>
                    <a:pt x="701734" y="5235710"/>
                  </a:lnTo>
                  <a:lnTo>
                    <a:pt x="701859" y="5235710"/>
                  </a:lnTo>
                  <a:lnTo>
                    <a:pt x="701984" y="5235710"/>
                  </a:lnTo>
                  <a:lnTo>
                    <a:pt x="702109" y="5235710"/>
                  </a:lnTo>
                  <a:lnTo>
                    <a:pt x="702234" y="5235710"/>
                  </a:lnTo>
                  <a:lnTo>
                    <a:pt x="702359" y="5235710"/>
                  </a:lnTo>
                  <a:lnTo>
                    <a:pt x="702484" y="5235710"/>
                  </a:lnTo>
                  <a:lnTo>
                    <a:pt x="702609" y="5235710"/>
                  </a:lnTo>
                  <a:lnTo>
                    <a:pt x="702734" y="5235710"/>
                  </a:lnTo>
                  <a:lnTo>
                    <a:pt x="702859" y="5235710"/>
                  </a:lnTo>
                  <a:lnTo>
                    <a:pt x="702985" y="5235710"/>
                  </a:lnTo>
                  <a:lnTo>
                    <a:pt x="703110" y="5235710"/>
                  </a:lnTo>
                  <a:lnTo>
                    <a:pt x="703235" y="5235710"/>
                  </a:lnTo>
                  <a:lnTo>
                    <a:pt x="703360" y="5235710"/>
                  </a:lnTo>
                  <a:lnTo>
                    <a:pt x="703485" y="5235710"/>
                  </a:lnTo>
                  <a:lnTo>
                    <a:pt x="703610" y="5235710"/>
                  </a:lnTo>
                  <a:lnTo>
                    <a:pt x="703735" y="5235710"/>
                  </a:lnTo>
                  <a:lnTo>
                    <a:pt x="703860" y="5235710"/>
                  </a:lnTo>
                  <a:lnTo>
                    <a:pt x="703985" y="5235710"/>
                  </a:lnTo>
                  <a:lnTo>
                    <a:pt x="704110" y="5235710"/>
                  </a:lnTo>
                  <a:lnTo>
                    <a:pt x="704235" y="5235710"/>
                  </a:lnTo>
                  <a:lnTo>
                    <a:pt x="704360" y="5235710"/>
                  </a:lnTo>
                  <a:lnTo>
                    <a:pt x="704485" y="5235710"/>
                  </a:lnTo>
                  <a:lnTo>
                    <a:pt x="704610" y="5235710"/>
                  </a:lnTo>
                  <a:lnTo>
                    <a:pt x="704735" y="5235710"/>
                  </a:lnTo>
                  <a:lnTo>
                    <a:pt x="704860" y="5235710"/>
                  </a:lnTo>
                  <a:lnTo>
                    <a:pt x="704985" y="5235710"/>
                  </a:lnTo>
                  <a:lnTo>
                    <a:pt x="705110" y="5235710"/>
                  </a:lnTo>
                  <a:lnTo>
                    <a:pt x="705235" y="5235710"/>
                  </a:lnTo>
                  <a:lnTo>
                    <a:pt x="705360" y="5235710"/>
                  </a:lnTo>
                  <a:lnTo>
                    <a:pt x="705485" y="5235710"/>
                  </a:lnTo>
                  <a:lnTo>
                    <a:pt x="705610" y="5235710"/>
                  </a:lnTo>
                  <a:lnTo>
                    <a:pt x="705735" y="5235710"/>
                  </a:lnTo>
                  <a:lnTo>
                    <a:pt x="705860" y="5235710"/>
                  </a:lnTo>
                  <a:lnTo>
                    <a:pt x="705986" y="5235710"/>
                  </a:lnTo>
                  <a:lnTo>
                    <a:pt x="706111" y="5235710"/>
                  </a:lnTo>
                  <a:lnTo>
                    <a:pt x="706236" y="5235710"/>
                  </a:lnTo>
                  <a:lnTo>
                    <a:pt x="706361" y="5235710"/>
                  </a:lnTo>
                  <a:lnTo>
                    <a:pt x="706486" y="5235710"/>
                  </a:lnTo>
                  <a:lnTo>
                    <a:pt x="706611" y="5235710"/>
                  </a:lnTo>
                  <a:lnTo>
                    <a:pt x="706736" y="5235710"/>
                  </a:lnTo>
                  <a:lnTo>
                    <a:pt x="706861" y="5235710"/>
                  </a:lnTo>
                  <a:lnTo>
                    <a:pt x="706986" y="5235710"/>
                  </a:lnTo>
                  <a:lnTo>
                    <a:pt x="707111" y="5235710"/>
                  </a:lnTo>
                  <a:lnTo>
                    <a:pt x="707236" y="5235710"/>
                  </a:lnTo>
                  <a:lnTo>
                    <a:pt x="707361" y="5235710"/>
                  </a:lnTo>
                  <a:lnTo>
                    <a:pt x="707361" y="5225756"/>
                  </a:lnTo>
                  <a:lnTo>
                    <a:pt x="707486" y="5225756"/>
                  </a:lnTo>
                  <a:lnTo>
                    <a:pt x="707611" y="5225756"/>
                  </a:lnTo>
                  <a:lnTo>
                    <a:pt x="707736" y="5225756"/>
                  </a:lnTo>
                  <a:lnTo>
                    <a:pt x="707861" y="5225756"/>
                  </a:lnTo>
                  <a:lnTo>
                    <a:pt x="707986" y="5225756"/>
                  </a:lnTo>
                  <a:lnTo>
                    <a:pt x="708111" y="5225756"/>
                  </a:lnTo>
                  <a:lnTo>
                    <a:pt x="708236" y="5225756"/>
                  </a:lnTo>
                  <a:lnTo>
                    <a:pt x="708361" y="5225756"/>
                  </a:lnTo>
                  <a:lnTo>
                    <a:pt x="708486" y="5225756"/>
                  </a:lnTo>
                  <a:lnTo>
                    <a:pt x="708611" y="5225756"/>
                  </a:lnTo>
                  <a:lnTo>
                    <a:pt x="708736" y="5225756"/>
                  </a:lnTo>
                  <a:lnTo>
                    <a:pt x="708861" y="5225756"/>
                  </a:lnTo>
                  <a:lnTo>
                    <a:pt x="708987" y="5225756"/>
                  </a:lnTo>
                  <a:lnTo>
                    <a:pt x="709112" y="5225756"/>
                  </a:lnTo>
                  <a:lnTo>
                    <a:pt x="709237" y="5225756"/>
                  </a:lnTo>
                  <a:lnTo>
                    <a:pt x="709362" y="5225756"/>
                  </a:lnTo>
                  <a:lnTo>
                    <a:pt x="709487" y="5225756"/>
                  </a:lnTo>
                  <a:lnTo>
                    <a:pt x="709612" y="5225756"/>
                  </a:lnTo>
                  <a:lnTo>
                    <a:pt x="709737" y="5225756"/>
                  </a:lnTo>
                  <a:lnTo>
                    <a:pt x="709862" y="5225756"/>
                  </a:lnTo>
                  <a:lnTo>
                    <a:pt x="709987" y="5225756"/>
                  </a:lnTo>
                  <a:lnTo>
                    <a:pt x="710112" y="5225756"/>
                  </a:lnTo>
                  <a:lnTo>
                    <a:pt x="710237" y="5225756"/>
                  </a:lnTo>
                  <a:lnTo>
                    <a:pt x="710362" y="5225756"/>
                  </a:lnTo>
                  <a:lnTo>
                    <a:pt x="710487" y="5225756"/>
                  </a:lnTo>
                  <a:lnTo>
                    <a:pt x="710612" y="5225756"/>
                  </a:lnTo>
                  <a:lnTo>
                    <a:pt x="710737" y="5225756"/>
                  </a:lnTo>
                  <a:lnTo>
                    <a:pt x="710862" y="5225756"/>
                  </a:lnTo>
                  <a:lnTo>
                    <a:pt x="710987" y="5225756"/>
                  </a:lnTo>
                  <a:lnTo>
                    <a:pt x="711112" y="5225756"/>
                  </a:lnTo>
                  <a:lnTo>
                    <a:pt x="711237" y="5225756"/>
                  </a:lnTo>
                  <a:lnTo>
                    <a:pt x="711362" y="5225756"/>
                  </a:lnTo>
                  <a:lnTo>
                    <a:pt x="711487" y="5225756"/>
                  </a:lnTo>
                  <a:lnTo>
                    <a:pt x="711612" y="5225756"/>
                  </a:lnTo>
                  <a:lnTo>
                    <a:pt x="711737" y="5225756"/>
                  </a:lnTo>
                  <a:lnTo>
                    <a:pt x="711862" y="5225756"/>
                  </a:lnTo>
                  <a:lnTo>
                    <a:pt x="711988" y="5225756"/>
                  </a:lnTo>
                  <a:lnTo>
                    <a:pt x="712113" y="5225756"/>
                  </a:lnTo>
                  <a:lnTo>
                    <a:pt x="712238" y="5225756"/>
                  </a:lnTo>
                  <a:lnTo>
                    <a:pt x="712363" y="5225756"/>
                  </a:lnTo>
                  <a:lnTo>
                    <a:pt x="712488" y="5225756"/>
                  </a:lnTo>
                  <a:lnTo>
                    <a:pt x="712613" y="5225756"/>
                  </a:lnTo>
                  <a:lnTo>
                    <a:pt x="712738" y="5225756"/>
                  </a:lnTo>
                  <a:lnTo>
                    <a:pt x="712863" y="5225756"/>
                  </a:lnTo>
                  <a:lnTo>
                    <a:pt x="712988" y="5225756"/>
                  </a:lnTo>
                  <a:lnTo>
                    <a:pt x="713113" y="5225756"/>
                  </a:lnTo>
                  <a:lnTo>
                    <a:pt x="713238" y="5225756"/>
                  </a:lnTo>
                  <a:lnTo>
                    <a:pt x="713363" y="5225756"/>
                  </a:lnTo>
                  <a:lnTo>
                    <a:pt x="713488" y="5225756"/>
                  </a:lnTo>
                  <a:lnTo>
                    <a:pt x="713613" y="5225756"/>
                  </a:lnTo>
                  <a:lnTo>
                    <a:pt x="713738" y="5225756"/>
                  </a:lnTo>
                  <a:lnTo>
                    <a:pt x="713863" y="5225756"/>
                  </a:lnTo>
                  <a:lnTo>
                    <a:pt x="713988" y="5225756"/>
                  </a:lnTo>
                  <a:lnTo>
                    <a:pt x="714113" y="5225756"/>
                  </a:lnTo>
                  <a:lnTo>
                    <a:pt x="714113" y="5215803"/>
                  </a:lnTo>
                  <a:lnTo>
                    <a:pt x="714238" y="5215803"/>
                  </a:lnTo>
                  <a:lnTo>
                    <a:pt x="714363" y="5215803"/>
                  </a:lnTo>
                  <a:lnTo>
                    <a:pt x="714488" y="5215803"/>
                  </a:lnTo>
                  <a:lnTo>
                    <a:pt x="714613" y="5215803"/>
                  </a:lnTo>
                  <a:lnTo>
                    <a:pt x="714738" y="5215803"/>
                  </a:lnTo>
                  <a:lnTo>
                    <a:pt x="714863" y="5215803"/>
                  </a:lnTo>
                  <a:lnTo>
                    <a:pt x="714989" y="5215803"/>
                  </a:lnTo>
                  <a:lnTo>
                    <a:pt x="715114" y="5215803"/>
                  </a:lnTo>
                  <a:lnTo>
                    <a:pt x="715239" y="5215803"/>
                  </a:lnTo>
                  <a:lnTo>
                    <a:pt x="715364" y="5215803"/>
                  </a:lnTo>
                  <a:lnTo>
                    <a:pt x="715489" y="5215803"/>
                  </a:lnTo>
                  <a:lnTo>
                    <a:pt x="715614" y="5215803"/>
                  </a:lnTo>
                  <a:lnTo>
                    <a:pt x="715739" y="5215803"/>
                  </a:lnTo>
                  <a:lnTo>
                    <a:pt x="715864" y="5215803"/>
                  </a:lnTo>
                  <a:lnTo>
                    <a:pt x="715989" y="5215803"/>
                  </a:lnTo>
                  <a:lnTo>
                    <a:pt x="716114" y="5215803"/>
                  </a:lnTo>
                  <a:lnTo>
                    <a:pt x="716239" y="5215803"/>
                  </a:lnTo>
                  <a:lnTo>
                    <a:pt x="716364" y="5215803"/>
                  </a:lnTo>
                  <a:lnTo>
                    <a:pt x="716489" y="5215803"/>
                  </a:lnTo>
                  <a:lnTo>
                    <a:pt x="716614" y="5215803"/>
                  </a:lnTo>
                  <a:lnTo>
                    <a:pt x="716739" y="5215803"/>
                  </a:lnTo>
                  <a:lnTo>
                    <a:pt x="716864" y="5215803"/>
                  </a:lnTo>
                  <a:lnTo>
                    <a:pt x="716864" y="5205849"/>
                  </a:lnTo>
                  <a:lnTo>
                    <a:pt x="716989" y="5205849"/>
                  </a:lnTo>
                  <a:lnTo>
                    <a:pt x="717114" y="5205849"/>
                  </a:lnTo>
                  <a:lnTo>
                    <a:pt x="717239" y="5205849"/>
                  </a:lnTo>
                  <a:lnTo>
                    <a:pt x="717364" y="5205849"/>
                  </a:lnTo>
                  <a:lnTo>
                    <a:pt x="717489" y="5205849"/>
                  </a:lnTo>
                  <a:lnTo>
                    <a:pt x="717614" y="5205849"/>
                  </a:lnTo>
                  <a:lnTo>
                    <a:pt x="717739" y="5205849"/>
                  </a:lnTo>
                  <a:lnTo>
                    <a:pt x="717864" y="5205849"/>
                  </a:lnTo>
                  <a:lnTo>
                    <a:pt x="717990" y="5205849"/>
                  </a:lnTo>
                  <a:lnTo>
                    <a:pt x="718115" y="5205849"/>
                  </a:lnTo>
                  <a:lnTo>
                    <a:pt x="718240" y="5205849"/>
                  </a:lnTo>
                  <a:lnTo>
                    <a:pt x="718365" y="5205849"/>
                  </a:lnTo>
                  <a:lnTo>
                    <a:pt x="718490" y="5205849"/>
                  </a:lnTo>
                  <a:lnTo>
                    <a:pt x="718615" y="5205849"/>
                  </a:lnTo>
                  <a:lnTo>
                    <a:pt x="718740" y="5205849"/>
                  </a:lnTo>
                  <a:lnTo>
                    <a:pt x="718865" y="5205849"/>
                  </a:lnTo>
                  <a:lnTo>
                    <a:pt x="718990" y="5205849"/>
                  </a:lnTo>
                  <a:lnTo>
                    <a:pt x="719115" y="5205849"/>
                  </a:lnTo>
                  <a:lnTo>
                    <a:pt x="719240" y="5205849"/>
                  </a:lnTo>
                  <a:lnTo>
                    <a:pt x="719365" y="5205849"/>
                  </a:lnTo>
                  <a:lnTo>
                    <a:pt x="719490" y="5205849"/>
                  </a:lnTo>
                  <a:lnTo>
                    <a:pt x="719615" y="5205849"/>
                  </a:lnTo>
                  <a:lnTo>
                    <a:pt x="719740" y="5205849"/>
                  </a:lnTo>
                  <a:lnTo>
                    <a:pt x="719865" y="5205849"/>
                  </a:lnTo>
                  <a:lnTo>
                    <a:pt x="719990" y="5205849"/>
                  </a:lnTo>
                  <a:lnTo>
                    <a:pt x="720115" y="5205849"/>
                  </a:lnTo>
                  <a:lnTo>
                    <a:pt x="720240" y="5205849"/>
                  </a:lnTo>
                  <a:lnTo>
                    <a:pt x="720365" y="5205849"/>
                  </a:lnTo>
                  <a:lnTo>
                    <a:pt x="720490" y="5205849"/>
                  </a:lnTo>
                  <a:lnTo>
                    <a:pt x="720615" y="5205849"/>
                  </a:lnTo>
                  <a:lnTo>
                    <a:pt x="720740" y="5205849"/>
                  </a:lnTo>
                  <a:lnTo>
                    <a:pt x="720865" y="5205849"/>
                  </a:lnTo>
                  <a:lnTo>
                    <a:pt x="720991" y="5205849"/>
                  </a:lnTo>
                  <a:lnTo>
                    <a:pt x="721116" y="5205849"/>
                  </a:lnTo>
                  <a:lnTo>
                    <a:pt x="721241" y="5205849"/>
                  </a:lnTo>
                  <a:lnTo>
                    <a:pt x="721366" y="5205849"/>
                  </a:lnTo>
                  <a:lnTo>
                    <a:pt x="721491" y="5205849"/>
                  </a:lnTo>
                  <a:lnTo>
                    <a:pt x="721616" y="5205849"/>
                  </a:lnTo>
                  <a:lnTo>
                    <a:pt x="721741" y="5205849"/>
                  </a:lnTo>
                  <a:lnTo>
                    <a:pt x="721866" y="5205849"/>
                  </a:lnTo>
                  <a:lnTo>
                    <a:pt x="721991" y="5205849"/>
                  </a:lnTo>
                  <a:lnTo>
                    <a:pt x="722116" y="5205849"/>
                  </a:lnTo>
                  <a:lnTo>
                    <a:pt x="722241" y="5205849"/>
                  </a:lnTo>
                  <a:lnTo>
                    <a:pt x="722366" y="5205849"/>
                  </a:lnTo>
                  <a:lnTo>
                    <a:pt x="722491" y="5205849"/>
                  </a:lnTo>
                  <a:lnTo>
                    <a:pt x="722616" y="5205849"/>
                  </a:lnTo>
                  <a:lnTo>
                    <a:pt x="722741" y="5205849"/>
                  </a:lnTo>
                  <a:lnTo>
                    <a:pt x="722866" y="5205849"/>
                  </a:lnTo>
                  <a:lnTo>
                    <a:pt x="722991" y="5205849"/>
                  </a:lnTo>
                  <a:lnTo>
                    <a:pt x="723116" y="5205849"/>
                  </a:lnTo>
                  <a:lnTo>
                    <a:pt x="723241" y="5205849"/>
                  </a:lnTo>
                  <a:lnTo>
                    <a:pt x="723366" y="5205849"/>
                  </a:lnTo>
                  <a:lnTo>
                    <a:pt x="723491" y="5205849"/>
                  </a:lnTo>
                  <a:lnTo>
                    <a:pt x="723616" y="5205849"/>
                  </a:lnTo>
                  <a:lnTo>
                    <a:pt x="723741" y="5205849"/>
                  </a:lnTo>
                  <a:lnTo>
                    <a:pt x="723866" y="5205849"/>
                  </a:lnTo>
                  <a:lnTo>
                    <a:pt x="723992" y="5205849"/>
                  </a:lnTo>
                  <a:lnTo>
                    <a:pt x="724117" y="5205849"/>
                  </a:lnTo>
                  <a:lnTo>
                    <a:pt x="724242" y="5205849"/>
                  </a:lnTo>
                  <a:lnTo>
                    <a:pt x="724367" y="5205849"/>
                  </a:lnTo>
                  <a:lnTo>
                    <a:pt x="724492" y="5205849"/>
                  </a:lnTo>
                  <a:lnTo>
                    <a:pt x="724617" y="5205849"/>
                  </a:lnTo>
                  <a:lnTo>
                    <a:pt x="724742" y="5205849"/>
                  </a:lnTo>
                  <a:lnTo>
                    <a:pt x="724867" y="5205849"/>
                  </a:lnTo>
                  <a:lnTo>
                    <a:pt x="724992" y="5205849"/>
                  </a:lnTo>
                  <a:lnTo>
                    <a:pt x="725117" y="5205849"/>
                  </a:lnTo>
                  <a:lnTo>
                    <a:pt x="725242" y="5205849"/>
                  </a:lnTo>
                  <a:lnTo>
                    <a:pt x="725367" y="5205849"/>
                  </a:lnTo>
                  <a:lnTo>
                    <a:pt x="725492" y="5205849"/>
                  </a:lnTo>
                  <a:lnTo>
                    <a:pt x="725617" y="5205849"/>
                  </a:lnTo>
                  <a:lnTo>
                    <a:pt x="725742" y="5205849"/>
                  </a:lnTo>
                  <a:lnTo>
                    <a:pt x="725867" y="5205849"/>
                  </a:lnTo>
                  <a:lnTo>
                    <a:pt x="725992" y="5205849"/>
                  </a:lnTo>
                  <a:lnTo>
                    <a:pt x="726117" y="5205849"/>
                  </a:lnTo>
                  <a:lnTo>
                    <a:pt x="726242" y="5205849"/>
                  </a:lnTo>
                  <a:lnTo>
                    <a:pt x="726367" y="5205849"/>
                  </a:lnTo>
                  <a:lnTo>
                    <a:pt x="726492" y="5205849"/>
                  </a:lnTo>
                  <a:lnTo>
                    <a:pt x="726617" y="5205849"/>
                  </a:lnTo>
                  <a:lnTo>
                    <a:pt x="726742" y="5205849"/>
                  </a:lnTo>
                  <a:lnTo>
                    <a:pt x="726867" y="5205849"/>
                  </a:lnTo>
                  <a:lnTo>
                    <a:pt x="726993" y="5205849"/>
                  </a:lnTo>
                  <a:lnTo>
                    <a:pt x="727118" y="5205849"/>
                  </a:lnTo>
                  <a:lnTo>
                    <a:pt x="727243" y="5205849"/>
                  </a:lnTo>
                  <a:lnTo>
                    <a:pt x="727368" y="5205849"/>
                  </a:lnTo>
                  <a:lnTo>
                    <a:pt x="727493" y="5205849"/>
                  </a:lnTo>
                  <a:lnTo>
                    <a:pt x="727618" y="5205849"/>
                  </a:lnTo>
                  <a:lnTo>
                    <a:pt x="727743" y="5205849"/>
                  </a:lnTo>
                  <a:lnTo>
                    <a:pt x="727868" y="5205849"/>
                  </a:lnTo>
                  <a:lnTo>
                    <a:pt x="727993" y="5205849"/>
                  </a:lnTo>
                  <a:lnTo>
                    <a:pt x="728118" y="5205849"/>
                  </a:lnTo>
                  <a:lnTo>
                    <a:pt x="728243" y="5205849"/>
                  </a:lnTo>
                  <a:lnTo>
                    <a:pt x="728368" y="5205849"/>
                  </a:lnTo>
                  <a:lnTo>
                    <a:pt x="728493" y="5205849"/>
                  </a:lnTo>
                  <a:lnTo>
                    <a:pt x="728618" y="5205849"/>
                  </a:lnTo>
                  <a:lnTo>
                    <a:pt x="728743" y="5205849"/>
                  </a:lnTo>
                  <a:lnTo>
                    <a:pt x="728868" y="5205849"/>
                  </a:lnTo>
                  <a:lnTo>
                    <a:pt x="728993" y="5205849"/>
                  </a:lnTo>
                  <a:lnTo>
                    <a:pt x="729118" y="5205849"/>
                  </a:lnTo>
                  <a:lnTo>
                    <a:pt x="729243" y="5205849"/>
                  </a:lnTo>
                  <a:lnTo>
                    <a:pt x="729368" y="5205849"/>
                  </a:lnTo>
                  <a:lnTo>
                    <a:pt x="729493" y="5205849"/>
                  </a:lnTo>
                  <a:lnTo>
                    <a:pt x="729618" y="5205849"/>
                  </a:lnTo>
                  <a:lnTo>
                    <a:pt x="729743" y="5205849"/>
                  </a:lnTo>
                  <a:lnTo>
                    <a:pt x="729868" y="5205849"/>
                  </a:lnTo>
                  <a:lnTo>
                    <a:pt x="729994" y="5205849"/>
                  </a:lnTo>
                  <a:lnTo>
                    <a:pt x="730119" y="5205849"/>
                  </a:lnTo>
                  <a:lnTo>
                    <a:pt x="730244" y="5205849"/>
                  </a:lnTo>
                  <a:lnTo>
                    <a:pt x="730369" y="5205849"/>
                  </a:lnTo>
                  <a:lnTo>
                    <a:pt x="730494" y="5205849"/>
                  </a:lnTo>
                  <a:lnTo>
                    <a:pt x="730619" y="5205849"/>
                  </a:lnTo>
                  <a:lnTo>
                    <a:pt x="730744" y="5205849"/>
                  </a:lnTo>
                  <a:lnTo>
                    <a:pt x="730869" y="5205849"/>
                  </a:lnTo>
                  <a:lnTo>
                    <a:pt x="730994" y="5205849"/>
                  </a:lnTo>
                  <a:lnTo>
                    <a:pt x="731119" y="5205849"/>
                  </a:lnTo>
                  <a:lnTo>
                    <a:pt x="731244" y="5205849"/>
                  </a:lnTo>
                  <a:lnTo>
                    <a:pt x="731244" y="5195895"/>
                  </a:lnTo>
                  <a:lnTo>
                    <a:pt x="731369" y="5195895"/>
                  </a:lnTo>
                  <a:lnTo>
                    <a:pt x="731494" y="5195895"/>
                  </a:lnTo>
                  <a:lnTo>
                    <a:pt x="731619" y="5195895"/>
                  </a:lnTo>
                  <a:lnTo>
                    <a:pt x="731744" y="5195895"/>
                  </a:lnTo>
                  <a:lnTo>
                    <a:pt x="731869" y="5195895"/>
                  </a:lnTo>
                  <a:lnTo>
                    <a:pt x="731869" y="5185941"/>
                  </a:lnTo>
                  <a:lnTo>
                    <a:pt x="731994" y="5185941"/>
                  </a:lnTo>
                  <a:lnTo>
                    <a:pt x="732119" y="5185941"/>
                  </a:lnTo>
                  <a:lnTo>
                    <a:pt x="732244" y="5185941"/>
                  </a:lnTo>
                  <a:lnTo>
                    <a:pt x="732369" y="5185941"/>
                  </a:lnTo>
                  <a:lnTo>
                    <a:pt x="732494" y="5185941"/>
                  </a:lnTo>
                  <a:lnTo>
                    <a:pt x="732619" y="5185941"/>
                  </a:lnTo>
                  <a:lnTo>
                    <a:pt x="732744" y="5185941"/>
                  </a:lnTo>
                  <a:lnTo>
                    <a:pt x="732869" y="5185941"/>
                  </a:lnTo>
                  <a:lnTo>
                    <a:pt x="732995" y="5185941"/>
                  </a:lnTo>
                  <a:lnTo>
                    <a:pt x="733120" y="5185941"/>
                  </a:lnTo>
                  <a:lnTo>
                    <a:pt x="733245" y="5185941"/>
                  </a:lnTo>
                  <a:lnTo>
                    <a:pt x="733370" y="5185941"/>
                  </a:lnTo>
                  <a:lnTo>
                    <a:pt x="733495" y="5185941"/>
                  </a:lnTo>
                  <a:lnTo>
                    <a:pt x="733620" y="5185941"/>
                  </a:lnTo>
                  <a:lnTo>
                    <a:pt x="733745" y="5185941"/>
                  </a:lnTo>
                  <a:lnTo>
                    <a:pt x="733870" y="5185941"/>
                  </a:lnTo>
                  <a:lnTo>
                    <a:pt x="733995" y="5185941"/>
                  </a:lnTo>
                  <a:lnTo>
                    <a:pt x="734120" y="5185941"/>
                  </a:lnTo>
                  <a:lnTo>
                    <a:pt x="734245" y="5185941"/>
                  </a:lnTo>
                  <a:lnTo>
                    <a:pt x="734370" y="5185941"/>
                  </a:lnTo>
                  <a:lnTo>
                    <a:pt x="734495" y="5185941"/>
                  </a:lnTo>
                  <a:lnTo>
                    <a:pt x="734620" y="5185941"/>
                  </a:lnTo>
                  <a:lnTo>
                    <a:pt x="734745" y="5185941"/>
                  </a:lnTo>
                  <a:lnTo>
                    <a:pt x="734870" y="5185941"/>
                  </a:lnTo>
                  <a:lnTo>
                    <a:pt x="734995" y="5185941"/>
                  </a:lnTo>
                  <a:lnTo>
                    <a:pt x="735120" y="5185941"/>
                  </a:lnTo>
                  <a:lnTo>
                    <a:pt x="735245" y="5185941"/>
                  </a:lnTo>
                  <a:lnTo>
                    <a:pt x="735370" y="5185941"/>
                  </a:lnTo>
                  <a:lnTo>
                    <a:pt x="735495" y="5185941"/>
                  </a:lnTo>
                  <a:lnTo>
                    <a:pt x="735620" y="5185941"/>
                  </a:lnTo>
                  <a:lnTo>
                    <a:pt x="735745" y="5185941"/>
                  </a:lnTo>
                  <a:lnTo>
                    <a:pt x="735870" y="5185941"/>
                  </a:lnTo>
                  <a:lnTo>
                    <a:pt x="735996" y="5185941"/>
                  </a:lnTo>
                  <a:lnTo>
                    <a:pt x="736121" y="5185941"/>
                  </a:lnTo>
                  <a:lnTo>
                    <a:pt x="736246" y="5185941"/>
                  </a:lnTo>
                  <a:lnTo>
                    <a:pt x="736371" y="5185941"/>
                  </a:lnTo>
                  <a:lnTo>
                    <a:pt x="736496" y="5185941"/>
                  </a:lnTo>
                  <a:lnTo>
                    <a:pt x="736621" y="5185941"/>
                  </a:lnTo>
                  <a:lnTo>
                    <a:pt x="736746" y="5185941"/>
                  </a:lnTo>
                  <a:lnTo>
                    <a:pt x="736871" y="5185941"/>
                  </a:lnTo>
                  <a:lnTo>
                    <a:pt x="736996" y="5185941"/>
                  </a:lnTo>
                  <a:lnTo>
                    <a:pt x="737121" y="5185941"/>
                  </a:lnTo>
                  <a:lnTo>
                    <a:pt x="737246" y="5185941"/>
                  </a:lnTo>
                  <a:lnTo>
                    <a:pt x="737371" y="5185941"/>
                  </a:lnTo>
                  <a:lnTo>
                    <a:pt x="737496" y="5185941"/>
                  </a:lnTo>
                  <a:lnTo>
                    <a:pt x="737621" y="5185941"/>
                  </a:lnTo>
                  <a:lnTo>
                    <a:pt x="737746" y="5185941"/>
                  </a:lnTo>
                  <a:lnTo>
                    <a:pt x="737871" y="5185941"/>
                  </a:lnTo>
                  <a:lnTo>
                    <a:pt x="737996" y="5185941"/>
                  </a:lnTo>
                  <a:lnTo>
                    <a:pt x="738121" y="5185941"/>
                  </a:lnTo>
                  <a:lnTo>
                    <a:pt x="738246" y="5185941"/>
                  </a:lnTo>
                  <a:lnTo>
                    <a:pt x="738371" y="5185941"/>
                  </a:lnTo>
                  <a:lnTo>
                    <a:pt x="738496" y="5185941"/>
                  </a:lnTo>
                  <a:lnTo>
                    <a:pt x="738621" y="5185941"/>
                  </a:lnTo>
                  <a:lnTo>
                    <a:pt x="738746" y="5185941"/>
                  </a:lnTo>
                  <a:lnTo>
                    <a:pt x="738872" y="5185941"/>
                  </a:lnTo>
                  <a:lnTo>
                    <a:pt x="738997" y="5185941"/>
                  </a:lnTo>
                  <a:lnTo>
                    <a:pt x="739122" y="5185941"/>
                  </a:lnTo>
                  <a:lnTo>
                    <a:pt x="739247" y="5185941"/>
                  </a:lnTo>
                  <a:lnTo>
                    <a:pt x="739372" y="5185941"/>
                  </a:lnTo>
                  <a:lnTo>
                    <a:pt x="739497" y="5185941"/>
                  </a:lnTo>
                  <a:lnTo>
                    <a:pt x="739622" y="5185941"/>
                  </a:lnTo>
                  <a:lnTo>
                    <a:pt x="739747" y="5185941"/>
                  </a:lnTo>
                  <a:lnTo>
                    <a:pt x="739872" y="5185941"/>
                  </a:lnTo>
                  <a:lnTo>
                    <a:pt x="739997" y="5185941"/>
                  </a:lnTo>
                  <a:lnTo>
                    <a:pt x="740122" y="5185941"/>
                  </a:lnTo>
                  <a:lnTo>
                    <a:pt x="740247" y="5185941"/>
                  </a:lnTo>
                  <a:lnTo>
                    <a:pt x="740372" y="5185941"/>
                  </a:lnTo>
                  <a:lnTo>
                    <a:pt x="740497" y="5185941"/>
                  </a:lnTo>
                  <a:lnTo>
                    <a:pt x="740622" y="5185941"/>
                  </a:lnTo>
                  <a:lnTo>
                    <a:pt x="740622" y="5175987"/>
                  </a:lnTo>
                  <a:lnTo>
                    <a:pt x="740747" y="5175987"/>
                  </a:lnTo>
                  <a:lnTo>
                    <a:pt x="740872" y="5175987"/>
                  </a:lnTo>
                  <a:lnTo>
                    <a:pt x="740997" y="5175987"/>
                  </a:lnTo>
                  <a:lnTo>
                    <a:pt x="741122" y="5175987"/>
                  </a:lnTo>
                  <a:lnTo>
                    <a:pt x="741247" y="5175987"/>
                  </a:lnTo>
                  <a:lnTo>
                    <a:pt x="741372" y="5175987"/>
                  </a:lnTo>
                  <a:lnTo>
                    <a:pt x="741497" y="5175987"/>
                  </a:lnTo>
                  <a:lnTo>
                    <a:pt x="741622" y="5175987"/>
                  </a:lnTo>
                  <a:lnTo>
                    <a:pt x="741747" y="5175987"/>
                  </a:lnTo>
                  <a:lnTo>
                    <a:pt x="741873" y="5175987"/>
                  </a:lnTo>
                  <a:lnTo>
                    <a:pt x="741998" y="5175987"/>
                  </a:lnTo>
                  <a:lnTo>
                    <a:pt x="742123" y="5175987"/>
                  </a:lnTo>
                  <a:lnTo>
                    <a:pt x="742248" y="5175987"/>
                  </a:lnTo>
                  <a:lnTo>
                    <a:pt x="742373" y="5175987"/>
                  </a:lnTo>
                  <a:lnTo>
                    <a:pt x="742498" y="5175987"/>
                  </a:lnTo>
                  <a:lnTo>
                    <a:pt x="742623" y="5175987"/>
                  </a:lnTo>
                  <a:lnTo>
                    <a:pt x="742748" y="5175987"/>
                  </a:lnTo>
                  <a:lnTo>
                    <a:pt x="742873" y="5175987"/>
                  </a:lnTo>
                  <a:lnTo>
                    <a:pt x="742998" y="5175987"/>
                  </a:lnTo>
                  <a:lnTo>
                    <a:pt x="743123" y="5175987"/>
                  </a:lnTo>
                  <a:lnTo>
                    <a:pt x="743248" y="5175987"/>
                  </a:lnTo>
                  <a:lnTo>
                    <a:pt x="743373" y="5175987"/>
                  </a:lnTo>
                  <a:lnTo>
                    <a:pt x="743498" y="5175987"/>
                  </a:lnTo>
                  <a:lnTo>
                    <a:pt x="743623" y="5175987"/>
                  </a:lnTo>
                  <a:lnTo>
                    <a:pt x="743748" y="5175987"/>
                  </a:lnTo>
                  <a:lnTo>
                    <a:pt x="743873" y="5175987"/>
                  </a:lnTo>
                  <a:lnTo>
                    <a:pt x="743998" y="5175987"/>
                  </a:lnTo>
                  <a:lnTo>
                    <a:pt x="744123" y="5175987"/>
                  </a:lnTo>
                  <a:lnTo>
                    <a:pt x="744248" y="5175987"/>
                  </a:lnTo>
                  <a:lnTo>
                    <a:pt x="744373" y="5175987"/>
                  </a:lnTo>
                  <a:lnTo>
                    <a:pt x="744498" y="5175987"/>
                  </a:lnTo>
                  <a:lnTo>
                    <a:pt x="744623" y="5175987"/>
                  </a:lnTo>
                  <a:lnTo>
                    <a:pt x="744748" y="5175987"/>
                  </a:lnTo>
                  <a:lnTo>
                    <a:pt x="744874" y="5175987"/>
                  </a:lnTo>
                  <a:lnTo>
                    <a:pt x="744999" y="5175987"/>
                  </a:lnTo>
                  <a:lnTo>
                    <a:pt x="745124" y="5175987"/>
                  </a:lnTo>
                  <a:lnTo>
                    <a:pt x="745249" y="5175987"/>
                  </a:lnTo>
                  <a:lnTo>
                    <a:pt x="745374" y="5175987"/>
                  </a:lnTo>
                  <a:lnTo>
                    <a:pt x="745499" y="5175987"/>
                  </a:lnTo>
                  <a:lnTo>
                    <a:pt x="745624" y="5175987"/>
                  </a:lnTo>
                  <a:lnTo>
                    <a:pt x="745749" y="5175987"/>
                  </a:lnTo>
                  <a:lnTo>
                    <a:pt x="745749" y="5166033"/>
                  </a:lnTo>
                  <a:lnTo>
                    <a:pt x="745874" y="5166033"/>
                  </a:lnTo>
                  <a:lnTo>
                    <a:pt x="745999" y="5166033"/>
                  </a:lnTo>
                  <a:lnTo>
                    <a:pt x="746124" y="5166033"/>
                  </a:lnTo>
                  <a:lnTo>
                    <a:pt x="746249" y="5166033"/>
                  </a:lnTo>
                  <a:lnTo>
                    <a:pt x="746374" y="5166033"/>
                  </a:lnTo>
                  <a:lnTo>
                    <a:pt x="746499" y="5166033"/>
                  </a:lnTo>
                  <a:lnTo>
                    <a:pt x="746624" y="5166033"/>
                  </a:lnTo>
                  <a:lnTo>
                    <a:pt x="746749" y="5166033"/>
                  </a:lnTo>
                  <a:lnTo>
                    <a:pt x="746874" y="5166033"/>
                  </a:lnTo>
                  <a:lnTo>
                    <a:pt x="746999" y="5166033"/>
                  </a:lnTo>
                  <a:lnTo>
                    <a:pt x="747124" y="5166033"/>
                  </a:lnTo>
                  <a:lnTo>
                    <a:pt x="747249" y="5166033"/>
                  </a:lnTo>
                  <a:lnTo>
                    <a:pt x="747374" y="5166033"/>
                  </a:lnTo>
                  <a:lnTo>
                    <a:pt x="747499" y="5166033"/>
                  </a:lnTo>
                  <a:lnTo>
                    <a:pt x="747624" y="5166033"/>
                  </a:lnTo>
                  <a:lnTo>
                    <a:pt x="747749" y="5166033"/>
                  </a:lnTo>
                  <a:lnTo>
                    <a:pt x="747875" y="5166033"/>
                  </a:lnTo>
                  <a:lnTo>
                    <a:pt x="748000" y="5166033"/>
                  </a:lnTo>
                  <a:lnTo>
                    <a:pt x="748125" y="5166033"/>
                  </a:lnTo>
                  <a:lnTo>
                    <a:pt x="748250" y="5166033"/>
                  </a:lnTo>
                  <a:lnTo>
                    <a:pt x="748375" y="5166033"/>
                  </a:lnTo>
                  <a:lnTo>
                    <a:pt x="748500" y="5166033"/>
                  </a:lnTo>
                  <a:lnTo>
                    <a:pt x="748625" y="5166033"/>
                  </a:lnTo>
                  <a:lnTo>
                    <a:pt x="748750" y="5166033"/>
                  </a:lnTo>
                  <a:lnTo>
                    <a:pt x="748875" y="5166033"/>
                  </a:lnTo>
                  <a:lnTo>
                    <a:pt x="749000" y="5166033"/>
                  </a:lnTo>
                  <a:lnTo>
                    <a:pt x="749125" y="5166033"/>
                  </a:lnTo>
                  <a:lnTo>
                    <a:pt x="749250" y="5166033"/>
                  </a:lnTo>
                  <a:lnTo>
                    <a:pt x="749375" y="5166033"/>
                  </a:lnTo>
                  <a:lnTo>
                    <a:pt x="749500" y="5166033"/>
                  </a:lnTo>
                  <a:lnTo>
                    <a:pt x="749625" y="5166033"/>
                  </a:lnTo>
                  <a:lnTo>
                    <a:pt x="749750" y="5166033"/>
                  </a:lnTo>
                  <a:lnTo>
                    <a:pt x="749875" y="5166033"/>
                  </a:lnTo>
                  <a:lnTo>
                    <a:pt x="750000" y="5166033"/>
                  </a:lnTo>
                  <a:lnTo>
                    <a:pt x="750125" y="5166033"/>
                  </a:lnTo>
                  <a:lnTo>
                    <a:pt x="750250" y="5166033"/>
                  </a:lnTo>
                  <a:lnTo>
                    <a:pt x="750375" y="5166033"/>
                  </a:lnTo>
                  <a:lnTo>
                    <a:pt x="750500" y="5166033"/>
                  </a:lnTo>
                  <a:lnTo>
                    <a:pt x="750625" y="5166033"/>
                  </a:lnTo>
                  <a:lnTo>
                    <a:pt x="750750" y="5166033"/>
                  </a:lnTo>
                  <a:lnTo>
                    <a:pt x="750876" y="5166033"/>
                  </a:lnTo>
                  <a:lnTo>
                    <a:pt x="751001" y="5166033"/>
                  </a:lnTo>
                  <a:lnTo>
                    <a:pt x="751126" y="5166033"/>
                  </a:lnTo>
                  <a:lnTo>
                    <a:pt x="751251" y="5166033"/>
                  </a:lnTo>
                  <a:lnTo>
                    <a:pt x="751376" y="5166033"/>
                  </a:lnTo>
                  <a:lnTo>
                    <a:pt x="751501" y="5166033"/>
                  </a:lnTo>
                  <a:lnTo>
                    <a:pt x="751626" y="5166033"/>
                  </a:lnTo>
                  <a:lnTo>
                    <a:pt x="751751" y="5166033"/>
                  </a:lnTo>
                  <a:lnTo>
                    <a:pt x="751876" y="5166033"/>
                  </a:lnTo>
                  <a:lnTo>
                    <a:pt x="752001" y="5166033"/>
                  </a:lnTo>
                  <a:lnTo>
                    <a:pt x="752126" y="5166033"/>
                  </a:lnTo>
                  <a:lnTo>
                    <a:pt x="752251" y="5166033"/>
                  </a:lnTo>
                  <a:lnTo>
                    <a:pt x="752376" y="5166033"/>
                  </a:lnTo>
                  <a:lnTo>
                    <a:pt x="752501" y="5166033"/>
                  </a:lnTo>
                  <a:lnTo>
                    <a:pt x="752626" y="5166033"/>
                  </a:lnTo>
                  <a:lnTo>
                    <a:pt x="752751" y="5166033"/>
                  </a:lnTo>
                  <a:lnTo>
                    <a:pt x="752876" y="5166033"/>
                  </a:lnTo>
                  <a:lnTo>
                    <a:pt x="753001" y="5166033"/>
                  </a:lnTo>
                  <a:lnTo>
                    <a:pt x="753126" y="5166033"/>
                  </a:lnTo>
                  <a:lnTo>
                    <a:pt x="753251" y="5166033"/>
                  </a:lnTo>
                  <a:lnTo>
                    <a:pt x="753376" y="5166033"/>
                  </a:lnTo>
                  <a:lnTo>
                    <a:pt x="753501" y="5166033"/>
                  </a:lnTo>
                  <a:lnTo>
                    <a:pt x="753626" y="5166033"/>
                  </a:lnTo>
                  <a:lnTo>
                    <a:pt x="753751" y="5166033"/>
                  </a:lnTo>
                  <a:lnTo>
                    <a:pt x="753877" y="5166033"/>
                  </a:lnTo>
                  <a:lnTo>
                    <a:pt x="754002" y="5166033"/>
                  </a:lnTo>
                  <a:lnTo>
                    <a:pt x="754127" y="5166033"/>
                  </a:lnTo>
                  <a:lnTo>
                    <a:pt x="754252" y="5166033"/>
                  </a:lnTo>
                  <a:lnTo>
                    <a:pt x="754377" y="5166033"/>
                  </a:lnTo>
                  <a:lnTo>
                    <a:pt x="754502" y="5166033"/>
                  </a:lnTo>
                  <a:lnTo>
                    <a:pt x="754627" y="5166033"/>
                  </a:lnTo>
                  <a:lnTo>
                    <a:pt x="754752" y="5166033"/>
                  </a:lnTo>
                  <a:lnTo>
                    <a:pt x="754877" y="5166033"/>
                  </a:lnTo>
                  <a:lnTo>
                    <a:pt x="755002" y="5166033"/>
                  </a:lnTo>
                  <a:lnTo>
                    <a:pt x="755127" y="5166033"/>
                  </a:lnTo>
                  <a:lnTo>
                    <a:pt x="755252" y="5166033"/>
                  </a:lnTo>
                  <a:lnTo>
                    <a:pt x="755377" y="5166033"/>
                  </a:lnTo>
                  <a:lnTo>
                    <a:pt x="755502" y="5166033"/>
                  </a:lnTo>
                  <a:lnTo>
                    <a:pt x="755627" y="5166033"/>
                  </a:lnTo>
                  <a:lnTo>
                    <a:pt x="755752" y="5166033"/>
                  </a:lnTo>
                  <a:lnTo>
                    <a:pt x="755877" y="5166033"/>
                  </a:lnTo>
                  <a:lnTo>
                    <a:pt x="756002" y="5166033"/>
                  </a:lnTo>
                  <a:lnTo>
                    <a:pt x="756127" y="5166033"/>
                  </a:lnTo>
                  <a:lnTo>
                    <a:pt x="756252" y="5166033"/>
                  </a:lnTo>
                  <a:lnTo>
                    <a:pt x="756377" y="5166033"/>
                  </a:lnTo>
                  <a:lnTo>
                    <a:pt x="756502" y="5166033"/>
                  </a:lnTo>
                  <a:lnTo>
                    <a:pt x="756627" y="5166033"/>
                  </a:lnTo>
                  <a:lnTo>
                    <a:pt x="756752" y="5166033"/>
                  </a:lnTo>
                  <a:lnTo>
                    <a:pt x="756878" y="5166033"/>
                  </a:lnTo>
                  <a:lnTo>
                    <a:pt x="757003" y="5166033"/>
                  </a:lnTo>
                  <a:lnTo>
                    <a:pt x="757128" y="5166033"/>
                  </a:lnTo>
                  <a:lnTo>
                    <a:pt x="757253" y="5166033"/>
                  </a:lnTo>
                  <a:lnTo>
                    <a:pt x="757378" y="5166033"/>
                  </a:lnTo>
                  <a:lnTo>
                    <a:pt x="757503" y="5166033"/>
                  </a:lnTo>
                  <a:lnTo>
                    <a:pt x="757628" y="5166033"/>
                  </a:lnTo>
                  <a:lnTo>
                    <a:pt x="757753" y="5166033"/>
                  </a:lnTo>
                  <a:lnTo>
                    <a:pt x="757878" y="5166033"/>
                  </a:lnTo>
                  <a:lnTo>
                    <a:pt x="758003" y="5166033"/>
                  </a:lnTo>
                  <a:lnTo>
                    <a:pt x="758128" y="5166033"/>
                  </a:lnTo>
                  <a:lnTo>
                    <a:pt x="758128" y="5156080"/>
                  </a:lnTo>
                  <a:lnTo>
                    <a:pt x="758253" y="5156080"/>
                  </a:lnTo>
                  <a:lnTo>
                    <a:pt x="758378" y="5156080"/>
                  </a:lnTo>
                  <a:lnTo>
                    <a:pt x="758503" y="5156080"/>
                  </a:lnTo>
                  <a:lnTo>
                    <a:pt x="758628" y="5156080"/>
                  </a:lnTo>
                  <a:lnTo>
                    <a:pt x="758753" y="5156080"/>
                  </a:lnTo>
                  <a:lnTo>
                    <a:pt x="758878" y="5156080"/>
                  </a:lnTo>
                  <a:lnTo>
                    <a:pt x="759003" y="5156080"/>
                  </a:lnTo>
                  <a:lnTo>
                    <a:pt x="759128" y="5156080"/>
                  </a:lnTo>
                  <a:lnTo>
                    <a:pt x="759253" y="5156080"/>
                  </a:lnTo>
                  <a:lnTo>
                    <a:pt x="759378" y="5156080"/>
                  </a:lnTo>
                  <a:lnTo>
                    <a:pt x="759503" y="5156080"/>
                  </a:lnTo>
                  <a:lnTo>
                    <a:pt x="759628" y="5156080"/>
                  </a:lnTo>
                  <a:lnTo>
                    <a:pt x="759753" y="5156080"/>
                  </a:lnTo>
                  <a:lnTo>
                    <a:pt x="759879" y="5156080"/>
                  </a:lnTo>
                  <a:lnTo>
                    <a:pt x="760004" y="5156080"/>
                  </a:lnTo>
                  <a:lnTo>
                    <a:pt x="760129" y="5156080"/>
                  </a:lnTo>
                  <a:lnTo>
                    <a:pt x="760254" y="5156080"/>
                  </a:lnTo>
                  <a:lnTo>
                    <a:pt x="760379" y="5156080"/>
                  </a:lnTo>
                  <a:lnTo>
                    <a:pt x="760504" y="5156080"/>
                  </a:lnTo>
                  <a:lnTo>
                    <a:pt x="760629" y="5156080"/>
                  </a:lnTo>
                  <a:lnTo>
                    <a:pt x="760754" y="5156080"/>
                  </a:lnTo>
                  <a:lnTo>
                    <a:pt x="760879" y="5156080"/>
                  </a:lnTo>
                  <a:lnTo>
                    <a:pt x="761004" y="5156080"/>
                  </a:lnTo>
                  <a:lnTo>
                    <a:pt x="761129" y="5156080"/>
                  </a:lnTo>
                  <a:lnTo>
                    <a:pt x="761254" y="5156080"/>
                  </a:lnTo>
                  <a:lnTo>
                    <a:pt x="761379" y="5156080"/>
                  </a:lnTo>
                  <a:lnTo>
                    <a:pt x="761504" y="5156080"/>
                  </a:lnTo>
                  <a:lnTo>
                    <a:pt x="761629" y="5156080"/>
                  </a:lnTo>
                  <a:lnTo>
                    <a:pt x="761754" y="5156080"/>
                  </a:lnTo>
                  <a:lnTo>
                    <a:pt x="761879" y="5156080"/>
                  </a:lnTo>
                  <a:lnTo>
                    <a:pt x="762004" y="5156080"/>
                  </a:lnTo>
                  <a:lnTo>
                    <a:pt x="762129" y="5156080"/>
                  </a:lnTo>
                  <a:lnTo>
                    <a:pt x="762254" y="5156080"/>
                  </a:lnTo>
                  <a:lnTo>
                    <a:pt x="762379" y="5156080"/>
                  </a:lnTo>
                  <a:lnTo>
                    <a:pt x="762504" y="5156080"/>
                  </a:lnTo>
                  <a:lnTo>
                    <a:pt x="762629" y="5156080"/>
                  </a:lnTo>
                  <a:lnTo>
                    <a:pt x="762754" y="5156080"/>
                  </a:lnTo>
                  <a:lnTo>
                    <a:pt x="762880" y="5156080"/>
                  </a:lnTo>
                  <a:lnTo>
                    <a:pt x="763005" y="5156080"/>
                  </a:lnTo>
                  <a:lnTo>
                    <a:pt x="763130" y="5156080"/>
                  </a:lnTo>
                  <a:lnTo>
                    <a:pt x="763255" y="5156080"/>
                  </a:lnTo>
                  <a:lnTo>
                    <a:pt x="763380" y="5156080"/>
                  </a:lnTo>
                  <a:lnTo>
                    <a:pt x="763505" y="5156080"/>
                  </a:lnTo>
                  <a:lnTo>
                    <a:pt x="763630" y="5156080"/>
                  </a:lnTo>
                  <a:lnTo>
                    <a:pt x="763755" y="5156080"/>
                  </a:lnTo>
                  <a:lnTo>
                    <a:pt x="763880" y="5156080"/>
                  </a:lnTo>
                  <a:lnTo>
                    <a:pt x="764005" y="5156080"/>
                  </a:lnTo>
                  <a:lnTo>
                    <a:pt x="764130" y="5156080"/>
                  </a:lnTo>
                  <a:lnTo>
                    <a:pt x="764255" y="5156080"/>
                  </a:lnTo>
                  <a:lnTo>
                    <a:pt x="764380" y="5156080"/>
                  </a:lnTo>
                  <a:lnTo>
                    <a:pt x="764505" y="5156080"/>
                  </a:lnTo>
                  <a:lnTo>
                    <a:pt x="764630" y="5156080"/>
                  </a:lnTo>
                  <a:lnTo>
                    <a:pt x="764755" y="5156080"/>
                  </a:lnTo>
                  <a:lnTo>
                    <a:pt x="764880" y="5156080"/>
                  </a:lnTo>
                  <a:lnTo>
                    <a:pt x="765005" y="5156080"/>
                  </a:lnTo>
                  <a:lnTo>
                    <a:pt x="765130" y="5156080"/>
                  </a:lnTo>
                  <a:lnTo>
                    <a:pt x="765255" y="5156080"/>
                  </a:lnTo>
                  <a:lnTo>
                    <a:pt x="765380" y="5156080"/>
                  </a:lnTo>
                  <a:lnTo>
                    <a:pt x="765505" y="5156080"/>
                  </a:lnTo>
                  <a:lnTo>
                    <a:pt x="765630" y="5156080"/>
                  </a:lnTo>
                  <a:lnTo>
                    <a:pt x="765755" y="5156080"/>
                  </a:lnTo>
                  <a:lnTo>
                    <a:pt x="765881" y="5156080"/>
                  </a:lnTo>
                  <a:lnTo>
                    <a:pt x="766006" y="5156080"/>
                  </a:lnTo>
                  <a:lnTo>
                    <a:pt x="766131" y="5156080"/>
                  </a:lnTo>
                  <a:lnTo>
                    <a:pt x="766256" y="5156080"/>
                  </a:lnTo>
                  <a:lnTo>
                    <a:pt x="766381" y="5156080"/>
                  </a:lnTo>
                  <a:lnTo>
                    <a:pt x="766506" y="5156080"/>
                  </a:lnTo>
                  <a:lnTo>
                    <a:pt x="766631" y="5156080"/>
                  </a:lnTo>
                  <a:lnTo>
                    <a:pt x="766756" y="5156080"/>
                  </a:lnTo>
                  <a:lnTo>
                    <a:pt x="766881" y="5156080"/>
                  </a:lnTo>
                  <a:lnTo>
                    <a:pt x="767006" y="5156080"/>
                  </a:lnTo>
                  <a:lnTo>
                    <a:pt x="767131" y="5156080"/>
                  </a:lnTo>
                  <a:lnTo>
                    <a:pt x="767256" y="5156080"/>
                  </a:lnTo>
                  <a:lnTo>
                    <a:pt x="767381" y="5156080"/>
                  </a:lnTo>
                  <a:lnTo>
                    <a:pt x="767506" y="5156080"/>
                  </a:lnTo>
                  <a:lnTo>
                    <a:pt x="767631" y="5156080"/>
                  </a:lnTo>
                  <a:lnTo>
                    <a:pt x="767756" y="5156080"/>
                  </a:lnTo>
                  <a:lnTo>
                    <a:pt x="767756" y="5146126"/>
                  </a:lnTo>
                  <a:lnTo>
                    <a:pt x="767881" y="5146126"/>
                  </a:lnTo>
                  <a:lnTo>
                    <a:pt x="768006" y="5146126"/>
                  </a:lnTo>
                  <a:lnTo>
                    <a:pt x="768131" y="5146126"/>
                  </a:lnTo>
                  <a:lnTo>
                    <a:pt x="768256" y="5146126"/>
                  </a:lnTo>
                  <a:lnTo>
                    <a:pt x="768381" y="5146126"/>
                  </a:lnTo>
                  <a:lnTo>
                    <a:pt x="768381" y="5136172"/>
                  </a:lnTo>
                  <a:lnTo>
                    <a:pt x="768506" y="5136172"/>
                  </a:lnTo>
                  <a:lnTo>
                    <a:pt x="768506" y="5126218"/>
                  </a:lnTo>
                  <a:lnTo>
                    <a:pt x="768631" y="5126218"/>
                  </a:lnTo>
                  <a:lnTo>
                    <a:pt x="768756" y="5126218"/>
                  </a:lnTo>
                  <a:lnTo>
                    <a:pt x="768882" y="5126218"/>
                  </a:lnTo>
                  <a:lnTo>
                    <a:pt x="769007" y="5126218"/>
                  </a:lnTo>
                  <a:lnTo>
                    <a:pt x="769007" y="5116264"/>
                  </a:lnTo>
                  <a:lnTo>
                    <a:pt x="769132" y="5116264"/>
                  </a:lnTo>
                  <a:lnTo>
                    <a:pt x="769132" y="5106311"/>
                  </a:lnTo>
                  <a:lnTo>
                    <a:pt x="769257" y="5106311"/>
                  </a:lnTo>
                  <a:lnTo>
                    <a:pt x="769382" y="5106311"/>
                  </a:lnTo>
                  <a:lnTo>
                    <a:pt x="769507" y="5106311"/>
                  </a:lnTo>
                  <a:lnTo>
                    <a:pt x="769507" y="5096357"/>
                  </a:lnTo>
                  <a:lnTo>
                    <a:pt x="769632" y="5096357"/>
                  </a:lnTo>
                  <a:lnTo>
                    <a:pt x="769757" y="5096357"/>
                  </a:lnTo>
                  <a:lnTo>
                    <a:pt x="769882" y="5096357"/>
                  </a:lnTo>
                  <a:lnTo>
                    <a:pt x="770007" y="5096357"/>
                  </a:lnTo>
                  <a:lnTo>
                    <a:pt x="770132" y="5096357"/>
                  </a:lnTo>
                  <a:lnTo>
                    <a:pt x="770257" y="5096357"/>
                  </a:lnTo>
                  <a:lnTo>
                    <a:pt x="770382" y="5096357"/>
                  </a:lnTo>
                  <a:lnTo>
                    <a:pt x="770507" y="5096357"/>
                  </a:lnTo>
                  <a:lnTo>
                    <a:pt x="770632" y="5096357"/>
                  </a:lnTo>
                  <a:lnTo>
                    <a:pt x="770757" y="5096357"/>
                  </a:lnTo>
                  <a:lnTo>
                    <a:pt x="770882" y="5096357"/>
                  </a:lnTo>
                  <a:lnTo>
                    <a:pt x="771007" y="5096357"/>
                  </a:lnTo>
                  <a:lnTo>
                    <a:pt x="771132" y="5096357"/>
                  </a:lnTo>
                  <a:lnTo>
                    <a:pt x="771257" y="5096357"/>
                  </a:lnTo>
                  <a:lnTo>
                    <a:pt x="771382" y="5096357"/>
                  </a:lnTo>
                  <a:lnTo>
                    <a:pt x="771507" y="5096357"/>
                  </a:lnTo>
                  <a:lnTo>
                    <a:pt x="771632" y="5096357"/>
                  </a:lnTo>
                  <a:lnTo>
                    <a:pt x="771757" y="5096357"/>
                  </a:lnTo>
                  <a:lnTo>
                    <a:pt x="771883" y="5096357"/>
                  </a:lnTo>
                  <a:lnTo>
                    <a:pt x="772008" y="5096357"/>
                  </a:lnTo>
                  <a:lnTo>
                    <a:pt x="772133" y="5096357"/>
                  </a:lnTo>
                  <a:lnTo>
                    <a:pt x="772258" y="5096357"/>
                  </a:lnTo>
                  <a:lnTo>
                    <a:pt x="772383" y="5096357"/>
                  </a:lnTo>
                  <a:lnTo>
                    <a:pt x="772508" y="5096357"/>
                  </a:lnTo>
                  <a:lnTo>
                    <a:pt x="772633" y="5096357"/>
                  </a:lnTo>
                  <a:lnTo>
                    <a:pt x="772758" y="5096357"/>
                  </a:lnTo>
                  <a:lnTo>
                    <a:pt x="772883" y="5096357"/>
                  </a:lnTo>
                  <a:lnTo>
                    <a:pt x="773008" y="5096357"/>
                  </a:lnTo>
                  <a:lnTo>
                    <a:pt x="773133" y="5096357"/>
                  </a:lnTo>
                  <a:lnTo>
                    <a:pt x="773258" y="5096357"/>
                  </a:lnTo>
                  <a:lnTo>
                    <a:pt x="773383" y="5096357"/>
                  </a:lnTo>
                  <a:lnTo>
                    <a:pt x="773508" y="5096357"/>
                  </a:lnTo>
                  <a:lnTo>
                    <a:pt x="773633" y="5096357"/>
                  </a:lnTo>
                  <a:lnTo>
                    <a:pt x="773758" y="5096357"/>
                  </a:lnTo>
                  <a:lnTo>
                    <a:pt x="773883" y="5096357"/>
                  </a:lnTo>
                  <a:lnTo>
                    <a:pt x="774008" y="5096357"/>
                  </a:lnTo>
                  <a:lnTo>
                    <a:pt x="774133" y="5096357"/>
                  </a:lnTo>
                  <a:lnTo>
                    <a:pt x="774258" y="5096357"/>
                  </a:lnTo>
                  <a:lnTo>
                    <a:pt x="774383" y="5096357"/>
                  </a:lnTo>
                  <a:lnTo>
                    <a:pt x="774508" y="5096357"/>
                  </a:lnTo>
                  <a:lnTo>
                    <a:pt x="774633" y="5096357"/>
                  </a:lnTo>
                  <a:lnTo>
                    <a:pt x="774758" y="5096357"/>
                  </a:lnTo>
                  <a:lnTo>
                    <a:pt x="774884" y="5096357"/>
                  </a:lnTo>
                  <a:lnTo>
                    <a:pt x="775009" y="5096357"/>
                  </a:lnTo>
                  <a:lnTo>
                    <a:pt x="775134" y="5096357"/>
                  </a:lnTo>
                  <a:lnTo>
                    <a:pt x="775259" y="5096357"/>
                  </a:lnTo>
                  <a:lnTo>
                    <a:pt x="775384" y="5096357"/>
                  </a:lnTo>
                  <a:lnTo>
                    <a:pt x="775509" y="5096357"/>
                  </a:lnTo>
                  <a:lnTo>
                    <a:pt x="775634" y="5096357"/>
                  </a:lnTo>
                  <a:lnTo>
                    <a:pt x="775759" y="5096357"/>
                  </a:lnTo>
                  <a:lnTo>
                    <a:pt x="775884" y="5096357"/>
                  </a:lnTo>
                  <a:lnTo>
                    <a:pt x="776009" y="5096357"/>
                  </a:lnTo>
                  <a:lnTo>
                    <a:pt x="776134" y="5096357"/>
                  </a:lnTo>
                  <a:lnTo>
                    <a:pt x="776259" y="5096357"/>
                  </a:lnTo>
                  <a:lnTo>
                    <a:pt x="776384" y="5096357"/>
                  </a:lnTo>
                  <a:lnTo>
                    <a:pt x="776509" y="5096357"/>
                  </a:lnTo>
                  <a:lnTo>
                    <a:pt x="776634" y="5096357"/>
                  </a:lnTo>
                  <a:lnTo>
                    <a:pt x="776759" y="5096357"/>
                  </a:lnTo>
                  <a:lnTo>
                    <a:pt x="776884" y="5096357"/>
                  </a:lnTo>
                  <a:lnTo>
                    <a:pt x="777009" y="5096357"/>
                  </a:lnTo>
                  <a:lnTo>
                    <a:pt x="777134" y="5096357"/>
                  </a:lnTo>
                  <a:lnTo>
                    <a:pt x="777259" y="5096357"/>
                  </a:lnTo>
                  <a:lnTo>
                    <a:pt x="777384" y="5096357"/>
                  </a:lnTo>
                  <a:lnTo>
                    <a:pt x="777509" y="5096357"/>
                  </a:lnTo>
                  <a:lnTo>
                    <a:pt x="777634" y="5096357"/>
                  </a:lnTo>
                  <a:lnTo>
                    <a:pt x="777760" y="5096357"/>
                  </a:lnTo>
                  <a:lnTo>
                    <a:pt x="777885" y="5096357"/>
                  </a:lnTo>
                  <a:lnTo>
                    <a:pt x="778010" y="5096357"/>
                  </a:lnTo>
                  <a:lnTo>
                    <a:pt x="778135" y="5096357"/>
                  </a:lnTo>
                  <a:lnTo>
                    <a:pt x="778260" y="5096357"/>
                  </a:lnTo>
                  <a:lnTo>
                    <a:pt x="778385" y="5096357"/>
                  </a:lnTo>
                  <a:lnTo>
                    <a:pt x="778510" y="5096357"/>
                  </a:lnTo>
                  <a:lnTo>
                    <a:pt x="778635" y="5096357"/>
                  </a:lnTo>
                  <a:lnTo>
                    <a:pt x="778760" y="5096357"/>
                  </a:lnTo>
                  <a:lnTo>
                    <a:pt x="778885" y="5096357"/>
                  </a:lnTo>
                  <a:lnTo>
                    <a:pt x="779010" y="5096357"/>
                  </a:lnTo>
                  <a:lnTo>
                    <a:pt x="779135" y="5096357"/>
                  </a:lnTo>
                  <a:lnTo>
                    <a:pt x="779260" y="5096357"/>
                  </a:lnTo>
                  <a:lnTo>
                    <a:pt x="779385" y="5096357"/>
                  </a:lnTo>
                  <a:lnTo>
                    <a:pt x="779510" y="5096357"/>
                  </a:lnTo>
                  <a:lnTo>
                    <a:pt x="779635" y="5096357"/>
                  </a:lnTo>
                  <a:lnTo>
                    <a:pt x="779760" y="5096357"/>
                  </a:lnTo>
                  <a:lnTo>
                    <a:pt x="779885" y="5096357"/>
                  </a:lnTo>
                  <a:lnTo>
                    <a:pt x="780010" y="5096357"/>
                  </a:lnTo>
                  <a:lnTo>
                    <a:pt x="780135" y="5096357"/>
                  </a:lnTo>
                  <a:lnTo>
                    <a:pt x="780260" y="5096357"/>
                  </a:lnTo>
                  <a:lnTo>
                    <a:pt x="780385" y="5096357"/>
                  </a:lnTo>
                  <a:lnTo>
                    <a:pt x="780510" y="5096357"/>
                  </a:lnTo>
                  <a:lnTo>
                    <a:pt x="780635" y="5096357"/>
                  </a:lnTo>
                  <a:lnTo>
                    <a:pt x="780761" y="5096357"/>
                  </a:lnTo>
                  <a:lnTo>
                    <a:pt x="780886" y="5096357"/>
                  </a:lnTo>
                  <a:lnTo>
                    <a:pt x="781011" y="5096357"/>
                  </a:lnTo>
                  <a:lnTo>
                    <a:pt x="781136" y="5096357"/>
                  </a:lnTo>
                  <a:lnTo>
                    <a:pt x="781261" y="5096357"/>
                  </a:lnTo>
                  <a:lnTo>
                    <a:pt x="781386" y="5096357"/>
                  </a:lnTo>
                  <a:lnTo>
                    <a:pt x="781511" y="5096357"/>
                  </a:lnTo>
                  <a:lnTo>
                    <a:pt x="781636" y="5096357"/>
                  </a:lnTo>
                  <a:lnTo>
                    <a:pt x="781761" y="5096357"/>
                  </a:lnTo>
                  <a:lnTo>
                    <a:pt x="781886" y="5096357"/>
                  </a:lnTo>
                  <a:lnTo>
                    <a:pt x="782011" y="5096357"/>
                  </a:lnTo>
                  <a:lnTo>
                    <a:pt x="782136" y="5096357"/>
                  </a:lnTo>
                  <a:lnTo>
                    <a:pt x="782261" y="5096357"/>
                  </a:lnTo>
                  <a:lnTo>
                    <a:pt x="782386" y="5096357"/>
                  </a:lnTo>
                  <a:lnTo>
                    <a:pt x="782511" y="5096357"/>
                  </a:lnTo>
                  <a:lnTo>
                    <a:pt x="782636" y="5096357"/>
                  </a:lnTo>
                  <a:lnTo>
                    <a:pt x="782761" y="5096357"/>
                  </a:lnTo>
                  <a:lnTo>
                    <a:pt x="782886" y="5096357"/>
                  </a:lnTo>
                  <a:lnTo>
                    <a:pt x="783011" y="5096357"/>
                  </a:lnTo>
                  <a:lnTo>
                    <a:pt x="783136" y="5096357"/>
                  </a:lnTo>
                  <a:lnTo>
                    <a:pt x="783261" y="5096357"/>
                  </a:lnTo>
                  <a:lnTo>
                    <a:pt x="783386" y="5096357"/>
                  </a:lnTo>
                  <a:lnTo>
                    <a:pt x="783511" y="5096357"/>
                  </a:lnTo>
                  <a:lnTo>
                    <a:pt x="783636" y="5096357"/>
                  </a:lnTo>
                  <a:lnTo>
                    <a:pt x="783762" y="5096357"/>
                  </a:lnTo>
                  <a:lnTo>
                    <a:pt x="783887" y="5096357"/>
                  </a:lnTo>
                  <a:lnTo>
                    <a:pt x="784012" y="5096357"/>
                  </a:lnTo>
                  <a:lnTo>
                    <a:pt x="784137" y="5096357"/>
                  </a:lnTo>
                  <a:lnTo>
                    <a:pt x="784262" y="5096357"/>
                  </a:lnTo>
                  <a:lnTo>
                    <a:pt x="784387" y="5096357"/>
                  </a:lnTo>
                  <a:lnTo>
                    <a:pt x="784512" y="5096357"/>
                  </a:lnTo>
                  <a:lnTo>
                    <a:pt x="784637" y="5096357"/>
                  </a:lnTo>
                  <a:lnTo>
                    <a:pt x="784762" y="5096357"/>
                  </a:lnTo>
                  <a:lnTo>
                    <a:pt x="784887" y="5096357"/>
                  </a:lnTo>
                  <a:lnTo>
                    <a:pt x="785012" y="5096357"/>
                  </a:lnTo>
                  <a:lnTo>
                    <a:pt x="785137" y="5096357"/>
                  </a:lnTo>
                  <a:lnTo>
                    <a:pt x="785262" y="5096357"/>
                  </a:lnTo>
                  <a:lnTo>
                    <a:pt x="785387" y="5096357"/>
                  </a:lnTo>
                  <a:lnTo>
                    <a:pt x="785512" y="5096357"/>
                  </a:lnTo>
                  <a:lnTo>
                    <a:pt x="785637" y="5096357"/>
                  </a:lnTo>
                  <a:lnTo>
                    <a:pt x="785762" y="5096357"/>
                  </a:lnTo>
                  <a:lnTo>
                    <a:pt x="785887" y="5096357"/>
                  </a:lnTo>
                  <a:lnTo>
                    <a:pt x="786012" y="5096357"/>
                  </a:lnTo>
                  <a:lnTo>
                    <a:pt x="786137" y="5096357"/>
                  </a:lnTo>
                  <a:lnTo>
                    <a:pt x="786262" y="5096357"/>
                  </a:lnTo>
                  <a:lnTo>
                    <a:pt x="786387" y="5096357"/>
                  </a:lnTo>
                  <a:lnTo>
                    <a:pt x="786512" y="5096357"/>
                  </a:lnTo>
                  <a:lnTo>
                    <a:pt x="786637" y="5096357"/>
                  </a:lnTo>
                  <a:lnTo>
                    <a:pt x="786763" y="5096357"/>
                  </a:lnTo>
                  <a:lnTo>
                    <a:pt x="786888" y="5096357"/>
                  </a:lnTo>
                  <a:lnTo>
                    <a:pt x="787013" y="5096357"/>
                  </a:lnTo>
                  <a:lnTo>
                    <a:pt x="787138" y="5096357"/>
                  </a:lnTo>
                  <a:lnTo>
                    <a:pt x="787263" y="5096357"/>
                  </a:lnTo>
                  <a:lnTo>
                    <a:pt x="787388" y="5096357"/>
                  </a:lnTo>
                  <a:lnTo>
                    <a:pt x="787513" y="5096357"/>
                  </a:lnTo>
                  <a:lnTo>
                    <a:pt x="787638" y="5096357"/>
                  </a:lnTo>
                  <a:lnTo>
                    <a:pt x="787763" y="5096357"/>
                  </a:lnTo>
                  <a:lnTo>
                    <a:pt x="787888" y="5096357"/>
                  </a:lnTo>
                  <a:lnTo>
                    <a:pt x="788013" y="5096357"/>
                  </a:lnTo>
                  <a:lnTo>
                    <a:pt x="788138" y="5096357"/>
                  </a:lnTo>
                  <a:lnTo>
                    <a:pt x="788263" y="5096357"/>
                  </a:lnTo>
                  <a:lnTo>
                    <a:pt x="788388" y="5096357"/>
                  </a:lnTo>
                  <a:lnTo>
                    <a:pt x="788513" y="5096357"/>
                  </a:lnTo>
                  <a:lnTo>
                    <a:pt x="788638" y="5096357"/>
                  </a:lnTo>
                  <a:lnTo>
                    <a:pt x="788763" y="5096357"/>
                  </a:lnTo>
                  <a:lnTo>
                    <a:pt x="788888" y="5096357"/>
                  </a:lnTo>
                  <a:lnTo>
                    <a:pt x="789013" y="5096357"/>
                  </a:lnTo>
                  <a:lnTo>
                    <a:pt x="789138" y="5096357"/>
                  </a:lnTo>
                  <a:lnTo>
                    <a:pt x="789263" y="5096357"/>
                  </a:lnTo>
                  <a:lnTo>
                    <a:pt x="789388" y="5096357"/>
                  </a:lnTo>
                  <a:lnTo>
                    <a:pt x="789513" y="5096357"/>
                  </a:lnTo>
                  <a:lnTo>
                    <a:pt x="789638" y="5096357"/>
                  </a:lnTo>
                  <a:lnTo>
                    <a:pt x="789764" y="5096357"/>
                  </a:lnTo>
                  <a:lnTo>
                    <a:pt x="789889" y="5096357"/>
                  </a:lnTo>
                  <a:lnTo>
                    <a:pt x="790014" y="5096357"/>
                  </a:lnTo>
                  <a:lnTo>
                    <a:pt x="790139" y="5096357"/>
                  </a:lnTo>
                  <a:lnTo>
                    <a:pt x="790264" y="5096357"/>
                  </a:lnTo>
                  <a:lnTo>
                    <a:pt x="790389" y="5096357"/>
                  </a:lnTo>
                  <a:lnTo>
                    <a:pt x="790514" y="5096357"/>
                  </a:lnTo>
                  <a:lnTo>
                    <a:pt x="790639" y="5096357"/>
                  </a:lnTo>
                  <a:lnTo>
                    <a:pt x="790764" y="5096357"/>
                  </a:lnTo>
                  <a:lnTo>
                    <a:pt x="790764" y="5086403"/>
                  </a:lnTo>
                  <a:lnTo>
                    <a:pt x="790889" y="5086403"/>
                  </a:lnTo>
                  <a:lnTo>
                    <a:pt x="791014" y="5086403"/>
                  </a:lnTo>
                  <a:lnTo>
                    <a:pt x="791139" y="5086403"/>
                  </a:lnTo>
                  <a:lnTo>
                    <a:pt x="791264" y="5086403"/>
                  </a:lnTo>
                  <a:lnTo>
                    <a:pt x="791389" y="5086403"/>
                  </a:lnTo>
                  <a:lnTo>
                    <a:pt x="791514" y="5086403"/>
                  </a:lnTo>
                  <a:lnTo>
                    <a:pt x="791639" y="5086403"/>
                  </a:lnTo>
                  <a:lnTo>
                    <a:pt x="791764" y="5086403"/>
                  </a:lnTo>
                  <a:lnTo>
                    <a:pt x="791889" y="5086403"/>
                  </a:lnTo>
                  <a:lnTo>
                    <a:pt x="792014" y="5086403"/>
                  </a:lnTo>
                  <a:lnTo>
                    <a:pt x="792139" y="5086403"/>
                  </a:lnTo>
                  <a:lnTo>
                    <a:pt x="792264" y="5086403"/>
                  </a:lnTo>
                  <a:lnTo>
                    <a:pt x="792389" y="5086403"/>
                  </a:lnTo>
                  <a:lnTo>
                    <a:pt x="792514" y="5086403"/>
                  </a:lnTo>
                  <a:lnTo>
                    <a:pt x="792639" y="5086403"/>
                  </a:lnTo>
                  <a:lnTo>
                    <a:pt x="792765" y="5086403"/>
                  </a:lnTo>
                  <a:lnTo>
                    <a:pt x="792890" y="5086403"/>
                  </a:lnTo>
                  <a:lnTo>
                    <a:pt x="793015" y="5086403"/>
                  </a:lnTo>
                  <a:lnTo>
                    <a:pt x="793140" y="5086403"/>
                  </a:lnTo>
                  <a:lnTo>
                    <a:pt x="793265" y="5086403"/>
                  </a:lnTo>
                  <a:lnTo>
                    <a:pt x="793390" y="5086403"/>
                  </a:lnTo>
                  <a:lnTo>
                    <a:pt x="793515" y="5086403"/>
                  </a:lnTo>
                  <a:lnTo>
                    <a:pt x="793640" y="5086403"/>
                  </a:lnTo>
                  <a:lnTo>
                    <a:pt x="793765" y="5086403"/>
                  </a:lnTo>
                  <a:lnTo>
                    <a:pt x="793890" y="5086403"/>
                  </a:lnTo>
                  <a:lnTo>
                    <a:pt x="794015" y="5086403"/>
                  </a:lnTo>
                  <a:lnTo>
                    <a:pt x="794140" y="5086403"/>
                  </a:lnTo>
                  <a:lnTo>
                    <a:pt x="794265" y="5086403"/>
                  </a:lnTo>
                  <a:lnTo>
                    <a:pt x="794390" y="5086403"/>
                  </a:lnTo>
                  <a:lnTo>
                    <a:pt x="794515" y="5086403"/>
                  </a:lnTo>
                  <a:lnTo>
                    <a:pt x="794640" y="5086403"/>
                  </a:lnTo>
                  <a:lnTo>
                    <a:pt x="794765" y="5086403"/>
                  </a:lnTo>
                  <a:lnTo>
                    <a:pt x="794890" y="5086403"/>
                  </a:lnTo>
                  <a:lnTo>
                    <a:pt x="795015" y="5086403"/>
                  </a:lnTo>
                  <a:lnTo>
                    <a:pt x="795140" y="5086403"/>
                  </a:lnTo>
                  <a:lnTo>
                    <a:pt x="795265" y="5086403"/>
                  </a:lnTo>
                  <a:lnTo>
                    <a:pt x="795390" y="5086403"/>
                  </a:lnTo>
                  <a:lnTo>
                    <a:pt x="795515" y="5086403"/>
                  </a:lnTo>
                  <a:lnTo>
                    <a:pt x="795640" y="5086403"/>
                  </a:lnTo>
                  <a:lnTo>
                    <a:pt x="795766" y="5086403"/>
                  </a:lnTo>
                  <a:lnTo>
                    <a:pt x="795891" y="5086403"/>
                  </a:lnTo>
                  <a:lnTo>
                    <a:pt x="796016" y="5086403"/>
                  </a:lnTo>
                  <a:lnTo>
                    <a:pt x="796141" y="5086403"/>
                  </a:lnTo>
                  <a:lnTo>
                    <a:pt x="796266" y="5086403"/>
                  </a:lnTo>
                  <a:lnTo>
                    <a:pt x="796391" y="5086403"/>
                  </a:lnTo>
                  <a:lnTo>
                    <a:pt x="796516" y="5086403"/>
                  </a:lnTo>
                  <a:lnTo>
                    <a:pt x="796641" y="5086403"/>
                  </a:lnTo>
                  <a:lnTo>
                    <a:pt x="796766" y="5086403"/>
                  </a:lnTo>
                  <a:lnTo>
                    <a:pt x="796891" y="5086403"/>
                  </a:lnTo>
                  <a:lnTo>
                    <a:pt x="797016" y="5086403"/>
                  </a:lnTo>
                  <a:lnTo>
                    <a:pt x="797141" y="5086403"/>
                  </a:lnTo>
                  <a:lnTo>
                    <a:pt x="797266" y="5086403"/>
                  </a:lnTo>
                  <a:lnTo>
                    <a:pt x="797391" y="5086403"/>
                  </a:lnTo>
                  <a:lnTo>
                    <a:pt x="797516" y="5086403"/>
                  </a:lnTo>
                  <a:lnTo>
                    <a:pt x="797641" y="5086403"/>
                  </a:lnTo>
                  <a:lnTo>
                    <a:pt x="797766" y="5086403"/>
                  </a:lnTo>
                  <a:lnTo>
                    <a:pt x="797891" y="5086403"/>
                  </a:lnTo>
                  <a:lnTo>
                    <a:pt x="798016" y="5086403"/>
                  </a:lnTo>
                  <a:lnTo>
                    <a:pt x="798141" y="5086403"/>
                  </a:lnTo>
                  <a:lnTo>
                    <a:pt x="798266" y="5086403"/>
                  </a:lnTo>
                  <a:lnTo>
                    <a:pt x="798391" y="5086403"/>
                  </a:lnTo>
                  <a:lnTo>
                    <a:pt x="798516" y="5086403"/>
                  </a:lnTo>
                  <a:lnTo>
                    <a:pt x="798641" y="5086403"/>
                  </a:lnTo>
                  <a:lnTo>
                    <a:pt x="798767" y="5086403"/>
                  </a:lnTo>
                  <a:lnTo>
                    <a:pt x="798892" y="5086403"/>
                  </a:lnTo>
                  <a:lnTo>
                    <a:pt x="799017" y="5086403"/>
                  </a:lnTo>
                  <a:lnTo>
                    <a:pt x="799142" y="5086403"/>
                  </a:lnTo>
                  <a:lnTo>
                    <a:pt x="799267" y="5086403"/>
                  </a:lnTo>
                  <a:lnTo>
                    <a:pt x="799392" y="5086403"/>
                  </a:lnTo>
                  <a:lnTo>
                    <a:pt x="799517" y="5086403"/>
                  </a:lnTo>
                  <a:lnTo>
                    <a:pt x="799642" y="5086403"/>
                  </a:lnTo>
                  <a:lnTo>
                    <a:pt x="799767" y="5086403"/>
                  </a:lnTo>
                  <a:lnTo>
                    <a:pt x="799892" y="5086403"/>
                  </a:lnTo>
                  <a:lnTo>
                    <a:pt x="800017" y="5086403"/>
                  </a:lnTo>
                  <a:lnTo>
                    <a:pt x="800017" y="5076449"/>
                  </a:lnTo>
                  <a:lnTo>
                    <a:pt x="800142" y="5076449"/>
                  </a:lnTo>
                  <a:lnTo>
                    <a:pt x="800267" y="5076449"/>
                  </a:lnTo>
                  <a:lnTo>
                    <a:pt x="800392" y="5076449"/>
                  </a:lnTo>
                  <a:lnTo>
                    <a:pt x="800517" y="5076449"/>
                  </a:lnTo>
                  <a:lnTo>
                    <a:pt x="800642" y="5076449"/>
                  </a:lnTo>
                  <a:lnTo>
                    <a:pt x="800767" y="5076449"/>
                  </a:lnTo>
                  <a:lnTo>
                    <a:pt x="800892" y="5076449"/>
                  </a:lnTo>
                  <a:lnTo>
                    <a:pt x="801017" y="5076449"/>
                  </a:lnTo>
                  <a:lnTo>
                    <a:pt x="801142" y="5076449"/>
                  </a:lnTo>
                  <a:lnTo>
                    <a:pt x="801267" y="5076449"/>
                  </a:lnTo>
                  <a:lnTo>
                    <a:pt x="801392" y="5076449"/>
                  </a:lnTo>
                  <a:lnTo>
                    <a:pt x="801517" y="5076449"/>
                  </a:lnTo>
                  <a:lnTo>
                    <a:pt x="801642" y="5076449"/>
                  </a:lnTo>
                  <a:lnTo>
                    <a:pt x="801768" y="5076449"/>
                  </a:lnTo>
                  <a:lnTo>
                    <a:pt x="801893" y="5076449"/>
                  </a:lnTo>
                  <a:lnTo>
                    <a:pt x="802018" y="5076449"/>
                  </a:lnTo>
                  <a:lnTo>
                    <a:pt x="802143" y="5076449"/>
                  </a:lnTo>
                  <a:lnTo>
                    <a:pt x="802268" y="5076449"/>
                  </a:lnTo>
                  <a:lnTo>
                    <a:pt x="802393" y="5076449"/>
                  </a:lnTo>
                  <a:lnTo>
                    <a:pt x="802518" y="5076449"/>
                  </a:lnTo>
                  <a:lnTo>
                    <a:pt x="802643" y="5076449"/>
                  </a:lnTo>
                  <a:lnTo>
                    <a:pt x="802768" y="5076449"/>
                  </a:lnTo>
                  <a:lnTo>
                    <a:pt x="802893" y="5076449"/>
                  </a:lnTo>
                  <a:lnTo>
                    <a:pt x="803018" y="5076449"/>
                  </a:lnTo>
                  <a:lnTo>
                    <a:pt x="803143" y="5076449"/>
                  </a:lnTo>
                  <a:lnTo>
                    <a:pt x="803268" y="5076449"/>
                  </a:lnTo>
                  <a:lnTo>
                    <a:pt x="803393" y="5076449"/>
                  </a:lnTo>
                  <a:lnTo>
                    <a:pt x="803518" y="5076449"/>
                  </a:lnTo>
                  <a:lnTo>
                    <a:pt x="803643" y="5076449"/>
                  </a:lnTo>
                  <a:lnTo>
                    <a:pt x="803768" y="5076449"/>
                  </a:lnTo>
                  <a:lnTo>
                    <a:pt x="803893" y="5076449"/>
                  </a:lnTo>
                  <a:lnTo>
                    <a:pt x="804018" y="5076449"/>
                  </a:lnTo>
                  <a:lnTo>
                    <a:pt x="804143" y="5076449"/>
                  </a:lnTo>
                  <a:lnTo>
                    <a:pt x="804268" y="5076449"/>
                  </a:lnTo>
                  <a:lnTo>
                    <a:pt x="804393" y="5076449"/>
                  </a:lnTo>
                  <a:lnTo>
                    <a:pt x="804518" y="5076449"/>
                  </a:lnTo>
                  <a:lnTo>
                    <a:pt x="804643" y="5076449"/>
                  </a:lnTo>
                  <a:lnTo>
                    <a:pt x="804769" y="5076449"/>
                  </a:lnTo>
                  <a:lnTo>
                    <a:pt x="804894" y="5076449"/>
                  </a:lnTo>
                  <a:lnTo>
                    <a:pt x="805019" y="5076449"/>
                  </a:lnTo>
                  <a:lnTo>
                    <a:pt x="805144" y="5076449"/>
                  </a:lnTo>
                  <a:lnTo>
                    <a:pt x="805269" y="5076449"/>
                  </a:lnTo>
                  <a:lnTo>
                    <a:pt x="805394" y="5076449"/>
                  </a:lnTo>
                  <a:lnTo>
                    <a:pt x="805519" y="5076449"/>
                  </a:lnTo>
                  <a:lnTo>
                    <a:pt x="805644" y="5076449"/>
                  </a:lnTo>
                  <a:lnTo>
                    <a:pt x="805769" y="5076449"/>
                  </a:lnTo>
                  <a:lnTo>
                    <a:pt x="805894" y="5076449"/>
                  </a:lnTo>
                  <a:lnTo>
                    <a:pt x="806019" y="5076449"/>
                  </a:lnTo>
                  <a:lnTo>
                    <a:pt x="806144" y="5076449"/>
                  </a:lnTo>
                  <a:lnTo>
                    <a:pt x="806269" y="5076449"/>
                  </a:lnTo>
                  <a:lnTo>
                    <a:pt x="806394" y="5076449"/>
                  </a:lnTo>
                  <a:lnTo>
                    <a:pt x="806519" y="5076449"/>
                  </a:lnTo>
                  <a:lnTo>
                    <a:pt x="806644" y="5076449"/>
                  </a:lnTo>
                  <a:lnTo>
                    <a:pt x="806769" y="5076449"/>
                  </a:lnTo>
                  <a:lnTo>
                    <a:pt x="806894" y="5076449"/>
                  </a:lnTo>
                  <a:lnTo>
                    <a:pt x="807019" y="5076449"/>
                  </a:lnTo>
                  <a:lnTo>
                    <a:pt x="807144" y="5076449"/>
                  </a:lnTo>
                  <a:lnTo>
                    <a:pt x="807269" y="5076449"/>
                  </a:lnTo>
                  <a:lnTo>
                    <a:pt x="807394" y="5076449"/>
                  </a:lnTo>
                  <a:lnTo>
                    <a:pt x="807519" y="5076449"/>
                  </a:lnTo>
                  <a:lnTo>
                    <a:pt x="807644" y="5076449"/>
                  </a:lnTo>
                  <a:lnTo>
                    <a:pt x="807770" y="5076449"/>
                  </a:lnTo>
                  <a:lnTo>
                    <a:pt x="807895" y="5076449"/>
                  </a:lnTo>
                  <a:lnTo>
                    <a:pt x="808020" y="5076449"/>
                  </a:lnTo>
                  <a:lnTo>
                    <a:pt x="808145" y="5076449"/>
                  </a:lnTo>
                  <a:lnTo>
                    <a:pt x="808270" y="5076449"/>
                  </a:lnTo>
                  <a:lnTo>
                    <a:pt x="808395" y="5076449"/>
                  </a:lnTo>
                  <a:lnTo>
                    <a:pt x="808520" y="5076449"/>
                  </a:lnTo>
                  <a:lnTo>
                    <a:pt x="808645" y="5076449"/>
                  </a:lnTo>
                  <a:lnTo>
                    <a:pt x="808770" y="5076449"/>
                  </a:lnTo>
                  <a:lnTo>
                    <a:pt x="808895" y="5076449"/>
                  </a:lnTo>
                  <a:lnTo>
                    <a:pt x="809020" y="5076449"/>
                  </a:lnTo>
                  <a:lnTo>
                    <a:pt x="809145" y="5076449"/>
                  </a:lnTo>
                  <a:lnTo>
                    <a:pt x="809270" y="5076449"/>
                  </a:lnTo>
                  <a:lnTo>
                    <a:pt x="809395" y="5076449"/>
                  </a:lnTo>
                  <a:lnTo>
                    <a:pt x="809520" y="5076449"/>
                  </a:lnTo>
                  <a:lnTo>
                    <a:pt x="809645" y="5076449"/>
                  </a:lnTo>
                  <a:lnTo>
                    <a:pt x="809770" y="5076449"/>
                  </a:lnTo>
                  <a:lnTo>
                    <a:pt x="809895" y="5076449"/>
                  </a:lnTo>
                  <a:lnTo>
                    <a:pt x="810020" y="5076449"/>
                  </a:lnTo>
                  <a:lnTo>
                    <a:pt x="810145" y="5076449"/>
                  </a:lnTo>
                  <a:lnTo>
                    <a:pt x="810145" y="5066495"/>
                  </a:lnTo>
                  <a:lnTo>
                    <a:pt x="810270" y="5066495"/>
                  </a:lnTo>
                  <a:lnTo>
                    <a:pt x="810395" y="5066495"/>
                  </a:lnTo>
                  <a:lnTo>
                    <a:pt x="810395" y="5056541"/>
                  </a:lnTo>
                  <a:lnTo>
                    <a:pt x="810520" y="5056541"/>
                  </a:lnTo>
                  <a:lnTo>
                    <a:pt x="810645" y="5056541"/>
                  </a:lnTo>
                  <a:lnTo>
                    <a:pt x="810771" y="5056541"/>
                  </a:lnTo>
                  <a:lnTo>
                    <a:pt x="810896" y="5056541"/>
                  </a:lnTo>
                  <a:lnTo>
                    <a:pt x="811021" y="5056541"/>
                  </a:lnTo>
                  <a:lnTo>
                    <a:pt x="811146" y="5056541"/>
                  </a:lnTo>
                  <a:lnTo>
                    <a:pt x="811271" y="5056541"/>
                  </a:lnTo>
                  <a:lnTo>
                    <a:pt x="811396" y="5056541"/>
                  </a:lnTo>
                  <a:lnTo>
                    <a:pt x="811521" y="5056541"/>
                  </a:lnTo>
                  <a:lnTo>
                    <a:pt x="811646" y="5056541"/>
                  </a:lnTo>
                  <a:lnTo>
                    <a:pt x="811771" y="5056541"/>
                  </a:lnTo>
                  <a:lnTo>
                    <a:pt x="811896" y="5056541"/>
                  </a:lnTo>
                  <a:lnTo>
                    <a:pt x="812021" y="5056541"/>
                  </a:lnTo>
                  <a:lnTo>
                    <a:pt x="812146" y="5056541"/>
                  </a:lnTo>
                  <a:lnTo>
                    <a:pt x="812271" y="5056541"/>
                  </a:lnTo>
                  <a:lnTo>
                    <a:pt x="812396" y="5056541"/>
                  </a:lnTo>
                  <a:lnTo>
                    <a:pt x="812521" y="5056541"/>
                  </a:lnTo>
                  <a:lnTo>
                    <a:pt x="812646" y="5056541"/>
                  </a:lnTo>
                  <a:lnTo>
                    <a:pt x="812771" y="5056541"/>
                  </a:lnTo>
                  <a:lnTo>
                    <a:pt x="812896" y="5056541"/>
                  </a:lnTo>
                  <a:lnTo>
                    <a:pt x="813021" y="5056541"/>
                  </a:lnTo>
                  <a:lnTo>
                    <a:pt x="813146" y="5056541"/>
                  </a:lnTo>
                  <a:lnTo>
                    <a:pt x="813271" y="5056541"/>
                  </a:lnTo>
                  <a:lnTo>
                    <a:pt x="813396" y="5056541"/>
                  </a:lnTo>
                  <a:lnTo>
                    <a:pt x="813521" y="5056541"/>
                  </a:lnTo>
                  <a:lnTo>
                    <a:pt x="813646" y="5056541"/>
                  </a:lnTo>
                  <a:lnTo>
                    <a:pt x="813772" y="5056541"/>
                  </a:lnTo>
                  <a:lnTo>
                    <a:pt x="813897" y="5056541"/>
                  </a:lnTo>
                  <a:lnTo>
                    <a:pt x="814022" y="5056541"/>
                  </a:lnTo>
                  <a:lnTo>
                    <a:pt x="814147" y="5056541"/>
                  </a:lnTo>
                  <a:lnTo>
                    <a:pt x="814272" y="5056541"/>
                  </a:lnTo>
                  <a:lnTo>
                    <a:pt x="814397" y="5056541"/>
                  </a:lnTo>
                  <a:lnTo>
                    <a:pt x="814522" y="5056541"/>
                  </a:lnTo>
                  <a:lnTo>
                    <a:pt x="814647" y="5056541"/>
                  </a:lnTo>
                  <a:lnTo>
                    <a:pt x="814772" y="5056541"/>
                  </a:lnTo>
                  <a:lnTo>
                    <a:pt x="814897" y="5056541"/>
                  </a:lnTo>
                  <a:lnTo>
                    <a:pt x="815022" y="5056541"/>
                  </a:lnTo>
                  <a:lnTo>
                    <a:pt x="815147" y="5056541"/>
                  </a:lnTo>
                  <a:lnTo>
                    <a:pt x="815272" y="5056541"/>
                  </a:lnTo>
                  <a:lnTo>
                    <a:pt x="815397" y="5056541"/>
                  </a:lnTo>
                  <a:lnTo>
                    <a:pt x="815522" y="5056541"/>
                  </a:lnTo>
                  <a:lnTo>
                    <a:pt x="815647" y="5056541"/>
                  </a:lnTo>
                  <a:lnTo>
                    <a:pt x="815772" y="5056541"/>
                  </a:lnTo>
                  <a:lnTo>
                    <a:pt x="815897" y="5056541"/>
                  </a:lnTo>
                  <a:lnTo>
                    <a:pt x="816022" y="5056541"/>
                  </a:lnTo>
                  <a:lnTo>
                    <a:pt x="816022" y="5046588"/>
                  </a:lnTo>
                  <a:lnTo>
                    <a:pt x="816147" y="5046588"/>
                  </a:lnTo>
                  <a:lnTo>
                    <a:pt x="816272" y="5046588"/>
                  </a:lnTo>
                  <a:lnTo>
                    <a:pt x="816397" y="5046588"/>
                  </a:lnTo>
                  <a:lnTo>
                    <a:pt x="816522" y="5046588"/>
                  </a:lnTo>
                  <a:lnTo>
                    <a:pt x="816648" y="5046588"/>
                  </a:lnTo>
                  <a:lnTo>
                    <a:pt x="816773" y="5046588"/>
                  </a:lnTo>
                  <a:lnTo>
                    <a:pt x="816898" y="5046588"/>
                  </a:lnTo>
                  <a:lnTo>
                    <a:pt x="817023" y="5046588"/>
                  </a:lnTo>
                  <a:lnTo>
                    <a:pt x="817148" y="5046588"/>
                  </a:lnTo>
                  <a:lnTo>
                    <a:pt x="817273" y="5046588"/>
                  </a:lnTo>
                  <a:lnTo>
                    <a:pt x="817398" y="5046588"/>
                  </a:lnTo>
                  <a:lnTo>
                    <a:pt x="817523" y="5046588"/>
                  </a:lnTo>
                  <a:lnTo>
                    <a:pt x="817648" y="5046588"/>
                  </a:lnTo>
                  <a:lnTo>
                    <a:pt x="817773" y="5046588"/>
                  </a:lnTo>
                  <a:lnTo>
                    <a:pt x="817898" y="5046588"/>
                  </a:lnTo>
                  <a:lnTo>
                    <a:pt x="818023" y="5046588"/>
                  </a:lnTo>
                  <a:lnTo>
                    <a:pt x="818148" y="5046588"/>
                  </a:lnTo>
                  <a:lnTo>
                    <a:pt x="818273" y="5046588"/>
                  </a:lnTo>
                  <a:lnTo>
                    <a:pt x="818398" y="5046588"/>
                  </a:lnTo>
                  <a:lnTo>
                    <a:pt x="818523" y="5046588"/>
                  </a:lnTo>
                  <a:lnTo>
                    <a:pt x="818648" y="5046588"/>
                  </a:lnTo>
                  <a:lnTo>
                    <a:pt x="818773" y="5046588"/>
                  </a:lnTo>
                  <a:lnTo>
                    <a:pt x="818898" y="5046588"/>
                  </a:lnTo>
                  <a:lnTo>
                    <a:pt x="819023" y="5046588"/>
                  </a:lnTo>
                  <a:lnTo>
                    <a:pt x="819148" y="5046588"/>
                  </a:lnTo>
                  <a:lnTo>
                    <a:pt x="819273" y="5046588"/>
                  </a:lnTo>
                  <a:lnTo>
                    <a:pt x="819398" y="5046588"/>
                  </a:lnTo>
                  <a:lnTo>
                    <a:pt x="819523" y="5046588"/>
                  </a:lnTo>
                  <a:lnTo>
                    <a:pt x="819649" y="5046588"/>
                  </a:lnTo>
                  <a:lnTo>
                    <a:pt x="819774" y="5046588"/>
                  </a:lnTo>
                  <a:lnTo>
                    <a:pt x="819899" y="5046588"/>
                  </a:lnTo>
                  <a:lnTo>
                    <a:pt x="820024" y="5046588"/>
                  </a:lnTo>
                  <a:lnTo>
                    <a:pt x="820149" y="5046588"/>
                  </a:lnTo>
                  <a:lnTo>
                    <a:pt x="820274" y="5046588"/>
                  </a:lnTo>
                  <a:lnTo>
                    <a:pt x="820399" y="5046588"/>
                  </a:lnTo>
                  <a:lnTo>
                    <a:pt x="820524" y="5046588"/>
                  </a:lnTo>
                  <a:lnTo>
                    <a:pt x="820649" y="5046588"/>
                  </a:lnTo>
                  <a:lnTo>
                    <a:pt x="820774" y="5046588"/>
                  </a:lnTo>
                  <a:lnTo>
                    <a:pt x="820899" y="5046588"/>
                  </a:lnTo>
                  <a:lnTo>
                    <a:pt x="820899" y="5036634"/>
                  </a:lnTo>
                  <a:lnTo>
                    <a:pt x="821024" y="5036634"/>
                  </a:lnTo>
                  <a:lnTo>
                    <a:pt x="821149" y="5036634"/>
                  </a:lnTo>
                  <a:lnTo>
                    <a:pt x="821274" y="5036634"/>
                  </a:lnTo>
                  <a:lnTo>
                    <a:pt x="821399" y="5036634"/>
                  </a:lnTo>
                  <a:lnTo>
                    <a:pt x="821524" y="5036634"/>
                  </a:lnTo>
                  <a:lnTo>
                    <a:pt x="821649" y="5036634"/>
                  </a:lnTo>
                  <a:lnTo>
                    <a:pt x="821774" y="5036634"/>
                  </a:lnTo>
                  <a:lnTo>
                    <a:pt x="821899" y="5036634"/>
                  </a:lnTo>
                  <a:lnTo>
                    <a:pt x="822024" y="5036634"/>
                  </a:lnTo>
                  <a:lnTo>
                    <a:pt x="822149" y="5036634"/>
                  </a:lnTo>
                  <a:lnTo>
                    <a:pt x="822274" y="5036634"/>
                  </a:lnTo>
                  <a:lnTo>
                    <a:pt x="822399" y="5036634"/>
                  </a:lnTo>
                  <a:lnTo>
                    <a:pt x="822524" y="5036634"/>
                  </a:lnTo>
                  <a:lnTo>
                    <a:pt x="822650" y="5036634"/>
                  </a:lnTo>
                  <a:lnTo>
                    <a:pt x="822775" y="5036634"/>
                  </a:lnTo>
                  <a:lnTo>
                    <a:pt x="822900" y="5036634"/>
                  </a:lnTo>
                  <a:lnTo>
                    <a:pt x="823025" y="5036634"/>
                  </a:lnTo>
                  <a:lnTo>
                    <a:pt x="823150" y="5036634"/>
                  </a:lnTo>
                  <a:lnTo>
                    <a:pt x="823275" y="5036634"/>
                  </a:lnTo>
                  <a:lnTo>
                    <a:pt x="823400" y="5036634"/>
                  </a:lnTo>
                  <a:lnTo>
                    <a:pt x="823525" y="5036634"/>
                  </a:lnTo>
                  <a:lnTo>
                    <a:pt x="823650" y="5036634"/>
                  </a:lnTo>
                  <a:lnTo>
                    <a:pt x="823775" y="5036634"/>
                  </a:lnTo>
                  <a:lnTo>
                    <a:pt x="823900" y="5036634"/>
                  </a:lnTo>
                  <a:lnTo>
                    <a:pt x="824025" y="5036634"/>
                  </a:lnTo>
                  <a:lnTo>
                    <a:pt x="824150" y="5036634"/>
                  </a:lnTo>
                  <a:lnTo>
                    <a:pt x="824275" y="5036634"/>
                  </a:lnTo>
                  <a:lnTo>
                    <a:pt x="824400" y="5036634"/>
                  </a:lnTo>
                  <a:lnTo>
                    <a:pt x="824525" y="5036634"/>
                  </a:lnTo>
                  <a:lnTo>
                    <a:pt x="824650" y="5036634"/>
                  </a:lnTo>
                  <a:lnTo>
                    <a:pt x="824775" y="5036634"/>
                  </a:lnTo>
                  <a:lnTo>
                    <a:pt x="824900" y="5036634"/>
                  </a:lnTo>
                  <a:lnTo>
                    <a:pt x="825025" y="5036634"/>
                  </a:lnTo>
                  <a:lnTo>
                    <a:pt x="825150" y="5036634"/>
                  </a:lnTo>
                  <a:lnTo>
                    <a:pt x="825275" y="5036634"/>
                  </a:lnTo>
                  <a:lnTo>
                    <a:pt x="825400" y="5036634"/>
                  </a:lnTo>
                  <a:lnTo>
                    <a:pt x="825525" y="5036634"/>
                  </a:lnTo>
                  <a:lnTo>
                    <a:pt x="825651" y="5036634"/>
                  </a:lnTo>
                  <a:lnTo>
                    <a:pt x="825776" y="5036634"/>
                  </a:lnTo>
                  <a:lnTo>
                    <a:pt x="825901" y="5036634"/>
                  </a:lnTo>
                  <a:lnTo>
                    <a:pt x="826026" y="5036634"/>
                  </a:lnTo>
                  <a:lnTo>
                    <a:pt x="826151" y="5036634"/>
                  </a:lnTo>
                  <a:lnTo>
                    <a:pt x="826276" y="5036634"/>
                  </a:lnTo>
                  <a:lnTo>
                    <a:pt x="826401" y="5036634"/>
                  </a:lnTo>
                  <a:lnTo>
                    <a:pt x="826526" y="5036634"/>
                  </a:lnTo>
                  <a:lnTo>
                    <a:pt x="826651" y="5036634"/>
                  </a:lnTo>
                  <a:lnTo>
                    <a:pt x="826776" y="5036634"/>
                  </a:lnTo>
                  <a:lnTo>
                    <a:pt x="826901" y="5036634"/>
                  </a:lnTo>
                  <a:lnTo>
                    <a:pt x="827026" y="5036634"/>
                  </a:lnTo>
                  <a:lnTo>
                    <a:pt x="827151" y="5036634"/>
                  </a:lnTo>
                  <a:lnTo>
                    <a:pt x="827276" y="5036634"/>
                  </a:lnTo>
                  <a:lnTo>
                    <a:pt x="827401" y="5036634"/>
                  </a:lnTo>
                  <a:lnTo>
                    <a:pt x="827526" y="5036634"/>
                  </a:lnTo>
                  <a:lnTo>
                    <a:pt x="827651" y="5036634"/>
                  </a:lnTo>
                  <a:lnTo>
                    <a:pt x="827776" y="5036634"/>
                  </a:lnTo>
                  <a:lnTo>
                    <a:pt x="827901" y="5036634"/>
                  </a:lnTo>
                  <a:lnTo>
                    <a:pt x="828026" y="5036634"/>
                  </a:lnTo>
                  <a:lnTo>
                    <a:pt x="828151" y="5036634"/>
                  </a:lnTo>
                  <a:lnTo>
                    <a:pt x="828276" y="5036634"/>
                  </a:lnTo>
                  <a:lnTo>
                    <a:pt x="828401" y="5036634"/>
                  </a:lnTo>
                  <a:lnTo>
                    <a:pt x="828526" y="5036634"/>
                  </a:lnTo>
                  <a:lnTo>
                    <a:pt x="828652" y="5036634"/>
                  </a:lnTo>
                  <a:lnTo>
                    <a:pt x="828777" y="5036634"/>
                  </a:lnTo>
                  <a:lnTo>
                    <a:pt x="828902" y="5036634"/>
                  </a:lnTo>
                  <a:lnTo>
                    <a:pt x="829027" y="5036634"/>
                  </a:lnTo>
                  <a:lnTo>
                    <a:pt x="829152" y="5036634"/>
                  </a:lnTo>
                  <a:lnTo>
                    <a:pt x="829277" y="5036634"/>
                  </a:lnTo>
                  <a:lnTo>
                    <a:pt x="829402" y="5036634"/>
                  </a:lnTo>
                  <a:lnTo>
                    <a:pt x="829527" y="5036634"/>
                  </a:lnTo>
                  <a:lnTo>
                    <a:pt x="829652" y="5036634"/>
                  </a:lnTo>
                  <a:lnTo>
                    <a:pt x="829777" y="5036634"/>
                  </a:lnTo>
                  <a:lnTo>
                    <a:pt x="829902" y="5036634"/>
                  </a:lnTo>
                  <a:lnTo>
                    <a:pt x="830027" y="5036634"/>
                  </a:lnTo>
                  <a:lnTo>
                    <a:pt x="830152" y="5036634"/>
                  </a:lnTo>
                  <a:lnTo>
                    <a:pt x="830277" y="5036634"/>
                  </a:lnTo>
                  <a:lnTo>
                    <a:pt x="830402" y="5036634"/>
                  </a:lnTo>
                  <a:lnTo>
                    <a:pt x="830527" y="5036634"/>
                  </a:lnTo>
                  <a:lnTo>
                    <a:pt x="830652" y="5036634"/>
                  </a:lnTo>
                  <a:lnTo>
                    <a:pt x="830777" y="5036634"/>
                  </a:lnTo>
                  <a:lnTo>
                    <a:pt x="830902" y="5036634"/>
                  </a:lnTo>
                  <a:lnTo>
                    <a:pt x="831027" y="5036634"/>
                  </a:lnTo>
                  <a:lnTo>
                    <a:pt x="831152" y="5036634"/>
                  </a:lnTo>
                  <a:lnTo>
                    <a:pt x="831277" y="5036634"/>
                  </a:lnTo>
                  <a:lnTo>
                    <a:pt x="831402" y="5036634"/>
                  </a:lnTo>
                  <a:lnTo>
                    <a:pt x="831527" y="5036634"/>
                  </a:lnTo>
                  <a:lnTo>
                    <a:pt x="831653" y="5036634"/>
                  </a:lnTo>
                  <a:lnTo>
                    <a:pt x="831778" y="5036634"/>
                  </a:lnTo>
                  <a:lnTo>
                    <a:pt x="831903" y="5036634"/>
                  </a:lnTo>
                  <a:lnTo>
                    <a:pt x="832028" y="5036634"/>
                  </a:lnTo>
                  <a:lnTo>
                    <a:pt x="832153" y="5036634"/>
                  </a:lnTo>
                  <a:lnTo>
                    <a:pt x="832278" y="5036634"/>
                  </a:lnTo>
                  <a:lnTo>
                    <a:pt x="832403" y="5036634"/>
                  </a:lnTo>
                  <a:lnTo>
                    <a:pt x="832528" y="5036634"/>
                  </a:lnTo>
                  <a:lnTo>
                    <a:pt x="832653" y="5036634"/>
                  </a:lnTo>
                  <a:lnTo>
                    <a:pt x="832778" y="5036634"/>
                  </a:lnTo>
                  <a:lnTo>
                    <a:pt x="832903" y="5036634"/>
                  </a:lnTo>
                  <a:lnTo>
                    <a:pt x="833028" y="5036634"/>
                  </a:lnTo>
                  <a:lnTo>
                    <a:pt x="833153" y="5036634"/>
                  </a:lnTo>
                  <a:lnTo>
                    <a:pt x="833153" y="5026680"/>
                  </a:lnTo>
                  <a:lnTo>
                    <a:pt x="833278" y="5026680"/>
                  </a:lnTo>
                  <a:lnTo>
                    <a:pt x="833403" y="5026680"/>
                  </a:lnTo>
                  <a:lnTo>
                    <a:pt x="833528" y="5026680"/>
                  </a:lnTo>
                  <a:lnTo>
                    <a:pt x="833653" y="5026680"/>
                  </a:lnTo>
                  <a:lnTo>
                    <a:pt x="833778" y="5026680"/>
                  </a:lnTo>
                  <a:lnTo>
                    <a:pt x="833903" y="5026680"/>
                  </a:lnTo>
                  <a:lnTo>
                    <a:pt x="834028" y="5026680"/>
                  </a:lnTo>
                  <a:lnTo>
                    <a:pt x="834153" y="5026680"/>
                  </a:lnTo>
                  <a:lnTo>
                    <a:pt x="834278" y="5026680"/>
                  </a:lnTo>
                  <a:lnTo>
                    <a:pt x="834403" y="5026680"/>
                  </a:lnTo>
                  <a:lnTo>
                    <a:pt x="834528" y="5026680"/>
                  </a:lnTo>
                  <a:lnTo>
                    <a:pt x="834654" y="5026680"/>
                  </a:lnTo>
                  <a:lnTo>
                    <a:pt x="834779" y="5026680"/>
                  </a:lnTo>
                  <a:lnTo>
                    <a:pt x="834904" y="5026680"/>
                  </a:lnTo>
                  <a:lnTo>
                    <a:pt x="835029" y="5026680"/>
                  </a:lnTo>
                  <a:lnTo>
                    <a:pt x="835154" y="5026680"/>
                  </a:lnTo>
                  <a:lnTo>
                    <a:pt x="835279" y="5026680"/>
                  </a:lnTo>
                  <a:lnTo>
                    <a:pt x="835404" y="5026680"/>
                  </a:lnTo>
                  <a:lnTo>
                    <a:pt x="835529" y="5026680"/>
                  </a:lnTo>
                  <a:lnTo>
                    <a:pt x="835654" y="5026680"/>
                  </a:lnTo>
                  <a:lnTo>
                    <a:pt x="835779" y="5026680"/>
                  </a:lnTo>
                  <a:lnTo>
                    <a:pt x="835904" y="5026680"/>
                  </a:lnTo>
                  <a:lnTo>
                    <a:pt x="836029" y="5026680"/>
                  </a:lnTo>
                  <a:lnTo>
                    <a:pt x="836154" y="5026680"/>
                  </a:lnTo>
                  <a:lnTo>
                    <a:pt x="836279" y="5026680"/>
                  </a:lnTo>
                  <a:lnTo>
                    <a:pt x="836404" y="5026680"/>
                  </a:lnTo>
                  <a:lnTo>
                    <a:pt x="836529" y="5026680"/>
                  </a:lnTo>
                  <a:lnTo>
                    <a:pt x="836654" y="5026680"/>
                  </a:lnTo>
                  <a:lnTo>
                    <a:pt x="836779" y="5026680"/>
                  </a:lnTo>
                  <a:lnTo>
                    <a:pt x="836904" y="5026680"/>
                  </a:lnTo>
                  <a:lnTo>
                    <a:pt x="837029" y="5026680"/>
                  </a:lnTo>
                  <a:lnTo>
                    <a:pt x="837154" y="5026680"/>
                  </a:lnTo>
                  <a:lnTo>
                    <a:pt x="837279" y="5026680"/>
                  </a:lnTo>
                  <a:lnTo>
                    <a:pt x="837404" y="5026680"/>
                  </a:lnTo>
                  <a:lnTo>
                    <a:pt x="837529" y="5026680"/>
                  </a:lnTo>
                  <a:lnTo>
                    <a:pt x="837655" y="5026680"/>
                  </a:lnTo>
                  <a:lnTo>
                    <a:pt x="837780" y="5026680"/>
                  </a:lnTo>
                  <a:lnTo>
                    <a:pt x="837905" y="5026680"/>
                  </a:lnTo>
                  <a:lnTo>
                    <a:pt x="838030" y="5026680"/>
                  </a:lnTo>
                  <a:lnTo>
                    <a:pt x="838155" y="5026680"/>
                  </a:lnTo>
                  <a:lnTo>
                    <a:pt x="838280" y="5026680"/>
                  </a:lnTo>
                  <a:lnTo>
                    <a:pt x="838280" y="5016726"/>
                  </a:lnTo>
                  <a:lnTo>
                    <a:pt x="838405" y="5016726"/>
                  </a:lnTo>
                  <a:lnTo>
                    <a:pt x="838530" y="5016726"/>
                  </a:lnTo>
                  <a:lnTo>
                    <a:pt x="838655" y="5016726"/>
                  </a:lnTo>
                  <a:lnTo>
                    <a:pt x="838780" y="5016726"/>
                  </a:lnTo>
                  <a:lnTo>
                    <a:pt x="838905" y="5016726"/>
                  </a:lnTo>
                  <a:lnTo>
                    <a:pt x="839030" y="5016726"/>
                  </a:lnTo>
                  <a:lnTo>
                    <a:pt x="839155" y="5016726"/>
                  </a:lnTo>
                  <a:lnTo>
                    <a:pt x="839280" y="5016726"/>
                  </a:lnTo>
                  <a:lnTo>
                    <a:pt x="839405" y="5016726"/>
                  </a:lnTo>
                  <a:lnTo>
                    <a:pt x="839530" y="5016726"/>
                  </a:lnTo>
                  <a:lnTo>
                    <a:pt x="839655" y="5016726"/>
                  </a:lnTo>
                  <a:lnTo>
                    <a:pt x="839780" y="5016726"/>
                  </a:lnTo>
                  <a:lnTo>
                    <a:pt x="839905" y="5016726"/>
                  </a:lnTo>
                  <a:lnTo>
                    <a:pt x="840030" y="5016726"/>
                  </a:lnTo>
                  <a:lnTo>
                    <a:pt x="840155" y="5016726"/>
                  </a:lnTo>
                  <a:lnTo>
                    <a:pt x="840280" y="5016726"/>
                  </a:lnTo>
                  <a:lnTo>
                    <a:pt x="840405" y="5016726"/>
                  </a:lnTo>
                  <a:lnTo>
                    <a:pt x="840530" y="5016726"/>
                  </a:lnTo>
                  <a:lnTo>
                    <a:pt x="840656" y="5016726"/>
                  </a:lnTo>
                  <a:lnTo>
                    <a:pt x="840781" y="5016726"/>
                  </a:lnTo>
                  <a:lnTo>
                    <a:pt x="840906" y="5016726"/>
                  </a:lnTo>
                  <a:lnTo>
                    <a:pt x="841031" y="5016726"/>
                  </a:lnTo>
                  <a:lnTo>
                    <a:pt x="841156" y="5016726"/>
                  </a:lnTo>
                  <a:lnTo>
                    <a:pt x="841281" y="5016726"/>
                  </a:lnTo>
                  <a:lnTo>
                    <a:pt x="841406" y="5016726"/>
                  </a:lnTo>
                  <a:lnTo>
                    <a:pt x="841531" y="5016726"/>
                  </a:lnTo>
                  <a:lnTo>
                    <a:pt x="841656" y="5016726"/>
                  </a:lnTo>
                  <a:lnTo>
                    <a:pt x="841781" y="5016726"/>
                  </a:lnTo>
                  <a:lnTo>
                    <a:pt x="841906" y="5016726"/>
                  </a:lnTo>
                  <a:lnTo>
                    <a:pt x="842031" y="5016726"/>
                  </a:lnTo>
                  <a:lnTo>
                    <a:pt x="842156" y="5016726"/>
                  </a:lnTo>
                  <a:lnTo>
                    <a:pt x="842281" y="5016726"/>
                  </a:lnTo>
                  <a:lnTo>
                    <a:pt x="842406" y="5016726"/>
                  </a:lnTo>
                  <a:lnTo>
                    <a:pt x="842531" y="5016726"/>
                  </a:lnTo>
                  <a:lnTo>
                    <a:pt x="842656" y="5016726"/>
                  </a:lnTo>
                  <a:lnTo>
                    <a:pt x="842781" y="5016726"/>
                  </a:lnTo>
                  <a:lnTo>
                    <a:pt x="842906" y="5016726"/>
                  </a:lnTo>
                  <a:lnTo>
                    <a:pt x="843031" y="5016726"/>
                  </a:lnTo>
                  <a:lnTo>
                    <a:pt x="843156" y="5016726"/>
                  </a:lnTo>
                  <a:lnTo>
                    <a:pt x="843281" y="5016726"/>
                  </a:lnTo>
                  <a:lnTo>
                    <a:pt x="843406" y="5016726"/>
                  </a:lnTo>
                  <a:lnTo>
                    <a:pt x="843531" y="5016726"/>
                  </a:lnTo>
                  <a:lnTo>
                    <a:pt x="843657" y="5016726"/>
                  </a:lnTo>
                  <a:lnTo>
                    <a:pt x="843782" y="5016726"/>
                  </a:lnTo>
                  <a:lnTo>
                    <a:pt x="843907" y="5016726"/>
                  </a:lnTo>
                  <a:lnTo>
                    <a:pt x="844032" y="5016726"/>
                  </a:lnTo>
                  <a:lnTo>
                    <a:pt x="844157" y="5016726"/>
                  </a:lnTo>
                  <a:lnTo>
                    <a:pt x="844282" y="5016726"/>
                  </a:lnTo>
                  <a:lnTo>
                    <a:pt x="844407" y="5016726"/>
                  </a:lnTo>
                  <a:lnTo>
                    <a:pt x="844532" y="5016726"/>
                  </a:lnTo>
                  <a:lnTo>
                    <a:pt x="844657" y="5016726"/>
                  </a:lnTo>
                  <a:lnTo>
                    <a:pt x="844782" y="5016726"/>
                  </a:lnTo>
                  <a:lnTo>
                    <a:pt x="844907" y="5016726"/>
                  </a:lnTo>
                  <a:lnTo>
                    <a:pt x="845032" y="5016726"/>
                  </a:lnTo>
                  <a:lnTo>
                    <a:pt x="845157" y="5016726"/>
                  </a:lnTo>
                  <a:lnTo>
                    <a:pt x="845282" y="5016726"/>
                  </a:lnTo>
                  <a:lnTo>
                    <a:pt x="845407" y="5016726"/>
                  </a:lnTo>
                  <a:lnTo>
                    <a:pt x="845532" y="5016726"/>
                  </a:lnTo>
                  <a:lnTo>
                    <a:pt x="845657" y="5016726"/>
                  </a:lnTo>
                  <a:lnTo>
                    <a:pt x="845782" y="5016726"/>
                  </a:lnTo>
                  <a:lnTo>
                    <a:pt x="845907" y="5016726"/>
                  </a:lnTo>
                  <a:lnTo>
                    <a:pt x="846032" y="5016726"/>
                  </a:lnTo>
                  <a:lnTo>
                    <a:pt x="846157" y="5016726"/>
                  </a:lnTo>
                  <a:lnTo>
                    <a:pt x="846282" y="5016726"/>
                  </a:lnTo>
                  <a:lnTo>
                    <a:pt x="846407" y="5016726"/>
                  </a:lnTo>
                  <a:lnTo>
                    <a:pt x="846532" y="5016726"/>
                  </a:lnTo>
                  <a:lnTo>
                    <a:pt x="846658" y="5016726"/>
                  </a:lnTo>
                  <a:lnTo>
                    <a:pt x="846783" y="5016726"/>
                  </a:lnTo>
                  <a:lnTo>
                    <a:pt x="846908" y="5016726"/>
                  </a:lnTo>
                  <a:lnTo>
                    <a:pt x="847033" y="5016726"/>
                  </a:lnTo>
                  <a:lnTo>
                    <a:pt x="847158" y="5016726"/>
                  </a:lnTo>
                  <a:lnTo>
                    <a:pt x="847283" y="5016726"/>
                  </a:lnTo>
                  <a:lnTo>
                    <a:pt x="847408" y="5016726"/>
                  </a:lnTo>
                  <a:lnTo>
                    <a:pt x="847533" y="5016726"/>
                  </a:lnTo>
                  <a:lnTo>
                    <a:pt x="847658" y="5016726"/>
                  </a:lnTo>
                  <a:lnTo>
                    <a:pt x="847783" y="5016726"/>
                  </a:lnTo>
                  <a:lnTo>
                    <a:pt x="847908" y="5016726"/>
                  </a:lnTo>
                  <a:lnTo>
                    <a:pt x="848033" y="5016726"/>
                  </a:lnTo>
                  <a:lnTo>
                    <a:pt x="848158" y="5016726"/>
                  </a:lnTo>
                  <a:lnTo>
                    <a:pt x="848283" y="5016726"/>
                  </a:lnTo>
                  <a:lnTo>
                    <a:pt x="848408" y="5016726"/>
                  </a:lnTo>
                  <a:lnTo>
                    <a:pt x="848533" y="5016726"/>
                  </a:lnTo>
                  <a:lnTo>
                    <a:pt x="848658" y="5016726"/>
                  </a:lnTo>
                  <a:lnTo>
                    <a:pt x="848783" y="5016726"/>
                  </a:lnTo>
                  <a:lnTo>
                    <a:pt x="848908" y="5016726"/>
                  </a:lnTo>
                  <a:lnTo>
                    <a:pt x="848908" y="5006772"/>
                  </a:lnTo>
                  <a:lnTo>
                    <a:pt x="849033" y="5006772"/>
                  </a:lnTo>
                  <a:lnTo>
                    <a:pt x="849158" y="5006772"/>
                  </a:lnTo>
                  <a:lnTo>
                    <a:pt x="849283" y="5006772"/>
                  </a:lnTo>
                  <a:lnTo>
                    <a:pt x="849408" y="5006772"/>
                  </a:lnTo>
                  <a:lnTo>
                    <a:pt x="849533" y="5006772"/>
                  </a:lnTo>
                  <a:lnTo>
                    <a:pt x="849659" y="5006772"/>
                  </a:lnTo>
                  <a:lnTo>
                    <a:pt x="849784" y="5006772"/>
                  </a:lnTo>
                  <a:lnTo>
                    <a:pt x="849909" y="5006772"/>
                  </a:lnTo>
                  <a:lnTo>
                    <a:pt x="850034" y="5006772"/>
                  </a:lnTo>
                  <a:lnTo>
                    <a:pt x="850159" y="5006772"/>
                  </a:lnTo>
                  <a:lnTo>
                    <a:pt x="850284" y="5006772"/>
                  </a:lnTo>
                  <a:lnTo>
                    <a:pt x="850409" y="5006772"/>
                  </a:lnTo>
                  <a:lnTo>
                    <a:pt x="850534" y="5006772"/>
                  </a:lnTo>
                  <a:lnTo>
                    <a:pt x="850534" y="4996818"/>
                  </a:lnTo>
                  <a:lnTo>
                    <a:pt x="850659" y="4996818"/>
                  </a:lnTo>
                  <a:lnTo>
                    <a:pt x="850784" y="4996818"/>
                  </a:lnTo>
                  <a:lnTo>
                    <a:pt x="850909" y="4996818"/>
                  </a:lnTo>
                  <a:lnTo>
                    <a:pt x="851034" y="4996818"/>
                  </a:lnTo>
                  <a:lnTo>
                    <a:pt x="851159" y="4996818"/>
                  </a:lnTo>
                  <a:lnTo>
                    <a:pt x="851284" y="4996818"/>
                  </a:lnTo>
                  <a:lnTo>
                    <a:pt x="851409" y="4996818"/>
                  </a:lnTo>
                  <a:lnTo>
                    <a:pt x="851534" y="4996818"/>
                  </a:lnTo>
                  <a:lnTo>
                    <a:pt x="851659" y="4996818"/>
                  </a:lnTo>
                  <a:lnTo>
                    <a:pt x="851784" y="4996818"/>
                  </a:lnTo>
                  <a:lnTo>
                    <a:pt x="851909" y="4996818"/>
                  </a:lnTo>
                  <a:lnTo>
                    <a:pt x="852034" y="4996818"/>
                  </a:lnTo>
                  <a:lnTo>
                    <a:pt x="852159" y="4996818"/>
                  </a:lnTo>
                  <a:lnTo>
                    <a:pt x="852284" y="4996818"/>
                  </a:lnTo>
                  <a:lnTo>
                    <a:pt x="852409" y="4996818"/>
                  </a:lnTo>
                  <a:lnTo>
                    <a:pt x="852534" y="4996818"/>
                  </a:lnTo>
                  <a:lnTo>
                    <a:pt x="852660" y="4996818"/>
                  </a:lnTo>
                  <a:lnTo>
                    <a:pt x="852785" y="4996818"/>
                  </a:lnTo>
                  <a:lnTo>
                    <a:pt x="852910" y="4996818"/>
                  </a:lnTo>
                  <a:lnTo>
                    <a:pt x="853035" y="4996818"/>
                  </a:lnTo>
                  <a:lnTo>
                    <a:pt x="853160" y="4996818"/>
                  </a:lnTo>
                  <a:lnTo>
                    <a:pt x="853285" y="4996818"/>
                  </a:lnTo>
                  <a:lnTo>
                    <a:pt x="853410" y="4996818"/>
                  </a:lnTo>
                  <a:lnTo>
                    <a:pt x="853535" y="4996818"/>
                  </a:lnTo>
                  <a:lnTo>
                    <a:pt x="853660" y="4996818"/>
                  </a:lnTo>
                  <a:lnTo>
                    <a:pt x="853785" y="4996818"/>
                  </a:lnTo>
                  <a:lnTo>
                    <a:pt x="853910" y="4996818"/>
                  </a:lnTo>
                  <a:lnTo>
                    <a:pt x="854035" y="4996818"/>
                  </a:lnTo>
                  <a:lnTo>
                    <a:pt x="854160" y="4996818"/>
                  </a:lnTo>
                  <a:lnTo>
                    <a:pt x="854285" y="4996818"/>
                  </a:lnTo>
                  <a:lnTo>
                    <a:pt x="854410" y="4996818"/>
                  </a:lnTo>
                  <a:lnTo>
                    <a:pt x="854535" y="4996818"/>
                  </a:lnTo>
                  <a:lnTo>
                    <a:pt x="854660" y="4996818"/>
                  </a:lnTo>
                  <a:lnTo>
                    <a:pt x="854785" y="4996818"/>
                  </a:lnTo>
                  <a:lnTo>
                    <a:pt x="854910" y="4996818"/>
                  </a:lnTo>
                  <a:lnTo>
                    <a:pt x="855035" y="4996818"/>
                  </a:lnTo>
                  <a:lnTo>
                    <a:pt x="855160" y="4996818"/>
                  </a:lnTo>
                  <a:lnTo>
                    <a:pt x="855285" y="4996818"/>
                  </a:lnTo>
                  <a:lnTo>
                    <a:pt x="855410" y="4996818"/>
                  </a:lnTo>
                  <a:lnTo>
                    <a:pt x="855536" y="4996818"/>
                  </a:lnTo>
                  <a:lnTo>
                    <a:pt x="855661" y="4996818"/>
                  </a:lnTo>
                  <a:lnTo>
                    <a:pt x="855786" y="4996818"/>
                  </a:lnTo>
                  <a:lnTo>
                    <a:pt x="855911" y="4996818"/>
                  </a:lnTo>
                  <a:lnTo>
                    <a:pt x="856036" y="4996818"/>
                  </a:lnTo>
                  <a:lnTo>
                    <a:pt x="856161" y="4996818"/>
                  </a:lnTo>
                  <a:lnTo>
                    <a:pt x="856286" y="4996818"/>
                  </a:lnTo>
                  <a:lnTo>
                    <a:pt x="856411" y="4996818"/>
                  </a:lnTo>
                  <a:lnTo>
                    <a:pt x="856536" y="4996818"/>
                  </a:lnTo>
                  <a:lnTo>
                    <a:pt x="856661" y="4996818"/>
                  </a:lnTo>
                  <a:lnTo>
                    <a:pt x="856786" y="4996818"/>
                  </a:lnTo>
                  <a:lnTo>
                    <a:pt x="856911" y="4996818"/>
                  </a:lnTo>
                  <a:lnTo>
                    <a:pt x="857036" y="4996818"/>
                  </a:lnTo>
                  <a:lnTo>
                    <a:pt x="857161" y="4996818"/>
                  </a:lnTo>
                  <a:lnTo>
                    <a:pt x="857286" y="4996818"/>
                  </a:lnTo>
                  <a:lnTo>
                    <a:pt x="857411" y="4996818"/>
                  </a:lnTo>
                  <a:lnTo>
                    <a:pt x="857536" y="4996818"/>
                  </a:lnTo>
                  <a:lnTo>
                    <a:pt x="857661" y="4996818"/>
                  </a:lnTo>
                  <a:lnTo>
                    <a:pt x="857786" y="4996818"/>
                  </a:lnTo>
                  <a:lnTo>
                    <a:pt x="857911" y="4996818"/>
                  </a:lnTo>
                  <a:lnTo>
                    <a:pt x="858036" y="4996818"/>
                  </a:lnTo>
                  <a:lnTo>
                    <a:pt x="858161" y="4996818"/>
                  </a:lnTo>
                  <a:lnTo>
                    <a:pt x="858286" y="4996818"/>
                  </a:lnTo>
                  <a:lnTo>
                    <a:pt x="858411" y="4996818"/>
                  </a:lnTo>
                  <a:lnTo>
                    <a:pt x="858537" y="4996818"/>
                  </a:lnTo>
                  <a:lnTo>
                    <a:pt x="858662" y="4996818"/>
                  </a:lnTo>
                  <a:lnTo>
                    <a:pt x="858787" y="4996818"/>
                  </a:lnTo>
                  <a:lnTo>
                    <a:pt x="858912" y="4996818"/>
                  </a:lnTo>
                  <a:lnTo>
                    <a:pt x="859037" y="4996818"/>
                  </a:lnTo>
                  <a:lnTo>
                    <a:pt x="859162" y="4996818"/>
                  </a:lnTo>
                  <a:lnTo>
                    <a:pt x="859287" y="4996818"/>
                  </a:lnTo>
                  <a:lnTo>
                    <a:pt x="859412" y="4996818"/>
                  </a:lnTo>
                  <a:lnTo>
                    <a:pt x="859537" y="4996818"/>
                  </a:lnTo>
                  <a:lnTo>
                    <a:pt x="859662" y="4996818"/>
                  </a:lnTo>
                  <a:lnTo>
                    <a:pt x="859787" y="4996818"/>
                  </a:lnTo>
                  <a:lnTo>
                    <a:pt x="859912" y="4996818"/>
                  </a:lnTo>
                  <a:lnTo>
                    <a:pt x="860037" y="4996818"/>
                  </a:lnTo>
                  <a:lnTo>
                    <a:pt x="860162" y="4996818"/>
                  </a:lnTo>
                  <a:lnTo>
                    <a:pt x="860287" y="4996818"/>
                  </a:lnTo>
                  <a:lnTo>
                    <a:pt x="860412" y="4996818"/>
                  </a:lnTo>
                  <a:lnTo>
                    <a:pt x="860537" y="4996818"/>
                  </a:lnTo>
                  <a:lnTo>
                    <a:pt x="860662" y="4996818"/>
                  </a:lnTo>
                  <a:lnTo>
                    <a:pt x="860787" y="4996818"/>
                  </a:lnTo>
                  <a:lnTo>
                    <a:pt x="860912" y="4996818"/>
                  </a:lnTo>
                  <a:lnTo>
                    <a:pt x="861037" y="4996818"/>
                  </a:lnTo>
                  <a:lnTo>
                    <a:pt x="861162" y="4996818"/>
                  </a:lnTo>
                  <a:lnTo>
                    <a:pt x="861287" y="4996818"/>
                  </a:lnTo>
                  <a:lnTo>
                    <a:pt x="861412" y="4996818"/>
                  </a:lnTo>
                  <a:lnTo>
                    <a:pt x="861538" y="4996818"/>
                  </a:lnTo>
                  <a:lnTo>
                    <a:pt x="861663" y="4996818"/>
                  </a:lnTo>
                  <a:lnTo>
                    <a:pt x="861788" y="4996818"/>
                  </a:lnTo>
                  <a:lnTo>
                    <a:pt x="861788" y="4986865"/>
                  </a:lnTo>
                  <a:lnTo>
                    <a:pt x="861913" y="4986865"/>
                  </a:lnTo>
                  <a:lnTo>
                    <a:pt x="862038" y="4986865"/>
                  </a:lnTo>
                  <a:lnTo>
                    <a:pt x="862163" y="4986865"/>
                  </a:lnTo>
                  <a:lnTo>
                    <a:pt x="862288" y="4986865"/>
                  </a:lnTo>
                  <a:lnTo>
                    <a:pt x="862413" y="4986865"/>
                  </a:lnTo>
                  <a:lnTo>
                    <a:pt x="862538" y="4986865"/>
                  </a:lnTo>
                  <a:lnTo>
                    <a:pt x="862663" y="4986865"/>
                  </a:lnTo>
                  <a:lnTo>
                    <a:pt x="862788" y="4986865"/>
                  </a:lnTo>
                  <a:lnTo>
                    <a:pt x="862913" y="4986865"/>
                  </a:lnTo>
                  <a:lnTo>
                    <a:pt x="863038" y="4986865"/>
                  </a:lnTo>
                  <a:lnTo>
                    <a:pt x="863163" y="4986865"/>
                  </a:lnTo>
                  <a:lnTo>
                    <a:pt x="863288" y="4986865"/>
                  </a:lnTo>
                  <a:lnTo>
                    <a:pt x="863413" y="4986865"/>
                  </a:lnTo>
                  <a:lnTo>
                    <a:pt x="863538" y="4986865"/>
                  </a:lnTo>
                  <a:lnTo>
                    <a:pt x="863663" y="4986865"/>
                  </a:lnTo>
                  <a:lnTo>
                    <a:pt x="863788" y="4986865"/>
                  </a:lnTo>
                  <a:lnTo>
                    <a:pt x="863913" y="4986865"/>
                  </a:lnTo>
                  <a:lnTo>
                    <a:pt x="864038" y="4986865"/>
                  </a:lnTo>
                  <a:lnTo>
                    <a:pt x="864163" y="4986865"/>
                  </a:lnTo>
                  <a:lnTo>
                    <a:pt x="864288" y="4986865"/>
                  </a:lnTo>
                  <a:lnTo>
                    <a:pt x="864413" y="4986865"/>
                  </a:lnTo>
                  <a:lnTo>
                    <a:pt x="864539" y="4986865"/>
                  </a:lnTo>
                  <a:lnTo>
                    <a:pt x="864664" y="4986865"/>
                  </a:lnTo>
                  <a:lnTo>
                    <a:pt x="864789" y="4986865"/>
                  </a:lnTo>
                  <a:lnTo>
                    <a:pt x="864914" y="4986865"/>
                  </a:lnTo>
                  <a:lnTo>
                    <a:pt x="865039" y="4986865"/>
                  </a:lnTo>
                  <a:lnTo>
                    <a:pt x="865164" y="4986865"/>
                  </a:lnTo>
                  <a:lnTo>
                    <a:pt x="865289" y="4986865"/>
                  </a:lnTo>
                  <a:lnTo>
                    <a:pt x="865414" y="4986865"/>
                  </a:lnTo>
                  <a:lnTo>
                    <a:pt x="865539" y="4986865"/>
                  </a:lnTo>
                  <a:lnTo>
                    <a:pt x="865664" y="4986865"/>
                  </a:lnTo>
                  <a:lnTo>
                    <a:pt x="865789" y="4986865"/>
                  </a:lnTo>
                  <a:lnTo>
                    <a:pt x="865789" y="4976911"/>
                  </a:lnTo>
                  <a:lnTo>
                    <a:pt x="865914" y="4976911"/>
                  </a:lnTo>
                  <a:lnTo>
                    <a:pt x="866039" y="4976911"/>
                  </a:lnTo>
                  <a:lnTo>
                    <a:pt x="866164" y="4976911"/>
                  </a:lnTo>
                  <a:lnTo>
                    <a:pt x="866289" y="4976911"/>
                  </a:lnTo>
                  <a:lnTo>
                    <a:pt x="866414" y="4976911"/>
                  </a:lnTo>
                  <a:lnTo>
                    <a:pt x="866539" y="4976911"/>
                  </a:lnTo>
                  <a:lnTo>
                    <a:pt x="866664" y="4976911"/>
                  </a:lnTo>
                  <a:lnTo>
                    <a:pt x="866789" y="4976911"/>
                  </a:lnTo>
                  <a:lnTo>
                    <a:pt x="866914" y="4976911"/>
                  </a:lnTo>
                  <a:lnTo>
                    <a:pt x="867039" y="4976911"/>
                  </a:lnTo>
                  <a:lnTo>
                    <a:pt x="867164" y="4976911"/>
                  </a:lnTo>
                  <a:lnTo>
                    <a:pt x="867289" y="4976911"/>
                  </a:lnTo>
                  <a:lnTo>
                    <a:pt x="867414" y="4976911"/>
                  </a:lnTo>
                  <a:lnTo>
                    <a:pt x="867540" y="4976911"/>
                  </a:lnTo>
                  <a:lnTo>
                    <a:pt x="867665" y="4976911"/>
                  </a:lnTo>
                  <a:lnTo>
                    <a:pt x="867790" y="4976911"/>
                  </a:lnTo>
                  <a:lnTo>
                    <a:pt x="867915" y="4976911"/>
                  </a:lnTo>
                  <a:lnTo>
                    <a:pt x="868040" y="4976911"/>
                  </a:lnTo>
                  <a:lnTo>
                    <a:pt x="868165" y="4976911"/>
                  </a:lnTo>
                  <a:lnTo>
                    <a:pt x="868290" y="4976911"/>
                  </a:lnTo>
                  <a:lnTo>
                    <a:pt x="868415" y="4976911"/>
                  </a:lnTo>
                  <a:lnTo>
                    <a:pt x="868540" y="4976911"/>
                  </a:lnTo>
                  <a:lnTo>
                    <a:pt x="868665" y="4976911"/>
                  </a:lnTo>
                  <a:lnTo>
                    <a:pt x="868790" y="4976911"/>
                  </a:lnTo>
                  <a:lnTo>
                    <a:pt x="868915" y="4976911"/>
                  </a:lnTo>
                  <a:lnTo>
                    <a:pt x="869040" y="4976911"/>
                  </a:lnTo>
                  <a:lnTo>
                    <a:pt x="869165" y="4976911"/>
                  </a:lnTo>
                  <a:lnTo>
                    <a:pt x="869290" y="4976911"/>
                  </a:lnTo>
                  <a:lnTo>
                    <a:pt x="869415" y="4976911"/>
                  </a:lnTo>
                  <a:lnTo>
                    <a:pt x="869540" y="4976911"/>
                  </a:lnTo>
                  <a:lnTo>
                    <a:pt x="869665" y="4976911"/>
                  </a:lnTo>
                  <a:lnTo>
                    <a:pt x="869790" y="4976911"/>
                  </a:lnTo>
                  <a:lnTo>
                    <a:pt x="869915" y="4976911"/>
                  </a:lnTo>
                  <a:lnTo>
                    <a:pt x="870040" y="4976911"/>
                  </a:lnTo>
                  <a:lnTo>
                    <a:pt x="870165" y="4976911"/>
                  </a:lnTo>
                  <a:lnTo>
                    <a:pt x="870290" y="4976911"/>
                  </a:lnTo>
                  <a:lnTo>
                    <a:pt x="870415" y="4976911"/>
                  </a:lnTo>
                  <a:lnTo>
                    <a:pt x="870541" y="4976911"/>
                  </a:lnTo>
                  <a:lnTo>
                    <a:pt x="870666" y="4976911"/>
                  </a:lnTo>
                  <a:lnTo>
                    <a:pt x="870791" y="4976911"/>
                  </a:lnTo>
                  <a:lnTo>
                    <a:pt x="870916" y="4976911"/>
                  </a:lnTo>
                  <a:lnTo>
                    <a:pt x="871041" y="4976911"/>
                  </a:lnTo>
                  <a:lnTo>
                    <a:pt x="871166" y="4976911"/>
                  </a:lnTo>
                  <a:lnTo>
                    <a:pt x="871291" y="4976911"/>
                  </a:lnTo>
                  <a:lnTo>
                    <a:pt x="871416" y="4976911"/>
                  </a:lnTo>
                  <a:lnTo>
                    <a:pt x="871541" y="4976911"/>
                  </a:lnTo>
                  <a:lnTo>
                    <a:pt x="871666" y="4976911"/>
                  </a:lnTo>
                  <a:lnTo>
                    <a:pt x="871791" y="4976911"/>
                  </a:lnTo>
                  <a:lnTo>
                    <a:pt x="871916" y="4976911"/>
                  </a:lnTo>
                  <a:lnTo>
                    <a:pt x="872041" y="4976911"/>
                  </a:lnTo>
                  <a:lnTo>
                    <a:pt x="872166" y="4976911"/>
                  </a:lnTo>
                  <a:lnTo>
                    <a:pt x="872166" y="4966957"/>
                  </a:lnTo>
                  <a:lnTo>
                    <a:pt x="872291" y="4966957"/>
                  </a:lnTo>
                  <a:lnTo>
                    <a:pt x="872416" y="4966957"/>
                  </a:lnTo>
                  <a:lnTo>
                    <a:pt x="872541" y="4966957"/>
                  </a:lnTo>
                  <a:lnTo>
                    <a:pt x="872666" y="4966957"/>
                  </a:lnTo>
                  <a:lnTo>
                    <a:pt x="872791" y="4966957"/>
                  </a:lnTo>
                  <a:lnTo>
                    <a:pt x="872916" y="4966957"/>
                  </a:lnTo>
                  <a:lnTo>
                    <a:pt x="873041" y="4966957"/>
                  </a:lnTo>
                  <a:lnTo>
                    <a:pt x="873166" y="4966957"/>
                  </a:lnTo>
                  <a:lnTo>
                    <a:pt x="873291" y="4966957"/>
                  </a:lnTo>
                  <a:lnTo>
                    <a:pt x="873416" y="4966957"/>
                  </a:lnTo>
                  <a:lnTo>
                    <a:pt x="873542" y="4966957"/>
                  </a:lnTo>
                  <a:lnTo>
                    <a:pt x="873667" y="4966957"/>
                  </a:lnTo>
                  <a:lnTo>
                    <a:pt x="873792" y="4966957"/>
                  </a:lnTo>
                  <a:lnTo>
                    <a:pt x="873917" y="4966957"/>
                  </a:lnTo>
                  <a:lnTo>
                    <a:pt x="874042" y="4966957"/>
                  </a:lnTo>
                  <a:lnTo>
                    <a:pt x="874167" y="4966957"/>
                  </a:lnTo>
                  <a:lnTo>
                    <a:pt x="874292" y="4966957"/>
                  </a:lnTo>
                  <a:lnTo>
                    <a:pt x="874417" y="4966957"/>
                  </a:lnTo>
                  <a:lnTo>
                    <a:pt x="874542" y="4966957"/>
                  </a:lnTo>
                  <a:lnTo>
                    <a:pt x="874667" y="4966957"/>
                  </a:lnTo>
                  <a:lnTo>
                    <a:pt x="874792" y="4966957"/>
                  </a:lnTo>
                  <a:lnTo>
                    <a:pt x="874917" y="4966957"/>
                  </a:lnTo>
                  <a:lnTo>
                    <a:pt x="875042" y="4966957"/>
                  </a:lnTo>
                  <a:lnTo>
                    <a:pt x="875042" y="4957003"/>
                  </a:lnTo>
                  <a:lnTo>
                    <a:pt x="875167" y="4957003"/>
                  </a:lnTo>
                  <a:lnTo>
                    <a:pt x="875292" y="4957003"/>
                  </a:lnTo>
                  <a:lnTo>
                    <a:pt x="875417" y="4957003"/>
                  </a:lnTo>
                  <a:lnTo>
                    <a:pt x="875542" y="4957003"/>
                  </a:lnTo>
                  <a:lnTo>
                    <a:pt x="875667" y="4957003"/>
                  </a:lnTo>
                  <a:lnTo>
                    <a:pt x="875792" y="4957003"/>
                  </a:lnTo>
                  <a:lnTo>
                    <a:pt x="875917" y="4957003"/>
                  </a:lnTo>
                  <a:lnTo>
                    <a:pt x="876042" y="4957003"/>
                  </a:lnTo>
                  <a:lnTo>
                    <a:pt x="876167" y="4957003"/>
                  </a:lnTo>
                  <a:lnTo>
                    <a:pt x="876292" y="4957003"/>
                  </a:lnTo>
                  <a:lnTo>
                    <a:pt x="876417" y="4957003"/>
                  </a:lnTo>
                  <a:lnTo>
                    <a:pt x="876543" y="4957003"/>
                  </a:lnTo>
                  <a:lnTo>
                    <a:pt x="876668" y="4957003"/>
                  </a:lnTo>
                  <a:lnTo>
                    <a:pt x="876793" y="4957003"/>
                  </a:lnTo>
                  <a:lnTo>
                    <a:pt x="876918" y="4957003"/>
                  </a:lnTo>
                  <a:lnTo>
                    <a:pt x="877043" y="4957003"/>
                  </a:lnTo>
                  <a:lnTo>
                    <a:pt x="877168" y="4957003"/>
                  </a:lnTo>
                  <a:lnTo>
                    <a:pt x="877293" y="4957003"/>
                  </a:lnTo>
                  <a:lnTo>
                    <a:pt x="877418" y="4957003"/>
                  </a:lnTo>
                  <a:lnTo>
                    <a:pt x="877543" y="4957003"/>
                  </a:lnTo>
                  <a:lnTo>
                    <a:pt x="877668" y="4957003"/>
                  </a:lnTo>
                  <a:lnTo>
                    <a:pt x="877793" y="4957003"/>
                  </a:lnTo>
                  <a:lnTo>
                    <a:pt x="877918" y="4957003"/>
                  </a:lnTo>
                  <a:lnTo>
                    <a:pt x="878043" y="4957003"/>
                  </a:lnTo>
                  <a:lnTo>
                    <a:pt x="878168" y="4957003"/>
                  </a:lnTo>
                  <a:lnTo>
                    <a:pt x="878293" y="4957003"/>
                  </a:lnTo>
                  <a:lnTo>
                    <a:pt x="878418" y="4957003"/>
                  </a:lnTo>
                  <a:lnTo>
                    <a:pt x="878543" y="4957003"/>
                  </a:lnTo>
                  <a:lnTo>
                    <a:pt x="878668" y="4957003"/>
                  </a:lnTo>
                  <a:lnTo>
                    <a:pt x="878793" y="4957003"/>
                  </a:lnTo>
                  <a:lnTo>
                    <a:pt x="878918" y="4957003"/>
                  </a:lnTo>
                  <a:lnTo>
                    <a:pt x="879043" y="4957003"/>
                  </a:lnTo>
                  <a:lnTo>
                    <a:pt x="879168" y="4957003"/>
                  </a:lnTo>
                  <a:lnTo>
                    <a:pt x="879293" y="4957003"/>
                  </a:lnTo>
                  <a:lnTo>
                    <a:pt x="879418" y="4957003"/>
                  </a:lnTo>
                  <a:lnTo>
                    <a:pt x="879544" y="4957003"/>
                  </a:lnTo>
                  <a:lnTo>
                    <a:pt x="879669" y="4957003"/>
                  </a:lnTo>
                  <a:lnTo>
                    <a:pt x="879794" y="4957003"/>
                  </a:lnTo>
                  <a:lnTo>
                    <a:pt x="879919" y="4957003"/>
                  </a:lnTo>
                  <a:lnTo>
                    <a:pt x="880044" y="4957003"/>
                  </a:lnTo>
                  <a:lnTo>
                    <a:pt x="880169" y="4957003"/>
                  </a:lnTo>
                  <a:lnTo>
                    <a:pt x="880294" y="4957003"/>
                  </a:lnTo>
                  <a:lnTo>
                    <a:pt x="880419" y="4957003"/>
                  </a:lnTo>
                  <a:lnTo>
                    <a:pt x="880544" y="4957003"/>
                  </a:lnTo>
                  <a:lnTo>
                    <a:pt x="880669" y="4957003"/>
                  </a:lnTo>
                  <a:lnTo>
                    <a:pt x="880794" y="4957003"/>
                  </a:lnTo>
                  <a:lnTo>
                    <a:pt x="880919" y="4957003"/>
                  </a:lnTo>
                  <a:lnTo>
                    <a:pt x="881044" y="4957003"/>
                  </a:lnTo>
                  <a:lnTo>
                    <a:pt x="881169" y="4957003"/>
                  </a:lnTo>
                  <a:lnTo>
                    <a:pt x="881294" y="4957003"/>
                  </a:lnTo>
                  <a:lnTo>
                    <a:pt x="881419" y="4957003"/>
                  </a:lnTo>
                  <a:lnTo>
                    <a:pt x="881544" y="4957003"/>
                  </a:lnTo>
                  <a:lnTo>
                    <a:pt x="881669" y="4957003"/>
                  </a:lnTo>
                  <a:lnTo>
                    <a:pt x="881794" y="4957003"/>
                  </a:lnTo>
                  <a:lnTo>
                    <a:pt x="881919" y="4957003"/>
                  </a:lnTo>
                  <a:lnTo>
                    <a:pt x="882044" y="4957003"/>
                  </a:lnTo>
                  <a:lnTo>
                    <a:pt x="882169" y="4957003"/>
                  </a:lnTo>
                  <a:lnTo>
                    <a:pt x="882294" y="4957003"/>
                  </a:lnTo>
                  <a:lnTo>
                    <a:pt x="882419" y="4957003"/>
                  </a:lnTo>
                  <a:lnTo>
                    <a:pt x="882545" y="4957003"/>
                  </a:lnTo>
                  <a:lnTo>
                    <a:pt x="882670" y="4957003"/>
                  </a:lnTo>
                  <a:lnTo>
                    <a:pt x="882795" y="4957003"/>
                  </a:lnTo>
                  <a:lnTo>
                    <a:pt x="882920" y="4957003"/>
                  </a:lnTo>
                  <a:lnTo>
                    <a:pt x="883045" y="4957003"/>
                  </a:lnTo>
                  <a:lnTo>
                    <a:pt x="883170" y="4957003"/>
                  </a:lnTo>
                  <a:lnTo>
                    <a:pt x="883295" y="4957003"/>
                  </a:lnTo>
                  <a:lnTo>
                    <a:pt x="883420" y="4957003"/>
                  </a:lnTo>
                  <a:lnTo>
                    <a:pt x="883545" y="4957003"/>
                  </a:lnTo>
                  <a:lnTo>
                    <a:pt x="883670" y="4957003"/>
                  </a:lnTo>
                  <a:lnTo>
                    <a:pt x="883795" y="4957003"/>
                  </a:lnTo>
                  <a:lnTo>
                    <a:pt x="883920" y="4957003"/>
                  </a:lnTo>
                  <a:lnTo>
                    <a:pt x="884045" y="4957003"/>
                  </a:lnTo>
                  <a:lnTo>
                    <a:pt x="884170" y="4957003"/>
                  </a:lnTo>
                  <a:lnTo>
                    <a:pt x="884295" y="4957003"/>
                  </a:lnTo>
                  <a:lnTo>
                    <a:pt x="884420" y="4957003"/>
                  </a:lnTo>
                  <a:lnTo>
                    <a:pt x="884545" y="4957003"/>
                  </a:lnTo>
                  <a:lnTo>
                    <a:pt x="884670" y="4957003"/>
                  </a:lnTo>
                  <a:lnTo>
                    <a:pt x="884795" y="4957003"/>
                  </a:lnTo>
                  <a:lnTo>
                    <a:pt x="884795" y="4947049"/>
                  </a:lnTo>
                  <a:lnTo>
                    <a:pt x="884920" y="4947049"/>
                  </a:lnTo>
                  <a:lnTo>
                    <a:pt x="885045" y="4947049"/>
                  </a:lnTo>
                  <a:lnTo>
                    <a:pt x="885170" y="4947049"/>
                  </a:lnTo>
                  <a:lnTo>
                    <a:pt x="885295" y="4947049"/>
                  </a:lnTo>
                  <a:lnTo>
                    <a:pt x="885420" y="4947049"/>
                  </a:lnTo>
                  <a:lnTo>
                    <a:pt x="885546" y="4947049"/>
                  </a:lnTo>
                  <a:lnTo>
                    <a:pt x="885671" y="4947049"/>
                  </a:lnTo>
                  <a:lnTo>
                    <a:pt x="885796" y="4947049"/>
                  </a:lnTo>
                  <a:lnTo>
                    <a:pt x="885921" y="4947049"/>
                  </a:lnTo>
                  <a:lnTo>
                    <a:pt x="886046" y="4947049"/>
                  </a:lnTo>
                  <a:lnTo>
                    <a:pt x="886171" y="4947049"/>
                  </a:lnTo>
                  <a:lnTo>
                    <a:pt x="886296" y="4947049"/>
                  </a:lnTo>
                  <a:lnTo>
                    <a:pt x="886421" y="4947049"/>
                  </a:lnTo>
                  <a:lnTo>
                    <a:pt x="886546" y="4947049"/>
                  </a:lnTo>
                  <a:lnTo>
                    <a:pt x="886671" y="4947049"/>
                  </a:lnTo>
                  <a:lnTo>
                    <a:pt x="886796" y="4947049"/>
                  </a:lnTo>
                  <a:lnTo>
                    <a:pt x="886921" y="4947049"/>
                  </a:lnTo>
                  <a:lnTo>
                    <a:pt x="887046" y="4947049"/>
                  </a:lnTo>
                  <a:lnTo>
                    <a:pt x="887171" y="4947049"/>
                  </a:lnTo>
                  <a:lnTo>
                    <a:pt x="887296" y="4947049"/>
                  </a:lnTo>
                  <a:lnTo>
                    <a:pt x="887421" y="4947049"/>
                  </a:lnTo>
                  <a:lnTo>
                    <a:pt x="887546" y="4947049"/>
                  </a:lnTo>
                  <a:lnTo>
                    <a:pt x="887671" y="4947049"/>
                  </a:lnTo>
                  <a:lnTo>
                    <a:pt x="887796" y="4947049"/>
                  </a:lnTo>
                  <a:lnTo>
                    <a:pt x="887921" y="4947049"/>
                  </a:lnTo>
                  <a:lnTo>
                    <a:pt x="888046" y="4947049"/>
                  </a:lnTo>
                  <a:lnTo>
                    <a:pt x="888171" y="4947049"/>
                  </a:lnTo>
                  <a:lnTo>
                    <a:pt x="888296" y="4947049"/>
                  </a:lnTo>
                  <a:lnTo>
                    <a:pt x="888296" y="4937096"/>
                  </a:lnTo>
                  <a:lnTo>
                    <a:pt x="888421" y="4937096"/>
                  </a:lnTo>
                  <a:lnTo>
                    <a:pt x="888547" y="4937096"/>
                  </a:lnTo>
                  <a:lnTo>
                    <a:pt x="888672" y="4937096"/>
                  </a:lnTo>
                  <a:lnTo>
                    <a:pt x="888797" y="4937096"/>
                  </a:lnTo>
                  <a:lnTo>
                    <a:pt x="888922" y="4937096"/>
                  </a:lnTo>
                  <a:lnTo>
                    <a:pt x="889047" y="4937096"/>
                  </a:lnTo>
                  <a:lnTo>
                    <a:pt x="889172" y="4937096"/>
                  </a:lnTo>
                  <a:lnTo>
                    <a:pt x="889297" y="4937096"/>
                  </a:lnTo>
                  <a:lnTo>
                    <a:pt x="889422" y="4937096"/>
                  </a:lnTo>
                  <a:lnTo>
                    <a:pt x="889547" y="4937096"/>
                  </a:lnTo>
                  <a:lnTo>
                    <a:pt x="889672" y="4937096"/>
                  </a:lnTo>
                  <a:lnTo>
                    <a:pt x="889797" y="4937096"/>
                  </a:lnTo>
                  <a:lnTo>
                    <a:pt x="889922" y="4937096"/>
                  </a:lnTo>
                  <a:lnTo>
                    <a:pt x="890047" y="4937096"/>
                  </a:lnTo>
                  <a:lnTo>
                    <a:pt x="890172" y="4937096"/>
                  </a:lnTo>
                  <a:lnTo>
                    <a:pt x="890297" y="4937096"/>
                  </a:lnTo>
                  <a:lnTo>
                    <a:pt x="890422" y="4937096"/>
                  </a:lnTo>
                  <a:lnTo>
                    <a:pt x="890547" y="4937096"/>
                  </a:lnTo>
                  <a:lnTo>
                    <a:pt x="890672" y="4937096"/>
                  </a:lnTo>
                  <a:lnTo>
                    <a:pt x="890797" y="4937096"/>
                  </a:lnTo>
                  <a:lnTo>
                    <a:pt x="890922" y="4937096"/>
                  </a:lnTo>
                  <a:lnTo>
                    <a:pt x="891047" y="4937096"/>
                  </a:lnTo>
                  <a:lnTo>
                    <a:pt x="891172" y="4937096"/>
                  </a:lnTo>
                  <a:lnTo>
                    <a:pt x="891297" y="4937096"/>
                  </a:lnTo>
                  <a:lnTo>
                    <a:pt x="891422" y="4937096"/>
                  </a:lnTo>
                  <a:lnTo>
                    <a:pt x="891548" y="4937096"/>
                  </a:lnTo>
                  <a:lnTo>
                    <a:pt x="891673" y="4937096"/>
                  </a:lnTo>
                  <a:lnTo>
                    <a:pt x="891798" y="4937096"/>
                  </a:lnTo>
                  <a:lnTo>
                    <a:pt x="891923" y="4937096"/>
                  </a:lnTo>
                  <a:lnTo>
                    <a:pt x="892048" y="4937096"/>
                  </a:lnTo>
                  <a:lnTo>
                    <a:pt x="892173" y="4937096"/>
                  </a:lnTo>
                  <a:lnTo>
                    <a:pt x="892298" y="4937096"/>
                  </a:lnTo>
                  <a:lnTo>
                    <a:pt x="892423" y="4937096"/>
                  </a:lnTo>
                  <a:lnTo>
                    <a:pt x="892548" y="4937096"/>
                  </a:lnTo>
                  <a:lnTo>
                    <a:pt x="892673" y="4937096"/>
                  </a:lnTo>
                  <a:lnTo>
                    <a:pt x="892798" y="4937096"/>
                  </a:lnTo>
                  <a:lnTo>
                    <a:pt x="892923" y="4937096"/>
                  </a:lnTo>
                  <a:lnTo>
                    <a:pt x="893048" y="4937096"/>
                  </a:lnTo>
                  <a:lnTo>
                    <a:pt x="893173" y="4937096"/>
                  </a:lnTo>
                  <a:lnTo>
                    <a:pt x="893298" y="4937096"/>
                  </a:lnTo>
                  <a:lnTo>
                    <a:pt x="893423" y="4937096"/>
                  </a:lnTo>
                  <a:lnTo>
                    <a:pt x="893548" y="4937096"/>
                  </a:lnTo>
                  <a:lnTo>
                    <a:pt x="893673" y="4937096"/>
                  </a:lnTo>
                  <a:lnTo>
                    <a:pt x="893798" y="4937096"/>
                  </a:lnTo>
                  <a:lnTo>
                    <a:pt x="893923" y="4937096"/>
                  </a:lnTo>
                  <a:lnTo>
                    <a:pt x="894048" y="4937096"/>
                  </a:lnTo>
                  <a:lnTo>
                    <a:pt x="894173" y="4937096"/>
                  </a:lnTo>
                  <a:lnTo>
                    <a:pt x="894298" y="4937096"/>
                  </a:lnTo>
                  <a:lnTo>
                    <a:pt x="894424" y="4937096"/>
                  </a:lnTo>
                  <a:lnTo>
                    <a:pt x="894549" y="4937096"/>
                  </a:lnTo>
                  <a:lnTo>
                    <a:pt x="894674" y="4937096"/>
                  </a:lnTo>
                  <a:lnTo>
                    <a:pt x="894799" y="4937096"/>
                  </a:lnTo>
                  <a:lnTo>
                    <a:pt x="894924" y="4937096"/>
                  </a:lnTo>
                  <a:lnTo>
                    <a:pt x="895049" y="4937096"/>
                  </a:lnTo>
                  <a:lnTo>
                    <a:pt x="895174" y="4937096"/>
                  </a:lnTo>
                  <a:lnTo>
                    <a:pt x="895299" y="4937096"/>
                  </a:lnTo>
                  <a:lnTo>
                    <a:pt x="895424" y="4937096"/>
                  </a:lnTo>
                  <a:lnTo>
                    <a:pt x="895549" y="4937096"/>
                  </a:lnTo>
                  <a:lnTo>
                    <a:pt x="895674" y="4937096"/>
                  </a:lnTo>
                  <a:lnTo>
                    <a:pt x="895799" y="4937096"/>
                  </a:lnTo>
                  <a:lnTo>
                    <a:pt x="895924" y="4937096"/>
                  </a:lnTo>
                  <a:lnTo>
                    <a:pt x="896049" y="4937096"/>
                  </a:lnTo>
                  <a:lnTo>
                    <a:pt x="896174" y="4937096"/>
                  </a:lnTo>
                  <a:lnTo>
                    <a:pt x="896299" y="4937096"/>
                  </a:lnTo>
                  <a:lnTo>
                    <a:pt x="896424" y="4937096"/>
                  </a:lnTo>
                  <a:lnTo>
                    <a:pt x="896549" y="4937096"/>
                  </a:lnTo>
                  <a:lnTo>
                    <a:pt x="896674" y="4937096"/>
                  </a:lnTo>
                  <a:lnTo>
                    <a:pt x="896799" y="4937096"/>
                  </a:lnTo>
                  <a:lnTo>
                    <a:pt x="896924" y="4937096"/>
                  </a:lnTo>
                  <a:lnTo>
                    <a:pt x="897049" y="4937096"/>
                  </a:lnTo>
                  <a:lnTo>
                    <a:pt x="897174" y="4937096"/>
                  </a:lnTo>
                  <a:lnTo>
                    <a:pt x="897299" y="4937096"/>
                  </a:lnTo>
                  <a:lnTo>
                    <a:pt x="897425" y="4937096"/>
                  </a:lnTo>
                  <a:lnTo>
                    <a:pt x="897550" y="4937096"/>
                  </a:lnTo>
                  <a:lnTo>
                    <a:pt x="897675" y="4937096"/>
                  </a:lnTo>
                  <a:lnTo>
                    <a:pt x="897800" y="4937096"/>
                  </a:lnTo>
                  <a:lnTo>
                    <a:pt x="897925" y="4937096"/>
                  </a:lnTo>
                  <a:lnTo>
                    <a:pt x="898050" y="4937096"/>
                  </a:lnTo>
                  <a:lnTo>
                    <a:pt x="898175" y="4937096"/>
                  </a:lnTo>
                  <a:lnTo>
                    <a:pt x="898300" y="4937096"/>
                  </a:lnTo>
                  <a:lnTo>
                    <a:pt x="898425" y="4937096"/>
                  </a:lnTo>
                  <a:lnTo>
                    <a:pt x="898550" y="4937096"/>
                  </a:lnTo>
                  <a:lnTo>
                    <a:pt x="898675" y="4937096"/>
                  </a:lnTo>
                  <a:lnTo>
                    <a:pt x="898800" y="4937096"/>
                  </a:lnTo>
                  <a:lnTo>
                    <a:pt x="898925" y="4937096"/>
                  </a:lnTo>
                  <a:lnTo>
                    <a:pt x="899050" y="4937096"/>
                  </a:lnTo>
                  <a:lnTo>
                    <a:pt x="899175" y="4937096"/>
                  </a:lnTo>
                  <a:lnTo>
                    <a:pt x="899300" y="4937096"/>
                  </a:lnTo>
                  <a:lnTo>
                    <a:pt x="899425" y="4937096"/>
                  </a:lnTo>
                  <a:lnTo>
                    <a:pt x="899550" y="4937096"/>
                  </a:lnTo>
                  <a:lnTo>
                    <a:pt x="899675" y="4937096"/>
                  </a:lnTo>
                  <a:lnTo>
                    <a:pt x="899800" y="4937096"/>
                  </a:lnTo>
                  <a:lnTo>
                    <a:pt x="899925" y="4937096"/>
                  </a:lnTo>
                  <a:lnTo>
                    <a:pt x="900050" y="4937096"/>
                  </a:lnTo>
                  <a:lnTo>
                    <a:pt x="900175" y="4937096"/>
                  </a:lnTo>
                  <a:lnTo>
                    <a:pt x="900300" y="4937096"/>
                  </a:lnTo>
                  <a:lnTo>
                    <a:pt x="900426" y="4937096"/>
                  </a:lnTo>
                  <a:lnTo>
                    <a:pt x="900551" y="4937096"/>
                  </a:lnTo>
                  <a:lnTo>
                    <a:pt x="900676" y="4937096"/>
                  </a:lnTo>
                  <a:lnTo>
                    <a:pt x="900801" y="4937096"/>
                  </a:lnTo>
                  <a:lnTo>
                    <a:pt x="900926" y="4937096"/>
                  </a:lnTo>
                  <a:lnTo>
                    <a:pt x="901051" y="4937096"/>
                  </a:lnTo>
                  <a:lnTo>
                    <a:pt x="901176" y="4937096"/>
                  </a:lnTo>
                  <a:lnTo>
                    <a:pt x="901301" y="4937096"/>
                  </a:lnTo>
                  <a:lnTo>
                    <a:pt x="901426" y="4937096"/>
                  </a:lnTo>
                  <a:lnTo>
                    <a:pt x="901551" y="4937096"/>
                  </a:lnTo>
                  <a:lnTo>
                    <a:pt x="901676" y="4937096"/>
                  </a:lnTo>
                  <a:lnTo>
                    <a:pt x="901801" y="4937096"/>
                  </a:lnTo>
                  <a:lnTo>
                    <a:pt x="901926" y="4937096"/>
                  </a:lnTo>
                  <a:lnTo>
                    <a:pt x="902051" y="4937096"/>
                  </a:lnTo>
                  <a:lnTo>
                    <a:pt x="902176" y="4937096"/>
                  </a:lnTo>
                  <a:lnTo>
                    <a:pt x="902301" y="4937096"/>
                  </a:lnTo>
                  <a:lnTo>
                    <a:pt x="902426" y="4937096"/>
                  </a:lnTo>
                  <a:lnTo>
                    <a:pt x="902551" y="4937096"/>
                  </a:lnTo>
                  <a:lnTo>
                    <a:pt x="902676" y="4937096"/>
                  </a:lnTo>
                  <a:lnTo>
                    <a:pt x="902801" y="4937096"/>
                  </a:lnTo>
                  <a:lnTo>
                    <a:pt x="902926" y="4937096"/>
                  </a:lnTo>
                  <a:lnTo>
                    <a:pt x="903051" y="4937096"/>
                  </a:lnTo>
                  <a:lnTo>
                    <a:pt x="903176" y="4937096"/>
                  </a:lnTo>
                  <a:lnTo>
                    <a:pt x="903301" y="4937096"/>
                  </a:lnTo>
                  <a:lnTo>
                    <a:pt x="903427" y="4937096"/>
                  </a:lnTo>
                  <a:lnTo>
                    <a:pt x="903552" y="4937096"/>
                  </a:lnTo>
                  <a:lnTo>
                    <a:pt x="903677" y="4937096"/>
                  </a:lnTo>
                  <a:lnTo>
                    <a:pt x="903802" y="4937096"/>
                  </a:lnTo>
                  <a:lnTo>
                    <a:pt x="903927" y="4937096"/>
                  </a:lnTo>
                  <a:lnTo>
                    <a:pt x="904052" y="4937096"/>
                  </a:lnTo>
                  <a:lnTo>
                    <a:pt x="904177" y="4937096"/>
                  </a:lnTo>
                  <a:lnTo>
                    <a:pt x="904302" y="4937096"/>
                  </a:lnTo>
                  <a:lnTo>
                    <a:pt x="904427" y="4937096"/>
                  </a:lnTo>
                  <a:lnTo>
                    <a:pt x="904552" y="4937096"/>
                  </a:lnTo>
                  <a:lnTo>
                    <a:pt x="904677" y="4937096"/>
                  </a:lnTo>
                  <a:lnTo>
                    <a:pt x="904802" y="4937096"/>
                  </a:lnTo>
                  <a:lnTo>
                    <a:pt x="904927" y="4937096"/>
                  </a:lnTo>
                  <a:lnTo>
                    <a:pt x="905052" y="4937096"/>
                  </a:lnTo>
                  <a:lnTo>
                    <a:pt x="905177" y="4937096"/>
                  </a:lnTo>
                  <a:lnTo>
                    <a:pt x="905302" y="4937096"/>
                  </a:lnTo>
                  <a:lnTo>
                    <a:pt x="905427" y="4937096"/>
                  </a:lnTo>
                  <a:lnTo>
                    <a:pt x="905552" y="4937096"/>
                  </a:lnTo>
                  <a:lnTo>
                    <a:pt x="905677" y="4937096"/>
                  </a:lnTo>
                  <a:lnTo>
                    <a:pt x="905802" y="4937096"/>
                  </a:lnTo>
                  <a:lnTo>
                    <a:pt x="905927" y="4937096"/>
                  </a:lnTo>
                  <a:lnTo>
                    <a:pt x="906052" y="4937096"/>
                  </a:lnTo>
                  <a:lnTo>
                    <a:pt x="906177" y="4937096"/>
                  </a:lnTo>
                  <a:lnTo>
                    <a:pt x="906302" y="4937096"/>
                  </a:lnTo>
                  <a:lnTo>
                    <a:pt x="906428" y="4937096"/>
                  </a:lnTo>
                  <a:lnTo>
                    <a:pt x="906553" y="4937096"/>
                  </a:lnTo>
                  <a:lnTo>
                    <a:pt x="906678" y="4937096"/>
                  </a:lnTo>
                  <a:lnTo>
                    <a:pt x="906803" y="4937096"/>
                  </a:lnTo>
                  <a:lnTo>
                    <a:pt x="906928" y="4937096"/>
                  </a:lnTo>
                  <a:lnTo>
                    <a:pt x="907053" y="4937096"/>
                  </a:lnTo>
                  <a:lnTo>
                    <a:pt x="907178" y="4937096"/>
                  </a:lnTo>
                  <a:lnTo>
                    <a:pt x="907303" y="4937096"/>
                  </a:lnTo>
                  <a:lnTo>
                    <a:pt x="907428" y="4937096"/>
                  </a:lnTo>
                  <a:lnTo>
                    <a:pt x="907553" y="4937096"/>
                  </a:lnTo>
                  <a:lnTo>
                    <a:pt x="907678" y="4937096"/>
                  </a:lnTo>
                  <a:lnTo>
                    <a:pt x="907803" y="4937096"/>
                  </a:lnTo>
                  <a:lnTo>
                    <a:pt x="907928" y="4937096"/>
                  </a:lnTo>
                  <a:lnTo>
                    <a:pt x="908053" y="4937096"/>
                  </a:lnTo>
                  <a:lnTo>
                    <a:pt x="908178" y="4937096"/>
                  </a:lnTo>
                  <a:lnTo>
                    <a:pt x="908303" y="4937096"/>
                  </a:lnTo>
                  <a:lnTo>
                    <a:pt x="908428" y="4937096"/>
                  </a:lnTo>
                  <a:lnTo>
                    <a:pt x="908553" y="4937096"/>
                  </a:lnTo>
                  <a:lnTo>
                    <a:pt x="908678" y="4937096"/>
                  </a:lnTo>
                  <a:lnTo>
                    <a:pt x="908803" y="4937096"/>
                  </a:lnTo>
                  <a:lnTo>
                    <a:pt x="908928" y="4937096"/>
                  </a:lnTo>
                  <a:lnTo>
                    <a:pt x="909053" y="4937096"/>
                  </a:lnTo>
                  <a:lnTo>
                    <a:pt x="909178" y="4937096"/>
                  </a:lnTo>
                  <a:lnTo>
                    <a:pt x="909303" y="4937096"/>
                  </a:lnTo>
                  <a:lnTo>
                    <a:pt x="909429" y="4937096"/>
                  </a:lnTo>
                  <a:lnTo>
                    <a:pt x="909554" y="4937096"/>
                  </a:lnTo>
                  <a:lnTo>
                    <a:pt x="909679" y="4937096"/>
                  </a:lnTo>
                  <a:lnTo>
                    <a:pt x="909679" y="4927142"/>
                  </a:lnTo>
                  <a:lnTo>
                    <a:pt x="909804" y="4927142"/>
                  </a:lnTo>
                  <a:lnTo>
                    <a:pt x="909929" y="4927142"/>
                  </a:lnTo>
                  <a:lnTo>
                    <a:pt x="909929" y="4917188"/>
                  </a:lnTo>
                  <a:lnTo>
                    <a:pt x="910054" y="4917188"/>
                  </a:lnTo>
                  <a:lnTo>
                    <a:pt x="910179" y="4917188"/>
                  </a:lnTo>
                  <a:lnTo>
                    <a:pt x="910304" y="4917188"/>
                  </a:lnTo>
                  <a:lnTo>
                    <a:pt x="910429" y="4917188"/>
                  </a:lnTo>
                  <a:lnTo>
                    <a:pt x="910554" y="4917188"/>
                  </a:lnTo>
                  <a:lnTo>
                    <a:pt x="910679" y="4917188"/>
                  </a:lnTo>
                  <a:lnTo>
                    <a:pt x="910804" y="4917188"/>
                  </a:lnTo>
                  <a:lnTo>
                    <a:pt x="910929" y="4917188"/>
                  </a:lnTo>
                  <a:lnTo>
                    <a:pt x="911054" y="4917188"/>
                  </a:lnTo>
                  <a:lnTo>
                    <a:pt x="911179" y="4917188"/>
                  </a:lnTo>
                  <a:lnTo>
                    <a:pt x="911304" y="4917188"/>
                  </a:lnTo>
                  <a:lnTo>
                    <a:pt x="911429" y="4917188"/>
                  </a:lnTo>
                  <a:lnTo>
                    <a:pt x="911554" y="4917188"/>
                  </a:lnTo>
                  <a:lnTo>
                    <a:pt x="911679" y="4917188"/>
                  </a:lnTo>
                  <a:lnTo>
                    <a:pt x="911804" y="4917188"/>
                  </a:lnTo>
                  <a:lnTo>
                    <a:pt x="911929" y="4917188"/>
                  </a:lnTo>
                  <a:lnTo>
                    <a:pt x="912054" y="4917188"/>
                  </a:lnTo>
                  <a:lnTo>
                    <a:pt x="912179" y="4917188"/>
                  </a:lnTo>
                  <a:lnTo>
                    <a:pt x="912304" y="4917188"/>
                  </a:lnTo>
                  <a:lnTo>
                    <a:pt x="912430" y="4917188"/>
                  </a:lnTo>
                  <a:lnTo>
                    <a:pt x="912555" y="4917188"/>
                  </a:lnTo>
                  <a:lnTo>
                    <a:pt x="912680" y="4917188"/>
                  </a:lnTo>
                  <a:lnTo>
                    <a:pt x="912680" y="4907234"/>
                  </a:lnTo>
                  <a:lnTo>
                    <a:pt x="912805" y="4907234"/>
                  </a:lnTo>
                  <a:lnTo>
                    <a:pt x="912930" y="4907234"/>
                  </a:lnTo>
                  <a:lnTo>
                    <a:pt x="913055" y="4907234"/>
                  </a:lnTo>
                  <a:lnTo>
                    <a:pt x="913180" y="4907234"/>
                  </a:lnTo>
                  <a:lnTo>
                    <a:pt x="913305" y="4907234"/>
                  </a:lnTo>
                  <a:lnTo>
                    <a:pt x="913430" y="4907234"/>
                  </a:lnTo>
                  <a:lnTo>
                    <a:pt x="913555" y="4907234"/>
                  </a:lnTo>
                  <a:lnTo>
                    <a:pt x="913680" y="4907234"/>
                  </a:lnTo>
                  <a:lnTo>
                    <a:pt x="913805" y="4907234"/>
                  </a:lnTo>
                  <a:lnTo>
                    <a:pt x="913930" y="4907234"/>
                  </a:lnTo>
                  <a:lnTo>
                    <a:pt x="914055" y="4907234"/>
                  </a:lnTo>
                  <a:lnTo>
                    <a:pt x="914180" y="4907234"/>
                  </a:lnTo>
                  <a:lnTo>
                    <a:pt x="914305" y="4907234"/>
                  </a:lnTo>
                  <a:lnTo>
                    <a:pt x="914430" y="4907234"/>
                  </a:lnTo>
                  <a:lnTo>
                    <a:pt x="914555" y="4907234"/>
                  </a:lnTo>
                  <a:lnTo>
                    <a:pt x="914680" y="4907234"/>
                  </a:lnTo>
                  <a:lnTo>
                    <a:pt x="914805" y="4907234"/>
                  </a:lnTo>
                  <a:lnTo>
                    <a:pt x="914930" y="4907234"/>
                  </a:lnTo>
                  <a:lnTo>
                    <a:pt x="915055" y="4907234"/>
                  </a:lnTo>
                  <a:lnTo>
                    <a:pt x="915180" y="4907234"/>
                  </a:lnTo>
                  <a:lnTo>
                    <a:pt x="915305" y="4907234"/>
                  </a:lnTo>
                  <a:lnTo>
                    <a:pt x="915431" y="4907234"/>
                  </a:lnTo>
                  <a:lnTo>
                    <a:pt x="915556" y="4907234"/>
                  </a:lnTo>
                  <a:lnTo>
                    <a:pt x="915681" y="4907234"/>
                  </a:lnTo>
                  <a:lnTo>
                    <a:pt x="915806" y="4907234"/>
                  </a:lnTo>
                  <a:lnTo>
                    <a:pt x="915931" y="4907234"/>
                  </a:lnTo>
                  <a:lnTo>
                    <a:pt x="916056" y="4907234"/>
                  </a:lnTo>
                  <a:lnTo>
                    <a:pt x="916181" y="4907234"/>
                  </a:lnTo>
                  <a:lnTo>
                    <a:pt x="916306" y="4907234"/>
                  </a:lnTo>
                  <a:lnTo>
                    <a:pt x="916431" y="4907234"/>
                  </a:lnTo>
                  <a:lnTo>
                    <a:pt x="916556" y="4907234"/>
                  </a:lnTo>
                  <a:lnTo>
                    <a:pt x="916681" y="4907234"/>
                  </a:lnTo>
                  <a:lnTo>
                    <a:pt x="916806" y="4907234"/>
                  </a:lnTo>
                  <a:lnTo>
                    <a:pt x="916931" y="4907234"/>
                  </a:lnTo>
                  <a:lnTo>
                    <a:pt x="917056" y="4907234"/>
                  </a:lnTo>
                  <a:lnTo>
                    <a:pt x="917181" y="4907234"/>
                  </a:lnTo>
                  <a:lnTo>
                    <a:pt x="917306" y="4907234"/>
                  </a:lnTo>
                  <a:lnTo>
                    <a:pt x="917431" y="4907234"/>
                  </a:lnTo>
                  <a:lnTo>
                    <a:pt x="917556" y="4907234"/>
                  </a:lnTo>
                  <a:lnTo>
                    <a:pt x="917681" y="4907234"/>
                  </a:lnTo>
                  <a:lnTo>
                    <a:pt x="917806" y="4907234"/>
                  </a:lnTo>
                  <a:lnTo>
                    <a:pt x="917931" y="4907234"/>
                  </a:lnTo>
                  <a:lnTo>
                    <a:pt x="918056" y="4907234"/>
                  </a:lnTo>
                  <a:lnTo>
                    <a:pt x="918181" y="4907234"/>
                  </a:lnTo>
                  <a:lnTo>
                    <a:pt x="918181" y="4897280"/>
                  </a:lnTo>
                  <a:lnTo>
                    <a:pt x="918306" y="4897280"/>
                  </a:lnTo>
                  <a:lnTo>
                    <a:pt x="918432" y="4897280"/>
                  </a:lnTo>
                  <a:lnTo>
                    <a:pt x="918557" y="4897280"/>
                  </a:lnTo>
                  <a:lnTo>
                    <a:pt x="918682" y="4897280"/>
                  </a:lnTo>
                  <a:lnTo>
                    <a:pt x="918807" y="4897280"/>
                  </a:lnTo>
                  <a:lnTo>
                    <a:pt x="918932" y="4897280"/>
                  </a:lnTo>
                  <a:lnTo>
                    <a:pt x="919057" y="4897280"/>
                  </a:lnTo>
                  <a:lnTo>
                    <a:pt x="919182" y="4897280"/>
                  </a:lnTo>
                  <a:lnTo>
                    <a:pt x="919307" y="4897280"/>
                  </a:lnTo>
                  <a:lnTo>
                    <a:pt x="919432" y="4897280"/>
                  </a:lnTo>
                  <a:lnTo>
                    <a:pt x="919557" y="4897280"/>
                  </a:lnTo>
                  <a:lnTo>
                    <a:pt x="919682" y="4897280"/>
                  </a:lnTo>
                  <a:lnTo>
                    <a:pt x="919807" y="4897280"/>
                  </a:lnTo>
                  <a:lnTo>
                    <a:pt x="919932" y="4897280"/>
                  </a:lnTo>
                  <a:lnTo>
                    <a:pt x="920057" y="4897280"/>
                  </a:lnTo>
                  <a:lnTo>
                    <a:pt x="920182" y="4897280"/>
                  </a:lnTo>
                  <a:lnTo>
                    <a:pt x="920307" y="4897280"/>
                  </a:lnTo>
                  <a:lnTo>
                    <a:pt x="920432" y="4897280"/>
                  </a:lnTo>
                  <a:lnTo>
                    <a:pt x="920557" y="4897280"/>
                  </a:lnTo>
                  <a:lnTo>
                    <a:pt x="920682" y="4897280"/>
                  </a:lnTo>
                  <a:lnTo>
                    <a:pt x="920807" y="4897280"/>
                  </a:lnTo>
                  <a:lnTo>
                    <a:pt x="920932" y="4897280"/>
                  </a:lnTo>
                  <a:lnTo>
                    <a:pt x="921057" y="4897280"/>
                  </a:lnTo>
                  <a:lnTo>
                    <a:pt x="921182" y="4897280"/>
                  </a:lnTo>
                  <a:lnTo>
                    <a:pt x="921307" y="4897280"/>
                  </a:lnTo>
                  <a:lnTo>
                    <a:pt x="921433" y="4897280"/>
                  </a:lnTo>
                  <a:lnTo>
                    <a:pt x="921558" y="4897280"/>
                  </a:lnTo>
                  <a:lnTo>
                    <a:pt x="921683" y="4897280"/>
                  </a:lnTo>
                  <a:lnTo>
                    <a:pt x="921808" y="4897280"/>
                  </a:lnTo>
                  <a:lnTo>
                    <a:pt x="921933" y="4897280"/>
                  </a:lnTo>
                  <a:lnTo>
                    <a:pt x="922058" y="4897280"/>
                  </a:lnTo>
                  <a:lnTo>
                    <a:pt x="922183" y="4897280"/>
                  </a:lnTo>
                  <a:lnTo>
                    <a:pt x="922308" y="4897280"/>
                  </a:lnTo>
                  <a:lnTo>
                    <a:pt x="922433" y="4897280"/>
                  </a:lnTo>
                  <a:lnTo>
                    <a:pt x="922558" y="4897280"/>
                  </a:lnTo>
                  <a:lnTo>
                    <a:pt x="922683" y="4897280"/>
                  </a:lnTo>
                  <a:lnTo>
                    <a:pt x="922808" y="4897280"/>
                  </a:lnTo>
                  <a:lnTo>
                    <a:pt x="922933" y="4897280"/>
                  </a:lnTo>
                  <a:lnTo>
                    <a:pt x="923058" y="4897280"/>
                  </a:lnTo>
                  <a:lnTo>
                    <a:pt x="923183" y="4897280"/>
                  </a:lnTo>
                  <a:lnTo>
                    <a:pt x="923308" y="4897280"/>
                  </a:lnTo>
                  <a:lnTo>
                    <a:pt x="923433" y="4897280"/>
                  </a:lnTo>
                  <a:lnTo>
                    <a:pt x="923558" y="4897280"/>
                  </a:lnTo>
                  <a:lnTo>
                    <a:pt x="923683" y="4897280"/>
                  </a:lnTo>
                  <a:lnTo>
                    <a:pt x="923808" y="4897280"/>
                  </a:lnTo>
                  <a:lnTo>
                    <a:pt x="923933" y="4897280"/>
                  </a:lnTo>
                  <a:lnTo>
                    <a:pt x="924058" y="4897280"/>
                  </a:lnTo>
                  <a:lnTo>
                    <a:pt x="924183" y="4897280"/>
                  </a:lnTo>
                  <a:lnTo>
                    <a:pt x="924308" y="4897280"/>
                  </a:lnTo>
                  <a:lnTo>
                    <a:pt x="924434" y="4897280"/>
                  </a:lnTo>
                  <a:lnTo>
                    <a:pt x="924559" y="4897280"/>
                  </a:lnTo>
                  <a:lnTo>
                    <a:pt x="924684" y="4897280"/>
                  </a:lnTo>
                  <a:lnTo>
                    <a:pt x="924809" y="4897280"/>
                  </a:lnTo>
                  <a:lnTo>
                    <a:pt x="924934" y="4897280"/>
                  </a:lnTo>
                  <a:lnTo>
                    <a:pt x="925059" y="4897280"/>
                  </a:lnTo>
                  <a:lnTo>
                    <a:pt x="925184" y="4897280"/>
                  </a:lnTo>
                  <a:lnTo>
                    <a:pt x="925309" y="4897280"/>
                  </a:lnTo>
                  <a:lnTo>
                    <a:pt x="925434" y="4897280"/>
                  </a:lnTo>
                  <a:lnTo>
                    <a:pt x="925559" y="4897280"/>
                  </a:lnTo>
                  <a:lnTo>
                    <a:pt x="925684" y="4897280"/>
                  </a:lnTo>
                  <a:lnTo>
                    <a:pt x="925809" y="4897280"/>
                  </a:lnTo>
                  <a:lnTo>
                    <a:pt x="925934" y="4897280"/>
                  </a:lnTo>
                  <a:lnTo>
                    <a:pt x="925934" y="4887326"/>
                  </a:lnTo>
                  <a:lnTo>
                    <a:pt x="926059" y="4887326"/>
                  </a:lnTo>
                  <a:lnTo>
                    <a:pt x="926184" y="4887326"/>
                  </a:lnTo>
                  <a:lnTo>
                    <a:pt x="926309" y="4887326"/>
                  </a:lnTo>
                  <a:lnTo>
                    <a:pt x="926434" y="4887326"/>
                  </a:lnTo>
                  <a:lnTo>
                    <a:pt x="926559" y="4887326"/>
                  </a:lnTo>
                  <a:lnTo>
                    <a:pt x="926684" y="4887326"/>
                  </a:lnTo>
                  <a:lnTo>
                    <a:pt x="926809" y="4887326"/>
                  </a:lnTo>
                  <a:lnTo>
                    <a:pt x="926934" y="4887326"/>
                  </a:lnTo>
                  <a:lnTo>
                    <a:pt x="927059" y="4887326"/>
                  </a:lnTo>
                  <a:lnTo>
                    <a:pt x="927184" y="4887326"/>
                  </a:lnTo>
                  <a:lnTo>
                    <a:pt x="927309" y="4887326"/>
                  </a:lnTo>
                  <a:lnTo>
                    <a:pt x="927435" y="4887326"/>
                  </a:lnTo>
                  <a:lnTo>
                    <a:pt x="927560" y="4887326"/>
                  </a:lnTo>
                  <a:lnTo>
                    <a:pt x="927685" y="4887326"/>
                  </a:lnTo>
                  <a:lnTo>
                    <a:pt x="927810" y="4887326"/>
                  </a:lnTo>
                  <a:lnTo>
                    <a:pt x="927935" y="4887326"/>
                  </a:lnTo>
                  <a:lnTo>
                    <a:pt x="928060" y="4887326"/>
                  </a:lnTo>
                  <a:lnTo>
                    <a:pt x="928185" y="4887326"/>
                  </a:lnTo>
                  <a:lnTo>
                    <a:pt x="928310" y="4887326"/>
                  </a:lnTo>
                  <a:lnTo>
                    <a:pt x="928435" y="4887326"/>
                  </a:lnTo>
                  <a:lnTo>
                    <a:pt x="928560" y="4887326"/>
                  </a:lnTo>
                  <a:lnTo>
                    <a:pt x="928685" y="4887326"/>
                  </a:lnTo>
                  <a:lnTo>
                    <a:pt x="928810" y="4887326"/>
                  </a:lnTo>
                  <a:lnTo>
                    <a:pt x="928810" y="4877373"/>
                  </a:lnTo>
                  <a:lnTo>
                    <a:pt x="928935" y="4877373"/>
                  </a:lnTo>
                  <a:lnTo>
                    <a:pt x="929060" y="4877373"/>
                  </a:lnTo>
                  <a:lnTo>
                    <a:pt x="929185" y="4877373"/>
                  </a:lnTo>
                  <a:lnTo>
                    <a:pt x="929310" y="4877373"/>
                  </a:lnTo>
                  <a:lnTo>
                    <a:pt x="929435" y="4877373"/>
                  </a:lnTo>
                  <a:lnTo>
                    <a:pt x="929560" y="4877373"/>
                  </a:lnTo>
                  <a:lnTo>
                    <a:pt x="929685" y="4877373"/>
                  </a:lnTo>
                  <a:lnTo>
                    <a:pt x="929810" y="4877373"/>
                  </a:lnTo>
                  <a:lnTo>
                    <a:pt x="929935" y="4877373"/>
                  </a:lnTo>
                  <a:lnTo>
                    <a:pt x="930060" y="4877373"/>
                  </a:lnTo>
                  <a:lnTo>
                    <a:pt x="930185" y="4877373"/>
                  </a:lnTo>
                  <a:lnTo>
                    <a:pt x="930310" y="4877373"/>
                  </a:lnTo>
                  <a:lnTo>
                    <a:pt x="930436" y="4877373"/>
                  </a:lnTo>
                  <a:lnTo>
                    <a:pt x="930561" y="4877373"/>
                  </a:lnTo>
                  <a:lnTo>
                    <a:pt x="930686" y="4877373"/>
                  </a:lnTo>
                  <a:lnTo>
                    <a:pt x="930811" y="4877373"/>
                  </a:lnTo>
                  <a:lnTo>
                    <a:pt x="930936" y="4877373"/>
                  </a:lnTo>
                  <a:lnTo>
                    <a:pt x="931061" y="4877373"/>
                  </a:lnTo>
                  <a:lnTo>
                    <a:pt x="931186" y="4877373"/>
                  </a:lnTo>
                  <a:lnTo>
                    <a:pt x="931311" y="4877373"/>
                  </a:lnTo>
                  <a:lnTo>
                    <a:pt x="931436" y="4877373"/>
                  </a:lnTo>
                  <a:lnTo>
                    <a:pt x="931561" y="4877373"/>
                  </a:lnTo>
                  <a:lnTo>
                    <a:pt x="931686" y="4877373"/>
                  </a:lnTo>
                  <a:lnTo>
                    <a:pt x="931811" y="4877373"/>
                  </a:lnTo>
                  <a:lnTo>
                    <a:pt x="931936" y="4877373"/>
                  </a:lnTo>
                  <a:lnTo>
                    <a:pt x="932061" y="4877373"/>
                  </a:lnTo>
                  <a:lnTo>
                    <a:pt x="932186" y="4877373"/>
                  </a:lnTo>
                  <a:lnTo>
                    <a:pt x="932311" y="4877373"/>
                  </a:lnTo>
                  <a:lnTo>
                    <a:pt x="932436" y="4877373"/>
                  </a:lnTo>
                  <a:lnTo>
                    <a:pt x="932561" y="4877373"/>
                  </a:lnTo>
                  <a:lnTo>
                    <a:pt x="932686" y="4877373"/>
                  </a:lnTo>
                  <a:lnTo>
                    <a:pt x="932811" y="4877373"/>
                  </a:lnTo>
                  <a:lnTo>
                    <a:pt x="932936" y="4877373"/>
                  </a:lnTo>
                  <a:lnTo>
                    <a:pt x="933061" y="4877373"/>
                  </a:lnTo>
                  <a:lnTo>
                    <a:pt x="933186" y="4877373"/>
                  </a:lnTo>
                  <a:lnTo>
                    <a:pt x="933312" y="4877373"/>
                  </a:lnTo>
                  <a:lnTo>
                    <a:pt x="933437" y="4877373"/>
                  </a:lnTo>
                  <a:lnTo>
                    <a:pt x="933562" y="4877373"/>
                  </a:lnTo>
                  <a:lnTo>
                    <a:pt x="933687" y="4877373"/>
                  </a:lnTo>
                  <a:lnTo>
                    <a:pt x="933812" y="4877373"/>
                  </a:lnTo>
                  <a:lnTo>
                    <a:pt x="933937" y="4877373"/>
                  </a:lnTo>
                  <a:lnTo>
                    <a:pt x="934062" y="4877373"/>
                  </a:lnTo>
                  <a:lnTo>
                    <a:pt x="934187" y="4877373"/>
                  </a:lnTo>
                  <a:lnTo>
                    <a:pt x="934312" y="4877373"/>
                  </a:lnTo>
                  <a:lnTo>
                    <a:pt x="934437" y="4877373"/>
                  </a:lnTo>
                  <a:lnTo>
                    <a:pt x="934562" y="4877373"/>
                  </a:lnTo>
                  <a:lnTo>
                    <a:pt x="934687" y="4877373"/>
                  </a:lnTo>
                  <a:lnTo>
                    <a:pt x="934812" y="4877373"/>
                  </a:lnTo>
                  <a:lnTo>
                    <a:pt x="934937" y="4877373"/>
                  </a:lnTo>
                  <a:lnTo>
                    <a:pt x="935062" y="4877373"/>
                  </a:lnTo>
                  <a:lnTo>
                    <a:pt x="935187" y="4877373"/>
                  </a:lnTo>
                  <a:lnTo>
                    <a:pt x="935312" y="4877373"/>
                  </a:lnTo>
                  <a:lnTo>
                    <a:pt x="935437" y="4877373"/>
                  </a:lnTo>
                  <a:lnTo>
                    <a:pt x="935562" y="4877373"/>
                  </a:lnTo>
                  <a:lnTo>
                    <a:pt x="935687" y="4877373"/>
                  </a:lnTo>
                  <a:lnTo>
                    <a:pt x="935812" y="4877373"/>
                  </a:lnTo>
                  <a:lnTo>
                    <a:pt x="935937" y="4877373"/>
                  </a:lnTo>
                  <a:lnTo>
                    <a:pt x="936062" y="4877373"/>
                  </a:lnTo>
                  <a:lnTo>
                    <a:pt x="936187" y="4877373"/>
                  </a:lnTo>
                  <a:lnTo>
                    <a:pt x="936313" y="4877373"/>
                  </a:lnTo>
                  <a:lnTo>
                    <a:pt x="936438" y="4877373"/>
                  </a:lnTo>
                  <a:lnTo>
                    <a:pt x="936563" y="4877373"/>
                  </a:lnTo>
                  <a:lnTo>
                    <a:pt x="936688" y="4877373"/>
                  </a:lnTo>
                  <a:lnTo>
                    <a:pt x="936813" y="4877373"/>
                  </a:lnTo>
                  <a:lnTo>
                    <a:pt x="936938" y="4877373"/>
                  </a:lnTo>
                  <a:lnTo>
                    <a:pt x="937063" y="4877373"/>
                  </a:lnTo>
                  <a:lnTo>
                    <a:pt x="937188" y="4877373"/>
                  </a:lnTo>
                  <a:lnTo>
                    <a:pt x="937313" y="4877373"/>
                  </a:lnTo>
                  <a:lnTo>
                    <a:pt x="937438" y="4877373"/>
                  </a:lnTo>
                  <a:lnTo>
                    <a:pt x="937563" y="4877373"/>
                  </a:lnTo>
                  <a:lnTo>
                    <a:pt x="937688" y="4877373"/>
                  </a:lnTo>
                  <a:lnTo>
                    <a:pt x="937813" y="4877373"/>
                  </a:lnTo>
                  <a:lnTo>
                    <a:pt x="937938" y="4877373"/>
                  </a:lnTo>
                  <a:lnTo>
                    <a:pt x="938063" y="4877373"/>
                  </a:lnTo>
                  <a:lnTo>
                    <a:pt x="938188" y="4877373"/>
                  </a:lnTo>
                  <a:lnTo>
                    <a:pt x="938313" y="4877373"/>
                  </a:lnTo>
                  <a:lnTo>
                    <a:pt x="938438" y="4877373"/>
                  </a:lnTo>
                  <a:lnTo>
                    <a:pt x="938563" y="4877373"/>
                  </a:lnTo>
                  <a:lnTo>
                    <a:pt x="938688" y="4877373"/>
                  </a:lnTo>
                  <a:lnTo>
                    <a:pt x="938813" y="4877373"/>
                  </a:lnTo>
                  <a:lnTo>
                    <a:pt x="938938" y="4877373"/>
                  </a:lnTo>
                  <a:lnTo>
                    <a:pt x="939063" y="4877373"/>
                  </a:lnTo>
                  <a:lnTo>
                    <a:pt x="939188" y="4877373"/>
                  </a:lnTo>
                  <a:lnTo>
                    <a:pt x="939314" y="4877373"/>
                  </a:lnTo>
                  <a:lnTo>
                    <a:pt x="939439" y="4877373"/>
                  </a:lnTo>
                  <a:lnTo>
                    <a:pt x="939564" y="4877373"/>
                  </a:lnTo>
                  <a:lnTo>
                    <a:pt x="939689" y="4877373"/>
                  </a:lnTo>
                  <a:lnTo>
                    <a:pt x="939814" y="4877373"/>
                  </a:lnTo>
                  <a:lnTo>
                    <a:pt x="939939" y="4877373"/>
                  </a:lnTo>
                  <a:lnTo>
                    <a:pt x="940064" y="4877373"/>
                  </a:lnTo>
                  <a:lnTo>
                    <a:pt x="940189" y="4877373"/>
                  </a:lnTo>
                  <a:lnTo>
                    <a:pt x="940314" y="4877373"/>
                  </a:lnTo>
                  <a:lnTo>
                    <a:pt x="940439" y="4877373"/>
                  </a:lnTo>
                  <a:lnTo>
                    <a:pt x="940564" y="4877373"/>
                  </a:lnTo>
                  <a:lnTo>
                    <a:pt x="940689" y="4877373"/>
                  </a:lnTo>
                  <a:lnTo>
                    <a:pt x="940814" y="4877373"/>
                  </a:lnTo>
                  <a:lnTo>
                    <a:pt x="940939" y="4877373"/>
                  </a:lnTo>
                  <a:lnTo>
                    <a:pt x="941064" y="4877373"/>
                  </a:lnTo>
                  <a:lnTo>
                    <a:pt x="941189" y="4877373"/>
                  </a:lnTo>
                  <a:lnTo>
                    <a:pt x="941314" y="4877373"/>
                  </a:lnTo>
                  <a:lnTo>
                    <a:pt x="941439" y="4877373"/>
                  </a:lnTo>
                  <a:lnTo>
                    <a:pt x="941564" y="4877373"/>
                  </a:lnTo>
                  <a:lnTo>
                    <a:pt x="941689" y="4877373"/>
                  </a:lnTo>
                  <a:lnTo>
                    <a:pt x="941814" y="4877373"/>
                  </a:lnTo>
                  <a:lnTo>
                    <a:pt x="941939" y="4877373"/>
                  </a:lnTo>
                  <a:lnTo>
                    <a:pt x="942064" y="4877373"/>
                  </a:lnTo>
                  <a:lnTo>
                    <a:pt x="942189" y="4877373"/>
                  </a:lnTo>
                  <a:lnTo>
                    <a:pt x="942315" y="4877373"/>
                  </a:lnTo>
                  <a:lnTo>
                    <a:pt x="942440" y="4877373"/>
                  </a:lnTo>
                  <a:lnTo>
                    <a:pt x="942565" y="4877373"/>
                  </a:lnTo>
                  <a:lnTo>
                    <a:pt x="942690" y="4877373"/>
                  </a:lnTo>
                  <a:lnTo>
                    <a:pt x="942815" y="4877373"/>
                  </a:lnTo>
                  <a:lnTo>
                    <a:pt x="942940" y="4877373"/>
                  </a:lnTo>
                  <a:lnTo>
                    <a:pt x="943065" y="4877373"/>
                  </a:lnTo>
                  <a:lnTo>
                    <a:pt x="943190" y="4877373"/>
                  </a:lnTo>
                  <a:lnTo>
                    <a:pt x="943315" y="4877373"/>
                  </a:lnTo>
                  <a:lnTo>
                    <a:pt x="943440" y="4877373"/>
                  </a:lnTo>
                  <a:lnTo>
                    <a:pt x="943565" y="4877373"/>
                  </a:lnTo>
                  <a:lnTo>
                    <a:pt x="943690" y="4877373"/>
                  </a:lnTo>
                  <a:lnTo>
                    <a:pt x="943815" y="4877373"/>
                  </a:lnTo>
                  <a:lnTo>
                    <a:pt x="943940" y="4877373"/>
                  </a:lnTo>
                  <a:lnTo>
                    <a:pt x="944065" y="4877373"/>
                  </a:lnTo>
                  <a:lnTo>
                    <a:pt x="944190" y="4877373"/>
                  </a:lnTo>
                  <a:lnTo>
                    <a:pt x="944315" y="4877373"/>
                  </a:lnTo>
                  <a:lnTo>
                    <a:pt x="944440" y="4877373"/>
                  </a:lnTo>
                  <a:lnTo>
                    <a:pt x="944565" y="4877373"/>
                  </a:lnTo>
                  <a:lnTo>
                    <a:pt x="944690" y="4877373"/>
                  </a:lnTo>
                  <a:lnTo>
                    <a:pt x="944815" y="4877373"/>
                  </a:lnTo>
                  <a:lnTo>
                    <a:pt x="944815" y="4867419"/>
                  </a:lnTo>
                  <a:lnTo>
                    <a:pt x="944940" y="4867419"/>
                  </a:lnTo>
                  <a:lnTo>
                    <a:pt x="945065" y="4867419"/>
                  </a:lnTo>
                  <a:lnTo>
                    <a:pt x="945190" y="4867419"/>
                  </a:lnTo>
                  <a:lnTo>
                    <a:pt x="945316" y="4867419"/>
                  </a:lnTo>
                  <a:lnTo>
                    <a:pt x="945441" y="4867419"/>
                  </a:lnTo>
                  <a:lnTo>
                    <a:pt x="945566" y="4867419"/>
                  </a:lnTo>
                  <a:lnTo>
                    <a:pt x="945691" y="4867419"/>
                  </a:lnTo>
                  <a:lnTo>
                    <a:pt x="945816" y="4867419"/>
                  </a:lnTo>
                  <a:lnTo>
                    <a:pt x="945941" y="4867419"/>
                  </a:lnTo>
                  <a:lnTo>
                    <a:pt x="946066" y="4867419"/>
                  </a:lnTo>
                  <a:lnTo>
                    <a:pt x="946191" y="4867419"/>
                  </a:lnTo>
                  <a:lnTo>
                    <a:pt x="946316" y="4867419"/>
                  </a:lnTo>
                  <a:lnTo>
                    <a:pt x="946441" y="4867419"/>
                  </a:lnTo>
                  <a:lnTo>
                    <a:pt x="946566" y="4867419"/>
                  </a:lnTo>
                  <a:lnTo>
                    <a:pt x="946691" y="4867419"/>
                  </a:lnTo>
                  <a:lnTo>
                    <a:pt x="946816" y="4867419"/>
                  </a:lnTo>
                  <a:lnTo>
                    <a:pt x="946941" y="4867419"/>
                  </a:lnTo>
                  <a:lnTo>
                    <a:pt x="947066" y="4867419"/>
                  </a:lnTo>
                  <a:lnTo>
                    <a:pt x="947191" y="4867419"/>
                  </a:lnTo>
                  <a:lnTo>
                    <a:pt x="947316" y="4867419"/>
                  </a:lnTo>
                  <a:lnTo>
                    <a:pt x="947441" y="4867419"/>
                  </a:lnTo>
                  <a:lnTo>
                    <a:pt x="947566" y="4867419"/>
                  </a:lnTo>
                  <a:lnTo>
                    <a:pt x="947691" y="4867419"/>
                  </a:lnTo>
                  <a:lnTo>
                    <a:pt x="947816" y="4867419"/>
                  </a:lnTo>
                  <a:lnTo>
                    <a:pt x="947941" y="4867419"/>
                  </a:lnTo>
                  <a:lnTo>
                    <a:pt x="948066" y="4867419"/>
                  </a:lnTo>
                  <a:lnTo>
                    <a:pt x="948191" y="4867419"/>
                  </a:lnTo>
                  <a:lnTo>
                    <a:pt x="948317" y="4867419"/>
                  </a:lnTo>
                  <a:lnTo>
                    <a:pt x="948442" y="4867419"/>
                  </a:lnTo>
                  <a:lnTo>
                    <a:pt x="948567" y="4867419"/>
                  </a:lnTo>
                  <a:lnTo>
                    <a:pt x="948692" y="4867419"/>
                  </a:lnTo>
                  <a:lnTo>
                    <a:pt x="948817" y="4867419"/>
                  </a:lnTo>
                  <a:lnTo>
                    <a:pt x="948942" y="4867419"/>
                  </a:lnTo>
                  <a:lnTo>
                    <a:pt x="949067" y="4867419"/>
                  </a:lnTo>
                  <a:lnTo>
                    <a:pt x="949192" y="4867419"/>
                  </a:lnTo>
                  <a:lnTo>
                    <a:pt x="949317" y="4867419"/>
                  </a:lnTo>
                  <a:lnTo>
                    <a:pt x="949442" y="4867419"/>
                  </a:lnTo>
                  <a:lnTo>
                    <a:pt x="949567" y="4867419"/>
                  </a:lnTo>
                  <a:lnTo>
                    <a:pt x="949692" y="4867419"/>
                  </a:lnTo>
                  <a:lnTo>
                    <a:pt x="949817" y="4867419"/>
                  </a:lnTo>
                  <a:lnTo>
                    <a:pt x="949942" y="4867419"/>
                  </a:lnTo>
                  <a:lnTo>
                    <a:pt x="950067" y="4867419"/>
                  </a:lnTo>
                  <a:lnTo>
                    <a:pt x="950192" y="4867419"/>
                  </a:lnTo>
                  <a:lnTo>
                    <a:pt x="950317" y="4867419"/>
                  </a:lnTo>
                  <a:lnTo>
                    <a:pt x="950442" y="4867419"/>
                  </a:lnTo>
                  <a:lnTo>
                    <a:pt x="950567" y="4867419"/>
                  </a:lnTo>
                  <a:lnTo>
                    <a:pt x="950692" y="4867419"/>
                  </a:lnTo>
                  <a:lnTo>
                    <a:pt x="950817" y="4867419"/>
                  </a:lnTo>
                  <a:lnTo>
                    <a:pt x="950942" y="4867419"/>
                  </a:lnTo>
                  <a:lnTo>
                    <a:pt x="951067" y="4867419"/>
                  </a:lnTo>
                  <a:lnTo>
                    <a:pt x="951192" y="4867419"/>
                  </a:lnTo>
                  <a:lnTo>
                    <a:pt x="951318" y="4867419"/>
                  </a:lnTo>
                  <a:lnTo>
                    <a:pt x="951443" y="4867419"/>
                  </a:lnTo>
                  <a:lnTo>
                    <a:pt x="951568" y="4867419"/>
                  </a:lnTo>
                  <a:lnTo>
                    <a:pt x="951693" y="4867419"/>
                  </a:lnTo>
                  <a:lnTo>
                    <a:pt x="951818" y="4867419"/>
                  </a:lnTo>
                  <a:lnTo>
                    <a:pt x="951943" y="4867419"/>
                  </a:lnTo>
                  <a:lnTo>
                    <a:pt x="952068" y="4867419"/>
                  </a:lnTo>
                  <a:lnTo>
                    <a:pt x="952193" y="4867419"/>
                  </a:lnTo>
                  <a:lnTo>
                    <a:pt x="952318" y="4867419"/>
                  </a:lnTo>
                  <a:lnTo>
                    <a:pt x="952443" y="4867419"/>
                  </a:lnTo>
                  <a:lnTo>
                    <a:pt x="952568" y="4867419"/>
                  </a:lnTo>
                  <a:lnTo>
                    <a:pt x="952693" y="4867419"/>
                  </a:lnTo>
                  <a:lnTo>
                    <a:pt x="952818" y="4867419"/>
                  </a:lnTo>
                  <a:lnTo>
                    <a:pt x="952943" y="4867419"/>
                  </a:lnTo>
                  <a:lnTo>
                    <a:pt x="953068" y="4867419"/>
                  </a:lnTo>
                  <a:lnTo>
                    <a:pt x="953193" y="4867419"/>
                  </a:lnTo>
                  <a:lnTo>
                    <a:pt x="953318" y="4867419"/>
                  </a:lnTo>
                  <a:lnTo>
                    <a:pt x="953443" y="4867419"/>
                  </a:lnTo>
                  <a:lnTo>
                    <a:pt x="953568" y="4867419"/>
                  </a:lnTo>
                  <a:lnTo>
                    <a:pt x="953693" y="4867419"/>
                  </a:lnTo>
                  <a:lnTo>
                    <a:pt x="953818" y="4867419"/>
                  </a:lnTo>
                  <a:lnTo>
                    <a:pt x="953943" y="4867419"/>
                  </a:lnTo>
                  <a:lnTo>
                    <a:pt x="954068" y="4867419"/>
                  </a:lnTo>
                  <a:lnTo>
                    <a:pt x="954193" y="4867419"/>
                  </a:lnTo>
                  <a:lnTo>
                    <a:pt x="954319" y="4867419"/>
                  </a:lnTo>
                  <a:lnTo>
                    <a:pt x="954444" y="4867419"/>
                  </a:lnTo>
                  <a:lnTo>
                    <a:pt x="954569" y="4867419"/>
                  </a:lnTo>
                  <a:lnTo>
                    <a:pt x="954694" y="4867419"/>
                  </a:lnTo>
                  <a:lnTo>
                    <a:pt x="954819" y="4867419"/>
                  </a:lnTo>
                  <a:lnTo>
                    <a:pt x="954944" y="4867419"/>
                  </a:lnTo>
                  <a:lnTo>
                    <a:pt x="955069" y="4867419"/>
                  </a:lnTo>
                  <a:lnTo>
                    <a:pt x="955194" y="4867419"/>
                  </a:lnTo>
                  <a:lnTo>
                    <a:pt x="955319" y="4867419"/>
                  </a:lnTo>
                  <a:lnTo>
                    <a:pt x="955444" y="4867419"/>
                  </a:lnTo>
                  <a:lnTo>
                    <a:pt x="955569" y="4867419"/>
                  </a:lnTo>
                  <a:lnTo>
                    <a:pt x="955694" y="4867419"/>
                  </a:lnTo>
                  <a:lnTo>
                    <a:pt x="955819" y="4867419"/>
                  </a:lnTo>
                  <a:lnTo>
                    <a:pt x="955944" y="4867419"/>
                  </a:lnTo>
                  <a:lnTo>
                    <a:pt x="956069" y="4867419"/>
                  </a:lnTo>
                  <a:lnTo>
                    <a:pt x="956194" y="4867419"/>
                  </a:lnTo>
                  <a:lnTo>
                    <a:pt x="956319" y="4867419"/>
                  </a:lnTo>
                  <a:lnTo>
                    <a:pt x="956444" y="4867419"/>
                  </a:lnTo>
                  <a:lnTo>
                    <a:pt x="956569" y="4867419"/>
                  </a:lnTo>
                  <a:lnTo>
                    <a:pt x="956694" y="4867419"/>
                  </a:lnTo>
                  <a:lnTo>
                    <a:pt x="956819" y="4867419"/>
                  </a:lnTo>
                  <a:lnTo>
                    <a:pt x="956944" y="4867419"/>
                  </a:lnTo>
                  <a:lnTo>
                    <a:pt x="957069" y="4867419"/>
                  </a:lnTo>
                  <a:lnTo>
                    <a:pt x="957194" y="4867419"/>
                  </a:lnTo>
                  <a:lnTo>
                    <a:pt x="957320" y="4867419"/>
                  </a:lnTo>
                  <a:lnTo>
                    <a:pt x="957445" y="4867419"/>
                  </a:lnTo>
                  <a:lnTo>
                    <a:pt x="957445" y="4857465"/>
                  </a:lnTo>
                  <a:lnTo>
                    <a:pt x="957570" y="4857465"/>
                  </a:lnTo>
                  <a:lnTo>
                    <a:pt x="957695" y="4857465"/>
                  </a:lnTo>
                  <a:lnTo>
                    <a:pt x="957820" y="4857465"/>
                  </a:lnTo>
                  <a:lnTo>
                    <a:pt x="957945" y="4857465"/>
                  </a:lnTo>
                  <a:lnTo>
                    <a:pt x="958070" y="4857465"/>
                  </a:lnTo>
                  <a:lnTo>
                    <a:pt x="958195" y="4857465"/>
                  </a:lnTo>
                  <a:lnTo>
                    <a:pt x="958320" y="4857465"/>
                  </a:lnTo>
                  <a:lnTo>
                    <a:pt x="958445" y="4857465"/>
                  </a:lnTo>
                  <a:lnTo>
                    <a:pt x="958570" y="4857465"/>
                  </a:lnTo>
                  <a:lnTo>
                    <a:pt x="958695" y="4857465"/>
                  </a:lnTo>
                  <a:lnTo>
                    <a:pt x="958820" y="4857465"/>
                  </a:lnTo>
                  <a:lnTo>
                    <a:pt x="958945" y="4857465"/>
                  </a:lnTo>
                  <a:lnTo>
                    <a:pt x="959070" y="4857465"/>
                  </a:lnTo>
                  <a:lnTo>
                    <a:pt x="959195" y="4857465"/>
                  </a:lnTo>
                  <a:lnTo>
                    <a:pt x="959320" y="4857465"/>
                  </a:lnTo>
                  <a:lnTo>
                    <a:pt x="959445" y="4857465"/>
                  </a:lnTo>
                  <a:lnTo>
                    <a:pt x="959570" y="4857465"/>
                  </a:lnTo>
                  <a:lnTo>
                    <a:pt x="959695" y="4857465"/>
                  </a:lnTo>
                  <a:lnTo>
                    <a:pt x="959820" y="4857465"/>
                  </a:lnTo>
                  <a:lnTo>
                    <a:pt x="959945" y="4857465"/>
                  </a:lnTo>
                  <a:lnTo>
                    <a:pt x="960070" y="4857465"/>
                  </a:lnTo>
                  <a:lnTo>
                    <a:pt x="960195" y="4857465"/>
                  </a:lnTo>
                  <a:lnTo>
                    <a:pt x="960321" y="4857465"/>
                  </a:lnTo>
                  <a:lnTo>
                    <a:pt x="960446" y="4857465"/>
                  </a:lnTo>
                  <a:lnTo>
                    <a:pt x="960571" y="4857465"/>
                  </a:lnTo>
                  <a:lnTo>
                    <a:pt x="960696" y="4857465"/>
                  </a:lnTo>
                  <a:lnTo>
                    <a:pt x="960821" y="4857465"/>
                  </a:lnTo>
                  <a:lnTo>
                    <a:pt x="960946" y="4857465"/>
                  </a:lnTo>
                  <a:lnTo>
                    <a:pt x="961071" y="4857465"/>
                  </a:lnTo>
                  <a:lnTo>
                    <a:pt x="961196" y="4857465"/>
                  </a:lnTo>
                  <a:lnTo>
                    <a:pt x="961321" y="4857465"/>
                  </a:lnTo>
                  <a:lnTo>
                    <a:pt x="961446" y="4857465"/>
                  </a:lnTo>
                  <a:lnTo>
                    <a:pt x="961571" y="4857465"/>
                  </a:lnTo>
                  <a:lnTo>
                    <a:pt x="961696" y="4857465"/>
                  </a:lnTo>
                  <a:lnTo>
                    <a:pt x="961821" y="4857465"/>
                  </a:lnTo>
                  <a:lnTo>
                    <a:pt x="961946" y="4857465"/>
                  </a:lnTo>
                  <a:lnTo>
                    <a:pt x="962071" y="4857465"/>
                  </a:lnTo>
                  <a:lnTo>
                    <a:pt x="962071" y="4847511"/>
                  </a:lnTo>
                  <a:lnTo>
                    <a:pt x="962196" y="4847511"/>
                  </a:lnTo>
                  <a:lnTo>
                    <a:pt x="962321" y="4847511"/>
                  </a:lnTo>
                  <a:lnTo>
                    <a:pt x="962446" y="4847511"/>
                  </a:lnTo>
                  <a:lnTo>
                    <a:pt x="962571" y="4847511"/>
                  </a:lnTo>
                  <a:lnTo>
                    <a:pt x="962696" y="4847511"/>
                  </a:lnTo>
                  <a:lnTo>
                    <a:pt x="962821" y="4847511"/>
                  </a:lnTo>
                  <a:lnTo>
                    <a:pt x="962946" y="4847511"/>
                  </a:lnTo>
                  <a:lnTo>
                    <a:pt x="963071" y="4847511"/>
                  </a:lnTo>
                  <a:lnTo>
                    <a:pt x="963196" y="4847511"/>
                  </a:lnTo>
                  <a:lnTo>
                    <a:pt x="963322" y="4847511"/>
                  </a:lnTo>
                  <a:lnTo>
                    <a:pt x="963447" y="4847511"/>
                  </a:lnTo>
                  <a:lnTo>
                    <a:pt x="963572" y="4847511"/>
                  </a:lnTo>
                  <a:lnTo>
                    <a:pt x="963697" y="4847511"/>
                  </a:lnTo>
                  <a:lnTo>
                    <a:pt x="963822" y="4847511"/>
                  </a:lnTo>
                  <a:lnTo>
                    <a:pt x="963947" y="4847511"/>
                  </a:lnTo>
                  <a:lnTo>
                    <a:pt x="964072" y="4847511"/>
                  </a:lnTo>
                  <a:lnTo>
                    <a:pt x="964197" y="4847511"/>
                  </a:lnTo>
                  <a:lnTo>
                    <a:pt x="964322" y="4847511"/>
                  </a:lnTo>
                  <a:lnTo>
                    <a:pt x="964447" y="4847511"/>
                  </a:lnTo>
                  <a:lnTo>
                    <a:pt x="964572" y="4847511"/>
                  </a:lnTo>
                  <a:lnTo>
                    <a:pt x="964697" y="4847511"/>
                  </a:lnTo>
                  <a:lnTo>
                    <a:pt x="964822" y="4847511"/>
                  </a:lnTo>
                  <a:lnTo>
                    <a:pt x="964947" y="4847511"/>
                  </a:lnTo>
                  <a:lnTo>
                    <a:pt x="965072" y="4847511"/>
                  </a:lnTo>
                  <a:lnTo>
                    <a:pt x="965197" y="4847511"/>
                  </a:lnTo>
                  <a:lnTo>
                    <a:pt x="965322" y="4847511"/>
                  </a:lnTo>
                  <a:lnTo>
                    <a:pt x="965447" y="4847511"/>
                  </a:lnTo>
                  <a:lnTo>
                    <a:pt x="965572" y="4847511"/>
                  </a:lnTo>
                  <a:lnTo>
                    <a:pt x="965697" y="4847511"/>
                  </a:lnTo>
                  <a:lnTo>
                    <a:pt x="965822" y="4847511"/>
                  </a:lnTo>
                  <a:lnTo>
                    <a:pt x="965947" y="4847511"/>
                  </a:lnTo>
                  <a:lnTo>
                    <a:pt x="966072" y="4847511"/>
                  </a:lnTo>
                  <a:lnTo>
                    <a:pt x="966197" y="4847511"/>
                  </a:lnTo>
                  <a:lnTo>
                    <a:pt x="966323" y="4847511"/>
                  </a:lnTo>
                  <a:lnTo>
                    <a:pt x="966448" y="4847511"/>
                  </a:lnTo>
                  <a:lnTo>
                    <a:pt x="966573" y="4847511"/>
                  </a:lnTo>
                  <a:lnTo>
                    <a:pt x="966698" y="4847511"/>
                  </a:lnTo>
                  <a:lnTo>
                    <a:pt x="966823" y="4847511"/>
                  </a:lnTo>
                  <a:lnTo>
                    <a:pt x="966948" y="4847511"/>
                  </a:lnTo>
                  <a:lnTo>
                    <a:pt x="967073" y="4847511"/>
                  </a:lnTo>
                  <a:lnTo>
                    <a:pt x="967198" y="4847511"/>
                  </a:lnTo>
                  <a:lnTo>
                    <a:pt x="967323" y="4847511"/>
                  </a:lnTo>
                  <a:lnTo>
                    <a:pt x="967448" y="4847511"/>
                  </a:lnTo>
                  <a:lnTo>
                    <a:pt x="967573" y="4847511"/>
                  </a:lnTo>
                  <a:lnTo>
                    <a:pt x="967698" y="4847511"/>
                  </a:lnTo>
                  <a:lnTo>
                    <a:pt x="967823" y="4847511"/>
                  </a:lnTo>
                  <a:lnTo>
                    <a:pt x="967948" y="4847511"/>
                  </a:lnTo>
                  <a:lnTo>
                    <a:pt x="968073" y="4847511"/>
                  </a:lnTo>
                  <a:lnTo>
                    <a:pt x="968198" y="4847511"/>
                  </a:lnTo>
                  <a:lnTo>
                    <a:pt x="968323" y="4847511"/>
                  </a:lnTo>
                  <a:lnTo>
                    <a:pt x="968448" y="4847511"/>
                  </a:lnTo>
                  <a:lnTo>
                    <a:pt x="968573" y="4847511"/>
                  </a:lnTo>
                  <a:lnTo>
                    <a:pt x="968698" y="4847511"/>
                  </a:lnTo>
                  <a:lnTo>
                    <a:pt x="968823" y="4847511"/>
                  </a:lnTo>
                  <a:lnTo>
                    <a:pt x="968948" y="4847511"/>
                  </a:lnTo>
                  <a:lnTo>
                    <a:pt x="969073" y="4847511"/>
                  </a:lnTo>
                  <a:lnTo>
                    <a:pt x="969198" y="4847511"/>
                  </a:lnTo>
                  <a:lnTo>
                    <a:pt x="969324" y="4847511"/>
                  </a:lnTo>
                  <a:lnTo>
                    <a:pt x="969449" y="4847511"/>
                  </a:lnTo>
                  <a:lnTo>
                    <a:pt x="969574" y="4847511"/>
                  </a:lnTo>
                  <a:lnTo>
                    <a:pt x="969699" y="4847511"/>
                  </a:lnTo>
                  <a:lnTo>
                    <a:pt x="969824" y="4847511"/>
                  </a:lnTo>
                  <a:lnTo>
                    <a:pt x="969949" y="4847511"/>
                  </a:lnTo>
                  <a:lnTo>
                    <a:pt x="970074" y="4847511"/>
                  </a:lnTo>
                  <a:lnTo>
                    <a:pt x="970199" y="4847511"/>
                  </a:lnTo>
                  <a:lnTo>
                    <a:pt x="970199" y="4837557"/>
                  </a:lnTo>
                  <a:lnTo>
                    <a:pt x="970324" y="4837557"/>
                  </a:lnTo>
                  <a:lnTo>
                    <a:pt x="970449" y="4837557"/>
                  </a:lnTo>
                  <a:lnTo>
                    <a:pt x="970574" y="4837557"/>
                  </a:lnTo>
                  <a:lnTo>
                    <a:pt x="970699" y="4837557"/>
                  </a:lnTo>
                  <a:lnTo>
                    <a:pt x="970824" y="4837557"/>
                  </a:lnTo>
                  <a:lnTo>
                    <a:pt x="970949" y="4837557"/>
                  </a:lnTo>
                  <a:lnTo>
                    <a:pt x="971074" y="4837557"/>
                  </a:lnTo>
                  <a:lnTo>
                    <a:pt x="971199" y="4837557"/>
                  </a:lnTo>
                  <a:lnTo>
                    <a:pt x="971324" y="4837557"/>
                  </a:lnTo>
                  <a:lnTo>
                    <a:pt x="971449" y="4837557"/>
                  </a:lnTo>
                  <a:lnTo>
                    <a:pt x="971574" y="4837557"/>
                  </a:lnTo>
                  <a:lnTo>
                    <a:pt x="971574" y="4827603"/>
                  </a:lnTo>
                  <a:lnTo>
                    <a:pt x="971699" y="4827603"/>
                  </a:lnTo>
                  <a:lnTo>
                    <a:pt x="971824" y="4827603"/>
                  </a:lnTo>
                  <a:lnTo>
                    <a:pt x="971949" y="4827603"/>
                  </a:lnTo>
                  <a:lnTo>
                    <a:pt x="972074" y="4827603"/>
                  </a:lnTo>
                  <a:lnTo>
                    <a:pt x="972200" y="4827603"/>
                  </a:lnTo>
                  <a:lnTo>
                    <a:pt x="972325" y="4827603"/>
                  </a:lnTo>
                  <a:lnTo>
                    <a:pt x="972450" y="4827603"/>
                  </a:lnTo>
                  <a:lnTo>
                    <a:pt x="972575" y="4827603"/>
                  </a:lnTo>
                  <a:lnTo>
                    <a:pt x="972700" y="4827603"/>
                  </a:lnTo>
                  <a:lnTo>
                    <a:pt x="972825" y="4827603"/>
                  </a:lnTo>
                  <a:lnTo>
                    <a:pt x="972950" y="4827603"/>
                  </a:lnTo>
                  <a:lnTo>
                    <a:pt x="973075" y="4827603"/>
                  </a:lnTo>
                  <a:lnTo>
                    <a:pt x="973200" y="4827603"/>
                  </a:lnTo>
                  <a:lnTo>
                    <a:pt x="973325" y="4827603"/>
                  </a:lnTo>
                  <a:lnTo>
                    <a:pt x="973450" y="4827603"/>
                  </a:lnTo>
                  <a:lnTo>
                    <a:pt x="973575" y="4827603"/>
                  </a:lnTo>
                  <a:lnTo>
                    <a:pt x="973700" y="4827603"/>
                  </a:lnTo>
                  <a:lnTo>
                    <a:pt x="973825" y="4827603"/>
                  </a:lnTo>
                  <a:lnTo>
                    <a:pt x="973950" y="4827603"/>
                  </a:lnTo>
                  <a:lnTo>
                    <a:pt x="974075" y="4827603"/>
                  </a:lnTo>
                  <a:lnTo>
                    <a:pt x="974200" y="4827603"/>
                  </a:lnTo>
                  <a:lnTo>
                    <a:pt x="974325" y="4827603"/>
                  </a:lnTo>
                  <a:lnTo>
                    <a:pt x="974450" y="4827603"/>
                  </a:lnTo>
                  <a:lnTo>
                    <a:pt x="974575" y="4827603"/>
                  </a:lnTo>
                  <a:lnTo>
                    <a:pt x="974700" y="4827603"/>
                  </a:lnTo>
                  <a:lnTo>
                    <a:pt x="974825" y="4827603"/>
                  </a:lnTo>
                  <a:lnTo>
                    <a:pt x="974950" y="4827603"/>
                  </a:lnTo>
                  <a:lnTo>
                    <a:pt x="975075" y="4827603"/>
                  </a:lnTo>
                  <a:lnTo>
                    <a:pt x="975201" y="4827603"/>
                  </a:lnTo>
                  <a:lnTo>
                    <a:pt x="975326" y="4827603"/>
                  </a:lnTo>
                  <a:lnTo>
                    <a:pt x="975451" y="4827603"/>
                  </a:lnTo>
                  <a:lnTo>
                    <a:pt x="975576" y="4827603"/>
                  </a:lnTo>
                  <a:lnTo>
                    <a:pt x="975701" y="4827603"/>
                  </a:lnTo>
                  <a:lnTo>
                    <a:pt x="975826" y="4827603"/>
                  </a:lnTo>
                  <a:lnTo>
                    <a:pt x="975951" y="4827603"/>
                  </a:lnTo>
                  <a:lnTo>
                    <a:pt x="976076" y="4827603"/>
                  </a:lnTo>
                  <a:lnTo>
                    <a:pt x="976201" y="4827603"/>
                  </a:lnTo>
                  <a:lnTo>
                    <a:pt x="976326" y="4827603"/>
                  </a:lnTo>
                  <a:lnTo>
                    <a:pt x="976451" y="4827603"/>
                  </a:lnTo>
                  <a:lnTo>
                    <a:pt x="976576" y="4827603"/>
                  </a:lnTo>
                  <a:lnTo>
                    <a:pt x="976701" y="4827603"/>
                  </a:lnTo>
                  <a:lnTo>
                    <a:pt x="976826" y="4827603"/>
                  </a:lnTo>
                  <a:lnTo>
                    <a:pt x="976951" y="4827603"/>
                  </a:lnTo>
                  <a:lnTo>
                    <a:pt x="977076" y="4827603"/>
                  </a:lnTo>
                  <a:lnTo>
                    <a:pt x="977201" y="4827603"/>
                  </a:lnTo>
                  <a:lnTo>
                    <a:pt x="977326" y="4827603"/>
                  </a:lnTo>
                  <a:lnTo>
                    <a:pt x="977451" y="4827603"/>
                  </a:lnTo>
                  <a:lnTo>
                    <a:pt x="977576" y="4827603"/>
                  </a:lnTo>
                  <a:lnTo>
                    <a:pt x="977701" y="4827603"/>
                  </a:lnTo>
                  <a:lnTo>
                    <a:pt x="977826" y="4827603"/>
                  </a:lnTo>
                  <a:lnTo>
                    <a:pt x="977951" y="4827603"/>
                  </a:lnTo>
                  <a:lnTo>
                    <a:pt x="978076" y="4827603"/>
                  </a:lnTo>
                  <a:lnTo>
                    <a:pt x="978202" y="4827603"/>
                  </a:lnTo>
                  <a:lnTo>
                    <a:pt x="978327" y="4827603"/>
                  </a:lnTo>
                  <a:lnTo>
                    <a:pt x="978452" y="4827603"/>
                  </a:lnTo>
                  <a:lnTo>
                    <a:pt x="978577" y="4827603"/>
                  </a:lnTo>
                  <a:lnTo>
                    <a:pt x="978702" y="4827603"/>
                  </a:lnTo>
                  <a:lnTo>
                    <a:pt x="978827" y="4827603"/>
                  </a:lnTo>
                  <a:lnTo>
                    <a:pt x="978952" y="4827603"/>
                  </a:lnTo>
                  <a:lnTo>
                    <a:pt x="979077" y="4827603"/>
                  </a:lnTo>
                  <a:lnTo>
                    <a:pt x="979202" y="4827603"/>
                  </a:lnTo>
                  <a:lnTo>
                    <a:pt x="979327" y="4827603"/>
                  </a:lnTo>
                  <a:lnTo>
                    <a:pt x="979452" y="4827603"/>
                  </a:lnTo>
                  <a:lnTo>
                    <a:pt x="979577" y="4827603"/>
                  </a:lnTo>
                  <a:lnTo>
                    <a:pt x="979702" y="4827603"/>
                  </a:lnTo>
                  <a:lnTo>
                    <a:pt x="979827" y="4827603"/>
                  </a:lnTo>
                  <a:lnTo>
                    <a:pt x="979952" y="4827603"/>
                  </a:lnTo>
                  <a:lnTo>
                    <a:pt x="980077" y="4827603"/>
                  </a:lnTo>
                  <a:lnTo>
                    <a:pt x="980202" y="4827603"/>
                  </a:lnTo>
                  <a:lnTo>
                    <a:pt x="980327" y="4827603"/>
                  </a:lnTo>
                  <a:lnTo>
                    <a:pt x="980452" y="4827603"/>
                  </a:lnTo>
                  <a:lnTo>
                    <a:pt x="980577" y="4827603"/>
                  </a:lnTo>
                  <a:lnTo>
                    <a:pt x="980702" y="4827603"/>
                  </a:lnTo>
                  <a:lnTo>
                    <a:pt x="980827" y="4827603"/>
                  </a:lnTo>
                  <a:lnTo>
                    <a:pt x="980952" y="4827603"/>
                  </a:lnTo>
                  <a:lnTo>
                    <a:pt x="981077" y="4827603"/>
                  </a:lnTo>
                  <a:lnTo>
                    <a:pt x="981203" y="4827603"/>
                  </a:lnTo>
                  <a:lnTo>
                    <a:pt x="981328" y="4827603"/>
                  </a:lnTo>
                  <a:lnTo>
                    <a:pt x="981453" y="4827603"/>
                  </a:lnTo>
                  <a:lnTo>
                    <a:pt x="981578" y="4827603"/>
                  </a:lnTo>
                  <a:lnTo>
                    <a:pt x="981703" y="4827603"/>
                  </a:lnTo>
                  <a:lnTo>
                    <a:pt x="981828" y="4827603"/>
                  </a:lnTo>
                  <a:lnTo>
                    <a:pt x="981953" y="4827603"/>
                  </a:lnTo>
                  <a:lnTo>
                    <a:pt x="982078" y="4827603"/>
                  </a:lnTo>
                  <a:lnTo>
                    <a:pt x="982203" y="4827603"/>
                  </a:lnTo>
                  <a:lnTo>
                    <a:pt x="982328" y="4827603"/>
                  </a:lnTo>
                  <a:lnTo>
                    <a:pt x="982453" y="4827603"/>
                  </a:lnTo>
                  <a:lnTo>
                    <a:pt x="982578" y="4827603"/>
                  </a:lnTo>
                  <a:lnTo>
                    <a:pt x="982703" y="4827603"/>
                  </a:lnTo>
                  <a:lnTo>
                    <a:pt x="982828" y="4827603"/>
                  </a:lnTo>
                  <a:lnTo>
                    <a:pt x="982953" y="4827603"/>
                  </a:lnTo>
                  <a:lnTo>
                    <a:pt x="983078" y="4827603"/>
                  </a:lnTo>
                  <a:lnTo>
                    <a:pt x="983203" y="4827603"/>
                  </a:lnTo>
                  <a:lnTo>
                    <a:pt x="983328" y="4827603"/>
                  </a:lnTo>
                  <a:lnTo>
                    <a:pt x="983453" y="4827603"/>
                  </a:lnTo>
                  <a:lnTo>
                    <a:pt x="983578" y="4827603"/>
                  </a:lnTo>
                  <a:lnTo>
                    <a:pt x="983703" y="4827603"/>
                  </a:lnTo>
                  <a:lnTo>
                    <a:pt x="983828" y="4827603"/>
                  </a:lnTo>
                  <a:lnTo>
                    <a:pt x="983953" y="4827603"/>
                  </a:lnTo>
                  <a:lnTo>
                    <a:pt x="984078" y="4827603"/>
                  </a:lnTo>
                  <a:lnTo>
                    <a:pt x="984204" y="4827603"/>
                  </a:lnTo>
                  <a:lnTo>
                    <a:pt x="984329" y="4827603"/>
                  </a:lnTo>
                  <a:lnTo>
                    <a:pt x="984329" y="4817650"/>
                  </a:lnTo>
                  <a:lnTo>
                    <a:pt x="984454" y="4817650"/>
                  </a:lnTo>
                  <a:lnTo>
                    <a:pt x="984579" y="4817650"/>
                  </a:lnTo>
                  <a:lnTo>
                    <a:pt x="984704" y="4817650"/>
                  </a:lnTo>
                  <a:lnTo>
                    <a:pt x="984829" y="4817650"/>
                  </a:lnTo>
                  <a:lnTo>
                    <a:pt x="984954" y="4817650"/>
                  </a:lnTo>
                  <a:lnTo>
                    <a:pt x="985079" y="4817650"/>
                  </a:lnTo>
                  <a:lnTo>
                    <a:pt x="985204" y="4817650"/>
                  </a:lnTo>
                  <a:lnTo>
                    <a:pt x="985329" y="4817650"/>
                  </a:lnTo>
                  <a:lnTo>
                    <a:pt x="985454" y="4817650"/>
                  </a:lnTo>
                  <a:lnTo>
                    <a:pt x="985579" y="4817650"/>
                  </a:lnTo>
                  <a:lnTo>
                    <a:pt x="985704" y="4817650"/>
                  </a:lnTo>
                  <a:lnTo>
                    <a:pt x="985829" y="4817650"/>
                  </a:lnTo>
                  <a:lnTo>
                    <a:pt x="985954" y="4817650"/>
                  </a:lnTo>
                  <a:lnTo>
                    <a:pt x="986079" y="4817650"/>
                  </a:lnTo>
                  <a:lnTo>
                    <a:pt x="986204" y="4817650"/>
                  </a:lnTo>
                  <a:lnTo>
                    <a:pt x="986329" y="4817650"/>
                  </a:lnTo>
                  <a:lnTo>
                    <a:pt x="986454" y="4817650"/>
                  </a:lnTo>
                  <a:lnTo>
                    <a:pt x="986579" y="4817650"/>
                  </a:lnTo>
                  <a:lnTo>
                    <a:pt x="986704" y="4817650"/>
                  </a:lnTo>
                  <a:lnTo>
                    <a:pt x="986829" y="4817650"/>
                  </a:lnTo>
                  <a:lnTo>
                    <a:pt x="986954" y="4817650"/>
                  </a:lnTo>
                  <a:lnTo>
                    <a:pt x="987079" y="4817650"/>
                  </a:lnTo>
                  <a:lnTo>
                    <a:pt x="987205" y="4817650"/>
                  </a:lnTo>
                  <a:lnTo>
                    <a:pt x="987330" y="4817650"/>
                  </a:lnTo>
                  <a:lnTo>
                    <a:pt x="987455" y="4817650"/>
                  </a:lnTo>
                  <a:lnTo>
                    <a:pt x="987580" y="4817650"/>
                  </a:lnTo>
                  <a:lnTo>
                    <a:pt x="987705" y="4817650"/>
                  </a:lnTo>
                  <a:lnTo>
                    <a:pt x="987830" y="4817650"/>
                  </a:lnTo>
                  <a:lnTo>
                    <a:pt x="987955" y="4817650"/>
                  </a:lnTo>
                  <a:lnTo>
                    <a:pt x="988080" y="4817650"/>
                  </a:lnTo>
                  <a:lnTo>
                    <a:pt x="988205" y="4817650"/>
                  </a:lnTo>
                  <a:lnTo>
                    <a:pt x="988330" y="4817650"/>
                  </a:lnTo>
                  <a:lnTo>
                    <a:pt x="988455" y="4817650"/>
                  </a:lnTo>
                  <a:lnTo>
                    <a:pt x="988580" y="4817650"/>
                  </a:lnTo>
                  <a:lnTo>
                    <a:pt x="988705" y="4817650"/>
                  </a:lnTo>
                  <a:lnTo>
                    <a:pt x="988830" y="4817650"/>
                  </a:lnTo>
                  <a:lnTo>
                    <a:pt x="988955" y="4817650"/>
                  </a:lnTo>
                  <a:lnTo>
                    <a:pt x="989080" y="4817650"/>
                  </a:lnTo>
                  <a:lnTo>
                    <a:pt x="989205" y="4817650"/>
                  </a:lnTo>
                  <a:lnTo>
                    <a:pt x="989330" y="4817650"/>
                  </a:lnTo>
                  <a:lnTo>
                    <a:pt x="989455" y="4817650"/>
                  </a:lnTo>
                  <a:lnTo>
                    <a:pt x="989580" y="4817650"/>
                  </a:lnTo>
                  <a:lnTo>
                    <a:pt x="989705" y="4817650"/>
                  </a:lnTo>
                  <a:lnTo>
                    <a:pt x="989830" y="4817650"/>
                  </a:lnTo>
                  <a:lnTo>
                    <a:pt x="989955" y="4817650"/>
                  </a:lnTo>
                  <a:lnTo>
                    <a:pt x="990080" y="4817650"/>
                  </a:lnTo>
                  <a:lnTo>
                    <a:pt x="990206" y="4817650"/>
                  </a:lnTo>
                  <a:lnTo>
                    <a:pt x="990331" y="4817650"/>
                  </a:lnTo>
                  <a:lnTo>
                    <a:pt x="990456" y="4817650"/>
                  </a:lnTo>
                  <a:lnTo>
                    <a:pt x="990581" y="4817650"/>
                  </a:lnTo>
                  <a:lnTo>
                    <a:pt x="990706" y="4817650"/>
                  </a:lnTo>
                  <a:lnTo>
                    <a:pt x="990831" y="4817650"/>
                  </a:lnTo>
                  <a:lnTo>
                    <a:pt x="990956" y="4817650"/>
                  </a:lnTo>
                  <a:lnTo>
                    <a:pt x="991081" y="4817650"/>
                  </a:lnTo>
                  <a:lnTo>
                    <a:pt x="991206" y="4817650"/>
                  </a:lnTo>
                  <a:lnTo>
                    <a:pt x="991331" y="4817650"/>
                  </a:lnTo>
                  <a:lnTo>
                    <a:pt x="991456" y="4817650"/>
                  </a:lnTo>
                  <a:lnTo>
                    <a:pt x="991581" y="4817650"/>
                  </a:lnTo>
                  <a:lnTo>
                    <a:pt x="991706" y="4817650"/>
                  </a:lnTo>
                  <a:lnTo>
                    <a:pt x="991831" y="4817650"/>
                  </a:lnTo>
                  <a:lnTo>
                    <a:pt x="991956" y="4817650"/>
                  </a:lnTo>
                  <a:lnTo>
                    <a:pt x="992081" y="4817650"/>
                  </a:lnTo>
                  <a:lnTo>
                    <a:pt x="992206" y="4817650"/>
                  </a:lnTo>
                  <a:lnTo>
                    <a:pt x="992331" y="4817650"/>
                  </a:lnTo>
                  <a:lnTo>
                    <a:pt x="992456" y="4817650"/>
                  </a:lnTo>
                  <a:lnTo>
                    <a:pt x="992581" y="4817650"/>
                  </a:lnTo>
                  <a:lnTo>
                    <a:pt x="992706" y="4817650"/>
                  </a:lnTo>
                  <a:lnTo>
                    <a:pt x="992831" y="4817650"/>
                  </a:lnTo>
                  <a:lnTo>
                    <a:pt x="992956" y="4817650"/>
                  </a:lnTo>
                  <a:lnTo>
                    <a:pt x="993081" y="4817650"/>
                  </a:lnTo>
                  <a:lnTo>
                    <a:pt x="993207" y="4817650"/>
                  </a:lnTo>
                  <a:lnTo>
                    <a:pt x="993332" y="4817650"/>
                  </a:lnTo>
                  <a:lnTo>
                    <a:pt x="993457" y="4817650"/>
                  </a:lnTo>
                  <a:lnTo>
                    <a:pt x="993582" y="4817650"/>
                  </a:lnTo>
                  <a:lnTo>
                    <a:pt x="993707" y="4817650"/>
                  </a:lnTo>
                  <a:lnTo>
                    <a:pt x="993832" y="4817650"/>
                  </a:lnTo>
                  <a:lnTo>
                    <a:pt x="993957" y="4817650"/>
                  </a:lnTo>
                  <a:lnTo>
                    <a:pt x="994082" y="4817650"/>
                  </a:lnTo>
                  <a:lnTo>
                    <a:pt x="994207" y="4817650"/>
                  </a:lnTo>
                  <a:lnTo>
                    <a:pt x="994332" y="4817650"/>
                  </a:lnTo>
                  <a:lnTo>
                    <a:pt x="994457" y="4817650"/>
                  </a:lnTo>
                  <a:lnTo>
                    <a:pt x="994582" y="4817650"/>
                  </a:lnTo>
                  <a:lnTo>
                    <a:pt x="994707" y="4817650"/>
                  </a:lnTo>
                  <a:lnTo>
                    <a:pt x="994832" y="4817650"/>
                  </a:lnTo>
                  <a:lnTo>
                    <a:pt x="994957" y="4817650"/>
                  </a:lnTo>
                  <a:lnTo>
                    <a:pt x="995082" y="4817650"/>
                  </a:lnTo>
                  <a:lnTo>
                    <a:pt x="995207" y="4817650"/>
                  </a:lnTo>
                  <a:lnTo>
                    <a:pt x="995332" y="4817650"/>
                  </a:lnTo>
                  <a:lnTo>
                    <a:pt x="995457" y="4817650"/>
                  </a:lnTo>
                  <a:lnTo>
                    <a:pt x="995582" y="4817650"/>
                  </a:lnTo>
                  <a:lnTo>
                    <a:pt x="995707" y="4817650"/>
                  </a:lnTo>
                  <a:lnTo>
                    <a:pt x="995832" y="4817650"/>
                  </a:lnTo>
                  <a:lnTo>
                    <a:pt x="995957" y="4817650"/>
                  </a:lnTo>
                  <a:lnTo>
                    <a:pt x="996082" y="4817650"/>
                  </a:lnTo>
                  <a:lnTo>
                    <a:pt x="996208" y="4817650"/>
                  </a:lnTo>
                  <a:lnTo>
                    <a:pt x="996333" y="4817650"/>
                  </a:lnTo>
                  <a:lnTo>
                    <a:pt x="996458" y="4817650"/>
                  </a:lnTo>
                  <a:lnTo>
                    <a:pt x="996583" y="4817650"/>
                  </a:lnTo>
                  <a:lnTo>
                    <a:pt x="996708" y="4817650"/>
                  </a:lnTo>
                  <a:lnTo>
                    <a:pt x="996833" y="4817650"/>
                  </a:lnTo>
                  <a:lnTo>
                    <a:pt x="996958" y="4817650"/>
                  </a:lnTo>
                  <a:lnTo>
                    <a:pt x="997083" y="4817650"/>
                  </a:lnTo>
                  <a:lnTo>
                    <a:pt x="997208" y="4817650"/>
                  </a:lnTo>
                  <a:lnTo>
                    <a:pt x="997333" y="4817650"/>
                  </a:lnTo>
                  <a:lnTo>
                    <a:pt x="997458" y="4817650"/>
                  </a:lnTo>
                  <a:lnTo>
                    <a:pt x="997583" y="4817650"/>
                  </a:lnTo>
                  <a:lnTo>
                    <a:pt x="997708" y="4817650"/>
                  </a:lnTo>
                  <a:lnTo>
                    <a:pt x="997833" y="4817650"/>
                  </a:lnTo>
                  <a:lnTo>
                    <a:pt x="997958" y="4817650"/>
                  </a:lnTo>
                  <a:lnTo>
                    <a:pt x="998083" y="4817650"/>
                  </a:lnTo>
                  <a:lnTo>
                    <a:pt x="998208" y="4817650"/>
                  </a:lnTo>
                  <a:lnTo>
                    <a:pt x="998333" y="4817650"/>
                  </a:lnTo>
                  <a:lnTo>
                    <a:pt x="998458" y="4817650"/>
                  </a:lnTo>
                  <a:lnTo>
                    <a:pt x="998583" y="4817650"/>
                  </a:lnTo>
                  <a:lnTo>
                    <a:pt x="998583" y="4807696"/>
                  </a:lnTo>
                  <a:lnTo>
                    <a:pt x="998708" y="4807696"/>
                  </a:lnTo>
                  <a:lnTo>
                    <a:pt x="998833" y="4807696"/>
                  </a:lnTo>
                  <a:lnTo>
                    <a:pt x="998958" y="4807696"/>
                  </a:lnTo>
                  <a:lnTo>
                    <a:pt x="999083" y="4807696"/>
                  </a:lnTo>
                  <a:lnTo>
                    <a:pt x="999209" y="4807696"/>
                  </a:lnTo>
                  <a:lnTo>
                    <a:pt x="999334" y="4807696"/>
                  </a:lnTo>
                  <a:lnTo>
                    <a:pt x="999459" y="4807696"/>
                  </a:lnTo>
                  <a:lnTo>
                    <a:pt x="999584" y="4807696"/>
                  </a:lnTo>
                  <a:lnTo>
                    <a:pt x="999709" y="4807696"/>
                  </a:lnTo>
                  <a:lnTo>
                    <a:pt x="999834" y="4807696"/>
                  </a:lnTo>
                  <a:lnTo>
                    <a:pt x="999959" y="4807696"/>
                  </a:lnTo>
                  <a:lnTo>
                    <a:pt x="1000084" y="4807696"/>
                  </a:lnTo>
                  <a:lnTo>
                    <a:pt x="1000209" y="4807696"/>
                  </a:lnTo>
                  <a:lnTo>
                    <a:pt x="1000334" y="4807696"/>
                  </a:lnTo>
                  <a:lnTo>
                    <a:pt x="1000459" y="4807696"/>
                  </a:lnTo>
                  <a:lnTo>
                    <a:pt x="1000584" y="4807696"/>
                  </a:lnTo>
                  <a:lnTo>
                    <a:pt x="1000709" y="4807696"/>
                  </a:lnTo>
                  <a:lnTo>
                    <a:pt x="1000834" y="4807696"/>
                  </a:lnTo>
                  <a:lnTo>
                    <a:pt x="1000959" y="4807696"/>
                  </a:lnTo>
                  <a:lnTo>
                    <a:pt x="1001084" y="4807696"/>
                  </a:lnTo>
                  <a:lnTo>
                    <a:pt x="1001209" y="4807696"/>
                  </a:lnTo>
                  <a:lnTo>
                    <a:pt x="1001334" y="4807696"/>
                  </a:lnTo>
                  <a:lnTo>
                    <a:pt x="1001459" y="4807696"/>
                  </a:lnTo>
                  <a:lnTo>
                    <a:pt x="1001584" y="4807696"/>
                  </a:lnTo>
                  <a:lnTo>
                    <a:pt x="1001709" y="4807696"/>
                  </a:lnTo>
                  <a:lnTo>
                    <a:pt x="1001834" y="4807696"/>
                  </a:lnTo>
                  <a:lnTo>
                    <a:pt x="1001959" y="4807696"/>
                  </a:lnTo>
                  <a:lnTo>
                    <a:pt x="1002084" y="4807696"/>
                  </a:lnTo>
                  <a:lnTo>
                    <a:pt x="1002210" y="4807696"/>
                  </a:lnTo>
                  <a:lnTo>
                    <a:pt x="1002335" y="4807696"/>
                  </a:lnTo>
                  <a:lnTo>
                    <a:pt x="1002460" y="4807696"/>
                  </a:lnTo>
                  <a:lnTo>
                    <a:pt x="1002585" y="4807696"/>
                  </a:lnTo>
                  <a:lnTo>
                    <a:pt x="1002710" y="4807696"/>
                  </a:lnTo>
                  <a:lnTo>
                    <a:pt x="1002835" y="4807696"/>
                  </a:lnTo>
                  <a:lnTo>
                    <a:pt x="1002960" y="4807696"/>
                  </a:lnTo>
                  <a:lnTo>
                    <a:pt x="1003085" y="4807696"/>
                  </a:lnTo>
                  <a:lnTo>
                    <a:pt x="1003210" y="4807696"/>
                  </a:lnTo>
                  <a:lnTo>
                    <a:pt x="1003335" y="4807696"/>
                  </a:lnTo>
                  <a:lnTo>
                    <a:pt x="1003460" y="4807696"/>
                  </a:lnTo>
                  <a:lnTo>
                    <a:pt x="1003585" y="4807696"/>
                  </a:lnTo>
                  <a:lnTo>
                    <a:pt x="1003710" y="4807696"/>
                  </a:lnTo>
                  <a:lnTo>
                    <a:pt x="1003835" y="4807696"/>
                  </a:lnTo>
                  <a:lnTo>
                    <a:pt x="1003960" y="4807696"/>
                  </a:lnTo>
                  <a:lnTo>
                    <a:pt x="1004085" y="4807696"/>
                  </a:lnTo>
                  <a:lnTo>
                    <a:pt x="1004210" y="4807696"/>
                  </a:lnTo>
                  <a:lnTo>
                    <a:pt x="1004335" y="4807696"/>
                  </a:lnTo>
                  <a:lnTo>
                    <a:pt x="1004460" y="4807696"/>
                  </a:lnTo>
                  <a:lnTo>
                    <a:pt x="1004585" y="4807696"/>
                  </a:lnTo>
                  <a:lnTo>
                    <a:pt x="1004710" y="4807696"/>
                  </a:lnTo>
                  <a:lnTo>
                    <a:pt x="1004835" y="4807696"/>
                  </a:lnTo>
                  <a:lnTo>
                    <a:pt x="1004960" y="4807696"/>
                  </a:lnTo>
                  <a:lnTo>
                    <a:pt x="1005085" y="4807696"/>
                  </a:lnTo>
                  <a:lnTo>
                    <a:pt x="1005211" y="4807696"/>
                  </a:lnTo>
                  <a:lnTo>
                    <a:pt x="1005336" y="4807696"/>
                  </a:lnTo>
                  <a:lnTo>
                    <a:pt x="1005461" y="4807696"/>
                  </a:lnTo>
                  <a:lnTo>
                    <a:pt x="1005586" y="4807696"/>
                  </a:lnTo>
                  <a:lnTo>
                    <a:pt x="1005711" y="4807696"/>
                  </a:lnTo>
                  <a:lnTo>
                    <a:pt x="1005836" y="4807696"/>
                  </a:lnTo>
                  <a:lnTo>
                    <a:pt x="1005961" y="4807696"/>
                  </a:lnTo>
                  <a:lnTo>
                    <a:pt x="1006086" y="4807696"/>
                  </a:lnTo>
                  <a:lnTo>
                    <a:pt x="1006211" y="4807696"/>
                  </a:lnTo>
                  <a:lnTo>
                    <a:pt x="1006336" y="4807696"/>
                  </a:lnTo>
                  <a:lnTo>
                    <a:pt x="1006461" y="4807696"/>
                  </a:lnTo>
                  <a:lnTo>
                    <a:pt x="1006586" y="4807696"/>
                  </a:lnTo>
                  <a:lnTo>
                    <a:pt x="1006711" y="4807696"/>
                  </a:lnTo>
                  <a:lnTo>
                    <a:pt x="1006836" y="4807696"/>
                  </a:lnTo>
                  <a:lnTo>
                    <a:pt x="1006961" y="4807696"/>
                  </a:lnTo>
                  <a:lnTo>
                    <a:pt x="1007086" y="4807696"/>
                  </a:lnTo>
                  <a:lnTo>
                    <a:pt x="1007211" y="4807696"/>
                  </a:lnTo>
                  <a:lnTo>
                    <a:pt x="1007336" y="4807696"/>
                  </a:lnTo>
                  <a:lnTo>
                    <a:pt x="1007461" y="4807696"/>
                  </a:lnTo>
                  <a:lnTo>
                    <a:pt x="1007586" y="4807696"/>
                  </a:lnTo>
                  <a:lnTo>
                    <a:pt x="1007711" y="4807696"/>
                  </a:lnTo>
                  <a:lnTo>
                    <a:pt x="1007836" y="4807696"/>
                  </a:lnTo>
                  <a:lnTo>
                    <a:pt x="1007961" y="4807696"/>
                  </a:lnTo>
                  <a:lnTo>
                    <a:pt x="1008086" y="4807696"/>
                  </a:lnTo>
                  <a:lnTo>
                    <a:pt x="1008212" y="4807696"/>
                  </a:lnTo>
                  <a:lnTo>
                    <a:pt x="1008337" y="4807696"/>
                  </a:lnTo>
                  <a:lnTo>
                    <a:pt x="1008462" y="4807696"/>
                  </a:lnTo>
                  <a:lnTo>
                    <a:pt x="1008587" y="4807696"/>
                  </a:lnTo>
                  <a:lnTo>
                    <a:pt x="1008712" y="4807696"/>
                  </a:lnTo>
                  <a:lnTo>
                    <a:pt x="1008837" y="4807696"/>
                  </a:lnTo>
                  <a:lnTo>
                    <a:pt x="1008962" y="4807696"/>
                  </a:lnTo>
                  <a:lnTo>
                    <a:pt x="1009087" y="4807696"/>
                  </a:lnTo>
                  <a:lnTo>
                    <a:pt x="1009212" y="4807696"/>
                  </a:lnTo>
                  <a:lnTo>
                    <a:pt x="1009337" y="4807696"/>
                  </a:lnTo>
                  <a:lnTo>
                    <a:pt x="1009462" y="4807696"/>
                  </a:lnTo>
                  <a:lnTo>
                    <a:pt x="1009587" y="4807696"/>
                  </a:lnTo>
                  <a:lnTo>
                    <a:pt x="1009712" y="4807696"/>
                  </a:lnTo>
                  <a:lnTo>
                    <a:pt x="1009837" y="4807696"/>
                  </a:lnTo>
                  <a:lnTo>
                    <a:pt x="1009962" y="4807696"/>
                  </a:lnTo>
                  <a:lnTo>
                    <a:pt x="1010087" y="4807696"/>
                  </a:lnTo>
                  <a:lnTo>
                    <a:pt x="1010212" y="4807696"/>
                  </a:lnTo>
                  <a:lnTo>
                    <a:pt x="1010337" y="4807696"/>
                  </a:lnTo>
                  <a:lnTo>
                    <a:pt x="1010462" y="4807696"/>
                  </a:lnTo>
                  <a:lnTo>
                    <a:pt x="1010587" y="4807696"/>
                  </a:lnTo>
                  <a:lnTo>
                    <a:pt x="1010712" y="4807696"/>
                  </a:lnTo>
                  <a:lnTo>
                    <a:pt x="1010837" y="4807696"/>
                  </a:lnTo>
                  <a:lnTo>
                    <a:pt x="1010962" y="4807696"/>
                  </a:lnTo>
                  <a:lnTo>
                    <a:pt x="1011088" y="4807696"/>
                  </a:lnTo>
                  <a:lnTo>
                    <a:pt x="1011213" y="4807696"/>
                  </a:lnTo>
                  <a:lnTo>
                    <a:pt x="1011338" y="4807696"/>
                  </a:lnTo>
                  <a:lnTo>
                    <a:pt x="1011463" y="4807696"/>
                  </a:lnTo>
                  <a:lnTo>
                    <a:pt x="1011588" y="4807696"/>
                  </a:lnTo>
                  <a:lnTo>
                    <a:pt x="1011713" y="4807696"/>
                  </a:lnTo>
                  <a:lnTo>
                    <a:pt x="1011838" y="4807696"/>
                  </a:lnTo>
                  <a:lnTo>
                    <a:pt x="1011963" y="4807696"/>
                  </a:lnTo>
                  <a:lnTo>
                    <a:pt x="1012088" y="4807696"/>
                  </a:lnTo>
                  <a:lnTo>
                    <a:pt x="1012213" y="4807696"/>
                  </a:lnTo>
                  <a:lnTo>
                    <a:pt x="1012338" y="4807696"/>
                  </a:lnTo>
                  <a:lnTo>
                    <a:pt x="1012463" y="4807696"/>
                  </a:lnTo>
                  <a:lnTo>
                    <a:pt x="1012588" y="4807696"/>
                  </a:lnTo>
                  <a:lnTo>
                    <a:pt x="1012713" y="4807696"/>
                  </a:lnTo>
                  <a:lnTo>
                    <a:pt x="1012838" y="4807696"/>
                  </a:lnTo>
                  <a:lnTo>
                    <a:pt x="1012963" y="4807696"/>
                  </a:lnTo>
                  <a:lnTo>
                    <a:pt x="1013088" y="4807696"/>
                  </a:lnTo>
                  <a:lnTo>
                    <a:pt x="1013213" y="4807696"/>
                  </a:lnTo>
                  <a:lnTo>
                    <a:pt x="1013338" y="4807696"/>
                  </a:lnTo>
                  <a:lnTo>
                    <a:pt x="1013463" y="4807696"/>
                  </a:lnTo>
                  <a:lnTo>
                    <a:pt x="1013588" y="4807696"/>
                  </a:lnTo>
                  <a:lnTo>
                    <a:pt x="1013713" y="4807696"/>
                  </a:lnTo>
                  <a:lnTo>
                    <a:pt x="1013838" y="4807696"/>
                  </a:lnTo>
                  <a:lnTo>
                    <a:pt x="1013963" y="4807696"/>
                  </a:lnTo>
                  <a:lnTo>
                    <a:pt x="1014089" y="4807696"/>
                  </a:lnTo>
                  <a:lnTo>
                    <a:pt x="1014214" y="4807696"/>
                  </a:lnTo>
                  <a:lnTo>
                    <a:pt x="1014339" y="4807696"/>
                  </a:lnTo>
                  <a:lnTo>
                    <a:pt x="1014464" y="4807696"/>
                  </a:lnTo>
                  <a:lnTo>
                    <a:pt x="1014589" y="4807696"/>
                  </a:lnTo>
                  <a:lnTo>
                    <a:pt x="1014714" y="4807696"/>
                  </a:lnTo>
                  <a:lnTo>
                    <a:pt x="1014839" y="4807696"/>
                  </a:lnTo>
                  <a:lnTo>
                    <a:pt x="1014964" y="4807696"/>
                  </a:lnTo>
                  <a:lnTo>
                    <a:pt x="1015089" y="4807696"/>
                  </a:lnTo>
                  <a:lnTo>
                    <a:pt x="1015214" y="4807696"/>
                  </a:lnTo>
                  <a:lnTo>
                    <a:pt x="1015339" y="4807696"/>
                  </a:lnTo>
                  <a:lnTo>
                    <a:pt x="1015464" y="4807696"/>
                  </a:lnTo>
                  <a:lnTo>
                    <a:pt x="1015589" y="4807696"/>
                  </a:lnTo>
                  <a:lnTo>
                    <a:pt x="1015714" y="4807696"/>
                  </a:lnTo>
                  <a:lnTo>
                    <a:pt x="1015839" y="4807696"/>
                  </a:lnTo>
                  <a:lnTo>
                    <a:pt x="1015964" y="4807696"/>
                  </a:lnTo>
                  <a:lnTo>
                    <a:pt x="1016089" y="4807696"/>
                  </a:lnTo>
                  <a:lnTo>
                    <a:pt x="1016214" y="4807696"/>
                  </a:lnTo>
                  <a:lnTo>
                    <a:pt x="1016339" y="4807696"/>
                  </a:lnTo>
                  <a:lnTo>
                    <a:pt x="1016464" y="4807696"/>
                  </a:lnTo>
                  <a:lnTo>
                    <a:pt x="1016589" y="4807696"/>
                  </a:lnTo>
                  <a:lnTo>
                    <a:pt x="1016714" y="4807696"/>
                  </a:lnTo>
                  <a:lnTo>
                    <a:pt x="1016714" y="4797742"/>
                  </a:lnTo>
                  <a:lnTo>
                    <a:pt x="1016839" y="4797742"/>
                  </a:lnTo>
                  <a:lnTo>
                    <a:pt x="1016964" y="4797742"/>
                  </a:lnTo>
                  <a:lnTo>
                    <a:pt x="1017090" y="4797742"/>
                  </a:lnTo>
                  <a:lnTo>
                    <a:pt x="1017215" y="4797742"/>
                  </a:lnTo>
                  <a:lnTo>
                    <a:pt x="1017340" y="4797742"/>
                  </a:lnTo>
                  <a:lnTo>
                    <a:pt x="1017465" y="4797742"/>
                  </a:lnTo>
                  <a:lnTo>
                    <a:pt x="1017590" y="4797742"/>
                  </a:lnTo>
                  <a:lnTo>
                    <a:pt x="1017715" y="4797742"/>
                  </a:lnTo>
                  <a:lnTo>
                    <a:pt x="1017840" y="4797742"/>
                  </a:lnTo>
                  <a:lnTo>
                    <a:pt x="1017965" y="4797742"/>
                  </a:lnTo>
                  <a:lnTo>
                    <a:pt x="1018090" y="4797742"/>
                  </a:lnTo>
                  <a:lnTo>
                    <a:pt x="1018215" y="4797742"/>
                  </a:lnTo>
                  <a:lnTo>
                    <a:pt x="1018340" y="4797742"/>
                  </a:lnTo>
                  <a:lnTo>
                    <a:pt x="1018465" y="4797742"/>
                  </a:lnTo>
                  <a:lnTo>
                    <a:pt x="1018590" y="4797742"/>
                  </a:lnTo>
                  <a:lnTo>
                    <a:pt x="1018590" y="4787788"/>
                  </a:lnTo>
                  <a:lnTo>
                    <a:pt x="1018715" y="4787788"/>
                  </a:lnTo>
                  <a:lnTo>
                    <a:pt x="1018840" y="4787788"/>
                  </a:lnTo>
                  <a:lnTo>
                    <a:pt x="1018965" y="4787788"/>
                  </a:lnTo>
                  <a:lnTo>
                    <a:pt x="1019090" y="4787788"/>
                  </a:lnTo>
                  <a:lnTo>
                    <a:pt x="1019215" y="4787788"/>
                  </a:lnTo>
                  <a:lnTo>
                    <a:pt x="1019340" y="4787788"/>
                  </a:lnTo>
                  <a:lnTo>
                    <a:pt x="1019465" y="4787788"/>
                  </a:lnTo>
                  <a:lnTo>
                    <a:pt x="1019590" y="4787788"/>
                  </a:lnTo>
                  <a:lnTo>
                    <a:pt x="1019715" y="4787788"/>
                  </a:lnTo>
                  <a:lnTo>
                    <a:pt x="1019840" y="4787788"/>
                  </a:lnTo>
                  <a:lnTo>
                    <a:pt x="1019965" y="4787788"/>
                  </a:lnTo>
                  <a:lnTo>
                    <a:pt x="1020091" y="4787788"/>
                  </a:lnTo>
                  <a:lnTo>
                    <a:pt x="1020216" y="4787788"/>
                  </a:lnTo>
                  <a:lnTo>
                    <a:pt x="1020341" y="4787788"/>
                  </a:lnTo>
                  <a:lnTo>
                    <a:pt x="1020466" y="4787788"/>
                  </a:lnTo>
                  <a:lnTo>
                    <a:pt x="1020591" y="4787788"/>
                  </a:lnTo>
                  <a:lnTo>
                    <a:pt x="1020716" y="4787788"/>
                  </a:lnTo>
                  <a:lnTo>
                    <a:pt x="1020841" y="4787788"/>
                  </a:lnTo>
                  <a:lnTo>
                    <a:pt x="1020966" y="4787788"/>
                  </a:lnTo>
                  <a:lnTo>
                    <a:pt x="1020966" y="4777834"/>
                  </a:lnTo>
                  <a:lnTo>
                    <a:pt x="1021091" y="4777834"/>
                  </a:lnTo>
                  <a:lnTo>
                    <a:pt x="1021216" y="4777834"/>
                  </a:lnTo>
                  <a:lnTo>
                    <a:pt x="1021341" y="4777834"/>
                  </a:lnTo>
                  <a:lnTo>
                    <a:pt x="1021466" y="4777834"/>
                  </a:lnTo>
                  <a:lnTo>
                    <a:pt x="1021591" y="4777834"/>
                  </a:lnTo>
                  <a:lnTo>
                    <a:pt x="1021716" y="4777834"/>
                  </a:lnTo>
                  <a:lnTo>
                    <a:pt x="1021841" y="4777834"/>
                  </a:lnTo>
                  <a:lnTo>
                    <a:pt x="1021966" y="4777834"/>
                  </a:lnTo>
                  <a:lnTo>
                    <a:pt x="1022091" y="4777834"/>
                  </a:lnTo>
                  <a:lnTo>
                    <a:pt x="1022216" y="4777834"/>
                  </a:lnTo>
                  <a:lnTo>
                    <a:pt x="1022341" y="4777834"/>
                  </a:lnTo>
                  <a:lnTo>
                    <a:pt x="1022466" y="4777834"/>
                  </a:lnTo>
                  <a:lnTo>
                    <a:pt x="1022591" y="4777834"/>
                  </a:lnTo>
                  <a:lnTo>
                    <a:pt x="1022716" y="4777834"/>
                  </a:lnTo>
                  <a:lnTo>
                    <a:pt x="1022841" y="4777834"/>
                  </a:lnTo>
                  <a:lnTo>
                    <a:pt x="1022966" y="4777834"/>
                  </a:lnTo>
                  <a:lnTo>
                    <a:pt x="1023092" y="4777834"/>
                  </a:lnTo>
                  <a:lnTo>
                    <a:pt x="1023217" y="4777834"/>
                  </a:lnTo>
                  <a:lnTo>
                    <a:pt x="1023342" y="4777834"/>
                  </a:lnTo>
                  <a:lnTo>
                    <a:pt x="1023467" y="4777834"/>
                  </a:lnTo>
                  <a:lnTo>
                    <a:pt x="1023592" y="4777834"/>
                  </a:lnTo>
                  <a:lnTo>
                    <a:pt x="1023717" y="4777834"/>
                  </a:lnTo>
                  <a:lnTo>
                    <a:pt x="1023842" y="4777834"/>
                  </a:lnTo>
                  <a:lnTo>
                    <a:pt x="1023967" y="4777834"/>
                  </a:lnTo>
                  <a:lnTo>
                    <a:pt x="1024092" y="4777834"/>
                  </a:lnTo>
                  <a:lnTo>
                    <a:pt x="1024217" y="4777834"/>
                  </a:lnTo>
                  <a:lnTo>
                    <a:pt x="1024342" y="4777834"/>
                  </a:lnTo>
                  <a:lnTo>
                    <a:pt x="1024467" y="4777834"/>
                  </a:lnTo>
                  <a:lnTo>
                    <a:pt x="1024592" y="4777834"/>
                  </a:lnTo>
                  <a:lnTo>
                    <a:pt x="1024717" y="4777834"/>
                  </a:lnTo>
                  <a:lnTo>
                    <a:pt x="1024842" y="4777834"/>
                  </a:lnTo>
                  <a:lnTo>
                    <a:pt x="1024967" y="4777834"/>
                  </a:lnTo>
                  <a:lnTo>
                    <a:pt x="1025092" y="4777834"/>
                  </a:lnTo>
                  <a:lnTo>
                    <a:pt x="1025217" y="4777834"/>
                  </a:lnTo>
                  <a:lnTo>
                    <a:pt x="1025342" y="4777834"/>
                  </a:lnTo>
                  <a:lnTo>
                    <a:pt x="1025467" y="4777834"/>
                  </a:lnTo>
                  <a:lnTo>
                    <a:pt x="1025592" y="4777834"/>
                  </a:lnTo>
                  <a:lnTo>
                    <a:pt x="1025717" y="4777834"/>
                  </a:lnTo>
                  <a:lnTo>
                    <a:pt x="1025842" y="4777834"/>
                  </a:lnTo>
                  <a:lnTo>
                    <a:pt x="1025967" y="4777834"/>
                  </a:lnTo>
                  <a:lnTo>
                    <a:pt x="1026093" y="4777834"/>
                  </a:lnTo>
                  <a:lnTo>
                    <a:pt x="1026218" y="4777834"/>
                  </a:lnTo>
                  <a:lnTo>
                    <a:pt x="1026218" y="4767881"/>
                  </a:lnTo>
                  <a:lnTo>
                    <a:pt x="1026343" y="4767881"/>
                  </a:lnTo>
                  <a:lnTo>
                    <a:pt x="1026468" y="4767881"/>
                  </a:lnTo>
                  <a:lnTo>
                    <a:pt x="1026593" y="4767881"/>
                  </a:lnTo>
                  <a:lnTo>
                    <a:pt x="1026718" y="4767881"/>
                  </a:lnTo>
                  <a:lnTo>
                    <a:pt x="1026843" y="4767881"/>
                  </a:lnTo>
                  <a:lnTo>
                    <a:pt x="1026968" y="4767881"/>
                  </a:lnTo>
                  <a:lnTo>
                    <a:pt x="1027093" y="4767881"/>
                  </a:lnTo>
                  <a:lnTo>
                    <a:pt x="1027218" y="4767881"/>
                  </a:lnTo>
                  <a:lnTo>
                    <a:pt x="1027343" y="4767881"/>
                  </a:lnTo>
                  <a:lnTo>
                    <a:pt x="1027468" y="4767881"/>
                  </a:lnTo>
                  <a:lnTo>
                    <a:pt x="1027593" y="4767881"/>
                  </a:lnTo>
                  <a:lnTo>
                    <a:pt x="1027718" y="4767881"/>
                  </a:lnTo>
                  <a:lnTo>
                    <a:pt x="1027843" y="4767881"/>
                  </a:lnTo>
                  <a:lnTo>
                    <a:pt x="1027968" y="4767881"/>
                  </a:lnTo>
                  <a:lnTo>
                    <a:pt x="1028093" y="4767881"/>
                  </a:lnTo>
                  <a:lnTo>
                    <a:pt x="1028218" y="4767881"/>
                  </a:lnTo>
                  <a:lnTo>
                    <a:pt x="1028343" y="4767881"/>
                  </a:lnTo>
                  <a:lnTo>
                    <a:pt x="1028468" y="4767881"/>
                  </a:lnTo>
                  <a:lnTo>
                    <a:pt x="1028593" y="4767881"/>
                  </a:lnTo>
                  <a:lnTo>
                    <a:pt x="1028718" y="4767881"/>
                  </a:lnTo>
                  <a:lnTo>
                    <a:pt x="1028843" y="4767881"/>
                  </a:lnTo>
                  <a:lnTo>
                    <a:pt x="1028968" y="4767881"/>
                  </a:lnTo>
                  <a:lnTo>
                    <a:pt x="1029094" y="4767881"/>
                  </a:lnTo>
                  <a:lnTo>
                    <a:pt x="1029219" y="4767881"/>
                  </a:lnTo>
                  <a:lnTo>
                    <a:pt x="1029344" y="4767881"/>
                  </a:lnTo>
                  <a:lnTo>
                    <a:pt x="1029469" y="4767881"/>
                  </a:lnTo>
                  <a:lnTo>
                    <a:pt x="1029594" y="4767881"/>
                  </a:lnTo>
                  <a:lnTo>
                    <a:pt x="1029719" y="4767881"/>
                  </a:lnTo>
                  <a:lnTo>
                    <a:pt x="1029844" y="4767881"/>
                  </a:lnTo>
                  <a:lnTo>
                    <a:pt x="1029969" y="4767881"/>
                  </a:lnTo>
                  <a:lnTo>
                    <a:pt x="1029969" y="4757927"/>
                  </a:lnTo>
                  <a:lnTo>
                    <a:pt x="1030094" y="4757927"/>
                  </a:lnTo>
                  <a:lnTo>
                    <a:pt x="1030219" y="4757927"/>
                  </a:lnTo>
                  <a:lnTo>
                    <a:pt x="1030344" y="4757927"/>
                  </a:lnTo>
                  <a:lnTo>
                    <a:pt x="1030469" y="4757927"/>
                  </a:lnTo>
                  <a:lnTo>
                    <a:pt x="1030594" y="4757927"/>
                  </a:lnTo>
                  <a:lnTo>
                    <a:pt x="1030719" y="4757927"/>
                  </a:lnTo>
                  <a:lnTo>
                    <a:pt x="1030844" y="4757927"/>
                  </a:lnTo>
                  <a:lnTo>
                    <a:pt x="1030969" y="4757927"/>
                  </a:lnTo>
                  <a:lnTo>
                    <a:pt x="1031094" y="4757927"/>
                  </a:lnTo>
                  <a:lnTo>
                    <a:pt x="1031219" y="4757927"/>
                  </a:lnTo>
                  <a:lnTo>
                    <a:pt x="1031344" y="4757927"/>
                  </a:lnTo>
                  <a:lnTo>
                    <a:pt x="1031469" y="4757927"/>
                  </a:lnTo>
                  <a:lnTo>
                    <a:pt x="1031594" y="4757927"/>
                  </a:lnTo>
                  <a:lnTo>
                    <a:pt x="1031719" y="4757927"/>
                  </a:lnTo>
                  <a:lnTo>
                    <a:pt x="1031844" y="4757927"/>
                  </a:lnTo>
                  <a:lnTo>
                    <a:pt x="1031969" y="4757927"/>
                  </a:lnTo>
                  <a:lnTo>
                    <a:pt x="1032095" y="4757927"/>
                  </a:lnTo>
                  <a:lnTo>
                    <a:pt x="1032220" y="4757927"/>
                  </a:lnTo>
                  <a:lnTo>
                    <a:pt x="1032345" y="4757927"/>
                  </a:lnTo>
                  <a:lnTo>
                    <a:pt x="1032470" y="4757927"/>
                  </a:lnTo>
                  <a:lnTo>
                    <a:pt x="1032595" y="4757927"/>
                  </a:lnTo>
                  <a:lnTo>
                    <a:pt x="1032720" y="4757927"/>
                  </a:lnTo>
                  <a:lnTo>
                    <a:pt x="1032845" y="4757927"/>
                  </a:lnTo>
                  <a:lnTo>
                    <a:pt x="1032970" y="4757927"/>
                  </a:lnTo>
                  <a:lnTo>
                    <a:pt x="1033095" y="4757927"/>
                  </a:lnTo>
                  <a:lnTo>
                    <a:pt x="1033220" y="4757927"/>
                  </a:lnTo>
                  <a:lnTo>
                    <a:pt x="1033345" y="4757927"/>
                  </a:lnTo>
                  <a:lnTo>
                    <a:pt x="1033470" y="4757927"/>
                  </a:lnTo>
                  <a:lnTo>
                    <a:pt x="1033595" y="4757927"/>
                  </a:lnTo>
                  <a:lnTo>
                    <a:pt x="1033720" y="4757927"/>
                  </a:lnTo>
                  <a:lnTo>
                    <a:pt x="1033845" y="4757927"/>
                  </a:lnTo>
                  <a:lnTo>
                    <a:pt x="1033970" y="4757927"/>
                  </a:lnTo>
                  <a:lnTo>
                    <a:pt x="1034095" y="4757927"/>
                  </a:lnTo>
                  <a:lnTo>
                    <a:pt x="1034220" y="4757927"/>
                  </a:lnTo>
                  <a:lnTo>
                    <a:pt x="1034345" y="4757927"/>
                  </a:lnTo>
                  <a:lnTo>
                    <a:pt x="1034470" y="4757927"/>
                  </a:lnTo>
                  <a:lnTo>
                    <a:pt x="1034595" y="4757927"/>
                  </a:lnTo>
                  <a:lnTo>
                    <a:pt x="1034720" y="4757927"/>
                  </a:lnTo>
                  <a:lnTo>
                    <a:pt x="1034845" y="4757927"/>
                  </a:lnTo>
                  <a:lnTo>
                    <a:pt x="1034970" y="4757927"/>
                  </a:lnTo>
                  <a:lnTo>
                    <a:pt x="1035096" y="4757927"/>
                  </a:lnTo>
                  <a:lnTo>
                    <a:pt x="1035221" y="4757927"/>
                  </a:lnTo>
                  <a:lnTo>
                    <a:pt x="1035346" y="4757927"/>
                  </a:lnTo>
                  <a:lnTo>
                    <a:pt x="1035471" y="4757927"/>
                  </a:lnTo>
                  <a:lnTo>
                    <a:pt x="1035596" y="4757927"/>
                  </a:lnTo>
                  <a:lnTo>
                    <a:pt x="1035721" y="4757927"/>
                  </a:lnTo>
                  <a:lnTo>
                    <a:pt x="1035846" y="4757927"/>
                  </a:lnTo>
                  <a:lnTo>
                    <a:pt x="1035971" y="4757927"/>
                  </a:lnTo>
                  <a:lnTo>
                    <a:pt x="1036096" y="4757927"/>
                  </a:lnTo>
                  <a:lnTo>
                    <a:pt x="1036221" y="4757927"/>
                  </a:lnTo>
                  <a:lnTo>
                    <a:pt x="1036346" y="4757927"/>
                  </a:lnTo>
                  <a:lnTo>
                    <a:pt x="1036471" y="4757927"/>
                  </a:lnTo>
                  <a:lnTo>
                    <a:pt x="1036596" y="4757927"/>
                  </a:lnTo>
                  <a:lnTo>
                    <a:pt x="1036721" y="4757927"/>
                  </a:lnTo>
                  <a:lnTo>
                    <a:pt x="1036846" y="4757927"/>
                  </a:lnTo>
                  <a:lnTo>
                    <a:pt x="1036971" y="4757927"/>
                  </a:lnTo>
                  <a:lnTo>
                    <a:pt x="1037096" y="4757927"/>
                  </a:lnTo>
                  <a:lnTo>
                    <a:pt x="1037221" y="4757927"/>
                  </a:lnTo>
                  <a:lnTo>
                    <a:pt x="1037346" y="4757927"/>
                  </a:lnTo>
                  <a:lnTo>
                    <a:pt x="1037471" y="4757927"/>
                  </a:lnTo>
                  <a:lnTo>
                    <a:pt x="1037596" y="4757927"/>
                  </a:lnTo>
                  <a:lnTo>
                    <a:pt x="1037596" y="4747973"/>
                  </a:lnTo>
                  <a:lnTo>
                    <a:pt x="1037721" y="4747973"/>
                  </a:lnTo>
                  <a:lnTo>
                    <a:pt x="1037846" y="4747973"/>
                  </a:lnTo>
                  <a:lnTo>
                    <a:pt x="1037971" y="4747973"/>
                  </a:lnTo>
                  <a:lnTo>
                    <a:pt x="1038097" y="4747973"/>
                  </a:lnTo>
                  <a:lnTo>
                    <a:pt x="1038222" y="4747973"/>
                  </a:lnTo>
                  <a:lnTo>
                    <a:pt x="1038347" y="4747973"/>
                  </a:lnTo>
                  <a:lnTo>
                    <a:pt x="1038472" y="4747973"/>
                  </a:lnTo>
                  <a:lnTo>
                    <a:pt x="1038597" y="4747973"/>
                  </a:lnTo>
                  <a:lnTo>
                    <a:pt x="1038722" y="4747973"/>
                  </a:lnTo>
                  <a:lnTo>
                    <a:pt x="1038847" y="4747973"/>
                  </a:lnTo>
                  <a:lnTo>
                    <a:pt x="1038972" y="4747973"/>
                  </a:lnTo>
                  <a:lnTo>
                    <a:pt x="1039097" y="4747973"/>
                  </a:lnTo>
                  <a:lnTo>
                    <a:pt x="1039222" y="4747973"/>
                  </a:lnTo>
                  <a:lnTo>
                    <a:pt x="1039347" y="4747973"/>
                  </a:lnTo>
                  <a:lnTo>
                    <a:pt x="1039472" y="4747973"/>
                  </a:lnTo>
                  <a:lnTo>
                    <a:pt x="1039597" y="4747973"/>
                  </a:lnTo>
                  <a:lnTo>
                    <a:pt x="1039722" y="4747973"/>
                  </a:lnTo>
                  <a:lnTo>
                    <a:pt x="1039847" y="4747973"/>
                  </a:lnTo>
                  <a:lnTo>
                    <a:pt x="1039972" y="4747973"/>
                  </a:lnTo>
                  <a:lnTo>
                    <a:pt x="1040097" y="4747973"/>
                  </a:lnTo>
                  <a:lnTo>
                    <a:pt x="1040222" y="4747973"/>
                  </a:lnTo>
                  <a:lnTo>
                    <a:pt x="1040347" y="4747973"/>
                  </a:lnTo>
                  <a:lnTo>
                    <a:pt x="1040472" y="4747973"/>
                  </a:lnTo>
                  <a:lnTo>
                    <a:pt x="1040597" y="4747973"/>
                  </a:lnTo>
                  <a:lnTo>
                    <a:pt x="1040722" y="4747973"/>
                  </a:lnTo>
                  <a:lnTo>
                    <a:pt x="1040847" y="4747973"/>
                  </a:lnTo>
                  <a:lnTo>
                    <a:pt x="1040972" y="4747973"/>
                  </a:lnTo>
                  <a:lnTo>
                    <a:pt x="1041098" y="4747973"/>
                  </a:lnTo>
                  <a:lnTo>
                    <a:pt x="1041223" y="4747973"/>
                  </a:lnTo>
                  <a:lnTo>
                    <a:pt x="1041348" y="4747973"/>
                  </a:lnTo>
                  <a:lnTo>
                    <a:pt x="1041473" y="4747973"/>
                  </a:lnTo>
                  <a:lnTo>
                    <a:pt x="1041598" y="4747973"/>
                  </a:lnTo>
                  <a:lnTo>
                    <a:pt x="1041723" y="4747973"/>
                  </a:lnTo>
                  <a:lnTo>
                    <a:pt x="1041848" y="4747973"/>
                  </a:lnTo>
                  <a:lnTo>
                    <a:pt x="1041973" y="4747973"/>
                  </a:lnTo>
                  <a:lnTo>
                    <a:pt x="1042098" y="4747973"/>
                  </a:lnTo>
                  <a:lnTo>
                    <a:pt x="1042223" y="4747973"/>
                  </a:lnTo>
                  <a:lnTo>
                    <a:pt x="1042348" y="4747973"/>
                  </a:lnTo>
                  <a:lnTo>
                    <a:pt x="1042473" y="4747973"/>
                  </a:lnTo>
                  <a:lnTo>
                    <a:pt x="1042598" y="4747973"/>
                  </a:lnTo>
                  <a:lnTo>
                    <a:pt x="1042723" y="4747973"/>
                  </a:lnTo>
                  <a:lnTo>
                    <a:pt x="1042848" y="4747973"/>
                  </a:lnTo>
                  <a:lnTo>
                    <a:pt x="1042973" y="4747973"/>
                  </a:lnTo>
                  <a:lnTo>
                    <a:pt x="1043098" y="4747973"/>
                  </a:lnTo>
                  <a:lnTo>
                    <a:pt x="1043223" y="4747973"/>
                  </a:lnTo>
                  <a:lnTo>
                    <a:pt x="1043348" y="4747973"/>
                  </a:lnTo>
                  <a:lnTo>
                    <a:pt x="1043473" y="4747973"/>
                  </a:lnTo>
                  <a:lnTo>
                    <a:pt x="1043598" y="4747973"/>
                  </a:lnTo>
                  <a:lnTo>
                    <a:pt x="1043598" y="4738019"/>
                  </a:lnTo>
                  <a:lnTo>
                    <a:pt x="1043723" y="4738019"/>
                  </a:lnTo>
                  <a:lnTo>
                    <a:pt x="1043848" y="4738019"/>
                  </a:lnTo>
                  <a:lnTo>
                    <a:pt x="1043973" y="4738019"/>
                  </a:lnTo>
                  <a:lnTo>
                    <a:pt x="1044099" y="4738019"/>
                  </a:lnTo>
                  <a:lnTo>
                    <a:pt x="1044224" y="4738019"/>
                  </a:lnTo>
                  <a:lnTo>
                    <a:pt x="1044349" y="4738019"/>
                  </a:lnTo>
                  <a:lnTo>
                    <a:pt x="1044474" y="4738019"/>
                  </a:lnTo>
                  <a:lnTo>
                    <a:pt x="1044599" y="4738019"/>
                  </a:lnTo>
                  <a:lnTo>
                    <a:pt x="1044724" y="4738019"/>
                  </a:lnTo>
                  <a:lnTo>
                    <a:pt x="1044849" y="4738019"/>
                  </a:lnTo>
                  <a:lnTo>
                    <a:pt x="1044974" y="4738019"/>
                  </a:lnTo>
                  <a:lnTo>
                    <a:pt x="1045099" y="4738019"/>
                  </a:lnTo>
                  <a:lnTo>
                    <a:pt x="1045224" y="4738019"/>
                  </a:lnTo>
                  <a:lnTo>
                    <a:pt x="1045349" y="4738019"/>
                  </a:lnTo>
                  <a:lnTo>
                    <a:pt x="1045474" y="4738019"/>
                  </a:lnTo>
                  <a:lnTo>
                    <a:pt x="1045599" y="4738019"/>
                  </a:lnTo>
                  <a:lnTo>
                    <a:pt x="1045724" y="4738019"/>
                  </a:lnTo>
                  <a:lnTo>
                    <a:pt x="1045849" y="4738019"/>
                  </a:lnTo>
                  <a:lnTo>
                    <a:pt x="1045974" y="4738019"/>
                  </a:lnTo>
                  <a:lnTo>
                    <a:pt x="1046099" y="4738019"/>
                  </a:lnTo>
                  <a:lnTo>
                    <a:pt x="1046224" y="4738019"/>
                  </a:lnTo>
                  <a:lnTo>
                    <a:pt x="1046349" y="4738019"/>
                  </a:lnTo>
                  <a:lnTo>
                    <a:pt x="1046474" y="4738019"/>
                  </a:lnTo>
                  <a:lnTo>
                    <a:pt x="1046599" y="4738019"/>
                  </a:lnTo>
                  <a:lnTo>
                    <a:pt x="1046724" y="4738019"/>
                  </a:lnTo>
                  <a:lnTo>
                    <a:pt x="1046849" y="4738019"/>
                  </a:lnTo>
                  <a:lnTo>
                    <a:pt x="1046974" y="4738019"/>
                  </a:lnTo>
                  <a:lnTo>
                    <a:pt x="1047100" y="4738019"/>
                  </a:lnTo>
                  <a:lnTo>
                    <a:pt x="1047225" y="4738019"/>
                  </a:lnTo>
                  <a:lnTo>
                    <a:pt x="1047225" y="4728065"/>
                  </a:lnTo>
                  <a:lnTo>
                    <a:pt x="1047350" y="4728065"/>
                  </a:lnTo>
                  <a:lnTo>
                    <a:pt x="1047475" y="4728065"/>
                  </a:lnTo>
                  <a:lnTo>
                    <a:pt x="1047600" y="4728065"/>
                  </a:lnTo>
                  <a:lnTo>
                    <a:pt x="1047725" y="4728065"/>
                  </a:lnTo>
                  <a:lnTo>
                    <a:pt x="1047850" y="4728065"/>
                  </a:lnTo>
                  <a:lnTo>
                    <a:pt x="1047975" y="4728065"/>
                  </a:lnTo>
                  <a:lnTo>
                    <a:pt x="1048100" y="4728065"/>
                  </a:lnTo>
                  <a:lnTo>
                    <a:pt x="1048225" y="4728065"/>
                  </a:lnTo>
                  <a:lnTo>
                    <a:pt x="1048350" y="4728065"/>
                  </a:lnTo>
                  <a:lnTo>
                    <a:pt x="1048475" y="4728065"/>
                  </a:lnTo>
                  <a:lnTo>
                    <a:pt x="1048600" y="4728065"/>
                  </a:lnTo>
                  <a:lnTo>
                    <a:pt x="1048725" y="4728065"/>
                  </a:lnTo>
                  <a:lnTo>
                    <a:pt x="1048850" y="4728065"/>
                  </a:lnTo>
                  <a:lnTo>
                    <a:pt x="1048975" y="4728065"/>
                  </a:lnTo>
                  <a:lnTo>
                    <a:pt x="1049100" y="4728065"/>
                  </a:lnTo>
                  <a:lnTo>
                    <a:pt x="1049225" y="4728065"/>
                  </a:lnTo>
                  <a:lnTo>
                    <a:pt x="1049350" y="4728065"/>
                  </a:lnTo>
                  <a:lnTo>
                    <a:pt x="1049475" y="4728065"/>
                  </a:lnTo>
                  <a:lnTo>
                    <a:pt x="1049600" y="4728065"/>
                  </a:lnTo>
                  <a:lnTo>
                    <a:pt x="1049725" y="4728065"/>
                  </a:lnTo>
                  <a:lnTo>
                    <a:pt x="1049850" y="4728065"/>
                  </a:lnTo>
                  <a:lnTo>
                    <a:pt x="1049976" y="4728065"/>
                  </a:lnTo>
                  <a:lnTo>
                    <a:pt x="1050101" y="4728065"/>
                  </a:lnTo>
                  <a:lnTo>
                    <a:pt x="1050226" y="4728065"/>
                  </a:lnTo>
                  <a:lnTo>
                    <a:pt x="1050351" y="4728065"/>
                  </a:lnTo>
                  <a:lnTo>
                    <a:pt x="1050476" y="4728065"/>
                  </a:lnTo>
                  <a:lnTo>
                    <a:pt x="1050601" y="4728065"/>
                  </a:lnTo>
                  <a:lnTo>
                    <a:pt x="1050726" y="4728065"/>
                  </a:lnTo>
                  <a:lnTo>
                    <a:pt x="1050851" y="4728065"/>
                  </a:lnTo>
                  <a:lnTo>
                    <a:pt x="1050976" y="4728065"/>
                  </a:lnTo>
                  <a:lnTo>
                    <a:pt x="1051101" y="4728065"/>
                  </a:lnTo>
                  <a:lnTo>
                    <a:pt x="1051226" y="4728065"/>
                  </a:lnTo>
                  <a:lnTo>
                    <a:pt x="1051351" y="4728065"/>
                  </a:lnTo>
                  <a:lnTo>
                    <a:pt x="1051476" y="4728065"/>
                  </a:lnTo>
                  <a:lnTo>
                    <a:pt x="1051601" y="4728065"/>
                  </a:lnTo>
                  <a:lnTo>
                    <a:pt x="1051726" y="4728065"/>
                  </a:lnTo>
                  <a:lnTo>
                    <a:pt x="1051851" y="4728065"/>
                  </a:lnTo>
                  <a:lnTo>
                    <a:pt x="1051976" y="4728065"/>
                  </a:lnTo>
                  <a:lnTo>
                    <a:pt x="1052101" y="4728065"/>
                  </a:lnTo>
                  <a:lnTo>
                    <a:pt x="1052226" y="4728065"/>
                  </a:lnTo>
                  <a:lnTo>
                    <a:pt x="1052351" y="4728065"/>
                  </a:lnTo>
                  <a:lnTo>
                    <a:pt x="1052476" y="4728065"/>
                  </a:lnTo>
                  <a:lnTo>
                    <a:pt x="1052601" y="4728065"/>
                  </a:lnTo>
                  <a:lnTo>
                    <a:pt x="1052726" y="4728065"/>
                  </a:lnTo>
                  <a:lnTo>
                    <a:pt x="1052851" y="4728065"/>
                  </a:lnTo>
                  <a:lnTo>
                    <a:pt x="1052977" y="4728065"/>
                  </a:lnTo>
                  <a:lnTo>
                    <a:pt x="1053102" y="4728065"/>
                  </a:lnTo>
                  <a:lnTo>
                    <a:pt x="1053227" y="4728065"/>
                  </a:lnTo>
                  <a:lnTo>
                    <a:pt x="1053352" y="4728065"/>
                  </a:lnTo>
                  <a:lnTo>
                    <a:pt x="1053477" y="4728065"/>
                  </a:lnTo>
                  <a:lnTo>
                    <a:pt x="1053602" y="4728065"/>
                  </a:lnTo>
                  <a:lnTo>
                    <a:pt x="1053727" y="4728065"/>
                  </a:lnTo>
                  <a:lnTo>
                    <a:pt x="1053852" y="4728065"/>
                  </a:lnTo>
                  <a:lnTo>
                    <a:pt x="1053977" y="4728065"/>
                  </a:lnTo>
                  <a:lnTo>
                    <a:pt x="1054102" y="4728065"/>
                  </a:lnTo>
                  <a:lnTo>
                    <a:pt x="1054227" y="4728065"/>
                  </a:lnTo>
                  <a:lnTo>
                    <a:pt x="1054352" y="4728065"/>
                  </a:lnTo>
                  <a:lnTo>
                    <a:pt x="1054477" y="4728065"/>
                  </a:lnTo>
                  <a:lnTo>
                    <a:pt x="1054602" y="4728065"/>
                  </a:lnTo>
                  <a:lnTo>
                    <a:pt x="1054727" y="4728065"/>
                  </a:lnTo>
                  <a:lnTo>
                    <a:pt x="1054852" y="4728065"/>
                  </a:lnTo>
                  <a:lnTo>
                    <a:pt x="1054977" y="4728065"/>
                  </a:lnTo>
                  <a:lnTo>
                    <a:pt x="1055102" y="4728065"/>
                  </a:lnTo>
                  <a:lnTo>
                    <a:pt x="1055227" y="4728065"/>
                  </a:lnTo>
                  <a:lnTo>
                    <a:pt x="1055352" y="4728065"/>
                  </a:lnTo>
                  <a:lnTo>
                    <a:pt x="1055477" y="4728065"/>
                  </a:lnTo>
                  <a:lnTo>
                    <a:pt x="1055602" y="4728065"/>
                  </a:lnTo>
                  <a:lnTo>
                    <a:pt x="1055727" y="4728065"/>
                  </a:lnTo>
                  <a:lnTo>
                    <a:pt x="1055852" y="4728065"/>
                  </a:lnTo>
                  <a:lnTo>
                    <a:pt x="1055978" y="4728065"/>
                  </a:lnTo>
                  <a:lnTo>
                    <a:pt x="1056103" y="4728065"/>
                  </a:lnTo>
                  <a:lnTo>
                    <a:pt x="1056228" y="4728065"/>
                  </a:lnTo>
                  <a:lnTo>
                    <a:pt x="1056353" y="4728065"/>
                  </a:lnTo>
                  <a:lnTo>
                    <a:pt x="1056478" y="4728065"/>
                  </a:lnTo>
                  <a:lnTo>
                    <a:pt x="1056603" y="4728065"/>
                  </a:lnTo>
                  <a:lnTo>
                    <a:pt x="1056728" y="4728065"/>
                  </a:lnTo>
                  <a:lnTo>
                    <a:pt x="1056853" y="4728065"/>
                  </a:lnTo>
                  <a:lnTo>
                    <a:pt x="1056978" y="4728065"/>
                  </a:lnTo>
                  <a:lnTo>
                    <a:pt x="1057103" y="4728065"/>
                  </a:lnTo>
                  <a:lnTo>
                    <a:pt x="1057228" y="4728065"/>
                  </a:lnTo>
                  <a:lnTo>
                    <a:pt x="1057353" y="4728065"/>
                  </a:lnTo>
                  <a:lnTo>
                    <a:pt x="1057478" y="4728065"/>
                  </a:lnTo>
                  <a:lnTo>
                    <a:pt x="1057603" y="4728065"/>
                  </a:lnTo>
                  <a:lnTo>
                    <a:pt x="1057728" y="4728065"/>
                  </a:lnTo>
                  <a:lnTo>
                    <a:pt x="1057853" y="4728065"/>
                  </a:lnTo>
                  <a:lnTo>
                    <a:pt x="1057978" y="4728065"/>
                  </a:lnTo>
                  <a:lnTo>
                    <a:pt x="1058103" y="4728065"/>
                  </a:lnTo>
                  <a:lnTo>
                    <a:pt x="1058228" y="4728065"/>
                  </a:lnTo>
                  <a:lnTo>
                    <a:pt x="1058353" y="4728065"/>
                  </a:lnTo>
                  <a:lnTo>
                    <a:pt x="1058478" y="4728065"/>
                  </a:lnTo>
                  <a:lnTo>
                    <a:pt x="1058603" y="4728065"/>
                  </a:lnTo>
                  <a:lnTo>
                    <a:pt x="1058728" y="4728065"/>
                  </a:lnTo>
                  <a:lnTo>
                    <a:pt x="1058853" y="4728065"/>
                  </a:lnTo>
                  <a:lnTo>
                    <a:pt x="1058979" y="4728065"/>
                  </a:lnTo>
                  <a:lnTo>
                    <a:pt x="1059104" y="4728065"/>
                  </a:lnTo>
                  <a:lnTo>
                    <a:pt x="1059229" y="4728065"/>
                  </a:lnTo>
                  <a:lnTo>
                    <a:pt x="1059354" y="4728065"/>
                  </a:lnTo>
                  <a:lnTo>
                    <a:pt x="1059479" y="4728065"/>
                  </a:lnTo>
                  <a:lnTo>
                    <a:pt x="1059604" y="4728065"/>
                  </a:lnTo>
                  <a:lnTo>
                    <a:pt x="1059729" y="4728065"/>
                  </a:lnTo>
                  <a:lnTo>
                    <a:pt x="1059854" y="4728065"/>
                  </a:lnTo>
                  <a:lnTo>
                    <a:pt x="1059979" y="4728065"/>
                  </a:lnTo>
                  <a:lnTo>
                    <a:pt x="1060104" y="4728065"/>
                  </a:lnTo>
                  <a:lnTo>
                    <a:pt x="1060229" y="4728065"/>
                  </a:lnTo>
                  <a:lnTo>
                    <a:pt x="1060354" y="4728065"/>
                  </a:lnTo>
                  <a:lnTo>
                    <a:pt x="1060479" y="4728065"/>
                  </a:lnTo>
                  <a:lnTo>
                    <a:pt x="1060604" y="4728065"/>
                  </a:lnTo>
                  <a:lnTo>
                    <a:pt x="1060729" y="4728065"/>
                  </a:lnTo>
                  <a:lnTo>
                    <a:pt x="1060854" y="4728065"/>
                  </a:lnTo>
                  <a:lnTo>
                    <a:pt x="1060979" y="4728065"/>
                  </a:lnTo>
                  <a:lnTo>
                    <a:pt x="1061104" y="4728065"/>
                  </a:lnTo>
                  <a:lnTo>
                    <a:pt x="1061229" y="4728065"/>
                  </a:lnTo>
                  <a:lnTo>
                    <a:pt x="1061354" y="4728065"/>
                  </a:lnTo>
                  <a:lnTo>
                    <a:pt x="1061479" y="4728065"/>
                  </a:lnTo>
                  <a:lnTo>
                    <a:pt x="1061604" y="4728065"/>
                  </a:lnTo>
                  <a:lnTo>
                    <a:pt x="1061729" y="4728065"/>
                  </a:lnTo>
                  <a:lnTo>
                    <a:pt x="1061854" y="4728065"/>
                  </a:lnTo>
                  <a:lnTo>
                    <a:pt x="1061980" y="4728065"/>
                  </a:lnTo>
                  <a:lnTo>
                    <a:pt x="1062105" y="4728065"/>
                  </a:lnTo>
                  <a:lnTo>
                    <a:pt x="1062230" y="4728065"/>
                  </a:lnTo>
                  <a:lnTo>
                    <a:pt x="1062355" y="4728065"/>
                  </a:lnTo>
                  <a:lnTo>
                    <a:pt x="1062480" y="4728065"/>
                  </a:lnTo>
                  <a:lnTo>
                    <a:pt x="1062605" y="4728065"/>
                  </a:lnTo>
                  <a:lnTo>
                    <a:pt x="1062730" y="4728065"/>
                  </a:lnTo>
                  <a:lnTo>
                    <a:pt x="1062855" y="4728065"/>
                  </a:lnTo>
                  <a:lnTo>
                    <a:pt x="1062980" y="4728065"/>
                  </a:lnTo>
                  <a:lnTo>
                    <a:pt x="1063105" y="4728065"/>
                  </a:lnTo>
                  <a:lnTo>
                    <a:pt x="1063230" y="4728065"/>
                  </a:lnTo>
                  <a:lnTo>
                    <a:pt x="1063355" y="4728065"/>
                  </a:lnTo>
                  <a:lnTo>
                    <a:pt x="1063480" y="4728065"/>
                  </a:lnTo>
                  <a:lnTo>
                    <a:pt x="1063605" y="4728065"/>
                  </a:lnTo>
                  <a:lnTo>
                    <a:pt x="1063730" y="4728065"/>
                  </a:lnTo>
                  <a:lnTo>
                    <a:pt x="1063855" y="4728065"/>
                  </a:lnTo>
                  <a:lnTo>
                    <a:pt x="1063980" y="4728065"/>
                  </a:lnTo>
                  <a:lnTo>
                    <a:pt x="1064105" y="4728065"/>
                  </a:lnTo>
                  <a:lnTo>
                    <a:pt x="1064230" y="4728065"/>
                  </a:lnTo>
                  <a:lnTo>
                    <a:pt x="1064355" y="4728065"/>
                  </a:lnTo>
                  <a:lnTo>
                    <a:pt x="1064480" y="4728065"/>
                  </a:lnTo>
                  <a:lnTo>
                    <a:pt x="1064605" y="4728065"/>
                  </a:lnTo>
                  <a:lnTo>
                    <a:pt x="1064730" y="4728065"/>
                  </a:lnTo>
                  <a:lnTo>
                    <a:pt x="1064855" y="4728065"/>
                  </a:lnTo>
                  <a:lnTo>
                    <a:pt x="1064981" y="4728065"/>
                  </a:lnTo>
                  <a:lnTo>
                    <a:pt x="1065106" y="4728065"/>
                  </a:lnTo>
                  <a:lnTo>
                    <a:pt x="1065231" y="4728065"/>
                  </a:lnTo>
                  <a:lnTo>
                    <a:pt x="1065356" y="4728065"/>
                  </a:lnTo>
                  <a:lnTo>
                    <a:pt x="1065481" y="4728065"/>
                  </a:lnTo>
                  <a:lnTo>
                    <a:pt x="1065606" y="4728065"/>
                  </a:lnTo>
                  <a:lnTo>
                    <a:pt x="1065731" y="4728065"/>
                  </a:lnTo>
                  <a:lnTo>
                    <a:pt x="1065856" y="4728065"/>
                  </a:lnTo>
                  <a:lnTo>
                    <a:pt x="1065981" y="4728065"/>
                  </a:lnTo>
                  <a:lnTo>
                    <a:pt x="1066106" y="4728065"/>
                  </a:lnTo>
                  <a:lnTo>
                    <a:pt x="1066231" y="4728065"/>
                  </a:lnTo>
                  <a:lnTo>
                    <a:pt x="1066356" y="4728065"/>
                  </a:lnTo>
                  <a:lnTo>
                    <a:pt x="1066481" y="4728065"/>
                  </a:lnTo>
                  <a:lnTo>
                    <a:pt x="1066606" y="4728065"/>
                  </a:lnTo>
                  <a:lnTo>
                    <a:pt x="1066731" y="4728065"/>
                  </a:lnTo>
                  <a:lnTo>
                    <a:pt x="1066856" y="4728065"/>
                  </a:lnTo>
                  <a:lnTo>
                    <a:pt x="1066981" y="4728065"/>
                  </a:lnTo>
                  <a:lnTo>
                    <a:pt x="1067106" y="4728065"/>
                  </a:lnTo>
                  <a:lnTo>
                    <a:pt x="1067231" y="4728065"/>
                  </a:lnTo>
                  <a:lnTo>
                    <a:pt x="1067356" y="4728065"/>
                  </a:lnTo>
                  <a:lnTo>
                    <a:pt x="1067481" y="4728065"/>
                  </a:lnTo>
                  <a:lnTo>
                    <a:pt x="1067606" y="4728065"/>
                  </a:lnTo>
                  <a:lnTo>
                    <a:pt x="1067731" y="4728065"/>
                  </a:lnTo>
                  <a:lnTo>
                    <a:pt x="1067731" y="4718111"/>
                  </a:lnTo>
                  <a:lnTo>
                    <a:pt x="1067856" y="4718111"/>
                  </a:lnTo>
                  <a:lnTo>
                    <a:pt x="1067982" y="4718111"/>
                  </a:lnTo>
                  <a:lnTo>
                    <a:pt x="1068107" y="4718111"/>
                  </a:lnTo>
                  <a:lnTo>
                    <a:pt x="1068232" y="4718111"/>
                  </a:lnTo>
                  <a:lnTo>
                    <a:pt x="1068357" y="4718111"/>
                  </a:lnTo>
                  <a:lnTo>
                    <a:pt x="1068482" y="4718111"/>
                  </a:lnTo>
                  <a:lnTo>
                    <a:pt x="1068607" y="4718111"/>
                  </a:lnTo>
                  <a:lnTo>
                    <a:pt x="1068732" y="4718111"/>
                  </a:lnTo>
                  <a:lnTo>
                    <a:pt x="1068857" y="4718111"/>
                  </a:lnTo>
                  <a:lnTo>
                    <a:pt x="1068982" y="4718111"/>
                  </a:lnTo>
                  <a:lnTo>
                    <a:pt x="1069107" y="4718111"/>
                  </a:lnTo>
                  <a:lnTo>
                    <a:pt x="1069232" y="4718111"/>
                  </a:lnTo>
                  <a:lnTo>
                    <a:pt x="1069357" y="4718111"/>
                  </a:lnTo>
                  <a:lnTo>
                    <a:pt x="1069482" y="4718111"/>
                  </a:lnTo>
                  <a:lnTo>
                    <a:pt x="1069607" y="4718111"/>
                  </a:lnTo>
                  <a:lnTo>
                    <a:pt x="1069732" y="4718111"/>
                  </a:lnTo>
                  <a:lnTo>
                    <a:pt x="1069857" y="4718111"/>
                  </a:lnTo>
                  <a:lnTo>
                    <a:pt x="1069982" y="4718111"/>
                  </a:lnTo>
                  <a:lnTo>
                    <a:pt x="1070107" y="4718111"/>
                  </a:lnTo>
                  <a:lnTo>
                    <a:pt x="1070232" y="4718111"/>
                  </a:lnTo>
                  <a:lnTo>
                    <a:pt x="1070357" y="4718111"/>
                  </a:lnTo>
                  <a:lnTo>
                    <a:pt x="1070482" y="4718111"/>
                  </a:lnTo>
                  <a:lnTo>
                    <a:pt x="1070607" y="4718111"/>
                  </a:lnTo>
                  <a:lnTo>
                    <a:pt x="1070732" y="4718111"/>
                  </a:lnTo>
                  <a:lnTo>
                    <a:pt x="1070857" y="4718111"/>
                  </a:lnTo>
                  <a:lnTo>
                    <a:pt x="1070983" y="4718111"/>
                  </a:lnTo>
                  <a:lnTo>
                    <a:pt x="1071108" y="4718111"/>
                  </a:lnTo>
                  <a:lnTo>
                    <a:pt x="1071233" y="4718111"/>
                  </a:lnTo>
                  <a:lnTo>
                    <a:pt x="1071358" y="4718111"/>
                  </a:lnTo>
                  <a:lnTo>
                    <a:pt x="1071483" y="4718111"/>
                  </a:lnTo>
                  <a:lnTo>
                    <a:pt x="1071608" y="4718111"/>
                  </a:lnTo>
                  <a:lnTo>
                    <a:pt x="1071733" y="4718111"/>
                  </a:lnTo>
                  <a:lnTo>
                    <a:pt x="1071858" y="4718111"/>
                  </a:lnTo>
                  <a:lnTo>
                    <a:pt x="1071983" y="4718111"/>
                  </a:lnTo>
                  <a:lnTo>
                    <a:pt x="1072108" y="4718111"/>
                  </a:lnTo>
                  <a:lnTo>
                    <a:pt x="1072233" y="4718111"/>
                  </a:lnTo>
                  <a:lnTo>
                    <a:pt x="1072358" y="4718111"/>
                  </a:lnTo>
                  <a:lnTo>
                    <a:pt x="1072483" y="4718111"/>
                  </a:lnTo>
                  <a:lnTo>
                    <a:pt x="1072608" y="4718111"/>
                  </a:lnTo>
                  <a:lnTo>
                    <a:pt x="1072733" y="4718111"/>
                  </a:lnTo>
                  <a:lnTo>
                    <a:pt x="1072858" y="4718111"/>
                  </a:lnTo>
                  <a:lnTo>
                    <a:pt x="1072983" y="4718111"/>
                  </a:lnTo>
                  <a:lnTo>
                    <a:pt x="1073108" y="4718111"/>
                  </a:lnTo>
                  <a:lnTo>
                    <a:pt x="1073233" y="4718111"/>
                  </a:lnTo>
                  <a:lnTo>
                    <a:pt x="1073358" y="4718111"/>
                  </a:lnTo>
                  <a:lnTo>
                    <a:pt x="1073483" y="4718111"/>
                  </a:lnTo>
                  <a:lnTo>
                    <a:pt x="1073608" y="4718111"/>
                  </a:lnTo>
                  <a:lnTo>
                    <a:pt x="1073733" y="4718111"/>
                  </a:lnTo>
                  <a:lnTo>
                    <a:pt x="1073858" y="4718111"/>
                  </a:lnTo>
                  <a:lnTo>
                    <a:pt x="1073984" y="4718111"/>
                  </a:lnTo>
                  <a:lnTo>
                    <a:pt x="1074109" y="4718111"/>
                  </a:lnTo>
                  <a:lnTo>
                    <a:pt x="1074234" y="4718111"/>
                  </a:lnTo>
                  <a:lnTo>
                    <a:pt x="1074359" y="4718111"/>
                  </a:lnTo>
                  <a:lnTo>
                    <a:pt x="1074484" y="4718111"/>
                  </a:lnTo>
                  <a:lnTo>
                    <a:pt x="1074609" y="4718111"/>
                  </a:lnTo>
                  <a:lnTo>
                    <a:pt x="1074734" y="4718111"/>
                  </a:lnTo>
                  <a:lnTo>
                    <a:pt x="1074859" y="4718111"/>
                  </a:lnTo>
                  <a:lnTo>
                    <a:pt x="1074984" y="4718111"/>
                  </a:lnTo>
                  <a:lnTo>
                    <a:pt x="1075109" y="4718111"/>
                  </a:lnTo>
                  <a:lnTo>
                    <a:pt x="1075234" y="4718111"/>
                  </a:lnTo>
                  <a:lnTo>
                    <a:pt x="1075359" y="4718111"/>
                  </a:lnTo>
                  <a:lnTo>
                    <a:pt x="1075484" y="4718111"/>
                  </a:lnTo>
                  <a:lnTo>
                    <a:pt x="1075609" y="4718111"/>
                  </a:lnTo>
                  <a:lnTo>
                    <a:pt x="1075734" y="4718111"/>
                  </a:lnTo>
                  <a:lnTo>
                    <a:pt x="1075859" y="4718111"/>
                  </a:lnTo>
                  <a:lnTo>
                    <a:pt x="1075859" y="4708158"/>
                  </a:lnTo>
                  <a:lnTo>
                    <a:pt x="1075984" y="4708158"/>
                  </a:lnTo>
                  <a:lnTo>
                    <a:pt x="1076109" y="4708158"/>
                  </a:lnTo>
                  <a:lnTo>
                    <a:pt x="1076234" y="4708158"/>
                  </a:lnTo>
                  <a:lnTo>
                    <a:pt x="1076359" y="4708158"/>
                  </a:lnTo>
                  <a:lnTo>
                    <a:pt x="1076484" y="4708158"/>
                  </a:lnTo>
                  <a:lnTo>
                    <a:pt x="1076609" y="4708158"/>
                  </a:lnTo>
                  <a:lnTo>
                    <a:pt x="1076734" y="4708158"/>
                  </a:lnTo>
                  <a:lnTo>
                    <a:pt x="1076859" y="4708158"/>
                  </a:lnTo>
                  <a:lnTo>
                    <a:pt x="1076985" y="4708158"/>
                  </a:lnTo>
                  <a:lnTo>
                    <a:pt x="1077110" y="4708158"/>
                  </a:lnTo>
                  <a:lnTo>
                    <a:pt x="1077235" y="4708158"/>
                  </a:lnTo>
                  <a:lnTo>
                    <a:pt x="1077360" y="4708158"/>
                  </a:lnTo>
                  <a:lnTo>
                    <a:pt x="1077485" y="4708158"/>
                  </a:lnTo>
                  <a:lnTo>
                    <a:pt x="1077610" y="4708158"/>
                  </a:lnTo>
                  <a:lnTo>
                    <a:pt x="1077735" y="4708158"/>
                  </a:lnTo>
                  <a:lnTo>
                    <a:pt x="1077860" y="4708158"/>
                  </a:lnTo>
                  <a:lnTo>
                    <a:pt x="1077985" y="4708158"/>
                  </a:lnTo>
                  <a:lnTo>
                    <a:pt x="1078110" y="4708158"/>
                  </a:lnTo>
                  <a:lnTo>
                    <a:pt x="1078235" y="4708158"/>
                  </a:lnTo>
                  <a:lnTo>
                    <a:pt x="1078360" y="4708158"/>
                  </a:lnTo>
                  <a:lnTo>
                    <a:pt x="1078485" y="4708158"/>
                  </a:lnTo>
                  <a:lnTo>
                    <a:pt x="1078610" y="4708158"/>
                  </a:lnTo>
                  <a:lnTo>
                    <a:pt x="1078735" y="4708158"/>
                  </a:lnTo>
                  <a:lnTo>
                    <a:pt x="1078860" y="4708158"/>
                  </a:lnTo>
                  <a:lnTo>
                    <a:pt x="1078985" y="4708158"/>
                  </a:lnTo>
                  <a:lnTo>
                    <a:pt x="1079110" y="4708158"/>
                  </a:lnTo>
                  <a:lnTo>
                    <a:pt x="1079235" y="4708158"/>
                  </a:lnTo>
                  <a:lnTo>
                    <a:pt x="1079360" y="4708158"/>
                  </a:lnTo>
                  <a:lnTo>
                    <a:pt x="1079360" y="4698204"/>
                  </a:lnTo>
                  <a:lnTo>
                    <a:pt x="1079485" y="4698204"/>
                  </a:lnTo>
                  <a:lnTo>
                    <a:pt x="1079610" y="4698204"/>
                  </a:lnTo>
                  <a:lnTo>
                    <a:pt x="1079610" y="4688250"/>
                  </a:lnTo>
                  <a:lnTo>
                    <a:pt x="1079735" y="4688250"/>
                  </a:lnTo>
                  <a:lnTo>
                    <a:pt x="1079860" y="4688250"/>
                  </a:lnTo>
                  <a:lnTo>
                    <a:pt x="1079986" y="4688250"/>
                  </a:lnTo>
                  <a:lnTo>
                    <a:pt x="1080111" y="4688250"/>
                  </a:lnTo>
                  <a:lnTo>
                    <a:pt x="1080236" y="4688250"/>
                  </a:lnTo>
                  <a:lnTo>
                    <a:pt x="1080361" y="4688250"/>
                  </a:lnTo>
                  <a:lnTo>
                    <a:pt x="1080486" y="4688250"/>
                  </a:lnTo>
                  <a:lnTo>
                    <a:pt x="1080611" y="4688250"/>
                  </a:lnTo>
                  <a:lnTo>
                    <a:pt x="1080736" y="4688250"/>
                  </a:lnTo>
                  <a:lnTo>
                    <a:pt x="1080861" y="4688250"/>
                  </a:lnTo>
                  <a:lnTo>
                    <a:pt x="1080986" y="4688250"/>
                  </a:lnTo>
                  <a:lnTo>
                    <a:pt x="1081111" y="4688250"/>
                  </a:lnTo>
                  <a:lnTo>
                    <a:pt x="1081236" y="4688250"/>
                  </a:lnTo>
                  <a:lnTo>
                    <a:pt x="1081361" y="4688250"/>
                  </a:lnTo>
                  <a:lnTo>
                    <a:pt x="1081486" y="4688250"/>
                  </a:lnTo>
                  <a:lnTo>
                    <a:pt x="1081611" y="4688250"/>
                  </a:lnTo>
                  <a:lnTo>
                    <a:pt x="1081736" y="4688250"/>
                  </a:lnTo>
                  <a:lnTo>
                    <a:pt x="1081861" y="4688250"/>
                  </a:lnTo>
                  <a:lnTo>
                    <a:pt x="1081986" y="4688250"/>
                  </a:lnTo>
                  <a:lnTo>
                    <a:pt x="1082111" y="4688250"/>
                  </a:lnTo>
                  <a:lnTo>
                    <a:pt x="1082236" y="4688250"/>
                  </a:lnTo>
                  <a:lnTo>
                    <a:pt x="1082361" y="4688250"/>
                  </a:lnTo>
                  <a:lnTo>
                    <a:pt x="1082486" y="4688250"/>
                  </a:lnTo>
                  <a:lnTo>
                    <a:pt x="1082611" y="4688250"/>
                  </a:lnTo>
                  <a:lnTo>
                    <a:pt x="1082736" y="4688250"/>
                  </a:lnTo>
                  <a:lnTo>
                    <a:pt x="1082861" y="4688250"/>
                  </a:lnTo>
                  <a:lnTo>
                    <a:pt x="1082987" y="4688250"/>
                  </a:lnTo>
                  <a:lnTo>
                    <a:pt x="1083112" y="4688250"/>
                  </a:lnTo>
                  <a:lnTo>
                    <a:pt x="1083237" y="4688250"/>
                  </a:lnTo>
                  <a:lnTo>
                    <a:pt x="1083362" y="4688250"/>
                  </a:lnTo>
                  <a:lnTo>
                    <a:pt x="1083487" y="4688250"/>
                  </a:lnTo>
                  <a:lnTo>
                    <a:pt x="1083612" y="4688250"/>
                  </a:lnTo>
                  <a:lnTo>
                    <a:pt x="1083737" y="4688250"/>
                  </a:lnTo>
                  <a:lnTo>
                    <a:pt x="1083862" y="4688250"/>
                  </a:lnTo>
                  <a:lnTo>
                    <a:pt x="1083987" y="4688250"/>
                  </a:lnTo>
                  <a:lnTo>
                    <a:pt x="1084112" y="4688250"/>
                  </a:lnTo>
                  <a:lnTo>
                    <a:pt x="1084237" y="4688250"/>
                  </a:lnTo>
                  <a:lnTo>
                    <a:pt x="1084362" y="4688250"/>
                  </a:lnTo>
                  <a:lnTo>
                    <a:pt x="1084487" y="4688250"/>
                  </a:lnTo>
                  <a:lnTo>
                    <a:pt x="1084612" y="4688250"/>
                  </a:lnTo>
                  <a:lnTo>
                    <a:pt x="1084737" y="4688250"/>
                  </a:lnTo>
                  <a:lnTo>
                    <a:pt x="1084862" y="4688250"/>
                  </a:lnTo>
                  <a:lnTo>
                    <a:pt x="1084987" y="4688250"/>
                  </a:lnTo>
                  <a:lnTo>
                    <a:pt x="1085112" y="4688250"/>
                  </a:lnTo>
                  <a:lnTo>
                    <a:pt x="1085237" y="4688250"/>
                  </a:lnTo>
                  <a:lnTo>
                    <a:pt x="1085362" y="4688250"/>
                  </a:lnTo>
                  <a:lnTo>
                    <a:pt x="1085487" y="4688250"/>
                  </a:lnTo>
                  <a:lnTo>
                    <a:pt x="1085612" y="4688250"/>
                  </a:lnTo>
                  <a:lnTo>
                    <a:pt x="1085737" y="4688250"/>
                  </a:lnTo>
                  <a:lnTo>
                    <a:pt x="1085862" y="4688250"/>
                  </a:lnTo>
                  <a:lnTo>
                    <a:pt x="1085988" y="4688250"/>
                  </a:lnTo>
                  <a:lnTo>
                    <a:pt x="1086113" y="4688250"/>
                  </a:lnTo>
                  <a:lnTo>
                    <a:pt x="1086238" y="4688250"/>
                  </a:lnTo>
                  <a:lnTo>
                    <a:pt x="1086363" y="4688250"/>
                  </a:lnTo>
                  <a:lnTo>
                    <a:pt x="1086488" y="4688250"/>
                  </a:lnTo>
                  <a:lnTo>
                    <a:pt x="1086613" y="4688250"/>
                  </a:lnTo>
                  <a:lnTo>
                    <a:pt x="1086738" y="4688250"/>
                  </a:lnTo>
                  <a:lnTo>
                    <a:pt x="1086863" y="4688250"/>
                  </a:lnTo>
                  <a:lnTo>
                    <a:pt x="1086988" y="4688250"/>
                  </a:lnTo>
                  <a:lnTo>
                    <a:pt x="1087113" y="4688250"/>
                  </a:lnTo>
                  <a:lnTo>
                    <a:pt x="1087238" y="4688250"/>
                  </a:lnTo>
                  <a:lnTo>
                    <a:pt x="1087363" y="4688250"/>
                  </a:lnTo>
                  <a:lnTo>
                    <a:pt x="1087488" y="4688250"/>
                  </a:lnTo>
                  <a:lnTo>
                    <a:pt x="1087613" y="4688250"/>
                  </a:lnTo>
                  <a:lnTo>
                    <a:pt x="1087738" y="4688250"/>
                  </a:lnTo>
                  <a:lnTo>
                    <a:pt x="1087863" y="4688250"/>
                  </a:lnTo>
                  <a:lnTo>
                    <a:pt x="1087988" y="4688250"/>
                  </a:lnTo>
                  <a:lnTo>
                    <a:pt x="1088113" y="4688250"/>
                  </a:lnTo>
                  <a:lnTo>
                    <a:pt x="1088238" y="4688250"/>
                  </a:lnTo>
                  <a:lnTo>
                    <a:pt x="1088363" y="4688250"/>
                  </a:lnTo>
                  <a:lnTo>
                    <a:pt x="1088488" y="4688250"/>
                  </a:lnTo>
                  <a:lnTo>
                    <a:pt x="1088613" y="4688250"/>
                  </a:lnTo>
                  <a:lnTo>
                    <a:pt x="1088738" y="4688250"/>
                  </a:lnTo>
                  <a:lnTo>
                    <a:pt x="1088864" y="4688250"/>
                  </a:lnTo>
                  <a:lnTo>
                    <a:pt x="1088989" y="4688250"/>
                  </a:lnTo>
                  <a:lnTo>
                    <a:pt x="1089114" y="4688250"/>
                  </a:lnTo>
                  <a:lnTo>
                    <a:pt x="1089239" y="4688250"/>
                  </a:lnTo>
                  <a:lnTo>
                    <a:pt x="1089364" y="4688250"/>
                  </a:lnTo>
                  <a:lnTo>
                    <a:pt x="1089489" y="4688250"/>
                  </a:lnTo>
                  <a:lnTo>
                    <a:pt x="1089614" y="4688250"/>
                  </a:lnTo>
                  <a:lnTo>
                    <a:pt x="1089614" y="4678296"/>
                  </a:lnTo>
                  <a:lnTo>
                    <a:pt x="1089739" y="4678296"/>
                  </a:lnTo>
                  <a:lnTo>
                    <a:pt x="1089864" y="4678296"/>
                  </a:lnTo>
                  <a:lnTo>
                    <a:pt x="1089989" y="4678296"/>
                  </a:lnTo>
                  <a:lnTo>
                    <a:pt x="1090114" y="4678296"/>
                  </a:lnTo>
                  <a:lnTo>
                    <a:pt x="1090239" y="4678296"/>
                  </a:lnTo>
                  <a:lnTo>
                    <a:pt x="1090364" y="4678296"/>
                  </a:lnTo>
                  <a:lnTo>
                    <a:pt x="1090489" y="4678296"/>
                  </a:lnTo>
                  <a:lnTo>
                    <a:pt x="1090614" y="4678296"/>
                  </a:lnTo>
                  <a:lnTo>
                    <a:pt x="1090739" y="4678296"/>
                  </a:lnTo>
                  <a:lnTo>
                    <a:pt x="1090864" y="4678296"/>
                  </a:lnTo>
                  <a:lnTo>
                    <a:pt x="1090989" y="4678296"/>
                  </a:lnTo>
                  <a:lnTo>
                    <a:pt x="1091114" y="4678296"/>
                  </a:lnTo>
                  <a:lnTo>
                    <a:pt x="1091239" y="4678296"/>
                  </a:lnTo>
                  <a:lnTo>
                    <a:pt x="1091364" y="4678296"/>
                  </a:lnTo>
                  <a:lnTo>
                    <a:pt x="1091489" y="4678296"/>
                  </a:lnTo>
                  <a:lnTo>
                    <a:pt x="1091614" y="4678296"/>
                  </a:lnTo>
                  <a:lnTo>
                    <a:pt x="1091739" y="4678296"/>
                  </a:lnTo>
                  <a:lnTo>
                    <a:pt x="1091865" y="4678296"/>
                  </a:lnTo>
                  <a:lnTo>
                    <a:pt x="1091990" y="4678296"/>
                  </a:lnTo>
                  <a:lnTo>
                    <a:pt x="1092115" y="4678296"/>
                  </a:lnTo>
                  <a:lnTo>
                    <a:pt x="1092240" y="4678296"/>
                  </a:lnTo>
                  <a:lnTo>
                    <a:pt x="1092365" y="4678296"/>
                  </a:lnTo>
                  <a:lnTo>
                    <a:pt x="1092490" y="4678296"/>
                  </a:lnTo>
                  <a:lnTo>
                    <a:pt x="1092615" y="4678296"/>
                  </a:lnTo>
                  <a:lnTo>
                    <a:pt x="1092740" y="4678296"/>
                  </a:lnTo>
                  <a:lnTo>
                    <a:pt x="1092865" y="4678296"/>
                  </a:lnTo>
                  <a:lnTo>
                    <a:pt x="1092990" y="4678296"/>
                  </a:lnTo>
                  <a:lnTo>
                    <a:pt x="1093115" y="4678296"/>
                  </a:lnTo>
                  <a:lnTo>
                    <a:pt x="1093240" y="4678296"/>
                  </a:lnTo>
                  <a:lnTo>
                    <a:pt x="1093365" y="4678296"/>
                  </a:lnTo>
                  <a:lnTo>
                    <a:pt x="1093490" y="4678296"/>
                  </a:lnTo>
                  <a:lnTo>
                    <a:pt x="1093615" y="4678296"/>
                  </a:lnTo>
                  <a:lnTo>
                    <a:pt x="1093740" y="4678296"/>
                  </a:lnTo>
                  <a:lnTo>
                    <a:pt x="1093865" y="4678296"/>
                  </a:lnTo>
                  <a:lnTo>
                    <a:pt x="1093990" y="4678296"/>
                  </a:lnTo>
                  <a:lnTo>
                    <a:pt x="1094115" y="4678296"/>
                  </a:lnTo>
                  <a:lnTo>
                    <a:pt x="1094240" y="4678296"/>
                  </a:lnTo>
                  <a:lnTo>
                    <a:pt x="1094365" y="4678296"/>
                  </a:lnTo>
                  <a:lnTo>
                    <a:pt x="1094490" y="4678296"/>
                  </a:lnTo>
                  <a:lnTo>
                    <a:pt x="1094615" y="4678296"/>
                  </a:lnTo>
                  <a:lnTo>
                    <a:pt x="1094740" y="4678296"/>
                  </a:lnTo>
                  <a:lnTo>
                    <a:pt x="1094866" y="4678296"/>
                  </a:lnTo>
                  <a:lnTo>
                    <a:pt x="1094991" y="4678296"/>
                  </a:lnTo>
                  <a:lnTo>
                    <a:pt x="1095116" y="4678296"/>
                  </a:lnTo>
                  <a:lnTo>
                    <a:pt x="1095241" y="4678296"/>
                  </a:lnTo>
                  <a:lnTo>
                    <a:pt x="1095366" y="4678296"/>
                  </a:lnTo>
                  <a:lnTo>
                    <a:pt x="1095491" y="4678296"/>
                  </a:lnTo>
                  <a:lnTo>
                    <a:pt x="1095616" y="4678296"/>
                  </a:lnTo>
                  <a:lnTo>
                    <a:pt x="1095741" y="4678296"/>
                  </a:lnTo>
                  <a:lnTo>
                    <a:pt x="1095866" y="4678296"/>
                  </a:lnTo>
                  <a:lnTo>
                    <a:pt x="1095991" y="4678296"/>
                  </a:lnTo>
                  <a:lnTo>
                    <a:pt x="1096116" y="4678296"/>
                  </a:lnTo>
                  <a:lnTo>
                    <a:pt x="1096241" y="4678296"/>
                  </a:lnTo>
                  <a:lnTo>
                    <a:pt x="1096366" y="4678296"/>
                  </a:lnTo>
                  <a:lnTo>
                    <a:pt x="1096491" y="4678296"/>
                  </a:lnTo>
                  <a:lnTo>
                    <a:pt x="1096616" y="4678296"/>
                  </a:lnTo>
                  <a:lnTo>
                    <a:pt x="1096741" y="4678296"/>
                  </a:lnTo>
                  <a:lnTo>
                    <a:pt x="1096866" y="4678296"/>
                  </a:lnTo>
                  <a:lnTo>
                    <a:pt x="1096991" y="4678296"/>
                  </a:lnTo>
                  <a:lnTo>
                    <a:pt x="1097116" y="4678296"/>
                  </a:lnTo>
                  <a:lnTo>
                    <a:pt x="1097241" y="4678296"/>
                  </a:lnTo>
                  <a:lnTo>
                    <a:pt x="1097366" y="4678296"/>
                  </a:lnTo>
                  <a:lnTo>
                    <a:pt x="1097491" y="4678296"/>
                  </a:lnTo>
                  <a:lnTo>
                    <a:pt x="1097616" y="4678296"/>
                  </a:lnTo>
                  <a:lnTo>
                    <a:pt x="1097741" y="4678296"/>
                  </a:lnTo>
                  <a:lnTo>
                    <a:pt x="1097867" y="4678296"/>
                  </a:lnTo>
                  <a:lnTo>
                    <a:pt x="1097992" y="4678296"/>
                  </a:lnTo>
                  <a:lnTo>
                    <a:pt x="1098117" y="4678296"/>
                  </a:lnTo>
                  <a:lnTo>
                    <a:pt x="1098242" y="4678296"/>
                  </a:lnTo>
                  <a:lnTo>
                    <a:pt x="1098367" y="4678296"/>
                  </a:lnTo>
                  <a:lnTo>
                    <a:pt x="1098492" y="4678296"/>
                  </a:lnTo>
                  <a:lnTo>
                    <a:pt x="1098617" y="4678296"/>
                  </a:lnTo>
                  <a:lnTo>
                    <a:pt x="1098742" y="4678296"/>
                  </a:lnTo>
                  <a:lnTo>
                    <a:pt x="1098867" y="4678296"/>
                  </a:lnTo>
                  <a:lnTo>
                    <a:pt x="1098992" y="4678296"/>
                  </a:lnTo>
                  <a:lnTo>
                    <a:pt x="1099117" y="4678296"/>
                  </a:lnTo>
                  <a:lnTo>
                    <a:pt x="1099242" y="4678296"/>
                  </a:lnTo>
                  <a:lnTo>
                    <a:pt x="1099367" y="4678296"/>
                  </a:lnTo>
                  <a:lnTo>
                    <a:pt x="1099492" y="4678296"/>
                  </a:lnTo>
                  <a:lnTo>
                    <a:pt x="1099617" y="4678296"/>
                  </a:lnTo>
                  <a:lnTo>
                    <a:pt x="1099617" y="4668342"/>
                  </a:lnTo>
                  <a:lnTo>
                    <a:pt x="1099742" y="4668342"/>
                  </a:lnTo>
                  <a:lnTo>
                    <a:pt x="1099867" y="4668342"/>
                  </a:lnTo>
                  <a:lnTo>
                    <a:pt x="1099992" y="4668342"/>
                  </a:lnTo>
                  <a:lnTo>
                    <a:pt x="1100117" y="4668342"/>
                  </a:lnTo>
                  <a:lnTo>
                    <a:pt x="1100242" y="4668342"/>
                  </a:lnTo>
                  <a:lnTo>
                    <a:pt x="1100367" y="4668342"/>
                  </a:lnTo>
                  <a:lnTo>
                    <a:pt x="1100492" y="4668342"/>
                  </a:lnTo>
                  <a:lnTo>
                    <a:pt x="1100617" y="4668342"/>
                  </a:lnTo>
                  <a:lnTo>
                    <a:pt x="1100742" y="4668342"/>
                  </a:lnTo>
                  <a:lnTo>
                    <a:pt x="1100868" y="4668342"/>
                  </a:lnTo>
                  <a:lnTo>
                    <a:pt x="1100868" y="4658388"/>
                  </a:lnTo>
                  <a:lnTo>
                    <a:pt x="1100993" y="4658388"/>
                  </a:lnTo>
                  <a:lnTo>
                    <a:pt x="1101118" y="4658388"/>
                  </a:lnTo>
                  <a:lnTo>
                    <a:pt x="1101243" y="4658388"/>
                  </a:lnTo>
                  <a:lnTo>
                    <a:pt x="1101368" y="4658388"/>
                  </a:lnTo>
                  <a:lnTo>
                    <a:pt x="1101493" y="4658388"/>
                  </a:lnTo>
                  <a:lnTo>
                    <a:pt x="1101618" y="4658388"/>
                  </a:lnTo>
                  <a:lnTo>
                    <a:pt x="1101743" y="4658388"/>
                  </a:lnTo>
                  <a:lnTo>
                    <a:pt x="1101868" y="4658388"/>
                  </a:lnTo>
                  <a:lnTo>
                    <a:pt x="1101993" y="4658388"/>
                  </a:lnTo>
                  <a:lnTo>
                    <a:pt x="1102118" y="4658388"/>
                  </a:lnTo>
                  <a:lnTo>
                    <a:pt x="1102243" y="4658388"/>
                  </a:lnTo>
                  <a:lnTo>
                    <a:pt x="1102368" y="4658388"/>
                  </a:lnTo>
                  <a:lnTo>
                    <a:pt x="1102493" y="4658388"/>
                  </a:lnTo>
                  <a:lnTo>
                    <a:pt x="1102618" y="4658388"/>
                  </a:lnTo>
                  <a:lnTo>
                    <a:pt x="1102743" y="4658388"/>
                  </a:lnTo>
                  <a:lnTo>
                    <a:pt x="1102868" y="4658388"/>
                  </a:lnTo>
                  <a:lnTo>
                    <a:pt x="1102993" y="4658388"/>
                  </a:lnTo>
                  <a:lnTo>
                    <a:pt x="1103118" y="4658388"/>
                  </a:lnTo>
                  <a:lnTo>
                    <a:pt x="1103243" y="4658388"/>
                  </a:lnTo>
                  <a:lnTo>
                    <a:pt x="1103368" y="4658388"/>
                  </a:lnTo>
                  <a:lnTo>
                    <a:pt x="1103493" y="4658388"/>
                  </a:lnTo>
                  <a:lnTo>
                    <a:pt x="1103618" y="4658388"/>
                  </a:lnTo>
                  <a:lnTo>
                    <a:pt x="1103743" y="4658388"/>
                  </a:lnTo>
                  <a:lnTo>
                    <a:pt x="1103869" y="4658388"/>
                  </a:lnTo>
                  <a:lnTo>
                    <a:pt x="1103994" y="4658388"/>
                  </a:lnTo>
                  <a:lnTo>
                    <a:pt x="1104119" y="4658388"/>
                  </a:lnTo>
                  <a:lnTo>
                    <a:pt x="1104244" y="4658388"/>
                  </a:lnTo>
                  <a:lnTo>
                    <a:pt x="1104369" y="4658388"/>
                  </a:lnTo>
                  <a:lnTo>
                    <a:pt x="1104494" y="4658388"/>
                  </a:lnTo>
                  <a:lnTo>
                    <a:pt x="1104619" y="4658388"/>
                  </a:lnTo>
                  <a:lnTo>
                    <a:pt x="1104744" y="4658388"/>
                  </a:lnTo>
                  <a:lnTo>
                    <a:pt x="1104869" y="4658388"/>
                  </a:lnTo>
                  <a:lnTo>
                    <a:pt x="1104994" y="4658388"/>
                  </a:lnTo>
                  <a:lnTo>
                    <a:pt x="1105119" y="4658388"/>
                  </a:lnTo>
                  <a:lnTo>
                    <a:pt x="1105244" y="4658388"/>
                  </a:lnTo>
                  <a:lnTo>
                    <a:pt x="1105244" y="4648435"/>
                  </a:lnTo>
                  <a:lnTo>
                    <a:pt x="1105369" y="4648435"/>
                  </a:lnTo>
                  <a:lnTo>
                    <a:pt x="1105494" y="4648435"/>
                  </a:lnTo>
                  <a:lnTo>
                    <a:pt x="1105619" y="4648435"/>
                  </a:lnTo>
                  <a:lnTo>
                    <a:pt x="1105744" y="4648435"/>
                  </a:lnTo>
                  <a:lnTo>
                    <a:pt x="1105869" y="4648435"/>
                  </a:lnTo>
                  <a:lnTo>
                    <a:pt x="1105994" y="4648435"/>
                  </a:lnTo>
                  <a:lnTo>
                    <a:pt x="1106119" y="4648435"/>
                  </a:lnTo>
                  <a:lnTo>
                    <a:pt x="1106244" y="4648435"/>
                  </a:lnTo>
                  <a:lnTo>
                    <a:pt x="1106369" y="4648435"/>
                  </a:lnTo>
                  <a:lnTo>
                    <a:pt x="1106494" y="4648435"/>
                  </a:lnTo>
                  <a:lnTo>
                    <a:pt x="1106619" y="4648435"/>
                  </a:lnTo>
                  <a:lnTo>
                    <a:pt x="1106744" y="4648435"/>
                  </a:lnTo>
                  <a:lnTo>
                    <a:pt x="1106870" y="4648435"/>
                  </a:lnTo>
                  <a:lnTo>
                    <a:pt x="1106995" y="4648435"/>
                  </a:lnTo>
                  <a:lnTo>
                    <a:pt x="1107120" y="4648435"/>
                  </a:lnTo>
                  <a:lnTo>
                    <a:pt x="1107245" y="4648435"/>
                  </a:lnTo>
                  <a:lnTo>
                    <a:pt x="1107370" y="4648435"/>
                  </a:lnTo>
                  <a:lnTo>
                    <a:pt x="1107495" y="4648435"/>
                  </a:lnTo>
                  <a:lnTo>
                    <a:pt x="1107620" y="4648435"/>
                  </a:lnTo>
                  <a:lnTo>
                    <a:pt x="1107745" y="4648435"/>
                  </a:lnTo>
                  <a:lnTo>
                    <a:pt x="1107870" y="4648435"/>
                  </a:lnTo>
                  <a:lnTo>
                    <a:pt x="1107995" y="4648435"/>
                  </a:lnTo>
                  <a:lnTo>
                    <a:pt x="1108120" y="4648435"/>
                  </a:lnTo>
                  <a:lnTo>
                    <a:pt x="1108245" y="4648435"/>
                  </a:lnTo>
                  <a:lnTo>
                    <a:pt x="1108370" y="4648435"/>
                  </a:lnTo>
                  <a:lnTo>
                    <a:pt x="1108495" y="4648435"/>
                  </a:lnTo>
                  <a:lnTo>
                    <a:pt x="1108620" y="4648435"/>
                  </a:lnTo>
                  <a:lnTo>
                    <a:pt x="1108745" y="4648435"/>
                  </a:lnTo>
                  <a:lnTo>
                    <a:pt x="1108870" y="4648435"/>
                  </a:lnTo>
                  <a:lnTo>
                    <a:pt x="1108995" y="4648435"/>
                  </a:lnTo>
                  <a:lnTo>
                    <a:pt x="1109120" y="4648435"/>
                  </a:lnTo>
                  <a:lnTo>
                    <a:pt x="1109245" y="4648435"/>
                  </a:lnTo>
                  <a:lnTo>
                    <a:pt x="1109370" y="4648435"/>
                  </a:lnTo>
                  <a:lnTo>
                    <a:pt x="1109495" y="4648435"/>
                  </a:lnTo>
                  <a:lnTo>
                    <a:pt x="1109620" y="4648435"/>
                  </a:lnTo>
                  <a:lnTo>
                    <a:pt x="1109745" y="4648435"/>
                  </a:lnTo>
                  <a:lnTo>
                    <a:pt x="1109871" y="4648435"/>
                  </a:lnTo>
                  <a:lnTo>
                    <a:pt x="1109996" y="4648435"/>
                  </a:lnTo>
                  <a:lnTo>
                    <a:pt x="1110121" y="4648435"/>
                  </a:lnTo>
                  <a:lnTo>
                    <a:pt x="1110246" y="4648435"/>
                  </a:lnTo>
                  <a:lnTo>
                    <a:pt x="1110371" y="4648435"/>
                  </a:lnTo>
                  <a:lnTo>
                    <a:pt x="1110496" y="4648435"/>
                  </a:lnTo>
                  <a:lnTo>
                    <a:pt x="1110621" y="4648435"/>
                  </a:lnTo>
                  <a:lnTo>
                    <a:pt x="1110746" y="4648435"/>
                  </a:lnTo>
                  <a:lnTo>
                    <a:pt x="1110871" y="4648435"/>
                  </a:lnTo>
                  <a:lnTo>
                    <a:pt x="1110996" y="4648435"/>
                  </a:lnTo>
                  <a:lnTo>
                    <a:pt x="1111121" y="4648435"/>
                  </a:lnTo>
                  <a:lnTo>
                    <a:pt x="1111246" y="4648435"/>
                  </a:lnTo>
                  <a:lnTo>
                    <a:pt x="1111371" y="4648435"/>
                  </a:lnTo>
                  <a:lnTo>
                    <a:pt x="1111496" y="4648435"/>
                  </a:lnTo>
                  <a:lnTo>
                    <a:pt x="1111621" y="4648435"/>
                  </a:lnTo>
                  <a:lnTo>
                    <a:pt x="1111746" y="4648435"/>
                  </a:lnTo>
                  <a:lnTo>
                    <a:pt x="1111871" y="4648435"/>
                  </a:lnTo>
                  <a:lnTo>
                    <a:pt x="1111996" y="4648435"/>
                  </a:lnTo>
                  <a:lnTo>
                    <a:pt x="1112121" y="4648435"/>
                  </a:lnTo>
                  <a:lnTo>
                    <a:pt x="1112246" y="4648435"/>
                  </a:lnTo>
                  <a:lnTo>
                    <a:pt x="1112371" y="4648435"/>
                  </a:lnTo>
                  <a:lnTo>
                    <a:pt x="1112496" y="4648435"/>
                  </a:lnTo>
                  <a:lnTo>
                    <a:pt x="1112621" y="4648435"/>
                  </a:lnTo>
                  <a:lnTo>
                    <a:pt x="1112746" y="4648435"/>
                  </a:lnTo>
                  <a:lnTo>
                    <a:pt x="1112872" y="4648435"/>
                  </a:lnTo>
                  <a:lnTo>
                    <a:pt x="1112997" y="4648435"/>
                  </a:lnTo>
                  <a:lnTo>
                    <a:pt x="1113122" y="4648435"/>
                  </a:lnTo>
                  <a:lnTo>
                    <a:pt x="1113247" y="4648435"/>
                  </a:lnTo>
                  <a:lnTo>
                    <a:pt x="1113372" y="4648435"/>
                  </a:lnTo>
                  <a:lnTo>
                    <a:pt x="1113497" y="4648435"/>
                  </a:lnTo>
                  <a:lnTo>
                    <a:pt x="1113622" y="4648435"/>
                  </a:lnTo>
                  <a:lnTo>
                    <a:pt x="1113747" y="4648435"/>
                  </a:lnTo>
                  <a:lnTo>
                    <a:pt x="1113872" y="4648435"/>
                  </a:lnTo>
                  <a:lnTo>
                    <a:pt x="1113997" y="4648435"/>
                  </a:lnTo>
                  <a:lnTo>
                    <a:pt x="1114122" y="4648435"/>
                  </a:lnTo>
                  <a:lnTo>
                    <a:pt x="1114247" y="4648435"/>
                  </a:lnTo>
                  <a:lnTo>
                    <a:pt x="1114372" y="4648435"/>
                  </a:lnTo>
                  <a:lnTo>
                    <a:pt x="1114497" y="4648435"/>
                  </a:lnTo>
                  <a:lnTo>
                    <a:pt x="1114622" y="4648435"/>
                  </a:lnTo>
                  <a:lnTo>
                    <a:pt x="1114747" y="4648435"/>
                  </a:lnTo>
                  <a:lnTo>
                    <a:pt x="1114872" y="4648435"/>
                  </a:lnTo>
                  <a:lnTo>
                    <a:pt x="1114997" y="4648435"/>
                  </a:lnTo>
                  <a:lnTo>
                    <a:pt x="1115122" y="4648435"/>
                  </a:lnTo>
                  <a:lnTo>
                    <a:pt x="1115247" y="4648435"/>
                  </a:lnTo>
                  <a:lnTo>
                    <a:pt x="1115372" y="4648435"/>
                  </a:lnTo>
                  <a:lnTo>
                    <a:pt x="1115497" y="4648435"/>
                  </a:lnTo>
                  <a:lnTo>
                    <a:pt x="1115622" y="4648435"/>
                  </a:lnTo>
                  <a:lnTo>
                    <a:pt x="1115747" y="4648435"/>
                  </a:lnTo>
                  <a:lnTo>
                    <a:pt x="1115873" y="4648435"/>
                  </a:lnTo>
                  <a:lnTo>
                    <a:pt x="1115998" y="4648435"/>
                  </a:lnTo>
                  <a:lnTo>
                    <a:pt x="1116123" y="4648435"/>
                  </a:lnTo>
                  <a:lnTo>
                    <a:pt x="1116248" y="4648435"/>
                  </a:lnTo>
                  <a:lnTo>
                    <a:pt x="1116373" y="4648435"/>
                  </a:lnTo>
                  <a:lnTo>
                    <a:pt x="1116498" y="4648435"/>
                  </a:lnTo>
                  <a:lnTo>
                    <a:pt x="1116623" y="4648435"/>
                  </a:lnTo>
                  <a:lnTo>
                    <a:pt x="1116748" y="4648435"/>
                  </a:lnTo>
                  <a:lnTo>
                    <a:pt x="1116873" y="4648435"/>
                  </a:lnTo>
                  <a:lnTo>
                    <a:pt x="1116998" y="4648435"/>
                  </a:lnTo>
                  <a:lnTo>
                    <a:pt x="1117123" y="4648435"/>
                  </a:lnTo>
                  <a:lnTo>
                    <a:pt x="1117248" y="4648435"/>
                  </a:lnTo>
                  <a:lnTo>
                    <a:pt x="1117373" y="4648435"/>
                  </a:lnTo>
                  <a:lnTo>
                    <a:pt x="1117498" y="4648435"/>
                  </a:lnTo>
                  <a:lnTo>
                    <a:pt x="1117623" y="4648435"/>
                  </a:lnTo>
                  <a:lnTo>
                    <a:pt x="1117748" y="4648435"/>
                  </a:lnTo>
                  <a:lnTo>
                    <a:pt x="1117873" y="4648435"/>
                  </a:lnTo>
                  <a:lnTo>
                    <a:pt x="1117873" y="4638481"/>
                  </a:lnTo>
                  <a:lnTo>
                    <a:pt x="1117998" y="4638481"/>
                  </a:lnTo>
                  <a:lnTo>
                    <a:pt x="1118123" y="4638481"/>
                  </a:lnTo>
                  <a:lnTo>
                    <a:pt x="1118248" y="4638481"/>
                  </a:lnTo>
                  <a:lnTo>
                    <a:pt x="1118373" y="4638481"/>
                  </a:lnTo>
                  <a:lnTo>
                    <a:pt x="1118498" y="4638481"/>
                  </a:lnTo>
                  <a:lnTo>
                    <a:pt x="1118623" y="4638481"/>
                  </a:lnTo>
                  <a:lnTo>
                    <a:pt x="1118748" y="4638481"/>
                  </a:lnTo>
                  <a:lnTo>
                    <a:pt x="1118874" y="4638481"/>
                  </a:lnTo>
                  <a:lnTo>
                    <a:pt x="1118999" y="4638481"/>
                  </a:lnTo>
                  <a:lnTo>
                    <a:pt x="1119124" y="4638481"/>
                  </a:lnTo>
                  <a:lnTo>
                    <a:pt x="1119249" y="4638481"/>
                  </a:lnTo>
                  <a:lnTo>
                    <a:pt x="1119374" y="4638481"/>
                  </a:lnTo>
                  <a:lnTo>
                    <a:pt x="1119499" y="4638481"/>
                  </a:lnTo>
                  <a:lnTo>
                    <a:pt x="1119624" y="4638481"/>
                  </a:lnTo>
                  <a:lnTo>
                    <a:pt x="1119749" y="4638481"/>
                  </a:lnTo>
                  <a:lnTo>
                    <a:pt x="1119874" y="4638481"/>
                  </a:lnTo>
                  <a:lnTo>
                    <a:pt x="1119999" y="4638481"/>
                  </a:lnTo>
                  <a:lnTo>
                    <a:pt x="1120124" y="4638481"/>
                  </a:lnTo>
                  <a:lnTo>
                    <a:pt x="1120249" y="4638481"/>
                  </a:lnTo>
                  <a:lnTo>
                    <a:pt x="1120374" y="4638481"/>
                  </a:lnTo>
                  <a:lnTo>
                    <a:pt x="1120499" y="4638481"/>
                  </a:lnTo>
                  <a:lnTo>
                    <a:pt x="1120624" y="4638481"/>
                  </a:lnTo>
                  <a:lnTo>
                    <a:pt x="1120749" y="4638481"/>
                  </a:lnTo>
                  <a:lnTo>
                    <a:pt x="1120874" y="4638481"/>
                  </a:lnTo>
                  <a:lnTo>
                    <a:pt x="1120999" y="4638481"/>
                  </a:lnTo>
                  <a:lnTo>
                    <a:pt x="1121124" y="4638481"/>
                  </a:lnTo>
                  <a:lnTo>
                    <a:pt x="1121249" y="4638481"/>
                  </a:lnTo>
                  <a:lnTo>
                    <a:pt x="1121374" y="4638481"/>
                  </a:lnTo>
                  <a:lnTo>
                    <a:pt x="1121499" y="4638481"/>
                  </a:lnTo>
                  <a:lnTo>
                    <a:pt x="1121624" y="4638481"/>
                  </a:lnTo>
                  <a:lnTo>
                    <a:pt x="1121749" y="4638481"/>
                  </a:lnTo>
                  <a:lnTo>
                    <a:pt x="1121875" y="4638481"/>
                  </a:lnTo>
                  <a:lnTo>
                    <a:pt x="1122000" y="4638481"/>
                  </a:lnTo>
                  <a:lnTo>
                    <a:pt x="1122125" y="4638481"/>
                  </a:lnTo>
                  <a:lnTo>
                    <a:pt x="1122250" y="4638481"/>
                  </a:lnTo>
                  <a:lnTo>
                    <a:pt x="1122375" y="4638481"/>
                  </a:lnTo>
                  <a:lnTo>
                    <a:pt x="1122500" y="4638481"/>
                  </a:lnTo>
                  <a:lnTo>
                    <a:pt x="1122625" y="4638481"/>
                  </a:lnTo>
                  <a:lnTo>
                    <a:pt x="1122750" y="4638481"/>
                  </a:lnTo>
                  <a:lnTo>
                    <a:pt x="1122875" y="4638481"/>
                  </a:lnTo>
                  <a:lnTo>
                    <a:pt x="1123000" y="4638481"/>
                  </a:lnTo>
                  <a:lnTo>
                    <a:pt x="1123125" y="4638481"/>
                  </a:lnTo>
                  <a:lnTo>
                    <a:pt x="1123250" y="4638481"/>
                  </a:lnTo>
                  <a:lnTo>
                    <a:pt x="1123375" y="4638481"/>
                  </a:lnTo>
                  <a:lnTo>
                    <a:pt x="1123500" y="4638481"/>
                  </a:lnTo>
                  <a:lnTo>
                    <a:pt x="1123625" y="4638481"/>
                  </a:lnTo>
                  <a:lnTo>
                    <a:pt x="1123750" y="4638481"/>
                  </a:lnTo>
                  <a:lnTo>
                    <a:pt x="1123875" y="4638481"/>
                  </a:lnTo>
                  <a:lnTo>
                    <a:pt x="1124000" y="4638481"/>
                  </a:lnTo>
                  <a:lnTo>
                    <a:pt x="1124125" y="4638481"/>
                  </a:lnTo>
                  <a:lnTo>
                    <a:pt x="1124250" y="4638481"/>
                  </a:lnTo>
                  <a:lnTo>
                    <a:pt x="1124375" y="4638481"/>
                  </a:lnTo>
                  <a:lnTo>
                    <a:pt x="1124500" y="4638481"/>
                  </a:lnTo>
                  <a:lnTo>
                    <a:pt x="1124625" y="4638481"/>
                  </a:lnTo>
                  <a:lnTo>
                    <a:pt x="1124750" y="4638481"/>
                  </a:lnTo>
                  <a:lnTo>
                    <a:pt x="1124876" y="4638481"/>
                  </a:lnTo>
                  <a:lnTo>
                    <a:pt x="1125001" y="4638481"/>
                  </a:lnTo>
                  <a:lnTo>
                    <a:pt x="1125126" y="4638481"/>
                  </a:lnTo>
                  <a:lnTo>
                    <a:pt x="1125251" y="4638481"/>
                  </a:lnTo>
                  <a:lnTo>
                    <a:pt x="1125376" y="4638481"/>
                  </a:lnTo>
                  <a:lnTo>
                    <a:pt x="1125501" y="4638481"/>
                  </a:lnTo>
                  <a:lnTo>
                    <a:pt x="1125626" y="4638481"/>
                  </a:lnTo>
                  <a:lnTo>
                    <a:pt x="1125751" y="4638481"/>
                  </a:lnTo>
                  <a:lnTo>
                    <a:pt x="1125876" y="4638481"/>
                  </a:lnTo>
                  <a:lnTo>
                    <a:pt x="1126001" y="4638481"/>
                  </a:lnTo>
                  <a:lnTo>
                    <a:pt x="1126126" y="4638481"/>
                  </a:lnTo>
                  <a:lnTo>
                    <a:pt x="1126251" y="4638481"/>
                  </a:lnTo>
                  <a:lnTo>
                    <a:pt x="1126376" y="4638481"/>
                  </a:lnTo>
                  <a:lnTo>
                    <a:pt x="1126501" y="4638481"/>
                  </a:lnTo>
                  <a:lnTo>
                    <a:pt x="1126626" y="4638481"/>
                  </a:lnTo>
                  <a:lnTo>
                    <a:pt x="1126751" y="4638481"/>
                  </a:lnTo>
                  <a:lnTo>
                    <a:pt x="1126876" y="4638481"/>
                  </a:lnTo>
                  <a:lnTo>
                    <a:pt x="1127001" y="4638481"/>
                  </a:lnTo>
                  <a:lnTo>
                    <a:pt x="1127001" y="4628527"/>
                  </a:lnTo>
                  <a:lnTo>
                    <a:pt x="1127126" y="4628527"/>
                  </a:lnTo>
                  <a:lnTo>
                    <a:pt x="1127251" y="4628527"/>
                  </a:lnTo>
                  <a:lnTo>
                    <a:pt x="1127376" y="4628527"/>
                  </a:lnTo>
                  <a:lnTo>
                    <a:pt x="1127501" y="4628527"/>
                  </a:lnTo>
                  <a:lnTo>
                    <a:pt x="1127626" y="4628527"/>
                  </a:lnTo>
                  <a:lnTo>
                    <a:pt x="1127752" y="4628527"/>
                  </a:lnTo>
                  <a:lnTo>
                    <a:pt x="1127877" y="4628527"/>
                  </a:lnTo>
                  <a:lnTo>
                    <a:pt x="1128002" y="4628527"/>
                  </a:lnTo>
                  <a:lnTo>
                    <a:pt x="1128127" y="4628527"/>
                  </a:lnTo>
                  <a:lnTo>
                    <a:pt x="1128252" y="4628527"/>
                  </a:lnTo>
                  <a:lnTo>
                    <a:pt x="1128377" y="4628527"/>
                  </a:lnTo>
                  <a:lnTo>
                    <a:pt x="1128502" y="4628527"/>
                  </a:lnTo>
                  <a:lnTo>
                    <a:pt x="1128627" y="4628527"/>
                  </a:lnTo>
                  <a:lnTo>
                    <a:pt x="1128752" y="4628527"/>
                  </a:lnTo>
                  <a:lnTo>
                    <a:pt x="1128877" y="4628527"/>
                  </a:lnTo>
                  <a:lnTo>
                    <a:pt x="1129002" y="4628527"/>
                  </a:lnTo>
                  <a:lnTo>
                    <a:pt x="1129002" y="4618573"/>
                  </a:lnTo>
                  <a:lnTo>
                    <a:pt x="1129127" y="4618573"/>
                  </a:lnTo>
                  <a:lnTo>
                    <a:pt x="1129252" y="4618573"/>
                  </a:lnTo>
                  <a:lnTo>
                    <a:pt x="1129377" y="4618573"/>
                  </a:lnTo>
                  <a:lnTo>
                    <a:pt x="1129502" y="4618573"/>
                  </a:lnTo>
                  <a:lnTo>
                    <a:pt x="1129627" y="4618573"/>
                  </a:lnTo>
                  <a:lnTo>
                    <a:pt x="1129752" y="4618573"/>
                  </a:lnTo>
                  <a:lnTo>
                    <a:pt x="1129877" y="4618573"/>
                  </a:lnTo>
                  <a:lnTo>
                    <a:pt x="1130002" y="4618573"/>
                  </a:lnTo>
                  <a:lnTo>
                    <a:pt x="1130127" y="4618573"/>
                  </a:lnTo>
                  <a:lnTo>
                    <a:pt x="1130252" y="4618573"/>
                  </a:lnTo>
                  <a:lnTo>
                    <a:pt x="1130377" y="4618573"/>
                  </a:lnTo>
                  <a:lnTo>
                    <a:pt x="1130502" y="4618573"/>
                  </a:lnTo>
                  <a:lnTo>
                    <a:pt x="1130627" y="4618573"/>
                  </a:lnTo>
                  <a:lnTo>
                    <a:pt x="1130753" y="4618573"/>
                  </a:lnTo>
                  <a:lnTo>
                    <a:pt x="1130878" y="4618573"/>
                  </a:lnTo>
                  <a:lnTo>
                    <a:pt x="1131003" y="4618573"/>
                  </a:lnTo>
                  <a:lnTo>
                    <a:pt x="1131128" y="4618573"/>
                  </a:lnTo>
                  <a:lnTo>
                    <a:pt x="1131253" y="4618573"/>
                  </a:lnTo>
                  <a:lnTo>
                    <a:pt x="1131378" y="4618573"/>
                  </a:lnTo>
                  <a:lnTo>
                    <a:pt x="1131503" y="4618573"/>
                  </a:lnTo>
                  <a:lnTo>
                    <a:pt x="1131628" y="4618573"/>
                  </a:lnTo>
                  <a:lnTo>
                    <a:pt x="1131753" y="4618573"/>
                  </a:lnTo>
                  <a:lnTo>
                    <a:pt x="1131878" y="4618573"/>
                  </a:lnTo>
                  <a:lnTo>
                    <a:pt x="1132003" y="4618573"/>
                  </a:lnTo>
                  <a:lnTo>
                    <a:pt x="1132128" y="4618573"/>
                  </a:lnTo>
                  <a:lnTo>
                    <a:pt x="1132253" y="4618573"/>
                  </a:lnTo>
                  <a:lnTo>
                    <a:pt x="1132378" y="4618573"/>
                  </a:lnTo>
                  <a:lnTo>
                    <a:pt x="1132503" y="4618573"/>
                  </a:lnTo>
                  <a:lnTo>
                    <a:pt x="1132628" y="4618573"/>
                  </a:lnTo>
                  <a:lnTo>
                    <a:pt x="1132753" y="4618573"/>
                  </a:lnTo>
                  <a:lnTo>
                    <a:pt x="1132878" y="4618573"/>
                  </a:lnTo>
                  <a:lnTo>
                    <a:pt x="1133003" y="4618573"/>
                  </a:lnTo>
                  <a:lnTo>
                    <a:pt x="1133128" y="4618573"/>
                  </a:lnTo>
                  <a:lnTo>
                    <a:pt x="1133253" y="4618573"/>
                  </a:lnTo>
                  <a:lnTo>
                    <a:pt x="1133378" y="4618573"/>
                  </a:lnTo>
                  <a:lnTo>
                    <a:pt x="1133503" y="4618573"/>
                  </a:lnTo>
                  <a:lnTo>
                    <a:pt x="1133628" y="4618573"/>
                  </a:lnTo>
                  <a:lnTo>
                    <a:pt x="1133754" y="4618573"/>
                  </a:lnTo>
                  <a:lnTo>
                    <a:pt x="1133879" y="4618573"/>
                  </a:lnTo>
                  <a:lnTo>
                    <a:pt x="1134004" y="4618573"/>
                  </a:lnTo>
                  <a:lnTo>
                    <a:pt x="1134129" y="4618573"/>
                  </a:lnTo>
                  <a:lnTo>
                    <a:pt x="1134254" y="4618573"/>
                  </a:lnTo>
                  <a:lnTo>
                    <a:pt x="1134379" y="4618573"/>
                  </a:lnTo>
                  <a:lnTo>
                    <a:pt x="1134504" y="4618573"/>
                  </a:lnTo>
                  <a:lnTo>
                    <a:pt x="1134629" y="4618573"/>
                  </a:lnTo>
                  <a:lnTo>
                    <a:pt x="1134754" y="4618573"/>
                  </a:lnTo>
                  <a:lnTo>
                    <a:pt x="1134879" y="4618573"/>
                  </a:lnTo>
                  <a:lnTo>
                    <a:pt x="1135004" y="4618573"/>
                  </a:lnTo>
                  <a:lnTo>
                    <a:pt x="1135129" y="4618573"/>
                  </a:lnTo>
                  <a:lnTo>
                    <a:pt x="1135254" y="4618573"/>
                  </a:lnTo>
                  <a:lnTo>
                    <a:pt x="1135379" y="4618573"/>
                  </a:lnTo>
                  <a:lnTo>
                    <a:pt x="1135504" y="4618573"/>
                  </a:lnTo>
                  <a:lnTo>
                    <a:pt x="1135629" y="4618573"/>
                  </a:lnTo>
                  <a:lnTo>
                    <a:pt x="1135754" y="4618573"/>
                  </a:lnTo>
                  <a:lnTo>
                    <a:pt x="1135879" y="4618573"/>
                  </a:lnTo>
                  <a:lnTo>
                    <a:pt x="1136004" y="4618573"/>
                  </a:lnTo>
                  <a:lnTo>
                    <a:pt x="1136129" y="4618573"/>
                  </a:lnTo>
                  <a:lnTo>
                    <a:pt x="1136254" y="4618573"/>
                  </a:lnTo>
                  <a:lnTo>
                    <a:pt x="1136379" y="4618573"/>
                  </a:lnTo>
                  <a:lnTo>
                    <a:pt x="1136504" y="4618573"/>
                  </a:lnTo>
                  <a:lnTo>
                    <a:pt x="1136629" y="4618573"/>
                  </a:lnTo>
                  <a:lnTo>
                    <a:pt x="1136755" y="4618573"/>
                  </a:lnTo>
                  <a:lnTo>
                    <a:pt x="1136880" y="4618573"/>
                  </a:lnTo>
                  <a:lnTo>
                    <a:pt x="1137005" y="4618573"/>
                  </a:lnTo>
                  <a:lnTo>
                    <a:pt x="1137130" y="4618573"/>
                  </a:lnTo>
                  <a:lnTo>
                    <a:pt x="1137255" y="4618573"/>
                  </a:lnTo>
                  <a:lnTo>
                    <a:pt x="1137380" y="4618573"/>
                  </a:lnTo>
                  <a:lnTo>
                    <a:pt x="1137505" y="4618573"/>
                  </a:lnTo>
                  <a:lnTo>
                    <a:pt x="1137630" y="4618573"/>
                  </a:lnTo>
                  <a:lnTo>
                    <a:pt x="1137755" y="4618573"/>
                  </a:lnTo>
                  <a:lnTo>
                    <a:pt x="1137880" y="4618573"/>
                  </a:lnTo>
                  <a:lnTo>
                    <a:pt x="1138005" y="4618573"/>
                  </a:lnTo>
                  <a:lnTo>
                    <a:pt x="1138130" y="4618573"/>
                  </a:lnTo>
                  <a:lnTo>
                    <a:pt x="1138255" y="4618573"/>
                  </a:lnTo>
                  <a:lnTo>
                    <a:pt x="1138380" y="4618573"/>
                  </a:lnTo>
                  <a:lnTo>
                    <a:pt x="1138505" y="4618573"/>
                  </a:lnTo>
                  <a:lnTo>
                    <a:pt x="1138630" y="4618573"/>
                  </a:lnTo>
                  <a:lnTo>
                    <a:pt x="1138755" y="4618573"/>
                  </a:lnTo>
                  <a:lnTo>
                    <a:pt x="1138880" y="4618573"/>
                  </a:lnTo>
                  <a:lnTo>
                    <a:pt x="1139005" y="4618573"/>
                  </a:lnTo>
                  <a:lnTo>
                    <a:pt x="1139130" y="4618573"/>
                  </a:lnTo>
                  <a:lnTo>
                    <a:pt x="1139255" y="4618573"/>
                  </a:lnTo>
                  <a:lnTo>
                    <a:pt x="1139380" y="4618573"/>
                  </a:lnTo>
                  <a:lnTo>
                    <a:pt x="1139505" y="4618573"/>
                  </a:lnTo>
                  <a:lnTo>
                    <a:pt x="1139630" y="4618573"/>
                  </a:lnTo>
                  <a:lnTo>
                    <a:pt x="1139756" y="4618573"/>
                  </a:lnTo>
                  <a:lnTo>
                    <a:pt x="1139881" y="4618573"/>
                  </a:lnTo>
                  <a:lnTo>
                    <a:pt x="1140006" y="4618573"/>
                  </a:lnTo>
                  <a:lnTo>
                    <a:pt x="1140131" y="4618573"/>
                  </a:lnTo>
                  <a:lnTo>
                    <a:pt x="1140256" y="4618573"/>
                  </a:lnTo>
                  <a:lnTo>
                    <a:pt x="1140381" y="4618573"/>
                  </a:lnTo>
                  <a:lnTo>
                    <a:pt x="1140506" y="4618573"/>
                  </a:lnTo>
                  <a:lnTo>
                    <a:pt x="1140631" y="4618573"/>
                  </a:lnTo>
                  <a:lnTo>
                    <a:pt x="1140756" y="4618573"/>
                  </a:lnTo>
                  <a:lnTo>
                    <a:pt x="1140881" y="4618573"/>
                  </a:lnTo>
                  <a:lnTo>
                    <a:pt x="1141006" y="4618573"/>
                  </a:lnTo>
                  <a:lnTo>
                    <a:pt x="1141006" y="4608619"/>
                  </a:lnTo>
                  <a:lnTo>
                    <a:pt x="1141131" y="4608619"/>
                  </a:lnTo>
                  <a:lnTo>
                    <a:pt x="1141256" y="4608619"/>
                  </a:lnTo>
                  <a:lnTo>
                    <a:pt x="1141381" y="4608619"/>
                  </a:lnTo>
                  <a:lnTo>
                    <a:pt x="1141506" y="4608619"/>
                  </a:lnTo>
                  <a:lnTo>
                    <a:pt x="1141631" y="4608619"/>
                  </a:lnTo>
                  <a:lnTo>
                    <a:pt x="1141756" y="4608619"/>
                  </a:lnTo>
                  <a:lnTo>
                    <a:pt x="1141881" y="4608619"/>
                  </a:lnTo>
                  <a:lnTo>
                    <a:pt x="1142006" y="4608619"/>
                  </a:lnTo>
                  <a:lnTo>
                    <a:pt x="1142131" y="4608619"/>
                  </a:lnTo>
                  <a:lnTo>
                    <a:pt x="1142256" y="4608619"/>
                  </a:lnTo>
                  <a:lnTo>
                    <a:pt x="1142381" y="4608619"/>
                  </a:lnTo>
                  <a:lnTo>
                    <a:pt x="1142506" y="4608619"/>
                  </a:lnTo>
                  <a:lnTo>
                    <a:pt x="1142506" y="4598666"/>
                  </a:lnTo>
                  <a:lnTo>
                    <a:pt x="1142631" y="4598666"/>
                  </a:lnTo>
                  <a:lnTo>
                    <a:pt x="1142757" y="4598666"/>
                  </a:lnTo>
                  <a:lnTo>
                    <a:pt x="1142882" y="4598666"/>
                  </a:lnTo>
                  <a:lnTo>
                    <a:pt x="1143007" y="4598666"/>
                  </a:lnTo>
                  <a:lnTo>
                    <a:pt x="1143132" y="4598666"/>
                  </a:lnTo>
                  <a:lnTo>
                    <a:pt x="1143257" y="4598666"/>
                  </a:lnTo>
                  <a:lnTo>
                    <a:pt x="1143382" y="4598666"/>
                  </a:lnTo>
                  <a:lnTo>
                    <a:pt x="1143507" y="4598666"/>
                  </a:lnTo>
                  <a:lnTo>
                    <a:pt x="1143632" y="4598666"/>
                  </a:lnTo>
                  <a:lnTo>
                    <a:pt x="1143757" y="4598666"/>
                  </a:lnTo>
                  <a:lnTo>
                    <a:pt x="1143882" y="4598666"/>
                  </a:lnTo>
                  <a:lnTo>
                    <a:pt x="1144007" y="4598666"/>
                  </a:lnTo>
                  <a:lnTo>
                    <a:pt x="1144132" y="4598666"/>
                  </a:lnTo>
                  <a:lnTo>
                    <a:pt x="1144257" y="4598666"/>
                  </a:lnTo>
                  <a:lnTo>
                    <a:pt x="1144382" y="4598666"/>
                  </a:lnTo>
                  <a:lnTo>
                    <a:pt x="1144507" y="4598666"/>
                  </a:lnTo>
                  <a:lnTo>
                    <a:pt x="1144632" y="4598666"/>
                  </a:lnTo>
                  <a:lnTo>
                    <a:pt x="1144757" y="4598666"/>
                  </a:lnTo>
                  <a:lnTo>
                    <a:pt x="1144882" y="4598666"/>
                  </a:lnTo>
                  <a:lnTo>
                    <a:pt x="1145007" y="4598666"/>
                  </a:lnTo>
                  <a:lnTo>
                    <a:pt x="1145132" y="4598666"/>
                  </a:lnTo>
                  <a:lnTo>
                    <a:pt x="1145257" y="4598666"/>
                  </a:lnTo>
                  <a:lnTo>
                    <a:pt x="1145382" y="4598666"/>
                  </a:lnTo>
                  <a:lnTo>
                    <a:pt x="1145507" y="4598666"/>
                  </a:lnTo>
                  <a:lnTo>
                    <a:pt x="1145632" y="4598666"/>
                  </a:lnTo>
                  <a:lnTo>
                    <a:pt x="1145758" y="4598666"/>
                  </a:lnTo>
                  <a:lnTo>
                    <a:pt x="1145883" y="4598666"/>
                  </a:lnTo>
                  <a:lnTo>
                    <a:pt x="1146008" y="4598666"/>
                  </a:lnTo>
                  <a:lnTo>
                    <a:pt x="1146133" y="4598666"/>
                  </a:lnTo>
                  <a:lnTo>
                    <a:pt x="1146258" y="4598666"/>
                  </a:lnTo>
                  <a:lnTo>
                    <a:pt x="1146383" y="4598666"/>
                  </a:lnTo>
                  <a:lnTo>
                    <a:pt x="1146508" y="4598666"/>
                  </a:lnTo>
                  <a:lnTo>
                    <a:pt x="1146633" y="4598666"/>
                  </a:lnTo>
                  <a:lnTo>
                    <a:pt x="1146758" y="4598666"/>
                  </a:lnTo>
                  <a:lnTo>
                    <a:pt x="1146883" y="4598666"/>
                  </a:lnTo>
                  <a:lnTo>
                    <a:pt x="1147008" y="4598666"/>
                  </a:lnTo>
                  <a:lnTo>
                    <a:pt x="1147133" y="4598666"/>
                  </a:lnTo>
                  <a:lnTo>
                    <a:pt x="1147258" y="4598666"/>
                  </a:lnTo>
                  <a:lnTo>
                    <a:pt x="1147383" y="4598666"/>
                  </a:lnTo>
                  <a:lnTo>
                    <a:pt x="1147508" y="4598666"/>
                  </a:lnTo>
                  <a:lnTo>
                    <a:pt x="1147633" y="4598666"/>
                  </a:lnTo>
                  <a:lnTo>
                    <a:pt x="1147758" y="4598666"/>
                  </a:lnTo>
                  <a:lnTo>
                    <a:pt x="1147883" y="4598666"/>
                  </a:lnTo>
                  <a:lnTo>
                    <a:pt x="1148008" y="4598666"/>
                  </a:lnTo>
                  <a:lnTo>
                    <a:pt x="1148133" y="4598666"/>
                  </a:lnTo>
                  <a:lnTo>
                    <a:pt x="1148258" y="4598666"/>
                  </a:lnTo>
                  <a:lnTo>
                    <a:pt x="1148383" y="4598666"/>
                  </a:lnTo>
                  <a:lnTo>
                    <a:pt x="1148508" y="4598666"/>
                  </a:lnTo>
                  <a:lnTo>
                    <a:pt x="1148633" y="4598666"/>
                  </a:lnTo>
                  <a:lnTo>
                    <a:pt x="1148759" y="4598666"/>
                  </a:lnTo>
                  <a:lnTo>
                    <a:pt x="1148884" y="4598666"/>
                  </a:lnTo>
                  <a:lnTo>
                    <a:pt x="1149009" y="4598666"/>
                  </a:lnTo>
                  <a:lnTo>
                    <a:pt x="1149134" y="4598666"/>
                  </a:lnTo>
                  <a:lnTo>
                    <a:pt x="1149259" y="4598666"/>
                  </a:lnTo>
                  <a:lnTo>
                    <a:pt x="1149384" y="4598666"/>
                  </a:lnTo>
                  <a:lnTo>
                    <a:pt x="1149509" y="4598666"/>
                  </a:lnTo>
                  <a:lnTo>
                    <a:pt x="1149634" y="4598666"/>
                  </a:lnTo>
                  <a:lnTo>
                    <a:pt x="1149759" y="4598666"/>
                  </a:lnTo>
                  <a:lnTo>
                    <a:pt x="1149884" y="4598666"/>
                  </a:lnTo>
                  <a:lnTo>
                    <a:pt x="1150009" y="4598666"/>
                  </a:lnTo>
                  <a:lnTo>
                    <a:pt x="1150134" y="4598666"/>
                  </a:lnTo>
                  <a:lnTo>
                    <a:pt x="1150259" y="4598666"/>
                  </a:lnTo>
                  <a:lnTo>
                    <a:pt x="1150384" y="4598666"/>
                  </a:lnTo>
                  <a:lnTo>
                    <a:pt x="1150509" y="4598666"/>
                  </a:lnTo>
                  <a:lnTo>
                    <a:pt x="1150634" y="4598666"/>
                  </a:lnTo>
                  <a:lnTo>
                    <a:pt x="1150759" y="4598666"/>
                  </a:lnTo>
                  <a:lnTo>
                    <a:pt x="1150884" y="4598666"/>
                  </a:lnTo>
                  <a:lnTo>
                    <a:pt x="1151009" y="4598666"/>
                  </a:lnTo>
                  <a:lnTo>
                    <a:pt x="1151134" y="4598666"/>
                  </a:lnTo>
                  <a:lnTo>
                    <a:pt x="1151134" y="4588712"/>
                  </a:lnTo>
                  <a:lnTo>
                    <a:pt x="1151259" y="4588712"/>
                  </a:lnTo>
                  <a:lnTo>
                    <a:pt x="1151384" y="4588712"/>
                  </a:lnTo>
                  <a:lnTo>
                    <a:pt x="1151509" y="4588712"/>
                  </a:lnTo>
                  <a:lnTo>
                    <a:pt x="1151634" y="4588712"/>
                  </a:lnTo>
                  <a:lnTo>
                    <a:pt x="1151760" y="4588712"/>
                  </a:lnTo>
                  <a:lnTo>
                    <a:pt x="1151885" y="4588712"/>
                  </a:lnTo>
                  <a:lnTo>
                    <a:pt x="1152010" y="4588712"/>
                  </a:lnTo>
                  <a:lnTo>
                    <a:pt x="1152135" y="4588712"/>
                  </a:lnTo>
                  <a:lnTo>
                    <a:pt x="1152260" y="4588712"/>
                  </a:lnTo>
                  <a:lnTo>
                    <a:pt x="1152385" y="4588712"/>
                  </a:lnTo>
                  <a:lnTo>
                    <a:pt x="1152510" y="4588712"/>
                  </a:lnTo>
                  <a:lnTo>
                    <a:pt x="1152635" y="4588712"/>
                  </a:lnTo>
                  <a:lnTo>
                    <a:pt x="1152760" y="4588712"/>
                  </a:lnTo>
                  <a:lnTo>
                    <a:pt x="1152885" y="4588712"/>
                  </a:lnTo>
                  <a:lnTo>
                    <a:pt x="1153010" y="4588712"/>
                  </a:lnTo>
                  <a:lnTo>
                    <a:pt x="1153135" y="4588712"/>
                  </a:lnTo>
                  <a:lnTo>
                    <a:pt x="1153260" y="4588712"/>
                  </a:lnTo>
                  <a:lnTo>
                    <a:pt x="1153385" y="4588712"/>
                  </a:lnTo>
                  <a:lnTo>
                    <a:pt x="1153510" y="4588712"/>
                  </a:lnTo>
                  <a:lnTo>
                    <a:pt x="1153635" y="4588712"/>
                  </a:lnTo>
                  <a:lnTo>
                    <a:pt x="1153635" y="4578758"/>
                  </a:lnTo>
                  <a:lnTo>
                    <a:pt x="1153760" y="4578758"/>
                  </a:lnTo>
                  <a:lnTo>
                    <a:pt x="1153885" y="4578758"/>
                  </a:lnTo>
                  <a:lnTo>
                    <a:pt x="1154010" y="4578758"/>
                  </a:lnTo>
                  <a:lnTo>
                    <a:pt x="1154135" y="4578758"/>
                  </a:lnTo>
                  <a:lnTo>
                    <a:pt x="1154260" y="4578758"/>
                  </a:lnTo>
                  <a:lnTo>
                    <a:pt x="1154385" y="4578758"/>
                  </a:lnTo>
                  <a:lnTo>
                    <a:pt x="1154510" y="4578758"/>
                  </a:lnTo>
                  <a:lnTo>
                    <a:pt x="1154635" y="4578758"/>
                  </a:lnTo>
                  <a:lnTo>
                    <a:pt x="1154761" y="4578758"/>
                  </a:lnTo>
                  <a:lnTo>
                    <a:pt x="1154886" y="4578758"/>
                  </a:lnTo>
                  <a:lnTo>
                    <a:pt x="1155011" y="4578758"/>
                  </a:lnTo>
                  <a:lnTo>
                    <a:pt x="1155136" y="4578758"/>
                  </a:lnTo>
                  <a:lnTo>
                    <a:pt x="1155261" y="4578758"/>
                  </a:lnTo>
                  <a:lnTo>
                    <a:pt x="1155386" y="4578758"/>
                  </a:lnTo>
                  <a:lnTo>
                    <a:pt x="1155511" y="4578758"/>
                  </a:lnTo>
                  <a:lnTo>
                    <a:pt x="1155636" y="4578758"/>
                  </a:lnTo>
                  <a:lnTo>
                    <a:pt x="1155761" y="4578758"/>
                  </a:lnTo>
                  <a:lnTo>
                    <a:pt x="1155886" y="4578758"/>
                  </a:lnTo>
                  <a:lnTo>
                    <a:pt x="1156011" y="4578758"/>
                  </a:lnTo>
                  <a:lnTo>
                    <a:pt x="1156136" y="4578758"/>
                  </a:lnTo>
                  <a:lnTo>
                    <a:pt x="1156261" y="4578758"/>
                  </a:lnTo>
                  <a:lnTo>
                    <a:pt x="1156386" y="4578758"/>
                  </a:lnTo>
                  <a:lnTo>
                    <a:pt x="1156511" y="4578758"/>
                  </a:lnTo>
                  <a:lnTo>
                    <a:pt x="1156636" y="4578758"/>
                  </a:lnTo>
                  <a:lnTo>
                    <a:pt x="1156761" y="4578758"/>
                  </a:lnTo>
                  <a:lnTo>
                    <a:pt x="1156886" y="4578758"/>
                  </a:lnTo>
                  <a:lnTo>
                    <a:pt x="1157011" y="4578758"/>
                  </a:lnTo>
                  <a:lnTo>
                    <a:pt x="1157136" y="4578758"/>
                  </a:lnTo>
                  <a:lnTo>
                    <a:pt x="1157261" y="4578758"/>
                  </a:lnTo>
                  <a:lnTo>
                    <a:pt x="1157386" y="4578758"/>
                  </a:lnTo>
                  <a:lnTo>
                    <a:pt x="1157511" y="4578758"/>
                  </a:lnTo>
                  <a:lnTo>
                    <a:pt x="1157636" y="4578758"/>
                  </a:lnTo>
                  <a:lnTo>
                    <a:pt x="1157762" y="4578758"/>
                  </a:lnTo>
                  <a:lnTo>
                    <a:pt x="1157887" y="4578758"/>
                  </a:lnTo>
                  <a:lnTo>
                    <a:pt x="1158012" y="4578758"/>
                  </a:lnTo>
                  <a:lnTo>
                    <a:pt x="1158137" y="4578758"/>
                  </a:lnTo>
                  <a:lnTo>
                    <a:pt x="1158262" y="4578758"/>
                  </a:lnTo>
                  <a:lnTo>
                    <a:pt x="1158387" y="4578758"/>
                  </a:lnTo>
                  <a:lnTo>
                    <a:pt x="1158512" y="4578758"/>
                  </a:lnTo>
                  <a:lnTo>
                    <a:pt x="1158637" y="4578758"/>
                  </a:lnTo>
                  <a:lnTo>
                    <a:pt x="1158762" y="4578758"/>
                  </a:lnTo>
                  <a:lnTo>
                    <a:pt x="1158887" y="4578758"/>
                  </a:lnTo>
                  <a:lnTo>
                    <a:pt x="1159012" y="4578758"/>
                  </a:lnTo>
                  <a:lnTo>
                    <a:pt x="1159137" y="4578758"/>
                  </a:lnTo>
                  <a:lnTo>
                    <a:pt x="1159262" y="4578758"/>
                  </a:lnTo>
                  <a:lnTo>
                    <a:pt x="1159387" y="4578758"/>
                  </a:lnTo>
                  <a:lnTo>
                    <a:pt x="1159512" y="4578758"/>
                  </a:lnTo>
                  <a:lnTo>
                    <a:pt x="1159637" y="4578758"/>
                  </a:lnTo>
                  <a:lnTo>
                    <a:pt x="1159762" y="4578758"/>
                  </a:lnTo>
                  <a:lnTo>
                    <a:pt x="1159887" y="4578758"/>
                  </a:lnTo>
                  <a:lnTo>
                    <a:pt x="1160012" y="4578758"/>
                  </a:lnTo>
                  <a:lnTo>
                    <a:pt x="1160137" y="4578758"/>
                  </a:lnTo>
                  <a:lnTo>
                    <a:pt x="1160262" y="4578758"/>
                  </a:lnTo>
                  <a:lnTo>
                    <a:pt x="1160387" y="4578758"/>
                  </a:lnTo>
                  <a:lnTo>
                    <a:pt x="1160512" y="4578758"/>
                  </a:lnTo>
                  <a:lnTo>
                    <a:pt x="1160637" y="4578758"/>
                  </a:lnTo>
                  <a:lnTo>
                    <a:pt x="1160763" y="4578758"/>
                  </a:lnTo>
                  <a:lnTo>
                    <a:pt x="1160888" y="4578758"/>
                  </a:lnTo>
                  <a:lnTo>
                    <a:pt x="1161013" y="4578758"/>
                  </a:lnTo>
                  <a:lnTo>
                    <a:pt x="1161138" y="4578758"/>
                  </a:lnTo>
                  <a:lnTo>
                    <a:pt x="1161263" y="4578758"/>
                  </a:lnTo>
                  <a:lnTo>
                    <a:pt x="1161388" y="4578758"/>
                  </a:lnTo>
                  <a:lnTo>
                    <a:pt x="1161513" y="4578758"/>
                  </a:lnTo>
                  <a:lnTo>
                    <a:pt x="1161638" y="4578758"/>
                  </a:lnTo>
                  <a:lnTo>
                    <a:pt x="1161763" y="4578758"/>
                  </a:lnTo>
                  <a:lnTo>
                    <a:pt x="1161888" y="4578758"/>
                  </a:lnTo>
                  <a:lnTo>
                    <a:pt x="1162013" y="4578758"/>
                  </a:lnTo>
                  <a:lnTo>
                    <a:pt x="1162138" y="4578758"/>
                  </a:lnTo>
                  <a:lnTo>
                    <a:pt x="1162263" y="4578758"/>
                  </a:lnTo>
                  <a:lnTo>
                    <a:pt x="1162388" y="4578758"/>
                  </a:lnTo>
                  <a:lnTo>
                    <a:pt x="1162513" y="4578758"/>
                  </a:lnTo>
                  <a:lnTo>
                    <a:pt x="1162638" y="4578758"/>
                  </a:lnTo>
                  <a:lnTo>
                    <a:pt x="1162763" y="4578758"/>
                  </a:lnTo>
                  <a:lnTo>
                    <a:pt x="1162888" y="4578758"/>
                  </a:lnTo>
                  <a:lnTo>
                    <a:pt x="1163013" y="4578758"/>
                  </a:lnTo>
                  <a:lnTo>
                    <a:pt x="1163138" y="4578758"/>
                  </a:lnTo>
                  <a:lnTo>
                    <a:pt x="1163263" y="4578758"/>
                  </a:lnTo>
                  <a:lnTo>
                    <a:pt x="1163263" y="4568804"/>
                  </a:lnTo>
                  <a:lnTo>
                    <a:pt x="1163388" y="4568804"/>
                  </a:lnTo>
                  <a:lnTo>
                    <a:pt x="1163513" y="4568804"/>
                  </a:lnTo>
                  <a:lnTo>
                    <a:pt x="1163638" y="4568804"/>
                  </a:lnTo>
                  <a:lnTo>
                    <a:pt x="1163764" y="4568804"/>
                  </a:lnTo>
                  <a:lnTo>
                    <a:pt x="1163889" y="4568804"/>
                  </a:lnTo>
                  <a:lnTo>
                    <a:pt x="1164014" y="4568804"/>
                  </a:lnTo>
                  <a:lnTo>
                    <a:pt x="1164139" y="4568804"/>
                  </a:lnTo>
                  <a:lnTo>
                    <a:pt x="1164264" y="4568804"/>
                  </a:lnTo>
                  <a:lnTo>
                    <a:pt x="1164389" y="4568804"/>
                  </a:lnTo>
                  <a:lnTo>
                    <a:pt x="1164514" y="4568804"/>
                  </a:lnTo>
                  <a:lnTo>
                    <a:pt x="1164639" y="4568804"/>
                  </a:lnTo>
                  <a:lnTo>
                    <a:pt x="1164764" y="4568804"/>
                  </a:lnTo>
                  <a:lnTo>
                    <a:pt x="1164889" y="4568804"/>
                  </a:lnTo>
                  <a:lnTo>
                    <a:pt x="1165014" y="4568804"/>
                  </a:lnTo>
                  <a:lnTo>
                    <a:pt x="1165139" y="4568804"/>
                  </a:lnTo>
                  <a:lnTo>
                    <a:pt x="1165264" y="4568804"/>
                  </a:lnTo>
                  <a:lnTo>
                    <a:pt x="1165389" y="4568804"/>
                  </a:lnTo>
                  <a:lnTo>
                    <a:pt x="1165514" y="4568804"/>
                  </a:lnTo>
                  <a:lnTo>
                    <a:pt x="1165639" y="4568804"/>
                  </a:lnTo>
                  <a:lnTo>
                    <a:pt x="1165764" y="4568804"/>
                  </a:lnTo>
                  <a:lnTo>
                    <a:pt x="1165889" y="4568804"/>
                  </a:lnTo>
                  <a:lnTo>
                    <a:pt x="1166014" y="4568804"/>
                  </a:lnTo>
                  <a:lnTo>
                    <a:pt x="1166139" y="4568804"/>
                  </a:lnTo>
                  <a:lnTo>
                    <a:pt x="1166264" y="4568804"/>
                  </a:lnTo>
                  <a:lnTo>
                    <a:pt x="1166389" y="4568804"/>
                  </a:lnTo>
                  <a:lnTo>
                    <a:pt x="1166389" y="4558850"/>
                  </a:lnTo>
                  <a:lnTo>
                    <a:pt x="1166514" y="4558850"/>
                  </a:lnTo>
                  <a:lnTo>
                    <a:pt x="1166640" y="4558850"/>
                  </a:lnTo>
                  <a:lnTo>
                    <a:pt x="1166765" y="4558850"/>
                  </a:lnTo>
                  <a:lnTo>
                    <a:pt x="1166890" y="4558850"/>
                  </a:lnTo>
                  <a:lnTo>
                    <a:pt x="1167015" y="4558850"/>
                  </a:lnTo>
                  <a:lnTo>
                    <a:pt x="1167140" y="4558850"/>
                  </a:lnTo>
                  <a:lnTo>
                    <a:pt x="1167265" y="4558850"/>
                  </a:lnTo>
                  <a:lnTo>
                    <a:pt x="1167390" y="4558850"/>
                  </a:lnTo>
                  <a:lnTo>
                    <a:pt x="1167515" y="4558850"/>
                  </a:lnTo>
                  <a:lnTo>
                    <a:pt x="1167640" y="4558850"/>
                  </a:lnTo>
                  <a:lnTo>
                    <a:pt x="1167765" y="4558850"/>
                  </a:lnTo>
                  <a:lnTo>
                    <a:pt x="1167890" y="4558850"/>
                  </a:lnTo>
                  <a:lnTo>
                    <a:pt x="1168015" y="4558850"/>
                  </a:lnTo>
                  <a:lnTo>
                    <a:pt x="1168140" y="4558850"/>
                  </a:lnTo>
                  <a:lnTo>
                    <a:pt x="1168265" y="4558850"/>
                  </a:lnTo>
                  <a:lnTo>
                    <a:pt x="1168390" y="4558850"/>
                  </a:lnTo>
                  <a:lnTo>
                    <a:pt x="1168515" y="4558850"/>
                  </a:lnTo>
                  <a:lnTo>
                    <a:pt x="1168640" y="4558850"/>
                  </a:lnTo>
                  <a:lnTo>
                    <a:pt x="1168765" y="4558850"/>
                  </a:lnTo>
                  <a:lnTo>
                    <a:pt x="1168890" y="4558850"/>
                  </a:lnTo>
                  <a:lnTo>
                    <a:pt x="1169015" y="4558850"/>
                  </a:lnTo>
                  <a:lnTo>
                    <a:pt x="1169140" y="4558850"/>
                  </a:lnTo>
                  <a:lnTo>
                    <a:pt x="1169265" y="4558850"/>
                  </a:lnTo>
                  <a:lnTo>
                    <a:pt x="1169390" y="4558850"/>
                  </a:lnTo>
                  <a:lnTo>
                    <a:pt x="1169515" y="4558850"/>
                  </a:lnTo>
                  <a:lnTo>
                    <a:pt x="1169641" y="4558850"/>
                  </a:lnTo>
                  <a:lnTo>
                    <a:pt x="1169766" y="4558850"/>
                  </a:lnTo>
                  <a:lnTo>
                    <a:pt x="1169891" y="4558850"/>
                  </a:lnTo>
                  <a:lnTo>
                    <a:pt x="1170016" y="4558850"/>
                  </a:lnTo>
                  <a:lnTo>
                    <a:pt x="1170141" y="4558850"/>
                  </a:lnTo>
                  <a:lnTo>
                    <a:pt x="1170266" y="4558850"/>
                  </a:lnTo>
                  <a:lnTo>
                    <a:pt x="1170391" y="4558850"/>
                  </a:lnTo>
                  <a:lnTo>
                    <a:pt x="1170516" y="4558850"/>
                  </a:lnTo>
                  <a:lnTo>
                    <a:pt x="1170641" y="4558850"/>
                  </a:lnTo>
                  <a:lnTo>
                    <a:pt x="1170766" y="4558850"/>
                  </a:lnTo>
                  <a:lnTo>
                    <a:pt x="1170891" y="4558850"/>
                  </a:lnTo>
                  <a:lnTo>
                    <a:pt x="1171016" y="4558850"/>
                  </a:lnTo>
                  <a:lnTo>
                    <a:pt x="1171141" y="4558850"/>
                  </a:lnTo>
                  <a:lnTo>
                    <a:pt x="1171266" y="4558850"/>
                  </a:lnTo>
                  <a:lnTo>
                    <a:pt x="1171391" y="4558850"/>
                  </a:lnTo>
                  <a:lnTo>
                    <a:pt x="1171516" y="4558850"/>
                  </a:lnTo>
                  <a:lnTo>
                    <a:pt x="1171641" y="4558850"/>
                  </a:lnTo>
                  <a:lnTo>
                    <a:pt x="1171766" y="4558850"/>
                  </a:lnTo>
                  <a:lnTo>
                    <a:pt x="1171891" y="4558850"/>
                  </a:lnTo>
                  <a:lnTo>
                    <a:pt x="1172016" y="4558850"/>
                  </a:lnTo>
                  <a:lnTo>
                    <a:pt x="1172141" y="4558850"/>
                  </a:lnTo>
                  <a:lnTo>
                    <a:pt x="1172266" y="4558850"/>
                  </a:lnTo>
                  <a:lnTo>
                    <a:pt x="1172391" y="4558850"/>
                  </a:lnTo>
                  <a:lnTo>
                    <a:pt x="1172516" y="4558850"/>
                  </a:lnTo>
                  <a:lnTo>
                    <a:pt x="1172642" y="4558850"/>
                  </a:lnTo>
                  <a:lnTo>
                    <a:pt x="1172767" y="4558850"/>
                  </a:lnTo>
                  <a:lnTo>
                    <a:pt x="1172892" y="4558850"/>
                  </a:lnTo>
                  <a:lnTo>
                    <a:pt x="1173017" y="4558850"/>
                  </a:lnTo>
                  <a:lnTo>
                    <a:pt x="1173142" y="4558850"/>
                  </a:lnTo>
                  <a:lnTo>
                    <a:pt x="1173267" y="4558850"/>
                  </a:lnTo>
                  <a:lnTo>
                    <a:pt x="1173392" y="4558850"/>
                  </a:lnTo>
                  <a:lnTo>
                    <a:pt x="1173517" y="4558850"/>
                  </a:lnTo>
                  <a:lnTo>
                    <a:pt x="1173642" y="4558850"/>
                  </a:lnTo>
                  <a:lnTo>
                    <a:pt x="1173767" y="4558850"/>
                  </a:lnTo>
                  <a:lnTo>
                    <a:pt x="1173892" y="4558850"/>
                  </a:lnTo>
                  <a:lnTo>
                    <a:pt x="1174017" y="4558850"/>
                  </a:lnTo>
                  <a:lnTo>
                    <a:pt x="1174142" y="4558850"/>
                  </a:lnTo>
                  <a:lnTo>
                    <a:pt x="1174142" y="4548896"/>
                  </a:lnTo>
                  <a:lnTo>
                    <a:pt x="1174267" y="4548896"/>
                  </a:lnTo>
                  <a:lnTo>
                    <a:pt x="1174392" y="4548896"/>
                  </a:lnTo>
                  <a:lnTo>
                    <a:pt x="1174517" y="4548896"/>
                  </a:lnTo>
                  <a:lnTo>
                    <a:pt x="1174642" y="4548896"/>
                  </a:lnTo>
                  <a:lnTo>
                    <a:pt x="1174767" y="4548896"/>
                  </a:lnTo>
                  <a:lnTo>
                    <a:pt x="1174892" y="4548896"/>
                  </a:lnTo>
                  <a:lnTo>
                    <a:pt x="1175017" y="4548896"/>
                  </a:lnTo>
                  <a:lnTo>
                    <a:pt x="1175142" y="4548896"/>
                  </a:lnTo>
                  <a:lnTo>
                    <a:pt x="1175267" y="4548896"/>
                  </a:lnTo>
                  <a:lnTo>
                    <a:pt x="1175392" y="4548896"/>
                  </a:lnTo>
                  <a:lnTo>
                    <a:pt x="1175517" y="4548896"/>
                  </a:lnTo>
                  <a:lnTo>
                    <a:pt x="1175643" y="4548896"/>
                  </a:lnTo>
                  <a:lnTo>
                    <a:pt x="1175768" y="4548896"/>
                  </a:lnTo>
                  <a:lnTo>
                    <a:pt x="1175893" y="4548896"/>
                  </a:lnTo>
                  <a:lnTo>
                    <a:pt x="1176018" y="4548896"/>
                  </a:lnTo>
                  <a:lnTo>
                    <a:pt x="1176143" y="4548896"/>
                  </a:lnTo>
                  <a:lnTo>
                    <a:pt x="1176268" y="4548896"/>
                  </a:lnTo>
                  <a:lnTo>
                    <a:pt x="1176393" y="4548896"/>
                  </a:lnTo>
                  <a:lnTo>
                    <a:pt x="1176518" y="4548896"/>
                  </a:lnTo>
                  <a:lnTo>
                    <a:pt x="1176643" y="4548896"/>
                  </a:lnTo>
                  <a:lnTo>
                    <a:pt x="1176768" y="4548896"/>
                  </a:lnTo>
                  <a:lnTo>
                    <a:pt x="1176893" y="4548896"/>
                  </a:lnTo>
                  <a:lnTo>
                    <a:pt x="1177018" y="4548896"/>
                  </a:lnTo>
                  <a:lnTo>
                    <a:pt x="1177143" y="4548896"/>
                  </a:lnTo>
                  <a:lnTo>
                    <a:pt x="1177268" y="4548896"/>
                  </a:lnTo>
                  <a:lnTo>
                    <a:pt x="1177393" y="4548896"/>
                  </a:lnTo>
                  <a:lnTo>
                    <a:pt x="1177518" y="4548896"/>
                  </a:lnTo>
                  <a:lnTo>
                    <a:pt x="1177643" y="4548896"/>
                  </a:lnTo>
                  <a:lnTo>
                    <a:pt x="1177768" y="4548896"/>
                  </a:lnTo>
                  <a:lnTo>
                    <a:pt x="1177893" y="4548896"/>
                  </a:lnTo>
                  <a:lnTo>
                    <a:pt x="1178018" y="4548896"/>
                  </a:lnTo>
                  <a:lnTo>
                    <a:pt x="1178143" y="4548896"/>
                  </a:lnTo>
                  <a:lnTo>
                    <a:pt x="1178268" y="4548896"/>
                  </a:lnTo>
                  <a:lnTo>
                    <a:pt x="1178393" y="4548896"/>
                  </a:lnTo>
                  <a:lnTo>
                    <a:pt x="1178518" y="4548896"/>
                  </a:lnTo>
                  <a:lnTo>
                    <a:pt x="1178644" y="4548896"/>
                  </a:lnTo>
                  <a:lnTo>
                    <a:pt x="1178769" y="4548896"/>
                  </a:lnTo>
                  <a:lnTo>
                    <a:pt x="1178894" y="4548896"/>
                  </a:lnTo>
                  <a:lnTo>
                    <a:pt x="1179019" y="4548896"/>
                  </a:lnTo>
                  <a:lnTo>
                    <a:pt x="1179144" y="4548896"/>
                  </a:lnTo>
                  <a:lnTo>
                    <a:pt x="1179269" y="4548896"/>
                  </a:lnTo>
                  <a:lnTo>
                    <a:pt x="1179394" y="4548896"/>
                  </a:lnTo>
                  <a:lnTo>
                    <a:pt x="1179519" y="4548896"/>
                  </a:lnTo>
                  <a:lnTo>
                    <a:pt x="1179644" y="4548896"/>
                  </a:lnTo>
                  <a:lnTo>
                    <a:pt x="1179769" y="4548896"/>
                  </a:lnTo>
                  <a:lnTo>
                    <a:pt x="1179894" y="4548896"/>
                  </a:lnTo>
                  <a:lnTo>
                    <a:pt x="1180019" y="4548896"/>
                  </a:lnTo>
                  <a:lnTo>
                    <a:pt x="1180144" y="4548896"/>
                  </a:lnTo>
                  <a:lnTo>
                    <a:pt x="1180269" y="4548896"/>
                  </a:lnTo>
                  <a:lnTo>
                    <a:pt x="1180394" y="4548896"/>
                  </a:lnTo>
                  <a:lnTo>
                    <a:pt x="1180519" y="4548896"/>
                  </a:lnTo>
                  <a:lnTo>
                    <a:pt x="1180644" y="4548896"/>
                  </a:lnTo>
                  <a:lnTo>
                    <a:pt x="1180769" y="4548896"/>
                  </a:lnTo>
                  <a:lnTo>
                    <a:pt x="1180894" y="4548896"/>
                  </a:lnTo>
                  <a:lnTo>
                    <a:pt x="1181019" y="4548896"/>
                  </a:lnTo>
                  <a:lnTo>
                    <a:pt x="1181144" y="4548896"/>
                  </a:lnTo>
                  <a:lnTo>
                    <a:pt x="1181269" y="4548896"/>
                  </a:lnTo>
                  <a:lnTo>
                    <a:pt x="1181394" y="4548896"/>
                  </a:lnTo>
                  <a:lnTo>
                    <a:pt x="1181519" y="4548896"/>
                  </a:lnTo>
                  <a:lnTo>
                    <a:pt x="1181645" y="4548896"/>
                  </a:lnTo>
                  <a:lnTo>
                    <a:pt x="1181770" y="4548896"/>
                  </a:lnTo>
                  <a:lnTo>
                    <a:pt x="1181895" y="4548896"/>
                  </a:lnTo>
                  <a:lnTo>
                    <a:pt x="1182020" y="4548896"/>
                  </a:lnTo>
                  <a:lnTo>
                    <a:pt x="1182145" y="4548896"/>
                  </a:lnTo>
                  <a:lnTo>
                    <a:pt x="1182270" y="4548896"/>
                  </a:lnTo>
                  <a:lnTo>
                    <a:pt x="1182395" y="4548896"/>
                  </a:lnTo>
                  <a:lnTo>
                    <a:pt x="1182520" y="4548896"/>
                  </a:lnTo>
                  <a:lnTo>
                    <a:pt x="1182645" y="4548896"/>
                  </a:lnTo>
                  <a:lnTo>
                    <a:pt x="1182770" y="4548896"/>
                  </a:lnTo>
                  <a:lnTo>
                    <a:pt x="1182895" y="4548896"/>
                  </a:lnTo>
                  <a:lnTo>
                    <a:pt x="1183020" y="4548896"/>
                  </a:lnTo>
                  <a:lnTo>
                    <a:pt x="1183145" y="4548896"/>
                  </a:lnTo>
                  <a:lnTo>
                    <a:pt x="1183270" y="4548896"/>
                  </a:lnTo>
                  <a:lnTo>
                    <a:pt x="1183395" y="4548896"/>
                  </a:lnTo>
                  <a:lnTo>
                    <a:pt x="1183520" y="4548896"/>
                  </a:lnTo>
                  <a:lnTo>
                    <a:pt x="1183645" y="4548896"/>
                  </a:lnTo>
                  <a:lnTo>
                    <a:pt x="1183770" y="4548896"/>
                  </a:lnTo>
                  <a:lnTo>
                    <a:pt x="1183895" y="4548896"/>
                  </a:lnTo>
                  <a:lnTo>
                    <a:pt x="1184020" y="4548896"/>
                  </a:lnTo>
                  <a:lnTo>
                    <a:pt x="1184145" y="4548896"/>
                  </a:lnTo>
                  <a:lnTo>
                    <a:pt x="1184270" y="4548896"/>
                  </a:lnTo>
                  <a:lnTo>
                    <a:pt x="1184395" y="4548896"/>
                  </a:lnTo>
                  <a:lnTo>
                    <a:pt x="1184520" y="4548896"/>
                  </a:lnTo>
                  <a:lnTo>
                    <a:pt x="1184646" y="4548896"/>
                  </a:lnTo>
                  <a:lnTo>
                    <a:pt x="1184771" y="4548896"/>
                  </a:lnTo>
                  <a:lnTo>
                    <a:pt x="1184896" y="4548896"/>
                  </a:lnTo>
                  <a:lnTo>
                    <a:pt x="1185021" y="4548896"/>
                  </a:lnTo>
                  <a:lnTo>
                    <a:pt x="1185146" y="4548896"/>
                  </a:lnTo>
                  <a:lnTo>
                    <a:pt x="1185271" y="4548896"/>
                  </a:lnTo>
                  <a:lnTo>
                    <a:pt x="1185396" y="4548896"/>
                  </a:lnTo>
                  <a:lnTo>
                    <a:pt x="1185521" y="4548896"/>
                  </a:lnTo>
                  <a:lnTo>
                    <a:pt x="1185646" y="4548896"/>
                  </a:lnTo>
                  <a:lnTo>
                    <a:pt x="1185771" y="4548896"/>
                  </a:lnTo>
                  <a:lnTo>
                    <a:pt x="1185896" y="4548896"/>
                  </a:lnTo>
                  <a:lnTo>
                    <a:pt x="1186021" y="4548896"/>
                  </a:lnTo>
                  <a:lnTo>
                    <a:pt x="1186146" y="4548896"/>
                  </a:lnTo>
                  <a:lnTo>
                    <a:pt x="1186271" y="4548896"/>
                  </a:lnTo>
                  <a:lnTo>
                    <a:pt x="1186396" y="4548896"/>
                  </a:lnTo>
                  <a:lnTo>
                    <a:pt x="1186521" y="4548896"/>
                  </a:lnTo>
                  <a:lnTo>
                    <a:pt x="1186646" y="4548896"/>
                  </a:lnTo>
                  <a:lnTo>
                    <a:pt x="1186771" y="4548896"/>
                  </a:lnTo>
                  <a:lnTo>
                    <a:pt x="1186896" y="4548896"/>
                  </a:lnTo>
                  <a:lnTo>
                    <a:pt x="1187021" y="4548896"/>
                  </a:lnTo>
                  <a:lnTo>
                    <a:pt x="1187146" y="4548896"/>
                  </a:lnTo>
                  <a:lnTo>
                    <a:pt x="1187271" y="4548896"/>
                  </a:lnTo>
                  <a:lnTo>
                    <a:pt x="1187396" y="4548896"/>
                  </a:lnTo>
                  <a:lnTo>
                    <a:pt x="1187521" y="4548896"/>
                  </a:lnTo>
                  <a:lnTo>
                    <a:pt x="1187647" y="4548896"/>
                  </a:lnTo>
                  <a:lnTo>
                    <a:pt x="1187772" y="4548896"/>
                  </a:lnTo>
                  <a:lnTo>
                    <a:pt x="1187897" y="4548896"/>
                  </a:lnTo>
                  <a:lnTo>
                    <a:pt x="1188022" y="4548896"/>
                  </a:lnTo>
                  <a:lnTo>
                    <a:pt x="1188147" y="4548896"/>
                  </a:lnTo>
                  <a:lnTo>
                    <a:pt x="1188272" y="4548896"/>
                  </a:lnTo>
                  <a:lnTo>
                    <a:pt x="1188397" y="4548896"/>
                  </a:lnTo>
                  <a:lnTo>
                    <a:pt x="1188522" y="4548896"/>
                  </a:lnTo>
                  <a:lnTo>
                    <a:pt x="1188647" y="4548896"/>
                  </a:lnTo>
                  <a:lnTo>
                    <a:pt x="1188772" y="4548896"/>
                  </a:lnTo>
                  <a:lnTo>
                    <a:pt x="1188897" y="4548896"/>
                  </a:lnTo>
                  <a:lnTo>
                    <a:pt x="1189022" y="4548896"/>
                  </a:lnTo>
                  <a:lnTo>
                    <a:pt x="1189147" y="4548896"/>
                  </a:lnTo>
                  <a:lnTo>
                    <a:pt x="1189272" y="4548896"/>
                  </a:lnTo>
                  <a:lnTo>
                    <a:pt x="1189397" y="4548896"/>
                  </a:lnTo>
                  <a:lnTo>
                    <a:pt x="1189522" y="4548896"/>
                  </a:lnTo>
                  <a:lnTo>
                    <a:pt x="1189647" y="4548896"/>
                  </a:lnTo>
                  <a:lnTo>
                    <a:pt x="1189772" y="4548896"/>
                  </a:lnTo>
                  <a:lnTo>
                    <a:pt x="1189897" y="4548896"/>
                  </a:lnTo>
                  <a:lnTo>
                    <a:pt x="1190022" y="4548896"/>
                  </a:lnTo>
                  <a:lnTo>
                    <a:pt x="1190147" y="4548896"/>
                  </a:lnTo>
                  <a:lnTo>
                    <a:pt x="1190272" y="4548896"/>
                  </a:lnTo>
                  <a:lnTo>
                    <a:pt x="1190397" y="4548896"/>
                  </a:lnTo>
                  <a:lnTo>
                    <a:pt x="1190522" y="4548896"/>
                  </a:lnTo>
                  <a:lnTo>
                    <a:pt x="1190648" y="4548896"/>
                  </a:lnTo>
                  <a:lnTo>
                    <a:pt x="1190773" y="4548896"/>
                  </a:lnTo>
                  <a:lnTo>
                    <a:pt x="1190773" y="4538943"/>
                  </a:lnTo>
                  <a:lnTo>
                    <a:pt x="1190898" y="4538943"/>
                  </a:lnTo>
                  <a:lnTo>
                    <a:pt x="1191023" y="4538943"/>
                  </a:lnTo>
                  <a:lnTo>
                    <a:pt x="1191148" y="4538943"/>
                  </a:lnTo>
                  <a:lnTo>
                    <a:pt x="1191273" y="4538943"/>
                  </a:lnTo>
                  <a:lnTo>
                    <a:pt x="1191398" y="4538943"/>
                  </a:lnTo>
                  <a:lnTo>
                    <a:pt x="1191523" y="4538943"/>
                  </a:lnTo>
                  <a:lnTo>
                    <a:pt x="1191648" y="4538943"/>
                  </a:lnTo>
                  <a:lnTo>
                    <a:pt x="1191773" y="4538943"/>
                  </a:lnTo>
                  <a:lnTo>
                    <a:pt x="1191898" y="4538943"/>
                  </a:lnTo>
                  <a:lnTo>
                    <a:pt x="1192023" y="4538943"/>
                  </a:lnTo>
                  <a:lnTo>
                    <a:pt x="1192148" y="4538943"/>
                  </a:lnTo>
                  <a:lnTo>
                    <a:pt x="1192273" y="4538943"/>
                  </a:lnTo>
                  <a:lnTo>
                    <a:pt x="1192398" y="4538943"/>
                  </a:lnTo>
                  <a:lnTo>
                    <a:pt x="1192523" y="4538943"/>
                  </a:lnTo>
                  <a:lnTo>
                    <a:pt x="1192648" y="4538943"/>
                  </a:lnTo>
                  <a:lnTo>
                    <a:pt x="1192773" y="4538943"/>
                  </a:lnTo>
                  <a:lnTo>
                    <a:pt x="1192898" y="4538943"/>
                  </a:lnTo>
                  <a:lnTo>
                    <a:pt x="1193023" y="4538943"/>
                  </a:lnTo>
                  <a:lnTo>
                    <a:pt x="1193148" y="4538943"/>
                  </a:lnTo>
                  <a:lnTo>
                    <a:pt x="1193148" y="4528989"/>
                  </a:lnTo>
                  <a:lnTo>
                    <a:pt x="1193273" y="4528989"/>
                  </a:lnTo>
                  <a:lnTo>
                    <a:pt x="1193398" y="4528989"/>
                  </a:lnTo>
                  <a:lnTo>
                    <a:pt x="1193523" y="4528989"/>
                  </a:lnTo>
                  <a:lnTo>
                    <a:pt x="1193649" y="4528989"/>
                  </a:lnTo>
                  <a:lnTo>
                    <a:pt x="1193774" y="4528989"/>
                  </a:lnTo>
                  <a:lnTo>
                    <a:pt x="1193899" y="4528989"/>
                  </a:lnTo>
                  <a:lnTo>
                    <a:pt x="1194024" y="4528989"/>
                  </a:lnTo>
                  <a:lnTo>
                    <a:pt x="1194149" y="4528989"/>
                  </a:lnTo>
                  <a:lnTo>
                    <a:pt x="1194274" y="4528989"/>
                  </a:lnTo>
                  <a:lnTo>
                    <a:pt x="1194399" y="4528989"/>
                  </a:lnTo>
                  <a:lnTo>
                    <a:pt x="1194524" y="4528989"/>
                  </a:lnTo>
                  <a:lnTo>
                    <a:pt x="1194649" y="4528989"/>
                  </a:lnTo>
                  <a:lnTo>
                    <a:pt x="1194774" y="4528989"/>
                  </a:lnTo>
                  <a:lnTo>
                    <a:pt x="1194899" y="4528989"/>
                  </a:lnTo>
                  <a:lnTo>
                    <a:pt x="1195024" y="4528989"/>
                  </a:lnTo>
                  <a:lnTo>
                    <a:pt x="1195149" y="4528989"/>
                  </a:lnTo>
                  <a:lnTo>
                    <a:pt x="1195274" y="4528989"/>
                  </a:lnTo>
                  <a:lnTo>
                    <a:pt x="1195399" y="4528989"/>
                  </a:lnTo>
                  <a:lnTo>
                    <a:pt x="1195524" y="4528989"/>
                  </a:lnTo>
                  <a:lnTo>
                    <a:pt x="1195649" y="4528989"/>
                  </a:lnTo>
                  <a:lnTo>
                    <a:pt x="1195774" y="4528989"/>
                  </a:lnTo>
                  <a:lnTo>
                    <a:pt x="1195899" y="4528989"/>
                  </a:lnTo>
                  <a:lnTo>
                    <a:pt x="1196024" y="4528989"/>
                  </a:lnTo>
                  <a:lnTo>
                    <a:pt x="1196149" y="4528989"/>
                  </a:lnTo>
                  <a:lnTo>
                    <a:pt x="1196274" y="4528989"/>
                  </a:lnTo>
                  <a:lnTo>
                    <a:pt x="1196399" y="4528989"/>
                  </a:lnTo>
                  <a:lnTo>
                    <a:pt x="1196524" y="4528989"/>
                  </a:lnTo>
                  <a:lnTo>
                    <a:pt x="1196650" y="4528989"/>
                  </a:lnTo>
                  <a:lnTo>
                    <a:pt x="1196775" y="4528989"/>
                  </a:lnTo>
                  <a:lnTo>
                    <a:pt x="1196900" y="4528989"/>
                  </a:lnTo>
                  <a:lnTo>
                    <a:pt x="1197025" y="4528989"/>
                  </a:lnTo>
                  <a:lnTo>
                    <a:pt x="1197150" y="4528989"/>
                  </a:lnTo>
                  <a:lnTo>
                    <a:pt x="1197275" y="4528989"/>
                  </a:lnTo>
                  <a:lnTo>
                    <a:pt x="1197400" y="4528989"/>
                  </a:lnTo>
                  <a:lnTo>
                    <a:pt x="1197525" y="4528989"/>
                  </a:lnTo>
                  <a:lnTo>
                    <a:pt x="1197650" y="4528989"/>
                  </a:lnTo>
                  <a:lnTo>
                    <a:pt x="1197775" y="4528989"/>
                  </a:lnTo>
                  <a:lnTo>
                    <a:pt x="1197900" y="4528989"/>
                  </a:lnTo>
                  <a:lnTo>
                    <a:pt x="1197900" y="4519035"/>
                  </a:lnTo>
                  <a:lnTo>
                    <a:pt x="1198025" y="4519035"/>
                  </a:lnTo>
                  <a:lnTo>
                    <a:pt x="1198150" y="4519035"/>
                  </a:lnTo>
                  <a:lnTo>
                    <a:pt x="1198275" y="4519035"/>
                  </a:lnTo>
                  <a:lnTo>
                    <a:pt x="1198400" y="4519035"/>
                  </a:lnTo>
                  <a:lnTo>
                    <a:pt x="1198525" y="4519035"/>
                  </a:lnTo>
                  <a:lnTo>
                    <a:pt x="1198650" y="4519035"/>
                  </a:lnTo>
                  <a:lnTo>
                    <a:pt x="1198775" y="4519035"/>
                  </a:lnTo>
                  <a:lnTo>
                    <a:pt x="1198900" y="4519035"/>
                  </a:lnTo>
                  <a:lnTo>
                    <a:pt x="1199025" y="4519035"/>
                  </a:lnTo>
                  <a:lnTo>
                    <a:pt x="1199150" y="4519035"/>
                  </a:lnTo>
                  <a:lnTo>
                    <a:pt x="1199275" y="4519035"/>
                  </a:lnTo>
                  <a:lnTo>
                    <a:pt x="1199275" y="4509081"/>
                  </a:lnTo>
                  <a:lnTo>
                    <a:pt x="1199400" y="4509081"/>
                  </a:lnTo>
                  <a:lnTo>
                    <a:pt x="1199525" y="4509081"/>
                  </a:lnTo>
                  <a:lnTo>
                    <a:pt x="1199651" y="4509081"/>
                  </a:lnTo>
                  <a:lnTo>
                    <a:pt x="1199776" y="4509081"/>
                  </a:lnTo>
                  <a:lnTo>
                    <a:pt x="1199901" y="4509081"/>
                  </a:lnTo>
                  <a:lnTo>
                    <a:pt x="1200026" y="4509081"/>
                  </a:lnTo>
                  <a:lnTo>
                    <a:pt x="1200151" y="4509081"/>
                  </a:lnTo>
                  <a:lnTo>
                    <a:pt x="1200276" y="4509081"/>
                  </a:lnTo>
                  <a:lnTo>
                    <a:pt x="1200401" y="4509081"/>
                  </a:lnTo>
                  <a:lnTo>
                    <a:pt x="1200526" y="4509081"/>
                  </a:lnTo>
                  <a:lnTo>
                    <a:pt x="1200651" y="4509081"/>
                  </a:lnTo>
                  <a:lnTo>
                    <a:pt x="1200776" y="4509081"/>
                  </a:lnTo>
                  <a:lnTo>
                    <a:pt x="1200901" y="4509081"/>
                  </a:lnTo>
                  <a:lnTo>
                    <a:pt x="1200901" y="4499127"/>
                  </a:lnTo>
                  <a:lnTo>
                    <a:pt x="1201026" y="4499127"/>
                  </a:lnTo>
                  <a:lnTo>
                    <a:pt x="1201151" y="4499127"/>
                  </a:lnTo>
                  <a:lnTo>
                    <a:pt x="1201276" y="4499127"/>
                  </a:lnTo>
                  <a:lnTo>
                    <a:pt x="1201401" y="4499127"/>
                  </a:lnTo>
                  <a:lnTo>
                    <a:pt x="1201526" y="4499127"/>
                  </a:lnTo>
                  <a:lnTo>
                    <a:pt x="1201651" y="4499127"/>
                  </a:lnTo>
                  <a:lnTo>
                    <a:pt x="1201776" y="4499127"/>
                  </a:lnTo>
                  <a:lnTo>
                    <a:pt x="1201901" y="4499127"/>
                  </a:lnTo>
                  <a:lnTo>
                    <a:pt x="1202026" y="4499127"/>
                  </a:lnTo>
                  <a:lnTo>
                    <a:pt x="1202151" y="4499127"/>
                  </a:lnTo>
                  <a:lnTo>
                    <a:pt x="1202276" y="4499127"/>
                  </a:lnTo>
                  <a:lnTo>
                    <a:pt x="1202401" y="4499127"/>
                  </a:lnTo>
                  <a:lnTo>
                    <a:pt x="1202526" y="4499127"/>
                  </a:lnTo>
                  <a:lnTo>
                    <a:pt x="1202652" y="4499127"/>
                  </a:lnTo>
                  <a:lnTo>
                    <a:pt x="1202777" y="4499127"/>
                  </a:lnTo>
                  <a:lnTo>
                    <a:pt x="1202902" y="4499127"/>
                  </a:lnTo>
                  <a:lnTo>
                    <a:pt x="1203027" y="4499127"/>
                  </a:lnTo>
                  <a:lnTo>
                    <a:pt x="1203152" y="4499127"/>
                  </a:lnTo>
                  <a:lnTo>
                    <a:pt x="1203277" y="4499127"/>
                  </a:lnTo>
                  <a:lnTo>
                    <a:pt x="1203402" y="4499127"/>
                  </a:lnTo>
                  <a:lnTo>
                    <a:pt x="1203527" y="4499127"/>
                  </a:lnTo>
                  <a:lnTo>
                    <a:pt x="1203652" y="4499127"/>
                  </a:lnTo>
                  <a:lnTo>
                    <a:pt x="1203777" y="4499127"/>
                  </a:lnTo>
                  <a:lnTo>
                    <a:pt x="1203902" y="4499127"/>
                  </a:lnTo>
                  <a:lnTo>
                    <a:pt x="1204027" y="4499127"/>
                  </a:lnTo>
                  <a:lnTo>
                    <a:pt x="1204152" y="4499127"/>
                  </a:lnTo>
                  <a:lnTo>
                    <a:pt x="1204277" y="4499127"/>
                  </a:lnTo>
                  <a:lnTo>
                    <a:pt x="1204402" y="4499127"/>
                  </a:lnTo>
                  <a:lnTo>
                    <a:pt x="1204527" y="4499127"/>
                  </a:lnTo>
                  <a:lnTo>
                    <a:pt x="1204652" y="4499127"/>
                  </a:lnTo>
                  <a:lnTo>
                    <a:pt x="1204777" y="4499127"/>
                  </a:lnTo>
                  <a:lnTo>
                    <a:pt x="1204902" y="4499127"/>
                  </a:lnTo>
                  <a:lnTo>
                    <a:pt x="1205027" y="4499127"/>
                  </a:lnTo>
                  <a:lnTo>
                    <a:pt x="1205152" y="4499127"/>
                  </a:lnTo>
                  <a:lnTo>
                    <a:pt x="1205277" y="4499127"/>
                  </a:lnTo>
                  <a:lnTo>
                    <a:pt x="1205402" y="4499127"/>
                  </a:lnTo>
                  <a:lnTo>
                    <a:pt x="1205528" y="4499127"/>
                  </a:lnTo>
                  <a:lnTo>
                    <a:pt x="1205653" y="4499127"/>
                  </a:lnTo>
                  <a:lnTo>
                    <a:pt x="1205778" y="4499127"/>
                  </a:lnTo>
                  <a:lnTo>
                    <a:pt x="1205903" y="4499127"/>
                  </a:lnTo>
                  <a:lnTo>
                    <a:pt x="1206028" y="4499127"/>
                  </a:lnTo>
                  <a:lnTo>
                    <a:pt x="1206153" y="4499127"/>
                  </a:lnTo>
                  <a:lnTo>
                    <a:pt x="1206278" y="4499127"/>
                  </a:lnTo>
                  <a:lnTo>
                    <a:pt x="1206403" y="4499127"/>
                  </a:lnTo>
                  <a:lnTo>
                    <a:pt x="1206528" y="4499127"/>
                  </a:lnTo>
                  <a:lnTo>
                    <a:pt x="1206653" y="4499127"/>
                  </a:lnTo>
                  <a:lnTo>
                    <a:pt x="1206778" y="4499127"/>
                  </a:lnTo>
                  <a:lnTo>
                    <a:pt x="1206903" y="4499127"/>
                  </a:lnTo>
                  <a:lnTo>
                    <a:pt x="1207028" y="4499127"/>
                  </a:lnTo>
                  <a:lnTo>
                    <a:pt x="1207153" y="4499127"/>
                  </a:lnTo>
                  <a:lnTo>
                    <a:pt x="1207278" y="4499127"/>
                  </a:lnTo>
                  <a:lnTo>
                    <a:pt x="1207403" y="4499127"/>
                  </a:lnTo>
                  <a:lnTo>
                    <a:pt x="1207528" y="4499127"/>
                  </a:lnTo>
                  <a:lnTo>
                    <a:pt x="1207653" y="4499127"/>
                  </a:lnTo>
                  <a:lnTo>
                    <a:pt x="1207778" y="4499127"/>
                  </a:lnTo>
                  <a:lnTo>
                    <a:pt x="1207903" y="4499127"/>
                  </a:lnTo>
                  <a:lnTo>
                    <a:pt x="1208028" y="4499127"/>
                  </a:lnTo>
                  <a:lnTo>
                    <a:pt x="1208153" y="4499127"/>
                  </a:lnTo>
                  <a:lnTo>
                    <a:pt x="1208278" y="4499127"/>
                  </a:lnTo>
                  <a:lnTo>
                    <a:pt x="1208403" y="4499127"/>
                  </a:lnTo>
                  <a:lnTo>
                    <a:pt x="1208529" y="4499127"/>
                  </a:lnTo>
                  <a:lnTo>
                    <a:pt x="1208654" y="4499127"/>
                  </a:lnTo>
                  <a:lnTo>
                    <a:pt x="1208779" y="4499127"/>
                  </a:lnTo>
                  <a:lnTo>
                    <a:pt x="1208904" y="4499127"/>
                  </a:lnTo>
                  <a:lnTo>
                    <a:pt x="1209029" y="4499127"/>
                  </a:lnTo>
                  <a:lnTo>
                    <a:pt x="1209154" y="4499127"/>
                  </a:lnTo>
                  <a:lnTo>
                    <a:pt x="1209279" y="4499127"/>
                  </a:lnTo>
                  <a:lnTo>
                    <a:pt x="1209404" y="4499127"/>
                  </a:lnTo>
                  <a:lnTo>
                    <a:pt x="1209529" y="4499127"/>
                  </a:lnTo>
                  <a:lnTo>
                    <a:pt x="1209654" y="4499127"/>
                  </a:lnTo>
                  <a:lnTo>
                    <a:pt x="1209779" y="4499127"/>
                  </a:lnTo>
                  <a:lnTo>
                    <a:pt x="1209904" y="4499127"/>
                  </a:lnTo>
                  <a:lnTo>
                    <a:pt x="1210029" y="4499127"/>
                  </a:lnTo>
                  <a:lnTo>
                    <a:pt x="1210154" y="4499127"/>
                  </a:lnTo>
                  <a:lnTo>
                    <a:pt x="1210279" y="4499127"/>
                  </a:lnTo>
                  <a:lnTo>
                    <a:pt x="1210404" y="4499127"/>
                  </a:lnTo>
                  <a:lnTo>
                    <a:pt x="1210529" y="4499127"/>
                  </a:lnTo>
                  <a:lnTo>
                    <a:pt x="1210654" y="4499127"/>
                  </a:lnTo>
                  <a:lnTo>
                    <a:pt x="1210779" y="4499127"/>
                  </a:lnTo>
                  <a:lnTo>
                    <a:pt x="1210904" y="4499127"/>
                  </a:lnTo>
                  <a:lnTo>
                    <a:pt x="1211029" y="4499127"/>
                  </a:lnTo>
                  <a:lnTo>
                    <a:pt x="1211154" y="4499127"/>
                  </a:lnTo>
                  <a:lnTo>
                    <a:pt x="1211279" y="4499127"/>
                  </a:lnTo>
                  <a:lnTo>
                    <a:pt x="1211404" y="4499127"/>
                  </a:lnTo>
                  <a:lnTo>
                    <a:pt x="1211530" y="4499127"/>
                  </a:lnTo>
                  <a:lnTo>
                    <a:pt x="1211655" y="4499127"/>
                  </a:lnTo>
                  <a:lnTo>
                    <a:pt x="1211655" y="4489174"/>
                  </a:lnTo>
                  <a:lnTo>
                    <a:pt x="1211780" y="4489174"/>
                  </a:lnTo>
                  <a:lnTo>
                    <a:pt x="1211905" y="4489174"/>
                  </a:lnTo>
                  <a:lnTo>
                    <a:pt x="1212030" y="4489174"/>
                  </a:lnTo>
                  <a:lnTo>
                    <a:pt x="1212155" y="4489174"/>
                  </a:lnTo>
                  <a:lnTo>
                    <a:pt x="1212280" y="4489174"/>
                  </a:lnTo>
                  <a:lnTo>
                    <a:pt x="1212405" y="4489174"/>
                  </a:lnTo>
                  <a:lnTo>
                    <a:pt x="1212530" y="4489174"/>
                  </a:lnTo>
                  <a:lnTo>
                    <a:pt x="1212655" y="4489174"/>
                  </a:lnTo>
                  <a:lnTo>
                    <a:pt x="1212780" y="4489174"/>
                  </a:lnTo>
                  <a:lnTo>
                    <a:pt x="1212905" y="4489174"/>
                  </a:lnTo>
                  <a:lnTo>
                    <a:pt x="1213030" y="4489174"/>
                  </a:lnTo>
                  <a:lnTo>
                    <a:pt x="1213030" y="4479220"/>
                  </a:lnTo>
                  <a:lnTo>
                    <a:pt x="1213155" y="4479220"/>
                  </a:lnTo>
                  <a:lnTo>
                    <a:pt x="1213280" y="4479220"/>
                  </a:lnTo>
                  <a:lnTo>
                    <a:pt x="1213405" y="4479220"/>
                  </a:lnTo>
                  <a:lnTo>
                    <a:pt x="1213530" y="4479220"/>
                  </a:lnTo>
                  <a:lnTo>
                    <a:pt x="1213655" y="4479220"/>
                  </a:lnTo>
                  <a:lnTo>
                    <a:pt x="1213780" y="4479220"/>
                  </a:lnTo>
                  <a:lnTo>
                    <a:pt x="1213905" y="4479220"/>
                  </a:lnTo>
                  <a:lnTo>
                    <a:pt x="1214030" y="4479220"/>
                  </a:lnTo>
                  <a:lnTo>
                    <a:pt x="1214155" y="4479220"/>
                  </a:lnTo>
                  <a:lnTo>
                    <a:pt x="1214280" y="4479220"/>
                  </a:lnTo>
                  <a:lnTo>
                    <a:pt x="1214405" y="4479220"/>
                  </a:lnTo>
                  <a:lnTo>
                    <a:pt x="1214531" y="4479220"/>
                  </a:lnTo>
                  <a:lnTo>
                    <a:pt x="1214656" y="4479220"/>
                  </a:lnTo>
                  <a:lnTo>
                    <a:pt x="1214781" y="4479220"/>
                  </a:lnTo>
                  <a:lnTo>
                    <a:pt x="1214906" y="4479220"/>
                  </a:lnTo>
                  <a:lnTo>
                    <a:pt x="1215031" y="4479220"/>
                  </a:lnTo>
                  <a:lnTo>
                    <a:pt x="1215156" y="4479220"/>
                  </a:lnTo>
                  <a:lnTo>
                    <a:pt x="1215281" y="4479220"/>
                  </a:lnTo>
                  <a:lnTo>
                    <a:pt x="1215406" y="4479220"/>
                  </a:lnTo>
                  <a:lnTo>
                    <a:pt x="1215531" y="4479220"/>
                  </a:lnTo>
                  <a:lnTo>
                    <a:pt x="1215656" y="4479220"/>
                  </a:lnTo>
                  <a:lnTo>
                    <a:pt x="1215781" y="4479220"/>
                  </a:lnTo>
                  <a:lnTo>
                    <a:pt x="1215906" y="4479220"/>
                  </a:lnTo>
                  <a:lnTo>
                    <a:pt x="1216031" y="4479220"/>
                  </a:lnTo>
                  <a:lnTo>
                    <a:pt x="1216156" y="4479220"/>
                  </a:lnTo>
                  <a:lnTo>
                    <a:pt x="1216281" y="4479220"/>
                  </a:lnTo>
                  <a:lnTo>
                    <a:pt x="1216406" y="4479220"/>
                  </a:lnTo>
                  <a:lnTo>
                    <a:pt x="1216531" y="4479220"/>
                  </a:lnTo>
                  <a:lnTo>
                    <a:pt x="1216656" y="4479220"/>
                  </a:lnTo>
                  <a:lnTo>
                    <a:pt x="1216656" y="4469266"/>
                  </a:lnTo>
                  <a:lnTo>
                    <a:pt x="1216781" y="4469266"/>
                  </a:lnTo>
                  <a:lnTo>
                    <a:pt x="1216906" y="4469266"/>
                  </a:lnTo>
                  <a:lnTo>
                    <a:pt x="1217031" y="4469266"/>
                  </a:lnTo>
                  <a:lnTo>
                    <a:pt x="1217156" y="4469266"/>
                  </a:lnTo>
                  <a:lnTo>
                    <a:pt x="1217281" y="4469266"/>
                  </a:lnTo>
                  <a:lnTo>
                    <a:pt x="1217406" y="4469266"/>
                  </a:lnTo>
                  <a:lnTo>
                    <a:pt x="1217532" y="4469266"/>
                  </a:lnTo>
                  <a:lnTo>
                    <a:pt x="1217657" y="4469266"/>
                  </a:lnTo>
                  <a:lnTo>
                    <a:pt x="1217782" y="4469266"/>
                  </a:lnTo>
                  <a:lnTo>
                    <a:pt x="1217907" y="4469266"/>
                  </a:lnTo>
                  <a:lnTo>
                    <a:pt x="1218032" y="4469266"/>
                  </a:lnTo>
                  <a:lnTo>
                    <a:pt x="1218157" y="4469266"/>
                  </a:lnTo>
                  <a:lnTo>
                    <a:pt x="1218282" y="4469266"/>
                  </a:lnTo>
                  <a:lnTo>
                    <a:pt x="1218407" y="4469266"/>
                  </a:lnTo>
                  <a:lnTo>
                    <a:pt x="1218532" y="4469266"/>
                  </a:lnTo>
                  <a:lnTo>
                    <a:pt x="1218657" y="4469266"/>
                  </a:lnTo>
                  <a:lnTo>
                    <a:pt x="1218782" y="4469266"/>
                  </a:lnTo>
                  <a:lnTo>
                    <a:pt x="1218907" y="4469266"/>
                  </a:lnTo>
                  <a:lnTo>
                    <a:pt x="1219032" y="4469266"/>
                  </a:lnTo>
                  <a:lnTo>
                    <a:pt x="1219157" y="4469266"/>
                  </a:lnTo>
                  <a:lnTo>
                    <a:pt x="1219282" y="4469266"/>
                  </a:lnTo>
                  <a:lnTo>
                    <a:pt x="1219407" y="4469266"/>
                  </a:lnTo>
                  <a:lnTo>
                    <a:pt x="1219532" y="4469266"/>
                  </a:lnTo>
                  <a:lnTo>
                    <a:pt x="1219657" y="4469266"/>
                  </a:lnTo>
                  <a:lnTo>
                    <a:pt x="1219782" y="4469266"/>
                  </a:lnTo>
                  <a:lnTo>
                    <a:pt x="1219907" y="4469266"/>
                  </a:lnTo>
                  <a:lnTo>
                    <a:pt x="1220032" y="4469266"/>
                  </a:lnTo>
                  <a:lnTo>
                    <a:pt x="1220157" y="4469266"/>
                  </a:lnTo>
                  <a:lnTo>
                    <a:pt x="1220282" y="4469266"/>
                  </a:lnTo>
                  <a:lnTo>
                    <a:pt x="1220407" y="4469266"/>
                  </a:lnTo>
                  <a:lnTo>
                    <a:pt x="1220533" y="4469266"/>
                  </a:lnTo>
                  <a:lnTo>
                    <a:pt x="1220658" y="4469266"/>
                  </a:lnTo>
                  <a:lnTo>
                    <a:pt x="1220783" y="4469266"/>
                  </a:lnTo>
                  <a:lnTo>
                    <a:pt x="1220908" y="4469266"/>
                  </a:lnTo>
                  <a:lnTo>
                    <a:pt x="1221033" y="4469266"/>
                  </a:lnTo>
                  <a:lnTo>
                    <a:pt x="1221158" y="4469266"/>
                  </a:lnTo>
                  <a:lnTo>
                    <a:pt x="1221283" y="4469266"/>
                  </a:lnTo>
                  <a:lnTo>
                    <a:pt x="1221408" y="4469266"/>
                  </a:lnTo>
                  <a:lnTo>
                    <a:pt x="1221533" y="4469266"/>
                  </a:lnTo>
                  <a:lnTo>
                    <a:pt x="1221658" y="4469266"/>
                  </a:lnTo>
                  <a:lnTo>
                    <a:pt x="1221783" y="4469266"/>
                  </a:lnTo>
                  <a:lnTo>
                    <a:pt x="1221908" y="4469266"/>
                  </a:lnTo>
                  <a:lnTo>
                    <a:pt x="1222033" y="4469266"/>
                  </a:lnTo>
                  <a:lnTo>
                    <a:pt x="1222158" y="4469266"/>
                  </a:lnTo>
                  <a:lnTo>
                    <a:pt x="1222283" y="4469266"/>
                  </a:lnTo>
                  <a:lnTo>
                    <a:pt x="1222408" y="4469266"/>
                  </a:lnTo>
                  <a:lnTo>
                    <a:pt x="1222533" y="4469266"/>
                  </a:lnTo>
                  <a:lnTo>
                    <a:pt x="1222658" y="4469266"/>
                  </a:lnTo>
                  <a:lnTo>
                    <a:pt x="1222783" y="4469266"/>
                  </a:lnTo>
                  <a:lnTo>
                    <a:pt x="1222908" y="4469266"/>
                  </a:lnTo>
                  <a:lnTo>
                    <a:pt x="1223033" y="4469266"/>
                  </a:lnTo>
                  <a:lnTo>
                    <a:pt x="1223158" y="4469266"/>
                  </a:lnTo>
                  <a:lnTo>
                    <a:pt x="1223283" y="4469266"/>
                  </a:lnTo>
                  <a:lnTo>
                    <a:pt x="1223408" y="4469266"/>
                  </a:lnTo>
                  <a:lnTo>
                    <a:pt x="1223534" y="4469266"/>
                  </a:lnTo>
                  <a:lnTo>
                    <a:pt x="1223659" y="4469266"/>
                  </a:lnTo>
                  <a:lnTo>
                    <a:pt x="1223784" y="4469266"/>
                  </a:lnTo>
                  <a:lnTo>
                    <a:pt x="1223909" y="4469266"/>
                  </a:lnTo>
                  <a:lnTo>
                    <a:pt x="1224034" y="4469266"/>
                  </a:lnTo>
                  <a:lnTo>
                    <a:pt x="1224159" y="4469266"/>
                  </a:lnTo>
                  <a:lnTo>
                    <a:pt x="1224284" y="4469266"/>
                  </a:lnTo>
                  <a:lnTo>
                    <a:pt x="1224409" y="4469266"/>
                  </a:lnTo>
                  <a:lnTo>
                    <a:pt x="1224534" y="4469266"/>
                  </a:lnTo>
                  <a:lnTo>
                    <a:pt x="1224659" y="4469266"/>
                  </a:lnTo>
                  <a:lnTo>
                    <a:pt x="1224784" y="4469266"/>
                  </a:lnTo>
                  <a:lnTo>
                    <a:pt x="1224909" y="4469266"/>
                  </a:lnTo>
                  <a:lnTo>
                    <a:pt x="1225034" y="4469266"/>
                  </a:lnTo>
                  <a:lnTo>
                    <a:pt x="1225159" y="4469266"/>
                  </a:lnTo>
                  <a:lnTo>
                    <a:pt x="1225284" y="4469266"/>
                  </a:lnTo>
                  <a:lnTo>
                    <a:pt x="1225409" y="4469266"/>
                  </a:lnTo>
                  <a:lnTo>
                    <a:pt x="1225534" y="4469266"/>
                  </a:lnTo>
                  <a:lnTo>
                    <a:pt x="1225659" y="4469266"/>
                  </a:lnTo>
                  <a:lnTo>
                    <a:pt x="1225784" y="4469266"/>
                  </a:lnTo>
                  <a:lnTo>
                    <a:pt x="1225909" y="4469266"/>
                  </a:lnTo>
                  <a:lnTo>
                    <a:pt x="1226034" y="4469266"/>
                  </a:lnTo>
                  <a:lnTo>
                    <a:pt x="1226159" y="4469266"/>
                  </a:lnTo>
                  <a:lnTo>
                    <a:pt x="1226284" y="4469266"/>
                  </a:lnTo>
                  <a:lnTo>
                    <a:pt x="1226409" y="4469266"/>
                  </a:lnTo>
                  <a:lnTo>
                    <a:pt x="1226535" y="4469266"/>
                  </a:lnTo>
                  <a:lnTo>
                    <a:pt x="1226660" y="4469266"/>
                  </a:lnTo>
                  <a:lnTo>
                    <a:pt x="1226785" y="4469266"/>
                  </a:lnTo>
                  <a:lnTo>
                    <a:pt x="1226910" y="4469266"/>
                  </a:lnTo>
                  <a:lnTo>
                    <a:pt x="1227035" y="4469266"/>
                  </a:lnTo>
                  <a:lnTo>
                    <a:pt x="1227160" y="4469266"/>
                  </a:lnTo>
                  <a:lnTo>
                    <a:pt x="1227285" y="4469266"/>
                  </a:lnTo>
                  <a:lnTo>
                    <a:pt x="1227410" y="4469266"/>
                  </a:lnTo>
                  <a:lnTo>
                    <a:pt x="1227535" y="4469266"/>
                  </a:lnTo>
                  <a:lnTo>
                    <a:pt x="1227660" y="4469266"/>
                  </a:lnTo>
                  <a:lnTo>
                    <a:pt x="1227785" y="4469266"/>
                  </a:lnTo>
                  <a:lnTo>
                    <a:pt x="1227910" y="4469266"/>
                  </a:lnTo>
                  <a:lnTo>
                    <a:pt x="1228035" y="4469266"/>
                  </a:lnTo>
                  <a:lnTo>
                    <a:pt x="1228160" y="4469266"/>
                  </a:lnTo>
                  <a:lnTo>
                    <a:pt x="1228285" y="4469266"/>
                  </a:lnTo>
                  <a:lnTo>
                    <a:pt x="1228410" y="4469266"/>
                  </a:lnTo>
                  <a:lnTo>
                    <a:pt x="1228535" y="4469266"/>
                  </a:lnTo>
                  <a:lnTo>
                    <a:pt x="1228660" y="4469266"/>
                  </a:lnTo>
                  <a:lnTo>
                    <a:pt x="1228785" y="4469266"/>
                  </a:lnTo>
                  <a:lnTo>
                    <a:pt x="1228910" y="4469266"/>
                  </a:lnTo>
                  <a:lnTo>
                    <a:pt x="1229035" y="4469266"/>
                  </a:lnTo>
                  <a:lnTo>
                    <a:pt x="1229160" y="4469266"/>
                  </a:lnTo>
                  <a:lnTo>
                    <a:pt x="1229285" y="4469266"/>
                  </a:lnTo>
                  <a:lnTo>
                    <a:pt x="1229410" y="4469266"/>
                  </a:lnTo>
                  <a:lnTo>
                    <a:pt x="1229536" y="4469266"/>
                  </a:lnTo>
                  <a:lnTo>
                    <a:pt x="1229661" y="4469266"/>
                  </a:lnTo>
                  <a:lnTo>
                    <a:pt x="1229786" y="4469266"/>
                  </a:lnTo>
                  <a:lnTo>
                    <a:pt x="1229911" y="4469266"/>
                  </a:lnTo>
                  <a:lnTo>
                    <a:pt x="1230036" y="4469266"/>
                  </a:lnTo>
                  <a:lnTo>
                    <a:pt x="1230161" y="4469266"/>
                  </a:lnTo>
                  <a:lnTo>
                    <a:pt x="1230286" y="4469266"/>
                  </a:lnTo>
                  <a:lnTo>
                    <a:pt x="1230411" y="4469266"/>
                  </a:lnTo>
                  <a:lnTo>
                    <a:pt x="1230536" y="4469266"/>
                  </a:lnTo>
                  <a:lnTo>
                    <a:pt x="1230536" y="4459312"/>
                  </a:lnTo>
                  <a:lnTo>
                    <a:pt x="1230661" y="4459312"/>
                  </a:lnTo>
                  <a:lnTo>
                    <a:pt x="1230786" y="4459312"/>
                  </a:lnTo>
                  <a:lnTo>
                    <a:pt x="1230911" y="4459312"/>
                  </a:lnTo>
                  <a:lnTo>
                    <a:pt x="1231036" y="4459312"/>
                  </a:lnTo>
                  <a:lnTo>
                    <a:pt x="1231161" y="4459312"/>
                  </a:lnTo>
                  <a:lnTo>
                    <a:pt x="1231286" y="4459312"/>
                  </a:lnTo>
                  <a:lnTo>
                    <a:pt x="1231411" y="4459312"/>
                  </a:lnTo>
                  <a:lnTo>
                    <a:pt x="1231536" y="4459312"/>
                  </a:lnTo>
                  <a:lnTo>
                    <a:pt x="1231661" y="4459312"/>
                  </a:lnTo>
                  <a:lnTo>
                    <a:pt x="1231786" y="4459312"/>
                  </a:lnTo>
                  <a:lnTo>
                    <a:pt x="1231911" y="4459312"/>
                  </a:lnTo>
                  <a:lnTo>
                    <a:pt x="1232036" y="4459312"/>
                  </a:lnTo>
                  <a:lnTo>
                    <a:pt x="1232161" y="4459312"/>
                  </a:lnTo>
                  <a:lnTo>
                    <a:pt x="1232286" y="4459312"/>
                  </a:lnTo>
                  <a:lnTo>
                    <a:pt x="1232411" y="4459312"/>
                  </a:lnTo>
                  <a:lnTo>
                    <a:pt x="1232537" y="4459312"/>
                  </a:lnTo>
                  <a:lnTo>
                    <a:pt x="1232662" y="4459312"/>
                  </a:lnTo>
                  <a:lnTo>
                    <a:pt x="1232787" y="4459312"/>
                  </a:lnTo>
                  <a:lnTo>
                    <a:pt x="1232912" y="4459312"/>
                  </a:lnTo>
                  <a:lnTo>
                    <a:pt x="1233037" y="4459312"/>
                  </a:lnTo>
                  <a:lnTo>
                    <a:pt x="1233037" y="4449358"/>
                  </a:lnTo>
                  <a:lnTo>
                    <a:pt x="1233162" y="4449358"/>
                  </a:lnTo>
                  <a:lnTo>
                    <a:pt x="1233287" y="4449358"/>
                  </a:lnTo>
                  <a:lnTo>
                    <a:pt x="1233412" y="4449358"/>
                  </a:lnTo>
                  <a:lnTo>
                    <a:pt x="1233537" y="4449358"/>
                  </a:lnTo>
                  <a:lnTo>
                    <a:pt x="1233662" y="4449358"/>
                  </a:lnTo>
                  <a:lnTo>
                    <a:pt x="1233787" y="4449358"/>
                  </a:lnTo>
                  <a:lnTo>
                    <a:pt x="1233912" y="4449358"/>
                  </a:lnTo>
                  <a:lnTo>
                    <a:pt x="1234037" y="4449358"/>
                  </a:lnTo>
                  <a:lnTo>
                    <a:pt x="1234162" y="4449358"/>
                  </a:lnTo>
                  <a:lnTo>
                    <a:pt x="1234287" y="4449358"/>
                  </a:lnTo>
                  <a:lnTo>
                    <a:pt x="1234412" y="4449358"/>
                  </a:lnTo>
                  <a:lnTo>
                    <a:pt x="1234412" y="4439404"/>
                  </a:lnTo>
                  <a:lnTo>
                    <a:pt x="1234537" y="4439404"/>
                  </a:lnTo>
                  <a:lnTo>
                    <a:pt x="1234662" y="4439404"/>
                  </a:lnTo>
                  <a:lnTo>
                    <a:pt x="1234787" y="4439404"/>
                  </a:lnTo>
                  <a:lnTo>
                    <a:pt x="1234912" y="4439404"/>
                  </a:lnTo>
                  <a:lnTo>
                    <a:pt x="1235037" y="4439404"/>
                  </a:lnTo>
                  <a:lnTo>
                    <a:pt x="1235162" y="4439404"/>
                  </a:lnTo>
                  <a:lnTo>
                    <a:pt x="1235287" y="4439404"/>
                  </a:lnTo>
                  <a:lnTo>
                    <a:pt x="1235412" y="4439404"/>
                  </a:lnTo>
                  <a:lnTo>
                    <a:pt x="1235538" y="4439404"/>
                  </a:lnTo>
                  <a:lnTo>
                    <a:pt x="1235663" y="4439404"/>
                  </a:lnTo>
                  <a:lnTo>
                    <a:pt x="1235788" y="4439404"/>
                  </a:lnTo>
                  <a:lnTo>
                    <a:pt x="1235913" y="4439404"/>
                  </a:lnTo>
                  <a:lnTo>
                    <a:pt x="1236038" y="4439404"/>
                  </a:lnTo>
                  <a:lnTo>
                    <a:pt x="1236163" y="4439404"/>
                  </a:lnTo>
                  <a:lnTo>
                    <a:pt x="1236288" y="4439404"/>
                  </a:lnTo>
                  <a:lnTo>
                    <a:pt x="1236413" y="4439404"/>
                  </a:lnTo>
                  <a:lnTo>
                    <a:pt x="1236538" y="4439404"/>
                  </a:lnTo>
                  <a:lnTo>
                    <a:pt x="1236663" y="4439404"/>
                  </a:lnTo>
                  <a:lnTo>
                    <a:pt x="1236788" y="4439404"/>
                  </a:lnTo>
                  <a:lnTo>
                    <a:pt x="1236913" y="4439404"/>
                  </a:lnTo>
                  <a:lnTo>
                    <a:pt x="1237038" y="4439404"/>
                  </a:lnTo>
                  <a:lnTo>
                    <a:pt x="1237163" y="4439404"/>
                  </a:lnTo>
                  <a:lnTo>
                    <a:pt x="1237288" y="4439404"/>
                  </a:lnTo>
                  <a:lnTo>
                    <a:pt x="1237413" y="4439404"/>
                  </a:lnTo>
                  <a:lnTo>
                    <a:pt x="1237538" y="4439404"/>
                  </a:lnTo>
                  <a:lnTo>
                    <a:pt x="1237663" y="4439404"/>
                  </a:lnTo>
                  <a:lnTo>
                    <a:pt x="1237788" y="4439404"/>
                  </a:lnTo>
                  <a:lnTo>
                    <a:pt x="1237913" y="4439404"/>
                  </a:lnTo>
                  <a:lnTo>
                    <a:pt x="1238038" y="4439404"/>
                  </a:lnTo>
                  <a:lnTo>
                    <a:pt x="1238163" y="4439404"/>
                  </a:lnTo>
                  <a:lnTo>
                    <a:pt x="1238288" y="4439404"/>
                  </a:lnTo>
                  <a:lnTo>
                    <a:pt x="1238413" y="4439404"/>
                  </a:lnTo>
                  <a:lnTo>
                    <a:pt x="1238539" y="4439404"/>
                  </a:lnTo>
                  <a:lnTo>
                    <a:pt x="1238664" y="4439404"/>
                  </a:lnTo>
                  <a:lnTo>
                    <a:pt x="1238789" y="4439404"/>
                  </a:lnTo>
                  <a:lnTo>
                    <a:pt x="1238914" y="4439404"/>
                  </a:lnTo>
                  <a:lnTo>
                    <a:pt x="1239039" y="4439404"/>
                  </a:lnTo>
                  <a:lnTo>
                    <a:pt x="1239164" y="4439404"/>
                  </a:lnTo>
                  <a:lnTo>
                    <a:pt x="1239289" y="4439404"/>
                  </a:lnTo>
                  <a:lnTo>
                    <a:pt x="1239414" y="4439404"/>
                  </a:lnTo>
                  <a:lnTo>
                    <a:pt x="1239539" y="4439404"/>
                  </a:lnTo>
                  <a:lnTo>
                    <a:pt x="1239664" y="4439404"/>
                  </a:lnTo>
                  <a:lnTo>
                    <a:pt x="1239789" y="4439404"/>
                  </a:lnTo>
                  <a:lnTo>
                    <a:pt x="1239914" y="4439404"/>
                  </a:lnTo>
                  <a:lnTo>
                    <a:pt x="1240039" y="4439404"/>
                  </a:lnTo>
                  <a:lnTo>
                    <a:pt x="1240164" y="4439404"/>
                  </a:lnTo>
                  <a:lnTo>
                    <a:pt x="1240289" y="4439404"/>
                  </a:lnTo>
                  <a:lnTo>
                    <a:pt x="1240414" y="4439404"/>
                  </a:lnTo>
                  <a:lnTo>
                    <a:pt x="1240539" y="4439404"/>
                  </a:lnTo>
                  <a:lnTo>
                    <a:pt x="1240664" y="4439404"/>
                  </a:lnTo>
                  <a:lnTo>
                    <a:pt x="1240789" y="4439404"/>
                  </a:lnTo>
                  <a:lnTo>
                    <a:pt x="1240914" y="4439404"/>
                  </a:lnTo>
                  <a:lnTo>
                    <a:pt x="1241039" y="4439404"/>
                  </a:lnTo>
                  <a:lnTo>
                    <a:pt x="1241164" y="4439404"/>
                  </a:lnTo>
                  <a:lnTo>
                    <a:pt x="1241289" y="4439404"/>
                  </a:lnTo>
                  <a:lnTo>
                    <a:pt x="1241414" y="4439404"/>
                  </a:lnTo>
                  <a:lnTo>
                    <a:pt x="1241540" y="4439404"/>
                  </a:lnTo>
                  <a:lnTo>
                    <a:pt x="1241665" y="4439404"/>
                  </a:lnTo>
                  <a:lnTo>
                    <a:pt x="1241790" y="4439404"/>
                  </a:lnTo>
                  <a:lnTo>
                    <a:pt x="1241915" y="4439404"/>
                  </a:lnTo>
                  <a:lnTo>
                    <a:pt x="1242040" y="4439404"/>
                  </a:lnTo>
                  <a:lnTo>
                    <a:pt x="1242165" y="4439404"/>
                  </a:lnTo>
                  <a:lnTo>
                    <a:pt x="1242290" y="4439404"/>
                  </a:lnTo>
                  <a:lnTo>
                    <a:pt x="1242415" y="4439404"/>
                  </a:lnTo>
                  <a:lnTo>
                    <a:pt x="1242540" y="4439404"/>
                  </a:lnTo>
                  <a:lnTo>
                    <a:pt x="1242665" y="4439404"/>
                  </a:lnTo>
                  <a:lnTo>
                    <a:pt x="1242790" y="4439404"/>
                  </a:lnTo>
                  <a:lnTo>
                    <a:pt x="1242915" y="4439404"/>
                  </a:lnTo>
                  <a:lnTo>
                    <a:pt x="1243040" y="4439404"/>
                  </a:lnTo>
                  <a:lnTo>
                    <a:pt x="1243165" y="4439404"/>
                  </a:lnTo>
                  <a:lnTo>
                    <a:pt x="1243290" y="4439404"/>
                  </a:lnTo>
                  <a:lnTo>
                    <a:pt x="1243415" y="4439404"/>
                  </a:lnTo>
                  <a:lnTo>
                    <a:pt x="1243415" y="4429451"/>
                  </a:lnTo>
                  <a:lnTo>
                    <a:pt x="1243540" y="4429451"/>
                  </a:lnTo>
                  <a:lnTo>
                    <a:pt x="1243665" y="4429451"/>
                  </a:lnTo>
                  <a:lnTo>
                    <a:pt x="1243790" y="4429451"/>
                  </a:lnTo>
                  <a:lnTo>
                    <a:pt x="1243915" y="4429451"/>
                  </a:lnTo>
                  <a:lnTo>
                    <a:pt x="1244040" y="4429451"/>
                  </a:lnTo>
                  <a:lnTo>
                    <a:pt x="1244165" y="4429451"/>
                  </a:lnTo>
                  <a:lnTo>
                    <a:pt x="1244290" y="4429451"/>
                  </a:lnTo>
                  <a:lnTo>
                    <a:pt x="1244416" y="4429451"/>
                  </a:lnTo>
                  <a:lnTo>
                    <a:pt x="1244541" y="4429451"/>
                  </a:lnTo>
                  <a:lnTo>
                    <a:pt x="1244666" y="4429451"/>
                  </a:lnTo>
                  <a:lnTo>
                    <a:pt x="1244791" y="4429451"/>
                  </a:lnTo>
                  <a:lnTo>
                    <a:pt x="1244916" y="4429451"/>
                  </a:lnTo>
                  <a:lnTo>
                    <a:pt x="1245041" y="4429451"/>
                  </a:lnTo>
                  <a:lnTo>
                    <a:pt x="1245166" y="4429451"/>
                  </a:lnTo>
                  <a:lnTo>
                    <a:pt x="1245291" y="4429451"/>
                  </a:lnTo>
                  <a:lnTo>
                    <a:pt x="1245416" y="4429451"/>
                  </a:lnTo>
                  <a:lnTo>
                    <a:pt x="1245541" y="4429451"/>
                  </a:lnTo>
                  <a:lnTo>
                    <a:pt x="1245666" y="4429451"/>
                  </a:lnTo>
                  <a:lnTo>
                    <a:pt x="1245791" y="4429451"/>
                  </a:lnTo>
                  <a:lnTo>
                    <a:pt x="1245916" y="4429451"/>
                  </a:lnTo>
                  <a:lnTo>
                    <a:pt x="1246041" y="4429451"/>
                  </a:lnTo>
                  <a:lnTo>
                    <a:pt x="1246166" y="4429451"/>
                  </a:lnTo>
                  <a:lnTo>
                    <a:pt x="1246291" y="4429451"/>
                  </a:lnTo>
                  <a:lnTo>
                    <a:pt x="1246416" y="4429451"/>
                  </a:lnTo>
                  <a:lnTo>
                    <a:pt x="1246541" y="4429451"/>
                  </a:lnTo>
                  <a:lnTo>
                    <a:pt x="1246666" y="4429451"/>
                  </a:lnTo>
                  <a:lnTo>
                    <a:pt x="1246791" y="4429451"/>
                  </a:lnTo>
                  <a:lnTo>
                    <a:pt x="1246916" y="4429451"/>
                  </a:lnTo>
                  <a:lnTo>
                    <a:pt x="1247041" y="4429451"/>
                  </a:lnTo>
                  <a:lnTo>
                    <a:pt x="1247166" y="4429451"/>
                  </a:lnTo>
                  <a:lnTo>
                    <a:pt x="1247166" y="4419497"/>
                  </a:lnTo>
                  <a:lnTo>
                    <a:pt x="1247291" y="4419497"/>
                  </a:lnTo>
                  <a:lnTo>
                    <a:pt x="1247417" y="4419497"/>
                  </a:lnTo>
                  <a:lnTo>
                    <a:pt x="1247542" y="4419497"/>
                  </a:lnTo>
                  <a:lnTo>
                    <a:pt x="1247542" y="4409543"/>
                  </a:lnTo>
                  <a:lnTo>
                    <a:pt x="1247667" y="4409543"/>
                  </a:lnTo>
                  <a:lnTo>
                    <a:pt x="1247792" y="4409543"/>
                  </a:lnTo>
                  <a:lnTo>
                    <a:pt x="1247917" y="4409543"/>
                  </a:lnTo>
                  <a:lnTo>
                    <a:pt x="1248042" y="4409543"/>
                  </a:lnTo>
                  <a:lnTo>
                    <a:pt x="1248167" y="4409543"/>
                  </a:lnTo>
                  <a:lnTo>
                    <a:pt x="1248292" y="4409543"/>
                  </a:lnTo>
                  <a:lnTo>
                    <a:pt x="1248417" y="4409543"/>
                  </a:lnTo>
                  <a:lnTo>
                    <a:pt x="1248542" y="4409543"/>
                  </a:lnTo>
                  <a:lnTo>
                    <a:pt x="1248667" y="4409543"/>
                  </a:lnTo>
                  <a:lnTo>
                    <a:pt x="1248792" y="4409543"/>
                  </a:lnTo>
                  <a:lnTo>
                    <a:pt x="1248917" y="4409543"/>
                  </a:lnTo>
                  <a:lnTo>
                    <a:pt x="1249042" y="4409543"/>
                  </a:lnTo>
                  <a:lnTo>
                    <a:pt x="1249167" y="4409543"/>
                  </a:lnTo>
                  <a:lnTo>
                    <a:pt x="1249292" y="4409543"/>
                  </a:lnTo>
                  <a:lnTo>
                    <a:pt x="1249417" y="4409543"/>
                  </a:lnTo>
                  <a:lnTo>
                    <a:pt x="1249542" y="4409543"/>
                  </a:lnTo>
                  <a:lnTo>
                    <a:pt x="1249667" y="4409543"/>
                  </a:lnTo>
                  <a:lnTo>
                    <a:pt x="1249792" y="4409543"/>
                  </a:lnTo>
                  <a:lnTo>
                    <a:pt x="1249917" y="4409543"/>
                  </a:lnTo>
                  <a:lnTo>
                    <a:pt x="1250042" y="4409543"/>
                  </a:lnTo>
                  <a:lnTo>
                    <a:pt x="1250167" y="4409543"/>
                  </a:lnTo>
                  <a:lnTo>
                    <a:pt x="1250292" y="4409543"/>
                  </a:lnTo>
                  <a:lnTo>
                    <a:pt x="1250418" y="4409543"/>
                  </a:lnTo>
                  <a:lnTo>
                    <a:pt x="1250543" y="4409543"/>
                  </a:lnTo>
                  <a:lnTo>
                    <a:pt x="1250668" y="4409543"/>
                  </a:lnTo>
                  <a:lnTo>
                    <a:pt x="1250793" y="4409543"/>
                  </a:lnTo>
                  <a:lnTo>
                    <a:pt x="1250793" y="4399589"/>
                  </a:lnTo>
                  <a:lnTo>
                    <a:pt x="1250918" y="4399589"/>
                  </a:lnTo>
                  <a:lnTo>
                    <a:pt x="1251043" y="4399589"/>
                  </a:lnTo>
                  <a:lnTo>
                    <a:pt x="1251168" y="4399589"/>
                  </a:lnTo>
                  <a:lnTo>
                    <a:pt x="1251293" y="4399589"/>
                  </a:lnTo>
                  <a:lnTo>
                    <a:pt x="1251418" y="4399589"/>
                  </a:lnTo>
                  <a:lnTo>
                    <a:pt x="1251543" y="4399589"/>
                  </a:lnTo>
                  <a:lnTo>
                    <a:pt x="1251668" y="4399589"/>
                  </a:lnTo>
                  <a:lnTo>
                    <a:pt x="1251793" y="4399589"/>
                  </a:lnTo>
                  <a:lnTo>
                    <a:pt x="1251918" y="4399589"/>
                  </a:lnTo>
                  <a:lnTo>
                    <a:pt x="1252043" y="4399589"/>
                  </a:lnTo>
                  <a:lnTo>
                    <a:pt x="1252168" y="4399589"/>
                  </a:lnTo>
                  <a:lnTo>
                    <a:pt x="1252293" y="4399589"/>
                  </a:lnTo>
                  <a:lnTo>
                    <a:pt x="1252418" y="4399589"/>
                  </a:lnTo>
                  <a:lnTo>
                    <a:pt x="1252543" y="4399589"/>
                  </a:lnTo>
                  <a:lnTo>
                    <a:pt x="1252668" y="4399589"/>
                  </a:lnTo>
                  <a:lnTo>
                    <a:pt x="1252793" y="4399589"/>
                  </a:lnTo>
                  <a:lnTo>
                    <a:pt x="1252918" y="4399589"/>
                  </a:lnTo>
                  <a:lnTo>
                    <a:pt x="1253043" y="4399589"/>
                  </a:lnTo>
                  <a:lnTo>
                    <a:pt x="1253168" y="4399589"/>
                  </a:lnTo>
                  <a:lnTo>
                    <a:pt x="1253293" y="4399589"/>
                  </a:lnTo>
                  <a:lnTo>
                    <a:pt x="1253419" y="4399589"/>
                  </a:lnTo>
                  <a:lnTo>
                    <a:pt x="1253544" y="4399589"/>
                  </a:lnTo>
                  <a:lnTo>
                    <a:pt x="1253669" y="4399589"/>
                  </a:lnTo>
                  <a:lnTo>
                    <a:pt x="1253794" y="4399589"/>
                  </a:lnTo>
                  <a:lnTo>
                    <a:pt x="1253919" y="4399589"/>
                  </a:lnTo>
                  <a:lnTo>
                    <a:pt x="1254044" y="4399589"/>
                  </a:lnTo>
                  <a:lnTo>
                    <a:pt x="1254169" y="4399589"/>
                  </a:lnTo>
                  <a:lnTo>
                    <a:pt x="1254294" y="4399589"/>
                  </a:lnTo>
                  <a:lnTo>
                    <a:pt x="1254419" y="4399589"/>
                  </a:lnTo>
                  <a:lnTo>
                    <a:pt x="1254544" y="4399589"/>
                  </a:lnTo>
                  <a:lnTo>
                    <a:pt x="1254669" y="4399589"/>
                  </a:lnTo>
                  <a:lnTo>
                    <a:pt x="1254669" y="4389635"/>
                  </a:lnTo>
                  <a:lnTo>
                    <a:pt x="1254794" y="4389635"/>
                  </a:lnTo>
                  <a:lnTo>
                    <a:pt x="1254919" y="4389635"/>
                  </a:lnTo>
                  <a:lnTo>
                    <a:pt x="1255044" y="4389635"/>
                  </a:lnTo>
                  <a:lnTo>
                    <a:pt x="1255169" y="4389635"/>
                  </a:lnTo>
                  <a:lnTo>
                    <a:pt x="1255294" y="4389635"/>
                  </a:lnTo>
                  <a:lnTo>
                    <a:pt x="1255419" y="4389635"/>
                  </a:lnTo>
                  <a:lnTo>
                    <a:pt x="1255544" y="4389635"/>
                  </a:lnTo>
                  <a:lnTo>
                    <a:pt x="1255669" y="4389635"/>
                  </a:lnTo>
                  <a:lnTo>
                    <a:pt x="1255794" y="4389635"/>
                  </a:lnTo>
                  <a:lnTo>
                    <a:pt x="1255919" y="4389635"/>
                  </a:lnTo>
                  <a:lnTo>
                    <a:pt x="1256044" y="4389635"/>
                  </a:lnTo>
                  <a:lnTo>
                    <a:pt x="1256169" y="4389635"/>
                  </a:lnTo>
                  <a:lnTo>
                    <a:pt x="1256294" y="4389635"/>
                  </a:lnTo>
                  <a:lnTo>
                    <a:pt x="1256420" y="4389635"/>
                  </a:lnTo>
                  <a:lnTo>
                    <a:pt x="1256545" y="4389635"/>
                  </a:lnTo>
                  <a:lnTo>
                    <a:pt x="1256670" y="4389635"/>
                  </a:lnTo>
                  <a:lnTo>
                    <a:pt x="1256795" y="4389635"/>
                  </a:lnTo>
                  <a:lnTo>
                    <a:pt x="1256920" y="4389635"/>
                  </a:lnTo>
                  <a:lnTo>
                    <a:pt x="1257045" y="4389635"/>
                  </a:lnTo>
                  <a:lnTo>
                    <a:pt x="1257170" y="4389635"/>
                  </a:lnTo>
                  <a:lnTo>
                    <a:pt x="1257295" y="4389635"/>
                  </a:lnTo>
                  <a:lnTo>
                    <a:pt x="1257420" y="4389635"/>
                  </a:lnTo>
                  <a:lnTo>
                    <a:pt x="1257545" y="4389635"/>
                  </a:lnTo>
                  <a:lnTo>
                    <a:pt x="1257670" y="4389635"/>
                  </a:lnTo>
                  <a:lnTo>
                    <a:pt x="1257795" y="4389635"/>
                  </a:lnTo>
                  <a:lnTo>
                    <a:pt x="1257920" y="4389635"/>
                  </a:lnTo>
                  <a:lnTo>
                    <a:pt x="1258045" y="4389635"/>
                  </a:lnTo>
                  <a:lnTo>
                    <a:pt x="1258170" y="4389635"/>
                  </a:lnTo>
                  <a:lnTo>
                    <a:pt x="1258295" y="4389635"/>
                  </a:lnTo>
                  <a:lnTo>
                    <a:pt x="1258420" y="4389635"/>
                  </a:lnTo>
                  <a:lnTo>
                    <a:pt x="1258545" y="4389635"/>
                  </a:lnTo>
                  <a:lnTo>
                    <a:pt x="1258670" y="4389635"/>
                  </a:lnTo>
                  <a:lnTo>
                    <a:pt x="1258795" y="4389635"/>
                  </a:lnTo>
                  <a:lnTo>
                    <a:pt x="1258920" y="4389635"/>
                  </a:lnTo>
                  <a:lnTo>
                    <a:pt x="1259045" y="4389635"/>
                  </a:lnTo>
                  <a:lnTo>
                    <a:pt x="1259170" y="4389635"/>
                  </a:lnTo>
                  <a:lnTo>
                    <a:pt x="1259295" y="4389635"/>
                  </a:lnTo>
                  <a:lnTo>
                    <a:pt x="1259421" y="4389635"/>
                  </a:lnTo>
                  <a:lnTo>
                    <a:pt x="1259546" y="4389635"/>
                  </a:lnTo>
                  <a:lnTo>
                    <a:pt x="1259671" y="4389635"/>
                  </a:lnTo>
                  <a:lnTo>
                    <a:pt x="1259796" y="4389635"/>
                  </a:lnTo>
                  <a:lnTo>
                    <a:pt x="1259921" y="4389635"/>
                  </a:lnTo>
                  <a:lnTo>
                    <a:pt x="1260046" y="4389635"/>
                  </a:lnTo>
                  <a:lnTo>
                    <a:pt x="1260171" y="4389635"/>
                  </a:lnTo>
                  <a:lnTo>
                    <a:pt x="1260296" y="4389635"/>
                  </a:lnTo>
                  <a:lnTo>
                    <a:pt x="1260421" y="4389635"/>
                  </a:lnTo>
                  <a:lnTo>
                    <a:pt x="1260546" y="4389635"/>
                  </a:lnTo>
                  <a:lnTo>
                    <a:pt x="1260671" y="4389635"/>
                  </a:lnTo>
                  <a:lnTo>
                    <a:pt x="1260796" y="4389635"/>
                  </a:lnTo>
                  <a:lnTo>
                    <a:pt x="1260921" y="4389635"/>
                  </a:lnTo>
                  <a:lnTo>
                    <a:pt x="1261046" y="4389635"/>
                  </a:lnTo>
                  <a:lnTo>
                    <a:pt x="1261171" y="4389635"/>
                  </a:lnTo>
                  <a:lnTo>
                    <a:pt x="1261296" y="4389635"/>
                  </a:lnTo>
                  <a:lnTo>
                    <a:pt x="1261421" y="4389635"/>
                  </a:lnTo>
                  <a:lnTo>
                    <a:pt x="1261546" y="4389635"/>
                  </a:lnTo>
                  <a:lnTo>
                    <a:pt x="1261671" y="4389635"/>
                  </a:lnTo>
                  <a:lnTo>
                    <a:pt x="1261796" y="4389635"/>
                  </a:lnTo>
                  <a:lnTo>
                    <a:pt x="1261921" y="4389635"/>
                  </a:lnTo>
                  <a:lnTo>
                    <a:pt x="1262046" y="4389635"/>
                  </a:lnTo>
                  <a:lnTo>
                    <a:pt x="1262171" y="4389635"/>
                  </a:lnTo>
                  <a:lnTo>
                    <a:pt x="1262296" y="4389635"/>
                  </a:lnTo>
                  <a:lnTo>
                    <a:pt x="1262422" y="4389635"/>
                  </a:lnTo>
                  <a:lnTo>
                    <a:pt x="1262547" y="4389635"/>
                  </a:lnTo>
                  <a:lnTo>
                    <a:pt x="1262672" y="4389635"/>
                  </a:lnTo>
                  <a:lnTo>
                    <a:pt x="1262797" y="4389635"/>
                  </a:lnTo>
                  <a:lnTo>
                    <a:pt x="1262922" y="4389635"/>
                  </a:lnTo>
                  <a:lnTo>
                    <a:pt x="1263047" y="4389635"/>
                  </a:lnTo>
                  <a:lnTo>
                    <a:pt x="1263172" y="4389635"/>
                  </a:lnTo>
                  <a:lnTo>
                    <a:pt x="1263297" y="4389635"/>
                  </a:lnTo>
                  <a:lnTo>
                    <a:pt x="1263422" y="4389635"/>
                  </a:lnTo>
                  <a:lnTo>
                    <a:pt x="1263547" y="4389635"/>
                  </a:lnTo>
                  <a:lnTo>
                    <a:pt x="1263672" y="4389635"/>
                  </a:lnTo>
                  <a:lnTo>
                    <a:pt x="1263797" y="4389635"/>
                  </a:lnTo>
                  <a:lnTo>
                    <a:pt x="1263922" y="4389635"/>
                  </a:lnTo>
                  <a:lnTo>
                    <a:pt x="1264047" y="4389635"/>
                  </a:lnTo>
                  <a:lnTo>
                    <a:pt x="1264172" y="4389635"/>
                  </a:lnTo>
                  <a:lnTo>
                    <a:pt x="1264297" y="4389635"/>
                  </a:lnTo>
                  <a:lnTo>
                    <a:pt x="1264422" y="4389635"/>
                  </a:lnTo>
                  <a:lnTo>
                    <a:pt x="1264547" y="4389635"/>
                  </a:lnTo>
                  <a:lnTo>
                    <a:pt x="1264672" y="4389635"/>
                  </a:lnTo>
                  <a:lnTo>
                    <a:pt x="1264797" y="4389635"/>
                  </a:lnTo>
                  <a:lnTo>
                    <a:pt x="1264922" y="4389635"/>
                  </a:lnTo>
                  <a:lnTo>
                    <a:pt x="1265047" y="4389635"/>
                  </a:lnTo>
                  <a:lnTo>
                    <a:pt x="1265172" y="4389635"/>
                  </a:lnTo>
                  <a:lnTo>
                    <a:pt x="1265297" y="4389635"/>
                  </a:lnTo>
                  <a:lnTo>
                    <a:pt x="1265423" y="4389635"/>
                  </a:lnTo>
                  <a:lnTo>
                    <a:pt x="1265548" y="4389635"/>
                  </a:lnTo>
                  <a:lnTo>
                    <a:pt x="1265673" y="4389635"/>
                  </a:lnTo>
                  <a:lnTo>
                    <a:pt x="1265798" y="4389635"/>
                  </a:lnTo>
                  <a:lnTo>
                    <a:pt x="1265923" y="4389635"/>
                  </a:lnTo>
                  <a:lnTo>
                    <a:pt x="1266048" y="4389635"/>
                  </a:lnTo>
                  <a:lnTo>
                    <a:pt x="1266173" y="4389635"/>
                  </a:lnTo>
                  <a:lnTo>
                    <a:pt x="1266298" y="4389635"/>
                  </a:lnTo>
                  <a:lnTo>
                    <a:pt x="1266423" y="4389635"/>
                  </a:lnTo>
                  <a:lnTo>
                    <a:pt x="1266548" y="4389635"/>
                  </a:lnTo>
                  <a:lnTo>
                    <a:pt x="1266673" y="4389635"/>
                  </a:lnTo>
                  <a:lnTo>
                    <a:pt x="1266798" y="4389635"/>
                  </a:lnTo>
                  <a:lnTo>
                    <a:pt x="1266923" y="4389635"/>
                  </a:lnTo>
                  <a:lnTo>
                    <a:pt x="1267048" y="4389635"/>
                  </a:lnTo>
                  <a:lnTo>
                    <a:pt x="1267173" y="4389635"/>
                  </a:lnTo>
                  <a:lnTo>
                    <a:pt x="1267298" y="4389635"/>
                  </a:lnTo>
                  <a:lnTo>
                    <a:pt x="1267423" y="4389635"/>
                  </a:lnTo>
                  <a:lnTo>
                    <a:pt x="1267548" y="4389635"/>
                  </a:lnTo>
                  <a:lnTo>
                    <a:pt x="1267673" y="4389635"/>
                  </a:lnTo>
                  <a:lnTo>
                    <a:pt x="1267798" y="4389635"/>
                  </a:lnTo>
                  <a:lnTo>
                    <a:pt x="1267923" y="4389635"/>
                  </a:lnTo>
                  <a:lnTo>
                    <a:pt x="1268048" y="4389635"/>
                  </a:lnTo>
                  <a:lnTo>
                    <a:pt x="1268173" y="4389635"/>
                  </a:lnTo>
                  <a:lnTo>
                    <a:pt x="1268298" y="4389635"/>
                  </a:lnTo>
                  <a:lnTo>
                    <a:pt x="1268424" y="4389635"/>
                  </a:lnTo>
                  <a:lnTo>
                    <a:pt x="1268549" y="4389635"/>
                  </a:lnTo>
                  <a:lnTo>
                    <a:pt x="1268674" y="4389635"/>
                  </a:lnTo>
                  <a:lnTo>
                    <a:pt x="1268799" y="4389635"/>
                  </a:lnTo>
                  <a:lnTo>
                    <a:pt x="1268924" y="4389635"/>
                  </a:lnTo>
                  <a:lnTo>
                    <a:pt x="1269049" y="4389635"/>
                  </a:lnTo>
                  <a:lnTo>
                    <a:pt x="1269174" y="4389635"/>
                  </a:lnTo>
                  <a:lnTo>
                    <a:pt x="1269299" y="4389635"/>
                  </a:lnTo>
                  <a:lnTo>
                    <a:pt x="1269424" y="4389635"/>
                  </a:lnTo>
                  <a:lnTo>
                    <a:pt x="1269549" y="4389635"/>
                  </a:lnTo>
                  <a:lnTo>
                    <a:pt x="1269674" y="4389635"/>
                  </a:lnTo>
                  <a:lnTo>
                    <a:pt x="1269799" y="4389635"/>
                  </a:lnTo>
                  <a:lnTo>
                    <a:pt x="1269924" y="4389635"/>
                  </a:lnTo>
                  <a:lnTo>
                    <a:pt x="1270049" y="4389635"/>
                  </a:lnTo>
                  <a:lnTo>
                    <a:pt x="1270174" y="4389635"/>
                  </a:lnTo>
                  <a:lnTo>
                    <a:pt x="1270299" y="4389635"/>
                  </a:lnTo>
                  <a:lnTo>
                    <a:pt x="1270424" y="4389635"/>
                  </a:lnTo>
                  <a:lnTo>
                    <a:pt x="1270549" y="4389635"/>
                  </a:lnTo>
                  <a:lnTo>
                    <a:pt x="1270674" y="4389635"/>
                  </a:lnTo>
                  <a:lnTo>
                    <a:pt x="1270799" y="4389635"/>
                  </a:lnTo>
                  <a:lnTo>
                    <a:pt x="1270924" y="4389635"/>
                  </a:lnTo>
                  <a:lnTo>
                    <a:pt x="1271049" y="4389635"/>
                  </a:lnTo>
                  <a:lnTo>
                    <a:pt x="1271174" y="4389635"/>
                  </a:lnTo>
                  <a:lnTo>
                    <a:pt x="1271299" y="4389635"/>
                  </a:lnTo>
                  <a:lnTo>
                    <a:pt x="1271425" y="4389635"/>
                  </a:lnTo>
                  <a:lnTo>
                    <a:pt x="1271550" y="4389635"/>
                  </a:lnTo>
                  <a:lnTo>
                    <a:pt x="1271675" y="4389635"/>
                  </a:lnTo>
                  <a:lnTo>
                    <a:pt x="1271800" y="4389635"/>
                  </a:lnTo>
                  <a:lnTo>
                    <a:pt x="1271925" y="4389635"/>
                  </a:lnTo>
                  <a:lnTo>
                    <a:pt x="1272050" y="4389635"/>
                  </a:lnTo>
                  <a:lnTo>
                    <a:pt x="1272175" y="4389635"/>
                  </a:lnTo>
                  <a:lnTo>
                    <a:pt x="1272300" y="4389635"/>
                  </a:lnTo>
                  <a:lnTo>
                    <a:pt x="1272425" y="4389635"/>
                  </a:lnTo>
                  <a:lnTo>
                    <a:pt x="1272550" y="4389635"/>
                  </a:lnTo>
                  <a:lnTo>
                    <a:pt x="1272675" y="4389635"/>
                  </a:lnTo>
                  <a:lnTo>
                    <a:pt x="1272800" y="4389635"/>
                  </a:lnTo>
                  <a:lnTo>
                    <a:pt x="1272925" y="4389635"/>
                  </a:lnTo>
                  <a:lnTo>
                    <a:pt x="1273050" y="4389635"/>
                  </a:lnTo>
                  <a:lnTo>
                    <a:pt x="1273175" y="4389635"/>
                  </a:lnTo>
                  <a:lnTo>
                    <a:pt x="1273300" y="4389635"/>
                  </a:lnTo>
                  <a:lnTo>
                    <a:pt x="1273425" y="4389635"/>
                  </a:lnTo>
                  <a:lnTo>
                    <a:pt x="1273550" y="4389635"/>
                  </a:lnTo>
                  <a:lnTo>
                    <a:pt x="1273675" y="4389635"/>
                  </a:lnTo>
                  <a:lnTo>
                    <a:pt x="1273800" y="4389635"/>
                  </a:lnTo>
                  <a:lnTo>
                    <a:pt x="1273925" y="4389635"/>
                  </a:lnTo>
                  <a:lnTo>
                    <a:pt x="1274050" y="4389635"/>
                  </a:lnTo>
                  <a:lnTo>
                    <a:pt x="1274175" y="4389635"/>
                  </a:lnTo>
                  <a:lnTo>
                    <a:pt x="1274300" y="4389635"/>
                  </a:lnTo>
                  <a:lnTo>
                    <a:pt x="1274426" y="4389635"/>
                  </a:lnTo>
                  <a:lnTo>
                    <a:pt x="1274551" y="4389635"/>
                  </a:lnTo>
                  <a:lnTo>
                    <a:pt x="1274676" y="4389635"/>
                  </a:lnTo>
                  <a:lnTo>
                    <a:pt x="1274801" y="4389635"/>
                  </a:lnTo>
                  <a:lnTo>
                    <a:pt x="1274926" y="4389635"/>
                  </a:lnTo>
                  <a:lnTo>
                    <a:pt x="1275051" y="4389635"/>
                  </a:lnTo>
                  <a:lnTo>
                    <a:pt x="1275176" y="4389635"/>
                  </a:lnTo>
                  <a:lnTo>
                    <a:pt x="1275301" y="4389635"/>
                  </a:lnTo>
                  <a:lnTo>
                    <a:pt x="1275426" y="4389635"/>
                  </a:lnTo>
                  <a:lnTo>
                    <a:pt x="1275551" y="4389635"/>
                  </a:lnTo>
                  <a:lnTo>
                    <a:pt x="1275676" y="4389635"/>
                  </a:lnTo>
                  <a:lnTo>
                    <a:pt x="1275801" y="4389635"/>
                  </a:lnTo>
                  <a:lnTo>
                    <a:pt x="1275926" y="4389635"/>
                  </a:lnTo>
                  <a:lnTo>
                    <a:pt x="1276051" y="4389635"/>
                  </a:lnTo>
                  <a:lnTo>
                    <a:pt x="1276176" y="4389635"/>
                  </a:lnTo>
                  <a:lnTo>
                    <a:pt x="1276301" y="4389635"/>
                  </a:lnTo>
                  <a:lnTo>
                    <a:pt x="1276426" y="4389635"/>
                  </a:lnTo>
                  <a:lnTo>
                    <a:pt x="1276551" y="4389635"/>
                  </a:lnTo>
                  <a:lnTo>
                    <a:pt x="1276676" y="4389635"/>
                  </a:lnTo>
                  <a:lnTo>
                    <a:pt x="1276801" y="4389635"/>
                  </a:lnTo>
                  <a:lnTo>
                    <a:pt x="1276926" y="4389635"/>
                  </a:lnTo>
                  <a:lnTo>
                    <a:pt x="1277051" y="4389635"/>
                  </a:lnTo>
                  <a:lnTo>
                    <a:pt x="1277176" y="4389635"/>
                  </a:lnTo>
                  <a:lnTo>
                    <a:pt x="1277301" y="4389635"/>
                  </a:lnTo>
                  <a:lnTo>
                    <a:pt x="1277427" y="4389635"/>
                  </a:lnTo>
                  <a:lnTo>
                    <a:pt x="1277552" y="4389635"/>
                  </a:lnTo>
                  <a:lnTo>
                    <a:pt x="1277677" y="4389635"/>
                  </a:lnTo>
                  <a:lnTo>
                    <a:pt x="1277802" y="4389635"/>
                  </a:lnTo>
                  <a:lnTo>
                    <a:pt x="1277927" y="4389635"/>
                  </a:lnTo>
                  <a:lnTo>
                    <a:pt x="1278052" y="4389635"/>
                  </a:lnTo>
                  <a:lnTo>
                    <a:pt x="1278177" y="4389635"/>
                  </a:lnTo>
                  <a:lnTo>
                    <a:pt x="1278302" y="4389635"/>
                  </a:lnTo>
                  <a:lnTo>
                    <a:pt x="1278427" y="4389635"/>
                  </a:lnTo>
                  <a:lnTo>
                    <a:pt x="1278552" y="4389635"/>
                  </a:lnTo>
                  <a:lnTo>
                    <a:pt x="1278677" y="4389635"/>
                  </a:lnTo>
                  <a:lnTo>
                    <a:pt x="1278802" y="4389635"/>
                  </a:lnTo>
                  <a:lnTo>
                    <a:pt x="1278927" y="4389635"/>
                  </a:lnTo>
                  <a:lnTo>
                    <a:pt x="1279052" y="4389635"/>
                  </a:lnTo>
                  <a:lnTo>
                    <a:pt x="1279177" y="4389635"/>
                  </a:lnTo>
                  <a:lnTo>
                    <a:pt x="1279302" y="4389635"/>
                  </a:lnTo>
                  <a:lnTo>
                    <a:pt x="1279427" y="4389635"/>
                  </a:lnTo>
                  <a:lnTo>
                    <a:pt x="1279552" y="4389635"/>
                  </a:lnTo>
                  <a:lnTo>
                    <a:pt x="1279677" y="4389635"/>
                  </a:lnTo>
                  <a:lnTo>
                    <a:pt x="1279802" y="4389635"/>
                  </a:lnTo>
                  <a:lnTo>
                    <a:pt x="1279927" y="4389635"/>
                  </a:lnTo>
                  <a:lnTo>
                    <a:pt x="1280052" y="4389635"/>
                  </a:lnTo>
                  <a:lnTo>
                    <a:pt x="1280177" y="4389635"/>
                  </a:lnTo>
                  <a:lnTo>
                    <a:pt x="1280302" y="4389635"/>
                  </a:lnTo>
                  <a:lnTo>
                    <a:pt x="1280428" y="4389635"/>
                  </a:lnTo>
                  <a:lnTo>
                    <a:pt x="1280553" y="4389635"/>
                  </a:lnTo>
                  <a:lnTo>
                    <a:pt x="1280678" y="4389635"/>
                  </a:lnTo>
                  <a:lnTo>
                    <a:pt x="1280803" y="4389635"/>
                  </a:lnTo>
                  <a:lnTo>
                    <a:pt x="1280928" y="4389635"/>
                  </a:lnTo>
                  <a:lnTo>
                    <a:pt x="1280928" y="4379681"/>
                  </a:lnTo>
                  <a:lnTo>
                    <a:pt x="1281053" y="4379681"/>
                  </a:lnTo>
                  <a:lnTo>
                    <a:pt x="1281178" y="4379681"/>
                  </a:lnTo>
                  <a:lnTo>
                    <a:pt x="1281303" y="4379681"/>
                  </a:lnTo>
                  <a:lnTo>
                    <a:pt x="1281428" y="4379681"/>
                  </a:lnTo>
                  <a:lnTo>
                    <a:pt x="1281553" y="4379681"/>
                  </a:lnTo>
                  <a:lnTo>
                    <a:pt x="1281678" y="4379681"/>
                  </a:lnTo>
                  <a:lnTo>
                    <a:pt x="1281803" y="4379681"/>
                  </a:lnTo>
                  <a:lnTo>
                    <a:pt x="1281928" y="4379681"/>
                  </a:lnTo>
                  <a:lnTo>
                    <a:pt x="1282053" y="4379681"/>
                  </a:lnTo>
                  <a:lnTo>
                    <a:pt x="1282178" y="4379681"/>
                  </a:lnTo>
                  <a:lnTo>
                    <a:pt x="1282303" y="4379681"/>
                  </a:lnTo>
                  <a:lnTo>
                    <a:pt x="1282428" y="4379681"/>
                  </a:lnTo>
                  <a:lnTo>
                    <a:pt x="1282553" y="4379681"/>
                  </a:lnTo>
                  <a:lnTo>
                    <a:pt x="1282678" y="4379681"/>
                  </a:lnTo>
                  <a:lnTo>
                    <a:pt x="1282803" y="4379681"/>
                  </a:lnTo>
                  <a:lnTo>
                    <a:pt x="1282928" y="4379681"/>
                  </a:lnTo>
                  <a:lnTo>
                    <a:pt x="1283053" y="4379681"/>
                  </a:lnTo>
                  <a:lnTo>
                    <a:pt x="1283178" y="4379681"/>
                  </a:lnTo>
                  <a:lnTo>
                    <a:pt x="1283304" y="4379681"/>
                  </a:lnTo>
                  <a:lnTo>
                    <a:pt x="1283429" y="4379681"/>
                  </a:lnTo>
                  <a:lnTo>
                    <a:pt x="1283554" y="4379681"/>
                  </a:lnTo>
                  <a:lnTo>
                    <a:pt x="1283679" y="4379681"/>
                  </a:lnTo>
                  <a:lnTo>
                    <a:pt x="1283804" y="4379681"/>
                  </a:lnTo>
                  <a:lnTo>
                    <a:pt x="1283929" y="4379681"/>
                  </a:lnTo>
                  <a:lnTo>
                    <a:pt x="1284054" y="4379681"/>
                  </a:lnTo>
                  <a:lnTo>
                    <a:pt x="1284179" y="4379681"/>
                  </a:lnTo>
                  <a:lnTo>
                    <a:pt x="1284304" y="4379681"/>
                  </a:lnTo>
                  <a:lnTo>
                    <a:pt x="1284429" y="4379681"/>
                  </a:lnTo>
                  <a:lnTo>
                    <a:pt x="1284554" y="4379681"/>
                  </a:lnTo>
                  <a:lnTo>
                    <a:pt x="1284679" y="4379681"/>
                  </a:lnTo>
                  <a:lnTo>
                    <a:pt x="1284804" y="4379681"/>
                  </a:lnTo>
                  <a:lnTo>
                    <a:pt x="1284929" y="4379681"/>
                  </a:lnTo>
                  <a:lnTo>
                    <a:pt x="1285054" y="4379681"/>
                  </a:lnTo>
                  <a:lnTo>
                    <a:pt x="1285179" y="4379681"/>
                  </a:lnTo>
                  <a:lnTo>
                    <a:pt x="1285179" y="4369728"/>
                  </a:lnTo>
                  <a:lnTo>
                    <a:pt x="1285304" y="4369728"/>
                  </a:lnTo>
                  <a:lnTo>
                    <a:pt x="1285429" y="4369728"/>
                  </a:lnTo>
                  <a:lnTo>
                    <a:pt x="1285554" y="4369728"/>
                  </a:lnTo>
                  <a:lnTo>
                    <a:pt x="1285679" y="4369728"/>
                  </a:lnTo>
                  <a:lnTo>
                    <a:pt x="1285804" y="4369728"/>
                  </a:lnTo>
                  <a:lnTo>
                    <a:pt x="1285929" y="4369728"/>
                  </a:lnTo>
                  <a:lnTo>
                    <a:pt x="1286054" y="4369728"/>
                  </a:lnTo>
                  <a:lnTo>
                    <a:pt x="1286179" y="4369728"/>
                  </a:lnTo>
                  <a:lnTo>
                    <a:pt x="1286305" y="4369728"/>
                  </a:lnTo>
                  <a:lnTo>
                    <a:pt x="1286430" y="4369728"/>
                  </a:lnTo>
                  <a:lnTo>
                    <a:pt x="1286555" y="4369728"/>
                  </a:lnTo>
                  <a:lnTo>
                    <a:pt x="1286680" y="4369728"/>
                  </a:lnTo>
                  <a:lnTo>
                    <a:pt x="1286805" y="4369728"/>
                  </a:lnTo>
                  <a:lnTo>
                    <a:pt x="1286930" y="4369728"/>
                  </a:lnTo>
                  <a:lnTo>
                    <a:pt x="1287055" y="4369728"/>
                  </a:lnTo>
                  <a:lnTo>
                    <a:pt x="1287180" y="4369728"/>
                  </a:lnTo>
                  <a:lnTo>
                    <a:pt x="1287305" y="4369728"/>
                  </a:lnTo>
                  <a:lnTo>
                    <a:pt x="1287430" y="4369728"/>
                  </a:lnTo>
                  <a:lnTo>
                    <a:pt x="1287555" y="4369728"/>
                  </a:lnTo>
                  <a:lnTo>
                    <a:pt x="1287680" y="4369728"/>
                  </a:lnTo>
                  <a:lnTo>
                    <a:pt x="1287805" y="4369728"/>
                  </a:lnTo>
                  <a:lnTo>
                    <a:pt x="1287930" y="4369728"/>
                  </a:lnTo>
                  <a:lnTo>
                    <a:pt x="1288055" y="4369728"/>
                  </a:lnTo>
                  <a:lnTo>
                    <a:pt x="1288180" y="4369728"/>
                  </a:lnTo>
                  <a:lnTo>
                    <a:pt x="1288305" y="4369728"/>
                  </a:lnTo>
                  <a:lnTo>
                    <a:pt x="1288430" y="4369728"/>
                  </a:lnTo>
                  <a:lnTo>
                    <a:pt x="1288555" y="4369728"/>
                  </a:lnTo>
                  <a:lnTo>
                    <a:pt x="1288680" y="4369728"/>
                  </a:lnTo>
                  <a:lnTo>
                    <a:pt x="1288805" y="4369728"/>
                  </a:lnTo>
                  <a:lnTo>
                    <a:pt x="1288930" y="4369728"/>
                  </a:lnTo>
                  <a:lnTo>
                    <a:pt x="1289055" y="4369728"/>
                  </a:lnTo>
                  <a:lnTo>
                    <a:pt x="1289180" y="4369728"/>
                  </a:lnTo>
                  <a:lnTo>
                    <a:pt x="1289306" y="4369728"/>
                  </a:lnTo>
                  <a:lnTo>
                    <a:pt x="1289431" y="4369728"/>
                  </a:lnTo>
                  <a:lnTo>
                    <a:pt x="1289556" y="4369728"/>
                  </a:lnTo>
                  <a:lnTo>
                    <a:pt x="1289681" y="4369728"/>
                  </a:lnTo>
                  <a:lnTo>
                    <a:pt x="1289806" y="4369728"/>
                  </a:lnTo>
                  <a:lnTo>
                    <a:pt x="1289931" y="4369728"/>
                  </a:lnTo>
                  <a:lnTo>
                    <a:pt x="1290056" y="4369728"/>
                  </a:lnTo>
                  <a:lnTo>
                    <a:pt x="1290181" y="4369728"/>
                  </a:lnTo>
                  <a:lnTo>
                    <a:pt x="1290306" y="4369728"/>
                  </a:lnTo>
                  <a:lnTo>
                    <a:pt x="1290431" y="4369728"/>
                  </a:lnTo>
                  <a:lnTo>
                    <a:pt x="1290556" y="4369728"/>
                  </a:lnTo>
                  <a:lnTo>
                    <a:pt x="1290681" y="4369728"/>
                  </a:lnTo>
                  <a:lnTo>
                    <a:pt x="1290806" y="4369728"/>
                  </a:lnTo>
                  <a:lnTo>
                    <a:pt x="1290931" y="4369728"/>
                  </a:lnTo>
                  <a:lnTo>
                    <a:pt x="1291056" y="4369728"/>
                  </a:lnTo>
                  <a:lnTo>
                    <a:pt x="1291181" y="4369728"/>
                  </a:lnTo>
                  <a:lnTo>
                    <a:pt x="1291306" y="4369728"/>
                  </a:lnTo>
                  <a:lnTo>
                    <a:pt x="1291431" y="4369728"/>
                  </a:lnTo>
                  <a:lnTo>
                    <a:pt x="1291556" y="4369728"/>
                  </a:lnTo>
                  <a:lnTo>
                    <a:pt x="1291681" y="4369728"/>
                  </a:lnTo>
                  <a:lnTo>
                    <a:pt x="1291806" y="4369728"/>
                  </a:lnTo>
                  <a:lnTo>
                    <a:pt x="1291931" y="4369728"/>
                  </a:lnTo>
                  <a:lnTo>
                    <a:pt x="1292056" y="4369728"/>
                  </a:lnTo>
                  <a:lnTo>
                    <a:pt x="1292181" y="4369728"/>
                  </a:lnTo>
                  <a:lnTo>
                    <a:pt x="1292307" y="4369728"/>
                  </a:lnTo>
                  <a:lnTo>
                    <a:pt x="1292432" y="4369728"/>
                  </a:lnTo>
                  <a:lnTo>
                    <a:pt x="1292557" y="4369728"/>
                  </a:lnTo>
                  <a:lnTo>
                    <a:pt x="1292682" y="4369728"/>
                  </a:lnTo>
                  <a:lnTo>
                    <a:pt x="1292807" y="4369728"/>
                  </a:lnTo>
                  <a:lnTo>
                    <a:pt x="1292932" y="4369728"/>
                  </a:lnTo>
                  <a:lnTo>
                    <a:pt x="1293057" y="4369728"/>
                  </a:lnTo>
                  <a:lnTo>
                    <a:pt x="1293182" y="4369728"/>
                  </a:lnTo>
                  <a:lnTo>
                    <a:pt x="1293307" y="4369728"/>
                  </a:lnTo>
                  <a:lnTo>
                    <a:pt x="1293432" y="4369728"/>
                  </a:lnTo>
                  <a:lnTo>
                    <a:pt x="1293557" y="4369728"/>
                  </a:lnTo>
                  <a:lnTo>
                    <a:pt x="1293682" y="4369728"/>
                  </a:lnTo>
                  <a:lnTo>
                    <a:pt x="1293807" y="4369728"/>
                  </a:lnTo>
                  <a:lnTo>
                    <a:pt x="1293932" y="4369728"/>
                  </a:lnTo>
                  <a:lnTo>
                    <a:pt x="1294057" y="4369728"/>
                  </a:lnTo>
                  <a:lnTo>
                    <a:pt x="1294182" y="4369728"/>
                  </a:lnTo>
                  <a:lnTo>
                    <a:pt x="1294307" y="4369728"/>
                  </a:lnTo>
                  <a:lnTo>
                    <a:pt x="1294432" y="4369728"/>
                  </a:lnTo>
                  <a:lnTo>
                    <a:pt x="1294557" y="4369728"/>
                  </a:lnTo>
                  <a:lnTo>
                    <a:pt x="1294682" y="4369728"/>
                  </a:lnTo>
                  <a:lnTo>
                    <a:pt x="1294807" y="4369728"/>
                  </a:lnTo>
                  <a:lnTo>
                    <a:pt x="1294932" y="4369728"/>
                  </a:lnTo>
                  <a:lnTo>
                    <a:pt x="1295057" y="4369728"/>
                  </a:lnTo>
                  <a:lnTo>
                    <a:pt x="1295182" y="4369728"/>
                  </a:lnTo>
                  <a:lnTo>
                    <a:pt x="1295308" y="4369728"/>
                  </a:lnTo>
                  <a:lnTo>
                    <a:pt x="1295433" y="4369728"/>
                  </a:lnTo>
                  <a:lnTo>
                    <a:pt x="1295558" y="4369728"/>
                  </a:lnTo>
                  <a:lnTo>
                    <a:pt x="1295683" y="4369728"/>
                  </a:lnTo>
                  <a:lnTo>
                    <a:pt x="1295808" y="4369728"/>
                  </a:lnTo>
                  <a:lnTo>
                    <a:pt x="1295933" y="4369728"/>
                  </a:lnTo>
                  <a:lnTo>
                    <a:pt x="1296058" y="4369728"/>
                  </a:lnTo>
                  <a:lnTo>
                    <a:pt x="1296183" y="4369728"/>
                  </a:lnTo>
                  <a:lnTo>
                    <a:pt x="1296308" y="4369728"/>
                  </a:lnTo>
                  <a:lnTo>
                    <a:pt x="1296433" y="4369728"/>
                  </a:lnTo>
                  <a:lnTo>
                    <a:pt x="1296558" y="4369728"/>
                  </a:lnTo>
                  <a:lnTo>
                    <a:pt x="1296683" y="4369728"/>
                  </a:lnTo>
                  <a:lnTo>
                    <a:pt x="1296808" y="4369728"/>
                  </a:lnTo>
                  <a:lnTo>
                    <a:pt x="1296933" y="4369728"/>
                  </a:lnTo>
                  <a:lnTo>
                    <a:pt x="1297058" y="4369728"/>
                  </a:lnTo>
                  <a:lnTo>
                    <a:pt x="1297183" y="4369728"/>
                  </a:lnTo>
                  <a:lnTo>
                    <a:pt x="1297308" y="4369728"/>
                  </a:lnTo>
                  <a:lnTo>
                    <a:pt x="1297433" y="4369728"/>
                  </a:lnTo>
                  <a:lnTo>
                    <a:pt x="1297558" y="4369728"/>
                  </a:lnTo>
                  <a:lnTo>
                    <a:pt x="1297683" y="4369728"/>
                  </a:lnTo>
                  <a:lnTo>
                    <a:pt x="1297808" y="4369728"/>
                  </a:lnTo>
                  <a:lnTo>
                    <a:pt x="1297933" y="4369728"/>
                  </a:lnTo>
                  <a:lnTo>
                    <a:pt x="1298058" y="4369728"/>
                  </a:lnTo>
                  <a:lnTo>
                    <a:pt x="1298183" y="4369728"/>
                  </a:lnTo>
                  <a:lnTo>
                    <a:pt x="1298309" y="4369728"/>
                  </a:lnTo>
                  <a:lnTo>
                    <a:pt x="1298434" y="4369728"/>
                  </a:lnTo>
                  <a:lnTo>
                    <a:pt x="1298559" y="4369728"/>
                  </a:lnTo>
                  <a:lnTo>
                    <a:pt x="1298684" y="4369728"/>
                  </a:lnTo>
                  <a:lnTo>
                    <a:pt x="1298809" y="4369728"/>
                  </a:lnTo>
                  <a:lnTo>
                    <a:pt x="1298934" y="4369728"/>
                  </a:lnTo>
                  <a:lnTo>
                    <a:pt x="1299059" y="4369728"/>
                  </a:lnTo>
                  <a:lnTo>
                    <a:pt x="1299059" y="4359774"/>
                  </a:lnTo>
                  <a:lnTo>
                    <a:pt x="1299184" y="4359774"/>
                  </a:lnTo>
                  <a:lnTo>
                    <a:pt x="1299309" y="4359774"/>
                  </a:lnTo>
                  <a:lnTo>
                    <a:pt x="1299434" y="4359774"/>
                  </a:lnTo>
                  <a:lnTo>
                    <a:pt x="1299559" y="4359774"/>
                  </a:lnTo>
                  <a:lnTo>
                    <a:pt x="1299684" y="4359774"/>
                  </a:lnTo>
                  <a:lnTo>
                    <a:pt x="1299809" y="4359774"/>
                  </a:lnTo>
                  <a:lnTo>
                    <a:pt x="1299934" y="4359774"/>
                  </a:lnTo>
                  <a:lnTo>
                    <a:pt x="1300059" y="4359774"/>
                  </a:lnTo>
                  <a:lnTo>
                    <a:pt x="1300184" y="4359774"/>
                  </a:lnTo>
                  <a:lnTo>
                    <a:pt x="1300309" y="4359774"/>
                  </a:lnTo>
                  <a:lnTo>
                    <a:pt x="1300434" y="4359774"/>
                  </a:lnTo>
                  <a:lnTo>
                    <a:pt x="1300559" y="4359774"/>
                  </a:lnTo>
                  <a:lnTo>
                    <a:pt x="1300684" y="4359774"/>
                  </a:lnTo>
                  <a:lnTo>
                    <a:pt x="1300809" y="4359774"/>
                  </a:lnTo>
                  <a:lnTo>
                    <a:pt x="1300934" y="4359774"/>
                  </a:lnTo>
                  <a:lnTo>
                    <a:pt x="1301059" y="4359774"/>
                  </a:lnTo>
                  <a:lnTo>
                    <a:pt x="1301184" y="4359774"/>
                  </a:lnTo>
                  <a:lnTo>
                    <a:pt x="1301310" y="4359774"/>
                  </a:lnTo>
                  <a:lnTo>
                    <a:pt x="1301435" y="4359774"/>
                  </a:lnTo>
                  <a:lnTo>
                    <a:pt x="1301435" y="4349820"/>
                  </a:lnTo>
                  <a:lnTo>
                    <a:pt x="1301560" y="4349820"/>
                  </a:lnTo>
                  <a:lnTo>
                    <a:pt x="1301685" y="4349820"/>
                  </a:lnTo>
                  <a:lnTo>
                    <a:pt x="1301810" y="4349820"/>
                  </a:lnTo>
                  <a:lnTo>
                    <a:pt x="1301935" y="4349820"/>
                  </a:lnTo>
                  <a:lnTo>
                    <a:pt x="1302060" y="4349820"/>
                  </a:lnTo>
                  <a:lnTo>
                    <a:pt x="1302185" y="4349820"/>
                  </a:lnTo>
                  <a:lnTo>
                    <a:pt x="1302310" y="4349820"/>
                  </a:lnTo>
                  <a:lnTo>
                    <a:pt x="1302435" y="4349820"/>
                  </a:lnTo>
                  <a:lnTo>
                    <a:pt x="1302560" y="4349820"/>
                  </a:lnTo>
                  <a:lnTo>
                    <a:pt x="1302685" y="4349820"/>
                  </a:lnTo>
                  <a:lnTo>
                    <a:pt x="1302810" y="4349820"/>
                  </a:lnTo>
                  <a:lnTo>
                    <a:pt x="1302935" y="4349820"/>
                  </a:lnTo>
                  <a:lnTo>
                    <a:pt x="1303060" y="4349820"/>
                  </a:lnTo>
                  <a:lnTo>
                    <a:pt x="1303185" y="4349820"/>
                  </a:lnTo>
                  <a:lnTo>
                    <a:pt x="1303310" y="4349820"/>
                  </a:lnTo>
                  <a:lnTo>
                    <a:pt x="1303435" y="4349820"/>
                  </a:lnTo>
                  <a:lnTo>
                    <a:pt x="1303560" y="4349820"/>
                  </a:lnTo>
                  <a:lnTo>
                    <a:pt x="1303685" y="4349820"/>
                  </a:lnTo>
                  <a:lnTo>
                    <a:pt x="1303810" y="4349820"/>
                  </a:lnTo>
                  <a:lnTo>
                    <a:pt x="1303935" y="4349820"/>
                  </a:lnTo>
                  <a:lnTo>
                    <a:pt x="1304060" y="4349820"/>
                  </a:lnTo>
                  <a:lnTo>
                    <a:pt x="1304185" y="4349820"/>
                  </a:lnTo>
                  <a:lnTo>
                    <a:pt x="1304311" y="4349820"/>
                  </a:lnTo>
                  <a:lnTo>
                    <a:pt x="1304436" y="4349820"/>
                  </a:lnTo>
                  <a:lnTo>
                    <a:pt x="1304561" y="4349820"/>
                  </a:lnTo>
                  <a:lnTo>
                    <a:pt x="1304686" y="4349820"/>
                  </a:lnTo>
                  <a:lnTo>
                    <a:pt x="1304811" y="4349820"/>
                  </a:lnTo>
                  <a:lnTo>
                    <a:pt x="1304936" y="4349820"/>
                  </a:lnTo>
                  <a:lnTo>
                    <a:pt x="1305061" y="4349820"/>
                  </a:lnTo>
                  <a:lnTo>
                    <a:pt x="1305186" y="4349820"/>
                  </a:lnTo>
                  <a:lnTo>
                    <a:pt x="1305311" y="4349820"/>
                  </a:lnTo>
                  <a:lnTo>
                    <a:pt x="1305436" y="4349820"/>
                  </a:lnTo>
                  <a:lnTo>
                    <a:pt x="1305561" y="4349820"/>
                  </a:lnTo>
                  <a:lnTo>
                    <a:pt x="1305686" y="4349820"/>
                  </a:lnTo>
                  <a:lnTo>
                    <a:pt x="1305811" y="4349820"/>
                  </a:lnTo>
                  <a:lnTo>
                    <a:pt x="1305936" y="4349820"/>
                  </a:lnTo>
                  <a:lnTo>
                    <a:pt x="1306061" y="4349820"/>
                  </a:lnTo>
                  <a:lnTo>
                    <a:pt x="1306186" y="4349820"/>
                  </a:lnTo>
                  <a:lnTo>
                    <a:pt x="1306311" y="4349820"/>
                  </a:lnTo>
                  <a:lnTo>
                    <a:pt x="1306436" y="4349820"/>
                  </a:lnTo>
                  <a:lnTo>
                    <a:pt x="1306561" y="4349820"/>
                  </a:lnTo>
                  <a:lnTo>
                    <a:pt x="1306686" y="4349820"/>
                  </a:lnTo>
                  <a:lnTo>
                    <a:pt x="1306811" y="4349820"/>
                  </a:lnTo>
                  <a:lnTo>
                    <a:pt x="1306936" y="4349820"/>
                  </a:lnTo>
                  <a:lnTo>
                    <a:pt x="1307061" y="4349820"/>
                  </a:lnTo>
                  <a:lnTo>
                    <a:pt x="1307186" y="4349820"/>
                  </a:lnTo>
                  <a:lnTo>
                    <a:pt x="1307312" y="4349820"/>
                  </a:lnTo>
                  <a:lnTo>
                    <a:pt x="1307437" y="4349820"/>
                  </a:lnTo>
                  <a:lnTo>
                    <a:pt x="1307562" y="4349820"/>
                  </a:lnTo>
                  <a:lnTo>
                    <a:pt x="1307687" y="4349820"/>
                  </a:lnTo>
                  <a:lnTo>
                    <a:pt x="1307812" y="4349820"/>
                  </a:lnTo>
                  <a:lnTo>
                    <a:pt x="1307812" y="4339866"/>
                  </a:lnTo>
                  <a:lnTo>
                    <a:pt x="1307937" y="4339866"/>
                  </a:lnTo>
                  <a:lnTo>
                    <a:pt x="1307937" y="4329912"/>
                  </a:lnTo>
                  <a:lnTo>
                    <a:pt x="1308062" y="4329912"/>
                  </a:lnTo>
                  <a:lnTo>
                    <a:pt x="1308187" y="4329912"/>
                  </a:lnTo>
                  <a:lnTo>
                    <a:pt x="1308312" y="4329912"/>
                  </a:lnTo>
                  <a:lnTo>
                    <a:pt x="1308437" y="4329912"/>
                  </a:lnTo>
                  <a:lnTo>
                    <a:pt x="1308562" y="4329912"/>
                  </a:lnTo>
                  <a:lnTo>
                    <a:pt x="1308687" y="4329912"/>
                  </a:lnTo>
                  <a:lnTo>
                    <a:pt x="1308812" y="4329912"/>
                  </a:lnTo>
                  <a:lnTo>
                    <a:pt x="1308937" y="4329912"/>
                  </a:lnTo>
                  <a:lnTo>
                    <a:pt x="1309062" y="4329912"/>
                  </a:lnTo>
                  <a:lnTo>
                    <a:pt x="1309187" y="4329912"/>
                  </a:lnTo>
                  <a:lnTo>
                    <a:pt x="1309312" y="4329912"/>
                  </a:lnTo>
                  <a:lnTo>
                    <a:pt x="1309312" y="4319959"/>
                  </a:lnTo>
                  <a:lnTo>
                    <a:pt x="1309437" y="4319959"/>
                  </a:lnTo>
                  <a:lnTo>
                    <a:pt x="1309562" y="4319959"/>
                  </a:lnTo>
                  <a:lnTo>
                    <a:pt x="1309687" y="4319959"/>
                  </a:lnTo>
                  <a:lnTo>
                    <a:pt x="1309812" y="4319959"/>
                  </a:lnTo>
                  <a:lnTo>
                    <a:pt x="1309937" y="4319959"/>
                  </a:lnTo>
                  <a:lnTo>
                    <a:pt x="1310062" y="4319959"/>
                  </a:lnTo>
                  <a:lnTo>
                    <a:pt x="1310187" y="4319959"/>
                  </a:lnTo>
                  <a:lnTo>
                    <a:pt x="1310313" y="4319959"/>
                  </a:lnTo>
                  <a:lnTo>
                    <a:pt x="1310438" y="4319959"/>
                  </a:lnTo>
                  <a:lnTo>
                    <a:pt x="1310563" y="4319959"/>
                  </a:lnTo>
                  <a:lnTo>
                    <a:pt x="1310688" y="4319959"/>
                  </a:lnTo>
                  <a:lnTo>
                    <a:pt x="1310813" y="4319959"/>
                  </a:lnTo>
                  <a:lnTo>
                    <a:pt x="1310938" y="4319959"/>
                  </a:lnTo>
                  <a:lnTo>
                    <a:pt x="1310938" y="4310005"/>
                  </a:lnTo>
                  <a:lnTo>
                    <a:pt x="1311063" y="4310005"/>
                  </a:lnTo>
                  <a:lnTo>
                    <a:pt x="1311188" y="4310005"/>
                  </a:lnTo>
                  <a:lnTo>
                    <a:pt x="1311313" y="4310005"/>
                  </a:lnTo>
                  <a:lnTo>
                    <a:pt x="1311438" y="4310005"/>
                  </a:lnTo>
                  <a:lnTo>
                    <a:pt x="1311563" y="4310005"/>
                  </a:lnTo>
                  <a:lnTo>
                    <a:pt x="1311688" y="4310005"/>
                  </a:lnTo>
                  <a:lnTo>
                    <a:pt x="1311813" y="4310005"/>
                  </a:lnTo>
                  <a:lnTo>
                    <a:pt x="1311938" y="4310005"/>
                  </a:lnTo>
                  <a:lnTo>
                    <a:pt x="1312063" y="4310005"/>
                  </a:lnTo>
                  <a:lnTo>
                    <a:pt x="1312188" y="4310005"/>
                  </a:lnTo>
                  <a:lnTo>
                    <a:pt x="1312313" y="4310005"/>
                  </a:lnTo>
                  <a:lnTo>
                    <a:pt x="1312438" y="4310005"/>
                  </a:lnTo>
                  <a:lnTo>
                    <a:pt x="1312563" y="4310005"/>
                  </a:lnTo>
                  <a:lnTo>
                    <a:pt x="1312688" y="4310005"/>
                  </a:lnTo>
                  <a:lnTo>
                    <a:pt x="1312813" y="4310005"/>
                  </a:lnTo>
                  <a:lnTo>
                    <a:pt x="1312938" y="4310005"/>
                  </a:lnTo>
                  <a:lnTo>
                    <a:pt x="1313063" y="4310005"/>
                  </a:lnTo>
                  <a:lnTo>
                    <a:pt x="1313188" y="4310005"/>
                  </a:lnTo>
                  <a:lnTo>
                    <a:pt x="1313314" y="4310005"/>
                  </a:lnTo>
                  <a:lnTo>
                    <a:pt x="1313439" y="4310005"/>
                  </a:lnTo>
                  <a:lnTo>
                    <a:pt x="1313564" y="4310005"/>
                  </a:lnTo>
                  <a:lnTo>
                    <a:pt x="1313689" y="4310005"/>
                  </a:lnTo>
                  <a:lnTo>
                    <a:pt x="1313814" y="4310005"/>
                  </a:lnTo>
                  <a:lnTo>
                    <a:pt x="1313939" y="4310005"/>
                  </a:lnTo>
                  <a:lnTo>
                    <a:pt x="1314064" y="4310005"/>
                  </a:lnTo>
                  <a:lnTo>
                    <a:pt x="1314189" y="4310005"/>
                  </a:lnTo>
                  <a:lnTo>
                    <a:pt x="1314314" y="4310005"/>
                  </a:lnTo>
                  <a:lnTo>
                    <a:pt x="1314439" y="4310005"/>
                  </a:lnTo>
                  <a:lnTo>
                    <a:pt x="1314564" y="4310005"/>
                  </a:lnTo>
                  <a:lnTo>
                    <a:pt x="1314689" y="4310005"/>
                  </a:lnTo>
                  <a:lnTo>
                    <a:pt x="1314814" y="4310005"/>
                  </a:lnTo>
                  <a:lnTo>
                    <a:pt x="1314939" y="4310005"/>
                  </a:lnTo>
                  <a:lnTo>
                    <a:pt x="1315064" y="4310005"/>
                  </a:lnTo>
                  <a:lnTo>
                    <a:pt x="1315189" y="4310005"/>
                  </a:lnTo>
                  <a:lnTo>
                    <a:pt x="1315314" y="4310005"/>
                  </a:lnTo>
                  <a:lnTo>
                    <a:pt x="1315439" y="4310005"/>
                  </a:lnTo>
                  <a:lnTo>
                    <a:pt x="1315564" y="4310005"/>
                  </a:lnTo>
                  <a:lnTo>
                    <a:pt x="1315689" y="4310005"/>
                  </a:lnTo>
                  <a:lnTo>
                    <a:pt x="1315814" y="4310005"/>
                  </a:lnTo>
                  <a:lnTo>
                    <a:pt x="1315939" y="4310005"/>
                  </a:lnTo>
                  <a:lnTo>
                    <a:pt x="1316064" y="4310005"/>
                  </a:lnTo>
                  <a:lnTo>
                    <a:pt x="1316189" y="4310005"/>
                  </a:lnTo>
                  <a:lnTo>
                    <a:pt x="1316315" y="4310005"/>
                  </a:lnTo>
                  <a:lnTo>
                    <a:pt x="1316440" y="4310005"/>
                  </a:lnTo>
                  <a:lnTo>
                    <a:pt x="1316565" y="4310005"/>
                  </a:lnTo>
                  <a:lnTo>
                    <a:pt x="1316690" y="4310005"/>
                  </a:lnTo>
                  <a:lnTo>
                    <a:pt x="1316815" y="4310005"/>
                  </a:lnTo>
                  <a:lnTo>
                    <a:pt x="1316940" y="4310005"/>
                  </a:lnTo>
                  <a:lnTo>
                    <a:pt x="1317065" y="4310005"/>
                  </a:lnTo>
                  <a:lnTo>
                    <a:pt x="1317190" y="4310005"/>
                  </a:lnTo>
                  <a:lnTo>
                    <a:pt x="1317315" y="4310005"/>
                  </a:lnTo>
                  <a:lnTo>
                    <a:pt x="1317440" y="4310005"/>
                  </a:lnTo>
                  <a:lnTo>
                    <a:pt x="1317565" y="4310005"/>
                  </a:lnTo>
                  <a:lnTo>
                    <a:pt x="1317690" y="4310005"/>
                  </a:lnTo>
                  <a:lnTo>
                    <a:pt x="1317815" y="4310005"/>
                  </a:lnTo>
                  <a:lnTo>
                    <a:pt x="1317940" y="4310005"/>
                  </a:lnTo>
                  <a:lnTo>
                    <a:pt x="1318065" y="4310005"/>
                  </a:lnTo>
                  <a:lnTo>
                    <a:pt x="1318190" y="4310005"/>
                  </a:lnTo>
                  <a:lnTo>
                    <a:pt x="1318315" y="4310005"/>
                  </a:lnTo>
                  <a:lnTo>
                    <a:pt x="1318440" y="4310005"/>
                  </a:lnTo>
                  <a:lnTo>
                    <a:pt x="1318565" y="4310005"/>
                  </a:lnTo>
                  <a:lnTo>
                    <a:pt x="1318690" y="4310005"/>
                  </a:lnTo>
                  <a:lnTo>
                    <a:pt x="1318815" y="4310005"/>
                  </a:lnTo>
                  <a:lnTo>
                    <a:pt x="1318940" y="4310005"/>
                  </a:lnTo>
                  <a:lnTo>
                    <a:pt x="1319065" y="4310005"/>
                  </a:lnTo>
                  <a:lnTo>
                    <a:pt x="1319190" y="4310005"/>
                  </a:lnTo>
                  <a:lnTo>
                    <a:pt x="1319316" y="4310005"/>
                  </a:lnTo>
                  <a:lnTo>
                    <a:pt x="1319441" y="4310005"/>
                  </a:lnTo>
                  <a:lnTo>
                    <a:pt x="1319566" y="4310005"/>
                  </a:lnTo>
                  <a:lnTo>
                    <a:pt x="1319691" y="4310005"/>
                  </a:lnTo>
                  <a:lnTo>
                    <a:pt x="1319816" y="4310005"/>
                  </a:lnTo>
                  <a:lnTo>
                    <a:pt x="1319941" y="4310005"/>
                  </a:lnTo>
                  <a:lnTo>
                    <a:pt x="1319941" y="4300051"/>
                  </a:lnTo>
                  <a:lnTo>
                    <a:pt x="1320066" y="4300051"/>
                  </a:lnTo>
                  <a:lnTo>
                    <a:pt x="1320191" y="4300051"/>
                  </a:lnTo>
                  <a:lnTo>
                    <a:pt x="1320316" y="4300051"/>
                  </a:lnTo>
                  <a:lnTo>
                    <a:pt x="1320441" y="4300051"/>
                  </a:lnTo>
                  <a:lnTo>
                    <a:pt x="1320566" y="4300051"/>
                  </a:lnTo>
                  <a:lnTo>
                    <a:pt x="1320691" y="4300051"/>
                  </a:lnTo>
                  <a:lnTo>
                    <a:pt x="1320816" y="4300051"/>
                  </a:lnTo>
                  <a:lnTo>
                    <a:pt x="1320941" y="4300051"/>
                  </a:lnTo>
                  <a:lnTo>
                    <a:pt x="1321066" y="4300051"/>
                  </a:lnTo>
                  <a:lnTo>
                    <a:pt x="1321191" y="4300051"/>
                  </a:lnTo>
                  <a:lnTo>
                    <a:pt x="1321316" y="4300051"/>
                  </a:lnTo>
                  <a:lnTo>
                    <a:pt x="1321441" y="4300051"/>
                  </a:lnTo>
                  <a:lnTo>
                    <a:pt x="1321566" y="4300051"/>
                  </a:lnTo>
                  <a:lnTo>
                    <a:pt x="1321691" y="4300051"/>
                  </a:lnTo>
                  <a:lnTo>
                    <a:pt x="1321816" y="4300051"/>
                  </a:lnTo>
                  <a:lnTo>
                    <a:pt x="1321941" y="4300051"/>
                  </a:lnTo>
                  <a:lnTo>
                    <a:pt x="1322066" y="4300051"/>
                  </a:lnTo>
                  <a:lnTo>
                    <a:pt x="1322192" y="4300051"/>
                  </a:lnTo>
                  <a:lnTo>
                    <a:pt x="1322317" y="4300051"/>
                  </a:lnTo>
                  <a:lnTo>
                    <a:pt x="1322442" y="4300051"/>
                  </a:lnTo>
                  <a:lnTo>
                    <a:pt x="1322567" y="4300051"/>
                  </a:lnTo>
                  <a:lnTo>
                    <a:pt x="1322692" y="4300051"/>
                  </a:lnTo>
                  <a:lnTo>
                    <a:pt x="1322817" y="4300051"/>
                  </a:lnTo>
                  <a:lnTo>
                    <a:pt x="1322942" y="4300051"/>
                  </a:lnTo>
                  <a:lnTo>
                    <a:pt x="1323067" y="4300051"/>
                  </a:lnTo>
                  <a:lnTo>
                    <a:pt x="1323192" y="4300051"/>
                  </a:lnTo>
                  <a:lnTo>
                    <a:pt x="1323317" y="4300051"/>
                  </a:lnTo>
                  <a:lnTo>
                    <a:pt x="1323442" y="4300051"/>
                  </a:lnTo>
                  <a:lnTo>
                    <a:pt x="1323567" y="4300051"/>
                  </a:lnTo>
                  <a:lnTo>
                    <a:pt x="1323567" y="4290097"/>
                  </a:lnTo>
                  <a:lnTo>
                    <a:pt x="1323692" y="4290097"/>
                  </a:lnTo>
                  <a:lnTo>
                    <a:pt x="1323817" y="4290097"/>
                  </a:lnTo>
                  <a:lnTo>
                    <a:pt x="1323942" y="4290097"/>
                  </a:lnTo>
                  <a:lnTo>
                    <a:pt x="1324067" y="4290097"/>
                  </a:lnTo>
                  <a:lnTo>
                    <a:pt x="1324192" y="4290097"/>
                  </a:lnTo>
                  <a:lnTo>
                    <a:pt x="1324317" y="4290097"/>
                  </a:lnTo>
                  <a:lnTo>
                    <a:pt x="1324442" y="4290097"/>
                  </a:lnTo>
                  <a:lnTo>
                    <a:pt x="1324567" y="4290097"/>
                  </a:lnTo>
                  <a:lnTo>
                    <a:pt x="1324692" y="4290097"/>
                  </a:lnTo>
                  <a:lnTo>
                    <a:pt x="1324817" y="4290097"/>
                  </a:lnTo>
                  <a:lnTo>
                    <a:pt x="1324942" y="4290097"/>
                  </a:lnTo>
                  <a:lnTo>
                    <a:pt x="1325067" y="4290097"/>
                  </a:lnTo>
                  <a:lnTo>
                    <a:pt x="1325193" y="4290097"/>
                  </a:lnTo>
                  <a:lnTo>
                    <a:pt x="1325318" y="4290097"/>
                  </a:lnTo>
                  <a:lnTo>
                    <a:pt x="1325443" y="4290097"/>
                  </a:lnTo>
                  <a:lnTo>
                    <a:pt x="1325568" y="4290097"/>
                  </a:lnTo>
                  <a:lnTo>
                    <a:pt x="1325693" y="4290097"/>
                  </a:lnTo>
                  <a:lnTo>
                    <a:pt x="1325818" y="4290097"/>
                  </a:lnTo>
                  <a:lnTo>
                    <a:pt x="1325943" y="4290097"/>
                  </a:lnTo>
                  <a:lnTo>
                    <a:pt x="1326068" y="4290097"/>
                  </a:lnTo>
                  <a:lnTo>
                    <a:pt x="1326193" y="4290097"/>
                  </a:lnTo>
                  <a:lnTo>
                    <a:pt x="1326318" y="4290097"/>
                  </a:lnTo>
                  <a:lnTo>
                    <a:pt x="1326443" y="4290097"/>
                  </a:lnTo>
                  <a:lnTo>
                    <a:pt x="1326568" y="4290097"/>
                  </a:lnTo>
                  <a:lnTo>
                    <a:pt x="1326693" y="4290097"/>
                  </a:lnTo>
                  <a:lnTo>
                    <a:pt x="1326818" y="4290097"/>
                  </a:lnTo>
                  <a:lnTo>
                    <a:pt x="1326943" y="4290097"/>
                  </a:lnTo>
                  <a:lnTo>
                    <a:pt x="1327068" y="4290097"/>
                  </a:lnTo>
                  <a:lnTo>
                    <a:pt x="1327193" y="4290097"/>
                  </a:lnTo>
                  <a:lnTo>
                    <a:pt x="1327318" y="4290097"/>
                  </a:lnTo>
                  <a:lnTo>
                    <a:pt x="1327443" y="4290097"/>
                  </a:lnTo>
                  <a:lnTo>
                    <a:pt x="1327568" y="4290097"/>
                  </a:lnTo>
                  <a:lnTo>
                    <a:pt x="1327693" y="4290097"/>
                  </a:lnTo>
                  <a:lnTo>
                    <a:pt x="1327818" y="4290097"/>
                  </a:lnTo>
                  <a:lnTo>
                    <a:pt x="1327818" y="4280143"/>
                  </a:lnTo>
                  <a:lnTo>
                    <a:pt x="1327943" y="4280143"/>
                  </a:lnTo>
                  <a:lnTo>
                    <a:pt x="1328068" y="4280143"/>
                  </a:lnTo>
                  <a:lnTo>
                    <a:pt x="1328194" y="4280143"/>
                  </a:lnTo>
                  <a:lnTo>
                    <a:pt x="1328319" y="4280143"/>
                  </a:lnTo>
                  <a:lnTo>
                    <a:pt x="1328444" y="4280143"/>
                  </a:lnTo>
                  <a:lnTo>
                    <a:pt x="1328569" y="4280143"/>
                  </a:lnTo>
                  <a:lnTo>
                    <a:pt x="1328694" y="4280143"/>
                  </a:lnTo>
                  <a:lnTo>
                    <a:pt x="1328819" y="4280143"/>
                  </a:lnTo>
                  <a:lnTo>
                    <a:pt x="1328944" y="4280143"/>
                  </a:lnTo>
                  <a:lnTo>
                    <a:pt x="1329069" y="4280143"/>
                  </a:lnTo>
                  <a:lnTo>
                    <a:pt x="1329194" y="4280143"/>
                  </a:lnTo>
                  <a:lnTo>
                    <a:pt x="1329319" y="4280143"/>
                  </a:lnTo>
                  <a:lnTo>
                    <a:pt x="1329444" y="4280143"/>
                  </a:lnTo>
                  <a:lnTo>
                    <a:pt x="1329569" y="4280143"/>
                  </a:lnTo>
                  <a:lnTo>
                    <a:pt x="1329694" y="4280143"/>
                  </a:lnTo>
                  <a:lnTo>
                    <a:pt x="1329819" y="4280143"/>
                  </a:lnTo>
                  <a:lnTo>
                    <a:pt x="1329944" y="4280143"/>
                  </a:lnTo>
                  <a:lnTo>
                    <a:pt x="1330069" y="4280143"/>
                  </a:lnTo>
                  <a:lnTo>
                    <a:pt x="1330194" y="4280143"/>
                  </a:lnTo>
                  <a:lnTo>
                    <a:pt x="1330319" y="4280143"/>
                  </a:lnTo>
                  <a:lnTo>
                    <a:pt x="1330444" y="4280143"/>
                  </a:lnTo>
                  <a:lnTo>
                    <a:pt x="1330569" y="4280143"/>
                  </a:lnTo>
                  <a:lnTo>
                    <a:pt x="1330694" y="4280143"/>
                  </a:lnTo>
                  <a:lnTo>
                    <a:pt x="1330819" y="4280143"/>
                  </a:lnTo>
                  <a:lnTo>
                    <a:pt x="1330944" y="4280143"/>
                  </a:lnTo>
                  <a:lnTo>
                    <a:pt x="1331069" y="4280143"/>
                  </a:lnTo>
                  <a:lnTo>
                    <a:pt x="1331195" y="4280143"/>
                  </a:lnTo>
                  <a:lnTo>
                    <a:pt x="1331320" y="4280143"/>
                  </a:lnTo>
                  <a:lnTo>
                    <a:pt x="1331445" y="4280143"/>
                  </a:lnTo>
                  <a:lnTo>
                    <a:pt x="1331570" y="4280143"/>
                  </a:lnTo>
                  <a:lnTo>
                    <a:pt x="1331695" y="4280143"/>
                  </a:lnTo>
                  <a:lnTo>
                    <a:pt x="1331695" y="4270189"/>
                  </a:lnTo>
                  <a:lnTo>
                    <a:pt x="1331820" y="4270189"/>
                  </a:lnTo>
                  <a:lnTo>
                    <a:pt x="1331945" y="4270189"/>
                  </a:lnTo>
                  <a:lnTo>
                    <a:pt x="1332070" y="4270189"/>
                  </a:lnTo>
                  <a:lnTo>
                    <a:pt x="1332195" y="4270189"/>
                  </a:lnTo>
                  <a:lnTo>
                    <a:pt x="1332320" y="4270189"/>
                  </a:lnTo>
                  <a:lnTo>
                    <a:pt x="1332445" y="4270189"/>
                  </a:lnTo>
                  <a:lnTo>
                    <a:pt x="1332570" y="4270189"/>
                  </a:lnTo>
                  <a:lnTo>
                    <a:pt x="1332695" y="4270189"/>
                  </a:lnTo>
                  <a:lnTo>
                    <a:pt x="1332820" y="4270189"/>
                  </a:lnTo>
                  <a:lnTo>
                    <a:pt x="1332945" y="4270189"/>
                  </a:lnTo>
                  <a:lnTo>
                    <a:pt x="1333070" y="4270189"/>
                  </a:lnTo>
                  <a:lnTo>
                    <a:pt x="1333195" y="4270189"/>
                  </a:lnTo>
                  <a:lnTo>
                    <a:pt x="1333320" y="4270189"/>
                  </a:lnTo>
                  <a:lnTo>
                    <a:pt x="1333445" y="4270189"/>
                  </a:lnTo>
                  <a:lnTo>
                    <a:pt x="1333570" y="4270189"/>
                  </a:lnTo>
                  <a:lnTo>
                    <a:pt x="1333695" y="4270189"/>
                  </a:lnTo>
                  <a:lnTo>
                    <a:pt x="1333820" y="4270189"/>
                  </a:lnTo>
                  <a:lnTo>
                    <a:pt x="1333945" y="4270189"/>
                  </a:lnTo>
                  <a:lnTo>
                    <a:pt x="1334070" y="4270189"/>
                  </a:lnTo>
                  <a:lnTo>
                    <a:pt x="1334196" y="4270189"/>
                  </a:lnTo>
                  <a:lnTo>
                    <a:pt x="1334321" y="4270189"/>
                  </a:lnTo>
                  <a:lnTo>
                    <a:pt x="1334446" y="4270189"/>
                  </a:lnTo>
                  <a:lnTo>
                    <a:pt x="1334571" y="4270189"/>
                  </a:lnTo>
                  <a:lnTo>
                    <a:pt x="1334696" y="4270189"/>
                  </a:lnTo>
                  <a:lnTo>
                    <a:pt x="1334821" y="4270189"/>
                  </a:lnTo>
                  <a:lnTo>
                    <a:pt x="1334946" y="4270189"/>
                  </a:lnTo>
                  <a:lnTo>
                    <a:pt x="1335071" y="4270189"/>
                  </a:lnTo>
                  <a:lnTo>
                    <a:pt x="1335196" y="4270189"/>
                  </a:lnTo>
                  <a:lnTo>
                    <a:pt x="1335321" y="4270189"/>
                  </a:lnTo>
                  <a:lnTo>
                    <a:pt x="1335446" y="4270189"/>
                  </a:lnTo>
                  <a:lnTo>
                    <a:pt x="1335571" y="4270189"/>
                  </a:lnTo>
                  <a:lnTo>
                    <a:pt x="1335696" y="4270189"/>
                  </a:lnTo>
                  <a:lnTo>
                    <a:pt x="1335821" y="4270189"/>
                  </a:lnTo>
                  <a:lnTo>
                    <a:pt x="1335946" y="4270189"/>
                  </a:lnTo>
                  <a:lnTo>
                    <a:pt x="1336071" y="4270189"/>
                  </a:lnTo>
                  <a:lnTo>
                    <a:pt x="1336196" y="4270189"/>
                  </a:lnTo>
                  <a:lnTo>
                    <a:pt x="1336321" y="4270189"/>
                  </a:lnTo>
                  <a:lnTo>
                    <a:pt x="1336446" y="4270189"/>
                  </a:lnTo>
                  <a:lnTo>
                    <a:pt x="1336571" y="4270189"/>
                  </a:lnTo>
                  <a:lnTo>
                    <a:pt x="1336696" y="4270189"/>
                  </a:lnTo>
                  <a:lnTo>
                    <a:pt x="1336821" y="4270189"/>
                  </a:lnTo>
                  <a:lnTo>
                    <a:pt x="1336946" y="4270189"/>
                  </a:lnTo>
                  <a:lnTo>
                    <a:pt x="1337071" y="4270189"/>
                  </a:lnTo>
                  <a:lnTo>
                    <a:pt x="1337197" y="4270189"/>
                  </a:lnTo>
                  <a:lnTo>
                    <a:pt x="1337322" y="4270189"/>
                  </a:lnTo>
                  <a:lnTo>
                    <a:pt x="1337447" y="4270189"/>
                  </a:lnTo>
                  <a:lnTo>
                    <a:pt x="1337572" y="4270189"/>
                  </a:lnTo>
                  <a:lnTo>
                    <a:pt x="1337697" y="4270189"/>
                  </a:lnTo>
                  <a:lnTo>
                    <a:pt x="1337822" y="4270189"/>
                  </a:lnTo>
                  <a:lnTo>
                    <a:pt x="1337947" y="4270189"/>
                  </a:lnTo>
                  <a:lnTo>
                    <a:pt x="1338072" y="4270189"/>
                  </a:lnTo>
                  <a:lnTo>
                    <a:pt x="1338197" y="4270189"/>
                  </a:lnTo>
                  <a:lnTo>
                    <a:pt x="1338322" y="4270189"/>
                  </a:lnTo>
                  <a:lnTo>
                    <a:pt x="1338447" y="4270189"/>
                  </a:lnTo>
                  <a:lnTo>
                    <a:pt x="1338572" y="4270189"/>
                  </a:lnTo>
                  <a:lnTo>
                    <a:pt x="1338697" y="4270189"/>
                  </a:lnTo>
                  <a:lnTo>
                    <a:pt x="1338822" y="4270189"/>
                  </a:lnTo>
                  <a:lnTo>
                    <a:pt x="1338947" y="4270189"/>
                  </a:lnTo>
                  <a:lnTo>
                    <a:pt x="1339072" y="4270189"/>
                  </a:lnTo>
                  <a:lnTo>
                    <a:pt x="1339197" y="4270189"/>
                  </a:lnTo>
                  <a:lnTo>
                    <a:pt x="1339322" y="4270189"/>
                  </a:lnTo>
                  <a:lnTo>
                    <a:pt x="1339447" y="4270189"/>
                  </a:lnTo>
                  <a:lnTo>
                    <a:pt x="1339572" y="4270189"/>
                  </a:lnTo>
                  <a:lnTo>
                    <a:pt x="1339697" y="4270189"/>
                  </a:lnTo>
                  <a:lnTo>
                    <a:pt x="1339822" y="4270189"/>
                  </a:lnTo>
                  <a:lnTo>
                    <a:pt x="1339947" y="4270189"/>
                  </a:lnTo>
                  <a:lnTo>
                    <a:pt x="1340072" y="4270189"/>
                  </a:lnTo>
                  <a:lnTo>
                    <a:pt x="1340198" y="4270189"/>
                  </a:lnTo>
                  <a:lnTo>
                    <a:pt x="1340323" y="4270189"/>
                  </a:lnTo>
                  <a:lnTo>
                    <a:pt x="1340448" y="4270189"/>
                  </a:lnTo>
                  <a:lnTo>
                    <a:pt x="1340573" y="4270189"/>
                  </a:lnTo>
                  <a:lnTo>
                    <a:pt x="1340698" y="4270189"/>
                  </a:lnTo>
                  <a:lnTo>
                    <a:pt x="1340823" y="4270189"/>
                  </a:lnTo>
                  <a:lnTo>
                    <a:pt x="1340948" y="4270189"/>
                  </a:lnTo>
                  <a:lnTo>
                    <a:pt x="1341073" y="4270189"/>
                  </a:lnTo>
                  <a:lnTo>
                    <a:pt x="1341198" y="4270189"/>
                  </a:lnTo>
                  <a:lnTo>
                    <a:pt x="1341323" y="4270189"/>
                  </a:lnTo>
                  <a:lnTo>
                    <a:pt x="1341448" y="4270189"/>
                  </a:lnTo>
                  <a:lnTo>
                    <a:pt x="1341573" y="4270189"/>
                  </a:lnTo>
                  <a:lnTo>
                    <a:pt x="1341698" y="4270189"/>
                  </a:lnTo>
                  <a:lnTo>
                    <a:pt x="1341823" y="4270189"/>
                  </a:lnTo>
                  <a:lnTo>
                    <a:pt x="1341948" y="4270189"/>
                  </a:lnTo>
                  <a:lnTo>
                    <a:pt x="1342073" y="4270189"/>
                  </a:lnTo>
                  <a:lnTo>
                    <a:pt x="1342198" y="4270189"/>
                  </a:lnTo>
                  <a:lnTo>
                    <a:pt x="1342323" y="4270189"/>
                  </a:lnTo>
                  <a:lnTo>
                    <a:pt x="1342448" y="4270189"/>
                  </a:lnTo>
                  <a:lnTo>
                    <a:pt x="1342573" y="4270189"/>
                  </a:lnTo>
                  <a:lnTo>
                    <a:pt x="1342698" y="4270189"/>
                  </a:lnTo>
                  <a:lnTo>
                    <a:pt x="1342823" y="4270189"/>
                  </a:lnTo>
                  <a:lnTo>
                    <a:pt x="1342948" y="4270189"/>
                  </a:lnTo>
                  <a:lnTo>
                    <a:pt x="1343073" y="4270189"/>
                  </a:lnTo>
                  <a:lnTo>
                    <a:pt x="1343199" y="4270189"/>
                  </a:lnTo>
                  <a:lnTo>
                    <a:pt x="1343324" y="4270189"/>
                  </a:lnTo>
                  <a:lnTo>
                    <a:pt x="1343449" y="4270189"/>
                  </a:lnTo>
                  <a:lnTo>
                    <a:pt x="1343574" y="4270189"/>
                  </a:lnTo>
                  <a:lnTo>
                    <a:pt x="1343699" y="4270189"/>
                  </a:lnTo>
                  <a:lnTo>
                    <a:pt x="1343824" y="4270189"/>
                  </a:lnTo>
                  <a:lnTo>
                    <a:pt x="1343949" y="4270189"/>
                  </a:lnTo>
                  <a:lnTo>
                    <a:pt x="1344074" y="4270189"/>
                  </a:lnTo>
                  <a:lnTo>
                    <a:pt x="1344199" y="4270189"/>
                  </a:lnTo>
                  <a:lnTo>
                    <a:pt x="1344324" y="4270189"/>
                  </a:lnTo>
                  <a:lnTo>
                    <a:pt x="1344449" y="4270189"/>
                  </a:lnTo>
                  <a:lnTo>
                    <a:pt x="1344574" y="4270189"/>
                  </a:lnTo>
                  <a:lnTo>
                    <a:pt x="1344699" y="4270189"/>
                  </a:lnTo>
                  <a:lnTo>
                    <a:pt x="1344824" y="4270189"/>
                  </a:lnTo>
                  <a:lnTo>
                    <a:pt x="1344949" y="4270189"/>
                  </a:lnTo>
                  <a:lnTo>
                    <a:pt x="1345074" y="4270189"/>
                  </a:lnTo>
                  <a:lnTo>
                    <a:pt x="1345199" y="4270189"/>
                  </a:lnTo>
                  <a:lnTo>
                    <a:pt x="1345324" y="4270189"/>
                  </a:lnTo>
                  <a:lnTo>
                    <a:pt x="1345449" y="4270189"/>
                  </a:lnTo>
                  <a:lnTo>
                    <a:pt x="1345574" y="4270189"/>
                  </a:lnTo>
                  <a:lnTo>
                    <a:pt x="1345699" y="4270189"/>
                  </a:lnTo>
                  <a:lnTo>
                    <a:pt x="1345824" y="4270189"/>
                  </a:lnTo>
                  <a:lnTo>
                    <a:pt x="1345949" y="4270189"/>
                  </a:lnTo>
                  <a:lnTo>
                    <a:pt x="1346074" y="4270189"/>
                  </a:lnTo>
                  <a:lnTo>
                    <a:pt x="1346200" y="4270189"/>
                  </a:lnTo>
                  <a:lnTo>
                    <a:pt x="1346325" y="4270189"/>
                  </a:lnTo>
                  <a:lnTo>
                    <a:pt x="1346450" y="4270189"/>
                  </a:lnTo>
                  <a:lnTo>
                    <a:pt x="1346575" y="4270189"/>
                  </a:lnTo>
                  <a:lnTo>
                    <a:pt x="1346700" y="4270189"/>
                  </a:lnTo>
                  <a:lnTo>
                    <a:pt x="1346825" y="4270189"/>
                  </a:lnTo>
                  <a:lnTo>
                    <a:pt x="1346950" y="4270189"/>
                  </a:lnTo>
                  <a:lnTo>
                    <a:pt x="1347075" y="4270189"/>
                  </a:lnTo>
                  <a:lnTo>
                    <a:pt x="1347200" y="4270189"/>
                  </a:lnTo>
                  <a:lnTo>
                    <a:pt x="1347325" y="4270189"/>
                  </a:lnTo>
                  <a:lnTo>
                    <a:pt x="1347450" y="4270189"/>
                  </a:lnTo>
                  <a:lnTo>
                    <a:pt x="1347575" y="4270189"/>
                  </a:lnTo>
                  <a:lnTo>
                    <a:pt x="1347700" y="4270189"/>
                  </a:lnTo>
                  <a:lnTo>
                    <a:pt x="1347825" y="4270189"/>
                  </a:lnTo>
                  <a:lnTo>
                    <a:pt x="1347950" y="4270189"/>
                  </a:lnTo>
                  <a:lnTo>
                    <a:pt x="1348075" y="4270189"/>
                  </a:lnTo>
                  <a:lnTo>
                    <a:pt x="1348200" y="4270189"/>
                  </a:lnTo>
                  <a:lnTo>
                    <a:pt x="1348325" y="4270189"/>
                  </a:lnTo>
                  <a:lnTo>
                    <a:pt x="1348450" y="4270189"/>
                  </a:lnTo>
                  <a:lnTo>
                    <a:pt x="1348575" y="4270189"/>
                  </a:lnTo>
                  <a:lnTo>
                    <a:pt x="1348700" y="4270189"/>
                  </a:lnTo>
                  <a:lnTo>
                    <a:pt x="1348825" y="4270189"/>
                  </a:lnTo>
                  <a:lnTo>
                    <a:pt x="1348950" y="4270189"/>
                  </a:lnTo>
                  <a:lnTo>
                    <a:pt x="1349075" y="4270189"/>
                  </a:lnTo>
                  <a:lnTo>
                    <a:pt x="1349201" y="4270189"/>
                  </a:lnTo>
                  <a:lnTo>
                    <a:pt x="1349326" y="4270189"/>
                  </a:lnTo>
                  <a:lnTo>
                    <a:pt x="1349451" y="4270189"/>
                  </a:lnTo>
                  <a:lnTo>
                    <a:pt x="1349576" y="4270189"/>
                  </a:lnTo>
                  <a:lnTo>
                    <a:pt x="1349701" y="4270189"/>
                  </a:lnTo>
                  <a:lnTo>
                    <a:pt x="1349826" y="4270189"/>
                  </a:lnTo>
                  <a:lnTo>
                    <a:pt x="1349951" y="4270189"/>
                  </a:lnTo>
                  <a:lnTo>
                    <a:pt x="1350076" y="4270189"/>
                  </a:lnTo>
                  <a:lnTo>
                    <a:pt x="1350201" y="4270189"/>
                  </a:lnTo>
                  <a:lnTo>
                    <a:pt x="1350326" y="4270189"/>
                  </a:lnTo>
                  <a:lnTo>
                    <a:pt x="1350451" y="4270189"/>
                  </a:lnTo>
                  <a:lnTo>
                    <a:pt x="1350576" y="4270189"/>
                  </a:lnTo>
                  <a:lnTo>
                    <a:pt x="1350701" y="4270189"/>
                  </a:lnTo>
                  <a:lnTo>
                    <a:pt x="1350826" y="4270189"/>
                  </a:lnTo>
                  <a:lnTo>
                    <a:pt x="1350951" y="4270189"/>
                  </a:lnTo>
                  <a:lnTo>
                    <a:pt x="1351076" y="4270189"/>
                  </a:lnTo>
                  <a:lnTo>
                    <a:pt x="1351201" y="4270189"/>
                  </a:lnTo>
                  <a:lnTo>
                    <a:pt x="1351326" y="4270189"/>
                  </a:lnTo>
                  <a:lnTo>
                    <a:pt x="1351451" y="4270189"/>
                  </a:lnTo>
                  <a:lnTo>
                    <a:pt x="1351576" y="4270189"/>
                  </a:lnTo>
                  <a:lnTo>
                    <a:pt x="1351701" y="4270189"/>
                  </a:lnTo>
                  <a:lnTo>
                    <a:pt x="1351826" y="4270189"/>
                  </a:lnTo>
                  <a:lnTo>
                    <a:pt x="1351951" y="4270189"/>
                  </a:lnTo>
                  <a:lnTo>
                    <a:pt x="1352076" y="4270189"/>
                  </a:lnTo>
                  <a:lnTo>
                    <a:pt x="1352202" y="4270189"/>
                  </a:lnTo>
                  <a:lnTo>
                    <a:pt x="1352327" y="4270189"/>
                  </a:lnTo>
                  <a:lnTo>
                    <a:pt x="1352452" y="4270189"/>
                  </a:lnTo>
                  <a:lnTo>
                    <a:pt x="1352577" y="4270189"/>
                  </a:lnTo>
                  <a:lnTo>
                    <a:pt x="1352702" y="4270189"/>
                  </a:lnTo>
                  <a:lnTo>
                    <a:pt x="1352827" y="4270189"/>
                  </a:lnTo>
                  <a:lnTo>
                    <a:pt x="1352952" y="4270189"/>
                  </a:lnTo>
                  <a:lnTo>
                    <a:pt x="1353077" y="4270189"/>
                  </a:lnTo>
                  <a:lnTo>
                    <a:pt x="1353202" y="4270189"/>
                  </a:lnTo>
                  <a:lnTo>
                    <a:pt x="1353327" y="4270189"/>
                  </a:lnTo>
                  <a:lnTo>
                    <a:pt x="1353452" y="4270189"/>
                  </a:lnTo>
                  <a:lnTo>
                    <a:pt x="1353577" y="4270189"/>
                  </a:lnTo>
                  <a:lnTo>
                    <a:pt x="1353702" y="4270189"/>
                  </a:lnTo>
                  <a:lnTo>
                    <a:pt x="1353827" y="4270189"/>
                  </a:lnTo>
                  <a:lnTo>
                    <a:pt x="1353952" y="4270189"/>
                  </a:lnTo>
                  <a:lnTo>
                    <a:pt x="1354077" y="4270189"/>
                  </a:lnTo>
                  <a:lnTo>
                    <a:pt x="1354202" y="4270189"/>
                  </a:lnTo>
                  <a:lnTo>
                    <a:pt x="1354327" y="4270189"/>
                  </a:lnTo>
                  <a:lnTo>
                    <a:pt x="1354452" y="4270189"/>
                  </a:lnTo>
                  <a:lnTo>
                    <a:pt x="1354577" y="4270189"/>
                  </a:lnTo>
                  <a:lnTo>
                    <a:pt x="1354702" y="4270189"/>
                  </a:lnTo>
                  <a:lnTo>
                    <a:pt x="1354827" y="4270189"/>
                  </a:lnTo>
                  <a:lnTo>
                    <a:pt x="1354952" y="4270189"/>
                  </a:lnTo>
                  <a:lnTo>
                    <a:pt x="1355077" y="4270189"/>
                  </a:lnTo>
                  <a:lnTo>
                    <a:pt x="1355203" y="4270189"/>
                  </a:lnTo>
                  <a:lnTo>
                    <a:pt x="1355328" y="4270189"/>
                  </a:lnTo>
                  <a:lnTo>
                    <a:pt x="1355453" y="4270189"/>
                  </a:lnTo>
                  <a:lnTo>
                    <a:pt x="1355578" y="4270189"/>
                  </a:lnTo>
                  <a:lnTo>
                    <a:pt x="1355703" y="4270189"/>
                  </a:lnTo>
                  <a:lnTo>
                    <a:pt x="1355828" y="4270189"/>
                  </a:lnTo>
                  <a:lnTo>
                    <a:pt x="1355953" y="4270189"/>
                  </a:lnTo>
                  <a:lnTo>
                    <a:pt x="1356078" y="4270189"/>
                  </a:lnTo>
                  <a:lnTo>
                    <a:pt x="1356203" y="4270189"/>
                  </a:lnTo>
                  <a:lnTo>
                    <a:pt x="1356328" y="4270189"/>
                  </a:lnTo>
                  <a:lnTo>
                    <a:pt x="1356453" y="4270189"/>
                  </a:lnTo>
                  <a:lnTo>
                    <a:pt x="1356578" y="4270189"/>
                  </a:lnTo>
                  <a:lnTo>
                    <a:pt x="1356703" y="4270189"/>
                  </a:lnTo>
                  <a:lnTo>
                    <a:pt x="1356828" y="4270189"/>
                  </a:lnTo>
                  <a:lnTo>
                    <a:pt x="1356953" y="4270189"/>
                  </a:lnTo>
                  <a:lnTo>
                    <a:pt x="1357078" y="4270189"/>
                  </a:lnTo>
                  <a:lnTo>
                    <a:pt x="1357078" y="4260236"/>
                  </a:lnTo>
                  <a:lnTo>
                    <a:pt x="1357203" y="4260236"/>
                  </a:lnTo>
                  <a:lnTo>
                    <a:pt x="1357328" y="4260236"/>
                  </a:lnTo>
                  <a:lnTo>
                    <a:pt x="1357453" y="4260236"/>
                  </a:lnTo>
                  <a:lnTo>
                    <a:pt x="1357578" y="4260236"/>
                  </a:lnTo>
                  <a:lnTo>
                    <a:pt x="1357703" y="4260236"/>
                  </a:lnTo>
                  <a:lnTo>
                    <a:pt x="1357828" y="4260236"/>
                  </a:lnTo>
                  <a:lnTo>
                    <a:pt x="1357953" y="4260236"/>
                  </a:lnTo>
                  <a:lnTo>
                    <a:pt x="1358079" y="4260236"/>
                  </a:lnTo>
                  <a:lnTo>
                    <a:pt x="1358204" y="4260236"/>
                  </a:lnTo>
                  <a:lnTo>
                    <a:pt x="1358329" y="4260236"/>
                  </a:lnTo>
                  <a:lnTo>
                    <a:pt x="1358454" y="4260236"/>
                  </a:lnTo>
                  <a:lnTo>
                    <a:pt x="1358579" y="4260236"/>
                  </a:lnTo>
                  <a:lnTo>
                    <a:pt x="1358704" y="4260236"/>
                  </a:lnTo>
                  <a:lnTo>
                    <a:pt x="1358829" y="4260236"/>
                  </a:lnTo>
                  <a:lnTo>
                    <a:pt x="1358954" y="4260236"/>
                  </a:lnTo>
                  <a:lnTo>
                    <a:pt x="1359079" y="4260236"/>
                  </a:lnTo>
                  <a:lnTo>
                    <a:pt x="1359204" y="4260236"/>
                  </a:lnTo>
                  <a:lnTo>
                    <a:pt x="1359329" y="4260236"/>
                  </a:lnTo>
                  <a:lnTo>
                    <a:pt x="1359454" y="4260236"/>
                  </a:lnTo>
                  <a:lnTo>
                    <a:pt x="1359579" y="4260236"/>
                  </a:lnTo>
                  <a:lnTo>
                    <a:pt x="1359704" y="4260236"/>
                  </a:lnTo>
                  <a:lnTo>
                    <a:pt x="1359829" y="4260236"/>
                  </a:lnTo>
                  <a:lnTo>
                    <a:pt x="1359954" y="4260236"/>
                  </a:lnTo>
                  <a:lnTo>
                    <a:pt x="1360079" y="4260236"/>
                  </a:lnTo>
                  <a:lnTo>
                    <a:pt x="1360204" y="4260236"/>
                  </a:lnTo>
                  <a:lnTo>
                    <a:pt x="1360329" y="4260236"/>
                  </a:lnTo>
                  <a:lnTo>
                    <a:pt x="1360454" y="4260236"/>
                  </a:lnTo>
                  <a:lnTo>
                    <a:pt x="1360579" y="4260236"/>
                  </a:lnTo>
                  <a:lnTo>
                    <a:pt x="1360704" y="4260236"/>
                  </a:lnTo>
                  <a:lnTo>
                    <a:pt x="1360829" y="4260236"/>
                  </a:lnTo>
                  <a:lnTo>
                    <a:pt x="1360954" y="4260236"/>
                  </a:lnTo>
                  <a:lnTo>
                    <a:pt x="1361080" y="4260236"/>
                  </a:lnTo>
                  <a:lnTo>
                    <a:pt x="1361205" y="4260236"/>
                  </a:lnTo>
                  <a:lnTo>
                    <a:pt x="1361330" y="4260236"/>
                  </a:lnTo>
                  <a:lnTo>
                    <a:pt x="1361455" y="4260236"/>
                  </a:lnTo>
                  <a:lnTo>
                    <a:pt x="1361580" y="4260236"/>
                  </a:lnTo>
                  <a:lnTo>
                    <a:pt x="1361705" y="4260236"/>
                  </a:lnTo>
                  <a:lnTo>
                    <a:pt x="1361830" y="4260236"/>
                  </a:lnTo>
                  <a:lnTo>
                    <a:pt x="1361955" y="4260236"/>
                  </a:lnTo>
                  <a:lnTo>
                    <a:pt x="1362080" y="4260236"/>
                  </a:lnTo>
                  <a:lnTo>
                    <a:pt x="1362205" y="4260236"/>
                  </a:lnTo>
                  <a:lnTo>
                    <a:pt x="1362330" y="4260236"/>
                  </a:lnTo>
                  <a:lnTo>
                    <a:pt x="1362455" y="4260236"/>
                  </a:lnTo>
                  <a:lnTo>
                    <a:pt x="1362580" y="4260236"/>
                  </a:lnTo>
                  <a:lnTo>
                    <a:pt x="1362705" y="4260236"/>
                  </a:lnTo>
                  <a:lnTo>
                    <a:pt x="1362830" y="4260236"/>
                  </a:lnTo>
                  <a:lnTo>
                    <a:pt x="1362955" y="4260236"/>
                  </a:lnTo>
                  <a:lnTo>
                    <a:pt x="1363080" y="4260236"/>
                  </a:lnTo>
                  <a:lnTo>
                    <a:pt x="1363205" y="4260236"/>
                  </a:lnTo>
                  <a:lnTo>
                    <a:pt x="1363330" y="4260236"/>
                  </a:lnTo>
                  <a:lnTo>
                    <a:pt x="1363455" y="4260236"/>
                  </a:lnTo>
                  <a:lnTo>
                    <a:pt x="1363580" y="4260236"/>
                  </a:lnTo>
                  <a:lnTo>
                    <a:pt x="1363705" y="4260236"/>
                  </a:lnTo>
                  <a:lnTo>
                    <a:pt x="1363830" y="4260236"/>
                  </a:lnTo>
                  <a:lnTo>
                    <a:pt x="1363955" y="4260236"/>
                  </a:lnTo>
                  <a:lnTo>
                    <a:pt x="1364081" y="4260236"/>
                  </a:lnTo>
                  <a:lnTo>
                    <a:pt x="1364206" y="4260236"/>
                  </a:lnTo>
                  <a:lnTo>
                    <a:pt x="1364331" y="4260236"/>
                  </a:lnTo>
                  <a:lnTo>
                    <a:pt x="1364456" y="4260236"/>
                  </a:lnTo>
                  <a:lnTo>
                    <a:pt x="1364581" y="4260236"/>
                  </a:lnTo>
                  <a:lnTo>
                    <a:pt x="1364706" y="4260236"/>
                  </a:lnTo>
                  <a:lnTo>
                    <a:pt x="1364831" y="4260236"/>
                  </a:lnTo>
                  <a:lnTo>
                    <a:pt x="1364956" y="4260236"/>
                  </a:lnTo>
                  <a:lnTo>
                    <a:pt x="1365081" y="4260236"/>
                  </a:lnTo>
                  <a:lnTo>
                    <a:pt x="1365206" y="4260236"/>
                  </a:lnTo>
                  <a:lnTo>
                    <a:pt x="1365331" y="4260236"/>
                  </a:lnTo>
                  <a:lnTo>
                    <a:pt x="1365456" y="4260236"/>
                  </a:lnTo>
                  <a:lnTo>
                    <a:pt x="1365581" y="4260236"/>
                  </a:lnTo>
                  <a:lnTo>
                    <a:pt x="1365706" y="4260236"/>
                  </a:lnTo>
                  <a:lnTo>
                    <a:pt x="1365831" y="4260236"/>
                  </a:lnTo>
                  <a:lnTo>
                    <a:pt x="1365956" y="4260236"/>
                  </a:lnTo>
                  <a:lnTo>
                    <a:pt x="1366081" y="4260236"/>
                  </a:lnTo>
                  <a:lnTo>
                    <a:pt x="1366206" y="4260236"/>
                  </a:lnTo>
                  <a:lnTo>
                    <a:pt x="1366331" y="4260236"/>
                  </a:lnTo>
                  <a:lnTo>
                    <a:pt x="1366456" y="4260236"/>
                  </a:lnTo>
                  <a:lnTo>
                    <a:pt x="1366581" y="4260236"/>
                  </a:lnTo>
                  <a:lnTo>
                    <a:pt x="1366706" y="4260236"/>
                  </a:lnTo>
                  <a:lnTo>
                    <a:pt x="1366831" y="4260236"/>
                  </a:lnTo>
                  <a:lnTo>
                    <a:pt x="1366956" y="4260236"/>
                  </a:lnTo>
                  <a:lnTo>
                    <a:pt x="1367082" y="4260236"/>
                  </a:lnTo>
                  <a:lnTo>
                    <a:pt x="1367207" y="4260236"/>
                  </a:lnTo>
                  <a:lnTo>
                    <a:pt x="1367332" y="4260236"/>
                  </a:lnTo>
                  <a:lnTo>
                    <a:pt x="1367457" y="4260236"/>
                  </a:lnTo>
                  <a:lnTo>
                    <a:pt x="1367582" y="4260236"/>
                  </a:lnTo>
                  <a:lnTo>
                    <a:pt x="1367707" y="4260236"/>
                  </a:lnTo>
                  <a:lnTo>
                    <a:pt x="1367832" y="4260236"/>
                  </a:lnTo>
                  <a:lnTo>
                    <a:pt x="1367957" y="4260236"/>
                  </a:lnTo>
                  <a:lnTo>
                    <a:pt x="1368082" y="4260236"/>
                  </a:lnTo>
                  <a:lnTo>
                    <a:pt x="1368207" y="4260236"/>
                  </a:lnTo>
                  <a:lnTo>
                    <a:pt x="1368332" y="4260236"/>
                  </a:lnTo>
                  <a:lnTo>
                    <a:pt x="1368457" y="4260236"/>
                  </a:lnTo>
                  <a:lnTo>
                    <a:pt x="1368582" y="4260236"/>
                  </a:lnTo>
                  <a:lnTo>
                    <a:pt x="1368707" y="4260236"/>
                  </a:lnTo>
                  <a:lnTo>
                    <a:pt x="1368832" y="4260236"/>
                  </a:lnTo>
                  <a:lnTo>
                    <a:pt x="1368957" y="4260236"/>
                  </a:lnTo>
                  <a:lnTo>
                    <a:pt x="1369082" y="4260236"/>
                  </a:lnTo>
                  <a:lnTo>
                    <a:pt x="1369207" y="4260236"/>
                  </a:lnTo>
                  <a:lnTo>
                    <a:pt x="1369332" y="4260236"/>
                  </a:lnTo>
                  <a:lnTo>
                    <a:pt x="1369457" y="4260236"/>
                  </a:lnTo>
                  <a:lnTo>
                    <a:pt x="1369582" y="4260236"/>
                  </a:lnTo>
                  <a:lnTo>
                    <a:pt x="1369707" y="4260236"/>
                  </a:lnTo>
                  <a:lnTo>
                    <a:pt x="1369832" y="4260236"/>
                  </a:lnTo>
                  <a:lnTo>
                    <a:pt x="1369957" y="4260236"/>
                  </a:lnTo>
                  <a:lnTo>
                    <a:pt x="1370083" y="4260236"/>
                  </a:lnTo>
                  <a:lnTo>
                    <a:pt x="1370208" y="4260236"/>
                  </a:lnTo>
                  <a:lnTo>
                    <a:pt x="1370333" y="4260236"/>
                  </a:lnTo>
                  <a:lnTo>
                    <a:pt x="1370458" y="4260236"/>
                  </a:lnTo>
                  <a:lnTo>
                    <a:pt x="1370583" y="4260236"/>
                  </a:lnTo>
                  <a:lnTo>
                    <a:pt x="1370708" y="4260236"/>
                  </a:lnTo>
                  <a:lnTo>
                    <a:pt x="1370708" y="4250282"/>
                  </a:lnTo>
                  <a:lnTo>
                    <a:pt x="1370833" y="4250282"/>
                  </a:lnTo>
                  <a:lnTo>
                    <a:pt x="1370958" y="4250282"/>
                  </a:lnTo>
                  <a:lnTo>
                    <a:pt x="1371083" y="4250282"/>
                  </a:lnTo>
                  <a:lnTo>
                    <a:pt x="1371208" y="4250282"/>
                  </a:lnTo>
                  <a:lnTo>
                    <a:pt x="1371333" y="4250282"/>
                  </a:lnTo>
                  <a:lnTo>
                    <a:pt x="1371458" y="4250282"/>
                  </a:lnTo>
                  <a:lnTo>
                    <a:pt x="1371583" y="4250282"/>
                  </a:lnTo>
                  <a:lnTo>
                    <a:pt x="1371708" y="4250282"/>
                  </a:lnTo>
                  <a:lnTo>
                    <a:pt x="1371833" y="4250282"/>
                  </a:lnTo>
                  <a:lnTo>
                    <a:pt x="1371958" y="4250282"/>
                  </a:lnTo>
                  <a:lnTo>
                    <a:pt x="1372083" y="4250282"/>
                  </a:lnTo>
                  <a:lnTo>
                    <a:pt x="1372208" y="4250282"/>
                  </a:lnTo>
                  <a:lnTo>
                    <a:pt x="1372333" y="4250282"/>
                  </a:lnTo>
                  <a:lnTo>
                    <a:pt x="1372458" y="4250282"/>
                  </a:lnTo>
                  <a:lnTo>
                    <a:pt x="1372583" y="4250282"/>
                  </a:lnTo>
                  <a:lnTo>
                    <a:pt x="1372708" y="4250282"/>
                  </a:lnTo>
                  <a:lnTo>
                    <a:pt x="1372833" y="4250282"/>
                  </a:lnTo>
                  <a:lnTo>
                    <a:pt x="1372958" y="4250282"/>
                  </a:lnTo>
                  <a:lnTo>
                    <a:pt x="1373084" y="4250282"/>
                  </a:lnTo>
                  <a:lnTo>
                    <a:pt x="1373209" y="4250282"/>
                  </a:lnTo>
                  <a:lnTo>
                    <a:pt x="1373334" y="4250282"/>
                  </a:lnTo>
                  <a:lnTo>
                    <a:pt x="1373459" y="4250282"/>
                  </a:lnTo>
                  <a:lnTo>
                    <a:pt x="1373584" y="4250282"/>
                  </a:lnTo>
                  <a:lnTo>
                    <a:pt x="1373709" y="4250282"/>
                  </a:lnTo>
                  <a:lnTo>
                    <a:pt x="1373834" y="4250282"/>
                  </a:lnTo>
                  <a:lnTo>
                    <a:pt x="1373959" y="4250282"/>
                  </a:lnTo>
                  <a:lnTo>
                    <a:pt x="1374084" y="4250282"/>
                  </a:lnTo>
                  <a:lnTo>
                    <a:pt x="1374209" y="4250282"/>
                  </a:lnTo>
                  <a:lnTo>
                    <a:pt x="1374209" y="4240328"/>
                  </a:lnTo>
                  <a:lnTo>
                    <a:pt x="1374334" y="4240328"/>
                  </a:lnTo>
                  <a:lnTo>
                    <a:pt x="1374459" y="4240328"/>
                  </a:lnTo>
                  <a:lnTo>
                    <a:pt x="1374584" y="4240328"/>
                  </a:lnTo>
                  <a:lnTo>
                    <a:pt x="1374709" y="4240328"/>
                  </a:lnTo>
                  <a:lnTo>
                    <a:pt x="1374834" y="4240328"/>
                  </a:lnTo>
                  <a:lnTo>
                    <a:pt x="1374959" y="4240328"/>
                  </a:lnTo>
                  <a:lnTo>
                    <a:pt x="1375084" y="4240328"/>
                  </a:lnTo>
                  <a:lnTo>
                    <a:pt x="1375209" y="4240328"/>
                  </a:lnTo>
                  <a:lnTo>
                    <a:pt x="1375334" y="4240328"/>
                  </a:lnTo>
                  <a:lnTo>
                    <a:pt x="1375459" y="4240328"/>
                  </a:lnTo>
                  <a:lnTo>
                    <a:pt x="1375584" y="4240328"/>
                  </a:lnTo>
                  <a:lnTo>
                    <a:pt x="1375709" y="4240328"/>
                  </a:lnTo>
                  <a:lnTo>
                    <a:pt x="1375834" y="4240328"/>
                  </a:lnTo>
                  <a:lnTo>
                    <a:pt x="1375959" y="4240328"/>
                  </a:lnTo>
                  <a:lnTo>
                    <a:pt x="1376085" y="4240328"/>
                  </a:lnTo>
                  <a:lnTo>
                    <a:pt x="1376210" y="4240328"/>
                  </a:lnTo>
                  <a:lnTo>
                    <a:pt x="1376335" y="4240328"/>
                  </a:lnTo>
                  <a:lnTo>
                    <a:pt x="1376460" y="4240328"/>
                  </a:lnTo>
                  <a:lnTo>
                    <a:pt x="1376585" y="4240328"/>
                  </a:lnTo>
                  <a:lnTo>
                    <a:pt x="1376710" y="4240328"/>
                  </a:lnTo>
                  <a:lnTo>
                    <a:pt x="1376835" y="4240328"/>
                  </a:lnTo>
                  <a:lnTo>
                    <a:pt x="1376960" y="4240328"/>
                  </a:lnTo>
                  <a:lnTo>
                    <a:pt x="1377085" y="4240328"/>
                  </a:lnTo>
                  <a:lnTo>
                    <a:pt x="1377210" y="4240328"/>
                  </a:lnTo>
                  <a:lnTo>
                    <a:pt x="1377335" y="4240328"/>
                  </a:lnTo>
                  <a:lnTo>
                    <a:pt x="1377460" y="4240328"/>
                  </a:lnTo>
                  <a:lnTo>
                    <a:pt x="1377585" y="4240328"/>
                  </a:lnTo>
                  <a:lnTo>
                    <a:pt x="1377710" y="4240328"/>
                  </a:lnTo>
                  <a:lnTo>
                    <a:pt x="1377835" y="4240328"/>
                  </a:lnTo>
                  <a:lnTo>
                    <a:pt x="1377960" y="4240328"/>
                  </a:lnTo>
                  <a:lnTo>
                    <a:pt x="1378085" y="4240328"/>
                  </a:lnTo>
                  <a:lnTo>
                    <a:pt x="1378210" y="4240328"/>
                  </a:lnTo>
                  <a:lnTo>
                    <a:pt x="1378335" y="4240328"/>
                  </a:lnTo>
                  <a:lnTo>
                    <a:pt x="1378460" y="4240328"/>
                  </a:lnTo>
                  <a:lnTo>
                    <a:pt x="1378585" y="4240328"/>
                  </a:lnTo>
                  <a:lnTo>
                    <a:pt x="1378710" y="4240328"/>
                  </a:lnTo>
                  <a:lnTo>
                    <a:pt x="1378835" y="4240328"/>
                  </a:lnTo>
                  <a:lnTo>
                    <a:pt x="1378960" y="4240328"/>
                  </a:lnTo>
                  <a:lnTo>
                    <a:pt x="1379086" y="4240328"/>
                  </a:lnTo>
                  <a:lnTo>
                    <a:pt x="1379211" y="4240328"/>
                  </a:lnTo>
                  <a:lnTo>
                    <a:pt x="1379336" y="4240328"/>
                  </a:lnTo>
                  <a:lnTo>
                    <a:pt x="1379461" y="4240328"/>
                  </a:lnTo>
                  <a:lnTo>
                    <a:pt x="1379586" y="4240328"/>
                  </a:lnTo>
                  <a:lnTo>
                    <a:pt x="1379711" y="4240328"/>
                  </a:lnTo>
                  <a:lnTo>
                    <a:pt x="1379836" y="4240328"/>
                  </a:lnTo>
                  <a:lnTo>
                    <a:pt x="1379961" y="4240328"/>
                  </a:lnTo>
                  <a:lnTo>
                    <a:pt x="1380086" y="4240328"/>
                  </a:lnTo>
                  <a:lnTo>
                    <a:pt x="1380211" y="4240328"/>
                  </a:lnTo>
                  <a:lnTo>
                    <a:pt x="1380336" y="4240328"/>
                  </a:lnTo>
                  <a:lnTo>
                    <a:pt x="1380461" y="4240328"/>
                  </a:lnTo>
                  <a:lnTo>
                    <a:pt x="1380586" y="4240328"/>
                  </a:lnTo>
                  <a:lnTo>
                    <a:pt x="1380711" y="4240328"/>
                  </a:lnTo>
                  <a:lnTo>
                    <a:pt x="1380836" y="4240328"/>
                  </a:lnTo>
                  <a:lnTo>
                    <a:pt x="1380961" y="4240328"/>
                  </a:lnTo>
                  <a:lnTo>
                    <a:pt x="1381086" y="4240328"/>
                  </a:lnTo>
                  <a:lnTo>
                    <a:pt x="1381211" y="4240328"/>
                  </a:lnTo>
                  <a:lnTo>
                    <a:pt x="1381336" y="4240328"/>
                  </a:lnTo>
                  <a:lnTo>
                    <a:pt x="1381461" y="4240328"/>
                  </a:lnTo>
                  <a:lnTo>
                    <a:pt x="1381586" y="4240328"/>
                  </a:lnTo>
                  <a:lnTo>
                    <a:pt x="1381711" y="4240328"/>
                  </a:lnTo>
                  <a:lnTo>
                    <a:pt x="1381836" y="4240328"/>
                  </a:lnTo>
                  <a:lnTo>
                    <a:pt x="1381961" y="4240328"/>
                  </a:lnTo>
                  <a:lnTo>
                    <a:pt x="1382087" y="4240328"/>
                  </a:lnTo>
                  <a:lnTo>
                    <a:pt x="1382212" y="4240328"/>
                  </a:lnTo>
                  <a:lnTo>
                    <a:pt x="1382337" y="4240328"/>
                  </a:lnTo>
                  <a:lnTo>
                    <a:pt x="1382462" y="4240328"/>
                  </a:lnTo>
                  <a:lnTo>
                    <a:pt x="1382587" y="4240328"/>
                  </a:lnTo>
                  <a:lnTo>
                    <a:pt x="1382712" y="4240328"/>
                  </a:lnTo>
                  <a:lnTo>
                    <a:pt x="1382837" y="4240328"/>
                  </a:lnTo>
                  <a:lnTo>
                    <a:pt x="1382962" y="4240328"/>
                  </a:lnTo>
                  <a:lnTo>
                    <a:pt x="1383087" y="4240328"/>
                  </a:lnTo>
                  <a:lnTo>
                    <a:pt x="1383212" y="4240328"/>
                  </a:lnTo>
                  <a:lnTo>
                    <a:pt x="1383337" y="4240328"/>
                  </a:lnTo>
                  <a:lnTo>
                    <a:pt x="1383462" y="4240328"/>
                  </a:lnTo>
                  <a:lnTo>
                    <a:pt x="1383587" y="4240328"/>
                  </a:lnTo>
                  <a:lnTo>
                    <a:pt x="1383712" y="4240328"/>
                  </a:lnTo>
                  <a:lnTo>
                    <a:pt x="1383837" y="4240328"/>
                  </a:lnTo>
                  <a:lnTo>
                    <a:pt x="1383962" y="4240328"/>
                  </a:lnTo>
                  <a:lnTo>
                    <a:pt x="1384087" y="4240328"/>
                  </a:lnTo>
                  <a:lnTo>
                    <a:pt x="1384212" y="4240328"/>
                  </a:lnTo>
                  <a:lnTo>
                    <a:pt x="1384337" y="4240328"/>
                  </a:lnTo>
                  <a:lnTo>
                    <a:pt x="1384462" y="4240328"/>
                  </a:lnTo>
                  <a:lnTo>
                    <a:pt x="1384587" y="4240328"/>
                  </a:lnTo>
                  <a:lnTo>
                    <a:pt x="1384712" y="4240328"/>
                  </a:lnTo>
                  <a:lnTo>
                    <a:pt x="1384837" y="4240328"/>
                  </a:lnTo>
                  <a:lnTo>
                    <a:pt x="1384962" y="4240328"/>
                  </a:lnTo>
                  <a:lnTo>
                    <a:pt x="1385088" y="4240328"/>
                  </a:lnTo>
                  <a:lnTo>
                    <a:pt x="1385213" y="4240328"/>
                  </a:lnTo>
                  <a:lnTo>
                    <a:pt x="1385338" y="4240328"/>
                  </a:lnTo>
                  <a:lnTo>
                    <a:pt x="1385463" y="4240328"/>
                  </a:lnTo>
                  <a:lnTo>
                    <a:pt x="1385588" y="4240328"/>
                  </a:lnTo>
                  <a:lnTo>
                    <a:pt x="1385713" y="4240328"/>
                  </a:lnTo>
                  <a:lnTo>
                    <a:pt x="1385838" y="4240328"/>
                  </a:lnTo>
                  <a:lnTo>
                    <a:pt x="1385963" y="4240328"/>
                  </a:lnTo>
                  <a:lnTo>
                    <a:pt x="1386088" y="4240328"/>
                  </a:lnTo>
                  <a:lnTo>
                    <a:pt x="1386213" y="4240328"/>
                  </a:lnTo>
                  <a:lnTo>
                    <a:pt x="1386338" y="4240328"/>
                  </a:lnTo>
                  <a:lnTo>
                    <a:pt x="1386463" y="4240328"/>
                  </a:lnTo>
                  <a:lnTo>
                    <a:pt x="1386588" y="4240328"/>
                  </a:lnTo>
                  <a:lnTo>
                    <a:pt x="1386713" y="4240328"/>
                  </a:lnTo>
                  <a:lnTo>
                    <a:pt x="1386838" y="4240328"/>
                  </a:lnTo>
                  <a:lnTo>
                    <a:pt x="1386963" y="4240328"/>
                  </a:lnTo>
                  <a:lnTo>
                    <a:pt x="1387088" y="4240328"/>
                  </a:lnTo>
                  <a:lnTo>
                    <a:pt x="1387213" y="4240328"/>
                  </a:lnTo>
                  <a:lnTo>
                    <a:pt x="1387338" y="4240328"/>
                  </a:lnTo>
                  <a:lnTo>
                    <a:pt x="1387463" y="4240328"/>
                  </a:lnTo>
                  <a:lnTo>
                    <a:pt x="1387588" y="4240328"/>
                  </a:lnTo>
                  <a:lnTo>
                    <a:pt x="1387713" y="4240328"/>
                  </a:lnTo>
                  <a:lnTo>
                    <a:pt x="1387838" y="4240328"/>
                  </a:lnTo>
                  <a:lnTo>
                    <a:pt x="1387963" y="4240328"/>
                  </a:lnTo>
                  <a:lnTo>
                    <a:pt x="1388089" y="4240328"/>
                  </a:lnTo>
                  <a:lnTo>
                    <a:pt x="1388214" y="4240328"/>
                  </a:lnTo>
                  <a:lnTo>
                    <a:pt x="1388339" y="4240328"/>
                  </a:lnTo>
                  <a:lnTo>
                    <a:pt x="1388339" y="4230374"/>
                  </a:lnTo>
                  <a:lnTo>
                    <a:pt x="1388464" y="4230374"/>
                  </a:lnTo>
                  <a:lnTo>
                    <a:pt x="1388589" y="4230374"/>
                  </a:lnTo>
                  <a:lnTo>
                    <a:pt x="1388714" y="4230374"/>
                  </a:lnTo>
                  <a:lnTo>
                    <a:pt x="1388839" y="4230374"/>
                  </a:lnTo>
                  <a:lnTo>
                    <a:pt x="1388964" y="4230374"/>
                  </a:lnTo>
                  <a:lnTo>
                    <a:pt x="1389089" y="4230374"/>
                  </a:lnTo>
                  <a:lnTo>
                    <a:pt x="1389214" y="4230374"/>
                  </a:lnTo>
                  <a:lnTo>
                    <a:pt x="1389339" y="4230374"/>
                  </a:lnTo>
                  <a:lnTo>
                    <a:pt x="1389464" y="4230374"/>
                  </a:lnTo>
                  <a:lnTo>
                    <a:pt x="1389589" y="4230374"/>
                  </a:lnTo>
                  <a:lnTo>
                    <a:pt x="1389714" y="4230374"/>
                  </a:lnTo>
                  <a:lnTo>
                    <a:pt x="1389839" y="4230374"/>
                  </a:lnTo>
                  <a:lnTo>
                    <a:pt x="1389964" y="4230374"/>
                  </a:lnTo>
                  <a:lnTo>
                    <a:pt x="1390089" y="4230374"/>
                  </a:lnTo>
                  <a:lnTo>
                    <a:pt x="1390214" y="4230374"/>
                  </a:lnTo>
                  <a:lnTo>
                    <a:pt x="1390339" y="4230374"/>
                  </a:lnTo>
                  <a:lnTo>
                    <a:pt x="1390464" y="4230374"/>
                  </a:lnTo>
                  <a:lnTo>
                    <a:pt x="1390589" y="4230374"/>
                  </a:lnTo>
                  <a:lnTo>
                    <a:pt x="1390714" y="4230374"/>
                  </a:lnTo>
                  <a:lnTo>
                    <a:pt x="1390839" y="4230374"/>
                  </a:lnTo>
                  <a:lnTo>
                    <a:pt x="1390964" y="4230374"/>
                  </a:lnTo>
                  <a:lnTo>
                    <a:pt x="1391090" y="4230374"/>
                  </a:lnTo>
                  <a:lnTo>
                    <a:pt x="1391215" y="4230374"/>
                  </a:lnTo>
                  <a:lnTo>
                    <a:pt x="1391340" y="4230374"/>
                  </a:lnTo>
                  <a:lnTo>
                    <a:pt x="1391465" y="4230374"/>
                  </a:lnTo>
                  <a:lnTo>
                    <a:pt x="1391590" y="4230374"/>
                  </a:lnTo>
                  <a:lnTo>
                    <a:pt x="1391715" y="4230374"/>
                  </a:lnTo>
                  <a:lnTo>
                    <a:pt x="1391840" y="4230374"/>
                  </a:lnTo>
                  <a:lnTo>
                    <a:pt x="1391965" y="4230374"/>
                  </a:lnTo>
                  <a:lnTo>
                    <a:pt x="1392090" y="4230374"/>
                  </a:lnTo>
                  <a:lnTo>
                    <a:pt x="1392215" y="4230374"/>
                  </a:lnTo>
                  <a:lnTo>
                    <a:pt x="1392340" y="4230374"/>
                  </a:lnTo>
                  <a:lnTo>
                    <a:pt x="1392465" y="4230374"/>
                  </a:lnTo>
                  <a:lnTo>
                    <a:pt x="1392590" y="4230374"/>
                  </a:lnTo>
                  <a:lnTo>
                    <a:pt x="1392715" y="4230374"/>
                  </a:lnTo>
                  <a:lnTo>
                    <a:pt x="1392840" y="4230374"/>
                  </a:lnTo>
                  <a:lnTo>
                    <a:pt x="1392965" y="4230374"/>
                  </a:lnTo>
                  <a:lnTo>
                    <a:pt x="1393090" y="4230374"/>
                  </a:lnTo>
                  <a:lnTo>
                    <a:pt x="1393090" y="4220420"/>
                  </a:lnTo>
                  <a:lnTo>
                    <a:pt x="1393215" y="4220420"/>
                  </a:lnTo>
                  <a:lnTo>
                    <a:pt x="1393340" y="4220420"/>
                  </a:lnTo>
                  <a:lnTo>
                    <a:pt x="1393465" y="4220420"/>
                  </a:lnTo>
                  <a:lnTo>
                    <a:pt x="1393590" y="4220420"/>
                  </a:lnTo>
                  <a:lnTo>
                    <a:pt x="1393715" y="4220420"/>
                  </a:lnTo>
                  <a:lnTo>
                    <a:pt x="1393840" y="4220420"/>
                  </a:lnTo>
                  <a:lnTo>
                    <a:pt x="1393965" y="4220420"/>
                  </a:lnTo>
                  <a:lnTo>
                    <a:pt x="1394091" y="4220420"/>
                  </a:lnTo>
                  <a:lnTo>
                    <a:pt x="1394216" y="4220420"/>
                  </a:lnTo>
                  <a:lnTo>
                    <a:pt x="1394341" y="4220420"/>
                  </a:lnTo>
                  <a:lnTo>
                    <a:pt x="1394466" y="4220420"/>
                  </a:lnTo>
                  <a:lnTo>
                    <a:pt x="1394591" y="4220420"/>
                  </a:lnTo>
                  <a:lnTo>
                    <a:pt x="1394716" y="4220420"/>
                  </a:lnTo>
                  <a:lnTo>
                    <a:pt x="1394716" y="4210466"/>
                  </a:lnTo>
                  <a:lnTo>
                    <a:pt x="1394841" y="4210466"/>
                  </a:lnTo>
                  <a:lnTo>
                    <a:pt x="1394966" y="4210466"/>
                  </a:lnTo>
                  <a:lnTo>
                    <a:pt x="1394966" y="4200513"/>
                  </a:lnTo>
                  <a:lnTo>
                    <a:pt x="1395091" y="4200513"/>
                  </a:lnTo>
                  <a:lnTo>
                    <a:pt x="1395216" y="4200513"/>
                  </a:lnTo>
                  <a:lnTo>
                    <a:pt x="1395341" y="4200513"/>
                  </a:lnTo>
                  <a:lnTo>
                    <a:pt x="1395466" y="4200513"/>
                  </a:lnTo>
                  <a:lnTo>
                    <a:pt x="1395591" y="4200513"/>
                  </a:lnTo>
                  <a:lnTo>
                    <a:pt x="1395716" y="4200513"/>
                  </a:lnTo>
                  <a:lnTo>
                    <a:pt x="1395841" y="4200513"/>
                  </a:lnTo>
                  <a:lnTo>
                    <a:pt x="1395966" y="4200513"/>
                  </a:lnTo>
                  <a:lnTo>
                    <a:pt x="1396091" y="4200513"/>
                  </a:lnTo>
                  <a:lnTo>
                    <a:pt x="1396216" y="4200513"/>
                  </a:lnTo>
                  <a:lnTo>
                    <a:pt x="1396341" y="4200513"/>
                  </a:lnTo>
                  <a:lnTo>
                    <a:pt x="1396466" y="4200513"/>
                  </a:lnTo>
                  <a:lnTo>
                    <a:pt x="1396591" y="4200513"/>
                  </a:lnTo>
                  <a:lnTo>
                    <a:pt x="1396716" y="4200513"/>
                  </a:lnTo>
                  <a:lnTo>
                    <a:pt x="1396716" y="4190559"/>
                  </a:lnTo>
                  <a:lnTo>
                    <a:pt x="1396841" y="4190559"/>
                  </a:lnTo>
                  <a:lnTo>
                    <a:pt x="1396967" y="4190559"/>
                  </a:lnTo>
                  <a:lnTo>
                    <a:pt x="1397092" y="4190559"/>
                  </a:lnTo>
                  <a:lnTo>
                    <a:pt x="1397217" y="4190559"/>
                  </a:lnTo>
                  <a:lnTo>
                    <a:pt x="1397342" y="4190559"/>
                  </a:lnTo>
                  <a:lnTo>
                    <a:pt x="1397467" y="4190559"/>
                  </a:lnTo>
                  <a:lnTo>
                    <a:pt x="1397592" y="4190559"/>
                  </a:lnTo>
                  <a:lnTo>
                    <a:pt x="1397717" y="4190559"/>
                  </a:lnTo>
                  <a:lnTo>
                    <a:pt x="1397842" y="4190559"/>
                  </a:lnTo>
                  <a:lnTo>
                    <a:pt x="1397967" y="4190559"/>
                  </a:lnTo>
                  <a:lnTo>
                    <a:pt x="1398092" y="4190559"/>
                  </a:lnTo>
                  <a:lnTo>
                    <a:pt x="1398217" y="4190559"/>
                  </a:lnTo>
                  <a:lnTo>
                    <a:pt x="1398342" y="4190559"/>
                  </a:lnTo>
                  <a:lnTo>
                    <a:pt x="1398467" y="4190559"/>
                  </a:lnTo>
                  <a:lnTo>
                    <a:pt x="1398592" y="4190559"/>
                  </a:lnTo>
                  <a:lnTo>
                    <a:pt x="1398717" y="4190559"/>
                  </a:lnTo>
                  <a:lnTo>
                    <a:pt x="1398842" y="4190559"/>
                  </a:lnTo>
                  <a:lnTo>
                    <a:pt x="1398967" y="4190559"/>
                  </a:lnTo>
                  <a:lnTo>
                    <a:pt x="1399092" y="4190559"/>
                  </a:lnTo>
                  <a:lnTo>
                    <a:pt x="1399217" y="4190559"/>
                  </a:lnTo>
                  <a:lnTo>
                    <a:pt x="1399342" y="4190559"/>
                  </a:lnTo>
                  <a:lnTo>
                    <a:pt x="1399467" y="4190559"/>
                  </a:lnTo>
                  <a:lnTo>
                    <a:pt x="1399592" y="4190559"/>
                  </a:lnTo>
                  <a:lnTo>
                    <a:pt x="1399717" y="4190559"/>
                  </a:lnTo>
                  <a:lnTo>
                    <a:pt x="1399842" y="4190559"/>
                  </a:lnTo>
                  <a:lnTo>
                    <a:pt x="1399968" y="4190559"/>
                  </a:lnTo>
                  <a:lnTo>
                    <a:pt x="1400093" y="4190559"/>
                  </a:lnTo>
                  <a:lnTo>
                    <a:pt x="1400218" y="4190559"/>
                  </a:lnTo>
                  <a:lnTo>
                    <a:pt x="1400343" y="4190559"/>
                  </a:lnTo>
                  <a:lnTo>
                    <a:pt x="1400468" y="4190559"/>
                  </a:lnTo>
                  <a:lnTo>
                    <a:pt x="1400593" y="4190559"/>
                  </a:lnTo>
                  <a:lnTo>
                    <a:pt x="1400718" y="4190559"/>
                  </a:lnTo>
                  <a:lnTo>
                    <a:pt x="1400843" y="4190559"/>
                  </a:lnTo>
                  <a:lnTo>
                    <a:pt x="1400968" y="4190559"/>
                  </a:lnTo>
                  <a:lnTo>
                    <a:pt x="1401093" y="4190559"/>
                  </a:lnTo>
                  <a:lnTo>
                    <a:pt x="1401218" y="4190559"/>
                  </a:lnTo>
                  <a:lnTo>
                    <a:pt x="1401343" y="4190559"/>
                  </a:lnTo>
                  <a:lnTo>
                    <a:pt x="1401468" y="4190559"/>
                  </a:lnTo>
                  <a:lnTo>
                    <a:pt x="1401593" y="4190559"/>
                  </a:lnTo>
                  <a:lnTo>
                    <a:pt x="1401718" y="4190559"/>
                  </a:lnTo>
                  <a:lnTo>
                    <a:pt x="1401843" y="4190559"/>
                  </a:lnTo>
                  <a:lnTo>
                    <a:pt x="1401968" y="4190559"/>
                  </a:lnTo>
                  <a:lnTo>
                    <a:pt x="1402093" y="4190559"/>
                  </a:lnTo>
                  <a:lnTo>
                    <a:pt x="1402218" y="4190559"/>
                  </a:lnTo>
                  <a:lnTo>
                    <a:pt x="1402343" y="4190559"/>
                  </a:lnTo>
                  <a:lnTo>
                    <a:pt x="1402468" y="4190559"/>
                  </a:lnTo>
                  <a:lnTo>
                    <a:pt x="1402593" y="4190559"/>
                  </a:lnTo>
                  <a:lnTo>
                    <a:pt x="1402718" y="4190559"/>
                  </a:lnTo>
                  <a:lnTo>
                    <a:pt x="1402843" y="4190559"/>
                  </a:lnTo>
                  <a:lnTo>
                    <a:pt x="1402969" y="4190559"/>
                  </a:lnTo>
                  <a:lnTo>
                    <a:pt x="1403094" y="4190559"/>
                  </a:lnTo>
                  <a:lnTo>
                    <a:pt x="1403219" y="4190559"/>
                  </a:lnTo>
                  <a:lnTo>
                    <a:pt x="1403344" y="4190559"/>
                  </a:lnTo>
                  <a:lnTo>
                    <a:pt x="1403469" y="4190559"/>
                  </a:lnTo>
                  <a:lnTo>
                    <a:pt x="1403594" y="4190559"/>
                  </a:lnTo>
                  <a:lnTo>
                    <a:pt x="1403719" y="4190559"/>
                  </a:lnTo>
                  <a:lnTo>
                    <a:pt x="1403844" y="4190559"/>
                  </a:lnTo>
                  <a:lnTo>
                    <a:pt x="1403969" y="4190559"/>
                  </a:lnTo>
                  <a:lnTo>
                    <a:pt x="1404094" y="4190559"/>
                  </a:lnTo>
                  <a:lnTo>
                    <a:pt x="1404219" y="4190559"/>
                  </a:lnTo>
                  <a:lnTo>
                    <a:pt x="1404344" y="4190559"/>
                  </a:lnTo>
                  <a:lnTo>
                    <a:pt x="1404469" y="4190559"/>
                  </a:lnTo>
                  <a:lnTo>
                    <a:pt x="1404594" y="4190559"/>
                  </a:lnTo>
                  <a:lnTo>
                    <a:pt x="1404719" y="4190559"/>
                  </a:lnTo>
                  <a:lnTo>
                    <a:pt x="1404844" y="4190559"/>
                  </a:lnTo>
                  <a:lnTo>
                    <a:pt x="1404844" y="4180605"/>
                  </a:lnTo>
                  <a:lnTo>
                    <a:pt x="1404969" y="4180605"/>
                  </a:lnTo>
                  <a:lnTo>
                    <a:pt x="1405094" y="4180605"/>
                  </a:lnTo>
                  <a:lnTo>
                    <a:pt x="1405219" y="4180605"/>
                  </a:lnTo>
                  <a:lnTo>
                    <a:pt x="1405344" y="4180605"/>
                  </a:lnTo>
                  <a:lnTo>
                    <a:pt x="1405469" y="4180605"/>
                  </a:lnTo>
                  <a:lnTo>
                    <a:pt x="1405594" y="4180605"/>
                  </a:lnTo>
                  <a:lnTo>
                    <a:pt x="1405719" y="4180605"/>
                  </a:lnTo>
                  <a:lnTo>
                    <a:pt x="1405844" y="4180605"/>
                  </a:lnTo>
                  <a:lnTo>
                    <a:pt x="1405970" y="4180605"/>
                  </a:lnTo>
                  <a:lnTo>
                    <a:pt x="1406095" y="4180605"/>
                  </a:lnTo>
                  <a:lnTo>
                    <a:pt x="1406220" y="4180605"/>
                  </a:lnTo>
                  <a:lnTo>
                    <a:pt x="1406345" y="4180605"/>
                  </a:lnTo>
                  <a:lnTo>
                    <a:pt x="1406470" y="4180605"/>
                  </a:lnTo>
                  <a:lnTo>
                    <a:pt x="1406595" y="4180605"/>
                  </a:lnTo>
                  <a:lnTo>
                    <a:pt x="1406720" y="4180605"/>
                  </a:lnTo>
                  <a:lnTo>
                    <a:pt x="1406845" y="4180605"/>
                  </a:lnTo>
                  <a:lnTo>
                    <a:pt x="1406970" y="4180605"/>
                  </a:lnTo>
                  <a:lnTo>
                    <a:pt x="1407095" y="4180605"/>
                  </a:lnTo>
                  <a:lnTo>
                    <a:pt x="1407220" y="4180605"/>
                  </a:lnTo>
                  <a:lnTo>
                    <a:pt x="1407345" y="4180605"/>
                  </a:lnTo>
                  <a:lnTo>
                    <a:pt x="1407470" y="4180605"/>
                  </a:lnTo>
                  <a:lnTo>
                    <a:pt x="1407595" y="4180605"/>
                  </a:lnTo>
                  <a:lnTo>
                    <a:pt x="1407720" y="4180605"/>
                  </a:lnTo>
                  <a:lnTo>
                    <a:pt x="1407845" y="4180605"/>
                  </a:lnTo>
                  <a:lnTo>
                    <a:pt x="1407970" y="4180605"/>
                  </a:lnTo>
                  <a:lnTo>
                    <a:pt x="1408095" y="4180605"/>
                  </a:lnTo>
                  <a:lnTo>
                    <a:pt x="1408220" y="4180605"/>
                  </a:lnTo>
                  <a:lnTo>
                    <a:pt x="1408345" y="4180605"/>
                  </a:lnTo>
                  <a:lnTo>
                    <a:pt x="1408470" y="4180605"/>
                  </a:lnTo>
                  <a:lnTo>
                    <a:pt x="1408595" y="4180605"/>
                  </a:lnTo>
                  <a:lnTo>
                    <a:pt x="1408720" y="4180605"/>
                  </a:lnTo>
                  <a:lnTo>
                    <a:pt x="1408845" y="4180605"/>
                  </a:lnTo>
                  <a:lnTo>
                    <a:pt x="1408971" y="4180605"/>
                  </a:lnTo>
                  <a:lnTo>
                    <a:pt x="1409096" y="4180605"/>
                  </a:lnTo>
                  <a:lnTo>
                    <a:pt x="1409221" y="4180605"/>
                  </a:lnTo>
                  <a:lnTo>
                    <a:pt x="1409346" y="4180605"/>
                  </a:lnTo>
                  <a:lnTo>
                    <a:pt x="1409471" y="4180605"/>
                  </a:lnTo>
                  <a:lnTo>
                    <a:pt x="1409596" y="4180605"/>
                  </a:lnTo>
                  <a:lnTo>
                    <a:pt x="1409721" y="4180605"/>
                  </a:lnTo>
                  <a:lnTo>
                    <a:pt x="1409846" y="4180605"/>
                  </a:lnTo>
                  <a:lnTo>
                    <a:pt x="1409971" y="4180605"/>
                  </a:lnTo>
                  <a:lnTo>
                    <a:pt x="1410096" y="4180605"/>
                  </a:lnTo>
                  <a:lnTo>
                    <a:pt x="1410221" y="4180605"/>
                  </a:lnTo>
                  <a:lnTo>
                    <a:pt x="1410346" y="4180605"/>
                  </a:lnTo>
                  <a:lnTo>
                    <a:pt x="1410471" y="4180605"/>
                  </a:lnTo>
                  <a:lnTo>
                    <a:pt x="1410596" y="4180605"/>
                  </a:lnTo>
                  <a:lnTo>
                    <a:pt x="1410721" y="4180605"/>
                  </a:lnTo>
                  <a:lnTo>
                    <a:pt x="1410846" y="4180605"/>
                  </a:lnTo>
                  <a:lnTo>
                    <a:pt x="1410971" y="4180605"/>
                  </a:lnTo>
                  <a:lnTo>
                    <a:pt x="1411096" y="4180605"/>
                  </a:lnTo>
                  <a:lnTo>
                    <a:pt x="1411221" y="4180605"/>
                  </a:lnTo>
                  <a:lnTo>
                    <a:pt x="1411346" y="4180605"/>
                  </a:lnTo>
                  <a:lnTo>
                    <a:pt x="1411471" y="4180605"/>
                  </a:lnTo>
                  <a:lnTo>
                    <a:pt x="1411596" y="4180605"/>
                  </a:lnTo>
                  <a:lnTo>
                    <a:pt x="1411721" y="4180605"/>
                  </a:lnTo>
                  <a:lnTo>
                    <a:pt x="1411846" y="4180605"/>
                  </a:lnTo>
                  <a:lnTo>
                    <a:pt x="1411972" y="4180605"/>
                  </a:lnTo>
                  <a:lnTo>
                    <a:pt x="1412097" y="4180605"/>
                  </a:lnTo>
                  <a:lnTo>
                    <a:pt x="1412222" y="4180605"/>
                  </a:lnTo>
                  <a:lnTo>
                    <a:pt x="1412347" y="4180605"/>
                  </a:lnTo>
                  <a:lnTo>
                    <a:pt x="1412472" y="4180605"/>
                  </a:lnTo>
                  <a:lnTo>
                    <a:pt x="1412597" y="4180605"/>
                  </a:lnTo>
                  <a:lnTo>
                    <a:pt x="1412722" y="4180605"/>
                  </a:lnTo>
                  <a:lnTo>
                    <a:pt x="1412847" y="4180605"/>
                  </a:lnTo>
                  <a:lnTo>
                    <a:pt x="1412972" y="4180605"/>
                  </a:lnTo>
                  <a:lnTo>
                    <a:pt x="1413097" y="4180605"/>
                  </a:lnTo>
                  <a:lnTo>
                    <a:pt x="1413222" y="4180605"/>
                  </a:lnTo>
                  <a:lnTo>
                    <a:pt x="1413347" y="4180605"/>
                  </a:lnTo>
                  <a:lnTo>
                    <a:pt x="1413472" y="4180605"/>
                  </a:lnTo>
                  <a:lnTo>
                    <a:pt x="1413597" y="4180605"/>
                  </a:lnTo>
                  <a:lnTo>
                    <a:pt x="1413722" y="4180605"/>
                  </a:lnTo>
                  <a:lnTo>
                    <a:pt x="1413847" y="4180605"/>
                  </a:lnTo>
                  <a:lnTo>
                    <a:pt x="1413972" y="4180605"/>
                  </a:lnTo>
                  <a:lnTo>
                    <a:pt x="1414097" y="4180605"/>
                  </a:lnTo>
                  <a:lnTo>
                    <a:pt x="1414222" y="4180605"/>
                  </a:lnTo>
                  <a:lnTo>
                    <a:pt x="1414347" y="4180605"/>
                  </a:lnTo>
                  <a:lnTo>
                    <a:pt x="1414472" y="4180605"/>
                  </a:lnTo>
                  <a:lnTo>
                    <a:pt x="1414597" y="4180605"/>
                  </a:lnTo>
                  <a:lnTo>
                    <a:pt x="1414722" y="4180605"/>
                  </a:lnTo>
                  <a:lnTo>
                    <a:pt x="1414847" y="4180605"/>
                  </a:lnTo>
                  <a:lnTo>
                    <a:pt x="1414973" y="4180605"/>
                  </a:lnTo>
                  <a:lnTo>
                    <a:pt x="1415098" y="4180605"/>
                  </a:lnTo>
                  <a:lnTo>
                    <a:pt x="1415223" y="4180605"/>
                  </a:lnTo>
                  <a:lnTo>
                    <a:pt x="1415348" y="4180605"/>
                  </a:lnTo>
                  <a:lnTo>
                    <a:pt x="1415473" y="4180605"/>
                  </a:lnTo>
                  <a:lnTo>
                    <a:pt x="1415598" y="4180605"/>
                  </a:lnTo>
                  <a:lnTo>
                    <a:pt x="1415723" y="4180605"/>
                  </a:lnTo>
                  <a:lnTo>
                    <a:pt x="1415848" y="4180605"/>
                  </a:lnTo>
                  <a:lnTo>
                    <a:pt x="1415973" y="4180605"/>
                  </a:lnTo>
                  <a:lnTo>
                    <a:pt x="1416098" y="4180605"/>
                  </a:lnTo>
                  <a:lnTo>
                    <a:pt x="1416223" y="4180605"/>
                  </a:lnTo>
                  <a:lnTo>
                    <a:pt x="1416348" y="4180605"/>
                  </a:lnTo>
                  <a:lnTo>
                    <a:pt x="1416348" y="4170651"/>
                  </a:lnTo>
                  <a:lnTo>
                    <a:pt x="1416473" y="4170651"/>
                  </a:lnTo>
                  <a:lnTo>
                    <a:pt x="1416598" y="4170651"/>
                  </a:lnTo>
                  <a:lnTo>
                    <a:pt x="1416723" y="4170651"/>
                  </a:lnTo>
                  <a:lnTo>
                    <a:pt x="1416848" y="4170651"/>
                  </a:lnTo>
                  <a:lnTo>
                    <a:pt x="1416973" y="4170651"/>
                  </a:lnTo>
                  <a:lnTo>
                    <a:pt x="1417098" y="4170651"/>
                  </a:lnTo>
                  <a:lnTo>
                    <a:pt x="1417223" y="4170651"/>
                  </a:lnTo>
                  <a:lnTo>
                    <a:pt x="1417348" y="4170651"/>
                  </a:lnTo>
                  <a:lnTo>
                    <a:pt x="1417473" y="4170651"/>
                  </a:lnTo>
                  <a:lnTo>
                    <a:pt x="1417598" y="4170651"/>
                  </a:lnTo>
                  <a:lnTo>
                    <a:pt x="1417723" y="4170651"/>
                  </a:lnTo>
                  <a:lnTo>
                    <a:pt x="1417848" y="4170651"/>
                  </a:lnTo>
                  <a:lnTo>
                    <a:pt x="1417974" y="4170651"/>
                  </a:lnTo>
                  <a:lnTo>
                    <a:pt x="1418099" y="4170651"/>
                  </a:lnTo>
                  <a:lnTo>
                    <a:pt x="1418224" y="4170651"/>
                  </a:lnTo>
                  <a:lnTo>
                    <a:pt x="1418349" y="4170651"/>
                  </a:lnTo>
                  <a:lnTo>
                    <a:pt x="1418474" y="4170651"/>
                  </a:lnTo>
                  <a:lnTo>
                    <a:pt x="1418599" y="4170651"/>
                  </a:lnTo>
                  <a:lnTo>
                    <a:pt x="1418724" y="4170651"/>
                  </a:lnTo>
                  <a:lnTo>
                    <a:pt x="1418849" y="4170651"/>
                  </a:lnTo>
                  <a:lnTo>
                    <a:pt x="1418974" y="4170651"/>
                  </a:lnTo>
                  <a:lnTo>
                    <a:pt x="1419099" y="4170651"/>
                  </a:lnTo>
                  <a:lnTo>
                    <a:pt x="1419224" y="4170651"/>
                  </a:lnTo>
                  <a:lnTo>
                    <a:pt x="1419349" y="4170651"/>
                  </a:lnTo>
                  <a:lnTo>
                    <a:pt x="1419474" y="4170651"/>
                  </a:lnTo>
                  <a:lnTo>
                    <a:pt x="1419599" y="4170651"/>
                  </a:lnTo>
                  <a:lnTo>
                    <a:pt x="1419724" y="4170651"/>
                  </a:lnTo>
                  <a:lnTo>
                    <a:pt x="1419849" y="4170651"/>
                  </a:lnTo>
                  <a:lnTo>
                    <a:pt x="1419974" y="4170651"/>
                  </a:lnTo>
                  <a:lnTo>
                    <a:pt x="1420099" y="4170651"/>
                  </a:lnTo>
                  <a:lnTo>
                    <a:pt x="1420224" y="4170651"/>
                  </a:lnTo>
                  <a:lnTo>
                    <a:pt x="1420349" y="4170651"/>
                  </a:lnTo>
                  <a:lnTo>
                    <a:pt x="1420474" y="4170651"/>
                  </a:lnTo>
                  <a:lnTo>
                    <a:pt x="1420599" y="4170651"/>
                  </a:lnTo>
                  <a:lnTo>
                    <a:pt x="1420724" y="4170651"/>
                  </a:lnTo>
                  <a:lnTo>
                    <a:pt x="1420849" y="4170651"/>
                  </a:lnTo>
                  <a:lnTo>
                    <a:pt x="1420975" y="4170651"/>
                  </a:lnTo>
                  <a:lnTo>
                    <a:pt x="1421100" y="4170651"/>
                  </a:lnTo>
                  <a:lnTo>
                    <a:pt x="1421225" y="4170651"/>
                  </a:lnTo>
                  <a:lnTo>
                    <a:pt x="1421350" y="4170651"/>
                  </a:lnTo>
                  <a:lnTo>
                    <a:pt x="1421475" y="4170651"/>
                  </a:lnTo>
                  <a:lnTo>
                    <a:pt x="1421600" y="4170651"/>
                  </a:lnTo>
                  <a:lnTo>
                    <a:pt x="1421725" y="4170651"/>
                  </a:lnTo>
                  <a:lnTo>
                    <a:pt x="1421850" y="4170651"/>
                  </a:lnTo>
                  <a:lnTo>
                    <a:pt x="1421975" y="4170651"/>
                  </a:lnTo>
                  <a:lnTo>
                    <a:pt x="1422100" y="4170651"/>
                  </a:lnTo>
                  <a:lnTo>
                    <a:pt x="1422225" y="4170651"/>
                  </a:lnTo>
                  <a:lnTo>
                    <a:pt x="1422350" y="4170651"/>
                  </a:lnTo>
                  <a:lnTo>
                    <a:pt x="1422475" y="4170651"/>
                  </a:lnTo>
                  <a:lnTo>
                    <a:pt x="1422600" y="4170651"/>
                  </a:lnTo>
                  <a:lnTo>
                    <a:pt x="1422725" y="4170651"/>
                  </a:lnTo>
                  <a:lnTo>
                    <a:pt x="1422850" y="4170651"/>
                  </a:lnTo>
                  <a:lnTo>
                    <a:pt x="1422975" y="4170651"/>
                  </a:lnTo>
                  <a:lnTo>
                    <a:pt x="1423100" y="4170651"/>
                  </a:lnTo>
                  <a:lnTo>
                    <a:pt x="1423225" y="4170651"/>
                  </a:lnTo>
                  <a:lnTo>
                    <a:pt x="1423350" y="4170651"/>
                  </a:lnTo>
                  <a:lnTo>
                    <a:pt x="1423475" y="4170651"/>
                  </a:lnTo>
                  <a:lnTo>
                    <a:pt x="1423600" y="4170651"/>
                  </a:lnTo>
                  <a:lnTo>
                    <a:pt x="1423725" y="4170651"/>
                  </a:lnTo>
                  <a:lnTo>
                    <a:pt x="1423850" y="4170651"/>
                  </a:lnTo>
                  <a:lnTo>
                    <a:pt x="1423976" y="4170651"/>
                  </a:lnTo>
                  <a:lnTo>
                    <a:pt x="1424101" y="4170651"/>
                  </a:lnTo>
                  <a:lnTo>
                    <a:pt x="1424226" y="4170651"/>
                  </a:lnTo>
                  <a:lnTo>
                    <a:pt x="1424351" y="4170651"/>
                  </a:lnTo>
                  <a:lnTo>
                    <a:pt x="1424476" y="4170651"/>
                  </a:lnTo>
                  <a:lnTo>
                    <a:pt x="1424601" y="4170651"/>
                  </a:lnTo>
                  <a:lnTo>
                    <a:pt x="1424726" y="4170651"/>
                  </a:lnTo>
                  <a:lnTo>
                    <a:pt x="1424851" y="4170651"/>
                  </a:lnTo>
                  <a:lnTo>
                    <a:pt x="1424976" y="4170651"/>
                  </a:lnTo>
                  <a:lnTo>
                    <a:pt x="1425101" y="4170651"/>
                  </a:lnTo>
                  <a:lnTo>
                    <a:pt x="1425226" y="4170651"/>
                  </a:lnTo>
                  <a:lnTo>
                    <a:pt x="1425351" y="4170651"/>
                  </a:lnTo>
                  <a:lnTo>
                    <a:pt x="1425476" y="4170651"/>
                  </a:lnTo>
                  <a:lnTo>
                    <a:pt x="1425601" y="4170651"/>
                  </a:lnTo>
                  <a:lnTo>
                    <a:pt x="1425726" y="4170651"/>
                  </a:lnTo>
                  <a:lnTo>
                    <a:pt x="1425851" y="4170651"/>
                  </a:lnTo>
                  <a:lnTo>
                    <a:pt x="1425976" y="4170651"/>
                  </a:lnTo>
                  <a:lnTo>
                    <a:pt x="1426101" y="4170651"/>
                  </a:lnTo>
                  <a:lnTo>
                    <a:pt x="1426226" y="4170651"/>
                  </a:lnTo>
                  <a:lnTo>
                    <a:pt x="1426226" y="4160697"/>
                  </a:lnTo>
                  <a:lnTo>
                    <a:pt x="1426351" y="4160697"/>
                  </a:lnTo>
                  <a:lnTo>
                    <a:pt x="1426476" y="4160697"/>
                  </a:lnTo>
                  <a:lnTo>
                    <a:pt x="1426601" y="4160697"/>
                  </a:lnTo>
                  <a:lnTo>
                    <a:pt x="1426726" y="4160697"/>
                  </a:lnTo>
                  <a:lnTo>
                    <a:pt x="1426851" y="4160697"/>
                  </a:lnTo>
                  <a:lnTo>
                    <a:pt x="1426977" y="4160697"/>
                  </a:lnTo>
                  <a:lnTo>
                    <a:pt x="1427102" y="4160697"/>
                  </a:lnTo>
                  <a:lnTo>
                    <a:pt x="1427227" y="4160697"/>
                  </a:lnTo>
                  <a:lnTo>
                    <a:pt x="1427352" y="4160697"/>
                  </a:lnTo>
                  <a:lnTo>
                    <a:pt x="1427477" y="4160697"/>
                  </a:lnTo>
                  <a:lnTo>
                    <a:pt x="1427602" y="4160697"/>
                  </a:lnTo>
                  <a:lnTo>
                    <a:pt x="1427727" y="4160697"/>
                  </a:lnTo>
                  <a:lnTo>
                    <a:pt x="1427852" y="4160697"/>
                  </a:lnTo>
                  <a:lnTo>
                    <a:pt x="1427977" y="4160697"/>
                  </a:lnTo>
                  <a:lnTo>
                    <a:pt x="1428102" y="4160697"/>
                  </a:lnTo>
                  <a:lnTo>
                    <a:pt x="1428227" y="4160697"/>
                  </a:lnTo>
                  <a:lnTo>
                    <a:pt x="1428352" y="4160697"/>
                  </a:lnTo>
                  <a:lnTo>
                    <a:pt x="1428477" y="4160697"/>
                  </a:lnTo>
                  <a:lnTo>
                    <a:pt x="1428602" y="4160697"/>
                  </a:lnTo>
                  <a:lnTo>
                    <a:pt x="1428727" y="4160697"/>
                  </a:lnTo>
                  <a:lnTo>
                    <a:pt x="1428852" y="4160697"/>
                  </a:lnTo>
                  <a:lnTo>
                    <a:pt x="1428977" y="4160697"/>
                  </a:lnTo>
                  <a:lnTo>
                    <a:pt x="1429102" y="4160697"/>
                  </a:lnTo>
                  <a:lnTo>
                    <a:pt x="1429227" y="4160697"/>
                  </a:lnTo>
                  <a:lnTo>
                    <a:pt x="1429352" y="4160697"/>
                  </a:lnTo>
                  <a:lnTo>
                    <a:pt x="1429477" y="4160697"/>
                  </a:lnTo>
                  <a:lnTo>
                    <a:pt x="1429602" y="4160697"/>
                  </a:lnTo>
                  <a:lnTo>
                    <a:pt x="1429727" y="4160697"/>
                  </a:lnTo>
                  <a:lnTo>
                    <a:pt x="1429852" y="4160697"/>
                  </a:lnTo>
                  <a:lnTo>
                    <a:pt x="1429978" y="4160697"/>
                  </a:lnTo>
                  <a:lnTo>
                    <a:pt x="1430103" y="4160697"/>
                  </a:lnTo>
                  <a:lnTo>
                    <a:pt x="1430228" y="4160697"/>
                  </a:lnTo>
                  <a:lnTo>
                    <a:pt x="1430353" y="4160697"/>
                  </a:lnTo>
                  <a:lnTo>
                    <a:pt x="1430478" y="4160697"/>
                  </a:lnTo>
                  <a:lnTo>
                    <a:pt x="1430603" y="4160697"/>
                  </a:lnTo>
                  <a:lnTo>
                    <a:pt x="1430728" y="4160697"/>
                  </a:lnTo>
                  <a:lnTo>
                    <a:pt x="1430853" y="4160697"/>
                  </a:lnTo>
                  <a:lnTo>
                    <a:pt x="1430978" y="4160697"/>
                  </a:lnTo>
                  <a:lnTo>
                    <a:pt x="1431103" y="4160697"/>
                  </a:lnTo>
                  <a:lnTo>
                    <a:pt x="1431228" y="4160697"/>
                  </a:lnTo>
                  <a:lnTo>
                    <a:pt x="1431353" y="4160697"/>
                  </a:lnTo>
                  <a:lnTo>
                    <a:pt x="1431478" y="4160697"/>
                  </a:lnTo>
                  <a:lnTo>
                    <a:pt x="1431603" y="4160697"/>
                  </a:lnTo>
                  <a:lnTo>
                    <a:pt x="1431728" y="4160697"/>
                  </a:lnTo>
                  <a:lnTo>
                    <a:pt x="1431853" y="4160697"/>
                  </a:lnTo>
                  <a:lnTo>
                    <a:pt x="1431978" y="4160697"/>
                  </a:lnTo>
                  <a:lnTo>
                    <a:pt x="1432103" y="4160697"/>
                  </a:lnTo>
                  <a:lnTo>
                    <a:pt x="1432228" y="4160697"/>
                  </a:lnTo>
                  <a:lnTo>
                    <a:pt x="1432353" y="4160697"/>
                  </a:lnTo>
                  <a:lnTo>
                    <a:pt x="1432478" y="4160697"/>
                  </a:lnTo>
                  <a:lnTo>
                    <a:pt x="1432603" y="4160697"/>
                  </a:lnTo>
                  <a:lnTo>
                    <a:pt x="1432728" y="4160697"/>
                  </a:lnTo>
                  <a:lnTo>
                    <a:pt x="1432853" y="4160697"/>
                  </a:lnTo>
                  <a:lnTo>
                    <a:pt x="1432979" y="4160697"/>
                  </a:lnTo>
                  <a:lnTo>
                    <a:pt x="1433104" y="4160697"/>
                  </a:lnTo>
                  <a:lnTo>
                    <a:pt x="1433229" y="4160697"/>
                  </a:lnTo>
                  <a:lnTo>
                    <a:pt x="1433354" y="4160697"/>
                  </a:lnTo>
                  <a:lnTo>
                    <a:pt x="1433479" y="4160697"/>
                  </a:lnTo>
                  <a:lnTo>
                    <a:pt x="1433479" y="4150744"/>
                  </a:lnTo>
                  <a:lnTo>
                    <a:pt x="1433604" y="4150744"/>
                  </a:lnTo>
                  <a:lnTo>
                    <a:pt x="1433729" y="4150744"/>
                  </a:lnTo>
                  <a:lnTo>
                    <a:pt x="1433854" y="4150744"/>
                  </a:lnTo>
                  <a:lnTo>
                    <a:pt x="1433979" y="4150744"/>
                  </a:lnTo>
                  <a:lnTo>
                    <a:pt x="1434104" y="4150744"/>
                  </a:lnTo>
                  <a:lnTo>
                    <a:pt x="1434229" y="4150744"/>
                  </a:lnTo>
                  <a:lnTo>
                    <a:pt x="1434354" y="4150744"/>
                  </a:lnTo>
                  <a:lnTo>
                    <a:pt x="1434479" y="4150744"/>
                  </a:lnTo>
                  <a:lnTo>
                    <a:pt x="1434604" y="4150744"/>
                  </a:lnTo>
                  <a:lnTo>
                    <a:pt x="1434729" y="4150744"/>
                  </a:lnTo>
                  <a:lnTo>
                    <a:pt x="1434854" y="4150744"/>
                  </a:lnTo>
                  <a:lnTo>
                    <a:pt x="1434979" y="4150744"/>
                  </a:lnTo>
                  <a:lnTo>
                    <a:pt x="1435104" y="4150744"/>
                  </a:lnTo>
                  <a:lnTo>
                    <a:pt x="1435229" y="4150744"/>
                  </a:lnTo>
                  <a:lnTo>
                    <a:pt x="1435354" y="4150744"/>
                  </a:lnTo>
                  <a:lnTo>
                    <a:pt x="1435479" y="4150744"/>
                  </a:lnTo>
                  <a:lnTo>
                    <a:pt x="1435604" y="4150744"/>
                  </a:lnTo>
                  <a:lnTo>
                    <a:pt x="1435729" y="4150744"/>
                  </a:lnTo>
                  <a:lnTo>
                    <a:pt x="1435855" y="4150744"/>
                  </a:lnTo>
                  <a:lnTo>
                    <a:pt x="1435980" y="4150744"/>
                  </a:lnTo>
                  <a:lnTo>
                    <a:pt x="1436105" y="4150744"/>
                  </a:lnTo>
                  <a:lnTo>
                    <a:pt x="1436230" y="4150744"/>
                  </a:lnTo>
                  <a:lnTo>
                    <a:pt x="1436355" y="4150744"/>
                  </a:lnTo>
                  <a:lnTo>
                    <a:pt x="1436480" y="4150744"/>
                  </a:lnTo>
                  <a:lnTo>
                    <a:pt x="1436605" y="4150744"/>
                  </a:lnTo>
                  <a:lnTo>
                    <a:pt x="1436730" y="4150744"/>
                  </a:lnTo>
                  <a:lnTo>
                    <a:pt x="1436855" y="4150744"/>
                  </a:lnTo>
                  <a:lnTo>
                    <a:pt x="1436980" y="4150744"/>
                  </a:lnTo>
                  <a:lnTo>
                    <a:pt x="1437105" y="4150744"/>
                  </a:lnTo>
                  <a:lnTo>
                    <a:pt x="1437230" y="4150744"/>
                  </a:lnTo>
                  <a:lnTo>
                    <a:pt x="1437355" y="4150744"/>
                  </a:lnTo>
                  <a:lnTo>
                    <a:pt x="1437480" y="4150744"/>
                  </a:lnTo>
                  <a:lnTo>
                    <a:pt x="1437605" y="4150744"/>
                  </a:lnTo>
                  <a:lnTo>
                    <a:pt x="1437730" y="4150744"/>
                  </a:lnTo>
                  <a:lnTo>
                    <a:pt x="1437855" y="4150744"/>
                  </a:lnTo>
                  <a:lnTo>
                    <a:pt x="1437980" y="4150744"/>
                  </a:lnTo>
                  <a:lnTo>
                    <a:pt x="1438105" y="4150744"/>
                  </a:lnTo>
                  <a:lnTo>
                    <a:pt x="1438230" y="4150744"/>
                  </a:lnTo>
                  <a:lnTo>
                    <a:pt x="1438355" y="4150744"/>
                  </a:lnTo>
                  <a:lnTo>
                    <a:pt x="1438480" y="4150744"/>
                  </a:lnTo>
                  <a:lnTo>
                    <a:pt x="1438605" y="4150744"/>
                  </a:lnTo>
                  <a:lnTo>
                    <a:pt x="1438730" y="4150744"/>
                  </a:lnTo>
                  <a:lnTo>
                    <a:pt x="1438856" y="4150744"/>
                  </a:lnTo>
                  <a:lnTo>
                    <a:pt x="1438981" y="4150744"/>
                  </a:lnTo>
                  <a:lnTo>
                    <a:pt x="1439106" y="4150744"/>
                  </a:lnTo>
                  <a:lnTo>
                    <a:pt x="1439231" y="4150744"/>
                  </a:lnTo>
                  <a:lnTo>
                    <a:pt x="1439356" y="4150744"/>
                  </a:lnTo>
                  <a:lnTo>
                    <a:pt x="1439481" y="4150744"/>
                  </a:lnTo>
                  <a:lnTo>
                    <a:pt x="1439606" y="4150744"/>
                  </a:lnTo>
                  <a:lnTo>
                    <a:pt x="1439731" y="4150744"/>
                  </a:lnTo>
                  <a:lnTo>
                    <a:pt x="1439856" y="4150744"/>
                  </a:lnTo>
                  <a:lnTo>
                    <a:pt x="1439981" y="4150744"/>
                  </a:lnTo>
                  <a:lnTo>
                    <a:pt x="1440106" y="4150744"/>
                  </a:lnTo>
                  <a:lnTo>
                    <a:pt x="1440231" y="4150744"/>
                  </a:lnTo>
                  <a:lnTo>
                    <a:pt x="1440356" y="4150744"/>
                  </a:lnTo>
                  <a:lnTo>
                    <a:pt x="1440481" y="4150744"/>
                  </a:lnTo>
                  <a:lnTo>
                    <a:pt x="1440606" y="4150744"/>
                  </a:lnTo>
                  <a:lnTo>
                    <a:pt x="1440731" y="4150744"/>
                  </a:lnTo>
                  <a:lnTo>
                    <a:pt x="1440856" y="4150744"/>
                  </a:lnTo>
                  <a:lnTo>
                    <a:pt x="1440981" y="4150744"/>
                  </a:lnTo>
                  <a:lnTo>
                    <a:pt x="1441106" y="4150744"/>
                  </a:lnTo>
                  <a:lnTo>
                    <a:pt x="1441231" y="4150744"/>
                  </a:lnTo>
                  <a:lnTo>
                    <a:pt x="1441356" y="4150744"/>
                  </a:lnTo>
                  <a:lnTo>
                    <a:pt x="1441481" y="4150744"/>
                  </a:lnTo>
                  <a:lnTo>
                    <a:pt x="1441606" y="4150744"/>
                  </a:lnTo>
                  <a:lnTo>
                    <a:pt x="1441731" y="4150744"/>
                  </a:lnTo>
                  <a:lnTo>
                    <a:pt x="1441857" y="4150744"/>
                  </a:lnTo>
                  <a:lnTo>
                    <a:pt x="1441982" y="4150744"/>
                  </a:lnTo>
                  <a:lnTo>
                    <a:pt x="1442107" y="4150744"/>
                  </a:lnTo>
                  <a:lnTo>
                    <a:pt x="1442232" y="4150744"/>
                  </a:lnTo>
                  <a:lnTo>
                    <a:pt x="1442357" y="4150744"/>
                  </a:lnTo>
                  <a:lnTo>
                    <a:pt x="1442482" y="4150744"/>
                  </a:lnTo>
                  <a:lnTo>
                    <a:pt x="1442607" y="4150744"/>
                  </a:lnTo>
                  <a:lnTo>
                    <a:pt x="1442732" y="4150744"/>
                  </a:lnTo>
                  <a:lnTo>
                    <a:pt x="1442857" y="4150744"/>
                  </a:lnTo>
                  <a:lnTo>
                    <a:pt x="1442982" y="4150744"/>
                  </a:lnTo>
                  <a:lnTo>
                    <a:pt x="1443107" y="4150744"/>
                  </a:lnTo>
                  <a:lnTo>
                    <a:pt x="1443232" y="4150744"/>
                  </a:lnTo>
                  <a:lnTo>
                    <a:pt x="1443357" y="4150744"/>
                  </a:lnTo>
                  <a:lnTo>
                    <a:pt x="1443482" y="4150744"/>
                  </a:lnTo>
                  <a:lnTo>
                    <a:pt x="1443607" y="4150744"/>
                  </a:lnTo>
                  <a:lnTo>
                    <a:pt x="1443732" y="4150744"/>
                  </a:lnTo>
                  <a:lnTo>
                    <a:pt x="1443857" y="4150744"/>
                  </a:lnTo>
                  <a:lnTo>
                    <a:pt x="1443982" y="4150744"/>
                  </a:lnTo>
                  <a:lnTo>
                    <a:pt x="1444107" y="4150744"/>
                  </a:lnTo>
                  <a:lnTo>
                    <a:pt x="1444232" y="4150744"/>
                  </a:lnTo>
                  <a:lnTo>
                    <a:pt x="1444357" y="4150744"/>
                  </a:lnTo>
                  <a:lnTo>
                    <a:pt x="1444482" y="4150744"/>
                  </a:lnTo>
                  <a:lnTo>
                    <a:pt x="1444607" y="4150744"/>
                  </a:lnTo>
                  <a:lnTo>
                    <a:pt x="1444732" y="4150744"/>
                  </a:lnTo>
                  <a:lnTo>
                    <a:pt x="1444858" y="4150744"/>
                  </a:lnTo>
                  <a:lnTo>
                    <a:pt x="1444983" y="4150744"/>
                  </a:lnTo>
                  <a:lnTo>
                    <a:pt x="1445108" y="4150744"/>
                  </a:lnTo>
                  <a:lnTo>
                    <a:pt x="1445233" y="4150744"/>
                  </a:lnTo>
                  <a:lnTo>
                    <a:pt x="1445358" y="4150744"/>
                  </a:lnTo>
                  <a:lnTo>
                    <a:pt x="1445483" y="4150744"/>
                  </a:lnTo>
                  <a:lnTo>
                    <a:pt x="1445608" y="4150744"/>
                  </a:lnTo>
                  <a:lnTo>
                    <a:pt x="1445733" y="4150744"/>
                  </a:lnTo>
                  <a:lnTo>
                    <a:pt x="1445858" y="4150744"/>
                  </a:lnTo>
                  <a:lnTo>
                    <a:pt x="1445983" y="4150744"/>
                  </a:lnTo>
                  <a:lnTo>
                    <a:pt x="1446108" y="4150744"/>
                  </a:lnTo>
                  <a:lnTo>
                    <a:pt x="1446233" y="4150744"/>
                  </a:lnTo>
                  <a:lnTo>
                    <a:pt x="1446358" y="4150744"/>
                  </a:lnTo>
                  <a:lnTo>
                    <a:pt x="1446483" y="4150744"/>
                  </a:lnTo>
                  <a:lnTo>
                    <a:pt x="1446608" y="4150744"/>
                  </a:lnTo>
                  <a:lnTo>
                    <a:pt x="1446733" y="4150744"/>
                  </a:lnTo>
                  <a:lnTo>
                    <a:pt x="1446858" y="4150744"/>
                  </a:lnTo>
                  <a:lnTo>
                    <a:pt x="1446983" y="4150744"/>
                  </a:lnTo>
                  <a:lnTo>
                    <a:pt x="1447108" y="4150744"/>
                  </a:lnTo>
                  <a:lnTo>
                    <a:pt x="1447108" y="4140790"/>
                  </a:lnTo>
                  <a:lnTo>
                    <a:pt x="1447233" y="4140790"/>
                  </a:lnTo>
                  <a:lnTo>
                    <a:pt x="1447358" y="4140790"/>
                  </a:lnTo>
                  <a:lnTo>
                    <a:pt x="1447483" y="4140790"/>
                  </a:lnTo>
                  <a:lnTo>
                    <a:pt x="1447608" y="4140790"/>
                  </a:lnTo>
                  <a:lnTo>
                    <a:pt x="1447608" y="4130836"/>
                  </a:lnTo>
                  <a:lnTo>
                    <a:pt x="1447733" y="4130836"/>
                  </a:lnTo>
                  <a:lnTo>
                    <a:pt x="1447859" y="4130836"/>
                  </a:lnTo>
                  <a:lnTo>
                    <a:pt x="1447984" y="4130836"/>
                  </a:lnTo>
                  <a:lnTo>
                    <a:pt x="1448109" y="4130836"/>
                  </a:lnTo>
                  <a:lnTo>
                    <a:pt x="1448234" y="4130836"/>
                  </a:lnTo>
                  <a:lnTo>
                    <a:pt x="1448359" y="4130836"/>
                  </a:lnTo>
                  <a:lnTo>
                    <a:pt x="1448484" y="4130836"/>
                  </a:lnTo>
                  <a:lnTo>
                    <a:pt x="1448609" y="4130836"/>
                  </a:lnTo>
                  <a:lnTo>
                    <a:pt x="1448734" y="4130836"/>
                  </a:lnTo>
                  <a:lnTo>
                    <a:pt x="1448859" y="4130836"/>
                  </a:lnTo>
                  <a:lnTo>
                    <a:pt x="1448984" y="4130836"/>
                  </a:lnTo>
                  <a:lnTo>
                    <a:pt x="1449109" y="4130836"/>
                  </a:lnTo>
                  <a:lnTo>
                    <a:pt x="1449234" y="4130836"/>
                  </a:lnTo>
                  <a:lnTo>
                    <a:pt x="1449359" y="4130836"/>
                  </a:lnTo>
                  <a:lnTo>
                    <a:pt x="1449484" y="4130836"/>
                  </a:lnTo>
                  <a:lnTo>
                    <a:pt x="1449609" y="4130836"/>
                  </a:lnTo>
                  <a:lnTo>
                    <a:pt x="1449734" y="4130836"/>
                  </a:lnTo>
                  <a:lnTo>
                    <a:pt x="1449859" y="4130836"/>
                  </a:lnTo>
                  <a:lnTo>
                    <a:pt x="1449984" y="4130836"/>
                  </a:lnTo>
                  <a:lnTo>
                    <a:pt x="1450109" y="4130836"/>
                  </a:lnTo>
                  <a:lnTo>
                    <a:pt x="1450234" y="4130836"/>
                  </a:lnTo>
                  <a:lnTo>
                    <a:pt x="1450359" y="4130836"/>
                  </a:lnTo>
                  <a:lnTo>
                    <a:pt x="1450484" y="4130836"/>
                  </a:lnTo>
                  <a:lnTo>
                    <a:pt x="1450609" y="4130836"/>
                  </a:lnTo>
                  <a:lnTo>
                    <a:pt x="1450734" y="4130836"/>
                  </a:lnTo>
                  <a:lnTo>
                    <a:pt x="1450860" y="4130836"/>
                  </a:lnTo>
                  <a:lnTo>
                    <a:pt x="1450985" y="4130836"/>
                  </a:lnTo>
                  <a:lnTo>
                    <a:pt x="1451110" y="4130836"/>
                  </a:lnTo>
                  <a:lnTo>
                    <a:pt x="1451235" y="4130836"/>
                  </a:lnTo>
                  <a:lnTo>
                    <a:pt x="1451360" y="4130836"/>
                  </a:lnTo>
                  <a:lnTo>
                    <a:pt x="1451485" y="4130836"/>
                  </a:lnTo>
                  <a:lnTo>
                    <a:pt x="1451610" y="4130836"/>
                  </a:lnTo>
                  <a:lnTo>
                    <a:pt x="1451735" y="4130836"/>
                  </a:lnTo>
                  <a:lnTo>
                    <a:pt x="1451860" y="4130836"/>
                  </a:lnTo>
                  <a:lnTo>
                    <a:pt x="1451985" y="4130836"/>
                  </a:lnTo>
                  <a:lnTo>
                    <a:pt x="1452110" y="4130836"/>
                  </a:lnTo>
                  <a:lnTo>
                    <a:pt x="1452235" y="4130836"/>
                  </a:lnTo>
                  <a:lnTo>
                    <a:pt x="1452360" y="4130836"/>
                  </a:lnTo>
                  <a:lnTo>
                    <a:pt x="1452485" y="4130836"/>
                  </a:lnTo>
                  <a:lnTo>
                    <a:pt x="1452610" y="4130836"/>
                  </a:lnTo>
                  <a:lnTo>
                    <a:pt x="1452735" y="4130836"/>
                  </a:lnTo>
                  <a:lnTo>
                    <a:pt x="1452860" y="4130836"/>
                  </a:lnTo>
                  <a:lnTo>
                    <a:pt x="1452985" y="4130836"/>
                  </a:lnTo>
                  <a:lnTo>
                    <a:pt x="1453110" y="4130836"/>
                  </a:lnTo>
                  <a:lnTo>
                    <a:pt x="1453235" y="4130836"/>
                  </a:lnTo>
                  <a:lnTo>
                    <a:pt x="1453360" y="4130836"/>
                  </a:lnTo>
                  <a:lnTo>
                    <a:pt x="1453485" y="4130836"/>
                  </a:lnTo>
                  <a:lnTo>
                    <a:pt x="1453610" y="4130836"/>
                  </a:lnTo>
                  <a:lnTo>
                    <a:pt x="1453735" y="4130836"/>
                  </a:lnTo>
                  <a:lnTo>
                    <a:pt x="1453861" y="4130836"/>
                  </a:lnTo>
                  <a:lnTo>
                    <a:pt x="1453986" y="4130836"/>
                  </a:lnTo>
                  <a:lnTo>
                    <a:pt x="1454111" y="4130836"/>
                  </a:lnTo>
                  <a:lnTo>
                    <a:pt x="1454236" y="4130836"/>
                  </a:lnTo>
                  <a:lnTo>
                    <a:pt x="1454361" y="4130836"/>
                  </a:lnTo>
                  <a:lnTo>
                    <a:pt x="1454486" y="4130836"/>
                  </a:lnTo>
                  <a:lnTo>
                    <a:pt x="1454611" y="4130836"/>
                  </a:lnTo>
                  <a:lnTo>
                    <a:pt x="1454736" y="4130836"/>
                  </a:lnTo>
                  <a:lnTo>
                    <a:pt x="1454861" y="4130836"/>
                  </a:lnTo>
                  <a:lnTo>
                    <a:pt x="1454986" y="4130836"/>
                  </a:lnTo>
                  <a:lnTo>
                    <a:pt x="1455111" y="4130836"/>
                  </a:lnTo>
                  <a:lnTo>
                    <a:pt x="1455111" y="4120882"/>
                  </a:lnTo>
                  <a:lnTo>
                    <a:pt x="1455236" y="4120882"/>
                  </a:lnTo>
                  <a:lnTo>
                    <a:pt x="1455361" y="4120882"/>
                  </a:lnTo>
                  <a:lnTo>
                    <a:pt x="1455486" y="4120882"/>
                  </a:lnTo>
                  <a:lnTo>
                    <a:pt x="1455611" y="4120882"/>
                  </a:lnTo>
                  <a:lnTo>
                    <a:pt x="1455736" y="4120882"/>
                  </a:lnTo>
                  <a:lnTo>
                    <a:pt x="1455861" y="4120882"/>
                  </a:lnTo>
                  <a:lnTo>
                    <a:pt x="1455986" y="4120882"/>
                  </a:lnTo>
                  <a:lnTo>
                    <a:pt x="1456111" y="4120882"/>
                  </a:lnTo>
                  <a:lnTo>
                    <a:pt x="1456236" y="4120882"/>
                  </a:lnTo>
                  <a:lnTo>
                    <a:pt x="1456361" y="4120882"/>
                  </a:lnTo>
                  <a:lnTo>
                    <a:pt x="1456486" y="4120882"/>
                  </a:lnTo>
                  <a:lnTo>
                    <a:pt x="1456611" y="4120882"/>
                  </a:lnTo>
                  <a:lnTo>
                    <a:pt x="1456736" y="4120882"/>
                  </a:lnTo>
                  <a:lnTo>
                    <a:pt x="1456862" y="4120882"/>
                  </a:lnTo>
                  <a:lnTo>
                    <a:pt x="1456987" y="4120882"/>
                  </a:lnTo>
                  <a:lnTo>
                    <a:pt x="1457112" y="4120882"/>
                  </a:lnTo>
                  <a:lnTo>
                    <a:pt x="1457237" y="4120882"/>
                  </a:lnTo>
                  <a:lnTo>
                    <a:pt x="1457362" y="4120882"/>
                  </a:lnTo>
                  <a:lnTo>
                    <a:pt x="1457487" y="4120882"/>
                  </a:lnTo>
                  <a:lnTo>
                    <a:pt x="1457612" y="4120882"/>
                  </a:lnTo>
                  <a:lnTo>
                    <a:pt x="1457737" y="4120882"/>
                  </a:lnTo>
                  <a:lnTo>
                    <a:pt x="1457862" y="4120882"/>
                  </a:lnTo>
                  <a:lnTo>
                    <a:pt x="1457987" y="4120882"/>
                  </a:lnTo>
                  <a:lnTo>
                    <a:pt x="1458112" y="4120882"/>
                  </a:lnTo>
                  <a:lnTo>
                    <a:pt x="1458237" y="4120882"/>
                  </a:lnTo>
                  <a:lnTo>
                    <a:pt x="1458362" y="4120882"/>
                  </a:lnTo>
                  <a:lnTo>
                    <a:pt x="1458487" y="4120882"/>
                  </a:lnTo>
                  <a:lnTo>
                    <a:pt x="1458612" y="4120882"/>
                  </a:lnTo>
                  <a:lnTo>
                    <a:pt x="1458737" y="4120882"/>
                  </a:lnTo>
                  <a:lnTo>
                    <a:pt x="1458862" y="4120882"/>
                  </a:lnTo>
                  <a:lnTo>
                    <a:pt x="1458987" y="4120882"/>
                  </a:lnTo>
                  <a:lnTo>
                    <a:pt x="1459112" y="4120882"/>
                  </a:lnTo>
                  <a:lnTo>
                    <a:pt x="1459237" y="4120882"/>
                  </a:lnTo>
                  <a:lnTo>
                    <a:pt x="1459362" y="4120882"/>
                  </a:lnTo>
                  <a:lnTo>
                    <a:pt x="1459487" y="4120882"/>
                  </a:lnTo>
                  <a:lnTo>
                    <a:pt x="1459612" y="4120882"/>
                  </a:lnTo>
                  <a:lnTo>
                    <a:pt x="1459737" y="4120882"/>
                  </a:lnTo>
                  <a:lnTo>
                    <a:pt x="1459863" y="4120882"/>
                  </a:lnTo>
                  <a:lnTo>
                    <a:pt x="1459988" y="4120882"/>
                  </a:lnTo>
                  <a:lnTo>
                    <a:pt x="1460113" y="4120882"/>
                  </a:lnTo>
                  <a:lnTo>
                    <a:pt x="1460238" y="4120882"/>
                  </a:lnTo>
                  <a:lnTo>
                    <a:pt x="1460363" y="4120882"/>
                  </a:lnTo>
                  <a:lnTo>
                    <a:pt x="1460488" y="4120882"/>
                  </a:lnTo>
                  <a:lnTo>
                    <a:pt x="1460613" y="4120882"/>
                  </a:lnTo>
                  <a:lnTo>
                    <a:pt x="1460738" y="4120882"/>
                  </a:lnTo>
                  <a:lnTo>
                    <a:pt x="1460863" y="4120882"/>
                  </a:lnTo>
                  <a:lnTo>
                    <a:pt x="1460988" y="4120882"/>
                  </a:lnTo>
                  <a:lnTo>
                    <a:pt x="1461113" y="4120882"/>
                  </a:lnTo>
                  <a:lnTo>
                    <a:pt x="1461238" y="4120882"/>
                  </a:lnTo>
                  <a:lnTo>
                    <a:pt x="1461363" y="4120882"/>
                  </a:lnTo>
                  <a:lnTo>
                    <a:pt x="1461488" y="4120882"/>
                  </a:lnTo>
                  <a:lnTo>
                    <a:pt x="1461613" y="4120882"/>
                  </a:lnTo>
                  <a:lnTo>
                    <a:pt x="1461738" y="4120882"/>
                  </a:lnTo>
                  <a:lnTo>
                    <a:pt x="1461863" y="4120882"/>
                  </a:lnTo>
                  <a:lnTo>
                    <a:pt x="1461988" y="4120882"/>
                  </a:lnTo>
                  <a:lnTo>
                    <a:pt x="1462113" y="4120882"/>
                  </a:lnTo>
                  <a:lnTo>
                    <a:pt x="1462238" y="4120882"/>
                  </a:lnTo>
                  <a:lnTo>
                    <a:pt x="1462363" y="4120882"/>
                  </a:lnTo>
                  <a:lnTo>
                    <a:pt x="1462488" y="4120882"/>
                  </a:lnTo>
                  <a:lnTo>
                    <a:pt x="1462613" y="4120882"/>
                  </a:lnTo>
                  <a:lnTo>
                    <a:pt x="1462738" y="4120882"/>
                  </a:lnTo>
                  <a:lnTo>
                    <a:pt x="1462864" y="4120882"/>
                  </a:lnTo>
                  <a:lnTo>
                    <a:pt x="1462989" y="4120882"/>
                  </a:lnTo>
                  <a:lnTo>
                    <a:pt x="1463114" y="4120882"/>
                  </a:lnTo>
                  <a:lnTo>
                    <a:pt x="1463239" y="4120882"/>
                  </a:lnTo>
                  <a:lnTo>
                    <a:pt x="1463364" y="4120882"/>
                  </a:lnTo>
                  <a:lnTo>
                    <a:pt x="1463489" y="4120882"/>
                  </a:lnTo>
                  <a:lnTo>
                    <a:pt x="1463614" y="4120882"/>
                  </a:lnTo>
                  <a:lnTo>
                    <a:pt x="1463739" y="4120882"/>
                  </a:lnTo>
                  <a:lnTo>
                    <a:pt x="1463864" y="4120882"/>
                  </a:lnTo>
                  <a:lnTo>
                    <a:pt x="1463989" y="4120882"/>
                  </a:lnTo>
                  <a:lnTo>
                    <a:pt x="1464114" y="4120882"/>
                  </a:lnTo>
                  <a:lnTo>
                    <a:pt x="1464239" y="4120882"/>
                  </a:lnTo>
                  <a:lnTo>
                    <a:pt x="1464364" y="4120882"/>
                  </a:lnTo>
                  <a:lnTo>
                    <a:pt x="1464489" y="4120882"/>
                  </a:lnTo>
                  <a:lnTo>
                    <a:pt x="1464614" y="4120882"/>
                  </a:lnTo>
                  <a:lnTo>
                    <a:pt x="1464739" y="4120882"/>
                  </a:lnTo>
                  <a:lnTo>
                    <a:pt x="1464864" y="4120882"/>
                  </a:lnTo>
                  <a:lnTo>
                    <a:pt x="1464989" y="4120882"/>
                  </a:lnTo>
                  <a:lnTo>
                    <a:pt x="1465114" y="4120882"/>
                  </a:lnTo>
                  <a:lnTo>
                    <a:pt x="1465239" y="4120882"/>
                  </a:lnTo>
                  <a:lnTo>
                    <a:pt x="1465364" y="4120882"/>
                  </a:lnTo>
                  <a:lnTo>
                    <a:pt x="1465489" y="4120882"/>
                  </a:lnTo>
                  <a:lnTo>
                    <a:pt x="1465614" y="4120882"/>
                  </a:lnTo>
                  <a:lnTo>
                    <a:pt x="1465739" y="4120882"/>
                  </a:lnTo>
                  <a:lnTo>
                    <a:pt x="1465865" y="4120882"/>
                  </a:lnTo>
                  <a:lnTo>
                    <a:pt x="1465990" y="4120882"/>
                  </a:lnTo>
                  <a:lnTo>
                    <a:pt x="1466115" y="4120882"/>
                  </a:lnTo>
                  <a:lnTo>
                    <a:pt x="1466240" y="4120882"/>
                  </a:lnTo>
                  <a:lnTo>
                    <a:pt x="1466365" y="4120882"/>
                  </a:lnTo>
                  <a:lnTo>
                    <a:pt x="1466490" y="4120882"/>
                  </a:lnTo>
                  <a:lnTo>
                    <a:pt x="1466615" y="4120882"/>
                  </a:lnTo>
                  <a:lnTo>
                    <a:pt x="1466740" y="4120882"/>
                  </a:lnTo>
                  <a:lnTo>
                    <a:pt x="1466865" y="4120882"/>
                  </a:lnTo>
                  <a:lnTo>
                    <a:pt x="1466990" y="4120882"/>
                  </a:lnTo>
                  <a:lnTo>
                    <a:pt x="1467115" y="4120882"/>
                  </a:lnTo>
                  <a:lnTo>
                    <a:pt x="1467240" y="4120882"/>
                  </a:lnTo>
                  <a:lnTo>
                    <a:pt x="1467365" y="4120882"/>
                  </a:lnTo>
                  <a:lnTo>
                    <a:pt x="1467490" y="4120882"/>
                  </a:lnTo>
                  <a:lnTo>
                    <a:pt x="1467615" y="4120882"/>
                  </a:lnTo>
                  <a:lnTo>
                    <a:pt x="1467740" y="4120882"/>
                  </a:lnTo>
                  <a:lnTo>
                    <a:pt x="1467865" y="4120882"/>
                  </a:lnTo>
                  <a:lnTo>
                    <a:pt x="1467990" y="4120882"/>
                  </a:lnTo>
                  <a:lnTo>
                    <a:pt x="1468115" y="4120882"/>
                  </a:lnTo>
                  <a:lnTo>
                    <a:pt x="1468240" y="4120882"/>
                  </a:lnTo>
                  <a:lnTo>
                    <a:pt x="1468365" y="4120882"/>
                  </a:lnTo>
                  <a:lnTo>
                    <a:pt x="1468490" y="4120882"/>
                  </a:lnTo>
                  <a:lnTo>
                    <a:pt x="1468615" y="4120882"/>
                  </a:lnTo>
                  <a:lnTo>
                    <a:pt x="1468740" y="4120882"/>
                  </a:lnTo>
                  <a:lnTo>
                    <a:pt x="1468866" y="4120882"/>
                  </a:lnTo>
                  <a:lnTo>
                    <a:pt x="1468991" y="4120882"/>
                  </a:lnTo>
                  <a:lnTo>
                    <a:pt x="1468991" y="4110928"/>
                  </a:lnTo>
                  <a:lnTo>
                    <a:pt x="1469116" y="4110928"/>
                  </a:lnTo>
                  <a:lnTo>
                    <a:pt x="1469241" y="4110928"/>
                  </a:lnTo>
                  <a:lnTo>
                    <a:pt x="1469366" y="4110928"/>
                  </a:lnTo>
                  <a:lnTo>
                    <a:pt x="1469491" y="4110928"/>
                  </a:lnTo>
                  <a:lnTo>
                    <a:pt x="1469616" y="4110928"/>
                  </a:lnTo>
                  <a:lnTo>
                    <a:pt x="1469741" y="4110928"/>
                  </a:lnTo>
                  <a:lnTo>
                    <a:pt x="1469866" y="4110928"/>
                  </a:lnTo>
                  <a:lnTo>
                    <a:pt x="1469991" y="4110928"/>
                  </a:lnTo>
                  <a:lnTo>
                    <a:pt x="1470116" y="4110928"/>
                  </a:lnTo>
                  <a:lnTo>
                    <a:pt x="1470241" y="4110928"/>
                  </a:lnTo>
                  <a:lnTo>
                    <a:pt x="1470366" y="4110928"/>
                  </a:lnTo>
                  <a:lnTo>
                    <a:pt x="1470491" y="4110928"/>
                  </a:lnTo>
                  <a:lnTo>
                    <a:pt x="1470616" y="4110928"/>
                  </a:lnTo>
                  <a:lnTo>
                    <a:pt x="1470741" y="4110928"/>
                  </a:lnTo>
                  <a:lnTo>
                    <a:pt x="1470866" y="4110928"/>
                  </a:lnTo>
                  <a:lnTo>
                    <a:pt x="1470991" y="4110928"/>
                  </a:lnTo>
                  <a:lnTo>
                    <a:pt x="1471116" y="4110928"/>
                  </a:lnTo>
                  <a:lnTo>
                    <a:pt x="1471241" y="4110928"/>
                  </a:lnTo>
                  <a:lnTo>
                    <a:pt x="1471366" y="4110928"/>
                  </a:lnTo>
                  <a:lnTo>
                    <a:pt x="1471491" y="4110928"/>
                  </a:lnTo>
                  <a:lnTo>
                    <a:pt x="1471616" y="4110928"/>
                  </a:lnTo>
                  <a:lnTo>
                    <a:pt x="1471741" y="4110928"/>
                  </a:lnTo>
                  <a:lnTo>
                    <a:pt x="1471867" y="4110928"/>
                  </a:lnTo>
                  <a:lnTo>
                    <a:pt x="1471992" y="4110928"/>
                  </a:lnTo>
                  <a:lnTo>
                    <a:pt x="1472117" y="4110928"/>
                  </a:lnTo>
                  <a:lnTo>
                    <a:pt x="1472242" y="4110928"/>
                  </a:lnTo>
                  <a:lnTo>
                    <a:pt x="1472367" y="4110928"/>
                  </a:lnTo>
                  <a:lnTo>
                    <a:pt x="1472492" y="4110928"/>
                  </a:lnTo>
                  <a:lnTo>
                    <a:pt x="1472617" y="4110928"/>
                  </a:lnTo>
                  <a:lnTo>
                    <a:pt x="1472742" y="4110928"/>
                  </a:lnTo>
                  <a:lnTo>
                    <a:pt x="1472867" y="4110928"/>
                  </a:lnTo>
                  <a:lnTo>
                    <a:pt x="1472992" y="4110928"/>
                  </a:lnTo>
                  <a:lnTo>
                    <a:pt x="1473117" y="4110928"/>
                  </a:lnTo>
                  <a:lnTo>
                    <a:pt x="1473242" y="4110928"/>
                  </a:lnTo>
                  <a:lnTo>
                    <a:pt x="1473367" y="4110928"/>
                  </a:lnTo>
                  <a:lnTo>
                    <a:pt x="1473492" y="4110928"/>
                  </a:lnTo>
                  <a:lnTo>
                    <a:pt x="1473617" y="4110928"/>
                  </a:lnTo>
                  <a:lnTo>
                    <a:pt x="1473742" y="4110928"/>
                  </a:lnTo>
                  <a:lnTo>
                    <a:pt x="1473867" y="4110928"/>
                  </a:lnTo>
                  <a:lnTo>
                    <a:pt x="1473992" y="4110928"/>
                  </a:lnTo>
                  <a:lnTo>
                    <a:pt x="1474117" y="4110928"/>
                  </a:lnTo>
                  <a:lnTo>
                    <a:pt x="1474242" y="4110928"/>
                  </a:lnTo>
                  <a:lnTo>
                    <a:pt x="1474367" y="4110928"/>
                  </a:lnTo>
                  <a:lnTo>
                    <a:pt x="1474492" y="4110928"/>
                  </a:lnTo>
                  <a:lnTo>
                    <a:pt x="1474617" y="4110928"/>
                  </a:lnTo>
                  <a:lnTo>
                    <a:pt x="1474743" y="4110928"/>
                  </a:lnTo>
                  <a:lnTo>
                    <a:pt x="1474868" y="4110928"/>
                  </a:lnTo>
                  <a:lnTo>
                    <a:pt x="1474993" y="4110928"/>
                  </a:lnTo>
                  <a:lnTo>
                    <a:pt x="1475118" y="4110928"/>
                  </a:lnTo>
                  <a:lnTo>
                    <a:pt x="1475243" y="4110928"/>
                  </a:lnTo>
                  <a:lnTo>
                    <a:pt x="1475368" y="4110928"/>
                  </a:lnTo>
                  <a:lnTo>
                    <a:pt x="1475493" y="4110928"/>
                  </a:lnTo>
                  <a:lnTo>
                    <a:pt x="1475618" y="4110928"/>
                  </a:lnTo>
                  <a:lnTo>
                    <a:pt x="1475743" y="4110928"/>
                  </a:lnTo>
                  <a:lnTo>
                    <a:pt x="1475868" y="4110928"/>
                  </a:lnTo>
                  <a:lnTo>
                    <a:pt x="1475993" y="4110928"/>
                  </a:lnTo>
                  <a:lnTo>
                    <a:pt x="1476118" y="4110928"/>
                  </a:lnTo>
                  <a:lnTo>
                    <a:pt x="1476243" y="4110928"/>
                  </a:lnTo>
                  <a:lnTo>
                    <a:pt x="1476368" y="4110928"/>
                  </a:lnTo>
                  <a:lnTo>
                    <a:pt x="1476368" y="4100974"/>
                  </a:lnTo>
                  <a:lnTo>
                    <a:pt x="1476493" y="4100974"/>
                  </a:lnTo>
                  <a:lnTo>
                    <a:pt x="1476618" y="4100974"/>
                  </a:lnTo>
                  <a:lnTo>
                    <a:pt x="1476743" y="4100974"/>
                  </a:lnTo>
                  <a:lnTo>
                    <a:pt x="1476868" y="4100974"/>
                  </a:lnTo>
                  <a:lnTo>
                    <a:pt x="1476993" y="4100974"/>
                  </a:lnTo>
                  <a:lnTo>
                    <a:pt x="1476993" y="4091021"/>
                  </a:lnTo>
                  <a:lnTo>
                    <a:pt x="1477118" y="4091021"/>
                  </a:lnTo>
                  <a:lnTo>
                    <a:pt x="1477243" y="4091021"/>
                  </a:lnTo>
                  <a:lnTo>
                    <a:pt x="1477368" y="4091021"/>
                  </a:lnTo>
                  <a:lnTo>
                    <a:pt x="1477493" y="4091021"/>
                  </a:lnTo>
                  <a:lnTo>
                    <a:pt x="1477618" y="4091021"/>
                  </a:lnTo>
                  <a:lnTo>
                    <a:pt x="1477744" y="4091021"/>
                  </a:lnTo>
                  <a:lnTo>
                    <a:pt x="1477869" y="4091021"/>
                  </a:lnTo>
                  <a:lnTo>
                    <a:pt x="1477994" y="4091021"/>
                  </a:lnTo>
                  <a:lnTo>
                    <a:pt x="1478119" y="4091021"/>
                  </a:lnTo>
                  <a:lnTo>
                    <a:pt x="1478244" y="4091021"/>
                  </a:lnTo>
                  <a:lnTo>
                    <a:pt x="1478369" y="4091021"/>
                  </a:lnTo>
                  <a:lnTo>
                    <a:pt x="1478494" y="4091021"/>
                  </a:lnTo>
                  <a:lnTo>
                    <a:pt x="1478619" y="4091021"/>
                  </a:lnTo>
                  <a:lnTo>
                    <a:pt x="1478744" y="4091021"/>
                  </a:lnTo>
                  <a:lnTo>
                    <a:pt x="1478869" y="4091021"/>
                  </a:lnTo>
                  <a:lnTo>
                    <a:pt x="1478994" y="4091021"/>
                  </a:lnTo>
                  <a:lnTo>
                    <a:pt x="1479119" y="4091021"/>
                  </a:lnTo>
                  <a:lnTo>
                    <a:pt x="1479244" y="4091021"/>
                  </a:lnTo>
                  <a:lnTo>
                    <a:pt x="1479369" y="4091021"/>
                  </a:lnTo>
                  <a:lnTo>
                    <a:pt x="1479494" y="4091021"/>
                  </a:lnTo>
                  <a:lnTo>
                    <a:pt x="1479619" y="4091021"/>
                  </a:lnTo>
                  <a:lnTo>
                    <a:pt x="1479744" y="4091021"/>
                  </a:lnTo>
                  <a:lnTo>
                    <a:pt x="1479869" y="4091021"/>
                  </a:lnTo>
                  <a:lnTo>
                    <a:pt x="1479994" y="4091021"/>
                  </a:lnTo>
                  <a:lnTo>
                    <a:pt x="1480119" y="4091021"/>
                  </a:lnTo>
                  <a:lnTo>
                    <a:pt x="1480244" y="4091021"/>
                  </a:lnTo>
                  <a:lnTo>
                    <a:pt x="1480369" y="4091021"/>
                  </a:lnTo>
                  <a:lnTo>
                    <a:pt x="1480494" y="4091021"/>
                  </a:lnTo>
                  <a:lnTo>
                    <a:pt x="1480619" y="4091021"/>
                  </a:lnTo>
                  <a:lnTo>
                    <a:pt x="1480745" y="4091021"/>
                  </a:lnTo>
                  <a:lnTo>
                    <a:pt x="1480870" y="4091021"/>
                  </a:lnTo>
                  <a:lnTo>
                    <a:pt x="1480995" y="4091021"/>
                  </a:lnTo>
                  <a:lnTo>
                    <a:pt x="1481120" y="4091021"/>
                  </a:lnTo>
                  <a:lnTo>
                    <a:pt x="1481245" y="4091021"/>
                  </a:lnTo>
                  <a:lnTo>
                    <a:pt x="1481370" y="4091021"/>
                  </a:lnTo>
                  <a:lnTo>
                    <a:pt x="1481495" y="4091021"/>
                  </a:lnTo>
                  <a:lnTo>
                    <a:pt x="1481620" y="4091021"/>
                  </a:lnTo>
                  <a:lnTo>
                    <a:pt x="1481745" y="4091021"/>
                  </a:lnTo>
                  <a:lnTo>
                    <a:pt x="1481870" y="4091021"/>
                  </a:lnTo>
                  <a:lnTo>
                    <a:pt x="1481995" y="4091021"/>
                  </a:lnTo>
                  <a:lnTo>
                    <a:pt x="1482120" y="4091021"/>
                  </a:lnTo>
                  <a:lnTo>
                    <a:pt x="1482245" y="4091021"/>
                  </a:lnTo>
                  <a:lnTo>
                    <a:pt x="1482370" y="4091021"/>
                  </a:lnTo>
                  <a:lnTo>
                    <a:pt x="1482495" y="4091021"/>
                  </a:lnTo>
                  <a:lnTo>
                    <a:pt x="1482620" y="4091021"/>
                  </a:lnTo>
                  <a:lnTo>
                    <a:pt x="1482745" y="4091021"/>
                  </a:lnTo>
                  <a:lnTo>
                    <a:pt x="1482870" y="4091021"/>
                  </a:lnTo>
                  <a:lnTo>
                    <a:pt x="1482995" y="4091021"/>
                  </a:lnTo>
                  <a:lnTo>
                    <a:pt x="1483120" y="4091021"/>
                  </a:lnTo>
                  <a:lnTo>
                    <a:pt x="1483245" y="4091021"/>
                  </a:lnTo>
                  <a:lnTo>
                    <a:pt x="1483370" y="4091021"/>
                  </a:lnTo>
                  <a:lnTo>
                    <a:pt x="1483495" y="4091021"/>
                  </a:lnTo>
                  <a:lnTo>
                    <a:pt x="1483620" y="4091021"/>
                  </a:lnTo>
                  <a:lnTo>
                    <a:pt x="1483746" y="4091021"/>
                  </a:lnTo>
                  <a:lnTo>
                    <a:pt x="1483871" y="4091021"/>
                  </a:lnTo>
                  <a:lnTo>
                    <a:pt x="1483996" y="4091021"/>
                  </a:lnTo>
                  <a:lnTo>
                    <a:pt x="1484121" y="4091021"/>
                  </a:lnTo>
                  <a:lnTo>
                    <a:pt x="1484246" y="4091021"/>
                  </a:lnTo>
                  <a:lnTo>
                    <a:pt x="1484371" y="4091021"/>
                  </a:lnTo>
                  <a:lnTo>
                    <a:pt x="1484496" y="4091021"/>
                  </a:lnTo>
                  <a:lnTo>
                    <a:pt x="1484621" y="4091021"/>
                  </a:lnTo>
                  <a:lnTo>
                    <a:pt x="1484746" y="4091021"/>
                  </a:lnTo>
                  <a:lnTo>
                    <a:pt x="1484871" y="4091021"/>
                  </a:lnTo>
                  <a:lnTo>
                    <a:pt x="1484996" y="4091021"/>
                  </a:lnTo>
                  <a:lnTo>
                    <a:pt x="1485121" y="4091021"/>
                  </a:lnTo>
                  <a:lnTo>
                    <a:pt x="1485246" y="4091021"/>
                  </a:lnTo>
                  <a:lnTo>
                    <a:pt x="1485371" y="4091021"/>
                  </a:lnTo>
                  <a:lnTo>
                    <a:pt x="1485496" y="4091021"/>
                  </a:lnTo>
                  <a:lnTo>
                    <a:pt x="1485621" y="4091021"/>
                  </a:lnTo>
                  <a:lnTo>
                    <a:pt x="1485746" y="4091021"/>
                  </a:lnTo>
                  <a:lnTo>
                    <a:pt x="1485871" y="4091021"/>
                  </a:lnTo>
                  <a:lnTo>
                    <a:pt x="1485996" y="4091021"/>
                  </a:lnTo>
                  <a:lnTo>
                    <a:pt x="1486121" y="4091021"/>
                  </a:lnTo>
                  <a:lnTo>
                    <a:pt x="1486246" y="4091021"/>
                  </a:lnTo>
                  <a:lnTo>
                    <a:pt x="1486371" y="4091021"/>
                  </a:lnTo>
                  <a:lnTo>
                    <a:pt x="1486496" y="4091021"/>
                  </a:lnTo>
                  <a:lnTo>
                    <a:pt x="1486621" y="4091021"/>
                  </a:lnTo>
                  <a:lnTo>
                    <a:pt x="1486747" y="4091021"/>
                  </a:lnTo>
                  <a:lnTo>
                    <a:pt x="1486872" y="4091021"/>
                  </a:lnTo>
                  <a:lnTo>
                    <a:pt x="1486997" y="4091021"/>
                  </a:lnTo>
                  <a:lnTo>
                    <a:pt x="1487122" y="4091021"/>
                  </a:lnTo>
                  <a:lnTo>
                    <a:pt x="1487247" y="4091021"/>
                  </a:lnTo>
                  <a:lnTo>
                    <a:pt x="1487372" y="4091021"/>
                  </a:lnTo>
                  <a:lnTo>
                    <a:pt x="1487497" y="4091021"/>
                  </a:lnTo>
                  <a:lnTo>
                    <a:pt x="1487622" y="4091021"/>
                  </a:lnTo>
                  <a:lnTo>
                    <a:pt x="1487747" y="4091021"/>
                  </a:lnTo>
                  <a:lnTo>
                    <a:pt x="1487872" y="4091021"/>
                  </a:lnTo>
                  <a:lnTo>
                    <a:pt x="1487997" y="4091021"/>
                  </a:lnTo>
                  <a:lnTo>
                    <a:pt x="1488122" y="4091021"/>
                  </a:lnTo>
                  <a:lnTo>
                    <a:pt x="1488247" y="4091021"/>
                  </a:lnTo>
                  <a:lnTo>
                    <a:pt x="1488372" y="4091021"/>
                  </a:lnTo>
                  <a:lnTo>
                    <a:pt x="1488497" y="4091021"/>
                  </a:lnTo>
                  <a:lnTo>
                    <a:pt x="1488622" y="4091021"/>
                  </a:lnTo>
                  <a:lnTo>
                    <a:pt x="1488747" y="4091021"/>
                  </a:lnTo>
                  <a:lnTo>
                    <a:pt x="1488872" y="4091021"/>
                  </a:lnTo>
                  <a:lnTo>
                    <a:pt x="1488997" y="4091021"/>
                  </a:lnTo>
                  <a:lnTo>
                    <a:pt x="1489122" y="4091021"/>
                  </a:lnTo>
                  <a:lnTo>
                    <a:pt x="1489122" y="4081067"/>
                  </a:lnTo>
                  <a:lnTo>
                    <a:pt x="1489247" y="4081067"/>
                  </a:lnTo>
                  <a:lnTo>
                    <a:pt x="1489372" y="4081067"/>
                  </a:lnTo>
                  <a:lnTo>
                    <a:pt x="1489497" y="4081067"/>
                  </a:lnTo>
                  <a:lnTo>
                    <a:pt x="1489622" y="4081067"/>
                  </a:lnTo>
                  <a:lnTo>
                    <a:pt x="1489748" y="4081067"/>
                  </a:lnTo>
                  <a:lnTo>
                    <a:pt x="1489873" y="4081067"/>
                  </a:lnTo>
                  <a:lnTo>
                    <a:pt x="1489998" y="4081067"/>
                  </a:lnTo>
                  <a:lnTo>
                    <a:pt x="1490123" y="4081067"/>
                  </a:lnTo>
                  <a:lnTo>
                    <a:pt x="1490248" y="4081067"/>
                  </a:lnTo>
                  <a:lnTo>
                    <a:pt x="1490373" y="4081067"/>
                  </a:lnTo>
                  <a:lnTo>
                    <a:pt x="1490498" y="4081067"/>
                  </a:lnTo>
                  <a:lnTo>
                    <a:pt x="1490623" y="4081067"/>
                  </a:lnTo>
                  <a:lnTo>
                    <a:pt x="1490748" y="4081067"/>
                  </a:lnTo>
                  <a:lnTo>
                    <a:pt x="1490873" y="4081067"/>
                  </a:lnTo>
                  <a:lnTo>
                    <a:pt x="1490998" y="4081067"/>
                  </a:lnTo>
                  <a:lnTo>
                    <a:pt x="1491123" y="4081067"/>
                  </a:lnTo>
                  <a:lnTo>
                    <a:pt x="1491248" y="4081067"/>
                  </a:lnTo>
                  <a:lnTo>
                    <a:pt x="1491373" y="4081067"/>
                  </a:lnTo>
                  <a:lnTo>
                    <a:pt x="1491498" y="4081067"/>
                  </a:lnTo>
                  <a:lnTo>
                    <a:pt x="1491623" y="4081067"/>
                  </a:lnTo>
                  <a:lnTo>
                    <a:pt x="1491748" y="4081067"/>
                  </a:lnTo>
                  <a:lnTo>
                    <a:pt x="1491873" y="4081067"/>
                  </a:lnTo>
                  <a:lnTo>
                    <a:pt x="1491998" y="4081067"/>
                  </a:lnTo>
                  <a:lnTo>
                    <a:pt x="1492123" y="4081067"/>
                  </a:lnTo>
                  <a:lnTo>
                    <a:pt x="1492248" y="4081067"/>
                  </a:lnTo>
                  <a:lnTo>
                    <a:pt x="1492373" y="4081067"/>
                  </a:lnTo>
                  <a:lnTo>
                    <a:pt x="1492498" y="4081067"/>
                  </a:lnTo>
                  <a:lnTo>
                    <a:pt x="1492623" y="4081067"/>
                  </a:lnTo>
                  <a:lnTo>
                    <a:pt x="1492749" y="4081067"/>
                  </a:lnTo>
                  <a:lnTo>
                    <a:pt x="1492874" y="4081067"/>
                  </a:lnTo>
                  <a:lnTo>
                    <a:pt x="1492999" y="4081067"/>
                  </a:lnTo>
                  <a:lnTo>
                    <a:pt x="1493124" y="4081067"/>
                  </a:lnTo>
                  <a:lnTo>
                    <a:pt x="1493249" y="4081067"/>
                  </a:lnTo>
                  <a:lnTo>
                    <a:pt x="1493374" y="4081067"/>
                  </a:lnTo>
                  <a:lnTo>
                    <a:pt x="1493499" y="4081067"/>
                  </a:lnTo>
                  <a:lnTo>
                    <a:pt x="1493624" y="4081067"/>
                  </a:lnTo>
                  <a:lnTo>
                    <a:pt x="1493749" y="4081067"/>
                  </a:lnTo>
                  <a:lnTo>
                    <a:pt x="1493874" y="4081067"/>
                  </a:lnTo>
                  <a:lnTo>
                    <a:pt x="1493999" y="4081067"/>
                  </a:lnTo>
                  <a:lnTo>
                    <a:pt x="1494124" y="4081067"/>
                  </a:lnTo>
                  <a:lnTo>
                    <a:pt x="1494249" y="4081067"/>
                  </a:lnTo>
                  <a:lnTo>
                    <a:pt x="1494374" y="4081067"/>
                  </a:lnTo>
                  <a:lnTo>
                    <a:pt x="1494499" y="4081067"/>
                  </a:lnTo>
                  <a:lnTo>
                    <a:pt x="1494624" y="4081067"/>
                  </a:lnTo>
                  <a:lnTo>
                    <a:pt x="1494749" y="4081067"/>
                  </a:lnTo>
                  <a:lnTo>
                    <a:pt x="1494874" y="4081067"/>
                  </a:lnTo>
                  <a:lnTo>
                    <a:pt x="1494999" y="4081067"/>
                  </a:lnTo>
                  <a:lnTo>
                    <a:pt x="1495124" y="4081067"/>
                  </a:lnTo>
                  <a:lnTo>
                    <a:pt x="1495249" y="4081067"/>
                  </a:lnTo>
                  <a:lnTo>
                    <a:pt x="1495374" y="4081067"/>
                  </a:lnTo>
                  <a:lnTo>
                    <a:pt x="1495499" y="4081067"/>
                  </a:lnTo>
                  <a:lnTo>
                    <a:pt x="1495624" y="4081067"/>
                  </a:lnTo>
                  <a:lnTo>
                    <a:pt x="1495750" y="4081067"/>
                  </a:lnTo>
                  <a:lnTo>
                    <a:pt x="1495875" y="4081067"/>
                  </a:lnTo>
                  <a:lnTo>
                    <a:pt x="1496000" y="4081067"/>
                  </a:lnTo>
                  <a:lnTo>
                    <a:pt x="1496125" y="4081067"/>
                  </a:lnTo>
                  <a:lnTo>
                    <a:pt x="1496250" y="4081067"/>
                  </a:lnTo>
                  <a:lnTo>
                    <a:pt x="1496375" y="4081067"/>
                  </a:lnTo>
                  <a:lnTo>
                    <a:pt x="1496500" y="4081067"/>
                  </a:lnTo>
                  <a:lnTo>
                    <a:pt x="1496625" y="4081067"/>
                  </a:lnTo>
                  <a:lnTo>
                    <a:pt x="1496750" y="4081067"/>
                  </a:lnTo>
                  <a:lnTo>
                    <a:pt x="1496875" y="4081067"/>
                  </a:lnTo>
                  <a:lnTo>
                    <a:pt x="1497000" y="4081067"/>
                  </a:lnTo>
                  <a:lnTo>
                    <a:pt x="1497125" y="4081067"/>
                  </a:lnTo>
                  <a:lnTo>
                    <a:pt x="1497250" y="4081067"/>
                  </a:lnTo>
                  <a:lnTo>
                    <a:pt x="1497375" y="4081067"/>
                  </a:lnTo>
                  <a:lnTo>
                    <a:pt x="1497500" y="4081067"/>
                  </a:lnTo>
                  <a:lnTo>
                    <a:pt x="1497625" y="4081067"/>
                  </a:lnTo>
                  <a:lnTo>
                    <a:pt x="1497750" y="4081067"/>
                  </a:lnTo>
                  <a:lnTo>
                    <a:pt x="1497875" y="4081067"/>
                  </a:lnTo>
                  <a:lnTo>
                    <a:pt x="1498000" y="4081067"/>
                  </a:lnTo>
                  <a:lnTo>
                    <a:pt x="1498000" y="4071113"/>
                  </a:lnTo>
                  <a:lnTo>
                    <a:pt x="1498125" y="4071113"/>
                  </a:lnTo>
                  <a:lnTo>
                    <a:pt x="1498250" y="4071113"/>
                  </a:lnTo>
                  <a:lnTo>
                    <a:pt x="1498375" y="4071113"/>
                  </a:lnTo>
                  <a:lnTo>
                    <a:pt x="1498500" y="4071113"/>
                  </a:lnTo>
                  <a:lnTo>
                    <a:pt x="1498625" y="4071113"/>
                  </a:lnTo>
                  <a:lnTo>
                    <a:pt x="1498751" y="4071113"/>
                  </a:lnTo>
                  <a:lnTo>
                    <a:pt x="1498876" y="4071113"/>
                  </a:lnTo>
                  <a:lnTo>
                    <a:pt x="1499001" y="4071113"/>
                  </a:lnTo>
                  <a:lnTo>
                    <a:pt x="1499126" y="4071113"/>
                  </a:lnTo>
                  <a:lnTo>
                    <a:pt x="1499251" y="4071113"/>
                  </a:lnTo>
                  <a:lnTo>
                    <a:pt x="1499376" y="4071113"/>
                  </a:lnTo>
                  <a:lnTo>
                    <a:pt x="1499501" y="4071113"/>
                  </a:lnTo>
                  <a:lnTo>
                    <a:pt x="1499626" y="4071113"/>
                  </a:lnTo>
                  <a:lnTo>
                    <a:pt x="1499751" y="4071113"/>
                  </a:lnTo>
                  <a:lnTo>
                    <a:pt x="1499876" y="4071113"/>
                  </a:lnTo>
                  <a:lnTo>
                    <a:pt x="1500001" y="4071113"/>
                  </a:lnTo>
                  <a:lnTo>
                    <a:pt x="1500126" y="4071113"/>
                  </a:lnTo>
                  <a:lnTo>
                    <a:pt x="1500251" y="4071113"/>
                  </a:lnTo>
                  <a:lnTo>
                    <a:pt x="1500376" y="4071113"/>
                  </a:lnTo>
                  <a:lnTo>
                    <a:pt x="1500501" y="4071113"/>
                  </a:lnTo>
                  <a:lnTo>
                    <a:pt x="1500626" y="4071113"/>
                  </a:lnTo>
                  <a:lnTo>
                    <a:pt x="1500751" y="4071113"/>
                  </a:lnTo>
                  <a:lnTo>
                    <a:pt x="1500876" y="4071113"/>
                  </a:lnTo>
                  <a:lnTo>
                    <a:pt x="1501001" y="4071113"/>
                  </a:lnTo>
                  <a:lnTo>
                    <a:pt x="1501126" y="4071113"/>
                  </a:lnTo>
                  <a:lnTo>
                    <a:pt x="1501251" y="4071113"/>
                  </a:lnTo>
                  <a:lnTo>
                    <a:pt x="1501376" y="4071113"/>
                  </a:lnTo>
                  <a:lnTo>
                    <a:pt x="1501501" y="4071113"/>
                  </a:lnTo>
                  <a:lnTo>
                    <a:pt x="1501626" y="4071113"/>
                  </a:lnTo>
                  <a:lnTo>
                    <a:pt x="1501752" y="4071113"/>
                  </a:lnTo>
                  <a:lnTo>
                    <a:pt x="1501877" y="4071113"/>
                  </a:lnTo>
                  <a:lnTo>
                    <a:pt x="1502002" y="4071113"/>
                  </a:lnTo>
                  <a:lnTo>
                    <a:pt x="1502127" y="4071113"/>
                  </a:lnTo>
                  <a:lnTo>
                    <a:pt x="1502252" y="4071113"/>
                  </a:lnTo>
                  <a:lnTo>
                    <a:pt x="1502377" y="4071113"/>
                  </a:lnTo>
                  <a:lnTo>
                    <a:pt x="1502502" y="4071113"/>
                  </a:lnTo>
                  <a:lnTo>
                    <a:pt x="1502627" y="4071113"/>
                  </a:lnTo>
                  <a:lnTo>
                    <a:pt x="1502752" y="4071113"/>
                  </a:lnTo>
                  <a:lnTo>
                    <a:pt x="1502877" y="4071113"/>
                  </a:lnTo>
                  <a:lnTo>
                    <a:pt x="1503002" y="4071113"/>
                  </a:lnTo>
                  <a:lnTo>
                    <a:pt x="1503127" y="4071113"/>
                  </a:lnTo>
                  <a:lnTo>
                    <a:pt x="1503252" y="4071113"/>
                  </a:lnTo>
                  <a:lnTo>
                    <a:pt x="1503377" y="4071113"/>
                  </a:lnTo>
                  <a:lnTo>
                    <a:pt x="1503502" y="4071113"/>
                  </a:lnTo>
                  <a:lnTo>
                    <a:pt x="1503627" y="4071113"/>
                  </a:lnTo>
                  <a:lnTo>
                    <a:pt x="1503752" y="4071113"/>
                  </a:lnTo>
                  <a:lnTo>
                    <a:pt x="1503877" y="4071113"/>
                  </a:lnTo>
                  <a:lnTo>
                    <a:pt x="1504002" y="4071113"/>
                  </a:lnTo>
                  <a:lnTo>
                    <a:pt x="1504127" y="4071113"/>
                  </a:lnTo>
                  <a:lnTo>
                    <a:pt x="1504252" y="4071113"/>
                  </a:lnTo>
                  <a:lnTo>
                    <a:pt x="1504377" y="4071113"/>
                  </a:lnTo>
                  <a:lnTo>
                    <a:pt x="1504502" y="4071113"/>
                  </a:lnTo>
                  <a:lnTo>
                    <a:pt x="1504627" y="4071113"/>
                  </a:lnTo>
                  <a:lnTo>
                    <a:pt x="1504753" y="4071113"/>
                  </a:lnTo>
                  <a:lnTo>
                    <a:pt x="1504878" y="4071113"/>
                  </a:lnTo>
                  <a:lnTo>
                    <a:pt x="1505003" y="4071113"/>
                  </a:lnTo>
                  <a:lnTo>
                    <a:pt x="1505128" y="4071113"/>
                  </a:lnTo>
                  <a:lnTo>
                    <a:pt x="1505253" y="4071113"/>
                  </a:lnTo>
                  <a:lnTo>
                    <a:pt x="1505378" y="4071113"/>
                  </a:lnTo>
                  <a:lnTo>
                    <a:pt x="1505503" y="4071113"/>
                  </a:lnTo>
                  <a:lnTo>
                    <a:pt x="1505628" y="4071113"/>
                  </a:lnTo>
                  <a:lnTo>
                    <a:pt x="1505753" y="4071113"/>
                  </a:lnTo>
                  <a:lnTo>
                    <a:pt x="1505878" y="4071113"/>
                  </a:lnTo>
                  <a:lnTo>
                    <a:pt x="1506003" y="4071113"/>
                  </a:lnTo>
                  <a:lnTo>
                    <a:pt x="1506128" y="4071113"/>
                  </a:lnTo>
                  <a:lnTo>
                    <a:pt x="1506253" y="4071113"/>
                  </a:lnTo>
                  <a:lnTo>
                    <a:pt x="1506378" y="4071113"/>
                  </a:lnTo>
                  <a:lnTo>
                    <a:pt x="1506503" y="4071113"/>
                  </a:lnTo>
                  <a:lnTo>
                    <a:pt x="1506628" y="4071113"/>
                  </a:lnTo>
                  <a:lnTo>
                    <a:pt x="1506753" y="4071113"/>
                  </a:lnTo>
                  <a:lnTo>
                    <a:pt x="1506878" y="4071113"/>
                  </a:lnTo>
                  <a:lnTo>
                    <a:pt x="1507003" y="4071113"/>
                  </a:lnTo>
                  <a:lnTo>
                    <a:pt x="1507128" y="4071113"/>
                  </a:lnTo>
                  <a:lnTo>
                    <a:pt x="1507253" y="4071113"/>
                  </a:lnTo>
                  <a:lnTo>
                    <a:pt x="1507378" y="4071113"/>
                  </a:lnTo>
                  <a:lnTo>
                    <a:pt x="1507503" y="4071113"/>
                  </a:lnTo>
                  <a:lnTo>
                    <a:pt x="1507503" y="4061159"/>
                  </a:lnTo>
                  <a:lnTo>
                    <a:pt x="1507628" y="4061159"/>
                  </a:lnTo>
                  <a:lnTo>
                    <a:pt x="1507754" y="4061159"/>
                  </a:lnTo>
                  <a:lnTo>
                    <a:pt x="1507879" y="4061159"/>
                  </a:lnTo>
                  <a:lnTo>
                    <a:pt x="1508004" y="4061159"/>
                  </a:lnTo>
                  <a:lnTo>
                    <a:pt x="1508129" y="4061159"/>
                  </a:lnTo>
                  <a:lnTo>
                    <a:pt x="1508254" y="4061159"/>
                  </a:lnTo>
                  <a:lnTo>
                    <a:pt x="1508379" y="4061159"/>
                  </a:lnTo>
                  <a:lnTo>
                    <a:pt x="1508504" y="4061159"/>
                  </a:lnTo>
                  <a:lnTo>
                    <a:pt x="1508629" y="4061159"/>
                  </a:lnTo>
                  <a:lnTo>
                    <a:pt x="1508754" y="4061159"/>
                  </a:lnTo>
                  <a:lnTo>
                    <a:pt x="1508879" y="4061159"/>
                  </a:lnTo>
                  <a:lnTo>
                    <a:pt x="1509004" y="4061159"/>
                  </a:lnTo>
                  <a:lnTo>
                    <a:pt x="1509129" y="4061159"/>
                  </a:lnTo>
                  <a:lnTo>
                    <a:pt x="1509254" y="4061159"/>
                  </a:lnTo>
                  <a:lnTo>
                    <a:pt x="1509379" y="4061159"/>
                  </a:lnTo>
                  <a:lnTo>
                    <a:pt x="1509504" y="4061159"/>
                  </a:lnTo>
                  <a:lnTo>
                    <a:pt x="1509629" y="4061159"/>
                  </a:lnTo>
                  <a:lnTo>
                    <a:pt x="1509754" y="4061159"/>
                  </a:lnTo>
                  <a:lnTo>
                    <a:pt x="1509879" y="4061159"/>
                  </a:lnTo>
                  <a:lnTo>
                    <a:pt x="1510004" y="4061159"/>
                  </a:lnTo>
                  <a:lnTo>
                    <a:pt x="1510129" y="4061159"/>
                  </a:lnTo>
                  <a:lnTo>
                    <a:pt x="1510254" y="4061159"/>
                  </a:lnTo>
                  <a:lnTo>
                    <a:pt x="1510379" y="4061159"/>
                  </a:lnTo>
                  <a:lnTo>
                    <a:pt x="1510504" y="4061159"/>
                  </a:lnTo>
                  <a:lnTo>
                    <a:pt x="1510629" y="4061159"/>
                  </a:lnTo>
                  <a:lnTo>
                    <a:pt x="1510755" y="4061159"/>
                  </a:lnTo>
                  <a:lnTo>
                    <a:pt x="1510880" y="4061159"/>
                  </a:lnTo>
                  <a:lnTo>
                    <a:pt x="1511005" y="4061159"/>
                  </a:lnTo>
                  <a:lnTo>
                    <a:pt x="1511130" y="4061159"/>
                  </a:lnTo>
                  <a:lnTo>
                    <a:pt x="1511255" y="4061159"/>
                  </a:lnTo>
                  <a:lnTo>
                    <a:pt x="1511380" y="4061159"/>
                  </a:lnTo>
                  <a:lnTo>
                    <a:pt x="1511505" y="4061159"/>
                  </a:lnTo>
                  <a:lnTo>
                    <a:pt x="1511630" y="4061159"/>
                  </a:lnTo>
                  <a:lnTo>
                    <a:pt x="1511755" y="4061159"/>
                  </a:lnTo>
                  <a:lnTo>
                    <a:pt x="1511880" y="4061159"/>
                  </a:lnTo>
                  <a:lnTo>
                    <a:pt x="1512005" y="4061159"/>
                  </a:lnTo>
                  <a:lnTo>
                    <a:pt x="1512130" y="4061159"/>
                  </a:lnTo>
                  <a:lnTo>
                    <a:pt x="1512255" y="4061159"/>
                  </a:lnTo>
                  <a:lnTo>
                    <a:pt x="1512380" y="4061159"/>
                  </a:lnTo>
                  <a:lnTo>
                    <a:pt x="1512505" y="4061159"/>
                  </a:lnTo>
                  <a:lnTo>
                    <a:pt x="1512630" y="4061159"/>
                  </a:lnTo>
                  <a:lnTo>
                    <a:pt x="1512755" y="4061159"/>
                  </a:lnTo>
                  <a:lnTo>
                    <a:pt x="1512880" y="4061159"/>
                  </a:lnTo>
                  <a:lnTo>
                    <a:pt x="1513005" y="4061159"/>
                  </a:lnTo>
                  <a:lnTo>
                    <a:pt x="1513130" y="4061159"/>
                  </a:lnTo>
                  <a:lnTo>
                    <a:pt x="1513255" y="4061159"/>
                  </a:lnTo>
                  <a:lnTo>
                    <a:pt x="1513380" y="4061159"/>
                  </a:lnTo>
                  <a:lnTo>
                    <a:pt x="1513505" y="4061159"/>
                  </a:lnTo>
                  <a:lnTo>
                    <a:pt x="1513631" y="4061159"/>
                  </a:lnTo>
                  <a:lnTo>
                    <a:pt x="1513756" y="4061159"/>
                  </a:lnTo>
                  <a:lnTo>
                    <a:pt x="1513881" y="4061159"/>
                  </a:lnTo>
                  <a:lnTo>
                    <a:pt x="1514006" y="4061159"/>
                  </a:lnTo>
                  <a:lnTo>
                    <a:pt x="1514131" y="4061159"/>
                  </a:lnTo>
                  <a:lnTo>
                    <a:pt x="1514256" y="4061159"/>
                  </a:lnTo>
                  <a:lnTo>
                    <a:pt x="1514381" y="4061159"/>
                  </a:lnTo>
                  <a:lnTo>
                    <a:pt x="1514506" y="4061159"/>
                  </a:lnTo>
                  <a:lnTo>
                    <a:pt x="1514631" y="4061159"/>
                  </a:lnTo>
                  <a:lnTo>
                    <a:pt x="1514756" y="4061159"/>
                  </a:lnTo>
                  <a:lnTo>
                    <a:pt x="1514881" y="4061159"/>
                  </a:lnTo>
                  <a:lnTo>
                    <a:pt x="1515006" y="4061159"/>
                  </a:lnTo>
                  <a:lnTo>
                    <a:pt x="1515131" y="4061159"/>
                  </a:lnTo>
                  <a:lnTo>
                    <a:pt x="1515256" y="4061159"/>
                  </a:lnTo>
                  <a:lnTo>
                    <a:pt x="1515381" y="4061159"/>
                  </a:lnTo>
                  <a:lnTo>
                    <a:pt x="1515506" y="4061159"/>
                  </a:lnTo>
                  <a:lnTo>
                    <a:pt x="1515631" y="4061159"/>
                  </a:lnTo>
                  <a:lnTo>
                    <a:pt x="1515756" y="4061159"/>
                  </a:lnTo>
                  <a:lnTo>
                    <a:pt x="1515881" y="4061159"/>
                  </a:lnTo>
                  <a:lnTo>
                    <a:pt x="1516006" y="4061159"/>
                  </a:lnTo>
                  <a:lnTo>
                    <a:pt x="1516131" y="4061159"/>
                  </a:lnTo>
                  <a:lnTo>
                    <a:pt x="1516256" y="4061159"/>
                  </a:lnTo>
                  <a:lnTo>
                    <a:pt x="1516381" y="4061159"/>
                  </a:lnTo>
                  <a:lnTo>
                    <a:pt x="1516381" y="4051205"/>
                  </a:lnTo>
                  <a:lnTo>
                    <a:pt x="1516506" y="4051205"/>
                  </a:lnTo>
                  <a:lnTo>
                    <a:pt x="1516632" y="4051205"/>
                  </a:lnTo>
                  <a:lnTo>
                    <a:pt x="1516757" y="4051205"/>
                  </a:lnTo>
                  <a:lnTo>
                    <a:pt x="1516882" y="4051205"/>
                  </a:lnTo>
                  <a:lnTo>
                    <a:pt x="1517007" y="4051205"/>
                  </a:lnTo>
                  <a:lnTo>
                    <a:pt x="1517132" y="4051205"/>
                  </a:lnTo>
                  <a:lnTo>
                    <a:pt x="1517257" y="4051205"/>
                  </a:lnTo>
                  <a:lnTo>
                    <a:pt x="1517382" y="4051205"/>
                  </a:lnTo>
                  <a:lnTo>
                    <a:pt x="1517507" y="4051205"/>
                  </a:lnTo>
                  <a:lnTo>
                    <a:pt x="1517632" y="4051205"/>
                  </a:lnTo>
                  <a:lnTo>
                    <a:pt x="1517757" y="4051205"/>
                  </a:lnTo>
                  <a:lnTo>
                    <a:pt x="1517882" y="4051205"/>
                  </a:lnTo>
                  <a:lnTo>
                    <a:pt x="1518007" y="4051205"/>
                  </a:lnTo>
                  <a:lnTo>
                    <a:pt x="1518132" y="4051205"/>
                  </a:lnTo>
                  <a:lnTo>
                    <a:pt x="1518257" y="4051205"/>
                  </a:lnTo>
                  <a:lnTo>
                    <a:pt x="1518382" y="4051205"/>
                  </a:lnTo>
                  <a:lnTo>
                    <a:pt x="1518507" y="4051205"/>
                  </a:lnTo>
                  <a:lnTo>
                    <a:pt x="1518632" y="4051205"/>
                  </a:lnTo>
                  <a:lnTo>
                    <a:pt x="1518757" y="4051205"/>
                  </a:lnTo>
                  <a:lnTo>
                    <a:pt x="1518882" y="4051205"/>
                  </a:lnTo>
                  <a:lnTo>
                    <a:pt x="1519007" y="4051205"/>
                  </a:lnTo>
                  <a:lnTo>
                    <a:pt x="1519132" y="4051205"/>
                  </a:lnTo>
                  <a:lnTo>
                    <a:pt x="1519257" y="4051205"/>
                  </a:lnTo>
                  <a:lnTo>
                    <a:pt x="1519382" y="4051205"/>
                  </a:lnTo>
                  <a:lnTo>
                    <a:pt x="1519507" y="4051205"/>
                  </a:lnTo>
                  <a:lnTo>
                    <a:pt x="1519633" y="4051205"/>
                  </a:lnTo>
                  <a:lnTo>
                    <a:pt x="1519758" y="4051205"/>
                  </a:lnTo>
                  <a:lnTo>
                    <a:pt x="1519883" y="4051205"/>
                  </a:lnTo>
                  <a:lnTo>
                    <a:pt x="1520008" y="4051205"/>
                  </a:lnTo>
                  <a:lnTo>
                    <a:pt x="1520133" y="4051205"/>
                  </a:lnTo>
                  <a:lnTo>
                    <a:pt x="1520258" y="4051205"/>
                  </a:lnTo>
                  <a:lnTo>
                    <a:pt x="1520383" y="4051205"/>
                  </a:lnTo>
                  <a:lnTo>
                    <a:pt x="1520508" y="4051205"/>
                  </a:lnTo>
                  <a:lnTo>
                    <a:pt x="1520633" y="4051205"/>
                  </a:lnTo>
                  <a:lnTo>
                    <a:pt x="1520758" y="4051205"/>
                  </a:lnTo>
                  <a:lnTo>
                    <a:pt x="1520883" y="4051205"/>
                  </a:lnTo>
                  <a:lnTo>
                    <a:pt x="1521008" y="4051205"/>
                  </a:lnTo>
                  <a:lnTo>
                    <a:pt x="1521133" y="4051205"/>
                  </a:lnTo>
                  <a:lnTo>
                    <a:pt x="1521258" y="4051205"/>
                  </a:lnTo>
                  <a:lnTo>
                    <a:pt x="1521383" y="4051205"/>
                  </a:lnTo>
                  <a:lnTo>
                    <a:pt x="1521508" y="4051205"/>
                  </a:lnTo>
                  <a:lnTo>
                    <a:pt x="1521633" y="4051205"/>
                  </a:lnTo>
                  <a:lnTo>
                    <a:pt x="1521758" y="4051205"/>
                  </a:lnTo>
                  <a:lnTo>
                    <a:pt x="1521883" y="4051205"/>
                  </a:lnTo>
                  <a:lnTo>
                    <a:pt x="1522008" y="4051205"/>
                  </a:lnTo>
                  <a:lnTo>
                    <a:pt x="1522133" y="4051205"/>
                  </a:lnTo>
                  <a:lnTo>
                    <a:pt x="1522258" y="4051205"/>
                  </a:lnTo>
                  <a:lnTo>
                    <a:pt x="1522383" y="4051205"/>
                  </a:lnTo>
                  <a:lnTo>
                    <a:pt x="1522508" y="4051205"/>
                  </a:lnTo>
                  <a:lnTo>
                    <a:pt x="1522634" y="4051205"/>
                  </a:lnTo>
                  <a:lnTo>
                    <a:pt x="1522759" y="4051205"/>
                  </a:lnTo>
                  <a:lnTo>
                    <a:pt x="1522884" y="4051205"/>
                  </a:lnTo>
                  <a:lnTo>
                    <a:pt x="1523009" y="4051205"/>
                  </a:lnTo>
                  <a:lnTo>
                    <a:pt x="1523134" y="4051205"/>
                  </a:lnTo>
                  <a:lnTo>
                    <a:pt x="1523259" y="4051205"/>
                  </a:lnTo>
                  <a:lnTo>
                    <a:pt x="1523384" y="4051205"/>
                  </a:lnTo>
                  <a:lnTo>
                    <a:pt x="1523509" y="4051205"/>
                  </a:lnTo>
                  <a:lnTo>
                    <a:pt x="1523634" y="4051205"/>
                  </a:lnTo>
                  <a:lnTo>
                    <a:pt x="1523759" y="4051205"/>
                  </a:lnTo>
                  <a:lnTo>
                    <a:pt x="1523884" y="4051205"/>
                  </a:lnTo>
                  <a:lnTo>
                    <a:pt x="1524009" y="4051205"/>
                  </a:lnTo>
                  <a:lnTo>
                    <a:pt x="1524134" y="4051205"/>
                  </a:lnTo>
                  <a:lnTo>
                    <a:pt x="1524259" y="4051205"/>
                  </a:lnTo>
                  <a:lnTo>
                    <a:pt x="1524384" y="4051205"/>
                  </a:lnTo>
                  <a:lnTo>
                    <a:pt x="1524509" y="4051205"/>
                  </a:lnTo>
                  <a:lnTo>
                    <a:pt x="1524634" y="4051205"/>
                  </a:lnTo>
                  <a:lnTo>
                    <a:pt x="1524759" y="4051205"/>
                  </a:lnTo>
                  <a:lnTo>
                    <a:pt x="1524884" y="4051205"/>
                  </a:lnTo>
                  <a:lnTo>
                    <a:pt x="1525009" y="4051205"/>
                  </a:lnTo>
                  <a:lnTo>
                    <a:pt x="1525134" y="4051205"/>
                  </a:lnTo>
                  <a:lnTo>
                    <a:pt x="1525259" y="4051205"/>
                  </a:lnTo>
                  <a:lnTo>
                    <a:pt x="1525384" y="4051205"/>
                  </a:lnTo>
                  <a:lnTo>
                    <a:pt x="1525509" y="4051205"/>
                  </a:lnTo>
                  <a:lnTo>
                    <a:pt x="1525635" y="4051205"/>
                  </a:lnTo>
                  <a:lnTo>
                    <a:pt x="1525760" y="4051205"/>
                  </a:lnTo>
                  <a:lnTo>
                    <a:pt x="1525885" y="4051205"/>
                  </a:lnTo>
                  <a:lnTo>
                    <a:pt x="1526010" y="4051205"/>
                  </a:lnTo>
                  <a:lnTo>
                    <a:pt x="1526135" y="4051205"/>
                  </a:lnTo>
                  <a:lnTo>
                    <a:pt x="1526260" y="4051205"/>
                  </a:lnTo>
                  <a:lnTo>
                    <a:pt x="1526385" y="4051205"/>
                  </a:lnTo>
                  <a:lnTo>
                    <a:pt x="1526385" y="4041251"/>
                  </a:lnTo>
                  <a:lnTo>
                    <a:pt x="1526510" y="4041251"/>
                  </a:lnTo>
                  <a:lnTo>
                    <a:pt x="1526635" y="4041251"/>
                  </a:lnTo>
                  <a:lnTo>
                    <a:pt x="1526760" y="4041251"/>
                  </a:lnTo>
                  <a:lnTo>
                    <a:pt x="1526885" y="4041251"/>
                  </a:lnTo>
                  <a:lnTo>
                    <a:pt x="1527010" y="4041251"/>
                  </a:lnTo>
                  <a:lnTo>
                    <a:pt x="1527135" y="4041251"/>
                  </a:lnTo>
                  <a:lnTo>
                    <a:pt x="1527260" y="4041251"/>
                  </a:lnTo>
                  <a:lnTo>
                    <a:pt x="1527385" y="4041251"/>
                  </a:lnTo>
                  <a:lnTo>
                    <a:pt x="1527510" y="4041251"/>
                  </a:lnTo>
                  <a:lnTo>
                    <a:pt x="1527635" y="4041251"/>
                  </a:lnTo>
                  <a:lnTo>
                    <a:pt x="1527760" y="4041251"/>
                  </a:lnTo>
                  <a:lnTo>
                    <a:pt x="1527885" y="4041251"/>
                  </a:lnTo>
                  <a:lnTo>
                    <a:pt x="1528010" y="4041251"/>
                  </a:lnTo>
                  <a:lnTo>
                    <a:pt x="1528135" y="4041251"/>
                  </a:lnTo>
                  <a:lnTo>
                    <a:pt x="1528260" y="4041251"/>
                  </a:lnTo>
                  <a:lnTo>
                    <a:pt x="1528385" y="4041251"/>
                  </a:lnTo>
                  <a:lnTo>
                    <a:pt x="1528510" y="4041251"/>
                  </a:lnTo>
                  <a:lnTo>
                    <a:pt x="1528636" y="4041251"/>
                  </a:lnTo>
                  <a:lnTo>
                    <a:pt x="1528761" y="4041251"/>
                  </a:lnTo>
                  <a:lnTo>
                    <a:pt x="1528886" y="4041251"/>
                  </a:lnTo>
                  <a:lnTo>
                    <a:pt x="1529011" y="4041251"/>
                  </a:lnTo>
                  <a:lnTo>
                    <a:pt x="1529136" y="4041251"/>
                  </a:lnTo>
                  <a:lnTo>
                    <a:pt x="1529261" y="4041251"/>
                  </a:lnTo>
                  <a:lnTo>
                    <a:pt x="1529386" y="4041251"/>
                  </a:lnTo>
                  <a:lnTo>
                    <a:pt x="1529511" y="4041251"/>
                  </a:lnTo>
                  <a:lnTo>
                    <a:pt x="1529636" y="4041251"/>
                  </a:lnTo>
                  <a:lnTo>
                    <a:pt x="1529761" y="4041251"/>
                  </a:lnTo>
                  <a:lnTo>
                    <a:pt x="1529761" y="4031298"/>
                  </a:lnTo>
                  <a:lnTo>
                    <a:pt x="1529886" y="4031298"/>
                  </a:lnTo>
                  <a:lnTo>
                    <a:pt x="1530011" y="4031298"/>
                  </a:lnTo>
                  <a:lnTo>
                    <a:pt x="1530136" y="4031298"/>
                  </a:lnTo>
                  <a:lnTo>
                    <a:pt x="1530261" y="4031298"/>
                  </a:lnTo>
                  <a:lnTo>
                    <a:pt x="1530386" y="4031298"/>
                  </a:lnTo>
                  <a:lnTo>
                    <a:pt x="1530511" y="4031298"/>
                  </a:lnTo>
                  <a:lnTo>
                    <a:pt x="1530636" y="4031298"/>
                  </a:lnTo>
                  <a:lnTo>
                    <a:pt x="1530761" y="4031298"/>
                  </a:lnTo>
                  <a:lnTo>
                    <a:pt x="1530886" y="4031298"/>
                  </a:lnTo>
                  <a:lnTo>
                    <a:pt x="1531011" y="4031298"/>
                  </a:lnTo>
                  <a:lnTo>
                    <a:pt x="1531136" y="4031298"/>
                  </a:lnTo>
                  <a:lnTo>
                    <a:pt x="1531261" y="4031298"/>
                  </a:lnTo>
                  <a:lnTo>
                    <a:pt x="1531386" y="4031298"/>
                  </a:lnTo>
                  <a:lnTo>
                    <a:pt x="1531511" y="4031298"/>
                  </a:lnTo>
                  <a:lnTo>
                    <a:pt x="1531637" y="4031298"/>
                  </a:lnTo>
                  <a:lnTo>
                    <a:pt x="1531762" y="4031298"/>
                  </a:lnTo>
                  <a:lnTo>
                    <a:pt x="1531887" y="4031298"/>
                  </a:lnTo>
                  <a:lnTo>
                    <a:pt x="1532012" y="4031298"/>
                  </a:lnTo>
                  <a:lnTo>
                    <a:pt x="1532137" y="4031298"/>
                  </a:lnTo>
                  <a:lnTo>
                    <a:pt x="1532262" y="4031298"/>
                  </a:lnTo>
                  <a:lnTo>
                    <a:pt x="1532387" y="4031298"/>
                  </a:lnTo>
                  <a:lnTo>
                    <a:pt x="1532512" y="4031298"/>
                  </a:lnTo>
                  <a:lnTo>
                    <a:pt x="1532637" y="4031298"/>
                  </a:lnTo>
                  <a:lnTo>
                    <a:pt x="1532762" y="4031298"/>
                  </a:lnTo>
                  <a:lnTo>
                    <a:pt x="1532887" y="4031298"/>
                  </a:lnTo>
                  <a:lnTo>
                    <a:pt x="1533012" y="4031298"/>
                  </a:lnTo>
                  <a:lnTo>
                    <a:pt x="1533137" y="4031298"/>
                  </a:lnTo>
                  <a:lnTo>
                    <a:pt x="1533262" y="4031298"/>
                  </a:lnTo>
                  <a:lnTo>
                    <a:pt x="1533387" y="4031298"/>
                  </a:lnTo>
                  <a:lnTo>
                    <a:pt x="1533512" y="4031298"/>
                  </a:lnTo>
                  <a:lnTo>
                    <a:pt x="1533637" y="4031298"/>
                  </a:lnTo>
                  <a:lnTo>
                    <a:pt x="1533762" y="4031298"/>
                  </a:lnTo>
                  <a:lnTo>
                    <a:pt x="1533887" y="4031298"/>
                  </a:lnTo>
                  <a:lnTo>
                    <a:pt x="1534012" y="4031298"/>
                  </a:lnTo>
                  <a:lnTo>
                    <a:pt x="1534137" y="4031298"/>
                  </a:lnTo>
                  <a:lnTo>
                    <a:pt x="1534262" y="4031298"/>
                  </a:lnTo>
                  <a:lnTo>
                    <a:pt x="1534387" y="4031298"/>
                  </a:lnTo>
                  <a:lnTo>
                    <a:pt x="1534512" y="4031298"/>
                  </a:lnTo>
                  <a:lnTo>
                    <a:pt x="1534638" y="4031298"/>
                  </a:lnTo>
                  <a:lnTo>
                    <a:pt x="1534763" y="4031298"/>
                  </a:lnTo>
                  <a:lnTo>
                    <a:pt x="1534888" y="4031298"/>
                  </a:lnTo>
                  <a:lnTo>
                    <a:pt x="1535013" y="4031298"/>
                  </a:lnTo>
                  <a:lnTo>
                    <a:pt x="1535138" y="4031298"/>
                  </a:lnTo>
                  <a:lnTo>
                    <a:pt x="1535263" y="4031298"/>
                  </a:lnTo>
                  <a:lnTo>
                    <a:pt x="1535388" y="4031298"/>
                  </a:lnTo>
                  <a:lnTo>
                    <a:pt x="1535513" y="4031298"/>
                  </a:lnTo>
                  <a:lnTo>
                    <a:pt x="1535638" y="4031298"/>
                  </a:lnTo>
                  <a:lnTo>
                    <a:pt x="1535763" y="4031298"/>
                  </a:lnTo>
                  <a:lnTo>
                    <a:pt x="1535888" y="4031298"/>
                  </a:lnTo>
                  <a:lnTo>
                    <a:pt x="1536013" y="4031298"/>
                  </a:lnTo>
                  <a:lnTo>
                    <a:pt x="1536138" y="4031298"/>
                  </a:lnTo>
                  <a:lnTo>
                    <a:pt x="1536263" y="4031298"/>
                  </a:lnTo>
                  <a:lnTo>
                    <a:pt x="1536388" y="4031298"/>
                  </a:lnTo>
                  <a:lnTo>
                    <a:pt x="1536513" y="4031298"/>
                  </a:lnTo>
                  <a:lnTo>
                    <a:pt x="1536638" y="4031298"/>
                  </a:lnTo>
                  <a:lnTo>
                    <a:pt x="1536638" y="4021344"/>
                  </a:lnTo>
                  <a:lnTo>
                    <a:pt x="1536763" y="4021344"/>
                  </a:lnTo>
                  <a:lnTo>
                    <a:pt x="1536888" y="4021344"/>
                  </a:lnTo>
                  <a:lnTo>
                    <a:pt x="1537013" y="4021344"/>
                  </a:lnTo>
                  <a:lnTo>
                    <a:pt x="1537138" y="4021344"/>
                  </a:lnTo>
                  <a:lnTo>
                    <a:pt x="1537263" y="4021344"/>
                  </a:lnTo>
                  <a:lnTo>
                    <a:pt x="1537388" y="4021344"/>
                  </a:lnTo>
                  <a:lnTo>
                    <a:pt x="1537513" y="4021344"/>
                  </a:lnTo>
                  <a:lnTo>
                    <a:pt x="1537639" y="4021344"/>
                  </a:lnTo>
                  <a:lnTo>
                    <a:pt x="1537764" y="4021344"/>
                  </a:lnTo>
                  <a:lnTo>
                    <a:pt x="1537889" y="4021344"/>
                  </a:lnTo>
                  <a:lnTo>
                    <a:pt x="1538014" y="4021344"/>
                  </a:lnTo>
                  <a:lnTo>
                    <a:pt x="1538139" y="4021344"/>
                  </a:lnTo>
                  <a:lnTo>
                    <a:pt x="1538264" y="4021344"/>
                  </a:lnTo>
                  <a:lnTo>
                    <a:pt x="1538389" y="4021344"/>
                  </a:lnTo>
                  <a:lnTo>
                    <a:pt x="1538514" y="4021344"/>
                  </a:lnTo>
                  <a:lnTo>
                    <a:pt x="1538639" y="4021344"/>
                  </a:lnTo>
                  <a:lnTo>
                    <a:pt x="1538764" y="4021344"/>
                  </a:lnTo>
                  <a:lnTo>
                    <a:pt x="1538889" y="4021344"/>
                  </a:lnTo>
                  <a:lnTo>
                    <a:pt x="1539014" y="4021344"/>
                  </a:lnTo>
                  <a:lnTo>
                    <a:pt x="1539139" y="4021344"/>
                  </a:lnTo>
                  <a:lnTo>
                    <a:pt x="1539264" y="4021344"/>
                  </a:lnTo>
                  <a:lnTo>
                    <a:pt x="1539389" y="4021344"/>
                  </a:lnTo>
                  <a:lnTo>
                    <a:pt x="1539514" y="4021344"/>
                  </a:lnTo>
                  <a:lnTo>
                    <a:pt x="1539639" y="4021344"/>
                  </a:lnTo>
                  <a:lnTo>
                    <a:pt x="1539764" y="4021344"/>
                  </a:lnTo>
                  <a:lnTo>
                    <a:pt x="1539889" y="4021344"/>
                  </a:lnTo>
                  <a:lnTo>
                    <a:pt x="1540014" y="4021344"/>
                  </a:lnTo>
                  <a:lnTo>
                    <a:pt x="1540139" y="4021344"/>
                  </a:lnTo>
                  <a:lnTo>
                    <a:pt x="1540264" y="4021344"/>
                  </a:lnTo>
                  <a:lnTo>
                    <a:pt x="1540389" y="4021344"/>
                  </a:lnTo>
                  <a:lnTo>
                    <a:pt x="1540514" y="4021344"/>
                  </a:lnTo>
                  <a:lnTo>
                    <a:pt x="1540640" y="4021344"/>
                  </a:lnTo>
                  <a:lnTo>
                    <a:pt x="1540765" y="4021344"/>
                  </a:lnTo>
                  <a:lnTo>
                    <a:pt x="1540890" y="4021344"/>
                  </a:lnTo>
                  <a:lnTo>
                    <a:pt x="1541015" y="4021344"/>
                  </a:lnTo>
                  <a:lnTo>
                    <a:pt x="1541140" y="4021344"/>
                  </a:lnTo>
                  <a:lnTo>
                    <a:pt x="1541265" y="4021344"/>
                  </a:lnTo>
                  <a:lnTo>
                    <a:pt x="1541390" y="4021344"/>
                  </a:lnTo>
                  <a:lnTo>
                    <a:pt x="1541515" y="4021344"/>
                  </a:lnTo>
                  <a:lnTo>
                    <a:pt x="1541640" y="4021344"/>
                  </a:lnTo>
                  <a:lnTo>
                    <a:pt x="1541765" y="4021344"/>
                  </a:lnTo>
                  <a:lnTo>
                    <a:pt x="1541890" y="4021344"/>
                  </a:lnTo>
                  <a:lnTo>
                    <a:pt x="1542015" y="4021344"/>
                  </a:lnTo>
                  <a:lnTo>
                    <a:pt x="1542140" y="4021344"/>
                  </a:lnTo>
                  <a:lnTo>
                    <a:pt x="1542265" y="4021344"/>
                  </a:lnTo>
                  <a:lnTo>
                    <a:pt x="1542390" y="4021344"/>
                  </a:lnTo>
                  <a:lnTo>
                    <a:pt x="1542515" y="4021344"/>
                  </a:lnTo>
                  <a:lnTo>
                    <a:pt x="1542640" y="4021344"/>
                  </a:lnTo>
                  <a:lnTo>
                    <a:pt x="1542765" y="4021344"/>
                  </a:lnTo>
                  <a:lnTo>
                    <a:pt x="1542890" y="4021344"/>
                  </a:lnTo>
                  <a:lnTo>
                    <a:pt x="1543015" y="4021344"/>
                  </a:lnTo>
                  <a:lnTo>
                    <a:pt x="1543140" y="4021344"/>
                  </a:lnTo>
                  <a:lnTo>
                    <a:pt x="1543265" y="4021344"/>
                  </a:lnTo>
                  <a:lnTo>
                    <a:pt x="1543390" y="4021344"/>
                  </a:lnTo>
                  <a:lnTo>
                    <a:pt x="1543515" y="4021344"/>
                  </a:lnTo>
                  <a:lnTo>
                    <a:pt x="1543641" y="4021344"/>
                  </a:lnTo>
                  <a:lnTo>
                    <a:pt x="1543766" y="4021344"/>
                  </a:lnTo>
                  <a:lnTo>
                    <a:pt x="1543891" y="4021344"/>
                  </a:lnTo>
                  <a:lnTo>
                    <a:pt x="1544016" y="4021344"/>
                  </a:lnTo>
                  <a:lnTo>
                    <a:pt x="1544141" y="4021344"/>
                  </a:lnTo>
                  <a:lnTo>
                    <a:pt x="1544266" y="4021344"/>
                  </a:lnTo>
                  <a:lnTo>
                    <a:pt x="1544391" y="4021344"/>
                  </a:lnTo>
                  <a:lnTo>
                    <a:pt x="1544516" y="4021344"/>
                  </a:lnTo>
                  <a:lnTo>
                    <a:pt x="1544641" y="4021344"/>
                  </a:lnTo>
                  <a:lnTo>
                    <a:pt x="1544641" y="4011390"/>
                  </a:lnTo>
                  <a:lnTo>
                    <a:pt x="1544766" y="4011390"/>
                  </a:lnTo>
                  <a:lnTo>
                    <a:pt x="1544891" y="4011390"/>
                  </a:lnTo>
                  <a:lnTo>
                    <a:pt x="1545016" y="4011390"/>
                  </a:lnTo>
                  <a:lnTo>
                    <a:pt x="1545141" y="4011390"/>
                  </a:lnTo>
                  <a:lnTo>
                    <a:pt x="1545266" y="4011390"/>
                  </a:lnTo>
                  <a:lnTo>
                    <a:pt x="1545391" y="4011390"/>
                  </a:lnTo>
                  <a:lnTo>
                    <a:pt x="1545516" y="4011390"/>
                  </a:lnTo>
                  <a:lnTo>
                    <a:pt x="1545641" y="4011390"/>
                  </a:lnTo>
                  <a:lnTo>
                    <a:pt x="1545766" y="4011390"/>
                  </a:lnTo>
                  <a:lnTo>
                    <a:pt x="1545891" y="4011390"/>
                  </a:lnTo>
                  <a:lnTo>
                    <a:pt x="1546016" y="4011390"/>
                  </a:lnTo>
                  <a:lnTo>
                    <a:pt x="1546141" y="4011390"/>
                  </a:lnTo>
                  <a:lnTo>
                    <a:pt x="1546266" y="4011390"/>
                  </a:lnTo>
                  <a:lnTo>
                    <a:pt x="1546391" y="4011390"/>
                  </a:lnTo>
                  <a:lnTo>
                    <a:pt x="1546516" y="4011390"/>
                  </a:lnTo>
                  <a:lnTo>
                    <a:pt x="1546642" y="4011390"/>
                  </a:lnTo>
                  <a:lnTo>
                    <a:pt x="1546767" y="4011390"/>
                  </a:lnTo>
                  <a:lnTo>
                    <a:pt x="1546892" y="4011390"/>
                  </a:lnTo>
                  <a:lnTo>
                    <a:pt x="1547017" y="4011390"/>
                  </a:lnTo>
                  <a:lnTo>
                    <a:pt x="1547142" y="4011390"/>
                  </a:lnTo>
                  <a:lnTo>
                    <a:pt x="1547267" y="4011390"/>
                  </a:lnTo>
                  <a:lnTo>
                    <a:pt x="1547392" y="4011390"/>
                  </a:lnTo>
                  <a:lnTo>
                    <a:pt x="1547517" y="4011390"/>
                  </a:lnTo>
                  <a:lnTo>
                    <a:pt x="1547642" y="4011390"/>
                  </a:lnTo>
                  <a:lnTo>
                    <a:pt x="1547767" y="4011390"/>
                  </a:lnTo>
                  <a:lnTo>
                    <a:pt x="1547892" y="4011390"/>
                  </a:lnTo>
                  <a:lnTo>
                    <a:pt x="1548017" y="4011390"/>
                  </a:lnTo>
                  <a:lnTo>
                    <a:pt x="1548142" y="4011390"/>
                  </a:lnTo>
                  <a:lnTo>
                    <a:pt x="1548267" y="4011390"/>
                  </a:lnTo>
                  <a:lnTo>
                    <a:pt x="1548392" y="4011390"/>
                  </a:lnTo>
                  <a:lnTo>
                    <a:pt x="1548517" y="4011390"/>
                  </a:lnTo>
                  <a:lnTo>
                    <a:pt x="1548642" y="4011390"/>
                  </a:lnTo>
                  <a:lnTo>
                    <a:pt x="1548767" y="4011390"/>
                  </a:lnTo>
                  <a:lnTo>
                    <a:pt x="1548892" y="4011390"/>
                  </a:lnTo>
                  <a:lnTo>
                    <a:pt x="1549017" y="4011390"/>
                  </a:lnTo>
                  <a:lnTo>
                    <a:pt x="1549142" y="4011390"/>
                  </a:lnTo>
                  <a:lnTo>
                    <a:pt x="1549267" y="4011390"/>
                  </a:lnTo>
                  <a:lnTo>
                    <a:pt x="1549392" y="4011390"/>
                  </a:lnTo>
                  <a:lnTo>
                    <a:pt x="1549517" y="4011390"/>
                  </a:lnTo>
                  <a:lnTo>
                    <a:pt x="1549643" y="4011390"/>
                  </a:lnTo>
                  <a:lnTo>
                    <a:pt x="1549768" y="4011390"/>
                  </a:lnTo>
                  <a:lnTo>
                    <a:pt x="1549893" y="4011390"/>
                  </a:lnTo>
                  <a:lnTo>
                    <a:pt x="1550018" y="4011390"/>
                  </a:lnTo>
                  <a:lnTo>
                    <a:pt x="1550143" y="4011390"/>
                  </a:lnTo>
                  <a:lnTo>
                    <a:pt x="1550268" y="4011390"/>
                  </a:lnTo>
                  <a:lnTo>
                    <a:pt x="1550393" y="4011390"/>
                  </a:lnTo>
                  <a:lnTo>
                    <a:pt x="1550518" y="4011390"/>
                  </a:lnTo>
                  <a:lnTo>
                    <a:pt x="1550643" y="4011390"/>
                  </a:lnTo>
                  <a:lnTo>
                    <a:pt x="1550768" y="4011390"/>
                  </a:lnTo>
                  <a:lnTo>
                    <a:pt x="1550893" y="4011390"/>
                  </a:lnTo>
                  <a:lnTo>
                    <a:pt x="1551018" y="4011390"/>
                  </a:lnTo>
                  <a:lnTo>
                    <a:pt x="1551143" y="4011390"/>
                  </a:lnTo>
                  <a:lnTo>
                    <a:pt x="1551268" y="4011390"/>
                  </a:lnTo>
                  <a:lnTo>
                    <a:pt x="1551393" y="4011390"/>
                  </a:lnTo>
                  <a:lnTo>
                    <a:pt x="1551393" y="4001436"/>
                  </a:lnTo>
                  <a:lnTo>
                    <a:pt x="1551518" y="4001436"/>
                  </a:lnTo>
                  <a:lnTo>
                    <a:pt x="1551643" y="4001436"/>
                  </a:lnTo>
                  <a:lnTo>
                    <a:pt x="1551768" y="4001436"/>
                  </a:lnTo>
                  <a:lnTo>
                    <a:pt x="1551893" y="4001436"/>
                  </a:lnTo>
                  <a:lnTo>
                    <a:pt x="1552018" y="4001436"/>
                  </a:lnTo>
                  <a:lnTo>
                    <a:pt x="1552143" y="4001436"/>
                  </a:lnTo>
                  <a:lnTo>
                    <a:pt x="1552268" y="4001436"/>
                  </a:lnTo>
                  <a:lnTo>
                    <a:pt x="1552393" y="4001436"/>
                  </a:lnTo>
                  <a:lnTo>
                    <a:pt x="1552519" y="4001436"/>
                  </a:lnTo>
                  <a:lnTo>
                    <a:pt x="1552644" y="4001436"/>
                  </a:lnTo>
                  <a:lnTo>
                    <a:pt x="1552769" y="4001436"/>
                  </a:lnTo>
                  <a:lnTo>
                    <a:pt x="1552894" y="4001436"/>
                  </a:lnTo>
                  <a:lnTo>
                    <a:pt x="1553019" y="4001436"/>
                  </a:lnTo>
                  <a:lnTo>
                    <a:pt x="1553144" y="4001436"/>
                  </a:lnTo>
                  <a:lnTo>
                    <a:pt x="1553269" y="4001436"/>
                  </a:lnTo>
                  <a:lnTo>
                    <a:pt x="1553394" y="4001436"/>
                  </a:lnTo>
                  <a:lnTo>
                    <a:pt x="1553519" y="4001436"/>
                  </a:lnTo>
                  <a:lnTo>
                    <a:pt x="1553644" y="4001436"/>
                  </a:lnTo>
                  <a:lnTo>
                    <a:pt x="1553769" y="4001436"/>
                  </a:lnTo>
                  <a:lnTo>
                    <a:pt x="1553894" y="4001436"/>
                  </a:lnTo>
                  <a:lnTo>
                    <a:pt x="1554019" y="4001436"/>
                  </a:lnTo>
                  <a:lnTo>
                    <a:pt x="1554144" y="4001436"/>
                  </a:lnTo>
                  <a:lnTo>
                    <a:pt x="1554269" y="4001436"/>
                  </a:lnTo>
                  <a:lnTo>
                    <a:pt x="1554394" y="4001436"/>
                  </a:lnTo>
                  <a:lnTo>
                    <a:pt x="1554519" y="4001436"/>
                  </a:lnTo>
                  <a:lnTo>
                    <a:pt x="1554644" y="4001436"/>
                  </a:lnTo>
                  <a:lnTo>
                    <a:pt x="1554769" y="4001436"/>
                  </a:lnTo>
                  <a:lnTo>
                    <a:pt x="1554894" y="4001436"/>
                  </a:lnTo>
                  <a:lnTo>
                    <a:pt x="1555019" y="4001436"/>
                  </a:lnTo>
                  <a:lnTo>
                    <a:pt x="1555144" y="4001436"/>
                  </a:lnTo>
                  <a:lnTo>
                    <a:pt x="1555144" y="3991482"/>
                  </a:lnTo>
                  <a:lnTo>
                    <a:pt x="1555269" y="3991482"/>
                  </a:lnTo>
                  <a:lnTo>
                    <a:pt x="1555394" y="3991482"/>
                  </a:lnTo>
                  <a:lnTo>
                    <a:pt x="1555520" y="3991482"/>
                  </a:lnTo>
                  <a:lnTo>
                    <a:pt x="1555645" y="3991482"/>
                  </a:lnTo>
                  <a:lnTo>
                    <a:pt x="1555770" y="3991482"/>
                  </a:lnTo>
                  <a:lnTo>
                    <a:pt x="1555895" y="3991482"/>
                  </a:lnTo>
                  <a:lnTo>
                    <a:pt x="1556020" y="3991482"/>
                  </a:lnTo>
                  <a:lnTo>
                    <a:pt x="1556145" y="3991482"/>
                  </a:lnTo>
                  <a:lnTo>
                    <a:pt x="1556270" y="3991482"/>
                  </a:lnTo>
                  <a:lnTo>
                    <a:pt x="1556395" y="3991482"/>
                  </a:lnTo>
                  <a:lnTo>
                    <a:pt x="1556520" y="3991482"/>
                  </a:lnTo>
                  <a:lnTo>
                    <a:pt x="1556645" y="3991482"/>
                  </a:lnTo>
                  <a:lnTo>
                    <a:pt x="1556770" y="3991482"/>
                  </a:lnTo>
                  <a:lnTo>
                    <a:pt x="1556895" y="3991482"/>
                  </a:lnTo>
                  <a:lnTo>
                    <a:pt x="1557020" y="3991482"/>
                  </a:lnTo>
                  <a:lnTo>
                    <a:pt x="1557145" y="3991482"/>
                  </a:lnTo>
                  <a:lnTo>
                    <a:pt x="1557270" y="3991482"/>
                  </a:lnTo>
                  <a:lnTo>
                    <a:pt x="1557395" y="3991482"/>
                  </a:lnTo>
                  <a:lnTo>
                    <a:pt x="1557520" y="3991482"/>
                  </a:lnTo>
                  <a:lnTo>
                    <a:pt x="1557645" y="3991482"/>
                  </a:lnTo>
                  <a:lnTo>
                    <a:pt x="1557770" y="3991482"/>
                  </a:lnTo>
                  <a:lnTo>
                    <a:pt x="1557770" y="3981529"/>
                  </a:lnTo>
                  <a:lnTo>
                    <a:pt x="1557895" y="3981529"/>
                  </a:lnTo>
                  <a:lnTo>
                    <a:pt x="1558020" y="3981529"/>
                  </a:lnTo>
                  <a:lnTo>
                    <a:pt x="1558145" y="3981529"/>
                  </a:lnTo>
                  <a:lnTo>
                    <a:pt x="1558270" y="3981529"/>
                  </a:lnTo>
                  <a:lnTo>
                    <a:pt x="1558395" y="3981529"/>
                  </a:lnTo>
                  <a:lnTo>
                    <a:pt x="1558521" y="3981529"/>
                  </a:lnTo>
                  <a:lnTo>
                    <a:pt x="1558646" y="3981529"/>
                  </a:lnTo>
                  <a:lnTo>
                    <a:pt x="1558771" y="3981529"/>
                  </a:lnTo>
                  <a:lnTo>
                    <a:pt x="1558896" y="3981529"/>
                  </a:lnTo>
                  <a:lnTo>
                    <a:pt x="1559021" y="3981529"/>
                  </a:lnTo>
                  <a:lnTo>
                    <a:pt x="1559146" y="3981529"/>
                  </a:lnTo>
                  <a:lnTo>
                    <a:pt x="1559271" y="3981529"/>
                  </a:lnTo>
                  <a:lnTo>
                    <a:pt x="1559396" y="3981529"/>
                  </a:lnTo>
                  <a:lnTo>
                    <a:pt x="1559521" y="3981529"/>
                  </a:lnTo>
                  <a:lnTo>
                    <a:pt x="1559646" y="3981529"/>
                  </a:lnTo>
                  <a:lnTo>
                    <a:pt x="1559771" y="3981529"/>
                  </a:lnTo>
                  <a:lnTo>
                    <a:pt x="1559896" y="3981529"/>
                  </a:lnTo>
                  <a:lnTo>
                    <a:pt x="1560021" y="3981529"/>
                  </a:lnTo>
                  <a:lnTo>
                    <a:pt x="1560146" y="3981529"/>
                  </a:lnTo>
                  <a:lnTo>
                    <a:pt x="1560271" y="3981529"/>
                  </a:lnTo>
                  <a:lnTo>
                    <a:pt x="1560396" y="3981529"/>
                  </a:lnTo>
                  <a:lnTo>
                    <a:pt x="1560521" y="3981529"/>
                  </a:lnTo>
                  <a:lnTo>
                    <a:pt x="1560646" y="3981529"/>
                  </a:lnTo>
                  <a:lnTo>
                    <a:pt x="1560771" y="3981529"/>
                  </a:lnTo>
                  <a:lnTo>
                    <a:pt x="1560896" y="3981529"/>
                  </a:lnTo>
                  <a:lnTo>
                    <a:pt x="1561021" y="3981529"/>
                  </a:lnTo>
                  <a:lnTo>
                    <a:pt x="1561146" y="3981529"/>
                  </a:lnTo>
                  <a:lnTo>
                    <a:pt x="1561271" y="3981529"/>
                  </a:lnTo>
                  <a:lnTo>
                    <a:pt x="1561396" y="3981529"/>
                  </a:lnTo>
                  <a:lnTo>
                    <a:pt x="1561522" y="3981529"/>
                  </a:lnTo>
                  <a:lnTo>
                    <a:pt x="1561647" y="3981529"/>
                  </a:lnTo>
                  <a:lnTo>
                    <a:pt x="1561772" y="3981529"/>
                  </a:lnTo>
                  <a:lnTo>
                    <a:pt x="1561897" y="3981529"/>
                  </a:lnTo>
                  <a:lnTo>
                    <a:pt x="1562022" y="3981529"/>
                  </a:lnTo>
                  <a:lnTo>
                    <a:pt x="1562147" y="3981529"/>
                  </a:lnTo>
                  <a:lnTo>
                    <a:pt x="1562272" y="3981529"/>
                  </a:lnTo>
                  <a:lnTo>
                    <a:pt x="1562397" y="3981529"/>
                  </a:lnTo>
                  <a:lnTo>
                    <a:pt x="1562522" y="3981529"/>
                  </a:lnTo>
                  <a:lnTo>
                    <a:pt x="1562647" y="3981529"/>
                  </a:lnTo>
                  <a:lnTo>
                    <a:pt x="1562772" y="3981529"/>
                  </a:lnTo>
                  <a:lnTo>
                    <a:pt x="1562897" y="3981529"/>
                  </a:lnTo>
                  <a:lnTo>
                    <a:pt x="1563022" y="3981529"/>
                  </a:lnTo>
                  <a:lnTo>
                    <a:pt x="1563147" y="3981529"/>
                  </a:lnTo>
                  <a:lnTo>
                    <a:pt x="1563272" y="3981529"/>
                  </a:lnTo>
                  <a:lnTo>
                    <a:pt x="1563397" y="3981529"/>
                  </a:lnTo>
                  <a:lnTo>
                    <a:pt x="1563522" y="3981529"/>
                  </a:lnTo>
                  <a:lnTo>
                    <a:pt x="1563647" y="3981529"/>
                  </a:lnTo>
                  <a:lnTo>
                    <a:pt x="1563772" y="3981529"/>
                  </a:lnTo>
                  <a:lnTo>
                    <a:pt x="1563897" y="3981529"/>
                  </a:lnTo>
                  <a:lnTo>
                    <a:pt x="1564022" y="3981529"/>
                  </a:lnTo>
                  <a:lnTo>
                    <a:pt x="1564147" y="3981529"/>
                  </a:lnTo>
                  <a:lnTo>
                    <a:pt x="1564147" y="3971575"/>
                  </a:lnTo>
                  <a:lnTo>
                    <a:pt x="1564272" y="3971575"/>
                  </a:lnTo>
                  <a:lnTo>
                    <a:pt x="1564397" y="3971575"/>
                  </a:lnTo>
                  <a:lnTo>
                    <a:pt x="1564523" y="3971575"/>
                  </a:lnTo>
                  <a:lnTo>
                    <a:pt x="1564648" y="3971575"/>
                  </a:lnTo>
                  <a:lnTo>
                    <a:pt x="1564773" y="3971575"/>
                  </a:lnTo>
                  <a:lnTo>
                    <a:pt x="1564898" y="3971575"/>
                  </a:lnTo>
                  <a:lnTo>
                    <a:pt x="1565023" y="3971575"/>
                  </a:lnTo>
                  <a:lnTo>
                    <a:pt x="1565148" y="3971575"/>
                  </a:lnTo>
                  <a:lnTo>
                    <a:pt x="1565273" y="3971575"/>
                  </a:lnTo>
                  <a:lnTo>
                    <a:pt x="1565398" y="3971575"/>
                  </a:lnTo>
                  <a:lnTo>
                    <a:pt x="1565523" y="3971575"/>
                  </a:lnTo>
                  <a:lnTo>
                    <a:pt x="1565648" y="3971575"/>
                  </a:lnTo>
                  <a:lnTo>
                    <a:pt x="1565773" y="3971575"/>
                  </a:lnTo>
                  <a:lnTo>
                    <a:pt x="1565898" y="3971575"/>
                  </a:lnTo>
                  <a:lnTo>
                    <a:pt x="1566023" y="3971575"/>
                  </a:lnTo>
                  <a:lnTo>
                    <a:pt x="1566148" y="3971575"/>
                  </a:lnTo>
                  <a:lnTo>
                    <a:pt x="1566273" y="3971575"/>
                  </a:lnTo>
                  <a:lnTo>
                    <a:pt x="1566398" y="3971575"/>
                  </a:lnTo>
                  <a:lnTo>
                    <a:pt x="1566523" y="3971575"/>
                  </a:lnTo>
                  <a:lnTo>
                    <a:pt x="1566648" y="3971575"/>
                  </a:lnTo>
                  <a:lnTo>
                    <a:pt x="1566773" y="3971575"/>
                  </a:lnTo>
                  <a:lnTo>
                    <a:pt x="1566898" y="3971575"/>
                  </a:lnTo>
                  <a:lnTo>
                    <a:pt x="1567023" y="3971575"/>
                  </a:lnTo>
                  <a:lnTo>
                    <a:pt x="1567148" y="3971575"/>
                  </a:lnTo>
                  <a:lnTo>
                    <a:pt x="1567273" y="3971575"/>
                  </a:lnTo>
                  <a:lnTo>
                    <a:pt x="1567398" y="3971575"/>
                  </a:lnTo>
                  <a:lnTo>
                    <a:pt x="1567524" y="3971575"/>
                  </a:lnTo>
                  <a:lnTo>
                    <a:pt x="1567649" y="3971575"/>
                  </a:lnTo>
                  <a:lnTo>
                    <a:pt x="1567774" y="3971575"/>
                  </a:lnTo>
                  <a:lnTo>
                    <a:pt x="1567899" y="3971575"/>
                  </a:lnTo>
                  <a:lnTo>
                    <a:pt x="1568024" y="3971575"/>
                  </a:lnTo>
                  <a:lnTo>
                    <a:pt x="1568149" y="3971575"/>
                  </a:lnTo>
                  <a:lnTo>
                    <a:pt x="1568274" y="3971575"/>
                  </a:lnTo>
                  <a:lnTo>
                    <a:pt x="1568399" y="3971575"/>
                  </a:lnTo>
                  <a:lnTo>
                    <a:pt x="1568524" y="3971575"/>
                  </a:lnTo>
                  <a:lnTo>
                    <a:pt x="1568649" y="3971575"/>
                  </a:lnTo>
                  <a:lnTo>
                    <a:pt x="1568774" y="3971575"/>
                  </a:lnTo>
                  <a:lnTo>
                    <a:pt x="1568899" y="3971575"/>
                  </a:lnTo>
                  <a:lnTo>
                    <a:pt x="1569024" y="3971575"/>
                  </a:lnTo>
                  <a:lnTo>
                    <a:pt x="1569149" y="3971575"/>
                  </a:lnTo>
                  <a:lnTo>
                    <a:pt x="1569149" y="3961621"/>
                  </a:lnTo>
                  <a:lnTo>
                    <a:pt x="1569274" y="3961621"/>
                  </a:lnTo>
                  <a:lnTo>
                    <a:pt x="1569399" y="3961621"/>
                  </a:lnTo>
                  <a:lnTo>
                    <a:pt x="1569524" y="3961621"/>
                  </a:lnTo>
                  <a:lnTo>
                    <a:pt x="1569649" y="3961621"/>
                  </a:lnTo>
                  <a:lnTo>
                    <a:pt x="1569774" y="3961621"/>
                  </a:lnTo>
                  <a:lnTo>
                    <a:pt x="1569899" y="3961621"/>
                  </a:lnTo>
                  <a:lnTo>
                    <a:pt x="1570024" y="3961621"/>
                  </a:lnTo>
                  <a:lnTo>
                    <a:pt x="1570149" y="3961621"/>
                  </a:lnTo>
                  <a:lnTo>
                    <a:pt x="1570274" y="3961621"/>
                  </a:lnTo>
                  <a:lnTo>
                    <a:pt x="1570399" y="3961621"/>
                  </a:lnTo>
                  <a:lnTo>
                    <a:pt x="1570525" y="3961621"/>
                  </a:lnTo>
                  <a:lnTo>
                    <a:pt x="1570650" y="3961621"/>
                  </a:lnTo>
                  <a:lnTo>
                    <a:pt x="1570775" y="3961621"/>
                  </a:lnTo>
                  <a:lnTo>
                    <a:pt x="1570900" y="3961621"/>
                  </a:lnTo>
                  <a:lnTo>
                    <a:pt x="1571025" y="3961621"/>
                  </a:lnTo>
                  <a:lnTo>
                    <a:pt x="1571150" y="3961621"/>
                  </a:lnTo>
                  <a:lnTo>
                    <a:pt x="1571275" y="3961621"/>
                  </a:lnTo>
                  <a:lnTo>
                    <a:pt x="1571400" y="3961621"/>
                  </a:lnTo>
                  <a:lnTo>
                    <a:pt x="1571525" y="3961621"/>
                  </a:lnTo>
                  <a:lnTo>
                    <a:pt x="1571650" y="3961621"/>
                  </a:lnTo>
                  <a:lnTo>
                    <a:pt x="1571775" y="3961621"/>
                  </a:lnTo>
                  <a:lnTo>
                    <a:pt x="1571900" y="3961621"/>
                  </a:lnTo>
                  <a:lnTo>
                    <a:pt x="1572025" y="3961621"/>
                  </a:lnTo>
                  <a:lnTo>
                    <a:pt x="1572150" y="3961621"/>
                  </a:lnTo>
                  <a:lnTo>
                    <a:pt x="1572275" y="3961621"/>
                  </a:lnTo>
                  <a:lnTo>
                    <a:pt x="1572400" y="3961621"/>
                  </a:lnTo>
                  <a:lnTo>
                    <a:pt x="1572525" y="3961621"/>
                  </a:lnTo>
                  <a:lnTo>
                    <a:pt x="1572650" y="3961621"/>
                  </a:lnTo>
                  <a:lnTo>
                    <a:pt x="1572775" y="3961621"/>
                  </a:lnTo>
                  <a:lnTo>
                    <a:pt x="1572900" y="3961621"/>
                  </a:lnTo>
                  <a:lnTo>
                    <a:pt x="1573025" y="3961621"/>
                  </a:lnTo>
                  <a:lnTo>
                    <a:pt x="1573150" y="3961621"/>
                  </a:lnTo>
                  <a:lnTo>
                    <a:pt x="1573275" y="3961621"/>
                  </a:lnTo>
                  <a:lnTo>
                    <a:pt x="1573400" y="3961621"/>
                  </a:lnTo>
                  <a:lnTo>
                    <a:pt x="1573526" y="3961621"/>
                  </a:lnTo>
                  <a:lnTo>
                    <a:pt x="1573651" y="3961621"/>
                  </a:lnTo>
                  <a:lnTo>
                    <a:pt x="1573776" y="3961621"/>
                  </a:lnTo>
                  <a:lnTo>
                    <a:pt x="1573901" y="3961621"/>
                  </a:lnTo>
                  <a:lnTo>
                    <a:pt x="1574026" y="3961621"/>
                  </a:lnTo>
                  <a:lnTo>
                    <a:pt x="1574151" y="3961621"/>
                  </a:lnTo>
                  <a:lnTo>
                    <a:pt x="1574276" y="3961621"/>
                  </a:lnTo>
                  <a:lnTo>
                    <a:pt x="1574401" y="3961621"/>
                  </a:lnTo>
                  <a:lnTo>
                    <a:pt x="1574526" y="3961621"/>
                  </a:lnTo>
                  <a:lnTo>
                    <a:pt x="1574651" y="3961621"/>
                  </a:lnTo>
                  <a:lnTo>
                    <a:pt x="1574776" y="3961621"/>
                  </a:lnTo>
                  <a:lnTo>
                    <a:pt x="1574901" y="3961621"/>
                  </a:lnTo>
                  <a:lnTo>
                    <a:pt x="1574901" y="3951667"/>
                  </a:lnTo>
                  <a:lnTo>
                    <a:pt x="1575026" y="3951667"/>
                  </a:lnTo>
                  <a:lnTo>
                    <a:pt x="1575151" y="3951667"/>
                  </a:lnTo>
                  <a:lnTo>
                    <a:pt x="1575276" y="3951667"/>
                  </a:lnTo>
                  <a:lnTo>
                    <a:pt x="1575401" y="3951667"/>
                  </a:lnTo>
                  <a:lnTo>
                    <a:pt x="1575526" y="3951667"/>
                  </a:lnTo>
                  <a:lnTo>
                    <a:pt x="1575651" y="3951667"/>
                  </a:lnTo>
                  <a:lnTo>
                    <a:pt x="1575776" y="3951667"/>
                  </a:lnTo>
                  <a:lnTo>
                    <a:pt x="1575901" y="3951667"/>
                  </a:lnTo>
                  <a:lnTo>
                    <a:pt x="1576026" y="3951667"/>
                  </a:lnTo>
                  <a:lnTo>
                    <a:pt x="1576151" y="3951667"/>
                  </a:lnTo>
                  <a:lnTo>
                    <a:pt x="1576276" y="3951667"/>
                  </a:lnTo>
                  <a:lnTo>
                    <a:pt x="1576401" y="3951667"/>
                  </a:lnTo>
                  <a:lnTo>
                    <a:pt x="1576527" y="3951667"/>
                  </a:lnTo>
                  <a:lnTo>
                    <a:pt x="1576652" y="3951667"/>
                  </a:lnTo>
                  <a:lnTo>
                    <a:pt x="1576777" y="3951667"/>
                  </a:lnTo>
                  <a:lnTo>
                    <a:pt x="1576902" y="3951667"/>
                  </a:lnTo>
                  <a:lnTo>
                    <a:pt x="1577027" y="3951667"/>
                  </a:lnTo>
                  <a:lnTo>
                    <a:pt x="1577152" y="3951667"/>
                  </a:lnTo>
                  <a:lnTo>
                    <a:pt x="1577277" y="3951667"/>
                  </a:lnTo>
                  <a:lnTo>
                    <a:pt x="1577402" y="3951667"/>
                  </a:lnTo>
                  <a:lnTo>
                    <a:pt x="1577527" y="3951667"/>
                  </a:lnTo>
                  <a:lnTo>
                    <a:pt x="1577652" y="3951667"/>
                  </a:lnTo>
                  <a:lnTo>
                    <a:pt x="1577777" y="3951667"/>
                  </a:lnTo>
                  <a:lnTo>
                    <a:pt x="1577902" y="3951667"/>
                  </a:lnTo>
                  <a:lnTo>
                    <a:pt x="1578027" y="3951667"/>
                  </a:lnTo>
                  <a:lnTo>
                    <a:pt x="1578152" y="3951667"/>
                  </a:lnTo>
                  <a:lnTo>
                    <a:pt x="1578277" y="3951667"/>
                  </a:lnTo>
                  <a:lnTo>
                    <a:pt x="1578402" y="3951667"/>
                  </a:lnTo>
                  <a:lnTo>
                    <a:pt x="1578527" y="3951667"/>
                  </a:lnTo>
                  <a:lnTo>
                    <a:pt x="1578652" y="3951667"/>
                  </a:lnTo>
                  <a:lnTo>
                    <a:pt x="1578777" y="3951667"/>
                  </a:lnTo>
                  <a:lnTo>
                    <a:pt x="1578902" y="3951667"/>
                  </a:lnTo>
                  <a:lnTo>
                    <a:pt x="1579027" y="3951667"/>
                  </a:lnTo>
                  <a:lnTo>
                    <a:pt x="1579152" y="3951667"/>
                  </a:lnTo>
                  <a:lnTo>
                    <a:pt x="1579277" y="3951667"/>
                  </a:lnTo>
                  <a:lnTo>
                    <a:pt x="1579402" y="3951667"/>
                  </a:lnTo>
                  <a:lnTo>
                    <a:pt x="1579528" y="3951667"/>
                  </a:lnTo>
                  <a:lnTo>
                    <a:pt x="1579653" y="3951667"/>
                  </a:lnTo>
                  <a:lnTo>
                    <a:pt x="1579778" y="3951667"/>
                  </a:lnTo>
                  <a:lnTo>
                    <a:pt x="1579903" y="3951667"/>
                  </a:lnTo>
                  <a:lnTo>
                    <a:pt x="1580028" y="3951667"/>
                  </a:lnTo>
                  <a:lnTo>
                    <a:pt x="1580153" y="3951667"/>
                  </a:lnTo>
                  <a:lnTo>
                    <a:pt x="1580278" y="3951667"/>
                  </a:lnTo>
                  <a:lnTo>
                    <a:pt x="1580403" y="3951667"/>
                  </a:lnTo>
                  <a:lnTo>
                    <a:pt x="1580528" y="3951667"/>
                  </a:lnTo>
                  <a:lnTo>
                    <a:pt x="1580653" y="3951667"/>
                  </a:lnTo>
                  <a:lnTo>
                    <a:pt x="1580778" y="3951667"/>
                  </a:lnTo>
                  <a:lnTo>
                    <a:pt x="1580903" y="3951667"/>
                  </a:lnTo>
                  <a:lnTo>
                    <a:pt x="1581028" y="3951667"/>
                  </a:lnTo>
                  <a:lnTo>
                    <a:pt x="1581153" y="3951667"/>
                  </a:lnTo>
                  <a:lnTo>
                    <a:pt x="1581278" y="3951667"/>
                  </a:lnTo>
                  <a:lnTo>
                    <a:pt x="1581403" y="3951667"/>
                  </a:lnTo>
                  <a:lnTo>
                    <a:pt x="1581528" y="3951667"/>
                  </a:lnTo>
                  <a:lnTo>
                    <a:pt x="1581653" y="3951667"/>
                  </a:lnTo>
                  <a:lnTo>
                    <a:pt x="1581778" y="3951667"/>
                  </a:lnTo>
                  <a:lnTo>
                    <a:pt x="1581903" y="3951667"/>
                  </a:lnTo>
                  <a:lnTo>
                    <a:pt x="1582028" y="3951667"/>
                  </a:lnTo>
                  <a:lnTo>
                    <a:pt x="1582153" y="3951667"/>
                  </a:lnTo>
                  <a:lnTo>
                    <a:pt x="1582278" y="3951667"/>
                  </a:lnTo>
                  <a:lnTo>
                    <a:pt x="1582403" y="3951667"/>
                  </a:lnTo>
                  <a:lnTo>
                    <a:pt x="1582529" y="3951667"/>
                  </a:lnTo>
                  <a:lnTo>
                    <a:pt x="1582654" y="3951667"/>
                  </a:lnTo>
                  <a:lnTo>
                    <a:pt x="1582779" y="3951667"/>
                  </a:lnTo>
                  <a:lnTo>
                    <a:pt x="1582904" y="3951667"/>
                  </a:lnTo>
                  <a:lnTo>
                    <a:pt x="1583029" y="3951667"/>
                  </a:lnTo>
                  <a:lnTo>
                    <a:pt x="1583154" y="3951667"/>
                  </a:lnTo>
                  <a:lnTo>
                    <a:pt x="1583279" y="3951667"/>
                  </a:lnTo>
                  <a:lnTo>
                    <a:pt x="1583404" y="3951667"/>
                  </a:lnTo>
                  <a:lnTo>
                    <a:pt x="1583529" y="3951667"/>
                  </a:lnTo>
                  <a:lnTo>
                    <a:pt x="1583654" y="3951667"/>
                  </a:lnTo>
                  <a:lnTo>
                    <a:pt x="1583779" y="3951667"/>
                  </a:lnTo>
                  <a:lnTo>
                    <a:pt x="1583904" y="3951667"/>
                  </a:lnTo>
                  <a:lnTo>
                    <a:pt x="1584029" y="3951667"/>
                  </a:lnTo>
                  <a:lnTo>
                    <a:pt x="1584154" y="3951667"/>
                  </a:lnTo>
                  <a:lnTo>
                    <a:pt x="1584279" y="3951667"/>
                  </a:lnTo>
                  <a:lnTo>
                    <a:pt x="1584279" y="3941713"/>
                  </a:lnTo>
                  <a:lnTo>
                    <a:pt x="1584404" y="3941713"/>
                  </a:lnTo>
                  <a:lnTo>
                    <a:pt x="1584529" y="3941713"/>
                  </a:lnTo>
                  <a:lnTo>
                    <a:pt x="1584654" y="3941713"/>
                  </a:lnTo>
                  <a:lnTo>
                    <a:pt x="1584779" y="3941713"/>
                  </a:lnTo>
                  <a:lnTo>
                    <a:pt x="1584904" y="3941713"/>
                  </a:lnTo>
                  <a:lnTo>
                    <a:pt x="1585029" y="3941713"/>
                  </a:lnTo>
                  <a:lnTo>
                    <a:pt x="1585154" y="3941713"/>
                  </a:lnTo>
                  <a:lnTo>
                    <a:pt x="1585279" y="3941713"/>
                  </a:lnTo>
                  <a:lnTo>
                    <a:pt x="1585404" y="3941713"/>
                  </a:lnTo>
                  <a:lnTo>
                    <a:pt x="1585530" y="3941713"/>
                  </a:lnTo>
                  <a:lnTo>
                    <a:pt x="1585655" y="3941713"/>
                  </a:lnTo>
                  <a:lnTo>
                    <a:pt x="1585780" y="3941713"/>
                  </a:lnTo>
                  <a:lnTo>
                    <a:pt x="1585905" y="3941713"/>
                  </a:lnTo>
                  <a:lnTo>
                    <a:pt x="1586030" y="3941713"/>
                  </a:lnTo>
                  <a:lnTo>
                    <a:pt x="1586155" y="3941713"/>
                  </a:lnTo>
                  <a:lnTo>
                    <a:pt x="1586280" y="3941713"/>
                  </a:lnTo>
                  <a:lnTo>
                    <a:pt x="1586405" y="3941713"/>
                  </a:lnTo>
                  <a:lnTo>
                    <a:pt x="1586530" y="3941713"/>
                  </a:lnTo>
                  <a:lnTo>
                    <a:pt x="1586655" y="3941713"/>
                  </a:lnTo>
                  <a:lnTo>
                    <a:pt x="1586780" y="3941713"/>
                  </a:lnTo>
                  <a:lnTo>
                    <a:pt x="1586905" y="3941713"/>
                  </a:lnTo>
                  <a:lnTo>
                    <a:pt x="1587030" y="3941713"/>
                  </a:lnTo>
                  <a:lnTo>
                    <a:pt x="1587155" y="3941713"/>
                  </a:lnTo>
                  <a:lnTo>
                    <a:pt x="1587280" y="3941713"/>
                  </a:lnTo>
                  <a:lnTo>
                    <a:pt x="1587405" y="3941713"/>
                  </a:lnTo>
                  <a:lnTo>
                    <a:pt x="1587530" y="3941713"/>
                  </a:lnTo>
                  <a:lnTo>
                    <a:pt x="1587655" y="3941713"/>
                  </a:lnTo>
                  <a:lnTo>
                    <a:pt x="1587780" y="3941713"/>
                  </a:lnTo>
                  <a:lnTo>
                    <a:pt x="1587905" y="3941713"/>
                  </a:lnTo>
                  <a:lnTo>
                    <a:pt x="1588030" y="3941713"/>
                  </a:lnTo>
                  <a:lnTo>
                    <a:pt x="1588155" y="3941713"/>
                  </a:lnTo>
                  <a:lnTo>
                    <a:pt x="1588280" y="3941713"/>
                  </a:lnTo>
                  <a:lnTo>
                    <a:pt x="1588405" y="3941713"/>
                  </a:lnTo>
                  <a:lnTo>
                    <a:pt x="1588531" y="3941713"/>
                  </a:lnTo>
                  <a:lnTo>
                    <a:pt x="1588656" y="3941713"/>
                  </a:lnTo>
                  <a:lnTo>
                    <a:pt x="1588781" y="3941713"/>
                  </a:lnTo>
                  <a:lnTo>
                    <a:pt x="1588781" y="3931759"/>
                  </a:lnTo>
                  <a:lnTo>
                    <a:pt x="1588906" y="3931759"/>
                  </a:lnTo>
                  <a:lnTo>
                    <a:pt x="1589031" y="3931759"/>
                  </a:lnTo>
                  <a:lnTo>
                    <a:pt x="1589156" y="3931759"/>
                  </a:lnTo>
                  <a:lnTo>
                    <a:pt x="1589281" y="3931759"/>
                  </a:lnTo>
                  <a:lnTo>
                    <a:pt x="1589406" y="3931759"/>
                  </a:lnTo>
                  <a:lnTo>
                    <a:pt x="1589531" y="3931759"/>
                  </a:lnTo>
                  <a:lnTo>
                    <a:pt x="1589656" y="3931759"/>
                  </a:lnTo>
                  <a:lnTo>
                    <a:pt x="1589781" y="3931759"/>
                  </a:lnTo>
                  <a:lnTo>
                    <a:pt x="1589906" y="3931759"/>
                  </a:lnTo>
                  <a:lnTo>
                    <a:pt x="1590031" y="3931759"/>
                  </a:lnTo>
                  <a:lnTo>
                    <a:pt x="1590156" y="3931759"/>
                  </a:lnTo>
                  <a:lnTo>
                    <a:pt x="1590281" y="3931759"/>
                  </a:lnTo>
                  <a:lnTo>
                    <a:pt x="1590406" y="3931759"/>
                  </a:lnTo>
                  <a:lnTo>
                    <a:pt x="1590531" y="3931759"/>
                  </a:lnTo>
                  <a:lnTo>
                    <a:pt x="1590656" y="3931759"/>
                  </a:lnTo>
                  <a:lnTo>
                    <a:pt x="1590781" y="3931759"/>
                  </a:lnTo>
                  <a:lnTo>
                    <a:pt x="1590906" y="3931759"/>
                  </a:lnTo>
                  <a:lnTo>
                    <a:pt x="1591031" y="3931759"/>
                  </a:lnTo>
                  <a:lnTo>
                    <a:pt x="1591156" y="3931759"/>
                  </a:lnTo>
                  <a:lnTo>
                    <a:pt x="1591281" y="3931759"/>
                  </a:lnTo>
                  <a:lnTo>
                    <a:pt x="1591407" y="3931759"/>
                  </a:lnTo>
                  <a:lnTo>
                    <a:pt x="1591532" y="3931759"/>
                  </a:lnTo>
                  <a:lnTo>
                    <a:pt x="1591657" y="3931759"/>
                  </a:lnTo>
                  <a:lnTo>
                    <a:pt x="1591782" y="3931759"/>
                  </a:lnTo>
                  <a:lnTo>
                    <a:pt x="1591907" y="3931759"/>
                  </a:lnTo>
                  <a:lnTo>
                    <a:pt x="1592032" y="3931759"/>
                  </a:lnTo>
                  <a:lnTo>
                    <a:pt x="1592157" y="3931759"/>
                  </a:lnTo>
                  <a:lnTo>
                    <a:pt x="1592282" y="3931759"/>
                  </a:lnTo>
                  <a:lnTo>
                    <a:pt x="1592407" y="3931759"/>
                  </a:lnTo>
                  <a:lnTo>
                    <a:pt x="1592532" y="3931759"/>
                  </a:lnTo>
                  <a:lnTo>
                    <a:pt x="1592657" y="3931759"/>
                  </a:lnTo>
                  <a:lnTo>
                    <a:pt x="1592782" y="3931759"/>
                  </a:lnTo>
                  <a:lnTo>
                    <a:pt x="1592907" y="3931759"/>
                  </a:lnTo>
                  <a:lnTo>
                    <a:pt x="1593032" y="3931759"/>
                  </a:lnTo>
                  <a:lnTo>
                    <a:pt x="1593157" y="3931759"/>
                  </a:lnTo>
                  <a:lnTo>
                    <a:pt x="1593282" y="3931759"/>
                  </a:lnTo>
                  <a:lnTo>
                    <a:pt x="1593407" y="3931759"/>
                  </a:lnTo>
                  <a:lnTo>
                    <a:pt x="1593532" y="3931759"/>
                  </a:lnTo>
                  <a:lnTo>
                    <a:pt x="1593657" y="3931759"/>
                  </a:lnTo>
                  <a:lnTo>
                    <a:pt x="1593782" y="3931759"/>
                  </a:lnTo>
                  <a:lnTo>
                    <a:pt x="1593907" y="3931759"/>
                  </a:lnTo>
                  <a:lnTo>
                    <a:pt x="1594032" y="3931759"/>
                  </a:lnTo>
                  <a:lnTo>
                    <a:pt x="1594157" y="3931759"/>
                  </a:lnTo>
                  <a:lnTo>
                    <a:pt x="1594282" y="3931759"/>
                  </a:lnTo>
                  <a:lnTo>
                    <a:pt x="1594408" y="3931759"/>
                  </a:lnTo>
                  <a:lnTo>
                    <a:pt x="1594533" y="3931759"/>
                  </a:lnTo>
                  <a:lnTo>
                    <a:pt x="1594658" y="3931759"/>
                  </a:lnTo>
                  <a:lnTo>
                    <a:pt x="1594783" y="3931759"/>
                  </a:lnTo>
                  <a:lnTo>
                    <a:pt x="1594908" y="3931759"/>
                  </a:lnTo>
                  <a:lnTo>
                    <a:pt x="1595033" y="3931759"/>
                  </a:lnTo>
                  <a:lnTo>
                    <a:pt x="1595158" y="3931759"/>
                  </a:lnTo>
                  <a:lnTo>
                    <a:pt x="1595283" y="3931759"/>
                  </a:lnTo>
                  <a:lnTo>
                    <a:pt x="1595408" y="3931759"/>
                  </a:lnTo>
                  <a:lnTo>
                    <a:pt x="1595533" y="3931759"/>
                  </a:lnTo>
                  <a:lnTo>
                    <a:pt x="1595658" y="3931759"/>
                  </a:lnTo>
                  <a:lnTo>
                    <a:pt x="1595783" y="3931759"/>
                  </a:lnTo>
                  <a:lnTo>
                    <a:pt x="1595908" y="3931759"/>
                  </a:lnTo>
                  <a:lnTo>
                    <a:pt x="1596033" y="3931759"/>
                  </a:lnTo>
                  <a:lnTo>
                    <a:pt x="1596158" y="3931759"/>
                  </a:lnTo>
                  <a:lnTo>
                    <a:pt x="1596283" y="3931759"/>
                  </a:lnTo>
                  <a:lnTo>
                    <a:pt x="1596408" y="3931759"/>
                  </a:lnTo>
                  <a:lnTo>
                    <a:pt x="1596533" y="3931759"/>
                  </a:lnTo>
                  <a:lnTo>
                    <a:pt x="1596658" y="3931759"/>
                  </a:lnTo>
                  <a:lnTo>
                    <a:pt x="1596783" y="3931759"/>
                  </a:lnTo>
                  <a:lnTo>
                    <a:pt x="1596908" y="3931759"/>
                  </a:lnTo>
                  <a:lnTo>
                    <a:pt x="1597033" y="3931759"/>
                  </a:lnTo>
                  <a:lnTo>
                    <a:pt x="1597158" y="3931759"/>
                  </a:lnTo>
                  <a:lnTo>
                    <a:pt x="1597283" y="3931759"/>
                  </a:lnTo>
                  <a:lnTo>
                    <a:pt x="1597409" y="3931759"/>
                  </a:lnTo>
                  <a:lnTo>
                    <a:pt x="1597534" y="3931759"/>
                  </a:lnTo>
                  <a:lnTo>
                    <a:pt x="1597659" y="3931759"/>
                  </a:lnTo>
                  <a:lnTo>
                    <a:pt x="1597784" y="3931759"/>
                  </a:lnTo>
                  <a:lnTo>
                    <a:pt x="1597909" y="3931759"/>
                  </a:lnTo>
                  <a:lnTo>
                    <a:pt x="1598034" y="3931759"/>
                  </a:lnTo>
                  <a:lnTo>
                    <a:pt x="1598159" y="3931759"/>
                  </a:lnTo>
                  <a:lnTo>
                    <a:pt x="1598284" y="3931759"/>
                  </a:lnTo>
                  <a:lnTo>
                    <a:pt x="1598409" y="3931759"/>
                  </a:lnTo>
                  <a:lnTo>
                    <a:pt x="1598534" y="3931759"/>
                  </a:lnTo>
                  <a:lnTo>
                    <a:pt x="1598659" y="3931759"/>
                  </a:lnTo>
                  <a:lnTo>
                    <a:pt x="1598784" y="3931759"/>
                  </a:lnTo>
                  <a:lnTo>
                    <a:pt x="1598909" y="3931759"/>
                  </a:lnTo>
                  <a:lnTo>
                    <a:pt x="1599034" y="3931759"/>
                  </a:lnTo>
                  <a:lnTo>
                    <a:pt x="1599159" y="3931759"/>
                  </a:lnTo>
                  <a:lnTo>
                    <a:pt x="1599284" y="3931759"/>
                  </a:lnTo>
                  <a:lnTo>
                    <a:pt x="1599409" y="3931759"/>
                  </a:lnTo>
                  <a:lnTo>
                    <a:pt x="1599534" y="3931759"/>
                  </a:lnTo>
                  <a:lnTo>
                    <a:pt x="1599659" y="3931759"/>
                  </a:lnTo>
                  <a:lnTo>
                    <a:pt x="1599784" y="3931759"/>
                  </a:lnTo>
                  <a:lnTo>
                    <a:pt x="1599909" y="3931759"/>
                  </a:lnTo>
                  <a:lnTo>
                    <a:pt x="1600034" y="3931759"/>
                  </a:lnTo>
                  <a:lnTo>
                    <a:pt x="1600159" y="3931759"/>
                  </a:lnTo>
                  <a:lnTo>
                    <a:pt x="1600284" y="3931759"/>
                  </a:lnTo>
                  <a:lnTo>
                    <a:pt x="1600410" y="3931759"/>
                  </a:lnTo>
                  <a:lnTo>
                    <a:pt x="1600535" y="3931759"/>
                  </a:lnTo>
                  <a:lnTo>
                    <a:pt x="1600660" y="3931759"/>
                  </a:lnTo>
                  <a:lnTo>
                    <a:pt x="1600785" y="3931759"/>
                  </a:lnTo>
                  <a:lnTo>
                    <a:pt x="1600910" y="3931759"/>
                  </a:lnTo>
                  <a:lnTo>
                    <a:pt x="1601035" y="3931759"/>
                  </a:lnTo>
                  <a:lnTo>
                    <a:pt x="1601160" y="3931759"/>
                  </a:lnTo>
                  <a:lnTo>
                    <a:pt x="1601285" y="3931759"/>
                  </a:lnTo>
                  <a:lnTo>
                    <a:pt x="1601410" y="3931759"/>
                  </a:lnTo>
                  <a:lnTo>
                    <a:pt x="1601535" y="3931759"/>
                  </a:lnTo>
                  <a:lnTo>
                    <a:pt x="1601660" y="3931759"/>
                  </a:lnTo>
                  <a:lnTo>
                    <a:pt x="1601785" y="3931759"/>
                  </a:lnTo>
                  <a:lnTo>
                    <a:pt x="1601910" y="3931759"/>
                  </a:lnTo>
                  <a:lnTo>
                    <a:pt x="1602035" y="3931759"/>
                  </a:lnTo>
                  <a:lnTo>
                    <a:pt x="1602160" y="3931759"/>
                  </a:lnTo>
                  <a:lnTo>
                    <a:pt x="1602285" y="3931759"/>
                  </a:lnTo>
                  <a:lnTo>
                    <a:pt x="1602410" y="3931759"/>
                  </a:lnTo>
                  <a:lnTo>
                    <a:pt x="1602410" y="3921806"/>
                  </a:lnTo>
                  <a:lnTo>
                    <a:pt x="1602535" y="3921806"/>
                  </a:lnTo>
                  <a:lnTo>
                    <a:pt x="1602660" y="3921806"/>
                  </a:lnTo>
                  <a:lnTo>
                    <a:pt x="1602785" y="3921806"/>
                  </a:lnTo>
                  <a:lnTo>
                    <a:pt x="1602910" y="3921806"/>
                  </a:lnTo>
                  <a:lnTo>
                    <a:pt x="1603035" y="3921806"/>
                  </a:lnTo>
                  <a:lnTo>
                    <a:pt x="1603160" y="3921806"/>
                  </a:lnTo>
                  <a:lnTo>
                    <a:pt x="1603285" y="3921806"/>
                  </a:lnTo>
                  <a:lnTo>
                    <a:pt x="1603411" y="3921806"/>
                  </a:lnTo>
                  <a:lnTo>
                    <a:pt x="1603536" y="3921806"/>
                  </a:lnTo>
                  <a:lnTo>
                    <a:pt x="1603661" y="3921806"/>
                  </a:lnTo>
                  <a:lnTo>
                    <a:pt x="1603786" y="3921806"/>
                  </a:lnTo>
                  <a:lnTo>
                    <a:pt x="1603911" y="3921806"/>
                  </a:lnTo>
                  <a:lnTo>
                    <a:pt x="1604036" y="3921806"/>
                  </a:lnTo>
                  <a:lnTo>
                    <a:pt x="1604161" y="3921806"/>
                  </a:lnTo>
                  <a:lnTo>
                    <a:pt x="1604286" y="3921806"/>
                  </a:lnTo>
                  <a:lnTo>
                    <a:pt x="1604411" y="3921806"/>
                  </a:lnTo>
                  <a:lnTo>
                    <a:pt x="1604536" y="3921806"/>
                  </a:lnTo>
                  <a:lnTo>
                    <a:pt x="1604661" y="3921806"/>
                  </a:lnTo>
                  <a:lnTo>
                    <a:pt x="1604786" y="3921806"/>
                  </a:lnTo>
                  <a:lnTo>
                    <a:pt x="1604911" y="3921806"/>
                  </a:lnTo>
                  <a:lnTo>
                    <a:pt x="1605036" y="3921806"/>
                  </a:lnTo>
                  <a:lnTo>
                    <a:pt x="1605161" y="3921806"/>
                  </a:lnTo>
                  <a:lnTo>
                    <a:pt x="1605286" y="3921806"/>
                  </a:lnTo>
                  <a:lnTo>
                    <a:pt x="1605411" y="3921806"/>
                  </a:lnTo>
                  <a:lnTo>
                    <a:pt x="1605536" y="3921806"/>
                  </a:lnTo>
                  <a:lnTo>
                    <a:pt x="1605661" y="3921806"/>
                  </a:lnTo>
                  <a:lnTo>
                    <a:pt x="1605786" y="3921806"/>
                  </a:lnTo>
                  <a:lnTo>
                    <a:pt x="1605911" y="3921806"/>
                  </a:lnTo>
                  <a:lnTo>
                    <a:pt x="1606036" y="3921806"/>
                  </a:lnTo>
                  <a:lnTo>
                    <a:pt x="1606161" y="3921806"/>
                  </a:lnTo>
                  <a:lnTo>
                    <a:pt x="1606286" y="3921806"/>
                  </a:lnTo>
                  <a:lnTo>
                    <a:pt x="1606412" y="3921806"/>
                  </a:lnTo>
                  <a:lnTo>
                    <a:pt x="1606537" y="3921806"/>
                  </a:lnTo>
                  <a:lnTo>
                    <a:pt x="1606662" y="3921806"/>
                  </a:lnTo>
                  <a:lnTo>
                    <a:pt x="1606787" y="3921806"/>
                  </a:lnTo>
                  <a:lnTo>
                    <a:pt x="1606912" y="3921806"/>
                  </a:lnTo>
                  <a:lnTo>
                    <a:pt x="1607037" y="3921806"/>
                  </a:lnTo>
                  <a:lnTo>
                    <a:pt x="1607162" y="3921806"/>
                  </a:lnTo>
                  <a:lnTo>
                    <a:pt x="1607287" y="3921806"/>
                  </a:lnTo>
                  <a:lnTo>
                    <a:pt x="1607412" y="3921806"/>
                  </a:lnTo>
                  <a:lnTo>
                    <a:pt x="1607537" y="3921806"/>
                  </a:lnTo>
                  <a:lnTo>
                    <a:pt x="1607662" y="3921806"/>
                  </a:lnTo>
                  <a:lnTo>
                    <a:pt x="1607787" y="3921806"/>
                  </a:lnTo>
                  <a:lnTo>
                    <a:pt x="1607912" y="3921806"/>
                  </a:lnTo>
                  <a:lnTo>
                    <a:pt x="1608037" y="3921806"/>
                  </a:lnTo>
                  <a:lnTo>
                    <a:pt x="1608162" y="3921806"/>
                  </a:lnTo>
                  <a:lnTo>
                    <a:pt x="1608287" y="3921806"/>
                  </a:lnTo>
                  <a:lnTo>
                    <a:pt x="1608412" y="3921806"/>
                  </a:lnTo>
                  <a:lnTo>
                    <a:pt x="1608537" y="3921806"/>
                  </a:lnTo>
                  <a:lnTo>
                    <a:pt x="1608662" y="3921806"/>
                  </a:lnTo>
                  <a:lnTo>
                    <a:pt x="1608787" y="3921806"/>
                  </a:lnTo>
                  <a:lnTo>
                    <a:pt x="1608912" y="3921806"/>
                  </a:lnTo>
                  <a:lnTo>
                    <a:pt x="1609037" y="3921806"/>
                  </a:lnTo>
                  <a:lnTo>
                    <a:pt x="1609162" y="3921806"/>
                  </a:lnTo>
                  <a:lnTo>
                    <a:pt x="1609287" y="3921806"/>
                  </a:lnTo>
                  <a:lnTo>
                    <a:pt x="1609413" y="3921806"/>
                  </a:lnTo>
                  <a:lnTo>
                    <a:pt x="1609538" y="3921806"/>
                  </a:lnTo>
                  <a:lnTo>
                    <a:pt x="1609663" y="3921806"/>
                  </a:lnTo>
                  <a:lnTo>
                    <a:pt x="1609788" y="3921806"/>
                  </a:lnTo>
                  <a:lnTo>
                    <a:pt x="1609913" y="3921806"/>
                  </a:lnTo>
                  <a:lnTo>
                    <a:pt x="1610038" y="3921806"/>
                  </a:lnTo>
                  <a:lnTo>
                    <a:pt x="1610163" y="3921806"/>
                  </a:lnTo>
                  <a:lnTo>
                    <a:pt x="1610288" y="3921806"/>
                  </a:lnTo>
                  <a:lnTo>
                    <a:pt x="1610413" y="3921806"/>
                  </a:lnTo>
                  <a:lnTo>
                    <a:pt x="1610538" y="3921806"/>
                  </a:lnTo>
                  <a:lnTo>
                    <a:pt x="1610663" y="3921806"/>
                  </a:lnTo>
                  <a:lnTo>
                    <a:pt x="1610788" y="3921806"/>
                  </a:lnTo>
                  <a:lnTo>
                    <a:pt x="1610913" y="3921806"/>
                  </a:lnTo>
                  <a:lnTo>
                    <a:pt x="1611038" y="3921806"/>
                  </a:lnTo>
                  <a:lnTo>
                    <a:pt x="1611163" y="3921806"/>
                  </a:lnTo>
                  <a:lnTo>
                    <a:pt x="1611288" y="3921806"/>
                  </a:lnTo>
                  <a:lnTo>
                    <a:pt x="1611413" y="3921806"/>
                  </a:lnTo>
                  <a:lnTo>
                    <a:pt x="1611538" y="3921806"/>
                  </a:lnTo>
                  <a:lnTo>
                    <a:pt x="1611663" y="3921806"/>
                  </a:lnTo>
                  <a:lnTo>
                    <a:pt x="1611788" y="3921806"/>
                  </a:lnTo>
                  <a:lnTo>
                    <a:pt x="1611913" y="3921806"/>
                  </a:lnTo>
                  <a:lnTo>
                    <a:pt x="1612038" y="3921806"/>
                  </a:lnTo>
                  <a:lnTo>
                    <a:pt x="1612163" y="3921806"/>
                  </a:lnTo>
                  <a:lnTo>
                    <a:pt x="1612288" y="3921806"/>
                  </a:lnTo>
                  <a:lnTo>
                    <a:pt x="1612414" y="3921806"/>
                  </a:lnTo>
                  <a:lnTo>
                    <a:pt x="1612539" y="3921806"/>
                  </a:lnTo>
                  <a:lnTo>
                    <a:pt x="1612664" y="3921806"/>
                  </a:lnTo>
                  <a:lnTo>
                    <a:pt x="1612789" y="3921806"/>
                  </a:lnTo>
                  <a:lnTo>
                    <a:pt x="1612914" y="3921806"/>
                  </a:lnTo>
                  <a:lnTo>
                    <a:pt x="1613039" y="3921806"/>
                  </a:lnTo>
                  <a:lnTo>
                    <a:pt x="1613164" y="3921806"/>
                  </a:lnTo>
                  <a:lnTo>
                    <a:pt x="1613289" y="3921806"/>
                  </a:lnTo>
                  <a:lnTo>
                    <a:pt x="1613414" y="3921806"/>
                  </a:lnTo>
                  <a:lnTo>
                    <a:pt x="1613539" y="3921806"/>
                  </a:lnTo>
                  <a:lnTo>
                    <a:pt x="1613664" y="3921806"/>
                  </a:lnTo>
                  <a:lnTo>
                    <a:pt x="1613789" y="3921806"/>
                  </a:lnTo>
                  <a:lnTo>
                    <a:pt x="1613914" y="3921806"/>
                  </a:lnTo>
                  <a:lnTo>
                    <a:pt x="1614039" y="3921806"/>
                  </a:lnTo>
                  <a:lnTo>
                    <a:pt x="1614164" y="3921806"/>
                  </a:lnTo>
                  <a:lnTo>
                    <a:pt x="1614289" y="3921806"/>
                  </a:lnTo>
                  <a:lnTo>
                    <a:pt x="1614414" y="3921806"/>
                  </a:lnTo>
                  <a:lnTo>
                    <a:pt x="1614539" y="3921806"/>
                  </a:lnTo>
                  <a:lnTo>
                    <a:pt x="1614664" y="3921806"/>
                  </a:lnTo>
                  <a:lnTo>
                    <a:pt x="1614789" y="3921806"/>
                  </a:lnTo>
                  <a:lnTo>
                    <a:pt x="1614914" y="3921806"/>
                  </a:lnTo>
                  <a:lnTo>
                    <a:pt x="1615039" y="3921806"/>
                  </a:lnTo>
                  <a:lnTo>
                    <a:pt x="1615164" y="3921806"/>
                  </a:lnTo>
                  <a:lnTo>
                    <a:pt x="1615289" y="3921806"/>
                  </a:lnTo>
                  <a:lnTo>
                    <a:pt x="1615415" y="3921806"/>
                  </a:lnTo>
                  <a:lnTo>
                    <a:pt x="1615540" y="3921806"/>
                  </a:lnTo>
                  <a:lnTo>
                    <a:pt x="1615665" y="3921806"/>
                  </a:lnTo>
                  <a:lnTo>
                    <a:pt x="1615790" y="3921806"/>
                  </a:lnTo>
                  <a:lnTo>
                    <a:pt x="1615915" y="3921806"/>
                  </a:lnTo>
                  <a:lnTo>
                    <a:pt x="1616040" y="3921806"/>
                  </a:lnTo>
                  <a:lnTo>
                    <a:pt x="1616165" y="3921806"/>
                  </a:lnTo>
                  <a:lnTo>
                    <a:pt x="1616290" y="3921806"/>
                  </a:lnTo>
                  <a:lnTo>
                    <a:pt x="1616415" y="3921806"/>
                  </a:lnTo>
                  <a:lnTo>
                    <a:pt x="1616540" y="3921806"/>
                  </a:lnTo>
                  <a:lnTo>
                    <a:pt x="1616665" y="3921806"/>
                  </a:lnTo>
                  <a:lnTo>
                    <a:pt x="1616790" y="3921806"/>
                  </a:lnTo>
                  <a:lnTo>
                    <a:pt x="1616915" y="3921806"/>
                  </a:lnTo>
                  <a:lnTo>
                    <a:pt x="1617040" y="3921806"/>
                  </a:lnTo>
                  <a:lnTo>
                    <a:pt x="1617165" y="3921806"/>
                  </a:lnTo>
                  <a:lnTo>
                    <a:pt x="1617290" y="3921806"/>
                  </a:lnTo>
                  <a:lnTo>
                    <a:pt x="1617415" y="3921806"/>
                  </a:lnTo>
                  <a:lnTo>
                    <a:pt x="1617540" y="3921806"/>
                  </a:lnTo>
                  <a:lnTo>
                    <a:pt x="1617665" y="3921806"/>
                  </a:lnTo>
                  <a:lnTo>
                    <a:pt x="1617790" y="3921806"/>
                  </a:lnTo>
                  <a:lnTo>
                    <a:pt x="1617915" y="3921806"/>
                  </a:lnTo>
                  <a:lnTo>
                    <a:pt x="1618040" y="3921806"/>
                  </a:lnTo>
                  <a:lnTo>
                    <a:pt x="1618165" y="3921806"/>
                  </a:lnTo>
                  <a:lnTo>
                    <a:pt x="1618165" y="3911852"/>
                  </a:lnTo>
                  <a:lnTo>
                    <a:pt x="1618290" y="3911852"/>
                  </a:lnTo>
                  <a:lnTo>
                    <a:pt x="1618416" y="3911852"/>
                  </a:lnTo>
                  <a:lnTo>
                    <a:pt x="1618541" y="3911852"/>
                  </a:lnTo>
                  <a:lnTo>
                    <a:pt x="1618666" y="3911852"/>
                  </a:lnTo>
                  <a:lnTo>
                    <a:pt x="1618791" y="3911852"/>
                  </a:lnTo>
                  <a:lnTo>
                    <a:pt x="1618916" y="3911852"/>
                  </a:lnTo>
                  <a:lnTo>
                    <a:pt x="1619041" y="3911852"/>
                  </a:lnTo>
                  <a:lnTo>
                    <a:pt x="1619166" y="3911852"/>
                  </a:lnTo>
                  <a:lnTo>
                    <a:pt x="1619291" y="3911852"/>
                  </a:lnTo>
                  <a:lnTo>
                    <a:pt x="1619416" y="3911852"/>
                  </a:lnTo>
                  <a:lnTo>
                    <a:pt x="1619541" y="3911852"/>
                  </a:lnTo>
                  <a:lnTo>
                    <a:pt x="1619666" y="3911852"/>
                  </a:lnTo>
                  <a:lnTo>
                    <a:pt x="1619791" y="3911852"/>
                  </a:lnTo>
                  <a:lnTo>
                    <a:pt x="1619916" y="3911852"/>
                  </a:lnTo>
                  <a:lnTo>
                    <a:pt x="1620041" y="3911852"/>
                  </a:lnTo>
                  <a:lnTo>
                    <a:pt x="1620166" y="3911852"/>
                  </a:lnTo>
                  <a:lnTo>
                    <a:pt x="1620291" y="3911852"/>
                  </a:lnTo>
                  <a:lnTo>
                    <a:pt x="1620416" y="3911852"/>
                  </a:lnTo>
                  <a:lnTo>
                    <a:pt x="1620541" y="3911852"/>
                  </a:lnTo>
                  <a:lnTo>
                    <a:pt x="1620666" y="3911852"/>
                  </a:lnTo>
                  <a:lnTo>
                    <a:pt x="1620791" y="3911852"/>
                  </a:lnTo>
                  <a:lnTo>
                    <a:pt x="1620916" y="3911852"/>
                  </a:lnTo>
                  <a:lnTo>
                    <a:pt x="1621041" y="3911852"/>
                  </a:lnTo>
                  <a:lnTo>
                    <a:pt x="1621166" y="3911852"/>
                  </a:lnTo>
                  <a:lnTo>
                    <a:pt x="1621291" y="3911852"/>
                  </a:lnTo>
                  <a:lnTo>
                    <a:pt x="1621417" y="3911852"/>
                  </a:lnTo>
                  <a:lnTo>
                    <a:pt x="1621542" y="3911852"/>
                  </a:lnTo>
                  <a:lnTo>
                    <a:pt x="1621667" y="3911852"/>
                  </a:lnTo>
                  <a:lnTo>
                    <a:pt x="1621792" y="3911852"/>
                  </a:lnTo>
                  <a:lnTo>
                    <a:pt x="1621917" y="3911852"/>
                  </a:lnTo>
                  <a:lnTo>
                    <a:pt x="1622042" y="3911852"/>
                  </a:lnTo>
                  <a:lnTo>
                    <a:pt x="1622167" y="3911852"/>
                  </a:lnTo>
                  <a:lnTo>
                    <a:pt x="1622292" y="3911852"/>
                  </a:lnTo>
                  <a:lnTo>
                    <a:pt x="1622417" y="3911852"/>
                  </a:lnTo>
                  <a:lnTo>
                    <a:pt x="1622542" y="3911852"/>
                  </a:lnTo>
                  <a:lnTo>
                    <a:pt x="1622667" y="3911852"/>
                  </a:lnTo>
                  <a:lnTo>
                    <a:pt x="1622792" y="3911852"/>
                  </a:lnTo>
                  <a:lnTo>
                    <a:pt x="1622917" y="3911852"/>
                  </a:lnTo>
                  <a:lnTo>
                    <a:pt x="1623042" y="3911852"/>
                  </a:lnTo>
                  <a:lnTo>
                    <a:pt x="1623167" y="3911852"/>
                  </a:lnTo>
                  <a:lnTo>
                    <a:pt x="1623292" y="3911852"/>
                  </a:lnTo>
                  <a:lnTo>
                    <a:pt x="1623417" y="3911852"/>
                  </a:lnTo>
                  <a:lnTo>
                    <a:pt x="1623542" y="3911852"/>
                  </a:lnTo>
                  <a:lnTo>
                    <a:pt x="1623667" y="3911852"/>
                  </a:lnTo>
                  <a:lnTo>
                    <a:pt x="1623792" y="3911852"/>
                  </a:lnTo>
                  <a:lnTo>
                    <a:pt x="1623917" y="3911852"/>
                  </a:lnTo>
                  <a:lnTo>
                    <a:pt x="1624042" y="3911852"/>
                  </a:lnTo>
                  <a:lnTo>
                    <a:pt x="1624167" y="3911852"/>
                  </a:lnTo>
                  <a:lnTo>
                    <a:pt x="1624292" y="3911852"/>
                  </a:lnTo>
                  <a:lnTo>
                    <a:pt x="1624418" y="3911852"/>
                  </a:lnTo>
                  <a:lnTo>
                    <a:pt x="1624543" y="3911852"/>
                  </a:lnTo>
                  <a:lnTo>
                    <a:pt x="1624668" y="3911852"/>
                  </a:lnTo>
                  <a:lnTo>
                    <a:pt x="1624793" y="3911852"/>
                  </a:lnTo>
                  <a:lnTo>
                    <a:pt x="1624918" y="3911852"/>
                  </a:lnTo>
                  <a:lnTo>
                    <a:pt x="1625043" y="3911852"/>
                  </a:lnTo>
                  <a:lnTo>
                    <a:pt x="1625043" y="3901898"/>
                  </a:lnTo>
                  <a:lnTo>
                    <a:pt x="1625168" y="3901898"/>
                  </a:lnTo>
                  <a:lnTo>
                    <a:pt x="1625293" y="3901898"/>
                  </a:lnTo>
                  <a:lnTo>
                    <a:pt x="1625418" y="3901898"/>
                  </a:lnTo>
                  <a:lnTo>
                    <a:pt x="1625543" y="3901898"/>
                  </a:lnTo>
                  <a:lnTo>
                    <a:pt x="1625668" y="3901898"/>
                  </a:lnTo>
                  <a:lnTo>
                    <a:pt x="1625793" y="3901898"/>
                  </a:lnTo>
                  <a:lnTo>
                    <a:pt x="1625918" y="3901898"/>
                  </a:lnTo>
                  <a:lnTo>
                    <a:pt x="1626043" y="3901898"/>
                  </a:lnTo>
                  <a:lnTo>
                    <a:pt x="1626168" y="3901898"/>
                  </a:lnTo>
                  <a:lnTo>
                    <a:pt x="1626293" y="3901898"/>
                  </a:lnTo>
                  <a:lnTo>
                    <a:pt x="1626418" y="3901898"/>
                  </a:lnTo>
                  <a:lnTo>
                    <a:pt x="1626543" y="3901898"/>
                  </a:lnTo>
                  <a:lnTo>
                    <a:pt x="1626668" y="3901898"/>
                  </a:lnTo>
                  <a:lnTo>
                    <a:pt x="1626793" y="3901898"/>
                  </a:lnTo>
                  <a:lnTo>
                    <a:pt x="1626918" y="3901898"/>
                  </a:lnTo>
                  <a:lnTo>
                    <a:pt x="1627043" y="3901898"/>
                  </a:lnTo>
                  <a:lnTo>
                    <a:pt x="1627168" y="3901898"/>
                  </a:lnTo>
                  <a:lnTo>
                    <a:pt x="1627293" y="3901898"/>
                  </a:lnTo>
                  <a:lnTo>
                    <a:pt x="1627419" y="3901898"/>
                  </a:lnTo>
                  <a:lnTo>
                    <a:pt x="1627544" y="3901898"/>
                  </a:lnTo>
                  <a:lnTo>
                    <a:pt x="1627669" y="3901898"/>
                  </a:lnTo>
                  <a:lnTo>
                    <a:pt x="1627794" y="3901898"/>
                  </a:lnTo>
                  <a:lnTo>
                    <a:pt x="1627794" y="3891944"/>
                  </a:lnTo>
                  <a:lnTo>
                    <a:pt x="1627919" y="3891944"/>
                  </a:lnTo>
                  <a:lnTo>
                    <a:pt x="1628044" y="3891944"/>
                  </a:lnTo>
                  <a:lnTo>
                    <a:pt x="1628169" y="3891944"/>
                  </a:lnTo>
                  <a:lnTo>
                    <a:pt x="1628294" y="3891944"/>
                  </a:lnTo>
                  <a:lnTo>
                    <a:pt x="1628419" y="3891944"/>
                  </a:lnTo>
                  <a:lnTo>
                    <a:pt x="1628544" y="3891944"/>
                  </a:lnTo>
                  <a:lnTo>
                    <a:pt x="1628669" y="3891944"/>
                  </a:lnTo>
                  <a:lnTo>
                    <a:pt x="1628794" y="3891944"/>
                  </a:lnTo>
                  <a:lnTo>
                    <a:pt x="1628919" y="3891944"/>
                  </a:lnTo>
                  <a:lnTo>
                    <a:pt x="1629044" y="3891944"/>
                  </a:lnTo>
                  <a:lnTo>
                    <a:pt x="1629169" y="3891944"/>
                  </a:lnTo>
                  <a:lnTo>
                    <a:pt x="1629169" y="3881990"/>
                  </a:lnTo>
                  <a:lnTo>
                    <a:pt x="1629294" y="3881990"/>
                  </a:lnTo>
                  <a:lnTo>
                    <a:pt x="1629419" y="3881990"/>
                  </a:lnTo>
                  <a:lnTo>
                    <a:pt x="1629544" y="3881990"/>
                  </a:lnTo>
                  <a:lnTo>
                    <a:pt x="1629669" y="3881990"/>
                  </a:lnTo>
                  <a:lnTo>
                    <a:pt x="1629794" y="3881990"/>
                  </a:lnTo>
                  <a:lnTo>
                    <a:pt x="1629919" y="3881990"/>
                  </a:lnTo>
                  <a:lnTo>
                    <a:pt x="1630044" y="3881990"/>
                  </a:lnTo>
                  <a:lnTo>
                    <a:pt x="1630169" y="3881990"/>
                  </a:lnTo>
                  <a:lnTo>
                    <a:pt x="1630295" y="3881990"/>
                  </a:lnTo>
                  <a:lnTo>
                    <a:pt x="1630420" y="3881990"/>
                  </a:lnTo>
                  <a:lnTo>
                    <a:pt x="1630545" y="3881990"/>
                  </a:lnTo>
                  <a:lnTo>
                    <a:pt x="1630670" y="3881990"/>
                  </a:lnTo>
                  <a:lnTo>
                    <a:pt x="1630795" y="3881990"/>
                  </a:lnTo>
                  <a:lnTo>
                    <a:pt x="1630920" y="3881990"/>
                  </a:lnTo>
                  <a:lnTo>
                    <a:pt x="1631045" y="3881990"/>
                  </a:lnTo>
                  <a:lnTo>
                    <a:pt x="1631170" y="3881990"/>
                  </a:lnTo>
                  <a:lnTo>
                    <a:pt x="1631295" y="3881990"/>
                  </a:lnTo>
                  <a:lnTo>
                    <a:pt x="1631420" y="3881990"/>
                  </a:lnTo>
                  <a:lnTo>
                    <a:pt x="1631545" y="3881990"/>
                  </a:lnTo>
                  <a:lnTo>
                    <a:pt x="1631670" y="3881990"/>
                  </a:lnTo>
                  <a:lnTo>
                    <a:pt x="1631795" y="3881990"/>
                  </a:lnTo>
                  <a:lnTo>
                    <a:pt x="1631920" y="3881990"/>
                  </a:lnTo>
                  <a:lnTo>
                    <a:pt x="1632045" y="3881990"/>
                  </a:lnTo>
                  <a:lnTo>
                    <a:pt x="1632170" y="3881990"/>
                  </a:lnTo>
                  <a:lnTo>
                    <a:pt x="1632295" y="3881990"/>
                  </a:lnTo>
                  <a:lnTo>
                    <a:pt x="1632420" y="3881990"/>
                  </a:lnTo>
                  <a:lnTo>
                    <a:pt x="1632420" y="3872037"/>
                  </a:lnTo>
                  <a:lnTo>
                    <a:pt x="1632545" y="3872037"/>
                  </a:lnTo>
                  <a:lnTo>
                    <a:pt x="1632670" y="3872037"/>
                  </a:lnTo>
                  <a:lnTo>
                    <a:pt x="1632795" y="3872037"/>
                  </a:lnTo>
                  <a:lnTo>
                    <a:pt x="1632920" y="3872037"/>
                  </a:lnTo>
                  <a:lnTo>
                    <a:pt x="1633045" y="3872037"/>
                  </a:lnTo>
                  <a:lnTo>
                    <a:pt x="1633170" y="3872037"/>
                  </a:lnTo>
                  <a:lnTo>
                    <a:pt x="1633296" y="3872037"/>
                  </a:lnTo>
                  <a:lnTo>
                    <a:pt x="1633421" y="3872037"/>
                  </a:lnTo>
                  <a:lnTo>
                    <a:pt x="1633546" y="3872037"/>
                  </a:lnTo>
                  <a:lnTo>
                    <a:pt x="1633671" y="3872037"/>
                  </a:lnTo>
                  <a:lnTo>
                    <a:pt x="1633796" y="3872037"/>
                  </a:lnTo>
                  <a:lnTo>
                    <a:pt x="1633921" y="3872037"/>
                  </a:lnTo>
                  <a:lnTo>
                    <a:pt x="1634046" y="3872037"/>
                  </a:lnTo>
                  <a:lnTo>
                    <a:pt x="1634171" y="3872037"/>
                  </a:lnTo>
                  <a:lnTo>
                    <a:pt x="1634171" y="3862083"/>
                  </a:lnTo>
                  <a:lnTo>
                    <a:pt x="1634296" y="3862083"/>
                  </a:lnTo>
                  <a:lnTo>
                    <a:pt x="1634421" y="3862083"/>
                  </a:lnTo>
                  <a:lnTo>
                    <a:pt x="1634546" y="3862083"/>
                  </a:lnTo>
                  <a:lnTo>
                    <a:pt x="1634671" y="3862083"/>
                  </a:lnTo>
                  <a:lnTo>
                    <a:pt x="1634796" y="3862083"/>
                  </a:lnTo>
                  <a:lnTo>
                    <a:pt x="1634921" y="3862083"/>
                  </a:lnTo>
                  <a:lnTo>
                    <a:pt x="1635046" y="3862083"/>
                  </a:lnTo>
                  <a:lnTo>
                    <a:pt x="1635171" y="3862083"/>
                  </a:lnTo>
                  <a:lnTo>
                    <a:pt x="1635296" y="3862083"/>
                  </a:lnTo>
                  <a:lnTo>
                    <a:pt x="1635421" y="3862083"/>
                  </a:lnTo>
                  <a:lnTo>
                    <a:pt x="1635546" y="3862083"/>
                  </a:lnTo>
                  <a:lnTo>
                    <a:pt x="1635671" y="3862083"/>
                  </a:lnTo>
                  <a:lnTo>
                    <a:pt x="1635796" y="3862083"/>
                  </a:lnTo>
                  <a:lnTo>
                    <a:pt x="1635921" y="3862083"/>
                  </a:lnTo>
                  <a:lnTo>
                    <a:pt x="1636046" y="3862083"/>
                  </a:lnTo>
                  <a:lnTo>
                    <a:pt x="1636171" y="3862083"/>
                  </a:lnTo>
                  <a:lnTo>
                    <a:pt x="1636297" y="3862083"/>
                  </a:lnTo>
                  <a:lnTo>
                    <a:pt x="1636422" y="3862083"/>
                  </a:lnTo>
                  <a:lnTo>
                    <a:pt x="1636547" y="3862083"/>
                  </a:lnTo>
                  <a:lnTo>
                    <a:pt x="1636672" y="3862083"/>
                  </a:lnTo>
                  <a:lnTo>
                    <a:pt x="1636797" y="3862083"/>
                  </a:lnTo>
                  <a:lnTo>
                    <a:pt x="1636922" y="3862083"/>
                  </a:lnTo>
                  <a:lnTo>
                    <a:pt x="1637047" y="3862083"/>
                  </a:lnTo>
                  <a:lnTo>
                    <a:pt x="1637172" y="3862083"/>
                  </a:lnTo>
                  <a:lnTo>
                    <a:pt x="1637297" y="3862083"/>
                  </a:lnTo>
                  <a:lnTo>
                    <a:pt x="1637422" y="3862083"/>
                  </a:lnTo>
                  <a:lnTo>
                    <a:pt x="1637547" y="3862083"/>
                  </a:lnTo>
                  <a:lnTo>
                    <a:pt x="1637672" y="3862083"/>
                  </a:lnTo>
                  <a:lnTo>
                    <a:pt x="1637797" y="3862083"/>
                  </a:lnTo>
                  <a:lnTo>
                    <a:pt x="1637922" y="3862083"/>
                  </a:lnTo>
                  <a:lnTo>
                    <a:pt x="1638047" y="3862083"/>
                  </a:lnTo>
                  <a:lnTo>
                    <a:pt x="1638172" y="3862083"/>
                  </a:lnTo>
                  <a:lnTo>
                    <a:pt x="1638297" y="3862083"/>
                  </a:lnTo>
                  <a:lnTo>
                    <a:pt x="1638422" y="3862083"/>
                  </a:lnTo>
                  <a:lnTo>
                    <a:pt x="1638547" y="3862083"/>
                  </a:lnTo>
                  <a:lnTo>
                    <a:pt x="1638672" y="3862083"/>
                  </a:lnTo>
                  <a:lnTo>
                    <a:pt x="1638797" y="3862083"/>
                  </a:lnTo>
                  <a:lnTo>
                    <a:pt x="1638922" y="3862083"/>
                  </a:lnTo>
                  <a:lnTo>
                    <a:pt x="1639047" y="3862083"/>
                  </a:lnTo>
                  <a:lnTo>
                    <a:pt x="1639172" y="3862083"/>
                  </a:lnTo>
                  <a:lnTo>
                    <a:pt x="1639298" y="3862083"/>
                  </a:lnTo>
                  <a:lnTo>
                    <a:pt x="1639423" y="3862083"/>
                  </a:lnTo>
                  <a:lnTo>
                    <a:pt x="1639548" y="3862083"/>
                  </a:lnTo>
                  <a:lnTo>
                    <a:pt x="1639673" y="3862083"/>
                  </a:lnTo>
                  <a:lnTo>
                    <a:pt x="1639798" y="3862083"/>
                  </a:lnTo>
                  <a:lnTo>
                    <a:pt x="1639923" y="3862083"/>
                  </a:lnTo>
                  <a:lnTo>
                    <a:pt x="1640048" y="3862083"/>
                  </a:lnTo>
                  <a:lnTo>
                    <a:pt x="1640173" y="3862083"/>
                  </a:lnTo>
                  <a:lnTo>
                    <a:pt x="1640298" y="3862083"/>
                  </a:lnTo>
                  <a:lnTo>
                    <a:pt x="1640423" y="3862083"/>
                  </a:lnTo>
                  <a:lnTo>
                    <a:pt x="1640548" y="3862083"/>
                  </a:lnTo>
                  <a:lnTo>
                    <a:pt x="1640673" y="3862083"/>
                  </a:lnTo>
                  <a:lnTo>
                    <a:pt x="1640798" y="3862083"/>
                  </a:lnTo>
                  <a:lnTo>
                    <a:pt x="1640923" y="3862083"/>
                  </a:lnTo>
                  <a:lnTo>
                    <a:pt x="1641048" y="3862083"/>
                  </a:lnTo>
                  <a:lnTo>
                    <a:pt x="1641173" y="3862083"/>
                  </a:lnTo>
                  <a:lnTo>
                    <a:pt x="1641298" y="3862083"/>
                  </a:lnTo>
                  <a:lnTo>
                    <a:pt x="1641423" y="3862083"/>
                  </a:lnTo>
                  <a:lnTo>
                    <a:pt x="1641548" y="3862083"/>
                  </a:lnTo>
                  <a:lnTo>
                    <a:pt x="1641673" y="3862083"/>
                  </a:lnTo>
                  <a:lnTo>
                    <a:pt x="1641798" y="3862083"/>
                  </a:lnTo>
                  <a:lnTo>
                    <a:pt x="1641923" y="3862083"/>
                  </a:lnTo>
                  <a:lnTo>
                    <a:pt x="1642048" y="3862083"/>
                  </a:lnTo>
                  <a:lnTo>
                    <a:pt x="1642173" y="3862083"/>
                  </a:lnTo>
                  <a:lnTo>
                    <a:pt x="1642299" y="3862083"/>
                  </a:lnTo>
                  <a:lnTo>
                    <a:pt x="1642424" y="3862083"/>
                  </a:lnTo>
                  <a:lnTo>
                    <a:pt x="1642549" y="3862083"/>
                  </a:lnTo>
                  <a:lnTo>
                    <a:pt x="1642674" y="3862083"/>
                  </a:lnTo>
                  <a:lnTo>
                    <a:pt x="1642799" y="3862083"/>
                  </a:lnTo>
                  <a:lnTo>
                    <a:pt x="1642924" y="3862083"/>
                  </a:lnTo>
                  <a:lnTo>
                    <a:pt x="1643049" y="3862083"/>
                  </a:lnTo>
                  <a:lnTo>
                    <a:pt x="1643174" y="3862083"/>
                  </a:lnTo>
                  <a:lnTo>
                    <a:pt x="1643299" y="3862083"/>
                  </a:lnTo>
                  <a:lnTo>
                    <a:pt x="1643424" y="3862083"/>
                  </a:lnTo>
                  <a:lnTo>
                    <a:pt x="1643424" y="3852129"/>
                  </a:lnTo>
                  <a:lnTo>
                    <a:pt x="1643549" y="3852129"/>
                  </a:lnTo>
                  <a:lnTo>
                    <a:pt x="1643674" y="3852129"/>
                  </a:lnTo>
                  <a:lnTo>
                    <a:pt x="1643799" y="3852129"/>
                  </a:lnTo>
                  <a:lnTo>
                    <a:pt x="1643924" y="3852129"/>
                  </a:lnTo>
                  <a:lnTo>
                    <a:pt x="1644049" y="3852129"/>
                  </a:lnTo>
                  <a:lnTo>
                    <a:pt x="1644174" y="3852129"/>
                  </a:lnTo>
                  <a:lnTo>
                    <a:pt x="1644299" y="3852129"/>
                  </a:lnTo>
                  <a:lnTo>
                    <a:pt x="1644424" y="3852129"/>
                  </a:lnTo>
                  <a:lnTo>
                    <a:pt x="1644549" y="3852129"/>
                  </a:lnTo>
                  <a:lnTo>
                    <a:pt x="1644674" y="3852129"/>
                  </a:lnTo>
                  <a:lnTo>
                    <a:pt x="1644799" y="3852129"/>
                  </a:lnTo>
                  <a:lnTo>
                    <a:pt x="1644924" y="3852129"/>
                  </a:lnTo>
                  <a:lnTo>
                    <a:pt x="1645049" y="3852129"/>
                  </a:lnTo>
                  <a:lnTo>
                    <a:pt x="1645174" y="3852129"/>
                  </a:lnTo>
                  <a:lnTo>
                    <a:pt x="1645300" y="3852129"/>
                  </a:lnTo>
                  <a:lnTo>
                    <a:pt x="1645425" y="3852129"/>
                  </a:lnTo>
                  <a:lnTo>
                    <a:pt x="1645550" y="3852129"/>
                  </a:lnTo>
                  <a:lnTo>
                    <a:pt x="1645675" y="3852129"/>
                  </a:lnTo>
                  <a:lnTo>
                    <a:pt x="1645800" y="3852129"/>
                  </a:lnTo>
                  <a:lnTo>
                    <a:pt x="1645925" y="3852129"/>
                  </a:lnTo>
                  <a:lnTo>
                    <a:pt x="1646050" y="3852129"/>
                  </a:lnTo>
                  <a:lnTo>
                    <a:pt x="1646175" y="3852129"/>
                  </a:lnTo>
                  <a:lnTo>
                    <a:pt x="1646300" y="3852129"/>
                  </a:lnTo>
                  <a:lnTo>
                    <a:pt x="1646425" y="3852129"/>
                  </a:lnTo>
                  <a:lnTo>
                    <a:pt x="1646550" y="3852129"/>
                  </a:lnTo>
                  <a:lnTo>
                    <a:pt x="1646675" y="3852129"/>
                  </a:lnTo>
                  <a:lnTo>
                    <a:pt x="1646800" y="3852129"/>
                  </a:lnTo>
                  <a:lnTo>
                    <a:pt x="1646925" y="3852129"/>
                  </a:lnTo>
                  <a:lnTo>
                    <a:pt x="1647050" y="3852129"/>
                  </a:lnTo>
                  <a:lnTo>
                    <a:pt x="1647175" y="3852129"/>
                  </a:lnTo>
                  <a:lnTo>
                    <a:pt x="1647300" y="3852129"/>
                  </a:lnTo>
                  <a:lnTo>
                    <a:pt x="1647425" y="3852129"/>
                  </a:lnTo>
                  <a:lnTo>
                    <a:pt x="1647550" y="3852129"/>
                  </a:lnTo>
                  <a:lnTo>
                    <a:pt x="1647675" y="3852129"/>
                  </a:lnTo>
                  <a:lnTo>
                    <a:pt x="1647800" y="3852129"/>
                  </a:lnTo>
                  <a:lnTo>
                    <a:pt x="1647925" y="3852129"/>
                  </a:lnTo>
                  <a:lnTo>
                    <a:pt x="1648050" y="3852129"/>
                  </a:lnTo>
                  <a:lnTo>
                    <a:pt x="1648175" y="3852129"/>
                  </a:lnTo>
                  <a:lnTo>
                    <a:pt x="1648301" y="3852129"/>
                  </a:lnTo>
                  <a:lnTo>
                    <a:pt x="1648426" y="3852129"/>
                  </a:lnTo>
                  <a:lnTo>
                    <a:pt x="1648551" y="3852129"/>
                  </a:lnTo>
                  <a:lnTo>
                    <a:pt x="1648676" y="3852129"/>
                  </a:lnTo>
                  <a:lnTo>
                    <a:pt x="1648801" y="3852129"/>
                  </a:lnTo>
                  <a:lnTo>
                    <a:pt x="1648926" y="3852129"/>
                  </a:lnTo>
                  <a:lnTo>
                    <a:pt x="1649051" y="3852129"/>
                  </a:lnTo>
                  <a:lnTo>
                    <a:pt x="1649176" y="3852129"/>
                  </a:lnTo>
                  <a:lnTo>
                    <a:pt x="1649301" y="3852129"/>
                  </a:lnTo>
                  <a:lnTo>
                    <a:pt x="1649426" y="3852129"/>
                  </a:lnTo>
                  <a:lnTo>
                    <a:pt x="1649551" y="3852129"/>
                  </a:lnTo>
                  <a:lnTo>
                    <a:pt x="1649676" y="3852129"/>
                  </a:lnTo>
                  <a:lnTo>
                    <a:pt x="1649801" y="3852129"/>
                  </a:lnTo>
                  <a:lnTo>
                    <a:pt x="1649926" y="3852129"/>
                  </a:lnTo>
                  <a:lnTo>
                    <a:pt x="1650051" y="3852129"/>
                  </a:lnTo>
                  <a:lnTo>
                    <a:pt x="1650176" y="3852129"/>
                  </a:lnTo>
                  <a:lnTo>
                    <a:pt x="1650301" y="3852129"/>
                  </a:lnTo>
                  <a:lnTo>
                    <a:pt x="1650426" y="3852129"/>
                  </a:lnTo>
                  <a:lnTo>
                    <a:pt x="1650551" y="3852129"/>
                  </a:lnTo>
                  <a:lnTo>
                    <a:pt x="1650676" y="3852129"/>
                  </a:lnTo>
                  <a:lnTo>
                    <a:pt x="1650801" y="3852129"/>
                  </a:lnTo>
                  <a:lnTo>
                    <a:pt x="1650926" y="3852129"/>
                  </a:lnTo>
                  <a:lnTo>
                    <a:pt x="1651051" y="3852129"/>
                  </a:lnTo>
                  <a:lnTo>
                    <a:pt x="1651176" y="3852129"/>
                  </a:lnTo>
                  <a:lnTo>
                    <a:pt x="1651302" y="3852129"/>
                  </a:lnTo>
                  <a:lnTo>
                    <a:pt x="1651427" y="3852129"/>
                  </a:lnTo>
                  <a:lnTo>
                    <a:pt x="1651552" y="3852129"/>
                  </a:lnTo>
                  <a:lnTo>
                    <a:pt x="1651677" y="3852129"/>
                  </a:lnTo>
                  <a:lnTo>
                    <a:pt x="1651802" y="3852129"/>
                  </a:lnTo>
                  <a:lnTo>
                    <a:pt x="1651927" y="3852129"/>
                  </a:lnTo>
                  <a:lnTo>
                    <a:pt x="1652052" y="3852129"/>
                  </a:lnTo>
                  <a:lnTo>
                    <a:pt x="1652177" y="3852129"/>
                  </a:lnTo>
                  <a:lnTo>
                    <a:pt x="1652302" y="3852129"/>
                  </a:lnTo>
                  <a:lnTo>
                    <a:pt x="1652427" y="3852129"/>
                  </a:lnTo>
                  <a:lnTo>
                    <a:pt x="1652552" y="3852129"/>
                  </a:lnTo>
                  <a:lnTo>
                    <a:pt x="1652677" y="3852129"/>
                  </a:lnTo>
                  <a:lnTo>
                    <a:pt x="1652802" y="3852129"/>
                  </a:lnTo>
                  <a:lnTo>
                    <a:pt x="1652927" y="3852129"/>
                  </a:lnTo>
                  <a:lnTo>
                    <a:pt x="1653052" y="3852129"/>
                  </a:lnTo>
                  <a:lnTo>
                    <a:pt x="1653177" y="3852129"/>
                  </a:lnTo>
                  <a:lnTo>
                    <a:pt x="1653302" y="3852129"/>
                  </a:lnTo>
                  <a:lnTo>
                    <a:pt x="1653427" y="3852129"/>
                  </a:lnTo>
                  <a:lnTo>
                    <a:pt x="1653552" y="3852129"/>
                  </a:lnTo>
                  <a:lnTo>
                    <a:pt x="1653677" y="3852129"/>
                  </a:lnTo>
                  <a:lnTo>
                    <a:pt x="1653802" y="3852129"/>
                  </a:lnTo>
                  <a:lnTo>
                    <a:pt x="1653927" y="3852129"/>
                  </a:lnTo>
                  <a:lnTo>
                    <a:pt x="1654052" y="3852129"/>
                  </a:lnTo>
                  <a:lnTo>
                    <a:pt x="1654177" y="3852129"/>
                  </a:lnTo>
                  <a:lnTo>
                    <a:pt x="1654303" y="3852129"/>
                  </a:lnTo>
                  <a:lnTo>
                    <a:pt x="1654428" y="3852129"/>
                  </a:lnTo>
                  <a:lnTo>
                    <a:pt x="1654553" y="3852129"/>
                  </a:lnTo>
                  <a:lnTo>
                    <a:pt x="1654678" y="3852129"/>
                  </a:lnTo>
                  <a:lnTo>
                    <a:pt x="1654803" y="3852129"/>
                  </a:lnTo>
                  <a:lnTo>
                    <a:pt x="1654928" y="3852129"/>
                  </a:lnTo>
                  <a:lnTo>
                    <a:pt x="1655053" y="3852129"/>
                  </a:lnTo>
                  <a:lnTo>
                    <a:pt x="1655178" y="3852129"/>
                  </a:lnTo>
                  <a:lnTo>
                    <a:pt x="1655303" y="3852129"/>
                  </a:lnTo>
                  <a:lnTo>
                    <a:pt x="1655428" y="3852129"/>
                  </a:lnTo>
                  <a:lnTo>
                    <a:pt x="1655553" y="3852129"/>
                  </a:lnTo>
                  <a:lnTo>
                    <a:pt x="1655678" y="3852129"/>
                  </a:lnTo>
                  <a:lnTo>
                    <a:pt x="1655803" y="3852129"/>
                  </a:lnTo>
                  <a:lnTo>
                    <a:pt x="1655928" y="3852129"/>
                  </a:lnTo>
                  <a:lnTo>
                    <a:pt x="1656053" y="3852129"/>
                  </a:lnTo>
                  <a:lnTo>
                    <a:pt x="1656178" y="3852129"/>
                  </a:lnTo>
                  <a:lnTo>
                    <a:pt x="1656303" y="3852129"/>
                  </a:lnTo>
                  <a:lnTo>
                    <a:pt x="1656428" y="3852129"/>
                  </a:lnTo>
                  <a:lnTo>
                    <a:pt x="1656553" y="3852129"/>
                  </a:lnTo>
                  <a:lnTo>
                    <a:pt x="1656678" y="3852129"/>
                  </a:lnTo>
                  <a:lnTo>
                    <a:pt x="1656803" y="3852129"/>
                  </a:lnTo>
                  <a:lnTo>
                    <a:pt x="1656928" y="3852129"/>
                  </a:lnTo>
                  <a:lnTo>
                    <a:pt x="1657053" y="3852129"/>
                  </a:lnTo>
                  <a:lnTo>
                    <a:pt x="1657178" y="3852129"/>
                  </a:lnTo>
                  <a:lnTo>
                    <a:pt x="1657304" y="3852129"/>
                  </a:lnTo>
                  <a:lnTo>
                    <a:pt x="1657429" y="3852129"/>
                  </a:lnTo>
                  <a:lnTo>
                    <a:pt x="1657554" y="3852129"/>
                  </a:lnTo>
                  <a:lnTo>
                    <a:pt x="1657679" y="3852129"/>
                  </a:lnTo>
                  <a:lnTo>
                    <a:pt x="1657804" y="3852129"/>
                  </a:lnTo>
                  <a:lnTo>
                    <a:pt x="1657929" y="3852129"/>
                  </a:lnTo>
                  <a:lnTo>
                    <a:pt x="1658054" y="3852129"/>
                  </a:lnTo>
                  <a:lnTo>
                    <a:pt x="1658179" y="3852129"/>
                  </a:lnTo>
                  <a:lnTo>
                    <a:pt x="1658304" y="3852129"/>
                  </a:lnTo>
                  <a:lnTo>
                    <a:pt x="1658429" y="3852129"/>
                  </a:lnTo>
                  <a:lnTo>
                    <a:pt x="1658554" y="3852129"/>
                  </a:lnTo>
                  <a:lnTo>
                    <a:pt x="1658679" y="3852129"/>
                  </a:lnTo>
                  <a:lnTo>
                    <a:pt x="1658804" y="3852129"/>
                  </a:lnTo>
                  <a:lnTo>
                    <a:pt x="1658929" y="3852129"/>
                  </a:lnTo>
                  <a:lnTo>
                    <a:pt x="1659054" y="3852129"/>
                  </a:lnTo>
                  <a:lnTo>
                    <a:pt x="1659179" y="3852129"/>
                  </a:lnTo>
                  <a:lnTo>
                    <a:pt x="1659304" y="3852129"/>
                  </a:lnTo>
                  <a:lnTo>
                    <a:pt x="1659429" y="3852129"/>
                  </a:lnTo>
                  <a:lnTo>
                    <a:pt x="1659554" y="3852129"/>
                  </a:lnTo>
                  <a:lnTo>
                    <a:pt x="1659679" y="3852129"/>
                  </a:lnTo>
                  <a:lnTo>
                    <a:pt x="1659804" y="3852129"/>
                  </a:lnTo>
                  <a:lnTo>
                    <a:pt x="1659929" y="3852129"/>
                  </a:lnTo>
                  <a:lnTo>
                    <a:pt x="1660054" y="3852129"/>
                  </a:lnTo>
                  <a:lnTo>
                    <a:pt x="1660179" y="3852129"/>
                  </a:lnTo>
                  <a:lnTo>
                    <a:pt x="1660305" y="3852129"/>
                  </a:lnTo>
                  <a:lnTo>
                    <a:pt x="1660430" y="3852129"/>
                  </a:lnTo>
                  <a:lnTo>
                    <a:pt x="1660555" y="3852129"/>
                  </a:lnTo>
                  <a:lnTo>
                    <a:pt x="1660680" y="3852129"/>
                  </a:lnTo>
                  <a:lnTo>
                    <a:pt x="1660805" y="3852129"/>
                  </a:lnTo>
                  <a:lnTo>
                    <a:pt x="1660930" y="3852129"/>
                  </a:lnTo>
                  <a:lnTo>
                    <a:pt x="1661055" y="3852129"/>
                  </a:lnTo>
                  <a:lnTo>
                    <a:pt x="1661180" y="3852129"/>
                  </a:lnTo>
                  <a:lnTo>
                    <a:pt x="1661305" y="3852129"/>
                  </a:lnTo>
                  <a:lnTo>
                    <a:pt x="1661430" y="3852129"/>
                  </a:lnTo>
                  <a:lnTo>
                    <a:pt x="1661555" y="3852129"/>
                  </a:lnTo>
                  <a:lnTo>
                    <a:pt x="1661680" y="3852129"/>
                  </a:lnTo>
                  <a:lnTo>
                    <a:pt x="1661805" y="3852129"/>
                  </a:lnTo>
                  <a:lnTo>
                    <a:pt x="1661930" y="3852129"/>
                  </a:lnTo>
                  <a:lnTo>
                    <a:pt x="1662055" y="3852129"/>
                  </a:lnTo>
                  <a:lnTo>
                    <a:pt x="1662180" y="3852129"/>
                  </a:lnTo>
                  <a:lnTo>
                    <a:pt x="1662305" y="3852129"/>
                  </a:lnTo>
                  <a:lnTo>
                    <a:pt x="1662430" y="3852129"/>
                  </a:lnTo>
                  <a:lnTo>
                    <a:pt x="1662555" y="3852129"/>
                  </a:lnTo>
                  <a:lnTo>
                    <a:pt x="1662680" y="3852129"/>
                  </a:lnTo>
                  <a:lnTo>
                    <a:pt x="1662805" y="3852129"/>
                  </a:lnTo>
                  <a:lnTo>
                    <a:pt x="1662930" y="3852129"/>
                  </a:lnTo>
                  <a:lnTo>
                    <a:pt x="1663055" y="3852129"/>
                  </a:lnTo>
                  <a:lnTo>
                    <a:pt x="1663180" y="3852129"/>
                  </a:lnTo>
                  <a:lnTo>
                    <a:pt x="1663306" y="3852129"/>
                  </a:lnTo>
                  <a:lnTo>
                    <a:pt x="1663431" y="3852129"/>
                  </a:lnTo>
                  <a:lnTo>
                    <a:pt x="1663556" y="3852129"/>
                  </a:lnTo>
                  <a:lnTo>
                    <a:pt x="1663681" y="3852129"/>
                  </a:lnTo>
                  <a:lnTo>
                    <a:pt x="1663806" y="3852129"/>
                  </a:lnTo>
                  <a:lnTo>
                    <a:pt x="1663931" y="3852129"/>
                  </a:lnTo>
                  <a:lnTo>
                    <a:pt x="1664056" y="3852129"/>
                  </a:lnTo>
                  <a:lnTo>
                    <a:pt x="1664181" y="3852129"/>
                  </a:lnTo>
                  <a:lnTo>
                    <a:pt x="1664306" y="3852129"/>
                  </a:lnTo>
                  <a:lnTo>
                    <a:pt x="1664431" y="3852129"/>
                  </a:lnTo>
                  <a:lnTo>
                    <a:pt x="1664556" y="3852129"/>
                  </a:lnTo>
                  <a:lnTo>
                    <a:pt x="1664681" y="3852129"/>
                  </a:lnTo>
                  <a:lnTo>
                    <a:pt x="1664806" y="3852129"/>
                  </a:lnTo>
                  <a:lnTo>
                    <a:pt x="1664931" y="3852129"/>
                  </a:lnTo>
                  <a:lnTo>
                    <a:pt x="1665056" y="3852129"/>
                  </a:lnTo>
                  <a:lnTo>
                    <a:pt x="1665181" y="3852129"/>
                  </a:lnTo>
                  <a:lnTo>
                    <a:pt x="1665306" y="3852129"/>
                  </a:lnTo>
                  <a:lnTo>
                    <a:pt x="1665431" y="3852129"/>
                  </a:lnTo>
                  <a:lnTo>
                    <a:pt x="1665556" y="3852129"/>
                  </a:lnTo>
                  <a:lnTo>
                    <a:pt x="1665681" y="3852129"/>
                  </a:lnTo>
                  <a:lnTo>
                    <a:pt x="1665806" y="3852129"/>
                  </a:lnTo>
                  <a:lnTo>
                    <a:pt x="1665931" y="3852129"/>
                  </a:lnTo>
                  <a:lnTo>
                    <a:pt x="1666056" y="3852129"/>
                  </a:lnTo>
                  <a:lnTo>
                    <a:pt x="1666181" y="3852129"/>
                  </a:lnTo>
                  <a:lnTo>
                    <a:pt x="1666307" y="3852129"/>
                  </a:lnTo>
                  <a:lnTo>
                    <a:pt x="1666432" y="3852129"/>
                  </a:lnTo>
                  <a:lnTo>
                    <a:pt x="1666557" y="3852129"/>
                  </a:lnTo>
                  <a:lnTo>
                    <a:pt x="1666682" y="3852129"/>
                  </a:lnTo>
                  <a:lnTo>
                    <a:pt x="1666807" y="3852129"/>
                  </a:lnTo>
                  <a:lnTo>
                    <a:pt x="1666932" y="3852129"/>
                  </a:lnTo>
                  <a:lnTo>
                    <a:pt x="1667057" y="3852129"/>
                  </a:lnTo>
                  <a:lnTo>
                    <a:pt x="1667182" y="3852129"/>
                  </a:lnTo>
                  <a:lnTo>
                    <a:pt x="1667307" y="3852129"/>
                  </a:lnTo>
                  <a:lnTo>
                    <a:pt x="1667432" y="3852129"/>
                  </a:lnTo>
                  <a:lnTo>
                    <a:pt x="1667557" y="3852129"/>
                  </a:lnTo>
                  <a:lnTo>
                    <a:pt x="1667682" y="3852129"/>
                  </a:lnTo>
                  <a:lnTo>
                    <a:pt x="1667807" y="3852129"/>
                  </a:lnTo>
                  <a:lnTo>
                    <a:pt x="1667932" y="3852129"/>
                  </a:lnTo>
                  <a:lnTo>
                    <a:pt x="1668057" y="3852129"/>
                  </a:lnTo>
                  <a:lnTo>
                    <a:pt x="1668182" y="3852129"/>
                  </a:lnTo>
                  <a:lnTo>
                    <a:pt x="1668307" y="3852129"/>
                  </a:lnTo>
                  <a:lnTo>
                    <a:pt x="1668432" y="3852129"/>
                  </a:lnTo>
                  <a:lnTo>
                    <a:pt x="1668557" y="3852129"/>
                  </a:lnTo>
                  <a:lnTo>
                    <a:pt x="1668682" y="3852129"/>
                  </a:lnTo>
                  <a:lnTo>
                    <a:pt x="1668807" y="3852129"/>
                  </a:lnTo>
                  <a:lnTo>
                    <a:pt x="1668932" y="3852129"/>
                  </a:lnTo>
                  <a:lnTo>
                    <a:pt x="1669057" y="3852129"/>
                  </a:lnTo>
                  <a:lnTo>
                    <a:pt x="1669183" y="3852129"/>
                  </a:lnTo>
                  <a:lnTo>
                    <a:pt x="1669308" y="3852129"/>
                  </a:lnTo>
                  <a:lnTo>
                    <a:pt x="1669433" y="3852129"/>
                  </a:lnTo>
                  <a:lnTo>
                    <a:pt x="1669558" y="3852129"/>
                  </a:lnTo>
                  <a:lnTo>
                    <a:pt x="1669683" y="3852129"/>
                  </a:lnTo>
                  <a:lnTo>
                    <a:pt x="1669808" y="3852129"/>
                  </a:lnTo>
                  <a:lnTo>
                    <a:pt x="1669933" y="3852129"/>
                  </a:lnTo>
                  <a:lnTo>
                    <a:pt x="1670058" y="3852129"/>
                  </a:lnTo>
                  <a:lnTo>
                    <a:pt x="1670183" y="3852129"/>
                  </a:lnTo>
                  <a:lnTo>
                    <a:pt x="1670308" y="3852129"/>
                  </a:lnTo>
                  <a:lnTo>
                    <a:pt x="1670433" y="3852129"/>
                  </a:lnTo>
                  <a:lnTo>
                    <a:pt x="1670558" y="3852129"/>
                  </a:lnTo>
                  <a:lnTo>
                    <a:pt x="1670683" y="3852129"/>
                  </a:lnTo>
                  <a:lnTo>
                    <a:pt x="1670808" y="3852129"/>
                  </a:lnTo>
                  <a:lnTo>
                    <a:pt x="1670933" y="3852129"/>
                  </a:lnTo>
                  <a:lnTo>
                    <a:pt x="1671058" y="3852129"/>
                  </a:lnTo>
                  <a:lnTo>
                    <a:pt x="1671183" y="3852129"/>
                  </a:lnTo>
                  <a:lnTo>
                    <a:pt x="1671308" y="3852129"/>
                  </a:lnTo>
                  <a:lnTo>
                    <a:pt x="1671433" y="3852129"/>
                  </a:lnTo>
                  <a:lnTo>
                    <a:pt x="1671558" y="3852129"/>
                  </a:lnTo>
                  <a:lnTo>
                    <a:pt x="1671683" y="3852129"/>
                  </a:lnTo>
                  <a:lnTo>
                    <a:pt x="1671808" y="3852129"/>
                  </a:lnTo>
                  <a:lnTo>
                    <a:pt x="1671933" y="3852129"/>
                  </a:lnTo>
                  <a:lnTo>
                    <a:pt x="1672058" y="3852129"/>
                  </a:lnTo>
                  <a:lnTo>
                    <a:pt x="1672184" y="3852129"/>
                  </a:lnTo>
                  <a:lnTo>
                    <a:pt x="1672309" y="3852129"/>
                  </a:lnTo>
                  <a:lnTo>
                    <a:pt x="1672434" y="3852129"/>
                  </a:lnTo>
                  <a:lnTo>
                    <a:pt x="1672559" y="3852129"/>
                  </a:lnTo>
                  <a:lnTo>
                    <a:pt x="1672684" y="3852129"/>
                  </a:lnTo>
                  <a:lnTo>
                    <a:pt x="1672809" y="3852129"/>
                  </a:lnTo>
                  <a:lnTo>
                    <a:pt x="1672934" y="3852129"/>
                  </a:lnTo>
                  <a:lnTo>
                    <a:pt x="1673059" y="3852129"/>
                  </a:lnTo>
                  <a:lnTo>
                    <a:pt x="1673184" y="3852129"/>
                  </a:lnTo>
                  <a:lnTo>
                    <a:pt x="1673309" y="3852129"/>
                  </a:lnTo>
                  <a:lnTo>
                    <a:pt x="1673434" y="3852129"/>
                  </a:lnTo>
                  <a:lnTo>
                    <a:pt x="1673559" y="3852129"/>
                  </a:lnTo>
                  <a:lnTo>
                    <a:pt x="1673684" y="3852129"/>
                  </a:lnTo>
                  <a:lnTo>
                    <a:pt x="1673809" y="3852129"/>
                  </a:lnTo>
                  <a:lnTo>
                    <a:pt x="1673934" y="3852129"/>
                  </a:lnTo>
                  <a:lnTo>
                    <a:pt x="1674059" y="3852129"/>
                  </a:lnTo>
                  <a:lnTo>
                    <a:pt x="1674184" y="3852129"/>
                  </a:lnTo>
                  <a:lnTo>
                    <a:pt x="1674309" y="3852129"/>
                  </a:lnTo>
                  <a:lnTo>
                    <a:pt x="1674434" y="3852129"/>
                  </a:lnTo>
                  <a:lnTo>
                    <a:pt x="1674559" y="3852129"/>
                  </a:lnTo>
                  <a:lnTo>
                    <a:pt x="1674684" y="3852129"/>
                  </a:lnTo>
                  <a:lnTo>
                    <a:pt x="1674809" y="3852129"/>
                  </a:lnTo>
                  <a:lnTo>
                    <a:pt x="1674934" y="3852129"/>
                  </a:lnTo>
                  <a:lnTo>
                    <a:pt x="1675059" y="3852129"/>
                  </a:lnTo>
                  <a:lnTo>
                    <a:pt x="1675185" y="3852129"/>
                  </a:lnTo>
                  <a:lnTo>
                    <a:pt x="1675310" y="3852129"/>
                  </a:lnTo>
                  <a:lnTo>
                    <a:pt x="1675435" y="3852129"/>
                  </a:lnTo>
                  <a:lnTo>
                    <a:pt x="1675560" y="3852129"/>
                  </a:lnTo>
                  <a:lnTo>
                    <a:pt x="1675685" y="3852129"/>
                  </a:lnTo>
                  <a:lnTo>
                    <a:pt x="1675810" y="3852129"/>
                  </a:lnTo>
                  <a:lnTo>
                    <a:pt x="1675935" y="3852129"/>
                  </a:lnTo>
                  <a:lnTo>
                    <a:pt x="1676060" y="3852129"/>
                  </a:lnTo>
                  <a:lnTo>
                    <a:pt x="1676185" y="3852129"/>
                  </a:lnTo>
                  <a:lnTo>
                    <a:pt x="1676310" y="3852129"/>
                  </a:lnTo>
                  <a:lnTo>
                    <a:pt x="1676435" y="3852129"/>
                  </a:lnTo>
                  <a:lnTo>
                    <a:pt x="1676560" y="3852129"/>
                  </a:lnTo>
                  <a:lnTo>
                    <a:pt x="1676685" y="3852129"/>
                  </a:lnTo>
                  <a:lnTo>
                    <a:pt x="1676810" y="3852129"/>
                  </a:lnTo>
                  <a:lnTo>
                    <a:pt x="1676935" y="3852129"/>
                  </a:lnTo>
                  <a:lnTo>
                    <a:pt x="1677060" y="3852129"/>
                  </a:lnTo>
                  <a:lnTo>
                    <a:pt x="1677185" y="3852129"/>
                  </a:lnTo>
                  <a:lnTo>
                    <a:pt x="1677310" y="3852129"/>
                  </a:lnTo>
                  <a:lnTo>
                    <a:pt x="1677435" y="3852129"/>
                  </a:lnTo>
                  <a:lnTo>
                    <a:pt x="1677560" y="3852129"/>
                  </a:lnTo>
                  <a:lnTo>
                    <a:pt x="1677685" y="3852129"/>
                  </a:lnTo>
                  <a:lnTo>
                    <a:pt x="1677810" y="3852129"/>
                  </a:lnTo>
                  <a:lnTo>
                    <a:pt x="1677935" y="3852129"/>
                  </a:lnTo>
                  <a:lnTo>
                    <a:pt x="1678060" y="3852129"/>
                  </a:lnTo>
                  <a:lnTo>
                    <a:pt x="1678186" y="3852129"/>
                  </a:lnTo>
                  <a:lnTo>
                    <a:pt x="1678311" y="3852129"/>
                  </a:lnTo>
                  <a:lnTo>
                    <a:pt x="1678436" y="3852129"/>
                  </a:lnTo>
                  <a:lnTo>
                    <a:pt x="1678561" y="3852129"/>
                  </a:lnTo>
                  <a:lnTo>
                    <a:pt x="1678686" y="3852129"/>
                  </a:lnTo>
                  <a:lnTo>
                    <a:pt x="1678811" y="3852129"/>
                  </a:lnTo>
                  <a:lnTo>
                    <a:pt x="1678936" y="3852129"/>
                  </a:lnTo>
                  <a:lnTo>
                    <a:pt x="1679061" y="3852129"/>
                  </a:lnTo>
                  <a:lnTo>
                    <a:pt x="1679186" y="3852129"/>
                  </a:lnTo>
                  <a:lnTo>
                    <a:pt x="1679311" y="3852129"/>
                  </a:lnTo>
                  <a:lnTo>
                    <a:pt x="1679436" y="3852129"/>
                  </a:lnTo>
                  <a:lnTo>
                    <a:pt x="1679561" y="3852129"/>
                  </a:lnTo>
                  <a:lnTo>
                    <a:pt x="1679686" y="3852129"/>
                  </a:lnTo>
                  <a:lnTo>
                    <a:pt x="1679811" y="3852129"/>
                  </a:lnTo>
                  <a:lnTo>
                    <a:pt x="1679936" y="3852129"/>
                  </a:lnTo>
                  <a:lnTo>
                    <a:pt x="1680061" y="3852129"/>
                  </a:lnTo>
                  <a:lnTo>
                    <a:pt x="1680186" y="3852129"/>
                  </a:lnTo>
                  <a:lnTo>
                    <a:pt x="1680311" y="3852129"/>
                  </a:lnTo>
                  <a:lnTo>
                    <a:pt x="1680436" y="3852129"/>
                  </a:lnTo>
                  <a:lnTo>
                    <a:pt x="1680561" y="3852129"/>
                  </a:lnTo>
                  <a:lnTo>
                    <a:pt x="1680561" y="3842175"/>
                  </a:lnTo>
                  <a:lnTo>
                    <a:pt x="1680686" y="3842175"/>
                  </a:lnTo>
                  <a:lnTo>
                    <a:pt x="1680811" y="3842175"/>
                  </a:lnTo>
                  <a:lnTo>
                    <a:pt x="1680936" y="3842175"/>
                  </a:lnTo>
                  <a:lnTo>
                    <a:pt x="1681061" y="3842175"/>
                  </a:lnTo>
                  <a:lnTo>
                    <a:pt x="1681187" y="3842175"/>
                  </a:lnTo>
                  <a:lnTo>
                    <a:pt x="1681312" y="3842175"/>
                  </a:lnTo>
                  <a:lnTo>
                    <a:pt x="1681437" y="3842175"/>
                  </a:lnTo>
                  <a:lnTo>
                    <a:pt x="1681562" y="3842175"/>
                  </a:lnTo>
                  <a:lnTo>
                    <a:pt x="1681687" y="3842175"/>
                  </a:lnTo>
                  <a:lnTo>
                    <a:pt x="1681812" y="3842175"/>
                  </a:lnTo>
                  <a:lnTo>
                    <a:pt x="1681937" y="3842175"/>
                  </a:lnTo>
                  <a:lnTo>
                    <a:pt x="1682062" y="3842175"/>
                  </a:lnTo>
                  <a:lnTo>
                    <a:pt x="1682187" y="3842175"/>
                  </a:lnTo>
                  <a:lnTo>
                    <a:pt x="1682312" y="3842175"/>
                  </a:lnTo>
                  <a:lnTo>
                    <a:pt x="1682437" y="3842175"/>
                  </a:lnTo>
                  <a:lnTo>
                    <a:pt x="1682562" y="3842175"/>
                  </a:lnTo>
                  <a:lnTo>
                    <a:pt x="1682687" y="3842175"/>
                  </a:lnTo>
                  <a:lnTo>
                    <a:pt x="1682812" y="3842175"/>
                  </a:lnTo>
                  <a:lnTo>
                    <a:pt x="1682937" y="3842175"/>
                  </a:lnTo>
                  <a:lnTo>
                    <a:pt x="1683062" y="3842175"/>
                  </a:lnTo>
                  <a:lnTo>
                    <a:pt x="1683187" y="3842175"/>
                  </a:lnTo>
                  <a:lnTo>
                    <a:pt x="1683312" y="3842175"/>
                  </a:lnTo>
                  <a:lnTo>
                    <a:pt x="1683437" y="3842175"/>
                  </a:lnTo>
                  <a:lnTo>
                    <a:pt x="1683562" y="3842175"/>
                  </a:lnTo>
                  <a:lnTo>
                    <a:pt x="1683687" y="3842175"/>
                  </a:lnTo>
                  <a:lnTo>
                    <a:pt x="1683812" y="3842175"/>
                  </a:lnTo>
                  <a:lnTo>
                    <a:pt x="1683937" y="3842175"/>
                  </a:lnTo>
                  <a:lnTo>
                    <a:pt x="1684062" y="3842175"/>
                  </a:lnTo>
                  <a:lnTo>
                    <a:pt x="1684188" y="3842175"/>
                  </a:lnTo>
                  <a:lnTo>
                    <a:pt x="1684313" y="3842175"/>
                  </a:lnTo>
                  <a:lnTo>
                    <a:pt x="1684438" y="3842175"/>
                  </a:lnTo>
                  <a:lnTo>
                    <a:pt x="1684563" y="3842175"/>
                  </a:lnTo>
                  <a:lnTo>
                    <a:pt x="1684688" y="3842175"/>
                  </a:lnTo>
                  <a:lnTo>
                    <a:pt x="1684813" y="3842175"/>
                  </a:lnTo>
                  <a:lnTo>
                    <a:pt x="1684938" y="3842175"/>
                  </a:lnTo>
                  <a:lnTo>
                    <a:pt x="1685063" y="3842175"/>
                  </a:lnTo>
                  <a:lnTo>
                    <a:pt x="1685188" y="3842175"/>
                  </a:lnTo>
                  <a:lnTo>
                    <a:pt x="1685313" y="3842175"/>
                  </a:lnTo>
                  <a:lnTo>
                    <a:pt x="1685438" y="3842175"/>
                  </a:lnTo>
                  <a:lnTo>
                    <a:pt x="1685563" y="3842175"/>
                  </a:lnTo>
                  <a:lnTo>
                    <a:pt x="1685688" y="3842175"/>
                  </a:lnTo>
                  <a:lnTo>
                    <a:pt x="1685813" y="3842175"/>
                  </a:lnTo>
                  <a:lnTo>
                    <a:pt x="1685938" y="3842175"/>
                  </a:lnTo>
                  <a:lnTo>
                    <a:pt x="1686063" y="3842175"/>
                  </a:lnTo>
                  <a:lnTo>
                    <a:pt x="1686188" y="3842175"/>
                  </a:lnTo>
                  <a:lnTo>
                    <a:pt x="1686313" y="3842175"/>
                  </a:lnTo>
                  <a:lnTo>
                    <a:pt x="1686438" y="3842175"/>
                  </a:lnTo>
                  <a:lnTo>
                    <a:pt x="1686563" y="3842175"/>
                  </a:lnTo>
                  <a:lnTo>
                    <a:pt x="1686688" y="3842175"/>
                  </a:lnTo>
                  <a:lnTo>
                    <a:pt x="1686813" y="3842175"/>
                  </a:lnTo>
                  <a:lnTo>
                    <a:pt x="1686938" y="3842175"/>
                  </a:lnTo>
                  <a:lnTo>
                    <a:pt x="1687063" y="3842175"/>
                  </a:lnTo>
                  <a:lnTo>
                    <a:pt x="1687189" y="3842175"/>
                  </a:lnTo>
                  <a:lnTo>
                    <a:pt x="1687314" y="3842175"/>
                  </a:lnTo>
                  <a:lnTo>
                    <a:pt x="1687439" y="3842175"/>
                  </a:lnTo>
                  <a:lnTo>
                    <a:pt x="1687564" y="3842175"/>
                  </a:lnTo>
                  <a:lnTo>
                    <a:pt x="1687689" y="3842175"/>
                  </a:lnTo>
                  <a:lnTo>
                    <a:pt x="1687814" y="3842175"/>
                  </a:lnTo>
                  <a:lnTo>
                    <a:pt x="1687939" y="3842175"/>
                  </a:lnTo>
                  <a:lnTo>
                    <a:pt x="1688064" y="3842175"/>
                  </a:lnTo>
                  <a:lnTo>
                    <a:pt x="1688189" y="3842175"/>
                  </a:lnTo>
                  <a:lnTo>
                    <a:pt x="1688314" y="3842175"/>
                  </a:lnTo>
                  <a:lnTo>
                    <a:pt x="1688439" y="3842175"/>
                  </a:lnTo>
                  <a:lnTo>
                    <a:pt x="1688564" y="3842175"/>
                  </a:lnTo>
                  <a:lnTo>
                    <a:pt x="1688689" y="3842175"/>
                  </a:lnTo>
                  <a:lnTo>
                    <a:pt x="1688814" y="3842175"/>
                  </a:lnTo>
                  <a:lnTo>
                    <a:pt x="1688939" y="3842175"/>
                  </a:lnTo>
                  <a:lnTo>
                    <a:pt x="1689064" y="3842175"/>
                  </a:lnTo>
                  <a:lnTo>
                    <a:pt x="1689189" y="3842175"/>
                  </a:lnTo>
                  <a:lnTo>
                    <a:pt x="1689314" y="3842175"/>
                  </a:lnTo>
                  <a:lnTo>
                    <a:pt x="1689439" y="3842175"/>
                  </a:lnTo>
                  <a:lnTo>
                    <a:pt x="1689564" y="3842175"/>
                  </a:lnTo>
                  <a:lnTo>
                    <a:pt x="1689689" y="3842175"/>
                  </a:lnTo>
                  <a:lnTo>
                    <a:pt x="1689814" y="3842175"/>
                  </a:lnTo>
                  <a:lnTo>
                    <a:pt x="1689939" y="3842175"/>
                  </a:lnTo>
                  <a:lnTo>
                    <a:pt x="1690064" y="3842175"/>
                  </a:lnTo>
                  <a:lnTo>
                    <a:pt x="1690190" y="3842175"/>
                  </a:lnTo>
                  <a:lnTo>
                    <a:pt x="1690315" y="3842175"/>
                  </a:lnTo>
                  <a:lnTo>
                    <a:pt x="1690440" y="3842175"/>
                  </a:lnTo>
                  <a:lnTo>
                    <a:pt x="1690565" y="3842175"/>
                  </a:lnTo>
                  <a:lnTo>
                    <a:pt x="1690690" y="3842175"/>
                  </a:lnTo>
                  <a:lnTo>
                    <a:pt x="1690815" y="3842175"/>
                  </a:lnTo>
                  <a:lnTo>
                    <a:pt x="1690940" y="3842175"/>
                  </a:lnTo>
                  <a:lnTo>
                    <a:pt x="1691065" y="3842175"/>
                  </a:lnTo>
                  <a:lnTo>
                    <a:pt x="1691190" y="3842175"/>
                  </a:lnTo>
                  <a:lnTo>
                    <a:pt x="1691315" y="3842175"/>
                  </a:lnTo>
                  <a:lnTo>
                    <a:pt x="1691440" y="3842175"/>
                  </a:lnTo>
                  <a:lnTo>
                    <a:pt x="1691565" y="3842175"/>
                  </a:lnTo>
                  <a:lnTo>
                    <a:pt x="1691690" y="3842175"/>
                  </a:lnTo>
                  <a:lnTo>
                    <a:pt x="1691815" y="3842175"/>
                  </a:lnTo>
                  <a:lnTo>
                    <a:pt x="1691940" y="3842175"/>
                  </a:lnTo>
                  <a:lnTo>
                    <a:pt x="1692065" y="3842175"/>
                  </a:lnTo>
                  <a:lnTo>
                    <a:pt x="1692190" y="3842175"/>
                  </a:lnTo>
                  <a:lnTo>
                    <a:pt x="1692315" y="3842175"/>
                  </a:lnTo>
                  <a:lnTo>
                    <a:pt x="1692440" y="3842175"/>
                  </a:lnTo>
                  <a:lnTo>
                    <a:pt x="1692565" y="3842175"/>
                  </a:lnTo>
                  <a:lnTo>
                    <a:pt x="1692690" y="3842175"/>
                  </a:lnTo>
                  <a:lnTo>
                    <a:pt x="1692815" y="3842175"/>
                  </a:lnTo>
                  <a:lnTo>
                    <a:pt x="1692940" y="3842175"/>
                  </a:lnTo>
                  <a:lnTo>
                    <a:pt x="1693065" y="3842175"/>
                  </a:lnTo>
                  <a:lnTo>
                    <a:pt x="1693191" y="3842175"/>
                  </a:lnTo>
                  <a:lnTo>
                    <a:pt x="1693316" y="3842175"/>
                  </a:lnTo>
                  <a:lnTo>
                    <a:pt x="1693441" y="3842175"/>
                  </a:lnTo>
                  <a:lnTo>
                    <a:pt x="1693566" y="3842175"/>
                  </a:lnTo>
                  <a:lnTo>
                    <a:pt x="1693691" y="3842175"/>
                  </a:lnTo>
                  <a:lnTo>
                    <a:pt x="1693816" y="3842175"/>
                  </a:lnTo>
                  <a:lnTo>
                    <a:pt x="1693941" y="3842175"/>
                  </a:lnTo>
                  <a:lnTo>
                    <a:pt x="1694066" y="3842175"/>
                  </a:lnTo>
                  <a:lnTo>
                    <a:pt x="1694191" y="3842175"/>
                  </a:lnTo>
                  <a:lnTo>
                    <a:pt x="1694316" y="3842175"/>
                  </a:lnTo>
                  <a:lnTo>
                    <a:pt x="1694441" y="3842175"/>
                  </a:lnTo>
                  <a:lnTo>
                    <a:pt x="1694566" y="3842175"/>
                  </a:lnTo>
                  <a:lnTo>
                    <a:pt x="1694691" y="3842175"/>
                  </a:lnTo>
                  <a:lnTo>
                    <a:pt x="1694816" y="3842175"/>
                  </a:lnTo>
                  <a:lnTo>
                    <a:pt x="1694941" y="3842175"/>
                  </a:lnTo>
                  <a:lnTo>
                    <a:pt x="1695066" y="3842175"/>
                  </a:lnTo>
                  <a:lnTo>
                    <a:pt x="1695191" y="3842175"/>
                  </a:lnTo>
                  <a:lnTo>
                    <a:pt x="1695316" y="3842175"/>
                  </a:lnTo>
                  <a:lnTo>
                    <a:pt x="1695441" y="3842175"/>
                  </a:lnTo>
                  <a:lnTo>
                    <a:pt x="1695566" y="3842175"/>
                  </a:lnTo>
                  <a:lnTo>
                    <a:pt x="1695691" y="3842175"/>
                  </a:lnTo>
                  <a:lnTo>
                    <a:pt x="1695816" y="3842175"/>
                  </a:lnTo>
                  <a:lnTo>
                    <a:pt x="1695941" y="3842175"/>
                  </a:lnTo>
                  <a:lnTo>
                    <a:pt x="1696066" y="3842175"/>
                  </a:lnTo>
                  <a:lnTo>
                    <a:pt x="1696192" y="3842175"/>
                  </a:lnTo>
                  <a:lnTo>
                    <a:pt x="1696317" y="3842175"/>
                  </a:lnTo>
                  <a:lnTo>
                    <a:pt x="1696442" y="3842175"/>
                  </a:lnTo>
                  <a:lnTo>
                    <a:pt x="1696567" y="3842175"/>
                  </a:lnTo>
                  <a:lnTo>
                    <a:pt x="1696692" y="3842175"/>
                  </a:lnTo>
                  <a:lnTo>
                    <a:pt x="1696817" y="3842175"/>
                  </a:lnTo>
                  <a:lnTo>
                    <a:pt x="1696942" y="3842175"/>
                  </a:lnTo>
                  <a:lnTo>
                    <a:pt x="1697067" y="3842175"/>
                  </a:lnTo>
                  <a:lnTo>
                    <a:pt x="1697192" y="3842175"/>
                  </a:lnTo>
                  <a:lnTo>
                    <a:pt x="1697317" y="3842175"/>
                  </a:lnTo>
                  <a:lnTo>
                    <a:pt x="1697442" y="3842175"/>
                  </a:lnTo>
                  <a:lnTo>
                    <a:pt x="1697567" y="3842175"/>
                  </a:lnTo>
                  <a:lnTo>
                    <a:pt x="1697692" y="3842175"/>
                  </a:lnTo>
                  <a:lnTo>
                    <a:pt x="1697817" y="3842175"/>
                  </a:lnTo>
                  <a:lnTo>
                    <a:pt x="1697942" y="3842175"/>
                  </a:lnTo>
                  <a:lnTo>
                    <a:pt x="1698067" y="3842175"/>
                  </a:lnTo>
                  <a:lnTo>
                    <a:pt x="1698192" y="3842175"/>
                  </a:lnTo>
                  <a:lnTo>
                    <a:pt x="1698317" y="3842175"/>
                  </a:lnTo>
                  <a:lnTo>
                    <a:pt x="1698442" y="3842175"/>
                  </a:lnTo>
                  <a:lnTo>
                    <a:pt x="1698567" y="3842175"/>
                  </a:lnTo>
                  <a:lnTo>
                    <a:pt x="1698692" y="3842175"/>
                  </a:lnTo>
                  <a:lnTo>
                    <a:pt x="1698817" y="3842175"/>
                  </a:lnTo>
                  <a:lnTo>
                    <a:pt x="1698942" y="3842175"/>
                  </a:lnTo>
                  <a:lnTo>
                    <a:pt x="1699067" y="3842175"/>
                  </a:lnTo>
                  <a:lnTo>
                    <a:pt x="1699193" y="3842175"/>
                  </a:lnTo>
                  <a:lnTo>
                    <a:pt x="1699318" y="3842175"/>
                  </a:lnTo>
                  <a:lnTo>
                    <a:pt x="1699443" y="3842175"/>
                  </a:lnTo>
                  <a:lnTo>
                    <a:pt x="1699568" y="3842175"/>
                  </a:lnTo>
                  <a:lnTo>
                    <a:pt x="1699693" y="3842175"/>
                  </a:lnTo>
                  <a:lnTo>
                    <a:pt x="1699818" y="3842175"/>
                  </a:lnTo>
                  <a:lnTo>
                    <a:pt x="1699943" y="3842175"/>
                  </a:lnTo>
                  <a:lnTo>
                    <a:pt x="1700068" y="3842175"/>
                  </a:lnTo>
                  <a:lnTo>
                    <a:pt x="1700193" y="3842175"/>
                  </a:lnTo>
                  <a:lnTo>
                    <a:pt x="1700318" y="3842175"/>
                  </a:lnTo>
                  <a:lnTo>
                    <a:pt x="1700443" y="3842175"/>
                  </a:lnTo>
                  <a:lnTo>
                    <a:pt x="1700568" y="3842175"/>
                  </a:lnTo>
                  <a:lnTo>
                    <a:pt x="1700693" y="3842175"/>
                  </a:lnTo>
                  <a:lnTo>
                    <a:pt x="1700818" y="3842175"/>
                  </a:lnTo>
                  <a:lnTo>
                    <a:pt x="1700943" y="3842175"/>
                  </a:lnTo>
                  <a:lnTo>
                    <a:pt x="1701068" y="3842175"/>
                  </a:lnTo>
                  <a:lnTo>
                    <a:pt x="1701193" y="3842175"/>
                  </a:lnTo>
                  <a:lnTo>
                    <a:pt x="1701318" y="3842175"/>
                  </a:lnTo>
                  <a:lnTo>
                    <a:pt x="1701443" y="3842175"/>
                  </a:lnTo>
                  <a:lnTo>
                    <a:pt x="1701568" y="3842175"/>
                  </a:lnTo>
                  <a:lnTo>
                    <a:pt x="1701693" y="3842175"/>
                  </a:lnTo>
                  <a:lnTo>
                    <a:pt x="1701818" y="3842175"/>
                  </a:lnTo>
                  <a:lnTo>
                    <a:pt x="1701943" y="3842175"/>
                  </a:lnTo>
                  <a:lnTo>
                    <a:pt x="1702068" y="3842175"/>
                  </a:lnTo>
                  <a:lnTo>
                    <a:pt x="1702194" y="3842175"/>
                  </a:lnTo>
                  <a:lnTo>
                    <a:pt x="1702319" y="3842175"/>
                  </a:lnTo>
                  <a:lnTo>
                    <a:pt x="1702444" y="3842175"/>
                  </a:lnTo>
                  <a:lnTo>
                    <a:pt x="1702569" y="3842175"/>
                  </a:lnTo>
                  <a:lnTo>
                    <a:pt x="1702694" y="3842175"/>
                  </a:lnTo>
                  <a:lnTo>
                    <a:pt x="1702819" y="3842175"/>
                  </a:lnTo>
                  <a:lnTo>
                    <a:pt x="1702944" y="3842175"/>
                  </a:lnTo>
                  <a:lnTo>
                    <a:pt x="1703069" y="3842175"/>
                  </a:lnTo>
                  <a:lnTo>
                    <a:pt x="1703194" y="3842175"/>
                  </a:lnTo>
                  <a:lnTo>
                    <a:pt x="1703319" y="3842175"/>
                  </a:lnTo>
                  <a:lnTo>
                    <a:pt x="1703444" y="3842175"/>
                  </a:lnTo>
                  <a:lnTo>
                    <a:pt x="1703569" y="3842175"/>
                  </a:lnTo>
                  <a:lnTo>
                    <a:pt x="1703694" y="3842175"/>
                  </a:lnTo>
                  <a:lnTo>
                    <a:pt x="1703819" y="3842175"/>
                  </a:lnTo>
                  <a:lnTo>
                    <a:pt x="1703944" y="3842175"/>
                  </a:lnTo>
                  <a:lnTo>
                    <a:pt x="1704069" y="3842175"/>
                  </a:lnTo>
                  <a:lnTo>
                    <a:pt x="1704194" y="3842175"/>
                  </a:lnTo>
                  <a:lnTo>
                    <a:pt x="1704319" y="3842175"/>
                  </a:lnTo>
                  <a:lnTo>
                    <a:pt x="1704444" y="3842175"/>
                  </a:lnTo>
                  <a:lnTo>
                    <a:pt x="1704569" y="3842175"/>
                  </a:lnTo>
                  <a:lnTo>
                    <a:pt x="1704694" y="3842175"/>
                  </a:lnTo>
                  <a:lnTo>
                    <a:pt x="1704819" y="3842175"/>
                  </a:lnTo>
                  <a:lnTo>
                    <a:pt x="1704944" y="3842175"/>
                  </a:lnTo>
                  <a:lnTo>
                    <a:pt x="1704944" y="3832221"/>
                  </a:lnTo>
                  <a:lnTo>
                    <a:pt x="1705069" y="3832221"/>
                  </a:lnTo>
                  <a:lnTo>
                    <a:pt x="1705195" y="3832221"/>
                  </a:lnTo>
                  <a:lnTo>
                    <a:pt x="1705320" y="3832221"/>
                  </a:lnTo>
                  <a:lnTo>
                    <a:pt x="1705445" y="3832221"/>
                  </a:lnTo>
                  <a:lnTo>
                    <a:pt x="1705570" y="3832221"/>
                  </a:lnTo>
                  <a:lnTo>
                    <a:pt x="1705695" y="3832221"/>
                  </a:lnTo>
                  <a:lnTo>
                    <a:pt x="1705820" y="3832221"/>
                  </a:lnTo>
                  <a:lnTo>
                    <a:pt x="1705945" y="3832221"/>
                  </a:lnTo>
                  <a:lnTo>
                    <a:pt x="1706070" y="3832221"/>
                  </a:lnTo>
                  <a:lnTo>
                    <a:pt x="1706195" y="3832221"/>
                  </a:lnTo>
                  <a:lnTo>
                    <a:pt x="1706320" y="3832221"/>
                  </a:lnTo>
                  <a:lnTo>
                    <a:pt x="1706445" y="3832221"/>
                  </a:lnTo>
                  <a:lnTo>
                    <a:pt x="1706570" y="3832221"/>
                  </a:lnTo>
                  <a:lnTo>
                    <a:pt x="1706695" y="3832221"/>
                  </a:lnTo>
                  <a:lnTo>
                    <a:pt x="1706820" y="3832221"/>
                  </a:lnTo>
                  <a:lnTo>
                    <a:pt x="1706945" y="3832221"/>
                  </a:lnTo>
                  <a:lnTo>
                    <a:pt x="1707070" y="3832221"/>
                  </a:lnTo>
                  <a:lnTo>
                    <a:pt x="1707195" y="3832221"/>
                  </a:lnTo>
                  <a:lnTo>
                    <a:pt x="1707320" y="3832221"/>
                  </a:lnTo>
                  <a:lnTo>
                    <a:pt x="1707445" y="3832221"/>
                  </a:lnTo>
                  <a:lnTo>
                    <a:pt x="1707570" y="3832221"/>
                  </a:lnTo>
                  <a:lnTo>
                    <a:pt x="1707695" y="3832221"/>
                  </a:lnTo>
                  <a:lnTo>
                    <a:pt x="1707820" y="3832221"/>
                  </a:lnTo>
                  <a:lnTo>
                    <a:pt x="1707945" y="3832221"/>
                  </a:lnTo>
                  <a:lnTo>
                    <a:pt x="1708071" y="3832221"/>
                  </a:lnTo>
                  <a:lnTo>
                    <a:pt x="1708196" y="3832221"/>
                  </a:lnTo>
                  <a:lnTo>
                    <a:pt x="1708321" y="3832221"/>
                  </a:lnTo>
                  <a:lnTo>
                    <a:pt x="1708446" y="3832221"/>
                  </a:lnTo>
                  <a:lnTo>
                    <a:pt x="1708571" y="3832221"/>
                  </a:lnTo>
                  <a:lnTo>
                    <a:pt x="1708696" y="3832221"/>
                  </a:lnTo>
                  <a:lnTo>
                    <a:pt x="1708821" y="3832221"/>
                  </a:lnTo>
                  <a:lnTo>
                    <a:pt x="1708946" y="3832221"/>
                  </a:lnTo>
                  <a:lnTo>
                    <a:pt x="1709071" y="3832221"/>
                  </a:lnTo>
                  <a:lnTo>
                    <a:pt x="1709196" y="3832221"/>
                  </a:lnTo>
                  <a:lnTo>
                    <a:pt x="1709321" y="3832221"/>
                  </a:lnTo>
                  <a:lnTo>
                    <a:pt x="1709446" y="3832221"/>
                  </a:lnTo>
                  <a:lnTo>
                    <a:pt x="1709571" y="3832221"/>
                  </a:lnTo>
                  <a:lnTo>
                    <a:pt x="1709696" y="3832221"/>
                  </a:lnTo>
                  <a:lnTo>
                    <a:pt x="1709821" y="3832221"/>
                  </a:lnTo>
                  <a:lnTo>
                    <a:pt x="1709946" y="3832221"/>
                  </a:lnTo>
                  <a:lnTo>
                    <a:pt x="1710071" y="3832221"/>
                  </a:lnTo>
                  <a:lnTo>
                    <a:pt x="1710196" y="3832221"/>
                  </a:lnTo>
                  <a:lnTo>
                    <a:pt x="1710321" y="3832221"/>
                  </a:lnTo>
                  <a:lnTo>
                    <a:pt x="1710446" y="3832221"/>
                  </a:lnTo>
                  <a:lnTo>
                    <a:pt x="1710571" y="3832221"/>
                  </a:lnTo>
                  <a:lnTo>
                    <a:pt x="1710696" y="3832221"/>
                  </a:lnTo>
                  <a:lnTo>
                    <a:pt x="1710821" y="3832221"/>
                  </a:lnTo>
                  <a:lnTo>
                    <a:pt x="1710946" y="3832221"/>
                  </a:lnTo>
                  <a:lnTo>
                    <a:pt x="1711072" y="3832221"/>
                  </a:lnTo>
                  <a:lnTo>
                    <a:pt x="1711197" y="3832221"/>
                  </a:lnTo>
                  <a:lnTo>
                    <a:pt x="1711322" y="3832221"/>
                  </a:lnTo>
                  <a:lnTo>
                    <a:pt x="1711447" y="3832221"/>
                  </a:lnTo>
                  <a:lnTo>
                    <a:pt x="1711572" y="3832221"/>
                  </a:lnTo>
                  <a:lnTo>
                    <a:pt x="1711697" y="3832221"/>
                  </a:lnTo>
                  <a:lnTo>
                    <a:pt x="1711697" y="3822267"/>
                  </a:lnTo>
                  <a:lnTo>
                    <a:pt x="1711822" y="3822267"/>
                  </a:lnTo>
                  <a:lnTo>
                    <a:pt x="1711947" y="3822267"/>
                  </a:lnTo>
                  <a:lnTo>
                    <a:pt x="1712072" y="3822267"/>
                  </a:lnTo>
                  <a:lnTo>
                    <a:pt x="1712197" y="3822267"/>
                  </a:lnTo>
                  <a:lnTo>
                    <a:pt x="1712322" y="3822267"/>
                  </a:lnTo>
                  <a:lnTo>
                    <a:pt x="1712447" y="3822267"/>
                  </a:lnTo>
                  <a:lnTo>
                    <a:pt x="1712572" y="3822267"/>
                  </a:lnTo>
                  <a:lnTo>
                    <a:pt x="1712697" y="3822267"/>
                  </a:lnTo>
                  <a:lnTo>
                    <a:pt x="1712822" y="3822267"/>
                  </a:lnTo>
                  <a:lnTo>
                    <a:pt x="1712947" y="3822267"/>
                  </a:lnTo>
                  <a:lnTo>
                    <a:pt x="1713072" y="3822267"/>
                  </a:lnTo>
                  <a:lnTo>
                    <a:pt x="1713197" y="3822267"/>
                  </a:lnTo>
                  <a:lnTo>
                    <a:pt x="1713322" y="3822267"/>
                  </a:lnTo>
                  <a:lnTo>
                    <a:pt x="1713447" y="3822267"/>
                  </a:lnTo>
                  <a:lnTo>
                    <a:pt x="1713572" y="3822267"/>
                  </a:lnTo>
                  <a:lnTo>
                    <a:pt x="1713697" y="3822267"/>
                  </a:lnTo>
                  <a:lnTo>
                    <a:pt x="1713822" y="3822267"/>
                  </a:lnTo>
                  <a:lnTo>
                    <a:pt x="1713947" y="3822267"/>
                  </a:lnTo>
                  <a:lnTo>
                    <a:pt x="1714073" y="3822267"/>
                  </a:lnTo>
                  <a:lnTo>
                    <a:pt x="1714198" y="3822267"/>
                  </a:lnTo>
                  <a:lnTo>
                    <a:pt x="1714323" y="3822267"/>
                  </a:lnTo>
                  <a:lnTo>
                    <a:pt x="1714448" y="3822267"/>
                  </a:lnTo>
                  <a:lnTo>
                    <a:pt x="1714573" y="3822267"/>
                  </a:lnTo>
                  <a:lnTo>
                    <a:pt x="1714698" y="3822267"/>
                  </a:lnTo>
                  <a:lnTo>
                    <a:pt x="1714823" y="3822267"/>
                  </a:lnTo>
                  <a:lnTo>
                    <a:pt x="1714948" y="3822267"/>
                  </a:lnTo>
                  <a:lnTo>
                    <a:pt x="1715073" y="3822267"/>
                  </a:lnTo>
                  <a:lnTo>
                    <a:pt x="1715198" y="3822267"/>
                  </a:lnTo>
                  <a:lnTo>
                    <a:pt x="1715323" y="3822267"/>
                  </a:lnTo>
                  <a:lnTo>
                    <a:pt x="1715448" y="3822267"/>
                  </a:lnTo>
                  <a:lnTo>
                    <a:pt x="1715573" y="3822267"/>
                  </a:lnTo>
                  <a:lnTo>
                    <a:pt x="1715698" y="3822267"/>
                  </a:lnTo>
                  <a:lnTo>
                    <a:pt x="1715823" y="3822267"/>
                  </a:lnTo>
                  <a:lnTo>
                    <a:pt x="1715948" y="3822267"/>
                  </a:lnTo>
                  <a:lnTo>
                    <a:pt x="1716073" y="3822267"/>
                  </a:lnTo>
                  <a:lnTo>
                    <a:pt x="1716198" y="3822267"/>
                  </a:lnTo>
                  <a:lnTo>
                    <a:pt x="1716323" y="3822267"/>
                  </a:lnTo>
                  <a:lnTo>
                    <a:pt x="1716448" y="3822267"/>
                  </a:lnTo>
                  <a:lnTo>
                    <a:pt x="1716573" y="3822267"/>
                  </a:lnTo>
                  <a:lnTo>
                    <a:pt x="1716698" y="3822267"/>
                  </a:lnTo>
                  <a:lnTo>
                    <a:pt x="1716823" y="3822267"/>
                  </a:lnTo>
                  <a:lnTo>
                    <a:pt x="1716948" y="3822267"/>
                  </a:lnTo>
                  <a:lnTo>
                    <a:pt x="1717074" y="3822267"/>
                  </a:lnTo>
                  <a:lnTo>
                    <a:pt x="1717199" y="3822267"/>
                  </a:lnTo>
                  <a:lnTo>
                    <a:pt x="1717324" y="3822267"/>
                  </a:lnTo>
                  <a:lnTo>
                    <a:pt x="1717449" y="3822267"/>
                  </a:lnTo>
                  <a:lnTo>
                    <a:pt x="1717574" y="3822267"/>
                  </a:lnTo>
                  <a:lnTo>
                    <a:pt x="1717699" y="3822267"/>
                  </a:lnTo>
                  <a:lnTo>
                    <a:pt x="1717824" y="3822267"/>
                  </a:lnTo>
                  <a:lnTo>
                    <a:pt x="1717949" y="3822267"/>
                  </a:lnTo>
                  <a:lnTo>
                    <a:pt x="1718074" y="3822267"/>
                  </a:lnTo>
                  <a:lnTo>
                    <a:pt x="1718199" y="3822267"/>
                  </a:lnTo>
                  <a:lnTo>
                    <a:pt x="1718324" y="3822267"/>
                  </a:lnTo>
                  <a:lnTo>
                    <a:pt x="1718449" y="3822267"/>
                  </a:lnTo>
                  <a:lnTo>
                    <a:pt x="1718574" y="3822267"/>
                  </a:lnTo>
                  <a:lnTo>
                    <a:pt x="1718699" y="3822267"/>
                  </a:lnTo>
                  <a:lnTo>
                    <a:pt x="1718824" y="3822267"/>
                  </a:lnTo>
                  <a:lnTo>
                    <a:pt x="1718949" y="3822267"/>
                  </a:lnTo>
                  <a:lnTo>
                    <a:pt x="1719074" y="3822267"/>
                  </a:lnTo>
                  <a:lnTo>
                    <a:pt x="1719199" y="3822267"/>
                  </a:lnTo>
                  <a:lnTo>
                    <a:pt x="1719324" y="3822267"/>
                  </a:lnTo>
                  <a:lnTo>
                    <a:pt x="1719449" y="3822267"/>
                  </a:lnTo>
                  <a:lnTo>
                    <a:pt x="1719574" y="3822267"/>
                  </a:lnTo>
                  <a:lnTo>
                    <a:pt x="1719699" y="3822267"/>
                  </a:lnTo>
                  <a:lnTo>
                    <a:pt x="1719824" y="3822267"/>
                  </a:lnTo>
                  <a:lnTo>
                    <a:pt x="1719949" y="3822267"/>
                  </a:lnTo>
                  <a:lnTo>
                    <a:pt x="1720075" y="3822267"/>
                  </a:lnTo>
                  <a:lnTo>
                    <a:pt x="1720200" y="3822267"/>
                  </a:lnTo>
                  <a:lnTo>
                    <a:pt x="1720325" y="3822267"/>
                  </a:lnTo>
                  <a:lnTo>
                    <a:pt x="1720450" y="3822267"/>
                  </a:lnTo>
                  <a:lnTo>
                    <a:pt x="1720575" y="3822267"/>
                  </a:lnTo>
                  <a:lnTo>
                    <a:pt x="1720700" y="3822267"/>
                  </a:lnTo>
                  <a:lnTo>
                    <a:pt x="1720825" y="3822267"/>
                  </a:lnTo>
                  <a:lnTo>
                    <a:pt x="1720950" y="3822267"/>
                  </a:lnTo>
                  <a:lnTo>
                    <a:pt x="1721075" y="3822267"/>
                  </a:lnTo>
                  <a:lnTo>
                    <a:pt x="1721200" y="3822267"/>
                  </a:lnTo>
                  <a:lnTo>
                    <a:pt x="1721325" y="3822267"/>
                  </a:lnTo>
                  <a:lnTo>
                    <a:pt x="1721450" y="3822267"/>
                  </a:lnTo>
                  <a:lnTo>
                    <a:pt x="1721575" y="3822267"/>
                  </a:lnTo>
                  <a:lnTo>
                    <a:pt x="1721700" y="3822267"/>
                  </a:lnTo>
                  <a:lnTo>
                    <a:pt x="1721825" y="3822267"/>
                  </a:lnTo>
                  <a:lnTo>
                    <a:pt x="1721950" y="3822267"/>
                  </a:lnTo>
                  <a:lnTo>
                    <a:pt x="1722075" y="3822267"/>
                  </a:lnTo>
                  <a:lnTo>
                    <a:pt x="1722200" y="3822267"/>
                  </a:lnTo>
                  <a:lnTo>
                    <a:pt x="1722325" y="3822267"/>
                  </a:lnTo>
                  <a:lnTo>
                    <a:pt x="1722450" y="3822267"/>
                  </a:lnTo>
                  <a:lnTo>
                    <a:pt x="1722575" y="3822267"/>
                  </a:lnTo>
                  <a:lnTo>
                    <a:pt x="1722700" y="3822267"/>
                  </a:lnTo>
                  <a:lnTo>
                    <a:pt x="1722825" y="3822267"/>
                  </a:lnTo>
                  <a:lnTo>
                    <a:pt x="1722950" y="3822267"/>
                  </a:lnTo>
                  <a:lnTo>
                    <a:pt x="1723076" y="3822267"/>
                  </a:lnTo>
                  <a:lnTo>
                    <a:pt x="1723201" y="3822267"/>
                  </a:lnTo>
                  <a:lnTo>
                    <a:pt x="1723326" y="3822267"/>
                  </a:lnTo>
                  <a:lnTo>
                    <a:pt x="1723451" y="3822267"/>
                  </a:lnTo>
                  <a:lnTo>
                    <a:pt x="1723576" y="3822267"/>
                  </a:lnTo>
                  <a:lnTo>
                    <a:pt x="1723701" y="3822267"/>
                  </a:lnTo>
                  <a:lnTo>
                    <a:pt x="1723826" y="3822267"/>
                  </a:lnTo>
                  <a:lnTo>
                    <a:pt x="1723951" y="3822267"/>
                  </a:lnTo>
                  <a:lnTo>
                    <a:pt x="1724076" y="3822267"/>
                  </a:lnTo>
                  <a:lnTo>
                    <a:pt x="1724201" y="3822267"/>
                  </a:lnTo>
                  <a:lnTo>
                    <a:pt x="1724326" y="3822267"/>
                  </a:lnTo>
                  <a:lnTo>
                    <a:pt x="1724451" y="3822267"/>
                  </a:lnTo>
                  <a:lnTo>
                    <a:pt x="1724576" y="3822267"/>
                  </a:lnTo>
                  <a:lnTo>
                    <a:pt x="1724701" y="3822267"/>
                  </a:lnTo>
                  <a:lnTo>
                    <a:pt x="1724826" y="3822267"/>
                  </a:lnTo>
                  <a:lnTo>
                    <a:pt x="1724951" y="3822267"/>
                  </a:lnTo>
                  <a:lnTo>
                    <a:pt x="1725076" y="3822267"/>
                  </a:lnTo>
                  <a:lnTo>
                    <a:pt x="1725201" y="3822267"/>
                  </a:lnTo>
                  <a:lnTo>
                    <a:pt x="1725326" y="3822267"/>
                  </a:lnTo>
                  <a:lnTo>
                    <a:pt x="1725451" y="3822267"/>
                  </a:lnTo>
                  <a:lnTo>
                    <a:pt x="1725576" y="3822267"/>
                  </a:lnTo>
                  <a:lnTo>
                    <a:pt x="1725701" y="3822267"/>
                  </a:lnTo>
                  <a:lnTo>
                    <a:pt x="1725826" y="3822267"/>
                  </a:lnTo>
                  <a:lnTo>
                    <a:pt x="1725951" y="3822267"/>
                  </a:lnTo>
                  <a:lnTo>
                    <a:pt x="1726077" y="3822267"/>
                  </a:lnTo>
                  <a:lnTo>
                    <a:pt x="1726077" y="3812314"/>
                  </a:lnTo>
                  <a:lnTo>
                    <a:pt x="1726202" y="3812314"/>
                  </a:lnTo>
                  <a:lnTo>
                    <a:pt x="1726327" y="3812314"/>
                  </a:lnTo>
                  <a:lnTo>
                    <a:pt x="1726452" y="3812314"/>
                  </a:lnTo>
                  <a:lnTo>
                    <a:pt x="1726577" y="3812314"/>
                  </a:lnTo>
                  <a:lnTo>
                    <a:pt x="1726702" y="3812314"/>
                  </a:lnTo>
                  <a:lnTo>
                    <a:pt x="1726827" y="3812314"/>
                  </a:lnTo>
                  <a:lnTo>
                    <a:pt x="1726952" y="3812314"/>
                  </a:lnTo>
                  <a:lnTo>
                    <a:pt x="1727077" y="3812314"/>
                  </a:lnTo>
                  <a:lnTo>
                    <a:pt x="1727202" y="3812314"/>
                  </a:lnTo>
                  <a:lnTo>
                    <a:pt x="1727327" y="3812314"/>
                  </a:lnTo>
                  <a:lnTo>
                    <a:pt x="1727452" y="3812314"/>
                  </a:lnTo>
                  <a:lnTo>
                    <a:pt x="1727577" y="3812314"/>
                  </a:lnTo>
                  <a:lnTo>
                    <a:pt x="1727702" y="3812314"/>
                  </a:lnTo>
                  <a:lnTo>
                    <a:pt x="1727827" y="3812314"/>
                  </a:lnTo>
                  <a:lnTo>
                    <a:pt x="1727952" y="3812314"/>
                  </a:lnTo>
                  <a:lnTo>
                    <a:pt x="1728077" y="3812314"/>
                  </a:lnTo>
                  <a:lnTo>
                    <a:pt x="1728202" y="3812314"/>
                  </a:lnTo>
                  <a:lnTo>
                    <a:pt x="1728327" y="3812314"/>
                  </a:lnTo>
                  <a:lnTo>
                    <a:pt x="1728452" y="3812314"/>
                  </a:lnTo>
                  <a:lnTo>
                    <a:pt x="1728577" y="3812314"/>
                  </a:lnTo>
                  <a:lnTo>
                    <a:pt x="1728702" y="3812314"/>
                  </a:lnTo>
                  <a:lnTo>
                    <a:pt x="1728827" y="3812314"/>
                  </a:lnTo>
                  <a:lnTo>
                    <a:pt x="1728952" y="3812314"/>
                  </a:lnTo>
                  <a:lnTo>
                    <a:pt x="1729078" y="3812314"/>
                  </a:lnTo>
                  <a:lnTo>
                    <a:pt x="1729203" y="3812314"/>
                  </a:lnTo>
                  <a:lnTo>
                    <a:pt x="1729328" y="3812314"/>
                  </a:lnTo>
                  <a:lnTo>
                    <a:pt x="1729453" y="3812314"/>
                  </a:lnTo>
                  <a:lnTo>
                    <a:pt x="1729578" y="3812314"/>
                  </a:lnTo>
                  <a:lnTo>
                    <a:pt x="1729703" y="3812314"/>
                  </a:lnTo>
                  <a:lnTo>
                    <a:pt x="1729828" y="3812314"/>
                  </a:lnTo>
                  <a:lnTo>
                    <a:pt x="1729953" y="3812314"/>
                  </a:lnTo>
                  <a:lnTo>
                    <a:pt x="1730078" y="3812314"/>
                  </a:lnTo>
                  <a:lnTo>
                    <a:pt x="1730203" y="3812314"/>
                  </a:lnTo>
                  <a:lnTo>
                    <a:pt x="1730328" y="3812314"/>
                  </a:lnTo>
                  <a:lnTo>
                    <a:pt x="1730453" y="3812314"/>
                  </a:lnTo>
                  <a:lnTo>
                    <a:pt x="1730578" y="3812314"/>
                  </a:lnTo>
                  <a:lnTo>
                    <a:pt x="1730703" y="3812314"/>
                  </a:lnTo>
                  <a:lnTo>
                    <a:pt x="1730828" y="3812314"/>
                  </a:lnTo>
                  <a:lnTo>
                    <a:pt x="1730953" y="3812314"/>
                  </a:lnTo>
                  <a:lnTo>
                    <a:pt x="1731078" y="3812314"/>
                  </a:lnTo>
                  <a:lnTo>
                    <a:pt x="1731203" y="3812314"/>
                  </a:lnTo>
                  <a:lnTo>
                    <a:pt x="1731328" y="3812314"/>
                  </a:lnTo>
                  <a:lnTo>
                    <a:pt x="1731453" y="3812314"/>
                  </a:lnTo>
                  <a:lnTo>
                    <a:pt x="1731578" y="3812314"/>
                  </a:lnTo>
                  <a:lnTo>
                    <a:pt x="1731703" y="3812314"/>
                  </a:lnTo>
                  <a:lnTo>
                    <a:pt x="1731828" y="3812314"/>
                  </a:lnTo>
                  <a:lnTo>
                    <a:pt x="1731953" y="3812314"/>
                  </a:lnTo>
                  <a:lnTo>
                    <a:pt x="1732079" y="3812314"/>
                  </a:lnTo>
                  <a:lnTo>
                    <a:pt x="1732204" y="3812314"/>
                  </a:lnTo>
                  <a:lnTo>
                    <a:pt x="1732329" y="3812314"/>
                  </a:lnTo>
                  <a:lnTo>
                    <a:pt x="1732454" y="3812314"/>
                  </a:lnTo>
                  <a:lnTo>
                    <a:pt x="1732579" y="3812314"/>
                  </a:lnTo>
                  <a:lnTo>
                    <a:pt x="1732704" y="3812314"/>
                  </a:lnTo>
                  <a:lnTo>
                    <a:pt x="1732829" y="3812314"/>
                  </a:lnTo>
                  <a:lnTo>
                    <a:pt x="1732954" y="3812314"/>
                  </a:lnTo>
                  <a:lnTo>
                    <a:pt x="1733079" y="3812314"/>
                  </a:lnTo>
                  <a:lnTo>
                    <a:pt x="1733204" y="3812314"/>
                  </a:lnTo>
                  <a:lnTo>
                    <a:pt x="1733329" y="3812314"/>
                  </a:lnTo>
                  <a:lnTo>
                    <a:pt x="1733329" y="3802360"/>
                  </a:lnTo>
                  <a:lnTo>
                    <a:pt x="1733454" y="3802360"/>
                  </a:lnTo>
                  <a:lnTo>
                    <a:pt x="1733579" y="3802360"/>
                  </a:lnTo>
                  <a:lnTo>
                    <a:pt x="1733704" y="3802360"/>
                  </a:lnTo>
                  <a:lnTo>
                    <a:pt x="1733829" y="3802360"/>
                  </a:lnTo>
                  <a:lnTo>
                    <a:pt x="1733954" y="3802360"/>
                  </a:lnTo>
                  <a:lnTo>
                    <a:pt x="1734079" y="3802360"/>
                  </a:lnTo>
                  <a:lnTo>
                    <a:pt x="1734204" y="3802360"/>
                  </a:lnTo>
                  <a:lnTo>
                    <a:pt x="1734329" y="3802360"/>
                  </a:lnTo>
                  <a:lnTo>
                    <a:pt x="1734454" y="3802360"/>
                  </a:lnTo>
                  <a:lnTo>
                    <a:pt x="1734579" y="3802360"/>
                  </a:lnTo>
                  <a:lnTo>
                    <a:pt x="1734704" y="3802360"/>
                  </a:lnTo>
                  <a:lnTo>
                    <a:pt x="1734829" y="3802360"/>
                  </a:lnTo>
                  <a:lnTo>
                    <a:pt x="1734954" y="3802360"/>
                  </a:lnTo>
                  <a:lnTo>
                    <a:pt x="1735080" y="3802360"/>
                  </a:lnTo>
                  <a:lnTo>
                    <a:pt x="1735205" y="3802360"/>
                  </a:lnTo>
                  <a:lnTo>
                    <a:pt x="1735330" y="3802360"/>
                  </a:lnTo>
                  <a:lnTo>
                    <a:pt x="1735455" y="3802360"/>
                  </a:lnTo>
                  <a:lnTo>
                    <a:pt x="1735580" y="3802360"/>
                  </a:lnTo>
                  <a:lnTo>
                    <a:pt x="1735705" y="3802360"/>
                  </a:lnTo>
                  <a:lnTo>
                    <a:pt x="1735830" y="3802360"/>
                  </a:lnTo>
                  <a:lnTo>
                    <a:pt x="1735955" y="3802360"/>
                  </a:lnTo>
                  <a:lnTo>
                    <a:pt x="1736080" y="3802360"/>
                  </a:lnTo>
                  <a:lnTo>
                    <a:pt x="1736205" y="3802360"/>
                  </a:lnTo>
                  <a:lnTo>
                    <a:pt x="1736330" y="3802360"/>
                  </a:lnTo>
                  <a:lnTo>
                    <a:pt x="1736455" y="3802360"/>
                  </a:lnTo>
                  <a:lnTo>
                    <a:pt x="1736580" y="3802360"/>
                  </a:lnTo>
                  <a:lnTo>
                    <a:pt x="1736705" y="3802360"/>
                  </a:lnTo>
                  <a:lnTo>
                    <a:pt x="1736830" y="3802360"/>
                  </a:lnTo>
                  <a:lnTo>
                    <a:pt x="1736955" y="3802360"/>
                  </a:lnTo>
                  <a:lnTo>
                    <a:pt x="1737080" y="3802360"/>
                  </a:lnTo>
                  <a:lnTo>
                    <a:pt x="1737205" y="3802360"/>
                  </a:lnTo>
                  <a:lnTo>
                    <a:pt x="1737330" y="3802360"/>
                  </a:lnTo>
                  <a:lnTo>
                    <a:pt x="1737455" y="3802360"/>
                  </a:lnTo>
                  <a:lnTo>
                    <a:pt x="1737580" y="3802360"/>
                  </a:lnTo>
                  <a:lnTo>
                    <a:pt x="1737705" y="3802360"/>
                  </a:lnTo>
                  <a:lnTo>
                    <a:pt x="1737830" y="3802360"/>
                  </a:lnTo>
                  <a:lnTo>
                    <a:pt x="1737955" y="3802360"/>
                  </a:lnTo>
                  <a:lnTo>
                    <a:pt x="1738081" y="3802360"/>
                  </a:lnTo>
                  <a:lnTo>
                    <a:pt x="1738206" y="3802360"/>
                  </a:lnTo>
                  <a:lnTo>
                    <a:pt x="1738331" y="3802360"/>
                  </a:lnTo>
                  <a:lnTo>
                    <a:pt x="1738456" y="3802360"/>
                  </a:lnTo>
                  <a:lnTo>
                    <a:pt x="1738581" y="3802360"/>
                  </a:lnTo>
                  <a:lnTo>
                    <a:pt x="1738706" y="3802360"/>
                  </a:lnTo>
                  <a:lnTo>
                    <a:pt x="1738831" y="3802360"/>
                  </a:lnTo>
                  <a:lnTo>
                    <a:pt x="1738956" y="3802360"/>
                  </a:lnTo>
                  <a:lnTo>
                    <a:pt x="1739081" y="3802360"/>
                  </a:lnTo>
                  <a:lnTo>
                    <a:pt x="1739206" y="3802360"/>
                  </a:lnTo>
                  <a:lnTo>
                    <a:pt x="1739331" y="3802360"/>
                  </a:lnTo>
                  <a:lnTo>
                    <a:pt x="1739456" y="3802360"/>
                  </a:lnTo>
                  <a:lnTo>
                    <a:pt x="1739581" y="3802360"/>
                  </a:lnTo>
                  <a:lnTo>
                    <a:pt x="1739706" y="3802360"/>
                  </a:lnTo>
                  <a:lnTo>
                    <a:pt x="1739831" y="3802360"/>
                  </a:lnTo>
                  <a:lnTo>
                    <a:pt x="1739956" y="3802360"/>
                  </a:lnTo>
                  <a:lnTo>
                    <a:pt x="1740081" y="3802360"/>
                  </a:lnTo>
                  <a:lnTo>
                    <a:pt x="1740206" y="3802360"/>
                  </a:lnTo>
                  <a:lnTo>
                    <a:pt x="1740331" y="3802360"/>
                  </a:lnTo>
                  <a:lnTo>
                    <a:pt x="1740456" y="3802360"/>
                  </a:lnTo>
                  <a:lnTo>
                    <a:pt x="1740581" y="3802360"/>
                  </a:lnTo>
                  <a:lnTo>
                    <a:pt x="1740706" y="3802360"/>
                  </a:lnTo>
                  <a:lnTo>
                    <a:pt x="1740831" y="3802360"/>
                  </a:lnTo>
                  <a:lnTo>
                    <a:pt x="1740956" y="3802360"/>
                  </a:lnTo>
                  <a:lnTo>
                    <a:pt x="1741082" y="3802360"/>
                  </a:lnTo>
                  <a:lnTo>
                    <a:pt x="1741082" y="3792406"/>
                  </a:lnTo>
                  <a:lnTo>
                    <a:pt x="1741207" y="3792406"/>
                  </a:lnTo>
                  <a:lnTo>
                    <a:pt x="1741332" y="3792406"/>
                  </a:lnTo>
                  <a:lnTo>
                    <a:pt x="1741457" y="3792406"/>
                  </a:lnTo>
                  <a:lnTo>
                    <a:pt x="1741582" y="3792406"/>
                  </a:lnTo>
                  <a:lnTo>
                    <a:pt x="1741707" y="3792406"/>
                  </a:lnTo>
                  <a:lnTo>
                    <a:pt x="1741832" y="3792406"/>
                  </a:lnTo>
                  <a:lnTo>
                    <a:pt x="1741957" y="3792406"/>
                  </a:lnTo>
                  <a:lnTo>
                    <a:pt x="1742082" y="3792406"/>
                  </a:lnTo>
                  <a:lnTo>
                    <a:pt x="1742207" y="3792406"/>
                  </a:lnTo>
                  <a:lnTo>
                    <a:pt x="1742332" y="3792406"/>
                  </a:lnTo>
                  <a:lnTo>
                    <a:pt x="1742457" y="3792406"/>
                  </a:lnTo>
                  <a:lnTo>
                    <a:pt x="1742582" y="3792406"/>
                  </a:lnTo>
                  <a:lnTo>
                    <a:pt x="1742707" y="3792406"/>
                  </a:lnTo>
                  <a:lnTo>
                    <a:pt x="1742832" y="3792406"/>
                  </a:lnTo>
                  <a:lnTo>
                    <a:pt x="1742957" y="3792406"/>
                  </a:lnTo>
                  <a:lnTo>
                    <a:pt x="1743082" y="3792406"/>
                  </a:lnTo>
                  <a:lnTo>
                    <a:pt x="1743207" y="3792406"/>
                  </a:lnTo>
                  <a:lnTo>
                    <a:pt x="1743332" y="3792406"/>
                  </a:lnTo>
                  <a:lnTo>
                    <a:pt x="1743457" y="3792406"/>
                  </a:lnTo>
                  <a:lnTo>
                    <a:pt x="1743582" y="3792406"/>
                  </a:lnTo>
                  <a:lnTo>
                    <a:pt x="1743707" y="3792406"/>
                  </a:lnTo>
                  <a:lnTo>
                    <a:pt x="1743832" y="3792406"/>
                  </a:lnTo>
                  <a:lnTo>
                    <a:pt x="1743957" y="3792406"/>
                  </a:lnTo>
                  <a:lnTo>
                    <a:pt x="1744083" y="3792406"/>
                  </a:lnTo>
                  <a:lnTo>
                    <a:pt x="1744208" y="3792406"/>
                  </a:lnTo>
                  <a:lnTo>
                    <a:pt x="1744333" y="3792406"/>
                  </a:lnTo>
                  <a:lnTo>
                    <a:pt x="1744458" y="3792406"/>
                  </a:lnTo>
                  <a:lnTo>
                    <a:pt x="1744583" y="3792406"/>
                  </a:lnTo>
                  <a:lnTo>
                    <a:pt x="1744708" y="3792406"/>
                  </a:lnTo>
                  <a:lnTo>
                    <a:pt x="1744833" y="3792406"/>
                  </a:lnTo>
                  <a:lnTo>
                    <a:pt x="1744958" y="3792406"/>
                  </a:lnTo>
                  <a:lnTo>
                    <a:pt x="1745083" y="3792406"/>
                  </a:lnTo>
                  <a:lnTo>
                    <a:pt x="1745208" y="3792406"/>
                  </a:lnTo>
                  <a:lnTo>
                    <a:pt x="1745333" y="3792406"/>
                  </a:lnTo>
                  <a:lnTo>
                    <a:pt x="1745333" y="3782452"/>
                  </a:lnTo>
                  <a:lnTo>
                    <a:pt x="1745458" y="3782452"/>
                  </a:lnTo>
                  <a:lnTo>
                    <a:pt x="1745583" y="3782452"/>
                  </a:lnTo>
                  <a:lnTo>
                    <a:pt x="1745708" y="3782452"/>
                  </a:lnTo>
                  <a:lnTo>
                    <a:pt x="1745833" y="3782452"/>
                  </a:lnTo>
                  <a:lnTo>
                    <a:pt x="1745958" y="3782452"/>
                  </a:lnTo>
                  <a:lnTo>
                    <a:pt x="1746083" y="3782452"/>
                  </a:lnTo>
                  <a:lnTo>
                    <a:pt x="1746208" y="3782452"/>
                  </a:lnTo>
                  <a:lnTo>
                    <a:pt x="1746333" y="3782452"/>
                  </a:lnTo>
                  <a:lnTo>
                    <a:pt x="1746458" y="3782452"/>
                  </a:lnTo>
                  <a:lnTo>
                    <a:pt x="1746583" y="3782452"/>
                  </a:lnTo>
                  <a:lnTo>
                    <a:pt x="1746708" y="3782452"/>
                  </a:lnTo>
                  <a:lnTo>
                    <a:pt x="1746833" y="3782452"/>
                  </a:lnTo>
                  <a:lnTo>
                    <a:pt x="1746959" y="3782452"/>
                  </a:lnTo>
                  <a:lnTo>
                    <a:pt x="1747084" y="3782452"/>
                  </a:lnTo>
                  <a:lnTo>
                    <a:pt x="1747209" y="3782452"/>
                  </a:lnTo>
                  <a:lnTo>
                    <a:pt x="1747334" y="3782452"/>
                  </a:lnTo>
                  <a:lnTo>
                    <a:pt x="1747459" y="3782452"/>
                  </a:lnTo>
                  <a:lnTo>
                    <a:pt x="1747584" y="3782452"/>
                  </a:lnTo>
                  <a:lnTo>
                    <a:pt x="1747709" y="3782452"/>
                  </a:lnTo>
                  <a:lnTo>
                    <a:pt x="1747834" y="3782452"/>
                  </a:lnTo>
                  <a:lnTo>
                    <a:pt x="1747959" y="3782452"/>
                  </a:lnTo>
                  <a:lnTo>
                    <a:pt x="1748084" y="3782452"/>
                  </a:lnTo>
                  <a:lnTo>
                    <a:pt x="1748209" y="3782452"/>
                  </a:lnTo>
                  <a:lnTo>
                    <a:pt x="1748334" y="3782452"/>
                  </a:lnTo>
                  <a:lnTo>
                    <a:pt x="1748459" y="3782452"/>
                  </a:lnTo>
                  <a:lnTo>
                    <a:pt x="1748584" y="3782452"/>
                  </a:lnTo>
                  <a:lnTo>
                    <a:pt x="1748709" y="3782452"/>
                  </a:lnTo>
                  <a:lnTo>
                    <a:pt x="1748834" y="3782452"/>
                  </a:lnTo>
                  <a:lnTo>
                    <a:pt x="1748959" y="3782452"/>
                  </a:lnTo>
                  <a:lnTo>
                    <a:pt x="1749084" y="3782452"/>
                  </a:lnTo>
                  <a:lnTo>
                    <a:pt x="1749209" y="3782452"/>
                  </a:lnTo>
                  <a:lnTo>
                    <a:pt x="1749334" y="3782452"/>
                  </a:lnTo>
                  <a:lnTo>
                    <a:pt x="1749459" y="3782452"/>
                  </a:lnTo>
                  <a:lnTo>
                    <a:pt x="1749584" y="3782452"/>
                  </a:lnTo>
                  <a:lnTo>
                    <a:pt x="1749709" y="3782452"/>
                  </a:lnTo>
                  <a:lnTo>
                    <a:pt x="1749834" y="3782452"/>
                  </a:lnTo>
                  <a:lnTo>
                    <a:pt x="1749960" y="3782452"/>
                  </a:lnTo>
                  <a:lnTo>
                    <a:pt x="1750085" y="3782452"/>
                  </a:lnTo>
                  <a:lnTo>
                    <a:pt x="1750210" y="3782452"/>
                  </a:lnTo>
                  <a:lnTo>
                    <a:pt x="1750335" y="3782452"/>
                  </a:lnTo>
                  <a:lnTo>
                    <a:pt x="1750460" y="3782452"/>
                  </a:lnTo>
                  <a:lnTo>
                    <a:pt x="1750585" y="3782452"/>
                  </a:lnTo>
                  <a:lnTo>
                    <a:pt x="1750710" y="3782452"/>
                  </a:lnTo>
                  <a:lnTo>
                    <a:pt x="1750835" y="3782452"/>
                  </a:lnTo>
                  <a:lnTo>
                    <a:pt x="1750960" y="3782452"/>
                  </a:lnTo>
                  <a:lnTo>
                    <a:pt x="1750960" y="3772498"/>
                  </a:lnTo>
                  <a:lnTo>
                    <a:pt x="1751085" y="3772498"/>
                  </a:lnTo>
                  <a:lnTo>
                    <a:pt x="1751210" y="3772498"/>
                  </a:lnTo>
                  <a:lnTo>
                    <a:pt x="1751335" y="3772498"/>
                  </a:lnTo>
                  <a:lnTo>
                    <a:pt x="1751460" y="3772498"/>
                  </a:lnTo>
                  <a:lnTo>
                    <a:pt x="1751585" y="3772498"/>
                  </a:lnTo>
                  <a:lnTo>
                    <a:pt x="1751710" y="3772498"/>
                  </a:lnTo>
                  <a:lnTo>
                    <a:pt x="1751835" y="3772498"/>
                  </a:lnTo>
                  <a:lnTo>
                    <a:pt x="1751960" y="3772498"/>
                  </a:lnTo>
                  <a:lnTo>
                    <a:pt x="1752085" y="3772498"/>
                  </a:lnTo>
                  <a:lnTo>
                    <a:pt x="1752210" y="3772498"/>
                  </a:lnTo>
                  <a:lnTo>
                    <a:pt x="1752335" y="3772498"/>
                  </a:lnTo>
                  <a:lnTo>
                    <a:pt x="1752460" y="3772498"/>
                  </a:lnTo>
                  <a:lnTo>
                    <a:pt x="1752585" y="3772498"/>
                  </a:lnTo>
                  <a:lnTo>
                    <a:pt x="1752710" y="3772498"/>
                  </a:lnTo>
                  <a:lnTo>
                    <a:pt x="1752835" y="3772498"/>
                  </a:lnTo>
                  <a:lnTo>
                    <a:pt x="1752961" y="3772498"/>
                  </a:lnTo>
                  <a:lnTo>
                    <a:pt x="1753086" y="3772498"/>
                  </a:lnTo>
                  <a:lnTo>
                    <a:pt x="1753211" y="3772498"/>
                  </a:lnTo>
                  <a:lnTo>
                    <a:pt x="1753336" y="3772498"/>
                  </a:lnTo>
                  <a:lnTo>
                    <a:pt x="1753461" y="3772498"/>
                  </a:lnTo>
                  <a:lnTo>
                    <a:pt x="1753586" y="3772498"/>
                  </a:lnTo>
                  <a:lnTo>
                    <a:pt x="1753711" y="3772498"/>
                  </a:lnTo>
                  <a:lnTo>
                    <a:pt x="1753836" y="3772498"/>
                  </a:lnTo>
                  <a:lnTo>
                    <a:pt x="1753961" y="3772498"/>
                  </a:lnTo>
                  <a:lnTo>
                    <a:pt x="1754086" y="3772498"/>
                  </a:lnTo>
                  <a:lnTo>
                    <a:pt x="1754211" y="3772498"/>
                  </a:lnTo>
                  <a:lnTo>
                    <a:pt x="1754336" y="3772498"/>
                  </a:lnTo>
                  <a:lnTo>
                    <a:pt x="1754461" y="3772498"/>
                  </a:lnTo>
                  <a:lnTo>
                    <a:pt x="1754586" y="3772498"/>
                  </a:lnTo>
                  <a:lnTo>
                    <a:pt x="1754711" y="3772498"/>
                  </a:lnTo>
                  <a:lnTo>
                    <a:pt x="1754836" y="3772498"/>
                  </a:lnTo>
                  <a:lnTo>
                    <a:pt x="1754961" y="3772498"/>
                  </a:lnTo>
                  <a:lnTo>
                    <a:pt x="1755086" y="3772498"/>
                  </a:lnTo>
                  <a:lnTo>
                    <a:pt x="1755211" y="3772498"/>
                  </a:lnTo>
                  <a:lnTo>
                    <a:pt x="1755336" y="3772498"/>
                  </a:lnTo>
                  <a:lnTo>
                    <a:pt x="1755461" y="3772498"/>
                  </a:lnTo>
                  <a:lnTo>
                    <a:pt x="1755586" y="3772498"/>
                  </a:lnTo>
                  <a:lnTo>
                    <a:pt x="1755711" y="3772498"/>
                  </a:lnTo>
                  <a:lnTo>
                    <a:pt x="1755836" y="3772498"/>
                  </a:lnTo>
                  <a:lnTo>
                    <a:pt x="1755962" y="3772498"/>
                  </a:lnTo>
                  <a:lnTo>
                    <a:pt x="1756087" y="3772498"/>
                  </a:lnTo>
                  <a:lnTo>
                    <a:pt x="1756212" y="3772498"/>
                  </a:lnTo>
                  <a:lnTo>
                    <a:pt x="1756337" y="3772498"/>
                  </a:lnTo>
                  <a:lnTo>
                    <a:pt x="1756462" y="3772498"/>
                  </a:lnTo>
                  <a:lnTo>
                    <a:pt x="1756587" y="3772498"/>
                  </a:lnTo>
                  <a:lnTo>
                    <a:pt x="1756712" y="3772498"/>
                  </a:lnTo>
                  <a:lnTo>
                    <a:pt x="1756837" y="3772498"/>
                  </a:lnTo>
                  <a:lnTo>
                    <a:pt x="1756962" y="3772498"/>
                  </a:lnTo>
                  <a:lnTo>
                    <a:pt x="1757087" y="3772498"/>
                  </a:lnTo>
                  <a:lnTo>
                    <a:pt x="1757212" y="3772498"/>
                  </a:lnTo>
                  <a:lnTo>
                    <a:pt x="1757337" y="3772498"/>
                  </a:lnTo>
                  <a:lnTo>
                    <a:pt x="1757462" y="3772498"/>
                  </a:lnTo>
                  <a:lnTo>
                    <a:pt x="1757587" y="3772498"/>
                  </a:lnTo>
                  <a:lnTo>
                    <a:pt x="1757712" y="3772498"/>
                  </a:lnTo>
                  <a:lnTo>
                    <a:pt x="1757837" y="3772498"/>
                  </a:lnTo>
                  <a:lnTo>
                    <a:pt x="1757962" y="3772498"/>
                  </a:lnTo>
                  <a:lnTo>
                    <a:pt x="1758087" y="3772498"/>
                  </a:lnTo>
                  <a:lnTo>
                    <a:pt x="1758212" y="3772498"/>
                  </a:lnTo>
                  <a:lnTo>
                    <a:pt x="1758337" y="3772498"/>
                  </a:lnTo>
                  <a:lnTo>
                    <a:pt x="1758462" y="3772498"/>
                  </a:lnTo>
                  <a:lnTo>
                    <a:pt x="1758587" y="3772498"/>
                  </a:lnTo>
                  <a:lnTo>
                    <a:pt x="1758712" y="3772498"/>
                  </a:lnTo>
                  <a:lnTo>
                    <a:pt x="1758837" y="3772498"/>
                  </a:lnTo>
                  <a:lnTo>
                    <a:pt x="1758963" y="3772498"/>
                  </a:lnTo>
                  <a:lnTo>
                    <a:pt x="1759088" y="3772498"/>
                  </a:lnTo>
                  <a:lnTo>
                    <a:pt x="1759213" y="3772498"/>
                  </a:lnTo>
                  <a:lnTo>
                    <a:pt x="1759338" y="3772498"/>
                  </a:lnTo>
                  <a:lnTo>
                    <a:pt x="1759463" y="3772498"/>
                  </a:lnTo>
                  <a:lnTo>
                    <a:pt x="1759588" y="3772498"/>
                  </a:lnTo>
                  <a:lnTo>
                    <a:pt x="1759713" y="3772498"/>
                  </a:lnTo>
                  <a:lnTo>
                    <a:pt x="1759838" y="3772498"/>
                  </a:lnTo>
                  <a:lnTo>
                    <a:pt x="1759963" y="3772498"/>
                  </a:lnTo>
                  <a:lnTo>
                    <a:pt x="1760088" y="3772498"/>
                  </a:lnTo>
                  <a:lnTo>
                    <a:pt x="1760213" y="3772498"/>
                  </a:lnTo>
                  <a:lnTo>
                    <a:pt x="1760338" y="3772498"/>
                  </a:lnTo>
                  <a:lnTo>
                    <a:pt x="1760463" y="3772498"/>
                  </a:lnTo>
                  <a:lnTo>
                    <a:pt x="1760588" y="3772498"/>
                  </a:lnTo>
                  <a:lnTo>
                    <a:pt x="1760713" y="3772498"/>
                  </a:lnTo>
                  <a:lnTo>
                    <a:pt x="1760838" y="3772498"/>
                  </a:lnTo>
                  <a:lnTo>
                    <a:pt x="1760963" y="3772498"/>
                  </a:lnTo>
                  <a:lnTo>
                    <a:pt x="1761088" y="3772498"/>
                  </a:lnTo>
                  <a:lnTo>
                    <a:pt x="1761213" y="3772498"/>
                  </a:lnTo>
                  <a:lnTo>
                    <a:pt x="1761338" y="3772498"/>
                  </a:lnTo>
                  <a:lnTo>
                    <a:pt x="1761463" y="3772498"/>
                  </a:lnTo>
                  <a:lnTo>
                    <a:pt x="1761588" y="3772498"/>
                  </a:lnTo>
                  <a:lnTo>
                    <a:pt x="1761713" y="3772498"/>
                  </a:lnTo>
                  <a:lnTo>
                    <a:pt x="1761838" y="3772498"/>
                  </a:lnTo>
                  <a:lnTo>
                    <a:pt x="1761964" y="3772498"/>
                  </a:lnTo>
                  <a:lnTo>
                    <a:pt x="1762089" y="3772498"/>
                  </a:lnTo>
                  <a:lnTo>
                    <a:pt x="1762214" y="3772498"/>
                  </a:lnTo>
                  <a:lnTo>
                    <a:pt x="1762339" y="3772498"/>
                  </a:lnTo>
                  <a:lnTo>
                    <a:pt x="1762464" y="3772498"/>
                  </a:lnTo>
                  <a:lnTo>
                    <a:pt x="1762589" y="3772498"/>
                  </a:lnTo>
                  <a:lnTo>
                    <a:pt x="1762714" y="3772498"/>
                  </a:lnTo>
                  <a:lnTo>
                    <a:pt x="1762839" y="3772498"/>
                  </a:lnTo>
                  <a:lnTo>
                    <a:pt x="1762964" y="3772498"/>
                  </a:lnTo>
                  <a:lnTo>
                    <a:pt x="1763089" y="3772498"/>
                  </a:lnTo>
                  <a:lnTo>
                    <a:pt x="1763214" y="3772498"/>
                  </a:lnTo>
                  <a:lnTo>
                    <a:pt x="1763339" y="3772498"/>
                  </a:lnTo>
                  <a:lnTo>
                    <a:pt x="1763464" y="3772498"/>
                  </a:lnTo>
                  <a:lnTo>
                    <a:pt x="1763589" y="3772498"/>
                  </a:lnTo>
                  <a:lnTo>
                    <a:pt x="1763714" y="3772498"/>
                  </a:lnTo>
                  <a:lnTo>
                    <a:pt x="1763839" y="3772498"/>
                  </a:lnTo>
                  <a:lnTo>
                    <a:pt x="1763964" y="3772498"/>
                  </a:lnTo>
                  <a:lnTo>
                    <a:pt x="1764089" y="3772498"/>
                  </a:lnTo>
                  <a:lnTo>
                    <a:pt x="1764214" y="3772498"/>
                  </a:lnTo>
                  <a:lnTo>
                    <a:pt x="1764339" y="3772498"/>
                  </a:lnTo>
                  <a:lnTo>
                    <a:pt x="1764464" y="3772498"/>
                  </a:lnTo>
                  <a:lnTo>
                    <a:pt x="1764589" y="3772498"/>
                  </a:lnTo>
                  <a:lnTo>
                    <a:pt x="1764714" y="3772498"/>
                  </a:lnTo>
                  <a:lnTo>
                    <a:pt x="1764839" y="3772498"/>
                  </a:lnTo>
                  <a:lnTo>
                    <a:pt x="1764965" y="3772498"/>
                  </a:lnTo>
                  <a:lnTo>
                    <a:pt x="1765090" y="3772498"/>
                  </a:lnTo>
                  <a:lnTo>
                    <a:pt x="1765215" y="3772498"/>
                  </a:lnTo>
                  <a:lnTo>
                    <a:pt x="1765340" y="3772498"/>
                  </a:lnTo>
                  <a:lnTo>
                    <a:pt x="1765465" y="3772498"/>
                  </a:lnTo>
                  <a:lnTo>
                    <a:pt x="1765590" y="3772498"/>
                  </a:lnTo>
                  <a:lnTo>
                    <a:pt x="1765715" y="3772498"/>
                  </a:lnTo>
                  <a:lnTo>
                    <a:pt x="1765840" y="3772498"/>
                  </a:lnTo>
                  <a:lnTo>
                    <a:pt x="1765965" y="3772498"/>
                  </a:lnTo>
                  <a:lnTo>
                    <a:pt x="1766090" y="3772498"/>
                  </a:lnTo>
                  <a:lnTo>
                    <a:pt x="1766215" y="3772498"/>
                  </a:lnTo>
                  <a:lnTo>
                    <a:pt x="1766340" y="3772498"/>
                  </a:lnTo>
                  <a:lnTo>
                    <a:pt x="1766465" y="3772498"/>
                  </a:lnTo>
                  <a:lnTo>
                    <a:pt x="1766590" y="3772498"/>
                  </a:lnTo>
                  <a:lnTo>
                    <a:pt x="1766715" y="3772498"/>
                  </a:lnTo>
                  <a:lnTo>
                    <a:pt x="1766840" y="3772498"/>
                  </a:lnTo>
                  <a:lnTo>
                    <a:pt x="1766965" y="3772498"/>
                  </a:lnTo>
                  <a:lnTo>
                    <a:pt x="1767090" y="3772498"/>
                  </a:lnTo>
                  <a:lnTo>
                    <a:pt x="1767215" y="3772498"/>
                  </a:lnTo>
                  <a:lnTo>
                    <a:pt x="1767340" y="3772498"/>
                  </a:lnTo>
                  <a:lnTo>
                    <a:pt x="1767465" y="3772498"/>
                  </a:lnTo>
                  <a:lnTo>
                    <a:pt x="1767590" y="3772498"/>
                  </a:lnTo>
                  <a:lnTo>
                    <a:pt x="1767715" y="3772498"/>
                  </a:lnTo>
                  <a:lnTo>
                    <a:pt x="1767840" y="3772498"/>
                  </a:lnTo>
                  <a:lnTo>
                    <a:pt x="1767966" y="3772498"/>
                  </a:lnTo>
                  <a:lnTo>
                    <a:pt x="1768091" y="3772498"/>
                  </a:lnTo>
                  <a:lnTo>
                    <a:pt x="1768216" y="3772498"/>
                  </a:lnTo>
                  <a:lnTo>
                    <a:pt x="1768341" y="3772498"/>
                  </a:lnTo>
                  <a:lnTo>
                    <a:pt x="1768466" y="3772498"/>
                  </a:lnTo>
                  <a:lnTo>
                    <a:pt x="1768591" y="3772498"/>
                  </a:lnTo>
                  <a:lnTo>
                    <a:pt x="1768591" y="3762544"/>
                  </a:lnTo>
                  <a:lnTo>
                    <a:pt x="1768716" y="3762544"/>
                  </a:lnTo>
                  <a:lnTo>
                    <a:pt x="1768841" y="3762544"/>
                  </a:lnTo>
                  <a:lnTo>
                    <a:pt x="1768966" y="3762544"/>
                  </a:lnTo>
                  <a:lnTo>
                    <a:pt x="1769091" y="3762544"/>
                  </a:lnTo>
                  <a:lnTo>
                    <a:pt x="1769216" y="3762544"/>
                  </a:lnTo>
                  <a:lnTo>
                    <a:pt x="1769341" y="3762544"/>
                  </a:lnTo>
                  <a:lnTo>
                    <a:pt x="1769466" y="3762544"/>
                  </a:lnTo>
                  <a:lnTo>
                    <a:pt x="1769591" y="3762544"/>
                  </a:lnTo>
                  <a:lnTo>
                    <a:pt x="1769716" y="3762544"/>
                  </a:lnTo>
                  <a:lnTo>
                    <a:pt x="1769841" y="3762544"/>
                  </a:lnTo>
                  <a:lnTo>
                    <a:pt x="1769966" y="3762544"/>
                  </a:lnTo>
                  <a:lnTo>
                    <a:pt x="1770091" y="3762544"/>
                  </a:lnTo>
                  <a:lnTo>
                    <a:pt x="1770216" y="3762544"/>
                  </a:lnTo>
                  <a:lnTo>
                    <a:pt x="1770341" y="3762544"/>
                  </a:lnTo>
                  <a:lnTo>
                    <a:pt x="1770466" y="3762544"/>
                  </a:lnTo>
                  <a:lnTo>
                    <a:pt x="1770591" y="3762544"/>
                  </a:lnTo>
                  <a:lnTo>
                    <a:pt x="1770716" y="3762544"/>
                  </a:lnTo>
                  <a:lnTo>
                    <a:pt x="1770841" y="3762544"/>
                  </a:lnTo>
                  <a:lnTo>
                    <a:pt x="1770967" y="3762544"/>
                  </a:lnTo>
                  <a:lnTo>
                    <a:pt x="1771092" y="3762544"/>
                  </a:lnTo>
                  <a:lnTo>
                    <a:pt x="1771217" y="3762544"/>
                  </a:lnTo>
                  <a:lnTo>
                    <a:pt x="1771342" y="3762544"/>
                  </a:lnTo>
                  <a:lnTo>
                    <a:pt x="1771467" y="3762544"/>
                  </a:lnTo>
                  <a:lnTo>
                    <a:pt x="1771592" y="3762544"/>
                  </a:lnTo>
                  <a:lnTo>
                    <a:pt x="1771717" y="3762544"/>
                  </a:lnTo>
                  <a:lnTo>
                    <a:pt x="1771842" y="3762544"/>
                  </a:lnTo>
                  <a:lnTo>
                    <a:pt x="1771967" y="3762544"/>
                  </a:lnTo>
                  <a:lnTo>
                    <a:pt x="1772092" y="3762544"/>
                  </a:lnTo>
                  <a:lnTo>
                    <a:pt x="1772217" y="3762544"/>
                  </a:lnTo>
                  <a:lnTo>
                    <a:pt x="1772342" y="3762544"/>
                  </a:lnTo>
                  <a:lnTo>
                    <a:pt x="1772467" y="3762544"/>
                  </a:lnTo>
                  <a:lnTo>
                    <a:pt x="1772592" y="3762544"/>
                  </a:lnTo>
                  <a:lnTo>
                    <a:pt x="1772717" y="3762544"/>
                  </a:lnTo>
                  <a:lnTo>
                    <a:pt x="1772842" y="3762544"/>
                  </a:lnTo>
                  <a:lnTo>
                    <a:pt x="1772967" y="3762544"/>
                  </a:lnTo>
                  <a:lnTo>
                    <a:pt x="1773092" y="3762544"/>
                  </a:lnTo>
                  <a:lnTo>
                    <a:pt x="1773217" y="3762544"/>
                  </a:lnTo>
                  <a:lnTo>
                    <a:pt x="1773342" y="3762544"/>
                  </a:lnTo>
                  <a:lnTo>
                    <a:pt x="1773467" y="3762544"/>
                  </a:lnTo>
                  <a:lnTo>
                    <a:pt x="1773592" y="3762544"/>
                  </a:lnTo>
                  <a:lnTo>
                    <a:pt x="1773717" y="3762544"/>
                  </a:lnTo>
                  <a:lnTo>
                    <a:pt x="1773842" y="3762544"/>
                  </a:lnTo>
                  <a:lnTo>
                    <a:pt x="1773968" y="3762544"/>
                  </a:lnTo>
                  <a:lnTo>
                    <a:pt x="1774093" y="3762544"/>
                  </a:lnTo>
                  <a:lnTo>
                    <a:pt x="1774218" y="3762544"/>
                  </a:lnTo>
                  <a:lnTo>
                    <a:pt x="1774343" y="3762544"/>
                  </a:lnTo>
                  <a:lnTo>
                    <a:pt x="1774468" y="3762544"/>
                  </a:lnTo>
                  <a:lnTo>
                    <a:pt x="1774593" y="3762544"/>
                  </a:lnTo>
                  <a:lnTo>
                    <a:pt x="1774718" y="3762544"/>
                  </a:lnTo>
                  <a:lnTo>
                    <a:pt x="1774843" y="3762544"/>
                  </a:lnTo>
                  <a:lnTo>
                    <a:pt x="1774968" y="3762544"/>
                  </a:lnTo>
                  <a:lnTo>
                    <a:pt x="1775093" y="3762544"/>
                  </a:lnTo>
                  <a:lnTo>
                    <a:pt x="1775218" y="3762544"/>
                  </a:lnTo>
                  <a:lnTo>
                    <a:pt x="1775343" y="3762544"/>
                  </a:lnTo>
                  <a:lnTo>
                    <a:pt x="1775468" y="3762544"/>
                  </a:lnTo>
                  <a:lnTo>
                    <a:pt x="1775593" y="3762544"/>
                  </a:lnTo>
                  <a:lnTo>
                    <a:pt x="1775718" y="3762544"/>
                  </a:lnTo>
                  <a:lnTo>
                    <a:pt x="1775843" y="3762544"/>
                  </a:lnTo>
                  <a:lnTo>
                    <a:pt x="1775968" y="3762544"/>
                  </a:lnTo>
                  <a:lnTo>
                    <a:pt x="1776093" y="3762544"/>
                  </a:lnTo>
                  <a:lnTo>
                    <a:pt x="1776218" y="3762544"/>
                  </a:lnTo>
                  <a:lnTo>
                    <a:pt x="1776343" y="3762544"/>
                  </a:lnTo>
                  <a:lnTo>
                    <a:pt x="1776468" y="3762544"/>
                  </a:lnTo>
                  <a:lnTo>
                    <a:pt x="1776593" y="3762544"/>
                  </a:lnTo>
                  <a:lnTo>
                    <a:pt x="1776718" y="3762544"/>
                  </a:lnTo>
                  <a:lnTo>
                    <a:pt x="1776843" y="3762544"/>
                  </a:lnTo>
                  <a:lnTo>
                    <a:pt x="1776969" y="3762544"/>
                  </a:lnTo>
                  <a:lnTo>
                    <a:pt x="1777094" y="3762544"/>
                  </a:lnTo>
                  <a:lnTo>
                    <a:pt x="1777219" y="3762544"/>
                  </a:lnTo>
                  <a:lnTo>
                    <a:pt x="1777344" y="3762544"/>
                  </a:lnTo>
                  <a:lnTo>
                    <a:pt x="1777469" y="3762544"/>
                  </a:lnTo>
                  <a:lnTo>
                    <a:pt x="1777594" y="3762544"/>
                  </a:lnTo>
                  <a:lnTo>
                    <a:pt x="1777719" y="3762544"/>
                  </a:lnTo>
                  <a:lnTo>
                    <a:pt x="1777844" y="3762544"/>
                  </a:lnTo>
                  <a:lnTo>
                    <a:pt x="1777969" y="3762544"/>
                  </a:lnTo>
                  <a:lnTo>
                    <a:pt x="1778094" y="3762544"/>
                  </a:lnTo>
                  <a:lnTo>
                    <a:pt x="1778219" y="3762544"/>
                  </a:lnTo>
                  <a:lnTo>
                    <a:pt x="1778344" y="3762544"/>
                  </a:lnTo>
                  <a:lnTo>
                    <a:pt x="1778469" y="3762544"/>
                  </a:lnTo>
                  <a:lnTo>
                    <a:pt x="1778594" y="3762544"/>
                  </a:lnTo>
                  <a:lnTo>
                    <a:pt x="1778719" y="3762544"/>
                  </a:lnTo>
                  <a:lnTo>
                    <a:pt x="1778844" y="3762544"/>
                  </a:lnTo>
                  <a:lnTo>
                    <a:pt x="1778969" y="3762544"/>
                  </a:lnTo>
                  <a:lnTo>
                    <a:pt x="1779094" y="3762544"/>
                  </a:lnTo>
                  <a:lnTo>
                    <a:pt x="1779219" y="3762544"/>
                  </a:lnTo>
                  <a:lnTo>
                    <a:pt x="1779344" y="3762544"/>
                  </a:lnTo>
                  <a:lnTo>
                    <a:pt x="1779469" y="3762544"/>
                  </a:lnTo>
                  <a:lnTo>
                    <a:pt x="1779594" y="3762544"/>
                  </a:lnTo>
                  <a:lnTo>
                    <a:pt x="1779719" y="3762544"/>
                  </a:lnTo>
                  <a:lnTo>
                    <a:pt x="1779844" y="3762544"/>
                  </a:lnTo>
                  <a:lnTo>
                    <a:pt x="1779970" y="3762544"/>
                  </a:lnTo>
                  <a:lnTo>
                    <a:pt x="1780095" y="3762544"/>
                  </a:lnTo>
                  <a:lnTo>
                    <a:pt x="1780220" y="3762544"/>
                  </a:lnTo>
                  <a:lnTo>
                    <a:pt x="1780345" y="3762544"/>
                  </a:lnTo>
                  <a:lnTo>
                    <a:pt x="1780470" y="3762544"/>
                  </a:lnTo>
                  <a:lnTo>
                    <a:pt x="1780595" y="3762544"/>
                  </a:lnTo>
                  <a:lnTo>
                    <a:pt x="1780720" y="3762544"/>
                  </a:lnTo>
                  <a:lnTo>
                    <a:pt x="1780845" y="3762544"/>
                  </a:lnTo>
                  <a:lnTo>
                    <a:pt x="1780970" y="3762544"/>
                  </a:lnTo>
                  <a:lnTo>
                    <a:pt x="1781095" y="3762544"/>
                  </a:lnTo>
                  <a:lnTo>
                    <a:pt x="1781220" y="3762544"/>
                  </a:lnTo>
                  <a:lnTo>
                    <a:pt x="1781345" y="3762544"/>
                  </a:lnTo>
                  <a:lnTo>
                    <a:pt x="1781470" y="3762544"/>
                  </a:lnTo>
                  <a:lnTo>
                    <a:pt x="1781595" y="3762544"/>
                  </a:lnTo>
                  <a:lnTo>
                    <a:pt x="1781720" y="3762544"/>
                  </a:lnTo>
                  <a:lnTo>
                    <a:pt x="1781845" y="3762544"/>
                  </a:lnTo>
                  <a:lnTo>
                    <a:pt x="1781970" y="3762544"/>
                  </a:lnTo>
                  <a:lnTo>
                    <a:pt x="1782095" y="3762544"/>
                  </a:lnTo>
                  <a:lnTo>
                    <a:pt x="1782220" y="3762544"/>
                  </a:lnTo>
                  <a:lnTo>
                    <a:pt x="1782345" y="3762544"/>
                  </a:lnTo>
                  <a:lnTo>
                    <a:pt x="1782470" y="3762544"/>
                  </a:lnTo>
                  <a:lnTo>
                    <a:pt x="1782595" y="3762544"/>
                  </a:lnTo>
                  <a:lnTo>
                    <a:pt x="1782720" y="3762544"/>
                  </a:lnTo>
                  <a:lnTo>
                    <a:pt x="1782845" y="3762544"/>
                  </a:lnTo>
                  <a:lnTo>
                    <a:pt x="1782971" y="3762544"/>
                  </a:lnTo>
                  <a:lnTo>
                    <a:pt x="1783096" y="3762544"/>
                  </a:lnTo>
                  <a:lnTo>
                    <a:pt x="1783221" y="3762544"/>
                  </a:lnTo>
                  <a:lnTo>
                    <a:pt x="1783346" y="3762544"/>
                  </a:lnTo>
                  <a:lnTo>
                    <a:pt x="1783471" y="3762544"/>
                  </a:lnTo>
                  <a:lnTo>
                    <a:pt x="1783596" y="3762544"/>
                  </a:lnTo>
                  <a:lnTo>
                    <a:pt x="1783721" y="3762544"/>
                  </a:lnTo>
                  <a:lnTo>
                    <a:pt x="1783846" y="3762544"/>
                  </a:lnTo>
                  <a:lnTo>
                    <a:pt x="1783971" y="3762544"/>
                  </a:lnTo>
                  <a:lnTo>
                    <a:pt x="1784096" y="3762544"/>
                  </a:lnTo>
                  <a:lnTo>
                    <a:pt x="1784221" y="3762544"/>
                  </a:lnTo>
                  <a:lnTo>
                    <a:pt x="1784346" y="3762544"/>
                  </a:lnTo>
                  <a:lnTo>
                    <a:pt x="1784471" y="3762544"/>
                  </a:lnTo>
                  <a:lnTo>
                    <a:pt x="1784596" y="3762544"/>
                  </a:lnTo>
                  <a:lnTo>
                    <a:pt x="1784721" y="3762544"/>
                  </a:lnTo>
                  <a:lnTo>
                    <a:pt x="1784846" y="3762544"/>
                  </a:lnTo>
                  <a:lnTo>
                    <a:pt x="1784971" y="3762544"/>
                  </a:lnTo>
                  <a:lnTo>
                    <a:pt x="1785096" y="3762544"/>
                  </a:lnTo>
                  <a:lnTo>
                    <a:pt x="1785221" y="3762544"/>
                  </a:lnTo>
                  <a:lnTo>
                    <a:pt x="1785346" y="3762544"/>
                  </a:lnTo>
                  <a:lnTo>
                    <a:pt x="1785471" y="3762544"/>
                  </a:lnTo>
                  <a:lnTo>
                    <a:pt x="1785596" y="3762544"/>
                  </a:lnTo>
                  <a:lnTo>
                    <a:pt x="1785721" y="3762544"/>
                  </a:lnTo>
                  <a:lnTo>
                    <a:pt x="1785847" y="3762544"/>
                  </a:lnTo>
                  <a:lnTo>
                    <a:pt x="1785972" y="3762544"/>
                  </a:lnTo>
                  <a:lnTo>
                    <a:pt x="1786097" y="3762544"/>
                  </a:lnTo>
                  <a:lnTo>
                    <a:pt x="1786222" y="3762544"/>
                  </a:lnTo>
                  <a:lnTo>
                    <a:pt x="1786347" y="3762544"/>
                  </a:lnTo>
                  <a:lnTo>
                    <a:pt x="1786472" y="3762544"/>
                  </a:lnTo>
                  <a:lnTo>
                    <a:pt x="1786597" y="3762544"/>
                  </a:lnTo>
                  <a:lnTo>
                    <a:pt x="1786722" y="3762544"/>
                  </a:lnTo>
                  <a:lnTo>
                    <a:pt x="1786847" y="3762544"/>
                  </a:lnTo>
                  <a:lnTo>
                    <a:pt x="1786972" y="3762544"/>
                  </a:lnTo>
                  <a:lnTo>
                    <a:pt x="1787097" y="3762544"/>
                  </a:lnTo>
                  <a:lnTo>
                    <a:pt x="1787222" y="3762544"/>
                  </a:lnTo>
                  <a:lnTo>
                    <a:pt x="1787347" y="3762544"/>
                  </a:lnTo>
                  <a:lnTo>
                    <a:pt x="1787472" y="3762544"/>
                  </a:lnTo>
                  <a:lnTo>
                    <a:pt x="1787597" y="3762544"/>
                  </a:lnTo>
                  <a:lnTo>
                    <a:pt x="1787722" y="3762544"/>
                  </a:lnTo>
                  <a:lnTo>
                    <a:pt x="1787847" y="3762544"/>
                  </a:lnTo>
                  <a:lnTo>
                    <a:pt x="1787972" y="3762544"/>
                  </a:lnTo>
                  <a:lnTo>
                    <a:pt x="1788097" y="3762544"/>
                  </a:lnTo>
                  <a:lnTo>
                    <a:pt x="1788222" y="3762544"/>
                  </a:lnTo>
                  <a:lnTo>
                    <a:pt x="1788347" y="3762544"/>
                  </a:lnTo>
                  <a:lnTo>
                    <a:pt x="1788472" y="3762544"/>
                  </a:lnTo>
                  <a:lnTo>
                    <a:pt x="1788597" y="3762544"/>
                  </a:lnTo>
                  <a:lnTo>
                    <a:pt x="1788722" y="3762544"/>
                  </a:lnTo>
                  <a:lnTo>
                    <a:pt x="1788848" y="3762544"/>
                  </a:lnTo>
                  <a:lnTo>
                    <a:pt x="1788973" y="3762544"/>
                  </a:lnTo>
                  <a:lnTo>
                    <a:pt x="1789098" y="3762544"/>
                  </a:lnTo>
                  <a:lnTo>
                    <a:pt x="1789223" y="3762544"/>
                  </a:lnTo>
                  <a:lnTo>
                    <a:pt x="1789348" y="3762544"/>
                  </a:lnTo>
                  <a:lnTo>
                    <a:pt x="1789473" y="3762544"/>
                  </a:lnTo>
                  <a:lnTo>
                    <a:pt x="1789598" y="3762544"/>
                  </a:lnTo>
                  <a:lnTo>
                    <a:pt x="1789723" y="3762544"/>
                  </a:lnTo>
                  <a:lnTo>
                    <a:pt x="1789848" y="3762544"/>
                  </a:lnTo>
                  <a:lnTo>
                    <a:pt x="1789973" y="3762544"/>
                  </a:lnTo>
                  <a:lnTo>
                    <a:pt x="1790098" y="3762544"/>
                  </a:lnTo>
                  <a:lnTo>
                    <a:pt x="1790223" y="3762544"/>
                  </a:lnTo>
                  <a:lnTo>
                    <a:pt x="1790348" y="3762544"/>
                  </a:lnTo>
                  <a:lnTo>
                    <a:pt x="1790473" y="3762544"/>
                  </a:lnTo>
                  <a:lnTo>
                    <a:pt x="1790598" y="3762544"/>
                  </a:lnTo>
                  <a:lnTo>
                    <a:pt x="1790723" y="3762544"/>
                  </a:lnTo>
                  <a:lnTo>
                    <a:pt x="1790848" y="3762544"/>
                  </a:lnTo>
                  <a:lnTo>
                    <a:pt x="1790973" y="3762544"/>
                  </a:lnTo>
                  <a:lnTo>
                    <a:pt x="1791098" y="3762544"/>
                  </a:lnTo>
                  <a:lnTo>
                    <a:pt x="1791223" y="3762544"/>
                  </a:lnTo>
                  <a:lnTo>
                    <a:pt x="1791348" y="3762544"/>
                  </a:lnTo>
                  <a:lnTo>
                    <a:pt x="1791473" y="3762544"/>
                  </a:lnTo>
                  <a:lnTo>
                    <a:pt x="1791598" y="3762544"/>
                  </a:lnTo>
                  <a:lnTo>
                    <a:pt x="1791723" y="3762544"/>
                  </a:lnTo>
                  <a:lnTo>
                    <a:pt x="1791849" y="3762544"/>
                  </a:lnTo>
                  <a:lnTo>
                    <a:pt x="1791974" y="3762544"/>
                  </a:lnTo>
                  <a:lnTo>
                    <a:pt x="1792099" y="3762544"/>
                  </a:lnTo>
                  <a:lnTo>
                    <a:pt x="1792224" y="3762544"/>
                  </a:lnTo>
                  <a:lnTo>
                    <a:pt x="1792349" y="3762544"/>
                  </a:lnTo>
                  <a:lnTo>
                    <a:pt x="1792474" y="3762544"/>
                  </a:lnTo>
                  <a:lnTo>
                    <a:pt x="1792599" y="3762544"/>
                  </a:lnTo>
                  <a:lnTo>
                    <a:pt x="1792724" y="3762544"/>
                  </a:lnTo>
                  <a:lnTo>
                    <a:pt x="1792849" y="3762544"/>
                  </a:lnTo>
                  <a:lnTo>
                    <a:pt x="1792974" y="3762544"/>
                  </a:lnTo>
                  <a:lnTo>
                    <a:pt x="1793099" y="3762544"/>
                  </a:lnTo>
                  <a:lnTo>
                    <a:pt x="1793224" y="3762544"/>
                  </a:lnTo>
                  <a:lnTo>
                    <a:pt x="1793349" y="3762544"/>
                  </a:lnTo>
                  <a:lnTo>
                    <a:pt x="1793474" y="3762544"/>
                  </a:lnTo>
                  <a:lnTo>
                    <a:pt x="1793599" y="3762544"/>
                  </a:lnTo>
                  <a:lnTo>
                    <a:pt x="1793724" y="3762544"/>
                  </a:lnTo>
                  <a:lnTo>
                    <a:pt x="1793849" y="3762544"/>
                  </a:lnTo>
                  <a:lnTo>
                    <a:pt x="1793974" y="3762544"/>
                  </a:lnTo>
                  <a:lnTo>
                    <a:pt x="1794099" y="3762544"/>
                  </a:lnTo>
                  <a:lnTo>
                    <a:pt x="1794224" y="3762544"/>
                  </a:lnTo>
                  <a:lnTo>
                    <a:pt x="1794349" y="3762544"/>
                  </a:lnTo>
                  <a:lnTo>
                    <a:pt x="1794474" y="3762544"/>
                  </a:lnTo>
                  <a:lnTo>
                    <a:pt x="1794599" y="3762544"/>
                  </a:lnTo>
                  <a:lnTo>
                    <a:pt x="1794724" y="3762544"/>
                  </a:lnTo>
                  <a:lnTo>
                    <a:pt x="1794850" y="3762544"/>
                  </a:lnTo>
                  <a:lnTo>
                    <a:pt x="1794975" y="3762544"/>
                  </a:lnTo>
                  <a:lnTo>
                    <a:pt x="1795100" y="3762544"/>
                  </a:lnTo>
                  <a:lnTo>
                    <a:pt x="1795225" y="3762544"/>
                  </a:lnTo>
                  <a:lnTo>
                    <a:pt x="1795350" y="3762544"/>
                  </a:lnTo>
                  <a:lnTo>
                    <a:pt x="1795475" y="3762544"/>
                  </a:lnTo>
                  <a:lnTo>
                    <a:pt x="1795600" y="3762544"/>
                  </a:lnTo>
                  <a:lnTo>
                    <a:pt x="1795725" y="3762544"/>
                  </a:lnTo>
                  <a:lnTo>
                    <a:pt x="1795850" y="3762544"/>
                  </a:lnTo>
                  <a:lnTo>
                    <a:pt x="1795975" y="3762544"/>
                  </a:lnTo>
                  <a:lnTo>
                    <a:pt x="1796100" y="3762544"/>
                  </a:lnTo>
                  <a:lnTo>
                    <a:pt x="1796225" y="3762544"/>
                  </a:lnTo>
                  <a:lnTo>
                    <a:pt x="1796350" y="3762544"/>
                  </a:lnTo>
                  <a:lnTo>
                    <a:pt x="1796475" y="3762544"/>
                  </a:lnTo>
                  <a:lnTo>
                    <a:pt x="1796600" y="3762544"/>
                  </a:lnTo>
                  <a:lnTo>
                    <a:pt x="1796725" y="3762544"/>
                  </a:lnTo>
                  <a:lnTo>
                    <a:pt x="1796725" y="3752591"/>
                  </a:lnTo>
                  <a:lnTo>
                    <a:pt x="1796850" y="3752591"/>
                  </a:lnTo>
                  <a:lnTo>
                    <a:pt x="1796975" y="3752591"/>
                  </a:lnTo>
                  <a:lnTo>
                    <a:pt x="1797100" y="3752591"/>
                  </a:lnTo>
                  <a:lnTo>
                    <a:pt x="1797225" y="3752591"/>
                  </a:lnTo>
                  <a:lnTo>
                    <a:pt x="1797350" y="3752591"/>
                  </a:lnTo>
                  <a:lnTo>
                    <a:pt x="1797475" y="3752591"/>
                  </a:lnTo>
                  <a:lnTo>
                    <a:pt x="1797600" y="3752591"/>
                  </a:lnTo>
                  <a:lnTo>
                    <a:pt x="1797725" y="3752591"/>
                  </a:lnTo>
                  <a:lnTo>
                    <a:pt x="1797851" y="3752591"/>
                  </a:lnTo>
                  <a:lnTo>
                    <a:pt x="1797976" y="3752591"/>
                  </a:lnTo>
                  <a:lnTo>
                    <a:pt x="1798101" y="3752591"/>
                  </a:lnTo>
                  <a:lnTo>
                    <a:pt x="1798226" y="3752591"/>
                  </a:lnTo>
                  <a:lnTo>
                    <a:pt x="1798351" y="3752591"/>
                  </a:lnTo>
                  <a:lnTo>
                    <a:pt x="1798476" y="3752591"/>
                  </a:lnTo>
                  <a:lnTo>
                    <a:pt x="1798601" y="3752591"/>
                  </a:lnTo>
                  <a:lnTo>
                    <a:pt x="1798726" y="3752591"/>
                  </a:lnTo>
                  <a:lnTo>
                    <a:pt x="1798851" y="3752591"/>
                  </a:lnTo>
                  <a:lnTo>
                    <a:pt x="1798976" y="3752591"/>
                  </a:lnTo>
                  <a:lnTo>
                    <a:pt x="1799101" y="3752591"/>
                  </a:lnTo>
                  <a:lnTo>
                    <a:pt x="1799226" y="3752591"/>
                  </a:lnTo>
                  <a:lnTo>
                    <a:pt x="1799351" y="3752591"/>
                  </a:lnTo>
                  <a:lnTo>
                    <a:pt x="1799476" y="3752591"/>
                  </a:lnTo>
                  <a:lnTo>
                    <a:pt x="1799601" y="3752591"/>
                  </a:lnTo>
                  <a:lnTo>
                    <a:pt x="1799726" y="3752591"/>
                  </a:lnTo>
                  <a:lnTo>
                    <a:pt x="1799851" y="3752591"/>
                  </a:lnTo>
                  <a:lnTo>
                    <a:pt x="1799976" y="3752591"/>
                  </a:lnTo>
                  <a:lnTo>
                    <a:pt x="1800101" y="3752591"/>
                  </a:lnTo>
                  <a:lnTo>
                    <a:pt x="1800226" y="3752591"/>
                  </a:lnTo>
                  <a:lnTo>
                    <a:pt x="1800351" y="3752591"/>
                  </a:lnTo>
                  <a:lnTo>
                    <a:pt x="1800476" y="3752591"/>
                  </a:lnTo>
                  <a:lnTo>
                    <a:pt x="1800601" y="3752591"/>
                  </a:lnTo>
                  <a:lnTo>
                    <a:pt x="1800726" y="3752591"/>
                  </a:lnTo>
                  <a:lnTo>
                    <a:pt x="1800852" y="3752591"/>
                  </a:lnTo>
                  <a:lnTo>
                    <a:pt x="1800977" y="3752591"/>
                  </a:lnTo>
                  <a:lnTo>
                    <a:pt x="1801102" y="3752591"/>
                  </a:lnTo>
                  <a:lnTo>
                    <a:pt x="1801227" y="3752591"/>
                  </a:lnTo>
                  <a:lnTo>
                    <a:pt x="1801352" y="3752591"/>
                  </a:lnTo>
                  <a:lnTo>
                    <a:pt x="1801477" y="3752591"/>
                  </a:lnTo>
                  <a:lnTo>
                    <a:pt x="1801602" y="3752591"/>
                  </a:lnTo>
                  <a:lnTo>
                    <a:pt x="1801727" y="3752591"/>
                  </a:lnTo>
                  <a:lnTo>
                    <a:pt x="1801852" y="3752591"/>
                  </a:lnTo>
                  <a:lnTo>
                    <a:pt x="1801977" y="3752591"/>
                  </a:lnTo>
                  <a:lnTo>
                    <a:pt x="1802102" y="3752591"/>
                  </a:lnTo>
                  <a:lnTo>
                    <a:pt x="1802227" y="3752591"/>
                  </a:lnTo>
                  <a:lnTo>
                    <a:pt x="1802352" y="3752591"/>
                  </a:lnTo>
                  <a:lnTo>
                    <a:pt x="1802477" y="3752591"/>
                  </a:lnTo>
                  <a:lnTo>
                    <a:pt x="1802602" y="3752591"/>
                  </a:lnTo>
                  <a:lnTo>
                    <a:pt x="1802727" y="3752591"/>
                  </a:lnTo>
                  <a:lnTo>
                    <a:pt x="1802852" y="3752591"/>
                  </a:lnTo>
                  <a:lnTo>
                    <a:pt x="1802977" y="3752591"/>
                  </a:lnTo>
                  <a:lnTo>
                    <a:pt x="1803102" y="3752591"/>
                  </a:lnTo>
                  <a:lnTo>
                    <a:pt x="1803227" y="3752591"/>
                  </a:lnTo>
                  <a:lnTo>
                    <a:pt x="1803352" y="3752591"/>
                  </a:lnTo>
                  <a:lnTo>
                    <a:pt x="1803477" y="3752591"/>
                  </a:lnTo>
                  <a:lnTo>
                    <a:pt x="1803602" y="3752591"/>
                  </a:lnTo>
                  <a:lnTo>
                    <a:pt x="1803727" y="3752591"/>
                  </a:lnTo>
                  <a:lnTo>
                    <a:pt x="1803853" y="3752591"/>
                  </a:lnTo>
                  <a:lnTo>
                    <a:pt x="1803853" y="3742637"/>
                  </a:lnTo>
                  <a:lnTo>
                    <a:pt x="1803978" y="3742637"/>
                  </a:lnTo>
                  <a:lnTo>
                    <a:pt x="1804103" y="3742637"/>
                  </a:lnTo>
                  <a:lnTo>
                    <a:pt x="1804228" y="3742637"/>
                  </a:lnTo>
                  <a:lnTo>
                    <a:pt x="1804353" y="3742637"/>
                  </a:lnTo>
                  <a:lnTo>
                    <a:pt x="1804478" y="3742637"/>
                  </a:lnTo>
                  <a:lnTo>
                    <a:pt x="1804603" y="3742637"/>
                  </a:lnTo>
                  <a:lnTo>
                    <a:pt x="1804728" y="3742637"/>
                  </a:lnTo>
                  <a:lnTo>
                    <a:pt x="1804853" y="3742637"/>
                  </a:lnTo>
                  <a:lnTo>
                    <a:pt x="1804978" y="3742637"/>
                  </a:lnTo>
                  <a:lnTo>
                    <a:pt x="1804978" y="3732683"/>
                  </a:lnTo>
                  <a:lnTo>
                    <a:pt x="1805103" y="3732683"/>
                  </a:lnTo>
                  <a:lnTo>
                    <a:pt x="1805228" y="3732683"/>
                  </a:lnTo>
                  <a:lnTo>
                    <a:pt x="1805353" y="3732683"/>
                  </a:lnTo>
                  <a:lnTo>
                    <a:pt x="1805478" y="3732683"/>
                  </a:lnTo>
                  <a:lnTo>
                    <a:pt x="1805603" y="3732683"/>
                  </a:lnTo>
                  <a:lnTo>
                    <a:pt x="1805728" y="3732683"/>
                  </a:lnTo>
                  <a:lnTo>
                    <a:pt x="1805853" y="3732683"/>
                  </a:lnTo>
                  <a:lnTo>
                    <a:pt x="1805978" y="3732683"/>
                  </a:lnTo>
                  <a:lnTo>
                    <a:pt x="1806103" y="3732683"/>
                  </a:lnTo>
                  <a:lnTo>
                    <a:pt x="1806228" y="3732683"/>
                  </a:lnTo>
                  <a:lnTo>
                    <a:pt x="1806353" y="3732683"/>
                  </a:lnTo>
                  <a:lnTo>
                    <a:pt x="1806478" y="3732683"/>
                  </a:lnTo>
                  <a:lnTo>
                    <a:pt x="1806603" y="3732683"/>
                  </a:lnTo>
                  <a:lnTo>
                    <a:pt x="1806728" y="3732683"/>
                  </a:lnTo>
                  <a:lnTo>
                    <a:pt x="1806854" y="3732683"/>
                  </a:lnTo>
                  <a:lnTo>
                    <a:pt x="1806979" y="3732683"/>
                  </a:lnTo>
                  <a:lnTo>
                    <a:pt x="1807104" y="3732683"/>
                  </a:lnTo>
                  <a:lnTo>
                    <a:pt x="1807229" y="3732683"/>
                  </a:lnTo>
                  <a:lnTo>
                    <a:pt x="1807354" y="3732683"/>
                  </a:lnTo>
                  <a:lnTo>
                    <a:pt x="1807479" y="3732683"/>
                  </a:lnTo>
                  <a:lnTo>
                    <a:pt x="1807604" y="3732683"/>
                  </a:lnTo>
                  <a:lnTo>
                    <a:pt x="1807729" y="3732683"/>
                  </a:lnTo>
                  <a:lnTo>
                    <a:pt x="1807854" y="3732683"/>
                  </a:lnTo>
                  <a:lnTo>
                    <a:pt x="1807979" y="3732683"/>
                  </a:lnTo>
                  <a:lnTo>
                    <a:pt x="1808104" y="3732683"/>
                  </a:lnTo>
                  <a:lnTo>
                    <a:pt x="1808229" y="3732683"/>
                  </a:lnTo>
                  <a:lnTo>
                    <a:pt x="1808354" y="3732683"/>
                  </a:lnTo>
                  <a:lnTo>
                    <a:pt x="1808479" y="3732683"/>
                  </a:lnTo>
                  <a:lnTo>
                    <a:pt x="1808604" y="3732683"/>
                  </a:lnTo>
                  <a:lnTo>
                    <a:pt x="1808729" y="3732683"/>
                  </a:lnTo>
                  <a:lnTo>
                    <a:pt x="1808854" y="3732683"/>
                  </a:lnTo>
                  <a:lnTo>
                    <a:pt x="1808979" y="3732683"/>
                  </a:lnTo>
                  <a:lnTo>
                    <a:pt x="1809104" y="3732683"/>
                  </a:lnTo>
                  <a:lnTo>
                    <a:pt x="1809229" y="3732683"/>
                  </a:lnTo>
                  <a:lnTo>
                    <a:pt x="1809229" y="3722729"/>
                  </a:lnTo>
                  <a:lnTo>
                    <a:pt x="1809354" y="3722729"/>
                  </a:lnTo>
                  <a:lnTo>
                    <a:pt x="1809479" y="3722729"/>
                  </a:lnTo>
                  <a:lnTo>
                    <a:pt x="1809604" y="3722729"/>
                  </a:lnTo>
                  <a:lnTo>
                    <a:pt x="1809729" y="3722729"/>
                  </a:lnTo>
                  <a:lnTo>
                    <a:pt x="1809855" y="3722729"/>
                  </a:lnTo>
                  <a:lnTo>
                    <a:pt x="1809980" y="3722729"/>
                  </a:lnTo>
                  <a:lnTo>
                    <a:pt x="1810105" y="3722729"/>
                  </a:lnTo>
                  <a:lnTo>
                    <a:pt x="1810230" y="3722729"/>
                  </a:lnTo>
                  <a:lnTo>
                    <a:pt x="1810355" y="3722729"/>
                  </a:lnTo>
                  <a:lnTo>
                    <a:pt x="1810480" y="3722729"/>
                  </a:lnTo>
                  <a:lnTo>
                    <a:pt x="1810605" y="3722729"/>
                  </a:lnTo>
                  <a:lnTo>
                    <a:pt x="1810730" y="3722729"/>
                  </a:lnTo>
                  <a:lnTo>
                    <a:pt x="1810855" y="3722729"/>
                  </a:lnTo>
                  <a:lnTo>
                    <a:pt x="1810980" y="3722729"/>
                  </a:lnTo>
                  <a:lnTo>
                    <a:pt x="1811105" y="3722729"/>
                  </a:lnTo>
                  <a:lnTo>
                    <a:pt x="1811230" y="3722729"/>
                  </a:lnTo>
                  <a:lnTo>
                    <a:pt x="1811355" y="3722729"/>
                  </a:lnTo>
                  <a:lnTo>
                    <a:pt x="1811480" y="3722729"/>
                  </a:lnTo>
                  <a:lnTo>
                    <a:pt x="1811605" y="3722729"/>
                  </a:lnTo>
                  <a:lnTo>
                    <a:pt x="1811605" y="3712775"/>
                  </a:lnTo>
                  <a:lnTo>
                    <a:pt x="1811730" y="3712775"/>
                  </a:lnTo>
                  <a:lnTo>
                    <a:pt x="1811855" y="3712775"/>
                  </a:lnTo>
                  <a:lnTo>
                    <a:pt x="1811980" y="3712775"/>
                  </a:lnTo>
                  <a:lnTo>
                    <a:pt x="1812105" y="3712775"/>
                  </a:lnTo>
                  <a:lnTo>
                    <a:pt x="1812230" y="3712775"/>
                  </a:lnTo>
                  <a:lnTo>
                    <a:pt x="1812355" y="3712775"/>
                  </a:lnTo>
                  <a:lnTo>
                    <a:pt x="1812480" y="3712775"/>
                  </a:lnTo>
                  <a:lnTo>
                    <a:pt x="1812605" y="3712775"/>
                  </a:lnTo>
                  <a:lnTo>
                    <a:pt x="1812730" y="3712775"/>
                  </a:lnTo>
                  <a:lnTo>
                    <a:pt x="1812856" y="3712775"/>
                  </a:lnTo>
                  <a:lnTo>
                    <a:pt x="1812981" y="3712775"/>
                  </a:lnTo>
                  <a:lnTo>
                    <a:pt x="1813106" y="3712775"/>
                  </a:lnTo>
                  <a:lnTo>
                    <a:pt x="1813231" y="3712775"/>
                  </a:lnTo>
                  <a:lnTo>
                    <a:pt x="1813356" y="3712775"/>
                  </a:lnTo>
                  <a:lnTo>
                    <a:pt x="1813481" y="3712775"/>
                  </a:lnTo>
                  <a:lnTo>
                    <a:pt x="1813606" y="3712775"/>
                  </a:lnTo>
                  <a:lnTo>
                    <a:pt x="1813731" y="3712775"/>
                  </a:lnTo>
                  <a:lnTo>
                    <a:pt x="1813856" y="3712775"/>
                  </a:lnTo>
                  <a:lnTo>
                    <a:pt x="1813981" y="3712775"/>
                  </a:lnTo>
                  <a:lnTo>
                    <a:pt x="1814106" y="3712775"/>
                  </a:lnTo>
                  <a:lnTo>
                    <a:pt x="1814231" y="3712775"/>
                  </a:lnTo>
                  <a:lnTo>
                    <a:pt x="1814356" y="3712775"/>
                  </a:lnTo>
                  <a:lnTo>
                    <a:pt x="1814481" y="3712775"/>
                  </a:lnTo>
                  <a:lnTo>
                    <a:pt x="1814606" y="3712775"/>
                  </a:lnTo>
                  <a:lnTo>
                    <a:pt x="1814731" y="3712775"/>
                  </a:lnTo>
                  <a:lnTo>
                    <a:pt x="1814856" y="3712775"/>
                  </a:lnTo>
                  <a:lnTo>
                    <a:pt x="1814981" y="3712775"/>
                  </a:lnTo>
                  <a:lnTo>
                    <a:pt x="1815106" y="3712775"/>
                  </a:lnTo>
                  <a:lnTo>
                    <a:pt x="1815231" y="3712775"/>
                  </a:lnTo>
                  <a:lnTo>
                    <a:pt x="1815356" y="3712775"/>
                  </a:lnTo>
                  <a:lnTo>
                    <a:pt x="1815481" y="3712775"/>
                  </a:lnTo>
                  <a:lnTo>
                    <a:pt x="1815606" y="3712775"/>
                  </a:lnTo>
                  <a:lnTo>
                    <a:pt x="1815731" y="3712775"/>
                  </a:lnTo>
                  <a:lnTo>
                    <a:pt x="1815857" y="3712775"/>
                  </a:lnTo>
                  <a:lnTo>
                    <a:pt x="1815982" y="3712775"/>
                  </a:lnTo>
                  <a:lnTo>
                    <a:pt x="1816107" y="3712775"/>
                  </a:lnTo>
                  <a:lnTo>
                    <a:pt x="1816232" y="3712775"/>
                  </a:lnTo>
                  <a:lnTo>
                    <a:pt x="1816357" y="3712775"/>
                  </a:lnTo>
                  <a:lnTo>
                    <a:pt x="1816482" y="3712775"/>
                  </a:lnTo>
                  <a:lnTo>
                    <a:pt x="1816607" y="3712775"/>
                  </a:lnTo>
                  <a:lnTo>
                    <a:pt x="1816732" y="3712775"/>
                  </a:lnTo>
                  <a:lnTo>
                    <a:pt x="1816857" y="3712775"/>
                  </a:lnTo>
                  <a:lnTo>
                    <a:pt x="1816982" y="3712775"/>
                  </a:lnTo>
                  <a:lnTo>
                    <a:pt x="1817107" y="3712775"/>
                  </a:lnTo>
                  <a:lnTo>
                    <a:pt x="1817232" y="3712775"/>
                  </a:lnTo>
                  <a:lnTo>
                    <a:pt x="1817357" y="3712775"/>
                  </a:lnTo>
                  <a:lnTo>
                    <a:pt x="1817482" y="3712775"/>
                  </a:lnTo>
                  <a:lnTo>
                    <a:pt x="1817607" y="3712775"/>
                  </a:lnTo>
                  <a:lnTo>
                    <a:pt x="1817732" y="3712775"/>
                  </a:lnTo>
                  <a:lnTo>
                    <a:pt x="1817857" y="3712775"/>
                  </a:lnTo>
                  <a:lnTo>
                    <a:pt x="1817982" y="3712775"/>
                  </a:lnTo>
                  <a:lnTo>
                    <a:pt x="1818107" y="3712775"/>
                  </a:lnTo>
                  <a:lnTo>
                    <a:pt x="1818232" y="3712775"/>
                  </a:lnTo>
                  <a:lnTo>
                    <a:pt x="1818357" y="3712775"/>
                  </a:lnTo>
                  <a:lnTo>
                    <a:pt x="1818482" y="3712775"/>
                  </a:lnTo>
                  <a:lnTo>
                    <a:pt x="1818607" y="3712775"/>
                  </a:lnTo>
                  <a:lnTo>
                    <a:pt x="1818732" y="3712775"/>
                  </a:lnTo>
                  <a:lnTo>
                    <a:pt x="1818858" y="3712775"/>
                  </a:lnTo>
                  <a:lnTo>
                    <a:pt x="1818983" y="3712775"/>
                  </a:lnTo>
                  <a:lnTo>
                    <a:pt x="1819108" y="3712775"/>
                  </a:lnTo>
                  <a:lnTo>
                    <a:pt x="1819233" y="3712775"/>
                  </a:lnTo>
                  <a:lnTo>
                    <a:pt x="1819358" y="3712775"/>
                  </a:lnTo>
                  <a:lnTo>
                    <a:pt x="1819483" y="3712775"/>
                  </a:lnTo>
                  <a:lnTo>
                    <a:pt x="1819608" y="3712775"/>
                  </a:lnTo>
                  <a:lnTo>
                    <a:pt x="1819733" y="3712775"/>
                  </a:lnTo>
                  <a:lnTo>
                    <a:pt x="1819858" y="3712775"/>
                  </a:lnTo>
                  <a:lnTo>
                    <a:pt x="1819983" y="3712775"/>
                  </a:lnTo>
                  <a:lnTo>
                    <a:pt x="1820108" y="3712775"/>
                  </a:lnTo>
                  <a:lnTo>
                    <a:pt x="1820233" y="3712775"/>
                  </a:lnTo>
                  <a:lnTo>
                    <a:pt x="1820358" y="3712775"/>
                  </a:lnTo>
                  <a:lnTo>
                    <a:pt x="1820483" y="3712775"/>
                  </a:lnTo>
                  <a:lnTo>
                    <a:pt x="1820608" y="3712775"/>
                  </a:lnTo>
                  <a:lnTo>
                    <a:pt x="1820733" y="3712775"/>
                  </a:lnTo>
                  <a:lnTo>
                    <a:pt x="1820858" y="3712775"/>
                  </a:lnTo>
                  <a:lnTo>
                    <a:pt x="1820983" y="3712775"/>
                  </a:lnTo>
                  <a:lnTo>
                    <a:pt x="1821108" y="3712775"/>
                  </a:lnTo>
                  <a:lnTo>
                    <a:pt x="1821233" y="3712775"/>
                  </a:lnTo>
                  <a:lnTo>
                    <a:pt x="1821358" y="3712775"/>
                  </a:lnTo>
                  <a:lnTo>
                    <a:pt x="1821483" y="3712775"/>
                  </a:lnTo>
                  <a:lnTo>
                    <a:pt x="1821608" y="3712775"/>
                  </a:lnTo>
                  <a:lnTo>
                    <a:pt x="1821733" y="3712775"/>
                  </a:lnTo>
                  <a:lnTo>
                    <a:pt x="1821859" y="3712775"/>
                  </a:lnTo>
                  <a:lnTo>
                    <a:pt x="1821984" y="3712775"/>
                  </a:lnTo>
                  <a:lnTo>
                    <a:pt x="1822109" y="3712775"/>
                  </a:lnTo>
                  <a:lnTo>
                    <a:pt x="1822234" y="3712775"/>
                  </a:lnTo>
                  <a:lnTo>
                    <a:pt x="1822359" y="3712775"/>
                  </a:lnTo>
                  <a:lnTo>
                    <a:pt x="1822484" y="3712775"/>
                  </a:lnTo>
                  <a:lnTo>
                    <a:pt x="1822609" y="3712775"/>
                  </a:lnTo>
                  <a:lnTo>
                    <a:pt x="1822734" y="3712775"/>
                  </a:lnTo>
                  <a:lnTo>
                    <a:pt x="1822859" y="3712775"/>
                  </a:lnTo>
                  <a:lnTo>
                    <a:pt x="1822984" y="3712775"/>
                  </a:lnTo>
                  <a:lnTo>
                    <a:pt x="1823109" y="3712775"/>
                  </a:lnTo>
                  <a:lnTo>
                    <a:pt x="1823234" y="3712775"/>
                  </a:lnTo>
                  <a:lnTo>
                    <a:pt x="1823359" y="3712775"/>
                  </a:lnTo>
                  <a:lnTo>
                    <a:pt x="1823484" y="3712775"/>
                  </a:lnTo>
                  <a:lnTo>
                    <a:pt x="1823609" y="3712775"/>
                  </a:lnTo>
                  <a:lnTo>
                    <a:pt x="1823734" y="3712775"/>
                  </a:lnTo>
                  <a:lnTo>
                    <a:pt x="1823859" y="3712775"/>
                  </a:lnTo>
                  <a:lnTo>
                    <a:pt x="1823984" y="3712775"/>
                  </a:lnTo>
                  <a:lnTo>
                    <a:pt x="1824109" y="3712775"/>
                  </a:lnTo>
                  <a:lnTo>
                    <a:pt x="1824234" y="3712775"/>
                  </a:lnTo>
                  <a:lnTo>
                    <a:pt x="1824359" y="3712775"/>
                  </a:lnTo>
                  <a:lnTo>
                    <a:pt x="1824484" y="3712775"/>
                  </a:lnTo>
                  <a:lnTo>
                    <a:pt x="1824609" y="3712775"/>
                  </a:lnTo>
                  <a:lnTo>
                    <a:pt x="1824735" y="3712775"/>
                  </a:lnTo>
                  <a:lnTo>
                    <a:pt x="1824860" y="3712775"/>
                  </a:lnTo>
                  <a:lnTo>
                    <a:pt x="1824985" y="3712775"/>
                  </a:lnTo>
                  <a:lnTo>
                    <a:pt x="1825110" y="3712775"/>
                  </a:lnTo>
                  <a:lnTo>
                    <a:pt x="1825235" y="3712775"/>
                  </a:lnTo>
                  <a:lnTo>
                    <a:pt x="1825360" y="3712775"/>
                  </a:lnTo>
                  <a:lnTo>
                    <a:pt x="1825485" y="3712775"/>
                  </a:lnTo>
                  <a:lnTo>
                    <a:pt x="1825610" y="3712775"/>
                  </a:lnTo>
                  <a:lnTo>
                    <a:pt x="1825735" y="3712775"/>
                  </a:lnTo>
                  <a:lnTo>
                    <a:pt x="1825860" y="3712775"/>
                  </a:lnTo>
                  <a:lnTo>
                    <a:pt x="1825985" y="3712775"/>
                  </a:lnTo>
                  <a:lnTo>
                    <a:pt x="1826110" y="3712775"/>
                  </a:lnTo>
                  <a:lnTo>
                    <a:pt x="1826235" y="3712775"/>
                  </a:lnTo>
                  <a:lnTo>
                    <a:pt x="1826360" y="3712775"/>
                  </a:lnTo>
                  <a:lnTo>
                    <a:pt x="1826485" y="3712775"/>
                  </a:lnTo>
                  <a:lnTo>
                    <a:pt x="1826610" y="3712775"/>
                  </a:lnTo>
                  <a:lnTo>
                    <a:pt x="1826735" y="3712775"/>
                  </a:lnTo>
                  <a:lnTo>
                    <a:pt x="1826860" y="3712775"/>
                  </a:lnTo>
                  <a:lnTo>
                    <a:pt x="1826985" y="3712775"/>
                  </a:lnTo>
                  <a:lnTo>
                    <a:pt x="1827110" y="3712775"/>
                  </a:lnTo>
                  <a:lnTo>
                    <a:pt x="1827235" y="3712775"/>
                  </a:lnTo>
                  <a:lnTo>
                    <a:pt x="1827360" y="3712775"/>
                  </a:lnTo>
                  <a:lnTo>
                    <a:pt x="1827485" y="3712775"/>
                  </a:lnTo>
                  <a:lnTo>
                    <a:pt x="1827610" y="3712775"/>
                  </a:lnTo>
                  <a:lnTo>
                    <a:pt x="1827736" y="3712775"/>
                  </a:lnTo>
                  <a:lnTo>
                    <a:pt x="1827861" y="3712775"/>
                  </a:lnTo>
                  <a:lnTo>
                    <a:pt x="1827986" y="3712775"/>
                  </a:lnTo>
                  <a:lnTo>
                    <a:pt x="1828111" y="3712775"/>
                  </a:lnTo>
                  <a:lnTo>
                    <a:pt x="1828236" y="3712775"/>
                  </a:lnTo>
                  <a:lnTo>
                    <a:pt x="1828361" y="3712775"/>
                  </a:lnTo>
                  <a:lnTo>
                    <a:pt x="1828486" y="3712775"/>
                  </a:lnTo>
                  <a:lnTo>
                    <a:pt x="1828611" y="3712775"/>
                  </a:lnTo>
                  <a:lnTo>
                    <a:pt x="1828736" y="3712775"/>
                  </a:lnTo>
                  <a:lnTo>
                    <a:pt x="1828861" y="3712775"/>
                  </a:lnTo>
                  <a:lnTo>
                    <a:pt x="1828986" y="3712775"/>
                  </a:lnTo>
                  <a:lnTo>
                    <a:pt x="1829111" y="3712775"/>
                  </a:lnTo>
                  <a:lnTo>
                    <a:pt x="1829236" y="3712775"/>
                  </a:lnTo>
                  <a:lnTo>
                    <a:pt x="1829361" y="3712775"/>
                  </a:lnTo>
                  <a:lnTo>
                    <a:pt x="1829486" y="3712775"/>
                  </a:lnTo>
                  <a:lnTo>
                    <a:pt x="1829611" y="3712775"/>
                  </a:lnTo>
                  <a:lnTo>
                    <a:pt x="1829736" y="3712775"/>
                  </a:lnTo>
                  <a:lnTo>
                    <a:pt x="1829861" y="3712775"/>
                  </a:lnTo>
                  <a:lnTo>
                    <a:pt x="1829986" y="3712775"/>
                  </a:lnTo>
                  <a:lnTo>
                    <a:pt x="1830111" y="3712775"/>
                  </a:lnTo>
                  <a:lnTo>
                    <a:pt x="1830236" y="3712775"/>
                  </a:lnTo>
                  <a:lnTo>
                    <a:pt x="1830361" y="3712775"/>
                  </a:lnTo>
                  <a:lnTo>
                    <a:pt x="1830486" y="3712775"/>
                  </a:lnTo>
                  <a:lnTo>
                    <a:pt x="1830611" y="3712775"/>
                  </a:lnTo>
                  <a:lnTo>
                    <a:pt x="1830737" y="3712775"/>
                  </a:lnTo>
                  <a:lnTo>
                    <a:pt x="1830862" y="3712775"/>
                  </a:lnTo>
                  <a:lnTo>
                    <a:pt x="1830987" y="3712775"/>
                  </a:lnTo>
                  <a:lnTo>
                    <a:pt x="1831112" y="3712775"/>
                  </a:lnTo>
                  <a:lnTo>
                    <a:pt x="1831237" y="3712775"/>
                  </a:lnTo>
                  <a:lnTo>
                    <a:pt x="1831362" y="3712775"/>
                  </a:lnTo>
                  <a:lnTo>
                    <a:pt x="1831487" y="3712775"/>
                  </a:lnTo>
                  <a:lnTo>
                    <a:pt x="1831612" y="3712775"/>
                  </a:lnTo>
                  <a:lnTo>
                    <a:pt x="1831737" y="3712775"/>
                  </a:lnTo>
                  <a:lnTo>
                    <a:pt x="1831862" y="3712775"/>
                  </a:lnTo>
                  <a:lnTo>
                    <a:pt x="1831987" y="3712775"/>
                  </a:lnTo>
                  <a:lnTo>
                    <a:pt x="1832112" y="3712775"/>
                  </a:lnTo>
                  <a:lnTo>
                    <a:pt x="1832237" y="3712775"/>
                  </a:lnTo>
                  <a:lnTo>
                    <a:pt x="1832362" y="3712775"/>
                  </a:lnTo>
                  <a:lnTo>
                    <a:pt x="1832487" y="3712775"/>
                  </a:lnTo>
                  <a:lnTo>
                    <a:pt x="1832612" y="3712775"/>
                  </a:lnTo>
                  <a:lnTo>
                    <a:pt x="1832737" y="3712775"/>
                  </a:lnTo>
                  <a:lnTo>
                    <a:pt x="1832862" y="3712775"/>
                  </a:lnTo>
                  <a:lnTo>
                    <a:pt x="1832987" y="3712775"/>
                  </a:lnTo>
                  <a:lnTo>
                    <a:pt x="1833112" y="3712775"/>
                  </a:lnTo>
                  <a:lnTo>
                    <a:pt x="1833237" y="3712775"/>
                  </a:lnTo>
                  <a:lnTo>
                    <a:pt x="1833362" y="3712775"/>
                  </a:lnTo>
                  <a:lnTo>
                    <a:pt x="1833487" y="3712775"/>
                  </a:lnTo>
                  <a:lnTo>
                    <a:pt x="1833612" y="3712775"/>
                  </a:lnTo>
                  <a:lnTo>
                    <a:pt x="1833738" y="3712775"/>
                  </a:lnTo>
                  <a:lnTo>
                    <a:pt x="1833738" y="3702822"/>
                  </a:lnTo>
                  <a:lnTo>
                    <a:pt x="1833863" y="3702822"/>
                  </a:lnTo>
                  <a:lnTo>
                    <a:pt x="1833988" y="3702822"/>
                  </a:lnTo>
                  <a:lnTo>
                    <a:pt x="1834113" y="3702822"/>
                  </a:lnTo>
                  <a:lnTo>
                    <a:pt x="1834238" y="3702822"/>
                  </a:lnTo>
                  <a:lnTo>
                    <a:pt x="1834363" y="3702822"/>
                  </a:lnTo>
                  <a:lnTo>
                    <a:pt x="1834488" y="3702822"/>
                  </a:lnTo>
                  <a:lnTo>
                    <a:pt x="1834613" y="3702822"/>
                  </a:lnTo>
                  <a:lnTo>
                    <a:pt x="1834738" y="3702822"/>
                  </a:lnTo>
                  <a:lnTo>
                    <a:pt x="1834863" y="3702822"/>
                  </a:lnTo>
                  <a:lnTo>
                    <a:pt x="1834988" y="3702822"/>
                  </a:lnTo>
                  <a:lnTo>
                    <a:pt x="1835113" y="3702822"/>
                  </a:lnTo>
                  <a:lnTo>
                    <a:pt x="1835238" y="3702822"/>
                  </a:lnTo>
                  <a:lnTo>
                    <a:pt x="1835363" y="3702822"/>
                  </a:lnTo>
                  <a:lnTo>
                    <a:pt x="1835488" y="3702822"/>
                  </a:lnTo>
                  <a:lnTo>
                    <a:pt x="1835613" y="3702822"/>
                  </a:lnTo>
                  <a:lnTo>
                    <a:pt x="1835738" y="3702822"/>
                  </a:lnTo>
                  <a:lnTo>
                    <a:pt x="1835738" y="3692868"/>
                  </a:lnTo>
                  <a:lnTo>
                    <a:pt x="1835863" y="3692868"/>
                  </a:lnTo>
                  <a:lnTo>
                    <a:pt x="1835988" y="3692868"/>
                  </a:lnTo>
                  <a:lnTo>
                    <a:pt x="1836113" y="3692868"/>
                  </a:lnTo>
                  <a:lnTo>
                    <a:pt x="1836238" y="3692868"/>
                  </a:lnTo>
                  <a:lnTo>
                    <a:pt x="1836238" y="3682914"/>
                  </a:lnTo>
                  <a:lnTo>
                    <a:pt x="1836363" y="3682914"/>
                  </a:lnTo>
                  <a:lnTo>
                    <a:pt x="1836488" y="3682914"/>
                  </a:lnTo>
                  <a:lnTo>
                    <a:pt x="1836613" y="3682914"/>
                  </a:lnTo>
                  <a:lnTo>
                    <a:pt x="1836739" y="3682914"/>
                  </a:lnTo>
                  <a:lnTo>
                    <a:pt x="1836864" y="3682914"/>
                  </a:lnTo>
                  <a:lnTo>
                    <a:pt x="1836989" y="3682914"/>
                  </a:lnTo>
                  <a:lnTo>
                    <a:pt x="1837114" y="3682914"/>
                  </a:lnTo>
                  <a:lnTo>
                    <a:pt x="1837239" y="3682914"/>
                  </a:lnTo>
                  <a:lnTo>
                    <a:pt x="1837364" y="3682914"/>
                  </a:lnTo>
                  <a:lnTo>
                    <a:pt x="1837489" y="3682914"/>
                  </a:lnTo>
                  <a:lnTo>
                    <a:pt x="1837614" y="3682914"/>
                  </a:lnTo>
                  <a:lnTo>
                    <a:pt x="1837739" y="3682914"/>
                  </a:lnTo>
                  <a:lnTo>
                    <a:pt x="1837864" y="3682914"/>
                  </a:lnTo>
                  <a:lnTo>
                    <a:pt x="1837989" y="3682914"/>
                  </a:lnTo>
                  <a:lnTo>
                    <a:pt x="1838114" y="3682914"/>
                  </a:lnTo>
                  <a:lnTo>
                    <a:pt x="1838239" y="3682914"/>
                  </a:lnTo>
                  <a:lnTo>
                    <a:pt x="1838364" y="3682914"/>
                  </a:lnTo>
                  <a:lnTo>
                    <a:pt x="1838489" y="3682914"/>
                  </a:lnTo>
                  <a:lnTo>
                    <a:pt x="1838614" y="3682914"/>
                  </a:lnTo>
                  <a:lnTo>
                    <a:pt x="1838739" y="3682914"/>
                  </a:lnTo>
                  <a:lnTo>
                    <a:pt x="1838864" y="3682914"/>
                  </a:lnTo>
                  <a:lnTo>
                    <a:pt x="1838989" y="3682914"/>
                  </a:lnTo>
                  <a:lnTo>
                    <a:pt x="1839114" y="3682914"/>
                  </a:lnTo>
                  <a:lnTo>
                    <a:pt x="1839239" y="3682914"/>
                  </a:lnTo>
                  <a:lnTo>
                    <a:pt x="1839364" y="3682914"/>
                  </a:lnTo>
                  <a:lnTo>
                    <a:pt x="1839489" y="3682914"/>
                  </a:lnTo>
                  <a:lnTo>
                    <a:pt x="1839614" y="3682914"/>
                  </a:lnTo>
                  <a:lnTo>
                    <a:pt x="1839740" y="3682914"/>
                  </a:lnTo>
                  <a:lnTo>
                    <a:pt x="1839865" y="3682914"/>
                  </a:lnTo>
                  <a:lnTo>
                    <a:pt x="1839990" y="3682914"/>
                  </a:lnTo>
                  <a:lnTo>
                    <a:pt x="1840115" y="3682914"/>
                  </a:lnTo>
                  <a:lnTo>
                    <a:pt x="1840240" y="3682914"/>
                  </a:lnTo>
                  <a:lnTo>
                    <a:pt x="1840365" y="3682914"/>
                  </a:lnTo>
                  <a:lnTo>
                    <a:pt x="1840490" y="3682914"/>
                  </a:lnTo>
                  <a:lnTo>
                    <a:pt x="1840615" y="3682914"/>
                  </a:lnTo>
                  <a:lnTo>
                    <a:pt x="1840615" y="3672960"/>
                  </a:lnTo>
                  <a:lnTo>
                    <a:pt x="1840740" y="3672960"/>
                  </a:lnTo>
                  <a:lnTo>
                    <a:pt x="1840865" y="3672960"/>
                  </a:lnTo>
                  <a:lnTo>
                    <a:pt x="1840990" y="3672960"/>
                  </a:lnTo>
                  <a:lnTo>
                    <a:pt x="1841115" y="3672960"/>
                  </a:lnTo>
                  <a:lnTo>
                    <a:pt x="1841240" y="3672960"/>
                  </a:lnTo>
                  <a:lnTo>
                    <a:pt x="1841365" y="3672960"/>
                  </a:lnTo>
                  <a:lnTo>
                    <a:pt x="1841490" y="3672960"/>
                  </a:lnTo>
                  <a:lnTo>
                    <a:pt x="1841615" y="3672960"/>
                  </a:lnTo>
                  <a:lnTo>
                    <a:pt x="1841740" y="3672960"/>
                  </a:lnTo>
                  <a:lnTo>
                    <a:pt x="1841865" y="3672960"/>
                  </a:lnTo>
                  <a:lnTo>
                    <a:pt x="1841990" y="3672960"/>
                  </a:lnTo>
                  <a:lnTo>
                    <a:pt x="1842115" y="3672960"/>
                  </a:lnTo>
                  <a:lnTo>
                    <a:pt x="1842240" y="3672960"/>
                  </a:lnTo>
                  <a:lnTo>
                    <a:pt x="1842365" y="3672960"/>
                  </a:lnTo>
                  <a:lnTo>
                    <a:pt x="1842490" y="3672960"/>
                  </a:lnTo>
                  <a:lnTo>
                    <a:pt x="1842615" y="3672960"/>
                  </a:lnTo>
                  <a:lnTo>
                    <a:pt x="1842741" y="3672960"/>
                  </a:lnTo>
                  <a:lnTo>
                    <a:pt x="1842866" y="3672960"/>
                  </a:lnTo>
                  <a:lnTo>
                    <a:pt x="1842991" y="3672960"/>
                  </a:lnTo>
                  <a:lnTo>
                    <a:pt x="1843116" y="3672960"/>
                  </a:lnTo>
                  <a:lnTo>
                    <a:pt x="1843241" y="3672960"/>
                  </a:lnTo>
                  <a:lnTo>
                    <a:pt x="1843366" y="3672960"/>
                  </a:lnTo>
                  <a:lnTo>
                    <a:pt x="1843491" y="3672960"/>
                  </a:lnTo>
                  <a:lnTo>
                    <a:pt x="1843616" y="3672960"/>
                  </a:lnTo>
                  <a:lnTo>
                    <a:pt x="1843741" y="3672960"/>
                  </a:lnTo>
                  <a:lnTo>
                    <a:pt x="1843866" y="3672960"/>
                  </a:lnTo>
                  <a:lnTo>
                    <a:pt x="1843991" y="3672960"/>
                  </a:lnTo>
                  <a:lnTo>
                    <a:pt x="1844116" y="3672960"/>
                  </a:lnTo>
                  <a:lnTo>
                    <a:pt x="1844241" y="3672960"/>
                  </a:lnTo>
                  <a:lnTo>
                    <a:pt x="1844366" y="3672960"/>
                  </a:lnTo>
                  <a:lnTo>
                    <a:pt x="1844491" y="3672960"/>
                  </a:lnTo>
                  <a:lnTo>
                    <a:pt x="1844616" y="3672960"/>
                  </a:lnTo>
                  <a:lnTo>
                    <a:pt x="1844741" y="3672960"/>
                  </a:lnTo>
                  <a:lnTo>
                    <a:pt x="1844866" y="3672960"/>
                  </a:lnTo>
                  <a:lnTo>
                    <a:pt x="1844991" y="3672960"/>
                  </a:lnTo>
                  <a:lnTo>
                    <a:pt x="1845116" y="3672960"/>
                  </a:lnTo>
                  <a:lnTo>
                    <a:pt x="1845241" y="3672960"/>
                  </a:lnTo>
                  <a:lnTo>
                    <a:pt x="1845366" y="3672960"/>
                  </a:lnTo>
                  <a:lnTo>
                    <a:pt x="1845491" y="3672960"/>
                  </a:lnTo>
                  <a:lnTo>
                    <a:pt x="1845616" y="3672960"/>
                  </a:lnTo>
                  <a:lnTo>
                    <a:pt x="1845742" y="3672960"/>
                  </a:lnTo>
                  <a:lnTo>
                    <a:pt x="1845867" y="3672960"/>
                  </a:lnTo>
                  <a:lnTo>
                    <a:pt x="1845992" y="3672960"/>
                  </a:lnTo>
                  <a:lnTo>
                    <a:pt x="1846117" y="3672960"/>
                  </a:lnTo>
                  <a:lnTo>
                    <a:pt x="1846242" y="3672960"/>
                  </a:lnTo>
                  <a:lnTo>
                    <a:pt x="1846367" y="3672960"/>
                  </a:lnTo>
                  <a:lnTo>
                    <a:pt x="1846492" y="3672960"/>
                  </a:lnTo>
                  <a:lnTo>
                    <a:pt x="1846617" y="3672960"/>
                  </a:lnTo>
                  <a:lnTo>
                    <a:pt x="1846742" y="3672960"/>
                  </a:lnTo>
                  <a:lnTo>
                    <a:pt x="1846867" y="3672960"/>
                  </a:lnTo>
                  <a:lnTo>
                    <a:pt x="1846992" y="3672960"/>
                  </a:lnTo>
                  <a:lnTo>
                    <a:pt x="1847117" y="3672960"/>
                  </a:lnTo>
                  <a:lnTo>
                    <a:pt x="1847242" y="3672960"/>
                  </a:lnTo>
                  <a:lnTo>
                    <a:pt x="1847367" y="3672960"/>
                  </a:lnTo>
                  <a:lnTo>
                    <a:pt x="1847492" y="3672960"/>
                  </a:lnTo>
                  <a:lnTo>
                    <a:pt x="1847617" y="3672960"/>
                  </a:lnTo>
                  <a:lnTo>
                    <a:pt x="1847742" y="3672960"/>
                  </a:lnTo>
                  <a:lnTo>
                    <a:pt x="1847867" y="3672960"/>
                  </a:lnTo>
                  <a:lnTo>
                    <a:pt x="1847992" y="3672960"/>
                  </a:lnTo>
                  <a:lnTo>
                    <a:pt x="1848117" y="3672960"/>
                  </a:lnTo>
                  <a:lnTo>
                    <a:pt x="1848242" y="3672960"/>
                  </a:lnTo>
                  <a:lnTo>
                    <a:pt x="1848367" y="3672960"/>
                  </a:lnTo>
                  <a:lnTo>
                    <a:pt x="1848492" y="3672960"/>
                  </a:lnTo>
                  <a:lnTo>
                    <a:pt x="1848617" y="3672960"/>
                  </a:lnTo>
                  <a:lnTo>
                    <a:pt x="1848743" y="3672960"/>
                  </a:lnTo>
                  <a:lnTo>
                    <a:pt x="1848868" y="3672960"/>
                  </a:lnTo>
                  <a:lnTo>
                    <a:pt x="1848993" y="3672960"/>
                  </a:lnTo>
                  <a:lnTo>
                    <a:pt x="1849118" y="3672960"/>
                  </a:lnTo>
                  <a:lnTo>
                    <a:pt x="1849243" y="3672960"/>
                  </a:lnTo>
                  <a:lnTo>
                    <a:pt x="1849368" y="3672960"/>
                  </a:lnTo>
                  <a:lnTo>
                    <a:pt x="1849493" y="3672960"/>
                  </a:lnTo>
                  <a:lnTo>
                    <a:pt x="1849618" y="3672960"/>
                  </a:lnTo>
                  <a:lnTo>
                    <a:pt x="1849743" y="3672960"/>
                  </a:lnTo>
                  <a:lnTo>
                    <a:pt x="1849868" y="3672960"/>
                  </a:lnTo>
                  <a:lnTo>
                    <a:pt x="1849993" y="3672960"/>
                  </a:lnTo>
                  <a:lnTo>
                    <a:pt x="1850118" y="3672960"/>
                  </a:lnTo>
                  <a:lnTo>
                    <a:pt x="1850243" y="3672960"/>
                  </a:lnTo>
                  <a:lnTo>
                    <a:pt x="1850368" y="3672960"/>
                  </a:lnTo>
                  <a:lnTo>
                    <a:pt x="1850493" y="3672960"/>
                  </a:lnTo>
                  <a:lnTo>
                    <a:pt x="1850618" y="3672960"/>
                  </a:lnTo>
                  <a:lnTo>
                    <a:pt x="1850743" y="3672960"/>
                  </a:lnTo>
                  <a:lnTo>
                    <a:pt x="1850868" y="3672960"/>
                  </a:lnTo>
                  <a:lnTo>
                    <a:pt x="1850993" y="3672960"/>
                  </a:lnTo>
                  <a:lnTo>
                    <a:pt x="1851118" y="3672960"/>
                  </a:lnTo>
                  <a:lnTo>
                    <a:pt x="1851243" y="3672960"/>
                  </a:lnTo>
                  <a:lnTo>
                    <a:pt x="1851368" y="3672960"/>
                  </a:lnTo>
                  <a:lnTo>
                    <a:pt x="1851493" y="3672960"/>
                  </a:lnTo>
                  <a:lnTo>
                    <a:pt x="1851618" y="3672960"/>
                  </a:lnTo>
                  <a:lnTo>
                    <a:pt x="1851744" y="3672960"/>
                  </a:lnTo>
                  <a:lnTo>
                    <a:pt x="1851869" y="3672960"/>
                  </a:lnTo>
                  <a:lnTo>
                    <a:pt x="1851994" y="3672960"/>
                  </a:lnTo>
                  <a:lnTo>
                    <a:pt x="1852119" y="3672960"/>
                  </a:lnTo>
                  <a:lnTo>
                    <a:pt x="1852244" y="3672960"/>
                  </a:lnTo>
                  <a:lnTo>
                    <a:pt x="1852369" y="3672960"/>
                  </a:lnTo>
                  <a:lnTo>
                    <a:pt x="1852494" y="3672960"/>
                  </a:lnTo>
                  <a:lnTo>
                    <a:pt x="1852619" y="3672960"/>
                  </a:lnTo>
                  <a:lnTo>
                    <a:pt x="1852744" y="3672960"/>
                  </a:lnTo>
                  <a:lnTo>
                    <a:pt x="1852869" y="3672960"/>
                  </a:lnTo>
                  <a:lnTo>
                    <a:pt x="1852994" y="3672960"/>
                  </a:lnTo>
                  <a:lnTo>
                    <a:pt x="1853119" y="3672960"/>
                  </a:lnTo>
                  <a:lnTo>
                    <a:pt x="1853244" y="3672960"/>
                  </a:lnTo>
                  <a:lnTo>
                    <a:pt x="1853369" y="3672960"/>
                  </a:lnTo>
                  <a:lnTo>
                    <a:pt x="1853494" y="3672960"/>
                  </a:lnTo>
                  <a:lnTo>
                    <a:pt x="1853619" y="3672960"/>
                  </a:lnTo>
                  <a:lnTo>
                    <a:pt x="1853744" y="3672960"/>
                  </a:lnTo>
                  <a:lnTo>
                    <a:pt x="1853869" y="3672960"/>
                  </a:lnTo>
                  <a:lnTo>
                    <a:pt x="1853994" y="3672960"/>
                  </a:lnTo>
                  <a:lnTo>
                    <a:pt x="1854119" y="3672960"/>
                  </a:lnTo>
                  <a:lnTo>
                    <a:pt x="1854244" y="3672960"/>
                  </a:lnTo>
                  <a:lnTo>
                    <a:pt x="1854369" y="3672960"/>
                  </a:lnTo>
                  <a:lnTo>
                    <a:pt x="1854494" y="3672960"/>
                  </a:lnTo>
                  <a:lnTo>
                    <a:pt x="1854619" y="3672960"/>
                  </a:lnTo>
                  <a:lnTo>
                    <a:pt x="1854745" y="3672960"/>
                  </a:lnTo>
                  <a:lnTo>
                    <a:pt x="1854870" y="3672960"/>
                  </a:lnTo>
                  <a:lnTo>
                    <a:pt x="1854995" y="3672960"/>
                  </a:lnTo>
                  <a:lnTo>
                    <a:pt x="1855120" y="3672960"/>
                  </a:lnTo>
                  <a:lnTo>
                    <a:pt x="1855245" y="3672960"/>
                  </a:lnTo>
                  <a:lnTo>
                    <a:pt x="1855370" y="3672960"/>
                  </a:lnTo>
                  <a:lnTo>
                    <a:pt x="1855495" y="3672960"/>
                  </a:lnTo>
                  <a:lnTo>
                    <a:pt x="1855620" y="3672960"/>
                  </a:lnTo>
                  <a:lnTo>
                    <a:pt x="1855745" y="3672960"/>
                  </a:lnTo>
                  <a:lnTo>
                    <a:pt x="1855870" y="3672960"/>
                  </a:lnTo>
                  <a:lnTo>
                    <a:pt x="1855995" y="3672960"/>
                  </a:lnTo>
                  <a:lnTo>
                    <a:pt x="1856120" y="3672960"/>
                  </a:lnTo>
                  <a:lnTo>
                    <a:pt x="1856245" y="3672960"/>
                  </a:lnTo>
                  <a:lnTo>
                    <a:pt x="1856370" y="3672960"/>
                  </a:lnTo>
                  <a:lnTo>
                    <a:pt x="1856495" y="3672960"/>
                  </a:lnTo>
                  <a:lnTo>
                    <a:pt x="1856620" y="3672960"/>
                  </a:lnTo>
                  <a:lnTo>
                    <a:pt x="1856745" y="3672960"/>
                  </a:lnTo>
                  <a:lnTo>
                    <a:pt x="1856870" y="3672960"/>
                  </a:lnTo>
                  <a:lnTo>
                    <a:pt x="1856995" y="3672960"/>
                  </a:lnTo>
                  <a:lnTo>
                    <a:pt x="1857120" y="3672960"/>
                  </a:lnTo>
                  <a:lnTo>
                    <a:pt x="1857245" y="3672960"/>
                  </a:lnTo>
                  <a:lnTo>
                    <a:pt x="1857370" y="3672960"/>
                  </a:lnTo>
                  <a:lnTo>
                    <a:pt x="1857495" y="3672960"/>
                  </a:lnTo>
                  <a:lnTo>
                    <a:pt x="1857620" y="3672960"/>
                  </a:lnTo>
                  <a:lnTo>
                    <a:pt x="1857746" y="3672960"/>
                  </a:lnTo>
                  <a:lnTo>
                    <a:pt x="1857871" y="3672960"/>
                  </a:lnTo>
                  <a:lnTo>
                    <a:pt x="1857996" y="3672960"/>
                  </a:lnTo>
                  <a:lnTo>
                    <a:pt x="1858121" y="3672960"/>
                  </a:lnTo>
                  <a:lnTo>
                    <a:pt x="1858246" y="3672960"/>
                  </a:lnTo>
                  <a:lnTo>
                    <a:pt x="1858371" y="3672960"/>
                  </a:lnTo>
                  <a:lnTo>
                    <a:pt x="1858496" y="3672960"/>
                  </a:lnTo>
                  <a:lnTo>
                    <a:pt x="1858621" y="3672960"/>
                  </a:lnTo>
                  <a:lnTo>
                    <a:pt x="1858746" y="3672960"/>
                  </a:lnTo>
                  <a:lnTo>
                    <a:pt x="1858871" y="3672960"/>
                  </a:lnTo>
                  <a:lnTo>
                    <a:pt x="1858996" y="3672960"/>
                  </a:lnTo>
                  <a:lnTo>
                    <a:pt x="1859121" y="3672960"/>
                  </a:lnTo>
                  <a:lnTo>
                    <a:pt x="1859246" y="3672960"/>
                  </a:lnTo>
                  <a:lnTo>
                    <a:pt x="1859371" y="3672960"/>
                  </a:lnTo>
                  <a:lnTo>
                    <a:pt x="1859496" y="3672960"/>
                  </a:lnTo>
                  <a:lnTo>
                    <a:pt x="1859621" y="3672960"/>
                  </a:lnTo>
                  <a:lnTo>
                    <a:pt x="1859746" y="3672960"/>
                  </a:lnTo>
                  <a:lnTo>
                    <a:pt x="1859871" y="3672960"/>
                  </a:lnTo>
                  <a:lnTo>
                    <a:pt x="1859871" y="3663006"/>
                  </a:lnTo>
                  <a:lnTo>
                    <a:pt x="1859996" y="3663006"/>
                  </a:lnTo>
                  <a:lnTo>
                    <a:pt x="1860121" y="3663006"/>
                  </a:lnTo>
                  <a:lnTo>
                    <a:pt x="1860246" y="3663006"/>
                  </a:lnTo>
                  <a:lnTo>
                    <a:pt x="1860371" y="3663006"/>
                  </a:lnTo>
                  <a:lnTo>
                    <a:pt x="1860496" y="3663006"/>
                  </a:lnTo>
                  <a:lnTo>
                    <a:pt x="1860621" y="3663006"/>
                  </a:lnTo>
                  <a:lnTo>
                    <a:pt x="1860747" y="3663006"/>
                  </a:lnTo>
                  <a:lnTo>
                    <a:pt x="1860872" y="3663006"/>
                  </a:lnTo>
                  <a:lnTo>
                    <a:pt x="1860997" y="3663006"/>
                  </a:lnTo>
                  <a:lnTo>
                    <a:pt x="1861122" y="3663006"/>
                  </a:lnTo>
                  <a:lnTo>
                    <a:pt x="1861247" y="3663006"/>
                  </a:lnTo>
                  <a:lnTo>
                    <a:pt x="1861372" y="3663006"/>
                  </a:lnTo>
                  <a:lnTo>
                    <a:pt x="1861497" y="3663006"/>
                  </a:lnTo>
                  <a:lnTo>
                    <a:pt x="1861622" y="3663006"/>
                  </a:lnTo>
                  <a:lnTo>
                    <a:pt x="1861747" y="3663006"/>
                  </a:lnTo>
                  <a:lnTo>
                    <a:pt x="1861872" y="3663006"/>
                  </a:lnTo>
                  <a:lnTo>
                    <a:pt x="1861997" y="3663006"/>
                  </a:lnTo>
                  <a:lnTo>
                    <a:pt x="1862122" y="3663006"/>
                  </a:lnTo>
                  <a:lnTo>
                    <a:pt x="1862247" y="3663006"/>
                  </a:lnTo>
                  <a:lnTo>
                    <a:pt x="1862372" y="3663006"/>
                  </a:lnTo>
                  <a:lnTo>
                    <a:pt x="1862497" y="3663006"/>
                  </a:lnTo>
                  <a:lnTo>
                    <a:pt x="1862622" y="3663006"/>
                  </a:lnTo>
                  <a:lnTo>
                    <a:pt x="1862747" y="3663006"/>
                  </a:lnTo>
                  <a:lnTo>
                    <a:pt x="1862872" y="3663006"/>
                  </a:lnTo>
                  <a:lnTo>
                    <a:pt x="1862997" y="3663006"/>
                  </a:lnTo>
                  <a:lnTo>
                    <a:pt x="1863122" y="3663006"/>
                  </a:lnTo>
                  <a:lnTo>
                    <a:pt x="1863247" y="3663006"/>
                  </a:lnTo>
                  <a:lnTo>
                    <a:pt x="1863372" y="3663006"/>
                  </a:lnTo>
                  <a:lnTo>
                    <a:pt x="1863497" y="3663006"/>
                  </a:lnTo>
                  <a:lnTo>
                    <a:pt x="1863623" y="3663006"/>
                  </a:lnTo>
                  <a:lnTo>
                    <a:pt x="1863748" y="3663006"/>
                  </a:lnTo>
                  <a:lnTo>
                    <a:pt x="1863873" y="3663006"/>
                  </a:lnTo>
                  <a:lnTo>
                    <a:pt x="1863998" y="3663006"/>
                  </a:lnTo>
                  <a:lnTo>
                    <a:pt x="1864123" y="3663006"/>
                  </a:lnTo>
                  <a:lnTo>
                    <a:pt x="1864248" y="3663006"/>
                  </a:lnTo>
                  <a:lnTo>
                    <a:pt x="1864373" y="3663006"/>
                  </a:lnTo>
                  <a:lnTo>
                    <a:pt x="1864498" y="3663006"/>
                  </a:lnTo>
                  <a:lnTo>
                    <a:pt x="1864623" y="3663006"/>
                  </a:lnTo>
                  <a:lnTo>
                    <a:pt x="1864748" y="3663006"/>
                  </a:lnTo>
                  <a:lnTo>
                    <a:pt x="1864873" y="3663006"/>
                  </a:lnTo>
                  <a:lnTo>
                    <a:pt x="1864998" y="3663006"/>
                  </a:lnTo>
                  <a:lnTo>
                    <a:pt x="1865123" y="3663006"/>
                  </a:lnTo>
                  <a:lnTo>
                    <a:pt x="1865248" y="3663006"/>
                  </a:lnTo>
                  <a:lnTo>
                    <a:pt x="1865373" y="3663006"/>
                  </a:lnTo>
                  <a:lnTo>
                    <a:pt x="1865498" y="3663006"/>
                  </a:lnTo>
                  <a:lnTo>
                    <a:pt x="1865623" y="3663006"/>
                  </a:lnTo>
                  <a:lnTo>
                    <a:pt x="1865748" y="3663006"/>
                  </a:lnTo>
                  <a:lnTo>
                    <a:pt x="1865873" y="3663006"/>
                  </a:lnTo>
                  <a:lnTo>
                    <a:pt x="1865998" y="3663006"/>
                  </a:lnTo>
                  <a:lnTo>
                    <a:pt x="1866123" y="3663006"/>
                  </a:lnTo>
                  <a:lnTo>
                    <a:pt x="1866248" y="3663006"/>
                  </a:lnTo>
                  <a:lnTo>
                    <a:pt x="1866373" y="3663006"/>
                  </a:lnTo>
                  <a:lnTo>
                    <a:pt x="1866498" y="3663006"/>
                  </a:lnTo>
                  <a:lnTo>
                    <a:pt x="1866624" y="3663006"/>
                  </a:lnTo>
                  <a:lnTo>
                    <a:pt x="1866749" y="3663006"/>
                  </a:lnTo>
                  <a:lnTo>
                    <a:pt x="1866874" y="3663006"/>
                  </a:lnTo>
                  <a:lnTo>
                    <a:pt x="1866999" y="3663006"/>
                  </a:lnTo>
                  <a:lnTo>
                    <a:pt x="1867124" y="3663006"/>
                  </a:lnTo>
                  <a:lnTo>
                    <a:pt x="1867249" y="3663006"/>
                  </a:lnTo>
                  <a:lnTo>
                    <a:pt x="1867374" y="3663006"/>
                  </a:lnTo>
                  <a:lnTo>
                    <a:pt x="1867499" y="3663006"/>
                  </a:lnTo>
                  <a:lnTo>
                    <a:pt x="1867624" y="3663006"/>
                  </a:lnTo>
                  <a:lnTo>
                    <a:pt x="1867749" y="3663006"/>
                  </a:lnTo>
                  <a:lnTo>
                    <a:pt x="1867874" y="3663006"/>
                  </a:lnTo>
                  <a:lnTo>
                    <a:pt x="1867999" y="3663006"/>
                  </a:lnTo>
                  <a:lnTo>
                    <a:pt x="1868124" y="3663006"/>
                  </a:lnTo>
                  <a:lnTo>
                    <a:pt x="1868249" y="3663006"/>
                  </a:lnTo>
                  <a:lnTo>
                    <a:pt x="1868374" y="3663006"/>
                  </a:lnTo>
                  <a:lnTo>
                    <a:pt x="1868499" y="3663006"/>
                  </a:lnTo>
                  <a:lnTo>
                    <a:pt x="1868624" y="3663006"/>
                  </a:lnTo>
                  <a:lnTo>
                    <a:pt x="1868749" y="3663006"/>
                  </a:lnTo>
                  <a:lnTo>
                    <a:pt x="1868874" y="3663006"/>
                  </a:lnTo>
                  <a:lnTo>
                    <a:pt x="1868999" y="3663006"/>
                  </a:lnTo>
                  <a:lnTo>
                    <a:pt x="1869124" y="3663006"/>
                  </a:lnTo>
                  <a:lnTo>
                    <a:pt x="1869249" y="3663006"/>
                  </a:lnTo>
                  <a:lnTo>
                    <a:pt x="1869374" y="3663006"/>
                  </a:lnTo>
                  <a:lnTo>
                    <a:pt x="1869499" y="3663006"/>
                  </a:lnTo>
                  <a:lnTo>
                    <a:pt x="1869625" y="3663006"/>
                  </a:lnTo>
                  <a:lnTo>
                    <a:pt x="1869750" y="3663006"/>
                  </a:lnTo>
                  <a:lnTo>
                    <a:pt x="1869875" y="3663006"/>
                  </a:lnTo>
                  <a:lnTo>
                    <a:pt x="1870000" y="3663006"/>
                  </a:lnTo>
                  <a:lnTo>
                    <a:pt x="1870125" y="3663006"/>
                  </a:lnTo>
                  <a:lnTo>
                    <a:pt x="1870250" y="3663006"/>
                  </a:lnTo>
                  <a:lnTo>
                    <a:pt x="1870375" y="3663006"/>
                  </a:lnTo>
                  <a:lnTo>
                    <a:pt x="1870500" y="3663006"/>
                  </a:lnTo>
                  <a:lnTo>
                    <a:pt x="1870625" y="3663006"/>
                  </a:lnTo>
                  <a:lnTo>
                    <a:pt x="1870750" y="3663006"/>
                  </a:lnTo>
                  <a:lnTo>
                    <a:pt x="1870875" y="3663006"/>
                  </a:lnTo>
                  <a:lnTo>
                    <a:pt x="1871000" y="3663006"/>
                  </a:lnTo>
                  <a:lnTo>
                    <a:pt x="1871125" y="3663006"/>
                  </a:lnTo>
                  <a:lnTo>
                    <a:pt x="1871250" y="3663006"/>
                  </a:lnTo>
                  <a:lnTo>
                    <a:pt x="1871375" y="3663006"/>
                  </a:lnTo>
                  <a:lnTo>
                    <a:pt x="1871500" y="3663006"/>
                  </a:lnTo>
                  <a:lnTo>
                    <a:pt x="1871625" y="3663006"/>
                  </a:lnTo>
                  <a:lnTo>
                    <a:pt x="1871750" y="3663006"/>
                  </a:lnTo>
                  <a:lnTo>
                    <a:pt x="1871875" y="3663006"/>
                  </a:lnTo>
                  <a:lnTo>
                    <a:pt x="1872000" y="3663006"/>
                  </a:lnTo>
                  <a:lnTo>
                    <a:pt x="1872125" y="3663006"/>
                  </a:lnTo>
                  <a:lnTo>
                    <a:pt x="1872250" y="3663006"/>
                  </a:lnTo>
                  <a:lnTo>
                    <a:pt x="1872375" y="3663006"/>
                  </a:lnTo>
                  <a:lnTo>
                    <a:pt x="1872500" y="3663006"/>
                  </a:lnTo>
                  <a:lnTo>
                    <a:pt x="1872626" y="3663006"/>
                  </a:lnTo>
                  <a:lnTo>
                    <a:pt x="1872751" y="3663006"/>
                  </a:lnTo>
                  <a:lnTo>
                    <a:pt x="1872876" y="3663006"/>
                  </a:lnTo>
                  <a:lnTo>
                    <a:pt x="1873001" y="3663006"/>
                  </a:lnTo>
                  <a:lnTo>
                    <a:pt x="1873126" y="3663006"/>
                  </a:lnTo>
                  <a:lnTo>
                    <a:pt x="1873251" y="3663006"/>
                  </a:lnTo>
                  <a:lnTo>
                    <a:pt x="1873376" y="3663006"/>
                  </a:lnTo>
                  <a:lnTo>
                    <a:pt x="1873501" y="3663006"/>
                  </a:lnTo>
                  <a:lnTo>
                    <a:pt x="1873626" y="3663006"/>
                  </a:lnTo>
                  <a:lnTo>
                    <a:pt x="1873751" y="3663006"/>
                  </a:lnTo>
                  <a:lnTo>
                    <a:pt x="1873876" y="3663006"/>
                  </a:lnTo>
                  <a:lnTo>
                    <a:pt x="1874001" y="3663006"/>
                  </a:lnTo>
                  <a:lnTo>
                    <a:pt x="1874126" y="3663006"/>
                  </a:lnTo>
                  <a:lnTo>
                    <a:pt x="1874251" y="3663006"/>
                  </a:lnTo>
                  <a:lnTo>
                    <a:pt x="1874376" y="3663006"/>
                  </a:lnTo>
                  <a:lnTo>
                    <a:pt x="1874501" y="3663006"/>
                  </a:lnTo>
                  <a:lnTo>
                    <a:pt x="1874626" y="3663006"/>
                  </a:lnTo>
                  <a:lnTo>
                    <a:pt x="1874751" y="3663006"/>
                  </a:lnTo>
                  <a:lnTo>
                    <a:pt x="1874876" y="3663006"/>
                  </a:lnTo>
                  <a:lnTo>
                    <a:pt x="1875001" y="3663006"/>
                  </a:lnTo>
                  <a:lnTo>
                    <a:pt x="1875126" y="3663006"/>
                  </a:lnTo>
                  <a:lnTo>
                    <a:pt x="1875251" y="3663006"/>
                  </a:lnTo>
                  <a:lnTo>
                    <a:pt x="1875376" y="3663006"/>
                  </a:lnTo>
                  <a:lnTo>
                    <a:pt x="1875501" y="3663006"/>
                  </a:lnTo>
                  <a:lnTo>
                    <a:pt x="1875627" y="3663006"/>
                  </a:lnTo>
                  <a:lnTo>
                    <a:pt x="1875752" y="3663006"/>
                  </a:lnTo>
                  <a:lnTo>
                    <a:pt x="1875877" y="3663006"/>
                  </a:lnTo>
                  <a:lnTo>
                    <a:pt x="1876002" y="3663006"/>
                  </a:lnTo>
                  <a:lnTo>
                    <a:pt x="1876127" y="3663006"/>
                  </a:lnTo>
                  <a:lnTo>
                    <a:pt x="1876252" y="3663006"/>
                  </a:lnTo>
                  <a:lnTo>
                    <a:pt x="1876377" y="3663006"/>
                  </a:lnTo>
                  <a:lnTo>
                    <a:pt x="1876502" y="3663006"/>
                  </a:lnTo>
                  <a:lnTo>
                    <a:pt x="1876627" y="3663006"/>
                  </a:lnTo>
                  <a:lnTo>
                    <a:pt x="1876752" y="3663006"/>
                  </a:lnTo>
                  <a:lnTo>
                    <a:pt x="1876877" y="3663006"/>
                  </a:lnTo>
                  <a:lnTo>
                    <a:pt x="1877002" y="3663006"/>
                  </a:lnTo>
                  <a:lnTo>
                    <a:pt x="1877127" y="3663006"/>
                  </a:lnTo>
                  <a:lnTo>
                    <a:pt x="1877252" y="3663006"/>
                  </a:lnTo>
                  <a:lnTo>
                    <a:pt x="1877377" y="3663006"/>
                  </a:lnTo>
                  <a:lnTo>
                    <a:pt x="1877502" y="3663006"/>
                  </a:lnTo>
                  <a:lnTo>
                    <a:pt x="1877627" y="3663006"/>
                  </a:lnTo>
                  <a:lnTo>
                    <a:pt x="1877752" y="3663006"/>
                  </a:lnTo>
                  <a:lnTo>
                    <a:pt x="1877877" y="3663006"/>
                  </a:lnTo>
                  <a:lnTo>
                    <a:pt x="1878002" y="3663006"/>
                  </a:lnTo>
                  <a:lnTo>
                    <a:pt x="1878127" y="3663006"/>
                  </a:lnTo>
                  <a:lnTo>
                    <a:pt x="1878252" y="3663006"/>
                  </a:lnTo>
                  <a:lnTo>
                    <a:pt x="1878377" y="3663006"/>
                  </a:lnTo>
                  <a:lnTo>
                    <a:pt x="1878502" y="3663006"/>
                  </a:lnTo>
                  <a:lnTo>
                    <a:pt x="1878628" y="3663006"/>
                  </a:lnTo>
                  <a:lnTo>
                    <a:pt x="1878753" y="3663006"/>
                  </a:lnTo>
                  <a:lnTo>
                    <a:pt x="1878878" y="3663006"/>
                  </a:lnTo>
                  <a:lnTo>
                    <a:pt x="1879003" y="3663006"/>
                  </a:lnTo>
                  <a:lnTo>
                    <a:pt x="1879128" y="3663006"/>
                  </a:lnTo>
                  <a:lnTo>
                    <a:pt x="1879253" y="3663006"/>
                  </a:lnTo>
                  <a:lnTo>
                    <a:pt x="1879378" y="3663006"/>
                  </a:lnTo>
                  <a:lnTo>
                    <a:pt x="1879503" y="3663006"/>
                  </a:lnTo>
                  <a:lnTo>
                    <a:pt x="1879628" y="3663006"/>
                  </a:lnTo>
                  <a:lnTo>
                    <a:pt x="1879753" y="3663006"/>
                  </a:lnTo>
                  <a:lnTo>
                    <a:pt x="1879878" y="3663006"/>
                  </a:lnTo>
                  <a:lnTo>
                    <a:pt x="1880003" y="3663006"/>
                  </a:lnTo>
                  <a:lnTo>
                    <a:pt x="1880128" y="3663006"/>
                  </a:lnTo>
                  <a:lnTo>
                    <a:pt x="1880253" y="3663006"/>
                  </a:lnTo>
                  <a:lnTo>
                    <a:pt x="1880378" y="3663006"/>
                  </a:lnTo>
                  <a:lnTo>
                    <a:pt x="1880503" y="3663006"/>
                  </a:lnTo>
                  <a:lnTo>
                    <a:pt x="1880628" y="3663006"/>
                  </a:lnTo>
                  <a:lnTo>
                    <a:pt x="1880753" y="3663006"/>
                  </a:lnTo>
                  <a:lnTo>
                    <a:pt x="1880878" y="3663006"/>
                  </a:lnTo>
                  <a:lnTo>
                    <a:pt x="1881003" y="3663006"/>
                  </a:lnTo>
                  <a:lnTo>
                    <a:pt x="1881128" y="3663006"/>
                  </a:lnTo>
                  <a:lnTo>
                    <a:pt x="1881253" y="3663006"/>
                  </a:lnTo>
                  <a:lnTo>
                    <a:pt x="1881378" y="3663006"/>
                  </a:lnTo>
                  <a:lnTo>
                    <a:pt x="1881503" y="3663006"/>
                  </a:lnTo>
                  <a:lnTo>
                    <a:pt x="1881629" y="3663006"/>
                  </a:lnTo>
                  <a:lnTo>
                    <a:pt x="1881754" y="3663006"/>
                  </a:lnTo>
                  <a:lnTo>
                    <a:pt x="1881879" y="3663006"/>
                  </a:lnTo>
                  <a:lnTo>
                    <a:pt x="1882004" y="3663006"/>
                  </a:lnTo>
                  <a:lnTo>
                    <a:pt x="1882129" y="3663006"/>
                  </a:lnTo>
                  <a:lnTo>
                    <a:pt x="1882254" y="3663006"/>
                  </a:lnTo>
                  <a:lnTo>
                    <a:pt x="1882379" y="3663006"/>
                  </a:lnTo>
                  <a:lnTo>
                    <a:pt x="1882504" y="3663006"/>
                  </a:lnTo>
                  <a:lnTo>
                    <a:pt x="1882629" y="3663006"/>
                  </a:lnTo>
                  <a:lnTo>
                    <a:pt x="1882754" y="3663006"/>
                  </a:lnTo>
                  <a:lnTo>
                    <a:pt x="1882879" y="3663006"/>
                  </a:lnTo>
                  <a:lnTo>
                    <a:pt x="1883004" y="3663006"/>
                  </a:lnTo>
                  <a:lnTo>
                    <a:pt x="1883129" y="3663006"/>
                  </a:lnTo>
                  <a:lnTo>
                    <a:pt x="1883254" y="3663006"/>
                  </a:lnTo>
                  <a:lnTo>
                    <a:pt x="1883379" y="3663006"/>
                  </a:lnTo>
                  <a:lnTo>
                    <a:pt x="1883504" y="3663006"/>
                  </a:lnTo>
                  <a:lnTo>
                    <a:pt x="1883629" y="3663006"/>
                  </a:lnTo>
                  <a:lnTo>
                    <a:pt x="1883754" y="3663006"/>
                  </a:lnTo>
                  <a:lnTo>
                    <a:pt x="1883879" y="3663006"/>
                  </a:lnTo>
                  <a:lnTo>
                    <a:pt x="1884004" y="3663006"/>
                  </a:lnTo>
                  <a:lnTo>
                    <a:pt x="1884129" y="3663006"/>
                  </a:lnTo>
                  <a:lnTo>
                    <a:pt x="1884254" y="3663006"/>
                  </a:lnTo>
                  <a:lnTo>
                    <a:pt x="1884379" y="3663006"/>
                  </a:lnTo>
                  <a:lnTo>
                    <a:pt x="1884504" y="3663006"/>
                  </a:lnTo>
                  <a:lnTo>
                    <a:pt x="1884630" y="3663006"/>
                  </a:lnTo>
                  <a:lnTo>
                    <a:pt x="1884755" y="3663006"/>
                  </a:lnTo>
                  <a:lnTo>
                    <a:pt x="1884880" y="3663006"/>
                  </a:lnTo>
                  <a:lnTo>
                    <a:pt x="1885005" y="3663006"/>
                  </a:lnTo>
                  <a:lnTo>
                    <a:pt x="1885130" y="3663006"/>
                  </a:lnTo>
                  <a:lnTo>
                    <a:pt x="1885255" y="3663006"/>
                  </a:lnTo>
                  <a:lnTo>
                    <a:pt x="1885380" y="3663006"/>
                  </a:lnTo>
                  <a:lnTo>
                    <a:pt x="1885505" y="3663006"/>
                  </a:lnTo>
                  <a:lnTo>
                    <a:pt x="1885630" y="3663006"/>
                  </a:lnTo>
                  <a:lnTo>
                    <a:pt x="1885755" y="3663006"/>
                  </a:lnTo>
                  <a:lnTo>
                    <a:pt x="1885880" y="3663006"/>
                  </a:lnTo>
                  <a:lnTo>
                    <a:pt x="1886005" y="3663006"/>
                  </a:lnTo>
                  <a:lnTo>
                    <a:pt x="1886130" y="3663006"/>
                  </a:lnTo>
                  <a:lnTo>
                    <a:pt x="1886255" y="3663006"/>
                  </a:lnTo>
                  <a:lnTo>
                    <a:pt x="1886380" y="3663006"/>
                  </a:lnTo>
                  <a:lnTo>
                    <a:pt x="1886505" y="3663006"/>
                  </a:lnTo>
                  <a:lnTo>
                    <a:pt x="1886630" y="3663006"/>
                  </a:lnTo>
                  <a:lnTo>
                    <a:pt x="1886755" y="3663006"/>
                  </a:lnTo>
                  <a:lnTo>
                    <a:pt x="1886880" y="3663006"/>
                  </a:lnTo>
                  <a:lnTo>
                    <a:pt x="1887005" y="3663006"/>
                  </a:lnTo>
                  <a:lnTo>
                    <a:pt x="1887130" y="3663006"/>
                  </a:lnTo>
                  <a:lnTo>
                    <a:pt x="1887255" y="3663006"/>
                  </a:lnTo>
                  <a:lnTo>
                    <a:pt x="1887380" y="3663006"/>
                  </a:lnTo>
                  <a:lnTo>
                    <a:pt x="1887505" y="3663006"/>
                  </a:lnTo>
                  <a:lnTo>
                    <a:pt x="1887631" y="3663006"/>
                  </a:lnTo>
                  <a:lnTo>
                    <a:pt x="1887756" y="3663006"/>
                  </a:lnTo>
                  <a:lnTo>
                    <a:pt x="1887881" y="3663006"/>
                  </a:lnTo>
                  <a:lnTo>
                    <a:pt x="1888006" y="3663006"/>
                  </a:lnTo>
                  <a:lnTo>
                    <a:pt x="1888131" y="3663006"/>
                  </a:lnTo>
                  <a:lnTo>
                    <a:pt x="1888256" y="3663006"/>
                  </a:lnTo>
                  <a:lnTo>
                    <a:pt x="1888381" y="3663006"/>
                  </a:lnTo>
                  <a:lnTo>
                    <a:pt x="1888506" y="3663006"/>
                  </a:lnTo>
                  <a:lnTo>
                    <a:pt x="1888631" y="3663006"/>
                  </a:lnTo>
                  <a:lnTo>
                    <a:pt x="1888756" y="3663006"/>
                  </a:lnTo>
                  <a:lnTo>
                    <a:pt x="1888881" y="3663006"/>
                  </a:lnTo>
                  <a:lnTo>
                    <a:pt x="1889006" y="3663006"/>
                  </a:lnTo>
                  <a:lnTo>
                    <a:pt x="1889131" y="3663006"/>
                  </a:lnTo>
                  <a:lnTo>
                    <a:pt x="1889256" y="3663006"/>
                  </a:lnTo>
                  <a:lnTo>
                    <a:pt x="1889381" y="3663006"/>
                  </a:lnTo>
                  <a:lnTo>
                    <a:pt x="1889506" y="3663006"/>
                  </a:lnTo>
                  <a:lnTo>
                    <a:pt x="1889631" y="3663006"/>
                  </a:lnTo>
                  <a:lnTo>
                    <a:pt x="1889756" y="3663006"/>
                  </a:lnTo>
                  <a:lnTo>
                    <a:pt x="1889881" y="3663006"/>
                  </a:lnTo>
                  <a:lnTo>
                    <a:pt x="1890006" y="3663006"/>
                  </a:lnTo>
                  <a:lnTo>
                    <a:pt x="1890131" y="3663006"/>
                  </a:lnTo>
                  <a:lnTo>
                    <a:pt x="1890256" y="3663006"/>
                  </a:lnTo>
                  <a:lnTo>
                    <a:pt x="1890381" y="3663006"/>
                  </a:lnTo>
                  <a:lnTo>
                    <a:pt x="1890506" y="3663006"/>
                  </a:lnTo>
                  <a:lnTo>
                    <a:pt x="1890632" y="3663006"/>
                  </a:lnTo>
                  <a:lnTo>
                    <a:pt x="1890757" y="3663006"/>
                  </a:lnTo>
                  <a:lnTo>
                    <a:pt x="1890882" y="3663006"/>
                  </a:lnTo>
                  <a:lnTo>
                    <a:pt x="1891007" y="3663006"/>
                  </a:lnTo>
                  <a:lnTo>
                    <a:pt x="1891132" y="3663006"/>
                  </a:lnTo>
                  <a:lnTo>
                    <a:pt x="1891257" y="3663006"/>
                  </a:lnTo>
                  <a:lnTo>
                    <a:pt x="1891382" y="3663006"/>
                  </a:lnTo>
                  <a:lnTo>
                    <a:pt x="1891507" y="3663006"/>
                  </a:lnTo>
                  <a:lnTo>
                    <a:pt x="1891632" y="3663006"/>
                  </a:lnTo>
                  <a:lnTo>
                    <a:pt x="1891757" y="3663006"/>
                  </a:lnTo>
                  <a:lnTo>
                    <a:pt x="1891882" y="3663006"/>
                  </a:lnTo>
                  <a:lnTo>
                    <a:pt x="1892007" y="3663006"/>
                  </a:lnTo>
                  <a:lnTo>
                    <a:pt x="1892132" y="3663006"/>
                  </a:lnTo>
                  <a:lnTo>
                    <a:pt x="1892257" y="3663006"/>
                  </a:lnTo>
                  <a:lnTo>
                    <a:pt x="1892382" y="3663006"/>
                  </a:lnTo>
                  <a:lnTo>
                    <a:pt x="1892507" y="3663006"/>
                  </a:lnTo>
                  <a:lnTo>
                    <a:pt x="1892632" y="3663006"/>
                  </a:lnTo>
                  <a:lnTo>
                    <a:pt x="1892632" y="3653052"/>
                  </a:lnTo>
                  <a:lnTo>
                    <a:pt x="1892757" y="3653052"/>
                  </a:lnTo>
                  <a:lnTo>
                    <a:pt x="1892882" y="3653052"/>
                  </a:lnTo>
                  <a:lnTo>
                    <a:pt x="1893007" y="3653052"/>
                  </a:lnTo>
                  <a:lnTo>
                    <a:pt x="1893132" y="3653052"/>
                  </a:lnTo>
                  <a:lnTo>
                    <a:pt x="1893257" y="3653052"/>
                  </a:lnTo>
                  <a:lnTo>
                    <a:pt x="1893382" y="3653052"/>
                  </a:lnTo>
                  <a:lnTo>
                    <a:pt x="1893507" y="3653052"/>
                  </a:lnTo>
                  <a:lnTo>
                    <a:pt x="1893633" y="3653052"/>
                  </a:lnTo>
                  <a:lnTo>
                    <a:pt x="1893758" y="3653052"/>
                  </a:lnTo>
                  <a:lnTo>
                    <a:pt x="1893883" y="3653052"/>
                  </a:lnTo>
                  <a:lnTo>
                    <a:pt x="1894008" y="3653052"/>
                  </a:lnTo>
                  <a:lnTo>
                    <a:pt x="1894133" y="3653052"/>
                  </a:lnTo>
                  <a:lnTo>
                    <a:pt x="1894258" y="3653052"/>
                  </a:lnTo>
                  <a:lnTo>
                    <a:pt x="1894383" y="3653052"/>
                  </a:lnTo>
                  <a:lnTo>
                    <a:pt x="1894508" y="3653052"/>
                  </a:lnTo>
                  <a:lnTo>
                    <a:pt x="1894633" y="3653052"/>
                  </a:lnTo>
                  <a:lnTo>
                    <a:pt x="1894758" y="3653052"/>
                  </a:lnTo>
                  <a:lnTo>
                    <a:pt x="1894883" y="3653052"/>
                  </a:lnTo>
                  <a:lnTo>
                    <a:pt x="1895008" y="3653052"/>
                  </a:lnTo>
                  <a:lnTo>
                    <a:pt x="1895133" y="3653052"/>
                  </a:lnTo>
                  <a:lnTo>
                    <a:pt x="1895258" y="3653052"/>
                  </a:lnTo>
                  <a:lnTo>
                    <a:pt x="1895383" y="3653052"/>
                  </a:lnTo>
                  <a:lnTo>
                    <a:pt x="1895508" y="3653052"/>
                  </a:lnTo>
                  <a:lnTo>
                    <a:pt x="1895633" y="3653052"/>
                  </a:lnTo>
                  <a:lnTo>
                    <a:pt x="1895758" y="3653052"/>
                  </a:lnTo>
                  <a:lnTo>
                    <a:pt x="1895883" y="3653052"/>
                  </a:lnTo>
                  <a:lnTo>
                    <a:pt x="1896008" y="3653052"/>
                  </a:lnTo>
                  <a:lnTo>
                    <a:pt x="1896133" y="3653052"/>
                  </a:lnTo>
                  <a:lnTo>
                    <a:pt x="1896258" y="3653052"/>
                  </a:lnTo>
                  <a:lnTo>
                    <a:pt x="1896383" y="3653052"/>
                  </a:lnTo>
                  <a:lnTo>
                    <a:pt x="1896508" y="3653052"/>
                  </a:lnTo>
                  <a:lnTo>
                    <a:pt x="1896634" y="3653052"/>
                  </a:lnTo>
                  <a:lnTo>
                    <a:pt x="1896759" y="3653052"/>
                  </a:lnTo>
                  <a:lnTo>
                    <a:pt x="1896884" y="3653052"/>
                  </a:lnTo>
                  <a:lnTo>
                    <a:pt x="1897009" y="3653052"/>
                  </a:lnTo>
                  <a:lnTo>
                    <a:pt x="1897134" y="3653052"/>
                  </a:lnTo>
                  <a:lnTo>
                    <a:pt x="1897259" y="3653052"/>
                  </a:lnTo>
                  <a:lnTo>
                    <a:pt x="1897384" y="3653052"/>
                  </a:lnTo>
                  <a:lnTo>
                    <a:pt x="1897509" y="3653052"/>
                  </a:lnTo>
                  <a:lnTo>
                    <a:pt x="1897634" y="3653052"/>
                  </a:lnTo>
                  <a:lnTo>
                    <a:pt x="1897759" y="3653052"/>
                  </a:lnTo>
                  <a:lnTo>
                    <a:pt x="1897884" y="3653052"/>
                  </a:lnTo>
                  <a:lnTo>
                    <a:pt x="1898009" y="3653052"/>
                  </a:lnTo>
                  <a:lnTo>
                    <a:pt x="1898134" y="3653052"/>
                  </a:lnTo>
                  <a:lnTo>
                    <a:pt x="1898259" y="3653052"/>
                  </a:lnTo>
                  <a:lnTo>
                    <a:pt x="1898384" y="3653052"/>
                  </a:lnTo>
                  <a:lnTo>
                    <a:pt x="1898509" y="3653052"/>
                  </a:lnTo>
                  <a:lnTo>
                    <a:pt x="1898634" y="3653052"/>
                  </a:lnTo>
                  <a:lnTo>
                    <a:pt x="1898759" y="3653052"/>
                  </a:lnTo>
                  <a:lnTo>
                    <a:pt x="1898884" y="3653052"/>
                  </a:lnTo>
                  <a:lnTo>
                    <a:pt x="1899009" y="3653052"/>
                  </a:lnTo>
                  <a:lnTo>
                    <a:pt x="1899134" y="3653052"/>
                  </a:lnTo>
                  <a:lnTo>
                    <a:pt x="1899259" y="3653052"/>
                  </a:lnTo>
                  <a:lnTo>
                    <a:pt x="1899384" y="3653052"/>
                  </a:lnTo>
                  <a:lnTo>
                    <a:pt x="1899509" y="3653052"/>
                  </a:lnTo>
                  <a:lnTo>
                    <a:pt x="1899635" y="3653052"/>
                  </a:lnTo>
                  <a:lnTo>
                    <a:pt x="1899760" y="3653052"/>
                  </a:lnTo>
                  <a:lnTo>
                    <a:pt x="1899885" y="3653052"/>
                  </a:lnTo>
                  <a:lnTo>
                    <a:pt x="1900010" y="3653052"/>
                  </a:lnTo>
                  <a:lnTo>
                    <a:pt x="1900135" y="3653052"/>
                  </a:lnTo>
                  <a:lnTo>
                    <a:pt x="1900260" y="3653052"/>
                  </a:lnTo>
                  <a:lnTo>
                    <a:pt x="1900385" y="3653052"/>
                  </a:lnTo>
                  <a:lnTo>
                    <a:pt x="1900510" y="3653052"/>
                  </a:lnTo>
                  <a:lnTo>
                    <a:pt x="1900635" y="3653052"/>
                  </a:lnTo>
                  <a:lnTo>
                    <a:pt x="1900760" y="3653052"/>
                  </a:lnTo>
                  <a:lnTo>
                    <a:pt x="1900885" y="3653052"/>
                  </a:lnTo>
                  <a:lnTo>
                    <a:pt x="1901010" y="3653052"/>
                  </a:lnTo>
                  <a:lnTo>
                    <a:pt x="1901135" y="3653052"/>
                  </a:lnTo>
                  <a:lnTo>
                    <a:pt x="1901260" y="3653052"/>
                  </a:lnTo>
                  <a:lnTo>
                    <a:pt x="1901385" y="3653052"/>
                  </a:lnTo>
                  <a:lnTo>
                    <a:pt x="1901510" y="3653052"/>
                  </a:lnTo>
                  <a:lnTo>
                    <a:pt x="1901635" y="3653052"/>
                  </a:lnTo>
                  <a:lnTo>
                    <a:pt x="1901760" y="3653052"/>
                  </a:lnTo>
                  <a:lnTo>
                    <a:pt x="1901885" y="3653052"/>
                  </a:lnTo>
                  <a:lnTo>
                    <a:pt x="1902010" y="3653052"/>
                  </a:lnTo>
                  <a:lnTo>
                    <a:pt x="1902135" y="3653052"/>
                  </a:lnTo>
                  <a:lnTo>
                    <a:pt x="1902260" y="3653052"/>
                  </a:lnTo>
                  <a:lnTo>
                    <a:pt x="1902385" y="3653052"/>
                  </a:lnTo>
                  <a:lnTo>
                    <a:pt x="1902511" y="3653052"/>
                  </a:lnTo>
                  <a:lnTo>
                    <a:pt x="1902636" y="3653052"/>
                  </a:lnTo>
                  <a:lnTo>
                    <a:pt x="1902761" y="3653052"/>
                  </a:lnTo>
                  <a:lnTo>
                    <a:pt x="1902886" y="3653052"/>
                  </a:lnTo>
                  <a:lnTo>
                    <a:pt x="1902886" y="3643099"/>
                  </a:lnTo>
                  <a:lnTo>
                    <a:pt x="1903011" y="3643099"/>
                  </a:lnTo>
                  <a:lnTo>
                    <a:pt x="1903136" y="3643099"/>
                  </a:lnTo>
                  <a:lnTo>
                    <a:pt x="1903261" y="3643099"/>
                  </a:lnTo>
                  <a:lnTo>
                    <a:pt x="1903386" y="3643099"/>
                  </a:lnTo>
                  <a:lnTo>
                    <a:pt x="1903511" y="3643099"/>
                  </a:lnTo>
                  <a:lnTo>
                    <a:pt x="1903636" y="3643099"/>
                  </a:lnTo>
                  <a:lnTo>
                    <a:pt x="1903761" y="3643099"/>
                  </a:lnTo>
                  <a:lnTo>
                    <a:pt x="1903886" y="3643099"/>
                  </a:lnTo>
                  <a:lnTo>
                    <a:pt x="1904011" y="3643099"/>
                  </a:lnTo>
                  <a:lnTo>
                    <a:pt x="1904136" y="3643099"/>
                  </a:lnTo>
                  <a:lnTo>
                    <a:pt x="1904261" y="3643099"/>
                  </a:lnTo>
                  <a:lnTo>
                    <a:pt x="1904386" y="3643099"/>
                  </a:lnTo>
                  <a:lnTo>
                    <a:pt x="1904511" y="3643099"/>
                  </a:lnTo>
                  <a:lnTo>
                    <a:pt x="1904636" y="3643099"/>
                  </a:lnTo>
                  <a:lnTo>
                    <a:pt x="1904761" y="3643099"/>
                  </a:lnTo>
                  <a:lnTo>
                    <a:pt x="1904886" y="3643099"/>
                  </a:lnTo>
                  <a:lnTo>
                    <a:pt x="1905011" y="3643099"/>
                  </a:lnTo>
                  <a:lnTo>
                    <a:pt x="1905136" y="3643099"/>
                  </a:lnTo>
                  <a:lnTo>
                    <a:pt x="1905261" y="3643099"/>
                  </a:lnTo>
                  <a:lnTo>
                    <a:pt x="1905386" y="3643099"/>
                  </a:lnTo>
                  <a:lnTo>
                    <a:pt x="1905512" y="3643099"/>
                  </a:lnTo>
                  <a:lnTo>
                    <a:pt x="1905637" y="3643099"/>
                  </a:lnTo>
                  <a:lnTo>
                    <a:pt x="1905762" y="3643099"/>
                  </a:lnTo>
                  <a:lnTo>
                    <a:pt x="1905887" y="3643099"/>
                  </a:lnTo>
                  <a:lnTo>
                    <a:pt x="1906012" y="3643099"/>
                  </a:lnTo>
                  <a:lnTo>
                    <a:pt x="1906137" y="3643099"/>
                  </a:lnTo>
                  <a:lnTo>
                    <a:pt x="1906262" y="3643099"/>
                  </a:lnTo>
                  <a:lnTo>
                    <a:pt x="1906387" y="3643099"/>
                  </a:lnTo>
                  <a:lnTo>
                    <a:pt x="1906512" y="3643099"/>
                  </a:lnTo>
                  <a:lnTo>
                    <a:pt x="1906637" y="3643099"/>
                  </a:lnTo>
                  <a:lnTo>
                    <a:pt x="1906762" y="3643099"/>
                  </a:lnTo>
                  <a:lnTo>
                    <a:pt x="1906887" y="3643099"/>
                  </a:lnTo>
                  <a:lnTo>
                    <a:pt x="1907012" y="3643099"/>
                  </a:lnTo>
                  <a:lnTo>
                    <a:pt x="1907137" y="3643099"/>
                  </a:lnTo>
                  <a:lnTo>
                    <a:pt x="1907262" y="3643099"/>
                  </a:lnTo>
                  <a:lnTo>
                    <a:pt x="1907387" y="3643099"/>
                  </a:lnTo>
                  <a:lnTo>
                    <a:pt x="1907512" y="3643099"/>
                  </a:lnTo>
                  <a:lnTo>
                    <a:pt x="1907637" y="3643099"/>
                  </a:lnTo>
                  <a:lnTo>
                    <a:pt x="1907762" y="3643099"/>
                  </a:lnTo>
                  <a:lnTo>
                    <a:pt x="1907887" y="3643099"/>
                  </a:lnTo>
                  <a:lnTo>
                    <a:pt x="1908012" y="3643099"/>
                  </a:lnTo>
                  <a:lnTo>
                    <a:pt x="1908137" y="3643099"/>
                  </a:lnTo>
                  <a:lnTo>
                    <a:pt x="1908262" y="3643099"/>
                  </a:lnTo>
                  <a:lnTo>
                    <a:pt x="1908387" y="3643099"/>
                  </a:lnTo>
                  <a:lnTo>
                    <a:pt x="1908513" y="3643099"/>
                  </a:lnTo>
                  <a:lnTo>
                    <a:pt x="1908638" y="3643099"/>
                  </a:lnTo>
                  <a:lnTo>
                    <a:pt x="1908763" y="3643099"/>
                  </a:lnTo>
                  <a:lnTo>
                    <a:pt x="1908763" y="3633145"/>
                  </a:lnTo>
                  <a:lnTo>
                    <a:pt x="1908888" y="3633145"/>
                  </a:lnTo>
                  <a:lnTo>
                    <a:pt x="1909013" y="3633145"/>
                  </a:lnTo>
                  <a:lnTo>
                    <a:pt x="1909138" y="3633145"/>
                  </a:lnTo>
                  <a:lnTo>
                    <a:pt x="1909263" y="3633145"/>
                  </a:lnTo>
                  <a:lnTo>
                    <a:pt x="1909388" y="3633145"/>
                  </a:lnTo>
                  <a:lnTo>
                    <a:pt x="1909513" y="3633145"/>
                  </a:lnTo>
                  <a:lnTo>
                    <a:pt x="1909638" y="3633145"/>
                  </a:lnTo>
                  <a:lnTo>
                    <a:pt x="1909763" y="3633145"/>
                  </a:lnTo>
                  <a:lnTo>
                    <a:pt x="1909888" y="3633145"/>
                  </a:lnTo>
                  <a:lnTo>
                    <a:pt x="1910013" y="3633145"/>
                  </a:lnTo>
                  <a:lnTo>
                    <a:pt x="1910138" y="3633145"/>
                  </a:lnTo>
                  <a:lnTo>
                    <a:pt x="1910263" y="3633145"/>
                  </a:lnTo>
                  <a:lnTo>
                    <a:pt x="1910388" y="3633145"/>
                  </a:lnTo>
                  <a:lnTo>
                    <a:pt x="1910513" y="3633145"/>
                  </a:lnTo>
                  <a:lnTo>
                    <a:pt x="1910638" y="3633145"/>
                  </a:lnTo>
                  <a:lnTo>
                    <a:pt x="1910763" y="3633145"/>
                  </a:lnTo>
                  <a:lnTo>
                    <a:pt x="1910888" y="3633145"/>
                  </a:lnTo>
                  <a:lnTo>
                    <a:pt x="1911013" y="3633145"/>
                  </a:lnTo>
                  <a:lnTo>
                    <a:pt x="1911138" y="3633145"/>
                  </a:lnTo>
                  <a:lnTo>
                    <a:pt x="1911263" y="3633145"/>
                  </a:lnTo>
                  <a:lnTo>
                    <a:pt x="1911388" y="3633145"/>
                  </a:lnTo>
                  <a:lnTo>
                    <a:pt x="1911514" y="3633145"/>
                  </a:lnTo>
                  <a:lnTo>
                    <a:pt x="1911639" y="3633145"/>
                  </a:lnTo>
                  <a:lnTo>
                    <a:pt x="1911764" y="3633145"/>
                  </a:lnTo>
                  <a:lnTo>
                    <a:pt x="1911889" y="3633145"/>
                  </a:lnTo>
                  <a:lnTo>
                    <a:pt x="1912014" y="3633145"/>
                  </a:lnTo>
                  <a:lnTo>
                    <a:pt x="1912139" y="3633145"/>
                  </a:lnTo>
                  <a:lnTo>
                    <a:pt x="1912264" y="3633145"/>
                  </a:lnTo>
                  <a:lnTo>
                    <a:pt x="1912389" y="3633145"/>
                  </a:lnTo>
                  <a:lnTo>
                    <a:pt x="1912514" y="3633145"/>
                  </a:lnTo>
                  <a:lnTo>
                    <a:pt x="1912639" y="3633145"/>
                  </a:lnTo>
                  <a:lnTo>
                    <a:pt x="1912764" y="3633145"/>
                  </a:lnTo>
                  <a:lnTo>
                    <a:pt x="1912889" y="3633145"/>
                  </a:lnTo>
                  <a:lnTo>
                    <a:pt x="1913014" y="3633145"/>
                  </a:lnTo>
                  <a:lnTo>
                    <a:pt x="1913139" y="3633145"/>
                  </a:lnTo>
                  <a:lnTo>
                    <a:pt x="1913264" y="3633145"/>
                  </a:lnTo>
                  <a:lnTo>
                    <a:pt x="1913264" y="3623191"/>
                  </a:lnTo>
                  <a:lnTo>
                    <a:pt x="1913389" y="3623191"/>
                  </a:lnTo>
                  <a:lnTo>
                    <a:pt x="1913514" y="3623191"/>
                  </a:lnTo>
                  <a:lnTo>
                    <a:pt x="1913639" y="3623191"/>
                  </a:lnTo>
                  <a:lnTo>
                    <a:pt x="1913764" y="3623191"/>
                  </a:lnTo>
                  <a:lnTo>
                    <a:pt x="1913889" y="3623191"/>
                  </a:lnTo>
                  <a:lnTo>
                    <a:pt x="1914014" y="3623191"/>
                  </a:lnTo>
                  <a:lnTo>
                    <a:pt x="1914139" y="3623191"/>
                  </a:lnTo>
                  <a:lnTo>
                    <a:pt x="1914264" y="3623191"/>
                  </a:lnTo>
                  <a:lnTo>
                    <a:pt x="1914389" y="3623191"/>
                  </a:lnTo>
                  <a:lnTo>
                    <a:pt x="1914515" y="3623191"/>
                  </a:lnTo>
                  <a:lnTo>
                    <a:pt x="1914640" y="3623191"/>
                  </a:lnTo>
                  <a:lnTo>
                    <a:pt x="1914765" y="3623191"/>
                  </a:lnTo>
                  <a:lnTo>
                    <a:pt x="1914890" y="3623191"/>
                  </a:lnTo>
                  <a:lnTo>
                    <a:pt x="1915015" y="3623191"/>
                  </a:lnTo>
                  <a:lnTo>
                    <a:pt x="1915140" y="3623191"/>
                  </a:lnTo>
                  <a:lnTo>
                    <a:pt x="1915265" y="3623191"/>
                  </a:lnTo>
                  <a:lnTo>
                    <a:pt x="1915390" y="3623191"/>
                  </a:lnTo>
                  <a:lnTo>
                    <a:pt x="1915515" y="3623191"/>
                  </a:lnTo>
                  <a:lnTo>
                    <a:pt x="1915640" y="3623191"/>
                  </a:lnTo>
                  <a:lnTo>
                    <a:pt x="1915765" y="3623191"/>
                  </a:lnTo>
                  <a:lnTo>
                    <a:pt x="1915890" y="3623191"/>
                  </a:lnTo>
                  <a:lnTo>
                    <a:pt x="1916015" y="3623191"/>
                  </a:lnTo>
                  <a:lnTo>
                    <a:pt x="1916140" y="3623191"/>
                  </a:lnTo>
                  <a:lnTo>
                    <a:pt x="1916265" y="3623191"/>
                  </a:lnTo>
                  <a:lnTo>
                    <a:pt x="1916390" y="3623191"/>
                  </a:lnTo>
                  <a:lnTo>
                    <a:pt x="1916515" y="3623191"/>
                  </a:lnTo>
                  <a:lnTo>
                    <a:pt x="1916640" y="3623191"/>
                  </a:lnTo>
                  <a:lnTo>
                    <a:pt x="1916765" y="3623191"/>
                  </a:lnTo>
                  <a:lnTo>
                    <a:pt x="1916890" y="3623191"/>
                  </a:lnTo>
                  <a:lnTo>
                    <a:pt x="1917015" y="3623191"/>
                  </a:lnTo>
                  <a:lnTo>
                    <a:pt x="1917140" y="3623191"/>
                  </a:lnTo>
                  <a:lnTo>
                    <a:pt x="1917265" y="3623191"/>
                  </a:lnTo>
                  <a:lnTo>
                    <a:pt x="1917390" y="3623191"/>
                  </a:lnTo>
                  <a:lnTo>
                    <a:pt x="1917516" y="3623191"/>
                  </a:lnTo>
                  <a:lnTo>
                    <a:pt x="1917641" y="3623191"/>
                  </a:lnTo>
                  <a:lnTo>
                    <a:pt x="1917766" y="3623191"/>
                  </a:lnTo>
                  <a:lnTo>
                    <a:pt x="1917891" y="3623191"/>
                  </a:lnTo>
                  <a:lnTo>
                    <a:pt x="1918016" y="3623191"/>
                  </a:lnTo>
                  <a:lnTo>
                    <a:pt x="1918141" y="3623191"/>
                  </a:lnTo>
                  <a:lnTo>
                    <a:pt x="1918266" y="3623191"/>
                  </a:lnTo>
                  <a:lnTo>
                    <a:pt x="1918391" y="3623191"/>
                  </a:lnTo>
                  <a:lnTo>
                    <a:pt x="1918516" y="3623191"/>
                  </a:lnTo>
                  <a:lnTo>
                    <a:pt x="1918641" y="3623191"/>
                  </a:lnTo>
                  <a:lnTo>
                    <a:pt x="1918766" y="3623191"/>
                  </a:lnTo>
                  <a:lnTo>
                    <a:pt x="1918891" y="3623191"/>
                  </a:lnTo>
                  <a:lnTo>
                    <a:pt x="1919016" y="3623191"/>
                  </a:lnTo>
                  <a:lnTo>
                    <a:pt x="1919141" y="3623191"/>
                  </a:lnTo>
                  <a:lnTo>
                    <a:pt x="1919266" y="3623191"/>
                  </a:lnTo>
                  <a:lnTo>
                    <a:pt x="1919391" y="3623191"/>
                  </a:lnTo>
                  <a:lnTo>
                    <a:pt x="1919516" y="3623191"/>
                  </a:lnTo>
                  <a:lnTo>
                    <a:pt x="1919641" y="3623191"/>
                  </a:lnTo>
                  <a:lnTo>
                    <a:pt x="1919766" y="3623191"/>
                  </a:lnTo>
                  <a:lnTo>
                    <a:pt x="1919891" y="3623191"/>
                  </a:lnTo>
                  <a:lnTo>
                    <a:pt x="1920016" y="3623191"/>
                  </a:lnTo>
                  <a:lnTo>
                    <a:pt x="1920141" y="3623191"/>
                  </a:lnTo>
                  <a:lnTo>
                    <a:pt x="1920266" y="3623191"/>
                  </a:lnTo>
                  <a:lnTo>
                    <a:pt x="1920391" y="3623191"/>
                  </a:lnTo>
                  <a:lnTo>
                    <a:pt x="1920517" y="3623191"/>
                  </a:lnTo>
                  <a:lnTo>
                    <a:pt x="1920642" y="3623191"/>
                  </a:lnTo>
                  <a:lnTo>
                    <a:pt x="1920767" y="3623191"/>
                  </a:lnTo>
                  <a:lnTo>
                    <a:pt x="1920892" y="3623191"/>
                  </a:lnTo>
                  <a:lnTo>
                    <a:pt x="1921017" y="3623191"/>
                  </a:lnTo>
                  <a:lnTo>
                    <a:pt x="1921142" y="3623191"/>
                  </a:lnTo>
                  <a:lnTo>
                    <a:pt x="1921267" y="3623191"/>
                  </a:lnTo>
                  <a:lnTo>
                    <a:pt x="1921392" y="3623191"/>
                  </a:lnTo>
                  <a:lnTo>
                    <a:pt x="1921517" y="3623191"/>
                  </a:lnTo>
                  <a:lnTo>
                    <a:pt x="1921642" y="3623191"/>
                  </a:lnTo>
                  <a:lnTo>
                    <a:pt x="1921767" y="3623191"/>
                  </a:lnTo>
                  <a:lnTo>
                    <a:pt x="1921892" y="3623191"/>
                  </a:lnTo>
                  <a:lnTo>
                    <a:pt x="1922017" y="3623191"/>
                  </a:lnTo>
                  <a:lnTo>
                    <a:pt x="1922017" y="3613237"/>
                  </a:lnTo>
                  <a:lnTo>
                    <a:pt x="1922142" y="3613237"/>
                  </a:lnTo>
                  <a:lnTo>
                    <a:pt x="1922267" y="3613237"/>
                  </a:lnTo>
                  <a:lnTo>
                    <a:pt x="1922392" y="3613237"/>
                  </a:lnTo>
                  <a:lnTo>
                    <a:pt x="1922517" y="3613237"/>
                  </a:lnTo>
                  <a:lnTo>
                    <a:pt x="1922642" y="3613237"/>
                  </a:lnTo>
                  <a:lnTo>
                    <a:pt x="1922767" y="3613237"/>
                  </a:lnTo>
                  <a:lnTo>
                    <a:pt x="1922892" y="3613237"/>
                  </a:lnTo>
                  <a:lnTo>
                    <a:pt x="1923017" y="3613237"/>
                  </a:lnTo>
                  <a:lnTo>
                    <a:pt x="1923142" y="3613237"/>
                  </a:lnTo>
                  <a:lnTo>
                    <a:pt x="1923267" y="3613237"/>
                  </a:lnTo>
                  <a:lnTo>
                    <a:pt x="1923392" y="3613237"/>
                  </a:lnTo>
                  <a:lnTo>
                    <a:pt x="1923518" y="3613237"/>
                  </a:lnTo>
                  <a:lnTo>
                    <a:pt x="1923643" y="3613237"/>
                  </a:lnTo>
                  <a:lnTo>
                    <a:pt x="1923768" y="3613237"/>
                  </a:lnTo>
                  <a:lnTo>
                    <a:pt x="1923893" y="3613237"/>
                  </a:lnTo>
                  <a:lnTo>
                    <a:pt x="1924018" y="3613237"/>
                  </a:lnTo>
                  <a:lnTo>
                    <a:pt x="1924143" y="3613237"/>
                  </a:lnTo>
                  <a:lnTo>
                    <a:pt x="1924268" y="3613237"/>
                  </a:lnTo>
                  <a:lnTo>
                    <a:pt x="1924393" y="3613237"/>
                  </a:lnTo>
                  <a:lnTo>
                    <a:pt x="1924518" y="3613237"/>
                  </a:lnTo>
                  <a:lnTo>
                    <a:pt x="1924643" y="3613237"/>
                  </a:lnTo>
                  <a:lnTo>
                    <a:pt x="1924768" y="3613237"/>
                  </a:lnTo>
                  <a:lnTo>
                    <a:pt x="1924893" y="3613237"/>
                  </a:lnTo>
                  <a:lnTo>
                    <a:pt x="1925018" y="3613237"/>
                  </a:lnTo>
                  <a:lnTo>
                    <a:pt x="1925143" y="3613237"/>
                  </a:lnTo>
                  <a:lnTo>
                    <a:pt x="1925268" y="3613237"/>
                  </a:lnTo>
                  <a:lnTo>
                    <a:pt x="1925393" y="3613237"/>
                  </a:lnTo>
                  <a:lnTo>
                    <a:pt x="1925518" y="3613237"/>
                  </a:lnTo>
                  <a:lnTo>
                    <a:pt x="1925643" y="3613237"/>
                  </a:lnTo>
                  <a:lnTo>
                    <a:pt x="1925768" y="3613237"/>
                  </a:lnTo>
                  <a:lnTo>
                    <a:pt x="1925893" y="3613237"/>
                  </a:lnTo>
                  <a:lnTo>
                    <a:pt x="1926018" y="3613237"/>
                  </a:lnTo>
                  <a:lnTo>
                    <a:pt x="1926143" y="3613237"/>
                  </a:lnTo>
                  <a:lnTo>
                    <a:pt x="1926268" y="3613237"/>
                  </a:lnTo>
                  <a:lnTo>
                    <a:pt x="1926393" y="3613237"/>
                  </a:lnTo>
                  <a:lnTo>
                    <a:pt x="1926519" y="3613237"/>
                  </a:lnTo>
                  <a:lnTo>
                    <a:pt x="1926644" y="3613237"/>
                  </a:lnTo>
                  <a:lnTo>
                    <a:pt x="1926769" y="3613237"/>
                  </a:lnTo>
                  <a:lnTo>
                    <a:pt x="1926894" y="3613237"/>
                  </a:lnTo>
                  <a:lnTo>
                    <a:pt x="1927019" y="3613237"/>
                  </a:lnTo>
                  <a:lnTo>
                    <a:pt x="1927144" y="3613237"/>
                  </a:lnTo>
                  <a:lnTo>
                    <a:pt x="1927269" y="3613237"/>
                  </a:lnTo>
                  <a:lnTo>
                    <a:pt x="1927394" y="3613237"/>
                  </a:lnTo>
                  <a:lnTo>
                    <a:pt x="1927519" y="3613237"/>
                  </a:lnTo>
                  <a:lnTo>
                    <a:pt x="1927644" y="3613237"/>
                  </a:lnTo>
                  <a:lnTo>
                    <a:pt x="1927769" y="3613237"/>
                  </a:lnTo>
                  <a:lnTo>
                    <a:pt x="1927894" y="3613237"/>
                  </a:lnTo>
                  <a:lnTo>
                    <a:pt x="1928019" y="3613237"/>
                  </a:lnTo>
                  <a:lnTo>
                    <a:pt x="1928144" y="3613237"/>
                  </a:lnTo>
                  <a:lnTo>
                    <a:pt x="1928269" y="3613237"/>
                  </a:lnTo>
                  <a:lnTo>
                    <a:pt x="1928394" y="3613237"/>
                  </a:lnTo>
                  <a:lnTo>
                    <a:pt x="1928519" y="3613237"/>
                  </a:lnTo>
                  <a:lnTo>
                    <a:pt x="1928644" y="3613237"/>
                  </a:lnTo>
                  <a:lnTo>
                    <a:pt x="1928769" y="3613237"/>
                  </a:lnTo>
                  <a:lnTo>
                    <a:pt x="1928894" y="3613237"/>
                  </a:lnTo>
                  <a:lnTo>
                    <a:pt x="1929019" y="3613237"/>
                  </a:lnTo>
                  <a:lnTo>
                    <a:pt x="1929144" y="3613237"/>
                  </a:lnTo>
                  <a:lnTo>
                    <a:pt x="1929269" y="3613237"/>
                  </a:lnTo>
                  <a:lnTo>
                    <a:pt x="1929394" y="3613237"/>
                  </a:lnTo>
                  <a:lnTo>
                    <a:pt x="1929394" y="3603283"/>
                  </a:lnTo>
                  <a:lnTo>
                    <a:pt x="1929520" y="3603283"/>
                  </a:lnTo>
                  <a:lnTo>
                    <a:pt x="1929645" y="3603283"/>
                  </a:lnTo>
                  <a:lnTo>
                    <a:pt x="1929770" y="3603283"/>
                  </a:lnTo>
                  <a:lnTo>
                    <a:pt x="1929895" y="3603283"/>
                  </a:lnTo>
                  <a:lnTo>
                    <a:pt x="1930020" y="3603283"/>
                  </a:lnTo>
                  <a:lnTo>
                    <a:pt x="1930145" y="3603283"/>
                  </a:lnTo>
                  <a:lnTo>
                    <a:pt x="1930270" y="3603283"/>
                  </a:lnTo>
                  <a:lnTo>
                    <a:pt x="1930395" y="3603283"/>
                  </a:lnTo>
                  <a:lnTo>
                    <a:pt x="1930520" y="3603283"/>
                  </a:lnTo>
                  <a:lnTo>
                    <a:pt x="1930645" y="3603283"/>
                  </a:lnTo>
                  <a:lnTo>
                    <a:pt x="1930770" y="3603283"/>
                  </a:lnTo>
                  <a:lnTo>
                    <a:pt x="1930895" y="3603283"/>
                  </a:lnTo>
                  <a:lnTo>
                    <a:pt x="1931020" y="3603283"/>
                  </a:lnTo>
                  <a:lnTo>
                    <a:pt x="1931145" y="3603283"/>
                  </a:lnTo>
                  <a:lnTo>
                    <a:pt x="1931270" y="3603283"/>
                  </a:lnTo>
                  <a:lnTo>
                    <a:pt x="1931395" y="3603283"/>
                  </a:lnTo>
                  <a:lnTo>
                    <a:pt x="1931520" y="3603283"/>
                  </a:lnTo>
                  <a:lnTo>
                    <a:pt x="1931645" y="3603283"/>
                  </a:lnTo>
                  <a:lnTo>
                    <a:pt x="1931770" y="3603283"/>
                  </a:lnTo>
                  <a:lnTo>
                    <a:pt x="1931895" y="3603283"/>
                  </a:lnTo>
                  <a:lnTo>
                    <a:pt x="1932020" y="3603283"/>
                  </a:lnTo>
                  <a:lnTo>
                    <a:pt x="1932145" y="3603283"/>
                  </a:lnTo>
                  <a:lnTo>
                    <a:pt x="1932270" y="3603283"/>
                  </a:lnTo>
                  <a:lnTo>
                    <a:pt x="1932395" y="3603283"/>
                  </a:lnTo>
                  <a:lnTo>
                    <a:pt x="1932521" y="3603283"/>
                  </a:lnTo>
                  <a:lnTo>
                    <a:pt x="1932646" y="3603283"/>
                  </a:lnTo>
                  <a:lnTo>
                    <a:pt x="1932771" y="3603283"/>
                  </a:lnTo>
                  <a:lnTo>
                    <a:pt x="1932896" y="3603283"/>
                  </a:lnTo>
                  <a:lnTo>
                    <a:pt x="1933021" y="3603283"/>
                  </a:lnTo>
                  <a:lnTo>
                    <a:pt x="1933146" y="3603283"/>
                  </a:lnTo>
                  <a:lnTo>
                    <a:pt x="1933271" y="3603283"/>
                  </a:lnTo>
                  <a:lnTo>
                    <a:pt x="1933396" y="3603283"/>
                  </a:lnTo>
                  <a:lnTo>
                    <a:pt x="1933521" y="3603283"/>
                  </a:lnTo>
                  <a:lnTo>
                    <a:pt x="1933646" y="3603283"/>
                  </a:lnTo>
                  <a:lnTo>
                    <a:pt x="1933771" y="3603283"/>
                  </a:lnTo>
                  <a:lnTo>
                    <a:pt x="1933896" y="3603283"/>
                  </a:lnTo>
                  <a:lnTo>
                    <a:pt x="1934021" y="3603283"/>
                  </a:lnTo>
                  <a:lnTo>
                    <a:pt x="1934146" y="3603283"/>
                  </a:lnTo>
                  <a:lnTo>
                    <a:pt x="1934271" y="3603283"/>
                  </a:lnTo>
                  <a:lnTo>
                    <a:pt x="1934396" y="3603283"/>
                  </a:lnTo>
                  <a:lnTo>
                    <a:pt x="1934521" y="3603283"/>
                  </a:lnTo>
                  <a:lnTo>
                    <a:pt x="1934646" y="3603283"/>
                  </a:lnTo>
                  <a:lnTo>
                    <a:pt x="1934771" y="3603283"/>
                  </a:lnTo>
                  <a:lnTo>
                    <a:pt x="1934896" y="3603283"/>
                  </a:lnTo>
                  <a:lnTo>
                    <a:pt x="1935021" y="3603283"/>
                  </a:lnTo>
                  <a:lnTo>
                    <a:pt x="1935146" y="3603283"/>
                  </a:lnTo>
                  <a:lnTo>
                    <a:pt x="1935271" y="3603283"/>
                  </a:lnTo>
                  <a:lnTo>
                    <a:pt x="1935396" y="3603283"/>
                  </a:lnTo>
                  <a:lnTo>
                    <a:pt x="1935522" y="3603283"/>
                  </a:lnTo>
                  <a:lnTo>
                    <a:pt x="1935647" y="3603283"/>
                  </a:lnTo>
                  <a:lnTo>
                    <a:pt x="1935772" y="3603283"/>
                  </a:lnTo>
                  <a:lnTo>
                    <a:pt x="1935897" y="3603283"/>
                  </a:lnTo>
                  <a:lnTo>
                    <a:pt x="1936022" y="3603283"/>
                  </a:lnTo>
                  <a:lnTo>
                    <a:pt x="1936147" y="3603283"/>
                  </a:lnTo>
                  <a:lnTo>
                    <a:pt x="1936272" y="3603283"/>
                  </a:lnTo>
                  <a:lnTo>
                    <a:pt x="1936397" y="3603283"/>
                  </a:lnTo>
                  <a:lnTo>
                    <a:pt x="1936522" y="3603283"/>
                  </a:lnTo>
                  <a:lnTo>
                    <a:pt x="1936647" y="3603283"/>
                  </a:lnTo>
                  <a:lnTo>
                    <a:pt x="1936772" y="3603283"/>
                  </a:lnTo>
                  <a:lnTo>
                    <a:pt x="1936897" y="3603283"/>
                  </a:lnTo>
                  <a:lnTo>
                    <a:pt x="1937022" y="3603283"/>
                  </a:lnTo>
                  <a:lnTo>
                    <a:pt x="1937147" y="3603283"/>
                  </a:lnTo>
                  <a:lnTo>
                    <a:pt x="1937272" y="3603283"/>
                  </a:lnTo>
                  <a:lnTo>
                    <a:pt x="1937397" y="3603283"/>
                  </a:lnTo>
                  <a:lnTo>
                    <a:pt x="1937522" y="3603283"/>
                  </a:lnTo>
                  <a:lnTo>
                    <a:pt x="1937647" y="3603283"/>
                  </a:lnTo>
                  <a:lnTo>
                    <a:pt x="1937647" y="3593329"/>
                  </a:lnTo>
                  <a:lnTo>
                    <a:pt x="1937772" y="3593329"/>
                  </a:lnTo>
                  <a:lnTo>
                    <a:pt x="1937897" y="3593329"/>
                  </a:lnTo>
                  <a:lnTo>
                    <a:pt x="1938022" y="3593329"/>
                  </a:lnTo>
                  <a:lnTo>
                    <a:pt x="1938147" y="3593329"/>
                  </a:lnTo>
                  <a:lnTo>
                    <a:pt x="1938272" y="3593329"/>
                  </a:lnTo>
                  <a:lnTo>
                    <a:pt x="1938397" y="3593329"/>
                  </a:lnTo>
                  <a:lnTo>
                    <a:pt x="1938523" y="3593329"/>
                  </a:lnTo>
                  <a:lnTo>
                    <a:pt x="1938648" y="3593329"/>
                  </a:lnTo>
                  <a:lnTo>
                    <a:pt x="1938773" y="3593329"/>
                  </a:lnTo>
                  <a:lnTo>
                    <a:pt x="1938898" y="3593329"/>
                  </a:lnTo>
                  <a:lnTo>
                    <a:pt x="1939023" y="3593329"/>
                  </a:lnTo>
                  <a:lnTo>
                    <a:pt x="1939148" y="3593329"/>
                  </a:lnTo>
                  <a:lnTo>
                    <a:pt x="1939273" y="3593329"/>
                  </a:lnTo>
                  <a:lnTo>
                    <a:pt x="1939398" y="3593329"/>
                  </a:lnTo>
                  <a:lnTo>
                    <a:pt x="1939523" y="3593329"/>
                  </a:lnTo>
                  <a:lnTo>
                    <a:pt x="1939648" y="3593329"/>
                  </a:lnTo>
                  <a:lnTo>
                    <a:pt x="1939773" y="3593329"/>
                  </a:lnTo>
                  <a:lnTo>
                    <a:pt x="1939898" y="3593329"/>
                  </a:lnTo>
                  <a:lnTo>
                    <a:pt x="1940023" y="3593329"/>
                  </a:lnTo>
                  <a:lnTo>
                    <a:pt x="1940148" y="3593329"/>
                  </a:lnTo>
                  <a:lnTo>
                    <a:pt x="1940273" y="3593329"/>
                  </a:lnTo>
                  <a:lnTo>
                    <a:pt x="1940398" y="3593329"/>
                  </a:lnTo>
                  <a:lnTo>
                    <a:pt x="1940523" y="3593329"/>
                  </a:lnTo>
                  <a:lnTo>
                    <a:pt x="1940648" y="3593329"/>
                  </a:lnTo>
                  <a:lnTo>
                    <a:pt x="1940648" y="3583376"/>
                  </a:lnTo>
                  <a:lnTo>
                    <a:pt x="1940773" y="3583376"/>
                  </a:lnTo>
                  <a:lnTo>
                    <a:pt x="1940898" y="3583376"/>
                  </a:lnTo>
                  <a:lnTo>
                    <a:pt x="1941023" y="3583376"/>
                  </a:lnTo>
                  <a:lnTo>
                    <a:pt x="1941148" y="3583376"/>
                  </a:lnTo>
                  <a:lnTo>
                    <a:pt x="1941273" y="3583376"/>
                  </a:lnTo>
                  <a:lnTo>
                    <a:pt x="1941399" y="3583376"/>
                  </a:lnTo>
                  <a:lnTo>
                    <a:pt x="1941524" y="3583376"/>
                  </a:lnTo>
                  <a:lnTo>
                    <a:pt x="1941649" y="3583376"/>
                  </a:lnTo>
                  <a:lnTo>
                    <a:pt x="1941774" y="3583376"/>
                  </a:lnTo>
                  <a:lnTo>
                    <a:pt x="1941899" y="3583376"/>
                  </a:lnTo>
                  <a:lnTo>
                    <a:pt x="1942024" y="3583376"/>
                  </a:lnTo>
                  <a:lnTo>
                    <a:pt x="1942149" y="3583376"/>
                  </a:lnTo>
                  <a:lnTo>
                    <a:pt x="1942274" y="3583376"/>
                  </a:lnTo>
                  <a:lnTo>
                    <a:pt x="1942399" y="3583376"/>
                  </a:lnTo>
                  <a:lnTo>
                    <a:pt x="1942524" y="3583376"/>
                  </a:lnTo>
                  <a:lnTo>
                    <a:pt x="1942649" y="3583376"/>
                  </a:lnTo>
                  <a:lnTo>
                    <a:pt x="1942774" y="3583376"/>
                  </a:lnTo>
                  <a:lnTo>
                    <a:pt x="1942899" y="3583376"/>
                  </a:lnTo>
                  <a:lnTo>
                    <a:pt x="1943024" y="3583376"/>
                  </a:lnTo>
                  <a:lnTo>
                    <a:pt x="1943149" y="3583376"/>
                  </a:lnTo>
                  <a:lnTo>
                    <a:pt x="1943274" y="3583376"/>
                  </a:lnTo>
                  <a:lnTo>
                    <a:pt x="1943399" y="3583376"/>
                  </a:lnTo>
                  <a:lnTo>
                    <a:pt x="1943524" y="3583376"/>
                  </a:lnTo>
                  <a:lnTo>
                    <a:pt x="1943649" y="3583376"/>
                  </a:lnTo>
                  <a:lnTo>
                    <a:pt x="1943774" y="3583376"/>
                  </a:lnTo>
                  <a:lnTo>
                    <a:pt x="1943899" y="3583376"/>
                  </a:lnTo>
                  <a:lnTo>
                    <a:pt x="1944024" y="3583376"/>
                  </a:lnTo>
                  <a:lnTo>
                    <a:pt x="1944149" y="3583376"/>
                  </a:lnTo>
                  <a:lnTo>
                    <a:pt x="1944274" y="3583376"/>
                  </a:lnTo>
                  <a:lnTo>
                    <a:pt x="1944274" y="3573422"/>
                  </a:lnTo>
                  <a:lnTo>
                    <a:pt x="1944400" y="3573422"/>
                  </a:lnTo>
                  <a:lnTo>
                    <a:pt x="1944525" y="3573422"/>
                  </a:lnTo>
                  <a:lnTo>
                    <a:pt x="1944650" y="3573422"/>
                  </a:lnTo>
                  <a:lnTo>
                    <a:pt x="1944775" y="3573422"/>
                  </a:lnTo>
                  <a:lnTo>
                    <a:pt x="1944900" y="3573422"/>
                  </a:lnTo>
                  <a:lnTo>
                    <a:pt x="1945025" y="3573422"/>
                  </a:lnTo>
                  <a:lnTo>
                    <a:pt x="1945150" y="3573422"/>
                  </a:lnTo>
                  <a:lnTo>
                    <a:pt x="1945275" y="3573422"/>
                  </a:lnTo>
                  <a:lnTo>
                    <a:pt x="1945400" y="3573422"/>
                  </a:lnTo>
                  <a:lnTo>
                    <a:pt x="1945525" y="3573422"/>
                  </a:lnTo>
                  <a:lnTo>
                    <a:pt x="1945650" y="3573422"/>
                  </a:lnTo>
                  <a:lnTo>
                    <a:pt x="1945775" y="3573422"/>
                  </a:lnTo>
                  <a:lnTo>
                    <a:pt x="1945900" y="3573422"/>
                  </a:lnTo>
                  <a:lnTo>
                    <a:pt x="1946025" y="3573422"/>
                  </a:lnTo>
                  <a:lnTo>
                    <a:pt x="1946150" y="3573422"/>
                  </a:lnTo>
                  <a:lnTo>
                    <a:pt x="1946275" y="3573422"/>
                  </a:lnTo>
                  <a:lnTo>
                    <a:pt x="1946275" y="3563468"/>
                  </a:lnTo>
                  <a:lnTo>
                    <a:pt x="1946400" y="3563468"/>
                  </a:lnTo>
                  <a:lnTo>
                    <a:pt x="1946525" y="3563468"/>
                  </a:lnTo>
                  <a:lnTo>
                    <a:pt x="1946650" y="3563468"/>
                  </a:lnTo>
                  <a:lnTo>
                    <a:pt x="1946775" y="3563468"/>
                  </a:lnTo>
                  <a:lnTo>
                    <a:pt x="1946900" y="3563468"/>
                  </a:lnTo>
                  <a:lnTo>
                    <a:pt x="1947025" y="3563468"/>
                  </a:lnTo>
                  <a:lnTo>
                    <a:pt x="1947150" y="3563468"/>
                  </a:lnTo>
                  <a:lnTo>
                    <a:pt x="1947275" y="3563468"/>
                  </a:lnTo>
                  <a:lnTo>
                    <a:pt x="1947401" y="3563468"/>
                  </a:lnTo>
                  <a:lnTo>
                    <a:pt x="1947526" y="3563468"/>
                  </a:lnTo>
                  <a:lnTo>
                    <a:pt x="1947651" y="3563468"/>
                  </a:lnTo>
                  <a:lnTo>
                    <a:pt x="1947776" y="3563468"/>
                  </a:lnTo>
                  <a:lnTo>
                    <a:pt x="1947901" y="3563468"/>
                  </a:lnTo>
                  <a:lnTo>
                    <a:pt x="1948026" y="3563468"/>
                  </a:lnTo>
                  <a:lnTo>
                    <a:pt x="1948151" y="3563468"/>
                  </a:lnTo>
                  <a:lnTo>
                    <a:pt x="1948276" y="3563468"/>
                  </a:lnTo>
                  <a:lnTo>
                    <a:pt x="1948401" y="3563468"/>
                  </a:lnTo>
                  <a:lnTo>
                    <a:pt x="1948526" y="3563468"/>
                  </a:lnTo>
                  <a:lnTo>
                    <a:pt x="1948651" y="3563468"/>
                  </a:lnTo>
                  <a:lnTo>
                    <a:pt x="1948651" y="3553514"/>
                  </a:lnTo>
                  <a:lnTo>
                    <a:pt x="1948776" y="3553514"/>
                  </a:lnTo>
                  <a:lnTo>
                    <a:pt x="1948901" y="3553514"/>
                  </a:lnTo>
                  <a:lnTo>
                    <a:pt x="1949026" y="3553514"/>
                  </a:lnTo>
                  <a:lnTo>
                    <a:pt x="1949151" y="3553514"/>
                  </a:lnTo>
                  <a:lnTo>
                    <a:pt x="1949276" y="3553514"/>
                  </a:lnTo>
                  <a:lnTo>
                    <a:pt x="1949401" y="3553514"/>
                  </a:lnTo>
                  <a:lnTo>
                    <a:pt x="1949526" y="3553514"/>
                  </a:lnTo>
                  <a:lnTo>
                    <a:pt x="1949651" y="3553514"/>
                  </a:lnTo>
                  <a:lnTo>
                    <a:pt x="1949776" y="3553514"/>
                  </a:lnTo>
                  <a:lnTo>
                    <a:pt x="1949901" y="3553514"/>
                  </a:lnTo>
                  <a:lnTo>
                    <a:pt x="1950026" y="3553514"/>
                  </a:lnTo>
                  <a:lnTo>
                    <a:pt x="1950151" y="3553514"/>
                  </a:lnTo>
                  <a:lnTo>
                    <a:pt x="1950276" y="3553514"/>
                  </a:lnTo>
                  <a:lnTo>
                    <a:pt x="1950402" y="3553514"/>
                  </a:lnTo>
                  <a:lnTo>
                    <a:pt x="1950527" y="3553514"/>
                  </a:lnTo>
                  <a:lnTo>
                    <a:pt x="1950652" y="3553514"/>
                  </a:lnTo>
                  <a:lnTo>
                    <a:pt x="1950777" y="3553514"/>
                  </a:lnTo>
                  <a:lnTo>
                    <a:pt x="1950902" y="3553514"/>
                  </a:lnTo>
                  <a:lnTo>
                    <a:pt x="1951027" y="3553514"/>
                  </a:lnTo>
                  <a:lnTo>
                    <a:pt x="1951152" y="3553514"/>
                  </a:lnTo>
                  <a:lnTo>
                    <a:pt x="1951277" y="3553514"/>
                  </a:lnTo>
                  <a:lnTo>
                    <a:pt x="1951402" y="3553514"/>
                  </a:lnTo>
                  <a:lnTo>
                    <a:pt x="1951527" y="3553514"/>
                  </a:lnTo>
                  <a:lnTo>
                    <a:pt x="1951652" y="3553514"/>
                  </a:lnTo>
                  <a:lnTo>
                    <a:pt x="1951777" y="3553514"/>
                  </a:lnTo>
                  <a:lnTo>
                    <a:pt x="1951902" y="3553514"/>
                  </a:lnTo>
                  <a:lnTo>
                    <a:pt x="1952027" y="3553514"/>
                  </a:lnTo>
                  <a:lnTo>
                    <a:pt x="1952152" y="3553514"/>
                  </a:lnTo>
                  <a:lnTo>
                    <a:pt x="1952277" y="3553514"/>
                  </a:lnTo>
                  <a:lnTo>
                    <a:pt x="1952402" y="3553514"/>
                  </a:lnTo>
                  <a:lnTo>
                    <a:pt x="1952527" y="3553514"/>
                  </a:lnTo>
                  <a:lnTo>
                    <a:pt x="1952652" y="3553514"/>
                  </a:lnTo>
                  <a:lnTo>
                    <a:pt x="1952777" y="3553514"/>
                  </a:lnTo>
                  <a:lnTo>
                    <a:pt x="1952902" y="3553514"/>
                  </a:lnTo>
                  <a:lnTo>
                    <a:pt x="1953027" y="3553514"/>
                  </a:lnTo>
                  <a:lnTo>
                    <a:pt x="1953152" y="3553514"/>
                  </a:lnTo>
                  <a:lnTo>
                    <a:pt x="1953277" y="3553514"/>
                  </a:lnTo>
                  <a:lnTo>
                    <a:pt x="1953403" y="3553514"/>
                  </a:lnTo>
                  <a:lnTo>
                    <a:pt x="1953528" y="3553514"/>
                  </a:lnTo>
                  <a:lnTo>
                    <a:pt x="1953653" y="3553514"/>
                  </a:lnTo>
                  <a:lnTo>
                    <a:pt x="1953778" y="3553514"/>
                  </a:lnTo>
                  <a:lnTo>
                    <a:pt x="1953903" y="3553514"/>
                  </a:lnTo>
                  <a:lnTo>
                    <a:pt x="1954028" y="3553514"/>
                  </a:lnTo>
                  <a:lnTo>
                    <a:pt x="1954153" y="3553514"/>
                  </a:lnTo>
                  <a:lnTo>
                    <a:pt x="1954278" y="3553514"/>
                  </a:lnTo>
                  <a:lnTo>
                    <a:pt x="1954403" y="3553514"/>
                  </a:lnTo>
                  <a:lnTo>
                    <a:pt x="1954528" y="3553514"/>
                  </a:lnTo>
                  <a:lnTo>
                    <a:pt x="1954653" y="3553514"/>
                  </a:lnTo>
                  <a:lnTo>
                    <a:pt x="1954778" y="3553514"/>
                  </a:lnTo>
                  <a:lnTo>
                    <a:pt x="1954903" y="3553514"/>
                  </a:lnTo>
                  <a:lnTo>
                    <a:pt x="1955028" y="3553514"/>
                  </a:lnTo>
                  <a:lnTo>
                    <a:pt x="1955153" y="3553514"/>
                  </a:lnTo>
                  <a:lnTo>
                    <a:pt x="1955278" y="3553514"/>
                  </a:lnTo>
                  <a:lnTo>
                    <a:pt x="1955403" y="3553514"/>
                  </a:lnTo>
                  <a:lnTo>
                    <a:pt x="1955528" y="3553514"/>
                  </a:lnTo>
                  <a:lnTo>
                    <a:pt x="1955653" y="3553514"/>
                  </a:lnTo>
                  <a:lnTo>
                    <a:pt x="1955778" y="3553514"/>
                  </a:lnTo>
                  <a:lnTo>
                    <a:pt x="1955903" y="3553514"/>
                  </a:lnTo>
                  <a:lnTo>
                    <a:pt x="1956028" y="3553514"/>
                  </a:lnTo>
                  <a:lnTo>
                    <a:pt x="1956153" y="3553514"/>
                  </a:lnTo>
                  <a:lnTo>
                    <a:pt x="1956278" y="3553514"/>
                  </a:lnTo>
                  <a:lnTo>
                    <a:pt x="1956404" y="3553514"/>
                  </a:lnTo>
                  <a:lnTo>
                    <a:pt x="1956529" y="3553514"/>
                  </a:lnTo>
                  <a:lnTo>
                    <a:pt x="1956654" y="3553514"/>
                  </a:lnTo>
                  <a:lnTo>
                    <a:pt x="1956779" y="3553514"/>
                  </a:lnTo>
                  <a:lnTo>
                    <a:pt x="1956904" y="3553514"/>
                  </a:lnTo>
                  <a:lnTo>
                    <a:pt x="1957029" y="3553514"/>
                  </a:lnTo>
                  <a:lnTo>
                    <a:pt x="1957029" y="3543560"/>
                  </a:lnTo>
                  <a:lnTo>
                    <a:pt x="1957154" y="3543560"/>
                  </a:lnTo>
                  <a:lnTo>
                    <a:pt x="1957279" y="3543560"/>
                  </a:lnTo>
                  <a:lnTo>
                    <a:pt x="1957404" y="3543560"/>
                  </a:lnTo>
                  <a:lnTo>
                    <a:pt x="1957529" y="3543560"/>
                  </a:lnTo>
                  <a:lnTo>
                    <a:pt x="1957654" y="3543560"/>
                  </a:lnTo>
                  <a:lnTo>
                    <a:pt x="1957779" y="3543560"/>
                  </a:lnTo>
                  <a:lnTo>
                    <a:pt x="1957904" y="3543560"/>
                  </a:lnTo>
                  <a:lnTo>
                    <a:pt x="1958029" y="3543560"/>
                  </a:lnTo>
                  <a:lnTo>
                    <a:pt x="1958154" y="3543560"/>
                  </a:lnTo>
                  <a:lnTo>
                    <a:pt x="1958279" y="3543560"/>
                  </a:lnTo>
                  <a:lnTo>
                    <a:pt x="1958404" y="3543560"/>
                  </a:lnTo>
                  <a:lnTo>
                    <a:pt x="1958529" y="3543560"/>
                  </a:lnTo>
                  <a:lnTo>
                    <a:pt x="1958654" y="3543560"/>
                  </a:lnTo>
                  <a:lnTo>
                    <a:pt x="1958779" y="3543560"/>
                  </a:lnTo>
                  <a:lnTo>
                    <a:pt x="1958904" y="3543560"/>
                  </a:lnTo>
                  <a:lnTo>
                    <a:pt x="1959029" y="3543560"/>
                  </a:lnTo>
                  <a:lnTo>
                    <a:pt x="1959154" y="3543560"/>
                  </a:lnTo>
                  <a:lnTo>
                    <a:pt x="1959279" y="3543560"/>
                  </a:lnTo>
                  <a:lnTo>
                    <a:pt x="1959405" y="3543560"/>
                  </a:lnTo>
                  <a:lnTo>
                    <a:pt x="1959530" y="3543560"/>
                  </a:lnTo>
                  <a:lnTo>
                    <a:pt x="1959655" y="3543560"/>
                  </a:lnTo>
                  <a:lnTo>
                    <a:pt x="1959780" y="3543560"/>
                  </a:lnTo>
                  <a:lnTo>
                    <a:pt x="1959905" y="3543560"/>
                  </a:lnTo>
                  <a:lnTo>
                    <a:pt x="1960030" y="3543560"/>
                  </a:lnTo>
                  <a:lnTo>
                    <a:pt x="1960155" y="3543560"/>
                  </a:lnTo>
                  <a:lnTo>
                    <a:pt x="1960280" y="3543560"/>
                  </a:lnTo>
                  <a:lnTo>
                    <a:pt x="1960405" y="3543560"/>
                  </a:lnTo>
                  <a:lnTo>
                    <a:pt x="1960530" y="3543560"/>
                  </a:lnTo>
                  <a:lnTo>
                    <a:pt x="1960655" y="3543560"/>
                  </a:lnTo>
                  <a:lnTo>
                    <a:pt x="1960780" y="3543560"/>
                  </a:lnTo>
                  <a:lnTo>
                    <a:pt x="1960905" y="3543560"/>
                  </a:lnTo>
                  <a:lnTo>
                    <a:pt x="1961030" y="3543560"/>
                  </a:lnTo>
                  <a:lnTo>
                    <a:pt x="1961155" y="3543560"/>
                  </a:lnTo>
                  <a:lnTo>
                    <a:pt x="1961280" y="3543560"/>
                  </a:lnTo>
                  <a:lnTo>
                    <a:pt x="1961405" y="3543560"/>
                  </a:lnTo>
                  <a:lnTo>
                    <a:pt x="1961530" y="3543560"/>
                  </a:lnTo>
                  <a:lnTo>
                    <a:pt x="1961655" y="3543560"/>
                  </a:lnTo>
                  <a:lnTo>
                    <a:pt x="1961780" y="3543560"/>
                  </a:lnTo>
                  <a:lnTo>
                    <a:pt x="1961905" y="3543560"/>
                  </a:lnTo>
                  <a:lnTo>
                    <a:pt x="1962030" y="3543560"/>
                  </a:lnTo>
                  <a:lnTo>
                    <a:pt x="1962155" y="3543560"/>
                  </a:lnTo>
                  <a:lnTo>
                    <a:pt x="1962280" y="3543560"/>
                  </a:lnTo>
                  <a:lnTo>
                    <a:pt x="1962406" y="3543560"/>
                  </a:lnTo>
                  <a:lnTo>
                    <a:pt x="1962531" y="3543560"/>
                  </a:lnTo>
                  <a:lnTo>
                    <a:pt x="1962656" y="3543560"/>
                  </a:lnTo>
                  <a:lnTo>
                    <a:pt x="1962781" y="3543560"/>
                  </a:lnTo>
                  <a:lnTo>
                    <a:pt x="1962906" y="3543560"/>
                  </a:lnTo>
                  <a:lnTo>
                    <a:pt x="1963031" y="3543560"/>
                  </a:lnTo>
                  <a:lnTo>
                    <a:pt x="1963156" y="3543560"/>
                  </a:lnTo>
                  <a:lnTo>
                    <a:pt x="1963281" y="3543560"/>
                  </a:lnTo>
                  <a:lnTo>
                    <a:pt x="1963406" y="3543560"/>
                  </a:lnTo>
                  <a:lnTo>
                    <a:pt x="1963531" y="3543560"/>
                  </a:lnTo>
                  <a:lnTo>
                    <a:pt x="1963656" y="3543560"/>
                  </a:lnTo>
                  <a:lnTo>
                    <a:pt x="1963781" y="3543560"/>
                  </a:lnTo>
                  <a:lnTo>
                    <a:pt x="1963906" y="3543560"/>
                  </a:lnTo>
                  <a:lnTo>
                    <a:pt x="1964031" y="3543560"/>
                  </a:lnTo>
                  <a:lnTo>
                    <a:pt x="1964156" y="3543560"/>
                  </a:lnTo>
                  <a:lnTo>
                    <a:pt x="1964281" y="3543560"/>
                  </a:lnTo>
                  <a:lnTo>
                    <a:pt x="1964406" y="3543560"/>
                  </a:lnTo>
                  <a:lnTo>
                    <a:pt x="1964531" y="3543560"/>
                  </a:lnTo>
                  <a:lnTo>
                    <a:pt x="1964656" y="3543560"/>
                  </a:lnTo>
                  <a:lnTo>
                    <a:pt x="1964781" y="3543560"/>
                  </a:lnTo>
                  <a:lnTo>
                    <a:pt x="1964906" y="3543560"/>
                  </a:lnTo>
                  <a:lnTo>
                    <a:pt x="1965031" y="3543560"/>
                  </a:lnTo>
                  <a:lnTo>
                    <a:pt x="1965156" y="3543560"/>
                  </a:lnTo>
                  <a:lnTo>
                    <a:pt x="1965281" y="3543560"/>
                  </a:lnTo>
                  <a:lnTo>
                    <a:pt x="1965407" y="3543560"/>
                  </a:lnTo>
                  <a:lnTo>
                    <a:pt x="1965532" y="3543560"/>
                  </a:lnTo>
                  <a:lnTo>
                    <a:pt x="1965657" y="3543560"/>
                  </a:lnTo>
                  <a:lnTo>
                    <a:pt x="1965782" y="3543560"/>
                  </a:lnTo>
                  <a:lnTo>
                    <a:pt x="1965907" y="3543560"/>
                  </a:lnTo>
                  <a:lnTo>
                    <a:pt x="1966032" y="3543560"/>
                  </a:lnTo>
                  <a:lnTo>
                    <a:pt x="1966157" y="3543560"/>
                  </a:lnTo>
                  <a:lnTo>
                    <a:pt x="1966282" y="3543560"/>
                  </a:lnTo>
                  <a:lnTo>
                    <a:pt x="1966407" y="3543560"/>
                  </a:lnTo>
                  <a:lnTo>
                    <a:pt x="1966532" y="3543560"/>
                  </a:lnTo>
                  <a:lnTo>
                    <a:pt x="1966657" y="3543560"/>
                  </a:lnTo>
                  <a:lnTo>
                    <a:pt x="1966782" y="3543560"/>
                  </a:lnTo>
                  <a:lnTo>
                    <a:pt x="1966907" y="3543560"/>
                  </a:lnTo>
                  <a:lnTo>
                    <a:pt x="1967032" y="3543560"/>
                  </a:lnTo>
                  <a:lnTo>
                    <a:pt x="1967157" y="3543560"/>
                  </a:lnTo>
                  <a:lnTo>
                    <a:pt x="1967282" y="3543560"/>
                  </a:lnTo>
                  <a:lnTo>
                    <a:pt x="1967407" y="3543560"/>
                  </a:lnTo>
                  <a:lnTo>
                    <a:pt x="1967532" y="3543560"/>
                  </a:lnTo>
                  <a:lnTo>
                    <a:pt x="1967657" y="3543560"/>
                  </a:lnTo>
                  <a:lnTo>
                    <a:pt x="1967782" y="3543560"/>
                  </a:lnTo>
                  <a:lnTo>
                    <a:pt x="1967907" y="3543560"/>
                  </a:lnTo>
                  <a:lnTo>
                    <a:pt x="1968032" y="3543560"/>
                  </a:lnTo>
                  <a:lnTo>
                    <a:pt x="1968157" y="3543560"/>
                  </a:lnTo>
                  <a:lnTo>
                    <a:pt x="1968282" y="3543560"/>
                  </a:lnTo>
                  <a:lnTo>
                    <a:pt x="1968408" y="3543560"/>
                  </a:lnTo>
                  <a:lnTo>
                    <a:pt x="1968533" y="3543560"/>
                  </a:lnTo>
                  <a:lnTo>
                    <a:pt x="1968658" y="3543560"/>
                  </a:lnTo>
                  <a:lnTo>
                    <a:pt x="1968783" y="3543560"/>
                  </a:lnTo>
                  <a:lnTo>
                    <a:pt x="1968908" y="3543560"/>
                  </a:lnTo>
                  <a:lnTo>
                    <a:pt x="1969033" y="3543560"/>
                  </a:lnTo>
                  <a:lnTo>
                    <a:pt x="1969158" y="3543560"/>
                  </a:lnTo>
                  <a:lnTo>
                    <a:pt x="1969283" y="3543560"/>
                  </a:lnTo>
                  <a:lnTo>
                    <a:pt x="1969408" y="3543560"/>
                  </a:lnTo>
                  <a:lnTo>
                    <a:pt x="1969533" y="3543560"/>
                  </a:lnTo>
                  <a:lnTo>
                    <a:pt x="1969658" y="3543560"/>
                  </a:lnTo>
                  <a:lnTo>
                    <a:pt x="1969783" y="3543560"/>
                  </a:lnTo>
                  <a:lnTo>
                    <a:pt x="1969908" y="3543560"/>
                  </a:lnTo>
                  <a:lnTo>
                    <a:pt x="1970033" y="3543560"/>
                  </a:lnTo>
                  <a:lnTo>
                    <a:pt x="1970158" y="3543560"/>
                  </a:lnTo>
                  <a:lnTo>
                    <a:pt x="1970283" y="3543560"/>
                  </a:lnTo>
                  <a:lnTo>
                    <a:pt x="1970408" y="3543560"/>
                  </a:lnTo>
                  <a:lnTo>
                    <a:pt x="1970533" y="3543560"/>
                  </a:lnTo>
                  <a:lnTo>
                    <a:pt x="1970658" y="3543560"/>
                  </a:lnTo>
                  <a:lnTo>
                    <a:pt x="1970783" y="3543560"/>
                  </a:lnTo>
                  <a:lnTo>
                    <a:pt x="1970908" y="3543560"/>
                  </a:lnTo>
                  <a:lnTo>
                    <a:pt x="1971033" y="3543560"/>
                  </a:lnTo>
                  <a:lnTo>
                    <a:pt x="1971158" y="3543560"/>
                  </a:lnTo>
                  <a:lnTo>
                    <a:pt x="1971283" y="3543560"/>
                  </a:lnTo>
                  <a:lnTo>
                    <a:pt x="1971409" y="3543560"/>
                  </a:lnTo>
                  <a:lnTo>
                    <a:pt x="1971534" y="3543560"/>
                  </a:lnTo>
                  <a:lnTo>
                    <a:pt x="1971659" y="3543560"/>
                  </a:lnTo>
                  <a:lnTo>
                    <a:pt x="1971784" y="3543560"/>
                  </a:lnTo>
                  <a:lnTo>
                    <a:pt x="1971909" y="3543560"/>
                  </a:lnTo>
                  <a:lnTo>
                    <a:pt x="1972034" y="3543560"/>
                  </a:lnTo>
                  <a:lnTo>
                    <a:pt x="1972159" y="3543560"/>
                  </a:lnTo>
                  <a:lnTo>
                    <a:pt x="1972284" y="3543560"/>
                  </a:lnTo>
                  <a:lnTo>
                    <a:pt x="1972409" y="3543560"/>
                  </a:lnTo>
                  <a:lnTo>
                    <a:pt x="1972534" y="3543560"/>
                  </a:lnTo>
                  <a:lnTo>
                    <a:pt x="1972659" y="3543560"/>
                  </a:lnTo>
                  <a:lnTo>
                    <a:pt x="1972784" y="3543560"/>
                  </a:lnTo>
                  <a:lnTo>
                    <a:pt x="1972909" y="3543560"/>
                  </a:lnTo>
                  <a:lnTo>
                    <a:pt x="1973034" y="3543560"/>
                  </a:lnTo>
                  <a:lnTo>
                    <a:pt x="1973159" y="3543560"/>
                  </a:lnTo>
                  <a:lnTo>
                    <a:pt x="1973284" y="3543560"/>
                  </a:lnTo>
                  <a:lnTo>
                    <a:pt x="1973409" y="3543560"/>
                  </a:lnTo>
                  <a:lnTo>
                    <a:pt x="1973534" y="3543560"/>
                  </a:lnTo>
                  <a:lnTo>
                    <a:pt x="1973659" y="3543560"/>
                  </a:lnTo>
                  <a:lnTo>
                    <a:pt x="1973784" y="3543560"/>
                  </a:lnTo>
                  <a:lnTo>
                    <a:pt x="1973909" y="3543560"/>
                  </a:lnTo>
                  <a:lnTo>
                    <a:pt x="1974034" y="3543560"/>
                  </a:lnTo>
                  <a:lnTo>
                    <a:pt x="1974159" y="3543560"/>
                  </a:lnTo>
                  <a:lnTo>
                    <a:pt x="1974284" y="3543560"/>
                  </a:lnTo>
                  <a:lnTo>
                    <a:pt x="1974410" y="3543560"/>
                  </a:lnTo>
                  <a:lnTo>
                    <a:pt x="1974535" y="3543560"/>
                  </a:lnTo>
                  <a:lnTo>
                    <a:pt x="1974660" y="3543560"/>
                  </a:lnTo>
                  <a:lnTo>
                    <a:pt x="1974785" y="3543560"/>
                  </a:lnTo>
                  <a:lnTo>
                    <a:pt x="1974910" y="3543560"/>
                  </a:lnTo>
                  <a:lnTo>
                    <a:pt x="1975035" y="3543560"/>
                  </a:lnTo>
                  <a:lnTo>
                    <a:pt x="1975160" y="3543560"/>
                  </a:lnTo>
                  <a:lnTo>
                    <a:pt x="1975285" y="3543560"/>
                  </a:lnTo>
                  <a:lnTo>
                    <a:pt x="1975410" y="3543560"/>
                  </a:lnTo>
                  <a:lnTo>
                    <a:pt x="1975535" y="3543560"/>
                  </a:lnTo>
                  <a:lnTo>
                    <a:pt x="1975660" y="3543560"/>
                  </a:lnTo>
                  <a:lnTo>
                    <a:pt x="1975785" y="3543560"/>
                  </a:lnTo>
                  <a:lnTo>
                    <a:pt x="1975910" y="3543560"/>
                  </a:lnTo>
                  <a:lnTo>
                    <a:pt x="1976035" y="3543560"/>
                  </a:lnTo>
                  <a:lnTo>
                    <a:pt x="1976160" y="3543560"/>
                  </a:lnTo>
                  <a:lnTo>
                    <a:pt x="1976285" y="3543560"/>
                  </a:lnTo>
                  <a:lnTo>
                    <a:pt x="1976410" y="3543560"/>
                  </a:lnTo>
                  <a:lnTo>
                    <a:pt x="1976535" y="3543560"/>
                  </a:lnTo>
                  <a:lnTo>
                    <a:pt x="1976535" y="3533607"/>
                  </a:lnTo>
                  <a:lnTo>
                    <a:pt x="1976660" y="3533607"/>
                  </a:lnTo>
                  <a:lnTo>
                    <a:pt x="1976785" y="3533607"/>
                  </a:lnTo>
                  <a:lnTo>
                    <a:pt x="1976910" y="3533607"/>
                  </a:lnTo>
                  <a:lnTo>
                    <a:pt x="1977035" y="3533607"/>
                  </a:lnTo>
                  <a:lnTo>
                    <a:pt x="1977160" y="3533607"/>
                  </a:lnTo>
                  <a:lnTo>
                    <a:pt x="1977285" y="3533607"/>
                  </a:lnTo>
                  <a:lnTo>
                    <a:pt x="1977411" y="3533607"/>
                  </a:lnTo>
                  <a:lnTo>
                    <a:pt x="1977536" y="3533607"/>
                  </a:lnTo>
                  <a:lnTo>
                    <a:pt x="1977661" y="3533607"/>
                  </a:lnTo>
                  <a:lnTo>
                    <a:pt x="1977786" y="3533607"/>
                  </a:lnTo>
                  <a:lnTo>
                    <a:pt x="1977911" y="3533607"/>
                  </a:lnTo>
                  <a:lnTo>
                    <a:pt x="1978036" y="3533607"/>
                  </a:lnTo>
                  <a:lnTo>
                    <a:pt x="1978161" y="3533607"/>
                  </a:lnTo>
                  <a:lnTo>
                    <a:pt x="1978286" y="3533607"/>
                  </a:lnTo>
                  <a:lnTo>
                    <a:pt x="1978411" y="3533607"/>
                  </a:lnTo>
                  <a:lnTo>
                    <a:pt x="1978536" y="3533607"/>
                  </a:lnTo>
                  <a:lnTo>
                    <a:pt x="1978661" y="3533607"/>
                  </a:lnTo>
                  <a:lnTo>
                    <a:pt x="1978786" y="3533607"/>
                  </a:lnTo>
                  <a:lnTo>
                    <a:pt x="1978911" y="3533607"/>
                  </a:lnTo>
                  <a:lnTo>
                    <a:pt x="1979036" y="3533607"/>
                  </a:lnTo>
                  <a:lnTo>
                    <a:pt x="1979161" y="3533607"/>
                  </a:lnTo>
                  <a:lnTo>
                    <a:pt x="1979286" y="3533607"/>
                  </a:lnTo>
                  <a:lnTo>
                    <a:pt x="1979411" y="3533607"/>
                  </a:lnTo>
                  <a:lnTo>
                    <a:pt x="1979536" y="3533607"/>
                  </a:lnTo>
                  <a:lnTo>
                    <a:pt x="1979661" y="3533607"/>
                  </a:lnTo>
                  <a:lnTo>
                    <a:pt x="1979786" y="3533607"/>
                  </a:lnTo>
                  <a:lnTo>
                    <a:pt x="1979911" y="3533607"/>
                  </a:lnTo>
                  <a:lnTo>
                    <a:pt x="1980036" y="3533607"/>
                  </a:lnTo>
                  <a:lnTo>
                    <a:pt x="1980161" y="3533607"/>
                  </a:lnTo>
                  <a:lnTo>
                    <a:pt x="1980287" y="3533607"/>
                  </a:lnTo>
                  <a:lnTo>
                    <a:pt x="1980412" y="3533607"/>
                  </a:lnTo>
                  <a:lnTo>
                    <a:pt x="1980537" y="3533607"/>
                  </a:lnTo>
                  <a:lnTo>
                    <a:pt x="1980662" y="3533607"/>
                  </a:lnTo>
                  <a:lnTo>
                    <a:pt x="1980787" y="3533607"/>
                  </a:lnTo>
                  <a:lnTo>
                    <a:pt x="1980912" y="3533607"/>
                  </a:lnTo>
                  <a:lnTo>
                    <a:pt x="1981037" y="3533607"/>
                  </a:lnTo>
                  <a:lnTo>
                    <a:pt x="1981162" y="3533607"/>
                  </a:lnTo>
                  <a:lnTo>
                    <a:pt x="1981287" y="3533607"/>
                  </a:lnTo>
                  <a:lnTo>
                    <a:pt x="1981412" y="3533607"/>
                  </a:lnTo>
                  <a:lnTo>
                    <a:pt x="1981537" y="3533607"/>
                  </a:lnTo>
                  <a:lnTo>
                    <a:pt x="1981662" y="3533607"/>
                  </a:lnTo>
                  <a:lnTo>
                    <a:pt x="1981787" y="3533607"/>
                  </a:lnTo>
                  <a:lnTo>
                    <a:pt x="1981912" y="3533607"/>
                  </a:lnTo>
                  <a:lnTo>
                    <a:pt x="1982037" y="3533607"/>
                  </a:lnTo>
                  <a:lnTo>
                    <a:pt x="1982162" y="3533607"/>
                  </a:lnTo>
                  <a:lnTo>
                    <a:pt x="1982287" y="3533607"/>
                  </a:lnTo>
                  <a:lnTo>
                    <a:pt x="1982412" y="3533607"/>
                  </a:lnTo>
                  <a:lnTo>
                    <a:pt x="1982537" y="3533607"/>
                  </a:lnTo>
                  <a:lnTo>
                    <a:pt x="1982662" y="3533607"/>
                  </a:lnTo>
                  <a:lnTo>
                    <a:pt x="1982787" y="3533607"/>
                  </a:lnTo>
                  <a:lnTo>
                    <a:pt x="1982912" y="3533607"/>
                  </a:lnTo>
                  <a:lnTo>
                    <a:pt x="1983037" y="3533607"/>
                  </a:lnTo>
                  <a:lnTo>
                    <a:pt x="1983162" y="3533607"/>
                  </a:lnTo>
                  <a:lnTo>
                    <a:pt x="1983288" y="3533607"/>
                  </a:lnTo>
                  <a:lnTo>
                    <a:pt x="1983413" y="3533607"/>
                  </a:lnTo>
                  <a:lnTo>
                    <a:pt x="1983538" y="3533607"/>
                  </a:lnTo>
                  <a:lnTo>
                    <a:pt x="1983663" y="3533607"/>
                  </a:lnTo>
                  <a:lnTo>
                    <a:pt x="1983788" y="3533607"/>
                  </a:lnTo>
                  <a:lnTo>
                    <a:pt x="1983913" y="3533607"/>
                  </a:lnTo>
                  <a:lnTo>
                    <a:pt x="1984038" y="3533607"/>
                  </a:lnTo>
                  <a:lnTo>
                    <a:pt x="1984163" y="3533607"/>
                  </a:lnTo>
                  <a:lnTo>
                    <a:pt x="1984288" y="3533607"/>
                  </a:lnTo>
                  <a:lnTo>
                    <a:pt x="1984413" y="3533607"/>
                  </a:lnTo>
                  <a:lnTo>
                    <a:pt x="1984538" y="3533607"/>
                  </a:lnTo>
                  <a:lnTo>
                    <a:pt x="1984663" y="3533607"/>
                  </a:lnTo>
                  <a:lnTo>
                    <a:pt x="1984788" y="3533607"/>
                  </a:lnTo>
                  <a:lnTo>
                    <a:pt x="1984913" y="3533607"/>
                  </a:lnTo>
                  <a:lnTo>
                    <a:pt x="1985038" y="3533607"/>
                  </a:lnTo>
                  <a:lnTo>
                    <a:pt x="1985163" y="3533607"/>
                  </a:lnTo>
                  <a:lnTo>
                    <a:pt x="1985163" y="3523653"/>
                  </a:lnTo>
                  <a:lnTo>
                    <a:pt x="1985288" y="3523653"/>
                  </a:lnTo>
                  <a:lnTo>
                    <a:pt x="1985413" y="3523653"/>
                  </a:lnTo>
                  <a:lnTo>
                    <a:pt x="1985538" y="3523653"/>
                  </a:lnTo>
                  <a:lnTo>
                    <a:pt x="1985663" y="3523653"/>
                  </a:lnTo>
                  <a:lnTo>
                    <a:pt x="1985788" y="3523653"/>
                  </a:lnTo>
                  <a:lnTo>
                    <a:pt x="1985913" y="3523653"/>
                  </a:lnTo>
                  <a:lnTo>
                    <a:pt x="1986038" y="3523653"/>
                  </a:lnTo>
                  <a:lnTo>
                    <a:pt x="1986163" y="3523653"/>
                  </a:lnTo>
                  <a:lnTo>
                    <a:pt x="1986289" y="3523653"/>
                  </a:lnTo>
                  <a:lnTo>
                    <a:pt x="1986414" y="3523653"/>
                  </a:lnTo>
                  <a:lnTo>
                    <a:pt x="1986539" y="3523653"/>
                  </a:lnTo>
                  <a:lnTo>
                    <a:pt x="1986664" y="3523653"/>
                  </a:lnTo>
                  <a:lnTo>
                    <a:pt x="1986789" y="3523653"/>
                  </a:lnTo>
                  <a:lnTo>
                    <a:pt x="1986914" y="3523653"/>
                  </a:lnTo>
                  <a:lnTo>
                    <a:pt x="1987039" y="3523653"/>
                  </a:lnTo>
                  <a:lnTo>
                    <a:pt x="1987164" y="3523653"/>
                  </a:lnTo>
                  <a:lnTo>
                    <a:pt x="1987289" y="3523653"/>
                  </a:lnTo>
                  <a:lnTo>
                    <a:pt x="1987414" y="3523653"/>
                  </a:lnTo>
                  <a:lnTo>
                    <a:pt x="1987539" y="3523653"/>
                  </a:lnTo>
                  <a:lnTo>
                    <a:pt x="1987664" y="3523653"/>
                  </a:lnTo>
                  <a:lnTo>
                    <a:pt x="1987789" y="3523653"/>
                  </a:lnTo>
                  <a:lnTo>
                    <a:pt x="1987914" y="3523653"/>
                  </a:lnTo>
                  <a:lnTo>
                    <a:pt x="1988039" y="3523653"/>
                  </a:lnTo>
                  <a:lnTo>
                    <a:pt x="1988164" y="3523653"/>
                  </a:lnTo>
                  <a:lnTo>
                    <a:pt x="1988289" y="3523653"/>
                  </a:lnTo>
                  <a:lnTo>
                    <a:pt x="1988414" y="3523653"/>
                  </a:lnTo>
                  <a:lnTo>
                    <a:pt x="1988539" y="3523653"/>
                  </a:lnTo>
                  <a:lnTo>
                    <a:pt x="1988664" y="3523653"/>
                  </a:lnTo>
                  <a:lnTo>
                    <a:pt x="1988789" y="3523653"/>
                  </a:lnTo>
                  <a:lnTo>
                    <a:pt x="1988914" y="3523653"/>
                  </a:lnTo>
                  <a:lnTo>
                    <a:pt x="1989039" y="3523653"/>
                  </a:lnTo>
                  <a:lnTo>
                    <a:pt x="1989164" y="3523653"/>
                  </a:lnTo>
                  <a:lnTo>
                    <a:pt x="1989290" y="3523653"/>
                  </a:lnTo>
                  <a:lnTo>
                    <a:pt x="1989415" y="3523653"/>
                  </a:lnTo>
                  <a:lnTo>
                    <a:pt x="1989540" y="3523653"/>
                  </a:lnTo>
                  <a:lnTo>
                    <a:pt x="1989665" y="3523653"/>
                  </a:lnTo>
                  <a:lnTo>
                    <a:pt x="1989790" y="3523653"/>
                  </a:lnTo>
                  <a:lnTo>
                    <a:pt x="1989915" y="3523653"/>
                  </a:lnTo>
                  <a:lnTo>
                    <a:pt x="1990040" y="3523653"/>
                  </a:lnTo>
                  <a:lnTo>
                    <a:pt x="1990165" y="3523653"/>
                  </a:lnTo>
                  <a:lnTo>
                    <a:pt x="1990290" y="3523653"/>
                  </a:lnTo>
                  <a:lnTo>
                    <a:pt x="1990415" y="3523653"/>
                  </a:lnTo>
                  <a:lnTo>
                    <a:pt x="1990540" y="3523653"/>
                  </a:lnTo>
                  <a:lnTo>
                    <a:pt x="1990665" y="3523653"/>
                  </a:lnTo>
                  <a:lnTo>
                    <a:pt x="1990790" y="3523653"/>
                  </a:lnTo>
                  <a:lnTo>
                    <a:pt x="1990915" y="3523653"/>
                  </a:lnTo>
                  <a:lnTo>
                    <a:pt x="1991040" y="3523653"/>
                  </a:lnTo>
                  <a:lnTo>
                    <a:pt x="1991165" y="3523653"/>
                  </a:lnTo>
                  <a:lnTo>
                    <a:pt x="1991290" y="3523653"/>
                  </a:lnTo>
                  <a:lnTo>
                    <a:pt x="1991415" y="3523653"/>
                  </a:lnTo>
                  <a:lnTo>
                    <a:pt x="1991540" y="3523653"/>
                  </a:lnTo>
                  <a:lnTo>
                    <a:pt x="1991665" y="3523653"/>
                  </a:lnTo>
                  <a:lnTo>
                    <a:pt x="1991790" y="3523653"/>
                  </a:lnTo>
                  <a:lnTo>
                    <a:pt x="1991915" y="3523653"/>
                  </a:lnTo>
                  <a:lnTo>
                    <a:pt x="1992040" y="3523653"/>
                  </a:lnTo>
                  <a:lnTo>
                    <a:pt x="1992165" y="3523653"/>
                  </a:lnTo>
                  <a:lnTo>
                    <a:pt x="1992291" y="3523653"/>
                  </a:lnTo>
                  <a:lnTo>
                    <a:pt x="1992416" y="3523653"/>
                  </a:lnTo>
                  <a:lnTo>
                    <a:pt x="1992541" y="3523653"/>
                  </a:lnTo>
                  <a:lnTo>
                    <a:pt x="1992666" y="3523653"/>
                  </a:lnTo>
                  <a:lnTo>
                    <a:pt x="1992791" y="3523653"/>
                  </a:lnTo>
                  <a:lnTo>
                    <a:pt x="1992916" y="3523653"/>
                  </a:lnTo>
                  <a:lnTo>
                    <a:pt x="1993041" y="3523653"/>
                  </a:lnTo>
                  <a:lnTo>
                    <a:pt x="1993166" y="3523653"/>
                  </a:lnTo>
                  <a:lnTo>
                    <a:pt x="1993291" y="3523653"/>
                  </a:lnTo>
                  <a:lnTo>
                    <a:pt x="1993416" y="3523653"/>
                  </a:lnTo>
                  <a:lnTo>
                    <a:pt x="1993541" y="3523653"/>
                  </a:lnTo>
                  <a:lnTo>
                    <a:pt x="1993666" y="3523653"/>
                  </a:lnTo>
                  <a:lnTo>
                    <a:pt x="1993791" y="3523653"/>
                  </a:lnTo>
                  <a:lnTo>
                    <a:pt x="1993916" y="3523653"/>
                  </a:lnTo>
                  <a:lnTo>
                    <a:pt x="1994041" y="3523653"/>
                  </a:lnTo>
                  <a:lnTo>
                    <a:pt x="1994166" y="3523653"/>
                  </a:lnTo>
                  <a:lnTo>
                    <a:pt x="1994291" y="3523653"/>
                  </a:lnTo>
                  <a:lnTo>
                    <a:pt x="1994416" y="3523653"/>
                  </a:lnTo>
                  <a:lnTo>
                    <a:pt x="1994541" y="3523653"/>
                  </a:lnTo>
                  <a:lnTo>
                    <a:pt x="1994666" y="3523653"/>
                  </a:lnTo>
                  <a:lnTo>
                    <a:pt x="1994791" y="3523653"/>
                  </a:lnTo>
                  <a:lnTo>
                    <a:pt x="1994916" y="3523653"/>
                  </a:lnTo>
                  <a:lnTo>
                    <a:pt x="1995041" y="3523653"/>
                  </a:lnTo>
                  <a:lnTo>
                    <a:pt x="1995166" y="3523653"/>
                  </a:lnTo>
                  <a:lnTo>
                    <a:pt x="1995292" y="3523653"/>
                  </a:lnTo>
                  <a:lnTo>
                    <a:pt x="1995417" y="3523653"/>
                  </a:lnTo>
                  <a:lnTo>
                    <a:pt x="1995542" y="3523653"/>
                  </a:lnTo>
                  <a:lnTo>
                    <a:pt x="1995667" y="3523653"/>
                  </a:lnTo>
                  <a:lnTo>
                    <a:pt x="1995792" y="3523653"/>
                  </a:lnTo>
                  <a:lnTo>
                    <a:pt x="1995917" y="3523653"/>
                  </a:lnTo>
                  <a:lnTo>
                    <a:pt x="1996042" y="3523653"/>
                  </a:lnTo>
                  <a:lnTo>
                    <a:pt x="1996167" y="3523653"/>
                  </a:lnTo>
                  <a:lnTo>
                    <a:pt x="1996292" y="3523653"/>
                  </a:lnTo>
                  <a:lnTo>
                    <a:pt x="1996417" y="3523653"/>
                  </a:lnTo>
                  <a:lnTo>
                    <a:pt x="1996542" y="3523653"/>
                  </a:lnTo>
                  <a:lnTo>
                    <a:pt x="1996667" y="3523653"/>
                  </a:lnTo>
                  <a:lnTo>
                    <a:pt x="1996792" y="3523653"/>
                  </a:lnTo>
                  <a:lnTo>
                    <a:pt x="1996917" y="3523653"/>
                  </a:lnTo>
                  <a:lnTo>
                    <a:pt x="1997042" y="3523653"/>
                  </a:lnTo>
                  <a:lnTo>
                    <a:pt x="1997167" y="3523653"/>
                  </a:lnTo>
                  <a:lnTo>
                    <a:pt x="1997292" y="3523653"/>
                  </a:lnTo>
                  <a:lnTo>
                    <a:pt x="1997417" y="3523653"/>
                  </a:lnTo>
                  <a:lnTo>
                    <a:pt x="1997542" y="3523653"/>
                  </a:lnTo>
                  <a:lnTo>
                    <a:pt x="1997667" y="3523653"/>
                  </a:lnTo>
                  <a:lnTo>
                    <a:pt x="1997792" y="3523653"/>
                  </a:lnTo>
                  <a:lnTo>
                    <a:pt x="1997917" y="3523653"/>
                  </a:lnTo>
                  <a:lnTo>
                    <a:pt x="1998042" y="3523653"/>
                  </a:lnTo>
                  <a:lnTo>
                    <a:pt x="1998167" y="3523653"/>
                  </a:lnTo>
                  <a:lnTo>
                    <a:pt x="1998293" y="3523653"/>
                  </a:lnTo>
                  <a:lnTo>
                    <a:pt x="1998418" y="3523653"/>
                  </a:lnTo>
                  <a:lnTo>
                    <a:pt x="1998543" y="3523653"/>
                  </a:lnTo>
                  <a:lnTo>
                    <a:pt x="1998668" y="3523653"/>
                  </a:lnTo>
                  <a:lnTo>
                    <a:pt x="1998793" y="3523653"/>
                  </a:lnTo>
                  <a:lnTo>
                    <a:pt x="1998918" y="3523653"/>
                  </a:lnTo>
                  <a:lnTo>
                    <a:pt x="1999043" y="3523653"/>
                  </a:lnTo>
                  <a:lnTo>
                    <a:pt x="1999168" y="3523653"/>
                  </a:lnTo>
                  <a:lnTo>
                    <a:pt x="1999293" y="3523653"/>
                  </a:lnTo>
                  <a:lnTo>
                    <a:pt x="1999418" y="3523653"/>
                  </a:lnTo>
                  <a:lnTo>
                    <a:pt x="1999543" y="3523653"/>
                  </a:lnTo>
                  <a:lnTo>
                    <a:pt x="1999668" y="3523653"/>
                  </a:lnTo>
                  <a:lnTo>
                    <a:pt x="1999793" y="3523653"/>
                  </a:lnTo>
                  <a:lnTo>
                    <a:pt x="1999918" y="3523653"/>
                  </a:lnTo>
                  <a:lnTo>
                    <a:pt x="2000043" y="3523653"/>
                  </a:lnTo>
                  <a:lnTo>
                    <a:pt x="2000168" y="3523653"/>
                  </a:lnTo>
                  <a:lnTo>
                    <a:pt x="2000293" y="3523653"/>
                  </a:lnTo>
                  <a:lnTo>
                    <a:pt x="2000418" y="3523653"/>
                  </a:lnTo>
                  <a:lnTo>
                    <a:pt x="2000543" y="3523653"/>
                  </a:lnTo>
                  <a:lnTo>
                    <a:pt x="2000668" y="3523653"/>
                  </a:lnTo>
                  <a:lnTo>
                    <a:pt x="2000793" y="3523653"/>
                  </a:lnTo>
                  <a:lnTo>
                    <a:pt x="2000918" y="3523653"/>
                  </a:lnTo>
                  <a:lnTo>
                    <a:pt x="2001043" y="3523653"/>
                  </a:lnTo>
                  <a:lnTo>
                    <a:pt x="2001168" y="3523653"/>
                  </a:lnTo>
                  <a:lnTo>
                    <a:pt x="2001294" y="3523653"/>
                  </a:lnTo>
                  <a:lnTo>
                    <a:pt x="2001419" y="3523653"/>
                  </a:lnTo>
                  <a:lnTo>
                    <a:pt x="2001544" y="3523653"/>
                  </a:lnTo>
                  <a:lnTo>
                    <a:pt x="2001669" y="3523653"/>
                  </a:lnTo>
                  <a:lnTo>
                    <a:pt x="2001794" y="3523653"/>
                  </a:lnTo>
                  <a:lnTo>
                    <a:pt x="2001919" y="3523653"/>
                  </a:lnTo>
                  <a:lnTo>
                    <a:pt x="2002044" y="3523653"/>
                  </a:lnTo>
                  <a:lnTo>
                    <a:pt x="2002169" y="3523653"/>
                  </a:lnTo>
                  <a:lnTo>
                    <a:pt x="2002294" y="3523653"/>
                  </a:lnTo>
                  <a:lnTo>
                    <a:pt x="2002419" y="3523653"/>
                  </a:lnTo>
                  <a:lnTo>
                    <a:pt x="2002544" y="3523653"/>
                  </a:lnTo>
                  <a:lnTo>
                    <a:pt x="2002669" y="3523653"/>
                  </a:lnTo>
                  <a:lnTo>
                    <a:pt x="2002794" y="3523653"/>
                  </a:lnTo>
                  <a:lnTo>
                    <a:pt x="2002919" y="3523653"/>
                  </a:lnTo>
                  <a:lnTo>
                    <a:pt x="2003044" y="3523653"/>
                  </a:lnTo>
                  <a:lnTo>
                    <a:pt x="2003169" y="3523653"/>
                  </a:lnTo>
                  <a:lnTo>
                    <a:pt x="2003294" y="3523653"/>
                  </a:lnTo>
                  <a:lnTo>
                    <a:pt x="2003419" y="3523653"/>
                  </a:lnTo>
                  <a:lnTo>
                    <a:pt x="2003544" y="3523653"/>
                  </a:lnTo>
                  <a:lnTo>
                    <a:pt x="2003669" y="3523653"/>
                  </a:lnTo>
                  <a:lnTo>
                    <a:pt x="2003794" y="3523653"/>
                  </a:lnTo>
                  <a:lnTo>
                    <a:pt x="2003919" y="3523653"/>
                  </a:lnTo>
                  <a:lnTo>
                    <a:pt x="2004044" y="3523653"/>
                  </a:lnTo>
                  <a:lnTo>
                    <a:pt x="2004169" y="3523653"/>
                  </a:lnTo>
                  <a:lnTo>
                    <a:pt x="2004295" y="3523653"/>
                  </a:lnTo>
                  <a:lnTo>
                    <a:pt x="2004420" y="3523653"/>
                  </a:lnTo>
                  <a:lnTo>
                    <a:pt x="2004545" y="3523653"/>
                  </a:lnTo>
                  <a:lnTo>
                    <a:pt x="2004670" y="3523653"/>
                  </a:lnTo>
                  <a:lnTo>
                    <a:pt x="2004795" y="3523653"/>
                  </a:lnTo>
                  <a:lnTo>
                    <a:pt x="2004920" y="3523653"/>
                  </a:lnTo>
                  <a:lnTo>
                    <a:pt x="2004920" y="3513699"/>
                  </a:lnTo>
                  <a:lnTo>
                    <a:pt x="2005045" y="3513699"/>
                  </a:lnTo>
                  <a:lnTo>
                    <a:pt x="2005170" y="3513699"/>
                  </a:lnTo>
                  <a:lnTo>
                    <a:pt x="2005295" y="3513699"/>
                  </a:lnTo>
                  <a:lnTo>
                    <a:pt x="2005420" y="3513699"/>
                  </a:lnTo>
                  <a:lnTo>
                    <a:pt x="2005545" y="3513699"/>
                  </a:lnTo>
                  <a:lnTo>
                    <a:pt x="2005670" y="3513699"/>
                  </a:lnTo>
                  <a:lnTo>
                    <a:pt x="2005795" y="3513699"/>
                  </a:lnTo>
                  <a:lnTo>
                    <a:pt x="2005920" y="3513699"/>
                  </a:lnTo>
                  <a:lnTo>
                    <a:pt x="2006045" y="3513699"/>
                  </a:lnTo>
                  <a:lnTo>
                    <a:pt x="2006170" y="3513699"/>
                  </a:lnTo>
                  <a:lnTo>
                    <a:pt x="2006295" y="3513699"/>
                  </a:lnTo>
                  <a:lnTo>
                    <a:pt x="2006420" y="3513699"/>
                  </a:lnTo>
                  <a:lnTo>
                    <a:pt x="2006545" y="3513699"/>
                  </a:lnTo>
                  <a:lnTo>
                    <a:pt x="2006670" y="3513699"/>
                  </a:lnTo>
                  <a:lnTo>
                    <a:pt x="2006795" y="3513699"/>
                  </a:lnTo>
                  <a:lnTo>
                    <a:pt x="2006920" y="3513699"/>
                  </a:lnTo>
                  <a:lnTo>
                    <a:pt x="2007045" y="3513699"/>
                  </a:lnTo>
                  <a:lnTo>
                    <a:pt x="2007170" y="3513699"/>
                  </a:lnTo>
                  <a:lnTo>
                    <a:pt x="2007296" y="3513699"/>
                  </a:lnTo>
                  <a:lnTo>
                    <a:pt x="2007421" y="3513699"/>
                  </a:lnTo>
                  <a:lnTo>
                    <a:pt x="2007546" y="3513699"/>
                  </a:lnTo>
                  <a:lnTo>
                    <a:pt x="2007671" y="3513699"/>
                  </a:lnTo>
                  <a:lnTo>
                    <a:pt x="2007796" y="3513699"/>
                  </a:lnTo>
                  <a:lnTo>
                    <a:pt x="2007921" y="3513699"/>
                  </a:lnTo>
                  <a:lnTo>
                    <a:pt x="2008046" y="3513699"/>
                  </a:lnTo>
                  <a:lnTo>
                    <a:pt x="2008171" y="3513699"/>
                  </a:lnTo>
                  <a:lnTo>
                    <a:pt x="2008296" y="3513699"/>
                  </a:lnTo>
                  <a:lnTo>
                    <a:pt x="2008421" y="3513699"/>
                  </a:lnTo>
                  <a:lnTo>
                    <a:pt x="2008546" y="3513699"/>
                  </a:lnTo>
                  <a:lnTo>
                    <a:pt x="2008671" y="3513699"/>
                  </a:lnTo>
                  <a:lnTo>
                    <a:pt x="2008796" y="3513699"/>
                  </a:lnTo>
                  <a:lnTo>
                    <a:pt x="2008921" y="3513699"/>
                  </a:lnTo>
                  <a:lnTo>
                    <a:pt x="2009046" y="3513699"/>
                  </a:lnTo>
                  <a:lnTo>
                    <a:pt x="2009171" y="3513699"/>
                  </a:lnTo>
                  <a:lnTo>
                    <a:pt x="2009296" y="3513699"/>
                  </a:lnTo>
                  <a:lnTo>
                    <a:pt x="2009421" y="3513699"/>
                  </a:lnTo>
                  <a:lnTo>
                    <a:pt x="2009546" y="3513699"/>
                  </a:lnTo>
                  <a:lnTo>
                    <a:pt x="2009671" y="3513699"/>
                  </a:lnTo>
                  <a:lnTo>
                    <a:pt x="2009796" y="3513699"/>
                  </a:lnTo>
                  <a:lnTo>
                    <a:pt x="2009921" y="3513699"/>
                  </a:lnTo>
                  <a:lnTo>
                    <a:pt x="2010046" y="3513699"/>
                  </a:lnTo>
                  <a:lnTo>
                    <a:pt x="2010171" y="3513699"/>
                  </a:lnTo>
                  <a:lnTo>
                    <a:pt x="2010297" y="3513699"/>
                  </a:lnTo>
                  <a:lnTo>
                    <a:pt x="2010422" y="3513699"/>
                  </a:lnTo>
                  <a:lnTo>
                    <a:pt x="2010547" y="3513699"/>
                  </a:lnTo>
                  <a:lnTo>
                    <a:pt x="2010672" y="3513699"/>
                  </a:lnTo>
                  <a:lnTo>
                    <a:pt x="2010797" y="3513699"/>
                  </a:lnTo>
                  <a:lnTo>
                    <a:pt x="2010922" y="3513699"/>
                  </a:lnTo>
                  <a:lnTo>
                    <a:pt x="2011047" y="3513699"/>
                  </a:lnTo>
                  <a:lnTo>
                    <a:pt x="2011172" y="3513699"/>
                  </a:lnTo>
                  <a:lnTo>
                    <a:pt x="2011297" y="3513699"/>
                  </a:lnTo>
                  <a:lnTo>
                    <a:pt x="2011422" y="3513699"/>
                  </a:lnTo>
                  <a:lnTo>
                    <a:pt x="2011547" y="3513699"/>
                  </a:lnTo>
                  <a:lnTo>
                    <a:pt x="2011672" y="3513699"/>
                  </a:lnTo>
                  <a:lnTo>
                    <a:pt x="2011797" y="3513699"/>
                  </a:lnTo>
                  <a:lnTo>
                    <a:pt x="2011922" y="3513699"/>
                  </a:lnTo>
                  <a:lnTo>
                    <a:pt x="2012047" y="3513699"/>
                  </a:lnTo>
                  <a:lnTo>
                    <a:pt x="2012172" y="3513699"/>
                  </a:lnTo>
                  <a:lnTo>
                    <a:pt x="2012297" y="3513699"/>
                  </a:lnTo>
                  <a:lnTo>
                    <a:pt x="2012422" y="3513699"/>
                  </a:lnTo>
                  <a:lnTo>
                    <a:pt x="2012547" y="3513699"/>
                  </a:lnTo>
                  <a:lnTo>
                    <a:pt x="2012672" y="3513699"/>
                  </a:lnTo>
                  <a:lnTo>
                    <a:pt x="2012672" y="3503745"/>
                  </a:lnTo>
                  <a:lnTo>
                    <a:pt x="2012797" y="3503745"/>
                  </a:lnTo>
                  <a:lnTo>
                    <a:pt x="2012922" y="3503745"/>
                  </a:lnTo>
                  <a:lnTo>
                    <a:pt x="2013047" y="3503745"/>
                  </a:lnTo>
                  <a:lnTo>
                    <a:pt x="2013172" y="3503745"/>
                  </a:lnTo>
                  <a:lnTo>
                    <a:pt x="2013298" y="3503745"/>
                  </a:lnTo>
                  <a:lnTo>
                    <a:pt x="2013423" y="3503745"/>
                  </a:lnTo>
                  <a:lnTo>
                    <a:pt x="2013423" y="3493791"/>
                  </a:lnTo>
                  <a:lnTo>
                    <a:pt x="2013548" y="3493791"/>
                  </a:lnTo>
                  <a:lnTo>
                    <a:pt x="2013673" y="3493791"/>
                  </a:lnTo>
                  <a:lnTo>
                    <a:pt x="2013798" y="3493791"/>
                  </a:lnTo>
                  <a:lnTo>
                    <a:pt x="2013923" y="3493791"/>
                  </a:lnTo>
                  <a:lnTo>
                    <a:pt x="2014048" y="3493791"/>
                  </a:lnTo>
                  <a:lnTo>
                    <a:pt x="2014173" y="3493791"/>
                  </a:lnTo>
                  <a:lnTo>
                    <a:pt x="2014298" y="3493791"/>
                  </a:lnTo>
                  <a:lnTo>
                    <a:pt x="2014423" y="3493791"/>
                  </a:lnTo>
                  <a:lnTo>
                    <a:pt x="2014548" y="3493791"/>
                  </a:lnTo>
                  <a:lnTo>
                    <a:pt x="2014673" y="3493791"/>
                  </a:lnTo>
                  <a:lnTo>
                    <a:pt x="2014798" y="3493791"/>
                  </a:lnTo>
                  <a:lnTo>
                    <a:pt x="2014923" y="3493791"/>
                  </a:lnTo>
                  <a:lnTo>
                    <a:pt x="2015048" y="3493791"/>
                  </a:lnTo>
                  <a:lnTo>
                    <a:pt x="2015173" y="3493791"/>
                  </a:lnTo>
                  <a:lnTo>
                    <a:pt x="2015298" y="3493791"/>
                  </a:lnTo>
                  <a:lnTo>
                    <a:pt x="2015423" y="3493791"/>
                  </a:lnTo>
                  <a:lnTo>
                    <a:pt x="2015548" y="3493791"/>
                  </a:lnTo>
                  <a:lnTo>
                    <a:pt x="2015673" y="3493791"/>
                  </a:lnTo>
                  <a:lnTo>
                    <a:pt x="2015798" y="3493791"/>
                  </a:lnTo>
                  <a:lnTo>
                    <a:pt x="2015923" y="3493791"/>
                  </a:lnTo>
                  <a:lnTo>
                    <a:pt x="2016048" y="3493791"/>
                  </a:lnTo>
                  <a:lnTo>
                    <a:pt x="2016173" y="3493791"/>
                  </a:lnTo>
                  <a:lnTo>
                    <a:pt x="2016299" y="3493791"/>
                  </a:lnTo>
                  <a:lnTo>
                    <a:pt x="2016424" y="3493791"/>
                  </a:lnTo>
                  <a:lnTo>
                    <a:pt x="2016549" y="3493791"/>
                  </a:lnTo>
                  <a:lnTo>
                    <a:pt x="2016674" y="3493791"/>
                  </a:lnTo>
                  <a:lnTo>
                    <a:pt x="2016799" y="3493791"/>
                  </a:lnTo>
                  <a:lnTo>
                    <a:pt x="2016924" y="3493791"/>
                  </a:lnTo>
                  <a:lnTo>
                    <a:pt x="2017049" y="3493791"/>
                  </a:lnTo>
                  <a:lnTo>
                    <a:pt x="2017174" y="3493791"/>
                  </a:lnTo>
                  <a:lnTo>
                    <a:pt x="2017174" y="3483837"/>
                  </a:lnTo>
                  <a:lnTo>
                    <a:pt x="2017299" y="3483837"/>
                  </a:lnTo>
                  <a:lnTo>
                    <a:pt x="2017424" y="3483837"/>
                  </a:lnTo>
                  <a:lnTo>
                    <a:pt x="2017549" y="3483837"/>
                  </a:lnTo>
                  <a:lnTo>
                    <a:pt x="2017674" y="3483837"/>
                  </a:lnTo>
                  <a:lnTo>
                    <a:pt x="2017799" y="3483837"/>
                  </a:lnTo>
                  <a:lnTo>
                    <a:pt x="2017924" y="3483837"/>
                  </a:lnTo>
                  <a:lnTo>
                    <a:pt x="2018049" y="3483837"/>
                  </a:lnTo>
                  <a:lnTo>
                    <a:pt x="2018174" y="3483837"/>
                  </a:lnTo>
                  <a:lnTo>
                    <a:pt x="2018299" y="3483837"/>
                  </a:lnTo>
                  <a:lnTo>
                    <a:pt x="2018424" y="3483837"/>
                  </a:lnTo>
                  <a:lnTo>
                    <a:pt x="2018549" y="3483837"/>
                  </a:lnTo>
                  <a:lnTo>
                    <a:pt x="2018674" y="3483837"/>
                  </a:lnTo>
                  <a:lnTo>
                    <a:pt x="2018799" y="3483837"/>
                  </a:lnTo>
                  <a:lnTo>
                    <a:pt x="2018924" y="3483837"/>
                  </a:lnTo>
                  <a:lnTo>
                    <a:pt x="2019049" y="3483837"/>
                  </a:lnTo>
                  <a:lnTo>
                    <a:pt x="2019175" y="3483837"/>
                  </a:lnTo>
                  <a:lnTo>
                    <a:pt x="2019300" y="3483837"/>
                  </a:lnTo>
                  <a:lnTo>
                    <a:pt x="2019425" y="3483837"/>
                  </a:lnTo>
                  <a:lnTo>
                    <a:pt x="2019550" y="3483837"/>
                  </a:lnTo>
                  <a:lnTo>
                    <a:pt x="2019675" y="3483837"/>
                  </a:lnTo>
                  <a:lnTo>
                    <a:pt x="2019800" y="3483837"/>
                  </a:lnTo>
                  <a:lnTo>
                    <a:pt x="2019925" y="3483837"/>
                  </a:lnTo>
                  <a:lnTo>
                    <a:pt x="2020050" y="3483837"/>
                  </a:lnTo>
                  <a:lnTo>
                    <a:pt x="2020175" y="3483837"/>
                  </a:lnTo>
                  <a:lnTo>
                    <a:pt x="2020300" y="3483837"/>
                  </a:lnTo>
                  <a:lnTo>
                    <a:pt x="2020425" y="3483837"/>
                  </a:lnTo>
                  <a:lnTo>
                    <a:pt x="2020550" y="3483837"/>
                  </a:lnTo>
                  <a:lnTo>
                    <a:pt x="2020675" y="3483837"/>
                  </a:lnTo>
                  <a:lnTo>
                    <a:pt x="2020800" y="3483837"/>
                  </a:lnTo>
                  <a:lnTo>
                    <a:pt x="2020925" y="3483837"/>
                  </a:lnTo>
                  <a:lnTo>
                    <a:pt x="2021050" y="3483837"/>
                  </a:lnTo>
                  <a:lnTo>
                    <a:pt x="2021175" y="3483837"/>
                  </a:lnTo>
                  <a:lnTo>
                    <a:pt x="2021300" y="3483837"/>
                  </a:lnTo>
                  <a:lnTo>
                    <a:pt x="2021425" y="3483837"/>
                  </a:lnTo>
                  <a:lnTo>
                    <a:pt x="2021550" y="3483837"/>
                  </a:lnTo>
                  <a:lnTo>
                    <a:pt x="2021675" y="3483837"/>
                  </a:lnTo>
                  <a:lnTo>
                    <a:pt x="2021800" y="3483837"/>
                  </a:lnTo>
                  <a:lnTo>
                    <a:pt x="2021925" y="3483837"/>
                  </a:lnTo>
                  <a:lnTo>
                    <a:pt x="2022050" y="3483837"/>
                  </a:lnTo>
                  <a:lnTo>
                    <a:pt x="2022176" y="3483837"/>
                  </a:lnTo>
                  <a:lnTo>
                    <a:pt x="2022301" y="3483837"/>
                  </a:lnTo>
                  <a:lnTo>
                    <a:pt x="2022426" y="3483837"/>
                  </a:lnTo>
                  <a:lnTo>
                    <a:pt x="2022551" y="3483837"/>
                  </a:lnTo>
                  <a:lnTo>
                    <a:pt x="2022676" y="3483837"/>
                  </a:lnTo>
                  <a:lnTo>
                    <a:pt x="2022801" y="3483837"/>
                  </a:lnTo>
                  <a:lnTo>
                    <a:pt x="2022926" y="3483837"/>
                  </a:lnTo>
                  <a:lnTo>
                    <a:pt x="2023051" y="3483837"/>
                  </a:lnTo>
                  <a:lnTo>
                    <a:pt x="2023176" y="3483837"/>
                  </a:lnTo>
                  <a:lnTo>
                    <a:pt x="2023301" y="3483837"/>
                  </a:lnTo>
                  <a:lnTo>
                    <a:pt x="2023426" y="3483837"/>
                  </a:lnTo>
                  <a:lnTo>
                    <a:pt x="2023551" y="3483837"/>
                  </a:lnTo>
                  <a:lnTo>
                    <a:pt x="2023676" y="3483837"/>
                  </a:lnTo>
                  <a:lnTo>
                    <a:pt x="2023801" y="3483837"/>
                  </a:lnTo>
                  <a:lnTo>
                    <a:pt x="2023926" y="3483837"/>
                  </a:lnTo>
                  <a:lnTo>
                    <a:pt x="2024051" y="3483837"/>
                  </a:lnTo>
                  <a:lnTo>
                    <a:pt x="2024176" y="3483837"/>
                  </a:lnTo>
                  <a:lnTo>
                    <a:pt x="2024301" y="3483837"/>
                  </a:lnTo>
                  <a:lnTo>
                    <a:pt x="2024426" y="3483837"/>
                  </a:lnTo>
                  <a:lnTo>
                    <a:pt x="2024551" y="3483837"/>
                  </a:lnTo>
                  <a:lnTo>
                    <a:pt x="2024676" y="3483837"/>
                  </a:lnTo>
                  <a:lnTo>
                    <a:pt x="2024801" y="3483837"/>
                  </a:lnTo>
                  <a:lnTo>
                    <a:pt x="2024926" y="3483837"/>
                  </a:lnTo>
                  <a:lnTo>
                    <a:pt x="2025051" y="3483837"/>
                  </a:lnTo>
                  <a:lnTo>
                    <a:pt x="2025177" y="3483837"/>
                  </a:lnTo>
                  <a:lnTo>
                    <a:pt x="2025177" y="3473884"/>
                  </a:lnTo>
                  <a:lnTo>
                    <a:pt x="2025302" y="3473884"/>
                  </a:lnTo>
                  <a:lnTo>
                    <a:pt x="2025427" y="3473884"/>
                  </a:lnTo>
                  <a:lnTo>
                    <a:pt x="2025552" y="3473884"/>
                  </a:lnTo>
                  <a:lnTo>
                    <a:pt x="2025677" y="3473884"/>
                  </a:lnTo>
                  <a:lnTo>
                    <a:pt x="2025802" y="3473884"/>
                  </a:lnTo>
                  <a:lnTo>
                    <a:pt x="2025927" y="3473884"/>
                  </a:lnTo>
                  <a:lnTo>
                    <a:pt x="2026052" y="3473884"/>
                  </a:lnTo>
                  <a:lnTo>
                    <a:pt x="2026177" y="3473884"/>
                  </a:lnTo>
                  <a:lnTo>
                    <a:pt x="2026302" y="3473884"/>
                  </a:lnTo>
                  <a:lnTo>
                    <a:pt x="2026427" y="3473884"/>
                  </a:lnTo>
                  <a:lnTo>
                    <a:pt x="2026552" y="3473884"/>
                  </a:lnTo>
                  <a:lnTo>
                    <a:pt x="2026677" y="3473884"/>
                  </a:lnTo>
                  <a:lnTo>
                    <a:pt x="2026802" y="3473884"/>
                  </a:lnTo>
                  <a:lnTo>
                    <a:pt x="2026927" y="3473884"/>
                  </a:lnTo>
                  <a:lnTo>
                    <a:pt x="2027052" y="3473884"/>
                  </a:lnTo>
                  <a:lnTo>
                    <a:pt x="2027177" y="3473884"/>
                  </a:lnTo>
                  <a:lnTo>
                    <a:pt x="2027302" y="3473884"/>
                  </a:lnTo>
                  <a:lnTo>
                    <a:pt x="2027427" y="3473884"/>
                  </a:lnTo>
                  <a:lnTo>
                    <a:pt x="2027552" y="3473884"/>
                  </a:lnTo>
                  <a:lnTo>
                    <a:pt x="2027552" y="3463930"/>
                  </a:lnTo>
                  <a:lnTo>
                    <a:pt x="2027677" y="3463930"/>
                  </a:lnTo>
                  <a:lnTo>
                    <a:pt x="2027802" y="3463930"/>
                  </a:lnTo>
                  <a:lnTo>
                    <a:pt x="2027927" y="3463930"/>
                  </a:lnTo>
                  <a:lnTo>
                    <a:pt x="2028052" y="3463930"/>
                  </a:lnTo>
                  <a:lnTo>
                    <a:pt x="2028178" y="3463930"/>
                  </a:lnTo>
                  <a:lnTo>
                    <a:pt x="2028303" y="3463930"/>
                  </a:lnTo>
                  <a:lnTo>
                    <a:pt x="2028428" y="3463930"/>
                  </a:lnTo>
                  <a:lnTo>
                    <a:pt x="2028553" y="3463930"/>
                  </a:lnTo>
                  <a:lnTo>
                    <a:pt x="2028678" y="3463930"/>
                  </a:lnTo>
                  <a:lnTo>
                    <a:pt x="2028803" y="3463930"/>
                  </a:lnTo>
                  <a:lnTo>
                    <a:pt x="2028928" y="3463930"/>
                  </a:lnTo>
                  <a:lnTo>
                    <a:pt x="2029053" y="3463930"/>
                  </a:lnTo>
                  <a:lnTo>
                    <a:pt x="2029178" y="3463930"/>
                  </a:lnTo>
                  <a:lnTo>
                    <a:pt x="2029303" y="3463930"/>
                  </a:lnTo>
                  <a:lnTo>
                    <a:pt x="2029428" y="3463930"/>
                  </a:lnTo>
                  <a:lnTo>
                    <a:pt x="2029553" y="3463930"/>
                  </a:lnTo>
                  <a:lnTo>
                    <a:pt x="2029678" y="3463930"/>
                  </a:lnTo>
                  <a:lnTo>
                    <a:pt x="2029803" y="3463930"/>
                  </a:lnTo>
                  <a:lnTo>
                    <a:pt x="2029928" y="3463930"/>
                  </a:lnTo>
                  <a:lnTo>
                    <a:pt x="2030053" y="3463930"/>
                  </a:lnTo>
                  <a:lnTo>
                    <a:pt x="2030178" y="3463930"/>
                  </a:lnTo>
                  <a:lnTo>
                    <a:pt x="2030303" y="3463930"/>
                  </a:lnTo>
                  <a:lnTo>
                    <a:pt x="2030303" y="3453976"/>
                  </a:lnTo>
                  <a:lnTo>
                    <a:pt x="2030428" y="3453976"/>
                  </a:lnTo>
                  <a:lnTo>
                    <a:pt x="2030553" y="3453976"/>
                  </a:lnTo>
                  <a:lnTo>
                    <a:pt x="2030678" y="3453976"/>
                  </a:lnTo>
                  <a:lnTo>
                    <a:pt x="2030678" y="3444022"/>
                  </a:lnTo>
                  <a:lnTo>
                    <a:pt x="2030803" y="3444022"/>
                  </a:lnTo>
                  <a:lnTo>
                    <a:pt x="2030928" y="3444022"/>
                  </a:lnTo>
                  <a:lnTo>
                    <a:pt x="2031053" y="3444022"/>
                  </a:lnTo>
                  <a:lnTo>
                    <a:pt x="2031179" y="3444022"/>
                  </a:lnTo>
                  <a:lnTo>
                    <a:pt x="2031304" y="3444022"/>
                  </a:lnTo>
                  <a:lnTo>
                    <a:pt x="2031429" y="3444022"/>
                  </a:lnTo>
                  <a:lnTo>
                    <a:pt x="2031554" y="3444022"/>
                  </a:lnTo>
                  <a:lnTo>
                    <a:pt x="2031679" y="3444022"/>
                  </a:lnTo>
                  <a:lnTo>
                    <a:pt x="2031804" y="3444022"/>
                  </a:lnTo>
                  <a:lnTo>
                    <a:pt x="2031929" y="3444022"/>
                  </a:lnTo>
                  <a:lnTo>
                    <a:pt x="2032054" y="3444022"/>
                  </a:lnTo>
                  <a:lnTo>
                    <a:pt x="2032179" y="3444022"/>
                  </a:lnTo>
                  <a:lnTo>
                    <a:pt x="2032304" y="3444022"/>
                  </a:lnTo>
                  <a:lnTo>
                    <a:pt x="2032429" y="3444022"/>
                  </a:lnTo>
                  <a:lnTo>
                    <a:pt x="2032554" y="3444022"/>
                  </a:lnTo>
                  <a:lnTo>
                    <a:pt x="2032679" y="3444022"/>
                  </a:lnTo>
                  <a:lnTo>
                    <a:pt x="2032804" y="3444022"/>
                  </a:lnTo>
                  <a:lnTo>
                    <a:pt x="2032929" y="3444022"/>
                  </a:lnTo>
                  <a:lnTo>
                    <a:pt x="2033054" y="3444022"/>
                  </a:lnTo>
                  <a:lnTo>
                    <a:pt x="2033179" y="3444022"/>
                  </a:lnTo>
                  <a:lnTo>
                    <a:pt x="2033304" y="3444022"/>
                  </a:lnTo>
                  <a:lnTo>
                    <a:pt x="2033429" y="3444022"/>
                  </a:lnTo>
                  <a:lnTo>
                    <a:pt x="2033554" y="3444022"/>
                  </a:lnTo>
                  <a:lnTo>
                    <a:pt x="2033679" y="3444022"/>
                  </a:lnTo>
                  <a:lnTo>
                    <a:pt x="2033804" y="3444022"/>
                  </a:lnTo>
                  <a:lnTo>
                    <a:pt x="2033929" y="3444022"/>
                  </a:lnTo>
                  <a:lnTo>
                    <a:pt x="2034054" y="3444022"/>
                  </a:lnTo>
                  <a:lnTo>
                    <a:pt x="2034180" y="3444022"/>
                  </a:lnTo>
                  <a:lnTo>
                    <a:pt x="2034305" y="3444022"/>
                  </a:lnTo>
                  <a:lnTo>
                    <a:pt x="2034430" y="3444022"/>
                  </a:lnTo>
                  <a:lnTo>
                    <a:pt x="2034555" y="3444022"/>
                  </a:lnTo>
                  <a:lnTo>
                    <a:pt x="2034680" y="3444022"/>
                  </a:lnTo>
                  <a:lnTo>
                    <a:pt x="2034805" y="3444022"/>
                  </a:lnTo>
                  <a:lnTo>
                    <a:pt x="2034930" y="3444022"/>
                  </a:lnTo>
                  <a:lnTo>
                    <a:pt x="2035055" y="3444022"/>
                  </a:lnTo>
                  <a:lnTo>
                    <a:pt x="2035180" y="3444022"/>
                  </a:lnTo>
                  <a:lnTo>
                    <a:pt x="2035305" y="3444022"/>
                  </a:lnTo>
                  <a:lnTo>
                    <a:pt x="2035430" y="3444022"/>
                  </a:lnTo>
                  <a:lnTo>
                    <a:pt x="2035555" y="3444022"/>
                  </a:lnTo>
                  <a:lnTo>
                    <a:pt x="2035680" y="3444022"/>
                  </a:lnTo>
                  <a:lnTo>
                    <a:pt x="2035805" y="3444022"/>
                  </a:lnTo>
                  <a:lnTo>
                    <a:pt x="2035930" y="3444022"/>
                  </a:lnTo>
                  <a:lnTo>
                    <a:pt x="2036055" y="3444022"/>
                  </a:lnTo>
                  <a:lnTo>
                    <a:pt x="2036180" y="3444022"/>
                  </a:lnTo>
                  <a:lnTo>
                    <a:pt x="2036305" y="3444022"/>
                  </a:lnTo>
                  <a:lnTo>
                    <a:pt x="2036430" y="3444022"/>
                  </a:lnTo>
                  <a:lnTo>
                    <a:pt x="2036555" y="3444022"/>
                  </a:lnTo>
                  <a:lnTo>
                    <a:pt x="2036680" y="3444022"/>
                  </a:lnTo>
                  <a:lnTo>
                    <a:pt x="2036805" y="3444022"/>
                  </a:lnTo>
                  <a:lnTo>
                    <a:pt x="2036930" y="3444022"/>
                  </a:lnTo>
                  <a:lnTo>
                    <a:pt x="2037055" y="3444022"/>
                  </a:lnTo>
                  <a:lnTo>
                    <a:pt x="2037181" y="3444022"/>
                  </a:lnTo>
                  <a:lnTo>
                    <a:pt x="2037306" y="3444022"/>
                  </a:lnTo>
                  <a:lnTo>
                    <a:pt x="2037306" y="3434068"/>
                  </a:lnTo>
                  <a:lnTo>
                    <a:pt x="2037431" y="3434068"/>
                  </a:lnTo>
                  <a:lnTo>
                    <a:pt x="2037556" y="3434068"/>
                  </a:lnTo>
                  <a:lnTo>
                    <a:pt x="2037681" y="3434068"/>
                  </a:lnTo>
                  <a:lnTo>
                    <a:pt x="2037806" y="3434068"/>
                  </a:lnTo>
                  <a:lnTo>
                    <a:pt x="2037931" y="3434068"/>
                  </a:lnTo>
                  <a:lnTo>
                    <a:pt x="2038056" y="3434068"/>
                  </a:lnTo>
                  <a:lnTo>
                    <a:pt x="2038181" y="3434068"/>
                  </a:lnTo>
                  <a:lnTo>
                    <a:pt x="2038306" y="3434068"/>
                  </a:lnTo>
                  <a:lnTo>
                    <a:pt x="2038431" y="3434068"/>
                  </a:lnTo>
                  <a:lnTo>
                    <a:pt x="2038556" y="3434068"/>
                  </a:lnTo>
                  <a:lnTo>
                    <a:pt x="2038681" y="3434068"/>
                  </a:lnTo>
                  <a:lnTo>
                    <a:pt x="2038806" y="3434068"/>
                  </a:lnTo>
                  <a:lnTo>
                    <a:pt x="2038931" y="3434068"/>
                  </a:lnTo>
                  <a:lnTo>
                    <a:pt x="2039056" y="3434068"/>
                  </a:lnTo>
                  <a:lnTo>
                    <a:pt x="2039181" y="3434068"/>
                  </a:lnTo>
                  <a:lnTo>
                    <a:pt x="2039306" y="3434068"/>
                  </a:lnTo>
                  <a:lnTo>
                    <a:pt x="2039431" y="3434068"/>
                  </a:lnTo>
                  <a:lnTo>
                    <a:pt x="2039556" y="3434068"/>
                  </a:lnTo>
                  <a:lnTo>
                    <a:pt x="2039681" y="3434068"/>
                  </a:lnTo>
                  <a:lnTo>
                    <a:pt x="2039806" y="3434068"/>
                  </a:lnTo>
                  <a:lnTo>
                    <a:pt x="2039931" y="3434068"/>
                  </a:lnTo>
                  <a:lnTo>
                    <a:pt x="2040056" y="3434068"/>
                  </a:lnTo>
                  <a:lnTo>
                    <a:pt x="2040182" y="3434068"/>
                  </a:lnTo>
                  <a:lnTo>
                    <a:pt x="2040307" y="3434068"/>
                  </a:lnTo>
                  <a:lnTo>
                    <a:pt x="2040432" y="3434068"/>
                  </a:lnTo>
                  <a:lnTo>
                    <a:pt x="2040557" y="3434068"/>
                  </a:lnTo>
                  <a:lnTo>
                    <a:pt x="2040682" y="3434068"/>
                  </a:lnTo>
                  <a:lnTo>
                    <a:pt x="2040807" y="3434068"/>
                  </a:lnTo>
                  <a:lnTo>
                    <a:pt x="2040932" y="3434068"/>
                  </a:lnTo>
                  <a:lnTo>
                    <a:pt x="2041057" y="3434068"/>
                  </a:lnTo>
                  <a:lnTo>
                    <a:pt x="2041182" y="3434068"/>
                  </a:lnTo>
                  <a:lnTo>
                    <a:pt x="2041307" y="3434068"/>
                  </a:lnTo>
                  <a:lnTo>
                    <a:pt x="2041432" y="3434068"/>
                  </a:lnTo>
                  <a:lnTo>
                    <a:pt x="2041557" y="3434068"/>
                  </a:lnTo>
                  <a:lnTo>
                    <a:pt x="2041682" y="3434068"/>
                  </a:lnTo>
                  <a:lnTo>
                    <a:pt x="2041807" y="3434068"/>
                  </a:lnTo>
                  <a:lnTo>
                    <a:pt x="2041932" y="3434068"/>
                  </a:lnTo>
                  <a:lnTo>
                    <a:pt x="2042057" y="3434068"/>
                  </a:lnTo>
                  <a:lnTo>
                    <a:pt x="2042182" y="3434068"/>
                  </a:lnTo>
                  <a:lnTo>
                    <a:pt x="2042307" y="3434068"/>
                  </a:lnTo>
                  <a:lnTo>
                    <a:pt x="2042432" y="3434068"/>
                  </a:lnTo>
                  <a:lnTo>
                    <a:pt x="2042557" y="3434068"/>
                  </a:lnTo>
                  <a:lnTo>
                    <a:pt x="2042682" y="3434068"/>
                  </a:lnTo>
                  <a:lnTo>
                    <a:pt x="2042807" y="3434068"/>
                  </a:lnTo>
                  <a:lnTo>
                    <a:pt x="2042932" y="3434068"/>
                  </a:lnTo>
                  <a:lnTo>
                    <a:pt x="2043057" y="3434068"/>
                  </a:lnTo>
                  <a:lnTo>
                    <a:pt x="2043183" y="3434068"/>
                  </a:lnTo>
                  <a:lnTo>
                    <a:pt x="2043308" y="3434068"/>
                  </a:lnTo>
                  <a:lnTo>
                    <a:pt x="2043433" y="3434068"/>
                  </a:lnTo>
                  <a:lnTo>
                    <a:pt x="2043558" y="3434068"/>
                  </a:lnTo>
                  <a:lnTo>
                    <a:pt x="2043683" y="3434068"/>
                  </a:lnTo>
                  <a:lnTo>
                    <a:pt x="2043808" y="3434068"/>
                  </a:lnTo>
                  <a:lnTo>
                    <a:pt x="2043933" y="3434068"/>
                  </a:lnTo>
                  <a:lnTo>
                    <a:pt x="2044058" y="3434068"/>
                  </a:lnTo>
                  <a:lnTo>
                    <a:pt x="2044183" y="3434068"/>
                  </a:lnTo>
                  <a:lnTo>
                    <a:pt x="2044308" y="3434068"/>
                  </a:lnTo>
                  <a:lnTo>
                    <a:pt x="2044433" y="3434068"/>
                  </a:lnTo>
                  <a:lnTo>
                    <a:pt x="2044558" y="3434068"/>
                  </a:lnTo>
                  <a:lnTo>
                    <a:pt x="2044683" y="3434068"/>
                  </a:lnTo>
                  <a:lnTo>
                    <a:pt x="2044808" y="3434068"/>
                  </a:lnTo>
                  <a:lnTo>
                    <a:pt x="2044933" y="3434068"/>
                  </a:lnTo>
                  <a:lnTo>
                    <a:pt x="2045058" y="3434068"/>
                  </a:lnTo>
                  <a:lnTo>
                    <a:pt x="2045183" y="3434068"/>
                  </a:lnTo>
                  <a:lnTo>
                    <a:pt x="2045308" y="3434068"/>
                  </a:lnTo>
                  <a:lnTo>
                    <a:pt x="2045433" y="3434068"/>
                  </a:lnTo>
                  <a:lnTo>
                    <a:pt x="2045558" y="3434068"/>
                  </a:lnTo>
                  <a:lnTo>
                    <a:pt x="2045683" y="3434068"/>
                  </a:lnTo>
                  <a:lnTo>
                    <a:pt x="2045808" y="3434068"/>
                  </a:lnTo>
                  <a:lnTo>
                    <a:pt x="2045933" y="3434068"/>
                  </a:lnTo>
                  <a:lnTo>
                    <a:pt x="2046058" y="3434068"/>
                  </a:lnTo>
                  <a:lnTo>
                    <a:pt x="2046184" y="3434068"/>
                  </a:lnTo>
                  <a:lnTo>
                    <a:pt x="2046309" y="3434068"/>
                  </a:lnTo>
                  <a:lnTo>
                    <a:pt x="2046434" y="3434068"/>
                  </a:lnTo>
                  <a:lnTo>
                    <a:pt x="2046559" y="3434068"/>
                  </a:lnTo>
                  <a:lnTo>
                    <a:pt x="2046684" y="3434068"/>
                  </a:lnTo>
                  <a:lnTo>
                    <a:pt x="2046809" y="3434068"/>
                  </a:lnTo>
                  <a:lnTo>
                    <a:pt x="2046934" y="3434068"/>
                  </a:lnTo>
                  <a:lnTo>
                    <a:pt x="2047059" y="3434068"/>
                  </a:lnTo>
                  <a:lnTo>
                    <a:pt x="2047184" y="3434068"/>
                  </a:lnTo>
                  <a:lnTo>
                    <a:pt x="2047309" y="3434068"/>
                  </a:lnTo>
                  <a:lnTo>
                    <a:pt x="2047434" y="3434068"/>
                  </a:lnTo>
                  <a:lnTo>
                    <a:pt x="2047559" y="3434068"/>
                  </a:lnTo>
                  <a:lnTo>
                    <a:pt x="2047684" y="3434068"/>
                  </a:lnTo>
                  <a:lnTo>
                    <a:pt x="2047809" y="3434068"/>
                  </a:lnTo>
                  <a:lnTo>
                    <a:pt x="2047934" y="3434068"/>
                  </a:lnTo>
                  <a:lnTo>
                    <a:pt x="2048059" y="3434068"/>
                  </a:lnTo>
                  <a:lnTo>
                    <a:pt x="2048184" y="3434068"/>
                  </a:lnTo>
                  <a:lnTo>
                    <a:pt x="2048309" y="3434068"/>
                  </a:lnTo>
                  <a:lnTo>
                    <a:pt x="2048434" y="3434068"/>
                  </a:lnTo>
                  <a:lnTo>
                    <a:pt x="2048559" y="3434068"/>
                  </a:lnTo>
                  <a:lnTo>
                    <a:pt x="2048684" y="3434068"/>
                  </a:lnTo>
                  <a:lnTo>
                    <a:pt x="2048809" y="3434068"/>
                  </a:lnTo>
                  <a:lnTo>
                    <a:pt x="2048934" y="3434068"/>
                  </a:lnTo>
                  <a:lnTo>
                    <a:pt x="2049059" y="3434068"/>
                  </a:lnTo>
                  <a:lnTo>
                    <a:pt x="2049185" y="3434068"/>
                  </a:lnTo>
                  <a:lnTo>
                    <a:pt x="2049310" y="3434068"/>
                  </a:lnTo>
                  <a:lnTo>
                    <a:pt x="2049435" y="3434068"/>
                  </a:lnTo>
                  <a:lnTo>
                    <a:pt x="2049560" y="3434068"/>
                  </a:lnTo>
                  <a:lnTo>
                    <a:pt x="2049685" y="3434068"/>
                  </a:lnTo>
                  <a:lnTo>
                    <a:pt x="2049810" y="3434068"/>
                  </a:lnTo>
                  <a:lnTo>
                    <a:pt x="2049935" y="3434068"/>
                  </a:lnTo>
                  <a:lnTo>
                    <a:pt x="2050060" y="3434068"/>
                  </a:lnTo>
                  <a:lnTo>
                    <a:pt x="2050185" y="3434068"/>
                  </a:lnTo>
                  <a:lnTo>
                    <a:pt x="2050310" y="3434068"/>
                  </a:lnTo>
                  <a:lnTo>
                    <a:pt x="2050435" y="3434068"/>
                  </a:lnTo>
                  <a:lnTo>
                    <a:pt x="2050560" y="3434068"/>
                  </a:lnTo>
                  <a:lnTo>
                    <a:pt x="2050685" y="3434068"/>
                  </a:lnTo>
                  <a:lnTo>
                    <a:pt x="2050810" y="3434068"/>
                  </a:lnTo>
                  <a:lnTo>
                    <a:pt x="2050935" y="3434068"/>
                  </a:lnTo>
                  <a:lnTo>
                    <a:pt x="2051060" y="3434068"/>
                  </a:lnTo>
                  <a:lnTo>
                    <a:pt x="2051185" y="3434068"/>
                  </a:lnTo>
                  <a:lnTo>
                    <a:pt x="2051310" y="3434068"/>
                  </a:lnTo>
                  <a:lnTo>
                    <a:pt x="2051435" y="3434068"/>
                  </a:lnTo>
                  <a:lnTo>
                    <a:pt x="2051560" y="3434068"/>
                  </a:lnTo>
                  <a:lnTo>
                    <a:pt x="2051685" y="3434068"/>
                  </a:lnTo>
                  <a:lnTo>
                    <a:pt x="2051810" y="3434068"/>
                  </a:lnTo>
                  <a:lnTo>
                    <a:pt x="2051935" y="3434068"/>
                  </a:lnTo>
                  <a:lnTo>
                    <a:pt x="2052060" y="3434068"/>
                  </a:lnTo>
                  <a:lnTo>
                    <a:pt x="2052186" y="3434068"/>
                  </a:lnTo>
                  <a:lnTo>
                    <a:pt x="2052311" y="3434068"/>
                  </a:lnTo>
                  <a:lnTo>
                    <a:pt x="2052436" y="3434068"/>
                  </a:lnTo>
                  <a:lnTo>
                    <a:pt x="2052561" y="3434068"/>
                  </a:lnTo>
                  <a:lnTo>
                    <a:pt x="2052686" y="3434068"/>
                  </a:lnTo>
                  <a:lnTo>
                    <a:pt x="2052811" y="3434068"/>
                  </a:lnTo>
                  <a:lnTo>
                    <a:pt x="2052936" y="3434068"/>
                  </a:lnTo>
                  <a:lnTo>
                    <a:pt x="2053061" y="3434068"/>
                  </a:lnTo>
                  <a:lnTo>
                    <a:pt x="2053186" y="3434068"/>
                  </a:lnTo>
                  <a:lnTo>
                    <a:pt x="2053311" y="3434068"/>
                  </a:lnTo>
                  <a:lnTo>
                    <a:pt x="2053436" y="3434068"/>
                  </a:lnTo>
                  <a:lnTo>
                    <a:pt x="2053561" y="3434068"/>
                  </a:lnTo>
                  <a:lnTo>
                    <a:pt x="2053686" y="3434068"/>
                  </a:lnTo>
                  <a:lnTo>
                    <a:pt x="2053811" y="3434068"/>
                  </a:lnTo>
                  <a:lnTo>
                    <a:pt x="2053936" y="3434068"/>
                  </a:lnTo>
                  <a:lnTo>
                    <a:pt x="2054061" y="3434068"/>
                  </a:lnTo>
                  <a:lnTo>
                    <a:pt x="2054186" y="3434068"/>
                  </a:lnTo>
                  <a:lnTo>
                    <a:pt x="2054311" y="3434068"/>
                  </a:lnTo>
                  <a:lnTo>
                    <a:pt x="2054436" y="3434068"/>
                  </a:lnTo>
                  <a:lnTo>
                    <a:pt x="2054561" y="3434068"/>
                  </a:lnTo>
                  <a:lnTo>
                    <a:pt x="2054686" y="3434068"/>
                  </a:lnTo>
                  <a:lnTo>
                    <a:pt x="2054811" y="3434068"/>
                  </a:lnTo>
                  <a:lnTo>
                    <a:pt x="2054936" y="3434068"/>
                  </a:lnTo>
                  <a:lnTo>
                    <a:pt x="2055061" y="3434068"/>
                  </a:lnTo>
                  <a:lnTo>
                    <a:pt x="2055187" y="3434068"/>
                  </a:lnTo>
                  <a:lnTo>
                    <a:pt x="2055312" y="3434068"/>
                  </a:lnTo>
                  <a:lnTo>
                    <a:pt x="2055437" y="3434068"/>
                  </a:lnTo>
                  <a:lnTo>
                    <a:pt x="2055562" y="3434068"/>
                  </a:lnTo>
                  <a:lnTo>
                    <a:pt x="2055687" y="3434068"/>
                  </a:lnTo>
                  <a:lnTo>
                    <a:pt x="2055812" y="3434068"/>
                  </a:lnTo>
                  <a:lnTo>
                    <a:pt x="2055937" y="3434068"/>
                  </a:lnTo>
                  <a:lnTo>
                    <a:pt x="2056062" y="3434068"/>
                  </a:lnTo>
                  <a:lnTo>
                    <a:pt x="2056187" y="3434068"/>
                  </a:lnTo>
                  <a:lnTo>
                    <a:pt x="2056312" y="3434068"/>
                  </a:lnTo>
                  <a:lnTo>
                    <a:pt x="2056437" y="3434068"/>
                  </a:lnTo>
                  <a:lnTo>
                    <a:pt x="2056562" y="3434068"/>
                  </a:lnTo>
                  <a:lnTo>
                    <a:pt x="2056687" y="3434068"/>
                  </a:lnTo>
                  <a:lnTo>
                    <a:pt x="2056812" y="3434068"/>
                  </a:lnTo>
                  <a:lnTo>
                    <a:pt x="2056937" y="3434068"/>
                  </a:lnTo>
                  <a:lnTo>
                    <a:pt x="2057062" y="3434068"/>
                  </a:lnTo>
                  <a:lnTo>
                    <a:pt x="2057187" y="3434068"/>
                  </a:lnTo>
                  <a:lnTo>
                    <a:pt x="2057312" y="3434068"/>
                  </a:lnTo>
                  <a:lnTo>
                    <a:pt x="2057437" y="3434068"/>
                  </a:lnTo>
                  <a:lnTo>
                    <a:pt x="2057562" y="3434068"/>
                  </a:lnTo>
                  <a:lnTo>
                    <a:pt x="2057687" y="3434068"/>
                  </a:lnTo>
                  <a:lnTo>
                    <a:pt x="2057812" y="3434068"/>
                  </a:lnTo>
                  <a:lnTo>
                    <a:pt x="2057937" y="3434068"/>
                  </a:lnTo>
                  <a:lnTo>
                    <a:pt x="2058063" y="3434068"/>
                  </a:lnTo>
                  <a:lnTo>
                    <a:pt x="2058188" y="3434068"/>
                  </a:lnTo>
                  <a:lnTo>
                    <a:pt x="2058313" y="3434068"/>
                  </a:lnTo>
                  <a:lnTo>
                    <a:pt x="2058438" y="3434068"/>
                  </a:lnTo>
                  <a:lnTo>
                    <a:pt x="2058563" y="3434068"/>
                  </a:lnTo>
                  <a:lnTo>
                    <a:pt x="2058688" y="3434068"/>
                  </a:lnTo>
                  <a:lnTo>
                    <a:pt x="2058813" y="3434068"/>
                  </a:lnTo>
                  <a:lnTo>
                    <a:pt x="2058938" y="3434068"/>
                  </a:lnTo>
                  <a:lnTo>
                    <a:pt x="2059063" y="3434068"/>
                  </a:lnTo>
                  <a:lnTo>
                    <a:pt x="2059188" y="3434068"/>
                  </a:lnTo>
                  <a:lnTo>
                    <a:pt x="2059313" y="3434068"/>
                  </a:lnTo>
                  <a:lnTo>
                    <a:pt x="2059438" y="3434068"/>
                  </a:lnTo>
                  <a:lnTo>
                    <a:pt x="2059563" y="3434068"/>
                  </a:lnTo>
                  <a:lnTo>
                    <a:pt x="2059688" y="3434068"/>
                  </a:lnTo>
                  <a:lnTo>
                    <a:pt x="2059813" y="3434068"/>
                  </a:lnTo>
                  <a:lnTo>
                    <a:pt x="2059938" y="3434068"/>
                  </a:lnTo>
                  <a:lnTo>
                    <a:pt x="2060063" y="3434068"/>
                  </a:lnTo>
                  <a:lnTo>
                    <a:pt x="2060188" y="3434068"/>
                  </a:lnTo>
                  <a:lnTo>
                    <a:pt x="2060313" y="3434068"/>
                  </a:lnTo>
                  <a:lnTo>
                    <a:pt x="2060438" y="3434068"/>
                  </a:lnTo>
                  <a:lnTo>
                    <a:pt x="2060563" y="3434068"/>
                  </a:lnTo>
                  <a:lnTo>
                    <a:pt x="2060688" y="3434068"/>
                  </a:lnTo>
                  <a:lnTo>
                    <a:pt x="2060813" y="3434068"/>
                  </a:lnTo>
                  <a:lnTo>
                    <a:pt x="2060938" y="3434068"/>
                  </a:lnTo>
                  <a:lnTo>
                    <a:pt x="2061064" y="3434068"/>
                  </a:lnTo>
                  <a:lnTo>
                    <a:pt x="2061189" y="3434068"/>
                  </a:lnTo>
                  <a:lnTo>
                    <a:pt x="2061314" y="3434068"/>
                  </a:lnTo>
                  <a:lnTo>
                    <a:pt x="2061439" y="3434068"/>
                  </a:lnTo>
                  <a:lnTo>
                    <a:pt x="2061564" y="3434068"/>
                  </a:lnTo>
                  <a:lnTo>
                    <a:pt x="2061689" y="3434068"/>
                  </a:lnTo>
                  <a:lnTo>
                    <a:pt x="2061814" y="3434068"/>
                  </a:lnTo>
                  <a:lnTo>
                    <a:pt x="2061939" y="3434068"/>
                  </a:lnTo>
                  <a:lnTo>
                    <a:pt x="2062064" y="3434068"/>
                  </a:lnTo>
                  <a:lnTo>
                    <a:pt x="2062189" y="3434068"/>
                  </a:lnTo>
                  <a:lnTo>
                    <a:pt x="2062314" y="3434068"/>
                  </a:lnTo>
                  <a:lnTo>
                    <a:pt x="2062439" y="3434068"/>
                  </a:lnTo>
                  <a:lnTo>
                    <a:pt x="2062564" y="3434068"/>
                  </a:lnTo>
                  <a:lnTo>
                    <a:pt x="2062689" y="3434068"/>
                  </a:lnTo>
                  <a:lnTo>
                    <a:pt x="2062814" y="3434068"/>
                  </a:lnTo>
                  <a:lnTo>
                    <a:pt x="2062939" y="3434068"/>
                  </a:lnTo>
                  <a:lnTo>
                    <a:pt x="2063064" y="3434068"/>
                  </a:lnTo>
                  <a:lnTo>
                    <a:pt x="2063189" y="3434068"/>
                  </a:lnTo>
                  <a:lnTo>
                    <a:pt x="2063314" y="3434068"/>
                  </a:lnTo>
                  <a:lnTo>
                    <a:pt x="2063439" y="3434068"/>
                  </a:lnTo>
                  <a:lnTo>
                    <a:pt x="2063564" y="3434068"/>
                  </a:lnTo>
                  <a:lnTo>
                    <a:pt x="2063689" y="3434068"/>
                  </a:lnTo>
                  <a:lnTo>
                    <a:pt x="2063814" y="3434068"/>
                  </a:lnTo>
                  <a:lnTo>
                    <a:pt x="2063939" y="3434068"/>
                  </a:lnTo>
                  <a:lnTo>
                    <a:pt x="2064065" y="3434068"/>
                  </a:lnTo>
                  <a:lnTo>
                    <a:pt x="2064190" y="3434068"/>
                  </a:lnTo>
                  <a:lnTo>
                    <a:pt x="2064315" y="3434068"/>
                  </a:lnTo>
                  <a:lnTo>
                    <a:pt x="2064440" y="3434068"/>
                  </a:lnTo>
                  <a:lnTo>
                    <a:pt x="2064565" y="3434068"/>
                  </a:lnTo>
                  <a:lnTo>
                    <a:pt x="2064690" y="3434068"/>
                  </a:lnTo>
                  <a:lnTo>
                    <a:pt x="2064815" y="3434068"/>
                  </a:lnTo>
                  <a:lnTo>
                    <a:pt x="2064940" y="3434068"/>
                  </a:lnTo>
                  <a:lnTo>
                    <a:pt x="2065065" y="3434068"/>
                  </a:lnTo>
                  <a:lnTo>
                    <a:pt x="2065190" y="3434068"/>
                  </a:lnTo>
                  <a:lnTo>
                    <a:pt x="2065315" y="3434068"/>
                  </a:lnTo>
                  <a:lnTo>
                    <a:pt x="2065440" y="3434068"/>
                  </a:lnTo>
                  <a:lnTo>
                    <a:pt x="2065565" y="3434068"/>
                  </a:lnTo>
                  <a:lnTo>
                    <a:pt x="2065690" y="3434068"/>
                  </a:lnTo>
                  <a:lnTo>
                    <a:pt x="2065815" y="3434068"/>
                  </a:lnTo>
                  <a:lnTo>
                    <a:pt x="2065940" y="3434068"/>
                  </a:lnTo>
                  <a:lnTo>
                    <a:pt x="2066065" y="3434068"/>
                  </a:lnTo>
                  <a:lnTo>
                    <a:pt x="2066190" y="3434068"/>
                  </a:lnTo>
                  <a:lnTo>
                    <a:pt x="2066315" y="3434068"/>
                  </a:lnTo>
                  <a:lnTo>
                    <a:pt x="2066440" y="3434068"/>
                  </a:lnTo>
                  <a:lnTo>
                    <a:pt x="2066565" y="3434068"/>
                  </a:lnTo>
                  <a:lnTo>
                    <a:pt x="2066690" y="3434068"/>
                  </a:lnTo>
                  <a:lnTo>
                    <a:pt x="2066815" y="3434068"/>
                  </a:lnTo>
                  <a:lnTo>
                    <a:pt x="2066940" y="3434068"/>
                  </a:lnTo>
                  <a:lnTo>
                    <a:pt x="2067066" y="3434068"/>
                  </a:lnTo>
                  <a:lnTo>
                    <a:pt x="2067191" y="3434068"/>
                  </a:lnTo>
                  <a:lnTo>
                    <a:pt x="2067316" y="3434068"/>
                  </a:lnTo>
                  <a:lnTo>
                    <a:pt x="2067441" y="3434068"/>
                  </a:lnTo>
                  <a:lnTo>
                    <a:pt x="2067566" y="3434068"/>
                  </a:lnTo>
                  <a:lnTo>
                    <a:pt x="2067691" y="3434068"/>
                  </a:lnTo>
                  <a:lnTo>
                    <a:pt x="2067816" y="3434068"/>
                  </a:lnTo>
                  <a:lnTo>
                    <a:pt x="2067941" y="3434068"/>
                  </a:lnTo>
                  <a:lnTo>
                    <a:pt x="2068066" y="3434068"/>
                  </a:lnTo>
                  <a:lnTo>
                    <a:pt x="2068191" y="3434068"/>
                  </a:lnTo>
                  <a:lnTo>
                    <a:pt x="2068191" y="3424114"/>
                  </a:lnTo>
                  <a:lnTo>
                    <a:pt x="2068316" y="3424114"/>
                  </a:lnTo>
                  <a:lnTo>
                    <a:pt x="2068441" y="3424114"/>
                  </a:lnTo>
                  <a:lnTo>
                    <a:pt x="2068566" y="3424114"/>
                  </a:lnTo>
                  <a:lnTo>
                    <a:pt x="2068691" y="3424114"/>
                  </a:lnTo>
                  <a:lnTo>
                    <a:pt x="2068816" y="3424114"/>
                  </a:lnTo>
                  <a:lnTo>
                    <a:pt x="2068941" y="3424114"/>
                  </a:lnTo>
                  <a:lnTo>
                    <a:pt x="2069066" y="3424114"/>
                  </a:lnTo>
                  <a:lnTo>
                    <a:pt x="2069191" y="3424114"/>
                  </a:lnTo>
                  <a:lnTo>
                    <a:pt x="2069316" y="3424114"/>
                  </a:lnTo>
                  <a:lnTo>
                    <a:pt x="2069441" y="3424114"/>
                  </a:lnTo>
                  <a:lnTo>
                    <a:pt x="2069566" y="3424114"/>
                  </a:lnTo>
                  <a:lnTo>
                    <a:pt x="2069691" y="3424114"/>
                  </a:lnTo>
                  <a:lnTo>
                    <a:pt x="2069816" y="3424114"/>
                  </a:lnTo>
                  <a:lnTo>
                    <a:pt x="2069941" y="3424114"/>
                  </a:lnTo>
                  <a:lnTo>
                    <a:pt x="2070067" y="3424114"/>
                  </a:lnTo>
                  <a:lnTo>
                    <a:pt x="2070192" y="3424114"/>
                  </a:lnTo>
                  <a:lnTo>
                    <a:pt x="2070317" y="3424114"/>
                  </a:lnTo>
                  <a:lnTo>
                    <a:pt x="2070442" y="3424114"/>
                  </a:lnTo>
                  <a:lnTo>
                    <a:pt x="2070567" y="3424114"/>
                  </a:lnTo>
                  <a:lnTo>
                    <a:pt x="2070692" y="3424114"/>
                  </a:lnTo>
                  <a:lnTo>
                    <a:pt x="2070817" y="3424114"/>
                  </a:lnTo>
                  <a:lnTo>
                    <a:pt x="2070942" y="3424114"/>
                  </a:lnTo>
                  <a:lnTo>
                    <a:pt x="2071067" y="3424114"/>
                  </a:lnTo>
                  <a:lnTo>
                    <a:pt x="2071192" y="3424114"/>
                  </a:lnTo>
                  <a:lnTo>
                    <a:pt x="2071317" y="3424114"/>
                  </a:lnTo>
                  <a:lnTo>
                    <a:pt x="2071317" y="3414161"/>
                  </a:lnTo>
                  <a:lnTo>
                    <a:pt x="2071442" y="3414161"/>
                  </a:lnTo>
                  <a:lnTo>
                    <a:pt x="2071567" y="3414161"/>
                  </a:lnTo>
                  <a:lnTo>
                    <a:pt x="2071692" y="3414161"/>
                  </a:lnTo>
                  <a:lnTo>
                    <a:pt x="2071817" y="3414161"/>
                  </a:lnTo>
                  <a:lnTo>
                    <a:pt x="2071942" y="3414161"/>
                  </a:lnTo>
                  <a:lnTo>
                    <a:pt x="2072067" y="3414161"/>
                  </a:lnTo>
                  <a:lnTo>
                    <a:pt x="2072192" y="3414161"/>
                  </a:lnTo>
                  <a:lnTo>
                    <a:pt x="2072317" y="3414161"/>
                  </a:lnTo>
                  <a:lnTo>
                    <a:pt x="2072317" y="3404207"/>
                  </a:lnTo>
                  <a:lnTo>
                    <a:pt x="2072442" y="3404207"/>
                  </a:lnTo>
                  <a:lnTo>
                    <a:pt x="2072567" y="3404207"/>
                  </a:lnTo>
                  <a:lnTo>
                    <a:pt x="2072692" y="3404207"/>
                  </a:lnTo>
                  <a:lnTo>
                    <a:pt x="2072817" y="3404207"/>
                  </a:lnTo>
                  <a:lnTo>
                    <a:pt x="2072942" y="3404207"/>
                  </a:lnTo>
                  <a:lnTo>
                    <a:pt x="2073068" y="3404207"/>
                  </a:lnTo>
                  <a:lnTo>
                    <a:pt x="2073193" y="3404207"/>
                  </a:lnTo>
                  <a:lnTo>
                    <a:pt x="2073318" y="3404207"/>
                  </a:lnTo>
                  <a:lnTo>
                    <a:pt x="2073443" y="3404207"/>
                  </a:lnTo>
                  <a:lnTo>
                    <a:pt x="2073568" y="3404207"/>
                  </a:lnTo>
                  <a:lnTo>
                    <a:pt x="2073693" y="3404207"/>
                  </a:lnTo>
                  <a:lnTo>
                    <a:pt x="2073818" y="3404207"/>
                  </a:lnTo>
                  <a:lnTo>
                    <a:pt x="2073943" y="3404207"/>
                  </a:lnTo>
                  <a:lnTo>
                    <a:pt x="2074068" y="3404207"/>
                  </a:lnTo>
                  <a:lnTo>
                    <a:pt x="2074193" y="3404207"/>
                  </a:lnTo>
                  <a:lnTo>
                    <a:pt x="2074318" y="3404207"/>
                  </a:lnTo>
                  <a:lnTo>
                    <a:pt x="2074443" y="3404207"/>
                  </a:lnTo>
                  <a:lnTo>
                    <a:pt x="2074568" y="3404207"/>
                  </a:lnTo>
                  <a:lnTo>
                    <a:pt x="2074693" y="3404207"/>
                  </a:lnTo>
                  <a:lnTo>
                    <a:pt x="2074818" y="3404207"/>
                  </a:lnTo>
                  <a:lnTo>
                    <a:pt x="2074943" y="3404207"/>
                  </a:lnTo>
                  <a:lnTo>
                    <a:pt x="2075068" y="3404207"/>
                  </a:lnTo>
                  <a:lnTo>
                    <a:pt x="2075193" y="3404207"/>
                  </a:lnTo>
                  <a:lnTo>
                    <a:pt x="2075318" y="3404207"/>
                  </a:lnTo>
                  <a:lnTo>
                    <a:pt x="2075443" y="3404207"/>
                  </a:lnTo>
                  <a:lnTo>
                    <a:pt x="2075568" y="3404207"/>
                  </a:lnTo>
                  <a:lnTo>
                    <a:pt x="2075693" y="3404207"/>
                  </a:lnTo>
                  <a:lnTo>
                    <a:pt x="2075818" y="3404207"/>
                  </a:lnTo>
                  <a:lnTo>
                    <a:pt x="2075943" y="3404207"/>
                  </a:lnTo>
                  <a:lnTo>
                    <a:pt x="2076069" y="3404207"/>
                  </a:lnTo>
                  <a:lnTo>
                    <a:pt x="2076194" y="3404207"/>
                  </a:lnTo>
                  <a:lnTo>
                    <a:pt x="2076319" y="3404207"/>
                  </a:lnTo>
                  <a:lnTo>
                    <a:pt x="2076444" y="3404207"/>
                  </a:lnTo>
                  <a:lnTo>
                    <a:pt x="2076569" y="3404207"/>
                  </a:lnTo>
                  <a:lnTo>
                    <a:pt x="2076694" y="3404207"/>
                  </a:lnTo>
                  <a:lnTo>
                    <a:pt x="2076819" y="3404207"/>
                  </a:lnTo>
                  <a:lnTo>
                    <a:pt x="2076944" y="3404207"/>
                  </a:lnTo>
                  <a:lnTo>
                    <a:pt x="2077069" y="3404207"/>
                  </a:lnTo>
                  <a:lnTo>
                    <a:pt x="2077194" y="3404207"/>
                  </a:lnTo>
                  <a:lnTo>
                    <a:pt x="2077319" y="3404207"/>
                  </a:lnTo>
                  <a:lnTo>
                    <a:pt x="2077444" y="3404207"/>
                  </a:lnTo>
                  <a:lnTo>
                    <a:pt x="2077569" y="3404207"/>
                  </a:lnTo>
                  <a:lnTo>
                    <a:pt x="2077694" y="3404207"/>
                  </a:lnTo>
                  <a:lnTo>
                    <a:pt x="2077819" y="3404207"/>
                  </a:lnTo>
                  <a:lnTo>
                    <a:pt x="2077944" y="3404207"/>
                  </a:lnTo>
                  <a:lnTo>
                    <a:pt x="2078069" y="3404207"/>
                  </a:lnTo>
                  <a:lnTo>
                    <a:pt x="2078194" y="3404207"/>
                  </a:lnTo>
                  <a:lnTo>
                    <a:pt x="2078319" y="3404207"/>
                  </a:lnTo>
                  <a:lnTo>
                    <a:pt x="2078444" y="3404207"/>
                  </a:lnTo>
                  <a:lnTo>
                    <a:pt x="2078569" y="3404207"/>
                  </a:lnTo>
                  <a:lnTo>
                    <a:pt x="2078694" y="3404207"/>
                  </a:lnTo>
                  <a:lnTo>
                    <a:pt x="2078819" y="3404207"/>
                  </a:lnTo>
                  <a:lnTo>
                    <a:pt x="2078944" y="3404207"/>
                  </a:lnTo>
                  <a:lnTo>
                    <a:pt x="2079070" y="3404207"/>
                  </a:lnTo>
                  <a:lnTo>
                    <a:pt x="2079195" y="3404207"/>
                  </a:lnTo>
                  <a:lnTo>
                    <a:pt x="2079320" y="3404207"/>
                  </a:lnTo>
                  <a:lnTo>
                    <a:pt x="2079445" y="3404207"/>
                  </a:lnTo>
                  <a:lnTo>
                    <a:pt x="2079570" y="3404207"/>
                  </a:lnTo>
                  <a:lnTo>
                    <a:pt x="2079695" y="3404207"/>
                  </a:lnTo>
                  <a:lnTo>
                    <a:pt x="2079695" y="3394253"/>
                  </a:lnTo>
                  <a:lnTo>
                    <a:pt x="2079820" y="3394253"/>
                  </a:lnTo>
                  <a:lnTo>
                    <a:pt x="2079945" y="3394253"/>
                  </a:lnTo>
                  <a:lnTo>
                    <a:pt x="2080070" y="3394253"/>
                  </a:lnTo>
                  <a:lnTo>
                    <a:pt x="2080195" y="3394253"/>
                  </a:lnTo>
                  <a:lnTo>
                    <a:pt x="2080320" y="3394253"/>
                  </a:lnTo>
                  <a:lnTo>
                    <a:pt x="2080445" y="3394253"/>
                  </a:lnTo>
                  <a:lnTo>
                    <a:pt x="2080570" y="3394253"/>
                  </a:lnTo>
                  <a:lnTo>
                    <a:pt x="2080695" y="3394253"/>
                  </a:lnTo>
                  <a:lnTo>
                    <a:pt x="2080820" y="3394253"/>
                  </a:lnTo>
                  <a:lnTo>
                    <a:pt x="2080945" y="3394253"/>
                  </a:lnTo>
                  <a:lnTo>
                    <a:pt x="2081070" y="3394253"/>
                  </a:lnTo>
                  <a:lnTo>
                    <a:pt x="2081195" y="3394253"/>
                  </a:lnTo>
                  <a:lnTo>
                    <a:pt x="2081320" y="3394253"/>
                  </a:lnTo>
                  <a:lnTo>
                    <a:pt x="2081445" y="3394253"/>
                  </a:lnTo>
                  <a:lnTo>
                    <a:pt x="2081570" y="3394253"/>
                  </a:lnTo>
                  <a:lnTo>
                    <a:pt x="2081695" y="3394253"/>
                  </a:lnTo>
                  <a:lnTo>
                    <a:pt x="2081820" y="3394253"/>
                  </a:lnTo>
                  <a:lnTo>
                    <a:pt x="2081945" y="3394253"/>
                  </a:lnTo>
                  <a:lnTo>
                    <a:pt x="2082071" y="3394253"/>
                  </a:lnTo>
                  <a:lnTo>
                    <a:pt x="2082196" y="3394253"/>
                  </a:lnTo>
                  <a:lnTo>
                    <a:pt x="2082321" y="3394253"/>
                  </a:lnTo>
                  <a:lnTo>
                    <a:pt x="2082446" y="3394253"/>
                  </a:lnTo>
                  <a:lnTo>
                    <a:pt x="2082571" y="3394253"/>
                  </a:lnTo>
                  <a:lnTo>
                    <a:pt x="2082696" y="3394253"/>
                  </a:lnTo>
                  <a:lnTo>
                    <a:pt x="2082821" y="3394253"/>
                  </a:lnTo>
                  <a:lnTo>
                    <a:pt x="2082946" y="3394253"/>
                  </a:lnTo>
                  <a:lnTo>
                    <a:pt x="2083071" y="3394253"/>
                  </a:lnTo>
                  <a:lnTo>
                    <a:pt x="2083196" y="3394253"/>
                  </a:lnTo>
                  <a:lnTo>
                    <a:pt x="2083321" y="3394253"/>
                  </a:lnTo>
                  <a:lnTo>
                    <a:pt x="2083446" y="3394253"/>
                  </a:lnTo>
                  <a:lnTo>
                    <a:pt x="2083571" y="3394253"/>
                  </a:lnTo>
                  <a:lnTo>
                    <a:pt x="2083696" y="3394253"/>
                  </a:lnTo>
                  <a:lnTo>
                    <a:pt x="2083821" y="3394253"/>
                  </a:lnTo>
                  <a:lnTo>
                    <a:pt x="2083946" y="3394253"/>
                  </a:lnTo>
                  <a:lnTo>
                    <a:pt x="2084071" y="3394253"/>
                  </a:lnTo>
                  <a:lnTo>
                    <a:pt x="2084196" y="3394253"/>
                  </a:lnTo>
                  <a:lnTo>
                    <a:pt x="2084321" y="3394253"/>
                  </a:lnTo>
                  <a:lnTo>
                    <a:pt x="2084446" y="3394253"/>
                  </a:lnTo>
                  <a:lnTo>
                    <a:pt x="2084571" y="3394253"/>
                  </a:lnTo>
                  <a:lnTo>
                    <a:pt x="2084696" y="3394253"/>
                  </a:lnTo>
                  <a:lnTo>
                    <a:pt x="2084821" y="3394253"/>
                  </a:lnTo>
                  <a:lnTo>
                    <a:pt x="2084946" y="3394253"/>
                  </a:lnTo>
                  <a:lnTo>
                    <a:pt x="2085072" y="3394253"/>
                  </a:lnTo>
                  <a:lnTo>
                    <a:pt x="2085197" y="3394253"/>
                  </a:lnTo>
                  <a:lnTo>
                    <a:pt x="2085322" y="3394253"/>
                  </a:lnTo>
                  <a:lnTo>
                    <a:pt x="2085447" y="3394253"/>
                  </a:lnTo>
                  <a:lnTo>
                    <a:pt x="2085572" y="3394253"/>
                  </a:lnTo>
                  <a:lnTo>
                    <a:pt x="2085697" y="3394253"/>
                  </a:lnTo>
                  <a:lnTo>
                    <a:pt x="2085822" y="3394253"/>
                  </a:lnTo>
                  <a:lnTo>
                    <a:pt x="2085947" y="3394253"/>
                  </a:lnTo>
                  <a:lnTo>
                    <a:pt x="2086072" y="3394253"/>
                  </a:lnTo>
                  <a:lnTo>
                    <a:pt x="2086197" y="3394253"/>
                  </a:lnTo>
                  <a:lnTo>
                    <a:pt x="2086322" y="3394253"/>
                  </a:lnTo>
                  <a:lnTo>
                    <a:pt x="2086447" y="3394253"/>
                  </a:lnTo>
                  <a:lnTo>
                    <a:pt x="2086572" y="3394253"/>
                  </a:lnTo>
                  <a:lnTo>
                    <a:pt x="2086697" y="3394253"/>
                  </a:lnTo>
                  <a:lnTo>
                    <a:pt x="2086822" y="3394253"/>
                  </a:lnTo>
                  <a:lnTo>
                    <a:pt x="2086947" y="3394253"/>
                  </a:lnTo>
                  <a:lnTo>
                    <a:pt x="2087072" y="3394253"/>
                  </a:lnTo>
                  <a:lnTo>
                    <a:pt x="2087197" y="3394253"/>
                  </a:lnTo>
                  <a:lnTo>
                    <a:pt x="2087322" y="3394253"/>
                  </a:lnTo>
                  <a:lnTo>
                    <a:pt x="2087447" y="3394253"/>
                  </a:lnTo>
                  <a:lnTo>
                    <a:pt x="2087572" y="3394253"/>
                  </a:lnTo>
                  <a:lnTo>
                    <a:pt x="2087697" y="3394253"/>
                  </a:lnTo>
                  <a:lnTo>
                    <a:pt x="2087822" y="3394253"/>
                  </a:lnTo>
                  <a:lnTo>
                    <a:pt x="2087947" y="3394253"/>
                  </a:lnTo>
                  <a:lnTo>
                    <a:pt x="2088073" y="3394253"/>
                  </a:lnTo>
                  <a:lnTo>
                    <a:pt x="2088198" y="3394253"/>
                  </a:lnTo>
                  <a:lnTo>
                    <a:pt x="2088323" y="3394253"/>
                  </a:lnTo>
                  <a:lnTo>
                    <a:pt x="2088448" y="3394253"/>
                  </a:lnTo>
                  <a:lnTo>
                    <a:pt x="2088573" y="3394253"/>
                  </a:lnTo>
                  <a:lnTo>
                    <a:pt x="2088698" y="3394253"/>
                  </a:lnTo>
                  <a:lnTo>
                    <a:pt x="2088823" y="3394253"/>
                  </a:lnTo>
                  <a:lnTo>
                    <a:pt x="2088948" y="3394253"/>
                  </a:lnTo>
                  <a:lnTo>
                    <a:pt x="2089073" y="3394253"/>
                  </a:lnTo>
                  <a:lnTo>
                    <a:pt x="2089198" y="3394253"/>
                  </a:lnTo>
                  <a:lnTo>
                    <a:pt x="2089323" y="3394253"/>
                  </a:lnTo>
                  <a:lnTo>
                    <a:pt x="2089448" y="3394253"/>
                  </a:lnTo>
                  <a:lnTo>
                    <a:pt x="2089573" y="3394253"/>
                  </a:lnTo>
                  <a:lnTo>
                    <a:pt x="2089698" y="3394253"/>
                  </a:lnTo>
                  <a:lnTo>
                    <a:pt x="2089823" y="3394253"/>
                  </a:lnTo>
                  <a:lnTo>
                    <a:pt x="2089948" y="3394253"/>
                  </a:lnTo>
                  <a:lnTo>
                    <a:pt x="2090073" y="3394253"/>
                  </a:lnTo>
                  <a:lnTo>
                    <a:pt x="2090198" y="3394253"/>
                  </a:lnTo>
                  <a:lnTo>
                    <a:pt x="2090323" y="3394253"/>
                  </a:lnTo>
                  <a:lnTo>
                    <a:pt x="2090448" y="3394253"/>
                  </a:lnTo>
                  <a:lnTo>
                    <a:pt x="2090573" y="3394253"/>
                  </a:lnTo>
                  <a:lnTo>
                    <a:pt x="2090698" y="3394253"/>
                  </a:lnTo>
                  <a:lnTo>
                    <a:pt x="2090823" y="3394253"/>
                  </a:lnTo>
                  <a:lnTo>
                    <a:pt x="2090948" y="3394253"/>
                  </a:lnTo>
                  <a:lnTo>
                    <a:pt x="2091074" y="3394253"/>
                  </a:lnTo>
                  <a:lnTo>
                    <a:pt x="2091199" y="3394253"/>
                  </a:lnTo>
                  <a:lnTo>
                    <a:pt x="2091324" y="3394253"/>
                  </a:lnTo>
                  <a:lnTo>
                    <a:pt x="2091449" y="3394253"/>
                  </a:lnTo>
                  <a:lnTo>
                    <a:pt x="2091574" y="3394253"/>
                  </a:lnTo>
                  <a:lnTo>
                    <a:pt x="2091699" y="3394253"/>
                  </a:lnTo>
                  <a:lnTo>
                    <a:pt x="2091824" y="3394253"/>
                  </a:lnTo>
                  <a:lnTo>
                    <a:pt x="2091949" y="3394253"/>
                  </a:lnTo>
                  <a:lnTo>
                    <a:pt x="2092074" y="3394253"/>
                  </a:lnTo>
                  <a:lnTo>
                    <a:pt x="2092199" y="3394253"/>
                  </a:lnTo>
                  <a:lnTo>
                    <a:pt x="2092324" y="3394253"/>
                  </a:lnTo>
                  <a:lnTo>
                    <a:pt x="2092449" y="3394253"/>
                  </a:lnTo>
                  <a:lnTo>
                    <a:pt x="2092574" y="3394253"/>
                  </a:lnTo>
                  <a:lnTo>
                    <a:pt x="2092699" y="3394253"/>
                  </a:lnTo>
                  <a:lnTo>
                    <a:pt x="2092824" y="3394253"/>
                  </a:lnTo>
                  <a:lnTo>
                    <a:pt x="2092949" y="3394253"/>
                  </a:lnTo>
                  <a:lnTo>
                    <a:pt x="2093074" y="3394253"/>
                  </a:lnTo>
                  <a:lnTo>
                    <a:pt x="2093199" y="3394253"/>
                  </a:lnTo>
                  <a:lnTo>
                    <a:pt x="2093324" y="3394253"/>
                  </a:lnTo>
                  <a:lnTo>
                    <a:pt x="2093449" y="3394253"/>
                  </a:lnTo>
                  <a:lnTo>
                    <a:pt x="2093574" y="3394253"/>
                  </a:lnTo>
                  <a:lnTo>
                    <a:pt x="2093699" y="3394253"/>
                  </a:lnTo>
                  <a:lnTo>
                    <a:pt x="2093824" y="3394253"/>
                  </a:lnTo>
                  <a:lnTo>
                    <a:pt x="2093949" y="3394253"/>
                  </a:lnTo>
                  <a:lnTo>
                    <a:pt x="2094075" y="3394253"/>
                  </a:lnTo>
                  <a:lnTo>
                    <a:pt x="2094200" y="3394253"/>
                  </a:lnTo>
                  <a:lnTo>
                    <a:pt x="2094325" y="3394253"/>
                  </a:lnTo>
                  <a:lnTo>
                    <a:pt x="2094450" y="3394253"/>
                  </a:lnTo>
                  <a:lnTo>
                    <a:pt x="2094575" y="3394253"/>
                  </a:lnTo>
                  <a:lnTo>
                    <a:pt x="2094700" y="3394253"/>
                  </a:lnTo>
                  <a:lnTo>
                    <a:pt x="2094825" y="3394253"/>
                  </a:lnTo>
                  <a:lnTo>
                    <a:pt x="2094950" y="3394253"/>
                  </a:lnTo>
                  <a:lnTo>
                    <a:pt x="2095075" y="3394253"/>
                  </a:lnTo>
                  <a:lnTo>
                    <a:pt x="2095200" y="3394253"/>
                  </a:lnTo>
                  <a:lnTo>
                    <a:pt x="2095325" y="3394253"/>
                  </a:lnTo>
                  <a:lnTo>
                    <a:pt x="2095450" y="3394253"/>
                  </a:lnTo>
                  <a:lnTo>
                    <a:pt x="2095575" y="3394253"/>
                  </a:lnTo>
                  <a:lnTo>
                    <a:pt x="2095700" y="3394253"/>
                  </a:lnTo>
                  <a:lnTo>
                    <a:pt x="2095825" y="3394253"/>
                  </a:lnTo>
                  <a:lnTo>
                    <a:pt x="2095950" y="3394253"/>
                  </a:lnTo>
                  <a:lnTo>
                    <a:pt x="2096075" y="3394253"/>
                  </a:lnTo>
                  <a:lnTo>
                    <a:pt x="2096200" y="3394253"/>
                  </a:lnTo>
                  <a:lnTo>
                    <a:pt x="2096325" y="3394253"/>
                  </a:lnTo>
                  <a:lnTo>
                    <a:pt x="2096450" y="3394253"/>
                  </a:lnTo>
                  <a:lnTo>
                    <a:pt x="2096575" y="3394253"/>
                  </a:lnTo>
                  <a:lnTo>
                    <a:pt x="2096700" y="3394253"/>
                  </a:lnTo>
                  <a:lnTo>
                    <a:pt x="2096825" y="3394253"/>
                  </a:lnTo>
                  <a:lnTo>
                    <a:pt x="2096951" y="3394253"/>
                  </a:lnTo>
                  <a:lnTo>
                    <a:pt x="2097076" y="3394253"/>
                  </a:lnTo>
                  <a:lnTo>
                    <a:pt x="2097201" y="3394253"/>
                  </a:lnTo>
                  <a:lnTo>
                    <a:pt x="2097326" y="3394253"/>
                  </a:lnTo>
                  <a:lnTo>
                    <a:pt x="2097451" y="3394253"/>
                  </a:lnTo>
                  <a:lnTo>
                    <a:pt x="2097576" y="3394253"/>
                  </a:lnTo>
                  <a:lnTo>
                    <a:pt x="2097701" y="3394253"/>
                  </a:lnTo>
                  <a:lnTo>
                    <a:pt x="2097826" y="3394253"/>
                  </a:lnTo>
                  <a:lnTo>
                    <a:pt x="2097951" y="3394253"/>
                  </a:lnTo>
                  <a:lnTo>
                    <a:pt x="2098076" y="3394253"/>
                  </a:lnTo>
                  <a:lnTo>
                    <a:pt x="2098201" y="3394253"/>
                  </a:lnTo>
                  <a:lnTo>
                    <a:pt x="2098326" y="3394253"/>
                  </a:lnTo>
                  <a:lnTo>
                    <a:pt x="2098451" y="3394253"/>
                  </a:lnTo>
                  <a:lnTo>
                    <a:pt x="2098576" y="3394253"/>
                  </a:lnTo>
                  <a:lnTo>
                    <a:pt x="2098701" y="3394253"/>
                  </a:lnTo>
                  <a:lnTo>
                    <a:pt x="2098826" y="3394253"/>
                  </a:lnTo>
                  <a:lnTo>
                    <a:pt x="2098951" y="3394253"/>
                  </a:lnTo>
                  <a:lnTo>
                    <a:pt x="2099076" y="3394253"/>
                  </a:lnTo>
                  <a:lnTo>
                    <a:pt x="2099201" y="3394253"/>
                  </a:lnTo>
                  <a:lnTo>
                    <a:pt x="2099326" y="3394253"/>
                  </a:lnTo>
                  <a:lnTo>
                    <a:pt x="2099451" y="3394253"/>
                  </a:lnTo>
                  <a:lnTo>
                    <a:pt x="2099576" y="3394253"/>
                  </a:lnTo>
                  <a:lnTo>
                    <a:pt x="2099701" y="3394253"/>
                  </a:lnTo>
                  <a:lnTo>
                    <a:pt x="2099826" y="3394253"/>
                  </a:lnTo>
                  <a:lnTo>
                    <a:pt x="2099952" y="3394253"/>
                  </a:lnTo>
                  <a:lnTo>
                    <a:pt x="2100077" y="3394253"/>
                  </a:lnTo>
                  <a:lnTo>
                    <a:pt x="2100202" y="3394253"/>
                  </a:lnTo>
                  <a:lnTo>
                    <a:pt x="2100327" y="3394253"/>
                  </a:lnTo>
                  <a:lnTo>
                    <a:pt x="2100452" y="3394253"/>
                  </a:lnTo>
                  <a:lnTo>
                    <a:pt x="2100577" y="3394253"/>
                  </a:lnTo>
                  <a:lnTo>
                    <a:pt x="2100702" y="3394253"/>
                  </a:lnTo>
                  <a:lnTo>
                    <a:pt x="2100827" y="3394253"/>
                  </a:lnTo>
                  <a:lnTo>
                    <a:pt x="2100952" y="3394253"/>
                  </a:lnTo>
                  <a:lnTo>
                    <a:pt x="2101077" y="3394253"/>
                  </a:lnTo>
                  <a:lnTo>
                    <a:pt x="2101202" y="3394253"/>
                  </a:lnTo>
                  <a:lnTo>
                    <a:pt x="2101327" y="3394253"/>
                  </a:lnTo>
                  <a:lnTo>
                    <a:pt x="2101452" y="3394253"/>
                  </a:lnTo>
                  <a:lnTo>
                    <a:pt x="2101577" y="3394253"/>
                  </a:lnTo>
                  <a:lnTo>
                    <a:pt x="2101702" y="3394253"/>
                  </a:lnTo>
                  <a:lnTo>
                    <a:pt x="2101702" y="3384299"/>
                  </a:lnTo>
                  <a:lnTo>
                    <a:pt x="2101827" y="3384299"/>
                  </a:lnTo>
                  <a:lnTo>
                    <a:pt x="2101952" y="3384299"/>
                  </a:lnTo>
                  <a:lnTo>
                    <a:pt x="2102077" y="3384299"/>
                  </a:lnTo>
                  <a:lnTo>
                    <a:pt x="2102202" y="3384299"/>
                  </a:lnTo>
                  <a:lnTo>
                    <a:pt x="2102327" y="3384299"/>
                  </a:lnTo>
                  <a:lnTo>
                    <a:pt x="2102452" y="3384299"/>
                  </a:lnTo>
                  <a:lnTo>
                    <a:pt x="2102577" y="3384299"/>
                  </a:lnTo>
                  <a:lnTo>
                    <a:pt x="2102702" y="3384299"/>
                  </a:lnTo>
                  <a:lnTo>
                    <a:pt x="2102827" y="3384299"/>
                  </a:lnTo>
                  <a:lnTo>
                    <a:pt x="2102953" y="3384299"/>
                  </a:lnTo>
                  <a:lnTo>
                    <a:pt x="2103078" y="3384299"/>
                  </a:lnTo>
                  <a:lnTo>
                    <a:pt x="2103203" y="3384299"/>
                  </a:lnTo>
                  <a:lnTo>
                    <a:pt x="2103328" y="3384299"/>
                  </a:lnTo>
                  <a:lnTo>
                    <a:pt x="2103453" y="3384299"/>
                  </a:lnTo>
                  <a:lnTo>
                    <a:pt x="2103578" y="3384299"/>
                  </a:lnTo>
                  <a:lnTo>
                    <a:pt x="2103703" y="3384299"/>
                  </a:lnTo>
                  <a:lnTo>
                    <a:pt x="2103828" y="3384299"/>
                  </a:lnTo>
                  <a:lnTo>
                    <a:pt x="2103953" y="3384299"/>
                  </a:lnTo>
                  <a:lnTo>
                    <a:pt x="2104078" y="3384299"/>
                  </a:lnTo>
                  <a:lnTo>
                    <a:pt x="2104203" y="3384299"/>
                  </a:lnTo>
                  <a:lnTo>
                    <a:pt x="2104328" y="3384299"/>
                  </a:lnTo>
                  <a:lnTo>
                    <a:pt x="2104453" y="3384299"/>
                  </a:lnTo>
                  <a:lnTo>
                    <a:pt x="2104578" y="3384299"/>
                  </a:lnTo>
                  <a:lnTo>
                    <a:pt x="2104703" y="3384299"/>
                  </a:lnTo>
                  <a:lnTo>
                    <a:pt x="2104828" y="3384299"/>
                  </a:lnTo>
                  <a:lnTo>
                    <a:pt x="2104953" y="3384299"/>
                  </a:lnTo>
                  <a:lnTo>
                    <a:pt x="2105078" y="3384299"/>
                  </a:lnTo>
                  <a:lnTo>
                    <a:pt x="2105203" y="3384299"/>
                  </a:lnTo>
                  <a:lnTo>
                    <a:pt x="2105328" y="3384299"/>
                  </a:lnTo>
                  <a:lnTo>
                    <a:pt x="2105453" y="3384299"/>
                  </a:lnTo>
                  <a:lnTo>
                    <a:pt x="2105578" y="3384299"/>
                  </a:lnTo>
                  <a:lnTo>
                    <a:pt x="2105703" y="3384299"/>
                  </a:lnTo>
                  <a:lnTo>
                    <a:pt x="2105828" y="3384299"/>
                  </a:lnTo>
                  <a:lnTo>
                    <a:pt x="2105954" y="3384299"/>
                  </a:lnTo>
                  <a:lnTo>
                    <a:pt x="2106079" y="3384299"/>
                  </a:lnTo>
                  <a:lnTo>
                    <a:pt x="2106204" y="3384299"/>
                  </a:lnTo>
                  <a:lnTo>
                    <a:pt x="2106329" y="3384299"/>
                  </a:lnTo>
                  <a:lnTo>
                    <a:pt x="2106454" y="3384299"/>
                  </a:lnTo>
                  <a:lnTo>
                    <a:pt x="2106579" y="3384299"/>
                  </a:lnTo>
                  <a:lnTo>
                    <a:pt x="2106704" y="3384299"/>
                  </a:lnTo>
                  <a:lnTo>
                    <a:pt x="2106829" y="3384299"/>
                  </a:lnTo>
                  <a:lnTo>
                    <a:pt x="2106954" y="3384299"/>
                  </a:lnTo>
                  <a:lnTo>
                    <a:pt x="2107079" y="3384299"/>
                  </a:lnTo>
                  <a:lnTo>
                    <a:pt x="2107204" y="3384299"/>
                  </a:lnTo>
                  <a:lnTo>
                    <a:pt x="2107329" y="3384299"/>
                  </a:lnTo>
                  <a:lnTo>
                    <a:pt x="2107454" y="3384299"/>
                  </a:lnTo>
                  <a:lnTo>
                    <a:pt x="2107579" y="3384299"/>
                  </a:lnTo>
                  <a:lnTo>
                    <a:pt x="2107704" y="3384299"/>
                  </a:lnTo>
                  <a:lnTo>
                    <a:pt x="2107829" y="3384299"/>
                  </a:lnTo>
                  <a:lnTo>
                    <a:pt x="2107954" y="3384299"/>
                  </a:lnTo>
                  <a:lnTo>
                    <a:pt x="2108079" y="3384299"/>
                  </a:lnTo>
                  <a:lnTo>
                    <a:pt x="2108204" y="3384299"/>
                  </a:lnTo>
                  <a:lnTo>
                    <a:pt x="2108329" y="3384299"/>
                  </a:lnTo>
                  <a:lnTo>
                    <a:pt x="2108454" y="3384299"/>
                  </a:lnTo>
                  <a:lnTo>
                    <a:pt x="2108579" y="3384299"/>
                  </a:lnTo>
                  <a:lnTo>
                    <a:pt x="2108704" y="3384299"/>
                  </a:lnTo>
                  <a:lnTo>
                    <a:pt x="2108829" y="3384299"/>
                  </a:lnTo>
                  <a:lnTo>
                    <a:pt x="2108955" y="3384299"/>
                  </a:lnTo>
                  <a:lnTo>
                    <a:pt x="2109080" y="3384299"/>
                  </a:lnTo>
                  <a:lnTo>
                    <a:pt x="2109205" y="3384299"/>
                  </a:lnTo>
                  <a:lnTo>
                    <a:pt x="2109330" y="3384299"/>
                  </a:lnTo>
                  <a:lnTo>
                    <a:pt x="2109455" y="3384299"/>
                  </a:lnTo>
                  <a:lnTo>
                    <a:pt x="2109580" y="3384299"/>
                  </a:lnTo>
                  <a:lnTo>
                    <a:pt x="2109705" y="3384299"/>
                  </a:lnTo>
                  <a:lnTo>
                    <a:pt x="2109705" y="3374345"/>
                  </a:lnTo>
                  <a:lnTo>
                    <a:pt x="2109830" y="3374345"/>
                  </a:lnTo>
                  <a:lnTo>
                    <a:pt x="2109955" y="3374345"/>
                  </a:lnTo>
                  <a:lnTo>
                    <a:pt x="2110080" y="3374345"/>
                  </a:lnTo>
                  <a:lnTo>
                    <a:pt x="2110205" y="3374345"/>
                  </a:lnTo>
                  <a:lnTo>
                    <a:pt x="2110330" y="3374345"/>
                  </a:lnTo>
                  <a:lnTo>
                    <a:pt x="2110455" y="3374345"/>
                  </a:lnTo>
                  <a:lnTo>
                    <a:pt x="2110580" y="3374345"/>
                  </a:lnTo>
                  <a:lnTo>
                    <a:pt x="2110705" y="3374345"/>
                  </a:lnTo>
                  <a:lnTo>
                    <a:pt x="2110830" y="3374345"/>
                  </a:lnTo>
                  <a:lnTo>
                    <a:pt x="2110955" y="3374345"/>
                  </a:lnTo>
                  <a:lnTo>
                    <a:pt x="2111080" y="3374345"/>
                  </a:lnTo>
                  <a:lnTo>
                    <a:pt x="2111205" y="3374345"/>
                  </a:lnTo>
                  <a:lnTo>
                    <a:pt x="2111330" y="3374345"/>
                  </a:lnTo>
                  <a:lnTo>
                    <a:pt x="2111455" y="3374345"/>
                  </a:lnTo>
                  <a:lnTo>
                    <a:pt x="2111580" y="3374345"/>
                  </a:lnTo>
                  <a:lnTo>
                    <a:pt x="2111705" y="3374345"/>
                  </a:lnTo>
                  <a:lnTo>
                    <a:pt x="2111830" y="3374345"/>
                  </a:lnTo>
                  <a:lnTo>
                    <a:pt x="2111956" y="3374345"/>
                  </a:lnTo>
                  <a:lnTo>
                    <a:pt x="2112081" y="3374345"/>
                  </a:lnTo>
                  <a:lnTo>
                    <a:pt x="2112206" y="3374345"/>
                  </a:lnTo>
                  <a:lnTo>
                    <a:pt x="2112331" y="3374345"/>
                  </a:lnTo>
                  <a:lnTo>
                    <a:pt x="2112456" y="3374345"/>
                  </a:lnTo>
                  <a:lnTo>
                    <a:pt x="2112581" y="3374345"/>
                  </a:lnTo>
                  <a:lnTo>
                    <a:pt x="2112706" y="3374345"/>
                  </a:lnTo>
                  <a:lnTo>
                    <a:pt x="2112831" y="3374345"/>
                  </a:lnTo>
                  <a:lnTo>
                    <a:pt x="2112956" y="3374345"/>
                  </a:lnTo>
                  <a:lnTo>
                    <a:pt x="2113081" y="3374345"/>
                  </a:lnTo>
                  <a:lnTo>
                    <a:pt x="2113206" y="3374345"/>
                  </a:lnTo>
                  <a:lnTo>
                    <a:pt x="2113331" y="3374345"/>
                  </a:lnTo>
                  <a:lnTo>
                    <a:pt x="2113456" y="3374345"/>
                  </a:lnTo>
                  <a:lnTo>
                    <a:pt x="2113581" y="3374345"/>
                  </a:lnTo>
                  <a:lnTo>
                    <a:pt x="2113706" y="3374345"/>
                  </a:lnTo>
                  <a:lnTo>
                    <a:pt x="2113831" y="3374345"/>
                  </a:lnTo>
                  <a:lnTo>
                    <a:pt x="2113956" y="3374345"/>
                  </a:lnTo>
                  <a:lnTo>
                    <a:pt x="2114081" y="3374345"/>
                  </a:lnTo>
                  <a:lnTo>
                    <a:pt x="2114206" y="3374345"/>
                  </a:lnTo>
                  <a:lnTo>
                    <a:pt x="2114331" y="3374345"/>
                  </a:lnTo>
                  <a:lnTo>
                    <a:pt x="2114456" y="3374345"/>
                  </a:lnTo>
                  <a:lnTo>
                    <a:pt x="2114581" y="3374345"/>
                  </a:lnTo>
                  <a:lnTo>
                    <a:pt x="2114706" y="3374345"/>
                  </a:lnTo>
                  <a:lnTo>
                    <a:pt x="2114831" y="3374345"/>
                  </a:lnTo>
                  <a:lnTo>
                    <a:pt x="2114957" y="3374345"/>
                  </a:lnTo>
                  <a:lnTo>
                    <a:pt x="2115082" y="3374345"/>
                  </a:lnTo>
                  <a:lnTo>
                    <a:pt x="2115207" y="3374345"/>
                  </a:lnTo>
                  <a:lnTo>
                    <a:pt x="2115332" y="3374345"/>
                  </a:lnTo>
                  <a:lnTo>
                    <a:pt x="2115457" y="3374345"/>
                  </a:lnTo>
                  <a:lnTo>
                    <a:pt x="2115582" y="3374345"/>
                  </a:lnTo>
                  <a:lnTo>
                    <a:pt x="2115707" y="3374345"/>
                  </a:lnTo>
                  <a:lnTo>
                    <a:pt x="2115832" y="3374345"/>
                  </a:lnTo>
                  <a:lnTo>
                    <a:pt x="2115957" y="3374345"/>
                  </a:lnTo>
                  <a:lnTo>
                    <a:pt x="2116082" y="3374345"/>
                  </a:lnTo>
                  <a:lnTo>
                    <a:pt x="2116207" y="3374345"/>
                  </a:lnTo>
                  <a:lnTo>
                    <a:pt x="2116332" y="3374345"/>
                  </a:lnTo>
                  <a:lnTo>
                    <a:pt x="2116457" y="3374345"/>
                  </a:lnTo>
                  <a:lnTo>
                    <a:pt x="2116582" y="3374345"/>
                  </a:lnTo>
                  <a:lnTo>
                    <a:pt x="2116707" y="3374345"/>
                  </a:lnTo>
                  <a:lnTo>
                    <a:pt x="2116832" y="3374345"/>
                  </a:lnTo>
                  <a:lnTo>
                    <a:pt x="2116957" y="3374345"/>
                  </a:lnTo>
                  <a:lnTo>
                    <a:pt x="2117082" y="3374345"/>
                  </a:lnTo>
                  <a:lnTo>
                    <a:pt x="2117207" y="3374345"/>
                  </a:lnTo>
                  <a:lnTo>
                    <a:pt x="2117332" y="3374345"/>
                  </a:lnTo>
                  <a:lnTo>
                    <a:pt x="2117457" y="3374345"/>
                  </a:lnTo>
                  <a:lnTo>
                    <a:pt x="2117582" y="3374345"/>
                  </a:lnTo>
                  <a:lnTo>
                    <a:pt x="2117707" y="3374345"/>
                  </a:lnTo>
                  <a:lnTo>
                    <a:pt x="2117832" y="3374345"/>
                  </a:lnTo>
                  <a:lnTo>
                    <a:pt x="2117958" y="3374345"/>
                  </a:lnTo>
                  <a:lnTo>
                    <a:pt x="2118083" y="3374345"/>
                  </a:lnTo>
                  <a:lnTo>
                    <a:pt x="2118208" y="3374345"/>
                  </a:lnTo>
                  <a:lnTo>
                    <a:pt x="2118333" y="3374345"/>
                  </a:lnTo>
                  <a:lnTo>
                    <a:pt x="2118458" y="3374345"/>
                  </a:lnTo>
                  <a:lnTo>
                    <a:pt x="2118583" y="3374345"/>
                  </a:lnTo>
                  <a:lnTo>
                    <a:pt x="2118708" y="3374345"/>
                  </a:lnTo>
                  <a:lnTo>
                    <a:pt x="2118833" y="3374345"/>
                  </a:lnTo>
                  <a:lnTo>
                    <a:pt x="2118958" y="3374345"/>
                  </a:lnTo>
                  <a:lnTo>
                    <a:pt x="2119083" y="3374345"/>
                  </a:lnTo>
                  <a:lnTo>
                    <a:pt x="2119208" y="3374345"/>
                  </a:lnTo>
                  <a:lnTo>
                    <a:pt x="2119333" y="3374345"/>
                  </a:lnTo>
                  <a:lnTo>
                    <a:pt x="2119458" y="3374345"/>
                  </a:lnTo>
                  <a:lnTo>
                    <a:pt x="2119583" y="3374345"/>
                  </a:lnTo>
                  <a:lnTo>
                    <a:pt x="2119708" y="3374345"/>
                  </a:lnTo>
                  <a:lnTo>
                    <a:pt x="2119833" y="3374345"/>
                  </a:lnTo>
                  <a:lnTo>
                    <a:pt x="2119958" y="3374345"/>
                  </a:lnTo>
                  <a:lnTo>
                    <a:pt x="2120083" y="3374345"/>
                  </a:lnTo>
                  <a:lnTo>
                    <a:pt x="2120208" y="3374345"/>
                  </a:lnTo>
                  <a:lnTo>
                    <a:pt x="2120333" y="3374345"/>
                  </a:lnTo>
                  <a:lnTo>
                    <a:pt x="2120458" y="3374345"/>
                  </a:lnTo>
                  <a:lnTo>
                    <a:pt x="2120583" y="3374345"/>
                  </a:lnTo>
                  <a:lnTo>
                    <a:pt x="2120708" y="3374345"/>
                  </a:lnTo>
                  <a:lnTo>
                    <a:pt x="2120833" y="3374345"/>
                  </a:lnTo>
                  <a:lnTo>
                    <a:pt x="2120959" y="3374345"/>
                  </a:lnTo>
                  <a:lnTo>
                    <a:pt x="2121084" y="3374345"/>
                  </a:lnTo>
                  <a:lnTo>
                    <a:pt x="2121209" y="3374345"/>
                  </a:lnTo>
                  <a:lnTo>
                    <a:pt x="2121334" y="3374345"/>
                  </a:lnTo>
                  <a:lnTo>
                    <a:pt x="2121459" y="3374345"/>
                  </a:lnTo>
                  <a:lnTo>
                    <a:pt x="2121584" y="3374345"/>
                  </a:lnTo>
                  <a:lnTo>
                    <a:pt x="2121709" y="3374345"/>
                  </a:lnTo>
                  <a:lnTo>
                    <a:pt x="2121834" y="3374345"/>
                  </a:lnTo>
                  <a:lnTo>
                    <a:pt x="2121959" y="3374345"/>
                  </a:lnTo>
                  <a:lnTo>
                    <a:pt x="2122084" y="3374345"/>
                  </a:lnTo>
                  <a:lnTo>
                    <a:pt x="2122209" y="3374345"/>
                  </a:lnTo>
                  <a:lnTo>
                    <a:pt x="2122334" y="3374345"/>
                  </a:lnTo>
                  <a:lnTo>
                    <a:pt x="2122459" y="3374345"/>
                  </a:lnTo>
                  <a:lnTo>
                    <a:pt x="2122459" y="3364392"/>
                  </a:lnTo>
                  <a:lnTo>
                    <a:pt x="2122584" y="3364392"/>
                  </a:lnTo>
                  <a:lnTo>
                    <a:pt x="2122709" y="3364392"/>
                  </a:lnTo>
                  <a:lnTo>
                    <a:pt x="2122834" y="3364392"/>
                  </a:lnTo>
                  <a:lnTo>
                    <a:pt x="2122959" y="3364392"/>
                  </a:lnTo>
                  <a:lnTo>
                    <a:pt x="2123084" y="3364392"/>
                  </a:lnTo>
                  <a:lnTo>
                    <a:pt x="2123209" y="3364392"/>
                  </a:lnTo>
                  <a:lnTo>
                    <a:pt x="2123334" y="3364392"/>
                  </a:lnTo>
                  <a:lnTo>
                    <a:pt x="2123459" y="3364392"/>
                  </a:lnTo>
                  <a:lnTo>
                    <a:pt x="2123584" y="3364392"/>
                  </a:lnTo>
                  <a:lnTo>
                    <a:pt x="2123584" y="3354438"/>
                  </a:lnTo>
                  <a:lnTo>
                    <a:pt x="2123709" y="3354438"/>
                  </a:lnTo>
                  <a:lnTo>
                    <a:pt x="2123834" y="3354438"/>
                  </a:lnTo>
                  <a:lnTo>
                    <a:pt x="2123960" y="3354438"/>
                  </a:lnTo>
                  <a:lnTo>
                    <a:pt x="2124085" y="3354438"/>
                  </a:lnTo>
                  <a:lnTo>
                    <a:pt x="2124210" y="3354438"/>
                  </a:lnTo>
                  <a:lnTo>
                    <a:pt x="2124335" y="3354438"/>
                  </a:lnTo>
                  <a:lnTo>
                    <a:pt x="2124460" y="3354438"/>
                  </a:lnTo>
                  <a:lnTo>
                    <a:pt x="2124585" y="3354438"/>
                  </a:lnTo>
                  <a:lnTo>
                    <a:pt x="2124710" y="3354438"/>
                  </a:lnTo>
                  <a:lnTo>
                    <a:pt x="2124835" y="3354438"/>
                  </a:lnTo>
                  <a:lnTo>
                    <a:pt x="2124960" y="3354438"/>
                  </a:lnTo>
                  <a:lnTo>
                    <a:pt x="2125085" y="3354438"/>
                  </a:lnTo>
                  <a:lnTo>
                    <a:pt x="2125210" y="3354438"/>
                  </a:lnTo>
                  <a:lnTo>
                    <a:pt x="2125335" y="3354438"/>
                  </a:lnTo>
                  <a:lnTo>
                    <a:pt x="2125460" y="3354438"/>
                  </a:lnTo>
                  <a:lnTo>
                    <a:pt x="2125585" y="3354438"/>
                  </a:lnTo>
                  <a:lnTo>
                    <a:pt x="2125710" y="3354438"/>
                  </a:lnTo>
                  <a:lnTo>
                    <a:pt x="2125835" y="3354438"/>
                  </a:lnTo>
                  <a:lnTo>
                    <a:pt x="2125960" y="3354438"/>
                  </a:lnTo>
                  <a:lnTo>
                    <a:pt x="2126085" y="3354438"/>
                  </a:lnTo>
                  <a:lnTo>
                    <a:pt x="2126210" y="3354438"/>
                  </a:lnTo>
                  <a:lnTo>
                    <a:pt x="2126335" y="3354438"/>
                  </a:lnTo>
                  <a:lnTo>
                    <a:pt x="2126460" y="3354438"/>
                  </a:lnTo>
                  <a:lnTo>
                    <a:pt x="2126585" y="3354438"/>
                  </a:lnTo>
                  <a:lnTo>
                    <a:pt x="2126710" y="3354438"/>
                  </a:lnTo>
                  <a:lnTo>
                    <a:pt x="2126835" y="3354438"/>
                  </a:lnTo>
                  <a:lnTo>
                    <a:pt x="2126961" y="3354438"/>
                  </a:lnTo>
                  <a:lnTo>
                    <a:pt x="2127086" y="3354438"/>
                  </a:lnTo>
                  <a:lnTo>
                    <a:pt x="2127211" y="3354438"/>
                  </a:lnTo>
                  <a:lnTo>
                    <a:pt x="2127336" y="3354438"/>
                  </a:lnTo>
                  <a:lnTo>
                    <a:pt x="2127461" y="3354438"/>
                  </a:lnTo>
                  <a:lnTo>
                    <a:pt x="2127461" y="3344484"/>
                  </a:lnTo>
                  <a:lnTo>
                    <a:pt x="2127586" y="3344484"/>
                  </a:lnTo>
                  <a:lnTo>
                    <a:pt x="2127711" y="3344484"/>
                  </a:lnTo>
                  <a:lnTo>
                    <a:pt x="2127836" y="3344484"/>
                  </a:lnTo>
                  <a:lnTo>
                    <a:pt x="2127961" y="3344484"/>
                  </a:lnTo>
                  <a:lnTo>
                    <a:pt x="2128086" y="3344484"/>
                  </a:lnTo>
                  <a:lnTo>
                    <a:pt x="2128211" y="3344484"/>
                  </a:lnTo>
                  <a:lnTo>
                    <a:pt x="2128336" y="3344484"/>
                  </a:lnTo>
                  <a:lnTo>
                    <a:pt x="2128461" y="3344484"/>
                  </a:lnTo>
                  <a:lnTo>
                    <a:pt x="2128586" y="3344484"/>
                  </a:lnTo>
                  <a:lnTo>
                    <a:pt x="2128711" y="3344484"/>
                  </a:lnTo>
                  <a:lnTo>
                    <a:pt x="2128836" y="3344484"/>
                  </a:lnTo>
                  <a:lnTo>
                    <a:pt x="2128961" y="3344484"/>
                  </a:lnTo>
                  <a:lnTo>
                    <a:pt x="2129086" y="3344484"/>
                  </a:lnTo>
                  <a:lnTo>
                    <a:pt x="2129211" y="3344484"/>
                  </a:lnTo>
                  <a:lnTo>
                    <a:pt x="2129336" y="3344484"/>
                  </a:lnTo>
                  <a:lnTo>
                    <a:pt x="2129461" y="3344484"/>
                  </a:lnTo>
                  <a:lnTo>
                    <a:pt x="2129586" y="3344484"/>
                  </a:lnTo>
                  <a:lnTo>
                    <a:pt x="2129711" y="3344484"/>
                  </a:lnTo>
                  <a:lnTo>
                    <a:pt x="2129836" y="3344484"/>
                  </a:lnTo>
                  <a:lnTo>
                    <a:pt x="2129962" y="3344484"/>
                  </a:lnTo>
                  <a:lnTo>
                    <a:pt x="2130087" y="3344484"/>
                  </a:lnTo>
                  <a:lnTo>
                    <a:pt x="2130212" y="3344484"/>
                  </a:lnTo>
                  <a:lnTo>
                    <a:pt x="2130337" y="3344484"/>
                  </a:lnTo>
                  <a:lnTo>
                    <a:pt x="2130462" y="3344484"/>
                  </a:lnTo>
                  <a:lnTo>
                    <a:pt x="2130587" y="3344484"/>
                  </a:lnTo>
                  <a:lnTo>
                    <a:pt x="2130712" y="3344484"/>
                  </a:lnTo>
                  <a:lnTo>
                    <a:pt x="2130837" y="3344484"/>
                  </a:lnTo>
                  <a:lnTo>
                    <a:pt x="2130962" y="3344484"/>
                  </a:lnTo>
                  <a:lnTo>
                    <a:pt x="2131087" y="3344484"/>
                  </a:lnTo>
                  <a:lnTo>
                    <a:pt x="2131212" y="3344484"/>
                  </a:lnTo>
                  <a:lnTo>
                    <a:pt x="2131337" y="3344484"/>
                  </a:lnTo>
                  <a:lnTo>
                    <a:pt x="2131462" y="3344484"/>
                  </a:lnTo>
                  <a:lnTo>
                    <a:pt x="2131587" y="3344484"/>
                  </a:lnTo>
                  <a:lnTo>
                    <a:pt x="2131712" y="3344484"/>
                  </a:lnTo>
                  <a:lnTo>
                    <a:pt x="2131837" y="3344484"/>
                  </a:lnTo>
                  <a:lnTo>
                    <a:pt x="2131962" y="3344484"/>
                  </a:lnTo>
                  <a:lnTo>
                    <a:pt x="2132087" y="3344484"/>
                  </a:lnTo>
                  <a:lnTo>
                    <a:pt x="2132212" y="3344484"/>
                  </a:lnTo>
                  <a:lnTo>
                    <a:pt x="2132337" y="3344484"/>
                  </a:lnTo>
                  <a:lnTo>
                    <a:pt x="2132462" y="3344484"/>
                  </a:lnTo>
                  <a:lnTo>
                    <a:pt x="2132587" y="3344484"/>
                  </a:lnTo>
                  <a:lnTo>
                    <a:pt x="2132712" y="3344484"/>
                  </a:lnTo>
                  <a:lnTo>
                    <a:pt x="2132712" y="3334530"/>
                  </a:lnTo>
                  <a:lnTo>
                    <a:pt x="2132837" y="3334530"/>
                  </a:lnTo>
                  <a:lnTo>
                    <a:pt x="2132963" y="3334530"/>
                  </a:lnTo>
                  <a:lnTo>
                    <a:pt x="2133088" y="3334530"/>
                  </a:lnTo>
                  <a:lnTo>
                    <a:pt x="2133213" y="3334530"/>
                  </a:lnTo>
                  <a:lnTo>
                    <a:pt x="2133338" y="3334530"/>
                  </a:lnTo>
                  <a:lnTo>
                    <a:pt x="2133463" y="3334530"/>
                  </a:lnTo>
                  <a:lnTo>
                    <a:pt x="2133588" y="3334530"/>
                  </a:lnTo>
                  <a:lnTo>
                    <a:pt x="2133713" y="3334530"/>
                  </a:lnTo>
                  <a:lnTo>
                    <a:pt x="2133838" y="3334530"/>
                  </a:lnTo>
                  <a:lnTo>
                    <a:pt x="2133963" y="3334530"/>
                  </a:lnTo>
                  <a:lnTo>
                    <a:pt x="2134088" y="3334530"/>
                  </a:lnTo>
                  <a:lnTo>
                    <a:pt x="2134213" y="3334530"/>
                  </a:lnTo>
                  <a:lnTo>
                    <a:pt x="2134338" y="3334530"/>
                  </a:lnTo>
                  <a:lnTo>
                    <a:pt x="2134463" y="3334530"/>
                  </a:lnTo>
                  <a:lnTo>
                    <a:pt x="2134588" y="3334530"/>
                  </a:lnTo>
                  <a:lnTo>
                    <a:pt x="2134713" y="3334530"/>
                  </a:lnTo>
                  <a:lnTo>
                    <a:pt x="2134838" y="3334530"/>
                  </a:lnTo>
                  <a:lnTo>
                    <a:pt x="2134963" y="3334530"/>
                  </a:lnTo>
                  <a:lnTo>
                    <a:pt x="2135088" y="3334530"/>
                  </a:lnTo>
                  <a:lnTo>
                    <a:pt x="2135213" y="3334530"/>
                  </a:lnTo>
                  <a:lnTo>
                    <a:pt x="2135338" y="3334530"/>
                  </a:lnTo>
                  <a:lnTo>
                    <a:pt x="2135463" y="3334530"/>
                  </a:lnTo>
                  <a:lnTo>
                    <a:pt x="2135588" y="3334530"/>
                  </a:lnTo>
                  <a:lnTo>
                    <a:pt x="2135713" y="3334530"/>
                  </a:lnTo>
                  <a:lnTo>
                    <a:pt x="2135839" y="3334530"/>
                  </a:lnTo>
                  <a:lnTo>
                    <a:pt x="2135964" y="3334530"/>
                  </a:lnTo>
                  <a:lnTo>
                    <a:pt x="2136089" y="3334530"/>
                  </a:lnTo>
                  <a:lnTo>
                    <a:pt x="2136214" y="3334530"/>
                  </a:lnTo>
                  <a:lnTo>
                    <a:pt x="2136339" y="3334530"/>
                  </a:lnTo>
                  <a:lnTo>
                    <a:pt x="2136339" y="3324576"/>
                  </a:lnTo>
                  <a:lnTo>
                    <a:pt x="2136464" y="3324576"/>
                  </a:lnTo>
                  <a:lnTo>
                    <a:pt x="2136589" y="3324576"/>
                  </a:lnTo>
                  <a:lnTo>
                    <a:pt x="2136714" y="3324576"/>
                  </a:lnTo>
                  <a:lnTo>
                    <a:pt x="2136839" y="3324576"/>
                  </a:lnTo>
                  <a:lnTo>
                    <a:pt x="2136964" y="3324576"/>
                  </a:lnTo>
                  <a:lnTo>
                    <a:pt x="2137089" y="3324576"/>
                  </a:lnTo>
                  <a:lnTo>
                    <a:pt x="2137214" y="3324576"/>
                  </a:lnTo>
                  <a:lnTo>
                    <a:pt x="2137339" y="3324576"/>
                  </a:lnTo>
                  <a:lnTo>
                    <a:pt x="2137464" y="3324576"/>
                  </a:lnTo>
                  <a:lnTo>
                    <a:pt x="2137589" y="3324576"/>
                  </a:lnTo>
                  <a:lnTo>
                    <a:pt x="2137714" y="3324576"/>
                  </a:lnTo>
                  <a:lnTo>
                    <a:pt x="2137839" y="3324576"/>
                  </a:lnTo>
                  <a:lnTo>
                    <a:pt x="2137964" y="3324576"/>
                  </a:lnTo>
                  <a:lnTo>
                    <a:pt x="2138089" y="3324576"/>
                  </a:lnTo>
                  <a:lnTo>
                    <a:pt x="2138214" y="3324576"/>
                  </a:lnTo>
                  <a:lnTo>
                    <a:pt x="2138339" y="3324576"/>
                  </a:lnTo>
                  <a:lnTo>
                    <a:pt x="2138464" y="3324576"/>
                  </a:lnTo>
                  <a:lnTo>
                    <a:pt x="2138589" y="3324576"/>
                  </a:lnTo>
                  <a:lnTo>
                    <a:pt x="2138714" y="3324576"/>
                  </a:lnTo>
                  <a:lnTo>
                    <a:pt x="2138840" y="3324576"/>
                  </a:lnTo>
                  <a:lnTo>
                    <a:pt x="2138965" y="3324576"/>
                  </a:lnTo>
                  <a:lnTo>
                    <a:pt x="2139090" y="3324576"/>
                  </a:lnTo>
                  <a:lnTo>
                    <a:pt x="2139215" y="3324576"/>
                  </a:lnTo>
                  <a:lnTo>
                    <a:pt x="2139340" y="3324576"/>
                  </a:lnTo>
                  <a:lnTo>
                    <a:pt x="2139465" y="3324576"/>
                  </a:lnTo>
                  <a:lnTo>
                    <a:pt x="2139590" y="3324576"/>
                  </a:lnTo>
                  <a:lnTo>
                    <a:pt x="2139715" y="3324576"/>
                  </a:lnTo>
                  <a:lnTo>
                    <a:pt x="2139840" y="3324576"/>
                  </a:lnTo>
                  <a:lnTo>
                    <a:pt x="2139965" y="3324576"/>
                  </a:lnTo>
                  <a:lnTo>
                    <a:pt x="2140090" y="3324576"/>
                  </a:lnTo>
                  <a:lnTo>
                    <a:pt x="2140215" y="3324576"/>
                  </a:lnTo>
                  <a:lnTo>
                    <a:pt x="2140340" y="3324576"/>
                  </a:lnTo>
                  <a:lnTo>
                    <a:pt x="2140465" y="3324576"/>
                  </a:lnTo>
                  <a:lnTo>
                    <a:pt x="2140590" y="3324576"/>
                  </a:lnTo>
                  <a:lnTo>
                    <a:pt x="2140715" y="3324576"/>
                  </a:lnTo>
                  <a:lnTo>
                    <a:pt x="2140840" y="3324576"/>
                  </a:lnTo>
                  <a:lnTo>
                    <a:pt x="2140965" y="3324576"/>
                  </a:lnTo>
                  <a:lnTo>
                    <a:pt x="2141090" y="3324576"/>
                  </a:lnTo>
                  <a:lnTo>
                    <a:pt x="2141215" y="3324576"/>
                  </a:lnTo>
                  <a:lnTo>
                    <a:pt x="2141340" y="3324576"/>
                  </a:lnTo>
                  <a:lnTo>
                    <a:pt x="2141465" y="3324576"/>
                  </a:lnTo>
                  <a:lnTo>
                    <a:pt x="2141590" y="3324576"/>
                  </a:lnTo>
                  <a:lnTo>
                    <a:pt x="2141715" y="3324576"/>
                  </a:lnTo>
                  <a:lnTo>
                    <a:pt x="2141841" y="3324576"/>
                  </a:lnTo>
                  <a:lnTo>
                    <a:pt x="2141966" y="3324576"/>
                  </a:lnTo>
                  <a:lnTo>
                    <a:pt x="2142091" y="3324576"/>
                  </a:lnTo>
                  <a:lnTo>
                    <a:pt x="2142216" y="3324576"/>
                  </a:lnTo>
                  <a:lnTo>
                    <a:pt x="2142341" y="3324576"/>
                  </a:lnTo>
                  <a:lnTo>
                    <a:pt x="2142466" y="3324576"/>
                  </a:lnTo>
                  <a:lnTo>
                    <a:pt x="2142591" y="3324576"/>
                  </a:lnTo>
                  <a:lnTo>
                    <a:pt x="2142716" y="3324576"/>
                  </a:lnTo>
                  <a:lnTo>
                    <a:pt x="2142841" y="3324576"/>
                  </a:lnTo>
                  <a:lnTo>
                    <a:pt x="2142966" y="3324576"/>
                  </a:lnTo>
                  <a:lnTo>
                    <a:pt x="2143091" y="3324576"/>
                  </a:lnTo>
                  <a:lnTo>
                    <a:pt x="2143216" y="3324576"/>
                  </a:lnTo>
                  <a:lnTo>
                    <a:pt x="2143341" y="3324576"/>
                  </a:lnTo>
                  <a:lnTo>
                    <a:pt x="2143466" y="3324576"/>
                  </a:lnTo>
                  <a:lnTo>
                    <a:pt x="2143591" y="3324576"/>
                  </a:lnTo>
                  <a:lnTo>
                    <a:pt x="2143716" y="3324576"/>
                  </a:lnTo>
                  <a:lnTo>
                    <a:pt x="2143841" y="3324576"/>
                  </a:lnTo>
                  <a:lnTo>
                    <a:pt x="2143966" y="3324576"/>
                  </a:lnTo>
                  <a:lnTo>
                    <a:pt x="2144091" y="3324576"/>
                  </a:lnTo>
                  <a:lnTo>
                    <a:pt x="2144216" y="3324576"/>
                  </a:lnTo>
                  <a:lnTo>
                    <a:pt x="2144341" y="3324576"/>
                  </a:lnTo>
                  <a:lnTo>
                    <a:pt x="2144466" y="3324576"/>
                  </a:lnTo>
                  <a:lnTo>
                    <a:pt x="2144591" y="3324576"/>
                  </a:lnTo>
                  <a:lnTo>
                    <a:pt x="2144716" y="3324576"/>
                  </a:lnTo>
                  <a:lnTo>
                    <a:pt x="2144842" y="3324576"/>
                  </a:lnTo>
                  <a:lnTo>
                    <a:pt x="2144967" y="3324576"/>
                  </a:lnTo>
                  <a:lnTo>
                    <a:pt x="2145092" y="3324576"/>
                  </a:lnTo>
                  <a:lnTo>
                    <a:pt x="2145217" y="3324576"/>
                  </a:lnTo>
                  <a:lnTo>
                    <a:pt x="2145342" y="3324576"/>
                  </a:lnTo>
                  <a:lnTo>
                    <a:pt x="2145467" y="3324576"/>
                  </a:lnTo>
                  <a:lnTo>
                    <a:pt x="2145592" y="3324576"/>
                  </a:lnTo>
                  <a:lnTo>
                    <a:pt x="2145717" y="3324576"/>
                  </a:lnTo>
                  <a:lnTo>
                    <a:pt x="2145717" y="3314622"/>
                  </a:lnTo>
                  <a:lnTo>
                    <a:pt x="2145842" y="3314622"/>
                  </a:lnTo>
                  <a:lnTo>
                    <a:pt x="2145967" y="3314622"/>
                  </a:lnTo>
                  <a:lnTo>
                    <a:pt x="2146092" y="3314622"/>
                  </a:lnTo>
                  <a:lnTo>
                    <a:pt x="2146217" y="3314622"/>
                  </a:lnTo>
                  <a:lnTo>
                    <a:pt x="2146342" y="3314622"/>
                  </a:lnTo>
                  <a:lnTo>
                    <a:pt x="2146467" y="3314622"/>
                  </a:lnTo>
                  <a:lnTo>
                    <a:pt x="2146592" y="3314622"/>
                  </a:lnTo>
                  <a:lnTo>
                    <a:pt x="2146717" y="3314622"/>
                  </a:lnTo>
                  <a:lnTo>
                    <a:pt x="2146842" y="3314622"/>
                  </a:lnTo>
                  <a:lnTo>
                    <a:pt x="2146967" y="3314622"/>
                  </a:lnTo>
                  <a:lnTo>
                    <a:pt x="2147092" y="3314622"/>
                  </a:lnTo>
                  <a:lnTo>
                    <a:pt x="2147217" y="3314622"/>
                  </a:lnTo>
                  <a:lnTo>
                    <a:pt x="2147342" y="3314622"/>
                  </a:lnTo>
                  <a:lnTo>
                    <a:pt x="2147467" y="3314622"/>
                  </a:lnTo>
                  <a:lnTo>
                    <a:pt x="2147592" y="3314622"/>
                  </a:lnTo>
                  <a:lnTo>
                    <a:pt x="2147592" y="3304669"/>
                  </a:lnTo>
                  <a:lnTo>
                    <a:pt x="2147717" y="3304669"/>
                  </a:lnTo>
                  <a:lnTo>
                    <a:pt x="2147843" y="3304669"/>
                  </a:lnTo>
                  <a:lnTo>
                    <a:pt x="2147968" y="3304669"/>
                  </a:lnTo>
                  <a:lnTo>
                    <a:pt x="2148093" y="3304669"/>
                  </a:lnTo>
                  <a:lnTo>
                    <a:pt x="2148218" y="3304669"/>
                  </a:lnTo>
                  <a:lnTo>
                    <a:pt x="2148343" y="3304669"/>
                  </a:lnTo>
                  <a:lnTo>
                    <a:pt x="2148468" y="3304669"/>
                  </a:lnTo>
                  <a:lnTo>
                    <a:pt x="2148593" y="3304669"/>
                  </a:lnTo>
                  <a:lnTo>
                    <a:pt x="2148718" y="3304669"/>
                  </a:lnTo>
                  <a:lnTo>
                    <a:pt x="2148843" y="3304669"/>
                  </a:lnTo>
                  <a:lnTo>
                    <a:pt x="2148968" y="3304669"/>
                  </a:lnTo>
                  <a:lnTo>
                    <a:pt x="2149093" y="3304669"/>
                  </a:lnTo>
                  <a:lnTo>
                    <a:pt x="2149218" y="3304669"/>
                  </a:lnTo>
                  <a:lnTo>
                    <a:pt x="2149343" y="3304669"/>
                  </a:lnTo>
                  <a:lnTo>
                    <a:pt x="2149468" y="3304669"/>
                  </a:lnTo>
                  <a:lnTo>
                    <a:pt x="2149593" y="3304669"/>
                  </a:lnTo>
                  <a:lnTo>
                    <a:pt x="2149718" y="3304669"/>
                  </a:lnTo>
                  <a:lnTo>
                    <a:pt x="2149843" y="3304669"/>
                  </a:lnTo>
                  <a:lnTo>
                    <a:pt x="2149968" y="3304669"/>
                  </a:lnTo>
                  <a:lnTo>
                    <a:pt x="2150093" y="3304669"/>
                  </a:lnTo>
                  <a:lnTo>
                    <a:pt x="2150218" y="3304669"/>
                  </a:lnTo>
                  <a:lnTo>
                    <a:pt x="2150343" y="3304669"/>
                  </a:lnTo>
                  <a:lnTo>
                    <a:pt x="2150468" y="3304669"/>
                  </a:lnTo>
                  <a:lnTo>
                    <a:pt x="2150593" y="3304669"/>
                  </a:lnTo>
                  <a:lnTo>
                    <a:pt x="2150718" y="3304669"/>
                  </a:lnTo>
                  <a:lnTo>
                    <a:pt x="2150844" y="3304669"/>
                  </a:lnTo>
                  <a:lnTo>
                    <a:pt x="2150969" y="3304669"/>
                  </a:lnTo>
                  <a:lnTo>
                    <a:pt x="2151094" y="3304669"/>
                  </a:lnTo>
                  <a:lnTo>
                    <a:pt x="2151219" y="3304669"/>
                  </a:lnTo>
                  <a:lnTo>
                    <a:pt x="2151344" y="3304669"/>
                  </a:lnTo>
                  <a:lnTo>
                    <a:pt x="2151469" y="3304669"/>
                  </a:lnTo>
                  <a:lnTo>
                    <a:pt x="2151594" y="3304669"/>
                  </a:lnTo>
                  <a:lnTo>
                    <a:pt x="2151719" y="3304669"/>
                  </a:lnTo>
                  <a:lnTo>
                    <a:pt x="2151844" y="3304669"/>
                  </a:lnTo>
                  <a:lnTo>
                    <a:pt x="2151969" y="3304669"/>
                  </a:lnTo>
                  <a:lnTo>
                    <a:pt x="2152094" y="3304669"/>
                  </a:lnTo>
                  <a:lnTo>
                    <a:pt x="2152219" y="3304669"/>
                  </a:lnTo>
                  <a:lnTo>
                    <a:pt x="2152344" y="3304669"/>
                  </a:lnTo>
                  <a:lnTo>
                    <a:pt x="2152469" y="3304669"/>
                  </a:lnTo>
                  <a:lnTo>
                    <a:pt x="2152594" y="3304669"/>
                  </a:lnTo>
                  <a:lnTo>
                    <a:pt x="2152719" y="3304669"/>
                  </a:lnTo>
                  <a:lnTo>
                    <a:pt x="2152844" y="3304669"/>
                  </a:lnTo>
                  <a:lnTo>
                    <a:pt x="2152969" y="3304669"/>
                  </a:lnTo>
                  <a:lnTo>
                    <a:pt x="2153094" y="3304669"/>
                  </a:lnTo>
                  <a:lnTo>
                    <a:pt x="2153219" y="3304669"/>
                  </a:lnTo>
                  <a:lnTo>
                    <a:pt x="2153344" y="3304669"/>
                  </a:lnTo>
                  <a:lnTo>
                    <a:pt x="2153469" y="3304669"/>
                  </a:lnTo>
                  <a:lnTo>
                    <a:pt x="2153594" y="3304669"/>
                  </a:lnTo>
                  <a:lnTo>
                    <a:pt x="2153719" y="3304669"/>
                  </a:lnTo>
                  <a:lnTo>
                    <a:pt x="2153845" y="3304669"/>
                  </a:lnTo>
                  <a:lnTo>
                    <a:pt x="2153970" y="3304669"/>
                  </a:lnTo>
                  <a:lnTo>
                    <a:pt x="2154095" y="3304669"/>
                  </a:lnTo>
                  <a:lnTo>
                    <a:pt x="2154220" y="3304669"/>
                  </a:lnTo>
                  <a:lnTo>
                    <a:pt x="2154345" y="3304669"/>
                  </a:lnTo>
                  <a:lnTo>
                    <a:pt x="2154470" y="3304669"/>
                  </a:lnTo>
                  <a:lnTo>
                    <a:pt x="2154595" y="3304669"/>
                  </a:lnTo>
                  <a:lnTo>
                    <a:pt x="2154720" y="3304669"/>
                  </a:lnTo>
                  <a:lnTo>
                    <a:pt x="2154845" y="3304669"/>
                  </a:lnTo>
                  <a:lnTo>
                    <a:pt x="2154970" y="3304669"/>
                  </a:lnTo>
                  <a:lnTo>
                    <a:pt x="2155095" y="3304669"/>
                  </a:lnTo>
                  <a:lnTo>
                    <a:pt x="2155220" y="3304669"/>
                  </a:lnTo>
                  <a:lnTo>
                    <a:pt x="2155345" y="3304669"/>
                  </a:lnTo>
                  <a:lnTo>
                    <a:pt x="2155470" y="3304669"/>
                  </a:lnTo>
                  <a:lnTo>
                    <a:pt x="2155595" y="3304669"/>
                  </a:lnTo>
                  <a:lnTo>
                    <a:pt x="2155720" y="3304669"/>
                  </a:lnTo>
                  <a:lnTo>
                    <a:pt x="2155845" y="3304669"/>
                  </a:lnTo>
                  <a:lnTo>
                    <a:pt x="2155970" y="3304669"/>
                  </a:lnTo>
                  <a:lnTo>
                    <a:pt x="2156095" y="3304669"/>
                  </a:lnTo>
                  <a:lnTo>
                    <a:pt x="2156220" y="3304669"/>
                  </a:lnTo>
                  <a:lnTo>
                    <a:pt x="2156345" y="3304669"/>
                  </a:lnTo>
                  <a:lnTo>
                    <a:pt x="2156470" y="3304669"/>
                  </a:lnTo>
                  <a:lnTo>
                    <a:pt x="2156595" y="3304669"/>
                  </a:lnTo>
                  <a:lnTo>
                    <a:pt x="2156720" y="3304669"/>
                  </a:lnTo>
                  <a:lnTo>
                    <a:pt x="2156846" y="3304669"/>
                  </a:lnTo>
                  <a:lnTo>
                    <a:pt x="2156971" y="3304669"/>
                  </a:lnTo>
                  <a:lnTo>
                    <a:pt x="2157096" y="3304669"/>
                  </a:lnTo>
                  <a:lnTo>
                    <a:pt x="2157221" y="3304669"/>
                  </a:lnTo>
                  <a:lnTo>
                    <a:pt x="2157346" y="3304669"/>
                  </a:lnTo>
                  <a:lnTo>
                    <a:pt x="2157471" y="3304669"/>
                  </a:lnTo>
                  <a:lnTo>
                    <a:pt x="2157596" y="3304669"/>
                  </a:lnTo>
                  <a:lnTo>
                    <a:pt x="2157721" y="3304669"/>
                  </a:lnTo>
                  <a:lnTo>
                    <a:pt x="2157846" y="3304669"/>
                  </a:lnTo>
                  <a:lnTo>
                    <a:pt x="2157971" y="3304669"/>
                  </a:lnTo>
                  <a:lnTo>
                    <a:pt x="2158096" y="3304669"/>
                  </a:lnTo>
                  <a:lnTo>
                    <a:pt x="2158221" y="3304669"/>
                  </a:lnTo>
                  <a:lnTo>
                    <a:pt x="2158346" y="3304669"/>
                  </a:lnTo>
                  <a:lnTo>
                    <a:pt x="2158471" y="3304669"/>
                  </a:lnTo>
                  <a:lnTo>
                    <a:pt x="2158596" y="3304669"/>
                  </a:lnTo>
                  <a:lnTo>
                    <a:pt x="2158721" y="3304669"/>
                  </a:lnTo>
                  <a:lnTo>
                    <a:pt x="2158846" y="3304669"/>
                  </a:lnTo>
                  <a:lnTo>
                    <a:pt x="2158971" y="3304669"/>
                  </a:lnTo>
                  <a:lnTo>
                    <a:pt x="2159096" y="3304669"/>
                  </a:lnTo>
                  <a:lnTo>
                    <a:pt x="2159221" y="3304669"/>
                  </a:lnTo>
                  <a:lnTo>
                    <a:pt x="2159346" y="3304669"/>
                  </a:lnTo>
                  <a:lnTo>
                    <a:pt x="2159471" y="3304669"/>
                  </a:lnTo>
                  <a:lnTo>
                    <a:pt x="2159596" y="3304669"/>
                  </a:lnTo>
                  <a:lnTo>
                    <a:pt x="2159721" y="3304669"/>
                  </a:lnTo>
                  <a:lnTo>
                    <a:pt x="2159847" y="3304669"/>
                  </a:lnTo>
                  <a:lnTo>
                    <a:pt x="2159972" y="3304669"/>
                  </a:lnTo>
                  <a:lnTo>
                    <a:pt x="2160097" y="3304669"/>
                  </a:lnTo>
                  <a:lnTo>
                    <a:pt x="2160222" y="3304669"/>
                  </a:lnTo>
                  <a:lnTo>
                    <a:pt x="2160347" y="3304669"/>
                  </a:lnTo>
                  <a:lnTo>
                    <a:pt x="2160472" y="3304669"/>
                  </a:lnTo>
                  <a:lnTo>
                    <a:pt x="2160597" y="3304669"/>
                  </a:lnTo>
                  <a:lnTo>
                    <a:pt x="2160722" y="3304669"/>
                  </a:lnTo>
                  <a:lnTo>
                    <a:pt x="2160847" y="3304669"/>
                  </a:lnTo>
                  <a:lnTo>
                    <a:pt x="2160972" y="3304669"/>
                  </a:lnTo>
                  <a:lnTo>
                    <a:pt x="2161097" y="3304669"/>
                  </a:lnTo>
                  <a:lnTo>
                    <a:pt x="2161222" y="3304669"/>
                  </a:lnTo>
                  <a:lnTo>
                    <a:pt x="2161347" y="3304669"/>
                  </a:lnTo>
                  <a:lnTo>
                    <a:pt x="2161472" y="3304669"/>
                  </a:lnTo>
                  <a:lnTo>
                    <a:pt x="2161597" y="3304669"/>
                  </a:lnTo>
                  <a:lnTo>
                    <a:pt x="2161722" y="3304669"/>
                  </a:lnTo>
                  <a:lnTo>
                    <a:pt x="2161847" y="3304669"/>
                  </a:lnTo>
                  <a:lnTo>
                    <a:pt x="2161972" y="3304669"/>
                  </a:lnTo>
                  <a:lnTo>
                    <a:pt x="2162097" y="3304669"/>
                  </a:lnTo>
                  <a:lnTo>
                    <a:pt x="2162222" y="3304669"/>
                  </a:lnTo>
                  <a:lnTo>
                    <a:pt x="2162347" y="3304669"/>
                  </a:lnTo>
                  <a:lnTo>
                    <a:pt x="2162472" y="3304669"/>
                  </a:lnTo>
                  <a:lnTo>
                    <a:pt x="2162597" y="3304669"/>
                  </a:lnTo>
                  <a:lnTo>
                    <a:pt x="2162722" y="3304669"/>
                  </a:lnTo>
                  <a:lnTo>
                    <a:pt x="2162848" y="3304669"/>
                  </a:lnTo>
                  <a:lnTo>
                    <a:pt x="2162973" y="3304669"/>
                  </a:lnTo>
                  <a:lnTo>
                    <a:pt x="2163098" y="3304669"/>
                  </a:lnTo>
                  <a:lnTo>
                    <a:pt x="2163223" y="3304669"/>
                  </a:lnTo>
                  <a:lnTo>
                    <a:pt x="2163348" y="3304669"/>
                  </a:lnTo>
                  <a:lnTo>
                    <a:pt x="2163473" y="3304669"/>
                  </a:lnTo>
                  <a:lnTo>
                    <a:pt x="2163598" y="3304669"/>
                  </a:lnTo>
                  <a:lnTo>
                    <a:pt x="2163723" y="3304669"/>
                  </a:lnTo>
                  <a:lnTo>
                    <a:pt x="2163848" y="3304669"/>
                  </a:lnTo>
                  <a:lnTo>
                    <a:pt x="2163973" y="3304669"/>
                  </a:lnTo>
                  <a:lnTo>
                    <a:pt x="2164098" y="3304669"/>
                  </a:lnTo>
                  <a:lnTo>
                    <a:pt x="2164223" y="3304669"/>
                  </a:lnTo>
                  <a:lnTo>
                    <a:pt x="2164348" y="3304669"/>
                  </a:lnTo>
                  <a:lnTo>
                    <a:pt x="2164473" y="3304669"/>
                  </a:lnTo>
                  <a:lnTo>
                    <a:pt x="2164598" y="3304669"/>
                  </a:lnTo>
                  <a:lnTo>
                    <a:pt x="2164723" y="3304669"/>
                  </a:lnTo>
                  <a:lnTo>
                    <a:pt x="2164848" y="3304669"/>
                  </a:lnTo>
                  <a:lnTo>
                    <a:pt x="2164973" y="3304669"/>
                  </a:lnTo>
                  <a:lnTo>
                    <a:pt x="2165098" y="3304669"/>
                  </a:lnTo>
                  <a:lnTo>
                    <a:pt x="2165223" y="3304669"/>
                  </a:lnTo>
                  <a:lnTo>
                    <a:pt x="2165348" y="3304669"/>
                  </a:lnTo>
                  <a:lnTo>
                    <a:pt x="2165473" y="3304669"/>
                  </a:lnTo>
                  <a:lnTo>
                    <a:pt x="2165598" y="3304669"/>
                  </a:lnTo>
                  <a:lnTo>
                    <a:pt x="2165723" y="3304669"/>
                  </a:lnTo>
                  <a:lnTo>
                    <a:pt x="2165849" y="3304669"/>
                  </a:lnTo>
                  <a:lnTo>
                    <a:pt x="2165974" y="3304669"/>
                  </a:lnTo>
                  <a:lnTo>
                    <a:pt x="2166099" y="3304669"/>
                  </a:lnTo>
                  <a:lnTo>
                    <a:pt x="2166224" y="3304669"/>
                  </a:lnTo>
                  <a:lnTo>
                    <a:pt x="2166349" y="3304669"/>
                  </a:lnTo>
                  <a:lnTo>
                    <a:pt x="2166474" y="3304669"/>
                  </a:lnTo>
                  <a:lnTo>
                    <a:pt x="2166599" y="3304669"/>
                  </a:lnTo>
                  <a:lnTo>
                    <a:pt x="2166724" y="3304669"/>
                  </a:lnTo>
                  <a:lnTo>
                    <a:pt x="2166849" y="3304669"/>
                  </a:lnTo>
                  <a:lnTo>
                    <a:pt x="2166974" y="3304669"/>
                  </a:lnTo>
                  <a:lnTo>
                    <a:pt x="2167099" y="3304669"/>
                  </a:lnTo>
                  <a:lnTo>
                    <a:pt x="2167224" y="3304669"/>
                  </a:lnTo>
                  <a:lnTo>
                    <a:pt x="2167349" y="3304669"/>
                  </a:lnTo>
                  <a:lnTo>
                    <a:pt x="2167474" y="3304669"/>
                  </a:lnTo>
                  <a:lnTo>
                    <a:pt x="2167599" y="3304669"/>
                  </a:lnTo>
                  <a:lnTo>
                    <a:pt x="2167724" y="3304669"/>
                  </a:lnTo>
                  <a:lnTo>
                    <a:pt x="2167849" y="3304669"/>
                  </a:lnTo>
                  <a:lnTo>
                    <a:pt x="2167974" y="3304669"/>
                  </a:lnTo>
                  <a:lnTo>
                    <a:pt x="2168099" y="3304669"/>
                  </a:lnTo>
                  <a:lnTo>
                    <a:pt x="2168224" y="3304669"/>
                  </a:lnTo>
                  <a:lnTo>
                    <a:pt x="2168224" y="3294715"/>
                  </a:lnTo>
                  <a:lnTo>
                    <a:pt x="2168349" y="3294715"/>
                  </a:lnTo>
                  <a:lnTo>
                    <a:pt x="2168474" y="3294715"/>
                  </a:lnTo>
                  <a:lnTo>
                    <a:pt x="2168599" y="3294715"/>
                  </a:lnTo>
                  <a:lnTo>
                    <a:pt x="2168724" y="3294715"/>
                  </a:lnTo>
                  <a:lnTo>
                    <a:pt x="2168850" y="3294715"/>
                  </a:lnTo>
                  <a:lnTo>
                    <a:pt x="2168975" y="3294715"/>
                  </a:lnTo>
                  <a:lnTo>
                    <a:pt x="2169100" y="3294715"/>
                  </a:lnTo>
                  <a:lnTo>
                    <a:pt x="2169225" y="3294715"/>
                  </a:lnTo>
                  <a:lnTo>
                    <a:pt x="2169350" y="3294715"/>
                  </a:lnTo>
                  <a:lnTo>
                    <a:pt x="2169475" y="3294715"/>
                  </a:lnTo>
                  <a:lnTo>
                    <a:pt x="2169600" y="3294715"/>
                  </a:lnTo>
                  <a:lnTo>
                    <a:pt x="2169725" y="3294715"/>
                  </a:lnTo>
                  <a:lnTo>
                    <a:pt x="2169850" y="3294715"/>
                  </a:lnTo>
                  <a:lnTo>
                    <a:pt x="2169975" y="3294715"/>
                  </a:lnTo>
                  <a:lnTo>
                    <a:pt x="2170100" y="3294715"/>
                  </a:lnTo>
                  <a:lnTo>
                    <a:pt x="2170225" y="3294715"/>
                  </a:lnTo>
                  <a:lnTo>
                    <a:pt x="2170350" y="3294715"/>
                  </a:lnTo>
                  <a:lnTo>
                    <a:pt x="2170475" y="3294715"/>
                  </a:lnTo>
                  <a:lnTo>
                    <a:pt x="2170600" y="3294715"/>
                  </a:lnTo>
                  <a:lnTo>
                    <a:pt x="2170725" y="3294715"/>
                  </a:lnTo>
                  <a:lnTo>
                    <a:pt x="2170850" y="3294715"/>
                  </a:lnTo>
                  <a:lnTo>
                    <a:pt x="2170975" y="3294715"/>
                  </a:lnTo>
                  <a:lnTo>
                    <a:pt x="2171100" y="3294715"/>
                  </a:lnTo>
                  <a:lnTo>
                    <a:pt x="2171225" y="3294715"/>
                  </a:lnTo>
                  <a:lnTo>
                    <a:pt x="2171350" y="3294715"/>
                  </a:lnTo>
                  <a:lnTo>
                    <a:pt x="2171475" y="3294715"/>
                  </a:lnTo>
                  <a:lnTo>
                    <a:pt x="2171600" y="3294715"/>
                  </a:lnTo>
                  <a:lnTo>
                    <a:pt x="2171725" y="3294715"/>
                  </a:lnTo>
                  <a:lnTo>
                    <a:pt x="2171851" y="3294715"/>
                  </a:lnTo>
                  <a:lnTo>
                    <a:pt x="2171976" y="3294715"/>
                  </a:lnTo>
                  <a:lnTo>
                    <a:pt x="2172101" y="3294715"/>
                  </a:lnTo>
                  <a:lnTo>
                    <a:pt x="2172226" y="3294715"/>
                  </a:lnTo>
                  <a:lnTo>
                    <a:pt x="2172351" y="3294715"/>
                  </a:lnTo>
                  <a:lnTo>
                    <a:pt x="2172476" y="3294715"/>
                  </a:lnTo>
                  <a:lnTo>
                    <a:pt x="2172601" y="3294715"/>
                  </a:lnTo>
                  <a:lnTo>
                    <a:pt x="2172726" y="3294715"/>
                  </a:lnTo>
                  <a:lnTo>
                    <a:pt x="2172851" y="3294715"/>
                  </a:lnTo>
                  <a:lnTo>
                    <a:pt x="2172976" y="3294715"/>
                  </a:lnTo>
                  <a:lnTo>
                    <a:pt x="2173101" y="3294715"/>
                  </a:lnTo>
                  <a:lnTo>
                    <a:pt x="2173226" y="3294715"/>
                  </a:lnTo>
                  <a:lnTo>
                    <a:pt x="2173351" y="3294715"/>
                  </a:lnTo>
                  <a:lnTo>
                    <a:pt x="2173476" y="3294715"/>
                  </a:lnTo>
                  <a:lnTo>
                    <a:pt x="2173601" y="3294715"/>
                  </a:lnTo>
                  <a:lnTo>
                    <a:pt x="2173726" y="3294715"/>
                  </a:lnTo>
                  <a:lnTo>
                    <a:pt x="2173851" y="3294715"/>
                  </a:lnTo>
                  <a:lnTo>
                    <a:pt x="2173976" y="3294715"/>
                  </a:lnTo>
                  <a:lnTo>
                    <a:pt x="2174101" y="3294715"/>
                  </a:lnTo>
                  <a:lnTo>
                    <a:pt x="2174226" y="3294715"/>
                  </a:lnTo>
                  <a:lnTo>
                    <a:pt x="2174351" y="3294715"/>
                  </a:lnTo>
                  <a:lnTo>
                    <a:pt x="2174476" y="3294715"/>
                  </a:lnTo>
                  <a:lnTo>
                    <a:pt x="2174601" y="3294715"/>
                  </a:lnTo>
                  <a:lnTo>
                    <a:pt x="2174727" y="3294715"/>
                  </a:lnTo>
                  <a:lnTo>
                    <a:pt x="2174852" y="3294715"/>
                  </a:lnTo>
                  <a:lnTo>
                    <a:pt x="2174977" y="3294715"/>
                  </a:lnTo>
                  <a:lnTo>
                    <a:pt x="2175102" y="3294715"/>
                  </a:lnTo>
                  <a:lnTo>
                    <a:pt x="2175227" y="3294715"/>
                  </a:lnTo>
                  <a:lnTo>
                    <a:pt x="2175352" y="3294715"/>
                  </a:lnTo>
                  <a:lnTo>
                    <a:pt x="2175477" y="3294715"/>
                  </a:lnTo>
                  <a:lnTo>
                    <a:pt x="2175602" y="3294715"/>
                  </a:lnTo>
                  <a:lnTo>
                    <a:pt x="2175727" y="3294715"/>
                  </a:lnTo>
                  <a:lnTo>
                    <a:pt x="2175852" y="3294715"/>
                  </a:lnTo>
                  <a:lnTo>
                    <a:pt x="2175977" y="3294715"/>
                  </a:lnTo>
                  <a:lnTo>
                    <a:pt x="2176102" y="3294715"/>
                  </a:lnTo>
                  <a:lnTo>
                    <a:pt x="2176227" y="3294715"/>
                  </a:lnTo>
                  <a:lnTo>
                    <a:pt x="2176352" y="3294715"/>
                  </a:lnTo>
                  <a:lnTo>
                    <a:pt x="2176477" y="3294715"/>
                  </a:lnTo>
                  <a:lnTo>
                    <a:pt x="2176602" y="3294715"/>
                  </a:lnTo>
                  <a:lnTo>
                    <a:pt x="2176727" y="3294715"/>
                  </a:lnTo>
                  <a:lnTo>
                    <a:pt x="2176852" y="3294715"/>
                  </a:lnTo>
                  <a:lnTo>
                    <a:pt x="2176977" y="3294715"/>
                  </a:lnTo>
                  <a:lnTo>
                    <a:pt x="2177102" y="3294715"/>
                  </a:lnTo>
                  <a:lnTo>
                    <a:pt x="2177227" y="3294715"/>
                  </a:lnTo>
                  <a:lnTo>
                    <a:pt x="2177352" y="3294715"/>
                  </a:lnTo>
                  <a:lnTo>
                    <a:pt x="2177477" y="3294715"/>
                  </a:lnTo>
                  <a:lnTo>
                    <a:pt x="2177602" y="3294715"/>
                  </a:lnTo>
                  <a:lnTo>
                    <a:pt x="2177728" y="3294715"/>
                  </a:lnTo>
                  <a:lnTo>
                    <a:pt x="2177853" y="3294715"/>
                  </a:lnTo>
                  <a:lnTo>
                    <a:pt x="2177978" y="3294715"/>
                  </a:lnTo>
                  <a:lnTo>
                    <a:pt x="2178103" y="3294715"/>
                  </a:lnTo>
                  <a:lnTo>
                    <a:pt x="2178228" y="3294715"/>
                  </a:lnTo>
                  <a:lnTo>
                    <a:pt x="2178353" y="3294715"/>
                  </a:lnTo>
                  <a:lnTo>
                    <a:pt x="2178478" y="3294715"/>
                  </a:lnTo>
                  <a:lnTo>
                    <a:pt x="2178603" y="3294715"/>
                  </a:lnTo>
                  <a:lnTo>
                    <a:pt x="2178728" y="3294715"/>
                  </a:lnTo>
                  <a:lnTo>
                    <a:pt x="2178853" y="3294715"/>
                  </a:lnTo>
                  <a:lnTo>
                    <a:pt x="2178978" y="3294715"/>
                  </a:lnTo>
                  <a:lnTo>
                    <a:pt x="2179103" y="3294715"/>
                  </a:lnTo>
                  <a:lnTo>
                    <a:pt x="2179228" y="3294715"/>
                  </a:lnTo>
                  <a:lnTo>
                    <a:pt x="2179353" y="3294715"/>
                  </a:lnTo>
                  <a:lnTo>
                    <a:pt x="2179478" y="3294715"/>
                  </a:lnTo>
                  <a:lnTo>
                    <a:pt x="2179603" y="3294715"/>
                  </a:lnTo>
                  <a:lnTo>
                    <a:pt x="2179728" y="3294715"/>
                  </a:lnTo>
                  <a:lnTo>
                    <a:pt x="2179853" y="3294715"/>
                  </a:lnTo>
                  <a:lnTo>
                    <a:pt x="2179978" y="3294715"/>
                  </a:lnTo>
                  <a:lnTo>
                    <a:pt x="2180103" y="3294715"/>
                  </a:lnTo>
                  <a:lnTo>
                    <a:pt x="2180228" y="3294715"/>
                  </a:lnTo>
                  <a:lnTo>
                    <a:pt x="2180353" y="3294715"/>
                  </a:lnTo>
                  <a:lnTo>
                    <a:pt x="2180478" y="3294715"/>
                  </a:lnTo>
                  <a:lnTo>
                    <a:pt x="2180603" y="3294715"/>
                  </a:lnTo>
                  <a:lnTo>
                    <a:pt x="2180729" y="3294715"/>
                  </a:lnTo>
                  <a:lnTo>
                    <a:pt x="2180854" y="3294715"/>
                  </a:lnTo>
                  <a:lnTo>
                    <a:pt x="2180979" y="3294715"/>
                  </a:lnTo>
                  <a:lnTo>
                    <a:pt x="2181104" y="3294715"/>
                  </a:lnTo>
                  <a:lnTo>
                    <a:pt x="2181229" y="3294715"/>
                  </a:lnTo>
                  <a:lnTo>
                    <a:pt x="2181354" y="3294715"/>
                  </a:lnTo>
                  <a:lnTo>
                    <a:pt x="2181479" y="3294715"/>
                  </a:lnTo>
                  <a:lnTo>
                    <a:pt x="2181604" y="3294715"/>
                  </a:lnTo>
                  <a:lnTo>
                    <a:pt x="2181729" y="3294715"/>
                  </a:lnTo>
                  <a:lnTo>
                    <a:pt x="2181854" y="3294715"/>
                  </a:lnTo>
                  <a:lnTo>
                    <a:pt x="2181979" y="3294715"/>
                  </a:lnTo>
                  <a:lnTo>
                    <a:pt x="2182104" y="3294715"/>
                  </a:lnTo>
                  <a:lnTo>
                    <a:pt x="2182229" y="3294715"/>
                  </a:lnTo>
                  <a:lnTo>
                    <a:pt x="2182354" y="3294715"/>
                  </a:lnTo>
                  <a:lnTo>
                    <a:pt x="2182479" y="3294715"/>
                  </a:lnTo>
                  <a:lnTo>
                    <a:pt x="2182604" y="3294715"/>
                  </a:lnTo>
                  <a:lnTo>
                    <a:pt x="2182729" y="3294715"/>
                  </a:lnTo>
                  <a:lnTo>
                    <a:pt x="2182854" y="3294715"/>
                  </a:lnTo>
                  <a:lnTo>
                    <a:pt x="2182979" y="3294715"/>
                  </a:lnTo>
                  <a:lnTo>
                    <a:pt x="2183104" y="3294715"/>
                  </a:lnTo>
                  <a:lnTo>
                    <a:pt x="2183229" y="3294715"/>
                  </a:lnTo>
                  <a:lnTo>
                    <a:pt x="2183354" y="3294715"/>
                  </a:lnTo>
                  <a:lnTo>
                    <a:pt x="2183479" y="3294715"/>
                  </a:lnTo>
                  <a:lnTo>
                    <a:pt x="2183604" y="3294715"/>
                  </a:lnTo>
                  <a:lnTo>
                    <a:pt x="2183730" y="3294715"/>
                  </a:lnTo>
                  <a:lnTo>
                    <a:pt x="2183855" y="3294715"/>
                  </a:lnTo>
                  <a:lnTo>
                    <a:pt x="2183980" y="3294715"/>
                  </a:lnTo>
                  <a:lnTo>
                    <a:pt x="2184105" y="3294715"/>
                  </a:lnTo>
                  <a:lnTo>
                    <a:pt x="2184230" y="3294715"/>
                  </a:lnTo>
                  <a:lnTo>
                    <a:pt x="2184355" y="3294715"/>
                  </a:lnTo>
                  <a:lnTo>
                    <a:pt x="2184480" y="3294715"/>
                  </a:lnTo>
                  <a:lnTo>
                    <a:pt x="2184605" y="3294715"/>
                  </a:lnTo>
                  <a:lnTo>
                    <a:pt x="2184730" y="3294715"/>
                  </a:lnTo>
                  <a:lnTo>
                    <a:pt x="2184855" y="3294715"/>
                  </a:lnTo>
                  <a:lnTo>
                    <a:pt x="2184980" y="3294715"/>
                  </a:lnTo>
                  <a:lnTo>
                    <a:pt x="2185105" y="3294715"/>
                  </a:lnTo>
                  <a:lnTo>
                    <a:pt x="2185230" y="3294715"/>
                  </a:lnTo>
                  <a:lnTo>
                    <a:pt x="2185355" y="3294715"/>
                  </a:lnTo>
                  <a:lnTo>
                    <a:pt x="2185480" y="3294715"/>
                  </a:lnTo>
                  <a:lnTo>
                    <a:pt x="2185605" y="3294715"/>
                  </a:lnTo>
                  <a:lnTo>
                    <a:pt x="2185730" y="3294715"/>
                  </a:lnTo>
                  <a:lnTo>
                    <a:pt x="2185855" y="3294715"/>
                  </a:lnTo>
                  <a:lnTo>
                    <a:pt x="2185980" y="3294715"/>
                  </a:lnTo>
                  <a:lnTo>
                    <a:pt x="2186105" y="3294715"/>
                  </a:lnTo>
                  <a:lnTo>
                    <a:pt x="2186230" y="3294715"/>
                  </a:lnTo>
                  <a:lnTo>
                    <a:pt x="2186355" y="3294715"/>
                  </a:lnTo>
                  <a:lnTo>
                    <a:pt x="2186480" y="3294715"/>
                  </a:lnTo>
                  <a:lnTo>
                    <a:pt x="2186605" y="3294715"/>
                  </a:lnTo>
                  <a:lnTo>
                    <a:pt x="2186731" y="3294715"/>
                  </a:lnTo>
                  <a:lnTo>
                    <a:pt x="2186856" y="3294715"/>
                  </a:lnTo>
                  <a:lnTo>
                    <a:pt x="2186981" y="3294715"/>
                  </a:lnTo>
                  <a:lnTo>
                    <a:pt x="2187106" y="3294715"/>
                  </a:lnTo>
                  <a:lnTo>
                    <a:pt x="2187231" y="3294715"/>
                  </a:lnTo>
                  <a:lnTo>
                    <a:pt x="2187356" y="3294715"/>
                  </a:lnTo>
                  <a:lnTo>
                    <a:pt x="2187481" y="3294715"/>
                  </a:lnTo>
                  <a:lnTo>
                    <a:pt x="2187606" y="3294715"/>
                  </a:lnTo>
                  <a:lnTo>
                    <a:pt x="2187731" y="3294715"/>
                  </a:lnTo>
                  <a:lnTo>
                    <a:pt x="2187856" y="3294715"/>
                  </a:lnTo>
                  <a:lnTo>
                    <a:pt x="2187856" y="3284761"/>
                  </a:lnTo>
                  <a:lnTo>
                    <a:pt x="2187981" y="3284761"/>
                  </a:lnTo>
                  <a:lnTo>
                    <a:pt x="2188106" y="3284761"/>
                  </a:lnTo>
                  <a:lnTo>
                    <a:pt x="2188231" y="3284761"/>
                  </a:lnTo>
                  <a:lnTo>
                    <a:pt x="2188356" y="3284761"/>
                  </a:lnTo>
                  <a:lnTo>
                    <a:pt x="2188481" y="3284761"/>
                  </a:lnTo>
                  <a:lnTo>
                    <a:pt x="2188606" y="3284761"/>
                  </a:lnTo>
                  <a:lnTo>
                    <a:pt x="2188731" y="3284761"/>
                  </a:lnTo>
                  <a:lnTo>
                    <a:pt x="2188856" y="3284761"/>
                  </a:lnTo>
                  <a:lnTo>
                    <a:pt x="2188981" y="3284761"/>
                  </a:lnTo>
                  <a:lnTo>
                    <a:pt x="2189106" y="3284761"/>
                  </a:lnTo>
                  <a:lnTo>
                    <a:pt x="2189231" y="3284761"/>
                  </a:lnTo>
                  <a:lnTo>
                    <a:pt x="2189356" y="3284761"/>
                  </a:lnTo>
                  <a:lnTo>
                    <a:pt x="2189481" y="3284761"/>
                  </a:lnTo>
                  <a:lnTo>
                    <a:pt x="2189481" y="3274807"/>
                  </a:lnTo>
                  <a:lnTo>
                    <a:pt x="2189606" y="3274807"/>
                  </a:lnTo>
                  <a:lnTo>
                    <a:pt x="2189732" y="3274807"/>
                  </a:lnTo>
                  <a:lnTo>
                    <a:pt x="2189857" y="3274807"/>
                  </a:lnTo>
                  <a:lnTo>
                    <a:pt x="2189982" y="3274807"/>
                  </a:lnTo>
                  <a:lnTo>
                    <a:pt x="2190107" y="3274807"/>
                  </a:lnTo>
                  <a:lnTo>
                    <a:pt x="2190232" y="3274807"/>
                  </a:lnTo>
                  <a:lnTo>
                    <a:pt x="2190357" y="3274807"/>
                  </a:lnTo>
                  <a:lnTo>
                    <a:pt x="2190482" y="3274807"/>
                  </a:lnTo>
                  <a:lnTo>
                    <a:pt x="2190607" y="3274807"/>
                  </a:lnTo>
                  <a:lnTo>
                    <a:pt x="2190732" y="3274807"/>
                  </a:lnTo>
                  <a:lnTo>
                    <a:pt x="2190857" y="3274807"/>
                  </a:lnTo>
                  <a:lnTo>
                    <a:pt x="2190982" y="3274807"/>
                  </a:lnTo>
                  <a:lnTo>
                    <a:pt x="2191107" y="3274807"/>
                  </a:lnTo>
                  <a:lnTo>
                    <a:pt x="2191232" y="3274807"/>
                  </a:lnTo>
                  <a:lnTo>
                    <a:pt x="2191357" y="3274807"/>
                  </a:lnTo>
                  <a:lnTo>
                    <a:pt x="2191482" y="3274807"/>
                  </a:lnTo>
                  <a:lnTo>
                    <a:pt x="2191607" y="3274807"/>
                  </a:lnTo>
                  <a:lnTo>
                    <a:pt x="2191732" y="3274807"/>
                  </a:lnTo>
                  <a:lnTo>
                    <a:pt x="2191857" y="3274807"/>
                  </a:lnTo>
                  <a:lnTo>
                    <a:pt x="2191982" y="3274807"/>
                  </a:lnTo>
                  <a:lnTo>
                    <a:pt x="2192107" y="3274807"/>
                  </a:lnTo>
                  <a:lnTo>
                    <a:pt x="2192232" y="3274807"/>
                  </a:lnTo>
                  <a:lnTo>
                    <a:pt x="2192357" y="3274807"/>
                  </a:lnTo>
                  <a:lnTo>
                    <a:pt x="2192482" y="3274807"/>
                  </a:lnTo>
                  <a:lnTo>
                    <a:pt x="2192607" y="3274807"/>
                  </a:lnTo>
                  <a:lnTo>
                    <a:pt x="2192733" y="3274807"/>
                  </a:lnTo>
                  <a:lnTo>
                    <a:pt x="2192733" y="3264853"/>
                  </a:lnTo>
                  <a:lnTo>
                    <a:pt x="2192858" y="3264853"/>
                  </a:lnTo>
                  <a:lnTo>
                    <a:pt x="2192983" y="3264853"/>
                  </a:lnTo>
                  <a:lnTo>
                    <a:pt x="2193108" y="3264853"/>
                  </a:lnTo>
                  <a:lnTo>
                    <a:pt x="2193233" y="3264853"/>
                  </a:lnTo>
                  <a:lnTo>
                    <a:pt x="2193358" y="3264853"/>
                  </a:lnTo>
                  <a:lnTo>
                    <a:pt x="2193483" y="3264853"/>
                  </a:lnTo>
                  <a:lnTo>
                    <a:pt x="2193608" y="3264853"/>
                  </a:lnTo>
                  <a:lnTo>
                    <a:pt x="2193733" y="3264853"/>
                  </a:lnTo>
                  <a:lnTo>
                    <a:pt x="2193858" y="3264853"/>
                  </a:lnTo>
                  <a:lnTo>
                    <a:pt x="2193983" y="3264853"/>
                  </a:lnTo>
                  <a:lnTo>
                    <a:pt x="2194108" y="3264853"/>
                  </a:lnTo>
                  <a:lnTo>
                    <a:pt x="2194233" y="3264853"/>
                  </a:lnTo>
                  <a:lnTo>
                    <a:pt x="2194358" y="3264853"/>
                  </a:lnTo>
                  <a:lnTo>
                    <a:pt x="2194483" y="3264853"/>
                  </a:lnTo>
                  <a:lnTo>
                    <a:pt x="2194608" y="3264853"/>
                  </a:lnTo>
                  <a:lnTo>
                    <a:pt x="2194733" y="3264853"/>
                  </a:lnTo>
                  <a:lnTo>
                    <a:pt x="2194858" y="3264853"/>
                  </a:lnTo>
                  <a:lnTo>
                    <a:pt x="2194983" y="3264853"/>
                  </a:lnTo>
                  <a:lnTo>
                    <a:pt x="2195108" y="3264853"/>
                  </a:lnTo>
                  <a:lnTo>
                    <a:pt x="2195233" y="3264853"/>
                  </a:lnTo>
                  <a:lnTo>
                    <a:pt x="2195358" y="3264853"/>
                  </a:lnTo>
                  <a:lnTo>
                    <a:pt x="2195483" y="3264853"/>
                  </a:lnTo>
                  <a:lnTo>
                    <a:pt x="2195608" y="3264853"/>
                  </a:lnTo>
                  <a:lnTo>
                    <a:pt x="2195734" y="3264853"/>
                  </a:lnTo>
                  <a:lnTo>
                    <a:pt x="2195859" y="3264853"/>
                  </a:lnTo>
                  <a:lnTo>
                    <a:pt x="2195984" y="3264853"/>
                  </a:lnTo>
                  <a:lnTo>
                    <a:pt x="2196109" y="3264853"/>
                  </a:lnTo>
                  <a:lnTo>
                    <a:pt x="2196234" y="3264853"/>
                  </a:lnTo>
                  <a:lnTo>
                    <a:pt x="2196359" y="3264853"/>
                  </a:lnTo>
                  <a:lnTo>
                    <a:pt x="2196484" y="3264853"/>
                  </a:lnTo>
                  <a:lnTo>
                    <a:pt x="2196609" y="3264853"/>
                  </a:lnTo>
                  <a:lnTo>
                    <a:pt x="2196734" y="3264853"/>
                  </a:lnTo>
                  <a:lnTo>
                    <a:pt x="2196859" y="3264853"/>
                  </a:lnTo>
                  <a:lnTo>
                    <a:pt x="2196984" y="3264853"/>
                  </a:lnTo>
                  <a:lnTo>
                    <a:pt x="2197109" y="3264853"/>
                  </a:lnTo>
                  <a:lnTo>
                    <a:pt x="2197234" y="3264853"/>
                  </a:lnTo>
                  <a:lnTo>
                    <a:pt x="2197359" y="3264853"/>
                  </a:lnTo>
                  <a:lnTo>
                    <a:pt x="2197484" y="3264853"/>
                  </a:lnTo>
                  <a:lnTo>
                    <a:pt x="2197609" y="3264853"/>
                  </a:lnTo>
                  <a:lnTo>
                    <a:pt x="2197734" y="3264853"/>
                  </a:lnTo>
                  <a:lnTo>
                    <a:pt x="2197859" y="3264853"/>
                  </a:lnTo>
                  <a:lnTo>
                    <a:pt x="2197984" y="3264853"/>
                  </a:lnTo>
                  <a:lnTo>
                    <a:pt x="2198109" y="3264853"/>
                  </a:lnTo>
                  <a:lnTo>
                    <a:pt x="2198234" y="3264853"/>
                  </a:lnTo>
                  <a:lnTo>
                    <a:pt x="2198359" y="3264853"/>
                  </a:lnTo>
                  <a:lnTo>
                    <a:pt x="2198484" y="3264853"/>
                  </a:lnTo>
                  <a:lnTo>
                    <a:pt x="2198609" y="3264853"/>
                  </a:lnTo>
                  <a:lnTo>
                    <a:pt x="2198735" y="3264853"/>
                  </a:lnTo>
                  <a:lnTo>
                    <a:pt x="2198860" y="3264853"/>
                  </a:lnTo>
                  <a:lnTo>
                    <a:pt x="2198985" y="3264853"/>
                  </a:lnTo>
                  <a:lnTo>
                    <a:pt x="2199110" y="3264853"/>
                  </a:lnTo>
                  <a:lnTo>
                    <a:pt x="2199235" y="3264853"/>
                  </a:lnTo>
                  <a:lnTo>
                    <a:pt x="2199360" y="3264853"/>
                  </a:lnTo>
                  <a:lnTo>
                    <a:pt x="2199485" y="3264853"/>
                  </a:lnTo>
                  <a:lnTo>
                    <a:pt x="2199610" y="3264853"/>
                  </a:lnTo>
                  <a:lnTo>
                    <a:pt x="2199735" y="3264853"/>
                  </a:lnTo>
                  <a:lnTo>
                    <a:pt x="2199860" y="3264853"/>
                  </a:lnTo>
                  <a:lnTo>
                    <a:pt x="2199985" y="3264853"/>
                  </a:lnTo>
                  <a:lnTo>
                    <a:pt x="2200110" y="3264853"/>
                  </a:lnTo>
                  <a:lnTo>
                    <a:pt x="2200235" y="3264853"/>
                  </a:lnTo>
                  <a:lnTo>
                    <a:pt x="2200235" y="3254900"/>
                  </a:lnTo>
                  <a:lnTo>
                    <a:pt x="2200360" y="3254900"/>
                  </a:lnTo>
                  <a:lnTo>
                    <a:pt x="2200485" y="3254900"/>
                  </a:lnTo>
                  <a:lnTo>
                    <a:pt x="2200610" y="3254900"/>
                  </a:lnTo>
                  <a:lnTo>
                    <a:pt x="2200735" y="3254900"/>
                  </a:lnTo>
                  <a:lnTo>
                    <a:pt x="2200860" y="3254900"/>
                  </a:lnTo>
                  <a:lnTo>
                    <a:pt x="2200985" y="3254900"/>
                  </a:lnTo>
                  <a:lnTo>
                    <a:pt x="2201110" y="3254900"/>
                  </a:lnTo>
                  <a:lnTo>
                    <a:pt x="2201235" y="3254900"/>
                  </a:lnTo>
                  <a:lnTo>
                    <a:pt x="2201235" y="3244946"/>
                  </a:lnTo>
                  <a:lnTo>
                    <a:pt x="2201360" y="3244946"/>
                  </a:lnTo>
                  <a:lnTo>
                    <a:pt x="2201485" y="3244946"/>
                  </a:lnTo>
                  <a:lnTo>
                    <a:pt x="2201610" y="3244946"/>
                  </a:lnTo>
                  <a:lnTo>
                    <a:pt x="2201736" y="3244946"/>
                  </a:lnTo>
                  <a:lnTo>
                    <a:pt x="2201861" y="3244946"/>
                  </a:lnTo>
                  <a:lnTo>
                    <a:pt x="2201986" y="3244946"/>
                  </a:lnTo>
                  <a:lnTo>
                    <a:pt x="2202111" y="3244946"/>
                  </a:lnTo>
                  <a:lnTo>
                    <a:pt x="2202236" y="3244946"/>
                  </a:lnTo>
                  <a:lnTo>
                    <a:pt x="2202361" y="3244946"/>
                  </a:lnTo>
                  <a:lnTo>
                    <a:pt x="2202486" y="3244946"/>
                  </a:lnTo>
                  <a:lnTo>
                    <a:pt x="2202611" y="3244946"/>
                  </a:lnTo>
                  <a:lnTo>
                    <a:pt x="2202736" y="3244946"/>
                  </a:lnTo>
                  <a:lnTo>
                    <a:pt x="2202861" y="3244946"/>
                  </a:lnTo>
                  <a:lnTo>
                    <a:pt x="2202986" y="3244946"/>
                  </a:lnTo>
                  <a:lnTo>
                    <a:pt x="2203111" y="3244946"/>
                  </a:lnTo>
                  <a:lnTo>
                    <a:pt x="2203236" y="3244946"/>
                  </a:lnTo>
                  <a:lnTo>
                    <a:pt x="2203361" y="3244946"/>
                  </a:lnTo>
                  <a:lnTo>
                    <a:pt x="2203486" y="3244946"/>
                  </a:lnTo>
                  <a:lnTo>
                    <a:pt x="2203611" y="3244946"/>
                  </a:lnTo>
                  <a:lnTo>
                    <a:pt x="2203736" y="3244946"/>
                  </a:lnTo>
                  <a:lnTo>
                    <a:pt x="2203861" y="3244946"/>
                  </a:lnTo>
                  <a:lnTo>
                    <a:pt x="2203986" y="3244946"/>
                  </a:lnTo>
                  <a:lnTo>
                    <a:pt x="2204111" y="3244946"/>
                  </a:lnTo>
                  <a:lnTo>
                    <a:pt x="2204236" y="3244946"/>
                  </a:lnTo>
                  <a:lnTo>
                    <a:pt x="2204361" y="3244946"/>
                  </a:lnTo>
                  <a:lnTo>
                    <a:pt x="2204486" y="3244946"/>
                  </a:lnTo>
                  <a:lnTo>
                    <a:pt x="2204611" y="3244946"/>
                  </a:lnTo>
                  <a:lnTo>
                    <a:pt x="2204737" y="3244946"/>
                  </a:lnTo>
                  <a:lnTo>
                    <a:pt x="2204862" y="3244946"/>
                  </a:lnTo>
                  <a:lnTo>
                    <a:pt x="2204987" y="3244946"/>
                  </a:lnTo>
                  <a:lnTo>
                    <a:pt x="2205112" y="3244946"/>
                  </a:lnTo>
                  <a:lnTo>
                    <a:pt x="2205237" y="3244946"/>
                  </a:lnTo>
                  <a:lnTo>
                    <a:pt x="2205362" y="3244946"/>
                  </a:lnTo>
                  <a:lnTo>
                    <a:pt x="2205487" y="3244946"/>
                  </a:lnTo>
                  <a:lnTo>
                    <a:pt x="2205612" y="3244946"/>
                  </a:lnTo>
                  <a:lnTo>
                    <a:pt x="2205612" y="3234992"/>
                  </a:lnTo>
                  <a:lnTo>
                    <a:pt x="2205737" y="3234992"/>
                  </a:lnTo>
                  <a:lnTo>
                    <a:pt x="2205862" y="3234992"/>
                  </a:lnTo>
                  <a:lnTo>
                    <a:pt x="2205987" y="3234992"/>
                  </a:lnTo>
                  <a:lnTo>
                    <a:pt x="2206112" y="3234992"/>
                  </a:lnTo>
                  <a:lnTo>
                    <a:pt x="2206237" y="3234992"/>
                  </a:lnTo>
                  <a:lnTo>
                    <a:pt x="2206362" y="3234992"/>
                  </a:lnTo>
                  <a:lnTo>
                    <a:pt x="2206487" y="3234992"/>
                  </a:lnTo>
                  <a:lnTo>
                    <a:pt x="2206612" y="3234992"/>
                  </a:lnTo>
                  <a:lnTo>
                    <a:pt x="2206737" y="3234992"/>
                  </a:lnTo>
                  <a:lnTo>
                    <a:pt x="2206862" y="3234992"/>
                  </a:lnTo>
                  <a:lnTo>
                    <a:pt x="2206987" y="3234992"/>
                  </a:lnTo>
                  <a:lnTo>
                    <a:pt x="2207112" y="3234992"/>
                  </a:lnTo>
                  <a:lnTo>
                    <a:pt x="2207237" y="3234992"/>
                  </a:lnTo>
                  <a:lnTo>
                    <a:pt x="2207362" y="3234992"/>
                  </a:lnTo>
                  <a:lnTo>
                    <a:pt x="2207487" y="3234992"/>
                  </a:lnTo>
                  <a:lnTo>
                    <a:pt x="2207612" y="3234992"/>
                  </a:lnTo>
                  <a:lnTo>
                    <a:pt x="2207738" y="3234992"/>
                  </a:lnTo>
                  <a:lnTo>
                    <a:pt x="2207863" y="3234992"/>
                  </a:lnTo>
                  <a:lnTo>
                    <a:pt x="2207988" y="3234992"/>
                  </a:lnTo>
                  <a:lnTo>
                    <a:pt x="2208113" y="3234992"/>
                  </a:lnTo>
                  <a:lnTo>
                    <a:pt x="2208238" y="3234992"/>
                  </a:lnTo>
                  <a:lnTo>
                    <a:pt x="2208363" y="3234992"/>
                  </a:lnTo>
                  <a:lnTo>
                    <a:pt x="2208488" y="3234992"/>
                  </a:lnTo>
                  <a:lnTo>
                    <a:pt x="2208613" y="3234992"/>
                  </a:lnTo>
                  <a:lnTo>
                    <a:pt x="2208738" y="3234992"/>
                  </a:lnTo>
                  <a:lnTo>
                    <a:pt x="2208738" y="3225038"/>
                  </a:lnTo>
                  <a:lnTo>
                    <a:pt x="2208863" y="3225038"/>
                  </a:lnTo>
                  <a:lnTo>
                    <a:pt x="2208988" y="3225038"/>
                  </a:lnTo>
                  <a:lnTo>
                    <a:pt x="2209113" y="3225038"/>
                  </a:lnTo>
                  <a:lnTo>
                    <a:pt x="2209238" y="3225038"/>
                  </a:lnTo>
                  <a:lnTo>
                    <a:pt x="2209363" y="3225038"/>
                  </a:lnTo>
                  <a:lnTo>
                    <a:pt x="2209488" y="3225038"/>
                  </a:lnTo>
                  <a:lnTo>
                    <a:pt x="2209613" y="3225038"/>
                  </a:lnTo>
                  <a:lnTo>
                    <a:pt x="2209738" y="3225038"/>
                  </a:lnTo>
                  <a:lnTo>
                    <a:pt x="2209863" y="3225038"/>
                  </a:lnTo>
                  <a:lnTo>
                    <a:pt x="2209988" y="3225038"/>
                  </a:lnTo>
                  <a:lnTo>
                    <a:pt x="2210113" y="3225038"/>
                  </a:lnTo>
                  <a:lnTo>
                    <a:pt x="2210238" y="3225038"/>
                  </a:lnTo>
                  <a:lnTo>
                    <a:pt x="2210363" y="3225038"/>
                  </a:lnTo>
                  <a:lnTo>
                    <a:pt x="2210488" y="3225038"/>
                  </a:lnTo>
                  <a:lnTo>
                    <a:pt x="2210613" y="3225038"/>
                  </a:lnTo>
                  <a:lnTo>
                    <a:pt x="2210739" y="3225038"/>
                  </a:lnTo>
                  <a:lnTo>
                    <a:pt x="2210864" y="3225038"/>
                  </a:lnTo>
                  <a:lnTo>
                    <a:pt x="2210989" y="3225038"/>
                  </a:lnTo>
                  <a:lnTo>
                    <a:pt x="2211114" y="3225038"/>
                  </a:lnTo>
                  <a:lnTo>
                    <a:pt x="2211239" y="3225038"/>
                  </a:lnTo>
                  <a:lnTo>
                    <a:pt x="2211364" y="3225038"/>
                  </a:lnTo>
                  <a:lnTo>
                    <a:pt x="2211489" y="3225038"/>
                  </a:lnTo>
                  <a:lnTo>
                    <a:pt x="2211614" y="3225038"/>
                  </a:lnTo>
                  <a:lnTo>
                    <a:pt x="2211739" y="3225038"/>
                  </a:lnTo>
                  <a:lnTo>
                    <a:pt x="2211864" y="3225038"/>
                  </a:lnTo>
                  <a:lnTo>
                    <a:pt x="2211989" y="3225038"/>
                  </a:lnTo>
                  <a:lnTo>
                    <a:pt x="2212114" y="3225038"/>
                  </a:lnTo>
                  <a:lnTo>
                    <a:pt x="2212239" y="3225038"/>
                  </a:lnTo>
                  <a:lnTo>
                    <a:pt x="2212364" y="3225038"/>
                  </a:lnTo>
                  <a:lnTo>
                    <a:pt x="2212489" y="3225038"/>
                  </a:lnTo>
                  <a:lnTo>
                    <a:pt x="2212614" y="3225038"/>
                  </a:lnTo>
                  <a:lnTo>
                    <a:pt x="2212739" y="3225038"/>
                  </a:lnTo>
                  <a:lnTo>
                    <a:pt x="2212864" y="3225038"/>
                  </a:lnTo>
                  <a:lnTo>
                    <a:pt x="2212989" y="3225038"/>
                  </a:lnTo>
                  <a:lnTo>
                    <a:pt x="2213114" y="3225038"/>
                  </a:lnTo>
                  <a:lnTo>
                    <a:pt x="2213239" y="3225038"/>
                  </a:lnTo>
                  <a:lnTo>
                    <a:pt x="2213364" y="3225038"/>
                  </a:lnTo>
                  <a:lnTo>
                    <a:pt x="2213489" y="3225038"/>
                  </a:lnTo>
                  <a:lnTo>
                    <a:pt x="2213615" y="3225038"/>
                  </a:lnTo>
                  <a:lnTo>
                    <a:pt x="2213740" y="3225038"/>
                  </a:lnTo>
                  <a:lnTo>
                    <a:pt x="2213865" y="3225038"/>
                  </a:lnTo>
                  <a:lnTo>
                    <a:pt x="2213990" y="3225038"/>
                  </a:lnTo>
                  <a:lnTo>
                    <a:pt x="2214115" y="3225038"/>
                  </a:lnTo>
                  <a:lnTo>
                    <a:pt x="2214240" y="3225038"/>
                  </a:lnTo>
                  <a:lnTo>
                    <a:pt x="2214365" y="3225038"/>
                  </a:lnTo>
                  <a:lnTo>
                    <a:pt x="2214490" y="3225038"/>
                  </a:lnTo>
                  <a:lnTo>
                    <a:pt x="2214615" y="3225038"/>
                  </a:lnTo>
                  <a:lnTo>
                    <a:pt x="2214740" y="3225038"/>
                  </a:lnTo>
                  <a:lnTo>
                    <a:pt x="2214865" y="3225038"/>
                  </a:lnTo>
                  <a:lnTo>
                    <a:pt x="2214990" y="3225038"/>
                  </a:lnTo>
                  <a:lnTo>
                    <a:pt x="2215115" y="3225038"/>
                  </a:lnTo>
                  <a:lnTo>
                    <a:pt x="2215240" y="3225038"/>
                  </a:lnTo>
                  <a:lnTo>
                    <a:pt x="2215365" y="3225038"/>
                  </a:lnTo>
                  <a:lnTo>
                    <a:pt x="2215490" y="3225038"/>
                  </a:lnTo>
                  <a:lnTo>
                    <a:pt x="2215615" y="3225038"/>
                  </a:lnTo>
                  <a:lnTo>
                    <a:pt x="2215740" y="3225038"/>
                  </a:lnTo>
                  <a:lnTo>
                    <a:pt x="2215865" y="3225038"/>
                  </a:lnTo>
                  <a:lnTo>
                    <a:pt x="2215990" y="3225038"/>
                  </a:lnTo>
                  <a:lnTo>
                    <a:pt x="2216115" y="3225038"/>
                  </a:lnTo>
                  <a:lnTo>
                    <a:pt x="2216240" y="3225038"/>
                  </a:lnTo>
                  <a:lnTo>
                    <a:pt x="2216365" y="3225038"/>
                  </a:lnTo>
                  <a:lnTo>
                    <a:pt x="2216490" y="3225038"/>
                  </a:lnTo>
                  <a:lnTo>
                    <a:pt x="2216616" y="3225038"/>
                  </a:lnTo>
                  <a:lnTo>
                    <a:pt x="2216741" y="3225038"/>
                  </a:lnTo>
                  <a:lnTo>
                    <a:pt x="2216866" y="3225038"/>
                  </a:lnTo>
                  <a:lnTo>
                    <a:pt x="2216991" y="3225038"/>
                  </a:lnTo>
                  <a:lnTo>
                    <a:pt x="2217116" y="3225038"/>
                  </a:lnTo>
                  <a:lnTo>
                    <a:pt x="2217241" y="3225038"/>
                  </a:lnTo>
                  <a:lnTo>
                    <a:pt x="2217366" y="3225038"/>
                  </a:lnTo>
                  <a:lnTo>
                    <a:pt x="2217491" y="3225038"/>
                  </a:lnTo>
                  <a:lnTo>
                    <a:pt x="2217616" y="3225038"/>
                  </a:lnTo>
                  <a:lnTo>
                    <a:pt x="2217741" y="3225038"/>
                  </a:lnTo>
                  <a:lnTo>
                    <a:pt x="2217866" y="3225038"/>
                  </a:lnTo>
                  <a:lnTo>
                    <a:pt x="2217991" y="3225038"/>
                  </a:lnTo>
                  <a:lnTo>
                    <a:pt x="2218116" y="3225038"/>
                  </a:lnTo>
                  <a:lnTo>
                    <a:pt x="2218241" y="3225038"/>
                  </a:lnTo>
                  <a:lnTo>
                    <a:pt x="2218366" y="3225038"/>
                  </a:lnTo>
                  <a:lnTo>
                    <a:pt x="2218491" y="3225038"/>
                  </a:lnTo>
                  <a:lnTo>
                    <a:pt x="2218616" y="3225038"/>
                  </a:lnTo>
                  <a:lnTo>
                    <a:pt x="2218741" y="3225038"/>
                  </a:lnTo>
                  <a:lnTo>
                    <a:pt x="2218866" y="3225038"/>
                  </a:lnTo>
                  <a:lnTo>
                    <a:pt x="2218991" y="3225038"/>
                  </a:lnTo>
                  <a:lnTo>
                    <a:pt x="2219116" y="3225038"/>
                  </a:lnTo>
                  <a:lnTo>
                    <a:pt x="2219241" y="3225038"/>
                  </a:lnTo>
                  <a:lnTo>
                    <a:pt x="2219366" y="3225038"/>
                  </a:lnTo>
                  <a:lnTo>
                    <a:pt x="2219491" y="3225038"/>
                  </a:lnTo>
                  <a:lnTo>
                    <a:pt x="2219617" y="3225038"/>
                  </a:lnTo>
                  <a:lnTo>
                    <a:pt x="2219742" y="3225038"/>
                  </a:lnTo>
                  <a:lnTo>
                    <a:pt x="2219867" y="3225038"/>
                  </a:lnTo>
                  <a:lnTo>
                    <a:pt x="2219992" y="3225038"/>
                  </a:lnTo>
                  <a:lnTo>
                    <a:pt x="2220117" y="3225038"/>
                  </a:lnTo>
                  <a:lnTo>
                    <a:pt x="2220242" y="3225038"/>
                  </a:lnTo>
                  <a:lnTo>
                    <a:pt x="2220367" y="3225038"/>
                  </a:lnTo>
                  <a:lnTo>
                    <a:pt x="2220492" y="3225038"/>
                  </a:lnTo>
                  <a:lnTo>
                    <a:pt x="2220617" y="3225038"/>
                  </a:lnTo>
                  <a:lnTo>
                    <a:pt x="2220742" y="3225038"/>
                  </a:lnTo>
                  <a:lnTo>
                    <a:pt x="2220867" y="3225038"/>
                  </a:lnTo>
                  <a:lnTo>
                    <a:pt x="2220992" y="3225038"/>
                  </a:lnTo>
                  <a:lnTo>
                    <a:pt x="2221117" y="3225038"/>
                  </a:lnTo>
                  <a:lnTo>
                    <a:pt x="2221242" y="3225038"/>
                  </a:lnTo>
                  <a:lnTo>
                    <a:pt x="2221367" y="3225038"/>
                  </a:lnTo>
                  <a:lnTo>
                    <a:pt x="2221492" y="3225038"/>
                  </a:lnTo>
                  <a:lnTo>
                    <a:pt x="2221617" y="3225038"/>
                  </a:lnTo>
                  <a:lnTo>
                    <a:pt x="2221742" y="3225038"/>
                  </a:lnTo>
                  <a:lnTo>
                    <a:pt x="2221867" y="3225038"/>
                  </a:lnTo>
                  <a:lnTo>
                    <a:pt x="2221992" y="3225038"/>
                  </a:lnTo>
                  <a:lnTo>
                    <a:pt x="2222117" y="3225038"/>
                  </a:lnTo>
                  <a:lnTo>
                    <a:pt x="2222242" y="3225038"/>
                  </a:lnTo>
                  <a:lnTo>
                    <a:pt x="2222367" y="3225038"/>
                  </a:lnTo>
                  <a:lnTo>
                    <a:pt x="2222492" y="3225038"/>
                  </a:lnTo>
                  <a:lnTo>
                    <a:pt x="2222618" y="3225038"/>
                  </a:lnTo>
                  <a:lnTo>
                    <a:pt x="2222743" y="3225038"/>
                  </a:lnTo>
                  <a:lnTo>
                    <a:pt x="2222868" y="3225038"/>
                  </a:lnTo>
                  <a:lnTo>
                    <a:pt x="2222993" y="3225038"/>
                  </a:lnTo>
                  <a:lnTo>
                    <a:pt x="2223118" y="3225038"/>
                  </a:lnTo>
                  <a:lnTo>
                    <a:pt x="2223243" y="3225038"/>
                  </a:lnTo>
                  <a:lnTo>
                    <a:pt x="2223243" y="3215084"/>
                  </a:lnTo>
                  <a:lnTo>
                    <a:pt x="2223368" y="3215084"/>
                  </a:lnTo>
                  <a:lnTo>
                    <a:pt x="2223493" y="3215084"/>
                  </a:lnTo>
                  <a:lnTo>
                    <a:pt x="2223618" y="3215084"/>
                  </a:lnTo>
                  <a:lnTo>
                    <a:pt x="2223743" y="3215084"/>
                  </a:lnTo>
                  <a:lnTo>
                    <a:pt x="2223868" y="3215084"/>
                  </a:lnTo>
                  <a:lnTo>
                    <a:pt x="2223993" y="3215084"/>
                  </a:lnTo>
                  <a:lnTo>
                    <a:pt x="2224118" y="3215084"/>
                  </a:lnTo>
                  <a:lnTo>
                    <a:pt x="2224243" y="3215084"/>
                  </a:lnTo>
                  <a:lnTo>
                    <a:pt x="2224368" y="3215084"/>
                  </a:lnTo>
                  <a:lnTo>
                    <a:pt x="2224493" y="3215084"/>
                  </a:lnTo>
                  <a:lnTo>
                    <a:pt x="2224618" y="3215084"/>
                  </a:lnTo>
                  <a:lnTo>
                    <a:pt x="2224743" y="3215084"/>
                  </a:lnTo>
                  <a:lnTo>
                    <a:pt x="2224868" y="3215084"/>
                  </a:lnTo>
                  <a:lnTo>
                    <a:pt x="2224993" y="3215084"/>
                  </a:lnTo>
                  <a:lnTo>
                    <a:pt x="2225118" y="3215084"/>
                  </a:lnTo>
                  <a:lnTo>
                    <a:pt x="2225243" y="3215084"/>
                  </a:lnTo>
                  <a:lnTo>
                    <a:pt x="2225368" y="3215084"/>
                  </a:lnTo>
                  <a:lnTo>
                    <a:pt x="2225493" y="3215084"/>
                  </a:lnTo>
                  <a:lnTo>
                    <a:pt x="2225619" y="3215084"/>
                  </a:lnTo>
                  <a:lnTo>
                    <a:pt x="2225744" y="3215084"/>
                  </a:lnTo>
                  <a:lnTo>
                    <a:pt x="2225869" y="3215084"/>
                  </a:lnTo>
                  <a:lnTo>
                    <a:pt x="2225994" y="3215084"/>
                  </a:lnTo>
                  <a:lnTo>
                    <a:pt x="2226119" y="3215084"/>
                  </a:lnTo>
                  <a:lnTo>
                    <a:pt x="2226244" y="3215084"/>
                  </a:lnTo>
                  <a:lnTo>
                    <a:pt x="2226369" y="3215084"/>
                  </a:lnTo>
                  <a:lnTo>
                    <a:pt x="2226494" y="3215084"/>
                  </a:lnTo>
                  <a:lnTo>
                    <a:pt x="2226619" y="3215084"/>
                  </a:lnTo>
                  <a:lnTo>
                    <a:pt x="2226744" y="3215084"/>
                  </a:lnTo>
                  <a:lnTo>
                    <a:pt x="2226869" y="3215084"/>
                  </a:lnTo>
                  <a:lnTo>
                    <a:pt x="2226994" y="3215084"/>
                  </a:lnTo>
                  <a:lnTo>
                    <a:pt x="2227119" y="3215084"/>
                  </a:lnTo>
                  <a:lnTo>
                    <a:pt x="2227244" y="3215084"/>
                  </a:lnTo>
                  <a:lnTo>
                    <a:pt x="2227369" y="3215084"/>
                  </a:lnTo>
                  <a:lnTo>
                    <a:pt x="2227494" y="3215084"/>
                  </a:lnTo>
                  <a:lnTo>
                    <a:pt x="2227619" y="3215084"/>
                  </a:lnTo>
                  <a:lnTo>
                    <a:pt x="2227744" y="3215084"/>
                  </a:lnTo>
                  <a:lnTo>
                    <a:pt x="2227869" y="3215084"/>
                  </a:lnTo>
                  <a:lnTo>
                    <a:pt x="2227994" y="3215084"/>
                  </a:lnTo>
                  <a:lnTo>
                    <a:pt x="2228119" y="3215084"/>
                  </a:lnTo>
                  <a:lnTo>
                    <a:pt x="2228244" y="3215084"/>
                  </a:lnTo>
                  <a:lnTo>
                    <a:pt x="2228369" y="3215084"/>
                  </a:lnTo>
                  <a:lnTo>
                    <a:pt x="2228494" y="3215084"/>
                  </a:lnTo>
                  <a:lnTo>
                    <a:pt x="2228620" y="3215084"/>
                  </a:lnTo>
                  <a:lnTo>
                    <a:pt x="2228745" y="3215084"/>
                  </a:lnTo>
                  <a:lnTo>
                    <a:pt x="2228870" y="3215084"/>
                  </a:lnTo>
                  <a:lnTo>
                    <a:pt x="2228995" y="3215084"/>
                  </a:lnTo>
                  <a:lnTo>
                    <a:pt x="2229120" y="3215084"/>
                  </a:lnTo>
                  <a:lnTo>
                    <a:pt x="2229245" y="3215084"/>
                  </a:lnTo>
                  <a:lnTo>
                    <a:pt x="2229370" y="3215084"/>
                  </a:lnTo>
                  <a:lnTo>
                    <a:pt x="2229495" y="3215084"/>
                  </a:lnTo>
                  <a:lnTo>
                    <a:pt x="2229620" y="3215084"/>
                  </a:lnTo>
                  <a:lnTo>
                    <a:pt x="2229745" y="3215084"/>
                  </a:lnTo>
                  <a:lnTo>
                    <a:pt x="2229870" y="3215084"/>
                  </a:lnTo>
                  <a:lnTo>
                    <a:pt x="2229995" y="3215084"/>
                  </a:lnTo>
                  <a:lnTo>
                    <a:pt x="2230120" y="3215084"/>
                  </a:lnTo>
                  <a:lnTo>
                    <a:pt x="2230245" y="3215084"/>
                  </a:lnTo>
                  <a:lnTo>
                    <a:pt x="2230370" y="3215084"/>
                  </a:lnTo>
                  <a:lnTo>
                    <a:pt x="2230495" y="3215084"/>
                  </a:lnTo>
                  <a:lnTo>
                    <a:pt x="2230620" y="3215084"/>
                  </a:lnTo>
                  <a:lnTo>
                    <a:pt x="2230745" y="3215084"/>
                  </a:lnTo>
                  <a:lnTo>
                    <a:pt x="2230870" y="3215084"/>
                  </a:lnTo>
                  <a:lnTo>
                    <a:pt x="2230995" y="3215084"/>
                  </a:lnTo>
                  <a:lnTo>
                    <a:pt x="2231120" y="3215084"/>
                  </a:lnTo>
                  <a:lnTo>
                    <a:pt x="2231245" y="3215084"/>
                  </a:lnTo>
                  <a:lnTo>
                    <a:pt x="2231370" y="3215084"/>
                  </a:lnTo>
                  <a:lnTo>
                    <a:pt x="2231495" y="3215084"/>
                  </a:lnTo>
                  <a:lnTo>
                    <a:pt x="2231621" y="3215084"/>
                  </a:lnTo>
                  <a:lnTo>
                    <a:pt x="2231746" y="3215084"/>
                  </a:lnTo>
                  <a:lnTo>
                    <a:pt x="2231871" y="3215084"/>
                  </a:lnTo>
                  <a:lnTo>
                    <a:pt x="2231996" y="3215084"/>
                  </a:lnTo>
                  <a:lnTo>
                    <a:pt x="2232121" y="3215084"/>
                  </a:lnTo>
                  <a:lnTo>
                    <a:pt x="2232246" y="3215084"/>
                  </a:lnTo>
                  <a:lnTo>
                    <a:pt x="2232371" y="3215084"/>
                  </a:lnTo>
                  <a:lnTo>
                    <a:pt x="2232496" y="3215084"/>
                  </a:lnTo>
                  <a:lnTo>
                    <a:pt x="2232621" y="3215084"/>
                  </a:lnTo>
                  <a:lnTo>
                    <a:pt x="2232746" y="3215084"/>
                  </a:lnTo>
                  <a:lnTo>
                    <a:pt x="2232871" y="3215084"/>
                  </a:lnTo>
                  <a:lnTo>
                    <a:pt x="2232996" y="3215084"/>
                  </a:lnTo>
                  <a:lnTo>
                    <a:pt x="2233121" y="3215084"/>
                  </a:lnTo>
                  <a:lnTo>
                    <a:pt x="2233246" y="3215084"/>
                  </a:lnTo>
                  <a:lnTo>
                    <a:pt x="2233371" y="3215084"/>
                  </a:lnTo>
                  <a:lnTo>
                    <a:pt x="2233496" y="3215084"/>
                  </a:lnTo>
                  <a:lnTo>
                    <a:pt x="2233621" y="3215084"/>
                  </a:lnTo>
                  <a:lnTo>
                    <a:pt x="2233746" y="3215084"/>
                  </a:lnTo>
                  <a:lnTo>
                    <a:pt x="2233871" y="3215084"/>
                  </a:lnTo>
                  <a:lnTo>
                    <a:pt x="2233996" y="3215084"/>
                  </a:lnTo>
                  <a:lnTo>
                    <a:pt x="2234121" y="3215084"/>
                  </a:lnTo>
                  <a:lnTo>
                    <a:pt x="2234246" y="3215084"/>
                  </a:lnTo>
                  <a:lnTo>
                    <a:pt x="2234371" y="3215084"/>
                  </a:lnTo>
                  <a:lnTo>
                    <a:pt x="2234496" y="3215084"/>
                  </a:lnTo>
                  <a:lnTo>
                    <a:pt x="2234622" y="3215084"/>
                  </a:lnTo>
                  <a:lnTo>
                    <a:pt x="2234747" y="3215084"/>
                  </a:lnTo>
                  <a:lnTo>
                    <a:pt x="2234872" y="3215084"/>
                  </a:lnTo>
                  <a:lnTo>
                    <a:pt x="2234997" y="3215084"/>
                  </a:lnTo>
                  <a:lnTo>
                    <a:pt x="2235122" y="3215084"/>
                  </a:lnTo>
                  <a:lnTo>
                    <a:pt x="2235247" y="3215084"/>
                  </a:lnTo>
                  <a:lnTo>
                    <a:pt x="2235372" y="3215084"/>
                  </a:lnTo>
                  <a:lnTo>
                    <a:pt x="2235497" y="3215084"/>
                  </a:lnTo>
                  <a:lnTo>
                    <a:pt x="2235622" y="3215084"/>
                  </a:lnTo>
                  <a:lnTo>
                    <a:pt x="2235747" y="3215084"/>
                  </a:lnTo>
                  <a:lnTo>
                    <a:pt x="2235872" y="3215084"/>
                  </a:lnTo>
                  <a:lnTo>
                    <a:pt x="2235997" y="3215084"/>
                  </a:lnTo>
                  <a:lnTo>
                    <a:pt x="2236122" y="3215084"/>
                  </a:lnTo>
                  <a:lnTo>
                    <a:pt x="2236247" y="3215084"/>
                  </a:lnTo>
                  <a:lnTo>
                    <a:pt x="2236372" y="3215084"/>
                  </a:lnTo>
                  <a:lnTo>
                    <a:pt x="2236497" y="3215084"/>
                  </a:lnTo>
                  <a:lnTo>
                    <a:pt x="2236622" y="3215084"/>
                  </a:lnTo>
                  <a:lnTo>
                    <a:pt x="2236747" y="3215084"/>
                  </a:lnTo>
                  <a:lnTo>
                    <a:pt x="2236872" y="3215084"/>
                  </a:lnTo>
                  <a:lnTo>
                    <a:pt x="2236997" y="3215084"/>
                  </a:lnTo>
                  <a:lnTo>
                    <a:pt x="2237122" y="3215084"/>
                  </a:lnTo>
                  <a:lnTo>
                    <a:pt x="2237247" y="3215084"/>
                  </a:lnTo>
                  <a:lnTo>
                    <a:pt x="2237372" y="3215084"/>
                  </a:lnTo>
                  <a:lnTo>
                    <a:pt x="2237497" y="3215084"/>
                  </a:lnTo>
                  <a:lnTo>
                    <a:pt x="2237623" y="3215084"/>
                  </a:lnTo>
                  <a:lnTo>
                    <a:pt x="2237748" y="3215084"/>
                  </a:lnTo>
                  <a:lnTo>
                    <a:pt x="2237873" y="3215084"/>
                  </a:lnTo>
                  <a:lnTo>
                    <a:pt x="2237998" y="3215084"/>
                  </a:lnTo>
                  <a:lnTo>
                    <a:pt x="2238123" y="3215084"/>
                  </a:lnTo>
                  <a:lnTo>
                    <a:pt x="2238248" y="3215084"/>
                  </a:lnTo>
                  <a:lnTo>
                    <a:pt x="2238373" y="3215084"/>
                  </a:lnTo>
                  <a:lnTo>
                    <a:pt x="2238498" y="3215084"/>
                  </a:lnTo>
                  <a:lnTo>
                    <a:pt x="2238623" y="3215084"/>
                  </a:lnTo>
                  <a:lnTo>
                    <a:pt x="2238748" y="3215084"/>
                  </a:lnTo>
                  <a:lnTo>
                    <a:pt x="2238873" y="3215084"/>
                  </a:lnTo>
                  <a:lnTo>
                    <a:pt x="2238998" y="3215084"/>
                  </a:lnTo>
                  <a:lnTo>
                    <a:pt x="2239123" y="3215084"/>
                  </a:lnTo>
                  <a:lnTo>
                    <a:pt x="2239248" y="3215084"/>
                  </a:lnTo>
                  <a:lnTo>
                    <a:pt x="2239373" y="3215084"/>
                  </a:lnTo>
                  <a:lnTo>
                    <a:pt x="2239498" y="3215084"/>
                  </a:lnTo>
                  <a:lnTo>
                    <a:pt x="2239623" y="3215084"/>
                  </a:lnTo>
                  <a:lnTo>
                    <a:pt x="2239748" y="3215084"/>
                  </a:lnTo>
                  <a:lnTo>
                    <a:pt x="2239873" y="3215084"/>
                  </a:lnTo>
                  <a:lnTo>
                    <a:pt x="2239998" y="3215084"/>
                  </a:lnTo>
                  <a:lnTo>
                    <a:pt x="2240123" y="3215084"/>
                  </a:lnTo>
                  <a:lnTo>
                    <a:pt x="2240248" y="3215084"/>
                  </a:lnTo>
                  <a:lnTo>
                    <a:pt x="2240373" y="3215084"/>
                  </a:lnTo>
                  <a:lnTo>
                    <a:pt x="2240498" y="3215084"/>
                  </a:lnTo>
                  <a:lnTo>
                    <a:pt x="2240624" y="3215084"/>
                  </a:lnTo>
                  <a:lnTo>
                    <a:pt x="2240749" y="3215084"/>
                  </a:lnTo>
                  <a:lnTo>
                    <a:pt x="2240874" y="3215084"/>
                  </a:lnTo>
                  <a:lnTo>
                    <a:pt x="2240999" y="3215084"/>
                  </a:lnTo>
                  <a:lnTo>
                    <a:pt x="2241124" y="3215084"/>
                  </a:lnTo>
                  <a:lnTo>
                    <a:pt x="2241249" y="3215084"/>
                  </a:lnTo>
                  <a:lnTo>
                    <a:pt x="2241374" y="3215084"/>
                  </a:lnTo>
                  <a:lnTo>
                    <a:pt x="2241499" y="3215084"/>
                  </a:lnTo>
                  <a:lnTo>
                    <a:pt x="2241624" y="3215084"/>
                  </a:lnTo>
                  <a:lnTo>
                    <a:pt x="2241749" y="3215084"/>
                  </a:lnTo>
                  <a:lnTo>
                    <a:pt x="2241874" y="3215084"/>
                  </a:lnTo>
                  <a:lnTo>
                    <a:pt x="2241999" y="3215084"/>
                  </a:lnTo>
                  <a:lnTo>
                    <a:pt x="2242124" y="3215084"/>
                  </a:lnTo>
                  <a:lnTo>
                    <a:pt x="2242249" y="3215084"/>
                  </a:lnTo>
                  <a:lnTo>
                    <a:pt x="2242374" y="3215084"/>
                  </a:lnTo>
                  <a:lnTo>
                    <a:pt x="2242499" y="3215084"/>
                  </a:lnTo>
                  <a:lnTo>
                    <a:pt x="2242624" y="3215084"/>
                  </a:lnTo>
                  <a:lnTo>
                    <a:pt x="2242749" y="3215084"/>
                  </a:lnTo>
                  <a:lnTo>
                    <a:pt x="2242874" y="3215084"/>
                  </a:lnTo>
                  <a:lnTo>
                    <a:pt x="2242999" y="3215084"/>
                  </a:lnTo>
                  <a:lnTo>
                    <a:pt x="2243124" y="3215084"/>
                  </a:lnTo>
                  <a:lnTo>
                    <a:pt x="2243249" y="3215084"/>
                  </a:lnTo>
                  <a:lnTo>
                    <a:pt x="2243374" y="3215084"/>
                  </a:lnTo>
                  <a:lnTo>
                    <a:pt x="2243499" y="3215084"/>
                  </a:lnTo>
                  <a:lnTo>
                    <a:pt x="2243625" y="3215084"/>
                  </a:lnTo>
                  <a:lnTo>
                    <a:pt x="2243750" y="3215084"/>
                  </a:lnTo>
                  <a:lnTo>
                    <a:pt x="2243875" y="3215084"/>
                  </a:lnTo>
                  <a:lnTo>
                    <a:pt x="2244000" y="3215084"/>
                  </a:lnTo>
                  <a:lnTo>
                    <a:pt x="2244125" y="3215084"/>
                  </a:lnTo>
                  <a:lnTo>
                    <a:pt x="2244250" y="3215084"/>
                  </a:lnTo>
                  <a:lnTo>
                    <a:pt x="2244375" y="3215084"/>
                  </a:lnTo>
                  <a:lnTo>
                    <a:pt x="2244500" y="3215084"/>
                  </a:lnTo>
                  <a:lnTo>
                    <a:pt x="2244625" y="3215084"/>
                  </a:lnTo>
                  <a:lnTo>
                    <a:pt x="2244750" y="3215084"/>
                  </a:lnTo>
                  <a:lnTo>
                    <a:pt x="2244875" y="3215084"/>
                  </a:lnTo>
                  <a:lnTo>
                    <a:pt x="2245000" y="3215084"/>
                  </a:lnTo>
                  <a:lnTo>
                    <a:pt x="2245125" y="3215084"/>
                  </a:lnTo>
                  <a:lnTo>
                    <a:pt x="2245250" y="3215084"/>
                  </a:lnTo>
                  <a:lnTo>
                    <a:pt x="2245375" y="3215084"/>
                  </a:lnTo>
                  <a:lnTo>
                    <a:pt x="2245500" y="3215084"/>
                  </a:lnTo>
                  <a:lnTo>
                    <a:pt x="2245625" y="3215084"/>
                  </a:lnTo>
                  <a:lnTo>
                    <a:pt x="2245750" y="3215084"/>
                  </a:lnTo>
                  <a:lnTo>
                    <a:pt x="2245875" y="3215084"/>
                  </a:lnTo>
                  <a:lnTo>
                    <a:pt x="2246000" y="3215084"/>
                  </a:lnTo>
                  <a:lnTo>
                    <a:pt x="2246125" y="3215084"/>
                  </a:lnTo>
                  <a:lnTo>
                    <a:pt x="2246250" y="3215084"/>
                  </a:lnTo>
                  <a:lnTo>
                    <a:pt x="2246375" y="3215084"/>
                  </a:lnTo>
                  <a:lnTo>
                    <a:pt x="2246500" y="3215084"/>
                  </a:lnTo>
                  <a:lnTo>
                    <a:pt x="2246626" y="3215084"/>
                  </a:lnTo>
                  <a:lnTo>
                    <a:pt x="2246751" y="3215084"/>
                  </a:lnTo>
                  <a:lnTo>
                    <a:pt x="2246876" y="3215084"/>
                  </a:lnTo>
                  <a:lnTo>
                    <a:pt x="2247001" y="3215084"/>
                  </a:lnTo>
                  <a:lnTo>
                    <a:pt x="2247126" y="3215084"/>
                  </a:lnTo>
                  <a:lnTo>
                    <a:pt x="2247251" y="3215084"/>
                  </a:lnTo>
                  <a:lnTo>
                    <a:pt x="2247376" y="3215084"/>
                  </a:lnTo>
                  <a:lnTo>
                    <a:pt x="2247501" y="3215084"/>
                  </a:lnTo>
                  <a:lnTo>
                    <a:pt x="2247626" y="3215084"/>
                  </a:lnTo>
                  <a:lnTo>
                    <a:pt x="2247751" y="3215084"/>
                  </a:lnTo>
                  <a:lnTo>
                    <a:pt x="2247876" y="3215084"/>
                  </a:lnTo>
                  <a:lnTo>
                    <a:pt x="2248001" y="3215084"/>
                  </a:lnTo>
                  <a:lnTo>
                    <a:pt x="2248126" y="3215084"/>
                  </a:lnTo>
                  <a:lnTo>
                    <a:pt x="2248251" y="3215084"/>
                  </a:lnTo>
                  <a:lnTo>
                    <a:pt x="2248376" y="3215084"/>
                  </a:lnTo>
                  <a:lnTo>
                    <a:pt x="2248501" y="3215084"/>
                  </a:lnTo>
                  <a:lnTo>
                    <a:pt x="2248626" y="3215084"/>
                  </a:lnTo>
                  <a:lnTo>
                    <a:pt x="2248751" y="3215084"/>
                  </a:lnTo>
                  <a:lnTo>
                    <a:pt x="2248876" y="3215084"/>
                  </a:lnTo>
                  <a:lnTo>
                    <a:pt x="2249001" y="3215084"/>
                  </a:lnTo>
                  <a:lnTo>
                    <a:pt x="2249126" y="3215084"/>
                  </a:lnTo>
                  <a:lnTo>
                    <a:pt x="2249251" y="3215084"/>
                  </a:lnTo>
                  <a:lnTo>
                    <a:pt x="2249376" y="3215084"/>
                  </a:lnTo>
                  <a:lnTo>
                    <a:pt x="2249501" y="3215084"/>
                  </a:lnTo>
                  <a:lnTo>
                    <a:pt x="2249627" y="3215084"/>
                  </a:lnTo>
                  <a:lnTo>
                    <a:pt x="2249752" y="3215084"/>
                  </a:lnTo>
                  <a:lnTo>
                    <a:pt x="2249877" y="3215084"/>
                  </a:lnTo>
                  <a:lnTo>
                    <a:pt x="2250002" y="3215084"/>
                  </a:lnTo>
                  <a:lnTo>
                    <a:pt x="2250127" y="3215084"/>
                  </a:lnTo>
                  <a:lnTo>
                    <a:pt x="2250252" y="3215084"/>
                  </a:lnTo>
                  <a:lnTo>
                    <a:pt x="2250377" y="3215084"/>
                  </a:lnTo>
                  <a:lnTo>
                    <a:pt x="2250502" y="3215084"/>
                  </a:lnTo>
                  <a:lnTo>
                    <a:pt x="2250627" y="3215084"/>
                  </a:lnTo>
                  <a:lnTo>
                    <a:pt x="2250752" y="3215084"/>
                  </a:lnTo>
                  <a:lnTo>
                    <a:pt x="2250877" y="3215084"/>
                  </a:lnTo>
                  <a:lnTo>
                    <a:pt x="2251002" y="3215084"/>
                  </a:lnTo>
                  <a:lnTo>
                    <a:pt x="2251127" y="3215084"/>
                  </a:lnTo>
                  <a:lnTo>
                    <a:pt x="2251252" y="3215084"/>
                  </a:lnTo>
                  <a:lnTo>
                    <a:pt x="2251377" y="3215084"/>
                  </a:lnTo>
                  <a:lnTo>
                    <a:pt x="2251502" y="3215084"/>
                  </a:lnTo>
                  <a:lnTo>
                    <a:pt x="2251627" y="3215084"/>
                  </a:lnTo>
                  <a:lnTo>
                    <a:pt x="2251752" y="3215084"/>
                  </a:lnTo>
                  <a:lnTo>
                    <a:pt x="2251877" y="3215084"/>
                  </a:lnTo>
                  <a:lnTo>
                    <a:pt x="2252002" y="3215084"/>
                  </a:lnTo>
                  <a:lnTo>
                    <a:pt x="2252127" y="3215084"/>
                  </a:lnTo>
                  <a:lnTo>
                    <a:pt x="2252252" y="3215084"/>
                  </a:lnTo>
                  <a:lnTo>
                    <a:pt x="2252377" y="3215084"/>
                  </a:lnTo>
                  <a:lnTo>
                    <a:pt x="2252503" y="3215084"/>
                  </a:lnTo>
                  <a:lnTo>
                    <a:pt x="2252628" y="3215084"/>
                  </a:lnTo>
                  <a:lnTo>
                    <a:pt x="2252753" y="3215084"/>
                  </a:lnTo>
                  <a:lnTo>
                    <a:pt x="2252878" y="3215084"/>
                  </a:lnTo>
                  <a:lnTo>
                    <a:pt x="2253003" y="3215084"/>
                  </a:lnTo>
                  <a:lnTo>
                    <a:pt x="2253128" y="3215084"/>
                  </a:lnTo>
                  <a:lnTo>
                    <a:pt x="2253253" y="3215084"/>
                  </a:lnTo>
                  <a:lnTo>
                    <a:pt x="2253378" y="3215084"/>
                  </a:lnTo>
                  <a:lnTo>
                    <a:pt x="2253503" y="3215084"/>
                  </a:lnTo>
                  <a:lnTo>
                    <a:pt x="2253628" y="3215084"/>
                  </a:lnTo>
                  <a:lnTo>
                    <a:pt x="2253753" y="3215084"/>
                  </a:lnTo>
                  <a:lnTo>
                    <a:pt x="2253878" y="3215084"/>
                  </a:lnTo>
                  <a:lnTo>
                    <a:pt x="2254003" y="3215084"/>
                  </a:lnTo>
                  <a:lnTo>
                    <a:pt x="2254128" y="3215084"/>
                  </a:lnTo>
                  <a:lnTo>
                    <a:pt x="2254253" y="3215084"/>
                  </a:lnTo>
                  <a:lnTo>
                    <a:pt x="2254378" y="3215084"/>
                  </a:lnTo>
                  <a:lnTo>
                    <a:pt x="2254503" y="3215084"/>
                  </a:lnTo>
                  <a:lnTo>
                    <a:pt x="2254628" y="3215084"/>
                  </a:lnTo>
                  <a:lnTo>
                    <a:pt x="2254753" y="3215084"/>
                  </a:lnTo>
                  <a:lnTo>
                    <a:pt x="2254878" y="3215084"/>
                  </a:lnTo>
                  <a:lnTo>
                    <a:pt x="2255003" y="3215084"/>
                  </a:lnTo>
                  <a:lnTo>
                    <a:pt x="2255128" y="3215084"/>
                  </a:lnTo>
                  <a:lnTo>
                    <a:pt x="2255253" y="3215084"/>
                  </a:lnTo>
                  <a:lnTo>
                    <a:pt x="2255378" y="3215084"/>
                  </a:lnTo>
                  <a:lnTo>
                    <a:pt x="2255504" y="3215084"/>
                  </a:lnTo>
                  <a:lnTo>
                    <a:pt x="2255629" y="3215084"/>
                  </a:lnTo>
                  <a:lnTo>
                    <a:pt x="2255754" y="3215084"/>
                  </a:lnTo>
                  <a:lnTo>
                    <a:pt x="2255879" y="3215084"/>
                  </a:lnTo>
                  <a:lnTo>
                    <a:pt x="2256004" y="3215084"/>
                  </a:lnTo>
                  <a:lnTo>
                    <a:pt x="2256129" y="3215084"/>
                  </a:lnTo>
                  <a:lnTo>
                    <a:pt x="2256254" y="3215084"/>
                  </a:lnTo>
                  <a:lnTo>
                    <a:pt x="2256379" y="3215084"/>
                  </a:lnTo>
                  <a:lnTo>
                    <a:pt x="2256504" y="3215084"/>
                  </a:lnTo>
                  <a:lnTo>
                    <a:pt x="2256629" y="3215084"/>
                  </a:lnTo>
                  <a:lnTo>
                    <a:pt x="2256754" y="3215084"/>
                  </a:lnTo>
                  <a:lnTo>
                    <a:pt x="2256879" y="3215084"/>
                  </a:lnTo>
                  <a:lnTo>
                    <a:pt x="2257004" y="3215084"/>
                  </a:lnTo>
                  <a:lnTo>
                    <a:pt x="2257129" y="3215084"/>
                  </a:lnTo>
                  <a:lnTo>
                    <a:pt x="2257254" y="3215084"/>
                  </a:lnTo>
                  <a:lnTo>
                    <a:pt x="2257379" y="3215084"/>
                  </a:lnTo>
                  <a:lnTo>
                    <a:pt x="2257504" y="3215084"/>
                  </a:lnTo>
                  <a:lnTo>
                    <a:pt x="2257629" y="3215084"/>
                  </a:lnTo>
                  <a:lnTo>
                    <a:pt x="2257754" y="3215084"/>
                  </a:lnTo>
                  <a:lnTo>
                    <a:pt x="2257879" y="3215084"/>
                  </a:lnTo>
                  <a:lnTo>
                    <a:pt x="2258004" y="3215084"/>
                  </a:lnTo>
                  <a:lnTo>
                    <a:pt x="2258129" y="3215084"/>
                  </a:lnTo>
                  <a:lnTo>
                    <a:pt x="2258254" y="3215084"/>
                  </a:lnTo>
                  <a:lnTo>
                    <a:pt x="2258379" y="3215084"/>
                  </a:lnTo>
                  <a:lnTo>
                    <a:pt x="2258505" y="3215084"/>
                  </a:lnTo>
                  <a:lnTo>
                    <a:pt x="2258630" y="3215084"/>
                  </a:lnTo>
                  <a:lnTo>
                    <a:pt x="2258755" y="3215084"/>
                  </a:lnTo>
                  <a:lnTo>
                    <a:pt x="2258880" y="3215084"/>
                  </a:lnTo>
                  <a:lnTo>
                    <a:pt x="2259005" y="3215084"/>
                  </a:lnTo>
                  <a:lnTo>
                    <a:pt x="2259130" y="3215084"/>
                  </a:lnTo>
                  <a:lnTo>
                    <a:pt x="2259255" y="3215084"/>
                  </a:lnTo>
                  <a:lnTo>
                    <a:pt x="2259380" y="3215084"/>
                  </a:lnTo>
                  <a:lnTo>
                    <a:pt x="2259505" y="3215084"/>
                  </a:lnTo>
                  <a:lnTo>
                    <a:pt x="2259630" y="3215084"/>
                  </a:lnTo>
                  <a:lnTo>
                    <a:pt x="2259755" y="3215084"/>
                  </a:lnTo>
                  <a:lnTo>
                    <a:pt x="2259880" y="3215084"/>
                  </a:lnTo>
                  <a:lnTo>
                    <a:pt x="2260005" y="3215084"/>
                  </a:lnTo>
                  <a:lnTo>
                    <a:pt x="2260130" y="3215084"/>
                  </a:lnTo>
                  <a:lnTo>
                    <a:pt x="2260255" y="3215084"/>
                  </a:lnTo>
                  <a:lnTo>
                    <a:pt x="2260380" y="3215084"/>
                  </a:lnTo>
                  <a:lnTo>
                    <a:pt x="2260505" y="3215084"/>
                  </a:lnTo>
                  <a:lnTo>
                    <a:pt x="2260630" y="3215084"/>
                  </a:lnTo>
                  <a:lnTo>
                    <a:pt x="2260755" y="3215084"/>
                  </a:lnTo>
                  <a:lnTo>
                    <a:pt x="2260880" y="3215084"/>
                  </a:lnTo>
                  <a:lnTo>
                    <a:pt x="2261005" y="3215084"/>
                  </a:lnTo>
                  <a:lnTo>
                    <a:pt x="2261130" y="3215084"/>
                  </a:lnTo>
                  <a:lnTo>
                    <a:pt x="2261255" y="3215084"/>
                  </a:lnTo>
                  <a:lnTo>
                    <a:pt x="2261380" y="3215084"/>
                  </a:lnTo>
                  <a:lnTo>
                    <a:pt x="2261506" y="3215084"/>
                  </a:lnTo>
                  <a:lnTo>
                    <a:pt x="2261631" y="3215084"/>
                  </a:lnTo>
                  <a:lnTo>
                    <a:pt x="2261756" y="3215084"/>
                  </a:lnTo>
                  <a:lnTo>
                    <a:pt x="2261881" y="3215084"/>
                  </a:lnTo>
                  <a:lnTo>
                    <a:pt x="2262006" y="3215084"/>
                  </a:lnTo>
                  <a:lnTo>
                    <a:pt x="2262131" y="3215084"/>
                  </a:lnTo>
                  <a:lnTo>
                    <a:pt x="2262256" y="3215084"/>
                  </a:lnTo>
                  <a:lnTo>
                    <a:pt x="2262381" y="3215084"/>
                  </a:lnTo>
                  <a:lnTo>
                    <a:pt x="2262506" y="3215084"/>
                  </a:lnTo>
                  <a:lnTo>
                    <a:pt x="2262631" y="3215084"/>
                  </a:lnTo>
                  <a:lnTo>
                    <a:pt x="2262756" y="3215084"/>
                  </a:lnTo>
                  <a:lnTo>
                    <a:pt x="2262881" y="3215084"/>
                  </a:lnTo>
                  <a:lnTo>
                    <a:pt x="2263006" y="3215084"/>
                  </a:lnTo>
                  <a:lnTo>
                    <a:pt x="2263131" y="3215084"/>
                  </a:lnTo>
                  <a:lnTo>
                    <a:pt x="2263256" y="3215084"/>
                  </a:lnTo>
                  <a:lnTo>
                    <a:pt x="2263381" y="3215084"/>
                  </a:lnTo>
                  <a:lnTo>
                    <a:pt x="2263506" y="3215084"/>
                  </a:lnTo>
                  <a:lnTo>
                    <a:pt x="2263631" y="3215084"/>
                  </a:lnTo>
                  <a:lnTo>
                    <a:pt x="2263756" y="3215084"/>
                  </a:lnTo>
                  <a:lnTo>
                    <a:pt x="2263881" y="3215084"/>
                  </a:lnTo>
                  <a:lnTo>
                    <a:pt x="2264006" y="3215084"/>
                  </a:lnTo>
                  <a:lnTo>
                    <a:pt x="2264131" y="3215084"/>
                  </a:lnTo>
                  <a:lnTo>
                    <a:pt x="2264256" y="3215084"/>
                  </a:lnTo>
                  <a:lnTo>
                    <a:pt x="2264381" y="3215084"/>
                  </a:lnTo>
                  <a:lnTo>
                    <a:pt x="2264507" y="3215084"/>
                  </a:lnTo>
                  <a:lnTo>
                    <a:pt x="2264632" y="3215084"/>
                  </a:lnTo>
                  <a:lnTo>
                    <a:pt x="2264757" y="3215084"/>
                  </a:lnTo>
                  <a:lnTo>
                    <a:pt x="2264882" y="3215084"/>
                  </a:lnTo>
                  <a:lnTo>
                    <a:pt x="2265007" y="3215084"/>
                  </a:lnTo>
                  <a:lnTo>
                    <a:pt x="2265132" y="3215084"/>
                  </a:lnTo>
                  <a:lnTo>
                    <a:pt x="2265257" y="3215084"/>
                  </a:lnTo>
                  <a:lnTo>
                    <a:pt x="2265382" y="3215084"/>
                  </a:lnTo>
                  <a:lnTo>
                    <a:pt x="2265507" y="3215084"/>
                  </a:lnTo>
                  <a:lnTo>
                    <a:pt x="2265632" y="3215084"/>
                  </a:lnTo>
                  <a:lnTo>
                    <a:pt x="2265757" y="3215084"/>
                  </a:lnTo>
                  <a:lnTo>
                    <a:pt x="2265882" y="3215084"/>
                  </a:lnTo>
                  <a:lnTo>
                    <a:pt x="2266007" y="3215084"/>
                  </a:lnTo>
                  <a:lnTo>
                    <a:pt x="2266132" y="3215084"/>
                  </a:lnTo>
                  <a:lnTo>
                    <a:pt x="2266257" y="3215084"/>
                  </a:lnTo>
                  <a:lnTo>
                    <a:pt x="2266382" y="3215084"/>
                  </a:lnTo>
                  <a:lnTo>
                    <a:pt x="2266507" y="3215084"/>
                  </a:lnTo>
                  <a:lnTo>
                    <a:pt x="2266632" y="3215084"/>
                  </a:lnTo>
                  <a:lnTo>
                    <a:pt x="2266757" y="3215084"/>
                  </a:lnTo>
                  <a:lnTo>
                    <a:pt x="2266882" y="3215084"/>
                  </a:lnTo>
                  <a:lnTo>
                    <a:pt x="2267007" y="3215084"/>
                  </a:lnTo>
                  <a:lnTo>
                    <a:pt x="2267132" y="3215084"/>
                  </a:lnTo>
                  <a:lnTo>
                    <a:pt x="2267257" y="3215084"/>
                  </a:lnTo>
                  <a:lnTo>
                    <a:pt x="2267382" y="3215084"/>
                  </a:lnTo>
                  <a:lnTo>
                    <a:pt x="2267508" y="3215084"/>
                  </a:lnTo>
                  <a:lnTo>
                    <a:pt x="2267633" y="3215084"/>
                  </a:lnTo>
                  <a:lnTo>
                    <a:pt x="2267758" y="3215084"/>
                  </a:lnTo>
                  <a:lnTo>
                    <a:pt x="2267883" y="3215084"/>
                  </a:lnTo>
                  <a:lnTo>
                    <a:pt x="2268008" y="3215084"/>
                  </a:lnTo>
                  <a:lnTo>
                    <a:pt x="2268133" y="3215084"/>
                  </a:lnTo>
                  <a:lnTo>
                    <a:pt x="2268258" y="3215084"/>
                  </a:lnTo>
                  <a:lnTo>
                    <a:pt x="2268383" y="3215084"/>
                  </a:lnTo>
                  <a:lnTo>
                    <a:pt x="2268508" y="3215084"/>
                  </a:lnTo>
                  <a:lnTo>
                    <a:pt x="2268633" y="3215084"/>
                  </a:lnTo>
                  <a:lnTo>
                    <a:pt x="2268633" y="3205130"/>
                  </a:lnTo>
                  <a:lnTo>
                    <a:pt x="2268758" y="3205130"/>
                  </a:lnTo>
                  <a:lnTo>
                    <a:pt x="2268883" y="3205130"/>
                  </a:lnTo>
                  <a:lnTo>
                    <a:pt x="2269008" y="3205130"/>
                  </a:lnTo>
                  <a:lnTo>
                    <a:pt x="2269133" y="3205130"/>
                  </a:lnTo>
                  <a:lnTo>
                    <a:pt x="2269133" y="3195177"/>
                  </a:lnTo>
                  <a:lnTo>
                    <a:pt x="2269258" y="3195177"/>
                  </a:lnTo>
                  <a:lnTo>
                    <a:pt x="2269383" y="3195177"/>
                  </a:lnTo>
                  <a:lnTo>
                    <a:pt x="2269508" y="3195177"/>
                  </a:lnTo>
                  <a:lnTo>
                    <a:pt x="2269633" y="3195177"/>
                  </a:lnTo>
                  <a:lnTo>
                    <a:pt x="2269758" y="3195177"/>
                  </a:lnTo>
                  <a:lnTo>
                    <a:pt x="2269883" y="3195177"/>
                  </a:lnTo>
                  <a:lnTo>
                    <a:pt x="2270008" y="3195177"/>
                  </a:lnTo>
                  <a:lnTo>
                    <a:pt x="2270133" y="3195177"/>
                  </a:lnTo>
                  <a:lnTo>
                    <a:pt x="2270258" y="3195177"/>
                  </a:lnTo>
                  <a:lnTo>
                    <a:pt x="2270383" y="3195177"/>
                  </a:lnTo>
                  <a:lnTo>
                    <a:pt x="2270383" y="3185223"/>
                  </a:lnTo>
                  <a:lnTo>
                    <a:pt x="2270509" y="3185223"/>
                  </a:lnTo>
                  <a:lnTo>
                    <a:pt x="2270634" y="3185223"/>
                  </a:lnTo>
                  <a:lnTo>
                    <a:pt x="2270759" y="3185223"/>
                  </a:lnTo>
                  <a:lnTo>
                    <a:pt x="2270884" y="3185223"/>
                  </a:lnTo>
                  <a:lnTo>
                    <a:pt x="2271009" y="3185223"/>
                  </a:lnTo>
                  <a:lnTo>
                    <a:pt x="2271134" y="3185223"/>
                  </a:lnTo>
                  <a:lnTo>
                    <a:pt x="2271259" y="3185223"/>
                  </a:lnTo>
                  <a:lnTo>
                    <a:pt x="2271384" y="3185223"/>
                  </a:lnTo>
                  <a:lnTo>
                    <a:pt x="2271509" y="3185223"/>
                  </a:lnTo>
                  <a:lnTo>
                    <a:pt x="2271634" y="3185223"/>
                  </a:lnTo>
                  <a:lnTo>
                    <a:pt x="2271759" y="3185223"/>
                  </a:lnTo>
                  <a:lnTo>
                    <a:pt x="2271884" y="3185223"/>
                  </a:lnTo>
                  <a:lnTo>
                    <a:pt x="2272009" y="3185223"/>
                  </a:lnTo>
                  <a:lnTo>
                    <a:pt x="2272134" y="3185223"/>
                  </a:lnTo>
                  <a:lnTo>
                    <a:pt x="2272259" y="3185223"/>
                  </a:lnTo>
                  <a:lnTo>
                    <a:pt x="2272384" y="3185223"/>
                  </a:lnTo>
                  <a:lnTo>
                    <a:pt x="2272509" y="3185223"/>
                  </a:lnTo>
                  <a:lnTo>
                    <a:pt x="2272634" y="3185223"/>
                  </a:lnTo>
                  <a:lnTo>
                    <a:pt x="2272759" y="3185223"/>
                  </a:lnTo>
                  <a:lnTo>
                    <a:pt x="2272884" y="3185223"/>
                  </a:lnTo>
                  <a:lnTo>
                    <a:pt x="2273009" y="3185223"/>
                  </a:lnTo>
                  <a:lnTo>
                    <a:pt x="2273134" y="3185223"/>
                  </a:lnTo>
                  <a:lnTo>
                    <a:pt x="2273259" y="3185223"/>
                  </a:lnTo>
                  <a:lnTo>
                    <a:pt x="2273384" y="3185223"/>
                  </a:lnTo>
                  <a:lnTo>
                    <a:pt x="2273510" y="3185223"/>
                  </a:lnTo>
                  <a:lnTo>
                    <a:pt x="2273635" y="3185223"/>
                  </a:lnTo>
                  <a:lnTo>
                    <a:pt x="2273760" y="3185223"/>
                  </a:lnTo>
                  <a:lnTo>
                    <a:pt x="2273885" y="3185223"/>
                  </a:lnTo>
                  <a:lnTo>
                    <a:pt x="2274010" y="3185223"/>
                  </a:lnTo>
                  <a:lnTo>
                    <a:pt x="2274135" y="3185223"/>
                  </a:lnTo>
                  <a:lnTo>
                    <a:pt x="2274260" y="3185223"/>
                  </a:lnTo>
                  <a:lnTo>
                    <a:pt x="2274385" y="3185223"/>
                  </a:lnTo>
                  <a:lnTo>
                    <a:pt x="2274510" y="3185223"/>
                  </a:lnTo>
                  <a:lnTo>
                    <a:pt x="2274635" y="3185223"/>
                  </a:lnTo>
                  <a:lnTo>
                    <a:pt x="2274760" y="3185223"/>
                  </a:lnTo>
                  <a:lnTo>
                    <a:pt x="2274885" y="3185223"/>
                  </a:lnTo>
                  <a:lnTo>
                    <a:pt x="2275010" y="3185223"/>
                  </a:lnTo>
                  <a:lnTo>
                    <a:pt x="2275135" y="3185223"/>
                  </a:lnTo>
                  <a:lnTo>
                    <a:pt x="2275260" y="3185223"/>
                  </a:lnTo>
                  <a:lnTo>
                    <a:pt x="2275385" y="3185223"/>
                  </a:lnTo>
                  <a:lnTo>
                    <a:pt x="2275510" y="3185223"/>
                  </a:lnTo>
                  <a:lnTo>
                    <a:pt x="2275635" y="3185223"/>
                  </a:lnTo>
                  <a:lnTo>
                    <a:pt x="2275760" y="3185223"/>
                  </a:lnTo>
                  <a:lnTo>
                    <a:pt x="2275885" y="3185223"/>
                  </a:lnTo>
                  <a:lnTo>
                    <a:pt x="2276010" y="3185223"/>
                  </a:lnTo>
                  <a:lnTo>
                    <a:pt x="2276135" y="3185223"/>
                  </a:lnTo>
                  <a:lnTo>
                    <a:pt x="2276260" y="3185223"/>
                  </a:lnTo>
                  <a:lnTo>
                    <a:pt x="2276385" y="3185223"/>
                  </a:lnTo>
                  <a:lnTo>
                    <a:pt x="2276511" y="3185223"/>
                  </a:lnTo>
                  <a:lnTo>
                    <a:pt x="2276636" y="3185223"/>
                  </a:lnTo>
                  <a:lnTo>
                    <a:pt x="2276761" y="3185223"/>
                  </a:lnTo>
                  <a:lnTo>
                    <a:pt x="2276886" y="3185223"/>
                  </a:lnTo>
                  <a:lnTo>
                    <a:pt x="2277011" y="3185223"/>
                  </a:lnTo>
                  <a:lnTo>
                    <a:pt x="2277136" y="3185223"/>
                  </a:lnTo>
                  <a:lnTo>
                    <a:pt x="2277261" y="3185223"/>
                  </a:lnTo>
                  <a:lnTo>
                    <a:pt x="2277386" y="3185223"/>
                  </a:lnTo>
                  <a:lnTo>
                    <a:pt x="2277511" y="3185223"/>
                  </a:lnTo>
                  <a:lnTo>
                    <a:pt x="2277636" y="3185223"/>
                  </a:lnTo>
                  <a:lnTo>
                    <a:pt x="2277761" y="3185223"/>
                  </a:lnTo>
                  <a:lnTo>
                    <a:pt x="2277886" y="3185223"/>
                  </a:lnTo>
                  <a:lnTo>
                    <a:pt x="2278011" y="3185223"/>
                  </a:lnTo>
                  <a:lnTo>
                    <a:pt x="2278136" y="3185223"/>
                  </a:lnTo>
                  <a:lnTo>
                    <a:pt x="2278261" y="3185223"/>
                  </a:lnTo>
                  <a:lnTo>
                    <a:pt x="2278386" y="3185223"/>
                  </a:lnTo>
                  <a:lnTo>
                    <a:pt x="2278511" y="3185223"/>
                  </a:lnTo>
                  <a:lnTo>
                    <a:pt x="2278636" y="3185223"/>
                  </a:lnTo>
                  <a:lnTo>
                    <a:pt x="2278761" y="3185223"/>
                  </a:lnTo>
                  <a:lnTo>
                    <a:pt x="2278886" y="3185223"/>
                  </a:lnTo>
                  <a:lnTo>
                    <a:pt x="2279011" y="3185223"/>
                  </a:lnTo>
                  <a:lnTo>
                    <a:pt x="2279136" y="3185223"/>
                  </a:lnTo>
                  <a:lnTo>
                    <a:pt x="2279261" y="3185223"/>
                  </a:lnTo>
                  <a:lnTo>
                    <a:pt x="2279386" y="3185223"/>
                  </a:lnTo>
                  <a:lnTo>
                    <a:pt x="2279512" y="3185223"/>
                  </a:lnTo>
                  <a:lnTo>
                    <a:pt x="2279637" y="3185223"/>
                  </a:lnTo>
                  <a:lnTo>
                    <a:pt x="2279762" y="3185223"/>
                  </a:lnTo>
                  <a:lnTo>
                    <a:pt x="2279887" y="3185223"/>
                  </a:lnTo>
                  <a:lnTo>
                    <a:pt x="2280012" y="3185223"/>
                  </a:lnTo>
                  <a:lnTo>
                    <a:pt x="2280137" y="3185223"/>
                  </a:lnTo>
                  <a:lnTo>
                    <a:pt x="2280262" y="3185223"/>
                  </a:lnTo>
                  <a:lnTo>
                    <a:pt x="2280387" y="3185223"/>
                  </a:lnTo>
                  <a:lnTo>
                    <a:pt x="2280512" y="3185223"/>
                  </a:lnTo>
                  <a:lnTo>
                    <a:pt x="2280637" y="3185223"/>
                  </a:lnTo>
                  <a:lnTo>
                    <a:pt x="2280762" y="3185223"/>
                  </a:lnTo>
                  <a:lnTo>
                    <a:pt x="2280887" y="3185223"/>
                  </a:lnTo>
                  <a:lnTo>
                    <a:pt x="2281012" y="3185223"/>
                  </a:lnTo>
                  <a:lnTo>
                    <a:pt x="2281137" y="3185223"/>
                  </a:lnTo>
                  <a:lnTo>
                    <a:pt x="2281262" y="3185223"/>
                  </a:lnTo>
                  <a:lnTo>
                    <a:pt x="2281387" y="3185223"/>
                  </a:lnTo>
                  <a:lnTo>
                    <a:pt x="2281512" y="3185223"/>
                  </a:lnTo>
                  <a:lnTo>
                    <a:pt x="2281637" y="3185223"/>
                  </a:lnTo>
                  <a:lnTo>
                    <a:pt x="2281762" y="3185223"/>
                  </a:lnTo>
                  <a:lnTo>
                    <a:pt x="2281887" y="3185223"/>
                  </a:lnTo>
                  <a:lnTo>
                    <a:pt x="2282012" y="3185223"/>
                  </a:lnTo>
                  <a:lnTo>
                    <a:pt x="2282137" y="3185223"/>
                  </a:lnTo>
                  <a:lnTo>
                    <a:pt x="2282262" y="3185223"/>
                  </a:lnTo>
                  <a:lnTo>
                    <a:pt x="2282387" y="3185223"/>
                  </a:lnTo>
                  <a:lnTo>
                    <a:pt x="2282513" y="3185223"/>
                  </a:lnTo>
                  <a:lnTo>
                    <a:pt x="2282638" y="3185223"/>
                  </a:lnTo>
                  <a:lnTo>
                    <a:pt x="2282763" y="3185223"/>
                  </a:lnTo>
                  <a:lnTo>
                    <a:pt x="2282888" y="3185223"/>
                  </a:lnTo>
                  <a:lnTo>
                    <a:pt x="2283013" y="3185223"/>
                  </a:lnTo>
                  <a:lnTo>
                    <a:pt x="2283138" y="3185223"/>
                  </a:lnTo>
                  <a:lnTo>
                    <a:pt x="2283263" y="3185223"/>
                  </a:lnTo>
                  <a:lnTo>
                    <a:pt x="2283388" y="3185223"/>
                  </a:lnTo>
                  <a:lnTo>
                    <a:pt x="2283513" y="3185223"/>
                  </a:lnTo>
                  <a:lnTo>
                    <a:pt x="2283638" y="3185223"/>
                  </a:lnTo>
                  <a:lnTo>
                    <a:pt x="2283763" y="3185223"/>
                  </a:lnTo>
                  <a:lnTo>
                    <a:pt x="2283888" y="3185223"/>
                  </a:lnTo>
                  <a:lnTo>
                    <a:pt x="2284013" y="3185223"/>
                  </a:lnTo>
                  <a:lnTo>
                    <a:pt x="2284138" y="3185223"/>
                  </a:lnTo>
                  <a:lnTo>
                    <a:pt x="2284263" y="3185223"/>
                  </a:lnTo>
                  <a:lnTo>
                    <a:pt x="2284388" y="3185223"/>
                  </a:lnTo>
                  <a:lnTo>
                    <a:pt x="2284513" y="3185223"/>
                  </a:lnTo>
                  <a:lnTo>
                    <a:pt x="2284638" y="3185223"/>
                  </a:lnTo>
                  <a:lnTo>
                    <a:pt x="2284763" y="3185223"/>
                  </a:lnTo>
                  <a:lnTo>
                    <a:pt x="2284888" y="3185223"/>
                  </a:lnTo>
                  <a:lnTo>
                    <a:pt x="2285013" y="3185223"/>
                  </a:lnTo>
                  <a:lnTo>
                    <a:pt x="2285138" y="3185223"/>
                  </a:lnTo>
                  <a:lnTo>
                    <a:pt x="2285263" y="3185223"/>
                  </a:lnTo>
                  <a:lnTo>
                    <a:pt x="2285388" y="3185223"/>
                  </a:lnTo>
                  <a:lnTo>
                    <a:pt x="2285514" y="3185223"/>
                  </a:lnTo>
                  <a:lnTo>
                    <a:pt x="2285639" y="3185223"/>
                  </a:lnTo>
                  <a:lnTo>
                    <a:pt x="2285764" y="3185223"/>
                  </a:lnTo>
                  <a:lnTo>
                    <a:pt x="2285889" y="3185223"/>
                  </a:lnTo>
                  <a:lnTo>
                    <a:pt x="2286014" y="3185223"/>
                  </a:lnTo>
                  <a:lnTo>
                    <a:pt x="2286139" y="3185223"/>
                  </a:lnTo>
                  <a:lnTo>
                    <a:pt x="2286264" y="3185223"/>
                  </a:lnTo>
                  <a:lnTo>
                    <a:pt x="2286389" y="3185223"/>
                  </a:lnTo>
                  <a:lnTo>
                    <a:pt x="2286514" y="3185223"/>
                  </a:lnTo>
                  <a:lnTo>
                    <a:pt x="2286639" y="3185223"/>
                  </a:lnTo>
                  <a:lnTo>
                    <a:pt x="2286764" y="3185223"/>
                  </a:lnTo>
                  <a:lnTo>
                    <a:pt x="2286889" y="3185223"/>
                  </a:lnTo>
                  <a:lnTo>
                    <a:pt x="2287014" y="3185223"/>
                  </a:lnTo>
                  <a:lnTo>
                    <a:pt x="2287139" y="3185223"/>
                  </a:lnTo>
                  <a:lnTo>
                    <a:pt x="2287264" y="3185223"/>
                  </a:lnTo>
                  <a:lnTo>
                    <a:pt x="2287389" y="3185223"/>
                  </a:lnTo>
                  <a:lnTo>
                    <a:pt x="2287514" y="3185223"/>
                  </a:lnTo>
                  <a:lnTo>
                    <a:pt x="2287639" y="3185223"/>
                  </a:lnTo>
                  <a:lnTo>
                    <a:pt x="2287764" y="3185223"/>
                  </a:lnTo>
                  <a:lnTo>
                    <a:pt x="2287889" y="3185223"/>
                  </a:lnTo>
                  <a:lnTo>
                    <a:pt x="2288014" y="3185223"/>
                  </a:lnTo>
                  <a:lnTo>
                    <a:pt x="2288139" y="3185223"/>
                  </a:lnTo>
                  <a:lnTo>
                    <a:pt x="2288264" y="3185223"/>
                  </a:lnTo>
                  <a:lnTo>
                    <a:pt x="2288389" y="3185223"/>
                  </a:lnTo>
                  <a:lnTo>
                    <a:pt x="2288515" y="3185223"/>
                  </a:lnTo>
                  <a:lnTo>
                    <a:pt x="2288640" y="3185223"/>
                  </a:lnTo>
                  <a:lnTo>
                    <a:pt x="2288765" y="3185223"/>
                  </a:lnTo>
                  <a:lnTo>
                    <a:pt x="2288890" y="3185223"/>
                  </a:lnTo>
                  <a:lnTo>
                    <a:pt x="2289015" y="3185223"/>
                  </a:lnTo>
                  <a:lnTo>
                    <a:pt x="2289140" y="3185223"/>
                  </a:lnTo>
                  <a:lnTo>
                    <a:pt x="2289265" y="3185223"/>
                  </a:lnTo>
                  <a:lnTo>
                    <a:pt x="2289390" y="3185223"/>
                  </a:lnTo>
                  <a:lnTo>
                    <a:pt x="2289515" y="3185223"/>
                  </a:lnTo>
                  <a:lnTo>
                    <a:pt x="2289640" y="3185223"/>
                  </a:lnTo>
                  <a:lnTo>
                    <a:pt x="2289640" y="3175269"/>
                  </a:lnTo>
                  <a:lnTo>
                    <a:pt x="2289765" y="3175269"/>
                  </a:lnTo>
                  <a:lnTo>
                    <a:pt x="2289890" y="3175269"/>
                  </a:lnTo>
                  <a:lnTo>
                    <a:pt x="2290015" y="3175269"/>
                  </a:lnTo>
                  <a:lnTo>
                    <a:pt x="2290140" y="3175269"/>
                  </a:lnTo>
                  <a:lnTo>
                    <a:pt x="2290265" y="3175269"/>
                  </a:lnTo>
                  <a:lnTo>
                    <a:pt x="2290390" y="3175269"/>
                  </a:lnTo>
                  <a:lnTo>
                    <a:pt x="2290515" y="3175269"/>
                  </a:lnTo>
                  <a:lnTo>
                    <a:pt x="2290640" y="3175269"/>
                  </a:lnTo>
                  <a:lnTo>
                    <a:pt x="2290765" y="3175269"/>
                  </a:lnTo>
                  <a:lnTo>
                    <a:pt x="2290890" y="3175269"/>
                  </a:lnTo>
                  <a:lnTo>
                    <a:pt x="2291015" y="3175269"/>
                  </a:lnTo>
                  <a:lnTo>
                    <a:pt x="2291140" y="3175269"/>
                  </a:lnTo>
                  <a:lnTo>
                    <a:pt x="2291265" y="3175269"/>
                  </a:lnTo>
                  <a:lnTo>
                    <a:pt x="2291391" y="3175269"/>
                  </a:lnTo>
                  <a:lnTo>
                    <a:pt x="2291516" y="3175269"/>
                  </a:lnTo>
                  <a:lnTo>
                    <a:pt x="2291641" y="3175269"/>
                  </a:lnTo>
                  <a:lnTo>
                    <a:pt x="2291766" y="3175269"/>
                  </a:lnTo>
                  <a:lnTo>
                    <a:pt x="2291891" y="3175269"/>
                  </a:lnTo>
                  <a:lnTo>
                    <a:pt x="2292016" y="3175269"/>
                  </a:lnTo>
                  <a:lnTo>
                    <a:pt x="2292141" y="3175269"/>
                  </a:lnTo>
                  <a:lnTo>
                    <a:pt x="2292266" y="3175269"/>
                  </a:lnTo>
                  <a:lnTo>
                    <a:pt x="2292391" y="3175269"/>
                  </a:lnTo>
                  <a:lnTo>
                    <a:pt x="2292516" y="3175269"/>
                  </a:lnTo>
                  <a:lnTo>
                    <a:pt x="2292641" y="3175269"/>
                  </a:lnTo>
                  <a:lnTo>
                    <a:pt x="2292766" y="3175269"/>
                  </a:lnTo>
                  <a:lnTo>
                    <a:pt x="2292891" y="3175269"/>
                  </a:lnTo>
                  <a:lnTo>
                    <a:pt x="2293016" y="3175269"/>
                  </a:lnTo>
                  <a:lnTo>
                    <a:pt x="2293141" y="3175269"/>
                  </a:lnTo>
                  <a:lnTo>
                    <a:pt x="2293266" y="3175269"/>
                  </a:lnTo>
                  <a:lnTo>
                    <a:pt x="2293391" y="3175269"/>
                  </a:lnTo>
                  <a:lnTo>
                    <a:pt x="2293516" y="3175269"/>
                  </a:lnTo>
                  <a:lnTo>
                    <a:pt x="2293641" y="3175269"/>
                  </a:lnTo>
                  <a:lnTo>
                    <a:pt x="2293766" y="3175269"/>
                  </a:lnTo>
                  <a:lnTo>
                    <a:pt x="2293891" y="3175269"/>
                  </a:lnTo>
                  <a:lnTo>
                    <a:pt x="2294016" y="3175269"/>
                  </a:lnTo>
                  <a:lnTo>
                    <a:pt x="2294141" y="3175269"/>
                  </a:lnTo>
                  <a:lnTo>
                    <a:pt x="2294266" y="3175269"/>
                  </a:lnTo>
                  <a:lnTo>
                    <a:pt x="2294392" y="3175269"/>
                  </a:lnTo>
                  <a:lnTo>
                    <a:pt x="2294517" y="3175269"/>
                  </a:lnTo>
                  <a:lnTo>
                    <a:pt x="2294642" y="3175269"/>
                  </a:lnTo>
                  <a:lnTo>
                    <a:pt x="2294767" y="3175269"/>
                  </a:lnTo>
                  <a:lnTo>
                    <a:pt x="2294892" y="3175269"/>
                  </a:lnTo>
                  <a:lnTo>
                    <a:pt x="2295017" y="3175269"/>
                  </a:lnTo>
                  <a:lnTo>
                    <a:pt x="2295142" y="3175269"/>
                  </a:lnTo>
                  <a:lnTo>
                    <a:pt x="2295267" y="3175269"/>
                  </a:lnTo>
                  <a:lnTo>
                    <a:pt x="2295392" y="3175269"/>
                  </a:lnTo>
                  <a:lnTo>
                    <a:pt x="2295517" y="3175269"/>
                  </a:lnTo>
                  <a:lnTo>
                    <a:pt x="2295642" y="3175269"/>
                  </a:lnTo>
                  <a:lnTo>
                    <a:pt x="2295767" y="3175269"/>
                  </a:lnTo>
                  <a:lnTo>
                    <a:pt x="2295892" y="3175269"/>
                  </a:lnTo>
                  <a:lnTo>
                    <a:pt x="2296017" y="3175269"/>
                  </a:lnTo>
                  <a:lnTo>
                    <a:pt x="2296142" y="3175269"/>
                  </a:lnTo>
                  <a:lnTo>
                    <a:pt x="2296267" y="3175269"/>
                  </a:lnTo>
                  <a:lnTo>
                    <a:pt x="2296392" y="3175269"/>
                  </a:lnTo>
                  <a:lnTo>
                    <a:pt x="2296517" y="3175269"/>
                  </a:lnTo>
                  <a:lnTo>
                    <a:pt x="2296642" y="3175269"/>
                  </a:lnTo>
                  <a:lnTo>
                    <a:pt x="2296767" y="3175269"/>
                  </a:lnTo>
                  <a:lnTo>
                    <a:pt x="2296892" y="3175269"/>
                  </a:lnTo>
                  <a:lnTo>
                    <a:pt x="2297017" y="3175269"/>
                  </a:lnTo>
                  <a:lnTo>
                    <a:pt x="2297142" y="3175269"/>
                  </a:lnTo>
                  <a:lnTo>
                    <a:pt x="2297267" y="3175269"/>
                  </a:lnTo>
                  <a:lnTo>
                    <a:pt x="2297393" y="3175269"/>
                  </a:lnTo>
                  <a:lnTo>
                    <a:pt x="2297518" y="3175269"/>
                  </a:lnTo>
                  <a:lnTo>
                    <a:pt x="2297518" y="3165315"/>
                  </a:lnTo>
                  <a:lnTo>
                    <a:pt x="2297643" y="3165315"/>
                  </a:lnTo>
                  <a:lnTo>
                    <a:pt x="2297768" y="3165315"/>
                  </a:lnTo>
                  <a:lnTo>
                    <a:pt x="2297893" y="3165315"/>
                  </a:lnTo>
                  <a:lnTo>
                    <a:pt x="2298018" y="3165315"/>
                  </a:lnTo>
                  <a:lnTo>
                    <a:pt x="2298143" y="3165315"/>
                  </a:lnTo>
                  <a:lnTo>
                    <a:pt x="2298268" y="3165315"/>
                  </a:lnTo>
                  <a:lnTo>
                    <a:pt x="2298393" y="3165315"/>
                  </a:lnTo>
                  <a:lnTo>
                    <a:pt x="2298518" y="3165315"/>
                  </a:lnTo>
                  <a:lnTo>
                    <a:pt x="2298643" y="3165315"/>
                  </a:lnTo>
                  <a:lnTo>
                    <a:pt x="2298768" y="3165315"/>
                  </a:lnTo>
                  <a:lnTo>
                    <a:pt x="2298893" y="3165315"/>
                  </a:lnTo>
                  <a:lnTo>
                    <a:pt x="2299018" y="3165315"/>
                  </a:lnTo>
                  <a:lnTo>
                    <a:pt x="2299143" y="3165315"/>
                  </a:lnTo>
                  <a:lnTo>
                    <a:pt x="2299268" y="3165315"/>
                  </a:lnTo>
                  <a:lnTo>
                    <a:pt x="2299393" y="3165315"/>
                  </a:lnTo>
                  <a:lnTo>
                    <a:pt x="2299518" y="3165315"/>
                  </a:lnTo>
                  <a:lnTo>
                    <a:pt x="2299643" y="3165315"/>
                  </a:lnTo>
                  <a:lnTo>
                    <a:pt x="2299768" y="3165315"/>
                  </a:lnTo>
                  <a:lnTo>
                    <a:pt x="2299893" y="3165315"/>
                  </a:lnTo>
                  <a:lnTo>
                    <a:pt x="2300018" y="3165315"/>
                  </a:lnTo>
                  <a:lnTo>
                    <a:pt x="2300143" y="3165315"/>
                  </a:lnTo>
                  <a:lnTo>
                    <a:pt x="2300268" y="3165315"/>
                  </a:lnTo>
                  <a:lnTo>
                    <a:pt x="2300394" y="3165315"/>
                  </a:lnTo>
                  <a:lnTo>
                    <a:pt x="2300519" y="3165315"/>
                  </a:lnTo>
                  <a:lnTo>
                    <a:pt x="2300644" y="3165315"/>
                  </a:lnTo>
                  <a:lnTo>
                    <a:pt x="2300769" y="3165315"/>
                  </a:lnTo>
                  <a:lnTo>
                    <a:pt x="2300894" y="3165315"/>
                  </a:lnTo>
                  <a:lnTo>
                    <a:pt x="2301019" y="3165315"/>
                  </a:lnTo>
                  <a:lnTo>
                    <a:pt x="2301144" y="3165315"/>
                  </a:lnTo>
                  <a:lnTo>
                    <a:pt x="2301269" y="3165315"/>
                  </a:lnTo>
                  <a:lnTo>
                    <a:pt x="2301394" y="3165315"/>
                  </a:lnTo>
                  <a:lnTo>
                    <a:pt x="2301519" y="3165315"/>
                  </a:lnTo>
                  <a:lnTo>
                    <a:pt x="2301644" y="3165315"/>
                  </a:lnTo>
                  <a:lnTo>
                    <a:pt x="2301769" y="3165315"/>
                  </a:lnTo>
                  <a:lnTo>
                    <a:pt x="2301894" y="3165315"/>
                  </a:lnTo>
                  <a:lnTo>
                    <a:pt x="2302019" y="3165315"/>
                  </a:lnTo>
                  <a:lnTo>
                    <a:pt x="2302144" y="3165315"/>
                  </a:lnTo>
                  <a:lnTo>
                    <a:pt x="2302269" y="3165315"/>
                  </a:lnTo>
                  <a:lnTo>
                    <a:pt x="2302394" y="3165315"/>
                  </a:lnTo>
                  <a:lnTo>
                    <a:pt x="2302519" y="3165315"/>
                  </a:lnTo>
                  <a:lnTo>
                    <a:pt x="2302644" y="3165315"/>
                  </a:lnTo>
                  <a:lnTo>
                    <a:pt x="2302769" y="3165315"/>
                  </a:lnTo>
                  <a:lnTo>
                    <a:pt x="2302894" y="3165315"/>
                  </a:lnTo>
                  <a:lnTo>
                    <a:pt x="2303019" y="3165315"/>
                  </a:lnTo>
                  <a:lnTo>
                    <a:pt x="2303144" y="3165315"/>
                  </a:lnTo>
                  <a:lnTo>
                    <a:pt x="2303269" y="3165315"/>
                  </a:lnTo>
                  <a:lnTo>
                    <a:pt x="2303395" y="3165315"/>
                  </a:lnTo>
                  <a:lnTo>
                    <a:pt x="2303520" y="3165315"/>
                  </a:lnTo>
                  <a:lnTo>
                    <a:pt x="2303645" y="3165315"/>
                  </a:lnTo>
                  <a:lnTo>
                    <a:pt x="2303770" y="3165315"/>
                  </a:lnTo>
                  <a:lnTo>
                    <a:pt x="2303895" y="3165315"/>
                  </a:lnTo>
                  <a:lnTo>
                    <a:pt x="2304020" y="3165315"/>
                  </a:lnTo>
                  <a:lnTo>
                    <a:pt x="2304145" y="3165315"/>
                  </a:lnTo>
                  <a:lnTo>
                    <a:pt x="2304270" y="3165315"/>
                  </a:lnTo>
                  <a:lnTo>
                    <a:pt x="2304395" y="3165315"/>
                  </a:lnTo>
                  <a:lnTo>
                    <a:pt x="2304520" y="3165315"/>
                  </a:lnTo>
                  <a:lnTo>
                    <a:pt x="2304645" y="3165315"/>
                  </a:lnTo>
                  <a:lnTo>
                    <a:pt x="2304770" y="3165315"/>
                  </a:lnTo>
                  <a:lnTo>
                    <a:pt x="2304895" y="3165315"/>
                  </a:lnTo>
                  <a:lnTo>
                    <a:pt x="2305020" y="3165315"/>
                  </a:lnTo>
                  <a:lnTo>
                    <a:pt x="2305145" y="3165315"/>
                  </a:lnTo>
                  <a:lnTo>
                    <a:pt x="2305270" y="3165315"/>
                  </a:lnTo>
                  <a:lnTo>
                    <a:pt x="2305395" y="3165315"/>
                  </a:lnTo>
                  <a:lnTo>
                    <a:pt x="2305520" y="3165315"/>
                  </a:lnTo>
                  <a:lnTo>
                    <a:pt x="2305645" y="3165315"/>
                  </a:lnTo>
                  <a:lnTo>
                    <a:pt x="2305770" y="3165315"/>
                  </a:lnTo>
                  <a:lnTo>
                    <a:pt x="2305895" y="3165315"/>
                  </a:lnTo>
                  <a:lnTo>
                    <a:pt x="2306020" y="3165315"/>
                  </a:lnTo>
                  <a:lnTo>
                    <a:pt x="2306145" y="3165315"/>
                  </a:lnTo>
                  <a:lnTo>
                    <a:pt x="2306270" y="3165315"/>
                  </a:lnTo>
                  <a:lnTo>
                    <a:pt x="2306396" y="3165315"/>
                  </a:lnTo>
                  <a:lnTo>
                    <a:pt x="2306521" y="3165315"/>
                  </a:lnTo>
                  <a:lnTo>
                    <a:pt x="2306646" y="3165315"/>
                  </a:lnTo>
                  <a:lnTo>
                    <a:pt x="2306771" y="3165315"/>
                  </a:lnTo>
                  <a:lnTo>
                    <a:pt x="2306896" y="3165315"/>
                  </a:lnTo>
                  <a:lnTo>
                    <a:pt x="2307021" y="3165315"/>
                  </a:lnTo>
                  <a:lnTo>
                    <a:pt x="2307146" y="3165315"/>
                  </a:lnTo>
                  <a:lnTo>
                    <a:pt x="2307271" y="3165315"/>
                  </a:lnTo>
                  <a:lnTo>
                    <a:pt x="2307396" y="3165315"/>
                  </a:lnTo>
                  <a:lnTo>
                    <a:pt x="2307521" y="3165315"/>
                  </a:lnTo>
                  <a:lnTo>
                    <a:pt x="2307646" y="3165315"/>
                  </a:lnTo>
                  <a:lnTo>
                    <a:pt x="2307771" y="3165315"/>
                  </a:lnTo>
                  <a:lnTo>
                    <a:pt x="2307896" y="3165315"/>
                  </a:lnTo>
                  <a:lnTo>
                    <a:pt x="2308021" y="3165315"/>
                  </a:lnTo>
                  <a:lnTo>
                    <a:pt x="2308146" y="3165315"/>
                  </a:lnTo>
                  <a:lnTo>
                    <a:pt x="2308271" y="3165315"/>
                  </a:lnTo>
                  <a:lnTo>
                    <a:pt x="2308396" y="3165315"/>
                  </a:lnTo>
                  <a:lnTo>
                    <a:pt x="2308521" y="3165315"/>
                  </a:lnTo>
                  <a:lnTo>
                    <a:pt x="2308646" y="3165315"/>
                  </a:lnTo>
                  <a:lnTo>
                    <a:pt x="2308771" y="3165315"/>
                  </a:lnTo>
                  <a:lnTo>
                    <a:pt x="2308896" y="3165315"/>
                  </a:lnTo>
                  <a:lnTo>
                    <a:pt x="2309021" y="3165315"/>
                  </a:lnTo>
                  <a:lnTo>
                    <a:pt x="2309146" y="3165315"/>
                  </a:lnTo>
                  <a:lnTo>
                    <a:pt x="2309271" y="3165315"/>
                  </a:lnTo>
                  <a:lnTo>
                    <a:pt x="2309397" y="3165315"/>
                  </a:lnTo>
                  <a:lnTo>
                    <a:pt x="2309522" y="3165315"/>
                  </a:lnTo>
                  <a:lnTo>
                    <a:pt x="2309647" y="3165315"/>
                  </a:lnTo>
                  <a:lnTo>
                    <a:pt x="2309772" y="3165315"/>
                  </a:lnTo>
                  <a:lnTo>
                    <a:pt x="2309897" y="3165315"/>
                  </a:lnTo>
                  <a:lnTo>
                    <a:pt x="2310022" y="3165315"/>
                  </a:lnTo>
                  <a:lnTo>
                    <a:pt x="2310147" y="3165315"/>
                  </a:lnTo>
                  <a:lnTo>
                    <a:pt x="2310272" y="3165315"/>
                  </a:lnTo>
                  <a:lnTo>
                    <a:pt x="2310397" y="3165315"/>
                  </a:lnTo>
                  <a:lnTo>
                    <a:pt x="2310522" y="3165315"/>
                  </a:lnTo>
                  <a:lnTo>
                    <a:pt x="2310647" y="3165315"/>
                  </a:lnTo>
                  <a:lnTo>
                    <a:pt x="2310772" y="3165315"/>
                  </a:lnTo>
                  <a:lnTo>
                    <a:pt x="2310897" y="3165315"/>
                  </a:lnTo>
                  <a:lnTo>
                    <a:pt x="2311022" y="3165315"/>
                  </a:lnTo>
                  <a:lnTo>
                    <a:pt x="2311147" y="3165315"/>
                  </a:lnTo>
                  <a:lnTo>
                    <a:pt x="2311272" y="3165315"/>
                  </a:lnTo>
                  <a:lnTo>
                    <a:pt x="2311397" y="3165315"/>
                  </a:lnTo>
                  <a:lnTo>
                    <a:pt x="2311522" y="3165315"/>
                  </a:lnTo>
                  <a:lnTo>
                    <a:pt x="2311647" y="3165315"/>
                  </a:lnTo>
                  <a:lnTo>
                    <a:pt x="2311772" y="3165315"/>
                  </a:lnTo>
                  <a:lnTo>
                    <a:pt x="2311897" y="3165315"/>
                  </a:lnTo>
                  <a:lnTo>
                    <a:pt x="2312022" y="3165315"/>
                  </a:lnTo>
                  <a:lnTo>
                    <a:pt x="2312147" y="3165315"/>
                  </a:lnTo>
                  <a:lnTo>
                    <a:pt x="2312272" y="3165315"/>
                  </a:lnTo>
                  <a:lnTo>
                    <a:pt x="2312398" y="3165315"/>
                  </a:lnTo>
                  <a:lnTo>
                    <a:pt x="2312523" y="3165315"/>
                  </a:lnTo>
                  <a:lnTo>
                    <a:pt x="2312648" y="3165315"/>
                  </a:lnTo>
                  <a:lnTo>
                    <a:pt x="2312773" y="3165315"/>
                  </a:lnTo>
                  <a:lnTo>
                    <a:pt x="2312898" y="3165315"/>
                  </a:lnTo>
                  <a:lnTo>
                    <a:pt x="2313023" y="3165315"/>
                  </a:lnTo>
                  <a:lnTo>
                    <a:pt x="2313148" y="3165315"/>
                  </a:lnTo>
                  <a:lnTo>
                    <a:pt x="2313273" y="3165315"/>
                  </a:lnTo>
                  <a:lnTo>
                    <a:pt x="2313398" y="3165315"/>
                  </a:lnTo>
                  <a:lnTo>
                    <a:pt x="2313523" y="3165315"/>
                  </a:lnTo>
                  <a:lnTo>
                    <a:pt x="2313648" y="3165315"/>
                  </a:lnTo>
                  <a:lnTo>
                    <a:pt x="2313773" y="3165315"/>
                  </a:lnTo>
                  <a:lnTo>
                    <a:pt x="2313898" y="3165315"/>
                  </a:lnTo>
                  <a:lnTo>
                    <a:pt x="2314023" y="3165315"/>
                  </a:lnTo>
                  <a:lnTo>
                    <a:pt x="2314148" y="3165315"/>
                  </a:lnTo>
                  <a:lnTo>
                    <a:pt x="2314273" y="3165315"/>
                  </a:lnTo>
                  <a:lnTo>
                    <a:pt x="2314398" y="3165315"/>
                  </a:lnTo>
                  <a:lnTo>
                    <a:pt x="2314523" y="3165315"/>
                  </a:lnTo>
                  <a:lnTo>
                    <a:pt x="2314648" y="3165315"/>
                  </a:lnTo>
                  <a:lnTo>
                    <a:pt x="2314773" y="3165315"/>
                  </a:lnTo>
                  <a:lnTo>
                    <a:pt x="2314898" y="3165315"/>
                  </a:lnTo>
                  <a:lnTo>
                    <a:pt x="2315023" y="3165315"/>
                  </a:lnTo>
                  <a:lnTo>
                    <a:pt x="2315148" y="3165315"/>
                  </a:lnTo>
                  <a:lnTo>
                    <a:pt x="2315273" y="3165315"/>
                  </a:lnTo>
                  <a:lnTo>
                    <a:pt x="2315399" y="3165315"/>
                  </a:lnTo>
                  <a:lnTo>
                    <a:pt x="2315524" y="3165315"/>
                  </a:lnTo>
                  <a:lnTo>
                    <a:pt x="2315649" y="3165315"/>
                  </a:lnTo>
                  <a:lnTo>
                    <a:pt x="2315774" y="3165315"/>
                  </a:lnTo>
                  <a:lnTo>
                    <a:pt x="2315774" y="3155361"/>
                  </a:lnTo>
                  <a:lnTo>
                    <a:pt x="2315899" y="3155361"/>
                  </a:lnTo>
                  <a:lnTo>
                    <a:pt x="2316024" y="3155361"/>
                  </a:lnTo>
                  <a:lnTo>
                    <a:pt x="2316149" y="3155361"/>
                  </a:lnTo>
                  <a:lnTo>
                    <a:pt x="2316274" y="3155361"/>
                  </a:lnTo>
                  <a:lnTo>
                    <a:pt x="2316399" y="3155361"/>
                  </a:lnTo>
                  <a:lnTo>
                    <a:pt x="2316524" y="3155361"/>
                  </a:lnTo>
                  <a:lnTo>
                    <a:pt x="2316524" y="3145407"/>
                  </a:lnTo>
                  <a:lnTo>
                    <a:pt x="2316649" y="3145407"/>
                  </a:lnTo>
                  <a:lnTo>
                    <a:pt x="2316774" y="3145407"/>
                  </a:lnTo>
                  <a:lnTo>
                    <a:pt x="2316899" y="3145407"/>
                  </a:lnTo>
                  <a:lnTo>
                    <a:pt x="2317024" y="3145407"/>
                  </a:lnTo>
                  <a:lnTo>
                    <a:pt x="2317149" y="3145407"/>
                  </a:lnTo>
                  <a:lnTo>
                    <a:pt x="2317274" y="3145407"/>
                  </a:lnTo>
                  <a:lnTo>
                    <a:pt x="2317399" y="3145407"/>
                  </a:lnTo>
                  <a:lnTo>
                    <a:pt x="2317524" y="3145407"/>
                  </a:lnTo>
                  <a:lnTo>
                    <a:pt x="2317649" y="3145407"/>
                  </a:lnTo>
                  <a:lnTo>
                    <a:pt x="2317774" y="3145407"/>
                  </a:lnTo>
                  <a:lnTo>
                    <a:pt x="2317899" y="3145407"/>
                  </a:lnTo>
                  <a:lnTo>
                    <a:pt x="2318024" y="3145407"/>
                  </a:lnTo>
                  <a:lnTo>
                    <a:pt x="2318149" y="3145407"/>
                  </a:lnTo>
                  <a:lnTo>
                    <a:pt x="2318274" y="3145407"/>
                  </a:lnTo>
                  <a:lnTo>
                    <a:pt x="2318400" y="3145407"/>
                  </a:lnTo>
                  <a:lnTo>
                    <a:pt x="2318525" y="3145407"/>
                  </a:lnTo>
                  <a:lnTo>
                    <a:pt x="2318650" y="3145407"/>
                  </a:lnTo>
                  <a:lnTo>
                    <a:pt x="2318775" y="3145407"/>
                  </a:lnTo>
                  <a:lnTo>
                    <a:pt x="2318900" y="3145407"/>
                  </a:lnTo>
                  <a:lnTo>
                    <a:pt x="2319025" y="3145407"/>
                  </a:lnTo>
                  <a:lnTo>
                    <a:pt x="2319150" y="3145407"/>
                  </a:lnTo>
                  <a:lnTo>
                    <a:pt x="2319275" y="3145407"/>
                  </a:lnTo>
                  <a:lnTo>
                    <a:pt x="2319400" y="3145407"/>
                  </a:lnTo>
                  <a:lnTo>
                    <a:pt x="2319525" y="3145407"/>
                  </a:lnTo>
                  <a:lnTo>
                    <a:pt x="2319650" y="3145407"/>
                  </a:lnTo>
                  <a:lnTo>
                    <a:pt x="2319775" y="3145407"/>
                  </a:lnTo>
                  <a:lnTo>
                    <a:pt x="2319900" y="3145407"/>
                  </a:lnTo>
                  <a:lnTo>
                    <a:pt x="2319900" y="3135454"/>
                  </a:lnTo>
                  <a:lnTo>
                    <a:pt x="2320025" y="3135454"/>
                  </a:lnTo>
                  <a:lnTo>
                    <a:pt x="2320150" y="3135454"/>
                  </a:lnTo>
                  <a:lnTo>
                    <a:pt x="2320275" y="3135454"/>
                  </a:lnTo>
                  <a:lnTo>
                    <a:pt x="2320400" y="3135454"/>
                  </a:lnTo>
                  <a:lnTo>
                    <a:pt x="2320525" y="3135454"/>
                  </a:lnTo>
                  <a:lnTo>
                    <a:pt x="2320650" y="3135454"/>
                  </a:lnTo>
                  <a:lnTo>
                    <a:pt x="2320775" y="3135454"/>
                  </a:lnTo>
                  <a:lnTo>
                    <a:pt x="2320900" y="3135454"/>
                  </a:lnTo>
                  <a:lnTo>
                    <a:pt x="2321025" y="3135454"/>
                  </a:lnTo>
                  <a:lnTo>
                    <a:pt x="2321150" y="3135454"/>
                  </a:lnTo>
                  <a:lnTo>
                    <a:pt x="2321275" y="3135454"/>
                  </a:lnTo>
                  <a:lnTo>
                    <a:pt x="2321401" y="3135454"/>
                  </a:lnTo>
                  <a:lnTo>
                    <a:pt x="2321401" y="3125500"/>
                  </a:lnTo>
                  <a:lnTo>
                    <a:pt x="2321526" y="3125500"/>
                  </a:lnTo>
                  <a:lnTo>
                    <a:pt x="2321651" y="3125500"/>
                  </a:lnTo>
                  <a:lnTo>
                    <a:pt x="2321776" y="3125500"/>
                  </a:lnTo>
                  <a:lnTo>
                    <a:pt x="2321901" y="3125500"/>
                  </a:lnTo>
                  <a:lnTo>
                    <a:pt x="2322026" y="3125500"/>
                  </a:lnTo>
                  <a:lnTo>
                    <a:pt x="2322151" y="3125500"/>
                  </a:lnTo>
                  <a:lnTo>
                    <a:pt x="2322276" y="3125500"/>
                  </a:lnTo>
                  <a:lnTo>
                    <a:pt x="2322401" y="3125500"/>
                  </a:lnTo>
                  <a:lnTo>
                    <a:pt x="2322526" y="3125500"/>
                  </a:lnTo>
                  <a:lnTo>
                    <a:pt x="2322651" y="3125500"/>
                  </a:lnTo>
                  <a:lnTo>
                    <a:pt x="2322776" y="3125500"/>
                  </a:lnTo>
                  <a:lnTo>
                    <a:pt x="2322901" y="3125500"/>
                  </a:lnTo>
                  <a:lnTo>
                    <a:pt x="2323026" y="3125500"/>
                  </a:lnTo>
                  <a:lnTo>
                    <a:pt x="2323151" y="3125500"/>
                  </a:lnTo>
                  <a:lnTo>
                    <a:pt x="2323276" y="3125500"/>
                  </a:lnTo>
                  <a:lnTo>
                    <a:pt x="2323401" y="3125500"/>
                  </a:lnTo>
                  <a:lnTo>
                    <a:pt x="2323526" y="3125500"/>
                  </a:lnTo>
                  <a:lnTo>
                    <a:pt x="2323651" y="3125500"/>
                  </a:lnTo>
                  <a:lnTo>
                    <a:pt x="2323776" y="3125500"/>
                  </a:lnTo>
                  <a:lnTo>
                    <a:pt x="2323901" y="3125500"/>
                  </a:lnTo>
                  <a:lnTo>
                    <a:pt x="2324026" y="3125500"/>
                  </a:lnTo>
                  <a:lnTo>
                    <a:pt x="2324151" y="3125500"/>
                  </a:lnTo>
                  <a:lnTo>
                    <a:pt x="2324276" y="3125500"/>
                  </a:lnTo>
                  <a:lnTo>
                    <a:pt x="2324402" y="3125500"/>
                  </a:lnTo>
                  <a:lnTo>
                    <a:pt x="2324527" y="3125500"/>
                  </a:lnTo>
                  <a:lnTo>
                    <a:pt x="2324652" y="3125500"/>
                  </a:lnTo>
                  <a:lnTo>
                    <a:pt x="2324777" y="3125500"/>
                  </a:lnTo>
                  <a:lnTo>
                    <a:pt x="2324902" y="3125500"/>
                  </a:lnTo>
                  <a:lnTo>
                    <a:pt x="2325027" y="3125500"/>
                  </a:lnTo>
                  <a:lnTo>
                    <a:pt x="2325152" y="3125500"/>
                  </a:lnTo>
                  <a:lnTo>
                    <a:pt x="2325277" y="3125500"/>
                  </a:lnTo>
                  <a:lnTo>
                    <a:pt x="2325402" y="3125500"/>
                  </a:lnTo>
                  <a:lnTo>
                    <a:pt x="2325527" y="3125500"/>
                  </a:lnTo>
                  <a:lnTo>
                    <a:pt x="2325652" y="3125500"/>
                  </a:lnTo>
                  <a:lnTo>
                    <a:pt x="2325777" y="3125500"/>
                  </a:lnTo>
                  <a:lnTo>
                    <a:pt x="2325902" y="3125500"/>
                  </a:lnTo>
                  <a:lnTo>
                    <a:pt x="2326027" y="3125500"/>
                  </a:lnTo>
                  <a:lnTo>
                    <a:pt x="2326152" y="3125500"/>
                  </a:lnTo>
                  <a:lnTo>
                    <a:pt x="2326277" y="3125500"/>
                  </a:lnTo>
                  <a:lnTo>
                    <a:pt x="2326402" y="3125500"/>
                  </a:lnTo>
                  <a:lnTo>
                    <a:pt x="2326527" y="3125500"/>
                  </a:lnTo>
                  <a:lnTo>
                    <a:pt x="2326652" y="3125500"/>
                  </a:lnTo>
                  <a:lnTo>
                    <a:pt x="2326777" y="3125500"/>
                  </a:lnTo>
                  <a:lnTo>
                    <a:pt x="2326902" y="3125500"/>
                  </a:lnTo>
                  <a:lnTo>
                    <a:pt x="2327027" y="3125500"/>
                  </a:lnTo>
                  <a:lnTo>
                    <a:pt x="2327152" y="3125500"/>
                  </a:lnTo>
                  <a:lnTo>
                    <a:pt x="2327277" y="3125500"/>
                  </a:lnTo>
                  <a:lnTo>
                    <a:pt x="2327403" y="3125500"/>
                  </a:lnTo>
                  <a:lnTo>
                    <a:pt x="2327528" y="3125500"/>
                  </a:lnTo>
                  <a:lnTo>
                    <a:pt x="2327653" y="3125500"/>
                  </a:lnTo>
                  <a:lnTo>
                    <a:pt x="2327778" y="3125500"/>
                  </a:lnTo>
                  <a:lnTo>
                    <a:pt x="2327903" y="3125500"/>
                  </a:lnTo>
                  <a:lnTo>
                    <a:pt x="2328028" y="3125500"/>
                  </a:lnTo>
                  <a:lnTo>
                    <a:pt x="2328153" y="3125500"/>
                  </a:lnTo>
                  <a:lnTo>
                    <a:pt x="2328278" y="3125500"/>
                  </a:lnTo>
                  <a:lnTo>
                    <a:pt x="2328403" y="3125500"/>
                  </a:lnTo>
                  <a:lnTo>
                    <a:pt x="2328528" y="3125500"/>
                  </a:lnTo>
                  <a:lnTo>
                    <a:pt x="2328653" y="3125500"/>
                  </a:lnTo>
                  <a:lnTo>
                    <a:pt x="2328778" y="3125500"/>
                  </a:lnTo>
                  <a:lnTo>
                    <a:pt x="2328903" y="3125500"/>
                  </a:lnTo>
                  <a:lnTo>
                    <a:pt x="2329028" y="3125500"/>
                  </a:lnTo>
                  <a:lnTo>
                    <a:pt x="2329153" y="3125500"/>
                  </a:lnTo>
                  <a:lnTo>
                    <a:pt x="2329278" y="3125500"/>
                  </a:lnTo>
                  <a:lnTo>
                    <a:pt x="2329403" y="3125500"/>
                  </a:lnTo>
                  <a:lnTo>
                    <a:pt x="2329528" y="3125500"/>
                  </a:lnTo>
                  <a:lnTo>
                    <a:pt x="2329653" y="3125500"/>
                  </a:lnTo>
                  <a:lnTo>
                    <a:pt x="2329778" y="3125500"/>
                  </a:lnTo>
                  <a:lnTo>
                    <a:pt x="2329903" y="3125500"/>
                  </a:lnTo>
                  <a:lnTo>
                    <a:pt x="2330028" y="3125500"/>
                  </a:lnTo>
                  <a:lnTo>
                    <a:pt x="2330153" y="3125500"/>
                  </a:lnTo>
                  <a:lnTo>
                    <a:pt x="2330279" y="3125500"/>
                  </a:lnTo>
                  <a:lnTo>
                    <a:pt x="2330404" y="3125500"/>
                  </a:lnTo>
                  <a:lnTo>
                    <a:pt x="2330529" y="3125500"/>
                  </a:lnTo>
                  <a:lnTo>
                    <a:pt x="2330654" y="3125500"/>
                  </a:lnTo>
                  <a:lnTo>
                    <a:pt x="2330779" y="3125500"/>
                  </a:lnTo>
                  <a:lnTo>
                    <a:pt x="2330904" y="3125500"/>
                  </a:lnTo>
                  <a:lnTo>
                    <a:pt x="2331029" y="3125500"/>
                  </a:lnTo>
                  <a:lnTo>
                    <a:pt x="2331154" y="3125500"/>
                  </a:lnTo>
                  <a:lnTo>
                    <a:pt x="2331279" y="3125500"/>
                  </a:lnTo>
                  <a:lnTo>
                    <a:pt x="2331404" y="3125500"/>
                  </a:lnTo>
                  <a:lnTo>
                    <a:pt x="2331529" y="3125500"/>
                  </a:lnTo>
                  <a:lnTo>
                    <a:pt x="2331654" y="3125500"/>
                  </a:lnTo>
                  <a:lnTo>
                    <a:pt x="2331779" y="3125500"/>
                  </a:lnTo>
                  <a:lnTo>
                    <a:pt x="2331904" y="3125500"/>
                  </a:lnTo>
                  <a:lnTo>
                    <a:pt x="2332029" y="3125500"/>
                  </a:lnTo>
                  <a:lnTo>
                    <a:pt x="2332154" y="3125500"/>
                  </a:lnTo>
                  <a:lnTo>
                    <a:pt x="2332279" y="3125500"/>
                  </a:lnTo>
                  <a:lnTo>
                    <a:pt x="2332404" y="3125500"/>
                  </a:lnTo>
                  <a:lnTo>
                    <a:pt x="2332529" y="3125500"/>
                  </a:lnTo>
                  <a:lnTo>
                    <a:pt x="2332654" y="3125500"/>
                  </a:lnTo>
                  <a:lnTo>
                    <a:pt x="2332779" y="3125500"/>
                  </a:lnTo>
                  <a:lnTo>
                    <a:pt x="2332904" y="3125500"/>
                  </a:lnTo>
                  <a:lnTo>
                    <a:pt x="2333029" y="3125500"/>
                  </a:lnTo>
                  <a:lnTo>
                    <a:pt x="2333154" y="3125500"/>
                  </a:lnTo>
                  <a:lnTo>
                    <a:pt x="2333280" y="3125500"/>
                  </a:lnTo>
                  <a:lnTo>
                    <a:pt x="2333405" y="3125500"/>
                  </a:lnTo>
                  <a:lnTo>
                    <a:pt x="2333530" y="3125500"/>
                  </a:lnTo>
                  <a:lnTo>
                    <a:pt x="2333655" y="3125500"/>
                  </a:lnTo>
                  <a:lnTo>
                    <a:pt x="2333780" y="3125500"/>
                  </a:lnTo>
                  <a:lnTo>
                    <a:pt x="2333780" y="3115546"/>
                  </a:lnTo>
                  <a:lnTo>
                    <a:pt x="2333905" y="3115546"/>
                  </a:lnTo>
                  <a:lnTo>
                    <a:pt x="2334030" y="3115546"/>
                  </a:lnTo>
                  <a:lnTo>
                    <a:pt x="2334155" y="3115546"/>
                  </a:lnTo>
                  <a:lnTo>
                    <a:pt x="2334280" y="3115546"/>
                  </a:lnTo>
                  <a:lnTo>
                    <a:pt x="2334405" y="3115546"/>
                  </a:lnTo>
                  <a:lnTo>
                    <a:pt x="2334530" y="3115546"/>
                  </a:lnTo>
                  <a:lnTo>
                    <a:pt x="2334655" y="3115546"/>
                  </a:lnTo>
                  <a:lnTo>
                    <a:pt x="2334780" y="3115546"/>
                  </a:lnTo>
                  <a:lnTo>
                    <a:pt x="2334905" y="3115546"/>
                  </a:lnTo>
                  <a:lnTo>
                    <a:pt x="2335030" y="3115546"/>
                  </a:lnTo>
                  <a:lnTo>
                    <a:pt x="2335155" y="3115546"/>
                  </a:lnTo>
                  <a:lnTo>
                    <a:pt x="2335280" y="3115546"/>
                  </a:lnTo>
                  <a:lnTo>
                    <a:pt x="2335405" y="3115546"/>
                  </a:lnTo>
                  <a:lnTo>
                    <a:pt x="2335530" y="3115546"/>
                  </a:lnTo>
                  <a:lnTo>
                    <a:pt x="2335655" y="3115546"/>
                  </a:lnTo>
                  <a:lnTo>
                    <a:pt x="2335780" y="3115546"/>
                  </a:lnTo>
                  <a:lnTo>
                    <a:pt x="2335905" y="3115546"/>
                  </a:lnTo>
                  <a:lnTo>
                    <a:pt x="2336030" y="3115546"/>
                  </a:lnTo>
                  <a:lnTo>
                    <a:pt x="2336155" y="3115546"/>
                  </a:lnTo>
                  <a:lnTo>
                    <a:pt x="2336281" y="3115546"/>
                  </a:lnTo>
                  <a:lnTo>
                    <a:pt x="2336406" y="3115546"/>
                  </a:lnTo>
                  <a:lnTo>
                    <a:pt x="2336531" y="3115546"/>
                  </a:lnTo>
                  <a:lnTo>
                    <a:pt x="2336656" y="3115546"/>
                  </a:lnTo>
                  <a:lnTo>
                    <a:pt x="2336781" y="3115546"/>
                  </a:lnTo>
                  <a:lnTo>
                    <a:pt x="2336906" y="3115546"/>
                  </a:lnTo>
                  <a:lnTo>
                    <a:pt x="2337031" y="3115546"/>
                  </a:lnTo>
                  <a:lnTo>
                    <a:pt x="2337156" y="3115546"/>
                  </a:lnTo>
                  <a:lnTo>
                    <a:pt x="2337281" y="3115546"/>
                  </a:lnTo>
                  <a:lnTo>
                    <a:pt x="2337406" y="3115546"/>
                  </a:lnTo>
                  <a:lnTo>
                    <a:pt x="2337531" y="3115546"/>
                  </a:lnTo>
                  <a:lnTo>
                    <a:pt x="2337656" y="3115546"/>
                  </a:lnTo>
                  <a:lnTo>
                    <a:pt x="2337781" y="3115546"/>
                  </a:lnTo>
                  <a:lnTo>
                    <a:pt x="2337906" y="3115546"/>
                  </a:lnTo>
                  <a:lnTo>
                    <a:pt x="2338031" y="3115546"/>
                  </a:lnTo>
                  <a:lnTo>
                    <a:pt x="2338156" y="3115546"/>
                  </a:lnTo>
                  <a:lnTo>
                    <a:pt x="2338281" y="3115546"/>
                  </a:lnTo>
                  <a:lnTo>
                    <a:pt x="2338406" y="3115546"/>
                  </a:lnTo>
                  <a:lnTo>
                    <a:pt x="2338531" y="3115546"/>
                  </a:lnTo>
                  <a:lnTo>
                    <a:pt x="2338656" y="3115546"/>
                  </a:lnTo>
                  <a:lnTo>
                    <a:pt x="2338781" y="3115546"/>
                  </a:lnTo>
                  <a:lnTo>
                    <a:pt x="2338906" y="3115546"/>
                  </a:lnTo>
                  <a:lnTo>
                    <a:pt x="2339031" y="3115546"/>
                  </a:lnTo>
                  <a:lnTo>
                    <a:pt x="2339156" y="3115546"/>
                  </a:lnTo>
                  <a:lnTo>
                    <a:pt x="2339282" y="3115546"/>
                  </a:lnTo>
                  <a:lnTo>
                    <a:pt x="2339407" y="3115546"/>
                  </a:lnTo>
                  <a:lnTo>
                    <a:pt x="2339532" y="3115546"/>
                  </a:lnTo>
                  <a:lnTo>
                    <a:pt x="2339657" y="3115546"/>
                  </a:lnTo>
                  <a:lnTo>
                    <a:pt x="2339782" y="3115546"/>
                  </a:lnTo>
                  <a:lnTo>
                    <a:pt x="2339907" y="3115546"/>
                  </a:lnTo>
                  <a:lnTo>
                    <a:pt x="2340032" y="3115546"/>
                  </a:lnTo>
                  <a:lnTo>
                    <a:pt x="2340157" y="3115546"/>
                  </a:lnTo>
                  <a:lnTo>
                    <a:pt x="2340282" y="3115546"/>
                  </a:lnTo>
                  <a:lnTo>
                    <a:pt x="2340407" y="3115546"/>
                  </a:lnTo>
                  <a:lnTo>
                    <a:pt x="2340532" y="3115546"/>
                  </a:lnTo>
                  <a:lnTo>
                    <a:pt x="2340657" y="3115546"/>
                  </a:lnTo>
                  <a:lnTo>
                    <a:pt x="2340782" y="3115546"/>
                  </a:lnTo>
                  <a:lnTo>
                    <a:pt x="2340907" y="3115546"/>
                  </a:lnTo>
                  <a:lnTo>
                    <a:pt x="2341032" y="3115546"/>
                  </a:lnTo>
                  <a:lnTo>
                    <a:pt x="2341157" y="3115546"/>
                  </a:lnTo>
                  <a:lnTo>
                    <a:pt x="2341282" y="3115546"/>
                  </a:lnTo>
                  <a:lnTo>
                    <a:pt x="2341407" y="3115546"/>
                  </a:lnTo>
                  <a:lnTo>
                    <a:pt x="2341532" y="3115546"/>
                  </a:lnTo>
                  <a:lnTo>
                    <a:pt x="2341657" y="3115546"/>
                  </a:lnTo>
                  <a:lnTo>
                    <a:pt x="2341782" y="3115546"/>
                  </a:lnTo>
                  <a:lnTo>
                    <a:pt x="2341907" y="3115546"/>
                  </a:lnTo>
                  <a:lnTo>
                    <a:pt x="2342032" y="3115546"/>
                  </a:lnTo>
                  <a:lnTo>
                    <a:pt x="2342157" y="3115546"/>
                  </a:lnTo>
                  <a:lnTo>
                    <a:pt x="2342283" y="3115546"/>
                  </a:lnTo>
                  <a:lnTo>
                    <a:pt x="2342408" y="3115546"/>
                  </a:lnTo>
                  <a:lnTo>
                    <a:pt x="2342533" y="3115546"/>
                  </a:lnTo>
                  <a:lnTo>
                    <a:pt x="2342658" y="3115546"/>
                  </a:lnTo>
                  <a:lnTo>
                    <a:pt x="2342783" y="3115546"/>
                  </a:lnTo>
                  <a:lnTo>
                    <a:pt x="2342908" y="3115546"/>
                  </a:lnTo>
                  <a:lnTo>
                    <a:pt x="2343033" y="3115546"/>
                  </a:lnTo>
                  <a:lnTo>
                    <a:pt x="2343158" y="3115546"/>
                  </a:lnTo>
                  <a:lnTo>
                    <a:pt x="2343283" y="3115546"/>
                  </a:lnTo>
                  <a:lnTo>
                    <a:pt x="2343408" y="3115546"/>
                  </a:lnTo>
                  <a:lnTo>
                    <a:pt x="2343533" y="3115546"/>
                  </a:lnTo>
                  <a:lnTo>
                    <a:pt x="2343658" y="3115546"/>
                  </a:lnTo>
                  <a:lnTo>
                    <a:pt x="2343783" y="3115546"/>
                  </a:lnTo>
                  <a:lnTo>
                    <a:pt x="2343908" y="3115546"/>
                  </a:lnTo>
                  <a:lnTo>
                    <a:pt x="2344033" y="3115546"/>
                  </a:lnTo>
                  <a:lnTo>
                    <a:pt x="2344158" y="3115546"/>
                  </a:lnTo>
                  <a:lnTo>
                    <a:pt x="2344283" y="3115546"/>
                  </a:lnTo>
                  <a:lnTo>
                    <a:pt x="2344408" y="3115546"/>
                  </a:lnTo>
                  <a:lnTo>
                    <a:pt x="2344533" y="3115546"/>
                  </a:lnTo>
                  <a:lnTo>
                    <a:pt x="2344658" y="3115546"/>
                  </a:lnTo>
                  <a:lnTo>
                    <a:pt x="2344783" y="3115546"/>
                  </a:lnTo>
                  <a:lnTo>
                    <a:pt x="2344908" y="3115546"/>
                  </a:lnTo>
                  <a:lnTo>
                    <a:pt x="2345033" y="3115546"/>
                  </a:lnTo>
                  <a:lnTo>
                    <a:pt x="2345158" y="3115546"/>
                  </a:lnTo>
                  <a:lnTo>
                    <a:pt x="2345284" y="3115546"/>
                  </a:lnTo>
                  <a:lnTo>
                    <a:pt x="2345409" y="3115546"/>
                  </a:lnTo>
                  <a:lnTo>
                    <a:pt x="2345534" y="3115546"/>
                  </a:lnTo>
                  <a:lnTo>
                    <a:pt x="2345659" y="3115546"/>
                  </a:lnTo>
                  <a:lnTo>
                    <a:pt x="2345784" y="3115546"/>
                  </a:lnTo>
                  <a:lnTo>
                    <a:pt x="2345909" y="3115546"/>
                  </a:lnTo>
                  <a:lnTo>
                    <a:pt x="2346034" y="3115546"/>
                  </a:lnTo>
                  <a:lnTo>
                    <a:pt x="2346159" y="3115546"/>
                  </a:lnTo>
                  <a:lnTo>
                    <a:pt x="2346284" y="3115546"/>
                  </a:lnTo>
                  <a:lnTo>
                    <a:pt x="2346409" y="3115546"/>
                  </a:lnTo>
                  <a:lnTo>
                    <a:pt x="2346534" y="3115546"/>
                  </a:lnTo>
                  <a:lnTo>
                    <a:pt x="2346659" y="3115546"/>
                  </a:lnTo>
                  <a:lnTo>
                    <a:pt x="2346784" y="3115546"/>
                  </a:lnTo>
                  <a:lnTo>
                    <a:pt x="2346909" y="3115546"/>
                  </a:lnTo>
                  <a:lnTo>
                    <a:pt x="2347034" y="3115546"/>
                  </a:lnTo>
                  <a:lnTo>
                    <a:pt x="2347159" y="3115546"/>
                  </a:lnTo>
                  <a:lnTo>
                    <a:pt x="2347284" y="3115546"/>
                  </a:lnTo>
                  <a:lnTo>
                    <a:pt x="2347409" y="3115546"/>
                  </a:lnTo>
                  <a:lnTo>
                    <a:pt x="2347534" y="3115546"/>
                  </a:lnTo>
                  <a:lnTo>
                    <a:pt x="2347659" y="3115546"/>
                  </a:lnTo>
                  <a:lnTo>
                    <a:pt x="2347784" y="3115546"/>
                  </a:lnTo>
                  <a:lnTo>
                    <a:pt x="2347909" y="3115546"/>
                  </a:lnTo>
                  <a:lnTo>
                    <a:pt x="2348034" y="3115546"/>
                  </a:lnTo>
                  <a:lnTo>
                    <a:pt x="2348159" y="3115546"/>
                  </a:lnTo>
                  <a:lnTo>
                    <a:pt x="2348285" y="3115546"/>
                  </a:lnTo>
                  <a:lnTo>
                    <a:pt x="2348410" y="3115546"/>
                  </a:lnTo>
                  <a:lnTo>
                    <a:pt x="2348535" y="3115546"/>
                  </a:lnTo>
                  <a:lnTo>
                    <a:pt x="2348660" y="3115546"/>
                  </a:lnTo>
                  <a:lnTo>
                    <a:pt x="2348785" y="3115546"/>
                  </a:lnTo>
                  <a:lnTo>
                    <a:pt x="2348910" y="3115546"/>
                  </a:lnTo>
                  <a:lnTo>
                    <a:pt x="2349035" y="3115546"/>
                  </a:lnTo>
                  <a:lnTo>
                    <a:pt x="2349160" y="3115546"/>
                  </a:lnTo>
                  <a:lnTo>
                    <a:pt x="2349285" y="3115546"/>
                  </a:lnTo>
                  <a:lnTo>
                    <a:pt x="2349410" y="3115546"/>
                  </a:lnTo>
                  <a:lnTo>
                    <a:pt x="2349535" y="3115546"/>
                  </a:lnTo>
                  <a:lnTo>
                    <a:pt x="2349660" y="3115546"/>
                  </a:lnTo>
                  <a:lnTo>
                    <a:pt x="2349785" y="3115546"/>
                  </a:lnTo>
                  <a:lnTo>
                    <a:pt x="2349910" y="3115546"/>
                  </a:lnTo>
                  <a:lnTo>
                    <a:pt x="2350035" y="3115546"/>
                  </a:lnTo>
                  <a:lnTo>
                    <a:pt x="2350160" y="3115546"/>
                  </a:lnTo>
                  <a:lnTo>
                    <a:pt x="2350285" y="3115546"/>
                  </a:lnTo>
                  <a:lnTo>
                    <a:pt x="2350410" y="3115546"/>
                  </a:lnTo>
                  <a:lnTo>
                    <a:pt x="2350535" y="3115546"/>
                  </a:lnTo>
                  <a:lnTo>
                    <a:pt x="2350660" y="3115546"/>
                  </a:lnTo>
                  <a:lnTo>
                    <a:pt x="2350785" y="3115546"/>
                  </a:lnTo>
                  <a:lnTo>
                    <a:pt x="2350910" y="3115546"/>
                  </a:lnTo>
                  <a:lnTo>
                    <a:pt x="2351035" y="3115546"/>
                  </a:lnTo>
                  <a:lnTo>
                    <a:pt x="2351160" y="3115546"/>
                  </a:lnTo>
                  <a:lnTo>
                    <a:pt x="2351286" y="3115546"/>
                  </a:lnTo>
                  <a:lnTo>
                    <a:pt x="2351411" y="3115546"/>
                  </a:lnTo>
                  <a:lnTo>
                    <a:pt x="2351536" y="3115546"/>
                  </a:lnTo>
                  <a:lnTo>
                    <a:pt x="2351661" y="3115546"/>
                  </a:lnTo>
                  <a:lnTo>
                    <a:pt x="2351786" y="3115546"/>
                  </a:lnTo>
                  <a:lnTo>
                    <a:pt x="2351911" y="3115546"/>
                  </a:lnTo>
                  <a:lnTo>
                    <a:pt x="2352036" y="3115546"/>
                  </a:lnTo>
                  <a:lnTo>
                    <a:pt x="2352161" y="3115546"/>
                  </a:lnTo>
                  <a:lnTo>
                    <a:pt x="2352286" y="3115546"/>
                  </a:lnTo>
                  <a:lnTo>
                    <a:pt x="2352411" y="3115546"/>
                  </a:lnTo>
                  <a:lnTo>
                    <a:pt x="2352536" y="3115546"/>
                  </a:lnTo>
                  <a:lnTo>
                    <a:pt x="2352661" y="3115546"/>
                  </a:lnTo>
                  <a:lnTo>
                    <a:pt x="2352786" y="3115546"/>
                  </a:lnTo>
                  <a:lnTo>
                    <a:pt x="2352911" y="3115546"/>
                  </a:lnTo>
                  <a:lnTo>
                    <a:pt x="2353036" y="3115546"/>
                  </a:lnTo>
                  <a:lnTo>
                    <a:pt x="2353161" y="3115546"/>
                  </a:lnTo>
                  <a:lnTo>
                    <a:pt x="2353286" y="3115546"/>
                  </a:lnTo>
                  <a:lnTo>
                    <a:pt x="2353411" y="3115546"/>
                  </a:lnTo>
                  <a:lnTo>
                    <a:pt x="2353536" y="3115546"/>
                  </a:lnTo>
                  <a:lnTo>
                    <a:pt x="2353661" y="3115546"/>
                  </a:lnTo>
                  <a:lnTo>
                    <a:pt x="2353786" y="3115546"/>
                  </a:lnTo>
                  <a:lnTo>
                    <a:pt x="2353911" y="3115546"/>
                  </a:lnTo>
                  <a:lnTo>
                    <a:pt x="2354036" y="3115546"/>
                  </a:lnTo>
                  <a:lnTo>
                    <a:pt x="2354161" y="3115546"/>
                  </a:lnTo>
                  <a:lnTo>
                    <a:pt x="2354287" y="3115546"/>
                  </a:lnTo>
                  <a:lnTo>
                    <a:pt x="2354412" y="3115546"/>
                  </a:lnTo>
                  <a:lnTo>
                    <a:pt x="2354537" y="3115546"/>
                  </a:lnTo>
                  <a:lnTo>
                    <a:pt x="2354662" y="3115546"/>
                  </a:lnTo>
                  <a:lnTo>
                    <a:pt x="2354787" y="3115546"/>
                  </a:lnTo>
                  <a:lnTo>
                    <a:pt x="2354912" y="3115546"/>
                  </a:lnTo>
                  <a:lnTo>
                    <a:pt x="2355037" y="3115546"/>
                  </a:lnTo>
                  <a:lnTo>
                    <a:pt x="2355162" y="3115546"/>
                  </a:lnTo>
                  <a:lnTo>
                    <a:pt x="2355287" y="3115546"/>
                  </a:lnTo>
                  <a:lnTo>
                    <a:pt x="2355412" y="3115546"/>
                  </a:lnTo>
                  <a:lnTo>
                    <a:pt x="2355537" y="3115546"/>
                  </a:lnTo>
                  <a:lnTo>
                    <a:pt x="2355662" y="3115546"/>
                  </a:lnTo>
                  <a:lnTo>
                    <a:pt x="2355787" y="3115546"/>
                  </a:lnTo>
                  <a:lnTo>
                    <a:pt x="2355912" y="3115546"/>
                  </a:lnTo>
                  <a:lnTo>
                    <a:pt x="2356037" y="3115546"/>
                  </a:lnTo>
                  <a:lnTo>
                    <a:pt x="2356162" y="3115546"/>
                  </a:lnTo>
                  <a:lnTo>
                    <a:pt x="2356287" y="3115546"/>
                  </a:lnTo>
                  <a:lnTo>
                    <a:pt x="2356412" y="3115546"/>
                  </a:lnTo>
                  <a:lnTo>
                    <a:pt x="2356537" y="3115546"/>
                  </a:lnTo>
                  <a:lnTo>
                    <a:pt x="2356662" y="3115546"/>
                  </a:lnTo>
                  <a:lnTo>
                    <a:pt x="2356787" y="3115546"/>
                  </a:lnTo>
                  <a:lnTo>
                    <a:pt x="2356912" y="3115546"/>
                  </a:lnTo>
                  <a:lnTo>
                    <a:pt x="2357037" y="3115546"/>
                  </a:lnTo>
                  <a:lnTo>
                    <a:pt x="2357162" y="3115546"/>
                  </a:lnTo>
                  <a:lnTo>
                    <a:pt x="2357288" y="3115546"/>
                  </a:lnTo>
                  <a:lnTo>
                    <a:pt x="2357413" y="3115546"/>
                  </a:lnTo>
                  <a:lnTo>
                    <a:pt x="2357538" y="3115546"/>
                  </a:lnTo>
                  <a:lnTo>
                    <a:pt x="2357663" y="3115546"/>
                  </a:lnTo>
                  <a:lnTo>
                    <a:pt x="2357788" y="3115546"/>
                  </a:lnTo>
                  <a:lnTo>
                    <a:pt x="2357913" y="3115546"/>
                  </a:lnTo>
                  <a:lnTo>
                    <a:pt x="2358038" y="3115546"/>
                  </a:lnTo>
                  <a:lnTo>
                    <a:pt x="2358163" y="3115546"/>
                  </a:lnTo>
                  <a:lnTo>
                    <a:pt x="2358288" y="3115546"/>
                  </a:lnTo>
                  <a:lnTo>
                    <a:pt x="2358413" y="3115546"/>
                  </a:lnTo>
                  <a:lnTo>
                    <a:pt x="2358538" y="3115546"/>
                  </a:lnTo>
                  <a:lnTo>
                    <a:pt x="2358663" y="3115546"/>
                  </a:lnTo>
                  <a:lnTo>
                    <a:pt x="2358788" y="3115546"/>
                  </a:lnTo>
                  <a:lnTo>
                    <a:pt x="2358913" y="3115546"/>
                  </a:lnTo>
                  <a:lnTo>
                    <a:pt x="2359038" y="3115546"/>
                  </a:lnTo>
                  <a:lnTo>
                    <a:pt x="2359163" y="3115546"/>
                  </a:lnTo>
                  <a:lnTo>
                    <a:pt x="2359288" y="3115546"/>
                  </a:lnTo>
                  <a:lnTo>
                    <a:pt x="2359413" y="3115546"/>
                  </a:lnTo>
                  <a:lnTo>
                    <a:pt x="2359538" y="3115546"/>
                  </a:lnTo>
                  <a:lnTo>
                    <a:pt x="2359663" y="3115546"/>
                  </a:lnTo>
                  <a:lnTo>
                    <a:pt x="2359788" y="3115546"/>
                  </a:lnTo>
                  <a:lnTo>
                    <a:pt x="2359913" y="3115546"/>
                  </a:lnTo>
                  <a:lnTo>
                    <a:pt x="2360038" y="3115546"/>
                  </a:lnTo>
                  <a:lnTo>
                    <a:pt x="2360163" y="3115546"/>
                  </a:lnTo>
                  <a:lnTo>
                    <a:pt x="2360289" y="3115546"/>
                  </a:lnTo>
                  <a:lnTo>
                    <a:pt x="2360414" y="3115546"/>
                  </a:lnTo>
                  <a:lnTo>
                    <a:pt x="2360539" y="3115546"/>
                  </a:lnTo>
                  <a:lnTo>
                    <a:pt x="2360664" y="3115546"/>
                  </a:lnTo>
                  <a:lnTo>
                    <a:pt x="2360789" y="3115546"/>
                  </a:lnTo>
                  <a:lnTo>
                    <a:pt x="2360914" y="3115546"/>
                  </a:lnTo>
                  <a:lnTo>
                    <a:pt x="2361039" y="3115546"/>
                  </a:lnTo>
                  <a:lnTo>
                    <a:pt x="2361164" y="3115546"/>
                  </a:lnTo>
                  <a:lnTo>
                    <a:pt x="2361289" y="3115546"/>
                  </a:lnTo>
                  <a:lnTo>
                    <a:pt x="2361414" y="3115546"/>
                  </a:lnTo>
                  <a:lnTo>
                    <a:pt x="2361539" y="3115546"/>
                  </a:lnTo>
                  <a:lnTo>
                    <a:pt x="2361664" y="3115546"/>
                  </a:lnTo>
                  <a:lnTo>
                    <a:pt x="2361789" y="3115546"/>
                  </a:lnTo>
                  <a:lnTo>
                    <a:pt x="2361914" y="3115546"/>
                  </a:lnTo>
                  <a:lnTo>
                    <a:pt x="2362039" y="3115546"/>
                  </a:lnTo>
                  <a:lnTo>
                    <a:pt x="2362164" y="3115546"/>
                  </a:lnTo>
                  <a:lnTo>
                    <a:pt x="2362289" y="3115546"/>
                  </a:lnTo>
                  <a:lnTo>
                    <a:pt x="2362414" y="3115546"/>
                  </a:lnTo>
                  <a:lnTo>
                    <a:pt x="2362539" y="3115546"/>
                  </a:lnTo>
                  <a:lnTo>
                    <a:pt x="2362664" y="3115546"/>
                  </a:lnTo>
                  <a:lnTo>
                    <a:pt x="2362789" y="3115546"/>
                  </a:lnTo>
                  <a:lnTo>
                    <a:pt x="2362914" y="3115546"/>
                  </a:lnTo>
                  <a:lnTo>
                    <a:pt x="2363039" y="3115546"/>
                  </a:lnTo>
                  <a:lnTo>
                    <a:pt x="2363164" y="3115546"/>
                  </a:lnTo>
                  <a:lnTo>
                    <a:pt x="2363290" y="3115546"/>
                  </a:lnTo>
                  <a:lnTo>
                    <a:pt x="2363415" y="3115546"/>
                  </a:lnTo>
                  <a:lnTo>
                    <a:pt x="2363540" y="3115546"/>
                  </a:lnTo>
                  <a:lnTo>
                    <a:pt x="2363665" y="3115546"/>
                  </a:lnTo>
                  <a:lnTo>
                    <a:pt x="2363790" y="3115546"/>
                  </a:lnTo>
                  <a:lnTo>
                    <a:pt x="2363915" y="3115546"/>
                  </a:lnTo>
                  <a:lnTo>
                    <a:pt x="2364040" y="3115546"/>
                  </a:lnTo>
                  <a:lnTo>
                    <a:pt x="2364165" y="3115546"/>
                  </a:lnTo>
                  <a:lnTo>
                    <a:pt x="2364290" y="3115546"/>
                  </a:lnTo>
                  <a:lnTo>
                    <a:pt x="2364415" y="3115546"/>
                  </a:lnTo>
                  <a:lnTo>
                    <a:pt x="2364540" y="3115546"/>
                  </a:lnTo>
                  <a:lnTo>
                    <a:pt x="2364665" y="3115546"/>
                  </a:lnTo>
                  <a:lnTo>
                    <a:pt x="2364790" y="3115546"/>
                  </a:lnTo>
                  <a:lnTo>
                    <a:pt x="2364915" y="3115546"/>
                  </a:lnTo>
                  <a:lnTo>
                    <a:pt x="2365040" y="3115546"/>
                  </a:lnTo>
                  <a:lnTo>
                    <a:pt x="2365165" y="3115546"/>
                  </a:lnTo>
                  <a:lnTo>
                    <a:pt x="2365290" y="3115546"/>
                  </a:lnTo>
                  <a:lnTo>
                    <a:pt x="2365290" y="3105592"/>
                  </a:lnTo>
                  <a:lnTo>
                    <a:pt x="2365415" y="3105592"/>
                  </a:lnTo>
                  <a:lnTo>
                    <a:pt x="2365540" y="3105592"/>
                  </a:lnTo>
                  <a:lnTo>
                    <a:pt x="2365665" y="3105592"/>
                  </a:lnTo>
                  <a:lnTo>
                    <a:pt x="2365790" y="3105592"/>
                  </a:lnTo>
                  <a:lnTo>
                    <a:pt x="2365915" y="3105592"/>
                  </a:lnTo>
                  <a:lnTo>
                    <a:pt x="2366040" y="3105592"/>
                  </a:lnTo>
                  <a:lnTo>
                    <a:pt x="2366165" y="3105592"/>
                  </a:lnTo>
                  <a:lnTo>
                    <a:pt x="2366291" y="3105592"/>
                  </a:lnTo>
                  <a:lnTo>
                    <a:pt x="2366416" y="3105592"/>
                  </a:lnTo>
                  <a:lnTo>
                    <a:pt x="2366541" y="3105592"/>
                  </a:lnTo>
                  <a:lnTo>
                    <a:pt x="2366666" y="3105592"/>
                  </a:lnTo>
                  <a:lnTo>
                    <a:pt x="2366791" y="3105592"/>
                  </a:lnTo>
                  <a:lnTo>
                    <a:pt x="2366916" y="3105592"/>
                  </a:lnTo>
                  <a:lnTo>
                    <a:pt x="2367041" y="3105592"/>
                  </a:lnTo>
                  <a:lnTo>
                    <a:pt x="2367166" y="3105592"/>
                  </a:lnTo>
                  <a:lnTo>
                    <a:pt x="2367291" y="3105592"/>
                  </a:lnTo>
                  <a:lnTo>
                    <a:pt x="2367416" y="3105592"/>
                  </a:lnTo>
                  <a:lnTo>
                    <a:pt x="2367541" y="3105592"/>
                  </a:lnTo>
                  <a:lnTo>
                    <a:pt x="2367666" y="3105592"/>
                  </a:lnTo>
                  <a:lnTo>
                    <a:pt x="2367791" y="3105592"/>
                  </a:lnTo>
                  <a:lnTo>
                    <a:pt x="2367916" y="3105592"/>
                  </a:lnTo>
                  <a:lnTo>
                    <a:pt x="2368041" y="3105592"/>
                  </a:lnTo>
                  <a:lnTo>
                    <a:pt x="2368166" y="3105592"/>
                  </a:lnTo>
                  <a:lnTo>
                    <a:pt x="2368291" y="3105592"/>
                  </a:lnTo>
                  <a:lnTo>
                    <a:pt x="2368416" y="3105592"/>
                  </a:lnTo>
                  <a:lnTo>
                    <a:pt x="2368541" y="3105592"/>
                  </a:lnTo>
                  <a:lnTo>
                    <a:pt x="2368666" y="3105592"/>
                  </a:lnTo>
                  <a:lnTo>
                    <a:pt x="2368791" y="3105592"/>
                  </a:lnTo>
                  <a:lnTo>
                    <a:pt x="2368916" y="3105592"/>
                  </a:lnTo>
                  <a:lnTo>
                    <a:pt x="2369041" y="3105592"/>
                  </a:lnTo>
                  <a:lnTo>
                    <a:pt x="2369167" y="3105592"/>
                  </a:lnTo>
                  <a:lnTo>
                    <a:pt x="2369292" y="3105592"/>
                  </a:lnTo>
                  <a:lnTo>
                    <a:pt x="2369417" y="3105592"/>
                  </a:lnTo>
                  <a:lnTo>
                    <a:pt x="2369542" y="3105592"/>
                  </a:lnTo>
                  <a:lnTo>
                    <a:pt x="2369667" y="3105592"/>
                  </a:lnTo>
                  <a:lnTo>
                    <a:pt x="2369792" y="3105592"/>
                  </a:lnTo>
                  <a:lnTo>
                    <a:pt x="2369917" y="3105592"/>
                  </a:lnTo>
                  <a:lnTo>
                    <a:pt x="2370042" y="3105592"/>
                  </a:lnTo>
                  <a:lnTo>
                    <a:pt x="2370167" y="3105592"/>
                  </a:lnTo>
                  <a:lnTo>
                    <a:pt x="2370292" y="3105592"/>
                  </a:lnTo>
                  <a:lnTo>
                    <a:pt x="2370417" y="3105592"/>
                  </a:lnTo>
                  <a:lnTo>
                    <a:pt x="2370542" y="3105592"/>
                  </a:lnTo>
                  <a:lnTo>
                    <a:pt x="2370667" y="3105592"/>
                  </a:lnTo>
                  <a:lnTo>
                    <a:pt x="2370792" y="3105592"/>
                  </a:lnTo>
                  <a:lnTo>
                    <a:pt x="2370917" y="3105592"/>
                  </a:lnTo>
                  <a:lnTo>
                    <a:pt x="2371042" y="3105592"/>
                  </a:lnTo>
                  <a:lnTo>
                    <a:pt x="2371167" y="3105592"/>
                  </a:lnTo>
                  <a:lnTo>
                    <a:pt x="2371292" y="3105592"/>
                  </a:lnTo>
                  <a:lnTo>
                    <a:pt x="2371292" y="3095638"/>
                  </a:lnTo>
                  <a:lnTo>
                    <a:pt x="2371417" y="3095638"/>
                  </a:lnTo>
                  <a:lnTo>
                    <a:pt x="2371542" y="3095638"/>
                  </a:lnTo>
                  <a:lnTo>
                    <a:pt x="2371667" y="3095638"/>
                  </a:lnTo>
                  <a:lnTo>
                    <a:pt x="2371792" y="3095638"/>
                  </a:lnTo>
                  <a:lnTo>
                    <a:pt x="2371917" y="3095638"/>
                  </a:lnTo>
                  <a:lnTo>
                    <a:pt x="2372042" y="3095638"/>
                  </a:lnTo>
                  <a:lnTo>
                    <a:pt x="2372168" y="3095638"/>
                  </a:lnTo>
                  <a:lnTo>
                    <a:pt x="2372293" y="3095638"/>
                  </a:lnTo>
                  <a:lnTo>
                    <a:pt x="2372418" y="3095638"/>
                  </a:lnTo>
                  <a:lnTo>
                    <a:pt x="2372543" y="3095638"/>
                  </a:lnTo>
                  <a:lnTo>
                    <a:pt x="2372668" y="3095638"/>
                  </a:lnTo>
                  <a:lnTo>
                    <a:pt x="2372793" y="3095638"/>
                  </a:lnTo>
                  <a:lnTo>
                    <a:pt x="2372918" y="3095638"/>
                  </a:lnTo>
                  <a:lnTo>
                    <a:pt x="2373043" y="3095638"/>
                  </a:lnTo>
                  <a:lnTo>
                    <a:pt x="2373168" y="3095638"/>
                  </a:lnTo>
                  <a:lnTo>
                    <a:pt x="2373293" y="3095638"/>
                  </a:lnTo>
                  <a:lnTo>
                    <a:pt x="2373418" y="3095638"/>
                  </a:lnTo>
                  <a:lnTo>
                    <a:pt x="2373543" y="3095638"/>
                  </a:lnTo>
                  <a:lnTo>
                    <a:pt x="2373668" y="3095638"/>
                  </a:lnTo>
                  <a:lnTo>
                    <a:pt x="2373793" y="3095638"/>
                  </a:lnTo>
                  <a:lnTo>
                    <a:pt x="2373918" y="3095638"/>
                  </a:lnTo>
                  <a:lnTo>
                    <a:pt x="2374043" y="3095638"/>
                  </a:lnTo>
                  <a:lnTo>
                    <a:pt x="2374168" y="3095638"/>
                  </a:lnTo>
                  <a:lnTo>
                    <a:pt x="2374293" y="3095638"/>
                  </a:lnTo>
                  <a:lnTo>
                    <a:pt x="2374418" y="3095638"/>
                  </a:lnTo>
                  <a:lnTo>
                    <a:pt x="2374543" y="3095638"/>
                  </a:lnTo>
                  <a:lnTo>
                    <a:pt x="2374668" y="3095638"/>
                  </a:lnTo>
                  <a:lnTo>
                    <a:pt x="2374793" y="3095638"/>
                  </a:lnTo>
                  <a:lnTo>
                    <a:pt x="2374918" y="3095638"/>
                  </a:lnTo>
                  <a:lnTo>
                    <a:pt x="2375043" y="3095638"/>
                  </a:lnTo>
                  <a:lnTo>
                    <a:pt x="2375169" y="3095638"/>
                  </a:lnTo>
                  <a:lnTo>
                    <a:pt x="2375294" y="3095638"/>
                  </a:lnTo>
                  <a:lnTo>
                    <a:pt x="2375419" y="3095638"/>
                  </a:lnTo>
                  <a:lnTo>
                    <a:pt x="2375544" y="3095638"/>
                  </a:lnTo>
                  <a:lnTo>
                    <a:pt x="2375669" y="3095638"/>
                  </a:lnTo>
                  <a:lnTo>
                    <a:pt x="2375794" y="3095638"/>
                  </a:lnTo>
                  <a:lnTo>
                    <a:pt x="2375919" y="3095638"/>
                  </a:lnTo>
                  <a:lnTo>
                    <a:pt x="2376044" y="3095638"/>
                  </a:lnTo>
                  <a:lnTo>
                    <a:pt x="2376169" y="3095638"/>
                  </a:lnTo>
                  <a:lnTo>
                    <a:pt x="2376169" y="3085685"/>
                  </a:lnTo>
                  <a:lnTo>
                    <a:pt x="2376294" y="3085685"/>
                  </a:lnTo>
                  <a:lnTo>
                    <a:pt x="2376419" y="3085685"/>
                  </a:lnTo>
                  <a:lnTo>
                    <a:pt x="2376544" y="3085685"/>
                  </a:lnTo>
                  <a:lnTo>
                    <a:pt x="2376669" y="3085685"/>
                  </a:lnTo>
                  <a:lnTo>
                    <a:pt x="2376794" y="3085685"/>
                  </a:lnTo>
                  <a:lnTo>
                    <a:pt x="2376919" y="3085685"/>
                  </a:lnTo>
                  <a:lnTo>
                    <a:pt x="2377044" y="3085685"/>
                  </a:lnTo>
                  <a:lnTo>
                    <a:pt x="2377169" y="3085685"/>
                  </a:lnTo>
                  <a:lnTo>
                    <a:pt x="2377294" y="3085685"/>
                  </a:lnTo>
                  <a:lnTo>
                    <a:pt x="2377419" y="3085685"/>
                  </a:lnTo>
                  <a:lnTo>
                    <a:pt x="2377544" y="3085685"/>
                  </a:lnTo>
                  <a:lnTo>
                    <a:pt x="2377669" y="3085685"/>
                  </a:lnTo>
                  <a:lnTo>
                    <a:pt x="2377794" y="3085685"/>
                  </a:lnTo>
                  <a:lnTo>
                    <a:pt x="2377919" y="3085685"/>
                  </a:lnTo>
                  <a:lnTo>
                    <a:pt x="2378044" y="3085685"/>
                  </a:lnTo>
                  <a:lnTo>
                    <a:pt x="2378170" y="3085685"/>
                  </a:lnTo>
                  <a:lnTo>
                    <a:pt x="2378295" y="3085685"/>
                  </a:lnTo>
                  <a:lnTo>
                    <a:pt x="2378420" y="3085685"/>
                  </a:lnTo>
                  <a:lnTo>
                    <a:pt x="2378545" y="3085685"/>
                  </a:lnTo>
                  <a:lnTo>
                    <a:pt x="2378670" y="3085685"/>
                  </a:lnTo>
                  <a:lnTo>
                    <a:pt x="2378795" y="3085685"/>
                  </a:lnTo>
                  <a:lnTo>
                    <a:pt x="2378920" y="3085685"/>
                  </a:lnTo>
                  <a:lnTo>
                    <a:pt x="2379045" y="3085685"/>
                  </a:lnTo>
                  <a:lnTo>
                    <a:pt x="2379170" y="3085685"/>
                  </a:lnTo>
                  <a:lnTo>
                    <a:pt x="2379295" y="3085685"/>
                  </a:lnTo>
                  <a:lnTo>
                    <a:pt x="2379420" y="3085685"/>
                  </a:lnTo>
                  <a:lnTo>
                    <a:pt x="2379545" y="3085685"/>
                  </a:lnTo>
                  <a:lnTo>
                    <a:pt x="2379670" y="3085685"/>
                  </a:lnTo>
                  <a:lnTo>
                    <a:pt x="2379795" y="3085685"/>
                  </a:lnTo>
                  <a:lnTo>
                    <a:pt x="2379920" y="3085685"/>
                  </a:lnTo>
                  <a:lnTo>
                    <a:pt x="2380045" y="3085685"/>
                  </a:lnTo>
                  <a:lnTo>
                    <a:pt x="2380170" y="3085685"/>
                  </a:lnTo>
                  <a:lnTo>
                    <a:pt x="2380295" y="3085685"/>
                  </a:lnTo>
                  <a:lnTo>
                    <a:pt x="2380420" y="3085685"/>
                  </a:lnTo>
                  <a:lnTo>
                    <a:pt x="2380545" y="3085685"/>
                  </a:lnTo>
                  <a:lnTo>
                    <a:pt x="2380670" y="3085685"/>
                  </a:lnTo>
                  <a:lnTo>
                    <a:pt x="2380795" y="3085685"/>
                  </a:lnTo>
                  <a:lnTo>
                    <a:pt x="2380920" y="3085685"/>
                  </a:lnTo>
                  <a:lnTo>
                    <a:pt x="2381045" y="3085685"/>
                  </a:lnTo>
                  <a:lnTo>
                    <a:pt x="2381171" y="3085685"/>
                  </a:lnTo>
                  <a:lnTo>
                    <a:pt x="2381296" y="3085685"/>
                  </a:lnTo>
                  <a:lnTo>
                    <a:pt x="2381421" y="3085685"/>
                  </a:lnTo>
                  <a:lnTo>
                    <a:pt x="2381546" y="3085685"/>
                  </a:lnTo>
                  <a:lnTo>
                    <a:pt x="2381671" y="3085685"/>
                  </a:lnTo>
                  <a:lnTo>
                    <a:pt x="2381796" y="3085685"/>
                  </a:lnTo>
                  <a:lnTo>
                    <a:pt x="2381921" y="3085685"/>
                  </a:lnTo>
                  <a:lnTo>
                    <a:pt x="2382046" y="3085685"/>
                  </a:lnTo>
                  <a:lnTo>
                    <a:pt x="2382171" y="3085685"/>
                  </a:lnTo>
                  <a:lnTo>
                    <a:pt x="2382296" y="3085685"/>
                  </a:lnTo>
                  <a:lnTo>
                    <a:pt x="2382421" y="3085685"/>
                  </a:lnTo>
                  <a:lnTo>
                    <a:pt x="2382546" y="3085685"/>
                  </a:lnTo>
                  <a:lnTo>
                    <a:pt x="2382671" y="3085685"/>
                  </a:lnTo>
                  <a:lnTo>
                    <a:pt x="2382796" y="3085685"/>
                  </a:lnTo>
                  <a:lnTo>
                    <a:pt x="2382921" y="3085685"/>
                  </a:lnTo>
                  <a:lnTo>
                    <a:pt x="2383046" y="3085685"/>
                  </a:lnTo>
                  <a:lnTo>
                    <a:pt x="2383171" y="3085685"/>
                  </a:lnTo>
                  <a:lnTo>
                    <a:pt x="2383296" y="3085685"/>
                  </a:lnTo>
                  <a:lnTo>
                    <a:pt x="2383421" y="3085685"/>
                  </a:lnTo>
                  <a:lnTo>
                    <a:pt x="2383546" y="3085685"/>
                  </a:lnTo>
                  <a:lnTo>
                    <a:pt x="2383671" y="3085685"/>
                  </a:lnTo>
                  <a:lnTo>
                    <a:pt x="2383796" y="3085685"/>
                  </a:lnTo>
                  <a:lnTo>
                    <a:pt x="2383921" y="3085685"/>
                  </a:lnTo>
                  <a:lnTo>
                    <a:pt x="2384046" y="3085685"/>
                  </a:lnTo>
                  <a:lnTo>
                    <a:pt x="2384172" y="3085685"/>
                  </a:lnTo>
                  <a:lnTo>
                    <a:pt x="2384297" y="3085685"/>
                  </a:lnTo>
                  <a:lnTo>
                    <a:pt x="2384422" y="3085685"/>
                  </a:lnTo>
                  <a:lnTo>
                    <a:pt x="2384547" y="3085685"/>
                  </a:lnTo>
                  <a:lnTo>
                    <a:pt x="2384672" y="3085685"/>
                  </a:lnTo>
                  <a:lnTo>
                    <a:pt x="2384797" y="3085685"/>
                  </a:lnTo>
                  <a:lnTo>
                    <a:pt x="2384922" y="3085685"/>
                  </a:lnTo>
                  <a:lnTo>
                    <a:pt x="2385047" y="3085685"/>
                  </a:lnTo>
                  <a:lnTo>
                    <a:pt x="2385172" y="3085685"/>
                  </a:lnTo>
                  <a:lnTo>
                    <a:pt x="2385297" y="3085685"/>
                  </a:lnTo>
                  <a:lnTo>
                    <a:pt x="2385422" y="3085685"/>
                  </a:lnTo>
                  <a:lnTo>
                    <a:pt x="2385547" y="3085685"/>
                  </a:lnTo>
                  <a:lnTo>
                    <a:pt x="2385672" y="3085685"/>
                  </a:lnTo>
                  <a:lnTo>
                    <a:pt x="2385797" y="3085685"/>
                  </a:lnTo>
                  <a:lnTo>
                    <a:pt x="2385922" y="3085685"/>
                  </a:lnTo>
                  <a:lnTo>
                    <a:pt x="2386047" y="3085685"/>
                  </a:lnTo>
                  <a:lnTo>
                    <a:pt x="2386172" y="3085685"/>
                  </a:lnTo>
                  <a:lnTo>
                    <a:pt x="2386297" y="3085685"/>
                  </a:lnTo>
                  <a:lnTo>
                    <a:pt x="2386422" y="3085685"/>
                  </a:lnTo>
                  <a:lnTo>
                    <a:pt x="2386547" y="3085685"/>
                  </a:lnTo>
                  <a:lnTo>
                    <a:pt x="2386672" y="3085685"/>
                  </a:lnTo>
                  <a:lnTo>
                    <a:pt x="2386797" y="3085685"/>
                  </a:lnTo>
                  <a:lnTo>
                    <a:pt x="2386922" y="3085685"/>
                  </a:lnTo>
                  <a:lnTo>
                    <a:pt x="2387047" y="3085685"/>
                  </a:lnTo>
                  <a:lnTo>
                    <a:pt x="2387173" y="3085685"/>
                  </a:lnTo>
                  <a:lnTo>
                    <a:pt x="2387298" y="3085685"/>
                  </a:lnTo>
                  <a:lnTo>
                    <a:pt x="2387423" y="3085685"/>
                  </a:lnTo>
                  <a:lnTo>
                    <a:pt x="2387548" y="3085685"/>
                  </a:lnTo>
                  <a:lnTo>
                    <a:pt x="2387673" y="3085685"/>
                  </a:lnTo>
                  <a:lnTo>
                    <a:pt x="2387798" y="3085685"/>
                  </a:lnTo>
                  <a:lnTo>
                    <a:pt x="2387798" y="3075731"/>
                  </a:lnTo>
                  <a:lnTo>
                    <a:pt x="2387923" y="3075731"/>
                  </a:lnTo>
                  <a:lnTo>
                    <a:pt x="2388048" y="3075731"/>
                  </a:lnTo>
                  <a:lnTo>
                    <a:pt x="2388173" y="3075731"/>
                  </a:lnTo>
                  <a:lnTo>
                    <a:pt x="2388298" y="3075731"/>
                  </a:lnTo>
                  <a:lnTo>
                    <a:pt x="2388423" y="3075731"/>
                  </a:lnTo>
                  <a:lnTo>
                    <a:pt x="2388548" y="3075731"/>
                  </a:lnTo>
                  <a:lnTo>
                    <a:pt x="2388673" y="3075731"/>
                  </a:lnTo>
                  <a:lnTo>
                    <a:pt x="2388798" y="3075731"/>
                  </a:lnTo>
                  <a:lnTo>
                    <a:pt x="2388923" y="3075731"/>
                  </a:lnTo>
                  <a:lnTo>
                    <a:pt x="2389048" y="3075731"/>
                  </a:lnTo>
                  <a:lnTo>
                    <a:pt x="2389173" y="3075731"/>
                  </a:lnTo>
                  <a:lnTo>
                    <a:pt x="2389298" y="3075731"/>
                  </a:lnTo>
                  <a:lnTo>
                    <a:pt x="2389423" y="3075731"/>
                  </a:lnTo>
                  <a:lnTo>
                    <a:pt x="2389548" y="3075731"/>
                  </a:lnTo>
                  <a:lnTo>
                    <a:pt x="2389673" y="3075731"/>
                  </a:lnTo>
                  <a:lnTo>
                    <a:pt x="2389798" y="3075731"/>
                  </a:lnTo>
                  <a:lnTo>
                    <a:pt x="2389923" y="3075731"/>
                  </a:lnTo>
                  <a:lnTo>
                    <a:pt x="2390048" y="3075731"/>
                  </a:lnTo>
                  <a:lnTo>
                    <a:pt x="2390174" y="3075731"/>
                  </a:lnTo>
                  <a:lnTo>
                    <a:pt x="2390299" y="3075731"/>
                  </a:lnTo>
                  <a:lnTo>
                    <a:pt x="2390424" y="3075731"/>
                  </a:lnTo>
                  <a:lnTo>
                    <a:pt x="2390549" y="3075731"/>
                  </a:lnTo>
                  <a:lnTo>
                    <a:pt x="2390674" y="3075731"/>
                  </a:lnTo>
                  <a:lnTo>
                    <a:pt x="2390674" y="3065777"/>
                  </a:lnTo>
                  <a:lnTo>
                    <a:pt x="2390799" y="3065777"/>
                  </a:lnTo>
                  <a:lnTo>
                    <a:pt x="2390924" y="3065777"/>
                  </a:lnTo>
                  <a:lnTo>
                    <a:pt x="2391049" y="3065777"/>
                  </a:lnTo>
                  <a:lnTo>
                    <a:pt x="2391174" y="3065777"/>
                  </a:lnTo>
                  <a:lnTo>
                    <a:pt x="2391299" y="3065777"/>
                  </a:lnTo>
                  <a:lnTo>
                    <a:pt x="2391424" y="3065777"/>
                  </a:lnTo>
                  <a:lnTo>
                    <a:pt x="2391549" y="3065777"/>
                  </a:lnTo>
                  <a:lnTo>
                    <a:pt x="2391674" y="3065777"/>
                  </a:lnTo>
                  <a:lnTo>
                    <a:pt x="2391799" y="3065777"/>
                  </a:lnTo>
                  <a:lnTo>
                    <a:pt x="2391924" y="3065777"/>
                  </a:lnTo>
                  <a:lnTo>
                    <a:pt x="2392049" y="3065777"/>
                  </a:lnTo>
                  <a:lnTo>
                    <a:pt x="2392174" y="3065777"/>
                  </a:lnTo>
                  <a:lnTo>
                    <a:pt x="2392299" y="3065777"/>
                  </a:lnTo>
                  <a:lnTo>
                    <a:pt x="2392424" y="3065777"/>
                  </a:lnTo>
                  <a:lnTo>
                    <a:pt x="2392549" y="3065777"/>
                  </a:lnTo>
                  <a:lnTo>
                    <a:pt x="2392674" y="3065777"/>
                  </a:lnTo>
                  <a:lnTo>
                    <a:pt x="2392799" y="3065777"/>
                  </a:lnTo>
                  <a:lnTo>
                    <a:pt x="2392924" y="3065777"/>
                  </a:lnTo>
                  <a:lnTo>
                    <a:pt x="2393049" y="3065777"/>
                  </a:lnTo>
                  <a:lnTo>
                    <a:pt x="2393175" y="3065777"/>
                  </a:lnTo>
                  <a:lnTo>
                    <a:pt x="2393300" y="3065777"/>
                  </a:lnTo>
                  <a:lnTo>
                    <a:pt x="2393425" y="3065777"/>
                  </a:lnTo>
                  <a:lnTo>
                    <a:pt x="2393550" y="3065777"/>
                  </a:lnTo>
                  <a:lnTo>
                    <a:pt x="2393675" y="3065777"/>
                  </a:lnTo>
                  <a:lnTo>
                    <a:pt x="2393800" y="3065777"/>
                  </a:lnTo>
                  <a:lnTo>
                    <a:pt x="2393925" y="3065777"/>
                  </a:lnTo>
                  <a:lnTo>
                    <a:pt x="2394050" y="3065777"/>
                  </a:lnTo>
                  <a:lnTo>
                    <a:pt x="2394175" y="3065777"/>
                  </a:lnTo>
                  <a:lnTo>
                    <a:pt x="2394300" y="3065777"/>
                  </a:lnTo>
                  <a:lnTo>
                    <a:pt x="2394425" y="3065777"/>
                  </a:lnTo>
                  <a:lnTo>
                    <a:pt x="2394550" y="3065777"/>
                  </a:lnTo>
                  <a:lnTo>
                    <a:pt x="2394675" y="3065777"/>
                  </a:lnTo>
                  <a:lnTo>
                    <a:pt x="2394800" y="3065777"/>
                  </a:lnTo>
                  <a:lnTo>
                    <a:pt x="2394925" y="3065777"/>
                  </a:lnTo>
                  <a:lnTo>
                    <a:pt x="2395050" y="3065777"/>
                  </a:lnTo>
                  <a:lnTo>
                    <a:pt x="2395175" y="3065777"/>
                  </a:lnTo>
                  <a:lnTo>
                    <a:pt x="2395300" y="3065777"/>
                  </a:lnTo>
                  <a:lnTo>
                    <a:pt x="2395425" y="3065777"/>
                  </a:lnTo>
                  <a:lnTo>
                    <a:pt x="2395550" y="3065777"/>
                  </a:lnTo>
                  <a:lnTo>
                    <a:pt x="2395675" y="3065777"/>
                  </a:lnTo>
                  <a:lnTo>
                    <a:pt x="2395800" y="3065777"/>
                  </a:lnTo>
                  <a:lnTo>
                    <a:pt x="2395925" y="3065777"/>
                  </a:lnTo>
                  <a:lnTo>
                    <a:pt x="2396050" y="3065777"/>
                  </a:lnTo>
                  <a:lnTo>
                    <a:pt x="2396176" y="3065777"/>
                  </a:lnTo>
                  <a:lnTo>
                    <a:pt x="2396301" y="3065777"/>
                  </a:lnTo>
                  <a:lnTo>
                    <a:pt x="2396426" y="3065777"/>
                  </a:lnTo>
                  <a:lnTo>
                    <a:pt x="2396551" y="3065777"/>
                  </a:lnTo>
                  <a:lnTo>
                    <a:pt x="2396676" y="3065777"/>
                  </a:lnTo>
                  <a:lnTo>
                    <a:pt x="2396801" y="3065777"/>
                  </a:lnTo>
                  <a:lnTo>
                    <a:pt x="2396926" y="3065777"/>
                  </a:lnTo>
                  <a:lnTo>
                    <a:pt x="2397051" y="3065777"/>
                  </a:lnTo>
                  <a:lnTo>
                    <a:pt x="2397176" y="3065777"/>
                  </a:lnTo>
                  <a:lnTo>
                    <a:pt x="2397301" y="3065777"/>
                  </a:lnTo>
                  <a:lnTo>
                    <a:pt x="2397426" y="3065777"/>
                  </a:lnTo>
                  <a:lnTo>
                    <a:pt x="2397551" y="3065777"/>
                  </a:lnTo>
                  <a:lnTo>
                    <a:pt x="2397676" y="3065777"/>
                  </a:lnTo>
                  <a:lnTo>
                    <a:pt x="2397801" y="3065777"/>
                  </a:lnTo>
                  <a:lnTo>
                    <a:pt x="2397926" y="3065777"/>
                  </a:lnTo>
                  <a:lnTo>
                    <a:pt x="2398051" y="3065777"/>
                  </a:lnTo>
                  <a:lnTo>
                    <a:pt x="2398176" y="3065777"/>
                  </a:lnTo>
                  <a:lnTo>
                    <a:pt x="2398301" y="3065777"/>
                  </a:lnTo>
                  <a:lnTo>
                    <a:pt x="2398426" y="3065777"/>
                  </a:lnTo>
                  <a:lnTo>
                    <a:pt x="2398551" y="3065777"/>
                  </a:lnTo>
                  <a:lnTo>
                    <a:pt x="2398676" y="3065777"/>
                  </a:lnTo>
                  <a:lnTo>
                    <a:pt x="2398801" y="3065777"/>
                  </a:lnTo>
                  <a:lnTo>
                    <a:pt x="2398926" y="3065777"/>
                  </a:lnTo>
                  <a:lnTo>
                    <a:pt x="2399051" y="3065777"/>
                  </a:lnTo>
                  <a:lnTo>
                    <a:pt x="2399051" y="3055823"/>
                  </a:lnTo>
                  <a:lnTo>
                    <a:pt x="2399177" y="3055823"/>
                  </a:lnTo>
                  <a:lnTo>
                    <a:pt x="2399302" y="3055823"/>
                  </a:lnTo>
                  <a:lnTo>
                    <a:pt x="2399427" y="3055823"/>
                  </a:lnTo>
                  <a:lnTo>
                    <a:pt x="2399552" y="3055823"/>
                  </a:lnTo>
                  <a:lnTo>
                    <a:pt x="2399677" y="3055823"/>
                  </a:lnTo>
                  <a:lnTo>
                    <a:pt x="2399802" y="3055823"/>
                  </a:lnTo>
                  <a:lnTo>
                    <a:pt x="2399927" y="3055823"/>
                  </a:lnTo>
                  <a:lnTo>
                    <a:pt x="2400052" y="3055823"/>
                  </a:lnTo>
                  <a:lnTo>
                    <a:pt x="2400177" y="3055823"/>
                  </a:lnTo>
                  <a:lnTo>
                    <a:pt x="2400302" y="3055823"/>
                  </a:lnTo>
                  <a:lnTo>
                    <a:pt x="2400427" y="3055823"/>
                  </a:lnTo>
                  <a:lnTo>
                    <a:pt x="2400552" y="3055823"/>
                  </a:lnTo>
                  <a:lnTo>
                    <a:pt x="2400677" y="3055823"/>
                  </a:lnTo>
                  <a:lnTo>
                    <a:pt x="2400802" y="3055823"/>
                  </a:lnTo>
                  <a:lnTo>
                    <a:pt x="2400927" y="3055823"/>
                  </a:lnTo>
                  <a:lnTo>
                    <a:pt x="2401052" y="3055823"/>
                  </a:lnTo>
                  <a:lnTo>
                    <a:pt x="2401177" y="3055823"/>
                  </a:lnTo>
                  <a:lnTo>
                    <a:pt x="2401302" y="3055823"/>
                  </a:lnTo>
                  <a:lnTo>
                    <a:pt x="2401427" y="3055823"/>
                  </a:lnTo>
                  <a:lnTo>
                    <a:pt x="2401552" y="3055823"/>
                  </a:lnTo>
                  <a:lnTo>
                    <a:pt x="2401677" y="3055823"/>
                  </a:lnTo>
                  <a:lnTo>
                    <a:pt x="2401802" y="3055823"/>
                  </a:lnTo>
                  <a:lnTo>
                    <a:pt x="2401927" y="3055823"/>
                  </a:lnTo>
                  <a:lnTo>
                    <a:pt x="2402052" y="3055823"/>
                  </a:lnTo>
                  <a:lnTo>
                    <a:pt x="2402178" y="3055823"/>
                  </a:lnTo>
                  <a:lnTo>
                    <a:pt x="2402303" y="3055823"/>
                  </a:lnTo>
                  <a:lnTo>
                    <a:pt x="2402428" y="3055823"/>
                  </a:lnTo>
                  <a:lnTo>
                    <a:pt x="2402553" y="3055823"/>
                  </a:lnTo>
                  <a:lnTo>
                    <a:pt x="2402678" y="3055823"/>
                  </a:lnTo>
                  <a:lnTo>
                    <a:pt x="2402803" y="3055823"/>
                  </a:lnTo>
                  <a:lnTo>
                    <a:pt x="2402928" y="3055823"/>
                  </a:lnTo>
                  <a:lnTo>
                    <a:pt x="2403053" y="3055823"/>
                  </a:lnTo>
                  <a:lnTo>
                    <a:pt x="2403178" y="3055823"/>
                  </a:lnTo>
                  <a:lnTo>
                    <a:pt x="2403303" y="3055823"/>
                  </a:lnTo>
                  <a:lnTo>
                    <a:pt x="2403428" y="3055823"/>
                  </a:lnTo>
                  <a:lnTo>
                    <a:pt x="2403553" y="3055823"/>
                  </a:lnTo>
                  <a:lnTo>
                    <a:pt x="2403678" y="3055823"/>
                  </a:lnTo>
                  <a:lnTo>
                    <a:pt x="2403803" y="3055823"/>
                  </a:lnTo>
                  <a:lnTo>
                    <a:pt x="2403928" y="3055823"/>
                  </a:lnTo>
                  <a:lnTo>
                    <a:pt x="2404053" y="3055823"/>
                  </a:lnTo>
                  <a:lnTo>
                    <a:pt x="2404178" y="3055823"/>
                  </a:lnTo>
                  <a:lnTo>
                    <a:pt x="2404303" y="3055823"/>
                  </a:lnTo>
                  <a:lnTo>
                    <a:pt x="2404428" y="3055823"/>
                  </a:lnTo>
                  <a:lnTo>
                    <a:pt x="2404553" y="3055823"/>
                  </a:lnTo>
                  <a:lnTo>
                    <a:pt x="2404678" y="3055823"/>
                  </a:lnTo>
                  <a:lnTo>
                    <a:pt x="2404803" y="3055823"/>
                  </a:lnTo>
                  <a:lnTo>
                    <a:pt x="2404928" y="3055823"/>
                  </a:lnTo>
                  <a:lnTo>
                    <a:pt x="2405053" y="3055823"/>
                  </a:lnTo>
                  <a:lnTo>
                    <a:pt x="2405179" y="3055823"/>
                  </a:lnTo>
                  <a:lnTo>
                    <a:pt x="2405304" y="3055823"/>
                  </a:lnTo>
                  <a:lnTo>
                    <a:pt x="2405429" y="3055823"/>
                  </a:lnTo>
                  <a:lnTo>
                    <a:pt x="2405554" y="3055823"/>
                  </a:lnTo>
                  <a:lnTo>
                    <a:pt x="2405679" y="3055823"/>
                  </a:lnTo>
                  <a:lnTo>
                    <a:pt x="2405804" y="3055823"/>
                  </a:lnTo>
                  <a:lnTo>
                    <a:pt x="2405929" y="3055823"/>
                  </a:lnTo>
                  <a:lnTo>
                    <a:pt x="2406054" y="3055823"/>
                  </a:lnTo>
                  <a:lnTo>
                    <a:pt x="2406179" y="3055823"/>
                  </a:lnTo>
                  <a:lnTo>
                    <a:pt x="2406304" y="3055823"/>
                  </a:lnTo>
                  <a:lnTo>
                    <a:pt x="2406429" y="3055823"/>
                  </a:lnTo>
                  <a:lnTo>
                    <a:pt x="2406554" y="3055823"/>
                  </a:lnTo>
                  <a:lnTo>
                    <a:pt x="2406679" y="3055823"/>
                  </a:lnTo>
                  <a:lnTo>
                    <a:pt x="2406804" y="3055823"/>
                  </a:lnTo>
                  <a:lnTo>
                    <a:pt x="2406929" y="3055823"/>
                  </a:lnTo>
                  <a:lnTo>
                    <a:pt x="2407054" y="3055823"/>
                  </a:lnTo>
                  <a:lnTo>
                    <a:pt x="2407179" y="3055823"/>
                  </a:lnTo>
                  <a:lnTo>
                    <a:pt x="2407304" y="3055823"/>
                  </a:lnTo>
                  <a:lnTo>
                    <a:pt x="2407429" y="3055823"/>
                  </a:lnTo>
                  <a:lnTo>
                    <a:pt x="2407554" y="3055823"/>
                  </a:lnTo>
                  <a:lnTo>
                    <a:pt x="2407679" y="3055823"/>
                  </a:lnTo>
                  <a:lnTo>
                    <a:pt x="2407804" y="3055823"/>
                  </a:lnTo>
                  <a:lnTo>
                    <a:pt x="2407929" y="3055823"/>
                  </a:lnTo>
                  <a:lnTo>
                    <a:pt x="2408055" y="3055823"/>
                  </a:lnTo>
                  <a:lnTo>
                    <a:pt x="2408180" y="3055823"/>
                  </a:lnTo>
                  <a:lnTo>
                    <a:pt x="2408305" y="3055823"/>
                  </a:lnTo>
                  <a:lnTo>
                    <a:pt x="2408430" y="3055823"/>
                  </a:lnTo>
                  <a:lnTo>
                    <a:pt x="2408555" y="3055823"/>
                  </a:lnTo>
                  <a:lnTo>
                    <a:pt x="2408680" y="3055823"/>
                  </a:lnTo>
                  <a:lnTo>
                    <a:pt x="2408805" y="3055823"/>
                  </a:lnTo>
                  <a:lnTo>
                    <a:pt x="2408930" y="3055823"/>
                  </a:lnTo>
                  <a:lnTo>
                    <a:pt x="2409055" y="3055823"/>
                  </a:lnTo>
                  <a:lnTo>
                    <a:pt x="2409180" y="3055823"/>
                  </a:lnTo>
                  <a:lnTo>
                    <a:pt x="2409305" y="3055823"/>
                  </a:lnTo>
                  <a:lnTo>
                    <a:pt x="2409430" y="3055823"/>
                  </a:lnTo>
                  <a:lnTo>
                    <a:pt x="2409555" y="3055823"/>
                  </a:lnTo>
                  <a:lnTo>
                    <a:pt x="2409680" y="3055823"/>
                  </a:lnTo>
                  <a:lnTo>
                    <a:pt x="2409805" y="3055823"/>
                  </a:lnTo>
                  <a:lnTo>
                    <a:pt x="2409930" y="3055823"/>
                  </a:lnTo>
                  <a:lnTo>
                    <a:pt x="2410055" y="3055823"/>
                  </a:lnTo>
                  <a:lnTo>
                    <a:pt x="2410180" y="3055823"/>
                  </a:lnTo>
                  <a:lnTo>
                    <a:pt x="2410305" y="3055823"/>
                  </a:lnTo>
                  <a:lnTo>
                    <a:pt x="2410430" y="3055823"/>
                  </a:lnTo>
                  <a:lnTo>
                    <a:pt x="2410555" y="3055823"/>
                  </a:lnTo>
                  <a:lnTo>
                    <a:pt x="2410680" y="3055823"/>
                  </a:lnTo>
                  <a:lnTo>
                    <a:pt x="2410805" y="3055823"/>
                  </a:lnTo>
                  <a:lnTo>
                    <a:pt x="2410930" y="3055823"/>
                  </a:lnTo>
                  <a:lnTo>
                    <a:pt x="2411056" y="3055823"/>
                  </a:lnTo>
                  <a:lnTo>
                    <a:pt x="2411181" y="3055823"/>
                  </a:lnTo>
                  <a:lnTo>
                    <a:pt x="2411306" y="3055823"/>
                  </a:lnTo>
                  <a:lnTo>
                    <a:pt x="2411431" y="3055823"/>
                  </a:lnTo>
                  <a:lnTo>
                    <a:pt x="2411556" y="3055823"/>
                  </a:lnTo>
                  <a:lnTo>
                    <a:pt x="2411681" y="3055823"/>
                  </a:lnTo>
                  <a:lnTo>
                    <a:pt x="2411806" y="3055823"/>
                  </a:lnTo>
                  <a:lnTo>
                    <a:pt x="2411931" y="3055823"/>
                  </a:lnTo>
                  <a:lnTo>
                    <a:pt x="2412056" y="3055823"/>
                  </a:lnTo>
                  <a:lnTo>
                    <a:pt x="2412181" y="3055823"/>
                  </a:lnTo>
                  <a:lnTo>
                    <a:pt x="2412306" y="3055823"/>
                  </a:lnTo>
                  <a:lnTo>
                    <a:pt x="2412431" y="3055823"/>
                  </a:lnTo>
                  <a:lnTo>
                    <a:pt x="2412431" y="3045869"/>
                  </a:lnTo>
                  <a:lnTo>
                    <a:pt x="2412556" y="3045869"/>
                  </a:lnTo>
                  <a:lnTo>
                    <a:pt x="2412681" y="3045869"/>
                  </a:lnTo>
                  <a:lnTo>
                    <a:pt x="2412806" y="3045869"/>
                  </a:lnTo>
                  <a:lnTo>
                    <a:pt x="2412931" y="3045869"/>
                  </a:lnTo>
                  <a:lnTo>
                    <a:pt x="2413056" y="3045869"/>
                  </a:lnTo>
                  <a:lnTo>
                    <a:pt x="2413181" y="3045869"/>
                  </a:lnTo>
                  <a:lnTo>
                    <a:pt x="2413306" y="3045869"/>
                  </a:lnTo>
                  <a:lnTo>
                    <a:pt x="2413431" y="3045869"/>
                  </a:lnTo>
                  <a:lnTo>
                    <a:pt x="2413556" y="3045869"/>
                  </a:lnTo>
                  <a:lnTo>
                    <a:pt x="2413681" y="3045869"/>
                  </a:lnTo>
                  <a:lnTo>
                    <a:pt x="2413806" y="3045869"/>
                  </a:lnTo>
                  <a:lnTo>
                    <a:pt x="2413931" y="3045869"/>
                  </a:lnTo>
                  <a:lnTo>
                    <a:pt x="2414057" y="3045869"/>
                  </a:lnTo>
                  <a:lnTo>
                    <a:pt x="2414182" y="3045869"/>
                  </a:lnTo>
                  <a:lnTo>
                    <a:pt x="2414307" y="3045869"/>
                  </a:lnTo>
                  <a:lnTo>
                    <a:pt x="2414432" y="3045869"/>
                  </a:lnTo>
                  <a:lnTo>
                    <a:pt x="2414557" y="3045869"/>
                  </a:lnTo>
                  <a:lnTo>
                    <a:pt x="2414682" y="3045869"/>
                  </a:lnTo>
                  <a:lnTo>
                    <a:pt x="2414807" y="3045869"/>
                  </a:lnTo>
                  <a:lnTo>
                    <a:pt x="2414932" y="3045869"/>
                  </a:lnTo>
                  <a:lnTo>
                    <a:pt x="2415057" y="3045869"/>
                  </a:lnTo>
                  <a:lnTo>
                    <a:pt x="2415182" y="3045869"/>
                  </a:lnTo>
                  <a:lnTo>
                    <a:pt x="2415307" y="3045869"/>
                  </a:lnTo>
                  <a:lnTo>
                    <a:pt x="2415432" y="3045869"/>
                  </a:lnTo>
                  <a:lnTo>
                    <a:pt x="2415557" y="3045869"/>
                  </a:lnTo>
                  <a:lnTo>
                    <a:pt x="2415682" y="3045869"/>
                  </a:lnTo>
                  <a:lnTo>
                    <a:pt x="2415807" y="3045869"/>
                  </a:lnTo>
                  <a:lnTo>
                    <a:pt x="2415932" y="3045869"/>
                  </a:lnTo>
                  <a:lnTo>
                    <a:pt x="2416057" y="3045869"/>
                  </a:lnTo>
                  <a:lnTo>
                    <a:pt x="2416182" y="3045869"/>
                  </a:lnTo>
                  <a:lnTo>
                    <a:pt x="2416307" y="3045869"/>
                  </a:lnTo>
                  <a:lnTo>
                    <a:pt x="2416432" y="3045869"/>
                  </a:lnTo>
                  <a:lnTo>
                    <a:pt x="2416557" y="3045869"/>
                  </a:lnTo>
                  <a:lnTo>
                    <a:pt x="2416682" y="3045869"/>
                  </a:lnTo>
                  <a:lnTo>
                    <a:pt x="2416807" y="3045869"/>
                  </a:lnTo>
                  <a:lnTo>
                    <a:pt x="2416932" y="3045869"/>
                  </a:lnTo>
                  <a:lnTo>
                    <a:pt x="2417058" y="3045869"/>
                  </a:lnTo>
                  <a:lnTo>
                    <a:pt x="2417183" y="3045869"/>
                  </a:lnTo>
                  <a:lnTo>
                    <a:pt x="2417308" y="3045869"/>
                  </a:lnTo>
                  <a:lnTo>
                    <a:pt x="2417433" y="3045869"/>
                  </a:lnTo>
                  <a:lnTo>
                    <a:pt x="2417558" y="3045869"/>
                  </a:lnTo>
                  <a:lnTo>
                    <a:pt x="2417683" y="3045869"/>
                  </a:lnTo>
                  <a:lnTo>
                    <a:pt x="2417808" y="3045869"/>
                  </a:lnTo>
                  <a:lnTo>
                    <a:pt x="2417933" y="3045869"/>
                  </a:lnTo>
                  <a:lnTo>
                    <a:pt x="2418058" y="3045869"/>
                  </a:lnTo>
                  <a:lnTo>
                    <a:pt x="2418183" y="3045869"/>
                  </a:lnTo>
                  <a:lnTo>
                    <a:pt x="2418308" y="3045869"/>
                  </a:lnTo>
                  <a:lnTo>
                    <a:pt x="2418433" y="3045869"/>
                  </a:lnTo>
                  <a:lnTo>
                    <a:pt x="2418558" y="3045869"/>
                  </a:lnTo>
                  <a:lnTo>
                    <a:pt x="2418683" y="3045869"/>
                  </a:lnTo>
                  <a:lnTo>
                    <a:pt x="2418808" y="3045869"/>
                  </a:lnTo>
                  <a:lnTo>
                    <a:pt x="2418933" y="3045869"/>
                  </a:lnTo>
                  <a:lnTo>
                    <a:pt x="2419058" y="3045869"/>
                  </a:lnTo>
                  <a:lnTo>
                    <a:pt x="2419183" y="3045869"/>
                  </a:lnTo>
                  <a:lnTo>
                    <a:pt x="2419308" y="3045869"/>
                  </a:lnTo>
                  <a:lnTo>
                    <a:pt x="2419433" y="3045869"/>
                  </a:lnTo>
                  <a:lnTo>
                    <a:pt x="2419558" y="3045869"/>
                  </a:lnTo>
                  <a:lnTo>
                    <a:pt x="2419683" y="3045869"/>
                  </a:lnTo>
                  <a:lnTo>
                    <a:pt x="2419808" y="3045869"/>
                  </a:lnTo>
                  <a:lnTo>
                    <a:pt x="2419933" y="3045869"/>
                  </a:lnTo>
                  <a:lnTo>
                    <a:pt x="2420059" y="3045869"/>
                  </a:lnTo>
                  <a:lnTo>
                    <a:pt x="2420184" y="3045869"/>
                  </a:lnTo>
                  <a:lnTo>
                    <a:pt x="2420309" y="3045869"/>
                  </a:lnTo>
                  <a:lnTo>
                    <a:pt x="2420434" y="3045869"/>
                  </a:lnTo>
                  <a:lnTo>
                    <a:pt x="2420559" y="3045869"/>
                  </a:lnTo>
                  <a:lnTo>
                    <a:pt x="2420684" y="3045869"/>
                  </a:lnTo>
                  <a:lnTo>
                    <a:pt x="2420809" y="3045869"/>
                  </a:lnTo>
                  <a:lnTo>
                    <a:pt x="2420934" y="3045869"/>
                  </a:lnTo>
                  <a:lnTo>
                    <a:pt x="2421059" y="3045869"/>
                  </a:lnTo>
                  <a:lnTo>
                    <a:pt x="2421059" y="3035915"/>
                  </a:lnTo>
                  <a:lnTo>
                    <a:pt x="2421184" y="3035915"/>
                  </a:lnTo>
                  <a:lnTo>
                    <a:pt x="2421309" y="3035915"/>
                  </a:lnTo>
                  <a:lnTo>
                    <a:pt x="2421434" y="3035915"/>
                  </a:lnTo>
                  <a:lnTo>
                    <a:pt x="2421559" y="3035915"/>
                  </a:lnTo>
                  <a:lnTo>
                    <a:pt x="2421684" y="3035915"/>
                  </a:lnTo>
                  <a:lnTo>
                    <a:pt x="2421809" y="3035915"/>
                  </a:lnTo>
                  <a:lnTo>
                    <a:pt x="2421934" y="3035915"/>
                  </a:lnTo>
                  <a:lnTo>
                    <a:pt x="2422059" y="3035915"/>
                  </a:lnTo>
                  <a:lnTo>
                    <a:pt x="2422184" y="3035915"/>
                  </a:lnTo>
                  <a:lnTo>
                    <a:pt x="2422309" y="3035915"/>
                  </a:lnTo>
                  <a:lnTo>
                    <a:pt x="2422434" y="3035915"/>
                  </a:lnTo>
                  <a:lnTo>
                    <a:pt x="2422559" y="3035915"/>
                  </a:lnTo>
                  <a:lnTo>
                    <a:pt x="2422684" y="3035915"/>
                  </a:lnTo>
                  <a:lnTo>
                    <a:pt x="2422809" y="3035915"/>
                  </a:lnTo>
                  <a:lnTo>
                    <a:pt x="2422934" y="3035915"/>
                  </a:lnTo>
                  <a:lnTo>
                    <a:pt x="2423060" y="3035915"/>
                  </a:lnTo>
                  <a:lnTo>
                    <a:pt x="2423185" y="3035915"/>
                  </a:lnTo>
                  <a:lnTo>
                    <a:pt x="2423310" y="3035915"/>
                  </a:lnTo>
                  <a:lnTo>
                    <a:pt x="2423435" y="3035915"/>
                  </a:lnTo>
                  <a:lnTo>
                    <a:pt x="2423560" y="3035915"/>
                  </a:lnTo>
                  <a:lnTo>
                    <a:pt x="2423685" y="3035915"/>
                  </a:lnTo>
                  <a:lnTo>
                    <a:pt x="2423810" y="3035915"/>
                  </a:lnTo>
                  <a:lnTo>
                    <a:pt x="2423935" y="3035915"/>
                  </a:lnTo>
                  <a:lnTo>
                    <a:pt x="2424060" y="3035915"/>
                  </a:lnTo>
                  <a:lnTo>
                    <a:pt x="2424185" y="3035915"/>
                  </a:lnTo>
                  <a:lnTo>
                    <a:pt x="2424310" y="3035915"/>
                  </a:lnTo>
                  <a:lnTo>
                    <a:pt x="2424435" y="3035915"/>
                  </a:lnTo>
                  <a:lnTo>
                    <a:pt x="2424560" y="3035915"/>
                  </a:lnTo>
                  <a:lnTo>
                    <a:pt x="2424685" y="3035915"/>
                  </a:lnTo>
                  <a:lnTo>
                    <a:pt x="2424810" y="3035915"/>
                  </a:lnTo>
                  <a:lnTo>
                    <a:pt x="2424935" y="3035915"/>
                  </a:lnTo>
                  <a:lnTo>
                    <a:pt x="2425060" y="3035915"/>
                  </a:lnTo>
                  <a:lnTo>
                    <a:pt x="2425185" y="3035915"/>
                  </a:lnTo>
                  <a:lnTo>
                    <a:pt x="2425310" y="3035915"/>
                  </a:lnTo>
                  <a:lnTo>
                    <a:pt x="2425435" y="3035915"/>
                  </a:lnTo>
                  <a:lnTo>
                    <a:pt x="2425560" y="3035915"/>
                  </a:lnTo>
                  <a:lnTo>
                    <a:pt x="2425685" y="3035915"/>
                  </a:lnTo>
                  <a:lnTo>
                    <a:pt x="2425810" y="3035915"/>
                  </a:lnTo>
                  <a:lnTo>
                    <a:pt x="2425935" y="3035915"/>
                  </a:lnTo>
                  <a:lnTo>
                    <a:pt x="2426061" y="3035915"/>
                  </a:lnTo>
                  <a:lnTo>
                    <a:pt x="2426186" y="3035915"/>
                  </a:lnTo>
                  <a:lnTo>
                    <a:pt x="2426311" y="3035915"/>
                  </a:lnTo>
                  <a:lnTo>
                    <a:pt x="2426436" y="3035915"/>
                  </a:lnTo>
                  <a:lnTo>
                    <a:pt x="2426561" y="3035915"/>
                  </a:lnTo>
                  <a:lnTo>
                    <a:pt x="2426686" y="3035915"/>
                  </a:lnTo>
                  <a:lnTo>
                    <a:pt x="2426811" y="3035915"/>
                  </a:lnTo>
                  <a:lnTo>
                    <a:pt x="2426936" y="3035915"/>
                  </a:lnTo>
                  <a:lnTo>
                    <a:pt x="2427061" y="3035915"/>
                  </a:lnTo>
                  <a:lnTo>
                    <a:pt x="2427186" y="3035915"/>
                  </a:lnTo>
                  <a:lnTo>
                    <a:pt x="2427311" y="3035915"/>
                  </a:lnTo>
                  <a:lnTo>
                    <a:pt x="2427436" y="3035915"/>
                  </a:lnTo>
                  <a:lnTo>
                    <a:pt x="2427561" y="3035915"/>
                  </a:lnTo>
                  <a:lnTo>
                    <a:pt x="2427686" y="3035915"/>
                  </a:lnTo>
                  <a:lnTo>
                    <a:pt x="2427811" y="3035915"/>
                  </a:lnTo>
                  <a:lnTo>
                    <a:pt x="2427936" y="3035915"/>
                  </a:lnTo>
                  <a:lnTo>
                    <a:pt x="2428061" y="3035915"/>
                  </a:lnTo>
                  <a:lnTo>
                    <a:pt x="2428186" y="3035915"/>
                  </a:lnTo>
                  <a:lnTo>
                    <a:pt x="2428311" y="3035915"/>
                  </a:lnTo>
                  <a:lnTo>
                    <a:pt x="2428436" y="3035915"/>
                  </a:lnTo>
                  <a:lnTo>
                    <a:pt x="2428561" y="3035915"/>
                  </a:lnTo>
                  <a:lnTo>
                    <a:pt x="2428686" y="3035915"/>
                  </a:lnTo>
                  <a:lnTo>
                    <a:pt x="2428811" y="3035915"/>
                  </a:lnTo>
                  <a:lnTo>
                    <a:pt x="2428936" y="3035915"/>
                  </a:lnTo>
                  <a:lnTo>
                    <a:pt x="2429062" y="3035915"/>
                  </a:lnTo>
                  <a:lnTo>
                    <a:pt x="2429187" y="3035915"/>
                  </a:lnTo>
                  <a:lnTo>
                    <a:pt x="2429312" y="3035915"/>
                  </a:lnTo>
                  <a:lnTo>
                    <a:pt x="2429437" y="3035915"/>
                  </a:lnTo>
                  <a:lnTo>
                    <a:pt x="2429562" y="3035915"/>
                  </a:lnTo>
                  <a:lnTo>
                    <a:pt x="2429687" y="3035915"/>
                  </a:lnTo>
                  <a:lnTo>
                    <a:pt x="2429812" y="3035915"/>
                  </a:lnTo>
                  <a:lnTo>
                    <a:pt x="2429937" y="3035915"/>
                  </a:lnTo>
                  <a:lnTo>
                    <a:pt x="2430062" y="3035915"/>
                  </a:lnTo>
                  <a:lnTo>
                    <a:pt x="2430187" y="3035915"/>
                  </a:lnTo>
                  <a:lnTo>
                    <a:pt x="2430312" y="3035915"/>
                  </a:lnTo>
                  <a:lnTo>
                    <a:pt x="2430437" y="3035915"/>
                  </a:lnTo>
                  <a:lnTo>
                    <a:pt x="2430562" y="3035915"/>
                  </a:lnTo>
                  <a:lnTo>
                    <a:pt x="2430687" y="3035915"/>
                  </a:lnTo>
                  <a:lnTo>
                    <a:pt x="2430812" y="3035915"/>
                  </a:lnTo>
                  <a:lnTo>
                    <a:pt x="2430937" y="3035915"/>
                  </a:lnTo>
                  <a:lnTo>
                    <a:pt x="2431062" y="3035915"/>
                  </a:lnTo>
                  <a:lnTo>
                    <a:pt x="2431187" y="3035915"/>
                  </a:lnTo>
                  <a:lnTo>
                    <a:pt x="2431312" y="3035915"/>
                  </a:lnTo>
                  <a:lnTo>
                    <a:pt x="2431437" y="3035915"/>
                  </a:lnTo>
                  <a:lnTo>
                    <a:pt x="2431562" y="3035915"/>
                  </a:lnTo>
                  <a:lnTo>
                    <a:pt x="2431687" y="3035915"/>
                  </a:lnTo>
                  <a:lnTo>
                    <a:pt x="2431812" y="3035915"/>
                  </a:lnTo>
                  <a:lnTo>
                    <a:pt x="2431937" y="3035915"/>
                  </a:lnTo>
                  <a:lnTo>
                    <a:pt x="2432063" y="3035915"/>
                  </a:lnTo>
                  <a:lnTo>
                    <a:pt x="2432188" y="3035915"/>
                  </a:lnTo>
                  <a:lnTo>
                    <a:pt x="2432313" y="3035915"/>
                  </a:lnTo>
                  <a:lnTo>
                    <a:pt x="2432438" y="3035915"/>
                  </a:lnTo>
                  <a:lnTo>
                    <a:pt x="2432563" y="3035915"/>
                  </a:lnTo>
                  <a:lnTo>
                    <a:pt x="2432688" y="3035915"/>
                  </a:lnTo>
                  <a:lnTo>
                    <a:pt x="2432813" y="3035915"/>
                  </a:lnTo>
                  <a:lnTo>
                    <a:pt x="2432938" y="3035915"/>
                  </a:lnTo>
                  <a:lnTo>
                    <a:pt x="2433063" y="3035915"/>
                  </a:lnTo>
                  <a:lnTo>
                    <a:pt x="2433188" y="3035915"/>
                  </a:lnTo>
                  <a:lnTo>
                    <a:pt x="2433313" y="3035915"/>
                  </a:lnTo>
                  <a:lnTo>
                    <a:pt x="2433438" y="3035915"/>
                  </a:lnTo>
                  <a:lnTo>
                    <a:pt x="2433563" y="3035915"/>
                  </a:lnTo>
                  <a:lnTo>
                    <a:pt x="2433688" y="3035915"/>
                  </a:lnTo>
                  <a:lnTo>
                    <a:pt x="2433813" y="3035915"/>
                  </a:lnTo>
                  <a:lnTo>
                    <a:pt x="2433938" y="3035915"/>
                  </a:lnTo>
                  <a:lnTo>
                    <a:pt x="2434063" y="3035915"/>
                  </a:lnTo>
                  <a:lnTo>
                    <a:pt x="2434188" y="3035915"/>
                  </a:lnTo>
                  <a:lnTo>
                    <a:pt x="2434313" y="3035915"/>
                  </a:lnTo>
                  <a:lnTo>
                    <a:pt x="2434438" y="3035915"/>
                  </a:lnTo>
                  <a:lnTo>
                    <a:pt x="2434563" y="3035915"/>
                  </a:lnTo>
                  <a:lnTo>
                    <a:pt x="2434688" y="3035915"/>
                  </a:lnTo>
                  <a:lnTo>
                    <a:pt x="2434813" y="3035915"/>
                  </a:lnTo>
                  <a:lnTo>
                    <a:pt x="2434938" y="3035915"/>
                  </a:lnTo>
                  <a:lnTo>
                    <a:pt x="2435064" y="3035915"/>
                  </a:lnTo>
                  <a:lnTo>
                    <a:pt x="2435189" y="3035915"/>
                  </a:lnTo>
                  <a:lnTo>
                    <a:pt x="2435314" y="3035915"/>
                  </a:lnTo>
                  <a:lnTo>
                    <a:pt x="2435439" y="3035915"/>
                  </a:lnTo>
                  <a:lnTo>
                    <a:pt x="2435564" y="3035915"/>
                  </a:lnTo>
                  <a:lnTo>
                    <a:pt x="2435689" y="3035915"/>
                  </a:lnTo>
                  <a:lnTo>
                    <a:pt x="2435814" y="3035915"/>
                  </a:lnTo>
                  <a:lnTo>
                    <a:pt x="2435939" y="3035915"/>
                  </a:lnTo>
                  <a:lnTo>
                    <a:pt x="2436064" y="3035915"/>
                  </a:lnTo>
                  <a:lnTo>
                    <a:pt x="2436189" y="3035915"/>
                  </a:lnTo>
                  <a:lnTo>
                    <a:pt x="2436314" y="3035915"/>
                  </a:lnTo>
                  <a:lnTo>
                    <a:pt x="2436439" y="3035915"/>
                  </a:lnTo>
                  <a:lnTo>
                    <a:pt x="2436564" y="3035915"/>
                  </a:lnTo>
                  <a:lnTo>
                    <a:pt x="2436689" y="3035915"/>
                  </a:lnTo>
                  <a:lnTo>
                    <a:pt x="2436814" y="3035915"/>
                  </a:lnTo>
                  <a:lnTo>
                    <a:pt x="2436939" y="3035915"/>
                  </a:lnTo>
                  <a:lnTo>
                    <a:pt x="2437064" y="3035915"/>
                  </a:lnTo>
                  <a:lnTo>
                    <a:pt x="2437189" y="3035915"/>
                  </a:lnTo>
                  <a:lnTo>
                    <a:pt x="2437314" y="3035915"/>
                  </a:lnTo>
                  <a:lnTo>
                    <a:pt x="2437439" y="3035915"/>
                  </a:lnTo>
                  <a:lnTo>
                    <a:pt x="2437564" y="3035915"/>
                  </a:lnTo>
                  <a:lnTo>
                    <a:pt x="2437689" y="3035915"/>
                  </a:lnTo>
                  <a:lnTo>
                    <a:pt x="2437814" y="3035915"/>
                  </a:lnTo>
                  <a:lnTo>
                    <a:pt x="2437939" y="3035915"/>
                  </a:lnTo>
                  <a:lnTo>
                    <a:pt x="2438065" y="3035915"/>
                  </a:lnTo>
                  <a:lnTo>
                    <a:pt x="2438190" y="3035915"/>
                  </a:lnTo>
                  <a:lnTo>
                    <a:pt x="2438315" y="3035915"/>
                  </a:lnTo>
                  <a:lnTo>
                    <a:pt x="2438440" y="3035915"/>
                  </a:lnTo>
                  <a:lnTo>
                    <a:pt x="2438565" y="3035915"/>
                  </a:lnTo>
                  <a:lnTo>
                    <a:pt x="2438690" y="3035915"/>
                  </a:lnTo>
                  <a:lnTo>
                    <a:pt x="2438815" y="3035915"/>
                  </a:lnTo>
                  <a:lnTo>
                    <a:pt x="2438940" y="3035915"/>
                  </a:lnTo>
                  <a:lnTo>
                    <a:pt x="2439065" y="3035915"/>
                  </a:lnTo>
                  <a:lnTo>
                    <a:pt x="2439190" y="3035915"/>
                  </a:lnTo>
                  <a:lnTo>
                    <a:pt x="2439315" y="3035915"/>
                  </a:lnTo>
                  <a:lnTo>
                    <a:pt x="2439440" y="3035915"/>
                  </a:lnTo>
                  <a:lnTo>
                    <a:pt x="2439565" y="3035915"/>
                  </a:lnTo>
                  <a:lnTo>
                    <a:pt x="2439690" y="3035915"/>
                  </a:lnTo>
                  <a:lnTo>
                    <a:pt x="2439815" y="3035915"/>
                  </a:lnTo>
                  <a:lnTo>
                    <a:pt x="2439940" y="3035915"/>
                  </a:lnTo>
                  <a:lnTo>
                    <a:pt x="2440065" y="3035915"/>
                  </a:lnTo>
                  <a:lnTo>
                    <a:pt x="2440190" y="3035915"/>
                  </a:lnTo>
                  <a:lnTo>
                    <a:pt x="2440315" y="3035915"/>
                  </a:lnTo>
                  <a:lnTo>
                    <a:pt x="2440440" y="3035915"/>
                  </a:lnTo>
                  <a:lnTo>
                    <a:pt x="2440565" y="3035915"/>
                  </a:lnTo>
                  <a:lnTo>
                    <a:pt x="2440690" y="3035915"/>
                  </a:lnTo>
                  <a:lnTo>
                    <a:pt x="2440815" y="3035915"/>
                  </a:lnTo>
                  <a:lnTo>
                    <a:pt x="2440940" y="3035915"/>
                  </a:lnTo>
                  <a:lnTo>
                    <a:pt x="2441066" y="3035915"/>
                  </a:lnTo>
                  <a:lnTo>
                    <a:pt x="2441191" y="3035915"/>
                  </a:lnTo>
                  <a:lnTo>
                    <a:pt x="2441316" y="3035915"/>
                  </a:lnTo>
                  <a:lnTo>
                    <a:pt x="2441441" y="3035915"/>
                  </a:lnTo>
                  <a:lnTo>
                    <a:pt x="2441566" y="3035915"/>
                  </a:lnTo>
                  <a:lnTo>
                    <a:pt x="2441691" y="3035915"/>
                  </a:lnTo>
                  <a:lnTo>
                    <a:pt x="2441816" y="3035915"/>
                  </a:lnTo>
                  <a:lnTo>
                    <a:pt x="2441941" y="3035915"/>
                  </a:lnTo>
                  <a:lnTo>
                    <a:pt x="2442066" y="3035915"/>
                  </a:lnTo>
                  <a:lnTo>
                    <a:pt x="2442191" y="3035915"/>
                  </a:lnTo>
                  <a:lnTo>
                    <a:pt x="2442316" y="3035915"/>
                  </a:lnTo>
                  <a:lnTo>
                    <a:pt x="2442441" y="3035915"/>
                  </a:lnTo>
                  <a:lnTo>
                    <a:pt x="2442566" y="3035915"/>
                  </a:lnTo>
                  <a:lnTo>
                    <a:pt x="2442691" y="3035915"/>
                  </a:lnTo>
                  <a:lnTo>
                    <a:pt x="2442816" y="3035915"/>
                  </a:lnTo>
                  <a:lnTo>
                    <a:pt x="2442941" y="3035915"/>
                  </a:lnTo>
                  <a:lnTo>
                    <a:pt x="2443066" y="3035915"/>
                  </a:lnTo>
                  <a:lnTo>
                    <a:pt x="2443191" y="3035915"/>
                  </a:lnTo>
                  <a:lnTo>
                    <a:pt x="2443316" y="3035915"/>
                  </a:lnTo>
                  <a:lnTo>
                    <a:pt x="2443441" y="3035915"/>
                  </a:lnTo>
                  <a:lnTo>
                    <a:pt x="2443566" y="3035915"/>
                  </a:lnTo>
                  <a:lnTo>
                    <a:pt x="2443691" y="3035915"/>
                  </a:lnTo>
                  <a:lnTo>
                    <a:pt x="2443816" y="3035915"/>
                  </a:lnTo>
                  <a:lnTo>
                    <a:pt x="2443941" y="3035915"/>
                  </a:lnTo>
                  <a:lnTo>
                    <a:pt x="2444067" y="3035915"/>
                  </a:lnTo>
                  <a:lnTo>
                    <a:pt x="2444192" y="3035915"/>
                  </a:lnTo>
                  <a:lnTo>
                    <a:pt x="2444317" y="3035915"/>
                  </a:lnTo>
                  <a:lnTo>
                    <a:pt x="2444442" y="3035915"/>
                  </a:lnTo>
                  <a:lnTo>
                    <a:pt x="2444567" y="3035915"/>
                  </a:lnTo>
                  <a:lnTo>
                    <a:pt x="2444692" y="3035915"/>
                  </a:lnTo>
                  <a:lnTo>
                    <a:pt x="2444817" y="3035915"/>
                  </a:lnTo>
                  <a:lnTo>
                    <a:pt x="2444942" y="3035915"/>
                  </a:lnTo>
                  <a:lnTo>
                    <a:pt x="2445067" y="3035915"/>
                  </a:lnTo>
                  <a:lnTo>
                    <a:pt x="2445192" y="3035915"/>
                  </a:lnTo>
                  <a:lnTo>
                    <a:pt x="2445317" y="3035915"/>
                  </a:lnTo>
                  <a:lnTo>
                    <a:pt x="2445442" y="3035915"/>
                  </a:lnTo>
                  <a:lnTo>
                    <a:pt x="2445567" y="3035915"/>
                  </a:lnTo>
                  <a:lnTo>
                    <a:pt x="2445692" y="3035915"/>
                  </a:lnTo>
                  <a:lnTo>
                    <a:pt x="2445817" y="3035915"/>
                  </a:lnTo>
                  <a:lnTo>
                    <a:pt x="2445942" y="3035915"/>
                  </a:lnTo>
                  <a:lnTo>
                    <a:pt x="2446067" y="3035915"/>
                  </a:lnTo>
                  <a:lnTo>
                    <a:pt x="2446192" y="3035915"/>
                  </a:lnTo>
                  <a:lnTo>
                    <a:pt x="2446317" y="3035915"/>
                  </a:lnTo>
                  <a:lnTo>
                    <a:pt x="2446442" y="3035915"/>
                  </a:lnTo>
                  <a:lnTo>
                    <a:pt x="2446567" y="3035915"/>
                  </a:lnTo>
                  <a:lnTo>
                    <a:pt x="2446692" y="3035915"/>
                  </a:lnTo>
                  <a:lnTo>
                    <a:pt x="2446817" y="3035915"/>
                  </a:lnTo>
                  <a:lnTo>
                    <a:pt x="2446943" y="3035915"/>
                  </a:lnTo>
                  <a:lnTo>
                    <a:pt x="2447068" y="3035915"/>
                  </a:lnTo>
                  <a:lnTo>
                    <a:pt x="2447193" y="3035915"/>
                  </a:lnTo>
                  <a:lnTo>
                    <a:pt x="2447318" y="3035915"/>
                  </a:lnTo>
                  <a:lnTo>
                    <a:pt x="2447443" y="3035915"/>
                  </a:lnTo>
                  <a:lnTo>
                    <a:pt x="2447568" y="3035915"/>
                  </a:lnTo>
                  <a:lnTo>
                    <a:pt x="2447693" y="3035915"/>
                  </a:lnTo>
                  <a:lnTo>
                    <a:pt x="2447818" y="3035915"/>
                  </a:lnTo>
                  <a:lnTo>
                    <a:pt x="2447943" y="3035915"/>
                  </a:lnTo>
                  <a:lnTo>
                    <a:pt x="2448068" y="3035915"/>
                  </a:lnTo>
                  <a:lnTo>
                    <a:pt x="2448193" y="3035915"/>
                  </a:lnTo>
                  <a:lnTo>
                    <a:pt x="2448318" y="3035915"/>
                  </a:lnTo>
                  <a:lnTo>
                    <a:pt x="2448443" y="3035915"/>
                  </a:lnTo>
                  <a:lnTo>
                    <a:pt x="2448568" y="3035915"/>
                  </a:lnTo>
                  <a:lnTo>
                    <a:pt x="2448693" y="3035915"/>
                  </a:lnTo>
                  <a:lnTo>
                    <a:pt x="2448818" y="3035915"/>
                  </a:lnTo>
                  <a:lnTo>
                    <a:pt x="2448943" y="3035915"/>
                  </a:lnTo>
                  <a:lnTo>
                    <a:pt x="2449068" y="3035915"/>
                  </a:lnTo>
                  <a:lnTo>
                    <a:pt x="2449193" y="3035915"/>
                  </a:lnTo>
                  <a:lnTo>
                    <a:pt x="2449318" y="3035915"/>
                  </a:lnTo>
                  <a:lnTo>
                    <a:pt x="2449443" y="3035915"/>
                  </a:lnTo>
                  <a:lnTo>
                    <a:pt x="2449568" y="3035915"/>
                  </a:lnTo>
                  <a:lnTo>
                    <a:pt x="2449693" y="3035915"/>
                  </a:lnTo>
                  <a:lnTo>
                    <a:pt x="2449818" y="3035915"/>
                  </a:lnTo>
                  <a:lnTo>
                    <a:pt x="2449944" y="3035915"/>
                  </a:lnTo>
                  <a:lnTo>
                    <a:pt x="2450069" y="3035915"/>
                  </a:lnTo>
                  <a:lnTo>
                    <a:pt x="2450194" y="3035915"/>
                  </a:lnTo>
                  <a:lnTo>
                    <a:pt x="2450319" y="3035915"/>
                  </a:lnTo>
                  <a:lnTo>
                    <a:pt x="2450444" y="3035915"/>
                  </a:lnTo>
                  <a:lnTo>
                    <a:pt x="2450569" y="3035915"/>
                  </a:lnTo>
                  <a:lnTo>
                    <a:pt x="2450694" y="3035915"/>
                  </a:lnTo>
                  <a:lnTo>
                    <a:pt x="2450819" y="3035915"/>
                  </a:lnTo>
                  <a:lnTo>
                    <a:pt x="2450944" y="3035915"/>
                  </a:lnTo>
                  <a:lnTo>
                    <a:pt x="2451069" y="3035915"/>
                  </a:lnTo>
                  <a:lnTo>
                    <a:pt x="2451194" y="3035915"/>
                  </a:lnTo>
                  <a:lnTo>
                    <a:pt x="2451319" y="3035915"/>
                  </a:lnTo>
                  <a:lnTo>
                    <a:pt x="2451444" y="3035915"/>
                  </a:lnTo>
                  <a:lnTo>
                    <a:pt x="2451569" y="3035915"/>
                  </a:lnTo>
                  <a:lnTo>
                    <a:pt x="2451694" y="3035915"/>
                  </a:lnTo>
                  <a:lnTo>
                    <a:pt x="2451819" y="3035915"/>
                  </a:lnTo>
                  <a:lnTo>
                    <a:pt x="2451944" y="3035915"/>
                  </a:lnTo>
                  <a:lnTo>
                    <a:pt x="2452069" y="3035915"/>
                  </a:lnTo>
                  <a:lnTo>
                    <a:pt x="2452194" y="3035915"/>
                  </a:lnTo>
                  <a:lnTo>
                    <a:pt x="2452319" y="3035915"/>
                  </a:lnTo>
                  <a:lnTo>
                    <a:pt x="2452444" y="3035915"/>
                  </a:lnTo>
                  <a:lnTo>
                    <a:pt x="2452569" y="3035915"/>
                  </a:lnTo>
                  <a:lnTo>
                    <a:pt x="2452694" y="3035915"/>
                  </a:lnTo>
                  <a:lnTo>
                    <a:pt x="2452819" y="3035915"/>
                  </a:lnTo>
                  <a:lnTo>
                    <a:pt x="2452945" y="3035915"/>
                  </a:lnTo>
                  <a:lnTo>
                    <a:pt x="2453070" y="3035915"/>
                  </a:lnTo>
                  <a:lnTo>
                    <a:pt x="2453195" y="3035915"/>
                  </a:lnTo>
                  <a:lnTo>
                    <a:pt x="2453320" y="3035915"/>
                  </a:lnTo>
                  <a:lnTo>
                    <a:pt x="2453445" y="3035915"/>
                  </a:lnTo>
                  <a:lnTo>
                    <a:pt x="2453570" y="3035915"/>
                  </a:lnTo>
                  <a:lnTo>
                    <a:pt x="2453695" y="3035915"/>
                  </a:lnTo>
                  <a:lnTo>
                    <a:pt x="2453820" y="3035915"/>
                  </a:lnTo>
                  <a:lnTo>
                    <a:pt x="2453945" y="3035915"/>
                  </a:lnTo>
                  <a:lnTo>
                    <a:pt x="2454070" y="3035915"/>
                  </a:lnTo>
                  <a:lnTo>
                    <a:pt x="2454195" y="3035915"/>
                  </a:lnTo>
                  <a:lnTo>
                    <a:pt x="2454320" y="3035915"/>
                  </a:lnTo>
                  <a:lnTo>
                    <a:pt x="2454445" y="3035915"/>
                  </a:lnTo>
                  <a:lnTo>
                    <a:pt x="2454570" y="3035915"/>
                  </a:lnTo>
                  <a:lnTo>
                    <a:pt x="2454695" y="3035915"/>
                  </a:lnTo>
                  <a:lnTo>
                    <a:pt x="2454820" y="3035915"/>
                  </a:lnTo>
                  <a:lnTo>
                    <a:pt x="2454945" y="3035915"/>
                  </a:lnTo>
                  <a:lnTo>
                    <a:pt x="2455070" y="3035915"/>
                  </a:lnTo>
                  <a:lnTo>
                    <a:pt x="2455195" y="3035915"/>
                  </a:lnTo>
                  <a:lnTo>
                    <a:pt x="2455320" y="3035915"/>
                  </a:lnTo>
                  <a:lnTo>
                    <a:pt x="2455445" y="3035915"/>
                  </a:lnTo>
                  <a:lnTo>
                    <a:pt x="2455570" y="3035915"/>
                  </a:lnTo>
                  <a:lnTo>
                    <a:pt x="2455695" y="3035915"/>
                  </a:lnTo>
                  <a:lnTo>
                    <a:pt x="2455820" y="3035915"/>
                  </a:lnTo>
                  <a:lnTo>
                    <a:pt x="2455946" y="3035915"/>
                  </a:lnTo>
                  <a:lnTo>
                    <a:pt x="2456071" y="3035915"/>
                  </a:lnTo>
                  <a:lnTo>
                    <a:pt x="2456196" y="3035915"/>
                  </a:lnTo>
                  <a:lnTo>
                    <a:pt x="2456321" y="3035915"/>
                  </a:lnTo>
                  <a:lnTo>
                    <a:pt x="2456446" y="3035915"/>
                  </a:lnTo>
                  <a:lnTo>
                    <a:pt x="2456571" y="3035915"/>
                  </a:lnTo>
                  <a:lnTo>
                    <a:pt x="2456696" y="3035915"/>
                  </a:lnTo>
                  <a:lnTo>
                    <a:pt x="2456696" y="3025962"/>
                  </a:lnTo>
                  <a:lnTo>
                    <a:pt x="2456821" y="3025962"/>
                  </a:lnTo>
                  <a:lnTo>
                    <a:pt x="2456946" y="3025962"/>
                  </a:lnTo>
                  <a:lnTo>
                    <a:pt x="2457071" y="3025962"/>
                  </a:lnTo>
                  <a:lnTo>
                    <a:pt x="2457196" y="3025962"/>
                  </a:lnTo>
                  <a:lnTo>
                    <a:pt x="2457321" y="3025962"/>
                  </a:lnTo>
                  <a:lnTo>
                    <a:pt x="2457446" y="3025962"/>
                  </a:lnTo>
                  <a:lnTo>
                    <a:pt x="2457571" y="3025962"/>
                  </a:lnTo>
                  <a:lnTo>
                    <a:pt x="2457696" y="3025962"/>
                  </a:lnTo>
                  <a:lnTo>
                    <a:pt x="2457821" y="3025962"/>
                  </a:lnTo>
                  <a:lnTo>
                    <a:pt x="2457946" y="3025962"/>
                  </a:lnTo>
                  <a:lnTo>
                    <a:pt x="2458071" y="3025962"/>
                  </a:lnTo>
                  <a:lnTo>
                    <a:pt x="2458196" y="3025962"/>
                  </a:lnTo>
                  <a:lnTo>
                    <a:pt x="2458321" y="3025962"/>
                  </a:lnTo>
                  <a:lnTo>
                    <a:pt x="2458446" y="3025962"/>
                  </a:lnTo>
                  <a:lnTo>
                    <a:pt x="2458571" y="3025962"/>
                  </a:lnTo>
                  <a:lnTo>
                    <a:pt x="2458696" y="3025962"/>
                  </a:lnTo>
                  <a:lnTo>
                    <a:pt x="2458821" y="3025962"/>
                  </a:lnTo>
                  <a:lnTo>
                    <a:pt x="2458947" y="3025962"/>
                  </a:lnTo>
                  <a:lnTo>
                    <a:pt x="2459072" y="3025962"/>
                  </a:lnTo>
                  <a:lnTo>
                    <a:pt x="2459197" y="3025962"/>
                  </a:lnTo>
                  <a:lnTo>
                    <a:pt x="2459322" y="3025962"/>
                  </a:lnTo>
                  <a:lnTo>
                    <a:pt x="2459447" y="3025962"/>
                  </a:lnTo>
                  <a:lnTo>
                    <a:pt x="2459572" y="3025962"/>
                  </a:lnTo>
                  <a:lnTo>
                    <a:pt x="2459697" y="3025962"/>
                  </a:lnTo>
                  <a:lnTo>
                    <a:pt x="2459822" y="3025962"/>
                  </a:lnTo>
                  <a:lnTo>
                    <a:pt x="2459947" y="3025962"/>
                  </a:lnTo>
                  <a:lnTo>
                    <a:pt x="2460072" y="3025962"/>
                  </a:lnTo>
                  <a:lnTo>
                    <a:pt x="2460197" y="3025962"/>
                  </a:lnTo>
                  <a:lnTo>
                    <a:pt x="2460322" y="3025962"/>
                  </a:lnTo>
                  <a:lnTo>
                    <a:pt x="2460447" y="3025962"/>
                  </a:lnTo>
                  <a:lnTo>
                    <a:pt x="2460572" y="3025962"/>
                  </a:lnTo>
                  <a:lnTo>
                    <a:pt x="2460697" y="3025962"/>
                  </a:lnTo>
                  <a:lnTo>
                    <a:pt x="2460822" y="3025962"/>
                  </a:lnTo>
                  <a:lnTo>
                    <a:pt x="2460947" y="3025962"/>
                  </a:lnTo>
                  <a:lnTo>
                    <a:pt x="2461072" y="3025962"/>
                  </a:lnTo>
                  <a:lnTo>
                    <a:pt x="2461197" y="3025962"/>
                  </a:lnTo>
                  <a:lnTo>
                    <a:pt x="2461322" y="3025962"/>
                  </a:lnTo>
                  <a:lnTo>
                    <a:pt x="2461447" y="3025962"/>
                  </a:lnTo>
                  <a:lnTo>
                    <a:pt x="2461572" y="3025962"/>
                  </a:lnTo>
                  <a:lnTo>
                    <a:pt x="2461697" y="3025962"/>
                  </a:lnTo>
                  <a:lnTo>
                    <a:pt x="2461822" y="3025962"/>
                  </a:lnTo>
                  <a:lnTo>
                    <a:pt x="2461948" y="3025962"/>
                  </a:lnTo>
                  <a:lnTo>
                    <a:pt x="2462073" y="3025962"/>
                  </a:lnTo>
                  <a:lnTo>
                    <a:pt x="2462198" y="3025962"/>
                  </a:lnTo>
                  <a:lnTo>
                    <a:pt x="2462323" y="3025962"/>
                  </a:lnTo>
                  <a:lnTo>
                    <a:pt x="2462448" y="3025962"/>
                  </a:lnTo>
                  <a:lnTo>
                    <a:pt x="2462573" y="3025962"/>
                  </a:lnTo>
                  <a:lnTo>
                    <a:pt x="2462698" y="3025962"/>
                  </a:lnTo>
                  <a:lnTo>
                    <a:pt x="2462823" y="3025962"/>
                  </a:lnTo>
                  <a:lnTo>
                    <a:pt x="2462948" y="3025962"/>
                  </a:lnTo>
                  <a:lnTo>
                    <a:pt x="2463073" y="3025962"/>
                  </a:lnTo>
                  <a:lnTo>
                    <a:pt x="2463198" y="3025962"/>
                  </a:lnTo>
                  <a:lnTo>
                    <a:pt x="2463323" y="3025962"/>
                  </a:lnTo>
                  <a:lnTo>
                    <a:pt x="2463448" y="3025962"/>
                  </a:lnTo>
                  <a:lnTo>
                    <a:pt x="2463573" y="3025962"/>
                  </a:lnTo>
                  <a:lnTo>
                    <a:pt x="2463698" y="3025962"/>
                  </a:lnTo>
                  <a:lnTo>
                    <a:pt x="2463823" y="3025962"/>
                  </a:lnTo>
                  <a:lnTo>
                    <a:pt x="2463948" y="3025962"/>
                  </a:lnTo>
                  <a:lnTo>
                    <a:pt x="2464073" y="3025962"/>
                  </a:lnTo>
                  <a:lnTo>
                    <a:pt x="2464198" y="3025962"/>
                  </a:lnTo>
                  <a:lnTo>
                    <a:pt x="2464323" y="3025962"/>
                  </a:lnTo>
                  <a:lnTo>
                    <a:pt x="2464448" y="3025962"/>
                  </a:lnTo>
                  <a:lnTo>
                    <a:pt x="2464573" y="3025962"/>
                  </a:lnTo>
                  <a:lnTo>
                    <a:pt x="2464698" y="3025962"/>
                  </a:lnTo>
                  <a:lnTo>
                    <a:pt x="2464823" y="3025962"/>
                  </a:lnTo>
                  <a:lnTo>
                    <a:pt x="2464949" y="3025962"/>
                  </a:lnTo>
                  <a:lnTo>
                    <a:pt x="2465074" y="3025962"/>
                  </a:lnTo>
                  <a:lnTo>
                    <a:pt x="2465199" y="3025962"/>
                  </a:lnTo>
                  <a:lnTo>
                    <a:pt x="2465324" y="3025962"/>
                  </a:lnTo>
                  <a:lnTo>
                    <a:pt x="2465449" y="3025962"/>
                  </a:lnTo>
                  <a:lnTo>
                    <a:pt x="2465574" y="3025962"/>
                  </a:lnTo>
                  <a:lnTo>
                    <a:pt x="2465699" y="3025962"/>
                  </a:lnTo>
                  <a:lnTo>
                    <a:pt x="2465699" y="3016008"/>
                  </a:lnTo>
                  <a:lnTo>
                    <a:pt x="2465824" y="3016008"/>
                  </a:lnTo>
                  <a:lnTo>
                    <a:pt x="2465949" y="3016008"/>
                  </a:lnTo>
                  <a:lnTo>
                    <a:pt x="2466074" y="3016008"/>
                  </a:lnTo>
                  <a:lnTo>
                    <a:pt x="2466199" y="3016008"/>
                  </a:lnTo>
                  <a:lnTo>
                    <a:pt x="2466324" y="3016008"/>
                  </a:lnTo>
                  <a:lnTo>
                    <a:pt x="2466449" y="3016008"/>
                  </a:lnTo>
                  <a:lnTo>
                    <a:pt x="2466574" y="3016008"/>
                  </a:lnTo>
                  <a:lnTo>
                    <a:pt x="2466574" y="3006054"/>
                  </a:lnTo>
                  <a:lnTo>
                    <a:pt x="2466699" y="3006054"/>
                  </a:lnTo>
                  <a:lnTo>
                    <a:pt x="2466824" y="3006054"/>
                  </a:lnTo>
                  <a:lnTo>
                    <a:pt x="2466949" y="3006054"/>
                  </a:lnTo>
                  <a:lnTo>
                    <a:pt x="2467074" y="3006054"/>
                  </a:lnTo>
                  <a:lnTo>
                    <a:pt x="2467199" y="3006054"/>
                  </a:lnTo>
                  <a:lnTo>
                    <a:pt x="2467324" y="3006054"/>
                  </a:lnTo>
                  <a:lnTo>
                    <a:pt x="2467449" y="3006054"/>
                  </a:lnTo>
                  <a:lnTo>
                    <a:pt x="2467574" y="3006054"/>
                  </a:lnTo>
                  <a:lnTo>
                    <a:pt x="2467699" y="3006054"/>
                  </a:lnTo>
                  <a:lnTo>
                    <a:pt x="2467824" y="3006054"/>
                  </a:lnTo>
                  <a:lnTo>
                    <a:pt x="2467950" y="3006054"/>
                  </a:lnTo>
                  <a:lnTo>
                    <a:pt x="2468075" y="3006054"/>
                  </a:lnTo>
                  <a:lnTo>
                    <a:pt x="2468200" y="3006054"/>
                  </a:lnTo>
                  <a:lnTo>
                    <a:pt x="2468325" y="3006054"/>
                  </a:lnTo>
                  <a:lnTo>
                    <a:pt x="2468450" y="3006054"/>
                  </a:lnTo>
                  <a:lnTo>
                    <a:pt x="2468575" y="3006054"/>
                  </a:lnTo>
                  <a:lnTo>
                    <a:pt x="2468700" y="3006054"/>
                  </a:lnTo>
                  <a:lnTo>
                    <a:pt x="2468825" y="3006054"/>
                  </a:lnTo>
                  <a:lnTo>
                    <a:pt x="2468950" y="3006054"/>
                  </a:lnTo>
                  <a:lnTo>
                    <a:pt x="2469075" y="3006054"/>
                  </a:lnTo>
                  <a:lnTo>
                    <a:pt x="2469200" y="3006054"/>
                  </a:lnTo>
                  <a:lnTo>
                    <a:pt x="2469325" y="3006054"/>
                  </a:lnTo>
                  <a:lnTo>
                    <a:pt x="2469450" y="3006054"/>
                  </a:lnTo>
                  <a:lnTo>
                    <a:pt x="2469575" y="3006054"/>
                  </a:lnTo>
                  <a:lnTo>
                    <a:pt x="2469700" y="3006054"/>
                  </a:lnTo>
                  <a:lnTo>
                    <a:pt x="2469825" y="3006054"/>
                  </a:lnTo>
                  <a:lnTo>
                    <a:pt x="2469950" y="3006054"/>
                  </a:lnTo>
                  <a:lnTo>
                    <a:pt x="2470075" y="3006054"/>
                  </a:lnTo>
                  <a:lnTo>
                    <a:pt x="2470200" y="3006054"/>
                  </a:lnTo>
                  <a:lnTo>
                    <a:pt x="2470325" y="3006054"/>
                  </a:lnTo>
                  <a:lnTo>
                    <a:pt x="2470450" y="3006054"/>
                  </a:lnTo>
                  <a:lnTo>
                    <a:pt x="2470575" y="3006054"/>
                  </a:lnTo>
                  <a:lnTo>
                    <a:pt x="2470700" y="3006054"/>
                  </a:lnTo>
                  <a:lnTo>
                    <a:pt x="2470825" y="3006054"/>
                  </a:lnTo>
                  <a:lnTo>
                    <a:pt x="2470951" y="3006054"/>
                  </a:lnTo>
                  <a:lnTo>
                    <a:pt x="2471076" y="3006054"/>
                  </a:lnTo>
                  <a:lnTo>
                    <a:pt x="2471201" y="3006054"/>
                  </a:lnTo>
                  <a:lnTo>
                    <a:pt x="2471326" y="3006054"/>
                  </a:lnTo>
                  <a:lnTo>
                    <a:pt x="2471451" y="3006054"/>
                  </a:lnTo>
                  <a:lnTo>
                    <a:pt x="2471576" y="3006054"/>
                  </a:lnTo>
                  <a:lnTo>
                    <a:pt x="2471701" y="3006054"/>
                  </a:lnTo>
                  <a:lnTo>
                    <a:pt x="2471826" y="3006054"/>
                  </a:lnTo>
                  <a:lnTo>
                    <a:pt x="2471951" y="3006054"/>
                  </a:lnTo>
                  <a:lnTo>
                    <a:pt x="2472076" y="3006054"/>
                  </a:lnTo>
                  <a:lnTo>
                    <a:pt x="2472201" y="3006054"/>
                  </a:lnTo>
                  <a:lnTo>
                    <a:pt x="2472326" y="3006054"/>
                  </a:lnTo>
                  <a:lnTo>
                    <a:pt x="2472451" y="3006054"/>
                  </a:lnTo>
                  <a:lnTo>
                    <a:pt x="2472576" y="3006054"/>
                  </a:lnTo>
                  <a:lnTo>
                    <a:pt x="2472701" y="3006054"/>
                  </a:lnTo>
                  <a:lnTo>
                    <a:pt x="2472826" y="3006054"/>
                  </a:lnTo>
                  <a:lnTo>
                    <a:pt x="2472951" y="3006054"/>
                  </a:lnTo>
                  <a:lnTo>
                    <a:pt x="2473076" y="3006054"/>
                  </a:lnTo>
                  <a:lnTo>
                    <a:pt x="2473201" y="3006054"/>
                  </a:lnTo>
                  <a:lnTo>
                    <a:pt x="2473326" y="3006054"/>
                  </a:lnTo>
                  <a:lnTo>
                    <a:pt x="2473451" y="3006054"/>
                  </a:lnTo>
                  <a:lnTo>
                    <a:pt x="2473576" y="3006054"/>
                  </a:lnTo>
                  <a:lnTo>
                    <a:pt x="2473701" y="3006054"/>
                  </a:lnTo>
                  <a:lnTo>
                    <a:pt x="2473826" y="3006054"/>
                  </a:lnTo>
                  <a:lnTo>
                    <a:pt x="2473952" y="3006054"/>
                  </a:lnTo>
                  <a:lnTo>
                    <a:pt x="2474077" y="3006054"/>
                  </a:lnTo>
                  <a:lnTo>
                    <a:pt x="2474202" y="3006054"/>
                  </a:lnTo>
                  <a:lnTo>
                    <a:pt x="2474327" y="3006054"/>
                  </a:lnTo>
                  <a:lnTo>
                    <a:pt x="2474452" y="3006054"/>
                  </a:lnTo>
                  <a:lnTo>
                    <a:pt x="2474577" y="3006054"/>
                  </a:lnTo>
                  <a:lnTo>
                    <a:pt x="2474702" y="3006054"/>
                  </a:lnTo>
                  <a:lnTo>
                    <a:pt x="2474827" y="3006054"/>
                  </a:lnTo>
                  <a:lnTo>
                    <a:pt x="2474952" y="3006054"/>
                  </a:lnTo>
                  <a:lnTo>
                    <a:pt x="2475077" y="3006054"/>
                  </a:lnTo>
                  <a:lnTo>
                    <a:pt x="2475202" y="3006054"/>
                  </a:lnTo>
                  <a:lnTo>
                    <a:pt x="2475327" y="3006054"/>
                  </a:lnTo>
                  <a:lnTo>
                    <a:pt x="2475452" y="3006054"/>
                  </a:lnTo>
                  <a:lnTo>
                    <a:pt x="2475577" y="3006054"/>
                  </a:lnTo>
                  <a:lnTo>
                    <a:pt x="2475702" y="3006054"/>
                  </a:lnTo>
                  <a:lnTo>
                    <a:pt x="2475827" y="3006054"/>
                  </a:lnTo>
                  <a:lnTo>
                    <a:pt x="2475952" y="3006054"/>
                  </a:lnTo>
                  <a:lnTo>
                    <a:pt x="2476077" y="3006054"/>
                  </a:lnTo>
                  <a:lnTo>
                    <a:pt x="2476202" y="3006054"/>
                  </a:lnTo>
                  <a:lnTo>
                    <a:pt x="2476327" y="3006054"/>
                  </a:lnTo>
                  <a:lnTo>
                    <a:pt x="2476452" y="3006054"/>
                  </a:lnTo>
                  <a:lnTo>
                    <a:pt x="2476577" y="3006054"/>
                  </a:lnTo>
                  <a:lnTo>
                    <a:pt x="2476702" y="3006054"/>
                  </a:lnTo>
                  <a:lnTo>
                    <a:pt x="2476827" y="3006054"/>
                  </a:lnTo>
                  <a:lnTo>
                    <a:pt x="2476953" y="3006054"/>
                  </a:lnTo>
                  <a:lnTo>
                    <a:pt x="2477078" y="3006054"/>
                  </a:lnTo>
                  <a:lnTo>
                    <a:pt x="2477203" y="3006054"/>
                  </a:lnTo>
                  <a:lnTo>
                    <a:pt x="2477328" y="3006054"/>
                  </a:lnTo>
                  <a:lnTo>
                    <a:pt x="2477453" y="3006054"/>
                  </a:lnTo>
                  <a:lnTo>
                    <a:pt x="2477578" y="3006054"/>
                  </a:lnTo>
                  <a:lnTo>
                    <a:pt x="2477703" y="3006054"/>
                  </a:lnTo>
                  <a:lnTo>
                    <a:pt x="2477828" y="3006054"/>
                  </a:lnTo>
                  <a:lnTo>
                    <a:pt x="2477953" y="3006054"/>
                  </a:lnTo>
                  <a:lnTo>
                    <a:pt x="2478078" y="3006054"/>
                  </a:lnTo>
                  <a:lnTo>
                    <a:pt x="2478203" y="3006054"/>
                  </a:lnTo>
                  <a:lnTo>
                    <a:pt x="2478328" y="3006054"/>
                  </a:lnTo>
                  <a:lnTo>
                    <a:pt x="2478453" y="3006054"/>
                  </a:lnTo>
                  <a:lnTo>
                    <a:pt x="2478578" y="3006054"/>
                  </a:lnTo>
                  <a:lnTo>
                    <a:pt x="2478703" y="3006054"/>
                  </a:lnTo>
                  <a:lnTo>
                    <a:pt x="2478828" y="3006054"/>
                  </a:lnTo>
                  <a:lnTo>
                    <a:pt x="2478953" y="3006054"/>
                  </a:lnTo>
                  <a:lnTo>
                    <a:pt x="2479078" y="3006054"/>
                  </a:lnTo>
                  <a:lnTo>
                    <a:pt x="2479203" y="3006054"/>
                  </a:lnTo>
                  <a:lnTo>
                    <a:pt x="2479328" y="3006054"/>
                  </a:lnTo>
                  <a:lnTo>
                    <a:pt x="2479453" y="3006054"/>
                  </a:lnTo>
                  <a:lnTo>
                    <a:pt x="2479578" y="3006054"/>
                  </a:lnTo>
                  <a:lnTo>
                    <a:pt x="2479703" y="3006054"/>
                  </a:lnTo>
                  <a:lnTo>
                    <a:pt x="2479828" y="3006054"/>
                  </a:lnTo>
                  <a:lnTo>
                    <a:pt x="2479954" y="3006054"/>
                  </a:lnTo>
                  <a:lnTo>
                    <a:pt x="2480079" y="3006054"/>
                  </a:lnTo>
                  <a:lnTo>
                    <a:pt x="2480204" y="3006054"/>
                  </a:lnTo>
                  <a:lnTo>
                    <a:pt x="2480329" y="3006054"/>
                  </a:lnTo>
                  <a:lnTo>
                    <a:pt x="2480454" y="3006054"/>
                  </a:lnTo>
                  <a:lnTo>
                    <a:pt x="2480579" y="3006054"/>
                  </a:lnTo>
                  <a:lnTo>
                    <a:pt x="2480704" y="3006054"/>
                  </a:lnTo>
                  <a:lnTo>
                    <a:pt x="2480829" y="3006054"/>
                  </a:lnTo>
                  <a:lnTo>
                    <a:pt x="2480954" y="3006054"/>
                  </a:lnTo>
                  <a:lnTo>
                    <a:pt x="2481079" y="3006054"/>
                  </a:lnTo>
                  <a:lnTo>
                    <a:pt x="2481204" y="3006054"/>
                  </a:lnTo>
                  <a:lnTo>
                    <a:pt x="2481329" y="3006054"/>
                  </a:lnTo>
                  <a:lnTo>
                    <a:pt x="2481329" y="2996100"/>
                  </a:lnTo>
                  <a:lnTo>
                    <a:pt x="2481454" y="2996100"/>
                  </a:lnTo>
                  <a:lnTo>
                    <a:pt x="2481579" y="2996100"/>
                  </a:lnTo>
                  <a:lnTo>
                    <a:pt x="2481704" y="2996100"/>
                  </a:lnTo>
                  <a:lnTo>
                    <a:pt x="2481829" y="2996100"/>
                  </a:lnTo>
                  <a:lnTo>
                    <a:pt x="2481954" y="2996100"/>
                  </a:lnTo>
                  <a:lnTo>
                    <a:pt x="2482079" y="2996100"/>
                  </a:lnTo>
                  <a:lnTo>
                    <a:pt x="2482204" y="2996100"/>
                  </a:lnTo>
                  <a:lnTo>
                    <a:pt x="2482329" y="2996100"/>
                  </a:lnTo>
                  <a:lnTo>
                    <a:pt x="2482454" y="2996100"/>
                  </a:lnTo>
                  <a:lnTo>
                    <a:pt x="2482579" y="2996100"/>
                  </a:lnTo>
                  <a:lnTo>
                    <a:pt x="2482704" y="2996100"/>
                  </a:lnTo>
                  <a:lnTo>
                    <a:pt x="2482829" y="2996100"/>
                  </a:lnTo>
                  <a:lnTo>
                    <a:pt x="2482955" y="2996100"/>
                  </a:lnTo>
                  <a:lnTo>
                    <a:pt x="2483080" y="2996100"/>
                  </a:lnTo>
                  <a:lnTo>
                    <a:pt x="2483205" y="2996100"/>
                  </a:lnTo>
                  <a:lnTo>
                    <a:pt x="2483330" y="2996100"/>
                  </a:lnTo>
                  <a:lnTo>
                    <a:pt x="2483455" y="2996100"/>
                  </a:lnTo>
                  <a:lnTo>
                    <a:pt x="2483580" y="2996100"/>
                  </a:lnTo>
                  <a:lnTo>
                    <a:pt x="2483705" y="2996100"/>
                  </a:lnTo>
                  <a:lnTo>
                    <a:pt x="2483830" y="2996100"/>
                  </a:lnTo>
                  <a:lnTo>
                    <a:pt x="2483955" y="2996100"/>
                  </a:lnTo>
                  <a:lnTo>
                    <a:pt x="2484080" y="2996100"/>
                  </a:lnTo>
                  <a:lnTo>
                    <a:pt x="2484205" y="2996100"/>
                  </a:lnTo>
                  <a:lnTo>
                    <a:pt x="2484330" y="2996100"/>
                  </a:lnTo>
                  <a:lnTo>
                    <a:pt x="2484455" y="2996100"/>
                  </a:lnTo>
                  <a:lnTo>
                    <a:pt x="2484580" y="2996100"/>
                  </a:lnTo>
                  <a:lnTo>
                    <a:pt x="2484705" y="2996100"/>
                  </a:lnTo>
                  <a:lnTo>
                    <a:pt x="2484830" y="2996100"/>
                  </a:lnTo>
                  <a:lnTo>
                    <a:pt x="2484830" y="2986146"/>
                  </a:lnTo>
                  <a:lnTo>
                    <a:pt x="2484955" y="2986146"/>
                  </a:lnTo>
                  <a:lnTo>
                    <a:pt x="2485080" y="2986146"/>
                  </a:lnTo>
                  <a:lnTo>
                    <a:pt x="2485080" y="2976192"/>
                  </a:lnTo>
                  <a:lnTo>
                    <a:pt x="2485205" y="2976192"/>
                  </a:lnTo>
                  <a:lnTo>
                    <a:pt x="2485330" y="2976192"/>
                  </a:lnTo>
                  <a:lnTo>
                    <a:pt x="2485455" y="2976192"/>
                  </a:lnTo>
                  <a:lnTo>
                    <a:pt x="2485580" y="2976192"/>
                  </a:lnTo>
                  <a:lnTo>
                    <a:pt x="2485705" y="2976192"/>
                  </a:lnTo>
                  <a:lnTo>
                    <a:pt x="2485831" y="2976192"/>
                  </a:lnTo>
                  <a:lnTo>
                    <a:pt x="2485956" y="2976192"/>
                  </a:lnTo>
                  <a:lnTo>
                    <a:pt x="2486081" y="2976192"/>
                  </a:lnTo>
                  <a:lnTo>
                    <a:pt x="2486206" y="2976192"/>
                  </a:lnTo>
                  <a:lnTo>
                    <a:pt x="2486331" y="2976192"/>
                  </a:lnTo>
                  <a:lnTo>
                    <a:pt x="2486456" y="2976192"/>
                  </a:lnTo>
                  <a:lnTo>
                    <a:pt x="2486581" y="2976192"/>
                  </a:lnTo>
                  <a:lnTo>
                    <a:pt x="2486706" y="2976192"/>
                  </a:lnTo>
                  <a:lnTo>
                    <a:pt x="2486831" y="2976192"/>
                  </a:lnTo>
                  <a:lnTo>
                    <a:pt x="2486956" y="2976192"/>
                  </a:lnTo>
                  <a:lnTo>
                    <a:pt x="2487081" y="2976192"/>
                  </a:lnTo>
                  <a:lnTo>
                    <a:pt x="2487206" y="2976192"/>
                  </a:lnTo>
                  <a:lnTo>
                    <a:pt x="2487331" y="2976192"/>
                  </a:lnTo>
                  <a:lnTo>
                    <a:pt x="2487456" y="2976192"/>
                  </a:lnTo>
                  <a:lnTo>
                    <a:pt x="2487581" y="2976192"/>
                  </a:lnTo>
                  <a:lnTo>
                    <a:pt x="2487706" y="2976192"/>
                  </a:lnTo>
                  <a:lnTo>
                    <a:pt x="2487831" y="2976192"/>
                  </a:lnTo>
                  <a:lnTo>
                    <a:pt x="2487956" y="2976192"/>
                  </a:lnTo>
                  <a:lnTo>
                    <a:pt x="2488081" y="2976192"/>
                  </a:lnTo>
                  <a:lnTo>
                    <a:pt x="2488206" y="2976192"/>
                  </a:lnTo>
                  <a:lnTo>
                    <a:pt x="2488331" y="2976192"/>
                  </a:lnTo>
                  <a:lnTo>
                    <a:pt x="2488456" y="2976192"/>
                  </a:lnTo>
                  <a:lnTo>
                    <a:pt x="2488581" y="2976192"/>
                  </a:lnTo>
                  <a:lnTo>
                    <a:pt x="2488706" y="2976192"/>
                  </a:lnTo>
                  <a:lnTo>
                    <a:pt x="2488832" y="2976192"/>
                  </a:lnTo>
                  <a:lnTo>
                    <a:pt x="2488957" y="2976192"/>
                  </a:lnTo>
                  <a:lnTo>
                    <a:pt x="2489082" y="2976192"/>
                  </a:lnTo>
                  <a:lnTo>
                    <a:pt x="2489207" y="2976192"/>
                  </a:lnTo>
                  <a:lnTo>
                    <a:pt x="2489332" y="2976192"/>
                  </a:lnTo>
                  <a:lnTo>
                    <a:pt x="2489457" y="2976192"/>
                  </a:lnTo>
                  <a:lnTo>
                    <a:pt x="2489582" y="2976192"/>
                  </a:lnTo>
                  <a:lnTo>
                    <a:pt x="2489707" y="2976192"/>
                  </a:lnTo>
                  <a:lnTo>
                    <a:pt x="2489832" y="2976192"/>
                  </a:lnTo>
                  <a:lnTo>
                    <a:pt x="2489957" y="2976192"/>
                  </a:lnTo>
                  <a:lnTo>
                    <a:pt x="2490082" y="2976192"/>
                  </a:lnTo>
                  <a:lnTo>
                    <a:pt x="2490207" y="2976192"/>
                  </a:lnTo>
                  <a:lnTo>
                    <a:pt x="2490332" y="2976192"/>
                  </a:lnTo>
                  <a:lnTo>
                    <a:pt x="2490457" y="2976192"/>
                  </a:lnTo>
                  <a:lnTo>
                    <a:pt x="2490582" y="2976192"/>
                  </a:lnTo>
                  <a:lnTo>
                    <a:pt x="2490707" y="2976192"/>
                  </a:lnTo>
                  <a:lnTo>
                    <a:pt x="2490832" y="2976192"/>
                  </a:lnTo>
                  <a:lnTo>
                    <a:pt x="2490957" y="2976192"/>
                  </a:lnTo>
                  <a:lnTo>
                    <a:pt x="2491082" y="2976192"/>
                  </a:lnTo>
                  <a:lnTo>
                    <a:pt x="2491207" y="2976192"/>
                  </a:lnTo>
                  <a:lnTo>
                    <a:pt x="2491332" y="2976192"/>
                  </a:lnTo>
                  <a:lnTo>
                    <a:pt x="2491457" y="2976192"/>
                  </a:lnTo>
                  <a:lnTo>
                    <a:pt x="2491582" y="2976192"/>
                  </a:lnTo>
                  <a:lnTo>
                    <a:pt x="2491707" y="2976192"/>
                  </a:lnTo>
                  <a:lnTo>
                    <a:pt x="2491833" y="2976192"/>
                  </a:lnTo>
                  <a:lnTo>
                    <a:pt x="2491958" y="2976192"/>
                  </a:lnTo>
                  <a:lnTo>
                    <a:pt x="2492083" y="2976192"/>
                  </a:lnTo>
                  <a:lnTo>
                    <a:pt x="2492208" y="2976192"/>
                  </a:lnTo>
                  <a:lnTo>
                    <a:pt x="2492333" y="2976192"/>
                  </a:lnTo>
                  <a:lnTo>
                    <a:pt x="2492458" y="2976192"/>
                  </a:lnTo>
                  <a:lnTo>
                    <a:pt x="2492583" y="2976192"/>
                  </a:lnTo>
                  <a:lnTo>
                    <a:pt x="2492708" y="2976192"/>
                  </a:lnTo>
                  <a:lnTo>
                    <a:pt x="2492833" y="2976192"/>
                  </a:lnTo>
                  <a:lnTo>
                    <a:pt x="2492958" y="2976192"/>
                  </a:lnTo>
                  <a:lnTo>
                    <a:pt x="2493083" y="2976192"/>
                  </a:lnTo>
                  <a:lnTo>
                    <a:pt x="2493208" y="2976192"/>
                  </a:lnTo>
                  <a:lnTo>
                    <a:pt x="2493333" y="2976192"/>
                  </a:lnTo>
                  <a:lnTo>
                    <a:pt x="2493458" y="2976192"/>
                  </a:lnTo>
                  <a:lnTo>
                    <a:pt x="2493583" y="2976192"/>
                  </a:lnTo>
                  <a:lnTo>
                    <a:pt x="2493708" y="2976192"/>
                  </a:lnTo>
                  <a:lnTo>
                    <a:pt x="2493833" y="2976192"/>
                  </a:lnTo>
                  <a:lnTo>
                    <a:pt x="2493958" y="2976192"/>
                  </a:lnTo>
                  <a:lnTo>
                    <a:pt x="2494083" y="2976192"/>
                  </a:lnTo>
                  <a:lnTo>
                    <a:pt x="2494208" y="2976192"/>
                  </a:lnTo>
                  <a:lnTo>
                    <a:pt x="2494333" y="2976192"/>
                  </a:lnTo>
                  <a:lnTo>
                    <a:pt x="2494458" y="2976192"/>
                  </a:lnTo>
                  <a:lnTo>
                    <a:pt x="2494583" y="2976192"/>
                  </a:lnTo>
                  <a:lnTo>
                    <a:pt x="2494708" y="2976192"/>
                  </a:lnTo>
                  <a:lnTo>
                    <a:pt x="2494834" y="2976192"/>
                  </a:lnTo>
                  <a:lnTo>
                    <a:pt x="2494959" y="2976192"/>
                  </a:lnTo>
                  <a:lnTo>
                    <a:pt x="2495084" y="2976192"/>
                  </a:lnTo>
                  <a:lnTo>
                    <a:pt x="2495209" y="2976192"/>
                  </a:lnTo>
                  <a:lnTo>
                    <a:pt x="2495334" y="2976192"/>
                  </a:lnTo>
                  <a:lnTo>
                    <a:pt x="2495459" y="2976192"/>
                  </a:lnTo>
                  <a:lnTo>
                    <a:pt x="2495584" y="2976192"/>
                  </a:lnTo>
                  <a:lnTo>
                    <a:pt x="2495709" y="2976192"/>
                  </a:lnTo>
                  <a:lnTo>
                    <a:pt x="2495834" y="2976192"/>
                  </a:lnTo>
                  <a:lnTo>
                    <a:pt x="2495959" y="2976192"/>
                  </a:lnTo>
                  <a:lnTo>
                    <a:pt x="2496084" y="2976192"/>
                  </a:lnTo>
                  <a:lnTo>
                    <a:pt x="2496209" y="2976192"/>
                  </a:lnTo>
                  <a:lnTo>
                    <a:pt x="2496334" y="2976192"/>
                  </a:lnTo>
                  <a:lnTo>
                    <a:pt x="2496459" y="2976192"/>
                  </a:lnTo>
                  <a:lnTo>
                    <a:pt x="2496584" y="2976192"/>
                  </a:lnTo>
                  <a:lnTo>
                    <a:pt x="2496709" y="2976192"/>
                  </a:lnTo>
                  <a:lnTo>
                    <a:pt x="2496834" y="2976192"/>
                  </a:lnTo>
                  <a:lnTo>
                    <a:pt x="2496959" y="2976192"/>
                  </a:lnTo>
                  <a:lnTo>
                    <a:pt x="2497084" y="2976192"/>
                  </a:lnTo>
                  <a:lnTo>
                    <a:pt x="2497209" y="2976192"/>
                  </a:lnTo>
                  <a:lnTo>
                    <a:pt x="2497334" y="2976192"/>
                  </a:lnTo>
                  <a:lnTo>
                    <a:pt x="2497459" y="2976192"/>
                  </a:lnTo>
                  <a:lnTo>
                    <a:pt x="2497584" y="2976192"/>
                  </a:lnTo>
                  <a:lnTo>
                    <a:pt x="2497709" y="2976192"/>
                  </a:lnTo>
                  <a:lnTo>
                    <a:pt x="2497835" y="2976192"/>
                  </a:lnTo>
                  <a:lnTo>
                    <a:pt x="2497960" y="2976192"/>
                  </a:lnTo>
                  <a:lnTo>
                    <a:pt x="2498085" y="2976192"/>
                  </a:lnTo>
                  <a:lnTo>
                    <a:pt x="2498085" y="2966239"/>
                  </a:lnTo>
                  <a:lnTo>
                    <a:pt x="2498210" y="2966239"/>
                  </a:lnTo>
                  <a:lnTo>
                    <a:pt x="2498335" y="2966239"/>
                  </a:lnTo>
                  <a:lnTo>
                    <a:pt x="2498460" y="2966239"/>
                  </a:lnTo>
                  <a:lnTo>
                    <a:pt x="2498585" y="2966239"/>
                  </a:lnTo>
                  <a:lnTo>
                    <a:pt x="2498710" y="2966239"/>
                  </a:lnTo>
                  <a:lnTo>
                    <a:pt x="2498835" y="2966239"/>
                  </a:lnTo>
                  <a:lnTo>
                    <a:pt x="2498960" y="2966239"/>
                  </a:lnTo>
                  <a:lnTo>
                    <a:pt x="2499085" y="2966239"/>
                  </a:lnTo>
                  <a:lnTo>
                    <a:pt x="2499210" y="2966239"/>
                  </a:lnTo>
                  <a:lnTo>
                    <a:pt x="2499335" y="2966239"/>
                  </a:lnTo>
                  <a:lnTo>
                    <a:pt x="2499460" y="2966239"/>
                  </a:lnTo>
                  <a:lnTo>
                    <a:pt x="2499585" y="2966239"/>
                  </a:lnTo>
                  <a:lnTo>
                    <a:pt x="2499710" y="2966239"/>
                  </a:lnTo>
                  <a:lnTo>
                    <a:pt x="2499835" y="2966239"/>
                  </a:lnTo>
                  <a:lnTo>
                    <a:pt x="2499960" y="2966239"/>
                  </a:lnTo>
                  <a:lnTo>
                    <a:pt x="2500085" y="2966239"/>
                  </a:lnTo>
                  <a:lnTo>
                    <a:pt x="2500210" y="2966239"/>
                  </a:lnTo>
                  <a:lnTo>
                    <a:pt x="2500335" y="2966239"/>
                  </a:lnTo>
                  <a:lnTo>
                    <a:pt x="2500460" y="2966239"/>
                  </a:lnTo>
                  <a:lnTo>
                    <a:pt x="2500585" y="2966239"/>
                  </a:lnTo>
                  <a:lnTo>
                    <a:pt x="2500710" y="2966239"/>
                  </a:lnTo>
                  <a:lnTo>
                    <a:pt x="2500836" y="2966239"/>
                  </a:lnTo>
                  <a:lnTo>
                    <a:pt x="2500961" y="2966239"/>
                  </a:lnTo>
                  <a:lnTo>
                    <a:pt x="2501086" y="2966239"/>
                  </a:lnTo>
                  <a:lnTo>
                    <a:pt x="2501211" y="2966239"/>
                  </a:lnTo>
                  <a:lnTo>
                    <a:pt x="2501336" y="2966239"/>
                  </a:lnTo>
                  <a:lnTo>
                    <a:pt x="2501461" y="2966239"/>
                  </a:lnTo>
                  <a:lnTo>
                    <a:pt x="2501586" y="2966239"/>
                  </a:lnTo>
                  <a:lnTo>
                    <a:pt x="2501711" y="2966239"/>
                  </a:lnTo>
                  <a:lnTo>
                    <a:pt x="2501836" y="2966239"/>
                  </a:lnTo>
                  <a:lnTo>
                    <a:pt x="2501961" y="2966239"/>
                  </a:lnTo>
                  <a:lnTo>
                    <a:pt x="2502086" y="2966239"/>
                  </a:lnTo>
                  <a:lnTo>
                    <a:pt x="2502211" y="2966239"/>
                  </a:lnTo>
                  <a:lnTo>
                    <a:pt x="2502336" y="2966239"/>
                  </a:lnTo>
                  <a:lnTo>
                    <a:pt x="2502461" y="2966239"/>
                  </a:lnTo>
                  <a:lnTo>
                    <a:pt x="2502586" y="2966239"/>
                  </a:lnTo>
                  <a:lnTo>
                    <a:pt x="2502711" y="2966239"/>
                  </a:lnTo>
                  <a:lnTo>
                    <a:pt x="2502836" y="2966239"/>
                  </a:lnTo>
                  <a:lnTo>
                    <a:pt x="2502961" y="2966239"/>
                  </a:lnTo>
                  <a:lnTo>
                    <a:pt x="2503086" y="2966239"/>
                  </a:lnTo>
                  <a:lnTo>
                    <a:pt x="2503211" y="2966239"/>
                  </a:lnTo>
                  <a:lnTo>
                    <a:pt x="2503336" y="2966239"/>
                  </a:lnTo>
                  <a:lnTo>
                    <a:pt x="2503461" y="2966239"/>
                  </a:lnTo>
                  <a:lnTo>
                    <a:pt x="2503586" y="2966239"/>
                  </a:lnTo>
                  <a:lnTo>
                    <a:pt x="2503711" y="2966239"/>
                  </a:lnTo>
                  <a:lnTo>
                    <a:pt x="2503837" y="2966239"/>
                  </a:lnTo>
                  <a:lnTo>
                    <a:pt x="2503962" y="2966239"/>
                  </a:lnTo>
                  <a:lnTo>
                    <a:pt x="2504087" y="2966239"/>
                  </a:lnTo>
                  <a:lnTo>
                    <a:pt x="2504212" y="2966239"/>
                  </a:lnTo>
                  <a:lnTo>
                    <a:pt x="2504337" y="2966239"/>
                  </a:lnTo>
                  <a:lnTo>
                    <a:pt x="2504462" y="2966239"/>
                  </a:lnTo>
                  <a:lnTo>
                    <a:pt x="2504587" y="2966239"/>
                  </a:lnTo>
                  <a:lnTo>
                    <a:pt x="2504712" y="2966239"/>
                  </a:lnTo>
                  <a:lnTo>
                    <a:pt x="2504837" y="2966239"/>
                  </a:lnTo>
                  <a:lnTo>
                    <a:pt x="2504962" y="2966239"/>
                  </a:lnTo>
                  <a:lnTo>
                    <a:pt x="2505087" y="2966239"/>
                  </a:lnTo>
                  <a:lnTo>
                    <a:pt x="2505212" y="2966239"/>
                  </a:lnTo>
                  <a:lnTo>
                    <a:pt x="2505337" y="2966239"/>
                  </a:lnTo>
                  <a:lnTo>
                    <a:pt x="2505462" y="2966239"/>
                  </a:lnTo>
                  <a:lnTo>
                    <a:pt x="2505587" y="2966239"/>
                  </a:lnTo>
                  <a:lnTo>
                    <a:pt x="2505712" y="2966239"/>
                  </a:lnTo>
                  <a:lnTo>
                    <a:pt x="2505837" y="2966239"/>
                  </a:lnTo>
                  <a:lnTo>
                    <a:pt x="2505962" y="2966239"/>
                  </a:lnTo>
                  <a:lnTo>
                    <a:pt x="2506087" y="2966239"/>
                  </a:lnTo>
                  <a:lnTo>
                    <a:pt x="2506212" y="2966239"/>
                  </a:lnTo>
                  <a:lnTo>
                    <a:pt x="2506337" y="2966239"/>
                  </a:lnTo>
                  <a:lnTo>
                    <a:pt x="2506462" y="2966239"/>
                  </a:lnTo>
                  <a:lnTo>
                    <a:pt x="2506587" y="2966239"/>
                  </a:lnTo>
                  <a:lnTo>
                    <a:pt x="2506712" y="2966239"/>
                  </a:lnTo>
                  <a:lnTo>
                    <a:pt x="2506838" y="2966239"/>
                  </a:lnTo>
                  <a:lnTo>
                    <a:pt x="2506963" y="2966239"/>
                  </a:lnTo>
                  <a:lnTo>
                    <a:pt x="2507088" y="2966239"/>
                  </a:lnTo>
                  <a:lnTo>
                    <a:pt x="2507213" y="2966239"/>
                  </a:lnTo>
                  <a:lnTo>
                    <a:pt x="2507338" y="2966239"/>
                  </a:lnTo>
                  <a:lnTo>
                    <a:pt x="2507463" y="2966239"/>
                  </a:lnTo>
                  <a:lnTo>
                    <a:pt x="2507588" y="2966239"/>
                  </a:lnTo>
                  <a:lnTo>
                    <a:pt x="2507713" y="2966239"/>
                  </a:lnTo>
                  <a:lnTo>
                    <a:pt x="2507838" y="2966239"/>
                  </a:lnTo>
                  <a:lnTo>
                    <a:pt x="2507838" y="2956285"/>
                  </a:lnTo>
                  <a:lnTo>
                    <a:pt x="2507963" y="2956285"/>
                  </a:lnTo>
                  <a:lnTo>
                    <a:pt x="2508088" y="2956285"/>
                  </a:lnTo>
                  <a:lnTo>
                    <a:pt x="2508213" y="2956285"/>
                  </a:lnTo>
                  <a:lnTo>
                    <a:pt x="2508338" y="2956285"/>
                  </a:lnTo>
                  <a:lnTo>
                    <a:pt x="2508463" y="2956285"/>
                  </a:lnTo>
                  <a:lnTo>
                    <a:pt x="2508588" y="2956285"/>
                  </a:lnTo>
                  <a:lnTo>
                    <a:pt x="2508588" y="2946331"/>
                  </a:lnTo>
                  <a:lnTo>
                    <a:pt x="2508713" y="2946331"/>
                  </a:lnTo>
                  <a:lnTo>
                    <a:pt x="2508838" y="2946331"/>
                  </a:lnTo>
                  <a:lnTo>
                    <a:pt x="2508963" y="2946331"/>
                  </a:lnTo>
                  <a:lnTo>
                    <a:pt x="2509088" y="2946331"/>
                  </a:lnTo>
                  <a:lnTo>
                    <a:pt x="2509213" y="2946331"/>
                  </a:lnTo>
                  <a:lnTo>
                    <a:pt x="2509338" y="2946331"/>
                  </a:lnTo>
                  <a:lnTo>
                    <a:pt x="2509463" y="2946331"/>
                  </a:lnTo>
                  <a:lnTo>
                    <a:pt x="2509588" y="2946331"/>
                  </a:lnTo>
                  <a:lnTo>
                    <a:pt x="2509713" y="2946331"/>
                  </a:lnTo>
                  <a:lnTo>
                    <a:pt x="2509839" y="2946331"/>
                  </a:lnTo>
                  <a:lnTo>
                    <a:pt x="2509964" y="2946331"/>
                  </a:lnTo>
                  <a:lnTo>
                    <a:pt x="2510089" y="2946331"/>
                  </a:lnTo>
                  <a:lnTo>
                    <a:pt x="2510214" y="2946331"/>
                  </a:lnTo>
                  <a:lnTo>
                    <a:pt x="2510339" y="2946331"/>
                  </a:lnTo>
                  <a:lnTo>
                    <a:pt x="2510464" y="2946331"/>
                  </a:lnTo>
                  <a:lnTo>
                    <a:pt x="2510589" y="2946331"/>
                  </a:lnTo>
                  <a:lnTo>
                    <a:pt x="2510714" y="2946331"/>
                  </a:lnTo>
                  <a:lnTo>
                    <a:pt x="2510839" y="2946331"/>
                  </a:lnTo>
                  <a:lnTo>
                    <a:pt x="2510964" y="2946331"/>
                  </a:lnTo>
                  <a:lnTo>
                    <a:pt x="2511089" y="2946331"/>
                  </a:lnTo>
                  <a:lnTo>
                    <a:pt x="2511214" y="2946331"/>
                  </a:lnTo>
                  <a:lnTo>
                    <a:pt x="2511339" y="2946331"/>
                  </a:lnTo>
                  <a:lnTo>
                    <a:pt x="2511464" y="2946331"/>
                  </a:lnTo>
                  <a:lnTo>
                    <a:pt x="2511589" y="2946331"/>
                  </a:lnTo>
                  <a:lnTo>
                    <a:pt x="2511714" y="2946331"/>
                  </a:lnTo>
                  <a:lnTo>
                    <a:pt x="2511839" y="2946331"/>
                  </a:lnTo>
                  <a:lnTo>
                    <a:pt x="2511964" y="2946331"/>
                  </a:lnTo>
                  <a:lnTo>
                    <a:pt x="2512089" y="2946331"/>
                  </a:lnTo>
                  <a:lnTo>
                    <a:pt x="2512214" y="2946331"/>
                  </a:lnTo>
                  <a:lnTo>
                    <a:pt x="2512339" y="2946331"/>
                  </a:lnTo>
                  <a:lnTo>
                    <a:pt x="2512464" y="2946331"/>
                  </a:lnTo>
                  <a:lnTo>
                    <a:pt x="2512589" y="2946331"/>
                  </a:lnTo>
                  <a:lnTo>
                    <a:pt x="2512714" y="2946331"/>
                  </a:lnTo>
                  <a:lnTo>
                    <a:pt x="2512840" y="2946331"/>
                  </a:lnTo>
                  <a:lnTo>
                    <a:pt x="2512965" y="2946331"/>
                  </a:lnTo>
                  <a:lnTo>
                    <a:pt x="2513090" y="2946331"/>
                  </a:lnTo>
                  <a:lnTo>
                    <a:pt x="2513215" y="2946331"/>
                  </a:lnTo>
                  <a:lnTo>
                    <a:pt x="2513340" y="2946331"/>
                  </a:lnTo>
                  <a:lnTo>
                    <a:pt x="2513465" y="2946331"/>
                  </a:lnTo>
                  <a:lnTo>
                    <a:pt x="2513590" y="2946331"/>
                  </a:lnTo>
                  <a:lnTo>
                    <a:pt x="2513715" y="2946331"/>
                  </a:lnTo>
                  <a:lnTo>
                    <a:pt x="2513840" y="2946331"/>
                  </a:lnTo>
                  <a:lnTo>
                    <a:pt x="2513965" y="2946331"/>
                  </a:lnTo>
                  <a:lnTo>
                    <a:pt x="2514090" y="2946331"/>
                  </a:lnTo>
                  <a:lnTo>
                    <a:pt x="2514215" y="2946331"/>
                  </a:lnTo>
                  <a:lnTo>
                    <a:pt x="2514340" y="2946331"/>
                  </a:lnTo>
                  <a:lnTo>
                    <a:pt x="2514465" y="2946331"/>
                  </a:lnTo>
                  <a:lnTo>
                    <a:pt x="2514590" y="2946331"/>
                  </a:lnTo>
                  <a:lnTo>
                    <a:pt x="2514715" y="2946331"/>
                  </a:lnTo>
                  <a:lnTo>
                    <a:pt x="2514840" y="2946331"/>
                  </a:lnTo>
                  <a:lnTo>
                    <a:pt x="2514965" y="2946331"/>
                  </a:lnTo>
                  <a:lnTo>
                    <a:pt x="2515090" y="2946331"/>
                  </a:lnTo>
                  <a:lnTo>
                    <a:pt x="2515215" y="2946331"/>
                  </a:lnTo>
                  <a:lnTo>
                    <a:pt x="2515340" y="2946331"/>
                  </a:lnTo>
                  <a:lnTo>
                    <a:pt x="2515465" y="2946331"/>
                  </a:lnTo>
                  <a:lnTo>
                    <a:pt x="2515590" y="2946331"/>
                  </a:lnTo>
                  <a:lnTo>
                    <a:pt x="2515715" y="2946331"/>
                  </a:lnTo>
                  <a:lnTo>
                    <a:pt x="2515841" y="2946331"/>
                  </a:lnTo>
                  <a:lnTo>
                    <a:pt x="2515966" y="2946331"/>
                  </a:lnTo>
                  <a:lnTo>
                    <a:pt x="2516091" y="2946331"/>
                  </a:lnTo>
                  <a:lnTo>
                    <a:pt x="2516216" y="2946331"/>
                  </a:lnTo>
                  <a:lnTo>
                    <a:pt x="2516341" y="2946331"/>
                  </a:lnTo>
                  <a:lnTo>
                    <a:pt x="2516466" y="2946331"/>
                  </a:lnTo>
                  <a:lnTo>
                    <a:pt x="2516591" y="2946331"/>
                  </a:lnTo>
                  <a:lnTo>
                    <a:pt x="2516716" y="2946331"/>
                  </a:lnTo>
                  <a:lnTo>
                    <a:pt x="2516841" y="2946331"/>
                  </a:lnTo>
                  <a:lnTo>
                    <a:pt x="2516966" y="2946331"/>
                  </a:lnTo>
                  <a:lnTo>
                    <a:pt x="2517091" y="2946331"/>
                  </a:lnTo>
                  <a:lnTo>
                    <a:pt x="2517216" y="2946331"/>
                  </a:lnTo>
                  <a:lnTo>
                    <a:pt x="2517341" y="2946331"/>
                  </a:lnTo>
                  <a:lnTo>
                    <a:pt x="2517466" y="2946331"/>
                  </a:lnTo>
                  <a:lnTo>
                    <a:pt x="2517591" y="2946331"/>
                  </a:lnTo>
                  <a:lnTo>
                    <a:pt x="2517716" y="2946331"/>
                  </a:lnTo>
                  <a:lnTo>
                    <a:pt x="2517841" y="2946331"/>
                  </a:lnTo>
                  <a:lnTo>
                    <a:pt x="2517966" y="2946331"/>
                  </a:lnTo>
                  <a:lnTo>
                    <a:pt x="2518091" y="2946331"/>
                  </a:lnTo>
                  <a:lnTo>
                    <a:pt x="2518216" y="2946331"/>
                  </a:lnTo>
                  <a:lnTo>
                    <a:pt x="2518341" y="2946331"/>
                  </a:lnTo>
                  <a:lnTo>
                    <a:pt x="2518466" y="2946331"/>
                  </a:lnTo>
                  <a:lnTo>
                    <a:pt x="2518591" y="2946331"/>
                  </a:lnTo>
                  <a:lnTo>
                    <a:pt x="2518716" y="2946331"/>
                  </a:lnTo>
                  <a:lnTo>
                    <a:pt x="2518842" y="2946331"/>
                  </a:lnTo>
                  <a:lnTo>
                    <a:pt x="2518967" y="2946331"/>
                  </a:lnTo>
                  <a:lnTo>
                    <a:pt x="2519092" y="2946331"/>
                  </a:lnTo>
                  <a:lnTo>
                    <a:pt x="2519217" y="2946331"/>
                  </a:lnTo>
                  <a:lnTo>
                    <a:pt x="2519342" y="2946331"/>
                  </a:lnTo>
                  <a:lnTo>
                    <a:pt x="2519467" y="2946331"/>
                  </a:lnTo>
                  <a:lnTo>
                    <a:pt x="2519592" y="2946331"/>
                  </a:lnTo>
                  <a:lnTo>
                    <a:pt x="2519717" y="2946331"/>
                  </a:lnTo>
                  <a:lnTo>
                    <a:pt x="2519842" y="2946331"/>
                  </a:lnTo>
                  <a:lnTo>
                    <a:pt x="2519967" y="2946331"/>
                  </a:lnTo>
                  <a:lnTo>
                    <a:pt x="2520092" y="2946331"/>
                  </a:lnTo>
                  <a:lnTo>
                    <a:pt x="2520217" y="2946331"/>
                  </a:lnTo>
                  <a:lnTo>
                    <a:pt x="2520342" y="2946331"/>
                  </a:lnTo>
                  <a:lnTo>
                    <a:pt x="2520467" y="2946331"/>
                  </a:lnTo>
                  <a:lnTo>
                    <a:pt x="2520592" y="2946331"/>
                  </a:lnTo>
                  <a:lnTo>
                    <a:pt x="2520717" y="2946331"/>
                  </a:lnTo>
                  <a:lnTo>
                    <a:pt x="2520842" y="2946331"/>
                  </a:lnTo>
                  <a:lnTo>
                    <a:pt x="2520967" y="2946331"/>
                  </a:lnTo>
                  <a:lnTo>
                    <a:pt x="2521092" y="2946331"/>
                  </a:lnTo>
                  <a:lnTo>
                    <a:pt x="2521217" y="2946331"/>
                  </a:lnTo>
                  <a:lnTo>
                    <a:pt x="2521342" y="2946331"/>
                  </a:lnTo>
                  <a:lnTo>
                    <a:pt x="2521467" y="2946331"/>
                  </a:lnTo>
                  <a:lnTo>
                    <a:pt x="2521592" y="2946331"/>
                  </a:lnTo>
                  <a:lnTo>
                    <a:pt x="2521717" y="2946331"/>
                  </a:lnTo>
                  <a:lnTo>
                    <a:pt x="2521843" y="2946331"/>
                  </a:lnTo>
                  <a:lnTo>
                    <a:pt x="2521968" y="2946331"/>
                  </a:lnTo>
                  <a:lnTo>
                    <a:pt x="2522093" y="2946331"/>
                  </a:lnTo>
                  <a:lnTo>
                    <a:pt x="2522218" y="2946331"/>
                  </a:lnTo>
                  <a:lnTo>
                    <a:pt x="2522343" y="2946331"/>
                  </a:lnTo>
                  <a:lnTo>
                    <a:pt x="2522468" y="2946331"/>
                  </a:lnTo>
                  <a:lnTo>
                    <a:pt x="2522593" y="2946331"/>
                  </a:lnTo>
                  <a:lnTo>
                    <a:pt x="2522718" y="2946331"/>
                  </a:lnTo>
                  <a:lnTo>
                    <a:pt x="2522843" y="2946331"/>
                  </a:lnTo>
                  <a:lnTo>
                    <a:pt x="2522968" y="2946331"/>
                  </a:lnTo>
                  <a:lnTo>
                    <a:pt x="2523093" y="2946331"/>
                  </a:lnTo>
                  <a:lnTo>
                    <a:pt x="2523218" y="2946331"/>
                  </a:lnTo>
                  <a:lnTo>
                    <a:pt x="2523343" y="2946331"/>
                  </a:lnTo>
                  <a:lnTo>
                    <a:pt x="2523468" y="2946331"/>
                  </a:lnTo>
                  <a:lnTo>
                    <a:pt x="2523593" y="2946331"/>
                  </a:lnTo>
                  <a:lnTo>
                    <a:pt x="2523718" y="2946331"/>
                  </a:lnTo>
                  <a:lnTo>
                    <a:pt x="2523843" y="2946331"/>
                  </a:lnTo>
                  <a:lnTo>
                    <a:pt x="2523968" y="2946331"/>
                  </a:lnTo>
                  <a:lnTo>
                    <a:pt x="2524093" y="2946331"/>
                  </a:lnTo>
                  <a:lnTo>
                    <a:pt x="2524218" y="2946331"/>
                  </a:lnTo>
                  <a:lnTo>
                    <a:pt x="2524343" y="2946331"/>
                  </a:lnTo>
                  <a:lnTo>
                    <a:pt x="2524468" y="2946331"/>
                  </a:lnTo>
                  <a:lnTo>
                    <a:pt x="2524593" y="2946331"/>
                  </a:lnTo>
                  <a:lnTo>
                    <a:pt x="2524719" y="2946331"/>
                  </a:lnTo>
                  <a:lnTo>
                    <a:pt x="2524844" y="2946331"/>
                  </a:lnTo>
                  <a:lnTo>
                    <a:pt x="2524969" y="2946331"/>
                  </a:lnTo>
                  <a:lnTo>
                    <a:pt x="2525094" y="2946331"/>
                  </a:lnTo>
                  <a:lnTo>
                    <a:pt x="2525219" y="2946331"/>
                  </a:lnTo>
                  <a:lnTo>
                    <a:pt x="2525344" y="2946331"/>
                  </a:lnTo>
                  <a:lnTo>
                    <a:pt x="2525469" y="2946331"/>
                  </a:lnTo>
                  <a:lnTo>
                    <a:pt x="2525594" y="2946331"/>
                  </a:lnTo>
                  <a:lnTo>
                    <a:pt x="2525719" y="2946331"/>
                  </a:lnTo>
                  <a:lnTo>
                    <a:pt x="2525844" y="2946331"/>
                  </a:lnTo>
                  <a:lnTo>
                    <a:pt x="2525969" y="2946331"/>
                  </a:lnTo>
                  <a:lnTo>
                    <a:pt x="2526094" y="2946331"/>
                  </a:lnTo>
                  <a:lnTo>
                    <a:pt x="2526219" y="2946331"/>
                  </a:lnTo>
                  <a:lnTo>
                    <a:pt x="2526344" y="2946331"/>
                  </a:lnTo>
                  <a:lnTo>
                    <a:pt x="2526469" y="2946331"/>
                  </a:lnTo>
                  <a:lnTo>
                    <a:pt x="2526594" y="2946331"/>
                  </a:lnTo>
                  <a:lnTo>
                    <a:pt x="2526719" y="2946331"/>
                  </a:lnTo>
                  <a:lnTo>
                    <a:pt x="2526844" y="2946331"/>
                  </a:lnTo>
                  <a:lnTo>
                    <a:pt x="2526969" y="2946331"/>
                  </a:lnTo>
                  <a:lnTo>
                    <a:pt x="2527094" y="2946331"/>
                  </a:lnTo>
                  <a:lnTo>
                    <a:pt x="2527219" y="2946331"/>
                  </a:lnTo>
                  <a:lnTo>
                    <a:pt x="2527344" y="2946331"/>
                  </a:lnTo>
                  <a:lnTo>
                    <a:pt x="2527344" y="2936377"/>
                  </a:lnTo>
                  <a:lnTo>
                    <a:pt x="2527469" y="2936377"/>
                  </a:lnTo>
                  <a:lnTo>
                    <a:pt x="2527594" y="2936377"/>
                  </a:lnTo>
                  <a:lnTo>
                    <a:pt x="2527720" y="2936377"/>
                  </a:lnTo>
                  <a:lnTo>
                    <a:pt x="2527845" y="2936377"/>
                  </a:lnTo>
                  <a:lnTo>
                    <a:pt x="2527970" y="2936377"/>
                  </a:lnTo>
                  <a:lnTo>
                    <a:pt x="2528095" y="2936377"/>
                  </a:lnTo>
                  <a:lnTo>
                    <a:pt x="2528220" y="2936377"/>
                  </a:lnTo>
                  <a:lnTo>
                    <a:pt x="2528345" y="2936377"/>
                  </a:lnTo>
                  <a:lnTo>
                    <a:pt x="2528470" y="2936377"/>
                  </a:lnTo>
                  <a:lnTo>
                    <a:pt x="2528595" y="2936377"/>
                  </a:lnTo>
                  <a:lnTo>
                    <a:pt x="2528720" y="2936377"/>
                  </a:lnTo>
                  <a:lnTo>
                    <a:pt x="2528845" y="2936377"/>
                  </a:lnTo>
                  <a:lnTo>
                    <a:pt x="2528970" y="2936377"/>
                  </a:lnTo>
                  <a:lnTo>
                    <a:pt x="2529095" y="2936377"/>
                  </a:lnTo>
                  <a:lnTo>
                    <a:pt x="2529220" y="2936377"/>
                  </a:lnTo>
                  <a:lnTo>
                    <a:pt x="2529345" y="2936377"/>
                  </a:lnTo>
                  <a:lnTo>
                    <a:pt x="2529470" y="2936377"/>
                  </a:lnTo>
                  <a:lnTo>
                    <a:pt x="2529595" y="2936377"/>
                  </a:lnTo>
                  <a:lnTo>
                    <a:pt x="2529720" y="2936377"/>
                  </a:lnTo>
                  <a:lnTo>
                    <a:pt x="2529845" y="2936377"/>
                  </a:lnTo>
                  <a:lnTo>
                    <a:pt x="2529970" y="2936377"/>
                  </a:lnTo>
                  <a:lnTo>
                    <a:pt x="2530095" y="2936377"/>
                  </a:lnTo>
                  <a:lnTo>
                    <a:pt x="2530220" y="2936377"/>
                  </a:lnTo>
                  <a:lnTo>
                    <a:pt x="2530345" y="2936377"/>
                  </a:lnTo>
                  <a:lnTo>
                    <a:pt x="2530470" y="2936377"/>
                  </a:lnTo>
                  <a:lnTo>
                    <a:pt x="2530595" y="2936377"/>
                  </a:lnTo>
                  <a:lnTo>
                    <a:pt x="2530721" y="2936377"/>
                  </a:lnTo>
                  <a:lnTo>
                    <a:pt x="2530846" y="2936377"/>
                  </a:lnTo>
                  <a:lnTo>
                    <a:pt x="2530971" y="2936377"/>
                  </a:lnTo>
                  <a:lnTo>
                    <a:pt x="2531096" y="2936377"/>
                  </a:lnTo>
                  <a:lnTo>
                    <a:pt x="2531221" y="2936377"/>
                  </a:lnTo>
                  <a:lnTo>
                    <a:pt x="2531346" y="2936377"/>
                  </a:lnTo>
                  <a:lnTo>
                    <a:pt x="2531471" y="2936377"/>
                  </a:lnTo>
                  <a:lnTo>
                    <a:pt x="2531596" y="2936377"/>
                  </a:lnTo>
                  <a:lnTo>
                    <a:pt x="2531721" y="2936377"/>
                  </a:lnTo>
                  <a:lnTo>
                    <a:pt x="2531846" y="2936377"/>
                  </a:lnTo>
                  <a:lnTo>
                    <a:pt x="2531971" y="2936377"/>
                  </a:lnTo>
                  <a:lnTo>
                    <a:pt x="2532096" y="2936377"/>
                  </a:lnTo>
                  <a:lnTo>
                    <a:pt x="2532221" y="2936377"/>
                  </a:lnTo>
                  <a:lnTo>
                    <a:pt x="2532346" y="2936377"/>
                  </a:lnTo>
                  <a:lnTo>
                    <a:pt x="2532471" y="2936377"/>
                  </a:lnTo>
                  <a:lnTo>
                    <a:pt x="2532596" y="2936377"/>
                  </a:lnTo>
                  <a:lnTo>
                    <a:pt x="2532721" y="2936377"/>
                  </a:lnTo>
                  <a:lnTo>
                    <a:pt x="2532846" y="2936377"/>
                  </a:lnTo>
                  <a:lnTo>
                    <a:pt x="2532971" y="2936377"/>
                  </a:lnTo>
                  <a:lnTo>
                    <a:pt x="2533096" y="2936377"/>
                  </a:lnTo>
                  <a:lnTo>
                    <a:pt x="2533221" y="2936377"/>
                  </a:lnTo>
                  <a:lnTo>
                    <a:pt x="2533346" y="2936377"/>
                  </a:lnTo>
                  <a:lnTo>
                    <a:pt x="2533471" y="2936377"/>
                  </a:lnTo>
                  <a:lnTo>
                    <a:pt x="2533596" y="2936377"/>
                  </a:lnTo>
                  <a:lnTo>
                    <a:pt x="2533722" y="2936377"/>
                  </a:lnTo>
                  <a:lnTo>
                    <a:pt x="2533847" y="2936377"/>
                  </a:lnTo>
                  <a:lnTo>
                    <a:pt x="2533972" y="2936377"/>
                  </a:lnTo>
                  <a:lnTo>
                    <a:pt x="2534097" y="2936377"/>
                  </a:lnTo>
                  <a:lnTo>
                    <a:pt x="2534222" y="2936377"/>
                  </a:lnTo>
                  <a:lnTo>
                    <a:pt x="2534347" y="2936377"/>
                  </a:lnTo>
                  <a:lnTo>
                    <a:pt x="2534472" y="2936377"/>
                  </a:lnTo>
                  <a:lnTo>
                    <a:pt x="2534597" y="2936377"/>
                  </a:lnTo>
                  <a:lnTo>
                    <a:pt x="2534722" y="2936377"/>
                  </a:lnTo>
                  <a:lnTo>
                    <a:pt x="2534847" y="2936377"/>
                  </a:lnTo>
                  <a:lnTo>
                    <a:pt x="2534972" y="2936377"/>
                  </a:lnTo>
                  <a:lnTo>
                    <a:pt x="2535097" y="2936377"/>
                  </a:lnTo>
                  <a:lnTo>
                    <a:pt x="2535222" y="2936377"/>
                  </a:lnTo>
                  <a:lnTo>
                    <a:pt x="2535347" y="2936377"/>
                  </a:lnTo>
                  <a:lnTo>
                    <a:pt x="2535472" y="2936377"/>
                  </a:lnTo>
                  <a:lnTo>
                    <a:pt x="2535597" y="2936377"/>
                  </a:lnTo>
                  <a:lnTo>
                    <a:pt x="2535722" y="2936377"/>
                  </a:lnTo>
                  <a:lnTo>
                    <a:pt x="2535847" y="2936377"/>
                  </a:lnTo>
                  <a:lnTo>
                    <a:pt x="2535972" y="2936377"/>
                  </a:lnTo>
                  <a:lnTo>
                    <a:pt x="2536097" y="2936377"/>
                  </a:lnTo>
                  <a:lnTo>
                    <a:pt x="2536222" y="2936377"/>
                  </a:lnTo>
                  <a:lnTo>
                    <a:pt x="2536347" y="2936377"/>
                  </a:lnTo>
                  <a:lnTo>
                    <a:pt x="2536472" y="2936377"/>
                  </a:lnTo>
                  <a:lnTo>
                    <a:pt x="2536597" y="2936377"/>
                  </a:lnTo>
                  <a:lnTo>
                    <a:pt x="2536723" y="2936377"/>
                  </a:lnTo>
                  <a:lnTo>
                    <a:pt x="2536848" y="2936377"/>
                  </a:lnTo>
                  <a:lnTo>
                    <a:pt x="2536973" y="2936377"/>
                  </a:lnTo>
                  <a:lnTo>
                    <a:pt x="2537098" y="2936377"/>
                  </a:lnTo>
                  <a:lnTo>
                    <a:pt x="2537223" y="2936377"/>
                  </a:lnTo>
                  <a:lnTo>
                    <a:pt x="2537223" y="2926423"/>
                  </a:lnTo>
                  <a:lnTo>
                    <a:pt x="2537348" y="2926423"/>
                  </a:lnTo>
                  <a:lnTo>
                    <a:pt x="2537473" y="2926423"/>
                  </a:lnTo>
                  <a:lnTo>
                    <a:pt x="2537598" y="2926423"/>
                  </a:lnTo>
                  <a:lnTo>
                    <a:pt x="2537723" y="2926423"/>
                  </a:lnTo>
                  <a:lnTo>
                    <a:pt x="2537848" y="2926423"/>
                  </a:lnTo>
                  <a:lnTo>
                    <a:pt x="2537973" y="2926423"/>
                  </a:lnTo>
                  <a:lnTo>
                    <a:pt x="2538098" y="2926423"/>
                  </a:lnTo>
                  <a:lnTo>
                    <a:pt x="2538223" y="2926423"/>
                  </a:lnTo>
                  <a:lnTo>
                    <a:pt x="2538348" y="2926423"/>
                  </a:lnTo>
                  <a:lnTo>
                    <a:pt x="2538473" y="2926423"/>
                  </a:lnTo>
                  <a:lnTo>
                    <a:pt x="2538598" y="2926423"/>
                  </a:lnTo>
                  <a:lnTo>
                    <a:pt x="2538723" y="2926423"/>
                  </a:lnTo>
                  <a:lnTo>
                    <a:pt x="2538848" y="2926423"/>
                  </a:lnTo>
                  <a:lnTo>
                    <a:pt x="2538973" y="2926423"/>
                  </a:lnTo>
                  <a:lnTo>
                    <a:pt x="2539098" y="2926423"/>
                  </a:lnTo>
                  <a:lnTo>
                    <a:pt x="2539223" y="2926423"/>
                  </a:lnTo>
                  <a:lnTo>
                    <a:pt x="2539348" y="2926423"/>
                  </a:lnTo>
                  <a:lnTo>
                    <a:pt x="2539473" y="2926423"/>
                  </a:lnTo>
                  <a:lnTo>
                    <a:pt x="2539598" y="2926423"/>
                  </a:lnTo>
                  <a:lnTo>
                    <a:pt x="2539724" y="2926423"/>
                  </a:lnTo>
                  <a:lnTo>
                    <a:pt x="2539849" y="2926423"/>
                  </a:lnTo>
                  <a:lnTo>
                    <a:pt x="2539974" y="2926423"/>
                  </a:lnTo>
                  <a:lnTo>
                    <a:pt x="2540099" y="2926423"/>
                  </a:lnTo>
                  <a:lnTo>
                    <a:pt x="2540224" y="2926423"/>
                  </a:lnTo>
                  <a:lnTo>
                    <a:pt x="2540349" y="2926423"/>
                  </a:lnTo>
                  <a:lnTo>
                    <a:pt x="2540474" y="2926423"/>
                  </a:lnTo>
                  <a:lnTo>
                    <a:pt x="2540599" y="2926423"/>
                  </a:lnTo>
                  <a:lnTo>
                    <a:pt x="2540724" y="2926423"/>
                  </a:lnTo>
                  <a:lnTo>
                    <a:pt x="2540849" y="2926423"/>
                  </a:lnTo>
                  <a:lnTo>
                    <a:pt x="2540974" y="2926423"/>
                  </a:lnTo>
                  <a:lnTo>
                    <a:pt x="2541099" y="2926423"/>
                  </a:lnTo>
                  <a:lnTo>
                    <a:pt x="2541224" y="2926423"/>
                  </a:lnTo>
                  <a:lnTo>
                    <a:pt x="2541349" y="2926423"/>
                  </a:lnTo>
                  <a:lnTo>
                    <a:pt x="2541474" y="2926423"/>
                  </a:lnTo>
                  <a:lnTo>
                    <a:pt x="2541599" y="2926423"/>
                  </a:lnTo>
                  <a:lnTo>
                    <a:pt x="2541724" y="2926423"/>
                  </a:lnTo>
                  <a:lnTo>
                    <a:pt x="2541849" y="2926423"/>
                  </a:lnTo>
                  <a:lnTo>
                    <a:pt x="2541974" y="2926423"/>
                  </a:lnTo>
                  <a:lnTo>
                    <a:pt x="2542099" y="2926423"/>
                  </a:lnTo>
                  <a:lnTo>
                    <a:pt x="2542224" y="2926423"/>
                  </a:lnTo>
                  <a:lnTo>
                    <a:pt x="2542349" y="2926423"/>
                  </a:lnTo>
                  <a:lnTo>
                    <a:pt x="2542474" y="2926423"/>
                  </a:lnTo>
                  <a:lnTo>
                    <a:pt x="2542599" y="2926423"/>
                  </a:lnTo>
                  <a:lnTo>
                    <a:pt x="2542725" y="2926423"/>
                  </a:lnTo>
                  <a:lnTo>
                    <a:pt x="2542850" y="2926423"/>
                  </a:lnTo>
                  <a:lnTo>
                    <a:pt x="2542975" y="2926423"/>
                  </a:lnTo>
                  <a:lnTo>
                    <a:pt x="2543100" y="2926423"/>
                  </a:lnTo>
                  <a:lnTo>
                    <a:pt x="2543225" y="2926423"/>
                  </a:lnTo>
                  <a:lnTo>
                    <a:pt x="2543350" y="2926423"/>
                  </a:lnTo>
                  <a:lnTo>
                    <a:pt x="2543475" y="2926423"/>
                  </a:lnTo>
                  <a:lnTo>
                    <a:pt x="2543600" y="2926423"/>
                  </a:lnTo>
                  <a:lnTo>
                    <a:pt x="2543725" y="2926423"/>
                  </a:lnTo>
                  <a:lnTo>
                    <a:pt x="2543850" y="2926423"/>
                  </a:lnTo>
                  <a:lnTo>
                    <a:pt x="2543975" y="2926423"/>
                  </a:lnTo>
                  <a:lnTo>
                    <a:pt x="2544100" y="2926423"/>
                  </a:lnTo>
                  <a:lnTo>
                    <a:pt x="2544225" y="2926423"/>
                  </a:lnTo>
                  <a:lnTo>
                    <a:pt x="2544350" y="2926423"/>
                  </a:lnTo>
                  <a:lnTo>
                    <a:pt x="2544475" y="2926423"/>
                  </a:lnTo>
                  <a:lnTo>
                    <a:pt x="2544475" y="2916470"/>
                  </a:lnTo>
                  <a:lnTo>
                    <a:pt x="2544600" y="2916470"/>
                  </a:lnTo>
                  <a:lnTo>
                    <a:pt x="2544725" y="2916470"/>
                  </a:lnTo>
                  <a:lnTo>
                    <a:pt x="2544850" y="2916470"/>
                  </a:lnTo>
                  <a:lnTo>
                    <a:pt x="2544975" y="2916470"/>
                  </a:lnTo>
                  <a:lnTo>
                    <a:pt x="2545100" y="2916470"/>
                  </a:lnTo>
                  <a:lnTo>
                    <a:pt x="2545225" y="2916470"/>
                  </a:lnTo>
                  <a:lnTo>
                    <a:pt x="2545350" y="2916470"/>
                  </a:lnTo>
                  <a:lnTo>
                    <a:pt x="2545475" y="2916470"/>
                  </a:lnTo>
                  <a:lnTo>
                    <a:pt x="2545600" y="2916470"/>
                  </a:lnTo>
                  <a:lnTo>
                    <a:pt x="2545726" y="2916470"/>
                  </a:lnTo>
                  <a:lnTo>
                    <a:pt x="2545851" y="2916470"/>
                  </a:lnTo>
                  <a:lnTo>
                    <a:pt x="2545976" y="2916470"/>
                  </a:lnTo>
                  <a:lnTo>
                    <a:pt x="2546101" y="2916470"/>
                  </a:lnTo>
                  <a:lnTo>
                    <a:pt x="2546226" y="2916470"/>
                  </a:lnTo>
                  <a:lnTo>
                    <a:pt x="2546351" y="2916470"/>
                  </a:lnTo>
                  <a:lnTo>
                    <a:pt x="2546476" y="2916470"/>
                  </a:lnTo>
                  <a:lnTo>
                    <a:pt x="2546601" y="2916470"/>
                  </a:lnTo>
                  <a:lnTo>
                    <a:pt x="2546726" y="2916470"/>
                  </a:lnTo>
                  <a:lnTo>
                    <a:pt x="2546851" y="2916470"/>
                  </a:lnTo>
                  <a:lnTo>
                    <a:pt x="2546976" y="2916470"/>
                  </a:lnTo>
                  <a:lnTo>
                    <a:pt x="2547101" y="2916470"/>
                  </a:lnTo>
                  <a:lnTo>
                    <a:pt x="2547226" y="2916470"/>
                  </a:lnTo>
                  <a:lnTo>
                    <a:pt x="2547351" y="2916470"/>
                  </a:lnTo>
                  <a:lnTo>
                    <a:pt x="2547476" y="2916470"/>
                  </a:lnTo>
                  <a:lnTo>
                    <a:pt x="2547601" y="2916470"/>
                  </a:lnTo>
                  <a:lnTo>
                    <a:pt x="2547726" y="2916470"/>
                  </a:lnTo>
                  <a:lnTo>
                    <a:pt x="2547851" y="2916470"/>
                  </a:lnTo>
                  <a:lnTo>
                    <a:pt x="2547976" y="2916470"/>
                  </a:lnTo>
                  <a:lnTo>
                    <a:pt x="2548101" y="2916470"/>
                  </a:lnTo>
                  <a:lnTo>
                    <a:pt x="2548226" y="2916470"/>
                  </a:lnTo>
                  <a:lnTo>
                    <a:pt x="2548351" y="2916470"/>
                  </a:lnTo>
                  <a:lnTo>
                    <a:pt x="2548476" y="2916470"/>
                  </a:lnTo>
                  <a:lnTo>
                    <a:pt x="2548601" y="2916470"/>
                  </a:lnTo>
                  <a:lnTo>
                    <a:pt x="2548727" y="2916470"/>
                  </a:lnTo>
                  <a:lnTo>
                    <a:pt x="2548852" y="2916470"/>
                  </a:lnTo>
                  <a:lnTo>
                    <a:pt x="2548977" y="2916470"/>
                  </a:lnTo>
                  <a:lnTo>
                    <a:pt x="2549102" y="2916470"/>
                  </a:lnTo>
                  <a:lnTo>
                    <a:pt x="2549227" y="2916470"/>
                  </a:lnTo>
                  <a:lnTo>
                    <a:pt x="2549352" y="2916470"/>
                  </a:lnTo>
                  <a:lnTo>
                    <a:pt x="2549477" y="2916470"/>
                  </a:lnTo>
                  <a:lnTo>
                    <a:pt x="2549602" y="2916470"/>
                  </a:lnTo>
                  <a:lnTo>
                    <a:pt x="2549727" y="2916470"/>
                  </a:lnTo>
                  <a:lnTo>
                    <a:pt x="2549852" y="2916470"/>
                  </a:lnTo>
                  <a:lnTo>
                    <a:pt x="2549977" y="2916470"/>
                  </a:lnTo>
                  <a:lnTo>
                    <a:pt x="2550102" y="2916470"/>
                  </a:lnTo>
                  <a:lnTo>
                    <a:pt x="2550227" y="2916470"/>
                  </a:lnTo>
                  <a:lnTo>
                    <a:pt x="2550352" y="2916470"/>
                  </a:lnTo>
                  <a:lnTo>
                    <a:pt x="2550477" y="2916470"/>
                  </a:lnTo>
                  <a:lnTo>
                    <a:pt x="2550602" y="2916470"/>
                  </a:lnTo>
                  <a:lnTo>
                    <a:pt x="2550727" y="2916470"/>
                  </a:lnTo>
                  <a:lnTo>
                    <a:pt x="2550852" y="2916470"/>
                  </a:lnTo>
                  <a:lnTo>
                    <a:pt x="2550977" y="2916470"/>
                  </a:lnTo>
                  <a:lnTo>
                    <a:pt x="2551102" y="2916470"/>
                  </a:lnTo>
                  <a:lnTo>
                    <a:pt x="2551227" y="2916470"/>
                  </a:lnTo>
                  <a:lnTo>
                    <a:pt x="2551352" y="2916470"/>
                  </a:lnTo>
                  <a:lnTo>
                    <a:pt x="2551477" y="2916470"/>
                  </a:lnTo>
                  <a:lnTo>
                    <a:pt x="2551602" y="2916470"/>
                  </a:lnTo>
                  <a:lnTo>
                    <a:pt x="2551728" y="2916470"/>
                  </a:lnTo>
                  <a:lnTo>
                    <a:pt x="2551853" y="2916470"/>
                  </a:lnTo>
                  <a:lnTo>
                    <a:pt x="2551978" y="2916470"/>
                  </a:lnTo>
                  <a:lnTo>
                    <a:pt x="2552103" y="2916470"/>
                  </a:lnTo>
                  <a:lnTo>
                    <a:pt x="2552228" y="2916470"/>
                  </a:lnTo>
                  <a:lnTo>
                    <a:pt x="2552353" y="2916470"/>
                  </a:lnTo>
                  <a:lnTo>
                    <a:pt x="2552478" y="2916470"/>
                  </a:lnTo>
                  <a:lnTo>
                    <a:pt x="2552603" y="2916470"/>
                  </a:lnTo>
                  <a:lnTo>
                    <a:pt x="2552728" y="2916470"/>
                  </a:lnTo>
                  <a:lnTo>
                    <a:pt x="2552853" y="2916470"/>
                  </a:lnTo>
                  <a:lnTo>
                    <a:pt x="2552978" y="2916470"/>
                  </a:lnTo>
                  <a:lnTo>
                    <a:pt x="2553103" y="2916470"/>
                  </a:lnTo>
                  <a:lnTo>
                    <a:pt x="2553228" y="2916470"/>
                  </a:lnTo>
                  <a:lnTo>
                    <a:pt x="2553353" y="2916470"/>
                  </a:lnTo>
                  <a:lnTo>
                    <a:pt x="2553478" y="2916470"/>
                  </a:lnTo>
                  <a:lnTo>
                    <a:pt x="2553603" y="2916470"/>
                  </a:lnTo>
                  <a:lnTo>
                    <a:pt x="2553728" y="2916470"/>
                  </a:lnTo>
                  <a:lnTo>
                    <a:pt x="2553853" y="2916470"/>
                  </a:lnTo>
                  <a:lnTo>
                    <a:pt x="2553978" y="2916470"/>
                  </a:lnTo>
                  <a:lnTo>
                    <a:pt x="2554103" y="2916470"/>
                  </a:lnTo>
                  <a:lnTo>
                    <a:pt x="2554228" y="2916470"/>
                  </a:lnTo>
                  <a:lnTo>
                    <a:pt x="2554353" y="2916470"/>
                  </a:lnTo>
                  <a:lnTo>
                    <a:pt x="2554478" y="2916470"/>
                  </a:lnTo>
                  <a:lnTo>
                    <a:pt x="2554603" y="2916470"/>
                  </a:lnTo>
                  <a:lnTo>
                    <a:pt x="2554729" y="2916470"/>
                  </a:lnTo>
                  <a:lnTo>
                    <a:pt x="2554854" y="2916470"/>
                  </a:lnTo>
                  <a:lnTo>
                    <a:pt x="2554979" y="2916470"/>
                  </a:lnTo>
                  <a:lnTo>
                    <a:pt x="2555104" y="2916470"/>
                  </a:lnTo>
                  <a:lnTo>
                    <a:pt x="2555229" y="2916470"/>
                  </a:lnTo>
                  <a:lnTo>
                    <a:pt x="2555354" y="2916470"/>
                  </a:lnTo>
                  <a:lnTo>
                    <a:pt x="2555479" y="2916470"/>
                  </a:lnTo>
                  <a:lnTo>
                    <a:pt x="2555604" y="2916470"/>
                  </a:lnTo>
                  <a:lnTo>
                    <a:pt x="2555729" y="2916470"/>
                  </a:lnTo>
                  <a:lnTo>
                    <a:pt x="2555854" y="2916470"/>
                  </a:lnTo>
                  <a:lnTo>
                    <a:pt x="2555979" y="2916470"/>
                  </a:lnTo>
                  <a:lnTo>
                    <a:pt x="2556104" y="2916470"/>
                  </a:lnTo>
                  <a:lnTo>
                    <a:pt x="2556229" y="2916470"/>
                  </a:lnTo>
                  <a:lnTo>
                    <a:pt x="2556354" y="2916470"/>
                  </a:lnTo>
                  <a:lnTo>
                    <a:pt x="2556479" y="2916470"/>
                  </a:lnTo>
                  <a:lnTo>
                    <a:pt x="2556604" y="2916470"/>
                  </a:lnTo>
                  <a:lnTo>
                    <a:pt x="2556729" y="2916470"/>
                  </a:lnTo>
                  <a:lnTo>
                    <a:pt x="2556854" y="2916470"/>
                  </a:lnTo>
                  <a:lnTo>
                    <a:pt x="2556979" y="2916470"/>
                  </a:lnTo>
                  <a:lnTo>
                    <a:pt x="2557104" y="2916470"/>
                  </a:lnTo>
                  <a:lnTo>
                    <a:pt x="2557229" y="2916470"/>
                  </a:lnTo>
                  <a:lnTo>
                    <a:pt x="2557354" y="2916470"/>
                  </a:lnTo>
                  <a:lnTo>
                    <a:pt x="2557479" y="2916470"/>
                  </a:lnTo>
                  <a:lnTo>
                    <a:pt x="2557604" y="2916470"/>
                  </a:lnTo>
                  <a:lnTo>
                    <a:pt x="2557730" y="2916470"/>
                  </a:lnTo>
                  <a:lnTo>
                    <a:pt x="2557855" y="2916470"/>
                  </a:lnTo>
                  <a:lnTo>
                    <a:pt x="2557980" y="2916470"/>
                  </a:lnTo>
                  <a:lnTo>
                    <a:pt x="2558105" y="2916470"/>
                  </a:lnTo>
                  <a:lnTo>
                    <a:pt x="2558230" y="2916470"/>
                  </a:lnTo>
                  <a:lnTo>
                    <a:pt x="2558355" y="2916470"/>
                  </a:lnTo>
                  <a:lnTo>
                    <a:pt x="2558480" y="2916470"/>
                  </a:lnTo>
                  <a:lnTo>
                    <a:pt x="2558605" y="2916470"/>
                  </a:lnTo>
                  <a:lnTo>
                    <a:pt x="2558730" y="2916470"/>
                  </a:lnTo>
                  <a:lnTo>
                    <a:pt x="2558855" y="2916470"/>
                  </a:lnTo>
                  <a:lnTo>
                    <a:pt x="2558980" y="2916470"/>
                  </a:lnTo>
                  <a:lnTo>
                    <a:pt x="2559105" y="2916470"/>
                  </a:lnTo>
                  <a:lnTo>
                    <a:pt x="2559230" y="2916470"/>
                  </a:lnTo>
                  <a:lnTo>
                    <a:pt x="2559355" y="2916470"/>
                  </a:lnTo>
                  <a:lnTo>
                    <a:pt x="2559480" y="2916470"/>
                  </a:lnTo>
                  <a:lnTo>
                    <a:pt x="2559605" y="2916470"/>
                  </a:lnTo>
                  <a:lnTo>
                    <a:pt x="2559730" y="2916470"/>
                  </a:lnTo>
                  <a:lnTo>
                    <a:pt x="2559855" y="2916470"/>
                  </a:lnTo>
                  <a:lnTo>
                    <a:pt x="2559980" y="2916470"/>
                  </a:lnTo>
                  <a:lnTo>
                    <a:pt x="2560105" y="2916470"/>
                  </a:lnTo>
                  <a:lnTo>
                    <a:pt x="2560230" y="2916470"/>
                  </a:lnTo>
                  <a:lnTo>
                    <a:pt x="2560355" y="2916470"/>
                  </a:lnTo>
                  <a:lnTo>
                    <a:pt x="2560480" y="2916470"/>
                  </a:lnTo>
                  <a:lnTo>
                    <a:pt x="2560605" y="2916470"/>
                  </a:lnTo>
                  <a:lnTo>
                    <a:pt x="2560731" y="2916470"/>
                  </a:lnTo>
                  <a:lnTo>
                    <a:pt x="2560856" y="2916470"/>
                  </a:lnTo>
                  <a:lnTo>
                    <a:pt x="2560981" y="2916470"/>
                  </a:lnTo>
                  <a:lnTo>
                    <a:pt x="2561106" y="2916470"/>
                  </a:lnTo>
                  <a:lnTo>
                    <a:pt x="2561231" y="2916470"/>
                  </a:lnTo>
                  <a:lnTo>
                    <a:pt x="2561356" y="2916470"/>
                  </a:lnTo>
                  <a:lnTo>
                    <a:pt x="2561481" y="2916470"/>
                  </a:lnTo>
                  <a:lnTo>
                    <a:pt x="2561606" y="2916470"/>
                  </a:lnTo>
                  <a:lnTo>
                    <a:pt x="2561731" y="2916470"/>
                  </a:lnTo>
                  <a:lnTo>
                    <a:pt x="2561856" y="2916470"/>
                  </a:lnTo>
                  <a:lnTo>
                    <a:pt x="2561981" y="2916470"/>
                  </a:lnTo>
                  <a:lnTo>
                    <a:pt x="2562106" y="2916470"/>
                  </a:lnTo>
                  <a:lnTo>
                    <a:pt x="2562231" y="2916470"/>
                  </a:lnTo>
                  <a:lnTo>
                    <a:pt x="2562356" y="2916470"/>
                  </a:lnTo>
                  <a:lnTo>
                    <a:pt x="2562481" y="2916470"/>
                  </a:lnTo>
                  <a:lnTo>
                    <a:pt x="2562606" y="2916470"/>
                  </a:lnTo>
                  <a:lnTo>
                    <a:pt x="2562731" y="2916470"/>
                  </a:lnTo>
                  <a:lnTo>
                    <a:pt x="2562856" y="2916470"/>
                  </a:lnTo>
                  <a:lnTo>
                    <a:pt x="2562981" y="2916470"/>
                  </a:lnTo>
                  <a:lnTo>
                    <a:pt x="2563106" y="2916470"/>
                  </a:lnTo>
                  <a:lnTo>
                    <a:pt x="2563231" y="2916470"/>
                  </a:lnTo>
                  <a:lnTo>
                    <a:pt x="2563356" y="2916470"/>
                  </a:lnTo>
                  <a:lnTo>
                    <a:pt x="2563481" y="2916470"/>
                  </a:lnTo>
                  <a:lnTo>
                    <a:pt x="2563607" y="2916470"/>
                  </a:lnTo>
                  <a:lnTo>
                    <a:pt x="2563732" y="2916470"/>
                  </a:lnTo>
                  <a:lnTo>
                    <a:pt x="2563857" y="2916470"/>
                  </a:lnTo>
                  <a:lnTo>
                    <a:pt x="2563982" y="2916470"/>
                  </a:lnTo>
                  <a:lnTo>
                    <a:pt x="2564107" y="2916470"/>
                  </a:lnTo>
                  <a:lnTo>
                    <a:pt x="2564232" y="2916470"/>
                  </a:lnTo>
                  <a:lnTo>
                    <a:pt x="2564357" y="2916470"/>
                  </a:lnTo>
                  <a:lnTo>
                    <a:pt x="2564482" y="2916470"/>
                  </a:lnTo>
                  <a:lnTo>
                    <a:pt x="2564607" y="2916470"/>
                  </a:lnTo>
                  <a:lnTo>
                    <a:pt x="2564732" y="2916470"/>
                  </a:lnTo>
                  <a:lnTo>
                    <a:pt x="2564857" y="2916470"/>
                  </a:lnTo>
                  <a:lnTo>
                    <a:pt x="2564982" y="2916470"/>
                  </a:lnTo>
                  <a:lnTo>
                    <a:pt x="2565107" y="2916470"/>
                  </a:lnTo>
                  <a:lnTo>
                    <a:pt x="2565232" y="2916470"/>
                  </a:lnTo>
                  <a:lnTo>
                    <a:pt x="2565357" y="2916470"/>
                  </a:lnTo>
                  <a:lnTo>
                    <a:pt x="2565482" y="2916470"/>
                  </a:lnTo>
                  <a:lnTo>
                    <a:pt x="2565607" y="2916470"/>
                  </a:lnTo>
                  <a:lnTo>
                    <a:pt x="2565732" y="2916470"/>
                  </a:lnTo>
                  <a:lnTo>
                    <a:pt x="2565857" y="2916470"/>
                  </a:lnTo>
                  <a:lnTo>
                    <a:pt x="2565982" y="2916470"/>
                  </a:lnTo>
                  <a:lnTo>
                    <a:pt x="2566107" y="2916470"/>
                  </a:lnTo>
                  <a:lnTo>
                    <a:pt x="2566232" y="2916470"/>
                  </a:lnTo>
                  <a:lnTo>
                    <a:pt x="2566357" y="2916470"/>
                  </a:lnTo>
                  <a:lnTo>
                    <a:pt x="2566482" y="2916470"/>
                  </a:lnTo>
                  <a:lnTo>
                    <a:pt x="2566608" y="2916470"/>
                  </a:lnTo>
                  <a:lnTo>
                    <a:pt x="2566733" y="2916470"/>
                  </a:lnTo>
                  <a:lnTo>
                    <a:pt x="2566858" y="2916470"/>
                  </a:lnTo>
                  <a:lnTo>
                    <a:pt x="2566858" y="2906516"/>
                  </a:lnTo>
                  <a:lnTo>
                    <a:pt x="2566983" y="2906516"/>
                  </a:lnTo>
                  <a:lnTo>
                    <a:pt x="2567108" y="2906516"/>
                  </a:lnTo>
                  <a:lnTo>
                    <a:pt x="2567233" y="2906516"/>
                  </a:lnTo>
                  <a:lnTo>
                    <a:pt x="2567358" y="2906516"/>
                  </a:lnTo>
                  <a:lnTo>
                    <a:pt x="2567483" y="2906516"/>
                  </a:lnTo>
                  <a:lnTo>
                    <a:pt x="2567608" y="2906516"/>
                  </a:lnTo>
                  <a:lnTo>
                    <a:pt x="2567733" y="2906516"/>
                  </a:lnTo>
                  <a:lnTo>
                    <a:pt x="2567858" y="2906516"/>
                  </a:lnTo>
                  <a:lnTo>
                    <a:pt x="2567983" y="2906516"/>
                  </a:lnTo>
                  <a:lnTo>
                    <a:pt x="2568108" y="2906516"/>
                  </a:lnTo>
                  <a:lnTo>
                    <a:pt x="2568233" y="2906516"/>
                  </a:lnTo>
                  <a:lnTo>
                    <a:pt x="2568358" y="2906516"/>
                  </a:lnTo>
                  <a:lnTo>
                    <a:pt x="2568483" y="2906516"/>
                  </a:lnTo>
                  <a:lnTo>
                    <a:pt x="2568608" y="2906516"/>
                  </a:lnTo>
                  <a:lnTo>
                    <a:pt x="2568733" y="2906516"/>
                  </a:lnTo>
                  <a:lnTo>
                    <a:pt x="2568858" y="2906516"/>
                  </a:lnTo>
                  <a:lnTo>
                    <a:pt x="2568983" y="2906516"/>
                  </a:lnTo>
                  <a:lnTo>
                    <a:pt x="2569108" y="2906516"/>
                  </a:lnTo>
                  <a:lnTo>
                    <a:pt x="2569233" y="2906516"/>
                  </a:lnTo>
                  <a:lnTo>
                    <a:pt x="2569358" y="2906516"/>
                  </a:lnTo>
                  <a:lnTo>
                    <a:pt x="2569483" y="2906516"/>
                  </a:lnTo>
                  <a:lnTo>
                    <a:pt x="2569609" y="2906516"/>
                  </a:lnTo>
                  <a:lnTo>
                    <a:pt x="2569734" y="2906516"/>
                  </a:lnTo>
                  <a:lnTo>
                    <a:pt x="2569859" y="2906516"/>
                  </a:lnTo>
                  <a:lnTo>
                    <a:pt x="2569984" y="2906516"/>
                  </a:lnTo>
                  <a:lnTo>
                    <a:pt x="2570109" y="2906516"/>
                  </a:lnTo>
                  <a:lnTo>
                    <a:pt x="2570234" y="2906516"/>
                  </a:lnTo>
                  <a:lnTo>
                    <a:pt x="2570359" y="2906516"/>
                  </a:lnTo>
                  <a:lnTo>
                    <a:pt x="2570484" y="2906516"/>
                  </a:lnTo>
                  <a:lnTo>
                    <a:pt x="2570609" y="2906516"/>
                  </a:lnTo>
                  <a:lnTo>
                    <a:pt x="2570734" y="2906516"/>
                  </a:lnTo>
                  <a:lnTo>
                    <a:pt x="2570859" y="2906516"/>
                  </a:lnTo>
                  <a:lnTo>
                    <a:pt x="2570984" y="2906516"/>
                  </a:lnTo>
                  <a:lnTo>
                    <a:pt x="2571109" y="2906516"/>
                  </a:lnTo>
                  <a:lnTo>
                    <a:pt x="2571234" y="2906516"/>
                  </a:lnTo>
                  <a:lnTo>
                    <a:pt x="2571359" y="2906516"/>
                  </a:lnTo>
                  <a:lnTo>
                    <a:pt x="2571484" y="2906516"/>
                  </a:lnTo>
                  <a:lnTo>
                    <a:pt x="2571609" y="2906516"/>
                  </a:lnTo>
                  <a:lnTo>
                    <a:pt x="2571734" y="2906516"/>
                  </a:lnTo>
                  <a:lnTo>
                    <a:pt x="2571859" y="2906516"/>
                  </a:lnTo>
                  <a:lnTo>
                    <a:pt x="2571984" y="2906516"/>
                  </a:lnTo>
                  <a:lnTo>
                    <a:pt x="2572109" y="2906516"/>
                  </a:lnTo>
                  <a:lnTo>
                    <a:pt x="2572234" y="2906516"/>
                  </a:lnTo>
                  <a:lnTo>
                    <a:pt x="2572359" y="2906516"/>
                  </a:lnTo>
                  <a:lnTo>
                    <a:pt x="2572484" y="2906516"/>
                  </a:lnTo>
                  <a:lnTo>
                    <a:pt x="2572610" y="2906516"/>
                  </a:lnTo>
                  <a:lnTo>
                    <a:pt x="2572735" y="2906516"/>
                  </a:lnTo>
                  <a:lnTo>
                    <a:pt x="2572860" y="2906516"/>
                  </a:lnTo>
                  <a:lnTo>
                    <a:pt x="2572985" y="2906516"/>
                  </a:lnTo>
                  <a:lnTo>
                    <a:pt x="2573110" y="2906516"/>
                  </a:lnTo>
                  <a:lnTo>
                    <a:pt x="2573235" y="2906516"/>
                  </a:lnTo>
                  <a:lnTo>
                    <a:pt x="2573360" y="2906516"/>
                  </a:lnTo>
                  <a:lnTo>
                    <a:pt x="2573485" y="2906516"/>
                  </a:lnTo>
                  <a:lnTo>
                    <a:pt x="2573610" y="2906516"/>
                  </a:lnTo>
                  <a:lnTo>
                    <a:pt x="2573735" y="2906516"/>
                  </a:lnTo>
                  <a:lnTo>
                    <a:pt x="2573860" y="2906516"/>
                  </a:lnTo>
                  <a:lnTo>
                    <a:pt x="2573985" y="2906516"/>
                  </a:lnTo>
                  <a:lnTo>
                    <a:pt x="2574110" y="2906516"/>
                  </a:lnTo>
                  <a:lnTo>
                    <a:pt x="2574235" y="2906516"/>
                  </a:lnTo>
                  <a:lnTo>
                    <a:pt x="2574360" y="2906516"/>
                  </a:lnTo>
                  <a:lnTo>
                    <a:pt x="2574485" y="2906516"/>
                  </a:lnTo>
                  <a:lnTo>
                    <a:pt x="2574610" y="2906516"/>
                  </a:lnTo>
                  <a:lnTo>
                    <a:pt x="2574735" y="2906516"/>
                  </a:lnTo>
                  <a:lnTo>
                    <a:pt x="2574860" y="2906516"/>
                  </a:lnTo>
                  <a:lnTo>
                    <a:pt x="2574985" y="2906516"/>
                  </a:lnTo>
                  <a:lnTo>
                    <a:pt x="2575110" y="2906516"/>
                  </a:lnTo>
                  <a:lnTo>
                    <a:pt x="2575235" y="2906516"/>
                  </a:lnTo>
                  <a:lnTo>
                    <a:pt x="2575235" y="2896562"/>
                  </a:lnTo>
                  <a:lnTo>
                    <a:pt x="2575360" y="2896562"/>
                  </a:lnTo>
                  <a:lnTo>
                    <a:pt x="2575485" y="2896562"/>
                  </a:lnTo>
                  <a:lnTo>
                    <a:pt x="2575611" y="2896562"/>
                  </a:lnTo>
                  <a:lnTo>
                    <a:pt x="2575736" y="2896562"/>
                  </a:lnTo>
                  <a:lnTo>
                    <a:pt x="2575861" y="2896562"/>
                  </a:lnTo>
                  <a:lnTo>
                    <a:pt x="2575986" y="2896562"/>
                  </a:lnTo>
                  <a:lnTo>
                    <a:pt x="2576111" y="2896562"/>
                  </a:lnTo>
                  <a:lnTo>
                    <a:pt x="2576236" y="2896562"/>
                  </a:lnTo>
                  <a:lnTo>
                    <a:pt x="2576361" y="2896562"/>
                  </a:lnTo>
                  <a:lnTo>
                    <a:pt x="2576486" y="2896562"/>
                  </a:lnTo>
                  <a:lnTo>
                    <a:pt x="2576611" y="2896562"/>
                  </a:lnTo>
                  <a:lnTo>
                    <a:pt x="2576736" y="2896562"/>
                  </a:lnTo>
                  <a:lnTo>
                    <a:pt x="2576861" y="2896562"/>
                  </a:lnTo>
                  <a:lnTo>
                    <a:pt x="2576986" y="2896562"/>
                  </a:lnTo>
                  <a:lnTo>
                    <a:pt x="2577111" y="2896562"/>
                  </a:lnTo>
                  <a:lnTo>
                    <a:pt x="2577236" y="2896562"/>
                  </a:lnTo>
                  <a:lnTo>
                    <a:pt x="2577361" y="2896562"/>
                  </a:lnTo>
                  <a:lnTo>
                    <a:pt x="2577486" y="2896562"/>
                  </a:lnTo>
                  <a:lnTo>
                    <a:pt x="2577611" y="2896562"/>
                  </a:lnTo>
                  <a:lnTo>
                    <a:pt x="2577736" y="2896562"/>
                  </a:lnTo>
                  <a:lnTo>
                    <a:pt x="2577861" y="2896562"/>
                  </a:lnTo>
                  <a:lnTo>
                    <a:pt x="2577861" y="2886608"/>
                  </a:lnTo>
                  <a:lnTo>
                    <a:pt x="2577986" y="2886608"/>
                  </a:lnTo>
                  <a:lnTo>
                    <a:pt x="2578111" y="2886608"/>
                  </a:lnTo>
                  <a:lnTo>
                    <a:pt x="2578236" y="2886608"/>
                  </a:lnTo>
                  <a:lnTo>
                    <a:pt x="2578361" y="2886608"/>
                  </a:lnTo>
                  <a:lnTo>
                    <a:pt x="2578486" y="2886608"/>
                  </a:lnTo>
                  <a:lnTo>
                    <a:pt x="2578612" y="2886608"/>
                  </a:lnTo>
                  <a:lnTo>
                    <a:pt x="2578737" y="2886608"/>
                  </a:lnTo>
                  <a:lnTo>
                    <a:pt x="2578862" y="2886608"/>
                  </a:lnTo>
                  <a:lnTo>
                    <a:pt x="2578987" y="2886608"/>
                  </a:lnTo>
                  <a:lnTo>
                    <a:pt x="2579112" y="2886608"/>
                  </a:lnTo>
                  <a:lnTo>
                    <a:pt x="2579237" y="2886608"/>
                  </a:lnTo>
                  <a:lnTo>
                    <a:pt x="2579362" y="2886608"/>
                  </a:lnTo>
                  <a:lnTo>
                    <a:pt x="2579487" y="2886608"/>
                  </a:lnTo>
                  <a:lnTo>
                    <a:pt x="2579612" y="2886608"/>
                  </a:lnTo>
                  <a:lnTo>
                    <a:pt x="2579737" y="2886608"/>
                  </a:lnTo>
                  <a:lnTo>
                    <a:pt x="2579862" y="2886608"/>
                  </a:lnTo>
                  <a:lnTo>
                    <a:pt x="2579987" y="2886608"/>
                  </a:lnTo>
                  <a:lnTo>
                    <a:pt x="2580112" y="2886608"/>
                  </a:lnTo>
                  <a:lnTo>
                    <a:pt x="2580237" y="2886608"/>
                  </a:lnTo>
                  <a:lnTo>
                    <a:pt x="2580362" y="2886608"/>
                  </a:lnTo>
                  <a:lnTo>
                    <a:pt x="2580487" y="2886608"/>
                  </a:lnTo>
                  <a:lnTo>
                    <a:pt x="2580612" y="2886608"/>
                  </a:lnTo>
                  <a:lnTo>
                    <a:pt x="2580737" y="2886608"/>
                  </a:lnTo>
                  <a:lnTo>
                    <a:pt x="2580862" y="2886608"/>
                  </a:lnTo>
                  <a:lnTo>
                    <a:pt x="2580987" y="2886608"/>
                  </a:lnTo>
                  <a:lnTo>
                    <a:pt x="2581112" y="2886608"/>
                  </a:lnTo>
                  <a:lnTo>
                    <a:pt x="2581237" y="2886608"/>
                  </a:lnTo>
                  <a:lnTo>
                    <a:pt x="2581362" y="2886608"/>
                  </a:lnTo>
                  <a:lnTo>
                    <a:pt x="2581487" y="2886608"/>
                  </a:lnTo>
                  <a:lnTo>
                    <a:pt x="2581613" y="2886608"/>
                  </a:lnTo>
                  <a:lnTo>
                    <a:pt x="2581613" y="2876654"/>
                  </a:lnTo>
                  <a:lnTo>
                    <a:pt x="2581738" y="2876654"/>
                  </a:lnTo>
                  <a:lnTo>
                    <a:pt x="2581863" y="2876654"/>
                  </a:lnTo>
                  <a:lnTo>
                    <a:pt x="2581988" y="2876654"/>
                  </a:lnTo>
                  <a:lnTo>
                    <a:pt x="2582113" y="2876654"/>
                  </a:lnTo>
                  <a:lnTo>
                    <a:pt x="2582238" y="2876654"/>
                  </a:lnTo>
                  <a:lnTo>
                    <a:pt x="2582363" y="2876654"/>
                  </a:lnTo>
                  <a:lnTo>
                    <a:pt x="2582488" y="2876654"/>
                  </a:lnTo>
                  <a:lnTo>
                    <a:pt x="2582613" y="2876654"/>
                  </a:lnTo>
                  <a:lnTo>
                    <a:pt x="2582738" y="2876654"/>
                  </a:lnTo>
                  <a:lnTo>
                    <a:pt x="2582863" y="2876654"/>
                  </a:lnTo>
                  <a:lnTo>
                    <a:pt x="2582988" y="2876654"/>
                  </a:lnTo>
                  <a:lnTo>
                    <a:pt x="2583113" y="2876654"/>
                  </a:lnTo>
                  <a:lnTo>
                    <a:pt x="2583238" y="2876654"/>
                  </a:lnTo>
                  <a:lnTo>
                    <a:pt x="2583363" y="2876654"/>
                  </a:lnTo>
                  <a:lnTo>
                    <a:pt x="2583488" y="2876654"/>
                  </a:lnTo>
                  <a:lnTo>
                    <a:pt x="2583613" y="2876654"/>
                  </a:lnTo>
                  <a:lnTo>
                    <a:pt x="2583738" y="2876654"/>
                  </a:lnTo>
                  <a:lnTo>
                    <a:pt x="2583863" y="2876654"/>
                  </a:lnTo>
                  <a:lnTo>
                    <a:pt x="2583988" y="2876654"/>
                  </a:lnTo>
                  <a:lnTo>
                    <a:pt x="2584113" y="2876654"/>
                  </a:lnTo>
                  <a:lnTo>
                    <a:pt x="2584238" y="2876654"/>
                  </a:lnTo>
                  <a:lnTo>
                    <a:pt x="2584363" y="2876654"/>
                  </a:lnTo>
                  <a:lnTo>
                    <a:pt x="2584488" y="2876654"/>
                  </a:lnTo>
                  <a:lnTo>
                    <a:pt x="2584614" y="2876654"/>
                  </a:lnTo>
                  <a:lnTo>
                    <a:pt x="2584739" y="2876654"/>
                  </a:lnTo>
                  <a:lnTo>
                    <a:pt x="2584864" y="2876654"/>
                  </a:lnTo>
                  <a:lnTo>
                    <a:pt x="2584989" y="2876654"/>
                  </a:lnTo>
                  <a:lnTo>
                    <a:pt x="2585114" y="2876654"/>
                  </a:lnTo>
                  <a:lnTo>
                    <a:pt x="2585239" y="2876654"/>
                  </a:lnTo>
                  <a:lnTo>
                    <a:pt x="2585364" y="2876654"/>
                  </a:lnTo>
                  <a:lnTo>
                    <a:pt x="2585489" y="2876654"/>
                  </a:lnTo>
                  <a:lnTo>
                    <a:pt x="2585614" y="2876654"/>
                  </a:lnTo>
                  <a:lnTo>
                    <a:pt x="2585739" y="2876654"/>
                  </a:lnTo>
                  <a:lnTo>
                    <a:pt x="2585864" y="2876654"/>
                  </a:lnTo>
                  <a:lnTo>
                    <a:pt x="2585989" y="2876654"/>
                  </a:lnTo>
                  <a:lnTo>
                    <a:pt x="2586114" y="2876654"/>
                  </a:lnTo>
                  <a:lnTo>
                    <a:pt x="2586239" y="2876654"/>
                  </a:lnTo>
                  <a:lnTo>
                    <a:pt x="2586364" y="2876654"/>
                  </a:lnTo>
                  <a:lnTo>
                    <a:pt x="2586489" y="2876654"/>
                  </a:lnTo>
                  <a:lnTo>
                    <a:pt x="2586614" y="2876654"/>
                  </a:lnTo>
                  <a:lnTo>
                    <a:pt x="2586739" y="2876654"/>
                  </a:lnTo>
                  <a:lnTo>
                    <a:pt x="2586864" y="2876654"/>
                  </a:lnTo>
                  <a:lnTo>
                    <a:pt x="2586989" y="2876654"/>
                  </a:lnTo>
                  <a:lnTo>
                    <a:pt x="2587114" y="2876654"/>
                  </a:lnTo>
                  <a:lnTo>
                    <a:pt x="2587239" y="2876654"/>
                  </a:lnTo>
                  <a:lnTo>
                    <a:pt x="2587364" y="2876654"/>
                  </a:lnTo>
                  <a:lnTo>
                    <a:pt x="2587489" y="2876654"/>
                  </a:lnTo>
                  <a:lnTo>
                    <a:pt x="2587615" y="2876654"/>
                  </a:lnTo>
                  <a:lnTo>
                    <a:pt x="2587740" y="2876654"/>
                  </a:lnTo>
                  <a:lnTo>
                    <a:pt x="2587865" y="2876654"/>
                  </a:lnTo>
                  <a:lnTo>
                    <a:pt x="2587990" y="2876654"/>
                  </a:lnTo>
                  <a:lnTo>
                    <a:pt x="2588115" y="2876654"/>
                  </a:lnTo>
                  <a:lnTo>
                    <a:pt x="2588240" y="2876654"/>
                  </a:lnTo>
                  <a:lnTo>
                    <a:pt x="2588365" y="2876654"/>
                  </a:lnTo>
                  <a:lnTo>
                    <a:pt x="2588490" y="2876654"/>
                  </a:lnTo>
                  <a:lnTo>
                    <a:pt x="2588615" y="2876654"/>
                  </a:lnTo>
                  <a:lnTo>
                    <a:pt x="2588740" y="2876654"/>
                  </a:lnTo>
                  <a:lnTo>
                    <a:pt x="2588865" y="2876654"/>
                  </a:lnTo>
                  <a:lnTo>
                    <a:pt x="2588990" y="2876654"/>
                  </a:lnTo>
                  <a:lnTo>
                    <a:pt x="2589115" y="2876654"/>
                  </a:lnTo>
                  <a:lnTo>
                    <a:pt x="2589240" y="2876654"/>
                  </a:lnTo>
                  <a:lnTo>
                    <a:pt x="2589365" y="2876654"/>
                  </a:lnTo>
                  <a:lnTo>
                    <a:pt x="2589490" y="2876654"/>
                  </a:lnTo>
                  <a:lnTo>
                    <a:pt x="2589615" y="2876654"/>
                  </a:lnTo>
                  <a:lnTo>
                    <a:pt x="2589740" y="2876654"/>
                  </a:lnTo>
                  <a:lnTo>
                    <a:pt x="2589865" y="2876654"/>
                  </a:lnTo>
                  <a:lnTo>
                    <a:pt x="2589990" y="2876654"/>
                  </a:lnTo>
                  <a:lnTo>
                    <a:pt x="2590115" y="2876654"/>
                  </a:lnTo>
                  <a:lnTo>
                    <a:pt x="2590240" y="2876654"/>
                  </a:lnTo>
                  <a:lnTo>
                    <a:pt x="2590365" y="2876654"/>
                  </a:lnTo>
                  <a:lnTo>
                    <a:pt x="2590490" y="2876654"/>
                  </a:lnTo>
                  <a:lnTo>
                    <a:pt x="2590616" y="2876654"/>
                  </a:lnTo>
                  <a:lnTo>
                    <a:pt x="2590741" y="2876654"/>
                  </a:lnTo>
                  <a:lnTo>
                    <a:pt x="2590866" y="2876654"/>
                  </a:lnTo>
                  <a:lnTo>
                    <a:pt x="2590991" y="2876654"/>
                  </a:lnTo>
                  <a:lnTo>
                    <a:pt x="2591116" y="2876654"/>
                  </a:lnTo>
                  <a:lnTo>
                    <a:pt x="2591241" y="2876654"/>
                  </a:lnTo>
                  <a:lnTo>
                    <a:pt x="2591366" y="2876654"/>
                  </a:lnTo>
                  <a:lnTo>
                    <a:pt x="2591491" y="2876654"/>
                  </a:lnTo>
                  <a:lnTo>
                    <a:pt x="2591616" y="2876654"/>
                  </a:lnTo>
                  <a:lnTo>
                    <a:pt x="2591741" y="2876654"/>
                  </a:lnTo>
                  <a:lnTo>
                    <a:pt x="2591866" y="2876654"/>
                  </a:lnTo>
                  <a:lnTo>
                    <a:pt x="2591991" y="2876654"/>
                  </a:lnTo>
                  <a:lnTo>
                    <a:pt x="2592116" y="2876654"/>
                  </a:lnTo>
                  <a:lnTo>
                    <a:pt x="2592241" y="2876654"/>
                  </a:lnTo>
                  <a:lnTo>
                    <a:pt x="2592366" y="2876654"/>
                  </a:lnTo>
                  <a:lnTo>
                    <a:pt x="2592491" y="2876654"/>
                  </a:lnTo>
                  <a:lnTo>
                    <a:pt x="2592616" y="2876654"/>
                  </a:lnTo>
                  <a:lnTo>
                    <a:pt x="2592741" y="2876654"/>
                  </a:lnTo>
                  <a:lnTo>
                    <a:pt x="2592866" y="2876654"/>
                  </a:lnTo>
                  <a:lnTo>
                    <a:pt x="2592991" y="2876654"/>
                  </a:lnTo>
                  <a:lnTo>
                    <a:pt x="2593116" y="2876654"/>
                  </a:lnTo>
                  <a:lnTo>
                    <a:pt x="2593241" y="2876654"/>
                  </a:lnTo>
                  <a:lnTo>
                    <a:pt x="2593366" y="2876654"/>
                  </a:lnTo>
                  <a:lnTo>
                    <a:pt x="2593491" y="2876654"/>
                  </a:lnTo>
                  <a:lnTo>
                    <a:pt x="2593617" y="2876654"/>
                  </a:lnTo>
                  <a:lnTo>
                    <a:pt x="2593742" y="2876654"/>
                  </a:lnTo>
                  <a:lnTo>
                    <a:pt x="2593867" y="2876654"/>
                  </a:lnTo>
                  <a:lnTo>
                    <a:pt x="2593992" y="2876654"/>
                  </a:lnTo>
                  <a:lnTo>
                    <a:pt x="2594117" y="2876654"/>
                  </a:lnTo>
                  <a:lnTo>
                    <a:pt x="2594242" y="2876654"/>
                  </a:lnTo>
                  <a:lnTo>
                    <a:pt x="2594367" y="2876654"/>
                  </a:lnTo>
                  <a:lnTo>
                    <a:pt x="2594492" y="2876654"/>
                  </a:lnTo>
                  <a:lnTo>
                    <a:pt x="2594617" y="2876654"/>
                  </a:lnTo>
                  <a:lnTo>
                    <a:pt x="2594742" y="2876654"/>
                  </a:lnTo>
                  <a:lnTo>
                    <a:pt x="2594867" y="2876654"/>
                  </a:lnTo>
                  <a:lnTo>
                    <a:pt x="2594992" y="2876654"/>
                  </a:lnTo>
                  <a:lnTo>
                    <a:pt x="2595117" y="2876654"/>
                  </a:lnTo>
                  <a:lnTo>
                    <a:pt x="2595242" y="2876654"/>
                  </a:lnTo>
                  <a:lnTo>
                    <a:pt x="2595367" y="2876654"/>
                  </a:lnTo>
                  <a:lnTo>
                    <a:pt x="2595492" y="2876654"/>
                  </a:lnTo>
                  <a:lnTo>
                    <a:pt x="2595617" y="2876654"/>
                  </a:lnTo>
                  <a:lnTo>
                    <a:pt x="2595742" y="2876654"/>
                  </a:lnTo>
                  <a:lnTo>
                    <a:pt x="2595867" y="2876654"/>
                  </a:lnTo>
                  <a:lnTo>
                    <a:pt x="2595992" y="2876654"/>
                  </a:lnTo>
                  <a:lnTo>
                    <a:pt x="2596117" y="2876654"/>
                  </a:lnTo>
                  <a:lnTo>
                    <a:pt x="2596242" y="2876654"/>
                  </a:lnTo>
                  <a:lnTo>
                    <a:pt x="2596367" y="2876654"/>
                  </a:lnTo>
                  <a:lnTo>
                    <a:pt x="2596492" y="2876654"/>
                  </a:lnTo>
                  <a:lnTo>
                    <a:pt x="2596618" y="2876654"/>
                  </a:lnTo>
                  <a:lnTo>
                    <a:pt x="2596743" y="2876654"/>
                  </a:lnTo>
                  <a:lnTo>
                    <a:pt x="2596868" y="2876654"/>
                  </a:lnTo>
                  <a:lnTo>
                    <a:pt x="2596993" y="2876654"/>
                  </a:lnTo>
                  <a:lnTo>
                    <a:pt x="2597118" y="2876654"/>
                  </a:lnTo>
                  <a:lnTo>
                    <a:pt x="2597243" y="2876654"/>
                  </a:lnTo>
                  <a:lnTo>
                    <a:pt x="2597368" y="2876654"/>
                  </a:lnTo>
                  <a:lnTo>
                    <a:pt x="2597493" y="2876654"/>
                  </a:lnTo>
                  <a:lnTo>
                    <a:pt x="2597618" y="2876654"/>
                  </a:lnTo>
                  <a:lnTo>
                    <a:pt x="2597743" y="2876654"/>
                  </a:lnTo>
                  <a:lnTo>
                    <a:pt x="2597868" y="2876654"/>
                  </a:lnTo>
                  <a:lnTo>
                    <a:pt x="2597993" y="2876654"/>
                  </a:lnTo>
                  <a:lnTo>
                    <a:pt x="2598118" y="2876654"/>
                  </a:lnTo>
                  <a:lnTo>
                    <a:pt x="2598243" y="2876654"/>
                  </a:lnTo>
                  <a:lnTo>
                    <a:pt x="2598368" y="2876654"/>
                  </a:lnTo>
                  <a:lnTo>
                    <a:pt x="2598493" y="2876654"/>
                  </a:lnTo>
                  <a:lnTo>
                    <a:pt x="2598618" y="2876654"/>
                  </a:lnTo>
                  <a:lnTo>
                    <a:pt x="2598743" y="2876654"/>
                  </a:lnTo>
                  <a:lnTo>
                    <a:pt x="2598868" y="2876654"/>
                  </a:lnTo>
                  <a:lnTo>
                    <a:pt x="2598993" y="2876654"/>
                  </a:lnTo>
                  <a:lnTo>
                    <a:pt x="2599118" y="2876654"/>
                  </a:lnTo>
                  <a:lnTo>
                    <a:pt x="2599243" y="2876654"/>
                  </a:lnTo>
                  <a:lnTo>
                    <a:pt x="2599368" y="2876654"/>
                  </a:lnTo>
                  <a:lnTo>
                    <a:pt x="2599368" y="2866700"/>
                  </a:lnTo>
                  <a:lnTo>
                    <a:pt x="2599493" y="2866700"/>
                  </a:lnTo>
                  <a:lnTo>
                    <a:pt x="2599619" y="2866700"/>
                  </a:lnTo>
                  <a:lnTo>
                    <a:pt x="2599744" y="2866700"/>
                  </a:lnTo>
                  <a:lnTo>
                    <a:pt x="2599869" y="2866700"/>
                  </a:lnTo>
                  <a:lnTo>
                    <a:pt x="2599994" y="2866700"/>
                  </a:lnTo>
                  <a:lnTo>
                    <a:pt x="2600119" y="2866700"/>
                  </a:lnTo>
                  <a:lnTo>
                    <a:pt x="2600244" y="2866700"/>
                  </a:lnTo>
                  <a:lnTo>
                    <a:pt x="2600369" y="2866700"/>
                  </a:lnTo>
                  <a:lnTo>
                    <a:pt x="2600494" y="2866700"/>
                  </a:lnTo>
                  <a:lnTo>
                    <a:pt x="2600619" y="2866700"/>
                  </a:lnTo>
                  <a:lnTo>
                    <a:pt x="2600744" y="2866700"/>
                  </a:lnTo>
                  <a:lnTo>
                    <a:pt x="2600869" y="2866700"/>
                  </a:lnTo>
                  <a:lnTo>
                    <a:pt x="2600994" y="2866700"/>
                  </a:lnTo>
                  <a:lnTo>
                    <a:pt x="2601119" y="2866700"/>
                  </a:lnTo>
                  <a:lnTo>
                    <a:pt x="2601244" y="2866700"/>
                  </a:lnTo>
                  <a:lnTo>
                    <a:pt x="2601369" y="2866700"/>
                  </a:lnTo>
                  <a:lnTo>
                    <a:pt x="2601494" y="2866700"/>
                  </a:lnTo>
                  <a:lnTo>
                    <a:pt x="2601619" y="2866700"/>
                  </a:lnTo>
                  <a:lnTo>
                    <a:pt x="2601744" y="2866700"/>
                  </a:lnTo>
                  <a:lnTo>
                    <a:pt x="2601869" y="2866700"/>
                  </a:lnTo>
                  <a:lnTo>
                    <a:pt x="2601994" y="2866700"/>
                  </a:lnTo>
                  <a:lnTo>
                    <a:pt x="2602119" y="2866700"/>
                  </a:lnTo>
                  <a:lnTo>
                    <a:pt x="2602244" y="2866700"/>
                  </a:lnTo>
                  <a:lnTo>
                    <a:pt x="2602369" y="2866700"/>
                  </a:lnTo>
                  <a:lnTo>
                    <a:pt x="2602495" y="2866700"/>
                  </a:lnTo>
                  <a:lnTo>
                    <a:pt x="2602620" y="2866700"/>
                  </a:lnTo>
                  <a:lnTo>
                    <a:pt x="2602745" y="2866700"/>
                  </a:lnTo>
                  <a:lnTo>
                    <a:pt x="2602870" y="2866700"/>
                  </a:lnTo>
                  <a:lnTo>
                    <a:pt x="2602995" y="2866700"/>
                  </a:lnTo>
                  <a:lnTo>
                    <a:pt x="2603120" y="2866700"/>
                  </a:lnTo>
                  <a:lnTo>
                    <a:pt x="2603245" y="2866700"/>
                  </a:lnTo>
                  <a:lnTo>
                    <a:pt x="2603370" y="2866700"/>
                  </a:lnTo>
                  <a:lnTo>
                    <a:pt x="2603495" y="2866700"/>
                  </a:lnTo>
                  <a:lnTo>
                    <a:pt x="2603620" y="2866700"/>
                  </a:lnTo>
                  <a:lnTo>
                    <a:pt x="2603745" y="2866700"/>
                  </a:lnTo>
                  <a:lnTo>
                    <a:pt x="2603870" y="2866700"/>
                  </a:lnTo>
                  <a:lnTo>
                    <a:pt x="2603995" y="2866700"/>
                  </a:lnTo>
                  <a:lnTo>
                    <a:pt x="2604120" y="2866700"/>
                  </a:lnTo>
                  <a:lnTo>
                    <a:pt x="2604245" y="2866700"/>
                  </a:lnTo>
                  <a:lnTo>
                    <a:pt x="2604370" y="2866700"/>
                  </a:lnTo>
                  <a:lnTo>
                    <a:pt x="2604495" y="2866700"/>
                  </a:lnTo>
                  <a:lnTo>
                    <a:pt x="2604620" y="2866700"/>
                  </a:lnTo>
                  <a:lnTo>
                    <a:pt x="2604745" y="2866700"/>
                  </a:lnTo>
                  <a:lnTo>
                    <a:pt x="2604870" y="2866700"/>
                  </a:lnTo>
                  <a:lnTo>
                    <a:pt x="2604995" y="2866700"/>
                  </a:lnTo>
                  <a:lnTo>
                    <a:pt x="2605120" y="2866700"/>
                  </a:lnTo>
                  <a:lnTo>
                    <a:pt x="2605245" y="2866700"/>
                  </a:lnTo>
                  <a:lnTo>
                    <a:pt x="2605370" y="2866700"/>
                  </a:lnTo>
                  <a:lnTo>
                    <a:pt x="2605496" y="2866700"/>
                  </a:lnTo>
                  <a:lnTo>
                    <a:pt x="2605621" y="2866700"/>
                  </a:lnTo>
                  <a:lnTo>
                    <a:pt x="2605746" y="2866700"/>
                  </a:lnTo>
                  <a:lnTo>
                    <a:pt x="2605871" y="2866700"/>
                  </a:lnTo>
                  <a:lnTo>
                    <a:pt x="2605996" y="2866700"/>
                  </a:lnTo>
                  <a:lnTo>
                    <a:pt x="2606121" y="2866700"/>
                  </a:lnTo>
                  <a:lnTo>
                    <a:pt x="2606246" y="2866700"/>
                  </a:lnTo>
                  <a:lnTo>
                    <a:pt x="2606371" y="2866700"/>
                  </a:lnTo>
                  <a:lnTo>
                    <a:pt x="2606496" y="2866700"/>
                  </a:lnTo>
                  <a:lnTo>
                    <a:pt x="2606621" y="2866700"/>
                  </a:lnTo>
                  <a:lnTo>
                    <a:pt x="2606746" y="2866700"/>
                  </a:lnTo>
                  <a:lnTo>
                    <a:pt x="2606871" y="2866700"/>
                  </a:lnTo>
                  <a:lnTo>
                    <a:pt x="2606996" y="2866700"/>
                  </a:lnTo>
                  <a:lnTo>
                    <a:pt x="2607121" y="2866700"/>
                  </a:lnTo>
                  <a:lnTo>
                    <a:pt x="2607246" y="2866700"/>
                  </a:lnTo>
                  <a:lnTo>
                    <a:pt x="2607371" y="2866700"/>
                  </a:lnTo>
                  <a:lnTo>
                    <a:pt x="2607496" y="2866700"/>
                  </a:lnTo>
                  <a:lnTo>
                    <a:pt x="2607621" y="2866700"/>
                  </a:lnTo>
                  <a:lnTo>
                    <a:pt x="2607746" y="2866700"/>
                  </a:lnTo>
                  <a:lnTo>
                    <a:pt x="2607871" y="2866700"/>
                  </a:lnTo>
                  <a:lnTo>
                    <a:pt x="2607996" y="2866700"/>
                  </a:lnTo>
                  <a:lnTo>
                    <a:pt x="2608121" y="2866700"/>
                  </a:lnTo>
                  <a:lnTo>
                    <a:pt x="2608246" y="2866700"/>
                  </a:lnTo>
                  <a:lnTo>
                    <a:pt x="2608371" y="2866700"/>
                  </a:lnTo>
                  <a:lnTo>
                    <a:pt x="2608497" y="2866700"/>
                  </a:lnTo>
                  <a:lnTo>
                    <a:pt x="2608622" y="2866700"/>
                  </a:lnTo>
                  <a:lnTo>
                    <a:pt x="2608747" y="2866700"/>
                  </a:lnTo>
                  <a:lnTo>
                    <a:pt x="2608872" y="2866700"/>
                  </a:lnTo>
                  <a:lnTo>
                    <a:pt x="2608997" y="2866700"/>
                  </a:lnTo>
                  <a:lnTo>
                    <a:pt x="2609122" y="2866700"/>
                  </a:lnTo>
                  <a:lnTo>
                    <a:pt x="2609247" y="2866700"/>
                  </a:lnTo>
                  <a:lnTo>
                    <a:pt x="2609372" y="2866700"/>
                  </a:lnTo>
                  <a:lnTo>
                    <a:pt x="2609497" y="2866700"/>
                  </a:lnTo>
                  <a:lnTo>
                    <a:pt x="2609622" y="2866700"/>
                  </a:lnTo>
                  <a:lnTo>
                    <a:pt x="2609747" y="2866700"/>
                  </a:lnTo>
                  <a:lnTo>
                    <a:pt x="2609872" y="2866700"/>
                  </a:lnTo>
                  <a:lnTo>
                    <a:pt x="2609997" y="2866700"/>
                  </a:lnTo>
                  <a:lnTo>
                    <a:pt x="2610122" y="2866700"/>
                  </a:lnTo>
                  <a:lnTo>
                    <a:pt x="2610247" y="2866700"/>
                  </a:lnTo>
                  <a:lnTo>
                    <a:pt x="2610372" y="2866700"/>
                  </a:lnTo>
                  <a:lnTo>
                    <a:pt x="2610497" y="2866700"/>
                  </a:lnTo>
                  <a:lnTo>
                    <a:pt x="2610622" y="2866700"/>
                  </a:lnTo>
                  <a:lnTo>
                    <a:pt x="2610747" y="2866700"/>
                  </a:lnTo>
                  <a:lnTo>
                    <a:pt x="2610872" y="2866700"/>
                  </a:lnTo>
                  <a:lnTo>
                    <a:pt x="2610997" y="2866700"/>
                  </a:lnTo>
                  <a:lnTo>
                    <a:pt x="2611122" y="2866700"/>
                  </a:lnTo>
                  <a:lnTo>
                    <a:pt x="2611247" y="2866700"/>
                  </a:lnTo>
                  <a:lnTo>
                    <a:pt x="2611372" y="2866700"/>
                  </a:lnTo>
                  <a:lnTo>
                    <a:pt x="2611498" y="2866700"/>
                  </a:lnTo>
                  <a:lnTo>
                    <a:pt x="2611623" y="2866700"/>
                  </a:lnTo>
                  <a:lnTo>
                    <a:pt x="2611748" y="2866700"/>
                  </a:lnTo>
                  <a:lnTo>
                    <a:pt x="2611873" y="2866700"/>
                  </a:lnTo>
                  <a:lnTo>
                    <a:pt x="2611998" y="2866700"/>
                  </a:lnTo>
                  <a:lnTo>
                    <a:pt x="2612123" y="2866700"/>
                  </a:lnTo>
                  <a:lnTo>
                    <a:pt x="2612248" y="2866700"/>
                  </a:lnTo>
                  <a:lnTo>
                    <a:pt x="2612373" y="2866700"/>
                  </a:lnTo>
                  <a:lnTo>
                    <a:pt x="2612498" y="2866700"/>
                  </a:lnTo>
                  <a:lnTo>
                    <a:pt x="2612623" y="2866700"/>
                  </a:lnTo>
                  <a:lnTo>
                    <a:pt x="2612748" y="2866700"/>
                  </a:lnTo>
                  <a:lnTo>
                    <a:pt x="2612873" y="2866700"/>
                  </a:lnTo>
                  <a:lnTo>
                    <a:pt x="2612998" y="2866700"/>
                  </a:lnTo>
                  <a:lnTo>
                    <a:pt x="2613123" y="2866700"/>
                  </a:lnTo>
                  <a:lnTo>
                    <a:pt x="2613248" y="2866700"/>
                  </a:lnTo>
                  <a:lnTo>
                    <a:pt x="2613373" y="2866700"/>
                  </a:lnTo>
                  <a:lnTo>
                    <a:pt x="2613498" y="2866700"/>
                  </a:lnTo>
                  <a:lnTo>
                    <a:pt x="2613623" y="2866700"/>
                  </a:lnTo>
                  <a:lnTo>
                    <a:pt x="2613748" y="2866700"/>
                  </a:lnTo>
                  <a:lnTo>
                    <a:pt x="2613873" y="2866700"/>
                  </a:lnTo>
                  <a:lnTo>
                    <a:pt x="2613998" y="2866700"/>
                  </a:lnTo>
                  <a:lnTo>
                    <a:pt x="2614123" y="2866700"/>
                  </a:lnTo>
                  <a:lnTo>
                    <a:pt x="2614248" y="2866700"/>
                  </a:lnTo>
                  <a:lnTo>
                    <a:pt x="2614373" y="2866700"/>
                  </a:lnTo>
                  <a:lnTo>
                    <a:pt x="2614499" y="2866700"/>
                  </a:lnTo>
                  <a:lnTo>
                    <a:pt x="2614624" y="2866700"/>
                  </a:lnTo>
                  <a:lnTo>
                    <a:pt x="2614749" y="2866700"/>
                  </a:lnTo>
                  <a:lnTo>
                    <a:pt x="2614874" y="2866700"/>
                  </a:lnTo>
                  <a:lnTo>
                    <a:pt x="2614999" y="2866700"/>
                  </a:lnTo>
                  <a:lnTo>
                    <a:pt x="2615124" y="2866700"/>
                  </a:lnTo>
                  <a:lnTo>
                    <a:pt x="2615249" y="2866700"/>
                  </a:lnTo>
                  <a:lnTo>
                    <a:pt x="2615374" y="2866700"/>
                  </a:lnTo>
                  <a:lnTo>
                    <a:pt x="2615499" y="2866700"/>
                  </a:lnTo>
                  <a:lnTo>
                    <a:pt x="2615624" y="2866700"/>
                  </a:lnTo>
                  <a:lnTo>
                    <a:pt x="2615749" y="2866700"/>
                  </a:lnTo>
                  <a:lnTo>
                    <a:pt x="2615874" y="2866700"/>
                  </a:lnTo>
                  <a:lnTo>
                    <a:pt x="2615999" y="2866700"/>
                  </a:lnTo>
                  <a:lnTo>
                    <a:pt x="2616124" y="2866700"/>
                  </a:lnTo>
                  <a:lnTo>
                    <a:pt x="2616249" y="2866700"/>
                  </a:lnTo>
                  <a:lnTo>
                    <a:pt x="2616374" y="2866700"/>
                  </a:lnTo>
                  <a:lnTo>
                    <a:pt x="2616499" y="2866700"/>
                  </a:lnTo>
                  <a:lnTo>
                    <a:pt x="2616624" y="2866700"/>
                  </a:lnTo>
                  <a:lnTo>
                    <a:pt x="2616749" y="2866700"/>
                  </a:lnTo>
                  <a:lnTo>
                    <a:pt x="2616874" y="2866700"/>
                  </a:lnTo>
                  <a:lnTo>
                    <a:pt x="2616999" y="2866700"/>
                  </a:lnTo>
                  <a:lnTo>
                    <a:pt x="2617124" y="2866700"/>
                  </a:lnTo>
                  <a:lnTo>
                    <a:pt x="2617249" y="2866700"/>
                  </a:lnTo>
                  <a:lnTo>
                    <a:pt x="2617374" y="2866700"/>
                  </a:lnTo>
                  <a:lnTo>
                    <a:pt x="2617500" y="2866700"/>
                  </a:lnTo>
                  <a:lnTo>
                    <a:pt x="2617625" y="2866700"/>
                  </a:lnTo>
                  <a:lnTo>
                    <a:pt x="2617625" y="2856747"/>
                  </a:lnTo>
                  <a:lnTo>
                    <a:pt x="2617750" y="2856747"/>
                  </a:lnTo>
                  <a:lnTo>
                    <a:pt x="2617875" y="2856747"/>
                  </a:lnTo>
                  <a:lnTo>
                    <a:pt x="2618000" y="2856747"/>
                  </a:lnTo>
                  <a:lnTo>
                    <a:pt x="2618125" y="2856747"/>
                  </a:lnTo>
                  <a:lnTo>
                    <a:pt x="2618250" y="2856747"/>
                  </a:lnTo>
                  <a:lnTo>
                    <a:pt x="2618375" y="2856747"/>
                  </a:lnTo>
                  <a:lnTo>
                    <a:pt x="2618500" y="2856747"/>
                  </a:lnTo>
                  <a:lnTo>
                    <a:pt x="2618625" y="2856747"/>
                  </a:lnTo>
                  <a:lnTo>
                    <a:pt x="2618750" y="2856747"/>
                  </a:lnTo>
                  <a:lnTo>
                    <a:pt x="2618875" y="2856747"/>
                  </a:lnTo>
                  <a:lnTo>
                    <a:pt x="2619000" y="2856747"/>
                  </a:lnTo>
                  <a:lnTo>
                    <a:pt x="2619125" y="2856747"/>
                  </a:lnTo>
                  <a:lnTo>
                    <a:pt x="2619250" y="2856747"/>
                  </a:lnTo>
                  <a:lnTo>
                    <a:pt x="2619375" y="2856747"/>
                  </a:lnTo>
                  <a:lnTo>
                    <a:pt x="2619500" y="2856747"/>
                  </a:lnTo>
                  <a:lnTo>
                    <a:pt x="2619625" y="2856747"/>
                  </a:lnTo>
                  <a:lnTo>
                    <a:pt x="2619750" y="2856747"/>
                  </a:lnTo>
                  <a:lnTo>
                    <a:pt x="2619875" y="2856747"/>
                  </a:lnTo>
                  <a:lnTo>
                    <a:pt x="2620000" y="2856747"/>
                  </a:lnTo>
                  <a:lnTo>
                    <a:pt x="2620125" y="2856747"/>
                  </a:lnTo>
                  <a:lnTo>
                    <a:pt x="2620250" y="2856747"/>
                  </a:lnTo>
                  <a:lnTo>
                    <a:pt x="2620375" y="2856747"/>
                  </a:lnTo>
                  <a:lnTo>
                    <a:pt x="2620501" y="2856747"/>
                  </a:lnTo>
                  <a:lnTo>
                    <a:pt x="2620626" y="2856747"/>
                  </a:lnTo>
                  <a:lnTo>
                    <a:pt x="2620751" y="2856747"/>
                  </a:lnTo>
                  <a:lnTo>
                    <a:pt x="2620876" y="2856747"/>
                  </a:lnTo>
                  <a:lnTo>
                    <a:pt x="2621001" y="2856747"/>
                  </a:lnTo>
                  <a:lnTo>
                    <a:pt x="2621126" y="2856747"/>
                  </a:lnTo>
                  <a:lnTo>
                    <a:pt x="2621251" y="2856747"/>
                  </a:lnTo>
                  <a:lnTo>
                    <a:pt x="2621376" y="2856747"/>
                  </a:lnTo>
                  <a:lnTo>
                    <a:pt x="2621501" y="2856747"/>
                  </a:lnTo>
                  <a:lnTo>
                    <a:pt x="2621626" y="2856747"/>
                  </a:lnTo>
                  <a:lnTo>
                    <a:pt x="2621751" y="2856747"/>
                  </a:lnTo>
                  <a:lnTo>
                    <a:pt x="2621876" y="2856747"/>
                  </a:lnTo>
                  <a:lnTo>
                    <a:pt x="2622001" y="2856747"/>
                  </a:lnTo>
                  <a:lnTo>
                    <a:pt x="2622126" y="2856747"/>
                  </a:lnTo>
                  <a:lnTo>
                    <a:pt x="2622251" y="2856747"/>
                  </a:lnTo>
                  <a:lnTo>
                    <a:pt x="2622376" y="2856747"/>
                  </a:lnTo>
                  <a:lnTo>
                    <a:pt x="2622501" y="2856747"/>
                  </a:lnTo>
                  <a:lnTo>
                    <a:pt x="2622626" y="2856747"/>
                  </a:lnTo>
                  <a:lnTo>
                    <a:pt x="2622751" y="2856747"/>
                  </a:lnTo>
                  <a:lnTo>
                    <a:pt x="2622876" y="2856747"/>
                  </a:lnTo>
                  <a:lnTo>
                    <a:pt x="2623001" y="2856747"/>
                  </a:lnTo>
                  <a:lnTo>
                    <a:pt x="2623126" y="2856747"/>
                  </a:lnTo>
                  <a:lnTo>
                    <a:pt x="2623251" y="2856747"/>
                  </a:lnTo>
                  <a:lnTo>
                    <a:pt x="2623376" y="2856747"/>
                  </a:lnTo>
                  <a:lnTo>
                    <a:pt x="2623502" y="2856747"/>
                  </a:lnTo>
                  <a:lnTo>
                    <a:pt x="2623627" y="2856747"/>
                  </a:lnTo>
                  <a:lnTo>
                    <a:pt x="2623752" y="2856747"/>
                  </a:lnTo>
                  <a:lnTo>
                    <a:pt x="2623877" y="2856747"/>
                  </a:lnTo>
                  <a:lnTo>
                    <a:pt x="2624002" y="2856747"/>
                  </a:lnTo>
                  <a:lnTo>
                    <a:pt x="2624127" y="2856747"/>
                  </a:lnTo>
                  <a:lnTo>
                    <a:pt x="2624252" y="2856747"/>
                  </a:lnTo>
                  <a:lnTo>
                    <a:pt x="2624377" y="2856747"/>
                  </a:lnTo>
                  <a:lnTo>
                    <a:pt x="2624502" y="2856747"/>
                  </a:lnTo>
                  <a:lnTo>
                    <a:pt x="2624627" y="2856747"/>
                  </a:lnTo>
                  <a:lnTo>
                    <a:pt x="2624752" y="2856747"/>
                  </a:lnTo>
                  <a:lnTo>
                    <a:pt x="2624877" y="2856747"/>
                  </a:lnTo>
                  <a:lnTo>
                    <a:pt x="2625002" y="2856747"/>
                  </a:lnTo>
                  <a:lnTo>
                    <a:pt x="2625127" y="2856747"/>
                  </a:lnTo>
                  <a:lnTo>
                    <a:pt x="2625252" y="2856747"/>
                  </a:lnTo>
                  <a:lnTo>
                    <a:pt x="2625377" y="2856747"/>
                  </a:lnTo>
                  <a:lnTo>
                    <a:pt x="2625502" y="2856747"/>
                  </a:lnTo>
                  <a:lnTo>
                    <a:pt x="2625627" y="2856747"/>
                  </a:lnTo>
                  <a:lnTo>
                    <a:pt x="2625752" y="2856747"/>
                  </a:lnTo>
                  <a:lnTo>
                    <a:pt x="2625877" y="2856747"/>
                  </a:lnTo>
                  <a:lnTo>
                    <a:pt x="2626002" y="2856747"/>
                  </a:lnTo>
                  <a:lnTo>
                    <a:pt x="2626127" y="2856747"/>
                  </a:lnTo>
                  <a:lnTo>
                    <a:pt x="2626252" y="2856747"/>
                  </a:lnTo>
                  <a:lnTo>
                    <a:pt x="2626377" y="2856747"/>
                  </a:lnTo>
                  <a:lnTo>
                    <a:pt x="2626503" y="2856747"/>
                  </a:lnTo>
                  <a:lnTo>
                    <a:pt x="2626628" y="2856747"/>
                  </a:lnTo>
                  <a:lnTo>
                    <a:pt x="2626753" y="2856747"/>
                  </a:lnTo>
                  <a:lnTo>
                    <a:pt x="2626878" y="2856747"/>
                  </a:lnTo>
                  <a:lnTo>
                    <a:pt x="2627003" y="2856747"/>
                  </a:lnTo>
                  <a:lnTo>
                    <a:pt x="2627128" y="2856747"/>
                  </a:lnTo>
                  <a:lnTo>
                    <a:pt x="2627253" y="2856747"/>
                  </a:lnTo>
                  <a:lnTo>
                    <a:pt x="2627378" y="2856747"/>
                  </a:lnTo>
                  <a:lnTo>
                    <a:pt x="2627503" y="2856747"/>
                  </a:lnTo>
                  <a:lnTo>
                    <a:pt x="2627628" y="2856747"/>
                  </a:lnTo>
                  <a:lnTo>
                    <a:pt x="2627753" y="2856747"/>
                  </a:lnTo>
                  <a:lnTo>
                    <a:pt x="2627878" y="2856747"/>
                  </a:lnTo>
                  <a:lnTo>
                    <a:pt x="2628003" y="2856747"/>
                  </a:lnTo>
                  <a:lnTo>
                    <a:pt x="2628128" y="2856747"/>
                  </a:lnTo>
                  <a:lnTo>
                    <a:pt x="2628253" y="2856747"/>
                  </a:lnTo>
                  <a:lnTo>
                    <a:pt x="2628378" y="2856747"/>
                  </a:lnTo>
                  <a:lnTo>
                    <a:pt x="2628378" y="2846793"/>
                  </a:lnTo>
                  <a:lnTo>
                    <a:pt x="2628503" y="2846793"/>
                  </a:lnTo>
                  <a:lnTo>
                    <a:pt x="2628628" y="2846793"/>
                  </a:lnTo>
                  <a:lnTo>
                    <a:pt x="2628753" y="2846793"/>
                  </a:lnTo>
                  <a:lnTo>
                    <a:pt x="2628878" y="2846793"/>
                  </a:lnTo>
                  <a:lnTo>
                    <a:pt x="2629003" y="2846793"/>
                  </a:lnTo>
                  <a:lnTo>
                    <a:pt x="2629128" y="2846793"/>
                  </a:lnTo>
                  <a:lnTo>
                    <a:pt x="2629253" y="2846793"/>
                  </a:lnTo>
                  <a:lnTo>
                    <a:pt x="2629378" y="2846793"/>
                  </a:lnTo>
                  <a:lnTo>
                    <a:pt x="2629504" y="2846793"/>
                  </a:lnTo>
                  <a:lnTo>
                    <a:pt x="2629629" y="2846793"/>
                  </a:lnTo>
                  <a:lnTo>
                    <a:pt x="2629754" y="2846793"/>
                  </a:lnTo>
                  <a:lnTo>
                    <a:pt x="2629879" y="2846793"/>
                  </a:lnTo>
                  <a:lnTo>
                    <a:pt x="2630004" y="2846793"/>
                  </a:lnTo>
                  <a:lnTo>
                    <a:pt x="2630129" y="2846793"/>
                  </a:lnTo>
                  <a:lnTo>
                    <a:pt x="2630254" y="2846793"/>
                  </a:lnTo>
                  <a:lnTo>
                    <a:pt x="2630379" y="2846793"/>
                  </a:lnTo>
                  <a:lnTo>
                    <a:pt x="2630504" y="2846793"/>
                  </a:lnTo>
                  <a:lnTo>
                    <a:pt x="2630504" y="2836839"/>
                  </a:lnTo>
                  <a:lnTo>
                    <a:pt x="2630629" y="2836839"/>
                  </a:lnTo>
                  <a:lnTo>
                    <a:pt x="2630754" y="2836839"/>
                  </a:lnTo>
                  <a:lnTo>
                    <a:pt x="2630879" y="2836839"/>
                  </a:lnTo>
                  <a:lnTo>
                    <a:pt x="2631004" y="2836839"/>
                  </a:lnTo>
                  <a:lnTo>
                    <a:pt x="2631129" y="2836839"/>
                  </a:lnTo>
                  <a:lnTo>
                    <a:pt x="2631254" y="2836839"/>
                  </a:lnTo>
                  <a:lnTo>
                    <a:pt x="2631379" y="2836839"/>
                  </a:lnTo>
                  <a:lnTo>
                    <a:pt x="2631504" y="2836839"/>
                  </a:lnTo>
                  <a:lnTo>
                    <a:pt x="2631629" y="2836839"/>
                  </a:lnTo>
                  <a:lnTo>
                    <a:pt x="2631754" y="2836839"/>
                  </a:lnTo>
                  <a:lnTo>
                    <a:pt x="2631879" y="2836839"/>
                  </a:lnTo>
                  <a:lnTo>
                    <a:pt x="2632004" y="2836839"/>
                  </a:lnTo>
                  <a:lnTo>
                    <a:pt x="2632129" y="2836839"/>
                  </a:lnTo>
                  <a:lnTo>
                    <a:pt x="2632254" y="2836839"/>
                  </a:lnTo>
                  <a:lnTo>
                    <a:pt x="2632379" y="2836839"/>
                  </a:lnTo>
                  <a:lnTo>
                    <a:pt x="2632505" y="2836839"/>
                  </a:lnTo>
                  <a:lnTo>
                    <a:pt x="2632630" y="2836839"/>
                  </a:lnTo>
                  <a:lnTo>
                    <a:pt x="2632755" y="2836839"/>
                  </a:lnTo>
                  <a:lnTo>
                    <a:pt x="2632880" y="2836839"/>
                  </a:lnTo>
                  <a:lnTo>
                    <a:pt x="2633005" y="2836839"/>
                  </a:lnTo>
                  <a:lnTo>
                    <a:pt x="2633130" y="2836839"/>
                  </a:lnTo>
                  <a:lnTo>
                    <a:pt x="2633255" y="2836839"/>
                  </a:lnTo>
                  <a:lnTo>
                    <a:pt x="2633380" y="2836839"/>
                  </a:lnTo>
                  <a:lnTo>
                    <a:pt x="2633505" y="2836839"/>
                  </a:lnTo>
                  <a:lnTo>
                    <a:pt x="2633630" y="2836839"/>
                  </a:lnTo>
                  <a:lnTo>
                    <a:pt x="2633755" y="2836839"/>
                  </a:lnTo>
                  <a:lnTo>
                    <a:pt x="2633880" y="2836839"/>
                  </a:lnTo>
                  <a:lnTo>
                    <a:pt x="2634005" y="2836839"/>
                  </a:lnTo>
                  <a:lnTo>
                    <a:pt x="2634130" y="2836839"/>
                  </a:lnTo>
                  <a:lnTo>
                    <a:pt x="2634255" y="2836839"/>
                  </a:lnTo>
                  <a:lnTo>
                    <a:pt x="2634380" y="2836839"/>
                  </a:lnTo>
                  <a:lnTo>
                    <a:pt x="2634505" y="2836839"/>
                  </a:lnTo>
                  <a:lnTo>
                    <a:pt x="2634630" y="2836839"/>
                  </a:lnTo>
                  <a:lnTo>
                    <a:pt x="2634755" y="2836839"/>
                  </a:lnTo>
                  <a:lnTo>
                    <a:pt x="2634880" y="2836839"/>
                  </a:lnTo>
                  <a:lnTo>
                    <a:pt x="2635005" y="2836839"/>
                  </a:lnTo>
                  <a:lnTo>
                    <a:pt x="2635130" y="2836839"/>
                  </a:lnTo>
                  <a:lnTo>
                    <a:pt x="2635255" y="2836839"/>
                  </a:lnTo>
                  <a:lnTo>
                    <a:pt x="2635380" y="2836839"/>
                  </a:lnTo>
                  <a:lnTo>
                    <a:pt x="2635506" y="2836839"/>
                  </a:lnTo>
                  <a:lnTo>
                    <a:pt x="2635631" y="2836839"/>
                  </a:lnTo>
                  <a:lnTo>
                    <a:pt x="2635756" y="2836839"/>
                  </a:lnTo>
                  <a:lnTo>
                    <a:pt x="2635881" y="2836839"/>
                  </a:lnTo>
                  <a:lnTo>
                    <a:pt x="2636006" y="2836839"/>
                  </a:lnTo>
                  <a:lnTo>
                    <a:pt x="2636131" y="2836839"/>
                  </a:lnTo>
                  <a:lnTo>
                    <a:pt x="2636256" y="2836839"/>
                  </a:lnTo>
                  <a:lnTo>
                    <a:pt x="2636381" y="2836839"/>
                  </a:lnTo>
                  <a:lnTo>
                    <a:pt x="2636506" y="2836839"/>
                  </a:lnTo>
                  <a:lnTo>
                    <a:pt x="2636631" y="2836839"/>
                  </a:lnTo>
                  <a:lnTo>
                    <a:pt x="2636756" y="2836839"/>
                  </a:lnTo>
                  <a:lnTo>
                    <a:pt x="2636881" y="2836839"/>
                  </a:lnTo>
                  <a:lnTo>
                    <a:pt x="2637006" y="2836839"/>
                  </a:lnTo>
                  <a:lnTo>
                    <a:pt x="2637131" y="2836839"/>
                  </a:lnTo>
                  <a:lnTo>
                    <a:pt x="2637256" y="2836839"/>
                  </a:lnTo>
                  <a:lnTo>
                    <a:pt x="2637381" y="2836839"/>
                  </a:lnTo>
                  <a:lnTo>
                    <a:pt x="2637506" y="2836839"/>
                  </a:lnTo>
                  <a:lnTo>
                    <a:pt x="2637631" y="2836839"/>
                  </a:lnTo>
                  <a:lnTo>
                    <a:pt x="2637756" y="2836839"/>
                  </a:lnTo>
                  <a:lnTo>
                    <a:pt x="2637881" y="2836839"/>
                  </a:lnTo>
                  <a:lnTo>
                    <a:pt x="2638006" y="2836839"/>
                  </a:lnTo>
                  <a:lnTo>
                    <a:pt x="2638131" y="2836839"/>
                  </a:lnTo>
                  <a:lnTo>
                    <a:pt x="2638256" y="2836839"/>
                  </a:lnTo>
                  <a:lnTo>
                    <a:pt x="2638381" y="2836839"/>
                  </a:lnTo>
                  <a:lnTo>
                    <a:pt x="2638507" y="2836839"/>
                  </a:lnTo>
                  <a:lnTo>
                    <a:pt x="2638632" y="2836839"/>
                  </a:lnTo>
                  <a:lnTo>
                    <a:pt x="2638757" y="2836839"/>
                  </a:lnTo>
                  <a:lnTo>
                    <a:pt x="2638882" y="2836839"/>
                  </a:lnTo>
                  <a:lnTo>
                    <a:pt x="2639007" y="2836839"/>
                  </a:lnTo>
                  <a:lnTo>
                    <a:pt x="2639132" y="2836839"/>
                  </a:lnTo>
                  <a:lnTo>
                    <a:pt x="2639257" y="2836839"/>
                  </a:lnTo>
                  <a:lnTo>
                    <a:pt x="2639382" y="2836839"/>
                  </a:lnTo>
                  <a:lnTo>
                    <a:pt x="2639507" y="2836839"/>
                  </a:lnTo>
                  <a:lnTo>
                    <a:pt x="2639632" y="2836839"/>
                  </a:lnTo>
                  <a:lnTo>
                    <a:pt x="2639757" y="2836839"/>
                  </a:lnTo>
                  <a:lnTo>
                    <a:pt x="2639882" y="2836839"/>
                  </a:lnTo>
                  <a:lnTo>
                    <a:pt x="2640007" y="2836839"/>
                  </a:lnTo>
                  <a:lnTo>
                    <a:pt x="2640132" y="2836839"/>
                  </a:lnTo>
                  <a:lnTo>
                    <a:pt x="2640257" y="2836839"/>
                  </a:lnTo>
                  <a:lnTo>
                    <a:pt x="2640382" y="2836839"/>
                  </a:lnTo>
                  <a:lnTo>
                    <a:pt x="2640507" y="2836839"/>
                  </a:lnTo>
                  <a:lnTo>
                    <a:pt x="2640632" y="2836839"/>
                  </a:lnTo>
                  <a:lnTo>
                    <a:pt x="2640757" y="2836839"/>
                  </a:lnTo>
                  <a:lnTo>
                    <a:pt x="2640882" y="2836839"/>
                  </a:lnTo>
                  <a:lnTo>
                    <a:pt x="2641007" y="2836839"/>
                  </a:lnTo>
                  <a:lnTo>
                    <a:pt x="2641132" y="2836839"/>
                  </a:lnTo>
                  <a:lnTo>
                    <a:pt x="2641132" y="2826885"/>
                  </a:lnTo>
                  <a:lnTo>
                    <a:pt x="2641257" y="2826885"/>
                  </a:lnTo>
                  <a:lnTo>
                    <a:pt x="2641383" y="2826885"/>
                  </a:lnTo>
                  <a:lnTo>
                    <a:pt x="2641508" y="2826885"/>
                  </a:lnTo>
                  <a:lnTo>
                    <a:pt x="2641633" y="2826885"/>
                  </a:lnTo>
                  <a:lnTo>
                    <a:pt x="2641758" y="2826885"/>
                  </a:lnTo>
                  <a:lnTo>
                    <a:pt x="2641883" y="2826885"/>
                  </a:lnTo>
                  <a:lnTo>
                    <a:pt x="2642008" y="2826885"/>
                  </a:lnTo>
                  <a:lnTo>
                    <a:pt x="2642133" y="2826885"/>
                  </a:lnTo>
                  <a:lnTo>
                    <a:pt x="2642258" y="2826885"/>
                  </a:lnTo>
                  <a:lnTo>
                    <a:pt x="2642383" y="2826885"/>
                  </a:lnTo>
                  <a:lnTo>
                    <a:pt x="2642508" y="2826885"/>
                  </a:lnTo>
                  <a:lnTo>
                    <a:pt x="2642633" y="2826885"/>
                  </a:lnTo>
                  <a:lnTo>
                    <a:pt x="2642758" y="2826885"/>
                  </a:lnTo>
                  <a:lnTo>
                    <a:pt x="2642883" y="2826885"/>
                  </a:lnTo>
                  <a:lnTo>
                    <a:pt x="2643008" y="2826885"/>
                  </a:lnTo>
                  <a:lnTo>
                    <a:pt x="2643133" y="2826885"/>
                  </a:lnTo>
                  <a:lnTo>
                    <a:pt x="2643258" y="2826885"/>
                  </a:lnTo>
                  <a:lnTo>
                    <a:pt x="2643383" y="2826885"/>
                  </a:lnTo>
                  <a:lnTo>
                    <a:pt x="2643508" y="2826885"/>
                  </a:lnTo>
                  <a:lnTo>
                    <a:pt x="2643633" y="2826885"/>
                  </a:lnTo>
                  <a:lnTo>
                    <a:pt x="2643758" y="2826885"/>
                  </a:lnTo>
                  <a:lnTo>
                    <a:pt x="2643883" y="2826885"/>
                  </a:lnTo>
                  <a:lnTo>
                    <a:pt x="2644008" y="2826885"/>
                  </a:lnTo>
                  <a:lnTo>
                    <a:pt x="2644133" y="2826885"/>
                  </a:lnTo>
                  <a:lnTo>
                    <a:pt x="2644258" y="2826885"/>
                  </a:lnTo>
                  <a:lnTo>
                    <a:pt x="2644384" y="2826885"/>
                  </a:lnTo>
                  <a:lnTo>
                    <a:pt x="2644509" y="2826885"/>
                  </a:lnTo>
                  <a:lnTo>
                    <a:pt x="2644634" y="2826885"/>
                  </a:lnTo>
                  <a:lnTo>
                    <a:pt x="2644759" y="2826885"/>
                  </a:lnTo>
                  <a:lnTo>
                    <a:pt x="2644884" y="2826885"/>
                  </a:lnTo>
                  <a:lnTo>
                    <a:pt x="2645009" y="2826885"/>
                  </a:lnTo>
                  <a:lnTo>
                    <a:pt x="2645134" y="2826885"/>
                  </a:lnTo>
                  <a:lnTo>
                    <a:pt x="2645259" y="2826885"/>
                  </a:lnTo>
                  <a:lnTo>
                    <a:pt x="2645384" y="2826885"/>
                  </a:lnTo>
                  <a:lnTo>
                    <a:pt x="2645509" y="2826885"/>
                  </a:lnTo>
                  <a:lnTo>
                    <a:pt x="2645634" y="2826885"/>
                  </a:lnTo>
                  <a:lnTo>
                    <a:pt x="2645759" y="2826885"/>
                  </a:lnTo>
                  <a:lnTo>
                    <a:pt x="2645884" y="2826885"/>
                  </a:lnTo>
                  <a:lnTo>
                    <a:pt x="2646009" y="2826885"/>
                  </a:lnTo>
                  <a:lnTo>
                    <a:pt x="2646134" y="2826885"/>
                  </a:lnTo>
                  <a:lnTo>
                    <a:pt x="2646259" y="2826885"/>
                  </a:lnTo>
                  <a:lnTo>
                    <a:pt x="2646384" y="2826885"/>
                  </a:lnTo>
                  <a:lnTo>
                    <a:pt x="2646509" y="2826885"/>
                  </a:lnTo>
                  <a:lnTo>
                    <a:pt x="2646634" y="2826885"/>
                  </a:lnTo>
                  <a:lnTo>
                    <a:pt x="2646759" y="2826885"/>
                  </a:lnTo>
                  <a:lnTo>
                    <a:pt x="2646884" y="2826885"/>
                  </a:lnTo>
                  <a:lnTo>
                    <a:pt x="2647009" y="2826885"/>
                  </a:lnTo>
                  <a:lnTo>
                    <a:pt x="2647134" y="2826885"/>
                  </a:lnTo>
                  <a:lnTo>
                    <a:pt x="2647259" y="2826885"/>
                  </a:lnTo>
                  <a:lnTo>
                    <a:pt x="2647385" y="2826885"/>
                  </a:lnTo>
                  <a:lnTo>
                    <a:pt x="2647510" y="2826885"/>
                  </a:lnTo>
                  <a:lnTo>
                    <a:pt x="2647635" y="2826885"/>
                  </a:lnTo>
                  <a:lnTo>
                    <a:pt x="2647760" y="2826885"/>
                  </a:lnTo>
                  <a:lnTo>
                    <a:pt x="2647885" y="2826885"/>
                  </a:lnTo>
                  <a:lnTo>
                    <a:pt x="2648010" y="2826885"/>
                  </a:lnTo>
                  <a:lnTo>
                    <a:pt x="2648135" y="2826885"/>
                  </a:lnTo>
                  <a:lnTo>
                    <a:pt x="2648260" y="2826885"/>
                  </a:lnTo>
                  <a:lnTo>
                    <a:pt x="2648385" y="2826885"/>
                  </a:lnTo>
                  <a:lnTo>
                    <a:pt x="2648510" y="2826885"/>
                  </a:lnTo>
                  <a:lnTo>
                    <a:pt x="2648635" y="2826885"/>
                  </a:lnTo>
                  <a:lnTo>
                    <a:pt x="2648760" y="2826885"/>
                  </a:lnTo>
                  <a:lnTo>
                    <a:pt x="2648885" y="2826885"/>
                  </a:lnTo>
                  <a:lnTo>
                    <a:pt x="2649010" y="2826885"/>
                  </a:lnTo>
                  <a:lnTo>
                    <a:pt x="2649135" y="2826885"/>
                  </a:lnTo>
                  <a:lnTo>
                    <a:pt x="2649260" y="2826885"/>
                  </a:lnTo>
                  <a:lnTo>
                    <a:pt x="2649385" y="2826885"/>
                  </a:lnTo>
                  <a:lnTo>
                    <a:pt x="2649510" y="2826885"/>
                  </a:lnTo>
                  <a:lnTo>
                    <a:pt x="2649635" y="2826885"/>
                  </a:lnTo>
                  <a:lnTo>
                    <a:pt x="2649760" y="2826885"/>
                  </a:lnTo>
                  <a:lnTo>
                    <a:pt x="2649885" y="2826885"/>
                  </a:lnTo>
                  <a:lnTo>
                    <a:pt x="2650010" y="2826885"/>
                  </a:lnTo>
                  <a:lnTo>
                    <a:pt x="2650135" y="2826885"/>
                  </a:lnTo>
                  <a:lnTo>
                    <a:pt x="2650260" y="2826885"/>
                  </a:lnTo>
                  <a:lnTo>
                    <a:pt x="2650386" y="2826885"/>
                  </a:lnTo>
                  <a:lnTo>
                    <a:pt x="2650511" y="2826885"/>
                  </a:lnTo>
                  <a:lnTo>
                    <a:pt x="2650636" y="2826885"/>
                  </a:lnTo>
                  <a:lnTo>
                    <a:pt x="2650636" y="2816931"/>
                  </a:lnTo>
                  <a:lnTo>
                    <a:pt x="2650761" y="2816931"/>
                  </a:lnTo>
                  <a:lnTo>
                    <a:pt x="2650886" y="2816931"/>
                  </a:lnTo>
                  <a:lnTo>
                    <a:pt x="2651011" y="2816931"/>
                  </a:lnTo>
                  <a:lnTo>
                    <a:pt x="2651136" y="2816931"/>
                  </a:lnTo>
                  <a:lnTo>
                    <a:pt x="2651261" y="2816931"/>
                  </a:lnTo>
                  <a:lnTo>
                    <a:pt x="2651386" y="2816931"/>
                  </a:lnTo>
                  <a:lnTo>
                    <a:pt x="2651511" y="2816931"/>
                  </a:lnTo>
                  <a:lnTo>
                    <a:pt x="2651636" y="2816931"/>
                  </a:lnTo>
                  <a:lnTo>
                    <a:pt x="2651761" y="2816931"/>
                  </a:lnTo>
                  <a:lnTo>
                    <a:pt x="2651886" y="2816931"/>
                  </a:lnTo>
                  <a:lnTo>
                    <a:pt x="2652011" y="2816931"/>
                  </a:lnTo>
                  <a:lnTo>
                    <a:pt x="2652136" y="2816931"/>
                  </a:lnTo>
                  <a:lnTo>
                    <a:pt x="2652261" y="2816931"/>
                  </a:lnTo>
                  <a:lnTo>
                    <a:pt x="2652386" y="2816931"/>
                  </a:lnTo>
                  <a:lnTo>
                    <a:pt x="2652511" y="2816931"/>
                  </a:lnTo>
                  <a:lnTo>
                    <a:pt x="2652636" y="2816931"/>
                  </a:lnTo>
                  <a:lnTo>
                    <a:pt x="2652761" y="2816931"/>
                  </a:lnTo>
                  <a:lnTo>
                    <a:pt x="2652886" y="2816931"/>
                  </a:lnTo>
                  <a:lnTo>
                    <a:pt x="2653011" y="2816931"/>
                  </a:lnTo>
                  <a:lnTo>
                    <a:pt x="2653136" y="2816931"/>
                  </a:lnTo>
                  <a:lnTo>
                    <a:pt x="2653261" y="2816931"/>
                  </a:lnTo>
                  <a:lnTo>
                    <a:pt x="2653387" y="2816931"/>
                  </a:lnTo>
                  <a:lnTo>
                    <a:pt x="2653512" y="2816931"/>
                  </a:lnTo>
                  <a:lnTo>
                    <a:pt x="2653637" y="2816931"/>
                  </a:lnTo>
                  <a:lnTo>
                    <a:pt x="2653762" y="2816931"/>
                  </a:lnTo>
                  <a:lnTo>
                    <a:pt x="2653887" y="2816931"/>
                  </a:lnTo>
                  <a:lnTo>
                    <a:pt x="2654012" y="2816931"/>
                  </a:lnTo>
                  <a:lnTo>
                    <a:pt x="2654137" y="2816931"/>
                  </a:lnTo>
                  <a:lnTo>
                    <a:pt x="2654262" y="2816931"/>
                  </a:lnTo>
                  <a:lnTo>
                    <a:pt x="2654387" y="2816931"/>
                  </a:lnTo>
                  <a:lnTo>
                    <a:pt x="2654512" y="2816931"/>
                  </a:lnTo>
                  <a:lnTo>
                    <a:pt x="2654637" y="2816931"/>
                  </a:lnTo>
                  <a:lnTo>
                    <a:pt x="2654637" y="2806977"/>
                  </a:lnTo>
                  <a:lnTo>
                    <a:pt x="2654762" y="2806977"/>
                  </a:lnTo>
                  <a:lnTo>
                    <a:pt x="2654887" y="2806977"/>
                  </a:lnTo>
                  <a:lnTo>
                    <a:pt x="2655012" y="2806977"/>
                  </a:lnTo>
                  <a:lnTo>
                    <a:pt x="2655137" y="2806977"/>
                  </a:lnTo>
                  <a:lnTo>
                    <a:pt x="2655262" y="2806977"/>
                  </a:lnTo>
                  <a:lnTo>
                    <a:pt x="2655387" y="2806977"/>
                  </a:lnTo>
                  <a:lnTo>
                    <a:pt x="2655512" y="2806977"/>
                  </a:lnTo>
                  <a:lnTo>
                    <a:pt x="2655637" y="2806977"/>
                  </a:lnTo>
                  <a:lnTo>
                    <a:pt x="2655762" y="2806977"/>
                  </a:lnTo>
                  <a:lnTo>
                    <a:pt x="2655887" y="2806977"/>
                  </a:lnTo>
                  <a:lnTo>
                    <a:pt x="2656012" y="2806977"/>
                  </a:lnTo>
                  <a:lnTo>
                    <a:pt x="2656137" y="2806977"/>
                  </a:lnTo>
                  <a:lnTo>
                    <a:pt x="2656262" y="2806977"/>
                  </a:lnTo>
                  <a:lnTo>
                    <a:pt x="2656388" y="2806977"/>
                  </a:lnTo>
                  <a:lnTo>
                    <a:pt x="2656513" y="2806977"/>
                  </a:lnTo>
                  <a:lnTo>
                    <a:pt x="2656638" y="2806977"/>
                  </a:lnTo>
                  <a:lnTo>
                    <a:pt x="2656763" y="2806977"/>
                  </a:lnTo>
                  <a:lnTo>
                    <a:pt x="2656888" y="2806977"/>
                  </a:lnTo>
                  <a:lnTo>
                    <a:pt x="2657013" y="2806977"/>
                  </a:lnTo>
                  <a:lnTo>
                    <a:pt x="2657138" y="2806977"/>
                  </a:lnTo>
                  <a:lnTo>
                    <a:pt x="2657263" y="2806977"/>
                  </a:lnTo>
                  <a:lnTo>
                    <a:pt x="2657388" y="2806977"/>
                  </a:lnTo>
                  <a:lnTo>
                    <a:pt x="2657513" y="2806977"/>
                  </a:lnTo>
                  <a:lnTo>
                    <a:pt x="2657638" y="2806977"/>
                  </a:lnTo>
                  <a:lnTo>
                    <a:pt x="2657763" y="2806977"/>
                  </a:lnTo>
                  <a:lnTo>
                    <a:pt x="2657888" y="2806977"/>
                  </a:lnTo>
                  <a:lnTo>
                    <a:pt x="2658013" y="2806977"/>
                  </a:lnTo>
                  <a:lnTo>
                    <a:pt x="2658138" y="2806977"/>
                  </a:lnTo>
                  <a:lnTo>
                    <a:pt x="2658263" y="2806977"/>
                  </a:lnTo>
                  <a:lnTo>
                    <a:pt x="2658388" y="2806977"/>
                  </a:lnTo>
                  <a:lnTo>
                    <a:pt x="2658513" y="2806977"/>
                  </a:lnTo>
                  <a:lnTo>
                    <a:pt x="2658638" y="2806977"/>
                  </a:lnTo>
                  <a:lnTo>
                    <a:pt x="2658763" y="2806977"/>
                  </a:lnTo>
                  <a:lnTo>
                    <a:pt x="2658888" y="2806977"/>
                  </a:lnTo>
                  <a:lnTo>
                    <a:pt x="2659013" y="2806977"/>
                  </a:lnTo>
                  <a:lnTo>
                    <a:pt x="2659138" y="2806977"/>
                  </a:lnTo>
                  <a:lnTo>
                    <a:pt x="2659263" y="2806977"/>
                  </a:lnTo>
                  <a:lnTo>
                    <a:pt x="2659389" y="2806977"/>
                  </a:lnTo>
                  <a:lnTo>
                    <a:pt x="2659514" y="2806977"/>
                  </a:lnTo>
                  <a:lnTo>
                    <a:pt x="2659639" y="2806977"/>
                  </a:lnTo>
                  <a:lnTo>
                    <a:pt x="2659764" y="2806977"/>
                  </a:lnTo>
                  <a:lnTo>
                    <a:pt x="2659889" y="2806977"/>
                  </a:lnTo>
                  <a:lnTo>
                    <a:pt x="2660014" y="2806977"/>
                  </a:lnTo>
                  <a:lnTo>
                    <a:pt x="2660139" y="2806977"/>
                  </a:lnTo>
                  <a:lnTo>
                    <a:pt x="2660264" y="2806977"/>
                  </a:lnTo>
                  <a:lnTo>
                    <a:pt x="2660389" y="2806977"/>
                  </a:lnTo>
                  <a:lnTo>
                    <a:pt x="2660514" y="2806977"/>
                  </a:lnTo>
                  <a:lnTo>
                    <a:pt x="2660639" y="2806977"/>
                  </a:lnTo>
                  <a:lnTo>
                    <a:pt x="2660764" y="2806977"/>
                  </a:lnTo>
                  <a:lnTo>
                    <a:pt x="2660889" y="2806977"/>
                  </a:lnTo>
                  <a:lnTo>
                    <a:pt x="2661014" y="2806977"/>
                  </a:lnTo>
                  <a:lnTo>
                    <a:pt x="2661139" y="2806977"/>
                  </a:lnTo>
                  <a:lnTo>
                    <a:pt x="2661264" y="2806977"/>
                  </a:lnTo>
                  <a:lnTo>
                    <a:pt x="2661389" y="2806977"/>
                  </a:lnTo>
                  <a:lnTo>
                    <a:pt x="2661514" y="2806977"/>
                  </a:lnTo>
                  <a:lnTo>
                    <a:pt x="2661639" y="2806977"/>
                  </a:lnTo>
                  <a:lnTo>
                    <a:pt x="2661764" y="2806977"/>
                  </a:lnTo>
                  <a:lnTo>
                    <a:pt x="2661889" y="2806977"/>
                  </a:lnTo>
                  <a:lnTo>
                    <a:pt x="2662014" y="2806977"/>
                  </a:lnTo>
                  <a:lnTo>
                    <a:pt x="2662139" y="2806977"/>
                  </a:lnTo>
                  <a:lnTo>
                    <a:pt x="2662264" y="2806977"/>
                  </a:lnTo>
                  <a:lnTo>
                    <a:pt x="2662390" y="2806977"/>
                  </a:lnTo>
                  <a:lnTo>
                    <a:pt x="2662515" y="2806977"/>
                  </a:lnTo>
                  <a:lnTo>
                    <a:pt x="2662640" y="2806977"/>
                  </a:lnTo>
                  <a:lnTo>
                    <a:pt x="2662765" y="2806977"/>
                  </a:lnTo>
                  <a:lnTo>
                    <a:pt x="2662890" y="2806977"/>
                  </a:lnTo>
                  <a:lnTo>
                    <a:pt x="2663015" y="2806977"/>
                  </a:lnTo>
                  <a:lnTo>
                    <a:pt x="2663140" y="2806977"/>
                  </a:lnTo>
                  <a:lnTo>
                    <a:pt x="2663140" y="2797024"/>
                  </a:lnTo>
                  <a:lnTo>
                    <a:pt x="2663265" y="2797024"/>
                  </a:lnTo>
                  <a:lnTo>
                    <a:pt x="2663390" y="2797024"/>
                  </a:lnTo>
                  <a:lnTo>
                    <a:pt x="2663515" y="2797024"/>
                  </a:lnTo>
                  <a:lnTo>
                    <a:pt x="2663640" y="2797024"/>
                  </a:lnTo>
                  <a:lnTo>
                    <a:pt x="2663765" y="2797024"/>
                  </a:lnTo>
                  <a:lnTo>
                    <a:pt x="2663890" y="2797024"/>
                  </a:lnTo>
                  <a:lnTo>
                    <a:pt x="2664015" y="2797024"/>
                  </a:lnTo>
                  <a:lnTo>
                    <a:pt x="2664140" y="2797024"/>
                  </a:lnTo>
                  <a:lnTo>
                    <a:pt x="2664265" y="2797024"/>
                  </a:lnTo>
                  <a:lnTo>
                    <a:pt x="2664390" y="2797024"/>
                  </a:lnTo>
                  <a:lnTo>
                    <a:pt x="2664515" y="2797024"/>
                  </a:lnTo>
                  <a:lnTo>
                    <a:pt x="2664640" y="2797024"/>
                  </a:lnTo>
                  <a:lnTo>
                    <a:pt x="2664765" y="2797024"/>
                  </a:lnTo>
                  <a:lnTo>
                    <a:pt x="2664890" y="2797024"/>
                  </a:lnTo>
                  <a:lnTo>
                    <a:pt x="2665015" y="2797024"/>
                  </a:lnTo>
                  <a:lnTo>
                    <a:pt x="2665140" y="2797024"/>
                  </a:lnTo>
                  <a:lnTo>
                    <a:pt x="2665265" y="2797024"/>
                  </a:lnTo>
                  <a:lnTo>
                    <a:pt x="2665391" y="2797024"/>
                  </a:lnTo>
                  <a:lnTo>
                    <a:pt x="2665516" y="2797024"/>
                  </a:lnTo>
                  <a:lnTo>
                    <a:pt x="2665641" y="2797024"/>
                  </a:lnTo>
                  <a:lnTo>
                    <a:pt x="2665766" y="2797024"/>
                  </a:lnTo>
                  <a:lnTo>
                    <a:pt x="2665891" y="2797024"/>
                  </a:lnTo>
                  <a:lnTo>
                    <a:pt x="2666016" y="2797024"/>
                  </a:lnTo>
                  <a:lnTo>
                    <a:pt x="2666141" y="2797024"/>
                  </a:lnTo>
                  <a:lnTo>
                    <a:pt x="2666266" y="2797024"/>
                  </a:lnTo>
                  <a:lnTo>
                    <a:pt x="2666391" y="2797024"/>
                  </a:lnTo>
                  <a:lnTo>
                    <a:pt x="2666516" y="2797024"/>
                  </a:lnTo>
                  <a:lnTo>
                    <a:pt x="2666641" y="2797024"/>
                  </a:lnTo>
                  <a:lnTo>
                    <a:pt x="2666766" y="2797024"/>
                  </a:lnTo>
                  <a:lnTo>
                    <a:pt x="2666891" y="2797024"/>
                  </a:lnTo>
                  <a:lnTo>
                    <a:pt x="2667016" y="2797024"/>
                  </a:lnTo>
                  <a:lnTo>
                    <a:pt x="2667141" y="2797024"/>
                  </a:lnTo>
                  <a:lnTo>
                    <a:pt x="2667266" y="2797024"/>
                  </a:lnTo>
                  <a:lnTo>
                    <a:pt x="2667391" y="2797024"/>
                  </a:lnTo>
                  <a:lnTo>
                    <a:pt x="2667516" y="2797024"/>
                  </a:lnTo>
                  <a:lnTo>
                    <a:pt x="2667641" y="2797024"/>
                  </a:lnTo>
                  <a:lnTo>
                    <a:pt x="2667766" y="2797024"/>
                  </a:lnTo>
                  <a:lnTo>
                    <a:pt x="2667891" y="2797024"/>
                  </a:lnTo>
                  <a:lnTo>
                    <a:pt x="2668016" y="2797024"/>
                  </a:lnTo>
                  <a:lnTo>
                    <a:pt x="2668141" y="2797024"/>
                  </a:lnTo>
                  <a:lnTo>
                    <a:pt x="2668266" y="2797024"/>
                  </a:lnTo>
                  <a:lnTo>
                    <a:pt x="2668392" y="2797024"/>
                  </a:lnTo>
                  <a:lnTo>
                    <a:pt x="2668517" y="2797024"/>
                  </a:lnTo>
                  <a:lnTo>
                    <a:pt x="2668642" y="2797024"/>
                  </a:lnTo>
                  <a:lnTo>
                    <a:pt x="2668767" y="2797024"/>
                  </a:lnTo>
                  <a:lnTo>
                    <a:pt x="2668892" y="2797024"/>
                  </a:lnTo>
                  <a:lnTo>
                    <a:pt x="2669017" y="2797024"/>
                  </a:lnTo>
                  <a:lnTo>
                    <a:pt x="2669142" y="2797024"/>
                  </a:lnTo>
                  <a:lnTo>
                    <a:pt x="2669142" y="2787070"/>
                  </a:lnTo>
                  <a:lnTo>
                    <a:pt x="2669267" y="2787070"/>
                  </a:lnTo>
                  <a:lnTo>
                    <a:pt x="2669392" y="2787070"/>
                  </a:lnTo>
                  <a:lnTo>
                    <a:pt x="2669517" y="2787070"/>
                  </a:lnTo>
                  <a:lnTo>
                    <a:pt x="2669642" y="2787070"/>
                  </a:lnTo>
                  <a:lnTo>
                    <a:pt x="2669767" y="2787070"/>
                  </a:lnTo>
                  <a:lnTo>
                    <a:pt x="2669892" y="2787070"/>
                  </a:lnTo>
                  <a:lnTo>
                    <a:pt x="2670017" y="2787070"/>
                  </a:lnTo>
                  <a:lnTo>
                    <a:pt x="2670142" y="2787070"/>
                  </a:lnTo>
                  <a:lnTo>
                    <a:pt x="2670267" y="2787070"/>
                  </a:lnTo>
                  <a:lnTo>
                    <a:pt x="2670392" y="2787070"/>
                  </a:lnTo>
                  <a:lnTo>
                    <a:pt x="2670517" y="2787070"/>
                  </a:lnTo>
                  <a:lnTo>
                    <a:pt x="2670642" y="2787070"/>
                  </a:lnTo>
                  <a:lnTo>
                    <a:pt x="2670767" y="2787070"/>
                  </a:lnTo>
                  <a:lnTo>
                    <a:pt x="2670892" y="2787070"/>
                  </a:lnTo>
                  <a:lnTo>
                    <a:pt x="2671017" y="2787070"/>
                  </a:lnTo>
                  <a:lnTo>
                    <a:pt x="2671142" y="2787070"/>
                  </a:lnTo>
                  <a:lnTo>
                    <a:pt x="2671267" y="2787070"/>
                  </a:lnTo>
                  <a:lnTo>
                    <a:pt x="2671393" y="2787070"/>
                  </a:lnTo>
                  <a:lnTo>
                    <a:pt x="2671518" y="2787070"/>
                  </a:lnTo>
                  <a:lnTo>
                    <a:pt x="2671643" y="2787070"/>
                  </a:lnTo>
                  <a:lnTo>
                    <a:pt x="2671768" y="2787070"/>
                  </a:lnTo>
                  <a:lnTo>
                    <a:pt x="2671893" y="2787070"/>
                  </a:lnTo>
                  <a:lnTo>
                    <a:pt x="2672018" y="2787070"/>
                  </a:lnTo>
                  <a:lnTo>
                    <a:pt x="2672143" y="2787070"/>
                  </a:lnTo>
                  <a:lnTo>
                    <a:pt x="2672268" y="2787070"/>
                  </a:lnTo>
                  <a:lnTo>
                    <a:pt x="2672393" y="2787070"/>
                  </a:lnTo>
                  <a:lnTo>
                    <a:pt x="2672518" y="2787070"/>
                  </a:lnTo>
                  <a:lnTo>
                    <a:pt x="2672643" y="2787070"/>
                  </a:lnTo>
                  <a:lnTo>
                    <a:pt x="2672768" y="2787070"/>
                  </a:lnTo>
                  <a:lnTo>
                    <a:pt x="2672893" y="2787070"/>
                  </a:lnTo>
                  <a:lnTo>
                    <a:pt x="2672893" y="2777116"/>
                  </a:lnTo>
                  <a:lnTo>
                    <a:pt x="2673018" y="2777116"/>
                  </a:lnTo>
                  <a:lnTo>
                    <a:pt x="2673143" y="2777116"/>
                  </a:lnTo>
                  <a:lnTo>
                    <a:pt x="2673268" y="2777116"/>
                  </a:lnTo>
                  <a:lnTo>
                    <a:pt x="2673393" y="2777116"/>
                  </a:lnTo>
                  <a:lnTo>
                    <a:pt x="2673518" y="2777116"/>
                  </a:lnTo>
                  <a:lnTo>
                    <a:pt x="2673643" y="2777116"/>
                  </a:lnTo>
                  <a:lnTo>
                    <a:pt x="2673768" y="2777116"/>
                  </a:lnTo>
                  <a:lnTo>
                    <a:pt x="2673893" y="2777116"/>
                  </a:lnTo>
                  <a:lnTo>
                    <a:pt x="2674018" y="2777116"/>
                  </a:lnTo>
                  <a:lnTo>
                    <a:pt x="2674143" y="2777116"/>
                  </a:lnTo>
                  <a:lnTo>
                    <a:pt x="2674268" y="2777116"/>
                  </a:lnTo>
                  <a:lnTo>
                    <a:pt x="2674394" y="2777116"/>
                  </a:lnTo>
                  <a:lnTo>
                    <a:pt x="2674519" y="2777116"/>
                  </a:lnTo>
                  <a:lnTo>
                    <a:pt x="2674644" y="2777116"/>
                  </a:lnTo>
                  <a:lnTo>
                    <a:pt x="2674769" y="2777116"/>
                  </a:lnTo>
                  <a:lnTo>
                    <a:pt x="2674894" y="2777116"/>
                  </a:lnTo>
                  <a:lnTo>
                    <a:pt x="2675019" y="2777116"/>
                  </a:lnTo>
                  <a:lnTo>
                    <a:pt x="2675144" y="2777116"/>
                  </a:lnTo>
                  <a:lnTo>
                    <a:pt x="2675269" y="2777116"/>
                  </a:lnTo>
                  <a:lnTo>
                    <a:pt x="2675394" y="2777116"/>
                  </a:lnTo>
                  <a:lnTo>
                    <a:pt x="2675519" y="2777116"/>
                  </a:lnTo>
                  <a:lnTo>
                    <a:pt x="2675644" y="2777116"/>
                  </a:lnTo>
                  <a:lnTo>
                    <a:pt x="2675769" y="2777116"/>
                  </a:lnTo>
                  <a:lnTo>
                    <a:pt x="2675894" y="2777116"/>
                  </a:lnTo>
                  <a:lnTo>
                    <a:pt x="2676019" y="2777116"/>
                  </a:lnTo>
                  <a:lnTo>
                    <a:pt x="2676144" y="2777116"/>
                  </a:lnTo>
                  <a:lnTo>
                    <a:pt x="2676269" y="2777116"/>
                  </a:lnTo>
                  <a:lnTo>
                    <a:pt x="2676394" y="2777116"/>
                  </a:lnTo>
                  <a:lnTo>
                    <a:pt x="2676519" y="2777116"/>
                  </a:lnTo>
                  <a:lnTo>
                    <a:pt x="2676644" y="2777116"/>
                  </a:lnTo>
                  <a:lnTo>
                    <a:pt x="2676769" y="2777116"/>
                  </a:lnTo>
                  <a:lnTo>
                    <a:pt x="2676894" y="2777116"/>
                  </a:lnTo>
                  <a:lnTo>
                    <a:pt x="2677019" y="2777116"/>
                  </a:lnTo>
                  <a:lnTo>
                    <a:pt x="2677144" y="2777116"/>
                  </a:lnTo>
                  <a:lnTo>
                    <a:pt x="2677269" y="2777116"/>
                  </a:lnTo>
                  <a:lnTo>
                    <a:pt x="2677395" y="2777116"/>
                  </a:lnTo>
                  <a:lnTo>
                    <a:pt x="2677520" y="2777116"/>
                  </a:lnTo>
                  <a:lnTo>
                    <a:pt x="2677645" y="2777116"/>
                  </a:lnTo>
                  <a:lnTo>
                    <a:pt x="2677770" y="2777116"/>
                  </a:lnTo>
                  <a:lnTo>
                    <a:pt x="2677895" y="2777116"/>
                  </a:lnTo>
                  <a:lnTo>
                    <a:pt x="2678020" y="2777116"/>
                  </a:lnTo>
                  <a:lnTo>
                    <a:pt x="2678145" y="2777116"/>
                  </a:lnTo>
                  <a:lnTo>
                    <a:pt x="2678270" y="2777116"/>
                  </a:lnTo>
                  <a:lnTo>
                    <a:pt x="2678395" y="2777116"/>
                  </a:lnTo>
                  <a:lnTo>
                    <a:pt x="2678520" y="2777116"/>
                  </a:lnTo>
                  <a:lnTo>
                    <a:pt x="2678645" y="2777116"/>
                  </a:lnTo>
                  <a:lnTo>
                    <a:pt x="2678770" y="2777116"/>
                  </a:lnTo>
                  <a:lnTo>
                    <a:pt x="2678895" y="2777116"/>
                  </a:lnTo>
                  <a:lnTo>
                    <a:pt x="2679020" y="2777116"/>
                  </a:lnTo>
                  <a:lnTo>
                    <a:pt x="2679145" y="2777116"/>
                  </a:lnTo>
                  <a:lnTo>
                    <a:pt x="2679270" y="2777116"/>
                  </a:lnTo>
                  <a:lnTo>
                    <a:pt x="2679395" y="2777116"/>
                  </a:lnTo>
                  <a:lnTo>
                    <a:pt x="2679520" y="2777116"/>
                  </a:lnTo>
                  <a:lnTo>
                    <a:pt x="2679645" y="2777116"/>
                  </a:lnTo>
                  <a:lnTo>
                    <a:pt x="2679770" y="2777116"/>
                  </a:lnTo>
                  <a:lnTo>
                    <a:pt x="2679895" y="2777116"/>
                  </a:lnTo>
                  <a:lnTo>
                    <a:pt x="2680020" y="2777116"/>
                  </a:lnTo>
                  <a:lnTo>
                    <a:pt x="2680145" y="2777116"/>
                  </a:lnTo>
                  <a:lnTo>
                    <a:pt x="2680271" y="2777116"/>
                  </a:lnTo>
                  <a:lnTo>
                    <a:pt x="2680396" y="2777116"/>
                  </a:lnTo>
                  <a:lnTo>
                    <a:pt x="2680521" y="2777116"/>
                  </a:lnTo>
                  <a:lnTo>
                    <a:pt x="2680646" y="2777116"/>
                  </a:lnTo>
                  <a:lnTo>
                    <a:pt x="2680771" y="2777116"/>
                  </a:lnTo>
                  <a:lnTo>
                    <a:pt x="2680896" y="2777116"/>
                  </a:lnTo>
                  <a:lnTo>
                    <a:pt x="2681021" y="2777116"/>
                  </a:lnTo>
                  <a:lnTo>
                    <a:pt x="2681146" y="2777116"/>
                  </a:lnTo>
                  <a:lnTo>
                    <a:pt x="2681271" y="2777116"/>
                  </a:lnTo>
                  <a:lnTo>
                    <a:pt x="2681396" y="2777116"/>
                  </a:lnTo>
                  <a:lnTo>
                    <a:pt x="2681521" y="2777116"/>
                  </a:lnTo>
                  <a:lnTo>
                    <a:pt x="2681646" y="2777116"/>
                  </a:lnTo>
                  <a:lnTo>
                    <a:pt x="2681771" y="2777116"/>
                  </a:lnTo>
                  <a:lnTo>
                    <a:pt x="2681896" y="2777116"/>
                  </a:lnTo>
                  <a:lnTo>
                    <a:pt x="2682021" y="2777116"/>
                  </a:lnTo>
                  <a:lnTo>
                    <a:pt x="2682146" y="2777116"/>
                  </a:lnTo>
                  <a:lnTo>
                    <a:pt x="2682271" y="2777116"/>
                  </a:lnTo>
                  <a:lnTo>
                    <a:pt x="2682396" y="2777116"/>
                  </a:lnTo>
                  <a:lnTo>
                    <a:pt x="2682521" y="2777116"/>
                  </a:lnTo>
                  <a:lnTo>
                    <a:pt x="2682646" y="2777116"/>
                  </a:lnTo>
                  <a:lnTo>
                    <a:pt x="2682771" y="2777116"/>
                  </a:lnTo>
                  <a:lnTo>
                    <a:pt x="2682896" y="2777116"/>
                  </a:lnTo>
                  <a:lnTo>
                    <a:pt x="2683021" y="2777116"/>
                  </a:lnTo>
                  <a:lnTo>
                    <a:pt x="2683146" y="2777116"/>
                  </a:lnTo>
                  <a:lnTo>
                    <a:pt x="2683272" y="2777116"/>
                  </a:lnTo>
                  <a:lnTo>
                    <a:pt x="2683397" y="2777116"/>
                  </a:lnTo>
                  <a:lnTo>
                    <a:pt x="2683522" y="2777116"/>
                  </a:lnTo>
                  <a:lnTo>
                    <a:pt x="2683647" y="2777116"/>
                  </a:lnTo>
                  <a:lnTo>
                    <a:pt x="2683772" y="2777116"/>
                  </a:lnTo>
                  <a:lnTo>
                    <a:pt x="2683897" y="2777116"/>
                  </a:lnTo>
                  <a:lnTo>
                    <a:pt x="2684022" y="2777116"/>
                  </a:lnTo>
                  <a:lnTo>
                    <a:pt x="2684147" y="2777116"/>
                  </a:lnTo>
                  <a:lnTo>
                    <a:pt x="2684272" y="2777116"/>
                  </a:lnTo>
                  <a:lnTo>
                    <a:pt x="2684397" y="2777116"/>
                  </a:lnTo>
                  <a:lnTo>
                    <a:pt x="2684522" y="2777116"/>
                  </a:lnTo>
                  <a:lnTo>
                    <a:pt x="2684647" y="2777116"/>
                  </a:lnTo>
                  <a:lnTo>
                    <a:pt x="2684772" y="2777116"/>
                  </a:lnTo>
                  <a:lnTo>
                    <a:pt x="2684897" y="2777116"/>
                  </a:lnTo>
                  <a:lnTo>
                    <a:pt x="2685022" y="2777116"/>
                  </a:lnTo>
                  <a:lnTo>
                    <a:pt x="2685147" y="2777116"/>
                  </a:lnTo>
                  <a:lnTo>
                    <a:pt x="2685272" y="2777116"/>
                  </a:lnTo>
                  <a:lnTo>
                    <a:pt x="2685397" y="2777116"/>
                  </a:lnTo>
                  <a:lnTo>
                    <a:pt x="2685522" y="2777116"/>
                  </a:lnTo>
                  <a:lnTo>
                    <a:pt x="2685647" y="2777116"/>
                  </a:lnTo>
                  <a:lnTo>
                    <a:pt x="2685772" y="2777116"/>
                  </a:lnTo>
                  <a:lnTo>
                    <a:pt x="2685897" y="2777116"/>
                  </a:lnTo>
                  <a:lnTo>
                    <a:pt x="2686022" y="2777116"/>
                  </a:lnTo>
                  <a:lnTo>
                    <a:pt x="2686147" y="2777116"/>
                  </a:lnTo>
                  <a:lnTo>
                    <a:pt x="2686273" y="2777116"/>
                  </a:lnTo>
                  <a:lnTo>
                    <a:pt x="2686398" y="2777116"/>
                  </a:lnTo>
                  <a:lnTo>
                    <a:pt x="2686523" y="2777116"/>
                  </a:lnTo>
                  <a:lnTo>
                    <a:pt x="2686648" y="2777116"/>
                  </a:lnTo>
                  <a:lnTo>
                    <a:pt x="2686773" y="2777116"/>
                  </a:lnTo>
                  <a:lnTo>
                    <a:pt x="2686898" y="2777116"/>
                  </a:lnTo>
                  <a:lnTo>
                    <a:pt x="2687023" y="2777116"/>
                  </a:lnTo>
                  <a:lnTo>
                    <a:pt x="2687148" y="2777116"/>
                  </a:lnTo>
                  <a:lnTo>
                    <a:pt x="2687273" y="2777116"/>
                  </a:lnTo>
                  <a:lnTo>
                    <a:pt x="2687398" y="2777116"/>
                  </a:lnTo>
                  <a:lnTo>
                    <a:pt x="2687523" y="2777116"/>
                  </a:lnTo>
                  <a:lnTo>
                    <a:pt x="2687648" y="2777116"/>
                  </a:lnTo>
                  <a:lnTo>
                    <a:pt x="2687773" y="2777116"/>
                  </a:lnTo>
                  <a:lnTo>
                    <a:pt x="2687898" y="2777116"/>
                  </a:lnTo>
                  <a:lnTo>
                    <a:pt x="2688023" y="2777116"/>
                  </a:lnTo>
                  <a:lnTo>
                    <a:pt x="2688148" y="2777116"/>
                  </a:lnTo>
                  <a:lnTo>
                    <a:pt x="2688273" y="2777116"/>
                  </a:lnTo>
                  <a:lnTo>
                    <a:pt x="2688398" y="2777116"/>
                  </a:lnTo>
                  <a:lnTo>
                    <a:pt x="2688523" y="2777116"/>
                  </a:lnTo>
                  <a:lnTo>
                    <a:pt x="2688648" y="2777116"/>
                  </a:lnTo>
                  <a:lnTo>
                    <a:pt x="2688773" y="2777116"/>
                  </a:lnTo>
                  <a:lnTo>
                    <a:pt x="2688898" y="2777116"/>
                  </a:lnTo>
                  <a:lnTo>
                    <a:pt x="2689023" y="2777116"/>
                  </a:lnTo>
                  <a:lnTo>
                    <a:pt x="2689148" y="2777116"/>
                  </a:lnTo>
                  <a:lnTo>
                    <a:pt x="2689274" y="2777116"/>
                  </a:lnTo>
                  <a:lnTo>
                    <a:pt x="2689399" y="2777116"/>
                  </a:lnTo>
                  <a:lnTo>
                    <a:pt x="2689524" y="2777116"/>
                  </a:lnTo>
                  <a:lnTo>
                    <a:pt x="2689649" y="2777116"/>
                  </a:lnTo>
                  <a:lnTo>
                    <a:pt x="2689774" y="2777116"/>
                  </a:lnTo>
                  <a:lnTo>
                    <a:pt x="2689899" y="2777116"/>
                  </a:lnTo>
                  <a:lnTo>
                    <a:pt x="2690024" y="2777116"/>
                  </a:lnTo>
                  <a:lnTo>
                    <a:pt x="2690149" y="2777116"/>
                  </a:lnTo>
                  <a:lnTo>
                    <a:pt x="2690274" y="2777116"/>
                  </a:lnTo>
                  <a:lnTo>
                    <a:pt x="2690399" y="2777116"/>
                  </a:lnTo>
                  <a:lnTo>
                    <a:pt x="2690524" y="2777116"/>
                  </a:lnTo>
                  <a:lnTo>
                    <a:pt x="2690649" y="2777116"/>
                  </a:lnTo>
                  <a:lnTo>
                    <a:pt x="2690774" y="2777116"/>
                  </a:lnTo>
                  <a:lnTo>
                    <a:pt x="2690899" y="2777116"/>
                  </a:lnTo>
                  <a:lnTo>
                    <a:pt x="2691024" y="2777116"/>
                  </a:lnTo>
                  <a:lnTo>
                    <a:pt x="2691149" y="2777116"/>
                  </a:lnTo>
                  <a:lnTo>
                    <a:pt x="2691274" y="2777116"/>
                  </a:lnTo>
                  <a:lnTo>
                    <a:pt x="2691399" y="2777116"/>
                  </a:lnTo>
                  <a:lnTo>
                    <a:pt x="2691524" y="2777116"/>
                  </a:lnTo>
                  <a:lnTo>
                    <a:pt x="2691649" y="2777116"/>
                  </a:lnTo>
                  <a:lnTo>
                    <a:pt x="2691774" y="2777116"/>
                  </a:lnTo>
                  <a:lnTo>
                    <a:pt x="2691899" y="2777116"/>
                  </a:lnTo>
                  <a:lnTo>
                    <a:pt x="2692024" y="2777116"/>
                  </a:lnTo>
                  <a:lnTo>
                    <a:pt x="2692149" y="2777116"/>
                  </a:lnTo>
                  <a:lnTo>
                    <a:pt x="2692275" y="2777116"/>
                  </a:lnTo>
                  <a:lnTo>
                    <a:pt x="2692400" y="2777116"/>
                  </a:lnTo>
                  <a:lnTo>
                    <a:pt x="2692525" y="2777116"/>
                  </a:lnTo>
                  <a:lnTo>
                    <a:pt x="2692650" y="2777116"/>
                  </a:lnTo>
                  <a:lnTo>
                    <a:pt x="2692775" y="2777116"/>
                  </a:lnTo>
                  <a:lnTo>
                    <a:pt x="2692900" y="2777116"/>
                  </a:lnTo>
                  <a:lnTo>
                    <a:pt x="2693025" y="2777116"/>
                  </a:lnTo>
                  <a:lnTo>
                    <a:pt x="2693150" y="2777116"/>
                  </a:lnTo>
                  <a:lnTo>
                    <a:pt x="2693275" y="2777116"/>
                  </a:lnTo>
                  <a:lnTo>
                    <a:pt x="2693400" y="2777116"/>
                  </a:lnTo>
                  <a:lnTo>
                    <a:pt x="2693525" y="2777116"/>
                  </a:lnTo>
                  <a:lnTo>
                    <a:pt x="2693650" y="2777116"/>
                  </a:lnTo>
                  <a:lnTo>
                    <a:pt x="2693775" y="2777116"/>
                  </a:lnTo>
                  <a:lnTo>
                    <a:pt x="2693900" y="2777116"/>
                  </a:lnTo>
                  <a:lnTo>
                    <a:pt x="2694025" y="2777116"/>
                  </a:lnTo>
                  <a:lnTo>
                    <a:pt x="2694150" y="2777116"/>
                  </a:lnTo>
                  <a:lnTo>
                    <a:pt x="2694275" y="2777116"/>
                  </a:lnTo>
                  <a:lnTo>
                    <a:pt x="2694400" y="2777116"/>
                  </a:lnTo>
                  <a:lnTo>
                    <a:pt x="2694525" y="2777116"/>
                  </a:lnTo>
                  <a:lnTo>
                    <a:pt x="2694650" y="2777116"/>
                  </a:lnTo>
                  <a:lnTo>
                    <a:pt x="2694775" y="2777116"/>
                  </a:lnTo>
                  <a:lnTo>
                    <a:pt x="2694900" y="2777116"/>
                  </a:lnTo>
                  <a:lnTo>
                    <a:pt x="2695025" y="2777116"/>
                  </a:lnTo>
                  <a:lnTo>
                    <a:pt x="2695150" y="2777116"/>
                  </a:lnTo>
                  <a:lnTo>
                    <a:pt x="2695276" y="2777116"/>
                  </a:lnTo>
                  <a:lnTo>
                    <a:pt x="2695401" y="2777116"/>
                  </a:lnTo>
                  <a:lnTo>
                    <a:pt x="2695526" y="2777116"/>
                  </a:lnTo>
                  <a:lnTo>
                    <a:pt x="2695651" y="2777116"/>
                  </a:lnTo>
                  <a:lnTo>
                    <a:pt x="2695776" y="2777116"/>
                  </a:lnTo>
                  <a:lnTo>
                    <a:pt x="2695776" y="2767162"/>
                  </a:lnTo>
                  <a:lnTo>
                    <a:pt x="2695901" y="2767162"/>
                  </a:lnTo>
                  <a:lnTo>
                    <a:pt x="2696026" y="2767162"/>
                  </a:lnTo>
                  <a:lnTo>
                    <a:pt x="2696151" y="2767162"/>
                  </a:lnTo>
                  <a:lnTo>
                    <a:pt x="2696276" y="2767162"/>
                  </a:lnTo>
                  <a:lnTo>
                    <a:pt x="2696401" y="2767162"/>
                  </a:lnTo>
                  <a:lnTo>
                    <a:pt x="2696526" y="2767162"/>
                  </a:lnTo>
                  <a:lnTo>
                    <a:pt x="2696651" y="2767162"/>
                  </a:lnTo>
                  <a:lnTo>
                    <a:pt x="2696776" y="2767162"/>
                  </a:lnTo>
                  <a:lnTo>
                    <a:pt x="2696901" y="2767162"/>
                  </a:lnTo>
                  <a:lnTo>
                    <a:pt x="2697026" y="2767162"/>
                  </a:lnTo>
                  <a:lnTo>
                    <a:pt x="2697151" y="2767162"/>
                  </a:lnTo>
                  <a:lnTo>
                    <a:pt x="2697276" y="2767162"/>
                  </a:lnTo>
                  <a:lnTo>
                    <a:pt x="2697401" y="2767162"/>
                  </a:lnTo>
                  <a:lnTo>
                    <a:pt x="2697526" y="2767162"/>
                  </a:lnTo>
                  <a:lnTo>
                    <a:pt x="2697651" y="2767162"/>
                  </a:lnTo>
                  <a:lnTo>
                    <a:pt x="2697776" y="2767162"/>
                  </a:lnTo>
                  <a:lnTo>
                    <a:pt x="2697901" y="2767162"/>
                  </a:lnTo>
                  <a:lnTo>
                    <a:pt x="2698026" y="2767162"/>
                  </a:lnTo>
                  <a:lnTo>
                    <a:pt x="2698151" y="2767162"/>
                  </a:lnTo>
                  <a:lnTo>
                    <a:pt x="2698277" y="2767162"/>
                  </a:lnTo>
                  <a:lnTo>
                    <a:pt x="2698402" y="2767162"/>
                  </a:lnTo>
                  <a:lnTo>
                    <a:pt x="2698527" y="2767162"/>
                  </a:lnTo>
                  <a:lnTo>
                    <a:pt x="2698652" y="2767162"/>
                  </a:lnTo>
                  <a:lnTo>
                    <a:pt x="2698777" y="2767162"/>
                  </a:lnTo>
                  <a:lnTo>
                    <a:pt x="2698902" y="2767162"/>
                  </a:lnTo>
                  <a:lnTo>
                    <a:pt x="2699027" y="2767162"/>
                  </a:lnTo>
                  <a:lnTo>
                    <a:pt x="2699152" y="2767162"/>
                  </a:lnTo>
                  <a:lnTo>
                    <a:pt x="2699277" y="2767162"/>
                  </a:lnTo>
                  <a:lnTo>
                    <a:pt x="2699402" y="2767162"/>
                  </a:lnTo>
                  <a:lnTo>
                    <a:pt x="2699527" y="2767162"/>
                  </a:lnTo>
                  <a:lnTo>
                    <a:pt x="2699652" y="2767162"/>
                  </a:lnTo>
                  <a:lnTo>
                    <a:pt x="2699777" y="2767162"/>
                  </a:lnTo>
                  <a:lnTo>
                    <a:pt x="2699902" y="2767162"/>
                  </a:lnTo>
                  <a:lnTo>
                    <a:pt x="2700027" y="2767162"/>
                  </a:lnTo>
                  <a:lnTo>
                    <a:pt x="2700152" y="2767162"/>
                  </a:lnTo>
                  <a:lnTo>
                    <a:pt x="2700277" y="2767162"/>
                  </a:lnTo>
                  <a:lnTo>
                    <a:pt x="2700402" y="2767162"/>
                  </a:lnTo>
                  <a:lnTo>
                    <a:pt x="2700527" y="2767162"/>
                  </a:lnTo>
                  <a:lnTo>
                    <a:pt x="2700652" y="2767162"/>
                  </a:lnTo>
                  <a:lnTo>
                    <a:pt x="2700777" y="2767162"/>
                  </a:lnTo>
                  <a:lnTo>
                    <a:pt x="2700902" y="2767162"/>
                  </a:lnTo>
                  <a:lnTo>
                    <a:pt x="2701027" y="2767162"/>
                  </a:lnTo>
                  <a:lnTo>
                    <a:pt x="2701152" y="2767162"/>
                  </a:lnTo>
                  <a:lnTo>
                    <a:pt x="2701278" y="2767162"/>
                  </a:lnTo>
                  <a:lnTo>
                    <a:pt x="2701403" y="2767162"/>
                  </a:lnTo>
                  <a:lnTo>
                    <a:pt x="2701528" y="2767162"/>
                  </a:lnTo>
                  <a:lnTo>
                    <a:pt x="2701653" y="2767162"/>
                  </a:lnTo>
                  <a:lnTo>
                    <a:pt x="2701778" y="2767162"/>
                  </a:lnTo>
                  <a:lnTo>
                    <a:pt x="2701903" y="2767162"/>
                  </a:lnTo>
                  <a:lnTo>
                    <a:pt x="2702028" y="2767162"/>
                  </a:lnTo>
                  <a:lnTo>
                    <a:pt x="2702153" y="2767162"/>
                  </a:lnTo>
                  <a:lnTo>
                    <a:pt x="2702278" y="2767162"/>
                  </a:lnTo>
                  <a:lnTo>
                    <a:pt x="2702403" y="2767162"/>
                  </a:lnTo>
                  <a:lnTo>
                    <a:pt x="2702528" y="2767162"/>
                  </a:lnTo>
                  <a:lnTo>
                    <a:pt x="2702653" y="2767162"/>
                  </a:lnTo>
                  <a:lnTo>
                    <a:pt x="2702778" y="2767162"/>
                  </a:lnTo>
                  <a:lnTo>
                    <a:pt x="2702903" y="2767162"/>
                  </a:lnTo>
                  <a:lnTo>
                    <a:pt x="2703028" y="2767162"/>
                  </a:lnTo>
                  <a:lnTo>
                    <a:pt x="2703153" y="2767162"/>
                  </a:lnTo>
                  <a:lnTo>
                    <a:pt x="2703278" y="2767162"/>
                  </a:lnTo>
                  <a:lnTo>
                    <a:pt x="2703403" y="2767162"/>
                  </a:lnTo>
                  <a:lnTo>
                    <a:pt x="2703528" y="2767162"/>
                  </a:lnTo>
                  <a:lnTo>
                    <a:pt x="2703653" y="2767162"/>
                  </a:lnTo>
                  <a:lnTo>
                    <a:pt x="2703778" y="2767162"/>
                  </a:lnTo>
                  <a:lnTo>
                    <a:pt x="2703903" y="2767162"/>
                  </a:lnTo>
                  <a:lnTo>
                    <a:pt x="2704028" y="2767162"/>
                  </a:lnTo>
                  <a:lnTo>
                    <a:pt x="2704153" y="2767162"/>
                  </a:lnTo>
                  <a:lnTo>
                    <a:pt x="2704279" y="2767162"/>
                  </a:lnTo>
                  <a:lnTo>
                    <a:pt x="2704404" y="2767162"/>
                  </a:lnTo>
                  <a:lnTo>
                    <a:pt x="2704529" y="2767162"/>
                  </a:lnTo>
                  <a:lnTo>
                    <a:pt x="2704654" y="2767162"/>
                  </a:lnTo>
                  <a:lnTo>
                    <a:pt x="2704779" y="2767162"/>
                  </a:lnTo>
                  <a:lnTo>
                    <a:pt x="2704904" y="2767162"/>
                  </a:lnTo>
                  <a:lnTo>
                    <a:pt x="2705029" y="2767162"/>
                  </a:lnTo>
                  <a:lnTo>
                    <a:pt x="2705154" y="2767162"/>
                  </a:lnTo>
                  <a:lnTo>
                    <a:pt x="2705279" y="2767162"/>
                  </a:lnTo>
                  <a:lnTo>
                    <a:pt x="2705404" y="2767162"/>
                  </a:lnTo>
                  <a:lnTo>
                    <a:pt x="2705529" y="2767162"/>
                  </a:lnTo>
                  <a:lnTo>
                    <a:pt x="2705654" y="2767162"/>
                  </a:lnTo>
                  <a:lnTo>
                    <a:pt x="2705779" y="2767162"/>
                  </a:lnTo>
                  <a:lnTo>
                    <a:pt x="2705904" y="2767162"/>
                  </a:lnTo>
                  <a:lnTo>
                    <a:pt x="2706029" y="2767162"/>
                  </a:lnTo>
                  <a:lnTo>
                    <a:pt x="2706154" y="2767162"/>
                  </a:lnTo>
                  <a:lnTo>
                    <a:pt x="2706279" y="2767162"/>
                  </a:lnTo>
                  <a:lnTo>
                    <a:pt x="2706404" y="2767162"/>
                  </a:lnTo>
                  <a:lnTo>
                    <a:pt x="2706529" y="2767162"/>
                  </a:lnTo>
                  <a:lnTo>
                    <a:pt x="2706654" y="2767162"/>
                  </a:lnTo>
                  <a:lnTo>
                    <a:pt x="2706779" y="2767162"/>
                  </a:lnTo>
                  <a:lnTo>
                    <a:pt x="2706904" y="2767162"/>
                  </a:lnTo>
                  <a:lnTo>
                    <a:pt x="2707029" y="2767162"/>
                  </a:lnTo>
                  <a:lnTo>
                    <a:pt x="2707154" y="2767162"/>
                  </a:lnTo>
                  <a:lnTo>
                    <a:pt x="2707280" y="2767162"/>
                  </a:lnTo>
                  <a:lnTo>
                    <a:pt x="2707405" y="2767162"/>
                  </a:lnTo>
                  <a:lnTo>
                    <a:pt x="2707530" y="2767162"/>
                  </a:lnTo>
                  <a:lnTo>
                    <a:pt x="2707655" y="2767162"/>
                  </a:lnTo>
                  <a:lnTo>
                    <a:pt x="2707780" y="2767162"/>
                  </a:lnTo>
                  <a:lnTo>
                    <a:pt x="2707905" y="2767162"/>
                  </a:lnTo>
                  <a:lnTo>
                    <a:pt x="2708030" y="2767162"/>
                  </a:lnTo>
                  <a:lnTo>
                    <a:pt x="2708155" y="2767162"/>
                  </a:lnTo>
                  <a:lnTo>
                    <a:pt x="2708280" y="2767162"/>
                  </a:lnTo>
                  <a:lnTo>
                    <a:pt x="2708405" y="2767162"/>
                  </a:lnTo>
                  <a:lnTo>
                    <a:pt x="2708530" y="2767162"/>
                  </a:lnTo>
                  <a:lnTo>
                    <a:pt x="2708655" y="2767162"/>
                  </a:lnTo>
                  <a:lnTo>
                    <a:pt x="2708780" y="2767162"/>
                  </a:lnTo>
                  <a:lnTo>
                    <a:pt x="2708905" y="2767162"/>
                  </a:lnTo>
                  <a:lnTo>
                    <a:pt x="2709030" y="2767162"/>
                  </a:lnTo>
                  <a:lnTo>
                    <a:pt x="2709155" y="2767162"/>
                  </a:lnTo>
                  <a:lnTo>
                    <a:pt x="2709280" y="2767162"/>
                  </a:lnTo>
                  <a:lnTo>
                    <a:pt x="2709405" y="2767162"/>
                  </a:lnTo>
                  <a:lnTo>
                    <a:pt x="2709530" y="2767162"/>
                  </a:lnTo>
                  <a:lnTo>
                    <a:pt x="2709655" y="2767162"/>
                  </a:lnTo>
                  <a:lnTo>
                    <a:pt x="2709780" y="2767162"/>
                  </a:lnTo>
                  <a:lnTo>
                    <a:pt x="2709905" y="2767162"/>
                  </a:lnTo>
                  <a:lnTo>
                    <a:pt x="2710030" y="2767162"/>
                  </a:lnTo>
                  <a:lnTo>
                    <a:pt x="2710155" y="2767162"/>
                  </a:lnTo>
                  <a:lnTo>
                    <a:pt x="2710281" y="2767162"/>
                  </a:lnTo>
                  <a:lnTo>
                    <a:pt x="2710406" y="2767162"/>
                  </a:lnTo>
                  <a:lnTo>
                    <a:pt x="2710531" y="2767162"/>
                  </a:lnTo>
                  <a:lnTo>
                    <a:pt x="2710656" y="2767162"/>
                  </a:lnTo>
                  <a:lnTo>
                    <a:pt x="2710781" y="2767162"/>
                  </a:lnTo>
                  <a:lnTo>
                    <a:pt x="2710906" y="2767162"/>
                  </a:lnTo>
                  <a:lnTo>
                    <a:pt x="2711031" y="2767162"/>
                  </a:lnTo>
                  <a:lnTo>
                    <a:pt x="2711031" y="2757208"/>
                  </a:lnTo>
                  <a:lnTo>
                    <a:pt x="2711156" y="2757208"/>
                  </a:lnTo>
                  <a:lnTo>
                    <a:pt x="2711281" y="2757208"/>
                  </a:lnTo>
                  <a:lnTo>
                    <a:pt x="2711281" y="2747255"/>
                  </a:lnTo>
                  <a:lnTo>
                    <a:pt x="2711406" y="2747255"/>
                  </a:lnTo>
                  <a:lnTo>
                    <a:pt x="2711531" y="2747255"/>
                  </a:lnTo>
                  <a:lnTo>
                    <a:pt x="2711656" y="2747255"/>
                  </a:lnTo>
                  <a:lnTo>
                    <a:pt x="2711781" y="2747255"/>
                  </a:lnTo>
                  <a:lnTo>
                    <a:pt x="2711906" y="2747255"/>
                  </a:lnTo>
                  <a:lnTo>
                    <a:pt x="2712031" y="2747255"/>
                  </a:lnTo>
                  <a:lnTo>
                    <a:pt x="2712156" y="2747255"/>
                  </a:lnTo>
                  <a:lnTo>
                    <a:pt x="2712281" y="2747255"/>
                  </a:lnTo>
                  <a:lnTo>
                    <a:pt x="2712406" y="2747255"/>
                  </a:lnTo>
                  <a:lnTo>
                    <a:pt x="2712406" y="2737301"/>
                  </a:lnTo>
                  <a:lnTo>
                    <a:pt x="2712531" y="2737301"/>
                  </a:lnTo>
                  <a:lnTo>
                    <a:pt x="2712656" y="2737301"/>
                  </a:lnTo>
                  <a:lnTo>
                    <a:pt x="2712781" y="2737301"/>
                  </a:lnTo>
                  <a:lnTo>
                    <a:pt x="2712906" y="2737301"/>
                  </a:lnTo>
                  <a:lnTo>
                    <a:pt x="2713031" y="2737301"/>
                  </a:lnTo>
                  <a:lnTo>
                    <a:pt x="2713156" y="2737301"/>
                  </a:lnTo>
                  <a:lnTo>
                    <a:pt x="2713282" y="2737301"/>
                  </a:lnTo>
                  <a:lnTo>
                    <a:pt x="2713407" y="2737301"/>
                  </a:lnTo>
                  <a:lnTo>
                    <a:pt x="2713532" y="2737301"/>
                  </a:lnTo>
                  <a:lnTo>
                    <a:pt x="2713657" y="2737301"/>
                  </a:lnTo>
                  <a:lnTo>
                    <a:pt x="2713782" y="2737301"/>
                  </a:lnTo>
                  <a:lnTo>
                    <a:pt x="2713907" y="2737301"/>
                  </a:lnTo>
                  <a:lnTo>
                    <a:pt x="2714032" y="2737301"/>
                  </a:lnTo>
                  <a:lnTo>
                    <a:pt x="2714157" y="2737301"/>
                  </a:lnTo>
                  <a:lnTo>
                    <a:pt x="2714282" y="2737301"/>
                  </a:lnTo>
                  <a:lnTo>
                    <a:pt x="2714407" y="2737301"/>
                  </a:lnTo>
                  <a:lnTo>
                    <a:pt x="2714532" y="2737301"/>
                  </a:lnTo>
                  <a:lnTo>
                    <a:pt x="2714657" y="2737301"/>
                  </a:lnTo>
                  <a:lnTo>
                    <a:pt x="2714782" y="2737301"/>
                  </a:lnTo>
                  <a:lnTo>
                    <a:pt x="2714907" y="2737301"/>
                  </a:lnTo>
                  <a:lnTo>
                    <a:pt x="2715032" y="2737301"/>
                  </a:lnTo>
                  <a:lnTo>
                    <a:pt x="2715157" y="2737301"/>
                  </a:lnTo>
                  <a:lnTo>
                    <a:pt x="2715282" y="2737301"/>
                  </a:lnTo>
                  <a:lnTo>
                    <a:pt x="2715407" y="2737301"/>
                  </a:lnTo>
                  <a:lnTo>
                    <a:pt x="2715532" y="2737301"/>
                  </a:lnTo>
                  <a:lnTo>
                    <a:pt x="2715657" y="2737301"/>
                  </a:lnTo>
                  <a:lnTo>
                    <a:pt x="2715782" y="2737301"/>
                  </a:lnTo>
                  <a:lnTo>
                    <a:pt x="2715907" y="2737301"/>
                  </a:lnTo>
                  <a:lnTo>
                    <a:pt x="2716032" y="2737301"/>
                  </a:lnTo>
                  <a:lnTo>
                    <a:pt x="2716158" y="2737301"/>
                  </a:lnTo>
                  <a:lnTo>
                    <a:pt x="2716283" y="2737301"/>
                  </a:lnTo>
                  <a:lnTo>
                    <a:pt x="2716408" y="2737301"/>
                  </a:lnTo>
                  <a:lnTo>
                    <a:pt x="2716533" y="2737301"/>
                  </a:lnTo>
                  <a:lnTo>
                    <a:pt x="2716658" y="2737301"/>
                  </a:lnTo>
                  <a:lnTo>
                    <a:pt x="2716783" y="2737301"/>
                  </a:lnTo>
                  <a:lnTo>
                    <a:pt x="2716908" y="2737301"/>
                  </a:lnTo>
                  <a:lnTo>
                    <a:pt x="2717033" y="2737301"/>
                  </a:lnTo>
                  <a:lnTo>
                    <a:pt x="2717158" y="2737301"/>
                  </a:lnTo>
                  <a:lnTo>
                    <a:pt x="2717283" y="2737301"/>
                  </a:lnTo>
                  <a:lnTo>
                    <a:pt x="2717408" y="2737301"/>
                  </a:lnTo>
                  <a:lnTo>
                    <a:pt x="2717533" y="2737301"/>
                  </a:lnTo>
                  <a:lnTo>
                    <a:pt x="2717658" y="2737301"/>
                  </a:lnTo>
                  <a:lnTo>
                    <a:pt x="2717783" y="2737301"/>
                  </a:lnTo>
                  <a:lnTo>
                    <a:pt x="2717908" y="2737301"/>
                  </a:lnTo>
                  <a:lnTo>
                    <a:pt x="2718033" y="2737301"/>
                  </a:lnTo>
                  <a:lnTo>
                    <a:pt x="2718158" y="2737301"/>
                  </a:lnTo>
                  <a:lnTo>
                    <a:pt x="2718283" y="2737301"/>
                  </a:lnTo>
                  <a:lnTo>
                    <a:pt x="2718408" y="2737301"/>
                  </a:lnTo>
                  <a:lnTo>
                    <a:pt x="2718533" y="2737301"/>
                  </a:lnTo>
                  <a:lnTo>
                    <a:pt x="2718658" y="2737301"/>
                  </a:lnTo>
                  <a:lnTo>
                    <a:pt x="2718783" y="2737301"/>
                  </a:lnTo>
                  <a:lnTo>
                    <a:pt x="2718908" y="2737301"/>
                  </a:lnTo>
                  <a:lnTo>
                    <a:pt x="2719033" y="2737301"/>
                  </a:lnTo>
                  <a:lnTo>
                    <a:pt x="2719159" y="2737301"/>
                  </a:lnTo>
                  <a:lnTo>
                    <a:pt x="2719284" y="2737301"/>
                  </a:lnTo>
                  <a:lnTo>
                    <a:pt x="2719409" y="2737301"/>
                  </a:lnTo>
                  <a:lnTo>
                    <a:pt x="2719534" y="2737301"/>
                  </a:lnTo>
                  <a:lnTo>
                    <a:pt x="2719659" y="2737301"/>
                  </a:lnTo>
                  <a:lnTo>
                    <a:pt x="2719784" y="2737301"/>
                  </a:lnTo>
                  <a:lnTo>
                    <a:pt x="2719909" y="2737301"/>
                  </a:lnTo>
                  <a:lnTo>
                    <a:pt x="2720034" y="2737301"/>
                  </a:lnTo>
                  <a:lnTo>
                    <a:pt x="2720159" y="2737301"/>
                  </a:lnTo>
                  <a:lnTo>
                    <a:pt x="2720284" y="2737301"/>
                  </a:lnTo>
                  <a:lnTo>
                    <a:pt x="2720409" y="2737301"/>
                  </a:lnTo>
                  <a:lnTo>
                    <a:pt x="2720534" y="2737301"/>
                  </a:lnTo>
                  <a:lnTo>
                    <a:pt x="2720534" y="2727347"/>
                  </a:lnTo>
                  <a:lnTo>
                    <a:pt x="2720659" y="2727347"/>
                  </a:lnTo>
                  <a:lnTo>
                    <a:pt x="2720784" y="2727347"/>
                  </a:lnTo>
                  <a:lnTo>
                    <a:pt x="2720909" y="2727347"/>
                  </a:lnTo>
                  <a:lnTo>
                    <a:pt x="2721034" y="2727347"/>
                  </a:lnTo>
                  <a:lnTo>
                    <a:pt x="2721159" y="2727347"/>
                  </a:lnTo>
                  <a:lnTo>
                    <a:pt x="2721284" y="2727347"/>
                  </a:lnTo>
                  <a:lnTo>
                    <a:pt x="2721409" y="2727347"/>
                  </a:lnTo>
                  <a:lnTo>
                    <a:pt x="2721534" y="2727347"/>
                  </a:lnTo>
                  <a:lnTo>
                    <a:pt x="2721659" y="2727347"/>
                  </a:lnTo>
                  <a:lnTo>
                    <a:pt x="2721784" y="2727347"/>
                  </a:lnTo>
                  <a:lnTo>
                    <a:pt x="2721909" y="2727347"/>
                  </a:lnTo>
                  <a:lnTo>
                    <a:pt x="2722034" y="2727347"/>
                  </a:lnTo>
                  <a:lnTo>
                    <a:pt x="2722160" y="2727347"/>
                  </a:lnTo>
                  <a:lnTo>
                    <a:pt x="2722285" y="2727347"/>
                  </a:lnTo>
                  <a:lnTo>
                    <a:pt x="2722410" y="2727347"/>
                  </a:lnTo>
                  <a:lnTo>
                    <a:pt x="2722535" y="2727347"/>
                  </a:lnTo>
                  <a:lnTo>
                    <a:pt x="2722660" y="2727347"/>
                  </a:lnTo>
                  <a:lnTo>
                    <a:pt x="2722785" y="2727347"/>
                  </a:lnTo>
                  <a:lnTo>
                    <a:pt x="2722910" y="2727347"/>
                  </a:lnTo>
                  <a:lnTo>
                    <a:pt x="2723035" y="2727347"/>
                  </a:lnTo>
                  <a:lnTo>
                    <a:pt x="2723160" y="2727347"/>
                  </a:lnTo>
                  <a:lnTo>
                    <a:pt x="2723285" y="2727347"/>
                  </a:lnTo>
                  <a:lnTo>
                    <a:pt x="2723410" y="2727347"/>
                  </a:lnTo>
                  <a:lnTo>
                    <a:pt x="2723535" y="2727347"/>
                  </a:lnTo>
                  <a:lnTo>
                    <a:pt x="2723660" y="2727347"/>
                  </a:lnTo>
                  <a:lnTo>
                    <a:pt x="2723785" y="2727347"/>
                  </a:lnTo>
                  <a:lnTo>
                    <a:pt x="2723910" y="2727347"/>
                  </a:lnTo>
                  <a:lnTo>
                    <a:pt x="2724035" y="2727347"/>
                  </a:lnTo>
                  <a:lnTo>
                    <a:pt x="2724160" y="2727347"/>
                  </a:lnTo>
                  <a:lnTo>
                    <a:pt x="2724285" y="2727347"/>
                  </a:lnTo>
                  <a:lnTo>
                    <a:pt x="2724410" y="2727347"/>
                  </a:lnTo>
                  <a:lnTo>
                    <a:pt x="2724535" y="2727347"/>
                  </a:lnTo>
                  <a:lnTo>
                    <a:pt x="2724660" y="2727347"/>
                  </a:lnTo>
                  <a:lnTo>
                    <a:pt x="2724785" y="2727347"/>
                  </a:lnTo>
                  <a:lnTo>
                    <a:pt x="2724910" y="2727347"/>
                  </a:lnTo>
                  <a:lnTo>
                    <a:pt x="2725035" y="2727347"/>
                  </a:lnTo>
                  <a:lnTo>
                    <a:pt x="2725161" y="2727347"/>
                  </a:lnTo>
                  <a:lnTo>
                    <a:pt x="2725286" y="2727347"/>
                  </a:lnTo>
                  <a:lnTo>
                    <a:pt x="2725411" y="2727347"/>
                  </a:lnTo>
                  <a:lnTo>
                    <a:pt x="2725536" y="2727347"/>
                  </a:lnTo>
                  <a:lnTo>
                    <a:pt x="2725661" y="2727347"/>
                  </a:lnTo>
                  <a:lnTo>
                    <a:pt x="2725786" y="2727347"/>
                  </a:lnTo>
                  <a:lnTo>
                    <a:pt x="2725911" y="2727347"/>
                  </a:lnTo>
                  <a:lnTo>
                    <a:pt x="2726036" y="2727347"/>
                  </a:lnTo>
                  <a:lnTo>
                    <a:pt x="2726161" y="2727347"/>
                  </a:lnTo>
                  <a:lnTo>
                    <a:pt x="2726286" y="2727347"/>
                  </a:lnTo>
                  <a:lnTo>
                    <a:pt x="2726411" y="2727347"/>
                  </a:lnTo>
                  <a:lnTo>
                    <a:pt x="2726536" y="2727347"/>
                  </a:lnTo>
                  <a:lnTo>
                    <a:pt x="2726661" y="2727347"/>
                  </a:lnTo>
                  <a:lnTo>
                    <a:pt x="2726786" y="2727347"/>
                  </a:lnTo>
                  <a:lnTo>
                    <a:pt x="2726911" y="2727347"/>
                  </a:lnTo>
                  <a:lnTo>
                    <a:pt x="2727036" y="2727347"/>
                  </a:lnTo>
                  <a:lnTo>
                    <a:pt x="2727161" y="2727347"/>
                  </a:lnTo>
                  <a:lnTo>
                    <a:pt x="2727286" y="2727347"/>
                  </a:lnTo>
                  <a:lnTo>
                    <a:pt x="2727411" y="2727347"/>
                  </a:lnTo>
                  <a:lnTo>
                    <a:pt x="2727536" y="2727347"/>
                  </a:lnTo>
                  <a:lnTo>
                    <a:pt x="2727661" y="2727347"/>
                  </a:lnTo>
                  <a:lnTo>
                    <a:pt x="2727786" y="2727347"/>
                  </a:lnTo>
                  <a:lnTo>
                    <a:pt x="2727911" y="2727347"/>
                  </a:lnTo>
                  <a:lnTo>
                    <a:pt x="2728036" y="2727347"/>
                  </a:lnTo>
                  <a:lnTo>
                    <a:pt x="2728162" y="2727347"/>
                  </a:lnTo>
                  <a:lnTo>
                    <a:pt x="2728287" y="2727347"/>
                  </a:lnTo>
                  <a:lnTo>
                    <a:pt x="2728412" y="2727347"/>
                  </a:lnTo>
                  <a:lnTo>
                    <a:pt x="2728537" y="2727347"/>
                  </a:lnTo>
                  <a:lnTo>
                    <a:pt x="2728662" y="2727347"/>
                  </a:lnTo>
                  <a:lnTo>
                    <a:pt x="2728787" y="2727347"/>
                  </a:lnTo>
                  <a:lnTo>
                    <a:pt x="2728912" y="2727347"/>
                  </a:lnTo>
                  <a:lnTo>
                    <a:pt x="2729037" y="2727347"/>
                  </a:lnTo>
                  <a:lnTo>
                    <a:pt x="2729162" y="2727347"/>
                  </a:lnTo>
                  <a:lnTo>
                    <a:pt x="2729287" y="2727347"/>
                  </a:lnTo>
                  <a:lnTo>
                    <a:pt x="2729412" y="2727347"/>
                  </a:lnTo>
                  <a:lnTo>
                    <a:pt x="2729537" y="2727347"/>
                  </a:lnTo>
                  <a:lnTo>
                    <a:pt x="2729662" y="2727347"/>
                  </a:lnTo>
                  <a:lnTo>
                    <a:pt x="2729787" y="2727347"/>
                  </a:lnTo>
                  <a:lnTo>
                    <a:pt x="2729912" y="2727347"/>
                  </a:lnTo>
                  <a:lnTo>
                    <a:pt x="2730037" y="2727347"/>
                  </a:lnTo>
                  <a:lnTo>
                    <a:pt x="2730162" y="2727347"/>
                  </a:lnTo>
                  <a:lnTo>
                    <a:pt x="2730287" y="2727347"/>
                  </a:lnTo>
                  <a:lnTo>
                    <a:pt x="2730412" y="2727347"/>
                  </a:lnTo>
                  <a:lnTo>
                    <a:pt x="2730537" y="2727347"/>
                  </a:lnTo>
                  <a:lnTo>
                    <a:pt x="2730662" y="2727347"/>
                  </a:lnTo>
                  <a:lnTo>
                    <a:pt x="2730787" y="2727347"/>
                  </a:lnTo>
                  <a:lnTo>
                    <a:pt x="2730912" y="2727347"/>
                  </a:lnTo>
                  <a:lnTo>
                    <a:pt x="2731037" y="2727347"/>
                  </a:lnTo>
                  <a:lnTo>
                    <a:pt x="2731163" y="2727347"/>
                  </a:lnTo>
                  <a:lnTo>
                    <a:pt x="2731288" y="2727347"/>
                  </a:lnTo>
                  <a:lnTo>
                    <a:pt x="2731413" y="2727347"/>
                  </a:lnTo>
                  <a:lnTo>
                    <a:pt x="2731538" y="2727347"/>
                  </a:lnTo>
                  <a:lnTo>
                    <a:pt x="2731663" y="2727347"/>
                  </a:lnTo>
                  <a:lnTo>
                    <a:pt x="2731788" y="2727347"/>
                  </a:lnTo>
                  <a:lnTo>
                    <a:pt x="2731913" y="2727347"/>
                  </a:lnTo>
                  <a:lnTo>
                    <a:pt x="2732038" y="2727347"/>
                  </a:lnTo>
                  <a:lnTo>
                    <a:pt x="2732163" y="2727347"/>
                  </a:lnTo>
                  <a:lnTo>
                    <a:pt x="2732288" y="2727347"/>
                  </a:lnTo>
                  <a:lnTo>
                    <a:pt x="2732413" y="2727347"/>
                  </a:lnTo>
                  <a:lnTo>
                    <a:pt x="2732538" y="2727347"/>
                  </a:lnTo>
                  <a:lnTo>
                    <a:pt x="2732663" y="2727347"/>
                  </a:lnTo>
                  <a:lnTo>
                    <a:pt x="2732788" y="2727347"/>
                  </a:lnTo>
                  <a:lnTo>
                    <a:pt x="2732913" y="2727347"/>
                  </a:lnTo>
                  <a:lnTo>
                    <a:pt x="2733038" y="2727347"/>
                  </a:lnTo>
                  <a:lnTo>
                    <a:pt x="2733163" y="2727347"/>
                  </a:lnTo>
                  <a:lnTo>
                    <a:pt x="2733288" y="2727347"/>
                  </a:lnTo>
                  <a:lnTo>
                    <a:pt x="2733413" y="2727347"/>
                  </a:lnTo>
                  <a:lnTo>
                    <a:pt x="2733538" y="2727347"/>
                  </a:lnTo>
                  <a:lnTo>
                    <a:pt x="2733663" y="2727347"/>
                  </a:lnTo>
                  <a:lnTo>
                    <a:pt x="2733788" y="2727347"/>
                  </a:lnTo>
                  <a:lnTo>
                    <a:pt x="2733913" y="2727347"/>
                  </a:lnTo>
                  <a:lnTo>
                    <a:pt x="2734038" y="2727347"/>
                  </a:lnTo>
                  <a:lnTo>
                    <a:pt x="2734164" y="2727347"/>
                  </a:lnTo>
                  <a:lnTo>
                    <a:pt x="2734289" y="2727347"/>
                  </a:lnTo>
                  <a:lnTo>
                    <a:pt x="2734414" y="2727347"/>
                  </a:lnTo>
                  <a:lnTo>
                    <a:pt x="2734539" y="2727347"/>
                  </a:lnTo>
                  <a:lnTo>
                    <a:pt x="2734664" y="2727347"/>
                  </a:lnTo>
                  <a:lnTo>
                    <a:pt x="2734789" y="2727347"/>
                  </a:lnTo>
                  <a:lnTo>
                    <a:pt x="2734914" y="2727347"/>
                  </a:lnTo>
                  <a:lnTo>
                    <a:pt x="2735039" y="2727347"/>
                  </a:lnTo>
                  <a:lnTo>
                    <a:pt x="2735164" y="2727347"/>
                  </a:lnTo>
                  <a:lnTo>
                    <a:pt x="2735289" y="2727347"/>
                  </a:lnTo>
                  <a:lnTo>
                    <a:pt x="2735414" y="2727347"/>
                  </a:lnTo>
                  <a:lnTo>
                    <a:pt x="2735539" y="2727347"/>
                  </a:lnTo>
                  <a:lnTo>
                    <a:pt x="2735664" y="2727347"/>
                  </a:lnTo>
                  <a:lnTo>
                    <a:pt x="2735789" y="2727347"/>
                  </a:lnTo>
                  <a:lnTo>
                    <a:pt x="2735914" y="2727347"/>
                  </a:lnTo>
                  <a:lnTo>
                    <a:pt x="2736039" y="2727347"/>
                  </a:lnTo>
                  <a:lnTo>
                    <a:pt x="2736164" y="2727347"/>
                  </a:lnTo>
                  <a:lnTo>
                    <a:pt x="2736289" y="2727347"/>
                  </a:lnTo>
                  <a:lnTo>
                    <a:pt x="2736414" y="2727347"/>
                  </a:lnTo>
                  <a:lnTo>
                    <a:pt x="2736539" y="2727347"/>
                  </a:lnTo>
                  <a:lnTo>
                    <a:pt x="2736664" y="2727347"/>
                  </a:lnTo>
                  <a:lnTo>
                    <a:pt x="2736789" y="2727347"/>
                  </a:lnTo>
                  <a:lnTo>
                    <a:pt x="2736914" y="2727347"/>
                  </a:lnTo>
                  <a:lnTo>
                    <a:pt x="2737039" y="2727347"/>
                  </a:lnTo>
                  <a:lnTo>
                    <a:pt x="2737165" y="2727347"/>
                  </a:lnTo>
                  <a:lnTo>
                    <a:pt x="2737290" y="2727347"/>
                  </a:lnTo>
                  <a:lnTo>
                    <a:pt x="2737415" y="2727347"/>
                  </a:lnTo>
                  <a:lnTo>
                    <a:pt x="2737540" y="2727347"/>
                  </a:lnTo>
                  <a:lnTo>
                    <a:pt x="2737665" y="2727347"/>
                  </a:lnTo>
                  <a:lnTo>
                    <a:pt x="2737790" y="2727347"/>
                  </a:lnTo>
                  <a:lnTo>
                    <a:pt x="2737915" y="2727347"/>
                  </a:lnTo>
                  <a:lnTo>
                    <a:pt x="2738040" y="2727347"/>
                  </a:lnTo>
                  <a:lnTo>
                    <a:pt x="2738165" y="2727347"/>
                  </a:lnTo>
                  <a:lnTo>
                    <a:pt x="2738290" y="2727347"/>
                  </a:lnTo>
                  <a:lnTo>
                    <a:pt x="2738415" y="2727347"/>
                  </a:lnTo>
                  <a:lnTo>
                    <a:pt x="2738540" y="2727347"/>
                  </a:lnTo>
                  <a:lnTo>
                    <a:pt x="2738665" y="2727347"/>
                  </a:lnTo>
                  <a:lnTo>
                    <a:pt x="2738790" y="2727347"/>
                  </a:lnTo>
                  <a:lnTo>
                    <a:pt x="2738915" y="2727347"/>
                  </a:lnTo>
                  <a:lnTo>
                    <a:pt x="2739040" y="2727347"/>
                  </a:lnTo>
                  <a:lnTo>
                    <a:pt x="2739165" y="2727347"/>
                  </a:lnTo>
                  <a:lnTo>
                    <a:pt x="2739290" y="2727347"/>
                  </a:lnTo>
                  <a:lnTo>
                    <a:pt x="2739415" y="2727347"/>
                  </a:lnTo>
                  <a:lnTo>
                    <a:pt x="2739540" y="2727347"/>
                  </a:lnTo>
                  <a:lnTo>
                    <a:pt x="2739665" y="2727347"/>
                  </a:lnTo>
                  <a:lnTo>
                    <a:pt x="2739790" y="2727347"/>
                  </a:lnTo>
                  <a:lnTo>
                    <a:pt x="2739915" y="2727347"/>
                  </a:lnTo>
                  <a:lnTo>
                    <a:pt x="2740040" y="2727347"/>
                  </a:lnTo>
                  <a:lnTo>
                    <a:pt x="2740166" y="2727347"/>
                  </a:lnTo>
                  <a:lnTo>
                    <a:pt x="2740291" y="2727347"/>
                  </a:lnTo>
                  <a:lnTo>
                    <a:pt x="2740416" y="2727347"/>
                  </a:lnTo>
                  <a:lnTo>
                    <a:pt x="2740541" y="2727347"/>
                  </a:lnTo>
                  <a:lnTo>
                    <a:pt x="2740666" y="2727347"/>
                  </a:lnTo>
                  <a:lnTo>
                    <a:pt x="2740791" y="2727347"/>
                  </a:lnTo>
                  <a:lnTo>
                    <a:pt x="2740916" y="2727347"/>
                  </a:lnTo>
                  <a:lnTo>
                    <a:pt x="2741041" y="2727347"/>
                  </a:lnTo>
                  <a:lnTo>
                    <a:pt x="2741166" y="2727347"/>
                  </a:lnTo>
                  <a:lnTo>
                    <a:pt x="2741291" y="2727347"/>
                  </a:lnTo>
                  <a:lnTo>
                    <a:pt x="2741416" y="2727347"/>
                  </a:lnTo>
                  <a:lnTo>
                    <a:pt x="2741541" y="2727347"/>
                  </a:lnTo>
                  <a:lnTo>
                    <a:pt x="2741666" y="2727347"/>
                  </a:lnTo>
                  <a:lnTo>
                    <a:pt x="2741791" y="2727347"/>
                  </a:lnTo>
                  <a:lnTo>
                    <a:pt x="2741916" y="2727347"/>
                  </a:lnTo>
                  <a:lnTo>
                    <a:pt x="2742041" y="2727347"/>
                  </a:lnTo>
                  <a:lnTo>
                    <a:pt x="2742166" y="2727347"/>
                  </a:lnTo>
                  <a:lnTo>
                    <a:pt x="2742291" y="2727347"/>
                  </a:lnTo>
                  <a:lnTo>
                    <a:pt x="2742416" y="2727347"/>
                  </a:lnTo>
                  <a:lnTo>
                    <a:pt x="2742541" y="2727347"/>
                  </a:lnTo>
                  <a:lnTo>
                    <a:pt x="2742666" y="2727347"/>
                  </a:lnTo>
                  <a:lnTo>
                    <a:pt x="2742791" y="2727347"/>
                  </a:lnTo>
                  <a:lnTo>
                    <a:pt x="2742916" y="2727347"/>
                  </a:lnTo>
                  <a:lnTo>
                    <a:pt x="2743041" y="2727347"/>
                  </a:lnTo>
                  <a:lnTo>
                    <a:pt x="2743167" y="2727347"/>
                  </a:lnTo>
                  <a:lnTo>
                    <a:pt x="2743292" y="2727347"/>
                  </a:lnTo>
                  <a:lnTo>
                    <a:pt x="2743417" y="2727347"/>
                  </a:lnTo>
                  <a:lnTo>
                    <a:pt x="2743542" y="2727347"/>
                  </a:lnTo>
                  <a:lnTo>
                    <a:pt x="2743667" y="2727347"/>
                  </a:lnTo>
                  <a:lnTo>
                    <a:pt x="2743792" y="2727347"/>
                  </a:lnTo>
                  <a:lnTo>
                    <a:pt x="2743917" y="2727347"/>
                  </a:lnTo>
                  <a:lnTo>
                    <a:pt x="2744042" y="2727347"/>
                  </a:lnTo>
                  <a:lnTo>
                    <a:pt x="2744167" y="2727347"/>
                  </a:lnTo>
                  <a:lnTo>
                    <a:pt x="2744292" y="2727347"/>
                  </a:lnTo>
                  <a:lnTo>
                    <a:pt x="2744417" y="2727347"/>
                  </a:lnTo>
                  <a:lnTo>
                    <a:pt x="2744542" y="2727347"/>
                  </a:lnTo>
                  <a:lnTo>
                    <a:pt x="2744667" y="2727347"/>
                  </a:lnTo>
                  <a:lnTo>
                    <a:pt x="2744792" y="2727347"/>
                  </a:lnTo>
                  <a:lnTo>
                    <a:pt x="2744917" y="2727347"/>
                  </a:lnTo>
                  <a:lnTo>
                    <a:pt x="2745042" y="2727347"/>
                  </a:lnTo>
                  <a:lnTo>
                    <a:pt x="2745167" y="2727347"/>
                  </a:lnTo>
                  <a:lnTo>
                    <a:pt x="2745292" y="2727347"/>
                  </a:lnTo>
                  <a:lnTo>
                    <a:pt x="2745417" y="2727347"/>
                  </a:lnTo>
                  <a:lnTo>
                    <a:pt x="2745542" y="2727347"/>
                  </a:lnTo>
                  <a:lnTo>
                    <a:pt x="2745667" y="2727347"/>
                  </a:lnTo>
                  <a:lnTo>
                    <a:pt x="2745792" y="2727347"/>
                  </a:lnTo>
                  <a:lnTo>
                    <a:pt x="2745917" y="2727347"/>
                  </a:lnTo>
                  <a:lnTo>
                    <a:pt x="2746042" y="2727347"/>
                  </a:lnTo>
                  <a:lnTo>
                    <a:pt x="2746168" y="2727347"/>
                  </a:lnTo>
                  <a:lnTo>
                    <a:pt x="2746293" y="2727347"/>
                  </a:lnTo>
                  <a:lnTo>
                    <a:pt x="2746418" y="2727347"/>
                  </a:lnTo>
                  <a:lnTo>
                    <a:pt x="2746543" y="2727347"/>
                  </a:lnTo>
                  <a:lnTo>
                    <a:pt x="2746668" y="2727347"/>
                  </a:lnTo>
                  <a:lnTo>
                    <a:pt x="2746793" y="2727347"/>
                  </a:lnTo>
                  <a:lnTo>
                    <a:pt x="2746918" y="2727347"/>
                  </a:lnTo>
                  <a:lnTo>
                    <a:pt x="2747043" y="2727347"/>
                  </a:lnTo>
                  <a:lnTo>
                    <a:pt x="2747168" y="2727347"/>
                  </a:lnTo>
                  <a:lnTo>
                    <a:pt x="2747293" y="2727347"/>
                  </a:lnTo>
                  <a:lnTo>
                    <a:pt x="2747418" y="2727347"/>
                  </a:lnTo>
                  <a:lnTo>
                    <a:pt x="2747543" y="2727347"/>
                  </a:lnTo>
                  <a:lnTo>
                    <a:pt x="2747668" y="2727347"/>
                  </a:lnTo>
                  <a:lnTo>
                    <a:pt x="2747793" y="2727347"/>
                  </a:lnTo>
                  <a:lnTo>
                    <a:pt x="2747918" y="2727347"/>
                  </a:lnTo>
                  <a:lnTo>
                    <a:pt x="2748043" y="2727347"/>
                  </a:lnTo>
                  <a:lnTo>
                    <a:pt x="2748168" y="2727347"/>
                  </a:lnTo>
                  <a:lnTo>
                    <a:pt x="2748293" y="2727347"/>
                  </a:lnTo>
                  <a:lnTo>
                    <a:pt x="2748418" y="2727347"/>
                  </a:lnTo>
                  <a:lnTo>
                    <a:pt x="2748543" y="2727347"/>
                  </a:lnTo>
                  <a:lnTo>
                    <a:pt x="2748668" y="2727347"/>
                  </a:lnTo>
                  <a:lnTo>
                    <a:pt x="2748793" y="2727347"/>
                  </a:lnTo>
                  <a:lnTo>
                    <a:pt x="2748918" y="2727347"/>
                  </a:lnTo>
                  <a:lnTo>
                    <a:pt x="2749043" y="2727347"/>
                  </a:lnTo>
                  <a:lnTo>
                    <a:pt x="2749169" y="2727347"/>
                  </a:lnTo>
                  <a:lnTo>
                    <a:pt x="2749294" y="2727347"/>
                  </a:lnTo>
                  <a:lnTo>
                    <a:pt x="2749419" y="2727347"/>
                  </a:lnTo>
                  <a:lnTo>
                    <a:pt x="2749544" y="2727347"/>
                  </a:lnTo>
                  <a:lnTo>
                    <a:pt x="2749669" y="2727347"/>
                  </a:lnTo>
                  <a:lnTo>
                    <a:pt x="2749794" y="2727347"/>
                  </a:lnTo>
                  <a:lnTo>
                    <a:pt x="2749919" y="2727347"/>
                  </a:lnTo>
                  <a:lnTo>
                    <a:pt x="2750044" y="2727347"/>
                  </a:lnTo>
                  <a:lnTo>
                    <a:pt x="2750169" y="2727347"/>
                  </a:lnTo>
                  <a:lnTo>
                    <a:pt x="2750294" y="2727347"/>
                  </a:lnTo>
                  <a:lnTo>
                    <a:pt x="2750419" y="2727347"/>
                  </a:lnTo>
                  <a:lnTo>
                    <a:pt x="2750544" y="2727347"/>
                  </a:lnTo>
                  <a:lnTo>
                    <a:pt x="2750669" y="2727347"/>
                  </a:lnTo>
                  <a:lnTo>
                    <a:pt x="2750794" y="2727347"/>
                  </a:lnTo>
                  <a:lnTo>
                    <a:pt x="2750919" y="2727347"/>
                  </a:lnTo>
                  <a:lnTo>
                    <a:pt x="2751044" y="2727347"/>
                  </a:lnTo>
                  <a:lnTo>
                    <a:pt x="2751169" y="2727347"/>
                  </a:lnTo>
                  <a:lnTo>
                    <a:pt x="2751294" y="2727347"/>
                  </a:lnTo>
                  <a:lnTo>
                    <a:pt x="2751419" y="2727347"/>
                  </a:lnTo>
                  <a:lnTo>
                    <a:pt x="2751544" y="2727347"/>
                  </a:lnTo>
                  <a:lnTo>
                    <a:pt x="2751669" y="2727347"/>
                  </a:lnTo>
                  <a:lnTo>
                    <a:pt x="2751794" y="2727347"/>
                  </a:lnTo>
                  <a:lnTo>
                    <a:pt x="2751919" y="2727347"/>
                  </a:lnTo>
                  <a:lnTo>
                    <a:pt x="2752044" y="2727347"/>
                  </a:lnTo>
                  <a:lnTo>
                    <a:pt x="2752170" y="2727347"/>
                  </a:lnTo>
                  <a:lnTo>
                    <a:pt x="2752295" y="2727347"/>
                  </a:lnTo>
                  <a:lnTo>
                    <a:pt x="2752420" y="2727347"/>
                  </a:lnTo>
                  <a:lnTo>
                    <a:pt x="2752545" y="2727347"/>
                  </a:lnTo>
                  <a:lnTo>
                    <a:pt x="2752670" y="2727347"/>
                  </a:lnTo>
                  <a:lnTo>
                    <a:pt x="2752795" y="2727347"/>
                  </a:lnTo>
                  <a:lnTo>
                    <a:pt x="2752920" y="2727347"/>
                  </a:lnTo>
                  <a:lnTo>
                    <a:pt x="2753045" y="2727347"/>
                  </a:lnTo>
                  <a:lnTo>
                    <a:pt x="2753170" y="2727347"/>
                  </a:lnTo>
                  <a:lnTo>
                    <a:pt x="2753295" y="2727347"/>
                  </a:lnTo>
                  <a:lnTo>
                    <a:pt x="2753420" y="2727347"/>
                  </a:lnTo>
                  <a:lnTo>
                    <a:pt x="2753545" y="2727347"/>
                  </a:lnTo>
                  <a:lnTo>
                    <a:pt x="2753670" y="2727347"/>
                  </a:lnTo>
                  <a:lnTo>
                    <a:pt x="2753670" y="2717393"/>
                  </a:lnTo>
                  <a:lnTo>
                    <a:pt x="2753795" y="2717393"/>
                  </a:lnTo>
                  <a:lnTo>
                    <a:pt x="2753920" y="2717393"/>
                  </a:lnTo>
                  <a:lnTo>
                    <a:pt x="2754045" y="2717393"/>
                  </a:lnTo>
                  <a:lnTo>
                    <a:pt x="2754170" y="2717393"/>
                  </a:lnTo>
                  <a:lnTo>
                    <a:pt x="2754295" y="2717393"/>
                  </a:lnTo>
                  <a:lnTo>
                    <a:pt x="2754295" y="2707439"/>
                  </a:lnTo>
                  <a:lnTo>
                    <a:pt x="2754420" y="2707439"/>
                  </a:lnTo>
                  <a:lnTo>
                    <a:pt x="2754545" y="2707439"/>
                  </a:lnTo>
                  <a:lnTo>
                    <a:pt x="2754670" y="2707439"/>
                  </a:lnTo>
                  <a:lnTo>
                    <a:pt x="2754795" y="2707439"/>
                  </a:lnTo>
                  <a:lnTo>
                    <a:pt x="2754920" y="2707439"/>
                  </a:lnTo>
                  <a:lnTo>
                    <a:pt x="2755046" y="2707439"/>
                  </a:lnTo>
                  <a:lnTo>
                    <a:pt x="2755171" y="2707439"/>
                  </a:lnTo>
                  <a:lnTo>
                    <a:pt x="2755296" y="2707439"/>
                  </a:lnTo>
                  <a:lnTo>
                    <a:pt x="2755421" y="2707439"/>
                  </a:lnTo>
                  <a:lnTo>
                    <a:pt x="2755546" y="2707439"/>
                  </a:lnTo>
                  <a:lnTo>
                    <a:pt x="2755671" y="2707439"/>
                  </a:lnTo>
                  <a:lnTo>
                    <a:pt x="2755796" y="2707439"/>
                  </a:lnTo>
                  <a:lnTo>
                    <a:pt x="2755921" y="2707439"/>
                  </a:lnTo>
                  <a:lnTo>
                    <a:pt x="2756046" y="2707439"/>
                  </a:lnTo>
                  <a:lnTo>
                    <a:pt x="2756171" y="2707439"/>
                  </a:lnTo>
                  <a:lnTo>
                    <a:pt x="2756296" y="2707439"/>
                  </a:lnTo>
                  <a:lnTo>
                    <a:pt x="2756421" y="2707439"/>
                  </a:lnTo>
                  <a:lnTo>
                    <a:pt x="2756546" y="2707439"/>
                  </a:lnTo>
                  <a:lnTo>
                    <a:pt x="2756671" y="2707439"/>
                  </a:lnTo>
                  <a:lnTo>
                    <a:pt x="2756796" y="2707439"/>
                  </a:lnTo>
                  <a:lnTo>
                    <a:pt x="2756921" y="2707439"/>
                  </a:lnTo>
                  <a:lnTo>
                    <a:pt x="2757046" y="2707439"/>
                  </a:lnTo>
                  <a:lnTo>
                    <a:pt x="2757171" y="2707439"/>
                  </a:lnTo>
                  <a:lnTo>
                    <a:pt x="2757296" y="2707439"/>
                  </a:lnTo>
                  <a:lnTo>
                    <a:pt x="2757421" y="2707439"/>
                  </a:lnTo>
                  <a:lnTo>
                    <a:pt x="2757546" y="2707439"/>
                  </a:lnTo>
                  <a:lnTo>
                    <a:pt x="2757671" y="2707439"/>
                  </a:lnTo>
                  <a:lnTo>
                    <a:pt x="2757796" y="2707439"/>
                  </a:lnTo>
                  <a:lnTo>
                    <a:pt x="2757921" y="2707439"/>
                  </a:lnTo>
                  <a:lnTo>
                    <a:pt x="2758047" y="2707439"/>
                  </a:lnTo>
                  <a:lnTo>
                    <a:pt x="2758172" y="2707439"/>
                  </a:lnTo>
                  <a:lnTo>
                    <a:pt x="2758297" y="2707439"/>
                  </a:lnTo>
                  <a:lnTo>
                    <a:pt x="2758422" y="2707439"/>
                  </a:lnTo>
                  <a:lnTo>
                    <a:pt x="2758547" y="2707439"/>
                  </a:lnTo>
                  <a:lnTo>
                    <a:pt x="2758672" y="2707439"/>
                  </a:lnTo>
                  <a:lnTo>
                    <a:pt x="2758797" y="2707439"/>
                  </a:lnTo>
                  <a:lnTo>
                    <a:pt x="2758922" y="2707439"/>
                  </a:lnTo>
                  <a:lnTo>
                    <a:pt x="2759047" y="2707439"/>
                  </a:lnTo>
                  <a:lnTo>
                    <a:pt x="2759172" y="2707439"/>
                  </a:lnTo>
                  <a:lnTo>
                    <a:pt x="2759297" y="2707439"/>
                  </a:lnTo>
                  <a:lnTo>
                    <a:pt x="2759422" y="2707439"/>
                  </a:lnTo>
                  <a:lnTo>
                    <a:pt x="2759547" y="2707439"/>
                  </a:lnTo>
                  <a:lnTo>
                    <a:pt x="2759672" y="2707439"/>
                  </a:lnTo>
                  <a:lnTo>
                    <a:pt x="2759797" y="2707439"/>
                  </a:lnTo>
                  <a:lnTo>
                    <a:pt x="2759922" y="2707439"/>
                  </a:lnTo>
                  <a:lnTo>
                    <a:pt x="2760047" y="2707439"/>
                  </a:lnTo>
                  <a:lnTo>
                    <a:pt x="2760172" y="2707439"/>
                  </a:lnTo>
                  <a:lnTo>
                    <a:pt x="2760297" y="2707439"/>
                  </a:lnTo>
                  <a:lnTo>
                    <a:pt x="2760422" y="2707439"/>
                  </a:lnTo>
                  <a:lnTo>
                    <a:pt x="2760547" y="2707439"/>
                  </a:lnTo>
                  <a:lnTo>
                    <a:pt x="2760672" y="2707439"/>
                  </a:lnTo>
                  <a:lnTo>
                    <a:pt x="2760797" y="2707439"/>
                  </a:lnTo>
                  <a:lnTo>
                    <a:pt x="2760922" y="2707439"/>
                  </a:lnTo>
                  <a:lnTo>
                    <a:pt x="2761048" y="2707439"/>
                  </a:lnTo>
                  <a:lnTo>
                    <a:pt x="2761173" y="2707439"/>
                  </a:lnTo>
                  <a:lnTo>
                    <a:pt x="2761298" y="2707439"/>
                  </a:lnTo>
                  <a:lnTo>
                    <a:pt x="2761423" y="2707439"/>
                  </a:lnTo>
                  <a:lnTo>
                    <a:pt x="2761548" y="2707439"/>
                  </a:lnTo>
                  <a:lnTo>
                    <a:pt x="2761673" y="2707439"/>
                  </a:lnTo>
                  <a:lnTo>
                    <a:pt x="2761798" y="2707439"/>
                  </a:lnTo>
                  <a:lnTo>
                    <a:pt x="2761923" y="2707439"/>
                  </a:lnTo>
                  <a:lnTo>
                    <a:pt x="2762048" y="2707439"/>
                  </a:lnTo>
                  <a:lnTo>
                    <a:pt x="2762173" y="2707439"/>
                  </a:lnTo>
                  <a:lnTo>
                    <a:pt x="2762298" y="2707439"/>
                  </a:lnTo>
                  <a:lnTo>
                    <a:pt x="2762423" y="2707439"/>
                  </a:lnTo>
                  <a:lnTo>
                    <a:pt x="2762548" y="2707439"/>
                  </a:lnTo>
                  <a:lnTo>
                    <a:pt x="2762673" y="2707439"/>
                  </a:lnTo>
                  <a:lnTo>
                    <a:pt x="2762798" y="2707439"/>
                  </a:lnTo>
                  <a:lnTo>
                    <a:pt x="2762923" y="2707439"/>
                  </a:lnTo>
                  <a:lnTo>
                    <a:pt x="2763048" y="2707439"/>
                  </a:lnTo>
                  <a:lnTo>
                    <a:pt x="2763173" y="2707439"/>
                  </a:lnTo>
                  <a:lnTo>
                    <a:pt x="2763298" y="2707439"/>
                  </a:lnTo>
                  <a:lnTo>
                    <a:pt x="2763423" y="2707439"/>
                  </a:lnTo>
                  <a:lnTo>
                    <a:pt x="2763548" y="2707439"/>
                  </a:lnTo>
                  <a:lnTo>
                    <a:pt x="2763673" y="2707439"/>
                  </a:lnTo>
                  <a:lnTo>
                    <a:pt x="2763798" y="2707439"/>
                  </a:lnTo>
                  <a:lnTo>
                    <a:pt x="2763923" y="2707439"/>
                  </a:lnTo>
                  <a:lnTo>
                    <a:pt x="2764049" y="2707439"/>
                  </a:lnTo>
                  <a:lnTo>
                    <a:pt x="2764174" y="2707439"/>
                  </a:lnTo>
                  <a:lnTo>
                    <a:pt x="2764299" y="2707439"/>
                  </a:lnTo>
                  <a:lnTo>
                    <a:pt x="2764424" y="2707439"/>
                  </a:lnTo>
                  <a:lnTo>
                    <a:pt x="2764549" y="2707439"/>
                  </a:lnTo>
                  <a:lnTo>
                    <a:pt x="2764674" y="2707439"/>
                  </a:lnTo>
                  <a:lnTo>
                    <a:pt x="2764799" y="2707439"/>
                  </a:lnTo>
                  <a:lnTo>
                    <a:pt x="2764924" y="2707439"/>
                  </a:lnTo>
                  <a:lnTo>
                    <a:pt x="2765049" y="2707439"/>
                  </a:lnTo>
                  <a:lnTo>
                    <a:pt x="2765174" y="2707439"/>
                  </a:lnTo>
                  <a:lnTo>
                    <a:pt x="2765299" y="2707439"/>
                  </a:lnTo>
                  <a:lnTo>
                    <a:pt x="2765424" y="2707439"/>
                  </a:lnTo>
                  <a:lnTo>
                    <a:pt x="2765549" y="2707439"/>
                  </a:lnTo>
                  <a:lnTo>
                    <a:pt x="2765674" y="2707439"/>
                  </a:lnTo>
                  <a:lnTo>
                    <a:pt x="2765799" y="2707439"/>
                  </a:lnTo>
                  <a:lnTo>
                    <a:pt x="2765924" y="2707439"/>
                  </a:lnTo>
                  <a:lnTo>
                    <a:pt x="2766049" y="2707439"/>
                  </a:lnTo>
                  <a:lnTo>
                    <a:pt x="2766174" y="2707439"/>
                  </a:lnTo>
                  <a:lnTo>
                    <a:pt x="2766299" y="2707439"/>
                  </a:lnTo>
                  <a:lnTo>
                    <a:pt x="2766424" y="2707439"/>
                  </a:lnTo>
                  <a:lnTo>
                    <a:pt x="2766549" y="2707439"/>
                  </a:lnTo>
                  <a:lnTo>
                    <a:pt x="2766674" y="2707439"/>
                  </a:lnTo>
                  <a:lnTo>
                    <a:pt x="2766799" y="2707439"/>
                  </a:lnTo>
                  <a:lnTo>
                    <a:pt x="2766924" y="2707439"/>
                  </a:lnTo>
                  <a:lnTo>
                    <a:pt x="2767050" y="2707439"/>
                  </a:lnTo>
                  <a:lnTo>
                    <a:pt x="2767175" y="2707439"/>
                  </a:lnTo>
                  <a:lnTo>
                    <a:pt x="2767300" y="2707439"/>
                  </a:lnTo>
                  <a:lnTo>
                    <a:pt x="2767425" y="2707439"/>
                  </a:lnTo>
                  <a:lnTo>
                    <a:pt x="2767550" y="2707439"/>
                  </a:lnTo>
                  <a:lnTo>
                    <a:pt x="2767675" y="2707439"/>
                  </a:lnTo>
                  <a:lnTo>
                    <a:pt x="2767800" y="2707439"/>
                  </a:lnTo>
                  <a:lnTo>
                    <a:pt x="2767925" y="2707439"/>
                  </a:lnTo>
                  <a:lnTo>
                    <a:pt x="2768050" y="2707439"/>
                  </a:lnTo>
                  <a:lnTo>
                    <a:pt x="2768175" y="2707439"/>
                  </a:lnTo>
                  <a:lnTo>
                    <a:pt x="2768300" y="2707439"/>
                  </a:lnTo>
                  <a:lnTo>
                    <a:pt x="2768425" y="2707439"/>
                  </a:lnTo>
                  <a:lnTo>
                    <a:pt x="2768550" y="2707439"/>
                  </a:lnTo>
                  <a:lnTo>
                    <a:pt x="2768675" y="2707439"/>
                  </a:lnTo>
                  <a:lnTo>
                    <a:pt x="2768800" y="2707439"/>
                  </a:lnTo>
                  <a:lnTo>
                    <a:pt x="2768925" y="2707439"/>
                  </a:lnTo>
                  <a:lnTo>
                    <a:pt x="2769050" y="2707439"/>
                  </a:lnTo>
                  <a:lnTo>
                    <a:pt x="2769175" y="2707439"/>
                  </a:lnTo>
                  <a:lnTo>
                    <a:pt x="2769300" y="2707439"/>
                  </a:lnTo>
                  <a:lnTo>
                    <a:pt x="2769425" y="2707439"/>
                  </a:lnTo>
                  <a:lnTo>
                    <a:pt x="2769550" y="2707439"/>
                  </a:lnTo>
                  <a:lnTo>
                    <a:pt x="2769675" y="2707439"/>
                  </a:lnTo>
                  <a:lnTo>
                    <a:pt x="2769800" y="2707439"/>
                  </a:lnTo>
                  <a:lnTo>
                    <a:pt x="2769925" y="2707439"/>
                  </a:lnTo>
                  <a:lnTo>
                    <a:pt x="2770051" y="2707439"/>
                  </a:lnTo>
                  <a:lnTo>
                    <a:pt x="2770176" y="2707439"/>
                  </a:lnTo>
                  <a:lnTo>
                    <a:pt x="2770301" y="2707439"/>
                  </a:lnTo>
                  <a:lnTo>
                    <a:pt x="2770426" y="2707439"/>
                  </a:lnTo>
                  <a:lnTo>
                    <a:pt x="2770551" y="2707439"/>
                  </a:lnTo>
                  <a:lnTo>
                    <a:pt x="2770676" y="2707439"/>
                  </a:lnTo>
                  <a:lnTo>
                    <a:pt x="2770801" y="2707439"/>
                  </a:lnTo>
                  <a:lnTo>
                    <a:pt x="2770926" y="2707439"/>
                  </a:lnTo>
                  <a:lnTo>
                    <a:pt x="2771051" y="2707439"/>
                  </a:lnTo>
                  <a:lnTo>
                    <a:pt x="2771051" y="2697485"/>
                  </a:lnTo>
                  <a:lnTo>
                    <a:pt x="2771176" y="2697485"/>
                  </a:lnTo>
                  <a:lnTo>
                    <a:pt x="2771301" y="2697485"/>
                  </a:lnTo>
                  <a:lnTo>
                    <a:pt x="2771426" y="2697485"/>
                  </a:lnTo>
                  <a:lnTo>
                    <a:pt x="2771551" y="2697485"/>
                  </a:lnTo>
                  <a:lnTo>
                    <a:pt x="2771676" y="2697485"/>
                  </a:lnTo>
                  <a:lnTo>
                    <a:pt x="2771801" y="2697485"/>
                  </a:lnTo>
                  <a:lnTo>
                    <a:pt x="2771926" y="2697485"/>
                  </a:lnTo>
                  <a:lnTo>
                    <a:pt x="2772051" y="2697485"/>
                  </a:lnTo>
                  <a:lnTo>
                    <a:pt x="2772176" y="2697485"/>
                  </a:lnTo>
                  <a:lnTo>
                    <a:pt x="2772301" y="2697485"/>
                  </a:lnTo>
                  <a:lnTo>
                    <a:pt x="2772426" y="2697485"/>
                  </a:lnTo>
                  <a:lnTo>
                    <a:pt x="2772551" y="2697485"/>
                  </a:lnTo>
                  <a:lnTo>
                    <a:pt x="2772676" y="2697485"/>
                  </a:lnTo>
                  <a:lnTo>
                    <a:pt x="2772801" y="2697485"/>
                  </a:lnTo>
                  <a:lnTo>
                    <a:pt x="2772926" y="2697485"/>
                  </a:lnTo>
                  <a:lnTo>
                    <a:pt x="2773052" y="2697485"/>
                  </a:lnTo>
                  <a:lnTo>
                    <a:pt x="2773177" y="2697485"/>
                  </a:lnTo>
                  <a:lnTo>
                    <a:pt x="2773302" y="2697485"/>
                  </a:lnTo>
                  <a:lnTo>
                    <a:pt x="2773427" y="2697485"/>
                  </a:lnTo>
                  <a:lnTo>
                    <a:pt x="2773552" y="2697485"/>
                  </a:lnTo>
                  <a:lnTo>
                    <a:pt x="2773677" y="2697485"/>
                  </a:lnTo>
                  <a:lnTo>
                    <a:pt x="2773802" y="2697485"/>
                  </a:lnTo>
                  <a:lnTo>
                    <a:pt x="2773927" y="2697485"/>
                  </a:lnTo>
                  <a:lnTo>
                    <a:pt x="2774052" y="2697485"/>
                  </a:lnTo>
                  <a:lnTo>
                    <a:pt x="2774177" y="2697485"/>
                  </a:lnTo>
                  <a:lnTo>
                    <a:pt x="2774302" y="2697485"/>
                  </a:lnTo>
                  <a:lnTo>
                    <a:pt x="2774427" y="2697485"/>
                  </a:lnTo>
                  <a:lnTo>
                    <a:pt x="2774552" y="2697485"/>
                  </a:lnTo>
                  <a:lnTo>
                    <a:pt x="2774677" y="2697485"/>
                  </a:lnTo>
                  <a:lnTo>
                    <a:pt x="2774802" y="2697485"/>
                  </a:lnTo>
                  <a:lnTo>
                    <a:pt x="2774927" y="2697485"/>
                  </a:lnTo>
                  <a:lnTo>
                    <a:pt x="2775052" y="2697485"/>
                  </a:lnTo>
                  <a:lnTo>
                    <a:pt x="2775177" y="2697485"/>
                  </a:lnTo>
                  <a:lnTo>
                    <a:pt x="2775302" y="2697485"/>
                  </a:lnTo>
                  <a:lnTo>
                    <a:pt x="2775427" y="2697485"/>
                  </a:lnTo>
                  <a:lnTo>
                    <a:pt x="2775552" y="2697485"/>
                  </a:lnTo>
                  <a:lnTo>
                    <a:pt x="2775677" y="2697485"/>
                  </a:lnTo>
                  <a:lnTo>
                    <a:pt x="2775802" y="2697485"/>
                  </a:lnTo>
                  <a:lnTo>
                    <a:pt x="2775927" y="2697485"/>
                  </a:lnTo>
                  <a:lnTo>
                    <a:pt x="2776053" y="2697485"/>
                  </a:lnTo>
                  <a:lnTo>
                    <a:pt x="2776178" y="2697485"/>
                  </a:lnTo>
                  <a:lnTo>
                    <a:pt x="2776303" y="2697485"/>
                  </a:lnTo>
                  <a:lnTo>
                    <a:pt x="2776428" y="2697485"/>
                  </a:lnTo>
                  <a:lnTo>
                    <a:pt x="2776553" y="2697485"/>
                  </a:lnTo>
                  <a:lnTo>
                    <a:pt x="2776678" y="2697485"/>
                  </a:lnTo>
                  <a:lnTo>
                    <a:pt x="2776803" y="2697485"/>
                  </a:lnTo>
                  <a:lnTo>
                    <a:pt x="2776928" y="2697485"/>
                  </a:lnTo>
                  <a:lnTo>
                    <a:pt x="2777053" y="2697485"/>
                  </a:lnTo>
                  <a:lnTo>
                    <a:pt x="2777178" y="2697485"/>
                  </a:lnTo>
                  <a:lnTo>
                    <a:pt x="2777303" y="2697485"/>
                  </a:lnTo>
                  <a:lnTo>
                    <a:pt x="2777428" y="2697485"/>
                  </a:lnTo>
                  <a:lnTo>
                    <a:pt x="2777553" y="2697485"/>
                  </a:lnTo>
                  <a:lnTo>
                    <a:pt x="2777678" y="2697485"/>
                  </a:lnTo>
                  <a:lnTo>
                    <a:pt x="2777803" y="2697485"/>
                  </a:lnTo>
                  <a:lnTo>
                    <a:pt x="2777928" y="2697485"/>
                  </a:lnTo>
                  <a:lnTo>
                    <a:pt x="2778053" y="2697485"/>
                  </a:lnTo>
                  <a:lnTo>
                    <a:pt x="2778178" y="2697485"/>
                  </a:lnTo>
                  <a:lnTo>
                    <a:pt x="2778303" y="2697485"/>
                  </a:lnTo>
                  <a:lnTo>
                    <a:pt x="2778428" y="2697485"/>
                  </a:lnTo>
                  <a:lnTo>
                    <a:pt x="2778553" y="2697485"/>
                  </a:lnTo>
                  <a:lnTo>
                    <a:pt x="2778678" y="2697485"/>
                  </a:lnTo>
                  <a:lnTo>
                    <a:pt x="2778803" y="2697485"/>
                  </a:lnTo>
                  <a:lnTo>
                    <a:pt x="2778928" y="2697485"/>
                  </a:lnTo>
                  <a:lnTo>
                    <a:pt x="2779054" y="2697485"/>
                  </a:lnTo>
                  <a:lnTo>
                    <a:pt x="2779179" y="2697485"/>
                  </a:lnTo>
                  <a:lnTo>
                    <a:pt x="2779304" y="2697485"/>
                  </a:lnTo>
                  <a:lnTo>
                    <a:pt x="2779429" y="2697485"/>
                  </a:lnTo>
                  <a:lnTo>
                    <a:pt x="2779554" y="2697485"/>
                  </a:lnTo>
                  <a:lnTo>
                    <a:pt x="2779679" y="2697485"/>
                  </a:lnTo>
                  <a:lnTo>
                    <a:pt x="2779804" y="2697485"/>
                  </a:lnTo>
                  <a:lnTo>
                    <a:pt x="2779929" y="2697485"/>
                  </a:lnTo>
                  <a:lnTo>
                    <a:pt x="2780054" y="2697485"/>
                  </a:lnTo>
                  <a:lnTo>
                    <a:pt x="2780179" y="2697485"/>
                  </a:lnTo>
                  <a:lnTo>
                    <a:pt x="2780304" y="2697485"/>
                  </a:lnTo>
                  <a:lnTo>
                    <a:pt x="2780429" y="2697485"/>
                  </a:lnTo>
                  <a:lnTo>
                    <a:pt x="2780554" y="2697485"/>
                  </a:lnTo>
                  <a:lnTo>
                    <a:pt x="2780679" y="2697485"/>
                  </a:lnTo>
                  <a:lnTo>
                    <a:pt x="2780804" y="2697485"/>
                  </a:lnTo>
                  <a:lnTo>
                    <a:pt x="2780929" y="2697485"/>
                  </a:lnTo>
                  <a:lnTo>
                    <a:pt x="2781054" y="2697485"/>
                  </a:lnTo>
                  <a:lnTo>
                    <a:pt x="2781179" y="2697485"/>
                  </a:lnTo>
                  <a:lnTo>
                    <a:pt x="2781304" y="2697485"/>
                  </a:lnTo>
                  <a:lnTo>
                    <a:pt x="2781429" y="2697485"/>
                  </a:lnTo>
                  <a:lnTo>
                    <a:pt x="2781554" y="2697485"/>
                  </a:lnTo>
                  <a:lnTo>
                    <a:pt x="2781679" y="2697485"/>
                  </a:lnTo>
                  <a:lnTo>
                    <a:pt x="2781804" y="2697485"/>
                  </a:lnTo>
                  <a:lnTo>
                    <a:pt x="2781929" y="2697485"/>
                  </a:lnTo>
                  <a:lnTo>
                    <a:pt x="2782055" y="2697485"/>
                  </a:lnTo>
                  <a:lnTo>
                    <a:pt x="2782180" y="2697485"/>
                  </a:lnTo>
                  <a:lnTo>
                    <a:pt x="2782305" y="2697485"/>
                  </a:lnTo>
                  <a:lnTo>
                    <a:pt x="2782430" y="2697485"/>
                  </a:lnTo>
                  <a:lnTo>
                    <a:pt x="2782555" y="2697485"/>
                  </a:lnTo>
                  <a:lnTo>
                    <a:pt x="2782680" y="2697485"/>
                  </a:lnTo>
                  <a:lnTo>
                    <a:pt x="2782805" y="2697485"/>
                  </a:lnTo>
                  <a:lnTo>
                    <a:pt x="2782930" y="2697485"/>
                  </a:lnTo>
                  <a:lnTo>
                    <a:pt x="2783055" y="2697485"/>
                  </a:lnTo>
                  <a:lnTo>
                    <a:pt x="2783180" y="2697485"/>
                  </a:lnTo>
                  <a:lnTo>
                    <a:pt x="2783305" y="2697485"/>
                  </a:lnTo>
                  <a:lnTo>
                    <a:pt x="2783430" y="2697485"/>
                  </a:lnTo>
                  <a:lnTo>
                    <a:pt x="2783555" y="2697485"/>
                  </a:lnTo>
                  <a:lnTo>
                    <a:pt x="2783680" y="2697485"/>
                  </a:lnTo>
                  <a:lnTo>
                    <a:pt x="2783805" y="2697485"/>
                  </a:lnTo>
                  <a:lnTo>
                    <a:pt x="2783930" y="2697485"/>
                  </a:lnTo>
                  <a:lnTo>
                    <a:pt x="2784055" y="2697485"/>
                  </a:lnTo>
                  <a:lnTo>
                    <a:pt x="2784180" y="2697485"/>
                  </a:lnTo>
                  <a:lnTo>
                    <a:pt x="2784305" y="2697485"/>
                  </a:lnTo>
                  <a:lnTo>
                    <a:pt x="2784430" y="2697485"/>
                  </a:lnTo>
                  <a:lnTo>
                    <a:pt x="2784555" y="2697485"/>
                  </a:lnTo>
                  <a:lnTo>
                    <a:pt x="2784680" y="2697485"/>
                  </a:lnTo>
                  <a:lnTo>
                    <a:pt x="2784805" y="2697485"/>
                  </a:lnTo>
                  <a:lnTo>
                    <a:pt x="2784930" y="2697485"/>
                  </a:lnTo>
                  <a:lnTo>
                    <a:pt x="2785056" y="2697485"/>
                  </a:lnTo>
                  <a:lnTo>
                    <a:pt x="2785181" y="2697485"/>
                  </a:lnTo>
                  <a:lnTo>
                    <a:pt x="2785306" y="2697485"/>
                  </a:lnTo>
                  <a:lnTo>
                    <a:pt x="2785431" y="2697485"/>
                  </a:lnTo>
                  <a:lnTo>
                    <a:pt x="2785556" y="2697485"/>
                  </a:lnTo>
                  <a:lnTo>
                    <a:pt x="2785681" y="2697485"/>
                  </a:lnTo>
                  <a:lnTo>
                    <a:pt x="2785806" y="2697485"/>
                  </a:lnTo>
                  <a:lnTo>
                    <a:pt x="2785931" y="2697485"/>
                  </a:lnTo>
                  <a:lnTo>
                    <a:pt x="2786056" y="2697485"/>
                  </a:lnTo>
                  <a:lnTo>
                    <a:pt x="2786181" y="2697485"/>
                  </a:lnTo>
                  <a:lnTo>
                    <a:pt x="2786306" y="2697485"/>
                  </a:lnTo>
                  <a:lnTo>
                    <a:pt x="2786431" y="2697485"/>
                  </a:lnTo>
                  <a:lnTo>
                    <a:pt x="2786556" y="2697485"/>
                  </a:lnTo>
                  <a:lnTo>
                    <a:pt x="2786681" y="2697485"/>
                  </a:lnTo>
                  <a:lnTo>
                    <a:pt x="2786806" y="2697485"/>
                  </a:lnTo>
                  <a:lnTo>
                    <a:pt x="2786931" y="2697485"/>
                  </a:lnTo>
                  <a:lnTo>
                    <a:pt x="2787056" y="2697485"/>
                  </a:lnTo>
                  <a:lnTo>
                    <a:pt x="2787181" y="2697485"/>
                  </a:lnTo>
                  <a:lnTo>
                    <a:pt x="2787306" y="2697485"/>
                  </a:lnTo>
                  <a:lnTo>
                    <a:pt x="2787431" y="2697485"/>
                  </a:lnTo>
                  <a:lnTo>
                    <a:pt x="2787556" y="2697485"/>
                  </a:lnTo>
                  <a:lnTo>
                    <a:pt x="2787681" y="2697485"/>
                  </a:lnTo>
                  <a:lnTo>
                    <a:pt x="2787806" y="2697485"/>
                  </a:lnTo>
                  <a:lnTo>
                    <a:pt x="2787931" y="2697485"/>
                  </a:lnTo>
                  <a:lnTo>
                    <a:pt x="2788057" y="2697485"/>
                  </a:lnTo>
                  <a:lnTo>
                    <a:pt x="2788182" y="2697485"/>
                  </a:lnTo>
                  <a:lnTo>
                    <a:pt x="2788182" y="2687532"/>
                  </a:lnTo>
                  <a:lnTo>
                    <a:pt x="2788307" y="2687532"/>
                  </a:lnTo>
                  <a:lnTo>
                    <a:pt x="2788432" y="2687532"/>
                  </a:lnTo>
                  <a:lnTo>
                    <a:pt x="2788557" y="2687532"/>
                  </a:lnTo>
                  <a:lnTo>
                    <a:pt x="2788682" y="2687532"/>
                  </a:lnTo>
                  <a:lnTo>
                    <a:pt x="2788807" y="2687532"/>
                  </a:lnTo>
                  <a:lnTo>
                    <a:pt x="2788932" y="2687532"/>
                  </a:lnTo>
                  <a:lnTo>
                    <a:pt x="2789057" y="2687532"/>
                  </a:lnTo>
                  <a:lnTo>
                    <a:pt x="2789182" y="2687532"/>
                  </a:lnTo>
                  <a:lnTo>
                    <a:pt x="2789307" y="2687532"/>
                  </a:lnTo>
                  <a:lnTo>
                    <a:pt x="2789432" y="2687532"/>
                  </a:lnTo>
                  <a:lnTo>
                    <a:pt x="2789557" y="2687532"/>
                  </a:lnTo>
                  <a:lnTo>
                    <a:pt x="2789682" y="2687532"/>
                  </a:lnTo>
                  <a:lnTo>
                    <a:pt x="2789682" y="2677578"/>
                  </a:lnTo>
                  <a:lnTo>
                    <a:pt x="2789807" y="2677578"/>
                  </a:lnTo>
                  <a:lnTo>
                    <a:pt x="2789932" y="2677578"/>
                  </a:lnTo>
                  <a:lnTo>
                    <a:pt x="2790057" y="2677578"/>
                  </a:lnTo>
                  <a:lnTo>
                    <a:pt x="2790182" y="2677578"/>
                  </a:lnTo>
                  <a:lnTo>
                    <a:pt x="2790307" y="2677578"/>
                  </a:lnTo>
                  <a:lnTo>
                    <a:pt x="2790432" y="2677578"/>
                  </a:lnTo>
                  <a:lnTo>
                    <a:pt x="2790557" y="2677578"/>
                  </a:lnTo>
                  <a:lnTo>
                    <a:pt x="2790682" y="2677578"/>
                  </a:lnTo>
                  <a:lnTo>
                    <a:pt x="2790807" y="2677578"/>
                  </a:lnTo>
                  <a:lnTo>
                    <a:pt x="2790932" y="2677578"/>
                  </a:lnTo>
                  <a:lnTo>
                    <a:pt x="2791058" y="2677578"/>
                  </a:lnTo>
                  <a:lnTo>
                    <a:pt x="2791183" y="2677578"/>
                  </a:lnTo>
                  <a:lnTo>
                    <a:pt x="2791308" y="2677578"/>
                  </a:lnTo>
                  <a:lnTo>
                    <a:pt x="2791433" y="2677578"/>
                  </a:lnTo>
                  <a:lnTo>
                    <a:pt x="2791558" y="2677578"/>
                  </a:lnTo>
                  <a:lnTo>
                    <a:pt x="2791683" y="2677578"/>
                  </a:lnTo>
                  <a:lnTo>
                    <a:pt x="2791683" y="2667624"/>
                  </a:lnTo>
                  <a:lnTo>
                    <a:pt x="2791808" y="2667624"/>
                  </a:lnTo>
                  <a:lnTo>
                    <a:pt x="2791933" y="2667624"/>
                  </a:lnTo>
                  <a:lnTo>
                    <a:pt x="2792058" y="2667624"/>
                  </a:lnTo>
                  <a:lnTo>
                    <a:pt x="2792183" y="2667624"/>
                  </a:lnTo>
                  <a:lnTo>
                    <a:pt x="2792308" y="2667624"/>
                  </a:lnTo>
                  <a:lnTo>
                    <a:pt x="2792433" y="2667624"/>
                  </a:lnTo>
                  <a:lnTo>
                    <a:pt x="2792558" y="2667624"/>
                  </a:lnTo>
                  <a:lnTo>
                    <a:pt x="2792683" y="2667624"/>
                  </a:lnTo>
                  <a:lnTo>
                    <a:pt x="2792808" y="2667624"/>
                  </a:lnTo>
                  <a:lnTo>
                    <a:pt x="2792933" y="2667624"/>
                  </a:lnTo>
                  <a:lnTo>
                    <a:pt x="2793058" y="2667624"/>
                  </a:lnTo>
                  <a:lnTo>
                    <a:pt x="2793183" y="2667624"/>
                  </a:lnTo>
                  <a:lnTo>
                    <a:pt x="2793308" y="2667624"/>
                  </a:lnTo>
                  <a:lnTo>
                    <a:pt x="2793433" y="2667624"/>
                  </a:lnTo>
                  <a:lnTo>
                    <a:pt x="2793558" y="2667624"/>
                  </a:lnTo>
                  <a:lnTo>
                    <a:pt x="2793683" y="2667624"/>
                  </a:lnTo>
                  <a:lnTo>
                    <a:pt x="2793808" y="2667624"/>
                  </a:lnTo>
                  <a:lnTo>
                    <a:pt x="2793934" y="2667624"/>
                  </a:lnTo>
                  <a:lnTo>
                    <a:pt x="2794059" y="2667624"/>
                  </a:lnTo>
                  <a:lnTo>
                    <a:pt x="2794184" y="2667624"/>
                  </a:lnTo>
                  <a:lnTo>
                    <a:pt x="2794309" y="2667624"/>
                  </a:lnTo>
                  <a:lnTo>
                    <a:pt x="2794434" y="2667624"/>
                  </a:lnTo>
                  <a:lnTo>
                    <a:pt x="2794559" y="2667624"/>
                  </a:lnTo>
                  <a:lnTo>
                    <a:pt x="2794684" y="2667624"/>
                  </a:lnTo>
                  <a:lnTo>
                    <a:pt x="2794809" y="2667624"/>
                  </a:lnTo>
                  <a:lnTo>
                    <a:pt x="2794934" y="2667624"/>
                  </a:lnTo>
                  <a:lnTo>
                    <a:pt x="2795059" y="2667624"/>
                  </a:lnTo>
                  <a:lnTo>
                    <a:pt x="2795184" y="2667624"/>
                  </a:lnTo>
                  <a:lnTo>
                    <a:pt x="2795309" y="2667624"/>
                  </a:lnTo>
                  <a:lnTo>
                    <a:pt x="2795434" y="2667624"/>
                  </a:lnTo>
                  <a:lnTo>
                    <a:pt x="2795559" y="2667624"/>
                  </a:lnTo>
                  <a:lnTo>
                    <a:pt x="2795684" y="2667624"/>
                  </a:lnTo>
                  <a:lnTo>
                    <a:pt x="2795809" y="2667624"/>
                  </a:lnTo>
                  <a:lnTo>
                    <a:pt x="2795934" y="2667624"/>
                  </a:lnTo>
                  <a:lnTo>
                    <a:pt x="2796059" y="2667624"/>
                  </a:lnTo>
                  <a:lnTo>
                    <a:pt x="2796184" y="2667624"/>
                  </a:lnTo>
                  <a:lnTo>
                    <a:pt x="2796309" y="2667624"/>
                  </a:lnTo>
                  <a:lnTo>
                    <a:pt x="2796434" y="2667624"/>
                  </a:lnTo>
                  <a:lnTo>
                    <a:pt x="2796559" y="2667624"/>
                  </a:lnTo>
                  <a:lnTo>
                    <a:pt x="2796684" y="2667624"/>
                  </a:lnTo>
                  <a:lnTo>
                    <a:pt x="2796809" y="2667624"/>
                  </a:lnTo>
                  <a:lnTo>
                    <a:pt x="2796935" y="2667624"/>
                  </a:lnTo>
                  <a:lnTo>
                    <a:pt x="2797060" y="2667624"/>
                  </a:lnTo>
                  <a:lnTo>
                    <a:pt x="2797185" y="2667624"/>
                  </a:lnTo>
                  <a:lnTo>
                    <a:pt x="2797310" y="2667624"/>
                  </a:lnTo>
                  <a:lnTo>
                    <a:pt x="2797435" y="2667624"/>
                  </a:lnTo>
                  <a:lnTo>
                    <a:pt x="2797560" y="2667624"/>
                  </a:lnTo>
                  <a:lnTo>
                    <a:pt x="2797685" y="2667624"/>
                  </a:lnTo>
                  <a:lnTo>
                    <a:pt x="2797810" y="2667624"/>
                  </a:lnTo>
                  <a:lnTo>
                    <a:pt x="2797935" y="2667624"/>
                  </a:lnTo>
                  <a:lnTo>
                    <a:pt x="2798060" y="2667624"/>
                  </a:lnTo>
                  <a:lnTo>
                    <a:pt x="2798185" y="2667624"/>
                  </a:lnTo>
                  <a:lnTo>
                    <a:pt x="2798310" y="2667624"/>
                  </a:lnTo>
                  <a:lnTo>
                    <a:pt x="2798435" y="2667624"/>
                  </a:lnTo>
                  <a:lnTo>
                    <a:pt x="2798560" y="2667624"/>
                  </a:lnTo>
                  <a:lnTo>
                    <a:pt x="2798685" y="2667624"/>
                  </a:lnTo>
                  <a:lnTo>
                    <a:pt x="2798810" y="2667624"/>
                  </a:lnTo>
                  <a:lnTo>
                    <a:pt x="2798935" y="2667624"/>
                  </a:lnTo>
                  <a:lnTo>
                    <a:pt x="2799060" y="2667624"/>
                  </a:lnTo>
                  <a:lnTo>
                    <a:pt x="2799185" y="2667624"/>
                  </a:lnTo>
                  <a:lnTo>
                    <a:pt x="2799310" y="2667624"/>
                  </a:lnTo>
                  <a:lnTo>
                    <a:pt x="2799435" y="2667624"/>
                  </a:lnTo>
                  <a:lnTo>
                    <a:pt x="2799560" y="2667624"/>
                  </a:lnTo>
                  <a:lnTo>
                    <a:pt x="2799685" y="2667624"/>
                  </a:lnTo>
                  <a:lnTo>
                    <a:pt x="2799810" y="2667624"/>
                  </a:lnTo>
                  <a:lnTo>
                    <a:pt x="2799936" y="2667624"/>
                  </a:lnTo>
                  <a:lnTo>
                    <a:pt x="2800061" y="2667624"/>
                  </a:lnTo>
                  <a:lnTo>
                    <a:pt x="2800186" y="2667624"/>
                  </a:lnTo>
                  <a:lnTo>
                    <a:pt x="2800311" y="2667624"/>
                  </a:lnTo>
                  <a:lnTo>
                    <a:pt x="2800436" y="2667624"/>
                  </a:lnTo>
                  <a:lnTo>
                    <a:pt x="2800561" y="2667624"/>
                  </a:lnTo>
                  <a:lnTo>
                    <a:pt x="2800686" y="2667624"/>
                  </a:lnTo>
                  <a:lnTo>
                    <a:pt x="2800811" y="2667624"/>
                  </a:lnTo>
                  <a:lnTo>
                    <a:pt x="2800936" y="2667624"/>
                  </a:lnTo>
                  <a:lnTo>
                    <a:pt x="2801061" y="2667624"/>
                  </a:lnTo>
                  <a:lnTo>
                    <a:pt x="2801186" y="2667624"/>
                  </a:lnTo>
                  <a:lnTo>
                    <a:pt x="2801311" y="2667624"/>
                  </a:lnTo>
                  <a:lnTo>
                    <a:pt x="2801436" y="2667624"/>
                  </a:lnTo>
                  <a:lnTo>
                    <a:pt x="2801561" y="2667624"/>
                  </a:lnTo>
                  <a:lnTo>
                    <a:pt x="2801686" y="2667624"/>
                  </a:lnTo>
                  <a:lnTo>
                    <a:pt x="2801811" y="2667624"/>
                  </a:lnTo>
                  <a:lnTo>
                    <a:pt x="2801936" y="2667624"/>
                  </a:lnTo>
                  <a:lnTo>
                    <a:pt x="2802061" y="2667624"/>
                  </a:lnTo>
                  <a:lnTo>
                    <a:pt x="2802186" y="2667624"/>
                  </a:lnTo>
                  <a:lnTo>
                    <a:pt x="2802311" y="2667624"/>
                  </a:lnTo>
                  <a:lnTo>
                    <a:pt x="2802436" y="2667624"/>
                  </a:lnTo>
                  <a:lnTo>
                    <a:pt x="2802561" y="2667624"/>
                  </a:lnTo>
                  <a:lnTo>
                    <a:pt x="2802686" y="2667624"/>
                  </a:lnTo>
                  <a:lnTo>
                    <a:pt x="2802811" y="2667624"/>
                  </a:lnTo>
                  <a:lnTo>
                    <a:pt x="2802937" y="2667624"/>
                  </a:lnTo>
                  <a:lnTo>
                    <a:pt x="2803062" y="2667624"/>
                  </a:lnTo>
                  <a:lnTo>
                    <a:pt x="2803187" y="2667624"/>
                  </a:lnTo>
                  <a:lnTo>
                    <a:pt x="2803312" y="2667624"/>
                  </a:lnTo>
                  <a:lnTo>
                    <a:pt x="2803437" y="2667624"/>
                  </a:lnTo>
                  <a:lnTo>
                    <a:pt x="2803562" y="2667624"/>
                  </a:lnTo>
                  <a:lnTo>
                    <a:pt x="2803687" y="2667624"/>
                  </a:lnTo>
                  <a:lnTo>
                    <a:pt x="2803812" y="2667624"/>
                  </a:lnTo>
                  <a:lnTo>
                    <a:pt x="2803937" y="2667624"/>
                  </a:lnTo>
                  <a:lnTo>
                    <a:pt x="2804062" y="2667624"/>
                  </a:lnTo>
                  <a:lnTo>
                    <a:pt x="2804187" y="2667624"/>
                  </a:lnTo>
                  <a:lnTo>
                    <a:pt x="2804312" y="2667624"/>
                  </a:lnTo>
                  <a:lnTo>
                    <a:pt x="2804437" y="2667624"/>
                  </a:lnTo>
                  <a:lnTo>
                    <a:pt x="2804562" y="2667624"/>
                  </a:lnTo>
                  <a:lnTo>
                    <a:pt x="2804687" y="2667624"/>
                  </a:lnTo>
                  <a:lnTo>
                    <a:pt x="2804812" y="2667624"/>
                  </a:lnTo>
                  <a:lnTo>
                    <a:pt x="2804937" y="2667624"/>
                  </a:lnTo>
                  <a:lnTo>
                    <a:pt x="2805062" y="2667624"/>
                  </a:lnTo>
                  <a:lnTo>
                    <a:pt x="2805187" y="2667624"/>
                  </a:lnTo>
                  <a:lnTo>
                    <a:pt x="2805312" y="2667624"/>
                  </a:lnTo>
                  <a:lnTo>
                    <a:pt x="2805437" y="2667624"/>
                  </a:lnTo>
                  <a:lnTo>
                    <a:pt x="2805562" y="2667624"/>
                  </a:lnTo>
                  <a:lnTo>
                    <a:pt x="2805687" y="2667624"/>
                  </a:lnTo>
                  <a:lnTo>
                    <a:pt x="2805812" y="2667624"/>
                  </a:lnTo>
                  <a:lnTo>
                    <a:pt x="2805938" y="2667624"/>
                  </a:lnTo>
                  <a:lnTo>
                    <a:pt x="2806063" y="2667624"/>
                  </a:lnTo>
                  <a:lnTo>
                    <a:pt x="2806188" y="2667624"/>
                  </a:lnTo>
                  <a:lnTo>
                    <a:pt x="2806313" y="2667624"/>
                  </a:lnTo>
                  <a:lnTo>
                    <a:pt x="2806438" y="2667624"/>
                  </a:lnTo>
                  <a:lnTo>
                    <a:pt x="2806563" y="2667624"/>
                  </a:lnTo>
                  <a:lnTo>
                    <a:pt x="2806688" y="2667624"/>
                  </a:lnTo>
                  <a:lnTo>
                    <a:pt x="2806813" y="2667624"/>
                  </a:lnTo>
                  <a:lnTo>
                    <a:pt x="2806938" y="2667624"/>
                  </a:lnTo>
                  <a:lnTo>
                    <a:pt x="2807063" y="2667624"/>
                  </a:lnTo>
                  <a:lnTo>
                    <a:pt x="2807188" y="2667624"/>
                  </a:lnTo>
                  <a:lnTo>
                    <a:pt x="2807313" y="2667624"/>
                  </a:lnTo>
                  <a:lnTo>
                    <a:pt x="2807438" y="2667624"/>
                  </a:lnTo>
                  <a:lnTo>
                    <a:pt x="2807563" y="2667624"/>
                  </a:lnTo>
                  <a:lnTo>
                    <a:pt x="2807688" y="2667624"/>
                  </a:lnTo>
                  <a:lnTo>
                    <a:pt x="2807813" y="2667624"/>
                  </a:lnTo>
                  <a:lnTo>
                    <a:pt x="2807938" y="2667624"/>
                  </a:lnTo>
                  <a:lnTo>
                    <a:pt x="2808063" y="2667624"/>
                  </a:lnTo>
                  <a:lnTo>
                    <a:pt x="2808188" y="2667624"/>
                  </a:lnTo>
                  <a:lnTo>
                    <a:pt x="2808313" y="2667624"/>
                  </a:lnTo>
                  <a:lnTo>
                    <a:pt x="2808438" y="2667624"/>
                  </a:lnTo>
                  <a:lnTo>
                    <a:pt x="2808563" y="2667624"/>
                  </a:lnTo>
                  <a:lnTo>
                    <a:pt x="2808688" y="2667624"/>
                  </a:lnTo>
                  <a:lnTo>
                    <a:pt x="2808813" y="2667624"/>
                  </a:lnTo>
                  <a:lnTo>
                    <a:pt x="2808939" y="2667624"/>
                  </a:lnTo>
                  <a:lnTo>
                    <a:pt x="2809064" y="2667624"/>
                  </a:lnTo>
                  <a:lnTo>
                    <a:pt x="2809189" y="2667624"/>
                  </a:lnTo>
                  <a:lnTo>
                    <a:pt x="2809314" y="2667624"/>
                  </a:lnTo>
                  <a:lnTo>
                    <a:pt x="2809439" y="2667624"/>
                  </a:lnTo>
                  <a:lnTo>
                    <a:pt x="2809564" y="2667624"/>
                  </a:lnTo>
                  <a:lnTo>
                    <a:pt x="2809689" y="2667624"/>
                  </a:lnTo>
                  <a:lnTo>
                    <a:pt x="2809814" y="2667624"/>
                  </a:lnTo>
                  <a:lnTo>
                    <a:pt x="2809939" y="2667624"/>
                  </a:lnTo>
                  <a:lnTo>
                    <a:pt x="2810064" y="2667624"/>
                  </a:lnTo>
                  <a:lnTo>
                    <a:pt x="2810189" y="2667624"/>
                  </a:lnTo>
                  <a:lnTo>
                    <a:pt x="2810314" y="2667624"/>
                  </a:lnTo>
                  <a:lnTo>
                    <a:pt x="2810439" y="2667624"/>
                  </a:lnTo>
                  <a:lnTo>
                    <a:pt x="2810564" y="2667624"/>
                  </a:lnTo>
                  <a:lnTo>
                    <a:pt x="2810689" y="2667624"/>
                  </a:lnTo>
                  <a:lnTo>
                    <a:pt x="2810814" y="2667624"/>
                  </a:lnTo>
                  <a:lnTo>
                    <a:pt x="2810939" y="2667624"/>
                  </a:lnTo>
                  <a:lnTo>
                    <a:pt x="2811064" y="2667624"/>
                  </a:lnTo>
                  <a:lnTo>
                    <a:pt x="2811189" y="2667624"/>
                  </a:lnTo>
                  <a:lnTo>
                    <a:pt x="2811314" y="2667624"/>
                  </a:lnTo>
                  <a:lnTo>
                    <a:pt x="2811439" y="2667624"/>
                  </a:lnTo>
                  <a:lnTo>
                    <a:pt x="2811564" y="2667624"/>
                  </a:lnTo>
                  <a:lnTo>
                    <a:pt x="2811689" y="2667624"/>
                  </a:lnTo>
                  <a:lnTo>
                    <a:pt x="2811814" y="2667624"/>
                  </a:lnTo>
                  <a:lnTo>
                    <a:pt x="2811940" y="2667624"/>
                  </a:lnTo>
                  <a:lnTo>
                    <a:pt x="2812065" y="2667624"/>
                  </a:lnTo>
                  <a:lnTo>
                    <a:pt x="2812190" y="2667624"/>
                  </a:lnTo>
                  <a:lnTo>
                    <a:pt x="2812315" y="2667624"/>
                  </a:lnTo>
                  <a:lnTo>
                    <a:pt x="2812440" y="2667624"/>
                  </a:lnTo>
                  <a:lnTo>
                    <a:pt x="2812565" y="2667624"/>
                  </a:lnTo>
                  <a:lnTo>
                    <a:pt x="2812690" y="2667624"/>
                  </a:lnTo>
                  <a:lnTo>
                    <a:pt x="2812815" y="2667624"/>
                  </a:lnTo>
                  <a:lnTo>
                    <a:pt x="2812940" y="2667624"/>
                  </a:lnTo>
                  <a:lnTo>
                    <a:pt x="2813065" y="2667624"/>
                  </a:lnTo>
                  <a:lnTo>
                    <a:pt x="2813190" y="2667624"/>
                  </a:lnTo>
                  <a:lnTo>
                    <a:pt x="2813315" y="2667624"/>
                  </a:lnTo>
                  <a:lnTo>
                    <a:pt x="2813440" y="2667624"/>
                  </a:lnTo>
                  <a:lnTo>
                    <a:pt x="2813565" y="2667624"/>
                  </a:lnTo>
                  <a:lnTo>
                    <a:pt x="2813690" y="2667624"/>
                  </a:lnTo>
                  <a:lnTo>
                    <a:pt x="2813815" y="2667624"/>
                  </a:lnTo>
                  <a:lnTo>
                    <a:pt x="2813940" y="2667624"/>
                  </a:lnTo>
                  <a:lnTo>
                    <a:pt x="2814065" y="2667624"/>
                  </a:lnTo>
                  <a:lnTo>
                    <a:pt x="2814190" y="2667624"/>
                  </a:lnTo>
                  <a:lnTo>
                    <a:pt x="2814315" y="2667624"/>
                  </a:lnTo>
                  <a:lnTo>
                    <a:pt x="2814440" y="2667624"/>
                  </a:lnTo>
                  <a:lnTo>
                    <a:pt x="2814565" y="2667624"/>
                  </a:lnTo>
                  <a:lnTo>
                    <a:pt x="2814690" y="2667624"/>
                  </a:lnTo>
                  <a:lnTo>
                    <a:pt x="2814815" y="2667624"/>
                  </a:lnTo>
                  <a:lnTo>
                    <a:pt x="2814941" y="2667624"/>
                  </a:lnTo>
                  <a:lnTo>
                    <a:pt x="2815066" y="2667624"/>
                  </a:lnTo>
                  <a:lnTo>
                    <a:pt x="2815191" y="2667624"/>
                  </a:lnTo>
                  <a:lnTo>
                    <a:pt x="2815316" y="2667624"/>
                  </a:lnTo>
                  <a:lnTo>
                    <a:pt x="2815441" y="2667624"/>
                  </a:lnTo>
                  <a:lnTo>
                    <a:pt x="2815566" y="2667624"/>
                  </a:lnTo>
                  <a:lnTo>
                    <a:pt x="2815691" y="2667624"/>
                  </a:lnTo>
                  <a:lnTo>
                    <a:pt x="2815816" y="2667624"/>
                  </a:lnTo>
                  <a:lnTo>
                    <a:pt x="2815941" y="2667624"/>
                  </a:lnTo>
                  <a:lnTo>
                    <a:pt x="2816066" y="2667624"/>
                  </a:lnTo>
                  <a:lnTo>
                    <a:pt x="2816191" y="2667624"/>
                  </a:lnTo>
                  <a:lnTo>
                    <a:pt x="2816316" y="2667624"/>
                  </a:lnTo>
                  <a:lnTo>
                    <a:pt x="2816441" y="2667624"/>
                  </a:lnTo>
                  <a:lnTo>
                    <a:pt x="2816566" y="2667624"/>
                  </a:lnTo>
                  <a:lnTo>
                    <a:pt x="2816691" y="2667624"/>
                  </a:lnTo>
                  <a:lnTo>
                    <a:pt x="2816816" y="2667624"/>
                  </a:lnTo>
                  <a:lnTo>
                    <a:pt x="2816941" y="2667624"/>
                  </a:lnTo>
                  <a:lnTo>
                    <a:pt x="2817066" y="2667624"/>
                  </a:lnTo>
                  <a:lnTo>
                    <a:pt x="2817191" y="2667624"/>
                  </a:lnTo>
                  <a:lnTo>
                    <a:pt x="2817316" y="2667624"/>
                  </a:lnTo>
                  <a:lnTo>
                    <a:pt x="2817441" y="2667624"/>
                  </a:lnTo>
                  <a:lnTo>
                    <a:pt x="2817566" y="2667624"/>
                  </a:lnTo>
                  <a:lnTo>
                    <a:pt x="2817691" y="2667624"/>
                  </a:lnTo>
                  <a:lnTo>
                    <a:pt x="2817816" y="2667624"/>
                  </a:lnTo>
                  <a:lnTo>
                    <a:pt x="2817942" y="2667624"/>
                  </a:lnTo>
                  <a:lnTo>
                    <a:pt x="2818067" y="2667624"/>
                  </a:lnTo>
                  <a:lnTo>
                    <a:pt x="2818192" y="2667624"/>
                  </a:lnTo>
                  <a:lnTo>
                    <a:pt x="2818317" y="2667624"/>
                  </a:lnTo>
                  <a:lnTo>
                    <a:pt x="2818442" y="2667624"/>
                  </a:lnTo>
                  <a:lnTo>
                    <a:pt x="2818567" y="2667624"/>
                  </a:lnTo>
                  <a:lnTo>
                    <a:pt x="2818692" y="2667624"/>
                  </a:lnTo>
                  <a:lnTo>
                    <a:pt x="2818817" y="2667624"/>
                  </a:lnTo>
                  <a:lnTo>
                    <a:pt x="2818942" y="2667624"/>
                  </a:lnTo>
                  <a:lnTo>
                    <a:pt x="2819067" y="2667624"/>
                  </a:lnTo>
                  <a:lnTo>
                    <a:pt x="2819192" y="2667624"/>
                  </a:lnTo>
                  <a:lnTo>
                    <a:pt x="2819317" y="2667624"/>
                  </a:lnTo>
                  <a:lnTo>
                    <a:pt x="2819442" y="2667624"/>
                  </a:lnTo>
                  <a:lnTo>
                    <a:pt x="2819567" y="2667624"/>
                  </a:lnTo>
                  <a:lnTo>
                    <a:pt x="2819692" y="2667624"/>
                  </a:lnTo>
                  <a:lnTo>
                    <a:pt x="2819817" y="2667624"/>
                  </a:lnTo>
                  <a:lnTo>
                    <a:pt x="2819942" y="2667624"/>
                  </a:lnTo>
                  <a:lnTo>
                    <a:pt x="2820067" y="2667624"/>
                  </a:lnTo>
                  <a:lnTo>
                    <a:pt x="2820192" y="2667624"/>
                  </a:lnTo>
                  <a:lnTo>
                    <a:pt x="2820317" y="2667624"/>
                  </a:lnTo>
                  <a:lnTo>
                    <a:pt x="2820442" y="2667624"/>
                  </a:lnTo>
                  <a:lnTo>
                    <a:pt x="2820567" y="2667624"/>
                  </a:lnTo>
                  <a:lnTo>
                    <a:pt x="2820692" y="2667624"/>
                  </a:lnTo>
                  <a:lnTo>
                    <a:pt x="2820817" y="2667624"/>
                  </a:lnTo>
                  <a:lnTo>
                    <a:pt x="2820943" y="2667624"/>
                  </a:lnTo>
                  <a:lnTo>
                    <a:pt x="2821068" y="2667624"/>
                  </a:lnTo>
                  <a:lnTo>
                    <a:pt x="2821193" y="2667624"/>
                  </a:lnTo>
                  <a:lnTo>
                    <a:pt x="2821318" y="2667624"/>
                  </a:lnTo>
                  <a:lnTo>
                    <a:pt x="2821443" y="2667624"/>
                  </a:lnTo>
                  <a:lnTo>
                    <a:pt x="2821568" y="2667624"/>
                  </a:lnTo>
                  <a:lnTo>
                    <a:pt x="2821693" y="2667624"/>
                  </a:lnTo>
                  <a:lnTo>
                    <a:pt x="2821818" y="2667624"/>
                  </a:lnTo>
                  <a:lnTo>
                    <a:pt x="2821943" y="2667624"/>
                  </a:lnTo>
                  <a:lnTo>
                    <a:pt x="2822068" y="2667624"/>
                  </a:lnTo>
                  <a:lnTo>
                    <a:pt x="2822193" y="2667624"/>
                  </a:lnTo>
                  <a:lnTo>
                    <a:pt x="2822318" y="2667624"/>
                  </a:lnTo>
                  <a:lnTo>
                    <a:pt x="2822443" y="2667624"/>
                  </a:lnTo>
                  <a:lnTo>
                    <a:pt x="2822568" y="2667624"/>
                  </a:lnTo>
                  <a:lnTo>
                    <a:pt x="2822693" y="2667624"/>
                  </a:lnTo>
                  <a:lnTo>
                    <a:pt x="2822818" y="2667624"/>
                  </a:lnTo>
                  <a:lnTo>
                    <a:pt x="2822943" y="2667624"/>
                  </a:lnTo>
                  <a:lnTo>
                    <a:pt x="2823068" y="2667624"/>
                  </a:lnTo>
                  <a:lnTo>
                    <a:pt x="2823068" y="2657670"/>
                  </a:lnTo>
                  <a:lnTo>
                    <a:pt x="2823193" y="2657670"/>
                  </a:lnTo>
                  <a:lnTo>
                    <a:pt x="2823318" y="2657670"/>
                  </a:lnTo>
                  <a:lnTo>
                    <a:pt x="2823443" y="2657670"/>
                  </a:lnTo>
                  <a:lnTo>
                    <a:pt x="2823568" y="2657670"/>
                  </a:lnTo>
                  <a:lnTo>
                    <a:pt x="2823693" y="2657670"/>
                  </a:lnTo>
                  <a:lnTo>
                    <a:pt x="2823818" y="2657670"/>
                  </a:lnTo>
                  <a:lnTo>
                    <a:pt x="2823944" y="2657670"/>
                  </a:lnTo>
                  <a:lnTo>
                    <a:pt x="2824069" y="2657670"/>
                  </a:lnTo>
                  <a:lnTo>
                    <a:pt x="2824194" y="2657670"/>
                  </a:lnTo>
                  <a:lnTo>
                    <a:pt x="2824319" y="2657670"/>
                  </a:lnTo>
                  <a:lnTo>
                    <a:pt x="2824444" y="2657670"/>
                  </a:lnTo>
                  <a:lnTo>
                    <a:pt x="2824569" y="2657670"/>
                  </a:lnTo>
                  <a:lnTo>
                    <a:pt x="2824694" y="2657670"/>
                  </a:lnTo>
                  <a:lnTo>
                    <a:pt x="2824819" y="2657670"/>
                  </a:lnTo>
                  <a:lnTo>
                    <a:pt x="2824944" y="2657670"/>
                  </a:lnTo>
                  <a:lnTo>
                    <a:pt x="2825069" y="2657670"/>
                  </a:lnTo>
                  <a:lnTo>
                    <a:pt x="2825194" y="2657670"/>
                  </a:lnTo>
                  <a:lnTo>
                    <a:pt x="2825319" y="2657670"/>
                  </a:lnTo>
                  <a:lnTo>
                    <a:pt x="2825444" y="2657670"/>
                  </a:lnTo>
                  <a:lnTo>
                    <a:pt x="2825569" y="2657670"/>
                  </a:lnTo>
                  <a:lnTo>
                    <a:pt x="2825694" y="2657670"/>
                  </a:lnTo>
                  <a:lnTo>
                    <a:pt x="2825819" y="2657670"/>
                  </a:lnTo>
                  <a:lnTo>
                    <a:pt x="2825944" y="2657670"/>
                  </a:lnTo>
                  <a:lnTo>
                    <a:pt x="2826069" y="2657670"/>
                  </a:lnTo>
                  <a:lnTo>
                    <a:pt x="2826194" y="2657670"/>
                  </a:lnTo>
                  <a:lnTo>
                    <a:pt x="2826319" y="2657670"/>
                  </a:lnTo>
                  <a:lnTo>
                    <a:pt x="2826444" y="2657670"/>
                  </a:lnTo>
                  <a:lnTo>
                    <a:pt x="2826569" y="2657670"/>
                  </a:lnTo>
                  <a:lnTo>
                    <a:pt x="2826694" y="2657670"/>
                  </a:lnTo>
                  <a:lnTo>
                    <a:pt x="2826819" y="2657670"/>
                  </a:lnTo>
                  <a:lnTo>
                    <a:pt x="2826945" y="2657670"/>
                  </a:lnTo>
                  <a:lnTo>
                    <a:pt x="2827070" y="2657670"/>
                  </a:lnTo>
                  <a:lnTo>
                    <a:pt x="2827195" y="2657670"/>
                  </a:lnTo>
                  <a:lnTo>
                    <a:pt x="2827320" y="2657670"/>
                  </a:lnTo>
                  <a:lnTo>
                    <a:pt x="2827445" y="2657670"/>
                  </a:lnTo>
                  <a:lnTo>
                    <a:pt x="2827570" y="2657670"/>
                  </a:lnTo>
                  <a:lnTo>
                    <a:pt x="2827695" y="2657670"/>
                  </a:lnTo>
                  <a:lnTo>
                    <a:pt x="2827820" y="2657670"/>
                  </a:lnTo>
                  <a:lnTo>
                    <a:pt x="2827945" y="2657670"/>
                  </a:lnTo>
                  <a:lnTo>
                    <a:pt x="2828070" y="2657670"/>
                  </a:lnTo>
                  <a:lnTo>
                    <a:pt x="2828195" y="2657670"/>
                  </a:lnTo>
                  <a:lnTo>
                    <a:pt x="2828320" y="2657670"/>
                  </a:lnTo>
                  <a:lnTo>
                    <a:pt x="2828445" y="2657670"/>
                  </a:lnTo>
                  <a:lnTo>
                    <a:pt x="2828570" y="2657670"/>
                  </a:lnTo>
                  <a:lnTo>
                    <a:pt x="2828695" y="2657670"/>
                  </a:lnTo>
                  <a:lnTo>
                    <a:pt x="2828820" y="2657670"/>
                  </a:lnTo>
                  <a:lnTo>
                    <a:pt x="2828945" y="2657670"/>
                  </a:lnTo>
                  <a:lnTo>
                    <a:pt x="2829070" y="2657670"/>
                  </a:lnTo>
                  <a:lnTo>
                    <a:pt x="2829195" y="2657670"/>
                  </a:lnTo>
                  <a:lnTo>
                    <a:pt x="2829320" y="2657670"/>
                  </a:lnTo>
                  <a:lnTo>
                    <a:pt x="2829445" y="2657670"/>
                  </a:lnTo>
                  <a:lnTo>
                    <a:pt x="2829570" y="2657670"/>
                  </a:lnTo>
                  <a:lnTo>
                    <a:pt x="2829695" y="2657670"/>
                  </a:lnTo>
                  <a:lnTo>
                    <a:pt x="2829820" y="2657670"/>
                  </a:lnTo>
                  <a:lnTo>
                    <a:pt x="2829946" y="2657670"/>
                  </a:lnTo>
                  <a:lnTo>
                    <a:pt x="2830071" y="2657670"/>
                  </a:lnTo>
                  <a:lnTo>
                    <a:pt x="2830196" y="2657670"/>
                  </a:lnTo>
                  <a:lnTo>
                    <a:pt x="2830321" y="2657670"/>
                  </a:lnTo>
                  <a:lnTo>
                    <a:pt x="2830446" y="2657670"/>
                  </a:lnTo>
                  <a:lnTo>
                    <a:pt x="2830571" y="2657670"/>
                  </a:lnTo>
                  <a:lnTo>
                    <a:pt x="2830696" y="2657670"/>
                  </a:lnTo>
                  <a:lnTo>
                    <a:pt x="2830821" y="2657670"/>
                  </a:lnTo>
                  <a:lnTo>
                    <a:pt x="2830946" y="2657670"/>
                  </a:lnTo>
                  <a:lnTo>
                    <a:pt x="2831071" y="2657670"/>
                  </a:lnTo>
                  <a:lnTo>
                    <a:pt x="2831196" y="2657670"/>
                  </a:lnTo>
                  <a:lnTo>
                    <a:pt x="2831321" y="2657670"/>
                  </a:lnTo>
                  <a:lnTo>
                    <a:pt x="2831446" y="2657670"/>
                  </a:lnTo>
                  <a:lnTo>
                    <a:pt x="2831571" y="2657670"/>
                  </a:lnTo>
                  <a:lnTo>
                    <a:pt x="2831696" y="2657670"/>
                  </a:lnTo>
                  <a:lnTo>
                    <a:pt x="2831821" y="2657670"/>
                  </a:lnTo>
                  <a:lnTo>
                    <a:pt x="2831946" y="2657670"/>
                  </a:lnTo>
                  <a:lnTo>
                    <a:pt x="2831946" y="2647716"/>
                  </a:lnTo>
                  <a:lnTo>
                    <a:pt x="2832071" y="2647716"/>
                  </a:lnTo>
                  <a:lnTo>
                    <a:pt x="2832196" y="2647716"/>
                  </a:lnTo>
                  <a:lnTo>
                    <a:pt x="2832321" y="2647716"/>
                  </a:lnTo>
                  <a:lnTo>
                    <a:pt x="2832446" y="2647716"/>
                  </a:lnTo>
                  <a:lnTo>
                    <a:pt x="2832571" y="2647716"/>
                  </a:lnTo>
                  <a:lnTo>
                    <a:pt x="2832696" y="2647716"/>
                  </a:lnTo>
                  <a:lnTo>
                    <a:pt x="2832822" y="2647716"/>
                  </a:lnTo>
                  <a:lnTo>
                    <a:pt x="2832947" y="2647716"/>
                  </a:lnTo>
                  <a:lnTo>
                    <a:pt x="2833072" y="2647716"/>
                  </a:lnTo>
                  <a:lnTo>
                    <a:pt x="2833197" y="2647716"/>
                  </a:lnTo>
                  <a:lnTo>
                    <a:pt x="2833322" y="2647716"/>
                  </a:lnTo>
                  <a:lnTo>
                    <a:pt x="2833447" y="2647716"/>
                  </a:lnTo>
                  <a:lnTo>
                    <a:pt x="2833572" y="2647716"/>
                  </a:lnTo>
                  <a:lnTo>
                    <a:pt x="2833697" y="2647716"/>
                  </a:lnTo>
                  <a:lnTo>
                    <a:pt x="2833822" y="2647716"/>
                  </a:lnTo>
                  <a:lnTo>
                    <a:pt x="2833947" y="2647716"/>
                  </a:lnTo>
                  <a:lnTo>
                    <a:pt x="2834072" y="2647716"/>
                  </a:lnTo>
                  <a:lnTo>
                    <a:pt x="2834197" y="2647716"/>
                  </a:lnTo>
                  <a:lnTo>
                    <a:pt x="2834322" y="2647716"/>
                  </a:lnTo>
                  <a:lnTo>
                    <a:pt x="2834447" y="2647716"/>
                  </a:lnTo>
                  <a:lnTo>
                    <a:pt x="2834447" y="2637762"/>
                  </a:lnTo>
                  <a:lnTo>
                    <a:pt x="2834572" y="2637762"/>
                  </a:lnTo>
                  <a:lnTo>
                    <a:pt x="2834697" y="2637762"/>
                  </a:lnTo>
                  <a:lnTo>
                    <a:pt x="2834822" y="2637762"/>
                  </a:lnTo>
                  <a:lnTo>
                    <a:pt x="2834947" y="2637762"/>
                  </a:lnTo>
                  <a:lnTo>
                    <a:pt x="2835072" y="2637762"/>
                  </a:lnTo>
                  <a:lnTo>
                    <a:pt x="2835197" y="2637762"/>
                  </a:lnTo>
                  <a:lnTo>
                    <a:pt x="2835322" y="2637762"/>
                  </a:lnTo>
                  <a:lnTo>
                    <a:pt x="2835447" y="2637762"/>
                  </a:lnTo>
                  <a:lnTo>
                    <a:pt x="2835572" y="2637762"/>
                  </a:lnTo>
                  <a:lnTo>
                    <a:pt x="2835697" y="2637762"/>
                  </a:lnTo>
                  <a:lnTo>
                    <a:pt x="2835823" y="2637762"/>
                  </a:lnTo>
                  <a:lnTo>
                    <a:pt x="2835948" y="2637762"/>
                  </a:lnTo>
                  <a:lnTo>
                    <a:pt x="2836073" y="2637762"/>
                  </a:lnTo>
                  <a:lnTo>
                    <a:pt x="2836198" y="2637762"/>
                  </a:lnTo>
                  <a:lnTo>
                    <a:pt x="2836323" y="2637762"/>
                  </a:lnTo>
                  <a:lnTo>
                    <a:pt x="2836448" y="2637762"/>
                  </a:lnTo>
                  <a:lnTo>
                    <a:pt x="2836573" y="2637762"/>
                  </a:lnTo>
                  <a:lnTo>
                    <a:pt x="2836698" y="2637762"/>
                  </a:lnTo>
                  <a:lnTo>
                    <a:pt x="2836823" y="2637762"/>
                  </a:lnTo>
                  <a:lnTo>
                    <a:pt x="2836948" y="2637762"/>
                  </a:lnTo>
                  <a:lnTo>
                    <a:pt x="2837073" y="2637762"/>
                  </a:lnTo>
                  <a:lnTo>
                    <a:pt x="2837198" y="2637762"/>
                  </a:lnTo>
                  <a:lnTo>
                    <a:pt x="2837323" y="2637762"/>
                  </a:lnTo>
                  <a:lnTo>
                    <a:pt x="2837448" y="2637762"/>
                  </a:lnTo>
                  <a:lnTo>
                    <a:pt x="2837573" y="2637762"/>
                  </a:lnTo>
                  <a:lnTo>
                    <a:pt x="2837698" y="2637762"/>
                  </a:lnTo>
                  <a:lnTo>
                    <a:pt x="2837823" y="2637762"/>
                  </a:lnTo>
                  <a:lnTo>
                    <a:pt x="2837948" y="2637762"/>
                  </a:lnTo>
                  <a:lnTo>
                    <a:pt x="2838073" y="2637762"/>
                  </a:lnTo>
                  <a:lnTo>
                    <a:pt x="2838198" y="2637762"/>
                  </a:lnTo>
                  <a:lnTo>
                    <a:pt x="2838323" y="2637762"/>
                  </a:lnTo>
                  <a:lnTo>
                    <a:pt x="2838448" y="2637762"/>
                  </a:lnTo>
                  <a:lnTo>
                    <a:pt x="2838573" y="2637762"/>
                  </a:lnTo>
                  <a:lnTo>
                    <a:pt x="2838698" y="2637762"/>
                  </a:lnTo>
                  <a:lnTo>
                    <a:pt x="2838824" y="2637762"/>
                  </a:lnTo>
                  <a:lnTo>
                    <a:pt x="2838949" y="2637762"/>
                  </a:lnTo>
                  <a:lnTo>
                    <a:pt x="2839074" y="2637762"/>
                  </a:lnTo>
                  <a:lnTo>
                    <a:pt x="2839199" y="2637762"/>
                  </a:lnTo>
                  <a:lnTo>
                    <a:pt x="2839324" y="2637762"/>
                  </a:lnTo>
                  <a:lnTo>
                    <a:pt x="2839449" y="2637762"/>
                  </a:lnTo>
                  <a:lnTo>
                    <a:pt x="2839574" y="2637762"/>
                  </a:lnTo>
                  <a:lnTo>
                    <a:pt x="2839699" y="2637762"/>
                  </a:lnTo>
                  <a:lnTo>
                    <a:pt x="2839824" y="2637762"/>
                  </a:lnTo>
                  <a:lnTo>
                    <a:pt x="2839949" y="2637762"/>
                  </a:lnTo>
                  <a:lnTo>
                    <a:pt x="2840074" y="2637762"/>
                  </a:lnTo>
                  <a:lnTo>
                    <a:pt x="2840199" y="2637762"/>
                  </a:lnTo>
                  <a:lnTo>
                    <a:pt x="2840324" y="2637762"/>
                  </a:lnTo>
                  <a:lnTo>
                    <a:pt x="2840449" y="2637762"/>
                  </a:lnTo>
                  <a:lnTo>
                    <a:pt x="2840574" y="2637762"/>
                  </a:lnTo>
                  <a:lnTo>
                    <a:pt x="2840699" y="2637762"/>
                  </a:lnTo>
                  <a:lnTo>
                    <a:pt x="2840824" y="2637762"/>
                  </a:lnTo>
                  <a:lnTo>
                    <a:pt x="2840949" y="2637762"/>
                  </a:lnTo>
                  <a:lnTo>
                    <a:pt x="2841074" y="2637762"/>
                  </a:lnTo>
                  <a:lnTo>
                    <a:pt x="2841199" y="2637762"/>
                  </a:lnTo>
                  <a:lnTo>
                    <a:pt x="2841324" y="2637762"/>
                  </a:lnTo>
                  <a:lnTo>
                    <a:pt x="2841449" y="2637762"/>
                  </a:lnTo>
                  <a:lnTo>
                    <a:pt x="2841574" y="2637762"/>
                  </a:lnTo>
                  <a:lnTo>
                    <a:pt x="2841699" y="2637762"/>
                  </a:lnTo>
                  <a:lnTo>
                    <a:pt x="2841825" y="2637762"/>
                  </a:lnTo>
                  <a:lnTo>
                    <a:pt x="2841950" y="2637762"/>
                  </a:lnTo>
                  <a:lnTo>
                    <a:pt x="2842075" y="2637762"/>
                  </a:lnTo>
                  <a:lnTo>
                    <a:pt x="2842200" y="2637762"/>
                  </a:lnTo>
                  <a:lnTo>
                    <a:pt x="2842325" y="2637762"/>
                  </a:lnTo>
                  <a:lnTo>
                    <a:pt x="2842450" y="2637762"/>
                  </a:lnTo>
                  <a:lnTo>
                    <a:pt x="2842575" y="2637762"/>
                  </a:lnTo>
                  <a:lnTo>
                    <a:pt x="2842700" y="2637762"/>
                  </a:lnTo>
                  <a:lnTo>
                    <a:pt x="2842825" y="2637762"/>
                  </a:lnTo>
                  <a:lnTo>
                    <a:pt x="2842950" y="2637762"/>
                  </a:lnTo>
                  <a:lnTo>
                    <a:pt x="2843075" y="2637762"/>
                  </a:lnTo>
                  <a:lnTo>
                    <a:pt x="2843200" y="2637762"/>
                  </a:lnTo>
                  <a:lnTo>
                    <a:pt x="2843325" y="2637762"/>
                  </a:lnTo>
                  <a:lnTo>
                    <a:pt x="2843450" y="2637762"/>
                  </a:lnTo>
                  <a:lnTo>
                    <a:pt x="2843575" y="2637762"/>
                  </a:lnTo>
                  <a:lnTo>
                    <a:pt x="2843700" y="2637762"/>
                  </a:lnTo>
                  <a:lnTo>
                    <a:pt x="2843825" y="2637762"/>
                  </a:lnTo>
                  <a:lnTo>
                    <a:pt x="2843950" y="2637762"/>
                  </a:lnTo>
                  <a:lnTo>
                    <a:pt x="2844075" y="2637762"/>
                  </a:lnTo>
                  <a:lnTo>
                    <a:pt x="2844200" y="2637762"/>
                  </a:lnTo>
                  <a:lnTo>
                    <a:pt x="2844325" y="2637762"/>
                  </a:lnTo>
                  <a:lnTo>
                    <a:pt x="2844450" y="2637762"/>
                  </a:lnTo>
                  <a:lnTo>
                    <a:pt x="2844575" y="2637762"/>
                  </a:lnTo>
                  <a:lnTo>
                    <a:pt x="2844700" y="2637762"/>
                  </a:lnTo>
                  <a:lnTo>
                    <a:pt x="2844826" y="2637762"/>
                  </a:lnTo>
                  <a:lnTo>
                    <a:pt x="2844951" y="2637762"/>
                  </a:lnTo>
                  <a:lnTo>
                    <a:pt x="2845076" y="2637762"/>
                  </a:lnTo>
                  <a:lnTo>
                    <a:pt x="2845201" y="2637762"/>
                  </a:lnTo>
                  <a:lnTo>
                    <a:pt x="2845326" y="2637762"/>
                  </a:lnTo>
                  <a:lnTo>
                    <a:pt x="2845451" y="2637762"/>
                  </a:lnTo>
                  <a:lnTo>
                    <a:pt x="2845576" y="2637762"/>
                  </a:lnTo>
                  <a:lnTo>
                    <a:pt x="2845701" y="2637762"/>
                  </a:lnTo>
                  <a:lnTo>
                    <a:pt x="2845826" y="2637762"/>
                  </a:lnTo>
                  <a:lnTo>
                    <a:pt x="2845951" y="2637762"/>
                  </a:lnTo>
                  <a:lnTo>
                    <a:pt x="2846076" y="2637762"/>
                  </a:lnTo>
                  <a:lnTo>
                    <a:pt x="2846201" y="2637762"/>
                  </a:lnTo>
                  <a:lnTo>
                    <a:pt x="2846326" y="2637762"/>
                  </a:lnTo>
                  <a:lnTo>
                    <a:pt x="2846451" y="2637762"/>
                  </a:lnTo>
                  <a:lnTo>
                    <a:pt x="2846576" y="2637762"/>
                  </a:lnTo>
                  <a:lnTo>
                    <a:pt x="2846701" y="2637762"/>
                  </a:lnTo>
                  <a:lnTo>
                    <a:pt x="2846826" y="2637762"/>
                  </a:lnTo>
                  <a:lnTo>
                    <a:pt x="2846951" y="2637762"/>
                  </a:lnTo>
                  <a:lnTo>
                    <a:pt x="2847076" y="2637762"/>
                  </a:lnTo>
                  <a:lnTo>
                    <a:pt x="2847201" y="2637762"/>
                  </a:lnTo>
                  <a:lnTo>
                    <a:pt x="2847326" y="2637762"/>
                  </a:lnTo>
                  <a:lnTo>
                    <a:pt x="2847451" y="2637762"/>
                  </a:lnTo>
                  <a:lnTo>
                    <a:pt x="2847576" y="2637762"/>
                  </a:lnTo>
                  <a:lnTo>
                    <a:pt x="2847701" y="2637762"/>
                  </a:lnTo>
                  <a:lnTo>
                    <a:pt x="2847827" y="2637762"/>
                  </a:lnTo>
                  <a:lnTo>
                    <a:pt x="2847952" y="2637762"/>
                  </a:lnTo>
                  <a:lnTo>
                    <a:pt x="2848077" y="2637762"/>
                  </a:lnTo>
                  <a:lnTo>
                    <a:pt x="2848202" y="2637762"/>
                  </a:lnTo>
                  <a:lnTo>
                    <a:pt x="2848327" y="2637762"/>
                  </a:lnTo>
                  <a:lnTo>
                    <a:pt x="2848452" y="2637762"/>
                  </a:lnTo>
                  <a:lnTo>
                    <a:pt x="2848577" y="2637762"/>
                  </a:lnTo>
                  <a:lnTo>
                    <a:pt x="2848702" y="2637762"/>
                  </a:lnTo>
                  <a:lnTo>
                    <a:pt x="2848827" y="2637762"/>
                  </a:lnTo>
                  <a:lnTo>
                    <a:pt x="2848952" y="2637762"/>
                  </a:lnTo>
                  <a:lnTo>
                    <a:pt x="2849077" y="2637762"/>
                  </a:lnTo>
                  <a:lnTo>
                    <a:pt x="2849202" y="2637762"/>
                  </a:lnTo>
                  <a:lnTo>
                    <a:pt x="2849327" y="2637762"/>
                  </a:lnTo>
                  <a:lnTo>
                    <a:pt x="2849452" y="2637762"/>
                  </a:lnTo>
                  <a:lnTo>
                    <a:pt x="2849577" y="2637762"/>
                  </a:lnTo>
                  <a:lnTo>
                    <a:pt x="2849702" y="2637762"/>
                  </a:lnTo>
                  <a:lnTo>
                    <a:pt x="2849827" y="2637762"/>
                  </a:lnTo>
                  <a:lnTo>
                    <a:pt x="2849952" y="2637762"/>
                  </a:lnTo>
                  <a:lnTo>
                    <a:pt x="2850077" y="2637762"/>
                  </a:lnTo>
                  <a:lnTo>
                    <a:pt x="2850202" y="2637762"/>
                  </a:lnTo>
                  <a:lnTo>
                    <a:pt x="2850327" y="2637762"/>
                  </a:lnTo>
                  <a:lnTo>
                    <a:pt x="2850452" y="2637762"/>
                  </a:lnTo>
                  <a:lnTo>
                    <a:pt x="2850577" y="2637762"/>
                  </a:lnTo>
                  <a:lnTo>
                    <a:pt x="2850702" y="2637762"/>
                  </a:lnTo>
                  <a:lnTo>
                    <a:pt x="2850828" y="2637762"/>
                  </a:lnTo>
                  <a:lnTo>
                    <a:pt x="2850953" y="2637762"/>
                  </a:lnTo>
                  <a:lnTo>
                    <a:pt x="2851078" y="2637762"/>
                  </a:lnTo>
                  <a:lnTo>
                    <a:pt x="2851203" y="2637762"/>
                  </a:lnTo>
                  <a:lnTo>
                    <a:pt x="2851328" y="2637762"/>
                  </a:lnTo>
                  <a:lnTo>
                    <a:pt x="2851453" y="2637762"/>
                  </a:lnTo>
                  <a:lnTo>
                    <a:pt x="2851578" y="2637762"/>
                  </a:lnTo>
                  <a:lnTo>
                    <a:pt x="2851703" y="2637762"/>
                  </a:lnTo>
                  <a:lnTo>
                    <a:pt x="2851828" y="2637762"/>
                  </a:lnTo>
                  <a:lnTo>
                    <a:pt x="2851953" y="2637762"/>
                  </a:lnTo>
                  <a:lnTo>
                    <a:pt x="2852078" y="2637762"/>
                  </a:lnTo>
                  <a:lnTo>
                    <a:pt x="2852203" y="2637762"/>
                  </a:lnTo>
                  <a:lnTo>
                    <a:pt x="2852328" y="2637762"/>
                  </a:lnTo>
                  <a:lnTo>
                    <a:pt x="2852453" y="2637762"/>
                  </a:lnTo>
                  <a:lnTo>
                    <a:pt x="2852578" y="2637762"/>
                  </a:lnTo>
                  <a:lnTo>
                    <a:pt x="2852703" y="2637762"/>
                  </a:lnTo>
                  <a:lnTo>
                    <a:pt x="2852828" y="2637762"/>
                  </a:lnTo>
                  <a:lnTo>
                    <a:pt x="2852953" y="2637762"/>
                  </a:lnTo>
                  <a:lnTo>
                    <a:pt x="2853078" y="2637762"/>
                  </a:lnTo>
                  <a:lnTo>
                    <a:pt x="2853203" y="2637762"/>
                  </a:lnTo>
                  <a:lnTo>
                    <a:pt x="2853328" y="2637762"/>
                  </a:lnTo>
                  <a:lnTo>
                    <a:pt x="2853453" y="2637762"/>
                  </a:lnTo>
                  <a:lnTo>
                    <a:pt x="2853578" y="2637762"/>
                  </a:lnTo>
                  <a:lnTo>
                    <a:pt x="2853703" y="2637762"/>
                  </a:lnTo>
                  <a:lnTo>
                    <a:pt x="2853829" y="2637762"/>
                  </a:lnTo>
                  <a:lnTo>
                    <a:pt x="2853954" y="2637762"/>
                  </a:lnTo>
                  <a:lnTo>
                    <a:pt x="2854079" y="2637762"/>
                  </a:lnTo>
                  <a:lnTo>
                    <a:pt x="2854204" y="2637762"/>
                  </a:lnTo>
                  <a:lnTo>
                    <a:pt x="2854329" y="2637762"/>
                  </a:lnTo>
                  <a:lnTo>
                    <a:pt x="2854454" y="2637762"/>
                  </a:lnTo>
                  <a:lnTo>
                    <a:pt x="2854579" y="2637762"/>
                  </a:lnTo>
                  <a:lnTo>
                    <a:pt x="2854704" y="2637762"/>
                  </a:lnTo>
                  <a:lnTo>
                    <a:pt x="2854829" y="2637762"/>
                  </a:lnTo>
                  <a:lnTo>
                    <a:pt x="2854954" y="2637762"/>
                  </a:lnTo>
                  <a:lnTo>
                    <a:pt x="2855079" y="2637762"/>
                  </a:lnTo>
                  <a:lnTo>
                    <a:pt x="2855204" y="2637762"/>
                  </a:lnTo>
                  <a:lnTo>
                    <a:pt x="2855329" y="2637762"/>
                  </a:lnTo>
                  <a:lnTo>
                    <a:pt x="2855454" y="2637762"/>
                  </a:lnTo>
                  <a:lnTo>
                    <a:pt x="2855579" y="2637762"/>
                  </a:lnTo>
                  <a:lnTo>
                    <a:pt x="2855704" y="2637762"/>
                  </a:lnTo>
                  <a:lnTo>
                    <a:pt x="2855829" y="2637762"/>
                  </a:lnTo>
                  <a:lnTo>
                    <a:pt x="2855954" y="2637762"/>
                  </a:lnTo>
                  <a:lnTo>
                    <a:pt x="2856079" y="2637762"/>
                  </a:lnTo>
                  <a:lnTo>
                    <a:pt x="2856204" y="2637762"/>
                  </a:lnTo>
                  <a:lnTo>
                    <a:pt x="2856329" y="2637762"/>
                  </a:lnTo>
                  <a:lnTo>
                    <a:pt x="2856454" y="2637762"/>
                  </a:lnTo>
                  <a:lnTo>
                    <a:pt x="2856579" y="2637762"/>
                  </a:lnTo>
                  <a:lnTo>
                    <a:pt x="2856704" y="2637762"/>
                  </a:lnTo>
                  <a:lnTo>
                    <a:pt x="2856830" y="2637762"/>
                  </a:lnTo>
                  <a:lnTo>
                    <a:pt x="2856955" y="2637762"/>
                  </a:lnTo>
                  <a:lnTo>
                    <a:pt x="2857080" y="2637762"/>
                  </a:lnTo>
                  <a:lnTo>
                    <a:pt x="2857205" y="2637762"/>
                  </a:lnTo>
                  <a:lnTo>
                    <a:pt x="2857330" y="2637762"/>
                  </a:lnTo>
                  <a:lnTo>
                    <a:pt x="2857455" y="2637762"/>
                  </a:lnTo>
                  <a:lnTo>
                    <a:pt x="2857580" y="2637762"/>
                  </a:lnTo>
                  <a:lnTo>
                    <a:pt x="2857705" y="2637762"/>
                  </a:lnTo>
                  <a:lnTo>
                    <a:pt x="2857830" y="2637762"/>
                  </a:lnTo>
                  <a:lnTo>
                    <a:pt x="2857955" y="2637762"/>
                  </a:lnTo>
                  <a:lnTo>
                    <a:pt x="2858080" y="2637762"/>
                  </a:lnTo>
                  <a:lnTo>
                    <a:pt x="2858205" y="2637762"/>
                  </a:lnTo>
                  <a:lnTo>
                    <a:pt x="2858330" y="2637762"/>
                  </a:lnTo>
                  <a:lnTo>
                    <a:pt x="2858455" y="2637762"/>
                  </a:lnTo>
                  <a:lnTo>
                    <a:pt x="2858580" y="2637762"/>
                  </a:lnTo>
                  <a:lnTo>
                    <a:pt x="2858705" y="2637762"/>
                  </a:lnTo>
                  <a:lnTo>
                    <a:pt x="2858830" y="2637762"/>
                  </a:lnTo>
                  <a:lnTo>
                    <a:pt x="2858955" y="2637762"/>
                  </a:lnTo>
                  <a:lnTo>
                    <a:pt x="2859080" y="2637762"/>
                  </a:lnTo>
                  <a:lnTo>
                    <a:pt x="2859205" y="2637762"/>
                  </a:lnTo>
                  <a:lnTo>
                    <a:pt x="2859330" y="2637762"/>
                  </a:lnTo>
                  <a:lnTo>
                    <a:pt x="2859455" y="2637762"/>
                  </a:lnTo>
                  <a:lnTo>
                    <a:pt x="2859580" y="2637762"/>
                  </a:lnTo>
                  <a:lnTo>
                    <a:pt x="2859705" y="2637762"/>
                  </a:lnTo>
                  <a:lnTo>
                    <a:pt x="2859831" y="2637762"/>
                  </a:lnTo>
                  <a:lnTo>
                    <a:pt x="2859956" y="2637762"/>
                  </a:lnTo>
                  <a:lnTo>
                    <a:pt x="2860081" y="2637762"/>
                  </a:lnTo>
                  <a:lnTo>
                    <a:pt x="2860206" y="2637762"/>
                  </a:lnTo>
                  <a:lnTo>
                    <a:pt x="2860331" y="2637762"/>
                  </a:lnTo>
                  <a:lnTo>
                    <a:pt x="2860456" y="2637762"/>
                  </a:lnTo>
                  <a:lnTo>
                    <a:pt x="2860581" y="2637762"/>
                  </a:lnTo>
                  <a:lnTo>
                    <a:pt x="2860706" y="2637762"/>
                  </a:lnTo>
                  <a:lnTo>
                    <a:pt x="2860831" y="2637762"/>
                  </a:lnTo>
                  <a:lnTo>
                    <a:pt x="2860956" y="2637762"/>
                  </a:lnTo>
                  <a:lnTo>
                    <a:pt x="2861081" y="2637762"/>
                  </a:lnTo>
                  <a:lnTo>
                    <a:pt x="2861206" y="2637762"/>
                  </a:lnTo>
                  <a:lnTo>
                    <a:pt x="2861331" y="2637762"/>
                  </a:lnTo>
                  <a:lnTo>
                    <a:pt x="2861456" y="2637762"/>
                  </a:lnTo>
                  <a:lnTo>
                    <a:pt x="2861581" y="2637762"/>
                  </a:lnTo>
                  <a:lnTo>
                    <a:pt x="2861706" y="2637762"/>
                  </a:lnTo>
                  <a:lnTo>
                    <a:pt x="2861831" y="2637762"/>
                  </a:lnTo>
                  <a:lnTo>
                    <a:pt x="2861956" y="2637762"/>
                  </a:lnTo>
                  <a:lnTo>
                    <a:pt x="2862081" y="2637762"/>
                  </a:lnTo>
                  <a:lnTo>
                    <a:pt x="2862206" y="2637762"/>
                  </a:lnTo>
                  <a:lnTo>
                    <a:pt x="2862331" y="2637762"/>
                  </a:lnTo>
                  <a:lnTo>
                    <a:pt x="2862456" y="2637762"/>
                  </a:lnTo>
                  <a:lnTo>
                    <a:pt x="2862581" y="2637762"/>
                  </a:lnTo>
                  <a:lnTo>
                    <a:pt x="2862706" y="2637762"/>
                  </a:lnTo>
                  <a:lnTo>
                    <a:pt x="2862832" y="2637762"/>
                  </a:lnTo>
                  <a:lnTo>
                    <a:pt x="2862957" y="2637762"/>
                  </a:lnTo>
                  <a:lnTo>
                    <a:pt x="2863082" y="2637762"/>
                  </a:lnTo>
                  <a:lnTo>
                    <a:pt x="2863207" y="2637762"/>
                  </a:lnTo>
                  <a:lnTo>
                    <a:pt x="2863332" y="2637762"/>
                  </a:lnTo>
                  <a:lnTo>
                    <a:pt x="2863457" y="2637762"/>
                  </a:lnTo>
                  <a:lnTo>
                    <a:pt x="2863582" y="2637762"/>
                  </a:lnTo>
                  <a:lnTo>
                    <a:pt x="2863707" y="2637762"/>
                  </a:lnTo>
                  <a:lnTo>
                    <a:pt x="2863832" y="2637762"/>
                  </a:lnTo>
                  <a:lnTo>
                    <a:pt x="2863957" y="2637762"/>
                  </a:lnTo>
                  <a:lnTo>
                    <a:pt x="2864082" y="2637762"/>
                  </a:lnTo>
                  <a:lnTo>
                    <a:pt x="2864207" y="2637762"/>
                  </a:lnTo>
                  <a:lnTo>
                    <a:pt x="2864332" y="2637762"/>
                  </a:lnTo>
                  <a:lnTo>
                    <a:pt x="2864457" y="2637762"/>
                  </a:lnTo>
                  <a:lnTo>
                    <a:pt x="2864582" y="2637762"/>
                  </a:lnTo>
                  <a:lnTo>
                    <a:pt x="2864707" y="2637762"/>
                  </a:lnTo>
                  <a:lnTo>
                    <a:pt x="2864832" y="2637762"/>
                  </a:lnTo>
                  <a:lnTo>
                    <a:pt x="2864957" y="2637762"/>
                  </a:lnTo>
                  <a:lnTo>
                    <a:pt x="2865082" y="2637762"/>
                  </a:lnTo>
                  <a:lnTo>
                    <a:pt x="2865207" y="2637762"/>
                  </a:lnTo>
                  <a:lnTo>
                    <a:pt x="2865332" y="2637762"/>
                  </a:lnTo>
                  <a:lnTo>
                    <a:pt x="2865457" y="2637762"/>
                  </a:lnTo>
                  <a:lnTo>
                    <a:pt x="2865582" y="2637762"/>
                  </a:lnTo>
                  <a:lnTo>
                    <a:pt x="2865707" y="2637762"/>
                  </a:lnTo>
                  <a:lnTo>
                    <a:pt x="2865833" y="2637762"/>
                  </a:lnTo>
                  <a:lnTo>
                    <a:pt x="2865958" y="2637762"/>
                  </a:lnTo>
                  <a:lnTo>
                    <a:pt x="2866083" y="2637762"/>
                  </a:lnTo>
                  <a:lnTo>
                    <a:pt x="2866208" y="2637762"/>
                  </a:lnTo>
                  <a:lnTo>
                    <a:pt x="2866333" y="2637762"/>
                  </a:lnTo>
                  <a:lnTo>
                    <a:pt x="2866458" y="2637762"/>
                  </a:lnTo>
                  <a:lnTo>
                    <a:pt x="2866583" y="2637762"/>
                  </a:lnTo>
                  <a:lnTo>
                    <a:pt x="2866708" y="2637762"/>
                  </a:lnTo>
                  <a:lnTo>
                    <a:pt x="2866833" y="2637762"/>
                  </a:lnTo>
                  <a:lnTo>
                    <a:pt x="2866958" y="2637762"/>
                  </a:lnTo>
                  <a:lnTo>
                    <a:pt x="2867083" y="2637762"/>
                  </a:lnTo>
                  <a:lnTo>
                    <a:pt x="2867208" y="2637762"/>
                  </a:lnTo>
                  <a:lnTo>
                    <a:pt x="2867333" y="2637762"/>
                  </a:lnTo>
                  <a:lnTo>
                    <a:pt x="2867458" y="2637762"/>
                  </a:lnTo>
                  <a:lnTo>
                    <a:pt x="2867583" y="2637762"/>
                  </a:lnTo>
                  <a:lnTo>
                    <a:pt x="2867708" y="2637762"/>
                  </a:lnTo>
                  <a:lnTo>
                    <a:pt x="2867833" y="2637762"/>
                  </a:lnTo>
                  <a:lnTo>
                    <a:pt x="2867958" y="2637762"/>
                  </a:lnTo>
                  <a:lnTo>
                    <a:pt x="2868083" y="2637762"/>
                  </a:lnTo>
                  <a:lnTo>
                    <a:pt x="2868208" y="2637762"/>
                  </a:lnTo>
                  <a:lnTo>
                    <a:pt x="2868333" y="2637762"/>
                  </a:lnTo>
                  <a:lnTo>
                    <a:pt x="2868458" y="2637762"/>
                  </a:lnTo>
                  <a:lnTo>
                    <a:pt x="2868583" y="2637762"/>
                  </a:lnTo>
                  <a:lnTo>
                    <a:pt x="2868708" y="2637762"/>
                  </a:lnTo>
                  <a:lnTo>
                    <a:pt x="2868834" y="2637762"/>
                  </a:lnTo>
                  <a:lnTo>
                    <a:pt x="2868959" y="2637762"/>
                  </a:lnTo>
                  <a:lnTo>
                    <a:pt x="2869084" y="2637762"/>
                  </a:lnTo>
                  <a:lnTo>
                    <a:pt x="2869209" y="2637762"/>
                  </a:lnTo>
                  <a:lnTo>
                    <a:pt x="2869334" y="2637762"/>
                  </a:lnTo>
                  <a:lnTo>
                    <a:pt x="2869459" y="2637762"/>
                  </a:lnTo>
                  <a:lnTo>
                    <a:pt x="2869584" y="2637762"/>
                  </a:lnTo>
                  <a:lnTo>
                    <a:pt x="2869709" y="2637762"/>
                  </a:lnTo>
                  <a:lnTo>
                    <a:pt x="2869834" y="2637762"/>
                  </a:lnTo>
                  <a:lnTo>
                    <a:pt x="2869959" y="2637762"/>
                  </a:lnTo>
                  <a:lnTo>
                    <a:pt x="2870084" y="2637762"/>
                  </a:lnTo>
                  <a:lnTo>
                    <a:pt x="2870209" y="2637762"/>
                  </a:lnTo>
                  <a:lnTo>
                    <a:pt x="2870334" y="2637762"/>
                  </a:lnTo>
                  <a:lnTo>
                    <a:pt x="2870459" y="2637762"/>
                  </a:lnTo>
                  <a:lnTo>
                    <a:pt x="2870584" y="2637762"/>
                  </a:lnTo>
                  <a:lnTo>
                    <a:pt x="2870709" y="2637762"/>
                  </a:lnTo>
                  <a:lnTo>
                    <a:pt x="2870834" y="2637762"/>
                  </a:lnTo>
                  <a:lnTo>
                    <a:pt x="2870959" y="2637762"/>
                  </a:lnTo>
                  <a:lnTo>
                    <a:pt x="2871084" y="2637762"/>
                  </a:lnTo>
                  <a:lnTo>
                    <a:pt x="2871209" y="2637762"/>
                  </a:lnTo>
                  <a:lnTo>
                    <a:pt x="2871334" y="2637762"/>
                  </a:lnTo>
                  <a:lnTo>
                    <a:pt x="2871459" y="2637762"/>
                  </a:lnTo>
                  <a:lnTo>
                    <a:pt x="2871584" y="2637762"/>
                  </a:lnTo>
                  <a:lnTo>
                    <a:pt x="2871710" y="2637762"/>
                  </a:lnTo>
                  <a:lnTo>
                    <a:pt x="2871835" y="2637762"/>
                  </a:lnTo>
                  <a:lnTo>
                    <a:pt x="2871960" y="2637762"/>
                  </a:lnTo>
                  <a:lnTo>
                    <a:pt x="2872085" y="2637762"/>
                  </a:lnTo>
                  <a:lnTo>
                    <a:pt x="2872210" y="2637762"/>
                  </a:lnTo>
                  <a:lnTo>
                    <a:pt x="2872335" y="2637762"/>
                  </a:lnTo>
                  <a:lnTo>
                    <a:pt x="2872460" y="2637762"/>
                  </a:lnTo>
                  <a:lnTo>
                    <a:pt x="2872585" y="2637762"/>
                  </a:lnTo>
                  <a:lnTo>
                    <a:pt x="2872710" y="2637762"/>
                  </a:lnTo>
                  <a:lnTo>
                    <a:pt x="2872835" y="2637762"/>
                  </a:lnTo>
                  <a:lnTo>
                    <a:pt x="2872960" y="2637762"/>
                  </a:lnTo>
                  <a:lnTo>
                    <a:pt x="2873085" y="2637762"/>
                  </a:lnTo>
                  <a:lnTo>
                    <a:pt x="2873210" y="2637762"/>
                  </a:lnTo>
                  <a:lnTo>
                    <a:pt x="2873335" y="2637762"/>
                  </a:lnTo>
                  <a:lnTo>
                    <a:pt x="2873460" y="2637762"/>
                  </a:lnTo>
                  <a:lnTo>
                    <a:pt x="2873585" y="2637762"/>
                  </a:lnTo>
                  <a:lnTo>
                    <a:pt x="2873710" y="2637762"/>
                  </a:lnTo>
                  <a:lnTo>
                    <a:pt x="2873835" y="2637762"/>
                  </a:lnTo>
                  <a:lnTo>
                    <a:pt x="2873960" y="2637762"/>
                  </a:lnTo>
                  <a:lnTo>
                    <a:pt x="2874085" y="2637762"/>
                  </a:lnTo>
                  <a:lnTo>
                    <a:pt x="2874210" y="2637762"/>
                  </a:lnTo>
                  <a:lnTo>
                    <a:pt x="2874335" y="2637762"/>
                  </a:lnTo>
                  <a:lnTo>
                    <a:pt x="2874460" y="2637762"/>
                  </a:lnTo>
                  <a:lnTo>
                    <a:pt x="2874585" y="2637762"/>
                  </a:lnTo>
                  <a:lnTo>
                    <a:pt x="2874711" y="2637762"/>
                  </a:lnTo>
                  <a:lnTo>
                    <a:pt x="2874836" y="2637762"/>
                  </a:lnTo>
                  <a:lnTo>
                    <a:pt x="2874961" y="2637762"/>
                  </a:lnTo>
                  <a:lnTo>
                    <a:pt x="2875086" y="2637762"/>
                  </a:lnTo>
                  <a:lnTo>
                    <a:pt x="2875211" y="2637762"/>
                  </a:lnTo>
                  <a:lnTo>
                    <a:pt x="2875336" y="2637762"/>
                  </a:lnTo>
                  <a:lnTo>
                    <a:pt x="2875461" y="2637762"/>
                  </a:lnTo>
                  <a:lnTo>
                    <a:pt x="2875586" y="2637762"/>
                  </a:lnTo>
                  <a:lnTo>
                    <a:pt x="2875711" y="2637762"/>
                  </a:lnTo>
                  <a:lnTo>
                    <a:pt x="2875836" y="2637762"/>
                  </a:lnTo>
                  <a:lnTo>
                    <a:pt x="2875961" y="2637762"/>
                  </a:lnTo>
                  <a:lnTo>
                    <a:pt x="2876086" y="2637762"/>
                  </a:lnTo>
                  <a:lnTo>
                    <a:pt x="2876211" y="2637762"/>
                  </a:lnTo>
                  <a:lnTo>
                    <a:pt x="2876336" y="2637762"/>
                  </a:lnTo>
                  <a:lnTo>
                    <a:pt x="2876461" y="2637762"/>
                  </a:lnTo>
                  <a:lnTo>
                    <a:pt x="2876586" y="2637762"/>
                  </a:lnTo>
                  <a:lnTo>
                    <a:pt x="2876711" y="2637762"/>
                  </a:lnTo>
                  <a:lnTo>
                    <a:pt x="2876836" y="2637762"/>
                  </a:lnTo>
                  <a:lnTo>
                    <a:pt x="2876961" y="2637762"/>
                  </a:lnTo>
                  <a:lnTo>
                    <a:pt x="2877086" y="2637762"/>
                  </a:lnTo>
                  <a:lnTo>
                    <a:pt x="2877211" y="2637762"/>
                  </a:lnTo>
                  <a:lnTo>
                    <a:pt x="2877336" y="2637762"/>
                  </a:lnTo>
                  <a:lnTo>
                    <a:pt x="2877461" y="2637762"/>
                  </a:lnTo>
                  <a:lnTo>
                    <a:pt x="2877586" y="2637762"/>
                  </a:lnTo>
                  <a:lnTo>
                    <a:pt x="2877712" y="2637762"/>
                  </a:lnTo>
                  <a:lnTo>
                    <a:pt x="2877837" y="2637762"/>
                  </a:lnTo>
                  <a:lnTo>
                    <a:pt x="2877962" y="2637762"/>
                  </a:lnTo>
                  <a:lnTo>
                    <a:pt x="2878087" y="2637762"/>
                  </a:lnTo>
                  <a:lnTo>
                    <a:pt x="2878212" y="2637762"/>
                  </a:lnTo>
                  <a:lnTo>
                    <a:pt x="2878337" y="2637762"/>
                  </a:lnTo>
                  <a:lnTo>
                    <a:pt x="2878462" y="2637762"/>
                  </a:lnTo>
                  <a:lnTo>
                    <a:pt x="2878587" y="2637762"/>
                  </a:lnTo>
                  <a:lnTo>
                    <a:pt x="2878712" y="2637762"/>
                  </a:lnTo>
                  <a:lnTo>
                    <a:pt x="2878837" y="2637762"/>
                  </a:lnTo>
                  <a:lnTo>
                    <a:pt x="2878962" y="2637762"/>
                  </a:lnTo>
                  <a:lnTo>
                    <a:pt x="2879087" y="2637762"/>
                  </a:lnTo>
                  <a:lnTo>
                    <a:pt x="2879212" y="2637762"/>
                  </a:lnTo>
                  <a:lnTo>
                    <a:pt x="2879337" y="2637762"/>
                  </a:lnTo>
                  <a:lnTo>
                    <a:pt x="2879462" y="2637762"/>
                  </a:lnTo>
                  <a:lnTo>
                    <a:pt x="2879587" y="2637762"/>
                  </a:lnTo>
                  <a:lnTo>
                    <a:pt x="2879712" y="2637762"/>
                  </a:lnTo>
                  <a:lnTo>
                    <a:pt x="2879837" y="2637762"/>
                  </a:lnTo>
                  <a:lnTo>
                    <a:pt x="2879962" y="2637762"/>
                  </a:lnTo>
                  <a:lnTo>
                    <a:pt x="2880087" y="2637762"/>
                  </a:lnTo>
                  <a:lnTo>
                    <a:pt x="2880212" y="2637762"/>
                  </a:lnTo>
                  <a:lnTo>
                    <a:pt x="2880337" y="2637762"/>
                  </a:lnTo>
                  <a:lnTo>
                    <a:pt x="2880462" y="2637762"/>
                  </a:lnTo>
                  <a:lnTo>
                    <a:pt x="2880587" y="2637762"/>
                  </a:lnTo>
                  <a:lnTo>
                    <a:pt x="2880713" y="2637762"/>
                  </a:lnTo>
                  <a:lnTo>
                    <a:pt x="2880838" y="2637762"/>
                  </a:lnTo>
                  <a:lnTo>
                    <a:pt x="2880963" y="2637762"/>
                  </a:lnTo>
                  <a:lnTo>
                    <a:pt x="2881088" y="2637762"/>
                  </a:lnTo>
                  <a:lnTo>
                    <a:pt x="2881213" y="2637762"/>
                  </a:lnTo>
                  <a:lnTo>
                    <a:pt x="2881338" y="2637762"/>
                  </a:lnTo>
                  <a:lnTo>
                    <a:pt x="2881463" y="2637762"/>
                  </a:lnTo>
                  <a:lnTo>
                    <a:pt x="2881588" y="2637762"/>
                  </a:lnTo>
                  <a:lnTo>
                    <a:pt x="2881713" y="2637762"/>
                  </a:lnTo>
                  <a:lnTo>
                    <a:pt x="2881838" y="2637762"/>
                  </a:lnTo>
                  <a:lnTo>
                    <a:pt x="2881963" y="2637762"/>
                  </a:lnTo>
                  <a:lnTo>
                    <a:pt x="2882088" y="2637762"/>
                  </a:lnTo>
                  <a:lnTo>
                    <a:pt x="2882213" y="2637762"/>
                  </a:lnTo>
                  <a:lnTo>
                    <a:pt x="2882338" y="2637762"/>
                  </a:lnTo>
                  <a:lnTo>
                    <a:pt x="2882463" y="2637762"/>
                  </a:lnTo>
                  <a:lnTo>
                    <a:pt x="2882588" y="2637762"/>
                  </a:lnTo>
                  <a:lnTo>
                    <a:pt x="2882713" y="2637762"/>
                  </a:lnTo>
                  <a:lnTo>
                    <a:pt x="2882838" y="2637762"/>
                  </a:lnTo>
                  <a:lnTo>
                    <a:pt x="2882963" y="2637762"/>
                  </a:lnTo>
                  <a:lnTo>
                    <a:pt x="2883088" y="2637762"/>
                  </a:lnTo>
                  <a:lnTo>
                    <a:pt x="2883213" y="2637762"/>
                  </a:lnTo>
                  <a:lnTo>
                    <a:pt x="2883338" y="2637762"/>
                  </a:lnTo>
                  <a:lnTo>
                    <a:pt x="2883463" y="2637762"/>
                  </a:lnTo>
                  <a:lnTo>
                    <a:pt x="2883588" y="2637762"/>
                  </a:lnTo>
                  <a:lnTo>
                    <a:pt x="2883714" y="2637762"/>
                  </a:lnTo>
                  <a:lnTo>
                    <a:pt x="2883839" y="2637762"/>
                  </a:lnTo>
                  <a:lnTo>
                    <a:pt x="2883964" y="2637762"/>
                  </a:lnTo>
                  <a:lnTo>
                    <a:pt x="2884089" y="2637762"/>
                  </a:lnTo>
                  <a:lnTo>
                    <a:pt x="2884214" y="2637762"/>
                  </a:lnTo>
                  <a:lnTo>
                    <a:pt x="2884339" y="2637762"/>
                  </a:lnTo>
                  <a:lnTo>
                    <a:pt x="2884464" y="2637762"/>
                  </a:lnTo>
                  <a:lnTo>
                    <a:pt x="2884589" y="2637762"/>
                  </a:lnTo>
                  <a:lnTo>
                    <a:pt x="2884714" y="2637762"/>
                  </a:lnTo>
                  <a:lnTo>
                    <a:pt x="2884839" y="2637762"/>
                  </a:lnTo>
                  <a:lnTo>
                    <a:pt x="2884964" y="2637762"/>
                  </a:lnTo>
                  <a:lnTo>
                    <a:pt x="2885089" y="2637762"/>
                  </a:lnTo>
                  <a:lnTo>
                    <a:pt x="2885214" y="2637762"/>
                  </a:lnTo>
                  <a:lnTo>
                    <a:pt x="2885339" y="2637762"/>
                  </a:lnTo>
                  <a:lnTo>
                    <a:pt x="2885464" y="2637762"/>
                  </a:lnTo>
                  <a:lnTo>
                    <a:pt x="2885589" y="2637762"/>
                  </a:lnTo>
                  <a:lnTo>
                    <a:pt x="2885714" y="2637762"/>
                  </a:lnTo>
                  <a:lnTo>
                    <a:pt x="2885839" y="2637762"/>
                  </a:lnTo>
                  <a:lnTo>
                    <a:pt x="2885964" y="2637762"/>
                  </a:lnTo>
                  <a:lnTo>
                    <a:pt x="2886089" y="2637762"/>
                  </a:lnTo>
                  <a:lnTo>
                    <a:pt x="2886214" y="2637762"/>
                  </a:lnTo>
                  <a:lnTo>
                    <a:pt x="2886339" y="2637762"/>
                  </a:lnTo>
                  <a:lnTo>
                    <a:pt x="2886464" y="2637762"/>
                  </a:lnTo>
                  <a:lnTo>
                    <a:pt x="2886589" y="2637762"/>
                  </a:lnTo>
                  <a:lnTo>
                    <a:pt x="2886715" y="2637762"/>
                  </a:lnTo>
                  <a:lnTo>
                    <a:pt x="2886840" y="2637762"/>
                  </a:lnTo>
                  <a:lnTo>
                    <a:pt x="2886965" y="2637762"/>
                  </a:lnTo>
                  <a:lnTo>
                    <a:pt x="2887090" y="2637762"/>
                  </a:lnTo>
                  <a:lnTo>
                    <a:pt x="2887215" y="2637762"/>
                  </a:lnTo>
                  <a:lnTo>
                    <a:pt x="2887340" y="2637762"/>
                  </a:lnTo>
                  <a:lnTo>
                    <a:pt x="2887465" y="2637762"/>
                  </a:lnTo>
                  <a:lnTo>
                    <a:pt x="2887590" y="2637762"/>
                  </a:lnTo>
                  <a:lnTo>
                    <a:pt x="2887715" y="2637762"/>
                  </a:lnTo>
                  <a:lnTo>
                    <a:pt x="2887840" y="2637762"/>
                  </a:lnTo>
                  <a:lnTo>
                    <a:pt x="2887965" y="2637762"/>
                  </a:lnTo>
                  <a:lnTo>
                    <a:pt x="2888090" y="2637762"/>
                  </a:lnTo>
                  <a:lnTo>
                    <a:pt x="2888215" y="2637762"/>
                  </a:lnTo>
                  <a:lnTo>
                    <a:pt x="2888215" y="2627809"/>
                  </a:lnTo>
                  <a:lnTo>
                    <a:pt x="2888340" y="2627809"/>
                  </a:lnTo>
                  <a:lnTo>
                    <a:pt x="2888465" y="2627809"/>
                  </a:lnTo>
                  <a:lnTo>
                    <a:pt x="2888590" y="2627809"/>
                  </a:lnTo>
                  <a:lnTo>
                    <a:pt x="2888715" y="2627809"/>
                  </a:lnTo>
                  <a:lnTo>
                    <a:pt x="2888840" y="2627809"/>
                  </a:lnTo>
                  <a:lnTo>
                    <a:pt x="2888965" y="2627809"/>
                  </a:lnTo>
                  <a:lnTo>
                    <a:pt x="2889090" y="2627809"/>
                  </a:lnTo>
                  <a:lnTo>
                    <a:pt x="2889215" y="2627809"/>
                  </a:lnTo>
                  <a:lnTo>
                    <a:pt x="2889340" y="2627809"/>
                  </a:lnTo>
                  <a:lnTo>
                    <a:pt x="2889465" y="2627809"/>
                  </a:lnTo>
                  <a:lnTo>
                    <a:pt x="2889590" y="2627809"/>
                  </a:lnTo>
                  <a:lnTo>
                    <a:pt x="2889716" y="2627809"/>
                  </a:lnTo>
                  <a:lnTo>
                    <a:pt x="2889841" y="2627809"/>
                  </a:lnTo>
                  <a:lnTo>
                    <a:pt x="2889966" y="2627809"/>
                  </a:lnTo>
                  <a:lnTo>
                    <a:pt x="2890091" y="2627809"/>
                  </a:lnTo>
                  <a:lnTo>
                    <a:pt x="2890216" y="2627809"/>
                  </a:lnTo>
                  <a:lnTo>
                    <a:pt x="2890341" y="2627809"/>
                  </a:lnTo>
                  <a:lnTo>
                    <a:pt x="2890466" y="2627809"/>
                  </a:lnTo>
                  <a:lnTo>
                    <a:pt x="2890591" y="2627809"/>
                  </a:lnTo>
                  <a:lnTo>
                    <a:pt x="2890716" y="2627809"/>
                  </a:lnTo>
                  <a:lnTo>
                    <a:pt x="2890716" y="2617855"/>
                  </a:lnTo>
                  <a:lnTo>
                    <a:pt x="2890841" y="2617855"/>
                  </a:lnTo>
                  <a:lnTo>
                    <a:pt x="2890966" y="2617855"/>
                  </a:lnTo>
                  <a:lnTo>
                    <a:pt x="2891091" y="2617855"/>
                  </a:lnTo>
                  <a:lnTo>
                    <a:pt x="2891216" y="2617855"/>
                  </a:lnTo>
                  <a:lnTo>
                    <a:pt x="2891341" y="2617855"/>
                  </a:lnTo>
                  <a:lnTo>
                    <a:pt x="2891466" y="2617855"/>
                  </a:lnTo>
                  <a:lnTo>
                    <a:pt x="2891591" y="2617855"/>
                  </a:lnTo>
                  <a:lnTo>
                    <a:pt x="2891716" y="2617855"/>
                  </a:lnTo>
                  <a:lnTo>
                    <a:pt x="2891841" y="2617855"/>
                  </a:lnTo>
                  <a:lnTo>
                    <a:pt x="2891966" y="2617855"/>
                  </a:lnTo>
                  <a:lnTo>
                    <a:pt x="2892091" y="2617855"/>
                  </a:lnTo>
                  <a:lnTo>
                    <a:pt x="2892216" y="2617855"/>
                  </a:lnTo>
                  <a:lnTo>
                    <a:pt x="2892341" y="2617855"/>
                  </a:lnTo>
                  <a:lnTo>
                    <a:pt x="2892466" y="2617855"/>
                  </a:lnTo>
                  <a:lnTo>
                    <a:pt x="2892466" y="2607901"/>
                  </a:lnTo>
                  <a:lnTo>
                    <a:pt x="2892591" y="2607901"/>
                  </a:lnTo>
                  <a:lnTo>
                    <a:pt x="2892717" y="2607901"/>
                  </a:lnTo>
                  <a:lnTo>
                    <a:pt x="2892842" y="2607901"/>
                  </a:lnTo>
                  <a:lnTo>
                    <a:pt x="2892967" y="2607901"/>
                  </a:lnTo>
                  <a:lnTo>
                    <a:pt x="2893092" y="2607901"/>
                  </a:lnTo>
                  <a:lnTo>
                    <a:pt x="2893217" y="2607901"/>
                  </a:lnTo>
                  <a:lnTo>
                    <a:pt x="2893342" y="2607901"/>
                  </a:lnTo>
                  <a:lnTo>
                    <a:pt x="2893467" y="2607901"/>
                  </a:lnTo>
                  <a:lnTo>
                    <a:pt x="2893592" y="2607901"/>
                  </a:lnTo>
                  <a:lnTo>
                    <a:pt x="2893717" y="2607901"/>
                  </a:lnTo>
                  <a:lnTo>
                    <a:pt x="2893842" y="2607901"/>
                  </a:lnTo>
                  <a:lnTo>
                    <a:pt x="2893967" y="2607901"/>
                  </a:lnTo>
                  <a:lnTo>
                    <a:pt x="2894092" y="2607901"/>
                  </a:lnTo>
                  <a:lnTo>
                    <a:pt x="2894217" y="2607901"/>
                  </a:lnTo>
                  <a:lnTo>
                    <a:pt x="2894342" y="2607901"/>
                  </a:lnTo>
                  <a:lnTo>
                    <a:pt x="2894467" y="2607901"/>
                  </a:lnTo>
                  <a:lnTo>
                    <a:pt x="2894592" y="2607901"/>
                  </a:lnTo>
                  <a:lnTo>
                    <a:pt x="2894717" y="2607901"/>
                  </a:lnTo>
                  <a:lnTo>
                    <a:pt x="2894842" y="2607901"/>
                  </a:lnTo>
                  <a:lnTo>
                    <a:pt x="2894967" y="2607901"/>
                  </a:lnTo>
                  <a:lnTo>
                    <a:pt x="2895092" y="2607901"/>
                  </a:lnTo>
                  <a:lnTo>
                    <a:pt x="2895217" y="2607901"/>
                  </a:lnTo>
                  <a:lnTo>
                    <a:pt x="2895342" y="2607901"/>
                  </a:lnTo>
                  <a:lnTo>
                    <a:pt x="2895467" y="2607901"/>
                  </a:lnTo>
                  <a:lnTo>
                    <a:pt x="2895592" y="2607901"/>
                  </a:lnTo>
                  <a:lnTo>
                    <a:pt x="2895718" y="2607901"/>
                  </a:lnTo>
                  <a:lnTo>
                    <a:pt x="2895843" y="2607901"/>
                  </a:lnTo>
                  <a:lnTo>
                    <a:pt x="2895968" y="2607901"/>
                  </a:lnTo>
                  <a:lnTo>
                    <a:pt x="2896093" y="2607901"/>
                  </a:lnTo>
                  <a:lnTo>
                    <a:pt x="2896218" y="2607901"/>
                  </a:lnTo>
                  <a:lnTo>
                    <a:pt x="2896343" y="2607901"/>
                  </a:lnTo>
                  <a:lnTo>
                    <a:pt x="2896468" y="2607901"/>
                  </a:lnTo>
                  <a:lnTo>
                    <a:pt x="2896593" y="2607901"/>
                  </a:lnTo>
                  <a:lnTo>
                    <a:pt x="2896718" y="2607901"/>
                  </a:lnTo>
                  <a:lnTo>
                    <a:pt x="2896843" y="2607901"/>
                  </a:lnTo>
                  <a:lnTo>
                    <a:pt x="2896968" y="2607901"/>
                  </a:lnTo>
                  <a:lnTo>
                    <a:pt x="2897093" y="2607901"/>
                  </a:lnTo>
                  <a:lnTo>
                    <a:pt x="2897218" y="2607901"/>
                  </a:lnTo>
                  <a:lnTo>
                    <a:pt x="2897343" y="2607901"/>
                  </a:lnTo>
                  <a:lnTo>
                    <a:pt x="2897468" y="2607901"/>
                  </a:lnTo>
                  <a:lnTo>
                    <a:pt x="2897593" y="2607901"/>
                  </a:lnTo>
                  <a:lnTo>
                    <a:pt x="2897718" y="2607901"/>
                  </a:lnTo>
                  <a:lnTo>
                    <a:pt x="2897843" y="2607901"/>
                  </a:lnTo>
                  <a:lnTo>
                    <a:pt x="2897968" y="2607901"/>
                  </a:lnTo>
                  <a:lnTo>
                    <a:pt x="2898093" y="2607901"/>
                  </a:lnTo>
                  <a:lnTo>
                    <a:pt x="2898218" y="2607901"/>
                  </a:lnTo>
                  <a:lnTo>
                    <a:pt x="2898343" y="2607901"/>
                  </a:lnTo>
                  <a:lnTo>
                    <a:pt x="2898468" y="2607901"/>
                  </a:lnTo>
                  <a:lnTo>
                    <a:pt x="2898593" y="2607901"/>
                  </a:lnTo>
                  <a:lnTo>
                    <a:pt x="2898719" y="2607901"/>
                  </a:lnTo>
                  <a:lnTo>
                    <a:pt x="2898844" y="2607901"/>
                  </a:lnTo>
                  <a:lnTo>
                    <a:pt x="2898969" y="2607901"/>
                  </a:lnTo>
                  <a:lnTo>
                    <a:pt x="2899094" y="2607901"/>
                  </a:lnTo>
                  <a:lnTo>
                    <a:pt x="2899219" y="2607901"/>
                  </a:lnTo>
                  <a:lnTo>
                    <a:pt x="2899344" y="2607901"/>
                  </a:lnTo>
                  <a:lnTo>
                    <a:pt x="2899469" y="2607901"/>
                  </a:lnTo>
                  <a:lnTo>
                    <a:pt x="2899594" y="2607901"/>
                  </a:lnTo>
                  <a:lnTo>
                    <a:pt x="2899719" y="2607901"/>
                  </a:lnTo>
                  <a:lnTo>
                    <a:pt x="2899844" y="2607901"/>
                  </a:lnTo>
                  <a:lnTo>
                    <a:pt x="2899969" y="2607901"/>
                  </a:lnTo>
                  <a:lnTo>
                    <a:pt x="2900094" y="2607901"/>
                  </a:lnTo>
                  <a:lnTo>
                    <a:pt x="2900219" y="2607901"/>
                  </a:lnTo>
                  <a:lnTo>
                    <a:pt x="2900344" y="2607901"/>
                  </a:lnTo>
                  <a:lnTo>
                    <a:pt x="2900469" y="2607901"/>
                  </a:lnTo>
                  <a:lnTo>
                    <a:pt x="2900594" y="2607901"/>
                  </a:lnTo>
                  <a:lnTo>
                    <a:pt x="2900719" y="2607901"/>
                  </a:lnTo>
                  <a:lnTo>
                    <a:pt x="2900844" y="2607901"/>
                  </a:lnTo>
                  <a:lnTo>
                    <a:pt x="2900969" y="2607901"/>
                  </a:lnTo>
                  <a:lnTo>
                    <a:pt x="2901094" y="2607901"/>
                  </a:lnTo>
                  <a:lnTo>
                    <a:pt x="2901219" y="2607901"/>
                  </a:lnTo>
                  <a:lnTo>
                    <a:pt x="2901344" y="2607901"/>
                  </a:lnTo>
                  <a:lnTo>
                    <a:pt x="2901469" y="2607901"/>
                  </a:lnTo>
                  <a:lnTo>
                    <a:pt x="2901594" y="2607901"/>
                  </a:lnTo>
                  <a:lnTo>
                    <a:pt x="2901720" y="2607901"/>
                  </a:lnTo>
                  <a:lnTo>
                    <a:pt x="2901845" y="2607901"/>
                  </a:lnTo>
                  <a:lnTo>
                    <a:pt x="2901970" y="2607901"/>
                  </a:lnTo>
                  <a:lnTo>
                    <a:pt x="2902095" y="2607901"/>
                  </a:lnTo>
                  <a:lnTo>
                    <a:pt x="2902220" y="2607901"/>
                  </a:lnTo>
                  <a:lnTo>
                    <a:pt x="2902345" y="2607901"/>
                  </a:lnTo>
                  <a:lnTo>
                    <a:pt x="2902470" y="2607901"/>
                  </a:lnTo>
                  <a:lnTo>
                    <a:pt x="2902595" y="2607901"/>
                  </a:lnTo>
                  <a:lnTo>
                    <a:pt x="2902720" y="2607901"/>
                  </a:lnTo>
                  <a:lnTo>
                    <a:pt x="2902845" y="2607901"/>
                  </a:lnTo>
                  <a:lnTo>
                    <a:pt x="2902970" y="2607901"/>
                  </a:lnTo>
                  <a:lnTo>
                    <a:pt x="2903095" y="2607901"/>
                  </a:lnTo>
                  <a:lnTo>
                    <a:pt x="2903220" y="2607901"/>
                  </a:lnTo>
                  <a:lnTo>
                    <a:pt x="2903345" y="2607901"/>
                  </a:lnTo>
                  <a:lnTo>
                    <a:pt x="2903470" y="2607901"/>
                  </a:lnTo>
                  <a:lnTo>
                    <a:pt x="2903595" y="2607901"/>
                  </a:lnTo>
                  <a:lnTo>
                    <a:pt x="2903720" y="2607901"/>
                  </a:lnTo>
                  <a:lnTo>
                    <a:pt x="2903845" y="2607901"/>
                  </a:lnTo>
                  <a:lnTo>
                    <a:pt x="2903970" y="2607901"/>
                  </a:lnTo>
                  <a:lnTo>
                    <a:pt x="2904095" y="2607901"/>
                  </a:lnTo>
                  <a:lnTo>
                    <a:pt x="2904220" y="2607901"/>
                  </a:lnTo>
                  <a:lnTo>
                    <a:pt x="2904345" y="2607901"/>
                  </a:lnTo>
                  <a:lnTo>
                    <a:pt x="2904470" y="2607901"/>
                  </a:lnTo>
                  <a:lnTo>
                    <a:pt x="2904595" y="2607901"/>
                  </a:lnTo>
                  <a:lnTo>
                    <a:pt x="2904721" y="2607901"/>
                  </a:lnTo>
                  <a:lnTo>
                    <a:pt x="2904846" y="2607901"/>
                  </a:lnTo>
                  <a:lnTo>
                    <a:pt x="2904971" y="2607901"/>
                  </a:lnTo>
                  <a:lnTo>
                    <a:pt x="2905096" y="2607901"/>
                  </a:lnTo>
                  <a:lnTo>
                    <a:pt x="2905221" y="2607901"/>
                  </a:lnTo>
                  <a:lnTo>
                    <a:pt x="2905346" y="2607901"/>
                  </a:lnTo>
                  <a:lnTo>
                    <a:pt x="2905471" y="2607901"/>
                  </a:lnTo>
                  <a:lnTo>
                    <a:pt x="2905596" y="2607901"/>
                  </a:lnTo>
                  <a:lnTo>
                    <a:pt x="2905721" y="2607901"/>
                  </a:lnTo>
                  <a:lnTo>
                    <a:pt x="2905846" y="2607901"/>
                  </a:lnTo>
                  <a:lnTo>
                    <a:pt x="2905971" y="2607901"/>
                  </a:lnTo>
                  <a:lnTo>
                    <a:pt x="2906096" y="2607901"/>
                  </a:lnTo>
                  <a:lnTo>
                    <a:pt x="2906221" y="2607901"/>
                  </a:lnTo>
                  <a:lnTo>
                    <a:pt x="2906346" y="2607901"/>
                  </a:lnTo>
                  <a:lnTo>
                    <a:pt x="2906471" y="2607901"/>
                  </a:lnTo>
                  <a:lnTo>
                    <a:pt x="2906596" y="2607901"/>
                  </a:lnTo>
                  <a:lnTo>
                    <a:pt x="2906721" y="2607901"/>
                  </a:lnTo>
                  <a:lnTo>
                    <a:pt x="2906846" y="2607901"/>
                  </a:lnTo>
                  <a:lnTo>
                    <a:pt x="2906971" y="2607901"/>
                  </a:lnTo>
                  <a:lnTo>
                    <a:pt x="2907096" y="2607901"/>
                  </a:lnTo>
                  <a:lnTo>
                    <a:pt x="2907221" y="2607901"/>
                  </a:lnTo>
                  <a:lnTo>
                    <a:pt x="2907346" y="2607901"/>
                  </a:lnTo>
                  <a:lnTo>
                    <a:pt x="2907471" y="2607901"/>
                  </a:lnTo>
                  <a:lnTo>
                    <a:pt x="2907596" y="2607901"/>
                  </a:lnTo>
                  <a:lnTo>
                    <a:pt x="2907722" y="2607901"/>
                  </a:lnTo>
                  <a:lnTo>
                    <a:pt x="2907847" y="2607901"/>
                  </a:lnTo>
                  <a:lnTo>
                    <a:pt x="2907972" y="2607901"/>
                  </a:lnTo>
                  <a:lnTo>
                    <a:pt x="2908097" y="2607901"/>
                  </a:lnTo>
                  <a:lnTo>
                    <a:pt x="2908222" y="2607901"/>
                  </a:lnTo>
                  <a:lnTo>
                    <a:pt x="2908347" y="2607901"/>
                  </a:lnTo>
                  <a:lnTo>
                    <a:pt x="2908472" y="2607901"/>
                  </a:lnTo>
                  <a:lnTo>
                    <a:pt x="2908597" y="2607901"/>
                  </a:lnTo>
                  <a:lnTo>
                    <a:pt x="2908722" y="2607901"/>
                  </a:lnTo>
                  <a:lnTo>
                    <a:pt x="2908847" y="2607901"/>
                  </a:lnTo>
                  <a:lnTo>
                    <a:pt x="2908972" y="2607901"/>
                  </a:lnTo>
                  <a:lnTo>
                    <a:pt x="2909097" y="2607901"/>
                  </a:lnTo>
                  <a:lnTo>
                    <a:pt x="2909222" y="2607901"/>
                  </a:lnTo>
                  <a:lnTo>
                    <a:pt x="2909347" y="2607901"/>
                  </a:lnTo>
                  <a:lnTo>
                    <a:pt x="2909472" y="2607901"/>
                  </a:lnTo>
                  <a:lnTo>
                    <a:pt x="2909597" y="2607901"/>
                  </a:lnTo>
                  <a:lnTo>
                    <a:pt x="2909722" y="2607901"/>
                  </a:lnTo>
                  <a:lnTo>
                    <a:pt x="2909847" y="2607901"/>
                  </a:lnTo>
                  <a:lnTo>
                    <a:pt x="2909972" y="2607901"/>
                  </a:lnTo>
                  <a:lnTo>
                    <a:pt x="2910097" y="2607901"/>
                  </a:lnTo>
                  <a:lnTo>
                    <a:pt x="2910097" y="2597947"/>
                  </a:lnTo>
                  <a:lnTo>
                    <a:pt x="2910222" y="2597947"/>
                  </a:lnTo>
                  <a:lnTo>
                    <a:pt x="2910347" y="2597947"/>
                  </a:lnTo>
                  <a:lnTo>
                    <a:pt x="2910472" y="2597947"/>
                  </a:lnTo>
                  <a:lnTo>
                    <a:pt x="2910598" y="2597947"/>
                  </a:lnTo>
                  <a:lnTo>
                    <a:pt x="2910723" y="2597947"/>
                  </a:lnTo>
                  <a:lnTo>
                    <a:pt x="2910848" y="2597947"/>
                  </a:lnTo>
                  <a:lnTo>
                    <a:pt x="2910973" y="2597947"/>
                  </a:lnTo>
                  <a:lnTo>
                    <a:pt x="2911098" y="2597947"/>
                  </a:lnTo>
                  <a:lnTo>
                    <a:pt x="2911223" y="2597947"/>
                  </a:lnTo>
                  <a:lnTo>
                    <a:pt x="2911348" y="2597947"/>
                  </a:lnTo>
                  <a:lnTo>
                    <a:pt x="2911473" y="2597947"/>
                  </a:lnTo>
                  <a:lnTo>
                    <a:pt x="2911598" y="2597947"/>
                  </a:lnTo>
                  <a:lnTo>
                    <a:pt x="2911723" y="2597947"/>
                  </a:lnTo>
                  <a:lnTo>
                    <a:pt x="2911848" y="2597947"/>
                  </a:lnTo>
                  <a:lnTo>
                    <a:pt x="2911973" y="2597947"/>
                  </a:lnTo>
                  <a:lnTo>
                    <a:pt x="2912098" y="2597947"/>
                  </a:lnTo>
                  <a:lnTo>
                    <a:pt x="2912223" y="2597947"/>
                  </a:lnTo>
                  <a:lnTo>
                    <a:pt x="2912348" y="2597947"/>
                  </a:lnTo>
                  <a:lnTo>
                    <a:pt x="2912473" y="2597947"/>
                  </a:lnTo>
                  <a:lnTo>
                    <a:pt x="2912598" y="2597947"/>
                  </a:lnTo>
                  <a:lnTo>
                    <a:pt x="2912723" y="2597947"/>
                  </a:lnTo>
                  <a:lnTo>
                    <a:pt x="2912848" y="2597947"/>
                  </a:lnTo>
                  <a:lnTo>
                    <a:pt x="2912973" y="2597947"/>
                  </a:lnTo>
                  <a:lnTo>
                    <a:pt x="2913098" y="2597947"/>
                  </a:lnTo>
                  <a:lnTo>
                    <a:pt x="2913223" y="2597947"/>
                  </a:lnTo>
                  <a:lnTo>
                    <a:pt x="2913348" y="2597947"/>
                  </a:lnTo>
                  <a:lnTo>
                    <a:pt x="2913473" y="2597947"/>
                  </a:lnTo>
                  <a:lnTo>
                    <a:pt x="2913599" y="2597947"/>
                  </a:lnTo>
                  <a:lnTo>
                    <a:pt x="2913724" y="2597947"/>
                  </a:lnTo>
                  <a:lnTo>
                    <a:pt x="2913849" y="2597947"/>
                  </a:lnTo>
                  <a:lnTo>
                    <a:pt x="2913974" y="2597947"/>
                  </a:lnTo>
                  <a:lnTo>
                    <a:pt x="2914099" y="2597947"/>
                  </a:lnTo>
                  <a:lnTo>
                    <a:pt x="2914224" y="2597947"/>
                  </a:lnTo>
                  <a:lnTo>
                    <a:pt x="2914349" y="2597947"/>
                  </a:lnTo>
                  <a:lnTo>
                    <a:pt x="2914474" y="2597947"/>
                  </a:lnTo>
                  <a:lnTo>
                    <a:pt x="2914599" y="2597947"/>
                  </a:lnTo>
                  <a:lnTo>
                    <a:pt x="2914724" y="2597947"/>
                  </a:lnTo>
                  <a:lnTo>
                    <a:pt x="2914849" y="2597947"/>
                  </a:lnTo>
                  <a:lnTo>
                    <a:pt x="2914974" y="2597947"/>
                  </a:lnTo>
                  <a:lnTo>
                    <a:pt x="2915099" y="2597947"/>
                  </a:lnTo>
                  <a:lnTo>
                    <a:pt x="2915224" y="2597947"/>
                  </a:lnTo>
                  <a:lnTo>
                    <a:pt x="2915349" y="2597947"/>
                  </a:lnTo>
                  <a:lnTo>
                    <a:pt x="2915474" y="2597947"/>
                  </a:lnTo>
                  <a:lnTo>
                    <a:pt x="2915599" y="2597947"/>
                  </a:lnTo>
                  <a:lnTo>
                    <a:pt x="2915724" y="2597947"/>
                  </a:lnTo>
                  <a:lnTo>
                    <a:pt x="2915849" y="2597947"/>
                  </a:lnTo>
                  <a:lnTo>
                    <a:pt x="2915974" y="2597947"/>
                  </a:lnTo>
                  <a:lnTo>
                    <a:pt x="2916099" y="2597947"/>
                  </a:lnTo>
                  <a:lnTo>
                    <a:pt x="2916224" y="2597947"/>
                  </a:lnTo>
                  <a:lnTo>
                    <a:pt x="2916349" y="2597947"/>
                  </a:lnTo>
                  <a:lnTo>
                    <a:pt x="2916474" y="2597947"/>
                  </a:lnTo>
                  <a:lnTo>
                    <a:pt x="2916600" y="2597947"/>
                  </a:lnTo>
                  <a:lnTo>
                    <a:pt x="2916725" y="2597947"/>
                  </a:lnTo>
                  <a:lnTo>
                    <a:pt x="2916850" y="2597947"/>
                  </a:lnTo>
                  <a:lnTo>
                    <a:pt x="2916975" y="2597947"/>
                  </a:lnTo>
                  <a:lnTo>
                    <a:pt x="2917100" y="2597947"/>
                  </a:lnTo>
                  <a:lnTo>
                    <a:pt x="2917225" y="2597947"/>
                  </a:lnTo>
                  <a:lnTo>
                    <a:pt x="2917350" y="2597947"/>
                  </a:lnTo>
                  <a:lnTo>
                    <a:pt x="2917475" y="2597947"/>
                  </a:lnTo>
                  <a:lnTo>
                    <a:pt x="2917600" y="2597947"/>
                  </a:lnTo>
                  <a:lnTo>
                    <a:pt x="2917725" y="2597947"/>
                  </a:lnTo>
                  <a:lnTo>
                    <a:pt x="2917850" y="2597947"/>
                  </a:lnTo>
                  <a:lnTo>
                    <a:pt x="2917975" y="2597947"/>
                  </a:lnTo>
                  <a:lnTo>
                    <a:pt x="2918100" y="2597947"/>
                  </a:lnTo>
                  <a:lnTo>
                    <a:pt x="2918225" y="2597947"/>
                  </a:lnTo>
                  <a:lnTo>
                    <a:pt x="2918350" y="2597947"/>
                  </a:lnTo>
                  <a:lnTo>
                    <a:pt x="2918475" y="2597947"/>
                  </a:lnTo>
                  <a:lnTo>
                    <a:pt x="2918600" y="2597947"/>
                  </a:lnTo>
                  <a:lnTo>
                    <a:pt x="2918725" y="2597947"/>
                  </a:lnTo>
                  <a:lnTo>
                    <a:pt x="2918850" y="2597947"/>
                  </a:lnTo>
                  <a:lnTo>
                    <a:pt x="2918975" y="2597947"/>
                  </a:lnTo>
                  <a:lnTo>
                    <a:pt x="2919100" y="2597947"/>
                  </a:lnTo>
                  <a:lnTo>
                    <a:pt x="2919225" y="2597947"/>
                  </a:lnTo>
                  <a:lnTo>
                    <a:pt x="2919350" y="2597947"/>
                  </a:lnTo>
                  <a:lnTo>
                    <a:pt x="2919475" y="2597947"/>
                  </a:lnTo>
                  <a:lnTo>
                    <a:pt x="2919601" y="2597947"/>
                  </a:lnTo>
                  <a:lnTo>
                    <a:pt x="2919726" y="2597947"/>
                  </a:lnTo>
                  <a:lnTo>
                    <a:pt x="2919851" y="2597947"/>
                  </a:lnTo>
                  <a:lnTo>
                    <a:pt x="2919976" y="2597947"/>
                  </a:lnTo>
                  <a:lnTo>
                    <a:pt x="2920101" y="2597947"/>
                  </a:lnTo>
                  <a:lnTo>
                    <a:pt x="2920226" y="2597947"/>
                  </a:lnTo>
                  <a:lnTo>
                    <a:pt x="2920351" y="2597947"/>
                  </a:lnTo>
                  <a:lnTo>
                    <a:pt x="2920476" y="2597947"/>
                  </a:lnTo>
                  <a:lnTo>
                    <a:pt x="2920601" y="2597947"/>
                  </a:lnTo>
                  <a:lnTo>
                    <a:pt x="2920726" y="2597947"/>
                  </a:lnTo>
                  <a:lnTo>
                    <a:pt x="2920851" y="2597947"/>
                  </a:lnTo>
                  <a:lnTo>
                    <a:pt x="2920976" y="2597947"/>
                  </a:lnTo>
                  <a:lnTo>
                    <a:pt x="2921101" y="2597947"/>
                  </a:lnTo>
                  <a:lnTo>
                    <a:pt x="2921226" y="2597947"/>
                  </a:lnTo>
                  <a:lnTo>
                    <a:pt x="2921351" y="2597947"/>
                  </a:lnTo>
                  <a:lnTo>
                    <a:pt x="2921476" y="2597947"/>
                  </a:lnTo>
                  <a:lnTo>
                    <a:pt x="2921601" y="2597947"/>
                  </a:lnTo>
                  <a:lnTo>
                    <a:pt x="2921726" y="2597947"/>
                  </a:lnTo>
                  <a:lnTo>
                    <a:pt x="2921851" y="2597947"/>
                  </a:lnTo>
                  <a:lnTo>
                    <a:pt x="2921976" y="2597947"/>
                  </a:lnTo>
                  <a:lnTo>
                    <a:pt x="2922101" y="2597947"/>
                  </a:lnTo>
                  <a:lnTo>
                    <a:pt x="2922226" y="2597947"/>
                  </a:lnTo>
                  <a:lnTo>
                    <a:pt x="2922351" y="2597947"/>
                  </a:lnTo>
                  <a:lnTo>
                    <a:pt x="2922476" y="2597947"/>
                  </a:lnTo>
                  <a:lnTo>
                    <a:pt x="2922602" y="2597947"/>
                  </a:lnTo>
                  <a:lnTo>
                    <a:pt x="2922727" y="2597947"/>
                  </a:lnTo>
                  <a:lnTo>
                    <a:pt x="2922852" y="2597947"/>
                  </a:lnTo>
                  <a:lnTo>
                    <a:pt x="2922977" y="2597947"/>
                  </a:lnTo>
                  <a:lnTo>
                    <a:pt x="2923102" y="2597947"/>
                  </a:lnTo>
                  <a:lnTo>
                    <a:pt x="2923227" y="2597947"/>
                  </a:lnTo>
                  <a:lnTo>
                    <a:pt x="2923352" y="2597947"/>
                  </a:lnTo>
                  <a:lnTo>
                    <a:pt x="2923477" y="2597947"/>
                  </a:lnTo>
                  <a:lnTo>
                    <a:pt x="2923602" y="2597947"/>
                  </a:lnTo>
                  <a:lnTo>
                    <a:pt x="2923727" y="2597947"/>
                  </a:lnTo>
                  <a:lnTo>
                    <a:pt x="2923852" y="2597947"/>
                  </a:lnTo>
                  <a:lnTo>
                    <a:pt x="2923977" y="2597947"/>
                  </a:lnTo>
                  <a:lnTo>
                    <a:pt x="2924102" y="2597947"/>
                  </a:lnTo>
                  <a:lnTo>
                    <a:pt x="2924227" y="2597947"/>
                  </a:lnTo>
                  <a:lnTo>
                    <a:pt x="2924352" y="2597947"/>
                  </a:lnTo>
                  <a:lnTo>
                    <a:pt x="2924477" y="2597947"/>
                  </a:lnTo>
                  <a:lnTo>
                    <a:pt x="2924602" y="2597947"/>
                  </a:lnTo>
                  <a:lnTo>
                    <a:pt x="2924727" y="2597947"/>
                  </a:lnTo>
                  <a:lnTo>
                    <a:pt x="2924852" y="2597947"/>
                  </a:lnTo>
                  <a:lnTo>
                    <a:pt x="2924977" y="2597947"/>
                  </a:lnTo>
                  <a:lnTo>
                    <a:pt x="2925102" y="2597947"/>
                  </a:lnTo>
                  <a:lnTo>
                    <a:pt x="2925227" y="2597947"/>
                  </a:lnTo>
                  <a:lnTo>
                    <a:pt x="2925352" y="2597947"/>
                  </a:lnTo>
                  <a:lnTo>
                    <a:pt x="2925477" y="2597947"/>
                  </a:lnTo>
                  <a:lnTo>
                    <a:pt x="2925477" y="2587993"/>
                  </a:lnTo>
                  <a:lnTo>
                    <a:pt x="2925603" y="2587993"/>
                  </a:lnTo>
                  <a:lnTo>
                    <a:pt x="2925728" y="2587993"/>
                  </a:lnTo>
                  <a:lnTo>
                    <a:pt x="2925853" y="2587993"/>
                  </a:lnTo>
                  <a:lnTo>
                    <a:pt x="2925978" y="2587993"/>
                  </a:lnTo>
                  <a:lnTo>
                    <a:pt x="2926103" y="2587993"/>
                  </a:lnTo>
                  <a:lnTo>
                    <a:pt x="2926228" y="2587993"/>
                  </a:lnTo>
                  <a:lnTo>
                    <a:pt x="2926353" y="2587993"/>
                  </a:lnTo>
                  <a:lnTo>
                    <a:pt x="2926478" y="2587993"/>
                  </a:lnTo>
                  <a:lnTo>
                    <a:pt x="2926603" y="2587993"/>
                  </a:lnTo>
                  <a:lnTo>
                    <a:pt x="2926728" y="2587993"/>
                  </a:lnTo>
                  <a:lnTo>
                    <a:pt x="2926853" y="2587993"/>
                  </a:lnTo>
                  <a:lnTo>
                    <a:pt x="2926978" y="2587993"/>
                  </a:lnTo>
                  <a:lnTo>
                    <a:pt x="2927103" y="2587993"/>
                  </a:lnTo>
                  <a:lnTo>
                    <a:pt x="2927228" y="2587993"/>
                  </a:lnTo>
                  <a:lnTo>
                    <a:pt x="2927353" y="2587993"/>
                  </a:lnTo>
                  <a:lnTo>
                    <a:pt x="2927478" y="2587993"/>
                  </a:lnTo>
                  <a:lnTo>
                    <a:pt x="2927603" y="2587993"/>
                  </a:lnTo>
                  <a:lnTo>
                    <a:pt x="2927728" y="2587993"/>
                  </a:lnTo>
                  <a:lnTo>
                    <a:pt x="2927853" y="2587993"/>
                  </a:lnTo>
                  <a:lnTo>
                    <a:pt x="2927978" y="2587993"/>
                  </a:lnTo>
                  <a:lnTo>
                    <a:pt x="2928103" y="2587993"/>
                  </a:lnTo>
                  <a:lnTo>
                    <a:pt x="2928228" y="2587993"/>
                  </a:lnTo>
                  <a:lnTo>
                    <a:pt x="2928353" y="2587993"/>
                  </a:lnTo>
                  <a:lnTo>
                    <a:pt x="2928478" y="2587993"/>
                  </a:lnTo>
                  <a:lnTo>
                    <a:pt x="2928604" y="2587993"/>
                  </a:lnTo>
                  <a:lnTo>
                    <a:pt x="2928729" y="2587993"/>
                  </a:lnTo>
                  <a:lnTo>
                    <a:pt x="2928854" y="2587993"/>
                  </a:lnTo>
                  <a:lnTo>
                    <a:pt x="2928979" y="2587993"/>
                  </a:lnTo>
                  <a:lnTo>
                    <a:pt x="2929104" y="2587993"/>
                  </a:lnTo>
                  <a:lnTo>
                    <a:pt x="2929229" y="2587993"/>
                  </a:lnTo>
                  <a:lnTo>
                    <a:pt x="2929354" y="2587993"/>
                  </a:lnTo>
                  <a:lnTo>
                    <a:pt x="2929479" y="2587993"/>
                  </a:lnTo>
                  <a:lnTo>
                    <a:pt x="2929604" y="2587993"/>
                  </a:lnTo>
                  <a:lnTo>
                    <a:pt x="2929729" y="2587993"/>
                  </a:lnTo>
                  <a:lnTo>
                    <a:pt x="2929854" y="2587993"/>
                  </a:lnTo>
                  <a:lnTo>
                    <a:pt x="2929979" y="2587993"/>
                  </a:lnTo>
                  <a:lnTo>
                    <a:pt x="2930104" y="2587993"/>
                  </a:lnTo>
                  <a:lnTo>
                    <a:pt x="2930229" y="2587993"/>
                  </a:lnTo>
                  <a:lnTo>
                    <a:pt x="2930354" y="2587993"/>
                  </a:lnTo>
                  <a:lnTo>
                    <a:pt x="2930479" y="2587993"/>
                  </a:lnTo>
                  <a:lnTo>
                    <a:pt x="2930604" y="2587993"/>
                  </a:lnTo>
                  <a:lnTo>
                    <a:pt x="2930729" y="2587993"/>
                  </a:lnTo>
                  <a:lnTo>
                    <a:pt x="2930854" y="2587993"/>
                  </a:lnTo>
                  <a:lnTo>
                    <a:pt x="2930979" y="2587993"/>
                  </a:lnTo>
                  <a:lnTo>
                    <a:pt x="2931104" y="2587993"/>
                  </a:lnTo>
                  <a:lnTo>
                    <a:pt x="2931229" y="2587993"/>
                  </a:lnTo>
                  <a:lnTo>
                    <a:pt x="2931354" y="2587993"/>
                  </a:lnTo>
                  <a:lnTo>
                    <a:pt x="2931479" y="2587993"/>
                  </a:lnTo>
                  <a:lnTo>
                    <a:pt x="2931605" y="2587993"/>
                  </a:lnTo>
                  <a:lnTo>
                    <a:pt x="2931730" y="2587993"/>
                  </a:lnTo>
                  <a:lnTo>
                    <a:pt x="2931855" y="2587993"/>
                  </a:lnTo>
                  <a:lnTo>
                    <a:pt x="2931980" y="2587993"/>
                  </a:lnTo>
                  <a:lnTo>
                    <a:pt x="2932105" y="2587993"/>
                  </a:lnTo>
                  <a:lnTo>
                    <a:pt x="2932230" y="2587993"/>
                  </a:lnTo>
                  <a:lnTo>
                    <a:pt x="2932355" y="2587993"/>
                  </a:lnTo>
                  <a:lnTo>
                    <a:pt x="2932480" y="2587993"/>
                  </a:lnTo>
                  <a:lnTo>
                    <a:pt x="2932605" y="2587993"/>
                  </a:lnTo>
                  <a:lnTo>
                    <a:pt x="2932730" y="2587993"/>
                  </a:lnTo>
                  <a:lnTo>
                    <a:pt x="2932855" y="2587993"/>
                  </a:lnTo>
                  <a:lnTo>
                    <a:pt x="2932980" y="2587993"/>
                  </a:lnTo>
                  <a:lnTo>
                    <a:pt x="2933105" y="2587993"/>
                  </a:lnTo>
                  <a:lnTo>
                    <a:pt x="2933230" y="2587993"/>
                  </a:lnTo>
                  <a:lnTo>
                    <a:pt x="2933355" y="2587993"/>
                  </a:lnTo>
                  <a:lnTo>
                    <a:pt x="2933480" y="2587993"/>
                  </a:lnTo>
                  <a:lnTo>
                    <a:pt x="2933605" y="2587993"/>
                  </a:lnTo>
                  <a:lnTo>
                    <a:pt x="2933730" y="2587993"/>
                  </a:lnTo>
                  <a:lnTo>
                    <a:pt x="2933855" y="2587993"/>
                  </a:lnTo>
                  <a:lnTo>
                    <a:pt x="2933980" y="2587993"/>
                  </a:lnTo>
                  <a:lnTo>
                    <a:pt x="2934105" y="2587993"/>
                  </a:lnTo>
                  <a:lnTo>
                    <a:pt x="2934230" y="2587993"/>
                  </a:lnTo>
                  <a:lnTo>
                    <a:pt x="2934355" y="2587993"/>
                  </a:lnTo>
                  <a:lnTo>
                    <a:pt x="2934480" y="2587993"/>
                  </a:lnTo>
                  <a:lnTo>
                    <a:pt x="2934606" y="2587993"/>
                  </a:lnTo>
                  <a:lnTo>
                    <a:pt x="2934731" y="2587993"/>
                  </a:lnTo>
                  <a:lnTo>
                    <a:pt x="2934731" y="2578040"/>
                  </a:lnTo>
                  <a:lnTo>
                    <a:pt x="2934856" y="2578040"/>
                  </a:lnTo>
                  <a:lnTo>
                    <a:pt x="2934981" y="2578040"/>
                  </a:lnTo>
                  <a:lnTo>
                    <a:pt x="2935106" y="2578040"/>
                  </a:lnTo>
                  <a:lnTo>
                    <a:pt x="2935231" y="2578040"/>
                  </a:lnTo>
                  <a:lnTo>
                    <a:pt x="2935356" y="2578040"/>
                  </a:lnTo>
                  <a:lnTo>
                    <a:pt x="2935481" y="2578040"/>
                  </a:lnTo>
                  <a:lnTo>
                    <a:pt x="2935606" y="2578040"/>
                  </a:lnTo>
                  <a:lnTo>
                    <a:pt x="2935731" y="2578040"/>
                  </a:lnTo>
                  <a:lnTo>
                    <a:pt x="2935856" y="2578040"/>
                  </a:lnTo>
                  <a:lnTo>
                    <a:pt x="2935981" y="2578040"/>
                  </a:lnTo>
                  <a:lnTo>
                    <a:pt x="2936106" y="2578040"/>
                  </a:lnTo>
                  <a:lnTo>
                    <a:pt x="2936231" y="2578040"/>
                  </a:lnTo>
                  <a:lnTo>
                    <a:pt x="2936356" y="2578040"/>
                  </a:lnTo>
                  <a:lnTo>
                    <a:pt x="2936481" y="2578040"/>
                  </a:lnTo>
                  <a:lnTo>
                    <a:pt x="2936606" y="2578040"/>
                  </a:lnTo>
                  <a:lnTo>
                    <a:pt x="2936731" y="2578040"/>
                  </a:lnTo>
                  <a:lnTo>
                    <a:pt x="2936856" y="2578040"/>
                  </a:lnTo>
                  <a:lnTo>
                    <a:pt x="2936981" y="2578040"/>
                  </a:lnTo>
                  <a:lnTo>
                    <a:pt x="2937106" y="2578040"/>
                  </a:lnTo>
                  <a:lnTo>
                    <a:pt x="2937231" y="2578040"/>
                  </a:lnTo>
                  <a:lnTo>
                    <a:pt x="2937356" y="2578040"/>
                  </a:lnTo>
                  <a:lnTo>
                    <a:pt x="2937481" y="2578040"/>
                  </a:lnTo>
                  <a:lnTo>
                    <a:pt x="2937607" y="2578040"/>
                  </a:lnTo>
                  <a:lnTo>
                    <a:pt x="2937732" y="2578040"/>
                  </a:lnTo>
                  <a:lnTo>
                    <a:pt x="2937857" y="2578040"/>
                  </a:lnTo>
                  <a:lnTo>
                    <a:pt x="2937982" y="2578040"/>
                  </a:lnTo>
                  <a:lnTo>
                    <a:pt x="2938107" y="2578040"/>
                  </a:lnTo>
                  <a:lnTo>
                    <a:pt x="2938232" y="2578040"/>
                  </a:lnTo>
                  <a:lnTo>
                    <a:pt x="2938357" y="2578040"/>
                  </a:lnTo>
                  <a:lnTo>
                    <a:pt x="2938482" y="2578040"/>
                  </a:lnTo>
                  <a:lnTo>
                    <a:pt x="2938607" y="2578040"/>
                  </a:lnTo>
                  <a:lnTo>
                    <a:pt x="2938732" y="2578040"/>
                  </a:lnTo>
                  <a:lnTo>
                    <a:pt x="2938857" y="2578040"/>
                  </a:lnTo>
                  <a:lnTo>
                    <a:pt x="2938982" y="2578040"/>
                  </a:lnTo>
                  <a:lnTo>
                    <a:pt x="2939107" y="2578040"/>
                  </a:lnTo>
                  <a:lnTo>
                    <a:pt x="2939232" y="2578040"/>
                  </a:lnTo>
                  <a:lnTo>
                    <a:pt x="2939357" y="2578040"/>
                  </a:lnTo>
                  <a:lnTo>
                    <a:pt x="2939482" y="2578040"/>
                  </a:lnTo>
                  <a:lnTo>
                    <a:pt x="2939482" y="2568086"/>
                  </a:lnTo>
                  <a:lnTo>
                    <a:pt x="2939607" y="2568086"/>
                  </a:lnTo>
                  <a:lnTo>
                    <a:pt x="2939732" y="2568086"/>
                  </a:lnTo>
                  <a:lnTo>
                    <a:pt x="2939857" y="2568086"/>
                  </a:lnTo>
                  <a:lnTo>
                    <a:pt x="2939982" y="2568086"/>
                  </a:lnTo>
                  <a:lnTo>
                    <a:pt x="2940107" y="2568086"/>
                  </a:lnTo>
                  <a:lnTo>
                    <a:pt x="2940232" y="2568086"/>
                  </a:lnTo>
                  <a:lnTo>
                    <a:pt x="2940357" y="2568086"/>
                  </a:lnTo>
                  <a:lnTo>
                    <a:pt x="2940482" y="2568086"/>
                  </a:lnTo>
                  <a:lnTo>
                    <a:pt x="2940608" y="2568086"/>
                  </a:lnTo>
                  <a:lnTo>
                    <a:pt x="2940733" y="2568086"/>
                  </a:lnTo>
                  <a:lnTo>
                    <a:pt x="2940858" y="2568086"/>
                  </a:lnTo>
                  <a:lnTo>
                    <a:pt x="2940983" y="2568086"/>
                  </a:lnTo>
                  <a:lnTo>
                    <a:pt x="2941108" y="2568086"/>
                  </a:lnTo>
                  <a:lnTo>
                    <a:pt x="2941233" y="2568086"/>
                  </a:lnTo>
                  <a:lnTo>
                    <a:pt x="2941358" y="2568086"/>
                  </a:lnTo>
                  <a:lnTo>
                    <a:pt x="2941483" y="2568086"/>
                  </a:lnTo>
                  <a:lnTo>
                    <a:pt x="2941608" y="2568086"/>
                  </a:lnTo>
                  <a:lnTo>
                    <a:pt x="2941733" y="2568086"/>
                  </a:lnTo>
                  <a:lnTo>
                    <a:pt x="2941858" y="2568086"/>
                  </a:lnTo>
                  <a:lnTo>
                    <a:pt x="2941983" y="2568086"/>
                  </a:lnTo>
                  <a:lnTo>
                    <a:pt x="2942108" y="2568086"/>
                  </a:lnTo>
                  <a:lnTo>
                    <a:pt x="2942233" y="2568086"/>
                  </a:lnTo>
                  <a:lnTo>
                    <a:pt x="2942358" y="2568086"/>
                  </a:lnTo>
                  <a:lnTo>
                    <a:pt x="2942483" y="2568086"/>
                  </a:lnTo>
                  <a:lnTo>
                    <a:pt x="2942608" y="2568086"/>
                  </a:lnTo>
                  <a:lnTo>
                    <a:pt x="2942733" y="2568086"/>
                  </a:lnTo>
                  <a:lnTo>
                    <a:pt x="2942858" y="2568086"/>
                  </a:lnTo>
                  <a:lnTo>
                    <a:pt x="2942983" y="2568086"/>
                  </a:lnTo>
                  <a:lnTo>
                    <a:pt x="2943108" y="2568086"/>
                  </a:lnTo>
                  <a:lnTo>
                    <a:pt x="2943233" y="2568086"/>
                  </a:lnTo>
                  <a:lnTo>
                    <a:pt x="2943358" y="2568086"/>
                  </a:lnTo>
                  <a:lnTo>
                    <a:pt x="2943483" y="2568086"/>
                  </a:lnTo>
                  <a:lnTo>
                    <a:pt x="2943609" y="2568086"/>
                  </a:lnTo>
                  <a:lnTo>
                    <a:pt x="2943734" y="2568086"/>
                  </a:lnTo>
                  <a:lnTo>
                    <a:pt x="2943859" y="2568086"/>
                  </a:lnTo>
                  <a:lnTo>
                    <a:pt x="2943984" y="2568086"/>
                  </a:lnTo>
                  <a:lnTo>
                    <a:pt x="2944109" y="2568086"/>
                  </a:lnTo>
                  <a:lnTo>
                    <a:pt x="2944234" y="2568086"/>
                  </a:lnTo>
                  <a:lnTo>
                    <a:pt x="2944359" y="2568086"/>
                  </a:lnTo>
                  <a:lnTo>
                    <a:pt x="2944484" y="2568086"/>
                  </a:lnTo>
                  <a:lnTo>
                    <a:pt x="2944609" y="2568086"/>
                  </a:lnTo>
                  <a:lnTo>
                    <a:pt x="2944734" y="2568086"/>
                  </a:lnTo>
                  <a:lnTo>
                    <a:pt x="2944859" y="2568086"/>
                  </a:lnTo>
                  <a:lnTo>
                    <a:pt x="2944984" y="2568086"/>
                  </a:lnTo>
                  <a:lnTo>
                    <a:pt x="2945109" y="2568086"/>
                  </a:lnTo>
                  <a:lnTo>
                    <a:pt x="2945234" y="2568086"/>
                  </a:lnTo>
                  <a:lnTo>
                    <a:pt x="2945359" y="2568086"/>
                  </a:lnTo>
                  <a:lnTo>
                    <a:pt x="2945484" y="2568086"/>
                  </a:lnTo>
                  <a:lnTo>
                    <a:pt x="2945609" y="2568086"/>
                  </a:lnTo>
                  <a:lnTo>
                    <a:pt x="2945734" y="2568086"/>
                  </a:lnTo>
                  <a:lnTo>
                    <a:pt x="2945859" y="2568086"/>
                  </a:lnTo>
                  <a:lnTo>
                    <a:pt x="2945984" y="2568086"/>
                  </a:lnTo>
                  <a:lnTo>
                    <a:pt x="2946109" y="2568086"/>
                  </a:lnTo>
                  <a:lnTo>
                    <a:pt x="2946234" y="2568086"/>
                  </a:lnTo>
                  <a:lnTo>
                    <a:pt x="2946359" y="2568086"/>
                  </a:lnTo>
                  <a:lnTo>
                    <a:pt x="2946484" y="2568086"/>
                  </a:lnTo>
                  <a:lnTo>
                    <a:pt x="2946610" y="2568086"/>
                  </a:lnTo>
                  <a:lnTo>
                    <a:pt x="2946735" y="2568086"/>
                  </a:lnTo>
                  <a:lnTo>
                    <a:pt x="2946860" y="2568086"/>
                  </a:lnTo>
                  <a:lnTo>
                    <a:pt x="2946985" y="2568086"/>
                  </a:lnTo>
                  <a:lnTo>
                    <a:pt x="2947110" y="2568086"/>
                  </a:lnTo>
                  <a:lnTo>
                    <a:pt x="2947235" y="2568086"/>
                  </a:lnTo>
                  <a:lnTo>
                    <a:pt x="2947360" y="2568086"/>
                  </a:lnTo>
                  <a:lnTo>
                    <a:pt x="2947485" y="2568086"/>
                  </a:lnTo>
                  <a:lnTo>
                    <a:pt x="2947610" y="2568086"/>
                  </a:lnTo>
                  <a:lnTo>
                    <a:pt x="2947735" y="2568086"/>
                  </a:lnTo>
                  <a:lnTo>
                    <a:pt x="2947860" y="2568086"/>
                  </a:lnTo>
                  <a:lnTo>
                    <a:pt x="2947985" y="2568086"/>
                  </a:lnTo>
                  <a:lnTo>
                    <a:pt x="2948110" y="2568086"/>
                  </a:lnTo>
                  <a:lnTo>
                    <a:pt x="2948235" y="2568086"/>
                  </a:lnTo>
                  <a:lnTo>
                    <a:pt x="2948360" y="2568086"/>
                  </a:lnTo>
                  <a:lnTo>
                    <a:pt x="2948485" y="2568086"/>
                  </a:lnTo>
                  <a:lnTo>
                    <a:pt x="2948610" y="2568086"/>
                  </a:lnTo>
                  <a:lnTo>
                    <a:pt x="2948735" y="2568086"/>
                  </a:lnTo>
                  <a:lnTo>
                    <a:pt x="2948860" y="2568086"/>
                  </a:lnTo>
                  <a:lnTo>
                    <a:pt x="2948985" y="2568086"/>
                  </a:lnTo>
                  <a:lnTo>
                    <a:pt x="2949110" y="2568086"/>
                  </a:lnTo>
                  <a:lnTo>
                    <a:pt x="2949235" y="2568086"/>
                  </a:lnTo>
                  <a:lnTo>
                    <a:pt x="2949360" y="2568086"/>
                  </a:lnTo>
                  <a:lnTo>
                    <a:pt x="2949486" y="2568086"/>
                  </a:lnTo>
                  <a:lnTo>
                    <a:pt x="2949611" y="2568086"/>
                  </a:lnTo>
                  <a:lnTo>
                    <a:pt x="2949736" y="2568086"/>
                  </a:lnTo>
                  <a:lnTo>
                    <a:pt x="2949861" y="2568086"/>
                  </a:lnTo>
                  <a:lnTo>
                    <a:pt x="2949986" y="2568086"/>
                  </a:lnTo>
                  <a:lnTo>
                    <a:pt x="2950111" y="2568086"/>
                  </a:lnTo>
                  <a:lnTo>
                    <a:pt x="2950236" y="2568086"/>
                  </a:lnTo>
                  <a:lnTo>
                    <a:pt x="2950361" y="2568086"/>
                  </a:lnTo>
                  <a:lnTo>
                    <a:pt x="2950486" y="2568086"/>
                  </a:lnTo>
                  <a:lnTo>
                    <a:pt x="2950611" y="2568086"/>
                  </a:lnTo>
                  <a:lnTo>
                    <a:pt x="2950736" y="2568086"/>
                  </a:lnTo>
                  <a:lnTo>
                    <a:pt x="2950861" y="2568086"/>
                  </a:lnTo>
                  <a:lnTo>
                    <a:pt x="2950986" y="2568086"/>
                  </a:lnTo>
                  <a:lnTo>
                    <a:pt x="2951111" y="2568086"/>
                  </a:lnTo>
                  <a:lnTo>
                    <a:pt x="2951236" y="2568086"/>
                  </a:lnTo>
                  <a:lnTo>
                    <a:pt x="2951361" y="2568086"/>
                  </a:lnTo>
                  <a:lnTo>
                    <a:pt x="2951486" y="2568086"/>
                  </a:lnTo>
                  <a:lnTo>
                    <a:pt x="2951611" y="2568086"/>
                  </a:lnTo>
                  <a:lnTo>
                    <a:pt x="2951736" y="2568086"/>
                  </a:lnTo>
                  <a:lnTo>
                    <a:pt x="2951861" y="2568086"/>
                  </a:lnTo>
                  <a:lnTo>
                    <a:pt x="2951986" y="2568086"/>
                  </a:lnTo>
                  <a:lnTo>
                    <a:pt x="2952111" y="2568086"/>
                  </a:lnTo>
                  <a:lnTo>
                    <a:pt x="2952236" y="2568086"/>
                  </a:lnTo>
                  <a:lnTo>
                    <a:pt x="2952361" y="2568086"/>
                  </a:lnTo>
                  <a:lnTo>
                    <a:pt x="2952487" y="2568086"/>
                  </a:lnTo>
                  <a:lnTo>
                    <a:pt x="2952612" y="2568086"/>
                  </a:lnTo>
                  <a:lnTo>
                    <a:pt x="2952737" y="2568086"/>
                  </a:lnTo>
                  <a:lnTo>
                    <a:pt x="2952862" y="2568086"/>
                  </a:lnTo>
                  <a:lnTo>
                    <a:pt x="2952987" y="2568086"/>
                  </a:lnTo>
                  <a:lnTo>
                    <a:pt x="2953112" y="2568086"/>
                  </a:lnTo>
                  <a:lnTo>
                    <a:pt x="2953237" y="2568086"/>
                  </a:lnTo>
                  <a:lnTo>
                    <a:pt x="2953362" y="2568086"/>
                  </a:lnTo>
                  <a:lnTo>
                    <a:pt x="2953487" y="2568086"/>
                  </a:lnTo>
                  <a:lnTo>
                    <a:pt x="2953487" y="2558132"/>
                  </a:lnTo>
                  <a:lnTo>
                    <a:pt x="2953612" y="2558132"/>
                  </a:lnTo>
                  <a:lnTo>
                    <a:pt x="2953737" y="2558132"/>
                  </a:lnTo>
                  <a:lnTo>
                    <a:pt x="2953862" y="2558132"/>
                  </a:lnTo>
                  <a:lnTo>
                    <a:pt x="2953987" y="2558132"/>
                  </a:lnTo>
                  <a:lnTo>
                    <a:pt x="2953987" y="2548178"/>
                  </a:lnTo>
                  <a:lnTo>
                    <a:pt x="2954112" y="2548178"/>
                  </a:lnTo>
                  <a:lnTo>
                    <a:pt x="2954237" y="2548178"/>
                  </a:lnTo>
                  <a:lnTo>
                    <a:pt x="2954362" y="2548178"/>
                  </a:lnTo>
                  <a:lnTo>
                    <a:pt x="2954487" y="2548178"/>
                  </a:lnTo>
                  <a:lnTo>
                    <a:pt x="2954612" y="2548178"/>
                  </a:lnTo>
                  <a:lnTo>
                    <a:pt x="2954737" y="2548178"/>
                  </a:lnTo>
                  <a:lnTo>
                    <a:pt x="2954862" y="2548178"/>
                  </a:lnTo>
                  <a:lnTo>
                    <a:pt x="2954987" y="2548178"/>
                  </a:lnTo>
                  <a:lnTo>
                    <a:pt x="2955112" y="2548178"/>
                  </a:lnTo>
                  <a:lnTo>
                    <a:pt x="2955237" y="2548178"/>
                  </a:lnTo>
                  <a:lnTo>
                    <a:pt x="2955362" y="2548178"/>
                  </a:lnTo>
                  <a:lnTo>
                    <a:pt x="2955488" y="2548178"/>
                  </a:lnTo>
                  <a:lnTo>
                    <a:pt x="2955613" y="2548178"/>
                  </a:lnTo>
                  <a:lnTo>
                    <a:pt x="2955738" y="2548178"/>
                  </a:lnTo>
                  <a:lnTo>
                    <a:pt x="2955863" y="2548178"/>
                  </a:lnTo>
                  <a:lnTo>
                    <a:pt x="2955988" y="2548178"/>
                  </a:lnTo>
                  <a:lnTo>
                    <a:pt x="2956113" y="2548178"/>
                  </a:lnTo>
                  <a:lnTo>
                    <a:pt x="2956238" y="2548178"/>
                  </a:lnTo>
                  <a:lnTo>
                    <a:pt x="2956363" y="2548178"/>
                  </a:lnTo>
                  <a:lnTo>
                    <a:pt x="2956488" y="2548178"/>
                  </a:lnTo>
                  <a:lnTo>
                    <a:pt x="2956613" y="2548178"/>
                  </a:lnTo>
                  <a:lnTo>
                    <a:pt x="2956738" y="2548178"/>
                  </a:lnTo>
                  <a:lnTo>
                    <a:pt x="2956863" y="2548178"/>
                  </a:lnTo>
                  <a:lnTo>
                    <a:pt x="2956988" y="2548178"/>
                  </a:lnTo>
                  <a:lnTo>
                    <a:pt x="2957113" y="2548178"/>
                  </a:lnTo>
                  <a:lnTo>
                    <a:pt x="2957238" y="2548178"/>
                  </a:lnTo>
                  <a:lnTo>
                    <a:pt x="2957363" y="2548178"/>
                  </a:lnTo>
                  <a:lnTo>
                    <a:pt x="2957488" y="2548178"/>
                  </a:lnTo>
                  <a:lnTo>
                    <a:pt x="2957613" y="2548178"/>
                  </a:lnTo>
                  <a:lnTo>
                    <a:pt x="2957738" y="2548178"/>
                  </a:lnTo>
                  <a:lnTo>
                    <a:pt x="2957863" y="2548178"/>
                  </a:lnTo>
                  <a:lnTo>
                    <a:pt x="2957988" y="2548178"/>
                  </a:lnTo>
                  <a:lnTo>
                    <a:pt x="2958113" y="2548178"/>
                  </a:lnTo>
                  <a:lnTo>
                    <a:pt x="2958238" y="2548178"/>
                  </a:lnTo>
                  <a:lnTo>
                    <a:pt x="2958363" y="2548178"/>
                  </a:lnTo>
                  <a:lnTo>
                    <a:pt x="2958489" y="2548178"/>
                  </a:lnTo>
                  <a:lnTo>
                    <a:pt x="2958614" y="2548178"/>
                  </a:lnTo>
                  <a:lnTo>
                    <a:pt x="2958739" y="2548178"/>
                  </a:lnTo>
                  <a:lnTo>
                    <a:pt x="2958864" y="2548178"/>
                  </a:lnTo>
                  <a:lnTo>
                    <a:pt x="2958989" y="2548178"/>
                  </a:lnTo>
                  <a:lnTo>
                    <a:pt x="2959114" y="2548178"/>
                  </a:lnTo>
                  <a:lnTo>
                    <a:pt x="2959239" y="2548178"/>
                  </a:lnTo>
                  <a:lnTo>
                    <a:pt x="2959364" y="2548178"/>
                  </a:lnTo>
                  <a:lnTo>
                    <a:pt x="2959489" y="2548178"/>
                  </a:lnTo>
                  <a:lnTo>
                    <a:pt x="2959614" y="2548178"/>
                  </a:lnTo>
                  <a:lnTo>
                    <a:pt x="2959739" y="2548178"/>
                  </a:lnTo>
                  <a:lnTo>
                    <a:pt x="2959864" y="2548178"/>
                  </a:lnTo>
                  <a:lnTo>
                    <a:pt x="2959989" y="2548178"/>
                  </a:lnTo>
                  <a:lnTo>
                    <a:pt x="2960114" y="2548178"/>
                  </a:lnTo>
                  <a:lnTo>
                    <a:pt x="2960239" y="2548178"/>
                  </a:lnTo>
                  <a:lnTo>
                    <a:pt x="2960364" y="2548178"/>
                  </a:lnTo>
                  <a:lnTo>
                    <a:pt x="2960489" y="2548178"/>
                  </a:lnTo>
                  <a:lnTo>
                    <a:pt x="2960614" y="2548178"/>
                  </a:lnTo>
                  <a:lnTo>
                    <a:pt x="2960739" y="2548178"/>
                  </a:lnTo>
                  <a:lnTo>
                    <a:pt x="2960864" y="2548178"/>
                  </a:lnTo>
                  <a:lnTo>
                    <a:pt x="2960989" y="2548178"/>
                  </a:lnTo>
                  <a:lnTo>
                    <a:pt x="2961114" y="2548178"/>
                  </a:lnTo>
                  <a:lnTo>
                    <a:pt x="2961239" y="2548178"/>
                  </a:lnTo>
                  <a:lnTo>
                    <a:pt x="2961364" y="2548178"/>
                  </a:lnTo>
                  <a:lnTo>
                    <a:pt x="2961490" y="2548178"/>
                  </a:lnTo>
                  <a:lnTo>
                    <a:pt x="2961615" y="2548178"/>
                  </a:lnTo>
                  <a:lnTo>
                    <a:pt x="2961740" y="2548178"/>
                  </a:lnTo>
                  <a:lnTo>
                    <a:pt x="2961865" y="2548178"/>
                  </a:lnTo>
                  <a:lnTo>
                    <a:pt x="2961990" y="2548178"/>
                  </a:lnTo>
                  <a:lnTo>
                    <a:pt x="2962115" y="2548178"/>
                  </a:lnTo>
                  <a:lnTo>
                    <a:pt x="2962240" y="2548178"/>
                  </a:lnTo>
                  <a:lnTo>
                    <a:pt x="2962365" y="2548178"/>
                  </a:lnTo>
                  <a:lnTo>
                    <a:pt x="2962490" y="2548178"/>
                  </a:lnTo>
                  <a:lnTo>
                    <a:pt x="2962615" y="2548178"/>
                  </a:lnTo>
                  <a:lnTo>
                    <a:pt x="2962740" y="2548178"/>
                  </a:lnTo>
                  <a:lnTo>
                    <a:pt x="2962865" y="2548178"/>
                  </a:lnTo>
                  <a:lnTo>
                    <a:pt x="2962990" y="2548178"/>
                  </a:lnTo>
                  <a:lnTo>
                    <a:pt x="2963115" y="2548178"/>
                  </a:lnTo>
                  <a:lnTo>
                    <a:pt x="2963240" y="2548178"/>
                  </a:lnTo>
                  <a:lnTo>
                    <a:pt x="2963365" y="2548178"/>
                  </a:lnTo>
                  <a:lnTo>
                    <a:pt x="2963490" y="2548178"/>
                  </a:lnTo>
                  <a:lnTo>
                    <a:pt x="2963615" y="2548178"/>
                  </a:lnTo>
                  <a:lnTo>
                    <a:pt x="2963740" y="2548178"/>
                  </a:lnTo>
                  <a:lnTo>
                    <a:pt x="2963865" y="2548178"/>
                  </a:lnTo>
                  <a:lnTo>
                    <a:pt x="2963990" y="2548178"/>
                  </a:lnTo>
                  <a:lnTo>
                    <a:pt x="2964115" y="2548178"/>
                  </a:lnTo>
                  <a:lnTo>
                    <a:pt x="2964240" y="2548178"/>
                  </a:lnTo>
                  <a:lnTo>
                    <a:pt x="2964365" y="2548178"/>
                  </a:lnTo>
                  <a:lnTo>
                    <a:pt x="2964491" y="2548178"/>
                  </a:lnTo>
                  <a:lnTo>
                    <a:pt x="2964616" y="2548178"/>
                  </a:lnTo>
                  <a:lnTo>
                    <a:pt x="2964616" y="2538224"/>
                  </a:lnTo>
                  <a:lnTo>
                    <a:pt x="2964741" y="2538224"/>
                  </a:lnTo>
                  <a:lnTo>
                    <a:pt x="2964866" y="2538224"/>
                  </a:lnTo>
                  <a:lnTo>
                    <a:pt x="2964991" y="2538224"/>
                  </a:lnTo>
                  <a:lnTo>
                    <a:pt x="2965116" y="2538224"/>
                  </a:lnTo>
                  <a:lnTo>
                    <a:pt x="2965241" y="2538224"/>
                  </a:lnTo>
                  <a:lnTo>
                    <a:pt x="2965366" y="2538224"/>
                  </a:lnTo>
                  <a:lnTo>
                    <a:pt x="2965491" y="2538224"/>
                  </a:lnTo>
                  <a:lnTo>
                    <a:pt x="2965616" y="2538224"/>
                  </a:lnTo>
                  <a:lnTo>
                    <a:pt x="2965741" y="2538224"/>
                  </a:lnTo>
                  <a:lnTo>
                    <a:pt x="2965866" y="2538224"/>
                  </a:lnTo>
                  <a:lnTo>
                    <a:pt x="2965991" y="2538224"/>
                  </a:lnTo>
                  <a:lnTo>
                    <a:pt x="2966116" y="2538224"/>
                  </a:lnTo>
                  <a:lnTo>
                    <a:pt x="2966241" y="2538224"/>
                  </a:lnTo>
                  <a:lnTo>
                    <a:pt x="2966366" y="2538224"/>
                  </a:lnTo>
                  <a:lnTo>
                    <a:pt x="2966491" y="2538224"/>
                  </a:lnTo>
                  <a:lnTo>
                    <a:pt x="2966616" y="2538224"/>
                  </a:lnTo>
                  <a:lnTo>
                    <a:pt x="2966741" y="2538224"/>
                  </a:lnTo>
                  <a:lnTo>
                    <a:pt x="2966866" y="2538224"/>
                  </a:lnTo>
                  <a:lnTo>
                    <a:pt x="2966991" y="2538224"/>
                  </a:lnTo>
                  <a:lnTo>
                    <a:pt x="2967116" y="2538224"/>
                  </a:lnTo>
                  <a:lnTo>
                    <a:pt x="2967241" y="2538224"/>
                  </a:lnTo>
                  <a:lnTo>
                    <a:pt x="2967366" y="2538224"/>
                  </a:lnTo>
                  <a:lnTo>
                    <a:pt x="2967492" y="2538224"/>
                  </a:lnTo>
                  <a:lnTo>
                    <a:pt x="2967617" y="2538224"/>
                  </a:lnTo>
                  <a:lnTo>
                    <a:pt x="2967742" y="2538224"/>
                  </a:lnTo>
                  <a:lnTo>
                    <a:pt x="2967867" y="2538224"/>
                  </a:lnTo>
                  <a:lnTo>
                    <a:pt x="2967992" y="2538224"/>
                  </a:lnTo>
                  <a:lnTo>
                    <a:pt x="2968117" y="2538224"/>
                  </a:lnTo>
                  <a:lnTo>
                    <a:pt x="2968242" y="2538224"/>
                  </a:lnTo>
                  <a:lnTo>
                    <a:pt x="2968367" y="2538224"/>
                  </a:lnTo>
                  <a:lnTo>
                    <a:pt x="2968492" y="2538224"/>
                  </a:lnTo>
                  <a:lnTo>
                    <a:pt x="2968617" y="2538224"/>
                  </a:lnTo>
                  <a:lnTo>
                    <a:pt x="2968742" y="2538224"/>
                  </a:lnTo>
                  <a:lnTo>
                    <a:pt x="2968867" y="2538224"/>
                  </a:lnTo>
                  <a:lnTo>
                    <a:pt x="2968992" y="2538224"/>
                  </a:lnTo>
                  <a:lnTo>
                    <a:pt x="2969117" y="2538224"/>
                  </a:lnTo>
                  <a:lnTo>
                    <a:pt x="2969242" y="2538224"/>
                  </a:lnTo>
                  <a:lnTo>
                    <a:pt x="2969367" y="2538224"/>
                  </a:lnTo>
                  <a:lnTo>
                    <a:pt x="2969492" y="2538224"/>
                  </a:lnTo>
                  <a:lnTo>
                    <a:pt x="2969617" y="2538224"/>
                  </a:lnTo>
                  <a:lnTo>
                    <a:pt x="2969742" y="2538224"/>
                  </a:lnTo>
                  <a:lnTo>
                    <a:pt x="2969867" y="2538224"/>
                  </a:lnTo>
                  <a:lnTo>
                    <a:pt x="2969992" y="2538224"/>
                  </a:lnTo>
                  <a:lnTo>
                    <a:pt x="2970117" y="2538224"/>
                  </a:lnTo>
                  <a:lnTo>
                    <a:pt x="2970242" y="2538224"/>
                  </a:lnTo>
                  <a:lnTo>
                    <a:pt x="2970367" y="2538224"/>
                  </a:lnTo>
                  <a:lnTo>
                    <a:pt x="2970493" y="2538224"/>
                  </a:lnTo>
                  <a:lnTo>
                    <a:pt x="2970618" y="2538224"/>
                  </a:lnTo>
                  <a:lnTo>
                    <a:pt x="2970743" y="2538224"/>
                  </a:lnTo>
                  <a:lnTo>
                    <a:pt x="2970868" y="2538224"/>
                  </a:lnTo>
                  <a:lnTo>
                    <a:pt x="2970993" y="2538224"/>
                  </a:lnTo>
                  <a:lnTo>
                    <a:pt x="2971118" y="2538224"/>
                  </a:lnTo>
                  <a:lnTo>
                    <a:pt x="2971243" y="2538224"/>
                  </a:lnTo>
                  <a:lnTo>
                    <a:pt x="2971368" y="2538224"/>
                  </a:lnTo>
                  <a:lnTo>
                    <a:pt x="2971493" y="2538224"/>
                  </a:lnTo>
                  <a:lnTo>
                    <a:pt x="2971618" y="2538224"/>
                  </a:lnTo>
                  <a:lnTo>
                    <a:pt x="2971743" y="2538224"/>
                  </a:lnTo>
                  <a:lnTo>
                    <a:pt x="2971868" y="2538224"/>
                  </a:lnTo>
                  <a:lnTo>
                    <a:pt x="2971993" y="2538224"/>
                  </a:lnTo>
                  <a:lnTo>
                    <a:pt x="2972118" y="2538224"/>
                  </a:lnTo>
                  <a:lnTo>
                    <a:pt x="2972243" y="2538224"/>
                  </a:lnTo>
                  <a:lnTo>
                    <a:pt x="2972368" y="2538224"/>
                  </a:lnTo>
                  <a:lnTo>
                    <a:pt x="2972493" y="2538224"/>
                  </a:lnTo>
                  <a:lnTo>
                    <a:pt x="2972618" y="2538224"/>
                  </a:lnTo>
                  <a:lnTo>
                    <a:pt x="2972743" y="2538224"/>
                  </a:lnTo>
                  <a:lnTo>
                    <a:pt x="2972868" y="2538224"/>
                  </a:lnTo>
                  <a:lnTo>
                    <a:pt x="2972993" y="2538224"/>
                  </a:lnTo>
                  <a:lnTo>
                    <a:pt x="2972993" y="2528270"/>
                  </a:lnTo>
                  <a:lnTo>
                    <a:pt x="2973118" y="2528270"/>
                  </a:lnTo>
                  <a:lnTo>
                    <a:pt x="2973243" y="2528270"/>
                  </a:lnTo>
                  <a:lnTo>
                    <a:pt x="2973368" y="2528270"/>
                  </a:lnTo>
                  <a:lnTo>
                    <a:pt x="2973494" y="2528270"/>
                  </a:lnTo>
                  <a:lnTo>
                    <a:pt x="2973619" y="2528270"/>
                  </a:lnTo>
                  <a:lnTo>
                    <a:pt x="2973744" y="2528270"/>
                  </a:lnTo>
                  <a:lnTo>
                    <a:pt x="2973869" y="2528270"/>
                  </a:lnTo>
                  <a:lnTo>
                    <a:pt x="2973994" y="2528270"/>
                  </a:lnTo>
                  <a:lnTo>
                    <a:pt x="2974119" y="2528270"/>
                  </a:lnTo>
                  <a:lnTo>
                    <a:pt x="2974244" y="2528270"/>
                  </a:lnTo>
                  <a:lnTo>
                    <a:pt x="2974369" y="2528270"/>
                  </a:lnTo>
                  <a:lnTo>
                    <a:pt x="2974494" y="2528270"/>
                  </a:lnTo>
                  <a:lnTo>
                    <a:pt x="2974619" y="2528270"/>
                  </a:lnTo>
                  <a:lnTo>
                    <a:pt x="2974744" y="2528270"/>
                  </a:lnTo>
                  <a:lnTo>
                    <a:pt x="2974869" y="2528270"/>
                  </a:lnTo>
                  <a:lnTo>
                    <a:pt x="2974994" y="2528270"/>
                  </a:lnTo>
                  <a:lnTo>
                    <a:pt x="2975119" y="2528270"/>
                  </a:lnTo>
                  <a:lnTo>
                    <a:pt x="2975244" y="2528270"/>
                  </a:lnTo>
                  <a:lnTo>
                    <a:pt x="2975369" y="2528270"/>
                  </a:lnTo>
                  <a:lnTo>
                    <a:pt x="2975494" y="2528270"/>
                  </a:lnTo>
                  <a:lnTo>
                    <a:pt x="2975619" y="2528270"/>
                  </a:lnTo>
                  <a:lnTo>
                    <a:pt x="2975744" y="2528270"/>
                  </a:lnTo>
                  <a:lnTo>
                    <a:pt x="2975869" y="2528270"/>
                  </a:lnTo>
                  <a:lnTo>
                    <a:pt x="2975994" y="2528270"/>
                  </a:lnTo>
                  <a:lnTo>
                    <a:pt x="2976119" y="2528270"/>
                  </a:lnTo>
                  <a:lnTo>
                    <a:pt x="2976244" y="2528270"/>
                  </a:lnTo>
                  <a:lnTo>
                    <a:pt x="2976369" y="2528270"/>
                  </a:lnTo>
                  <a:lnTo>
                    <a:pt x="2976495" y="2528270"/>
                  </a:lnTo>
                  <a:lnTo>
                    <a:pt x="2976620" y="2528270"/>
                  </a:lnTo>
                  <a:lnTo>
                    <a:pt x="2976745" y="2528270"/>
                  </a:lnTo>
                  <a:lnTo>
                    <a:pt x="2976870" y="2528270"/>
                  </a:lnTo>
                  <a:lnTo>
                    <a:pt x="2976995" y="2528270"/>
                  </a:lnTo>
                  <a:lnTo>
                    <a:pt x="2977120" y="2528270"/>
                  </a:lnTo>
                  <a:lnTo>
                    <a:pt x="2977245" y="2528270"/>
                  </a:lnTo>
                  <a:lnTo>
                    <a:pt x="2977370" y="2528270"/>
                  </a:lnTo>
                  <a:lnTo>
                    <a:pt x="2977495" y="2528270"/>
                  </a:lnTo>
                  <a:lnTo>
                    <a:pt x="2977620" y="2528270"/>
                  </a:lnTo>
                  <a:lnTo>
                    <a:pt x="2977745" y="2528270"/>
                  </a:lnTo>
                  <a:lnTo>
                    <a:pt x="2977870" y="2528270"/>
                  </a:lnTo>
                  <a:lnTo>
                    <a:pt x="2977995" y="2528270"/>
                  </a:lnTo>
                  <a:lnTo>
                    <a:pt x="2978120" y="2528270"/>
                  </a:lnTo>
                  <a:lnTo>
                    <a:pt x="2978245" y="2528270"/>
                  </a:lnTo>
                  <a:lnTo>
                    <a:pt x="2978370" y="2528270"/>
                  </a:lnTo>
                  <a:lnTo>
                    <a:pt x="2978495" y="2528270"/>
                  </a:lnTo>
                  <a:lnTo>
                    <a:pt x="2978620" y="2528270"/>
                  </a:lnTo>
                  <a:lnTo>
                    <a:pt x="2978745" y="2528270"/>
                  </a:lnTo>
                  <a:lnTo>
                    <a:pt x="2978870" y="2528270"/>
                  </a:lnTo>
                  <a:lnTo>
                    <a:pt x="2978995" y="2528270"/>
                  </a:lnTo>
                  <a:lnTo>
                    <a:pt x="2979120" y="2528270"/>
                  </a:lnTo>
                  <a:lnTo>
                    <a:pt x="2979245" y="2528270"/>
                  </a:lnTo>
                  <a:lnTo>
                    <a:pt x="2979370" y="2528270"/>
                  </a:lnTo>
                  <a:lnTo>
                    <a:pt x="2979496" y="2528270"/>
                  </a:lnTo>
                  <a:lnTo>
                    <a:pt x="2979621" y="2528270"/>
                  </a:lnTo>
                  <a:lnTo>
                    <a:pt x="2979746" y="2528270"/>
                  </a:lnTo>
                  <a:lnTo>
                    <a:pt x="2979871" y="2528270"/>
                  </a:lnTo>
                  <a:lnTo>
                    <a:pt x="2979996" y="2528270"/>
                  </a:lnTo>
                  <a:lnTo>
                    <a:pt x="2980121" y="2528270"/>
                  </a:lnTo>
                  <a:lnTo>
                    <a:pt x="2980246" y="2528270"/>
                  </a:lnTo>
                  <a:lnTo>
                    <a:pt x="2980371" y="2528270"/>
                  </a:lnTo>
                  <a:lnTo>
                    <a:pt x="2980496" y="2528270"/>
                  </a:lnTo>
                  <a:lnTo>
                    <a:pt x="2980621" y="2528270"/>
                  </a:lnTo>
                  <a:lnTo>
                    <a:pt x="2980746" y="2528270"/>
                  </a:lnTo>
                  <a:lnTo>
                    <a:pt x="2980871" y="2528270"/>
                  </a:lnTo>
                  <a:lnTo>
                    <a:pt x="2980996" y="2528270"/>
                  </a:lnTo>
                  <a:lnTo>
                    <a:pt x="2981121" y="2528270"/>
                  </a:lnTo>
                  <a:lnTo>
                    <a:pt x="2981246" y="2528270"/>
                  </a:lnTo>
                  <a:lnTo>
                    <a:pt x="2981371" y="2528270"/>
                  </a:lnTo>
                  <a:lnTo>
                    <a:pt x="2981496" y="2528270"/>
                  </a:lnTo>
                  <a:lnTo>
                    <a:pt x="2981621" y="2528270"/>
                  </a:lnTo>
                  <a:lnTo>
                    <a:pt x="2981746" y="2528270"/>
                  </a:lnTo>
                  <a:lnTo>
                    <a:pt x="2981871" y="2528270"/>
                  </a:lnTo>
                  <a:lnTo>
                    <a:pt x="2981996" y="2528270"/>
                  </a:lnTo>
                  <a:lnTo>
                    <a:pt x="2982121" y="2528270"/>
                  </a:lnTo>
                  <a:lnTo>
                    <a:pt x="2982246" y="2528270"/>
                  </a:lnTo>
                  <a:lnTo>
                    <a:pt x="2982371" y="2528270"/>
                  </a:lnTo>
                  <a:lnTo>
                    <a:pt x="2982497" y="2528270"/>
                  </a:lnTo>
                  <a:lnTo>
                    <a:pt x="2982622" y="2528270"/>
                  </a:lnTo>
                  <a:lnTo>
                    <a:pt x="2982747" y="2528270"/>
                  </a:lnTo>
                  <a:lnTo>
                    <a:pt x="2982872" y="2528270"/>
                  </a:lnTo>
                  <a:lnTo>
                    <a:pt x="2982997" y="2528270"/>
                  </a:lnTo>
                  <a:lnTo>
                    <a:pt x="2983122" y="2528270"/>
                  </a:lnTo>
                  <a:lnTo>
                    <a:pt x="2983247" y="2528270"/>
                  </a:lnTo>
                  <a:lnTo>
                    <a:pt x="2983372" y="2528270"/>
                  </a:lnTo>
                  <a:lnTo>
                    <a:pt x="2983497" y="2528270"/>
                  </a:lnTo>
                  <a:lnTo>
                    <a:pt x="2983622" y="2528270"/>
                  </a:lnTo>
                  <a:lnTo>
                    <a:pt x="2983747" y="2528270"/>
                  </a:lnTo>
                  <a:lnTo>
                    <a:pt x="2983872" y="2528270"/>
                  </a:lnTo>
                  <a:lnTo>
                    <a:pt x="2983997" y="2528270"/>
                  </a:lnTo>
                  <a:lnTo>
                    <a:pt x="2984122" y="2528270"/>
                  </a:lnTo>
                  <a:lnTo>
                    <a:pt x="2984247" y="2528270"/>
                  </a:lnTo>
                  <a:lnTo>
                    <a:pt x="2984372" y="2528270"/>
                  </a:lnTo>
                  <a:lnTo>
                    <a:pt x="2984497" y="2528270"/>
                  </a:lnTo>
                  <a:lnTo>
                    <a:pt x="2984622" y="2528270"/>
                  </a:lnTo>
                  <a:lnTo>
                    <a:pt x="2984747" y="2528270"/>
                  </a:lnTo>
                  <a:lnTo>
                    <a:pt x="2984872" y="2528270"/>
                  </a:lnTo>
                  <a:lnTo>
                    <a:pt x="2984997" y="2528270"/>
                  </a:lnTo>
                  <a:lnTo>
                    <a:pt x="2985122" y="2528270"/>
                  </a:lnTo>
                  <a:lnTo>
                    <a:pt x="2985247" y="2528270"/>
                  </a:lnTo>
                  <a:lnTo>
                    <a:pt x="2985372" y="2528270"/>
                  </a:lnTo>
                  <a:lnTo>
                    <a:pt x="2985498" y="2528270"/>
                  </a:lnTo>
                  <a:lnTo>
                    <a:pt x="2985623" y="2528270"/>
                  </a:lnTo>
                  <a:lnTo>
                    <a:pt x="2985748" y="2528270"/>
                  </a:lnTo>
                  <a:lnTo>
                    <a:pt x="2985873" y="2528270"/>
                  </a:lnTo>
                  <a:lnTo>
                    <a:pt x="2985998" y="2528270"/>
                  </a:lnTo>
                  <a:lnTo>
                    <a:pt x="2986123" y="2528270"/>
                  </a:lnTo>
                  <a:lnTo>
                    <a:pt x="2986248" y="2528270"/>
                  </a:lnTo>
                  <a:lnTo>
                    <a:pt x="2986373" y="2528270"/>
                  </a:lnTo>
                  <a:lnTo>
                    <a:pt x="2986498" y="2528270"/>
                  </a:lnTo>
                  <a:lnTo>
                    <a:pt x="2986623" y="2528270"/>
                  </a:lnTo>
                  <a:lnTo>
                    <a:pt x="2986748" y="2528270"/>
                  </a:lnTo>
                  <a:lnTo>
                    <a:pt x="2986873" y="2528270"/>
                  </a:lnTo>
                  <a:lnTo>
                    <a:pt x="2986998" y="2528270"/>
                  </a:lnTo>
                  <a:lnTo>
                    <a:pt x="2987123" y="2528270"/>
                  </a:lnTo>
                  <a:lnTo>
                    <a:pt x="2987248" y="2528270"/>
                  </a:lnTo>
                  <a:lnTo>
                    <a:pt x="2987373" y="2528270"/>
                  </a:lnTo>
                  <a:lnTo>
                    <a:pt x="2987498" y="2528270"/>
                  </a:lnTo>
                  <a:lnTo>
                    <a:pt x="2987623" y="2528270"/>
                  </a:lnTo>
                  <a:lnTo>
                    <a:pt x="2987748" y="2528270"/>
                  </a:lnTo>
                  <a:lnTo>
                    <a:pt x="2987873" y="2528270"/>
                  </a:lnTo>
                  <a:lnTo>
                    <a:pt x="2987998" y="2528270"/>
                  </a:lnTo>
                  <a:lnTo>
                    <a:pt x="2988123" y="2528270"/>
                  </a:lnTo>
                  <a:lnTo>
                    <a:pt x="2988248" y="2528270"/>
                  </a:lnTo>
                  <a:lnTo>
                    <a:pt x="2988374" y="2528270"/>
                  </a:lnTo>
                  <a:lnTo>
                    <a:pt x="2988499" y="2528270"/>
                  </a:lnTo>
                  <a:lnTo>
                    <a:pt x="2988624" y="2528270"/>
                  </a:lnTo>
                  <a:lnTo>
                    <a:pt x="2988749" y="2528270"/>
                  </a:lnTo>
                  <a:lnTo>
                    <a:pt x="2988874" y="2528270"/>
                  </a:lnTo>
                  <a:lnTo>
                    <a:pt x="2988999" y="2528270"/>
                  </a:lnTo>
                  <a:lnTo>
                    <a:pt x="2989124" y="2528270"/>
                  </a:lnTo>
                  <a:lnTo>
                    <a:pt x="2989249" y="2528270"/>
                  </a:lnTo>
                  <a:lnTo>
                    <a:pt x="2989374" y="2528270"/>
                  </a:lnTo>
                  <a:lnTo>
                    <a:pt x="2989499" y="2528270"/>
                  </a:lnTo>
                  <a:lnTo>
                    <a:pt x="2989624" y="2528270"/>
                  </a:lnTo>
                  <a:lnTo>
                    <a:pt x="2989749" y="2528270"/>
                  </a:lnTo>
                  <a:lnTo>
                    <a:pt x="2989874" y="2528270"/>
                  </a:lnTo>
                  <a:lnTo>
                    <a:pt x="2989999" y="2528270"/>
                  </a:lnTo>
                  <a:lnTo>
                    <a:pt x="2990124" y="2528270"/>
                  </a:lnTo>
                  <a:lnTo>
                    <a:pt x="2990249" y="2528270"/>
                  </a:lnTo>
                  <a:lnTo>
                    <a:pt x="2990374" y="2528270"/>
                  </a:lnTo>
                  <a:lnTo>
                    <a:pt x="2990499" y="2528270"/>
                  </a:lnTo>
                  <a:lnTo>
                    <a:pt x="2990624" y="2528270"/>
                  </a:lnTo>
                  <a:lnTo>
                    <a:pt x="2990749" y="2528270"/>
                  </a:lnTo>
                  <a:lnTo>
                    <a:pt x="2990874" y="2528270"/>
                  </a:lnTo>
                  <a:lnTo>
                    <a:pt x="2990999" y="2528270"/>
                  </a:lnTo>
                  <a:lnTo>
                    <a:pt x="2991124" y="2528270"/>
                  </a:lnTo>
                  <a:lnTo>
                    <a:pt x="2991249" y="2528270"/>
                  </a:lnTo>
                  <a:lnTo>
                    <a:pt x="2991375" y="2528270"/>
                  </a:lnTo>
                  <a:lnTo>
                    <a:pt x="2991500" y="2528270"/>
                  </a:lnTo>
                  <a:lnTo>
                    <a:pt x="2991625" y="2528270"/>
                  </a:lnTo>
                  <a:lnTo>
                    <a:pt x="2991750" y="2528270"/>
                  </a:lnTo>
                  <a:lnTo>
                    <a:pt x="2991875" y="2528270"/>
                  </a:lnTo>
                  <a:lnTo>
                    <a:pt x="2992000" y="2528270"/>
                  </a:lnTo>
                  <a:lnTo>
                    <a:pt x="2992125" y="2528270"/>
                  </a:lnTo>
                  <a:lnTo>
                    <a:pt x="2992250" y="2528270"/>
                  </a:lnTo>
                  <a:lnTo>
                    <a:pt x="2992375" y="2528270"/>
                  </a:lnTo>
                  <a:lnTo>
                    <a:pt x="2992500" y="2528270"/>
                  </a:lnTo>
                  <a:lnTo>
                    <a:pt x="2992625" y="2528270"/>
                  </a:lnTo>
                  <a:lnTo>
                    <a:pt x="2992750" y="2528270"/>
                  </a:lnTo>
                  <a:lnTo>
                    <a:pt x="2992875" y="2528270"/>
                  </a:lnTo>
                  <a:lnTo>
                    <a:pt x="2993000" y="2528270"/>
                  </a:lnTo>
                  <a:lnTo>
                    <a:pt x="2993125" y="2528270"/>
                  </a:lnTo>
                  <a:lnTo>
                    <a:pt x="2993250" y="2528270"/>
                  </a:lnTo>
                  <a:lnTo>
                    <a:pt x="2993375" y="2528270"/>
                  </a:lnTo>
                  <a:lnTo>
                    <a:pt x="2993500" y="2528270"/>
                  </a:lnTo>
                  <a:lnTo>
                    <a:pt x="2993625" y="2528270"/>
                  </a:lnTo>
                  <a:lnTo>
                    <a:pt x="2993750" y="2528270"/>
                  </a:lnTo>
                  <a:lnTo>
                    <a:pt x="2993875" y="2528270"/>
                  </a:lnTo>
                  <a:lnTo>
                    <a:pt x="2994000" y="2528270"/>
                  </a:lnTo>
                  <a:lnTo>
                    <a:pt x="2994125" y="2528270"/>
                  </a:lnTo>
                  <a:lnTo>
                    <a:pt x="2994250" y="2528270"/>
                  </a:lnTo>
                  <a:lnTo>
                    <a:pt x="2994376" y="2528270"/>
                  </a:lnTo>
                  <a:lnTo>
                    <a:pt x="2994501" y="2528270"/>
                  </a:lnTo>
                  <a:lnTo>
                    <a:pt x="2994626" y="2528270"/>
                  </a:lnTo>
                  <a:lnTo>
                    <a:pt x="2994751" y="2528270"/>
                  </a:lnTo>
                  <a:lnTo>
                    <a:pt x="2994876" y="2528270"/>
                  </a:lnTo>
                  <a:lnTo>
                    <a:pt x="2995001" y="2528270"/>
                  </a:lnTo>
                  <a:lnTo>
                    <a:pt x="2995126" y="2528270"/>
                  </a:lnTo>
                  <a:lnTo>
                    <a:pt x="2995126" y="2518317"/>
                  </a:lnTo>
                  <a:lnTo>
                    <a:pt x="2995251" y="2518317"/>
                  </a:lnTo>
                  <a:lnTo>
                    <a:pt x="2995376" y="2518317"/>
                  </a:lnTo>
                  <a:lnTo>
                    <a:pt x="2995501" y="2518317"/>
                  </a:lnTo>
                  <a:lnTo>
                    <a:pt x="2995626" y="2518317"/>
                  </a:lnTo>
                  <a:lnTo>
                    <a:pt x="2995751" y="2518317"/>
                  </a:lnTo>
                  <a:lnTo>
                    <a:pt x="2995876" y="2518317"/>
                  </a:lnTo>
                  <a:lnTo>
                    <a:pt x="2996001" y="2518317"/>
                  </a:lnTo>
                  <a:lnTo>
                    <a:pt x="2996126" y="2518317"/>
                  </a:lnTo>
                  <a:lnTo>
                    <a:pt x="2996251" y="2518317"/>
                  </a:lnTo>
                  <a:lnTo>
                    <a:pt x="2996376" y="2518317"/>
                  </a:lnTo>
                  <a:lnTo>
                    <a:pt x="2996501" y="2518317"/>
                  </a:lnTo>
                  <a:lnTo>
                    <a:pt x="2996626" y="2518317"/>
                  </a:lnTo>
                  <a:lnTo>
                    <a:pt x="2996751" y="2518317"/>
                  </a:lnTo>
                  <a:lnTo>
                    <a:pt x="2996876" y="2518317"/>
                  </a:lnTo>
                  <a:lnTo>
                    <a:pt x="2997001" y="2518317"/>
                  </a:lnTo>
                  <a:lnTo>
                    <a:pt x="2997126" y="2518317"/>
                  </a:lnTo>
                  <a:lnTo>
                    <a:pt x="2997251" y="2518317"/>
                  </a:lnTo>
                  <a:lnTo>
                    <a:pt x="2997377" y="2518317"/>
                  </a:lnTo>
                  <a:lnTo>
                    <a:pt x="2997502" y="2518317"/>
                  </a:lnTo>
                  <a:lnTo>
                    <a:pt x="2997627" y="2518317"/>
                  </a:lnTo>
                  <a:lnTo>
                    <a:pt x="2997752" y="2518317"/>
                  </a:lnTo>
                  <a:lnTo>
                    <a:pt x="2997877" y="2518317"/>
                  </a:lnTo>
                  <a:lnTo>
                    <a:pt x="2998002" y="2518317"/>
                  </a:lnTo>
                  <a:lnTo>
                    <a:pt x="2998127" y="2518317"/>
                  </a:lnTo>
                  <a:lnTo>
                    <a:pt x="2998252" y="2518317"/>
                  </a:lnTo>
                  <a:lnTo>
                    <a:pt x="2998377" y="2518317"/>
                  </a:lnTo>
                  <a:lnTo>
                    <a:pt x="2998502" y="2518317"/>
                  </a:lnTo>
                  <a:lnTo>
                    <a:pt x="2998502" y="2508363"/>
                  </a:lnTo>
                  <a:lnTo>
                    <a:pt x="2998627" y="2508363"/>
                  </a:lnTo>
                  <a:lnTo>
                    <a:pt x="2998752" y="2508363"/>
                  </a:lnTo>
                  <a:lnTo>
                    <a:pt x="2998877" y="2508363"/>
                  </a:lnTo>
                  <a:lnTo>
                    <a:pt x="2999002" y="2508363"/>
                  </a:lnTo>
                  <a:lnTo>
                    <a:pt x="2999127" y="2508363"/>
                  </a:lnTo>
                  <a:lnTo>
                    <a:pt x="2999252" y="2508363"/>
                  </a:lnTo>
                  <a:lnTo>
                    <a:pt x="2999377" y="2508363"/>
                  </a:lnTo>
                  <a:lnTo>
                    <a:pt x="2999502" y="2508363"/>
                  </a:lnTo>
                  <a:lnTo>
                    <a:pt x="2999627" y="2508363"/>
                  </a:lnTo>
                  <a:lnTo>
                    <a:pt x="2999752" y="2508363"/>
                  </a:lnTo>
                  <a:lnTo>
                    <a:pt x="2999877" y="2508363"/>
                  </a:lnTo>
                  <a:lnTo>
                    <a:pt x="3000002" y="2508363"/>
                  </a:lnTo>
                  <a:lnTo>
                    <a:pt x="3000127" y="2508363"/>
                  </a:lnTo>
                  <a:lnTo>
                    <a:pt x="3000252" y="2508363"/>
                  </a:lnTo>
                  <a:lnTo>
                    <a:pt x="3000378" y="2508363"/>
                  </a:lnTo>
                  <a:lnTo>
                    <a:pt x="3000503" y="2508363"/>
                  </a:lnTo>
                  <a:lnTo>
                    <a:pt x="3000628" y="2508363"/>
                  </a:lnTo>
                  <a:lnTo>
                    <a:pt x="3000753" y="2508363"/>
                  </a:lnTo>
                  <a:lnTo>
                    <a:pt x="3000878" y="2508363"/>
                  </a:lnTo>
                  <a:lnTo>
                    <a:pt x="3001003" y="2508363"/>
                  </a:lnTo>
                  <a:lnTo>
                    <a:pt x="3001128" y="2508363"/>
                  </a:lnTo>
                  <a:lnTo>
                    <a:pt x="3001253" y="2508363"/>
                  </a:lnTo>
                  <a:lnTo>
                    <a:pt x="3001378" y="2508363"/>
                  </a:lnTo>
                  <a:lnTo>
                    <a:pt x="3001503" y="2508363"/>
                  </a:lnTo>
                  <a:lnTo>
                    <a:pt x="3001628" y="2508363"/>
                  </a:lnTo>
                  <a:lnTo>
                    <a:pt x="3001753" y="2508363"/>
                  </a:lnTo>
                  <a:lnTo>
                    <a:pt x="3001878" y="2508363"/>
                  </a:lnTo>
                  <a:lnTo>
                    <a:pt x="3002003" y="2508363"/>
                  </a:lnTo>
                  <a:lnTo>
                    <a:pt x="3002128" y="2508363"/>
                  </a:lnTo>
                  <a:lnTo>
                    <a:pt x="3002253" y="2508363"/>
                  </a:lnTo>
                  <a:lnTo>
                    <a:pt x="3002378" y="2508363"/>
                  </a:lnTo>
                  <a:lnTo>
                    <a:pt x="3002503" y="2508363"/>
                  </a:lnTo>
                  <a:lnTo>
                    <a:pt x="3002628" y="2508363"/>
                  </a:lnTo>
                  <a:lnTo>
                    <a:pt x="3002753" y="2508363"/>
                  </a:lnTo>
                  <a:lnTo>
                    <a:pt x="3002878" y="2508363"/>
                  </a:lnTo>
                  <a:lnTo>
                    <a:pt x="3003003" y="2508363"/>
                  </a:lnTo>
                  <a:lnTo>
                    <a:pt x="3003128" y="2508363"/>
                  </a:lnTo>
                  <a:lnTo>
                    <a:pt x="3003253" y="2508363"/>
                  </a:lnTo>
                  <a:lnTo>
                    <a:pt x="3003379" y="2508363"/>
                  </a:lnTo>
                  <a:lnTo>
                    <a:pt x="3003504" y="2508363"/>
                  </a:lnTo>
                  <a:lnTo>
                    <a:pt x="3003629" y="2508363"/>
                  </a:lnTo>
                  <a:lnTo>
                    <a:pt x="3003754" y="2508363"/>
                  </a:lnTo>
                  <a:lnTo>
                    <a:pt x="3003879" y="2508363"/>
                  </a:lnTo>
                  <a:lnTo>
                    <a:pt x="3004004" y="2508363"/>
                  </a:lnTo>
                  <a:lnTo>
                    <a:pt x="3004129" y="2508363"/>
                  </a:lnTo>
                  <a:lnTo>
                    <a:pt x="3004254" y="2508363"/>
                  </a:lnTo>
                  <a:lnTo>
                    <a:pt x="3004379" y="2508363"/>
                  </a:lnTo>
                  <a:lnTo>
                    <a:pt x="3004504" y="2508363"/>
                  </a:lnTo>
                  <a:lnTo>
                    <a:pt x="3004629" y="2508363"/>
                  </a:lnTo>
                  <a:lnTo>
                    <a:pt x="3004754" y="2508363"/>
                  </a:lnTo>
                  <a:lnTo>
                    <a:pt x="3004879" y="2508363"/>
                  </a:lnTo>
                  <a:lnTo>
                    <a:pt x="3005004" y="2508363"/>
                  </a:lnTo>
                  <a:lnTo>
                    <a:pt x="3005129" y="2508363"/>
                  </a:lnTo>
                  <a:lnTo>
                    <a:pt x="3005254" y="2508363"/>
                  </a:lnTo>
                  <a:lnTo>
                    <a:pt x="3005379" y="2508363"/>
                  </a:lnTo>
                  <a:lnTo>
                    <a:pt x="3005504" y="2508363"/>
                  </a:lnTo>
                  <a:lnTo>
                    <a:pt x="3005629" y="2508363"/>
                  </a:lnTo>
                  <a:lnTo>
                    <a:pt x="3005754" y="2508363"/>
                  </a:lnTo>
                  <a:lnTo>
                    <a:pt x="3005879" y="2508363"/>
                  </a:lnTo>
                  <a:lnTo>
                    <a:pt x="3006004" y="2508363"/>
                  </a:lnTo>
                  <a:lnTo>
                    <a:pt x="3006129" y="2508363"/>
                  </a:lnTo>
                  <a:lnTo>
                    <a:pt x="3006254" y="2508363"/>
                  </a:lnTo>
                  <a:lnTo>
                    <a:pt x="3006380" y="2508363"/>
                  </a:lnTo>
                  <a:lnTo>
                    <a:pt x="3006505" y="2508363"/>
                  </a:lnTo>
                  <a:lnTo>
                    <a:pt x="3006630" y="2508363"/>
                  </a:lnTo>
                  <a:lnTo>
                    <a:pt x="3006755" y="2508363"/>
                  </a:lnTo>
                  <a:lnTo>
                    <a:pt x="3006880" y="2508363"/>
                  </a:lnTo>
                  <a:lnTo>
                    <a:pt x="3007005" y="2508363"/>
                  </a:lnTo>
                  <a:lnTo>
                    <a:pt x="3007130" y="2508363"/>
                  </a:lnTo>
                  <a:lnTo>
                    <a:pt x="3007255" y="2508363"/>
                  </a:lnTo>
                  <a:lnTo>
                    <a:pt x="3007380" y="2508363"/>
                  </a:lnTo>
                  <a:lnTo>
                    <a:pt x="3007505" y="2508363"/>
                  </a:lnTo>
                  <a:lnTo>
                    <a:pt x="3007630" y="2508363"/>
                  </a:lnTo>
                  <a:lnTo>
                    <a:pt x="3007755" y="2508363"/>
                  </a:lnTo>
                  <a:lnTo>
                    <a:pt x="3007880" y="2508363"/>
                  </a:lnTo>
                  <a:lnTo>
                    <a:pt x="3008005" y="2508363"/>
                  </a:lnTo>
                  <a:lnTo>
                    <a:pt x="3008130" y="2508363"/>
                  </a:lnTo>
                  <a:lnTo>
                    <a:pt x="3008255" y="2508363"/>
                  </a:lnTo>
                  <a:lnTo>
                    <a:pt x="3008380" y="2508363"/>
                  </a:lnTo>
                  <a:lnTo>
                    <a:pt x="3008505" y="2508363"/>
                  </a:lnTo>
                  <a:lnTo>
                    <a:pt x="3008630" y="2508363"/>
                  </a:lnTo>
                  <a:lnTo>
                    <a:pt x="3008755" y="2508363"/>
                  </a:lnTo>
                  <a:lnTo>
                    <a:pt x="3008880" y="2508363"/>
                  </a:lnTo>
                  <a:lnTo>
                    <a:pt x="3009005" y="2508363"/>
                  </a:lnTo>
                  <a:lnTo>
                    <a:pt x="3009130" y="2508363"/>
                  </a:lnTo>
                  <a:lnTo>
                    <a:pt x="3009255" y="2508363"/>
                  </a:lnTo>
                  <a:lnTo>
                    <a:pt x="3009381" y="2508363"/>
                  </a:lnTo>
                  <a:lnTo>
                    <a:pt x="3009506" y="2508363"/>
                  </a:lnTo>
                  <a:lnTo>
                    <a:pt x="3009631" y="2508363"/>
                  </a:lnTo>
                  <a:lnTo>
                    <a:pt x="3009756" y="2508363"/>
                  </a:lnTo>
                  <a:lnTo>
                    <a:pt x="3009881" y="2508363"/>
                  </a:lnTo>
                  <a:lnTo>
                    <a:pt x="3010006" y="2508363"/>
                  </a:lnTo>
                  <a:lnTo>
                    <a:pt x="3010131" y="2508363"/>
                  </a:lnTo>
                  <a:lnTo>
                    <a:pt x="3010256" y="2508363"/>
                  </a:lnTo>
                  <a:lnTo>
                    <a:pt x="3010381" y="2508363"/>
                  </a:lnTo>
                  <a:lnTo>
                    <a:pt x="3010506" y="2508363"/>
                  </a:lnTo>
                  <a:lnTo>
                    <a:pt x="3010631" y="2508363"/>
                  </a:lnTo>
                  <a:lnTo>
                    <a:pt x="3010756" y="2508363"/>
                  </a:lnTo>
                  <a:lnTo>
                    <a:pt x="3010881" y="2508363"/>
                  </a:lnTo>
                  <a:lnTo>
                    <a:pt x="3011006" y="2508363"/>
                  </a:lnTo>
                  <a:lnTo>
                    <a:pt x="3011131" y="2508363"/>
                  </a:lnTo>
                  <a:lnTo>
                    <a:pt x="3011256" y="2508363"/>
                  </a:lnTo>
                  <a:lnTo>
                    <a:pt x="3011381" y="2508363"/>
                  </a:lnTo>
                  <a:lnTo>
                    <a:pt x="3011506" y="2508363"/>
                  </a:lnTo>
                  <a:lnTo>
                    <a:pt x="3011631" y="2508363"/>
                  </a:lnTo>
                  <a:lnTo>
                    <a:pt x="3011756" y="2508363"/>
                  </a:lnTo>
                  <a:lnTo>
                    <a:pt x="3011881" y="2508363"/>
                  </a:lnTo>
                  <a:lnTo>
                    <a:pt x="3012006" y="2508363"/>
                  </a:lnTo>
                  <a:lnTo>
                    <a:pt x="3012131" y="2508363"/>
                  </a:lnTo>
                  <a:lnTo>
                    <a:pt x="3012256" y="2508363"/>
                  </a:lnTo>
                  <a:lnTo>
                    <a:pt x="3012382" y="2508363"/>
                  </a:lnTo>
                  <a:lnTo>
                    <a:pt x="3012507" y="2508363"/>
                  </a:lnTo>
                  <a:lnTo>
                    <a:pt x="3012632" y="2508363"/>
                  </a:lnTo>
                  <a:lnTo>
                    <a:pt x="3012757" y="2508363"/>
                  </a:lnTo>
                  <a:lnTo>
                    <a:pt x="3012882" y="2508363"/>
                  </a:lnTo>
                  <a:lnTo>
                    <a:pt x="3013007" y="2508363"/>
                  </a:lnTo>
                  <a:lnTo>
                    <a:pt x="3013132" y="2508363"/>
                  </a:lnTo>
                  <a:lnTo>
                    <a:pt x="3013257" y="2508363"/>
                  </a:lnTo>
                  <a:lnTo>
                    <a:pt x="3013382" y="2508363"/>
                  </a:lnTo>
                  <a:lnTo>
                    <a:pt x="3013507" y="2508363"/>
                  </a:lnTo>
                  <a:lnTo>
                    <a:pt x="3013632" y="2508363"/>
                  </a:lnTo>
                  <a:lnTo>
                    <a:pt x="3013757" y="2508363"/>
                  </a:lnTo>
                  <a:lnTo>
                    <a:pt x="3013882" y="2508363"/>
                  </a:lnTo>
                  <a:lnTo>
                    <a:pt x="3014007" y="2508363"/>
                  </a:lnTo>
                  <a:lnTo>
                    <a:pt x="3014132" y="2508363"/>
                  </a:lnTo>
                  <a:lnTo>
                    <a:pt x="3014257" y="2508363"/>
                  </a:lnTo>
                  <a:lnTo>
                    <a:pt x="3014382" y="2508363"/>
                  </a:lnTo>
                  <a:lnTo>
                    <a:pt x="3014507" y="2508363"/>
                  </a:lnTo>
                  <a:lnTo>
                    <a:pt x="3014632" y="2508363"/>
                  </a:lnTo>
                  <a:lnTo>
                    <a:pt x="3014757" y="2508363"/>
                  </a:lnTo>
                  <a:lnTo>
                    <a:pt x="3014882" y="2508363"/>
                  </a:lnTo>
                  <a:lnTo>
                    <a:pt x="3015007" y="2508363"/>
                  </a:lnTo>
                  <a:lnTo>
                    <a:pt x="3015132" y="2508363"/>
                  </a:lnTo>
                  <a:lnTo>
                    <a:pt x="3015257" y="2508363"/>
                  </a:lnTo>
                  <a:lnTo>
                    <a:pt x="3015383" y="2508363"/>
                  </a:lnTo>
                  <a:lnTo>
                    <a:pt x="3015508" y="2508363"/>
                  </a:lnTo>
                  <a:lnTo>
                    <a:pt x="3015633" y="2508363"/>
                  </a:lnTo>
                  <a:lnTo>
                    <a:pt x="3015758" y="2508363"/>
                  </a:lnTo>
                  <a:lnTo>
                    <a:pt x="3015883" y="2508363"/>
                  </a:lnTo>
                  <a:lnTo>
                    <a:pt x="3016008" y="2508363"/>
                  </a:lnTo>
                  <a:lnTo>
                    <a:pt x="3016133" y="2508363"/>
                  </a:lnTo>
                  <a:lnTo>
                    <a:pt x="3016258" y="2508363"/>
                  </a:lnTo>
                  <a:lnTo>
                    <a:pt x="3016383" y="2508363"/>
                  </a:lnTo>
                  <a:lnTo>
                    <a:pt x="3016508" y="2508363"/>
                  </a:lnTo>
                  <a:lnTo>
                    <a:pt x="3016633" y="2508363"/>
                  </a:lnTo>
                  <a:lnTo>
                    <a:pt x="3016758" y="2508363"/>
                  </a:lnTo>
                  <a:lnTo>
                    <a:pt x="3016883" y="2508363"/>
                  </a:lnTo>
                  <a:lnTo>
                    <a:pt x="3017008" y="2508363"/>
                  </a:lnTo>
                  <a:lnTo>
                    <a:pt x="3017133" y="2508363"/>
                  </a:lnTo>
                  <a:lnTo>
                    <a:pt x="3017258" y="2508363"/>
                  </a:lnTo>
                  <a:lnTo>
                    <a:pt x="3017383" y="2508363"/>
                  </a:lnTo>
                  <a:lnTo>
                    <a:pt x="3017508" y="2508363"/>
                  </a:lnTo>
                  <a:lnTo>
                    <a:pt x="3017633" y="2508363"/>
                  </a:lnTo>
                  <a:lnTo>
                    <a:pt x="3017758" y="2508363"/>
                  </a:lnTo>
                  <a:lnTo>
                    <a:pt x="3017883" y="2508363"/>
                  </a:lnTo>
                  <a:lnTo>
                    <a:pt x="3018008" y="2508363"/>
                  </a:lnTo>
                  <a:lnTo>
                    <a:pt x="3018133" y="2508363"/>
                  </a:lnTo>
                  <a:lnTo>
                    <a:pt x="3018258" y="2508363"/>
                  </a:lnTo>
                  <a:lnTo>
                    <a:pt x="3018384" y="2508363"/>
                  </a:lnTo>
                  <a:lnTo>
                    <a:pt x="3018509" y="2508363"/>
                  </a:lnTo>
                  <a:lnTo>
                    <a:pt x="3018634" y="2508363"/>
                  </a:lnTo>
                  <a:lnTo>
                    <a:pt x="3018759" y="2508363"/>
                  </a:lnTo>
                  <a:lnTo>
                    <a:pt x="3018884" y="2508363"/>
                  </a:lnTo>
                  <a:lnTo>
                    <a:pt x="3019009" y="2508363"/>
                  </a:lnTo>
                  <a:lnTo>
                    <a:pt x="3019134" y="2508363"/>
                  </a:lnTo>
                  <a:lnTo>
                    <a:pt x="3019259" y="2508363"/>
                  </a:lnTo>
                  <a:lnTo>
                    <a:pt x="3019384" y="2508363"/>
                  </a:lnTo>
                  <a:lnTo>
                    <a:pt x="3019509" y="2508363"/>
                  </a:lnTo>
                  <a:lnTo>
                    <a:pt x="3019634" y="2508363"/>
                  </a:lnTo>
                  <a:lnTo>
                    <a:pt x="3019759" y="2508363"/>
                  </a:lnTo>
                  <a:lnTo>
                    <a:pt x="3019884" y="2508363"/>
                  </a:lnTo>
                  <a:lnTo>
                    <a:pt x="3020009" y="2508363"/>
                  </a:lnTo>
                  <a:lnTo>
                    <a:pt x="3020134" y="2508363"/>
                  </a:lnTo>
                  <a:lnTo>
                    <a:pt x="3020259" y="2508363"/>
                  </a:lnTo>
                  <a:lnTo>
                    <a:pt x="3020384" y="2508363"/>
                  </a:lnTo>
                  <a:lnTo>
                    <a:pt x="3020509" y="2508363"/>
                  </a:lnTo>
                  <a:lnTo>
                    <a:pt x="3020634" y="2508363"/>
                  </a:lnTo>
                  <a:lnTo>
                    <a:pt x="3020759" y="2508363"/>
                  </a:lnTo>
                  <a:lnTo>
                    <a:pt x="3020884" y="2508363"/>
                  </a:lnTo>
                  <a:lnTo>
                    <a:pt x="3021009" y="2508363"/>
                  </a:lnTo>
                  <a:lnTo>
                    <a:pt x="3021134" y="2508363"/>
                  </a:lnTo>
                  <a:lnTo>
                    <a:pt x="3021259" y="2508363"/>
                  </a:lnTo>
                  <a:lnTo>
                    <a:pt x="3021385" y="2508363"/>
                  </a:lnTo>
                  <a:lnTo>
                    <a:pt x="3021510" y="2508363"/>
                  </a:lnTo>
                  <a:lnTo>
                    <a:pt x="3021635" y="2508363"/>
                  </a:lnTo>
                  <a:lnTo>
                    <a:pt x="3021760" y="2508363"/>
                  </a:lnTo>
                  <a:lnTo>
                    <a:pt x="3021885" y="2508363"/>
                  </a:lnTo>
                  <a:lnTo>
                    <a:pt x="3022010" y="2508363"/>
                  </a:lnTo>
                  <a:lnTo>
                    <a:pt x="3022135" y="2508363"/>
                  </a:lnTo>
                  <a:lnTo>
                    <a:pt x="3022260" y="2508363"/>
                  </a:lnTo>
                  <a:lnTo>
                    <a:pt x="3022385" y="2508363"/>
                  </a:lnTo>
                  <a:lnTo>
                    <a:pt x="3022510" y="2508363"/>
                  </a:lnTo>
                  <a:lnTo>
                    <a:pt x="3022635" y="2508363"/>
                  </a:lnTo>
                  <a:lnTo>
                    <a:pt x="3022760" y="2508363"/>
                  </a:lnTo>
                  <a:lnTo>
                    <a:pt x="3022885" y="2508363"/>
                  </a:lnTo>
                  <a:lnTo>
                    <a:pt x="3023010" y="2508363"/>
                  </a:lnTo>
                  <a:lnTo>
                    <a:pt x="3023135" y="2508363"/>
                  </a:lnTo>
                  <a:lnTo>
                    <a:pt x="3023260" y="2508363"/>
                  </a:lnTo>
                  <a:lnTo>
                    <a:pt x="3023385" y="2508363"/>
                  </a:lnTo>
                  <a:lnTo>
                    <a:pt x="3023510" y="2508363"/>
                  </a:lnTo>
                  <a:lnTo>
                    <a:pt x="3023635" y="2508363"/>
                  </a:lnTo>
                  <a:lnTo>
                    <a:pt x="3023760" y="2508363"/>
                  </a:lnTo>
                  <a:lnTo>
                    <a:pt x="3023885" y="2508363"/>
                  </a:lnTo>
                  <a:lnTo>
                    <a:pt x="3024010" y="2508363"/>
                  </a:lnTo>
                  <a:lnTo>
                    <a:pt x="3024135" y="2508363"/>
                  </a:lnTo>
                  <a:lnTo>
                    <a:pt x="3024260" y="2508363"/>
                  </a:lnTo>
                  <a:lnTo>
                    <a:pt x="3024386" y="2508363"/>
                  </a:lnTo>
                  <a:lnTo>
                    <a:pt x="3024511" y="2508363"/>
                  </a:lnTo>
                  <a:lnTo>
                    <a:pt x="3024636" y="2508363"/>
                  </a:lnTo>
                  <a:lnTo>
                    <a:pt x="3024761" y="2508363"/>
                  </a:lnTo>
                  <a:lnTo>
                    <a:pt x="3024886" y="2508363"/>
                  </a:lnTo>
                  <a:lnTo>
                    <a:pt x="3025011" y="2508363"/>
                  </a:lnTo>
                  <a:lnTo>
                    <a:pt x="3025136" y="2508363"/>
                  </a:lnTo>
                  <a:lnTo>
                    <a:pt x="3025261" y="2508363"/>
                  </a:lnTo>
                  <a:lnTo>
                    <a:pt x="3025386" y="2508363"/>
                  </a:lnTo>
                  <a:lnTo>
                    <a:pt x="3025511" y="2508363"/>
                  </a:lnTo>
                  <a:lnTo>
                    <a:pt x="3025636" y="2508363"/>
                  </a:lnTo>
                  <a:lnTo>
                    <a:pt x="3025761" y="2508363"/>
                  </a:lnTo>
                  <a:lnTo>
                    <a:pt x="3025886" y="2508363"/>
                  </a:lnTo>
                  <a:lnTo>
                    <a:pt x="3026011" y="2508363"/>
                  </a:lnTo>
                  <a:lnTo>
                    <a:pt x="3026136" y="2508363"/>
                  </a:lnTo>
                  <a:lnTo>
                    <a:pt x="3026261" y="2508363"/>
                  </a:lnTo>
                  <a:lnTo>
                    <a:pt x="3026261" y="2498409"/>
                  </a:lnTo>
                  <a:lnTo>
                    <a:pt x="3026386" y="2498409"/>
                  </a:lnTo>
                  <a:lnTo>
                    <a:pt x="3026511" y="2498409"/>
                  </a:lnTo>
                  <a:lnTo>
                    <a:pt x="3026636" y="2498409"/>
                  </a:lnTo>
                  <a:lnTo>
                    <a:pt x="3026761" y="2498409"/>
                  </a:lnTo>
                  <a:lnTo>
                    <a:pt x="3026886" y="2498409"/>
                  </a:lnTo>
                  <a:lnTo>
                    <a:pt x="3027011" y="2498409"/>
                  </a:lnTo>
                  <a:lnTo>
                    <a:pt x="3027136" y="2498409"/>
                  </a:lnTo>
                  <a:lnTo>
                    <a:pt x="3027262" y="2498409"/>
                  </a:lnTo>
                  <a:lnTo>
                    <a:pt x="3027387" y="2498409"/>
                  </a:lnTo>
                  <a:lnTo>
                    <a:pt x="3027512" y="2498409"/>
                  </a:lnTo>
                  <a:lnTo>
                    <a:pt x="3027637" y="2498409"/>
                  </a:lnTo>
                  <a:lnTo>
                    <a:pt x="3027762" y="2498409"/>
                  </a:lnTo>
                  <a:lnTo>
                    <a:pt x="3027887" y="2498409"/>
                  </a:lnTo>
                  <a:lnTo>
                    <a:pt x="3028012" y="2498409"/>
                  </a:lnTo>
                  <a:lnTo>
                    <a:pt x="3028137" y="2498409"/>
                  </a:lnTo>
                  <a:lnTo>
                    <a:pt x="3028262" y="2498409"/>
                  </a:lnTo>
                  <a:lnTo>
                    <a:pt x="3028387" y="2498409"/>
                  </a:lnTo>
                  <a:lnTo>
                    <a:pt x="3028512" y="2498409"/>
                  </a:lnTo>
                  <a:lnTo>
                    <a:pt x="3028637" y="2498409"/>
                  </a:lnTo>
                  <a:lnTo>
                    <a:pt x="3028762" y="2498409"/>
                  </a:lnTo>
                  <a:lnTo>
                    <a:pt x="3028887" y="2498409"/>
                  </a:lnTo>
                  <a:lnTo>
                    <a:pt x="3029012" y="2498409"/>
                  </a:lnTo>
                  <a:lnTo>
                    <a:pt x="3029137" y="2498409"/>
                  </a:lnTo>
                  <a:lnTo>
                    <a:pt x="3029262" y="2498409"/>
                  </a:lnTo>
                  <a:lnTo>
                    <a:pt x="3029387" y="2498409"/>
                  </a:lnTo>
                  <a:lnTo>
                    <a:pt x="3029512" y="2498409"/>
                  </a:lnTo>
                  <a:lnTo>
                    <a:pt x="3029637" y="2498409"/>
                  </a:lnTo>
                  <a:lnTo>
                    <a:pt x="3029762" y="2498409"/>
                  </a:lnTo>
                  <a:lnTo>
                    <a:pt x="3029887" y="2498409"/>
                  </a:lnTo>
                  <a:lnTo>
                    <a:pt x="3030012" y="2498409"/>
                  </a:lnTo>
                  <a:lnTo>
                    <a:pt x="3030137" y="2498409"/>
                  </a:lnTo>
                  <a:lnTo>
                    <a:pt x="3030263" y="2498409"/>
                  </a:lnTo>
                  <a:lnTo>
                    <a:pt x="3030388" y="2498409"/>
                  </a:lnTo>
                  <a:lnTo>
                    <a:pt x="3030513" y="2498409"/>
                  </a:lnTo>
                  <a:lnTo>
                    <a:pt x="3030638" y="2498409"/>
                  </a:lnTo>
                  <a:lnTo>
                    <a:pt x="3030763" y="2498409"/>
                  </a:lnTo>
                  <a:lnTo>
                    <a:pt x="3030888" y="2498409"/>
                  </a:lnTo>
                  <a:lnTo>
                    <a:pt x="3031013" y="2498409"/>
                  </a:lnTo>
                  <a:lnTo>
                    <a:pt x="3031138" y="2498409"/>
                  </a:lnTo>
                  <a:lnTo>
                    <a:pt x="3031263" y="2498409"/>
                  </a:lnTo>
                  <a:lnTo>
                    <a:pt x="3031388" y="2498409"/>
                  </a:lnTo>
                  <a:lnTo>
                    <a:pt x="3031513" y="2498409"/>
                  </a:lnTo>
                  <a:lnTo>
                    <a:pt x="3031638" y="2498409"/>
                  </a:lnTo>
                  <a:lnTo>
                    <a:pt x="3031763" y="2498409"/>
                  </a:lnTo>
                  <a:lnTo>
                    <a:pt x="3031888" y="2498409"/>
                  </a:lnTo>
                  <a:lnTo>
                    <a:pt x="3032013" y="2498409"/>
                  </a:lnTo>
                  <a:lnTo>
                    <a:pt x="3032138" y="2498409"/>
                  </a:lnTo>
                  <a:lnTo>
                    <a:pt x="3032263" y="2498409"/>
                  </a:lnTo>
                  <a:lnTo>
                    <a:pt x="3032388" y="2498409"/>
                  </a:lnTo>
                  <a:lnTo>
                    <a:pt x="3032513" y="2498409"/>
                  </a:lnTo>
                  <a:lnTo>
                    <a:pt x="3032638" y="2498409"/>
                  </a:lnTo>
                  <a:lnTo>
                    <a:pt x="3032763" y="2498409"/>
                  </a:lnTo>
                  <a:lnTo>
                    <a:pt x="3032888" y="2498409"/>
                  </a:lnTo>
                  <a:lnTo>
                    <a:pt x="3033013" y="2498409"/>
                  </a:lnTo>
                  <a:lnTo>
                    <a:pt x="3033138" y="2498409"/>
                  </a:lnTo>
                  <a:lnTo>
                    <a:pt x="3033264" y="2498409"/>
                  </a:lnTo>
                  <a:lnTo>
                    <a:pt x="3033389" y="2498409"/>
                  </a:lnTo>
                  <a:lnTo>
                    <a:pt x="3033514" y="2498409"/>
                  </a:lnTo>
                  <a:lnTo>
                    <a:pt x="3033639" y="2498409"/>
                  </a:lnTo>
                  <a:lnTo>
                    <a:pt x="3033764" y="2498409"/>
                  </a:lnTo>
                  <a:lnTo>
                    <a:pt x="3033889" y="2498409"/>
                  </a:lnTo>
                  <a:lnTo>
                    <a:pt x="3034014" y="2498409"/>
                  </a:lnTo>
                  <a:lnTo>
                    <a:pt x="3034139" y="2498409"/>
                  </a:lnTo>
                  <a:lnTo>
                    <a:pt x="3034264" y="2498409"/>
                  </a:lnTo>
                  <a:lnTo>
                    <a:pt x="3034389" y="2498409"/>
                  </a:lnTo>
                  <a:lnTo>
                    <a:pt x="3034514" y="2498409"/>
                  </a:lnTo>
                  <a:lnTo>
                    <a:pt x="3034639" y="2498409"/>
                  </a:lnTo>
                  <a:lnTo>
                    <a:pt x="3034764" y="2498409"/>
                  </a:lnTo>
                  <a:lnTo>
                    <a:pt x="3034889" y="2498409"/>
                  </a:lnTo>
                  <a:lnTo>
                    <a:pt x="3035014" y="2498409"/>
                  </a:lnTo>
                  <a:lnTo>
                    <a:pt x="3035139" y="2498409"/>
                  </a:lnTo>
                  <a:lnTo>
                    <a:pt x="3035264" y="2498409"/>
                  </a:lnTo>
                  <a:lnTo>
                    <a:pt x="3035389" y="2498409"/>
                  </a:lnTo>
                  <a:lnTo>
                    <a:pt x="3035514" y="2498409"/>
                  </a:lnTo>
                  <a:lnTo>
                    <a:pt x="3035639" y="2498409"/>
                  </a:lnTo>
                  <a:lnTo>
                    <a:pt x="3035764" y="2498409"/>
                  </a:lnTo>
                  <a:lnTo>
                    <a:pt x="3035889" y="2498409"/>
                  </a:lnTo>
                  <a:lnTo>
                    <a:pt x="3036014" y="2498409"/>
                  </a:lnTo>
                  <a:lnTo>
                    <a:pt x="3036139" y="2498409"/>
                  </a:lnTo>
                  <a:lnTo>
                    <a:pt x="3036265" y="2498409"/>
                  </a:lnTo>
                  <a:lnTo>
                    <a:pt x="3036390" y="2498409"/>
                  </a:lnTo>
                  <a:lnTo>
                    <a:pt x="3036515" y="2498409"/>
                  </a:lnTo>
                  <a:lnTo>
                    <a:pt x="3036640" y="2498409"/>
                  </a:lnTo>
                  <a:lnTo>
                    <a:pt x="3036765" y="2498409"/>
                  </a:lnTo>
                  <a:lnTo>
                    <a:pt x="3036890" y="2498409"/>
                  </a:lnTo>
                  <a:lnTo>
                    <a:pt x="3037015" y="2498409"/>
                  </a:lnTo>
                  <a:lnTo>
                    <a:pt x="3037140" y="2498409"/>
                  </a:lnTo>
                  <a:lnTo>
                    <a:pt x="3037265" y="2498409"/>
                  </a:lnTo>
                  <a:lnTo>
                    <a:pt x="3037390" y="2498409"/>
                  </a:lnTo>
                  <a:lnTo>
                    <a:pt x="3037515" y="2498409"/>
                  </a:lnTo>
                  <a:lnTo>
                    <a:pt x="3037640" y="2498409"/>
                  </a:lnTo>
                  <a:lnTo>
                    <a:pt x="3037765" y="2498409"/>
                  </a:lnTo>
                  <a:lnTo>
                    <a:pt x="3037890" y="2498409"/>
                  </a:lnTo>
                  <a:lnTo>
                    <a:pt x="3038015" y="2498409"/>
                  </a:lnTo>
                  <a:lnTo>
                    <a:pt x="3038140" y="2498409"/>
                  </a:lnTo>
                  <a:lnTo>
                    <a:pt x="3038265" y="2498409"/>
                  </a:lnTo>
                  <a:lnTo>
                    <a:pt x="3038390" y="2498409"/>
                  </a:lnTo>
                  <a:lnTo>
                    <a:pt x="3038515" y="2498409"/>
                  </a:lnTo>
                  <a:lnTo>
                    <a:pt x="3038640" y="2498409"/>
                  </a:lnTo>
                  <a:lnTo>
                    <a:pt x="3038765" y="2498409"/>
                  </a:lnTo>
                  <a:lnTo>
                    <a:pt x="3038890" y="2498409"/>
                  </a:lnTo>
                  <a:lnTo>
                    <a:pt x="3039015" y="2498409"/>
                  </a:lnTo>
                  <a:lnTo>
                    <a:pt x="3039140" y="2498409"/>
                  </a:lnTo>
                  <a:lnTo>
                    <a:pt x="3039140" y="2488455"/>
                  </a:lnTo>
                  <a:lnTo>
                    <a:pt x="3039266" y="2488455"/>
                  </a:lnTo>
                  <a:lnTo>
                    <a:pt x="3039391" y="2488455"/>
                  </a:lnTo>
                  <a:lnTo>
                    <a:pt x="3039516" y="2488455"/>
                  </a:lnTo>
                  <a:lnTo>
                    <a:pt x="3039641" y="2488455"/>
                  </a:lnTo>
                  <a:lnTo>
                    <a:pt x="3039766" y="2488455"/>
                  </a:lnTo>
                  <a:lnTo>
                    <a:pt x="3039891" y="2488455"/>
                  </a:lnTo>
                  <a:lnTo>
                    <a:pt x="3040016" y="2488455"/>
                  </a:lnTo>
                  <a:lnTo>
                    <a:pt x="3040141" y="2488455"/>
                  </a:lnTo>
                  <a:lnTo>
                    <a:pt x="3040266" y="2488455"/>
                  </a:lnTo>
                  <a:lnTo>
                    <a:pt x="3040391" y="2488455"/>
                  </a:lnTo>
                  <a:lnTo>
                    <a:pt x="3040516" y="2488455"/>
                  </a:lnTo>
                  <a:lnTo>
                    <a:pt x="3040641" y="2488455"/>
                  </a:lnTo>
                  <a:lnTo>
                    <a:pt x="3040766" y="2488455"/>
                  </a:lnTo>
                  <a:lnTo>
                    <a:pt x="3040766" y="2478501"/>
                  </a:lnTo>
                  <a:lnTo>
                    <a:pt x="3040891" y="2478501"/>
                  </a:lnTo>
                  <a:lnTo>
                    <a:pt x="3041016" y="2478501"/>
                  </a:lnTo>
                  <a:lnTo>
                    <a:pt x="3041141" y="2478501"/>
                  </a:lnTo>
                  <a:lnTo>
                    <a:pt x="3041266" y="2478501"/>
                  </a:lnTo>
                  <a:lnTo>
                    <a:pt x="3041391" y="2478501"/>
                  </a:lnTo>
                  <a:lnTo>
                    <a:pt x="3041516" y="2478501"/>
                  </a:lnTo>
                  <a:lnTo>
                    <a:pt x="3041641" y="2478501"/>
                  </a:lnTo>
                  <a:lnTo>
                    <a:pt x="3041766" y="2478501"/>
                  </a:lnTo>
                  <a:lnTo>
                    <a:pt x="3041891" y="2478501"/>
                  </a:lnTo>
                  <a:lnTo>
                    <a:pt x="3042016" y="2478501"/>
                  </a:lnTo>
                  <a:lnTo>
                    <a:pt x="3042141" y="2478501"/>
                  </a:lnTo>
                  <a:lnTo>
                    <a:pt x="3042267" y="2478501"/>
                  </a:lnTo>
                  <a:lnTo>
                    <a:pt x="3042392" y="2478501"/>
                  </a:lnTo>
                  <a:lnTo>
                    <a:pt x="3042517" y="2478501"/>
                  </a:lnTo>
                  <a:lnTo>
                    <a:pt x="3042642" y="2478501"/>
                  </a:lnTo>
                  <a:lnTo>
                    <a:pt x="3042767" y="2478501"/>
                  </a:lnTo>
                  <a:lnTo>
                    <a:pt x="3042767" y="2468548"/>
                  </a:lnTo>
                  <a:lnTo>
                    <a:pt x="3042892" y="2468548"/>
                  </a:lnTo>
                  <a:lnTo>
                    <a:pt x="3043017" y="2468548"/>
                  </a:lnTo>
                  <a:lnTo>
                    <a:pt x="3043142" y="2468548"/>
                  </a:lnTo>
                  <a:lnTo>
                    <a:pt x="3043267" y="2468548"/>
                  </a:lnTo>
                  <a:lnTo>
                    <a:pt x="3043392" y="2468548"/>
                  </a:lnTo>
                  <a:lnTo>
                    <a:pt x="3043517" y="2468548"/>
                  </a:lnTo>
                  <a:lnTo>
                    <a:pt x="3043642" y="2468548"/>
                  </a:lnTo>
                  <a:lnTo>
                    <a:pt x="3043767" y="2468548"/>
                  </a:lnTo>
                  <a:lnTo>
                    <a:pt x="3043892" y="2468548"/>
                  </a:lnTo>
                  <a:lnTo>
                    <a:pt x="3044017" y="2468548"/>
                  </a:lnTo>
                  <a:lnTo>
                    <a:pt x="3044142" y="2468548"/>
                  </a:lnTo>
                  <a:lnTo>
                    <a:pt x="3044267" y="2468548"/>
                  </a:lnTo>
                  <a:lnTo>
                    <a:pt x="3044392" y="2468548"/>
                  </a:lnTo>
                  <a:lnTo>
                    <a:pt x="3044517" y="2468548"/>
                  </a:lnTo>
                  <a:lnTo>
                    <a:pt x="3044642" y="2468548"/>
                  </a:lnTo>
                  <a:lnTo>
                    <a:pt x="3044767" y="2468548"/>
                  </a:lnTo>
                  <a:lnTo>
                    <a:pt x="3044892" y="2468548"/>
                  </a:lnTo>
                  <a:lnTo>
                    <a:pt x="3045017" y="2468548"/>
                  </a:lnTo>
                  <a:lnTo>
                    <a:pt x="3045142" y="2468548"/>
                  </a:lnTo>
                  <a:lnTo>
                    <a:pt x="3045268" y="2468548"/>
                  </a:lnTo>
                  <a:lnTo>
                    <a:pt x="3045393" y="2468548"/>
                  </a:lnTo>
                  <a:lnTo>
                    <a:pt x="3045518" y="2468548"/>
                  </a:lnTo>
                  <a:lnTo>
                    <a:pt x="3045643" y="2468548"/>
                  </a:lnTo>
                  <a:lnTo>
                    <a:pt x="3045768" y="2468548"/>
                  </a:lnTo>
                  <a:lnTo>
                    <a:pt x="3045893" y="2468548"/>
                  </a:lnTo>
                  <a:lnTo>
                    <a:pt x="3046018" y="2468548"/>
                  </a:lnTo>
                  <a:lnTo>
                    <a:pt x="3046143" y="2468548"/>
                  </a:lnTo>
                  <a:lnTo>
                    <a:pt x="3046268" y="2468548"/>
                  </a:lnTo>
                  <a:lnTo>
                    <a:pt x="3046393" y="2468548"/>
                  </a:lnTo>
                  <a:lnTo>
                    <a:pt x="3046518" y="2468548"/>
                  </a:lnTo>
                  <a:lnTo>
                    <a:pt x="3046643" y="2468548"/>
                  </a:lnTo>
                  <a:lnTo>
                    <a:pt x="3046768" y="2468548"/>
                  </a:lnTo>
                  <a:lnTo>
                    <a:pt x="3046893" y="2468548"/>
                  </a:lnTo>
                  <a:lnTo>
                    <a:pt x="3047018" y="2468548"/>
                  </a:lnTo>
                  <a:lnTo>
                    <a:pt x="3047143" y="2468548"/>
                  </a:lnTo>
                  <a:lnTo>
                    <a:pt x="3047268" y="2468548"/>
                  </a:lnTo>
                  <a:lnTo>
                    <a:pt x="3047393" y="2468548"/>
                  </a:lnTo>
                  <a:lnTo>
                    <a:pt x="3047518" y="2468548"/>
                  </a:lnTo>
                  <a:lnTo>
                    <a:pt x="3047643" y="2468548"/>
                  </a:lnTo>
                  <a:lnTo>
                    <a:pt x="3047768" y="2468548"/>
                  </a:lnTo>
                  <a:lnTo>
                    <a:pt x="3047893" y="2468548"/>
                  </a:lnTo>
                  <a:lnTo>
                    <a:pt x="3048018" y="2468548"/>
                  </a:lnTo>
                  <a:lnTo>
                    <a:pt x="3048143" y="2468548"/>
                  </a:lnTo>
                  <a:lnTo>
                    <a:pt x="3048269" y="2468548"/>
                  </a:lnTo>
                  <a:lnTo>
                    <a:pt x="3048394" y="2468548"/>
                  </a:lnTo>
                  <a:lnTo>
                    <a:pt x="3048519" y="2468548"/>
                  </a:lnTo>
                  <a:lnTo>
                    <a:pt x="3048644" y="2468548"/>
                  </a:lnTo>
                  <a:lnTo>
                    <a:pt x="3048769" y="2468548"/>
                  </a:lnTo>
                  <a:lnTo>
                    <a:pt x="3048894" y="2468548"/>
                  </a:lnTo>
                  <a:lnTo>
                    <a:pt x="3049019" y="2468548"/>
                  </a:lnTo>
                  <a:lnTo>
                    <a:pt x="3049144" y="2468548"/>
                  </a:lnTo>
                  <a:lnTo>
                    <a:pt x="3049269" y="2468548"/>
                  </a:lnTo>
                  <a:lnTo>
                    <a:pt x="3049394" y="2468548"/>
                  </a:lnTo>
                  <a:lnTo>
                    <a:pt x="3049519" y="2468548"/>
                  </a:lnTo>
                  <a:lnTo>
                    <a:pt x="3049644" y="2468548"/>
                  </a:lnTo>
                  <a:lnTo>
                    <a:pt x="3049769" y="2468548"/>
                  </a:lnTo>
                  <a:lnTo>
                    <a:pt x="3049894" y="2468548"/>
                  </a:lnTo>
                  <a:lnTo>
                    <a:pt x="3050019" y="2468548"/>
                  </a:lnTo>
                  <a:lnTo>
                    <a:pt x="3050144" y="2468548"/>
                  </a:lnTo>
                  <a:lnTo>
                    <a:pt x="3050269" y="2468548"/>
                  </a:lnTo>
                  <a:lnTo>
                    <a:pt x="3050394" y="2468548"/>
                  </a:lnTo>
                  <a:lnTo>
                    <a:pt x="3050519" y="2468548"/>
                  </a:lnTo>
                  <a:lnTo>
                    <a:pt x="3050644" y="2468548"/>
                  </a:lnTo>
                  <a:lnTo>
                    <a:pt x="3050769" y="2468548"/>
                  </a:lnTo>
                  <a:lnTo>
                    <a:pt x="3050894" y="2468548"/>
                  </a:lnTo>
                  <a:lnTo>
                    <a:pt x="3051019" y="2468548"/>
                  </a:lnTo>
                  <a:lnTo>
                    <a:pt x="3051144" y="2468548"/>
                  </a:lnTo>
                  <a:lnTo>
                    <a:pt x="3051270" y="2468548"/>
                  </a:lnTo>
                  <a:lnTo>
                    <a:pt x="3051395" y="2468548"/>
                  </a:lnTo>
                  <a:lnTo>
                    <a:pt x="3051520" y="2468548"/>
                  </a:lnTo>
                  <a:lnTo>
                    <a:pt x="3051645" y="2468548"/>
                  </a:lnTo>
                  <a:lnTo>
                    <a:pt x="3051770" y="2468548"/>
                  </a:lnTo>
                  <a:lnTo>
                    <a:pt x="3051895" y="2468548"/>
                  </a:lnTo>
                  <a:lnTo>
                    <a:pt x="3052020" y="2468548"/>
                  </a:lnTo>
                  <a:lnTo>
                    <a:pt x="3052145" y="2468548"/>
                  </a:lnTo>
                  <a:lnTo>
                    <a:pt x="3052270" y="2468548"/>
                  </a:lnTo>
                  <a:lnTo>
                    <a:pt x="3052395" y="2468548"/>
                  </a:lnTo>
                  <a:lnTo>
                    <a:pt x="3052520" y="2468548"/>
                  </a:lnTo>
                  <a:lnTo>
                    <a:pt x="3052645" y="2468548"/>
                  </a:lnTo>
                  <a:lnTo>
                    <a:pt x="3052770" y="2468548"/>
                  </a:lnTo>
                  <a:lnTo>
                    <a:pt x="3052895" y="2468548"/>
                  </a:lnTo>
                  <a:lnTo>
                    <a:pt x="3053020" y="2468548"/>
                  </a:lnTo>
                  <a:lnTo>
                    <a:pt x="3053145" y="2468548"/>
                  </a:lnTo>
                  <a:lnTo>
                    <a:pt x="3053270" y="2468548"/>
                  </a:lnTo>
                  <a:lnTo>
                    <a:pt x="3053395" y="2468548"/>
                  </a:lnTo>
                  <a:lnTo>
                    <a:pt x="3053520" y="2468548"/>
                  </a:lnTo>
                  <a:lnTo>
                    <a:pt x="3053645" y="2468548"/>
                  </a:lnTo>
                  <a:lnTo>
                    <a:pt x="3053770" y="2468548"/>
                  </a:lnTo>
                  <a:lnTo>
                    <a:pt x="3053895" y="2468548"/>
                  </a:lnTo>
                  <a:lnTo>
                    <a:pt x="3054020" y="2468548"/>
                  </a:lnTo>
                  <a:lnTo>
                    <a:pt x="3054145" y="2468548"/>
                  </a:lnTo>
                  <a:lnTo>
                    <a:pt x="3054271" y="2468548"/>
                  </a:lnTo>
                  <a:lnTo>
                    <a:pt x="3054396" y="2468548"/>
                  </a:lnTo>
                  <a:lnTo>
                    <a:pt x="3054521" y="2468548"/>
                  </a:lnTo>
                  <a:lnTo>
                    <a:pt x="3054646" y="2468548"/>
                  </a:lnTo>
                  <a:lnTo>
                    <a:pt x="3054771" y="2468548"/>
                  </a:lnTo>
                  <a:lnTo>
                    <a:pt x="3054896" y="2468548"/>
                  </a:lnTo>
                  <a:lnTo>
                    <a:pt x="3055021" y="2468548"/>
                  </a:lnTo>
                  <a:lnTo>
                    <a:pt x="3055146" y="2468548"/>
                  </a:lnTo>
                  <a:lnTo>
                    <a:pt x="3055271" y="2468548"/>
                  </a:lnTo>
                  <a:lnTo>
                    <a:pt x="3055396" y="2468548"/>
                  </a:lnTo>
                  <a:lnTo>
                    <a:pt x="3055521" y="2468548"/>
                  </a:lnTo>
                  <a:lnTo>
                    <a:pt x="3055646" y="2468548"/>
                  </a:lnTo>
                  <a:lnTo>
                    <a:pt x="3055771" y="2468548"/>
                  </a:lnTo>
                  <a:lnTo>
                    <a:pt x="3055896" y="2468548"/>
                  </a:lnTo>
                  <a:lnTo>
                    <a:pt x="3056021" y="2468548"/>
                  </a:lnTo>
                  <a:lnTo>
                    <a:pt x="3056146" y="2468548"/>
                  </a:lnTo>
                  <a:lnTo>
                    <a:pt x="3056271" y="2468548"/>
                  </a:lnTo>
                  <a:lnTo>
                    <a:pt x="3056396" y="2468548"/>
                  </a:lnTo>
                  <a:lnTo>
                    <a:pt x="3056521" y="2468548"/>
                  </a:lnTo>
                  <a:lnTo>
                    <a:pt x="3056646" y="2468548"/>
                  </a:lnTo>
                  <a:lnTo>
                    <a:pt x="3056771" y="2468548"/>
                  </a:lnTo>
                  <a:lnTo>
                    <a:pt x="3056896" y="2468548"/>
                  </a:lnTo>
                  <a:lnTo>
                    <a:pt x="3057021" y="2468548"/>
                  </a:lnTo>
                  <a:lnTo>
                    <a:pt x="3057146" y="2468548"/>
                  </a:lnTo>
                  <a:lnTo>
                    <a:pt x="3057272" y="2468548"/>
                  </a:lnTo>
                  <a:lnTo>
                    <a:pt x="3057397" y="2468548"/>
                  </a:lnTo>
                  <a:lnTo>
                    <a:pt x="3057522" y="2468548"/>
                  </a:lnTo>
                  <a:lnTo>
                    <a:pt x="3057647" y="2468548"/>
                  </a:lnTo>
                  <a:lnTo>
                    <a:pt x="3057772" y="2468548"/>
                  </a:lnTo>
                  <a:lnTo>
                    <a:pt x="3057897" y="2468548"/>
                  </a:lnTo>
                  <a:lnTo>
                    <a:pt x="3058022" y="2468548"/>
                  </a:lnTo>
                  <a:lnTo>
                    <a:pt x="3058147" y="2468548"/>
                  </a:lnTo>
                  <a:lnTo>
                    <a:pt x="3058272" y="2468548"/>
                  </a:lnTo>
                  <a:lnTo>
                    <a:pt x="3058397" y="2468548"/>
                  </a:lnTo>
                  <a:lnTo>
                    <a:pt x="3058522" y="2468548"/>
                  </a:lnTo>
                  <a:lnTo>
                    <a:pt x="3058647" y="2468548"/>
                  </a:lnTo>
                  <a:lnTo>
                    <a:pt x="3058772" y="2468548"/>
                  </a:lnTo>
                  <a:lnTo>
                    <a:pt x="3058897" y="2468548"/>
                  </a:lnTo>
                  <a:lnTo>
                    <a:pt x="3059022" y="2468548"/>
                  </a:lnTo>
                  <a:lnTo>
                    <a:pt x="3059147" y="2468548"/>
                  </a:lnTo>
                  <a:lnTo>
                    <a:pt x="3059272" y="2468548"/>
                  </a:lnTo>
                  <a:lnTo>
                    <a:pt x="3059397" y="2468548"/>
                  </a:lnTo>
                  <a:lnTo>
                    <a:pt x="3059522" y="2468548"/>
                  </a:lnTo>
                  <a:lnTo>
                    <a:pt x="3059647" y="2468548"/>
                  </a:lnTo>
                  <a:lnTo>
                    <a:pt x="3059772" y="2468548"/>
                  </a:lnTo>
                  <a:lnTo>
                    <a:pt x="3059897" y="2468548"/>
                  </a:lnTo>
                  <a:lnTo>
                    <a:pt x="3060022" y="2468548"/>
                  </a:lnTo>
                  <a:lnTo>
                    <a:pt x="3060147" y="2468548"/>
                  </a:lnTo>
                  <a:lnTo>
                    <a:pt x="3060273" y="2468548"/>
                  </a:lnTo>
                  <a:lnTo>
                    <a:pt x="3060398" y="2468548"/>
                  </a:lnTo>
                  <a:lnTo>
                    <a:pt x="3060523" y="2468548"/>
                  </a:lnTo>
                  <a:lnTo>
                    <a:pt x="3060648" y="2468548"/>
                  </a:lnTo>
                  <a:lnTo>
                    <a:pt x="3060773" y="2468548"/>
                  </a:lnTo>
                  <a:lnTo>
                    <a:pt x="3060898" y="2468548"/>
                  </a:lnTo>
                  <a:lnTo>
                    <a:pt x="3061023" y="2468548"/>
                  </a:lnTo>
                  <a:lnTo>
                    <a:pt x="3061148" y="2468548"/>
                  </a:lnTo>
                  <a:lnTo>
                    <a:pt x="3061273" y="2468548"/>
                  </a:lnTo>
                  <a:lnTo>
                    <a:pt x="3061398" y="2468548"/>
                  </a:lnTo>
                  <a:lnTo>
                    <a:pt x="3061523" y="2468548"/>
                  </a:lnTo>
                  <a:lnTo>
                    <a:pt x="3061648" y="2468548"/>
                  </a:lnTo>
                  <a:lnTo>
                    <a:pt x="3061773" y="2468548"/>
                  </a:lnTo>
                  <a:lnTo>
                    <a:pt x="3061898" y="2468548"/>
                  </a:lnTo>
                  <a:lnTo>
                    <a:pt x="3062023" y="2468548"/>
                  </a:lnTo>
                  <a:lnTo>
                    <a:pt x="3062148" y="2468548"/>
                  </a:lnTo>
                  <a:lnTo>
                    <a:pt x="3062273" y="2468548"/>
                  </a:lnTo>
                  <a:lnTo>
                    <a:pt x="3062398" y="2468548"/>
                  </a:lnTo>
                  <a:lnTo>
                    <a:pt x="3062523" y="2468548"/>
                  </a:lnTo>
                  <a:lnTo>
                    <a:pt x="3062648" y="2468548"/>
                  </a:lnTo>
                  <a:lnTo>
                    <a:pt x="3062773" y="2468548"/>
                  </a:lnTo>
                  <a:lnTo>
                    <a:pt x="3062898" y="2468548"/>
                  </a:lnTo>
                  <a:lnTo>
                    <a:pt x="3063023" y="2468548"/>
                  </a:lnTo>
                  <a:lnTo>
                    <a:pt x="3063148" y="2468548"/>
                  </a:lnTo>
                  <a:lnTo>
                    <a:pt x="3063274" y="2468548"/>
                  </a:lnTo>
                  <a:lnTo>
                    <a:pt x="3063399" y="2468548"/>
                  </a:lnTo>
                  <a:lnTo>
                    <a:pt x="3063524" y="2468548"/>
                  </a:lnTo>
                  <a:lnTo>
                    <a:pt x="3063649" y="2468548"/>
                  </a:lnTo>
                  <a:lnTo>
                    <a:pt x="3063774" y="2468548"/>
                  </a:lnTo>
                  <a:lnTo>
                    <a:pt x="3063774" y="2458594"/>
                  </a:lnTo>
                  <a:lnTo>
                    <a:pt x="3063899" y="2458594"/>
                  </a:lnTo>
                  <a:lnTo>
                    <a:pt x="3064024" y="2458594"/>
                  </a:lnTo>
                  <a:lnTo>
                    <a:pt x="3064149" y="2458594"/>
                  </a:lnTo>
                  <a:lnTo>
                    <a:pt x="3064274" y="2458594"/>
                  </a:lnTo>
                  <a:lnTo>
                    <a:pt x="3064399" y="2458594"/>
                  </a:lnTo>
                  <a:lnTo>
                    <a:pt x="3064524" y="2458594"/>
                  </a:lnTo>
                  <a:lnTo>
                    <a:pt x="3064649" y="2458594"/>
                  </a:lnTo>
                  <a:lnTo>
                    <a:pt x="3064649" y="2448640"/>
                  </a:lnTo>
                  <a:lnTo>
                    <a:pt x="3064774" y="2448640"/>
                  </a:lnTo>
                  <a:lnTo>
                    <a:pt x="3064899" y="2448640"/>
                  </a:lnTo>
                  <a:lnTo>
                    <a:pt x="3065024" y="2448640"/>
                  </a:lnTo>
                  <a:lnTo>
                    <a:pt x="3065149" y="2448640"/>
                  </a:lnTo>
                  <a:lnTo>
                    <a:pt x="3065274" y="2448640"/>
                  </a:lnTo>
                  <a:lnTo>
                    <a:pt x="3065399" y="2448640"/>
                  </a:lnTo>
                  <a:lnTo>
                    <a:pt x="3065524" y="2448640"/>
                  </a:lnTo>
                  <a:lnTo>
                    <a:pt x="3065649" y="2448640"/>
                  </a:lnTo>
                  <a:lnTo>
                    <a:pt x="3065774" y="2448640"/>
                  </a:lnTo>
                  <a:lnTo>
                    <a:pt x="3065899" y="2448640"/>
                  </a:lnTo>
                  <a:lnTo>
                    <a:pt x="3066024" y="2448640"/>
                  </a:lnTo>
                  <a:lnTo>
                    <a:pt x="3066150" y="2448640"/>
                  </a:lnTo>
                  <a:lnTo>
                    <a:pt x="3066275" y="2448640"/>
                  </a:lnTo>
                  <a:lnTo>
                    <a:pt x="3066400" y="2448640"/>
                  </a:lnTo>
                  <a:lnTo>
                    <a:pt x="3066525" y="2448640"/>
                  </a:lnTo>
                  <a:lnTo>
                    <a:pt x="3066650" y="2448640"/>
                  </a:lnTo>
                  <a:lnTo>
                    <a:pt x="3066775" y="2448640"/>
                  </a:lnTo>
                  <a:lnTo>
                    <a:pt x="3066900" y="2448640"/>
                  </a:lnTo>
                  <a:lnTo>
                    <a:pt x="3067025" y="2448640"/>
                  </a:lnTo>
                  <a:lnTo>
                    <a:pt x="3067150" y="2448640"/>
                  </a:lnTo>
                  <a:lnTo>
                    <a:pt x="3067275" y="2448640"/>
                  </a:lnTo>
                  <a:lnTo>
                    <a:pt x="3067400" y="2448640"/>
                  </a:lnTo>
                  <a:lnTo>
                    <a:pt x="3067525" y="2448640"/>
                  </a:lnTo>
                  <a:lnTo>
                    <a:pt x="3067650" y="2448640"/>
                  </a:lnTo>
                  <a:lnTo>
                    <a:pt x="3067775" y="2448640"/>
                  </a:lnTo>
                  <a:lnTo>
                    <a:pt x="3067900" y="2448640"/>
                  </a:lnTo>
                  <a:lnTo>
                    <a:pt x="3068025" y="2448640"/>
                  </a:lnTo>
                  <a:lnTo>
                    <a:pt x="3068150" y="2448640"/>
                  </a:lnTo>
                  <a:lnTo>
                    <a:pt x="3068275" y="2448640"/>
                  </a:lnTo>
                  <a:lnTo>
                    <a:pt x="3068400" y="2448640"/>
                  </a:lnTo>
                  <a:lnTo>
                    <a:pt x="3068525" y="2448640"/>
                  </a:lnTo>
                  <a:lnTo>
                    <a:pt x="3068650" y="2448640"/>
                  </a:lnTo>
                  <a:lnTo>
                    <a:pt x="3068775" y="2448640"/>
                  </a:lnTo>
                  <a:lnTo>
                    <a:pt x="3068900" y="2448640"/>
                  </a:lnTo>
                  <a:lnTo>
                    <a:pt x="3069025" y="2448640"/>
                  </a:lnTo>
                  <a:lnTo>
                    <a:pt x="3069151" y="2448640"/>
                  </a:lnTo>
                  <a:lnTo>
                    <a:pt x="3069276" y="2448640"/>
                  </a:lnTo>
                  <a:lnTo>
                    <a:pt x="3069401" y="2448640"/>
                  </a:lnTo>
                  <a:lnTo>
                    <a:pt x="3069526" y="2448640"/>
                  </a:lnTo>
                  <a:lnTo>
                    <a:pt x="3069651" y="2448640"/>
                  </a:lnTo>
                  <a:lnTo>
                    <a:pt x="3069776" y="2448640"/>
                  </a:lnTo>
                  <a:lnTo>
                    <a:pt x="3069901" y="2448640"/>
                  </a:lnTo>
                  <a:lnTo>
                    <a:pt x="3070026" y="2448640"/>
                  </a:lnTo>
                  <a:lnTo>
                    <a:pt x="3070151" y="2448640"/>
                  </a:lnTo>
                  <a:lnTo>
                    <a:pt x="3070276" y="2448640"/>
                  </a:lnTo>
                  <a:lnTo>
                    <a:pt x="3070401" y="2448640"/>
                  </a:lnTo>
                  <a:lnTo>
                    <a:pt x="3070526" y="2448640"/>
                  </a:lnTo>
                  <a:lnTo>
                    <a:pt x="3070651" y="2448640"/>
                  </a:lnTo>
                  <a:lnTo>
                    <a:pt x="3070776" y="2448640"/>
                  </a:lnTo>
                  <a:lnTo>
                    <a:pt x="3070901" y="2448640"/>
                  </a:lnTo>
                  <a:lnTo>
                    <a:pt x="3071026" y="2448640"/>
                  </a:lnTo>
                  <a:lnTo>
                    <a:pt x="3071151" y="2448640"/>
                  </a:lnTo>
                  <a:lnTo>
                    <a:pt x="3071276" y="2448640"/>
                  </a:lnTo>
                  <a:lnTo>
                    <a:pt x="3071401" y="2448640"/>
                  </a:lnTo>
                  <a:lnTo>
                    <a:pt x="3071526" y="2448640"/>
                  </a:lnTo>
                  <a:lnTo>
                    <a:pt x="3071651" y="2448640"/>
                  </a:lnTo>
                  <a:lnTo>
                    <a:pt x="3071776" y="2448640"/>
                  </a:lnTo>
                  <a:lnTo>
                    <a:pt x="3071901" y="2448640"/>
                  </a:lnTo>
                  <a:lnTo>
                    <a:pt x="3072026" y="2448640"/>
                  </a:lnTo>
                  <a:lnTo>
                    <a:pt x="3072152" y="2448640"/>
                  </a:lnTo>
                  <a:lnTo>
                    <a:pt x="3072277" y="2448640"/>
                  </a:lnTo>
                  <a:lnTo>
                    <a:pt x="3072402" y="2448640"/>
                  </a:lnTo>
                  <a:lnTo>
                    <a:pt x="3072527" y="2448640"/>
                  </a:lnTo>
                  <a:lnTo>
                    <a:pt x="3072652" y="2448640"/>
                  </a:lnTo>
                  <a:lnTo>
                    <a:pt x="3072777" y="2448640"/>
                  </a:lnTo>
                  <a:lnTo>
                    <a:pt x="3072902" y="2448640"/>
                  </a:lnTo>
                  <a:lnTo>
                    <a:pt x="3073027" y="2448640"/>
                  </a:lnTo>
                  <a:lnTo>
                    <a:pt x="3073152" y="2448640"/>
                  </a:lnTo>
                  <a:lnTo>
                    <a:pt x="3073277" y="2448640"/>
                  </a:lnTo>
                  <a:lnTo>
                    <a:pt x="3073402" y="2448640"/>
                  </a:lnTo>
                  <a:lnTo>
                    <a:pt x="3073527" y="2448640"/>
                  </a:lnTo>
                  <a:lnTo>
                    <a:pt x="3073652" y="2448640"/>
                  </a:lnTo>
                  <a:lnTo>
                    <a:pt x="3073777" y="2448640"/>
                  </a:lnTo>
                  <a:lnTo>
                    <a:pt x="3073902" y="2448640"/>
                  </a:lnTo>
                  <a:lnTo>
                    <a:pt x="3074027" y="2448640"/>
                  </a:lnTo>
                  <a:lnTo>
                    <a:pt x="3074152" y="2448640"/>
                  </a:lnTo>
                  <a:lnTo>
                    <a:pt x="3074277" y="2448640"/>
                  </a:lnTo>
                  <a:lnTo>
                    <a:pt x="3074402" y="2448640"/>
                  </a:lnTo>
                  <a:lnTo>
                    <a:pt x="3074527" y="2448640"/>
                  </a:lnTo>
                  <a:lnTo>
                    <a:pt x="3074652" y="2448640"/>
                  </a:lnTo>
                  <a:lnTo>
                    <a:pt x="3074777" y="2448640"/>
                  </a:lnTo>
                  <a:lnTo>
                    <a:pt x="3074902" y="2448640"/>
                  </a:lnTo>
                  <a:lnTo>
                    <a:pt x="3075027" y="2448640"/>
                  </a:lnTo>
                  <a:lnTo>
                    <a:pt x="3075153" y="2448640"/>
                  </a:lnTo>
                  <a:lnTo>
                    <a:pt x="3075278" y="2448640"/>
                  </a:lnTo>
                  <a:lnTo>
                    <a:pt x="3075403" y="2448640"/>
                  </a:lnTo>
                  <a:lnTo>
                    <a:pt x="3075528" y="2448640"/>
                  </a:lnTo>
                  <a:lnTo>
                    <a:pt x="3075653" y="2448640"/>
                  </a:lnTo>
                  <a:lnTo>
                    <a:pt x="3075778" y="2448640"/>
                  </a:lnTo>
                  <a:lnTo>
                    <a:pt x="3075903" y="2448640"/>
                  </a:lnTo>
                  <a:lnTo>
                    <a:pt x="3076028" y="2448640"/>
                  </a:lnTo>
                  <a:lnTo>
                    <a:pt x="3076153" y="2448640"/>
                  </a:lnTo>
                  <a:lnTo>
                    <a:pt x="3076278" y="2448640"/>
                  </a:lnTo>
                  <a:lnTo>
                    <a:pt x="3076403" y="2448640"/>
                  </a:lnTo>
                  <a:lnTo>
                    <a:pt x="3076528" y="2448640"/>
                  </a:lnTo>
                  <a:lnTo>
                    <a:pt x="3076653" y="2448640"/>
                  </a:lnTo>
                  <a:lnTo>
                    <a:pt x="3076778" y="2448640"/>
                  </a:lnTo>
                  <a:lnTo>
                    <a:pt x="3076903" y="2448640"/>
                  </a:lnTo>
                  <a:lnTo>
                    <a:pt x="3077028" y="2448640"/>
                  </a:lnTo>
                  <a:lnTo>
                    <a:pt x="3077153" y="2448640"/>
                  </a:lnTo>
                  <a:lnTo>
                    <a:pt x="3077278" y="2448640"/>
                  </a:lnTo>
                  <a:lnTo>
                    <a:pt x="3077403" y="2448640"/>
                  </a:lnTo>
                  <a:lnTo>
                    <a:pt x="3077528" y="2448640"/>
                  </a:lnTo>
                  <a:lnTo>
                    <a:pt x="3077653" y="2448640"/>
                  </a:lnTo>
                  <a:lnTo>
                    <a:pt x="3077778" y="2448640"/>
                  </a:lnTo>
                  <a:lnTo>
                    <a:pt x="3077903" y="2448640"/>
                  </a:lnTo>
                  <a:lnTo>
                    <a:pt x="3078028" y="2448640"/>
                  </a:lnTo>
                  <a:lnTo>
                    <a:pt x="3078154" y="2448640"/>
                  </a:lnTo>
                  <a:lnTo>
                    <a:pt x="3078279" y="2448640"/>
                  </a:lnTo>
                  <a:lnTo>
                    <a:pt x="3078404" y="2448640"/>
                  </a:lnTo>
                  <a:lnTo>
                    <a:pt x="3078529" y="2448640"/>
                  </a:lnTo>
                  <a:lnTo>
                    <a:pt x="3078654" y="2448640"/>
                  </a:lnTo>
                  <a:lnTo>
                    <a:pt x="3078779" y="2448640"/>
                  </a:lnTo>
                  <a:lnTo>
                    <a:pt x="3078904" y="2448640"/>
                  </a:lnTo>
                  <a:lnTo>
                    <a:pt x="3079029" y="2448640"/>
                  </a:lnTo>
                  <a:lnTo>
                    <a:pt x="3079154" y="2448640"/>
                  </a:lnTo>
                  <a:lnTo>
                    <a:pt x="3079279" y="2448640"/>
                  </a:lnTo>
                  <a:lnTo>
                    <a:pt x="3079404" y="2448640"/>
                  </a:lnTo>
                  <a:lnTo>
                    <a:pt x="3079529" y="2448640"/>
                  </a:lnTo>
                  <a:lnTo>
                    <a:pt x="3079654" y="2448640"/>
                  </a:lnTo>
                  <a:lnTo>
                    <a:pt x="3079779" y="2448640"/>
                  </a:lnTo>
                  <a:lnTo>
                    <a:pt x="3079904" y="2448640"/>
                  </a:lnTo>
                  <a:lnTo>
                    <a:pt x="3080029" y="2448640"/>
                  </a:lnTo>
                  <a:lnTo>
                    <a:pt x="3080154" y="2448640"/>
                  </a:lnTo>
                  <a:lnTo>
                    <a:pt x="3080279" y="2448640"/>
                  </a:lnTo>
                  <a:lnTo>
                    <a:pt x="3080404" y="2448640"/>
                  </a:lnTo>
                  <a:lnTo>
                    <a:pt x="3080529" y="2448640"/>
                  </a:lnTo>
                  <a:lnTo>
                    <a:pt x="3080654" y="2448640"/>
                  </a:lnTo>
                  <a:lnTo>
                    <a:pt x="3080779" y="2448640"/>
                  </a:lnTo>
                  <a:lnTo>
                    <a:pt x="3080904" y="2448640"/>
                  </a:lnTo>
                  <a:lnTo>
                    <a:pt x="3081029" y="2448640"/>
                  </a:lnTo>
                  <a:lnTo>
                    <a:pt x="3081155" y="2448640"/>
                  </a:lnTo>
                  <a:lnTo>
                    <a:pt x="3081280" y="2448640"/>
                  </a:lnTo>
                  <a:lnTo>
                    <a:pt x="3081405" y="2448640"/>
                  </a:lnTo>
                  <a:lnTo>
                    <a:pt x="3081530" y="2448640"/>
                  </a:lnTo>
                  <a:lnTo>
                    <a:pt x="3081655" y="2448640"/>
                  </a:lnTo>
                  <a:lnTo>
                    <a:pt x="3081780" y="2448640"/>
                  </a:lnTo>
                  <a:lnTo>
                    <a:pt x="3081905" y="2448640"/>
                  </a:lnTo>
                  <a:lnTo>
                    <a:pt x="3082030" y="2448640"/>
                  </a:lnTo>
                  <a:lnTo>
                    <a:pt x="3082155" y="2448640"/>
                  </a:lnTo>
                  <a:lnTo>
                    <a:pt x="3082280" y="2448640"/>
                  </a:lnTo>
                  <a:lnTo>
                    <a:pt x="3082405" y="2448640"/>
                  </a:lnTo>
                  <a:lnTo>
                    <a:pt x="3082530" y="2448640"/>
                  </a:lnTo>
                  <a:lnTo>
                    <a:pt x="3082655" y="2448640"/>
                  </a:lnTo>
                  <a:lnTo>
                    <a:pt x="3082780" y="2448640"/>
                  </a:lnTo>
                  <a:lnTo>
                    <a:pt x="3082905" y="2448640"/>
                  </a:lnTo>
                  <a:lnTo>
                    <a:pt x="3083030" y="2448640"/>
                  </a:lnTo>
                  <a:lnTo>
                    <a:pt x="3083155" y="2448640"/>
                  </a:lnTo>
                  <a:lnTo>
                    <a:pt x="3083280" y="2448640"/>
                  </a:lnTo>
                  <a:lnTo>
                    <a:pt x="3083405" y="2448640"/>
                  </a:lnTo>
                  <a:lnTo>
                    <a:pt x="3083530" y="2448640"/>
                  </a:lnTo>
                  <a:lnTo>
                    <a:pt x="3083655" y="2448640"/>
                  </a:lnTo>
                  <a:lnTo>
                    <a:pt x="3083655" y="2438686"/>
                  </a:lnTo>
                  <a:lnTo>
                    <a:pt x="3083780" y="2438686"/>
                  </a:lnTo>
                  <a:lnTo>
                    <a:pt x="3083905" y="2438686"/>
                  </a:lnTo>
                  <a:lnTo>
                    <a:pt x="3084030" y="2438686"/>
                  </a:lnTo>
                  <a:lnTo>
                    <a:pt x="3084156" y="2438686"/>
                  </a:lnTo>
                  <a:lnTo>
                    <a:pt x="3084281" y="2438686"/>
                  </a:lnTo>
                  <a:lnTo>
                    <a:pt x="3084406" y="2438686"/>
                  </a:lnTo>
                  <a:lnTo>
                    <a:pt x="3084531" y="2438686"/>
                  </a:lnTo>
                  <a:lnTo>
                    <a:pt x="3084656" y="2438686"/>
                  </a:lnTo>
                  <a:lnTo>
                    <a:pt x="3084781" y="2438686"/>
                  </a:lnTo>
                  <a:lnTo>
                    <a:pt x="3084906" y="2438686"/>
                  </a:lnTo>
                  <a:lnTo>
                    <a:pt x="3085031" y="2438686"/>
                  </a:lnTo>
                  <a:lnTo>
                    <a:pt x="3085156" y="2438686"/>
                  </a:lnTo>
                  <a:lnTo>
                    <a:pt x="3085281" y="2438686"/>
                  </a:lnTo>
                  <a:lnTo>
                    <a:pt x="3085406" y="2438686"/>
                  </a:lnTo>
                  <a:lnTo>
                    <a:pt x="3085531" y="2438686"/>
                  </a:lnTo>
                  <a:lnTo>
                    <a:pt x="3085656" y="2438686"/>
                  </a:lnTo>
                  <a:lnTo>
                    <a:pt x="3085781" y="2438686"/>
                  </a:lnTo>
                  <a:lnTo>
                    <a:pt x="3085906" y="2438686"/>
                  </a:lnTo>
                  <a:lnTo>
                    <a:pt x="3086031" y="2438686"/>
                  </a:lnTo>
                  <a:lnTo>
                    <a:pt x="3086156" y="2438686"/>
                  </a:lnTo>
                  <a:lnTo>
                    <a:pt x="3086281" y="2438686"/>
                  </a:lnTo>
                  <a:lnTo>
                    <a:pt x="3086406" y="2438686"/>
                  </a:lnTo>
                  <a:lnTo>
                    <a:pt x="3086531" y="2438686"/>
                  </a:lnTo>
                  <a:lnTo>
                    <a:pt x="3086656" y="2438686"/>
                  </a:lnTo>
                  <a:lnTo>
                    <a:pt x="3086781" y="2438686"/>
                  </a:lnTo>
                  <a:lnTo>
                    <a:pt x="3086906" y="2438686"/>
                  </a:lnTo>
                  <a:lnTo>
                    <a:pt x="3087031" y="2438686"/>
                  </a:lnTo>
                  <a:lnTo>
                    <a:pt x="3087157" y="2438686"/>
                  </a:lnTo>
                  <a:lnTo>
                    <a:pt x="3087282" y="2438686"/>
                  </a:lnTo>
                  <a:lnTo>
                    <a:pt x="3087407" y="2438686"/>
                  </a:lnTo>
                  <a:lnTo>
                    <a:pt x="3087532" y="2438686"/>
                  </a:lnTo>
                  <a:lnTo>
                    <a:pt x="3087657" y="2438686"/>
                  </a:lnTo>
                  <a:lnTo>
                    <a:pt x="3087782" y="2438686"/>
                  </a:lnTo>
                  <a:lnTo>
                    <a:pt x="3087907" y="2438686"/>
                  </a:lnTo>
                  <a:lnTo>
                    <a:pt x="3088032" y="2438686"/>
                  </a:lnTo>
                  <a:lnTo>
                    <a:pt x="3088157" y="2438686"/>
                  </a:lnTo>
                  <a:lnTo>
                    <a:pt x="3088282" y="2438686"/>
                  </a:lnTo>
                  <a:lnTo>
                    <a:pt x="3088407" y="2438686"/>
                  </a:lnTo>
                  <a:lnTo>
                    <a:pt x="3088532" y="2438686"/>
                  </a:lnTo>
                  <a:lnTo>
                    <a:pt x="3088657" y="2438686"/>
                  </a:lnTo>
                  <a:lnTo>
                    <a:pt x="3088782" y="2438686"/>
                  </a:lnTo>
                  <a:lnTo>
                    <a:pt x="3088907" y="2438686"/>
                  </a:lnTo>
                  <a:lnTo>
                    <a:pt x="3089032" y="2438686"/>
                  </a:lnTo>
                  <a:lnTo>
                    <a:pt x="3089157" y="2438686"/>
                  </a:lnTo>
                  <a:lnTo>
                    <a:pt x="3089282" y="2438686"/>
                  </a:lnTo>
                  <a:lnTo>
                    <a:pt x="3089407" y="2438686"/>
                  </a:lnTo>
                  <a:lnTo>
                    <a:pt x="3089532" y="2438686"/>
                  </a:lnTo>
                  <a:lnTo>
                    <a:pt x="3089657" y="2438686"/>
                  </a:lnTo>
                  <a:lnTo>
                    <a:pt x="3089782" y="2438686"/>
                  </a:lnTo>
                  <a:lnTo>
                    <a:pt x="3089907" y="2438686"/>
                  </a:lnTo>
                  <a:lnTo>
                    <a:pt x="3090032" y="2438686"/>
                  </a:lnTo>
                  <a:lnTo>
                    <a:pt x="3090158" y="2438686"/>
                  </a:lnTo>
                  <a:lnTo>
                    <a:pt x="3090283" y="2438686"/>
                  </a:lnTo>
                  <a:lnTo>
                    <a:pt x="3090408" y="2438686"/>
                  </a:lnTo>
                  <a:lnTo>
                    <a:pt x="3090533" y="2438686"/>
                  </a:lnTo>
                  <a:lnTo>
                    <a:pt x="3090658" y="2438686"/>
                  </a:lnTo>
                  <a:lnTo>
                    <a:pt x="3090783" y="2438686"/>
                  </a:lnTo>
                  <a:lnTo>
                    <a:pt x="3090908" y="2438686"/>
                  </a:lnTo>
                  <a:lnTo>
                    <a:pt x="3091033" y="2438686"/>
                  </a:lnTo>
                  <a:lnTo>
                    <a:pt x="3091158" y="2438686"/>
                  </a:lnTo>
                  <a:lnTo>
                    <a:pt x="3091283" y="2438686"/>
                  </a:lnTo>
                  <a:lnTo>
                    <a:pt x="3091408" y="2438686"/>
                  </a:lnTo>
                  <a:lnTo>
                    <a:pt x="3091533" y="2438686"/>
                  </a:lnTo>
                  <a:lnTo>
                    <a:pt x="3091658" y="2438686"/>
                  </a:lnTo>
                  <a:lnTo>
                    <a:pt x="3091783" y="2438686"/>
                  </a:lnTo>
                  <a:lnTo>
                    <a:pt x="3091908" y="2438686"/>
                  </a:lnTo>
                  <a:lnTo>
                    <a:pt x="3092033" y="2438686"/>
                  </a:lnTo>
                  <a:lnTo>
                    <a:pt x="3092158" y="2438686"/>
                  </a:lnTo>
                  <a:lnTo>
                    <a:pt x="3092283" y="2438686"/>
                  </a:lnTo>
                  <a:lnTo>
                    <a:pt x="3092408" y="2438686"/>
                  </a:lnTo>
                  <a:lnTo>
                    <a:pt x="3092533" y="2438686"/>
                  </a:lnTo>
                  <a:lnTo>
                    <a:pt x="3092658" y="2438686"/>
                  </a:lnTo>
                  <a:lnTo>
                    <a:pt x="3092783" y="2438686"/>
                  </a:lnTo>
                  <a:lnTo>
                    <a:pt x="3092908" y="2438686"/>
                  </a:lnTo>
                  <a:lnTo>
                    <a:pt x="3093033" y="2438686"/>
                  </a:lnTo>
                  <a:lnTo>
                    <a:pt x="3093159" y="2438686"/>
                  </a:lnTo>
                  <a:lnTo>
                    <a:pt x="3093284" y="2438686"/>
                  </a:lnTo>
                  <a:lnTo>
                    <a:pt x="3093409" y="2438686"/>
                  </a:lnTo>
                  <a:lnTo>
                    <a:pt x="3093534" y="2438686"/>
                  </a:lnTo>
                  <a:lnTo>
                    <a:pt x="3093659" y="2438686"/>
                  </a:lnTo>
                  <a:lnTo>
                    <a:pt x="3093784" y="2438686"/>
                  </a:lnTo>
                  <a:lnTo>
                    <a:pt x="3093909" y="2438686"/>
                  </a:lnTo>
                  <a:lnTo>
                    <a:pt x="3094034" y="2438686"/>
                  </a:lnTo>
                  <a:lnTo>
                    <a:pt x="3094159" y="2438686"/>
                  </a:lnTo>
                  <a:lnTo>
                    <a:pt x="3094284" y="2438686"/>
                  </a:lnTo>
                  <a:lnTo>
                    <a:pt x="3094409" y="2438686"/>
                  </a:lnTo>
                  <a:lnTo>
                    <a:pt x="3094534" y="2438686"/>
                  </a:lnTo>
                  <a:lnTo>
                    <a:pt x="3094659" y="2438686"/>
                  </a:lnTo>
                  <a:lnTo>
                    <a:pt x="3094784" y="2438686"/>
                  </a:lnTo>
                  <a:lnTo>
                    <a:pt x="3094909" y="2438686"/>
                  </a:lnTo>
                  <a:lnTo>
                    <a:pt x="3095034" y="2438686"/>
                  </a:lnTo>
                  <a:lnTo>
                    <a:pt x="3095159" y="2438686"/>
                  </a:lnTo>
                  <a:lnTo>
                    <a:pt x="3095284" y="2438686"/>
                  </a:lnTo>
                  <a:lnTo>
                    <a:pt x="3095409" y="2438686"/>
                  </a:lnTo>
                  <a:lnTo>
                    <a:pt x="3095534" y="2438686"/>
                  </a:lnTo>
                  <a:lnTo>
                    <a:pt x="3095659" y="2438686"/>
                  </a:lnTo>
                  <a:lnTo>
                    <a:pt x="3095784" y="2438686"/>
                  </a:lnTo>
                  <a:lnTo>
                    <a:pt x="3095909" y="2438686"/>
                  </a:lnTo>
                  <a:lnTo>
                    <a:pt x="3096034" y="2438686"/>
                  </a:lnTo>
                  <a:lnTo>
                    <a:pt x="3096160" y="2438686"/>
                  </a:lnTo>
                  <a:lnTo>
                    <a:pt x="3096285" y="2438686"/>
                  </a:lnTo>
                  <a:lnTo>
                    <a:pt x="3096410" y="2438686"/>
                  </a:lnTo>
                  <a:lnTo>
                    <a:pt x="3096535" y="2438686"/>
                  </a:lnTo>
                  <a:lnTo>
                    <a:pt x="3096660" y="2438686"/>
                  </a:lnTo>
                  <a:lnTo>
                    <a:pt x="3096785" y="2438686"/>
                  </a:lnTo>
                  <a:lnTo>
                    <a:pt x="3096910" y="2438686"/>
                  </a:lnTo>
                  <a:lnTo>
                    <a:pt x="3097035" y="2438686"/>
                  </a:lnTo>
                  <a:lnTo>
                    <a:pt x="3097160" y="2438686"/>
                  </a:lnTo>
                  <a:lnTo>
                    <a:pt x="3097285" y="2438686"/>
                  </a:lnTo>
                  <a:lnTo>
                    <a:pt x="3097410" y="2438686"/>
                  </a:lnTo>
                  <a:lnTo>
                    <a:pt x="3097535" y="2438686"/>
                  </a:lnTo>
                  <a:lnTo>
                    <a:pt x="3097660" y="2438686"/>
                  </a:lnTo>
                  <a:lnTo>
                    <a:pt x="3097785" y="2438686"/>
                  </a:lnTo>
                  <a:lnTo>
                    <a:pt x="3097910" y="2438686"/>
                  </a:lnTo>
                  <a:lnTo>
                    <a:pt x="3098035" y="2438686"/>
                  </a:lnTo>
                  <a:lnTo>
                    <a:pt x="3098160" y="2438686"/>
                  </a:lnTo>
                  <a:lnTo>
                    <a:pt x="3098285" y="2438686"/>
                  </a:lnTo>
                  <a:lnTo>
                    <a:pt x="3098410" y="2438686"/>
                  </a:lnTo>
                  <a:lnTo>
                    <a:pt x="3098535" y="2438686"/>
                  </a:lnTo>
                  <a:lnTo>
                    <a:pt x="3098660" y="2438686"/>
                  </a:lnTo>
                  <a:lnTo>
                    <a:pt x="3098785" y="2438686"/>
                  </a:lnTo>
                  <a:lnTo>
                    <a:pt x="3098910" y="2438686"/>
                  </a:lnTo>
                  <a:lnTo>
                    <a:pt x="3099035" y="2438686"/>
                  </a:lnTo>
                  <a:lnTo>
                    <a:pt x="3099161" y="2438686"/>
                  </a:lnTo>
                  <a:lnTo>
                    <a:pt x="3099286" y="2438686"/>
                  </a:lnTo>
                  <a:lnTo>
                    <a:pt x="3099411" y="2438686"/>
                  </a:lnTo>
                  <a:lnTo>
                    <a:pt x="3099536" y="2438686"/>
                  </a:lnTo>
                  <a:lnTo>
                    <a:pt x="3099661" y="2438686"/>
                  </a:lnTo>
                  <a:lnTo>
                    <a:pt x="3099786" y="2438686"/>
                  </a:lnTo>
                  <a:lnTo>
                    <a:pt x="3099911" y="2438686"/>
                  </a:lnTo>
                  <a:lnTo>
                    <a:pt x="3100036" y="2438686"/>
                  </a:lnTo>
                  <a:lnTo>
                    <a:pt x="3100161" y="2438686"/>
                  </a:lnTo>
                  <a:lnTo>
                    <a:pt x="3100286" y="2438686"/>
                  </a:lnTo>
                  <a:lnTo>
                    <a:pt x="3100411" y="2438686"/>
                  </a:lnTo>
                  <a:lnTo>
                    <a:pt x="3100536" y="2438686"/>
                  </a:lnTo>
                  <a:lnTo>
                    <a:pt x="3100661" y="2438686"/>
                  </a:lnTo>
                  <a:lnTo>
                    <a:pt x="3100786" y="2438686"/>
                  </a:lnTo>
                  <a:lnTo>
                    <a:pt x="3100911" y="2438686"/>
                  </a:lnTo>
                  <a:lnTo>
                    <a:pt x="3101036" y="2438686"/>
                  </a:lnTo>
                  <a:lnTo>
                    <a:pt x="3101161" y="2438686"/>
                  </a:lnTo>
                  <a:lnTo>
                    <a:pt x="3101286" y="2438686"/>
                  </a:lnTo>
                  <a:lnTo>
                    <a:pt x="3101411" y="2438686"/>
                  </a:lnTo>
                  <a:lnTo>
                    <a:pt x="3101536" y="2438686"/>
                  </a:lnTo>
                  <a:lnTo>
                    <a:pt x="3101661" y="2438686"/>
                  </a:lnTo>
                  <a:lnTo>
                    <a:pt x="3101786" y="2438686"/>
                  </a:lnTo>
                  <a:lnTo>
                    <a:pt x="3101911" y="2438686"/>
                  </a:lnTo>
                  <a:lnTo>
                    <a:pt x="3102036" y="2438686"/>
                  </a:lnTo>
                  <a:lnTo>
                    <a:pt x="3102162" y="2438686"/>
                  </a:lnTo>
                  <a:lnTo>
                    <a:pt x="3102287" y="2438686"/>
                  </a:lnTo>
                  <a:lnTo>
                    <a:pt x="3102412" y="2438686"/>
                  </a:lnTo>
                  <a:lnTo>
                    <a:pt x="3102537" y="2438686"/>
                  </a:lnTo>
                  <a:lnTo>
                    <a:pt x="3102662" y="2438686"/>
                  </a:lnTo>
                  <a:lnTo>
                    <a:pt x="3102787" y="2438686"/>
                  </a:lnTo>
                  <a:lnTo>
                    <a:pt x="3102912" y="2438686"/>
                  </a:lnTo>
                  <a:lnTo>
                    <a:pt x="3103037" y="2438686"/>
                  </a:lnTo>
                  <a:lnTo>
                    <a:pt x="3103162" y="2438686"/>
                  </a:lnTo>
                  <a:lnTo>
                    <a:pt x="3103287" y="2438686"/>
                  </a:lnTo>
                  <a:lnTo>
                    <a:pt x="3103412" y="2438686"/>
                  </a:lnTo>
                  <a:lnTo>
                    <a:pt x="3103537" y="2438686"/>
                  </a:lnTo>
                  <a:lnTo>
                    <a:pt x="3103662" y="2438686"/>
                  </a:lnTo>
                  <a:lnTo>
                    <a:pt x="3103787" y="2438686"/>
                  </a:lnTo>
                  <a:lnTo>
                    <a:pt x="3103912" y="2438686"/>
                  </a:lnTo>
                  <a:lnTo>
                    <a:pt x="3104037" y="2438686"/>
                  </a:lnTo>
                  <a:lnTo>
                    <a:pt x="3104162" y="2438686"/>
                  </a:lnTo>
                  <a:lnTo>
                    <a:pt x="3104287" y="2438686"/>
                  </a:lnTo>
                  <a:lnTo>
                    <a:pt x="3104412" y="2438686"/>
                  </a:lnTo>
                  <a:lnTo>
                    <a:pt x="3104537" y="2438686"/>
                  </a:lnTo>
                  <a:lnTo>
                    <a:pt x="3104662" y="2438686"/>
                  </a:lnTo>
                  <a:lnTo>
                    <a:pt x="3104787" y="2438686"/>
                  </a:lnTo>
                  <a:lnTo>
                    <a:pt x="3104912" y="2438686"/>
                  </a:lnTo>
                  <a:lnTo>
                    <a:pt x="3105038" y="2438686"/>
                  </a:lnTo>
                  <a:lnTo>
                    <a:pt x="3105163" y="2438686"/>
                  </a:lnTo>
                  <a:lnTo>
                    <a:pt x="3105288" y="2438686"/>
                  </a:lnTo>
                  <a:lnTo>
                    <a:pt x="3105413" y="2438686"/>
                  </a:lnTo>
                  <a:lnTo>
                    <a:pt x="3105538" y="2438686"/>
                  </a:lnTo>
                  <a:lnTo>
                    <a:pt x="3105663" y="2438686"/>
                  </a:lnTo>
                  <a:lnTo>
                    <a:pt x="3105788" y="2438686"/>
                  </a:lnTo>
                  <a:lnTo>
                    <a:pt x="3105913" y="2438686"/>
                  </a:lnTo>
                  <a:lnTo>
                    <a:pt x="3106038" y="2438686"/>
                  </a:lnTo>
                  <a:lnTo>
                    <a:pt x="3106163" y="2438686"/>
                  </a:lnTo>
                  <a:lnTo>
                    <a:pt x="3106288" y="2438686"/>
                  </a:lnTo>
                  <a:lnTo>
                    <a:pt x="3106413" y="2438686"/>
                  </a:lnTo>
                  <a:lnTo>
                    <a:pt x="3106538" y="2438686"/>
                  </a:lnTo>
                  <a:lnTo>
                    <a:pt x="3106663" y="2438686"/>
                  </a:lnTo>
                  <a:lnTo>
                    <a:pt x="3106788" y="2438686"/>
                  </a:lnTo>
                  <a:lnTo>
                    <a:pt x="3106913" y="2438686"/>
                  </a:lnTo>
                  <a:lnTo>
                    <a:pt x="3107038" y="2438686"/>
                  </a:lnTo>
                  <a:lnTo>
                    <a:pt x="3107163" y="2438686"/>
                  </a:lnTo>
                  <a:lnTo>
                    <a:pt x="3107288" y="2438686"/>
                  </a:lnTo>
                  <a:lnTo>
                    <a:pt x="3107288" y="2428732"/>
                  </a:lnTo>
                  <a:lnTo>
                    <a:pt x="3107413" y="2428732"/>
                  </a:lnTo>
                  <a:lnTo>
                    <a:pt x="3107538" y="2428732"/>
                  </a:lnTo>
                  <a:lnTo>
                    <a:pt x="3107663" y="2428732"/>
                  </a:lnTo>
                  <a:lnTo>
                    <a:pt x="3107788" y="2428732"/>
                  </a:lnTo>
                  <a:lnTo>
                    <a:pt x="3107913" y="2428732"/>
                  </a:lnTo>
                  <a:lnTo>
                    <a:pt x="3108039" y="2428732"/>
                  </a:lnTo>
                  <a:lnTo>
                    <a:pt x="3108164" y="2428732"/>
                  </a:lnTo>
                  <a:lnTo>
                    <a:pt x="3108289" y="2428732"/>
                  </a:lnTo>
                  <a:lnTo>
                    <a:pt x="3108414" y="2428732"/>
                  </a:lnTo>
                  <a:lnTo>
                    <a:pt x="3108539" y="2428732"/>
                  </a:lnTo>
                  <a:lnTo>
                    <a:pt x="3108664" y="2428732"/>
                  </a:lnTo>
                  <a:lnTo>
                    <a:pt x="3108789" y="2428732"/>
                  </a:lnTo>
                  <a:lnTo>
                    <a:pt x="3108914" y="2428732"/>
                  </a:lnTo>
                  <a:lnTo>
                    <a:pt x="3109039" y="2428732"/>
                  </a:lnTo>
                  <a:lnTo>
                    <a:pt x="3109164" y="2428732"/>
                  </a:lnTo>
                  <a:lnTo>
                    <a:pt x="3109289" y="2428732"/>
                  </a:lnTo>
                  <a:lnTo>
                    <a:pt x="3109414" y="2428732"/>
                  </a:lnTo>
                  <a:lnTo>
                    <a:pt x="3109539" y="2428732"/>
                  </a:lnTo>
                  <a:lnTo>
                    <a:pt x="3109664" y="2428732"/>
                  </a:lnTo>
                  <a:lnTo>
                    <a:pt x="3109789" y="2428732"/>
                  </a:lnTo>
                  <a:lnTo>
                    <a:pt x="3109914" y="2428732"/>
                  </a:lnTo>
                  <a:lnTo>
                    <a:pt x="3110039" y="2428732"/>
                  </a:lnTo>
                  <a:lnTo>
                    <a:pt x="3110164" y="2428732"/>
                  </a:lnTo>
                  <a:lnTo>
                    <a:pt x="3110289" y="2428732"/>
                  </a:lnTo>
                  <a:lnTo>
                    <a:pt x="3110414" y="2428732"/>
                  </a:lnTo>
                  <a:lnTo>
                    <a:pt x="3110539" y="2428732"/>
                  </a:lnTo>
                  <a:lnTo>
                    <a:pt x="3110539" y="2418778"/>
                  </a:lnTo>
                  <a:lnTo>
                    <a:pt x="3110664" y="2418778"/>
                  </a:lnTo>
                  <a:lnTo>
                    <a:pt x="3110789" y="2418778"/>
                  </a:lnTo>
                  <a:lnTo>
                    <a:pt x="3110914" y="2418778"/>
                  </a:lnTo>
                  <a:lnTo>
                    <a:pt x="3111040" y="2418778"/>
                  </a:lnTo>
                  <a:lnTo>
                    <a:pt x="3111165" y="2418778"/>
                  </a:lnTo>
                  <a:lnTo>
                    <a:pt x="3111290" y="2418778"/>
                  </a:lnTo>
                  <a:lnTo>
                    <a:pt x="3111415" y="2418778"/>
                  </a:lnTo>
                  <a:lnTo>
                    <a:pt x="3111540" y="2418778"/>
                  </a:lnTo>
                  <a:lnTo>
                    <a:pt x="3111665" y="2418778"/>
                  </a:lnTo>
                  <a:lnTo>
                    <a:pt x="3111790" y="2418778"/>
                  </a:lnTo>
                  <a:lnTo>
                    <a:pt x="3111915" y="2418778"/>
                  </a:lnTo>
                  <a:lnTo>
                    <a:pt x="3112040" y="2418778"/>
                  </a:lnTo>
                  <a:lnTo>
                    <a:pt x="3112165" y="2418778"/>
                  </a:lnTo>
                  <a:lnTo>
                    <a:pt x="3112290" y="2418778"/>
                  </a:lnTo>
                  <a:lnTo>
                    <a:pt x="3112415" y="2418778"/>
                  </a:lnTo>
                  <a:lnTo>
                    <a:pt x="3112540" y="2418778"/>
                  </a:lnTo>
                  <a:lnTo>
                    <a:pt x="3112665" y="2418778"/>
                  </a:lnTo>
                  <a:lnTo>
                    <a:pt x="3112790" y="2418778"/>
                  </a:lnTo>
                  <a:lnTo>
                    <a:pt x="3112915" y="2418778"/>
                  </a:lnTo>
                  <a:lnTo>
                    <a:pt x="3113040" y="2418778"/>
                  </a:lnTo>
                  <a:lnTo>
                    <a:pt x="3113165" y="2418778"/>
                  </a:lnTo>
                  <a:lnTo>
                    <a:pt x="3113290" y="2418778"/>
                  </a:lnTo>
                  <a:lnTo>
                    <a:pt x="3113415" y="2418778"/>
                  </a:lnTo>
                  <a:lnTo>
                    <a:pt x="3113540" y="2418778"/>
                  </a:lnTo>
                  <a:lnTo>
                    <a:pt x="3113665" y="2418778"/>
                  </a:lnTo>
                  <a:lnTo>
                    <a:pt x="3113790" y="2418778"/>
                  </a:lnTo>
                  <a:lnTo>
                    <a:pt x="3113915" y="2418778"/>
                  </a:lnTo>
                  <a:lnTo>
                    <a:pt x="3114041" y="2418778"/>
                  </a:lnTo>
                  <a:lnTo>
                    <a:pt x="3114041" y="2408825"/>
                  </a:lnTo>
                  <a:lnTo>
                    <a:pt x="3114166" y="2408825"/>
                  </a:lnTo>
                  <a:lnTo>
                    <a:pt x="3114291" y="2408825"/>
                  </a:lnTo>
                  <a:lnTo>
                    <a:pt x="3114416" y="2408825"/>
                  </a:lnTo>
                  <a:lnTo>
                    <a:pt x="3114541" y="2408825"/>
                  </a:lnTo>
                  <a:lnTo>
                    <a:pt x="3114666" y="2408825"/>
                  </a:lnTo>
                  <a:lnTo>
                    <a:pt x="3114791" y="2408825"/>
                  </a:lnTo>
                  <a:lnTo>
                    <a:pt x="3114916" y="2408825"/>
                  </a:lnTo>
                  <a:lnTo>
                    <a:pt x="3115041" y="2408825"/>
                  </a:lnTo>
                  <a:lnTo>
                    <a:pt x="3115166" y="2408825"/>
                  </a:lnTo>
                  <a:lnTo>
                    <a:pt x="3115291" y="2408825"/>
                  </a:lnTo>
                  <a:lnTo>
                    <a:pt x="3115416" y="2408825"/>
                  </a:lnTo>
                  <a:lnTo>
                    <a:pt x="3115541" y="2408825"/>
                  </a:lnTo>
                  <a:lnTo>
                    <a:pt x="3115666" y="2408825"/>
                  </a:lnTo>
                  <a:lnTo>
                    <a:pt x="3115791" y="2408825"/>
                  </a:lnTo>
                  <a:lnTo>
                    <a:pt x="3115916" y="2408825"/>
                  </a:lnTo>
                  <a:lnTo>
                    <a:pt x="3116041" y="2408825"/>
                  </a:lnTo>
                  <a:lnTo>
                    <a:pt x="3116166" y="2408825"/>
                  </a:lnTo>
                  <a:lnTo>
                    <a:pt x="3116291" y="2408825"/>
                  </a:lnTo>
                  <a:lnTo>
                    <a:pt x="3116416" y="2408825"/>
                  </a:lnTo>
                  <a:lnTo>
                    <a:pt x="3116541" y="2408825"/>
                  </a:lnTo>
                  <a:lnTo>
                    <a:pt x="3116666" y="2408825"/>
                  </a:lnTo>
                  <a:lnTo>
                    <a:pt x="3116791" y="2408825"/>
                  </a:lnTo>
                  <a:lnTo>
                    <a:pt x="3116916" y="2408825"/>
                  </a:lnTo>
                  <a:lnTo>
                    <a:pt x="3117042" y="2408825"/>
                  </a:lnTo>
                  <a:lnTo>
                    <a:pt x="3117167" y="2408825"/>
                  </a:lnTo>
                  <a:lnTo>
                    <a:pt x="3117292" y="2408825"/>
                  </a:lnTo>
                  <a:lnTo>
                    <a:pt x="3117417" y="2408825"/>
                  </a:lnTo>
                  <a:lnTo>
                    <a:pt x="3117542" y="2408825"/>
                  </a:lnTo>
                  <a:lnTo>
                    <a:pt x="3117667" y="2408825"/>
                  </a:lnTo>
                  <a:lnTo>
                    <a:pt x="3117792" y="2408825"/>
                  </a:lnTo>
                  <a:lnTo>
                    <a:pt x="3117917" y="2408825"/>
                  </a:lnTo>
                  <a:lnTo>
                    <a:pt x="3118042" y="2408825"/>
                  </a:lnTo>
                  <a:lnTo>
                    <a:pt x="3118167" y="2408825"/>
                  </a:lnTo>
                  <a:lnTo>
                    <a:pt x="3118292" y="2408825"/>
                  </a:lnTo>
                  <a:lnTo>
                    <a:pt x="3118417" y="2408825"/>
                  </a:lnTo>
                  <a:lnTo>
                    <a:pt x="3118542" y="2408825"/>
                  </a:lnTo>
                  <a:lnTo>
                    <a:pt x="3118667" y="2408825"/>
                  </a:lnTo>
                  <a:lnTo>
                    <a:pt x="3118792" y="2408825"/>
                  </a:lnTo>
                  <a:lnTo>
                    <a:pt x="3118917" y="2408825"/>
                  </a:lnTo>
                  <a:lnTo>
                    <a:pt x="3119042" y="2408825"/>
                  </a:lnTo>
                  <a:lnTo>
                    <a:pt x="3119167" y="2408825"/>
                  </a:lnTo>
                  <a:lnTo>
                    <a:pt x="3119292" y="2408825"/>
                  </a:lnTo>
                  <a:lnTo>
                    <a:pt x="3119417" y="2408825"/>
                  </a:lnTo>
                  <a:lnTo>
                    <a:pt x="3119542" y="2408825"/>
                  </a:lnTo>
                  <a:lnTo>
                    <a:pt x="3119667" y="2408825"/>
                  </a:lnTo>
                  <a:lnTo>
                    <a:pt x="3119792" y="2408825"/>
                  </a:lnTo>
                  <a:lnTo>
                    <a:pt x="3119917" y="2408825"/>
                  </a:lnTo>
                  <a:lnTo>
                    <a:pt x="3120043" y="2408825"/>
                  </a:lnTo>
                  <a:lnTo>
                    <a:pt x="3120168" y="2408825"/>
                  </a:lnTo>
                  <a:lnTo>
                    <a:pt x="3120293" y="2408825"/>
                  </a:lnTo>
                  <a:lnTo>
                    <a:pt x="3120418" y="2408825"/>
                  </a:lnTo>
                  <a:lnTo>
                    <a:pt x="3120543" y="2408825"/>
                  </a:lnTo>
                  <a:lnTo>
                    <a:pt x="3120668" y="2408825"/>
                  </a:lnTo>
                  <a:lnTo>
                    <a:pt x="3120793" y="2408825"/>
                  </a:lnTo>
                  <a:lnTo>
                    <a:pt x="3120918" y="2408825"/>
                  </a:lnTo>
                  <a:lnTo>
                    <a:pt x="3121043" y="2408825"/>
                  </a:lnTo>
                  <a:lnTo>
                    <a:pt x="3121168" y="2408825"/>
                  </a:lnTo>
                  <a:lnTo>
                    <a:pt x="3121293" y="2408825"/>
                  </a:lnTo>
                  <a:lnTo>
                    <a:pt x="3121418" y="2408825"/>
                  </a:lnTo>
                  <a:lnTo>
                    <a:pt x="3121543" y="2408825"/>
                  </a:lnTo>
                  <a:lnTo>
                    <a:pt x="3121668" y="2408825"/>
                  </a:lnTo>
                  <a:lnTo>
                    <a:pt x="3121793" y="2408825"/>
                  </a:lnTo>
                  <a:lnTo>
                    <a:pt x="3121918" y="2408825"/>
                  </a:lnTo>
                  <a:lnTo>
                    <a:pt x="3122043" y="2408825"/>
                  </a:lnTo>
                  <a:lnTo>
                    <a:pt x="3122168" y="2408825"/>
                  </a:lnTo>
                  <a:lnTo>
                    <a:pt x="3122293" y="2408825"/>
                  </a:lnTo>
                  <a:lnTo>
                    <a:pt x="3122418" y="2408825"/>
                  </a:lnTo>
                  <a:lnTo>
                    <a:pt x="3122543" y="2408825"/>
                  </a:lnTo>
                  <a:lnTo>
                    <a:pt x="3122668" y="2408825"/>
                  </a:lnTo>
                  <a:lnTo>
                    <a:pt x="3122793" y="2408825"/>
                  </a:lnTo>
                  <a:lnTo>
                    <a:pt x="3122918" y="2408825"/>
                  </a:lnTo>
                  <a:lnTo>
                    <a:pt x="3123044" y="2408825"/>
                  </a:lnTo>
                  <a:lnTo>
                    <a:pt x="3123169" y="2408825"/>
                  </a:lnTo>
                  <a:lnTo>
                    <a:pt x="3123294" y="2408825"/>
                  </a:lnTo>
                  <a:lnTo>
                    <a:pt x="3123419" y="2408825"/>
                  </a:lnTo>
                  <a:lnTo>
                    <a:pt x="3123544" y="2408825"/>
                  </a:lnTo>
                  <a:lnTo>
                    <a:pt x="3123669" y="2408825"/>
                  </a:lnTo>
                  <a:lnTo>
                    <a:pt x="3123794" y="2408825"/>
                  </a:lnTo>
                  <a:lnTo>
                    <a:pt x="3123919" y="2408825"/>
                  </a:lnTo>
                  <a:lnTo>
                    <a:pt x="3124044" y="2408825"/>
                  </a:lnTo>
                  <a:lnTo>
                    <a:pt x="3124169" y="2408825"/>
                  </a:lnTo>
                  <a:lnTo>
                    <a:pt x="3124294" y="2408825"/>
                  </a:lnTo>
                  <a:lnTo>
                    <a:pt x="3124419" y="2408825"/>
                  </a:lnTo>
                  <a:lnTo>
                    <a:pt x="3124544" y="2408825"/>
                  </a:lnTo>
                  <a:lnTo>
                    <a:pt x="3124669" y="2408825"/>
                  </a:lnTo>
                  <a:lnTo>
                    <a:pt x="3124794" y="2408825"/>
                  </a:lnTo>
                  <a:lnTo>
                    <a:pt x="3124919" y="2408825"/>
                  </a:lnTo>
                  <a:lnTo>
                    <a:pt x="3125044" y="2408825"/>
                  </a:lnTo>
                  <a:lnTo>
                    <a:pt x="3125169" y="2408825"/>
                  </a:lnTo>
                  <a:lnTo>
                    <a:pt x="3125294" y="2408825"/>
                  </a:lnTo>
                  <a:lnTo>
                    <a:pt x="3125419" y="2408825"/>
                  </a:lnTo>
                  <a:lnTo>
                    <a:pt x="3125544" y="2408825"/>
                  </a:lnTo>
                  <a:lnTo>
                    <a:pt x="3125669" y="2408825"/>
                  </a:lnTo>
                  <a:lnTo>
                    <a:pt x="3125794" y="2408825"/>
                  </a:lnTo>
                  <a:lnTo>
                    <a:pt x="3125919" y="2408825"/>
                  </a:lnTo>
                  <a:lnTo>
                    <a:pt x="3126045" y="2408825"/>
                  </a:lnTo>
                  <a:lnTo>
                    <a:pt x="3126170" y="2408825"/>
                  </a:lnTo>
                  <a:lnTo>
                    <a:pt x="3126295" y="2408825"/>
                  </a:lnTo>
                  <a:lnTo>
                    <a:pt x="3126420" y="2408825"/>
                  </a:lnTo>
                  <a:lnTo>
                    <a:pt x="3126545" y="2408825"/>
                  </a:lnTo>
                  <a:lnTo>
                    <a:pt x="3126670" y="2408825"/>
                  </a:lnTo>
                  <a:lnTo>
                    <a:pt x="3126795" y="2408825"/>
                  </a:lnTo>
                  <a:lnTo>
                    <a:pt x="3126920" y="2408825"/>
                  </a:lnTo>
                  <a:lnTo>
                    <a:pt x="3127045" y="2408825"/>
                  </a:lnTo>
                  <a:lnTo>
                    <a:pt x="3127170" y="2408825"/>
                  </a:lnTo>
                  <a:lnTo>
                    <a:pt x="3127295" y="2408825"/>
                  </a:lnTo>
                  <a:lnTo>
                    <a:pt x="3127420" y="2408825"/>
                  </a:lnTo>
                  <a:lnTo>
                    <a:pt x="3127545" y="2408825"/>
                  </a:lnTo>
                  <a:lnTo>
                    <a:pt x="3127670" y="2408825"/>
                  </a:lnTo>
                  <a:lnTo>
                    <a:pt x="3127795" y="2408825"/>
                  </a:lnTo>
                  <a:lnTo>
                    <a:pt x="3127920" y="2408825"/>
                  </a:lnTo>
                  <a:lnTo>
                    <a:pt x="3128045" y="2408825"/>
                  </a:lnTo>
                  <a:lnTo>
                    <a:pt x="3128170" y="2408825"/>
                  </a:lnTo>
                  <a:lnTo>
                    <a:pt x="3128295" y="2408825"/>
                  </a:lnTo>
                  <a:lnTo>
                    <a:pt x="3128420" y="2408825"/>
                  </a:lnTo>
                  <a:lnTo>
                    <a:pt x="3128545" y="2408825"/>
                  </a:lnTo>
                  <a:lnTo>
                    <a:pt x="3128670" y="2408825"/>
                  </a:lnTo>
                  <a:lnTo>
                    <a:pt x="3128795" y="2408825"/>
                  </a:lnTo>
                  <a:lnTo>
                    <a:pt x="3128920" y="2408825"/>
                  </a:lnTo>
                  <a:lnTo>
                    <a:pt x="3129046" y="2408825"/>
                  </a:lnTo>
                  <a:lnTo>
                    <a:pt x="3129171" y="2408825"/>
                  </a:lnTo>
                  <a:lnTo>
                    <a:pt x="3129296" y="2408825"/>
                  </a:lnTo>
                  <a:lnTo>
                    <a:pt x="3129421" y="2408825"/>
                  </a:lnTo>
                  <a:lnTo>
                    <a:pt x="3129546" y="2408825"/>
                  </a:lnTo>
                  <a:lnTo>
                    <a:pt x="3129671" y="2408825"/>
                  </a:lnTo>
                  <a:lnTo>
                    <a:pt x="3129796" y="2408825"/>
                  </a:lnTo>
                  <a:lnTo>
                    <a:pt x="3129921" y="2408825"/>
                  </a:lnTo>
                  <a:lnTo>
                    <a:pt x="3130046" y="2408825"/>
                  </a:lnTo>
                  <a:lnTo>
                    <a:pt x="3130171" y="2408825"/>
                  </a:lnTo>
                  <a:lnTo>
                    <a:pt x="3130296" y="2408825"/>
                  </a:lnTo>
                  <a:lnTo>
                    <a:pt x="3130421" y="2408825"/>
                  </a:lnTo>
                  <a:lnTo>
                    <a:pt x="3130546" y="2408825"/>
                  </a:lnTo>
                  <a:lnTo>
                    <a:pt x="3130671" y="2408825"/>
                  </a:lnTo>
                  <a:lnTo>
                    <a:pt x="3130796" y="2408825"/>
                  </a:lnTo>
                  <a:lnTo>
                    <a:pt x="3130921" y="2408825"/>
                  </a:lnTo>
                  <a:lnTo>
                    <a:pt x="3131046" y="2408825"/>
                  </a:lnTo>
                  <a:lnTo>
                    <a:pt x="3131171" y="2408825"/>
                  </a:lnTo>
                  <a:lnTo>
                    <a:pt x="3131296" y="2408825"/>
                  </a:lnTo>
                  <a:lnTo>
                    <a:pt x="3131421" y="2408825"/>
                  </a:lnTo>
                  <a:lnTo>
                    <a:pt x="3131546" y="2408825"/>
                  </a:lnTo>
                  <a:lnTo>
                    <a:pt x="3131671" y="2408825"/>
                  </a:lnTo>
                  <a:lnTo>
                    <a:pt x="3131796" y="2408825"/>
                  </a:lnTo>
                  <a:lnTo>
                    <a:pt x="3131921" y="2408825"/>
                  </a:lnTo>
                  <a:lnTo>
                    <a:pt x="3132047" y="2408825"/>
                  </a:lnTo>
                  <a:lnTo>
                    <a:pt x="3132172" y="2408825"/>
                  </a:lnTo>
                  <a:lnTo>
                    <a:pt x="3132297" y="2408825"/>
                  </a:lnTo>
                  <a:lnTo>
                    <a:pt x="3132422" y="2408825"/>
                  </a:lnTo>
                  <a:lnTo>
                    <a:pt x="3132547" y="2408825"/>
                  </a:lnTo>
                  <a:lnTo>
                    <a:pt x="3132672" y="2408825"/>
                  </a:lnTo>
                  <a:lnTo>
                    <a:pt x="3132797" y="2408825"/>
                  </a:lnTo>
                  <a:lnTo>
                    <a:pt x="3132922" y="2408825"/>
                  </a:lnTo>
                  <a:lnTo>
                    <a:pt x="3133047" y="2408825"/>
                  </a:lnTo>
                  <a:lnTo>
                    <a:pt x="3133172" y="2408825"/>
                  </a:lnTo>
                  <a:lnTo>
                    <a:pt x="3133297" y="2408825"/>
                  </a:lnTo>
                  <a:lnTo>
                    <a:pt x="3133422" y="2408825"/>
                  </a:lnTo>
                  <a:lnTo>
                    <a:pt x="3133547" y="2408825"/>
                  </a:lnTo>
                  <a:lnTo>
                    <a:pt x="3133672" y="2408825"/>
                  </a:lnTo>
                  <a:lnTo>
                    <a:pt x="3133797" y="2408825"/>
                  </a:lnTo>
                  <a:lnTo>
                    <a:pt x="3133922" y="2408825"/>
                  </a:lnTo>
                  <a:lnTo>
                    <a:pt x="3134047" y="2408825"/>
                  </a:lnTo>
                  <a:lnTo>
                    <a:pt x="3134047" y="2398871"/>
                  </a:lnTo>
                  <a:lnTo>
                    <a:pt x="3134172" y="2398871"/>
                  </a:lnTo>
                  <a:lnTo>
                    <a:pt x="3134297" y="2398871"/>
                  </a:lnTo>
                  <a:lnTo>
                    <a:pt x="3134422" y="2398871"/>
                  </a:lnTo>
                  <a:lnTo>
                    <a:pt x="3134547" y="2398871"/>
                  </a:lnTo>
                  <a:lnTo>
                    <a:pt x="3134672" y="2398871"/>
                  </a:lnTo>
                  <a:lnTo>
                    <a:pt x="3134797" y="2398871"/>
                  </a:lnTo>
                  <a:lnTo>
                    <a:pt x="3134922" y="2398871"/>
                  </a:lnTo>
                  <a:lnTo>
                    <a:pt x="3135048" y="2398871"/>
                  </a:lnTo>
                  <a:lnTo>
                    <a:pt x="3135173" y="2398871"/>
                  </a:lnTo>
                  <a:lnTo>
                    <a:pt x="3135298" y="2398871"/>
                  </a:lnTo>
                  <a:lnTo>
                    <a:pt x="3135423" y="2398871"/>
                  </a:lnTo>
                  <a:lnTo>
                    <a:pt x="3135548" y="2398871"/>
                  </a:lnTo>
                  <a:lnTo>
                    <a:pt x="3135673" y="2398871"/>
                  </a:lnTo>
                  <a:lnTo>
                    <a:pt x="3135798" y="2398871"/>
                  </a:lnTo>
                  <a:lnTo>
                    <a:pt x="3135923" y="2398871"/>
                  </a:lnTo>
                  <a:lnTo>
                    <a:pt x="3136048" y="2398871"/>
                  </a:lnTo>
                  <a:lnTo>
                    <a:pt x="3136173" y="2398871"/>
                  </a:lnTo>
                  <a:lnTo>
                    <a:pt x="3136298" y="2398871"/>
                  </a:lnTo>
                  <a:lnTo>
                    <a:pt x="3136423" y="2398871"/>
                  </a:lnTo>
                  <a:lnTo>
                    <a:pt x="3136548" y="2398871"/>
                  </a:lnTo>
                  <a:lnTo>
                    <a:pt x="3136673" y="2398871"/>
                  </a:lnTo>
                  <a:lnTo>
                    <a:pt x="3136798" y="2398871"/>
                  </a:lnTo>
                  <a:lnTo>
                    <a:pt x="3136923" y="2398871"/>
                  </a:lnTo>
                  <a:lnTo>
                    <a:pt x="3137048" y="2398871"/>
                  </a:lnTo>
                  <a:lnTo>
                    <a:pt x="3137173" y="2398871"/>
                  </a:lnTo>
                  <a:lnTo>
                    <a:pt x="3137298" y="2398871"/>
                  </a:lnTo>
                  <a:lnTo>
                    <a:pt x="3137423" y="2398871"/>
                  </a:lnTo>
                  <a:lnTo>
                    <a:pt x="3137548" y="2398871"/>
                  </a:lnTo>
                  <a:lnTo>
                    <a:pt x="3137673" y="2398871"/>
                  </a:lnTo>
                  <a:lnTo>
                    <a:pt x="3137798" y="2398871"/>
                  </a:lnTo>
                  <a:lnTo>
                    <a:pt x="3137923" y="2398871"/>
                  </a:lnTo>
                  <a:lnTo>
                    <a:pt x="3138049" y="2398871"/>
                  </a:lnTo>
                  <a:lnTo>
                    <a:pt x="3138174" y="2398871"/>
                  </a:lnTo>
                  <a:lnTo>
                    <a:pt x="3138299" y="2398871"/>
                  </a:lnTo>
                  <a:lnTo>
                    <a:pt x="3138424" y="2398871"/>
                  </a:lnTo>
                  <a:lnTo>
                    <a:pt x="3138549" y="2398871"/>
                  </a:lnTo>
                  <a:lnTo>
                    <a:pt x="3138674" y="2398871"/>
                  </a:lnTo>
                  <a:lnTo>
                    <a:pt x="3138799" y="2398871"/>
                  </a:lnTo>
                  <a:lnTo>
                    <a:pt x="3138924" y="2398871"/>
                  </a:lnTo>
                  <a:lnTo>
                    <a:pt x="3139049" y="2398871"/>
                  </a:lnTo>
                  <a:lnTo>
                    <a:pt x="3139174" y="2398871"/>
                  </a:lnTo>
                  <a:lnTo>
                    <a:pt x="3139299" y="2398871"/>
                  </a:lnTo>
                  <a:lnTo>
                    <a:pt x="3139424" y="2398871"/>
                  </a:lnTo>
                  <a:lnTo>
                    <a:pt x="3139549" y="2398871"/>
                  </a:lnTo>
                  <a:lnTo>
                    <a:pt x="3139674" y="2398871"/>
                  </a:lnTo>
                  <a:lnTo>
                    <a:pt x="3139799" y="2398871"/>
                  </a:lnTo>
                  <a:lnTo>
                    <a:pt x="3139924" y="2398871"/>
                  </a:lnTo>
                  <a:lnTo>
                    <a:pt x="3140049" y="2398871"/>
                  </a:lnTo>
                  <a:lnTo>
                    <a:pt x="3140174" y="2398871"/>
                  </a:lnTo>
                  <a:lnTo>
                    <a:pt x="3140299" y="2398871"/>
                  </a:lnTo>
                  <a:lnTo>
                    <a:pt x="3140424" y="2398871"/>
                  </a:lnTo>
                  <a:lnTo>
                    <a:pt x="3140549" y="2398871"/>
                  </a:lnTo>
                  <a:lnTo>
                    <a:pt x="3140674" y="2398871"/>
                  </a:lnTo>
                  <a:lnTo>
                    <a:pt x="3140799" y="2398871"/>
                  </a:lnTo>
                  <a:lnTo>
                    <a:pt x="3140924" y="2398871"/>
                  </a:lnTo>
                  <a:lnTo>
                    <a:pt x="3141050" y="2398871"/>
                  </a:lnTo>
                  <a:lnTo>
                    <a:pt x="3141175" y="2398871"/>
                  </a:lnTo>
                  <a:lnTo>
                    <a:pt x="3141300" y="2398871"/>
                  </a:lnTo>
                  <a:lnTo>
                    <a:pt x="3141425" y="2398871"/>
                  </a:lnTo>
                  <a:lnTo>
                    <a:pt x="3141550" y="2398871"/>
                  </a:lnTo>
                  <a:lnTo>
                    <a:pt x="3141675" y="2398871"/>
                  </a:lnTo>
                  <a:lnTo>
                    <a:pt x="3141800" y="2398871"/>
                  </a:lnTo>
                  <a:lnTo>
                    <a:pt x="3141925" y="2398871"/>
                  </a:lnTo>
                  <a:lnTo>
                    <a:pt x="3142050" y="2398871"/>
                  </a:lnTo>
                  <a:lnTo>
                    <a:pt x="3142175" y="2398871"/>
                  </a:lnTo>
                  <a:lnTo>
                    <a:pt x="3142300" y="2398871"/>
                  </a:lnTo>
                  <a:lnTo>
                    <a:pt x="3142425" y="2398871"/>
                  </a:lnTo>
                  <a:lnTo>
                    <a:pt x="3142550" y="2398871"/>
                  </a:lnTo>
                  <a:lnTo>
                    <a:pt x="3142675" y="2398871"/>
                  </a:lnTo>
                  <a:lnTo>
                    <a:pt x="3142800" y="2398871"/>
                  </a:lnTo>
                  <a:lnTo>
                    <a:pt x="3142925" y="2398871"/>
                  </a:lnTo>
                  <a:lnTo>
                    <a:pt x="3143050" y="2398871"/>
                  </a:lnTo>
                  <a:lnTo>
                    <a:pt x="3143175" y="2398871"/>
                  </a:lnTo>
                  <a:lnTo>
                    <a:pt x="3143300" y="2398871"/>
                  </a:lnTo>
                  <a:lnTo>
                    <a:pt x="3143425" y="2398871"/>
                  </a:lnTo>
                  <a:lnTo>
                    <a:pt x="3143550" y="2398871"/>
                  </a:lnTo>
                  <a:lnTo>
                    <a:pt x="3143675" y="2398871"/>
                  </a:lnTo>
                  <a:lnTo>
                    <a:pt x="3143800" y="2398871"/>
                  </a:lnTo>
                  <a:lnTo>
                    <a:pt x="3143926" y="2398871"/>
                  </a:lnTo>
                  <a:lnTo>
                    <a:pt x="3144051" y="2398871"/>
                  </a:lnTo>
                  <a:lnTo>
                    <a:pt x="3144176" y="2398871"/>
                  </a:lnTo>
                  <a:lnTo>
                    <a:pt x="3144301" y="2398871"/>
                  </a:lnTo>
                  <a:lnTo>
                    <a:pt x="3144426" y="2398871"/>
                  </a:lnTo>
                  <a:lnTo>
                    <a:pt x="3144551" y="2398871"/>
                  </a:lnTo>
                  <a:lnTo>
                    <a:pt x="3144676" y="2398871"/>
                  </a:lnTo>
                  <a:lnTo>
                    <a:pt x="3144801" y="2398871"/>
                  </a:lnTo>
                  <a:lnTo>
                    <a:pt x="3144926" y="2398871"/>
                  </a:lnTo>
                  <a:lnTo>
                    <a:pt x="3145051" y="2398871"/>
                  </a:lnTo>
                  <a:lnTo>
                    <a:pt x="3145176" y="2398871"/>
                  </a:lnTo>
                  <a:lnTo>
                    <a:pt x="3145301" y="2398871"/>
                  </a:lnTo>
                  <a:lnTo>
                    <a:pt x="3145426" y="2398871"/>
                  </a:lnTo>
                  <a:lnTo>
                    <a:pt x="3145551" y="2398871"/>
                  </a:lnTo>
                  <a:lnTo>
                    <a:pt x="3145676" y="2398871"/>
                  </a:lnTo>
                  <a:lnTo>
                    <a:pt x="3145801" y="2398871"/>
                  </a:lnTo>
                  <a:lnTo>
                    <a:pt x="3145926" y="2398871"/>
                  </a:lnTo>
                  <a:lnTo>
                    <a:pt x="3146051" y="2398871"/>
                  </a:lnTo>
                  <a:lnTo>
                    <a:pt x="3146176" y="2398871"/>
                  </a:lnTo>
                  <a:lnTo>
                    <a:pt x="3146301" y="2398871"/>
                  </a:lnTo>
                  <a:lnTo>
                    <a:pt x="3146301" y="2388917"/>
                  </a:lnTo>
                  <a:lnTo>
                    <a:pt x="3146426" y="2388917"/>
                  </a:lnTo>
                  <a:lnTo>
                    <a:pt x="3146551" y="2388917"/>
                  </a:lnTo>
                  <a:lnTo>
                    <a:pt x="3146676" y="2388917"/>
                  </a:lnTo>
                  <a:lnTo>
                    <a:pt x="3146801" y="2388917"/>
                  </a:lnTo>
                  <a:lnTo>
                    <a:pt x="3146927" y="2388917"/>
                  </a:lnTo>
                  <a:lnTo>
                    <a:pt x="3147052" y="2388917"/>
                  </a:lnTo>
                  <a:lnTo>
                    <a:pt x="3147177" y="2388917"/>
                  </a:lnTo>
                  <a:lnTo>
                    <a:pt x="3147302" y="2388917"/>
                  </a:lnTo>
                  <a:lnTo>
                    <a:pt x="3147427" y="2388917"/>
                  </a:lnTo>
                  <a:lnTo>
                    <a:pt x="3147552" y="2388917"/>
                  </a:lnTo>
                  <a:lnTo>
                    <a:pt x="3147677" y="2388917"/>
                  </a:lnTo>
                  <a:lnTo>
                    <a:pt x="3147802" y="2388917"/>
                  </a:lnTo>
                  <a:lnTo>
                    <a:pt x="3147927" y="2388917"/>
                  </a:lnTo>
                  <a:lnTo>
                    <a:pt x="3148052" y="2388917"/>
                  </a:lnTo>
                  <a:lnTo>
                    <a:pt x="3148177" y="2388917"/>
                  </a:lnTo>
                  <a:lnTo>
                    <a:pt x="3148302" y="2388917"/>
                  </a:lnTo>
                  <a:lnTo>
                    <a:pt x="3148427" y="2388917"/>
                  </a:lnTo>
                  <a:lnTo>
                    <a:pt x="3148552" y="2388917"/>
                  </a:lnTo>
                  <a:lnTo>
                    <a:pt x="3148677" y="2388917"/>
                  </a:lnTo>
                  <a:lnTo>
                    <a:pt x="3148802" y="2388917"/>
                  </a:lnTo>
                  <a:lnTo>
                    <a:pt x="3148927" y="2388917"/>
                  </a:lnTo>
                  <a:lnTo>
                    <a:pt x="3149052" y="2388917"/>
                  </a:lnTo>
                  <a:lnTo>
                    <a:pt x="3149177" y="2388917"/>
                  </a:lnTo>
                  <a:lnTo>
                    <a:pt x="3149302" y="2388917"/>
                  </a:lnTo>
                  <a:lnTo>
                    <a:pt x="3149427" y="2388917"/>
                  </a:lnTo>
                  <a:lnTo>
                    <a:pt x="3149552" y="2388917"/>
                  </a:lnTo>
                  <a:lnTo>
                    <a:pt x="3149677" y="2388917"/>
                  </a:lnTo>
                  <a:lnTo>
                    <a:pt x="3149802" y="2388917"/>
                  </a:lnTo>
                  <a:lnTo>
                    <a:pt x="3149928" y="2388917"/>
                  </a:lnTo>
                  <a:lnTo>
                    <a:pt x="3150053" y="2388917"/>
                  </a:lnTo>
                  <a:lnTo>
                    <a:pt x="3150178" y="2388917"/>
                  </a:lnTo>
                  <a:lnTo>
                    <a:pt x="3150303" y="2388917"/>
                  </a:lnTo>
                  <a:lnTo>
                    <a:pt x="3150303" y="2378963"/>
                  </a:lnTo>
                  <a:lnTo>
                    <a:pt x="3150428" y="2378963"/>
                  </a:lnTo>
                  <a:lnTo>
                    <a:pt x="3150553" y="2378963"/>
                  </a:lnTo>
                  <a:lnTo>
                    <a:pt x="3150678" y="2378963"/>
                  </a:lnTo>
                  <a:lnTo>
                    <a:pt x="3150803" y="2378963"/>
                  </a:lnTo>
                  <a:lnTo>
                    <a:pt x="3150928" y="2378963"/>
                  </a:lnTo>
                  <a:lnTo>
                    <a:pt x="3151053" y="2378963"/>
                  </a:lnTo>
                  <a:lnTo>
                    <a:pt x="3151178" y="2378963"/>
                  </a:lnTo>
                  <a:lnTo>
                    <a:pt x="3151303" y="2378963"/>
                  </a:lnTo>
                  <a:lnTo>
                    <a:pt x="3151428" y="2378963"/>
                  </a:lnTo>
                  <a:lnTo>
                    <a:pt x="3151553" y="2378963"/>
                  </a:lnTo>
                  <a:lnTo>
                    <a:pt x="3151678" y="2378963"/>
                  </a:lnTo>
                  <a:lnTo>
                    <a:pt x="3151803" y="2378963"/>
                  </a:lnTo>
                  <a:lnTo>
                    <a:pt x="3151928" y="2378963"/>
                  </a:lnTo>
                  <a:lnTo>
                    <a:pt x="3152053" y="2378963"/>
                  </a:lnTo>
                  <a:lnTo>
                    <a:pt x="3152178" y="2378963"/>
                  </a:lnTo>
                  <a:lnTo>
                    <a:pt x="3152303" y="2378963"/>
                  </a:lnTo>
                  <a:lnTo>
                    <a:pt x="3152428" y="2378963"/>
                  </a:lnTo>
                  <a:lnTo>
                    <a:pt x="3152553" y="2378963"/>
                  </a:lnTo>
                  <a:lnTo>
                    <a:pt x="3152678" y="2378963"/>
                  </a:lnTo>
                  <a:lnTo>
                    <a:pt x="3152803" y="2378963"/>
                  </a:lnTo>
                  <a:lnTo>
                    <a:pt x="3152929" y="2378963"/>
                  </a:lnTo>
                  <a:lnTo>
                    <a:pt x="3153054" y="2378963"/>
                  </a:lnTo>
                  <a:lnTo>
                    <a:pt x="3153179" y="2378963"/>
                  </a:lnTo>
                  <a:lnTo>
                    <a:pt x="3153304" y="2378963"/>
                  </a:lnTo>
                  <a:lnTo>
                    <a:pt x="3153429" y="2378963"/>
                  </a:lnTo>
                  <a:lnTo>
                    <a:pt x="3153554" y="2378963"/>
                  </a:lnTo>
                  <a:lnTo>
                    <a:pt x="3153679" y="2378963"/>
                  </a:lnTo>
                  <a:lnTo>
                    <a:pt x="3153804" y="2378963"/>
                  </a:lnTo>
                  <a:lnTo>
                    <a:pt x="3153929" y="2378963"/>
                  </a:lnTo>
                  <a:lnTo>
                    <a:pt x="3154054" y="2378963"/>
                  </a:lnTo>
                  <a:lnTo>
                    <a:pt x="3154179" y="2378963"/>
                  </a:lnTo>
                  <a:lnTo>
                    <a:pt x="3154304" y="2378963"/>
                  </a:lnTo>
                  <a:lnTo>
                    <a:pt x="3154429" y="2378963"/>
                  </a:lnTo>
                  <a:lnTo>
                    <a:pt x="3154554" y="2378963"/>
                  </a:lnTo>
                  <a:lnTo>
                    <a:pt x="3154679" y="2378963"/>
                  </a:lnTo>
                  <a:lnTo>
                    <a:pt x="3154804" y="2378963"/>
                  </a:lnTo>
                  <a:lnTo>
                    <a:pt x="3154929" y="2378963"/>
                  </a:lnTo>
                  <a:lnTo>
                    <a:pt x="3155054" y="2378963"/>
                  </a:lnTo>
                  <a:lnTo>
                    <a:pt x="3155179" y="2378963"/>
                  </a:lnTo>
                  <a:lnTo>
                    <a:pt x="3155304" y="2378963"/>
                  </a:lnTo>
                  <a:lnTo>
                    <a:pt x="3155429" y="2378963"/>
                  </a:lnTo>
                  <a:lnTo>
                    <a:pt x="3155554" y="2378963"/>
                  </a:lnTo>
                  <a:lnTo>
                    <a:pt x="3155679" y="2378963"/>
                  </a:lnTo>
                  <a:lnTo>
                    <a:pt x="3155804" y="2378963"/>
                  </a:lnTo>
                  <a:lnTo>
                    <a:pt x="3155930" y="2378963"/>
                  </a:lnTo>
                  <a:lnTo>
                    <a:pt x="3156055" y="2378963"/>
                  </a:lnTo>
                  <a:lnTo>
                    <a:pt x="3156180" y="2378963"/>
                  </a:lnTo>
                  <a:lnTo>
                    <a:pt x="3156305" y="2378963"/>
                  </a:lnTo>
                  <a:lnTo>
                    <a:pt x="3156430" y="2378963"/>
                  </a:lnTo>
                  <a:lnTo>
                    <a:pt x="3156555" y="2378963"/>
                  </a:lnTo>
                  <a:lnTo>
                    <a:pt x="3156680" y="2378963"/>
                  </a:lnTo>
                  <a:lnTo>
                    <a:pt x="3156805" y="2378963"/>
                  </a:lnTo>
                  <a:lnTo>
                    <a:pt x="3156930" y="2378963"/>
                  </a:lnTo>
                  <a:lnTo>
                    <a:pt x="3157055" y="2378963"/>
                  </a:lnTo>
                  <a:lnTo>
                    <a:pt x="3157180" y="2378963"/>
                  </a:lnTo>
                  <a:lnTo>
                    <a:pt x="3157305" y="2378963"/>
                  </a:lnTo>
                  <a:lnTo>
                    <a:pt x="3157430" y="2378963"/>
                  </a:lnTo>
                  <a:lnTo>
                    <a:pt x="3157555" y="2378963"/>
                  </a:lnTo>
                  <a:lnTo>
                    <a:pt x="3157680" y="2378963"/>
                  </a:lnTo>
                  <a:lnTo>
                    <a:pt x="3157805" y="2378963"/>
                  </a:lnTo>
                  <a:lnTo>
                    <a:pt x="3157930" y="2378963"/>
                  </a:lnTo>
                  <a:lnTo>
                    <a:pt x="3158055" y="2378963"/>
                  </a:lnTo>
                  <a:lnTo>
                    <a:pt x="3158180" y="2378963"/>
                  </a:lnTo>
                  <a:lnTo>
                    <a:pt x="3158305" y="2378963"/>
                  </a:lnTo>
                  <a:lnTo>
                    <a:pt x="3158430" y="2378963"/>
                  </a:lnTo>
                  <a:lnTo>
                    <a:pt x="3158555" y="2378963"/>
                  </a:lnTo>
                  <a:lnTo>
                    <a:pt x="3158680" y="2378963"/>
                  </a:lnTo>
                  <a:lnTo>
                    <a:pt x="3158805" y="2378963"/>
                  </a:lnTo>
                  <a:lnTo>
                    <a:pt x="3158931" y="2378963"/>
                  </a:lnTo>
                  <a:lnTo>
                    <a:pt x="3159056" y="2378963"/>
                  </a:lnTo>
                  <a:lnTo>
                    <a:pt x="3159181" y="2378963"/>
                  </a:lnTo>
                  <a:lnTo>
                    <a:pt x="3159306" y="2378963"/>
                  </a:lnTo>
                  <a:lnTo>
                    <a:pt x="3159431" y="2378963"/>
                  </a:lnTo>
                  <a:lnTo>
                    <a:pt x="3159556" y="2378963"/>
                  </a:lnTo>
                  <a:lnTo>
                    <a:pt x="3159681" y="2378963"/>
                  </a:lnTo>
                  <a:lnTo>
                    <a:pt x="3159806" y="2378963"/>
                  </a:lnTo>
                  <a:lnTo>
                    <a:pt x="3159931" y="2378963"/>
                  </a:lnTo>
                  <a:lnTo>
                    <a:pt x="3160056" y="2378963"/>
                  </a:lnTo>
                  <a:lnTo>
                    <a:pt x="3160181" y="2378963"/>
                  </a:lnTo>
                  <a:lnTo>
                    <a:pt x="3160306" y="2378963"/>
                  </a:lnTo>
                  <a:lnTo>
                    <a:pt x="3160431" y="2378963"/>
                  </a:lnTo>
                  <a:lnTo>
                    <a:pt x="3160556" y="2378963"/>
                  </a:lnTo>
                  <a:lnTo>
                    <a:pt x="3160681" y="2378963"/>
                  </a:lnTo>
                  <a:lnTo>
                    <a:pt x="3160806" y="2378963"/>
                  </a:lnTo>
                  <a:lnTo>
                    <a:pt x="3160931" y="2378963"/>
                  </a:lnTo>
                  <a:lnTo>
                    <a:pt x="3161056" y="2378963"/>
                  </a:lnTo>
                  <a:lnTo>
                    <a:pt x="3161181" y="2378963"/>
                  </a:lnTo>
                  <a:lnTo>
                    <a:pt x="3161306" y="2378963"/>
                  </a:lnTo>
                  <a:lnTo>
                    <a:pt x="3161431" y="2378963"/>
                  </a:lnTo>
                  <a:lnTo>
                    <a:pt x="3161556" y="2378963"/>
                  </a:lnTo>
                  <a:lnTo>
                    <a:pt x="3161681" y="2378963"/>
                  </a:lnTo>
                  <a:lnTo>
                    <a:pt x="3161806" y="2378963"/>
                  </a:lnTo>
                  <a:lnTo>
                    <a:pt x="3161932" y="2378963"/>
                  </a:lnTo>
                  <a:lnTo>
                    <a:pt x="3162057" y="2378963"/>
                  </a:lnTo>
                  <a:lnTo>
                    <a:pt x="3162182" y="2378963"/>
                  </a:lnTo>
                  <a:lnTo>
                    <a:pt x="3162307" y="2378963"/>
                  </a:lnTo>
                  <a:lnTo>
                    <a:pt x="3162432" y="2378963"/>
                  </a:lnTo>
                  <a:lnTo>
                    <a:pt x="3162557" y="2378963"/>
                  </a:lnTo>
                  <a:lnTo>
                    <a:pt x="3162682" y="2378963"/>
                  </a:lnTo>
                  <a:lnTo>
                    <a:pt x="3162807" y="2378963"/>
                  </a:lnTo>
                  <a:lnTo>
                    <a:pt x="3162932" y="2378963"/>
                  </a:lnTo>
                  <a:lnTo>
                    <a:pt x="3163057" y="2378963"/>
                  </a:lnTo>
                  <a:lnTo>
                    <a:pt x="3163182" y="2378963"/>
                  </a:lnTo>
                  <a:lnTo>
                    <a:pt x="3163307" y="2378963"/>
                  </a:lnTo>
                  <a:lnTo>
                    <a:pt x="3163432" y="2378963"/>
                  </a:lnTo>
                  <a:lnTo>
                    <a:pt x="3163557" y="2378963"/>
                  </a:lnTo>
                  <a:lnTo>
                    <a:pt x="3163682" y="2378963"/>
                  </a:lnTo>
                  <a:lnTo>
                    <a:pt x="3163807" y="2378963"/>
                  </a:lnTo>
                  <a:lnTo>
                    <a:pt x="3163932" y="2378963"/>
                  </a:lnTo>
                  <a:lnTo>
                    <a:pt x="3164057" y="2378963"/>
                  </a:lnTo>
                  <a:lnTo>
                    <a:pt x="3164182" y="2378963"/>
                  </a:lnTo>
                  <a:lnTo>
                    <a:pt x="3164307" y="2378963"/>
                  </a:lnTo>
                  <a:lnTo>
                    <a:pt x="3164432" y="2378963"/>
                  </a:lnTo>
                  <a:lnTo>
                    <a:pt x="3164557" y="2378963"/>
                  </a:lnTo>
                  <a:lnTo>
                    <a:pt x="3164682" y="2378963"/>
                  </a:lnTo>
                  <a:lnTo>
                    <a:pt x="3164807" y="2378963"/>
                  </a:lnTo>
                  <a:lnTo>
                    <a:pt x="3164933" y="2378963"/>
                  </a:lnTo>
                  <a:lnTo>
                    <a:pt x="3165058" y="2378963"/>
                  </a:lnTo>
                  <a:lnTo>
                    <a:pt x="3165183" y="2378963"/>
                  </a:lnTo>
                  <a:lnTo>
                    <a:pt x="3165308" y="2378963"/>
                  </a:lnTo>
                  <a:lnTo>
                    <a:pt x="3165433" y="2378963"/>
                  </a:lnTo>
                  <a:lnTo>
                    <a:pt x="3165558" y="2378963"/>
                  </a:lnTo>
                  <a:lnTo>
                    <a:pt x="3165683" y="2378963"/>
                  </a:lnTo>
                  <a:lnTo>
                    <a:pt x="3165808" y="2378963"/>
                  </a:lnTo>
                  <a:lnTo>
                    <a:pt x="3165933" y="2378963"/>
                  </a:lnTo>
                  <a:lnTo>
                    <a:pt x="3166058" y="2378963"/>
                  </a:lnTo>
                  <a:lnTo>
                    <a:pt x="3166183" y="2378963"/>
                  </a:lnTo>
                  <a:lnTo>
                    <a:pt x="3166308" y="2378963"/>
                  </a:lnTo>
                  <a:lnTo>
                    <a:pt x="3166433" y="2378963"/>
                  </a:lnTo>
                  <a:lnTo>
                    <a:pt x="3166558" y="2378963"/>
                  </a:lnTo>
                  <a:lnTo>
                    <a:pt x="3166683" y="2378963"/>
                  </a:lnTo>
                  <a:lnTo>
                    <a:pt x="3166808" y="2378963"/>
                  </a:lnTo>
                  <a:lnTo>
                    <a:pt x="3166933" y="2378963"/>
                  </a:lnTo>
                  <a:lnTo>
                    <a:pt x="3167058" y="2378963"/>
                  </a:lnTo>
                  <a:lnTo>
                    <a:pt x="3167183" y="2378963"/>
                  </a:lnTo>
                  <a:lnTo>
                    <a:pt x="3167308" y="2378963"/>
                  </a:lnTo>
                  <a:lnTo>
                    <a:pt x="3167433" y="2378963"/>
                  </a:lnTo>
                  <a:lnTo>
                    <a:pt x="3167558" y="2378963"/>
                  </a:lnTo>
                  <a:lnTo>
                    <a:pt x="3167683" y="2378963"/>
                  </a:lnTo>
                  <a:lnTo>
                    <a:pt x="3167808" y="2378963"/>
                  </a:lnTo>
                  <a:lnTo>
                    <a:pt x="3167934" y="2378963"/>
                  </a:lnTo>
                  <a:lnTo>
                    <a:pt x="3168059" y="2378963"/>
                  </a:lnTo>
                  <a:lnTo>
                    <a:pt x="3168184" y="2378963"/>
                  </a:lnTo>
                  <a:lnTo>
                    <a:pt x="3168309" y="2378963"/>
                  </a:lnTo>
                  <a:lnTo>
                    <a:pt x="3168434" y="2378963"/>
                  </a:lnTo>
                  <a:lnTo>
                    <a:pt x="3168559" y="2378963"/>
                  </a:lnTo>
                  <a:lnTo>
                    <a:pt x="3168684" y="2378963"/>
                  </a:lnTo>
                  <a:lnTo>
                    <a:pt x="3168809" y="2378963"/>
                  </a:lnTo>
                  <a:lnTo>
                    <a:pt x="3168934" y="2378963"/>
                  </a:lnTo>
                  <a:lnTo>
                    <a:pt x="3169059" y="2378963"/>
                  </a:lnTo>
                  <a:lnTo>
                    <a:pt x="3169184" y="2378963"/>
                  </a:lnTo>
                  <a:lnTo>
                    <a:pt x="3169309" y="2378963"/>
                  </a:lnTo>
                  <a:lnTo>
                    <a:pt x="3169434" y="2378963"/>
                  </a:lnTo>
                  <a:lnTo>
                    <a:pt x="3169559" y="2378963"/>
                  </a:lnTo>
                  <a:lnTo>
                    <a:pt x="3169684" y="2378963"/>
                  </a:lnTo>
                  <a:lnTo>
                    <a:pt x="3169809" y="2378963"/>
                  </a:lnTo>
                  <a:lnTo>
                    <a:pt x="3169934" y="2378963"/>
                  </a:lnTo>
                  <a:lnTo>
                    <a:pt x="3170059" y="2378963"/>
                  </a:lnTo>
                  <a:lnTo>
                    <a:pt x="3170184" y="2378963"/>
                  </a:lnTo>
                  <a:lnTo>
                    <a:pt x="3170309" y="2378963"/>
                  </a:lnTo>
                  <a:lnTo>
                    <a:pt x="3170434" y="2378963"/>
                  </a:lnTo>
                  <a:lnTo>
                    <a:pt x="3170559" y="2378963"/>
                  </a:lnTo>
                  <a:lnTo>
                    <a:pt x="3170684" y="2378963"/>
                  </a:lnTo>
                  <a:lnTo>
                    <a:pt x="3170809" y="2378963"/>
                  </a:lnTo>
                  <a:lnTo>
                    <a:pt x="3170935" y="2378963"/>
                  </a:lnTo>
                  <a:lnTo>
                    <a:pt x="3171060" y="2378963"/>
                  </a:lnTo>
                  <a:lnTo>
                    <a:pt x="3171185" y="2378963"/>
                  </a:lnTo>
                  <a:lnTo>
                    <a:pt x="3171310" y="2378963"/>
                  </a:lnTo>
                  <a:lnTo>
                    <a:pt x="3171435" y="2378963"/>
                  </a:lnTo>
                  <a:lnTo>
                    <a:pt x="3171560" y="2378963"/>
                  </a:lnTo>
                  <a:lnTo>
                    <a:pt x="3171685" y="2378963"/>
                  </a:lnTo>
                  <a:lnTo>
                    <a:pt x="3171810" y="2378963"/>
                  </a:lnTo>
                  <a:lnTo>
                    <a:pt x="3171935" y="2378963"/>
                  </a:lnTo>
                  <a:lnTo>
                    <a:pt x="3172060" y="2378963"/>
                  </a:lnTo>
                  <a:lnTo>
                    <a:pt x="3172185" y="2378963"/>
                  </a:lnTo>
                  <a:lnTo>
                    <a:pt x="3172310" y="2378963"/>
                  </a:lnTo>
                  <a:lnTo>
                    <a:pt x="3172435" y="2378963"/>
                  </a:lnTo>
                  <a:lnTo>
                    <a:pt x="3172560" y="2378963"/>
                  </a:lnTo>
                  <a:lnTo>
                    <a:pt x="3172685" y="2378963"/>
                  </a:lnTo>
                  <a:lnTo>
                    <a:pt x="3172810" y="2378963"/>
                  </a:lnTo>
                  <a:lnTo>
                    <a:pt x="3172935" y="2378963"/>
                  </a:lnTo>
                  <a:lnTo>
                    <a:pt x="3173060" y="2378963"/>
                  </a:lnTo>
                  <a:lnTo>
                    <a:pt x="3173185" y="2378963"/>
                  </a:lnTo>
                  <a:lnTo>
                    <a:pt x="3173310" y="2378963"/>
                  </a:lnTo>
                  <a:lnTo>
                    <a:pt x="3173435" y="2378963"/>
                  </a:lnTo>
                  <a:lnTo>
                    <a:pt x="3173560" y="2378963"/>
                  </a:lnTo>
                  <a:lnTo>
                    <a:pt x="3173685" y="2378963"/>
                  </a:lnTo>
                  <a:lnTo>
                    <a:pt x="3173810" y="2378963"/>
                  </a:lnTo>
                  <a:lnTo>
                    <a:pt x="3173936" y="2378963"/>
                  </a:lnTo>
                  <a:lnTo>
                    <a:pt x="3174061" y="2378963"/>
                  </a:lnTo>
                  <a:lnTo>
                    <a:pt x="3174186" y="2378963"/>
                  </a:lnTo>
                  <a:lnTo>
                    <a:pt x="3174311" y="2378963"/>
                  </a:lnTo>
                  <a:lnTo>
                    <a:pt x="3174436" y="2378963"/>
                  </a:lnTo>
                  <a:lnTo>
                    <a:pt x="3174561" y="2378963"/>
                  </a:lnTo>
                  <a:lnTo>
                    <a:pt x="3174686" y="2378963"/>
                  </a:lnTo>
                  <a:lnTo>
                    <a:pt x="3174811" y="2378963"/>
                  </a:lnTo>
                  <a:lnTo>
                    <a:pt x="3174936" y="2378963"/>
                  </a:lnTo>
                  <a:lnTo>
                    <a:pt x="3175061" y="2378963"/>
                  </a:lnTo>
                  <a:lnTo>
                    <a:pt x="3175186" y="2378963"/>
                  </a:lnTo>
                  <a:lnTo>
                    <a:pt x="3175311" y="2378963"/>
                  </a:lnTo>
                  <a:lnTo>
                    <a:pt x="3175436" y="2378963"/>
                  </a:lnTo>
                  <a:lnTo>
                    <a:pt x="3175561" y="2378963"/>
                  </a:lnTo>
                  <a:lnTo>
                    <a:pt x="3175686" y="2378963"/>
                  </a:lnTo>
                  <a:lnTo>
                    <a:pt x="3175811" y="2378963"/>
                  </a:lnTo>
                  <a:lnTo>
                    <a:pt x="3175936" y="2378963"/>
                  </a:lnTo>
                  <a:lnTo>
                    <a:pt x="3176061" y="2378963"/>
                  </a:lnTo>
                  <a:lnTo>
                    <a:pt x="3176186" y="2378963"/>
                  </a:lnTo>
                  <a:lnTo>
                    <a:pt x="3176311" y="2378963"/>
                  </a:lnTo>
                  <a:lnTo>
                    <a:pt x="3176436" y="2378963"/>
                  </a:lnTo>
                  <a:lnTo>
                    <a:pt x="3176561" y="2378963"/>
                  </a:lnTo>
                  <a:lnTo>
                    <a:pt x="3176686" y="2378963"/>
                  </a:lnTo>
                  <a:lnTo>
                    <a:pt x="3176811" y="2378963"/>
                  </a:lnTo>
                  <a:lnTo>
                    <a:pt x="3176937" y="2378963"/>
                  </a:lnTo>
                  <a:lnTo>
                    <a:pt x="3177062" y="2378963"/>
                  </a:lnTo>
                  <a:lnTo>
                    <a:pt x="3177187" y="2378963"/>
                  </a:lnTo>
                  <a:lnTo>
                    <a:pt x="3177312" y="2378963"/>
                  </a:lnTo>
                  <a:lnTo>
                    <a:pt x="3177437" y="2378963"/>
                  </a:lnTo>
                  <a:lnTo>
                    <a:pt x="3177562" y="2378963"/>
                  </a:lnTo>
                  <a:lnTo>
                    <a:pt x="3177687" y="2378963"/>
                  </a:lnTo>
                  <a:lnTo>
                    <a:pt x="3177812" y="2378963"/>
                  </a:lnTo>
                  <a:lnTo>
                    <a:pt x="3177937" y="2378963"/>
                  </a:lnTo>
                  <a:lnTo>
                    <a:pt x="3178062" y="2378963"/>
                  </a:lnTo>
                  <a:lnTo>
                    <a:pt x="3178187" y="2378963"/>
                  </a:lnTo>
                  <a:lnTo>
                    <a:pt x="3178312" y="2378963"/>
                  </a:lnTo>
                  <a:lnTo>
                    <a:pt x="3178437" y="2378963"/>
                  </a:lnTo>
                  <a:lnTo>
                    <a:pt x="3178562" y="2378963"/>
                  </a:lnTo>
                  <a:lnTo>
                    <a:pt x="3178687" y="2378963"/>
                  </a:lnTo>
                  <a:lnTo>
                    <a:pt x="3178812" y="2378963"/>
                  </a:lnTo>
                  <a:lnTo>
                    <a:pt x="3178937" y="2378963"/>
                  </a:lnTo>
                  <a:lnTo>
                    <a:pt x="3179062" y="2378963"/>
                  </a:lnTo>
                  <a:lnTo>
                    <a:pt x="3179187" y="2378963"/>
                  </a:lnTo>
                  <a:lnTo>
                    <a:pt x="3179312" y="2378963"/>
                  </a:lnTo>
                  <a:lnTo>
                    <a:pt x="3179437" y="2378963"/>
                  </a:lnTo>
                  <a:lnTo>
                    <a:pt x="3179562" y="2378963"/>
                  </a:lnTo>
                  <a:lnTo>
                    <a:pt x="3179687" y="2378963"/>
                  </a:lnTo>
                  <a:lnTo>
                    <a:pt x="3179812" y="2378963"/>
                  </a:lnTo>
                  <a:lnTo>
                    <a:pt x="3179938" y="2378963"/>
                  </a:lnTo>
                  <a:lnTo>
                    <a:pt x="3180063" y="2378963"/>
                  </a:lnTo>
                  <a:lnTo>
                    <a:pt x="3180188" y="2378963"/>
                  </a:lnTo>
                  <a:lnTo>
                    <a:pt x="3180313" y="2378963"/>
                  </a:lnTo>
                  <a:lnTo>
                    <a:pt x="3180438" y="2378963"/>
                  </a:lnTo>
                  <a:lnTo>
                    <a:pt x="3180563" y="2378963"/>
                  </a:lnTo>
                  <a:lnTo>
                    <a:pt x="3180688" y="2378963"/>
                  </a:lnTo>
                  <a:lnTo>
                    <a:pt x="3180813" y="2378963"/>
                  </a:lnTo>
                  <a:lnTo>
                    <a:pt x="3180938" y="2378963"/>
                  </a:lnTo>
                  <a:lnTo>
                    <a:pt x="3181063" y="2378963"/>
                  </a:lnTo>
                  <a:lnTo>
                    <a:pt x="3181188" y="2378963"/>
                  </a:lnTo>
                  <a:lnTo>
                    <a:pt x="3181313" y="2378963"/>
                  </a:lnTo>
                  <a:lnTo>
                    <a:pt x="3181438" y="2378963"/>
                  </a:lnTo>
                  <a:lnTo>
                    <a:pt x="3181563" y="2378963"/>
                  </a:lnTo>
                  <a:lnTo>
                    <a:pt x="3181688" y="2378963"/>
                  </a:lnTo>
                  <a:lnTo>
                    <a:pt x="3181813" y="2378963"/>
                  </a:lnTo>
                  <a:lnTo>
                    <a:pt x="3181938" y="2378963"/>
                  </a:lnTo>
                  <a:lnTo>
                    <a:pt x="3182063" y="2378963"/>
                  </a:lnTo>
                  <a:lnTo>
                    <a:pt x="3182188" y="2378963"/>
                  </a:lnTo>
                  <a:lnTo>
                    <a:pt x="3182313" y="2378963"/>
                  </a:lnTo>
                  <a:lnTo>
                    <a:pt x="3182438" y="2378963"/>
                  </a:lnTo>
                  <a:lnTo>
                    <a:pt x="3182563" y="2378963"/>
                  </a:lnTo>
                  <a:lnTo>
                    <a:pt x="3182688" y="2378963"/>
                  </a:lnTo>
                  <a:lnTo>
                    <a:pt x="3182814" y="2378963"/>
                  </a:lnTo>
                  <a:lnTo>
                    <a:pt x="3182939" y="2378963"/>
                  </a:lnTo>
                  <a:lnTo>
                    <a:pt x="3183064" y="2378963"/>
                  </a:lnTo>
                  <a:lnTo>
                    <a:pt x="3183189" y="2378963"/>
                  </a:lnTo>
                  <a:lnTo>
                    <a:pt x="3183314" y="2378963"/>
                  </a:lnTo>
                  <a:lnTo>
                    <a:pt x="3183439" y="2378963"/>
                  </a:lnTo>
                  <a:lnTo>
                    <a:pt x="3183564" y="2378963"/>
                  </a:lnTo>
                  <a:lnTo>
                    <a:pt x="3183689" y="2378963"/>
                  </a:lnTo>
                  <a:lnTo>
                    <a:pt x="3183814" y="2378963"/>
                  </a:lnTo>
                  <a:lnTo>
                    <a:pt x="3183939" y="2378963"/>
                  </a:lnTo>
                  <a:lnTo>
                    <a:pt x="3184064" y="2378963"/>
                  </a:lnTo>
                  <a:lnTo>
                    <a:pt x="3184189" y="2378963"/>
                  </a:lnTo>
                  <a:lnTo>
                    <a:pt x="3184314" y="2378963"/>
                  </a:lnTo>
                  <a:lnTo>
                    <a:pt x="3184439" y="2378963"/>
                  </a:lnTo>
                  <a:lnTo>
                    <a:pt x="3184564" y="2378963"/>
                  </a:lnTo>
                  <a:lnTo>
                    <a:pt x="3184689" y="2378963"/>
                  </a:lnTo>
                  <a:lnTo>
                    <a:pt x="3184814" y="2378963"/>
                  </a:lnTo>
                  <a:lnTo>
                    <a:pt x="3184939" y="2378963"/>
                  </a:lnTo>
                  <a:lnTo>
                    <a:pt x="3185064" y="2378963"/>
                  </a:lnTo>
                  <a:lnTo>
                    <a:pt x="3185189" y="2378963"/>
                  </a:lnTo>
                  <a:lnTo>
                    <a:pt x="3185314" y="2378963"/>
                  </a:lnTo>
                  <a:lnTo>
                    <a:pt x="3185439" y="2378963"/>
                  </a:lnTo>
                  <a:lnTo>
                    <a:pt x="3185564" y="2378963"/>
                  </a:lnTo>
                  <a:lnTo>
                    <a:pt x="3185689" y="2378963"/>
                  </a:lnTo>
                  <a:lnTo>
                    <a:pt x="3185815" y="2378963"/>
                  </a:lnTo>
                  <a:lnTo>
                    <a:pt x="3185940" y="2378963"/>
                  </a:lnTo>
                  <a:lnTo>
                    <a:pt x="3186065" y="2378963"/>
                  </a:lnTo>
                  <a:lnTo>
                    <a:pt x="3186190" y="2378963"/>
                  </a:lnTo>
                  <a:lnTo>
                    <a:pt x="3186315" y="2378963"/>
                  </a:lnTo>
                  <a:lnTo>
                    <a:pt x="3186440" y="2378963"/>
                  </a:lnTo>
                  <a:lnTo>
                    <a:pt x="3186565" y="2378963"/>
                  </a:lnTo>
                  <a:lnTo>
                    <a:pt x="3186690" y="2378963"/>
                  </a:lnTo>
                  <a:lnTo>
                    <a:pt x="3186815" y="2378963"/>
                  </a:lnTo>
                  <a:lnTo>
                    <a:pt x="3186940" y="2378963"/>
                  </a:lnTo>
                  <a:lnTo>
                    <a:pt x="3187065" y="2378963"/>
                  </a:lnTo>
                  <a:lnTo>
                    <a:pt x="3187190" y="2378963"/>
                  </a:lnTo>
                  <a:lnTo>
                    <a:pt x="3187315" y="2378963"/>
                  </a:lnTo>
                  <a:lnTo>
                    <a:pt x="3187440" y="2378963"/>
                  </a:lnTo>
                  <a:lnTo>
                    <a:pt x="3187565" y="2378963"/>
                  </a:lnTo>
                  <a:lnTo>
                    <a:pt x="3187690" y="2378963"/>
                  </a:lnTo>
                  <a:lnTo>
                    <a:pt x="3187815" y="2378963"/>
                  </a:lnTo>
                  <a:lnTo>
                    <a:pt x="3187940" y="2378963"/>
                  </a:lnTo>
                  <a:lnTo>
                    <a:pt x="3188065" y="2378963"/>
                  </a:lnTo>
                  <a:lnTo>
                    <a:pt x="3188190" y="2378963"/>
                  </a:lnTo>
                  <a:lnTo>
                    <a:pt x="3188315" y="2378963"/>
                  </a:lnTo>
                  <a:lnTo>
                    <a:pt x="3188440" y="2378963"/>
                  </a:lnTo>
                  <a:lnTo>
                    <a:pt x="3188565" y="2378963"/>
                  </a:lnTo>
                  <a:lnTo>
                    <a:pt x="3188690" y="2378963"/>
                  </a:lnTo>
                  <a:lnTo>
                    <a:pt x="3188816" y="2378963"/>
                  </a:lnTo>
                  <a:lnTo>
                    <a:pt x="3188941" y="2378963"/>
                  </a:lnTo>
                  <a:lnTo>
                    <a:pt x="3189066" y="2378963"/>
                  </a:lnTo>
                  <a:lnTo>
                    <a:pt x="3189191" y="2378963"/>
                  </a:lnTo>
                  <a:lnTo>
                    <a:pt x="3189316" y="2378963"/>
                  </a:lnTo>
                  <a:lnTo>
                    <a:pt x="3189441" y="2378963"/>
                  </a:lnTo>
                  <a:lnTo>
                    <a:pt x="3189566" y="2378963"/>
                  </a:lnTo>
                  <a:lnTo>
                    <a:pt x="3189691" y="2378963"/>
                  </a:lnTo>
                  <a:lnTo>
                    <a:pt x="3189816" y="2378963"/>
                  </a:lnTo>
                  <a:lnTo>
                    <a:pt x="3189941" y="2378963"/>
                  </a:lnTo>
                  <a:lnTo>
                    <a:pt x="3190066" y="2378963"/>
                  </a:lnTo>
                  <a:lnTo>
                    <a:pt x="3190191" y="2378963"/>
                  </a:lnTo>
                  <a:lnTo>
                    <a:pt x="3190316" y="2378963"/>
                  </a:lnTo>
                  <a:lnTo>
                    <a:pt x="3190441" y="2378963"/>
                  </a:lnTo>
                  <a:lnTo>
                    <a:pt x="3190566" y="2378963"/>
                  </a:lnTo>
                  <a:lnTo>
                    <a:pt x="3190691" y="2378963"/>
                  </a:lnTo>
                  <a:lnTo>
                    <a:pt x="3190816" y="2378963"/>
                  </a:lnTo>
                  <a:lnTo>
                    <a:pt x="3190941" y="2378963"/>
                  </a:lnTo>
                  <a:lnTo>
                    <a:pt x="3191066" y="2378963"/>
                  </a:lnTo>
                  <a:lnTo>
                    <a:pt x="3191191" y="2378963"/>
                  </a:lnTo>
                  <a:lnTo>
                    <a:pt x="3191316" y="2378963"/>
                  </a:lnTo>
                  <a:lnTo>
                    <a:pt x="3191441" y="2378963"/>
                  </a:lnTo>
                  <a:lnTo>
                    <a:pt x="3191566" y="2378963"/>
                  </a:lnTo>
                  <a:lnTo>
                    <a:pt x="3191691" y="2378963"/>
                  </a:lnTo>
                  <a:lnTo>
                    <a:pt x="3191817" y="2378963"/>
                  </a:lnTo>
                  <a:lnTo>
                    <a:pt x="3191942" y="2378963"/>
                  </a:lnTo>
                  <a:lnTo>
                    <a:pt x="3192067" y="2378963"/>
                  </a:lnTo>
                  <a:lnTo>
                    <a:pt x="3192192" y="2378963"/>
                  </a:lnTo>
                  <a:lnTo>
                    <a:pt x="3192317" y="2378963"/>
                  </a:lnTo>
                  <a:lnTo>
                    <a:pt x="3192442" y="2378963"/>
                  </a:lnTo>
                  <a:lnTo>
                    <a:pt x="3192567" y="2378963"/>
                  </a:lnTo>
                  <a:lnTo>
                    <a:pt x="3192692" y="2378963"/>
                  </a:lnTo>
                  <a:lnTo>
                    <a:pt x="3192817" y="2378963"/>
                  </a:lnTo>
                  <a:lnTo>
                    <a:pt x="3192942" y="2378963"/>
                  </a:lnTo>
                  <a:lnTo>
                    <a:pt x="3193067" y="2378963"/>
                  </a:lnTo>
                  <a:lnTo>
                    <a:pt x="3193192" y="2378963"/>
                  </a:lnTo>
                  <a:lnTo>
                    <a:pt x="3193317" y="2378963"/>
                  </a:lnTo>
                  <a:lnTo>
                    <a:pt x="3193442" y="2378963"/>
                  </a:lnTo>
                  <a:lnTo>
                    <a:pt x="3193567" y="2378963"/>
                  </a:lnTo>
                  <a:lnTo>
                    <a:pt x="3193692" y="2378963"/>
                  </a:lnTo>
                  <a:lnTo>
                    <a:pt x="3193817" y="2378963"/>
                  </a:lnTo>
                  <a:lnTo>
                    <a:pt x="3193942" y="2378963"/>
                  </a:lnTo>
                  <a:lnTo>
                    <a:pt x="3194067" y="2378963"/>
                  </a:lnTo>
                  <a:lnTo>
                    <a:pt x="3194192" y="2378963"/>
                  </a:lnTo>
                  <a:lnTo>
                    <a:pt x="3194317" y="2378963"/>
                  </a:lnTo>
                  <a:lnTo>
                    <a:pt x="3194442" y="2378963"/>
                  </a:lnTo>
                  <a:lnTo>
                    <a:pt x="3194567" y="2378963"/>
                  </a:lnTo>
                  <a:lnTo>
                    <a:pt x="3194692" y="2378963"/>
                  </a:lnTo>
                  <a:lnTo>
                    <a:pt x="3194818" y="2378963"/>
                  </a:lnTo>
                  <a:lnTo>
                    <a:pt x="3194943" y="2378963"/>
                  </a:lnTo>
                  <a:lnTo>
                    <a:pt x="3195068" y="2378963"/>
                  </a:lnTo>
                  <a:lnTo>
                    <a:pt x="3195193" y="2378963"/>
                  </a:lnTo>
                  <a:lnTo>
                    <a:pt x="3195318" y="2378963"/>
                  </a:lnTo>
                  <a:lnTo>
                    <a:pt x="3195443" y="2378963"/>
                  </a:lnTo>
                  <a:lnTo>
                    <a:pt x="3195568" y="2378963"/>
                  </a:lnTo>
                  <a:lnTo>
                    <a:pt x="3195693" y="2378963"/>
                  </a:lnTo>
                  <a:lnTo>
                    <a:pt x="3195818" y="2378963"/>
                  </a:lnTo>
                  <a:lnTo>
                    <a:pt x="3195943" y="2378963"/>
                  </a:lnTo>
                  <a:lnTo>
                    <a:pt x="3196068" y="2378963"/>
                  </a:lnTo>
                  <a:lnTo>
                    <a:pt x="3196193" y="2378963"/>
                  </a:lnTo>
                  <a:lnTo>
                    <a:pt x="3196318" y="2378963"/>
                  </a:lnTo>
                  <a:lnTo>
                    <a:pt x="3196443" y="2378963"/>
                  </a:lnTo>
                  <a:lnTo>
                    <a:pt x="3196568" y="2378963"/>
                  </a:lnTo>
                  <a:lnTo>
                    <a:pt x="3196693" y="2378963"/>
                  </a:lnTo>
                  <a:lnTo>
                    <a:pt x="3196818" y="2378963"/>
                  </a:lnTo>
                  <a:lnTo>
                    <a:pt x="3196943" y="2378963"/>
                  </a:lnTo>
                  <a:lnTo>
                    <a:pt x="3197068" y="2378963"/>
                  </a:lnTo>
                  <a:lnTo>
                    <a:pt x="3197193" y="2378963"/>
                  </a:lnTo>
                  <a:lnTo>
                    <a:pt x="3197318" y="2378963"/>
                  </a:lnTo>
                  <a:lnTo>
                    <a:pt x="3197443" y="2378963"/>
                  </a:lnTo>
                  <a:lnTo>
                    <a:pt x="3197568" y="2378963"/>
                  </a:lnTo>
                  <a:lnTo>
                    <a:pt x="3197693" y="2378963"/>
                  </a:lnTo>
                  <a:lnTo>
                    <a:pt x="3197819" y="2378963"/>
                  </a:lnTo>
                  <a:lnTo>
                    <a:pt x="3197944" y="2378963"/>
                  </a:lnTo>
                  <a:lnTo>
                    <a:pt x="3198069" y="2378963"/>
                  </a:lnTo>
                  <a:lnTo>
                    <a:pt x="3198194" y="2378963"/>
                  </a:lnTo>
                  <a:lnTo>
                    <a:pt x="3198319" y="2378963"/>
                  </a:lnTo>
                  <a:lnTo>
                    <a:pt x="3198444" y="2378963"/>
                  </a:lnTo>
                  <a:lnTo>
                    <a:pt x="3198569" y="2378963"/>
                  </a:lnTo>
                  <a:lnTo>
                    <a:pt x="3198694" y="2378963"/>
                  </a:lnTo>
                  <a:lnTo>
                    <a:pt x="3198819" y="2378963"/>
                  </a:lnTo>
                  <a:lnTo>
                    <a:pt x="3198944" y="2378963"/>
                  </a:lnTo>
                  <a:lnTo>
                    <a:pt x="3199069" y="2378963"/>
                  </a:lnTo>
                  <a:lnTo>
                    <a:pt x="3199194" y="2378963"/>
                  </a:lnTo>
                  <a:lnTo>
                    <a:pt x="3199319" y="2378963"/>
                  </a:lnTo>
                  <a:lnTo>
                    <a:pt x="3199444" y="2378963"/>
                  </a:lnTo>
                  <a:lnTo>
                    <a:pt x="3199569" y="2378963"/>
                  </a:lnTo>
                  <a:lnTo>
                    <a:pt x="3199694" y="2378963"/>
                  </a:lnTo>
                  <a:lnTo>
                    <a:pt x="3199819" y="2378963"/>
                  </a:lnTo>
                  <a:lnTo>
                    <a:pt x="3199944" y="2378963"/>
                  </a:lnTo>
                  <a:lnTo>
                    <a:pt x="3200069" y="2378963"/>
                  </a:lnTo>
                  <a:lnTo>
                    <a:pt x="3200194" y="2378963"/>
                  </a:lnTo>
                  <a:lnTo>
                    <a:pt x="3200319" y="2378963"/>
                  </a:lnTo>
                  <a:lnTo>
                    <a:pt x="3200444" y="2378963"/>
                  </a:lnTo>
                  <a:lnTo>
                    <a:pt x="3200569" y="2378963"/>
                  </a:lnTo>
                  <a:lnTo>
                    <a:pt x="3200694" y="2378963"/>
                  </a:lnTo>
                  <a:lnTo>
                    <a:pt x="3200820" y="2378963"/>
                  </a:lnTo>
                  <a:lnTo>
                    <a:pt x="3200945" y="2378963"/>
                  </a:lnTo>
                  <a:lnTo>
                    <a:pt x="3201070" y="2378963"/>
                  </a:lnTo>
                  <a:lnTo>
                    <a:pt x="3201195" y="2378963"/>
                  </a:lnTo>
                  <a:lnTo>
                    <a:pt x="3201320" y="2378963"/>
                  </a:lnTo>
                  <a:lnTo>
                    <a:pt x="3201445" y="2378963"/>
                  </a:lnTo>
                  <a:lnTo>
                    <a:pt x="3201570" y="2378963"/>
                  </a:lnTo>
                  <a:lnTo>
                    <a:pt x="3201695" y="2378963"/>
                  </a:lnTo>
                  <a:lnTo>
                    <a:pt x="3201820" y="2378963"/>
                  </a:lnTo>
                  <a:lnTo>
                    <a:pt x="3201945" y="2378963"/>
                  </a:lnTo>
                  <a:lnTo>
                    <a:pt x="3202070" y="2378963"/>
                  </a:lnTo>
                  <a:lnTo>
                    <a:pt x="3202195" y="2378963"/>
                  </a:lnTo>
                  <a:lnTo>
                    <a:pt x="3202320" y="2378963"/>
                  </a:lnTo>
                  <a:lnTo>
                    <a:pt x="3202445" y="2378963"/>
                  </a:lnTo>
                  <a:lnTo>
                    <a:pt x="3202570" y="2378963"/>
                  </a:lnTo>
                  <a:lnTo>
                    <a:pt x="3202695" y="2378963"/>
                  </a:lnTo>
                  <a:lnTo>
                    <a:pt x="3202820" y="2378963"/>
                  </a:lnTo>
                  <a:lnTo>
                    <a:pt x="3202945" y="2378963"/>
                  </a:lnTo>
                  <a:lnTo>
                    <a:pt x="3203070" y="2378963"/>
                  </a:lnTo>
                  <a:lnTo>
                    <a:pt x="3203195" y="2378963"/>
                  </a:lnTo>
                  <a:lnTo>
                    <a:pt x="3203320" y="2378963"/>
                  </a:lnTo>
                  <a:lnTo>
                    <a:pt x="3203445" y="2378963"/>
                  </a:lnTo>
                  <a:lnTo>
                    <a:pt x="3203570" y="2378963"/>
                  </a:lnTo>
                  <a:lnTo>
                    <a:pt x="3203695" y="2378963"/>
                  </a:lnTo>
                  <a:lnTo>
                    <a:pt x="3203821" y="2378963"/>
                  </a:lnTo>
                  <a:lnTo>
                    <a:pt x="3203946" y="2378963"/>
                  </a:lnTo>
                  <a:lnTo>
                    <a:pt x="3204071" y="2378963"/>
                  </a:lnTo>
                  <a:lnTo>
                    <a:pt x="3204196" y="2378963"/>
                  </a:lnTo>
                  <a:lnTo>
                    <a:pt x="3204321" y="2378963"/>
                  </a:lnTo>
                  <a:lnTo>
                    <a:pt x="3204446" y="2378963"/>
                  </a:lnTo>
                  <a:lnTo>
                    <a:pt x="3204571" y="2378963"/>
                  </a:lnTo>
                  <a:lnTo>
                    <a:pt x="3204696" y="2378963"/>
                  </a:lnTo>
                  <a:lnTo>
                    <a:pt x="3204821" y="2378963"/>
                  </a:lnTo>
                  <a:lnTo>
                    <a:pt x="3204946" y="2378963"/>
                  </a:lnTo>
                  <a:lnTo>
                    <a:pt x="3205071" y="2378963"/>
                  </a:lnTo>
                  <a:lnTo>
                    <a:pt x="3205196" y="2378963"/>
                  </a:lnTo>
                  <a:lnTo>
                    <a:pt x="3205321" y="2378963"/>
                  </a:lnTo>
                  <a:lnTo>
                    <a:pt x="3205446" y="2378963"/>
                  </a:lnTo>
                  <a:lnTo>
                    <a:pt x="3205571" y="2378963"/>
                  </a:lnTo>
                  <a:lnTo>
                    <a:pt x="3205696" y="2378963"/>
                  </a:lnTo>
                  <a:lnTo>
                    <a:pt x="3205821" y="2378963"/>
                  </a:lnTo>
                  <a:lnTo>
                    <a:pt x="3205946" y="2378963"/>
                  </a:lnTo>
                  <a:lnTo>
                    <a:pt x="3206071" y="2378963"/>
                  </a:lnTo>
                  <a:lnTo>
                    <a:pt x="3206196" y="2378963"/>
                  </a:lnTo>
                  <a:lnTo>
                    <a:pt x="3206321" y="2378963"/>
                  </a:lnTo>
                  <a:lnTo>
                    <a:pt x="3206446" y="2378963"/>
                  </a:lnTo>
                  <a:lnTo>
                    <a:pt x="3206571" y="2378963"/>
                  </a:lnTo>
                  <a:lnTo>
                    <a:pt x="3206696" y="2378963"/>
                  </a:lnTo>
                  <a:lnTo>
                    <a:pt x="3206822" y="2378963"/>
                  </a:lnTo>
                  <a:lnTo>
                    <a:pt x="3206947" y="2378963"/>
                  </a:lnTo>
                  <a:lnTo>
                    <a:pt x="3207072" y="2378963"/>
                  </a:lnTo>
                  <a:lnTo>
                    <a:pt x="3207197" y="2378963"/>
                  </a:lnTo>
                  <a:lnTo>
                    <a:pt x="3207197" y="2369009"/>
                  </a:lnTo>
                  <a:lnTo>
                    <a:pt x="3207322" y="2369009"/>
                  </a:lnTo>
                  <a:lnTo>
                    <a:pt x="3207447" y="2369009"/>
                  </a:lnTo>
                  <a:lnTo>
                    <a:pt x="3207572" y="2369009"/>
                  </a:lnTo>
                  <a:lnTo>
                    <a:pt x="3207697" y="2369009"/>
                  </a:lnTo>
                  <a:lnTo>
                    <a:pt x="3207822" y="2369009"/>
                  </a:lnTo>
                  <a:lnTo>
                    <a:pt x="3207947" y="2369009"/>
                  </a:lnTo>
                  <a:lnTo>
                    <a:pt x="3208072" y="2369009"/>
                  </a:lnTo>
                  <a:lnTo>
                    <a:pt x="3208197" y="2369009"/>
                  </a:lnTo>
                  <a:lnTo>
                    <a:pt x="3208322" y="2369009"/>
                  </a:lnTo>
                  <a:lnTo>
                    <a:pt x="3208447" y="2369009"/>
                  </a:lnTo>
                  <a:lnTo>
                    <a:pt x="3208572" y="2369009"/>
                  </a:lnTo>
                  <a:lnTo>
                    <a:pt x="3208697" y="2369009"/>
                  </a:lnTo>
                  <a:lnTo>
                    <a:pt x="3208822" y="2369009"/>
                  </a:lnTo>
                  <a:lnTo>
                    <a:pt x="3208947" y="2369009"/>
                  </a:lnTo>
                  <a:lnTo>
                    <a:pt x="3209072" y="2369009"/>
                  </a:lnTo>
                  <a:lnTo>
                    <a:pt x="3209197" y="2369009"/>
                  </a:lnTo>
                  <a:lnTo>
                    <a:pt x="3209322" y="2369009"/>
                  </a:lnTo>
                  <a:lnTo>
                    <a:pt x="3209322" y="2359055"/>
                  </a:lnTo>
                  <a:lnTo>
                    <a:pt x="3209447" y="2359055"/>
                  </a:lnTo>
                  <a:lnTo>
                    <a:pt x="3209572" y="2359055"/>
                  </a:lnTo>
                  <a:lnTo>
                    <a:pt x="3209697" y="2359055"/>
                  </a:lnTo>
                  <a:lnTo>
                    <a:pt x="3209823" y="2359055"/>
                  </a:lnTo>
                  <a:lnTo>
                    <a:pt x="3209948" y="2359055"/>
                  </a:lnTo>
                  <a:lnTo>
                    <a:pt x="3210073" y="2359055"/>
                  </a:lnTo>
                  <a:lnTo>
                    <a:pt x="3210198" y="2359055"/>
                  </a:lnTo>
                  <a:lnTo>
                    <a:pt x="3210323" y="2359055"/>
                  </a:lnTo>
                  <a:lnTo>
                    <a:pt x="3210448" y="2359055"/>
                  </a:lnTo>
                  <a:lnTo>
                    <a:pt x="3210573" y="2359055"/>
                  </a:lnTo>
                  <a:lnTo>
                    <a:pt x="3210698" y="2359055"/>
                  </a:lnTo>
                  <a:lnTo>
                    <a:pt x="3210823" y="2359055"/>
                  </a:lnTo>
                  <a:lnTo>
                    <a:pt x="3210948" y="2359055"/>
                  </a:lnTo>
                  <a:lnTo>
                    <a:pt x="3211073" y="2359055"/>
                  </a:lnTo>
                  <a:lnTo>
                    <a:pt x="3211198" y="2359055"/>
                  </a:lnTo>
                  <a:lnTo>
                    <a:pt x="3211323" y="2359055"/>
                  </a:lnTo>
                  <a:lnTo>
                    <a:pt x="3211448" y="2359055"/>
                  </a:lnTo>
                  <a:lnTo>
                    <a:pt x="3211573" y="2359055"/>
                  </a:lnTo>
                  <a:lnTo>
                    <a:pt x="3211698" y="2359055"/>
                  </a:lnTo>
                  <a:lnTo>
                    <a:pt x="3211823" y="2359055"/>
                  </a:lnTo>
                  <a:lnTo>
                    <a:pt x="3211948" y="2359055"/>
                  </a:lnTo>
                  <a:lnTo>
                    <a:pt x="3212073" y="2359055"/>
                  </a:lnTo>
                  <a:lnTo>
                    <a:pt x="3212198" y="2359055"/>
                  </a:lnTo>
                  <a:lnTo>
                    <a:pt x="3212323" y="2359055"/>
                  </a:lnTo>
                  <a:lnTo>
                    <a:pt x="3212448" y="2359055"/>
                  </a:lnTo>
                  <a:lnTo>
                    <a:pt x="3212573" y="2359055"/>
                  </a:lnTo>
                  <a:lnTo>
                    <a:pt x="3212698" y="2359055"/>
                  </a:lnTo>
                  <a:lnTo>
                    <a:pt x="3212824" y="2359055"/>
                  </a:lnTo>
                  <a:lnTo>
                    <a:pt x="3212949" y="2359055"/>
                  </a:lnTo>
                  <a:lnTo>
                    <a:pt x="3213074" y="2359055"/>
                  </a:lnTo>
                  <a:lnTo>
                    <a:pt x="3213199" y="2359055"/>
                  </a:lnTo>
                  <a:lnTo>
                    <a:pt x="3213324" y="2359055"/>
                  </a:lnTo>
                  <a:lnTo>
                    <a:pt x="3213449" y="2359055"/>
                  </a:lnTo>
                  <a:lnTo>
                    <a:pt x="3213574" y="2359055"/>
                  </a:lnTo>
                  <a:lnTo>
                    <a:pt x="3213699" y="2359055"/>
                  </a:lnTo>
                  <a:lnTo>
                    <a:pt x="3213824" y="2359055"/>
                  </a:lnTo>
                  <a:lnTo>
                    <a:pt x="3213949" y="2359055"/>
                  </a:lnTo>
                  <a:lnTo>
                    <a:pt x="3214074" y="2359055"/>
                  </a:lnTo>
                  <a:lnTo>
                    <a:pt x="3214199" y="2359055"/>
                  </a:lnTo>
                  <a:lnTo>
                    <a:pt x="3214324" y="2359055"/>
                  </a:lnTo>
                  <a:lnTo>
                    <a:pt x="3214449" y="2359055"/>
                  </a:lnTo>
                  <a:lnTo>
                    <a:pt x="3214574" y="2359055"/>
                  </a:lnTo>
                  <a:lnTo>
                    <a:pt x="3214699" y="2359055"/>
                  </a:lnTo>
                  <a:lnTo>
                    <a:pt x="3214824" y="2359055"/>
                  </a:lnTo>
                  <a:lnTo>
                    <a:pt x="3214949" y="2359055"/>
                  </a:lnTo>
                  <a:lnTo>
                    <a:pt x="3215074" y="2359055"/>
                  </a:lnTo>
                  <a:lnTo>
                    <a:pt x="3215199" y="2359055"/>
                  </a:lnTo>
                  <a:lnTo>
                    <a:pt x="3215324" y="2359055"/>
                  </a:lnTo>
                  <a:lnTo>
                    <a:pt x="3215449" y="2359055"/>
                  </a:lnTo>
                  <a:lnTo>
                    <a:pt x="3215574" y="2359055"/>
                  </a:lnTo>
                  <a:lnTo>
                    <a:pt x="3215699" y="2359055"/>
                  </a:lnTo>
                  <a:lnTo>
                    <a:pt x="3215825" y="2359055"/>
                  </a:lnTo>
                  <a:lnTo>
                    <a:pt x="3215950" y="2359055"/>
                  </a:lnTo>
                  <a:lnTo>
                    <a:pt x="3216075" y="2359055"/>
                  </a:lnTo>
                  <a:lnTo>
                    <a:pt x="3216200" y="2359055"/>
                  </a:lnTo>
                  <a:lnTo>
                    <a:pt x="3216325" y="2359055"/>
                  </a:lnTo>
                  <a:lnTo>
                    <a:pt x="3216450" y="2359055"/>
                  </a:lnTo>
                  <a:lnTo>
                    <a:pt x="3216575" y="2359055"/>
                  </a:lnTo>
                  <a:lnTo>
                    <a:pt x="3216700" y="2359055"/>
                  </a:lnTo>
                  <a:lnTo>
                    <a:pt x="3216825" y="2359055"/>
                  </a:lnTo>
                  <a:lnTo>
                    <a:pt x="3216950" y="2359055"/>
                  </a:lnTo>
                  <a:lnTo>
                    <a:pt x="3217075" y="2359055"/>
                  </a:lnTo>
                  <a:lnTo>
                    <a:pt x="3217200" y="2359055"/>
                  </a:lnTo>
                  <a:lnTo>
                    <a:pt x="3217325" y="2359055"/>
                  </a:lnTo>
                  <a:lnTo>
                    <a:pt x="3217450" y="2359055"/>
                  </a:lnTo>
                  <a:lnTo>
                    <a:pt x="3217575" y="2359055"/>
                  </a:lnTo>
                  <a:lnTo>
                    <a:pt x="3217700" y="2359055"/>
                  </a:lnTo>
                  <a:lnTo>
                    <a:pt x="3217825" y="2359055"/>
                  </a:lnTo>
                  <a:lnTo>
                    <a:pt x="3217950" y="2359055"/>
                  </a:lnTo>
                  <a:lnTo>
                    <a:pt x="3218075" y="2359055"/>
                  </a:lnTo>
                  <a:lnTo>
                    <a:pt x="3218200" y="2359055"/>
                  </a:lnTo>
                  <a:lnTo>
                    <a:pt x="3218325" y="2359055"/>
                  </a:lnTo>
                  <a:lnTo>
                    <a:pt x="3218450" y="2359055"/>
                  </a:lnTo>
                  <a:lnTo>
                    <a:pt x="3218575" y="2359055"/>
                  </a:lnTo>
                  <a:lnTo>
                    <a:pt x="3218700" y="2359055"/>
                  </a:lnTo>
                  <a:lnTo>
                    <a:pt x="3218826" y="2359055"/>
                  </a:lnTo>
                  <a:lnTo>
                    <a:pt x="3218951" y="2359055"/>
                  </a:lnTo>
                  <a:lnTo>
                    <a:pt x="3219076" y="2359055"/>
                  </a:lnTo>
                  <a:lnTo>
                    <a:pt x="3219201" y="2359055"/>
                  </a:lnTo>
                  <a:lnTo>
                    <a:pt x="3219326" y="2359055"/>
                  </a:lnTo>
                  <a:lnTo>
                    <a:pt x="3219451" y="2359055"/>
                  </a:lnTo>
                  <a:lnTo>
                    <a:pt x="3219576" y="2359055"/>
                  </a:lnTo>
                  <a:lnTo>
                    <a:pt x="3219701" y="2359055"/>
                  </a:lnTo>
                  <a:lnTo>
                    <a:pt x="3219826" y="2359055"/>
                  </a:lnTo>
                  <a:lnTo>
                    <a:pt x="3219951" y="2359055"/>
                  </a:lnTo>
                  <a:lnTo>
                    <a:pt x="3220076" y="2359055"/>
                  </a:lnTo>
                  <a:lnTo>
                    <a:pt x="3220201" y="2359055"/>
                  </a:lnTo>
                  <a:lnTo>
                    <a:pt x="3220326" y="2359055"/>
                  </a:lnTo>
                  <a:lnTo>
                    <a:pt x="3220451" y="2359055"/>
                  </a:lnTo>
                  <a:lnTo>
                    <a:pt x="3220576" y="2359055"/>
                  </a:lnTo>
                  <a:lnTo>
                    <a:pt x="3220701" y="2359055"/>
                  </a:lnTo>
                  <a:lnTo>
                    <a:pt x="3220826" y="2359055"/>
                  </a:lnTo>
                  <a:lnTo>
                    <a:pt x="3220951" y="2359055"/>
                  </a:lnTo>
                  <a:lnTo>
                    <a:pt x="3220951" y="2349102"/>
                  </a:lnTo>
                  <a:lnTo>
                    <a:pt x="3221076" y="2349102"/>
                  </a:lnTo>
                  <a:lnTo>
                    <a:pt x="3221201" y="2349102"/>
                  </a:lnTo>
                  <a:lnTo>
                    <a:pt x="3221326" y="2349102"/>
                  </a:lnTo>
                  <a:lnTo>
                    <a:pt x="3221451" y="2349102"/>
                  </a:lnTo>
                  <a:lnTo>
                    <a:pt x="3221576" y="2349102"/>
                  </a:lnTo>
                  <a:lnTo>
                    <a:pt x="3221702" y="2349102"/>
                  </a:lnTo>
                  <a:lnTo>
                    <a:pt x="3221827" y="2349102"/>
                  </a:lnTo>
                  <a:lnTo>
                    <a:pt x="3221952" y="2349102"/>
                  </a:lnTo>
                  <a:lnTo>
                    <a:pt x="3222077" y="2349102"/>
                  </a:lnTo>
                  <a:lnTo>
                    <a:pt x="3222202" y="2349102"/>
                  </a:lnTo>
                  <a:lnTo>
                    <a:pt x="3222327" y="2349102"/>
                  </a:lnTo>
                  <a:lnTo>
                    <a:pt x="3222452" y="2349102"/>
                  </a:lnTo>
                  <a:lnTo>
                    <a:pt x="3222577" y="2349102"/>
                  </a:lnTo>
                  <a:lnTo>
                    <a:pt x="3222702" y="2349102"/>
                  </a:lnTo>
                  <a:lnTo>
                    <a:pt x="3222827" y="2349102"/>
                  </a:lnTo>
                  <a:lnTo>
                    <a:pt x="3222952" y="2349102"/>
                  </a:lnTo>
                  <a:lnTo>
                    <a:pt x="3223077" y="2349102"/>
                  </a:lnTo>
                  <a:lnTo>
                    <a:pt x="3223202" y="2349102"/>
                  </a:lnTo>
                  <a:lnTo>
                    <a:pt x="3223327" y="2349102"/>
                  </a:lnTo>
                  <a:lnTo>
                    <a:pt x="3223452" y="2349102"/>
                  </a:lnTo>
                  <a:lnTo>
                    <a:pt x="3223577" y="2349102"/>
                  </a:lnTo>
                  <a:lnTo>
                    <a:pt x="3223702" y="2349102"/>
                  </a:lnTo>
                  <a:lnTo>
                    <a:pt x="3223827" y="2349102"/>
                  </a:lnTo>
                  <a:lnTo>
                    <a:pt x="3223952" y="2349102"/>
                  </a:lnTo>
                  <a:lnTo>
                    <a:pt x="3224077" y="2349102"/>
                  </a:lnTo>
                  <a:lnTo>
                    <a:pt x="3224202" y="2349102"/>
                  </a:lnTo>
                  <a:lnTo>
                    <a:pt x="3224327" y="2349102"/>
                  </a:lnTo>
                  <a:lnTo>
                    <a:pt x="3224452" y="2349102"/>
                  </a:lnTo>
                  <a:lnTo>
                    <a:pt x="3224577" y="2349102"/>
                  </a:lnTo>
                  <a:lnTo>
                    <a:pt x="3224703" y="2349102"/>
                  </a:lnTo>
                  <a:lnTo>
                    <a:pt x="3224828" y="2349102"/>
                  </a:lnTo>
                  <a:lnTo>
                    <a:pt x="3224953" y="2349102"/>
                  </a:lnTo>
                  <a:lnTo>
                    <a:pt x="3225078" y="2349102"/>
                  </a:lnTo>
                  <a:lnTo>
                    <a:pt x="3225203" y="2349102"/>
                  </a:lnTo>
                  <a:lnTo>
                    <a:pt x="3225328" y="2349102"/>
                  </a:lnTo>
                  <a:lnTo>
                    <a:pt x="3225453" y="2349102"/>
                  </a:lnTo>
                  <a:lnTo>
                    <a:pt x="3225453" y="2339148"/>
                  </a:lnTo>
                  <a:lnTo>
                    <a:pt x="3225578" y="2339148"/>
                  </a:lnTo>
                  <a:lnTo>
                    <a:pt x="3225703" y="2339148"/>
                  </a:lnTo>
                  <a:lnTo>
                    <a:pt x="3225828" y="2339148"/>
                  </a:lnTo>
                  <a:lnTo>
                    <a:pt x="3225953" y="2339148"/>
                  </a:lnTo>
                  <a:lnTo>
                    <a:pt x="3226078" y="2339148"/>
                  </a:lnTo>
                  <a:lnTo>
                    <a:pt x="3226203" y="2339148"/>
                  </a:lnTo>
                  <a:lnTo>
                    <a:pt x="3226328" y="2339148"/>
                  </a:lnTo>
                  <a:lnTo>
                    <a:pt x="3226453" y="2339148"/>
                  </a:lnTo>
                  <a:lnTo>
                    <a:pt x="3226578" y="2339148"/>
                  </a:lnTo>
                  <a:lnTo>
                    <a:pt x="3226703" y="2339148"/>
                  </a:lnTo>
                  <a:lnTo>
                    <a:pt x="3226828" y="2339148"/>
                  </a:lnTo>
                  <a:lnTo>
                    <a:pt x="3226953" y="2339148"/>
                  </a:lnTo>
                  <a:lnTo>
                    <a:pt x="3227078" y="2339148"/>
                  </a:lnTo>
                  <a:lnTo>
                    <a:pt x="3227203" y="2339148"/>
                  </a:lnTo>
                  <a:lnTo>
                    <a:pt x="3227328" y="2339148"/>
                  </a:lnTo>
                  <a:lnTo>
                    <a:pt x="3227453" y="2339148"/>
                  </a:lnTo>
                  <a:lnTo>
                    <a:pt x="3227578" y="2339148"/>
                  </a:lnTo>
                  <a:lnTo>
                    <a:pt x="3227704" y="2339148"/>
                  </a:lnTo>
                  <a:lnTo>
                    <a:pt x="3227829" y="2339148"/>
                  </a:lnTo>
                  <a:lnTo>
                    <a:pt x="3227954" y="2339148"/>
                  </a:lnTo>
                  <a:lnTo>
                    <a:pt x="3228079" y="2339148"/>
                  </a:lnTo>
                  <a:lnTo>
                    <a:pt x="3228204" y="2339148"/>
                  </a:lnTo>
                  <a:lnTo>
                    <a:pt x="3228329" y="2339148"/>
                  </a:lnTo>
                  <a:lnTo>
                    <a:pt x="3228454" y="2339148"/>
                  </a:lnTo>
                  <a:lnTo>
                    <a:pt x="3228579" y="2339148"/>
                  </a:lnTo>
                  <a:lnTo>
                    <a:pt x="3228704" y="2339148"/>
                  </a:lnTo>
                  <a:lnTo>
                    <a:pt x="3228829" y="2339148"/>
                  </a:lnTo>
                  <a:lnTo>
                    <a:pt x="3228954" y="2339148"/>
                  </a:lnTo>
                  <a:lnTo>
                    <a:pt x="3229079" y="2339148"/>
                  </a:lnTo>
                  <a:lnTo>
                    <a:pt x="3229079" y="2329194"/>
                  </a:lnTo>
                  <a:lnTo>
                    <a:pt x="3229204" y="2329194"/>
                  </a:lnTo>
                  <a:lnTo>
                    <a:pt x="3229329" y="2329194"/>
                  </a:lnTo>
                  <a:lnTo>
                    <a:pt x="3229454" y="2329194"/>
                  </a:lnTo>
                  <a:lnTo>
                    <a:pt x="3229579" y="2329194"/>
                  </a:lnTo>
                  <a:lnTo>
                    <a:pt x="3229704" y="2329194"/>
                  </a:lnTo>
                  <a:lnTo>
                    <a:pt x="3229829" y="2329194"/>
                  </a:lnTo>
                  <a:lnTo>
                    <a:pt x="3229954" y="2329194"/>
                  </a:lnTo>
                  <a:lnTo>
                    <a:pt x="3230079" y="2329194"/>
                  </a:lnTo>
                  <a:lnTo>
                    <a:pt x="3230204" y="2329194"/>
                  </a:lnTo>
                  <a:lnTo>
                    <a:pt x="3230329" y="2329194"/>
                  </a:lnTo>
                  <a:lnTo>
                    <a:pt x="3230454" y="2329194"/>
                  </a:lnTo>
                  <a:lnTo>
                    <a:pt x="3230579" y="2329194"/>
                  </a:lnTo>
                  <a:lnTo>
                    <a:pt x="3230705" y="2329194"/>
                  </a:lnTo>
                  <a:lnTo>
                    <a:pt x="3230830" y="2329194"/>
                  </a:lnTo>
                  <a:lnTo>
                    <a:pt x="3230955" y="2329194"/>
                  </a:lnTo>
                  <a:lnTo>
                    <a:pt x="3231080" y="2329194"/>
                  </a:lnTo>
                  <a:lnTo>
                    <a:pt x="3231205" y="2329194"/>
                  </a:lnTo>
                  <a:lnTo>
                    <a:pt x="3231330" y="2329194"/>
                  </a:lnTo>
                  <a:lnTo>
                    <a:pt x="3231455" y="2329194"/>
                  </a:lnTo>
                  <a:lnTo>
                    <a:pt x="3231580" y="2329194"/>
                  </a:lnTo>
                  <a:lnTo>
                    <a:pt x="3231705" y="2329194"/>
                  </a:lnTo>
                  <a:lnTo>
                    <a:pt x="3231830" y="2329194"/>
                  </a:lnTo>
                  <a:lnTo>
                    <a:pt x="3231955" y="2329194"/>
                  </a:lnTo>
                  <a:lnTo>
                    <a:pt x="3232080" y="2329194"/>
                  </a:lnTo>
                  <a:lnTo>
                    <a:pt x="3232205" y="2329194"/>
                  </a:lnTo>
                  <a:lnTo>
                    <a:pt x="3232330" y="2329194"/>
                  </a:lnTo>
                  <a:lnTo>
                    <a:pt x="3232455" y="2329194"/>
                  </a:lnTo>
                  <a:lnTo>
                    <a:pt x="3232580" y="2329194"/>
                  </a:lnTo>
                  <a:lnTo>
                    <a:pt x="3232705" y="2329194"/>
                  </a:lnTo>
                  <a:lnTo>
                    <a:pt x="3232830" y="2329194"/>
                  </a:lnTo>
                  <a:lnTo>
                    <a:pt x="3232955" y="2329194"/>
                  </a:lnTo>
                  <a:lnTo>
                    <a:pt x="3233080" y="2329194"/>
                  </a:lnTo>
                  <a:lnTo>
                    <a:pt x="3233205" y="2329194"/>
                  </a:lnTo>
                  <a:lnTo>
                    <a:pt x="3233330" y="2329194"/>
                  </a:lnTo>
                  <a:lnTo>
                    <a:pt x="3233455" y="2329194"/>
                  </a:lnTo>
                  <a:lnTo>
                    <a:pt x="3233580" y="2329194"/>
                  </a:lnTo>
                  <a:lnTo>
                    <a:pt x="3233706" y="2329194"/>
                  </a:lnTo>
                  <a:lnTo>
                    <a:pt x="3233831" y="2329194"/>
                  </a:lnTo>
                  <a:lnTo>
                    <a:pt x="3233831" y="2319240"/>
                  </a:lnTo>
                  <a:lnTo>
                    <a:pt x="3233956" y="2319240"/>
                  </a:lnTo>
                  <a:lnTo>
                    <a:pt x="3234081" y="2319240"/>
                  </a:lnTo>
                  <a:lnTo>
                    <a:pt x="3234206" y="2319240"/>
                  </a:lnTo>
                  <a:lnTo>
                    <a:pt x="3234331" y="2319240"/>
                  </a:lnTo>
                  <a:lnTo>
                    <a:pt x="3234456" y="2319240"/>
                  </a:lnTo>
                  <a:lnTo>
                    <a:pt x="3234581" y="2319240"/>
                  </a:lnTo>
                  <a:lnTo>
                    <a:pt x="3234706" y="2319240"/>
                  </a:lnTo>
                  <a:lnTo>
                    <a:pt x="3234831" y="2319240"/>
                  </a:lnTo>
                  <a:lnTo>
                    <a:pt x="3234956" y="2319240"/>
                  </a:lnTo>
                  <a:lnTo>
                    <a:pt x="3235081" y="2319240"/>
                  </a:lnTo>
                  <a:lnTo>
                    <a:pt x="3235206" y="2319240"/>
                  </a:lnTo>
                  <a:lnTo>
                    <a:pt x="3235331" y="2319240"/>
                  </a:lnTo>
                  <a:lnTo>
                    <a:pt x="3235456" y="2319240"/>
                  </a:lnTo>
                  <a:lnTo>
                    <a:pt x="3235456" y="2309286"/>
                  </a:lnTo>
                  <a:lnTo>
                    <a:pt x="3235581" y="2309286"/>
                  </a:lnTo>
                  <a:lnTo>
                    <a:pt x="3235706" y="2309286"/>
                  </a:lnTo>
                  <a:lnTo>
                    <a:pt x="3235831" y="2309286"/>
                  </a:lnTo>
                  <a:lnTo>
                    <a:pt x="3235956" y="2309286"/>
                  </a:lnTo>
                  <a:lnTo>
                    <a:pt x="3236081" y="2309286"/>
                  </a:lnTo>
                  <a:lnTo>
                    <a:pt x="3236206" y="2309286"/>
                  </a:lnTo>
                  <a:lnTo>
                    <a:pt x="3236331" y="2309286"/>
                  </a:lnTo>
                  <a:lnTo>
                    <a:pt x="3236456" y="2309286"/>
                  </a:lnTo>
                  <a:lnTo>
                    <a:pt x="3236581" y="2309286"/>
                  </a:lnTo>
                  <a:lnTo>
                    <a:pt x="3236707" y="2309286"/>
                  </a:lnTo>
                  <a:lnTo>
                    <a:pt x="3236832" y="2309286"/>
                  </a:lnTo>
                  <a:lnTo>
                    <a:pt x="3236957" y="2309286"/>
                  </a:lnTo>
                  <a:lnTo>
                    <a:pt x="3237082" y="2309286"/>
                  </a:lnTo>
                  <a:lnTo>
                    <a:pt x="3237207" y="2309286"/>
                  </a:lnTo>
                  <a:lnTo>
                    <a:pt x="3237332" y="2309286"/>
                  </a:lnTo>
                  <a:lnTo>
                    <a:pt x="3237457" y="2309286"/>
                  </a:lnTo>
                  <a:lnTo>
                    <a:pt x="3237582" y="2309286"/>
                  </a:lnTo>
                  <a:lnTo>
                    <a:pt x="3237582" y="2299333"/>
                  </a:lnTo>
                  <a:lnTo>
                    <a:pt x="3237707" y="2299333"/>
                  </a:lnTo>
                  <a:lnTo>
                    <a:pt x="3237832" y="2299333"/>
                  </a:lnTo>
                  <a:lnTo>
                    <a:pt x="3237957" y="2299333"/>
                  </a:lnTo>
                  <a:lnTo>
                    <a:pt x="3238082" y="2299333"/>
                  </a:lnTo>
                  <a:lnTo>
                    <a:pt x="3238207" y="2299333"/>
                  </a:lnTo>
                  <a:lnTo>
                    <a:pt x="3238332" y="2299333"/>
                  </a:lnTo>
                  <a:lnTo>
                    <a:pt x="3238457" y="2299333"/>
                  </a:lnTo>
                  <a:lnTo>
                    <a:pt x="3238582" y="2299333"/>
                  </a:lnTo>
                  <a:lnTo>
                    <a:pt x="3238707" y="2299333"/>
                  </a:lnTo>
                  <a:lnTo>
                    <a:pt x="3238832" y="2299333"/>
                  </a:lnTo>
                  <a:lnTo>
                    <a:pt x="3238957" y="2299333"/>
                  </a:lnTo>
                  <a:lnTo>
                    <a:pt x="3239082" y="2299333"/>
                  </a:lnTo>
                  <a:lnTo>
                    <a:pt x="3239207" y="2299333"/>
                  </a:lnTo>
                  <a:lnTo>
                    <a:pt x="3239332" y="2299333"/>
                  </a:lnTo>
                  <a:lnTo>
                    <a:pt x="3239457" y="2299333"/>
                  </a:lnTo>
                  <a:lnTo>
                    <a:pt x="3239582" y="2299333"/>
                  </a:lnTo>
                  <a:lnTo>
                    <a:pt x="3239708" y="2299333"/>
                  </a:lnTo>
                  <a:lnTo>
                    <a:pt x="3239833" y="2299333"/>
                  </a:lnTo>
                  <a:lnTo>
                    <a:pt x="3239958" y="2299333"/>
                  </a:lnTo>
                  <a:lnTo>
                    <a:pt x="3240083" y="2299333"/>
                  </a:lnTo>
                  <a:lnTo>
                    <a:pt x="3240208" y="2299333"/>
                  </a:lnTo>
                  <a:lnTo>
                    <a:pt x="3240333" y="2299333"/>
                  </a:lnTo>
                  <a:lnTo>
                    <a:pt x="3240458" y="2299333"/>
                  </a:lnTo>
                  <a:lnTo>
                    <a:pt x="3240583" y="2299333"/>
                  </a:lnTo>
                  <a:lnTo>
                    <a:pt x="3240708" y="2299333"/>
                  </a:lnTo>
                  <a:lnTo>
                    <a:pt x="3240833" y="2299333"/>
                  </a:lnTo>
                  <a:lnTo>
                    <a:pt x="3240958" y="2299333"/>
                  </a:lnTo>
                  <a:lnTo>
                    <a:pt x="3241083" y="2299333"/>
                  </a:lnTo>
                  <a:lnTo>
                    <a:pt x="3241208" y="2299333"/>
                  </a:lnTo>
                  <a:lnTo>
                    <a:pt x="3241333" y="2299333"/>
                  </a:lnTo>
                  <a:lnTo>
                    <a:pt x="3241458" y="2299333"/>
                  </a:lnTo>
                  <a:lnTo>
                    <a:pt x="3241583" y="2299333"/>
                  </a:lnTo>
                  <a:lnTo>
                    <a:pt x="3241708" y="2299333"/>
                  </a:lnTo>
                  <a:lnTo>
                    <a:pt x="3241833" y="2299333"/>
                  </a:lnTo>
                  <a:lnTo>
                    <a:pt x="3241958" y="2299333"/>
                  </a:lnTo>
                  <a:lnTo>
                    <a:pt x="3242083" y="2299333"/>
                  </a:lnTo>
                  <a:lnTo>
                    <a:pt x="3242208" y="2299333"/>
                  </a:lnTo>
                  <a:lnTo>
                    <a:pt x="3242333" y="2299333"/>
                  </a:lnTo>
                  <a:lnTo>
                    <a:pt x="3242458" y="2299333"/>
                  </a:lnTo>
                  <a:lnTo>
                    <a:pt x="3242583" y="2299333"/>
                  </a:lnTo>
                  <a:lnTo>
                    <a:pt x="3242709" y="2299333"/>
                  </a:lnTo>
                  <a:lnTo>
                    <a:pt x="3242834" y="2299333"/>
                  </a:lnTo>
                  <a:lnTo>
                    <a:pt x="3242959" y="2299333"/>
                  </a:lnTo>
                  <a:lnTo>
                    <a:pt x="3243084" y="2299333"/>
                  </a:lnTo>
                  <a:lnTo>
                    <a:pt x="3243209" y="2299333"/>
                  </a:lnTo>
                  <a:lnTo>
                    <a:pt x="3243334" y="2299333"/>
                  </a:lnTo>
                  <a:lnTo>
                    <a:pt x="3243459" y="2299333"/>
                  </a:lnTo>
                  <a:lnTo>
                    <a:pt x="3243584" y="2299333"/>
                  </a:lnTo>
                  <a:lnTo>
                    <a:pt x="3243709" y="2299333"/>
                  </a:lnTo>
                  <a:lnTo>
                    <a:pt x="3243834" y="2299333"/>
                  </a:lnTo>
                  <a:lnTo>
                    <a:pt x="3243959" y="2299333"/>
                  </a:lnTo>
                  <a:lnTo>
                    <a:pt x="3244084" y="2299333"/>
                  </a:lnTo>
                  <a:lnTo>
                    <a:pt x="3244209" y="2299333"/>
                  </a:lnTo>
                  <a:lnTo>
                    <a:pt x="3244334" y="2299333"/>
                  </a:lnTo>
                  <a:lnTo>
                    <a:pt x="3244459" y="2299333"/>
                  </a:lnTo>
                  <a:lnTo>
                    <a:pt x="3244584" y="2299333"/>
                  </a:lnTo>
                  <a:lnTo>
                    <a:pt x="3244709" y="2299333"/>
                  </a:lnTo>
                  <a:lnTo>
                    <a:pt x="3244834" y="2299333"/>
                  </a:lnTo>
                  <a:lnTo>
                    <a:pt x="3244959" y="2299333"/>
                  </a:lnTo>
                  <a:lnTo>
                    <a:pt x="3245084" y="2299333"/>
                  </a:lnTo>
                  <a:lnTo>
                    <a:pt x="3245209" y="2299333"/>
                  </a:lnTo>
                  <a:lnTo>
                    <a:pt x="3245334" y="2299333"/>
                  </a:lnTo>
                  <a:lnTo>
                    <a:pt x="3245459" y="2299333"/>
                  </a:lnTo>
                  <a:lnTo>
                    <a:pt x="3245584" y="2299333"/>
                  </a:lnTo>
                  <a:lnTo>
                    <a:pt x="3245710" y="2299333"/>
                  </a:lnTo>
                  <a:lnTo>
                    <a:pt x="3245835" y="2299333"/>
                  </a:lnTo>
                  <a:lnTo>
                    <a:pt x="3245960" y="2299333"/>
                  </a:lnTo>
                  <a:lnTo>
                    <a:pt x="3246085" y="2299333"/>
                  </a:lnTo>
                  <a:lnTo>
                    <a:pt x="3246210" y="2299333"/>
                  </a:lnTo>
                  <a:lnTo>
                    <a:pt x="3246335" y="2299333"/>
                  </a:lnTo>
                  <a:lnTo>
                    <a:pt x="3246460" y="2299333"/>
                  </a:lnTo>
                  <a:lnTo>
                    <a:pt x="3246585" y="2299333"/>
                  </a:lnTo>
                  <a:lnTo>
                    <a:pt x="3246710" y="2299333"/>
                  </a:lnTo>
                  <a:lnTo>
                    <a:pt x="3246710" y="2289379"/>
                  </a:lnTo>
                  <a:lnTo>
                    <a:pt x="3246835" y="2289379"/>
                  </a:lnTo>
                  <a:lnTo>
                    <a:pt x="3246960" y="2289379"/>
                  </a:lnTo>
                  <a:lnTo>
                    <a:pt x="3247085" y="2289379"/>
                  </a:lnTo>
                  <a:lnTo>
                    <a:pt x="3247085" y="2279425"/>
                  </a:lnTo>
                  <a:lnTo>
                    <a:pt x="3247210" y="2279425"/>
                  </a:lnTo>
                  <a:lnTo>
                    <a:pt x="3247335" y="2279425"/>
                  </a:lnTo>
                  <a:lnTo>
                    <a:pt x="3247460" y="2279425"/>
                  </a:lnTo>
                  <a:lnTo>
                    <a:pt x="3247585" y="2279425"/>
                  </a:lnTo>
                  <a:lnTo>
                    <a:pt x="3247710" y="2279425"/>
                  </a:lnTo>
                  <a:lnTo>
                    <a:pt x="3247835" y="2279425"/>
                  </a:lnTo>
                  <a:lnTo>
                    <a:pt x="3247960" y="2279425"/>
                  </a:lnTo>
                  <a:lnTo>
                    <a:pt x="3248085" y="2279425"/>
                  </a:lnTo>
                  <a:lnTo>
                    <a:pt x="3248210" y="2279425"/>
                  </a:lnTo>
                  <a:lnTo>
                    <a:pt x="3248335" y="2279425"/>
                  </a:lnTo>
                  <a:lnTo>
                    <a:pt x="3248460" y="2279425"/>
                  </a:lnTo>
                  <a:lnTo>
                    <a:pt x="3248585" y="2279425"/>
                  </a:lnTo>
                  <a:lnTo>
                    <a:pt x="3248585" y="2269471"/>
                  </a:lnTo>
                  <a:lnTo>
                    <a:pt x="3248711" y="2269471"/>
                  </a:lnTo>
                  <a:lnTo>
                    <a:pt x="3248836" y="2269471"/>
                  </a:lnTo>
                  <a:lnTo>
                    <a:pt x="3248961" y="2269471"/>
                  </a:lnTo>
                  <a:lnTo>
                    <a:pt x="3249086" y="2269471"/>
                  </a:lnTo>
                  <a:lnTo>
                    <a:pt x="3249211" y="2269471"/>
                  </a:lnTo>
                  <a:lnTo>
                    <a:pt x="3249336" y="2269471"/>
                  </a:lnTo>
                  <a:lnTo>
                    <a:pt x="3249461" y="2269471"/>
                  </a:lnTo>
                  <a:lnTo>
                    <a:pt x="3249586" y="2269471"/>
                  </a:lnTo>
                  <a:lnTo>
                    <a:pt x="3249711" y="2269471"/>
                  </a:lnTo>
                  <a:lnTo>
                    <a:pt x="3249836" y="2269471"/>
                  </a:lnTo>
                  <a:lnTo>
                    <a:pt x="3249961" y="2269471"/>
                  </a:lnTo>
                  <a:lnTo>
                    <a:pt x="3250086" y="2269471"/>
                  </a:lnTo>
                  <a:lnTo>
                    <a:pt x="3250211" y="2269471"/>
                  </a:lnTo>
                  <a:lnTo>
                    <a:pt x="3250336" y="2269471"/>
                  </a:lnTo>
                  <a:lnTo>
                    <a:pt x="3250461" y="2269471"/>
                  </a:lnTo>
                  <a:lnTo>
                    <a:pt x="3250586" y="2269471"/>
                  </a:lnTo>
                  <a:lnTo>
                    <a:pt x="3250711" y="2269471"/>
                  </a:lnTo>
                  <a:lnTo>
                    <a:pt x="3250836" y="2269471"/>
                  </a:lnTo>
                  <a:lnTo>
                    <a:pt x="3250961" y="2269471"/>
                  </a:lnTo>
                  <a:lnTo>
                    <a:pt x="3251086" y="2269471"/>
                  </a:lnTo>
                  <a:lnTo>
                    <a:pt x="3251211" y="2269471"/>
                  </a:lnTo>
                  <a:lnTo>
                    <a:pt x="3251336" y="2269471"/>
                  </a:lnTo>
                  <a:lnTo>
                    <a:pt x="3251461" y="2269471"/>
                  </a:lnTo>
                  <a:lnTo>
                    <a:pt x="3251586" y="2269471"/>
                  </a:lnTo>
                  <a:lnTo>
                    <a:pt x="3251712" y="2269471"/>
                  </a:lnTo>
                  <a:lnTo>
                    <a:pt x="3251837" y="2269471"/>
                  </a:lnTo>
                  <a:lnTo>
                    <a:pt x="3251962" y="2269471"/>
                  </a:lnTo>
                  <a:lnTo>
                    <a:pt x="3252087" y="2269471"/>
                  </a:lnTo>
                  <a:lnTo>
                    <a:pt x="3252212" y="2269471"/>
                  </a:lnTo>
                  <a:lnTo>
                    <a:pt x="3252337" y="2269471"/>
                  </a:lnTo>
                  <a:lnTo>
                    <a:pt x="3252462" y="2269471"/>
                  </a:lnTo>
                  <a:lnTo>
                    <a:pt x="3252587" y="2269471"/>
                  </a:lnTo>
                  <a:lnTo>
                    <a:pt x="3252712" y="2269471"/>
                  </a:lnTo>
                  <a:lnTo>
                    <a:pt x="3252837" y="2269471"/>
                  </a:lnTo>
                  <a:lnTo>
                    <a:pt x="3252962" y="2269471"/>
                  </a:lnTo>
                  <a:lnTo>
                    <a:pt x="3253087" y="2269471"/>
                  </a:lnTo>
                  <a:lnTo>
                    <a:pt x="3253212" y="2269471"/>
                  </a:lnTo>
                  <a:lnTo>
                    <a:pt x="3253337" y="2269471"/>
                  </a:lnTo>
                  <a:lnTo>
                    <a:pt x="3253462" y="2269471"/>
                  </a:lnTo>
                  <a:lnTo>
                    <a:pt x="3253587" y="2269471"/>
                  </a:lnTo>
                  <a:lnTo>
                    <a:pt x="3253712" y="2269471"/>
                  </a:lnTo>
                  <a:lnTo>
                    <a:pt x="3253837" y="2269471"/>
                  </a:lnTo>
                  <a:lnTo>
                    <a:pt x="3253962" y="2269471"/>
                  </a:lnTo>
                  <a:lnTo>
                    <a:pt x="3254087" y="2269471"/>
                  </a:lnTo>
                  <a:lnTo>
                    <a:pt x="3254212" y="2269471"/>
                  </a:lnTo>
                  <a:lnTo>
                    <a:pt x="3254337" y="2269471"/>
                  </a:lnTo>
                  <a:lnTo>
                    <a:pt x="3254462" y="2269471"/>
                  </a:lnTo>
                  <a:lnTo>
                    <a:pt x="3254587" y="2269471"/>
                  </a:lnTo>
                  <a:lnTo>
                    <a:pt x="3254713" y="2269471"/>
                  </a:lnTo>
                  <a:lnTo>
                    <a:pt x="3254838" y="2269471"/>
                  </a:lnTo>
                  <a:lnTo>
                    <a:pt x="3254963" y="2269471"/>
                  </a:lnTo>
                  <a:lnTo>
                    <a:pt x="3255088" y="2269471"/>
                  </a:lnTo>
                  <a:lnTo>
                    <a:pt x="3255213" y="2269471"/>
                  </a:lnTo>
                  <a:lnTo>
                    <a:pt x="3255338" y="2269471"/>
                  </a:lnTo>
                  <a:lnTo>
                    <a:pt x="3255463" y="2269471"/>
                  </a:lnTo>
                  <a:lnTo>
                    <a:pt x="3255588" y="2269471"/>
                  </a:lnTo>
                  <a:lnTo>
                    <a:pt x="3255713" y="2269471"/>
                  </a:lnTo>
                  <a:lnTo>
                    <a:pt x="3255838" y="2269471"/>
                  </a:lnTo>
                  <a:lnTo>
                    <a:pt x="3255963" y="2269471"/>
                  </a:lnTo>
                  <a:lnTo>
                    <a:pt x="3255963" y="2259517"/>
                  </a:lnTo>
                  <a:lnTo>
                    <a:pt x="3256088" y="2259517"/>
                  </a:lnTo>
                  <a:lnTo>
                    <a:pt x="3256213" y="2259517"/>
                  </a:lnTo>
                  <a:lnTo>
                    <a:pt x="3256338" y="2259517"/>
                  </a:lnTo>
                  <a:lnTo>
                    <a:pt x="3256463" y="2259517"/>
                  </a:lnTo>
                  <a:lnTo>
                    <a:pt x="3256588" y="2259517"/>
                  </a:lnTo>
                  <a:lnTo>
                    <a:pt x="3256713" y="2259517"/>
                  </a:lnTo>
                  <a:lnTo>
                    <a:pt x="3256838" y="2259517"/>
                  </a:lnTo>
                  <a:lnTo>
                    <a:pt x="3256963" y="2259517"/>
                  </a:lnTo>
                  <a:lnTo>
                    <a:pt x="3257088" y="2259517"/>
                  </a:lnTo>
                  <a:lnTo>
                    <a:pt x="3257213" y="2259517"/>
                  </a:lnTo>
                  <a:lnTo>
                    <a:pt x="3257338" y="2259517"/>
                  </a:lnTo>
                  <a:lnTo>
                    <a:pt x="3257463" y="2259517"/>
                  </a:lnTo>
                  <a:lnTo>
                    <a:pt x="3257588" y="2259517"/>
                  </a:lnTo>
                  <a:lnTo>
                    <a:pt x="3257714" y="2259517"/>
                  </a:lnTo>
                  <a:lnTo>
                    <a:pt x="3257839" y="2259517"/>
                  </a:lnTo>
                  <a:lnTo>
                    <a:pt x="3257964" y="2259517"/>
                  </a:lnTo>
                  <a:lnTo>
                    <a:pt x="3258089" y="2259517"/>
                  </a:lnTo>
                  <a:lnTo>
                    <a:pt x="3258214" y="2259517"/>
                  </a:lnTo>
                  <a:lnTo>
                    <a:pt x="3258339" y="2259517"/>
                  </a:lnTo>
                  <a:lnTo>
                    <a:pt x="3258464" y="2259517"/>
                  </a:lnTo>
                  <a:lnTo>
                    <a:pt x="3258589" y="2259517"/>
                  </a:lnTo>
                  <a:lnTo>
                    <a:pt x="3258714" y="2259517"/>
                  </a:lnTo>
                  <a:lnTo>
                    <a:pt x="3258839" y="2259517"/>
                  </a:lnTo>
                  <a:lnTo>
                    <a:pt x="3258964" y="2259517"/>
                  </a:lnTo>
                  <a:lnTo>
                    <a:pt x="3259089" y="2259517"/>
                  </a:lnTo>
                  <a:lnTo>
                    <a:pt x="3259214" y="2259517"/>
                  </a:lnTo>
                  <a:lnTo>
                    <a:pt x="3259339" y="2259517"/>
                  </a:lnTo>
                  <a:lnTo>
                    <a:pt x="3259464" y="2259517"/>
                  </a:lnTo>
                  <a:lnTo>
                    <a:pt x="3259589" y="2259517"/>
                  </a:lnTo>
                  <a:lnTo>
                    <a:pt x="3259714" y="2259517"/>
                  </a:lnTo>
                  <a:lnTo>
                    <a:pt x="3259839" y="2259517"/>
                  </a:lnTo>
                  <a:lnTo>
                    <a:pt x="3259964" y="2259517"/>
                  </a:lnTo>
                  <a:lnTo>
                    <a:pt x="3260089" y="2259517"/>
                  </a:lnTo>
                  <a:lnTo>
                    <a:pt x="3260214" y="2259517"/>
                  </a:lnTo>
                  <a:lnTo>
                    <a:pt x="3260339" y="2259517"/>
                  </a:lnTo>
                  <a:lnTo>
                    <a:pt x="3260464" y="2259517"/>
                  </a:lnTo>
                  <a:lnTo>
                    <a:pt x="3260590" y="2259517"/>
                  </a:lnTo>
                  <a:lnTo>
                    <a:pt x="3260715" y="2259517"/>
                  </a:lnTo>
                  <a:lnTo>
                    <a:pt x="3260840" y="2259517"/>
                  </a:lnTo>
                  <a:lnTo>
                    <a:pt x="3260965" y="2259517"/>
                  </a:lnTo>
                  <a:lnTo>
                    <a:pt x="3261090" y="2259517"/>
                  </a:lnTo>
                  <a:lnTo>
                    <a:pt x="3261215" y="2259517"/>
                  </a:lnTo>
                  <a:lnTo>
                    <a:pt x="3261340" y="2259517"/>
                  </a:lnTo>
                  <a:lnTo>
                    <a:pt x="3261465" y="2259517"/>
                  </a:lnTo>
                  <a:lnTo>
                    <a:pt x="3261590" y="2259517"/>
                  </a:lnTo>
                  <a:lnTo>
                    <a:pt x="3261715" y="2259517"/>
                  </a:lnTo>
                  <a:lnTo>
                    <a:pt x="3261840" y="2259517"/>
                  </a:lnTo>
                  <a:lnTo>
                    <a:pt x="3261965" y="2259517"/>
                  </a:lnTo>
                  <a:lnTo>
                    <a:pt x="3262090" y="2259517"/>
                  </a:lnTo>
                  <a:lnTo>
                    <a:pt x="3262215" y="2259517"/>
                  </a:lnTo>
                  <a:lnTo>
                    <a:pt x="3262340" y="2259517"/>
                  </a:lnTo>
                  <a:lnTo>
                    <a:pt x="3262465" y="2259517"/>
                  </a:lnTo>
                  <a:lnTo>
                    <a:pt x="3262590" y="2259517"/>
                  </a:lnTo>
                  <a:lnTo>
                    <a:pt x="3262715" y="2259517"/>
                  </a:lnTo>
                  <a:lnTo>
                    <a:pt x="3262840" y="2259517"/>
                  </a:lnTo>
                  <a:lnTo>
                    <a:pt x="3262965" y="2259517"/>
                  </a:lnTo>
                  <a:lnTo>
                    <a:pt x="3263090" y="2259517"/>
                  </a:lnTo>
                  <a:lnTo>
                    <a:pt x="3263215" y="2259517"/>
                  </a:lnTo>
                  <a:lnTo>
                    <a:pt x="3263340" y="2259517"/>
                  </a:lnTo>
                  <a:lnTo>
                    <a:pt x="3263465" y="2259517"/>
                  </a:lnTo>
                  <a:lnTo>
                    <a:pt x="3263591" y="2259517"/>
                  </a:lnTo>
                  <a:lnTo>
                    <a:pt x="3263716" y="2259517"/>
                  </a:lnTo>
                  <a:lnTo>
                    <a:pt x="3263841" y="2259517"/>
                  </a:lnTo>
                  <a:lnTo>
                    <a:pt x="3263966" y="2259517"/>
                  </a:lnTo>
                  <a:lnTo>
                    <a:pt x="3264091" y="2259517"/>
                  </a:lnTo>
                  <a:lnTo>
                    <a:pt x="3264216" y="2259517"/>
                  </a:lnTo>
                  <a:lnTo>
                    <a:pt x="3264341" y="2259517"/>
                  </a:lnTo>
                  <a:lnTo>
                    <a:pt x="3264466" y="2259517"/>
                  </a:lnTo>
                  <a:lnTo>
                    <a:pt x="3264591" y="2259517"/>
                  </a:lnTo>
                  <a:lnTo>
                    <a:pt x="3264716" y="2259517"/>
                  </a:lnTo>
                  <a:lnTo>
                    <a:pt x="3264841" y="2259517"/>
                  </a:lnTo>
                  <a:lnTo>
                    <a:pt x="3264966" y="2259517"/>
                  </a:lnTo>
                  <a:lnTo>
                    <a:pt x="3265091" y="2259517"/>
                  </a:lnTo>
                  <a:lnTo>
                    <a:pt x="3265216" y="2259517"/>
                  </a:lnTo>
                  <a:lnTo>
                    <a:pt x="3265341" y="2259517"/>
                  </a:lnTo>
                  <a:lnTo>
                    <a:pt x="3265466" y="2259517"/>
                  </a:lnTo>
                  <a:lnTo>
                    <a:pt x="3265591" y="2259517"/>
                  </a:lnTo>
                  <a:lnTo>
                    <a:pt x="3265716" y="2259517"/>
                  </a:lnTo>
                  <a:lnTo>
                    <a:pt x="3265841" y="2259517"/>
                  </a:lnTo>
                  <a:lnTo>
                    <a:pt x="3265966" y="2259517"/>
                  </a:lnTo>
                  <a:lnTo>
                    <a:pt x="3266091" y="2259517"/>
                  </a:lnTo>
                  <a:lnTo>
                    <a:pt x="3266216" y="2259517"/>
                  </a:lnTo>
                  <a:lnTo>
                    <a:pt x="3266341" y="2259517"/>
                  </a:lnTo>
                  <a:lnTo>
                    <a:pt x="3266466" y="2259517"/>
                  </a:lnTo>
                  <a:lnTo>
                    <a:pt x="3266592" y="2259517"/>
                  </a:lnTo>
                  <a:lnTo>
                    <a:pt x="3266717" y="2259517"/>
                  </a:lnTo>
                  <a:lnTo>
                    <a:pt x="3266842" y="2259517"/>
                  </a:lnTo>
                  <a:lnTo>
                    <a:pt x="3266967" y="2259517"/>
                  </a:lnTo>
                  <a:lnTo>
                    <a:pt x="3267092" y="2259517"/>
                  </a:lnTo>
                  <a:lnTo>
                    <a:pt x="3267217" y="2259517"/>
                  </a:lnTo>
                  <a:lnTo>
                    <a:pt x="3267342" y="2259517"/>
                  </a:lnTo>
                  <a:lnTo>
                    <a:pt x="3267467" y="2259517"/>
                  </a:lnTo>
                  <a:lnTo>
                    <a:pt x="3267592" y="2259517"/>
                  </a:lnTo>
                  <a:lnTo>
                    <a:pt x="3267717" y="2259517"/>
                  </a:lnTo>
                  <a:lnTo>
                    <a:pt x="3267842" y="2259517"/>
                  </a:lnTo>
                  <a:lnTo>
                    <a:pt x="3267967" y="2259517"/>
                  </a:lnTo>
                  <a:lnTo>
                    <a:pt x="3268092" y="2259517"/>
                  </a:lnTo>
                  <a:lnTo>
                    <a:pt x="3268217" y="2259517"/>
                  </a:lnTo>
                  <a:lnTo>
                    <a:pt x="3268342" y="2259517"/>
                  </a:lnTo>
                  <a:lnTo>
                    <a:pt x="3268467" y="2259517"/>
                  </a:lnTo>
                  <a:lnTo>
                    <a:pt x="3268592" y="2259517"/>
                  </a:lnTo>
                  <a:lnTo>
                    <a:pt x="3268717" y="2259517"/>
                  </a:lnTo>
                  <a:lnTo>
                    <a:pt x="3268842" y="2259517"/>
                  </a:lnTo>
                  <a:lnTo>
                    <a:pt x="3268967" y="2259517"/>
                  </a:lnTo>
                  <a:lnTo>
                    <a:pt x="3269092" y="2259517"/>
                  </a:lnTo>
                  <a:lnTo>
                    <a:pt x="3269217" y="2259517"/>
                  </a:lnTo>
                  <a:lnTo>
                    <a:pt x="3269342" y="2259517"/>
                  </a:lnTo>
                  <a:lnTo>
                    <a:pt x="3269467" y="2259517"/>
                  </a:lnTo>
                  <a:lnTo>
                    <a:pt x="3269593" y="2259517"/>
                  </a:lnTo>
                  <a:lnTo>
                    <a:pt x="3269718" y="2259517"/>
                  </a:lnTo>
                  <a:lnTo>
                    <a:pt x="3269843" y="2259517"/>
                  </a:lnTo>
                  <a:lnTo>
                    <a:pt x="3269968" y="2259517"/>
                  </a:lnTo>
                  <a:lnTo>
                    <a:pt x="3270093" y="2259517"/>
                  </a:lnTo>
                  <a:lnTo>
                    <a:pt x="3270218" y="2259517"/>
                  </a:lnTo>
                  <a:lnTo>
                    <a:pt x="3270343" y="2259517"/>
                  </a:lnTo>
                  <a:lnTo>
                    <a:pt x="3270468" y="2259517"/>
                  </a:lnTo>
                  <a:lnTo>
                    <a:pt x="3270593" y="2259517"/>
                  </a:lnTo>
                  <a:lnTo>
                    <a:pt x="3270718" y="2259517"/>
                  </a:lnTo>
                  <a:lnTo>
                    <a:pt x="3270843" y="2259517"/>
                  </a:lnTo>
                  <a:lnTo>
                    <a:pt x="3270968" y="2259517"/>
                  </a:lnTo>
                  <a:lnTo>
                    <a:pt x="3271093" y="2259517"/>
                  </a:lnTo>
                  <a:lnTo>
                    <a:pt x="3271218" y="2259517"/>
                  </a:lnTo>
                  <a:lnTo>
                    <a:pt x="3271343" y="2259517"/>
                  </a:lnTo>
                  <a:lnTo>
                    <a:pt x="3271468" y="2259517"/>
                  </a:lnTo>
                  <a:lnTo>
                    <a:pt x="3271593" y="2259517"/>
                  </a:lnTo>
                  <a:lnTo>
                    <a:pt x="3271718" y="2259517"/>
                  </a:lnTo>
                  <a:lnTo>
                    <a:pt x="3271843" y="2259517"/>
                  </a:lnTo>
                  <a:lnTo>
                    <a:pt x="3271968" y="2259517"/>
                  </a:lnTo>
                  <a:lnTo>
                    <a:pt x="3272093" y="2259517"/>
                  </a:lnTo>
                  <a:lnTo>
                    <a:pt x="3272218" y="2259517"/>
                  </a:lnTo>
                  <a:lnTo>
                    <a:pt x="3272343" y="2259517"/>
                  </a:lnTo>
                  <a:lnTo>
                    <a:pt x="3272468" y="2259517"/>
                  </a:lnTo>
                  <a:lnTo>
                    <a:pt x="3272594" y="2259517"/>
                  </a:lnTo>
                  <a:lnTo>
                    <a:pt x="3272719" y="2259517"/>
                  </a:lnTo>
                  <a:lnTo>
                    <a:pt x="3272844" y="2259517"/>
                  </a:lnTo>
                  <a:lnTo>
                    <a:pt x="3272969" y="2259517"/>
                  </a:lnTo>
                  <a:lnTo>
                    <a:pt x="3273094" y="2259517"/>
                  </a:lnTo>
                  <a:lnTo>
                    <a:pt x="3273219" y="2259517"/>
                  </a:lnTo>
                  <a:lnTo>
                    <a:pt x="3273344" y="2259517"/>
                  </a:lnTo>
                  <a:lnTo>
                    <a:pt x="3273469" y="2259517"/>
                  </a:lnTo>
                  <a:lnTo>
                    <a:pt x="3273594" y="2259517"/>
                  </a:lnTo>
                  <a:lnTo>
                    <a:pt x="3273719" y="2259517"/>
                  </a:lnTo>
                  <a:lnTo>
                    <a:pt x="3273844" y="2259517"/>
                  </a:lnTo>
                  <a:lnTo>
                    <a:pt x="3273969" y="2259517"/>
                  </a:lnTo>
                  <a:lnTo>
                    <a:pt x="3274094" y="2259517"/>
                  </a:lnTo>
                  <a:lnTo>
                    <a:pt x="3274219" y="2259517"/>
                  </a:lnTo>
                  <a:lnTo>
                    <a:pt x="3274344" y="2259517"/>
                  </a:lnTo>
                  <a:lnTo>
                    <a:pt x="3274469" y="2259517"/>
                  </a:lnTo>
                  <a:lnTo>
                    <a:pt x="3274594" y="2259517"/>
                  </a:lnTo>
                  <a:lnTo>
                    <a:pt x="3274719" y="2259517"/>
                  </a:lnTo>
                  <a:lnTo>
                    <a:pt x="3274844" y="2259517"/>
                  </a:lnTo>
                  <a:lnTo>
                    <a:pt x="3274969" y="2259517"/>
                  </a:lnTo>
                  <a:lnTo>
                    <a:pt x="3275094" y="2259517"/>
                  </a:lnTo>
                  <a:lnTo>
                    <a:pt x="3275219" y="2259517"/>
                  </a:lnTo>
                  <a:lnTo>
                    <a:pt x="3275344" y="2259517"/>
                  </a:lnTo>
                  <a:lnTo>
                    <a:pt x="3275469" y="2259517"/>
                  </a:lnTo>
                  <a:lnTo>
                    <a:pt x="3275595" y="2259517"/>
                  </a:lnTo>
                  <a:lnTo>
                    <a:pt x="3275720" y="2259517"/>
                  </a:lnTo>
                  <a:lnTo>
                    <a:pt x="3275845" y="2259517"/>
                  </a:lnTo>
                  <a:lnTo>
                    <a:pt x="3275970" y="2259517"/>
                  </a:lnTo>
                  <a:lnTo>
                    <a:pt x="3276095" y="2259517"/>
                  </a:lnTo>
                  <a:lnTo>
                    <a:pt x="3276220" y="2259517"/>
                  </a:lnTo>
                  <a:lnTo>
                    <a:pt x="3276345" y="2259517"/>
                  </a:lnTo>
                  <a:lnTo>
                    <a:pt x="3276470" y="2259517"/>
                  </a:lnTo>
                  <a:lnTo>
                    <a:pt x="3276595" y="2259517"/>
                  </a:lnTo>
                  <a:lnTo>
                    <a:pt x="3276720" y="2259517"/>
                  </a:lnTo>
                  <a:lnTo>
                    <a:pt x="3276845" y="2259517"/>
                  </a:lnTo>
                  <a:lnTo>
                    <a:pt x="3276970" y="2259517"/>
                  </a:lnTo>
                  <a:lnTo>
                    <a:pt x="3277095" y="2259517"/>
                  </a:lnTo>
                  <a:lnTo>
                    <a:pt x="3277220" y="2259517"/>
                  </a:lnTo>
                  <a:lnTo>
                    <a:pt x="3277345" y="2259517"/>
                  </a:lnTo>
                  <a:lnTo>
                    <a:pt x="3277470" y="2259517"/>
                  </a:lnTo>
                  <a:lnTo>
                    <a:pt x="3277595" y="2259517"/>
                  </a:lnTo>
                  <a:lnTo>
                    <a:pt x="3277720" y="2259517"/>
                  </a:lnTo>
                  <a:lnTo>
                    <a:pt x="3277845" y="2259517"/>
                  </a:lnTo>
                  <a:lnTo>
                    <a:pt x="3277970" y="2259517"/>
                  </a:lnTo>
                  <a:lnTo>
                    <a:pt x="3278095" y="2259517"/>
                  </a:lnTo>
                  <a:lnTo>
                    <a:pt x="3278220" y="2259517"/>
                  </a:lnTo>
                  <a:lnTo>
                    <a:pt x="3278345" y="2259517"/>
                  </a:lnTo>
                  <a:lnTo>
                    <a:pt x="3278470" y="2259517"/>
                  </a:lnTo>
                  <a:lnTo>
                    <a:pt x="3278470" y="2249563"/>
                  </a:lnTo>
                  <a:lnTo>
                    <a:pt x="3278596" y="2249563"/>
                  </a:lnTo>
                  <a:lnTo>
                    <a:pt x="3278721" y="2249563"/>
                  </a:lnTo>
                  <a:lnTo>
                    <a:pt x="3278846" y="2249563"/>
                  </a:lnTo>
                  <a:lnTo>
                    <a:pt x="3278971" y="2249563"/>
                  </a:lnTo>
                  <a:lnTo>
                    <a:pt x="3279096" y="2249563"/>
                  </a:lnTo>
                  <a:lnTo>
                    <a:pt x="3279221" y="2249563"/>
                  </a:lnTo>
                  <a:lnTo>
                    <a:pt x="3279346" y="2249563"/>
                  </a:lnTo>
                  <a:lnTo>
                    <a:pt x="3279471" y="2249563"/>
                  </a:lnTo>
                  <a:lnTo>
                    <a:pt x="3279596" y="2249563"/>
                  </a:lnTo>
                  <a:lnTo>
                    <a:pt x="3279721" y="2249563"/>
                  </a:lnTo>
                  <a:lnTo>
                    <a:pt x="3279846" y="2249563"/>
                  </a:lnTo>
                  <a:lnTo>
                    <a:pt x="3279971" y="2249563"/>
                  </a:lnTo>
                  <a:lnTo>
                    <a:pt x="3280096" y="2249563"/>
                  </a:lnTo>
                  <a:lnTo>
                    <a:pt x="3280221" y="2249563"/>
                  </a:lnTo>
                  <a:lnTo>
                    <a:pt x="3280346" y="2249563"/>
                  </a:lnTo>
                  <a:lnTo>
                    <a:pt x="3280471" y="2249563"/>
                  </a:lnTo>
                  <a:lnTo>
                    <a:pt x="3280596" y="2249563"/>
                  </a:lnTo>
                  <a:lnTo>
                    <a:pt x="3280721" y="2249563"/>
                  </a:lnTo>
                  <a:lnTo>
                    <a:pt x="3280846" y="2249563"/>
                  </a:lnTo>
                  <a:lnTo>
                    <a:pt x="3280971" y="2249563"/>
                  </a:lnTo>
                  <a:lnTo>
                    <a:pt x="3281096" y="2249563"/>
                  </a:lnTo>
                  <a:lnTo>
                    <a:pt x="3281221" y="2249563"/>
                  </a:lnTo>
                  <a:lnTo>
                    <a:pt x="3281346" y="2249563"/>
                  </a:lnTo>
                  <a:lnTo>
                    <a:pt x="3281471" y="2249563"/>
                  </a:lnTo>
                  <a:lnTo>
                    <a:pt x="3281597" y="2249563"/>
                  </a:lnTo>
                  <a:lnTo>
                    <a:pt x="3281722" y="2249563"/>
                  </a:lnTo>
                  <a:lnTo>
                    <a:pt x="3281847" y="2249563"/>
                  </a:lnTo>
                  <a:lnTo>
                    <a:pt x="3281972" y="2249563"/>
                  </a:lnTo>
                  <a:lnTo>
                    <a:pt x="3282097" y="2249563"/>
                  </a:lnTo>
                  <a:lnTo>
                    <a:pt x="3282222" y="2249563"/>
                  </a:lnTo>
                  <a:lnTo>
                    <a:pt x="3282347" y="2249563"/>
                  </a:lnTo>
                  <a:lnTo>
                    <a:pt x="3282472" y="2249563"/>
                  </a:lnTo>
                  <a:lnTo>
                    <a:pt x="3282597" y="2249563"/>
                  </a:lnTo>
                  <a:lnTo>
                    <a:pt x="3282722" y="2249563"/>
                  </a:lnTo>
                  <a:lnTo>
                    <a:pt x="3282847" y="2249563"/>
                  </a:lnTo>
                  <a:lnTo>
                    <a:pt x="3282972" y="2249563"/>
                  </a:lnTo>
                  <a:lnTo>
                    <a:pt x="3283097" y="2249563"/>
                  </a:lnTo>
                  <a:lnTo>
                    <a:pt x="3283222" y="2249563"/>
                  </a:lnTo>
                  <a:lnTo>
                    <a:pt x="3283347" y="2249563"/>
                  </a:lnTo>
                  <a:lnTo>
                    <a:pt x="3283472" y="2249563"/>
                  </a:lnTo>
                  <a:lnTo>
                    <a:pt x="3283472" y="2239610"/>
                  </a:lnTo>
                  <a:lnTo>
                    <a:pt x="3283597" y="2239610"/>
                  </a:lnTo>
                  <a:lnTo>
                    <a:pt x="3283722" y="2239610"/>
                  </a:lnTo>
                  <a:lnTo>
                    <a:pt x="3283847" y="2239610"/>
                  </a:lnTo>
                  <a:lnTo>
                    <a:pt x="3283972" y="2239610"/>
                  </a:lnTo>
                  <a:lnTo>
                    <a:pt x="3284097" y="2239610"/>
                  </a:lnTo>
                  <a:lnTo>
                    <a:pt x="3284222" y="2239610"/>
                  </a:lnTo>
                  <a:lnTo>
                    <a:pt x="3284347" y="2239610"/>
                  </a:lnTo>
                  <a:lnTo>
                    <a:pt x="3284472" y="2239610"/>
                  </a:lnTo>
                  <a:lnTo>
                    <a:pt x="3284598" y="2239610"/>
                  </a:lnTo>
                  <a:lnTo>
                    <a:pt x="3284723" y="2239610"/>
                  </a:lnTo>
                  <a:lnTo>
                    <a:pt x="3284848" y="2239610"/>
                  </a:lnTo>
                  <a:lnTo>
                    <a:pt x="3284973" y="2239610"/>
                  </a:lnTo>
                  <a:lnTo>
                    <a:pt x="3285098" y="2239610"/>
                  </a:lnTo>
                  <a:lnTo>
                    <a:pt x="3285223" y="2239610"/>
                  </a:lnTo>
                  <a:lnTo>
                    <a:pt x="3285223" y="2229656"/>
                  </a:lnTo>
                  <a:lnTo>
                    <a:pt x="3285348" y="2229656"/>
                  </a:lnTo>
                  <a:lnTo>
                    <a:pt x="3285473" y="2229656"/>
                  </a:lnTo>
                  <a:lnTo>
                    <a:pt x="3285598" y="2229656"/>
                  </a:lnTo>
                  <a:lnTo>
                    <a:pt x="3285723" y="2229656"/>
                  </a:lnTo>
                  <a:lnTo>
                    <a:pt x="3285848" y="2229656"/>
                  </a:lnTo>
                  <a:lnTo>
                    <a:pt x="3285973" y="2229656"/>
                  </a:lnTo>
                  <a:lnTo>
                    <a:pt x="3286098" y="2229656"/>
                  </a:lnTo>
                  <a:lnTo>
                    <a:pt x="3286223" y="2229656"/>
                  </a:lnTo>
                  <a:lnTo>
                    <a:pt x="3286348" y="2229656"/>
                  </a:lnTo>
                  <a:lnTo>
                    <a:pt x="3286473" y="2229656"/>
                  </a:lnTo>
                  <a:lnTo>
                    <a:pt x="3286598" y="2229656"/>
                  </a:lnTo>
                  <a:lnTo>
                    <a:pt x="3286723" y="2229656"/>
                  </a:lnTo>
                  <a:lnTo>
                    <a:pt x="3286848" y="2229656"/>
                  </a:lnTo>
                  <a:lnTo>
                    <a:pt x="3286973" y="2229656"/>
                  </a:lnTo>
                  <a:lnTo>
                    <a:pt x="3287098" y="2229656"/>
                  </a:lnTo>
                  <a:lnTo>
                    <a:pt x="3287223" y="2229656"/>
                  </a:lnTo>
                  <a:lnTo>
                    <a:pt x="3287348" y="2229656"/>
                  </a:lnTo>
                  <a:lnTo>
                    <a:pt x="3287473" y="2229656"/>
                  </a:lnTo>
                  <a:lnTo>
                    <a:pt x="3287599" y="2229656"/>
                  </a:lnTo>
                  <a:lnTo>
                    <a:pt x="3287724" y="2229656"/>
                  </a:lnTo>
                  <a:lnTo>
                    <a:pt x="3287849" y="2229656"/>
                  </a:lnTo>
                  <a:lnTo>
                    <a:pt x="3287974" y="2229656"/>
                  </a:lnTo>
                  <a:lnTo>
                    <a:pt x="3288099" y="2229656"/>
                  </a:lnTo>
                  <a:lnTo>
                    <a:pt x="3288224" y="2229656"/>
                  </a:lnTo>
                  <a:lnTo>
                    <a:pt x="3288349" y="2229656"/>
                  </a:lnTo>
                  <a:lnTo>
                    <a:pt x="3288474" y="2229656"/>
                  </a:lnTo>
                  <a:lnTo>
                    <a:pt x="3288599" y="2229656"/>
                  </a:lnTo>
                  <a:lnTo>
                    <a:pt x="3288724" y="2229656"/>
                  </a:lnTo>
                  <a:lnTo>
                    <a:pt x="3288849" y="2229656"/>
                  </a:lnTo>
                  <a:lnTo>
                    <a:pt x="3288974" y="2229656"/>
                  </a:lnTo>
                  <a:lnTo>
                    <a:pt x="3289099" y="2229656"/>
                  </a:lnTo>
                  <a:lnTo>
                    <a:pt x="3289224" y="2229656"/>
                  </a:lnTo>
                  <a:lnTo>
                    <a:pt x="3289349" y="2229656"/>
                  </a:lnTo>
                  <a:lnTo>
                    <a:pt x="3289474" y="2229656"/>
                  </a:lnTo>
                  <a:lnTo>
                    <a:pt x="3289599" y="2229656"/>
                  </a:lnTo>
                  <a:lnTo>
                    <a:pt x="3289724" y="2229656"/>
                  </a:lnTo>
                  <a:lnTo>
                    <a:pt x="3289849" y="2229656"/>
                  </a:lnTo>
                  <a:lnTo>
                    <a:pt x="3289974" y="2229656"/>
                  </a:lnTo>
                  <a:lnTo>
                    <a:pt x="3290099" y="2229656"/>
                  </a:lnTo>
                  <a:lnTo>
                    <a:pt x="3290224" y="2229656"/>
                  </a:lnTo>
                  <a:lnTo>
                    <a:pt x="3290349" y="2229656"/>
                  </a:lnTo>
                  <a:lnTo>
                    <a:pt x="3290474" y="2229656"/>
                  </a:lnTo>
                  <a:lnTo>
                    <a:pt x="3290600" y="2229656"/>
                  </a:lnTo>
                  <a:lnTo>
                    <a:pt x="3290600" y="2219702"/>
                  </a:lnTo>
                  <a:lnTo>
                    <a:pt x="3290725" y="2219702"/>
                  </a:lnTo>
                  <a:lnTo>
                    <a:pt x="3290850" y="2219702"/>
                  </a:lnTo>
                  <a:lnTo>
                    <a:pt x="3290975" y="2219702"/>
                  </a:lnTo>
                  <a:lnTo>
                    <a:pt x="3291100" y="2219702"/>
                  </a:lnTo>
                  <a:lnTo>
                    <a:pt x="3291225" y="2219702"/>
                  </a:lnTo>
                  <a:lnTo>
                    <a:pt x="3291350" y="2219702"/>
                  </a:lnTo>
                  <a:lnTo>
                    <a:pt x="3291475" y="2219702"/>
                  </a:lnTo>
                  <a:lnTo>
                    <a:pt x="3291600" y="2219702"/>
                  </a:lnTo>
                  <a:lnTo>
                    <a:pt x="3291725" y="2219702"/>
                  </a:lnTo>
                  <a:lnTo>
                    <a:pt x="3291850" y="2219702"/>
                  </a:lnTo>
                  <a:lnTo>
                    <a:pt x="3291975" y="2219702"/>
                  </a:lnTo>
                  <a:lnTo>
                    <a:pt x="3292100" y="2219702"/>
                  </a:lnTo>
                  <a:lnTo>
                    <a:pt x="3292225" y="2219702"/>
                  </a:lnTo>
                  <a:lnTo>
                    <a:pt x="3292350" y="2219702"/>
                  </a:lnTo>
                  <a:lnTo>
                    <a:pt x="3292475" y="2219702"/>
                  </a:lnTo>
                  <a:lnTo>
                    <a:pt x="3292600" y="2219702"/>
                  </a:lnTo>
                  <a:lnTo>
                    <a:pt x="3292725" y="2219702"/>
                  </a:lnTo>
                  <a:lnTo>
                    <a:pt x="3292850" y="2219702"/>
                  </a:lnTo>
                  <a:lnTo>
                    <a:pt x="3292975" y="2219702"/>
                  </a:lnTo>
                  <a:lnTo>
                    <a:pt x="3293100" y="2219702"/>
                  </a:lnTo>
                  <a:lnTo>
                    <a:pt x="3293225" y="2219702"/>
                  </a:lnTo>
                  <a:lnTo>
                    <a:pt x="3293350" y="2219702"/>
                  </a:lnTo>
                  <a:lnTo>
                    <a:pt x="3293475" y="2219702"/>
                  </a:lnTo>
                  <a:lnTo>
                    <a:pt x="3293601" y="2219702"/>
                  </a:lnTo>
                  <a:lnTo>
                    <a:pt x="3293726" y="2219702"/>
                  </a:lnTo>
                  <a:lnTo>
                    <a:pt x="3293851" y="2219702"/>
                  </a:lnTo>
                  <a:lnTo>
                    <a:pt x="3293976" y="2219702"/>
                  </a:lnTo>
                  <a:lnTo>
                    <a:pt x="3294101" y="2219702"/>
                  </a:lnTo>
                  <a:lnTo>
                    <a:pt x="3294226" y="2219702"/>
                  </a:lnTo>
                  <a:lnTo>
                    <a:pt x="3294351" y="2219702"/>
                  </a:lnTo>
                  <a:lnTo>
                    <a:pt x="3294476" y="2219702"/>
                  </a:lnTo>
                  <a:lnTo>
                    <a:pt x="3294601" y="2219702"/>
                  </a:lnTo>
                  <a:lnTo>
                    <a:pt x="3294726" y="2219702"/>
                  </a:lnTo>
                  <a:lnTo>
                    <a:pt x="3294851" y="2219702"/>
                  </a:lnTo>
                  <a:lnTo>
                    <a:pt x="3294976" y="2219702"/>
                  </a:lnTo>
                  <a:lnTo>
                    <a:pt x="3295101" y="2219702"/>
                  </a:lnTo>
                  <a:lnTo>
                    <a:pt x="3295226" y="2219702"/>
                  </a:lnTo>
                  <a:lnTo>
                    <a:pt x="3295351" y="2219702"/>
                  </a:lnTo>
                  <a:lnTo>
                    <a:pt x="3295476" y="2219702"/>
                  </a:lnTo>
                  <a:lnTo>
                    <a:pt x="3295601" y="2219702"/>
                  </a:lnTo>
                  <a:lnTo>
                    <a:pt x="3295726" y="2219702"/>
                  </a:lnTo>
                  <a:lnTo>
                    <a:pt x="3295851" y="2219702"/>
                  </a:lnTo>
                  <a:lnTo>
                    <a:pt x="3295976" y="2219702"/>
                  </a:lnTo>
                  <a:lnTo>
                    <a:pt x="3296101" y="2219702"/>
                  </a:lnTo>
                  <a:lnTo>
                    <a:pt x="3296226" y="2219702"/>
                  </a:lnTo>
                  <a:lnTo>
                    <a:pt x="3296351" y="2219702"/>
                  </a:lnTo>
                  <a:lnTo>
                    <a:pt x="3296476" y="2219702"/>
                  </a:lnTo>
                  <a:lnTo>
                    <a:pt x="3296602" y="2219702"/>
                  </a:lnTo>
                  <a:lnTo>
                    <a:pt x="3296727" y="2219702"/>
                  </a:lnTo>
                  <a:lnTo>
                    <a:pt x="3296852" y="2219702"/>
                  </a:lnTo>
                  <a:lnTo>
                    <a:pt x="3296977" y="2219702"/>
                  </a:lnTo>
                  <a:lnTo>
                    <a:pt x="3297102" y="2219702"/>
                  </a:lnTo>
                  <a:lnTo>
                    <a:pt x="3297227" y="2219702"/>
                  </a:lnTo>
                  <a:lnTo>
                    <a:pt x="3297352" y="2219702"/>
                  </a:lnTo>
                  <a:lnTo>
                    <a:pt x="3297477" y="2219702"/>
                  </a:lnTo>
                  <a:lnTo>
                    <a:pt x="3297602" y="2219702"/>
                  </a:lnTo>
                  <a:lnTo>
                    <a:pt x="3297727" y="2219702"/>
                  </a:lnTo>
                  <a:lnTo>
                    <a:pt x="3297852" y="2219702"/>
                  </a:lnTo>
                  <a:lnTo>
                    <a:pt x="3297977" y="2219702"/>
                  </a:lnTo>
                  <a:lnTo>
                    <a:pt x="3298102" y="2219702"/>
                  </a:lnTo>
                  <a:lnTo>
                    <a:pt x="3298227" y="2219702"/>
                  </a:lnTo>
                  <a:lnTo>
                    <a:pt x="3298352" y="2219702"/>
                  </a:lnTo>
                  <a:lnTo>
                    <a:pt x="3298477" y="2219702"/>
                  </a:lnTo>
                  <a:lnTo>
                    <a:pt x="3298602" y="2219702"/>
                  </a:lnTo>
                  <a:lnTo>
                    <a:pt x="3298727" y="2219702"/>
                  </a:lnTo>
                  <a:lnTo>
                    <a:pt x="3298852" y="2219702"/>
                  </a:lnTo>
                  <a:lnTo>
                    <a:pt x="3298977" y="2219702"/>
                  </a:lnTo>
                  <a:lnTo>
                    <a:pt x="3299102" y="2219702"/>
                  </a:lnTo>
                  <a:lnTo>
                    <a:pt x="3299227" y="2219702"/>
                  </a:lnTo>
                  <a:lnTo>
                    <a:pt x="3299352" y="2219702"/>
                  </a:lnTo>
                  <a:lnTo>
                    <a:pt x="3299478" y="2219702"/>
                  </a:lnTo>
                  <a:lnTo>
                    <a:pt x="3299603" y="2219702"/>
                  </a:lnTo>
                  <a:lnTo>
                    <a:pt x="3299728" y="2219702"/>
                  </a:lnTo>
                  <a:lnTo>
                    <a:pt x="3299853" y="2219702"/>
                  </a:lnTo>
                  <a:lnTo>
                    <a:pt x="3299978" y="2219702"/>
                  </a:lnTo>
                  <a:lnTo>
                    <a:pt x="3300103" y="2219702"/>
                  </a:lnTo>
                  <a:lnTo>
                    <a:pt x="3300228" y="2219702"/>
                  </a:lnTo>
                  <a:lnTo>
                    <a:pt x="3300353" y="2219702"/>
                  </a:lnTo>
                  <a:lnTo>
                    <a:pt x="3300478" y="2219702"/>
                  </a:lnTo>
                  <a:lnTo>
                    <a:pt x="3300603" y="2219702"/>
                  </a:lnTo>
                  <a:lnTo>
                    <a:pt x="3300728" y="2219702"/>
                  </a:lnTo>
                  <a:lnTo>
                    <a:pt x="3300728" y="2209748"/>
                  </a:lnTo>
                  <a:lnTo>
                    <a:pt x="3300853" y="2209748"/>
                  </a:lnTo>
                  <a:lnTo>
                    <a:pt x="3300978" y="2209748"/>
                  </a:lnTo>
                  <a:lnTo>
                    <a:pt x="3301103" y="2209748"/>
                  </a:lnTo>
                  <a:lnTo>
                    <a:pt x="3301228" y="2209748"/>
                  </a:lnTo>
                  <a:lnTo>
                    <a:pt x="3301353" y="2209748"/>
                  </a:lnTo>
                  <a:lnTo>
                    <a:pt x="3301478" y="2209748"/>
                  </a:lnTo>
                  <a:lnTo>
                    <a:pt x="3301603" y="2209748"/>
                  </a:lnTo>
                  <a:lnTo>
                    <a:pt x="3301728" y="2209748"/>
                  </a:lnTo>
                  <a:lnTo>
                    <a:pt x="3301853" y="2209748"/>
                  </a:lnTo>
                  <a:lnTo>
                    <a:pt x="3301978" y="2209748"/>
                  </a:lnTo>
                  <a:lnTo>
                    <a:pt x="3302103" y="2209748"/>
                  </a:lnTo>
                  <a:lnTo>
                    <a:pt x="3302228" y="2209748"/>
                  </a:lnTo>
                  <a:lnTo>
                    <a:pt x="3302353" y="2209748"/>
                  </a:lnTo>
                  <a:lnTo>
                    <a:pt x="3302479" y="2209748"/>
                  </a:lnTo>
                  <a:lnTo>
                    <a:pt x="3302604" y="2209748"/>
                  </a:lnTo>
                  <a:lnTo>
                    <a:pt x="3302729" y="2209748"/>
                  </a:lnTo>
                  <a:lnTo>
                    <a:pt x="3302854" y="2209748"/>
                  </a:lnTo>
                  <a:lnTo>
                    <a:pt x="3302979" y="2209748"/>
                  </a:lnTo>
                  <a:lnTo>
                    <a:pt x="3303104" y="2209748"/>
                  </a:lnTo>
                  <a:lnTo>
                    <a:pt x="3303229" y="2209748"/>
                  </a:lnTo>
                  <a:lnTo>
                    <a:pt x="3303354" y="2209748"/>
                  </a:lnTo>
                  <a:lnTo>
                    <a:pt x="3303479" y="2209748"/>
                  </a:lnTo>
                  <a:lnTo>
                    <a:pt x="3303604" y="2209748"/>
                  </a:lnTo>
                  <a:lnTo>
                    <a:pt x="3303729" y="2209748"/>
                  </a:lnTo>
                  <a:lnTo>
                    <a:pt x="3303854" y="2209748"/>
                  </a:lnTo>
                  <a:lnTo>
                    <a:pt x="3303979" y="2209748"/>
                  </a:lnTo>
                  <a:lnTo>
                    <a:pt x="3304104" y="2209748"/>
                  </a:lnTo>
                  <a:lnTo>
                    <a:pt x="3304229" y="2209748"/>
                  </a:lnTo>
                  <a:lnTo>
                    <a:pt x="3304354" y="2209748"/>
                  </a:lnTo>
                  <a:lnTo>
                    <a:pt x="3304479" y="2209748"/>
                  </a:lnTo>
                  <a:lnTo>
                    <a:pt x="3304604" y="2209748"/>
                  </a:lnTo>
                  <a:lnTo>
                    <a:pt x="3304729" y="2209748"/>
                  </a:lnTo>
                  <a:lnTo>
                    <a:pt x="3304854" y="2209748"/>
                  </a:lnTo>
                  <a:lnTo>
                    <a:pt x="3304979" y="2209748"/>
                  </a:lnTo>
                  <a:lnTo>
                    <a:pt x="3305104" y="2209748"/>
                  </a:lnTo>
                  <a:lnTo>
                    <a:pt x="3305229" y="2209748"/>
                  </a:lnTo>
                  <a:lnTo>
                    <a:pt x="3305354" y="2209748"/>
                  </a:lnTo>
                  <a:lnTo>
                    <a:pt x="3305480" y="2209748"/>
                  </a:lnTo>
                  <a:lnTo>
                    <a:pt x="3305605" y="2209748"/>
                  </a:lnTo>
                  <a:lnTo>
                    <a:pt x="3305730" y="2209748"/>
                  </a:lnTo>
                  <a:lnTo>
                    <a:pt x="3305855" y="2209748"/>
                  </a:lnTo>
                  <a:lnTo>
                    <a:pt x="3305980" y="2209748"/>
                  </a:lnTo>
                  <a:lnTo>
                    <a:pt x="3306105" y="2209748"/>
                  </a:lnTo>
                  <a:lnTo>
                    <a:pt x="3306230" y="2209748"/>
                  </a:lnTo>
                  <a:lnTo>
                    <a:pt x="3306355" y="2209748"/>
                  </a:lnTo>
                  <a:lnTo>
                    <a:pt x="3306480" y="2209748"/>
                  </a:lnTo>
                  <a:lnTo>
                    <a:pt x="3306605" y="2209748"/>
                  </a:lnTo>
                  <a:lnTo>
                    <a:pt x="3306730" y="2209748"/>
                  </a:lnTo>
                  <a:lnTo>
                    <a:pt x="3306855" y="2209748"/>
                  </a:lnTo>
                  <a:lnTo>
                    <a:pt x="3306980" y="2209748"/>
                  </a:lnTo>
                  <a:lnTo>
                    <a:pt x="3307105" y="2209748"/>
                  </a:lnTo>
                  <a:lnTo>
                    <a:pt x="3307230" y="2209748"/>
                  </a:lnTo>
                  <a:lnTo>
                    <a:pt x="3307355" y="2209748"/>
                  </a:lnTo>
                  <a:lnTo>
                    <a:pt x="3307480" y="2209748"/>
                  </a:lnTo>
                  <a:lnTo>
                    <a:pt x="3307605" y="2209748"/>
                  </a:lnTo>
                  <a:lnTo>
                    <a:pt x="3307730" y="2209748"/>
                  </a:lnTo>
                  <a:lnTo>
                    <a:pt x="3307855" y="2209748"/>
                  </a:lnTo>
                  <a:lnTo>
                    <a:pt x="3307980" y="2209748"/>
                  </a:lnTo>
                  <a:lnTo>
                    <a:pt x="3308105" y="2209748"/>
                  </a:lnTo>
                  <a:lnTo>
                    <a:pt x="3308230" y="2209748"/>
                  </a:lnTo>
                  <a:lnTo>
                    <a:pt x="3308355" y="2209748"/>
                  </a:lnTo>
                  <a:lnTo>
                    <a:pt x="3308481" y="2209748"/>
                  </a:lnTo>
                  <a:lnTo>
                    <a:pt x="3308606" y="2209748"/>
                  </a:lnTo>
                  <a:lnTo>
                    <a:pt x="3308731" y="2209748"/>
                  </a:lnTo>
                  <a:lnTo>
                    <a:pt x="3308856" y="2209748"/>
                  </a:lnTo>
                  <a:lnTo>
                    <a:pt x="3308981" y="2209748"/>
                  </a:lnTo>
                  <a:lnTo>
                    <a:pt x="3309106" y="2209748"/>
                  </a:lnTo>
                  <a:lnTo>
                    <a:pt x="3309231" y="2209748"/>
                  </a:lnTo>
                  <a:lnTo>
                    <a:pt x="3309356" y="2209748"/>
                  </a:lnTo>
                  <a:lnTo>
                    <a:pt x="3309481" y="2209748"/>
                  </a:lnTo>
                  <a:lnTo>
                    <a:pt x="3309606" y="2209748"/>
                  </a:lnTo>
                  <a:lnTo>
                    <a:pt x="3309731" y="2209748"/>
                  </a:lnTo>
                  <a:lnTo>
                    <a:pt x="3309856" y="2209748"/>
                  </a:lnTo>
                  <a:lnTo>
                    <a:pt x="3309981" y="2209748"/>
                  </a:lnTo>
                  <a:lnTo>
                    <a:pt x="3310106" y="2209748"/>
                  </a:lnTo>
                  <a:lnTo>
                    <a:pt x="3310231" y="2209748"/>
                  </a:lnTo>
                  <a:lnTo>
                    <a:pt x="3310356" y="2209748"/>
                  </a:lnTo>
                  <a:lnTo>
                    <a:pt x="3310481" y="2209748"/>
                  </a:lnTo>
                  <a:lnTo>
                    <a:pt x="3310606" y="2209748"/>
                  </a:lnTo>
                  <a:lnTo>
                    <a:pt x="3310731" y="2209748"/>
                  </a:lnTo>
                  <a:lnTo>
                    <a:pt x="3310856" y="2209748"/>
                  </a:lnTo>
                  <a:lnTo>
                    <a:pt x="3310981" y="2209748"/>
                  </a:lnTo>
                  <a:lnTo>
                    <a:pt x="3311106" y="2209748"/>
                  </a:lnTo>
                  <a:lnTo>
                    <a:pt x="3311231" y="2209748"/>
                  </a:lnTo>
                  <a:lnTo>
                    <a:pt x="3311356" y="2209748"/>
                  </a:lnTo>
                  <a:lnTo>
                    <a:pt x="3311482" y="2209748"/>
                  </a:lnTo>
                  <a:lnTo>
                    <a:pt x="3311607" y="2209748"/>
                  </a:lnTo>
                  <a:lnTo>
                    <a:pt x="3311732" y="2209748"/>
                  </a:lnTo>
                  <a:lnTo>
                    <a:pt x="3311857" y="2209748"/>
                  </a:lnTo>
                  <a:lnTo>
                    <a:pt x="3311982" y="2209748"/>
                  </a:lnTo>
                  <a:lnTo>
                    <a:pt x="3312107" y="2209748"/>
                  </a:lnTo>
                  <a:lnTo>
                    <a:pt x="3312232" y="2209748"/>
                  </a:lnTo>
                  <a:lnTo>
                    <a:pt x="3312357" y="2209748"/>
                  </a:lnTo>
                  <a:lnTo>
                    <a:pt x="3312482" y="2209748"/>
                  </a:lnTo>
                  <a:lnTo>
                    <a:pt x="3312607" y="2209748"/>
                  </a:lnTo>
                  <a:lnTo>
                    <a:pt x="3312732" y="2209748"/>
                  </a:lnTo>
                  <a:lnTo>
                    <a:pt x="3312857" y="2209748"/>
                  </a:lnTo>
                  <a:lnTo>
                    <a:pt x="3312982" y="2209748"/>
                  </a:lnTo>
                  <a:lnTo>
                    <a:pt x="3313107" y="2209748"/>
                  </a:lnTo>
                  <a:lnTo>
                    <a:pt x="3313232" y="2209748"/>
                  </a:lnTo>
                  <a:lnTo>
                    <a:pt x="3313357" y="2209748"/>
                  </a:lnTo>
                  <a:lnTo>
                    <a:pt x="3313482" y="2209748"/>
                  </a:lnTo>
                  <a:lnTo>
                    <a:pt x="3313607" y="2209748"/>
                  </a:lnTo>
                  <a:lnTo>
                    <a:pt x="3313732" y="2209748"/>
                  </a:lnTo>
                  <a:lnTo>
                    <a:pt x="3313857" y="2209748"/>
                  </a:lnTo>
                  <a:lnTo>
                    <a:pt x="3313982" y="2209748"/>
                  </a:lnTo>
                  <a:lnTo>
                    <a:pt x="3314107" y="2209748"/>
                  </a:lnTo>
                  <a:lnTo>
                    <a:pt x="3314232" y="2209748"/>
                  </a:lnTo>
                  <a:lnTo>
                    <a:pt x="3314357" y="2209748"/>
                  </a:lnTo>
                  <a:lnTo>
                    <a:pt x="3314483" y="2209748"/>
                  </a:lnTo>
                  <a:lnTo>
                    <a:pt x="3314608" y="2209748"/>
                  </a:lnTo>
                  <a:lnTo>
                    <a:pt x="3314733" y="2209748"/>
                  </a:lnTo>
                  <a:lnTo>
                    <a:pt x="3314858" y="2209748"/>
                  </a:lnTo>
                  <a:lnTo>
                    <a:pt x="3314983" y="2209748"/>
                  </a:lnTo>
                  <a:lnTo>
                    <a:pt x="3315108" y="2209748"/>
                  </a:lnTo>
                  <a:lnTo>
                    <a:pt x="3315233" y="2209748"/>
                  </a:lnTo>
                  <a:lnTo>
                    <a:pt x="3315358" y="2209748"/>
                  </a:lnTo>
                  <a:lnTo>
                    <a:pt x="3315483" y="2209748"/>
                  </a:lnTo>
                  <a:lnTo>
                    <a:pt x="3315608" y="2209748"/>
                  </a:lnTo>
                  <a:lnTo>
                    <a:pt x="3315733" y="2209748"/>
                  </a:lnTo>
                  <a:lnTo>
                    <a:pt x="3315858" y="2209748"/>
                  </a:lnTo>
                  <a:lnTo>
                    <a:pt x="3315983" y="2209748"/>
                  </a:lnTo>
                  <a:lnTo>
                    <a:pt x="3316108" y="2209748"/>
                  </a:lnTo>
                  <a:lnTo>
                    <a:pt x="3316233" y="2209748"/>
                  </a:lnTo>
                  <a:lnTo>
                    <a:pt x="3316358" y="2209748"/>
                  </a:lnTo>
                  <a:lnTo>
                    <a:pt x="3316483" y="2209748"/>
                  </a:lnTo>
                  <a:lnTo>
                    <a:pt x="3316608" y="2209748"/>
                  </a:lnTo>
                  <a:lnTo>
                    <a:pt x="3316733" y="2209748"/>
                  </a:lnTo>
                  <a:lnTo>
                    <a:pt x="3316733" y="2199794"/>
                  </a:lnTo>
                  <a:lnTo>
                    <a:pt x="3316858" y="2199794"/>
                  </a:lnTo>
                  <a:lnTo>
                    <a:pt x="3316983" y="2199794"/>
                  </a:lnTo>
                  <a:lnTo>
                    <a:pt x="3317108" y="2199794"/>
                  </a:lnTo>
                  <a:lnTo>
                    <a:pt x="3317233" y="2199794"/>
                  </a:lnTo>
                  <a:lnTo>
                    <a:pt x="3317358" y="2199794"/>
                  </a:lnTo>
                  <a:lnTo>
                    <a:pt x="3317484" y="2199794"/>
                  </a:lnTo>
                  <a:lnTo>
                    <a:pt x="3317609" y="2199794"/>
                  </a:lnTo>
                  <a:lnTo>
                    <a:pt x="3317734" y="2199794"/>
                  </a:lnTo>
                  <a:lnTo>
                    <a:pt x="3317859" y="2199794"/>
                  </a:lnTo>
                  <a:lnTo>
                    <a:pt x="3317984" y="2199794"/>
                  </a:lnTo>
                  <a:lnTo>
                    <a:pt x="3318109" y="2199794"/>
                  </a:lnTo>
                  <a:lnTo>
                    <a:pt x="3318109" y="2189840"/>
                  </a:lnTo>
                  <a:lnTo>
                    <a:pt x="3318234" y="2189840"/>
                  </a:lnTo>
                  <a:lnTo>
                    <a:pt x="3318359" y="2189840"/>
                  </a:lnTo>
                  <a:lnTo>
                    <a:pt x="3318484" y="2189840"/>
                  </a:lnTo>
                  <a:lnTo>
                    <a:pt x="3318609" y="2189840"/>
                  </a:lnTo>
                  <a:lnTo>
                    <a:pt x="3318734" y="2189840"/>
                  </a:lnTo>
                  <a:lnTo>
                    <a:pt x="3318859" y="2189840"/>
                  </a:lnTo>
                  <a:lnTo>
                    <a:pt x="3318984" y="2189840"/>
                  </a:lnTo>
                  <a:lnTo>
                    <a:pt x="3319109" y="2189840"/>
                  </a:lnTo>
                  <a:lnTo>
                    <a:pt x="3319234" y="2189840"/>
                  </a:lnTo>
                  <a:lnTo>
                    <a:pt x="3319359" y="2189840"/>
                  </a:lnTo>
                  <a:lnTo>
                    <a:pt x="3319484" y="2189840"/>
                  </a:lnTo>
                  <a:lnTo>
                    <a:pt x="3319609" y="2189840"/>
                  </a:lnTo>
                  <a:lnTo>
                    <a:pt x="3319734" y="2189840"/>
                  </a:lnTo>
                  <a:lnTo>
                    <a:pt x="3319859" y="2189840"/>
                  </a:lnTo>
                  <a:lnTo>
                    <a:pt x="3319984" y="2189840"/>
                  </a:lnTo>
                  <a:lnTo>
                    <a:pt x="3320109" y="2189840"/>
                  </a:lnTo>
                  <a:lnTo>
                    <a:pt x="3320234" y="2189840"/>
                  </a:lnTo>
                  <a:lnTo>
                    <a:pt x="3320359" y="2189840"/>
                  </a:lnTo>
                  <a:lnTo>
                    <a:pt x="3320485" y="2189840"/>
                  </a:lnTo>
                  <a:lnTo>
                    <a:pt x="3320610" y="2189840"/>
                  </a:lnTo>
                  <a:lnTo>
                    <a:pt x="3320735" y="2189840"/>
                  </a:lnTo>
                  <a:lnTo>
                    <a:pt x="3320860" y="2189840"/>
                  </a:lnTo>
                  <a:lnTo>
                    <a:pt x="3320985" y="2189840"/>
                  </a:lnTo>
                  <a:lnTo>
                    <a:pt x="3321110" y="2189840"/>
                  </a:lnTo>
                  <a:lnTo>
                    <a:pt x="3321235" y="2189840"/>
                  </a:lnTo>
                  <a:lnTo>
                    <a:pt x="3321360" y="2189840"/>
                  </a:lnTo>
                  <a:lnTo>
                    <a:pt x="3321485" y="2189840"/>
                  </a:lnTo>
                  <a:lnTo>
                    <a:pt x="3321610" y="2189840"/>
                  </a:lnTo>
                  <a:lnTo>
                    <a:pt x="3321735" y="2189840"/>
                  </a:lnTo>
                  <a:lnTo>
                    <a:pt x="3321860" y="2189840"/>
                  </a:lnTo>
                  <a:lnTo>
                    <a:pt x="3321985" y="2189840"/>
                  </a:lnTo>
                  <a:lnTo>
                    <a:pt x="3322110" y="2189840"/>
                  </a:lnTo>
                  <a:lnTo>
                    <a:pt x="3322235" y="2189840"/>
                  </a:lnTo>
                  <a:lnTo>
                    <a:pt x="3322360" y="2189840"/>
                  </a:lnTo>
                  <a:lnTo>
                    <a:pt x="3322485" y="2189840"/>
                  </a:lnTo>
                  <a:lnTo>
                    <a:pt x="3322610" y="2189840"/>
                  </a:lnTo>
                  <a:lnTo>
                    <a:pt x="3322735" y="2189840"/>
                  </a:lnTo>
                  <a:lnTo>
                    <a:pt x="3322860" y="2189840"/>
                  </a:lnTo>
                  <a:lnTo>
                    <a:pt x="3322985" y="2189840"/>
                  </a:lnTo>
                  <a:lnTo>
                    <a:pt x="3323110" y="2189840"/>
                  </a:lnTo>
                  <a:lnTo>
                    <a:pt x="3323235" y="2189840"/>
                  </a:lnTo>
                  <a:lnTo>
                    <a:pt x="3323360" y="2189840"/>
                  </a:lnTo>
                  <a:lnTo>
                    <a:pt x="3323486" y="2189840"/>
                  </a:lnTo>
                  <a:lnTo>
                    <a:pt x="3323611" y="2189840"/>
                  </a:lnTo>
                  <a:lnTo>
                    <a:pt x="3323736" y="2189840"/>
                  </a:lnTo>
                  <a:lnTo>
                    <a:pt x="3323861" y="2189840"/>
                  </a:lnTo>
                  <a:lnTo>
                    <a:pt x="3323986" y="2189840"/>
                  </a:lnTo>
                  <a:lnTo>
                    <a:pt x="3324111" y="2189840"/>
                  </a:lnTo>
                  <a:lnTo>
                    <a:pt x="3324236" y="2189840"/>
                  </a:lnTo>
                  <a:lnTo>
                    <a:pt x="3324361" y="2189840"/>
                  </a:lnTo>
                  <a:lnTo>
                    <a:pt x="3324486" y="2189840"/>
                  </a:lnTo>
                  <a:lnTo>
                    <a:pt x="3324611" y="2189840"/>
                  </a:lnTo>
                  <a:lnTo>
                    <a:pt x="3324736" y="2189840"/>
                  </a:lnTo>
                  <a:lnTo>
                    <a:pt x="3324861" y="2189840"/>
                  </a:lnTo>
                  <a:lnTo>
                    <a:pt x="3324986" y="2189840"/>
                  </a:lnTo>
                  <a:lnTo>
                    <a:pt x="3325111" y="2189840"/>
                  </a:lnTo>
                  <a:lnTo>
                    <a:pt x="3325236" y="2189840"/>
                  </a:lnTo>
                  <a:lnTo>
                    <a:pt x="3325361" y="2189840"/>
                  </a:lnTo>
                  <a:lnTo>
                    <a:pt x="3325486" y="2189840"/>
                  </a:lnTo>
                  <a:lnTo>
                    <a:pt x="3325611" y="2189840"/>
                  </a:lnTo>
                  <a:lnTo>
                    <a:pt x="3325736" y="2189840"/>
                  </a:lnTo>
                  <a:lnTo>
                    <a:pt x="3325861" y="2189840"/>
                  </a:lnTo>
                  <a:lnTo>
                    <a:pt x="3325986" y="2189840"/>
                  </a:lnTo>
                  <a:lnTo>
                    <a:pt x="3326111" y="2189840"/>
                  </a:lnTo>
                  <a:lnTo>
                    <a:pt x="3326236" y="2189840"/>
                  </a:lnTo>
                  <a:lnTo>
                    <a:pt x="3326361" y="2189840"/>
                  </a:lnTo>
                  <a:lnTo>
                    <a:pt x="3326487" y="2189840"/>
                  </a:lnTo>
                  <a:lnTo>
                    <a:pt x="3326612" y="2189840"/>
                  </a:lnTo>
                  <a:lnTo>
                    <a:pt x="3326737" y="2189840"/>
                  </a:lnTo>
                  <a:lnTo>
                    <a:pt x="3326862" y="2189840"/>
                  </a:lnTo>
                  <a:lnTo>
                    <a:pt x="3326987" y="2189840"/>
                  </a:lnTo>
                  <a:lnTo>
                    <a:pt x="3327112" y="2189840"/>
                  </a:lnTo>
                  <a:lnTo>
                    <a:pt x="3327237" y="2189840"/>
                  </a:lnTo>
                  <a:lnTo>
                    <a:pt x="3327362" y="2189840"/>
                  </a:lnTo>
                  <a:lnTo>
                    <a:pt x="3327487" y="2189840"/>
                  </a:lnTo>
                  <a:lnTo>
                    <a:pt x="3327612" y="2189840"/>
                  </a:lnTo>
                  <a:lnTo>
                    <a:pt x="3327737" y="2189840"/>
                  </a:lnTo>
                  <a:lnTo>
                    <a:pt x="3327862" y="2189840"/>
                  </a:lnTo>
                  <a:lnTo>
                    <a:pt x="3327987" y="2189840"/>
                  </a:lnTo>
                  <a:lnTo>
                    <a:pt x="3328112" y="2189840"/>
                  </a:lnTo>
                  <a:lnTo>
                    <a:pt x="3328237" y="2189840"/>
                  </a:lnTo>
                  <a:lnTo>
                    <a:pt x="3328362" y="2189840"/>
                  </a:lnTo>
                  <a:lnTo>
                    <a:pt x="3328487" y="2189840"/>
                  </a:lnTo>
                  <a:lnTo>
                    <a:pt x="3328612" y="2189840"/>
                  </a:lnTo>
                  <a:lnTo>
                    <a:pt x="3328737" y="2189840"/>
                  </a:lnTo>
                  <a:lnTo>
                    <a:pt x="3328862" y="2189840"/>
                  </a:lnTo>
                  <a:lnTo>
                    <a:pt x="3328987" y="2189840"/>
                  </a:lnTo>
                  <a:lnTo>
                    <a:pt x="3329112" y="2189840"/>
                  </a:lnTo>
                  <a:lnTo>
                    <a:pt x="3329237" y="2189840"/>
                  </a:lnTo>
                  <a:lnTo>
                    <a:pt x="3329362" y="2189840"/>
                  </a:lnTo>
                  <a:lnTo>
                    <a:pt x="3329488" y="2189840"/>
                  </a:lnTo>
                  <a:lnTo>
                    <a:pt x="3329613" y="2189840"/>
                  </a:lnTo>
                  <a:lnTo>
                    <a:pt x="3329738" y="2189840"/>
                  </a:lnTo>
                  <a:lnTo>
                    <a:pt x="3329863" y="2189840"/>
                  </a:lnTo>
                  <a:lnTo>
                    <a:pt x="3329988" y="2189840"/>
                  </a:lnTo>
                  <a:lnTo>
                    <a:pt x="3330113" y="2189840"/>
                  </a:lnTo>
                  <a:lnTo>
                    <a:pt x="3330238" y="2189840"/>
                  </a:lnTo>
                  <a:lnTo>
                    <a:pt x="3330363" y="2189840"/>
                  </a:lnTo>
                  <a:lnTo>
                    <a:pt x="3330488" y="2189840"/>
                  </a:lnTo>
                  <a:lnTo>
                    <a:pt x="3330613" y="2189840"/>
                  </a:lnTo>
                  <a:lnTo>
                    <a:pt x="3330738" y="2189840"/>
                  </a:lnTo>
                  <a:lnTo>
                    <a:pt x="3330863" y="2189840"/>
                  </a:lnTo>
                  <a:lnTo>
                    <a:pt x="3330988" y="2189840"/>
                  </a:lnTo>
                  <a:lnTo>
                    <a:pt x="3331113" y="2189840"/>
                  </a:lnTo>
                  <a:lnTo>
                    <a:pt x="3331238" y="2189840"/>
                  </a:lnTo>
                  <a:lnTo>
                    <a:pt x="3331363" y="2189840"/>
                  </a:lnTo>
                  <a:lnTo>
                    <a:pt x="3331488" y="2189840"/>
                  </a:lnTo>
                  <a:lnTo>
                    <a:pt x="3331613" y="2189840"/>
                  </a:lnTo>
                  <a:lnTo>
                    <a:pt x="3331738" y="2189840"/>
                  </a:lnTo>
                  <a:lnTo>
                    <a:pt x="3331863" y="2189840"/>
                  </a:lnTo>
                  <a:lnTo>
                    <a:pt x="3331988" y="2189840"/>
                  </a:lnTo>
                  <a:lnTo>
                    <a:pt x="3332113" y="2189840"/>
                  </a:lnTo>
                  <a:lnTo>
                    <a:pt x="3332238" y="2189840"/>
                  </a:lnTo>
                  <a:lnTo>
                    <a:pt x="3332363" y="2189840"/>
                  </a:lnTo>
                  <a:lnTo>
                    <a:pt x="3332489" y="2189840"/>
                  </a:lnTo>
                  <a:lnTo>
                    <a:pt x="3332614" y="2189840"/>
                  </a:lnTo>
                  <a:lnTo>
                    <a:pt x="3332739" y="2189840"/>
                  </a:lnTo>
                  <a:lnTo>
                    <a:pt x="3332864" y="2189840"/>
                  </a:lnTo>
                  <a:lnTo>
                    <a:pt x="3332989" y="2189840"/>
                  </a:lnTo>
                  <a:lnTo>
                    <a:pt x="3333114" y="2189840"/>
                  </a:lnTo>
                  <a:lnTo>
                    <a:pt x="3333239" y="2189840"/>
                  </a:lnTo>
                  <a:lnTo>
                    <a:pt x="3333364" y="2189840"/>
                  </a:lnTo>
                  <a:lnTo>
                    <a:pt x="3333489" y="2189840"/>
                  </a:lnTo>
                  <a:lnTo>
                    <a:pt x="3333614" y="2189840"/>
                  </a:lnTo>
                  <a:lnTo>
                    <a:pt x="3333739" y="2189840"/>
                  </a:lnTo>
                  <a:lnTo>
                    <a:pt x="3333864" y="2189840"/>
                  </a:lnTo>
                  <a:lnTo>
                    <a:pt x="3333864" y="2179887"/>
                  </a:lnTo>
                  <a:lnTo>
                    <a:pt x="3333989" y="2179887"/>
                  </a:lnTo>
                  <a:lnTo>
                    <a:pt x="3334114" y="2179887"/>
                  </a:lnTo>
                  <a:lnTo>
                    <a:pt x="3334239" y="2179887"/>
                  </a:lnTo>
                  <a:lnTo>
                    <a:pt x="3334364" y="2179887"/>
                  </a:lnTo>
                  <a:lnTo>
                    <a:pt x="3334489" y="2179887"/>
                  </a:lnTo>
                  <a:lnTo>
                    <a:pt x="3334614" y="2179887"/>
                  </a:lnTo>
                  <a:lnTo>
                    <a:pt x="3334739" y="2179887"/>
                  </a:lnTo>
                  <a:lnTo>
                    <a:pt x="3334864" y="2179887"/>
                  </a:lnTo>
                  <a:lnTo>
                    <a:pt x="3334989" y="2179887"/>
                  </a:lnTo>
                  <a:lnTo>
                    <a:pt x="3335114" y="2179887"/>
                  </a:lnTo>
                  <a:lnTo>
                    <a:pt x="3335239" y="2179887"/>
                  </a:lnTo>
                  <a:lnTo>
                    <a:pt x="3335364" y="2179887"/>
                  </a:lnTo>
                  <a:lnTo>
                    <a:pt x="3335490" y="2179887"/>
                  </a:lnTo>
                  <a:lnTo>
                    <a:pt x="3335615" y="2179887"/>
                  </a:lnTo>
                  <a:lnTo>
                    <a:pt x="3335740" y="2179887"/>
                  </a:lnTo>
                  <a:lnTo>
                    <a:pt x="3335865" y="2179887"/>
                  </a:lnTo>
                  <a:lnTo>
                    <a:pt x="3335990" y="2179887"/>
                  </a:lnTo>
                  <a:lnTo>
                    <a:pt x="3336115" y="2179887"/>
                  </a:lnTo>
                  <a:lnTo>
                    <a:pt x="3336240" y="2179887"/>
                  </a:lnTo>
                  <a:lnTo>
                    <a:pt x="3336365" y="2179887"/>
                  </a:lnTo>
                  <a:lnTo>
                    <a:pt x="3336490" y="2179887"/>
                  </a:lnTo>
                  <a:lnTo>
                    <a:pt x="3336615" y="2179887"/>
                  </a:lnTo>
                  <a:lnTo>
                    <a:pt x="3336740" y="2179887"/>
                  </a:lnTo>
                  <a:lnTo>
                    <a:pt x="3336865" y="2179887"/>
                  </a:lnTo>
                  <a:lnTo>
                    <a:pt x="3336990" y="2179887"/>
                  </a:lnTo>
                  <a:lnTo>
                    <a:pt x="3337115" y="2179887"/>
                  </a:lnTo>
                  <a:lnTo>
                    <a:pt x="3337240" y="2179887"/>
                  </a:lnTo>
                  <a:lnTo>
                    <a:pt x="3337365" y="2179887"/>
                  </a:lnTo>
                  <a:lnTo>
                    <a:pt x="3337490" y="2179887"/>
                  </a:lnTo>
                  <a:lnTo>
                    <a:pt x="3337615" y="2179887"/>
                  </a:lnTo>
                  <a:lnTo>
                    <a:pt x="3337740" y="2179887"/>
                  </a:lnTo>
                  <a:lnTo>
                    <a:pt x="3337865" y="2179887"/>
                  </a:lnTo>
                  <a:lnTo>
                    <a:pt x="3337990" y="2179887"/>
                  </a:lnTo>
                  <a:lnTo>
                    <a:pt x="3338115" y="2179887"/>
                  </a:lnTo>
                  <a:lnTo>
                    <a:pt x="3338240" y="2179887"/>
                  </a:lnTo>
                  <a:lnTo>
                    <a:pt x="3338366" y="2179887"/>
                  </a:lnTo>
                  <a:lnTo>
                    <a:pt x="3338491" y="2179887"/>
                  </a:lnTo>
                  <a:lnTo>
                    <a:pt x="3338616" y="2179887"/>
                  </a:lnTo>
                  <a:lnTo>
                    <a:pt x="3338741" y="2179887"/>
                  </a:lnTo>
                  <a:lnTo>
                    <a:pt x="3338866" y="2179887"/>
                  </a:lnTo>
                  <a:lnTo>
                    <a:pt x="3338991" y="2179887"/>
                  </a:lnTo>
                  <a:lnTo>
                    <a:pt x="3339116" y="2179887"/>
                  </a:lnTo>
                  <a:lnTo>
                    <a:pt x="3339241" y="2179887"/>
                  </a:lnTo>
                  <a:lnTo>
                    <a:pt x="3339366" y="2179887"/>
                  </a:lnTo>
                  <a:lnTo>
                    <a:pt x="3339491" y="2179887"/>
                  </a:lnTo>
                  <a:lnTo>
                    <a:pt x="3339616" y="2179887"/>
                  </a:lnTo>
                  <a:lnTo>
                    <a:pt x="3339741" y="2179887"/>
                  </a:lnTo>
                  <a:lnTo>
                    <a:pt x="3339866" y="2179887"/>
                  </a:lnTo>
                  <a:lnTo>
                    <a:pt x="3339991" y="2179887"/>
                  </a:lnTo>
                  <a:lnTo>
                    <a:pt x="3340116" y="2179887"/>
                  </a:lnTo>
                  <a:lnTo>
                    <a:pt x="3340241" y="2179887"/>
                  </a:lnTo>
                  <a:lnTo>
                    <a:pt x="3340366" y="2179887"/>
                  </a:lnTo>
                  <a:lnTo>
                    <a:pt x="3340491" y="2179887"/>
                  </a:lnTo>
                  <a:lnTo>
                    <a:pt x="3340616" y="2179887"/>
                  </a:lnTo>
                  <a:lnTo>
                    <a:pt x="3340741" y="2179887"/>
                  </a:lnTo>
                  <a:lnTo>
                    <a:pt x="3340866" y="2179887"/>
                  </a:lnTo>
                  <a:lnTo>
                    <a:pt x="3340991" y="2179887"/>
                  </a:lnTo>
                  <a:lnTo>
                    <a:pt x="3341116" y="2179887"/>
                  </a:lnTo>
                  <a:lnTo>
                    <a:pt x="3341241" y="2179887"/>
                  </a:lnTo>
                  <a:lnTo>
                    <a:pt x="3341367" y="2179887"/>
                  </a:lnTo>
                  <a:lnTo>
                    <a:pt x="3341492" y="2179887"/>
                  </a:lnTo>
                  <a:lnTo>
                    <a:pt x="3341617" y="2179887"/>
                  </a:lnTo>
                  <a:lnTo>
                    <a:pt x="3341742" y="2179887"/>
                  </a:lnTo>
                  <a:lnTo>
                    <a:pt x="3341867" y="2179887"/>
                  </a:lnTo>
                  <a:lnTo>
                    <a:pt x="3341992" y="2179887"/>
                  </a:lnTo>
                  <a:lnTo>
                    <a:pt x="3342117" y="2179887"/>
                  </a:lnTo>
                  <a:lnTo>
                    <a:pt x="3342242" y="2179887"/>
                  </a:lnTo>
                  <a:lnTo>
                    <a:pt x="3342367" y="2179887"/>
                  </a:lnTo>
                  <a:lnTo>
                    <a:pt x="3342492" y="2179887"/>
                  </a:lnTo>
                  <a:lnTo>
                    <a:pt x="3342617" y="2179887"/>
                  </a:lnTo>
                  <a:lnTo>
                    <a:pt x="3342742" y="2179887"/>
                  </a:lnTo>
                  <a:lnTo>
                    <a:pt x="3342867" y="2179887"/>
                  </a:lnTo>
                  <a:lnTo>
                    <a:pt x="3342992" y="2179887"/>
                  </a:lnTo>
                  <a:lnTo>
                    <a:pt x="3343117" y="2179887"/>
                  </a:lnTo>
                  <a:lnTo>
                    <a:pt x="3343242" y="2179887"/>
                  </a:lnTo>
                  <a:lnTo>
                    <a:pt x="3343367" y="2179887"/>
                  </a:lnTo>
                  <a:lnTo>
                    <a:pt x="3343492" y="2179887"/>
                  </a:lnTo>
                  <a:lnTo>
                    <a:pt x="3343617" y="2179887"/>
                  </a:lnTo>
                  <a:lnTo>
                    <a:pt x="3343742" y="2179887"/>
                  </a:lnTo>
                  <a:lnTo>
                    <a:pt x="3343867" y="2179887"/>
                  </a:lnTo>
                  <a:lnTo>
                    <a:pt x="3343992" y="2179887"/>
                  </a:lnTo>
                  <a:lnTo>
                    <a:pt x="3344117" y="2179887"/>
                  </a:lnTo>
                  <a:lnTo>
                    <a:pt x="3344242" y="2179887"/>
                  </a:lnTo>
                  <a:lnTo>
                    <a:pt x="3344368" y="2179887"/>
                  </a:lnTo>
                  <a:lnTo>
                    <a:pt x="3344493" y="2179887"/>
                  </a:lnTo>
                  <a:lnTo>
                    <a:pt x="3344618" y="2179887"/>
                  </a:lnTo>
                  <a:lnTo>
                    <a:pt x="3344743" y="2179887"/>
                  </a:lnTo>
                  <a:lnTo>
                    <a:pt x="3344868" y="2179887"/>
                  </a:lnTo>
                  <a:lnTo>
                    <a:pt x="3344993" y="2179887"/>
                  </a:lnTo>
                  <a:lnTo>
                    <a:pt x="3345118" y="2179887"/>
                  </a:lnTo>
                  <a:lnTo>
                    <a:pt x="3345243" y="2179887"/>
                  </a:lnTo>
                  <a:lnTo>
                    <a:pt x="3345368" y="2179887"/>
                  </a:lnTo>
                  <a:lnTo>
                    <a:pt x="3345493" y="2179887"/>
                  </a:lnTo>
                  <a:lnTo>
                    <a:pt x="3345618" y="2179887"/>
                  </a:lnTo>
                  <a:lnTo>
                    <a:pt x="3345743" y="2179887"/>
                  </a:lnTo>
                  <a:lnTo>
                    <a:pt x="3345868" y="2179887"/>
                  </a:lnTo>
                  <a:lnTo>
                    <a:pt x="3345993" y="2179887"/>
                  </a:lnTo>
                  <a:lnTo>
                    <a:pt x="3346118" y="2179887"/>
                  </a:lnTo>
                  <a:lnTo>
                    <a:pt x="3346243" y="2179887"/>
                  </a:lnTo>
                  <a:lnTo>
                    <a:pt x="3346368" y="2179887"/>
                  </a:lnTo>
                  <a:lnTo>
                    <a:pt x="3346493" y="2179887"/>
                  </a:lnTo>
                  <a:lnTo>
                    <a:pt x="3346618" y="2179887"/>
                  </a:lnTo>
                  <a:lnTo>
                    <a:pt x="3346743" y="2179887"/>
                  </a:lnTo>
                  <a:lnTo>
                    <a:pt x="3346868" y="2179887"/>
                  </a:lnTo>
                  <a:lnTo>
                    <a:pt x="3346993" y="2179887"/>
                  </a:lnTo>
                  <a:lnTo>
                    <a:pt x="3347118" y="2179887"/>
                  </a:lnTo>
                  <a:lnTo>
                    <a:pt x="3347118" y="2169933"/>
                  </a:lnTo>
                  <a:lnTo>
                    <a:pt x="3347243" y="2169933"/>
                  </a:lnTo>
                  <a:lnTo>
                    <a:pt x="3347369" y="2169933"/>
                  </a:lnTo>
                  <a:lnTo>
                    <a:pt x="3347494" y="2169933"/>
                  </a:lnTo>
                  <a:lnTo>
                    <a:pt x="3347619" y="2169933"/>
                  </a:lnTo>
                  <a:lnTo>
                    <a:pt x="3347744" y="2169933"/>
                  </a:lnTo>
                  <a:lnTo>
                    <a:pt x="3347869" y="2169933"/>
                  </a:lnTo>
                  <a:lnTo>
                    <a:pt x="3347994" y="2169933"/>
                  </a:lnTo>
                  <a:lnTo>
                    <a:pt x="3348119" y="2169933"/>
                  </a:lnTo>
                  <a:lnTo>
                    <a:pt x="3348244" y="2169933"/>
                  </a:lnTo>
                  <a:lnTo>
                    <a:pt x="3348369" y="2169933"/>
                  </a:lnTo>
                  <a:lnTo>
                    <a:pt x="3348494" y="2169933"/>
                  </a:lnTo>
                  <a:lnTo>
                    <a:pt x="3348619" y="2169933"/>
                  </a:lnTo>
                  <a:lnTo>
                    <a:pt x="3348744" y="2169933"/>
                  </a:lnTo>
                  <a:lnTo>
                    <a:pt x="3348869" y="2169933"/>
                  </a:lnTo>
                  <a:lnTo>
                    <a:pt x="3348994" y="2169933"/>
                  </a:lnTo>
                  <a:lnTo>
                    <a:pt x="3349119" y="2169933"/>
                  </a:lnTo>
                  <a:lnTo>
                    <a:pt x="3349244" y="2169933"/>
                  </a:lnTo>
                  <a:lnTo>
                    <a:pt x="3349369" y="2169933"/>
                  </a:lnTo>
                  <a:lnTo>
                    <a:pt x="3349494" y="2169933"/>
                  </a:lnTo>
                  <a:lnTo>
                    <a:pt x="3349619" y="2169933"/>
                  </a:lnTo>
                  <a:lnTo>
                    <a:pt x="3349744" y="2169933"/>
                  </a:lnTo>
                  <a:lnTo>
                    <a:pt x="3349869" y="2169933"/>
                  </a:lnTo>
                  <a:lnTo>
                    <a:pt x="3349994" y="2169933"/>
                  </a:lnTo>
                  <a:lnTo>
                    <a:pt x="3350119" y="2169933"/>
                  </a:lnTo>
                  <a:lnTo>
                    <a:pt x="3350244" y="2169933"/>
                  </a:lnTo>
                  <a:lnTo>
                    <a:pt x="3350370" y="2169933"/>
                  </a:lnTo>
                  <a:lnTo>
                    <a:pt x="3350495" y="2169933"/>
                  </a:lnTo>
                  <a:lnTo>
                    <a:pt x="3350620" y="2169933"/>
                  </a:lnTo>
                  <a:lnTo>
                    <a:pt x="3350745" y="2169933"/>
                  </a:lnTo>
                  <a:lnTo>
                    <a:pt x="3350870" y="2169933"/>
                  </a:lnTo>
                  <a:lnTo>
                    <a:pt x="3350995" y="2169933"/>
                  </a:lnTo>
                  <a:lnTo>
                    <a:pt x="3351120" y="2169933"/>
                  </a:lnTo>
                  <a:lnTo>
                    <a:pt x="3351245" y="2169933"/>
                  </a:lnTo>
                  <a:lnTo>
                    <a:pt x="3351370" y="2169933"/>
                  </a:lnTo>
                  <a:lnTo>
                    <a:pt x="3351495" y="2169933"/>
                  </a:lnTo>
                  <a:lnTo>
                    <a:pt x="3351620" y="2169933"/>
                  </a:lnTo>
                  <a:lnTo>
                    <a:pt x="3351745" y="2169933"/>
                  </a:lnTo>
                  <a:lnTo>
                    <a:pt x="3351870" y="2169933"/>
                  </a:lnTo>
                  <a:lnTo>
                    <a:pt x="3351995" y="2169933"/>
                  </a:lnTo>
                  <a:lnTo>
                    <a:pt x="3352120" y="2169933"/>
                  </a:lnTo>
                  <a:lnTo>
                    <a:pt x="3352245" y="2169933"/>
                  </a:lnTo>
                  <a:lnTo>
                    <a:pt x="3352370" y="2169933"/>
                  </a:lnTo>
                  <a:lnTo>
                    <a:pt x="3352495" y="2169933"/>
                  </a:lnTo>
                  <a:lnTo>
                    <a:pt x="3352620" y="2169933"/>
                  </a:lnTo>
                  <a:lnTo>
                    <a:pt x="3352745" y="2169933"/>
                  </a:lnTo>
                  <a:lnTo>
                    <a:pt x="3352870" y="2169933"/>
                  </a:lnTo>
                  <a:lnTo>
                    <a:pt x="3352995" y="2169933"/>
                  </a:lnTo>
                  <a:lnTo>
                    <a:pt x="3353120" y="2169933"/>
                  </a:lnTo>
                  <a:lnTo>
                    <a:pt x="3353245" y="2169933"/>
                  </a:lnTo>
                  <a:lnTo>
                    <a:pt x="3353371" y="2169933"/>
                  </a:lnTo>
                  <a:lnTo>
                    <a:pt x="3353496" y="2169933"/>
                  </a:lnTo>
                  <a:lnTo>
                    <a:pt x="3353621" y="2169933"/>
                  </a:lnTo>
                  <a:lnTo>
                    <a:pt x="3353746" y="2169933"/>
                  </a:lnTo>
                  <a:lnTo>
                    <a:pt x="3353871" y="2169933"/>
                  </a:lnTo>
                  <a:lnTo>
                    <a:pt x="3353996" y="2169933"/>
                  </a:lnTo>
                  <a:lnTo>
                    <a:pt x="3354121" y="2169933"/>
                  </a:lnTo>
                  <a:lnTo>
                    <a:pt x="3354246" y="2169933"/>
                  </a:lnTo>
                  <a:lnTo>
                    <a:pt x="3354371" y="2169933"/>
                  </a:lnTo>
                  <a:lnTo>
                    <a:pt x="3354496" y="2169933"/>
                  </a:lnTo>
                  <a:lnTo>
                    <a:pt x="3354621" y="2169933"/>
                  </a:lnTo>
                  <a:lnTo>
                    <a:pt x="3354746" y="2169933"/>
                  </a:lnTo>
                  <a:lnTo>
                    <a:pt x="3354871" y="2169933"/>
                  </a:lnTo>
                  <a:lnTo>
                    <a:pt x="3354996" y="2169933"/>
                  </a:lnTo>
                  <a:lnTo>
                    <a:pt x="3355121" y="2169933"/>
                  </a:lnTo>
                  <a:lnTo>
                    <a:pt x="3355246" y="2169933"/>
                  </a:lnTo>
                  <a:lnTo>
                    <a:pt x="3355371" y="2169933"/>
                  </a:lnTo>
                  <a:lnTo>
                    <a:pt x="3355496" y="2169933"/>
                  </a:lnTo>
                  <a:lnTo>
                    <a:pt x="3355621" y="2169933"/>
                  </a:lnTo>
                  <a:lnTo>
                    <a:pt x="3355746" y="2169933"/>
                  </a:lnTo>
                  <a:lnTo>
                    <a:pt x="3355871" y="2169933"/>
                  </a:lnTo>
                  <a:lnTo>
                    <a:pt x="3355996" y="2169933"/>
                  </a:lnTo>
                  <a:lnTo>
                    <a:pt x="3356121" y="2169933"/>
                  </a:lnTo>
                  <a:lnTo>
                    <a:pt x="3356246" y="2169933"/>
                  </a:lnTo>
                  <a:lnTo>
                    <a:pt x="3356372" y="2169933"/>
                  </a:lnTo>
                  <a:lnTo>
                    <a:pt x="3356497" y="2169933"/>
                  </a:lnTo>
                  <a:lnTo>
                    <a:pt x="3356622" y="2169933"/>
                  </a:lnTo>
                  <a:lnTo>
                    <a:pt x="3356747" y="2169933"/>
                  </a:lnTo>
                  <a:lnTo>
                    <a:pt x="3356872" y="2169933"/>
                  </a:lnTo>
                  <a:lnTo>
                    <a:pt x="3356997" y="2169933"/>
                  </a:lnTo>
                  <a:lnTo>
                    <a:pt x="3357122" y="2169933"/>
                  </a:lnTo>
                  <a:lnTo>
                    <a:pt x="3357247" y="2169933"/>
                  </a:lnTo>
                  <a:lnTo>
                    <a:pt x="3357247" y="2159979"/>
                  </a:lnTo>
                  <a:lnTo>
                    <a:pt x="3357372" y="2159979"/>
                  </a:lnTo>
                  <a:lnTo>
                    <a:pt x="3357497" y="2159979"/>
                  </a:lnTo>
                  <a:lnTo>
                    <a:pt x="3357622" y="2159979"/>
                  </a:lnTo>
                  <a:lnTo>
                    <a:pt x="3357747" y="2159979"/>
                  </a:lnTo>
                  <a:lnTo>
                    <a:pt x="3357872" y="2159979"/>
                  </a:lnTo>
                  <a:lnTo>
                    <a:pt x="3357997" y="2159979"/>
                  </a:lnTo>
                  <a:lnTo>
                    <a:pt x="3358122" y="2159979"/>
                  </a:lnTo>
                  <a:lnTo>
                    <a:pt x="3358247" y="2159979"/>
                  </a:lnTo>
                  <a:lnTo>
                    <a:pt x="3358372" y="2159979"/>
                  </a:lnTo>
                  <a:lnTo>
                    <a:pt x="3358497" y="2159979"/>
                  </a:lnTo>
                  <a:lnTo>
                    <a:pt x="3358622" y="2159979"/>
                  </a:lnTo>
                  <a:lnTo>
                    <a:pt x="3358747" y="2159979"/>
                  </a:lnTo>
                  <a:lnTo>
                    <a:pt x="3358872" y="2159979"/>
                  </a:lnTo>
                  <a:lnTo>
                    <a:pt x="3358997" y="2159979"/>
                  </a:lnTo>
                  <a:lnTo>
                    <a:pt x="3359122" y="2159979"/>
                  </a:lnTo>
                  <a:lnTo>
                    <a:pt x="3359247" y="2159979"/>
                  </a:lnTo>
                  <a:lnTo>
                    <a:pt x="3359373" y="2159979"/>
                  </a:lnTo>
                  <a:lnTo>
                    <a:pt x="3359498" y="2159979"/>
                  </a:lnTo>
                  <a:lnTo>
                    <a:pt x="3359623" y="2159979"/>
                  </a:lnTo>
                  <a:lnTo>
                    <a:pt x="3359748" y="2159979"/>
                  </a:lnTo>
                  <a:lnTo>
                    <a:pt x="3359873" y="2159979"/>
                  </a:lnTo>
                  <a:lnTo>
                    <a:pt x="3359998" y="2159979"/>
                  </a:lnTo>
                  <a:lnTo>
                    <a:pt x="3360123" y="2159979"/>
                  </a:lnTo>
                  <a:lnTo>
                    <a:pt x="3360248" y="2159979"/>
                  </a:lnTo>
                  <a:lnTo>
                    <a:pt x="3360373" y="2159979"/>
                  </a:lnTo>
                  <a:lnTo>
                    <a:pt x="3360498" y="2159979"/>
                  </a:lnTo>
                  <a:lnTo>
                    <a:pt x="3360623" y="2159979"/>
                  </a:lnTo>
                  <a:lnTo>
                    <a:pt x="3360748" y="2159979"/>
                  </a:lnTo>
                  <a:lnTo>
                    <a:pt x="3360873" y="2159979"/>
                  </a:lnTo>
                  <a:lnTo>
                    <a:pt x="3360998" y="2159979"/>
                  </a:lnTo>
                  <a:lnTo>
                    <a:pt x="3361123" y="2159979"/>
                  </a:lnTo>
                  <a:lnTo>
                    <a:pt x="3361248" y="2159979"/>
                  </a:lnTo>
                  <a:lnTo>
                    <a:pt x="3361373" y="2159979"/>
                  </a:lnTo>
                  <a:lnTo>
                    <a:pt x="3361498" y="2159979"/>
                  </a:lnTo>
                  <a:lnTo>
                    <a:pt x="3361623" y="2159979"/>
                  </a:lnTo>
                  <a:lnTo>
                    <a:pt x="3361748" y="2159979"/>
                  </a:lnTo>
                  <a:lnTo>
                    <a:pt x="3361873" y="2159979"/>
                  </a:lnTo>
                  <a:lnTo>
                    <a:pt x="3361998" y="2159979"/>
                  </a:lnTo>
                  <a:lnTo>
                    <a:pt x="3362123" y="2159979"/>
                  </a:lnTo>
                  <a:lnTo>
                    <a:pt x="3362248" y="2159979"/>
                  </a:lnTo>
                  <a:lnTo>
                    <a:pt x="3362374" y="2159979"/>
                  </a:lnTo>
                  <a:lnTo>
                    <a:pt x="3362499" y="2159979"/>
                  </a:lnTo>
                  <a:lnTo>
                    <a:pt x="3362624" y="2159979"/>
                  </a:lnTo>
                  <a:lnTo>
                    <a:pt x="3362749" y="2159979"/>
                  </a:lnTo>
                  <a:lnTo>
                    <a:pt x="3362874" y="2159979"/>
                  </a:lnTo>
                  <a:lnTo>
                    <a:pt x="3362999" y="2159979"/>
                  </a:lnTo>
                  <a:lnTo>
                    <a:pt x="3363124" y="2159979"/>
                  </a:lnTo>
                  <a:lnTo>
                    <a:pt x="3363249" y="2159979"/>
                  </a:lnTo>
                  <a:lnTo>
                    <a:pt x="3363374" y="2159979"/>
                  </a:lnTo>
                  <a:lnTo>
                    <a:pt x="3363499" y="2159979"/>
                  </a:lnTo>
                  <a:lnTo>
                    <a:pt x="3363624" y="2159979"/>
                  </a:lnTo>
                  <a:lnTo>
                    <a:pt x="3363749" y="2159979"/>
                  </a:lnTo>
                  <a:lnTo>
                    <a:pt x="3363874" y="2159979"/>
                  </a:lnTo>
                  <a:lnTo>
                    <a:pt x="3363999" y="2159979"/>
                  </a:lnTo>
                  <a:lnTo>
                    <a:pt x="3364124" y="2159979"/>
                  </a:lnTo>
                  <a:lnTo>
                    <a:pt x="3364124" y="2150025"/>
                  </a:lnTo>
                  <a:lnTo>
                    <a:pt x="3364249" y="2150025"/>
                  </a:lnTo>
                  <a:lnTo>
                    <a:pt x="3364374" y="2150025"/>
                  </a:lnTo>
                  <a:lnTo>
                    <a:pt x="3364499" y="2150025"/>
                  </a:lnTo>
                  <a:lnTo>
                    <a:pt x="3364624" y="2150025"/>
                  </a:lnTo>
                  <a:lnTo>
                    <a:pt x="3364749" y="2150025"/>
                  </a:lnTo>
                  <a:lnTo>
                    <a:pt x="3364874" y="2150025"/>
                  </a:lnTo>
                  <a:lnTo>
                    <a:pt x="3364999" y="2150025"/>
                  </a:lnTo>
                  <a:lnTo>
                    <a:pt x="3365124" y="2150025"/>
                  </a:lnTo>
                  <a:lnTo>
                    <a:pt x="3365249" y="2150025"/>
                  </a:lnTo>
                  <a:lnTo>
                    <a:pt x="3365375" y="2150025"/>
                  </a:lnTo>
                  <a:lnTo>
                    <a:pt x="3365500" y="2150025"/>
                  </a:lnTo>
                  <a:lnTo>
                    <a:pt x="3365625" y="2150025"/>
                  </a:lnTo>
                  <a:lnTo>
                    <a:pt x="3365750" y="2150025"/>
                  </a:lnTo>
                  <a:lnTo>
                    <a:pt x="3365875" y="2150025"/>
                  </a:lnTo>
                  <a:lnTo>
                    <a:pt x="3366000" y="2150025"/>
                  </a:lnTo>
                  <a:lnTo>
                    <a:pt x="3366125" y="2150025"/>
                  </a:lnTo>
                  <a:lnTo>
                    <a:pt x="3366250" y="2150025"/>
                  </a:lnTo>
                  <a:lnTo>
                    <a:pt x="3366375" y="2150025"/>
                  </a:lnTo>
                  <a:lnTo>
                    <a:pt x="3366500" y="2150025"/>
                  </a:lnTo>
                  <a:lnTo>
                    <a:pt x="3366625" y="2150025"/>
                  </a:lnTo>
                  <a:lnTo>
                    <a:pt x="3366750" y="2150025"/>
                  </a:lnTo>
                  <a:lnTo>
                    <a:pt x="3366875" y="2150025"/>
                  </a:lnTo>
                  <a:lnTo>
                    <a:pt x="3367000" y="2150025"/>
                  </a:lnTo>
                  <a:lnTo>
                    <a:pt x="3367125" y="2150025"/>
                  </a:lnTo>
                  <a:lnTo>
                    <a:pt x="3367250" y="2150025"/>
                  </a:lnTo>
                  <a:lnTo>
                    <a:pt x="3367375" y="2150025"/>
                  </a:lnTo>
                  <a:lnTo>
                    <a:pt x="3367500" y="2150025"/>
                  </a:lnTo>
                  <a:lnTo>
                    <a:pt x="3367625" y="2150025"/>
                  </a:lnTo>
                  <a:lnTo>
                    <a:pt x="3367750" y="2150025"/>
                  </a:lnTo>
                  <a:lnTo>
                    <a:pt x="3367875" y="2150025"/>
                  </a:lnTo>
                  <a:lnTo>
                    <a:pt x="3368000" y="2150025"/>
                  </a:lnTo>
                  <a:lnTo>
                    <a:pt x="3368125" y="2150025"/>
                  </a:lnTo>
                  <a:lnTo>
                    <a:pt x="3368250" y="2150025"/>
                  </a:lnTo>
                  <a:lnTo>
                    <a:pt x="3368376" y="2150025"/>
                  </a:lnTo>
                  <a:lnTo>
                    <a:pt x="3368501" y="2150025"/>
                  </a:lnTo>
                  <a:lnTo>
                    <a:pt x="3368626" y="2150025"/>
                  </a:lnTo>
                  <a:lnTo>
                    <a:pt x="3368751" y="2150025"/>
                  </a:lnTo>
                  <a:lnTo>
                    <a:pt x="3368876" y="2150025"/>
                  </a:lnTo>
                  <a:lnTo>
                    <a:pt x="3369001" y="2150025"/>
                  </a:lnTo>
                  <a:lnTo>
                    <a:pt x="3369126" y="2150025"/>
                  </a:lnTo>
                  <a:lnTo>
                    <a:pt x="3369251" y="2150025"/>
                  </a:lnTo>
                  <a:lnTo>
                    <a:pt x="3369376" y="2150025"/>
                  </a:lnTo>
                  <a:lnTo>
                    <a:pt x="3369501" y="2150025"/>
                  </a:lnTo>
                  <a:lnTo>
                    <a:pt x="3369626" y="2150025"/>
                  </a:lnTo>
                  <a:lnTo>
                    <a:pt x="3369751" y="2150025"/>
                  </a:lnTo>
                  <a:lnTo>
                    <a:pt x="3369876" y="2150025"/>
                  </a:lnTo>
                  <a:lnTo>
                    <a:pt x="3370001" y="2150025"/>
                  </a:lnTo>
                  <a:lnTo>
                    <a:pt x="3370126" y="2150025"/>
                  </a:lnTo>
                  <a:lnTo>
                    <a:pt x="3370251" y="2150025"/>
                  </a:lnTo>
                  <a:lnTo>
                    <a:pt x="3370376" y="2150025"/>
                  </a:lnTo>
                  <a:lnTo>
                    <a:pt x="3370501" y="2150025"/>
                  </a:lnTo>
                  <a:lnTo>
                    <a:pt x="3370626" y="2150025"/>
                  </a:lnTo>
                  <a:lnTo>
                    <a:pt x="3370751" y="2150025"/>
                  </a:lnTo>
                  <a:lnTo>
                    <a:pt x="3370876" y="2150025"/>
                  </a:lnTo>
                  <a:lnTo>
                    <a:pt x="3371001" y="2150025"/>
                  </a:lnTo>
                  <a:lnTo>
                    <a:pt x="3371126" y="2150025"/>
                  </a:lnTo>
                  <a:lnTo>
                    <a:pt x="3371251" y="2150025"/>
                  </a:lnTo>
                  <a:lnTo>
                    <a:pt x="3371377" y="2150025"/>
                  </a:lnTo>
                  <a:lnTo>
                    <a:pt x="3371502" y="2150025"/>
                  </a:lnTo>
                  <a:lnTo>
                    <a:pt x="3371627" y="2150025"/>
                  </a:lnTo>
                  <a:lnTo>
                    <a:pt x="3371752" y="2150025"/>
                  </a:lnTo>
                  <a:lnTo>
                    <a:pt x="3371877" y="2150025"/>
                  </a:lnTo>
                  <a:lnTo>
                    <a:pt x="3372002" y="2150025"/>
                  </a:lnTo>
                  <a:lnTo>
                    <a:pt x="3372127" y="2150025"/>
                  </a:lnTo>
                  <a:lnTo>
                    <a:pt x="3372252" y="2150025"/>
                  </a:lnTo>
                  <a:lnTo>
                    <a:pt x="3372377" y="2150025"/>
                  </a:lnTo>
                  <a:lnTo>
                    <a:pt x="3372502" y="2150025"/>
                  </a:lnTo>
                  <a:lnTo>
                    <a:pt x="3372627" y="2150025"/>
                  </a:lnTo>
                  <a:lnTo>
                    <a:pt x="3372752" y="2150025"/>
                  </a:lnTo>
                  <a:lnTo>
                    <a:pt x="3372877" y="2150025"/>
                  </a:lnTo>
                  <a:lnTo>
                    <a:pt x="3373002" y="2150025"/>
                  </a:lnTo>
                  <a:lnTo>
                    <a:pt x="3373127" y="2150025"/>
                  </a:lnTo>
                  <a:lnTo>
                    <a:pt x="3373252" y="2150025"/>
                  </a:lnTo>
                  <a:lnTo>
                    <a:pt x="3373377" y="2150025"/>
                  </a:lnTo>
                  <a:lnTo>
                    <a:pt x="3373502" y="2150025"/>
                  </a:lnTo>
                  <a:lnTo>
                    <a:pt x="3373627" y="2150025"/>
                  </a:lnTo>
                  <a:lnTo>
                    <a:pt x="3373752" y="2150025"/>
                  </a:lnTo>
                  <a:lnTo>
                    <a:pt x="3373877" y="2150025"/>
                  </a:lnTo>
                  <a:lnTo>
                    <a:pt x="3374002" y="2150025"/>
                  </a:lnTo>
                  <a:lnTo>
                    <a:pt x="3374127" y="2150025"/>
                  </a:lnTo>
                  <a:lnTo>
                    <a:pt x="3374252" y="2150025"/>
                  </a:lnTo>
                  <a:lnTo>
                    <a:pt x="3374378" y="2150025"/>
                  </a:lnTo>
                  <a:lnTo>
                    <a:pt x="3374503" y="2150025"/>
                  </a:lnTo>
                  <a:lnTo>
                    <a:pt x="3374628" y="2150025"/>
                  </a:lnTo>
                  <a:lnTo>
                    <a:pt x="3374753" y="2150025"/>
                  </a:lnTo>
                  <a:lnTo>
                    <a:pt x="3374878" y="2150025"/>
                  </a:lnTo>
                  <a:lnTo>
                    <a:pt x="3375003" y="2150025"/>
                  </a:lnTo>
                  <a:lnTo>
                    <a:pt x="3375128" y="2150025"/>
                  </a:lnTo>
                  <a:lnTo>
                    <a:pt x="3375253" y="2150025"/>
                  </a:lnTo>
                  <a:lnTo>
                    <a:pt x="3375378" y="2150025"/>
                  </a:lnTo>
                  <a:lnTo>
                    <a:pt x="3375503" y="2150025"/>
                  </a:lnTo>
                  <a:lnTo>
                    <a:pt x="3375628" y="2150025"/>
                  </a:lnTo>
                  <a:lnTo>
                    <a:pt x="3375753" y="2150025"/>
                  </a:lnTo>
                  <a:lnTo>
                    <a:pt x="3375878" y="2150025"/>
                  </a:lnTo>
                  <a:lnTo>
                    <a:pt x="3376003" y="2150025"/>
                  </a:lnTo>
                  <a:lnTo>
                    <a:pt x="3376128" y="2150025"/>
                  </a:lnTo>
                  <a:lnTo>
                    <a:pt x="3376253" y="2150025"/>
                  </a:lnTo>
                  <a:lnTo>
                    <a:pt x="3376378" y="2150025"/>
                  </a:lnTo>
                  <a:lnTo>
                    <a:pt x="3376503" y="2150025"/>
                  </a:lnTo>
                  <a:lnTo>
                    <a:pt x="3376628" y="2150025"/>
                  </a:lnTo>
                  <a:lnTo>
                    <a:pt x="3376753" y="2150025"/>
                  </a:lnTo>
                  <a:lnTo>
                    <a:pt x="3376878" y="2150025"/>
                  </a:lnTo>
                  <a:lnTo>
                    <a:pt x="3377003" y="2150025"/>
                  </a:lnTo>
                  <a:lnTo>
                    <a:pt x="3377128" y="2150025"/>
                  </a:lnTo>
                  <a:lnTo>
                    <a:pt x="3377254" y="2150025"/>
                  </a:lnTo>
                  <a:lnTo>
                    <a:pt x="3377379" y="2150025"/>
                  </a:lnTo>
                  <a:lnTo>
                    <a:pt x="3377504" y="2150025"/>
                  </a:lnTo>
                  <a:lnTo>
                    <a:pt x="3377629" y="2150025"/>
                  </a:lnTo>
                  <a:lnTo>
                    <a:pt x="3377754" y="2150025"/>
                  </a:lnTo>
                  <a:lnTo>
                    <a:pt x="3377879" y="2150025"/>
                  </a:lnTo>
                  <a:lnTo>
                    <a:pt x="3378004" y="2150025"/>
                  </a:lnTo>
                  <a:lnTo>
                    <a:pt x="3378129" y="2150025"/>
                  </a:lnTo>
                  <a:lnTo>
                    <a:pt x="3378254" y="2150025"/>
                  </a:lnTo>
                  <a:lnTo>
                    <a:pt x="3378379" y="2150025"/>
                  </a:lnTo>
                  <a:lnTo>
                    <a:pt x="3378504" y="2150025"/>
                  </a:lnTo>
                  <a:lnTo>
                    <a:pt x="3378629" y="2150025"/>
                  </a:lnTo>
                  <a:lnTo>
                    <a:pt x="3378754" y="2150025"/>
                  </a:lnTo>
                  <a:lnTo>
                    <a:pt x="3378879" y="2150025"/>
                  </a:lnTo>
                  <a:lnTo>
                    <a:pt x="3379004" y="2150025"/>
                  </a:lnTo>
                  <a:lnTo>
                    <a:pt x="3379129" y="2150025"/>
                  </a:lnTo>
                  <a:lnTo>
                    <a:pt x="3379254" y="2150025"/>
                  </a:lnTo>
                  <a:lnTo>
                    <a:pt x="3379379" y="2150025"/>
                  </a:lnTo>
                  <a:lnTo>
                    <a:pt x="3379504" y="2150025"/>
                  </a:lnTo>
                  <a:lnTo>
                    <a:pt x="3379629" y="2150025"/>
                  </a:lnTo>
                  <a:lnTo>
                    <a:pt x="3379754" y="2150025"/>
                  </a:lnTo>
                  <a:lnTo>
                    <a:pt x="3379879" y="2150025"/>
                  </a:lnTo>
                  <a:lnTo>
                    <a:pt x="3380004" y="2150025"/>
                  </a:lnTo>
                  <a:lnTo>
                    <a:pt x="3380129" y="2150025"/>
                  </a:lnTo>
                  <a:lnTo>
                    <a:pt x="3380255" y="2150025"/>
                  </a:lnTo>
                  <a:lnTo>
                    <a:pt x="3380380" y="2150025"/>
                  </a:lnTo>
                  <a:lnTo>
                    <a:pt x="3380505" y="2150025"/>
                  </a:lnTo>
                  <a:lnTo>
                    <a:pt x="3380630" y="2150025"/>
                  </a:lnTo>
                  <a:lnTo>
                    <a:pt x="3380755" y="2150025"/>
                  </a:lnTo>
                  <a:lnTo>
                    <a:pt x="3380880" y="2150025"/>
                  </a:lnTo>
                  <a:lnTo>
                    <a:pt x="3381005" y="2150025"/>
                  </a:lnTo>
                  <a:lnTo>
                    <a:pt x="3381130" y="2150025"/>
                  </a:lnTo>
                  <a:lnTo>
                    <a:pt x="3381255" y="2150025"/>
                  </a:lnTo>
                  <a:lnTo>
                    <a:pt x="3381380" y="2150025"/>
                  </a:lnTo>
                  <a:lnTo>
                    <a:pt x="3381505" y="2150025"/>
                  </a:lnTo>
                  <a:lnTo>
                    <a:pt x="3381630" y="2150025"/>
                  </a:lnTo>
                  <a:lnTo>
                    <a:pt x="3381755" y="2150025"/>
                  </a:lnTo>
                  <a:lnTo>
                    <a:pt x="3381880" y="2150025"/>
                  </a:lnTo>
                  <a:lnTo>
                    <a:pt x="3382005" y="2150025"/>
                  </a:lnTo>
                  <a:lnTo>
                    <a:pt x="3382130" y="2150025"/>
                  </a:lnTo>
                  <a:lnTo>
                    <a:pt x="3382255" y="2150025"/>
                  </a:lnTo>
                  <a:lnTo>
                    <a:pt x="3382380" y="2150025"/>
                  </a:lnTo>
                  <a:lnTo>
                    <a:pt x="3382505" y="2150025"/>
                  </a:lnTo>
                  <a:lnTo>
                    <a:pt x="3382630" y="2150025"/>
                  </a:lnTo>
                  <a:lnTo>
                    <a:pt x="3382755" y="2150025"/>
                  </a:lnTo>
                  <a:lnTo>
                    <a:pt x="3382880" y="2150025"/>
                  </a:lnTo>
                  <a:lnTo>
                    <a:pt x="3383005" y="2150025"/>
                  </a:lnTo>
                  <a:lnTo>
                    <a:pt x="3383130" y="2150025"/>
                  </a:lnTo>
                  <a:lnTo>
                    <a:pt x="3383256" y="2150025"/>
                  </a:lnTo>
                  <a:lnTo>
                    <a:pt x="3383381" y="2150025"/>
                  </a:lnTo>
                  <a:lnTo>
                    <a:pt x="3383506" y="2150025"/>
                  </a:lnTo>
                  <a:lnTo>
                    <a:pt x="3383631" y="2150025"/>
                  </a:lnTo>
                  <a:lnTo>
                    <a:pt x="3383756" y="2150025"/>
                  </a:lnTo>
                  <a:lnTo>
                    <a:pt x="3383881" y="2150025"/>
                  </a:lnTo>
                  <a:lnTo>
                    <a:pt x="3384006" y="2150025"/>
                  </a:lnTo>
                  <a:lnTo>
                    <a:pt x="3384131" y="2150025"/>
                  </a:lnTo>
                  <a:lnTo>
                    <a:pt x="3384256" y="2150025"/>
                  </a:lnTo>
                  <a:lnTo>
                    <a:pt x="3384381" y="2150025"/>
                  </a:lnTo>
                  <a:lnTo>
                    <a:pt x="3384506" y="2150025"/>
                  </a:lnTo>
                  <a:lnTo>
                    <a:pt x="3384631" y="2150025"/>
                  </a:lnTo>
                  <a:lnTo>
                    <a:pt x="3384756" y="2150025"/>
                  </a:lnTo>
                  <a:lnTo>
                    <a:pt x="3384881" y="2150025"/>
                  </a:lnTo>
                  <a:lnTo>
                    <a:pt x="3385006" y="2150025"/>
                  </a:lnTo>
                  <a:lnTo>
                    <a:pt x="3385131" y="2150025"/>
                  </a:lnTo>
                  <a:lnTo>
                    <a:pt x="3385256" y="2150025"/>
                  </a:lnTo>
                  <a:lnTo>
                    <a:pt x="3385381" y="2150025"/>
                  </a:lnTo>
                  <a:lnTo>
                    <a:pt x="3385506" y="2150025"/>
                  </a:lnTo>
                  <a:lnTo>
                    <a:pt x="3385631" y="2150025"/>
                  </a:lnTo>
                  <a:lnTo>
                    <a:pt x="3385756" y="2150025"/>
                  </a:lnTo>
                  <a:lnTo>
                    <a:pt x="3385881" y="2150025"/>
                  </a:lnTo>
                  <a:lnTo>
                    <a:pt x="3386006" y="2150025"/>
                  </a:lnTo>
                  <a:lnTo>
                    <a:pt x="3386131" y="2150025"/>
                  </a:lnTo>
                  <a:lnTo>
                    <a:pt x="3386257" y="2150025"/>
                  </a:lnTo>
                  <a:lnTo>
                    <a:pt x="3386382" y="2150025"/>
                  </a:lnTo>
                  <a:lnTo>
                    <a:pt x="3386382" y="2140071"/>
                  </a:lnTo>
                  <a:lnTo>
                    <a:pt x="3386507" y="2140071"/>
                  </a:lnTo>
                  <a:lnTo>
                    <a:pt x="3386632" y="2140071"/>
                  </a:lnTo>
                  <a:lnTo>
                    <a:pt x="3386757" y="2140071"/>
                  </a:lnTo>
                  <a:lnTo>
                    <a:pt x="3386882" y="2140071"/>
                  </a:lnTo>
                  <a:lnTo>
                    <a:pt x="3387007" y="2140071"/>
                  </a:lnTo>
                  <a:lnTo>
                    <a:pt x="3387132" y="2140071"/>
                  </a:lnTo>
                  <a:lnTo>
                    <a:pt x="3387257" y="2140071"/>
                  </a:lnTo>
                  <a:lnTo>
                    <a:pt x="3387382" y="2140071"/>
                  </a:lnTo>
                  <a:lnTo>
                    <a:pt x="3387507" y="2140071"/>
                  </a:lnTo>
                  <a:lnTo>
                    <a:pt x="3387632" y="2140071"/>
                  </a:lnTo>
                  <a:lnTo>
                    <a:pt x="3387757" y="2140071"/>
                  </a:lnTo>
                  <a:lnTo>
                    <a:pt x="3387882" y="2140071"/>
                  </a:lnTo>
                  <a:lnTo>
                    <a:pt x="3388007" y="2140071"/>
                  </a:lnTo>
                  <a:lnTo>
                    <a:pt x="3388132" y="2140071"/>
                  </a:lnTo>
                  <a:lnTo>
                    <a:pt x="3388257" y="2140071"/>
                  </a:lnTo>
                  <a:lnTo>
                    <a:pt x="3388382" y="2140071"/>
                  </a:lnTo>
                  <a:lnTo>
                    <a:pt x="3388507" y="2140071"/>
                  </a:lnTo>
                  <a:lnTo>
                    <a:pt x="3388632" y="2140071"/>
                  </a:lnTo>
                  <a:lnTo>
                    <a:pt x="3388757" y="2140071"/>
                  </a:lnTo>
                  <a:lnTo>
                    <a:pt x="3388882" y="2140071"/>
                  </a:lnTo>
                  <a:lnTo>
                    <a:pt x="3389007" y="2140071"/>
                  </a:lnTo>
                  <a:lnTo>
                    <a:pt x="3389132" y="2140071"/>
                  </a:lnTo>
                  <a:lnTo>
                    <a:pt x="3389258" y="2140071"/>
                  </a:lnTo>
                  <a:lnTo>
                    <a:pt x="3389383" y="2140071"/>
                  </a:lnTo>
                  <a:lnTo>
                    <a:pt x="3389508" y="2140071"/>
                  </a:lnTo>
                  <a:lnTo>
                    <a:pt x="3389633" y="2140071"/>
                  </a:lnTo>
                  <a:lnTo>
                    <a:pt x="3389758" y="2140071"/>
                  </a:lnTo>
                  <a:lnTo>
                    <a:pt x="3389883" y="2140071"/>
                  </a:lnTo>
                  <a:lnTo>
                    <a:pt x="3390008" y="2140071"/>
                  </a:lnTo>
                  <a:lnTo>
                    <a:pt x="3390133" y="2140071"/>
                  </a:lnTo>
                  <a:lnTo>
                    <a:pt x="3390258" y="2140071"/>
                  </a:lnTo>
                  <a:lnTo>
                    <a:pt x="3390258" y="2130118"/>
                  </a:lnTo>
                  <a:lnTo>
                    <a:pt x="3390383" y="2130118"/>
                  </a:lnTo>
                  <a:lnTo>
                    <a:pt x="3390508" y="2130118"/>
                  </a:lnTo>
                  <a:lnTo>
                    <a:pt x="3390633" y="2130118"/>
                  </a:lnTo>
                  <a:lnTo>
                    <a:pt x="3390758" y="2130118"/>
                  </a:lnTo>
                  <a:lnTo>
                    <a:pt x="3390883" y="2130118"/>
                  </a:lnTo>
                  <a:lnTo>
                    <a:pt x="3391008" y="2130118"/>
                  </a:lnTo>
                  <a:lnTo>
                    <a:pt x="3391133" y="2130118"/>
                  </a:lnTo>
                  <a:lnTo>
                    <a:pt x="3391258" y="2130118"/>
                  </a:lnTo>
                  <a:lnTo>
                    <a:pt x="3391383" y="2130118"/>
                  </a:lnTo>
                  <a:lnTo>
                    <a:pt x="3391508" y="2130118"/>
                  </a:lnTo>
                  <a:lnTo>
                    <a:pt x="3391633" y="2130118"/>
                  </a:lnTo>
                  <a:lnTo>
                    <a:pt x="3391758" y="2130118"/>
                  </a:lnTo>
                  <a:lnTo>
                    <a:pt x="3391883" y="2130118"/>
                  </a:lnTo>
                  <a:lnTo>
                    <a:pt x="3392008" y="2130118"/>
                  </a:lnTo>
                  <a:lnTo>
                    <a:pt x="3392133" y="2130118"/>
                  </a:lnTo>
                  <a:lnTo>
                    <a:pt x="3392259" y="2130118"/>
                  </a:lnTo>
                  <a:lnTo>
                    <a:pt x="3392384" y="2130118"/>
                  </a:lnTo>
                  <a:lnTo>
                    <a:pt x="3392509" y="2130118"/>
                  </a:lnTo>
                  <a:lnTo>
                    <a:pt x="3392634" y="2130118"/>
                  </a:lnTo>
                  <a:lnTo>
                    <a:pt x="3392759" y="2130118"/>
                  </a:lnTo>
                  <a:lnTo>
                    <a:pt x="3392884" y="2130118"/>
                  </a:lnTo>
                  <a:lnTo>
                    <a:pt x="3393009" y="2130118"/>
                  </a:lnTo>
                  <a:lnTo>
                    <a:pt x="3393134" y="2130118"/>
                  </a:lnTo>
                  <a:lnTo>
                    <a:pt x="3393259" y="2130118"/>
                  </a:lnTo>
                  <a:lnTo>
                    <a:pt x="3393384" y="2130118"/>
                  </a:lnTo>
                  <a:lnTo>
                    <a:pt x="3393509" y="2130118"/>
                  </a:lnTo>
                  <a:lnTo>
                    <a:pt x="3393634" y="2130118"/>
                  </a:lnTo>
                  <a:lnTo>
                    <a:pt x="3393759" y="2130118"/>
                  </a:lnTo>
                  <a:lnTo>
                    <a:pt x="3393884" y="2130118"/>
                  </a:lnTo>
                  <a:lnTo>
                    <a:pt x="3394009" y="2130118"/>
                  </a:lnTo>
                  <a:lnTo>
                    <a:pt x="3394134" y="2130118"/>
                  </a:lnTo>
                  <a:lnTo>
                    <a:pt x="3394259" y="2130118"/>
                  </a:lnTo>
                  <a:lnTo>
                    <a:pt x="3394384" y="2130118"/>
                  </a:lnTo>
                  <a:lnTo>
                    <a:pt x="3394509" y="2130118"/>
                  </a:lnTo>
                  <a:lnTo>
                    <a:pt x="3394634" y="2130118"/>
                  </a:lnTo>
                  <a:lnTo>
                    <a:pt x="3394759" y="2130118"/>
                  </a:lnTo>
                  <a:lnTo>
                    <a:pt x="3394884" y="2130118"/>
                  </a:lnTo>
                  <a:lnTo>
                    <a:pt x="3395009" y="2130118"/>
                  </a:lnTo>
                  <a:lnTo>
                    <a:pt x="3395134" y="2130118"/>
                  </a:lnTo>
                  <a:lnTo>
                    <a:pt x="3395260" y="2130118"/>
                  </a:lnTo>
                  <a:lnTo>
                    <a:pt x="3395385" y="2130118"/>
                  </a:lnTo>
                  <a:lnTo>
                    <a:pt x="3395510" y="2130118"/>
                  </a:lnTo>
                  <a:lnTo>
                    <a:pt x="3395635" y="2130118"/>
                  </a:lnTo>
                  <a:lnTo>
                    <a:pt x="3395760" y="2130118"/>
                  </a:lnTo>
                  <a:lnTo>
                    <a:pt x="3395885" y="2130118"/>
                  </a:lnTo>
                  <a:lnTo>
                    <a:pt x="3396010" y="2130118"/>
                  </a:lnTo>
                  <a:lnTo>
                    <a:pt x="3396135" y="2130118"/>
                  </a:lnTo>
                  <a:lnTo>
                    <a:pt x="3396260" y="2130118"/>
                  </a:lnTo>
                  <a:lnTo>
                    <a:pt x="3396385" y="2130118"/>
                  </a:lnTo>
                  <a:lnTo>
                    <a:pt x="3396510" y="2130118"/>
                  </a:lnTo>
                  <a:lnTo>
                    <a:pt x="3396635" y="2130118"/>
                  </a:lnTo>
                  <a:lnTo>
                    <a:pt x="3396760" y="2130118"/>
                  </a:lnTo>
                  <a:lnTo>
                    <a:pt x="3396885" y="2130118"/>
                  </a:lnTo>
                  <a:lnTo>
                    <a:pt x="3397010" y="2130118"/>
                  </a:lnTo>
                  <a:lnTo>
                    <a:pt x="3397135" y="2130118"/>
                  </a:lnTo>
                  <a:lnTo>
                    <a:pt x="3397260" y="2130118"/>
                  </a:lnTo>
                  <a:lnTo>
                    <a:pt x="3397385" y="2130118"/>
                  </a:lnTo>
                  <a:lnTo>
                    <a:pt x="3397510" y="2130118"/>
                  </a:lnTo>
                  <a:lnTo>
                    <a:pt x="3397635" y="2130118"/>
                  </a:lnTo>
                  <a:lnTo>
                    <a:pt x="3397760" y="2130118"/>
                  </a:lnTo>
                  <a:lnTo>
                    <a:pt x="3397885" y="2130118"/>
                  </a:lnTo>
                  <a:lnTo>
                    <a:pt x="3398010" y="2130118"/>
                  </a:lnTo>
                  <a:lnTo>
                    <a:pt x="3398135" y="2130118"/>
                  </a:lnTo>
                  <a:lnTo>
                    <a:pt x="3398261" y="2130118"/>
                  </a:lnTo>
                  <a:lnTo>
                    <a:pt x="3398386" y="2130118"/>
                  </a:lnTo>
                  <a:lnTo>
                    <a:pt x="3398511" y="2130118"/>
                  </a:lnTo>
                  <a:lnTo>
                    <a:pt x="3398636" y="2130118"/>
                  </a:lnTo>
                  <a:lnTo>
                    <a:pt x="3398761" y="2130118"/>
                  </a:lnTo>
                  <a:lnTo>
                    <a:pt x="3398886" y="2130118"/>
                  </a:lnTo>
                  <a:lnTo>
                    <a:pt x="3399011" y="2130118"/>
                  </a:lnTo>
                  <a:lnTo>
                    <a:pt x="3399136" y="2130118"/>
                  </a:lnTo>
                  <a:lnTo>
                    <a:pt x="3399261" y="2130118"/>
                  </a:lnTo>
                  <a:lnTo>
                    <a:pt x="3399386" y="2130118"/>
                  </a:lnTo>
                  <a:lnTo>
                    <a:pt x="3399511" y="2130118"/>
                  </a:lnTo>
                  <a:lnTo>
                    <a:pt x="3399636" y="2130118"/>
                  </a:lnTo>
                  <a:lnTo>
                    <a:pt x="3399761" y="2130118"/>
                  </a:lnTo>
                  <a:lnTo>
                    <a:pt x="3399886" y="2130118"/>
                  </a:lnTo>
                  <a:lnTo>
                    <a:pt x="3400011" y="2130118"/>
                  </a:lnTo>
                  <a:lnTo>
                    <a:pt x="3400136" y="2130118"/>
                  </a:lnTo>
                  <a:lnTo>
                    <a:pt x="3400261" y="2130118"/>
                  </a:lnTo>
                  <a:lnTo>
                    <a:pt x="3400386" y="2130118"/>
                  </a:lnTo>
                  <a:lnTo>
                    <a:pt x="3400511" y="2130118"/>
                  </a:lnTo>
                  <a:lnTo>
                    <a:pt x="3400636" y="2130118"/>
                  </a:lnTo>
                  <a:lnTo>
                    <a:pt x="3400761" y="2130118"/>
                  </a:lnTo>
                  <a:lnTo>
                    <a:pt x="3400886" y="2130118"/>
                  </a:lnTo>
                  <a:lnTo>
                    <a:pt x="3401011" y="2130118"/>
                  </a:lnTo>
                  <a:lnTo>
                    <a:pt x="3401136" y="2130118"/>
                  </a:lnTo>
                  <a:lnTo>
                    <a:pt x="3401262" y="2130118"/>
                  </a:lnTo>
                  <a:lnTo>
                    <a:pt x="3401387" y="2130118"/>
                  </a:lnTo>
                  <a:lnTo>
                    <a:pt x="3401512" y="2130118"/>
                  </a:lnTo>
                  <a:lnTo>
                    <a:pt x="3401637" y="2130118"/>
                  </a:lnTo>
                  <a:lnTo>
                    <a:pt x="3401762" y="2130118"/>
                  </a:lnTo>
                  <a:lnTo>
                    <a:pt x="3401887" y="2130118"/>
                  </a:lnTo>
                  <a:lnTo>
                    <a:pt x="3402012" y="2130118"/>
                  </a:lnTo>
                  <a:lnTo>
                    <a:pt x="3402137" y="2130118"/>
                  </a:lnTo>
                  <a:lnTo>
                    <a:pt x="3402262" y="2130118"/>
                  </a:lnTo>
                  <a:lnTo>
                    <a:pt x="3402387" y="2130118"/>
                  </a:lnTo>
                  <a:lnTo>
                    <a:pt x="3402512" y="2130118"/>
                  </a:lnTo>
                  <a:lnTo>
                    <a:pt x="3402637" y="2130118"/>
                  </a:lnTo>
                  <a:lnTo>
                    <a:pt x="3402762" y="2130118"/>
                  </a:lnTo>
                  <a:lnTo>
                    <a:pt x="3402887" y="2130118"/>
                  </a:lnTo>
                  <a:lnTo>
                    <a:pt x="3403012" y="2130118"/>
                  </a:lnTo>
                  <a:lnTo>
                    <a:pt x="3403137" y="2130118"/>
                  </a:lnTo>
                  <a:lnTo>
                    <a:pt x="3403262" y="2130118"/>
                  </a:lnTo>
                  <a:lnTo>
                    <a:pt x="3403387" y="2130118"/>
                  </a:lnTo>
                  <a:lnTo>
                    <a:pt x="3403512" y="2130118"/>
                  </a:lnTo>
                  <a:lnTo>
                    <a:pt x="3403637" y="2130118"/>
                  </a:lnTo>
                  <a:lnTo>
                    <a:pt x="3403762" y="2130118"/>
                  </a:lnTo>
                  <a:lnTo>
                    <a:pt x="3403887" y="2130118"/>
                  </a:lnTo>
                  <a:lnTo>
                    <a:pt x="3404012" y="2130118"/>
                  </a:lnTo>
                  <a:lnTo>
                    <a:pt x="3404137" y="2130118"/>
                  </a:lnTo>
                  <a:lnTo>
                    <a:pt x="3404263" y="2130118"/>
                  </a:lnTo>
                  <a:lnTo>
                    <a:pt x="3404388" y="2130118"/>
                  </a:lnTo>
                  <a:lnTo>
                    <a:pt x="3404513" y="2130118"/>
                  </a:lnTo>
                  <a:lnTo>
                    <a:pt x="3404638" y="2130118"/>
                  </a:lnTo>
                  <a:lnTo>
                    <a:pt x="3404763" y="2130118"/>
                  </a:lnTo>
                  <a:lnTo>
                    <a:pt x="3404888" y="2130118"/>
                  </a:lnTo>
                  <a:lnTo>
                    <a:pt x="3405013" y="2130118"/>
                  </a:lnTo>
                  <a:lnTo>
                    <a:pt x="3405138" y="2130118"/>
                  </a:lnTo>
                  <a:lnTo>
                    <a:pt x="3405263" y="2130118"/>
                  </a:lnTo>
                  <a:lnTo>
                    <a:pt x="3405388" y="2130118"/>
                  </a:lnTo>
                  <a:lnTo>
                    <a:pt x="3405513" y="2130118"/>
                  </a:lnTo>
                  <a:lnTo>
                    <a:pt x="3405638" y="2130118"/>
                  </a:lnTo>
                  <a:lnTo>
                    <a:pt x="3405763" y="2130118"/>
                  </a:lnTo>
                  <a:lnTo>
                    <a:pt x="3405888" y="2130118"/>
                  </a:lnTo>
                  <a:lnTo>
                    <a:pt x="3406013" y="2130118"/>
                  </a:lnTo>
                  <a:lnTo>
                    <a:pt x="3406138" y="2130118"/>
                  </a:lnTo>
                  <a:lnTo>
                    <a:pt x="3406263" y="2130118"/>
                  </a:lnTo>
                  <a:lnTo>
                    <a:pt x="3406388" y="2130118"/>
                  </a:lnTo>
                  <a:lnTo>
                    <a:pt x="3406513" y="2130118"/>
                  </a:lnTo>
                  <a:lnTo>
                    <a:pt x="3406638" y="2130118"/>
                  </a:lnTo>
                  <a:lnTo>
                    <a:pt x="3406763" y="2130118"/>
                  </a:lnTo>
                  <a:lnTo>
                    <a:pt x="3406888" y="2130118"/>
                  </a:lnTo>
                  <a:lnTo>
                    <a:pt x="3407013" y="2130118"/>
                  </a:lnTo>
                  <a:lnTo>
                    <a:pt x="3407138" y="2130118"/>
                  </a:lnTo>
                  <a:lnTo>
                    <a:pt x="3407264" y="2130118"/>
                  </a:lnTo>
                  <a:lnTo>
                    <a:pt x="3407389" y="2130118"/>
                  </a:lnTo>
                  <a:lnTo>
                    <a:pt x="3407514" y="2130118"/>
                  </a:lnTo>
                  <a:lnTo>
                    <a:pt x="3407639" y="2130118"/>
                  </a:lnTo>
                  <a:lnTo>
                    <a:pt x="3407764" y="2130118"/>
                  </a:lnTo>
                  <a:lnTo>
                    <a:pt x="3407889" y="2130118"/>
                  </a:lnTo>
                  <a:lnTo>
                    <a:pt x="3408014" y="2130118"/>
                  </a:lnTo>
                  <a:lnTo>
                    <a:pt x="3408139" y="2130118"/>
                  </a:lnTo>
                  <a:lnTo>
                    <a:pt x="3408264" y="2130118"/>
                  </a:lnTo>
                  <a:lnTo>
                    <a:pt x="3408389" y="2130118"/>
                  </a:lnTo>
                  <a:lnTo>
                    <a:pt x="3408514" y="2130118"/>
                  </a:lnTo>
                  <a:lnTo>
                    <a:pt x="3408639" y="2130118"/>
                  </a:lnTo>
                  <a:lnTo>
                    <a:pt x="3408764" y="2130118"/>
                  </a:lnTo>
                  <a:lnTo>
                    <a:pt x="3408889" y="2130118"/>
                  </a:lnTo>
                  <a:lnTo>
                    <a:pt x="3409014" y="2130118"/>
                  </a:lnTo>
                  <a:lnTo>
                    <a:pt x="3409139" y="2130118"/>
                  </a:lnTo>
                  <a:lnTo>
                    <a:pt x="3409264" y="2130118"/>
                  </a:lnTo>
                  <a:lnTo>
                    <a:pt x="3409389" y="2130118"/>
                  </a:lnTo>
                  <a:lnTo>
                    <a:pt x="3409514" y="2130118"/>
                  </a:lnTo>
                  <a:lnTo>
                    <a:pt x="3409639" y="2130118"/>
                  </a:lnTo>
                  <a:lnTo>
                    <a:pt x="3409764" y="2130118"/>
                  </a:lnTo>
                  <a:lnTo>
                    <a:pt x="3409889" y="2130118"/>
                  </a:lnTo>
                  <a:lnTo>
                    <a:pt x="3410014" y="2130118"/>
                  </a:lnTo>
                  <a:lnTo>
                    <a:pt x="3410139" y="2130118"/>
                  </a:lnTo>
                  <a:lnTo>
                    <a:pt x="3410265" y="2130118"/>
                  </a:lnTo>
                  <a:lnTo>
                    <a:pt x="3410390" y="2130118"/>
                  </a:lnTo>
                  <a:lnTo>
                    <a:pt x="3410515" y="2130118"/>
                  </a:lnTo>
                  <a:lnTo>
                    <a:pt x="3410640" y="2130118"/>
                  </a:lnTo>
                  <a:lnTo>
                    <a:pt x="3410765" y="2130118"/>
                  </a:lnTo>
                  <a:lnTo>
                    <a:pt x="3410890" y="2130118"/>
                  </a:lnTo>
                  <a:lnTo>
                    <a:pt x="3411015" y="2130118"/>
                  </a:lnTo>
                  <a:lnTo>
                    <a:pt x="3411140" y="2130118"/>
                  </a:lnTo>
                  <a:lnTo>
                    <a:pt x="3411265" y="2130118"/>
                  </a:lnTo>
                  <a:lnTo>
                    <a:pt x="3411390" y="2130118"/>
                  </a:lnTo>
                  <a:lnTo>
                    <a:pt x="3411515" y="2130118"/>
                  </a:lnTo>
                  <a:lnTo>
                    <a:pt x="3411640" y="2130118"/>
                  </a:lnTo>
                  <a:lnTo>
                    <a:pt x="3411765" y="2130118"/>
                  </a:lnTo>
                  <a:lnTo>
                    <a:pt x="3411890" y="2130118"/>
                  </a:lnTo>
                  <a:lnTo>
                    <a:pt x="3412015" y="2130118"/>
                  </a:lnTo>
                  <a:lnTo>
                    <a:pt x="3412140" y="2130118"/>
                  </a:lnTo>
                  <a:lnTo>
                    <a:pt x="3412265" y="2130118"/>
                  </a:lnTo>
                  <a:lnTo>
                    <a:pt x="3412390" y="2130118"/>
                  </a:lnTo>
                  <a:lnTo>
                    <a:pt x="3412515" y="2130118"/>
                  </a:lnTo>
                  <a:lnTo>
                    <a:pt x="3412640" y="2130118"/>
                  </a:lnTo>
                  <a:lnTo>
                    <a:pt x="3412765" y="2130118"/>
                  </a:lnTo>
                  <a:lnTo>
                    <a:pt x="3412890" y="2130118"/>
                  </a:lnTo>
                  <a:lnTo>
                    <a:pt x="3413015" y="2130118"/>
                  </a:lnTo>
                  <a:lnTo>
                    <a:pt x="3413140" y="2130118"/>
                  </a:lnTo>
                  <a:lnTo>
                    <a:pt x="3413266" y="2130118"/>
                  </a:lnTo>
                  <a:lnTo>
                    <a:pt x="3413391" y="2130118"/>
                  </a:lnTo>
                  <a:lnTo>
                    <a:pt x="3413516" y="2130118"/>
                  </a:lnTo>
                  <a:lnTo>
                    <a:pt x="3413641" y="2130118"/>
                  </a:lnTo>
                  <a:lnTo>
                    <a:pt x="3413766" y="2130118"/>
                  </a:lnTo>
                  <a:lnTo>
                    <a:pt x="3413891" y="2130118"/>
                  </a:lnTo>
                  <a:lnTo>
                    <a:pt x="3414016" y="2130118"/>
                  </a:lnTo>
                  <a:lnTo>
                    <a:pt x="3414141" y="2130118"/>
                  </a:lnTo>
                  <a:lnTo>
                    <a:pt x="3414266" y="2130118"/>
                  </a:lnTo>
                  <a:lnTo>
                    <a:pt x="3414391" y="2130118"/>
                  </a:lnTo>
                  <a:lnTo>
                    <a:pt x="3414516" y="2130118"/>
                  </a:lnTo>
                  <a:lnTo>
                    <a:pt x="3414641" y="2130118"/>
                  </a:lnTo>
                  <a:lnTo>
                    <a:pt x="3414766" y="2130118"/>
                  </a:lnTo>
                  <a:lnTo>
                    <a:pt x="3414891" y="2130118"/>
                  </a:lnTo>
                  <a:lnTo>
                    <a:pt x="3415016" y="2130118"/>
                  </a:lnTo>
                  <a:lnTo>
                    <a:pt x="3415141" y="2130118"/>
                  </a:lnTo>
                  <a:lnTo>
                    <a:pt x="3415266" y="2130118"/>
                  </a:lnTo>
                  <a:lnTo>
                    <a:pt x="3415391" y="2130118"/>
                  </a:lnTo>
                  <a:lnTo>
                    <a:pt x="3415516" y="2130118"/>
                  </a:lnTo>
                  <a:lnTo>
                    <a:pt x="3415641" y="2130118"/>
                  </a:lnTo>
                  <a:lnTo>
                    <a:pt x="3415766" y="2130118"/>
                  </a:lnTo>
                  <a:lnTo>
                    <a:pt x="3415891" y="2130118"/>
                  </a:lnTo>
                  <a:lnTo>
                    <a:pt x="3416016" y="2130118"/>
                  </a:lnTo>
                  <a:lnTo>
                    <a:pt x="3416142" y="2130118"/>
                  </a:lnTo>
                  <a:lnTo>
                    <a:pt x="3416267" y="2130118"/>
                  </a:lnTo>
                  <a:lnTo>
                    <a:pt x="3416267" y="2120164"/>
                  </a:lnTo>
                  <a:lnTo>
                    <a:pt x="3416392" y="2120164"/>
                  </a:lnTo>
                  <a:lnTo>
                    <a:pt x="3416517" y="2120164"/>
                  </a:lnTo>
                  <a:lnTo>
                    <a:pt x="3416642" y="2120164"/>
                  </a:lnTo>
                  <a:lnTo>
                    <a:pt x="3416767" y="2120164"/>
                  </a:lnTo>
                  <a:lnTo>
                    <a:pt x="3416892" y="2120164"/>
                  </a:lnTo>
                  <a:lnTo>
                    <a:pt x="3417017" y="2120164"/>
                  </a:lnTo>
                  <a:lnTo>
                    <a:pt x="3417142" y="2120164"/>
                  </a:lnTo>
                  <a:lnTo>
                    <a:pt x="3417267" y="2120164"/>
                  </a:lnTo>
                  <a:lnTo>
                    <a:pt x="3417392" y="2120164"/>
                  </a:lnTo>
                  <a:lnTo>
                    <a:pt x="3417517" y="2120164"/>
                  </a:lnTo>
                  <a:lnTo>
                    <a:pt x="3417642" y="2120164"/>
                  </a:lnTo>
                  <a:lnTo>
                    <a:pt x="3417767" y="2120164"/>
                  </a:lnTo>
                  <a:lnTo>
                    <a:pt x="3417892" y="2120164"/>
                  </a:lnTo>
                  <a:lnTo>
                    <a:pt x="3418017" y="2120164"/>
                  </a:lnTo>
                  <a:lnTo>
                    <a:pt x="3418142" y="2120164"/>
                  </a:lnTo>
                  <a:lnTo>
                    <a:pt x="3418267" y="2120164"/>
                  </a:lnTo>
                  <a:lnTo>
                    <a:pt x="3418392" y="2120164"/>
                  </a:lnTo>
                  <a:lnTo>
                    <a:pt x="3418517" y="2120164"/>
                  </a:lnTo>
                  <a:lnTo>
                    <a:pt x="3418642" y="2120164"/>
                  </a:lnTo>
                  <a:lnTo>
                    <a:pt x="3418767" y="2120164"/>
                  </a:lnTo>
                  <a:lnTo>
                    <a:pt x="3418892" y="2120164"/>
                  </a:lnTo>
                  <a:lnTo>
                    <a:pt x="3419017" y="2120164"/>
                  </a:lnTo>
                  <a:lnTo>
                    <a:pt x="3419143" y="2120164"/>
                  </a:lnTo>
                  <a:lnTo>
                    <a:pt x="3419268" y="2120164"/>
                  </a:lnTo>
                  <a:lnTo>
                    <a:pt x="3419393" y="2120164"/>
                  </a:lnTo>
                  <a:lnTo>
                    <a:pt x="3419518" y="2120164"/>
                  </a:lnTo>
                  <a:lnTo>
                    <a:pt x="3419643" y="2120164"/>
                  </a:lnTo>
                  <a:lnTo>
                    <a:pt x="3419768" y="2120164"/>
                  </a:lnTo>
                  <a:lnTo>
                    <a:pt x="3419893" y="2120164"/>
                  </a:lnTo>
                  <a:lnTo>
                    <a:pt x="3420018" y="2120164"/>
                  </a:lnTo>
                  <a:lnTo>
                    <a:pt x="3420143" y="2120164"/>
                  </a:lnTo>
                  <a:lnTo>
                    <a:pt x="3420268" y="2120164"/>
                  </a:lnTo>
                  <a:lnTo>
                    <a:pt x="3420393" y="2120164"/>
                  </a:lnTo>
                  <a:lnTo>
                    <a:pt x="3420518" y="2120164"/>
                  </a:lnTo>
                  <a:lnTo>
                    <a:pt x="3420643" y="2120164"/>
                  </a:lnTo>
                  <a:lnTo>
                    <a:pt x="3420768" y="2120164"/>
                  </a:lnTo>
                  <a:lnTo>
                    <a:pt x="3420893" y="2120164"/>
                  </a:lnTo>
                  <a:lnTo>
                    <a:pt x="3421018" y="2120164"/>
                  </a:lnTo>
                  <a:lnTo>
                    <a:pt x="3421143" y="2120164"/>
                  </a:lnTo>
                  <a:lnTo>
                    <a:pt x="3421268" y="2120164"/>
                  </a:lnTo>
                  <a:lnTo>
                    <a:pt x="3421393" y="2120164"/>
                  </a:lnTo>
                  <a:lnTo>
                    <a:pt x="3421518" y="2120164"/>
                  </a:lnTo>
                  <a:lnTo>
                    <a:pt x="3421643" y="2120164"/>
                  </a:lnTo>
                  <a:lnTo>
                    <a:pt x="3421768" y="2120164"/>
                  </a:lnTo>
                  <a:lnTo>
                    <a:pt x="3421893" y="2120164"/>
                  </a:lnTo>
                  <a:lnTo>
                    <a:pt x="3422018" y="2120164"/>
                  </a:lnTo>
                  <a:lnTo>
                    <a:pt x="3422144" y="2120164"/>
                  </a:lnTo>
                  <a:lnTo>
                    <a:pt x="3422269" y="2120164"/>
                  </a:lnTo>
                  <a:lnTo>
                    <a:pt x="3422394" y="2120164"/>
                  </a:lnTo>
                  <a:lnTo>
                    <a:pt x="3422519" y="2120164"/>
                  </a:lnTo>
                  <a:lnTo>
                    <a:pt x="3422644" y="2120164"/>
                  </a:lnTo>
                  <a:lnTo>
                    <a:pt x="3422769" y="2120164"/>
                  </a:lnTo>
                  <a:lnTo>
                    <a:pt x="3422894" y="2120164"/>
                  </a:lnTo>
                  <a:lnTo>
                    <a:pt x="3423019" y="2120164"/>
                  </a:lnTo>
                  <a:lnTo>
                    <a:pt x="3423144" y="2120164"/>
                  </a:lnTo>
                  <a:lnTo>
                    <a:pt x="3423269" y="2120164"/>
                  </a:lnTo>
                  <a:lnTo>
                    <a:pt x="3423394" y="2120164"/>
                  </a:lnTo>
                  <a:lnTo>
                    <a:pt x="3423519" y="2120164"/>
                  </a:lnTo>
                  <a:lnTo>
                    <a:pt x="3423644" y="2120164"/>
                  </a:lnTo>
                  <a:lnTo>
                    <a:pt x="3423769" y="2120164"/>
                  </a:lnTo>
                  <a:lnTo>
                    <a:pt x="3423894" y="2120164"/>
                  </a:lnTo>
                  <a:lnTo>
                    <a:pt x="3424019" y="2120164"/>
                  </a:lnTo>
                  <a:lnTo>
                    <a:pt x="3424144" y="2120164"/>
                  </a:lnTo>
                  <a:lnTo>
                    <a:pt x="3424269" y="2120164"/>
                  </a:lnTo>
                  <a:lnTo>
                    <a:pt x="3424394" y="2120164"/>
                  </a:lnTo>
                  <a:lnTo>
                    <a:pt x="3424519" y="2120164"/>
                  </a:lnTo>
                  <a:lnTo>
                    <a:pt x="3424644" y="2120164"/>
                  </a:lnTo>
                  <a:lnTo>
                    <a:pt x="3424769" y="2120164"/>
                  </a:lnTo>
                  <a:lnTo>
                    <a:pt x="3424894" y="2120164"/>
                  </a:lnTo>
                  <a:lnTo>
                    <a:pt x="3425019" y="2120164"/>
                  </a:lnTo>
                  <a:lnTo>
                    <a:pt x="3425019" y="2110210"/>
                  </a:lnTo>
                  <a:lnTo>
                    <a:pt x="3425145" y="2110210"/>
                  </a:lnTo>
                  <a:lnTo>
                    <a:pt x="3425270" y="2110210"/>
                  </a:lnTo>
                  <a:lnTo>
                    <a:pt x="3425395" y="2110210"/>
                  </a:lnTo>
                  <a:lnTo>
                    <a:pt x="3425520" y="2110210"/>
                  </a:lnTo>
                  <a:lnTo>
                    <a:pt x="3425645" y="2110210"/>
                  </a:lnTo>
                  <a:lnTo>
                    <a:pt x="3425770" y="2110210"/>
                  </a:lnTo>
                  <a:lnTo>
                    <a:pt x="3425895" y="2110210"/>
                  </a:lnTo>
                  <a:lnTo>
                    <a:pt x="3426020" y="2110210"/>
                  </a:lnTo>
                  <a:lnTo>
                    <a:pt x="3426145" y="2110210"/>
                  </a:lnTo>
                  <a:lnTo>
                    <a:pt x="3426270" y="2110210"/>
                  </a:lnTo>
                  <a:lnTo>
                    <a:pt x="3426395" y="2110210"/>
                  </a:lnTo>
                  <a:lnTo>
                    <a:pt x="3426520" y="2110210"/>
                  </a:lnTo>
                  <a:lnTo>
                    <a:pt x="3426645" y="2110210"/>
                  </a:lnTo>
                  <a:lnTo>
                    <a:pt x="3426770" y="2110210"/>
                  </a:lnTo>
                  <a:lnTo>
                    <a:pt x="3426895" y="2110210"/>
                  </a:lnTo>
                  <a:lnTo>
                    <a:pt x="3427020" y="2110210"/>
                  </a:lnTo>
                  <a:lnTo>
                    <a:pt x="3427145" y="2110210"/>
                  </a:lnTo>
                  <a:lnTo>
                    <a:pt x="3427270" y="2110210"/>
                  </a:lnTo>
                  <a:lnTo>
                    <a:pt x="3427395" y="2110210"/>
                  </a:lnTo>
                  <a:lnTo>
                    <a:pt x="3427520" y="2110210"/>
                  </a:lnTo>
                  <a:lnTo>
                    <a:pt x="3427645" y="2110210"/>
                  </a:lnTo>
                  <a:lnTo>
                    <a:pt x="3427770" y="2110210"/>
                  </a:lnTo>
                  <a:lnTo>
                    <a:pt x="3427895" y="2110210"/>
                  </a:lnTo>
                  <a:lnTo>
                    <a:pt x="3428020" y="2110210"/>
                  </a:lnTo>
                  <a:lnTo>
                    <a:pt x="3428146" y="2110210"/>
                  </a:lnTo>
                  <a:lnTo>
                    <a:pt x="3428271" y="2110210"/>
                  </a:lnTo>
                  <a:lnTo>
                    <a:pt x="3428396" y="2110210"/>
                  </a:lnTo>
                  <a:lnTo>
                    <a:pt x="3428521" y="2110210"/>
                  </a:lnTo>
                  <a:lnTo>
                    <a:pt x="3428646" y="2110210"/>
                  </a:lnTo>
                  <a:lnTo>
                    <a:pt x="3428771" y="2110210"/>
                  </a:lnTo>
                  <a:lnTo>
                    <a:pt x="3428896" y="2110210"/>
                  </a:lnTo>
                  <a:lnTo>
                    <a:pt x="3429021" y="2110210"/>
                  </a:lnTo>
                  <a:lnTo>
                    <a:pt x="3429146" y="2110210"/>
                  </a:lnTo>
                  <a:lnTo>
                    <a:pt x="3429271" y="2110210"/>
                  </a:lnTo>
                  <a:lnTo>
                    <a:pt x="3429396" y="2110210"/>
                  </a:lnTo>
                  <a:lnTo>
                    <a:pt x="3429521" y="2110210"/>
                  </a:lnTo>
                  <a:lnTo>
                    <a:pt x="3429646" y="2110210"/>
                  </a:lnTo>
                  <a:lnTo>
                    <a:pt x="3429771" y="2110210"/>
                  </a:lnTo>
                  <a:lnTo>
                    <a:pt x="3429896" y="2110210"/>
                  </a:lnTo>
                  <a:lnTo>
                    <a:pt x="3430021" y="2110210"/>
                  </a:lnTo>
                  <a:lnTo>
                    <a:pt x="3430146" y="2110210"/>
                  </a:lnTo>
                  <a:lnTo>
                    <a:pt x="3430271" y="2110210"/>
                  </a:lnTo>
                  <a:lnTo>
                    <a:pt x="3430396" y="2110210"/>
                  </a:lnTo>
                  <a:lnTo>
                    <a:pt x="3430521" y="2110210"/>
                  </a:lnTo>
                  <a:lnTo>
                    <a:pt x="3430646" y="2110210"/>
                  </a:lnTo>
                  <a:lnTo>
                    <a:pt x="3430771" y="2110210"/>
                  </a:lnTo>
                  <a:lnTo>
                    <a:pt x="3430896" y="2110210"/>
                  </a:lnTo>
                  <a:lnTo>
                    <a:pt x="3431021" y="2110210"/>
                  </a:lnTo>
                  <a:lnTo>
                    <a:pt x="3431147" y="2110210"/>
                  </a:lnTo>
                  <a:lnTo>
                    <a:pt x="3431272" y="2110210"/>
                  </a:lnTo>
                  <a:lnTo>
                    <a:pt x="3431397" y="2110210"/>
                  </a:lnTo>
                  <a:lnTo>
                    <a:pt x="3431522" y="2110210"/>
                  </a:lnTo>
                  <a:lnTo>
                    <a:pt x="3431647" y="2110210"/>
                  </a:lnTo>
                  <a:lnTo>
                    <a:pt x="3431772" y="2110210"/>
                  </a:lnTo>
                  <a:lnTo>
                    <a:pt x="3431897" y="2110210"/>
                  </a:lnTo>
                  <a:lnTo>
                    <a:pt x="3432022" y="2110210"/>
                  </a:lnTo>
                  <a:lnTo>
                    <a:pt x="3432147" y="2110210"/>
                  </a:lnTo>
                  <a:lnTo>
                    <a:pt x="3432272" y="2110210"/>
                  </a:lnTo>
                  <a:lnTo>
                    <a:pt x="3432397" y="2110210"/>
                  </a:lnTo>
                  <a:lnTo>
                    <a:pt x="3432522" y="2110210"/>
                  </a:lnTo>
                  <a:lnTo>
                    <a:pt x="3432647" y="2110210"/>
                  </a:lnTo>
                  <a:lnTo>
                    <a:pt x="3432772" y="2110210"/>
                  </a:lnTo>
                  <a:lnTo>
                    <a:pt x="3432897" y="2110210"/>
                  </a:lnTo>
                  <a:lnTo>
                    <a:pt x="3433022" y="2110210"/>
                  </a:lnTo>
                  <a:lnTo>
                    <a:pt x="3433147" y="2110210"/>
                  </a:lnTo>
                  <a:lnTo>
                    <a:pt x="3433272" y="2110210"/>
                  </a:lnTo>
                  <a:lnTo>
                    <a:pt x="3433397" y="2110210"/>
                  </a:lnTo>
                  <a:lnTo>
                    <a:pt x="3433522" y="2110210"/>
                  </a:lnTo>
                  <a:lnTo>
                    <a:pt x="3433647" y="2110210"/>
                  </a:lnTo>
                  <a:lnTo>
                    <a:pt x="3433772" y="2110210"/>
                  </a:lnTo>
                  <a:lnTo>
                    <a:pt x="3433897" y="2110210"/>
                  </a:lnTo>
                  <a:lnTo>
                    <a:pt x="3434022" y="2110210"/>
                  </a:lnTo>
                  <a:lnTo>
                    <a:pt x="3434148" y="2110210"/>
                  </a:lnTo>
                  <a:lnTo>
                    <a:pt x="3434273" y="2110210"/>
                  </a:lnTo>
                  <a:lnTo>
                    <a:pt x="3434398" y="2110210"/>
                  </a:lnTo>
                  <a:lnTo>
                    <a:pt x="3434523" y="2110210"/>
                  </a:lnTo>
                  <a:lnTo>
                    <a:pt x="3434648" y="2110210"/>
                  </a:lnTo>
                  <a:lnTo>
                    <a:pt x="3434773" y="2110210"/>
                  </a:lnTo>
                  <a:lnTo>
                    <a:pt x="3434898" y="2110210"/>
                  </a:lnTo>
                  <a:lnTo>
                    <a:pt x="3435023" y="2110210"/>
                  </a:lnTo>
                  <a:lnTo>
                    <a:pt x="3435148" y="2110210"/>
                  </a:lnTo>
                  <a:lnTo>
                    <a:pt x="3435273" y="2110210"/>
                  </a:lnTo>
                  <a:lnTo>
                    <a:pt x="3435398" y="2110210"/>
                  </a:lnTo>
                  <a:lnTo>
                    <a:pt x="3435523" y="2110210"/>
                  </a:lnTo>
                  <a:lnTo>
                    <a:pt x="3435648" y="2110210"/>
                  </a:lnTo>
                  <a:lnTo>
                    <a:pt x="3435773" y="2110210"/>
                  </a:lnTo>
                  <a:lnTo>
                    <a:pt x="3435898" y="2110210"/>
                  </a:lnTo>
                  <a:lnTo>
                    <a:pt x="3436023" y="2110210"/>
                  </a:lnTo>
                  <a:lnTo>
                    <a:pt x="3436148" y="2110210"/>
                  </a:lnTo>
                  <a:lnTo>
                    <a:pt x="3436273" y="2110210"/>
                  </a:lnTo>
                  <a:lnTo>
                    <a:pt x="3436398" y="2110210"/>
                  </a:lnTo>
                  <a:lnTo>
                    <a:pt x="3436523" y="2110210"/>
                  </a:lnTo>
                  <a:lnTo>
                    <a:pt x="3436648" y="2110210"/>
                  </a:lnTo>
                  <a:lnTo>
                    <a:pt x="3436773" y="2110210"/>
                  </a:lnTo>
                  <a:lnTo>
                    <a:pt x="3436898" y="2110210"/>
                  </a:lnTo>
                  <a:lnTo>
                    <a:pt x="3437023" y="2110210"/>
                  </a:lnTo>
                  <a:lnTo>
                    <a:pt x="3437023" y="2100256"/>
                  </a:lnTo>
                  <a:lnTo>
                    <a:pt x="3437149" y="2100256"/>
                  </a:lnTo>
                  <a:lnTo>
                    <a:pt x="3437274" y="2100256"/>
                  </a:lnTo>
                  <a:lnTo>
                    <a:pt x="3437399" y="2100256"/>
                  </a:lnTo>
                  <a:lnTo>
                    <a:pt x="3437524" y="2100256"/>
                  </a:lnTo>
                  <a:lnTo>
                    <a:pt x="3437649" y="2100256"/>
                  </a:lnTo>
                  <a:lnTo>
                    <a:pt x="3437774" y="2100256"/>
                  </a:lnTo>
                  <a:lnTo>
                    <a:pt x="3437899" y="2100256"/>
                  </a:lnTo>
                  <a:lnTo>
                    <a:pt x="3438024" y="2100256"/>
                  </a:lnTo>
                  <a:lnTo>
                    <a:pt x="3438149" y="2100256"/>
                  </a:lnTo>
                  <a:lnTo>
                    <a:pt x="3438274" y="2100256"/>
                  </a:lnTo>
                  <a:lnTo>
                    <a:pt x="3438399" y="2100256"/>
                  </a:lnTo>
                  <a:lnTo>
                    <a:pt x="3438524" y="2100256"/>
                  </a:lnTo>
                  <a:lnTo>
                    <a:pt x="3438649" y="2100256"/>
                  </a:lnTo>
                  <a:lnTo>
                    <a:pt x="3438774" y="2100256"/>
                  </a:lnTo>
                  <a:lnTo>
                    <a:pt x="3438774" y="2090302"/>
                  </a:lnTo>
                  <a:lnTo>
                    <a:pt x="3438899" y="2090302"/>
                  </a:lnTo>
                  <a:lnTo>
                    <a:pt x="3439024" y="2090302"/>
                  </a:lnTo>
                  <a:lnTo>
                    <a:pt x="3439149" y="2090302"/>
                  </a:lnTo>
                  <a:lnTo>
                    <a:pt x="3439274" y="2090302"/>
                  </a:lnTo>
                  <a:lnTo>
                    <a:pt x="3439399" y="2090302"/>
                  </a:lnTo>
                  <a:lnTo>
                    <a:pt x="3439524" y="2090302"/>
                  </a:lnTo>
                  <a:lnTo>
                    <a:pt x="3439649" y="2090302"/>
                  </a:lnTo>
                  <a:lnTo>
                    <a:pt x="3439774" y="2090302"/>
                  </a:lnTo>
                  <a:lnTo>
                    <a:pt x="3439899" y="2090302"/>
                  </a:lnTo>
                  <a:lnTo>
                    <a:pt x="3440024" y="2090302"/>
                  </a:lnTo>
                  <a:lnTo>
                    <a:pt x="3440150" y="2090302"/>
                  </a:lnTo>
                  <a:lnTo>
                    <a:pt x="3440275" y="2090302"/>
                  </a:lnTo>
                  <a:lnTo>
                    <a:pt x="3440400" y="2090302"/>
                  </a:lnTo>
                  <a:lnTo>
                    <a:pt x="3440525" y="2090302"/>
                  </a:lnTo>
                  <a:lnTo>
                    <a:pt x="3440650" y="2090302"/>
                  </a:lnTo>
                  <a:lnTo>
                    <a:pt x="3440775" y="2090302"/>
                  </a:lnTo>
                  <a:lnTo>
                    <a:pt x="3440900" y="2090302"/>
                  </a:lnTo>
                  <a:lnTo>
                    <a:pt x="3441025" y="2090302"/>
                  </a:lnTo>
                  <a:lnTo>
                    <a:pt x="3441150" y="2090302"/>
                  </a:lnTo>
                  <a:lnTo>
                    <a:pt x="3441275" y="2090302"/>
                  </a:lnTo>
                  <a:lnTo>
                    <a:pt x="3441400" y="2090302"/>
                  </a:lnTo>
                  <a:lnTo>
                    <a:pt x="3441525" y="2090302"/>
                  </a:lnTo>
                  <a:lnTo>
                    <a:pt x="3441650" y="2090302"/>
                  </a:lnTo>
                  <a:lnTo>
                    <a:pt x="3441775" y="2090302"/>
                  </a:lnTo>
                  <a:lnTo>
                    <a:pt x="3441900" y="2090302"/>
                  </a:lnTo>
                  <a:lnTo>
                    <a:pt x="3442025" y="2090302"/>
                  </a:lnTo>
                  <a:lnTo>
                    <a:pt x="3442150" y="2090302"/>
                  </a:lnTo>
                  <a:lnTo>
                    <a:pt x="3442275" y="2090302"/>
                  </a:lnTo>
                  <a:lnTo>
                    <a:pt x="3442400" y="2090302"/>
                  </a:lnTo>
                  <a:lnTo>
                    <a:pt x="3442525" y="2090302"/>
                  </a:lnTo>
                  <a:lnTo>
                    <a:pt x="3442650" y="2090302"/>
                  </a:lnTo>
                  <a:lnTo>
                    <a:pt x="3442775" y="2090302"/>
                  </a:lnTo>
                  <a:lnTo>
                    <a:pt x="3442900" y="2090302"/>
                  </a:lnTo>
                  <a:lnTo>
                    <a:pt x="3443025" y="2090302"/>
                  </a:lnTo>
                  <a:lnTo>
                    <a:pt x="3443151" y="2090302"/>
                  </a:lnTo>
                  <a:lnTo>
                    <a:pt x="3443276" y="2090302"/>
                  </a:lnTo>
                  <a:lnTo>
                    <a:pt x="3443401" y="2090302"/>
                  </a:lnTo>
                  <a:lnTo>
                    <a:pt x="3443526" y="2090302"/>
                  </a:lnTo>
                  <a:lnTo>
                    <a:pt x="3443651" y="2090302"/>
                  </a:lnTo>
                  <a:lnTo>
                    <a:pt x="3443776" y="2090302"/>
                  </a:lnTo>
                  <a:lnTo>
                    <a:pt x="3443901" y="2090302"/>
                  </a:lnTo>
                  <a:lnTo>
                    <a:pt x="3444026" y="2090302"/>
                  </a:lnTo>
                  <a:lnTo>
                    <a:pt x="3444151" y="2090302"/>
                  </a:lnTo>
                  <a:lnTo>
                    <a:pt x="3444276" y="2090302"/>
                  </a:lnTo>
                  <a:lnTo>
                    <a:pt x="3444401" y="2090302"/>
                  </a:lnTo>
                  <a:lnTo>
                    <a:pt x="3444526" y="2090302"/>
                  </a:lnTo>
                  <a:lnTo>
                    <a:pt x="3444651" y="2090302"/>
                  </a:lnTo>
                  <a:lnTo>
                    <a:pt x="3444776" y="2090302"/>
                  </a:lnTo>
                  <a:lnTo>
                    <a:pt x="3444901" y="2090302"/>
                  </a:lnTo>
                  <a:lnTo>
                    <a:pt x="3445026" y="2090302"/>
                  </a:lnTo>
                  <a:lnTo>
                    <a:pt x="3445151" y="2090302"/>
                  </a:lnTo>
                  <a:lnTo>
                    <a:pt x="3445276" y="2090302"/>
                  </a:lnTo>
                  <a:lnTo>
                    <a:pt x="3445401" y="2090302"/>
                  </a:lnTo>
                  <a:lnTo>
                    <a:pt x="3445526" y="2090302"/>
                  </a:lnTo>
                  <a:lnTo>
                    <a:pt x="3445651" y="2090302"/>
                  </a:lnTo>
                  <a:lnTo>
                    <a:pt x="3445776" y="2090302"/>
                  </a:lnTo>
                  <a:lnTo>
                    <a:pt x="3445901" y="2090302"/>
                  </a:lnTo>
                  <a:lnTo>
                    <a:pt x="3446026" y="2090302"/>
                  </a:lnTo>
                  <a:lnTo>
                    <a:pt x="3446152" y="2090302"/>
                  </a:lnTo>
                  <a:lnTo>
                    <a:pt x="3446277" y="2090302"/>
                  </a:lnTo>
                  <a:lnTo>
                    <a:pt x="3446402" y="2090302"/>
                  </a:lnTo>
                  <a:lnTo>
                    <a:pt x="3446527" y="2090302"/>
                  </a:lnTo>
                  <a:lnTo>
                    <a:pt x="3446527" y="2080348"/>
                  </a:lnTo>
                  <a:lnTo>
                    <a:pt x="3446652" y="2080348"/>
                  </a:lnTo>
                  <a:lnTo>
                    <a:pt x="3446777" y="2080348"/>
                  </a:lnTo>
                  <a:lnTo>
                    <a:pt x="3446902" y="2080348"/>
                  </a:lnTo>
                  <a:lnTo>
                    <a:pt x="3447027" y="2080348"/>
                  </a:lnTo>
                  <a:lnTo>
                    <a:pt x="3447152" y="2080348"/>
                  </a:lnTo>
                  <a:lnTo>
                    <a:pt x="3447277" y="2080348"/>
                  </a:lnTo>
                  <a:lnTo>
                    <a:pt x="3447402" y="2080348"/>
                  </a:lnTo>
                  <a:lnTo>
                    <a:pt x="3447527" y="2080348"/>
                  </a:lnTo>
                  <a:lnTo>
                    <a:pt x="3447652" y="2080348"/>
                  </a:lnTo>
                  <a:lnTo>
                    <a:pt x="3447777" y="2080348"/>
                  </a:lnTo>
                  <a:lnTo>
                    <a:pt x="3447902" y="2080348"/>
                  </a:lnTo>
                  <a:lnTo>
                    <a:pt x="3448027" y="2080348"/>
                  </a:lnTo>
                  <a:lnTo>
                    <a:pt x="3448152" y="2080348"/>
                  </a:lnTo>
                  <a:lnTo>
                    <a:pt x="3448277" y="2080348"/>
                  </a:lnTo>
                  <a:lnTo>
                    <a:pt x="3448402" y="2080348"/>
                  </a:lnTo>
                  <a:lnTo>
                    <a:pt x="3448527" y="2080348"/>
                  </a:lnTo>
                  <a:lnTo>
                    <a:pt x="3448652" y="2080348"/>
                  </a:lnTo>
                  <a:lnTo>
                    <a:pt x="3448777" y="2080348"/>
                  </a:lnTo>
                  <a:lnTo>
                    <a:pt x="3448902" y="2080348"/>
                  </a:lnTo>
                  <a:lnTo>
                    <a:pt x="3449027" y="2080348"/>
                  </a:lnTo>
                  <a:lnTo>
                    <a:pt x="3449153" y="2080348"/>
                  </a:lnTo>
                  <a:lnTo>
                    <a:pt x="3449278" y="2080348"/>
                  </a:lnTo>
                  <a:lnTo>
                    <a:pt x="3449403" y="2080348"/>
                  </a:lnTo>
                  <a:lnTo>
                    <a:pt x="3449528" y="2080348"/>
                  </a:lnTo>
                  <a:lnTo>
                    <a:pt x="3449653" y="2080348"/>
                  </a:lnTo>
                  <a:lnTo>
                    <a:pt x="3449778" y="2080348"/>
                  </a:lnTo>
                  <a:lnTo>
                    <a:pt x="3449903" y="2080348"/>
                  </a:lnTo>
                  <a:lnTo>
                    <a:pt x="3450028" y="2080348"/>
                  </a:lnTo>
                  <a:lnTo>
                    <a:pt x="3450153" y="2080348"/>
                  </a:lnTo>
                  <a:lnTo>
                    <a:pt x="3450278" y="2080348"/>
                  </a:lnTo>
                  <a:lnTo>
                    <a:pt x="3450403" y="2080348"/>
                  </a:lnTo>
                  <a:lnTo>
                    <a:pt x="3450528" y="2080348"/>
                  </a:lnTo>
                  <a:lnTo>
                    <a:pt x="3450653" y="2080348"/>
                  </a:lnTo>
                  <a:lnTo>
                    <a:pt x="3450778" y="2080348"/>
                  </a:lnTo>
                  <a:lnTo>
                    <a:pt x="3450903" y="2080348"/>
                  </a:lnTo>
                  <a:lnTo>
                    <a:pt x="3451028" y="2080348"/>
                  </a:lnTo>
                  <a:lnTo>
                    <a:pt x="3451153" y="2080348"/>
                  </a:lnTo>
                  <a:lnTo>
                    <a:pt x="3451278" y="2080348"/>
                  </a:lnTo>
                  <a:lnTo>
                    <a:pt x="3451403" y="2080348"/>
                  </a:lnTo>
                  <a:lnTo>
                    <a:pt x="3451528" y="2080348"/>
                  </a:lnTo>
                  <a:lnTo>
                    <a:pt x="3451653" y="2080348"/>
                  </a:lnTo>
                  <a:lnTo>
                    <a:pt x="3451778" y="2080348"/>
                  </a:lnTo>
                  <a:lnTo>
                    <a:pt x="3451903" y="2080348"/>
                  </a:lnTo>
                  <a:lnTo>
                    <a:pt x="3452028" y="2080348"/>
                  </a:lnTo>
                  <a:lnTo>
                    <a:pt x="3452154" y="2080348"/>
                  </a:lnTo>
                  <a:lnTo>
                    <a:pt x="3452279" y="2080348"/>
                  </a:lnTo>
                  <a:lnTo>
                    <a:pt x="3452404" y="2080348"/>
                  </a:lnTo>
                  <a:lnTo>
                    <a:pt x="3452529" y="2080348"/>
                  </a:lnTo>
                  <a:lnTo>
                    <a:pt x="3452654" y="2080348"/>
                  </a:lnTo>
                  <a:lnTo>
                    <a:pt x="3452779" y="2080348"/>
                  </a:lnTo>
                  <a:lnTo>
                    <a:pt x="3452904" y="2080348"/>
                  </a:lnTo>
                  <a:lnTo>
                    <a:pt x="3453029" y="2080348"/>
                  </a:lnTo>
                  <a:lnTo>
                    <a:pt x="3453154" y="2080348"/>
                  </a:lnTo>
                  <a:lnTo>
                    <a:pt x="3453279" y="2080348"/>
                  </a:lnTo>
                  <a:lnTo>
                    <a:pt x="3453404" y="2080348"/>
                  </a:lnTo>
                  <a:lnTo>
                    <a:pt x="3453529" y="2080348"/>
                  </a:lnTo>
                  <a:lnTo>
                    <a:pt x="3453654" y="2080348"/>
                  </a:lnTo>
                  <a:lnTo>
                    <a:pt x="3453779" y="2080348"/>
                  </a:lnTo>
                  <a:lnTo>
                    <a:pt x="3453904" y="2080348"/>
                  </a:lnTo>
                  <a:lnTo>
                    <a:pt x="3454029" y="2080348"/>
                  </a:lnTo>
                  <a:lnTo>
                    <a:pt x="3454154" y="2080348"/>
                  </a:lnTo>
                  <a:lnTo>
                    <a:pt x="3454279" y="2080348"/>
                  </a:lnTo>
                  <a:lnTo>
                    <a:pt x="3454404" y="2080348"/>
                  </a:lnTo>
                  <a:lnTo>
                    <a:pt x="3454529" y="2080348"/>
                  </a:lnTo>
                  <a:lnTo>
                    <a:pt x="3454654" y="2080348"/>
                  </a:lnTo>
                  <a:lnTo>
                    <a:pt x="3454779" y="2080348"/>
                  </a:lnTo>
                  <a:lnTo>
                    <a:pt x="3454904" y="2080348"/>
                  </a:lnTo>
                  <a:lnTo>
                    <a:pt x="3455030" y="2080348"/>
                  </a:lnTo>
                  <a:lnTo>
                    <a:pt x="3455155" y="2080348"/>
                  </a:lnTo>
                  <a:lnTo>
                    <a:pt x="3455280" y="2080348"/>
                  </a:lnTo>
                  <a:lnTo>
                    <a:pt x="3455405" y="2080348"/>
                  </a:lnTo>
                  <a:lnTo>
                    <a:pt x="3455530" y="2080348"/>
                  </a:lnTo>
                  <a:lnTo>
                    <a:pt x="3455655" y="2080348"/>
                  </a:lnTo>
                  <a:lnTo>
                    <a:pt x="3455780" y="2080348"/>
                  </a:lnTo>
                  <a:lnTo>
                    <a:pt x="3455905" y="2080348"/>
                  </a:lnTo>
                  <a:lnTo>
                    <a:pt x="3456030" y="2080348"/>
                  </a:lnTo>
                  <a:lnTo>
                    <a:pt x="3456030" y="2070395"/>
                  </a:lnTo>
                  <a:lnTo>
                    <a:pt x="3456155" y="2070395"/>
                  </a:lnTo>
                  <a:lnTo>
                    <a:pt x="3456280" y="2070395"/>
                  </a:lnTo>
                  <a:lnTo>
                    <a:pt x="3456405" y="2070395"/>
                  </a:lnTo>
                  <a:lnTo>
                    <a:pt x="3456530" y="2070395"/>
                  </a:lnTo>
                  <a:lnTo>
                    <a:pt x="3456655" y="2070395"/>
                  </a:lnTo>
                  <a:lnTo>
                    <a:pt x="3456780" y="2070395"/>
                  </a:lnTo>
                  <a:lnTo>
                    <a:pt x="3456905" y="2070395"/>
                  </a:lnTo>
                  <a:lnTo>
                    <a:pt x="3457030" y="2070395"/>
                  </a:lnTo>
                  <a:lnTo>
                    <a:pt x="3457155" y="2070395"/>
                  </a:lnTo>
                  <a:lnTo>
                    <a:pt x="3457280" y="2070395"/>
                  </a:lnTo>
                  <a:lnTo>
                    <a:pt x="3457405" y="2070395"/>
                  </a:lnTo>
                  <a:lnTo>
                    <a:pt x="3457530" y="2070395"/>
                  </a:lnTo>
                  <a:lnTo>
                    <a:pt x="3457655" y="2070395"/>
                  </a:lnTo>
                  <a:lnTo>
                    <a:pt x="3457780" y="2070395"/>
                  </a:lnTo>
                  <a:lnTo>
                    <a:pt x="3457905" y="2070395"/>
                  </a:lnTo>
                  <a:lnTo>
                    <a:pt x="3458031" y="2070395"/>
                  </a:lnTo>
                  <a:lnTo>
                    <a:pt x="3458156" y="2070395"/>
                  </a:lnTo>
                  <a:lnTo>
                    <a:pt x="3458281" y="2070395"/>
                  </a:lnTo>
                  <a:lnTo>
                    <a:pt x="3458406" y="2070395"/>
                  </a:lnTo>
                  <a:lnTo>
                    <a:pt x="3458531" y="2070395"/>
                  </a:lnTo>
                  <a:lnTo>
                    <a:pt x="3458656" y="2070395"/>
                  </a:lnTo>
                  <a:lnTo>
                    <a:pt x="3458781" y="2070395"/>
                  </a:lnTo>
                  <a:lnTo>
                    <a:pt x="3458906" y="2070395"/>
                  </a:lnTo>
                  <a:lnTo>
                    <a:pt x="3459031" y="2070395"/>
                  </a:lnTo>
                  <a:lnTo>
                    <a:pt x="3459156" y="2070395"/>
                  </a:lnTo>
                  <a:lnTo>
                    <a:pt x="3459281" y="2070395"/>
                  </a:lnTo>
                  <a:lnTo>
                    <a:pt x="3459406" y="2070395"/>
                  </a:lnTo>
                  <a:lnTo>
                    <a:pt x="3459531" y="2070395"/>
                  </a:lnTo>
                  <a:lnTo>
                    <a:pt x="3459656" y="2070395"/>
                  </a:lnTo>
                  <a:lnTo>
                    <a:pt x="3459781" y="2070395"/>
                  </a:lnTo>
                  <a:lnTo>
                    <a:pt x="3459906" y="2070395"/>
                  </a:lnTo>
                  <a:lnTo>
                    <a:pt x="3460031" y="2070395"/>
                  </a:lnTo>
                  <a:lnTo>
                    <a:pt x="3460156" y="2070395"/>
                  </a:lnTo>
                  <a:lnTo>
                    <a:pt x="3460281" y="2070395"/>
                  </a:lnTo>
                  <a:lnTo>
                    <a:pt x="3460406" y="2070395"/>
                  </a:lnTo>
                  <a:lnTo>
                    <a:pt x="3460531" y="2070395"/>
                  </a:lnTo>
                  <a:lnTo>
                    <a:pt x="3460656" y="2070395"/>
                  </a:lnTo>
                  <a:lnTo>
                    <a:pt x="3460656" y="2060441"/>
                  </a:lnTo>
                  <a:lnTo>
                    <a:pt x="3460781" y="2060441"/>
                  </a:lnTo>
                  <a:lnTo>
                    <a:pt x="3460906" y="2060441"/>
                  </a:lnTo>
                  <a:lnTo>
                    <a:pt x="3461032" y="2060441"/>
                  </a:lnTo>
                  <a:lnTo>
                    <a:pt x="3461157" y="2060441"/>
                  </a:lnTo>
                  <a:lnTo>
                    <a:pt x="3461282" y="2060441"/>
                  </a:lnTo>
                  <a:lnTo>
                    <a:pt x="3461407" y="2060441"/>
                  </a:lnTo>
                  <a:lnTo>
                    <a:pt x="3461532" y="2060441"/>
                  </a:lnTo>
                  <a:lnTo>
                    <a:pt x="3461657" y="2060441"/>
                  </a:lnTo>
                  <a:lnTo>
                    <a:pt x="3461782" y="2060441"/>
                  </a:lnTo>
                  <a:lnTo>
                    <a:pt x="3461907" y="2060441"/>
                  </a:lnTo>
                  <a:lnTo>
                    <a:pt x="3462032" y="2060441"/>
                  </a:lnTo>
                  <a:lnTo>
                    <a:pt x="3462157" y="2060441"/>
                  </a:lnTo>
                  <a:lnTo>
                    <a:pt x="3462282" y="2060441"/>
                  </a:lnTo>
                  <a:lnTo>
                    <a:pt x="3462407" y="2060441"/>
                  </a:lnTo>
                  <a:lnTo>
                    <a:pt x="3462532" y="2060441"/>
                  </a:lnTo>
                  <a:lnTo>
                    <a:pt x="3462657" y="2060441"/>
                  </a:lnTo>
                  <a:lnTo>
                    <a:pt x="3462782" y="2060441"/>
                  </a:lnTo>
                  <a:lnTo>
                    <a:pt x="3462907" y="2060441"/>
                  </a:lnTo>
                  <a:lnTo>
                    <a:pt x="3463032" y="2060441"/>
                  </a:lnTo>
                  <a:lnTo>
                    <a:pt x="3463157" y="2060441"/>
                  </a:lnTo>
                  <a:lnTo>
                    <a:pt x="3463282" y="2060441"/>
                  </a:lnTo>
                  <a:lnTo>
                    <a:pt x="3463407" y="2060441"/>
                  </a:lnTo>
                  <a:lnTo>
                    <a:pt x="3463532" y="2060441"/>
                  </a:lnTo>
                  <a:lnTo>
                    <a:pt x="3463657" y="2060441"/>
                  </a:lnTo>
                  <a:lnTo>
                    <a:pt x="3463782" y="2060441"/>
                  </a:lnTo>
                  <a:lnTo>
                    <a:pt x="3463907" y="2060441"/>
                  </a:lnTo>
                  <a:lnTo>
                    <a:pt x="3464033" y="2060441"/>
                  </a:lnTo>
                  <a:lnTo>
                    <a:pt x="3464158" y="2060441"/>
                  </a:lnTo>
                  <a:lnTo>
                    <a:pt x="3464283" y="2060441"/>
                  </a:lnTo>
                  <a:lnTo>
                    <a:pt x="3464408" y="2060441"/>
                  </a:lnTo>
                  <a:lnTo>
                    <a:pt x="3464533" y="2060441"/>
                  </a:lnTo>
                  <a:lnTo>
                    <a:pt x="3464658" y="2060441"/>
                  </a:lnTo>
                  <a:lnTo>
                    <a:pt x="3464783" y="2060441"/>
                  </a:lnTo>
                  <a:lnTo>
                    <a:pt x="3464908" y="2060441"/>
                  </a:lnTo>
                  <a:lnTo>
                    <a:pt x="3465033" y="2060441"/>
                  </a:lnTo>
                  <a:lnTo>
                    <a:pt x="3465158" y="2060441"/>
                  </a:lnTo>
                  <a:lnTo>
                    <a:pt x="3465283" y="2060441"/>
                  </a:lnTo>
                  <a:lnTo>
                    <a:pt x="3465408" y="2060441"/>
                  </a:lnTo>
                  <a:lnTo>
                    <a:pt x="3465533" y="2060441"/>
                  </a:lnTo>
                  <a:lnTo>
                    <a:pt x="3465658" y="2060441"/>
                  </a:lnTo>
                  <a:lnTo>
                    <a:pt x="3465783" y="2060441"/>
                  </a:lnTo>
                  <a:lnTo>
                    <a:pt x="3465908" y="2060441"/>
                  </a:lnTo>
                  <a:lnTo>
                    <a:pt x="3466033" y="2060441"/>
                  </a:lnTo>
                  <a:lnTo>
                    <a:pt x="3466158" y="2060441"/>
                  </a:lnTo>
                  <a:lnTo>
                    <a:pt x="3466283" y="2060441"/>
                  </a:lnTo>
                  <a:lnTo>
                    <a:pt x="3466408" y="2060441"/>
                  </a:lnTo>
                  <a:lnTo>
                    <a:pt x="3466533" y="2060441"/>
                  </a:lnTo>
                  <a:lnTo>
                    <a:pt x="3466658" y="2060441"/>
                  </a:lnTo>
                  <a:lnTo>
                    <a:pt x="3466783" y="2060441"/>
                  </a:lnTo>
                  <a:lnTo>
                    <a:pt x="3466908" y="2060441"/>
                  </a:lnTo>
                  <a:lnTo>
                    <a:pt x="3467034" y="2060441"/>
                  </a:lnTo>
                  <a:lnTo>
                    <a:pt x="3467159" y="2060441"/>
                  </a:lnTo>
                  <a:lnTo>
                    <a:pt x="3467159" y="2050487"/>
                  </a:lnTo>
                  <a:lnTo>
                    <a:pt x="3467284" y="2050487"/>
                  </a:lnTo>
                  <a:lnTo>
                    <a:pt x="3467409" y="2050487"/>
                  </a:lnTo>
                  <a:lnTo>
                    <a:pt x="3467534" y="2050487"/>
                  </a:lnTo>
                  <a:lnTo>
                    <a:pt x="3467659" y="2050487"/>
                  </a:lnTo>
                  <a:lnTo>
                    <a:pt x="3467784" y="2050487"/>
                  </a:lnTo>
                  <a:lnTo>
                    <a:pt x="3467909" y="2050487"/>
                  </a:lnTo>
                  <a:lnTo>
                    <a:pt x="3468034" y="2050487"/>
                  </a:lnTo>
                  <a:lnTo>
                    <a:pt x="3468159" y="2050487"/>
                  </a:lnTo>
                  <a:lnTo>
                    <a:pt x="3468284" y="2050487"/>
                  </a:lnTo>
                  <a:lnTo>
                    <a:pt x="3468409" y="2050487"/>
                  </a:lnTo>
                  <a:lnTo>
                    <a:pt x="3468534" y="2050487"/>
                  </a:lnTo>
                  <a:lnTo>
                    <a:pt x="3468659" y="2050487"/>
                  </a:lnTo>
                  <a:lnTo>
                    <a:pt x="3468784" y="2050487"/>
                  </a:lnTo>
                  <a:lnTo>
                    <a:pt x="3468909" y="2050487"/>
                  </a:lnTo>
                  <a:lnTo>
                    <a:pt x="3469034" y="2050487"/>
                  </a:lnTo>
                  <a:lnTo>
                    <a:pt x="3469159" y="2050487"/>
                  </a:lnTo>
                  <a:lnTo>
                    <a:pt x="3469284" y="2050487"/>
                  </a:lnTo>
                  <a:lnTo>
                    <a:pt x="3469409" y="2050487"/>
                  </a:lnTo>
                  <a:lnTo>
                    <a:pt x="3469534" y="2050487"/>
                  </a:lnTo>
                  <a:lnTo>
                    <a:pt x="3469659" y="2050487"/>
                  </a:lnTo>
                  <a:lnTo>
                    <a:pt x="3469784" y="2050487"/>
                  </a:lnTo>
                  <a:lnTo>
                    <a:pt x="3469909" y="2050487"/>
                  </a:lnTo>
                  <a:lnTo>
                    <a:pt x="3470035" y="2050487"/>
                  </a:lnTo>
                  <a:lnTo>
                    <a:pt x="3470160" y="2050487"/>
                  </a:lnTo>
                  <a:lnTo>
                    <a:pt x="3470285" y="2050487"/>
                  </a:lnTo>
                  <a:lnTo>
                    <a:pt x="3470410" y="2050487"/>
                  </a:lnTo>
                  <a:lnTo>
                    <a:pt x="3470535" y="2050487"/>
                  </a:lnTo>
                  <a:lnTo>
                    <a:pt x="3470660" y="2050487"/>
                  </a:lnTo>
                  <a:lnTo>
                    <a:pt x="3470785" y="2050487"/>
                  </a:lnTo>
                  <a:lnTo>
                    <a:pt x="3470910" y="2050487"/>
                  </a:lnTo>
                  <a:lnTo>
                    <a:pt x="3471035" y="2050487"/>
                  </a:lnTo>
                  <a:lnTo>
                    <a:pt x="3471160" y="2050487"/>
                  </a:lnTo>
                  <a:lnTo>
                    <a:pt x="3471285" y="2050487"/>
                  </a:lnTo>
                  <a:lnTo>
                    <a:pt x="3471410" y="2050487"/>
                  </a:lnTo>
                  <a:lnTo>
                    <a:pt x="3471535" y="2050487"/>
                  </a:lnTo>
                  <a:lnTo>
                    <a:pt x="3471660" y="2050487"/>
                  </a:lnTo>
                  <a:lnTo>
                    <a:pt x="3471785" y="2050487"/>
                  </a:lnTo>
                  <a:lnTo>
                    <a:pt x="3471910" y="2050487"/>
                  </a:lnTo>
                  <a:lnTo>
                    <a:pt x="3472035" y="2050487"/>
                  </a:lnTo>
                  <a:lnTo>
                    <a:pt x="3472160" y="2050487"/>
                  </a:lnTo>
                  <a:lnTo>
                    <a:pt x="3472285" y="2050487"/>
                  </a:lnTo>
                  <a:lnTo>
                    <a:pt x="3472410" y="2050487"/>
                  </a:lnTo>
                  <a:lnTo>
                    <a:pt x="3472535" y="2050487"/>
                  </a:lnTo>
                  <a:lnTo>
                    <a:pt x="3472660" y="2050487"/>
                  </a:lnTo>
                  <a:lnTo>
                    <a:pt x="3472785" y="2050487"/>
                  </a:lnTo>
                  <a:lnTo>
                    <a:pt x="3472910" y="2050487"/>
                  </a:lnTo>
                  <a:lnTo>
                    <a:pt x="3473036" y="2050487"/>
                  </a:lnTo>
                  <a:lnTo>
                    <a:pt x="3473161" y="2050487"/>
                  </a:lnTo>
                  <a:lnTo>
                    <a:pt x="3473286" y="2050487"/>
                  </a:lnTo>
                  <a:lnTo>
                    <a:pt x="3473411" y="2050487"/>
                  </a:lnTo>
                  <a:lnTo>
                    <a:pt x="3473536" y="2050487"/>
                  </a:lnTo>
                  <a:lnTo>
                    <a:pt x="3473661" y="2050487"/>
                  </a:lnTo>
                  <a:lnTo>
                    <a:pt x="3473786" y="2050487"/>
                  </a:lnTo>
                  <a:lnTo>
                    <a:pt x="3473911" y="2050487"/>
                  </a:lnTo>
                  <a:lnTo>
                    <a:pt x="3474036" y="2050487"/>
                  </a:lnTo>
                  <a:lnTo>
                    <a:pt x="3474161" y="2050487"/>
                  </a:lnTo>
                  <a:lnTo>
                    <a:pt x="3474286" y="2050487"/>
                  </a:lnTo>
                  <a:lnTo>
                    <a:pt x="3474411" y="2050487"/>
                  </a:lnTo>
                  <a:lnTo>
                    <a:pt x="3474536" y="2050487"/>
                  </a:lnTo>
                  <a:lnTo>
                    <a:pt x="3474661" y="2050487"/>
                  </a:lnTo>
                  <a:lnTo>
                    <a:pt x="3474786" y="2050487"/>
                  </a:lnTo>
                  <a:lnTo>
                    <a:pt x="3474911" y="2050487"/>
                  </a:lnTo>
                  <a:lnTo>
                    <a:pt x="3475036" y="2050487"/>
                  </a:lnTo>
                  <a:lnTo>
                    <a:pt x="3475161" y="2050487"/>
                  </a:lnTo>
                  <a:lnTo>
                    <a:pt x="3475286" y="2050487"/>
                  </a:lnTo>
                  <a:lnTo>
                    <a:pt x="3475411" y="2050487"/>
                  </a:lnTo>
                  <a:lnTo>
                    <a:pt x="3475536" y="2050487"/>
                  </a:lnTo>
                  <a:lnTo>
                    <a:pt x="3475661" y="2050487"/>
                  </a:lnTo>
                  <a:lnTo>
                    <a:pt x="3475786" y="2050487"/>
                  </a:lnTo>
                  <a:lnTo>
                    <a:pt x="3475911" y="2050487"/>
                  </a:lnTo>
                  <a:lnTo>
                    <a:pt x="3476037" y="2050487"/>
                  </a:lnTo>
                  <a:lnTo>
                    <a:pt x="3476162" y="2050487"/>
                  </a:lnTo>
                  <a:lnTo>
                    <a:pt x="3476287" y="2050487"/>
                  </a:lnTo>
                  <a:lnTo>
                    <a:pt x="3476412" y="2050487"/>
                  </a:lnTo>
                  <a:lnTo>
                    <a:pt x="3476537" y="2050487"/>
                  </a:lnTo>
                  <a:lnTo>
                    <a:pt x="3476662" y="2050487"/>
                  </a:lnTo>
                  <a:lnTo>
                    <a:pt x="3476787" y="2050487"/>
                  </a:lnTo>
                  <a:lnTo>
                    <a:pt x="3476912" y="2050487"/>
                  </a:lnTo>
                  <a:lnTo>
                    <a:pt x="3477037" y="2050487"/>
                  </a:lnTo>
                  <a:lnTo>
                    <a:pt x="3477162" y="2050487"/>
                  </a:lnTo>
                  <a:lnTo>
                    <a:pt x="3477287" y="2050487"/>
                  </a:lnTo>
                  <a:lnTo>
                    <a:pt x="3477412" y="2050487"/>
                  </a:lnTo>
                  <a:lnTo>
                    <a:pt x="3477537" y="2050487"/>
                  </a:lnTo>
                  <a:lnTo>
                    <a:pt x="3477662" y="2050487"/>
                  </a:lnTo>
                  <a:lnTo>
                    <a:pt x="3477787" y="2050487"/>
                  </a:lnTo>
                  <a:lnTo>
                    <a:pt x="3477912" y="2050487"/>
                  </a:lnTo>
                  <a:lnTo>
                    <a:pt x="3478037" y="2050487"/>
                  </a:lnTo>
                  <a:lnTo>
                    <a:pt x="3478162" y="2050487"/>
                  </a:lnTo>
                  <a:lnTo>
                    <a:pt x="3478287" y="2050487"/>
                  </a:lnTo>
                  <a:lnTo>
                    <a:pt x="3478412" y="2050487"/>
                  </a:lnTo>
                  <a:lnTo>
                    <a:pt x="3478537" y="2050487"/>
                  </a:lnTo>
                  <a:lnTo>
                    <a:pt x="3478662" y="2050487"/>
                  </a:lnTo>
                  <a:lnTo>
                    <a:pt x="3478787" y="2050487"/>
                  </a:lnTo>
                  <a:lnTo>
                    <a:pt x="3478912" y="2050487"/>
                  </a:lnTo>
                  <a:lnTo>
                    <a:pt x="3479038" y="2050487"/>
                  </a:lnTo>
                  <a:lnTo>
                    <a:pt x="3479163" y="2050487"/>
                  </a:lnTo>
                  <a:lnTo>
                    <a:pt x="3479288" y="2050487"/>
                  </a:lnTo>
                  <a:lnTo>
                    <a:pt x="3479413" y="2050487"/>
                  </a:lnTo>
                  <a:lnTo>
                    <a:pt x="3479538" y="2050487"/>
                  </a:lnTo>
                  <a:lnTo>
                    <a:pt x="3479663" y="2050487"/>
                  </a:lnTo>
                  <a:lnTo>
                    <a:pt x="3479788" y="2050487"/>
                  </a:lnTo>
                  <a:lnTo>
                    <a:pt x="3479913" y="2050487"/>
                  </a:lnTo>
                  <a:lnTo>
                    <a:pt x="3480038" y="2050487"/>
                  </a:lnTo>
                  <a:lnTo>
                    <a:pt x="3480163" y="2050487"/>
                  </a:lnTo>
                  <a:lnTo>
                    <a:pt x="3480288" y="2050487"/>
                  </a:lnTo>
                  <a:lnTo>
                    <a:pt x="3480413" y="2050487"/>
                  </a:lnTo>
                  <a:lnTo>
                    <a:pt x="3480538" y="2050487"/>
                  </a:lnTo>
                  <a:lnTo>
                    <a:pt x="3480663" y="2050487"/>
                  </a:lnTo>
                  <a:lnTo>
                    <a:pt x="3480788" y="2050487"/>
                  </a:lnTo>
                  <a:lnTo>
                    <a:pt x="3480913" y="2050487"/>
                  </a:lnTo>
                  <a:lnTo>
                    <a:pt x="3481038" y="2050487"/>
                  </a:lnTo>
                  <a:lnTo>
                    <a:pt x="3481163" y="2050487"/>
                  </a:lnTo>
                  <a:lnTo>
                    <a:pt x="3481288" y="2050487"/>
                  </a:lnTo>
                  <a:lnTo>
                    <a:pt x="3481413" y="2050487"/>
                  </a:lnTo>
                  <a:lnTo>
                    <a:pt x="3481538" y="2050487"/>
                  </a:lnTo>
                  <a:lnTo>
                    <a:pt x="3481663" y="2050487"/>
                  </a:lnTo>
                  <a:lnTo>
                    <a:pt x="3481788" y="2050487"/>
                  </a:lnTo>
                  <a:lnTo>
                    <a:pt x="3481913" y="2050487"/>
                  </a:lnTo>
                  <a:lnTo>
                    <a:pt x="3482039" y="2050487"/>
                  </a:lnTo>
                  <a:lnTo>
                    <a:pt x="3482164" y="2050487"/>
                  </a:lnTo>
                  <a:lnTo>
                    <a:pt x="3482289" y="2050487"/>
                  </a:lnTo>
                  <a:lnTo>
                    <a:pt x="3482414" y="2050487"/>
                  </a:lnTo>
                  <a:lnTo>
                    <a:pt x="3482539" y="2050487"/>
                  </a:lnTo>
                  <a:lnTo>
                    <a:pt x="3482664" y="2050487"/>
                  </a:lnTo>
                  <a:lnTo>
                    <a:pt x="3482789" y="2050487"/>
                  </a:lnTo>
                  <a:lnTo>
                    <a:pt x="3482914" y="2050487"/>
                  </a:lnTo>
                  <a:lnTo>
                    <a:pt x="3483039" y="2050487"/>
                  </a:lnTo>
                  <a:lnTo>
                    <a:pt x="3483164" y="2050487"/>
                  </a:lnTo>
                  <a:lnTo>
                    <a:pt x="3483289" y="2050487"/>
                  </a:lnTo>
                  <a:lnTo>
                    <a:pt x="3483414" y="2050487"/>
                  </a:lnTo>
                  <a:lnTo>
                    <a:pt x="3483539" y="2050487"/>
                  </a:lnTo>
                  <a:lnTo>
                    <a:pt x="3483664" y="2050487"/>
                  </a:lnTo>
                  <a:lnTo>
                    <a:pt x="3483789" y="2050487"/>
                  </a:lnTo>
                  <a:lnTo>
                    <a:pt x="3483914" y="2050487"/>
                  </a:lnTo>
                  <a:lnTo>
                    <a:pt x="3484039" y="2050487"/>
                  </a:lnTo>
                  <a:lnTo>
                    <a:pt x="3484164" y="2050487"/>
                  </a:lnTo>
                  <a:lnTo>
                    <a:pt x="3484289" y="2050487"/>
                  </a:lnTo>
                  <a:lnTo>
                    <a:pt x="3484414" y="2050487"/>
                  </a:lnTo>
                  <a:lnTo>
                    <a:pt x="3484539" y="2050487"/>
                  </a:lnTo>
                  <a:lnTo>
                    <a:pt x="3484664" y="2050487"/>
                  </a:lnTo>
                  <a:lnTo>
                    <a:pt x="3484789" y="2050487"/>
                  </a:lnTo>
                  <a:lnTo>
                    <a:pt x="3484914" y="2050487"/>
                  </a:lnTo>
                  <a:lnTo>
                    <a:pt x="3485040" y="2050487"/>
                  </a:lnTo>
                  <a:lnTo>
                    <a:pt x="3485040" y="2040533"/>
                  </a:lnTo>
                  <a:lnTo>
                    <a:pt x="3485165" y="2040533"/>
                  </a:lnTo>
                  <a:lnTo>
                    <a:pt x="3485290" y="2040533"/>
                  </a:lnTo>
                  <a:lnTo>
                    <a:pt x="3485415" y="2040533"/>
                  </a:lnTo>
                  <a:lnTo>
                    <a:pt x="3485540" y="2040533"/>
                  </a:lnTo>
                  <a:lnTo>
                    <a:pt x="3485665" y="2040533"/>
                  </a:lnTo>
                  <a:lnTo>
                    <a:pt x="3485790" y="2040533"/>
                  </a:lnTo>
                  <a:lnTo>
                    <a:pt x="3485915" y="2040533"/>
                  </a:lnTo>
                  <a:lnTo>
                    <a:pt x="3486040" y="2040533"/>
                  </a:lnTo>
                  <a:lnTo>
                    <a:pt x="3486165" y="2040533"/>
                  </a:lnTo>
                  <a:lnTo>
                    <a:pt x="3486290" y="2040533"/>
                  </a:lnTo>
                  <a:lnTo>
                    <a:pt x="3486415" y="2040533"/>
                  </a:lnTo>
                  <a:lnTo>
                    <a:pt x="3486540" y="2040533"/>
                  </a:lnTo>
                  <a:lnTo>
                    <a:pt x="3486665" y="2040533"/>
                  </a:lnTo>
                  <a:lnTo>
                    <a:pt x="3486790" y="2040533"/>
                  </a:lnTo>
                  <a:lnTo>
                    <a:pt x="3486915" y="2040533"/>
                  </a:lnTo>
                  <a:lnTo>
                    <a:pt x="3487040" y="2040533"/>
                  </a:lnTo>
                  <a:lnTo>
                    <a:pt x="3487165" y="2040533"/>
                  </a:lnTo>
                  <a:lnTo>
                    <a:pt x="3487290" y="2040533"/>
                  </a:lnTo>
                  <a:lnTo>
                    <a:pt x="3487415" y="2040533"/>
                  </a:lnTo>
                  <a:lnTo>
                    <a:pt x="3487540" y="2040533"/>
                  </a:lnTo>
                  <a:lnTo>
                    <a:pt x="3487665" y="2040533"/>
                  </a:lnTo>
                  <a:lnTo>
                    <a:pt x="3487790" y="2040533"/>
                  </a:lnTo>
                  <a:lnTo>
                    <a:pt x="3487915" y="2040533"/>
                  </a:lnTo>
                  <a:lnTo>
                    <a:pt x="3488041" y="2040533"/>
                  </a:lnTo>
                  <a:lnTo>
                    <a:pt x="3488166" y="2040533"/>
                  </a:lnTo>
                  <a:lnTo>
                    <a:pt x="3488291" y="2040533"/>
                  </a:lnTo>
                  <a:lnTo>
                    <a:pt x="3488416" y="2040533"/>
                  </a:lnTo>
                  <a:lnTo>
                    <a:pt x="3488541" y="2040533"/>
                  </a:lnTo>
                  <a:lnTo>
                    <a:pt x="3488666" y="2040533"/>
                  </a:lnTo>
                  <a:lnTo>
                    <a:pt x="3488791" y="2040533"/>
                  </a:lnTo>
                  <a:lnTo>
                    <a:pt x="3488916" y="2040533"/>
                  </a:lnTo>
                  <a:lnTo>
                    <a:pt x="3489041" y="2040533"/>
                  </a:lnTo>
                  <a:lnTo>
                    <a:pt x="3489166" y="2040533"/>
                  </a:lnTo>
                  <a:lnTo>
                    <a:pt x="3489291" y="2040533"/>
                  </a:lnTo>
                  <a:lnTo>
                    <a:pt x="3489416" y="2040533"/>
                  </a:lnTo>
                  <a:lnTo>
                    <a:pt x="3489541" y="2040533"/>
                  </a:lnTo>
                  <a:lnTo>
                    <a:pt x="3489666" y="2040533"/>
                  </a:lnTo>
                  <a:lnTo>
                    <a:pt x="3489791" y="2040533"/>
                  </a:lnTo>
                  <a:lnTo>
                    <a:pt x="3489916" y="2040533"/>
                  </a:lnTo>
                  <a:lnTo>
                    <a:pt x="3490041" y="2040533"/>
                  </a:lnTo>
                  <a:lnTo>
                    <a:pt x="3490166" y="2040533"/>
                  </a:lnTo>
                  <a:lnTo>
                    <a:pt x="3490291" y="2040533"/>
                  </a:lnTo>
                  <a:lnTo>
                    <a:pt x="3490416" y="2040533"/>
                  </a:lnTo>
                  <a:lnTo>
                    <a:pt x="3490541" y="2040533"/>
                  </a:lnTo>
                  <a:lnTo>
                    <a:pt x="3490666" y="2040533"/>
                  </a:lnTo>
                  <a:lnTo>
                    <a:pt x="3490791" y="2040533"/>
                  </a:lnTo>
                  <a:lnTo>
                    <a:pt x="3490916" y="2040533"/>
                  </a:lnTo>
                  <a:lnTo>
                    <a:pt x="3491042" y="2040533"/>
                  </a:lnTo>
                  <a:lnTo>
                    <a:pt x="3491167" y="2040533"/>
                  </a:lnTo>
                  <a:lnTo>
                    <a:pt x="3491292" y="2040533"/>
                  </a:lnTo>
                  <a:lnTo>
                    <a:pt x="3491417" y="2040533"/>
                  </a:lnTo>
                  <a:lnTo>
                    <a:pt x="3491542" y="2040533"/>
                  </a:lnTo>
                  <a:lnTo>
                    <a:pt x="3491667" y="2040533"/>
                  </a:lnTo>
                  <a:lnTo>
                    <a:pt x="3491792" y="2040533"/>
                  </a:lnTo>
                  <a:lnTo>
                    <a:pt x="3491917" y="2040533"/>
                  </a:lnTo>
                  <a:lnTo>
                    <a:pt x="3492042" y="2040533"/>
                  </a:lnTo>
                  <a:lnTo>
                    <a:pt x="3492167" y="2040533"/>
                  </a:lnTo>
                  <a:lnTo>
                    <a:pt x="3492292" y="2040533"/>
                  </a:lnTo>
                  <a:lnTo>
                    <a:pt x="3492417" y="2040533"/>
                  </a:lnTo>
                  <a:lnTo>
                    <a:pt x="3492542" y="2040533"/>
                  </a:lnTo>
                  <a:lnTo>
                    <a:pt x="3492667" y="2040533"/>
                  </a:lnTo>
                  <a:lnTo>
                    <a:pt x="3492792" y="2040533"/>
                  </a:lnTo>
                  <a:lnTo>
                    <a:pt x="3492917" y="2040533"/>
                  </a:lnTo>
                  <a:lnTo>
                    <a:pt x="3493042" y="2040533"/>
                  </a:lnTo>
                  <a:lnTo>
                    <a:pt x="3493167" y="2040533"/>
                  </a:lnTo>
                  <a:lnTo>
                    <a:pt x="3493292" y="2040533"/>
                  </a:lnTo>
                  <a:lnTo>
                    <a:pt x="3493417" y="2040533"/>
                  </a:lnTo>
                  <a:lnTo>
                    <a:pt x="3493542" y="2040533"/>
                  </a:lnTo>
                  <a:lnTo>
                    <a:pt x="3493542" y="2030579"/>
                  </a:lnTo>
                  <a:lnTo>
                    <a:pt x="3493667" y="2030579"/>
                  </a:lnTo>
                  <a:lnTo>
                    <a:pt x="3493792" y="2030579"/>
                  </a:lnTo>
                  <a:lnTo>
                    <a:pt x="3493918" y="2030579"/>
                  </a:lnTo>
                  <a:lnTo>
                    <a:pt x="3494043" y="2030579"/>
                  </a:lnTo>
                  <a:lnTo>
                    <a:pt x="3494168" y="2030579"/>
                  </a:lnTo>
                  <a:lnTo>
                    <a:pt x="3494293" y="2030579"/>
                  </a:lnTo>
                  <a:lnTo>
                    <a:pt x="3494418" y="2030579"/>
                  </a:lnTo>
                  <a:lnTo>
                    <a:pt x="3494543" y="2030579"/>
                  </a:lnTo>
                  <a:lnTo>
                    <a:pt x="3494668" y="2030579"/>
                  </a:lnTo>
                  <a:lnTo>
                    <a:pt x="3494793" y="2030579"/>
                  </a:lnTo>
                  <a:lnTo>
                    <a:pt x="3494918" y="2030579"/>
                  </a:lnTo>
                  <a:lnTo>
                    <a:pt x="3495043" y="2030579"/>
                  </a:lnTo>
                  <a:lnTo>
                    <a:pt x="3495168" y="2030579"/>
                  </a:lnTo>
                  <a:lnTo>
                    <a:pt x="3495293" y="2030579"/>
                  </a:lnTo>
                  <a:lnTo>
                    <a:pt x="3495418" y="2030579"/>
                  </a:lnTo>
                  <a:lnTo>
                    <a:pt x="3495543" y="2030579"/>
                  </a:lnTo>
                  <a:lnTo>
                    <a:pt x="3495668" y="2030579"/>
                  </a:lnTo>
                  <a:lnTo>
                    <a:pt x="3495793" y="2030579"/>
                  </a:lnTo>
                  <a:lnTo>
                    <a:pt x="3495918" y="2030579"/>
                  </a:lnTo>
                  <a:lnTo>
                    <a:pt x="3496043" y="2030579"/>
                  </a:lnTo>
                  <a:lnTo>
                    <a:pt x="3496168" y="2030579"/>
                  </a:lnTo>
                  <a:lnTo>
                    <a:pt x="3496293" y="2030579"/>
                  </a:lnTo>
                  <a:lnTo>
                    <a:pt x="3496418" y="2030579"/>
                  </a:lnTo>
                  <a:lnTo>
                    <a:pt x="3496543" y="2030579"/>
                  </a:lnTo>
                  <a:lnTo>
                    <a:pt x="3496668" y="2030579"/>
                  </a:lnTo>
                  <a:lnTo>
                    <a:pt x="3496793" y="2030579"/>
                  </a:lnTo>
                  <a:lnTo>
                    <a:pt x="3496919" y="2030579"/>
                  </a:lnTo>
                  <a:lnTo>
                    <a:pt x="3497044" y="2030579"/>
                  </a:lnTo>
                  <a:lnTo>
                    <a:pt x="3497169" y="2030579"/>
                  </a:lnTo>
                  <a:lnTo>
                    <a:pt x="3497294" y="2030579"/>
                  </a:lnTo>
                  <a:lnTo>
                    <a:pt x="3497419" y="2030579"/>
                  </a:lnTo>
                  <a:lnTo>
                    <a:pt x="3497544" y="2030579"/>
                  </a:lnTo>
                  <a:lnTo>
                    <a:pt x="3497669" y="2030579"/>
                  </a:lnTo>
                  <a:lnTo>
                    <a:pt x="3497794" y="2030579"/>
                  </a:lnTo>
                  <a:lnTo>
                    <a:pt x="3497919" y="2030579"/>
                  </a:lnTo>
                  <a:lnTo>
                    <a:pt x="3498044" y="2030579"/>
                  </a:lnTo>
                  <a:lnTo>
                    <a:pt x="3498169" y="2030579"/>
                  </a:lnTo>
                  <a:lnTo>
                    <a:pt x="3498294" y="2030579"/>
                  </a:lnTo>
                  <a:lnTo>
                    <a:pt x="3498419" y="2030579"/>
                  </a:lnTo>
                  <a:lnTo>
                    <a:pt x="3498544" y="2030579"/>
                  </a:lnTo>
                  <a:lnTo>
                    <a:pt x="3498669" y="2030579"/>
                  </a:lnTo>
                  <a:lnTo>
                    <a:pt x="3498794" y="2030579"/>
                  </a:lnTo>
                  <a:lnTo>
                    <a:pt x="3498919" y="2030579"/>
                  </a:lnTo>
                  <a:lnTo>
                    <a:pt x="3499044" y="2030579"/>
                  </a:lnTo>
                  <a:lnTo>
                    <a:pt x="3499169" y="2030579"/>
                  </a:lnTo>
                  <a:lnTo>
                    <a:pt x="3499294" y="2030579"/>
                  </a:lnTo>
                  <a:lnTo>
                    <a:pt x="3499419" y="2030579"/>
                  </a:lnTo>
                  <a:lnTo>
                    <a:pt x="3499544" y="2030579"/>
                  </a:lnTo>
                  <a:lnTo>
                    <a:pt x="3499669" y="2030579"/>
                  </a:lnTo>
                  <a:lnTo>
                    <a:pt x="3499794" y="2030579"/>
                  </a:lnTo>
                  <a:lnTo>
                    <a:pt x="3499920" y="2030579"/>
                  </a:lnTo>
                  <a:lnTo>
                    <a:pt x="3500045" y="2030579"/>
                  </a:lnTo>
                  <a:lnTo>
                    <a:pt x="3500170" y="2030579"/>
                  </a:lnTo>
                  <a:lnTo>
                    <a:pt x="3500295" y="2030579"/>
                  </a:lnTo>
                  <a:lnTo>
                    <a:pt x="3500420" y="2030579"/>
                  </a:lnTo>
                  <a:lnTo>
                    <a:pt x="3500545" y="2030579"/>
                  </a:lnTo>
                  <a:lnTo>
                    <a:pt x="3500670" y="2030579"/>
                  </a:lnTo>
                  <a:lnTo>
                    <a:pt x="3500795" y="2030579"/>
                  </a:lnTo>
                  <a:lnTo>
                    <a:pt x="3500920" y="2030579"/>
                  </a:lnTo>
                  <a:lnTo>
                    <a:pt x="3501045" y="2030579"/>
                  </a:lnTo>
                  <a:lnTo>
                    <a:pt x="3501170" y="2030579"/>
                  </a:lnTo>
                  <a:lnTo>
                    <a:pt x="3501295" y="2030579"/>
                  </a:lnTo>
                  <a:lnTo>
                    <a:pt x="3501420" y="2030579"/>
                  </a:lnTo>
                  <a:lnTo>
                    <a:pt x="3501545" y="2030579"/>
                  </a:lnTo>
                  <a:lnTo>
                    <a:pt x="3501670" y="2030579"/>
                  </a:lnTo>
                  <a:lnTo>
                    <a:pt x="3501795" y="2030579"/>
                  </a:lnTo>
                  <a:lnTo>
                    <a:pt x="3501920" y="2030579"/>
                  </a:lnTo>
                  <a:lnTo>
                    <a:pt x="3502045" y="2030579"/>
                  </a:lnTo>
                  <a:lnTo>
                    <a:pt x="3502170" y="2030579"/>
                  </a:lnTo>
                  <a:lnTo>
                    <a:pt x="3502295" y="2030579"/>
                  </a:lnTo>
                  <a:lnTo>
                    <a:pt x="3502420" y="2030579"/>
                  </a:lnTo>
                  <a:lnTo>
                    <a:pt x="3502545" y="2030579"/>
                  </a:lnTo>
                  <a:lnTo>
                    <a:pt x="3502670" y="2030579"/>
                  </a:lnTo>
                  <a:lnTo>
                    <a:pt x="3502795" y="2030579"/>
                  </a:lnTo>
                  <a:lnTo>
                    <a:pt x="3502921" y="2030579"/>
                  </a:lnTo>
                  <a:lnTo>
                    <a:pt x="3503046" y="2030579"/>
                  </a:lnTo>
                  <a:lnTo>
                    <a:pt x="3503171" y="2030579"/>
                  </a:lnTo>
                  <a:lnTo>
                    <a:pt x="3503296" y="2030579"/>
                  </a:lnTo>
                  <a:lnTo>
                    <a:pt x="3503421" y="2030579"/>
                  </a:lnTo>
                  <a:lnTo>
                    <a:pt x="3503546" y="2030579"/>
                  </a:lnTo>
                  <a:lnTo>
                    <a:pt x="3503671" y="2030579"/>
                  </a:lnTo>
                  <a:lnTo>
                    <a:pt x="3503796" y="2030579"/>
                  </a:lnTo>
                  <a:lnTo>
                    <a:pt x="3503921" y="2030579"/>
                  </a:lnTo>
                  <a:lnTo>
                    <a:pt x="3504046" y="2030579"/>
                  </a:lnTo>
                  <a:lnTo>
                    <a:pt x="3504171" y="2030579"/>
                  </a:lnTo>
                  <a:lnTo>
                    <a:pt x="3504296" y="2030579"/>
                  </a:lnTo>
                  <a:lnTo>
                    <a:pt x="3504421" y="2030579"/>
                  </a:lnTo>
                  <a:lnTo>
                    <a:pt x="3504546" y="2030579"/>
                  </a:lnTo>
                  <a:lnTo>
                    <a:pt x="3504671" y="2030579"/>
                  </a:lnTo>
                  <a:lnTo>
                    <a:pt x="3504796" y="2030579"/>
                  </a:lnTo>
                  <a:lnTo>
                    <a:pt x="3504921" y="2030579"/>
                  </a:lnTo>
                  <a:lnTo>
                    <a:pt x="3505046" y="2030579"/>
                  </a:lnTo>
                  <a:lnTo>
                    <a:pt x="3505171" y="2030579"/>
                  </a:lnTo>
                  <a:lnTo>
                    <a:pt x="3505296" y="2030579"/>
                  </a:lnTo>
                  <a:lnTo>
                    <a:pt x="3505421" y="2030579"/>
                  </a:lnTo>
                  <a:lnTo>
                    <a:pt x="3505546" y="2030579"/>
                  </a:lnTo>
                  <a:lnTo>
                    <a:pt x="3505671" y="2030579"/>
                  </a:lnTo>
                  <a:lnTo>
                    <a:pt x="3505796" y="2030579"/>
                  </a:lnTo>
                  <a:lnTo>
                    <a:pt x="3505796" y="2020625"/>
                  </a:lnTo>
                  <a:lnTo>
                    <a:pt x="3505922" y="2020625"/>
                  </a:lnTo>
                  <a:lnTo>
                    <a:pt x="3506047" y="2020625"/>
                  </a:lnTo>
                  <a:lnTo>
                    <a:pt x="3506172" y="2020625"/>
                  </a:lnTo>
                  <a:lnTo>
                    <a:pt x="3506297" y="2020625"/>
                  </a:lnTo>
                  <a:lnTo>
                    <a:pt x="3506422" y="2020625"/>
                  </a:lnTo>
                  <a:lnTo>
                    <a:pt x="3506547" y="2020625"/>
                  </a:lnTo>
                  <a:lnTo>
                    <a:pt x="3506672" y="2020625"/>
                  </a:lnTo>
                  <a:lnTo>
                    <a:pt x="3506797" y="2020625"/>
                  </a:lnTo>
                  <a:lnTo>
                    <a:pt x="3506922" y="2020625"/>
                  </a:lnTo>
                  <a:lnTo>
                    <a:pt x="3507047" y="2020625"/>
                  </a:lnTo>
                  <a:lnTo>
                    <a:pt x="3507172" y="2020625"/>
                  </a:lnTo>
                  <a:lnTo>
                    <a:pt x="3507297" y="2020625"/>
                  </a:lnTo>
                  <a:lnTo>
                    <a:pt x="3507422" y="2020625"/>
                  </a:lnTo>
                  <a:lnTo>
                    <a:pt x="3507547" y="2020625"/>
                  </a:lnTo>
                  <a:lnTo>
                    <a:pt x="3507672" y="2020625"/>
                  </a:lnTo>
                  <a:lnTo>
                    <a:pt x="3507797" y="2020625"/>
                  </a:lnTo>
                  <a:lnTo>
                    <a:pt x="3507922" y="2020625"/>
                  </a:lnTo>
                  <a:lnTo>
                    <a:pt x="3508047" y="2020625"/>
                  </a:lnTo>
                  <a:lnTo>
                    <a:pt x="3508172" y="2020625"/>
                  </a:lnTo>
                  <a:lnTo>
                    <a:pt x="3508297" y="2020625"/>
                  </a:lnTo>
                  <a:lnTo>
                    <a:pt x="3508422" y="2020625"/>
                  </a:lnTo>
                  <a:lnTo>
                    <a:pt x="3508547" y="2020625"/>
                  </a:lnTo>
                  <a:lnTo>
                    <a:pt x="3508672" y="2020625"/>
                  </a:lnTo>
                  <a:lnTo>
                    <a:pt x="3508797" y="2020625"/>
                  </a:lnTo>
                  <a:lnTo>
                    <a:pt x="3508923" y="2020625"/>
                  </a:lnTo>
                  <a:lnTo>
                    <a:pt x="3509048" y="2020625"/>
                  </a:lnTo>
                  <a:lnTo>
                    <a:pt x="3509173" y="2020625"/>
                  </a:lnTo>
                  <a:lnTo>
                    <a:pt x="3509298" y="2020625"/>
                  </a:lnTo>
                  <a:lnTo>
                    <a:pt x="3509423" y="2020625"/>
                  </a:lnTo>
                  <a:lnTo>
                    <a:pt x="3509548" y="2020625"/>
                  </a:lnTo>
                  <a:lnTo>
                    <a:pt x="3509673" y="2020625"/>
                  </a:lnTo>
                  <a:lnTo>
                    <a:pt x="3509798" y="2020625"/>
                  </a:lnTo>
                  <a:lnTo>
                    <a:pt x="3509923" y="2020625"/>
                  </a:lnTo>
                  <a:lnTo>
                    <a:pt x="3510048" y="2020625"/>
                  </a:lnTo>
                  <a:lnTo>
                    <a:pt x="3510173" y="2020625"/>
                  </a:lnTo>
                  <a:lnTo>
                    <a:pt x="3510298" y="2020625"/>
                  </a:lnTo>
                  <a:lnTo>
                    <a:pt x="3510423" y="2020625"/>
                  </a:lnTo>
                  <a:lnTo>
                    <a:pt x="3510548" y="2020625"/>
                  </a:lnTo>
                  <a:lnTo>
                    <a:pt x="3510673" y="2020625"/>
                  </a:lnTo>
                  <a:lnTo>
                    <a:pt x="3510798" y="2020625"/>
                  </a:lnTo>
                  <a:lnTo>
                    <a:pt x="3510923" y="2020625"/>
                  </a:lnTo>
                  <a:lnTo>
                    <a:pt x="3511048" y="2020625"/>
                  </a:lnTo>
                  <a:lnTo>
                    <a:pt x="3511173" y="2020625"/>
                  </a:lnTo>
                  <a:lnTo>
                    <a:pt x="3511298" y="2020625"/>
                  </a:lnTo>
                  <a:lnTo>
                    <a:pt x="3511423" y="2020625"/>
                  </a:lnTo>
                  <a:lnTo>
                    <a:pt x="3511548" y="2020625"/>
                  </a:lnTo>
                  <a:lnTo>
                    <a:pt x="3511673" y="2020625"/>
                  </a:lnTo>
                  <a:lnTo>
                    <a:pt x="3511798" y="2020625"/>
                  </a:lnTo>
                  <a:lnTo>
                    <a:pt x="3511924" y="2020625"/>
                  </a:lnTo>
                  <a:lnTo>
                    <a:pt x="3512049" y="2020625"/>
                  </a:lnTo>
                  <a:lnTo>
                    <a:pt x="3512174" y="2020625"/>
                  </a:lnTo>
                  <a:lnTo>
                    <a:pt x="3512299" y="2020625"/>
                  </a:lnTo>
                  <a:lnTo>
                    <a:pt x="3512424" y="2020625"/>
                  </a:lnTo>
                  <a:lnTo>
                    <a:pt x="3512549" y="2020625"/>
                  </a:lnTo>
                  <a:lnTo>
                    <a:pt x="3512674" y="2020625"/>
                  </a:lnTo>
                  <a:lnTo>
                    <a:pt x="3512799" y="2020625"/>
                  </a:lnTo>
                  <a:lnTo>
                    <a:pt x="3512924" y="2020625"/>
                  </a:lnTo>
                  <a:lnTo>
                    <a:pt x="3513049" y="2020625"/>
                  </a:lnTo>
                  <a:lnTo>
                    <a:pt x="3513174" y="2020625"/>
                  </a:lnTo>
                  <a:lnTo>
                    <a:pt x="3513299" y="2020625"/>
                  </a:lnTo>
                  <a:lnTo>
                    <a:pt x="3513424" y="2020625"/>
                  </a:lnTo>
                  <a:lnTo>
                    <a:pt x="3513549" y="2020625"/>
                  </a:lnTo>
                  <a:lnTo>
                    <a:pt x="3513674" y="2020625"/>
                  </a:lnTo>
                  <a:lnTo>
                    <a:pt x="3513799" y="2020625"/>
                  </a:lnTo>
                  <a:lnTo>
                    <a:pt x="3513924" y="2020625"/>
                  </a:lnTo>
                  <a:lnTo>
                    <a:pt x="3514049" y="2020625"/>
                  </a:lnTo>
                  <a:lnTo>
                    <a:pt x="3514174" y="2020625"/>
                  </a:lnTo>
                  <a:lnTo>
                    <a:pt x="3514299" y="2020625"/>
                  </a:lnTo>
                  <a:lnTo>
                    <a:pt x="3514424" y="2020625"/>
                  </a:lnTo>
                  <a:lnTo>
                    <a:pt x="3514549" y="2020625"/>
                  </a:lnTo>
                  <a:lnTo>
                    <a:pt x="3514674" y="2020625"/>
                  </a:lnTo>
                  <a:lnTo>
                    <a:pt x="3514799" y="2020625"/>
                  </a:lnTo>
                  <a:lnTo>
                    <a:pt x="3514925" y="2020625"/>
                  </a:lnTo>
                  <a:lnTo>
                    <a:pt x="3515050" y="2020625"/>
                  </a:lnTo>
                  <a:lnTo>
                    <a:pt x="3515175" y="2020625"/>
                  </a:lnTo>
                  <a:lnTo>
                    <a:pt x="3515300" y="2020625"/>
                  </a:lnTo>
                  <a:lnTo>
                    <a:pt x="3515425" y="2020625"/>
                  </a:lnTo>
                  <a:lnTo>
                    <a:pt x="3515550" y="2020625"/>
                  </a:lnTo>
                  <a:lnTo>
                    <a:pt x="3515675" y="2020625"/>
                  </a:lnTo>
                  <a:lnTo>
                    <a:pt x="3515800" y="2020625"/>
                  </a:lnTo>
                  <a:lnTo>
                    <a:pt x="3515925" y="2020625"/>
                  </a:lnTo>
                  <a:lnTo>
                    <a:pt x="3516050" y="2020625"/>
                  </a:lnTo>
                  <a:lnTo>
                    <a:pt x="3516175" y="2020625"/>
                  </a:lnTo>
                  <a:lnTo>
                    <a:pt x="3516300" y="2020625"/>
                  </a:lnTo>
                  <a:lnTo>
                    <a:pt x="3516425" y="2020625"/>
                  </a:lnTo>
                  <a:lnTo>
                    <a:pt x="3516550" y="2020625"/>
                  </a:lnTo>
                  <a:lnTo>
                    <a:pt x="3516675" y="2020625"/>
                  </a:lnTo>
                  <a:lnTo>
                    <a:pt x="3516800" y="2020625"/>
                  </a:lnTo>
                  <a:lnTo>
                    <a:pt x="3516925" y="2020625"/>
                  </a:lnTo>
                  <a:lnTo>
                    <a:pt x="3517050" y="2020625"/>
                  </a:lnTo>
                  <a:lnTo>
                    <a:pt x="3517175" y="2020625"/>
                  </a:lnTo>
                  <a:lnTo>
                    <a:pt x="3517300" y="2020625"/>
                  </a:lnTo>
                  <a:lnTo>
                    <a:pt x="3517425" y="2020625"/>
                  </a:lnTo>
                  <a:lnTo>
                    <a:pt x="3517550" y="2020625"/>
                  </a:lnTo>
                  <a:lnTo>
                    <a:pt x="3517675" y="2020625"/>
                  </a:lnTo>
                  <a:lnTo>
                    <a:pt x="3517800" y="2020625"/>
                  </a:lnTo>
                  <a:lnTo>
                    <a:pt x="3517926" y="2020625"/>
                  </a:lnTo>
                  <a:lnTo>
                    <a:pt x="3518051" y="2020625"/>
                  </a:lnTo>
                  <a:lnTo>
                    <a:pt x="3518176" y="2020625"/>
                  </a:lnTo>
                  <a:lnTo>
                    <a:pt x="3518301" y="2020625"/>
                  </a:lnTo>
                  <a:lnTo>
                    <a:pt x="3518301" y="2010672"/>
                  </a:lnTo>
                  <a:lnTo>
                    <a:pt x="3518426" y="2010672"/>
                  </a:lnTo>
                  <a:lnTo>
                    <a:pt x="3518551" y="2010672"/>
                  </a:lnTo>
                  <a:lnTo>
                    <a:pt x="3518676" y="2010672"/>
                  </a:lnTo>
                  <a:lnTo>
                    <a:pt x="3518801" y="2010672"/>
                  </a:lnTo>
                  <a:lnTo>
                    <a:pt x="3518926" y="2010672"/>
                  </a:lnTo>
                  <a:lnTo>
                    <a:pt x="3519051" y="2010672"/>
                  </a:lnTo>
                  <a:lnTo>
                    <a:pt x="3519176" y="2010672"/>
                  </a:lnTo>
                  <a:lnTo>
                    <a:pt x="3519301" y="2010672"/>
                  </a:lnTo>
                  <a:lnTo>
                    <a:pt x="3519426" y="2010672"/>
                  </a:lnTo>
                  <a:lnTo>
                    <a:pt x="3519551" y="2010672"/>
                  </a:lnTo>
                  <a:lnTo>
                    <a:pt x="3519676" y="2010672"/>
                  </a:lnTo>
                  <a:lnTo>
                    <a:pt x="3519801" y="2010672"/>
                  </a:lnTo>
                  <a:lnTo>
                    <a:pt x="3519926" y="2010672"/>
                  </a:lnTo>
                  <a:lnTo>
                    <a:pt x="3520051" y="2010672"/>
                  </a:lnTo>
                  <a:lnTo>
                    <a:pt x="3520176" y="2010672"/>
                  </a:lnTo>
                  <a:lnTo>
                    <a:pt x="3520301" y="2010672"/>
                  </a:lnTo>
                  <a:lnTo>
                    <a:pt x="3520426" y="2010672"/>
                  </a:lnTo>
                  <a:lnTo>
                    <a:pt x="3520551" y="2010672"/>
                  </a:lnTo>
                  <a:lnTo>
                    <a:pt x="3520676" y="2010672"/>
                  </a:lnTo>
                  <a:lnTo>
                    <a:pt x="3520801" y="2010672"/>
                  </a:lnTo>
                  <a:lnTo>
                    <a:pt x="3520927" y="2010672"/>
                  </a:lnTo>
                  <a:lnTo>
                    <a:pt x="3521052" y="2010672"/>
                  </a:lnTo>
                  <a:lnTo>
                    <a:pt x="3521177" y="2010672"/>
                  </a:lnTo>
                  <a:lnTo>
                    <a:pt x="3521302" y="2010672"/>
                  </a:lnTo>
                  <a:lnTo>
                    <a:pt x="3521427" y="2010672"/>
                  </a:lnTo>
                  <a:lnTo>
                    <a:pt x="3521552" y="2010672"/>
                  </a:lnTo>
                  <a:lnTo>
                    <a:pt x="3521677" y="2010672"/>
                  </a:lnTo>
                  <a:lnTo>
                    <a:pt x="3521802" y="2010672"/>
                  </a:lnTo>
                  <a:lnTo>
                    <a:pt x="3521927" y="2010672"/>
                  </a:lnTo>
                  <a:lnTo>
                    <a:pt x="3522052" y="2010672"/>
                  </a:lnTo>
                  <a:lnTo>
                    <a:pt x="3522177" y="2010672"/>
                  </a:lnTo>
                  <a:lnTo>
                    <a:pt x="3522302" y="2010672"/>
                  </a:lnTo>
                  <a:lnTo>
                    <a:pt x="3522427" y="2010672"/>
                  </a:lnTo>
                  <a:lnTo>
                    <a:pt x="3522552" y="2010672"/>
                  </a:lnTo>
                  <a:lnTo>
                    <a:pt x="3522677" y="2010672"/>
                  </a:lnTo>
                  <a:lnTo>
                    <a:pt x="3522802" y="2010672"/>
                  </a:lnTo>
                  <a:lnTo>
                    <a:pt x="3522927" y="2010672"/>
                  </a:lnTo>
                  <a:lnTo>
                    <a:pt x="3523052" y="2010672"/>
                  </a:lnTo>
                  <a:lnTo>
                    <a:pt x="3523177" y="2010672"/>
                  </a:lnTo>
                  <a:lnTo>
                    <a:pt x="3523302" y="2010672"/>
                  </a:lnTo>
                  <a:lnTo>
                    <a:pt x="3523427" y="2010672"/>
                  </a:lnTo>
                  <a:lnTo>
                    <a:pt x="3523552" y="2010672"/>
                  </a:lnTo>
                  <a:lnTo>
                    <a:pt x="3523677" y="2010672"/>
                  </a:lnTo>
                  <a:lnTo>
                    <a:pt x="3523802" y="2010672"/>
                  </a:lnTo>
                  <a:lnTo>
                    <a:pt x="3523928" y="2010672"/>
                  </a:lnTo>
                  <a:lnTo>
                    <a:pt x="3524053" y="2010672"/>
                  </a:lnTo>
                  <a:lnTo>
                    <a:pt x="3524178" y="2010672"/>
                  </a:lnTo>
                  <a:lnTo>
                    <a:pt x="3524178" y="2000718"/>
                  </a:lnTo>
                  <a:lnTo>
                    <a:pt x="3524303" y="2000718"/>
                  </a:lnTo>
                  <a:lnTo>
                    <a:pt x="3524428" y="2000718"/>
                  </a:lnTo>
                  <a:lnTo>
                    <a:pt x="3524553" y="2000718"/>
                  </a:lnTo>
                  <a:lnTo>
                    <a:pt x="3524678" y="2000718"/>
                  </a:lnTo>
                  <a:lnTo>
                    <a:pt x="3524803" y="2000718"/>
                  </a:lnTo>
                  <a:lnTo>
                    <a:pt x="3524928" y="2000718"/>
                  </a:lnTo>
                  <a:lnTo>
                    <a:pt x="3525053" y="2000718"/>
                  </a:lnTo>
                  <a:lnTo>
                    <a:pt x="3525178" y="2000718"/>
                  </a:lnTo>
                  <a:lnTo>
                    <a:pt x="3525303" y="2000718"/>
                  </a:lnTo>
                  <a:lnTo>
                    <a:pt x="3525428" y="2000718"/>
                  </a:lnTo>
                  <a:lnTo>
                    <a:pt x="3525553" y="2000718"/>
                  </a:lnTo>
                  <a:lnTo>
                    <a:pt x="3525678" y="2000718"/>
                  </a:lnTo>
                  <a:lnTo>
                    <a:pt x="3525803" y="2000718"/>
                  </a:lnTo>
                  <a:lnTo>
                    <a:pt x="3525928" y="2000718"/>
                  </a:lnTo>
                  <a:lnTo>
                    <a:pt x="3526053" y="2000718"/>
                  </a:lnTo>
                  <a:lnTo>
                    <a:pt x="3526178" y="2000718"/>
                  </a:lnTo>
                  <a:lnTo>
                    <a:pt x="3526303" y="2000718"/>
                  </a:lnTo>
                  <a:lnTo>
                    <a:pt x="3526428" y="2000718"/>
                  </a:lnTo>
                  <a:lnTo>
                    <a:pt x="3526553" y="2000718"/>
                  </a:lnTo>
                  <a:lnTo>
                    <a:pt x="3526678" y="2000718"/>
                  </a:lnTo>
                  <a:lnTo>
                    <a:pt x="3526803" y="2000718"/>
                  </a:lnTo>
                  <a:lnTo>
                    <a:pt x="3526929" y="2000718"/>
                  </a:lnTo>
                  <a:lnTo>
                    <a:pt x="3527054" y="2000718"/>
                  </a:lnTo>
                  <a:lnTo>
                    <a:pt x="3527179" y="2000718"/>
                  </a:lnTo>
                  <a:lnTo>
                    <a:pt x="3527304" y="2000718"/>
                  </a:lnTo>
                  <a:lnTo>
                    <a:pt x="3527429" y="2000718"/>
                  </a:lnTo>
                  <a:lnTo>
                    <a:pt x="3527554" y="2000718"/>
                  </a:lnTo>
                  <a:lnTo>
                    <a:pt x="3527679" y="2000718"/>
                  </a:lnTo>
                  <a:lnTo>
                    <a:pt x="3527804" y="2000718"/>
                  </a:lnTo>
                  <a:lnTo>
                    <a:pt x="3527929" y="2000718"/>
                  </a:lnTo>
                  <a:lnTo>
                    <a:pt x="3528054" y="2000718"/>
                  </a:lnTo>
                  <a:lnTo>
                    <a:pt x="3528179" y="2000718"/>
                  </a:lnTo>
                  <a:lnTo>
                    <a:pt x="3528304" y="2000718"/>
                  </a:lnTo>
                  <a:lnTo>
                    <a:pt x="3528429" y="2000718"/>
                  </a:lnTo>
                  <a:lnTo>
                    <a:pt x="3528554" y="2000718"/>
                  </a:lnTo>
                  <a:lnTo>
                    <a:pt x="3528679" y="2000718"/>
                  </a:lnTo>
                  <a:lnTo>
                    <a:pt x="3528804" y="2000718"/>
                  </a:lnTo>
                  <a:lnTo>
                    <a:pt x="3528929" y="2000718"/>
                  </a:lnTo>
                  <a:lnTo>
                    <a:pt x="3529054" y="2000718"/>
                  </a:lnTo>
                  <a:lnTo>
                    <a:pt x="3529179" y="2000718"/>
                  </a:lnTo>
                  <a:lnTo>
                    <a:pt x="3529304" y="2000718"/>
                  </a:lnTo>
                  <a:lnTo>
                    <a:pt x="3529429" y="2000718"/>
                  </a:lnTo>
                  <a:lnTo>
                    <a:pt x="3529554" y="2000718"/>
                  </a:lnTo>
                  <a:lnTo>
                    <a:pt x="3529679" y="2000718"/>
                  </a:lnTo>
                  <a:lnTo>
                    <a:pt x="3529804" y="2000718"/>
                  </a:lnTo>
                  <a:lnTo>
                    <a:pt x="3529930" y="2000718"/>
                  </a:lnTo>
                  <a:lnTo>
                    <a:pt x="3530055" y="2000718"/>
                  </a:lnTo>
                  <a:lnTo>
                    <a:pt x="3530180" y="2000718"/>
                  </a:lnTo>
                  <a:lnTo>
                    <a:pt x="3530305" y="2000718"/>
                  </a:lnTo>
                  <a:lnTo>
                    <a:pt x="3530430" y="2000718"/>
                  </a:lnTo>
                  <a:lnTo>
                    <a:pt x="3530555" y="2000718"/>
                  </a:lnTo>
                  <a:lnTo>
                    <a:pt x="3530680" y="2000718"/>
                  </a:lnTo>
                  <a:lnTo>
                    <a:pt x="3530805" y="2000718"/>
                  </a:lnTo>
                  <a:lnTo>
                    <a:pt x="3530930" y="2000718"/>
                  </a:lnTo>
                  <a:lnTo>
                    <a:pt x="3531055" y="2000718"/>
                  </a:lnTo>
                  <a:lnTo>
                    <a:pt x="3531180" y="2000718"/>
                  </a:lnTo>
                  <a:lnTo>
                    <a:pt x="3531305" y="2000718"/>
                  </a:lnTo>
                  <a:lnTo>
                    <a:pt x="3531430" y="2000718"/>
                  </a:lnTo>
                  <a:lnTo>
                    <a:pt x="3531555" y="2000718"/>
                  </a:lnTo>
                  <a:lnTo>
                    <a:pt x="3531680" y="2000718"/>
                  </a:lnTo>
                  <a:lnTo>
                    <a:pt x="3531805" y="2000718"/>
                  </a:lnTo>
                  <a:lnTo>
                    <a:pt x="3531930" y="2000718"/>
                  </a:lnTo>
                  <a:lnTo>
                    <a:pt x="3531930" y="1990764"/>
                  </a:lnTo>
                  <a:lnTo>
                    <a:pt x="3532055" y="1990764"/>
                  </a:lnTo>
                  <a:lnTo>
                    <a:pt x="3532180" y="1990764"/>
                  </a:lnTo>
                  <a:lnTo>
                    <a:pt x="3532305" y="1990764"/>
                  </a:lnTo>
                  <a:lnTo>
                    <a:pt x="3532430" y="1990764"/>
                  </a:lnTo>
                  <a:lnTo>
                    <a:pt x="3532555" y="1990764"/>
                  </a:lnTo>
                  <a:lnTo>
                    <a:pt x="3532680" y="1990764"/>
                  </a:lnTo>
                  <a:lnTo>
                    <a:pt x="3532806" y="1990764"/>
                  </a:lnTo>
                  <a:lnTo>
                    <a:pt x="3532931" y="1990764"/>
                  </a:lnTo>
                  <a:lnTo>
                    <a:pt x="3533056" y="1990764"/>
                  </a:lnTo>
                  <a:lnTo>
                    <a:pt x="3533181" y="1990764"/>
                  </a:lnTo>
                  <a:lnTo>
                    <a:pt x="3533306" y="1990764"/>
                  </a:lnTo>
                  <a:lnTo>
                    <a:pt x="3533431" y="1990764"/>
                  </a:lnTo>
                  <a:lnTo>
                    <a:pt x="3533556" y="1990764"/>
                  </a:lnTo>
                  <a:lnTo>
                    <a:pt x="3533681" y="1990764"/>
                  </a:lnTo>
                  <a:lnTo>
                    <a:pt x="3533806" y="1990764"/>
                  </a:lnTo>
                  <a:lnTo>
                    <a:pt x="3533931" y="1990764"/>
                  </a:lnTo>
                  <a:lnTo>
                    <a:pt x="3534056" y="1990764"/>
                  </a:lnTo>
                  <a:lnTo>
                    <a:pt x="3534181" y="1990764"/>
                  </a:lnTo>
                  <a:lnTo>
                    <a:pt x="3534306" y="1990764"/>
                  </a:lnTo>
                  <a:lnTo>
                    <a:pt x="3534431" y="1990764"/>
                  </a:lnTo>
                  <a:lnTo>
                    <a:pt x="3534556" y="1990764"/>
                  </a:lnTo>
                  <a:lnTo>
                    <a:pt x="3534681" y="1990764"/>
                  </a:lnTo>
                  <a:lnTo>
                    <a:pt x="3534806" y="1990764"/>
                  </a:lnTo>
                  <a:lnTo>
                    <a:pt x="3534931" y="1990764"/>
                  </a:lnTo>
                  <a:lnTo>
                    <a:pt x="3535056" y="1990764"/>
                  </a:lnTo>
                  <a:lnTo>
                    <a:pt x="3535181" y="1990764"/>
                  </a:lnTo>
                  <a:lnTo>
                    <a:pt x="3535306" y="1990764"/>
                  </a:lnTo>
                  <a:lnTo>
                    <a:pt x="3535431" y="1990764"/>
                  </a:lnTo>
                  <a:lnTo>
                    <a:pt x="3535556" y="1990764"/>
                  </a:lnTo>
                  <a:lnTo>
                    <a:pt x="3535681" y="1990764"/>
                  </a:lnTo>
                  <a:lnTo>
                    <a:pt x="3535807" y="1990764"/>
                  </a:lnTo>
                  <a:lnTo>
                    <a:pt x="3535932" y="1990764"/>
                  </a:lnTo>
                  <a:lnTo>
                    <a:pt x="3536057" y="1990764"/>
                  </a:lnTo>
                  <a:lnTo>
                    <a:pt x="3536182" y="1990764"/>
                  </a:lnTo>
                  <a:lnTo>
                    <a:pt x="3536307" y="1990764"/>
                  </a:lnTo>
                  <a:lnTo>
                    <a:pt x="3536432" y="1990764"/>
                  </a:lnTo>
                  <a:lnTo>
                    <a:pt x="3536557" y="1990764"/>
                  </a:lnTo>
                  <a:lnTo>
                    <a:pt x="3536682" y="1990764"/>
                  </a:lnTo>
                  <a:lnTo>
                    <a:pt x="3536807" y="1990764"/>
                  </a:lnTo>
                  <a:lnTo>
                    <a:pt x="3536932" y="1990764"/>
                  </a:lnTo>
                  <a:lnTo>
                    <a:pt x="3537057" y="1990764"/>
                  </a:lnTo>
                  <a:lnTo>
                    <a:pt x="3537182" y="1990764"/>
                  </a:lnTo>
                  <a:lnTo>
                    <a:pt x="3537307" y="1990764"/>
                  </a:lnTo>
                  <a:lnTo>
                    <a:pt x="3537432" y="1990764"/>
                  </a:lnTo>
                  <a:lnTo>
                    <a:pt x="3537557" y="1990764"/>
                  </a:lnTo>
                  <a:lnTo>
                    <a:pt x="3537682" y="1990764"/>
                  </a:lnTo>
                  <a:lnTo>
                    <a:pt x="3537807" y="1990764"/>
                  </a:lnTo>
                  <a:lnTo>
                    <a:pt x="3537932" y="1990764"/>
                  </a:lnTo>
                  <a:lnTo>
                    <a:pt x="3538057" y="1990764"/>
                  </a:lnTo>
                  <a:lnTo>
                    <a:pt x="3538182" y="1990764"/>
                  </a:lnTo>
                  <a:lnTo>
                    <a:pt x="3538307" y="1990764"/>
                  </a:lnTo>
                  <a:lnTo>
                    <a:pt x="3538432" y="1990764"/>
                  </a:lnTo>
                  <a:lnTo>
                    <a:pt x="3538557" y="1990764"/>
                  </a:lnTo>
                  <a:lnTo>
                    <a:pt x="3538682" y="1990764"/>
                  </a:lnTo>
                  <a:lnTo>
                    <a:pt x="3538808" y="1990764"/>
                  </a:lnTo>
                  <a:lnTo>
                    <a:pt x="3538933" y="1990764"/>
                  </a:lnTo>
                  <a:lnTo>
                    <a:pt x="3539058" y="1990764"/>
                  </a:lnTo>
                  <a:lnTo>
                    <a:pt x="3539183" y="1990764"/>
                  </a:lnTo>
                  <a:lnTo>
                    <a:pt x="3539308" y="1990764"/>
                  </a:lnTo>
                  <a:lnTo>
                    <a:pt x="3539433" y="1990764"/>
                  </a:lnTo>
                  <a:lnTo>
                    <a:pt x="3539558" y="1990764"/>
                  </a:lnTo>
                  <a:lnTo>
                    <a:pt x="3539683" y="1990764"/>
                  </a:lnTo>
                  <a:lnTo>
                    <a:pt x="3539808" y="1990764"/>
                  </a:lnTo>
                  <a:lnTo>
                    <a:pt x="3539933" y="1990764"/>
                  </a:lnTo>
                  <a:lnTo>
                    <a:pt x="3540058" y="1990764"/>
                  </a:lnTo>
                  <a:lnTo>
                    <a:pt x="3540183" y="1990764"/>
                  </a:lnTo>
                  <a:lnTo>
                    <a:pt x="3540308" y="1990764"/>
                  </a:lnTo>
                  <a:lnTo>
                    <a:pt x="3540433" y="1990764"/>
                  </a:lnTo>
                  <a:lnTo>
                    <a:pt x="3540558" y="1990764"/>
                  </a:lnTo>
                  <a:lnTo>
                    <a:pt x="3540683" y="1990764"/>
                  </a:lnTo>
                  <a:lnTo>
                    <a:pt x="3540808" y="1990764"/>
                  </a:lnTo>
                  <a:lnTo>
                    <a:pt x="3540933" y="1990764"/>
                  </a:lnTo>
                  <a:lnTo>
                    <a:pt x="3541058" y="1990764"/>
                  </a:lnTo>
                  <a:lnTo>
                    <a:pt x="3541183" y="1990764"/>
                  </a:lnTo>
                  <a:lnTo>
                    <a:pt x="3541308" y="1990764"/>
                  </a:lnTo>
                  <a:lnTo>
                    <a:pt x="3541433" y="1990764"/>
                  </a:lnTo>
                  <a:lnTo>
                    <a:pt x="3541558" y="1990764"/>
                  </a:lnTo>
                  <a:lnTo>
                    <a:pt x="3541683" y="1990764"/>
                  </a:lnTo>
                  <a:lnTo>
                    <a:pt x="3541809" y="1990764"/>
                  </a:lnTo>
                  <a:lnTo>
                    <a:pt x="3541934" y="1990764"/>
                  </a:lnTo>
                  <a:lnTo>
                    <a:pt x="3542059" y="1990764"/>
                  </a:lnTo>
                  <a:lnTo>
                    <a:pt x="3542184" y="1990764"/>
                  </a:lnTo>
                  <a:lnTo>
                    <a:pt x="3542309" y="1990764"/>
                  </a:lnTo>
                  <a:lnTo>
                    <a:pt x="3542434" y="1990764"/>
                  </a:lnTo>
                  <a:lnTo>
                    <a:pt x="3542559" y="1990764"/>
                  </a:lnTo>
                  <a:lnTo>
                    <a:pt x="3542684" y="1990764"/>
                  </a:lnTo>
                  <a:lnTo>
                    <a:pt x="3542809" y="1990764"/>
                  </a:lnTo>
                  <a:lnTo>
                    <a:pt x="3542934" y="1990764"/>
                  </a:lnTo>
                  <a:lnTo>
                    <a:pt x="3543059" y="1990764"/>
                  </a:lnTo>
                  <a:lnTo>
                    <a:pt x="3543184" y="1990764"/>
                  </a:lnTo>
                  <a:lnTo>
                    <a:pt x="3543309" y="1990764"/>
                  </a:lnTo>
                  <a:lnTo>
                    <a:pt x="3543434" y="1990764"/>
                  </a:lnTo>
                  <a:lnTo>
                    <a:pt x="3543559" y="1990764"/>
                  </a:lnTo>
                  <a:lnTo>
                    <a:pt x="3543684" y="1990764"/>
                  </a:lnTo>
                  <a:lnTo>
                    <a:pt x="3543809" y="1990764"/>
                  </a:lnTo>
                  <a:lnTo>
                    <a:pt x="3543934" y="1990764"/>
                  </a:lnTo>
                  <a:lnTo>
                    <a:pt x="3544059" y="1990764"/>
                  </a:lnTo>
                  <a:lnTo>
                    <a:pt x="3544184" y="1990764"/>
                  </a:lnTo>
                  <a:lnTo>
                    <a:pt x="3544309" y="1990764"/>
                  </a:lnTo>
                  <a:lnTo>
                    <a:pt x="3544434" y="1990764"/>
                  </a:lnTo>
                  <a:lnTo>
                    <a:pt x="3544559" y="1990764"/>
                  </a:lnTo>
                  <a:lnTo>
                    <a:pt x="3544684" y="1990764"/>
                  </a:lnTo>
                  <a:lnTo>
                    <a:pt x="3544810" y="1990764"/>
                  </a:lnTo>
                  <a:lnTo>
                    <a:pt x="3544935" y="1990764"/>
                  </a:lnTo>
                  <a:lnTo>
                    <a:pt x="3545060" y="1990764"/>
                  </a:lnTo>
                  <a:lnTo>
                    <a:pt x="3545185" y="1990764"/>
                  </a:lnTo>
                  <a:lnTo>
                    <a:pt x="3545310" y="1990764"/>
                  </a:lnTo>
                  <a:lnTo>
                    <a:pt x="3545435" y="1990764"/>
                  </a:lnTo>
                  <a:lnTo>
                    <a:pt x="3545560" y="1990764"/>
                  </a:lnTo>
                  <a:lnTo>
                    <a:pt x="3545685" y="1990764"/>
                  </a:lnTo>
                  <a:lnTo>
                    <a:pt x="3545810" y="1990764"/>
                  </a:lnTo>
                  <a:lnTo>
                    <a:pt x="3545935" y="1990764"/>
                  </a:lnTo>
                  <a:lnTo>
                    <a:pt x="3546060" y="1990764"/>
                  </a:lnTo>
                  <a:lnTo>
                    <a:pt x="3546185" y="1990764"/>
                  </a:lnTo>
                  <a:lnTo>
                    <a:pt x="3546310" y="1990764"/>
                  </a:lnTo>
                  <a:lnTo>
                    <a:pt x="3546435" y="1990764"/>
                  </a:lnTo>
                  <a:lnTo>
                    <a:pt x="3546560" y="1990764"/>
                  </a:lnTo>
                  <a:lnTo>
                    <a:pt x="3546685" y="1990764"/>
                  </a:lnTo>
                  <a:lnTo>
                    <a:pt x="3546810" y="1990764"/>
                  </a:lnTo>
                  <a:lnTo>
                    <a:pt x="3546935" y="1990764"/>
                  </a:lnTo>
                  <a:lnTo>
                    <a:pt x="3547060" y="1990764"/>
                  </a:lnTo>
                  <a:lnTo>
                    <a:pt x="3547185" y="1990764"/>
                  </a:lnTo>
                  <a:lnTo>
                    <a:pt x="3547310" y="1990764"/>
                  </a:lnTo>
                  <a:lnTo>
                    <a:pt x="3547435" y="1990764"/>
                  </a:lnTo>
                  <a:lnTo>
                    <a:pt x="3547560" y="1990764"/>
                  </a:lnTo>
                  <a:lnTo>
                    <a:pt x="3547685" y="1990764"/>
                  </a:lnTo>
                  <a:lnTo>
                    <a:pt x="3547811" y="1990764"/>
                  </a:lnTo>
                  <a:lnTo>
                    <a:pt x="3547936" y="1990764"/>
                  </a:lnTo>
                  <a:lnTo>
                    <a:pt x="3548061" y="1990764"/>
                  </a:lnTo>
                  <a:lnTo>
                    <a:pt x="3548186" y="1990764"/>
                  </a:lnTo>
                  <a:lnTo>
                    <a:pt x="3548311" y="1990764"/>
                  </a:lnTo>
                  <a:lnTo>
                    <a:pt x="3548436" y="1990764"/>
                  </a:lnTo>
                  <a:lnTo>
                    <a:pt x="3548561" y="1990764"/>
                  </a:lnTo>
                  <a:lnTo>
                    <a:pt x="3548686" y="1990764"/>
                  </a:lnTo>
                  <a:lnTo>
                    <a:pt x="3548811" y="1990764"/>
                  </a:lnTo>
                  <a:lnTo>
                    <a:pt x="3548936" y="1990764"/>
                  </a:lnTo>
                  <a:lnTo>
                    <a:pt x="3549061" y="1990764"/>
                  </a:lnTo>
                  <a:lnTo>
                    <a:pt x="3549186" y="1990764"/>
                  </a:lnTo>
                  <a:lnTo>
                    <a:pt x="3549311" y="1990764"/>
                  </a:lnTo>
                  <a:lnTo>
                    <a:pt x="3549436" y="1990764"/>
                  </a:lnTo>
                  <a:lnTo>
                    <a:pt x="3549561" y="1990764"/>
                  </a:lnTo>
                  <a:lnTo>
                    <a:pt x="3549686" y="1990764"/>
                  </a:lnTo>
                  <a:lnTo>
                    <a:pt x="3549811" y="1990764"/>
                  </a:lnTo>
                  <a:lnTo>
                    <a:pt x="3549936" y="1990764"/>
                  </a:lnTo>
                  <a:lnTo>
                    <a:pt x="3550061" y="1990764"/>
                  </a:lnTo>
                  <a:lnTo>
                    <a:pt x="3550186" y="1990764"/>
                  </a:lnTo>
                  <a:lnTo>
                    <a:pt x="3550311" y="1990764"/>
                  </a:lnTo>
                  <a:lnTo>
                    <a:pt x="3550436" y="1990764"/>
                  </a:lnTo>
                  <a:lnTo>
                    <a:pt x="3550561" y="1990764"/>
                  </a:lnTo>
                  <a:lnTo>
                    <a:pt x="3550686" y="1990764"/>
                  </a:lnTo>
                  <a:lnTo>
                    <a:pt x="3550812" y="1990764"/>
                  </a:lnTo>
                  <a:lnTo>
                    <a:pt x="3550937" y="1990764"/>
                  </a:lnTo>
                  <a:lnTo>
                    <a:pt x="3551062" y="1990764"/>
                  </a:lnTo>
                  <a:lnTo>
                    <a:pt x="3551187" y="1990764"/>
                  </a:lnTo>
                  <a:lnTo>
                    <a:pt x="3551312" y="1990764"/>
                  </a:lnTo>
                  <a:lnTo>
                    <a:pt x="3551437" y="1990764"/>
                  </a:lnTo>
                  <a:lnTo>
                    <a:pt x="3551562" y="1990764"/>
                  </a:lnTo>
                  <a:lnTo>
                    <a:pt x="3551687" y="1990764"/>
                  </a:lnTo>
                  <a:lnTo>
                    <a:pt x="3551812" y="1990764"/>
                  </a:lnTo>
                  <a:lnTo>
                    <a:pt x="3551937" y="1990764"/>
                  </a:lnTo>
                  <a:lnTo>
                    <a:pt x="3552062" y="1990764"/>
                  </a:lnTo>
                  <a:lnTo>
                    <a:pt x="3552187" y="1990764"/>
                  </a:lnTo>
                  <a:lnTo>
                    <a:pt x="3552312" y="1990764"/>
                  </a:lnTo>
                  <a:lnTo>
                    <a:pt x="3552437" y="1990764"/>
                  </a:lnTo>
                  <a:lnTo>
                    <a:pt x="3552562" y="1990764"/>
                  </a:lnTo>
                  <a:lnTo>
                    <a:pt x="3552687" y="1990764"/>
                  </a:lnTo>
                  <a:lnTo>
                    <a:pt x="3552812" y="1990764"/>
                  </a:lnTo>
                  <a:lnTo>
                    <a:pt x="3552937" y="1990764"/>
                  </a:lnTo>
                  <a:lnTo>
                    <a:pt x="3553062" y="1990764"/>
                  </a:lnTo>
                  <a:lnTo>
                    <a:pt x="3553187" y="1990764"/>
                  </a:lnTo>
                  <a:lnTo>
                    <a:pt x="3553312" y="1990764"/>
                  </a:lnTo>
                  <a:lnTo>
                    <a:pt x="3553437" y="1990764"/>
                  </a:lnTo>
                  <a:lnTo>
                    <a:pt x="3553562" y="1990764"/>
                  </a:lnTo>
                  <a:lnTo>
                    <a:pt x="3553687" y="1990764"/>
                  </a:lnTo>
                  <a:lnTo>
                    <a:pt x="3553813" y="1990764"/>
                  </a:lnTo>
                  <a:lnTo>
                    <a:pt x="3553938" y="1990764"/>
                  </a:lnTo>
                  <a:lnTo>
                    <a:pt x="3554063" y="1990764"/>
                  </a:lnTo>
                  <a:lnTo>
                    <a:pt x="3554188" y="1990764"/>
                  </a:lnTo>
                  <a:lnTo>
                    <a:pt x="3554313" y="1990764"/>
                  </a:lnTo>
                  <a:lnTo>
                    <a:pt x="3554438" y="1990764"/>
                  </a:lnTo>
                  <a:lnTo>
                    <a:pt x="3554563" y="1990764"/>
                  </a:lnTo>
                  <a:lnTo>
                    <a:pt x="3554688" y="1990764"/>
                  </a:lnTo>
                  <a:lnTo>
                    <a:pt x="3554813" y="1990764"/>
                  </a:lnTo>
                  <a:lnTo>
                    <a:pt x="3554938" y="1990764"/>
                  </a:lnTo>
                  <a:lnTo>
                    <a:pt x="3555063" y="1990764"/>
                  </a:lnTo>
                  <a:lnTo>
                    <a:pt x="3555188" y="1990764"/>
                  </a:lnTo>
                  <a:lnTo>
                    <a:pt x="3555313" y="1990764"/>
                  </a:lnTo>
                  <a:lnTo>
                    <a:pt x="3555438" y="1990764"/>
                  </a:lnTo>
                  <a:lnTo>
                    <a:pt x="3555563" y="1990764"/>
                  </a:lnTo>
                  <a:lnTo>
                    <a:pt x="3555688" y="1990764"/>
                  </a:lnTo>
                  <a:lnTo>
                    <a:pt x="3555813" y="1990764"/>
                  </a:lnTo>
                  <a:lnTo>
                    <a:pt x="3555938" y="1990764"/>
                  </a:lnTo>
                  <a:lnTo>
                    <a:pt x="3556063" y="1990764"/>
                  </a:lnTo>
                  <a:lnTo>
                    <a:pt x="3556188" y="1990764"/>
                  </a:lnTo>
                  <a:lnTo>
                    <a:pt x="3556313" y="1990764"/>
                  </a:lnTo>
                  <a:lnTo>
                    <a:pt x="3556438" y="1990764"/>
                  </a:lnTo>
                  <a:lnTo>
                    <a:pt x="3556563" y="1990764"/>
                  </a:lnTo>
                  <a:lnTo>
                    <a:pt x="3556688" y="1990764"/>
                  </a:lnTo>
                  <a:lnTo>
                    <a:pt x="3556814" y="1990764"/>
                  </a:lnTo>
                  <a:lnTo>
                    <a:pt x="3556939" y="1990764"/>
                  </a:lnTo>
                  <a:lnTo>
                    <a:pt x="3557064" y="1990764"/>
                  </a:lnTo>
                  <a:lnTo>
                    <a:pt x="3557189" y="1990764"/>
                  </a:lnTo>
                  <a:lnTo>
                    <a:pt x="3557314" y="1990764"/>
                  </a:lnTo>
                  <a:lnTo>
                    <a:pt x="3557439" y="1990764"/>
                  </a:lnTo>
                  <a:lnTo>
                    <a:pt x="3557564" y="1990764"/>
                  </a:lnTo>
                  <a:lnTo>
                    <a:pt x="3557689" y="1990764"/>
                  </a:lnTo>
                  <a:lnTo>
                    <a:pt x="3557814" y="1990764"/>
                  </a:lnTo>
                  <a:lnTo>
                    <a:pt x="3557939" y="1990764"/>
                  </a:lnTo>
                  <a:lnTo>
                    <a:pt x="3558064" y="1990764"/>
                  </a:lnTo>
                  <a:lnTo>
                    <a:pt x="3558189" y="1990764"/>
                  </a:lnTo>
                  <a:lnTo>
                    <a:pt x="3558314" y="1990764"/>
                  </a:lnTo>
                  <a:lnTo>
                    <a:pt x="3558439" y="1990764"/>
                  </a:lnTo>
                  <a:lnTo>
                    <a:pt x="3558564" y="1990764"/>
                  </a:lnTo>
                  <a:lnTo>
                    <a:pt x="3558689" y="1990764"/>
                  </a:lnTo>
                  <a:lnTo>
                    <a:pt x="3558814" y="1990764"/>
                  </a:lnTo>
                  <a:lnTo>
                    <a:pt x="3558939" y="1990764"/>
                  </a:lnTo>
                  <a:lnTo>
                    <a:pt x="3559064" y="1990764"/>
                  </a:lnTo>
                  <a:lnTo>
                    <a:pt x="3559189" y="1990764"/>
                  </a:lnTo>
                  <a:lnTo>
                    <a:pt x="3559314" y="1990764"/>
                  </a:lnTo>
                  <a:lnTo>
                    <a:pt x="3559439" y="1990764"/>
                  </a:lnTo>
                  <a:lnTo>
                    <a:pt x="3559564" y="1990764"/>
                  </a:lnTo>
                  <a:lnTo>
                    <a:pt x="3559689" y="1990764"/>
                  </a:lnTo>
                  <a:lnTo>
                    <a:pt x="3559815" y="1990764"/>
                  </a:lnTo>
                  <a:lnTo>
                    <a:pt x="3559940" y="1990764"/>
                  </a:lnTo>
                  <a:lnTo>
                    <a:pt x="3560065" y="1990764"/>
                  </a:lnTo>
                  <a:lnTo>
                    <a:pt x="3560190" y="1990764"/>
                  </a:lnTo>
                  <a:lnTo>
                    <a:pt x="3560315" y="1990764"/>
                  </a:lnTo>
                  <a:lnTo>
                    <a:pt x="3560440" y="1990764"/>
                  </a:lnTo>
                  <a:lnTo>
                    <a:pt x="3560565" y="1990764"/>
                  </a:lnTo>
                  <a:lnTo>
                    <a:pt x="3560690" y="1990764"/>
                  </a:lnTo>
                  <a:lnTo>
                    <a:pt x="3560815" y="1990764"/>
                  </a:lnTo>
                  <a:lnTo>
                    <a:pt x="3560940" y="1990764"/>
                  </a:lnTo>
                  <a:lnTo>
                    <a:pt x="3561065" y="1990764"/>
                  </a:lnTo>
                  <a:lnTo>
                    <a:pt x="3561190" y="1990764"/>
                  </a:lnTo>
                  <a:lnTo>
                    <a:pt x="3561315" y="1990764"/>
                  </a:lnTo>
                  <a:lnTo>
                    <a:pt x="3561440" y="1990764"/>
                  </a:lnTo>
                  <a:lnTo>
                    <a:pt x="3561565" y="1990764"/>
                  </a:lnTo>
                  <a:lnTo>
                    <a:pt x="3561690" y="1990764"/>
                  </a:lnTo>
                  <a:lnTo>
                    <a:pt x="3561815" y="1990764"/>
                  </a:lnTo>
                  <a:lnTo>
                    <a:pt x="3561940" y="1990764"/>
                  </a:lnTo>
                  <a:lnTo>
                    <a:pt x="3562065" y="1990764"/>
                  </a:lnTo>
                  <a:lnTo>
                    <a:pt x="3562065" y="1980810"/>
                  </a:lnTo>
                  <a:lnTo>
                    <a:pt x="3562190" y="1980810"/>
                  </a:lnTo>
                  <a:lnTo>
                    <a:pt x="3562315" y="1980810"/>
                  </a:lnTo>
                  <a:lnTo>
                    <a:pt x="3562440" y="1980810"/>
                  </a:lnTo>
                  <a:lnTo>
                    <a:pt x="3562565" y="1980810"/>
                  </a:lnTo>
                  <a:lnTo>
                    <a:pt x="3562690" y="1980810"/>
                  </a:lnTo>
                  <a:lnTo>
                    <a:pt x="3562816" y="1980810"/>
                  </a:lnTo>
                  <a:lnTo>
                    <a:pt x="3562941" y="1980810"/>
                  </a:lnTo>
                  <a:lnTo>
                    <a:pt x="3563066" y="1980810"/>
                  </a:lnTo>
                  <a:lnTo>
                    <a:pt x="3563191" y="1980810"/>
                  </a:lnTo>
                  <a:lnTo>
                    <a:pt x="3563316" y="1980810"/>
                  </a:lnTo>
                  <a:lnTo>
                    <a:pt x="3563441" y="1980810"/>
                  </a:lnTo>
                  <a:lnTo>
                    <a:pt x="3563566" y="1980810"/>
                  </a:lnTo>
                  <a:lnTo>
                    <a:pt x="3563691" y="1980810"/>
                  </a:lnTo>
                  <a:lnTo>
                    <a:pt x="3563816" y="1980810"/>
                  </a:lnTo>
                  <a:lnTo>
                    <a:pt x="3563941" y="1980810"/>
                  </a:lnTo>
                  <a:lnTo>
                    <a:pt x="3564066" y="1980810"/>
                  </a:lnTo>
                  <a:lnTo>
                    <a:pt x="3564191" y="1980810"/>
                  </a:lnTo>
                  <a:lnTo>
                    <a:pt x="3564316" y="1980810"/>
                  </a:lnTo>
                  <a:lnTo>
                    <a:pt x="3564441" y="1980810"/>
                  </a:lnTo>
                  <a:lnTo>
                    <a:pt x="3564566" y="1980810"/>
                  </a:lnTo>
                  <a:lnTo>
                    <a:pt x="3564691" y="1980810"/>
                  </a:lnTo>
                  <a:lnTo>
                    <a:pt x="3564816" y="1980810"/>
                  </a:lnTo>
                  <a:lnTo>
                    <a:pt x="3564941" y="1980810"/>
                  </a:lnTo>
                  <a:lnTo>
                    <a:pt x="3565066" y="1980810"/>
                  </a:lnTo>
                  <a:lnTo>
                    <a:pt x="3565191" y="1980810"/>
                  </a:lnTo>
                  <a:lnTo>
                    <a:pt x="3565316" y="1980810"/>
                  </a:lnTo>
                  <a:lnTo>
                    <a:pt x="3565441" y="1980810"/>
                  </a:lnTo>
                  <a:lnTo>
                    <a:pt x="3565566" y="1980810"/>
                  </a:lnTo>
                  <a:lnTo>
                    <a:pt x="3565691" y="1980810"/>
                  </a:lnTo>
                  <a:lnTo>
                    <a:pt x="3565817" y="1980810"/>
                  </a:lnTo>
                  <a:lnTo>
                    <a:pt x="3565942" y="1980810"/>
                  </a:lnTo>
                  <a:lnTo>
                    <a:pt x="3566067" y="1980810"/>
                  </a:lnTo>
                  <a:lnTo>
                    <a:pt x="3566192" y="1980810"/>
                  </a:lnTo>
                  <a:lnTo>
                    <a:pt x="3566317" y="1980810"/>
                  </a:lnTo>
                  <a:lnTo>
                    <a:pt x="3566442" y="1980810"/>
                  </a:lnTo>
                  <a:lnTo>
                    <a:pt x="3566567" y="1980810"/>
                  </a:lnTo>
                  <a:lnTo>
                    <a:pt x="3566692" y="1980810"/>
                  </a:lnTo>
                  <a:lnTo>
                    <a:pt x="3566817" y="1980810"/>
                  </a:lnTo>
                  <a:lnTo>
                    <a:pt x="3566942" y="1980810"/>
                  </a:lnTo>
                  <a:lnTo>
                    <a:pt x="3567067" y="1980810"/>
                  </a:lnTo>
                  <a:lnTo>
                    <a:pt x="3567192" y="1980810"/>
                  </a:lnTo>
                  <a:lnTo>
                    <a:pt x="3567317" y="1980810"/>
                  </a:lnTo>
                  <a:lnTo>
                    <a:pt x="3567442" y="1980810"/>
                  </a:lnTo>
                  <a:lnTo>
                    <a:pt x="3567567" y="1980810"/>
                  </a:lnTo>
                  <a:lnTo>
                    <a:pt x="3567692" y="1980810"/>
                  </a:lnTo>
                  <a:lnTo>
                    <a:pt x="3567817" y="1980810"/>
                  </a:lnTo>
                  <a:lnTo>
                    <a:pt x="3567942" y="1980810"/>
                  </a:lnTo>
                  <a:lnTo>
                    <a:pt x="3568067" y="1980810"/>
                  </a:lnTo>
                  <a:lnTo>
                    <a:pt x="3568192" y="1980810"/>
                  </a:lnTo>
                  <a:lnTo>
                    <a:pt x="3568317" y="1980810"/>
                  </a:lnTo>
                  <a:lnTo>
                    <a:pt x="3568442" y="1980810"/>
                  </a:lnTo>
                  <a:lnTo>
                    <a:pt x="3568567" y="1980810"/>
                  </a:lnTo>
                  <a:lnTo>
                    <a:pt x="3568692" y="1980810"/>
                  </a:lnTo>
                  <a:lnTo>
                    <a:pt x="3568818" y="1980810"/>
                  </a:lnTo>
                  <a:lnTo>
                    <a:pt x="3568943" y="1980810"/>
                  </a:lnTo>
                  <a:lnTo>
                    <a:pt x="3569068" y="1980810"/>
                  </a:lnTo>
                  <a:lnTo>
                    <a:pt x="3569193" y="1980810"/>
                  </a:lnTo>
                  <a:lnTo>
                    <a:pt x="3569318" y="1980810"/>
                  </a:lnTo>
                  <a:lnTo>
                    <a:pt x="3569443" y="1980810"/>
                  </a:lnTo>
                  <a:lnTo>
                    <a:pt x="3569568" y="1980810"/>
                  </a:lnTo>
                  <a:lnTo>
                    <a:pt x="3569693" y="1980810"/>
                  </a:lnTo>
                  <a:lnTo>
                    <a:pt x="3569818" y="1980810"/>
                  </a:lnTo>
                  <a:lnTo>
                    <a:pt x="3569943" y="1980810"/>
                  </a:lnTo>
                  <a:lnTo>
                    <a:pt x="3570068" y="1980810"/>
                  </a:lnTo>
                  <a:lnTo>
                    <a:pt x="3570193" y="1980810"/>
                  </a:lnTo>
                  <a:lnTo>
                    <a:pt x="3570318" y="1980810"/>
                  </a:lnTo>
                  <a:lnTo>
                    <a:pt x="3570443" y="1980810"/>
                  </a:lnTo>
                  <a:lnTo>
                    <a:pt x="3570568" y="1980810"/>
                  </a:lnTo>
                  <a:lnTo>
                    <a:pt x="3570693" y="1980810"/>
                  </a:lnTo>
                  <a:lnTo>
                    <a:pt x="3570818" y="1980810"/>
                  </a:lnTo>
                  <a:lnTo>
                    <a:pt x="3570943" y="1980810"/>
                  </a:lnTo>
                  <a:lnTo>
                    <a:pt x="3571068" y="1980810"/>
                  </a:lnTo>
                  <a:lnTo>
                    <a:pt x="3571193" y="1980810"/>
                  </a:lnTo>
                  <a:lnTo>
                    <a:pt x="3571318" y="1980810"/>
                  </a:lnTo>
                  <a:lnTo>
                    <a:pt x="3571443" y="1980810"/>
                  </a:lnTo>
                  <a:lnTo>
                    <a:pt x="3571568" y="1980810"/>
                  </a:lnTo>
                  <a:lnTo>
                    <a:pt x="3571694" y="1980810"/>
                  </a:lnTo>
                  <a:lnTo>
                    <a:pt x="3571819" y="1980810"/>
                  </a:lnTo>
                  <a:lnTo>
                    <a:pt x="3571944" y="1980810"/>
                  </a:lnTo>
                  <a:lnTo>
                    <a:pt x="3572069" y="1980810"/>
                  </a:lnTo>
                  <a:lnTo>
                    <a:pt x="3572194" y="1980810"/>
                  </a:lnTo>
                  <a:lnTo>
                    <a:pt x="3572319" y="1980810"/>
                  </a:lnTo>
                  <a:lnTo>
                    <a:pt x="3572444" y="1980810"/>
                  </a:lnTo>
                  <a:lnTo>
                    <a:pt x="3572569" y="1980810"/>
                  </a:lnTo>
                  <a:lnTo>
                    <a:pt x="3572694" y="1980810"/>
                  </a:lnTo>
                  <a:lnTo>
                    <a:pt x="3572819" y="1980810"/>
                  </a:lnTo>
                  <a:lnTo>
                    <a:pt x="3572944" y="1980810"/>
                  </a:lnTo>
                  <a:lnTo>
                    <a:pt x="3573069" y="1980810"/>
                  </a:lnTo>
                  <a:lnTo>
                    <a:pt x="3573194" y="1980810"/>
                  </a:lnTo>
                  <a:lnTo>
                    <a:pt x="3573319" y="1980810"/>
                  </a:lnTo>
                  <a:lnTo>
                    <a:pt x="3573444" y="1980810"/>
                  </a:lnTo>
                  <a:lnTo>
                    <a:pt x="3573569" y="1980810"/>
                  </a:lnTo>
                  <a:lnTo>
                    <a:pt x="3573694" y="1980810"/>
                  </a:lnTo>
                  <a:lnTo>
                    <a:pt x="3573819" y="1980810"/>
                  </a:lnTo>
                  <a:lnTo>
                    <a:pt x="3573944" y="1980810"/>
                  </a:lnTo>
                  <a:lnTo>
                    <a:pt x="3574069" y="1980810"/>
                  </a:lnTo>
                  <a:lnTo>
                    <a:pt x="3574194" y="1980810"/>
                  </a:lnTo>
                  <a:lnTo>
                    <a:pt x="3574319" y="1980810"/>
                  </a:lnTo>
                  <a:lnTo>
                    <a:pt x="3574444" y="1980810"/>
                  </a:lnTo>
                  <a:lnTo>
                    <a:pt x="3574569" y="1980810"/>
                  </a:lnTo>
                  <a:lnTo>
                    <a:pt x="3574695" y="1980810"/>
                  </a:lnTo>
                  <a:lnTo>
                    <a:pt x="3574820" y="1980810"/>
                  </a:lnTo>
                  <a:lnTo>
                    <a:pt x="3574945" y="1980810"/>
                  </a:lnTo>
                  <a:lnTo>
                    <a:pt x="3575070" y="1980810"/>
                  </a:lnTo>
                  <a:lnTo>
                    <a:pt x="3575195" y="1980810"/>
                  </a:lnTo>
                  <a:lnTo>
                    <a:pt x="3575320" y="1980810"/>
                  </a:lnTo>
                  <a:lnTo>
                    <a:pt x="3575445" y="1980810"/>
                  </a:lnTo>
                  <a:lnTo>
                    <a:pt x="3575570" y="1980810"/>
                  </a:lnTo>
                  <a:lnTo>
                    <a:pt x="3575695" y="1980810"/>
                  </a:lnTo>
                  <a:lnTo>
                    <a:pt x="3575820" y="1980810"/>
                  </a:lnTo>
                  <a:lnTo>
                    <a:pt x="3575945" y="1980810"/>
                  </a:lnTo>
                  <a:lnTo>
                    <a:pt x="3576070" y="1980810"/>
                  </a:lnTo>
                  <a:lnTo>
                    <a:pt x="3576195" y="1980810"/>
                  </a:lnTo>
                  <a:lnTo>
                    <a:pt x="3576320" y="1980810"/>
                  </a:lnTo>
                  <a:lnTo>
                    <a:pt x="3576445" y="1980810"/>
                  </a:lnTo>
                  <a:lnTo>
                    <a:pt x="3576570" y="1980810"/>
                  </a:lnTo>
                  <a:lnTo>
                    <a:pt x="3576695" y="1980810"/>
                  </a:lnTo>
                  <a:lnTo>
                    <a:pt x="3576820" y="1980810"/>
                  </a:lnTo>
                  <a:lnTo>
                    <a:pt x="3576945" y="1980810"/>
                  </a:lnTo>
                  <a:lnTo>
                    <a:pt x="3577070" y="1980810"/>
                  </a:lnTo>
                  <a:lnTo>
                    <a:pt x="3577195" y="1980810"/>
                  </a:lnTo>
                  <a:lnTo>
                    <a:pt x="3577320" y="1980810"/>
                  </a:lnTo>
                  <a:lnTo>
                    <a:pt x="3577445" y="1980810"/>
                  </a:lnTo>
                  <a:lnTo>
                    <a:pt x="3577570" y="1980810"/>
                  </a:lnTo>
                  <a:lnTo>
                    <a:pt x="3577696" y="1980810"/>
                  </a:lnTo>
                  <a:lnTo>
                    <a:pt x="3577821" y="1980810"/>
                  </a:lnTo>
                  <a:lnTo>
                    <a:pt x="3577946" y="1980810"/>
                  </a:lnTo>
                  <a:lnTo>
                    <a:pt x="3578071" y="1980810"/>
                  </a:lnTo>
                  <a:lnTo>
                    <a:pt x="3578196" y="1980810"/>
                  </a:lnTo>
                  <a:lnTo>
                    <a:pt x="3578321" y="1980810"/>
                  </a:lnTo>
                  <a:lnTo>
                    <a:pt x="3578446" y="1980810"/>
                  </a:lnTo>
                  <a:lnTo>
                    <a:pt x="3578571" y="1980810"/>
                  </a:lnTo>
                  <a:lnTo>
                    <a:pt x="3578696" y="1980810"/>
                  </a:lnTo>
                  <a:lnTo>
                    <a:pt x="3578821" y="1980810"/>
                  </a:lnTo>
                  <a:lnTo>
                    <a:pt x="3578946" y="1980810"/>
                  </a:lnTo>
                  <a:lnTo>
                    <a:pt x="3579071" y="1980810"/>
                  </a:lnTo>
                  <a:lnTo>
                    <a:pt x="3579196" y="1980810"/>
                  </a:lnTo>
                  <a:lnTo>
                    <a:pt x="3579321" y="1980810"/>
                  </a:lnTo>
                  <a:lnTo>
                    <a:pt x="3579446" y="1980810"/>
                  </a:lnTo>
                  <a:lnTo>
                    <a:pt x="3579571" y="1980810"/>
                  </a:lnTo>
                  <a:lnTo>
                    <a:pt x="3579696" y="1980810"/>
                  </a:lnTo>
                  <a:lnTo>
                    <a:pt x="3579821" y="1980810"/>
                  </a:lnTo>
                  <a:lnTo>
                    <a:pt x="3579946" y="1980810"/>
                  </a:lnTo>
                  <a:lnTo>
                    <a:pt x="3580071" y="1980810"/>
                  </a:lnTo>
                  <a:lnTo>
                    <a:pt x="3580196" y="1980810"/>
                  </a:lnTo>
                  <a:lnTo>
                    <a:pt x="3580321" y="1980810"/>
                  </a:lnTo>
                  <a:lnTo>
                    <a:pt x="3580446" y="1980810"/>
                  </a:lnTo>
                  <a:lnTo>
                    <a:pt x="3580571" y="1980810"/>
                  </a:lnTo>
                  <a:lnTo>
                    <a:pt x="3580697" y="1980810"/>
                  </a:lnTo>
                  <a:lnTo>
                    <a:pt x="3580822" y="1980810"/>
                  </a:lnTo>
                  <a:lnTo>
                    <a:pt x="3580947" y="1980810"/>
                  </a:lnTo>
                  <a:lnTo>
                    <a:pt x="3581072" y="1980810"/>
                  </a:lnTo>
                  <a:lnTo>
                    <a:pt x="3581197" y="1980810"/>
                  </a:lnTo>
                  <a:lnTo>
                    <a:pt x="3581322" y="1980810"/>
                  </a:lnTo>
                  <a:lnTo>
                    <a:pt x="3581447" y="1980810"/>
                  </a:lnTo>
                  <a:lnTo>
                    <a:pt x="3581572" y="1980810"/>
                  </a:lnTo>
                  <a:lnTo>
                    <a:pt x="3581697" y="1980810"/>
                  </a:lnTo>
                  <a:lnTo>
                    <a:pt x="3581822" y="1980810"/>
                  </a:lnTo>
                  <a:lnTo>
                    <a:pt x="3581947" y="1980810"/>
                  </a:lnTo>
                  <a:lnTo>
                    <a:pt x="3582072" y="1980810"/>
                  </a:lnTo>
                  <a:lnTo>
                    <a:pt x="3582197" y="1980810"/>
                  </a:lnTo>
                  <a:lnTo>
                    <a:pt x="3582322" y="1980810"/>
                  </a:lnTo>
                  <a:lnTo>
                    <a:pt x="3582447" y="1980810"/>
                  </a:lnTo>
                  <a:lnTo>
                    <a:pt x="3582572" y="1980810"/>
                  </a:lnTo>
                  <a:lnTo>
                    <a:pt x="3582697" y="1980810"/>
                  </a:lnTo>
                  <a:lnTo>
                    <a:pt x="3582822" y="1980810"/>
                  </a:lnTo>
                  <a:lnTo>
                    <a:pt x="3582947" y="1980810"/>
                  </a:lnTo>
                  <a:lnTo>
                    <a:pt x="3583072" y="1980810"/>
                  </a:lnTo>
                  <a:lnTo>
                    <a:pt x="3583197" y="1980810"/>
                  </a:lnTo>
                  <a:lnTo>
                    <a:pt x="3583322" y="1980810"/>
                  </a:lnTo>
                  <a:lnTo>
                    <a:pt x="3583447" y="1980810"/>
                  </a:lnTo>
                  <a:lnTo>
                    <a:pt x="3583572" y="1980810"/>
                  </a:lnTo>
                  <a:lnTo>
                    <a:pt x="3583698" y="1980810"/>
                  </a:lnTo>
                  <a:lnTo>
                    <a:pt x="3583823" y="1980810"/>
                  </a:lnTo>
                  <a:lnTo>
                    <a:pt x="3583948" y="1980810"/>
                  </a:lnTo>
                  <a:lnTo>
                    <a:pt x="3584073" y="1980810"/>
                  </a:lnTo>
                  <a:lnTo>
                    <a:pt x="3584198" y="1980810"/>
                  </a:lnTo>
                  <a:lnTo>
                    <a:pt x="3584323" y="1980810"/>
                  </a:lnTo>
                  <a:lnTo>
                    <a:pt x="3584448" y="1980810"/>
                  </a:lnTo>
                  <a:lnTo>
                    <a:pt x="3584573" y="1980810"/>
                  </a:lnTo>
                  <a:lnTo>
                    <a:pt x="3584698" y="1980810"/>
                  </a:lnTo>
                  <a:lnTo>
                    <a:pt x="3584823" y="1980810"/>
                  </a:lnTo>
                  <a:lnTo>
                    <a:pt x="3584948" y="1980810"/>
                  </a:lnTo>
                  <a:lnTo>
                    <a:pt x="3585073" y="1980810"/>
                  </a:lnTo>
                  <a:lnTo>
                    <a:pt x="3585198" y="1980810"/>
                  </a:lnTo>
                  <a:lnTo>
                    <a:pt x="3585323" y="1980810"/>
                  </a:lnTo>
                  <a:lnTo>
                    <a:pt x="3585448" y="1980810"/>
                  </a:lnTo>
                  <a:lnTo>
                    <a:pt x="3585573" y="1980810"/>
                  </a:lnTo>
                  <a:lnTo>
                    <a:pt x="3585698" y="1980810"/>
                  </a:lnTo>
                  <a:lnTo>
                    <a:pt x="3585823" y="1980810"/>
                  </a:lnTo>
                  <a:lnTo>
                    <a:pt x="3585948" y="1980810"/>
                  </a:lnTo>
                  <a:lnTo>
                    <a:pt x="3586073" y="1980810"/>
                  </a:lnTo>
                  <a:lnTo>
                    <a:pt x="3586198" y="1980810"/>
                  </a:lnTo>
                  <a:lnTo>
                    <a:pt x="3586323" y="1980810"/>
                  </a:lnTo>
                  <a:lnTo>
                    <a:pt x="3586448" y="1980810"/>
                  </a:lnTo>
                  <a:lnTo>
                    <a:pt x="3586573" y="1980810"/>
                  </a:lnTo>
                  <a:lnTo>
                    <a:pt x="3586699" y="1980810"/>
                  </a:lnTo>
                  <a:lnTo>
                    <a:pt x="3586824" y="1980810"/>
                  </a:lnTo>
                  <a:lnTo>
                    <a:pt x="3586949" y="1980810"/>
                  </a:lnTo>
                  <a:lnTo>
                    <a:pt x="3587074" y="1980810"/>
                  </a:lnTo>
                  <a:lnTo>
                    <a:pt x="3587199" y="1980810"/>
                  </a:lnTo>
                  <a:lnTo>
                    <a:pt x="3587324" y="1980810"/>
                  </a:lnTo>
                  <a:lnTo>
                    <a:pt x="3587449" y="1980810"/>
                  </a:lnTo>
                  <a:lnTo>
                    <a:pt x="3587574" y="1980810"/>
                  </a:lnTo>
                  <a:lnTo>
                    <a:pt x="3587699" y="1980810"/>
                  </a:lnTo>
                  <a:lnTo>
                    <a:pt x="3587824" y="1980810"/>
                  </a:lnTo>
                  <a:lnTo>
                    <a:pt x="3587949" y="1980810"/>
                  </a:lnTo>
                  <a:lnTo>
                    <a:pt x="3588074" y="1980810"/>
                  </a:lnTo>
                  <a:lnTo>
                    <a:pt x="3588199" y="1980810"/>
                  </a:lnTo>
                  <a:lnTo>
                    <a:pt x="3588324" y="1980810"/>
                  </a:lnTo>
                  <a:lnTo>
                    <a:pt x="3588449" y="1980810"/>
                  </a:lnTo>
                  <a:lnTo>
                    <a:pt x="3588574" y="1980810"/>
                  </a:lnTo>
                  <a:lnTo>
                    <a:pt x="3588699" y="1980810"/>
                  </a:lnTo>
                  <a:lnTo>
                    <a:pt x="3588824" y="1980810"/>
                  </a:lnTo>
                  <a:lnTo>
                    <a:pt x="3588949" y="1980810"/>
                  </a:lnTo>
                  <a:lnTo>
                    <a:pt x="3589074" y="1980810"/>
                  </a:lnTo>
                  <a:lnTo>
                    <a:pt x="3589199" y="1980810"/>
                  </a:lnTo>
                  <a:lnTo>
                    <a:pt x="3589324" y="1980810"/>
                  </a:lnTo>
                  <a:lnTo>
                    <a:pt x="3589449" y="1980810"/>
                  </a:lnTo>
                  <a:lnTo>
                    <a:pt x="3589574" y="1980810"/>
                  </a:lnTo>
                  <a:lnTo>
                    <a:pt x="3589700" y="1980810"/>
                  </a:lnTo>
                  <a:lnTo>
                    <a:pt x="3589825" y="1980810"/>
                  </a:lnTo>
                  <a:lnTo>
                    <a:pt x="3589950" y="1980810"/>
                  </a:lnTo>
                  <a:lnTo>
                    <a:pt x="3590075" y="1980810"/>
                  </a:lnTo>
                  <a:lnTo>
                    <a:pt x="3590200" y="1980810"/>
                  </a:lnTo>
                  <a:lnTo>
                    <a:pt x="3590325" y="1980810"/>
                  </a:lnTo>
                  <a:lnTo>
                    <a:pt x="3590450" y="1980810"/>
                  </a:lnTo>
                  <a:lnTo>
                    <a:pt x="3590575" y="1980810"/>
                  </a:lnTo>
                  <a:lnTo>
                    <a:pt x="3590700" y="1980810"/>
                  </a:lnTo>
                  <a:lnTo>
                    <a:pt x="3590825" y="1980810"/>
                  </a:lnTo>
                  <a:lnTo>
                    <a:pt x="3590950" y="1980810"/>
                  </a:lnTo>
                  <a:lnTo>
                    <a:pt x="3591075" y="1980810"/>
                  </a:lnTo>
                  <a:lnTo>
                    <a:pt x="3591200" y="1980810"/>
                  </a:lnTo>
                  <a:lnTo>
                    <a:pt x="3591325" y="1980810"/>
                  </a:lnTo>
                  <a:lnTo>
                    <a:pt x="3591450" y="1980810"/>
                  </a:lnTo>
                  <a:lnTo>
                    <a:pt x="3591575" y="1980810"/>
                  </a:lnTo>
                  <a:lnTo>
                    <a:pt x="3591700" y="1980810"/>
                  </a:lnTo>
                  <a:lnTo>
                    <a:pt x="3591825" y="1980810"/>
                  </a:lnTo>
                  <a:lnTo>
                    <a:pt x="3591950" y="1980810"/>
                  </a:lnTo>
                  <a:lnTo>
                    <a:pt x="3592075" y="1980810"/>
                  </a:lnTo>
                  <a:lnTo>
                    <a:pt x="3592200" y="1980810"/>
                  </a:lnTo>
                  <a:lnTo>
                    <a:pt x="3592325" y="1980810"/>
                  </a:lnTo>
                  <a:lnTo>
                    <a:pt x="3592450" y="1980810"/>
                  </a:lnTo>
                  <a:lnTo>
                    <a:pt x="3592575" y="1980810"/>
                  </a:lnTo>
                  <a:lnTo>
                    <a:pt x="3592701" y="1980810"/>
                  </a:lnTo>
                  <a:lnTo>
                    <a:pt x="3592826" y="1980810"/>
                  </a:lnTo>
                  <a:lnTo>
                    <a:pt x="3592951" y="1980810"/>
                  </a:lnTo>
                  <a:lnTo>
                    <a:pt x="3593076" y="1980810"/>
                  </a:lnTo>
                  <a:lnTo>
                    <a:pt x="3593201" y="1980810"/>
                  </a:lnTo>
                  <a:lnTo>
                    <a:pt x="3593326" y="1980810"/>
                  </a:lnTo>
                  <a:lnTo>
                    <a:pt x="3593451" y="1980810"/>
                  </a:lnTo>
                  <a:lnTo>
                    <a:pt x="3593576" y="1980810"/>
                  </a:lnTo>
                  <a:lnTo>
                    <a:pt x="3593701" y="1980810"/>
                  </a:lnTo>
                  <a:lnTo>
                    <a:pt x="3593826" y="1980810"/>
                  </a:lnTo>
                  <a:lnTo>
                    <a:pt x="3593951" y="1980810"/>
                  </a:lnTo>
                  <a:lnTo>
                    <a:pt x="3594076" y="1980810"/>
                  </a:lnTo>
                  <a:lnTo>
                    <a:pt x="3594201" y="1980810"/>
                  </a:lnTo>
                  <a:lnTo>
                    <a:pt x="3594326" y="1980810"/>
                  </a:lnTo>
                  <a:lnTo>
                    <a:pt x="3594451" y="1980810"/>
                  </a:lnTo>
                  <a:lnTo>
                    <a:pt x="3594576" y="1980810"/>
                  </a:lnTo>
                  <a:lnTo>
                    <a:pt x="3594701" y="1980810"/>
                  </a:lnTo>
                  <a:lnTo>
                    <a:pt x="3594826" y="1980810"/>
                  </a:lnTo>
                  <a:lnTo>
                    <a:pt x="3594951" y="1980810"/>
                  </a:lnTo>
                  <a:lnTo>
                    <a:pt x="3595076" y="1980810"/>
                  </a:lnTo>
                  <a:lnTo>
                    <a:pt x="3595201" y="1980810"/>
                  </a:lnTo>
                  <a:lnTo>
                    <a:pt x="3595326" y="1980810"/>
                  </a:lnTo>
                  <a:lnTo>
                    <a:pt x="3595451" y="1980810"/>
                  </a:lnTo>
                  <a:lnTo>
                    <a:pt x="3595576" y="1980810"/>
                  </a:lnTo>
                  <a:lnTo>
                    <a:pt x="3595702" y="1980810"/>
                  </a:lnTo>
                  <a:lnTo>
                    <a:pt x="3595827" y="1980810"/>
                  </a:lnTo>
                  <a:lnTo>
                    <a:pt x="3595952" y="1980810"/>
                  </a:lnTo>
                  <a:lnTo>
                    <a:pt x="3596077" y="1980810"/>
                  </a:lnTo>
                  <a:lnTo>
                    <a:pt x="3596202" y="1980810"/>
                  </a:lnTo>
                  <a:lnTo>
                    <a:pt x="3596327" y="1980810"/>
                  </a:lnTo>
                  <a:lnTo>
                    <a:pt x="3596452" y="1980810"/>
                  </a:lnTo>
                  <a:lnTo>
                    <a:pt x="3596577" y="1980810"/>
                  </a:lnTo>
                  <a:lnTo>
                    <a:pt x="3596702" y="1980810"/>
                  </a:lnTo>
                  <a:lnTo>
                    <a:pt x="3596827" y="1980810"/>
                  </a:lnTo>
                  <a:lnTo>
                    <a:pt x="3596952" y="1980810"/>
                  </a:lnTo>
                  <a:lnTo>
                    <a:pt x="3597077" y="1980810"/>
                  </a:lnTo>
                  <a:lnTo>
                    <a:pt x="3597202" y="1980810"/>
                  </a:lnTo>
                  <a:lnTo>
                    <a:pt x="3597327" y="1980810"/>
                  </a:lnTo>
                  <a:lnTo>
                    <a:pt x="3597452" y="1980810"/>
                  </a:lnTo>
                  <a:lnTo>
                    <a:pt x="3597577" y="1980810"/>
                  </a:lnTo>
                  <a:lnTo>
                    <a:pt x="3597702" y="1980810"/>
                  </a:lnTo>
                  <a:lnTo>
                    <a:pt x="3597827" y="1980810"/>
                  </a:lnTo>
                  <a:lnTo>
                    <a:pt x="3597952" y="1980810"/>
                  </a:lnTo>
                  <a:lnTo>
                    <a:pt x="3598077" y="1980810"/>
                  </a:lnTo>
                  <a:lnTo>
                    <a:pt x="3598202" y="1980810"/>
                  </a:lnTo>
                  <a:lnTo>
                    <a:pt x="3598327" y="1980810"/>
                  </a:lnTo>
                  <a:lnTo>
                    <a:pt x="3598452" y="1980810"/>
                  </a:lnTo>
                  <a:lnTo>
                    <a:pt x="3598577" y="1980810"/>
                  </a:lnTo>
                  <a:lnTo>
                    <a:pt x="3598703" y="1980810"/>
                  </a:lnTo>
                  <a:lnTo>
                    <a:pt x="3598828" y="1980810"/>
                  </a:lnTo>
                  <a:lnTo>
                    <a:pt x="3598953" y="1980810"/>
                  </a:lnTo>
                  <a:lnTo>
                    <a:pt x="3599078" y="1980810"/>
                  </a:lnTo>
                  <a:lnTo>
                    <a:pt x="3599203" y="1980810"/>
                  </a:lnTo>
                  <a:lnTo>
                    <a:pt x="3599328" y="1980810"/>
                  </a:lnTo>
                  <a:lnTo>
                    <a:pt x="3599453" y="1980810"/>
                  </a:lnTo>
                  <a:lnTo>
                    <a:pt x="3599578" y="1980810"/>
                  </a:lnTo>
                  <a:lnTo>
                    <a:pt x="3599703" y="1980810"/>
                  </a:lnTo>
                  <a:lnTo>
                    <a:pt x="3599828" y="1980810"/>
                  </a:lnTo>
                  <a:lnTo>
                    <a:pt x="3599953" y="1980810"/>
                  </a:lnTo>
                  <a:lnTo>
                    <a:pt x="3600078" y="1980810"/>
                  </a:lnTo>
                  <a:lnTo>
                    <a:pt x="3600203" y="1980810"/>
                  </a:lnTo>
                  <a:lnTo>
                    <a:pt x="3600328" y="1980810"/>
                  </a:lnTo>
                  <a:lnTo>
                    <a:pt x="3600453" y="1980810"/>
                  </a:lnTo>
                  <a:lnTo>
                    <a:pt x="3600578" y="1980810"/>
                  </a:lnTo>
                  <a:lnTo>
                    <a:pt x="3600703" y="1980810"/>
                  </a:lnTo>
                  <a:lnTo>
                    <a:pt x="3600828" y="1980810"/>
                  </a:lnTo>
                  <a:lnTo>
                    <a:pt x="3600953" y="1980810"/>
                  </a:lnTo>
                  <a:lnTo>
                    <a:pt x="3601078" y="1980810"/>
                  </a:lnTo>
                  <a:lnTo>
                    <a:pt x="3601203" y="1980810"/>
                  </a:lnTo>
                  <a:lnTo>
                    <a:pt x="3601328" y="1980810"/>
                  </a:lnTo>
                  <a:lnTo>
                    <a:pt x="3601453" y="1980810"/>
                  </a:lnTo>
                  <a:lnTo>
                    <a:pt x="3601578" y="1980810"/>
                  </a:lnTo>
                  <a:lnTo>
                    <a:pt x="3601704" y="1980810"/>
                  </a:lnTo>
                  <a:lnTo>
                    <a:pt x="3601829" y="1980810"/>
                  </a:lnTo>
                  <a:lnTo>
                    <a:pt x="3601954" y="1980810"/>
                  </a:lnTo>
                  <a:lnTo>
                    <a:pt x="3602079" y="1980810"/>
                  </a:lnTo>
                  <a:lnTo>
                    <a:pt x="3602204" y="1980810"/>
                  </a:lnTo>
                  <a:lnTo>
                    <a:pt x="3602329" y="1980810"/>
                  </a:lnTo>
                  <a:lnTo>
                    <a:pt x="3602454" y="1980810"/>
                  </a:lnTo>
                  <a:lnTo>
                    <a:pt x="3602579" y="1980810"/>
                  </a:lnTo>
                  <a:lnTo>
                    <a:pt x="3602704" y="1980810"/>
                  </a:lnTo>
                  <a:lnTo>
                    <a:pt x="3602829" y="1980810"/>
                  </a:lnTo>
                  <a:lnTo>
                    <a:pt x="3602954" y="1980810"/>
                  </a:lnTo>
                  <a:lnTo>
                    <a:pt x="3603079" y="1980810"/>
                  </a:lnTo>
                  <a:lnTo>
                    <a:pt x="3603204" y="1980810"/>
                  </a:lnTo>
                  <a:lnTo>
                    <a:pt x="3603329" y="1980810"/>
                  </a:lnTo>
                  <a:lnTo>
                    <a:pt x="3603454" y="1980810"/>
                  </a:lnTo>
                  <a:lnTo>
                    <a:pt x="3603579" y="1980810"/>
                  </a:lnTo>
                  <a:lnTo>
                    <a:pt x="3603704" y="1980810"/>
                  </a:lnTo>
                  <a:lnTo>
                    <a:pt x="3603829" y="1980810"/>
                  </a:lnTo>
                  <a:lnTo>
                    <a:pt x="3603954" y="1980810"/>
                  </a:lnTo>
                  <a:lnTo>
                    <a:pt x="3604079" y="1980810"/>
                  </a:lnTo>
                  <a:lnTo>
                    <a:pt x="3604204" y="1980810"/>
                  </a:lnTo>
                  <a:lnTo>
                    <a:pt x="3604329" y="1980810"/>
                  </a:lnTo>
                  <a:lnTo>
                    <a:pt x="3604454" y="1980810"/>
                  </a:lnTo>
                  <a:lnTo>
                    <a:pt x="3604579" y="1980810"/>
                  </a:lnTo>
                  <a:lnTo>
                    <a:pt x="3604705" y="1980810"/>
                  </a:lnTo>
                  <a:lnTo>
                    <a:pt x="3604830" y="1980810"/>
                  </a:lnTo>
                  <a:lnTo>
                    <a:pt x="3604955" y="1980810"/>
                  </a:lnTo>
                  <a:lnTo>
                    <a:pt x="3605080" y="1980810"/>
                  </a:lnTo>
                  <a:lnTo>
                    <a:pt x="3605205" y="1980810"/>
                  </a:lnTo>
                  <a:lnTo>
                    <a:pt x="3605330" y="1980810"/>
                  </a:lnTo>
                  <a:lnTo>
                    <a:pt x="3605455" y="1980810"/>
                  </a:lnTo>
                  <a:lnTo>
                    <a:pt x="3605580" y="1980810"/>
                  </a:lnTo>
                  <a:lnTo>
                    <a:pt x="3605705" y="1980810"/>
                  </a:lnTo>
                  <a:lnTo>
                    <a:pt x="3605830" y="1980810"/>
                  </a:lnTo>
                  <a:lnTo>
                    <a:pt x="3605955" y="1980810"/>
                  </a:lnTo>
                  <a:lnTo>
                    <a:pt x="3606080" y="1980810"/>
                  </a:lnTo>
                  <a:lnTo>
                    <a:pt x="3606205" y="1980810"/>
                  </a:lnTo>
                  <a:lnTo>
                    <a:pt x="3606330" y="1980810"/>
                  </a:lnTo>
                  <a:lnTo>
                    <a:pt x="3606455" y="1980810"/>
                  </a:lnTo>
                  <a:lnTo>
                    <a:pt x="3606580" y="1980810"/>
                  </a:lnTo>
                  <a:lnTo>
                    <a:pt x="3606705" y="1980810"/>
                  </a:lnTo>
                  <a:lnTo>
                    <a:pt x="3606830" y="1980810"/>
                  </a:lnTo>
                  <a:lnTo>
                    <a:pt x="3606955" y="1980810"/>
                  </a:lnTo>
                  <a:lnTo>
                    <a:pt x="3607080" y="1980810"/>
                  </a:lnTo>
                  <a:lnTo>
                    <a:pt x="3607205" y="1980810"/>
                  </a:lnTo>
                  <a:lnTo>
                    <a:pt x="3607330" y="1980810"/>
                  </a:lnTo>
                  <a:lnTo>
                    <a:pt x="3607455" y="1980810"/>
                  </a:lnTo>
                  <a:lnTo>
                    <a:pt x="3607580" y="1980810"/>
                  </a:lnTo>
                  <a:lnTo>
                    <a:pt x="3607706" y="1980810"/>
                  </a:lnTo>
                  <a:lnTo>
                    <a:pt x="3607831" y="1980810"/>
                  </a:lnTo>
                  <a:lnTo>
                    <a:pt x="3607956" y="1980810"/>
                  </a:lnTo>
                  <a:lnTo>
                    <a:pt x="3607956" y="1970856"/>
                  </a:lnTo>
                  <a:lnTo>
                    <a:pt x="3608081" y="1970856"/>
                  </a:lnTo>
                  <a:lnTo>
                    <a:pt x="3608206" y="1970856"/>
                  </a:lnTo>
                  <a:lnTo>
                    <a:pt x="3608331" y="1970856"/>
                  </a:lnTo>
                  <a:lnTo>
                    <a:pt x="3608456" y="1970856"/>
                  </a:lnTo>
                  <a:lnTo>
                    <a:pt x="3608581" y="1970856"/>
                  </a:lnTo>
                  <a:lnTo>
                    <a:pt x="3608706" y="1970856"/>
                  </a:lnTo>
                  <a:lnTo>
                    <a:pt x="3608831" y="1970856"/>
                  </a:lnTo>
                  <a:lnTo>
                    <a:pt x="3608956" y="1970856"/>
                  </a:lnTo>
                  <a:lnTo>
                    <a:pt x="3609081" y="1970856"/>
                  </a:lnTo>
                  <a:lnTo>
                    <a:pt x="3609206" y="1970856"/>
                  </a:lnTo>
                  <a:lnTo>
                    <a:pt x="3609331" y="1970856"/>
                  </a:lnTo>
                  <a:lnTo>
                    <a:pt x="3609456" y="1970856"/>
                  </a:lnTo>
                  <a:lnTo>
                    <a:pt x="3609581" y="1970856"/>
                  </a:lnTo>
                  <a:lnTo>
                    <a:pt x="3609706" y="1970856"/>
                  </a:lnTo>
                  <a:lnTo>
                    <a:pt x="3609831" y="1970856"/>
                  </a:lnTo>
                  <a:lnTo>
                    <a:pt x="3609956" y="1970856"/>
                  </a:lnTo>
                  <a:lnTo>
                    <a:pt x="3610081" y="1970856"/>
                  </a:lnTo>
                  <a:lnTo>
                    <a:pt x="3610206" y="1970856"/>
                  </a:lnTo>
                  <a:lnTo>
                    <a:pt x="3610331" y="1970856"/>
                  </a:lnTo>
                  <a:lnTo>
                    <a:pt x="3610456" y="1970856"/>
                  </a:lnTo>
                  <a:lnTo>
                    <a:pt x="3610582" y="1970856"/>
                  </a:lnTo>
                  <a:lnTo>
                    <a:pt x="3610707" y="1970856"/>
                  </a:lnTo>
                  <a:lnTo>
                    <a:pt x="3610832" y="1970856"/>
                  </a:lnTo>
                  <a:lnTo>
                    <a:pt x="3610957" y="1970856"/>
                  </a:lnTo>
                  <a:lnTo>
                    <a:pt x="3611082" y="1970856"/>
                  </a:lnTo>
                  <a:lnTo>
                    <a:pt x="3611207" y="1970856"/>
                  </a:lnTo>
                  <a:lnTo>
                    <a:pt x="3611332" y="1970856"/>
                  </a:lnTo>
                  <a:lnTo>
                    <a:pt x="3611457" y="1970856"/>
                  </a:lnTo>
                  <a:lnTo>
                    <a:pt x="3611582" y="1970856"/>
                  </a:lnTo>
                  <a:lnTo>
                    <a:pt x="3611707" y="1970856"/>
                  </a:lnTo>
                  <a:lnTo>
                    <a:pt x="3611832" y="1970856"/>
                  </a:lnTo>
                  <a:lnTo>
                    <a:pt x="3611957" y="1970856"/>
                  </a:lnTo>
                  <a:lnTo>
                    <a:pt x="3612082" y="1970856"/>
                  </a:lnTo>
                  <a:lnTo>
                    <a:pt x="3612207" y="1970856"/>
                  </a:lnTo>
                  <a:lnTo>
                    <a:pt x="3612332" y="1970856"/>
                  </a:lnTo>
                  <a:lnTo>
                    <a:pt x="3612457" y="1970856"/>
                  </a:lnTo>
                  <a:lnTo>
                    <a:pt x="3612582" y="1970856"/>
                  </a:lnTo>
                  <a:lnTo>
                    <a:pt x="3612707" y="1970856"/>
                  </a:lnTo>
                  <a:lnTo>
                    <a:pt x="3612832" y="1970856"/>
                  </a:lnTo>
                  <a:lnTo>
                    <a:pt x="3612957" y="1970856"/>
                  </a:lnTo>
                  <a:lnTo>
                    <a:pt x="3613082" y="1970856"/>
                  </a:lnTo>
                  <a:lnTo>
                    <a:pt x="3613207" y="1970856"/>
                  </a:lnTo>
                  <a:lnTo>
                    <a:pt x="3613332" y="1970856"/>
                  </a:lnTo>
                  <a:lnTo>
                    <a:pt x="3613457" y="1970856"/>
                  </a:lnTo>
                  <a:lnTo>
                    <a:pt x="3613583" y="1970856"/>
                  </a:lnTo>
                  <a:lnTo>
                    <a:pt x="3613708" y="1970856"/>
                  </a:lnTo>
                  <a:lnTo>
                    <a:pt x="3613833" y="1970856"/>
                  </a:lnTo>
                  <a:lnTo>
                    <a:pt x="3613958" y="1970856"/>
                  </a:lnTo>
                  <a:lnTo>
                    <a:pt x="3614083" y="1970856"/>
                  </a:lnTo>
                  <a:lnTo>
                    <a:pt x="3614208" y="1970856"/>
                  </a:lnTo>
                  <a:lnTo>
                    <a:pt x="3614333" y="1970856"/>
                  </a:lnTo>
                  <a:lnTo>
                    <a:pt x="3614458" y="1970856"/>
                  </a:lnTo>
                  <a:lnTo>
                    <a:pt x="3614583" y="1970856"/>
                  </a:lnTo>
                  <a:lnTo>
                    <a:pt x="3614708" y="1970856"/>
                  </a:lnTo>
                  <a:lnTo>
                    <a:pt x="3614833" y="1970856"/>
                  </a:lnTo>
                  <a:lnTo>
                    <a:pt x="3614958" y="1970856"/>
                  </a:lnTo>
                  <a:lnTo>
                    <a:pt x="3615083" y="1970856"/>
                  </a:lnTo>
                  <a:lnTo>
                    <a:pt x="3615208" y="1970856"/>
                  </a:lnTo>
                  <a:lnTo>
                    <a:pt x="3615333" y="1970856"/>
                  </a:lnTo>
                  <a:lnTo>
                    <a:pt x="3615458" y="1970856"/>
                  </a:lnTo>
                  <a:lnTo>
                    <a:pt x="3615583" y="1970856"/>
                  </a:lnTo>
                  <a:lnTo>
                    <a:pt x="3615708" y="1970856"/>
                  </a:lnTo>
                  <a:lnTo>
                    <a:pt x="3615833" y="1970856"/>
                  </a:lnTo>
                  <a:lnTo>
                    <a:pt x="3615958" y="1970856"/>
                  </a:lnTo>
                  <a:lnTo>
                    <a:pt x="3616083" y="1970856"/>
                  </a:lnTo>
                  <a:lnTo>
                    <a:pt x="3616208" y="1970856"/>
                  </a:lnTo>
                  <a:lnTo>
                    <a:pt x="3616333" y="1970856"/>
                  </a:lnTo>
                  <a:lnTo>
                    <a:pt x="3616458" y="1970856"/>
                  </a:lnTo>
                  <a:lnTo>
                    <a:pt x="3616584" y="1970856"/>
                  </a:lnTo>
                  <a:lnTo>
                    <a:pt x="3616709" y="1970856"/>
                  </a:lnTo>
                  <a:lnTo>
                    <a:pt x="3616834" y="1970856"/>
                  </a:lnTo>
                  <a:lnTo>
                    <a:pt x="3616959" y="1970856"/>
                  </a:lnTo>
                  <a:lnTo>
                    <a:pt x="3617084" y="1970856"/>
                  </a:lnTo>
                  <a:lnTo>
                    <a:pt x="3617209" y="1970856"/>
                  </a:lnTo>
                  <a:lnTo>
                    <a:pt x="3617334" y="1970856"/>
                  </a:lnTo>
                  <a:lnTo>
                    <a:pt x="3617459" y="1970856"/>
                  </a:lnTo>
                  <a:lnTo>
                    <a:pt x="3617584" y="1970856"/>
                  </a:lnTo>
                  <a:lnTo>
                    <a:pt x="3617709" y="1970856"/>
                  </a:lnTo>
                  <a:lnTo>
                    <a:pt x="3617834" y="1970856"/>
                  </a:lnTo>
                  <a:lnTo>
                    <a:pt x="3617959" y="1970856"/>
                  </a:lnTo>
                  <a:lnTo>
                    <a:pt x="3618084" y="1970856"/>
                  </a:lnTo>
                  <a:lnTo>
                    <a:pt x="3618209" y="1970856"/>
                  </a:lnTo>
                  <a:lnTo>
                    <a:pt x="3618334" y="1970856"/>
                  </a:lnTo>
                  <a:lnTo>
                    <a:pt x="3618459" y="1970856"/>
                  </a:lnTo>
                  <a:lnTo>
                    <a:pt x="3618584" y="1970856"/>
                  </a:lnTo>
                  <a:lnTo>
                    <a:pt x="3618709" y="1970856"/>
                  </a:lnTo>
                  <a:lnTo>
                    <a:pt x="3618834" y="1970856"/>
                  </a:lnTo>
                  <a:lnTo>
                    <a:pt x="3618959" y="1970856"/>
                  </a:lnTo>
                  <a:lnTo>
                    <a:pt x="3619084" y="1970856"/>
                  </a:lnTo>
                  <a:lnTo>
                    <a:pt x="3619209" y="1970856"/>
                  </a:lnTo>
                  <a:lnTo>
                    <a:pt x="3619334" y="1970856"/>
                  </a:lnTo>
                  <a:lnTo>
                    <a:pt x="3619459" y="1970856"/>
                  </a:lnTo>
                  <a:lnTo>
                    <a:pt x="3619585" y="1970856"/>
                  </a:lnTo>
                  <a:lnTo>
                    <a:pt x="3619710" y="1970856"/>
                  </a:lnTo>
                  <a:lnTo>
                    <a:pt x="3619835" y="1970856"/>
                  </a:lnTo>
                  <a:lnTo>
                    <a:pt x="3619960" y="1970856"/>
                  </a:lnTo>
                  <a:lnTo>
                    <a:pt x="3620085" y="1970856"/>
                  </a:lnTo>
                  <a:lnTo>
                    <a:pt x="3620210" y="1970856"/>
                  </a:lnTo>
                  <a:lnTo>
                    <a:pt x="3620335" y="1970856"/>
                  </a:lnTo>
                  <a:lnTo>
                    <a:pt x="3620460" y="1970856"/>
                  </a:lnTo>
                  <a:lnTo>
                    <a:pt x="3620585" y="1970856"/>
                  </a:lnTo>
                  <a:lnTo>
                    <a:pt x="3620710" y="1970856"/>
                  </a:lnTo>
                  <a:lnTo>
                    <a:pt x="3620835" y="1970856"/>
                  </a:lnTo>
                  <a:lnTo>
                    <a:pt x="3620960" y="1970856"/>
                  </a:lnTo>
                  <a:lnTo>
                    <a:pt x="3621085" y="1970856"/>
                  </a:lnTo>
                  <a:lnTo>
                    <a:pt x="3621210" y="1970856"/>
                  </a:lnTo>
                  <a:lnTo>
                    <a:pt x="3621335" y="1970856"/>
                  </a:lnTo>
                  <a:lnTo>
                    <a:pt x="3621460" y="1970856"/>
                  </a:lnTo>
                  <a:lnTo>
                    <a:pt x="3621585" y="1970856"/>
                  </a:lnTo>
                  <a:lnTo>
                    <a:pt x="3621710" y="1970856"/>
                  </a:lnTo>
                  <a:lnTo>
                    <a:pt x="3621835" y="1970856"/>
                  </a:lnTo>
                  <a:lnTo>
                    <a:pt x="3621960" y="1970856"/>
                  </a:lnTo>
                  <a:lnTo>
                    <a:pt x="3622085" y="1970856"/>
                  </a:lnTo>
                  <a:lnTo>
                    <a:pt x="3622210" y="1970856"/>
                  </a:lnTo>
                  <a:lnTo>
                    <a:pt x="3622335" y="1970856"/>
                  </a:lnTo>
                  <a:lnTo>
                    <a:pt x="3622460" y="1970856"/>
                  </a:lnTo>
                  <a:lnTo>
                    <a:pt x="3622586" y="1970856"/>
                  </a:lnTo>
                  <a:lnTo>
                    <a:pt x="3622711" y="1970856"/>
                  </a:lnTo>
                  <a:lnTo>
                    <a:pt x="3622836" y="1970856"/>
                  </a:lnTo>
                  <a:lnTo>
                    <a:pt x="3622961" y="1970856"/>
                  </a:lnTo>
                  <a:lnTo>
                    <a:pt x="3623086" y="1970856"/>
                  </a:lnTo>
                  <a:lnTo>
                    <a:pt x="3623211" y="1970856"/>
                  </a:lnTo>
                  <a:lnTo>
                    <a:pt x="3623336" y="1970856"/>
                  </a:lnTo>
                  <a:lnTo>
                    <a:pt x="3623461" y="1970856"/>
                  </a:lnTo>
                  <a:lnTo>
                    <a:pt x="3623586" y="1970856"/>
                  </a:lnTo>
                  <a:lnTo>
                    <a:pt x="3623711" y="1970856"/>
                  </a:lnTo>
                  <a:lnTo>
                    <a:pt x="3623836" y="1970856"/>
                  </a:lnTo>
                  <a:lnTo>
                    <a:pt x="3623961" y="1970856"/>
                  </a:lnTo>
                  <a:lnTo>
                    <a:pt x="3624086" y="1970856"/>
                  </a:lnTo>
                  <a:lnTo>
                    <a:pt x="3624211" y="1970856"/>
                  </a:lnTo>
                  <a:lnTo>
                    <a:pt x="3624336" y="1970856"/>
                  </a:lnTo>
                  <a:lnTo>
                    <a:pt x="3624461" y="1970856"/>
                  </a:lnTo>
                  <a:lnTo>
                    <a:pt x="3624586" y="1970856"/>
                  </a:lnTo>
                  <a:lnTo>
                    <a:pt x="3624711" y="1970856"/>
                  </a:lnTo>
                  <a:lnTo>
                    <a:pt x="3624836" y="1970856"/>
                  </a:lnTo>
                  <a:lnTo>
                    <a:pt x="3624961" y="1970856"/>
                  </a:lnTo>
                  <a:lnTo>
                    <a:pt x="3625086" y="1970856"/>
                  </a:lnTo>
                  <a:lnTo>
                    <a:pt x="3625211" y="1970856"/>
                  </a:lnTo>
                  <a:lnTo>
                    <a:pt x="3625336" y="1970856"/>
                  </a:lnTo>
                  <a:lnTo>
                    <a:pt x="3625461" y="1970856"/>
                  </a:lnTo>
                  <a:lnTo>
                    <a:pt x="3625587" y="1970856"/>
                  </a:lnTo>
                  <a:lnTo>
                    <a:pt x="3625712" y="1970856"/>
                  </a:lnTo>
                  <a:lnTo>
                    <a:pt x="3625837" y="1970856"/>
                  </a:lnTo>
                  <a:lnTo>
                    <a:pt x="3625837" y="1960903"/>
                  </a:lnTo>
                  <a:lnTo>
                    <a:pt x="3625962" y="1960903"/>
                  </a:lnTo>
                  <a:lnTo>
                    <a:pt x="3626087" y="1960903"/>
                  </a:lnTo>
                  <a:lnTo>
                    <a:pt x="3626212" y="1960903"/>
                  </a:lnTo>
                  <a:lnTo>
                    <a:pt x="3626337" y="1960903"/>
                  </a:lnTo>
                  <a:lnTo>
                    <a:pt x="3626462" y="1960903"/>
                  </a:lnTo>
                  <a:lnTo>
                    <a:pt x="3626587" y="1960903"/>
                  </a:lnTo>
                  <a:lnTo>
                    <a:pt x="3626712" y="1960903"/>
                  </a:lnTo>
                  <a:lnTo>
                    <a:pt x="3626712" y="1950949"/>
                  </a:lnTo>
                  <a:lnTo>
                    <a:pt x="3626837" y="1950949"/>
                  </a:lnTo>
                  <a:lnTo>
                    <a:pt x="3626962" y="1950949"/>
                  </a:lnTo>
                  <a:lnTo>
                    <a:pt x="3627087" y="1950949"/>
                  </a:lnTo>
                  <a:lnTo>
                    <a:pt x="3627212" y="1950949"/>
                  </a:lnTo>
                  <a:lnTo>
                    <a:pt x="3627337" y="1950949"/>
                  </a:lnTo>
                  <a:lnTo>
                    <a:pt x="3627462" y="1950949"/>
                  </a:lnTo>
                  <a:lnTo>
                    <a:pt x="3627587" y="1950949"/>
                  </a:lnTo>
                  <a:lnTo>
                    <a:pt x="3627712" y="1950949"/>
                  </a:lnTo>
                  <a:lnTo>
                    <a:pt x="3627837" y="1950949"/>
                  </a:lnTo>
                  <a:lnTo>
                    <a:pt x="3627962" y="1950949"/>
                  </a:lnTo>
                  <a:lnTo>
                    <a:pt x="3628087" y="1950949"/>
                  </a:lnTo>
                  <a:lnTo>
                    <a:pt x="3628212" y="1950949"/>
                  </a:lnTo>
                  <a:lnTo>
                    <a:pt x="3628337" y="1950949"/>
                  </a:lnTo>
                  <a:lnTo>
                    <a:pt x="3628462" y="1950949"/>
                  </a:lnTo>
                  <a:lnTo>
                    <a:pt x="3628588" y="1950949"/>
                  </a:lnTo>
                  <a:lnTo>
                    <a:pt x="3628713" y="1950949"/>
                  </a:lnTo>
                  <a:lnTo>
                    <a:pt x="3628838" y="1950949"/>
                  </a:lnTo>
                  <a:lnTo>
                    <a:pt x="3628963" y="1950949"/>
                  </a:lnTo>
                  <a:lnTo>
                    <a:pt x="3629088" y="1950949"/>
                  </a:lnTo>
                  <a:lnTo>
                    <a:pt x="3629213" y="1950949"/>
                  </a:lnTo>
                  <a:lnTo>
                    <a:pt x="3629338" y="1950949"/>
                  </a:lnTo>
                  <a:lnTo>
                    <a:pt x="3629463" y="1950949"/>
                  </a:lnTo>
                  <a:lnTo>
                    <a:pt x="3629588" y="1950949"/>
                  </a:lnTo>
                  <a:lnTo>
                    <a:pt x="3629713" y="1950949"/>
                  </a:lnTo>
                  <a:lnTo>
                    <a:pt x="3629838" y="1950949"/>
                  </a:lnTo>
                  <a:lnTo>
                    <a:pt x="3629963" y="1950949"/>
                  </a:lnTo>
                  <a:lnTo>
                    <a:pt x="3630088" y="1950949"/>
                  </a:lnTo>
                  <a:lnTo>
                    <a:pt x="3630213" y="1950949"/>
                  </a:lnTo>
                  <a:lnTo>
                    <a:pt x="3630338" y="1950949"/>
                  </a:lnTo>
                  <a:lnTo>
                    <a:pt x="3630463" y="1950949"/>
                  </a:lnTo>
                  <a:lnTo>
                    <a:pt x="3630588" y="1950949"/>
                  </a:lnTo>
                  <a:lnTo>
                    <a:pt x="3630713" y="1950949"/>
                  </a:lnTo>
                  <a:lnTo>
                    <a:pt x="3630838" y="1950949"/>
                  </a:lnTo>
                  <a:lnTo>
                    <a:pt x="3630963" y="1950949"/>
                  </a:lnTo>
                  <a:lnTo>
                    <a:pt x="3631088" y="1950949"/>
                  </a:lnTo>
                  <a:lnTo>
                    <a:pt x="3631213" y="1950949"/>
                  </a:lnTo>
                  <a:lnTo>
                    <a:pt x="3631338" y="1950949"/>
                  </a:lnTo>
                  <a:lnTo>
                    <a:pt x="3631463" y="1950949"/>
                  </a:lnTo>
                  <a:lnTo>
                    <a:pt x="3631589" y="1950949"/>
                  </a:lnTo>
                  <a:lnTo>
                    <a:pt x="3631714" y="1950949"/>
                  </a:lnTo>
                  <a:lnTo>
                    <a:pt x="3631839" y="1950949"/>
                  </a:lnTo>
                  <a:lnTo>
                    <a:pt x="3631964" y="1950949"/>
                  </a:lnTo>
                  <a:lnTo>
                    <a:pt x="3632089" y="1950949"/>
                  </a:lnTo>
                  <a:lnTo>
                    <a:pt x="3632214" y="1950949"/>
                  </a:lnTo>
                  <a:lnTo>
                    <a:pt x="3632339" y="1950949"/>
                  </a:lnTo>
                  <a:lnTo>
                    <a:pt x="3632464" y="1950949"/>
                  </a:lnTo>
                  <a:lnTo>
                    <a:pt x="3632589" y="1950949"/>
                  </a:lnTo>
                  <a:lnTo>
                    <a:pt x="3632714" y="1950949"/>
                  </a:lnTo>
                  <a:lnTo>
                    <a:pt x="3632839" y="1950949"/>
                  </a:lnTo>
                  <a:lnTo>
                    <a:pt x="3632964" y="1950949"/>
                  </a:lnTo>
                  <a:lnTo>
                    <a:pt x="3633089" y="1950949"/>
                  </a:lnTo>
                  <a:lnTo>
                    <a:pt x="3633214" y="1950949"/>
                  </a:lnTo>
                  <a:lnTo>
                    <a:pt x="3633339" y="1950949"/>
                  </a:lnTo>
                  <a:lnTo>
                    <a:pt x="3633464" y="1950949"/>
                  </a:lnTo>
                  <a:lnTo>
                    <a:pt x="3633589" y="1950949"/>
                  </a:lnTo>
                  <a:lnTo>
                    <a:pt x="3633714" y="1950949"/>
                  </a:lnTo>
                  <a:lnTo>
                    <a:pt x="3633839" y="1950949"/>
                  </a:lnTo>
                  <a:lnTo>
                    <a:pt x="3633964" y="1950949"/>
                  </a:lnTo>
                  <a:lnTo>
                    <a:pt x="3634089" y="1950949"/>
                  </a:lnTo>
                  <a:lnTo>
                    <a:pt x="3634214" y="1950949"/>
                  </a:lnTo>
                  <a:lnTo>
                    <a:pt x="3634339" y="1950949"/>
                  </a:lnTo>
                  <a:lnTo>
                    <a:pt x="3634464" y="1950949"/>
                  </a:lnTo>
                  <a:lnTo>
                    <a:pt x="3634590" y="1950949"/>
                  </a:lnTo>
                  <a:lnTo>
                    <a:pt x="3634590" y="1940995"/>
                  </a:lnTo>
                  <a:lnTo>
                    <a:pt x="3634715" y="1940995"/>
                  </a:lnTo>
                  <a:lnTo>
                    <a:pt x="3634840" y="1940995"/>
                  </a:lnTo>
                  <a:lnTo>
                    <a:pt x="3634965" y="1940995"/>
                  </a:lnTo>
                  <a:lnTo>
                    <a:pt x="3635090" y="1940995"/>
                  </a:lnTo>
                  <a:lnTo>
                    <a:pt x="3635215" y="1940995"/>
                  </a:lnTo>
                  <a:lnTo>
                    <a:pt x="3635340" y="1940995"/>
                  </a:lnTo>
                  <a:lnTo>
                    <a:pt x="3635465" y="1940995"/>
                  </a:lnTo>
                  <a:lnTo>
                    <a:pt x="3635590" y="1940995"/>
                  </a:lnTo>
                  <a:lnTo>
                    <a:pt x="3635715" y="1940995"/>
                  </a:lnTo>
                  <a:lnTo>
                    <a:pt x="3635840" y="1940995"/>
                  </a:lnTo>
                  <a:lnTo>
                    <a:pt x="3635965" y="1940995"/>
                  </a:lnTo>
                  <a:lnTo>
                    <a:pt x="3636090" y="1940995"/>
                  </a:lnTo>
                  <a:lnTo>
                    <a:pt x="3636215" y="1940995"/>
                  </a:lnTo>
                  <a:lnTo>
                    <a:pt x="3636340" y="1940995"/>
                  </a:lnTo>
                  <a:lnTo>
                    <a:pt x="3636465" y="1940995"/>
                  </a:lnTo>
                  <a:lnTo>
                    <a:pt x="3636590" y="1940995"/>
                  </a:lnTo>
                  <a:lnTo>
                    <a:pt x="3636715" y="1940995"/>
                  </a:lnTo>
                  <a:lnTo>
                    <a:pt x="3636840" y="1940995"/>
                  </a:lnTo>
                  <a:lnTo>
                    <a:pt x="3636965" y="1940995"/>
                  </a:lnTo>
                  <a:lnTo>
                    <a:pt x="3637090" y="1940995"/>
                  </a:lnTo>
                  <a:lnTo>
                    <a:pt x="3637215" y="1940995"/>
                  </a:lnTo>
                  <a:lnTo>
                    <a:pt x="3637340" y="1940995"/>
                  </a:lnTo>
                  <a:lnTo>
                    <a:pt x="3637465" y="1940995"/>
                  </a:lnTo>
                  <a:lnTo>
                    <a:pt x="3637591" y="1940995"/>
                  </a:lnTo>
                  <a:lnTo>
                    <a:pt x="3637716" y="1940995"/>
                  </a:lnTo>
                  <a:lnTo>
                    <a:pt x="3637841" y="1940995"/>
                  </a:lnTo>
                  <a:lnTo>
                    <a:pt x="3637966" y="1940995"/>
                  </a:lnTo>
                  <a:lnTo>
                    <a:pt x="3638091" y="1940995"/>
                  </a:lnTo>
                  <a:lnTo>
                    <a:pt x="3638216" y="1940995"/>
                  </a:lnTo>
                  <a:lnTo>
                    <a:pt x="3638341" y="1940995"/>
                  </a:lnTo>
                  <a:lnTo>
                    <a:pt x="3638466" y="1940995"/>
                  </a:lnTo>
                  <a:lnTo>
                    <a:pt x="3638591" y="1940995"/>
                  </a:lnTo>
                  <a:lnTo>
                    <a:pt x="3638716" y="1940995"/>
                  </a:lnTo>
                  <a:lnTo>
                    <a:pt x="3638841" y="1940995"/>
                  </a:lnTo>
                  <a:lnTo>
                    <a:pt x="3638966" y="1940995"/>
                  </a:lnTo>
                  <a:lnTo>
                    <a:pt x="3639091" y="1940995"/>
                  </a:lnTo>
                  <a:lnTo>
                    <a:pt x="3639216" y="1940995"/>
                  </a:lnTo>
                  <a:lnTo>
                    <a:pt x="3639341" y="1940995"/>
                  </a:lnTo>
                  <a:lnTo>
                    <a:pt x="3639466" y="1940995"/>
                  </a:lnTo>
                  <a:lnTo>
                    <a:pt x="3639591" y="1940995"/>
                  </a:lnTo>
                  <a:lnTo>
                    <a:pt x="3639716" y="1940995"/>
                  </a:lnTo>
                  <a:lnTo>
                    <a:pt x="3639841" y="1940995"/>
                  </a:lnTo>
                  <a:lnTo>
                    <a:pt x="3639841" y="1931041"/>
                  </a:lnTo>
                  <a:lnTo>
                    <a:pt x="3639966" y="1931041"/>
                  </a:lnTo>
                  <a:lnTo>
                    <a:pt x="3640091" y="1931041"/>
                  </a:lnTo>
                  <a:lnTo>
                    <a:pt x="3640216" y="1931041"/>
                  </a:lnTo>
                  <a:lnTo>
                    <a:pt x="3640341" y="1931041"/>
                  </a:lnTo>
                  <a:lnTo>
                    <a:pt x="3640466" y="1931041"/>
                  </a:lnTo>
                  <a:lnTo>
                    <a:pt x="3640592" y="1931041"/>
                  </a:lnTo>
                  <a:lnTo>
                    <a:pt x="3640717" y="1931041"/>
                  </a:lnTo>
                  <a:lnTo>
                    <a:pt x="3640842" y="1931041"/>
                  </a:lnTo>
                  <a:lnTo>
                    <a:pt x="3640967" y="1931041"/>
                  </a:lnTo>
                  <a:lnTo>
                    <a:pt x="3641092" y="1931041"/>
                  </a:lnTo>
                  <a:lnTo>
                    <a:pt x="3641217" y="1931041"/>
                  </a:lnTo>
                  <a:lnTo>
                    <a:pt x="3641342" y="1931041"/>
                  </a:lnTo>
                  <a:lnTo>
                    <a:pt x="3641467" y="1931041"/>
                  </a:lnTo>
                  <a:lnTo>
                    <a:pt x="3641592" y="1931041"/>
                  </a:lnTo>
                  <a:lnTo>
                    <a:pt x="3641717" y="1931041"/>
                  </a:lnTo>
                  <a:lnTo>
                    <a:pt x="3641842" y="1931041"/>
                  </a:lnTo>
                  <a:lnTo>
                    <a:pt x="3641967" y="1931041"/>
                  </a:lnTo>
                  <a:lnTo>
                    <a:pt x="3642092" y="1931041"/>
                  </a:lnTo>
                  <a:lnTo>
                    <a:pt x="3642217" y="1931041"/>
                  </a:lnTo>
                  <a:lnTo>
                    <a:pt x="3642342" y="1931041"/>
                  </a:lnTo>
                  <a:lnTo>
                    <a:pt x="3642467" y="1931041"/>
                  </a:lnTo>
                  <a:lnTo>
                    <a:pt x="3642592" y="1931041"/>
                  </a:lnTo>
                  <a:lnTo>
                    <a:pt x="3642717" y="1931041"/>
                  </a:lnTo>
                  <a:lnTo>
                    <a:pt x="3642842" y="1931041"/>
                  </a:lnTo>
                  <a:lnTo>
                    <a:pt x="3642967" y="1931041"/>
                  </a:lnTo>
                  <a:lnTo>
                    <a:pt x="3643092" y="1931041"/>
                  </a:lnTo>
                  <a:lnTo>
                    <a:pt x="3643217" y="1931041"/>
                  </a:lnTo>
                  <a:lnTo>
                    <a:pt x="3643342" y="1931041"/>
                  </a:lnTo>
                  <a:lnTo>
                    <a:pt x="3643467" y="1931041"/>
                  </a:lnTo>
                  <a:lnTo>
                    <a:pt x="3643593" y="1931041"/>
                  </a:lnTo>
                  <a:lnTo>
                    <a:pt x="3643718" y="1931041"/>
                  </a:lnTo>
                  <a:lnTo>
                    <a:pt x="3643843" y="1931041"/>
                  </a:lnTo>
                  <a:lnTo>
                    <a:pt x="3643968" y="1931041"/>
                  </a:lnTo>
                  <a:lnTo>
                    <a:pt x="3644093" y="1931041"/>
                  </a:lnTo>
                  <a:lnTo>
                    <a:pt x="3644218" y="1931041"/>
                  </a:lnTo>
                  <a:lnTo>
                    <a:pt x="3644343" y="1931041"/>
                  </a:lnTo>
                  <a:lnTo>
                    <a:pt x="3644468" y="1931041"/>
                  </a:lnTo>
                  <a:lnTo>
                    <a:pt x="3644593" y="1931041"/>
                  </a:lnTo>
                  <a:lnTo>
                    <a:pt x="3644718" y="1931041"/>
                  </a:lnTo>
                  <a:lnTo>
                    <a:pt x="3644843" y="1931041"/>
                  </a:lnTo>
                  <a:lnTo>
                    <a:pt x="3644968" y="1931041"/>
                  </a:lnTo>
                  <a:lnTo>
                    <a:pt x="3645093" y="1931041"/>
                  </a:lnTo>
                  <a:lnTo>
                    <a:pt x="3645218" y="1931041"/>
                  </a:lnTo>
                  <a:lnTo>
                    <a:pt x="3645343" y="1931041"/>
                  </a:lnTo>
                  <a:lnTo>
                    <a:pt x="3645468" y="1931041"/>
                  </a:lnTo>
                  <a:lnTo>
                    <a:pt x="3645593" y="1931041"/>
                  </a:lnTo>
                  <a:lnTo>
                    <a:pt x="3645718" y="1931041"/>
                  </a:lnTo>
                  <a:lnTo>
                    <a:pt x="3645843" y="1931041"/>
                  </a:lnTo>
                  <a:lnTo>
                    <a:pt x="3645968" y="1931041"/>
                  </a:lnTo>
                  <a:lnTo>
                    <a:pt x="3646093" y="1931041"/>
                  </a:lnTo>
                  <a:lnTo>
                    <a:pt x="3646218" y="1931041"/>
                  </a:lnTo>
                  <a:lnTo>
                    <a:pt x="3646343" y="1931041"/>
                  </a:lnTo>
                  <a:lnTo>
                    <a:pt x="3646468" y="1931041"/>
                  </a:lnTo>
                  <a:lnTo>
                    <a:pt x="3646594" y="1931041"/>
                  </a:lnTo>
                  <a:lnTo>
                    <a:pt x="3646719" y="1931041"/>
                  </a:lnTo>
                  <a:lnTo>
                    <a:pt x="3646844" y="1931041"/>
                  </a:lnTo>
                  <a:lnTo>
                    <a:pt x="3646969" y="1931041"/>
                  </a:lnTo>
                  <a:lnTo>
                    <a:pt x="3647094" y="1931041"/>
                  </a:lnTo>
                  <a:lnTo>
                    <a:pt x="3647219" y="1931041"/>
                  </a:lnTo>
                  <a:lnTo>
                    <a:pt x="3647344" y="1931041"/>
                  </a:lnTo>
                  <a:lnTo>
                    <a:pt x="3647469" y="1931041"/>
                  </a:lnTo>
                  <a:lnTo>
                    <a:pt x="3647594" y="1931041"/>
                  </a:lnTo>
                  <a:lnTo>
                    <a:pt x="3647719" y="1931041"/>
                  </a:lnTo>
                  <a:lnTo>
                    <a:pt x="3647844" y="1931041"/>
                  </a:lnTo>
                  <a:lnTo>
                    <a:pt x="3647969" y="1931041"/>
                  </a:lnTo>
                  <a:lnTo>
                    <a:pt x="3648094" y="1931041"/>
                  </a:lnTo>
                  <a:lnTo>
                    <a:pt x="3648219" y="1931041"/>
                  </a:lnTo>
                  <a:lnTo>
                    <a:pt x="3648344" y="1931041"/>
                  </a:lnTo>
                  <a:lnTo>
                    <a:pt x="3648469" y="1931041"/>
                  </a:lnTo>
                  <a:lnTo>
                    <a:pt x="3648594" y="1931041"/>
                  </a:lnTo>
                  <a:lnTo>
                    <a:pt x="3648719" y="1931041"/>
                  </a:lnTo>
                  <a:lnTo>
                    <a:pt x="3648844" y="1931041"/>
                  </a:lnTo>
                  <a:lnTo>
                    <a:pt x="3648969" y="1931041"/>
                  </a:lnTo>
                  <a:lnTo>
                    <a:pt x="3649094" y="1931041"/>
                  </a:lnTo>
                  <a:lnTo>
                    <a:pt x="3649219" y="1931041"/>
                  </a:lnTo>
                  <a:lnTo>
                    <a:pt x="3649344" y="1931041"/>
                  </a:lnTo>
                  <a:lnTo>
                    <a:pt x="3649470" y="1931041"/>
                  </a:lnTo>
                  <a:lnTo>
                    <a:pt x="3649595" y="1931041"/>
                  </a:lnTo>
                  <a:lnTo>
                    <a:pt x="3649720" y="1931041"/>
                  </a:lnTo>
                  <a:lnTo>
                    <a:pt x="3649845" y="1931041"/>
                  </a:lnTo>
                  <a:lnTo>
                    <a:pt x="3649970" y="1931041"/>
                  </a:lnTo>
                  <a:lnTo>
                    <a:pt x="3650095" y="1931041"/>
                  </a:lnTo>
                  <a:lnTo>
                    <a:pt x="3650220" y="1931041"/>
                  </a:lnTo>
                  <a:lnTo>
                    <a:pt x="3650345" y="1931041"/>
                  </a:lnTo>
                  <a:lnTo>
                    <a:pt x="3650470" y="1931041"/>
                  </a:lnTo>
                  <a:lnTo>
                    <a:pt x="3650595" y="1931041"/>
                  </a:lnTo>
                  <a:lnTo>
                    <a:pt x="3650720" y="1931041"/>
                  </a:lnTo>
                  <a:lnTo>
                    <a:pt x="3650845" y="1931041"/>
                  </a:lnTo>
                  <a:lnTo>
                    <a:pt x="3650970" y="1931041"/>
                  </a:lnTo>
                  <a:lnTo>
                    <a:pt x="3651095" y="1931041"/>
                  </a:lnTo>
                  <a:lnTo>
                    <a:pt x="3651220" y="1931041"/>
                  </a:lnTo>
                  <a:lnTo>
                    <a:pt x="3651345" y="1931041"/>
                  </a:lnTo>
                  <a:lnTo>
                    <a:pt x="3651470" y="1931041"/>
                  </a:lnTo>
                  <a:lnTo>
                    <a:pt x="3651595" y="1931041"/>
                  </a:lnTo>
                  <a:lnTo>
                    <a:pt x="3651720" y="1931041"/>
                  </a:lnTo>
                  <a:lnTo>
                    <a:pt x="3651845" y="1931041"/>
                  </a:lnTo>
                  <a:lnTo>
                    <a:pt x="3651970" y="1931041"/>
                  </a:lnTo>
                  <a:lnTo>
                    <a:pt x="3652095" y="1931041"/>
                  </a:lnTo>
                  <a:lnTo>
                    <a:pt x="3652220" y="1931041"/>
                  </a:lnTo>
                  <a:lnTo>
                    <a:pt x="3652345" y="1931041"/>
                  </a:lnTo>
                  <a:lnTo>
                    <a:pt x="3652471" y="1931041"/>
                  </a:lnTo>
                  <a:lnTo>
                    <a:pt x="3652596" y="1931041"/>
                  </a:lnTo>
                  <a:lnTo>
                    <a:pt x="3652721" y="1931041"/>
                  </a:lnTo>
                  <a:lnTo>
                    <a:pt x="3652846" y="1931041"/>
                  </a:lnTo>
                  <a:lnTo>
                    <a:pt x="3652971" y="1931041"/>
                  </a:lnTo>
                  <a:lnTo>
                    <a:pt x="3653096" y="1931041"/>
                  </a:lnTo>
                  <a:lnTo>
                    <a:pt x="3653221" y="1931041"/>
                  </a:lnTo>
                  <a:lnTo>
                    <a:pt x="3653346" y="1931041"/>
                  </a:lnTo>
                  <a:lnTo>
                    <a:pt x="3653471" y="1931041"/>
                  </a:lnTo>
                  <a:lnTo>
                    <a:pt x="3653596" y="1931041"/>
                  </a:lnTo>
                  <a:lnTo>
                    <a:pt x="3653721" y="1931041"/>
                  </a:lnTo>
                  <a:lnTo>
                    <a:pt x="3653846" y="1931041"/>
                  </a:lnTo>
                  <a:lnTo>
                    <a:pt x="3653971" y="1931041"/>
                  </a:lnTo>
                  <a:lnTo>
                    <a:pt x="3654096" y="1931041"/>
                  </a:lnTo>
                  <a:lnTo>
                    <a:pt x="3654221" y="1931041"/>
                  </a:lnTo>
                  <a:lnTo>
                    <a:pt x="3654346" y="1931041"/>
                  </a:lnTo>
                  <a:lnTo>
                    <a:pt x="3654471" y="1931041"/>
                  </a:lnTo>
                  <a:lnTo>
                    <a:pt x="3654596" y="1931041"/>
                  </a:lnTo>
                  <a:lnTo>
                    <a:pt x="3654721" y="1931041"/>
                  </a:lnTo>
                  <a:lnTo>
                    <a:pt x="3654846" y="1931041"/>
                  </a:lnTo>
                  <a:lnTo>
                    <a:pt x="3654971" y="1931041"/>
                  </a:lnTo>
                  <a:lnTo>
                    <a:pt x="3655096" y="1931041"/>
                  </a:lnTo>
                  <a:lnTo>
                    <a:pt x="3655221" y="1931041"/>
                  </a:lnTo>
                  <a:lnTo>
                    <a:pt x="3655346" y="1931041"/>
                  </a:lnTo>
                  <a:lnTo>
                    <a:pt x="3655472" y="1931041"/>
                  </a:lnTo>
                  <a:lnTo>
                    <a:pt x="3655597" y="1931041"/>
                  </a:lnTo>
                  <a:lnTo>
                    <a:pt x="3655722" y="1931041"/>
                  </a:lnTo>
                  <a:lnTo>
                    <a:pt x="3655847" y="1931041"/>
                  </a:lnTo>
                  <a:lnTo>
                    <a:pt x="3655972" y="1931041"/>
                  </a:lnTo>
                  <a:lnTo>
                    <a:pt x="3655972" y="1921087"/>
                  </a:lnTo>
                  <a:lnTo>
                    <a:pt x="3656097" y="1921087"/>
                  </a:lnTo>
                  <a:lnTo>
                    <a:pt x="3656222" y="1921087"/>
                  </a:lnTo>
                  <a:lnTo>
                    <a:pt x="3656347" y="1921087"/>
                  </a:lnTo>
                  <a:lnTo>
                    <a:pt x="3656472" y="1921087"/>
                  </a:lnTo>
                  <a:lnTo>
                    <a:pt x="3656597" y="1921087"/>
                  </a:lnTo>
                  <a:lnTo>
                    <a:pt x="3656722" y="1921087"/>
                  </a:lnTo>
                  <a:lnTo>
                    <a:pt x="3656847" y="1921087"/>
                  </a:lnTo>
                  <a:lnTo>
                    <a:pt x="3656972" y="1921087"/>
                  </a:lnTo>
                  <a:lnTo>
                    <a:pt x="3657097" y="1921087"/>
                  </a:lnTo>
                  <a:lnTo>
                    <a:pt x="3657222" y="1921087"/>
                  </a:lnTo>
                  <a:lnTo>
                    <a:pt x="3657347" y="1921087"/>
                  </a:lnTo>
                  <a:lnTo>
                    <a:pt x="3657472" y="1921087"/>
                  </a:lnTo>
                  <a:lnTo>
                    <a:pt x="3657597" y="1921087"/>
                  </a:lnTo>
                  <a:lnTo>
                    <a:pt x="3657722" y="1921087"/>
                  </a:lnTo>
                  <a:lnTo>
                    <a:pt x="3657847" y="1921087"/>
                  </a:lnTo>
                  <a:lnTo>
                    <a:pt x="3657972" y="1921087"/>
                  </a:lnTo>
                  <a:lnTo>
                    <a:pt x="3658097" y="1921087"/>
                  </a:lnTo>
                  <a:lnTo>
                    <a:pt x="3658222" y="1921087"/>
                  </a:lnTo>
                  <a:lnTo>
                    <a:pt x="3658347" y="1921087"/>
                  </a:lnTo>
                  <a:lnTo>
                    <a:pt x="3658473" y="1921087"/>
                  </a:lnTo>
                  <a:lnTo>
                    <a:pt x="3658598" y="1921087"/>
                  </a:lnTo>
                  <a:lnTo>
                    <a:pt x="3658723" y="1921087"/>
                  </a:lnTo>
                  <a:lnTo>
                    <a:pt x="3658848" y="1921087"/>
                  </a:lnTo>
                  <a:lnTo>
                    <a:pt x="3658973" y="1921087"/>
                  </a:lnTo>
                  <a:lnTo>
                    <a:pt x="3659098" y="1921087"/>
                  </a:lnTo>
                  <a:lnTo>
                    <a:pt x="3659223" y="1921087"/>
                  </a:lnTo>
                  <a:lnTo>
                    <a:pt x="3659348" y="1921087"/>
                  </a:lnTo>
                  <a:lnTo>
                    <a:pt x="3659473" y="1921087"/>
                  </a:lnTo>
                  <a:lnTo>
                    <a:pt x="3659598" y="1921087"/>
                  </a:lnTo>
                  <a:lnTo>
                    <a:pt x="3659723" y="1921087"/>
                  </a:lnTo>
                  <a:lnTo>
                    <a:pt x="3659848" y="1921087"/>
                  </a:lnTo>
                  <a:lnTo>
                    <a:pt x="3659973" y="1921087"/>
                  </a:lnTo>
                  <a:lnTo>
                    <a:pt x="3660098" y="1921087"/>
                  </a:lnTo>
                  <a:lnTo>
                    <a:pt x="3660223" y="1921087"/>
                  </a:lnTo>
                  <a:lnTo>
                    <a:pt x="3660348" y="1921087"/>
                  </a:lnTo>
                  <a:lnTo>
                    <a:pt x="3660473" y="1921087"/>
                  </a:lnTo>
                  <a:lnTo>
                    <a:pt x="3660598" y="1921087"/>
                  </a:lnTo>
                  <a:lnTo>
                    <a:pt x="3660723" y="1921087"/>
                  </a:lnTo>
                  <a:lnTo>
                    <a:pt x="3660848" y="1921087"/>
                  </a:lnTo>
                  <a:lnTo>
                    <a:pt x="3660973" y="1921087"/>
                  </a:lnTo>
                  <a:lnTo>
                    <a:pt x="3661098" y="1921087"/>
                  </a:lnTo>
                  <a:lnTo>
                    <a:pt x="3661223" y="1921087"/>
                  </a:lnTo>
                  <a:lnTo>
                    <a:pt x="3661348" y="1921087"/>
                  </a:lnTo>
                  <a:lnTo>
                    <a:pt x="3661474" y="1921087"/>
                  </a:lnTo>
                  <a:lnTo>
                    <a:pt x="3661599" y="1921087"/>
                  </a:lnTo>
                  <a:lnTo>
                    <a:pt x="3661724" y="1921087"/>
                  </a:lnTo>
                  <a:lnTo>
                    <a:pt x="3661849" y="1921087"/>
                  </a:lnTo>
                  <a:lnTo>
                    <a:pt x="3661974" y="1921087"/>
                  </a:lnTo>
                  <a:lnTo>
                    <a:pt x="3662099" y="1921087"/>
                  </a:lnTo>
                  <a:lnTo>
                    <a:pt x="3662224" y="1921087"/>
                  </a:lnTo>
                  <a:lnTo>
                    <a:pt x="3662349" y="1921087"/>
                  </a:lnTo>
                  <a:lnTo>
                    <a:pt x="3662474" y="1921087"/>
                  </a:lnTo>
                  <a:lnTo>
                    <a:pt x="3662599" y="1921087"/>
                  </a:lnTo>
                  <a:lnTo>
                    <a:pt x="3662599" y="1911133"/>
                  </a:lnTo>
                  <a:lnTo>
                    <a:pt x="3662724" y="1911133"/>
                  </a:lnTo>
                  <a:lnTo>
                    <a:pt x="3662849" y="1911133"/>
                  </a:lnTo>
                  <a:lnTo>
                    <a:pt x="3662974" y="1911133"/>
                  </a:lnTo>
                  <a:lnTo>
                    <a:pt x="3663099" y="1911133"/>
                  </a:lnTo>
                  <a:lnTo>
                    <a:pt x="3663099" y="1901180"/>
                  </a:lnTo>
                  <a:lnTo>
                    <a:pt x="3663224" y="1901180"/>
                  </a:lnTo>
                  <a:lnTo>
                    <a:pt x="3663349" y="1901180"/>
                  </a:lnTo>
                  <a:lnTo>
                    <a:pt x="3663474" y="1901180"/>
                  </a:lnTo>
                  <a:lnTo>
                    <a:pt x="3663599" y="1901180"/>
                  </a:lnTo>
                  <a:lnTo>
                    <a:pt x="3663724" y="1901180"/>
                  </a:lnTo>
                  <a:lnTo>
                    <a:pt x="3663849" y="1901180"/>
                  </a:lnTo>
                  <a:lnTo>
                    <a:pt x="3663974" y="1901180"/>
                  </a:lnTo>
                  <a:lnTo>
                    <a:pt x="3664099" y="1901180"/>
                  </a:lnTo>
                  <a:lnTo>
                    <a:pt x="3664224" y="1901180"/>
                  </a:lnTo>
                  <a:lnTo>
                    <a:pt x="3664349" y="1901180"/>
                  </a:lnTo>
                  <a:lnTo>
                    <a:pt x="3664475" y="1901180"/>
                  </a:lnTo>
                  <a:lnTo>
                    <a:pt x="3664600" y="1901180"/>
                  </a:lnTo>
                  <a:lnTo>
                    <a:pt x="3664725" y="1901180"/>
                  </a:lnTo>
                  <a:lnTo>
                    <a:pt x="3664850" y="1901180"/>
                  </a:lnTo>
                  <a:lnTo>
                    <a:pt x="3664975" y="1901180"/>
                  </a:lnTo>
                  <a:lnTo>
                    <a:pt x="3665100" y="1901180"/>
                  </a:lnTo>
                  <a:lnTo>
                    <a:pt x="3665225" y="1901180"/>
                  </a:lnTo>
                  <a:lnTo>
                    <a:pt x="3665350" y="1901180"/>
                  </a:lnTo>
                  <a:lnTo>
                    <a:pt x="3665475" y="1901180"/>
                  </a:lnTo>
                  <a:lnTo>
                    <a:pt x="3665600" y="1901180"/>
                  </a:lnTo>
                  <a:lnTo>
                    <a:pt x="3665725" y="1901180"/>
                  </a:lnTo>
                  <a:lnTo>
                    <a:pt x="3665850" y="1901180"/>
                  </a:lnTo>
                  <a:lnTo>
                    <a:pt x="3665975" y="1901180"/>
                  </a:lnTo>
                  <a:lnTo>
                    <a:pt x="3666100" y="1901180"/>
                  </a:lnTo>
                  <a:lnTo>
                    <a:pt x="3666225" y="1901180"/>
                  </a:lnTo>
                  <a:lnTo>
                    <a:pt x="3666350" y="1901180"/>
                  </a:lnTo>
                  <a:lnTo>
                    <a:pt x="3666475" y="1901180"/>
                  </a:lnTo>
                  <a:lnTo>
                    <a:pt x="3666600" y="1901180"/>
                  </a:lnTo>
                  <a:lnTo>
                    <a:pt x="3666725" y="1901180"/>
                  </a:lnTo>
                  <a:lnTo>
                    <a:pt x="3666850" y="1901180"/>
                  </a:lnTo>
                  <a:lnTo>
                    <a:pt x="3666975" y="1901180"/>
                  </a:lnTo>
                  <a:lnTo>
                    <a:pt x="3667100" y="1901180"/>
                  </a:lnTo>
                  <a:lnTo>
                    <a:pt x="3667225" y="1901180"/>
                  </a:lnTo>
                  <a:lnTo>
                    <a:pt x="3667350" y="1901180"/>
                  </a:lnTo>
                  <a:lnTo>
                    <a:pt x="3667476" y="1901180"/>
                  </a:lnTo>
                  <a:lnTo>
                    <a:pt x="3667601" y="1901180"/>
                  </a:lnTo>
                  <a:lnTo>
                    <a:pt x="3667726" y="1901180"/>
                  </a:lnTo>
                  <a:lnTo>
                    <a:pt x="3667851" y="1901180"/>
                  </a:lnTo>
                  <a:lnTo>
                    <a:pt x="3667976" y="1901180"/>
                  </a:lnTo>
                  <a:lnTo>
                    <a:pt x="3668101" y="1901180"/>
                  </a:lnTo>
                  <a:lnTo>
                    <a:pt x="3668226" y="1901180"/>
                  </a:lnTo>
                  <a:lnTo>
                    <a:pt x="3668351" y="1901180"/>
                  </a:lnTo>
                  <a:lnTo>
                    <a:pt x="3668476" y="1901180"/>
                  </a:lnTo>
                  <a:lnTo>
                    <a:pt x="3668601" y="1901180"/>
                  </a:lnTo>
                  <a:lnTo>
                    <a:pt x="3668726" y="1901180"/>
                  </a:lnTo>
                  <a:lnTo>
                    <a:pt x="3668851" y="1901180"/>
                  </a:lnTo>
                  <a:lnTo>
                    <a:pt x="3668976" y="1901180"/>
                  </a:lnTo>
                  <a:lnTo>
                    <a:pt x="3669101" y="1901180"/>
                  </a:lnTo>
                  <a:lnTo>
                    <a:pt x="3669226" y="1901180"/>
                  </a:lnTo>
                  <a:lnTo>
                    <a:pt x="3669351" y="1901180"/>
                  </a:lnTo>
                  <a:lnTo>
                    <a:pt x="3669476" y="1901180"/>
                  </a:lnTo>
                  <a:lnTo>
                    <a:pt x="3669601" y="1901180"/>
                  </a:lnTo>
                  <a:lnTo>
                    <a:pt x="3669726" y="1901180"/>
                  </a:lnTo>
                  <a:lnTo>
                    <a:pt x="3669851" y="1901180"/>
                  </a:lnTo>
                  <a:lnTo>
                    <a:pt x="3669976" y="1901180"/>
                  </a:lnTo>
                  <a:lnTo>
                    <a:pt x="3670101" y="1901180"/>
                  </a:lnTo>
                  <a:lnTo>
                    <a:pt x="3670226" y="1901180"/>
                  </a:lnTo>
                  <a:lnTo>
                    <a:pt x="3670351" y="1901180"/>
                  </a:lnTo>
                  <a:lnTo>
                    <a:pt x="3670477" y="1901180"/>
                  </a:lnTo>
                  <a:lnTo>
                    <a:pt x="3670602" y="1901180"/>
                  </a:lnTo>
                  <a:lnTo>
                    <a:pt x="3670727" y="1901180"/>
                  </a:lnTo>
                  <a:lnTo>
                    <a:pt x="3670852" y="1901180"/>
                  </a:lnTo>
                  <a:lnTo>
                    <a:pt x="3670977" y="1901180"/>
                  </a:lnTo>
                  <a:lnTo>
                    <a:pt x="3671102" y="1901180"/>
                  </a:lnTo>
                  <a:lnTo>
                    <a:pt x="3671227" y="1901180"/>
                  </a:lnTo>
                  <a:lnTo>
                    <a:pt x="3671352" y="1901180"/>
                  </a:lnTo>
                  <a:lnTo>
                    <a:pt x="3671477" y="1901180"/>
                  </a:lnTo>
                  <a:lnTo>
                    <a:pt x="3671602" y="1901180"/>
                  </a:lnTo>
                  <a:lnTo>
                    <a:pt x="3671727" y="1901180"/>
                  </a:lnTo>
                  <a:lnTo>
                    <a:pt x="3671852" y="1901180"/>
                  </a:lnTo>
                  <a:lnTo>
                    <a:pt x="3671977" y="1901180"/>
                  </a:lnTo>
                  <a:lnTo>
                    <a:pt x="3672102" y="1901180"/>
                  </a:lnTo>
                  <a:lnTo>
                    <a:pt x="3672227" y="1901180"/>
                  </a:lnTo>
                  <a:lnTo>
                    <a:pt x="3672352" y="1901180"/>
                  </a:lnTo>
                  <a:lnTo>
                    <a:pt x="3672477" y="1901180"/>
                  </a:lnTo>
                  <a:lnTo>
                    <a:pt x="3672602" y="1901180"/>
                  </a:lnTo>
                  <a:lnTo>
                    <a:pt x="3672727" y="1901180"/>
                  </a:lnTo>
                  <a:lnTo>
                    <a:pt x="3672852" y="1901180"/>
                  </a:lnTo>
                  <a:lnTo>
                    <a:pt x="3672977" y="1901180"/>
                  </a:lnTo>
                  <a:lnTo>
                    <a:pt x="3673102" y="1901180"/>
                  </a:lnTo>
                  <a:lnTo>
                    <a:pt x="3673227" y="1901180"/>
                  </a:lnTo>
                  <a:lnTo>
                    <a:pt x="3673352" y="1901180"/>
                  </a:lnTo>
                  <a:lnTo>
                    <a:pt x="3673352" y="1891226"/>
                  </a:lnTo>
                  <a:lnTo>
                    <a:pt x="3673478" y="1891226"/>
                  </a:lnTo>
                  <a:lnTo>
                    <a:pt x="3673603" y="1891226"/>
                  </a:lnTo>
                  <a:lnTo>
                    <a:pt x="3673728" y="1891226"/>
                  </a:lnTo>
                  <a:lnTo>
                    <a:pt x="3673853" y="1891226"/>
                  </a:lnTo>
                  <a:lnTo>
                    <a:pt x="3673978" y="1891226"/>
                  </a:lnTo>
                  <a:lnTo>
                    <a:pt x="3674103" y="1891226"/>
                  </a:lnTo>
                  <a:lnTo>
                    <a:pt x="3674228" y="1891226"/>
                  </a:lnTo>
                  <a:lnTo>
                    <a:pt x="3674353" y="1891226"/>
                  </a:lnTo>
                  <a:lnTo>
                    <a:pt x="3674478" y="1891226"/>
                  </a:lnTo>
                  <a:lnTo>
                    <a:pt x="3674603" y="1891226"/>
                  </a:lnTo>
                  <a:lnTo>
                    <a:pt x="3674603" y="1881272"/>
                  </a:lnTo>
                  <a:lnTo>
                    <a:pt x="3674728" y="1881272"/>
                  </a:lnTo>
                  <a:lnTo>
                    <a:pt x="3674853" y="1881272"/>
                  </a:lnTo>
                  <a:lnTo>
                    <a:pt x="3674978" y="1881272"/>
                  </a:lnTo>
                  <a:lnTo>
                    <a:pt x="3675103" y="1881272"/>
                  </a:lnTo>
                  <a:lnTo>
                    <a:pt x="3675228" y="1881272"/>
                  </a:lnTo>
                  <a:lnTo>
                    <a:pt x="3675353" y="1881272"/>
                  </a:lnTo>
                  <a:lnTo>
                    <a:pt x="3675478" y="1881272"/>
                  </a:lnTo>
                  <a:lnTo>
                    <a:pt x="3675603" y="1881272"/>
                  </a:lnTo>
                  <a:lnTo>
                    <a:pt x="3675728" y="1881272"/>
                  </a:lnTo>
                  <a:lnTo>
                    <a:pt x="3675853" y="1881272"/>
                  </a:lnTo>
                  <a:lnTo>
                    <a:pt x="3675978" y="1881272"/>
                  </a:lnTo>
                  <a:lnTo>
                    <a:pt x="3676103" y="1881272"/>
                  </a:lnTo>
                  <a:lnTo>
                    <a:pt x="3676228" y="1881272"/>
                  </a:lnTo>
                  <a:lnTo>
                    <a:pt x="3676353" y="1881272"/>
                  </a:lnTo>
                  <a:lnTo>
                    <a:pt x="3676479" y="1881272"/>
                  </a:lnTo>
                  <a:lnTo>
                    <a:pt x="3676604" y="1881272"/>
                  </a:lnTo>
                  <a:lnTo>
                    <a:pt x="3676729" y="1881272"/>
                  </a:lnTo>
                  <a:lnTo>
                    <a:pt x="3676854" y="1881272"/>
                  </a:lnTo>
                  <a:lnTo>
                    <a:pt x="3676979" y="1881272"/>
                  </a:lnTo>
                  <a:lnTo>
                    <a:pt x="3677104" y="1881272"/>
                  </a:lnTo>
                  <a:lnTo>
                    <a:pt x="3677229" y="1881272"/>
                  </a:lnTo>
                  <a:lnTo>
                    <a:pt x="3677354" y="1881272"/>
                  </a:lnTo>
                  <a:lnTo>
                    <a:pt x="3677479" y="1881272"/>
                  </a:lnTo>
                  <a:lnTo>
                    <a:pt x="3677604" y="1881272"/>
                  </a:lnTo>
                  <a:lnTo>
                    <a:pt x="3677729" y="1881272"/>
                  </a:lnTo>
                  <a:lnTo>
                    <a:pt x="3677854" y="1881272"/>
                  </a:lnTo>
                  <a:lnTo>
                    <a:pt x="3677979" y="1881272"/>
                  </a:lnTo>
                  <a:lnTo>
                    <a:pt x="3678104" y="1881272"/>
                  </a:lnTo>
                  <a:lnTo>
                    <a:pt x="3678229" y="1881272"/>
                  </a:lnTo>
                  <a:lnTo>
                    <a:pt x="3678354" y="1881272"/>
                  </a:lnTo>
                  <a:lnTo>
                    <a:pt x="3678479" y="1881272"/>
                  </a:lnTo>
                  <a:lnTo>
                    <a:pt x="3678604" y="1881272"/>
                  </a:lnTo>
                  <a:lnTo>
                    <a:pt x="3678729" y="1881272"/>
                  </a:lnTo>
                  <a:lnTo>
                    <a:pt x="3678854" y="1881272"/>
                  </a:lnTo>
                  <a:lnTo>
                    <a:pt x="3678979" y="1881272"/>
                  </a:lnTo>
                  <a:lnTo>
                    <a:pt x="3679104" y="1881272"/>
                  </a:lnTo>
                  <a:lnTo>
                    <a:pt x="3679229" y="1881272"/>
                  </a:lnTo>
                  <a:lnTo>
                    <a:pt x="3679354" y="1881272"/>
                  </a:lnTo>
                  <a:lnTo>
                    <a:pt x="3679480" y="1881272"/>
                  </a:lnTo>
                  <a:lnTo>
                    <a:pt x="3679605" y="1881272"/>
                  </a:lnTo>
                  <a:lnTo>
                    <a:pt x="3679730" y="1881272"/>
                  </a:lnTo>
                  <a:lnTo>
                    <a:pt x="3679855" y="1881272"/>
                  </a:lnTo>
                  <a:lnTo>
                    <a:pt x="3679980" y="1881272"/>
                  </a:lnTo>
                  <a:lnTo>
                    <a:pt x="3680105" y="1881272"/>
                  </a:lnTo>
                  <a:lnTo>
                    <a:pt x="3680230" y="1881272"/>
                  </a:lnTo>
                  <a:lnTo>
                    <a:pt x="3680355" y="1881272"/>
                  </a:lnTo>
                  <a:lnTo>
                    <a:pt x="3680480" y="1881272"/>
                  </a:lnTo>
                  <a:lnTo>
                    <a:pt x="3680605" y="1881272"/>
                  </a:lnTo>
                  <a:lnTo>
                    <a:pt x="3680730" y="1881272"/>
                  </a:lnTo>
                  <a:lnTo>
                    <a:pt x="3680855" y="1881272"/>
                  </a:lnTo>
                  <a:lnTo>
                    <a:pt x="3680980" y="1881272"/>
                  </a:lnTo>
                  <a:lnTo>
                    <a:pt x="3681105" y="1881272"/>
                  </a:lnTo>
                  <a:lnTo>
                    <a:pt x="3681230" y="1881272"/>
                  </a:lnTo>
                  <a:lnTo>
                    <a:pt x="3681355" y="1881272"/>
                  </a:lnTo>
                  <a:lnTo>
                    <a:pt x="3681480" y="1881272"/>
                  </a:lnTo>
                  <a:lnTo>
                    <a:pt x="3681605" y="1881272"/>
                  </a:lnTo>
                  <a:lnTo>
                    <a:pt x="3681730" y="1881272"/>
                  </a:lnTo>
                  <a:lnTo>
                    <a:pt x="3681855" y="1881272"/>
                  </a:lnTo>
                  <a:lnTo>
                    <a:pt x="3681980" y="1881272"/>
                  </a:lnTo>
                  <a:lnTo>
                    <a:pt x="3682105" y="1881272"/>
                  </a:lnTo>
                  <a:lnTo>
                    <a:pt x="3682230" y="1881272"/>
                  </a:lnTo>
                  <a:lnTo>
                    <a:pt x="3682355" y="1881272"/>
                  </a:lnTo>
                  <a:lnTo>
                    <a:pt x="3682481" y="1881272"/>
                  </a:lnTo>
                  <a:lnTo>
                    <a:pt x="3682606" y="1881272"/>
                  </a:lnTo>
                  <a:lnTo>
                    <a:pt x="3682731" y="1881272"/>
                  </a:lnTo>
                  <a:lnTo>
                    <a:pt x="3682856" y="1881272"/>
                  </a:lnTo>
                  <a:lnTo>
                    <a:pt x="3682981" y="1881272"/>
                  </a:lnTo>
                  <a:lnTo>
                    <a:pt x="3683106" y="1881272"/>
                  </a:lnTo>
                  <a:lnTo>
                    <a:pt x="3683231" y="1881272"/>
                  </a:lnTo>
                  <a:lnTo>
                    <a:pt x="3683356" y="1881272"/>
                  </a:lnTo>
                  <a:lnTo>
                    <a:pt x="3683481" y="1881272"/>
                  </a:lnTo>
                  <a:lnTo>
                    <a:pt x="3683606" y="1881272"/>
                  </a:lnTo>
                  <a:lnTo>
                    <a:pt x="3683731" y="1881272"/>
                  </a:lnTo>
                  <a:lnTo>
                    <a:pt x="3683856" y="1881272"/>
                  </a:lnTo>
                  <a:lnTo>
                    <a:pt x="3683981" y="1881272"/>
                  </a:lnTo>
                  <a:lnTo>
                    <a:pt x="3684106" y="1881272"/>
                  </a:lnTo>
                  <a:lnTo>
                    <a:pt x="3684231" y="1881272"/>
                  </a:lnTo>
                  <a:lnTo>
                    <a:pt x="3684356" y="1881272"/>
                  </a:lnTo>
                  <a:lnTo>
                    <a:pt x="3684481" y="1881272"/>
                  </a:lnTo>
                  <a:lnTo>
                    <a:pt x="3684606" y="1881272"/>
                  </a:lnTo>
                  <a:lnTo>
                    <a:pt x="3684731" y="1881272"/>
                  </a:lnTo>
                  <a:lnTo>
                    <a:pt x="3684856" y="1881272"/>
                  </a:lnTo>
                  <a:lnTo>
                    <a:pt x="3684981" y="1881272"/>
                  </a:lnTo>
                  <a:lnTo>
                    <a:pt x="3685106" y="1881272"/>
                  </a:lnTo>
                  <a:lnTo>
                    <a:pt x="3685231" y="1881272"/>
                  </a:lnTo>
                  <a:lnTo>
                    <a:pt x="3685356" y="1881272"/>
                  </a:lnTo>
                  <a:lnTo>
                    <a:pt x="3685482" y="1881272"/>
                  </a:lnTo>
                  <a:lnTo>
                    <a:pt x="3685607" y="1881272"/>
                  </a:lnTo>
                  <a:lnTo>
                    <a:pt x="3685732" y="1881272"/>
                  </a:lnTo>
                  <a:lnTo>
                    <a:pt x="3685857" y="1881272"/>
                  </a:lnTo>
                  <a:lnTo>
                    <a:pt x="3685982" y="1881272"/>
                  </a:lnTo>
                  <a:lnTo>
                    <a:pt x="3686107" y="1881272"/>
                  </a:lnTo>
                  <a:lnTo>
                    <a:pt x="3686232" y="1881272"/>
                  </a:lnTo>
                  <a:lnTo>
                    <a:pt x="3686357" y="1881272"/>
                  </a:lnTo>
                  <a:lnTo>
                    <a:pt x="3686482" y="1881272"/>
                  </a:lnTo>
                  <a:lnTo>
                    <a:pt x="3686607" y="1881272"/>
                  </a:lnTo>
                  <a:lnTo>
                    <a:pt x="3686732" y="1881272"/>
                  </a:lnTo>
                  <a:lnTo>
                    <a:pt x="3686857" y="1881272"/>
                  </a:lnTo>
                  <a:lnTo>
                    <a:pt x="3686982" y="1881272"/>
                  </a:lnTo>
                  <a:lnTo>
                    <a:pt x="3687107" y="1881272"/>
                  </a:lnTo>
                  <a:lnTo>
                    <a:pt x="3687232" y="1881272"/>
                  </a:lnTo>
                  <a:lnTo>
                    <a:pt x="3687357" y="1881272"/>
                  </a:lnTo>
                  <a:lnTo>
                    <a:pt x="3687482" y="1881272"/>
                  </a:lnTo>
                  <a:lnTo>
                    <a:pt x="3687607" y="1881272"/>
                  </a:lnTo>
                  <a:lnTo>
                    <a:pt x="3687732" y="1881272"/>
                  </a:lnTo>
                  <a:lnTo>
                    <a:pt x="3687857" y="1881272"/>
                  </a:lnTo>
                  <a:lnTo>
                    <a:pt x="3687982" y="1881272"/>
                  </a:lnTo>
                  <a:lnTo>
                    <a:pt x="3688107" y="1881272"/>
                  </a:lnTo>
                  <a:lnTo>
                    <a:pt x="3688232" y="1881272"/>
                  </a:lnTo>
                  <a:lnTo>
                    <a:pt x="3688358" y="1881272"/>
                  </a:lnTo>
                  <a:lnTo>
                    <a:pt x="3688483" y="1881272"/>
                  </a:lnTo>
                  <a:lnTo>
                    <a:pt x="3688608" y="1881272"/>
                  </a:lnTo>
                  <a:lnTo>
                    <a:pt x="3688733" y="1881272"/>
                  </a:lnTo>
                  <a:lnTo>
                    <a:pt x="3688858" y="1881272"/>
                  </a:lnTo>
                  <a:lnTo>
                    <a:pt x="3688983" y="1881272"/>
                  </a:lnTo>
                  <a:lnTo>
                    <a:pt x="3689108" y="1881272"/>
                  </a:lnTo>
                  <a:lnTo>
                    <a:pt x="3689233" y="1881272"/>
                  </a:lnTo>
                  <a:lnTo>
                    <a:pt x="3689358" y="1881272"/>
                  </a:lnTo>
                  <a:lnTo>
                    <a:pt x="3689483" y="1881272"/>
                  </a:lnTo>
                  <a:lnTo>
                    <a:pt x="3689608" y="1881272"/>
                  </a:lnTo>
                  <a:lnTo>
                    <a:pt x="3689733" y="1881272"/>
                  </a:lnTo>
                  <a:lnTo>
                    <a:pt x="3689858" y="1881272"/>
                  </a:lnTo>
                  <a:lnTo>
                    <a:pt x="3689983" y="1881272"/>
                  </a:lnTo>
                  <a:lnTo>
                    <a:pt x="3690108" y="1881272"/>
                  </a:lnTo>
                  <a:lnTo>
                    <a:pt x="3690233" y="1881272"/>
                  </a:lnTo>
                  <a:lnTo>
                    <a:pt x="3690358" y="1881272"/>
                  </a:lnTo>
                  <a:lnTo>
                    <a:pt x="3690483" y="1881272"/>
                  </a:lnTo>
                  <a:lnTo>
                    <a:pt x="3690608" y="1881272"/>
                  </a:lnTo>
                  <a:lnTo>
                    <a:pt x="3690733" y="1881272"/>
                  </a:lnTo>
                  <a:lnTo>
                    <a:pt x="3690858" y="1881272"/>
                  </a:lnTo>
                  <a:lnTo>
                    <a:pt x="3690983" y="1881272"/>
                  </a:lnTo>
                  <a:lnTo>
                    <a:pt x="3691108" y="1881272"/>
                  </a:lnTo>
                  <a:lnTo>
                    <a:pt x="3691233" y="1881272"/>
                  </a:lnTo>
                  <a:lnTo>
                    <a:pt x="3691359" y="1881272"/>
                  </a:lnTo>
                  <a:lnTo>
                    <a:pt x="3691484" y="1881272"/>
                  </a:lnTo>
                  <a:lnTo>
                    <a:pt x="3691609" y="1881272"/>
                  </a:lnTo>
                  <a:lnTo>
                    <a:pt x="3691734" y="1881272"/>
                  </a:lnTo>
                  <a:lnTo>
                    <a:pt x="3691859" y="1881272"/>
                  </a:lnTo>
                  <a:lnTo>
                    <a:pt x="3691984" y="1881272"/>
                  </a:lnTo>
                  <a:lnTo>
                    <a:pt x="3692109" y="1881272"/>
                  </a:lnTo>
                  <a:lnTo>
                    <a:pt x="3692234" y="1881272"/>
                  </a:lnTo>
                  <a:lnTo>
                    <a:pt x="3692359" y="1881272"/>
                  </a:lnTo>
                  <a:lnTo>
                    <a:pt x="3692484" y="1881272"/>
                  </a:lnTo>
                  <a:lnTo>
                    <a:pt x="3692609" y="1881272"/>
                  </a:lnTo>
                  <a:lnTo>
                    <a:pt x="3692734" y="1881272"/>
                  </a:lnTo>
                  <a:lnTo>
                    <a:pt x="3692859" y="1881272"/>
                  </a:lnTo>
                  <a:lnTo>
                    <a:pt x="3692984" y="1881272"/>
                  </a:lnTo>
                  <a:lnTo>
                    <a:pt x="3693109" y="1881272"/>
                  </a:lnTo>
                  <a:lnTo>
                    <a:pt x="3693234" y="1881272"/>
                  </a:lnTo>
                  <a:lnTo>
                    <a:pt x="3693359" y="1881272"/>
                  </a:lnTo>
                  <a:lnTo>
                    <a:pt x="3693484" y="1881272"/>
                  </a:lnTo>
                  <a:lnTo>
                    <a:pt x="3693609" y="1881272"/>
                  </a:lnTo>
                  <a:lnTo>
                    <a:pt x="3693734" y="1881272"/>
                  </a:lnTo>
                  <a:lnTo>
                    <a:pt x="3693859" y="1881272"/>
                  </a:lnTo>
                  <a:lnTo>
                    <a:pt x="3693984" y="1881272"/>
                  </a:lnTo>
                  <a:lnTo>
                    <a:pt x="3694109" y="1881272"/>
                  </a:lnTo>
                  <a:lnTo>
                    <a:pt x="3694234" y="1881272"/>
                  </a:lnTo>
                  <a:lnTo>
                    <a:pt x="3694360" y="1881272"/>
                  </a:lnTo>
                  <a:lnTo>
                    <a:pt x="3694485" y="1881272"/>
                  </a:lnTo>
                  <a:lnTo>
                    <a:pt x="3694610" y="1881272"/>
                  </a:lnTo>
                  <a:lnTo>
                    <a:pt x="3694735" y="1881272"/>
                  </a:lnTo>
                  <a:lnTo>
                    <a:pt x="3694860" y="1881272"/>
                  </a:lnTo>
                  <a:lnTo>
                    <a:pt x="3694985" y="1881272"/>
                  </a:lnTo>
                  <a:lnTo>
                    <a:pt x="3695110" y="1881272"/>
                  </a:lnTo>
                  <a:lnTo>
                    <a:pt x="3695235" y="1881272"/>
                  </a:lnTo>
                  <a:lnTo>
                    <a:pt x="3695360" y="1881272"/>
                  </a:lnTo>
                  <a:lnTo>
                    <a:pt x="3695485" y="1881272"/>
                  </a:lnTo>
                  <a:lnTo>
                    <a:pt x="3695610" y="1881272"/>
                  </a:lnTo>
                  <a:lnTo>
                    <a:pt x="3695735" y="1881272"/>
                  </a:lnTo>
                  <a:lnTo>
                    <a:pt x="3695860" y="1881272"/>
                  </a:lnTo>
                  <a:lnTo>
                    <a:pt x="3695985" y="1881272"/>
                  </a:lnTo>
                  <a:lnTo>
                    <a:pt x="3696110" y="1881272"/>
                  </a:lnTo>
                  <a:lnTo>
                    <a:pt x="3696235" y="1881272"/>
                  </a:lnTo>
                  <a:lnTo>
                    <a:pt x="3696360" y="1881272"/>
                  </a:lnTo>
                  <a:lnTo>
                    <a:pt x="3696485" y="1881272"/>
                  </a:lnTo>
                  <a:lnTo>
                    <a:pt x="3696610" y="1881272"/>
                  </a:lnTo>
                  <a:lnTo>
                    <a:pt x="3696735" y="1881272"/>
                  </a:lnTo>
                  <a:lnTo>
                    <a:pt x="3696860" y="1881272"/>
                  </a:lnTo>
                  <a:lnTo>
                    <a:pt x="3696985" y="1881272"/>
                  </a:lnTo>
                  <a:lnTo>
                    <a:pt x="3697110" y="1881272"/>
                  </a:lnTo>
                  <a:lnTo>
                    <a:pt x="3697235" y="1881272"/>
                  </a:lnTo>
                  <a:lnTo>
                    <a:pt x="3697361" y="1881272"/>
                  </a:lnTo>
                  <a:lnTo>
                    <a:pt x="3697486" y="1881272"/>
                  </a:lnTo>
                  <a:lnTo>
                    <a:pt x="3697611" y="1881272"/>
                  </a:lnTo>
                  <a:lnTo>
                    <a:pt x="3697736" y="1881272"/>
                  </a:lnTo>
                  <a:lnTo>
                    <a:pt x="3697861" y="1881272"/>
                  </a:lnTo>
                  <a:lnTo>
                    <a:pt x="3697986" y="1881272"/>
                  </a:lnTo>
                  <a:lnTo>
                    <a:pt x="3698111" y="1881272"/>
                  </a:lnTo>
                  <a:lnTo>
                    <a:pt x="3698236" y="1881272"/>
                  </a:lnTo>
                  <a:lnTo>
                    <a:pt x="3698361" y="1881272"/>
                  </a:lnTo>
                  <a:lnTo>
                    <a:pt x="3698486" y="1881272"/>
                  </a:lnTo>
                  <a:lnTo>
                    <a:pt x="3698611" y="1881272"/>
                  </a:lnTo>
                  <a:lnTo>
                    <a:pt x="3698736" y="1881272"/>
                  </a:lnTo>
                  <a:lnTo>
                    <a:pt x="3698736" y="1871318"/>
                  </a:lnTo>
                  <a:lnTo>
                    <a:pt x="3698861" y="1871318"/>
                  </a:lnTo>
                  <a:lnTo>
                    <a:pt x="3698986" y="1871318"/>
                  </a:lnTo>
                  <a:lnTo>
                    <a:pt x="3699111" y="1871318"/>
                  </a:lnTo>
                  <a:lnTo>
                    <a:pt x="3699236" y="1871318"/>
                  </a:lnTo>
                  <a:lnTo>
                    <a:pt x="3699361" y="1871318"/>
                  </a:lnTo>
                  <a:lnTo>
                    <a:pt x="3699486" y="1871318"/>
                  </a:lnTo>
                  <a:lnTo>
                    <a:pt x="3699486" y="1861364"/>
                  </a:lnTo>
                  <a:lnTo>
                    <a:pt x="3699611" y="1861364"/>
                  </a:lnTo>
                  <a:lnTo>
                    <a:pt x="3699736" y="1861364"/>
                  </a:lnTo>
                  <a:lnTo>
                    <a:pt x="3699861" y="1861364"/>
                  </a:lnTo>
                  <a:lnTo>
                    <a:pt x="3699861" y="1851411"/>
                  </a:lnTo>
                  <a:lnTo>
                    <a:pt x="3699986" y="1851411"/>
                  </a:lnTo>
                  <a:lnTo>
                    <a:pt x="3700111" y="1851411"/>
                  </a:lnTo>
                  <a:lnTo>
                    <a:pt x="3700236" y="1851411"/>
                  </a:lnTo>
                  <a:lnTo>
                    <a:pt x="3700362" y="1851411"/>
                  </a:lnTo>
                  <a:lnTo>
                    <a:pt x="3700487" y="1851411"/>
                  </a:lnTo>
                  <a:lnTo>
                    <a:pt x="3700612" y="1851411"/>
                  </a:lnTo>
                  <a:lnTo>
                    <a:pt x="3700737" y="1851411"/>
                  </a:lnTo>
                  <a:lnTo>
                    <a:pt x="3700862" y="1851411"/>
                  </a:lnTo>
                  <a:lnTo>
                    <a:pt x="3700987" y="1851411"/>
                  </a:lnTo>
                  <a:lnTo>
                    <a:pt x="3701112" y="1851411"/>
                  </a:lnTo>
                  <a:lnTo>
                    <a:pt x="3701237" y="1851411"/>
                  </a:lnTo>
                  <a:lnTo>
                    <a:pt x="3701362" y="1851411"/>
                  </a:lnTo>
                  <a:lnTo>
                    <a:pt x="3701487" y="1851411"/>
                  </a:lnTo>
                  <a:lnTo>
                    <a:pt x="3701612" y="1851411"/>
                  </a:lnTo>
                  <a:lnTo>
                    <a:pt x="3701737" y="1851411"/>
                  </a:lnTo>
                  <a:lnTo>
                    <a:pt x="3701862" y="1851411"/>
                  </a:lnTo>
                  <a:lnTo>
                    <a:pt x="3701987" y="1851411"/>
                  </a:lnTo>
                  <a:lnTo>
                    <a:pt x="3702112" y="1851411"/>
                  </a:lnTo>
                  <a:lnTo>
                    <a:pt x="3702237" y="1851411"/>
                  </a:lnTo>
                  <a:lnTo>
                    <a:pt x="3702362" y="1851411"/>
                  </a:lnTo>
                  <a:lnTo>
                    <a:pt x="3702487" y="1851411"/>
                  </a:lnTo>
                  <a:lnTo>
                    <a:pt x="3702612" y="1851411"/>
                  </a:lnTo>
                  <a:lnTo>
                    <a:pt x="3702737" y="1851411"/>
                  </a:lnTo>
                  <a:lnTo>
                    <a:pt x="3702862" y="1851411"/>
                  </a:lnTo>
                  <a:lnTo>
                    <a:pt x="3702987" y="1851411"/>
                  </a:lnTo>
                  <a:lnTo>
                    <a:pt x="3703112" y="1851411"/>
                  </a:lnTo>
                  <a:lnTo>
                    <a:pt x="3703237" y="1851411"/>
                  </a:lnTo>
                  <a:lnTo>
                    <a:pt x="3703363" y="1851411"/>
                  </a:lnTo>
                  <a:lnTo>
                    <a:pt x="3703488" y="1851411"/>
                  </a:lnTo>
                  <a:lnTo>
                    <a:pt x="3703613" y="1851411"/>
                  </a:lnTo>
                  <a:lnTo>
                    <a:pt x="3703738" y="1851411"/>
                  </a:lnTo>
                  <a:lnTo>
                    <a:pt x="3703863" y="1851411"/>
                  </a:lnTo>
                  <a:lnTo>
                    <a:pt x="3703988" y="1851411"/>
                  </a:lnTo>
                  <a:lnTo>
                    <a:pt x="3704113" y="1851411"/>
                  </a:lnTo>
                  <a:lnTo>
                    <a:pt x="3704238" y="1851411"/>
                  </a:lnTo>
                  <a:lnTo>
                    <a:pt x="3704363" y="1851411"/>
                  </a:lnTo>
                  <a:lnTo>
                    <a:pt x="3704488" y="1851411"/>
                  </a:lnTo>
                  <a:lnTo>
                    <a:pt x="3704613" y="1851411"/>
                  </a:lnTo>
                  <a:lnTo>
                    <a:pt x="3704738" y="1851411"/>
                  </a:lnTo>
                  <a:lnTo>
                    <a:pt x="3704863" y="1851411"/>
                  </a:lnTo>
                  <a:lnTo>
                    <a:pt x="3704988" y="1851411"/>
                  </a:lnTo>
                  <a:lnTo>
                    <a:pt x="3705113" y="1851411"/>
                  </a:lnTo>
                  <a:lnTo>
                    <a:pt x="3705238" y="1851411"/>
                  </a:lnTo>
                  <a:lnTo>
                    <a:pt x="3705363" y="1851411"/>
                  </a:lnTo>
                  <a:lnTo>
                    <a:pt x="3705488" y="1851411"/>
                  </a:lnTo>
                  <a:lnTo>
                    <a:pt x="3705613" y="1851411"/>
                  </a:lnTo>
                  <a:lnTo>
                    <a:pt x="3705738" y="1851411"/>
                  </a:lnTo>
                  <a:lnTo>
                    <a:pt x="3705863" y="1851411"/>
                  </a:lnTo>
                  <a:lnTo>
                    <a:pt x="3705988" y="1851411"/>
                  </a:lnTo>
                  <a:lnTo>
                    <a:pt x="3706113" y="1851411"/>
                  </a:lnTo>
                  <a:lnTo>
                    <a:pt x="3706238" y="1851411"/>
                  </a:lnTo>
                  <a:lnTo>
                    <a:pt x="3706364" y="1851411"/>
                  </a:lnTo>
                  <a:lnTo>
                    <a:pt x="3706489" y="1851411"/>
                  </a:lnTo>
                  <a:lnTo>
                    <a:pt x="3706614" y="1851411"/>
                  </a:lnTo>
                  <a:lnTo>
                    <a:pt x="3706739" y="1851411"/>
                  </a:lnTo>
                  <a:lnTo>
                    <a:pt x="3706864" y="1851411"/>
                  </a:lnTo>
                  <a:lnTo>
                    <a:pt x="3706989" y="1851411"/>
                  </a:lnTo>
                  <a:lnTo>
                    <a:pt x="3707114" y="1851411"/>
                  </a:lnTo>
                  <a:lnTo>
                    <a:pt x="3707239" y="1851411"/>
                  </a:lnTo>
                  <a:lnTo>
                    <a:pt x="3707364" y="1851411"/>
                  </a:lnTo>
                  <a:lnTo>
                    <a:pt x="3707489" y="1851411"/>
                  </a:lnTo>
                  <a:lnTo>
                    <a:pt x="3707614" y="1851411"/>
                  </a:lnTo>
                  <a:lnTo>
                    <a:pt x="3707739" y="1851411"/>
                  </a:lnTo>
                  <a:lnTo>
                    <a:pt x="3707864" y="1851411"/>
                  </a:lnTo>
                  <a:lnTo>
                    <a:pt x="3707989" y="1851411"/>
                  </a:lnTo>
                  <a:lnTo>
                    <a:pt x="3708114" y="1851411"/>
                  </a:lnTo>
                  <a:lnTo>
                    <a:pt x="3708239" y="1851411"/>
                  </a:lnTo>
                  <a:lnTo>
                    <a:pt x="3708364" y="1851411"/>
                  </a:lnTo>
                  <a:lnTo>
                    <a:pt x="3708489" y="1851411"/>
                  </a:lnTo>
                  <a:lnTo>
                    <a:pt x="3708614" y="1851411"/>
                  </a:lnTo>
                  <a:lnTo>
                    <a:pt x="3708739" y="1851411"/>
                  </a:lnTo>
                  <a:lnTo>
                    <a:pt x="3708864" y="1851411"/>
                  </a:lnTo>
                  <a:lnTo>
                    <a:pt x="3708989" y="1851411"/>
                  </a:lnTo>
                  <a:lnTo>
                    <a:pt x="3709114" y="1851411"/>
                  </a:lnTo>
                  <a:lnTo>
                    <a:pt x="3709239" y="1851411"/>
                  </a:lnTo>
                  <a:lnTo>
                    <a:pt x="3709365" y="1851411"/>
                  </a:lnTo>
                  <a:lnTo>
                    <a:pt x="3709490" y="1851411"/>
                  </a:lnTo>
                  <a:lnTo>
                    <a:pt x="3709615" y="1851411"/>
                  </a:lnTo>
                  <a:lnTo>
                    <a:pt x="3709740" y="1851411"/>
                  </a:lnTo>
                  <a:lnTo>
                    <a:pt x="3709865" y="1851411"/>
                  </a:lnTo>
                  <a:lnTo>
                    <a:pt x="3709990" y="1851411"/>
                  </a:lnTo>
                  <a:lnTo>
                    <a:pt x="3710115" y="1851411"/>
                  </a:lnTo>
                  <a:lnTo>
                    <a:pt x="3710240" y="1851411"/>
                  </a:lnTo>
                  <a:lnTo>
                    <a:pt x="3710365" y="1851411"/>
                  </a:lnTo>
                  <a:lnTo>
                    <a:pt x="3710490" y="1851411"/>
                  </a:lnTo>
                  <a:lnTo>
                    <a:pt x="3710615" y="1851411"/>
                  </a:lnTo>
                  <a:lnTo>
                    <a:pt x="3710740" y="1851411"/>
                  </a:lnTo>
                  <a:lnTo>
                    <a:pt x="3710865" y="1851411"/>
                  </a:lnTo>
                  <a:lnTo>
                    <a:pt x="3710990" y="1851411"/>
                  </a:lnTo>
                  <a:lnTo>
                    <a:pt x="3711115" y="1851411"/>
                  </a:lnTo>
                  <a:lnTo>
                    <a:pt x="3711240" y="1851411"/>
                  </a:lnTo>
                  <a:lnTo>
                    <a:pt x="3711365" y="1851411"/>
                  </a:lnTo>
                  <a:lnTo>
                    <a:pt x="3711490" y="1851411"/>
                  </a:lnTo>
                  <a:lnTo>
                    <a:pt x="3711615" y="1851411"/>
                  </a:lnTo>
                  <a:lnTo>
                    <a:pt x="3711740" y="1851411"/>
                  </a:lnTo>
                  <a:lnTo>
                    <a:pt x="3711865" y="1851411"/>
                  </a:lnTo>
                  <a:lnTo>
                    <a:pt x="3711990" y="1851411"/>
                  </a:lnTo>
                  <a:lnTo>
                    <a:pt x="3712115" y="1851411"/>
                  </a:lnTo>
                  <a:lnTo>
                    <a:pt x="3712240" y="1851411"/>
                  </a:lnTo>
                  <a:lnTo>
                    <a:pt x="3712240" y="1841457"/>
                  </a:lnTo>
                  <a:lnTo>
                    <a:pt x="3712366" y="1841457"/>
                  </a:lnTo>
                  <a:lnTo>
                    <a:pt x="3712491" y="1841457"/>
                  </a:lnTo>
                  <a:lnTo>
                    <a:pt x="3712616" y="1841457"/>
                  </a:lnTo>
                  <a:lnTo>
                    <a:pt x="3712741" y="1841457"/>
                  </a:lnTo>
                  <a:lnTo>
                    <a:pt x="3712866" y="1841457"/>
                  </a:lnTo>
                  <a:lnTo>
                    <a:pt x="3712991" y="1841457"/>
                  </a:lnTo>
                  <a:lnTo>
                    <a:pt x="3713116" y="1841457"/>
                  </a:lnTo>
                  <a:lnTo>
                    <a:pt x="3713241" y="1841457"/>
                  </a:lnTo>
                  <a:lnTo>
                    <a:pt x="3713366" y="1841457"/>
                  </a:lnTo>
                  <a:lnTo>
                    <a:pt x="3713491" y="1841457"/>
                  </a:lnTo>
                  <a:lnTo>
                    <a:pt x="3713616" y="1841457"/>
                  </a:lnTo>
                  <a:lnTo>
                    <a:pt x="3713741" y="1841457"/>
                  </a:lnTo>
                  <a:lnTo>
                    <a:pt x="3713866" y="1841457"/>
                  </a:lnTo>
                  <a:lnTo>
                    <a:pt x="3713991" y="1841457"/>
                  </a:lnTo>
                  <a:lnTo>
                    <a:pt x="3714116" y="1841457"/>
                  </a:lnTo>
                  <a:lnTo>
                    <a:pt x="3714241" y="1841457"/>
                  </a:lnTo>
                  <a:lnTo>
                    <a:pt x="3714366" y="1841457"/>
                  </a:lnTo>
                  <a:lnTo>
                    <a:pt x="3714491" y="1841457"/>
                  </a:lnTo>
                  <a:lnTo>
                    <a:pt x="3714616" y="1841457"/>
                  </a:lnTo>
                  <a:lnTo>
                    <a:pt x="3714741" y="1841457"/>
                  </a:lnTo>
                  <a:lnTo>
                    <a:pt x="3714866" y="1841457"/>
                  </a:lnTo>
                  <a:lnTo>
                    <a:pt x="3714991" y="1841457"/>
                  </a:lnTo>
                  <a:lnTo>
                    <a:pt x="3715116" y="1841457"/>
                  </a:lnTo>
                  <a:lnTo>
                    <a:pt x="3715241" y="1841457"/>
                  </a:lnTo>
                  <a:lnTo>
                    <a:pt x="3715367" y="1841457"/>
                  </a:lnTo>
                  <a:lnTo>
                    <a:pt x="3715492" y="1841457"/>
                  </a:lnTo>
                  <a:lnTo>
                    <a:pt x="3715617" y="1841457"/>
                  </a:lnTo>
                  <a:lnTo>
                    <a:pt x="3715742" y="1841457"/>
                  </a:lnTo>
                  <a:lnTo>
                    <a:pt x="3715867" y="1841457"/>
                  </a:lnTo>
                  <a:lnTo>
                    <a:pt x="3715992" y="1841457"/>
                  </a:lnTo>
                  <a:lnTo>
                    <a:pt x="3716117" y="1841457"/>
                  </a:lnTo>
                  <a:lnTo>
                    <a:pt x="3716242" y="1841457"/>
                  </a:lnTo>
                  <a:lnTo>
                    <a:pt x="3716367" y="1841457"/>
                  </a:lnTo>
                  <a:lnTo>
                    <a:pt x="3716492" y="1841457"/>
                  </a:lnTo>
                  <a:lnTo>
                    <a:pt x="3716617" y="1841457"/>
                  </a:lnTo>
                  <a:lnTo>
                    <a:pt x="3716742" y="1841457"/>
                  </a:lnTo>
                  <a:lnTo>
                    <a:pt x="3716867" y="1841457"/>
                  </a:lnTo>
                  <a:lnTo>
                    <a:pt x="3716992" y="1841457"/>
                  </a:lnTo>
                  <a:lnTo>
                    <a:pt x="3717117" y="1841457"/>
                  </a:lnTo>
                  <a:lnTo>
                    <a:pt x="3717242" y="1841457"/>
                  </a:lnTo>
                  <a:lnTo>
                    <a:pt x="3717367" y="1841457"/>
                  </a:lnTo>
                  <a:lnTo>
                    <a:pt x="3717492" y="1841457"/>
                  </a:lnTo>
                  <a:lnTo>
                    <a:pt x="3717617" y="1841457"/>
                  </a:lnTo>
                  <a:lnTo>
                    <a:pt x="3717742" y="1841457"/>
                  </a:lnTo>
                  <a:lnTo>
                    <a:pt x="3717867" y="1841457"/>
                  </a:lnTo>
                  <a:lnTo>
                    <a:pt x="3717992" y="1841457"/>
                  </a:lnTo>
                  <a:lnTo>
                    <a:pt x="3718117" y="1841457"/>
                  </a:lnTo>
                  <a:lnTo>
                    <a:pt x="3718242" y="1841457"/>
                  </a:lnTo>
                  <a:lnTo>
                    <a:pt x="3718368" y="1841457"/>
                  </a:lnTo>
                  <a:lnTo>
                    <a:pt x="3718493" y="1841457"/>
                  </a:lnTo>
                  <a:lnTo>
                    <a:pt x="3718618" y="1841457"/>
                  </a:lnTo>
                  <a:lnTo>
                    <a:pt x="3718743" y="1841457"/>
                  </a:lnTo>
                  <a:lnTo>
                    <a:pt x="3718868" y="1841457"/>
                  </a:lnTo>
                  <a:lnTo>
                    <a:pt x="3718993" y="1841457"/>
                  </a:lnTo>
                  <a:lnTo>
                    <a:pt x="3719118" y="1841457"/>
                  </a:lnTo>
                  <a:lnTo>
                    <a:pt x="3719243" y="1841457"/>
                  </a:lnTo>
                  <a:lnTo>
                    <a:pt x="3719368" y="1841457"/>
                  </a:lnTo>
                  <a:lnTo>
                    <a:pt x="3719493" y="1841457"/>
                  </a:lnTo>
                  <a:lnTo>
                    <a:pt x="3719618" y="1841457"/>
                  </a:lnTo>
                  <a:lnTo>
                    <a:pt x="3719743" y="1841457"/>
                  </a:lnTo>
                  <a:lnTo>
                    <a:pt x="3719868" y="1841457"/>
                  </a:lnTo>
                  <a:lnTo>
                    <a:pt x="3719993" y="1841457"/>
                  </a:lnTo>
                  <a:lnTo>
                    <a:pt x="3720118" y="1841457"/>
                  </a:lnTo>
                  <a:lnTo>
                    <a:pt x="3720243" y="1841457"/>
                  </a:lnTo>
                  <a:lnTo>
                    <a:pt x="3720368" y="1841457"/>
                  </a:lnTo>
                  <a:lnTo>
                    <a:pt x="3720493" y="1841457"/>
                  </a:lnTo>
                  <a:lnTo>
                    <a:pt x="3720618" y="1841457"/>
                  </a:lnTo>
                  <a:lnTo>
                    <a:pt x="3720743" y="1841457"/>
                  </a:lnTo>
                  <a:lnTo>
                    <a:pt x="3720868" y="1841457"/>
                  </a:lnTo>
                  <a:lnTo>
                    <a:pt x="3720993" y="1841457"/>
                  </a:lnTo>
                  <a:lnTo>
                    <a:pt x="3721118" y="1841457"/>
                  </a:lnTo>
                  <a:lnTo>
                    <a:pt x="3721243" y="1841457"/>
                  </a:lnTo>
                  <a:lnTo>
                    <a:pt x="3721369" y="1841457"/>
                  </a:lnTo>
                  <a:lnTo>
                    <a:pt x="3721494" y="1841457"/>
                  </a:lnTo>
                  <a:lnTo>
                    <a:pt x="3721619" y="1841457"/>
                  </a:lnTo>
                  <a:lnTo>
                    <a:pt x="3721744" y="1841457"/>
                  </a:lnTo>
                  <a:lnTo>
                    <a:pt x="3721869" y="1841457"/>
                  </a:lnTo>
                  <a:lnTo>
                    <a:pt x="3721994" y="1841457"/>
                  </a:lnTo>
                  <a:lnTo>
                    <a:pt x="3722119" y="1841457"/>
                  </a:lnTo>
                  <a:lnTo>
                    <a:pt x="3722244" y="1841457"/>
                  </a:lnTo>
                  <a:lnTo>
                    <a:pt x="3722369" y="1841457"/>
                  </a:lnTo>
                  <a:lnTo>
                    <a:pt x="3722369" y="1831503"/>
                  </a:lnTo>
                  <a:lnTo>
                    <a:pt x="3722494" y="1831503"/>
                  </a:lnTo>
                  <a:lnTo>
                    <a:pt x="3722619" y="1831503"/>
                  </a:lnTo>
                  <a:lnTo>
                    <a:pt x="3722744" y="1831503"/>
                  </a:lnTo>
                  <a:lnTo>
                    <a:pt x="3722869" y="1831503"/>
                  </a:lnTo>
                  <a:lnTo>
                    <a:pt x="3722994" y="1831503"/>
                  </a:lnTo>
                  <a:lnTo>
                    <a:pt x="3723119" y="1831503"/>
                  </a:lnTo>
                  <a:lnTo>
                    <a:pt x="3723244" y="1831503"/>
                  </a:lnTo>
                  <a:lnTo>
                    <a:pt x="3723369" y="1831503"/>
                  </a:lnTo>
                  <a:lnTo>
                    <a:pt x="3723494" y="1831503"/>
                  </a:lnTo>
                  <a:lnTo>
                    <a:pt x="3723619" y="1831503"/>
                  </a:lnTo>
                  <a:lnTo>
                    <a:pt x="3723744" y="1831503"/>
                  </a:lnTo>
                  <a:lnTo>
                    <a:pt x="3723869" y="1831503"/>
                  </a:lnTo>
                  <a:lnTo>
                    <a:pt x="3723994" y="1831503"/>
                  </a:lnTo>
                  <a:lnTo>
                    <a:pt x="3724119" y="1831503"/>
                  </a:lnTo>
                  <a:lnTo>
                    <a:pt x="3724244" y="1831503"/>
                  </a:lnTo>
                  <a:lnTo>
                    <a:pt x="3724370" y="1831503"/>
                  </a:lnTo>
                  <a:lnTo>
                    <a:pt x="3724495" y="1831503"/>
                  </a:lnTo>
                  <a:lnTo>
                    <a:pt x="3724620" y="1831503"/>
                  </a:lnTo>
                  <a:lnTo>
                    <a:pt x="3724745" y="1831503"/>
                  </a:lnTo>
                  <a:lnTo>
                    <a:pt x="3724870" y="1831503"/>
                  </a:lnTo>
                  <a:lnTo>
                    <a:pt x="3724995" y="1831503"/>
                  </a:lnTo>
                  <a:lnTo>
                    <a:pt x="3725120" y="1831503"/>
                  </a:lnTo>
                  <a:lnTo>
                    <a:pt x="3725120" y="1821549"/>
                  </a:lnTo>
                  <a:lnTo>
                    <a:pt x="3725245" y="1821549"/>
                  </a:lnTo>
                  <a:lnTo>
                    <a:pt x="3725370" y="1821549"/>
                  </a:lnTo>
                  <a:lnTo>
                    <a:pt x="3725495" y="1821549"/>
                  </a:lnTo>
                  <a:lnTo>
                    <a:pt x="3725620" y="1821549"/>
                  </a:lnTo>
                  <a:lnTo>
                    <a:pt x="3725745" y="1821549"/>
                  </a:lnTo>
                  <a:lnTo>
                    <a:pt x="3725870" y="1821549"/>
                  </a:lnTo>
                  <a:lnTo>
                    <a:pt x="3725995" y="1821549"/>
                  </a:lnTo>
                  <a:lnTo>
                    <a:pt x="3726120" y="1821549"/>
                  </a:lnTo>
                  <a:lnTo>
                    <a:pt x="3726245" y="1821549"/>
                  </a:lnTo>
                  <a:lnTo>
                    <a:pt x="3726370" y="1821549"/>
                  </a:lnTo>
                  <a:lnTo>
                    <a:pt x="3726495" y="1821549"/>
                  </a:lnTo>
                  <a:lnTo>
                    <a:pt x="3726620" y="1821549"/>
                  </a:lnTo>
                  <a:lnTo>
                    <a:pt x="3726745" y="1821549"/>
                  </a:lnTo>
                  <a:lnTo>
                    <a:pt x="3726870" y="1821549"/>
                  </a:lnTo>
                  <a:lnTo>
                    <a:pt x="3726995" y="1821549"/>
                  </a:lnTo>
                  <a:lnTo>
                    <a:pt x="3727120" y="1821549"/>
                  </a:lnTo>
                  <a:lnTo>
                    <a:pt x="3727246" y="1821549"/>
                  </a:lnTo>
                  <a:lnTo>
                    <a:pt x="3727371" y="1821549"/>
                  </a:lnTo>
                  <a:lnTo>
                    <a:pt x="3727496" y="1821549"/>
                  </a:lnTo>
                  <a:lnTo>
                    <a:pt x="3727621" y="1821549"/>
                  </a:lnTo>
                  <a:lnTo>
                    <a:pt x="3727746" y="1821549"/>
                  </a:lnTo>
                  <a:lnTo>
                    <a:pt x="3727871" y="1821549"/>
                  </a:lnTo>
                  <a:lnTo>
                    <a:pt x="3727996" y="1821549"/>
                  </a:lnTo>
                  <a:lnTo>
                    <a:pt x="3728121" y="1821549"/>
                  </a:lnTo>
                  <a:lnTo>
                    <a:pt x="3728246" y="1821549"/>
                  </a:lnTo>
                  <a:lnTo>
                    <a:pt x="3728371" y="1821549"/>
                  </a:lnTo>
                  <a:lnTo>
                    <a:pt x="3728496" y="1821549"/>
                  </a:lnTo>
                  <a:lnTo>
                    <a:pt x="3728621" y="1821549"/>
                  </a:lnTo>
                  <a:lnTo>
                    <a:pt x="3728746" y="1821549"/>
                  </a:lnTo>
                  <a:lnTo>
                    <a:pt x="3728871" y="1821549"/>
                  </a:lnTo>
                  <a:lnTo>
                    <a:pt x="3728996" y="1821549"/>
                  </a:lnTo>
                  <a:lnTo>
                    <a:pt x="3729121" y="1821549"/>
                  </a:lnTo>
                  <a:lnTo>
                    <a:pt x="3729246" y="1821549"/>
                  </a:lnTo>
                  <a:lnTo>
                    <a:pt x="3729371" y="1821549"/>
                  </a:lnTo>
                  <a:lnTo>
                    <a:pt x="3729496" y="1821549"/>
                  </a:lnTo>
                  <a:lnTo>
                    <a:pt x="3729621" y="1821549"/>
                  </a:lnTo>
                  <a:lnTo>
                    <a:pt x="3729746" y="1821549"/>
                  </a:lnTo>
                  <a:lnTo>
                    <a:pt x="3729871" y="1821549"/>
                  </a:lnTo>
                  <a:lnTo>
                    <a:pt x="3729996" y="1821549"/>
                  </a:lnTo>
                  <a:lnTo>
                    <a:pt x="3730121" y="1821549"/>
                  </a:lnTo>
                  <a:lnTo>
                    <a:pt x="3730247" y="1821549"/>
                  </a:lnTo>
                  <a:lnTo>
                    <a:pt x="3730372" y="1821549"/>
                  </a:lnTo>
                  <a:lnTo>
                    <a:pt x="3730497" y="1821549"/>
                  </a:lnTo>
                  <a:lnTo>
                    <a:pt x="3730622" y="1821549"/>
                  </a:lnTo>
                  <a:lnTo>
                    <a:pt x="3730747" y="1821549"/>
                  </a:lnTo>
                  <a:lnTo>
                    <a:pt x="3730872" y="1821549"/>
                  </a:lnTo>
                  <a:lnTo>
                    <a:pt x="3730997" y="1821549"/>
                  </a:lnTo>
                  <a:lnTo>
                    <a:pt x="3731122" y="1821549"/>
                  </a:lnTo>
                  <a:lnTo>
                    <a:pt x="3731247" y="1821549"/>
                  </a:lnTo>
                  <a:lnTo>
                    <a:pt x="3731372" y="1821549"/>
                  </a:lnTo>
                  <a:lnTo>
                    <a:pt x="3731497" y="1821549"/>
                  </a:lnTo>
                  <a:lnTo>
                    <a:pt x="3731622" y="1821549"/>
                  </a:lnTo>
                  <a:lnTo>
                    <a:pt x="3731747" y="1821549"/>
                  </a:lnTo>
                  <a:lnTo>
                    <a:pt x="3731872" y="1821549"/>
                  </a:lnTo>
                  <a:lnTo>
                    <a:pt x="3731997" y="1821549"/>
                  </a:lnTo>
                  <a:lnTo>
                    <a:pt x="3732122" y="1821549"/>
                  </a:lnTo>
                  <a:lnTo>
                    <a:pt x="3732247" y="1821549"/>
                  </a:lnTo>
                  <a:lnTo>
                    <a:pt x="3732372" y="1821549"/>
                  </a:lnTo>
                  <a:lnTo>
                    <a:pt x="3732497" y="1821549"/>
                  </a:lnTo>
                  <a:lnTo>
                    <a:pt x="3732622" y="1821549"/>
                  </a:lnTo>
                  <a:lnTo>
                    <a:pt x="3732747" y="1821549"/>
                  </a:lnTo>
                  <a:lnTo>
                    <a:pt x="3732872" y="1821549"/>
                  </a:lnTo>
                  <a:lnTo>
                    <a:pt x="3732997" y="1821549"/>
                  </a:lnTo>
                  <a:lnTo>
                    <a:pt x="3733122" y="1821549"/>
                  </a:lnTo>
                  <a:lnTo>
                    <a:pt x="3733248" y="1821549"/>
                  </a:lnTo>
                  <a:lnTo>
                    <a:pt x="3733373" y="1821549"/>
                  </a:lnTo>
                  <a:lnTo>
                    <a:pt x="3733498" y="1821549"/>
                  </a:lnTo>
                  <a:lnTo>
                    <a:pt x="3733623" y="1821549"/>
                  </a:lnTo>
                  <a:lnTo>
                    <a:pt x="3733748" y="1821549"/>
                  </a:lnTo>
                  <a:lnTo>
                    <a:pt x="3733873" y="1821549"/>
                  </a:lnTo>
                  <a:lnTo>
                    <a:pt x="3733998" y="1821549"/>
                  </a:lnTo>
                  <a:lnTo>
                    <a:pt x="3734123" y="1821549"/>
                  </a:lnTo>
                  <a:lnTo>
                    <a:pt x="3734248" y="1821549"/>
                  </a:lnTo>
                  <a:lnTo>
                    <a:pt x="3734373" y="1821549"/>
                  </a:lnTo>
                  <a:lnTo>
                    <a:pt x="3734498" y="1821549"/>
                  </a:lnTo>
                  <a:lnTo>
                    <a:pt x="3734623" y="1821549"/>
                  </a:lnTo>
                  <a:lnTo>
                    <a:pt x="3734748" y="1821549"/>
                  </a:lnTo>
                  <a:lnTo>
                    <a:pt x="3734873" y="1821549"/>
                  </a:lnTo>
                  <a:lnTo>
                    <a:pt x="3734998" y="1821549"/>
                  </a:lnTo>
                  <a:lnTo>
                    <a:pt x="3735123" y="1821549"/>
                  </a:lnTo>
                  <a:lnTo>
                    <a:pt x="3735248" y="1821549"/>
                  </a:lnTo>
                  <a:lnTo>
                    <a:pt x="3735373" y="1821549"/>
                  </a:lnTo>
                  <a:lnTo>
                    <a:pt x="3735498" y="1821549"/>
                  </a:lnTo>
                  <a:lnTo>
                    <a:pt x="3735623" y="1821549"/>
                  </a:lnTo>
                  <a:lnTo>
                    <a:pt x="3735748" y="1821549"/>
                  </a:lnTo>
                  <a:lnTo>
                    <a:pt x="3735873" y="1821549"/>
                  </a:lnTo>
                  <a:lnTo>
                    <a:pt x="3735998" y="1821549"/>
                  </a:lnTo>
                  <a:lnTo>
                    <a:pt x="3736123" y="1821549"/>
                  </a:lnTo>
                  <a:lnTo>
                    <a:pt x="3736249" y="1821549"/>
                  </a:lnTo>
                  <a:lnTo>
                    <a:pt x="3736374" y="1821549"/>
                  </a:lnTo>
                  <a:lnTo>
                    <a:pt x="3736499" y="1821549"/>
                  </a:lnTo>
                  <a:lnTo>
                    <a:pt x="3736624" y="1821549"/>
                  </a:lnTo>
                  <a:lnTo>
                    <a:pt x="3736749" y="1821549"/>
                  </a:lnTo>
                  <a:lnTo>
                    <a:pt x="3736874" y="1821549"/>
                  </a:lnTo>
                  <a:lnTo>
                    <a:pt x="3736999" y="1821549"/>
                  </a:lnTo>
                  <a:lnTo>
                    <a:pt x="3737124" y="1821549"/>
                  </a:lnTo>
                  <a:lnTo>
                    <a:pt x="3737249" y="1821549"/>
                  </a:lnTo>
                  <a:lnTo>
                    <a:pt x="3737374" y="1821549"/>
                  </a:lnTo>
                  <a:lnTo>
                    <a:pt x="3737499" y="1821549"/>
                  </a:lnTo>
                  <a:lnTo>
                    <a:pt x="3737624" y="1821549"/>
                  </a:lnTo>
                  <a:lnTo>
                    <a:pt x="3737749" y="1821549"/>
                  </a:lnTo>
                  <a:lnTo>
                    <a:pt x="3737874" y="1821549"/>
                  </a:lnTo>
                  <a:lnTo>
                    <a:pt x="3737999" y="1821549"/>
                  </a:lnTo>
                  <a:lnTo>
                    <a:pt x="3738124" y="1821549"/>
                  </a:lnTo>
                  <a:lnTo>
                    <a:pt x="3738249" y="1821549"/>
                  </a:lnTo>
                  <a:lnTo>
                    <a:pt x="3738374" y="1821549"/>
                  </a:lnTo>
                  <a:lnTo>
                    <a:pt x="3738499" y="1821549"/>
                  </a:lnTo>
                  <a:lnTo>
                    <a:pt x="3738624" y="1821549"/>
                  </a:lnTo>
                  <a:lnTo>
                    <a:pt x="3738749" y="1821549"/>
                  </a:lnTo>
                  <a:lnTo>
                    <a:pt x="3738874" y="1821549"/>
                  </a:lnTo>
                  <a:lnTo>
                    <a:pt x="3738999" y="1821549"/>
                  </a:lnTo>
                  <a:lnTo>
                    <a:pt x="3739124" y="1821549"/>
                  </a:lnTo>
                  <a:lnTo>
                    <a:pt x="3739250" y="1821549"/>
                  </a:lnTo>
                  <a:lnTo>
                    <a:pt x="3739375" y="1821549"/>
                  </a:lnTo>
                  <a:lnTo>
                    <a:pt x="3739500" y="1821549"/>
                  </a:lnTo>
                  <a:lnTo>
                    <a:pt x="3739625" y="1821549"/>
                  </a:lnTo>
                  <a:lnTo>
                    <a:pt x="3739750" y="1821549"/>
                  </a:lnTo>
                  <a:lnTo>
                    <a:pt x="3739875" y="1821549"/>
                  </a:lnTo>
                  <a:lnTo>
                    <a:pt x="3740000" y="1821549"/>
                  </a:lnTo>
                  <a:lnTo>
                    <a:pt x="3740125" y="1821549"/>
                  </a:lnTo>
                  <a:lnTo>
                    <a:pt x="3740250" y="1821549"/>
                  </a:lnTo>
                  <a:lnTo>
                    <a:pt x="3740375" y="1821549"/>
                  </a:lnTo>
                  <a:lnTo>
                    <a:pt x="3740500" y="1821549"/>
                  </a:lnTo>
                  <a:lnTo>
                    <a:pt x="3740625" y="1821549"/>
                  </a:lnTo>
                  <a:lnTo>
                    <a:pt x="3740750" y="1821549"/>
                  </a:lnTo>
                  <a:lnTo>
                    <a:pt x="3740875" y="1821549"/>
                  </a:lnTo>
                  <a:lnTo>
                    <a:pt x="3741000" y="1821549"/>
                  </a:lnTo>
                  <a:lnTo>
                    <a:pt x="3741125" y="1821549"/>
                  </a:lnTo>
                  <a:lnTo>
                    <a:pt x="3741250" y="1821549"/>
                  </a:lnTo>
                  <a:lnTo>
                    <a:pt x="3741375" y="1821549"/>
                  </a:lnTo>
                  <a:lnTo>
                    <a:pt x="3741500" y="1821549"/>
                  </a:lnTo>
                  <a:lnTo>
                    <a:pt x="3741625" y="1821549"/>
                  </a:lnTo>
                  <a:lnTo>
                    <a:pt x="3741750" y="1821549"/>
                  </a:lnTo>
                  <a:lnTo>
                    <a:pt x="3741875" y="1821549"/>
                  </a:lnTo>
                  <a:lnTo>
                    <a:pt x="3742000" y="1821549"/>
                  </a:lnTo>
                  <a:lnTo>
                    <a:pt x="3742125" y="1821549"/>
                  </a:lnTo>
                  <a:lnTo>
                    <a:pt x="3742251" y="1821549"/>
                  </a:lnTo>
                  <a:lnTo>
                    <a:pt x="3742376" y="1821549"/>
                  </a:lnTo>
                  <a:lnTo>
                    <a:pt x="3742501" y="1821549"/>
                  </a:lnTo>
                  <a:lnTo>
                    <a:pt x="3742626" y="1821549"/>
                  </a:lnTo>
                  <a:lnTo>
                    <a:pt x="3742751" y="1821549"/>
                  </a:lnTo>
                  <a:lnTo>
                    <a:pt x="3742876" y="1821549"/>
                  </a:lnTo>
                  <a:lnTo>
                    <a:pt x="3743001" y="1821549"/>
                  </a:lnTo>
                  <a:lnTo>
                    <a:pt x="3743126" y="1821549"/>
                  </a:lnTo>
                  <a:lnTo>
                    <a:pt x="3743251" y="1821549"/>
                  </a:lnTo>
                  <a:lnTo>
                    <a:pt x="3743376" y="1821549"/>
                  </a:lnTo>
                  <a:lnTo>
                    <a:pt x="3743501" y="1821549"/>
                  </a:lnTo>
                  <a:lnTo>
                    <a:pt x="3743626" y="1821549"/>
                  </a:lnTo>
                  <a:lnTo>
                    <a:pt x="3743751" y="1821549"/>
                  </a:lnTo>
                  <a:lnTo>
                    <a:pt x="3743876" y="1821549"/>
                  </a:lnTo>
                  <a:lnTo>
                    <a:pt x="3744001" y="1821549"/>
                  </a:lnTo>
                  <a:lnTo>
                    <a:pt x="3744126" y="1821549"/>
                  </a:lnTo>
                  <a:lnTo>
                    <a:pt x="3744251" y="1821549"/>
                  </a:lnTo>
                  <a:lnTo>
                    <a:pt x="3744376" y="1821549"/>
                  </a:lnTo>
                  <a:lnTo>
                    <a:pt x="3744501" y="1821549"/>
                  </a:lnTo>
                  <a:lnTo>
                    <a:pt x="3744626" y="1821549"/>
                  </a:lnTo>
                  <a:lnTo>
                    <a:pt x="3744751" y="1821549"/>
                  </a:lnTo>
                  <a:lnTo>
                    <a:pt x="3744876" y="1821549"/>
                  </a:lnTo>
                  <a:lnTo>
                    <a:pt x="3745001" y="1821549"/>
                  </a:lnTo>
                  <a:lnTo>
                    <a:pt x="3745126" y="1821549"/>
                  </a:lnTo>
                  <a:lnTo>
                    <a:pt x="3745252" y="1821549"/>
                  </a:lnTo>
                  <a:lnTo>
                    <a:pt x="3745377" y="1821549"/>
                  </a:lnTo>
                  <a:lnTo>
                    <a:pt x="3745502" y="1821549"/>
                  </a:lnTo>
                  <a:lnTo>
                    <a:pt x="3745627" y="1821549"/>
                  </a:lnTo>
                  <a:lnTo>
                    <a:pt x="3745752" y="1821549"/>
                  </a:lnTo>
                  <a:lnTo>
                    <a:pt x="3745877" y="1821549"/>
                  </a:lnTo>
                  <a:lnTo>
                    <a:pt x="3746002" y="1821549"/>
                  </a:lnTo>
                  <a:lnTo>
                    <a:pt x="3746127" y="1821549"/>
                  </a:lnTo>
                  <a:lnTo>
                    <a:pt x="3746252" y="1821549"/>
                  </a:lnTo>
                  <a:lnTo>
                    <a:pt x="3746377" y="1821549"/>
                  </a:lnTo>
                  <a:lnTo>
                    <a:pt x="3746502" y="1821549"/>
                  </a:lnTo>
                  <a:lnTo>
                    <a:pt x="3746627" y="1821549"/>
                  </a:lnTo>
                  <a:lnTo>
                    <a:pt x="3746752" y="1821549"/>
                  </a:lnTo>
                  <a:lnTo>
                    <a:pt x="3746877" y="1821549"/>
                  </a:lnTo>
                  <a:lnTo>
                    <a:pt x="3747002" y="1821549"/>
                  </a:lnTo>
                  <a:lnTo>
                    <a:pt x="3747127" y="1821549"/>
                  </a:lnTo>
                  <a:lnTo>
                    <a:pt x="3747252" y="1821549"/>
                  </a:lnTo>
                  <a:lnTo>
                    <a:pt x="3747377" y="1821549"/>
                  </a:lnTo>
                  <a:lnTo>
                    <a:pt x="3747502" y="1821549"/>
                  </a:lnTo>
                  <a:lnTo>
                    <a:pt x="3747627" y="1821549"/>
                  </a:lnTo>
                  <a:lnTo>
                    <a:pt x="3747752" y="1821549"/>
                  </a:lnTo>
                  <a:lnTo>
                    <a:pt x="3747877" y="1821549"/>
                  </a:lnTo>
                  <a:lnTo>
                    <a:pt x="3748002" y="1821549"/>
                  </a:lnTo>
                  <a:lnTo>
                    <a:pt x="3748127" y="1821549"/>
                  </a:lnTo>
                  <a:lnTo>
                    <a:pt x="3748253" y="1821549"/>
                  </a:lnTo>
                  <a:lnTo>
                    <a:pt x="3748378" y="1821549"/>
                  </a:lnTo>
                  <a:lnTo>
                    <a:pt x="3748503" y="1821549"/>
                  </a:lnTo>
                  <a:lnTo>
                    <a:pt x="3748628" y="1821549"/>
                  </a:lnTo>
                  <a:lnTo>
                    <a:pt x="3748753" y="1821549"/>
                  </a:lnTo>
                  <a:lnTo>
                    <a:pt x="3748878" y="1821549"/>
                  </a:lnTo>
                  <a:lnTo>
                    <a:pt x="3749003" y="1821549"/>
                  </a:lnTo>
                  <a:lnTo>
                    <a:pt x="3749128" y="1821549"/>
                  </a:lnTo>
                  <a:lnTo>
                    <a:pt x="3749253" y="1821549"/>
                  </a:lnTo>
                  <a:lnTo>
                    <a:pt x="3749378" y="1821549"/>
                  </a:lnTo>
                  <a:lnTo>
                    <a:pt x="3749503" y="1821549"/>
                  </a:lnTo>
                  <a:lnTo>
                    <a:pt x="3749628" y="1821549"/>
                  </a:lnTo>
                  <a:lnTo>
                    <a:pt x="3749753" y="1821549"/>
                  </a:lnTo>
                  <a:lnTo>
                    <a:pt x="3749878" y="1821549"/>
                  </a:lnTo>
                  <a:lnTo>
                    <a:pt x="3750003" y="1821549"/>
                  </a:lnTo>
                  <a:lnTo>
                    <a:pt x="3750128" y="1821549"/>
                  </a:lnTo>
                  <a:lnTo>
                    <a:pt x="3750253" y="1821549"/>
                  </a:lnTo>
                  <a:lnTo>
                    <a:pt x="3750378" y="1821549"/>
                  </a:lnTo>
                  <a:lnTo>
                    <a:pt x="3750503" y="1821549"/>
                  </a:lnTo>
                  <a:lnTo>
                    <a:pt x="3750628" y="1821549"/>
                  </a:lnTo>
                  <a:lnTo>
                    <a:pt x="3750753" y="1821549"/>
                  </a:lnTo>
                  <a:lnTo>
                    <a:pt x="3750878" y="1821549"/>
                  </a:lnTo>
                  <a:lnTo>
                    <a:pt x="3751003" y="1821549"/>
                  </a:lnTo>
                  <a:lnTo>
                    <a:pt x="3751128" y="1821549"/>
                  </a:lnTo>
                  <a:lnTo>
                    <a:pt x="3751254" y="1821549"/>
                  </a:lnTo>
                  <a:lnTo>
                    <a:pt x="3751379" y="1821549"/>
                  </a:lnTo>
                  <a:lnTo>
                    <a:pt x="3751504" y="1821549"/>
                  </a:lnTo>
                  <a:lnTo>
                    <a:pt x="3751629" y="1821549"/>
                  </a:lnTo>
                  <a:lnTo>
                    <a:pt x="3751754" y="1821549"/>
                  </a:lnTo>
                  <a:lnTo>
                    <a:pt x="3751879" y="1821549"/>
                  </a:lnTo>
                  <a:lnTo>
                    <a:pt x="3752004" y="1821549"/>
                  </a:lnTo>
                  <a:lnTo>
                    <a:pt x="3752129" y="1821549"/>
                  </a:lnTo>
                  <a:lnTo>
                    <a:pt x="3752254" y="1821549"/>
                  </a:lnTo>
                  <a:lnTo>
                    <a:pt x="3752379" y="1821549"/>
                  </a:lnTo>
                  <a:lnTo>
                    <a:pt x="3752504" y="1821549"/>
                  </a:lnTo>
                  <a:lnTo>
                    <a:pt x="3752629" y="1821549"/>
                  </a:lnTo>
                  <a:lnTo>
                    <a:pt x="3752754" y="1821549"/>
                  </a:lnTo>
                  <a:lnTo>
                    <a:pt x="3752879" y="1821549"/>
                  </a:lnTo>
                  <a:lnTo>
                    <a:pt x="3753004" y="1821549"/>
                  </a:lnTo>
                  <a:lnTo>
                    <a:pt x="3753129" y="1821549"/>
                  </a:lnTo>
                  <a:lnTo>
                    <a:pt x="3753254" y="1821549"/>
                  </a:lnTo>
                  <a:lnTo>
                    <a:pt x="3753379" y="1821549"/>
                  </a:lnTo>
                  <a:lnTo>
                    <a:pt x="3753504" y="1821549"/>
                  </a:lnTo>
                  <a:lnTo>
                    <a:pt x="3753629" y="1821549"/>
                  </a:lnTo>
                  <a:lnTo>
                    <a:pt x="3753754" y="1821549"/>
                  </a:lnTo>
                  <a:lnTo>
                    <a:pt x="3753879" y="1821549"/>
                  </a:lnTo>
                  <a:lnTo>
                    <a:pt x="3754004" y="1821549"/>
                  </a:lnTo>
                  <a:lnTo>
                    <a:pt x="3754129" y="1821549"/>
                  </a:lnTo>
                  <a:lnTo>
                    <a:pt x="3754255" y="1821549"/>
                  </a:lnTo>
                  <a:lnTo>
                    <a:pt x="3754380" y="1821549"/>
                  </a:lnTo>
                  <a:lnTo>
                    <a:pt x="3754505" y="1821549"/>
                  </a:lnTo>
                  <a:lnTo>
                    <a:pt x="3754630" y="1821549"/>
                  </a:lnTo>
                  <a:lnTo>
                    <a:pt x="3754755" y="1821549"/>
                  </a:lnTo>
                  <a:lnTo>
                    <a:pt x="3754880" y="1821549"/>
                  </a:lnTo>
                  <a:lnTo>
                    <a:pt x="3755005" y="1821549"/>
                  </a:lnTo>
                  <a:lnTo>
                    <a:pt x="3755130" y="1821549"/>
                  </a:lnTo>
                  <a:lnTo>
                    <a:pt x="3755255" y="1821549"/>
                  </a:lnTo>
                  <a:lnTo>
                    <a:pt x="3755380" y="1821549"/>
                  </a:lnTo>
                  <a:lnTo>
                    <a:pt x="3755505" y="1821549"/>
                  </a:lnTo>
                  <a:lnTo>
                    <a:pt x="3755630" y="1821549"/>
                  </a:lnTo>
                  <a:lnTo>
                    <a:pt x="3755755" y="1821549"/>
                  </a:lnTo>
                  <a:lnTo>
                    <a:pt x="3755755" y="1811595"/>
                  </a:lnTo>
                  <a:lnTo>
                    <a:pt x="3755880" y="1811595"/>
                  </a:lnTo>
                  <a:lnTo>
                    <a:pt x="3756005" y="1811595"/>
                  </a:lnTo>
                  <a:lnTo>
                    <a:pt x="3756130" y="1811595"/>
                  </a:lnTo>
                  <a:lnTo>
                    <a:pt x="3756255" y="1811595"/>
                  </a:lnTo>
                  <a:lnTo>
                    <a:pt x="3756380" y="1811595"/>
                  </a:lnTo>
                  <a:lnTo>
                    <a:pt x="3756505" y="1811595"/>
                  </a:lnTo>
                  <a:lnTo>
                    <a:pt x="3756630" y="1811595"/>
                  </a:lnTo>
                  <a:lnTo>
                    <a:pt x="3756755" y="1811595"/>
                  </a:lnTo>
                  <a:lnTo>
                    <a:pt x="3756880" y="1811595"/>
                  </a:lnTo>
                  <a:lnTo>
                    <a:pt x="3757005" y="1811595"/>
                  </a:lnTo>
                  <a:lnTo>
                    <a:pt x="3757130" y="1811595"/>
                  </a:lnTo>
                  <a:lnTo>
                    <a:pt x="3757256" y="1811595"/>
                  </a:lnTo>
                  <a:lnTo>
                    <a:pt x="3757381" y="1811595"/>
                  </a:lnTo>
                  <a:lnTo>
                    <a:pt x="3757506" y="1811595"/>
                  </a:lnTo>
                  <a:lnTo>
                    <a:pt x="3757631" y="1811595"/>
                  </a:lnTo>
                  <a:lnTo>
                    <a:pt x="3757756" y="1811595"/>
                  </a:lnTo>
                  <a:lnTo>
                    <a:pt x="3757881" y="1811595"/>
                  </a:lnTo>
                  <a:lnTo>
                    <a:pt x="3758006" y="1811595"/>
                  </a:lnTo>
                  <a:lnTo>
                    <a:pt x="3758131" y="1811595"/>
                  </a:lnTo>
                  <a:lnTo>
                    <a:pt x="3758256" y="1811595"/>
                  </a:lnTo>
                  <a:lnTo>
                    <a:pt x="3758381" y="1811595"/>
                  </a:lnTo>
                  <a:lnTo>
                    <a:pt x="3758506" y="1811595"/>
                  </a:lnTo>
                  <a:lnTo>
                    <a:pt x="3758631" y="1811595"/>
                  </a:lnTo>
                  <a:lnTo>
                    <a:pt x="3758756" y="1811595"/>
                  </a:lnTo>
                  <a:lnTo>
                    <a:pt x="3758881" y="1811595"/>
                  </a:lnTo>
                  <a:lnTo>
                    <a:pt x="3759006" y="1811595"/>
                  </a:lnTo>
                  <a:lnTo>
                    <a:pt x="3759131" y="1811595"/>
                  </a:lnTo>
                  <a:lnTo>
                    <a:pt x="3759256" y="1811595"/>
                  </a:lnTo>
                  <a:lnTo>
                    <a:pt x="3759381" y="1811595"/>
                  </a:lnTo>
                  <a:lnTo>
                    <a:pt x="3759506" y="1811595"/>
                  </a:lnTo>
                  <a:lnTo>
                    <a:pt x="3759631" y="1811595"/>
                  </a:lnTo>
                  <a:lnTo>
                    <a:pt x="3759756" y="1811595"/>
                  </a:lnTo>
                  <a:lnTo>
                    <a:pt x="3759881" y="1811595"/>
                  </a:lnTo>
                  <a:lnTo>
                    <a:pt x="3759881" y="1801641"/>
                  </a:lnTo>
                  <a:lnTo>
                    <a:pt x="3760006" y="1801641"/>
                  </a:lnTo>
                  <a:lnTo>
                    <a:pt x="3760131" y="1801641"/>
                  </a:lnTo>
                  <a:lnTo>
                    <a:pt x="3760257" y="1801641"/>
                  </a:lnTo>
                  <a:lnTo>
                    <a:pt x="3760382" y="1801641"/>
                  </a:lnTo>
                  <a:lnTo>
                    <a:pt x="3760507" y="1801641"/>
                  </a:lnTo>
                  <a:lnTo>
                    <a:pt x="3760632" y="1801641"/>
                  </a:lnTo>
                  <a:lnTo>
                    <a:pt x="3760757" y="1801641"/>
                  </a:lnTo>
                  <a:lnTo>
                    <a:pt x="3760882" y="1801641"/>
                  </a:lnTo>
                  <a:lnTo>
                    <a:pt x="3761007" y="1801641"/>
                  </a:lnTo>
                  <a:lnTo>
                    <a:pt x="3761132" y="1801641"/>
                  </a:lnTo>
                  <a:lnTo>
                    <a:pt x="3761257" y="1801641"/>
                  </a:lnTo>
                  <a:lnTo>
                    <a:pt x="3761382" y="1801641"/>
                  </a:lnTo>
                  <a:lnTo>
                    <a:pt x="3761507" y="1801641"/>
                  </a:lnTo>
                  <a:lnTo>
                    <a:pt x="3761632" y="1801641"/>
                  </a:lnTo>
                  <a:lnTo>
                    <a:pt x="3761757" y="1801641"/>
                  </a:lnTo>
                  <a:lnTo>
                    <a:pt x="3761882" y="1801641"/>
                  </a:lnTo>
                  <a:lnTo>
                    <a:pt x="3762007" y="1801641"/>
                  </a:lnTo>
                  <a:lnTo>
                    <a:pt x="3762132" y="1801641"/>
                  </a:lnTo>
                  <a:lnTo>
                    <a:pt x="3762257" y="1801641"/>
                  </a:lnTo>
                  <a:lnTo>
                    <a:pt x="3762382" y="1801641"/>
                  </a:lnTo>
                  <a:lnTo>
                    <a:pt x="3762507" y="1801641"/>
                  </a:lnTo>
                  <a:lnTo>
                    <a:pt x="3762632" y="1801641"/>
                  </a:lnTo>
                  <a:lnTo>
                    <a:pt x="3762757" y="1801641"/>
                  </a:lnTo>
                  <a:lnTo>
                    <a:pt x="3762882" y="1801641"/>
                  </a:lnTo>
                  <a:lnTo>
                    <a:pt x="3763007" y="1801641"/>
                  </a:lnTo>
                  <a:lnTo>
                    <a:pt x="3763132" y="1801641"/>
                  </a:lnTo>
                  <a:lnTo>
                    <a:pt x="3763258" y="1801641"/>
                  </a:lnTo>
                  <a:lnTo>
                    <a:pt x="3763383" y="1801641"/>
                  </a:lnTo>
                  <a:lnTo>
                    <a:pt x="3763383" y="1791688"/>
                  </a:lnTo>
                  <a:lnTo>
                    <a:pt x="3763508" y="1791688"/>
                  </a:lnTo>
                  <a:lnTo>
                    <a:pt x="3763633" y="1791688"/>
                  </a:lnTo>
                  <a:lnTo>
                    <a:pt x="3763758" y="1791688"/>
                  </a:lnTo>
                  <a:lnTo>
                    <a:pt x="3763883" y="1791688"/>
                  </a:lnTo>
                  <a:lnTo>
                    <a:pt x="3764008" y="1791688"/>
                  </a:lnTo>
                  <a:lnTo>
                    <a:pt x="3764133" y="1791688"/>
                  </a:lnTo>
                  <a:lnTo>
                    <a:pt x="3764258" y="1791688"/>
                  </a:lnTo>
                  <a:lnTo>
                    <a:pt x="3764383" y="1791688"/>
                  </a:lnTo>
                  <a:lnTo>
                    <a:pt x="3764508" y="1791688"/>
                  </a:lnTo>
                  <a:lnTo>
                    <a:pt x="3764633" y="1791688"/>
                  </a:lnTo>
                  <a:lnTo>
                    <a:pt x="3764758" y="1791688"/>
                  </a:lnTo>
                  <a:lnTo>
                    <a:pt x="3764883" y="1791688"/>
                  </a:lnTo>
                  <a:lnTo>
                    <a:pt x="3765008" y="1791688"/>
                  </a:lnTo>
                  <a:lnTo>
                    <a:pt x="3765133" y="1791688"/>
                  </a:lnTo>
                  <a:lnTo>
                    <a:pt x="3765258" y="1791688"/>
                  </a:lnTo>
                  <a:lnTo>
                    <a:pt x="3765383" y="1791688"/>
                  </a:lnTo>
                  <a:lnTo>
                    <a:pt x="3765508" y="1791688"/>
                  </a:lnTo>
                  <a:lnTo>
                    <a:pt x="3765633" y="1791688"/>
                  </a:lnTo>
                  <a:lnTo>
                    <a:pt x="3765758" y="1791688"/>
                  </a:lnTo>
                  <a:lnTo>
                    <a:pt x="3765883" y="1791688"/>
                  </a:lnTo>
                  <a:lnTo>
                    <a:pt x="3766008" y="1791688"/>
                  </a:lnTo>
                  <a:lnTo>
                    <a:pt x="3766134" y="1791688"/>
                  </a:lnTo>
                  <a:lnTo>
                    <a:pt x="3766259" y="1791688"/>
                  </a:lnTo>
                  <a:lnTo>
                    <a:pt x="3766384" y="1791688"/>
                  </a:lnTo>
                  <a:lnTo>
                    <a:pt x="3766509" y="1791688"/>
                  </a:lnTo>
                  <a:lnTo>
                    <a:pt x="3766634" y="1791688"/>
                  </a:lnTo>
                  <a:lnTo>
                    <a:pt x="3766759" y="1791688"/>
                  </a:lnTo>
                  <a:lnTo>
                    <a:pt x="3766884" y="1791688"/>
                  </a:lnTo>
                  <a:lnTo>
                    <a:pt x="3767009" y="1791688"/>
                  </a:lnTo>
                  <a:lnTo>
                    <a:pt x="3767134" y="1791688"/>
                  </a:lnTo>
                  <a:lnTo>
                    <a:pt x="3767259" y="1791688"/>
                  </a:lnTo>
                  <a:lnTo>
                    <a:pt x="3767384" y="1791688"/>
                  </a:lnTo>
                  <a:lnTo>
                    <a:pt x="3767509" y="1791688"/>
                  </a:lnTo>
                  <a:lnTo>
                    <a:pt x="3767634" y="1791688"/>
                  </a:lnTo>
                  <a:lnTo>
                    <a:pt x="3767759" y="1791688"/>
                  </a:lnTo>
                  <a:lnTo>
                    <a:pt x="3767884" y="1791688"/>
                  </a:lnTo>
                  <a:lnTo>
                    <a:pt x="3768009" y="1791688"/>
                  </a:lnTo>
                  <a:lnTo>
                    <a:pt x="3768134" y="1791688"/>
                  </a:lnTo>
                  <a:lnTo>
                    <a:pt x="3768259" y="1791688"/>
                  </a:lnTo>
                  <a:lnTo>
                    <a:pt x="3768384" y="1791688"/>
                  </a:lnTo>
                  <a:lnTo>
                    <a:pt x="3768509" y="1791688"/>
                  </a:lnTo>
                  <a:lnTo>
                    <a:pt x="3768634" y="1791688"/>
                  </a:lnTo>
                  <a:lnTo>
                    <a:pt x="3768759" y="1791688"/>
                  </a:lnTo>
                  <a:lnTo>
                    <a:pt x="3768884" y="1791688"/>
                  </a:lnTo>
                  <a:lnTo>
                    <a:pt x="3769009" y="1791688"/>
                  </a:lnTo>
                  <a:lnTo>
                    <a:pt x="3769135" y="1791688"/>
                  </a:lnTo>
                  <a:lnTo>
                    <a:pt x="3769260" y="1791688"/>
                  </a:lnTo>
                  <a:lnTo>
                    <a:pt x="3769385" y="1791688"/>
                  </a:lnTo>
                  <a:lnTo>
                    <a:pt x="3769510" y="1791688"/>
                  </a:lnTo>
                  <a:lnTo>
                    <a:pt x="3769635" y="1791688"/>
                  </a:lnTo>
                  <a:lnTo>
                    <a:pt x="3769760" y="1791688"/>
                  </a:lnTo>
                  <a:lnTo>
                    <a:pt x="3769885" y="1791688"/>
                  </a:lnTo>
                  <a:lnTo>
                    <a:pt x="3770010" y="1791688"/>
                  </a:lnTo>
                  <a:lnTo>
                    <a:pt x="3770010" y="1781734"/>
                  </a:lnTo>
                  <a:lnTo>
                    <a:pt x="3770135" y="1781734"/>
                  </a:lnTo>
                  <a:lnTo>
                    <a:pt x="3770260" y="1781734"/>
                  </a:lnTo>
                  <a:lnTo>
                    <a:pt x="3770385" y="1781734"/>
                  </a:lnTo>
                  <a:lnTo>
                    <a:pt x="3770510" y="1781734"/>
                  </a:lnTo>
                  <a:lnTo>
                    <a:pt x="3770635" y="1781734"/>
                  </a:lnTo>
                  <a:lnTo>
                    <a:pt x="3770760" y="1781734"/>
                  </a:lnTo>
                  <a:lnTo>
                    <a:pt x="3770885" y="1781734"/>
                  </a:lnTo>
                  <a:lnTo>
                    <a:pt x="3771010" y="1781734"/>
                  </a:lnTo>
                  <a:lnTo>
                    <a:pt x="3771135" y="1781734"/>
                  </a:lnTo>
                  <a:lnTo>
                    <a:pt x="3771260" y="1781734"/>
                  </a:lnTo>
                  <a:lnTo>
                    <a:pt x="3771385" y="1781734"/>
                  </a:lnTo>
                  <a:lnTo>
                    <a:pt x="3771510" y="1781734"/>
                  </a:lnTo>
                  <a:lnTo>
                    <a:pt x="3771635" y="1781734"/>
                  </a:lnTo>
                  <a:lnTo>
                    <a:pt x="3771760" y="1781734"/>
                  </a:lnTo>
                  <a:lnTo>
                    <a:pt x="3771885" y="1781734"/>
                  </a:lnTo>
                  <a:lnTo>
                    <a:pt x="3772010" y="1781734"/>
                  </a:lnTo>
                  <a:lnTo>
                    <a:pt x="3772136" y="1781734"/>
                  </a:lnTo>
                  <a:lnTo>
                    <a:pt x="3772261" y="1781734"/>
                  </a:lnTo>
                  <a:lnTo>
                    <a:pt x="3772386" y="1781734"/>
                  </a:lnTo>
                  <a:lnTo>
                    <a:pt x="3772511" y="1781734"/>
                  </a:lnTo>
                  <a:lnTo>
                    <a:pt x="3772636" y="1781734"/>
                  </a:lnTo>
                  <a:lnTo>
                    <a:pt x="3772761" y="1781734"/>
                  </a:lnTo>
                  <a:lnTo>
                    <a:pt x="3772886" y="1781734"/>
                  </a:lnTo>
                  <a:lnTo>
                    <a:pt x="3773011" y="1781734"/>
                  </a:lnTo>
                  <a:lnTo>
                    <a:pt x="3773136" y="1781734"/>
                  </a:lnTo>
                  <a:lnTo>
                    <a:pt x="3773261" y="1781734"/>
                  </a:lnTo>
                  <a:lnTo>
                    <a:pt x="3773386" y="1781734"/>
                  </a:lnTo>
                  <a:lnTo>
                    <a:pt x="3773511" y="1781734"/>
                  </a:lnTo>
                  <a:lnTo>
                    <a:pt x="3773636" y="1781734"/>
                  </a:lnTo>
                  <a:lnTo>
                    <a:pt x="3773761" y="1781734"/>
                  </a:lnTo>
                  <a:lnTo>
                    <a:pt x="3773886" y="1781734"/>
                  </a:lnTo>
                  <a:lnTo>
                    <a:pt x="3774011" y="1781734"/>
                  </a:lnTo>
                  <a:lnTo>
                    <a:pt x="3774136" y="1781734"/>
                  </a:lnTo>
                  <a:lnTo>
                    <a:pt x="3774261" y="1781734"/>
                  </a:lnTo>
                  <a:lnTo>
                    <a:pt x="3774386" y="1781734"/>
                  </a:lnTo>
                  <a:lnTo>
                    <a:pt x="3774511" y="1781734"/>
                  </a:lnTo>
                  <a:lnTo>
                    <a:pt x="3774636" y="1781734"/>
                  </a:lnTo>
                  <a:lnTo>
                    <a:pt x="3774761" y="1781734"/>
                  </a:lnTo>
                  <a:lnTo>
                    <a:pt x="3774886" y="1781734"/>
                  </a:lnTo>
                  <a:lnTo>
                    <a:pt x="3775011" y="1781734"/>
                  </a:lnTo>
                  <a:lnTo>
                    <a:pt x="3775137" y="1781734"/>
                  </a:lnTo>
                  <a:lnTo>
                    <a:pt x="3775262" y="1781734"/>
                  </a:lnTo>
                  <a:lnTo>
                    <a:pt x="3775387" y="1781734"/>
                  </a:lnTo>
                  <a:lnTo>
                    <a:pt x="3775512" y="1781734"/>
                  </a:lnTo>
                  <a:lnTo>
                    <a:pt x="3775637" y="1781734"/>
                  </a:lnTo>
                  <a:lnTo>
                    <a:pt x="3775762" y="1781734"/>
                  </a:lnTo>
                  <a:lnTo>
                    <a:pt x="3775887" y="1781734"/>
                  </a:lnTo>
                  <a:lnTo>
                    <a:pt x="3776012" y="1781734"/>
                  </a:lnTo>
                  <a:lnTo>
                    <a:pt x="3776137" y="1781734"/>
                  </a:lnTo>
                  <a:lnTo>
                    <a:pt x="3776262" y="1781734"/>
                  </a:lnTo>
                  <a:lnTo>
                    <a:pt x="3776387" y="1781734"/>
                  </a:lnTo>
                  <a:lnTo>
                    <a:pt x="3776512" y="1781734"/>
                  </a:lnTo>
                  <a:lnTo>
                    <a:pt x="3776637" y="1781734"/>
                  </a:lnTo>
                  <a:lnTo>
                    <a:pt x="3776762" y="1781734"/>
                  </a:lnTo>
                  <a:lnTo>
                    <a:pt x="3776887" y="1781734"/>
                  </a:lnTo>
                  <a:lnTo>
                    <a:pt x="3777012" y="1781734"/>
                  </a:lnTo>
                  <a:lnTo>
                    <a:pt x="3777137" y="1781734"/>
                  </a:lnTo>
                  <a:lnTo>
                    <a:pt x="3777262" y="1781734"/>
                  </a:lnTo>
                  <a:lnTo>
                    <a:pt x="3777387" y="1781734"/>
                  </a:lnTo>
                  <a:lnTo>
                    <a:pt x="3777512" y="1781734"/>
                  </a:lnTo>
                  <a:lnTo>
                    <a:pt x="3777637" y="1781734"/>
                  </a:lnTo>
                  <a:lnTo>
                    <a:pt x="3777762" y="1781734"/>
                  </a:lnTo>
                  <a:lnTo>
                    <a:pt x="3777887" y="1781734"/>
                  </a:lnTo>
                  <a:lnTo>
                    <a:pt x="3778012" y="1781734"/>
                  </a:lnTo>
                  <a:lnTo>
                    <a:pt x="3778138" y="1781734"/>
                  </a:lnTo>
                  <a:lnTo>
                    <a:pt x="3778263" y="1781734"/>
                  </a:lnTo>
                  <a:lnTo>
                    <a:pt x="3778388" y="1781734"/>
                  </a:lnTo>
                  <a:lnTo>
                    <a:pt x="3778513" y="1781734"/>
                  </a:lnTo>
                  <a:lnTo>
                    <a:pt x="3778638" y="1781734"/>
                  </a:lnTo>
                  <a:lnTo>
                    <a:pt x="3778763" y="1781734"/>
                  </a:lnTo>
                  <a:lnTo>
                    <a:pt x="3778888" y="1781734"/>
                  </a:lnTo>
                  <a:lnTo>
                    <a:pt x="3779013" y="1781734"/>
                  </a:lnTo>
                  <a:lnTo>
                    <a:pt x="3779138" y="1781734"/>
                  </a:lnTo>
                  <a:lnTo>
                    <a:pt x="3779263" y="1781734"/>
                  </a:lnTo>
                  <a:lnTo>
                    <a:pt x="3779388" y="1781734"/>
                  </a:lnTo>
                  <a:lnTo>
                    <a:pt x="3779513" y="1781734"/>
                  </a:lnTo>
                  <a:lnTo>
                    <a:pt x="3779638" y="1781734"/>
                  </a:lnTo>
                  <a:lnTo>
                    <a:pt x="3779763" y="1781734"/>
                  </a:lnTo>
                  <a:lnTo>
                    <a:pt x="3779888" y="1781734"/>
                  </a:lnTo>
                  <a:lnTo>
                    <a:pt x="3780013" y="1781734"/>
                  </a:lnTo>
                  <a:lnTo>
                    <a:pt x="3780138" y="1781734"/>
                  </a:lnTo>
                  <a:lnTo>
                    <a:pt x="3780263" y="1781734"/>
                  </a:lnTo>
                  <a:lnTo>
                    <a:pt x="3780388" y="1781734"/>
                  </a:lnTo>
                  <a:lnTo>
                    <a:pt x="3780513" y="1781734"/>
                  </a:lnTo>
                  <a:lnTo>
                    <a:pt x="3780638" y="1781734"/>
                  </a:lnTo>
                  <a:lnTo>
                    <a:pt x="3780763" y="1781734"/>
                  </a:lnTo>
                  <a:lnTo>
                    <a:pt x="3780888" y="1781734"/>
                  </a:lnTo>
                  <a:lnTo>
                    <a:pt x="3781013" y="1781734"/>
                  </a:lnTo>
                  <a:lnTo>
                    <a:pt x="3781139" y="1781734"/>
                  </a:lnTo>
                  <a:lnTo>
                    <a:pt x="3781264" y="1781734"/>
                  </a:lnTo>
                  <a:lnTo>
                    <a:pt x="3781389" y="1781734"/>
                  </a:lnTo>
                  <a:lnTo>
                    <a:pt x="3781389" y="1771780"/>
                  </a:lnTo>
                  <a:lnTo>
                    <a:pt x="3781389" y="1761826"/>
                  </a:lnTo>
                  <a:lnTo>
                    <a:pt x="3781514" y="1761826"/>
                  </a:lnTo>
                  <a:lnTo>
                    <a:pt x="3781639" y="1761826"/>
                  </a:lnTo>
                  <a:lnTo>
                    <a:pt x="3781764" y="1761826"/>
                  </a:lnTo>
                  <a:lnTo>
                    <a:pt x="3781889" y="1761826"/>
                  </a:lnTo>
                  <a:lnTo>
                    <a:pt x="3782014" y="1761826"/>
                  </a:lnTo>
                  <a:lnTo>
                    <a:pt x="3782139" y="1761826"/>
                  </a:lnTo>
                  <a:lnTo>
                    <a:pt x="3782264" y="1761826"/>
                  </a:lnTo>
                  <a:lnTo>
                    <a:pt x="3782389" y="1761826"/>
                  </a:lnTo>
                  <a:lnTo>
                    <a:pt x="3782514" y="1761826"/>
                  </a:lnTo>
                  <a:lnTo>
                    <a:pt x="3782639" y="1761826"/>
                  </a:lnTo>
                  <a:lnTo>
                    <a:pt x="3782764" y="1761826"/>
                  </a:lnTo>
                  <a:lnTo>
                    <a:pt x="3782889" y="1761826"/>
                  </a:lnTo>
                  <a:lnTo>
                    <a:pt x="3783014" y="1761826"/>
                  </a:lnTo>
                  <a:lnTo>
                    <a:pt x="3783139" y="1761826"/>
                  </a:lnTo>
                  <a:lnTo>
                    <a:pt x="3783264" y="1761826"/>
                  </a:lnTo>
                  <a:lnTo>
                    <a:pt x="3783389" y="1761826"/>
                  </a:lnTo>
                  <a:lnTo>
                    <a:pt x="3783514" y="1761826"/>
                  </a:lnTo>
                  <a:lnTo>
                    <a:pt x="3783639" y="1761826"/>
                  </a:lnTo>
                  <a:lnTo>
                    <a:pt x="3783764" y="1761826"/>
                  </a:lnTo>
                  <a:lnTo>
                    <a:pt x="3783889" y="1761826"/>
                  </a:lnTo>
                  <a:lnTo>
                    <a:pt x="3784014" y="1761826"/>
                  </a:lnTo>
                  <a:lnTo>
                    <a:pt x="3784140" y="1761826"/>
                  </a:lnTo>
                  <a:lnTo>
                    <a:pt x="3784265" y="1761826"/>
                  </a:lnTo>
                  <a:lnTo>
                    <a:pt x="3784390" y="1761826"/>
                  </a:lnTo>
                  <a:lnTo>
                    <a:pt x="3784515" y="1761826"/>
                  </a:lnTo>
                  <a:lnTo>
                    <a:pt x="3784640" y="1761826"/>
                  </a:lnTo>
                  <a:lnTo>
                    <a:pt x="3784765" y="1761826"/>
                  </a:lnTo>
                  <a:lnTo>
                    <a:pt x="3784890" y="1761826"/>
                  </a:lnTo>
                  <a:lnTo>
                    <a:pt x="3785015" y="1761826"/>
                  </a:lnTo>
                  <a:lnTo>
                    <a:pt x="3785140" y="1761826"/>
                  </a:lnTo>
                  <a:lnTo>
                    <a:pt x="3785265" y="1761826"/>
                  </a:lnTo>
                  <a:lnTo>
                    <a:pt x="3785390" y="1761826"/>
                  </a:lnTo>
                  <a:lnTo>
                    <a:pt x="3785515" y="1761826"/>
                  </a:lnTo>
                  <a:lnTo>
                    <a:pt x="3785640" y="1761826"/>
                  </a:lnTo>
                  <a:lnTo>
                    <a:pt x="3785765" y="1761826"/>
                  </a:lnTo>
                  <a:lnTo>
                    <a:pt x="3785890" y="1761826"/>
                  </a:lnTo>
                  <a:lnTo>
                    <a:pt x="3786015" y="1761826"/>
                  </a:lnTo>
                  <a:lnTo>
                    <a:pt x="3786140" y="1761826"/>
                  </a:lnTo>
                  <a:lnTo>
                    <a:pt x="3786265" y="1761826"/>
                  </a:lnTo>
                  <a:lnTo>
                    <a:pt x="3786390" y="1761826"/>
                  </a:lnTo>
                  <a:lnTo>
                    <a:pt x="3786515" y="1761826"/>
                  </a:lnTo>
                  <a:lnTo>
                    <a:pt x="3786640" y="1761826"/>
                  </a:lnTo>
                  <a:lnTo>
                    <a:pt x="3786765" y="1761826"/>
                  </a:lnTo>
                  <a:lnTo>
                    <a:pt x="3786890" y="1761826"/>
                  </a:lnTo>
                  <a:lnTo>
                    <a:pt x="3787015" y="1761826"/>
                  </a:lnTo>
                  <a:lnTo>
                    <a:pt x="3787141" y="1761826"/>
                  </a:lnTo>
                  <a:lnTo>
                    <a:pt x="3787266" y="1761826"/>
                  </a:lnTo>
                  <a:lnTo>
                    <a:pt x="3787391" y="1761826"/>
                  </a:lnTo>
                  <a:lnTo>
                    <a:pt x="3787516" y="1761826"/>
                  </a:lnTo>
                  <a:lnTo>
                    <a:pt x="3787641" y="1761826"/>
                  </a:lnTo>
                  <a:lnTo>
                    <a:pt x="3787766" y="1761826"/>
                  </a:lnTo>
                  <a:lnTo>
                    <a:pt x="3787891" y="1761826"/>
                  </a:lnTo>
                  <a:lnTo>
                    <a:pt x="3788016" y="1761826"/>
                  </a:lnTo>
                  <a:lnTo>
                    <a:pt x="3788141" y="1761826"/>
                  </a:lnTo>
                  <a:lnTo>
                    <a:pt x="3788266" y="1761826"/>
                  </a:lnTo>
                  <a:lnTo>
                    <a:pt x="3788266" y="1751872"/>
                  </a:lnTo>
                  <a:lnTo>
                    <a:pt x="3788391" y="1751872"/>
                  </a:lnTo>
                  <a:lnTo>
                    <a:pt x="3788516" y="1751872"/>
                  </a:lnTo>
                  <a:lnTo>
                    <a:pt x="3788641" y="1751872"/>
                  </a:lnTo>
                  <a:lnTo>
                    <a:pt x="3788766" y="1751872"/>
                  </a:lnTo>
                  <a:lnTo>
                    <a:pt x="3788891" y="1751872"/>
                  </a:lnTo>
                  <a:lnTo>
                    <a:pt x="3789016" y="1751872"/>
                  </a:lnTo>
                  <a:lnTo>
                    <a:pt x="3789141" y="1751872"/>
                  </a:lnTo>
                  <a:lnTo>
                    <a:pt x="3789266" y="1751872"/>
                  </a:lnTo>
                  <a:lnTo>
                    <a:pt x="3789391" y="1751872"/>
                  </a:lnTo>
                  <a:lnTo>
                    <a:pt x="3789516" y="1751872"/>
                  </a:lnTo>
                  <a:lnTo>
                    <a:pt x="3789641" y="1751872"/>
                  </a:lnTo>
                  <a:lnTo>
                    <a:pt x="3789766" y="1751872"/>
                  </a:lnTo>
                  <a:lnTo>
                    <a:pt x="3789891" y="1751872"/>
                  </a:lnTo>
                  <a:lnTo>
                    <a:pt x="3790016" y="1751872"/>
                  </a:lnTo>
                  <a:lnTo>
                    <a:pt x="3790142" y="1751872"/>
                  </a:lnTo>
                  <a:lnTo>
                    <a:pt x="3790267" y="1751872"/>
                  </a:lnTo>
                  <a:lnTo>
                    <a:pt x="3790267" y="1741918"/>
                  </a:lnTo>
                  <a:lnTo>
                    <a:pt x="3790392" y="1741918"/>
                  </a:lnTo>
                  <a:lnTo>
                    <a:pt x="3790517" y="1741918"/>
                  </a:lnTo>
                  <a:lnTo>
                    <a:pt x="3790642" y="1741918"/>
                  </a:lnTo>
                  <a:lnTo>
                    <a:pt x="3790767" y="1741918"/>
                  </a:lnTo>
                  <a:lnTo>
                    <a:pt x="3790892" y="1741918"/>
                  </a:lnTo>
                  <a:lnTo>
                    <a:pt x="3791017" y="1741918"/>
                  </a:lnTo>
                  <a:lnTo>
                    <a:pt x="3791142" y="1741918"/>
                  </a:lnTo>
                  <a:lnTo>
                    <a:pt x="3791267" y="1741918"/>
                  </a:lnTo>
                  <a:lnTo>
                    <a:pt x="3791392" y="1741918"/>
                  </a:lnTo>
                  <a:lnTo>
                    <a:pt x="3791517" y="1741918"/>
                  </a:lnTo>
                  <a:lnTo>
                    <a:pt x="3791642" y="1741918"/>
                  </a:lnTo>
                  <a:lnTo>
                    <a:pt x="3791767" y="1741918"/>
                  </a:lnTo>
                  <a:lnTo>
                    <a:pt x="3791892" y="1741918"/>
                  </a:lnTo>
                  <a:lnTo>
                    <a:pt x="3792017" y="1741918"/>
                  </a:lnTo>
                  <a:lnTo>
                    <a:pt x="3792142" y="1741918"/>
                  </a:lnTo>
                  <a:lnTo>
                    <a:pt x="3792267" y="1741918"/>
                  </a:lnTo>
                  <a:lnTo>
                    <a:pt x="3792392" y="1741918"/>
                  </a:lnTo>
                  <a:lnTo>
                    <a:pt x="3792517" y="1741918"/>
                  </a:lnTo>
                  <a:lnTo>
                    <a:pt x="3792642" y="1741918"/>
                  </a:lnTo>
                  <a:lnTo>
                    <a:pt x="3792767" y="1741918"/>
                  </a:lnTo>
                  <a:lnTo>
                    <a:pt x="3792892" y="1741918"/>
                  </a:lnTo>
                  <a:lnTo>
                    <a:pt x="3793017" y="1741918"/>
                  </a:lnTo>
                  <a:lnTo>
                    <a:pt x="3793143" y="1741918"/>
                  </a:lnTo>
                  <a:lnTo>
                    <a:pt x="3793268" y="1741918"/>
                  </a:lnTo>
                  <a:lnTo>
                    <a:pt x="3793393" y="1741918"/>
                  </a:lnTo>
                  <a:lnTo>
                    <a:pt x="3793518" y="1741918"/>
                  </a:lnTo>
                  <a:lnTo>
                    <a:pt x="3793643" y="1741918"/>
                  </a:lnTo>
                  <a:lnTo>
                    <a:pt x="3793768" y="1741918"/>
                  </a:lnTo>
                  <a:lnTo>
                    <a:pt x="3793893" y="1741918"/>
                  </a:lnTo>
                  <a:lnTo>
                    <a:pt x="3794018" y="1741918"/>
                  </a:lnTo>
                  <a:lnTo>
                    <a:pt x="3794143" y="1741918"/>
                  </a:lnTo>
                  <a:lnTo>
                    <a:pt x="3794268" y="1741918"/>
                  </a:lnTo>
                  <a:lnTo>
                    <a:pt x="3794393" y="1741918"/>
                  </a:lnTo>
                  <a:lnTo>
                    <a:pt x="3794518" y="1741918"/>
                  </a:lnTo>
                  <a:lnTo>
                    <a:pt x="3794643" y="1741918"/>
                  </a:lnTo>
                  <a:lnTo>
                    <a:pt x="3794768" y="1741918"/>
                  </a:lnTo>
                  <a:lnTo>
                    <a:pt x="3794893" y="1741918"/>
                  </a:lnTo>
                  <a:lnTo>
                    <a:pt x="3795018" y="1741918"/>
                  </a:lnTo>
                  <a:lnTo>
                    <a:pt x="3795143" y="1741918"/>
                  </a:lnTo>
                  <a:lnTo>
                    <a:pt x="3795268" y="1741918"/>
                  </a:lnTo>
                  <a:lnTo>
                    <a:pt x="3795393" y="1741918"/>
                  </a:lnTo>
                  <a:lnTo>
                    <a:pt x="3795518" y="1741918"/>
                  </a:lnTo>
                  <a:lnTo>
                    <a:pt x="3795643" y="1741918"/>
                  </a:lnTo>
                  <a:lnTo>
                    <a:pt x="3795768" y="1741918"/>
                  </a:lnTo>
                  <a:lnTo>
                    <a:pt x="3795893" y="1741918"/>
                  </a:lnTo>
                  <a:lnTo>
                    <a:pt x="3796018" y="1741918"/>
                  </a:lnTo>
                  <a:lnTo>
                    <a:pt x="3796144" y="1741918"/>
                  </a:lnTo>
                  <a:lnTo>
                    <a:pt x="3796269" y="1741918"/>
                  </a:lnTo>
                  <a:lnTo>
                    <a:pt x="3796394" y="1741918"/>
                  </a:lnTo>
                  <a:lnTo>
                    <a:pt x="3796519" y="1741918"/>
                  </a:lnTo>
                  <a:lnTo>
                    <a:pt x="3796644" y="1741918"/>
                  </a:lnTo>
                  <a:lnTo>
                    <a:pt x="3796769" y="1741918"/>
                  </a:lnTo>
                  <a:lnTo>
                    <a:pt x="3796894" y="1741918"/>
                  </a:lnTo>
                  <a:lnTo>
                    <a:pt x="3797019" y="1741918"/>
                  </a:lnTo>
                  <a:lnTo>
                    <a:pt x="3797144" y="1741918"/>
                  </a:lnTo>
                  <a:lnTo>
                    <a:pt x="3797269" y="1741918"/>
                  </a:lnTo>
                  <a:lnTo>
                    <a:pt x="3797394" y="1741918"/>
                  </a:lnTo>
                  <a:lnTo>
                    <a:pt x="3797519" y="1741918"/>
                  </a:lnTo>
                  <a:lnTo>
                    <a:pt x="3797644" y="1741918"/>
                  </a:lnTo>
                  <a:lnTo>
                    <a:pt x="3797769" y="1741918"/>
                  </a:lnTo>
                  <a:lnTo>
                    <a:pt x="3797894" y="1741918"/>
                  </a:lnTo>
                  <a:lnTo>
                    <a:pt x="3798019" y="1741918"/>
                  </a:lnTo>
                  <a:lnTo>
                    <a:pt x="3798144" y="1741918"/>
                  </a:lnTo>
                  <a:lnTo>
                    <a:pt x="3798269" y="1741918"/>
                  </a:lnTo>
                  <a:lnTo>
                    <a:pt x="3798394" y="1741918"/>
                  </a:lnTo>
                  <a:lnTo>
                    <a:pt x="3798519" y="1741918"/>
                  </a:lnTo>
                  <a:lnTo>
                    <a:pt x="3798644" y="1741918"/>
                  </a:lnTo>
                  <a:lnTo>
                    <a:pt x="3798769" y="1741918"/>
                  </a:lnTo>
                  <a:lnTo>
                    <a:pt x="3798894" y="1741918"/>
                  </a:lnTo>
                  <a:lnTo>
                    <a:pt x="3799019" y="1741918"/>
                  </a:lnTo>
                  <a:lnTo>
                    <a:pt x="3799145" y="1741918"/>
                  </a:lnTo>
                  <a:lnTo>
                    <a:pt x="3799270" y="1741918"/>
                  </a:lnTo>
                  <a:lnTo>
                    <a:pt x="3799395" y="1741918"/>
                  </a:lnTo>
                  <a:lnTo>
                    <a:pt x="3799520" y="1741918"/>
                  </a:lnTo>
                  <a:lnTo>
                    <a:pt x="3799645" y="1741918"/>
                  </a:lnTo>
                  <a:lnTo>
                    <a:pt x="3799770" y="1741918"/>
                  </a:lnTo>
                  <a:lnTo>
                    <a:pt x="3799895" y="1741918"/>
                  </a:lnTo>
                  <a:lnTo>
                    <a:pt x="3800020" y="1741918"/>
                  </a:lnTo>
                  <a:lnTo>
                    <a:pt x="3800145" y="1741918"/>
                  </a:lnTo>
                  <a:lnTo>
                    <a:pt x="3800270" y="1741918"/>
                  </a:lnTo>
                  <a:lnTo>
                    <a:pt x="3800395" y="1741918"/>
                  </a:lnTo>
                  <a:lnTo>
                    <a:pt x="3800520" y="1741918"/>
                  </a:lnTo>
                  <a:lnTo>
                    <a:pt x="3800645" y="1741918"/>
                  </a:lnTo>
                  <a:lnTo>
                    <a:pt x="3800770" y="1741918"/>
                  </a:lnTo>
                  <a:lnTo>
                    <a:pt x="3800895" y="1741918"/>
                  </a:lnTo>
                  <a:lnTo>
                    <a:pt x="3801020" y="1741918"/>
                  </a:lnTo>
                  <a:lnTo>
                    <a:pt x="3801145" y="1741918"/>
                  </a:lnTo>
                  <a:lnTo>
                    <a:pt x="3801270" y="1741918"/>
                  </a:lnTo>
                  <a:lnTo>
                    <a:pt x="3801395" y="1741918"/>
                  </a:lnTo>
                  <a:lnTo>
                    <a:pt x="3801520" y="1741918"/>
                  </a:lnTo>
                  <a:lnTo>
                    <a:pt x="3801645" y="1741918"/>
                  </a:lnTo>
                  <a:lnTo>
                    <a:pt x="3801770" y="1741918"/>
                  </a:lnTo>
                  <a:lnTo>
                    <a:pt x="3801895" y="1741918"/>
                  </a:lnTo>
                  <a:lnTo>
                    <a:pt x="3802020" y="1741918"/>
                  </a:lnTo>
                  <a:lnTo>
                    <a:pt x="3802146" y="1741918"/>
                  </a:lnTo>
                  <a:lnTo>
                    <a:pt x="3802271" y="1741918"/>
                  </a:lnTo>
                  <a:lnTo>
                    <a:pt x="3802396" y="1741918"/>
                  </a:lnTo>
                  <a:lnTo>
                    <a:pt x="3802521" y="1741918"/>
                  </a:lnTo>
                  <a:lnTo>
                    <a:pt x="3802646" y="1741918"/>
                  </a:lnTo>
                  <a:lnTo>
                    <a:pt x="3802771" y="1741918"/>
                  </a:lnTo>
                  <a:lnTo>
                    <a:pt x="3802896" y="1741918"/>
                  </a:lnTo>
                  <a:lnTo>
                    <a:pt x="3803021" y="1741918"/>
                  </a:lnTo>
                  <a:lnTo>
                    <a:pt x="3803146" y="1741918"/>
                  </a:lnTo>
                  <a:lnTo>
                    <a:pt x="3803271" y="1741918"/>
                  </a:lnTo>
                  <a:lnTo>
                    <a:pt x="3803396" y="1741918"/>
                  </a:lnTo>
                  <a:lnTo>
                    <a:pt x="3803521" y="1741918"/>
                  </a:lnTo>
                  <a:lnTo>
                    <a:pt x="3803646" y="1741918"/>
                  </a:lnTo>
                  <a:lnTo>
                    <a:pt x="3803771" y="1741918"/>
                  </a:lnTo>
                  <a:lnTo>
                    <a:pt x="3803896" y="1741918"/>
                  </a:lnTo>
                  <a:lnTo>
                    <a:pt x="3804021" y="1741918"/>
                  </a:lnTo>
                  <a:lnTo>
                    <a:pt x="3804146" y="1741918"/>
                  </a:lnTo>
                  <a:lnTo>
                    <a:pt x="3804271" y="1741918"/>
                  </a:lnTo>
                  <a:lnTo>
                    <a:pt x="3804396" y="1741918"/>
                  </a:lnTo>
                  <a:lnTo>
                    <a:pt x="3804521" y="1741918"/>
                  </a:lnTo>
                  <a:lnTo>
                    <a:pt x="3804646" y="1741918"/>
                  </a:lnTo>
                  <a:lnTo>
                    <a:pt x="3804771" y="1741918"/>
                  </a:lnTo>
                  <a:lnTo>
                    <a:pt x="3804896" y="1741918"/>
                  </a:lnTo>
                  <a:lnTo>
                    <a:pt x="3805022" y="1741918"/>
                  </a:lnTo>
                  <a:lnTo>
                    <a:pt x="3805147" y="1741918"/>
                  </a:lnTo>
                  <a:lnTo>
                    <a:pt x="3805272" y="1741918"/>
                  </a:lnTo>
                  <a:lnTo>
                    <a:pt x="3805397" y="1741918"/>
                  </a:lnTo>
                  <a:lnTo>
                    <a:pt x="3805522" y="1741918"/>
                  </a:lnTo>
                  <a:lnTo>
                    <a:pt x="3805647" y="1741918"/>
                  </a:lnTo>
                  <a:lnTo>
                    <a:pt x="3805772" y="1741918"/>
                  </a:lnTo>
                  <a:lnTo>
                    <a:pt x="3805897" y="1741918"/>
                  </a:lnTo>
                  <a:lnTo>
                    <a:pt x="3806022" y="1741918"/>
                  </a:lnTo>
                  <a:lnTo>
                    <a:pt x="3806147" y="1741918"/>
                  </a:lnTo>
                  <a:lnTo>
                    <a:pt x="3806272" y="1741918"/>
                  </a:lnTo>
                  <a:lnTo>
                    <a:pt x="3806397" y="1741918"/>
                  </a:lnTo>
                  <a:lnTo>
                    <a:pt x="3806522" y="1741918"/>
                  </a:lnTo>
                  <a:lnTo>
                    <a:pt x="3806647" y="1741918"/>
                  </a:lnTo>
                  <a:lnTo>
                    <a:pt x="3806772" y="1741918"/>
                  </a:lnTo>
                  <a:lnTo>
                    <a:pt x="3806897" y="1741918"/>
                  </a:lnTo>
                  <a:lnTo>
                    <a:pt x="3807022" y="1741918"/>
                  </a:lnTo>
                  <a:lnTo>
                    <a:pt x="3807147" y="1741918"/>
                  </a:lnTo>
                  <a:lnTo>
                    <a:pt x="3807272" y="1741918"/>
                  </a:lnTo>
                  <a:lnTo>
                    <a:pt x="3807397" y="1741918"/>
                  </a:lnTo>
                  <a:lnTo>
                    <a:pt x="3807522" y="1741918"/>
                  </a:lnTo>
                  <a:lnTo>
                    <a:pt x="3807647" y="1741918"/>
                  </a:lnTo>
                  <a:lnTo>
                    <a:pt x="3807772" y="1741918"/>
                  </a:lnTo>
                  <a:lnTo>
                    <a:pt x="3807897" y="1741918"/>
                  </a:lnTo>
                  <a:lnTo>
                    <a:pt x="3808023" y="1741918"/>
                  </a:lnTo>
                  <a:lnTo>
                    <a:pt x="3808148" y="1741918"/>
                  </a:lnTo>
                  <a:lnTo>
                    <a:pt x="3808273" y="1741918"/>
                  </a:lnTo>
                  <a:lnTo>
                    <a:pt x="3808398" y="1741918"/>
                  </a:lnTo>
                  <a:lnTo>
                    <a:pt x="3808523" y="1741918"/>
                  </a:lnTo>
                  <a:lnTo>
                    <a:pt x="3808648" y="1741918"/>
                  </a:lnTo>
                  <a:lnTo>
                    <a:pt x="3808773" y="1741918"/>
                  </a:lnTo>
                  <a:lnTo>
                    <a:pt x="3808898" y="1741918"/>
                  </a:lnTo>
                  <a:lnTo>
                    <a:pt x="3809023" y="1741918"/>
                  </a:lnTo>
                  <a:lnTo>
                    <a:pt x="3809148" y="1741918"/>
                  </a:lnTo>
                  <a:lnTo>
                    <a:pt x="3809273" y="1741918"/>
                  </a:lnTo>
                  <a:lnTo>
                    <a:pt x="3809398" y="1741918"/>
                  </a:lnTo>
                  <a:lnTo>
                    <a:pt x="3809523" y="1741918"/>
                  </a:lnTo>
                  <a:lnTo>
                    <a:pt x="3809648" y="1741918"/>
                  </a:lnTo>
                  <a:lnTo>
                    <a:pt x="3809773" y="1741918"/>
                  </a:lnTo>
                  <a:lnTo>
                    <a:pt x="3809898" y="1741918"/>
                  </a:lnTo>
                  <a:lnTo>
                    <a:pt x="3810023" y="1741918"/>
                  </a:lnTo>
                  <a:lnTo>
                    <a:pt x="3810148" y="1741918"/>
                  </a:lnTo>
                  <a:lnTo>
                    <a:pt x="3810273" y="1741918"/>
                  </a:lnTo>
                  <a:lnTo>
                    <a:pt x="3810398" y="1741918"/>
                  </a:lnTo>
                  <a:lnTo>
                    <a:pt x="3810523" y="1741918"/>
                  </a:lnTo>
                  <a:lnTo>
                    <a:pt x="3810648" y="1741918"/>
                  </a:lnTo>
                  <a:lnTo>
                    <a:pt x="3810773" y="1741918"/>
                  </a:lnTo>
                  <a:lnTo>
                    <a:pt x="3810898" y="1741918"/>
                  </a:lnTo>
                  <a:lnTo>
                    <a:pt x="3811024" y="1741918"/>
                  </a:lnTo>
                  <a:lnTo>
                    <a:pt x="3811149" y="1741918"/>
                  </a:lnTo>
                  <a:lnTo>
                    <a:pt x="3811274" y="1741918"/>
                  </a:lnTo>
                  <a:lnTo>
                    <a:pt x="3811399" y="1741918"/>
                  </a:lnTo>
                  <a:lnTo>
                    <a:pt x="3811524" y="1741918"/>
                  </a:lnTo>
                  <a:lnTo>
                    <a:pt x="3811649" y="1741918"/>
                  </a:lnTo>
                  <a:lnTo>
                    <a:pt x="3811774" y="1741918"/>
                  </a:lnTo>
                  <a:lnTo>
                    <a:pt x="3811899" y="1741918"/>
                  </a:lnTo>
                  <a:lnTo>
                    <a:pt x="3812024" y="1741918"/>
                  </a:lnTo>
                  <a:lnTo>
                    <a:pt x="3812149" y="1741918"/>
                  </a:lnTo>
                  <a:lnTo>
                    <a:pt x="3812274" y="1741918"/>
                  </a:lnTo>
                  <a:lnTo>
                    <a:pt x="3812399" y="1741918"/>
                  </a:lnTo>
                  <a:lnTo>
                    <a:pt x="3812524" y="1741918"/>
                  </a:lnTo>
                  <a:lnTo>
                    <a:pt x="3812649" y="1741918"/>
                  </a:lnTo>
                  <a:lnTo>
                    <a:pt x="3812774" y="1741918"/>
                  </a:lnTo>
                  <a:lnTo>
                    <a:pt x="3812899" y="1741918"/>
                  </a:lnTo>
                  <a:lnTo>
                    <a:pt x="3813024" y="1741918"/>
                  </a:lnTo>
                  <a:lnTo>
                    <a:pt x="3813149" y="1741918"/>
                  </a:lnTo>
                  <a:lnTo>
                    <a:pt x="3813274" y="1741918"/>
                  </a:lnTo>
                  <a:lnTo>
                    <a:pt x="3813399" y="1741918"/>
                  </a:lnTo>
                  <a:lnTo>
                    <a:pt x="3813524" y="1741918"/>
                  </a:lnTo>
                  <a:lnTo>
                    <a:pt x="3813649" y="1741918"/>
                  </a:lnTo>
                  <a:lnTo>
                    <a:pt x="3813774" y="1741918"/>
                  </a:lnTo>
                  <a:lnTo>
                    <a:pt x="3813899" y="1741918"/>
                  </a:lnTo>
                  <a:lnTo>
                    <a:pt x="3814025" y="1741918"/>
                  </a:lnTo>
                  <a:lnTo>
                    <a:pt x="3814150" y="1741918"/>
                  </a:lnTo>
                  <a:lnTo>
                    <a:pt x="3814275" y="1741918"/>
                  </a:lnTo>
                  <a:lnTo>
                    <a:pt x="3814400" y="1741918"/>
                  </a:lnTo>
                  <a:lnTo>
                    <a:pt x="3814525" y="1741918"/>
                  </a:lnTo>
                  <a:lnTo>
                    <a:pt x="3814650" y="1741918"/>
                  </a:lnTo>
                  <a:lnTo>
                    <a:pt x="3814775" y="1741918"/>
                  </a:lnTo>
                  <a:lnTo>
                    <a:pt x="3814900" y="1741918"/>
                  </a:lnTo>
                  <a:lnTo>
                    <a:pt x="3815025" y="1741918"/>
                  </a:lnTo>
                  <a:lnTo>
                    <a:pt x="3815150" y="1741918"/>
                  </a:lnTo>
                  <a:lnTo>
                    <a:pt x="3815275" y="1741918"/>
                  </a:lnTo>
                  <a:lnTo>
                    <a:pt x="3815400" y="1741918"/>
                  </a:lnTo>
                  <a:lnTo>
                    <a:pt x="3815525" y="1741918"/>
                  </a:lnTo>
                  <a:lnTo>
                    <a:pt x="3815650" y="1741918"/>
                  </a:lnTo>
                  <a:lnTo>
                    <a:pt x="3815775" y="1741918"/>
                  </a:lnTo>
                  <a:lnTo>
                    <a:pt x="3815900" y="1741918"/>
                  </a:lnTo>
                  <a:lnTo>
                    <a:pt x="3816025" y="1741918"/>
                  </a:lnTo>
                  <a:lnTo>
                    <a:pt x="3816150" y="1741918"/>
                  </a:lnTo>
                  <a:lnTo>
                    <a:pt x="3816275" y="1741918"/>
                  </a:lnTo>
                  <a:lnTo>
                    <a:pt x="3816400" y="1741918"/>
                  </a:lnTo>
                  <a:lnTo>
                    <a:pt x="3816525" y="1741918"/>
                  </a:lnTo>
                  <a:lnTo>
                    <a:pt x="3816650" y="1741918"/>
                  </a:lnTo>
                  <a:lnTo>
                    <a:pt x="3816775" y="1741918"/>
                  </a:lnTo>
                  <a:lnTo>
                    <a:pt x="3816900" y="1741918"/>
                  </a:lnTo>
                  <a:lnTo>
                    <a:pt x="3817026" y="1741918"/>
                  </a:lnTo>
                  <a:lnTo>
                    <a:pt x="3817151" y="1741918"/>
                  </a:lnTo>
                  <a:lnTo>
                    <a:pt x="3817276" y="1741918"/>
                  </a:lnTo>
                  <a:lnTo>
                    <a:pt x="3817401" y="1741918"/>
                  </a:lnTo>
                  <a:lnTo>
                    <a:pt x="3817526" y="1741918"/>
                  </a:lnTo>
                  <a:lnTo>
                    <a:pt x="3817651" y="1741918"/>
                  </a:lnTo>
                  <a:lnTo>
                    <a:pt x="3817776" y="1741918"/>
                  </a:lnTo>
                  <a:lnTo>
                    <a:pt x="3817901" y="1741918"/>
                  </a:lnTo>
                  <a:lnTo>
                    <a:pt x="3818026" y="1741918"/>
                  </a:lnTo>
                  <a:lnTo>
                    <a:pt x="3818151" y="1741918"/>
                  </a:lnTo>
                  <a:lnTo>
                    <a:pt x="3818276" y="1741918"/>
                  </a:lnTo>
                  <a:lnTo>
                    <a:pt x="3818401" y="1741918"/>
                  </a:lnTo>
                  <a:lnTo>
                    <a:pt x="3818526" y="1741918"/>
                  </a:lnTo>
                  <a:lnTo>
                    <a:pt x="3818651" y="1741918"/>
                  </a:lnTo>
                  <a:lnTo>
                    <a:pt x="3818776" y="1741918"/>
                  </a:lnTo>
                  <a:lnTo>
                    <a:pt x="3818901" y="1741918"/>
                  </a:lnTo>
                  <a:lnTo>
                    <a:pt x="3819026" y="1741918"/>
                  </a:lnTo>
                  <a:lnTo>
                    <a:pt x="3819151" y="1741918"/>
                  </a:lnTo>
                  <a:lnTo>
                    <a:pt x="3819276" y="1741918"/>
                  </a:lnTo>
                  <a:lnTo>
                    <a:pt x="3819401" y="1741918"/>
                  </a:lnTo>
                  <a:lnTo>
                    <a:pt x="3819526" y="1741918"/>
                  </a:lnTo>
                  <a:lnTo>
                    <a:pt x="3819651" y="1741918"/>
                  </a:lnTo>
                  <a:lnTo>
                    <a:pt x="3819776" y="1741918"/>
                  </a:lnTo>
                  <a:lnTo>
                    <a:pt x="3819901" y="1741918"/>
                  </a:lnTo>
                  <a:lnTo>
                    <a:pt x="3820027" y="1741918"/>
                  </a:lnTo>
                  <a:lnTo>
                    <a:pt x="3820152" y="1741918"/>
                  </a:lnTo>
                  <a:lnTo>
                    <a:pt x="3820277" y="1741918"/>
                  </a:lnTo>
                  <a:lnTo>
                    <a:pt x="3820402" y="1741918"/>
                  </a:lnTo>
                  <a:lnTo>
                    <a:pt x="3820527" y="1741918"/>
                  </a:lnTo>
                  <a:lnTo>
                    <a:pt x="3820652" y="1741918"/>
                  </a:lnTo>
                  <a:lnTo>
                    <a:pt x="3820777" y="1741918"/>
                  </a:lnTo>
                  <a:lnTo>
                    <a:pt x="3820902" y="1741918"/>
                  </a:lnTo>
                  <a:lnTo>
                    <a:pt x="3821027" y="1741918"/>
                  </a:lnTo>
                  <a:lnTo>
                    <a:pt x="3821152" y="1741918"/>
                  </a:lnTo>
                  <a:lnTo>
                    <a:pt x="3821277" y="1741918"/>
                  </a:lnTo>
                  <a:lnTo>
                    <a:pt x="3821402" y="1741918"/>
                  </a:lnTo>
                  <a:lnTo>
                    <a:pt x="3821527" y="1741918"/>
                  </a:lnTo>
                  <a:lnTo>
                    <a:pt x="3821652" y="1741918"/>
                  </a:lnTo>
                  <a:lnTo>
                    <a:pt x="3821777" y="1741918"/>
                  </a:lnTo>
                  <a:lnTo>
                    <a:pt x="3821902" y="1741918"/>
                  </a:lnTo>
                  <a:lnTo>
                    <a:pt x="3822027" y="1741918"/>
                  </a:lnTo>
                  <a:lnTo>
                    <a:pt x="3822152" y="1741918"/>
                  </a:lnTo>
                  <a:lnTo>
                    <a:pt x="3822277" y="1741918"/>
                  </a:lnTo>
                  <a:lnTo>
                    <a:pt x="3822402" y="1741918"/>
                  </a:lnTo>
                  <a:lnTo>
                    <a:pt x="3822527" y="1741918"/>
                  </a:lnTo>
                  <a:lnTo>
                    <a:pt x="3822652" y="1741918"/>
                  </a:lnTo>
                  <a:lnTo>
                    <a:pt x="3822777" y="1741918"/>
                  </a:lnTo>
                  <a:lnTo>
                    <a:pt x="3822902" y="1741918"/>
                  </a:lnTo>
                  <a:lnTo>
                    <a:pt x="3823028" y="1741918"/>
                  </a:lnTo>
                  <a:lnTo>
                    <a:pt x="3823153" y="1741918"/>
                  </a:lnTo>
                  <a:lnTo>
                    <a:pt x="3823278" y="1741918"/>
                  </a:lnTo>
                  <a:lnTo>
                    <a:pt x="3823403" y="1741918"/>
                  </a:lnTo>
                  <a:lnTo>
                    <a:pt x="3823528" y="1741918"/>
                  </a:lnTo>
                  <a:lnTo>
                    <a:pt x="3823653" y="1741918"/>
                  </a:lnTo>
                  <a:lnTo>
                    <a:pt x="3823778" y="1741918"/>
                  </a:lnTo>
                  <a:lnTo>
                    <a:pt x="3823903" y="1741918"/>
                  </a:lnTo>
                  <a:lnTo>
                    <a:pt x="3824028" y="1741918"/>
                  </a:lnTo>
                  <a:lnTo>
                    <a:pt x="3824153" y="1741918"/>
                  </a:lnTo>
                  <a:lnTo>
                    <a:pt x="3824278" y="1741918"/>
                  </a:lnTo>
                  <a:lnTo>
                    <a:pt x="3824403" y="1741918"/>
                  </a:lnTo>
                  <a:lnTo>
                    <a:pt x="3824528" y="1741918"/>
                  </a:lnTo>
                  <a:lnTo>
                    <a:pt x="3824653" y="1741918"/>
                  </a:lnTo>
                  <a:lnTo>
                    <a:pt x="3824778" y="1741918"/>
                  </a:lnTo>
                  <a:lnTo>
                    <a:pt x="3824903" y="1741918"/>
                  </a:lnTo>
                  <a:lnTo>
                    <a:pt x="3825028" y="1741918"/>
                  </a:lnTo>
                  <a:lnTo>
                    <a:pt x="3825153" y="1741918"/>
                  </a:lnTo>
                  <a:lnTo>
                    <a:pt x="3825278" y="1741918"/>
                  </a:lnTo>
                  <a:lnTo>
                    <a:pt x="3825403" y="1741918"/>
                  </a:lnTo>
                  <a:lnTo>
                    <a:pt x="3825528" y="1741918"/>
                  </a:lnTo>
                  <a:lnTo>
                    <a:pt x="3825653" y="1741918"/>
                  </a:lnTo>
                  <a:lnTo>
                    <a:pt x="3825778" y="1741918"/>
                  </a:lnTo>
                  <a:lnTo>
                    <a:pt x="3825903" y="1741918"/>
                  </a:lnTo>
                  <a:lnTo>
                    <a:pt x="3826029" y="1741918"/>
                  </a:lnTo>
                  <a:lnTo>
                    <a:pt x="3826154" y="1741918"/>
                  </a:lnTo>
                  <a:lnTo>
                    <a:pt x="3826279" y="1741918"/>
                  </a:lnTo>
                  <a:lnTo>
                    <a:pt x="3826404" y="1741918"/>
                  </a:lnTo>
                  <a:lnTo>
                    <a:pt x="3826404" y="1731965"/>
                  </a:lnTo>
                  <a:lnTo>
                    <a:pt x="3826529" y="1731965"/>
                  </a:lnTo>
                  <a:lnTo>
                    <a:pt x="3826654" y="1731965"/>
                  </a:lnTo>
                  <a:lnTo>
                    <a:pt x="3826779" y="1731965"/>
                  </a:lnTo>
                  <a:lnTo>
                    <a:pt x="3826904" y="1731965"/>
                  </a:lnTo>
                  <a:lnTo>
                    <a:pt x="3827029" y="1731965"/>
                  </a:lnTo>
                  <a:lnTo>
                    <a:pt x="3827154" y="1731965"/>
                  </a:lnTo>
                  <a:lnTo>
                    <a:pt x="3827279" y="1731965"/>
                  </a:lnTo>
                  <a:lnTo>
                    <a:pt x="3827404" y="1731965"/>
                  </a:lnTo>
                  <a:lnTo>
                    <a:pt x="3827529" y="1731965"/>
                  </a:lnTo>
                  <a:lnTo>
                    <a:pt x="3827654" y="1731965"/>
                  </a:lnTo>
                  <a:lnTo>
                    <a:pt x="3827779" y="1731965"/>
                  </a:lnTo>
                  <a:lnTo>
                    <a:pt x="3827904" y="1731965"/>
                  </a:lnTo>
                  <a:lnTo>
                    <a:pt x="3828029" y="1731965"/>
                  </a:lnTo>
                  <a:lnTo>
                    <a:pt x="3828154" y="1731965"/>
                  </a:lnTo>
                  <a:lnTo>
                    <a:pt x="3828279" y="1731965"/>
                  </a:lnTo>
                  <a:lnTo>
                    <a:pt x="3828404" y="1731965"/>
                  </a:lnTo>
                  <a:lnTo>
                    <a:pt x="3828529" y="1731965"/>
                  </a:lnTo>
                  <a:lnTo>
                    <a:pt x="3828654" y="1731965"/>
                  </a:lnTo>
                  <a:lnTo>
                    <a:pt x="3828779" y="1731965"/>
                  </a:lnTo>
                  <a:lnTo>
                    <a:pt x="3828904" y="1731965"/>
                  </a:lnTo>
                  <a:lnTo>
                    <a:pt x="3829030" y="1731965"/>
                  </a:lnTo>
                  <a:lnTo>
                    <a:pt x="3829155" y="1731965"/>
                  </a:lnTo>
                  <a:lnTo>
                    <a:pt x="3829280" y="1731965"/>
                  </a:lnTo>
                  <a:lnTo>
                    <a:pt x="3829405" y="1731965"/>
                  </a:lnTo>
                  <a:lnTo>
                    <a:pt x="3829530" y="1731965"/>
                  </a:lnTo>
                  <a:lnTo>
                    <a:pt x="3829655" y="1731965"/>
                  </a:lnTo>
                  <a:lnTo>
                    <a:pt x="3829780" y="1731965"/>
                  </a:lnTo>
                  <a:lnTo>
                    <a:pt x="3829905" y="1731965"/>
                  </a:lnTo>
                  <a:lnTo>
                    <a:pt x="3830030" y="1731965"/>
                  </a:lnTo>
                  <a:lnTo>
                    <a:pt x="3830155" y="1731965"/>
                  </a:lnTo>
                  <a:lnTo>
                    <a:pt x="3830280" y="1731965"/>
                  </a:lnTo>
                  <a:lnTo>
                    <a:pt x="3830405" y="1731965"/>
                  </a:lnTo>
                  <a:lnTo>
                    <a:pt x="3830530" y="1731965"/>
                  </a:lnTo>
                  <a:lnTo>
                    <a:pt x="3830655" y="1731965"/>
                  </a:lnTo>
                  <a:lnTo>
                    <a:pt x="3830780" y="1731965"/>
                  </a:lnTo>
                  <a:lnTo>
                    <a:pt x="3830905" y="1731965"/>
                  </a:lnTo>
                  <a:lnTo>
                    <a:pt x="3831030" y="1731965"/>
                  </a:lnTo>
                  <a:lnTo>
                    <a:pt x="3831155" y="1731965"/>
                  </a:lnTo>
                  <a:lnTo>
                    <a:pt x="3831280" y="1731965"/>
                  </a:lnTo>
                  <a:lnTo>
                    <a:pt x="3831405" y="1731965"/>
                  </a:lnTo>
                  <a:lnTo>
                    <a:pt x="3831530" y="1731965"/>
                  </a:lnTo>
                  <a:lnTo>
                    <a:pt x="3831655" y="1731965"/>
                  </a:lnTo>
                  <a:lnTo>
                    <a:pt x="3831780" y="1731965"/>
                  </a:lnTo>
                  <a:lnTo>
                    <a:pt x="3831905" y="1731965"/>
                  </a:lnTo>
                  <a:lnTo>
                    <a:pt x="3832031" y="1731965"/>
                  </a:lnTo>
                  <a:lnTo>
                    <a:pt x="3832156" y="1731965"/>
                  </a:lnTo>
                  <a:lnTo>
                    <a:pt x="3832281" y="1731965"/>
                  </a:lnTo>
                  <a:lnTo>
                    <a:pt x="3832406" y="1731965"/>
                  </a:lnTo>
                  <a:lnTo>
                    <a:pt x="3832531" y="1731965"/>
                  </a:lnTo>
                  <a:lnTo>
                    <a:pt x="3832656" y="1731965"/>
                  </a:lnTo>
                  <a:lnTo>
                    <a:pt x="3832781" y="1731965"/>
                  </a:lnTo>
                  <a:lnTo>
                    <a:pt x="3832906" y="1731965"/>
                  </a:lnTo>
                  <a:lnTo>
                    <a:pt x="3833031" y="1731965"/>
                  </a:lnTo>
                  <a:lnTo>
                    <a:pt x="3833156" y="1731965"/>
                  </a:lnTo>
                  <a:lnTo>
                    <a:pt x="3833281" y="1731965"/>
                  </a:lnTo>
                  <a:lnTo>
                    <a:pt x="3833406" y="1731965"/>
                  </a:lnTo>
                  <a:lnTo>
                    <a:pt x="3833531" y="1731965"/>
                  </a:lnTo>
                  <a:lnTo>
                    <a:pt x="3833656" y="1731965"/>
                  </a:lnTo>
                  <a:lnTo>
                    <a:pt x="3833781" y="1731965"/>
                  </a:lnTo>
                  <a:lnTo>
                    <a:pt x="3833906" y="1731965"/>
                  </a:lnTo>
                  <a:lnTo>
                    <a:pt x="3834031" y="1731965"/>
                  </a:lnTo>
                  <a:lnTo>
                    <a:pt x="3834156" y="1731965"/>
                  </a:lnTo>
                  <a:lnTo>
                    <a:pt x="3834281" y="1731965"/>
                  </a:lnTo>
                  <a:lnTo>
                    <a:pt x="3834406" y="1731965"/>
                  </a:lnTo>
                  <a:lnTo>
                    <a:pt x="3834531" y="1731965"/>
                  </a:lnTo>
                  <a:lnTo>
                    <a:pt x="3834656" y="1731965"/>
                  </a:lnTo>
                  <a:lnTo>
                    <a:pt x="3834781" y="1731965"/>
                  </a:lnTo>
                  <a:lnTo>
                    <a:pt x="3834906" y="1731965"/>
                  </a:lnTo>
                  <a:lnTo>
                    <a:pt x="3835032" y="1731965"/>
                  </a:lnTo>
                  <a:lnTo>
                    <a:pt x="3835157" y="1731965"/>
                  </a:lnTo>
                  <a:lnTo>
                    <a:pt x="3835282" y="1731965"/>
                  </a:lnTo>
                  <a:lnTo>
                    <a:pt x="3835407" y="1731965"/>
                  </a:lnTo>
                  <a:lnTo>
                    <a:pt x="3835532" y="1731965"/>
                  </a:lnTo>
                  <a:lnTo>
                    <a:pt x="3835657" y="1731965"/>
                  </a:lnTo>
                  <a:lnTo>
                    <a:pt x="3835782" y="1731965"/>
                  </a:lnTo>
                  <a:lnTo>
                    <a:pt x="3835907" y="1731965"/>
                  </a:lnTo>
                  <a:lnTo>
                    <a:pt x="3836032" y="1731965"/>
                  </a:lnTo>
                  <a:lnTo>
                    <a:pt x="3836157" y="1731965"/>
                  </a:lnTo>
                  <a:lnTo>
                    <a:pt x="3836282" y="1731965"/>
                  </a:lnTo>
                  <a:lnTo>
                    <a:pt x="3836407" y="1731965"/>
                  </a:lnTo>
                  <a:lnTo>
                    <a:pt x="3836532" y="1731965"/>
                  </a:lnTo>
                  <a:lnTo>
                    <a:pt x="3836657" y="1731965"/>
                  </a:lnTo>
                  <a:lnTo>
                    <a:pt x="3836782" y="1731965"/>
                  </a:lnTo>
                  <a:lnTo>
                    <a:pt x="3836907" y="1731965"/>
                  </a:lnTo>
                  <a:lnTo>
                    <a:pt x="3837032" y="1731965"/>
                  </a:lnTo>
                  <a:lnTo>
                    <a:pt x="3837157" y="1731965"/>
                  </a:lnTo>
                  <a:lnTo>
                    <a:pt x="3837282" y="1731965"/>
                  </a:lnTo>
                  <a:lnTo>
                    <a:pt x="3837407" y="1731965"/>
                  </a:lnTo>
                  <a:lnTo>
                    <a:pt x="3837532" y="1731965"/>
                  </a:lnTo>
                  <a:lnTo>
                    <a:pt x="3837657" y="1731965"/>
                  </a:lnTo>
                  <a:lnTo>
                    <a:pt x="3837782" y="1731965"/>
                  </a:lnTo>
                  <a:lnTo>
                    <a:pt x="3837907" y="1731965"/>
                  </a:lnTo>
                  <a:lnTo>
                    <a:pt x="3838033" y="1731965"/>
                  </a:lnTo>
                  <a:lnTo>
                    <a:pt x="3838158" y="1731965"/>
                  </a:lnTo>
                  <a:lnTo>
                    <a:pt x="3838283" y="1731965"/>
                  </a:lnTo>
                  <a:lnTo>
                    <a:pt x="3838408" y="1731965"/>
                  </a:lnTo>
                  <a:lnTo>
                    <a:pt x="3838533" y="1731965"/>
                  </a:lnTo>
                  <a:lnTo>
                    <a:pt x="3838533" y="1722011"/>
                  </a:lnTo>
                  <a:lnTo>
                    <a:pt x="3838658" y="1722011"/>
                  </a:lnTo>
                  <a:lnTo>
                    <a:pt x="3838783" y="1722011"/>
                  </a:lnTo>
                  <a:lnTo>
                    <a:pt x="3838908" y="1722011"/>
                  </a:lnTo>
                  <a:lnTo>
                    <a:pt x="3838908" y="1712057"/>
                  </a:lnTo>
                  <a:lnTo>
                    <a:pt x="3839033" y="1712057"/>
                  </a:lnTo>
                  <a:lnTo>
                    <a:pt x="3839158" y="1712057"/>
                  </a:lnTo>
                  <a:lnTo>
                    <a:pt x="3839283" y="1712057"/>
                  </a:lnTo>
                  <a:lnTo>
                    <a:pt x="3839408" y="1712057"/>
                  </a:lnTo>
                  <a:lnTo>
                    <a:pt x="3839533" y="1712057"/>
                  </a:lnTo>
                  <a:lnTo>
                    <a:pt x="3839658" y="1712057"/>
                  </a:lnTo>
                  <a:lnTo>
                    <a:pt x="3839783" y="1712057"/>
                  </a:lnTo>
                  <a:lnTo>
                    <a:pt x="3839908" y="1712057"/>
                  </a:lnTo>
                  <a:lnTo>
                    <a:pt x="3840033" y="1712057"/>
                  </a:lnTo>
                  <a:lnTo>
                    <a:pt x="3840158" y="1712057"/>
                  </a:lnTo>
                  <a:lnTo>
                    <a:pt x="3840283" y="1712057"/>
                  </a:lnTo>
                  <a:lnTo>
                    <a:pt x="3840408" y="1712057"/>
                  </a:lnTo>
                  <a:lnTo>
                    <a:pt x="3840533" y="1712057"/>
                  </a:lnTo>
                  <a:lnTo>
                    <a:pt x="3840658" y="1712057"/>
                  </a:lnTo>
                  <a:lnTo>
                    <a:pt x="3840783" y="1712057"/>
                  </a:lnTo>
                  <a:lnTo>
                    <a:pt x="3840908" y="1712057"/>
                  </a:lnTo>
                  <a:lnTo>
                    <a:pt x="3841034" y="1712057"/>
                  </a:lnTo>
                  <a:lnTo>
                    <a:pt x="3841159" y="1712057"/>
                  </a:lnTo>
                  <a:lnTo>
                    <a:pt x="3841284" y="1712057"/>
                  </a:lnTo>
                  <a:lnTo>
                    <a:pt x="3841409" y="1712057"/>
                  </a:lnTo>
                  <a:lnTo>
                    <a:pt x="3841534" y="1712057"/>
                  </a:lnTo>
                  <a:lnTo>
                    <a:pt x="3841659" y="1712057"/>
                  </a:lnTo>
                  <a:lnTo>
                    <a:pt x="3841784" y="1712057"/>
                  </a:lnTo>
                  <a:lnTo>
                    <a:pt x="3841909" y="1712057"/>
                  </a:lnTo>
                  <a:lnTo>
                    <a:pt x="3842034" y="1712057"/>
                  </a:lnTo>
                  <a:lnTo>
                    <a:pt x="3842159" y="1712057"/>
                  </a:lnTo>
                  <a:lnTo>
                    <a:pt x="3842284" y="1712057"/>
                  </a:lnTo>
                  <a:lnTo>
                    <a:pt x="3842409" y="1712057"/>
                  </a:lnTo>
                  <a:lnTo>
                    <a:pt x="3842534" y="1712057"/>
                  </a:lnTo>
                  <a:lnTo>
                    <a:pt x="3842659" y="1712057"/>
                  </a:lnTo>
                  <a:lnTo>
                    <a:pt x="3842784" y="1712057"/>
                  </a:lnTo>
                  <a:lnTo>
                    <a:pt x="3842909" y="1712057"/>
                  </a:lnTo>
                  <a:lnTo>
                    <a:pt x="3843034" y="1712057"/>
                  </a:lnTo>
                  <a:lnTo>
                    <a:pt x="3843159" y="1712057"/>
                  </a:lnTo>
                  <a:lnTo>
                    <a:pt x="3843284" y="1712057"/>
                  </a:lnTo>
                  <a:lnTo>
                    <a:pt x="3843409" y="1712057"/>
                  </a:lnTo>
                  <a:lnTo>
                    <a:pt x="3843534" y="1712057"/>
                  </a:lnTo>
                  <a:lnTo>
                    <a:pt x="3843659" y="1712057"/>
                  </a:lnTo>
                  <a:lnTo>
                    <a:pt x="3843784" y="1712057"/>
                  </a:lnTo>
                  <a:lnTo>
                    <a:pt x="3843910" y="1712057"/>
                  </a:lnTo>
                  <a:lnTo>
                    <a:pt x="3844035" y="1712057"/>
                  </a:lnTo>
                  <a:lnTo>
                    <a:pt x="3844160" y="1712057"/>
                  </a:lnTo>
                  <a:lnTo>
                    <a:pt x="3844285" y="1712057"/>
                  </a:lnTo>
                  <a:lnTo>
                    <a:pt x="3844410" y="1712057"/>
                  </a:lnTo>
                  <a:lnTo>
                    <a:pt x="3844535" y="1712057"/>
                  </a:lnTo>
                  <a:lnTo>
                    <a:pt x="3844660" y="1712057"/>
                  </a:lnTo>
                  <a:lnTo>
                    <a:pt x="3844785" y="1712057"/>
                  </a:lnTo>
                  <a:lnTo>
                    <a:pt x="3844910" y="1712057"/>
                  </a:lnTo>
                  <a:lnTo>
                    <a:pt x="3845035" y="1712057"/>
                  </a:lnTo>
                  <a:lnTo>
                    <a:pt x="3845160" y="1712057"/>
                  </a:lnTo>
                  <a:lnTo>
                    <a:pt x="3845285" y="1712057"/>
                  </a:lnTo>
                  <a:lnTo>
                    <a:pt x="3845410" y="1712057"/>
                  </a:lnTo>
                  <a:lnTo>
                    <a:pt x="3845535" y="1712057"/>
                  </a:lnTo>
                  <a:lnTo>
                    <a:pt x="3845660" y="1712057"/>
                  </a:lnTo>
                  <a:lnTo>
                    <a:pt x="3845785" y="1712057"/>
                  </a:lnTo>
                  <a:lnTo>
                    <a:pt x="3845910" y="1712057"/>
                  </a:lnTo>
                  <a:lnTo>
                    <a:pt x="3846035" y="1712057"/>
                  </a:lnTo>
                  <a:lnTo>
                    <a:pt x="3846160" y="1712057"/>
                  </a:lnTo>
                  <a:lnTo>
                    <a:pt x="3846285" y="1712057"/>
                  </a:lnTo>
                  <a:lnTo>
                    <a:pt x="3846410" y="1712057"/>
                  </a:lnTo>
                  <a:lnTo>
                    <a:pt x="3846535" y="1712057"/>
                  </a:lnTo>
                  <a:lnTo>
                    <a:pt x="3846660" y="1712057"/>
                  </a:lnTo>
                  <a:lnTo>
                    <a:pt x="3846785" y="1712057"/>
                  </a:lnTo>
                  <a:lnTo>
                    <a:pt x="3846911" y="1712057"/>
                  </a:lnTo>
                  <a:lnTo>
                    <a:pt x="3847036" y="1712057"/>
                  </a:lnTo>
                  <a:lnTo>
                    <a:pt x="3847161" y="1712057"/>
                  </a:lnTo>
                  <a:lnTo>
                    <a:pt x="3847286" y="1712057"/>
                  </a:lnTo>
                  <a:lnTo>
                    <a:pt x="3847411" y="1712057"/>
                  </a:lnTo>
                  <a:lnTo>
                    <a:pt x="3847536" y="1712057"/>
                  </a:lnTo>
                  <a:lnTo>
                    <a:pt x="3847661" y="1712057"/>
                  </a:lnTo>
                  <a:lnTo>
                    <a:pt x="3847786" y="1712057"/>
                  </a:lnTo>
                  <a:lnTo>
                    <a:pt x="3847911" y="1712057"/>
                  </a:lnTo>
                  <a:lnTo>
                    <a:pt x="3848036" y="1712057"/>
                  </a:lnTo>
                  <a:lnTo>
                    <a:pt x="3848161" y="1712057"/>
                  </a:lnTo>
                  <a:lnTo>
                    <a:pt x="3848286" y="1712057"/>
                  </a:lnTo>
                  <a:lnTo>
                    <a:pt x="3848411" y="1712057"/>
                  </a:lnTo>
                  <a:lnTo>
                    <a:pt x="3848536" y="1712057"/>
                  </a:lnTo>
                  <a:lnTo>
                    <a:pt x="3848661" y="1712057"/>
                  </a:lnTo>
                  <a:lnTo>
                    <a:pt x="3848786" y="1712057"/>
                  </a:lnTo>
                  <a:lnTo>
                    <a:pt x="3848911" y="1712057"/>
                  </a:lnTo>
                  <a:lnTo>
                    <a:pt x="3849036" y="1712057"/>
                  </a:lnTo>
                  <a:lnTo>
                    <a:pt x="3849161" y="1712057"/>
                  </a:lnTo>
                  <a:lnTo>
                    <a:pt x="3849286" y="1712057"/>
                  </a:lnTo>
                  <a:lnTo>
                    <a:pt x="3849411" y="1712057"/>
                  </a:lnTo>
                  <a:lnTo>
                    <a:pt x="3849536" y="1712057"/>
                  </a:lnTo>
                  <a:lnTo>
                    <a:pt x="3849661" y="1712057"/>
                  </a:lnTo>
                  <a:lnTo>
                    <a:pt x="3849786" y="1712057"/>
                  </a:lnTo>
                  <a:lnTo>
                    <a:pt x="3849912" y="1712057"/>
                  </a:lnTo>
                  <a:lnTo>
                    <a:pt x="3850037" y="1712057"/>
                  </a:lnTo>
                  <a:lnTo>
                    <a:pt x="3850162" y="1712057"/>
                  </a:lnTo>
                  <a:lnTo>
                    <a:pt x="3850287" y="1712057"/>
                  </a:lnTo>
                  <a:lnTo>
                    <a:pt x="3850412" y="1712057"/>
                  </a:lnTo>
                  <a:lnTo>
                    <a:pt x="3850537" y="1712057"/>
                  </a:lnTo>
                  <a:lnTo>
                    <a:pt x="3850662" y="1712057"/>
                  </a:lnTo>
                  <a:lnTo>
                    <a:pt x="3850787" y="1712057"/>
                  </a:lnTo>
                  <a:lnTo>
                    <a:pt x="3850912" y="1712057"/>
                  </a:lnTo>
                  <a:lnTo>
                    <a:pt x="3851037" y="1712057"/>
                  </a:lnTo>
                  <a:lnTo>
                    <a:pt x="3851162" y="1712057"/>
                  </a:lnTo>
                  <a:lnTo>
                    <a:pt x="3851287" y="1712057"/>
                  </a:lnTo>
                  <a:lnTo>
                    <a:pt x="3851412" y="1712057"/>
                  </a:lnTo>
                  <a:lnTo>
                    <a:pt x="3851537" y="1712057"/>
                  </a:lnTo>
                  <a:lnTo>
                    <a:pt x="3851662" y="1712057"/>
                  </a:lnTo>
                  <a:lnTo>
                    <a:pt x="3851787" y="1712057"/>
                  </a:lnTo>
                  <a:lnTo>
                    <a:pt x="3851912" y="1712057"/>
                  </a:lnTo>
                  <a:lnTo>
                    <a:pt x="3852037" y="1712057"/>
                  </a:lnTo>
                  <a:lnTo>
                    <a:pt x="3852162" y="1712057"/>
                  </a:lnTo>
                  <a:lnTo>
                    <a:pt x="3852287" y="1712057"/>
                  </a:lnTo>
                  <a:lnTo>
                    <a:pt x="3852412" y="1712057"/>
                  </a:lnTo>
                  <a:lnTo>
                    <a:pt x="3852537" y="1712057"/>
                  </a:lnTo>
                  <a:lnTo>
                    <a:pt x="3852662" y="1712057"/>
                  </a:lnTo>
                  <a:lnTo>
                    <a:pt x="3852787" y="1712057"/>
                  </a:lnTo>
                  <a:lnTo>
                    <a:pt x="3852913" y="1712057"/>
                  </a:lnTo>
                  <a:lnTo>
                    <a:pt x="3853038" y="1712057"/>
                  </a:lnTo>
                  <a:lnTo>
                    <a:pt x="3853163" y="1712057"/>
                  </a:lnTo>
                  <a:lnTo>
                    <a:pt x="3853288" y="1712057"/>
                  </a:lnTo>
                  <a:lnTo>
                    <a:pt x="3853413" y="1712057"/>
                  </a:lnTo>
                  <a:lnTo>
                    <a:pt x="3853538" y="1712057"/>
                  </a:lnTo>
                  <a:lnTo>
                    <a:pt x="3853663" y="1712057"/>
                  </a:lnTo>
                  <a:lnTo>
                    <a:pt x="3853788" y="1712057"/>
                  </a:lnTo>
                  <a:lnTo>
                    <a:pt x="3853913" y="1712057"/>
                  </a:lnTo>
                  <a:lnTo>
                    <a:pt x="3854038" y="1712057"/>
                  </a:lnTo>
                  <a:lnTo>
                    <a:pt x="3854163" y="1712057"/>
                  </a:lnTo>
                  <a:lnTo>
                    <a:pt x="3854288" y="1712057"/>
                  </a:lnTo>
                  <a:lnTo>
                    <a:pt x="3854413" y="1712057"/>
                  </a:lnTo>
                  <a:lnTo>
                    <a:pt x="3854538" y="1712057"/>
                  </a:lnTo>
                  <a:lnTo>
                    <a:pt x="3854663" y="1712057"/>
                  </a:lnTo>
                  <a:lnTo>
                    <a:pt x="3854788" y="1712057"/>
                  </a:lnTo>
                  <a:lnTo>
                    <a:pt x="3854913" y="1712057"/>
                  </a:lnTo>
                  <a:lnTo>
                    <a:pt x="3855038" y="1712057"/>
                  </a:lnTo>
                  <a:lnTo>
                    <a:pt x="3855163" y="1712057"/>
                  </a:lnTo>
                  <a:lnTo>
                    <a:pt x="3855288" y="1712057"/>
                  </a:lnTo>
                  <a:lnTo>
                    <a:pt x="3855413" y="1712057"/>
                  </a:lnTo>
                  <a:lnTo>
                    <a:pt x="3855538" y="1712057"/>
                  </a:lnTo>
                  <a:lnTo>
                    <a:pt x="3855663" y="1712057"/>
                  </a:lnTo>
                  <a:lnTo>
                    <a:pt x="3855788" y="1712057"/>
                  </a:lnTo>
                  <a:lnTo>
                    <a:pt x="3855914" y="1712057"/>
                  </a:lnTo>
                  <a:lnTo>
                    <a:pt x="3856039" y="1712057"/>
                  </a:lnTo>
                  <a:lnTo>
                    <a:pt x="3856164" y="1712057"/>
                  </a:lnTo>
                  <a:lnTo>
                    <a:pt x="3856289" y="1712057"/>
                  </a:lnTo>
                  <a:lnTo>
                    <a:pt x="3856414" y="1712057"/>
                  </a:lnTo>
                  <a:lnTo>
                    <a:pt x="3856539" y="1712057"/>
                  </a:lnTo>
                  <a:lnTo>
                    <a:pt x="3856664" y="1712057"/>
                  </a:lnTo>
                  <a:lnTo>
                    <a:pt x="3856789" y="1712057"/>
                  </a:lnTo>
                  <a:lnTo>
                    <a:pt x="3856914" y="1712057"/>
                  </a:lnTo>
                  <a:lnTo>
                    <a:pt x="3857039" y="1712057"/>
                  </a:lnTo>
                  <a:lnTo>
                    <a:pt x="3857164" y="1712057"/>
                  </a:lnTo>
                  <a:lnTo>
                    <a:pt x="3857289" y="1712057"/>
                  </a:lnTo>
                  <a:lnTo>
                    <a:pt x="3857414" y="1712057"/>
                  </a:lnTo>
                  <a:lnTo>
                    <a:pt x="3857539" y="1712057"/>
                  </a:lnTo>
                  <a:lnTo>
                    <a:pt x="3857664" y="1712057"/>
                  </a:lnTo>
                  <a:lnTo>
                    <a:pt x="3857789" y="1712057"/>
                  </a:lnTo>
                  <a:lnTo>
                    <a:pt x="3857914" y="1712057"/>
                  </a:lnTo>
                  <a:lnTo>
                    <a:pt x="3858039" y="1712057"/>
                  </a:lnTo>
                  <a:lnTo>
                    <a:pt x="3858164" y="1712057"/>
                  </a:lnTo>
                  <a:lnTo>
                    <a:pt x="3858289" y="1712057"/>
                  </a:lnTo>
                  <a:lnTo>
                    <a:pt x="3858414" y="1712057"/>
                  </a:lnTo>
                  <a:lnTo>
                    <a:pt x="3858539" y="1712057"/>
                  </a:lnTo>
                  <a:lnTo>
                    <a:pt x="3858664" y="1712057"/>
                  </a:lnTo>
                  <a:lnTo>
                    <a:pt x="3858789" y="1712057"/>
                  </a:lnTo>
                  <a:lnTo>
                    <a:pt x="3858915" y="1712057"/>
                  </a:lnTo>
                  <a:lnTo>
                    <a:pt x="3859040" y="1712057"/>
                  </a:lnTo>
                  <a:lnTo>
                    <a:pt x="3859165" y="1712057"/>
                  </a:lnTo>
                  <a:lnTo>
                    <a:pt x="3859290" y="1712057"/>
                  </a:lnTo>
                  <a:lnTo>
                    <a:pt x="3859415" y="1712057"/>
                  </a:lnTo>
                  <a:lnTo>
                    <a:pt x="3859540" y="1712057"/>
                  </a:lnTo>
                  <a:lnTo>
                    <a:pt x="3859665" y="1712057"/>
                  </a:lnTo>
                  <a:lnTo>
                    <a:pt x="3859790" y="1712057"/>
                  </a:lnTo>
                  <a:lnTo>
                    <a:pt x="3859915" y="1712057"/>
                  </a:lnTo>
                  <a:lnTo>
                    <a:pt x="3860040" y="1712057"/>
                  </a:lnTo>
                  <a:lnTo>
                    <a:pt x="3860165" y="1712057"/>
                  </a:lnTo>
                  <a:lnTo>
                    <a:pt x="3860290" y="1712057"/>
                  </a:lnTo>
                  <a:lnTo>
                    <a:pt x="3860415" y="1712057"/>
                  </a:lnTo>
                  <a:lnTo>
                    <a:pt x="3860540" y="1712057"/>
                  </a:lnTo>
                  <a:lnTo>
                    <a:pt x="3860665" y="1712057"/>
                  </a:lnTo>
                  <a:lnTo>
                    <a:pt x="3860790" y="1712057"/>
                  </a:lnTo>
                  <a:lnTo>
                    <a:pt x="3860915" y="1712057"/>
                  </a:lnTo>
                  <a:lnTo>
                    <a:pt x="3861040" y="1712057"/>
                  </a:lnTo>
                  <a:lnTo>
                    <a:pt x="3861165" y="1712057"/>
                  </a:lnTo>
                  <a:lnTo>
                    <a:pt x="3861290" y="1712057"/>
                  </a:lnTo>
                  <a:lnTo>
                    <a:pt x="3861415" y="1712057"/>
                  </a:lnTo>
                  <a:lnTo>
                    <a:pt x="3861540" y="1712057"/>
                  </a:lnTo>
                  <a:lnTo>
                    <a:pt x="3861665" y="1712057"/>
                  </a:lnTo>
                  <a:lnTo>
                    <a:pt x="3861790" y="1712057"/>
                  </a:lnTo>
                  <a:lnTo>
                    <a:pt x="3861916" y="1712057"/>
                  </a:lnTo>
                  <a:lnTo>
                    <a:pt x="3862041" y="1712057"/>
                  </a:lnTo>
                  <a:lnTo>
                    <a:pt x="3862166" y="1712057"/>
                  </a:lnTo>
                  <a:lnTo>
                    <a:pt x="3862291" y="1712057"/>
                  </a:lnTo>
                  <a:lnTo>
                    <a:pt x="3862416" y="1712057"/>
                  </a:lnTo>
                  <a:lnTo>
                    <a:pt x="3862541" y="1712057"/>
                  </a:lnTo>
                  <a:lnTo>
                    <a:pt x="3862666" y="1712057"/>
                  </a:lnTo>
                  <a:lnTo>
                    <a:pt x="3862791" y="1712057"/>
                  </a:lnTo>
                  <a:lnTo>
                    <a:pt x="3862916" y="1712057"/>
                  </a:lnTo>
                  <a:lnTo>
                    <a:pt x="3863041" y="1712057"/>
                  </a:lnTo>
                  <a:lnTo>
                    <a:pt x="3863166" y="1712057"/>
                  </a:lnTo>
                  <a:lnTo>
                    <a:pt x="3863291" y="1712057"/>
                  </a:lnTo>
                  <a:lnTo>
                    <a:pt x="3863416" y="1712057"/>
                  </a:lnTo>
                  <a:lnTo>
                    <a:pt x="3863541" y="1712057"/>
                  </a:lnTo>
                  <a:lnTo>
                    <a:pt x="3863666" y="1712057"/>
                  </a:lnTo>
                  <a:lnTo>
                    <a:pt x="3863791" y="1712057"/>
                  </a:lnTo>
                  <a:lnTo>
                    <a:pt x="3863916" y="1712057"/>
                  </a:lnTo>
                  <a:lnTo>
                    <a:pt x="3864041" y="1712057"/>
                  </a:lnTo>
                  <a:lnTo>
                    <a:pt x="3864166" y="1712057"/>
                  </a:lnTo>
                  <a:lnTo>
                    <a:pt x="3864291" y="1712057"/>
                  </a:lnTo>
                  <a:lnTo>
                    <a:pt x="3864416" y="1712057"/>
                  </a:lnTo>
                  <a:lnTo>
                    <a:pt x="3864541" y="1712057"/>
                  </a:lnTo>
                  <a:lnTo>
                    <a:pt x="3864666" y="1712057"/>
                  </a:lnTo>
                  <a:lnTo>
                    <a:pt x="3864791" y="1712057"/>
                  </a:lnTo>
                  <a:lnTo>
                    <a:pt x="3864917" y="1712057"/>
                  </a:lnTo>
                  <a:lnTo>
                    <a:pt x="3865042" y="1712057"/>
                  </a:lnTo>
                  <a:lnTo>
                    <a:pt x="3865167" y="1712057"/>
                  </a:lnTo>
                  <a:lnTo>
                    <a:pt x="3865292" y="1712057"/>
                  </a:lnTo>
                  <a:lnTo>
                    <a:pt x="3865417" y="1712057"/>
                  </a:lnTo>
                  <a:lnTo>
                    <a:pt x="3865542" y="1712057"/>
                  </a:lnTo>
                  <a:lnTo>
                    <a:pt x="3865667" y="1712057"/>
                  </a:lnTo>
                  <a:lnTo>
                    <a:pt x="3865792" y="1712057"/>
                  </a:lnTo>
                  <a:lnTo>
                    <a:pt x="3865917" y="1712057"/>
                  </a:lnTo>
                  <a:lnTo>
                    <a:pt x="3866042" y="1712057"/>
                  </a:lnTo>
                  <a:lnTo>
                    <a:pt x="3866167" y="1712057"/>
                  </a:lnTo>
                  <a:lnTo>
                    <a:pt x="3866292" y="1712057"/>
                  </a:lnTo>
                  <a:lnTo>
                    <a:pt x="3866417" y="1712057"/>
                  </a:lnTo>
                  <a:lnTo>
                    <a:pt x="3866542" y="1712057"/>
                  </a:lnTo>
                  <a:lnTo>
                    <a:pt x="3866667" y="1712057"/>
                  </a:lnTo>
                  <a:lnTo>
                    <a:pt x="3866792" y="1712057"/>
                  </a:lnTo>
                  <a:lnTo>
                    <a:pt x="3866917" y="1712057"/>
                  </a:lnTo>
                  <a:lnTo>
                    <a:pt x="3867042" y="1712057"/>
                  </a:lnTo>
                  <a:lnTo>
                    <a:pt x="3867167" y="1712057"/>
                  </a:lnTo>
                  <a:lnTo>
                    <a:pt x="3867292" y="1712057"/>
                  </a:lnTo>
                  <a:lnTo>
                    <a:pt x="3867417" y="1712057"/>
                  </a:lnTo>
                  <a:lnTo>
                    <a:pt x="3867542" y="1712057"/>
                  </a:lnTo>
                  <a:lnTo>
                    <a:pt x="3867667" y="1712057"/>
                  </a:lnTo>
                  <a:lnTo>
                    <a:pt x="3867792" y="1712057"/>
                  </a:lnTo>
                  <a:lnTo>
                    <a:pt x="3867918" y="1712057"/>
                  </a:lnTo>
                  <a:lnTo>
                    <a:pt x="3868043" y="1712057"/>
                  </a:lnTo>
                  <a:lnTo>
                    <a:pt x="3868168" y="1712057"/>
                  </a:lnTo>
                  <a:lnTo>
                    <a:pt x="3868293" y="1712057"/>
                  </a:lnTo>
                  <a:lnTo>
                    <a:pt x="3868418" y="1712057"/>
                  </a:lnTo>
                  <a:lnTo>
                    <a:pt x="3868543" y="1712057"/>
                  </a:lnTo>
                  <a:lnTo>
                    <a:pt x="3868668" y="1712057"/>
                  </a:lnTo>
                  <a:lnTo>
                    <a:pt x="3868793" y="1712057"/>
                  </a:lnTo>
                  <a:lnTo>
                    <a:pt x="3868918" y="1712057"/>
                  </a:lnTo>
                  <a:lnTo>
                    <a:pt x="3869043" y="1712057"/>
                  </a:lnTo>
                  <a:lnTo>
                    <a:pt x="3869168" y="1712057"/>
                  </a:lnTo>
                  <a:lnTo>
                    <a:pt x="3869293" y="1712057"/>
                  </a:lnTo>
                  <a:lnTo>
                    <a:pt x="3869418" y="1712057"/>
                  </a:lnTo>
                  <a:lnTo>
                    <a:pt x="3869543" y="1712057"/>
                  </a:lnTo>
                  <a:lnTo>
                    <a:pt x="3869668" y="1712057"/>
                  </a:lnTo>
                  <a:lnTo>
                    <a:pt x="3869793" y="1712057"/>
                  </a:lnTo>
                  <a:lnTo>
                    <a:pt x="3869918" y="1712057"/>
                  </a:lnTo>
                  <a:lnTo>
                    <a:pt x="3870043" y="1712057"/>
                  </a:lnTo>
                  <a:lnTo>
                    <a:pt x="3870168" y="1712057"/>
                  </a:lnTo>
                  <a:lnTo>
                    <a:pt x="3870293" y="1712057"/>
                  </a:lnTo>
                  <a:lnTo>
                    <a:pt x="3870418" y="1712057"/>
                  </a:lnTo>
                  <a:lnTo>
                    <a:pt x="3870543" y="1712057"/>
                  </a:lnTo>
                  <a:lnTo>
                    <a:pt x="3870668" y="1712057"/>
                  </a:lnTo>
                  <a:lnTo>
                    <a:pt x="3870793" y="1712057"/>
                  </a:lnTo>
                  <a:lnTo>
                    <a:pt x="3870919" y="1712057"/>
                  </a:lnTo>
                  <a:lnTo>
                    <a:pt x="3871044" y="1712057"/>
                  </a:lnTo>
                  <a:lnTo>
                    <a:pt x="3871169" y="1712057"/>
                  </a:lnTo>
                  <a:lnTo>
                    <a:pt x="3871294" y="1712057"/>
                  </a:lnTo>
                  <a:lnTo>
                    <a:pt x="3871419" y="1712057"/>
                  </a:lnTo>
                  <a:lnTo>
                    <a:pt x="3871544" y="1712057"/>
                  </a:lnTo>
                  <a:lnTo>
                    <a:pt x="3871669" y="1712057"/>
                  </a:lnTo>
                  <a:lnTo>
                    <a:pt x="3871794" y="1712057"/>
                  </a:lnTo>
                  <a:lnTo>
                    <a:pt x="3871919" y="1712057"/>
                  </a:lnTo>
                  <a:lnTo>
                    <a:pt x="3872044" y="1712057"/>
                  </a:lnTo>
                  <a:lnTo>
                    <a:pt x="3872169" y="1712057"/>
                  </a:lnTo>
                  <a:lnTo>
                    <a:pt x="3872294" y="1712057"/>
                  </a:lnTo>
                  <a:lnTo>
                    <a:pt x="3872419" y="1712057"/>
                  </a:lnTo>
                  <a:lnTo>
                    <a:pt x="3872544" y="1712057"/>
                  </a:lnTo>
                  <a:lnTo>
                    <a:pt x="3872669" y="1712057"/>
                  </a:lnTo>
                  <a:lnTo>
                    <a:pt x="3872794" y="1712057"/>
                  </a:lnTo>
                  <a:lnTo>
                    <a:pt x="3872919" y="1712057"/>
                  </a:lnTo>
                  <a:lnTo>
                    <a:pt x="3873044" y="1712057"/>
                  </a:lnTo>
                  <a:lnTo>
                    <a:pt x="3873169" y="1712057"/>
                  </a:lnTo>
                  <a:lnTo>
                    <a:pt x="3873294" y="1712057"/>
                  </a:lnTo>
                  <a:lnTo>
                    <a:pt x="3873419" y="1712057"/>
                  </a:lnTo>
                  <a:lnTo>
                    <a:pt x="3873544" y="1712057"/>
                  </a:lnTo>
                  <a:lnTo>
                    <a:pt x="3873669" y="1712057"/>
                  </a:lnTo>
                  <a:lnTo>
                    <a:pt x="3873794" y="1712057"/>
                  </a:lnTo>
                  <a:lnTo>
                    <a:pt x="3873920" y="1712057"/>
                  </a:lnTo>
                  <a:lnTo>
                    <a:pt x="3874045" y="1712057"/>
                  </a:lnTo>
                  <a:lnTo>
                    <a:pt x="3874170" y="1712057"/>
                  </a:lnTo>
                  <a:lnTo>
                    <a:pt x="3874295" y="1712057"/>
                  </a:lnTo>
                  <a:lnTo>
                    <a:pt x="3874420" y="1712057"/>
                  </a:lnTo>
                  <a:lnTo>
                    <a:pt x="3874545" y="1712057"/>
                  </a:lnTo>
                  <a:lnTo>
                    <a:pt x="3874670" y="1712057"/>
                  </a:lnTo>
                  <a:lnTo>
                    <a:pt x="3874795" y="1712057"/>
                  </a:lnTo>
                  <a:lnTo>
                    <a:pt x="3874920" y="1712057"/>
                  </a:lnTo>
                  <a:lnTo>
                    <a:pt x="3875045" y="1712057"/>
                  </a:lnTo>
                  <a:lnTo>
                    <a:pt x="3875170" y="1712057"/>
                  </a:lnTo>
                  <a:lnTo>
                    <a:pt x="3875295" y="1712057"/>
                  </a:lnTo>
                  <a:lnTo>
                    <a:pt x="3875420" y="1712057"/>
                  </a:lnTo>
                  <a:lnTo>
                    <a:pt x="3875545" y="1712057"/>
                  </a:lnTo>
                  <a:lnTo>
                    <a:pt x="3875670" y="1712057"/>
                  </a:lnTo>
                  <a:lnTo>
                    <a:pt x="3875795" y="1712057"/>
                  </a:lnTo>
                  <a:lnTo>
                    <a:pt x="3875920" y="1712057"/>
                  </a:lnTo>
                  <a:lnTo>
                    <a:pt x="3876045" y="1712057"/>
                  </a:lnTo>
                  <a:lnTo>
                    <a:pt x="3876170" y="1712057"/>
                  </a:lnTo>
                  <a:lnTo>
                    <a:pt x="3876295" y="1712057"/>
                  </a:lnTo>
                  <a:lnTo>
                    <a:pt x="3876420" y="1712057"/>
                  </a:lnTo>
                  <a:lnTo>
                    <a:pt x="3876545" y="1712057"/>
                  </a:lnTo>
                  <a:lnTo>
                    <a:pt x="3876670" y="1712057"/>
                  </a:lnTo>
                  <a:lnTo>
                    <a:pt x="3876795" y="1712057"/>
                  </a:lnTo>
                  <a:lnTo>
                    <a:pt x="3876921" y="1712057"/>
                  </a:lnTo>
                  <a:lnTo>
                    <a:pt x="3877046" y="1712057"/>
                  </a:lnTo>
                  <a:lnTo>
                    <a:pt x="3877171" y="1712057"/>
                  </a:lnTo>
                  <a:lnTo>
                    <a:pt x="3877296" y="1712057"/>
                  </a:lnTo>
                  <a:lnTo>
                    <a:pt x="3877421" y="1712057"/>
                  </a:lnTo>
                  <a:lnTo>
                    <a:pt x="3877546" y="1712057"/>
                  </a:lnTo>
                  <a:lnTo>
                    <a:pt x="3877671" y="1712057"/>
                  </a:lnTo>
                  <a:lnTo>
                    <a:pt x="3877796" y="1712057"/>
                  </a:lnTo>
                  <a:lnTo>
                    <a:pt x="3877921" y="1712057"/>
                  </a:lnTo>
                  <a:lnTo>
                    <a:pt x="3878046" y="1712057"/>
                  </a:lnTo>
                  <a:lnTo>
                    <a:pt x="3878171" y="1712057"/>
                  </a:lnTo>
                  <a:lnTo>
                    <a:pt x="3878296" y="1712057"/>
                  </a:lnTo>
                  <a:lnTo>
                    <a:pt x="3878421" y="1712057"/>
                  </a:lnTo>
                  <a:lnTo>
                    <a:pt x="3878546" y="1712057"/>
                  </a:lnTo>
                  <a:lnTo>
                    <a:pt x="3878671" y="1712057"/>
                  </a:lnTo>
                  <a:lnTo>
                    <a:pt x="3878796" y="1712057"/>
                  </a:lnTo>
                  <a:lnTo>
                    <a:pt x="3878921" y="1712057"/>
                  </a:lnTo>
                  <a:lnTo>
                    <a:pt x="3879046" y="1712057"/>
                  </a:lnTo>
                  <a:lnTo>
                    <a:pt x="3879171" y="1712057"/>
                  </a:lnTo>
                  <a:lnTo>
                    <a:pt x="3879296" y="1712057"/>
                  </a:lnTo>
                  <a:lnTo>
                    <a:pt x="3879421" y="1712057"/>
                  </a:lnTo>
                  <a:lnTo>
                    <a:pt x="3879546" y="1712057"/>
                  </a:lnTo>
                  <a:lnTo>
                    <a:pt x="3879671" y="1712057"/>
                  </a:lnTo>
                  <a:lnTo>
                    <a:pt x="3879796" y="1712057"/>
                  </a:lnTo>
                  <a:lnTo>
                    <a:pt x="3879922" y="1712057"/>
                  </a:lnTo>
                  <a:lnTo>
                    <a:pt x="3880047" y="1712057"/>
                  </a:lnTo>
                  <a:lnTo>
                    <a:pt x="3880172" y="1712057"/>
                  </a:lnTo>
                  <a:lnTo>
                    <a:pt x="3880297" y="1712057"/>
                  </a:lnTo>
                  <a:lnTo>
                    <a:pt x="3880422" y="1712057"/>
                  </a:lnTo>
                  <a:lnTo>
                    <a:pt x="3880547" y="1712057"/>
                  </a:lnTo>
                  <a:lnTo>
                    <a:pt x="3880672" y="1712057"/>
                  </a:lnTo>
                  <a:lnTo>
                    <a:pt x="3880797" y="1712057"/>
                  </a:lnTo>
                  <a:lnTo>
                    <a:pt x="3880922" y="1712057"/>
                  </a:lnTo>
                  <a:lnTo>
                    <a:pt x="3881047" y="1712057"/>
                  </a:lnTo>
                  <a:lnTo>
                    <a:pt x="3881172" y="1712057"/>
                  </a:lnTo>
                  <a:lnTo>
                    <a:pt x="3881297" y="1712057"/>
                  </a:lnTo>
                  <a:lnTo>
                    <a:pt x="3881422" y="1712057"/>
                  </a:lnTo>
                  <a:lnTo>
                    <a:pt x="3881547" y="1712057"/>
                  </a:lnTo>
                  <a:lnTo>
                    <a:pt x="3881672" y="1712057"/>
                  </a:lnTo>
                  <a:lnTo>
                    <a:pt x="3881797" y="1712057"/>
                  </a:lnTo>
                  <a:lnTo>
                    <a:pt x="3881922" y="1712057"/>
                  </a:lnTo>
                  <a:lnTo>
                    <a:pt x="3882047" y="1712057"/>
                  </a:lnTo>
                  <a:lnTo>
                    <a:pt x="3882172" y="1712057"/>
                  </a:lnTo>
                  <a:lnTo>
                    <a:pt x="3882297" y="1712057"/>
                  </a:lnTo>
                  <a:lnTo>
                    <a:pt x="3882422" y="1712057"/>
                  </a:lnTo>
                  <a:lnTo>
                    <a:pt x="3882547" y="1712057"/>
                  </a:lnTo>
                  <a:lnTo>
                    <a:pt x="3882672" y="1712057"/>
                  </a:lnTo>
                  <a:lnTo>
                    <a:pt x="3882798" y="1712057"/>
                  </a:lnTo>
                  <a:lnTo>
                    <a:pt x="3882923" y="1712057"/>
                  </a:lnTo>
                  <a:lnTo>
                    <a:pt x="3883048" y="1712057"/>
                  </a:lnTo>
                  <a:lnTo>
                    <a:pt x="3883173" y="1712057"/>
                  </a:lnTo>
                  <a:lnTo>
                    <a:pt x="3883173" y="1702103"/>
                  </a:lnTo>
                  <a:lnTo>
                    <a:pt x="3883298" y="1702103"/>
                  </a:lnTo>
                  <a:lnTo>
                    <a:pt x="3883423" y="1702103"/>
                  </a:lnTo>
                  <a:lnTo>
                    <a:pt x="3883548" y="1702103"/>
                  </a:lnTo>
                  <a:lnTo>
                    <a:pt x="3883673" y="1702103"/>
                  </a:lnTo>
                  <a:lnTo>
                    <a:pt x="3883798" y="1702103"/>
                  </a:lnTo>
                  <a:lnTo>
                    <a:pt x="3883923" y="1702103"/>
                  </a:lnTo>
                  <a:lnTo>
                    <a:pt x="3884048" y="1702103"/>
                  </a:lnTo>
                  <a:lnTo>
                    <a:pt x="3884173" y="1702103"/>
                  </a:lnTo>
                  <a:lnTo>
                    <a:pt x="3884298" y="1702103"/>
                  </a:lnTo>
                  <a:lnTo>
                    <a:pt x="3884423" y="1702103"/>
                  </a:lnTo>
                  <a:lnTo>
                    <a:pt x="3884548" y="1702103"/>
                  </a:lnTo>
                  <a:lnTo>
                    <a:pt x="3884673" y="1702103"/>
                  </a:lnTo>
                  <a:lnTo>
                    <a:pt x="3884798" y="1702103"/>
                  </a:lnTo>
                  <a:lnTo>
                    <a:pt x="3884923" y="1702103"/>
                  </a:lnTo>
                  <a:lnTo>
                    <a:pt x="3885048" y="1702103"/>
                  </a:lnTo>
                  <a:lnTo>
                    <a:pt x="3885173" y="1702103"/>
                  </a:lnTo>
                  <a:lnTo>
                    <a:pt x="3885298" y="1702103"/>
                  </a:lnTo>
                  <a:lnTo>
                    <a:pt x="3885423" y="1702103"/>
                  </a:lnTo>
                  <a:lnTo>
                    <a:pt x="3885548" y="1702103"/>
                  </a:lnTo>
                  <a:lnTo>
                    <a:pt x="3885673" y="1702103"/>
                  </a:lnTo>
                  <a:lnTo>
                    <a:pt x="3885799" y="1702103"/>
                  </a:lnTo>
                  <a:lnTo>
                    <a:pt x="3885924" y="1702103"/>
                  </a:lnTo>
                  <a:lnTo>
                    <a:pt x="3886049" y="1702103"/>
                  </a:lnTo>
                  <a:lnTo>
                    <a:pt x="3886174" y="1702103"/>
                  </a:lnTo>
                  <a:lnTo>
                    <a:pt x="3886299" y="1702103"/>
                  </a:lnTo>
                  <a:lnTo>
                    <a:pt x="3886424" y="1702103"/>
                  </a:lnTo>
                  <a:lnTo>
                    <a:pt x="3886549" y="1702103"/>
                  </a:lnTo>
                  <a:lnTo>
                    <a:pt x="3886674" y="1702103"/>
                  </a:lnTo>
                  <a:lnTo>
                    <a:pt x="3886799" y="1702103"/>
                  </a:lnTo>
                  <a:lnTo>
                    <a:pt x="3886924" y="1702103"/>
                  </a:lnTo>
                  <a:lnTo>
                    <a:pt x="3887049" y="1702103"/>
                  </a:lnTo>
                  <a:lnTo>
                    <a:pt x="3887174" y="1702103"/>
                  </a:lnTo>
                  <a:lnTo>
                    <a:pt x="3887299" y="1702103"/>
                  </a:lnTo>
                  <a:lnTo>
                    <a:pt x="3887424" y="1702103"/>
                  </a:lnTo>
                  <a:lnTo>
                    <a:pt x="3887549" y="1702103"/>
                  </a:lnTo>
                  <a:lnTo>
                    <a:pt x="3887674" y="1702103"/>
                  </a:lnTo>
                  <a:lnTo>
                    <a:pt x="3887799" y="1702103"/>
                  </a:lnTo>
                  <a:lnTo>
                    <a:pt x="3887924" y="1702103"/>
                  </a:lnTo>
                  <a:lnTo>
                    <a:pt x="3888049" y="1702103"/>
                  </a:lnTo>
                  <a:lnTo>
                    <a:pt x="3888174" y="1702103"/>
                  </a:lnTo>
                  <a:lnTo>
                    <a:pt x="3888299" y="1702103"/>
                  </a:lnTo>
                  <a:lnTo>
                    <a:pt x="3888424" y="1702103"/>
                  </a:lnTo>
                  <a:lnTo>
                    <a:pt x="3888549" y="1702103"/>
                  </a:lnTo>
                  <a:lnTo>
                    <a:pt x="3888674" y="1702103"/>
                  </a:lnTo>
                  <a:lnTo>
                    <a:pt x="3888800" y="1702103"/>
                  </a:lnTo>
                  <a:lnTo>
                    <a:pt x="3888925" y="1702103"/>
                  </a:lnTo>
                  <a:lnTo>
                    <a:pt x="3889050" y="1702103"/>
                  </a:lnTo>
                  <a:lnTo>
                    <a:pt x="3889175" y="1702103"/>
                  </a:lnTo>
                  <a:lnTo>
                    <a:pt x="3889300" y="1702103"/>
                  </a:lnTo>
                  <a:lnTo>
                    <a:pt x="3889425" y="1702103"/>
                  </a:lnTo>
                  <a:lnTo>
                    <a:pt x="3889550" y="1702103"/>
                  </a:lnTo>
                  <a:lnTo>
                    <a:pt x="3889675" y="1702103"/>
                  </a:lnTo>
                  <a:lnTo>
                    <a:pt x="3889800" y="1702103"/>
                  </a:lnTo>
                  <a:lnTo>
                    <a:pt x="3889925" y="1702103"/>
                  </a:lnTo>
                  <a:lnTo>
                    <a:pt x="3890050" y="1702103"/>
                  </a:lnTo>
                  <a:lnTo>
                    <a:pt x="3890175" y="1702103"/>
                  </a:lnTo>
                  <a:lnTo>
                    <a:pt x="3890300" y="1702103"/>
                  </a:lnTo>
                  <a:lnTo>
                    <a:pt x="3890425" y="1702103"/>
                  </a:lnTo>
                  <a:lnTo>
                    <a:pt x="3890550" y="1702103"/>
                  </a:lnTo>
                  <a:lnTo>
                    <a:pt x="3890675" y="1702103"/>
                  </a:lnTo>
                  <a:lnTo>
                    <a:pt x="3890800" y="1702103"/>
                  </a:lnTo>
                  <a:lnTo>
                    <a:pt x="3890925" y="1702103"/>
                  </a:lnTo>
                  <a:lnTo>
                    <a:pt x="3891050" y="1702103"/>
                  </a:lnTo>
                  <a:lnTo>
                    <a:pt x="3891175" y="1702103"/>
                  </a:lnTo>
                  <a:lnTo>
                    <a:pt x="3891300" y="1702103"/>
                  </a:lnTo>
                  <a:lnTo>
                    <a:pt x="3891425" y="1702103"/>
                  </a:lnTo>
                  <a:lnTo>
                    <a:pt x="3891550" y="1702103"/>
                  </a:lnTo>
                  <a:lnTo>
                    <a:pt x="3891675" y="1702103"/>
                  </a:lnTo>
                  <a:lnTo>
                    <a:pt x="3891801" y="1702103"/>
                  </a:lnTo>
                  <a:lnTo>
                    <a:pt x="3891926" y="1702103"/>
                  </a:lnTo>
                  <a:lnTo>
                    <a:pt x="3892051" y="1702103"/>
                  </a:lnTo>
                  <a:lnTo>
                    <a:pt x="3892176" y="1702103"/>
                  </a:lnTo>
                  <a:lnTo>
                    <a:pt x="3892301" y="1702103"/>
                  </a:lnTo>
                  <a:lnTo>
                    <a:pt x="3892426" y="1702103"/>
                  </a:lnTo>
                  <a:lnTo>
                    <a:pt x="3892551" y="1702103"/>
                  </a:lnTo>
                  <a:lnTo>
                    <a:pt x="3892676" y="1702103"/>
                  </a:lnTo>
                  <a:lnTo>
                    <a:pt x="3892801" y="1702103"/>
                  </a:lnTo>
                  <a:lnTo>
                    <a:pt x="3892926" y="1702103"/>
                  </a:lnTo>
                  <a:lnTo>
                    <a:pt x="3893051" y="1702103"/>
                  </a:lnTo>
                  <a:lnTo>
                    <a:pt x="3893176" y="1702103"/>
                  </a:lnTo>
                  <a:lnTo>
                    <a:pt x="3893301" y="1702103"/>
                  </a:lnTo>
                  <a:lnTo>
                    <a:pt x="3893426" y="1702103"/>
                  </a:lnTo>
                  <a:lnTo>
                    <a:pt x="3893551" y="1702103"/>
                  </a:lnTo>
                  <a:lnTo>
                    <a:pt x="3893676" y="1702103"/>
                  </a:lnTo>
                  <a:lnTo>
                    <a:pt x="3893801" y="1702103"/>
                  </a:lnTo>
                  <a:lnTo>
                    <a:pt x="3893926" y="1702103"/>
                  </a:lnTo>
                  <a:lnTo>
                    <a:pt x="3894051" y="1702103"/>
                  </a:lnTo>
                  <a:lnTo>
                    <a:pt x="3894176" y="1702103"/>
                  </a:lnTo>
                  <a:lnTo>
                    <a:pt x="3894301" y="1702103"/>
                  </a:lnTo>
                  <a:lnTo>
                    <a:pt x="3894426" y="1702103"/>
                  </a:lnTo>
                  <a:lnTo>
                    <a:pt x="3894551" y="1702103"/>
                  </a:lnTo>
                  <a:lnTo>
                    <a:pt x="3894676" y="1702103"/>
                  </a:lnTo>
                  <a:lnTo>
                    <a:pt x="3894802" y="1702103"/>
                  </a:lnTo>
                  <a:lnTo>
                    <a:pt x="3894927" y="1702103"/>
                  </a:lnTo>
                  <a:lnTo>
                    <a:pt x="3895052" y="1702103"/>
                  </a:lnTo>
                  <a:lnTo>
                    <a:pt x="3895177" y="1702103"/>
                  </a:lnTo>
                  <a:lnTo>
                    <a:pt x="3895302" y="1702103"/>
                  </a:lnTo>
                  <a:lnTo>
                    <a:pt x="3895427" y="1702103"/>
                  </a:lnTo>
                  <a:lnTo>
                    <a:pt x="3895552" y="1702103"/>
                  </a:lnTo>
                  <a:lnTo>
                    <a:pt x="3895677" y="1702103"/>
                  </a:lnTo>
                  <a:lnTo>
                    <a:pt x="3895802" y="1702103"/>
                  </a:lnTo>
                  <a:lnTo>
                    <a:pt x="3895927" y="1702103"/>
                  </a:lnTo>
                  <a:lnTo>
                    <a:pt x="3896052" y="1702103"/>
                  </a:lnTo>
                  <a:lnTo>
                    <a:pt x="3896177" y="1702103"/>
                  </a:lnTo>
                  <a:lnTo>
                    <a:pt x="3896302" y="1702103"/>
                  </a:lnTo>
                  <a:lnTo>
                    <a:pt x="3896427" y="1702103"/>
                  </a:lnTo>
                  <a:lnTo>
                    <a:pt x="3896552" y="1702103"/>
                  </a:lnTo>
                  <a:lnTo>
                    <a:pt x="3896677" y="1702103"/>
                  </a:lnTo>
                  <a:lnTo>
                    <a:pt x="3896802" y="1702103"/>
                  </a:lnTo>
                  <a:lnTo>
                    <a:pt x="3896927" y="1702103"/>
                  </a:lnTo>
                  <a:lnTo>
                    <a:pt x="3897052" y="1702103"/>
                  </a:lnTo>
                  <a:lnTo>
                    <a:pt x="3897177" y="1702103"/>
                  </a:lnTo>
                  <a:lnTo>
                    <a:pt x="3897302" y="1702103"/>
                  </a:lnTo>
                  <a:lnTo>
                    <a:pt x="3897427" y="1702103"/>
                  </a:lnTo>
                  <a:lnTo>
                    <a:pt x="3897552" y="1702103"/>
                  </a:lnTo>
                  <a:lnTo>
                    <a:pt x="3897677" y="1702103"/>
                  </a:lnTo>
                  <a:lnTo>
                    <a:pt x="3897803" y="1702103"/>
                  </a:lnTo>
                  <a:lnTo>
                    <a:pt x="3897928" y="1702103"/>
                  </a:lnTo>
                  <a:lnTo>
                    <a:pt x="3898053" y="1702103"/>
                  </a:lnTo>
                  <a:lnTo>
                    <a:pt x="3898178" y="1702103"/>
                  </a:lnTo>
                  <a:lnTo>
                    <a:pt x="3898303" y="1702103"/>
                  </a:lnTo>
                  <a:lnTo>
                    <a:pt x="3898428" y="1702103"/>
                  </a:lnTo>
                  <a:lnTo>
                    <a:pt x="3898553" y="1702103"/>
                  </a:lnTo>
                  <a:lnTo>
                    <a:pt x="3898678" y="1702103"/>
                  </a:lnTo>
                  <a:lnTo>
                    <a:pt x="3898803" y="1702103"/>
                  </a:lnTo>
                  <a:lnTo>
                    <a:pt x="3898928" y="1702103"/>
                  </a:lnTo>
                  <a:lnTo>
                    <a:pt x="3899053" y="1702103"/>
                  </a:lnTo>
                  <a:lnTo>
                    <a:pt x="3899178" y="1702103"/>
                  </a:lnTo>
                  <a:lnTo>
                    <a:pt x="3899303" y="1702103"/>
                  </a:lnTo>
                  <a:lnTo>
                    <a:pt x="3899428" y="1702103"/>
                  </a:lnTo>
                  <a:lnTo>
                    <a:pt x="3899553" y="1702103"/>
                  </a:lnTo>
                  <a:lnTo>
                    <a:pt x="3899678" y="1702103"/>
                  </a:lnTo>
                  <a:lnTo>
                    <a:pt x="3899803" y="1702103"/>
                  </a:lnTo>
                  <a:lnTo>
                    <a:pt x="3899928" y="1702103"/>
                  </a:lnTo>
                  <a:lnTo>
                    <a:pt x="3900053" y="1702103"/>
                  </a:lnTo>
                  <a:lnTo>
                    <a:pt x="3900178" y="1702103"/>
                  </a:lnTo>
                  <a:lnTo>
                    <a:pt x="3900303" y="1702103"/>
                  </a:lnTo>
                  <a:lnTo>
                    <a:pt x="3900428" y="1702103"/>
                  </a:lnTo>
                  <a:lnTo>
                    <a:pt x="3900553" y="1702103"/>
                  </a:lnTo>
                  <a:lnTo>
                    <a:pt x="3900678" y="1702103"/>
                  </a:lnTo>
                  <a:lnTo>
                    <a:pt x="3900804" y="1702103"/>
                  </a:lnTo>
                  <a:lnTo>
                    <a:pt x="3900929" y="1702103"/>
                  </a:lnTo>
                  <a:lnTo>
                    <a:pt x="3901054" y="1702103"/>
                  </a:lnTo>
                  <a:lnTo>
                    <a:pt x="3901179" y="1702103"/>
                  </a:lnTo>
                  <a:lnTo>
                    <a:pt x="3901304" y="1702103"/>
                  </a:lnTo>
                  <a:lnTo>
                    <a:pt x="3901429" y="1702103"/>
                  </a:lnTo>
                  <a:lnTo>
                    <a:pt x="3901554" y="1702103"/>
                  </a:lnTo>
                  <a:lnTo>
                    <a:pt x="3901679" y="1702103"/>
                  </a:lnTo>
                  <a:lnTo>
                    <a:pt x="3901804" y="1702103"/>
                  </a:lnTo>
                  <a:lnTo>
                    <a:pt x="3901929" y="1702103"/>
                  </a:lnTo>
                  <a:lnTo>
                    <a:pt x="3902054" y="1702103"/>
                  </a:lnTo>
                  <a:lnTo>
                    <a:pt x="3902179" y="1702103"/>
                  </a:lnTo>
                  <a:lnTo>
                    <a:pt x="3902304" y="1702103"/>
                  </a:lnTo>
                  <a:lnTo>
                    <a:pt x="3902429" y="1702103"/>
                  </a:lnTo>
                  <a:lnTo>
                    <a:pt x="3902554" y="1702103"/>
                  </a:lnTo>
                  <a:lnTo>
                    <a:pt x="3902679" y="1702103"/>
                  </a:lnTo>
                  <a:lnTo>
                    <a:pt x="3902804" y="1702103"/>
                  </a:lnTo>
                  <a:lnTo>
                    <a:pt x="3902929" y="1702103"/>
                  </a:lnTo>
                  <a:lnTo>
                    <a:pt x="3903054" y="1702103"/>
                  </a:lnTo>
                  <a:lnTo>
                    <a:pt x="3903179" y="1702103"/>
                  </a:lnTo>
                  <a:lnTo>
                    <a:pt x="3903304" y="1702103"/>
                  </a:lnTo>
                  <a:lnTo>
                    <a:pt x="3903429" y="1702103"/>
                  </a:lnTo>
                  <a:lnTo>
                    <a:pt x="3903554" y="1702103"/>
                  </a:lnTo>
                  <a:lnTo>
                    <a:pt x="3903679" y="1702103"/>
                  </a:lnTo>
                  <a:lnTo>
                    <a:pt x="3903805" y="1702103"/>
                  </a:lnTo>
                  <a:lnTo>
                    <a:pt x="3903930" y="1702103"/>
                  </a:lnTo>
                  <a:lnTo>
                    <a:pt x="3904055" y="1702103"/>
                  </a:lnTo>
                  <a:lnTo>
                    <a:pt x="3904180" y="1702103"/>
                  </a:lnTo>
                  <a:lnTo>
                    <a:pt x="3904305" y="1702103"/>
                  </a:lnTo>
                  <a:lnTo>
                    <a:pt x="3904430" y="1702103"/>
                  </a:lnTo>
                  <a:lnTo>
                    <a:pt x="3904555" y="1702103"/>
                  </a:lnTo>
                  <a:lnTo>
                    <a:pt x="3904680" y="1702103"/>
                  </a:lnTo>
                  <a:lnTo>
                    <a:pt x="3904805" y="1702103"/>
                  </a:lnTo>
                  <a:lnTo>
                    <a:pt x="3904930" y="1702103"/>
                  </a:lnTo>
                  <a:lnTo>
                    <a:pt x="3905055" y="1702103"/>
                  </a:lnTo>
                  <a:lnTo>
                    <a:pt x="3905180" y="1702103"/>
                  </a:lnTo>
                  <a:lnTo>
                    <a:pt x="3905305" y="1702103"/>
                  </a:lnTo>
                  <a:lnTo>
                    <a:pt x="3905430" y="1702103"/>
                  </a:lnTo>
                  <a:lnTo>
                    <a:pt x="3905555" y="1702103"/>
                  </a:lnTo>
                  <a:lnTo>
                    <a:pt x="3905680" y="1702103"/>
                  </a:lnTo>
                  <a:lnTo>
                    <a:pt x="3905805" y="1702103"/>
                  </a:lnTo>
                  <a:lnTo>
                    <a:pt x="3905930" y="1702103"/>
                  </a:lnTo>
                  <a:lnTo>
                    <a:pt x="3906055" y="1702103"/>
                  </a:lnTo>
                  <a:lnTo>
                    <a:pt x="3906180" y="1702103"/>
                  </a:lnTo>
                  <a:lnTo>
                    <a:pt x="3906305" y="1702103"/>
                  </a:lnTo>
                  <a:lnTo>
                    <a:pt x="3906430" y="1702103"/>
                  </a:lnTo>
                  <a:lnTo>
                    <a:pt x="3906555" y="1702103"/>
                  </a:lnTo>
                  <a:lnTo>
                    <a:pt x="3906680" y="1702103"/>
                  </a:lnTo>
                  <a:lnTo>
                    <a:pt x="3906806" y="1702103"/>
                  </a:lnTo>
                  <a:lnTo>
                    <a:pt x="3906931" y="1702103"/>
                  </a:lnTo>
                  <a:lnTo>
                    <a:pt x="3907056" y="1702103"/>
                  </a:lnTo>
                  <a:lnTo>
                    <a:pt x="3907181" y="1702103"/>
                  </a:lnTo>
                  <a:lnTo>
                    <a:pt x="3907306" y="1702103"/>
                  </a:lnTo>
                  <a:lnTo>
                    <a:pt x="3907431" y="1702103"/>
                  </a:lnTo>
                  <a:lnTo>
                    <a:pt x="3907556" y="1702103"/>
                  </a:lnTo>
                  <a:lnTo>
                    <a:pt x="3907681" y="1702103"/>
                  </a:lnTo>
                  <a:lnTo>
                    <a:pt x="3907806" y="1702103"/>
                  </a:lnTo>
                  <a:lnTo>
                    <a:pt x="3907931" y="1702103"/>
                  </a:lnTo>
                  <a:lnTo>
                    <a:pt x="3908056" y="1702103"/>
                  </a:lnTo>
                  <a:lnTo>
                    <a:pt x="3908181" y="1702103"/>
                  </a:lnTo>
                  <a:lnTo>
                    <a:pt x="3908306" y="1702103"/>
                  </a:lnTo>
                  <a:lnTo>
                    <a:pt x="3908431" y="1702103"/>
                  </a:lnTo>
                  <a:lnTo>
                    <a:pt x="3908556" y="1702103"/>
                  </a:lnTo>
                  <a:lnTo>
                    <a:pt x="3908681" y="1702103"/>
                  </a:lnTo>
                  <a:lnTo>
                    <a:pt x="3908806" y="1702103"/>
                  </a:lnTo>
                  <a:lnTo>
                    <a:pt x="3908931" y="1702103"/>
                  </a:lnTo>
                  <a:lnTo>
                    <a:pt x="3909056" y="1702103"/>
                  </a:lnTo>
                  <a:lnTo>
                    <a:pt x="3909181" y="1702103"/>
                  </a:lnTo>
                  <a:lnTo>
                    <a:pt x="3909306" y="1702103"/>
                  </a:lnTo>
                  <a:lnTo>
                    <a:pt x="3909431" y="1702103"/>
                  </a:lnTo>
                  <a:lnTo>
                    <a:pt x="3909556" y="1702103"/>
                  </a:lnTo>
                  <a:lnTo>
                    <a:pt x="3909681" y="1702103"/>
                  </a:lnTo>
                  <a:lnTo>
                    <a:pt x="3909807" y="1702103"/>
                  </a:lnTo>
                  <a:lnTo>
                    <a:pt x="3909932" y="1702103"/>
                  </a:lnTo>
                  <a:lnTo>
                    <a:pt x="3910057" y="1702103"/>
                  </a:lnTo>
                  <a:lnTo>
                    <a:pt x="3910182" y="1702103"/>
                  </a:lnTo>
                  <a:lnTo>
                    <a:pt x="3910307" y="1702103"/>
                  </a:lnTo>
                  <a:lnTo>
                    <a:pt x="3910432" y="1702103"/>
                  </a:lnTo>
                  <a:lnTo>
                    <a:pt x="3910557" y="1702103"/>
                  </a:lnTo>
                  <a:lnTo>
                    <a:pt x="3910682" y="1702103"/>
                  </a:lnTo>
                  <a:lnTo>
                    <a:pt x="3910807" y="1702103"/>
                  </a:lnTo>
                  <a:lnTo>
                    <a:pt x="3910932" y="1702103"/>
                  </a:lnTo>
                  <a:lnTo>
                    <a:pt x="3911057" y="1702103"/>
                  </a:lnTo>
                  <a:lnTo>
                    <a:pt x="3911182" y="1702103"/>
                  </a:lnTo>
                  <a:lnTo>
                    <a:pt x="3911307" y="1702103"/>
                  </a:lnTo>
                  <a:lnTo>
                    <a:pt x="3911432" y="1702103"/>
                  </a:lnTo>
                  <a:lnTo>
                    <a:pt x="3911557" y="1702103"/>
                  </a:lnTo>
                  <a:lnTo>
                    <a:pt x="3911682" y="1702103"/>
                  </a:lnTo>
                  <a:lnTo>
                    <a:pt x="3911807" y="1702103"/>
                  </a:lnTo>
                  <a:lnTo>
                    <a:pt x="3911932" y="1702103"/>
                  </a:lnTo>
                  <a:lnTo>
                    <a:pt x="3912057" y="1702103"/>
                  </a:lnTo>
                  <a:lnTo>
                    <a:pt x="3912182" y="1702103"/>
                  </a:lnTo>
                  <a:lnTo>
                    <a:pt x="3912307" y="1702103"/>
                  </a:lnTo>
                  <a:lnTo>
                    <a:pt x="3912432" y="1702103"/>
                  </a:lnTo>
                  <a:lnTo>
                    <a:pt x="3912557" y="1702103"/>
                  </a:lnTo>
                  <a:lnTo>
                    <a:pt x="3912682" y="1702103"/>
                  </a:lnTo>
                  <a:lnTo>
                    <a:pt x="3912808" y="1702103"/>
                  </a:lnTo>
                  <a:lnTo>
                    <a:pt x="3912933" y="1702103"/>
                  </a:lnTo>
                  <a:lnTo>
                    <a:pt x="3913058" y="1702103"/>
                  </a:lnTo>
                  <a:lnTo>
                    <a:pt x="3913183" y="1702103"/>
                  </a:lnTo>
                  <a:lnTo>
                    <a:pt x="3913308" y="1702103"/>
                  </a:lnTo>
                  <a:lnTo>
                    <a:pt x="3913433" y="1702103"/>
                  </a:lnTo>
                  <a:lnTo>
                    <a:pt x="3913558" y="1702103"/>
                  </a:lnTo>
                  <a:lnTo>
                    <a:pt x="3913683" y="1702103"/>
                  </a:lnTo>
                  <a:lnTo>
                    <a:pt x="3913808" y="1702103"/>
                  </a:lnTo>
                  <a:lnTo>
                    <a:pt x="3913933" y="1702103"/>
                  </a:lnTo>
                  <a:lnTo>
                    <a:pt x="3914058" y="1702103"/>
                  </a:lnTo>
                  <a:lnTo>
                    <a:pt x="3914183" y="1702103"/>
                  </a:lnTo>
                  <a:lnTo>
                    <a:pt x="3914308" y="1702103"/>
                  </a:lnTo>
                  <a:lnTo>
                    <a:pt x="3914433" y="1702103"/>
                  </a:lnTo>
                  <a:lnTo>
                    <a:pt x="3914558" y="1702103"/>
                  </a:lnTo>
                  <a:lnTo>
                    <a:pt x="3914683" y="1702103"/>
                  </a:lnTo>
                  <a:lnTo>
                    <a:pt x="3914808" y="1702103"/>
                  </a:lnTo>
                  <a:lnTo>
                    <a:pt x="3914933" y="1702103"/>
                  </a:lnTo>
                  <a:lnTo>
                    <a:pt x="3915058" y="1702103"/>
                  </a:lnTo>
                  <a:lnTo>
                    <a:pt x="3915183" y="1702103"/>
                  </a:lnTo>
                  <a:lnTo>
                    <a:pt x="3915308" y="1702103"/>
                  </a:lnTo>
                  <a:lnTo>
                    <a:pt x="3915433" y="1702103"/>
                  </a:lnTo>
                  <a:lnTo>
                    <a:pt x="3915558" y="1702103"/>
                  </a:lnTo>
                  <a:lnTo>
                    <a:pt x="3915683" y="1702103"/>
                  </a:lnTo>
                  <a:lnTo>
                    <a:pt x="3915809" y="1702103"/>
                  </a:lnTo>
                  <a:lnTo>
                    <a:pt x="3915934" y="1702103"/>
                  </a:lnTo>
                  <a:lnTo>
                    <a:pt x="3916059" y="1702103"/>
                  </a:lnTo>
                  <a:lnTo>
                    <a:pt x="3916184" y="1702103"/>
                  </a:lnTo>
                  <a:lnTo>
                    <a:pt x="3916309" y="1702103"/>
                  </a:lnTo>
                  <a:lnTo>
                    <a:pt x="3916434" y="1702103"/>
                  </a:lnTo>
                  <a:lnTo>
                    <a:pt x="3916559" y="1702103"/>
                  </a:lnTo>
                  <a:lnTo>
                    <a:pt x="3916684" y="1702103"/>
                  </a:lnTo>
                  <a:lnTo>
                    <a:pt x="3916809" y="1702103"/>
                  </a:lnTo>
                  <a:lnTo>
                    <a:pt x="3916934" y="1702103"/>
                  </a:lnTo>
                  <a:lnTo>
                    <a:pt x="3917059" y="1702103"/>
                  </a:lnTo>
                  <a:lnTo>
                    <a:pt x="3917184" y="1702103"/>
                  </a:lnTo>
                  <a:lnTo>
                    <a:pt x="3917309" y="1702103"/>
                  </a:lnTo>
                  <a:lnTo>
                    <a:pt x="3917434" y="1702103"/>
                  </a:lnTo>
                  <a:lnTo>
                    <a:pt x="3917559" y="1702103"/>
                  </a:lnTo>
                  <a:lnTo>
                    <a:pt x="3917684" y="1702103"/>
                  </a:lnTo>
                  <a:lnTo>
                    <a:pt x="3917809" y="1702103"/>
                  </a:lnTo>
                  <a:lnTo>
                    <a:pt x="3917934" y="1702103"/>
                  </a:lnTo>
                  <a:lnTo>
                    <a:pt x="3918059" y="1702103"/>
                  </a:lnTo>
                  <a:lnTo>
                    <a:pt x="3918184" y="1702103"/>
                  </a:lnTo>
                  <a:lnTo>
                    <a:pt x="3918309" y="1702103"/>
                  </a:lnTo>
                  <a:lnTo>
                    <a:pt x="3918434" y="1702103"/>
                  </a:lnTo>
                  <a:lnTo>
                    <a:pt x="3918559" y="1702103"/>
                  </a:lnTo>
                  <a:lnTo>
                    <a:pt x="3918684" y="1702103"/>
                  </a:lnTo>
                  <a:lnTo>
                    <a:pt x="3918810" y="1702103"/>
                  </a:lnTo>
                  <a:lnTo>
                    <a:pt x="3918935" y="1702103"/>
                  </a:lnTo>
                  <a:lnTo>
                    <a:pt x="3919060" y="1702103"/>
                  </a:lnTo>
                  <a:lnTo>
                    <a:pt x="3919185" y="1702103"/>
                  </a:lnTo>
                  <a:lnTo>
                    <a:pt x="3919310" y="1702103"/>
                  </a:lnTo>
                  <a:lnTo>
                    <a:pt x="3919435" y="1702103"/>
                  </a:lnTo>
                  <a:lnTo>
                    <a:pt x="3919560" y="1702103"/>
                  </a:lnTo>
                  <a:lnTo>
                    <a:pt x="3919685" y="1702103"/>
                  </a:lnTo>
                  <a:lnTo>
                    <a:pt x="3919810" y="1702103"/>
                  </a:lnTo>
                  <a:lnTo>
                    <a:pt x="3919935" y="1702103"/>
                  </a:lnTo>
                  <a:lnTo>
                    <a:pt x="3920060" y="1702103"/>
                  </a:lnTo>
                  <a:lnTo>
                    <a:pt x="3920185" y="1702103"/>
                  </a:lnTo>
                  <a:lnTo>
                    <a:pt x="3920310" y="1702103"/>
                  </a:lnTo>
                  <a:lnTo>
                    <a:pt x="3920435" y="1702103"/>
                  </a:lnTo>
                  <a:lnTo>
                    <a:pt x="3920560" y="1702103"/>
                  </a:lnTo>
                  <a:lnTo>
                    <a:pt x="3920685" y="1702103"/>
                  </a:lnTo>
                  <a:lnTo>
                    <a:pt x="3920810" y="1702103"/>
                  </a:lnTo>
                  <a:lnTo>
                    <a:pt x="3920935" y="1702103"/>
                  </a:lnTo>
                  <a:lnTo>
                    <a:pt x="3921060" y="1702103"/>
                  </a:lnTo>
                  <a:lnTo>
                    <a:pt x="3921185" y="1702103"/>
                  </a:lnTo>
                  <a:lnTo>
                    <a:pt x="3921310" y="1702103"/>
                  </a:lnTo>
                  <a:lnTo>
                    <a:pt x="3921435" y="1702103"/>
                  </a:lnTo>
                  <a:lnTo>
                    <a:pt x="3921560" y="1702103"/>
                  </a:lnTo>
                  <a:lnTo>
                    <a:pt x="3921686" y="1702103"/>
                  </a:lnTo>
                  <a:lnTo>
                    <a:pt x="3921811" y="1702103"/>
                  </a:lnTo>
                  <a:lnTo>
                    <a:pt x="3921936" y="1702103"/>
                  </a:lnTo>
                  <a:lnTo>
                    <a:pt x="3922061" y="1702103"/>
                  </a:lnTo>
                  <a:lnTo>
                    <a:pt x="3922186" y="1702103"/>
                  </a:lnTo>
                  <a:lnTo>
                    <a:pt x="3922311" y="1702103"/>
                  </a:lnTo>
                  <a:lnTo>
                    <a:pt x="3922436" y="1702103"/>
                  </a:lnTo>
                  <a:lnTo>
                    <a:pt x="3922561" y="1702103"/>
                  </a:lnTo>
                  <a:lnTo>
                    <a:pt x="3922686" y="1702103"/>
                  </a:lnTo>
                  <a:lnTo>
                    <a:pt x="3922811" y="1702103"/>
                  </a:lnTo>
                  <a:lnTo>
                    <a:pt x="3922936" y="1702103"/>
                  </a:lnTo>
                  <a:lnTo>
                    <a:pt x="3923061" y="1702103"/>
                  </a:lnTo>
                  <a:lnTo>
                    <a:pt x="3923186" y="1702103"/>
                  </a:lnTo>
                  <a:lnTo>
                    <a:pt x="3923311" y="1702103"/>
                  </a:lnTo>
                  <a:lnTo>
                    <a:pt x="3923436" y="1702103"/>
                  </a:lnTo>
                  <a:lnTo>
                    <a:pt x="3923561" y="1702103"/>
                  </a:lnTo>
                  <a:lnTo>
                    <a:pt x="3923686" y="1702103"/>
                  </a:lnTo>
                  <a:lnTo>
                    <a:pt x="3923811" y="1702103"/>
                  </a:lnTo>
                  <a:lnTo>
                    <a:pt x="3923936" y="1702103"/>
                  </a:lnTo>
                  <a:lnTo>
                    <a:pt x="3924061" y="1702103"/>
                  </a:lnTo>
                  <a:lnTo>
                    <a:pt x="3924186" y="1702103"/>
                  </a:lnTo>
                  <a:lnTo>
                    <a:pt x="3924311" y="1702103"/>
                  </a:lnTo>
                  <a:lnTo>
                    <a:pt x="3924436" y="1702103"/>
                  </a:lnTo>
                  <a:lnTo>
                    <a:pt x="3924561" y="1702103"/>
                  </a:lnTo>
                  <a:lnTo>
                    <a:pt x="3924687" y="1702103"/>
                  </a:lnTo>
                  <a:lnTo>
                    <a:pt x="3924812" y="1702103"/>
                  </a:lnTo>
                  <a:lnTo>
                    <a:pt x="3924937" y="1702103"/>
                  </a:lnTo>
                  <a:lnTo>
                    <a:pt x="3925062" y="1702103"/>
                  </a:lnTo>
                  <a:lnTo>
                    <a:pt x="3925187" y="1702103"/>
                  </a:lnTo>
                  <a:lnTo>
                    <a:pt x="3925312" y="1702103"/>
                  </a:lnTo>
                  <a:lnTo>
                    <a:pt x="3925437" y="1702103"/>
                  </a:lnTo>
                  <a:lnTo>
                    <a:pt x="3925562" y="1702103"/>
                  </a:lnTo>
                  <a:lnTo>
                    <a:pt x="3925687" y="1702103"/>
                  </a:lnTo>
                  <a:lnTo>
                    <a:pt x="3925812" y="1702103"/>
                  </a:lnTo>
                  <a:lnTo>
                    <a:pt x="3925937" y="1702103"/>
                  </a:lnTo>
                  <a:lnTo>
                    <a:pt x="3926062" y="1702103"/>
                  </a:lnTo>
                  <a:lnTo>
                    <a:pt x="3926187" y="1702103"/>
                  </a:lnTo>
                  <a:lnTo>
                    <a:pt x="3926312" y="1702103"/>
                  </a:lnTo>
                  <a:lnTo>
                    <a:pt x="3926437" y="1702103"/>
                  </a:lnTo>
                  <a:lnTo>
                    <a:pt x="3926562" y="1702103"/>
                  </a:lnTo>
                  <a:lnTo>
                    <a:pt x="3926687" y="1702103"/>
                  </a:lnTo>
                  <a:lnTo>
                    <a:pt x="3926812" y="1702103"/>
                  </a:lnTo>
                  <a:lnTo>
                    <a:pt x="3926937" y="1702103"/>
                  </a:lnTo>
                  <a:lnTo>
                    <a:pt x="3927062" y="1702103"/>
                  </a:lnTo>
                  <a:lnTo>
                    <a:pt x="3927187" y="1702103"/>
                  </a:lnTo>
                  <a:lnTo>
                    <a:pt x="3927312" y="1702103"/>
                  </a:lnTo>
                  <a:lnTo>
                    <a:pt x="3927437" y="1702103"/>
                  </a:lnTo>
                  <a:lnTo>
                    <a:pt x="3927562" y="1702103"/>
                  </a:lnTo>
                  <a:lnTo>
                    <a:pt x="3927688" y="1702103"/>
                  </a:lnTo>
                  <a:lnTo>
                    <a:pt x="3927813" y="1702103"/>
                  </a:lnTo>
                  <a:lnTo>
                    <a:pt x="3927938" y="1702103"/>
                  </a:lnTo>
                  <a:lnTo>
                    <a:pt x="3928063" y="1702103"/>
                  </a:lnTo>
                  <a:lnTo>
                    <a:pt x="3928188" y="1702103"/>
                  </a:lnTo>
                  <a:lnTo>
                    <a:pt x="3928313" y="1702103"/>
                  </a:lnTo>
                  <a:lnTo>
                    <a:pt x="3928438" y="1702103"/>
                  </a:lnTo>
                  <a:lnTo>
                    <a:pt x="3928563" y="1702103"/>
                  </a:lnTo>
                  <a:lnTo>
                    <a:pt x="3928688" y="1702103"/>
                  </a:lnTo>
                  <a:lnTo>
                    <a:pt x="3928813" y="1702103"/>
                  </a:lnTo>
                  <a:lnTo>
                    <a:pt x="3928938" y="1702103"/>
                  </a:lnTo>
                  <a:lnTo>
                    <a:pt x="3929063" y="1702103"/>
                  </a:lnTo>
                  <a:lnTo>
                    <a:pt x="3929188" y="1702103"/>
                  </a:lnTo>
                  <a:lnTo>
                    <a:pt x="3929313" y="1702103"/>
                  </a:lnTo>
                  <a:lnTo>
                    <a:pt x="3929438" y="1702103"/>
                  </a:lnTo>
                  <a:lnTo>
                    <a:pt x="3929563" y="1702103"/>
                  </a:lnTo>
                  <a:lnTo>
                    <a:pt x="3929688" y="1702103"/>
                  </a:lnTo>
                  <a:lnTo>
                    <a:pt x="3929813" y="1702103"/>
                  </a:lnTo>
                  <a:lnTo>
                    <a:pt x="3929938" y="1702103"/>
                  </a:lnTo>
                  <a:lnTo>
                    <a:pt x="3930063" y="1702103"/>
                  </a:lnTo>
                  <a:lnTo>
                    <a:pt x="3930188" y="1702103"/>
                  </a:lnTo>
                  <a:lnTo>
                    <a:pt x="3930313" y="1702103"/>
                  </a:lnTo>
                  <a:lnTo>
                    <a:pt x="3930438" y="1702103"/>
                  </a:lnTo>
                  <a:lnTo>
                    <a:pt x="3930563" y="1702103"/>
                  </a:lnTo>
                  <a:lnTo>
                    <a:pt x="3930689" y="1702103"/>
                  </a:lnTo>
                  <a:lnTo>
                    <a:pt x="3930814" y="1702103"/>
                  </a:lnTo>
                  <a:lnTo>
                    <a:pt x="3930939" y="1702103"/>
                  </a:lnTo>
                  <a:lnTo>
                    <a:pt x="3931064" y="1702103"/>
                  </a:lnTo>
                  <a:lnTo>
                    <a:pt x="3931189" y="1702103"/>
                  </a:lnTo>
                  <a:lnTo>
                    <a:pt x="3931314" y="1702103"/>
                  </a:lnTo>
                  <a:lnTo>
                    <a:pt x="3931439" y="1702103"/>
                  </a:lnTo>
                  <a:lnTo>
                    <a:pt x="3931564" y="1702103"/>
                  </a:lnTo>
                  <a:lnTo>
                    <a:pt x="3931689" y="1702103"/>
                  </a:lnTo>
                  <a:lnTo>
                    <a:pt x="3931814" y="1702103"/>
                  </a:lnTo>
                  <a:lnTo>
                    <a:pt x="3931939" y="1702103"/>
                  </a:lnTo>
                  <a:lnTo>
                    <a:pt x="3932064" y="1702103"/>
                  </a:lnTo>
                  <a:lnTo>
                    <a:pt x="3932189" y="1702103"/>
                  </a:lnTo>
                  <a:lnTo>
                    <a:pt x="3932314" y="1702103"/>
                  </a:lnTo>
                  <a:lnTo>
                    <a:pt x="3932439" y="1702103"/>
                  </a:lnTo>
                  <a:lnTo>
                    <a:pt x="3932564" y="1702103"/>
                  </a:lnTo>
                  <a:lnTo>
                    <a:pt x="3932689" y="1702103"/>
                  </a:lnTo>
                  <a:lnTo>
                    <a:pt x="3932814" y="1702103"/>
                  </a:lnTo>
                  <a:lnTo>
                    <a:pt x="3932939" y="1702103"/>
                  </a:lnTo>
                  <a:lnTo>
                    <a:pt x="3933064" y="1702103"/>
                  </a:lnTo>
                  <a:lnTo>
                    <a:pt x="3933189" y="1702103"/>
                  </a:lnTo>
                  <a:lnTo>
                    <a:pt x="3933314" y="1702103"/>
                  </a:lnTo>
                  <a:lnTo>
                    <a:pt x="3933439" y="1702103"/>
                  </a:lnTo>
                  <a:lnTo>
                    <a:pt x="3933564" y="1702103"/>
                  </a:lnTo>
                  <a:lnTo>
                    <a:pt x="3933690" y="1702103"/>
                  </a:lnTo>
                  <a:lnTo>
                    <a:pt x="3933815" y="1702103"/>
                  </a:lnTo>
                  <a:lnTo>
                    <a:pt x="3933940" y="1702103"/>
                  </a:lnTo>
                  <a:lnTo>
                    <a:pt x="3934065" y="1702103"/>
                  </a:lnTo>
                  <a:lnTo>
                    <a:pt x="3934190" y="1702103"/>
                  </a:lnTo>
                  <a:lnTo>
                    <a:pt x="3934315" y="1702103"/>
                  </a:lnTo>
                  <a:lnTo>
                    <a:pt x="3934440" y="1702103"/>
                  </a:lnTo>
                  <a:lnTo>
                    <a:pt x="3934565" y="1702103"/>
                  </a:lnTo>
                  <a:lnTo>
                    <a:pt x="3934690" y="1702103"/>
                  </a:lnTo>
                  <a:lnTo>
                    <a:pt x="3934815" y="1702103"/>
                  </a:lnTo>
                  <a:lnTo>
                    <a:pt x="3934940" y="1702103"/>
                  </a:lnTo>
                  <a:lnTo>
                    <a:pt x="3935065" y="1702103"/>
                  </a:lnTo>
                  <a:lnTo>
                    <a:pt x="3935190" y="1702103"/>
                  </a:lnTo>
                  <a:lnTo>
                    <a:pt x="3935315" y="1702103"/>
                  </a:lnTo>
                  <a:lnTo>
                    <a:pt x="3935440" y="1702103"/>
                  </a:lnTo>
                  <a:lnTo>
                    <a:pt x="3935565" y="1702103"/>
                  </a:lnTo>
                  <a:lnTo>
                    <a:pt x="3935690" y="1702103"/>
                  </a:lnTo>
                  <a:lnTo>
                    <a:pt x="3935815" y="1702103"/>
                  </a:lnTo>
                  <a:lnTo>
                    <a:pt x="3935940" y="1702103"/>
                  </a:lnTo>
                  <a:lnTo>
                    <a:pt x="3936065" y="1702103"/>
                  </a:lnTo>
                  <a:lnTo>
                    <a:pt x="3936190" y="1702103"/>
                  </a:lnTo>
                  <a:lnTo>
                    <a:pt x="3936315" y="1702103"/>
                  </a:lnTo>
                  <a:lnTo>
                    <a:pt x="3936440" y="1702103"/>
                  </a:lnTo>
                  <a:lnTo>
                    <a:pt x="3936565" y="1702103"/>
                  </a:lnTo>
                  <a:lnTo>
                    <a:pt x="3936691" y="1702103"/>
                  </a:lnTo>
                  <a:lnTo>
                    <a:pt x="3936816" y="1702103"/>
                  </a:lnTo>
                  <a:lnTo>
                    <a:pt x="3936941" y="1702103"/>
                  </a:lnTo>
                  <a:lnTo>
                    <a:pt x="3937066" y="1702103"/>
                  </a:lnTo>
                  <a:lnTo>
                    <a:pt x="3937191" y="1702103"/>
                  </a:lnTo>
                  <a:lnTo>
                    <a:pt x="3937316" y="1702103"/>
                  </a:lnTo>
                  <a:lnTo>
                    <a:pt x="3937441" y="1702103"/>
                  </a:lnTo>
                  <a:lnTo>
                    <a:pt x="3937566" y="1702103"/>
                  </a:lnTo>
                  <a:lnTo>
                    <a:pt x="3937691" y="1702103"/>
                  </a:lnTo>
                  <a:lnTo>
                    <a:pt x="3937816" y="1702103"/>
                  </a:lnTo>
                  <a:lnTo>
                    <a:pt x="3937941" y="1702103"/>
                  </a:lnTo>
                  <a:lnTo>
                    <a:pt x="3938066" y="1702103"/>
                  </a:lnTo>
                  <a:lnTo>
                    <a:pt x="3938191" y="1702103"/>
                  </a:lnTo>
                  <a:lnTo>
                    <a:pt x="3938316" y="1702103"/>
                  </a:lnTo>
                  <a:lnTo>
                    <a:pt x="3938441" y="1702103"/>
                  </a:lnTo>
                  <a:lnTo>
                    <a:pt x="3938566" y="1702103"/>
                  </a:lnTo>
                  <a:lnTo>
                    <a:pt x="3938691" y="1702103"/>
                  </a:lnTo>
                  <a:lnTo>
                    <a:pt x="3938816" y="1702103"/>
                  </a:lnTo>
                  <a:lnTo>
                    <a:pt x="3938941" y="1702103"/>
                  </a:lnTo>
                  <a:lnTo>
                    <a:pt x="3939066" y="1702103"/>
                  </a:lnTo>
                  <a:lnTo>
                    <a:pt x="3939191" y="1702103"/>
                  </a:lnTo>
                  <a:lnTo>
                    <a:pt x="3939316" y="1702103"/>
                  </a:lnTo>
                  <a:lnTo>
                    <a:pt x="3939441" y="1702103"/>
                  </a:lnTo>
                  <a:lnTo>
                    <a:pt x="3939566" y="1702103"/>
                  </a:lnTo>
                  <a:lnTo>
                    <a:pt x="3939692" y="1702103"/>
                  </a:lnTo>
                  <a:lnTo>
                    <a:pt x="3939817" y="1702103"/>
                  </a:lnTo>
                  <a:lnTo>
                    <a:pt x="3939942" y="1702103"/>
                  </a:lnTo>
                  <a:lnTo>
                    <a:pt x="3940067" y="1702103"/>
                  </a:lnTo>
                  <a:lnTo>
                    <a:pt x="3940192" y="1702103"/>
                  </a:lnTo>
                  <a:lnTo>
                    <a:pt x="3940317" y="1702103"/>
                  </a:lnTo>
                  <a:lnTo>
                    <a:pt x="3940442" y="1702103"/>
                  </a:lnTo>
                  <a:lnTo>
                    <a:pt x="3940567" y="1702103"/>
                  </a:lnTo>
                  <a:lnTo>
                    <a:pt x="3940692" y="1702103"/>
                  </a:lnTo>
                  <a:lnTo>
                    <a:pt x="3940692" y="1692149"/>
                  </a:lnTo>
                  <a:lnTo>
                    <a:pt x="3940817" y="1692149"/>
                  </a:lnTo>
                  <a:lnTo>
                    <a:pt x="3940942" y="1692149"/>
                  </a:lnTo>
                  <a:lnTo>
                    <a:pt x="3941067" y="1692149"/>
                  </a:lnTo>
                  <a:lnTo>
                    <a:pt x="3941192" y="1692149"/>
                  </a:lnTo>
                  <a:lnTo>
                    <a:pt x="3941317" y="1692149"/>
                  </a:lnTo>
                  <a:lnTo>
                    <a:pt x="3941442" y="1692149"/>
                  </a:lnTo>
                  <a:lnTo>
                    <a:pt x="3941567" y="1692149"/>
                  </a:lnTo>
                  <a:lnTo>
                    <a:pt x="3941692" y="1692149"/>
                  </a:lnTo>
                  <a:lnTo>
                    <a:pt x="3941817" y="1692149"/>
                  </a:lnTo>
                  <a:lnTo>
                    <a:pt x="3941942" y="1692149"/>
                  </a:lnTo>
                  <a:lnTo>
                    <a:pt x="3942067" y="1692149"/>
                  </a:lnTo>
                  <a:lnTo>
                    <a:pt x="3942192" y="1692149"/>
                  </a:lnTo>
                  <a:lnTo>
                    <a:pt x="3942317" y="1692149"/>
                  </a:lnTo>
                  <a:lnTo>
                    <a:pt x="3942442" y="1692149"/>
                  </a:lnTo>
                  <a:lnTo>
                    <a:pt x="3942567" y="1692149"/>
                  </a:lnTo>
                  <a:lnTo>
                    <a:pt x="3942693" y="1692149"/>
                  </a:lnTo>
                  <a:lnTo>
                    <a:pt x="3942818" y="1692149"/>
                  </a:lnTo>
                  <a:lnTo>
                    <a:pt x="3942943" y="1692149"/>
                  </a:lnTo>
                  <a:lnTo>
                    <a:pt x="3943068" y="1692149"/>
                  </a:lnTo>
                  <a:lnTo>
                    <a:pt x="3943193" y="1692149"/>
                  </a:lnTo>
                  <a:lnTo>
                    <a:pt x="3943318" y="1692149"/>
                  </a:lnTo>
                  <a:lnTo>
                    <a:pt x="3943443" y="1692149"/>
                  </a:lnTo>
                  <a:lnTo>
                    <a:pt x="3943568" y="1692149"/>
                  </a:lnTo>
                  <a:lnTo>
                    <a:pt x="3943693" y="1692149"/>
                  </a:lnTo>
                  <a:lnTo>
                    <a:pt x="3943818" y="1692149"/>
                  </a:lnTo>
                  <a:lnTo>
                    <a:pt x="3943943" y="1692149"/>
                  </a:lnTo>
                  <a:lnTo>
                    <a:pt x="3943943" y="1682196"/>
                  </a:lnTo>
                  <a:lnTo>
                    <a:pt x="3944068" y="1682196"/>
                  </a:lnTo>
                  <a:lnTo>
                    <a:pt x="3944193" y="1682196"/>
                  </a:lnTo>
                  <a:lnTo>
                    <a:pt x="3944318" y="1682196"/>
                  </a:lnTo>
                  <a:lnTo>
                    <a:pt x="3944443" y="1682196"/>
                  </a:lnTo>
                  <a:lnTo>
                    <a:pt x="3944568" y="1682196"/>
                  </a:lnTo>
                  <a:lnTo>
                    <a:pt x="3944693" y="1682196"/>
                  </a:lnTo>
                  <a:lnTo>
                    <a:pt x="3944818" y="1682196"/>
                  </a:lnTo>
                  <a:lnTo>
                    <a:pt x="3944943" y="1682196"/>
                  </a:lnTo>
                  <a:lnTo>
                    <a:pt x="3945068" y="1682196"/>
                  </a:lnTo>
                  <a:lnTo>
                    <a:pt x="3945193" y="1682196"/>
                  </a:lnTo>
                  <a:lnTo>
                    <a:pt x="3945318" y="1682196"/>
                  </a:lnTo>
                  <a:lnTo>
                    <a:pt x="3945443" y="1682196"/>
                  </a:lnTo>
                  <a:lnTo>
                    <a:pt x="3945568" y="1682196"/>
                  </a:lnTo>
                  <a:lnTo>
                    <a:pt x="3945694" y="1682196"/>
                  </a:lnTo>
                  <a:lnTo>
                    <a:pt x="3945819" y="1682196"/>
                  </a:lnTo>
                  <a:lnTo>
                    <a:pt x="3945944" y="1682196"/>
                  </a:lnTo>
                  <a:lnTo>
                    <a:pt x="3946069" y="1682196"/>
                  </a:lnTo>
                  <a:lnTo>
                    <a:pt x="3946194" y="1682196"/>
                  </a:lnTo>
                  <a:lnTo>
                    <a:pt x="3946319" y="1682196"/>
                  </a:lnTo>
                  <a:lnTo>
                    <a:pt x="3946444" y="1682196"/>
                  </a:lnTo>
                  <a:lnTo>
                    <a:pt x="3946569" y="1682196"/>
                  </a:lnTo>
                  <a:lnTo>
                    <a:pt x="3946569" y="1672242"/>
                  </a:lnTo>
                  <a:lnTo>
                    <a:pt x="3946694" y="1672242"/>
                  </a:lnTo>
                  <a:lnTo>
                    <a:pt x="3946819" y="1672242"/>
                  </a:lnTo>
                  <a:lnTo>
                    <a:pt x="3946944" y="1672242"/>
                  </a:lnTo>
                  <a:lnTo>
                    <a:pt x="3947069" y="1672242"/>
                  </a:lnTo>
                  <a:lnTo>
                    <a:pt x="3947194" y="1672242"/>
                  </a:lnTo>
                  <a:lnTo>
                    <a:pt x="3947319" y="1672242"/>
                  </a:lnTo>
                  <a:lnTo>
                    <a:pt x="3947444" y="1672242"/>
                  </a:lnTo>
                  <a:lnTo>
                    <a:pt x="3947569" y="1672242"/>
                  </a:lnTo>
                  <a:lnTo>
                    <a:pt x="3947694" y="1672242"/>
                  </a:lnTo>
                  <a:lnTo>
                    <a:pt x="3947819" y="1672242"/>
                  </a:lnTo>
                  <a:lnTo>
                    <a:pt x="3947944" y="1672242"/>
                  </a:lnTo>
                  <a:lnTo>
                    <a:pt x="3948069" y="1672242"/>
                  </a:lnTo>
                  <a:lnTo>
                    <a:pt x="3948194" y="1672242"/>
                  </a:lnTo>
                  <a:lnTo>
                    <a:pt x="3948319" y="1672242"/>
                  </a:lnTo>
                  <a:lnTo>
                    <a:pt x="3948444" y="1672242"/>
                  </a:lnTo>
                  <a:lnTo>
                    <a:pt x="3948569" y="1672242"/>
                  </a:lnTo>
                  <a:lnTo>
                    <a:pt x="3948695" y="1672242"/>
                  </a:lnTo>
                  <a:lnTo>
                    <a:pt x="3948820" y="1672242"/>
                  </a:lnTo>
                  <a:lnTo>
                    <a:pt x="3948945" y="1672242"/>
                  </a:lnTo>
                  <a:lnTo>
                    <a:pt x="3949070" y="1672242"/>
                  </a:lnTo>
                  <a:lnTo>
                    <a:pt x="3949195" y="1672242"/>
                  </a:lnTo>
                  <a:lnTo>
                    <a:pt x="3949320" y="1672242"/>
                  </a:lnTo>
                  <a:lnTo>
                    <a:pt x="3949445" y="1672242"/>
                  </a:lnTo>
                  <a:lnTo>
                    <a:pt x="3949570" y="1672242"/>
                  </a:lnTo>
                  <a:lnTo>
                    <a:pt x="3949695" y="1672242"/>
                  </a:lnTo>
                  <a:lnTo>
                    <a:pt x="3949820" y="1672242"/>
                  </a:lnTo>
                  <a:lnTo>
                    <a:pt x="3949945" y="1672242"/>
                  </a:lnTo>
                  <a:lnTo>
                    <a:pt x="3950070" y="1672242"/>
                  </a:lnTo>
                  <a:lnTo>
                    <a:pt x="3950195" y="1672242"/>
                  </a:lnTo>
                  <a:lnTo>
                    <a:pt x="3950320" y="1672242"/>
                  </a:lnTo>
                  <a:lnTo>
                    <a:pt x="3950445" y="1672242"/>
                  </a:lnTo>
                  <a:lnTo>
                    <a:pt x="3950570" y="1672242"/>
                  </a:lnTo>
                  <a:lnTo>
                    <a:pt x="3950695" y="1672242"/>
                  </a:lnTo>
                  <a:lnTo>
                    <a:pt x="3950820" y="1672242"/>
                  </a:lnTo>
                  <a:lnTo>
                    <a:pt x="3950945" y="1672242"/>
                  </a:lnTo>
                  <a:lnTo>
                    <a:pt x="3951070" y="1672242"/>
                  </a:lnTo>
                  <a:lnTo>
                    <a:pt x="3951195" y="1672242"/>
                  </a:lnTo>
                  <a:lnTo>
                    <a:pt x="3951320" y="1672242"/>
                  </a:lnTo>
                  <a:lnTo>
                    <a:pt x="3951445" y="1672242"/>
                  </a:lnTo>
                  <a:lnTo>
                    <a:pt x="3951570" y="1672242"/>
                  </a:lnTo>
                  <a:lnTo>
                    <a:pt x="3951696" y="1672242"/>
                  </a:lnTo>
                  <a:lnTo>
                    <a:pt x="3951821" y="1672242"/>
                  </a:lnTo>
                  <a:lnTo>
                    <a:pt x="3951946" y="1672242"/>
                  </a:lnTo>
                  <a:lnTo>
                    <a:pt x="3952071" y="1672242"/>
                  </a:lnTo>
                  <a:lnTo>
                    <a:pt x="3952196" y="1672242"/>
                  </a:lnTo>
                  <a:lnTo>
                    <a:pt x="3952321" y="1672242"/>
                  </a:lnTo>
                  <a:lnTo>
                    <a:pt x="3952446" y="1672242"/>
                  </a:lnTo>
                  <a:lnTo>
                    <a:pt x="3952571" y="1672242"/>
                  </a:lnTo>
                  <a:lnTo>
                    <a:pt x="3952696" y="1672242"/>
                  </a:lnTo>
                  <a:lnTo>
                    <a:pt x="3952821" y="1672242"/>
                  </a:lnTo>
                  <a:lnTo>
                    <a:pt x="3952946" y="1672242"/>
                  </a:lnTo>
                  <a:lnTo>
                    <a:pt x="3953071" y="1672242"/>
                  </a:lnTo>
                  <a:lnTo>
                    <a:pt x="3953196" y="1672242"/>
                  </a:lnTo>
                  <a:lnTo>
                    <a:pt x="3953321" y="1672242"/>
                  </a:lnTo>
                  <a:lnTo>
                    <a:pt x="3953446" y="1672242"/>
                  </a:lnTo>
                  <a:lnTo>
                    <a:pt x="3953571" y="1672242"/>
                  </a:lnTo>
                  <a:lnTo>
                    <a:pt x="3953696" y="1672242"/>
                  </a:lnTo>
                  <a:lnTo>
                    <a:pt x="3953821" y="1672242"/>
                  </a:lnTo>
                  <a:lnTo>
                    <a:pt x="3953946" y="1672242"/>
                  </a:lnTo>
                  <a:lnTo>
                    <a:pt x="3954071" y="1672242"/>
                  </a:lnTo>
                  <a:lnTo>
                    <a:pt x="3954196" y="1672242"/>
                  </a:lnTo>
                  <a:lnTo>
                    <a:pt x="3954321" y="1672242"/>
                  </a:lnTo>
                  <a:lnTo>
                    <a:pt x="3954446" y="1672242"/>
                  </a:lnTo>
                  <a:lnTo>
                    <a:pt x="3954571" y="1672242"/>
                  </a:lnTo>
                  <a:lnTo>
                    <a:pt x="3954697" y="1672242"/>
                  </a:lnTo>
                  <a:lnTo>
                    <a:pt x="3954822" y="1672242"/>
                  </a:lnTo>
                  <a:lnTo>
                    <a:pt x="3954947" y="1672242"/>
                  </a:lnTo>
                  <a:lnTo>
                    <a:pt x="3955072" y="1672242"/>
                  </a:lnTo>
                  <a:lnTo>
                    <a:pt x="3955197" y="1672242"/>
                  </a:lnTo>
                  <a:lnTo>
                    <a:pt x="3955322" y="1672242"/>
                  </a:lnTo>
                  <a:lnTo>
                    <a:pt x="3955447" y="1672242"/>
                  </a:lnTo>
                  <a:lnTo>
                    <a:pt x="3955572" y="1672242"/>
                  </a:lnTo>
                  <a:lnTo>
                    <a:pt x="3955697" y="1672242"/>
                  </a:lnTo>
                  <a:lnTo>
                    <a:pt x="3955822" y="1672242"/>
                  </a:lnTo>
                  <a:lnTo>
                    <a:pt x="3955947" y="1672242"/>
                  </a:lnTo>
                  <a:lnTo>
                    <a:pt x="3956072" y="1672242"/>
                  </a:lnTo>
                  <a:lnTo>
                    <a:pt x="3956197" y="1672242"/>
                  </a:lnTo>
                  <a:lnTo>
                    <a:pt x="3956322" y="1672242"/>
                  </a:lnTo>
                  <a:lnTo>
                    <a:pt x="3956447" y="1672242"/>
                  </a:lnTo>
                  <a:lnTo>
                    <a:pt x="3956572" y="1672242"/>
                  </a:lnTo>
                  <a:lnTo>
                    <a:pt x="3956697" y="1672242"/>
                  </a:lnTo>
                  <a:lnTo>
                    <a:pt x="3956822" y="1672242"/>
                  </a:lnTo>
                  <a:lnTo>
                    <a:pt x="3956947" y="1672242"/>
                  </a:lnTo>
                  <a:lnTo>
                    <a:pt x="3957072" y="1672242"/>
                  </a:lnTo>
                  <a:lnTo>
                    <a:pt x="3957197" y="1672242"/>
                  </a:lnTo>
                  <a:lnTo>
                    <a:pt x="3957322" y="1672242"/>
                  </a:lnTo>
                  <a:lnTo>
                    <a:pt x="3957447" y="1672242"/>
                  </a:lnTo>
                  <a:lnTo>
                    <a:pt x="3957572" y="1672242"/>
                  </a:lnTo>
                  <a:lnTo>
                    <a:pt x="3957698" y="1672242"/>
                  </a:lnTo>
                  <a:lnTo>
                    <a:pt x="3957823" y="1672242"/>
                  </a:lnTo>
                  <a:lnTo>
                    <a:pt x="3957948" y="1672242"/>
                  </a:lnTo>
                  <a:lnTo>
                    <a:pt x="3958073" y="1672242"/>
                  </a:lnTo>
                  <a:lnTo>
                    <a:pt x="3958198" y="1672242"/>
                  </a:lnTo>
                  <a:lnTo>
                    <a:pt x="3958323" y="1672242"/>
                  </a:lnTo>
                  <a:lnTo>
                    <a:pt x="3958448" y="1672242"/>
                  </a:lnTo>
                  <a:lnTo>
                    <a:pt x="3958573" y="1672242"/>
                  </a:lnTo>
                  <a:lnTo>
                    <a:pt x="3958698" y="1672242"/>
                  </a:lnTo>
                  <a:lnTo>
                    <a:pt x="3958823" y="1672242"/>
                  </a:lnTo>
                  <a:lnTo>
                    <a:pt x="3958948" y="1672242"/>
                  </a:lnTo>
                  <a:lnTo>
                    <a:pt x="3959073" y="1672242"/>
                  </a:lnTo>
                  <a:lnTo>
                    <a:pt x="3959198" y="1672242"/>
                  </a:lnTo>
                  <a:lnTo>
                    <a:pt x="3959323" y="1672242"/>
                  </a:lnTo>
                  <a:lnTo>
                    <a:pt x="3959323" y="1662288"/>
                  </a:lnTo>
                  <a:lnTo>
                    <a:pt x="3959448" y="1662288"/>
                  </a:lnTo>
                  <a:lnTo>
                    <a:pt x="3959573" y="1662288"/>
                  </a:lnTo>
                  <a:lnTo>
                    <a:pt x="3959698" y="1662288"/>
                  </a:lnTo>
                  <a:lnTo>
                    <a:pt x="3959823" y="1662288"/>
                  </a:lnTo>
                  <a:lnTo>
                    <a:pt x="3959948" y="1662288"/>
                  </a:lnTo>
                  <a:lnTo>
                    <a:pt x="3960073" y="1662288"/>
                  </a:lnTo>
                  <a:lnTo>
                    <a:pt x="3960198" y="1662288"/>
                  </a:lnTo>
                  <a:lnTo>
                    <a:pt x="3960323" y="1662288"/>
                  </a:lnTo>
                  <a:lnTo>
                    <a:pt x="3960448" y="1662288"/>
                  </a:lnTo>
                  <a:lnTo>
                    <a:pt x="3960574" y="1662288"/>
                  </a:lnTo>
                  <a:lnTo>
                    <a:pt x="3960699" y="1662288"/>
                  </a:lnTo>
                  <a:lnTo>
                    <a:pt x="3960824" y="1662288"/>
                  </a:lnTo>
                  <a:lnTo>
                    <a:pt x="3960949" y="1662288"/>
                  </a:lnTo>
                  <a:lnTo>
                    <a:pt x="3961074" y="1662288"/>
                  </a:lnTo>
                  <a:lnTo>
                    <a:pt x="3961199" y="1662288"/>
                  </a:lnTo>
                  <a:lnTo>
                    <a:pt x="3961324" y="1662288"/>
                  </a:lnTo>
                  <a:lnTo>
                    <a:pt x="3961449" y="1662288"/>
                  </a:lnTo>
                  <a:lnTo>
                    <a:pt x="3961574" y="1662288"/>
                  </a:lnTo>
                  <a:lnTo>
                    <a:pt x="3961699" y="1662288"/>
                  </a:lnTo>
                  <a:lnTo>
                    <a:pt x="3961824" y="1662288"/>
                  </a:lnTo>
                  <a:lnTo>
                    <a:pt x="3961949" y="1662288"/>
                  </a:lnTo>
                  <a:lnTo>
                    <a:pt x="3962074" y="1662288"/>
                  </a:lnTo>
                  <a:lnTo>
                    <a:pt x="3962199" y="1662288"/>
                  </a:lnTo>
                  <a:lnTo>
                    <a:pt x="3962324" y="1662288"/>
                  </a:lnTo>
                  <a:lnTo>
                    <a:pt x="3962449" y="1662288"/>
                  </a:lnTo>
                  <a:lnTo>
                    <a:pt x="3962574" y="1662288"/>
                  </a:lnTo>
                  <a:lnTo>
                    <a:pt x="3962699" y="1662288"/>
                  </a:lnTo>
                  <a:lnTo>
                    <a:pt x="3962824" y="1662288"/>
                  </a:lnTo>
                  <a:lnTo>
                    <a:pt x="3962824" y="1652334"/>
                  </a:lnTo>
                  <a:lnTo>
                    <a:pt x="3962949" y="1652334"/>
                  </a:lnTo>
                  <a:lnTo>
                    <a:pt x="3963074" y="1652334"/>
                  </a:lnTo>
                  <a:lnTo>
                    <a:pt x="3963074" y="1642380"/>
                  </a:lnTo>
                  <a:lnTo>
                    <a:pt x="3963199" y="1642380"/>
                  </a:lnTo>
                  <a:lnTo>
                    <a:pt x="3963324" y="1642380"/>
                  </a:lnTo>
                  <a:lnTo>
                    <a:pt x="3963449" y="1642380"/>
                  </a:lnTo>
                  <a:lnTo>
                    <a:pt x="3963575" y="1642380"/>
                  </a:lnTo>
                  <a:lnTo>
                    <a:pt x="3963700" y="1642380"/>
                  </a:lnTo>
                  <a:lnTo>
                    <a:pt x="3963825" y="1642380"/>
                  </a:lnTo>
                  <a:lnTo>
                    <a:pt x="3963950" y="1642380"/>
                  </a:lnTo>
                  <a:lnTo>
                    <a:pt x="3964075" y="1642380"/>
                  </a:lnTo>
                  <a:lnTo>
                    <a:pt x="3964200" y="1642380"/>
                  </a:lnTo>
                  <a:lnTo>
                    <a:pt x="3964325" y="1642380"/>
                  </a:lnTo>
                  <a:lnTo>
                    <a:pt x="3964450" y="1642380"/>
                  </a:lnTo>
                  <a:lnTo>
                    <a:pt x="3964575" y="1642380"/>
                  </a:lnTo>
                  <a:lnTo>
                    <a:pt x="3964700" y="1642380"/>
                  </a:lnTo>
                  <a:lnTo>
                    <a:pt x="3964825" y="1642380"/>
                  </a:lnTo>
                  <a:lnTo>
                    <a:pt x="3964950" y="1642380"/>
                  </a:lnTo>
                  <a:lnTo>
                    <a:pt x="3965075" y="1642380"/>
                  </a:lnTo>
                  <a:lnTo>
                    <a:pt x="3965200" y="1642380"/>
                  </a:lnTo>
                  <a:lnTo>
                    <a:pt x="3965325" y="1642380"/>
                  </a:lnTo>
                  <a:lnTo>
                    <a:pt x="3965450" y="1642380"/>
                  </a:lnTo>
                  <a:lnTo>
                    <a:pt x="3965575" y="1642380"/>
                  </a:lnTo>
                  <a:lnTo>
                    <a:pt x="3965700" y="1642380"/>
                  </a:lnTo>
                  <a:lnTo>
                    <a:pt x="3965825" y="1642380"/>
                  </a:lnTo>
                  <a:lnTo>
                    <a:pt x="3965950" y="1642380"/>
                  </a:lnTo>
                  <a:lnTo>
                    <a:pt x="3966075" y="1642380"/>
                  </a:lnTo>
                  <a:lnTo>
                    <a:pt x="3966200" y="1642380"/>
                  </a:lnTo>
                  <a:lnTo>
                    <a:pt x="3966325" y="1642380"/>
                  </a:lnTo>
                  <a:lnTo>
                    <a:pt x="3966450" y="1642380"/>
                  </a:lnTo>
                  <a:lnTo>
                    <a:pt x="3966576" y="1642380"/>
                  </a:lnTo>
                  <a:lnTo>
                    <a:pt x="3966701" y="1642380"/>
                  </a:lnTo>
                  <a:lnTo>
                    <a:pt x="3966826" y="1642380"/>
                  </a:lnTo>
                  <a:lnTo>
                    <a:pt x="3966951" y="1642380"/>
                  </a:lnTo>
                  <a:lnTo>
                    <a:pt x="3967076" y="1642380"/>
                  </a:lnTo>
                  <a:lnTo>
                    <a:pt x="3967201" y="1642380"/>
                  </a:lnTo>
                  <a:lnTo>
                    <a:pt x="3967326" y="1642380"/>
                  </a:lnTo>
                  <a:lnTo>
                    <a:pt x="3967451" y="1642380"/>
                  </a:lnTo>
                  <a:lnTo>
                    <a:pt x="3967576" y="1642380"/>
                  </a:lnTo>
                  <a:lnTo>
                    <a:pt x="3967701" y="1642380"/>
                  </a:lnTo>
                  <a:lnTo>
                    <a:pt x="3967826" y="1642380"/>
                  </a:lnTo>
                  <a:lnTo>
                    <a:pt x="3967951" y="1642380"/>
                  </a:lnTo>
                  <a:lnTo>
                    <a:pt x="3968076" y="1642380"/>
                  </a:lnTo>
                  <a:lnTo>
                    <a:pt x="3968201" y="1642380"/>
                  </a:lnTo>
                  <a:lnTo>
                    <a:pt x="3968326" y="1642380"/>
                  </a:lnTo>
                  <a:lnTo>
                    <a:pt x="3968451" y="1642380"/>
                  </a:lnTo>
                  <a:lnTo>
                    <a:pt x="3968576" y="1642380"/>
                  </a:lnTo>
                  <a:lnTo>
                    <a:pt x="3968701" y="1642380"/>
                  </a:lnTo>
                  <a:lnTo>
                    <a:pt x="3968826" y="1642380"/>
                  </a:lnTo>
                  <a:lnTo>
                    <a:pt x="3968951" y="1642380"/>
                  </a:lnTo>
                  <a:lnTo>
                    <a:pt x="3969076" y="1642380"/>
                  </a:lnTo>
                  <a:lnTo>
                    <a:pt x="3969201" y="1642380"/>
                  </a:lnTo>
                  <a:lnTo>
                    <a:pt x="3969326" y="1642380"/>
                  </a:lnTo>
                  <a:lnTo>
                    <a:pt x="3969451" y="1642380"/>
                  </a:lnTo>
                  <a:lnTo>
                    <a:pt x="3969577" y="1642380"/>
                  </a:lnTo>
                  <a:lnTo>
                    <a:pt x="3969702" y="1642380"/>
                  </a:lnTo>
                  <a:lnTo>
                    <a:pt x="3969827" y="1642380"/>
                  </a:lnTo>
                  <a:lnTo>
                    <a:pt x="3969952" y="1642380"/>
                  </a:lnTo>
                  <a:lnTo>
                    <a:pt x="3970077" y="1642380"/>
                  </a:lnTo>
                  <a:lnTo>
                    <a:pt x="3970202" y="1642380"/>
                  </a:lnTo>
                  <a:lnTo>
                    <a:pt x="3970327" y="1642380"/>
                  </a:lnTo>
                  <a:lnTo>
                    <a:pt x="3970452" y="1642380"/>
                  </a:lnTo>
                  <a:lnTo>
                    <a:pt x="3970577" y="1642380"/>
                  </a:lnTo>
                  <a:lnTo>
                    <a:pt x="3970702" y="1642380"/>
                  </a:lnTo>
                  <a:lnTo>
                    <a:pt x="3970827" y="1642380"/>
                  </a:lnTo>
                  <a:lnTo>
                    <a:pt x="3970952" y="1642380"/>
                  </a:lnTo>
                  <a:lnTo>
                    <a:pt x="3971077" y="1642380"/>
                  </a:lnTo>
                  <a:lnTo>
                    <a:pt x="3971202" y="1642380"/>
                  </a:lnTo>
                  <a:lnTo>
                    <a:pt x="3971327" y="1642380"/>
                  </a:lnTo>
                  <a:lnTo>
                    <a:pt x="3971452" y="1642380"/>
                  </a:lnTo>
                  <a:lnTo>
                    <a:pt x="3971577" y="1642380"/>
                  </a:lnTo>
                  <a:lnTo>
                    <a:pt x="3971702" y="1642380"/>
                  </a:lnTo>
                  <a:lnTo>
                    <a:pt x="3971827" y="1642380"/>
                  </a:lnTo>
                  <a:lnTo>
                    <a:pt x="3971952" y="1642380"/>
                  </a:lnTo>
                  <a:lnTo>
                    <a:pt x="3972077" y="1642380"/>
                  </a:lnTo>
                  <a:lnTo>
                    <a:pt x="3972202" y="1642380"/>
                  </a:lnTo>
                  <a:lnTo>
                    <a:pt x="3972327" y="1642380"/>
                  </a:lnTo>
                  <a:lnTo>
                    <a:pt x="3972452" y="1642380"/>
                  </a:lnTo>
                  <a:lnTo>
                    <a:pt x="3972578" y="1642380"/>
                  </a:lnTo>
                  <a:lnTo>
                    <a:pt x="3972703" y="1642380"/>
                  </a:lnTo>
                  <a:lnTo>
                    <a:pt x="3972828" y="1642380"/>
                  </a:lnTo>
                  <a:lnTo>
                    <a:pt x="3972953" y="1642380"/>
                  </a:lnTo>
                  <a:lnTo>
                    <a:pt x="3973078" y="1642380"/>
                  </a:lnTo>
                  <a:lnTo>
                    <a:pt x="3973203" y="1642380"/>
                  </a:lnTo>
                  <a:lnTo>
                    <a:pt x="3973328" y="1642380"/>
                  </a:lnTo>
                  <a:lnTo>
                    <a:pt x="3973453" y="1642380"/>
                  </a:lnTo>
                  <a:lnTo>
                    <a:pt x="3973578" y="1642380"/>
                  </a:lnTo>
                  <a:lnTo>
                    <a:pt x="3973703" y="1642380"/>
                  </a:lnTo>
                  <a:lnTo>
                    <a:pt x="3973828" y="1642380"/>
                  </a:lnTo>
                  <a:lnTo>
                    <a:pt x="3973953" y="1642380"/>
                  </a:lnTo>
                  <a:lnTo>
                    <a:pt x="3974078" y="1642380"/>
                  </a:lnTo>
                  <a:lnTo>
                    <a:pt x="3974203" y="1642380"/>
                  </a:lnTo>
                  <a:lnTo>
                    <a:pt x="3974328" y="1642380"/>
                  </a:lnTo>
                  <a:lnTo>
                    <a:pt x="3974453" y="1642380"/>
                  </a:lnTo>
                  <a:lnTo>
                    <a:pt x="3974578" y="1642380"/>
                  </a:lnTo>
                  <a:lnTo>
                    <a:pt x="3974703" y="1642380"/>
                  </a:lnTo>
                  <a:lnTo>
                    <a:pt x="3974828" y="1642380"/>
                  </a:lnTo>
                  <a:lnTo>
                    <a:pt x="3974953" y="1642380"/>
                  </a:lnTo>
                  <a:lnTo>
                    <a:pt x="3975078" y="1642380"/>
                  </a:lnTo>
                  <a:lnTo>
                    <a:pt x="3975203" y="1642380"/>
                  </a:lnTo>
                  <a:lnTo>
                    <a:pt x="3975328" y="1642380"/>
                  </a:lnTo>
                  <a:lnTo>
                    <a:pt x="3975453" y="1642380"/>
                  </a:lnTo>
                  <a:lnTo>
                    <a:pt x="3975579" y="1642380"/>
                  </a:lnTo>
                  <a:lnTo>
                    <a:pt x="3975704" y="1642380"/>
                  </a:lnTo>
                  <a:lnTo>
                    <a:pt x="3975829" y="1642380"/>
                  </a:lnTo>
                  <a:lnTo>
                    <a:pt x="3975954" y="1642380"/>
                  </a:lnTo>
                  <a:lnTo>
                    <a:pt x="3976079" y="1642380"/>
                  </a:lnTo>
                  <a:lnTo>
                    <a:pt x="3976204" y="1642380"/>
                  </a:lnTo>
                  <a:lnTo>
                    <a:pt x="3976329" y="1642380"/>
                  </a:lnTo>
                  <a:lnTo>
                    <a:pt x="3976454" y="1642380"/>
                  </a:lnTo>
                  <a:lnTo>
                    <a:pt x="3976579" y="1642380"/>
                  </a:lnTo>
                  <a:lnTo>
                    <a:pt x="3976704" y="1642380"/>
                  </a:lnTo>
                  <a:lnTo>
                    <a:pt x="3976829" y="1642380"/>
                  </a:lnTo>
                  <a:lnTo>
                    <a:pt x="3976954" y="1642380"/>
                  </a:lnTo>
                  <a:lnTo>
                    <a:pt x="3977079" y="1642380"/>
                  </a:lnTo>
                  <a:lnTo>
                    <a:pt x="3977204" y="1642380"/>
                  </a:lnTo>
                  <a:lnTo>
                    <a:pt x="3977329" y="1642380"/>
                  </a:lnTo>
                  <a:lnTo>
                    <a:pt x="3977454" y="1642380"/>
                  </a:lnTo>
                  <a:lnTo>
                    <a:pt x="3977579" y="1642380"/>
                  </a:lnTo>
                  <a:lnTo>
                    <a:pt x="3977704" y="1642380"/>
                  </a:lnTo>
                  <a:lnTo>
                    <a:pt x="3977829" y="1642380"/>
                  </a:lnTo>
                  <a:lnTo>
                    <a:pt x="3977954" y="1642380"/>
                  </a:lnTo>
                  <a:lnTo>
                    <a:pt x="3978079" y="1642380"/>
                  </a:lnTo>
                  <a:lnTo>
                    <a:pt x="3978204" y="1642380"/>
                  </a:lnTo>
                  <a:lnTo>
                    <a:pt x="3978329" y="1642380"/>
                  </a:lnTo>
                  <a:lnTo>
                    <a:pt x="3978454" y="1642380"/>
                  </a:lnTo>
                  <a:lnTo>
                    <a:pt x="3978580" y="1642380"/>
                  </a:lnTo>
                  <a:lnTo>
                    <a:pt x="3978705" y="1642380"/>
                  </a:lnTo>
                  <a:lnTo>
                    <a:pt x="3978830" y="1642380"/>
                  </a:lnTo>
                  <a:lnTo>
                    <a:pt x="3978955" y="1642380"/>
                  </a:lnTo>
                  <a:lnTo>
                    <a:pt x="3979080" y="1642380"/>
                  </a:lnTo>
                  <a:lnTo>
                    <a:pt x="3979205" y="1642380"/>
                  </a:lnTo>
                  <a:lnTo>
                    <a:pt x="3979330" y="1642380"/>
                  </a:lnTo>
                  <a:lnTo>
                    <a:pt x="3979455" y="1642380"/>
                  </a:lnTo>
                  <a:lnTo>
                    <a:pt x="3979580" y="1642380"/>
                  </a:lnTo>
                  <a:lnTo>
                    <a:pt x="3979705" y="1642380"/>
                  </a:lnTo>
                  <a:lnTo>
                    <a:pt x="3979830" y="1642380"/>
                  </a:lnTo>
                  <a:lnTo>
                    <a:pt x="3979955" y="1642380"/>
                  </a:lnTo>
                  <a:lnTo>
                    <a:pt x="3980080" y="1642380"/>
                  </a:lnTo>
                  <a:lnTo>
                    <a:pt x="3980205" y="1642380"/>
                  </a:lnTo>
                  <a:lnTo>
                    <a:pt x="3980330" y="1642380"/>
                  </a:lnTo>
                  <a:lnTo>
                    <a:pt x="3980455" y="1642380"/>
                  </a:lnTo>
                  <a:lnTo>
                    <a:pt x="3980580" y="1642380"/>
                  </a:lnTo>
                  <a:lnTo>
                    <a:pt x="3980705" y="1642380"/>
                  </a:lnTo>
                  <a:lnTo>
                    <a:pt x="3980830" y="1642380"/>
                  </a:lnTo>
                  <a:lnTo>
                    <a:pt x="3980955" y="1642380"/>
                  </a:lnTo>
                  <a:lnTo>
                    <a:pt x="3981080" y="1642380"/>
                  </a:lnTo>
                  <a:lnTo>
                    <a:pt x="3981205" y="1642380"/>
                  </a:lnTo>
                  <a:lnTo>
                    <a:pt x="3981330" y="1642380"/>
                  </a:lnTo>
                  <a:lnTo>
                    <a:pt x="3981455" y="1642380"/>
                  </a:lnTo>
                  <a:lnTo>
                    <a:pt x="3981581" y="1642380"/>
                  </a:lnTo>
                  <a:lnTo>
                    <a:pt x="3981706" y="1642380"/>
                  </a:lnTo>
                  <a:lnTo>
                    <a:pt x="3981831" y="1642380"/>
                  </a:lnTo>
                  <a:lnTo>
                    <a:pt x="3981956" y="1642380"/>
                  </a:lnTo>
                  <a:lnTo>
                    <a:pt x="3982081" y="1642380"/>
                  </a:lnTo>
                  <a:lnTo>
                    <a:pt x="3982206" y="1642380"/>
                  </a:lnTo>
                  <a:lnTo>
                    <a:pt x="3982331" y="1642380"/>
                  </a:lnTo>
                  <a:lnTo>
                    <a:pt x="3982456" y="1642380"/>
                  </a:lnTo>
                  <a:lnTo>
                    <a:pt x="3982581" y="1642380"/>
                  </a:lnTo>
                  <a:lnTo>
                    <a:pt x="3982706" y="1642380"/>
                  </a:lnTo>
                  <a:lnTo>
                    <a:pt x="3982831" y="1642380"/>
                  </a:lnTo>
                  <a:lnTo>
                    <a:pt x="3982956" y="1642380"/>
                  </a:lnTo>
                  <a:lnTo>
                    <a:pt x="3983081" y="1642380"/>
                  </a:lnTo>
                  <a:lnTo>
                    <a:pt x="3983206" y="1642380"/>
                  </a:lnTo>
                  <a:lnTo>
                    <a:pt x="3983331" y="1642380"/>
                  </a:lnTo>
                  <a:lnTo>
                    <a:pt x="3983456" y="1642380"/>
                  </a:lnTo>
                  <a:lnTo>
                    <a:pt x="3983581" y="1642380"/>
                  </a:lnTo>
                  <a:lnTo>
                    <a:pt x="3983706" y="1642380"/>
                  </a:lnTo>
                  <a:lnTo>
                    <a:pt x="3983831" y="1642380"/>
                  </a:lnTo>
                  <a:lnTo>
                    <a:pt x="3983956" y="1642380"/>
                  </a:lnTo>
                  <a:lnTo>
                    <a:pt x="3984081" y="1642380"/>
                  </a:lnTo>
                  <a:lnTo>
                    <a:pt x="3984206" y="1642380"/>
                  </a:lnTo>
                  <a:lnTo>
                    <a:pt x="3984331" y="1642380"/>
                  </a:lnTo>
                  <a:lnTo>
                    <a:pt x="3984456" y="1642380"/>
                  </a:lnTo>
                  <a:lnTo>
                    <a:pt x="3984582" y="1642380"/>
                  </a:lnTo>
                  <a:lnTo>
                    <a:pt x="3984707" y="1642380"/>
                  </a:lnTo>
                  <a:lnTo>
                    <a:pt x="3984832" y="1642380"/>
                  </a:lnTo>
                  <a:lnTo>
                    <a:pt x="3984957" y="1642380"/>
                  </a:lnTo>
                  <a:lnTo>
                    <a:pt x="3985082" y="1642380"/>
                  </a:lnTo>
                  <a:lnTo>
                    <a:pt x="3985207" y="1642380"/>
                  </a:lnTo>
                  <a:lnTo>
                    <a:pt x="3985332" y="1642380"/>
                  </a:lnTo>
                  <a:lnTo>
                    <a:pt x="3985457" y="1642380"/>
                  </a:lnTo>
                  <a:lnTo>
                    <a:pt x="3985582" y="1642380"/>
                  </a:lnTo>
                  <a:lnTo>
                    <a:pt x="3985707" y="1642380"/>
                  </a:lnTo>
                  <a:lnTo>
                    <a:pt x="3985832" y="1642380"/>
                  </a:lnTo>
                  <a:lnTo>
                    <a:pt x="3985957" y="1642380"/>
                  </a:lnTo>
                  <a:lnTo>
                    <a:pt x="3986082" y="1642380"/>
                  </a:lnTo>
                  <a:lnTo>
                    <a:pt x="3986207" y="1642380"/>
                  </a:lnTo>
                  <a:lnTo>
                    <a:pt x="3986332" y="1642380"/>
                  </a:lnTo>
                  <a:lnTo>
                    <a:pt x="3986457" y="1642380"/>
                  </a:lnTo>
                  <a:lnTo>
                    <a:pt x="3986582" y="1642380"/>
                  </a:lnTo>
                  <a:lnTo>
                    <a:pt x="3986707" y="1642380"/>
                  </a:lnTo>
                  <a:lnTo>
                    <a:pt x="3986832" y="1642380"/>
                  </a:lnTo>
                  <a:lnTo>
                    <a:pt x="3986957" y="1642380"/>
                  </a:lnTo>
                  <a:lnTo>
                    <a:pt x="3987082" y="1642380"/>
                  </a:lnTo>
                  <a:lnTo>
                    <a:pt x="3987207" y="1642380"/>
                  </a:lnTo>
                  <a:lnTo>
                    <a:pt x="3987332" y="1642380"/>
                  </a:lnTo>
                  <a:lnTo>
                    <a:pt x="3987457" y="1642380"/>
                  </a:lnTo>
                  <a:lnTo>
                    <a:pt x="3987583" y="1642380"/>
                  </a:lnTo>
                  <a:lnTo>
                    <a:pt x="3987708" y="1642380"/>
                  </a:lnTo>
                  <a:lnTo>
                    <a:pt x="3987833" y="1642380"/>
                  </a:lnTo>
                  <a:lnTo>
                    <a:pt x="3987958" y="1642380"/>
                  </a:lnTo>
                  <a:lnTo>
                    <a:pt x="3988083" y="1642380"/>
                  </a:lnTo>
                  <a:lnTo>
                    <a:pt x="3988208" y="1642380"/>
                  </a:lnTo>
                  <a:lnTo>
                    <a:pt x="3988333" y="1642380"/>
                  </a:lnTo>
                  <a:lnTo>
                    <a:pt x="3988458" y="1642380"/>
                  </a:lnTo>
                  <a:lnTo>
                    <a:pt x="3988583" y="1642380"/>
                  </a:lnTo>
                  <a:lnTo>
                    <a:pt x="3988708" y="1642380"/>
                  </a:lnTo>
                  <a:lnTo>
                    <a:pt x="3988833" y="1642380"/>
                  </a:lnTo>
                  <a:lnTo>
                    <a:pt x="3988958" y="1642380"/>
                  </a:lnTo>
                  <a:lnTo>
                    <a:pt x="3989083" y="1642380"/>
                  </a:lnTo>
                  <a:lnTo>
                    <a:pt x="3989208" y="1642380"/>
                  </a:lnTo>
                  <a:lnTo>
                    <a:pt x="3989333" y="1642380"/>
                  </a:lnTo>
                  <a:lnTo>
                    <a:pt x="3989458" y="1642380"/>
                  </a:lnTo>
                  <a:lnTo>
                    <a:pt x="3989583" y="1642380"/>
                  </a:lnTo>
                  <a:lnTo>
                    <a:pt x="3989708" y="1642380"/>
                  </a:lnTo>
                  <a:lnTo>
                    <a:pt x="3989833" y="1642380"/>
                  </a:lnTo>
                  <a:lnTo>
                    <a:pt x="3989958" y="1642380"/>
                  </a:lnTo>
                  <a:lnTo>
                    <a:pt x="3990083" y="1642380"/>
                  </a:lnTo>
                  <a:lnTo>
                    <a:pt x="3990208" y="1642380"/>
                  </a:lnTo>
                  <a:lnTo>
                    <a:pt x="3990333" y="1642380"/>
                  </a:lnTo>
                  <a:lnTo>
                    <a:pt x="3990458" y="1642380"/>
                  </a:lnTo>
                  <a:lnTo>
                    <a:pt x="3990584" y="1642380"/>
                  </a:lnTo>
                  <a:lnTo>
                    <a:pt x="3990709" y="1642380"/>
                  </a:lnTo>
                  <a:lnTo>
                    <a:pt x="3990834" y="1642380"/>
                  </a:lnTo>
                  <a:lnTo>
                    <a:pt x="3990959" y="1642380"/>
                  </a:lnTo>
                  <a:lnTo>
                    <a:pt x="3991084" y="1642380"/>
                  </a:lnTo>
                  <a:lnTo>
                    <a:pt x="3991209" y="1642380"/>
                  </a:lnTo>
                  <a:lnTo>
                    <a:pt x="3991334" y="1642380"/>
                  </a:lnTo>
                  <a:lnTo>
                    <a:pt x="3991459" y="1642380"/>
                  </a:lnTo>
                  <a:lnTo>
                    <a:pt x="3991584" y="1642380"/>
                  </a:lnTo>
                  <a:lnTo>
                    <a:pt x="3991709" y="1642380"/>
                  </a:lnTo>
                  <a:lnTo>
                    <a:pt x="3991834" y="1642380"/>
                  </a:lnTo>
                  <a:lnTo>
                    <a:pt x="3991959" y="1642380"/>
                  </a:lnTo>
                  <a:lnTo>
                    <a:pt x="3992084" y="1642380"/>
                  </a:lnTo>
                  <a:lnTo>
                    <a:pt x="3992209" y="1642380"/>
                  </a:lnTo>
                  <a:lnTo>
                    <a:pt x="3992334" y="1642380"/>
                  </a:lnTo>
                  <a:lnTo>
                    <a:pt x="3992459" y="1642380"/>
                  </a:lnTo>
                  <a:lnTo>
                    <a:pt x="3992584" y="1642380"/>
                  </a:lnTo>
                  <a:lnTo>
                    <a:pt x="3992709" y="1642380"/>
                  </a:lnTo>
                  <a:lnTo>
                    <a:pt x="3992834" y="1642380"/>
                  </a:lnTo>
                  <a:lnTo>
                    <a:pt x="3992959" y="1642380"/>
                  </a:lnTo>
                  <a:lnTo>
                    <a:pt x="3993084" y="1642380"/>
                  </a:lnTo>
                  <a:lnTo>
                    <a:pt x="3993209" y="1642380"/>
                  </a:lnTo>
                  <a:lnTo>
                    <a:pt x="3993334" y="1642380"/>
                  </a:lnTo>
                  <a:lnTo>
                    <a:pt x="3993459" y="1642380"/>
                  </a:lnTo>
                  <a:lnTo>
                    <a:pt x="3993585" y="1642380"/>
                  </a:lnTo>
                  <a:lnTo>
                    <a:pt x="3993710" y="1642380"/>
                  </a:lnTo>
                  <a:lnTo>
                    <a:pt x="3993835" y="1642380"/>
                  </a:lnTo>
                  <a:lnTo>
                    <a:pt x="3993960" y="1642380"/>
                  </a:lnTo>
                  <a:lnTo>
                    <a:pt x="3994085" y="1642380"/>
                  </a:lnTo>
                  <a:lnTo>
                    <a:pt x="3994210" y="1642380"/>
                  </a:lnTo>
                  <a:lnTo>
                    <a:pt x="3994335" y="1642380"/>
                  </a:lnTo>
                  <a:lnTo>
                    <a:pt x="3994460" y="1642380"/>
                  </a:lnTo>
                  <a:lnTo>
                    <a:pt x="3994585" y="1642380"/>
                  </a:lnTo>
                  <a:lnTo>
                    <a:pt x="3994710" y="1642380"/>
                  </a:lnTo>
                  <a:lnTo>
                    <a:pt x="3994835" y="1642380"/>
                  </a:lnTo>
                  <a:lnTo>
                    <a:pt x="3994960" y="1642380"/>
                  </a:lnTo>
                  <a:lnTo>
                    <a:pt x="3995085" y="1642380"/>
                  </a:lnTo>
                  <a:lnTo>
                    <a:pt x="3995210" y="1642380"/>
                  </a:lnTo>
                  <a:lnTo>
                    <a:pt x="3995335" y="1642380"/>
                  </a:lnTo>
                  <a:lnTo>
                    <a:pt x="3995460" y="1642380"/>
                  </a:lnTo>
                  <a:lnTo>
                    <a:pt x="3995585" y="1642380"/>
                  </a:lnTo>
                  <a:lnTo>
                    <a:pt x="3995710" y="1642380"/>
                  </a:lnTo>
                  <a:lnTo>
                    <a:pt x="3995835" y="1642380"/>
                  </a:lnTo>
                  <a:lnTo>
                    <a:pt x="3995960" y="1642380"/>
                  </a:lnTo>
                  <a:lnTo>
                    <a:pt x="3996085" y="1642380"/>
                  </a:lnTo>
                  <a:lnTo>
                    <a:pt x="3996210" y="1642380"/>
                  </a:lnTo>
                  <a:lnTo>
                    <a:pt x="3996335" y="1642380"/>
                  </a:lnTo>
                  <a:lnTo>
                    <a:pt x="3996460" y="1642380"/>
                  </a:lnTo>
                  <a:lnTo>
                    <a:pt x="3996586" y="1642380"/>
                  </a:lnTo>
                  <a:lnTo>
                    <a:pt x="3996711" y="1642380"/>
                  </a:lnTo>
                  <a:lnTo>
                    <a:pt x="3996836" y="1642380"/>
                  </a:lnTo>
                  <a:lnTo>
                    <a:pt x="3996961" y="1642380"/>
                  </a:lnTo>
                  <a:lnTo>
                    <a:pt x="3997086" y="1642380"/>
                  </a:lnTo>
                  <a:lnTo>
                    <a:pt x="3997211" y="1642380"/>
                  </a:lnTo>
                  <a:lnTo>
                    <a:pt x="3997336" y="1642380"/>
                  </a:lnTo>
                  <a:lnTo>
                    <a:pt x="3997461" y="1642380"/>
                  </a:lnTo>
                  <a:lnTo>
                    <a:pt x="3997586" y="1642380"/>
                  </a:lnTo>
                  <a:lnTo>
                    <a:pt x="3997711" y="1642380"/>
                  </a:lnTo>
                  <a:lnTo>
                    <a:pt x="3997836" y="1642380"/>
                  </a:lnTo>
                  <a:lnTo>
                    <a:pt x="3997961" y="1642380"/>
                  </a:lnTo>
                  <a:lnTo>
                    <a:pt x="3998086" y="1642380"/>
                  </a:lnTo>
                  <a:lnTo>
                    <a:pt x="3998211" y="1642380"/>
                  </a:lnTo>
                  <a:lnTo>
                    <a:pt x="3998336" y="1642380"/>
                  </a:lnTo>
                  <a:lnTo>
                    <a:pt x="3998461" y="1642380"/>
                  </a:lnTo>
                  <a:lnTo>
                    <a:pt x="3998586" y="1642380"/>
                  </a:lnTo>
                  <a:lnTo>
                    <a:pt x="3998711" y="1642380"/>
                  </a:lnTo>
                  <a:lnTo>
                    <a:pt x="3998836" y="1642380"/>
                  </a:lnTo>
                  <a:lnTo>
                    <a:pt x="3998961" y="1642380"/>
                  </a:lnTo>
                  <a:lnTo>
                    <a:pt x="3999086" y="1642380"/>
                  </a:lnTo>
                  <a:lnTo>
                    <a:pt x="3999211" y="1642380"/>
                  </a:lnTo>
                  <a:lnTo>
                    <a:pt x="3999336" y="1642380"/>
                  </a:lnTo>
                  <a:lnTo>
                    <a:pt x="3999462" y="1642380"/>
                  </a:lnTo>
                  <a:lnTo>
                    <a:pt x="3999587" y="1642380"/>
                  </a:lnTo>
                  <a:lnTo>
                    <a:pt x="3999712" y="1642380"/>
                  </a:lnTo>
                  <a:lnTo>
                    <a:pt x="3999837" y="1642380"/>
                  </a:lnTo>
                  <a:lnTo>
                    <a:pt x="3999962" y="1642380"/>
                  </a:lnTo>
                  <a:lnTo>
                    <a:pt x="4000087" y="1642380"/>
                  </a:lnTo>
                  <a:lnTo>
                    <a:pt x="4000212" y="1642380"/>
                  </a:lnTo>
                  <a:lnTo>
                    <a:pt x="4000337" y="1642380"/>
                  </a:lnTo>
                  <a:lnTo>
                    <a:pt x="4000462" y="1642380"/>
                  </a:lnTo>
                  <a:lnTo>
                    <a:pt x="4000587" y="1642380"/>
                  </a:lnTo>
                  <a:lnTo>
                    <a:pt x="4000712" y="1642380"/>
                  </a:lnTo>
                  <a:lnTo>
                    <a:pt x="4000837" y="1642380"/>
                  </a:lnTo>
                  <a:lnTo>
                    <a:pt x="4000962" y="1642380"/>
                  </a:lnTo>
                  <a:lnTo>
                    <a:pt x="4001087" y="1642380"/>
                  </a:lnTo>
                  <a:lnTo>
                    <a:pt x="4001212" y="1642380"/>
                  </a:lnTo>
                  <a:lnTo>
                    <a:pt x="4001337" y="1642380"/>
                  </a:lnTo>
                  <a:lnTo>
                    <a:pt x="4001462" y="1642380"/>
                  </a:lnTo>
                  <a:lnTo>
                    <a:pt x="4001587" y="1642380"/>
                  </a:lnTo>
                  <a:lnTo>
                    <a:pt x="4001712" y="1642380"/>
                  </a:lnTo>
                  <a:lnTo>
                    <a:pt x="4001837" y="1642380"/>
                  </a:lnTo>
                  <a:lnTo>
                    <a:pt x="4001962" y="1642380"/>
                  </a:lnTo>
                  <a:lnTo>
                    <a:pt x="4002087" y="1642380"/>
                  </a:lnTo>
                  <a:lnTo>
                    <a:pt x="4002212" y="1642380"/>
                  </a:lnTo>
                  <a:lnTo>
                    <a:pt x="4002337" y="1642380"/>
                  </a:lnTo>
                  <a:lnTo>
                    <a:pt x="4002463" y="1642380"/>
                  </a:lnTo>
                  <a:lnTo>
                    <a:pt x="4002588" y="1642380"/>
                  </a:lnTo>
                  <a:lnTo>
                    <a:pt x="4002713" y="1642380"/>
                  </a:lnTo>
                  <a:lnTo>
                    <a:pt x="4002838" y="1642380"/>
                  </a:lnTo>
                  <a:lnTo>
                    <a:pt x="4002963" y="1642380"/>
                  </a:lnTo>
                  <a:lnTo>
                    <a:pt x="4003088" y="1642380"/>
                  </a:lnTo>
                  <a:lnTo>
                    <a:pt x="4003213" y="1642380"/>
                  </a:lnTo>
                  <a:lnTo>
                    <a:pt x="4003338" y="1642380"/>
                  </a:lnTo>
                  <a:lnTo>
                    <a:pt x="4003463" y="1642380"/>
                  </a:lnTo>
                  <a:lnTo>
                    <a:pt x="4003588" y="1642380"/>
                  </a:lnTo>
                  <a:lnTo>
                    <a:pt x="4003713" y="1642380"/>
                  </a:lnTo>
                  <a:lnTo>
                    <a:pt x="4003838" y="1642380"/>
                  </a:lnTo>
                  <a:lnTo>
                    <a:pt x="4003963" y="1642380"/>
                  </a:lnTo>
                  <a:lnTo>
                    <a:pt x="4004088" y="1642380"/>
                  </a:lnTo>
                  <a:lnTo>
                    <a:pt x="4004213" y="1642380"/>
                  </a:lnTo>
                  <a:lnTo>
                    <a:pt x="4004338" y="1642380"/>
                  </a:lnTo>
                  <a:lnTo>
                    <a:pt x="4004463" y="1642380"/>
                  </a:lnTo>
                  <a:lnTo>
                    <a:pt x="4004588" y="1642380"/>
                  </a:lnTo>
                  <a:lnTo>
                    <a:pt x="4004713" y="1642380"/>
                  </a:lnTo>
                  <a:lnTo>
                    <a:pt x="4004838" y="1642380"/>
                  </a:lnTo>
                  <a:lnTo>
                    <a:pt x="4004963" y="1642380"/>
                  </a:lnTo>
                  <a:lnTo>
                    <a:pt x="4005088" y="1642380"/>
                  </a:lnTo>
                  <a:lnTo>
                    <a:pt x="4005213" y="1642380"/>
                  </a:lnTo>
                  <a:lnTo>
                    <a:pt x="4005338" y="1642380"/>
                  </a:lnTo>
                  <a:lnTo>
                    <a:pt x="4005464" y="1642380"/>
                  </a:lnTo>
                  <a:lnTo>
                    <a:pt x="4005589" y="1642380"/>
                  </a:lnTo>
                  <a:lnTo>
                    <a:pt x="4005714" y="1642380"/>
                  </a:lnTo>
                  <a:lnTo>
                    <a:pt x="4005839" y="1642380"/>
                  </a:lnTo>
                  <a:lnTo>
                    <a:pt x="4005964" y="1642380"/>
                  </a:lnTo>
                  <a:lnTo>
                    <a:pt x="4006089" y="1642380"/>
                  </a:lnTo>
                  <a:lnTo>
                    <a:pt x="4006214" y="1642380"/>
                  </a:lnTo>
                  <a:lnTo>
                    <a:pt x="4006339" y="1642380"/>
                  </a:lnTo>
                  <a:lnTo>
                    <a:pt x="4006464" y="1642380"/>
                  </a:lnTo>
                  <a:lnTo>
                    <a:pt x="4006589" y="1642380"/>
                  </a:lnTo>
                  <a:lnTo>
                    <a:pt x="4006714" y="1642380"/>
                  </a:lnTo>
                  <a:lnTo>
                    <a:pt x="4006839" y="1642380"/>
                  </a:lnTo>
                  <a:lnTo>
                    <a:pt x="4006964" y="1642380"/>
                  </a:lnTo>
                  <a:lnTo>
                    <a:pt x="4007089" y="1642380"/>
                  </a:lnTo>
                  <a:lnTo>
                    <a:pt x="4007214" y="1642380"/>
                  </a:lnTo>
                  <a:lnTo>
                    <a:pt x="4007339" y="1642380"/>
                  </a:lnTo>
                  <a:lnTo>
                    <a:pt x="4007464" y="1642380"/>
                  </a:lnTo>
                  <a:lnTo>
                    <a:pt x="4007589" y="1642380"/>
                  </a:lnTo>
                  <a:lnTo>
                    <a:pt x="4007714" y="1642380"/>
                  </a:lnTo>
                  <a:lnTo>
                    <a:pt x="4007839" y="1642380"/>
                  </a:lnTo>
                  <a:lnTo>
                    <a:pt x="4007964" y="1642380"/>
                  </a:lnTo>
                  <a:lnTo>
                    <a:pt x="4008089" y="1642380"/>
                  </a:lnTo>
                  <a:lnTo>
                    <a:pt x="4008214" y="1642380"/>
                  </a:lnTo>
                  <a:lnTo>
                    <a:pt x="4008339" y="1642380"/>
                  </a:lnTo>
                  <a:lnTo>
                    <a:pt x="4008465" y="1642380"/>
                  </a:lnTo>
                  <a:lnTo>
                    <a:pt x="4008590" y="1642380"/>
                  </a:lnTo>
                  <a:lnTo>
                    <a:pt x="4008715" y="1642380"/>
                  </a:lnTo>
                  <a:lnTo>
                    <a:pt x="4008840" y="1642380"/>
                  </a:lnTo>
                  <a:lnTo>
                    <a:pt x="4008965" y="1642380"/>
                  </a:lnTo>
                  <a:lnTo>
                    <a:pt x="4009090" y="1642380"/>
                  </a:lnTo>
                  <a:lnTo>
                    <a:pt x="4009215" y="1642380"/>
                  </a:lnTo>
                  <a:lnTo>
                    <a:pt x="4009340" y="1642380"/>
                  </a:lnTo>
                  <a:lnTo>
                    <a:pt x="4009465" y="1642380"/>
                  </a:lnTo>
                  <a:lnTo>
                    <a:pt x="4009590" y="1642380"/>
                  </a:lnTo>
                  <a:lnTo>
                    <a:pt x="4009715" y="1642380"/>
                  </a:lnTo>
                  <a:lnTo>
                    <a:pt x="4009840" y="1642380"/>
                  </a:lnTo>
                  <a:lnTo>
                    <a:pt x="4009965" y="1642380"/>
                  </a:lnTo>
                  <a:lnTo>
                    <a:pt x="4010090" y="1642380"/>
                  </a:lnTo>
                  <a:lnTo>
                    <a:pt x="4010215" y="1642380"/>
                  </a:lnTo>
                  <a:lnTo>
                    <a:pt x="4010340" y="1642380"/>
                  </a:lnTo>
                  <a:lnTo>
                    <a:pt x="4010465" y="1642380"/>
                  </a:lnTo>
                  <a:lnTo>
                    <a:pt x="4010590" y="1642380"/>
                  </a:lnTo>
                  <a:lnTo>
                    <a:pt x="4010715" y="1642380"/>
                  </a:lnTo>
                  <a:lnTo>
                    <a:pt x="4010840" y="1642380"/>
                  </a:lnTo>
                  <a:lnTo>
                    <a:pt x="4010965" y="1642380"/>
                  </a:lnTo>
                  <a:lnTo>
                    <a:pt x="4011090" y="1642380"/>
                  </a:lnTo>
                  <a:lnTo>
                    <a:pt x="4011215" y="1642380"/>
                  </a:lnTo>
                  <a:lnTo>
                    <a:pt x="4011340" y="1642380"/>
                  </a:lnTo>
                  <a:lnTo>
                    <a:pt x="4011466" y="1642380"/>
                  </a:lnTo>
                  <a:lnTo>
                    <a:pt x="4011591" y="1642380"/>
                  </a:lnTo>
                  <a:lnTo>
                    <a:pt x="4011716" y="1642380"/>
                  </a:lnTo>
                  <a:lnTo>
                    <a:pt x="4011841" y="1642380"/>
                  </a:lnTo>
                  <a:lnTo>
                    <a:pt x="4011966" y="1642380"/>
                  </a:lnTo>
                  <a:lnTo>
                    <a:pt x="4012091" y="1642380"/>
                  </a:lnTo>
                  <a:lnTo>
                    <a:pt x="4012216" y="1642380"/>
                  </a:lnTo>
                  <a:lnTo>
                    <a:pt x="4012341" y="1642380"/>
                  </a:lnTo>
                  <a:lnTo>
                    <a:pt x="4012466" y="1642380"/>
                  </a:lnTo>
                  <a:lnTo>
                    <a:pt x="4012591" y="1642380"/>
                  </a:lnTo>
                  <a:lnTo>
                    <a:pt x="4012716" y="1642380"/>
                  </a:lnTo>
                  <a:lnTo>
                    <a:pt x="4012841" y="1642380"/>
                  </a:lnTo>
                  <a:lnTo>
                    <a:pt x="4012966" y="1642380"/>
                  </a:lnTo>
                  <a:lnTo>
                    <a:pt x="4013091" y="1642380"/>
                  </a:lnTo>
                  <a:lnTo>
                    <a:pt x="4013216" y="1642380"/>
                  </a:lnTo>
                  <a:lnTo>
                    <a:pt x="4013341" y="1642380"/>
                  </a:lnTo>
                  <a:lnTo>
                    <a:pt x="4013466" y="1642380"/>
                  </a:lnTo>
                  <a:lnTo>
                    <a:pt x="4013591" y="1642380"/>
                  </a:lnTo>
                  <a:lnTo>
                    <a:pt x="4013716" y="1642380"/>
                  </a:lnTo>
                  <a:lnTo>
                    <a:pt x="4013841" y="1642380"/>
                  </a:lnTo>
                  <a:lnTo>
                    <a:pt x="4013966" y="1642380"/>
                  </a:lnTo>
                  <a:lnTo>
                    <a:pt x="4014091" y="1642380"/>
                  </a:lnTo>
                  <a:lnTo>
                    <a:pt x="4014216" y="1642380"/>
                  </a:lnTo>
                  <a:lnTo>
                    <a:pt x="4014341" y="1642380"/>
                  </a:lnTo>
                  <a:lnTo>
                    <a:pt x="4014467" y="1642380"/>
                  </a:lnTo>
                  <a:lnTo>
                    <a:pt x="4014592" y="1642380"/>
                  </a:lnTo>
                  <a:lnTo>
                    <a:pt x="4014717" y="1642380"/>
                  </a:lnTo>
                  <a:lnTo>
                    <a:pt x="4014842" y="1642380"/>
                  </a:lnTo>
                  <a:lnTo>
                    <a:pt x="4014967" y="1642380"/>
                  </a:lnTo>
                  <a:lnTo>
                    <a:pt x="4015092" y="1642380"/>
                  </a:lnTo>
                  <a:lnTo>
                    <a:pt x="4015217" y="1642380"/>
                  </a:lnTo>
                  <a:lnTo>
                    <a:pt x="4015342" y="1642380"/>
                  </a:lnTo>
                  <a:lnTo>
                    <a:pt x="4015467" y="1642380"/>
                  </a:lnTo>
                  <a:lnTo>
                    <a:pt x="4015592" y="1642380"/>
                  </a:lnTo>
                  <a:lnTo>
                    <a:pt x="4015717" y="1642380"/>
                  </a:lnTo>
                  <a:lnTo>
                    <a:pt x="4015842" y="1642380"/>
                  </a:lnTo>
                  <a:lnTo>
                    <a:pt x="4015967" y="1642380"/>
                  </a:lnTo>
                  <a:lnTo>
                    <a:pt x="4016092" y="1642380"/>
                  </a:lnTo>
                  <a:lnTo>
                    <a:pt x="4016217" y="1642380"/>
                  </a:lnTo>
                  <a:lnTo>
                    <a:pt x="4016342" y="1642380"/>
                  </a:lnTo>
                  <a:lnTo>
                    <a:pt x="4016467" y="1642380"/>
                  </a:lnTo>
                  <a:lnTo>
                    <a:pt x="4016592" y="1642380"/>
                  </a:lnTo>
                  <a:lnTo>
                    <a:pt x="4016717" y="1642380"/>
                  </a:lnTo>
                  <a:lnTo>
                    <a:pt x="4016842" y="1642380"/>
                  </a:lnTo>
                  <a:lnTo>
                    <a:pt x="4016967" y="1642380"/>
                  </a:lnTo>
                  <a:lnTo>
                    <a:pt x="4017092" y="1642380"/>
                  </a:lnTo>
                  <a:lnTo>
                    <a:pt x="4017217" y="1642380"/>
                  </a:lnTo>
                  <a:lnTo>
                    <a:pt x="4017342" y="1642380"/>
                  </a:lnTo>
                  <a:lnTo>
                    <a:pt x="4017468" y="1642380"/>
                  </a:lnTo>
                  <a:lnTo>
                    <a:pt x="4017593" y="1642380"/>
                  </a:lnTo>
                  <a:lnTo>
                    <a:pt x="4017718" y="1642380"/>
                  </a:lnTo>
                  <a:lnTo>
                    <a:pt x="4017843" y="1642380"/>
                  </a:lnTo>
                  <a:lnTo>
                    <a:pt x="4017968" y="1642380"/>
                  </a:lnTo>
                  <a:lnTo>
                    <a:pt x="4018093" y="1642380"/>
                  </a:lnTo>
                  <a:lnTo>
                    <a:pt x="4018218" y="1642380"/>
                  </a:lnTo>
                  <a:lnTo>
                    <a:pt x="4018343" y="1642380"/>
                  </a:lnTo>
                  <a:lnTo>
                    <a:pt x="4018468" y="1642380"/>
                  </a:lnTo>
                  <a:lnTo>
                    <a:pt x="4018593" y="1642380"/>
                  </a:lnTo>
                  <a:lnTo>
                    <a:pt x="4018718" y="1642380"/>
                  </a:lnTo>
                  <a:lnTo>
                    <a:pt x="4018843" y="1642380"/>
                  </a:lnTo>
                  <a:lnTo>
                    <a:pt x="4018968" y="1642380"/>
                  </a:lnTo>
                  <a:lnTo>
                    <a:pt x="4019093" y="1642380"/>
                  </a:lnTo>
                  <a:lnTo>
                    <a:pt x="4019218" y="1642380"/>
                  </a:lnTo>
                  <a:lnTo>
                    <a:pt x="4019343" y="1642380"/>
                  </a:lnTo>
                  <a:lnTo>
                    <a:pt x="4019468" y="1642380"/>
                  </a:lnTo>
                  <a:lnTo>
                    <a:pt x="4019593" y="1642380"/>
                  </a:lnTo>
                  <a:lnTo>
                    <a:pt x="4019718" y="1642380"/>
                  </a:lnTo>
                  <a:lnTo>
                    <a:pt x="4019843" y="1642380"/>
                  </a:lnTo>
                  <a:lnTo>
                    <a:pt x="4019968" y="1642380"/>
                  </a:lnTo>
                  <a:lnTo>
                    <a:pt x="4020093" y="1642380"/>
                  </a:lnTo>
                  <a:lnTo>
                    <a:pt x="4020218" y="1642380"/>
                  </a:lnTo>
                  <a:lnTo>
                    <a:pt x="4020343" y="1642380"/>
                  </a:lnTo>
                  <a:lnTo>
                    <a:pt x="4020469" y="1642380"/>
                  </a:lnTo>
                  <a:lnTo>
                    <a:pt x="4020594" y="1642380"/>
                  </a:lnTo>
                  <a:lnTo>
                    <a:pt x="4020719" y="1642380"/>
                  </a:lnTo>
                  <a:lnTo>
                    <a:pt x="4020844" y="1642380"/>
                  </a:lnTo>
                  <a:lnTo>
                    <a:pt x="4020969" y="1642380"/>
                  </a:lnTo>
                  <a:lnTo>
                    <a:pt x="4021094" y="1642380"/>
                  </a:lnTo>
                  <a:lnTo>
                    <a:pt x="4021219" y="1642380"/>
                  </a:lnTo>
                  <a:lnTo>
                    <a:pt x="4021344" y="1642380"/>
                  </a:lnTo>
                  <a:lnTo>
                    <a:pt x="4021469" y="1642380"/>
                  </a:lnTo>
                  <a:lnTo>
                    <a:pt x="4021594" y="1642380"/>
                  </a:lnTo>
                  <a:lnTo>
                    <a:pt x="4021719" y="1642380"/>
                  </a:lnTo>
                  <a:lnTo>
                    <a:pt x="4021844" y="1642380"/>
                  </a:lnTo>
                  <a:lnTo>
                    <a:pt x="4021969" y="1642380"/>
                  </a:lnTo>
                  <a:lnTo>
                    <a:pt x="4022094" y="1642380"/>
                  </a:lnTo>
                  <a:lnTo>
                    <a:pt x="4022219" y="1642380"/>
                  </a:lnTo>
                  <a:lnTo>
                    <a:pt x="4022344" y="1642380"/>
                  </a:lnTo>
                  <a:lnTo>
                    <a:pt x="4022469" y="1642380"/>
                  </a:lnTo>
                  <a:lnTo>
                    <a:pt x="4022594" y="1642380"/>
                  </a:lnTo>
                  <a:lnTo>
                    <a:pt x="4022719" y="1642380"/>
                  </a:lnTo>
                  <a:lnTo>
                    <a:pt x="4022844" y="1642380"/>
                  </a:lnTo>
                  <a:lnTo>
                    <a:pt x="4022969" y="1642380"/>
                  </a:lnTo>
                  <a:lnTo>
                    <a:pt x="4023094" y="1642380"/>
                  </a:lnTo>
                  <a:lnTo>
                    <a:pt x="4023219" y="1642380"/>
                  </a:lnTo>
                  <a:lnTo>
                    <a:pt x="4023344" y="1642380"/>
                  </a:lnTo>
                  <a:lnTo>
                    <a:pt x="4023470" y="1642380"/>
                  </a:lnTo>
                  <a:lnTo>
                    <a:pt x="4023595" y="1642380"/>
                  </a:lnTo>
                  <a:lnTo>
                    <a:pt x="4023720" y="1642380"/>
                  </a:lnTo>
                  <a:lnTo>
                    <a:pt x="4023845" y="1642380"/>
                  </a:lnTo>
                  <a:lnTo>
                    <a:pt x="4023845" y="1632426"/>
                  </a:lnTo>
                  <a:lnTo>
                    <a:pt x="4023970" y="1632426"/>
                  </a:lnTo>
                  <a:lnTo>
                    <a:pt x="4024095" y="1632426"/>
                  </a:lnTo>
                  <a:lnTo>
                    <a:pt x="4024220" y="1632426"/>
                  </a:lnTo>
                  <a:lnTo>
                    <a:pt x="4024345" y="1632426"/>
                  </a:lnTo>
                  <a:lnTo>
                    <a:pt x="4024470" y="1632426"/>
                  </a:lnTo>
                  <a:lnTo>
                    <a:pt x="4024595" y="1632426"/>
                  </a:lnTo>
                  <a:lnTo>
                    <a:pt x="4024720" y="1632426"/>
                  </a:lnTo>
                  <a:lnTo>
                    <a:pt x="4024845" y="1632426"/>
                  </a:lnTo>
                  <a:lnTo>
                    <a:pt x="4024970" y="1632426"/>
                  </a:lnTo>
                  <a:lnTo>
                    <a:pt x="4025095" y="1632426"/>
                  </a:lnTo>
                  <a:lnTo>
                    <a:pt x="4025220" y="1632426"/>
                  </a:lnTo>
                  <a:lnTo>
                    <a:pt x="4025345" y="1632426"/>
                  </a:lnTo>
                  <a:lnTo>
                    <a:pt x="4025470" y="1632426"/>
                  </a:lnTo>
                  <a:lnTo>
                    <a:pt x="4025595" y="1632426"/>
                  </a:lnTo>
                  <a:lnTo>
                    <a:pt x="4025720" y="1632426"/>
                  </a:lnTo>
                  <a:lnTo>
                    <a:pt x="4025845" y="1632426"/>
                  </a:lnTo>
                  <a:lnTo>
                    <a:pt x="4025970" y="1632426"/>
                  </a:lnTo>
                  <a:lnTo>
                    <a:pt x="4026095" y="1632426"/>
                  </a:lnTo>
                  <a:lnTo>
                    <a:pt x="4026220" y="1632426"/>
                  </a:lnTo>
                  <a:lnTo>
                    <a:pt x="4026345" y="1632426"/>
                  </a:lnTo>
                  <a:lnTo>
                    <a:pt x="4026471" y="1632426"/>
                  </a:lnTo>
                  <a:lnTo>
                    <a:pt x="4026596" y="1632426"/>
                  </a:lnTo>
                  <a:lnTo>
                    <a:pt x="4026721" y="1632426"/>
                  </a:lnTo>
                  <a:lnTo>
                    <a:pt x="4026846" y="1632426"/>
                  </a:lnTo>
                  <a:lnTo>
                    <a:pt x="4026971" y="1632426"/>
                  </a:lnTo>
                  <a:lnTo>
                    <a:pt x="4027096" y="1632426"/>
                  </a:lnTo>
                  <a:lnTo>
                    <a:pt x="4027221" y="1632426"/>
                  </a:lnTo>
                  <a:lnTo>
                    <a:pt x="4027346" y="1632426"/>
                  </a:lnTo>
                  <a:lnTo>
                    <a:pt x="4027471" y="1632426"/>
                  </a:lnTo>
                  <a:lnTo>
                    <a:pt x="4027596" y="1632426"/>
                  </a:lnTo>
                  <a:lnTo>
                    <a:pt x="4027721" y="1632426"/>
                  </a:lnTo>
                  <a:lnTo>
                    <a:pt x="4027846" y="1632426"/>
                  </a:lnTo>
                  <a:lnTo>
                    <a:pt x="4027971" y="1632426"/>
                  </a:lnTo>
                  <a:lnTo>
                    <a:pt x="4028096" y="1632426"/>
                  </a:lnTo>
                  <a:lnTo>
                    <a:pt x="4028221" y="1632426"/>
                  </a:lnTo>
                  <a:lnTo>
                    <a:pt x="4028346" y="1632426"/>
                  </a:lnTo>
                  <a:lnTo>
                    <a:pt x="4028471" y="1632426"/>
                  </a:lnTo>
                  <a:lnTo>
                    <a:pt x="4028596" y="1632426"/>
                  </a:lnTo>
                  <a:lnTo>
                    <a:pt x="4028721" y="1632426"/>
                  </a:lnTo>
                  <a:lnTo>
                    <a:pt x="4028846" y="1632426"/>
                  </a:lnTo>
                  <a:lnTo>
                    <a:pt x="4028971" y="1632426"/>
                  </a:lnTo>
                  <a:lnTo>
                    <a:pt x="4029096" y="1632426"/>
                  </a:lnTo>
                  <a:lnTo>
                    <a:pt x="4029221" y="1632426"/>
                  </a:lnTo>
                  <a:lnTo>
                    <a:pt x="4029346" y="1632426"/>
                  </a:lnTo>
                  <a:lnTo>
                    <a:pt x="4029472" y="1632426"/>
                  </a:lnTo>
                  <a:lnTo>
                    <a:pt x="4029597" y="1632426"/>
                  </a:lnTo>
                  <a:lnTo>
                    <a:pt x="4029722" y="1632426"/>
                  </a:lnTo>
                  <a:lnTo>
                    <a:pt x="4029847" y="1632426"/>
                  </a:lnTo>
                  <a:lnTo>
                    <a:pt x="4029972" y="1632426"/>
                  </a:lnTo>
                  <a:lnTo>
                    <a:pt x="4030097" y="1632426"/>
                  </a:lnTo>
                  <a:lnTo>
                    <a:pt x="4030222" y="1632426"/>
                  </a:lnTo>
                  <a:lnTo>
                    <a:pt x="4030347" y="1632426"/>
                  </a:lnTo>
                  <a:lnTo>
                    <a:pt x="4030472" y="1632426"/>
                  </a:lnTo>
                  <a:lnTo>
                    <a:pt x="4030597" y="1632426"/>
                  </a:lnTo>
                  <a:lnTo>
                    <a:pt x="4030722" y="1632426"/>
                  </a:lnTo>
                  <a:lnTo>
                    <a:pt x="4030847" y="1632426"/>
                  </a:lnTo>
                  <a:lnTo>
                    <a:pt x="4030972" y="1632426"/>
                  </a:lnTo>
                  <a:lnTo>
                    <a:pt x="4031097" y="1632426"/>
                  </a:lnTo>
                  <a:lnTo>
                    <a:pt x="4031222" y="1632426"/>
                  </a:lnTo>
                  <a:lnTo>
                    <a:pt x="4031347" y="1632426"/>
                  </a:lnTo>
                  <a:lnTo>
                    <a:pt x="4031472" y="1632426"/>
                  </a:lnTo>
                  <a:lnTo>
                    <a:pt x="4031597" y="1632426"/>
                  </a:lnTo>
                  <a:lnTo>
                    <a:pt x="4031722" y="1632426"/>
                  </a:lnTo>
                  <a:lnTo>
                    <a:pt x="4031847" y="1632426"/>
                  </a:lnTo>
                  <a:lnTo>
                    <a:pt x="4031972" y="1632426"/>
                  </a:lnTo>
                  <a:lnTo>
                    <a:pt x="4032097" y="1632426"/>
                  </a:lnTo>
                  <a:lnTo>
                    <a:pt x="4032222" y="1632426"/>
                  </a:lnTo>
                  <a:lnTo>
                    <a:pt x="4032347" y="1632426"/>
                  </a:lnTo>
                  <a:lnTo>
                    <a:pt x="4032473" y="1632426"/>
                  </a:lnTo>
                  <a:lnTo>
                    <a:pt x="4032598" y="1632426"/>
                  </a:lnTo>
                  <a:lnTo>
                    <a:pt x="4032723" y="1632426"/>
                  </a:lnTo>
                  <a:lnTo>
                    <a:pt x="4032848" y="1632426"/>
                  </a:lnTo>
                  <a:lnTo>
                    <a:pt x="4032973" y="1632426"/>
                  </a:lnTo>
                  <a:lnTo>
                    <a:pt x="4033098" y="1632426"/>
                  </a:lnTo>
                  <a:lnTo>
                    <a:pt x="4033223" y="1632426"/>
                  </a:lnTo>
                  <a:lnTo>
                    <a:pt x="4033348" y="1632426"/>
                  </a:lnTo>
                  <a:lnTo>
                    <a:pt x="4033473" y="1632426"/>
                  </a:lnTo>
                  <a:lnTo>
                    <a:pt x="4033598" y="1632426"/>
                  </a:lnTo>
                  <a:lnTo>
                    <a:pt x="4033723" y="1632426"/>
                  </a:lnTo>
                  <a:lnTo>
                    <a:pt x="4033848" y="1632426"/>
                  </a:lnTo>
                  <a:lnTo>
                    <a:pt x="4033973" y="1632426"/>
                  </a:lnTo>
                  <a:lnTo>
                    <a:pt x="4034098" y="1632426"/>
                  </a:lnTo>
                  <a:lnTo>
                    <a:pt x="4034223" y="1632426"/>
                  </a:lnTo>
                  <a:lnTo>
                    <a:pt x="4034348" y="1632426"/>
                  </a:lnTo>
                  <a:lnTo>
                    <a:pt x="4034473" y="1632426"/>
                  </a:lnTo>
                  <a:lnTo>
                    <a:pt x="4034598" y="1632426"/>
                  </a:lnTo>
                  <a:lnTo>
                    <a:pt x="4034723" y="1632426"/>
                  </a:lnTo>
                  <a:lnTo>
                    <a:pt x="4034848" y="1632426"/>
                  </a:lnTo>
                  <a:lnTo>
                    <a:pt x="4034973" y="1632426"/>
                  </a:lnTo>
                  <a:lnTo>
                    <a:pt x="4035098" y="1632426"/>
                  </a:lnTo>
                  <a:lnTo>
                    <a:pt x="4035223" y="1632426"/>
                  </a:lnTo>
                  <a:lnTo>
                    <a:pt x="4035348" y="1632426"/>
                  </a:lnTo>
                  <a:lnTo>
                    <a:pt x="4035474" y="1632426"/>
                  </a:lnTo>
                  <a:lnTo>
                    <a:pt x="4035599" y="1632426"/>
                  </a:lnTo>
                  <a:lnTo>
                    <a:pt x="4035724" y="1632426"/>
                  </a:lnTo>
                  <a:lnTo>
                    <a:pt x="4035849" y="1632426"/>
                  </a:lnTo>
                  <a:lnTo>
                    <a:pt x="4035974" y="1632426"/>
                  </a:lnTo>
                  <a:lnTo>
                    <a:pt x="4036099" y="1632426"/>
                  </a:lnTo>
                  <a:lnTo>
                    <a:pt x="4036224" y="1632426"/>
                  </a:lnTo>
                  <a:lnTo>
                    <a:pt x="4036349" y="1632426"/>
                  </a:lnTo>
                  <a:lnTo>
                    <a:pt x="4036474" y="1632426"/>
                  </a:lnTo>
                  <a:lnTo>
                    <a:pt x="4036599" y="1632426"/>
                  </a:lnTo>
                  <a:lnTo>
                    <a:pt x="4036724" y="1632426"/>
                  </a:lnTo>
                  <a:lnTo>
                    <a:pt x="4036849" y="1632426"/>
                  </a:lnTo>
                  <a:lnTo>
                    <a:pt x="4036974" y="1632426"/>
                  </a:lnTo>
                  <a:lnTo>
                    <a:pt x="4037099" y="1632426"/>
                  </a:lnTo>
                  <a:lnTo>
                    <a:pt x="4037224" y="1632426"/>
                  </a:lnTo>
                  <a:lnTo>
                    <a:pt x="4037349" y="1632426"/>
                  </a:lnTo>
                  <a:lnTo>
                    <a:pt x="4037474" y="1632426"/>
                  </a:lnTo>
                  <a:lnTo>
                    <a:pt x="4037599" y="1632426"/>
                  </a:lnTo>
                  <a:lnTo>
                    <a:pt x="4037724" y="1632426"/>
                  </a:lnTo>
                  <a:lnTo>
                    <a:pt x="4037849" y="1632426"/>
                  </a:lnTo>
                  <a:lnTo>
                    <a:pt x="4037974" y="1632426"/>
                  </a:lnTo>
                  <a:lnTo>
                    <a:pt x="4038099" y="1632426"/>
                  </a:lnTo>
                  <a:lnTo>
                    <a:pt x="4038224" y="1632426"/>
                  </a:lnTo>
                  <a:lnTo>
                    <a:pt x="4038350" y="1632426"/>
                  </a:lnTo>
                  <a:lnTo>
                    <a:pt x="4038475" y="1632426"/>
                  </a:lnTo>
                  <a:lnTo>
                    <a:pt x="4038600" y="1632426"/>
                  </a:lnTo>
                  <a:lnTo>
                    <a:pt x="4038725" y="1632426"/>
                  </a:lnTo>
                  <a:lnTo>
                    <a:pt x="4038850" y="1632426"/>
                  </a:lnTo>
                  <a:lnTo>
                    <a:pt x="4038975" y="1632426"/>
                  </a:lnTo>
                  <a:lnTo>
                    <a:pt x="4039100" y="1632426"/>
                  </a:lnTo>
                  <a:lnTo>
                    <a:pt x="4039225" y="1632426"/>
                  </a:lnTo>
                  <a:lnTo>
                    <a:pt x="4039350" y="1632426"/>
                  </a:lnTo>
                  <a:lnTo>
                    <a:pt x="4039475" y="1632426"/>
                  </a:lnTo>
                  <a:lnTo>
                    <a:pt x="4039600" y="1632426"/>
                  </a:lnTo>
                  <a:lnTo>
                    <a:pt x="4039725" y="1632426"/>
                  </a:lnTo>
                  <a:lnTo>
                    <a:pt x="4039850" y="1632426"/>
                  </a:lnTo>
                  <a:lnTo>
                    <a:pt x="4039975" y="1632426"/>
                  </a:lnTo>
                  <a:lnTo>
                    <a:pt x="4040100" y="1632426"/>
                  </a:lnTo>
                  <a:lnTo>
                    <a:pt x="4040225" y="1632426"/>
                  </a:lnTo>
                  <a:lnTo>
                    <a:pt x="4040350" y="1632426"/>
                  </a:lnTo>
                  <a:lnTo>
                    <a:pt x="4040475" y="1632426"/>
                  </a:lnTo>
                  <a:lnTo>
                    <a:pt x="4040600" y="1632426"/>
                  </a:lnTo>
                  <a:lnTo>
                    <a:pt x="4040725" y="1632426"/>
                  </a:lnTo>
                  <a:lnTo>
                    <a:pt x="4040850" y="1632426"/>
                  </a:lnTo>
                  <a:lnTo>
                    <a:pt x="4040975" y="1632426"/>
                  </a:lnTo>
                  <a:lnTo>
                    <a:pt x="4041100" y="1632426"/>
                  </a:lnTo>
                  <a:lnTo>
                    <a:pt x="4041225" y="1632426"/>
                  </a:lnTo>
                  <a:lnTo>
                    <a:pt x="4041351" y="1632426"/>
                  </a:lnTo>
                  <a:lnTo>
                    <a:pt x="4041476" y="1632426"/>
                  </a:lnTo>
                  <a:lnTo>
                    <a:pt x="4041601" y="1632426"/>
                  </a:lnTo>
                  <a:lnTo>
                    <a:pt x="4041601" y="1622473"/>
                  </a:lnTo>
                  <a:lnTo>
                    <a:pt x="4041726" y="1622473"/>
                  </a:lnTo>
                  <a:lnTo>
                    <a:pt x="4041851" y="1622473"/>
                  </a:lnTo>
                  <a:lnTo>
                    <a:pt x="4041976" y="1622473"/>
                  </a:lnTo>
                  <a:lnTo>
                    <a:pt x="4042101" y="1622473"/>
                  </a:lnTo>
                  <a:lnTo>
                    <a:pt x="4042226" y="1622473"/>
                  </a:lnTo>
                  <a:lnTo>
                    <a:pt x="4042351" y="1622473"/>
                  </a:lnTo>
                  <a:lnTo>
                    <a:pt x="4042476" y="1622473"/>
                  </a:lnTo>
                  <a:lnTo>
                    <a:pt x="4042601" y="1622473"/>
                  </a:lnTo>
                  <a:lnTo>
                    <a:pt x="4042726" y="1622473"/>
                  </a:lnTo>
                  <a:lnTo>
                    <a:pt x="4042851" y="1622473"/>
                  </a:lnTo>
                  <a:lnTo>
                    <a:pt x="4042976" y="1622473"/>
                  </a:lnTo>
                  <a:lnTo>
                    <a:pt x="4043101" y="1622473"/>
                  </a:lnTo>
                  <a:lnTo>
                    <a:pt x="4043226" y="1622473"/>
                  </a:lnTo>
                  <a:lnTo>
                    <a:pt x="4043351" y="1622473"/>
                  </a:lnTo>
                  <a:lnTo>
                    <a:pt x="4043476" y="1622473"/>
                  </a:lnTo>
                  <a:lnTo>
                    <a:pt x="4043601" y="1622473"/>
                  </a:lnTo>
                  <a:lnTo>
                    <a:pt x="4043726" y="1622473"/>
                  </a:lnTo>
                  <a:lnTo>
                    <a:pt x="4043851" y="1622473"/>
                  </a:lnTo>
                  <a:lnTo>
                    <a:pt x="4043976" y="1622473"/>
                  </a:lnTo>
                  <a:lnTo>
                    <a:pt x="4044101" y="1622473"/>
                  </a:lnTo>
                  <a:lnTo>
                    <a:pt x="4044226" y="1622473"/>
                  </a:lnTo>
                  <a:lnTo>
                    <a:pt x="4044352" y="1622473"/>
                  </a:lnTo>
                  <a:lnTo>
                    <a:pt x="4044477" y="1622473"/>
                  </a:lnTo>
                  <a:lnTo>
                    <a:pt x="4044602" y="1622473"/>
                  </a:lnTo>
                  <a:lnTo>
                    <a:pt x="4044727" y="1622473"/>
                  </a:lnTo>
                  <a:lnTo>
                    <a:pt x="4044852" y="1622473"/>
                  </a:lnTo>
                  <a:lnTo>
                    <a:pt x="4044977" y="1622473"/>
                  </a:lnTo>
                  <a:lnTo>
                    <a:pt x="4045102" y="1622473"/>
                  </a:lnTo>
                  <a:lnTo>
                    <a:pt x="4045227" y="1622473"/>
                  </a:lnTo>
                  <a:lnTo>
                    <a:pt x="4045352" y="1622473"/>
                  </a:lnTo>
                  <a:lnTo>
                    <a:pt x="4045477" y="1622473"/>
                  </a:lnTo>
                  <a:lnTo>
                    <a:pt x="4045602" y="1622473"/>
                  </a:lnTo>
                  <a:lnTo>
                    <a:pt x="4045727" y="1622473"/>
                  </a:lnTo>
                  <a:lnTo>
                    <a:pt x="4045852" y="1622473"/>
                  </a:lnTo>
                  <a:lnTo>
                    <a:pt x="4045977" y="1622473"/>
                  </a:lnTo>
                  <a:lnTo>
                    <a:pt x="4046102" y="1622473"/>
                  </a:lnTo>
                  <a:lnTo>
                    <a:pt x="4046227" y="1622473"/>
                  </a:lnTo>
                  <a:lnTo>
                    <a:pt x="4046352" y="1622473"/>
                  </a:lnTo>
                  <a:lnTo>
                    <a:pt x="4046477" y="1622473"/>
                  </a:lnTo>
                  <a:lnTo>
                    <a:pt x="4046602" y="1622473"/>
                  </a:lnTo>
                  <a:lnTo>
                    <a:pt x="4046727" y="1622473"/>
                  </a:lnTo>
                  <a:lnTo>
                    <a:pt x="4046852" y="1622473"/>
                  </a:lnTo>
                  <a:lnTo>
                    <a:pt x="4046977" y="1622473"/>
                  </a:lnTo>
                  <a:lnTo>
                    <a:pt x="4047102" y="1622473"/>
                  </a:lnTo>
                  <a:lnTo>
                    <a:pt x="4047227" y="1622473"/>
                  </a:lnTo>
                  <a:lnTo>
                    <a:pt x="4047353" y="1622473"/>
                  </a:lnTo>
                  <a:lnTo>
                    <a:pt x="4047478" y="1622473"/>
                  </a:lnTo>
                  <a:lnTo>
                    <a:pt x="4047603" y="1622473"/>
                  </a:lnTo>
                  <a:lnTo>
                    <a:pt x="4047728" y="1622473"/>
                  </a:lnTo>
                  <a:lnTo>
                    <a:pt x="4047853" y="1622473"/>
                  </a:lnTo>
                  <a:lnTo>
                    <a:pt x="4047978" y="1622473"/>
                  </a:lnTo>
                  <a:lnTo>
                    <a:pt x="4048103" y="1622473"/>
                  </a:lnTo>
                  <a:lnTo>
                    <a:pt x="4048228" y="1622473"/>
                  </a:lnTo>
                  <a:lnTo>
                    <a:pt x="4048353" y="1622473"/>
                  </a:lnTo>
                  <a:lnTo>
                    <a:pt x="4048478" y="1622473"/>
                  </a:lnTo>
                  <a:lnTo>
                    <a:pt x="4048603" y="1622473"/>
                  </a:lnTo>
                  <a:lnTo>
                    <a:pt x="4048728" y="1622473"/>
                  </a:lnTo>
                  <a:lnTo>
                    <a:pt x="4048853" y="1622473"/>
                  </a:lnTo>
                  <a:lnTo>
                    <a:pt x="4048978" y="1622473"/>
                  </a:lnTo>
                  <a:lnTo>
                    <a:pt x="4049103" y="1622473"/>
                  </a:lnTo>
                  <a:lnTo>
                    <a:pt x="4049228" y="1622473"/>
                  </a:lnTo>
                  <a:lnTo>
                    <a:pt x="4049353" y="1622473"/>
                  </a:lnTo>
                  <a:lnTo>
                    <a:pt x="4049353" y="1612519"/>
                  </a:lnTo>
                  <a:lnTo>
                    <a:pt x="4049478" y="1612519"/>
                  </a:lnTo>
                  <a:lnTo>
                    <a:pt x="4049603" y="1612519"/>
                  </a:lnTo>
                  <a:lnTo>
                    <a:pt x="4049728" y="1612519"/>
                  </a:lnTo>
                  <a:lnTo>
                    <a:pt x="4049853" y="1612519"/>
                  </a:lnTo>
                  <a:lnTo>
                    <a:pt x="4049978" y="1612519"/>
                  </a:lnTo>
                  <a:lnTo>
                    <a:pt x="4050103" y="1612519"/>
                  </a:lnTo>
                  <a:lnTo>
                    <a:pt x="4050228" y="1612519"/>
                  </a:lnTo>
                  <a:lnTo>
                    <a:pt x="4050354" y="1612519"/>
                  </a:lnTo>
                  <a:lnTo>
                    <a:pt x="4050479" y="1612519"/>
                  </a:lnTo>
                  <a:lnTo>
                    <a:pt x="4050604" y="1612519"/>
                  </a:lnTo>
                  <a:lnTo>
                    <a:pt x="4050729" y="1612519"/>
                  </a:lnTo>
                  <a:lnTo>
                    <a:pt x="4050854" y="1612519"/>
                  </a:lnTo>
                  <a:lnTo>
                    <a:pt x="4050979" y="1612519"/>
                  </a:lnTo>
                  <a:lnTo>
                    <a:pt x="4051104" y="1612519"/>
                  </a:lnTo>
                  <a:lnTo>
                    <a:pt x="4051229" y="1612519"/>
                  </a:lnTo>
                  <a:lnTo>
                    <a:pt x="4051354" y="1612519"/>
                  </a:lnTo>
                  <a:lnTo>
                    <a:pt x="4051479" y="1612519"/>
                  </a:lnTo>
                  <a:lnTo>
                    <a:pt x="4051604" y="1612519"/>
                  </a:lnTo>
                  <a:lnTo>
                    <a:pt x="4051729" y="1612519"/>
                  </a:lnTo>
                  <a:lnTo>
                    <a:pt x="4051854" y="1612519"/>
                  </a:lnTo>
                  <a:lnTo>
                    <a:pt x="4051979" y="1612519"/>
                  </a:lnTo>
                  <a:lnTo>
                    <a:pt x="4052104" y="1612519"/>
                  </a:lnTo>
                  <a:lnTo>
                    <a:pt x="4052229" y="1612519"/>
                  </a:lnTo>
                  <a:lnTo>
                    <a:pt x="4052354" y="1612519"/>
                  </a:lnTo>
                  <a:lnTo>
                    <a:pt x="4052479" y="1612519"/>
                  </a:lnTo>
                  <a:lnTo>
                    <a:pt x="4052604" y="1612519"/>
                  </a:lnTo>
                  <a:lnTo>
                    <a:pt x="4052729" y="1612519"/>
                  </a:lnTo>
                  <a:lnTo>
                    <a:pt x="4052854" y="1612519"/>
                  </a:lnTo>
                  <a:lnTo>
                    <a:pt x="4052979" y="1612519"/>
                  </a:lnTo>
                  <a:lnTo>
                    <a:pt x="4053104" y="1612519"/>
                  </a:lnTo>
                  <a:lnTo>
                    <a:pt x="4053229" y="1612519"/>
                  </a:lnTo>
                  <a:lnTo>
                    <a:pt x="4053355" y="1612519"/>
                  </a:lnTo>
                  <a:lnTo>
                    <a:pt x="4053480" y="1612519"/>
                  </a:lnTo>
                  <a:lnTo>
                    <a:pt x="4053605" y="1612519"/>
                  </a:lnTo>
                  <a:lnTo>
                    <a:pt x="4053730" y="1612519"/>
                  </a:lnTo>
                  <a:lnTo>
                    <a:pt x="4053855" y="1612519"/>
                  </a:lnTo>
                  <a:lnTo>
                    <a:pt x="4053980" y="1612519"/>
                  </a:lnTo>
                  <a:lnTo>
                    <a:pt x="4054105" y="1612519"/>
                  </a:lnTo>
                  <a:lnTo>
                    <a:pt x="4054230" y="1612519"/>
                  </a:lnTo>
                  <a:lnTo>
                    <a:pt x="4054355" y="1612519"/>
                  </a:lnTo>
                  <a:lnTo>
                    <a:pt x="4054480" y="1612519"/>
                  </a:lnTo>
                  <a:lnTo>
                    <a:pt x="4054605" y="1612519"/>
                  </a:lnTo>
                  <a:lnTo>
                    <a:pt x="4054730" y="1612519"/>
                  </a:lnTo>
                  <a:lnTo>
                    <a:pt x="4054855" y="1612519"/>
                  </a:lnTo>
                  <a:lnTo>
                    <a:pt x="4054980" y="1612519"/>
                  </a:lnTo>
                  <a:lnTo>
                    <a:pt x="4054980" y="1602565"/>
                  </a:lnTo>
                  <a:lnTo>
                    <a:pt x="4055105" y="1602565"/>
                  </a:lnTo>
                  <a:lnTo>
                    <a:pt x="4055230" y="1602565"/>
                  </a:lnTo>
                  <a:lnTo>
                    <a:pt x="4055355" y="1602565"/>
                  </a:lnTo>
                  <a:lnTo>
                    <a:pt x="4055480" y="1602565"/>
                  </a:lnTo>
                  <a:lnTo>
                    <a:pt x="4055605" y="1602565"/>
                  </a:lnTo>
                  <a:lnTo>
                    <a:pt x="4055730" y="1602565"/>
                  </a:lnTo>
                  <a:lnTo>
                    <a:pt x="4055855" y="1602565"/>
                  </a:lnTo>
                  <a:lnTo>
                    <a:pt x="4055980" y="1602565"/>
                  </a:lnTo>
                  <a:lnTo>
                    <a:pt x="4056105" y="1602565"/>
                  </a:lnTo>
                  <a:lnTo>
                    <a:pt x="4056230" y="1602565"/>
                  </a:lnTo>
                  <a:lnTo>
                    <a:pt x="4056356" y="1602565"/>
                  </a:lnTo>
                  <a:lnTo>
                    <a:pt x="4056481" y="1602565"/>
                  </a:lnTo>
                  <a:lnTo>
                    <a:pt x="4056606" y="1602565"/>
                  </a:lnTo>
                  <a:lnTo>
                    <a:pt x="4056731" y="1602565"/>
                  </a:lnTo>
                  <a:lnTo>
                    <a:pt x="4056856" y="1602565"/>
                  </a:lnTo>
                  <a:lnTo>
                    <a:pt x="4056981" y="1602565"/>
                  </a:lnTo>
                  <a:lnTo>
                    <a:pt x="4057106" y="1602565"/>
                  </a:lnTo>
                  <a:lnTo>
                    <a:pt x="4057231" y="1602565"/>
                  </a:lnTo>
                  <a:lnTo>
                    <a:pt x="4057356" y="1602565"/>
                  </a:lnTo>
                  <a:lnTo>
                    <a:pt x="4057481" y="1602565"/>
                  </a:lnTo>
                  <a:lnTo>
                    <a:pt x="4057606" y="1602565"/>
                  </a:lnTo>
                  <a:lnTo>
                    <a:pt x="4057731" y="1602565"/>
                  </a:lnTo>
                  <a:lnTo>
                    <a:pt x="4057731" y="1592611"/>
                  </a:lnTo>
                  <a:lnTo>
                    <a:pt x="4057856" y="1592611"/>
                  </a:lnTo>
                  <a:lnTo>
                    <a:pt x="4057981" y="1592611"/>
                  </a:lnTo>
                  <a:lnTo>
                    <a:pt x="4058106" y="1592611"/>
                  </a:lnTo>
                  <a:lnTo>
                    <a:pt x="4058231" y="1592611"/>
                  </a:lnTo>
                  <a:lnTo>
                    <a:pt x="4058356" y="1592611"/>
                  </a:lnTo>
                  <a:lnTo>
                    <a:pt x="4058481" y="1592611"/>
                  </a:lnTo>
                  <a:lnTo>
                    <a:pt x="4058606" y="1592611"/>
                  </a:lnTo>
                  <a:lnTo>
                    <a:pt x="4058731" y="1592611"/>
                  </a:lnTo>
                  <a:lnTo>
                    <a:pt x="4058856" y="1592611"/>
                  </a:lnTo>
                  <a:lnTo>
                    <a:pt x="4058981" y="1592611"/>
                  </a:lnTo>
                  <a:lnTo>
                    <a:pt x="4059106" y="1592611"/>
                  </a:lnTo>
                  <a:lnTo>
                    <a:pt x="4059231" y="1592611"/>
                  </a:lnTo>
                  <a:lnTo>
                    <a:pt x="4059357" y="1592611"/>
                  </a:lnTo>
                  <a:lnTo>
                    <a:pt x="4059482" y="1592611"/>
                  </a:lnTo>
                  <a:lnTo>
                    <a:pt x="4059607" y="1592611"/>
                  </a:lnTo>
                  <a:lnTo>
                    <a:pt x="4059732" y="1592611"/>
                  </a:lnTo>
                  <a:lnTo>
                    <a:pt x="4059857" y="1592611"/>
                  </a:lnTo>
                  <a:lnTo>
                    <a:pt x="4059982" y="1592611"/>
                  </a:lnTo>
                  <a:lnTo>
                    <a:pt x="4060107" y="1592611"/>
                  </a:lnTo>
                  <a:lnTo>
                    <a:pt x="4060232" y="1592611"/>
                  </a:lnTo>
                  <a:lnTo>
                    <a:pt x="4060357" y="1592611"/>
                  </a:lnTo>
                  <a:lnTo>
                    <a:pt x="4060482" y="1592611"/>
                  </a:lnTo>
                  <a:lnTo>
                    <a:pt x="4060607" y="1592611"/>
                  </a:lnTo>
                  <a:lnTo>
                    <a:pt x="4060732" y="1592611"/>
                  </a:lnTo>
                  <a:lnTo>
                    <a:pt x="4060857" y="1592611"/>
                  </a:lnTo>
                  <a:lnTo>
                    <a:pt x="4060982" y="1592611"/>
                  </a:lnTo>
                  <a:lnTo>
                    <a:pt x="4061107" y="1592611"/>
                  </a:lnTo>
                  <a:lnTo>
                    <a:pt x="4061232" y="1592611"/>
                  </a:lnTo>
                  <a:lnTo>
                    <a:pt x="4061357" y="1592611"/>
                  </a:lnTo>
                  <a:lnTo>
                    <a:pt x="4061482" y="1592611"/>
                  </a:lnTo>
                  <a:lnTo>
                    <a:pt x="4061607" y="1592611"/>
                  </a:lnTo>
                  <a:lnTo>
                    <a:pt x="4061732" y="1592611"/>
                  </a:lnTo>
                  <a:lnTo>
                    <a:pt x="4061857" y="1592611"/>
                  </a:lnTo>
                  <a:lnTo>
                    <a:pt x="4061982" y="1592611"/>
                  </a:lnTo>
                  <a:lnTo>
                    <a:pt x="4062107" y="1592611"/>
                  </a:lnTo>
                  <a:lnTo>
                    <a:pt x="4062232" y="1592611"/>
                  </a:lnTo>
                  <a:lnTo>
                    <a:pt x="4062358" y="1592611"/>
                  </a:lnTo>
                  <a:lnTo>
                    <a:pt x="4062483" y="1592611"/>
                  </a:lnTo>
                  <a:lnTo>
                    <a:pt x="4062608" y="1592611"/>
                  </a:lnTo>
                  <a:lnTo>
                    <a:pt x="4062733" y="1592611"/>
                  </a:lnTo>
                  <a:lnTo>
                    <a:pt x="4062858" y="1592611"/>
                  </a:lnTo>
                  <a:lnTo>
                    <a:pt x="4062983" y="1592611"/>
                  </a:lnTo>
                  <a:lnTo>
                    <a:pt x="4063108" y="1592611"/>
                  </a:lnTo>
                  <a:lnTo>
                    <a:pt x="4063233" y="1592611"/>
                  </a:lnTo>
                  <a:lnTo>
                    <a:pt x="4063358" y="1592611"/>
                  </a:lnTo>
                  <a:lnTo>
                    <a:pt x="4063483" y="1592611"/>
                  </a:lnTo>
                  <a:lnTo>
                    <a:pt x="4063608" y="1592611"/>
                  </a:lnTo>
                  <a:lnTo>
                    <a:pt x="4063733" y="1592611"/>
                  </a:lnTo>
                  <a:lnTo>
                    <a:pt x="4063858" y="1592611"/>
                  </a:lnTo>
                  <a:lnTo>
                    <a:pt x="4063983" y="1592611"/>
                  </a:lnTo>
                  <a:lnTo>
                    <a:pt x="4064108" y="1592611"/>
                  </a:lnTo>
                  <a:lnTo>
                    <a:pt x="4064233" y="1592611"/>
                  </a:lnTo>
                  <a:lnTo>
                    <a:pt x="4064358" y="1592611"/>
                  </a:lnTo>
                  <a:lnTo>
                    <a:pt x="4064483" y="1592611"/>
                  </a:lnTo>
                  <a:lnTo>
                    <a:pt x="4064483" y="1582657"/>
                  </a:lnTo>
                  <a:lnTo>
                    <a:pt x="4064608" y="1582657"/>
                  </a:lnTo>
                  <a:lnTo>
                    <a:pt x="4064733" y="1582657"/>
                  </a:lnTo>
                  <a:lnTo>
                    <a:pt x="4064858" y="1582657"/>
                  </a:lnTo>
                  <a:lnTo>
                    <a:pt x="4064983" y="1582657"/>
                  </a:lnTo>
                  <a:lnTo>
                    <a:pt x="4065108" y="1582657"/>
                  </a:lnTo>
                  <a:lnTo>
                    <a:pt x="4065233" y="1582657"/>
                  </a:lnTo>
                  <a:lnTo>
                    <a:pt x="4065359" y="1582657"/>
                  </a:lnTo>
                  <a:lnTo>
                    <a:pt x="4065484" y="1582657"/>
                  </a:lnTo>
                  <a:lnTo>
                    <a:pt x="4065609" y="1582657"/>
                  </a:lnTo>
                  <a:lnTo>
                    <a:pt x="4065734" y="1582657"/>
                  </a:lnTo>
                  <a:lnTo>
                    <a:pt x="4065859" y="1582657"/>
                  </a:lnTo>
                  <a:lnTo>
                    <a:pt x="4065984" y="1582657"/>
                  </a:lnTo>
                  <a:lnTo>
                    <a:pt x="4066109" y="1582657"/>
                  </a:lnTo>
                  <a:lnTo>
                    <a:pt x="4066234" y="1582657"/>
                  </a:lnTo>
                  <a:lnTo>
                    <a:pt x="4066359" y="1582657"/>
                  </a:lnTo>
                  <a:lnTo>
                    <a:pt x="4066484" y="1582657"/>
                  </a:lnTo>
                  <a:lnTo>
                    <a:pt x="4066609" y="1582657"/>
                  </a:lnTo>
                  <a:lnTo>
                    <a:pt x="4066734" y="1582657"/>
                  </a:lnTo>
                  <a:lnTo>
                    <a:pt x="4066859" y="1582657"/>
                  </a:lnTo>
                  <a:lnTo>
                    <a:pt x="4066984" y="1582657"/>
                  </a:lnTo>
                  <a:lnTo>
                    <a:pt x="4067109" y="1582657"/>
                  </a:lnTo>
                  <a:lnTo>
                    <a:pt x="4067234" y="1582657"/>
                  </a:lnTo>
                  <a:lnTo>
                    <a:pt x="4067359" y="1582657"/>
                  </a:lnTo>
                  <a:lnTo>
                    <a:pt x="4067484" y="1582657"/>
                  </a:lnTo>
                  <a:lnTo>
                    <a:pt x="4067609" y="1582657"/>
                  </a:lnTo>
                  <a:lnTo>
                    <a:pt x="4067734" y="1582657"/>
                  </a:lnTo>
                  <a:lnTo>
                    <a:pt x="4067859" y="1582657"/>
                  </a:lnTo>
                  <a:lnTo>
                    <a:pt x="4067984" y="1582657"/>
                  </a:lnTo>
                  <a:lnTo>
                    <a:pt x="4068109" y="1582657"/>
                  </a:lnTo>
                  <a:lnTo>
                    <a:pt x="4068234" y="1582657"/>
                  </a:lnTo>
                  <a:lnTo>
                    <a:pt x="4068360" y="1582657"/>
                  </a:lnTo>
                  <a:lnTo>
                    <a:pt x="4068485" y="1582657"/>
                  </a:lnTo>
                  <a:lnTo>
                    <a:pt x="4068610" y="1582657"/>
                  </a:lnTo>
                  <a:lnTo>
                    <a:pt x="4068735" y="1582657"/>
                  </a:lnTo>
                  <a:lnTo>
                    <a:pt x="4068860" y="1582657"/>
                  </a:lnTo>
                  <a:lnTo>
                    <a:pt x="4068985" y="1582657"/>
                  </a:lnTo>
                  <a:lnTo>
                    <a:pt x="4069110" y="1582657"/>
                  </a:lnTo>
                  <a:lnTo>
                    <a:pt x="4069235" y="1582657"/>
                  </a:lnTo>
                  <a:lnTo>
                    <a:pt x="4069360" y="1582657"/>
                  </a:lnTo>
                  <a:lnTo>
                    <a:pt x="4069485" y="1582657"/>
                  </a:lnTo>
                  <a:lnTo>
                    <a:pt x="4069610" y="1582657"/>
                  </a:lnTo>
                  <a:lnTo>
                    <a:pt x="4069735" y="1582657"/>
                  </a:lnTo>
                  <a:lnTo>
                    <a:pt x="4069860" y="1582657"/>
                  </a:lnTo>
                  <a:lnTo>
                    <a:pt x="4069985" y="1582657"/>
                  </a:lnTo>
                  <a:lnTo>
                    <a:pt x="4070110" y="1582657"/>
                  </a:lnTo>
                  <a:lnTo>
                    <a:pt x="4070235" y="1582657"/>
                  </a:lnTo>
                  <a:lnTo>
                    <a:pt x="4070360" y="1582657"/>
                  </a:lnTo>
                  <a:lnTo>
                    <a:pt x="4070485" y="1582657"/>
                  </a:lnTo>
                  <a:lnTo>
                    <a:pt x="4070610" y="1582657"/>
                  </a:lnTo>
                  <a:lnTo>
                    <a:pt x="4070735" y="1582657"/>
                  </a:lnTo>
                  <a:lnTo>
                    <a:pt x="4070860" y="1582657"/>
                  </a:lnTo>
                  <a:lnTo>
                    <a:pt x="4070985" y="1582657"/>
                  </a:lnTo>
                  <a:lnTo>
                    <a:pt x="4071110" y="1582657"/>
                  </a:lnTo>
                  <a:lnTo>
                    <a:pt x="4071235" y="1582657"/>
                  </a:lnTo>
                  <a:lnTo>
                    <a:pt x="4071361" y="1582657"/>
                  </a:lnTo>
                  <a:lnTo>
                    <a:pt x="4071486" y="1582657"/>
                  </a:lnTo>
                  <a:lnTo>
                    <a:pt x="4071611" y="1582657"/>
                  </a:lnTo>
                  <a:lnTo>
                    <a:pt x="4071611" y="1572703"/>
                  </a:lnTo>
                  <a:lnTo>
                    <a:pt x="4071736" y="1572703"/>
                  </a:lnTo>
                  <a:lnTo>
                    <a:pt x="4071861" y="1572703"/>
                  </a:lnTo>
                  <a:lnTo>
                    <a:pt x="4071986" y="1572703"/>
                  </a:lnTo>
                  <a:lnTo>
                    <a:pt x="4072111" y="1572703"/>
                  </a:lnTo>
                  <a:lnTo>
                    <a:pt x="4072236" y="1572703"/>
                  </a:lnTo>
                  <a:lnTo>
                    <a:pt x="4072361" y="1572703"/>
                  </a:lnTo>
                  <a:lnTo>
                    <a:pt x="4072486" y="1572703"/>
                  </a:lnTo>
                  <a:lnTo>
                    <a:pt x="4072611" y="1572703"/>
                  </a:lnTo>
                  <a:lnTo>
                    <a:pt x="4072736" y="1572703"/>
                  </a:lnTo>
                  <a:lnTo>
                    <a:pt x="4072861" y="1572703"/>
                  </a:lnTo>
                  <a:lnTo>
                    <a:pt x="4072986" y="1572703"/>
                  </a:lnTo>
                  <a:lnTo>
                    <a:pt x="4073111" y="1572703"/>
                  </a:lnTo>
                  <a:lnTo>
                    <a:pt x="4073236" y="1572703"/>
                  </a:lnTo>
                  <a:lnTo>
                    <a:pt x="4073361" y="1572703"/>
                  </a:lnTo>
                  <a:lnTo>
                    <a:pt x="4073486" y="1572703"/>
                  </a:lnTo>
                  <a:lnTo>
                    <a:pt x="4073611" y="1572703"/>
                  </a:lnTo>
                  <a:lnTo>
                    <a:pt x="4073736" y="1572703"/>
                  </a:lnTo>
                  <a:lnTo>
                    <a:pt x="4073861" y="1572703"/>
                  </a:lnTo>
                  <a:lnTo>
                    <a:pt x="4073986" y="1572703"/>
                  </a:lnTo>
                  <a:lnTo>
                    <a:pt x="4074111" y="1572703"/>
                  </a:lnTo>
                  <a:lnTo>
                    <a:pt x="4074237" y="1572703"/>
                  </a:lnTo>
                  <a:lnTo>
                    <a:pt x="4074362" y="1572703"/>
                  </a:lnTo>
                  <a:lnTo>
                    <a:pt x="4074487" y="1572703"/>
                  </a:lnTo>
                  <a:lnTo>
                    <a:pt x="4074612" y="1572703"/>
                  </a:lnTo>
                  <a:lnTo>
                    <a:pt x="4074737" y="1572703"/>
                  </a:lnTo>
                  <a:lnTo>
                    <a:pt x="4074862" y="1572703"/>
                  </a:lnTo>
                  <a:lnTo>
                    <a:pt x="4074987" y="1572703"/>
                  </a:lnTo>
                  <a:lnTo>
                    <a:pt x="4075112" y="1572703"/>
                  </a:lnTo>
                  <a:lnTo>
                    <a:pt x="4075237" y="1572703"/>
                  </a:lnTo>
                  <a:lnTo>
                    <a:pt x="4075362" y="1572703"/>
                  </a:lnTo>
                  <a:lnTo>
                    <a:pt x="4075487" y="1572703"/>
                  </a:lnTo>
                  <a:lnTo>
                    <a:pt x="4075612" y="1572703"/>
                  </a:lnTo>
                  <a:lnTo>
                    <a:pt x="4075737" y="1572703"/>
                  </a:lnTo>
                  <a:lnTo>
                    <a:pt x="4075862" y="1572703"/>
                  </a:lnTo>
                  <a:lnTo>
                    <a:pt x="4075987" y="1572703"/>
                  </a:lnTo>
                  <a:lnTo>
                    <a:pt x="4076112" y="1572703"/>
                  </a:lnTo>
                  <a:lnTo>
                    <a:pt x="4076237" y="1572703"/>
                  </a:lnTo>
                  <a:lnTo>
                    <a:pt x="4076362" y="1572703"/>
                  </a:lnTo>
                  <a:lnTo>
                    <a:pt x="4076487" y="1572703"/>
                  </a:lnTo>
                  <a:lnTo>
                    <a:pt x="4076612" y="1572703"/>
                  </a:lnTo>
                  <a:lnTo>
                    <a:pt x="4076737" y="1572703"/>
                  </a:lnTo>
                  <a:lnTo>
                    <a:pt x="4076862" y="1572703"/>
                  </a:lnTo>
                  <a:lnTo>
                    <a:pt x="4076987" y="1572703"/>
                  </a:lnTo>
                  <a:lnTo>
                    <a:pt x="4077112" y="1572703"/>
                  </a:lnTo>
                  <a:lnTo>
                    <a:pt x="4077238" y="1572703"/>
                  </a:lnTo>
                  <a:lnTo>
                    <a:pt x="4077363" y="1572703"/>
                  </a:lnTo>
                  <a:lnTo>
                    <a:pt x="4077488" y="1572703"/>
                  </a:lnTo>
                  <a:lnTo>
                    <a:pt x="4077613" y="1572703"/>
                  </a:lnTo>
                  <a:lnTo>
                    <a:pt x="4077738" y="1572703"/>
                  </a:lnTo>
                  <a:lnTo>
                    <a:pt x="4077863" y="1572703"/>
                  </a:lnTo>
                  <a:lnTo>
                    <a:pt x="4077988" y="1572703"/>
                  </a:lnTo>
                  <a:lnTo>
                    <a:pt x="4078113" y="1572703"/>
                  </a:lnTo>
                  <a:lnTo>
                    <a:pt x="4078238" y="1572703"/>
                  </a:lnTo>
                  <a:lnTo>
                    <a:pt x="4078363" y="1572703"/>
                  </a:lnTo>
                  <a:lnTo>
                    <a:pt x="4078488" y="1572703"/>
                  </a:lnTo>
                  <a:lnTo>
                    <a:pt x="4078613" y="1572703"/>
                  </a:lnTo>
                  <a:lnTo>
                    <a:pt x="4078738" y="1572703"/>
                  </a:lnTo>
                  <a:lnTo>
                    <a:pt x="4078863" y="1572703"/>
                  </a:lnTo>
                  <a:lnTo>
                    <a:pt x="4078988" y="1572703"/>
                  </a:lnTo>
                  <a:lnTo>
                    <a:pt x="4079113" y="1572703"/>
                  </a:lnTo>
                  <a:lnTo>
                    <a:pt x="4079238" y="1572703"/>
                  </a:lnTo>
                  <a:lnTo>
                    <a:pt x="4079363" y="1572703"/>
                  </a:lnTo>
                  <a:lnTo>
                    <a:pt x="4079488" y="1572703"/>
                  </a:lnTo>
                  <a:lnTo>
                    <a:pt x="4079613" y="1572703"/>
                  </a:lnTo>
                  <a:lnTo>
                    <a:pt x="4079738" y="1572703"/>
                  </a:lnTo>
                  <a:lnTo>
                    <a:pt x="4079863" y="1572703"/>
                  </a:lnTo>
                  <a:lnTo>
                    <a:pt x="4079988" y="1572703"/>
                  </a:lnTo>
                  <a:lnTo>
                    <a:pt x="4080113" y="1572703"/>
                  </a:lnTo>
                  <a:lnTo>
                    <a:pt x="4080239" y="1572703"/>
                  </a:lnTo>
                  <a:lnTo>
                    <a:pt x="4080364" y="1572703"/>
                  </a:lnTo>
                  <a:lnTo>
                    <a:pt x="4080489" y="1572703"/>
                  </a:lnTo>
                  <a:lnTo>
                    <a:pt x="4080614" y="1572703"/>
                  </a:lnTo>
                  <a:lnTo>
                    <a:pt x="4080739" y="1572703"/>
                  </a:lnTo>
                  <a:lnTo>
                    <a:pt x="4080864" y="1572703"/>
                  </a:lnTo>
                  <a:lnTo>
                    <a:pt x="4080989" y="1572703"/>
                  </a:lnTo>
                  <a:lnTo>
                    <a:pt x="4081114" y="1572703"/>
                  </a:lnTo>
                  <a:lnTo>
                    <a:pt x="4081239" y="1572703"/>
                  </a:lnTo>
                  <a:lnTo>
                    <a:pt x="4081364" y="1572703"/>
                  </a:lnTo>
                  <a:lnTo>
                    <a:pt x="4081489" y="1572703"/>
                  </a:lnTo>
                  <a:lnTo>
                    <a:pt x="4081614" y="1572703"/>
                  </a:lnTo>
                  <a:lnTo>
                    <a:pt x="4081739" y="1572703"/>
                  </a:lnTo>
                  <a:lnTo>
                    <a:pt x="4081864" y="1572703"/>
                  </a:lnTo>
                  <a:lnTo>
                    <a:pt x="4081989" y="1572703"/>
                  </a:lnTo>
                  <a:lnTo>
                    <a:pt x="4081989" y="1562750"/>
                  </a:lnTo>
                  <a:lnTo>
                    <a:pt x="4082114" y="1562750"/>
                  </a:lnTo>
                  <a:lnTo>
                    <a:pt x="4082239" y="1562750"/>
                  </a:lnTo>
                  <a:lnTo>
                    <a:pt x="4082239" y="1552796"/>
                  </a:lnTo>
                  <a:lnTo>
                    <a:pt x="4082364" y="1552796"/>
                  </a:lnTo>
                  <a:lnTo>
                    <a:pt x="4082489" y="1552796"/>
                  </a:lnTo>
                  <a:lnTo>
                    <a:pt x="4082614" y="1552796"/>
                  </a:lnTo>
                  <a:lnTo>
                    <a:pt x="4082739" y="1552796"/>
                  </a:lnTo>
                  <a:lnTo>
                    <a:pt x="4082864" y="1552796"/>
                  </a:lnTo>
                  <a:lnTo>
                    <a:pt x="4082989" y="1552796"/>
                  </a:lnTo>
                  <a:lnTo>
                    <a:pt x="4083114" y="1552796"/>
                  </a:lnTo>
                  <a:lnTo>
                    <a:pt x="4083240" y="1552796"/>
                  </a:lnTo>
                  <a:lnTo>
                    <a:pt x="4083365" y="1552796"/>
                  </a:lnTo>
                  <a:lnTo>
                    <a:pt x="4083490" y="1552796"/>
                  </a:lnTo>
                  <a:lnTo>
                    <a:pt x="4083615" y="1552796"/>
                  </a:lnTo>
                  <a:lnTo>
                    <a:pt x="4083740" y="1552796"/>
                  </a:lnTo>
                  <a:lnTo>
                    <a:pt x="4083865" y="1552796"/>
                  </a:lnTo>
                  <a:lnTo>
                    <a:pt x="4083990" y="1552796"/>
                  </a:lnTo>
                  <a:lnTo>
                    <a:pt x="4084115" y="1552796"/>
                  </a:lnTo>
                  <a:lnTo>
                    <a:pt x="4084240" y="1552796"/>
                  </a:lnTo>
                  <a:lnTo>
                    <a:pt x="4084365" y="1552796"/>
                  </a:lnTo>
                  <a:lnTo>
                    <a:pt x="4084490" y="1552796"/>
                  </a:lnTo>
                  <a:lnTo>
                    <a:pt x="4084615" y="1552796"/>
                  </a:lnTo>
                  <a:lnTo>
                    <a:pt x="4084740" y="1552796"/>
                  </a:lnTo>
                  <a:lnTo>
                    <a:pt x="4084865" y="1552796"/>
                  </a:lnTo>
                  <a:lnTo>
                    <a:pt x="4084990" y="1552796"/>
                  </a:lnTo>
                  <a:lnTo>
                    <a:pt x="4085115" y="1552796"/>
                  </a:lnTo>
                  <a:lnTo>
                    <a:pt x="4085240" y="1552796"/>
                  </a:lnTo>
                  <a:lnTo>
                    <a:pt x="4085365" y="1552796"/>
                  </a:lnTo>
                  <a:lnTo>
                    <a:pt x="4085490" y="1552796"/>
                  </a:lnTo>
                  <a:lnTo>
                    <a:pt x="4085615" y="1552796"/>
                  </a:lnTo>
                  <a:lnTo>
                    <a:pt x="4085740" y="1552796"/>
                  </a:lnTo>
                  <a:lnTo>
                    <a:pt x="4085865" y="1552796"/>
                  </a:lnTo>
                  <a:lnTo>
                    <a:pt x="4085990" y="1552796"/>
                  </a:lnTo>
                  <a:lnTo>
                    <a:pt x="4086115" y="1552796"/>
                  </a:lnTo>
                  <a:lnTo>
                    <a:pt x="4086241" y="1552796"/>
                  </a:lnTo>
                  <a:lnTo>
                    <a:pt x="4086366" y="1552796"/>
                  </a:lnTo>
                  <a:lnTo>
                    <a:pt x="4086491" y="1552796"/>
                  </a:lnTo>
                  <a:lnTo>
                    <a:pt x="4086616" y="1552796"/>
                  </a:lnTo>
                  <a:lnTo>
                    <a:pt x="4086741" y="1552796"/>
                  </a:lnTo>
                  <a:lnTo>
                    <a:pt x="4086866" y="1552796"/>
                  </a:lnTo>
                  <a:lnTo>
                    <a:pt x="4086991" y="1552796"/>
                  </a:lnTo>
                  <a:lnTo>
                    <a:pt x="4087116" y="1552796"/>
                  </a:lnTo>
                  <a:lnTo>
                    <a:pt x="4087241" y="1552796"/>
                  </a:lnTo>
                  <a:lnTo>
                    <a:pt x="4087366" y="1552796"/>
                  </a:lnTo>
                  <a:lnTo>
                    <a:pt x="4087491" y="1552796"/>
                  </a:lnTo>
                  <a:lnTo>
                    <a:pt x="4087616" y="1552796"/>
                  </a:lnTo>
                  <a:lnTo>
                    <a:pt x="4087741" y="1552796"/>
                  </a:lnTo>
                  <a:lnTo>
                    <a:pt x="4087866" y="1552796"/>
                  </a:lnTo>
                  <a:lnTo>
                    <a:pt x="4087991" y="1552796"/>
                  </a:lnTo>
                  <a:lnTo>
                    <a:pt x="4088116" y="1552796"/>
                  </a:lnTo>
                  <a:lnTo>
                    <a:pt x="4088241" y="1552796"/>
                  </a:lnTo>
                  <a:lnTo>
                    <a:pt x="4088366" y="1552796"/>
                  </a:lnTo>
                  <a:lnTo>
                    <a:pt x="4088491" y="1552796"/>
                  </a:lnTo>
                  <a:lnTo>
                    <a:pt x="4088616" y="1552796"/>
                  </a:lnTo>
                  <a:lnTo>
                    <a:pt x="4088741" y="1552796"/>
                  </a:lnTo>
                  <a:lnTo>
                    <a:pt x="4088866" y="1552796"/>
                  </a:lnTo>
                  <a:lnTo>
                    <a:pt x="4088991" y="1552796"/>
                  </a:lnTo>
                  <a:lnTo>
                    <a:pt x="4089116" y="1552796"/>
                  </a:lnTo>
                  <a:lnTo>
                    <a:pt x="4089242" y="1552796"/>
                  </a:lnTo>
                  <a:lnTo>
                    <a:pt x="4089367" y="1552796"/>
                  </a:lnTo>
                  <a:lnTo>
                    <a:pt x="4089492" y="1552796"/>
                  </a:lnTo>
                  <a:lnTo>
                    <a:pt x="4089617" y="1552796"/>
                  </a:lnTo>
                  <a:lnTo>
                    <a:pt x="4089742" y="1552796"/>
                  </a:lnTo>
                  <a:lnTo>
                    <a:pt x="4089867" y="1552796"/>
                  </a:lnTo>
                  <a:lnTo>
                    <a:pt x="4089992" y="1552796"/>
                  </a:lnTo>
                  <a:lnTo>
                    <a:pt x="4090117" y="1552796"/>
                  </a:lnTo>
                  <a:lnTo>
                    <a:pt x="4090242" y="1552796"/>
                  </a:lnTo>
                  <a:lnTo>
                    <a:pt x="4090367" y="1552796"/>
                  </a:lnTo>
                  <a:lnTo>
                    <a:pt x="4090492" y="1552796"/>
                  </a:lnTo>
                  <a:lnTo>
                    <a:pt x="4090617" y="1552796"/>
                  </a:lnTo>
                  <a:lnTo>
                    <a:pt x="4090742" y="1552796"/>
                  </a:lnTo>
                  <a:lnTo>
                    <a:pt x="4090867" y="1552796"/>
                  </a:lnTo>
                  <a:lnTo>
                    <a:pt x="4090992" y="1552796"/>
                  </a:lnTo>
                  <a:lnTo>
                    <a:pt x="4091117" y="1552796"/>
                  </a:lnTo>
                  <a:lnTo>
                    <a:pt x="4091242" y="1552796"/>
                  </a:lnTo>
                  <a:lnTo>
                    <a:pt x="4091367" y="1552796"/>
                  </a:lnTo>
                  <a:lnTo>
                    <a:pt x="4091492" y="1552796"/>
                  </a:lnTo>
                  <a:lnTo>
                    <a:pt x="4091617" y="1552796"/>
                  </a:lnTo>
                  <a:lnTo>
                    <a:pt x="4091742" y="1552796"/>
                  </a:lnTo>
                  <a:lnTo>
                    <a:pt x="4091867" y="1552796"/>
                  </a:lnTo>
                  <a:lnTo>
                    <a:pt x="4091992" y="1552796"/>
                  </a:lnTo>
                  <a:lnTo>
                    <a:pt x="4092117" y="1552796"/>
                  </a:lnTo>
                  <a:lnTo>
                    <a:pt x="4092243" y="1552796"/>
                  </a:lnTo>
                  <a:lnTo>
                    <a:pt x="4092368" y="1552796"/>
                  </a:lnTo>
                  <a:lnTo>
                    <a:pt x="4092493" y="1552796"/>
                  </a:lnTo>
                  <a:lnTo>
                    <a:pt x="4092618" y="1552796"/>
                  </a:lnTo>
                  <a:lnTo>
                    <a:pt x="4092743" y="1552796"/>
                  </a:lnTo>
                  <a:lnTo>
                    <a:pt x="4092868" y="1552796"/>
                  </a:lnTo>
                  <a:lnTo>
                    <a:pt x="4092993" y="1552796"/>
                  </a:lnTo>
                  <a:lnTo>
                    <a:pt x="4093118" y="1552796"/>
                  </a:lnTo>
                  <a:lnTo>
                    <a:pt x="4093243" y="1552796"/>
                  </a:lnTo>
                  <a:lnTo>
                    <a:pt x="4093368" y="1552796"/>
                  </a:lnTo>
                  <a:lnTo>
                    <a:pt x="4093493" y="1552796"/>
                  </a:lnTo>
                  <a:lnTo>
                    <a:pt x="4093618" y="1552796"/>
                  </a:lnTo>
                  <a:lnTo>
                    <a:pt x="4093743" y="1552796"/>
                  </a:lnTo>
                  <a:lnTo>
                    <a:pt x="4093868" y="1552796"/>
                  </a:lnTo>
                  <a:lnTo>
                    <a:pt x="4093993" y="1552796"/>
                  </a:lnTo>
                  <a:lnTo>
                    <a:pt x="4094118" y="1552796"/>
                  </a:lnTo>
                  <a:lnTo>
                    <a:pt x="4094243" y="1552796"/>
                  </a:lnTo>
                  <a:lnTo>
                    <a:pt x="4094368" y="1552796"/>
                  </a:lnTo>
                  <a:lnTo>
                    <a:pt x="4094493" y="1552796"/>
                  </a:lnTo>
                  <a:lnTo>
                    <a:pt x="4094618" y="1552796"/>
                  </a:lnTo>
                  <a:lnTo>
                    <a:pt x="4094743" y="1552796"/>
                  </a:lnTo>
                  <a:lnTo>
                    <a:pt x="4094868" y="1552796"/>
                  </a:lnTo>
                  <a:lnTo>
                    <a:pt x="4094993" y="1552796"/>
                  </a:lnTo>
                  <a:lnTo>
                    <a:pt x="4095118" y="1552796"/>
                  </a:lnTo>
                  <a:lnTo>
                    <a:pt x="4095244" y="1552796"/>
                  </a:lnTo>
                  <a:lnTo>
                    <a:pt x="4095369" y="1552796"/>
                  </a:lnTo>
                  <a:lnTo>
                    <a:pt x="4095494" y="1552796"/>
                  </a:lnTo>
                  <a:lnTo>
                    <a:pt x="4095619" y="1552796"/>
                  </a:lnTo>
                  <a:lnTo>
                    <a:pt x="4095744" y="1552796"/>
                  </a:lnTo>
                  <a:lnTo>
                    <a:pt x="4095869" y="1552796"/>
                  </a:lnTo>
                  <a:lnTo>
                    <a:pt x="4095994" y="1552796"/>
                  </a:lnTo>
                  <a:lnTo>
                    <a:pt x="4096119" y="1552796"/>
                  </a:lnTo>
                  <a:lnTo>
                    <a:pt x="4096244" y="1552796"/>
                  </a:lnTo>
                  <a:lnTo>
                    <a:pt x="4096369" y="1552796"/>
                  </a:lnTo>
                  <a:lnTo>
                    <a:pt x="4096494" y="1552796"/>
                  </a:lnTo>
                  <a:lnTo>
                    <a:pt x="4096619" y="1552796"/>
                  </a:lnTo>
                  <a:lnTo>
                    <a:pt x="4096744" y="1552796"/>
                  </a:lnTo>
                  <a:lnTo>
                    <a:pt x="4096869" y="1552796"/>
                  </a:lnTo>
                  <a:lnTo>
                    <a:pt x="4096994" y="1552796"/>
                  </a:lnTo>
                  <a:lnTo>
                    <a:pt x="4097119" y="1552796"/>
                  </a:lnTo>
                  <a:lnTo>
                    <a:pt x="4097244" y="1552796"/>
                  </a:lnTo>
                  <a:lnTo>
                    <a:pt x="4097369" y="1552796"/>
                  </a:lnTo>
                  <a:lnTo>
                    <a:pt x="4097494" y="1552796"/>
                  </a:lnTo>
                  <a:lnTo>
                    <a:pt x="4097619" y="1552796"/>
                  </a:lnTo>
                  <a:lnTo>
                    <a:pt x="4097744" y="1552796"/>
                  </a:lnTo>
                  <a:lnTo>
                    <a:pt x="4097869" y="1552796"/>
                  </a:lnTo>
                  <a:lnTo>
                    <a:pt x="4097994" y="1552796"/>
                  </a:lnTo>
                  <a:lnTo>
                    <a:pt x="4098119" y="1552796"/>
                  </a:lnTo>
                  <a:lnTo>
                    <a:pt x="4098245" y="1552796"/>
                  </a:lnTo>
                  <a:lnTo>
                    <a:pt x="4098370" y="1552796"/>
                  </a:lnTo>
                  <a:lnTo>
                    <a:pt x="4098495" y="1552796"/>
                  </a:lnTo>
                  <a:lnTo>
                    <a:pt x="4098620" y="1552796"/>
                  </a:lnTo>
                  <a:lnTo>
                    <a:pt x="4098745" y="1552796"/>
                  </a:lnTo>
                  <a:lnTo>
                    <a:pt x="4098870" y="1552796"/>
                  </a:lnTo>
                  <a:lnTo>
                    <a:pt x="4098995" y="1552796"/>
                  </a:lnTo>
                  <a:lnTo>
                    <a:pt x="4099120" y="1552796"/>
                  </a:lnTo>
                  <a:lnTo>
                    <a:pt x="4099245" y="1552796"/>
                  </a:lnTo>
                  <a:lnTo>
                    <a:pt x="4099370" y="1552796"/>
                  </a:lnTo>
                  <a:lnTo>
                    <a:pt x="4099495" y="1552796"/>
                  </a:lnTo>
                  <a:lnTo>
                    <a:pt x="4099620" y="1552796"/>
                  </a:lnTo>
                  <a:lnTo>
                    <a:pt x="4099745" y="1552796"/>
                  </a:lnTo>
                  <a:lnTo>
                    <a:pt x="4099870" y="1552796"/>
                  </a:lnTo>
                  <a:lnTo>
                    <a:pt x="4099995" y="1552796"/>
                  </a:lnTo>
                  <a:lnTo>
                    <a:pt x="4100120" y="1552796"/>
                  </a:lnTo>
                  <a:lnTo>
                    <a:pt x="4100245" y="1552796"/>
                  </a:lnTo>
                  <a:lnTo>
                    <a:pt x="4100370" y="1552796"/>
                  </a:lnTo>
                  <a:lnTo>
                    <a:pt x="4100495" y="1552796"/>
                  </a:lnTo>
                  <a:lnTo>
                    <a:pt x="4100620" y="1552796"/>
                  </a:lnTo>
                  <a:lnTo>
                    <a:pt x="4100745" y="1552796"/>
                  </a:lnTo>
                  <a:lnTo>
                    <a:pt x="4100870" y="1552796"/>
                  </a:lnTo>
                  <a:lnTo>
                    <a:pt x="4100995" y="1552796"/>
                  </a:lnTo>
                  <a:lnTo>
                    <a:pt x="4101120" y="1552796"/>
                  </a:lnTo>
                  <a:lnTo>
                    <a:pt x="4101246" y="1552796"/>
                  </a:lnTo>
                  <a:lnTo>
                    <a:pt x="4101371" y="1552796"/>
                  </a:lnTo>
                  <a:lnTo>
                    <a:pt x="4101496" y="1552796"/>
                  </a:lnTo>
                  <a:lnTo>
                    <a:pt x="4101621" y="1552796"/>
                  </a:lnTo>
                  <a:lnTo>
                    <a:pt x="4101746" y="1552796"/>
                  </a:lnTo>
                  <a:lnTo>
                    <a:pt x="4101871" y="1552796"/>
                  </a:lnTo>
                  <a:lnTo>
                    <a:pt x="4101996" y="1552796"/>
                  </a:lnTo>
                  <a:lnTo>
                    <a:pt x="4102121" y="1552796"/>
                  </a:lnTo>
                  <a:lnTo>
                    <a:pt x="4102246" y="1552796"/>
                  </a:lnTo>
                  <a:lnTo>
                    <a:pt x="4102371" y="1552796"/>
                  </a:lnTo>
                  <a:lnTo>
                    <a:pt x="4102496" y="1552796"/>
                  </a:lnTo>
                  <a:lnTo>
                    <a:pt x="4102621" y="1552796"/>
                  </a:lnTo>
                  <a:lnTo>
                    <a:pt x="4102746" y="1552796"/>
                  </a:lnTo>
                  <a:lnTo>
                    <a:pt x="4102871" y="1552796"/>
                  </a:lnTo>
                  <a:lnTo>
                    <a:pt x="4102996" y="1552796"/>
                  </a:lnTo>
                  <a:lnTo>
                    <a:pt x="4103121" y="1552796"/>
                  </a:lnTo>
                  <a:lnTo>
                    <a:pt x="4103246" y="1552796"/>
                  </a:lnTo>
                  <a:lnTo>
                    <a:pt x="4103371" y="1552796"/>
                  </a:lnTo>
                  <a:lnTo>
                    <a:pt x="4103496" y="1552796"/>
                  </a:lnTo>
                  <a:lnTo>
                    <a:pt x="4103621" y="1552796"/>
                  </a:lnTo>
                  <a:lnTo>
                    <a:pt x="4103746" y="1552796"/>
                  </a:lnTo>
                  <a:lnTo>
                    <a:pt x="4103871" y="1552796"/>
                  </a:lnTo>
                  <a:lnTo>
                    <a:pt x="4103996" y="1552796"/>
                  </a:lnTo>
                  <a:lnTo>
                    <a:pt x="4104121" y="1552796"/>
                  </a:lnTo>
                  <a:lnTo>
                    <a:pt x="4104247" y="1552796"/>
                  </a:lnTo>
                  <a:lnTo>
                    <a:pt x="4104372" y="1552796"/>
                  </a:lnTo>
                  <a:lnTo>
                    <a:pt x="4104497" y="1552796"/>
                  </a:lnTo>
                  <a:lnTo>
                    <a:pt x="4104622" y="1552796"/>
                  </a:lnTo>
                  <a:lnTo>
                    <a:pt x="4104747" y="1552796"/>
                  </a:lnTo>
                  <a:lnTo>
                    <a:pt x="4104872" y="1552796"/>
                  </a:lnTo>
                  <a:lnTo>
                    <a:pt x="4104997" y="1552796"/>
                  </a:lnTo>
                  <a:lnTo>
                    <a:pt x="4105122" y="1552796"/>
                  </a:lnTo>
                  <a:lnTo>
                    <a:pt x="4105247" y="1552796"/>
                  </a:lnTo>
                  <a:lnTo>
                    <a:pt x="4105372" y="1552796"/>
                  </a:lnTo>
                  <a:lnTo>
                    <a:pt x="4105497" y="1552796"/>
                  </a:lnTo>
                  <a:lnTo>
                    <a:pt x="4105622" y="1552796"/>
                  </a:lnTo>
                  <a:lnTo>
                    <a:pt x="4105747" y="1552796"/>
                  </a:lnTo>
                  <a:lnTo>
                    <a:pt x="4105872" y="1552796"/>
                  </a:lnTo>
                  <a:lnTo>
                    <a:pt x="4105997" y="1552796"/>
                  </a:lnTo>
                  <a:lnTo>
                    <a:pt x="4106122" y="1552796"/>
                  </a:lnTo>
                  <a:lnTo>
                    <a:pt x="4106247" y="1552796"/>
                  </a:lnTo>
                  <a:lnTo>
                    <a:pt x="4106372" y="1552796"/>
                  </a:lnTo>
                  <a:lnTo>
                    <a:pt x="4106497" y="1552796"/>
                  </a:lnTo>
                  <a:lnTo>
                    <a:pt x="4106622" y="1552796"/>
                  </a:lnTo>
                  <a:lnTo>
                    <a:pt x="4106747" y="1552796"/>
                  </a:lnTo>
                  <a:lnTo>
                    <a:pt x="4106872" y="1552796"/>
                  </a:lnTo>
                  <a:lnTo>
                    <a:pt x="4106997" y="1552796"/>
                  </a:lnTo>
                  <a:lnTo>
                    <a:pt x="4107122" y="1552796"/>
                  </a:lnTo>
                  <a:lnTo>
                    <a:pt x="4107248" y="1552796"/>
                  </a:lnTo>
                  <a:lnTo>
                    <a:pt x="4107373" y="1552796"/>
                  </a:lnTo>
                  <a:lnTo>
                    <a:pt x="4107498" y="1552796"/>
                  </a:lnTo>
                  <a:lnTo>
                    <a:pt x="4107623" y="1552796"/>
                  </a:lnTo>
                  <a:lnTo>
                    <a:pt x="4107748" y="1552796"/>
                  </a:lnTo>
                  <a:lnTo>
                    <a:pt x="4107873" y="1552796"/>
                  </a:lnTo>
                  <a:lnTo>
                    <a:pt x="4107998" y="1552796"/>
                  </a:lnTo>
                  <a:lnTo>
                    <a:pt x="4108123" y="1552796"/>
                  </a:lnTo>
                  <a:lnTo>
                    <a:pt x="4108248" y="1552796"/>
                  </a:lnTo>
                  <a:lnTo>
                    <a:pt x="4108373" y="1552796"/>
                  </a:lnTo>
                  <a:lnTo>
                    <a:pt x="4108498" y="1552796"/>
                  </a:lnTo>
                  <a:lnTo>
                    <a:pt x="4108623" y="1552796"/>
                  </a:lnTo>
                  <a:lnTo>
                    <a:pt x="4108748" y="1552796"/>
                  </a:lnTo>
                  <a:lnTo>
                    <a:pt x="4108873" y="1552796"/>
                  </a:lnTo>
                  <a:lnTo>
                    <a:pt x="4108998" y="1552796"/>
                  </a:lnTo>
                  <a:lnTo>
                    <a:pt x="4109123" y="1552796"/>
                  </a:lnTo>
                  <a:lnTo>
                    <a:pt x="4109248" y="1552796"/>
                  </a:lnTo>
                  <a:lnTo>
                    <a:pt x="4109373" y="1552796"/>
                  </a:lnTo>
                  <a:lnTo>
                    <a:pt x="4109498" y="1552796"/>
                  </a:lnTo>
                  <a:lnTo>
                    <a:pt x="4109623" y="1552796"/>
                  </a:lnTo>
                  <a:lnTo>
                    <a:pt x="4109748" y="1552796"/>
                  </a:lnTo>
                  <a:lnTo>
                    <a:pt x="4109873" y="1552796"/>
                  </a:lnTo>
                  <a:lnTo>
                    <a:pt x="4109998" y="1552796"/>
                  </a:lnTo>
                  <a:lnTo>
                    <a:pt x="4110123" y="1552796"/>
                  </a:lnTo>
                  <a:lnTo>
                    <a:pt x="4110249" y="1552796"/>
                  </a:lnTo>
                  <a:lnTo>
                    <a:pt x="4110374" y="1552796"/>
                  </a:lnTo>
                  <a:lnTo>
                    <a:pt x="4110499" y="1552796"/>
                  </a:lnTo>
                  <a:lnTo>
                    <a:pt x="4110624" y="1552796"/>
                  </a:lnTo>
                  <a:lnTo>
                    <a:pt x="4110749" y="1552796"/>
                  </a:lnTo>
                  <a:lnTo>
                    <a:pt x="4110874" y="1552796"/>
                  </a:lnTo>
                  <a:lnTo>
                    <a:pt x="4110999" y="1552796"/>
                  </a:lnTo>
                  <a:lnTo>
                    <a:pt x="4111124" y="1552796"/>
                  </a:lnTo>
                  <a:lnTo>
                    <a:pt x="4111249" y="1552796"/>
                  </a:lnTo>
                  <a:lnTo>
                    <a:pt x="4111374" y="1552796"/>
                  </a:lnTo>
                  <a:lnTo>
                    <a:pt x="4111499" y="1552796"/>
                  </a:lnTo>
                  <a:lnTo>
                    <a:pt x="4111624" y="1552796"/>
                  </a:lnTo>
                  <a:lnTo>
                    <a:pt x="4111749" y="1552796"/>
                  </a:lnTo>
                  <a:lnTo>
                    <a:pt x="4111874" y="1552796"/>
                  </a:lnTo>
                  <a:lnTo>
                    <a:pt x="4111999" y="1552796"/>
                  </a:lnTo>
                  <a:lnTo>
                    <a:pt x="4112124" y="1552796"/>
                  </a:lnTo>
                  <a:lnTo>
                    <a:pt x="4112249" y="1552796"/>
                  </a:lnTo>
                  <a:lnTo>
                    <a:pt x="4112374" y="1552796"/>
                  </a:lnTo>
                  <a:lnTo>
                    <a:pt x="4112499" y="1552796"/>
                  </a:lnTo>
                  <a:lnTo>
                    <a:pt x="4112624" y="1552796"/>
                  </a:lnTo>
                  <a:lnTo>
                    <a:pt x="4112749" y="1552796"/>
                  </a:lnTo>
                  <a:lnTo>
                    <a:pt x="4112874" y="1552796"/>
                  </a:lnTo>
                  <a:lnTo>
                    <a:pt x="4112999" y="1552796"/>
                  </a:lnTo>
                  <a:lnTo>
                    <a:pt x="4113125" y="1552796"/>
                  </a:lnTo>
                  <a:lnTo>
                    <a:pt x="4113250" y="1552796"/>
                  </a:lnTo>
                  <a:lnTo>
                    <a:pt x="4113375" y="1552796"/>
                  </a:lnTo>
                  <a:lnTo>
                    <a:pt x="4113500" y="1552796"/>
                  </a:lnTo>
                  <a:lnTo>
                    <a:pt x="4113625" y="1552796"/>
                  </a:lnTo>
                  <a:lnTo>
                    <a:pt x="4113750" y="1552796"/>
                  </a:lnTo>
                  <a:lnTo>
                    <a:pt x="4113875" y="1552796"/>
                  </a:lnTo>
                  <a:lnTo>
                    <a:pt x="4114000" y="1552796"/>
                  </a:lnTo>
                  <a:lnTo>
                    <a:pt x="4114125" y="1552796"/>
                  </a:lnTo>
                  <a:lnTo>
                    <a:pt x="4114250" y="1552796"/>
                  </a:lnTo>
                  <a:lnTo>
                    <a:pt x="4114375" y="1552796"/>
                  </a:lnTo>
                  <a:lnTo>
                    <a:pt x="4114500" y="1552796"/>
                  </a:lnTo>
                  <a:lnTo>
                    <a:pt x="4114625" y="1552796"/>
                  </a:lnTo>
                  <a:lnTo>
                    <a:pt x="4114750" y="1552796"/>
                  </a:lnTo>
                  <a:lnTo>
                    <a:pt x="4114875" y="1552796"/>
                  </a:lnTo>
                  <a:lnTo>
                    <a:pt x="4115000" y="1552796"/>
                  </a:lnTo>
                  <a:lnTo>
                    <a:pt x="4115125" y="1552796"/>
                  </a:lnTo>
                  <a:lnTo>
                    <a:pt x="4115250" y="1552796"/>
                  </a:lnTo>
                  <a:lnTo>
                    <a:pt x="4115375" y="1552796"/>
                  </a:lnTo>
                  <a:lnTo>
                    <a:pt x="4115500" y="1552796"/>
                  </a:lnTo>
                  <a:lnTo>
                    <a:pt x="4115625" y="1552796"/>
                  </a:lnTo>
                  <a:lnTo>
                    <a:pt x="4115750" y="1552796"/>
                  </a:lnTo>
                  <a:lnTo>
                    <a:pt x="4115875" y="1552796"/>
                  </a:lnTo>
                  <a:lnTo>
                    <a:pt x="4116000" y="1552796"/>
                  </a:lnTo>
                  <a:lnTo>
                    <a:pt x="4116126" y="1552796"/>
                  </a:lnTo>
                  <a:lnTo>
                    <a:pt x="4116251" y="1552796"/>
                  </a:lnTo>
                  <a:lnTo>
                    <a:pt x="4116376" y="1552796"/>
                  </a:lnTo>
                  <a:lnTo>
                    <a:pt x="4116501" y="1552796"/>
                  </a:lnTo>
                  <a:lnTo>
                    <a:pt x="4116626" y="1552796"/>
                  </a:lnTo>
                  <a:lnTo>
                    <a:pt x="4116751" y="1552796"/>
                  </a:lnTo>
                  <a:lnTo>
                    <a:pt x="4116876" y="1552796"/>
                  </a:lnTo>
                  <a:lnTo>
                    <a:pt x="4117001" y="1552796"/>
                  </a:lnTo>
                  <a:lnTo>
                    <a:pt x="4117126" y="1552796"/>
                  </a:lnTo>
                  <a:lnTo>
                    <a:pt x="4117251" y="1552796"/>
                  </a:lnTo>
                  <a:lnTo>
                    <a:pt x="4117376" y="1552796"/>
                  </a:lnTo>
                  <a:lnTo>
                    <a:pt x="4117501" y="1552796"/>
                  </a:lnTo>
                  <a:lnTo>
                    <a:pt x="4117626" y="1552796"/>
                  </a:lnTo>
                  <a:lnTo>
                    <a:pt x="4117751" y="1552796"/>
                  </a:lnTo>
                  <a:lnTo>
                    <a:pt x="4117876" y="1552796"/>
                  </a:lnTo>
                  <a:lnTo>
                    <a:pt x="4118001" y="1552796"/>
                  </a:lnTo>
                  <a:lnTo>
                    <a:pt x="4118126" y="1552796"/>
                  </a:lnTo>
                  <a:lnTo>
                    <a:pt x="4118251" y="1552796"/>
                  </a:lnTo>
                  <a:lnTo>
                    <a:pt x="4118376" y="1552796"/>
                  </a:lnTo>
                  <a:lnTo>
                    <a:pt x="4118501" y="1552796"/>
                  </a:lnTo>
                  <a:lnTo>
                    <a:pt x="4118626" y="1552796"/>
                  </a:lnTo>
                  <a:lnTo>
                    <a:pt x="4118751" y="1552796"/>
                  </a:lnTo>
                  <a:lnTo>
                    <a:pt x="4118876" y="1552796"/>
                  </a:lnTo>
                  <a:lnTo>
                    <a:pt x="4119001" y="1552796"/>
                  </a:lnTo>
                  <a:lnTo>
                    <a:pt x="4119127" y="1552796"/>
                  </a:lnTo>
                  <a:lnTo>
                    <a:pt x="4119252" y="1552796"/>
                  </a:lnTo>
                  <a:lnTo>
                    <a:pt x="4119377" y="1552796"/>
                  </a:lnTo>
                  <a:lnTo>
                    <a:pt x="4119502" y="1552796"/>
                  </a:lnTo>
                  <a:lnTo>
                    <a:pt x="4119627" y="1552796"/>
                  </a:lnTo>
                  <a:lnTo>
                    <a:pt x="4119752" y="1552796"/>
                  </a:lnTo>
                  <a:lnTo>
                    <a:pt x="4119877" y="1552796"/>
                  </a:lnTo>
                  <a:lnTo>
                    <a:pt x="4120002" y="1552796"/>
                  </a:lnTo>
                  <a:lnTo>
                    <a:pt x="4120127" y="1552796"/>
                  </a:lnTo>
                  <a:lnTo>
                    <a:pt x="4120252" y="1552796"/>
                  </a:lnTo>
                  <a:lnTo>
                    <a:pt x="4120377" y="1552796"/>
                  </a:lnTo>
                  <a:lnTo>
                    <a:pt x="4120502" y="1552796"/>
                  </a:lnTo>
                  <a:lnTo>
                    <a:pt x="4120627" y="1552796"/>
                  </a:lnTo>
                  <a:lnTo>
                    <a:pt x="4120752" y="1552796"/>
                  </a:lnTo>
                  <a:lnTo>
                    <a:pt x="4120877" y="1552796"/>
                  </a:lnTo>
                  <a:lnTo>
                    <a:pt x="4121002" y="1552796"/>
                  </a:lnTo>
                  <a:lnTo>
                    <a:pt x="4121127" y="1552796"/>
                  </a:lnTo>
                  <a:lnTo>
                    <a:pt x="4121252" y="1552796"/>
                  </a:lnTo>
                  <a:lnTo>
                    <a:pt x="4121377" y="1552796"/>
                  </a:lnTo>
                  <a:lnTo>
                    <a:pt x="4121502" y="1552796"/>
                  </a:lnTo>
                  <a:lnTo>
                    <a:pt x="4121627" y="1552796"/>
                  </a:lnTo>
                  <a:lnTo>
                    <a:pt x="4121752" y="1552796"/>
                  </a:lnTo>
                  <a:lnTo>
                    <a:pt x="4121877" y="1552796"/>
                  </a:lnTo>
                  <a:lnTo>
                    <a:pt x="4122002" y="1552796"/>
                  </a:lnTo>
                  <a:lnTo>
                    <a:pt x="4122128" y="1552796"/>
                  </a:lnTo>
                  <a:lnTo>
                    <a:pt x="4122253" y="1552796"/>
                  </a:lnTo>
                  <a:lnTo>
                    <a:pt x="4122378" y="1552796"/>
                  </a:lnTo>
                  <a:lnTo>
                    <a:pt x="4122503" y="1552796"/>
                  </a:lnTo>
                  <a:lnTo>
                    <a:pt x="4122628" y="1552796"/>
                  </a:lnTo>
                  <a:lnTo>
                    <a:pt x="4122753" y="1552796"/>
                  </a:lnTo>
                  <a:lnTo>
                    <a:pt x="4122753" y="1542842"/>
                  </a:lnTo>
                  <a:lnTo>
                    <a:pt x="4122878" y="1542842"/>
                  </a:lnTo>
                  <a:lnTo>
                    <a:pt x="4123003" y="1542842"/>
                  </a:lnTo>
                  <a:lnTo>
                    <a:pt x="4123128" y="1542842"/>
                  </a:lnTo>
                  <a:lnTo>
                    <a:pt x="4123253" y="1542842"/>
                  </a:lnTo>
                  <a:lnTo>
                    <a:pt x="4123378" y="1542842"/>
                  </a:lnTo>
                  <a:lnTo>
                    <a:pt x="4123503" y="1542842"/>
                  </a:lnTo>
                  <a:lnTo>
                    <a:pt x="4123628" y="1542842"/>
                  </a:lnTo>
                  <a:lnTo>
                    <a:pt x="4123753" y="1542842"/>
                  </a:lnTo>
                  <a:lnTo>
                    <a:pt x="4123878" y="1542842"/>
                  </a:lnTo>
                  <a:lnTo>
                    <a:pt x="4124003" y="1542842"/>
                  </a:lnTo>
                  <a:lnTo>
                    <a:pt x="4124128" y="1542842"/>
                  </a:lnTo>
                  <a:lnTo>
                    <a:pt x="4124253" y="1542842"/>
                  </a:lnTo>
                  <a:lnTo>
                    <a:pt x="4124378" y="1542842"/>
                  </a:lnTo>
                  <a:lnTo>
                    <a:pt x="4124503" y="1542842"/>
                  </a:lnTo>
                  <a:lnTo>
                    <a:pt x="4124628" y="1542842"/>
                  </a:lnTo>
                  <a:lnTo>
                    <a:pt x="4124753" y="1542842"/>
                  </a:lnTo>
                  <a:lnTo>
                    <a:pt x="4124878" y="1542842"/>
                  </a:lnTo>
                  <a:lnTo>
                    <a:pt x="4125003" y="1542842"/>
                  </a:lnTo>
                  <a:lnTo>
                    <a:pt x="4125129" y="1542842"/>
                  </a:lnTo>
                  <a:lnTo>
                    <a:pt x="4125254" y="1542842"/>
                  </a:lnTo>
                  <a:lnTo>
                    <a:pt x="4125379" y="1542842"/>
                  </a:lnTo>
                  <a:lnTo>
                    <a:pt x="4125504" y="1542842"/>
                  </a:lnTo>
                  <a:lnTo>
                    <a:pt x="4125629" y="1542842"/>
                  </a:lnTo>
                  <a:lnTo>
                    <a:pt x="4125754" y="1542842"/>
                  </a:lnTo>
                  <a:lnTo>
                    <a:pt x="4125879" y="1542842"/>
                  </a:lnTo>
                  <a:lnTo>
                    <a:pt x="4126004" y="1542842"/>
                  </a:lnTo>
                  <a:lnTo>
                    <a:pt x="4126129" y="1542842"/>
                  </a:lnTo>
                  <a:lnTo>
                    <a:pt x="4126254" y="1542842"/>
                  </a:lnTo>
                  <a:lnTo>
                    <a:pt x="4126379" y="1542842"/>
                  </a:lnTo>
                  <a:lnTo>
                    <a:pt x="4126504" y="1542842"/>
                  </a:lnTo>
                  <a:lnTo>
                    <a:pt x="4126629" y="1542842"/>
                  </a:lnTo>
                  <a:lnTo>
                    <a:pt x="4126754" y="1542842"/>
                  </a:lnTo>
                  <a:lnTo>
                    <a:pt x="4126879" y="1542842"/>
                  </a:lnTo>
                  <a:lnTo>
                    <a:pt x="4127004" y="1542842"/>
                  </a:lnTo>
                  <a:lnTo>
                    <a:pt x="4127129" y="1542842"/>
                  </a:lnTo>
                  <a:lnTo>
                    <a:pt x="4127254" y="1542842"/>
                  </a:lnTo>
                  <a:lnTo>
                    <a:pt x="4127379" y="1542842"/>
                  </a:lnTo>
                  <a:lnTo>
                    <a:pt x="4127504" y="1542842"/>
                  </a:lnTo>
                  <a:lnTo>
                    <a:pt x="4127629" y="1542842"/>
                  </a:lnTo>
                  <a:lnTo>
                    <a:pt x="4127754" y="1542842"/>
                  </a:lnTo>
                  <a:lnTo>
                    <a:pt x="4127879" y="1542842"/>
                  </a:lnTo>
                  <a:lnTo>
                    <a:pt x="4128004" y="1542842"/>
                  </a:lnTo>
                  <a:lnTo>
                    <a:pt x="4128130" y="1542842"/>
                  </a:lnTo>
                  <a:lnTo>
                    <a:pt x="4128255" y="1542842"/>
                  </a:lnTo>
                  <a:lnTo>
                    <a:pt x="4128380" y="1542842"/>
                  </a:lnTo>
                  <a:lnTo>
                    <a:pt x="4128505" y="1542842"/>
                  </a:lnTo>
                  <a:lnTo>
                    <a:pt x="4128630" y="1542842"/>
                  </a:lnTo>
                  <a:lnTo>
                    <a:pt x="4128630" y="1532888"/>
                  </a:lnTo>
                  <a:lnTo>
                    <a:pt x="4128755" y="1532888"/>
                  </a:lnTo>
                  <a:lnTo>
                    <a:pt x="4128880" y="1532888"/>
                  </a:lnTo>
                  <a:lnTo>
                    <a:pt x="4129005" y="1532888"/>
                  </a:lnTo>
                  <a:lnTo>
                    <a:pt x="4129130" y="1532888"/>
                  </a:lnTo>
                  <a:lnTo>
                    <a:pt x="4129255" y="1532888"/>
                  </a:lnTo>
                  <a:lnTo>
                    <a:pt x="4129380" y="1532888"/>
                  </a:lnTo>
                  <a:lnTo>
                    <a:pt x="4129505" y="1532888"/>
                  </a:lnTo>
                  <a:lnTo>
                    <a:pt x="4129630" y="1532888"/>
                  </a:lnTo>
                  <a:lnTo>
                    <a:pt x="4129755" y="1532888"/>
                  </a:lnTo>
                  <a:lnTo>
                    <a:pt x="4129880" y="1532888"/>
                  </a:lnTo>
                  <a:lnTo>
                    <a:pt x="4130005" y="1532888"/>
                  </a:lnTo>
                  <a:lnTo>
                    <a:pt x="4130130" y="1532888"/>
                  </a:lnTo>
                  <a:lnTo>
                    <a:pt x="4130255" y="1532888"/>
                  </a:lnTo>
                  <a:lnTo>
                    <a:pt x="4130380" y="1532888"/>
                  </a:lnTo>
                  <a:lnTo>
                    <a:pt x="4130505" y="1532888"/>
                  </a:lnTo>
                  <a:lnTo>
                    <a:pt x="4130630" y="1532888"/>
                  </a:lnTo>
                  <a:lnTo>
                    <a:pt x="4130755" y="1532888"/>
                  </a:lnTo>
                  <a:lnTo>
                    <a:pt x="4130880" y="1532888"/>
                  </a:lnTo>
                  <a:lnTo>
                    <a:pt x="4131005" y="1532888"/>
                  </a:lnTo>
                  <a:lnTo>
                    <a:pt x="4131131" y="1532888"/>
                  </a:lnTo>
                  <a:lnTo>
                    <a:pt x="4131256" y="1532888"/>
                  </a:lnTo>
                  <a:lnTo>
                    <a:pt x="4131381" y="1532888"/>
                  </a:lnTo>
                  <a:lnTo>
                    <a:pt x="4131506" y="1532888"/>
                  </a:lnTo>
                  <a:lnTo>
                    <a:pt x="4131631" y="1532888"/>
                  </a:lnTo>
                  <a:lnTo>
                    <a:pt x="4131756" y="1532888"/>
                  </a:lnTo>
                  <a:lnTo>
                    <a:pt x="4131881" y="1532888"/>
                  </a:lnTo>
                  <a:lnTo>
                    <a:pt x="4132006" y="1532888"/>
                  </a:lnTo>
                  <a:lnTo>
                    <a:pt x="4132131" y="1532888"/>
                  </a:lnTo>
                  <a:lnTo>
                    <a:pt x="4132256" y="1532888"/>
                  </a:lnTo>
                  <a:lnTo>
                    <a:pt x="4132256" y="1522934"/>
                  </a:lnTo>
                  <a:lnTo>
                    <a:pt x="4132381" y="1522934"/>
                  </a:lnTo>
                  <a:lnTo>
                    <a:pt x="4132506" y="1522934"/>
                  </a:lnTo>
                  <a:lnTo>
                    <a:pt x="4132631" y="1522934"/>
                  </a:lnTo>
                  <a:lnTo>
                    <a:pt x="4132756" y="1522934"/>
                  </a:lnTo>
                  <a:lnTo>
                    <a:pt x="4132881" y="1522934"/>
                  </a:lnTo>
                  <a:lnTo>
                    <a:pt x="4133006" y="1522934"/>
                  </a:lnTo>
                  <a:lnTo>
                    <a:pt x="4133131" y="1522934"/>
                  </a:lnTo>
                  <a:lnTo>
                    <a:pt x="4133256" y="1522934"/>
                  </a:lnTo>
                  <a:lnTo>
                    <a:pt x="4133381" y="1522934"/>
                  </a:lnTo>
                  <a:lnTo>
                    <a:pt x="4133506" y="1522934"/>
                  </a:lnTo>
                  <a:lnTo>
                    <a:pt x="4133631" y="1522934"/>
                  </a:lnTo>
                  <a:lnTo>
                    <a:pt x="4133756" y="1522934"/>
                  </a:lnTo>
                  <a:lnTo>
                    <a:pt x="4133881" y="1522934"/>
                  </a:lnTo>
                  <a:lnTo>
                    <a:pt x="4134006" y="1522934"/>
                  </a:lnTo>
                  <a:lnTo>
                    <a:pt x="4134132" y="1522934"/>
                  </a:lnTo>
                  <a:lnTo>
                    <a:pt x="4134257" y="1522934"/>
                  </a:lnTo>
                  <a:lnTo>
                    <a:pt x="4134382" y="1522934"/>
                  </a:lnTo>
                  <a:lnTo>
                    <a:pt x="4134507" y="1522934"/>
                  </a:lnTo>
                  <a:lnTo>
                    <a:pt x="4134632" y="1522934"/>
                  </a:lnTo>
                  <a:lnTo>
                    <a:pt x="4134757" y="1522934"/>
                  </a:lnTo>
                  <a:lnTo>
                    <a:pt x="4134882" y="1522934"/>
                  </a:lnTo>
                  <a:lnTo>
                    <a:pt x="4135007" y="1522934"/>
                  </a:lnTo>
                  <a:lnTo>
                    <a:pt x="4135132" y="1522934"/>
                  </a:lnTo>
                  <a:lnTo>
                    <a:pt x="4135257" y="1522934"/>
                  </a:lnTo>
                  <a:lnTo>
                    <a:pt x="4135382" y="1522934"/>
                  </a:lnTo>
                  <a:lnTo>
                    <a:pt x="4135507" y="1522934"/>
                  </a:lnTo>
                  <a:lnTo>
                    <a:pt x="4135632" y="1522934"/>
                  </a:lnTo>
                  <a:lnTo>
                    <a:pt x="4135757" y="1522934"/>
                  </a:lnTo>
                  <a:lnTo>
                    <a:pt x="4135882" y="1522934"/>
                  </a:lnTo>
                  <a:lnTo>
                    <a:pt x="4136007" y="1522934"/>
                  </a:lnTo>
                  <a:lnTo>
                    <a:pt x="4136132" y="1522934"/>
                  </a:lnTo>
                  <a:lnTo>
                    <a:pt x="4136257" y="1522934"/>
                  </a:lnTo>
                  <a:lnTo>
                    <a:pt x="4136382" y="1522934"/>
                  </a:lnTo>
                  <a:lnTo>
                    <a:pt x="4136507" y="1522934"/>
                  </a:lnTo>
                  <a:lnTo>
                    <a:pt x="4136632" y="1522934"/>
                  </a:lnTo>
                  <a:lnTo>
                    <a:pt x="4136757" y="1522934"/>
                  </a:lnTo>
                  <a:lnTo>
                    <a:pt x="4136882" y="1522934"/>
                  </a:lnTo>
                  <a:lnTo>
                    <a:pt x="4137007" y="1522934"/>
                  </a:lnTo>
                  <a:lnTo>
                    <a:pt x="4137133" y="1522934"/>
                  </a:lnTo>
                  <a:lnTo>
                    <a:pt x="4137258" y="1522934"/>
                  </a:lnTo>
                  <a:lnTo>
                    <a:pt x="4137383" y="1522934"/>
                  </a:lnTo>
                  <a:lnTo>
                    <a:pt x="4137508" y="1522934"/>
                  </a:lnTo>
                  <a:lnTo>
                    <a:pt x="4137633" y="1522934"/>
                  </a:lnTo>
                  <a:lnTo>
                    <a:pt x="4137758" y="1522934"/>
                  </a:lnTo>
                  <a:lnTo>
                    <a:pt x="4137883" y="1522934"/>
                  </a:lnTo>
                  <a:lnTo>
                    <a:pt x="4138008" y="1522934"/>
                  </a:lnTo>
                  <a:lnTo>
                    <a:pt x="4138133" y="1522934"/>
                  </a:lnTo>
                  <a:lnTo>
                    <a:pt x="4138258" y="1522934"/>
                  </a:lnTo>
                  <a:lnTo>
                    <a:pt x="4138383" y="1522934"/>
                  </a:lnTo>
                  <a:lnTo>
                    <a:pt x="4138508" y="1522934"/>
                  </a:lnTo>
                  <a:lnTo>
                    <a:pt x="4138633" y="1522934"/>
                  </a:lnTo>
                  <a:lnTo>
                    <a:pt x="4138758" y="1522934"/>
                  </a:lnTo>
                  <a:lnTo>
                    <a:pt x="4138883" y="1522934"/>
                  </a:lnTo>
                  <a:lnTo>
                    <a:pt x="4139008" y="1522934"/>
                  </a:lnTo>
                  <a:lnTo>
                    <a:pt x="4139133" y="1522934"/>
                  </a:lnTo>
                  <a:lnTo>
                    <a:pt x="4139258" y="1522934"/>
                  </a:lnTo>
                  <a:lnTo>
                    <a:pt x="4139383" y="1522934"/>
                  </a:lnTo>
                  <a:lnTo>
                    <a:pt x="4139508" y="1522934"/>
                  </a:lnTo>
                  <a:lnTo>
                    <a:pt x="4139633" y="1522934"/>
                  </a:lnTo>
                  <a:lnTo>
                    <a:pt x="4139758" y="1522934"/>
                  </a:lnTo>
                  <a:lnTo>
                    <a:pt x="4139883" y="1522934"/>
                  </a:lnTo>
                  <a:lnTo>
                    <a:pt x="4140008" y="1522934"/>
                  </a:lnTo>
                  <a:lnTo>
                    <a:pt x="4140134" y="1522934"/>
                  </a:lnTo>
                  <a:lnTo>
                    <a:pt x="4140259" y="1522934"/>
                  </a:lnTo>
                  <a:lnTo>
                    <a:pt x="4140384" y="1522934"/>
                  </a:lnTo>
                  <a:lnTo>
                    <a:pt x="4140509" y="1522934"/>
                  </a:lnTo>
                  <a:lnTo>
                    <a:pt x="4140634" y="1522934"/>
                  </a:lnTo>
                  <a:lnTo>
                    <a:pt x="4140759" y="1522934"/>
                  </a:lnTo>
                  <a:lnTo>
                    <a:pt x="4140884" y="1522934"/>
                  </a:lnTo>
                  <a:lnTo>
                    <a:pt x="4141009" y="1522934"/>
                  </a:lnTo>
                  <a:lnTo>
                    <a:pt x="4141134" y="1522934"/>
                  </a:lnTo>
                  <a:lnTo>
                    <a:pt x="4141259" y="1522934"/>
                  </a:lnTo>
                  <a:lnTo>
                    <a:pt x="4141384" y="1522934"/>
                  </a:lnTo>
                  <a:lnTo>
                    <a:pt x="4141509" y="1522934"/>
                  </a:lnTo>
                  <a:lnTo>
                    <a:pt x="4141634" y="1522934"/>
                  </a:lnTo>
                  <a:lnTo>
                    <a:pt x="4141759" y="1522934"/>
                  </a:lnTo>
                  <a:lnTo>
                    <a:pt x="4141884" y="1522934"/>
                  </a:lnTo>
                  <a:lnTo>
                    <a:pt x="4142009" y="1522934"/>
                  </a:lnTo>
                  <a:lnTo>
                    <a:pt x="4142134" y="1522934"/>
                  </a:lnTo>
                  <a:lnTo>
                    <a:pt x="4142259" y="1522934"/>
                  </a:lnTo>
                  <a:lnTo>
                    <a:pt x="4142384" y="1522934"/>
                  </a:lnTo>
                  <a:lnTo>
                    <a:pt x="4142509" y="1522934"/>
                  </a:lnTo>
                  <a:lnTo>
                    <a:pt x="4142634" y="1522934"/>
                  </a:lnTo>
                  <a:lnTo>
                    <a:pt x="4142759" y="1522934"/>
                  </a:lnTo>
                  <a:lnTo>
                    <a:pt x="4142884" y="1522934"/>
                  </a:lnTo>
                  <a:lnTo>
                    <a:pt x="4143009" y="1522934"/>
                  </a:lnTo>
                  <a:lnTo>
                    <a:pt x="4143135" y="1522934"/>
                  </a:lnTo>
                  <a:lnTo>
                    <a:pt x="4143260" y="1522934"/>
                  </a:lnTo>
                  <a:lnTo>
                    <a:pt x="4143385" y="1522934"/>
                  </a:lnTo>
                  <a:lnTo>
                    <a:pt x="4143510" y="1522934"/>
                  </a:lnTo>
                  <a:lnTo>
                    <a:pt x="4143635" y="1522934"/>
                  </a:lnTo>
                  <a:lnTo>
                    <a:pt x="4143760" y="1522934"/>
                  </a:lnTo>
                  <a:lnTo>
                    <a:pt x="4143885" y="1522934"/>
                  </a:lnTo>
                  <a:lnTo>
                    <a:pt x="4144010" y="1522934"/>
                  </a:lnTo>
                  <a:lnTo>
                    <a:pt x="4144135" y="1522934"/>
                  </a:lnTo>
                  <a:lnTo>
                    <a:pt x="4144260" y="1522934"/>
                  </a:lnTo>
                  <a:lnTo>
                    <a:pt x="4144385" y="1522934"/>
                  </a:lnTo>
                  <a:lnTo>
                    <a:pt x="4144510" y="1522934"/>
                  </a:lnTo>
                  <a:lnTo>
                    <a:pt x="4144635" y="1522934"/>
                  </a:lnTo>
                  <a:lnTo>
                    <a:pt x="4144760" y="1522934"/>
                  </a:lnTo>
                  <a:lnTo>
                    <a:pt x="4144885" y="1522934"/>
                  </a:lnTo>
                  <a:lnTo>
                    <a:pt x="4145010" y="1522934"/>
                  </a:lnTo>
                  <a:lnTo>
                    <a:pt x="4145135" y="1522934"/>
                  </a:lnTo>
                  <a:lnTo>
                    <a:pt x="4145260" y="1522934"/>
                  </a:lnTo>
                  <a:lnTo>
                    <a:pt x="4145385" y="1522934"/>
                  </a:lnTo>
                  <a:lnTo>
                    <a:pt x="4145510" y="1522934"/>
                  </a:lnTo>
                  <a:lnTo>
                    <a:pt x="4145635" y="1522934"/>
                  </a:lnTo>
                  <a:lnTo>
                    <a:pt x="4145760" y="1522934"/>
                  </a:lnTo>
                  <a:lnTo>
                    <a:pt x="4145885" y="1522934"/>
                  </a:lnTo>
                  <a:lnTo>
                    <a:pt x="4146010" y="1522934"/>
                  </a:lnTo>
                  <a:lnTo>
                    <a:pt x="4146136" y="1522934"/>
                  </a:lnTo>
                  <a:lnTo>
                    <a:pt x="4146261" y="1522934"/>
                  </a:lnTo>
                  <a:lnTo>
                    <a:pt x="4146386" y="1522934"/>
                  </a:lnTo>
                  <a:lnTo>
                    <a:pt x="4146511" y="1522934"/>
                  </a:lnTo>
                  <a:lnTo>
                    <a:pt x="4146636" y="1522934"/>
                  </a:lnTo>
                  <a:lnTo>
                    <a:pt x="4146761" y="1522934"/>
                  </a:lnTo>
                  <a:lnTo>
                    <a:pt x="4146886" y="1522934"/>
                  </a:lnTo>
                  <a:lnTo>
                    <a:pt x="4147011" y="1522934"/>
                  </a:lnTo>
                  <a:lnTo>
                    <a:pt x="4147136" y="1522934"/>
                  </a:lnTo>
                  <a:lnTo>
                    <a:pt x="4147261" y="1522934"/>
                  </a:lnTo>
                  <a:lnTo>
                    <a:pt x="4147386" y="1522934"/>
                  </a:lnTo>
                  <a:lnTo>
                    <a:pt x="4147511" y="1522934"/>
                  </a:lnTo>
                  <a:lnTo>
                    <a:pt x="4147636" y="1522934"/>
                  </a:lnTo>
                  <a:lnTo>
                    <a:pt x="4147761" y="1522934"/>
                  </a:lnTo>
                  <a:lnTo>
                    <a:pt x="4147886" y="1522934"/>
                  </a:lnTo>
                  <a:lnTo>
                    <a:pt x="4148011" y="1522934"/>
                  </a:lnTo>
                  <a:lnTo>
                    <a:pt x="4148136" y="1522934"/>
                  </a:lnTo>
                  <a:lnTo>
                    <a:pt x="4148261" y="1522934"/>
                  </a:lnTo>
                  <a:lnTo>
                    <a:pt x="4148386" y="1522934"/>
                  </a:lnTo>
                  <a:lnTo>
                    <a:pt x="4148511" y="1522934"/>
                  </a:lnTo>
                  <a:lnTo>
                    <a:pt x="4148636" y="1522934"/>
                  </a:lnTo>
                  <a:lnTo>
                    <a:pt x="4148761" y="1522934"/>
                  </a:lnTo>
                  <a:lnTo>
                    <a:pt x="4148886" y="1522934"/>
                  </a:lnTo>
                  <a:lnTo>
                    <a:pt x="4149011" y="1522934"/>
                  </a:lnTo>
                  <a:lnTo>
                    <a:pt x="4149137" y="1522934"/>
                  </a:lnTo>
                  <a:lnTo>
                    <a:pt x="4149262" y="1522934"/>
                  </a:lnTo>
                  <a:lnTo>
                    <a:pt x="4149387" y="1522934"/>
                  </a:lnTo>
                  <a:lnTo>
                    <a:pt x="4149512" y="1522934"/>
                  </a:lnTo>
                  <a:lnTo>
                    <a:pt x="4149637" y="1522934"/>
                  </a:lnTo>
                  <a:lnTo>
                    <a:pt x="4149762" y="1522934"/>
                  </a:lnTo>
                  <a:lnTo>
                    <a:pt x="4149887" y="1522934"/>
                  </a:lnTo>
                  <a:lnTo>
                    <a:pt x="4150012" y="1522934"/>
                  </a:lnTo>
                  <a:lnTo>
                    <a:pt x="4150137" y="1522934"/>
                  </a:lnTo>
                  <a:lnTo>
                    <a:pt x="4150262" y="1522934"/>
                  </a:lnTo>
                  <a:lnTo>
                    <a:pt x="4150387" y="1522934"/>
                  </a:lnTo>
                  <a:lnTo>
                    <a:pt x="4150512" y="1522934"/>
                  </a:lnTo>
                  <a:lnTo>
                    <a:pt x="4150637" y="1522934"/>
                  </a:lnTo>
                  <a:lnTo>
                    <a:pt x="4150762" y="1522934"/>
                  </a:lnTo>
                  <a:lnTo>
                    <a:pt x="4150887" y="1522934"/>
                  </a:lnTo>
                  <a:lnTo>
                    <a:pt x="4151012" y="1522934"/>
                  </a:lnTo>
                  <a:lnTo>
                    <a:pt x="4151137" y="1522934"/>
                  </a:lnTo>
                  <a:lnTo>
                    <a:pt x="4151262" y="1522934"/>
                  </a:lnTo>
                  <a:lnTo>
                    <a:pt x="4151387" y="1522934"/>
                  </a:lnTo>
                  <a:lnTo>
                    <a:pt x="4151512" y="1522934"/>
                  </a:lnTo>
                  <a:lnTo>
                    <a:pt x="4151637" y="1522934"/>
                  </a:lnTo>
                  <a:lnTo>
                    <a:pt x="4151762" y="1522934"/>
                  </a:lnTo>
                  <a:lnTo>
                    <a:pt x="4151887" y="1522934"/>
                  </a:lnTo>
                  <a:lnTo>
                    <a:pt x="4152013" y="1522934"/>
                  </a:lnTo>
                  <a:lnTo>
                    <a:pt x="4152138" y="1522934"/>
                  </a:lnTo>
                  <a:lnTo>
                    <a:pt x="4152263" y="1522934"/>
                  </a:lnTo>
                  <a:lnTo>
                    <a:pt x="4152388" y="1522934"/>
                  </a:lnTo>
                  <a:lnTo>
                    <a:pt x="4152513" y="1522934"/>
                  </a:lnTo>
                  <a:lnTo>
                    <a:pt x="4152638" y="1522934"/>
                  </a:lnTo>
                  <a:lnTo>
                    <a:pt x="4152763" y="1522934"/>
                  </a:lnTo>
                  <a:lnTo>
                    <a:pt x="4152888" y="1522934"/>
                  </a:lnTo>
                  <a:lnTo>
                    <a:pt x="4153013" y="1522934"/>
                  </a:lnTo>
                  <a:lnTo>
                    <a:pt x="4153138" y="1522934"/>
                  </a:lnTo>
                  <a:lnTo>
                    <a:pt x="4153263" y="1522934"/>
                  </a:lnTo>
                  <a:lnTo>
                    <a:pt x="4153388" y="1522934"/>
                  </a:lnTo>
                  <a:lnTo>
                    <a:pt x="4153513" y="1522934"/>
                  </a:lnTo>
                  <a:lnTo>
                    <a:pt x="4153638" y="1522934"/>
                  </a:lnTo>
                  <a:lnTo>
                    <a:pt x="4153763" y="1522934"/>
                  </a:lnTo>
                  <a:lnTo>
                    <a:pt x="4153888" y="1522934"/>
                  </a:lnTo>
                  <a:lnTo>
                    <a:pt x="4154013" y="1522934"/>
                  </a:lnTo>
                  <a:lnTo>
                    <a:pt x="4154138" y="1522934"/>
                  </a:lnTo>
                  <a:lnTo>
                    <a:pt x="4154263" y="1522934"/>
                  </a:lnTo>
                  <a:lnTo>
                    <a:pt x="4154388" y="1522934"/>
                  </a:lnTo>
                  <a:lnTo>
                    <a:pt x="4154513" y="1522934"/>
                  </a:lnTo>
                  <a:lnTo>
                    <a:pt x="4154638" y="1522934"/>
                  </a:lnTo>
                  <a:lnTo>
                    <a:pt x="4154763" y="1522934"/>
                  </a:lnTo>
                  <a:lnTo>
                    <a:pt x="4154888" y="1522934"/>
                  </a:lnTo>
                  <a:lnTo>
                    <a:pt x="4155014" y="1522934"/>
                  </a:lnTo>
                  <a:lnTo>
                    <a:pt x="4155139" y="1522934"/>
                  </a:lnTo>
                  <a:lnTo>
                    <a:pt x="4155264" y="1522934"/>
                  </a:lnTo>
                  <a:lnTo>
                    <a:pt x="4155389" y="1522934"/>
                  </a:lnTo>
                  <a:lnTo>
                    <a:pt x="4155514" y="1522934"/>
                  </a:lnTo>
                  <a:lnTo>
                    <a:pt x="4155639" y="1522934"/>
                  </a:lnTo>
                  <a:lnTo>
                    <a:pt x="4155764" y="1522934"/>
                  </a:lnTo>
                  <a:lnTo>
                    <a:pt x="4155889" y="1522934"/>
                  </a:lnTo>
                  <a:lnTo>
                    <a:pt x="4155889" y="1512981"/>
                  </a:lnTo>
                  <a:lnTo>
                    <a:pt x="4156014" y="1512981"/>
                  </a:lnTo>
                  <a:lnTo>
                    <a:pt x="4156139" y="1512981"/>
                  </a:lnTo>
                  <a:lnTo>
                    <a:pt x="4156264" y="1512981"/>
                  </a:lnTo>
                  <a:lnTo>
                    <a:pt x="4156389" y="1512981"/>
                  </a:lnTo>
                  <a:lnTo>
                    <a:pt x="4156514" y="1512981"/>
                  </a:lnTo>
                  <a:lnTo>
                    <a:pt x="4156639" y="1512981"/>
                  </a:lnTo>
                  <a:lnTo>
                    <a:pt x="4156764" y="1512981"/>
                  </a:lnTo>
                  <a:lnTo>
                    <a:pt x="4156889" y="1512981"/>
                  </a:lnTo>
                  <a:lnTo>
                    <a:pt x="4157014" y="1512981"/>
                  </a:lnTo>
                  <a:lnTo>
                    <a:pt x="4157139" y="1512981"/>
                  </a:lnTo>
                  <a:lnTo>
                    <a:pt x="4157264" y="1512981"/>
                  </a:lnTo>
                  <a:lnTo>
                    <a:pt x="4157389" y="1512981"/>
                  </a:lnTo>
                  <a:lnTo>
                    <a:pt x="4157514" y="1512981"/>
                  </a:lnTo>
                  <a:lnTo>
                    <a:pt x="4157639" y="1512981"/>
                  </a:lnTo>
                  <a:lnTo>
                    <a:pt x="4157764" y="1512981"/>
                  </a:lnTo>
                  <a:lnTo>
                    <a:pt x="4157889" y="1512981"/>
                  </a:lnTo>
                  <a:lnTo>
                    <a:pt x="4158015" y="1512981"/>
                  </a:lnTo>
                  <a:lnTo>
                    <a:pt x="4158140" y="1512981"/>
                  </a:lnTo>
                  <a:lnTo>
                    <a:pt x="4158265" y="1512981"/>
                  </a:lnTo>
                  <a:lnTo>
                    <a:pt x="4158390" y="1512981"/>
                  </a:lnTo>
                  <a:lnTo>
                    <a:pt x="4158515" y="1512981"/>
                  </a:lnTo>
                  <a:lnTo>
                    <a:pt x="4158640" y="1512981"/>
                  </a:lnTo>
                  <a:lnTo>
                    <a:pt x="4158765" y="1512981"/>
                  </a:lnTo>
                  <a:lnTo>
                    <a:pt x="4158890" y="1512981"/>
                  </a:lnTo>
                  <a:lnTo>
                    <a:pt x="4159015" y="1512981"/>
                  </a:lnTo>
                  <a:lnTo>
                    <a:pt x="4159140" y="1512981"/>
                  </a:lnTo>
                  <a:lnTo>
                    <a:pt x="4159265" y="1512981"/>
                  </a:lnTo>
                  <a:lnTo>
                    <a:pt x="4159390" y="1512981"/>
                  </a:lnTo>
                  <a:lnTo>
                    <a:pt x="4159515" y="1512981"/>
                  </a:lnTo>
                  <a:lnTo>
                    <a:pt x="4159640" y="1512981"/>
                  </a:lnTo>
                  <a:lnTo>
                    <a:pt x="4159765" y="1512981"/>
                  </a:lnTo>
                  <a:lnTo>
                    <a:pt x="4159890" y="1512981"/>
                  </a:lnTo>
                  <a:lnTo>
                    <a:pt x="4160015" y="1512981"/>
                  </a:lnTo>
                  <a:lnTo>
                    <a:pt x="4160140" y="1512981"/>
                  </a:lnTo>
                  <a:lnTo>
                    <a:pt x="4160265" y="1512981"/>
                  </a:lnTo>
                  <a:lnTo>
                    <a:pt x="4160390" y="1512981"/>
                  </a:lnTo>
                  <a:lnTo>
                    <a:pt x="4160515" y="1512981"/>
                  </a:lnTo>
                  <a:lnTo>
                    <a:pt x="4160640" y="1512981"/>
                  </a:lnTo>
                  <a:lnTo>
                    <a:pt x="4160765" y="1512981"/>
                  </a:lnTo>
                  <a:lnTo>
                    <a:pt x="4160890" y="1512981"/>
                  </a:lnTo>
                  <a:lnTo>
                    <a:pt x="4161016" y="1512981"/>
                  </a:lnTo>
                  <a:lnTo>
                    <a:pt x="4161141" y="1512981"/>
                  </a:lnTo>
                  <a:lnTo>
                    <a:pt x="4161266" y="1512981"/>
                  </a:lnTo>
                  <a:lnTo>
                    <a:pt x="4161391" y="1512981"/>
                  </a:lnTo>
                  <a:lnTo>
                    <a:pt x="4161516" y="1512981"/>
                  </a:lnTo>
                  <a:lnTo>
                    <a:pt x="4161641" y="1512981"/>
                  </a:lnTo>
                  <a:lnTo>
                    <a:pt x="4161766" y="1512981"/>
                  </a:lnTo>
                  <a:lnTo>
                    <a:pt x="4161891" y="1512981"/>
                  </a:lnTo>
                  <a:lnTo>
                    <a:pt x="4162016" y="1512981"/>
                  </a:lnTo>
                  <a:lnTo>
                    <a:pt x="4162141" y="1512981"/>
                  </a:lnTo>
                  <a:lnTo>
                    <a:pt x="4162266" y="1512981"/>
                  </a:lnTo>
                  <a:lnTo>
                    <a:pt x="4162391" y="1512981"/>
                  </a:lnTo>
                  <a:lnTo>
                    <a:pt x="4162516" y="1512981"/>
                  </a:lnTo>
                  <a:lnTo>
                    <a:pt x="4162641" y="1512981"/>
                  </a:lnTo>
                  <a:lnTo>
                    <a:pt x="4162766" y="1512981"/>
                  </a:lnTo>
                  <a:lnTo>
                    <a:pt x="4162891" y="1512981"/>
                  </a:lnTo>
                  <a:lnTo>
                    <a:pt x="4163016" y="1512981"/>
                  </a:lnTo>
                  <a:lnTo>
                    <a:pt x="4163141" y="1512981"/>
                  </a:lnTo>
                  <a:lnTo>
                    <a:pt x="4163266" y="1512981"/>
                  </a:lnTo>
                  <a:lnTo>
                    <a:pt x="4163391" y="1512981"/>
                  </a:lnTo>
                  <a:lnTo>
                    <a:pt x="4163516" y="1512981"/>
                  </a:lnTo>
                  <a:lnTo>
                    <a:pt x="4163641" y="1512981"/>
                  </a:lnTo>
                  <a:lnTo>
                    <a:pt x="4163766" y="1512981"/>
                  </a:lnTo>
                  <a:lnTo>
                    <a:pt x="4163891" y="1512981"/>
                  </a:lnTo>
                  <a:lnTo>
                    <a:pt x="4164017" y="1512981"/>
                  </a:lnTo>
                  <a:lnTo>
                    <a:pt x="4164142" y="1512981"/>
                  </a:lnTo>
                  <a:lnTo>
                    <a:pt x="4164267" y="1512981"/>
                  </a:lnTo>
                  <a:lnTo>
                    <a:pt x="4164392" y="1512981"/>
                  </a:lnTo>
                  <a:lnTo>
                    <a:pt x="4164517" y="1512981"/>
                  </a:lnTo>
                  <a:lnTo>
                    <a:pt x="4164642" y="1512981"/>
                  </a:lnTo>
                  <a:lnTo>
                    <a:pt x="4164767" y="1512981"/>
                  </a:lnTo>
                  <a:lnTo>
                    <a:pt x="4164892" y="1512981"/>
                  </a:lnTo>
                  <a:lnTo>
                    <a:pt x="4165017" y="1512981"/>
                  </a:lnTo>
                  <a:lnTo>
                    <a:pt x="4165142" y="1512981"/>
                  </a:lnTo>
                  <a:lnTo>
                    <a:pt x="4165267" y="1512981"/>
                  </a:lnTo>
                  <a:lnTo>
                    <a:pt x="4165392" y="1512981"/>
                  </a:lnTo>
                  <a:lnTo>
                    <a:pt x="4165517" y="1512981"/>
                  </a:lnTo>
                  <a:lnTo>
                    <a:pt x="4165642" y="1512981"/>
                  </a:lnTo>
                  <a:lnTo>
                    <a:pt x="4165767" y="1512981"/>
                  </a:lnTo>
                  <a:lnTo>
                    <a:pt x="4165892" y="1512981"/>
                  </a:lnTo>
                  <a:lnTo>
                    <a:pt x="4166017" y="1512981"/>
                  </a:lnTo>
                  <a:lnTo>
                    <a:pt x="4166142" y="1512981"/>
                  </a:lnTo>
                  <a:lnTo>
                    <a:pt x="4166267" y="1512981"/>
                  </a:lnTo>
                  <a:lnTo>
                    <a:pt x="4166392" y="1512981"/>
                  </a:lnTo>
                  <a:lnTo>
                    <a:pt x="4166517" y="1512981"/>
                  </a:lnTo>
                  <a:lnTo>
                    <a:pt x="4166642" y="1512981"/>
                  </a:lnTo>
                  <a:lnTo>
                    <a:pt x="4166767" y="1512981"/>
                  </a:lnTo>
                  <a:lnTo>
                    <a:pt x="4166892" y="1512981"/>
                  </a:lnTo>
                  <a:lnTo>
                    <a:pt x="4167018" y="1512981"/>
                  </a:lnTo>
                  <a:lnTo>
                    <a:pt x="4167143" y="1512981"/>
                  </a:lnTo>
                  <a:lnTo>
                    <a:pt x="4167268" y="1512981"/>
                  </a:lnTo>
                  <a:lnTo>
                    <a:pt x="4167393" y="1512981"/>
                  </a:lnTo>
                  <a:lnTo>
                    <a:pt x="4167518" y="1512981"/>
                  </a:lnTo>
                  <a:lnTo>
                    <a:pt x="4167643" y="1512981"/>
                  </a:lnTo>
                  <a:lnTo>
                    <a:pt x="4167768" y="1512981"/>
                  </a:lnTo>
                  <a:lnTo>
                    <a:pt x="4167893" y="1512981"/>
                  </a:lnTo>
                  <a:lnTo>
                    <a:pt x="4168018" y="1512981"/>
                  </a:lnTo>
                  <a:lnTo>
                    <a:pt x="4168143" y="1512981"/>
                  </a:lnTo>
                  <a:lnTo>
                    <a:pt x="4168268" y="1512981"/>
                  </a:lnTo>
                  <a:lnTo>
                    <a:pt x="4168393" y="1512981"/>
                  </a:lnTo>
                  <a:lnTo>
                    <a:pt x="4168518" y="1512981"/>
                  </a:lnTo>
                  <a:lnTo>
                    <a:pt x="4168643" y="1512981"/>
                  </a:lnTo>
                  <a:lnTo>
                    <a:pt x="4168768" y="1512981"/>
                  </a:lnTo>
                  <a:lnTo>
                    <a:pt x="4168893" y="1512981"/>
                  </a:lnTo>
                  <a:lnTo>
                    <a:pt x="4169018" y="1512981"/>
                  </a:lnTo>
                  <a:lnTo>
                    <a:pt x="4169143" y="1512981"/>
                  </a:lnTo>
                  <a:lnTo>
                    <a:pt x="4169268" y="1512981"/>
                  </a:lnTo>
                  <a:lnTo>
                    <a:pt x="4169393" y="1512981"/>
                  </a:lnTo>
                  <a:lnTo>
                    <a:pt x="4169518" y="1512981"/>
                  </a:lnTo>
                  <a:lnTo>
                    <a:pt x="4169643" y="1512981"/>
                  </a:lnTo>
                  <a:lnTo>
                    <a:pt x="4169768" y="1512981"/>
                  </a:lnTo>
                  <a:lnTo>
                    <a:pt x="4169893" y="1512981"/>
                  </a:lnTo>
                  <a:lnTo>
                    <a:pt x="4170019" y="1512981"/>
                  </a:lnTo>
                  <a:lnTo>
                    <a:pt x="4170144" y="1512981"/>
                  </a:lnTo>
                  <a:lnTo>
                    <a:pt x="4170269" y="1512981"/>
                  </a:lnTo>
                  <a:lnTo>
                    <a:pt x="4170394" y="1512981"/>
                  </a:lnTo>
                  <a:lnTo>
                    <a:pt x="4170519" y="1512981"/>
                  </a:lnTo>
                  <a:lnTo>
                    <a:pt x="4170644" y="1512981"/>
                  </a:lnTo>
                  <a:lnTo>
                    <a:pt x="4170769" y="1512981"/>
                  </a:lnTo>
                  <a:lnTo>
                    <a:pt x="4170894" y="1512981"/>
                  </a:lnTo>
                  <a:lnTo>
                    <a:pt x="4171019" y="1512981"/>
                  </a:lnTo>
                  <a:lnTo>
                    <a:pt x="4171144" y="1512981"/>
                  </a:lnTo>
                  <a:lnTo>
                    <a:pt x="4171269" y="1512981"/>
                  </a:lnTo>
                  <a:lnTo>
                    <a:pt x="4171394" y="1512981"/>
                  </a:lnTo>
                  <a:lnTo>
                    <a:pt x="4171519" y="1512981"/>
                  </a:lnTo>
                  <a:lnTo>
                    <a:pt x="4171644" y="1512981"/>
                  </a:lnTo>
                  <a:lnTo>
                    <a:pt x="4171769" y="1512981"/>
                  </a:lnTo>
                  <a:lnTo>
                    <a:pt x="4171894" y="1512981"/>
                  </a:lnTo>
                  <a:lnTo>
                    <a:pt x="4172019" y="1512981"/>
                  </a:lnTo>
                  <a:lnTo>
                    <a:pt x="4172144" y="1512981"/>
                  </a:lnTo>
                  <a:lnTo>
                    <a:pt x="4172269" y="1512981"/>
                  </a:lnTo>
                  <a:lnTo>
                    <a:pt x="4172394" y="1512981"/>
                  </a:lnTo>
                  <a:lnTo>
                    <a:pt x="4172519" y="1512981"/>
                  </a:lnTo>
                  <a:lnTo>
                    <a:pt x="4172644" y="1512981"/>
                  </a:lnTo>
                  <a:lnTo>
                    <a:pt x="4172769" y="1512981"/>
                  </a:lnTo>
                  <a:lnTo>
                    <a:pt x="4172894" y="1512981"/>
                  </a:lnTo>
                  <a:lnTo>
                    <a:pt x="4173020" y="1512981"/>
                  </a:lnTo>
                  <a:lnTo>
                    <a:pt x="4173145" y="1512981"/>
                  </a:lnTo>
                  <a:lnTo>
                    <a:pt x="4173270" y="1512981"/>
                  </a:lnTo>
                  <a:lnTo>
                    <a:pt x="4173395" y="1512981"/>
                  </a:lnTo>
                  <a:lnTo>
                    <a:pt x="4173520" y="1512981"/>
                  </a:lnTo>
                  <a:lnTo>
                    <a:pt x="4173645" y="1512981"/>
                  </a:lnTo>
                  <a:lnTo>
                    <a:pt x="4173770" y="1512981"/>
                  </a:lnTo>
                  <a:lnTo>
                    <a:pt x="4173895" y="1512981"/>
                  </a:lnTo>
                  <a:lnTo>
                    <a:pt x="4174020" y="1512981"/>
                  </a:lnTo>
                  <a:lnTo>
                    <a:pt x="4174145" y="1512981"/>
                  </a:lnTo>
                  <a:lnTo>
                    <a:pt x="4174270" y="1512981"/>
                  </a:lnTo>
                  <a:lnTo>
                    <a:pt x="4174395" y="1512981"/>
                  </a:lnTo>
                  <a:lnTo>
                    <a:pt x="4174520" y="1512981"/>
                  </a:lnTo>
                  <a:lnTo>
                    <a:pt x="4174645" y="1512981"/>
                  </a:lnTo>
                  <a:lnTo>
                    <a:pt x="4174770" y="1512981"/>
                  </a:lnTo>
                  <a:lnTo>
                    <a:pt x="4174895" y="1512981"/>
                  </a:lnTo>
                  <a:lnTo>
                    <a:pt x="4175020" y="1512981"/>
                  </a:lnTo>
                  <a:lnTo>
                    <a:pt x="4175145" y="1512981"/>
                  </a:lnTo>
                  <a:lnTo>
                    <a:pt x="4175270" y="1512981"/>
                  </a:lnTo>
                  <a:lnTo>
                    <a:pt x="4175395" y="1512981"/>
                  </a:lnTo>
                  <a:lnTo>
                    <a:pt x="4175520" y="1512981"/>
                  </a:lnTo>
                  <a:lnTo>
                    <a:pt x="4175645" y="1512981"/>
                  </a:lnTo>
                  <a:lnTo>
                    <a:pt x="4175770" y="1512981"/>
                  </a:lnTo>
                  <a:lnTo>
                    <a:pt x="4175895" y="1512981"/>
                  </a:lnTo>
                  <a:lnTo>
                    <a:pt x="4176021" y="1512981"/>
                  </a:lnTo>
                  <a:lnTo>
                    <a:pt x="4176146" y="1512981"/>
                  </a:lnTo>
                  <a:lnTo>
                    <a:pt x="4176271" y="1512981"/>
                  </a:lnTo>
                  <a:lnTo>
                    <a:pt x="4176396" y="1512981"/>
                  </a:lnTo>
                  <a:lnTo>
                    <a:pt x="4176521" y="1512981"/>
                  </a:lnTo>
                  <a:lnTo>
                    <a:pt x="4176646" y="1512981"/>
                  </a:lnTo>
                  <a:lnTo>
                    <a:pt x="4176771" y="1512981"/>
                  </a:lnTo>
                  <a:lnTo>
                    <a:pt x="4176896" y="1512981"/>
                  </a:lnTo>
                  <a:lnTo>
                    <a:pt x="4177021" y="1512981"/>
                  </a:lnTo>
                  <a:lnTo>
                    <a:pt x="4177146" y="1512981"/>
                  </a:lnTo>
                  <a:lnTo>
                    <a:pt x="4177271" y="1512981"/>
                  </a:lnTo>
                  <a:lnTo>
                    <a:pt x="4177396" y="1512981"/>
                  </a:lnTo>
                  <a:lnTo>
                    <a:pt x="4177521" y="1512981"/>
                  </a:lnTo>
                  <a:lnTo>
                    <a:pt x="4177646" y="1512981"/>
                  </a:lnTo>
                  <a:lnTo>
                    <a:pt x="4177771" y="1512981"/>
                  </a:lnTo>
                  <a:lnTo>
                    <a:pt x="4177896" y="1512981"/>
                  </a:lnTo>
                  <a:lnTo>
                    <a:pt x="4178021" y="1512981"/>
                  </a:lnTo>
                  <a:lnTo>
                    <a:pt x="4178146" y="1512981"/>
                  </a:lnTo>
                  <a:lnTo>
                    <a:pt x="4178271" y="1512981"/>
                  </a:lnTo>
                  <a:lnTo>
                    <a:pt x="4178396" y="1512981"/>
                  </a:lnTo>
                  <a:lnTo>
                    <a:pt x="4178521" y="1512981"/>
                  </a:lnTo>
                  <a:lnTo>
                    <a:pt x="4178646" y="1512981"/>
                  </a:lnTo>
                  <a:lnTo>
                    <a:pt x="4178771" y="1512981"/>
                  </a:lnTo>
                  <a:lnTo>
                    <a:pt x="4178896" y="1512981"/>
                  </a:lnTo>
                  <a:lnTo>
                    <a:pt x="4179022" y="1512981"/>
                  </a:lnTo>
                  <a:lnTo>
                    <a:pt x="4179147" y="1512981"/>
                  </a:lnTo>
                  <a:lnTo>
                    <a:pt x="4179272" y="1512981"/>
                  </a:lnTo>
                  <a:lnTo>
                    <a:pt x="4179397" y="1512981"/>
                  </a:lnTo>
                  <a:lnTo>
                    <a:pt x="4179522" y="1512981"/>
                  </a:lnTo>
                  <a:lnTo>
                    <a:pt x="4179647" y="1512981"/>
                  </a:lnTo>
                  <a:lnTo>
                    <a:pt x="4179772" y="1512981"/>
                  </a:lnTo>
                  <a:lnTo>
                    <a:pt x="4179897" y="1512981"/>
                  </a:lnTo>
                  <a:lnTo>
                    <a:pt x="4180022" y="1512981"/>
                  </a:lnTo>
                  <a:lnTo>
                    <a:pt x="4180147" y="1512981"/>
                  </a:lnTo>
                  <a:lnTo>
                    <a:pt x="4180272" y="1512981"/>
                  </a:lnTo>
                  <a:lnTo>
                    <a:pt x="4180397" y="1512981"/>
                  </a:lnTo>
                  <a:lnTo>
                    <a:pt x="4180522" y="1512981"/>
                  </a:lnTo>
                  <a:lnTo>
                    <a:pt x="4180647" y="1512981"/>
                  </a:lnTo>
                  <a:lnTo>
                    <a:pt x="4180772" y="1512981"/>
                  </a:lnTo>
                  <a:lnTo>
                    <a:pt x="4180897" y="1512981"/>
                  </a:lnTo>
                  <a:lnTo>
                    <a:pt x="4181022" y="1512981"/>
                  </a:lnTo>
                  <a:lnTo>
                    <a:pt x="4181147" y="1512981"/>
                  </a:lnTo>
                  <a:lnTo>
                    <a:pt x="4181272" y="1512981"/>
                  </a:lnTo>
                  <a:lnTo>
                    <a:pt x="4181397" y="1512981"/>
                  </a:lnTo>
                  <a:lnTo>
                    <a:pt x="4181522" y="1512981"/>
                  </a:lnTo>
                  <a:lnTo>
                    <a:pt x="4181647" y="1512981"/>
                  </a:lnTo>
                  <a:lnTo>
                    <a:pt x="4181772" y="1512981"/>
                  </a:lnTo>
                  <a:lnTo>
                    <a:pt x="4181897" y="1512981"/>
                  </a:lnTo>
                  <a:lnTo>
                    <a:pt x="4182023" y="1512981"/>
                  </a:lnTo>
                  <a:lnTo>
                    <a:pt x="4182148" y="1512981"/>
                  </a:lnTo>
                  <a:lnTo>
                    <a:pt x="4182273" y="1512981"/>
                  </a:lnTo>
                  <a:lnTo>
                    <a:pt x="4182398" y="1512981"/>
                  </a:lnTo>
                  <a:lnTo>
                    <a:pt x="4182523" y="1512981"/>
                  </a:lnTo>
                  <a:lnTo>
                    <a:pt x="4182648" y="1512981"/>
                  </a:lnTo>
                  <a:lnTo>
                    <a:pt x="4182773" y="1512981"/>
                  </a:lnTo>
                  <a:lnTo>
                    <a:pt x="4182898" y="1512981"/>
                  </a:lnTo>
                  <a:lnTo>
                    <a:pt x="4183023" y="1512981"/>
                  </a:lnTo>
                  <a:lnTo>
                    <a:pt x="4183148" y="1512981"/>
                  </a:lnTo>
                  <a:lnTo>
                    <a:pt x="4183273" y="1512981"/>
                  </a:lnTo>
                  <a:lnTo>
                    <a:pt x="4183398" y="1512981"/>
                  </a:lnTo>
                  <a:lnTo>
                    <a:pt x="4183523" y="1512981"/>
                  </a:lnTo>
                  <a:lnTo>
                    <a:pt x="4183648" y="1512981"/>
                  </a:lnTo>
                  <a:lnTo>
                    <a:pt x="4183773" y="1512981"/>
                  </a:lnTo>
                  <a:lnTo>
                    <a:pt x="4183898" y="1512981"/>
                  </a:lnTo>
                  <a:lnTo>
                    <a:pt x="4184023" y="1512981"/>
                  </a:lnTo>
                  <a:lnTo>
                    <a:pt x="4184148" y="1512981"/>
                  </a:lnTo>
                  <a:lnTo>
                    <a:pt x="4184273" y="1512981"/>
                  </a:lnTo>
                  <a:lnTo>
                    <a:pt x="4184398" y="1512981"/>
                  </a:lnTo>
                  <a:lnTo>
                    <a:pt x="4184523" y="1512981"/>
                  </a:lnTo>
                  <a:lnTo>
                    <a:pt x="4184648" y="1512981"/>
                  </a:lnTo>
                  <a:lnTo>
                    <a:pt x="4184773" y="1512981"/>
                  </a:lnTo>
                  <a:lnTo>
                    <a:pt x="4184898" y="1512981"/>
                  </a:lnTo>
                  <a:lnTo>
                    <a:pt x="4185024" y="1512981"/>
                  </a:lnTo>
                  <a:lnTo>
                    <a:pt x="4185149" y="1512981"/>
                  </a:lnTo>
                  <a:lnTo>
                    <a:pt x="4185274" y="1512981"/>
                  </a:lnTo>
                  <a:lnTo>
                    <a:pt x="4185399" y="1512981"/>
                  </a:lnTo>
                  <a:lnTo>
                    <a:pt x="4185524" y="1512981"/>
                  </a:lnTo>
                  <a:lnTo>
                    <a:pt x="4185649" y="1512981"/>
                  </a:lnTo>
                  <a:lnTo>
                    <a:pt x="4185774" y="1512981"/>
                  </a:lnTo>
                  <a:lnTo>
                    <a:pt x="4185899" y="1512981"/>
                  </a:lnTo>
                  <a:lnTo>
                    <a:pt x="4186024" y="1512981"/>
                  </a:lnTo>
                  <a:lnTo>
                    <a:pt x="4186149" y="1512981"/>
                  </a:lnTo>
                  <a:lnTo>
                    <a:pt x="4186274" y="1512981"/>
                  </a:lnTo>
                  <a:lnTo>
                    <a:pt x="4186399" y="1512981"/>
                  </a:lnTo>
                  <a:lnTo>
                    <a:pt x="4186524" y="1512981"/>
                  </a:lnTo>
                  <a:lnTo>
                    <a:pt x="4186649" y="1512981"/>
                  </a:lnTo>
                  <a:lnTo>
                    <a:pt x="4186774" y="1512981"/>
                  </a:lnTo>
                  <a:lnTo>
                    <a:pt x="4186899" y="1512981"/>
                  </a:lnTo>
                  <a:lnTo>
                    <a:pt x="4187024" y="1512981"/>
                  </a:lnTo>
                  <a:lnTo>
                    <a:pt x="4187149" y="1512981"/>
                  </a:lnTo>
                  <a:lnTo>
                    <a:pt x="4187274" y="1512981"/>
                  </a:lnTo>
                  <a:lnTo>
                    <a:pt x="4187399" y="1512981"/>
                  </a:lnTo>
                  <a:lnTo>
                    <a:pt x="4187524" y="1512981"/>
                  </a:lnTo>
                  <a:lnTo>
                    <a:pt x="4187649" y="1512981"/>
                  </a:lnTo>
                  <a:lnTo>
                    <a:pt x="4187774" y="1512981"/>
                  </a:lnTo>
                  <a:lnTo>
                    <a:pt x="4187899" y="1512981"/>
                  </a:lnTo>
                  <a:lnTo>
                    <a:pt x="4188025" y="1512981"/>
                  </a:lnTo>
                  <a:lnTo>
                    <a:pt x="4188150" y="1512981"/>
                  </a:lnTo>
                  <a:lnTo>
                    <a:pt x="4188275" y="1512981"/>
                  </a:lnTo>
                  <a:lnTo>
                    <a:pt x="4188400" y="1512981"/>
                  </a:lnTo>
                  <a:lnTo>
                    <a:pt x="4188525" y="1512981"/>
                  </a:lnTo>
                  <a:lnTo>
                    <a:pt x="4188650" y="1512981"/>
                  </a:lnTo>
                  <a:lnTo>
                    <a:pt x="4188775" y="1512981"/>
                  </a:lnTo>
                  <a:lnTo>
                    <a:pt x="4188900" y="1512981"/>
                  </a:lnTo>
                  <a:lnTo>
                    <a:pt x="4189025" y="1512981"/>
                  </a:lnTo>
                  <a:lnTo>
                    <a:pt x="4189150" y="1512981"/>
                  </a:lnTo>
                  <a:lnTo>
                    <a:pt x="4189275" y="1512981"/>
                  </a:lnTo>
                  <a:lnTo>
                    <a:pt x="4189400" y="1512981"/>
                  </a:lnTo>
                  <a:lnTo>
                    <a:pt x="4189525" y="1512981"/>
                  </a:lnTo>
                  <a:lnTo>
                    <a:pt x="4189650" y="1512981"/>
                  </a:lnTo>
                  <a:lnTo>
                    <a:pt x="4189775" y="1512981"/>
                  </a:lnTo>
                  <a:lnTo>
                    <a:pt x="4189900" y="1512981"/>
                  </a:lnTo>
                  <a:lnTo>
                    <a:pt x="4190025" y="1512981"/>
                  </a:lnTo>
                  <a:lnTo>
                    <a:pt x="4190150" y="1512981"/>
                  </a:lnTo>
                  <a:lnTo>
                    <a:pt x="4190275" y="1512981"/>
                  </a:lnTo>
                  <a:lnTo>
                    <a:pt x="4190400" y="1512981"/>
                  </a:lnTo>
                  <a:lnTo>
                    <a:pt x="4190525" y="1512981"/>
                  </a:lnTo>
                  <a:lnTo>
                    <a:pt x="4190650" y="1512981"/>
                  </a:lnTo>
                  <a:lnTo>
                    <a:pt x="4190775" y="1512981"/>
                  </a:lnTo>
                  <a:lnTo>
                    <a:pt x="4190901" y="1512981"/>
                  </a:lnTo>
                  <a:lnTo>
                    <a:pt x="4191026" y="1512981"/>
                  </a:lnTo>
                  <a:lnTo>
                    <a:pt x="4191151" y="1512981"/>
                  </a:lnTo>
                  <a:lnTo>
                    <a:pt x="4191276" y="1512981"/>
                  </a:lnTo>
                  <a:lnTo>
                    <a:pt x="4191401" y="1512981"/>
                  </a:lnTo>
                  <a:lnTo>
                    <a:pt x="4191526" y="1512981"/>
                  </a:lnTo>
                  <a:lnTo>
                    <a:pt x="4191651" y="1512981"/>
                  </a:lnTo>
                  <a:lnTo>
                    <a:pt x="4191776" y="1512981"/>
                  </a:lnTo>
                  <a:lnTo>
                    <a:pt x="4191901" y="1512981"/>
                  </a:lnTo>
                  <a:lnTo>
                    <a:pt x="4192026" y="1512981"/>
                  </a:lnTo>
                  <a:lnTo>
                    <a:pt x="4192151" y="1512981"/>
                  </a:lnTo>
                  <a:lnTo>
                    <a:pt x="4192276" y="1512981"/>
                  </a:lnTo>
                  <a:lnTo>
                    <a:pt x="4192401" y="1512981"/>
                  </a:lnTo>
                  <a:lnTo>
                    <a:pt x="4192526" y="1512981"/>
                  </a:lnTo>
                  <a:lnTo>
                    <a:pt x="4192651" y="1512981"/>
                  </a:lnTo>
                  <a:lnTo>
                    <a:pt x="4192776" y="1512981"/>
                  </a:lnTo>
                  <a:lnTo>
                    <a:pt x="4192901" y="1512981"/>
                  </a:lnTo>
                  <a:lnTo>
                    <a:pt x="4193026" y="1512981"/>
                  </a:lnTo>
                  <a:lnTo>
                    <a:pt x="4193151" y="1512981"/>
                  </a:lnTo>
                  <a:lnTo>
                    <a:pt x="4193276" y="1512981"/>
                  </a:lnTo>
                  <a:lnTo>
                    <a:pt x="4193401" y="1512981"/>
                  </a:lnTo>
                  <a:lnTo>
                    <a:pt x="4193526" y="1512981"/>
                  </a:lnTo>
                  <a:lnTo>
                    <a:pt x="4193651" y="1512981"/>
                  </a:lnTo>
                  <a:lnTo>
                    <a:pt x="4193776" y="1512981"/>
                  </a:lnTo>
                  <a:lnTo>
                    <a:pt x="4193902" y="1512981"/>
                  </a:lnTo>
                  <a:lnTo>
                    <a:pt x="4194027" y="1512981"/>
                  </a:lnTo>
                  <a:lnTo>
                    <a:pt x="4194152" y="1512981"/>
                  </a:lnTo>
                  <a:lnTo>
                    <a:pt x="4194277" y="1512981"/>
                  </a:lnTo>
                  <a:lnTo>
                    <a:pt x="4194402" y="1512981"/>
                  </a:lnTo>
                  <a:lnTo>
                    <a:pt x="4194527" y="1512981"/>
                  </a:lnTo>
                  <a:lnTo>
                    <a:pt x="4194652" y="1512981"/>
                  </a:lnTo>
                  <a:lnTo>
                    <a:pt x="4194777" y="1512981"/>
                  </a:lnTo>
                  <a:lnTo>
                    <a:pt x="4194902" y="1512981"/>
                  </a:lnTo>
                  <a:lnTo>
                    <a:pt x="4195027" y="1512981"/>
                  </a:lnTo>
                  <a:lnTo>
                    <a:pt x="4195152" y="1512981"/>
                  </a:lnTo>
                  <a:lnTo>
                    <a:pt x="4195277" y="1512981"/>
                  </a:lnTo>
                  <a:lnTo>
                    <a:pt x="4195402" y="1512981"/>
                  </a:lnTo>
                  <a:lnTo>
                    <a:pt x="4195527" y="1512981"/>
                  </a:lnTo>
                  <a:lnTo>
                    <a:pt x="4195652" y="1512981"/>
                  </a:lnTo>
                  <a:lnTo>
                    <a:pt x="4195777" y="1512981"/>
                  </a:lnTo>
                  <a:lnTo>
                    <a:pt x="4195902" y="1512981"/>
                  </a:lnTo>
                  <a:lnTo>
                    <a:pt x="4196027" y="1512981"/>
                  </a:lnTo>
                  <a:lnTo>
                    <a:pt x="4196152" y="1512981"/>
                  </a:lnTo>
                  <a:lnTo>
                    <a:pt x="4196277" y="1512981"/>
                  </a:lnTo>
                  <a:lnTo>
                    <a:pt x="4196402" y="1512981"/>
                  </a:lnTo>
                  <a:lnTo>
                    <a:pt x="4196527" y="1512981"/>
                  </a:lnTo>
                  <a:lnTo>
                    <a:pt x="4196652" y="1512981"/>
                  </a:lnTo>
                  <a:lnTo>
                    <a:pt x="4196777" y="1512981"/>
                  </a:lnTo>
                  <a:lnTo>
                    <a:pt x="4196903" y="1512981"/>
                  </a:lnTo>
                  <a:lnTo>
                    <a:pt x="4197028" y="1512981"/>
                  </a:lnTo>
                  <a:lnTo>
                    <a:pt x="4197153" y="1512981"/>
                  </a:lnTo>
                  <a:lnTo>
                    <a:pt x="4197278" y="1512981"/>
                  </a:lnTo>
                  <a:lnTo>
                    <a:pt x="4197403" y="1512981"/>
                  </a:lnTo>
                  <a:lnTo>
                    <a:pt x="4197528" y="1512981"/>
                  </a:lnTo>
                  <a:lnTo>
                    <a:pt x="4197653" y="1512981"/>
                  </a:lnTo>
                  <a:lnTo>
                    <a:pt x="4197778" y="1512981"/>
                  </a:lnTo>
                  <a:lnTo>
                    <a:pt x="4197903" y="1512981"/>
                  </a:lnTo>
                  <a:lnTo>
                    <a:pt x="4198028" y="1512981"/>
                  </a:lnTo>
                  <a:lnTo>
                    <a:pt x="4198153" y="1512981"/>
                  </a:lnTo>
                  <a:lnTo>
                    <a:pt x="4198278" y="1512981"/>
                  </a:lnTo>
                  <a:lnTo>
                    <a:pt x="4198403" y="1512981"/>
                  </a:lnTo>
                  <a:lnTo>
                    <a:pt x="4198528" y="1512981"/>
                  </a:lnTo>
                  <a:lnTo>
                    <a:pt x="4198653" y="1512981"/>
                  </a:lnTo>
                  <a:lnTo>
                    <a:pt x="4198778" y="1512981"/>
                  </a:lnTo>
                  <a:lnTo>
                    <a:pt x="4198903" y="1512981"/>
                  </a:lnTo>
                  <a:lnTo>
                    <a:pt x="4199028" y="1512981"/>
                  </a:lnTo>
                  <a:lnTo>
                    <a:pt x="4199153" y="1512981"/>
                  </a:lnTo>
                  <a:lnTo>
                    <a:pt x="4199278" y="1512981"/>
                  </a:lnTo>
                  <a:lnTo>
                    <a:pt x="4199403" y="1512981"/>
                  </a:lnTo>
                  <a:lnTo>
                    <a:pt x="4199528" y="1512981"/>
                  </a:lnTo>
                  <a:lnTo>
                    <a:pt x="4199653" y="1512981"/>
                  </a:lnTo>
                  <a:lnTo>
                    <a:pt x="4199778" y="1512981"/>
                  </a:lnTo>
                  <a:lnTo>
                    <a:pt x="4199904" y="1512981"/>
                  </a:lnTo>
                  <a:lnTo>
                    <a:pt x="4200029" y="1512981"/>
                  </a:lnTo>
                  <a:lnTo>
                    <a:pt x="4200154" y="1512981"/>
                  </a:lnTo>
                  <a:lnTo>
                    <a:pt x="4200279" y="1512981"/>
                  </a:lnTo>
                  <a:lnTo>
                    <a:pt x="4200404" y="1512981"/>
                  </a:lnTo>
                  <a:lnTo>
                    <a:pt x="4200529" y="1512981"/>
                  </a:lnTo>
                  <a:lnTo>
                    <a:pt x="4200654" y="1512981"/>
                  </a:lnTo>
                  <a:lnTo>
                    <a:pt x="4200779" y="1512981"/>
                  </a:lnTo>
                  <a:lnTo>
                    <a:pt x="4200904" y="1512981"/>
                  </a:lnTo>
                  <a:lnTo>
                    <a:pt x="4201029" y="1512981"/>
                  </a:lnTo>
                  <a:lnTo>
                    <a:pt x="4201154" y="1512981"/>
                  </a:lnTo>
                  <a:lnTo>
                    <a:pt x="4201279" y="1512981"/>
                  </a:lnTo>
                  <a:lnTo>
                    <a:pt x="4201404" y="1512981"/>
                  </a:lnTo>
                  <a:lnTo>
                    <a:pt x="4201529" y="1512981"/>
                  </a:lnTo>
                  <a:lnTo>
                    <a:pt x="4201654" y="1512981"/>
                  </a:lnTo>
                  <a:lnTo>
                    <a:pt x="4201779" y="1512981"/>
                  </a:lnTo>
                  <a:lnTo>
                    <a:pt x="4201904" y="1512981"/>
                  </a:lnTo>
                  <a:lnTo>
                    <a:pt x="4202029" y="1512981"/>
                  </a:lnTo>
                  <a:lnTo>
                    <a:pt x="4202154" y="1512981"/>
                  </a:lnTo>
                  <a:lnTo>
                    <a:pt x="4202279" y="1512981"/>
                  </a:lnTo>
                  <a:lnTo>
                    <a:pt x="4202404" y="1512981"/>
                  </a:lnTo>
                  <a:lnTo>
                    <a:pt x="4202529" y="1512981"/>
                  </a:lnTo>
                  <a:lnTo>
                    <a:pt x="4202654" y="1512981"/>
                  </a:lnTo>
                  <a:lnTo>
                    <a:pt x="4202779" y="1512981"/>
                  </a:lnTo>
                  <a:lnTo>
                    <a:pt x="4202905" y="1512981"/>
                  </a:lnTo>
                  <a:lnTo>
                    <a:pt x="4203030" y="1512981"/>
                  </a:lnTo>
                  <a:lnTo>
                    <a:pt x="4203155" y="1512981"/>
                  </a:lnTo>
                  <a:lnTo>
                    <a:pt x="4203280" y="1512981"/>
                  </a:lnTo>
                  <a:lnTo>
                    <a:pt x="4203405" y="1512981"/>
                  </a:lnTo>
                  <a:lnTo>
                    <a:pt x="4203530" y="1512981"/>
                  </a:lnTo>
                  <a:lnTo>
                    <a:pt x="4203655" y="1512981"/>
                  </a:lnTo>
                  <a:lnTo>
                    <a:pt x="4203780" y="1512981"/>
                  </a:lnTo>
                  <a:lnTo>
                    <a:pt x="4203905" y="1512981"/>
                  </a:lnTo>
                  <a:lnTo>
                    <a:pt x="4204030" y="1512981"/>
                  </a:lnTo>
                  <a:lnTo>
                    <a:pt x="4204155" y="1512981"/>
                  </a:lnTo>
                  <a:lnTo>
                    <a:pt x="4204280" y="1512981"/>
                  </a:lnTo>
                  <a:lnTo>
                    <a:pt x="4204405" y="1512981"/>
                  </a:lnTo>
                  <a:lnTo>
                    <a:pt x="4204530" y="1512981"/>
                  </a:lnTo>
                  <a:lnTo>
                    <a:pt x="4204655" y="1512981"/>
                  </a:lnTo>
                  <a:lnTo>
                    <a:pt x="4204780" y="1512981"/>
                  </a:lnTo>
                  <a:lnTo>
                    <a:pt x="4204905" y="1512981"/>
                  </a:lnTo>
                  <a:lnTo>
                    <a:pt x="4205030" y="1512981"/>
                  </a:lnTo>
                  <a:lnTo>
                    <a:pt x="4205155" y="1512981"/>
                  </a:lnTo>
                  <a:lnTo>
                    <a:pt x="4205280" y="1512981"/>
                  </a:lnTo>
                  <a:lnTo>
                    <a:pt x="4205405" y="1512981"/>
                  </a:lnTo>
                  <a:lnTo>
                    <a:pt x="4205530" y="1512981"/>
                  </a:lnTo>
                  <a:lnTo>
                    <a:pt x="4205655" y="1512981"/>
                  </a:lnTo>
                  <a:lnTo>
                    <a:pt x="4205780" y="1512981"/>
                  </a:lnTo>
                  <a:lnTo>
                    <a:pt x="4205906" y="1512981"/>
                  </a:lnTo>
                  <a:lnTo>
                    <a:pt x="4206031" y="1512981"/>
                  </a:lnTo>
                  <a:lnTo>
                    <a:pt x="4206156" y="1512981"/>
                  </a:lnTo>
                  <a:lnTo>
                    <a:pt x="4206281" y="1512981"/>
                  </a:lnTo>
                  <a:lnTo>
                    <a:pt x="4206406" y="1512981"/>
                  </a:lnTo>
                  <a:lnTo>
                    <a:pt x="4206531" y="1512981"/>
                  </a:lnTo>
                  <a:lnTo>
                    <a:pt x="4206656" y="1512981"/>
                  </a:lnTo>
                  <a:lnTo>
                    <a:pt x="4206781" y="1512981"/>
                  </a:lnTo>
                  <a:lnTo>
                    <a:pt x="4206906" y="1512981"/>
                  </a:lnTo>
                  <a:lnTo>
                    <a:pt x="4207031" y="1512981"/>
                  </a:lnTo>
                  <a:lnTo>
                    <a:pt x="4207156" y="1512981"/>
                  </a:lnTo>
                  <a:lnTo>
                    <a:pt x="4207281" y="1512981"/>
                  </a:lnTo>
                  <a:lnTo>
                    <a:pt x="4207406" y="1512981"/>
                  </a:lnTo>
                  <a:lnTo>
                    <a:pt x="4207531" y="1512981"/>
                  </a:lnTo>
                  <a:lnTo>
                    <a:pt x="4207656" y="1512981"/>
                  </a:lnTo>
                  <a:lnTo>
                    <a:pt x="4207781" y="1512981"/>
                  </a:lnTo>
                  <a:lnTo>
                    <a:pt x="4207906" y="1512981"/>
                  </a:lnTo>
                  <a:lnTo>
                    <a:pt x="4208031" y="1512981"/>
                  </a:lnTo>
                  <a:lnTo>
                    <a:pt x="4208156" y="1512981"/>
                  </a:lnTo>
                  <a:lnTo>
                    <a:pt x="4208281" y="1512981"/>
                  </a:lnTo>
                  <a:lnTo>
                    <a:pt x="4208406" y="1512981"/>
                  </a:lnTo>
                  <a:lnTo>
                    <a:pt x="4208531" y="1512981"/>
                  </a:lnTo>
                  <a:lnTo>
                    <a:pt x="4208656" y="1512981"/>
                  </a:lnTo>
                  <a:lnTo>
                    <a:pt x="4208781" y="1512981"/>
                  </a:lnTo>
                  <a:lnTo>
                    <a:pt x="4208907" y="1512981"/>
                  </a:lnTo>
                  <a:lnTo>
                    <a:pt x="4209032" y="1512981"/>
                  </a:lnTo>
                  <a:lnTo>
                    <a:pt x="4209157" y="1512981"/>
                  </a:lnTo>
                  <a:lnTo>
                    <a:pt x="4209282" y="1512981"/>
                  </a:lnTo>
                  <a:lnTo>
                    <a:pt x="4209407" y="1512981"/>
                  </a:lnTo>
                  <a:lnTo>
                    <a:pt x="4209532" y="1512981"/>
                  </a:lnTo>
                  <a:lnTo>
                    <a:pt x="4209657" y="1512981"/>
                  </a:lnTo>
                  <a:lnTo>
                    <a:pt x="4209782" y="1512981"/>
                  </a:lnTo>
                  <a:lnTo>
                    <a:pt x="4209907" y="1512981"/>
                  </a:lnTo>
                  <a:lnTo>
                    <a:pt x="4210032" y="1512981"/>
                  </a:lnTo>
                  <a:lnTo>
                    <a:pt x="4210157" y="1512981"/>
                  </a:lnTo>
                  <a:lnTo>
                    <a:pt x="4210282" y="1512981"/>
                  </a:lnTo>
                  <a:lnTo>
                    <a:pt x="4210407" y="1512981"/>
                  </a:lnTo>
                  <a:lnTo>
                    <a:pt x="4210532" y="1512981"/>
                  </a:lnTo>
                  <a:lnTo>
                    <a:pt x="4210657" y="1512981"/>
                  </a:lnTo>
                  <a:lnTo>
                    <a:pt x="4210782" y="1512981"/>
                  </a:lnTo>
                  <a:lnTo>
                    <a:pt x="4210907" y="1512981"/>
                  </a:lnTo>
                  <a:lnTo>
                    <a:pt x="4211032" y="1512981"/>
                  </a:lnTo>
                  <a:lnTo>
                    <a:pt x="4211157" y="1512981"/>
                  </a:lnTo>
                  <a:lnTo>
                    <a:pt x="4211282" y="1512981"/>
                  </a:lnTo>
                  <a:lnTo>
                    <a:pt x="4211407" y="1512981"/>
                  </a:lnTo>
                  <a:lnTo>
                    <a:pt x="4211532" y="1512981"/>
                  </a:lnTo>
                  <a:lnTo>
                    <a:pt x="4211657" y="1512981"/>
                  </a:lnTo>
                  <a:lnTo>
                    <a:pt x="4211782" y="1512981"/>
                  </a:lnTo>
                  <a:lnTo>
                    <a:pt x="4211908" y="1512981"/>
                  </a:lnTo>
                  <a:lnTo>
                    <a:pt x="4212033" y="1512981"/>
                  </a:lnTo>
                  <a:lnTo>
                    <a:pt x="4212158" y="1512981"/>
                  </a:lnTo>
                  <a:lnTo>
                    <a:pt x="4212283" y="1512981"/>
                  </a:lnTo>
                  <a:lnTo>
                    <a:pt x="4212408" y="1512981"/>
                  </a:lnTo>
                  <a:lnTo>
                    <a:pt x="4212533" y="1512981"/>
                  </a:lnTo>
                  <a:lnTo>
                    <a:pt x="4212658" y="1512981"/>
                  </a:lnTo>
                  <a:lnTo>
                    <a:pt x="4212783" y="1512981"/>
                  </a:lnTo>
                  <a:lnTo>
                    <a:pt x="4212908" y="1512981"/>
                  </a:lnTo>
                  <a:lnTo>
                    <a:pt x="4213033" y="1512981"/>
                  </a:lnTo>
                  <a:lnTo>
                    <a:pt x="4213158" y="1512981"/>
                  </a:lnTo>
                  <a:lnTo>
                    <a:pt x="4213283" y="1512981"/>
                  </a:lnTo>
                  <a:lnTo>
                    <a:pt x="4213408" y="1512981"/>
                  </a:lnTo>
                  <a:lnTo>
                    <a:pt x="4213533" y="1512981"/>
                  </a:lnTo>
                  <a:lnTo>
                    <a:pt x="4213658" y="1512981"/>
                  </a:lnTo>
                  <a:lnTo>
                    <a:pt x="4213783" y="1512981"/>
                  </a:lnTo>
                  <a:lnTo>
                    <a:pt x="4213908" y="1512981"/>
                  </a:lnTo>
                  <a:lnTo>
                    <a:pt x="4214033" y="1512981"/>
                  </a:lnTo>
                  <a:lnTo>
                    <a:pt x="4214158" y="1512981"/>
                  </a:lnTo>
                  <a:lnTo>
                    <a:pt x="4214283" y="1512981"/>
                  </a:lnTo>
                  <a:lnTo>
                    <a:pt x="4214408" y="1512981"/>
                  </a:lnTo>
                  <a:lnTo>
                    <a:pt x="4214533" y="1512981"/>
                  </a:lnTo>
                  <a:lnTo>
                    <a:pt x="4214658" y="1512981"/>
                  </a:lnTo>
                  <a:lnTo>
                    <a:pt x="4214783" y="1512981"/>
                  </a:lnTo>
                  <a:lnTo>
                    <a:pt x="4214909" y="1512981"/>
                  </a:lnTo>
                  <a:lnTo>
                    <a:pt x="4215034" y="1512981"/>
                  </a:lnTo>
                  <a:lnTo>
                    <a:pt x="4215159" y="1512981"/>
                  </a:lnTo>
                  <a:lnTo>
                    <a:pt x="4215284" y="1512981"/>
                  </a:lnTo>
                  <a:lnTo>
                    <a:pt x="4215409" y="1512981"/>
                  </a:lnTo>
                  <a:lnTo>
                    <a:pt x="4215534" y="1512981"/>
                  </a:lnTo>
                  <a:lnTo>
                    <a:pt x="4215659" y="1512981"/>
                  </a:lnTo>
                  <a:lnTo>
                    <a:pt x="4215784" y="1512981"/>
                  </a:lnTo>
                  <a:lnTo>
                    <a:pt x="4215909" y="1512981"/>
                  </a:lnTo>
                  <a:lnTo>
                    <a:pt x="4216034" y="1512981"/>
                  </a:lnTo>
                  <a:lnTo>
                    <a:pt x="4216159" y="1512981"/>
                  </a:lnTo>
                  <a:lnTo>
                    <a:pt x="4216284" y="1512981"/>
                  </a:lnTo>
                  <a:lnTo>
                    <a:pt x="4216409" y="1512981"/>
                  </a:lnTo>
                  <a:lnTo>
                    <a:pt x="4216534" y="1512981"/>
                  </a:lnTo>
                  <a:lnTo>
                    <a:pt x="4216659" y="1512981"/>
                  </a:lnTo>
                  <a:lnTo>
                    <a:pt x="4216784" y="1512981"/>
                  </a:lnTo>
                  <a:lnTo>
                    <a:pt x="4216909" y="1512981"/>
                  </a:lnTo>
                  <a:lnTo>
                    <a:pt x="4217034" y="1512981"/>
                  </a:lnTo>
                  <a:lnTo>
                    <a:pt x="4217159" y="1512981"/>
                  </a:lnTo>
                  <a:lnTo>
                    <a:pt x="4217284" y="1512981"/>
                  </a:lnTo>
                  <a:lnTo>
                    <a:pt x="4217409" y="1512981"/>
                  </a:lnTo>
                  <a:lnTo>
                    <a:pt x="4217534" y="1512981"/>
                  </a:lnTo>
                  <a:lnTo>
                    <a:pt x="4217659" y="1512981"/>
                  </a:lnTo>
                  <a:lnTo>
                    <a:pt x="4217784" y="1512981"/>
                  </a:lnTo>
                  <a:lnTo>
                    <a:pt x="4217910" y="1512981"/>
                  </a:lnTo>
                  <a:lnTo>
                    <a:pt x="4218035" y="1512981"/>
                  </a:lnTo>
                  <a:lnTo>
                    <a:pt x="4218160" y="1512981"/>
                  </a:lnTo>
                  <a:lnTo>
                    <a:pt x="4218285" y="1512981"/>
                  </a:lnTo>
                  <a:lnTo>
                    <a:pt x="4218410" y="1512981"/>
                  </a:lnTo>
                  <a:lnTo>
                    <a:pt x="4218535" y="1512981"/>
                  </a:lnTo>
                  <a:lnTo>
                    <a:pt x="4218660" y="1512981"/>
                  </a:lnTo>
                  <a:lnTo>
                    <a:pt x="4218785" y="1512981"/>
                  </a:lnTo>
                  <a:lnTo>
                    <a:pt x="4218910" y="1512981"/>
                  </a:lnTo>
                  <a:lnTo>
                    <a:pt x="4219035" y="1512981"/>
                  </a:lnTo>
                  <a:lnTo>
                    <a:pt x="4219160" y="1512981"/>
                  </a:lnTo>
                  <a:lnTo>
                    <a:pt x="4219285" y="1512981"/>
                  </a:lnTo>
                  <a:lnTo>
                    <a:pt x="4219410" y="1512981"/>
                  </a:lnTo>
                  <a:lnTo>
                    <a:pt x="4219535" y="1512981"/>
                  </a:lnTo>
                  <a:lnTo>
                    <a:pt x="4219660" y="1512981"/>
                  </a:lnTo>
                  <a:lnTo>
                    <a:pt x="4219785" y="1512981"/>
                  </a:lnTo>
                  <a:lnTo>
                    <a:pt x="4219910" y="1512981"/>
                  </a:lnTo>
                  <a:lnTo>
                    <a:pt x="4220035" y="1512981"/>
                  </a:lnTo>
                  <a:lnTo>
                    <a:pt x="4220160" y="1512981"/>
                  </a:lnTo>
                  <a:lnTo>
                    <a:pt x="4220285" y="1512981"/>
                  </a:lnTo>
                  <a:lnTo>
                    <a:pt x="4220410" y="1512981"/>
                  </a:lnTo>
                  <a:lnTo>
                    <a:pt x="4220535" y="1512981"/>
                  </a:lnTo>
                  <a:lnTo>
                    <a:pt x="4220660" y="1512981"/>
                  </a:lnTo>
                  <a:lnTo>
                    <a:pt x="4220785" y="1512981"/>
                  </a:lnTo>
                  <a:lnTo>
                    <a:pt x="4220911" y="1512981"/>
                  </a:lnTo>
                  <a:lnTo>
                    <a:pt x="4221036" y="1512981"/>
                  </a:lnTo>
                  <a:lnTo>
                    <a:pt x="4221161" y="1512981"/>
                  </a:lnTo>
                  <a:lnTo>
                    <a:pt x="4221286" y="1512981"/>
                  </a:lnTo>
                  <a:lnTo>
                    <a:pt x="4221411" y="1512981"/>
                  </a:lnTo>
                  <a:lnTo>
                    <a:pt x="4221536" y="1512981"/>
                  </a:lnTo>
                  <a:lnTo>
                    <a:pt x="4221661" y="1512981"/>
                  </a:lnTo>
                  <a:lnTo>
                    <a:pt x="4221786" y="1512981"/>
                  </a:lnTo>
                  <a:lnTo>
                    <a:pt x="4221911" y="1512981"/>
                  </a:lnTo>
                  <a:lnTo>
                    <a:pt x="4222036" y="1512981"/>
                  </a:lnTo>
                  <a:lnTo>
                    <a:pt x="4222161" y="1512981"/>
                  </a:lnTo>
                  <a:lnTo>
                    <a:pt x="4222286" y="1512981"/>
                  </a:lnTo>
                  <a:lnTo>
                    <a:pt x="4222411" y="1512981"/>
                  </a:lnTo>
                  <a:lnTo>
                    <a:pt x="4222536" y="1512981"/>
                  </a:lnTo>
                  <a:lnTo>
                    <a:pt x="4222661" y="1512981"/>
                  </a:lnTo>
                  <a:lnTo>
                    <a:pt x="4222786" y="1512981"/>
                  </a:lnTo>
                  <a:lnTo>
                    <a:pt x="4222911" y="1512981"/>
                  </a:lnTo>
                  <a:lnTo>
                    <a:pt x="4223036" y="1512981"/>
                  </a:lnTo>
                  <a:lnTo>
                    <a:pt x="4223161" y="1512981"/>
                  </a:lnTo>
                  <a:lnTo>
                    <a:pt x="4223286" y="1512981"/>
                  </a:lnTo>
                  <a:lnTo>
                    <a:pt x="4223411" y="1512981"/>
                  </a:lnTo>
                  <a:lnTo>
                    <a:pt x="4223536" y="1512981"/>
                  </a:lnTo>
                  <a:lnTo>
                    <a:pt x="4223661" y="1512981"/>
                  </a:lnTo>
                  <a:lnTo>
                    <a:pt x="4223786" y="1512981"/>
                  </a:lnTo>
                  <a:lnTo>
                    <a:pt x="4223912" y="1512981"/>
                  </a:lnTo>
                  <a:lnTo>
                    <a:pt x="4224037" y="1512981"/>
                  </a:lnTo>
                  <a:lnTo>
                    <a:pt x="4224162" y="1512981"/>
                  </a:lnTo>
                  <a:lnTo>
                    <a:pt x="4224287" y="1512981"/>
                  </a:lnTo>
                  <a:lnTo>
                    <a:pt x="4224412" y="1512981"/>
                  </a:lnTo>
                  <a:lnTo>
                    <a:pt x="4224537" y="1512981"/>
                  </a:lnTo>
                  <a:lnTo>
                    <a:pt x="4224662" y="1512981"/>
                  </a:lnTo>
                  <a:lnTo>
                    <a:pt x="4224787" y="1512981"/>
                  </a:lnTo>
                  <a:lnTo>
                    <a:pt x="4224912" y="1512981"/>
                  </a:lnTo>
                  <a:lnTo>
                    <a:pt x="4225037" y="1512981"/>
                  </a:lnTo>
                  <a:lnTo>
                    <a:pt x="4225162" y="1512981"/>
                  </a:lnTo>
                  <a:lnTo>
                    <a:pt x="4225287" y="1512981"/>
                  </a:lnTo>
                  <a:lnTo>
                    <a:pt x="4225412" y="1512981"/>
                  </a:lnTo>
                  <a:lnTo>
                    <a:pt x="4225537" y="1512981"/>
                  </a:lnTo>
                  <a:lnTo>
                    <a:pt x="4225662" y="1512981"/>
                  </a:lnTo>
                  <a:lnTo>
                    <a:pt x="4225787" y="1512981"/>
                  </a:lnTo>
                  <a:lnTo>
                    <a:pt x="4225912" y="1512981"/>
                  </a:lnTo>
                  <a:lnTo>
                    <a:pt x="4226037" y="1512981"/>
                  </a:lnTo>
                  <a:lnTo>
                    <a:pt x="4226162" y="1512981"/>
                  </a:lnTo>
                  <a:lnTo>
                    <a:pt x="4226287" y="1512981"/>
                  </a:lnTo>
                  <a:lnTo>
                    <a:pt x="4226412" y="1512981"/>
                  </a:lnTo>
                  <a:lnTo>
                    <a:pt x="4226537" y="1512981"/>
                  </a:lnTo>
                  <a:lnTo>
                    <a:pt x="4226662" y="1512981"/>
                  </a:lnTo>
                  <a:lnTo>
                    <a:pt x="4226787" y="1512981"/>
                  </a:lnTo>
                  <a:lnTo>
                    <a:pt x="4226913" y="1512981"/>
                  </a:lnTo>
                  <a:lnTo>
                    <a:pt x="4227038" y="1512981"/>
                  </a:lnTo>
                  <a:lnTo>
                    <a:pt x="4227163" y="1512981"/>
                  </a:lnTo>
                  <a:lnTo>
                    <a:pt x="4227288" y="1512981"/>
                  </a:lnTo>
                  <a:lnTo>
                    <a:pt x="4227413" y="1512981"/>
                  </a:lnTo>
                  <a:lnTo>
                    <a:pt x="4227538" y="1512981"/>
                  </a:lnTo>
                  <a:lnTo>
                    <a:pt x="4227663" y="1512981"/>
                  </a:lnTo>
                  <a:lnTo>
                    <a:pt x="4227788" y="1512981"/>
                  </a:lnTo>
                  <a:lnTo>
                    <a:pt x="4227913" y="1512981"/>
                  </a:lnTo>
                  <a:lnTo>
                    <a:pt x="4228038" y="1512981"/>
                  </a:lnTo>
                  <a:lnTo>
                    <a:pt x="4228163" y="1512981"/>
                  </a:lnTo>
                  <a:lnTo>
                    <a:pt x="4228288" y="1512981"/>
                  </a:lnTo>
                  <a:lnTo>
                    <a:pt x="4228413" y="1512981"/>
                  </a:lnTo>
                  <a:lnTo>
                    <a:pt x="4228538" y="1512981"/>
                  </a:lnTo>
                  <a:lnTo>
                    <a:pt x="4228663" y="1512981"/>
                  </a:lnTo>
                  <a:lnTo>
                    <a:pt x="4228788" y="1512981"/>
                  </a:lnTo>
                  <a:lnTo>
                    <a:pt x="4228913" y="1512981"/>
                  </a:lnTo>
                  <a:lnTo>
                    <a:pt x="4229038" y="1512981"/>
                  </a:lnTo>
                  <a:lnTo>
                    <a:pt x="4229163" y="1512981"/>
                  </a:lnTo>
                  <a:lnTo>
                    <a:pt x="4229288" y="1512981"/>
                  </a:lnTo>
                  <a:lnTo>
                    <a:pt x="4229413" y="1512981"/>
                  </a:lnTo>
                  <a:lnTo>
                    <a:pt x="4229538" y="1512981"/>
                  </a:lnTo>
                  <a:lnTo>
                    <a:pt x="4229663" y="1512981"/>
                  </a:lnTo>
                  <a:lnTo>
                    <a:pt x="4229789" y="1512981"/>
                  </a:lnTo>
                  <a:lnTo>
                    <a:pt x="4229914" y="1512981"/>
                  </a:lnTo>
                  <a:lnTo>
                    <a:pt x="4230039" y="1512981"/>
                  </a:lnTo>
                  <a:lnTo>
                    <a:pt x="4230164" y="1512981"/>
                  </a:lnTo>
                  <a:lnTo>
                    <a:pt x="4230289" y="1512981"/>
                  </a:lnTo>
                  <a:lnTo>
                    <a:pt x="4230414" y="1512981"/>
                  </a:lnTo>
                  <a:lnTo>
                    <a:pt x="4230539" y="1512981"/>
                  </a:lnTo>
                  <a:lnTo>
                    <a:pt x="4230664" y="1512981"/>
                  </a:lnTo>
                  <a:lnTo>
                    <a:pt x="4230789" y="1512981"/>
                  </a:lnTo>
                  <a:lnTo>
                    <a:pt x="4230914" y="1512981"/>
                  </a:lnTo>
                  <a:lnTo>
                    <a:pt x="4231039" y="1512981"/>
                  </a:lnTo>
                  <a:lnTo>
                    <a:pt x="4231164" y="1512981"/>
                  </a:lnTo>
                  <a:lnTo>
                    <a:pt x="4231289" y="1512981"/>
                  </a:lnTo>
                  <a:lnTo>
                    <a:pt x="4231414" y="1512981"/>
                  </a:lnTo>
                  <a:lnTo>
                    <a:pt x="4231539" y="1512981"/>
                  </a:lnTo>
                  <a:lnTo>
                    <a:pt x="4231664" y="1512981"/>
                  </a:lnTo>
                  <a:lnTo>
                    <a:pt x="4231789" y="1512981"/>
                  </a:lnTo>
                  <a:lnTo>
                    <a:pt x="4231914" y="1512981"/>
                  </a:lnTo>
                  <a:lnTo>
                    <a:pt x="4232039" y="1512981"/>
                  </a:lnTo>
                  <a:lnTo>
                    <a:pt x="4232164" y="1512981"/>
                  </a:lnTo>
                  <a:lnTo>
                    <a:pt x="4232164" y="1503027"/>
                  </a:lnTo>
                  <a:lnTo>
                    <a:pt x="4232289" y="1503027"/>
                  </a:lnTo>
                  <a:lnTo>
                    <a:pt x="4232414" y="1503027"/>
                  </a:lnTo>
                  <a:lnTo>
                    <a:pt x="4232539" y="1503027"/>
                  </a:lnTo>
                  <a:lnTo>
                    <a:pt x="4232664" y="1503027"/>
                  </a:lnTo>
                  <a:lnTo>
                    <a:pt x="4232790" y="1503027"/>
                  </a:lnTo>
                  <a:lnTo>
                    <a:pt x="4232915" y="1503027"/>
                  </a:lnTo>
                  <a:lnTo>
                    <a:pt x="4233040" y="1503027"/>
                  </a:lnTo>
                  <a:lnTo>
                    <a:pt x="4233165" y="1503027"/>
                  </a:lnTo>
                  <a:lnTo>
                    <a:pt x="4233290" y="1503027"/>
                  </a:lnTo>
                  <a:lnTo>
                    <a:pt x="4233415" y="1503027"/>
                  </a:lnTo>
                  <a:lnTo>
                    <a:pt x="4233540" y="1503027"/>
                  </a:lnTo>
                  <a:lnTo>
                    <a:pt x="4233665" y="1503027"/>
                  </a:lnTo>
                  <a:lnTo>
                    <a:pt x="4233790" y="1503027"/>
                  </a:lnTo>
                  <a:lnTo>
                    <a:pt x="4233915" y="1503027"/>
                  </a:lnTo>
                  <a:lnTo>
                    <a:pt x="4234040" y="1503027"/>
                  </a:lnTo>
                  <a:lnTo>
                    <a:pt x="4234165" y="1503027"/>
                  </a:lnTo>
                  <a:lnTo>
                    <a:pt x="4234290" y="1503027"/>
                  </a:lnTo>
                  <a:lnTo>
                    <a:pt x="4234415" y="1503027"/>
                  </a:lnTo>
                  <a:lnTo>
                    <a:pt x="4234540" y="1503027"/>
                  </a:lnTo>
                  <a:lnTo>
                    <a:pt x="4234665" y="1503027"/>
                  </a:lnTo>
                  <a:lnTo>
                    <a:pt x="4234790" y="1503027"/>
                  </a:lnTo>
                  <a:lnTo>
                    <a:pt x="4234915" y="1503027"/>
                  </a:lnTo>
                  <a:lnTo>
                    <a:pt x="4235040" y="1503027"/>
                  </a:lnTo>
                  <a:lnTo>
                    <a:pt x="4235165" y="1503027"/>
                  </a:lnTo>
                  <a:lnTo>
                    <a:pt x="4235290" y="1503027"/>
                  </a:lnTo>
                  <a:lnTo>
                    <a:pt x="4235415" y="1503027"/>
                  </a:lnTo>
                  <a:lnTo>
                    <a:pt x="4235540" y="1503027"/>
                  </a:lnTo>
                  <a:lnTo>
                    <a:pt x="4235665" y="1503027"/>
                  </a:lnTo>
                  <a:lnTo>
                    <a:pt x="4235791" y="1503027"/>
                  </a:lnTo>
                  <a:lnTo>
                    <a:pt x="4235916" y="1503027"/>
                  </a:lnTo>
                  <a:lnTo>
                    <a:pt x="4236041" y="1503027"/>
                  </a:lnTo>
                  <a:lnTo>
                    <a:pt x="4236166" y="1503027"/>
                  </a:lnTo>
                  <a:lnTo>
                    <a:pt x="4236291" y="1503027"/>
                  </a:lnTo>
                  <a:lnTo>
                    <a:pt x="4236291" y="1493073"/>
                  </a:lnTo>
                  <a:lnTo>
                    <a:pt x="4236416" y="1493073"/>
                  </a:lnTo>
                  <a:lnTo>
                    <a:pt x="4236541" y="1493073"/>
                  </a:lnTo>
                  <a:lnTo>
                    <a:pt x="4236666" y="1493073"/>
                  </a:lnTo>
                  <a:lnTo>
                    <a:pt x="4236791" y="1493073"/>
                  </a:lnTo>
                  <a:lnTo>
                    <a:pt x="4236916" y="1493073"/>
                  </a:lnTo>
                  <a:lnTo>
                    <a:pt x="4237041" y="1493073"/>
                  </a:lnTo>
                  <a:lnTo>
                    <a:pt x="4237166" y="1493073"/>
                  </a:lnTo>
                  <a:lnTo>
                    <a:pt x="4237291" y="1493073"/>
                  </a:lnTo>
                  <a:lnTo>
                    <a:pt x="4237416" y="1493073"/>
                  </a:lnTo>
                  <a:lnTo>
                    <a:pt x="4237541" y="1493073"/>
                  </a:lnTo>
                  <a:lnTo>
                    <a:pt x="4237666" y="1493073"/>
                  </a:lnTo>
                  <a:lnTo>
                    <a:pt x="4237791" y="1493073"/>
                  </a:lnTo>
                  <a:lnTo>
                    <a:pt x="4237916" y="1493073"/>
                  </a:lnTo>
                  <a:lnTo>
                    <a:pt x="4238041" y="1493073"/>
                  </a:lnTo>
                  <a:lnTo>
                    <a:pt x="4238166" y="1493073"/>
                  </a:lnTo>
                  <a:lnTo>
                    <a:pt x="4238291" y="1493073"/>
                  </a:lnTo>
                  <a:lnTo>
                    <a:pt x="4238416" y="1493073"/>
                  </a:lnTo>
                  <a:lnTo>
                    <a:pt x="4238541" y="1493073"/>
                  </a:lnTo>
                  <a:lnTo>
                    <a:pt x="4238666" y="1493073"/>
                  </a:lnTo>
                  <a:lnTo>
                    <a:pt x="4238792" y="1493073"/>
                  </a:lnTo>
                  <a:lnTo>
                    <a:pt x="4238917" y="1493073"/>
                  </a:lnTo>
                  <a:lnTo>
                    <a:pt x="4239042" y="1493073"/>
                  </a:lnTo>
                  <a:lnTo>
                    <a:pt x="4239167" y="1493073"/>
                  </a:lnTo>
                  <a:lnTo>
                    <a:pt x="4239292" y="1493073"/>
                  </a:lnTo>
                  <a:lnTo>
                    <a:pt x="4239417" y="1493073"/>
                  </a:lnTo>
                  <a:lnTo>
                    <a:pt x="4239542" y="1493073"/>
                  </a:lnTo>
                  <a:lnTo>
                    <a:pt x="4239667" y="1493073"/>
                  </a:lnTo>
                  <a:lnTo>
                    <a:pt x="4239792" y="1493073"/>
                  </a:lnTo>
                  <a:lnTo>
                    <a:pt x="4239917" y="1493073"/>
                  </a:lnTo>
                  <a:lnTo>
                    <a:pt x="4240042" y="1493073"/>
                  </a:lnTo>
                  <a:lnTo>
                    <a:pt x="4240167" y="1493073"/>
                  </a:lnTo>
                  <a:lnTo>
                    <a:pt x="4240292" y="1493073"/>
                  </a:lnTo>
                  <a:lnTo>
                    <a:pt x="4240417" y="1493073"/>
                  </a:lnTo>
                  <a:lnTo>
                    <a:pt x="4240542" y="1493073"/>
                  </a:lnTo>
                  <a:lnTo>
                    <a:pt x="4240667" y="1493073"/>
                  </a:lnTo>
                  <a:lnTo>
                    <a:pt x="4240792" y="1493073"/>
                  </a:lnTo>
                  <a:lnTo>
                    <a:pt x="4240917" y="1493073"/>
                  </a:lnTo>
                  <a:lnTo>
                    <a:pt x="4241042" y="1493073"/>
                  </a:lnTo>
                  <a:lnTo>
                    <a:pt x="4241167" y="1493073"/>
                  </a:lnTo>
                  <a:lnTo>
                    <a:pt x="4241292" y="1493073"/>
                  </a:lnTo>
                  <a:lnTo>
                    <a:pt x="4241417" y="1493073"/>
                  </a:lnTo>
                  <a:lnTo>
                    <a:pt x="4241542" y="1493073"/>
                  </a:lnTo>
                  <a:lnTo>
                    <a:pt x="4241667" y="1493073"/>
                  </a:lnTo>
                  <a:lnTo>
                    <a:pt x="4241793" y="1493073"/>
                  </a:lnTo>
                  <a:lnTo>
                    <a:pt x="4241918" y="1493073"/>
                  </a:lnTo>
                  <a:lnTo>
                    <a:pt x="4242043" y="1493073"/>
                  </a:lnTo>
                  <a:lnTo>
                    <a:pt x="4242168" y="1493073"/>
                  </a:lnTo>
                  <a:lnTo>
                    <a:pt x="4242293" y="1493073"/>
                  </a:lnTo>
                  <a:lnTo>
                    <a:pt x="4242418" y="1493073"/>
                  </a:lnTo>
                  <a:lnTo>
                    <a:pt x="4242543" y="1493073"/>
                  </a:lnTo>
                  <a:lnTo>
                    <a:pt x="4242668" y="1493073"/>
                  </a:lnTo>
                  <a:lnTo>
                    <a:pt x="4242793" y="1493073"/>
                  </a:lnTo>
                  <a:lnTo>
                    <a:pt x="4242918" y="1493073"/>
                  </a:lnTo>
                  <a:lnTo>
                    <a:pt x="4243043" y="1493073"/>
                  </a:lnTo>
                  <a:lnTo>
                    <a:pt x="4243168" y="1493073"/>
                  </a:lnTo>
                  <a:lnTo>
                    <a:pt x="4243293" y="1493073"/>
                  </a:lnTo>
                  <a:lnTo>
                    <a:pt x="4243418" y="1493073"/>
                  </a:lnTo>
                  <a:lnTo>
                    <a:pt x="4243543" y="1493073"/>
                  </a:lnTo>
                  <a:lnTo>
                    <a:pt x="4243668" y="1493073"/>
                  </a:lnTo>
                  <a:lnTo>
                    <a:pt x="4243793" y="1493073"/>
                  </a:lnTo>
                  <a:lnTo>
                    <a:pt x="4243918" y="1493073"/>
                  </a:lnTo>
                  <a:lnTo>
                    <a:pt x="4244043" y="1493073"/>
                  </a:lnTo>
                  <a:lnTo>
                    <a:pt x="4244168" y="1493073"/>
                  </a:lnTo>
                  <a:lnTo>
                    <a:pt x="4244293" y="1493073"/>
                  </a:lnTo>
                  <a:lnTo>
                    <a:pt x="4244418" y="1493073"/>
                  </a:lnTo>
                  <a:lnTo>
                    <a:pt x="4244543" y="1493073"/>
                  </a:lnTo>
                  <a:lnTo>
                    <a:pt x="4244668" y="1493073"/>
                  </a:lnTo>
                  <a:lnTo>
                    <a:pt x="4244794" y="1493073"/>
                  </a:lnTo>
                  <a:lnTo>
                    <a:pt x="4244919" y="1493073"/>
                  </a:lnTo>
                  <a:lnTo>
                    <a:pt x="4245044" y="1493073"/>
                  </a:lnTo>
                  <a:lnTo>
                    <a:pt x="4245169" y="1493073"/>
                  </a:lnTo>
                  <a:lnTo>
                    <a:pt x="4245294" y="1493073"/>
                  </a:lnTo>
                  <a:lnTo>
                    <a:pt x="4245419" y="1493073"/>
                  </a:lnTo>
                  <a:lnTo>
                    <a:pt x="4245544" y="1493073"/>
                  </a:lnTo>
                  <a:lnTo>
                    <a:pt x="4245669" y="1493073"/>
                  </a:lnTo>
                  <a:lnTo>
                    <a:pt x="4245794" y="1493073"/>
                  </a:lnTo>
                  <a:lnTo>
                    <a:pt x="4245919" y="1493073"/>
                  </a:lnTo>
                  <a:lnTo>
                    <a:pt x="4246044" y="1493073"/>
                  </a:lnTo>
                  <a:lnTo>
                    <a:pt x="4246169" y="1493073"/>
                  </a:lnTo>
                  <a:lnTo>
                    <a:pt x="4246294" y="1493073"/>
                  </a:lnTo>
                  <a:lnTo>
                    <a:pt x="4246419" y="1493073"/>
                  </a:lnTo>
                  <a:lnTo>
                    <a:pt x="4246544" y="1493073"/>
                  </a:lnTo>
                  <a:lnTo>
                    <a:pt x="4246669" y="1493073"/>
                  </a:lnTo>
                  <a:lnTo>
                    <a:pt x="4246794" y="1493073"/>
                  </a:lnTo>
                  <a:lnTo>
                    <a:pt x="4246919" y="1493073"/>
                  </a:lnTo>
                  <a:lnTo>
                    <a:pt x="4247044" y="1493073"/>
                  </a:lnTo>
                  <a:lnTo>
                    <a:pt x="4247169" y="1493073"/>
                  </a:lnTo>
                  <a:lnTo>
                    <a:pt x="4247294" y="1493073"/>
                  </a:lnTo>
                  <a:lnTo>
                    <a:pt x="4247419" y="1493073"/>
                  </a:lnTo>
                  <a:lnTo>
                    <a:pt x="4247544" y="1493073"/>
                  </a:lnTo>
                  <a:lnTo>
                    <a:pt x="4247669" y="1493073"/>
                  </a:lnTo>
                  <a:lnTo>
                    <a:pt x="4247795" y="1493073"/>
                  </a:lnTo>
                  <a:lnTo>
                    <a:pt x="4247920" y="1493073"/>
                  </a:lnTo>
                  <a:lnTo>
                    <a:pt x="4248045" y="1493073"/>
                  </a:lnTo>
                  <a:lnTo>
                    <a:pt x="4248170" y="1493073"/>
                  </a:lnTo>
                  <a:lnTo>
                    <a:pt x="4248295" y="1493073"/>
                  </a:lnTo>
                  <a:lnTo>
                    <a:pt x="4248420" y="1493073"/>
                  </a:lnTo>
                  <a:lnTo>
                    <a:pt x="4248545" y="1493073"/>
                  </a:lnTo>
                  <a:lnTo>
                    <a:pt x="4248670" y="1493073"/>
                  </a:lnTo>
                  <a:lnTo>
                    <a:pt x="4248795" y="1493073"/>
                  </a:lnTo>
                  <a:lnTo>
                    <a:pt x="4248920" y="1493073"/>
                  </a:lnTo>
                  <a:lnTo>
                    <a:pt x="4249045" y="1493073"/>
                  </a:lnTo>
                  <a:lnTo>
                    <a:pt x="4249170" y="1493073"/>
                  </a:lnTo>
                  <a:lnTo>
                    <a:pt x="4249295" y="1493073"/>
                  </a:lnTo>
                  <a:lnTo>
                    <a:pt x="4249420" y="1493073"/>
                  </a:lnTo>
                  <a:lnTo>
                    <a:pt x="4249545" y="1493073"/>
                  </a:lnTo>
                  <a:lnTo>
                    <a:pt x="4249670" y="1493073"/>
                  </a:lnTo>
                  <a:lnTo>
                    <a:pt x="4249795" y="1493073"/>
                  </a:lnTo>
                  <a:lnTo>
                    <a:pt x="4249920" y="1493073"/>
                  </a:lnTo>
                  <a:lnTo>
                    <a:pt x="4250045" y="1493073"/>
                  </a:lnTo>
                  <a:lnTo>
                    <a:pt x="4250170" y="1493073"/>
                  </a:lnTo>
                  <a:lnTo>
                    <a:pt x="4250295" y="1493073"/>
                  </a:lnTo>
                  <a:lnTo>
                    <a:pt x="4250420" y="1493073"/>
                  </a:lnTo>
                  <a:lnTo>
                    <a:pt x="4250545" y="1493073"/>
                  </a:lnTo>
                  <a:lnTo>
                    <a:pt x="4250670" y="1493073"/>
                  </a:lnTo>
                  <a:lnTo>
                    <a:pt x="4250796" y="1493073"/>
                  </a:lnTo>
                  <a:lnTo>
                    <a:pt x="4250921" y="1493073"/>
                  </a:lnTo>
                  <a:lnTo>
                    <a:pt x="4251046" y="1493073"/>
                  </a:lnTo>
                  <a:lnTo>
                    <a:pt x="4251171" y="1493073"/>
                  </a:lnTo>
                  <a:lnTo>
                    <a:pt x="4251296" y="1493073"/>
                  </a:lnTo>
                  <a:lnTo>
                    <a:pt x="4251421" y="1493073"/>
                  </a:lnTo>
                  <a:lnTo>
                    <a:pt x="4251546" y="1493073"/>
                  </a:lnTo>
                  <a:lnTo>
                    <a:pt x="4251671" y="1493073"/>
                  </a:lnTo>
                  <a:lnTo>
                    <a:pt x="4251796" y="1493073"/>
                  </a:lnTo>
                  <a:lnTo>
                    <a:pt x="4251921" y="1493073"/>
                  </a:lnTo>
                  <a:lnTo>
                    <a:pt x="4252046" y="1493073"/>
                  </a:lnTo>
                  <a:lnTo>
                    <a:pt x="4252171" y="1493073"/>
                  </a:lnTo>
                  <a:lnTo>
                    <a:pt x="4252296" y="1493073"/>
                  </a:lnTo>
                  <a:lnTo>
                    <a:pt x="4252421" y="1493073"/>
                  </a:lnTo>
                  <a:lnTo>
                    <a:pt x="4252546" y="1493073"/>
                  </a:lnTo>
                  <a:lnTo>
                    <a:pt x="4252671" y="1493073"/>
                  </a:lnTo>
                  <a:lnTo>
                    <a:pt x="4252796" y="1493073"/>
                  </a:lnTo>
                  <a:lnTo>
                    <a:pt x="4252921" y="1493073"/>
                  </a:lnTo>
                  <a:lnTo>
                    <a:pt x="4253046" y="1493073"/>
                  </a:lnTo>
                  <a:lnTo>
                    <a:pt x="4253171" y="1493073"/>
                  </a:lnTo>
                  <a:lnTo>
                    <a:pt x="4253296" y="1493073"/>
                  </a:lnTo>
                  <a:lnTo>
                    <a:pt x="4253421" y="1493073"/>
                  </a:lnTo>
                  <a:lnTo>
                    <a:pt x="4253546" y="1493073"/>
                  </a:lnTo>
                  <a:lnTo>
                    <a:pt x="4253671" y="1493073"/>
                  </a:lnTo>
                  <a:lnTo>
                    <a:pt x="4253797" y="1493073"/>
                  </a:lnTo>
                  <a:lnTo>
                    <a:pt x="4253922" y="1493073"/>
                  </a:lnTo>
                  <a:lnTo>
                    <a:pt x="4254047" y="1493073"/>
                  </a:lnTo>
                  <a:lnTo>
                    <a:pt x="4254172" y="1493073"/>
                  </a:lnTo>
                  <a:lnTo>
                    <a:pt x="4254297" y="1493073"/>
                  </a:lnTo>
                  <a:lnTo>
                    <a:pt x="4254422" y="1493073"/>
                  </a:lnTo>
                  <a:lnTo>
                    <a:pt x="4254547" y="1493073"/>
                  </a:lnTo>
                  <a:lnTo>
                    <a:pt x="4254672" y="1493073"/>
                  </a:lnTo>
                  <a:lnTo>
                    <a:pt x="4254797" y="1493073"/>
                  </a:lnTo>
                  <a:lnTo>
                    <a:pt x="4254922" y="1493073"/>
                  </a:lnTo>
                  <a:lnTo>
                    <a:pt x="4255047" y="1493073"/>
                  </a:lnTo>
                  <a:lnTo>
                    <a:pt x="4255172" y="1493073"/>
                  </a:lnTo>
                  <a:lnTo>
                    <a:pt x="4255297" y="1493073"/>
                  </a:lnTo>
                  <a:lnTo>
                    <a:pt x="4255422" y="1493073"/>
                  </a:lnTo>
                  <a:lnTo>
                    <a:pt x="4255547" y="1493073"/>
                  </a:lnTo>
                  <a:lnTo>
                    <a:pt x="4255672" y="1493073"/>
                  </a:lnTo>
                  <a:lnTo>
                    <a:pt x="4255797" y="1493073"/>
                  </a:lnTo>
                  <a:lnTo>
                    <a:pt x="4255922" y="1493073"/>
                  </a:lnTo>
                  <a:lnTo>
                    <a:pt x="4256047" y="1493073"/>
                  </a:lnTo>
                  <a:lnTo>
                    <a:pt x="4256172" y="1493073"/>
                  </a:lnTo>
                  <a:lnTo>
                    <a:pt x="4256297" y="1493073"/>
                  </a:lnTo>
                  <a:lnTo>
                    <a:pt x="4256422" y="1493073"/>
                  </a:lnTo>
                  <a:lnTo>
                    <a:pt x="4256547" y="1493073"/>
                  </a:lnTo>
                  <a:lnTo>
                    <a:pt x="4256672" y="1493073"/>
                  </a:lnTo>
                  <a:lnTo>
                    <a:pt x="4256798" y="1493073"/>
                  </a:lnTo>
                  <a:lnTo>
                    <a:pt x="4256923" y="1493073"/>
                  </a:lnTo>
                  <a:lnTo>
                    <a:pt x="4257048" y="1493073"/>
                  </a:lnTo>
                  <a:lnTo>
                    <a:pt x="4257173" y="1493073"/>
                  </a:lnTo>
                  <a:lnTo>
                    <a:pt x="4257298" y="1493073"/>
                  </a:lnTo>
                  <a:lnTo>
                    <a:pt x="4257423" y="1493073"/>
                  </a:lnTo>
                  <a:lnTo>
                    <a:pt x="4257548" y="1493073"/>
                  </a:lnTo>
                  <a:lnTo>
                    <a:pt x="4257673" y="1493073"/>
                  </a:lnTo>
                  <a:lnTo>
                    <a:pt x="4257798" y="1493073"/>
                  </a:lnTo>
                  <a:lnTo>
                    <a:pt x="4257923" y="1493073"/>
                  </a:lnTo>
                  <a:lnTo>
                    <a:pt x="4258048" y="1493073"/>
                  </a:lnTo>
                  <a:lnTo>
                    <a:pt x="4258173" y="1493073"/>
                  </a:lnTo>
                  <a:lnTo>
                    <a:pt x="4258298" y="1493073"/>
                  </a:lnTo>
                  <a:lnTo>
                    <a:pt x="4258423" y="1493073"/>
                  </a:lnTo>
                  <a:lnTo>
                    <a:pt x="4258548" y="1493073"/>
                  </a:lnTo>
                  <a:lnTo>
                    <a:pt x="4258673" y="1493073"/>
                  </a:lnTo>
                  <a:lnTo>
                    <a:pt x="4258798" y="1493073"/>
                  </a:lnTo>
                  <a:lnTo>
                    <a:pt x="4258923" y="1493073"/>
                  </a:lnTo>
                  <a:lnTo>
                    <a:pt x="4259048" y="1493073"/>
                  </a:lnTo>
                  <a:lnTo>
                    <a:pt x="4259173" y="1493073"/>
                  </a:lnTo>
                  <a:lnTo>
                    <a:pt x="4259298" y="1493073"/>
                  </a:lnTo>
                  <a:lnTo>
                    <a:pt x="4259423" y="1493073"/>
                  </a:lnTo>
                  <a:lnTo>
                    <a:pt x="4259548" y="1493073"/>
                  </a:lnTo>
                  <a:lnTo>
                    <a:pt x="4259673" y="1493073"/>
                  </a:lnTo>
                  <a:lnTo>
                    <a:pt x="4259799" y="1493073"/>
                  </a:lnTo>
                  <a:lnTo>
                    <a:pt x="4259924" y="1493073"/>
                  </a:lnTo>
                  <a:lnTo>
                    <a:pt x="4260049" y="1493073"/>
                  </a:lnTo>
                  <a:lnTo>
                    <a:pt x="4260174" y="1493073"/>
                  </a:lnTo>
                  <a:lnTo>
                    <a:pt x="4260299" y="1493073"/>
                  </a:lnTo>
                  <a:lnTo>
                    <a:pt x="4260424" y="1493073"/>
                  </a:lnTo>
                  <a:lnTo>
                    <a:pt x="4260549" y="1493073"/>
                  </a:lnTo>
                  <a:lnTo>
                    <a:pt x="4260674" y="1493073"/>
                  </a:lnTo>
                  <a:lnTo>
                    <a:pt x="4260799" y="1493073"/>
                  </a:lnTo>
                  <a:lnTo>
                    <a:pt x="4260924" y="1493073"/>
                  </a:lnTo>
                  <a:lnTo>
                    <a:pt x="4261049" y="1493073"/>
                  </a:lnTo>
                  <a:lnTo>
                    <a:pt x="4261174" y="1493073"/>
                  </a:lnTo>
                  <a:lnTo>
                    <a:pt x="4261299" y="1493073"/>
                  </a:lnTo>
                  <a:lnTo>
                    <a:pt x="4261424" y="1493073"/>
                  </a:lnTo>
                  <a:lnTo>
                    <a:pt x="4261549" y="1493073"/>
                  </a:lnTo>
                  <a:lnTo>
                    <a:pt x="4261674" y="1493073"/>
                  </a:lnTo>
                  <a:lnTo>
                    <a:pt x="4261799" y="1493073"/>
                  </a:lnTo>
                  <a:lnTo>
                    <a:pt x="4261924" y="1493073"/>
                  </a:lnTo>
                  <a:lnTo>
                    <a:pt x="4262049" y="1493073"/>
                  </a:lnTo>
                  <a:lnTo>
                    <a:pt x="4262049" y="1483119"/>
                  </a:lnTo>
                  <a:lnTo>
                    <a:pt x="4262174" y="1483119"/>
                  </a:lnTo>
                  <a:lnTo>
                    <a:pt x="4262299" y="1483119"/>
                  </a:lnTo>
                  <a:lnTo>
                    <a:pt x="4262424" y="1483119"/>
                  </a:lnTo>
                  <a:lnTo>
                    <a:pt x="4262549" y="1483119"/>
                  </a:lnTo>
                  <a:lnTo>
                    <a:pt x="4262674" y="1483119"/>
                  </a:lnTo>
                  <a:lnTo>
                    <a:pt x="4262800" y="1483119"/>
                  </a:lnTo>
                  <a:lnTo>
                    <a:pt x="4262925" y="1483119"/>
                  </a:lnTo>
                  <a:lnTo>
                    <a:pt x="4263050" y="1483119"/>
                  </a:lnTo>
                  <a:lnTo>
                    <a:pt x="4263175" y="1483119"/>
                  </a:lnTo>
                  <a:lnTo>
                    <a:pt x="4263300" y="1483119"/>
                  </a:lnTo>
                  <a:lnTo>
                    <a:pt x="4263425" y="1483119"/>
                  </a:lnTo>
                  <a:lnTo>
                    <a:pt x="4263550" y="1483119"/>
                  </a:lnTo>
                  <a:lnTo>
                    <a:pt x="4263675" y="1483119"/>
                  </a:lnTo>
                  <a:lnTo>
                    <a:pt x="4263800" y="1483119"/>
                  </a:lnTo>
                  <a:lnTo>
                    <a:pt x="4263925" y="1483119"/>
                  </a:lnTo>
                  <a:lnTo>
                    <a:pt x="4264050" y="1483119"/>
                  </a:lnTo>
                  <a:lnTo>
                    <a:pt x="4264175" y="1483119"/>
                  </a:lnTo>
                  <a:lnTo>
                    <a:pt x="4264300" y="1483119"/>
                  </a:lnTo>
                  <a:lnTo>
                    <a:pt x="4264425" y="1483119"/>
                  </a:lnTo>
                  <a:lnTo>
                    <a:pt x="4264550" y="1483119"/>
                  </a:lnTo>
                  <a:lnTo>
                    <a:pt x="4264675" y="1483119"/>
                  </a:lnTo>
                  <a:lnTo>
                    <a:pt x="4264800" y="1483119"/>
                  </a:lnTo>
                  <a:lnTo>
                    <a:pt x="4264925" y="1483119"/>
                  </a:lnTo>
                  <a:lnTo>
                    <a:pt x="4265050" y="1483119"/>
                  </a:lnTo>
                  <a:lnTo>
                    <a:pt x="4265175" y="1483119"/>
                  </a:lnTo>
                  <a:lnTo>
                    <a:pt x="4265300" y="1483119"/>
                  </a:lnTo>
                  <a:lnTo>
                    <a:pt x="4265425" y="1483119"/>
                  </a:lnTo>
                  <a:lnTo>
                    <a:pt x="4265550" y="1483119"/>
                  </a:lnTo>
                  <a:lnTo>
                    <a:pt x="4265675" y="1483119"/>
                  </a:lnTo>
                  <a:lnTo>
                    <a:pt x="4265801" y="1483119"/>
                  </a:lnTo>
                  <a:lnTo>
                    <a:pt x="4265926" y="1483119"/>
                  </a:lnTo>
                  <a:lnTo>
                    <a:pt x="4266051" y="1483119"/>
                  </a:lnTo>
                  <a:lnTo>
                    <a:pt x="4266176" y="1483119"/>
                  </a:lnTo>
                  <a:lnTo>
                    <a:pt x="4266301" y="1483119"/>
                  </a:lnTo>
                  <a:lnTo>
                    <a:pt x="4266426" y="1483119"/>
                  </a:lnTo>
                  <a:lnTo>
                    <a:pt x="4266551" y="1483119"/>
                  </a:lnTo>
                  <a:lnTo>
                    <a:pt x="4266676" y="1483119"/>
                  </a:lnTo>
                  <a:lnTo>
                    <a:pt x="4266801" y="1483119"/>
                  </a:lnTo>
                  <a:lnTo>
                    <a:pt x="4266926" y="1483119"/>
                  </a:lnTo>
                  <a:lnTo>
                    <a:pt x="4267051" y="1483119"/>
                  </a:lnTo>
                  <a:lnTo>
                    <a:pt x="4267176" y="1483119"/>
                  </a:lnTo>
                  <a:lnTo>
                    <a:pt x="4267301" y="1483119"/>
                  </a:lnTo>
                  <a:lnTo>
                    <a:pt x="4267426" y="1483119"/>
                  </a:lnTo>
                  <a:lnTo>
                    <a:pt x="4267551" y="1483119"/>
                  </a:lnTo>
                  <a:lnTo>
                    <a:pt x="4267676" y="1483119"/>
                  </a:lnTo>
                  <a:lnTo>
                    <a:pt x="4267801" y="1483119"/>
                  </a:lnTo>
                  <a:lnTo>
                    <a:pt x="4267926" y="1483119"/>
                  </a:lnTo>
                  <a:lnTo>
                    <a:pt x="4268051" y="1483119"/>
                  </a:lnTo>
                  <a:lnTo>
                    <a:pt x="4268176" y="1483119"/>
                  </a:lnTo>
                  <a:lnTo>
                    <a:pt x="4268301" y="1483119"/>
                  </a:lnTo>
                  <a:lnTo>
                    <a:pt x="4268426" y="1483119"/>
                  </a:lnTo>
                  <a:lnTo>
                    <a:pt x="4268551" y="1483119"/>
                  </a:lnTo>
                  <a:lnTo>
                    <a:pt x="4268677" y="1483119"/>
                  </a:lnTo>
                  <a:lnTo>
                    <a:pt x="4268802" y="1483119"/>
                  </a:lnTo>
                  <a:lnTo>
                    <a:pt x="4268927" y="1483119"/>
                  </a:lnTo>
                  <a:lnTo>
                    <a:pt x="4269052" y="1483119"/>
                  </a:lnTo>
                  <a:lnTo>
                    <a:pt x="4269177" y="1483119"/>
                  </a:lnTo>
                  <a:lnTo>
                    <a:pt x="4269302" y="1483119"/>
                  </a:lnTo>
                  <a:lnTo>
                    <a:pt x="4269427" y="1483119"/>
                  </a:lnTo>
                  <a:lnTo>
                    <a:pt x="4269552" y="1483119"/>
                  </a:lnTo>
                  <a:lnTo>
                    <a:pt x="4269677" y="1483119"/>
                  </a:lnTo>
                  <a:lnTo>
                    <a:pt x="4269802" y="1483119"/>
                  </a:lnTo>
                  <a:lnTo>
                    <a:pt x="4269927" y="1483119"/>
                  </a:lnTo>
                  <a:lnTo>
                    <a:pt x="4270052" y="1483119"/>
                  </a:lnTo>
                  <a:lnTo>
                    <a:pt x="4270177" y="1483119"/>
                  </a:lnTo>
                  <a:lnTo>
                    <a:pt x="4270302" y="1483119"/>
                  </a:lnTo>
                  <a:lnTo>
                    <a:pt x="4270427" y="1483119"/>
                  </a:lnTo>
                  <a:lnTo>
                    <a:pt x="4270552" y="1483119"/>
                  </a:lnTo>
                  <a:lnTo>
                    <a:pt x="4270677" y="1483119"/>
                  </a:lnTo>
                  <a:lnTo>
                    <a:pt x="4270802" y="1483119"/>
                  </a:lnTo>
                  <a:lnTo>
                    <a:pt x="4270927" y="1483119"/>
                  </a:lnTo>
                  <a:lnTo>
                    <a:pt x="4271052" y="1483119"/>
                  </a:lnTo>
                  <a:lnTo>
                    <a:pt x="4271177" y="1483119"/>
                  </a:lnTo>
                  <a:lnTo>
                    <a:pt x="4271302" y="1483119"/>
                  </a:lnTo>
                  <a:lnTo>
                    <a:pt x="4271427" y="1483119"/>
                  </a:lnTo>
                  <a:lnTo>
                    <a:pt x="4271552" y="1483119"/>
                  </a:lnTo>
                  <a:lnTo>
                    <a:pt x="4271678" y="1483119"/>
                  </a:lnTo>
                  <a:lnTo>
                    <a:pt x="4271803" y="1483119"/>
                  </a:lnTo>
                  <a:lnTo>
                    <a:pt x="4271928" y="1483119"/>
                  </a:lnTo>
                  <a:lnTo>
                    <a:pt x="4272053" y="1483119"/>
                  </a:lnTo>
                  <a:lnTo>
                    <a:pt x="4272178" y="1483119"/>
                  </a:lnTo>
                  <a:lnTo>
                    <a:pt x="4272303" y="1483119"/>
                  </a:lnTo>
                  <a:lnTo>
                    <a:pt x="4272428" y="1483119"/>
                  </a:lnTo>
                  <a:lnTo>
                    <a:pt x="4272553" y="1483119"/>
                  </a:lnTo>
                  <a:lnTo>
                    <a:pt x="4272678" y="1483119"/>
                  </a:lnTo>
                  <a:lnTo>
                    <a:pt x="4272803" y="1483119"/>
                  </a:lnTo>
                  <a:lnTo>
                    <a:pt x="4272928" y="1483119"/>
                  </a:lnTo>
                  <a:lnTo>
                    <a:pt x="4273053" y="1483119"/>
                  </a:lnTo>
                  <a:lnTo>
                    <a:pt x="4273178" y="1483119"/>
                  </a:lnTo>
                  <a:lnTo>
                    <a:pt x="4273303" y="1483119"/>
                  </a:lnTo>
                  <a:lnTo>
                    <a:pt x="4273428" y="1483119"/>
                  </a:lnTo>
                  <a:lnTo>
                    <a:pt x="4273553" y="1483119"/>
                  </a:lnTo>
                  <a:lnTo>
                    <a:pt x="4273553" y="1473165"/>
                  </a:lnTo>
                  <a:lnTo>
                    <a:pt x="4273678" y="1473165"/>
                  </a:lnTo>
                  <a:lnTo>
                    <a:pt x="4273803" y="1473165"/>
                  </a:lnTo>
                  <a:lnTo>
                    <a:pt x="4273928" y="1473165"/>
                  </a:lnTo>
                  <a:lnTo>
                    <a:pt x="4274053" y="1473165"/>
                  </a:lnTo>
                  <a:lnTo>
                    <a:pt x="4274178" y="1473165"/>
                  </a:lnTo>
                  <a:lnTo>
                    <a:pt x="4274303" y="1473165"/>
                  </a:lnTo>
                  <a:lnTo>
                    <a:pt x="4274428" y="1473165"/>
                  </a:lnTo>
                  <a:lnTo>
                    <a:pt x="4274553" y="1473165"/>
                  </a:lnTo>
                  <a:lnTo>
                    <a:pt x="4274679" y="1473165"/>
                  </a:lnTo>
                  <a:lnTo>
                    <a:pt x="4274804" y="1473165"/>
                  </a:lnTo>
                  <a:lnTo>
                    <a:pt x="4274929" y="1473165"/>
                  </a:lnTo>
                  <a:lnTo>
                    <a:pt x="4275054" y="1473165"/>
                  </a:lnTo>
                  <a:lnTo>
                    <a:pt x="4275179" y="1473165"/>
                  </a:lnTo>
                  <a:lnTo>
                    <a:pt x="4275304" y="1473165"/>
                  </a:lnTo>
                  <a:lnTo>
                    <a:pt x="4275429" y="1473165"/>
                  </a:lnTo>
                  <a:lnTo>
                    <a:pt x="4275554" y="1473165"/>
                  </a:lnTo>
                  <a:lnTo>
                    <a:pt x="4275679" y="1473165"/>
                  </a:lnTo>
                  <a:lnTo>
                    <a:pt x="4275804" y="1473165"/>
                  </a:lnTo>
                  <a:lnTo>
                    <a:pt x="4275929" y="1473165"/>
                  </a:lnTo>
                  <a:lnTo>
                    <a:pt x="4276054" y="1473165"/>
                  </a:lnTo>
                  <a:lnTo>
                    <a:pt x="4276179" y="1473165"/>
                  </a:lnTo>
                  <a:lnTo>
                    <a:pt x="4276304" y="1473165"/>
                  </a:lnTo>
                  <a:lnTo>
                    <a:pt x="4276429" y="1473165"/>
                  </a:lnTo>
                  <a:lnTo>
                    <a:pt x="4276554" y="1473165"/>
                  </a:lnTo>
                  <a:lnTo>
                    <a:pt x="4276679" y="1473165"/>
                  </a:lnTo>
                  <a:lnTo>
                    <a:pt x="4276804" y="1473165"/>
                  </a:lnTo>
                  <a:lnTo>
                    <a:pt x="4276929" y="1473165"/>
                  </a:lnTo>
                  <a:lnTo>
                    <a:pt x="4277054" y="1473165"/>
                  </a:lnTo>
                  <a:lnTo>
                    <a:pt x="4277179" y="1473165"/>
                  </a:lnTo>
                  <a:lnTo>
                    <a:pt x="4277304" y="1473165"/>
                  </a:lnTo>
                  <a:lnTo>
                    <a:pt x="4277429" y="1473165"/>
                  </a:lnTo>
                  <a:lnTo>
                    <a:pt x="4277554" y="1473165"/>
                  </a:lnTo>
                  <a:lnTo>
                    <a:pt x="4277680" y="1473165"/>
                  </a:lnTo>
                  <a:lnTo>
                    <a:pt x="4277805" y="1473165"/>
                  </a:lnTo>
                  <a:lnTo>
                    <a:pt x="4277930" y="1473165"/>
                  </a:lnTo>
                  <a:lnTo>
                    <a:pt x="4278055" y="1473165"/>
                  </a:lnTo>
                  <a:lnTo>
                    <a:pt x="4278180" y="1473165"/>
                  </a:lnTo>
                  <a:lnTo>
                    <a:pt x="4278305" y="1473165"/>
                  </a:lnTo>
                  <a:lnTo>
                    <a:pt x="4278430" y="1473165"/>
                  </a:lnTo>
                  <a:lnTo>
                    <a:pt x="4278555" y="1473165"/>
                  </a:lnTo>
                  <a:lnTo>
                    <a:pt x="4278680" y="1473165"/>
                  </a:lnTo>
                  <a:lnTo>
                    <a:pt x="4278805" y="1473165"/>
                  </a:lnTo>
                  <a:lnTo>
                    <a:pt x="4278930" y="1473165"/>
                  </a:lnTo>
                  <a:lnTo>
                    <a:pt x="4279055" y="1473165"/>
                  </a:lnTo>
                  <a:lnTo>
                    <a:pt x="4279180" y="1473165"/>
                  </a:lnTo>
                  <a:lnTo>
                    <a:pt x="4279305" y="1473165"/>
                  </a:lnTo>
                  <a:lnTo>
                    <a:pt x="4279430" y="1473165"/>
                  </a:lnTo>
                  <a:lnTo>
                    <a:pt x="4279555" y="1473165"/>
                  </a:lnTo>
                  <a:lnTo>
                    <a:pt x="4279680" y="1473165"/>
                  </a:lnTo>
                  <a:lnTo>
                    <a:pt x="4279805" y="1473165"/>
                  </a:lnTo>
                  <a:lnTo>
                    <a:pt x="4279930" y="1473165"/>
                  </a:lnTo>
                  <a:lnTo>
                    <a:pt x="4280055" y="1473165"/>
                  </a:lnTo>
                  <a:lnTo>
                    <a:pt x="4280180" y="1473165"/>
                  </a:lnTo>
                  <a:lnTo>
                    <a:pt x="4280305" y="1473165"/>
                  </a:lnTo>
                  <a:lnTo>
                    <a:pt x="4280430" y="1473165"/>
                  </a:lnTo>
                  <a:lnTo>
                    <a:pt x="4280555" y="1473165"/>
                  </a:lnTo>
                  <a:lnTo>
                    <a:pt x="4280681" y="1473165"/>
                  </a:lnTo>
                  <a:lnTo>
                    <a:pt x="4280806" y="1473165"/>
                  </a:lnTo>
                  <a:lnTo>
                    <a:pt x="4280931" y="1473165"/>
                  </a:lnTo>
                  <a:lnTo>
                    <a:pt x="4281056" y="1473165"/>
                  </a:lnTo>
                  <a:lnTo>
                    <a:pt x="4281181" y="1473165"/>
                  </a:lnTo>
                  <a:lnTo>
                    <a:pt x="4281306" y="1473165"/>
                  </a:lnTo>
                  <a:lnTo>
                    <a:pt x="4281431" y="1473165"/>
                  </a:lnTo>
                  <a:lnTo>
                    <a:pt x="4281556" y="1473165"/>
                  </a:lnTo>
                  <a:lnTo>
                    <a:pt x="4281681" y="1473165"/>
                  </a:lnTo>
                  <a:lnTo>
                    <a:pt x="4281806" y="1473165"/>
                  </a:lnTo>
                  <a:lnTo>
                    <a:pt x="4281931" y="1473165"/>
                  </a:lnTo>
                  <a:lnTo>
                    <a:pt x="4282056" y="1473165"/>
                  </a:lnTo>
                  <a:lnTo>
                    <a:pt x="4282181" y="1473165"/>
                  </a:lnTo>
                  <a:lnTo>
                    <a:pt x="4282306" y="1473165"/>
                  </a:lnTo>
                  <a:lnTo>
                    <a:pt x="4282431" y="1473165"/>
                  </a:lnTo>
                  <a:lnTo>
                    <a:pt x="4282556" y="1473165"/>
                  </a:lnTo>
                  <a:lnTo>
                    <a:pt x="4282681" y="1473165"/>
                  </a:lnTo>
                  <a:lnTo>
                    <a:pt x="4282806" y="1473165"/>
                  </a:lnTo>
                  <a:lnTo>
                    <a:pt x="4282931" y="1473165"/>
                  </a:lnTo>
                  <a:lnTo>
                    <a:pt x="4283056" y="1473165"/>
                  </a:lnTo>
                  <a:lnTo>
                    <a:pt x="4283181" y="1473165"/>
                  </a:lnTo>
                  <a:lnTo>
                    <a:pt x="4283306" y="1473165"/>
                  </a:lnTo>
                  <a:lnTo>
                    <a:pt x="4283431" y="1473165"/>
                  </a:lnTo>
                  <a:lnTo>
                    <a:pt x="4283556" y="1473165"/>
                  </a:lnTo>
                  <a:lnTo>
                    <a:pt x="4283682" y="1473165"/>
                  </a:lnTo>
                  <a:lnTo>
                    <a:pt x="4283807" y="1473165"/>
                  </a:lnTo>
                  <a:lnTo>
                    <a:pt x="4283932" y="1473165"/>
                  </a:lnTo>
                  <a:lnTo>
                    <a:pt x="4284057" y="1473165"/>
                  </a:lnTo>
                  <a:lnTo>
                    <a:pt x="4284182" y="1473165"/>
                  </a:lnTo>
                  <a:lnTo>
                    <a:pt x="4284307" y="1473165"/>
                  </a:lnTo>
                  <a:lnTo>
                    <a:pt x="4284432" y="1473165"/>
                  </a:lnTo>
                  <a:lnTo>
                    <a:pt x="4284557" y="1473165"/>
                  </a:lnTo>
                  <a:lnTo>
                    <a:pt x="4284682" y="1473165"/>
                  </a:lnTo>
                  <a:lnTo>
                    <a:pt x="4284807" y="1473165"/>
                  </a:lnTo>
                  <a:lnTo>
                    <a:pt x="4284932" y="1473165"/>
                  </a:lnTo>
                  <a:lnTo>
                    <a:pt x="4285057" y="1473165"/>
                  </a:lnTo>
                  <a:lnTo>
                    <a:pt x="4285182" y="1473165"/>
                  </a:lnTo>
                  <a:lnTo>
                    <a:pt x="4285307" y="1473165"/>
                  </a:lnTo>
                  <a:lnTo>
                    <a:pt x="4285432" y="1473165"/>
                  </a:lnTo>
                  <a:lnTo>
                    <a:pt x="4285557" y="1473165"/>
                  </a:lnTo>
                  <a:lnTo>
                    <a:pt x="4285682" y="1473165"/>
                  </a:lnTo>
                  <a:lnTo>
                    <a:pt x="4285807" y="1473165"/>
                  </a:lnTo>
                  <a:lnTo>
                    <a:pt x="4285932" y="1473165"/>
                  </a:lnTo>
                  <a:lnTo>
                    <a:pt x="4286057" y="1473165"/>
                  </a:lnTo>
                  <a:lnTo>
                    <a:pt x="4286182" y="1473165"/>
                  </a:lnTo>
                  <a:lnTo>
                    <a:pt x="4286307" y="1473165"/>
                  </a:lnTo>
                  <a:lnTo>
                    <a:pt x="4286432" y="1473165"/>
                  </a:lnTo>
                  <a:lnTo>
                    <a:pt x="4286557" y="1473165"/>
                  </a:lnTo>
                  <a:lnTo>
                    <a:pt x="4286683" y="1473165"/>
                  </a:lnTo>
                  <a:lnTo>
                    <a:pt x="4286808" y="1473165"/>
                  </a:lnTo>
                  <a:lnTo>
                    <a:pt x="4286933" y="1473165"/>
                  </a:lnTo>
                  <a:lnTo>
                    <a:pt x="4287058" y="1473165"/>
                  </a:lnTo>
                  <a:lnTo>
                    <a:pt x="4287183" y="1473165"/>
                  </a:lnTo>
                  <a:lnTo>
                    <a:pt x="4287308" y="1473165"/>
                  </a:lnTo>
                  <a:lnTo>
                    <a:pt x="4287433" y="1473165"/>
                  </a:lnTo>
                  <a:lnTo>
                    <a:pt x="4287558" y="1473165"/>
                  </a:lnTo>
                  <a:lnTo>
                    <a:pt x="4287683" y="1473165"/>
                  </a:lnTo>
                  <a:lnTo>
                    <a:pt x="4287683" y="1463211"/>
                  </a:lnTo>
                  <a:lnTo>
                    <a:pt x="4287808" y="1463211"/>
                  </a:lnTo>
                  <a:lnTo>
                    <a:pt x="4287933" y="1463211"/>
                  </a:lnTo>
                  <a:lnTo>
                    <a:pt x="4288058" y="1463211"/>
                  </a:lnTo>
                  <a:lnTo>
                    <a:pt x="4288183" y="1463211"/>
                  </a:lnTo>
                  <a:lnTo>
                    <a:pt x="4288308" y="1463211"/>
                  </a:lnTo>
                  <a:lnTo>
                    <a:pt x="4288433" y="1463211"/>
                  </a:lnTo>
                  <a:lnTo>
                    <a:pt x="4288558" y="1463211"/>
                  </a:lnTo>
                  <a:lnTo>
                    <a:pt x="4288683" y="1463211"/>
                  </a:lnTo>
                  <a:lnTo>
                    <a:pt x="4288808" y="1463211"/>
                  </a:lnTo>
                  <a:lnTo>
                    <a:pt x="4288933" y="1463211"/>
                  </a:lnTo>
                  <a:lnTo>
                    <a:pt x="4289058" y="1463211"/>
                  </a:lnTo>
                  <a:lnTo>
                    <a:pt x="4289183" y="1463211"/>
                  </a:lnTo>
                  <a:lnTo>
                    <a:pt x="4289308" y="1463211"/>
                  </a:lnTo>
                  <a:lnTo>
                    <a:pt x="4289433" y="1463211"/>
                  </a:lnTo>
                  <a:lnTo>
                    <a:pt x="4289558" y="1463211"/>
                  </a:lnTo>
                  <a:lnTo>
                    <a:pt x="4289684" y="1463211"/>
                  </a:lnTo>
                  <a:lnTo>
                    <a:pt x="4289809" y="1463211"/>
                  </a:lnTo>
                  <a:lnTo>
                    <a:pt x="4289934" y="1463211"/>
                  </a:lnTo>
                  <a:lnTo>
                    <a:pt x="4290059" y="1463211"/>
                  </a:lnTo>
                  <a:lnTo>
                    <a:pt x="4290184" y="1463211"/>
                  </a:lnTo>
                  <a:lnTo>
                    <a:pt x="4290309" y="1463211"/>
                  </a:lnTo>
                  <a:lnTo>
                    <a:pt x="4290434" y="1463211"/>
                  </a:lnTo>
                  <a:lnTo>
                    <a:pt x="4290559" y="1463211"/>
                  </a:lnTo>
                  <a:lnTo>
                    <a:pt x="4290684" y="1463211"/>
                  </a:lnTo>
                  <a:lnTo>
                    <a:pt x="4290809" y="1463211"/>
                  </a:lnTo>
                  <a:lnTo>
                    <a:pt x="4290934" y="1463211"/>
                  </a:lnTo>
                  <a:lnTo>
                    <a:pt x="4291059" y="1463211"/>
                  </a:lnTo>
                  <a:lnTo>
                    <a:pt x="4291184" y="1463211"/>
                  </a:lnTo>
                  <a:lnTo>
                    <a:pt x="4291309" y="1463211"/>
                  </a:lnTo>
                  <a:lnTo>
                    <a:pt x="4291434" y="1463211"/>
                  </a:lnTo>
                  <a:lnTo>
                    <a:pt x="4291559" y="1463211"/>
                  </a:lnTo>
                  <a:lnTo>
                    <a:pt x="4291684" y="1463211"/>
                  </a:lnTo>
                  <a:lnTo>
                    <a:pt x="4291809" y="1463211"/>
                  </a:lnTo>
                  <a:lnTo>
                    <a:pt x="4291934" y="1463211"/>
                  </a:lnTo>
                  <a:lnTo>
                    <a:pt x="4292059" y="1463211"/>
                  </a:lnTo>
                  <a:lnTo>
                    <a:pt x="4292184" y="1463211"/>
                  </a:lnTo>
                  <a:lnTo>
                    <a:pt x="4292309" y="1463211"/>
                  </a:lnTo>
                  <a:lnTo>
                    <a:pt x="4292434" y="1463211"/>
                  </a:lnTo>
                  <a:lnTo>
                    <a:pt x="4292559" y="1463211"/>
                  </a:lnTo>
                  <a:lnTo>
                    <a:pt x="4292685" y="1463211"/>
                  </a:lnTo>
                  <a:lnTo>
                    <a:pt x="4292810" y="1463211"/>
                  </a:lnTo>
                  <a:lnTo>
                    <a:pt x="4292935" y="1463211"/>
                  </a:lnTo>
                  <a:lnTo>
                    <a:pt x="4293060" y="1463211"/>
                  </a:lnTo>
                  <a:lnTo>
                    <a:pt x="4293185" y="1463211"/>
                  </a:lnTo>
                  <a:lnTo>
                    <a:pt x="4293310" y="1463211"/>
                  </a:lnTo>
                  <a:lnTo>
                    <a:pt x="4293435" y="1463211"/>
                  </a:lnTo>
                  <a:lnTo>
                    <a:pt x="4293560" y="1463211"/>
                  </a:lnTo>
                  <a:lnTo>
                    <a:pt x="4293685" y="1463211"/>
                  </a:lnTo>
                  <a:lnTo>
                    <a:pt x="4293810" y="1463211"/>
                  </a:lnTo>
                  <a:lnTo>
                    <a:pt x="4293935" y="1463211"/>
                  </a:lnTo>
                  <a:lnTo>
                    <a:pt x="4294060" y="1463211"/>
                  </a:lnTo>
                  <a:lnTo>
                    <a:pt x="4294185" y="1463211"/>
                  </a:lnTo>
                  <a:lnTo>
                    <a:pt x="4294310" y="1463211"/>
                  </a:lnTo>
                  <a:lnTo>
                    <a:pt x="4294435" y="1463211"/>
                  </a:lnTo>
                  <a:lnTo>
                    <a:pt x="4294560" y="1463211"/>
                  </a:lnTo>
                  <a:lnTo>
                    <a:pt x="4294685" y="1463211"/>
                  </a:lnTo>
                  <a:lnTo>
                    <a:pt x="4294810" y="1463211"/>
                  </a:lnTo>
                  <a:lnTo>
                    <a:pt x="4294935" y="1463211"/>
                  </a:lnTo>
                  <a:lnTo>
                    <a:pt x="4295060" y="1463211"/>
                  </a:lnTo>
                  <a:lnTo>
                    <a:pt x="4295185" y="1463211"/>
                  </a:lnTo>
                  <a:lnTo>
                    <a:pt x="4295310" y="1463211"/>
                  </a:lnTo>
                  <a:lnTo>
                    <a:pt x="4295435" y="1463211"/>
                  </a:lnTo>
                  <a:lnTo>
                    <a:pt x="4295560" y="1463211"/>
                  </a:lnTo>
                  <a:lnTo>
                    <a:pt x="4295686" y="1463211"/>
                  </a:lnTo>
                  <a:lnTo>
                    <a:pt x="4295811" y="1463211"/>
                  </a:lnTo>
                  <a:lnTo>
                    <a:pt x="4295936" y="1463211"/>
                  </a:lnTo>
                  <a:lnTo>
                    <a:pt x="4296061" y="1463211"/>
                  </a:lnTo>
                  <a:lnTo>
                    <a:pt x="4296186" y="1463211"/>
                  </a:lnTo>
                  <a:lnTo>
                    <a:pt x="4296311" y="1463211"/>
                  </a:lnTo>
                  <a:lnTo>
                    <a:pt x="4296436" y="1463211"/>
                  </a:lnTo>
                  <a:lnTo>
                    <a:pt x="4296561" y="1463211"/>
                  </a:lnTo>
                  <a:lnTo>
                    <a:pt x="4296686" y="1463211"/>
                  </a:lnTo>
                  <a:lnTo>
                    <a:pt x="4296811" y="1463211"/>
                  </a:lnTo>
                  <a:lnTo>
                    <a:pt x="4296936" y="1463211"/>
                  </a:lnTo>
                  <a:lnTo>
                    <a:pt x="4297061" y="1463211"/>
                  </a:lnTo>
                  <a:lnTo>
                    <a:pt x="4297186" y="1463211"/>
                  </a:lnTo>
                  <a:lnTo>
                    <a:pt x="4297311" y="1463211"/>
                  </a:lnTo>
                  <a:lnTo>
                    <a:pt x="4297436" y="1463211"/>
                  </a:lnTo>
                  <a:lnTo>
                    <a:pt x="4297561" y="1463211"/>
                  </a:lnTo>
                  <a:lnTo>
                    <a:pt x="4297686" y="1463211"/>
                  </a:lnTo>
                  <a:lnTo>
                    <a:pt x="4297811" y="1463211"/>
                  </a:lnTo>
                  <a:lnTo>
                    <a:pt x="4297936" y="1463211"/>
                  </a:lnTo>
                  <a:lnTo>
                    <a:pt x="4298061" y="1463211"/>
                  </a:lnTo>
                  <a:lnTo>
                    <a:pt x="4298186" y="1463211"/>
                  </a:lnTo>
                  <a:lnTo>
                    <a:pt x="4298311" y="1463211"/>
                  </a:lnTo>
                  <a:lnTo>
                    <a:pt x="4298436" y="1463211"/>
                  </a:lnTo>
                  <a:lnTo>
                    <a:pt x="4298561" y="1463211"/>
                  </a:lnTo>
                  <a:lnTo>
                    <a:pt x="4298687" y="1463211"/>
                  </a:lnTo>
                  <a:lnTo>
                    <a:pt x="4298812" y="1463211"/>
                  </a:lnTo>
                  <a:lnTo>
                    <a:pt x="4298937" y="1463211"/>
                  </a:lnTo>
                  <a:lnTo>
                    <a:pt x="4299062" y="1463211"/>
                  </a:lnTo>
                  <a:lnTo>
                    <a:pt x="4299187" y="1463211"/>
                  </a:lnTo>
                  <a:lnTo>
                    <a:pt x="4299312" y="1463211"/>
                  </a:lnTo>
                  <a:lnTo>
                    <a:pt x="4299437" y="1463211"/>
                  </a:lnTo>
                  <a:lnTo>
                    <a:pt x="4299562" y="1463211"/>
                  </a:lnTo>
                  <a:lnTo>
                    <a:pt x="4299687" y="1463211"/>
                  </a:lnTo>
                  <a:lnTo>
                    <a:pt x="4299812" y="1463211"/>
                  </a:lnTo>
                  <a:lnTo>
                    <a:pt x="4299937" y="1463211"/>
                  </a:lnTo>
                  <a:lnTo>
                    <a:pt x="4300062" y="1463211"/>
                  </a:lnTo>
                  <a:lnTo>
                    <a:pt x="4300187" y="1463211"/>
                  </a:lnTo>
                  <a:lnTo>
                    <a:pt x="4300312" y="1463211"/>
                  </a:lnTo>
                  <a:lnTo>
                    <a:pt x="4300437" y="1463211"/>
                  </a:lnTo>
                  <a:lnTo>
                    <a:pt x="4300562" y="1463211"/>
                  </a:lnTo>
                  <a:lnTo>
                    <a:pt x="4300687" y="1463211"/>
                  </a:lnTo>
                  <a:lnTo>
                    <a:pt x="4300812" y="1463211"/>
                  </a:lnTo>
                  <a:lnTo>
                    <a:pt x="4300937" y="1463211"/>
                  </a:lnTo>
                  <a:lnTo>
                    <a:pt x="4301062" y="1463211"/>
                  </a:lnTo>
                  <a:lnTo>
                    <a:pt x="4301187" y="1463211"/>
                  </a:lnTo>
                  <a:lnTo>
                    <a:pt x="4301312" y="1463211"/>
                  </a:lnTo>
                  <a:lnTo>
                    <a:pt x="4301437" y="1463211"/>
                  </a:lnTo>
                  <a:lnTo>
                    <a:pt x="4301562" y="1463211"/>
                  </a:lnTo>
                  <a:lnTo>
                    <a:pt x="4301688" y="1463211"/>
                  </a:lnTo>
                  <a:lnTo>
                    <a:pt x="4301813" y="1463211"/>
                  </a:lnTo>
                  <a:lnTo>
                    <a:pt x="4301938" y="1463211"/>
                  </a:lnTo>
                  <a:lnTo>
                    <a:pt x="4302063" y="1463211"/>
                  </a:lnTo>
                  <a:lnTo>
                    <a:pt x="4302188" y="1463211"/>
                  </a:lnTo>
                  <a:lnTo>
                    <a:pt x="4302313" y="1463211"/>
                  </a:lnTo>
                  <a:lnTo>
                    <a:pt x="4302438" y="1463211"/>
                  </a:lnTo>
                  <a:lnTo>
                    <a:pt x="4302563" y="1463211"/>
                  </a:lnTo>
                  <a:lnTo>
                    <a:pt x="4302688" y="1463211"/>
                  </a:lnTo>
                  <a:lnTo>
                    <a:pt x="4302813" y="1463211"/>
                  </a:lnTo>
                  <a:lnTo>
                    <a:pt x="4302938" y="1463211"/>
                  </a:lnTo>
                  <a:lnTo>
                    <a:pt x="4303063" y="1463211"/>
                  </a:lnTo>
                  <a:lnTo>
                    <a:pt x="4303188" y="1463211"/>
                  </a:lnTo>
                  <a:lnTo>
                    <a:pt x="4303313" y="1463211"/>
                  </a:lnTo>
                  <a:lnTo>
                    <a:pt x="4303438" y="1463211"/>
                  </a:lnTo>
                  <a:lnTo>
                    <a:pt x="4303563" y="1463211"/>
                  </a:lnTo>
                  <a:lnTo>
                    <a:pt x="4303688" y="1463211"/>
                  </a:lnTo>
                  <a:lnTo>
                    <a:pt x="4303813" y="1463211"/>
                  </a:lnTo>
                  <a:lnTo>
                    <a:pt x="4303938" y="1463211"/>
                  </a:lnTo>
                  <a:lnTo>
                    <a:pt x="4304063" y="1463211"/>
                  </a:lnTo>
                  <a:lnTo>
                    <a:pt x="4304188" y="1463211"/>
                  </a:lnTo>
                  <a:lnTo>
                    <a:pt x="4304313" y="1463211"/>
                  </a:lnTo>
                  <a:lnTo>
                    <a:pt x="4304438" y="1463211"/>
                  </a:lnTo>
                  <a:lnTo>
                    <a:pt x="4304563" y="1463211"/>
                  </a:lnTo>
                  <a:lnTo>
                    <a:pt x="4304689" y="1463211"/>
                  </a:lnTo>
                  <a:lnTo>
                    <a:pt x="4304814" y="1463211"/>
                  </a:lnTo>
                  <a:lnTo>
                    <a:pt x="4304939" y="1463211"/>
                  </a:lnTo>
                  <a:lnTo>
                    <a:pt x="4305064" y="1463211"/>
                  </a:lnTo>
                  <a:lnTo>
                    <a:pt x="4305189" y="1463211"/>
                  </a:lnTo>
                  <a:lnTo>
                    <a:pt x="4305314" y="1463211"/>
                  </a:lnTo>
                  <a:lnTo>
                    <a:pt x="4305439" y="1463211"/>
                  </a:lnTo>
                  <a:lnTo>
                    <a:pt x="4305564" y="1463211"/>
                  </a:lnTo>
                  <a:lnTo>
                    <a:pt x="4305689" y="1463211"/>
                  </a:lnTo>
                  <a:lnTo>
                    <a:pt x="4305814" y="1463211"/>
                  </a:lnTo>
                  <a:lnTo>
                    <a:pt x="4305939" y="1463211"/>
                  </a:lnTo>
                  <a:lnTo>
                    <a:pt x="4306064" y="1463211"/>
                  </a:lnTo>
                  <a:lnTo>
                    <a:pt x="4306189" y="1463211"/>
                  </a:lnTo>
                  <a:lnTo>
                    <a:pt x="4306314" y="1463211"/>
                  </a:lnTo>
                  <a:lnTo>
                    <a:pt x="4306439" y="1463211"/>
                  </a:lnTo>
                  <a:lnTo>
                    <a:pt x="4306564" y="1463211"/>
                  </a:lnTo>
                  <a:lnTo>
                    <a:pt x="4306689" y="1463211"/>
                  </a:lnTo>
                  <a:lnTo>
                    <a:pt x="4306814" y="1463211"/>
                  </a:lnTo>
                  <a:lnTo>
                    <a:pt x="4306939" y="1463211"/>
                  </a:lnTo>
                  <a:lnTo>
                    <a:pt x="4307064" y="1463211"/>
                  </a:lnTo>
                  <a:lnTo>
                    <a:pt x="4307189" y="1463211"/>
                  </a:lnTo>
                  <a:lnTo>
                    <a:pt x="4307314" y="1463211"/>
                  </a:lnTo>
                  <a:lnTo>
                    <a:pt x="4307439" y="1463211"/>
                  </a:lnTo>
                  <a:lnTo>
                    <a:pt x="4307439" y="1453258"/>
                  </a:lnTo>
                  <a:lnTo>
                    <a:pt x="4307565" y="1453258"/>
                  </a:lnTo>
                  <a:lnTo>
                    <a:pt x="4307690" y="1453258"/>
                  </a:lnTo>
                  <a:lnTo>
                    <a:pt x="4307815" y="1453258"/>
                  </a:lnTo>
                  <a:lnTo>
                    <a:pt x="4307940" y="1453258"/>
                  </a:lnTo>
                  <a:lnTo>
                    <a:pt x="4308065" y="1453258"/>
                  </a:lnTo>
                  <a:lnTo>
                    <a:pt x="4308190" y="1453258"/>
                  </a:lnTo>
                  <a:lnTo>
                    <a:pt x="4308315" y="1453258"/>
                  </a:lnTo>
                  <a:lnTo>
                    <a:pt x="4308440" y="1453258"/>
                  </a:lnTo>
                  <a:lnTo>
                    <a:pt x="4308565" y="1453258"/>
                  </a:lnTo>
                  <a:lnTo>
                    <a:pt x="4308690" y="1453258"/>
                  </a:lnTo>
                  <a:lnTo>
                    <a:pt x="4308815" y="1453258"/>
                  </a:lnTo>
                  <a:lnTo>
                    <a:pt x="4308940" y="1453258"/>
                  </a:lnTo>
                  <a:lnTo>
                    <a:pt x="4309065" y="1453258"/>
                  </a:lnTo>
                  <a:lnTo>
                    <a:pt x="4309190" y="1453258"/>
                  </a:lnTo>
                  <a:lnTo>
                    <a:pt x="4309315" y="1453258"/>
                  </a:lnTo>
                  <a:lnTo>
                    <a:pt x="4309440" y="1453258"/>
                  </a:lnTo>
                  <a:lnTo>
                    <a:pt x="4309565" y="1453258"/>
                  </a:lnTo>
                  <a:lnTo>
                    <a:pt x="4309690" y="1453258"/>
                  </a:lnTo>
                  <a:lnTo>
                    <a:pt x="4309815" y="1453258"/>
                  </a:lnTo>
                  <a:lnTo>
                    <a:pt x="4309940" y="1453258"/>
                  </a:lnTo>
                  <a:lnTo>
                    <a:pt x="4310065" y="1453258"/>
                  </a:lnTo>
                  <a:lnTo>
                    <a:pt x="4310190" y="1453258"/>
                  </a:lnTo>
                  <a:lnTo>
                    <a:pt x="4310315" y="1453258"/>
                  </a:lnTo>
                  <a:lnTo>
                    <a:pt x="4310440" y="1453258"/>
                  </a:lnTo>
                  <a:lnTo>
                    <a:pt x="4310566" y="1453258"/>
                  </a:lnTo>
                  <a:lnTo>
                    <a:pt x="4310691" y="1453258"/>
                  </a:lnTo>
                  <a:lnTo>
                    <a:pt x="4310816" y="1453258"/>
                  </a:lnTo>
                  <a:lnTo>
                    <a:pt x="4310941" y="1453258"/>
                  </a:lnTo>
                  <a:lnTo>
                    <a:pt x="4311066" y="1453258"/>
                  </a:lnTo>
                  <a:lnTo>
                    <a:pt x="4311191" y="1453258"/>
                  </a:lnTo>
                  <a:lnTo>
                    <a:pt x="4311316" y="1453258"/>
                  </a:lnTo>
                  <a:lnTo>
                    <a:pt x="4311441" y="1453258"/>
                  </a:lnTo>
                  <a:lnTo>
                    <a:pt x="4311566" y="1453258"/>
                  </a:lnTo>
                  <a:lnTo>
                    <a:pt x="4311691" y="1453258"/>
                  </a:lnTo>
                  <a:lnTo>
                    <a:pt x="4311816" y="1453258"/>
                  </a:lnTo>
                  <a:lnTo>
                    <a:pt x="4311941" y="1453258"/>
                  </a:lnTo>
                  <a:lnTo>
                    <a:pt x="4312066" y="1453258"/>
                  </a:lnTo>
                  <a:lnTo>
                    <a:pt x="4312191" y="1453258"/>
                  </a:lnTo>
                  <a:lnTo>
                    <a:pt x="4312316" y="1453258"/>
                  </a:lnTo>
                  <a:lnTo>
                    <a:pt x="4312441" y="1453258"/>
                  </a:lnTo>
                  <a:lnTo>
                    <a:pt x="4312566" y="1453258"/>
                  </a:lnTo>
                  <a:lnTo>
                    <a:pt x="4312691" y="1453258"/>
                  </a:lnTo>
                  <a:lnTo>
                    <a:pt x="4312816" y="1453258"/>
                  </a:lnTo>
                  <a:lnTo>
                    <a:pt x="4312941" y="1453258"/>
                  </a:lnTo>
                  <a:lnTo>
                    <a:pt x="4312941" y="1443304"/>
                  </a:lnTo>
                  <a:lnTo>
                    <a:pt x="4313066" y="1443304"/>
                  </a:lnTo>
                  <a:lnTo>
                    <a:pt x="4313191" y="1443304"/>
                  </a:lnTo>
                  <a:lnTo>
                    <a:pt x="4313316" y="1443304"/>
                  </a:lnTo>
                  <a:lnTo>
                    <a:pt x="4313441" y="1443304"/>
                  </a:lnTo>
                  <a:lnTo>
                    <a:pt x="4313567" y="1443304"/>
                  </a:lnTo>
                  <a:lnTo>
                    <a:pt x="4313692" y="1443304"/>
                  </a:lnTo>
                  <a:lnTo>
                    <a:pt x="4313817" y="1443304"/>
                  </a:lnTo>
                  <a:lnTo>
                    <a:pt x="4313942" y="1443304"/>
                  </a:lnTo>
                  <a:lnTo>
                    <a:pt x="4314067" y="1443304"/>
                  </a:lnTo>
                  <a:lnTo>
                    <a:pt x="4314192" y="1443304"/>
                  </a:lnTo>
                  <a:lnTo>
                    <a:pt x="4314317" y="1443304"/>
                  </a:lnTo>
                  <a:lnTo>
                    <a:pt x="4314442" y="1443304"/>
                  </a:lnTo>
                  <a:lnTo>
                    <a:pt x="4314567" y="1443304"/>
                  </a:lnTo>
                  <a:lnTo>
                    <a:pt x="4314692" y="1443304"/>
                  </a:lnTo>
                  <a:lnTo>
                    <a:pt x="4314817" y="1443304"/>
                  </a:lnTo>
                  <a:lnTo>
                    <a:pt x="4314942" y="1443304"/>
                  </a:lnTo>
                  <a:lnTo>
                    <a:pt x="4315067" y="1443304"/>
                  </a:lnTo>
                  <a:lnTo>
                    <a:pt x="4315192" y="1443304"/>
                  </a:lnTo>
                  <a:lnTo>
                    <a:pt x="4315317" y="1443304"/>
                  </a:lnTo>
                  <a:lnTo>
                    <a:pt x="4315442" y="1443304"/>
                  </a:lnTo>
                  <a:lnTo>
                    <a:pt x="4315567" y="1443304"/>
                  </a:lnTo>
                  <a:lnTo>
                    <a:pt x="4315692" y="1443304"/>
                  </a:lnTo>
                  <a:lnTo>
                    <a:pt x="4315817" y="1443304"/>
                  </a:lnTo>
                  <a:lnTo>
                    <a:pt x="4315942" y="1443304"/>
                  </a:lnTo>
                  <a:lnTo>
                    <a:pt x="4316067" y="1443304"/>
                  </a:lnTo>
                  <a:lnTo>
                    <a:pt x="4316192" y="1443304"/>
                  </a:lnTo>
                  <a:lnTo>
                    <a:pt x="4316317" y="1443304"/>
                  </a:lnTo>
                  <a:lnTo>
                    <a:pt x="4316442" y="1443304"/>
                  </a:lnTo>
                  <a:lnTo>
                    <a:pt x="4316568" y="1443304"/>
                  </a:lnTo>
                  <a:lnTo>
                    <a:pt x="4316693" y="1443304"/>
                  </a:lnTo>
                  <a:lnTo>
                    <a:pt x="4316818" y="1443304"/>
                  </a:lnTo>
                  <a:lnTo>
                    <a:pt x="4316943" y="1443304"/>
                  </a:lnTo>
                  <a:lnTo>
                    <a:pt x="4317068" y="1443304"/>
                  </a:lnTo>
                  <a:lnTo>
                    <a:pt x="4317193" y="1443304"/>
                  </a:lnTo>
                  <a:lnTo>
                    <a:pt x="4317318" y="1443304"/>
                  </a:lnTo>
                  <a:lnTo>
                    <a:pt x="4317443" y="1443304"/>
                  </a:lnTo>
                  <a:lnTo>
                    <a:pt x="4317568" y="1443304"/>
                  </a:lnTo>
                  <a:lnTo>
                    <a:pt x="4317693" y="1443304"/>
                  </a:lnTo>
                  <a:lnTo>
                    <a:pt x="4317818" y="1443304"/>
                  </a:lnTo>
                  <a:lnTo>
                    <a:pt x="4317943" y="1443304"/>
                  </a:lnTo>
                  <a:lnTo>
                    <a:pt x="4318068" y="1443304"/>
                  </a:lnTo>
                  <a:lnTo>
                    <a:pt x="4318193" y="1443304"/>
                  </a:lnTo>
                  <a:lnTo>
                    <a:pt x="4318318" y="1443304"/>
                  </a:lnTo>
                  <a:lnTo>
                    <a:pt x="4318443" y="1443304"/>
                  </a:lnTo>
                  <a:lnTo>
                    <a:pt x="4318568" y="1443304"/>
                  </a:lnTo>
                  <a:lnTo>
                    <a:pt x="4318693" y="1443304"/>
                  </a:lnTo>
                  <a:lnTo>
                    <a:pt x="4318818" y="1443304"/>
                  </a:lnTo>
                  <a:lnTo>
                    <a:pt x="4318943" y="1443304"/>
                  </a:lnTo>
                  <a:lnTo>
                    <a:pt x="4319068" y="1443304"/>
                  </a:lnTo>
                  <a:lnTo>
                    <a:pt x="4319193" y="1443304"/>
                  </a:lnTo>
                  <a:lnTo>
                    <a:pt x="4319318" y="1443304"/>
                  </a:lnTo>
                  <a:lnTo>
                    <a:pt x="4319443" y="1443304"/>
                  </a:lnTo>
                  <a:lnTo>
                    <a:pt x="4319569" y="1443304"/>
                  </a:lnTo>
                  <a:lnTo>
                    <a:pt x="4319694" y="1443304"/>
                  </a:lnTo>
                  <a:lnTo>
                    <a:pt x="4319819" y="1443304"/>
                  </a:lnTo>
                  <a:lnTo>
                    <a:pt x="4319944" y="1443304"/>
                  </a:lnTo>
                  <a:lnTo>
                    <a:pt x="4320069" y="1443304"/>
                  </a:lnTo>
                  <a:lnTo>
                    <a:pt x="4320194" y="1443304"/>
                  </a:lnTo>
                  <a:lnTo>
                    <a:pt x="4320319" y="1443304"/>
                  </a:lnTo>
                  <a:lnTo>
                    <a:pt x="4320444" y="1443304"/>
                  </a:lnTo>
                  <a:lnTo>
                    <a:pt x="4320569" y="1443304"/>
                  </a:lnTo>
                  <a:lnTo>
                    <a:pt x="4320694" y="1443304"/>
                  </a:lnTo>
                  <a:lnTo>
                    <a:pt x="4320819" y="1443304"/>
                  </a:lnTo>
                  <a:lnTo>
                    <a:pt x="4320819" y="1433350"/>
                  </a:lnTo>
                  <a:lnTo>
                    <a:pt x="4320944" y="1433350"/>
                  </a:lnTo>
                  <a:lnTo>
                    <a:pt x="4321069" y="1433350"/>
                  </a:lnTo>
                  <a:lnTo>
                    <a:pt x="4321194" y="1433350"/>
                  </a:lnTo>
                  <a:lnTo>
                    <a:pt x="4321319" y="1433350"/>
                  </a:lnTo>
                  <a:lnTo>
                    <a:pt x="4321444" y="1433350"/>
                  </a:lnTo>
                  <a:lnTo>
                    <a:pt x="4321569" y="1433350"/>
                  </a:lnTo>
                  <a:lnTo>
                    <a:pt x="4321694" y="1433350"/>
                  </a:lnTo>
                  <a:lnTo>
                    <a:pt x="4321819" y="1433350"/>
                  </a:lnTo>
                  <a:lnTo>
                    <a:pt x="4321944" y="1433350"/>
                  </a:lnTo>
                  <a:lnTo>
                    <a:pt x="4322069" y="1433350"/>
                  </a:lnTo>
                  <a:lnTo>
                    <a:pt x="4322194" y="1433350"/>
                  </a:lnTo>
                  <a:lnTo>
                    <a:pt x="4322319" y="1433350"/>
                  </a:lnTo>
                  <a:lnTo>
                    <a:pt x="4322444" y="1433350"/>
                  </a:lnTo>
                  <a:lnTo>
                    <a:pt x="4322570" y="1433350"/>
                  </a:lnTo>
                  <a:lnTo>
                    <a:pt x="4322695" y="1433350"/>
                  </a:lnTo>
                  <a:lnTo>
                    <a:pt x="4322820" y="1433350"/>
                  </a:lnTo>
                  <a:lnTo>
                    <a:pt x="4322945" y="1433350"/>
                  </a:lnTo>
                  <a:lnTo>
                    <a:pt x="4323070" y="1433350"/>
                  </a:lnTo>
                  <a:lnTo>
                    <a:pt x="4323195" y="1433350"/>
                  </a:lnTo>
                  <a:lnTo>
                    <a:pt x="4323320" y="1433350"/>
                  </a:lnTo>
                  <a:lnTo>
                    <a:pt x="4323445" y="1433350"/>
                  </a:lnTo>
                  <a:lnTo>
                    <a:pt x="4323570" y="1433350"/>
                  </a:lnTo>
                  <a:lnTo>
                    <a:pt x="4323695" y="1433350"/>
                  </a:lnTo>
                  <a:lnTo>
                    <a:pt x="4323820" y="1433350"/>
                  </a:lnTo>
                  <a:lnTo>
                    <a:pt x="4323945" y="1433350"/>
                  </a:lnTo>
                  <a:lnTo>
                    <a:pt x="4324070" y="1433350"/>
                  </a:lnTo>
                  <a:lnTo>
                    <a:pt x="4324195" y="1433350"/>
                  </a:lnTo>
                  <a:lnTo>
                    <a:pt x="4324320" y="1433350"/>
                  </a:lnTo>
                  <a:lnTo>
                    <a:pt x="4324445" y="1433350"/>
                  </a:lnTo>
                  <a:lnTo>
                    <a:pt x="4324570" y="1433350"/>
                  </a:lnTo>
                  <a:lnTo>
                    <a:pt x="4324695" y="1433350"/>
                  </a:lnTo>
                  <a:lnTo>
                    <a:pt x="4324820" y="1433350"/>
                  </a:lnTo>
                  <a:lnTo>
                    <a:pt x="4324945" y="1433350"/>
                  </a:lnTo>
                  <a:lnTo>
                    <a:pt x="4325070" y="1433350"/>
                  </a:lnTo>
                  <a:lnTo>
                    <a:pt x="4325195" y="1433350"/>
                  </a:lnTo>
                  <a:lnTo>
                    <a:pt x="4325320" y="1433350"/>
                  </a:lnTo>
                  <a:lnTo>
                    <a:pt x="4325445" y="1433350"/>
                  </a:lnTo>
                  <a:lnTo>
                    <a:pt x="4325571" y="1433350"/>
                  </a:lnTo>
                  <a:lnTo>
                    <a:pt x="4325696" y="1433350"/>
                  </a:lnTo>
                  <a:lnTo>
                    <a:pt x="4325821" y="1433350"/>
                  </a:lnTo>
                  <a:lnTo>
                    <a:pt x="4325946" y="1433350"/>
                  </a:lnTo>
                  <a:lnTo>
                    <a:pt x="4326071" y="1433350"/>
                  </a:lnTo>
                  <a:lnTo>
                    <a:pt x="4326196" y="1433350"/>
                  </a:lnTo>
                  <a:lnTo>
                    <a:pt x="4326321" y="1433350"/>
                  </a:lnTo>
                  <a:lnTo>
                    <a:pt x="4326446" y="1433350"/>
                  </a:lnTo>
                  <a:lnTo>
                    <a:pt x="4326571" y="1433350"/>
                  </a:lnTo>
                  <a:lnTo>
                    <a:pt x="4326696" y="1433350"/>
                  </a:lnTo>
                  <a:lnTo>
                    <a:pt x="4326821" y="1433350"/>
                  </a:lnTo>
                  <a:lnTo>
                    <a:pt x="4326946" y="1433350"/>
                  </a:lnTo>
                  <a:lnTo>
                    <a:pt x="4327071" y="1433350"/>
                  </a:lnTo>
                  <a:lnTo>
                    <a:pt x="4327196" y="1433350"/>
                  </a:lnTo>
                  <a:lnTo>
                    <a:pt x="4327321" y="1433350"/>
                  </a:lnTo>
                  <a:lnTo>
                    <a:pt x="4327446" y="1433350"/>
                  </a:lnTo>
                  <a:lnTo>
                    <a:pt x="4327571" y="1433350"/>
                  </a:lnTo>
                  <a:lnTo>
                    <a:pt x="4327696" y="1433350"/>
                  </a:lnTo>
                  <a:lnTo>
                    <a:pt x="4327821" y="1433350"/>
                  </a:lnTo>
                  <a:lnTo>
                    <a:pt x="4327946" y="1433350"/>
                  </a:lnTo>
                  <a:lnTo>
                    <a:pt x="4328071" y="1433350"/>
                  </a:lnTo>
                  <a:lnTo>
                    <a:pt x="4328196" y="1433350"/>
                  </a:lnTo>
                  <a:lnTo>
                    <a:pt x="4328321" y="1433350"/>
                  </a:lnTo>
                  <a:lnTo>
                    <a:pt x="4328446" y="1433350"/>
                  </a:lnTo>
                  <a:lnTo>
                    <a:pt x="4328572" y="1433350"/>
                  </a:lnTo>
                  <a:lnTo>
                    <a:pt x="4328697" y="1433350"/>
                  </a:lnTo>
                  <a:lnTo>
                    <a:pt x="4328822" y="1433350"/>
                  </a:lnTo>
                  <a:lnTo>
                    <a:pt x="4328947" y="1433350"/>
                  </a:lnTo>
                  <a:lnTo>
                    <a:pt x="4329072" y="1433350"/>
                  </a:lnTo>
                  <a:lnTo>
                    <a:pt x="4329197" y="1433350"/>
                  </a:lnTo>
                  <a:lnTo>
                    <a:pt x="4329322" y="1433350"/>
                  </a:lnTo>
                  <a:lnTo>
                    <a:pt x="4329447" y="1433350"/>
                  </a:lnTo>
                  <a:lnTo>
                    <a:pt x="4329572" y="1433350"/>
                  </a:lnTo>
                  <a:lnTo>
                    <a:pt x="4329697" y="1433350"/>
                  </a:lnTo>
                  <a:lnTo>
                    <a:pt x="4329822" y="1433350"/>
                  </a:lnTo>
                  <a:lnTo>
                    <a:pt x="4329947" y="1433350"/>
                  </a:lnTo>
                  <a:lnTo>
                    <a:pt x="4330072" y="1433350"/>
                  </a:lnTo>
                  <a:lnTo>
                    <a:pt x="4330197" y="1433350"/>
                  </a:lnTo>
                  <a:lnTo>
                    <a:pt x="4330322" y="1433350"/>
                  </a:lnTo>
                  <a:lnTo>
                    <a:pt x="4330447" y="1433350"/>
                  </a:lnTo>
                  <a:lnTo>
                    <a:pt x="4330572" y="1433350"/>
                  </a:lnTo>
                  <a:lnTo>
                    <a:pt x="4330697" y="1433350"/>
                  </a:lnTo>
                  <a:lnTo>
                    <a:pt x="4330822" y="1433350"/>
                  </a:lnTo>
                  <a:lnTo>
                    <a:pt x="4330947" y="1433350"/>
                  </a:lnTo>
                  <a:lnTo>
                    <a:pt x="4331072" y="1433350"/>
                  </a:lnTo>
                  <a:lnTo>
                    <a:pt x="4331197" y="1433350"/>
                  </a:lnTo>
                  <a:lnTo>
                    <a:pt x="4331322" y="1433350"/>
                  </a:lnTo>
                  <a:lnTo>
                    <a:pt x="4331447" y="1433350"/>
                  </a:lnTo>
                  <a:lnTo>
                    <a:pt x="4331573" y="1433350"/>
                  </a:lnTo>
                  <a:lnTo>
                    <a:pt x="4331698" y="1433350"/>
                  </a:lnTo>
                  <a:lnTo>
                    <a:pt x="4331823" y="1433350"/>
                  </a:lnTo>
                  <a:lnTo>
                    <a:pt x="4331948" y="1433350"/>
                  </a:lnTo>
                  <a:lnTo>
                    <a:pt x="4332073" y="1433350"/>
                  </a:lnTo>
                  <a:lnTo>
                    <a:pt x="4332198" y="1433350"/>
                  </a:lnTo>
                  <a:lnTo>
                    <a:pt x="4332323" y="1433350"/>
                  </a:lnTo>
                  <a:lnTo>
                    <a:pt x="4332448" y="1433350"/>
                  </a:lnTo>
                  <a:lnTo>
                    <a:pt x="4332573" y="1433350"/>
                  </a:lnTo>
                  <a:lnTo>
                    <a:pt x="4332698" y="1433350"/>
                  </a:lnTo>
                  <a:lnTo>
                    <a:pt x="4332823" y="1433350"/>
                  </a:lnTo>
                  <a:lnTo>
                    <a:pt x="4332948" y="1433350"/>
                  </a:lnTo>
                  <a:lnTo>
                    <a:pt x="4333073" y="1433350"/>
                  </a:lnTo>
                  <a:lnTo>
                    <a:pt x="4333198" y="1433350"/>
                  </a:lnTo>
                  <a:lnTo>
                    <a:pt x="4333323" y="1433350"/>
                  </a:lnTo>
                  <a:lnTo>
                    <a:pt x="4333448" y="1433350"/>
                  </a:lnTo>
                  <a:lnTo>
                    <a:pt x="4333573" y="1433350"/>
                  </a:lnTo>
                  <a:lnTo>
                    <a:pt x="4333698" y="1433350"/>
                  </a:lnTo>
                  <a:lnTo>
                    <a:pt x="4333823" y="1433350"/>
                  </a:lnTo>
                  <a:lnTo>
                    <a:pt x="4333948" y="1433350"/>
                  </a:lnTo>
                  <a:lnTo>
                    <a:pt x="4334073" y="1433350"/>
                  </a:lnTo>
                  <a:lnTo>
                    <a:pt x="4334073" y="1423396"/>
                  </a:lnTo>
                  <a:lnTo>
                    <a:pt x="4334198" y="1423396"/>
                  </a:lnTo>
                  <a:lnTo>
                    <a:pt x="4334323" y="1423396"/>
                  </a:lnTo>
                  <a:lnTo>
                    <a:pt x="4334448" y="1423396"/>
                  </a:lnTo>
                  <a:lnTo>
                    <a:pt x="4334574" y="1423396"/>
                  </a:lnTo>
                  <a:lnTo>
                    <a:pt x="4334699" y="1423396"/>
                  </a:lnTo>
                  <a:lnTo>
                    <a:pt x="4334824" y="1423396"/>
                  </a:lnTo>
                  <a:lnTo>
                    <a:pt x="4334949" y="1423396"/>
                  </a:lnTo>
                  <a:lnTo>
                    <a:pt x="4335074" y="1423396"/>
                  </a:lnTo>
                  <a:lnTo>
                    <a:pt x="4335199" y="1423396"/>
                  </a:lnTo>
                  <a:lnTo>
                    <a:pt x="4335324" y="1423396"/>
                  </a:lnTo>
                  <a:lnTo>
                    <a:pt x="4335449" y="1423396"/>
                  </a:lnTo>
                  <a:lnTo>
                    <a:pt x="4335574" y="1423396"/>
                  </a:lnTo>
                  <a:lnTo>
                    <a:pt x="4335699" y="1423396"/>
                  </a:lnTo>
                  <a:lnTo>
                    <a:pt x="4335824" y="1423396"/>
                  </a:lnTo>
                  <a:lnTo>
                    <a:pt x="4335949" y="1423396"/>
                  </a:lnTo>
                  <a:lnTo>
                    <a:pt x="4336074" y="1423396"/>
                  </a:lnTo>
                  <a:lnTo>
                    <a:pt x="4336199" y="1423396"/>
                  </a:lnTo>
                  <a:lnTo>
                    <a:pt x="4336324" y="1423396"/>
                  </a:lnTo>
                  <a:lnTo>
                    <a:pt x="4336449" y="1423396"/>
                  </a:lnTo>
                  <a:lnTo>
                    <a:pt x="4336574" y="1423396"/>
                  </a:lnTo>
                  <a:lnTo>
                    <a:pt x="4336699" y="1423396"/>
                  </a:lnTo>
                  <a:lnTo>
                    <a:pt x="4336824" y="1423396"/>
                  </a:lnTo>
                  <a:lnTo>
                    <a:pt x="4336949" y="1423396"/>
                  </a:lnTo>
                  <a:lnTo>
                    <a:pt x="4337074" y="1423396"/>
                  </a:lnTo>
                  <a:lnTo>
                    <a:pt x="4337199" y="1423396"/>
                  </a:lnTo>
                  <a:lnTo>
                    <a:pt x="4337324" y="1423396"/>
                  </a:lnTo>
                  <a:lnTo>
                    <a:pt x="4337449" y="1423396"/>
                  </a:lnTo>
                  <a:lnTo>
                    <a:pt x="4337575" y="1423396"/>
                  </a:lnTo>
                  <a:lnTo>
                    <a:pt x="4337700" y="1423396"/>
                  </a:lnTo>
                  <a:lnTo>
                    <a:pt x="4337825" y="1423396"/>
                  </a:lnTo>
                  <a:lnTo>
                    <a:pt x="4337950" y="1423396"/>
                  </a:lnTo>
                  <a:lnTo>
                    <a:pt x="4338075" y="1423396"/>
                  </a:lnTo>
                  <a:lnTo>
                    <a:pt x="4338200" y="1423396"/>
                  </a:lnTo>
                  <a:lnTo>
                    <a:pt x="4338325" y="1423396"/>
                  </a:lnTo>
                  <a:lnTo>
                    <a:pt x="4338450" y="1423396"/>
                  </a:lnTo>
                  <a:lnTo>
                    <a:pt x="4338575" y="1423396"/>
                  </a:lnTo>
                  <a:lnTo>
                    <a:pt x="4338700" y="1423396"/>
                  </a:lnTo>
                  <a:lnTo>
                    <a:pt x="4338825" y="1423396"/>
                  </a:lnTo>
                  <a:lnTo>
                    <a:pt x="4338950" y="1423396"/>
                  </a:lnTo>
                  <a:lnTo>
                    <a:pt x="4339075" y="1423396"/>
                  </a:lnTo>
                  <a:lnTo>
                    <a:pt x="4339200" y="1423396"/>
                  </a:lnTo>
                  <a:lnTo>
                    <a:pt x="4339325" y="1423396"/>
                  </a:lnTo>
                  <a:lnTo>
                    <a:pt x="4339450" y="1423396"/>
                  </a:lnTo>
                  <a:lnTo>
                    <a:pt x="4339575" y="1423396"/>
                  </a:lnTo>
                  <a:lnTo>
                    <a:pt x="4339700" y="1423396"/>
                  </a:lnTo>
                  <a:lnTo>
                    <a:pt x="4339825" y="1423396"/>
                  </a:lnTo>
                  <a:lnTo>
                    <a:pt x="4339950" y="1423396"/>
                  </a:lnTo>
                  <a:lnTo>
                    <a:pt x="4340075" y="1423396"/>
                  </a:lnTo>
                  <a:lnTo>
                    <a:pt x="4340200" y="1423396"/>
                  </a:lnTo>
                  <a:lnTo>
                    <a:pt x="4340325" y="1423396"/>
                  </a:lnTo>
                  <a:lnTo>
                    <a:pt x="4340450" y="1423396"/>
                  </a:lnTo>
                  <a:lnTo>
                    <a:pt x="4340576" y="1423396"/>
                  </a:lnTo>
                  <a:lnTo>
                    <a:pt x="4340701" y="1423396"/>
                  </a:lnTo>
                  <a:lnTo>
                    <a:pt x="4340826" y="1423396"/>
                  </a:lnTo>
                  <a:lnTo>
                    <a:pt x="4340951" y="1423396"/>
                  </a:lnTo>
                  <a:lnTo>
                    <a:pt x="4341076" y="1423396"/>
                  </a:lnTo>
                  <a:lnTo>
                    <a:pt x="4341201" y="1423396"/>
                  </a:lnTo>
                  <a:lnTo>
                    <a:pt x="4341326" y="1423396"/>
                  </a:lnTo>
                  <a:lnTo>
                    <a:pt x="4341451" y="1423396"/>
                  </a:lnTo>
                  <a:lnTo>
                    <a:pt x="4341576" y="1423396"/>
                  </a:lnTo>
                  <a:lnTo>
                    <a:pt x="4341701" y="1423396"/>
                  </a:lnTo>
                  <a:lnTo>
                    <a:pt x="4341826" y="1423396"/>
                  </a:lnTo>
                  <a:lnTo>
                    <a:pt x="4341951" y="1423396"/>
                  </a:lnTo>
                  <a:lnTo>
                    <a:pt x="4342076" y="1423396"/>
                  </a:lnTo>
                  <a:lnTo>
                    <a:pt x="4342201" y="1423396"/>
                  </a:lnTo>
                  <a:lnTo>
                    <a:pt x="4342326" y="1423396"/>
                  </a:lnTo>
                  <a:lnTo>
                    <a:pt x="4342451" y="1423396"/>
                  </a:lnTo>
                  <a:lnTo>
                    <a:pt x="4342576" y="1423396"/>
                  </a:lnTo>
                  <a:lnTo>
                    <a:pt x="4342701" y="1423396"/>
                  </a:lnTo>
                  <a:lnTo>
                    <a:pt x="4342826" y="1423396"/>
                  </a:lnTo>
                  <a:lnTo>
                    <a:pt x="4342951" y="1423396"/>
                  </a:lnTo>
                  <a:lnTo>
                    <a:pt x="4343076" y="1423396"/>
                  </a:lnTo>
                  <a:lnTo>
                    <a:pt x="4343201" y="1423396"/>
                  </a:lnTo>
                  <a:lnTo>
                    <a:pt x="4343326" y="1423396"/>
                  </a:lnTo>
                  <a:lnTo>
                    <a:pt x="4343451" y="1423396"/>
                  </a:lnTo>
                  <a:lnTo>
                    <a:pt x="4343577" y="1423396"/>
                  </a:lnTo>
                  <a:lnTo>
                    <a:pt x="4343702" y="1423396"/>
                  </a:lnTo>
                  <a:lnTo>
                    <a:pt x="4343827" y="1423396"/>
                  </a:lnTo>
                  <a:lnTo>
                    <a:pt x="4343952" y="1423396"/>
                  </a:lnTo>
                  <a:lnTo>
                    <a:pt x="4344077" y="1423396"/>
                  </a:lnTo>
                  <a:lnTo>
                    <a:pt x="4344202" y="1423396"/>
                  </a:lnTo>
                  <a:lnTo>
                    <a:pt x="4344327" y="1423396"/>
                  </a:lnTo>
                  <a:lnTo>
                    <a:pt x="4344452" y="1423396"/>
                  </a:lnTo>
                  <a:lnTo>
                    <a:pt x="4344452" y="1413442"/>
                  </a:lnTo>
                  <a:lnTo>
                    <a:pt x="4344577" y="1413442"/>
                  </a:lnTo>
                  <a:lnTo>
                    <a:pt x="4344702" y="1413442"/>
                  </a:lnTo>
                  <a:lnTo>
                    <a:pt x="4344827" y="1413442"/>
                  </a:lnTo>
                  <a:lnTo>
                    <a:pt x="4344952" y="1413442"/>
                  </a:lnTo>
                  <a:lnTo>
                    <a:pt x="4345077" y="1413442"/>
                  </a:lnTo>
                  <a:lnTo>
                    <a:pt x="4345202" y="1413442"/>
                  </a:lnTo>
                  <a:lnTo>
                    <a:pt x="4345327" y="1413442"/>
                  </a:lnTo>
                  <a:lnTo>
                    <a:pt x="4345452" y="1413442"/>
                  </a:lnTo>
                  <a:lnTo>
                    <a:pt x="4345577" y="1413442"/>
                  </a:lnTo>
                  <a:lnTo>
                    <a:pt x="4345702" y="1413442"/>
                  </a:lnTo>
                  <a:lnTo>
                    <a:pt x="4345827" y="1413442"/>
                  </a:lnTo>
                  <a:lnTo>
                    <a:pt x="4345952" y="1413442"/>
                  </a:lnTo>
                  <a:lnTo>
                    <a:pt x="4346077" y="1413442"/>
                  </a:lnTo>
                  <a:lnTo>
                    <a:pt x="4346202" y="1413442"/>
                  </a:lnTo>
                  <a:lnTo>
                    <a:pt x="4346327" y="1413442"/>
                  </a:lnTo>
                  <a:lnTo>
                    <a:pt x="4346453" y="1413442"/>
                  </a:lnTo>
                  <a:lnTo>
                    <a:pt x="4346578" y="1413442"/>
                  </a:lnTo>
                  <a:lnTo>
                    <a:pt x="4346703" y="1413442"/>
                  </a:lnTo>
                  <a:lnTo>
                    <a:pt x="4346828" y="1413442"/>
                  </a:lnTo>
                  <a:lnTo>
                    <a:pt x="4346953" y="1413442"/>
                  </a:lnTo>
                  <a:lnTo>
                    <a:pt x="4347078" y="1413442"/>
                  </a:lnTo>
                  <a:lnTo>
                    <a:pt x="4347203" y="1413442"/>
                  </a:lnTo>
                  <a:lnTo>
                    <a:pt x="4347328" y="1413442"/>
                  </a:lnTo>
                  <a:lnTo>
                    <a:pt x="4347453" y="1413442"/>
                  </a:lnTo>
                  <a:lnTo>
                    <a:pt x="4347578" y="1413442"/>
                  </a:lnTo>
                  <a:lnTo>
                    <a:pt x="4347703" y="1413442"/>
                  </a:lnTo>
                  <a:lnTo>
                    <a:pt x="4347828" y="1413442"/>
                  </a:lnTo>
                  <a:lnTo>
                    <a:pt x="4347953" y="1413442"/>
                  </a:lnTo>
                  <a:lnTo>
                    <a:pt x="4348078" y="1413442"/>
                  </a:lnTo>
                  <a:lnTo>
                    <a:pt x="4348203" y="1413442"/>
                  </a:lnTo>
                  <a:lnTo>
                    <a:pt x="4348328" y="1413442"/>
                  </a:lnTo>
                  <a:lnTo>
                    <a:pt x="4348453" y="1413442"/>
                  </a:lnTo>
                  <a:lnTo>
                    <a:pt x="4348578" y="1413442"/>
                  </a:lnTo>
                  <a:lnTo>
                    <a:pt x="4348703" y="1413442"/>
                  </a:lnTo>
                  <a:lnTo>
                    <a:pt x="4348828" y="1413442"/>
                  </a:lnTo>
                  <a:lnTo>
                    <a:pt x="4348953" y="1413442"/>
                  </a:lnTo>
                  <a:lnTo>
                    <a:pt x="4349078" y="1413442"/>
                  </a:lnTo>
                  <a:lnTo>
                    <a:pt x="4349203" y="1413442"/>
                  </a:lnTo>
                  <a:lnTo>
                    <a:pt x="4349328" y="1413442"/>
                  </a:lnTo>
                  <a:lnTo>
                    <a:pt x="4349454" y="1413442"/>
                  </a:lnTo>
                  <a:lnTo>
                    <a:pt x="4349579" y="1413442"/>
                  </a:lnTo>
                  <a:lnTo>
                    <a:pt x="4349704" y="1413442"/>
                  </a:lnTo>
                  <a:lnTo>
                    <a:pt x="4349829" y="1413442"/>
                  </a:lnTo>
                  <a:lnTo>
                    <a:pt x="4349954" y="1413442"/>
                  </a:lnTo>
                  <a:lnTo>
                    <a:pt x="4350079" y="1413442"/>
                  </a:lnTo>
                  <a:lnTo>
                    <a:pt x="4350204" y="1413442"/>
                  </a:lnTo>
                  <a:lnTo>
                    <a:pt x="4350329" y="1413442"/>
                  </a:lnTo>
                  <a:lnTo>
                    <a:pt x="4350454" y="1413442"/>
                  </a:lnTo>
                  <a:lnTo>
                    <a:pt x="4350579" y="1413442"/>
                  </a:lnTo>
                  <a:lnTo>
                    <a:pt x="4350704" y="1413442"/>
                  </a:lnTo>
                  <a:lnTo>
                    <a:pt x="4350829" y="1413442"/>
                  </a:lnTo>
                  <a:lnTo>
                    <a:pt x="4350954" y="1413442"/>
                  </a:lnTo>
                  <a:lnTo>
                    <a:pt x="4351079" y="1413442"/>
                  </a:lnTo>
                  <a:lnTo>
                    <a:pt x="4351204" y="1413442"/>
                  </a:lnTo>
                  <a:lnTo>
                    <a:pt x="4351329" y="1413442"/>
                  </a:lnTo>
                  <a:lnTo>
                    <a:pt x="4351454" y="1413442"/>
                  </a:lnTo>
                  <a:lnTo>
                    <a:pt x="4351579" y="1413442"/>
                  </a:lnTo>
                  <a:lnTo>
                    <a:pt x="4351704" y="1413442"/>
                  </a:lnTo>
                  <a:lnTo>
                    <a:pt x="4351829" y="1413442"/>
                  </a:lnTo>
                  <a:lnTo>
                    <a:pt x="4351954" y="1413442"/>
                  </a:lnTo>
                  <a:lnTo>
                    <a:pt x="4351954" y="1403488"/>
                  </a:lnTo>
                  <a:lnTo>
                    <a:pt x="4352079" y="1403488"/>
                  </a:lnTo>
                  <a:lnTo>
                    <a:pt x="4352204" y="1403488"/>
                  </a:lnTo>
                  <a:lnTo>
                    <a:pt x="4352329" y="1403488"/>
                  </a:lnTo>
                  <a:lnTo>
                    <a:pt x="4352455" y="1403488"/>
                  </a:lnTo>
                  <a:lnTo>
                    <a:pt x="4352580" y="1403488"/>
                  </a:lnTo>
                  <a:lnTo>
                    <a:pt x="4352705" y="1403488"/>
                  </a:lnTo>
                  <a:lnTo>
                    <a:pt x="4352830" y="1403488"/>
                  </a:lnTo>
                  <a:lnTo>
                    <a:pt x="4352955" y="1403488"/>
                  </a:lnTo>
                  <a:lnTo>
                    <a:pt x="4353080" y="1403488"/>
                  </a:lnTo>
                  <a:lnTo>
                    <a:pt x="4353205" y="1403488"/>
                  </a:lnTo>
                  <a:lnTo>
                    <a:pt x="4353330" y="1403488"/>
                  </a:lnTo>
                  <a:lnTo>
                    <a:pt x="4353455" y="1403488"/>
                  </a:lnTo>
                  <a:lnTo>
                    <a:pt x="4353580" y="1403488"/>
                  </a:lnTo>
                  <a:lnTo>
                    <a:pt x="4353705" y="1403488"/>
                  </a:lnTo>
                  <a:lnTo>
                    <a:pt x="4353830" y="1403488"/>
                  </a:lnTo>
                  <a:lnTo>
                    <a:pt x="4353955" y="1403488"/>
                  </a:lnTo>
                  <a:lnTo>
                    <a:pt x="4354080" y="1403488"/>
                  </a:lnTo>
                  <a:lnTo>
                    <a:pt x="4354205" y="1403488"/>
                  </a:lnTo>
                  <a:lnTo>
                    <a:pt x="4354330" y="1403488"/>
                  </a:lnTo>
                  <a:lnTo>
                    <a:pt x="4354455" y="1403488"/>
                  </a:lnTo>
                  <a:lnTo>
                    <a:pt x="4354580" y="1403488"/>
                  </a:lnTo>
                  <a:lnTo>
                    <a:pt x="4354705" y="1403488"/>
                  </a:lnTo>
                  <a:lnTo>
                    <a:pt x="4354830" y="1403488"/>
                  </a:lnTo>
                  <a:lnTo>
                    <a:pt x="4354955" y="1403488"/>
                  </a:lnTo>
                  <a:lnTo>
                    <a:pt x="4355080" y="1403488"/>
                  </a:lnTo>
                  <a:lnTo>
                    <a:pt x="4355205" y="1403488"/>
                  </a:lnTo>
                  <a:lnTo>
                    <a:pt x="4355330" y="1403488"/>
                  </a:lnTo>
                  <a:lnTo>
                    <a:pt x="4355456" y="1403488"/>
                  </a:lnTo>
                  <a:lnTo>
                    <a:pt x="4355581" y="1403488"/>
                  </a:lnTo>
                  <a:lnTo>
                    <a:pt x="4355706" y="1403488"/>
                  </a:lnTo>
                  <a:lnTo>
                    <a:pt x="4355831" y="1403488"/>
                  </a:lnTo>
                  <a:lnTo>
                    <a:pt x="4355956" y="1403488"/>
                  </a:lnTo>
                  <a:lnTo>
                    <a:pt x="4356081" y="1403488"/>
                  </a:lnTo>
                  <a:lnTo>
                    <a:pt x="4356206" y="1403488"/>
                  </a:lnTo>
                  <a:lnTo>
                    <a:pt x="4356331" y="1403488"/>
                  </a:lnTo>
                  <a:lnTo>
                    <a:pt x="4356456" y="1403488"/>
                  </a:lnTo>
                  <a:lnTo>
                    <a:pt x="4356581" y="1403488"/>
                  </a:lnTo>
                  <a:lnTo>
                    <a:pt x="4356706" y="1403488"/>
                  </a:lnTo>
                  <a:lnTo>
                    <a:pt x="4356831" y="1403488"/>
                  </a:lnTo>
                  <a:lnTo>
                    <a:pt x="4356956" y="1403488"/>
                  </a:lnTo>
                  <a:lnTo>
                    <a:pt x="4357081" y="1403488"/>
                  </a:lnTo>
                  <a:lnTo>
                    <a:pt x="4357206" y="1403488"/>
                  </a:lnTo>
                  <a:lnTo>
                    <a:pt x="4357331" y="1403488"/>
                  </a:lnTo>
                  <a:lnTo>
                    <a:pt x="4357456" y="1403488"/>
                  </a:lnTo>
                  <a:lnTo>
                    <a:pt x="4357581" y="1403488"/>
                  </a:lnTo>
                  <a:lnTo>
                    <a:pt x="4357706" y="1403488"/>
                  </a:lnTo>
                  <a:lnTo>
                    <a:pt x="4357831" y="1403488"/>
                  </a:lnTo>
                  <a:lnTo>
                    <a:pt x="4357956" y="1403488"/>
                  </a:lnTo>
                  <a:lnTo>
                    <a:pt x="4358081" y="1403488"/>
                  </a:lnTo>
                  <a:lnTo>
                    <a:pt x="4358206" y="1403488"/>
                  </a:lnTo>
                  <a:lnTo>
                    <a:pt x="4358331" y="1403488"/>
                  </a:lnTo>
                  <a:lnTo>
                    <a:pt x="4358457" y="1403488"/>
                  </a:lnTo>
                  <a:lnTo>
                    <a:pt x="4358582" y="1403488"/>
                  </a:lnTo>
                  <a:lnTo>
                    <a:pt x="4358707" y="1403488"/>
                  </a:lnTo>
                  <a:lnTo>
                    <a:pt x="4358832" y="1403488"/>
                  </a:lnTo>
                  <a:lnTo>
                    <a:pt x="4358957" y="1403488"/>
                  </a:lnTo>
                  <a:lnTo>
                    <a:pt x="4359082" y="1403488"/>
                  </a:lnTo>
                  <a:lnTo>
                    <a:pt x="4359207" y="1403488"/>
                  </a:lnTo>
                  <a:lnTo>
                    <a:pt x="4359332" y="1403488"/>
                  </a:lnTo>
                  <a:lnTo>
                    <a:pt x="4359457" y="1403488"/>
                  </a:lnTo>
                  <a:lnTo>
                    <a:pt x="4359582" y="1403488"/>
                  </a:lnTo>
                  <a:lnTo>
                    <a:pt x="4359707" y="1403488"/>
                  </a:lnTo>
                  <a:lnTo>
                    <a:pt x="4359832" y="1403488"/>
                  </a:lnTo>
                  <a:lnTo>
                    <a:pt x="4359957" y="1403488"/>
                  </a:lnTo>
                  <a:lnTo>
                    <a:pt x="4360082" y="1403488"/>
                  </a:lnTo>
                  <a:lnTo>
                    <a:pt x="4360207" y="1403488"/>
                  </a:lnTo>
                  <a:lnTo>
                    <a:pt x="4360332" y="1403488"/>
                  </a:lnTo>
                  <a:lnTo>
                    <a:pt x="4360457" y="1403488"/>
                  </a:lnTo>
                  <a:lnTo>
                    <a:pt x="4360582" y="1403488"/>
                  </a:lnTo>
                  <a:lnTo>
                    <a:pt x="4360707" y="1403488"/>
                  </a:lnTo>
                  <a:lnTo>
                    <a:pt x="4360832" y="1403488"/>
                  </a:lnTo>
                  <a:lnTo>
                    <a:pt x="4360957" y="1403488"/>
                  </a:lnTo>
                  <a:lnTo>
                    <a:pt x="4361082" y="1403488"/>
                  </a:lnTo>
                  <a:lnTo>
                    <a:pt x="4361207" y="1403488"/>
                  </a:lnTo>
                  <a:lnTo>
                    <a:pt x="4361332" y="1403488"/>
                  </a:lnTo>
                  <a:lnTo>
                    <a:pt x="4361458" y="1403488"/>
                  </a:lnTo>
                  <a:lnTo>
                    <a:pt x="4361583" y="1403488"/>
                  </a:lnTo>
                  <a:lnTo>
                    <a:pt x="4361708" y="1403488"/>
                  </a:lnTo>
                  <a:lnTo>
                    <a:pt x="4361833" y="1403488"/>
                  </a:lnTo>
                  <a:lnTo>
                    <a:pt x="4361958" y="1403488"/>
                  </a:lnTo>
                  <a:lnTo>
                    <a:pt x="4362083" y="1403488"/>
                  </a:lnTo>
                  <a:lnTo>
                    <a:pt x="4362208" y="1403488"/>
                  </a:lnTo>
                  <a:lnTo>
                    <a:pt x="4362333" y="1403488"/>
                  </a:lnTo>
                  <a:lnTo>
                    <a:pt x="4362458" y="1403488"/>
                  </a:lnTo>
                  <a:lnTo>
                    <a:pt x="4362583" y="1403488"/>
                  </a:lnTo>
                  <a:lnTo>
                    <a:pt x="4362708" y="1403488"/>
                  </a:lnTo>
                  <a:lnTo>
                    <a:pt x="4362833" y="1403488"/>
                  </a:lnTo>
                  <a:lnTo>
                    <a:pt x="4362958" y="1403488"/>
                  </a:lnTo>
                  <a:lnTo>
                    <a:pt x="4363083" y="1403488"/>
                  </a:lnTo>
                  <a:lnTo>
                    <a:pt x="4363208" y="1403488"/>
                  </a:lnTo>
                  <a:lnTo>
                    <a:pt x="4363333" y="1403488"/>
                  </a:lnTo>
                  <a:lnTo>
                    <a:pt x="4363458" y="1403488"/>
                  </a:lnTo>
                  <a:lnTo>
                    <a:pt x="4363583" y="1403488"/>
                  </a:lnTo>
                  <a:lnTo>
                    <a:pt x="4363708" y="1403488"/>
                  </a:lnTo>
                  <a:lnTo>
                    <a:pt x="4363833" y="1403488"/>
                  </a:lnTo>
                  <a:lnTo>
                    <a:pt x="4363958" y="1403488"/>
                  </a:lnTo>
                  <a:lnTo>
                    <a:pt x="4364083" y="1403488"/>
                  </a:lnTo>
                  <a:lnTo>
                    <a:pt x="4364208" y="1403488"/>
                  </a:lnTo>
                  <a:lnTo>
                    <a:pt x="4364333" y="1403488"/>
                  </a:lnTo>
                  <a:lnTo>
                    <a:pt x="4364459" y="1403488"/>
                  </a:lnTo>
                  <a:lnTo>
                    <a:pt x="4364584" y="1403488"/>
                  </a:lnTo>
                  <a:lnTo>
                    <a:pt x="4364709" y="1403488"/>
                  </a:lnTo>
                  <a:lnTo>
                    <a:pt x="4364834" y="1403488"/>
                  </a:lnTo>
                  <a:lnTo>
                    <a:pt x="4364959" y="1403488"/>
                  </a:lnTo>
                  <a:lnTo>
                    <a:pt x="4365084" y="1403488"/>
                  </a:lnTo>
                  <a:lnTo>
                    <a:pt x="4365209" y="1403488"/>
                  </a:lnTo>
                  <a:lnTo>
                    <a:pt x="4365334" y="1403488"/>
                  </a:lnTo>
                  <a:lnTo>
                    <a:pt x="4365459" y="1403488"/>
                  </a:lnTo>
                  <a:lnTo>
                    <a:pt x="4365584" y="1403488"/>
                  </a:lnTo>
                  <a:lnTo>
                    <a:pt x="4365709" y="1403488"/>
                  </a:lnTo>
                  <a:lnTo>
                    <a:pt x="4365834" y="1403488"/>
                  </a:lnTo>
                  <a:lnTo>
                    <a:pt x="4365959" y="1403488"/>
                  </a:lnTo>
                  <a:lnTo>
                    <a:pt x="4366084" y="1403488"/>
                  </a:lnTo>
                  <a:lnTo>
                    <a:pt x="4366209" y="1403488"/>
                  </a:lnTo>
                  <a:lnTo>
                    <a:pt x="4366334" y="1403488"/>
                  </a:lnTo>
                  <a:lnTo>
                    <a:pt x="4366459" y="1403488"/>
                  </a:lnTo>
                  <a:lnTo>
                    <a:pt x="4366584" y="1403488"/>
                  </a:lnTo>
                  <a:lnTo>
                    <a:pt x="4366709" y="1403488"/>
                  </a:lnTo>
                  <a:lnTo>
                    <a:pt x="4366834" y="1403488"/>
                  </a:lnTo>
                  <a:lnTo>
                    <a:pt x="4366959" y="1403488"/>
                  </a:lnTo>
                  <a:lnTo>
                    <a:pt x="4367084" y="1403488"/>
                  </a:lnTo>
                  <a:lnTo>
                    <a:pt x="4367209" y="1403488"/>
                  </a:lnTo>
                  <a:lnTo>
                    <a:pt x="4367334" y="1403488"/>
                  </a:lnTo>
                  <a:lnTo>
                    <a:pt x="4367460" y="1403488"/>
                  </a:lnTo>
                  <a:lnTo>
                    <a:pt x="4367585" y="1403488"/>
                  </a:lnTo>
                  <a:lnTo>
                    <a:pt x="4367710" y="1403488"/>
                  </a:lnTo>
                  <a:lnTo>
                    <a:pt x="4367835" y="1403488"/>
                  </a:lnTo>
                  <a:lnTo>
                    <a:pt x="4367960" y="1403488"/>
                  </a:lnTo>
                  <a:lnTo>
                    <a:pt x="4368085" y="1403488"/>
                  </a:lnTo>
                  <a:lnTo>
                    <a:pt x="4368210" y="1403488"/>
                  </a:lnTo>
                  <a:lnTo>
                    <a:pt x="4368335" y="1403488"/>
                  </a:lnTo>
                  <a:lnTo>
                    <a:pt x="4368460" y="1403488"/>
                  </a:lnTo>
                  <a:lnTo>
                    <a:pt x="4368585" y="1403488"/>
                  </a:lnTo>
                  <a:lnTo>
                    <a:pt x="4368710" y="1403488"/>
                  </a:lnTo>
                  <a:lnTo>
                    <a:pt x="4368835" y="1403488"/>
                  </a:lnTo>
                  <a:lnTo>
                    <a:pt x="4368960" y="1403488"/>
                  </a:lnTo>
                  <a:lnTo>
                    <a:pt x="4369085" y="1403488"/>
                  </a:lnTo>
                  <a:lnTo>
                    <a:pt x="4369210" y="1403488"/>
                  </a:lnTo>
                  <a:lnTo>
                    <a:pt x="4369335" y="1403488"/>
                  </a:lnTo>
                  <a:lnTo>
                    <a:pt x="4369460" y="1403488"/>
                  </a:lnTo>
                  <a:lnTo>
                    <a:pt x="4369585" y="1403488"/>
                  </a:lnTo>
                  <a:lnTo>
                    <a:pt x="4369710" y="1403488"/>
                  </a:lnTo>
                  <a:lnTo>
                    <a:pt x="4369835" y="1403488"/>
                  </a:lnTo>
                  <a:lnTo>
                    <a:pt x="4369960" y="1403488"/>
                  </a:lnTo>
                  <a:lnTo>
                    <a:pt x="4370085" y="1403488"/>
                  </a:lnTo>
                  <a:lnTo>
                    <a:pt x="4370210" y="1403488"/>
                  </a:lnTo>
                  <a:lnTo>
                    <a:pt x="4370335" y="1403488"/>
                  </a:lnTo>
                  <a:lnTo>
                    <a:pt x="4370461" y="1403488"/>
                  </a:lnTo>
                  <a:lnTo>
                    <a:pt x="4370586" y="1403488"/>
                  </a:lnTo>
                  <a:lnTo>
                    <a:pt x="4370711" y="1403488"/>
                  </a:lnTo>
                  <a:lnTo>
                    <a:pt x="4370836" y="1403488"/>
                  </a:lnTo>
                  <a:lnTo>
                    <a:pt x="4370961" y="1403488"/>
                  </a:lnTo>
                  <a:lnTo>
                    <a:pt x="4371086" y="1403488"/>
                  </a:lnTo>
                  <a:lnTo>
                    <a:pt x="4371211" y="1403488"/>
                  </a:lnTo>
                  <a:lnTo>
                    <a:pt x="4371336" y="1403488"/>
                  </a:lnTo>
                  <a:lnTo>
                    <a:pt x="4371461" y="1403488"/>
                  </a:lnTo>
                  <a:lnTo>
                    <a:pt x="4371586" y="1403488"/>
                  </a:lnTo>
                  <a:lnTo>
                    <a:pt x="4371711" y="1403488"/>
                  </a:lnTo>
                  <a:lnTo>
                    <a:pt x="4371836" y="1403488"/>
                  </a:lnTo>
                  <a:lnTo>
                    <a:pt x="4371961" y="1403488"/>
                  </a:lnTo>
                  <a:lnTo>
                    <a:pt x="4372086" y="1403488"/>
                  </a:lnTo>
                  <a:lnTo>
                    <a:pt x="4372211" y="1403488"/>
                  </a:lnTo>
                  <a:lnTo>
                    <a:pt x="4372336" y="1403488"/>
                  </a:lnTo>
                  <a:lnTo>
                    <a:pt x="4372461" y="1403488"/>
                  </a:lnTo>
                  <a:lnTo>
                    <a:pt x="4372586" y="1403488"/>
                  </a:lnTo>
                  <a:lnTo>
                    <a:pt x="4372711" y="1403488"/>
                  </a:lnTo>
                  <a:lnTo>
                    <a:pt x="4372836" y="1403488"/>
                  </a:lnTo>
                  <a:lnTo>
                    <a:pt x="4372961" y="1403488"/>
                  </a:lnTo>
                  <a:lnTo>
                    <a:pt x="4373086" y="1403488"/>
                  </a:lnTo>
                  <a:lnTo>
                    <a:pt x="4373211" y="1403488"/>
                  </a:lnTo>
                  <a:lnTo>
                    <a:pt x="4373336" y="1403488"/>
                  </a:lnTo>
                  <a:lnTo>
                    <a:pt x="4373462" y="1403488"/>
                  </a:lnTo>
                  <a:lnTo>
                    <a:pt x="4373587" y="1403488"/>
                  </a:lnTo>
                  <a:lnTo>
                    <a:pt x="4373712" y="1403488"/>
                  </a:lnTo>
                  <a:lnTo>
                    <a:pt x="4373837" y="1403488"/>
                  </a:lnTo>
                  <a:lnTo>
                    <a:pt x="4373962" y="1403488"/>
                  </a:lnTo>
                  <a:lnTo>
                    <a:pt x="4374087" y="1403488"/>
                  </a:lnTo>
                  <a:lnTo>
                    <a:pt x="4374212" y="1403488"/>
                  </a:lnTo>
                  <a:lnTo>
                    <a:pt x="4374337" y="1403488"/>
                  </a:lnTo>
                  <a:lnTo>
                    <a:pt x="4374462" y="1403488"/>
                  </a:lnTo>
                  <a:lnTo>
                    <a:pt x="4374587" y="1403488"/>
                  </a:lnTo>
                  <a:lnTo>
                    <a:pt x="4374712" y="1403488"/>
                  </a:lnTo>
                  <a:lnTo>
                    <a:pt x="4374837" y="1403488"/>
                  </a:lnTo>
                  <a:lnTo>
                    <a:pt x="4374962" y="1403488"/>
                  </a:lnTo>
                  <a:lnTo>
                    <a:pt x="4375087" y="1403488"/>
                  </a:lnTo>
                  <a:lnTo>
                    <a:pt x="4375212" y="1403488"/>
                  </a:lnTo>
                  <a:lnTo>
                    <a:pt x="4375337" y="1403488"/>
                  </a:lnTo>
                  <a:lnTo>
                    <a:pt x="4375462" y="1403488"/>
                  </a:lnTo>
                  <a:lnTo>
                    <a:pt x="4375587" y="1403488"/>
                  </a:lnTo>
                  <a:lnTo>
                    <a:pt x="4375712" y="1403488"/>
                  </a:lnTo>
                  <a:lnTo>
                    <a:pt x="4375837" y="1403488"/>
                  </a:lnTo>
                  <a:lnTo>
                    <a:pt x="4375962" y="1403488"/>
                  </a:lnTo>
                  <a:lnTo>
                    <a:pt x="4376087" y="1403488"/>
                  </a:lnTo>
                  <a:lnTo>
                    <a:pt x="4376212" y="1403488"/>
                  </a:lnTo>
                  <a:lnTo>
                    <a:pt x="4376337" y="1403488"/>
                  </a:lnTo>
                  <a:lnTo>
                    <a:pt x="4376463" y="1403488"/>
                  </a:lnTo>
                  <a:lnTo>
                    <a:pt x="4376588" y="1403488"/>
                  </a:lnTo>
                  <a:lnTo>
                    <a:pt x="4376713" y="1403488"/>
                  </a:lnTo>
                  <a:lnTo>
                    <a:pt x="4376838" y="1403488"/>
                  </a:lnTo>
                  <a:lnTo>
                    <a:pt x="4376963" y="1403488"/>
                  </a:lnTo>
                  <a:lnTo>
                    <a:pt x="4377088" y="1403488"/>
                  </a:lnTo>
                  <a:lnTo>
                    <a:pt x="4377213" y="1403488"/>
                  </a:lnTo>
                  <a:lnTo>
                    <a:pt x="4377338" y="1403488"/>
                  </a:lnTo>
                  <a:lnTo>
                    <a:pt x="4377463" y="1403488"/>
                  </a:lnTo>
                  <a:lnTo>
                    <a:pt x="4377463" y="1393535"/>
                  </a:lnTo>
                  <a:lnTo>
                    <a:pt x="4377588" y="1393535"/>
                  </a:lnTo>
                  <a:lnTo>
                    <a:pt x="4377713" y="1393535"/>
                  </a:lnTo>
                  <a:lnTo>
                    <a:pt x="4377838" y="1393535"/>
                  </a:lnTo>
                  <a:lnTo>
                    <a:pt x="4377963" y="1393535"/>
                  </a:lnTo>
                  <a:lnTo>
                    <a:pt x="4378088" y="1393535"/>
                  </a:lnTo>
                  <a:lnTo>
                    <a:pt x="4378213" y="1393535"/>
                  </a:lnTo>
                  <a:lnTo>
                    <a:pt x="4378338" y="1393535"/>
                  </a:lnTo>
                  <a:lnTo>
                    <a:pt x="4378463" y="1393535"/>
                  </a:lnTo>
                  <a:lnTo>
                    <a:pt x="4378588" y="1393535"/>
                  </a:lnTo>
                  <a:lnTo>
                    <a:pt x="4378713" y="1393535"/>
                  </a:lnTo>
                  <a:lnTo>
                    <a:pt x="4378838" y="1393535"/>
                  </a:lnTo>
                  <a:lnTo>
                    <a:pt x="4378963" y="1393535"/>
                  </a:lnTo>
                  <a:lnTo>
                    <a:pt x="4379088" y="1393535"/>
                  </a:lnTo>
                  <a:lnTo>
                    <a:pt x="4379213" y="1393535"/>
                  </a:lnTo>
                  <a:lnTo>
                    <a:pt x="4379213" y="1383581"/>
                  </a:lnTo>
                  <a:lnTo>
                    <a:pt x="4379338" y="1383581"/>
                  </a:lnTo>
                  <a:lnTo>
                    <a:pt x="4379464" y="1383581"/>
                  </a:lnTo>
                  <a:lnTo>
                    <a:pt x="4379589" y="1383581"/>
                  </a:lnTo>
                  <a:lnTo>
                    <a:pt x="4379714" y="1383581"/>
                  </a:lnTo>
                  <a:lnTo>
                    <a:pt x="4379839" y="1383581"/>
                  </a:lnTo>
                  <a:lnTo>
                    <a:pt x="4379964" y="1383581"/>
                  </a:lnTo>
                  <a:lnTo>
                    <a:pt x="4380089" y="1383581"/>
                  </a:lnTo>
                  <a:lnTo>
                    <a:pt x="4380214" y="1383581"/>
                  </a:lnTo>
                  <a:lnTo>
                    <a:pt x="4380339" y="1383581"/>
                  </a:lnTo>
                  <a:lnTo>
                    <a:pt x="4380464" y="1383581"/>
                  </a:lnTo>
                  <a:lnTo>
                    <a:pt x="4380589" y="1383581"/>
                  </a:lnTo>
                  <a:lnTo>
                    <a:pt x="4380714" y="1383581"/>
                  </a:lnTo>
                  <a:lnTo>
                    <a:pt x="4380839" y="1383581"/>
                  </a:lnTo>
                  <a:lnTo>
                    <a:pt x="4380964" y="1383581"/>
                  </a:lnTo>
                  <a:lnTo>
                    <a:pt x="4381089" y="1383581"/>
                  </a:lnTo>
                  <a:lnTo>
                    <a:pt x="4381214" y="1383581"/>
                  </a:lnTo>
                  <a:lnTo>
                    <a:pt x="4381339" y="1383581"/>
                  </a:lnTo>
                  <a:lnTo>
                    <a:pt x="4381464" y="1383581"/>
                  </a:lnTo>
                  <a:lnTo>
                    <a:pt x="4381589" y="1383581"/>
                  </a:lnTo>
                  <a:lnTo>
                    <a:pt x="4381714" y="1383581"/>
                  </a:lnTo>
                  <a:lnTo>
                    <a:pt x="4381839" y="1383581"/>
                  </a:lnTo>
                  <a:lnTo>
                    <a:pt x="4381964" y="1383581"/>
                  </a:lnTo>
                  <a:lnTo>
                    <a:pt x="4382089" y="1383581"/>
                  </a:lnTo>
                  <a:lnTo>
                    <a:pt x="4382214" y="1383581"/>
                  </a:lnTo>
                  <a:lnTo>
                    <a:pt x="4382339" y="1383581"/>
                  </a:lnTo>
                  <a:lnTo>
                    <a:pt x="4382465" y="1383581"/>
                  </a:lnTo>
                  <a:lnTo>
                    <a:pt x="4382590" y="1383581"/>
                  </a:lnTo>
                  <a:lnTo>
                    <a:pt x="4382715" y="1383581"/>
                  </a:lnTo>
                  <a:lnTo>
                    <a:pt x="4382840" y="1383581"/>
                  </a:lnTo>
                  <a:lnTo>
                    <a:pt x="4382965" y="1383581"/>
                  </a:lnTo>
                  <a:lnTo>
                    <a:pt x="4383090" y="1383581"/>
                  </a:lnTo>
                  <a:lnTo>
                    <a:pt x="4383215" y="1383581"/>
                  </a:lnTo>
                  <a:lnTo>
                    <a:pt x="4383340" y="1383581"/>
                  </a:lnTo>
                  <a:lnTo>
                    <a:pt x="4383465" y="1383581"/>
                  </a:lnTo>
                  <a:lnTo>
                    <a:pt x="4383465" y="1373627"/>
                  </a:lnTo>
                  <a:lnTo>
                    <a:pt x="4383590" y="1373627"/>
                  </a:lnTo>
                  <a:lnTo>
                    <a:pt x="4383715" y="1373627"/>
                  </a:lnTo>
                  <a:lnTo>
                    <a:pt x="4383840" y="1373627"/>
                  </a:lnTo>
                  <a:lnTo>
                    <a:pt x="4383965" y="1373627"/>
                  </a:lnTo>
                  <a:lnTo>
                    <a:pt x="4384090" y="1373627"/>
                  </a:lnTo>
                  <a:lnTo>
                    <a:pt x="4384215" y="1373627"/>
                  </a:lnTo>
                  <a:lnTo>
                    <a:pt x="4384340" y="1373627"/>
                  </a:lnTo>
                  <a:lnTo>
                    <a:pt x="4384465" y="1373627"/>
                  </a:lnTo>
                  <a:lnTo>
                    <a:pt x="4384590" y="1373627"/>
                  </a:lnTo>
                  <a:lnTo>
                    <a:pt x="4384715" y="1373627"/>
                  </a:lnTo>
                  <a:lnTo>
                    <a:pt x="4384840" y="1373627"/>
                  </a:lnTo>
                  <a:lnTo>
                    <a:pt x="4384965" y="1373627"/>
                  </a:lnTo>
                  <a:lnTo>
                    <a:pt x="4385090" y="1373627"/>
                  </a:lnTo>
                  <a:lnTo>
                    <a:pt x="4385215" y="1373627"/>
                  </a:lnTo>
                  <a:lnTo>
                    <a:pt x="4385341" y="1373627"/>
                  </a:lnTo>
                  <a:lnTo>
                    <a:pt x="4385466" y="1373627"/>
                  </a:lnTo>
                  <a:lnTo>
                    <a:pt x="4385591" y="1373627"/>
                  </a:lnTo>
                  <a:lnTo>
                    <a:pt x="4385716" y="1373627"/>
                  </a:lnTo>
                  <a:lnTo>
                    <a:pt x="4385841" y="1373627"/>
                  </a:lnTo>
                  <a:lnTo>
                    <a:pt x="4385966" y="1373627"/>
                  </a:lnTo>
                  <a:lnTo>
                    <a:pt x="4386091" y="1373627"/>
                  </a:lnTo>
                  <a:lnTo>
                    <a:pt x="4386216" y="1373627"/>
                  </a:lnTo>
                  <a:lnTo>
                    <a:pt x="4386341" y="1373627"/>
                  </a:lnTo>
                  <a:lnTo>
                    <a:pt x="4386466" y="1373627"/>
                  </a:lnTo>
                  <a:lnTo>
                    <a:pt x="4386591" y="1373627"/>
                  </a:lnTo>
                  <a:lnTo>
                    <a:pt x="4386716" y="1373627"/>
                  </a:lnTo>
                  <a:lnTo>
                    <a:pt x="4386841" y="1373627"/>
                  </a:lnTo>
                  <a:lnTo>
                    <a:pt x="4386966" y="1373627"/>
                  </a:lnTo>
                  <a:lnTo>
                    <a:pt x="4387091" y="1373627"/>
                  </a:lnTo>
                  <a:lnTo>
                    <a:pt x="4387216" y="1373627"/>
                  </a:lnTo>
                  <a:lnTo>
                    <a:pt x="4387341" y="1373627"/>
                  </a:lnTo>
                  <a:lnTo>
                    <a:pt x="4387466" y="1373627"/>
                  </a:lnTo>
                  <a:lnTo>
                    <a:pt x="4387591" y="1373627"/>
                  </a:lnTo>
                  <a:lnTo>
                    <a:pt x="4387716" y="1373627"/>
                  </a:lnTo>
                  <a:lnTo>
                    <a:pt x="4387841" y="1373627"/>
                  </a:lnTo>
                  <a:lnTo>
                    <a:pt x="4387966" y="1373627"/>
                  </a:lnTo>
                  <a:lnTo>
                    <a:pt x="4388091" y="1373627"/>
                  </a:lnTo>
                  <a:lnTo>
                    <a:pt x="4388216" y="1373627"/>
                  </a:lnTo>
                  <a:lnTo>
                    <a:pt x="4388342" y="1373627"/>
                  </a:lnTo>
                  <a:lnTo>
                    <a:pt x="4388467" y="1373627"/>
                  </a:lnTo>
                  <a:lnTo>
                    <a:pt x="4388592" y="1373627"/>
                  </a:lnTo>
                  <a:lnTo>
                    <a:pt x="4388717" y="1373627"/>
                  </a:lnTo>
                  <a:lnTo>
                    <a:pt x="4388842" y="1373627"/>
                  </a:lnTo>
                  <a:lnTo>
                    <a:pt x="4388967" y="1373627"/>
                  </a:lnTo>
                  <a:lnTo>
                    <a:pt x="4389092" y="1373627"/>
                  </a:lnTo>
                  <a:lnTo>
                    <a:pt x="4389217" y="1373627"/>
                  </a:lnTo>
                  <a:lnTo>
                    <a:pt x="4389342" y="1373627"/>
                  </a:lnTo>
                  <a:lnTo>
                    <a:pt x="4389467" y="1373627"/>
                  </a:lnTo>
                  <a:lnTo>
                    <a:pt x="4389592" y="1373627"/>
                  </a:lnTo>
                  <a:lnTo>
                    <a:pt x="4389717" y="1373627"/>
                  </a:lnTo>
                  <a:lnTo>
                    <a:pt x="4389842" y="1373627"/>
                  </a:lnTo>
                  <a:lnTo>
                    <a:pt x="4389967" y="1373627"/>
                  </a:lnTo>
                  <a:lnTo>
                    <a:pt x="4390092" y="1373627"/>
                  </a:lnTo>
                  <a:lnTo>
                    <a:pt x="4390217" y="1373627"/>
                  </a:lnTo>
                  <a:lnTo>
                    <a:pt x="4390342" y="1373627"/>
                  </a:lnTo>
                  <a:lnTo>
                    <a:pt x="4390467" y="1373627"/>
                  </a:lnTo>
                  <a:lnTo>
                    <a:pt x="4390592" y="1373627"/>
                  </a:lnTo>
                  <a:lnTo>
                    <a:pt x="4390717" y="1373627"/>
                  </a:lnTo>
                  <a:lnTo>
                    <a:pt x="4390842" y="1373627"/>
                  </a:lnTo>
                  <a:lnTo>
                    <a:pt x="4390967" y="1373627"/>
                  </a:lnTo>
                  <a:lnTo>
                    <a:pt x="4391092" y="1373627"/>
                  </a:lnTo>
                  <a:lnTo>
                    <a:pt x="4391217" y="1373627"/>
                  </a:lnTo>
                  <a:lnTo>
                    <a:pt x="4391343" y="1373627"/>
                  </a:lnTo>
                  <a:lnTo>
                    <a:pt x="4391468" y="1373627"/>
                  </a:lnTo>
                  <a:lnTo>
                    <a:pt x="4391593" y="1373627"/>
                  </a:lnTo>
                  <a:lnTo>
                    <a:pt x="4391718" y="1373627"/>
                  </a:lnTo>
                  <a:lnTo>
                    <a:pt x="4391843" y="1373627"/>
                  </a:lnTo>
                  <a:lnTo>
                    <a:pt x="4391968" y="1373627"/>
                  </a:lnTo>
                  <a:lnTo>
                    <a:pt x="4392093" y="1373627"/>
                  </a:lnTo>
                  <a:lnTo>
                    <a:pt x="4392218" y="1373627"/>
                  </a:lnTo>
                  <a:lnTo>
                    <a:pt x="4392343" y="1373627"/>
                  </a:lnTo>
                  <a:lnTo>
                    <a:pt x="4392468" y="1373627"/>
                  </a:lnTo>
                  <a:lnTo>
                    <a:pt x="4392593" y="1373627"/>
                  </a:lnTo>
                  <a:lnTo>
                    <a:pt x="4392718" y="1373627"/>
                  </a:lnTo>
                  <a:lnTo>
                    <a:pt x="4392843" y="1373627"/>
                  </a:lnTo>
                  <a:lnTo>
                    <a:pt x="4392968" y="1373627"/>
                  </a:lnTo>
                  <a:lnTo>
                    <a:pt x="4393093" y="1373627"/>
                  </a:lnTo>
                  <a:lnTo>
                    <a:pt x="4393218" y="1373627"/>
                  </a:lnTo>
                  <a:lnTo>
                    <a:pt x="4393343" y="1373627"/>
                  </a:lnTo>
                  <a:lnTo>
                    <a:pt x="4393468" y="1373627"/>
                  </a:lnTo>
                  <a:lnTo>
                    <a:pt x="4393593" y="1373627"/>
                  </a:lnTo>
                  <a:lnTo>
                    <a:pt x="4393718" y="1373627"/>
                  </a:lnTo>
                  <a:lnTo>
                    <a:pt x="4393843" y="1373627"/>
                  </a:lnTo>
                  <a:lnTo>
                    <a:pt x="4393968" y="1373627"/>
                  </a:lnTo>
                  <a:lnTo>
                    <a:pt x="4394093" y="1373627"/>
                  </a:lnTo>
                  <a:lnTo>
                    <a:pt x="4394218" y="1373627"/>
                  </a:lnTo>
                  <a:lnTo>
                    <a:pt x="4394344" y="1373627"/>
                  </a:lnTo>
                  <a:lnTo>
                    <a:pt x="4394469" y="1373627"/>
                  </a:lnTo>
                  <a:lnTo>
                    <a:pt x="4394594" y="1373627"/>
                  </a:lnTo>
                  <a:lnTo>
                    <a:pt x="4394719" y="1373627"/>
                  </a:lnTo>
                  <a:lnTo>
                    <a:pt x="4394844" y="1373627"/>
                  </a:lnTo>
                  <a:lnTo>
                    <a:pt x="4394969" y="1373627"/>
                  </a:lnTo>
                  <a:lnTo>
                    <a:pt x="4395094" y="1373627"/>
                  </a:lnTo>
                  <a:lnTo>
                    <a:pt x="4395219" y="1373627"/>
                  </a:lnTo>
                  <a:lnTo>
                    <a:pt x="4395344" y="1373627"/>
                  </a:lnTo>
                  <a:lnTo>
                    <a:pt x="4395469" y="1373627"/>
                  </a:lnTo>
                  <a:lnTo>
                    <a:pt x="4395594" y="1373627"/>
                  </a:lnTo>
                  <a:lnTo>
                    <a:pt x="4395719" y="1373627"/>
                  </a:lnTo>
                  <a:lnTo>
                    <a:pt x="4395844" y="1373627"/>
                  </a:lnTo>
                  <a:lnTo>
                    <a:pt x="4395969" y="1373627"/>
                  </a:lnTo>
                  <a:lnTo>
                    <a:pt x="4396094" y="1373627"/>
                  </a:lnTo>
                  <a:lnTo>
                    <a:pt x="4396094" y="1363673"/>
                  </a:lnTo>
                  <a:lnTo>
                    <a:pt x="4396219" y="1363673"/>
                  </a:lnTo>
                  <a:lnTo>
                    <a:pt x="4396344" y="1363673"/>
                  </a:lnTo>
                  <a:lnTo>
                    <a:pt x="4396469" y="1363673"/>
                  </a:lnTo>
                  <a:lnTo>
                    <a:pt x="4396594" y="1363673"/>
                  </a:lnTo>
                  <a:lnTo>
                    <a:pt x="4396719" y="1363673"/>
                  </a:lnTo>
                  <a:lnTo>
                    <a:pt x="4396844" y="1363673"/>
                  </a:lnTo>
                  <a:lnTo>
                    <a:pt x="4396969" y="1363673"/>
                  </a:lnTo>
                  <a:lnTo>
                    <a:pt x="4397094" y="1363673"/>
                  </a:lnTo>
                  <a:lnTo>
                    <a:pt x="4397219" y="1363673"/>
                  </a:lnTo>
                  <a:lnTo>
                    <a:pt x="4397345" y="1363673"/>
                  </a:lnTo>
                  <a:lnTo>
                    <a:pt x="4397470" y="1363673"/>
                  </a:lnTo>
                  <a:lnTo>
                    <a:pt x="4397595" y="1363673"/>
                  </a:lnTo>
                  <a:lnTo>
                    <a:pt x="4397720" y="1363673"/>
                  </a:lnTo>
                  <a:lnTo>
                    <a:pt x="4397845" y="1363673"/>
                  </a:lnTo>
                  <a:lnTo>
                    <a:pt x="4397970" y="1363673"/>
                  </a:lnTo>
                  <a:lnTo>
                    <a:pt x="4398095" y="1363673"/>
                  </a:lnTo>
                  <a:lnTo>
                    <a:pt x="4398220" y="1363673"/>
                  </a:lnTo>
                  <a:lnTo>
                    <a:pt x="4398345" y="1363673"/>
                  </a:lnTo>
                  <a:lnTo>
                    <a:pt x="4398470" y="1363673"/>
                  </a:lnTo>
                  <a:lnTo>
                    <a:pt x="4398595" y="1363673"/>
                  </a:lnTo>
                  <a:lnTo>
                    <a:pt x="4398720" y="1363673"/>
                  </a:lnTo>
                  <a:lnTo>
                    <a:pt x="4398845" y="1363673"/>
                  </a:lnTo>
                  <a:lnTo>
                    <a:pt x="4398970" y="1363673"/>
                  </a:lnTo>
                  <a:lnTo>
                    <a:pt x="4399095" y="1363673"/>
                  </a:lnTo>
                  <a:lnTo>
                    <a:pt x="4399220" y="1363673"/>
                  </a:lnTo>
                  <a:lnTo>
                    <a:pt x="4399345" y="1363673"/>
                  </a:lnTo>
                  <a:lnTo>
                    <a:pt x="4399470" y="1363673"/>
                  </a:lnTo>
                  <a:lnTo>
                    <a:pt x="4399595" y="1363673"/>
                  </a:lnTo>
                  <a:lnTo>
                    <a:pt x="4399720" y="1363673"/>
                  </a:lnTo>
                  <a:lnTo>
                    <a:pt x="4399845" y="1363673"/>
                  </a:lnTo>
                  <a:lnTo>
                    <a:pt x="4399970" y="1363673"/>
                  </a:lnTo>
                  <a:lnTo>
                    <a:pt x="4400095" y="1363673"/>
                  </a:lnTo>
                  <a:lnTo>
                    <a:pt x="4400220" y="1363673"/>
                  </a:lnTo>
                  <a:lnTo>
                    <a:pt x="4400346" y="1363673"/>
                  </a:lnTo>
                  <a:lnTo>
                    <a:pt x="4400471" y="1363673"/>
                  </a:lnTo>
                  <a:lnTo>
                    <a:pt x="4400596" y="1363673"/>
                  </a:lnTo>
                  <a:lnTo>
                    <a:pt x="4400721" y="1363673"/>
                  </a:lnTo>
                  <a:lnTo>
                    <a:pt x="4400846" y="1363673"/>
                  </a:lnTo>
                  <a:lnTo>
                    <a:pt x="4400971" y="1363673"/>
                  </a:lnTo>
                  <a:lnTo>
                    <a:pt x="4401096" y="1363673"/>
                  </a:lnTo>
                  <a:lnTo>
                    <a:pt x="4401221" y="1363673"/>
                  </a:lnTo>
                  <a:lnTo>
                    <a:pt x="4401346" y="1363673"/>
                  </a:lnTo>
                  <a:lnTo>
                    <a:pt x="4401471" y="1363673"/>
                  </a:lnTo>
                  <a:lnTo>
                    <a:pt x="4401596" y="1363673"/>
                  </a:lnTo>
                  <a:lnTo>
                    <a:pt x="4401721" y="1363673"/>
                  </a:lnTo>
                  <a:lnTo>
                    <a:pt x="4401846" y="1363673"/>
                  </a:lnTo>
                  <a:lnTo>
                    <a:pt x="4401971" y="1363673"/>
                  </a:lnTo>
                  <a:lnTo>
                    <a:pt x="4402096" y="1363673"/>
                  </a:lnTo>
                  <a:lnTo>
                    <a:pt x="4402221" y="1363673"/>
                  </a:lnTo>
                  <a:lnTo>
                    <a:pt x="4402346" y="1363673"/>
                  </a:lnTo>
                  <a:lnTo>
                    <a:pt x="4402471" y="1363673"/>
                  </a:lnTo>
                  <a:lnTo>
                    <a:pt x="4402596" y="1363673"/>
                  </a:lnTo>
                  <a:lnTo>
                    <a:pt x="4402721" y="1363673"/>
                  </a:lnTo>
                  <a:lnTo>
                    <a:pt x="4402846" y="1363673"/>
                  </a:lnTo>
                  <a:lnTo>
                    <a:pt x="4402971" y="1363673"/>
                  </a:lnTo>
                  <a:lnTo>
                    <a:pt x="4403096" y="1363673"/>
                  </a:lnTo>
                  <a:lnTo>
                    <a:pt x="4403221" y="1363673"/>
                  </a:lnTo>
                  <a:lnTo>
                    <a:pt x="4403347" y="1363673"/>
                  </a:lnTo>
                  <a:lnTo>
                    <a:pt x="4403472" y="1363673"/>
                  </a:lnTo>
                  <a:lnTo>
                    <a:pt x="4403597" y="1363673"/>
                  </a:lnTo>
                  <a:lnTo>
                    <a:pt x="4403722" y="1363673"/>
                  </a:lnTo>
                  <a:lnTo>
                    <a:pt x="4403847" y="1363673"/>
                  </a:lnTo>
                  <a:lnTo>
                    <a:pt x="4403972" y="1363673"/>
                  </a:lnTo>
                  <a:lnTo>
                    <a:pt x="4404097" y="1363673"/>
                  </a:lnTo>
                  <a:lnTo>
                    <a:pt x="4404222" y="1363673"/>
                  </a:lnTo>
                  <a:lnTo>
                    <a:pt x="4404347" y="1363673"/>
                  </a:lnTo>
                  <a:lnTo>
                    <a:pt x="4404472" y="1363673"/>
                  </a:lnTo>
                  <a:lnTo>
                    <a:pt x="4404597" y="1363673"/>
                  </a:lnTo>
                  <a:lnTo>
                    <a:pt x="4404722" y="1363673"/>
                  </a:lnTo>
                  <a:lnTo>
                    <a:pt x="4404847" y="1363673"/>
                  </a:lnTo>
                  <a:lnTo>
                    <a:pt x="4404972" y="1363673"/>
                  </a:lnTo>
                  <a:lnTo>
                    <a:pt x="4405097" y="1363673"/>
                  </a:lnTo>
                  <a:lnTo>
                    <a:pt x="4405222" y="1363673"/>
                  </a:lnTo>
                  <a:lnTo>
                    <a:pt x="4405347" y="1363673"/>
                  </a:lnTo>
                  <a:lnTo>
                    <a:pt x="4405472" y="1363673"/>
                  </a:lnTo>
                  <a:lnTo>
                    <a:pt x="4405597" y="1363673"/>
                  </a:lnTo>
                  <a:lnTo>
                    <a:pt x="4405722" y="1363673"/>
                  </a:lnTo>
                  <a:lnTo>
                    <a:pt x="4405847" y="1363673"/>
                  </a:lnTo>
                  <a:lnTo>
                    <a:pt x="4405972" y="1363673"/>
                  </a:lnTo>
                  <a:lnTo>
                    <a:pt x="4406097" y="1363673"/>
                  </a:lnTo>
                  <a:lnTo>
                    <a:pt x="4406222" y="1363673"/>
                  </a:lnTo>
                  <a:lnTo>
                    <a:pt x="4406348" y="1363673"/>
                  </a:lnTo>
                  <a:lnTo>
                    <a:pt x="4406473" y="1363673"/>
                  </a:lnTo>
                  <a:lnTo>
                    <a:pt x="4406598" y="1363673"/>
                  </a:lnTo>
                  <a:lnTo>
                    <a:pt x="4406723" y="1363673"/>
                  </a:lnTo>
                  <a:lnTo>
                    <a:pt x="4406848" y="1363673"/>
                  </a:lnTo>
                  <a:lnTo>
                    <a:pt x="4406973" y="1363673"/>
                  </a:lnTo>
                  <a:lnTo>
                    <a:pt x="4407098" y="1363673"/>
                  </a:lnTo>
                  <a:lnTo>
                    <a:pt x="4407223" y="1363673"/>
                  </a:lnTo>
                  <a:lnTo>
                    <a:pt x="4407348" y="1363673"/>
                  </a:lnTo>
                  <a:lnTo>
                    <a:pt x="4407473" y="1363673"/>
                  </a:lnTo>
                  <a:lnTo>
                    <a:pt x="4407598" y="1363673"/>
                  </a:lnTo>
                  <a:lnTo>
                    <a:pt x="4407723" y="1363673"/>
                  </a:lnTo>
                  <a:lnTo>
                    <a:pt x="4407848" y="1363673"/>
                  </a:lnTo>
                  <a:lnTo>
                    <a:pt x="4407973" y="1363673"/>
                  </a:lnTo>
                  <a:lnTo>
                    <a:pt x="4408098" y="1363673"/>
                  </a:lnTo>
                  <a:lnTo>
                    <a:pt x="4408223" y="1363673"/>
                  </a:lnTo>
                  <a:lnTo>
                    <a:pt x="4408348" y="1363673"/>
                  </a:lnTo>
                  <a:lnTo>
                    <a:pt x="4408473" y="1363673"/>
                  </a:lnTo>
                  <a:lnTo>
                    <a:pt x="4408598" y="1363673"/>
                  </a:lnTo>
                  <a:lnTo>
                    <a:pt x="4408723" y="1363673"/>
                  </a:lnTo>
                  <a:lnTo>
                    <a:pt x="4408848" y="1363673"/>
                  </a:lnTo>
                  <a:lnTo>
                    <a:pt x="4408973" y="1363673"/>
                  </a:lnTo>
                  <a:lnTo>
                    <a:pt x="4409098" y="1363673"/>
                  </a:lnTo>
                  <a:lnTo>
                    <a:pt x="4409223" y="1363673"/>
                  </a:lnTo>
                  <a:lnTo>
                    <a:pt x="4409349" y="1363673"/>
                  </a:lnTo>
                  <a:lnTo>
                    <a:pt x="4409474" y="1363673"/>
                  </a:lnTo>
                  <a:lnTo>
                    <a:pt x="4409599" y="1363673"/>
                  </a:lnTo>
                  <a:lnTo>
                    <a:pt x="4409724" y="1363673"/>
                  </a:lnTo>
                  <a:lnTo>
                    <a:pt x="4409849" y="1363673"/>
                  </a:lnTo>
                  <a:lnTo>
                    <a:pt x="4409974" y="1363673"/>
                  </a:lnTo>
                  <a:lnTo>
                    <a:pt x="4410099" y="1363673"/>
                  </a:lnTo>
                  <a:lnTo>
                    <a:pt x="4410224" y="1363673"/>
                  </a:lnTo>
                  <a:lnTo>
                    <a:pt x="4410349" y="1363673"/>
                  </a:lnTo>
                  <a:lnTo>
                    <a:pt x="4410474" y="1363673"/>
                  </a:lnTo>
                  <a:lnTo>
                    <a:pt x="4410599" y="1363673"/>
                  </a:lnTo>
                  <a:lnTo>
                    <a:pt x="4410724" y="1363673"/>
                  </a:lnTo>
                  <a:lnTo>
                    <a:pt x="4410849" y="1363673"/>
                  </a:lnTo>
                  <a:lnTo>
                    <a:pt x="4410974" y="1363673"/>
                  </a:lnTo>
                  <a:lnTo>
                    <a:pt x="4411099" y="1363673"/>
                  </a:lnTo>
                  <a:lnTo>
                    <a:pt x="4411224" y="1363673"/>
                  </a:lnTo>
                  <a:lnTo>
                    <a:pt x="4411349" y="1363673"/>
                  </a:lnTo>
                  <a:lnTo>
                    <a:pt x="4411474" y="1363673"/>
                  </a:lnTo>
                  <a:lnTo>
                    <a:pt x="4411599" y="1363673"/>
                  </a:lnTo>
                  <a:lnTo>
                    <a:pt x="4411724" y="1363673"/>
                  </a:lnTo>
                  <a:lnTo>
                    <a:pt x="4411849" y="1363673"/>
                  </a:lnTo>
                  <a:lnTo>
                    <a:pt x="4411974" y="1363673"/>
                  </a:lnTo>
                  <a:lnTo>
                    <a:pt x="4412099" y="1363673"/>
                  </a:lnTo>
                  <a:lnTo>
                    <a:pt x="4412224" y="1363673"/>
                  </a:lnTo>
                  <a:lnTo>
                    <a:pt x="4412350" y="1363673"/>
                  </a:lnTo>
                  <a:lnTo>
                    <a:pt x="4412475" y="1363673"/>
                  </a:lnTo>
                  <a:lnTo>
                    <a:pt x="4412600" y="1363673"/>
                  </a:lnTo>
                  <a:lnTo>
                    <a:pt x="4412725" y="1363673"/>
                  </a:lnTo>
                  <a:lnTo>
                    <a:pt x="4412850" y="1363673"/>
                  </a:lnTo>
                  <a:lnTo>
                    <a:pt x="4412975" y="1363673"/>
                  </a:lnTo>
                  <a:lnTo>
                    <a:pt x="4413100" y="1363673"/>
                  </a:lnTo>
                  <a:lnTo>
                    <a:pt x="4413225" y="1363673"/>
                  </a:lnTo>
                  <a:lnTo>
                    <a:pt x="4413350" y="1363673"/>
                  </a:lnTo>
                  <a:lnTo>
                    <a:pt x="4413475" y="1363673"/>
                  </a:lnTo>
                  <a:lnTo>
                    <a:pt x="4413600" y="1363673"/>
                  </a:lnTo>
                  <a:lnTo>
                    <a:pt x="4413725" y="1363673"/>
                  </a:lnTo>
                  <a:lnTo>
                    <a:pt x="4413850" y="1363673"/>
                  </a:lnTo>
                  <a:lnTo>
                    <a:pt x="4413975" y="1363673"/>
                  </a:lnTo>
                  <a:lnTo>
                    <a:pt x="4414100" y="1363673"/>
                  </a:lnTo>
                  <a:lnTo>
                    <a:pt x="4414225" y="1363673"/>
                  </a:lnTo>
                  <a:lnTo>
                    <a:pt x="4414350" y="1363673"/>
                  </a:lnTo>
                  <a:lnTo>
                    <a:pt x="4414475" y="1363673"/>
                  </a:lnTo>
                  <a:lnTo>
                    <a:pt x="4414600" y="1363673"/>
                  </a:lnTo>
                  <a:lnTo>
                    <a:pt x="4414725" y="1363673"/>
                  </a:lnTo>
                  <a:lnTo>
                    <a:pt x="4414850" y="1363673"/>
                  </a:lnTo>
                  <a:lnTo>
                    <a:pt x="4414975" y="1363673"/>
                  </a:lnTo>
                  <a:lnTo>
                    <a:pt x="4415100" y="1363673"/>
                  </a:lnTo>
                  <a:lnTo>
                    <a:pt x="4415100" y="1353719"/>
                  </a:lnTo>
                  <a:lnTo>
                    <a:pt x="4415225" y="1353719"/>
                  </a:lnTo>
                  <a:lnTo>
                    <a:pt x="4415351" y="1353719"/>
                  </a:lnTo>
                  <a:lnTo>
                    <a:pt x="4415476" y="1353719"/>
                  </a:lnTo>
                  <a:lnTo>
                    <a:pt x="4415601" y="1353719"/>
                  </a:lnTo>
                  <a:lnTo>
                    <a:pt x="4415726" y="1353719"/>
                  </a:lnTo>
                  <a:lnTo>
                    <a:pt x="4415851" y="1353719"/>
                  </a:lnTo>
                  <a:lnTo>
                    <a:pt x="4415976" y="1353719"/>
                  </a:lnTo>
                  <a:lnTo>
                    <a:pt x="4416101" y="1353719"/>
                  </a:lnTo>
                  <a:lnTo>
                    <a:pt x="4416101" y="1343766"/>
                  </a:lnTo>
                  <a:lnTo>
                    <a:pt x="4416226" y="1343766"/>
                  </a:lnTo>
                  <a:lnTo>
                    <a:pt x="4416351" y="1343766"/>
                  </a:lnTo>
                  <a:lnTo>
                    <a:pt x="4416476" y="1343766"/>
                  </a:lnTo>
                  <a:lnTo>
                    <a:pt x="4416601" y="1343766"/>
                  </a:lnTo>
                  <a:lnTo>
                    <a:pt x="4416726" y="1343766"/>
                  </a:lnTo>
                  <a:lnTo>
                    <a:pt x="4416851" y="1343766"/>
                  </a:lnTo>
                  <a:lnTo>
                    <a:pt x="4416976" y="1343766"/>
                  </a:lnTo>
                  <a:lnTo>
                    <a:pt x="4417101" y="1343766"/>
                  </a:lnTo>
                  <a:lnTo>
                    <a:pt x="4417226" y="1343766"/>
                  </a:lnTo>
                  <a:lnTo>
                    <a:pt x="4417351" y="1343766"/>
                  </a:lnTo>
                  <a:lnTo>
                    <a:pt x="4417476" y="1343766"/>
                  </a:lnTo>
                  <a:lnTo>
                    <a:pt x="4417601" y="1343766"/>
                  </a:lnTo>
                  <a:lnTo>
                    <a:pt x="4417726" y="1343766"/>
                  </a:lnTo>
                  <a:lnTo>
                    <a:pt x="4417851" y="1343766"/>
                  </a:lnTo>
                  <a:lnTo>
                    <a:pt x="4417976" y="1343766"/>
                  </a:lnTo>
                  <a:lnTo>
                    <a:pt x="4418101" y="1343766"/>
                  </a:lnTo>
                  <a:lnTo>
                    <a:pt x="4418226" y="1343766"/>
                  </a:lnTo>
                  <a:lnTo>
                    <a:pt x="4418352" y="1343766"/>
                  </a:lnTo>
                  <a:lnTo>
                    <a:pt x="4418477" y="1343766"/>
                  </a:lnTo>
                  <a:lnTo>
                    <a:pt x="4418602" y="1343766"/>
                  </a:lnTo>
                  <a:lnTo>
                    <a:pt x="4418727" y="1343766"/>
                  </a:lnTo>
                  <a:lnTo>
                    <a:pt x="4418852" y="1343766"/>
                  </a:lnTo>
                  <a:lnTo>
                    <a:pt x="4418977" y="1343766"/>
                  </a:lnTo>
                  <a:lnTo>
                    <a:pt x="4419102" y="1343766"/>
                  </a:lnTo>
                  <a:lnTo>
                    <a:pt x="4419227" y="1343766"/>
                  </a:lnTo>
                  <a:lnTo>
                    <a:pt x="4419352" y="1343766"/>
                  </a:lnTo>
                  <a:lnTo>
                    <a:pt x="4419477" y="1343766"/>
                  </a:lnTo>
                  <a:lnTo>
                    <a:pt x="4419602" y="1343766"/>
                  </a:lnTo>
                  <a:lnTo>
                    <a:pt x="4419727" y="1343766"/>
                  </a:lnTo>
                  <a:lnTo>
                    <a:pt x="4419852" y="1343766"/>
                  </a:lnTo>
                  <a:lnTo>
                    <a:pt x="4419977" y="1343766"/>
                  </a:lnTo>
                  <a:lnTo>
                    <a:pt x="4420102" y="1343766"/>
                  </a:lnTo>
                  <a:lnTo>
                    <a:pt x="4420227" y="1343766"/>
                  </a:lnTo>
                  <a:lnTo>
                    <a:pt x="4420352" y="1343766"/>
                  </a:lnTo>
                  <a:lnTo>
                    <a:pt x="4420477" y="1343766"/>
                  </a:lnTo>
                  <a:lnTo>
                    <a:pt x="4420602" y="1343766"/>
                  </a:lnTo>
                  <a:lnTo>
                    <a:pt x="4420727" y="1343766"/>
                  </a:lnTo>
                  <a:lnTo>
                    <a:pt x="4420852" y="1343766"/>
                  </a:lnTo>
                  <a:lnTo>
                    <a:pt x="4420977" y="1343766"/>
                  </a:lnTo>
                  <a:lnTo>
                    <a:pt x="4421102" y="1343766"/>
                  </a:lnTo>
                  <a:lnTo>
                    <a:pt x="4421227" y="1343766"/>
                  </a:lnTo>
                  <a:lnTo>
                    <a:pt x="4421353" y="1343766"/>
                  </a:lnTo>
                  <a:lnTo>
                    <a:pt x="4421478" y="1343766"/>
                  </a:lnTo>
                  <a:lnTo>
                    <a:pt x="4421603" y="1343766"/>
                  </a:lnTo>
                  <a:lnTo>
                    <a:pt x="4421728" y="1343766"/>
                  </a:lnTo>
                  <a:lnTo>
                    <a:pt x="4421853" y="1343766"/>
                  </a:lnTo>
                  <a:lnTo>
                    <a:pt x="4421978" y="1343766"/>
                  </a:lnTo>
                  <a:lnTo>
                    <a:pt x="4422103" y="1343766"/>
                  </a:lnTo>
                  <a:lnTo>
                    <a:pt x="4422228" y="1343766"/>
                  </a:lnTo>
                  <a:lnTo>
                    <a:pt x="4422353" y="1343766"/>
                  </a:lnTo>
                  <a:lnTo>
                    <a:pt x="4422478" y="1343766"/>
                  </a:lnTo>
                  <a:lnTo>
                    <a:pt x="4422603" y="1343766"/>
                  </a:lnTo>
                  <a:lnTo>
                    <a:pt x="4422728" y="1343766"/>
                  </a:lnTo>
                  <a:lnTo>
                    <a:pt x="4422853" y="1343766"/>
                  </a:lnTo>
                  <a:lnTo>
                    <a:pt x="4422978" y="1343766"/>
                  </a:lnTo>
                  <a:lnTo>
                    <a:pt x="4423103" y="1343766"/>
                  </a:lnTo>
                  <a:lnTo>
                    <a:pt x="4423228" y="1343766"/>
                  </a:lnTo>
                  <a:lnTo>
                    <a:pt x="4423353" y="1343766"/>
                  </a:lnTo>
                  <a:lnTo>
                    <a:pt x="4423478" y="1343766"/>
                  </a:lnTo>
                  <a:lnTo>
                    <a:pt x="4423603" y="1343766"/>
                  </a:lnTo>
                  <a:lnTo>
                    <a:pt x="4423728" y="1343766"/>
                  </a:lnTo>
                  <a:lnTo>
                    <a:pt x="4423853" y="1343766"/>
                  </a:lnTo>
                  <a:lnTo>
                    <a:pt x="4423978" y="1343766"/>
                  </a:lnTo>
                  <a:lnTo>
                    <a:pt x="4424103" y="1343766"/>
                  </a:lnTo>
                  <a:lnTo>
                    <a:pt x="4424229" y="1343766"/>
                  </a:lnTo>
                  <a:lnTo>
                    <a:pt x="4424354" y="1343766"/>
                  </a:lnTo>
                  <a:lnTo>
                    <a:pt x="4424479" y="1343766"/>
                  </a:lnTo>
                  <a:lnTo>
                    <a:pt x="4424604" y="1343766"/>
                  </a:lnTo>
                  <a:lnTo>
                    <a:pt x="4424729" y="1343766"/>
                  </a:lnTo>
                  <a:lnTo>
                    <a:pt x="4424854" y="1343766"/>
                  </a:lnTo>
                  <a:lnTo>
                    <a:pt x="4424979" y="1343766"/>
                  </a:lnTo>
                  <a:lnTo>
                    <a:pt x="4425104" y="1343766"/>
                  </a:lnTo>
                  <a:lnTo>
                    <a:pt x="4425229" y="1343766"/>
                  </a:lnTo>
                  <a:lnTo>
                    <a:pt x="4425354" y="1343766"/>
                  </a:lnTo>
                  <a:lnTo>
                    <a:pt x="4425479" y="1343766"/>
                  </a:lnTo>
                  <a:lnTo>
                    <a:pt x="4425604" y="1343766"/>
                  </a:lnTo>
                  <a:lnTo>
                    <a:pt x="4425729" y="1343766"/>
                  </a:lnTo>
                  <a:lnTo>
                    <a:pt x="4425854" y="1343766"/>
                  </a:lnTo>
                  <a:lnTo>
                    <a:pt x="4425979" y="1343766"/>
                  </a:lnTo>
                  <a:lnTo>
                    <a:pt x="4426104" y="1343766"/>
                  </a:lnTo>
                  <a:lnTo>
                    <a:pt x="4426229" y="1343766"/>
                  </a:lnTo>
                  <a:lnTo>
                    <a:pt x="4426354" y="1343766"/>
                  </a:lnTo>
                  <a:lnTo>
                    <a:pt x="4426479" y="1343766"/>
                  </a:lnTo>
                  <a:lnTo>
                    <a:pt x="4426604" y="1343766"/>
                  </a:lnTo>
                  <a:lnTo>
                    <a:pt x="4426729" y="1343766"/>
                  </a:lnTo>
                  <a:lnTo>
                    <a:pt x="4426854" y="1343766"/>
                  </a:lnTo>
                  <a:lnTo>
                    <a:pt x="4426979" y="1343766"/>
                  </a:lnTo>
                  <a:lnTo>
                    <a:pt x="4427104" y="1343766"/>
                  </a:lnTo>
                  <a:lnTo>
                    <a:pt x="4427230" y="1343766"/>
                  </a:lnTo>
                  <a:lnTo>
                    <a:pt x="4427355" y="1343766"/>
                  </a:lnTo>
                  <a:lnTo>
                    <a:pt x="4427480" y="1343766"/>
                  </a:lnTo>
                  <a:lnTo>
                    <a:pt x="4427605" y="1343766"/>
                  </a:lnTo>
                  <a:lnTo>
                    <a:pt x="4427730" y="1343766"/>
                  </a:lnTo>
                  <a:lnTo>
                    <a:pt x="4427855" y="1343766"/>
                  </a:lnTo>
                  <a:lnTo>
                    <a:pt x="4427980" y="1343766"/>
                  </a:lnTo>
                  <a:lnTo>
                    <a:pt x="4428105" y="1343766"/>
                  </a:lnTo>
                  <a:lnTo>
                    <a:pt x="4428230" y="1343766"/>
                  </a:lnTo>
                  <a:lnTo>
                    <a:pt x="4428355" y="1343766"/>
                  </a:lnTo>
                  <a:lnTo>
                    <a:pt x="4428480" y="1343766"/>
                  </a:lnTo>
                  <a:lnTo>
                    <a:pt x="4428605" y="1343766"/>
                  </a:lnTo>
                  <a:lnTo>
                    <a:pt x="4428730" y="1343766"/>
                  </a:lnTo>
                  <a:lnTo>
                    <a:pt x="4428855" y="1343766"/>
                  </a:lnTo>
                  <a:lnTo>
                    <a:pt x="4428980" y="1343766"/>
                  </a:lnTo>
                  <a:lnTo>
                    <a:pt x="4429105" y="1343766"/>
                  </a:lnTo>
                  <a:lnTo>
                    <a:pt x="4429230" y="1343766"/>
                  </a:lnTo>
                  <a:lnTo>
                    <a:pt x="4429355" y="1343766"/>
                  </a:lnTo>
                  <a:lnTo>
                    <a:pt x="4429480" y="1343766"/>
                  </a:lnTo>
                  <a:lnTo>
                    <a:pt x="4429605" y="1343766"/>
                  </a:lnTo>
                  <a:lnTo>
                    <a:pt x="4429730" y="1343766"/>
                  </a:lnTo>
                  <a:lnTo>
                    <a:pt x="4429855" y="1343766"/>
                  </a:lnTo>
                  <a:lnTo>
                    <a:pt x="4429980" y="1343766"/>
                  </a:lnTo>
                  <a:lnTo>
                    <a:pt x="4430105" y="1343766"/>
                  </a:lnTo>
                  <a:lnTo>
                    <a:pt x="4430231" y="1343766"/>
                  </a:lnTo>
                  <a:lnTo>
                    <a:pt x="4430356" y="1343766"/>
                  </a:lnTo>
                  <a:lnTo>
                    <a:pt x="4430481" y="1343766"/>
                  </a:lnTo>
                  <a:lnTo>
                    <a:pt x="4430606" y="1343766"/>
                  </a:lnTo>
                  <a:lnTo>
                    <a:pt x="4430731" y="1343766"/>
                  </a:lnTo>
                  <a:lnTo>
                    <a:pt x="4430856" y="1343766"/>
                  </a:lnTo>
                  <a:lnTo>
                    <a:pt x="4430981" y="1343766"/>
                  </a:lnTo>
                  <a:lnTo>
                    <a:pt x="4431106" y="1343766"/>
                  </a:lnTo>
                  <a:lnTo>
                    <a:pt x="4431231" y="1343766"/>
                  </a:lnTo>
                  <a:lnTo>
                    <a:pt x="4431356" y="1343766"/>
                  </a:lnTo>
                  <a:lnTo>
                    <a:pt x="4431481" y="1343766"/>
                  </a:lnTo>
                  <a:lnTo>
                    <a:pt x="4431606" y="1343766"/>
                  </a:lnTo>
                  <a:lnTo>
                    <a:pt x="4431731" y="1343766"/>
                  </a:lnTo>
                  <a:lnTo>
                    <a:pt x="4431856" y="1343766"/>
                  </a:lnTo>
                  <a:lnTo>
                    <a:pt x="4431981" y="1343766"/>
                  </a:lnTo>
                  <a:lnTo>
                    <a:pt x="4432106" y="1343766"/>
                  </a:lnTo>
                  <a:lnTo>
                    <a:pt x="4432231" y="1343766"/>
                  </a:lnTo>
                  <a:lnTo>
                    <a:pt x="4432356" y="1343766"/>
                  </a:lnTo>
                  <a:lnTo>
                    <a:pt x="4432481" y="1343766"/>
                  </a:lnTo>
                  <a:lnTo>
                    <a:pt x="4432606" y="1343766"/>
                  </a:lnTo>
                  <a:lnTo>
                    <a:pt x="4432731" y="1343766"/>
                  </a:lnTo>
                  <a:lnTo>
                    <a:pt x="4432856" y="1343766"/>
                  </a:lnTo>
                  <a:lnTo>
                    <a:pt x="4432981" y="1343766"/>
                  </a:lnTo>
                  <a:lnTo>
                    <a:pt x="4433106" y="1343766"/>
                  </a:lnTo>
                  <a:lnTo>
                    <a:pt x="4433232" y="1343766"/>
                  </a:lnTo>
                  <a:lnTo>
                    <a:pt x="4433357" y="1343766"/>
                  </a:lnTo>
                  <a:lnTo>
                    <a:pt x="4433482" y="1343766"/>
                  </a:lnTo>
                  <a:lnTo>
                    <a:pt x="4433607" y="1343766"/>
                  </a:lnTo>
                  <a:lnTo>
                    <a:pt x="4433732" y="1343766"/>
                  </a:lnTo>
                  <a:lnTo>
                    <a:pt x="4433857" y="1343766"/>
                  </a:lnTo>
                  <a:lnTo>
                    <a:pt x="4433982" y="1343766"/>
                  </a:lnTo>
                  <a:lnTo>
                    <a:pt x="4434107" y="1343766"/>
                  </a:lnTo>
                  <a:lnTo>
                    <a:pt x="4434232" y="1343766"/>
                  </a:lnTo>
                  <a:lnTo>
                    <a:pt x="4434357" y="1343766"/>
                  </a:lnTo>
                  <a:lnTo>
                    <a:pt x="4434482" y="1343766"/>
                  </a:lnTo>
                  <a:lnTo>
                    <a:pt x="4434607" y="1343766"/>
                  </a:lnTo>
                  <a:lnTo>
                    <a:pt x="4434732" y="1343766"/>
                  </a:lnTo>
                  <a:lnTo>
                    <a:pt x="4434857" y="1343766"/>
                  </a:lnTo>
                  <a:lnTo>
                    <a:pt x="4434982" y="1343766"/>
                  </a:lnTo>
                  <a:lnTo>
                    <a:pt x="4435107" y="1343766"/>
                  </a:lnTo>
                  <a:lnTo>
                    <a:pt x="4435232" y="1343766"/>
                  </a:lnTo>
                  <a:lnTo>
                    <a:pt x="4435357" y="1343766"/>
                  </a:lnTo>
                  <a:lnTo>
                    <a:pt x="4435482" y="1343766"/>
                  </a:lnTo>
                  <a:lnTo>
                    <a:pt x="4435607" y="1343766"/>
                  </a:lnTo>
                  <a:lnTo>
                    <a:pt x="4435732" y="1343766"/>
                  </a:lnTo>
                  <a:lnTo>
                    <a:pt x="4435857" y="1343766"/>
                  </a:lnTo>
                  <a:lnTo>
                    <a:pt x="4435982" y="1343766"/>
                  </a:lnTo>
                  <a:lnTo>
                    <a:pt x="4436107" y="1343766"/>
                  </a:lnTo>
                  <a:lnTo>
                    <a:pt x="4436233" y="1343766"/>
                  </a:lnTo>
                  <a:lnTo>
                    <a:pt x="4436358" y="1343766"/>
                  </a:lnTo>
                  <a:lnTo>
                    <a:pt x="4436483" y="1343766"/>
                  </a:lnTo>
                  <a:lnTo>
                    <a:pt x="4436608" y="1343766"/>
                  </a:lnTo>
                  <a:lnTo>
                    <a:pt x="4436733" y="1343766"/>
                  </a:lnTo>
                  <a:lnTo>
                    <a:pt x="4436858" y="1343766"/>
                  </a:lnTo>
                  <a:lnTo>
                    <a:pt x="4436983" y="1343766"/>
                  </a:lnTo>
                  <a:lnTo>
                    <a:pt x="4437108" y="1343766"/>
                  </a:lnTo>
                  <a:lnTo>
                    <a:pt x="4437233" y="1343766"/>
                  </a:lnTo>
                  <a:lnTo>
                    <a:pt x="4437358" y="1343766"/>
                  </a:lnTo>
                  <a:lnTo>
                    <a:pt x="4437483" y="1343766"/>
                  </a:lnTo>
                  <a:lnTo>
                    <a:pt x="4437608" y="1343766"/>
                  </a:lnTo>
                  <a:lnTo>
                    <a:pt x="4437733" y="1343766"/>
                  </a:lnTo>
                  <a:lnTo>
                    <a:pt x="4437858" y="1343766"/>
                  </a:lnTo>
                  <a:lnTo>
                    <a:pt x="4437983" y="1343766"/>
                  </a:lnTo>
                  <a:lnTo>
                    <a:pt x="4438108" y="1343766"/>
                  </a:lnTo>
                  <a:lnTo>
                    <a:pt x="4438233" y="1343766"/>
                  </a:lnTo>
                  <a:lnTo>
                    <a:pt x="4438358" y="1343766"/>
                  </a:lnTo>
                  <a:lnTo>
                    <a:pt x="4438483" y="1343766"/>
                  </a:lnTo>
                  <a:lnTo>
                    <a:pt x="4438608" y="1343766"/>
                  </a:lnTo>
                  <a:lnTo>
                    <a:pt x="4438733" y="1343766"/>
                  </a:lnTo>
                  <a:lnTo>
                    <a:pt x="4438858" y="1343766"/>
                  </a:lnTo>
                  <a:lnTo>
                    <a:pt x="4438983" y="1343766"/>
                  </a:lnTo>
                  <a:lnTo>
                    <a:pt x="4439108" y="1343766"/>
                  </a:lnTo>
                  <a:lnTo>
                    <a:pt x="4439234" y="1343766"/>
                  </a:lnTo>
                  <a:lnTo>
                    <a:pt x="4439359" y="1343766"/>
                  </a:lnTo>
                  <a:lnTo>
                    <a:pt x="4439484" y="1343766"/>
                  </a:lnTo>
                  <a:lnTo>
                    <a:pt x="4439609" y="1343766"/>
                  </a:lnTo>
                  <a:lnTo>
                    <a:pt x="4439734" y="1343766"/>
                  </a:lnTo>
                  <a:lnTo>
                    <a:pt x="4439859" y="1343766"/>
                  </a:lnTo>
                  <a:lnTo>
                    <a:pt x="4439984" y="1343766"/>
                  </a:lnTo>
                  <a:lnTo>
                    <a:pt x="4440109" y="1343766"/>
                  </a:lnTo>
                  <a:lnTo>
                    <a:pt x="4440234" y="1343766"/>
                  </a:lnTo>
                  <a:lnTo>
                    <a:pt x="4440359" y="1343766"/>
                  </a:lnTo>
                  <a:lnTo>
                    <a:pt x="4440484" y="1343766"/>
                  </a:lnTo>
                  <a:lnTo>
                    <a:pt x="4440609" y="1343766"/>
                  </a:lnTo>
                  <a:lnTo>
                    <a:pt x="4440734" y="1343766"/>
                  </a:lnTo>
                  <a:lnTo>
                    <a:pt x="4440859" y="1343766"/>
                  </a:lnTo>
                  <a:lnTo>
                    <a:pt x="4440984" y="1343766"/>
                  </a:lnTo>
                  <a:lnTo>
                    <a:pt x="4441109" y="1343766"/>
                  </a:lnTo>
                  <a:lnTo>
                    <a:pt x="4441234" y="1343766"/>
                  </a:lnTo>
                  <a:lnTo>
                    <a:pt x="4441359" y="1343766"/>
                  </a:lnTo>
                  <a:lnTo>
                    <a:pt x="4441484" y="1343766"/>
                  </a:lnTo>
                  <a:lnTo>
                    <a:pt x="4441609" y="1343766"/>
                  </a:lnTo>
                  <a:lnTo>
                    <a:pt x="4441734" y="1343766"/>
                  </a:lnTo>
                  <a:lnTo>
                    <a:pt x="4441859" y="1343766"/>
                  </a:lnTo>
                  <a:lnTo>
                    <a:pt x="4441984" y="1343766"/>
                  </a:lnTo>
                  <a:lnTo>
                    <a:pt x="4442109" y="1343766"/>
                  </a:lnTo>
                  <a:lnTo>
                    <a:pt x="4442235" y="1343766"/>
                  </a:lnTo>
                  <a:lnTo>
                    <a:pt x="4442360" y="1343766"/>
                  </a:lnTo>
                  <a:lnTo>
                    <a:pt x="4442485" y="1343766"/>
                  </a:lnTo>
                  <a:lnTo>
                    <a:pt x="4442610" y="1343766"/>
                  </a:lnTo>
                  <a:lnTo>
                    <a:pt x="4442735" y="1343766"/>
                  </a:lnTo>
                  <a:lnTo>
                    <a:pt x="4442860" y="1343766"/>
                  </a:lnTo>
                  <a:lnTo>
                    <a:pt x="4442985" y="1343766"/>
                  </a:lnTo>
                  <a:lnTo>
                    <a:pt x="4443110" y="1343766"/>
                  </a:lnTo>
                  <a:lnTo>
                    <a:pt x="4443235" y="1343766"/>
                  </a:lnTo>
                  <a:lnTo>
                    <a:pt x="4443360" y="1343766"/>
                  </a:lnTo>
                  <a:lnTo>
                    <a:pt x="4443485" y="1343766"/>
                  </a:lnTo>
                  <a:lnTo>
                    <a:pt x="4443610" y="1343766"/>
                  </a:lnTo>
                  <a:lnTo>
                    <a:pt x="4443735" y="1343766"/>
                  </a:lnTo>
                  <a:lnTo>
                    <a:pt x="4443860" y="1343766"/>
                  </a:lnTo>
                  <a:lnTo>
                    <a:pt x="4443985" y="1343766"/>
                  </a:lnTo>
                  <a:lnTo>
                    <a:pt x="4444110" y="1343766"/>
                  </a:lnTo>
                  <a:lnTo>
                    <a:pt x="4444235" y="1343766"/>
                  </a:lnTo>
                  <a:lnTo>
                    <a:pt x="4444360" y="1343766"/>
                  </a:lnTo>
                  <a:lnTo>
                    <a:pt x="4444485" y="1343766"/>
                  </a:lnTo>
                  <a:lnTo>
                    <a:pt x="4444610" y="1343766"/>
                  </a:lnTo>
                  <a:lnTo>
                    <a:pt x="4444735" y="1343766"/>
                  </a:lnTo>
                  <a:lnTo>
                    <a:pt x="4444860" y="1343766"/>
                  </a:lnTo>
                  <a:lnTo>
                    <a:pt x="4444985" y="1343766"/>
                  </a:lnTo>
                  <a:lnTo>
                    <a:pt x="4445110" y="1343766"/>
                  </a:lnTo>
                  <a:lnTo>
                    <a:pt x="4445236" y="1343766"/>
                  </a:lnTo>
                  <a:lnTo>
                    <a:pt x="4445361" y="1343766"/>
                  </a:lnTo>
                  <a:lnTo>
                    <a:pt x="4445486" y="1343766"/>
                  </a:lnTo>
                  <a:lnTo>
                    <a:pt x="4445611" y="1343766"/>
                  </a:lnTo>
                  <a:lnTo>
                    <a:pt x="4445736" y="1343766"/>
                  </a:lnTo>
                  <a:lnTo>
                    <a:pt x="4445861" y="1343766"/>
                  </a:lnTo>
                  <a:lnTo>
                    <a:pt x="4445986" y="1343766"/>
                  </a:lnTo>
                  <a:lnTo>
                    <a:pt x="4446111" y="1343766"/>
                  </a:lnTo>
                  <a:lnTo>
                    <a:pt x="4446236" y="1343766"/>
                  </a:lnTo>
                  <a:lnTo>
                    <a:pt x="4446361" y="1343766"/>
                  </a:lnTo>
                  <a:lnTo>
                    <a:pt x="4446486" y="1343766"/>
                  </a:lnTo>
                  <a:lnTo>
                    <a:pt x="4446611" y="1343766"/>
                  </a:lnTo>
                  <a:lnTo>
                    <a:pt x="4446736" y="1343766"/>
                  </a:lnTo>
                  <a:lnTo>
                    <a:pt x="4446861" y="1343766"/>
                  </a:lnTo>
                  <a:lnTo>
                    <a:pt x="4446986" y="1343766"/>
                  </a:lnTo>
                  <a:lnTo>
                    <a:pt x="4447111" y="1343766"/>
                  </a:lnTo>
                  <a:lnTo>
                    <a:pt x="4447236" y="1343766"/>
                  </a:lnTo>
                  <a:lnTo>
                    <a:pt x="4447361" y="1343766"/>
                  </a:lnTo>
                  <a:lnTo>
                    <a:pt x="4447486" y="1343766"/>
                  </a:lnTo>
                  <a:lnTo>
                    <a:pt x="4447611" y="1343766"/>
                  </a:lnTo>
                  <a:lnTo>
                    <a:pt x="4447736" y="1343766"/>
                  </a:lnTo>
                  <a:lnTo>
                    <a:pt x="4447861" y="1343766"/>
                  </a:lnTo>
                  <a:lnTo>
                    <a:pt x="4447986" y="1343766"/>
                  </a:lnTo>
                  <a:lnTo>
                    <a:pt x="4448111" y="1343766"/>
                  </a:lnTo>
                  <a:lnTo>
                    <a:pt x="4448237" y="1343766"/>
                  </a:lnTo>
                  <a:lnTo>
                    <a:pt x="4448362" y="1343766"/>
                  </a:lnTo>
                  <a:lnTo>
                    <a:pt x="4448487" y="1343766"/>
                  </a:lnTo>
                  <a:lnTo>
                    <a:pt x="4448612" y="1343766"/>
                  </a:lnTo>
                  <a:lnTo>
                    <a:pt x="4448737" y="1343766"/>
                  </a:lnTo>
                  <a:lnTo>
                    <a:pt x="4448862" y="1343766"/>
                  </a:lnTo>
                  <a:lnTo>
                    <a:pt x="4448987" y="1343766"/>
                  </a:lnTo>
                  <a:lnTo>
                    <a:pt x="4449112" y="1343766"/>
                  </a:lnTo>
                  <a:lnTo>
                    <a:pt x="4449237" y="1343766"/>
                  </a:lnTo>
                  <a:lnTo>
                    <a:pt x="4449362" y="1343766"/>
                  </a:lnTo>
                  <a:lnTo>
                    <a:pt x="4449487" y="1343766"/>
                  </a:lnTo>
                  <a:lnTo>
                    <a:pt x="4449612" y="1343766"/>
                  </a:lnTo>
                  <a:lnTo>
                    <a:pt x="4449737" y="1343766"/>
                  </a:lnTo>
                  <a:lnTo>
                    <a:pt x="4449862" y="1343766"/>
                  </a:lnTo>
                  <a:lnTo>
                    <a:pt x="4449987" y="1343766"/>
                  </a:lnTo>
                  <a:lnTo>
                    <a:pt x="4450112" y="1343766"/>
                  </a:lnTo>
                  <a:lnTo>
                    <a:pt x="4450237" y="1343766"/>
                  </a:lnTo>
                  <a:lnTo>
                    <a:pt x="4450362" y="1343766"/>
                  </a:lnTo>
                  <a:lnTo>
                    <a:pt x="4450487" y="1343766"/>
                  </a:lnTo>
                  <a:lnTo>
                    <a:pt x="4450612" y="1343766"/>
                  </a:lnTo>
                  <a:lnTo>
                    <a:pt x="4450737" y="1343766"/>
                  </a:lnTo>
                  <a:lnTo>
                    <a:pt x="4450862" y="1343766"/>
                  </a:lnTo>
                  <a:lnTo>
                    <a:pt x="4450987" y="1343766"/>
                  </a:lnTo>
                  <a:lnTo>
                    <a:pt x="4451112" y="1343766"/>
                  </a:lnTo>
                  <a:lnTo>
                    <a:pt x="4451238" y="1343766"/>
                  </a:lnTo>
                  <a:lnTo>
                    <a:pt x="4451363" y="1343766"/>
                  </a:lnTo>
                  <a:lnTo>
                    <a:pt x="4451488" y="1343766"/>
                  </a:lnTo>
                  <a:lnTo>
                    <a:pt x="4451613" y="1343766"/>
                  </a:lnTo>
                  <a:lnTo>
                    <a:pt x="4451738" y="1343766"/>
                  </a:lnTo>
                  <a:lnTo>
                    <a:pt x="4451863" y="1343766"/>
                  </a:lnTo>
                  <a:lnTo>
                    <a:pt x="4451988" y="1343766"/>
                  </a:lnTo>
                  <a:lnTo>
                    <a:pt x="4452113" y="1343766"/>
                  </a:lnTo>
                  <a:lnTo>
                    <a:pt x="4452238" y="1343766"/>
                  </a:lnTo>
                  <a:lnTo>
                    <a:pt x="4452363" y="1343766"/>
                  </a:lnTo>
                  <a:lnTo>
                    <a:pt x="4452488" y="1343766"/>
                  </a:lnTo>
                  <a:lnTo>
                    <a:pt x="4452613" y="1343766"/>
                  </a:lnTo>
                  <a:lnTo>
                    <a:pt x="4452738" y="1343766"/>
                  </a:lnTo>
                  <a:lnTo>
                    <a:pt x="4452863" y="1343766"/>
                  </a:lnTo>
                  <a:lnTo>
                    <a:pt x="4452988" y="1343766"/>
                  </a:lnTo>
                  <a:lnTo>
                    <a:pt x="4453113" y="1343766"/>
                  </a:lnTo>
                  <a:lnTo>
                    <a:pt x="4453238" y="1343766"/>
                  </a:lnTo>
                  <a:lnTo>
                    <a:pt x="4453363" y="1343766"/>
                  </a:lnTo>
                  <a:lnTo>
                    <a:pt x="4453488" y="1343766"/>
                  </a:lnTo>
                  <a:lnTo>
                    <a:pt x="4453613" y="1343766"/>
                  </a:lnTo>
                  <a:lnTo>
                    <a:pt x="4453738" y="1343766"/>
                  </a:lnTo>
                  <a:lnTo>
                    <a:pt x="4453863" y="1343766"/>
                  </a:lnTo>
                  <a:lnTo>
                    <a:pt x="4453988" y="1343766"/>
                  </a:lnTo>
                  <a:lnTo>
                    <a:pt x="4454113" y="1343766"/>
                  </a:lnTo>
                  <a:lnTo>
                    <a:pt x="4454239" y="1343766"/>
                  </a:lnTo>
                  <a:lnTo>
                    <a:pt x="4454364" y="1343766"/>
                  </a:lnTo>
                  <a:lnTo>
                    <a:pt x="4454489" y="1343766"/>
                  </a:lnTo>
                  <a:lnTo>
                    <a:pt x="4454614" y="1343766"/>
                  </a:lnTo>
                  <a:lnTo>
                    <a:pt x="4454739" y="1343766"/>
                  </a:lnTo>
                  <a:lnTo>
                    <a:pt x="4454864" y="1343766"/>
                  </a:lnTo>
                  <a:lnTo>
                    <a:pt x="4454989" y="1343766"/>
                  </a:lnTo>
                  <a:lnTo>
                    <a:pt x="4455114" y="1343766"/>
                  </a:lnTo>
                  <a:lnTo>
                    <a:pt x="4455239" y="1343766"/>
                  </a:lnTo>
                  <a:lnTo>
                    <a:pt x="4455364" y="1343766"/>
                  </a:lnTo>
                  <a:lnTo>
                    <a:pt x="4455364" y="1333812"/>
                  </a:lnTo>
                  <a:lnTo>
                    <a:pt x="4455489" y="1333812"/>
                  </a:lnTo>
                  <a:lnTo>
                    <a:pt x="4455614" y="1333812"/>
                  </a:lnTo>
                  <a:lnTo>
                    <a:pt x="4455739" y="1333812"/>
                  </a:lnTo>
                  <a:lnTo>
                    <a:pt x="4455864" y="1333812"/>
                  </a:lnTo>
                  <a:lnTo>
                    <a:pt x="4455989" y="1333812"/>
                  </a:lnTo>
                  <a:lnTo>
                    <a:pt x="4456114" y="1333812"/>
                  </a:lnTo>
                  <a:lnTo>
                    <a:pt x="4456239" y="1333812"/>
                  </a:lnTo>
                  <a:lnTo>
                    <a:pt x="4456364" y="1333812"/>
                  </a:lnTo>
                  <a:lnTo>
                    <a:pt x="4456489" y="1333812"/>
                  </a:lnTo>
                  <a:lnTo>
                    <a:pt x="4456614" y="1333812"/>
                  </a:lnTo>
                  <a:lnTo>
                    <a:pt x="4456739" y="1333812"/>
                  </a:lnTo>
                  <a:lnTo>
                    <a:pt x="4456864" y="1333812"/>
                  </a:lnTo>
                  <a:lnTo>
                    <a:pt x="4456989" y="1333812"/>
                  </a:lnTo>
                  <a:lnTo>
                    <a:pt x="4457114" y="1333812"/>
                  </a:lnTo>
                  <a:lnTo>
                    <a:pt x="4457240" y="1333812"/>
                  </a:lnTo>
                  <a:lnTo>
                    <a:pt x="4457365" y="1333812"/>
                  </a:lnTo>
                  <a:lnTo>
                    <a:pt x="4457490" y="1333812"/>
                  </a:lnTo>
                  <a:lnTo>
                    <a:pt x="4457490" y="1323858"/>
                  </a:lnTo>
                  <a:lnTo>
                    <a:pt x="4457615" y="1323858"/>
                  </a:lnTo>
                  <a:lnTo>
                    <a:pt x="4457740" y="1323858"/>
                  </a:lnTo>
                  <a:lnTo>
                    <a:pt x="4457865" y="1323858"/>
                  </a:lnTo>
                  <a:lnTo>
                    <a:pt x="4457990" y="1323858"/>
                  </a:lnTo>
                  <a:lnTo>
                    <a:pt x="4458115" y="1323858"/>
                  </a:lnTo>
                  <a:lnTo>
                    <a:pt x="4458240" y="1323858"/>
                  </a:lnTo>
                  <a:lnTo>
                    <a:pt x="4458365" y="1323858"/>
                  </a:lnTo>
                  <a:lnTo>
                    <a:pt x="4458490" y="1323858"/>
                  </a:lnTo>
                  <a:lnTo>
                    <a:pt x="4458615" y="1323858"/>
                  </a:lnTo>
                  <a:lnTo>
                    <a:pt x="4458740" y="1323858"/>
                  </a:lnTo>
                  <a:lnTo>
                    <a:pt x="4458865" y="1323858"/>
                  </a:lnTo>
                  <a:lnTo>
                    <a:pt x="4458990" y="1323858"/>
                  </a:lnTo>
                  <a:lnTo>
                    <a:pt x="4459115" y="1323858"/>
                  </a:lnTo>
                  <a:lnTo>
                    <a:pt x="4459240" y="1323858"/>
                  </a:lnTo>
                  <a:lnTo>
                    <a:pt x="4459365" y="1323858"/>
                  </a:lnTo>
                  <a:lnTo>
                    <a:pt x="4459490" y="1323858"/>
                  </a:lnTo>
                  <a:lnTo>
                    <a:pt x="4459615" y="1323858"/>
                  </a:lnTo>
                  <a:lnTo>
                    <a:pt x="4459740" y="1323858"/>
                  </a:lnTo>
                  <a:lnTo>
                    <a:pt x="4459865" y="1323858"/>
                  </a:lnTo>
                  <a:lnTo>
                    <a:pt x="4459990" y="1323858"/>
                  </a:lnTo>
                  <a:lnTo>
                    <a:pt x="4460115" y="1323858"/>
                  </a:lnTo>
                  <a:lnTo>
                    <a:pt x="4460241" y="1323858"/>
                  </a:lnTo>
                  <a:lnTo>
                    <a:pt x="4460366" y="1323858"/>
                  </a:lnTo>
                  <a:lnTo>
                    <a:pt x="4460491" y="1323858"/>
                  </a:lnTo>
                  <a:lnTo>
                    <a:pt x="4460616" y="1323858"/>
                  </a:lnTo>
                  <a:lnTo>
                    <a:pt x="4460741" y="1323858"/>
                  </a:lnTo>
                  <a:lnTo>
                    <a:pt x="4460866" y="1323858"/>
                  </a:lnTo>
                  <a:lnTo>
                    <a:pt x="4460991" y="1323858"/>
                  </a:lnTo>
                  <a:lnTo>
                    <a:pt x="4461116" y="1323858"/>
                  </a:lnTo>
                  <a:lnTo>
                    <a:pt x="4461241" y="1323858"/>
                  </a:lnTo>
                  <a:lnTo>
                    <a:pt x="4461366" y="1323858"/>
                  </a:lnTo>
                  <a:lnTo>
                    <a:pt x="4461491" y="1323858"/>
                  </a:lnTo>
                  <a:lnTo>
                    <a:pt x="4461616" y="1323858"/>
                  </a:lnTo>
                  <a:lnTo>
                    <a:pt x="4461741" y="1323858"/>
                  </a:lnTo>
                  <a:lnTo>
                    <a:pt x="4461866" y="1323858"/>
                  </a:lnTo>
                  <a:lnTo>
                    <a:pt x="4461991" y="1323858"/>
                  </a:lnTo>
                  <a:lnTo>
                    <a:pt x="4462116" y="1323858"/>
                  </a:lnTo>
                  <a:lnTo>
                    <a:pt x="4462241" y="1323858"/>
                  </a:lnTo>
                  <a:lnTo>
                    <a:pt x="4462366" y="1323858"/>
                  </a:lnTo>
                  <a:lnTo>
                    <a:pt x="4462491" y="1323858"/>
                  </a:lnTo>
                  <a:lnTo>
                    <a:pt x="4462616" y="1323858"/>
                  </a:lnTo>
                  <a:lnTo>
                    <a:pt x="4462741" y="1323858"/>
                  </a:lnTo>
                  <a:lnTo>
                    <a:pt x="4462866" y="1323858"/>
                  </a:lnTo>
                  <a:lnTo>
                    <a:pt x="4462991" y="1323858"/>
                  </a:lnTo>
                  <a:lnTo>
                    <a:pt x="4463117" y="1323858"/>
                  </a:lnTo>
                  <a:lnTo>
                    <a:pt x="4463242" y="1323858"/>
                  </a:lnTo>
                  <a:lnTo>
                    <a:pt x="4463367" y="1323858"/>
                  </a:lnTo>
                  <a:lnTo>
                    <a:pt x="4463492" y="1323858"/>
                  </a:lnTo>
                  <a:lnTo>
                    <a:pt x="4463617" y="1323858"/>
                  </a:lnTo>
                  <a:lnTo>
                    <a:pt x="4463742" y="1323858"/>
                  </a:lnTo>
                  <a:lnTo>
                    <a:pt x="4463867" y="1323858"/>
                  </a:lnTo>
                  <a:lnTo>
                    <a:pt x="4463992" y="1323858"/>
                  </a:lnTo>
                  <a:lnTo>
                    <a:pt x="4464117" y="1323858"/>
                  </a:lnTo>
                  <a:lnTo>
                    <a:pt x="4464242" y="1323858"/>
                  </a:lnTo>
                  <a:lnTo>
                    <a:pt x="4464367" y="1323858"/>
                  </a:lnTo>
                  <a:lnTo>
                    <a:pt x="4464492" y="1323858"/>
                  </a:lnTo>
                  <a:lnTo>
                    <a:pt x="4464617" y="1323858"/>
                  </a:lnTo>
                  <a:lnTo>
                    <a:pt x="4464742" y="1323858"/>
                  </a:lnTo>
                  <a:lnTo>
                    <a:pt x="4464867" y="1323858"/>
                  </a:lnTo>
                  <a:lnTo>
                    <a:pt x="4464992" y="1323858"/>
                  </a:lnTo>
                  <a:lnTo>
                    <a:pt x="4465117" y="1323858"/>
                  </a:lnTo>
                  <a:lnTo>
                    <a:pt x="4465242" y="1323858"/>
                  </a:lnTo>
                  <a:lnTo>
                    <a:pt x="4465367" y="1323858"/>
                  </a:lnTo>
                  <a:lnTo>
                    <a:pt x="4465492" y="1323858"/>
                  </a:lnTo>
                  <a:lnTo>
                    <a:pt x="4465617" y="1323858"/>
                  </a:lnTo>
                  <a:lnTo>
                    <a:pt x="4465742" y="1323858"/>
                  </a:lnTo>
                  <a:lnTo>
                    <a:pt x="4465867" y="1323858"/>
                  </a:lnTo>
                  <a:lnTo>
                    <a:pt x="4465992" y="1323858"/>
                  </a:lnTo>
                  <a:lnTo>
                    <a:pt x="4466118" y="1323858"/>
                  </a:lnTo>
                  <a:lnTo>
                    <a:pt x="4466243" y="1323858"/>
                  </a:lnTo>
                  <a:lnTo>
                    <a:pt x="4466368" y="1323858"/>
                  </a:lnTo>
                  <a:lnTo>
                    <a:pt x="4466493" y="1323858"/>
                  </a:lnTo>
                  <a:lnTo>
                    <a:pt x="4466618" y="1323858"/>
                  </a:lnTo>
                  <a:lnTo>
                    <a:pt x="4466743" y="1323858"/>
                  </a:lnTo>
                  <a:lnTo>
                    <a:pt x="4466868" y="1323858"/>
                  </a:lnTo>
                  <a:lnTo>
                    <a:pt x="4466993" y="1323858"/>
                  </a:lnTo>
                  <a:lnTo>
                    <a:pt x="4467118" y="1323858"/>
                  </a:lnTo>
                  <a:lnTo>
                    <a:pt x="4467243" y="1323858"/>
                  </a:lnTo>
                  <a:lnTo>
                    <a:pt x="4467368" y="1323858"/>
                  </a:lnTo>
                  <a:lnTo>
                    <a:pt x="4467493" y="1323858"/>
                  </a:lnTo>
                  <a:lnTo>
                    <a:pt x="4467618" y="1323858"/>
                  </a:lnTo>
                  <a:lnTo>
                    <a:pt x="4467743" y="1323858"/>
                  </a:lnTo>
                  <a:lnTo>
                    <a:pt x="4467868" y="1323858"/>
                  </a:lnTo>
                  <a:lnTo>
                    <a:pt x="4467993" y="1323858"/>
                  </a:lnTo>
                  <a:lnTo>
                    <a:pt x="4468118" y="1323858"/>
                  </a:lnTo>
                  <a:lnTo>
                    <a:pt x="4468243" y="1323858"/>
                  </a:lnTo>
                  <a:lnTo>
                    <a:pt x="4468368" y="1323858"/>
                  </a:lnTo>
                  <a:lnTo>
                    <a:pt x="4468493" y="1323858"/>
                  </a:lnTo>
                  <a:lnTo>
                    <a:pt x="4468618" y="1323858"/>
                  </a:lnTo>
                  <a:lnTo>
                    <a:pt x="4468743" y="1323858"/>
                  </a:lnTo>
                  <a:lnTo>
                    <a:pt x="4468868" y="1323858"/>
                  </a:lnTo>
                  <a:lnTo>
                    <a:pt x="4468993" y="1323858"/>
                  </a:lnTo>
                  <a:lnTo>
                    <a:pt x="4469119" y="1323858"/>
                  </a:lnTo>
                  <a:lnTo>
                    <a:pt x="4469244" y="1323858"/>
                  </a:lnTo>
                  <a:lnTo>
                    <a:pt x="4469369" y="1323858"/>
                  </a:lnTo>
                  <a:lnTo>
                    <a:pt x="4469494" y="1323858"/>
                  </a:lnTo>
                  <a:lnTo>
                    <a:pt x="4469619" y="1323858"/>
                  </a:lnTo>
                  <a:lnTo>
                    <a:pt x="4469744" y="1323858"/>
                  </a:lnTo>
                  <a:lnTo>
                    <a:pt x="4469869" y="1323858"/>
                  </a:lnTo>
                  <a:lnTo>
                    <a:pt x="4469994" y="1323858"/>
                  </a:lnTo>
                  <a:lnTo>
                    <a:pt x="4470119" y="1323858"/>
                  </a:lnTo>
                  <a:lnTo>
                    <a:pt x="4470244" y="1323858"/>
                  </a:lnTo>
                  <a:lnTo>
                    <a:pt x="4470369" y="1323858"/>
                  </a:lnTo>
                  <a:lnTo>
                    <a:pt x="4470494" y="1323858"/>
                  </a:lnTo>
                  <a:lnTo>
                    <a:pt x="4470619" y="1323858"/>
                  </a:lnTo>
                  <a:lnTo>
                    <a:pt x="4470744" y="1323858"/>
                  </a:lnTo>
                  <a:lnTo>
                    <a:pt x="4470869" y="1323858"/>
                  </a:lnTo>
                  <a:lnTo>
                    <a:pt x="4470994" y="1323858"/>
                  </a:lnTo>
                  <a:lnTo>
                    <a:pt x="4471119" y="1323858"/>
                  </a:lnTo>
                  <a:lnTo>
                    <a:pt x="4471244" y="1323858"/>
                  </a:lnTo>
                  <a:lnTo>
                    <a:pt x="4471369" y="1323858"/>
                  </a:lnTo>
                  <a:lnTo>
                    <a:pt x="4471494" y="1323858"/>
                  </a:lnTo>
                  <a:lnTo>
                    <a:pt x="4471619" y="1323858"/>
                  </a:lnTo>
                  <a:lnTo>
                    <a:pt x="4471744" y="1323858"/>
                  </a:lnTo>
                  <a:lnTo>
                    <a:pt x="4471869" y="1323858"/>
                  </a:lnTo>
                  <a:lnTo>
                    <a:pt x="4471994" y="1323858"/>
                  </a:lnTo>
                  <a:lnTo>
                    <a:pt x="4472120" y="1323858"/>
                  </a:lnTo>
                  <a:lnTo>
                    <a:pt x="4472245" y="1323858"/>
                  </a:lnTo>
                  <a:lnTo>
                    <a:pt x="4472370" y="1323858"/>
                  </a:lnTo>
                  <a:lnTo>
                    <a:pt x="4472495" y="1323858"/>
                  </a:lnTo>
                  <a:lnTo>
                    <a:pt x="4472620" y="1323858"/>
                  </a:lnTo>
                  <a:lnTo>
                    <a:pt x="4472745" y="1323858"/>
                  </a:lnTo>
                  <a:lnTo>
                    <a:pt x="4472870" y="1323858"/>
                  </a:lnTo>
                  <a:lnTo>
                    <a:pt x="4472995" y="1323858"/>
                  </a:lnTo>
                  <a:lnTo>
                    <a:pt x="4473120" y="1323858"/>
                  </a:lnTo>
                  <a:lnTo>
                    <a:pt x="4473245" y="1323858"/>
                  </a:lnTo>
                  <a:lnTo>
                    <a:pt x="4473370" y="1323858"/>
                  </a:lnTo>
                  <a:lnTo>
                    <a:pt x="4473495" y="1323858"/>
                  </a:lnTo>
                  <a:lnTo>
                    <a:pt x="4473620" y="1323858"/>
                  </a:lnTo>
                  <a:lnTo>
                    <a:pt x="4473745" y="1323858"/>
                  </a:lnTo>
                  <a:lnTo>
                    <a:pt x="4473870" y="1323858"/>
                  </a:lnTo>
                  <a:lnTo>
                    <a:pt x="4473995" y="1323858"/>
                  </a:lnTo>
                  <a:lnTo>
                    <a:pt x="4474120" y="1323858"/>
                  </a:lnTo>
                  <a:lnTo>
                    <a:pt x="4474245" y="1323858"/>
                  </a:lnTo>
                  <a:lnTo>
                    <a:pt x="4474370" y="1323858"/>
                  </a:lnTo>
                  <a:lnTo>
                    <a:pt x="4474495" y="1323858"/>
                  </a:lnTo>
                  <a:lnTo>
                    <a:pt x="4474620" y="1323858"/>
                  </a:lnTo>
                  <a:lnTo>
                    <a:pt x="4474745" y="1323858"/>
                  </a:lnTo>
                  <a:lnTo>
                    <a:pt x="4474870" y="1323858"/>
                  </a:lnTo>
                  <a:lnTo>
                    <a:pt x="4474995" y="1323858"/>
                  </a:lnTo>
                  <a:lnTo>
                    <a:pt x="4475121" y="1323858"/>
                  </a:lnTo>
                  <a:lnTo>
                    <a:pt x="4475246" y="1323858"/>
                  </a:lnTo>
                  <a:lnTo>
                    <a:pt x="4475371" y="1323858"/>
                  </a:lnTo>
                  <a:lnTo>
                    <a:pt x="4475496" y="1323858"/>
                  </a:lnTo>
                  <a:lnTo>
                    <a:pt x="4475621" y="1323858"/>
                  </a:lnTo>
                  <a:lnTo>
                    <a:pt x="4475746" y="1323858"/>
                  </a:lnTo>
                  <a:lnTo>
                    <a:pt x="4475871" y="1323858"/>
                  </a:lnTo>
                  <a:lnTo>
                    <a:pt x="4475996" y="1323858"/>
                  </a:lnTo>
                  <a:lnTo>
                    <a:pt x="4476121" y="1323858"/>
                  </a:lnTo>
                  <a:lnTo>
                    <a:pt x="4476246" y="1323858"/>
                  </a:lnTo>
                  <a:lnTo>
                    <a:pt x="4476371" y="1323858"/>
                  </a:lnTo>
                  <a:lnTo>
                    <a:pt x="4476496" y="1323858"/>
                  </a:lnTo>
                  <a:lnTo>
                    <a:pt x="4476621" y="1323858"/>
                  </a:lnTo>
                  <a:lnTo>
                    <a:pt x="4476746" y="1323858"/>
                  </a:lnTo>
                  <a:lnTo>
                    <a:pt x="4476871" y="1323858"/>
                  </a:lnTo>
                  <a:lnTo>
                    <a:pt x="4476996" y="1323858"/>
                  </a:lnTo>
                  <a:lnTo>
                    <a:pt x="4477121" y="1323858"/>
                  </a:lnTo>
                  <a:lnTo>
                    <a:pt x="4477246" y="1323858"/>
                  </a:lnTo>
                  <a:lnTo>
                    <a:pt x="4477371" y="1323858"/>
                  </a:lnTo>
                  <a:lnTo>
                    <a:pt x="4477496" y="1323858"/>
                  </a:lnTo>
                  <a:lnTo>
                    <a:pt x="4477621" y="1323858"/>
                  </a:lnTo>
                  <a:lnTo>
                    <a:pt x="4477746" y="1323858"/>
                  </a:lnTo>
                  <a:lnTo>
                    <a:pt x="4477871" y="1323858"/>
                  </a:lnTo>
                  <a:lnTo>
                    <a:pt x="4477996" y="1323858"/>
                  </a:lnTo>
                  <a:lnTo>
                    <a:pt x="4478122" y="1323858"/>
                  </a:lnTo>
                  <a:lnTo>
                    <a:pt x="4478247" y="1323858"/>
                  </a:lnTo>
                  <a:lnTo>
                    <a:pt x="4478372" y="1323858"/>
                  </a:lnTo>
                  <a:lnTo>
                    <a:pt x="4478497" y="1323858"/>
                  </a:lnTo>
                  <a:lnTo>
                    <a:pt x="4478622" y="1323858"/>
                  </a:lnTo>
                  <a:lnTo>
                    <a:pt x="4478747" y="1323858"/>
                  </a:lnTo>
                  <a:lnTo>
                    <a:pt x="4478872" y="1323858"/>
                  </a:lnTo>
                  <a:lnTo>
                    <a:pt x="4478997" y="1323858"/>
                  </a:lnTo>
                  <a:lnTo>
                    <a:pt x="4479122" y="1323858"/>
                  </a:lnTo>
                  <a:lnTo>
                    <a:pt x="4479247" y="1323858"/>
                  </a:lnTo>
                  <a:lnTo>
                    <a:pt x="4479372" y="1323858"/>
                  </a:lnTo>
                  <a:lnTo>
                    <a:pt x="4479497" y="1323858"/>
                  </a:lnTo>
                  <a:lnTo>
                    <a:pt x="4479622" y="1323858"/>
                  </a:lnTo>
                  <a:lnTo>
                    <a:pt x="4479747" y="1323858"/>
                  </a:lnTo>
                  <a:lnTo>
                    <a:pt x="4479872" y="1323858"/>
                  </a:lnTo>
                  <a:lnTo>
                    <a:pt x="4479997" y="1323858"/>
                  </a:lnTo>
                  <a:lnTo>
                    <a:pt x="4480122" y="1323858"/>
                  </a:lnTo>
                  <a:lnTo>
                    <a:pt x="4480247" y="1323858"/>
                  </a:lnTo>
                  <a:lnTo>
                    <a:pt x="4480372" y="1323858"/>
                  </a:lnTo>
                  <a:lnTo>
                    <a:pt x="4480497" y="1323858"/>
                  </a:lnTo>
                  <a:lnTo>
                    <a:pt x="4480622" y="1323858"/>
                  </a:lnTo>
                  <a:lnTo>
                    <a:pt x="4480747" y="1323858"/>
                  </a:lnTo>
                  <a:lnTo>
                    <a:pt x="4480872" y="1323858"/>
                  </a:lnTo>
                  <a:lnTo>
                    <a:pt x="4480997" y="1323858"/>
                  </a:lnTo>
                  <a:lnTo>
                    <a:pt x="4481123" y="1323858"/>
                  </a:lnTo>
                  <a:lnTo>
                    <a:pt x="4481248" y="1323858"/>
                  </a:lnTo>
                  <a:lnTo>
                    <a:pt x="4481373" y="1323858"/>
                  </a:lnTo>
                  <a:lnTo>
                    <a:pt x="4481498" y="1323858"/>
                  </a:lnTo>
                  <a:lnTo>
                    <a:pt x="4481623" y="1323858"/>
                  </a:lnTo>
                  <a:lnTo>
                    <a:pt x="4481748" y="1323858"/>
                  </a:lnTo>
                  <a:lnTo>
                    <a:pt x="4481873" y="1323858"/>
                  </a:lnTo>
                  <a:lnTo>
                    <a:pt x="4481998" y="1323858"/>
                  </a:lnTo>
                  <a:lnTo>
                    <a:pt x="4482123" y="1323858"/>
                  </a:lnTo>
                  <a:lnTo>
                    <a:pt x="4482248" y="1323858"/>
                  </a:lnTo>
                  <a:lnTo>
                    <a:pt x="4482373" y="1323858"/>
                  </a:lnTo>
                  <a:lnTo>
                    <a:pt x="4482498" y="1323858"/>
                  </a:lnTo>
                  <a:lnTo>
                    <a:pt x="4482623" y="1323858"/>
                  </a:lnTo>
                  <a:lnTo>
                    <a:pt x="4482748" y="1323858"/>
                  </a:lnTo>
                  <a:lnTo>
                    <a:pt x="4482873" y="1323858"/>
                  </a:lnTo>
                  <a:lnTo>
                    <a:pt x="4482998" y="1323858"/>
                  </a:lnTo>
                  <a:lnTo>
                    <a:pt x="4483123" y="1323858"/>
                  </a:lnTo>
                  <a:lnTo>
                    <a:pt x="4483248" y="1323858"/>
                  </a:lnTo>
                  <a:lnTo>
                    <a:pt x="4483373" y="1323858"/>
                  </a:lnTo>
                  <a:lnTo>
                    <a:pt x="4483498" y="1323858"/>
                  </a:lnTo>
                  <a:lnTo>
                    <a:pt x="4483623" y="1323858"/>
                  </a:lnTo>
                  <a:lnTo>
                    <a:pt x="4483748" y="1323858"/>
                  </a:lnTo>
                  <a:lnTo>
                    <a:pt x="4483873" y="1323858"/>
                  </a:lnTo>
                  <a:lnTo>
                    <a:pt x="4483998" y="1323858"/>
                  </a:lnTo>
                  <a:lnTo>
                    <a:pt x="4484124" y="1323858"/>
                  </a:lnTo>
                  <a:lnTo>
                    <a:pt x="4484249" y="1323858"/>
                  </a:lnTo>
                  <a:lnTo>
                    <a:pt x="4484374" y="1323858"/>
                  </a:lnTo>
                  <a:lnTo>
                    <a:pt x="4484499" y="1323858"/>
                  </a:lnTo>
                  <a:lnTo>
                    <a:pt x="4484624" y="1323858"/>
                  </a:lnTo>
                  <a:lnTo>
                    <a:pt x="4484749" y="1323858"/>
                  </a:lnTo>
                  <a:lnTo>
                    <a:pt x="4484874" y="1323858"/>
                  </a:lnTo>
                  <a:lnTo>
                    <a:pt x="4484999" y="1323858"/>
                  </a:lnTo>
                  <a:lnTo>
                    <a:pt x="4485124" y="1323858"/>
                  </a:lnTo>
                  <a:lnTo>
                    <a:pt x="4485249" y="1323858"/>
                  </a:lnTo>
                  <a:lnTo>
                    <a:pt x="4485374" y="1323858"/>
                  </a:lnTo>
                  <a:lnTo>
                    <a:pt x="4485499" y="1323858"/>
                  </a:lnTo>
                  <a:lnTo>
                    <a:pt x="4485624" y="1323858"/>
                  </a:lnTo>
                  <a:lnTo>
                    <a:pt x="4485749" y="1323858"/>
                  </a:lnTo>
                  <a:lnTo>
                    <a:pt x="4485874" y="1323858"/>
                  </a:lnTo>
                  <a:lnTo>
                    <a:pt x="4485999" y="1323858"/>
                  </a:lnTo>
                  <a:lnTo>
                    <a:pt x="4486124" y="1323858"/>
                  </a:lnTo>
                  <a:lnTo>
                    <a:pt x="4486249" y="1323858"/>
                  </a:lnTo>
                  <a:lnTo>
                    <a:pt x="4486374" y="1323858"/>
                  </a:lnTo>
                  <a:lnTo>
                    <a:pt x="4486499" y="1323858"/>
                  </a:lnTo>
                  <a:lnTo>
                    <a:pt x="4486624" y="1323858"/>
                  </a:lnTo>
                  <a:lnTo>
                    <a:pt x="4486749" y="1323858"/>
                  </a:lnTo>
                  <a:lnTo>
                    <a:pt x="4486874" y="1323858"/>
                  </a:lnTo>
                  <a:lnTo>
                    <a:pt x="4486999" y="1323858"/>
                  </a:lnTo>
                  <a:lnTo>
                    <a:pt x="4487125" y="1323858"/>
                  </a:lnTo>
                  <a:lnTo>
                    <a:pt x="4487250" y="1323858"/>
                  </a:lnTo>
                  <a:lnTo>
                    <a:pt x="4487375" y="1323858"/>
                  </a:lnTo>
                  <a:lnTo>
                    <a:pt x="4487500" y="1323858"/>
                  </a:lnTo>
                  <a:lnTo>
                    <a:pt x="4487625" y="1323858"/>
                  </a:lnTo>
                  <a:lnTo>
                    <a:pt x="4487750" y="1323858"/>
                  </a:lnTo>
                  <a:lnTo>
                    <a:pt x="4487875" y="1323858"/>
                  </a:lnTo>
                  <a:lnTo>
                    <a:pt x="4488000" y="1323858"/>
                  </a:lnTo>
                  <a:lnTo>
                    <a:pt x="4488125" y="1323858"/>
                  </a:lnTo>
                  <a:lnTo>
                    <a:pt x="4488250" y="1323858"/>
                  </a:lnTo>
                  <a:lnTo>
                    <a:pt x="4488375" y="1323858"/>
                  </a:lnTo>
                  <a:lnTo>
                    <a:pt x="4488500" y="1323858"/>
                  </a:lnTo>
                  <a:lnTo>
                    <a:pt x="4488625" y="1323858"/>
                  </a:lnTo>
                  <a:lnTo>
                    <a:pt x="4488750" y="1323858"/>
                  </a:lnTo>
                  <a:lnTo>
                    <a:pt x="4488875" y="1323858"/>
                  </a:lnTo>
                  <a:lnTo>
                    <a:pt x="4489000" y="1323858"/>
                  </a:lnTo>
                  <a:lnTo>
                    <a:pt x="4489125" y="1323858"/>
                  </a:lnTo>
                  <a:lnTo>
                    <a:pt x="4489250" y="1323858"/>
                  </a:lnTo>
                  <a:lnTo>
                    <a:pt x="4489375" y="1323858"/>
                  </a:lnTo>
                  <a:lnTo>
                    <a:pt x="4489500" y="1323858"/>
                  </a:lnTo>
                  <a:lnTo>
                    <a:pt x="4489625" y="1323858"/>
                  </a:lnTo>
                  <a:lnTo>
                    <a:pt x="4489750" y="1323858"/>
                  </a:lnTo>
                  <a:lnTo>
                    <a:pt x="4489875" y="1323858"/>
                  </a:lnTo>
                  <a:lnTo>
                    <a:pt x="4490000" y="1323858"/>
                  </a:lnTo>
                  <a:lnTo>
                    <a:pt x="4490126" y="1323858"/>
                  </a:lnTo>
                  <a:lnTo>
                    <a:pt x="4490251" y="1323858"/>
                  </a:lnTo>
                  <a:lnTo>
                    <a:pt x="4490376" y="1323858"/>
                  </a:lnTo>
                  <a:lnTo>
                    <a:pt x="4490501" y="1323858"/>
                  </a:lnTo>
                  <a:lnTo>
                    <a:pt x="4490626" y="1323858"/>
                  </a:lnTo>
                  <a:lnTo>
                    <a:pt x="4490751" y="1323858"/>
                  </a:lnTo>
                  <a:lnTo>
                    <a:pt x="4490876" y="1323858"/>
                  </a:lnTo>
                  <a:lnTo>
                    <a:pt x="4491001" y="1323858"/>
                  </a:lnTo>
                  <a:lnTo>
                    <a:pt x="4491126" y="1323858"/>
                  </a:lnTo>
                  <a:lnTo>
                    <a:pt x="4491251" y="1323858"/>
                  </a:lnTo>
                  <a:lnTo>
                    <a:pt x="4491376" y="1323858"/>
                  </a:lnTo>
                  <a:lnTo>
                    <a:pt x="4491501" y="1323858"/>
                  </a:lnTo>
                  <a:lnTo>
                    <a:pt x="4491626" y="1323858"/>
                  </a:lnTo>
                  <a:lnTo>
                    <a:pt x="4491751" y="1323858"/>
                  </a:lnTo>
                  <a:lnTo>
                    <a:pt x="4491876" y="1323858"/>
                  </a:lnTo>
                  <a:lnTo>
                    <a:pt x="4492001" y="1323858"/>
                  </a:lnTo>
                  <a:lnTo>
                    <a:pt x="4492126" y="1323858"/>
                  </a:lnTo>
                  <a:lnTo>
                    <a:pt x="4492251" y="1323858"/>
                  </a:lnTo>
                  <a:lnTo>
                    <a:pt x="4492376" y="1323858"/>
                  </a:lnTo>
                  <a:lnTo>
                    <a:pt x="4492501" y="1323858"/>
                  </a:lnTo>
                  <a:lnTo>
                    <a:pt x="4492626" y="1323858"/>
                  </a:lnTo>
                  <a:lnTo>
                    <a:pt x="4492751" y="1323858"/>
                  </a:lnTo>
                  <a:lnTo>
                    <a:pt x="4492876" y="1323858"/>
                  </a:lnTo>
                  <a:lnTo>
                    <a:pt x="4493001" y="1323858"/>
                  </a:lnTo>
                  <a:lnTo>
                    <a:pt x="4493127" y="1323858"/>
                  </a:lnTo>
                  <a:lnTo>
                    <a:pt x="4493252" y="1323858"/>
                  </a:lnTo>
                  <a:lnTo>
                    <a:pt x="4493377" y="1323858"/>
                  </a:lnTo>
                  <a:lnTo>
                    <a:pt x="4493502" y="1323858"/>
                  </a:lnTo>
                  <a:lnTo>
                    <a:pt x="4493627" y="1323858"/>
                  </a:lnTo>
                  <a:lnTo>
                    <a:pt x="4493752" y="1323858"/>
                  </a:lnTo>
                  <a:lnTo>
                    <a:pt x="4493877" y="1323858"/>
                  </a:lnTo>
                  <a:lnTo>
                    <a:pt x="4494002" y="1323858"/>
                  </a:lnTo>
                  <a:lnTo>
                    <a:pt x="4494127" y="1323858"/>
                  </a:lnTo>
                  <a:lnTo>
                    <a:pt x="4494252" y="1323858"/>
                  </a:lnTo>
                  <a:lnTo>
                    <a:pt x="4494377" y="1323858"/>
                  </a:lnTo>
                  <a:lnTo>
                    <a:pt x="4494502" y="1323858"/>
                  </a:lnTo>
                  <a:lnTo>
                    <a:pt x="4494627" y="1323858"/>
                  </a:lnTo>
                  <a:lnTo>
                    <a:pt x="4494752" y="1323858"/>
                  </a:lnTo>
                  <a:lnTo>
                    <a:pt x="4494877" y="1323858"/>
                  </a:lnTo>
                  <a:lnTo>
                    <a:pt x="4495002" y="1323858"/>
                  </a:lnTo>
                  <a:lnTo>
                    <a:pt x="4495127" y="1323858"/>
                  </a:lnTo>
                  <a:lnTo>
                    <a:pt x="4495252" y="1323858"/>
                  </a:lnTo>
                  <a:lnTo>
                    <a:pt x="4495377" y="1323858"/>
                  </a:lnTo>
                  <a:lnTo>
                    <a:pt x="4495502" y="1323858"/>
                  </a:lnTo>
                  <a:lnTo>
                    <a:pt x="4495627" y="1323858"/>
                  </a:lnTo>
                  <a:lnTo>
                    <a:pt x="4495752" y="1323858"/>
                  </a:lnTo>
                  <a:lnTo>
                    <a:pt x="4495877" y="1323858"/>
                  </a:lnTo>
                  <a:lnTo>
                    <a:pt x="4496002" y="1323858"/>
                  </a:lnTo>
                  <a:lnTo>
                    <a:pt x="4496128" y="1323858"/>
                  </a:lnTo>
                  <a:lnTo>
                    <a:pt x="4496253" y="1323858"/>
                  </a:lnTo>
                  <a:lnTo>
                    <a:pt x="4496378" y="1323858"/>
                  </a:lnTo>
                  <a:lnTo>
                    <a:pt x="4496503" y="1323858"/>
                  </a:lnTo>
                  <a:lnTo>
                    <a:pt x="4496628" y="1323858"/>
                  </a:lnTo>
                  <a:lnTo>
                    <a:pt x="4496753" y="1323858"/>
                  </a:lnTo>
                  <a:lnTo>
                    <a:pt x="4496878" y="1323858"/>
                  </a:lnTo>
                  <a:lnTo>
                    <a:pt x="4497003" y="1323858"/>
                  </a:lnTo>
                  <a:lnTo>
                    <a:pt x="4497128" y="1323858"/>
                  </a:lnTo>
                  <a:lnTo>
                    <a:pt x="4497253" y="1323858"/>
                  </a:lnTo>
                  <a:lnTo>
                    <a:pt x="4497378" y="1323858"/>
                  </a:lnTo>
                  <a:lnTo>
                    <a:pt x="4497503" y="1323858"/>
                  </a:lnTo>
                  <a:lnTo>
                    <a:pt x="4497628" y="1323858"/>
                  </a:lnTo>
                  <a:lnTo>
                    <a:pt x="4497753" y="1323858"/>
                  </a:lnTo>
                  <a:lnTo>
                    <a:pt x="4497878" y="1323858"/>
                  </a:lnTo>
                  <a:lnTo>
                    <a:pt x="4498003" y="1323858"/>
                  </a:lnTo>
                  <a:lnTo>
                    <a:pt x="4498128" y="1323858"/>
                  </a:lnTo>
                  <a:lnTo>
                    <a:pt x="4498253" y="1323858"/>
                  </a:lnTo>
                  <a:lnTo>
                    <a:pt x="4498378" y="1323858"/>
                  </a:lnTo>
                  <a:lnTo>
                    <a:pt x="4498503" y="1323858"/>
                  </a:lnTo>
                  <a:lnTo>
                    <a:pt x="4498628" y="1323858"/>
                  </a:lnTo>
                  <a:lnTo>
                    <a:pt x="4498753" y="1323858"/>
                  </a:lnTo>
                  <a:lnTo>
                    <a:pt x="4498878" y="1323858"/>
                  </a:lnTo>
                  <a:lnTo>
                    <a:pt x="4499003" y="1323858"/>
                  </a:lnTo>
                  <a:lnTo>
                    <a:pt x="4499129" y="1323858"/>
                  </a:lnTo>
                  <a:lnTo>
                    <a:pt x="4499254" y="1323858"/>
                  </a:lnTo>
                  <a:lnTo>
                    <a:pt x="4499379" y="1323858"/>
                  </a:lnTo>
                  <a:lnTo>
                    <a:pt x="4499504" y="1323858"/>
                  </a:lnTo>
                  <a:lnTo>
                    <a:pt x="4499629" y="1323858"/>
                  </a:lnTo>
                  <a:lnTo>
                    <a:pt x="4499754" y="1323858"/>
                  </a:lnTo>
                  <a:lnTo>
                    <a:pt x="4499879" y="1323858"/>
                  </a:lnTo>
                  <a:lnTo>
                    <a:pt x="4500004" y="1323858"/>
                  </a:lnTo>
                  <a:lnTo>
                    <a:pt x="4500129" y="1323858"/>
                  </a:lnTo>
                  <a:lnTo>
                    <a:pt x="4500254" y="1323858"/>
                  </a:lnTo>
                  <a:lnTo>
                    <a:pt x="4500379" y="1323858"/>
                  </a:lnTo>
                  <a:lnTo>
                    <a:pt x="4500504" y="1323858"/>
                  </a:lnTo>
                  <a:lnTo>
                    <a:pt x="4500629" y="1323858"/>
                  </a:lnTo>
                  <a:lnTo>
                    <a:pt x="4500754" y="1323858"/>
                  </a:lnTo>
                  <a:lnTo>
                    <a:pt x="4500879" y="1323858"/>
                  </a:lnTo>
                  <a:lnTo>
                    <a:pt x="4501004" y="1323858"/>
                  </a:lnTo>
                  <a:lnTo>
                    <a:pt x="4501129" y="1323858"/>
                  </a:lnTo>
                  <a:lnTo>
                    <a:pt x="4501254" y="1323858"/>
                  </a:lnTo>
                  <a:lnTo>
                    <a:pt x="4501379" y="1323858"/>
                  </a:lnTo>
                  <a:lnTo>
                    <a:pt x="4501504" y="1323858"/>
                  </a:lnTo>
                  <a:lnTo>
                    <a:pt x="4501629" y="1323858"/>
                  </a:lnTo>
                  <a:lnTo>
                    <a:pt x="4501754" y="1323858"/>
                  </a:lnTo>
                  <a:lnTo>
                    <a:pt x="4501879" y="1323858"/>
                  </a:lnTo>
                  <a:lnTo>
                    <a:pt x="4502005" y="1323858"/>
                  </a:lnTo>
                  <a:lnTo>
                    <a:pt x="4502130" y="1323858"/>
                  </a:lnTo>
                  <a:lnTo>
                    <a:pt x="4502255" y="1323858"/>
                  </a:lnTo>
                  <a:lnTo>
                    <a:pt x="4502380" y="1323858"/>
                  </a:lnTo>
                  <a:lnTo>
                    <a:pt x="4502505" y="1323858"/>
                  </a:lnTo>
                  <a:lnTo>
                    <a:pt x="4502630" y="1323858"/>
                  </a:lnTo>
                  <a:lnTo>
                    <a:pt x="4502755" y="1323858"/>
                  </a:lnTo>
                  <a:lnTo>
                    <a:pt x="4502880" y="1323858"/>
                  </a:lnTo>
                  <a:lnTo>
                    <a:pt x="4503005" y="1323858"/>
                  </a:lnTo>
                  <a:lnTo>
                    <a:pt x="4503130" y="1323858"/>
                  </a:lnTo>
                  <a:lnTo>
                    <a:pt x="4503255" y="1323858"/>
                  </a:lnTo>
                  <a:lnTo>
                    <a:pt x="4503380" y="1323858"/>
                  </a:lnTo>
                  <a:lnTo>
                    <a:pt x="4503505" y="1323858"/>
                  </a:lnTo>
                  <a:lnTo>
                    <a:pt x="4503630" y="1323858"/>
                  </a:lnTo>
                  <a:lnTo>
                    <a:pt x="4503630" y="1313904"/>
                  </a:lnTo>
                  <a:lnTo>
                    <a:pt x="4503755" y="1313904"/>
                  </a:lnTo>
                  <a:lnTo>
                    <a:pt x="4503880" y="1313904"/>
                  </a:lnTo>
                  <a:lnTo>
                    <a:pt x="4504005" y="1313904"/>
                  </a:lnTo>
                  <a:lnTo>
                    <a:pt x="4504130" y="1313904"/>
                  </a:lnTo>
                  <a:lnTo>
                    <a:pt x="4504255" y="1313904"/>
                  </a:lnTo>
                  <a:lnTo>
                    <a:pt x="4504380" y="1313904"/>
                  </a:lnTo>
                  <a:lnTo>
                    <a:pt x="4504505" y="1313904"/>
                  </a:lnTo>
                  <a:lnTo>
                    <a:pt x="4504630" y="1313904"/>
                  </a:lnTo>
                  <a:lnTo>
                    <a:pt x="4504755" y="1313904"/>
                  </a:lnTo>
                  <a:lnTo>
                    <a:pt x="4504880" y="1313904"/>
                  </a:lnTo>
                  <a:lnTo>
                    <a:pt x="4505006" y="1313904"/>
                  </a:lnTo>
                  <a:lnTo>
                    <a:pt x="4505131" y="1313904"/>
                  </a:lnTo>
                  <a:lnTo>
                    <a:pt x="4505256" y="1313904"/>
                  </a:lnTo>
                  <a:lnTo>
                    <a:pt x="4505381" y="1313904"/>
                  </a:lnTo>
                  <a:lnTo>
                    <a:pt x="4505506" y="1313904"/>
                  </a:lnTo>
                  <a:lnTo>
                    <a:pt x="4505631" y="1313904"/>
                  </a:lnTo>
                  <a:lnTo>
                    <a:pt x="4505756" y="1313904"/>
                  </a:lnTo>
                  <a:lnTo>
                    <a:pt x="4505881" y="1313904"/>
                  </a:lnTo>
                  <a:lnTo>
                    <a:pt x="4506006" y="1313904"/>
                  </a:lnTo>
                  <a:lnTo>
                    <a:pt x="4506131" y="1313904"/>
                  </a:lnTo>
                  <a:lnTo>
                    <a:pt x="4506256" y="1313904"/>
                  </a:lnTo>
                  <a:lnTo>
                    <a:pt x="4506381" y="1313904"/>
                  </a:lnTo>
                  <a:lnTo>
                    <a:pt x="4506506" y="1313904"/>
                  </a:lnTo>
                  <a:lnTo>
                    <a:pt x="4506631" y="1313904"/>
                  </a:lnTo>
                  <a:lnTo>
                    <a:pt x="4506756" y="1313904"/>
                  </a:lnTo>
                  <a:lnTo>
                    <a:pt x="4506881" y="1313904"/>
                  </a:lnTo>
                  <a:lnTo>
                    <a:pt x="4507006" y="1313904"/>
                  </a:lnTo>
                  <a:lnTo>
                    <a:pt x="4507131" y="1313904"/>
                  </a:lnTo>
                  <a:lnTo>
                    <a:pt x="4507256" y="1313904"/>
                  </a:lnTo>
                  <a:lnTo>
                    <a:pt x="4507381" y="1313904"/>
                  </a:lnTo>
                  <a:lnTo>
                    <a:pt x="4507506" y="1313904"/>
                  </a:lnTo>
                  <a:lnTo>
                    <a:pt x="4507631" y="1313904"/>
                  </a:lnTo>
                  <a:lnTo>
                    <a:pt x="4507756" y="1313904"/>
                  </a:lnTo>
                  <a:lnTo>
                    <a:pt x="4507881" y="1313904"/>
                  </a:lnTo>
                  <a:lnTo>
                    <a:pt x="4508007" y="1313904"/>
                  </a:lnTo>
                  <a:lnTo>
                    <a:pt x="4508132" y="1313904"/>
                  </a:lnTo>
                  <a:lnTo>
                    <a:pt x="4508257" y="1313904"/>
                  </a:lnTo>
                  <a:lnTo>
                    <a:pt x="4508382" y="1313904"/>
                  </a:lnTo>
                  <a:lnTo>
                    <a:pt x="4508507" y="1313904"/>
                  </a:lnTo>
                  <a:lnTo>
                    <a:pt x="4508632" y="1313904"/>
                  </a:lnTo>
                  <a:lnTo>
                    <a:pt x="4508757" y="1313904"/>
                  </a:lnTo>
                  <a:lnTo>
                    <a:pt x="4508882" y="1313904"/>
                  </a:lnTo>
                  <a:lnTo>
                    <a:pt x="4509007" y="1313904"/>
                  </a:lnTo>
                  <a:lnTo>
                    <a:pt x="4509132" y="1313904"/>
                  </a:lnTo>
                  <a:lnTo>
                    <a:pt x="4509257" y="1313904"/>
                  </a:lnTo>
                  <a:lnTo>
                    <a:pt x="4509382" y="1313904"/>
                  </a:lnTo>
                  <a:lnTo>
                    <a:pt x="4509507" y="1313904"/>
                  </a:lnTo>
                  <a:lnTo>
                    <a:pt x="4509632" y="1313904"/>
                  </a:lnTo>
                  <a:lnTo>
                    <a:pt x="4509757" y="1313904"/>
                  </a:lnTo>
                  <a:lnTo>
                    <a:pt x="4509882" y="1313904"/>
                  </a:lnTo>
                  <a:lnTo>
                    <a:pt x="4510007" y="1313904"/>
                  </a:lnTo>
                  <a:lnTo>
                    <a:pt x="4510132" y="1313904"/>
                  </a:lnTo>
                  <a:lnTo>
                    <a:pt x="4510257" y="1313904"/>
                  </a:lnTo>
                  <a:lnTo>
                    <a:pt x="4510382" y="1313904"/>
                  </a:lnTo>
                  <a:lnTo>
                    <a:pt x="4510507" y="1313904"/>
                  </a:lnTo>
                  <a:lnTo>
                    <a:pt x="4510632" y="1313904"/>
                  </a:lnTo>
                  <a:lnTo>
                    <a:pt x="4510757" y="1313904"/>
                  </a:lnTo>
                  <a:lnTo>
                    <a:pt x="4510882" y="1313904"/>
                  </a:lnTo>
                  <a:lnTo>
                    <a:pt x="4511008" y="1313904"/>
                  </a:lnTo>
                  <a:lnTo>
                    <a:pt x="4511133" y="1313904"/>
                  </a:lnTo>
                  <a:lnTo>
                    <a:pt x="4511258" y="1313904"/>
                  </a:lnTo>
                  <a:lnTo>
                    <a:pt x="4511383" y="1313904"/>
                  </a:lnTo>
                  <a:lnTo>
                    <a:pt x="4511508" y="1313904"/>
                  </a:lnTo>
                  <a:lnTo>
                    <a:pt x="4511633" y="1313904"/>
                  </a:lnTo>
                  <a:lnTo>
                    <a:pt x="4511758" y="1313904"/>
                  </a:lnTo>
                  <a:lnTo>
                    <a:pt x="4511883" y="1313904"/>
                  </a:lnTo>
                  <a:lnTo>
                    <a:pt x="4512008" y="1313904"/>
                  </a:lnTo>
                  <a:lnTo>
                    <a:pt x="4512133" y="1313904"/>
                  </a:lnTo>
                  <a:lnTo>
                    <a:pt x="4512258" y="1313904"/>
                  </a:lnTo>
                  <a:lnTo>
                    <a:pt x="4512383" y="1313904"/>
                  </a:lnTo>
                  <a:lnTo>
                    <a:pt x="4512508" y="1313904"/>
                  </a:lnTo>
                  <a:lnTo>
                    <a:pt x="4512633" y="1313904"/>
                  </a:lnTo>
                  <a:lnTo>
                    <a:pt x="4512758" y="1313904"/>
                  </a:lnTo>
                  <a:lnTo>
                    <a:pt x="4512883" y="1313904"/>
                  </a:lnTo>
                  <a:lnTo>
                    <a:pt x="4513008" y="1313904"/>
                  </a:lnTo>
                  <a:lnTo>
                    <a:pt x="4513133" y="1313904"/>
                  </a:lnTo>
                  <a:lnTo>
                    <a:pt x="4513258" y="1313904"/>
                  </a:lnTo>
                  <a:lnTo>
                    <a:pt x="4513258" y="1303950"/>
                  </a:lnTo>
                  <a:lnTo>
                    <a:pt x="4513383" y="1303950"/>
                  </a:lnTo>
                  <a:lnTo>
                    <a:pt x="4513508" y="1303950"/>
                  </a:lnTo>
                  <a:lnTo>
                    <a:pt x="4513633" y="1303950"/>
                  </a:lnTo>
                  <a:lnTo>
                    <a:pt x="4513758" y="1303950"/>
                  </a:lnTo>
                  <a:lnTo>
                    <a:pt x="4513883" y="1303950"/>
                  </a:lnTo>
                  <a:lnTo>
                    <a:pt x="4514009" y="1303950"/>
                  </a:lnTo>
                  <a:lnTo>
                    <a:pt x="4514134" y="1303950"/>
                  </a:lnTo>
                  <a:lnTo>
                    <a:pt x="4514259" y="1303950"/>
                  </a:lnTo>
                  <a:lnTo>
                    <a:pt x="4514384" y="1303950"/>
                  </a:lnTo>
                  <a:lnTo>
                    <a:pt x="4514509" y="1303950"/>
                  </a:lnTo>
                  <a:lnTo>
                    <a:pt x="4514634" y="1303950"/>
                  </a:lnTo>
                  <a:lnTo>
                    <a:pt x="4514759" y="1303950"/>
                  </a:lnTo>
                  <a:lnTo>
                    <a:pt x="4514884" y="1303950"/>
                  </a:lnTo>
                  <a:lnTo>
                    <a:pt x="4515009" y="1303950"/>
                  </a:lnTo>
                  <a:lnTo>
                    <a:pt x="4515134" y="1303950"/>
                  </a:lnTo>
                  <a:lnTo>
                    <a:pt x="4515259" y="1303950"/>
                  </a:lnTo>
                  <a:lnTo>
                    <a:pt x="4515384" y="1303950"/>
                  </a:lnTo>
                  <a:lnTo>
                    <a:pt x="4515509" y="1303950"/>
                  </a:lnTo>
                  <a:lnTo>
                    <a:pt x="4515634" y="1303950"/>
                  </a:lnTo>
                  <a:lnTo>
                    <a:pt x="4515759" y="1303950"/>
                  </a:lnTo>
                  <a:lnTo>
                    <a:pt x="4515884" y="1303950"/>
                  </a:lnTo>
                  <a:lnTo>
                    <a:pt x="4516009" y="1303950"/>
                  </a:lnTo>
                  <a:lnTo>
                    <a:pt x="4516134" y="1303950"/>
                  </a:lnTo>
                  <a:lnTo>
                    <a:pt x="4516259" y="1303950"/>
                  </a:lnTo>
                  <a:lnTo>
                    <a:pt x="4516384" y="1303950"/>
                  </a:lnTo>
                  <a:lnTo>
                    <a:pt x="4516509" y="1303950"/>
                  </a:lnTo>
                  <a:lnTo>
                    <a:pt x="4516634" y="1303950"/>
                  </a:lnTo>
                  <a:lnTo>
                    <a:pt x="4516759" y="1303950"/>
                  </a:lnTo>
                  <a:lnTo>
                    <a:pt x="4516884" y="1303950"/>
                  </a:lnTo>
                  <a:lnTo>
                    <a:pt x="4517010" y="1303950"/>
                  </a:lnTo>
                  <a:lnTo>
                    <a:pt x="4517135" y="1303950"/>
                  </a:lnTo>
                  <a:lnTo>
                    <a:pt x="4517260" y="1303950"/>
                  </a:lnTo>
                  <a:lnTo>
                    <a:pt x="4517385" y="1303950"/>
                  </a:lnTo>
                  <a:lnTo>
                    <a:pt x="4517510" y="1303950"/>
                  </a:lnTo>
                  <a:lnTo>
                    <a:pt x="4517635" y="1303950"/>
                  </a:lnTo>
                  <a:lnTo>
                    <a:pt x="4517760" y="1303950"/>
                  </a:lnTo>
                  <a:lnTo>
                    <a:pt x="4517885" y="1303950"/>
                  </a:lnTo>
                  <a:lnTo>
                    <a:pt x="4518010" y="1303950"/>
                  </a:lnTo>
                  <a:lnTo>
                    <a:pt x="4518135" y="1303950"/>
                  </a:lnTo>
                  <a:lnTo>
                    <a:pt x="4518260" y="1303950"/>
                  </a:lnTo>
                  <a:lnTo>
                    <a:pt x="4518385" y="1303950"/>
                  </a:lnTo>
                  <a:lnTo>
                    <a:pt x="4518510" y="1303950"/>
                  </a:lnTo>
                  <a:lnTo>
                    <a:pt x="4518635" y="1303950"/>
                  </a:lnTo>
                  <a:lnTo>
                    <a:pt x="4518760" y="1303950"/>
                  </a:lnTo>
                  <a:lnTo>
                    <a:pt x="4518885" y="1303950"/>
                  </a:lnTo>
                  <a:lnTo>
                    <a:pt x="4519010" y="1303950"/>
                  </a:lnTo>
                  <a:lnTo>
                    <a:pt x="4519135" y="1303950"/>
                  </a:lnTo>
                  <a:lnTo>
                    <a:pt x="4519260" y="1303950"/>
                  </a:lnTo>
                  <a:lnTo>
                    <a:pt x="4519385" y="1303950"/>
                  </a:lnTo>
                  <a:lnTo>
                    <a:pt x="4519510" y="1303950"/>
                  </a:lnTo>
                  <a:lnTo>
                    <a:pt x="4519635" y="1303950"/>
                  </a:lnTo>
                  <a:lnTo>
                    <a:pt x="4519760" y="1303950"/>
                  </a:lnTo>
                  <a:lnTo>
                    <a:pt x="4519885" y="1303950"/>
                  </a:lnTo>
                  <a:lnTo>
                    <a:pt x="4520011" y="1303950"/>
                  </a:lnTo>
                  <a:lnTo>
                    <a:pt x="4520136" y="1303950"/>
                  </a:lnTo>
                  <a:lnTo>
                    <a:pt x="4520261" y="1303950"/>
                  </a:lnTo>
                  <a:lnTo>
                    <a:pt x="4520386" y="1303950"/>
                  </a:lnTo>
                  <a:lnTo>
                    <a:pt x="4520511" y="1303950"/>
                  </a:lnTo>
                  <a:lnTo>
                    <a:pt x="4520636" y="1303950"/>
                  </a:lnTo>
                  <a:lnTo>
                    <a:pt x="4520761" y="1303950"/>
                  </a:lnTo>
                  <a:lnTo>
                    <a:pt x="4520886" y="1303950"/>
                  </a:lnTo>
                  <a:lnTo>
                    <a:pt x="4521011" y="1303950"/>
                  </a:lnTo>
                  <a:lnTo>
                    <a:pt x="4521136" y="1303950"/>
                  </a:lnTo>
                  <a:lnTo>
                    <a:pt x="4521261" y="1303950"/>
                  </a:lnTo>
                  <a:lnTo>
                    <a:pt x="4521386" y="1303950"/>
                  </a:lnTo>
                  <a:lnTo>
                    <a:pt x="4521511" y="1303950"/>
                  </a:lnTo>
                  <a:lnTo>
                    <a:pt x="4521636" y="1303950"/>
                  </a:lnTo>
                  <a:lnTo>
                    <a:pt x="4521761" y="1303950"/>
                  </a:lnTo>
                  <a:lnTo>
                    <a:pt x="4521886" y="1303950"/>
                  </a:lnTo>
                  <a:lnTo>
                    <a:pt x="4522011" y="1303950"/>
                  </a:lnTo>
                  <a:lnTo>
                    <a:pt x="4522136" y="1303950"/>
                  </a:lnTo>
                  <a:lnTo>
                    <a:pt x="4522261" y="1303950"/>
                  </a:lnTo>
                  <a:lnTo>
                    <a:pt x="4522386" y="1303950"/>
                  </a:lnTo>
                  <a:lnTo>
                    <a:pt x="4522511" y="1303950"/>
                  </a:lnTo>
                  <a:lnTo>
                    <a:pt x="4522636" y="1303950"/>
                  </a:lnTo>
                  <a:lnTo>
                    <a:pt x="4522761" y="1303950"/>
                  </a:lnTo>
                  <a:lnTo>
                    <a:pt x="4522886" y="1303950"/>
                  </a:lnTo>
                  <a:lnTo>
                    <a:pt x="4523012" y="1303950"/>
                  </a:lnTo>
                  <a:lnTo>
                    <a:pt x="4523137" y="1303950"/>
                  </a:lnTo>
                  <a:lnTo>
                    <a:pt x="4523262" y="1303950"/>
                  </a:lnTo>
                  <a:lnTo>
                    <a:pt x="4523387" y="1303950"/>
                  </a:lnTo>
                  <a:lnTo>
                    <a:pt x="4523512" y="1303950"/>
                  </a:lnTo>
                  <a:lnTo>
                    <a:pt x="4523637" y="1303950"/>
                  </a:lnTo>
                  <a:lnTo>
                    <a:pt x="4523762" y="1303950"/>
                  </a:lnTo>
                  <a:lnTo>
                    <a:pt x="4523887" y="1303950"/>
                  </a:lnTo>
                  <a:lnTo>
                    <a:pt x="4524012" y="1303950"/>
                  </a:lnTo>
                  <a:lnTo>
                    <a:pt x="4524137" y="1303950"/>
                  </a:lnTo>
                  <a:lnTo>
                    <a:pt x="4524262" y="1303950"/>
                  </a:lnTo>
                  <a:lnTo>
                    <a:pt x="4524387" y="1303950"/>
                  </a:lnTo>
                  <a:lnTo>
                    <a:pt x="4524512" y="1303950"/>
                  </a:lnTo>
                  <a:lnTo>
                    <a:pt x="4524637" y="1303950"/>
                  </a:lnTo>
                  <a:lnTo>
                    <a:pt x="4524762" y="1303950"/>
                  </a:lnTo>
                  <a:lnTo>
                    <a:pt x="4524887" y="1303950"/>
                  </a:lnTo>
                  <a:lnTo>
                    <a:pt x="4525012" y="1303950"/>
                  </a:lnTo>
                  <a:lnTo>
                    <a:pt x="4525137" y="1303950"/>
                  </a:lnTo>
                  <a:lnTo>
                    <a:pt x="4525262" y="1303950"/>
                  </a:lnTo>
                  <a:lnTo>
                    <a:pt x="4525387" y="1303950"/>
                  </a:lnTo>
                  <a:lnTo>
                    <a:pt x="4525512" y="1303950"/>
                  </a:lnTo>
                  <a:lnTo>
                    <a:pt x="4525637" y="1303950"/>
                  </a:lnTo>
                  <a:lnTo>
                    <a:pt x="4525762" y="1303950"/>
                  </a:lnTo>
                  <a:lnTo>
                    <a:pt x="4525887" y="1303950"/>
                  </a:lnTo>
                  <a:lnTo>
                    <a:pt x="4526013" y="1303950"/>
                  </a:lnTo>
                  <a:lnTo>
                    <a:pt x="4526138" y="1303950"/>
                  </a:lnTo>
                  <a:lnTo>
                    <a:pt x="4526263" y="1303950"/>
                  </a:lnTo>
                  <a:lnTo>
                    <a:pt x="4526388" y="1303950"/>
                  </a:lnTo>
                  <a:lnTo>
                    <a:pt x="4526513" y="1303950"/>
                  </a:lnTo>
                  <a:lnTo>
                    <a:pt x="4526638" y="1303950"/>
                  </a:lnTo>
                  <a:lnTo>
                    <a:pt x="4526763" y="1303950"/>
                  </a:lnTo>
                  <a:lnTo>
                    <a:pt x="4526888" y="1303950"/>
                  </a:lnTo>
                  <a:lnTo>
                    <a:pt x="4527013" y="1303950"/>
                  </a:lnTo>
                  <a:lnTo>
                    <a:pt x="4527138" y="1303950"/>
                  </a:lnTo>
                  <a:lnTo>
                    <a:pt x="4527263" y="1303950"/>
                  </a:lnTo>
                  <a:lnTo>
                    <a:pt x="4527388" y="1303950"/>
                  </a:lnTo>
                  <a:lnTo>
                    <a:pt x="4527513" y="1303950"/>
                  </a:lnTo>
                  <a:lnTo>
                    <a:pt x="4527638" y="1303950"/>
                  </a:lnTo>
                  <a:lnTo>
                    <a:pt x="4527763" y="1303950"/>
                  </a:lnTo>
                  <a:lnTo>
                    <a:pt x="4527888" y="1303950"/>
                  </a:lnTo>
                  <a:lnTo>
                    <a:pt x="4528013" y="1303950"/>
                  </a:lnTo>
                  <a:lnTo>
                    <a:pt x="4528138" y="1303950"/>
                  </a:lnTo>
                  <a:lnTo>
                    <a:pt x="4528263" y="1303950"/>
                  </a:lnTo>
                  <a:lnTo>
                    <a:pt x="4528388" y="1303950"/>
                  </a:lnTo>
                  <a:lnTo>
                    <a:pt x="4528513" y="1303950"/>
                  </a:lnTo>
                  <a:lnTo>
                    <a:pt x="4528638" y="1303950"/>
                  </a:lnTo>
                  <a:lnTo>
                    <a:pt x="4528763" y="1303950"/>
                  </a:lnTo>
                  <a:lnTo>
                    <a:pt x="4528888" y="1303950"/>
                  </a:lnTo>
                  <a:lnTo>
                    <a:pt x="4529014" y="1303950"/>
                  </a:lnTo>
                  <a:lnTo>
                    <a:pt x="4529139" y="1303950"/>
                  </a:lnTo>
                  <a:lnTo>
                    <a:pt x="4529264" y="1303950"/>
                  </a:lnTo>
                  <a:lnTo>
                    <a:pt x="4529389" y="1303950"/>
                  </a:lnTo>
                  <a:lnTo>
                    <a:pt x="4529514" y="1303950"/>
                  </a:lnTo>
                  <a:lnTo>
                    <a:pt x="4529639" y="1303950"/>
                  </a:lnTo>
                  <a:lnTo>
                    <a:pt x="4529764" y="1303950"/>
                  </a:lnTo>
                  <a:lnTo>
                    <a:pt x="4529889" y="1303950"/>
                  </a:lnTo>
                  <a:lnTo>
                    <a:pt x="4530014" y="1303950"/>
                  </a:lnTo>
                  <a:lnTo>
                    <a:pt x="4530139" y="1303950"/>
                  </a:lnTo>
                  <a:lnTo>
                    <a:pt x="4530264" y="1303950"/>
                  </a:lnTo>
                  <a:lnTo>
                    <a:pt x="4530389" y="1303950"/>
                  </a:lnTo>
                  <a:lnTo>
                    <a:pt x="4530514" y="1303950"/>
                  </a:lnTo>
                  <a:lnTo>
                    <a:pt x="4530639" y="1303950"/>
                  </a:lnTo>
                  <a:lnTo>
                    <a:pt x="4530764" y="1303950"/>
                  </a:lnTo>
                  <a:lnTo>
                    <a:pt x="4530889" y="1303950"/>
                  </a:lnTo>
                  <a:lnTo>
                    <a:pt x="4531014" y="1303950"/>
                  </a:lnTo>
                  <a:lnTo>
                    <a:pt x="4531139" y="1303950"/>
                  </a:lnTo>
                  <a:lnTo>
                    <a:pt x="4531264" y="1303950"/>
                  </a:lnTo>
                  <a:lnTo>
                    <a:pt x="4531389" y="1303950"/>
                  </a:lnTo>
                  <a:lnTo>
                    <a:pt x="4531514" y="1303950"/>
                  </a:lnTo>
                  <a:lnTo>
                    <a:pt x="4531639" y="1303950"/>
                  </a:lnTo>
                  <a:lnTo>
                    <a:pt x="4531764" y="1303950"/>
                  </a:lnTo>
                  <a:lnTo>
                    <a:pt x="4531889" y="1303950"/>
                  </a:lnTo>
                  <a:lnTo>
                    <a:pt x="4532015" y="1303950"/>
                  </a:lnTo>
                  <a:lnTo>
                    <a:pt x="4532140" y="1303950"/>
                  </a:lnTo>
                  <a:lnTo>
                    <a:pt x="4532265" y="1303950"/>
                  </a:lnTo>
                  <a:lnTo>
                    <a:pt x="4532390" y="1303950"/>
                  </a:lnTo>
                  <a:lnTo>
                    <a:pt x="4532515" y="1303950"/>
                  </a:lnTo>
                  <a:lnTo>
                    <a:pt x="4532640" y="1303950"/>
                  </a:lnTo>
                  <a:lnTo>
                    <a:pt x="4532765" y="1303950"/>
                  </a:lnTo>
                  <a:lnTo>
                    <a:pt x="4532890" y="1303950"/>
                  </a:lnTo>
                  <a:lnTo>
                    <a:pt x="4533015" y="1303950"/>
                  </a:lnTo>
                  <a:lnTo>
                    <a:pt x="4533140" y="1303950"/>
                  </a:lnTo>
                  <a:lnTo>
                    <a:pt x="4533265" y="1303950"/>
                  </a:lnTo>
                  <a:lnTo>
                    <a:pt x="4533390" y="1303950"/>
                  </a:lnTo>
                  <a:lnTo>
                    <a:pt x="4533515" y="1303950"/>
                  </a:lnTo>
                  <a:lnTo>
                    <a:pt x="4533640" y="1303950"/>
                  </a:lnTo>
                  <a:lnTo>
                    <a:pt x="4533765" y="1303950"/>
                  </a:lnTo>
                  <a:lnTo>
                    <a:pt x="4533890" y="1303950"/>
                  </a:lnTo>
                  <a:lnTo>
                    <a:pt x="4534015" y="1303950"/>
                  </a:lnTo>
                  <a:lnTo>
                    <a:pt x="4534140" y="1303950"/>
                  </a:lnTo>
                  <a:lnTo>
                    <a:pt x="4534265" y="1303950"/>
                  </a:lnTo>
                  <a:lnTo>
                    <a:pt x="4534390" y="1303950"/>
                  </a:lnTo>
                  <a:lnTo>
                    <a:pt x="4534515" y="1303950"/>
                  </a:lnTo>
                  <a:lnTo>
                    <a:pt x="4534640" y="1303950"/>
                  </a:lnTo>
                  <a:lnTo>
                    <a:pt x="4534765" y="1303950"/>
                  </a:lnTo>
                  <a:lnTo>
                    <a:pt x="4534890" y="1303950"/>
                  </a:lnTo>
                  <a:lnTo>
                    <a:pt x="4535016" y="1303950"/>
                  </a:lnTo>
                  <a:lnTo>
                    <a:pt x="4535141" y="1303950"/>
                  </a:lnTo>
                  <a:lnTo>
                    <a:pt x="4535266" y="1303950"/>
                  </a:lnTo>
                  <a:lnTo>
                    <a:pt x="4535391" y="1303950"/>
                  </a:lnTo>
                  <a:lnTo>
                    <a:pt x="4535516" y="1303950"/>
                  </a:lnTo>
                  <a:lnTo>
                    <a:pt x="4535641" y="1303950"/>
                  </a:lnTo>
                  <a:lnTo>
                    <a:pt x="4535766" y="1303950"/>
                  </a:lnTo>
                  <a:lnTo>
                    <a:pt x="4535891" y="1303950"/>
                  </a:lnTo>
                  <a:lnTo>
                    <a:pt x="4536016" y="1303950"/>
                  </a:lnTo>
                  <a:lnTo>
                    <a:pt x="4536141" y="1303950"/>
                  </a:lnTo>
                  <a:lnTo>
                    <a:pt x="4536266" y="1303950"/>
                  </a:lnTo>
                  <a:lnTo>
                    <a:pt x="4536391" y="1303950"/>
                  </a:lnTo>
                  <a:lnTo>
                    <a:pt x="4536516" y="1303950"/>
                  </a:lnTo>
                  <a:lnTo>
                    <a:pt x="4536641" y="1303950"/>
                  </a:lnTo>
                  <a:lnTo>
                    <a:pt x="4536766" y="1303950"/>
                  </a:lnTo>
                  <a:lnTo>
                    <a:pt x="4536891" y="1303950"/>
                  </a:lnTo>
                  <a:lnTo>
                    <a:pt x="4537016" y="1303950"/>
                  </a:lnTo>
                  <a:lnTo>
                    <a:pt x="4537141" y="1303950"/>
                  </a:lnTo>
                  <a:lnTo>
                    <a:pt x="4537266" y="1303950"/>
                  </a:lnTo>
                  <a:lnTo>
                    <a:pt x="4537391" y="1303950"/>
                  </a:lnTo>
                  <a:lnTo>
                    <a:pt x="4537516" y="1303950"/>
                  </a:lnTo>
                  <a:lnTo>
                    <a:pt x="4537641" y="1303950"/>
                  </a:lnTo>
                  <a:lnTo>
                    <a:pt x="4537766" y="1303950"/>
                  </a:lnTo>
                  <a:lnTo>
                    <a:pt x="4537891" y="1303950"/>
                  </a:lnTo>
                  <a:lnTo>
                    <a:pt x="4538017" y="1303950"/>
                  </a:lnTo>
                  <a:lnTo>
                    <a:pt x="4538142" y="1303950"/>
                  </a:lnTo>
                  <a:lnTo>
                    <a:pt x="4538267" y="1303950"/>
                  </a:lnTo>
                  <a:lnTo>
                    <a:pt x="4538392" y="1303950"/>
                  </a:lnTo>
                  <a:lnTo>
                    <a:pt x="4538517" y="1303950"/>
                  </a:lnTo>
                  <a:lnTo>
                    <a:pt x="4538642" y="1303950"/>
                  </a:lnTo>
                  <a:lnTo>
                    <a:pt x="4538767" y="1303950"/>
                  </a:lnTo>
                  <a:lnTo>
                    <a:pt x="4538892" y="1303950"/>
                  </a:lnTo>
                  <a:lnTo>
                    <a:pt x="4539017" y="1303950"/>
                  </a:lnTo>
                  <a:lnTo>
                    <a:pt x="4539142" y="1303950"/>
                  </a:lnTo>
                  <a:lnTo>
                    <a:pt x="4539267" y="1303950"/>
                  </a:lnTo>
                  <a:lnTo>
                    <a:pt x="4539392" y="1303950"/>
                  </a:lnTo>
                  <a:lnTo>
                    <a:pt x="4539517" y="1303950"/>
                  </a:lnTo>
                  <a:lnTo>
                    <a:pt x="4539642" y="1303950"/>
                  </a:lnTo>
                  <a:lnTo>
                    <a:pt x="4539767" y="1303950"/>
                  </a:lnTo>
                  <a:lnTo>
                    <a:pt x="4539892" y="1303950"/>
                  </a:lnTo>
                  <a:lnTo>
                    <a:pt x="4540017" y="1303950"/>
                  </a:lnTo>
                  <a:lnTo>
                    <a:pt x="4540142" y="1303950"/>
                  </a:lnTo>
                  <a:lnTo>
                    <a:pt x="4540267" y="1303950"/>
                  </a:lnTo>
                  <a:lnTo>
                    <a:pt x="4540392" y="1303950"/>
                  </a:lnTo>
                  <a:lnTo>
                    <a:pt x="4540517" y="1303950"/>
                  </a:lnTo>
                  <a:lnTo>
                    <a:pt x="4540642" y="1303950"/>
                  </a:lnTo>
                  <a:lnTo>
                    <a:pt x="4540767" y="1303950"/>
                  </a:lnTo>
                  <a:lnTo>
                    <a:pt x="4540893" y="1303950"/>
                  </a:lnTo>
                  <a:lnTo>
                    <a:pt x="4541018" y="1303950"/>
                  </a:lnTo>
                  <a:lnTo>
                    <a:pt x="4541143" y="1303950"/>
                  </a:lnTo>
                  <a:lnTo>
                    <a:pt x="4541268" y="1303950"/>
                  </a:lnTo>
                  <a:lnTo>
                    <a:pt x="4541393" y="1303950"/>
                  </a:lnTo>
                  <a:lnTo>
                    <a:pt x="4541518" y="1303950"/>
                  </a:lnTo>
                  <a:lnTo>
                    <a:pt x="4541643" y="1303950"/>
                  </a:lnTo>
                  <a:lnTo>
                    <a:pt x="4541768" y="1303950"/>
                  </a:lnTo>
                  <a:lnTo>
                    <a:pt x="4541893" y="1303950"/>
                  </a:lnTo>
                  <a:lnTo>
                    <a:pt x="4542018" y="1303950"/>
                  </a:lnTo>
                  <a:lnTo>
                    <a:pt x="4542143" y="1303950"/>
                  </a:lnTo>
                  <a:lnTo>
                    <a:pt x="4542268" y="1303950"/>
                  </a:lnTo>
                  <a:lnTo>
                    <a:pt x="4542393" y="1303950"/>
                  </a:lnTo>
                  <a:lnTo>
                    <a:pt x="4542518" y="1303950"/>
                  </a:lnTo>
                  <a:lnTo>
                    <a:pt x="4542643" y="1303950"/>
                  </a:lnTo>
                  <a:lnTo>
                    <a:pt x="4542768" y="1303950"/>
                  </a:lnTo>
                  <a:lnTo>
                    <a:pt x="4542893" y="1303950"/>
                  </a:lnTo>
                  <a:lnTo>
                    <a:pt x="4543018" y="1303950"/>
                  </a:lnTo>
                  <a:lnTo>
                    <a:pt x="4543143" y="1303950"/>
                  </a:lnTo>
                  <a:lnTo>
                    <a:pt x="4543268" y="1303950"/>
                  </a:lnTo>
                  <a:lnTo>
                    <a:pt x="4543393" y="1303950"/>
                  </a:lnTo>
                  <a:lnTo>
                    <a:pt x="4543518" y="1303950"/>
                  </a:lnTo>
                  <a:lnTo>
                    <a:pt x="4543643" y="1303950"/>
                  </a:lnTo>
                  <a:lnTo>
                    <a:pt x="4543768" y="1303950"/>
                  </a:lnTo>
                  <a:lnTo>
                    <a:pt x="4543894" y="1303950"/>
                  </a:lnTo>
                  <a:lnTo>
                    <a:pt x="4544019" y="1303950"/>
                  </a:lnTo>
                  <a:lnTo>
                    <a:pt x="4544144" y="1303950"/>
                  </a:lnTo>
                  <a:lnTo>
                    <a:pt x="4544269" y="1303950"/>
                  </a:lnTo>
                  <a:lnTo>
                    <a:pt x="4544394" y="1303950"/>
                  </a:lnTo>
                  <a:lnTo>
                    <a:pt x="4544519" y="1303950"/>
                  </a:lnTo>
                  <a:lnTo>
                    <a:pt x="4544644" y="1303950"/>
                  </a:lnTo>
                  <a:lnTo>
                    <a:pt x="4544769" y="1303950"/>
                  </a:lnTo>
                  <a:lnTo>
                    <a:pt x="4544894" y="1303950"/>
                  </a:lnTo>
                  <a:lnTo>
                    <a:pt x="4545019" y="1303950"/>
                  </a:lnTo>
                  <a:lnTo>
                    <a:pt x="4545144" y="1303950"/>
                  </a:lnTo>
                  <a:lnTo>
                    <a:pt x="4545269" y="1303950"/>
                  </a:lnTo>
                  <a:lnTo>
                    <a:pt x="4545394" y="1303950"/>
                  </a:lnTo>
                  <a:lnTo>
                    <a:pt x="4545519" y="1303950"/>
                  </a:lnTo>
                  <a:lnTo>
                    <a:pt x="4545644" y="1303950"/>
                  </a:lnTo>
                  <a:lnTo>
                    <a:pt x="4545769" y="1303950"/>
                  </a:lnTo>
                  <a:lnTo>
                    <a:pt x="4545894" y="1303950"/>
                  </a:lnTo>
                  <a:lnTo>
                    <a:pt x="4546019" y="1303950"/>
                  </a:lnTo>
                  <a:lnTo>
                    <a:pt x="4546144" y="1303950"/>
                  </a:lnTo>
                  <a:lnTo>
                    <a:pt x="4546269" y="1303950"/>
                  </a:lnTo>
                  <a:lnTo>
                    <a:pt x="4546394" y="1303950"/>
                  </a:lnTo>
                  <a:lnTo>
                    <a:pt x="4546519" y="1303950"/>
                  </a:lnTo>
                  <a:lnTo>
                    <a:pt x="4546644" y="1303950"/>
                  </a:lnTo>
                  <a:lnTo>
                    <a:pt x="4546769" y="1303950"/>
                  </a:lnTo>
                  <a:lnTo>
                    <a:pt x="4546895" y="1303950"/>
                  </a:lnTo>
                  <a:lnTo>
                    <a:pt x="4547020" y="1303950"/>
                  </a:lnTo>
                  <a:lnTo>
                    <a:pt x="4547145" y="1303950"/>
                  </a:lnTo>
                  <a:lnTo>
                    <a:pt x="4547270" y="1303950"/>
                  </a:lnTo>
                  <a:lnTo>
                    <a:pt x="4547395" y="1303950"/>
                  </a:lnTo>
                  <a:lnTo>
                    <a:pt x="4547520" y="1303950"/>
                  </a:lnTo>
                  <a:lnTo>
                    <a:pt x="4547645" y="1303950"/>
                  </a:lnTo>
                  <a:lnTo>
                    <a:pt x="4547770" y="1303950"/>
                  </a:lnTo>
                  <a:lnTo>
                    <a:pt x="4547895" y="1303950"/>
                  </a:lnTo>
                  <a:lnTo>
                    <a:pt x="4548020" y="1303950"/>
                  </a:lnTo>
                  <a:lnTo>
                    <a:pt x="4548145" y="1303950"/>
                  </a:lnTo>
                  <a:lnTo>
                    <a:pt x="4548270" y="1303950"/>
                  </a:lnTo>
                  <a:lnTo>
                    <a:pt x="4548395" y="1303950"/>
                  </a:lnTo>
                  <a:lnTo>
                    <a:pt x="4548520" y="1303950"/>
                  </a:lnTo>
                  <a:lnTo>
                    <a:pt x="4548645" y="1303950"/>
                  </a:lnTo>
                  <a:lnTo>
                    <a:pt x="4548770" y="1303950"/>
                  </a:lnTo>
                  <a:lnTo>
                    <a:pt x="4548895" y="1303950"/>
                  </a:lnTo>
                  <a:lnTo>
                    <a:pt x="4549020" y="1303950"/>
                  </a:lnTo>
                  <a:lnTo>
                    <a:pt x="4549145" y="1303950"/>
                  </a:lnTo>
                  <a:lnTo>
                    <a:pt x="4549270" y="1303950"/>
                  </a:lnTo>
                  <a:lnTo>
                    <a:pt x="4549395" y="1303950"/>
                  </a:lnTo>
                  <a:lnTo>
                    <a:pt x="4549520" y="1303950"/>
                  </a:lnTo>
                  <a:lnTo>
                    <a:pt x="4549645" y="1303950"/>
                  </a:lnTo>
                  <a:lnTo>
                    <a:pt x="4549770" y="1303950"/>
                  </a:lnTo>
                  <a:lnTo>
                    <a:pt x="4549896" y="1303950"/>
                  </a:lnTo>
                  <a:lnTo>
                    <a:pt x="4550021" y="1303950"/>
                  </a:lnTo>
                  <a:lnTo>
                    <a:pt x="4550146" y="1303950"/>
                  </a:lnTo>
                  <a:lnTo>
                    <a:pt x="4550271" y="1303950"/>
                  </a:lnTo>
                  <a:lnTo>
                    <a:pt x="4550396" y="1303950"/>
                  </a:lnTo>
                  <a:lnTo>
                    <a:pt x="4550521" y="1303950"/>
                  </a:lnTo>
                  <a:lnTo>
                    <a:pt x="4550646" y="1303950"/>
                  </a:lnTo>
                  <a:lnTo>
                    <a:pt x="4550771" y="1303950"/>
                  </a:lnTo>
                  <a:lnTo>
                    <a:pt x="4550896" y="1303950"/>
                  </a:lnTo>
                  <a:lnTo>
                    <a:pt x="4551021" y="1303950"/>
                  </a:lnTo>
                  <a:lnTo>
                    <a:pt x="4551146" y="1303950"/>
                  </a:lnTo>
                  <a:lnTo>
                    <a:pt x="4551271" y="1303950"/>
                  </a:lnTo>
                  <a:lnTo>
                    <a:pt x="4551396" y="1303950"/>
                  </a:lnTo>
                  <a:lnTo>
                    <a:pt x="4551521" y="1303950"/>
                  </a:lnTo>
                  <a:lnTo>
                    <a:pt x="4551646" y="1303950"/>
                  </a:lnTo>
                  <a:lnTo>
                    <a:pt x="4551771" y="1303950"/>
                  </a:lnTo>
                  <a:lnTo>
                    <a:pt x="4551896" y="1303950"/>
                  </a:lnTo>
                  <a:lnTo>
                    <a:pt x="4552021" y="1303950"/>
                  </a:lnTo>
                  <a:lnTo>
                    <a:pt x="4552146" y="1303950"/>
                  </a:lnTo>
                  <a:lnTo>
                    <a:pt x="4552271" y="1303950"/>
                  </a:lnTo>
                  <a:lnTo>
                    <a:pt x="4552396" y="1303950"/>
                  </a:lnTo>
                  <a:lnTo>
                    <a:pt x="4552521" y="1303950"/>
                  </a:lnTo>
                  <a:lnTo>
                    <a:pt x="4552646" y="1303950"/>
                  </a:lnTo>
                  <a:lnTo>
                    <a:pt x="4552771" y="1303950"/>
                  </a:lnTo>
                  <a:lnTo>
                    <a:pt x="4552897" y="1303950"/>
                  </a:lnTo>
                  <a:lnTo>
                    <a:pt x="4553022" y="1303950"/>
                  </a:lnTo>
                  <a:lnTo>
                    <a:pt x="4553147" y="1303950"/>
                  </a:lnTo>
                  <a:lnTo>
                    <a:pt x="4553272" y="1303950"/>
                  </a:lnTo>
                  <a:lnTo>
                    <a:pt x="4553397" y="1303950"/>
                  </a:lnTo>
                  <a:lnTo>
                    <a:pt x="4553522" y="1303950"/>
                  </a:lnTo>
                  <a:lnTo>
                    <a:pt x="4553647" y="1303950"/>
                  </a:lnTo>
                  <a:lnTo>
                    <a:pt x="4553772" y="1303950"/>
                  </a:lnTo>
                  <a:lnTo>
                    <a:pt x="4553897" y="1303950"/>
                  </a:lnTo>
                  <a:lnTo>
                    <a:pt x="4554022" y="1303950"/>
                  </a:lnTo>
                  <a:lnTo>
                    <a:pt x="4554147" y="1303950"/>
                  </a:lnTo>
                  <a:lnTo>
                    <a:pt x="4554272" y="1303950"/>
                  </a:lnTo>
                  <a:lnTo>
                    <a:pt x="4554397" y="1303950"/>
                  </a:lnTo>
                  <a:lnTo>
                    <a:pt x="4554522" y="1303950"/>
                  </a:lnTo>
                  <a:lnTo>
                    <a:pt x="4554647" y="1303950"/>
                  </a:lnTo>
                  <a:lnTo>
                    <a:pt x="4554772" y="1303950"/>
                  </a:lnTo>
                  <a:lnTo>
                    <a:pt x="4554897" y="1303950"/>
                  </a:lnTo>
                  <a:lnTo>
                    <a:pt x="4555022" y="1303950"/>
                  </a:lnTo>
                  <a:lnTo>
                    <a:pt x="4555147" y="1303950"/>
                  </a:lnTo>
                  <a:lnTo>
                    <a:pt x="4555272" y="1303950"/>
                  </a:lnTo>
                  <a:lnTo>
                    <a:pt x="4555397" y="1303950"/>
                  </a:lnTo>
                  <a:lnTo>
                    <a:pt x="4555522" y="1303950"/>
                  </a:lnTo>
                  <a:lnTo>
                    <a:pt x="4555647" y="1303950"/>
                  </a:lnTo>
                  <a:lnTo>
                    <a:pt x="4555772" y="1303950"/>
                  </a:lnTo>
                  <a:lnTo>
                    <a:pt x="4555898" y="1303950"/>
                  </a:lnTo>
                  <a:lnTo>
                    <a:pt x="4556023" y="1303950"/>
                  </a:lnTo>
                  <a:lnTo>
                    <a:pt x="4556148" y="1303950"/>
                  </a:lnTo>
                  <a:lnTo>
                    <a:pt x="4556273" y="1303950"/>
                  </a:lnTo>
                  <a:lnTo>
                    <a:pt x="4556398" y="1303950"/>
                  </a:lnTo>
                  <a:lnTo>
                    <a:pt x="4556523" y="1303950"/>
                  </a:lnTo>
                  <a:lnTo>
                    <a:pt x="4556648" y="1303950"/>
                  </a:lnTo>
                  <a:lnTo>
                    <a:pt x="4556773" y="1303950"/>
                  </a:lnTo>
                  <a:lnTo>
                    <a:pt x="4556898" y="1303950"/>
                  </a:lnTo>
                  <a:lnTo>
                    <a:pt x="4557023" y="1303950"/>
                  </a:lnTo>
                  <a:lnTo>
                    <a:pt x="4557148" y="1303950"/>
                  </a:lnTo>
                  <a:lnTo>
                    <a:pt x="4557273" y="1303950"/>
                  </a:lnTo>
                  <a:lnTo>
                    <a:pt x="4557398" y="1303950"/>
                  </a:lnTo>
                  <a:lnTo>
                    <a:pt x="4557523" y="1303950"/>
                  </a:lnTo>
                  <a:lnTo>
                    <a:pt x="4557648" y="1303950"/>
                  </a:lnTo>
                  <a:lnTo>
                    <a:pt x="4557773" y="1303950"/>
                  </a:lnTo>
                  <a:lnTo>
                    <a:pt x="4557898" y="1303950"/>
                  </a:lnTo>
                  <a:lnTo>
                    <a:pt x="4558023" y="1303950"/>
                  </a:lnTo>
                  <a:lnTo>
                    <a:pt x="4558148" y="1303950"/>
                  </a:lnTo>
                  <a:lnTo>
                    <a:pt x="4558273" y="1303950"/>
                  </a:lnTo>
                  <a:lnTo>
                    <a:pt x="4558398" y="1303950"/>
                  </a:lnTo>
                  <a:lnTo>
                    <a:pt x="4558523" y="1303950"/>
                  </a:lnTo>
                  <a:lnTo>
                    <a:pt x="4558648" y="1303950"/>
                  </a:lnTo>
                  <a:lnTo>
                    <a:pt x="4558773" y="1303950"/>
                  </a:lnTo>
                  <a:lnTo>
                    <a:pt x="4558899" y="1303950"/>
                  </a:lnTo>
                  <a:lnTo>
                    <a:pt x="4559024" y="1303950"/>
                  </a:lnTo>
                  <a:lnTo>
                    <a:pt x="4559149" y="1303950"/>
                  </a:lnTo>
                  <a:lnTo>
                    <a:pt x="4559274" y="1303950"/>
                  </a:lnTo>
                  <a:lnTo>
                    <a:pt x="4559399" y="1303950"/>
                  </a:lnTo>
                  <a:lnTo>
                    <a:pt x="4559524" y="1303950"/>
                  </a:lnTo>
                  <a:lnTo>
                    <a:pt x="4559649" y="1303950"/>
                  </a:lnTo>
                  <a:lnTo>
                    <a:pt x="4559649" y="1293996"/>
                  </a:lnTo>
                  <a:lnTo>
                    <a:pt x="4559774" y="1293996"/>
                  </a:lnTo>
                  <a:lnTo>
                    <a:pt x="4559899" y="1293996"/>
                  </a:lnTo>
                  <a:lnTo>
                    <a:pt x="4560024" y="1293996"/>
                  </a:lnTo>
                  <a:lnTo>
                    <a:pt x="4560149" y="1293996"/>
                  </a:lnTo>
                  <a:lnTo>
                    <a:pt x="4560274" y="1293996"/>
                  </a:lnTo>
                  <a:lnTo>
                    <a:pt x="4560399" y="1293996"/>
                  </a:lnTo>
                  <a:lnTo>
                    <a:pt x="4560524" y="1293996"/>
                  </a:lnTo>
                  <a:lnTo>
                    <a:pt x="4560649" y="1293996"/>
                  </a:lnTo>
                  <a:lnTo>
                    <a:pt x="4560774" y="1293996"/>
                  </a:lnTo>
                  <a:lnTo>
                    <a:pt x="4560899" y="1293996"/>
                  </a:lnTo>
                  <a:lnTo>
                    <a:pt x="4561024" y="1293996"/>
                  </a:lnTo>
                  <a:lnTo>
                    <a:pt x="4561149" y="1293996"/>
                  </a:lnTo>
                  <a:lnTo>
                    <a:pt x="4561274" y="1293996"/>
                  </a:lnTo>
                  <a:lnTo>
                    <a:pt x="4561399" y="1293996"/>
                  </a:lnTo>
                  <a:lnTo>
                    <a:pt x="4561524" y="1293996"/>
                  </a:lnTo>
                  <a:lnTo>
                    <a:pt x="4561649" y="1293996"/>
                  </a:lnTo>
                  <a:lnTo>
                    <a:pt x="4561774" y="1293996"/>
                  </a:lnTo>
                  <a:lnTo>
                    <a:pt x="4561900" y="1293996"/>
                  </a:lnTo>
                  <a:lnTo>
                    <a:pt x="4562025" y="1293996"/>
                  </a:lnTo>
                  <a:lnTo>
                    <a:pt x="4562150" y="1293996"/>
                  </a:lnTo>
                  <a:lnTo>
                    <a:pt x="4562275" y="1293996"/>
                  </a:lnTo>
                  <a:lnTo>
                    <a:pt x="4562400" y="1293996"/>
                  </a:lnTo>
                  <a:lnTo>
                    <a:pt x="4562525" y="1293996"/>
                  </a:lnTo>
                  <a:lnTo>
                    <a:pt x="4562650" y="1293996"/>
                  </a:lnTo>
                  <a:lnTo>
                    <a:pt x="4562775" y="1293996"/>
                  </a:lnTo>
                  <a:lnTo>
                    <a:pt x="4562900" y="1293996"/>
                  </a:lnTo>
                  <a:lnTo>
                    <a:pt x="4563025" y="1293996"/>
                  </a:lnTo>
                  <a:lnTo>
                    <a:pt x="4563150" y="1293996"/>
                  </a:lnTo>
                  <a:lnTo>
                    <a:pt x="4563275" y="1293996"/>
                  </a:lnTo>
                  <a:lnTo>
                    <a:pt x="4563275" y="1284043"/>
                  </a:lnTo>
                  <a:lnTo>
                    <a:pt x="4563400" y="1284043"/>
                  </a:lnTo>
                  <a:lnTo>
                    <a:pt x="4563525" y="1284043"/>
                  </a:lnTo>
                  <a:lnTo>
                    <a:pt x="4563650" y="1284043"/>
                  </a:lnTo>
                  <a:lnTo>
                    <a:pt x="4563775" y="1284043"/>
                  </a:lnTo>
                  <a:lnTo>
                    <a:pt x="4563900" y="1284043"/>
                  </a:lnTo>
                  <a:lnTo>
                    <a:pt x="4564025" y="1284043"/>
                  </a:lnTo>
                  <a:lnTo>
                    <a:pt x="4564150" y="1284043"/>
                  </a:lnTo>
                  <a:lnTo>
                    <a:pt x="4564275" y="1284043"/>
                  </a:lnTo>
                  <a:lnTo>
                    <a:pt x="4564400" y="1284043"/>
                  </a:lnTo>
                  <a:lnTo>
                    <a:pt x="4564525" y="1284043"/>
                  </a:lnTo>
                  <a:lnTo>
                    <a:pt x="4564650" y="1284043"/>
                  </a:lnTo>
                  <a:lnTo>
                    <a:pt x="4564775" y="1284043"/>
                  </a:lnTo>
                  <a:lnTo>
                    <a:pt x="4564901" y="1284043"/>
                  </a:lnTo>
                  <a:lnTo>
                    <a:pt x="4565026" y="1284043"/>
                  </a:lnTo>
                  <a:lnTo>
                    <a:pt x="4565151" y="1284043"/>
                  </a:lnTo>
                  <a:lnTo>
                    <a:pt x="4565276" y="1284043"/>
                  </a:lnTo>
                  <a:lnTo>
                    <a:pt x="4565401" y="1284043"/>
                  </a:lnTo>
                  <a:lnTo>
                    <a:pt x="4565526" y="1284043"/>
                  </a:lnTo>
                  <a:lnTo>
                    <a:pt x="4565651" y="1284043"/>
                  </a:lnTo>
                  <a:lnTo>
                    <a:pt x="4565776" y="1284043"/>
                  </a:lnTo>
                  <a:lnTo>
                    <a:pt x="4565901" y="1284043"/>
                  </a:lnTo>
                  <a:lnTo>
                    <a:pt x="4566026" y="1284043"/>
                  </a:lnTo>
                  <a:lnTo>
                    <a:pt x="4566151" y="1284043"/>
                  </a:lnTo>
                  <a:lnTo>
                    <a:pt x="4566276" y="1284043"/>
                  </a:lnTo>
                  <a:lnTo>
                    <a:pt x="4566401" y="1284043"/>
                  </a:lnTo>
                  <a:lnTo>
                    <a:pt x="4566526" y="1284043"/>
                  </a:lnTo>
                  <a:lnTo>
                    <a:pt x="4566651" y="1284043"/>
                  </a:lnTo>
                  <a:lnTo>
                    <a:pt x="4566776" y="1284043"/>
                  </a:lnTo>
                  <a:lnTo>
                    <a:pt x="4566901" y="1284043"/>
                  </a:lnTo>
                  <a:lnTo>
                    <a:pt x="4567026" y="1284043"/>
                  </a:lnTo>
                  <a:lnTo>
                    <a:pt x="4567151" y="1284043"/>
                  </a:lnTo>
                  <a:lnTo>
                    <a:pt x="4567276" y="1284043"/>
                  </a:lnTo>
                  <a:lnTo>
                    <a:pt x="4567401" y="1284043"/>
                  </a:lnTo>
                  <a:lnTo>
                    <a:pt x="4567526" y="1284043"/>
                  </a:lnTo>
                  <a:lnTo>
                    <a:pt x="4567651" y="1284043"/>
                  </a:lnTo>
                  <a:lnTo>
                    <a:pt x="4567776" y="1284043"/>
                  </a:lnTo>
                  <a:lnTo>
                    <a:pt x="4567902" y="1284043"/>
                  </a:lnTo>
                  <a:lnTo>
                    <a:pt x="4568027" y="1284043"/>
                  </a:lnTo>
                  <a:lnTo>
                    <a:pt x="4568152" y="1284043"/>
                  </a:lnTo>
                  <a:lnTo>
                    <a:pt x="4568277" y="1284043"/>
                  </a:lnTo>
                  <a:lnTo>
                    <a:pt x="4568402" y="1284043"/>
                  </a:lnTo>
                  <a:lnTo>
                    <a:pt x="4568527" y="1284043"/>
                  </a:lnTo>
                  <a:lnTo>
                    <a:pt x="4568652" y="1284043"/>
                  </a:lnTo>
                  <a:lnTo>
                    <a:pt x="4568777" y="1284043"/>
                  </a:lnTo>
                  <a:lnTo>
                    <a:pt x="4568902" y="1284043"/>
                  </a:lnTo>
                  <a:lnTo>
                    <a:pt x="4569027" y="1284043"/>
                  </a:lnTo>
                  <a:lnTo>
                    <a:pt x="4569152" y="1284043"/>
                  </a:lnTo>
                  <a:lnTo>
                    <a:pt x="4569277" y="1284043"/>
                  </a:lnTo>
                  <a:lnTo>
                    <a:pt x="4569402" y="1284043"/>
                  </a:lnTo>
                  <a:lnTo>
                    <a:pt x="4569527" y="1284043"/>
                  </a:lnTo>
                  <a:lnTo>
                    <a:pt x="4569652" y="1284043"/>
                  </a:lnTo>
                  <a:lnTo>
                    <a:pt x="4569777" y="1284043"/>
                  </a:lnTo>
                  <a:lnTo>
                    <a:pt x="4569902" y="1284043"/>
                  </a:lnTo>
                  <a:lnTo>
                    <a:pt x="4570027" y="1284043"/>
                  </a:lnTo>
                  <a:lnTo>
                    <a:pt x="4570152" y="1284043"/>
                  </a:lnTo>
                  <a:lnTo>
                    <a:pt x="4570277" y="1284043"/>
                  </a:lnTo>
                  <a:lnTo>
                    <a:pt x="4570402" y="1284043"/>
                  </a:lnTo>
                  <a:lnTo>
                    <a:pt x="4570527" y="1284043"/>
                  </a:lnTo>
                  <a:lnTo>
                    <a:pt x="4570652" y="1284043"/>
                  </a:lnTo>
                  <a:lnTo>
                    <a:pt x="4570777" y="1284043"/>
                  </a:lnTo>
                  <a:lnTo>
                    <a:pt x="4570903" y="1284043"/>
                  </a:lnTo>
                  <a:lnTo>
                    <a:pt x="4571028" y="1284043"/>
                  </a:lnTo>
                  <a:lnTo>
                    <a:pt x="4571153" y="1284043"/>
                  </a:lnTo>
                  <a:lnTo>
                    <a:pt x="4571278" y="1284043"/>
                  </a:lnTo>
                  <a:lnTo>
                    <a:pt x="4571403" y="1284043"/>
                  </a:lnTo>
                  <a:lnTo>
                    <a:pt x="4571528" y="1284043"/>
                  </a:lnTo>
                  <a:lnTo>
                    <a:pt x="4571653" y="1284043"/>
                  </a:lnTo>
                  <a:lnTo>
                    <a:pt x="4571778" y="1284043"/>
                  </a:lnTo>
                  <a:lnTo>
                    <a:pt x="4571903" y="1284043"/>
                  </a:lnTo>
                  <a:lnTo>
                    <a:pt x="4572028" y="1284043"/>
                  </a:lnTo>
                  <a:lnTo>
                    <a:pt x="4572153" y="1284043"/>
                  </a:lnTo>
                  <a:lnTo>
                    <a:pt x="4572278" y="1284043"/>
                  </a:lnTo>
                  <a:lnTo>
                    <a:pt x="4572403" y="1284043"/>
                  </a:lnTo>
                  <a:lnTo>
                    <a:pt x="4572528" y="1284043"/>
                  </a:lnTo>
                  <a:lnTo>
                    <a:pt x="4572653" y="1284043"/>
                  </a:lnTo>
                  <a:lnTo>
                    <a:pt x="4572778" y="1284043"/>
                  </a:lnTo>
                  <a:lnTo>
                    <a:pt x="4572903" y="1284043"/>
                  </a:lnTo>
                  <a:lnTo>
                    <a:pt x="4573028" y="1284043"/>
                  </a:lnTo>
                  <a:lnTo>
                    <a:pt x="4573153" y="1284043"/>
                  </a:lnTo>
                  <a:lnTo>
                    <a:pt x="4573278" y="1284043"/>
                  </a:lnTo>
                  <a:lnTo>
                    <a:pt x="4573403" y="1284043"/>
                  </a:lnTo>
                  <a:lnTo>
                    <a:pt x="4573528" y="1284043"/>
                  </a:lnTo>
                  <a:lnTo>
                    <a:pt x="4573653" y="1284043"/>
                  </a:lnTo>
                  <a:lnTo>
                    <a:pt x="4573778" y="1284043"/>
                  </a:lnTo>
                  <a:lnTo>
                    <a:pt x="4573904" y="1284043"/>
                  </a:lnTo>
                  <a:lnTo>
                    <a:pt x="4574029" y="1284043"/>
                  </a:lnTo>
                  <a:lnTo>
                    <a:pt x="4574154" y="1284043"/>
                  </a:lnTo>
                  <a:lnTo>
                    <a:pt x="4574279" y="1284043"/>
                  </a:lnTo>
                  <a:lnTo>
                    <a:pt x="4574404" y="1284043"/>
                  </a:lnTo>
                  <a:lnTo>
                    <a:pt x="4574529" y="1284043"/>
                  </a:lnTo>
                  <a:lnTo>
                    <a:pt x="4574654" y="1284043"/>
                  </a:lnTo>
                  <a:lnTo>
                    <a:pt x="4574779" y="1284043"/>
                  </a:lnTo>
                  <a:lnTo>
                    <a:pt x="4574904" y="1284043"/>
                  </a:lnTo>
                  <a:lnTo>
                    <a:pt x="4575029" y="1284043"/>
                  </a:lnTo>
                  <a:lnTo>
                    <a:pt x="4575154" y="1284043"/>
                  </a:lnTo>
                  <a:lnTo>
                    <a:pt x="4575279" y="1284043"/>
                  </a:lnTo>
                  <a:lnTo>
                    <a:pt x="4575404" y="1284043"/>
                  </a:lnTo>
                  <a:lnTo>
                    <a:pt x="4575529" y="1284043"/>
                  </a:lnTo>
                  <a:lnTo>
                    <a:pt x="4575654" y="1284043"/>
                  </a:lnTo>
                  <a:lnTo>
                    <a:pt x="4575779" y="1284043"/>
                  </a:lnTo>
                  <a:lnTo>
                    <a:pt x="4575904" y="1284043"/>
                  </a:lnTo>
                  <a:lnTo>
                    <a:pt x="4576029" y="1284043"/>
                  </a:lnTo>
                  <a:lnTo>
                    <a:pt x="4576154" y="1284043"/>
                  </a:lnTo>
                  <a:lnTo>
                    <a:pt x="4576279" y="1284043"/>
                  </a:lnTo>
                  <a:lnTo>
                    <a:pt x="4576404" y="1284043"/>
                  </a:lnTo>
                  <a:lnTo>
                    <a:pt x="4576529" y="1284043"/>
                  </a:lnTo>
                  <a:lnTo>
                    <a:pt x="4576654" y="1284043"/>
                  </a:lnTo>
                  <a:lnTo>
                    <a:pt x="4576779" y="1284043"/>
                  </a:lnTo>
                  <a:lnTo>
                    <a:pt x="4576905" y="1284043"/>
                  </a:lnTo>
                  <a:lnTo>
                    <a:pt x="4577030" y="1284043"/>
                  </a:lnTo>
                  <a:lnTo>
                    <a:pt x="4577155" y="1284043"/>
                  </a:lnTo>
                  <a:lnTo>
                    <a:pt x="4577280" y="1284043"/>
                  </a:lnTo>
                  <a:lnTo>
                    <a:pt x="4577405" y="1284043"/>
                  </a:lnTo>
                  <a:lnTo>
                    <a:pt x="4577530" y="1284043"/>
                  </a:lnTo>
                  <a:lnTo>
                    <a:pt x="4577655" y="1284043"/>
                  </a:lnTo>
                  <a:lnTo>
                    <a:pt x="4577780" y="1284043"/>
                  </a:lnTo>
                  <a:lnTo>
                    <a:pt x="4577905" y="1284043"/>
                  </a:lnTo>
                  <a:lnTo>
                    <a:pt x="4578030" y="1284043"/>
                  </a:lnTo>
                  <a:lnTo>
                    <a:pt x="4578155" y="1284043"/>
                  </a:lnTo>
                  <a:lnTo>
                    <a:pt x="4578280" y="1284043"/>
                  </a:lnTo>
                  <a:lnTo>
                    <a:pt x="4578405" y="1284043"/>
                  </a:lnTo>
                  <a:lnTo>
                    <a:pt x="4578530" y="1284043"/>
                  </a:lnTo>
                  <a:lnTo>
                    <a:pt x="4578655" y="1284043"/>
                  </a:lnTo>
                  <a:lnTo>
                    <a:pt x="4578780" y="1284043"/>
                  </a:lnTo>
                  <a:lnTo>
                    <a:pt x="4578905" y="1284043"/>
                  </a:lnTo>
                  <a:lnTo>
                    <a:pt x="4579030" y="1284043"/>
                  </a:lnTo>
                  <a:lnTo>
                    <a:pt x="4579155" y="1284043"/>
                  </a:lnTo>
                  <a:lnTo>
                    <a:pt x="4579280" y="1284043"/>
                  </a:lnTo>
                  <a:lnTo>
                    <a:pt x="4579405" y="1284043"/>
                  </a:lnTo>
                  <a:lnTo>
                    <a:pt x="4579530" y="1284043"/>
                  </a:lnTo>
                  <a:lnTo>
                    <a:pt x="4579530" y="1274089"/>
                  </a:lnTo>
                  <a:lnTo>
                    <a:pt x="4579530" y="1264135"/>
                  </a:lnTo>
                  <a:lnTo>
                    <a:pt x="4579655" y="1264135"/>
                  </a:lnTo>
                  <a:lnTo>
                    <a:pt x="4579781" y="1264135"/>
                  </a:lnTo>
                  <a:lnTo>
                    <a:pt x="4579906" y="1264135"/>
                  </a:lnTo>
                  <a:lnTo>
                    <a:pt x="4580031" y="1264135"/>
                  </a:lnTo>
                  <a:lnTo>
                    <a:pt x="4580156" y="1264135"/>
                  </a:lnTo>
                  <a:lnTo>
                    <a:pt x="4580281" y="1264135"/>
                  </a:lnTo>
                  <a:lnTo>
                    <a:pt x="4580406" y="1264135"/>
                  </a:lnTo>
                  <a:lnTo>
                    <a:pt x="4580531" y="1264135"/>
                  </a:lnTo>
                  <a:lnTo>
                    <a:pt x="4580656" y="1264135"/>
                  </a:lnTo>
                  <a:lnTo>
                    <a:pt x="4580781" y="1264135"/>
                  </a:lnTo>
                  <a:lnTo>
                    <a:pt x="4580906" y="1264135"/>
                  </a:lnTo>
                  <a:lnTo>
                    <a:pt x="4581031" y="1264135"/>
                  </a:lnTo>
                  <a:lnTo>
                    <a:pt x="4581156" y="1264135"/>
                  </a:lnTo>
                  <a:lnTo>
                    <a:pt x="4581281" y="1264135"/>
                  </a:lnTo>
                  <a:lnTo>
                    <a:pt x="4581406" y="1264135"/>
                  </a:lnTo>
                  <a:lnTo>
                    <a:pt x="4581531" y="1264135"/>
                  </a:lnTo>
                  <a:lnTo>
                    <a:pt x="4581656" y="1264135"/>
                  </a:lnTo>
                  <a:lnTo>
                    <a:pt x="4581781" y="1264135"/>
                  </a:lnTo>
                  <a:lnTo>
                    <a:pt x="4581906" y="1264135"/>
                  </a:lnTo>
                  <a:lnTo>
                    <a:pt x="4582031" y="1264135"/>
                  </a:lnTo>
                  <a:lnTo>
                    <a:pt x="4582156" y="1264135"/>
                  </a:lnTo>
                  <a:lnTo>
                    <a:pt x="4582281" y="1264135"/>
                  </a:lnTo>
                  <a:lnTo>
                    <a:pt x="4582406" y="1264135"/>
                  </a:lnTo>
                  <a:lnTo>
                    <a:pt x="4582531" y="1264135"/>
                  </a:lnTo>
                  <a:lnTo>
                    <a:pt x="4582656" y="1264135"/>
                  </a:lnTo>
                  <a:lnTo>
                    <a:pt x="4582782" y="1264135"/>
                  </a:lnTo>
                  <a:lnTo>
                    <a:pt x="4582907" y="1264135"/>
                  </a:lnTo>
                  <a:lnTo>
                    <a:pt x="4583032" y="1264135"/>
                  </a:lnTo>
                  <a:lnTo>
                    <a:pt x="4583157" y="1264135"/>
                  </a:lnTo>
                  <a:lnTo>
                    <a:pt x="4583282" y="1264135"/>
                  </a:lnTo>
                  <a:lnTo>
                    <a:pt x="4583407" y="1264135"/>
                  </a:lnTo>
                  <a:lnTo>
                    <a:pt x="4583532" y="1264135"/>
                  </a:lnTo>
                  <a:lnTo>
                    <a:pt x="4583657" y="1264135"/>
                  </a:lnTo>
                  <a:lnTo>
                    <a:pt x="4583782" y="1264135"/>
                  </a:lnTo>
                  <a:lnTo>
                    <a:pt x="4583907" y="1264135"/>
                  </a:lnTo>
                  <a:lnTo>
                    <a:pt x="4584032" y="1264135"/>
                  </a:lnTo>
                  <a:lnTo>
                    <a:pt x="4584157" y="1264135"/>
                  </a:lnTo>
                  <a:lnTo>
                    <a:pt x="4584282" y="1264135"/>
                  </a:lnTo>
                  <a:lnTo>
                    <a:pt x="4584407" y="1264135"/>
                  </a:lnTo>
                  <a:lnTo>
                    <a:pt x="4584532" y="1264135"/>
                  </a:lnTo>
                  <a:lnTo>
                    <a:pt x="4584532" y="1254181"/>
                  </a:lnTo>
                  <a:lnTo>
                    <a:pt x="4584657" y="1254181"/>
                  </a:lnTo>
                  <a:lnTo>
                    <a:pt x="4584782" y="1254181"/>
                  </a:lnTo>
                  <a:lnTo>
                    <a:pt x="4584907" y="1254181"/>
                  </a:lnTo>
                  <a:lnTo>
                    <a:pt x="4585032" y="1254181"/>
                  </a:lnTo>
                  <a:lnTo>
                    <a:pt x="4585157" y="1254181"/>
                  </a:lnTo>
                  <a:lnTo>
                    <a:pt x="4585282" y="1254181"/>
                  </a:lnTo>
                  <a:lnTo>
                    <a:pt x="4585407" y="1254181"/>
                  </a:lnTo>
                  <a:lnTo>
                    <a:pt x="4585532" y="1254181"/>
                  </a:lnTo>
                  <a:lnTo>
                    <a:pt x="4585657" y="1254181"/>
                  </a:lnTo>
                  <a:lnTo>
                    <a:pt x="4585783" y="1254181"/>
                  </a:lnTo>
                  <a:lnTo>
                    <a:pt x="4585908" y="1254181"/>
                  </a:lnTo>
                  <a:lnTo>
                    <a:pt x="4586033" y="1254181"/>
                  </a:lnTo>
                  <a:lnTo>
                    <a:pt x="4586158" y="1254181"/>
                  </a:lnTo>
                  <a:lnTo>
                    <a:pt x="4586283" y="1254181"/>
                  </a:lnTo>
                  <a:lnTo>
                    <a:pt x="4586408" y="1254181"/>
                  </a:lnTo>
                  <a:lnTo>
                    <a:pt x="4586533" y="1254181"/>
                  </a:lnTo>
                  <a:lnTo>
                    <a:pt x="4586658" y="1254181"/>
                  </a:lnTo>
                  <a:lnTo>
                    <a:pt x="4586783" y="1254181"/>
                  </a:lnTo>
                  <a:lnTo>
                    <a:pt x="4586908" y="1254181"/>
                  </a:lnTo>
                  <a:lnTo>
                    <a:pt x="4587033" y="1254181"/>
                  </a:lnTo>
                  <a:lnTo>
                    <a:pt x="4587158" y="1254181"/>
                  </a:lnTo>
                  <a:lnTo>
                    <a:pt x="4587283" y="1254181"/>
                  </a:lnTo>
                  <a:lnTo>
                    <a:pt x="4587408" y="1254181"/>
                  </a:lnTo>
                  <a:lnTo>
                    <a:pt x="4587533" y="1254181"/>
                  </a:lnTo>
                  <a:lnTo>
                    <a:pt x="4587658" y="1254181"/>
                  </a:lnTo>
                  <a:lnTo>
                    <a:pt x="4587783" y="1254181"/>
                  </a:lnTo>
                  <a:lnTo>
                    <a:pt x="4587908" y="1254181"/>
                  </a:lnTo>
                  <a:lnTo>
                    <a:pt x="4588033" y="1254181"/>
                  </a:lnTo>
                  <a:lnTo>
                    <a:pt x="4588158" y="1254181"/>
                  </a:lnTo>
                  <a:lnTo>
                    <a:pt x="4588283" y="1254181"/>
                  </a:lnTo>
                  <a:lnTo>
                    <a:pt x="4588408" y="1254181"/>
                  </a:lnTo>
                  <a:lnTo>
                    <a:pt x="4588533" y="1254181"/>
                  </a:lnTo>
                  <a:lnTo>
                    <a:pt x="4588658" y="1254181"/>
                  </a:lnTo>
                  <a:lnTo>
                    <a:pt x="4588784" y="1254181"/>
                  </a:lnTo>
                  <a:lnTo>
                    <a:pt x="4588909" y="1254181"/>
                  </a:lnTo>
                  <a:lnTo>
                    <a:pt x="4589034" y="1254181"/>
                  </a:lnTo>
                  <a:lnTo>
                    <a:pt x="4589159" y="1254181"/>
                  </a:lnTo>
                  <a:lnTo>
                    <a:pt x="4589284" y="1254181"/>
                  </a:lnTo>
                  <a:lnTo>
                    <a:pt x="4589409" y="1254181"/>
                  </a:lnTo>
                  <a:lnTo>
                    <a:pt x="4589534" y="1254181"/>
                  </a:lnTo>
                  <a:lnTo>
                    <a:pt x="4589659" y="1254181"/>
                  </a:lnTo>
                  <a:lnTo>
                    <a:pt x="4589784" y="1254181"/>
                  </a:lnTo>
                  <a:lnTo>
                    <a:pt x="4589909" y="1254181"/>
                  </a:lnTo>
                  <a:lnTo>
                    <a:pt x="4590034" y="1254181"/>
                  </a:lnTo>
                  <a:lnTo>
                    <a:pt x="4590159" y="1254181"/>
                  </a:lnTo>
                  <a:lnTo>
                    <a:pt x="4590284" y="1254181"/>
                  </a:lnTo>
                  <a:lnTo>
                    <a:pt x="4590409" y="1254181"/>
                  </a:lnTo>
                  <a:lnTo>
                    <a:pt x="4590534" y="1254181"/>
                  </a:lnTo>
                  <a:lnTo>
                    <a:pt x="4590659" y="1254181"/>
                  </a:lnTo>
                  <a:lnTo>
                    <a:pt x="4590784" y="1254181"/>
                  </a:lnTo>
                  <a:lnTo>
                    <a:pt x="4590909" y="1254181"/>
                  </a:lnTo>
                  <a:lnTo>
                    <a:pt x="4591034" y="1254181"/>
                  </a:lnTo>
                  <a:lnTo>
                    <a:pt x="4591159" y="1254181"/>
                  </a:lnTo>
                  <a:lnTo>
                    <a:pt x="4591284" y="1254181"/>
                  </a:lnTo>
                  <a:lnTo>
                    <a:pt x="4591409" y="1254181"/>
                  </a:lnTo>
                  <a:lnTo>
                    <a:pt x="4591534" y="1254181"/>
                  </a:lnTo>
                  <a:lnTo>
                    <a:pt x="4591659" y="1254181"/>
                  </a:lnTo>
                  <a:lnTo>
                    <a:pt x="4591785" y="1254181"/>
                  </a:lnTo>
                  <a:lnTo>
                    <a:pt x="4591910" y="1254181"/>
                  </a:lnTo>
                  <a:lnTo>
                    <a:pt x="4592035" y="1254181"/>
                  </a:lnTo>
                  <a:lnTo>
                    <a:pt x="4592160" y="1254181"/>
                  </a:lnTo>
                  <a:lnTo>
                    <a:pt x="4592285" y="1254181"/>
                  </a:lnTo>
                  <a:lnTo>
                    <a:pt x="4592410" y="1254181"/>
                  </a:lnTo>
                  <a:lnTo>
                    <a:pt x="4592535" y="1254181"/>
                  </a:lnTo>
                  <a:lnTo>
                    <a:pt x="4592660" y="1254181"/>
                  </a:lnTo>
                  <a:lnTo>
                    <a:pt x="4592785" y="1254181"/>
                  </a:lnTo>
                  <a:lnTo>
                    <a:pt x="4592910" y="1254181"/>
                  </a:lnTo>
                  <a:lnTo>
                    <a:pt x="4593035" y="1254181"/>
                  </a:lnTo>
                  <a:lnTo>
                    <a:pt x="4593160" y="1254181"/>
                  </a:lnTo>
                  <a:lnTo>
                    <a:pt x="4593285" y="1254181"/>
                  </a:lnTo>
                  <a:lnTo>
                    <a:pt x="4593410" y="1254181"/>
                  </a:lnTo>
                  <a:lnTo>
                    <a:pt x="4593535" y="1254181"/>
                  </a:lnTo>
                  <a:lnTo>
                    <a:pt x="4593660" y="1254181"/>
                  </a:lnTo>
                  <a:lnTo>
                    <a:pt x="4593785" y="1254181"/>
                  </a:lnTo>
                  <a:lnTo>
                    <a:pt x="4593910" y="1254181"/>
                  </a:lnTo>
                  <a:lnTo>
                    <a:pt x="4594035" y="1254181"/>
                  </a:lnTo>
                  <a:lnTo>
                    <a:pt x="4594160" y="1254181"/>
                  </a:lnTo>
                  <a:lnTo>
                    <a:pt x="4594285" y="1254181"/>
                  </a:lnTo>
                  <a:lnTo>
                    <a:pt x="4594410" y="1254181"/>
                  </a:lnTo>
                  <a:lnTo>
                    <a:pt x="4594535" y="1254181"/>
                  </a:lnTo>
                  <a:lnTo>
                    <a:pt x="4594660" y="1254181"/>
                  </a:lnTo>
                  <a:lnTo>
                    <a:pt x="4594786" y="1254181"/>
                  </a:lnTo>
                  <a:lnTo>
                    <a:pt x="4594911" y="1254181"/>
                  </a:lnTo>
                  <a:lnTo>
                    <a:pt x="4595036" y="1254181"/>
                  </a:lnTo>
                  <a:lnTo>
                    <a:pt x="4595161" y="1254181"/>
                  </a:lnTo>
                  <a:lnTo>
                    <a:pt x="4595286" y="1254181"/>
                  </a:lnTo>
                  <a:lnTo>
                    <a:pt x="4595286" y="1244227"/>
                  </a:lnTo>
                  <a:lnTo>
                    <a:pt x="4595411" y="1244227"/>
                  </a:lnTo>
                  <a:lnTo>
                    <a:pt x="4595536" y="1244227"/>
                  </a:lnTo>
                  <a:lnTo>
                    <a:pt x="4595661" y="1244227"/>
                  </a:lnTo>
                  <a:lnTo>
                    <a:pt x="4595786" y="1244227"/>
                  </a:lnTo>
                  <a:lnTo>
                    <a:pt x="4595911" y="1244227"/>
                  </a:lnTo>
                  <a:lnTo>
                    <a:pt x="4596036" y="1244227"/>
                  </a:lnTo>
                  <a:lnTo>
                    <a:pt x="4596161" y="1244227"/>
                  </a:lnTo>
                  <a:lnTo>
                    <a:pt x="4596286" y="1244227"/>
                  </a:lnTo>
                  <a:lnTo>
                    <a:pt x="4596411" y="1244227"/>
                  </a:lnTo>
                  <a:lnTo>
                    <a:pt x="4596536" y="1244227"/>
                  </a:lnTo>
                  <a:lnTo>
                    <a:pt x="4596661" y="1244227"/>
                  </a:lnTo>
                  <a:lnTo>
                    <a:pt x="4596786" y="1244227"/>
                  </a:lnTo>
                  <a:lnTo>
                    <a:pt x="4596911" y="1244227"/>
                  </a:lnTo>
                  <a:lnTo>
                    <a:pt x="4597036" y="1244227"/>
                  </a:lnTo>
                  <a:lnTo>
                    <a:pt x="4597161" y="1244227"/>
                  </a:lnTo>
                  <a:lnTo>
                    <a:pt x="4597286" y="1244227"/>
                  </a:lnTo>
                  <a:lnTo>
                    <a:pt x="4597411" y="1244227"/>
                  </a:lnTo>
                  <a:lnTo>
                    <a:pt x="4597536" y="1244227"/>
                  </a:lnTo>
                  <a:lnTo>
                    <a:pt x="4597661" y="1244227"/>
                  </a:lnTo>
                  <a:lnTo>
                    <a:pt x="4597787" y="1244227"/>
                  </a:lnTo>
                  <a:lnTo>
                    <a:pt x="4597912" y="1244227"/>
                  </a:lnTo>
                  <a:lnTo>
                    <a:pt x="4598037" y="1244227"/>
                  </a:lnTo>
                  <a:lnTo>
                    <a:pt x="4598162" y="1244227"/>
                  </a:lnTo>
                  <a:lnTo>
                    <a:pt x="4598287" y="1244227"/>
                  </a:lnTo>
                  <a:lnTo>
                    <a:pt x="4598412" y="1244227"/>
                  </a:lnTo>
                  <a:lnTo>
                    <a:pt x="4598537" y="1244227"/>
                  </a:lnTo>
                  <a:lnTo>
                    <a:pt x="4598662" y="1244227"/>
                  </a:lnTo>
                  <a:lnTo>
                    <a:pt x="4598787" y="1244227"/>
                  </a:lnTo>
                  <a:lnTo>
                    <a:pt x="4598912" y="1244227"/>
                  </a:lnTo>
                  <a:lnTo>
                    <a:pt x="4599037" y="1244227"/>
                  </a:lnTo>
                  <a:lnTo>
                    <a:pt x="4599162" y="1244227"/>
                  </a:lnTo>
                  <a:lnTo>
                    <a:pt x="4599287" y="1244227"/>
                  </a:lnTo>
                  <a:lnTo>
                    <a:pt x="4599412" y="1244227"/>
                  </a:lnTo>
                  <a:lnTo>
                    <a:pt x="4599537" y="1244227"/>
                  </a:lnTo>
                  <a:lnTo>
                    <a:pt x="4599662" y="1244227"/>
                  </a:lnTo>
                  <a:lnTo>
                    <a:pt x="4599787" y="1244227"/>
                  </a:lnTo>
                  <a:lnTo>
                    <a:pt x="4599912" y="1244227"/>
                  </a:lnTo>
                  <a:lnTo>
                    <a:pt x="4600037" y="1244227"/>
                  </a:lnTo>
                  <a:lnTo>
                    <a:pt x="4600162" y="1244227"/>
                  </a:lnTo>
                  <a:lnTo>
                    <a:pt x="4600287" y="1244227"/>
                  </a:lnTo>
                  <a:lnTo>
                    <a:pt x="4600412" y="1244227"/>
                  </a:lnTo>
                  <a:lnTo>
                    <a:pt x="4600537" y="1244227"/>
                  </a:lnTo>
                  <a:lnTo>
                    <a:pt x="4600662" y="1244227"/>
                  </a:lnTo>
                  <a:lnTo>
                    <a:pt x="4600788" y="1244227"/>
                  </a:lnTo>
                  <a:lnTo>
                    <a:pt x="4600913" y="1244227"/>
                  </a:lnTo>
                  <a:lnTo>
                    <a:pt x="4601038" y="1244227"/>
                  </a:lnTo>
                  <a:lnTo>
                    <a:pt x="4601163" y="1244227"/>
                  </a:lnTo>
                  <a:lnTo>
                    <a:pt x="4601288" y="1244227"/>
                  </a:lnTo>
                  <a:lnTo>
                    <a:pt x="4601413" y="1244227"/>
                  </a:lnTo>
                  <a:lnTo>
                    <a:pt x="4601538" y="1244227"/>
                  </a:lnTo>
                  <a:lnTo>
                    <a:pt x="4601663" y="1244227"/>
                  </a:lnTo>
                  <a:lnTo>
                    <a:pt x="4601788" y="1244227"/>
                  </a:lnTo>
                  <a:lnTo>
                    <a:pt x="4601913" y="1244227"/>
                  </a:lnTo>
                  <a:lnTo>
                    <a:pt x="4602038" y="1244227"/>
                  </a:lnTo>
                  <a:lnTo>
                    <a:pt x="4602163" y="1244227"/>
                  </a:lnTo>
                  <a:lnTo>
                    <a:pt x="4602288" y="1244227"/>
                  </a:lnTo>
                  <a:lnTo>
                    <a:pt x="4602413" y="1244227"/>
                  </a:lnTo>
                  <a:lnTo>
                    <a:pt x="4602538" y="1244227"/>
                  </a:lnTo>
                  <a:lnTo>
                    <a:pt x="4602663" y="1244227"/>
                  </a:lnTo>
                  <a:lnTo>
                    <a:pt x="4602788" y="1244227"/>
                  </a:lnTo>
                  <a:lnTo>
                    <a:pt x="4602913" y="1244227"/>
                  </a:lnTo>
                  <a:lnTo>
                    <a:pt x="4603038" y="1244227"/>
                  </a:lnTo>
                  <a:lnTo>
                    <a:pt x="4603163" y="1244227"/>
                  </a:lnTo>
                  <a:lnTo>
                    <a:pt x="4603288" y="1244227"/>
                  </a:lnTo>
                  <a:lnTo>
                    <a:pt x="4603413" y="1244227"/>
                  </a:lnTo>
                  <a:lnTo>
                    <a:pt x="4603538" y="1244227"/>
                  </a:lnTo>
                  <a:lnTo>
                    <a:pt x="4603663" y="1244227"/>
                  </a:lnTo>
                  <a:lnTo>
                    <a:pt x="4603789" y="1244227"/>
                  </a:lnTo>
                  <a:lnTo>
                    <a:pt x="4603914" y="1244227"/>
                  </a:lnTo>
                  <a:lnTo>
                    <a:pt x="4604039" y="1244227"/>
                  </a:lnTo>
                  <a:lnTo>
                    <a:pt x="4604164" y="1244227"/>
                  </a:lnTo>
                  <a:lnTo>
                    <a:pt x="4604289" y="1244227"/>
                  </a:lnTo>
                  <a:lnTo>
                    <a:pt x="4604414" y="1244227"/>
                  </a:lnTo>
                  <a:lnTo>
                    <a:pt x="4604539" y="1244227"/>
                  </a:lnTo>
                  <a:lnTo>
                    <a:pt x="4604664" y="1244227"/>
                  </a:lnTo>
                  <a:lnTo>
                    <a:pt x="4604789" y="1244227"/>
                  </a:lnTo>
                  <a:lnTo>
                    <a:pt x="4604914" y="1244227"/>
                  </a:lnTo>
                  <a:lnTo>
                    <a:pt x="4605039" y="1244227"/>
                  </a:lnTo>
                  <a:lnTo>
                    <a:pt x="4605164" y="1244227"/>
                  </a:lnTo>
                  <a:lnTo>
                    <a:pt x="4605289" y="1244227"/>
                  </a:lnTo>
                  <a:lnTo>
                    <a:pt x="4605414" y="1244227"/>
                  </a:lnTo>
                  <a:lnTo>
                    <a:pt x="4605539" y="1244227"/>
                  </a:lnTo>
                  <a:lnTo>
                    <a:pt x="4605664" y="1244227"/>
                  </a:lnTo>
                  <a:lnTo>
                    <a:pt x="4605789" y="1244227"/>
                  </a:lnTo>
                  <a:lnTo>
                    <a:pt x="4605914" y="1244227"/>
                  </a:lnTo>
                  <a:lnTo>
                    <a:pt x="4606039" y="1244227"/>
                  </a:lnTo>
                  <a:lnTo>
                    <a:pt x="4606164" y="1244227"/>
                  </a:lnTo>
                  <a:lnTo>
                    <a:pt x="4606289" y="1244227"/>
                  </a:lnTo>
                  <a:lnTo>
                    <a:pt x="4606414" y="1244227"/>
                  </a:lnTo>
                  <a:lnTo>
                    <a:pt x="4606539" y="1244227"/>
                  </a:lnTo>
                  <a:lnTo>
                    <a:pt x="4606664" y="1244227"/>
                  </a:lnTo>
                  <a:lnTo>
                    <a:pt x="4606790" y="1244227"/>
                  </a:lnTo>
                  <a:lnTo>
                    <a:pt x="4606915" y="1244227"/>
                  </a:lnTo>
                  <a:lnTo>
                    <a:pt x="4607040" y="1244227"/>
                  </a:lnTo>
                  <a:lnTo>
                    <a:pt x="4607165" y="1244227"/>
                  </a:lnTo>
                  <a:lnTo>
                    <a:pt x="4607290" y="1244227"/>
                  </a:lnTo>
                  <a:lnTo>
                    <a:pt x="4607415" y="1244227"/>
                  </a:lnTo>
                  <a:lnTo>
                    <a:pt x="4607540" y="1244227"/>
                  </a:lnTo>
                  <a:lnTo>
                    <a:pt x="4607665" y="1244227"/>
                  </a:lnTo>
                  <a:lnTo>
                    <a:pt x="4607790" y="1244227"/>
                  </a:lnTo>
                  <a:lnTo>
                    <a:pt x="4607915" y="1244227"/>
                  </a:lnTo>
                  <a:lnTo>
                    <a:pt x="4608040" y="1244227"/>
                  </a:lnTo>
                  <a:lnTo>
                    <a:pt x="4608165" y="1244227"/>
                  </a:lnTo>
                  <a:lnTo>
                    <a:pt x="4608290" y="1244227"/>
                  </a:lnTo>
                  <a:lnTo>
                    <a:pt x="4608415" y="1244227"/>
                  </a:lnTo>
                  <a:lnTo>
                    <a:pt x="4608540" y="1244227"/>
                  </a:lnTo>
                  <a:lnTo>
                    <a:pt x="4608665" y="1244227"/>
                  </a:lnTo>
                  <a:lnTo>
                    <a:pt x="4608790" y="1244227"/>
                  </a:lnTo>
                  <a:lnTo>
                    <a:pt x="4608915" y="1244227"/>
                  </a:lnTo>
                  <a:lnTo>
                    <a:pt x="4609040" y="1244227"/>
                  </a:lnTo>
                  <a:lnTo>
                    <a:pt x="4609165" y="1244227"/>
                  </a:lnTo>
                  <a:lnTo>
                    <a:pt x="4609290" y="1244227"/>
                  </a:lnTo>
                  <a:lnTo>
                    <a:pt x="4609415" y="1244227"/>
                  </a:lnTo>
                  <a:lnTo>
                    <a:pt x="4609540" y="1244227"/>
                  </a:lnTo>
                  <a:lnTo>
                    <a:pt x="4609665" y="1244227"/>
                  </a:lnTo>
                  <a:lnTo>
                    <a:pt x="4609791" y="1244227"/>
                  </a:lnTo>
                  <a:lnTo>
                    <a:pt x="4609916" y="1244227"/>
                  </a:lnTo>
                  <a:lnTo>
                    <a:pt x="4610041" y="1244227"/>
                  </a:lnTo>
                  <a:lnTo>
                    <a:pt x="4610166" y="1244227"/>
                  </a:lnTo>
                  <a:lnTo>
                    <a:pt x="4610291" y="1244227"/>
                  </a:lnTo>
                  <a:lnTo>
                    <a:pt x="4610416" y="1244227"/>
                  </a:lnTo>
                  <a:lnTo>
                    <a:pt x="4610541" y="1244227"/>
                  </a:lnTo>
                  <a:lnTo>
                    <a:pt x="4610666" y="1244227"/>
                  </a:lnTo>
                  <a:lnTo>
                    <a:pt x="4610791" y="1244227"/>
                  </a:lnTo>
                  <a:lnTo>
                    <a:pt x="4610916" y="1244227"/>
                  </a:lnTo>
                  <a:lnTo>
                    <a:pt x="4611041" y="1244227"/>
                  </a:lnTo>
                  <a:lnTo>
                    <a:pt x="4611166" y="1244227"/>
                  </a:lnTo>
                  <a:lnTo>
                    <a:pt x="4611291" y="1244227"/>
                  </a:lnTo>
                  <a:lnTo>
                    <a:pt x="4611416" y="1244227"/>
                  </a:lnTo>
                  <a:lnTo>
                    <a:pt x="4611541" y="1244227"/>
                  </a:lnTo>
                  <a:lnTo>
                    <a:pt x="4611666" y="1244227"/>
                  </a:lnTo>
                  <a:lnTo>
                    <a:pt x="4611791" y="1244227"/>
                  </a:lnTo>
                  <a:lnTo>
                    <a:pt x="4611916" y="1244227"/>
                  </a:lnTo>
                  <a:lnTo>
                    <a:pt x="4612041" y="1244227"/>
                  </a:lnTo>
                  <a:lnTo>
                    <a:pt x="4612166" y="1244227"/>
                  </a:lnTo>
                  <a:lnTo>
                    <a:pt x="4612291" y="1244227"/>
                  </a:lnTo>
                  <a:lnTo>
                    <a:pt x="4612416" y="1244227"/>
                  </a:lnTo>
                  <a:lnTo>
                    <a:pt x="4612541" y="1244227"/>
                  </a:lnTo>
                  <a:lnTo>
                    <a:pt x="4612666" y="1244227"/>
                  </a:lnTo>
                  <a:lnTo>
                    <a:pt x="4612792" y="1244227"/>
                  </a:lnTo>
                  <a:lnTo>
                    <a:pt x="4612917" y="1244227"/>
                  </a:lnTo>
                  <a:lnTo>
                    <a:pt x="4613042" y="1244227"/>
                  </a:lnTo>
                  <a:lnTo>
                    <a:pt x="4613167" y="1244227"/>
                  </a:lnTo>
                  <a:lnTo>
                    <a:pt x="4613292" y="1244227"/>
                  </a:lnTo>
                  <a:lnTo>
                    <a:pt x="4613417" y="1244227"/>
                  </a:lnTo>
                  <a:lnTo>
                    <a:pt x="4613542" y="1244227"/>
                  </a:lnTo>
                  <a:lnTo>
                    <a:pt x="4613667" y="1244227"/>
                  </a:lnTo>
                  <a:lnTo>
                    <a:pt x="4613792" y="1244227"/>
                  </a:lnTo>
                  <a:lnTo>
                    <a:pt x="4613917" y="1244227"/>
                  </a:lnTo>
                  <a:lnTo>
                    <a:pt x="4614042" y="1244227"/>
                  </a:lnTo>
                  <a:lnTo>
                    <a:pt x="4614167" y="1244227"/>
                  </a:lnTo>
                  <a:lnTo>
                    <a:pt x="4614292" y="1244227"/>
                  </a:lnTo>
                  <a:lnTo>
                    <a:pt x="4614417" y="1244227"/>
                  </a:lnTo>
                  <a:lnTo>
                    <a:pt x="4614542" y="1244227"/>
                  </a:lnTo>
                  <a:lnTo>
                    <a:pt x="4614667" y="1244227"/>
                  </a:lnTo>
                  <a:lnTo>
                    <a:pt x="4614792" y="1244227"/>
                  </a:lnTo>
                  <a:lnTo>
                    <a:pt x="4614917" y="1244227"/>
                  </a:lnTo>
                  <a:lnTo>
                    <a:pt x="4615042" y="1244227"/>
                  </a:lnTo>
                  <a:lnTo>
                    <a:pt x="4615167" y="1244227"/>
                  </a:lnTo>
                  <a:lnTo>
                    <a:pt x="4615292" y="1244227"/>
                  </a:lnTo>
                  <a:lnTo>
                    <a:pt x="4615417" y="1244227"/>
                  </a:lnTo>
                  <a:lnTo>
                    <a:pt x="4615542" y="1244227"/>
                  </a:lnTo>
                  <a:lnTo>
                    <a:pt x="4615667" y="1244227"/>
                  </a:lnTo>
                  <a:lnTo>
                    <a:pt x="4615793" y="1244227"/>
                  </a:lnTo>
                  <a:lnTo>
                    <a:pt x="4615918" y="1244227"/>
                  </a:lnTo>
                  <a:lnTo>
                    <a:pt x="4616043" y="1244227"/>
                  </a:lnTo>
                  <a:lnTo>
                    <a:pt x="4616168" y="1244227"/>
                  </a:lnTo>
                  <a:lnTo>
                    <a:pt x="4616293" y="1244227"/>
                  </a:lnTo>
                  <a:lnTo>
                    <a:pt x="4616418" y="1244227"/>
                  </a:lnTo>
                  <a:lnTo>
                    <a:pt x="4616418" y="1234274"/>
                  </a:lnTo>
                  <a:lnTo>
                    <a:pt x="4616543" y="1234274"/>
                  </a:lnTo>
                  <a:lnTo>
                    <a:pt x="4616668" y="1234274"/>
                  </a:lnTo>
                  <a:lnTo>
                    <a:pt x="4616793" y="1234274"/>
                  </a:lnTo>
                  <a:lnTo>
                    <a:pt x="4616918" y="1234274"/>
                  </a:lnTo>
                  <a:lnTo>
                    <a:pt x="4617043" y="1234274"/>
                  </a:lnTo>
                  <a:lnTo>
                    <a:pt x="4617168" y="1234274"/>
                  </a:lnTo>
                  <a:lnTo>
                    <a:pt x="4617293" y="1234274"/>
                  </a:lnTo>
                  <a:lnTo>
                    <a:pt x="4617418" y="1234274"/>
                  </a:lnTo>
                  <a:lnTo>
                    <a:pt x="4617543" y="1234274"/>
                  </a:lnTo>
                  <a:lnTo>
                    <a:pt x="4617668" y="1234274"/>
                  </a:lnTo>
                  <a:lnTo>
                    <a:pt x="4617793" y="1234274"/>
                  </a:lnTo>
                  <a:lnTo>
                    <a:pt x="4617918" y="1234274"/>
                  </a:lnTo>
                  <a:lnTo>
                    <a:pt x="4618043" y="1234274"/>
                  </a:lnTo>
                  <a:lnTo>
                    <a:pt x="4618168" y="1234274"/>
                  </a:lnTo>
                  <a:lnTo>
                    <a:pt x="4618293" y="1234274"/>
                  </a:lnTo>
                  <a:lnTo>
                    <a:pt x="4618418" y="1234274"/>
                  </a:lnTo>
                  <a:lnTo>
                    <a:pt x="4618543" y="1234274"/>
                  </a:lnTo>
                  <a:lnTo>
                    <a:pt x="4618669" y="1234274"/>
                  </a:lnTo>
                  <a:lnTo>
                    <a:pt x="4618794" y="1234274"/>
                  </a:lnTo>
                  <a:lnTo>
                    <a:pt x="4618919" y="1234274"/>
                  </a:lnTo>
                  <a:lnTo>
                    <a:pt x="4619044" y="1234274"/>
                  </a:lnTo>
                  <a:lnTo>
                    <a:pt x="4619169" y="1234274"/>
                  </a:lnTo>
                  <a:lnTo>
                    <a:pt x="4619294" y="1234274"/>
                  </a:lnTo>
                  <a:lnTo>
                    <a:pt x="4619419" y="1234274"/>
                  </a:lnTo>
                  <a:lnTo>
                    <a:pt x="4619544" y="1234274"/>
                  </a:lnTo>
                  <a:lnTo>
                    <a:pt x="4619669" y="1234274"/>
                  </a:lnTo>
                  <a:lnTo>
                    <a:pt x="4619794" y="1234274"/>
                  </a:lnTo>
                  <a:lnTo>
                    <a:pt x="4619919" y="1234274"/>
                  </a:lnTo>
                  <a:lnTo>
                    <a:pt x="4620044" y="1234274"/>
                  </a:lnTo>
                  <a:lnTo>
                    <a:pt x="4620169" y="1234274"/>
                  </a:lnTo>
                  <a:lnTo>
                    <a:pt x="4620294" y="1234274"/>
                  </a:lnTo>
                  <a:lnTo>
                    <a:pt x="4620419" y="1234274"/>
                  </a:lnTo>
                  <a:lnTo>
                    <a:pt x="4620544" y="1234274"/>
                  </a:lnTo>
                  <a:lnTo>
                    <a:pt x="4620669" y="1234274"/>
                  </a:lnTo>
                  <a:lnTo>
                    <a:pt x="4620794" y="1234274"/>
                  </a:lnTo>
                  <a:lnTo>
                    <a:pt x="4620919" y="1234274"/>
                  </a:lnTo>
                  <a:lnTo>
                    <a:pt x="4621044" y="1234274"/>
                  </a:lnTo>
                  <a:lnTo>
                    <a:pt x="4621169" y="1234274"/>
                  </a:lnTo>
                  <a:lnTo>
                    <a:pt x="4621294" y="1234274"/>
                  </a:lnTo>
                  <a:lnTo>
                    <a:pt x="4621419" y="1234274"/>
                  </a:lnTo>
                  <a:lnTo>
                    <a:pt x="4621544" y="1234274"/>
                  </a:lnTo>
                  <a:lnTo>
                    <a:pt x="4621670" y="1234274"/>
                  </a:lnTo>
                  <a:lnTo>
                    <a:pt x="4621795" y="1234274"/>
                  </a:lnTo>
                  <a:lnTo>
                    <a:pt x="4621920" y="1234274"/>
                  </a:lnTo>
                  <a:lnTo>
                    <a:pt x="4622045" y="1234274"/>
                  </a:lnTo>
                  <a:lnTo>
                    <a:pt x="4622170" y="1234274"/>
                  </a:lnTo>
                  <a:lnTo>
                    <a:pt x="4622295" y="1234274"/>
                  </a:lnTo>
                  <a:lnTo>
                    <a:pt x="4622420" y="1234274"/>
                  </a:lnTo>
                  <a:lnTo>
                    <a:pt x="4622545" y="1234274"/>
                  </a:lnTo>
                  <a:lnTo>
                    <a:pt x="4622670" y="1234274"/>
                  </a:lnTo>
                  <a:lnTo>
                    <a:pt x="4622795" y="1234274"/>
                  </a:lnTo>
                  <a:lnTo>
                    <a:pt x="4622920" y="1234274"/>
                  </a:lnTo>
                  <a:lnTo>
                    <a:pt x="4623045" y="1234274"/>
                  </a:lnTo>
                  <a:lnTo>
                    <a:pt x="4623170" y="1234274"/>
                  </a:lnTo>
                  <a:lnTo>
                    <a:pt x="4623295" y="1234274"/>
                  </a:lnTo>
                  <a:lnTo>
                    <a:pt x="4623420" y="1234274"/>
                  </a:lnTo>
                  <a:lnTo>
                    <a:pt x="4623545" y="1234274"/>
                  </a:lnTo>
                  <a:lnTo>
                    <a:pt x="4623670" y="1234274"/>
                  </a:lnTo>
                  <a:lnTo>
                    <a:pt x="4623795" y="1234274"/>
                  </a:lnTo>
                  <a:lnTo>
                    <a:pt x="4623920" y="1234274"/>
                  </a:lnTo>
                  <a:lnTo>
                    <a:pt x="4624045" y="1234274"/>
                  </a:lnTo>
                  <a:lnTo>
                    <a:pt x="4624170" y="1234274"/>
                  </a:lnTo>
                  <a:lnTo>
                    <a:pt x="4624295" y="1234274"/>
                  </a:lnTo>
                  <a:lnTo>
                    <a:pt x="4624420" y="1234274"/>
                  </a:lnTo>
                  <a:lnTo>
                    <a:pt x="4624545" y="1234274"/>
                  </a:lnTo>
                  <a:lnTo>
                    <a:pt x="4624671" y="1234274"/>
                  </a:lnTo>
                  <a:lnTo>
                    <a:pt x="4624796" y="1234274"/>
                  </a:lnTo>
                  <a:lnTo>
                    <a:pt x="4624921" y="1234274"/>
                  </a:lnTo>
                  <a:lnTo>
                    <a:pt x="4625046" y="1234274"/>
                  </a:lnTo>
                  <a:lnTo>
                    <a:pt x="4625171" y="1234274"/>
                  </a:lnTo>
                  <a:lnTo>
                    <a:pt x="4625296" y="1234274"/>
                  </a:lnTo>
                  <a:lnTo>
                    <a:pt x="4625421" y="1234274"/>
                  </a:lnTo>
                  <a:lnTo>
                    <a:pt x="4625546" y="1234274"/>
                  </a:lnTo>
                  <a:lnTo>
                    <a:pt x="4625671" y="1234274"/>
                  </a:lnTo>
                  <a:lnTo>
                    <a:pt x="4625796" y="1234274"/>
                  </a:lnTo>
                  <a:lnTo>
                    <a:pt x="4625921" y="1234274"/>
                  </a:lnTo>
                  <a:lnTo>
                    <a:pt x="4626046" y="1234274"/>
                  </a:lnTo>
                  <a:lnTo>
                    <a:pt x="4626171" y="1234274"/>
                  </a:lnTo>
                  <a:lnTo>
                    <a:pt x="4626296" y="1234274"/>
                  </a:lnTo>
                  <a:lnTo>
                    <a:pt x="4626296" y="1224320"/>
                  </a:lnTo>
                  <a:lnTo>
                    <a:pt x="4626421" y="1224320"/>
                  </a:lnTo>
                  <a:lnTo>
                    <a:pt x="4626546" y="1224320"/>
                  </a:lnTo>
                  <a:lnTo>
                    <a:pt x="4626671" y="1224320"/>
                  </a:lnTo>
                  <a:lnTo>
                    <a:pt x="4626796" y="1224320"/>
                  </a:lnTo>
                  <a:lnTo>
                    <a:pt x="4626921" y="1224320"/>
                  </a:lnTo>
                  <a:lnTo>
                    <a:pt x="4627046" y="1224320"/>
                  </a:lnTo>
                  <a:lnTo>
                    <a:pt x="4627171" y="1224320"/>
                  </a:lnTo>
                  <a:lnTo>
                    <a:pt x="4627296" y="1224320"/>
                  </a:lnTo>
                  <a:lnTo>
                    <a:pt x="4627421" y="1224320"/>
                  </a:lnTo>
                  <a:lnTo>
                    <a:pt x="4627546" y="1224320"/>
                  </a:lnTo>
                  <a:lnTo>
                    <a:pt x="4627672" y="1224320"/>
                  </a:lnTo>
                  <a:lnTo>
                    <a:pt x="4627797" y="1224320"/>
                  </a:lnTo>
                  <a:lnTo>
                    <a:pt x="4627922" y="1224320"/>
                  </a:lnTo>
                  <a:lnTo>
                    <a:pt x="4628047" y="1224320"/>
                  </a:lnTo>
                  <a:lnTo>
                    <a:pt x="4628172" y="1224320"/>
                  </a:lnTo>
                  <a:lnTo>
                    <a:pt x="4628297" y="1224320"/>
                  </a:lnTo>
                  <a:lnTo>
                    <a:pt x="4628422" y="1224320"/>
                  </a:lnTo>
                  <a:lnTo>
                    <a:pt x="4628547" y="1224320"/>
                  </a:lnTo>
                  <a:lnTo>
                    <a:pt x="4628672" y="1224320"/>
                  </a:lnTo>
                  <a:lnTo>
                    <a:pt x="4628797" y="1224320"/>
                  </a:lnTo>
                  <a:lnTo>
                    <a:pt x="4628922" y="1224320"/>
                  </a:lnTo>
                  <a:lnTo>
                    <a:pt x="4629047" y="1224320"/>
                  </a:lnTo>
                  <a:lnTo>
                    <a:pt x="4629172" y="1224320"/>
                  </a:lnTo>
                  <a:lnTo>
                    <a:pt x="4629297" y="1224320"/>
                  </a:lnTo>
                  <a:lnTo>
                    <a:pt x="4629422" y="1224320"/>
                  </a:lnTo>
                  <a:lnTo>
                    <a:pt x="4629547" y="1224320"/>
                  </a:lnTo>
                  <a:lnTo>
                    <a:pt x="4629672" y="1224320"/>
                  </a:lnTo>
                  <a:lnTo>
                    <a:pt x="4629797" y="1224320"/>
                  </a:lnTo>
                  <a:lnTo>
                    <a:pt x="4629922" y="1224320"/>
                  </a:lnTo>
                  <a:lnTo>
                    <a:pt x="4630047" y="1224320"/>
                  </a:lnTo>
                  <a:lnTo>
                    <a:pt x="4630172" y="1224320"/>
                  </a:lnTo>
                  <a:lnTo>
                    <a:pt x="4630297" y="1224320"/>
                  </a:lnTo>
                  <a:lnTo>
                    <a:pt x="4630422" y="1224320"/>
                  </a:lnTo>
                  <a:lnTo>
                    <a:pt x="4630547" y="1224320"/>
                  </a:lnTo>
                  <a:lnTo>
                    <a:pt x="4630673" y="1224320"/>
                  </a:lnTo>
                  <a:lnTo>
                    <a:pt x="4630798" y="1224320"/>
                  </a:lnTo>
                  <a:lnTo>
                    <a:pt x="4630923" y="1224320"/>
                  </a:lnTo>
                  <a:lnTo>
                    <a:pt x="4631048" y="1224320"/>
                  </a:lnTo>
                  <a:lnTo>
                    <a:pt x="4631173" y="1224320"/>
                  </a:lnTo>
                  <a:lnTo>
                    <a:pt x="4631298" y="1224320"/>
                  </a:lnTo>
                  <a:lnTo>
                    <a:pt x="4631423" y="1224320"/>
                  </a:lnTo>
                  <a:lnTo>
                    <a:pt x="4631548" y="1224320"/>
                  </a:lnTo>
                  <a:lnTo>
                    <a:pt x="4631673" y="1224320"/>
                  </a:lnTo>
                  <a:lnTo>
                    <a:pt x="4631798" y="1224320"/>
                  </a:lnTo>
                  <a:lnTo>
                    <a:pt x="4631923" y="1224320"/>
                  </a:lnTo>
                  <a:lnTo>
                    <a:pt x="4632048" y="1224320"/>
                  </a:lnTo>
                  <a:lnTo>
                    <a:pt x="4632173" y="1224320"/>
                  </a:lnTo>
                  <a:lnTo>
                    <a:pt x="4632298" y="1224320"/>
                  </a:lnTo>
                  <a:lnTo>
                    <a:pt x="4632423" y="1224320"/>
                  </a:lnTo>
                  <a:lnTo>
                    <a:pt x="4632548" y="1224320"/>
                  </a:lnTo>
                  <a:lnTo>
                    <a:pt x="4632673" y="1224320"/>
                  </a:lnTo>
                  <a:lnTo>
                    <a:pt x="4632798" y="1224320"/>
                  </a:lnTo>
                  <a:lnTo>
                    <a:pt x="4632923" y="1224320"/>
                  </a:lnTo>
                  <a:lnTo>
                    <a:pt x="4633048" y="1224320"/>
                  </a:lnTo>
                  <a:lnTo>
                    <a:pt x="4633173" y="1224320"/>
                  </a:lnTo>
                  <a:lnTo>
                    <a:pt x="4633298" y="1224320"/>
                  </a:lnTo>
                  <a:lnTo>
                    <a:pt x="4633423" y="1224320"/>
                  </a:lnTo>
                  <a:lnTo>
                    <a:pt x="4633548" y="1224320"/>
                  </a:lnTo>
                  <a:lnTo>
                    <a:pt x="4633674" y="1224320"/>
                  </a:lnTo>
                  <a:lnTo>
                    <a:pt x="4633799" y="1224320"/>
                  </a:lnTo>
                  <a:lnTo>
                    <a:pt x="4633924" y="1224320"/>
                  </a:lnTo>
                  <a:lnTo>
                    <a:pt x="4634049" y="1224320"/>
                  </a:lnTo>
                  <a:lnTo>
                    <a:pt x="4634174" y="1224320"/>
                  </a:lnTo>
                  <a:lnTo>
                    <a:pt x="4634299" y="1224320"/>
                  </a:lnTo>
                  <a:lnTo>
                    <a:pt x="4634424" y="1224320"/>
                  </a:lnTo>
                  <a:lnTo>
                    <a:pt x="4634549" y="1224320"/>
                  </a:lnTo>
                  <a:lnTo>
                    <a:pt x="4634674" y="1224320"/>
                  </a:lnTo>
                  <a:lnTo>
                    <a:pt x="4634799" y="1224320"/>
                  </a:lnTo>
                  <a:lnTo>
                    <a:pt x="4634924" y="1224320"/>
                  </a:lnTo>
                  <a:lnTo>
                    <a:pt x="4635049" y="1224320"/>
                  </a:lnTo>
                  <a:lnTo>
                    <a:pt x="4635174" y="1224320"/>
                  </a:lnTo>
                  <a:lnTo>
                    <a:pt x="4635299" y="1224320"/>
                  </a:lnTo>
                  <a:lnTo>
                    <a:pt x="4635424" y="1224320"/>
                  </a:lnTo>
                  <a:lnTo>
                    <a:pt x="4635549" y="1224320"/>
                  </a:lnTo>
                  <a:lnTo>
                    <a:pt x="4635674" y="1224320"/>
                  </a:lnTo>
                  <a:lnTo>
                    <a:pt x="4635799" y="1224320"/>
                  </a:lnTo>
                  <a:lnTo>
                    <a:pt x="4635924" y="1224320"/>
                  </a:lnTo>
                  <a:lnTo>
                    <a:pt x="4636049" y="1224320"/>
                  </a:lnTo>
                  <a:lnTo>
                    <a:pt x="4636174" y="1224320"/>
                  </a:lnTo>
                  <a:lnTo>
                    <a:pt x="4636299" y="1224320"/>
                  </a:lnTo>
                  <a:lnTo>
                    <a:pt x="4636424" y="1224320"/>
                  </a:lnTo>
                  <a:lnTo>
                    <a:pt x="4636549" y="1224320"/>
                  </a:lnTo>
                  <a:lnTo>
                    <a:pt x="4636675" y="1224320"/>
                  </a:lnTo>
                  <a:lnTo>
                    <a:pt x="4636800" y="1224320"/>
                  </a:lnTo>
                  <a:lnTo>
                    <a:pt x="4636925" y="1224320"/>
                  </a:lnTo>
                  <a:lnTo>
                    <a:pt x="4637050" y="1224320"/>
                  </a:lnTo>
                  <a:lnTo>
                    <a:pt x="4637175" y="1224320"/>
                  </a:lnTo>
                  <a:lnTo>
                    <a:pt x="4637300" y="1224320"/>
                  </a:lnTo>
                  <a:lnTo>
                    <a:pt x="4637425" y="1224320"/>
                  </a:lnTo>
                  <a:lnTo>
                    <a:pt x="4637550" y="1224320"/>
                  </a:lnTo>
                  <a:lnTo>
                    <a:pt x="4637675" y="1224320"/>
                  </a:lnTo>
                  <a:lnTo>
                    <a:pt x="4637800" y="1224320"/>
                  </a:lnTo>
                  <a:lnTo>
                    <a:pt x="4637925" y="1224320"/>
                  </a:lnTo>
                  <a:lnTo>
                    <a:pt x="4638050" y="1224320"/>
                  </a:lnTo>
                  <a:lnTo>
                    <a:pt x="4638175" y="1224320"/>
                  </a:lnTo>
                  <a:lnTo>
                    <a:pt x="4638300" y="1224320"/>
                  </a:lnTo>
                  <a:lnTo>
                    <a:pt x="4638425" y="1224320"/>
                  </a:lnTo>
                  <a:lnTo>
                    <a:pt x="4638550" y="1224320"/>
                  </a:lnTo>
                  <a:lnTo>
                    <a:pt x="4638675" y="1224320"/>
                  </a:lnTo>
                  <a:lnTo>
                    <a:pt x="4638800" y="1224320"/>
                  </a:lnTo>
                  <a:lnTo>
                    <a:pt x="4638925" y="1224320"/>
                  </a:lnTo>
                  <a:lnTo>
                    <a:pt x="4639050" y="1224320"/>
                  </a:lnTo>
                  <a:lnTo>
                    <a:pt x="4639175" y="1224320"/>
                  </a:lnTo>
                  <a:lnTo>
                    <a:pt x="4639300" y="1224320"/>
                  </a:lnTo>
                  <a:lnTo>
                    <a:pt x="4639425" y="1224320"/>
                  </a:lnTo>
                  <a:lnTo>
                    <a:pt x="4639550" y="1224320"/>
                  </a:lnTo>
                  <a:lnTo>
                    <a:pt x="4639676" y="1224320"/>
                  </a:lnTo>
                  <a:lnTo>
                    <a:pt x="4639801" y="1224320"/>
                  </a:lnTo>
                  <a:lnTo>
                    <a:pt x="4639926" y="1224320"/>
                  </a:lnTo>
                  <a:lnTo>
                    <a:pt x="4640051" y="1224320"/>
                  </a:lnTo>
                  <a:lnTo>
                    <a:pt x="4640176" y="1224320"/>
                  </a:lnTo>
                  <a:lnTo>
                    <a:pt x="4640301" y="1224320"/>
                  </a:lnTo>
                  <a:lnTo>
                    <a:pt x="4640426" y="1224320"/>
                  </a:lnTo>
                  <a:lnTo>
                    <a:pt x="4640551" y="1224320"/>
                  </a:lnTo>
                  <a:lnTo>
                    <a:pt x="4640676" y="1224320"/>
                  </a:lnTo>
                  <a:lnTo>
                    <a:pt x="4640801" y="1224320"/>
                  </a:lnTo>
                  <a:lnTo>
                    <a:pt x="4640926" y="1224320"/>
                  </a:lnTo>
                  <a:lnTo>
                    <a:pt x="4641051" y="1224320"/>
                  </a:lnTo>
                  <a:lnTo>
                    <a:pt x="4641176" y="1224320"/>
                  </a:lnTo>
                  <a:lnTo>
                    <a:pt x="4641301" y="1224320"/>
                  </a:lnTo>
                  <a:lnTo>
                    <a:pt x="4641426" y="1224320"/>
                  </a:lnTo>
                  <a:lnTo>
                    <a:pt x="4641551" y="1224320"/>
                  </a:lnTo>
                  <a:lnTo>
                    <a:pt x="4641676" y="1224320"/>
                  </a:lnTo>
                  <a:lnTo>
                    <a:pt x="4641801" y="1224320"/>
                  </a:lnTo>
                  <a:lnTo>
                    <a:pt x="4641926" y="1224320"/>
                  </a:lnTo>
                  <a:lnTo>
                    <a:pt x="4642051" y="1224320"/>
                  </a:lnTo>
                  <a:lnTo>
                    <a:pt x="4642176" y="1224320"/>
                  </a:lnTo>
                  <a:lnTo>
                    <a:pt x="4642301" y="1224320"/>
                  </a:lnTo>
                  <a:lnTo>
                    <a:pt x="4642426" y="1224320"/>
                  </a:lnTo>
                  <a:lnTo>
                    <a:pt x="4642551" y="1224320"/>
                  </a:lnTo>
                  <a:lnTo>
                    <a:pt x="4642677" y="1224320"/>
                  </a:lnTo>
                  <a:lnTo>
                    <a:pt x="4642802" y="1224320"/>
                  </a:lnTo>
                  <a:lnTo>
                    <a:pt x="4642927" y="1224320"/>
                  </a:lnTo>
                  <a:lnTo>
                    <a:pt x="4643052" y="1224320"/>
                  </a:lnTo>
                  <a:lnTo>
                    <a:pt x="4643177" y="1224320"/>
                  </a:lnTo>
                  <a:lnTo>
                    <a:pt x="4643302" y="1224320"/>
                  </a:lnTo>
                  <a:lnTo>
                    <a:pt x="4643427" y="1224320"/>
                  </a:lnTo>
                  <a:lnTo>
                    <a:pt x="4643552" y="1224320"/>
                  </a:lnTo>
                  <a:lnTo>
                    <a:pt x="4643677" y="1224320"/>
                  </a:lnTo>
                  <a:lnTo>
                    <a:pt x="4643802" y="1224320"/>
                  </a:lnTo>
                  <a:lnTo>
                    <a:pt x="4643927" y="1224320"/>
                  </a:lnTo>
                  <a:lnTo>
                    <a:pt x="4644052" y="1224320"/>
                  </a:lnTo>
                  <a:lnTo>
                    <a:pt x="4644177" y="1224320"/>
                  </a:lnTo>
                  <a:lnTo>
                    <a:pt x="4644302" y="1224320"/>
                  </a:lnTo>
                  <a:lnTo>
                    <a:pt x="4644427" y="1224320"/>
                  </a:lnTo>
                  <a:lnTo>
                    <a:pt x="4644552" y="1224320"/>
                  </a:lnTo>
                  <a:lnTo>
                    <a:pt x="4644677" y="1224320"/>
                  </a:lnTo>
                  <a:lnTo>
                    <a:pt x="4644802" y="1224320"/>
                  </a:lnTo>
                  <a:lnTo>
                    <a:pt x="4644927" y="1224320"/>
                  </a:lnTo>
                  <a:lnTo>
                    <a:pt x="4645052" y="1224320"/>
                  </a:lnTo>
                  <a:lnTo>
                    <a:pt x="4645177" y="1224320"/>
                  </a:lnTo>
                  <a:lnTo>
                    <a:pt x="4645302" y="1224320"/>
                  </a:lnTo>
                  <a:lnTo>
                    <a:pt x="4645427" y="1224320"/>
                  </a:lnTo>
                  <a:lnTo>
                    <a:pt x="4645552" y="1224320"/>
                  </a:lnTo>
                  <a:lnTo>
                    <a:pt x="4645678" y="1224320"/>
                  </a:lnTo>
                  <a:lnTo>
                    <a:pt x="4645803" y="1224320"/>
                  </a:lnTo>
                  <a:lnTo>
                    <a:pt x="4645928" y="1224320"/>
                  </a:lnTo>
                  <a:lnTo>
                    <a:pt x="4646053" y="1224320"/>
                  </a:lnTo>
                  <a:lnTo>
                    <a:pt x="4646178" y="1224320"/>
                  </a:lnTo>
                  <a:lnTo>
                    <a:pt x="4646303" y="1224320"/>
                  </a:lnTo>
                  <a:lnTo>
                    <a:pt x="4646428" y="1224320"/>
                  </a:lnTo>
                  <a:lnTo>
                    <a:pt x="4646553" y="1224320"/>
                  </a:lnTo>
                  <a:lnTo>
                    <a:pt x="4646678" y="1224320"/>
                  </a:lnTo>
                  <a:lnTo>
                    <a:pt x="4646803" y="1224320"/>
                  </a:lnTo>
                  <a:lnTo>
                    <a:pt x="4646928" y="1224320"/>
                  </a:lnTo>
                  <a:lnTo>
                    <a:pt x="4647053" y="1224320"/>
                  </a:lnTo>
                  <a:lnTo>
                    <a:pt x="4647178" y="1224320"/>
                  </a:lnTo>
                  <a:lnTo>
                    <a:pt x="4647303" y="1224320"/>
                  </a:lnTo>
                  <a:lnTo>
                    <a:pt x="4647428" y="1224320"/>
                  </a:lnTo>
                  <a:lnTo>
                    <a:pt x="4647553" y="1224320"/>
                  </a:lnTo>
                  <a:lnTo>
                    <a:pt x="4647678" y="1224320"/>
                  </a:lnTo>
                  <a:lnTo>
                    <a:pt x="4647803" y="1224320"/>
                  </a:lnTo>
                  <a:lnTo>
                    <a:pt x="4647928" y="1224320"/>
                  </a:lnTo>
                  <a:lnTo>
                    <a:pt x="4648053" y="1224320"/>
                  </a:lnTo>
                  <a:lnTo>
                    <a:pt x="4648178" y="1224320"/>
                  </a:lnTo>
                  <a:lnTo>
                    <a:pt x="4648303" y="1224320"/>
                  </a:lnTo>
                  <a:lnTo>
                    <a:pt x="4648428" y="1224320"/>
                  </a:lnTo>
                  <a:lnTo>
                    <a:pt x="4648553" y="1224320"/>
                  </a:lnTo>
                  <a:lnTo>
                    <a:pt x="4648679" y="1224320"/>
                  </a:lnTo>
                  <a:lnTo>
                    <a:pt x="4648804" y="1224320"/>
                  </a:lnTo>
                  <a:lnTo>
                    <a:pt x="4648929" y="1224320"/>
                  </a:lnTo>
                  <a:lnTo>
                    <a:pt x="4649054" y="1224320"/>
                  </a:lnTo>
                  <a:lnTo>
                    <a:pt x="4649179" y="1224320"/>
                  </a:lnTo>
                  <a:lnTo>
                    <a:pt x="4649304" y="1224320"/>
                  </a:lnTo>
                  <a:lnTo>
                    <a:pt x="4649429" y="1224320"/>
                  </a:lnTo>
                  <a:lnTo>
                    <a:pt x="4649554" y="1224320"/>
                  </a:lnTo>
                  <a:lnTo>
                    <a:pt x="4649679" y="1224320"/>
                  </a:lnTo>
                  <a:lnTo>
                    <a:pt x="4649804" y="1224320"/>
                  </a:lnTo>
                  <a:lnTo>
                    <a:pt x="4649929" y="1224320"/>
                  </a:lnTo>
                  <a:lnTo>
                    <a:pt x="4650054" y="1224320"/>
                  </a:lnTo>
                  <a:lnTo>
                    <a:pt x="4650179" y="1224320"/>
                  </a:lnTo>
                  <a:lnTo>
                    <a:pt x="4650304" y="1224320"/>
                  </a:lnTo>
                  <a:lnTo>
                    <a:pt x="4650429" y="1224320"/>
                  </a:lnTo>
                  <a:lnTo>
                    <a:pt x="4650554" y="1224320"/>
                  </a:lnTo>
                  <a:lnTo>
                    <a:pt x="4650679" y="1224320"/>
                  </a:lnTo>
                  <a:lnTo>
                    <a:pt x="4650804" y="1224320"/>
                  </a:lnTo>
                  <a:lnTo>
                    <a:pt x="4650929" y="1224320"/>
                  </a:lnTo>
                  <a:lnTo>
                    <a:pt x="4651054" y="1224320"/>
                  </a:lnTo>
                  <a:lnTo>
                    <a:pt x="4651179" y="1224320"/>
                  </a:lnTo>
                  <a:lnTo>
                    <a:pt x="4651304" y="1224320"/>
                  </a:lnTo>
                  <a:lnTo>
                    <a:pt x="4651429" y="1224320"/>
                  </a:lnTo>
                  <a:lnTo>
                    <a:pt x="4651554" y="1224320"/>
                  </a:lnTo>
                  <a:lnTo>
                    <a:pt x="4651680" y="1224320"/>
                  </a:lnTo>
                  <a:lnTo>
                    <a:pt x="4651805" y="1224320"/>
                  </a:lnTo>
                  <a:lnTo>
                    <a:pt x="4651930" y="1224320"/>
                  </a:lnTo>
                  <a:lnTo>
                    <a:pt x="4652055" y="1224320"/>
                  </a:lnTo>
                  <a:lnTo>
                    <a:pt x="4652180" y="1224320"/>
                  </a:lnTo>
                  <a:lnTo>
                    <a:pt x="4652305" y="1224320"/>
                  </a:lnTo>
                  <a:lnTo>
                    <a:pt x="4652430" y="1224320"/>
                  </a:lnTo>
                  <a:lnTo>
                    <a:pt x="4652555" y="1224320"/>
                  </a:lnTo>
                  <a:lnTo>
                    <a:pt x="4652680" y="1224320"/>
                  </a:lnTo>
                  <a:lnTo>
                    <a:pt x="4652805" y="1224320"/>
                  </a:lnTo>
                  <a:lnTo>
                    <a:pt x="4652930" y="1224320"/>
                  </a:lnTo>
                  <a:lnTo>
                    <a:pt x="4653055" y="1224320"/>
                  </a:lnTo>
                  <a:lnTo>
                    <a:pt x="4653180" y="1224320"/>
                  </a:lnTo>
                  <a:lnTo>
                    <a:pt x="4653305" y="1224320"/>
                  </a:lnTo>
                  <a:lnTo>
                    <a:pt x="4653430" y="1224320"/>
                  </a:lnTo>
                  <a:lnTo>
                    <a:pt x="4653555" y="1224320"/>
                  </a:lnTo>
                  <a:lnTo>
                    <a:pt x="4653680" y="1224320"/>
                  </a:lnTo>
                  <a:lnTo>
                    <a:pt x="4653805" y="1224320"/>
                  </a:lnTo>
                  <a:lnTo>
                    <a:pt x="4653930" y="1224320"/>
                  </a:lnTo>
                  <a:lnTo>
                    <a:pt x="4654055" y="1224320"/>
                  </a:lnTo>
                  <a:lnTo>
                    <a:pt x="4654180" y="1224320"/>
                  </a:lnTo>
                  <a:lnTo>
                    <a:pt x="4654305" y="1224320"/>
                  </a:lnTo>
                  <a:lnTo>
                    <a:pt x="4654430" y="1224320"/>
                  </a:lnTo>
                  <a:lnTo>
                    <a:pt x="4654555" y="1224320"/>
                  </a:lnTo>
                  <a:lnTo>
                    <a:pt x="4654681" y="1224320"/>
                  </a:lnTo>
                  <a:lnTo>
                    <a:pt x="4654806" y="1224320"/>
                  </a:lnTo>
                  <a:lnTo>
                    <a:pt x="4654931" y="1224320"/>
                  </a:lnTo>
                  <a:lnTo>
                    <a:pt x="4655056" y="1224320"/>
                  </a:lnTo>
                  <a:lnTo>
                    <a:pt x="4655181" y="1224320"/>
                  </a:lnTo>
                  <a:lnTo>
                    <a:pt x="4655306" y="1224320"/>
                  </a:lnTo>
                  <a:lnTo>
                    <a:pt x="4655431" y="1224320"/>
                  </a:lnTo>
                  <a:lnTo>
                    <a:pt x="4655556" y="1224320"/>
                  </a:lnTo>
                  <a:lnTo>
                    <a:pt x="4655681" y="1224320"/>
                  </a:lnTo>
                  <a:lnTo>
                    <a:pt x="4655806" y="1224320"/>
                  </a:lnTo>
                  <a:lnTo>
                    <a:pt x="4655931" y="1224320"/>
                  </a:lnTo>
                  <a:lnTo>
                    <a:pt x="4656056" y="1224320"/>
                  </a:lnTo>
                  <a:lnTo>
                    <a:pt x="4656181" y="1224320"/>
                  </a:lnTo>
                  <a:lnTo>
                    <a:pt x="4656306" y="1224320"/>
                  </a:lnTo>
                  <a:lnTo>
                    <a:pt x="4656431" y="1224320"/>
                  </a:lnTo>
                  <a:lnTo>
                    <a:pt x="4656556" y="1224320"/>
                  </a:lnTo>
                  <a:lnTo>
                    <a:pt x="4656681" y="1224320"/>
                  </a:lnTo>
                  <a:lnTo>
                    <a:pt x="4656806" y="1224320"/>
                  </a:lnTo>
                  <a:lnTo>
                    <a:pt x="4656931" y="1224320"/>
                  </a:lnTo>
                  <a:lnTo>
                    <a:pt x="4657056" y="1224320"/>
                  </a:lnTo>
                  <a:lnTo>
                    <a:pt x="4657181" y="1224320"/>
                  </a:lnTo>
                  <a:lnTo>
                    <a:pt x="4657306" y="1224320"/>
                  </a:lnTo>
                  <a:lnTo>
                    <a:pt x="4657431" y="1224320"/>
                  </a:lnTo>
                  <a:lnTo>
                    <a:pt x="4657557" y="1224320"/>
                  </a:lnTo>
                  <a:lnTo>
                    <a:pt x="4657682" y="1224320"/>
                  </a:lnTo>
                  <a:lnTo>
                    <a:pt x="4657807" y="1224320"/>
                  </a:lnTo>
                  <a:lnTo>
                    <a:pt x="4657932" y="1224320"/>
                  </a:lnTo>
                  <a:lnTo>
                    <a:pt x="4658057" y="1224320"/>
                  </a:lnTo>
                  <a:lnTo>
                    <a:pt x="4658182" y="1224320"/>
                  </a:lnTo>
                  <a:lnTo>
                    <a:pt x="4658307" y="1224320"/>
                  </a:lnTo>
                  <a:lnTo>
                    <a:pt x="4658432" y="1224320"/>
                  </a:lnTo>
                  <a:lnTo>
                    <a:pt x="4658557" y="1224320"/>
                  </a:lnTo>
                  <a:lnTo>
                    <a:pt x="4658682" y="1224320"/>
                  </a:lnTo>
                  <a:lnTo>
                    <a:pt x="4658807" y="1224320"/>
                  </a:lnTo>
                  <a:lnTo>
                    <a:pt x="4658932" y="1224320"/>
                  </a:lnTo>
                  <a:lnTo>
                    <a:pt x="4659057" y="1224320"/>
                  </a:lnTo>
                  <a:lnTo>
                    <a:pt x="4659182" y="1224320"/>
                  </a:lnTo>
                  <a:lnTo>
                    <a:pt x="4659307" y="1224320"/>
                  </a:lnTo>
                  <a:lnTo>
                    <a:pt x="4659432" y="1224320"/>
                  </a:lnTo>
                  <a:lnTo>
                    <a:pt x="4659557" y="1224320"/>
                  </a:lnTo>
                  <a:lnTo>
                    <a:pt x="4659682" y="1224320"/>
                  </a:lnTo>
                  <a:lnTo>
                    <a:pt x="4659807" y="1224320"/>
                  </a:lnTo>
                  <a:lnTo>
                    <a:pt x="4659932" y="1224320"/>
                  </a:lnTo>
                  <a:lnTo>
                    <a:pt x="4660057" y="1224320"/>
                  </a:lnTo>
                  <a:lnTo>
                    <a:pt x="4660182" y="1224320"/>
                  </a:lnTo>
                  <a:lnTo>
                    <a:pt x="4660307" y="1224320"/>
                  </a:lnTo>
                  <a:lnTo>
                    <a:pt x="4660432" y="1224320"/>
                  </a:lnTo>
                  <a:lnTo>
                    <a:pt x="4660558" y="1224320"/>
                  </a:lnTo>
                  <a:lnTo>
                    <a:pt x="4660683" y="1224320"/>
                  </a:lnTo>
                  <a:lnTo>
                    <a:pt x="4660808" y="1224320"/>
                  </a:lnTo>
                  <a:lnTo>
                    <a:pt x="4660933" y="1224320"/>
                  </a:lnTo>
                  <a:lnTo>
                    <a:pt x="4661058" y="1224320"/>
                  </a:lnTo>
                  <a:lnTo>
                    <a:pt x="4661183" y="1224320"/>
                  </a:lnTo>
                  <a:lnTo>
                    <a:pt x="4661308" y="1224320"/>
                  </a:lnTo>
                  <a:lnTo>
                    <a:pt x="4661433" y="1224320"/>
                  </a:lnTo>
                  <a:lnTo>
                    <a:pt x="4661558" y="1224320"/>
                  </a:lnTo>
                  <a:lnTo>
                    <a:pt x="4661683" y="1224320"/>
                  </a:lnTo>
                  <a:lnTo>
                    <a:pt x="4661808" y="1224320"/>
                  </a:lnTo>
                  <a:lnTo>
                    <a:pt x="4661933" y="1224320"/>
                  </a:lnTo>
                  <a:lnTo>
                    <a:pt x="4662058" y="1224320"/>
                  </a:lnTo>
                  <a:lnTo>
                    <a:pt x="4662183" y="1224320"/>
                  </a:lnTo>
                  <a:lnTo>
                    <a:pt x="4662308" y="1224320"/>
                  </a:lnTo>
                  <a:lnTo>
                    <a:pt x="4662433" y="1224320"/>
                  </a:lnTo>
                  <a:lnTo>
                    <a:pt x="4662558" y="1224320"/>
                  </a:lnTo>
                  <a:lnTo>
                    <a:pt x="4662683" y="1224320"/>
                  </a:lnTo>
                  <a:lnTo>
                    <a:pt x="4662808" y="1224320"/>
                  </a:lnTo>
                  <a:lnTo>
                    <a:pt x="4662933" y="1224320"/>
                  </a:lnTo>
                  <a:lnTo>
                    <a:pt x="4663058" y="1224320"/>
                  </a:lnTo>
                  <a:lnTo>
                    <a:pt x="4663183" y="1224320"/>
                  </a:lnTo>
                  <a:lnTo>
                    <a:pt x="4663308" y="1224320"/>
                  </a:lnTo>
                  <a:lnTo>
                    <a:pt x="4663433" y="1224320"/>
                  </a:lnTo>
                  <a:lnTo>
                    <a:pt x="4663559" y="1224320"/>
                  </a:lnTo>
                  <a:lnTo>
                    <a:pt x="4663684" y="1224320"/>
                  </a:lnTo>
                  <a:lnTo>
                    <a:pt x="4663809" y="1224320"/>
                  </a:lnTo>
                  <a:lnTo>
                    <a:pt x="4663934" y="1224320"/>
                  </a:lnTo>
                  <a:lnTo>
                    <a:pt x="4664059" y="1224320"/>
                  </a:lnTo>
                  <a:lnTo>
                    <a:pt x="4664184" y="1224320"/>
                  </a:lnTo>
                  <a:lnTo>
                    <a:pt x="4664309" y="1224320"/>
                  </a:lnTo>
                  <a:lnTo>
                    <a:pt x="4664434" y="1224320"/>
                  </a:lnTo>
                  <a:lnTo>
                    <a:pt x="4664559" y="1224320"/>
                  </a:lnTo>
                  <a:lnTo>
                    <a:pt x="4664684" y="1224320"/>
                  </a:lnTo>
                  <a:lnTo>
                    <a:pt x="4664809" y="1224320"/>
                  </a:lnTo>
                  <a:lnTo>
                    <a:pt x="4664934" y="1224320"/>
                  </a:lnTo>
                  <a:lnTo>
                    <a:pt x="4665059" y="1224320"/>
                  </a:lnTo>
                  <a:lnTo>
                    <a:pt x="4665184" y="1224320"/>
                  </a:lnTo>
                  <a:lnTo>
                    <a:pt x="4665309" y="1224320"/>
                  </a:lnTo>
                  <a:lnTo>
                    <a:pt x="4665434" y="1224320"/>
                  </a:lnTo>
                  <a:lnTo>
                    <a:pt x="4665559" y="1224320"/>
                  </a:lnTo>
                  <a:lnTo>
                    <a:pt x="4665684" y="1224320"/>
                  </a:lnTo>
                  <a:lnTo>
                    <a:pt x="4665809" y="1224320"/>
                  </a:lnTo>
                  <a:lnTo>
                    <a:pt x="4665934" y="1224320"/>
                  </a:lnTo>
                  <a:lnTo>
                    <a:pt x="4666059" y="1224320"/>
                  </a:lnTo>
                  <a:lnTo>
                    <a:pt x="4666184" y="1224320"/>
                  </a:lnTo>
                  <a:lnTo>
                    <a:pt x="4666309" y="1224320"/>
                  </a:lnTo>
                  <a:lnTo>
                    <a:pt x="4666434" y="1224320"/>
                  </a:lnTo>
                  <a:lnTo>
                    <a:pt x="4666560" y="1224320"/>
                  </a:lnTo>
                  <a:lnTo>
                    <a:pt x="4666685" y="1224320"/>
                  </a:lnTo>
                  <a:lnTo>
                    <a:pt x="4666810" y="1224320"/>
                  </a:lnTo>
                  <a:lnTo>
                    <a:pt x="4666935" y="1224320"/>
                  </a:lnTo>
                  <a:lnTo>
                    <a:pt x="4667060" y="1224320"/>
                  </a:lnTo>
                  <a:lnTo>
                    <a:pt x="4667185" y="1224320"/>
                  </a:lnTo>
                  <a:lnTo>
                    <a:pt x="4667310" y="1224320"/>
                  </a:lnTo>
                  <a:lnTo>
                    <a:pt x="4667435" y="1224320"/>
                  </a:lnTo>
                  <a:lnTo>
                    <a:pt x="4667560" y="1224320"/>
                  </a:lnTo>
                  <a:lnTo>
                    <a:pt x="4667685" y="1224320"/>
                  </a:lnTo>
                  <a:lnTo>
                    <a:pt x="4667810" y="1224320"/>
                  </a:lnTo>
                  <a:lnTo>
                    <a:pt x="4667935" y="1224320"/>
                  </a:lnTo>
                  <a:lnTo>
                    <a:pt x="4668060" y="1224320"/>
                  </a:lnTo>
                  <a:lnTo>
                    <a:pt x="4668185" y="1224320"/>
                  </a:lnTo>
                  <a:lnTo>
                    <a:pt x="4668310" y="1224320"/>
                  </a:lnTo>
                  <a:lnTo>
                    <a:pt x="4668435" y="1224320"/>
                  </a:lnTo>
                  <a:lnTo>
                    <a:pt x="4668560" y="1224320"/>
                  </a:lnTo>
                  <a:lnTo>
                    <a:pt x="4668685" y="1224320"/>
                  </a:lnTo>
                  <a:lnTo>
                    <a:pt x="4668810" y="1224320"/>
                  </a:lnTo>
                  <a:lnTo>
                    <a:pt x="4668935" y="1224320"/>
                  </a:lnTo>
                  <a:lnTo>
                    <a:pt x="4669060" y="1224320"/>
                  </a:lnTo>
                  <a:lnTo>
                    <a:pt x="4669185" y="1224320"/>
                  </a:lnTo>
                  <a:lnTo>
                    <a:pt x="4669310" y="1224320"/>
                  </a:lnTo>
                  <a:lnTo>
                    <a:pt x="4669435" y="1224320"/>
                  </a:lnTo>
                  <a:lnTo>
                    <a:pt x="4669561" y="1224320"/>
                  </a:lnTo>
                  <a:lnTo>
                    <a:pt x="4669686" y="1224320"/>
                  </a:lnTo>
                  <a:lnTo>
                    <a:pt x="4669811" y="1224320"/>
                  </a:lnTo>
                  <a:lnTo>
                    <a:pt x="4669936" y="1224320"/>
                  </a:lnTo>
                  <a:lnTo>
                    <a:pt x="4670061" y="1224320"/>
                  </a:lnTo>
                  <a:lnTo>
                    <a:pt x="4670186" y="1224320"/>
                  </a:lnTo>
                  <a:lnTo>
                    <a:pt x="4670311" y="1224320"/>
                  </a:lnTo>
                  <a:lnTo>
                    <a:pt x="4670436" y="1224320"/>
                  </a:lnTo>
                  <a:lnTo>
                    <a:pt x="4670561" y="1224320"/>
                  </a:lnTo>
                  <a:lnTo>
                    <a:pt x="4670686" y="1224320"/>
                  </a:lnTo>
                  <a:lnTo>
                    <a:pt x="4670811" y="1224320"/>
                  </a:lnTo>
                  <a:lnTo>
                    <a:pt x="4670936" y="1224320"/>
                  </a:lnTo>
                  <a:lnTo>
                    <a:pt x="4671061" y="1224320"/>
                  </a:lnTo>
                  <a:lnTo>
                    <a:pt x="4671186" y="1224320"/>
                  </a:lnTo>
                  <a:lnTo>
                    <a:pt x="4671311" y="1224320"/>
                  </a:lnTo>
                  <a:lnTo>
                    <a:pt x="4671436" y="1224320"/>
                  </a:lnTo>
                  <a:lnTo>
                    <a:pt x="4671561" y="1224320"/>
                  </a:lnTo>
                  <a:lnTo>
                    <a:pt x="4671686" y="1224320"/>
                  </a:lnTo>
                  <a:lnTo>
                    <a:pt x="4671811" y="1224320"/>
                  </a:lnTo>
                  <a:lnTo>
                    <a:pt x="4671936" y="1224320"/>
                  </a:lnTo>
                  <a:lnTo>
                    <a:pt x="4672061" y="1224320"/>
                  </a:lnTo>
                  <a:lnTo>
                    <a:pt x="4672186" y="1224320"/>
                  </a:lnTo>
                  <a:lnTo>
                    <a:pt x="4672311" y="1224320"/>
                  </a:lnTo>
                  <a:lnTo>
                    <a:pt x="4672436" y="1224320"/>
                  </a:lnTo>
                  <a:lnTo>
                    <a:pt x="4672562" y="1224320"/>
                  </a:lnTo>
                  <a:lnTo>
                    <a:pt x="4672687" y="1224320"/>
                  </a:lnTo>
                  <a:lnTo>
                    <a:pt x="4672812" y="1224320"/>
                  </a:lnTo>
                  <a:lnTo>
                    <a:pt x="4672937" y="1224320"/>
                  </a:lnTo>
                  <a:lnTo>
                    <a:pt x="4673062" y="1224320"/>
                  </a:lnTo>
                  <a:lnTo>
                    <a:pt x="4673187" y="1224320"/>
                  </a:lnTo>
                  <a:lnTo>
                    <a:pt x="4673312" y="1224320"/>
                  </a:lnTo>
                  <a:lnTo>
                    <a:pt x="4673437" y="1224320"/>
                  </a:lnTo>
                  <a:lnTo>
                    <a:pt x="4673562" y="1224320"/>
                  </a:lnTo>
                  <a:lnTo>
                    <a:pt x="4673687" y="1224320"/>
                  </a:lnTo>
                  <a:lnTo>
                    <a:pt x="4673812" y="1224320"/>
                  </a:lnTo>
                  <a:lnTo>
                    <a:pt x="4673937" y="1224320"/>
                  </a:lnTo>
                  <a:lnTo>
                    <a:pt x="4674062" y="1224320"/>
                  </a:lnTo>
                  <a:lnTo>
                    <a:pt x="4674187" y="1224320"/>
                  </a:lnTo>
                  <a:lnTo>
                    <a:pt x="4674312" y="1224320"/>
                  </a:lnTo>
                  <a:lnTo>
                    <a:pt x="4674437" y="1224320"/>
                  </a:lnTo>
                  <a:lnTo>
                    <a:pt x="4674562" y="1224320"/>
                  </a:lnTo>
                  <a:lnTo>
                    <a:pt x="4674687" y="1224320"/>
                  </a:lnTo>
                  <a:lnTo>
                    <a:pt x="4674812" y="1224320"/>
                  </a:lnTo>
                  <a:lnTo>
                    <a:pt x="4674937" y="1224320"/>
                  </a:lnTo>
                  <a:lnTo>
                    <a:pt x="4675062" y="1224320"/>
                  </a:lnTo>
                  <a:lnTo>
                    <a:pt x="4675187" y="1224320"/>
                  </a:lnTo>
                  <a:lnTo>
                    <a:pt x="4675312" y="1224320"/>
                  </a:lnTo>
                  <a:lnTo>
                    <a:pt x="4675437" y="1224320"/>
                  </a:lnTo>
                  <a:lnTo>
                    <a:pt x="4675563" y="1224320"/>
                  </a:lnTo>
                  <a:lnTo>
                    <a:pt x="4675688" y="1224320"/>
                  </a:lnTo>
                  <a:lnTo>
                    <a:pt x="4675813" y="1224320"/>
                  </a:lnTo>
                  <a:lnTo>
                    <a:pt x="4675938" y="1224320"/>
                  </a:lnTo>
                  <a:lnTo>
                    <a:pt x="4676063" y="1224320"/>
                  </a:lnTo>
                  <a:lnTo>
                    <a:pt x="4676188" y="1224320"/>
                  </a:lnTo>
                  <a:lnTo>
                    <a:pt x="4676313" y="1224320"/>
                  </a:lnTo>
                  <a:lnTo>
                    <a:pt x="4676438" y="1224320"/>
                  </a:lnTo>
                  <a:lnTo>
                    <a:pt x="4676563" y="1224320"/>
                  </a:lnTo>
                  <a:lnTo>
                    <a:pt x="4676688" y="1224320"/>
                  </a:lnTo>
                  <a:lnTo>
                    <a:pt x="4676813" y="1224320"/>
                  </a:lnTo>
                  <a:lnTo>
                    <a:pt x="4676938" y="1224320"/>
                  </a:lnTo>
                  <a:lnTo>
                    <a:pt x="4677063" y="1224320"/>
                  </a:lnTo>
                  <a:lnTo>
                    <a:pt x="4677188" y="1224320"/>
                  </a:lnTo>
                  <a:lnTo>
                    <a:pt x="4677313" y="1224320"/>
                  </a:lnTo>
                  <a:lnTo>
                    <a:pt x="4677438" y="1224320"/>
                  </a:lnTo>
                  <a:lnTo>
                    <a:pt x="4677563" y="1224320"/>
                  </a:lnTo>
                  <a:lnTo>
                    <a:pt x="4677688" y="1224320"/>
                  </a:lnTo>
                  <a:lnTo>
                    <a:pt x="4677813" y="1224320"/>
                  </a:lnTo>
                  <a:lnTo>
                    <a:pt x="4677938" y="1224320"/>
                  </a:lnTo>
                  <a:lnTo>
                    <a:pt x="4678063" y="1224320"/>
                  </a:lnTo>
                  <a:lnTo>
                    <a:pt x="4678188" y="1224320"/>
                  </a:lnTo>
                  <a:lnTo>
                    <a:pt x="4678313" y="1224320"/>
                  </a:lnTo>
                  <a:lnTo>
                    <a:pt x="4678438" y="1224320"/>
                  </a:lnTo>
                  <a:lnTo>
                    <a:pt x="4678564" y="1224320"/>
                  </a:lnTo>
                  <a:lnTo>
                    <a:pt x="4678689" y="1224320"/>
                  </a:lnTo>
                  <a:lnTo>
                    <a:pt x="4678814" y="1224320"/>
                  </a:lnTo>
                  <a:lnTo>
                    <a:pt x="4678939" y="1224320"/>
                  </a:lnTo>
                  <a:lnTo>
                    <a:pt x="4679064" y="1224320"/>
                  </a:lnTo>
                  <a:lnTo>
                    <a:pt x="4679189" y="1224320"/>
                  </a:lnTo>
                  <a:lnTo>
                    <a:pt x="4679314" y="1224320"/>
                  </a:lnTo>
                  <a:lnTo>
                    <a:pt x="4679439" y="1224320"/>
                  </a:lnTo>
                  <a:lnTo>
                    <a:pt x="4679564" y="1224320"/>
                  </a:lnTo>
                  <a:lnTo>
                    <a:pt x="4679689" y="1224320"/>
                  </a:lnTo>
                  <a:lnTo>
                    <a:pt x="4679814" y="1224320"/>
                  </a:lnTo>
                  <a:lnTo>
                    <a:pt x="4679939" y="1224320"/>
                  </a:lnTo>
                  <a:lnTo>
                    <a:pt x="4680064" y="1224320"/>
                  </a:lnTo>
                  <a:lnTo>
                    <a:pt x="4680189" y="1224320"/>
                  </a:lnTo>
                  <a:lnTo>
                    <a:pt x="4680314" y="1224320"/>
                  </a:lnTo>
                  <a:lnTo>
                    <a:pt x="4680439" y="1224320"/>
                  </a:lnTo>
                  <a:lnTo>
                    <a:pt x="4680564" y="1224320"/>
                  </a:lnTo>
                  <a:lnTo>
                    <a:pt x="4680689" y="1224320"/>
                  </a:lnTo>
                  <a:lnTo>
                    <a:pt x="4680814" y="1224320"/>
                  </a:lnTo>
                  <a:lnTo>
                    <a:pt x="4680939" y="1224320"/>
                  </a:lnTo>
                  <a:lnTo>
                    <a:pt x="4681064" y="1224320"/>
                  </a:lnTo>
                  <a:lnTo>
                    <a:pt x="4681189" y="1224320"/>
                  </a:lnTo>
                  <a:lnTo>
                    <a:pt x="4681314" y="1224320"/>
                  </a:lnTo>
                  <a:lnTo>
                    <a:pt x="4681439" y="1224320"/>
                  </a:lnTo>
                  <a:lnTo>
                    <a:pt x="4681565" y="1224320"/>
                  </a:lnTo>
                  <a:lnTo>
                    <a:pt x="4681690" y="1224320"/>
                  </a:lnTo>
                  <a:lnTo>
                    <a:pt x="4681815" y="1224320"/>
                  </a:lnTo>
                  <a:lnTo>
                    <a:pt x="4681940" y="1224320"/>
                  </a:lnTo>
                  <a:lnTo>
                    <a:pt x="4682065" y="1224320"/>
                  </a:lnTo>
                  <a:lnTo>
                    <a:pt x="4682190" y="1224320"/>
                  </a:lnTo>
                  <a:lnTo>
                    <a:pt x="4682315" y="1224320"/>
                  </a:lnTo>
                  <a:lnTo>
                    <a:pt x="4682440" y="1224320"/>
                  </a:lnTo>
                  <a:lnTo>
                    <a:pt x="4682565" y="1224320"/>
                  </a:lnTo>
                  <a:lnTo>
                    <a:pt x="4682690" y="1224320"/>
                  </a:lnTo>
                  <a:lnTo>
                    <a:pt x="4682815" y="1224320"/>
                  </a:lnTo>
                  <a:lnTo>
                    <a:pt x="4682940" y="1224320"/>
                  </a:lnTo>
                  <a:lnTo>
                    <a:pt x="4683065" y="1224320"/>
                  </a:lnTo>
                  <a:lnTo>
                    <a:pt x="4683190" y="1224320"/>
                  </a:lnTo>
                  <a:lnTo>
                    <a:pt x="4683315" y="1224320"/>
                  </a:lnTo>
                  <a:lnTo>
                    <a:pt x="4683440" y="1224320"/>
                  </a:lnTo>
                  <a:lnTo>
                    <a:pt x="4683565" y="1224320"/>
                  </a:lnTo>
                  <a:lnTo>
                    <a:pt x="4683690" y="1224320"/>
                  </a:lnTo>
                  <a:lnTo>
                    <a:pt x="4683815" y="1224320"/>
                  </a:lnTo>
                  <a:lnTo>
                    <a:pt x="4683940" y="1224320"/>
                  </a:lnTo>
                  <a:lnTo>
                    <a:pt x="4684065" y="1224320"/>
                  </a:lnTo>
                  <a:lnTo>
                    <a:pt x="4684190" y="1224320"/>
                  </a:lnTo>
                  <a:lnTo>
                    <a:pt x="4684315" y="1224320"/>
                  </a:lnTo>
                  <a:lnTo>
                    <a:pt x="4684440" y="1224320"/>
                  </a:lnTo>
                  <a:lnTo>
                    <a:pt x="4684566" y="1224320"/>
                  </a:lnTo>
                  <a:lnTo>
                    <a:pt x="4684691" y="1224320"/>
                  </a:lnTo>
                  <a:lnTo>
                    <a:pt x="4684816" y="1224320"/>
                  </a:lnTo>
                  <a:lnTo>
                    <a:pt x="4684941" y="1224320"/>
                  </a:lnTo>
                  <a:lnTo>
                    <a:pt x="4685066" y="1224320"/>
                  </a:lnTo>
                  <a:lnTo>
                    <a:pt x="4685191" y="1224320"/>
                  </a:lnTo>
                  <a:lnTo>
                    <a:pt x="4685316" y="1224320"/>
                  </a:lnTo>
                  <a:lnTo>
                    <a:pt x="4685441" y="1224320"/>
                  </a:lnTo>
                  <a:lnTo>
                    <a:pt x="4685566" y="1224320"/>
                  </a:lnTo>
                  <a:lnTo>
                    <a:pt x="4685691" y="1224320"/>
                  </a:lnTo>
                  <a:lnTo>
                    <a:pt x="4685816" y="1224320"/>
                  </a:lnTo>
                  <a:lnTo>
                    <a:pt x="4685941" y="1224320"/>
                  </a:lnTo>
                  <a:lnTo>
                    <a:pt x="4686066" y="1224320"/>
                  </a:lnTo>
                  <a:lnTo>
                    <a:pt x="4686191" y="1224320"/>
                  </a:lnTo>
                  <a:lnTo>
                    <a:pt x="4686316" y="1224320"/>
                  </a:lnTo>
                  <a:lnTo>
                    <a:pt x="4686441" y="1224320"/>
                  </a:lnTo>
                  <a:lnTo>
                    <a:pt x="4686566" y="1224320"/>
                  </a:lnTo>
                  <a:lnTo>
                    <a:pt x="4686691" y="1224320"/>
                  </a:lnTo>
                  <a:lnTo>
                    <a:pt x="4686816" y="1224320"/>
                  </a:lnTo>
                  <a:lnTo>
                    <a:pt x="4686941" y="1224320"/>
                  </a:lnTo>
                  <a:lnTo>
                    <a:pt x="4687066" y="1224320"/>
                  </a:lnTo>
                  <a:lnTo>
                    <a:pt x="4687191" y="1224320"/>
                  </a:lnTo>
                  <a:lnTo>
                    <a:pt x="4687316" y="1224320"/>
                  </a:lnTo>
                  <a:lnTo>
                    <a:pt x="4687441" y="1224320"/>
                  </a:lnTo>
                  <a:lnTo>
                    <a:pt x="4687567" y="1224320"/>
                  </a:lnTo>
                  <a:lnTo>
                    <a:pt x="4687692" y="1224320"/>
                  </a:lnTo>
                  <a:lnTo>
                    <a:pt x="4687817" y="1224320"/>
                  </a:lnTo>
                  <a:lnTo>
                    <a:pt x="4687942" y="1224320"/>
                  </a:lnTo>
                  <a:lnTo>
                    <a:pt x="4688067" y="1224320"/>
                  </a:lnTo>
                  <a:lnTo>
                    <a:pt x="4688192" y="1224320"/>
                  </a:lnTo>
                  <a:lnTo>
                    <a:pt x="4688317" y="1224320"/>
                  </a:lnTo>
                  <a:lnTo>
                    <a:pt x="4688442" y="1224320"/>
                  </a:lnTo>
                  <a:lnTo>
                    <a:pt x="4688567" y="1224320"/>
                  </a:lnTo>
                  <a:lnTo>
                    <a:pt x="4688692" y="1224320"/>
                  </a:lnTo>
                  <a:lnTo>
                    <a:pt x="4688817" y="1224320"/>
                  </a:lnTo>
                  <a:lnTo>
                    <a:pt x="4688942" y="1224320"/>
                  </a:lnTo>
                  <a:lnTo>
                    <a:pt x="4689067" y="1224320"/>
                  </a:lnTo>
                  <a:lnTo>
                    <a:pt x="4689192" y="1224320"/>
                  </a:lnTo>
                  <a:lnTo>
                    <a:pt x="4689317" y="1224320"/>
                  </a:lnTo>
                  <a:lnTo>
                    <a:pt x="4689442" y="1224320"/>
                  </a:lnTo>
                  <a:lnTo>
                    <a:pt x="4689567" y="1224320"/>
                  </a:lnTo>
                  <a:lnTo>
                    <a:pt x="4689692" y="1224320"/>
                  </a:lnTo>
                  <a:lnTo>
                    <a:pt x="4689817" y="1224320"/>
                  </a:lnTo>
                  <a:lnTo>
                    <a:pt x="4689942" y="1224320"/>
                  </a:lnTo>
                  <a:lnTo>
                    <a:pt x="4690067" y="1224320"/>
                  </a:lnTo>
                  <a:lnTo>
                    <a:pt x="4690192" y="1224320"/>
                  </a:lnTo>
                  <a:lnTo>
                    <a:pt x="4690317" y="1224320"/>
                  </a:lnTo>
                  <a:lnTo>
                    <a:pt x="4690442" y="1224320"/>
                  </a:lnTo>
                  <a:lnTo>
                    <a:pt x="4690568" y="1224320"/>
                  </a:lnTo>
                  <a:lnTo>
                    <a:pt x="4690693" y="1224320"/>
                  </a:lnTo>
                  <a:lnTo>
                    <a:pt x="4690818" y="1224320"/>
                  </a:lnTo>
                  <a:lnTo>
                    <a:pt x="4690943" y="1224320"/>
                  </a:lnTo>
                  <a:lnTo>
                    <a:pt x="4691068" y="1224320"/>
                  </a:lnTo>
                  <a:lnTo>
                    <a:pt x="4691193" y="1224320"/>
                  </a:lnTo>
                  <a:lnTo>
                    <a:pt x="4691318" y="1224320"/>
                  </a:lnTo>
                  <a:lnTo>
                    <a:pt x="4691443" y="1224320"/>
                  </a:lnTo>
                  <a:lnTo>
                    <a:pt x="4691568" y="1224320"/>
                  </a:lnTo>
                  <a:lnTo>
                    <a:pt x="4691693" y="1224320"/>
                  </a:lnTo>
                  <a:lnTo>
                    <a:pt x="4691818" y="1224320"/>
                  </a:lnTo>
                  <a:lnTo>
                    <a:pt x="4691943" y="1224320"/>
                  </a:lnTo>
                  <a:lnTo>
                    <a:pt x="4692068" y="1224320"/>
                  </a:lnTo>
                  <a:lnTo>
                    <a:pt x="4692193" y="1224320"/>
                  </a:lnTo>
                  <a:lnTo>
                    <a:pt x="4692318" y="1224320"/>
                  </a:lnTo>
                  <a:lnTo>
                    <a:pt x="4692443" y="1224320"/>
                  </a:lnTo>
                  <a:lnTo>
                    <a:pt x="4692568" y="1224320"/>
                  </a:lnTo>
                  <a:lnTo>
                    <a:pt x="4692693" y="1224320"/>
                  </a:lnTo>
                  <a:lnTo>
                    <a:pt x="4692818" y="1224320"/>
                  </a:lnTo>
                  <a:lnTo>
                    <a:pt x="4692943" y="1224320"/>
                  </a:lnTo>
                  <a:lnTo>
                    <a:pt x="4693068" y="1224320"/>
                  </a:lnTo>
                  <a:lnTo>
                    <a:pt x="4693193" y="1224320"/>
                  </a:lnTo>
                  <a:lnTo>
                    <a:pt x="4693318" y="1224320"/>
                  </a:lnTo>
                  <a:lnTo>
                    <a:pt x="4693443" y="1224320"/>
                  </a:lnTo>
                  <a:lnTo>
                    <a:pt x="4693569" y="1224320"/>
                  </a:lnTo>
                  <a:lnTo>
                    <a:pt x="4693694" y="1224320"/>
                  </a:lnTo>
                  <a:lnTo>
                    <a:pt x="4693819" y="1224320"/>
                  </a:lnTo>
                  <a:lnTo>
                    <a:pt x="4693819" y="1214366"/>
                  </a:lnTo>
                  <a:lnTo>
                    <a:pt x="4693944" y="1214366"/>
                  </a:lnTo>
                  <a:lnTo>
                    <a:pt x="4694069" y="1214366"/>
                  </a:lnTo>
                  <a:lnTo>
                    <a:pt x="4694194" y="1214366"/>
                  </a:lnTo>
                  <a:lnTo>
                    <a:pt x="4694319" y="1214366"/>
                  </a:lnTo>
                  <a:lnTo>
                    <a:pt x="4694444" y="1214366"/>
                  </a:lnTo>
                  <a:lnTo>
                    <a:pt x="4694569" y="1214366"/>
                  </a:lnTo>
                  <a:lnTo>
                    <a:pt x="4694694" y="1214366"/>
                  </a:lnTo>
                  <a:lnTo>
                    <a:pt x="4694819" y="1214366"/>
                  </a:lnTo>
                  <a:lnTo>
                    <a:pt x="4694944" y="1214366"/>
                  </a:lnTo>
                  <a:lnTo>
                    <a:pt x="4695069" y="1214366"/>
                  </a:lnTo>
                  <a:lnTo>
                    <a:pt x="4695194" y="1214366"/>
                  </a:lnTo>
                  <a:lnTo>
                    <a:pt x="4695319" y="1214366"/>
                  </a:lnTo>
                  <a:lnTo>
                    <a:pt x="4695444" y="1214366"/>
                  </a:lnTo>
                  <a:lnTo>
                    <a:pt x="4695569" y="1214366"/>
                  </a:lnTo>
                  <a:lnTo>
                    <a:pt x="4695694" y="1214366"/>
                  </a:lnTo>
                  <a:lnTo>
                    <a:pt x="4695819" y="1214366"/>
                  </a:lnTo>
                  <a:lnTo>
                    <a:pt x="4695944" y="1214366"/>
                  </a:lnTo>
                  <a:lnTo>
                    <a:pt x="4696069" y="1214366"/>
                  </a:lnTo>
                  <a:lnTo>
                    <a:pt x="4696194" y="1214366"/>
                  </a:lnTo>
                  <a:lnTo>
                    <a:pt x="4696319" y="1214366"/>
                  </a:lnTo>
                  <a:lnTo>
                    <a:pt x="4696445" y="1214366"/>
                  </a:lnTo>
                  <a:lnTo>
                    <a:pt x="4696570" y="1214366"/>
                  </a:lnTo>
                  <a:lnTo>
                    <a:pt x="4696695" y="1214366"/>
                  </a:lnTo>
                  <a:lnTo>
                    <a:pt x="4696820" y="1214366"/>
                  </a:lnTo>
                  <a:lnTo>
                    <a:pt x="4696945" y="1214366"/>
                  </a:lnTo>
                  <a:lnTo>
                    <a:pt x="4697070" y="1214366"/>
                  </a:lnTo>
                  <a:lnTo>
                    <a:pt x="4697195" y="1214366"/>
                  </a:lnTo>
                  <a:lnTo>
                    <a:pt x="4697320" y="1214366"/>
                  </a:lnTo>
                  <a:lnTo>
                    <a:pt x="4697445" y="1214366"/>
                  </a:lnTo>
                  <a:lnTo>
                    <a:pt x="4697570" y="1214366"/>
                  </a:lnTo>
                  <a:lnTo>
                    <a:pt x="4697695" y="1214366"/>
                  </a:lnTo>
                  <a:lnTo>
                    <a:pt x="4697820" y="1214366"/>
                  </a:lnTo>
                  <a:lnTo>
                    <a:pt x="4697945" y="1214366"/>
                  </a:lnTo>
                  <a:lnTo>
                    <a:pt x="4698070" y="1214366"/>
                  </a:lnTo>
                  <a:lnTo>
                    <a:pt x="4698195" y="1214366"/>
                  </a:lnTo>
                  <a:lnTo>
                    <a:pt x="4698320" y="1214366"/>
                  </a:lnTo>
                  <a:lnTo>
                    <a:pt x="4698445" y="1214366"/>
                  </a:lnTo>
                  <a:lnTo>
                    <a:pt x="4698570" y="1214366"/>
                  </a:lnTo>
                  <a:lnTo>
                    <a:pt x="4698695" y="1214366"/>
                  </a:lnTo>
                  <a:lnTo>
                    <a:pt x="4698820" y="1214366"/>
                  </a:lnTo>
                  <a:lnTo>
                    <a:pt x="4698945" y="1214366"/>
                  </a:lnTo>
                  <a:lnTo>
                    <a:pt x="4699070" y="1214366"/>
                  </a:lnTo>
                  <a:lnTo>
                    <a:pt x="4699195" y="1214366"/>
                  </a:lnTo>
                  <a:lnTo>
                    <a:pt x="4699320" y="1214366"/>
                  </a:lnTo>
                  <a:lnTo>
                    <a:pt x="4699446" y="1214366"/>
                  </a:lnTo>
                  <a:lnTo>
                    <a:pt x="4699571" y="1214366"/>
                  </a:lnTo>
                  <a:lnTo>
                    <a:pt x="4699696" y="1214366"/>
                  </a:lnTo>
                  <a:lnTo>
                    <a:pt x="4699821" y="1214366"/>
                  </a:lnTo>
                  <a:lnTo>
                    <a:pt x="4699946" y="1214366"/>
                  </a:lnTo>
                  <a:lnTo>
                    <a:pt x="4700071" y="1214366"/>
                  </a:lnTo>
                  <a:lnTo>
                    <a:pt x="4700196" y="1214366"/>
                  </a:lnTo>
                  <a:lnTo>
                    <a:pt x="4700321" y="1214366"/>
                  </a:lnTo>
                  <a:lnTo>
                    <a:pt x="4700446" y="1214366"/>
                  </a:lnTo>
                  <a:lnTo>
                    <a:pt x="4700571" y="1214366"/>
                  </a:lnTo>
                  <a:lnTo>
                    <a:pt x="4700696" y="1214366"/>
                  </a:lnTo>
                  <a:lnTo>
                    <a:pt x="4700821" y="1214366"/>
                  </a:lnTo>
                  <a:lnTo>
                    <a:pt x="4700946" y="1214366"/>
                  </a:lnTo>
                  <a:lnTo>
                    <a:pt x="4701071" y="1214366"/>
                  </a:lnTo>
                  <a:lnTo>
                    <a:pt x="4701196" y="1214366"/>
                  </a:lnTo>
                  <a:lnTo>
                    <a:pt x="4701321" y="1214366"/>
                  </a:lnTo>
                  <a:lnTo>
                    <a:pt x="4701446" y="1214366"/>
                  </a:lnTo>
                  <a:lnTo>
                    <a:pt x="4701571" y="1214366"/>
                  </a:lnTo>
                  <a:lnTo>
                    <a:pt x="4701696" y="1214366"/>
                  </a:lnTo>
                  <a:lnTo>
                    <a:pt x="4701821" y="1214366"/>
                  </a:lnTo>
                  <a:lnTo>
                    <a:pt x="4701946" y="1214366"/>
                  </a:lnTo>
                  <a:lnTo>
                    <a:pt x="4702071" y="1214366"/>
                  </a:lnTo>
                  <a:lnTo>
                    <a:pt x="4702196" y="1214366"/>
                  </a:lnTo>
                  <a:lnTo>
                    <a:pt x="4702321" y="1214366"/>
                  </a:lnTo>
                  <a:lnTo>
                    <a:pt x="4702447" y="1214366"/>
                  </a:lnTo>
                  <a:lnTo>
                    <a:pt x="4702572" y="1214366"/>
                  </a:lnTo>
                  <a:lnTo>
                    <a:pt x="4702697" y="1214366"/>
                  </a:lnTo>
                  <a:lnTo>
                    <a:pt x="4702822" y="1214366"/>
                  </a:lnTo>
                  <a:lnTo>
                    <a:pt x="4702947" y="1214366"/>
                  </a:lnTo>
                  <a:lnTo>
                    <a:pt x="4703072" y="1214366"/>
                  </a:lnTo>
                  <a:lnTo>
                    <a:pt x="4703197" y="1214366"/>
                  </a:lnTo>
                  <a:lnTo>
                    <a:pt x="4703322" y="1214366"/>
                  </a:lnTo>
                  <a:lnTo>
                    <a:pt x="4703447" y="1214366"/>
                  </a:lnTo>
                  <a:lnTo>
                    <a:pt x="4703572" y="1214366"/>
                  </a:lnTo>
                  <a:lnTo>
                    <a:pt x="4703697" y="1214366"/>
                  </a:lnTo>
                  <a:lnTo>
                    <a:pt x="4703822" y="1214366"/>
                  </a:lnTo>
                  <a:lnTo>
                    <a:pt x="4703947" y="1214366"/>
                  </a:lnTo>
                  <a:lnTo>
                    <a:pt x="4704072" y="1214366"/>
                  </a:lnTo>
                  <a:lnTo>
                    <a:pt x="4704197" y="1214366"/>
                  </a:lnTo>
                  <a:lnTo>
                    <a:pt x="4704322" y="1214366"/>
                  </a:lnTo>
                  <a:lnTo>
                    <a:pt x="4704447" y="1214366"/>
                  </a:lnTo>
                  <a:lnTo>
                    <a:pt x="4704572" y="1214366"/>
                  </a:lnTo>
                  <a:lnTo>
                    <a:pt x="4704697" y="1214366"/>
                  </a:lnTo>
                  <a:lnTo>
                    <a:pt x="4704822" y="1214366"/>
                  </a:lnTo>
                  <a:lnTo>
                    <a:pt x="4704947" y="1214366"/>
                  </a:lnTo>
                  <a:lnTo>
                    <a:pt x="4705072" y="1214366"/>
                  </a:lnTo>
                  <a:lnTo>
                    <a:pt x="4705197" y="1214366"/>
                  </a:lnTo>
                  <a:lnTo>
                    <a:pt x="4705322" y="1214366"/>
                  </a:lnTo>
                  <a:lnTo>
                    <a:pt x="4705448" y="1214366"/>
                  </a:lnTo>
                  <a:lnTo>
                    <a:pt x="4705573" y="1214366"/>
                  </a:lnTo>
                  <a:lnTo>
                    <a:pt x="4705698" y="1214366"/>
                  </a:lnTo>
                  <a:lnTo>
                    <a:pt x="4705823" y="1214366"/>
                  </a:lnTo>
                  <a:lnTo>
                    <a:pt x="4705948" y="1214366"/>
                  </a:lnTo>
                  <a:lnTo>
                    <a:pt x="4706073" y="1214366"/>
                  </a:lnTo>
                  <a:lnTo>
                    <a:pt x="4706198" y="1214366"/>
                  </a:lnTo>
                  <a:lnTo>
                    <a:pt x="4706323" y="1214366"/>
                  </a:lnTo>
                  <a:lnTo>
                    <a:pt x="4706448" y="1214366"/>
                  </a:lnTo>
                  <a:lnTo>
                    <a:pt x="4706573" y="1214366"/>
                  </a:lnTo>
                  <a:lnTo>
                    <a:pt x="4706698" y="1214366"/>
                  </a:lnTo>
                  <a:lnTo>
                    <a:pt x="4706823" y="1214366"/>
                  </a:lnTo>
                  <a:lnTo>
                    <a:pt x="4706948" y="1214366"/>
                  </a:lnTo>
                  <a:lnTo>
                    <a:pt x="4707073" y="1214366"/>
                  </a:lnTo>
                  <a:lnTo>
                    <a:pt x="4707198" y="1214366"/>
                  </a:lnTo>
                  <a:lnTo>
                    <a:pt x="4707323" y="1214366"/>
                  </a:lnTo>
                  <a:lnTo>
                    <a:pt x="4707323" y="1204412"/>
                  </a:lnTo>
                  <a:lnTo>
                    <a:pt x="4707448" y="1204412"/>
                  </a:lnTo>
                  <a:lnTo>
                    <a:pt x="4707573" y="1204412"/>
                  </a:lnTo>
                  <a:lnTo>
                    <a:pt x="4707698" y="1204412"/>
                  </a:lnTo>
                  <a:lnTo>
                    <a:pt x="4707823" y="1204412"/>
                  </a:lnTo>
                  <a:lnTo>
                    <a:pt x="4707948" y="1204412"/>
                  </a:lnTo>
                  <a:lnTo>
                    <a:pt x="4708073" y="1204412"/>
                  </a:lnTo>
                  <a:lnTo>
                    <a:pt x="4708198" y="1204412"/>
                  </a:lnTo>
                  <a:lnTo>
                    <a:pt x="4708323" y="1204412"/>
                  </a:lnTo>
                  <a:lnTo>
                    <a:pt x="4708449" y="1204412"/>
                  </a:lnTo>
                  <a:lnTo>
                    <a:pt x="4708574" y="1204412"/>
                  </a:lnTo>
                  <a:lnTo>
                    <a:pt x="4708699" y="1204412"/>
                  </a:lnTo>
                  <a:lnTo>
                    <a:pt x="4708824" y="1204412"/>
                  </a:lnTo>
                  <a:lnTo>
                    <a:pt x="4708949" y="1204412"/>
                  </a:lnTo>
                  <a:lnTo>
                    <a:pt x="4709074" y="1204412"/>
                  </a:lnTo>
                  <a:lnTo>
                    <a:pt x="4709199" y="1204412"/>
                  </a:lnTo>
                  <a:lnTo>
                    <a:pt x="4709324" y="1204412"/>
                  </a:lnTo>
                  <a:lnTo>
                    <a:pt x="4709449" y="1204412"/>
                  </a:lnTo>
                  <a:lnTo>
                    <a:pt x="4709574" y="1204412"/>
                  </a:lnTo>
                  <a:lnTo>
                    <a:pt x="4709699" y="1204412"/>
                  </a:lnTo>
                  <a:lnTo>
                    <a:pt x="4709824" y="1204412"/>
                  </a:lnTo>
                  <a:lnTo>
                    <a:pt x="4709949" y="1204412"/>
                  </a:lnTo>
                  <a:lnTo>
                    <a:pt x="4710074" y="1204412"/>
                  </a:lnTo>
                  <a:lnTo>
                    <a:pt x="4710199" y="1204412"/>
                  </a:lnTo>
                  <a:lnTo>
                    <a:pt x="4710324" y="1204412"/>
                  </a:lnTo>
                  <a:lnTo>
                    <a:pt x="4710449" y="1204412"/>
                  </a:lnTo>
                  <a:lnTo>
                    <a:pt x="4710574" y="1204412"/>
                  </a:lnTo>
                  <a:lnTo>
                    <a:pt x="4710699" y="1204412"/>
                  </a:lnTo>
                  <a:lnTo>
                    <a:pt x="4710824" y="1204412"/>
                  </a:lnTo>
                  <a:lnTo>
                    <a:pt x="4710949" y="1204412"/>
                  </a:lnTo>
                  <a:lnTo>
                    <a:pt x="4711074" y="1204412"/>
                  </a:lnTo>
                  <a:lnTo>
                    <a:pt x="4711199" y="1204412"/>
                  </a:lnTo>
                  <a:lnTo>
                    <a:pt x="4711324" y="1204412"/>
                  </a:lnTo>
                  <a:lnTo>
                    <a:pt x="4711450" y="1204412"/>
                  </a:lnTo>
                  <a:lnTo>
                    <a:pt x="4711575" y="1204412"/>
                  </a:lnTo>
                  <a:lnTo>
                    <a:pt x="4711700" y="1204412"/>
                  </a:lnTo>
                  <a:lnTo>
                    <a:pt x="4711825" y="1204412"/>
                  </a:lnTo>
                  <a:lnTo>
                    <a:pt x="4711950" y="1204412"/>
                  </a:lnTo>
                  <a:lnTo>
                    <a:pt x="4711950" y="1194458"/>
                  </a:lnTo>
                  <a:lnTo>
                    <a:pt x="4712075" y="1194458"/>
                  </a:lnTo>
                  <a:lnTo>
                    <a:pt x="4712200" y="1194458"/>
                  </a:lnTo>
                  <a:lnTo>
                    <a:pt x="4712325" y="1194458"/>
                  </a:lnTo>
                  <a:lnTo>
                    <a:pt x="4712450" y="1194458"/>
                  </a:lnTo>
                  <a:lnTo>
                    <a:pt x="4712575" y="1194458"/>
                  </a:lnTo>
                  <a:lnTo>
                    <a:pt x="4712700" y="1194458"/>
                  </a:lnTo>
                  <a:lnTo>
                    <a:pt x="4712825" y="1194458"/>
                  </a:lnTo>
                  <a:lnTo>
                    <a:pt x="4712950" y="1194458"/>
                  </a:lnTo>
                  <a:lnTo>
                    <a:pt x="4713075" y="1194458"/>
                  </a:lnTo>
                  <a:lnTo>
                    <a:pt x="4713200" y="1194458"/>
                  </a:lnTo>
                  <a:lnTo>
                    <a:pt x="4713325" y="1194458"/>
                  </a:lnTo>
                  <a:lnTo>
                    <a:pt x="4713450" y="1194458"/>
                  </a:lnTo>
                  <a:lnTo>
                    <a:pt x="4713575" y="1194458"/>
                  </a:lnTo>
                  <a:lnTo>
                    <a:pt x="4713700" y="1194458"/>
                  </a:lnTo>
                  <a:lnTo>
                    <a:pt x="4713825" y="1194458"/>
                  </a:lnTo>
                  <a:lnTo>
                    <a:pt x="4713950" y="1194458"/>
                  </a:lnTo>
                  <a:lnTo>
                    <a:pt x="4714075" y="1194458"/>
                  </a:lnTo>
                  <a:lnTo>
                    <a:pt x="4714075" y="1184504"/>
                  </a:lnTo>
                  <a:lnTo>
                    <a:pt x="4714200" y="1184504"/>
                  </a:lnTo>
                  <a:lnTo>
                    <a:pt x="4714325" y="1184504"/>
                  </a:lnTo>
                  <a:lnTo>
                    <a:pt x="4714451" y="1184504"/>
                  </a:lnTo>
                  <a:lnTo>
                    <a:pt x="4714576" y="1184504"/>
                  </a:lnTo>
                  <a:lnTo>
                    <a:pt x="4714701" y="1184504"/>
                  </a:lnTo>
                  <a:lnTo>
                    <a:pt x="4714826" y="1184504"/>
                  </a:lnTo>
                  <a:lnTo>
                    <a:pt x="4714951" y="1184504"/>
                  </a:lnTo>
                  <a:lnTo>
                    <a:pt x="4715076" y="1184504"/>
                  </a:lnTo>
                  <a:lnTo>
                    <a:pt x="4715201" y="1184504"/>
                  </a:lnTo>
                  <a:lnTo>
                    <a:pt x="4715326" y="1184504"/>
                  </a:lnTo>
                  <a:lnTo>
                    <a:pt x="4715451" y="1184504"/>
                  </a:lnTo>
                  <a:lnTo>
                    <a:pt x="4715576" y="1184504"/>
                  </a:lnTo>
                  <a:lnTo>
                    <a:pt x="4715701" y="1184504"/>
                  </a:lnTo>
                  <a:lnTo>
                    <a:pt x="4715826" y="1184504"/>
                  </a:lnTo>
                  <a:lnTo>
                    <a:pt x="4715951" y="1184504"/>
                  </a:lnTo>
                  <a:lnTo>
                    <a:pt x="4716076" y="1184504"/>
                  </a:lnTo>
                  <a:lnTo>
                    <a:pt x="4716201" y="1184504"/>
                  </a:lnTo>
                  <a:lnTo>
                    <a:pt x="4716326" y="1184504"/>
                  </a:lnTo>
                  <a:lnTo>
                    <a:pt x="4716451" y="1184504"/>
                  </a:lnTo>
                  <a:lnTo>
                    <a:pt x="4716576" y="1184504"/>
                  </a:lnTo>
                  <a:lnTo>
                    <a:pt x="4716701" y="1184504"/>
                  </a:lnTo>
                  <a:lnTo>
                    <a:pt x="4716826" y="1184504"/>
                  </a:lnTo>
                  <a:lnTo>
                    <a:pt x="4716951" y="1184504"/>
                  </a:lnTo>
                  <a:lnTo>
                    <a:pt x="4717076" y="1184504"/>
                  </a:lnTo>
                  <a:lnTo>
                    <a:pt x="4717201" y="1184504"/>
                  </a:lnTo>
                  <a:lnTo>
                    <a:pt x="4717326" y="1184504"/>
                  </a:lnTo>
                  <a:lnTo>
                    <a:pt x="4717452" y="1184504"/>
                  </a:lnTo>
                  <a:lnTo>
                    <a:pt x="4717577" y="1184504"/>
                  </a:lnTo>
                  <a:lnTo>
                    <a:pt x="4717702" y="1184504"/>
                  </a:lnTo>
                  <a:lnTo>
                    <a:pt x="4717827" y="1184504"/>
                  </a:lnTo>
                  <a:lnTo>
                    <a:pt x="4717952" y="1184504"/>
                  </a:lnTo>
                  <a:lnTo>
                    <a:pt x="4718077" y="1184504"/>
                  </a:lnTo>
                  <a:lnTo>
                    <a:pt x="4718202" y="1184504"/>
                  </a:lnTo>
                  <a:lnTo>
                    <a:pt x="4718327" y="1184504"/>
                  </a:lnTo>
                  <a:lnTo>
                    <a:pt x="4718452" y="1184504"/>
                  </a:lnTo>
                  <a:lnTo>
                    <a:pt x="4718577" y="1184504"/>
                  </a:lnTo>
                  <a:lnTo>
                    <a:pt x="4718702" y="1184504"/>
                  </a:lnTo>
                  <a:lnTo>
                    <a:pt x="4718827" y="1184504"/>
                  </a:lnTo>
                  <a:lnTo>
                    <a:pt x="4718952" y="1184504"/>
                  </a:lnTo>
                  <a:lnTo>
                    <a:pt x="4719077" y="1184504"/>
                  </a:lnTo>
                  <a:lnTo>
                    <a:pt x="4719202" y="1184504"/>
                  </a:lnTo>
                  <a:lnTo>
                    <a:pt x="4719327" y="1184504"/>
                  </a:lnTo>
                  <a:lnTo>
                    <a:pt x="4719452" y="1184504"/>
                  </a:lnTo>
                  <a:lnTo>
                    <a:pt x="4719577" y="1184504"/>
                  </a:lnTo>
                  <a:lnTo>
                    <a:pt x="4719702" y="1184504"/>
                  </a:lnTo>
                  <a:lnTo>
                    <a:pt x="4719827" y="1184504"/>
                  </a:lnTo>
                  <a:lnTo>
                    <a:pt x="4719952" y="1184504"/>
                  </a:lnTo>
                  <a:lnTo>
                    <a:pt x="4720077" y="1184504"/>
                  </a:lnTo>
                  <a:lnTo>
                    <a:pt x="4720202" y="1184504"/>
                  </a:lnTo>
                  <a:lnTo>
                    <a:pt x="4720327" y="1184504"/>
                  </a:lnTo>
                  <a:lnTo>
                    <a:pt x="4720453" y="1184504"/>
                  </a:lnTo>
                  <a:lnTo>
                    <a:pt x="4720578" y="1184504"/>
                  </a:lnTo>
                  <a:lnTo>
                    <a:pt x="4720703" y="1184504"/>
                  </a:lnTo>
                  <a:lnTo>
                    <a:pt x="4720828" y="1184504"/>
                  </a:lnTo>
                  <a:lnTo>
                    <a:pt x="4720953" y="1184504"/>
                  </a:lnTo>
                  <a:lnTo>
                    <a:pt x="4721078" y="1184504"/>
                  </a:lnTo>
                  <a:lnTo>
                    <a:pt x="4721203" y="1184504"/>
                  </a:lnTo>
                  <a:lnTo>
                    <a:pt x="4721328" y="1184504"/>
                  </a:lnTo>
                  <a:lnTo>
                    <a:pt x="4721453" y="1184504"/>
                  </a:lnTo>
                  <a:lnTo>
                    <a:pt x="4721578" y="1184504"/>
                  </a:lnTo>
                  <a:lnTo>
                    <a:pt x="4721703" y="1184504"/>
                  </a:lnTo>
                  <a:lnTo>
                    <a:pt x="4721828" y="1184504"/>
                  </a:lnTo>
                  <a:lnTo>
                    <a:pt x="4721953" y="1184504"/>
                  </a:lnTo>
                  <a:lnTo>
                    <a:pt x="4722078" y="1184504"/>
                  </a:lnTo>
                  <a:lnTo>
                    <a:pt x="4722203" y="1184504"/>
                  </a:lnTo>
                  <a:lnTo>
                    <a:pt x="4722328" y="1184504"/>
                  </a:lnTo>
                  <a:lnTo>
                    <a:pt x="4722453" y="1184504"/>
                  </a:lnTo>
                  <a:lnTo>
                    <a:pt x="4722578" y="1184504"/>
                  </a:lnTo>
                  <a:lnTo>
                    <a:pt x="4722703" y="1184504"/>
                  </a:lnTo>
                  <a:lnTo>
                    <a:pt x="4722828" y="1184504"/>
                  </a:lnTo>
                  <a:lnTo>
                    <a:pt x="4722953" y="1184504"/>
                  </a:lnTo>
                  <a:lnTo>
                    <a:pt x="4723078" y="1184504"/>
                  </a:lnTo>
                  <a:lnTo>
                    <a:pt x="4723203" y="1184504"/>
                  </a:lnTo>
                  <a:lnTo>
                    <a:pt x="4723328" y="1184504"/>
                  </a:lnTo>
                  <a:lnTo>
                    <a:pt x="4723454" y="1184504"/>
                  </a:lnTo>
                  <a:lnTo>
                    <a:pt x="4723579" y="1184504"/>
                  </a:lnTo>
                  <a:lnTo>
                    <a:pt x="4723704" y="1184504"/>
                  </a:lnTo>
                  <a:lnTo>
                    <a:pt x="4723704" y="1174551"/>
                  </a:lnTo>
                  <a:lnTo>
                    <a:pt x="4723829" y="1174551"/>
                  </a:lnTo>
                  <a:lnTo>
                    <a:pt x="4723829" y="1164597"/>
                  </a:lnTo>
                  <a:lnTo>
                    <a:pt x="4723954" y="1164597"/>
                  </a:lnTo>
                  <a:lnTo>
                    <a:pt x="4724079" y="1164597"/>
                  </a:lnTo>
                  <a:lnTo>
                    <a:pt x="4724204" y="1164597"/>
                  </a:lnTo>
                  <a:lnTo>
                    <a:pt x="4724329" y="1164597"/>
                  </a:lnTo>
                  <a:lnTo>
                    <a:pt x="4724454" y="1164597"/>
                  </a:lnTo>
                  <a:lnTo>
                    <a:pt x="4724579" y="1164597"/>
                  </a:lnTo>
                  <a:lnTo>
                    <a:pt x="4724704" y="1164597"/>
                  </a:lnTo>
                  <a:lnTo>
                    <a:pt x="4724829" y="1164597"/>
                  </a:lnTo>
                  <a:lnTo>
                    <a:pt x="4724954" y="1164597"/>
                  </a:lnTo>
                  <a:lnTo>
                    <a:pt x="4725079" y="1164597"/>
                  </a:lnTo>
                  <a:lnTo>
                    <a:pt x="4725204" y="1164597"/>
                  </a:lnTo>
                  <a:lnTo>
                    <a:pt x="4725329" y="1164597"/>
                  </a:lnTo>
                  <a:lnTo>
                    <a:pt x="4725454" y="1164597"/>
                  </a:lnTo>
                  <a:lnTo>
                    <a:pt x="4725579" y="1164597"/>
                  </a:lnTo>
                  <a:lnTo>
                    <a:pt x="4725704" y="1164597"/>
                  </a:lnTo>
                  <a:lnTo>
                    <a:pt x="4725829" y="1164597"/>
                  </a:lnTo>
                  <a:lnTo>
                    <a:pt x="4725954" y="1164597"/>
                  </a:lnTo>
                  <a:lnTo>
                    <a:pt x="4726079" y="1164597"/>
                  </a:lnTo>
                  <a:lnTo>
                    <a:pt x="4726204" y="1164597"/>
                  </a:lnTo>
                  <a:lnTo>
                    <a:pt x="4726329" y="1164597"/>
                  </a:lnTo>
                  <a:lnTo>
                    <a:pt x="4726455" y="1164597"/>
                  </a:lnTo>
                  <a:lnTo>
                    <a:pt x="4726580" y="1164597"/>
                  </a:lnTo>
                  <a:lnTo>
                    <a:pt x="4726705" y="1164597"/>
                  </a:lnTo>
                  <a:lnTo>
                    <a:pt x="4726830" y="1164597"/>
                  </a:lnTo>
                  <a:lnTo>
                    <a:pt x="4726955" y="1164597"/>
                  </a:lnTo>
                  <a:lnTo>
                    <a:pt x="4727080" y="1164597"/>
                  </a:lnTo>
                  <a:lnTo>
                    <a:pt x="4727205" y="1164597"/>
                  </a:lnTo>
                  <a:lnTo>
                    <a:pt x="4727205" y="1154643"/>
                  </a:lnTo>
                  <a:lnTo>
                    <a:pt x="4727330" y="1154643"/>
                  </a:lnTo>
                  <a:lnTo>
                    <a:pt x="4727455" y="1154643"/>
                  </a:lnTo>
                  <a:lnTo>
                    <a:pt x="4727580" y="1154643"/>
                  </a:lnTo>
                  <a:lnTo>
                    <a:pt x="4727705" y="1154643"/>
                  </a:lnTo>
                  <a:lnTo>
                    <a:pt x="4727830" y="1154643"/>
                  </a:lnTo>
                  <a:lnTo>
                    <a:pt x="4727955" y="1154643"/>
                  </a:lnTo>
                  <a:lnTo>
                    <a:pt x="4728080" y="1154643"/>
                  </a:lnTo>
                  <a:lnTo>
                    <a:pt x="4728205" y="1154643"/>
                  </a:lnTo>
                  <a:lnTo>
                    <a:pt x="4728330" y="1154643"/>
                  </a:lnTo>
                  <a:lnTo>
                    <a:pt x="4728455" y="1154643"/>
                  </a:lnTo>
                  <a:lnTo>
                    <a:pt x="4728580" y="1154643"/>
                  </a:lnTo>
                  <a:lnTo>
                    <a:pt x="4728705" y="1154643"/>
                  </a:lnTo>
                  <a:lnTo>
                    <a:pt x="4728830" y="1154643"/>
                  </a:lnTo>
                  <a:lnTo>
                    <a:pt x="4728955" y="1154643"/>
                  </a:lnTo>
                  <a:lnTo>
                    <a:pt x="4729080" y="1154643"/>
                  </a:lnTo>
                  <a:lnTo>
                    <a:pt x="4729205" y="1154643"/>
                  </a:lnTo>
                  <a:lnTo>
                    <a:pt x="4729330" y="1154643"/>
                  </a:lnTo>
                  <a:lnTo>
                    <a:pt x="4729456" y="1154643"/>
                  </a:lnTo>
                  <a:lnTo>
                    <a:pt x="4729581" y="1154643"/>
                  </a:lnTo>
                  <a:lnTo>
                    <a:pt x="4729706" y="1154643"/>
                  </a:lnTo>
                  <a:lnTo>
                    <a:pt x="4729831" y="1154643"/>
                  </a:lnTo>
                  <a:lnTo>
                    <a:pt x="4729956" y="1154643"/>
                  </a:lnTo>
                  <a:lnTo>
                    <a:pt x="4730081" y="1154643"/>
                  </a:lnTo>
                  <a:lnTo>
                    <a:pt x="4730206" y="1154643"/>
                  </a:lnTo>
                  <a:lnTo>
                    <a:pt x="4730331" y="1154643"/>
                  </a:lnTo>
                  <a:lnTo>
                    <a:pt x="4730456" y="1154643"/>
                  </a:lnTo>
                  <a:lnTo>
                    <a:pt x="4730581" y="1154643"/>
                  </a:lnTo>
                  <a:lnTo>
                    <a:pt x="4730706" y="1154643"/>
                  </a:lnTo>
                  <a:lnTo>
                    <a:pt x="4730831" y="1154643"/>
                  </a:lnTo>
                  <a:lnTo>
                    <a:pt x="4730956" y="1154643"/>
                  </a:lnTo>
                  <a:lnTo>
                    <a:pt x="4731081" y="1154643"/>
                  </a:lnTo>
                  <a:lnTo>
                    <a:pt x="4731206" y="1154643"/>
                  </a:lnTo>
                  <a:lnTo>
                    <a:pt x="4731331" y="1154643"/>
                  </a:lnTo>
                  <a:lnTo>
                    <a:pt x="4731456" y="1154643"/>
                  </a:lnTo>
                  <a:lnTo>
                    <a:pt x="4731581" y="1154643"/>
                  </a:lnTo>
                  <a:lnTo>
                    <a:pt x="4731706" y="1154643"/>
                  </a:lnTo>
                  <a:lnTo>
                    <a:pt x="4731831" y="1154643"/>
                  </a:lnTo>
                  <a:lnTo>
                    <a:pt x="4731956" y="1154643"/>
                  </a:lnTo>
                  <a:lnTo>
                    <a:pt x="4732081" y="1154643"/>
                  </a:lnTo>
                  <a:lnTo>
                    <a:pt x="4732206" y="1154643"/>
                  </a:lnTo>
                  <a:lnTo>
                    <a:pt x="4732206" y="1144689"/>
                  </a:lnTo>
                  <a:lnTo>
                    <a:pt x="4732331" y="1144689"/>
                  </a:lnTo>
                  <a:lnTo>
                    <a:pt x="4732457" y="1144689"/>
                  </a:lnTo>
                  <a:lnTo>
                    <a:pt x="4732582" y="1144689"/>
                  </a:lnTo>
                  <a:lnTo>
                    <a:pt x="4732707" y="1144689"/>
                  </a:lnTo>
                  <a:lnTo>
                    <a:pt x="4732832" y="1144689"/>
                  </a:lnTo>
                  <a:lnTo>
                    <a:pt x="4732957" y="1144689"/>
                  </a:lnTo>
                  <a:lnTo>
                    <a:pt x="4733082" y="1144689"/>
                  </a:lnTo>
                  <a:lnTo>
                    <a:pt x="4733207" y="1144689"/>
                  </a:lnTo>
                  <a:lnTo>
                    <a:pt x="4733332" y="1144689"/>
                  </a:lnTo>
                  <a:lnTo>
                    <a:pt x="4733457" y="1144689"/>
                  </a:lnTo>
                  <a:lnTo>
                    <a:pt x="4733582" y="1144689"/>
                  </a:lnTo>
                  <a:lnTo>
                    <a:pt x="4733707" y="1144689"/>
                  </a:lnTo>
                  <a:lnTo>
                    <a:pt x="4733832" y="1144689"/>
                  </a:lnTo>
                  <a:lnTo>
                    <a:pt x="4733957" y="1144689"/>
                  </a:lnTo>
                  <a:lnTo>
                    <a:pt x="4734082" y="1144689"/>
                  </a:lnTo>
                  <a:lnTo>
                    <a:pt x="4734207" y="1144689"/>
                  </a:lnTo>
                  <a:lnTo>
                    <a:pt x="4734332" y="1144689"/>
                  </a:lnTo>
                  <a:lnTo>
                    <a:pt x="4734457" y="1144689"/>
                  </a:lnTo>
                  <a:lnTo>
                    <a:pt x="4734582" y="1144689"/>
                  </a:lnTo>
                  <a:lnTo>
                    <a:pt x="4734707" y="1144689"/>
                  </a:lnTo>
                  <a:lnTo>
                    <a:pt x="4734832" y="1144689"/>
                  </a:lnTo>
                  <a:lnTo>
                    <a:pt x="4734957" y="1144689"/>
                  </a:lnTo>
                  <a:lnTo>
                    <a:pt x="4735082" y="1144689"/>
                  </a:lnTo>
                  <a:lnTo>
                    <a:pt x="4735207" y="1144689"/>
                  </a:lnTo>
                  <a:lnTo>
                    <a:pt x="4735333" y="1144689"/>
                  </a:lnTo>
                  <a:lnTo>
                    <a:pt x="4735458" y="1144689"/>
                  </a:lnTo>
                  <a:lnTo>
                    <a:pt x="4735583" y="1144689"/>
                  </a:lnTo>
                  <a:lnTo>
                    <a:pt x="4735708" y="1144689"/>
                  </a:lnTo>
                  <a:lnTo>
                    <a:pt x="4735833" y="1144689"/>
                  </a:lnTo>
                  <a:lnTo>
                    <a:pt x="4735958" y="1144689"/>
                  </a:lnTo>
                  <a:lnTo>
                    <a:pt x="4736083" y="1144689"/>
                  </a:lnTo>
                  <a:lnTo>
                    <a:pt x="4736208" y="1144689"/>
                  </a:lnTo>
                  <a:lnTo>
                    <a:pt x="4736333" y="1144689"/>
                  </a:lnTo>
                  <a:lnTo>
                    <a:pt x="4736458" y="1144689"/>
                  </a:lnTo>
                  <a:lnTo>
                    <a:pt x="4736583" y="1144689"/>
                  </a:lnTo>
                  <a:lnTo>
                    <a:pt x="4736583" y="1134735"/>
                  </a:lnTo>
                  <a:lnTo>
                    <a:pt x="4736708" y="1134735"/>
                  </a:lnTo>
                  <a:lnTo>
                    <a:pt x="4736833" y="1134735"/>
                  </a:lnTo>
                  <a:lnTo>
                    <a:pt x="4736958" y="1134735"/>
                  </a:lnTo>
                  <a:lnTo>
                    <a:pt x="4737083" y="1134735"/>
                  </a:lnTo>
                  <a:lnTo>
                    <a:pt x="4737208" y="1134735"/>
                  </a:lnTo>
                  <a:lnTo>
                    <a:pt x="4737333" y="1134735"/>
                  </a:lnTo>
                  <a:lnTo>
                    <a:pt x="4737458" y="1134735"/>
                  </a:lnTo>
                  <a:lnTo>
                    <a:pt x="4737583" y="1134735"/>
                  </a:lnTo>
                  <a:lnTo>
                    <a:pt x="4737708" y="1134735"/>
                  </a:lnTo>
                  <a:lnTo>
                    <a:pt x="4737833" y="1134735"/>
                  </a:lnTo>
                  <a:lnTo>
                    <a:pt x="4737958" y="1134735"/>
                  </a:lnTo>
                  <a:lnTo>
                    <a:pt x="4738083" y="1134735"/>
                  </a:lnTo>
                  <a:lnTo>
                    <a:pt x="4738208" y="1134735"/>
                  </a:lnTo>
                  <a:lnTo>
                    <a:pt x="4738334" y="1134735"/>
                  </a:lnTo>
                  <a:lnTo>
                    <a:pt x="4738459" y="1134735"/>
                  </a:lnTo>
                  <a:lnTo>
                    <a:pt x="4738584" y="1134735"/>
                  </a:lnTo>
                  <a:lnTo>
                    <a:pt x="4738709" y="1134735"/>
                  </a:lnTo>
                  <a:lnTo>
                    <a:pt x="4738834" y="1134735"/>
                  </a:lnTo>
                  <a:lnTo>
                    <a:pt x="4738959" y="1134735"/>
                  </a:lnTo>
                  <a:lnTo>
                    <a:pt x="4739084" y="1134735"/>
                  </a:lnTo>
                  <a:lnTo>
                    <a:pt x="4739209" y="1134735"/>
                  </a:lnTo>
                  <a:lnTo>
                    <a:pt x="4739334" y="1134735"/>
                  </a:lnTo>
                  <a:lnTo>
                    <a:pt x="4739459" y="1134735"/>
                  </a:lnTo>
                  <a:lnTo>
                    <a:pt x="4739584" y="1134735"/>
                  </a:lnTo>
                  <a:lnTo>
                    <a:pt x="4739709" y="1134735"/>
                  </a:lnTo>
                  <a:lnTo>
                    <a:pt x="4739834" y="1134735"/>
                  </a:lnTo>
                  <a:lnTo>
                    <a:pt x="4739834" y="1124781"/>
                  </a:lnTo>
                  <a:lnTo>
                    <a:pt x="4739959" y="1124781"/>
                  </a:lnTo>
                  <a:lnTo>
                    <a:pt x="4740084" y="1124781"/>
                  </a:lnTo>
                  <a:lnTo>
                    <a:pt x="4740209" y="1124781"/>
                  </a:lnTo>
                  <a:lnTo>
                    <a:pt x="4740334" y="1124781"/>
                  </a:lnTo>
                  <a:lnTo>
                    <a:pt x="4740459" y="1124781"/>
                  </a:lnTo>
                  <a:lnTo>
                    <a:pt x="4740584" y="1124781"/>
                  </a:lnTo>
                  <a:lnTo>
                    <a:pt x="4740709" y="1124781"/>
                  </a:lnTo>
                  <a:lnTo>
                    <a:pt x="4740834" y="1124781"/>
                  </a:lnTo>
                  <a:lnTo>
                    <a:pt x="4740959" y="1124781"/>
                  </a:lnTo>
                  <a:lnTo>
                    <a:pt x="4741084" y="1124781"/>
                  </a:lnTo>
                  <a:lnTo>
                    <a:pt x="4741209" y="1124781"/>
                  </a:lnTo>
                  <a:lnTo>
                    <a:pt x="4741335" y="1124781"/>
                  </a:lnTo>
                  <a:lnTo>
                    <a:pt x="4741460" y="1124781"/>
                  </a:lnTo>
                  <a:lnTo>
                    <a:pt x="4741585" y="1124781"/>
                  </a:lnTo>
                  <a:lnTo>
                    <a:pt x="4741710" y="1124781"/>
                  </a:lnTo>
                  <a:lnTo>
                    <a:pt x="4741835" y="1124781"/>
                  </a:lnTo>
                  <a:lnTo>
                    <a:pt x="4741960" y="1124781"/>
                  </a:lnTo>
                  <a:lnTo>
                    <a:pt x="4742085" y="1124781"/>
                  </a:lnTo>
                  <a:lnTo>
                    <a:pt x="4742210" y="1124781"/>
                  </a:lnTo>
                  <a:lnTo>
                    <a:pt x="4742335" y="1124781"/>
                  </a:lnTo>
                  <a:lnTo>
                    <a:pt x="4742460" y="1124781"/>
                  </a:lnTo>
                  <a:lnTo>
                    <a:pt x="4742585" y="1124781"/>
                  </a:lnTo>
                  <a:lnTo>
                    <a:pt x="4742710" y="1124781"/>
                  </a:lnTo>
                  <a:lnTo>
                    <a:pt x="4742835" y="1124781"/>
                  </a:lnTo>
                  <a:lnTo>
                    <a:pt x="4742960" y="1124781"/>
                  </a:lnTo>
                  <a:lnTo>
                    <a:pt x="4743085" y="1124781"/>
                  </a:lnTo>
                  <a:lnTo>
                    <a:pt x="4743210" y="1124781"/>
                  </a:lnTo>
                  <a:lnTo>
                    <a:pt x="4743335" y="1124781"/>
                  </a:lnTo>
                  <a:lnTo>
                    <a:pt x="4743460" y="1124781"/>
                  </a:lnTo>
                  <a:lnTo>
                    <a:pt x="4743585" y="1124781"/>
                  </a:lnTo>
                  <a:lnTo>
                    <a:pt x="4743710" y="1124781"/>
                  </a:lnTo>
                  <a:lnTo>
                    <a:pt x="4743835" y="1124781"/>
                  </a:lnTo>
                  <a:lnTo>
                    <a:pt x="4743960" y="1124781"/>
                  </a:lnTo>
                  <a:lnTo>
                    <a:pt x="4744085" y="1124781"/>
                  </a:lnTo>
                  <a:lnTo>
                    <a:pt x="4744210" y="1124781"/>
                  </a:lnTo>
                  <a:lnTo>
                    <a:pt x="4744336" y="1124781"/>
                  </a:lnTo>
                  <a:lnTo>
                    <a:pt x="4744461" y="1124781"/>
                  </a:lnTo>
                  <a:lnTo>
                    <a:pt x="4744586" y="1124781"/>
                  </a:lnTo>
                  <a:lnTo>
                    <a:pt x="4744711" y="1124781"/>
                  </a:lnTo>
                  <a:lnTo>
                    <a:pt x="4744836" y="1124781"/>
                  </a:lnTo>
                  <a:lnTo>
                    <a:pt x="4744961" y="1124781"/>
                  </a:lnTo>
                  <a:lnTo>
                    <a:pt x="4745086" y="1124781"/>
                  </a:lnTo>
                  <a:lnTo>
                    <a:pt x="4745211" y="1124781"/>
                  </a:lnTo>
                  <a:lnTo>
                    <a:pt x="4745336" y="1124781"/>
                  </a:lnTo>
                  <a:lnTo>
                    <a:pt x="4745461" y="1124781"/>
                  </a:lnTo>
                  <a:lnTo>
                    <a:pt x="4745586" y="1124781"/>
                  </a:lnTo>
                  <a:lnTo>
                    <a:pt x="4745711" y="1124781"/>
                  </a:lnTo>
                  <a:lnTo>
                    <a:pt x="4745836" y="1124781"/>
                  </a:lnTo>
                  <a:lnTo>
                    <a:pt x="4745961" y="1124781"/>
                  </a:lnTo>
                  <a:lnTo>
                    <a:pt x="4746086" y="1124781"/>
                  </a:lnTo>
                  <a:lnTo>
                    <a:pt x="4746211" y="1124781"/>
                  </a:lnTo>
                  <a:lnTo>
                    <a:pt x="4746336" y="1124781"/>
                  </a:lnTo>
                  <a:lnTo>
                    <a:pt x="4746461" y="1124781"/>
                  </a:lnTo>
                  <a:lnTo>
                    <a:pt x="4746586" y="1124781"/>
                  </a:lnTo>
                  <a:lnTo>
                    <a:pt x="4746711" y="1124781"/>
                  </a:lnTo>
                  <a:lnTo>
                    <a:pt x="4746836" y="1124781"/>
                  </a:lnTo>
                  <a:lnTo>
                    <a:pt x="4746961" y="1124781"/>
                  </a:lnTo>
                  <a:lnTo>
                    <a:pt x="4747086" y="1124781"/>
                  </a:lnTo>
                  <a:lnTo>
                    <a:pt x="4747211" y="1124781"/>
                  </a:lnTo>
                  <a:lnTo>
                    <a:pt x="4747337" y="1124781"/>
                  </a:lnTo>
                  <a:lnTo>
                    <a:pt x="4747462" y="1124781"/>
                  </a:lnTo>
                  <a:lnTo>
                    <a:pt x="4747587" y="1124781"/>
                  </a:lnTo>
                  <a:lnTo>
                    <a:pt x="4747712" y="1124781"/>
                  </a:lnTo>
                  <a:lnTo>
                    <a:pt x="4747837" y="1124781"/>
                  </a:lnTo>
                  <a:lnTo>
                    <a:pt x="4747962" y="1124781"/>
                  </a:lnTo>
                  <a:lnTo>
                    <a:pt x="4748087" y="1124781"/>
                  </a:lnTo>
                  <a:lnTo>
                    <a:pt x="4748212" y="1124781"/>
                  </a:lnTo>
                  <a:lnTo>
                    <a:pt x="4748337" y="1124781"/>
                  </a:lnTo>
                  <a:lnTo>
                    <a:pt x="4748462" y="1124781"/>
                  </a:lnTo>
                  <a:lnTo>
                    <a:pt x="4748587" y="1124781"/>
                  </a:lnTo>
                  <a:lnTo>
                    <a:pt x="4748712" y="1124781"/>
                  </a:lnTo>
                  <a:lnTo>
                    <a:pt x="4748837" y="1124781"/>
                  </a:lnTo>
                  <a:lnTo>
                    <a:pt x="4748962" y="1124781"/>
                  </a:lnTo>
                  <a:lnTo>
                    <a:pt x="4749087" y="1124781"/>
                  </a:lnTo>
                  <a:lnTo>
                    <a:pt x="4749212" y="1124781"/>
                  </a:lnTo>
                  <a:lnTo>
                    <a:pt x="4749212" y="1114828"/>
                  </a:lnTo>
                  <a:lnTo>
                    <a:pt x="4749337" y="1114828"/>
                  </a:lnTo>
                  <a:lnTo>
                    <a:pt x="4749462" y="1114828"/>
                  </a:lnTo>
                  <a:lnTo>
                    <a:pt x="4749587" y="1114828"/>
                  </a:lnTo>
                  <a:lnTo>
                    <a:pt x="4749712" y="1114828"/>
                  </a:lnTo>
                  <a:lnTo>
                    <a:pt x="4749837" y="1114828"/>
                  </a:lnTo>
                  <a:lnTo>
                    <a:pt x="4749962" y="1114828"/>
                  </a:lnTo>
                  <a:lnTo>
                    <a:pt x="4750087" y="1114828"/>
                  </a:lnTo>
                  <a:lnTo>
                    <a:pt x="4750212" y="1114828"/>
                  </a:lnTo>
                  <a:lnTo>
                    <a:pt x="4750212" y="1104874"/>
                  </a:lnTo>
                  <a:lnTo>
                    <a:pt x="4750338" y="1104874"/>
                  </a:lnTo>
                  <a:lnTo>
                    <a:pt x="4750463" y="1104874"/>
                  </a:lnTo>
                  <a:lnTo>
                    <a:pt x="4750588" y="1104874"/>
                  </a:lnTo>
                  <a:lnTo>
                    <a:pt x="4750713" y="1104874"/>
                  </a:lnTo>
                  <a:lnTo>
                    <a:pt x="4750838" y="1104874"/>
                  </a:lnTo>
                  <a:lnTo>
                    <a:pt x="4750963" y="1104874"/>
                  </a:lnTo>
                  <a:lnTo>
                    <a:pt x="4751088" y="1104874"/>
                  </a:lnTo>
                  <a:lnTo>
                    <a:pt x="4751213" y="1104874"/>
                  </a:lnTo>
                  <a:lnTo>
                    <a:pt x="4751338" y="1104874"/>
                  </a:lnTo>
                  <a:lnTo>
                    <a:pt x="4751463" y="1104874"/>
                  </a:lnTo>
                  <a:lnTo>
                    <a:pt x="4751588" y="1104874"/>
                  </a:lnTo>
                  <a:lnTo>
                    <a:pt x="4751713" y="1104874"/>
                  </a:lnTo>
                  <a:lnTo>
                    <a:pt x="4751838" y="1104874"/>
                  </a:lnTo>
                  <a:lnTo>
                    <a:pt x="4751963" y="1104874"/>
                  </a:lnTo>
                  <a:lnTo>
                    <a:pt x="4752088" y="1104874"/>
                  </a:lnTo>
                  <a:lnTo>
                    <a:pt x="4752213" y="1104874"/>
                  </a:lnTo>
                  <a:lnTo>
                    <a:pt x="4752338" y="1104874"/>
                  </a:lnTo>
                  <a:lnTo>
                    <a:pt x="4752463" y="1104874"/>
                  </a:lnTo>
                  <a:lnTo>
                    <a:pt x="4752588" y="1104874"/>
                  </a:lnTo>
                  <a:lnTo>
                    <a:pt x="4752713" y="1104874"/>
                  </a:lnTo>
                  <a:lnTo>
                    <a:pt x="4752838" y="1104874"/>
                  </a:lnTo>
                  <a:lnTo>
                    <a:pt x="4752963" y="1104874"/>
                  </a:lnTo>
                  <a:lnTo>
                    <a:pt x="4753088" y="1104874"/>
                  </a:lnTo>
                  <a:lnTo>
                    <a:pt x="4753213" y="1104874"/>
                  </a:lnTo>
                  <a:lnTo>
                    <a:pt x="4753339" y="1104874"/>
                  </a:lnTo>
                  <a:lnTo>
                    <a:pt x="4753464" y="1104874"/>
                  </a:lnTo>
                  <a:lnTo>
                    <a:pt x="4753589" y="1104874"/>
                  </a:lnTo>
                  <a:lnTo>
                    <a:pt x="4753714" y="1104874"/>
                  </a:lnTo>
                  <a:lnTo>
                    <a:pt x="4753839" y="1104874"/>
                  </a:lnTo>
                  <a:lnTo>
                    <a:pt x="4753964" y="1104874"/>
                  </a:lnTo>
                  <a:lnTo>
                    <a:pt x="4754089" y="1104874"/>
                  </a:lnTo>
                  <a:lnTo>
                    <a:pt x="4754214" y="1104874"/>
                  </a:lnTo>
                  <a:lnTo>
                    <a:pt x="4754339" y="1104874"/>
                  </a:lnTo>
                  <a:lnTo>
                    <a:pt x="4754464" y="1104874"/>
                  </a:lnTo>
                  <a:lnTo>
                    <a:pt x="4754589" y="1104874"/>
                  </a:lnTo>
                  <a:lnTo>
                    <a:pt x="4754714" y="1104874"/>
                  </a:lnTo>
                  <a:lnTo>
                    <a:pt x="4754839" y="1104874"/>
                  </a:lnTo>
                  <a:lnTo>
                    <a:pt x="4754964" y="1104874"/>
                  </a:lnTo>
                  <a:lnTo>
                    <a:pt x="4755089" y="1104874"/>
                  </a:lnTo>
                  <a:lnTo>
                    <a:pt x="4755214" y="1104874"/>
                  </a:lnTo>
                  <a:lnTo>
                    <a:pt x="4755339" y="1104874"/>
                  </a:lnTo>
                  <a:lnTo>
                    <a:pt x="4755464" y="1104874"/>
                  </a:lnTo>
                  <a:lnTo>
                    <a:pt x="4755589" y="1104874"/>
                  </a:lnTo>
                  <a:lnTo>
                    <a:pt x="4755714" y="1104874"/>
                  </a:lnTo>
                  <a:lnTo>
                    <a:pt x="4755839" y="1104874"/>
                  </a:lnTo>
                  <a:lnTo>
                    <a:pt x="4755964" y="1104874"/>
                  </a:lnTo>
                  <a:lnTo>
                    <a:pt x="4756089" y="1104874"/>
                  </a:lnTo>
                  <a:lnTo>
                    <a:pt x="4756214" y="1104874"/>
                  </a:lnTo>
                  <a:lnTo>
                    <a:pt x="4756340" y="1104874"/>
                  </a:lnTo>
                  <a:lnTo>
                    <a:pt x="4756465" y="1104874"/>
                  </a:lnTo>
                  <a:lnTo>
                    <a:pt x="4756590" y="1104874"/>
                  </a:lnTo>
                  <a:lnTo>
                    <a:pt x="4756715" y="1104874"/>
                  </a:lnTo>
                  <a:lnTo>
                    <a:pt x="4756840" y="1104874"/>
                  </a:lnTo>
                  <a:lnTo>
                    <a:pt x="4756965" y="1104874"/>
                  </a:lnTo>
                  <a:lnTo>
                    <a:pt x="4757090" y="1104874"/>
                  </a:lnTo>
                  <a:lnTo>
                    <a:pt x="4757215" y="1104874"/>
                  </a:lnTo>
                  <a:lnTo>
                    <a:pt x="4757340" y="1104874"/>
                  </a:lnTo>
                  <a:lnTo>
                    <a:pt x="4757465" y="1104874"/>
                  </a:lnTo>
                  <a:lnTo>
                    <a:pt x="4757590" y="1104874"/>
                  </a:lnTo>
                  <a:lnTo>
                    <a:pt x="4757715" y="1104874"/>
                  </a:lnTo>
                  <a:lnTo>
                    <a:pt x="4757840" y="1104874"/>
                  </a:lnTo>
                  <a:lnTo>
                    <a:pt x="4757965" y="1104874"/>
                  </a:lnTo>
                  <a:lnTo>
                    <a:pt x="4758090" y="1104874"/>
                  </a:lnTo>
                  <a:lnTo>
                    <a:pt x="4758215" y="1104874"/>
                  </a:lnTo>
                  <a:lnTo>
                    <a:pt x="4758340" y="1104874"/>
                  </a:lnTo>
                  <a:lnTo>
                    <a:pt x="4758465" y="1104874"/>
                  </a:lnTo>
                  <a:lnTo>
                    <a:pt x="4758590" y="1104874"/>
                  </a:lnTo>
                  <a:lnTo>
                    <a:pt x="4758715" y="1104874"/>
                  </a:lnTo>
                  <a:lnTo>
                    <a:pt x="4758840" y="1104874"/>
                  </a:lnTo>
                  <a:lnTo>
                    <a:pt x="4758965" y="1104874"/>
                  </a:lnTo>
                  <a:lnTo>
                    <a:pt x="4759090" y="1104874"/>
                  </a:lnTo>
                  <a:lnTo>
                    <a:pt x="4759215" y="1104874"/>
                  </a:lnTo>
                  <a:lnTo>
                    <a:pt x="4759341" y="1104874"/>
                  </a:lnTo>
                  <a:lnTo>
                    <a:pt x="4759466" y="1104874"/>
                  </a:lnTo>
                  <a:lnTo>
                    <a:pt x="4759591" y="1104874"/>
                  </a:lnTo>
                  <a:lnTo>
                    <a:pt x="4759716" y="1104874"/>
                  </a:lnTo>
                  <a:lnTo>
                    <a:pt x="4759841" y="1104874"/>
                  </a:lnTo>
                  <a:lnTo>
                    <a:pt x="4759966" y="1104874"/>
                  </a:lnTo>
                  <a:lnTo>
                    <a:pt x="4760091" y="1104874"/>
                  </a:lnTo>
                  <a:lnTo>
                    <a:pt x="4760216" y="1104874"/>
                  </a:lnTo>
                  <a:lnTo>
                    <a:pt x="4760341" y="1104874"/>
                  </a:lnTo>
                  <a:lnTo>
                    <a:pt x="4760466" y="1104874"/>
                  </a:lnTo>
                  <a:lnTo>
                    <a:pt x="4760591" y="1104874"/>
                  </a:lnTo>
                  <a:lnTo>
                    <a:pt x="4760716" y="1104874"/>
                  </a:lnTo>
                  <a:lnTo>
                    <a:pt x="4760841" y="1104874"/>
                  </a:lnTo>
                  <a:lnTo>
                    <a:pt x="4760966" y="1104874"/>
                  </a:lnTo>
                  <a:lnTo>
                    <a:pt x="4761091" y="1104874"/>
                  </a:lnTo>
                  <a:lnTo>
                    <a:pt x="4761216" y="1104874"/>
                  </a:lnTo>
                  <a:lnTo>
                    <a:pt x="4761341" y="1104874"/>
                  </a:lnTo>
                  <a:lnTo>
                    <a:pt x="4761466" y="1104874"/>
                  </a:lnTo>
                  <a:lnTo>
                    <a:pt x="4761591" y="1104874"/>
                  </a:lnTo>
                  <a:lnTo>
                    <a:pt x="4761716" y="1104874"/>
                  </a:lnTo>
                  <a:lnTo>
                    <a:pt x="4761841" y="1104874"/>
                  </a:lnTo>
                  <a:lnTo>
                    <a:pt x="4761966" y="1104874"/>
                  </a:lnTo>
                  <a:lnTo>
                    <a:pt x="4762091" y="1104874"/>
                  </a:lnTo>
                  <a:lnTo>
                    <a:pt x="4762216" y="1104874"/>
                  </a:lnTo>
                  <a:lnTo>
                    <a:pt x="4762342" y="1104874"/>
                  </a:lnTo>
                  <a:lnTo>
                    <a:pt x="4762467" y="1104874"/>
                  </a:lnTo>
                  <a:lnTo>
                    <a:pt x="4762592" y="1104874"/>
                  </a:lnTo>
                  <a:lnTo>
                    <a:pt x="4762717" y="1104874"/>
                  </a:lnTo>
                  <a:lnTo>
                    <a:pt x="4762842" y="1104874"/>
                  </a:lnTo>
                  <a:lnTo>
                    <a:pt x="4762967" y="1104874"/>
                  </a:lnTo>
                  <a:lnTo>
                    <a:pt x="4763092" y="1104874"/>
                  </a:lnTo>
                  <a:lnTo>
                    <a:pt x="4763217" y="1104874"/>
                  </a:lnTo>
                  <a:lnTo>
                    <a:pt x="4763342" y="1104874"/>
                  </a:lnTo>
                  <a:lnTo>
                    <a:pt x="4763467" y="1104874"/>
                  </a:lnTo>
                  <a:lnTo>
                    <a:pt x="4763592" y="1104874"/>
                  </a:lnTo>
                  <a:lnTo>
                    <a:pt x="4763717" y="1104874"/>
                  </a:lnTo>
                  <a:lnTo>
                    <a:pt x="4763842" y="1104874"/>
                  </a:lnTo>
                  <a:lnTo>
                    <a:pt x="4763967" y="1104874"/>
                  </a:lnTo>
                  <a:lnTo>
                    <a:pt x="4764092" y="1104874"/>
                  </a:lnTo>
                  <a:lnTo>
                    <a:pt x="4764217" y="1104874"/>
                  </a:lnTo>
                  <a:lnTo>
                    <a:pt x="4764342" y="1104874"/>
                  </a:lnTo>
                  <a:lnTo>
                    <a:pt x="4764467" y="1104874"/>
                  </a:lnTo>
                  <a:lnTo>
                    <a:pt x="4764592" y="1104874"/>
                  </a:lnTo>
                  <a:lnTo>
                    <a:pt x="4764717" y="1104874"/>
                  </a:lnTo>
                  <a:lnTo>
                    <a:pt x="4764842" y="1104874"/>
                  </a:lnTo>
                  <a:lnTo>
                    <a:pt x="4764967" y="1104874"/>
                  </a:lnTo>
                  <a:lnTo>
                    <a:pt x="4765092" y="1104874"/>
                  </a:lnTo>
                  <a:lnTo>
                    <a:pt x="4765217" y="1104874"/>
                  </a:lnTo>
                  <a:lnTo>
                    <a:pt x="4765343" y="1104874"/>
                  </a:lnTo>
                  <a:lnTo>
                    <a:pt x="4765468" y="1104874"/>
                  </a:lnTo>
                  <a:lnTo>
                    <a:pt x="4765593" y="1104874"/>
                  </a:lnTo>
                  <a:lnTo>
                    <a:pt x="4765718" y="1104874"/>
                  </a:lnTo>
                  <a:lnTo>
                    <a:pt x="4765843" y="1104874"/>
                  </a:lnTo>
                  <a:lnTo>
                    <a:pt x="4765968" y="1104874"/>
                  </a:lnTo>
                  <a:lnTo>
                    <a:pt x="4766093" y="1104874"/>
                  </a:lnTo>
                  <a:lnTo>
                    <a:pt x="4766218" y="1104874"/>
                  </a:lnTo>
                  <a:lnTo>
                    <a:pt x="4766343" y="1104874"/>
                  </a:lnTo>
                  <a:lnTo>
                    <a:pt x="4766468" y="1104874"/>
                  </a:lnTo>
                  <a:lnTo>
                    <a:pt x="4766593" y="1104874"/>
                  </a:lnTo>
                  <a:lnTo>
                    <a:pt x="4766593" y="1094920"/>
                  </a:lnTo>
                  <a:lnTo>
                    <a:pt x="4766718" y="1094920"/>
                  </a:lnTo>
                  <a:lnTo>
                    <a:pt x="4766843" y="1094920"/>
                  </a:lnTo>
                  <a:lnTo>
                    <a:pt x="4766968" y="1094920"/>
                  </a:lnTo>
                  <a:lnTo>
                    <a:pt x="4767093" y="1094920"/>
                  </a:lnTo>
                  <a:lnTo>
                    <a:pt x="4767218" y="1094920"/>
                  </a:lnTo>
                  <a:lnTo>
                    <a:pt x="4767343" y="1094920"/>
                  </a:lnTo>
                  <a:lnTo>
                    <a:pt x="4767468" y="1094920"/>
                  </a:lnTo>
                  <a:lnTo>
                    <a:pt x="4767593" y="1094920"/>
                  </a:lnTo>
                  <a:lnTo>
                    <a:pt x="4767718" y="1094920"/>
                  </a:lnTo>
                  <a:lnTo>
                    <a:pt x="4767843" y="1094920"/>
                  </a:lnTo>
                  <a:lnTo>
                    <a:pt x="4767968" y="1094920"/>
                  </a:lnTo>
                  <a:lnTo>
                    <a:pt x="4768093" y="1094920"/>
                  </a:lnTo>
                  <a:lnTo>
                    <a:pt x="4768218" y="1094920"/>
                  </a:lnTo>
                  <a:lnTo>
                    <a:pt x="4768344" y="1094920"/>
                  </a:lnTo>
                  <a:lnTo>
                    <a:pt x="4768469" y="1094920"/>
                  </a:lnTo>
                  <a:lnTo>
                    <a:pt x="4768594" y="1094920"/>
                  </a:lnTo>
                  <a:lnTo>
                    <a:pt x="4768719" y="1094920"/>
                  </a:lnTo>
                  <a:lnTo>
                    <a:pt x="4768844" y="1094920"/>
                  </a:lnTo>
                  <a:lnTo>
                    <a:pt x="4768969" y="1094920"/>
                  </a:lnTo>
                  <a:lnTo>
                    <a:pt x="4769094" y="1094920"/>
                  </a:lnTo>
                  <a:lnTo>
                    <a:pt x="4769219" y="1094920"/>
                  </a:lnTo>
                  <a:lnTo>
                    <a:pt x="4769344" y="1094920"/>
                  </a:lnTo>
                  <a:lnTo>
                    <a:pt x="4769469" y="1094920"/>
                  </a:lnTo>
                  <a:lnTo>
                    <a:pt x="4769594" y="1094920"/>
                  </a:lnTo>
                  <a:lnTo>
                    <a:pt x="4769719" y="1094920"/>
                  </a:lnTo>
                  <a:lnTo>
                    <a:pt x="4769844" y="1094920"/>
                  </a:lnTo>
                  <a:lnTo>
                    <a:pt x="4769969" y="1094920"/>
                  </a:lnTo>
                  <a:lnTo>
                    <a:pt x="4770094" y="1094920"/>
                  </a:lnTo>
                  <a:lnTo>
                    <a:pt x="4770219" y="1094920"/>
                  </a:lnTo>
                  <a:lnTo>
                    <a:pt x="4770344" y="1094920"/>
                  </a:lnTo>
                  <a:lnTo>
                    <a:pt x="4770469" y="1094920"/>
                  </a:lnTo>
                  <a:lnTo>
                    <a:pt x="4770594" y="1094920"/>
                  </a:lnTo>
                  <a:lnTo>
                    <a:pt x="4770719" y="1094920"/>
                  </a:lnTo>
                  <a:lnTo>
                    <a:pt x="4770844" y="1094920"/>
                  </a:lnTo>
                  <a:lnTo>
                    <a:pt x="4770969" y="1094920"/>
                  </a:lnTo>
                  <a:lnTo>
                    <a:pt x="4771094" y="1094920"/>
                  </a:lnTo>
                  <a:lnTo>
                    <a:pt x="4771219" y="1094920"/>
                  </a:lnTo>
                  <a:lnTo>
                    <a:pt x="4771345" y="1094920"/>
                  </a:lnTo>
                  <a:lnTo>
                    <a:pt x="4771470" y="1094920"/>
                  </a:lnTo>
                  <a:lnTo>
                    <a:pt x="4771595" y="1094920"/>
                  </a:lnTo>
                  <a:lnTo>
                    <a:pt x="4771720" y="1094920"/>
                  </a:lnTo>
                  <a:lnTo>
                    <a:pt x="4771845" y="1094920"/>
                  </a:lnTo>
                  <a:lnTo>
                    <a:pt x="4771970" y="1094920"/>
                  </a:lnTo>
                  <a:lnTo>
                    <a:pt x="4772095" y="1094920"/>
                  </a:lnTo>
                  <a:lnTo>
                    <a:pt x="4772220" y="1094920"/>
                  </a:lnTo>
                  <a:lnTo>
                    <a:pt x="4772345" y="1094920"/>
                  </a:lnTo>
                  <a:lnTo>
                    <a:pt x="4772470" y="1094920"/>
                  </a:lnTo>
                  <a:lnTo>
                    <a:pt x="4772595" y="1094920"/>
                  </a:lnTo>
                  <a:lnTo>
                    <a:pt x="4772720" y="1094920"/>
                  </a:lnTo>
                  <a:lnTo>
                    <a:pt x="4772845" y="1094920"/>
                  </a:lnTo>
                  <a:lnTo>
                    <a:pt x="4772970" y="1094920"/>
                  </a:lnTo>
                  <a:lnTo>
                    <a:pt x="4773095" y="1094920"/>
                  </a:lnTo>
                  <a:lnTo>
                    <a:pt x="4773220" y="1094920"/>
                  </a:lnTo>
                  <a:lnTo>
                    <a:pt x="4773345" y="1094920"/>
                  </a:lnTo>
                  <a:lnTo>
                    <a:pt x="4773470" y="1094920"/>
                  </a:lnTo>
                  <a:lnTo>
                    <a:pt x="4773595" y="1094920"/>
                  </a:lnTo>
                  <a:lnTo>
                    <a:pt x="4773720" y="1094920"/>
                  </a:lnTo>
                  <a:lnTo>
                    <a:pt x="4773845" y="1094920"/>
                  </a:lnTo>
                  <a:lnTo>
                    <a:pt x="4773970" y="1094920"/>
                  </a:lnTo>
                  <a:lnTo>
                    <a:pt x="4774095" y="1094920"/>
                  </a:lnTo>
                  <a:lnTo>
                    <a:pt x="4774221" y="1094920"/>
                  </a:lnTo>
                  <a:lnTo>
                    <a:pt x="4774346" y="1094920"/>
                  </a:lnTo>
                  <a:lnTo>
                    <a:pt x="4774471" y="1094920"/>
                  </a:lnTo>
                  <a:lnTo>
                    <a:pt x="4774596" y="1094920"/>
                  </a:lnTo>
                  <a:lnTo>
                    <a:pt x="4774721" y="1094920"/>
                  </a:lnTo>
                  <a:lnTo>
                    <a:pt x="4774846" y="1094920"/>
                  </a:lnTo>
                  <a:lnTo>
                    <a:pt x="4774971" y="1094920"/>
                  </a:lnTo>
                  <a:lnTo>
                    <a:pt x="4775096" y="1094920"/>
                  </a:lnTo>
                  <a:lnTo>
                    <a:pt x="4775221" y="1094920"/>
                  </a:lnTo>
                  <a:lnTo>
                    <a:pt x="4775221" y="1084966"/>
                  </a:lnTo>
                  <a:lnTo>
                    <a:pt x="4775346" y="1084966"/>
                  </a:lnTo>
                  <a:lnTo>
                    <a:pt x="4775471" y="1084966"/>
                  </a:lnTo>
                  <a:lnTo>
                    <a:pt x="4775596" y="1084966"/>
                  </a:lnTo>
                  <a:lnTo>
                    <a:pt x="4775721" y="1084966"/>
                  </a:lnTo>
                  <a:lnTo>
                    <a:pt x="4775846" y="1084966"/>
                  </a:lnTo>
                  <a:lnTo>
                    <a:pt x="4775971" y="1084966"/>
                  </a:lnTo>
                  <a:lnTo>
                    <a:pt x="4776096" y="1084966"/>
                  </a:lnTo>
                  <a:lnTo>
                    <a:pt x="4776221" y="1084966"/>
                  </a:lnTo>
                  <a:lnTo>
                    <a:pt x="4776346" y="1084966"/>
                  </a:lnTo>
                  <a:lnTo>
                    <a:pt x="4776471" y="1084966"/>
                  </a:lnTo>
                  <a:lnTo>
                    <a:pt x="4776596" y="1084966"/>
                  </a:lnTo>
                  <a:lnTo>
                    <a:pt x="4776721" y="1084966"/>
                  </a:lnTo>
                  <a:lnTo>
                    <a:pt x="4776846" y="1084966"/>
                  </a:lnTo>
                  <a:lnTo>
                    <a:pt x="4776971" y="1084966"/>
                  </a:lnTo>
                  <a:lnTo>
                    <a:pt x="4777096" y="1084966"/>
                  </a:lnTo>
                  <a:lnTo>
                    <a:pt x="4777222" y="1084966"/>
                  </a:lnTo>
                  <a:lnTo>
                    <a:pt x="4777347" y="1084966"/>
                  </a:lnTo>
                  <a:lnTo>
                    <a:pt x="4777472" y="1084966"/>
                  </a:lnTo>
                  <a:lnTo>
                    <a:pt x="4777597" y="1084966"/>
                  </a:lnTo>
                  <a:lnTo>
                    <a:pt x="4777722" y="1084966"/>
                  </a:lnTo>
                  <a:lnTo>
                    <a:pt x="4777847" y="1084966"/>
                  </a:lnTo>
                  <a:lnTo>
                    <a:pt x="4777972" y="1084966"/>
                  </a:lnTo>
                  <a:lnTo>
                    <a:pt x="4778097" y="1084966"/>
                  </a:lnTo>
                  <a:lnTo>
                    <a:pt x="4778222" y="1084966"/>
                  </a:lnTo>
                  <a:lnTo>
                    <a:pt x="4778347" y="1084966"/>
                  </a:lnTo>
                  <a:lnTo>
                    <a:pt x="4778472" y="1084966"/>
                  </a:lnTo>
                  <a:lnTo>
                    <a:pt x="4778597" y="1084966"/>
                  </a:lnTo>
                  <a:lnTo>
                    <a:pt x="4778722" y="1084966"/>
                  </a:lnTo>
                  <a:lnTo>
                    <a:pt x="4778847" y="1084966"/>
                  </a:lnTo>
                  <a:lnTo>
                    <a:pt x="4778972" y="1084966"/>
                  </a:lnTo>
                  <a:lnTo>
                    <a:pt x="4779097" y="1084966"/>
                  </a:lnTo>
                  <a:lnTo>
                    <a:pt x="4779222" y="1084966"/>
                  </a:lnTo>
                  <a:lnTo>
                    <a:pt x="4779347" y="1084966"/>
                  </a:lnTo>
                  <a:lnTo>
                    <a:pt x="4779472" y="1084966"/>
                  </a:lnTo>
                  <a:lnTo>
                    <a:pt x="4779597" y="1084966"/>
                  </a:lnTo>
                  <a:lnTo>
                    <a:pt x="4779722" y="1084966"/>
                  </a:lnTo>
                  <a:lnTo>
                    <a:pt x="4779847" y="1084966"/>
                  </a:lnTo>
                  <a:lnTo>
                    <a:pt x="4779972" y="1084966"/>
                  </a:lnTo>
                  <a:lnTo>
                    <a:pt x="4780097" y="1084966"/>
                  </a:lnTo>
                  <a:lnTo>
                    <a:pt x="4780223" y="1084966"/>
                  </a:lnTo>
                  <a:lnTo>
                    <a:pt x="4780348" y="1084966"/>
                  </a:lnTo>
                  <a:lnTo>
                    <a:pt x="4780473" y="1084966"/>
                  </a:lnTo>
                  <a:lnTo>
                    <a:pt x="4780598" y="1084966"/>
                  </a:lnTo>
                  <a:lnTo>
                    <a:pt x="4780723" y="1084966"/>
                  </a:lnTo>
                  <a:lnTo>
                    <a:pt x="4780848" y="1084966"/>
                  </a:lnTo>
                  <a:lnTo>
                    <a:pt x="4780973" y="1084966"/>
                  </a:lnTo>
                  <a:lnTo>
                    <a:pt x="4781098" y="1084966"/>
                  </a:lnTo>
                  <a:lnTo>
                    <a:pt x="4781223" y="1084966"/>
                  </a:lnTo>
                  <a:lnTo>
                    <a:pt x="4781348" y="1084966"/>
                  </a:lnTo>
                  <a:lnTo>
                    <a:pt x="4781473" y="1084966"/>
                  </a:lnTo>
                  <a:lnTo>
                    <a:pt x="4781598" y="1084966"/>
                  </a:lnTo>
                  <a:lnTo>
                    <a:pt x="4781723" y="1084966"/>
                  </a:lnTo>
                  <a:lnTo>
                    <a:pt x="4781848" y="1084966"/>
                  </a:lnTo>
                  <a:lnTo>
                    <a:pt x="4781973" y="1084966"/>
                  </a:lnTo>
                  <a:lnTo>
                    <a:pt x="4781973" y="1075012"/>
                  </a:lnTo>
                  <a:lnTo>
                    <a:pt x="4782098" y="1075012"/>
                  </a:lnTo>
                  <a:lnTo>
                    <a:pt x="4782223" y="1075012"/>
                  </a:lnTo>
                  <a:lnTo>
                    <a:pt x="4782348" y="1075012"/>
                  </a:lnTo>
                  <a:lnTo>
                    <a:pt x="4782473" y="1075012"/>
                  </a:lnTo>
                  <a:lnTo>
                    <a:pt x="4782598" y="1075012"/>
                  </a:lnTo>
                  <a:lnTo>
                    <a:pt x="4782723" y="1075012"/>
                  </a:lnTo>
                  <a:lnTo>
                    <a:pt x="4782848" y="1075012"/>
                  </a:lnTo>
                  <a:lnTo>
                    <a:pt x="4782973" y="1075012"/>
                  </a:lnTo>
                  <a:lnTo>
                    <a:pt x="4783098" y="1075012"/>
                  </a:lnTo>
                  <a:lnTo>
                    <a:pt x="4783224" y="1075012"/>
                  </a:lnTo>
                  <a:lnTo>
                    <a:pt x="4783349" y="1075012"/>
                  </a:lnTo>
                  <a:lnTo>
                    <a:pt x="4783474" y="1075012"/>
                  </a:lnTo>
                  <a:lnTo>
                    <a:pt x="4783599" y="1075012"/>
                  </a:lnTo>
                  <a:lnTo>
                    <a:pt x="4783724" y="1075012"/>
                  </a:lnTo>
                  <a:lnTo>
                    <a:pt x="4783849" y="1075012"/>
                  </a:lnTo>
                  <a:lnTo>
                    <a:pt x="4783974" y="1075012"/>
                  </a:lnTo>
                  <a:lnTo>
                    <a:pt x="4784099" y="1075012"/>
                  </a:lnTo>
                  <a:lnTo>
                    <a:pt x="4784224" y="1075012"/>
                  </a:lnTo>
                  <a:lnTo>
                    <a:pt x="4784349" y="1075012"/>
                  </a:lnTo>
                  <a:lnTo>
                    <a:pt x="4784474" y="1075012"/>
                  </a:lnTo>
                  <a:lnTo>
                    <a:pt x="4784599" y="1075012"/>
                  </a:lnTo>
                  <a:lnTo>
                    <a:pt x="4784724" y="1075012"/>
                  </a:lnTo>
                  <a:lnTo>
                    <a:pt x="4784849" y="1075012"/>
                  </a:lnTo>
                  <a:lnTo>
                    <a:pt x="4784974" y="1075012"/>
                  </a:lnTo>
                  <a:lnTo>
                    <a:pt x="4785099" y="1075012"/>
                  </a:lnTo>
                  <a:lnTo>
                    <a:pt x="4785224" y="1075012"/>
                  </a:lnTo>
                  <a:lnTo>
                    <a:pt x="4785349" y="1075012"/>
                  </a:lnTo>
                  <a:lnTo>
                    <a:pt x="4785474" y="1075012"/>
                  </a:lnTo>
                  <a:lnTo>
                    <a:pt x="4785474" y="1065059"/>
                  </a:lnTo>
                  <a:lnTo>
                    <a:pt x="4785599" y="1065059"/>
                  </a:lnTo>
                  <a:lnTo>
                    <a:pt x="4785724" y="1065059"/>
                  </a:lnTo>
                  <a:lnTo>
                    <a:pt x="4785849" y="1065059"/>
                  </a:lnTo>
                  <a:lnTo>
                    <a:pt x="4785974" y="1065059"/>
                  </a:lnTo>
                  <a:lnTo>
                    <a:pt x="4786099" y="1065059"/>
                  </a:lnTo>
                  <a:lnTo>
                    <a:pt x="4786225" y="1065059"/>
                  </a:lnTo>
                  <a:lnTo>
                    <a:pt x="4786350" y="1065059"/>
                  </a:lnTo>
                  <a:lnTo>
                    <a:pt x="4786475" y="1065059"/>
                  </a:lnTo>
                  <a:lnTo>
                    <a:pt x="4786600" y="1065059"/>
                  </a:lnTo>
                  <a:lnTo>
                    <a:pt x="4786725" y="1065059"/>
                  </a:lnTo>
                  <a:lnTo>
                    <a:pt x="4786850" y="1065059"/>
                  </a:lnTo>
                  <a:lnTo>
                    <a:pt x="4786975" y="1065059"/>
                  </a:lnTo>
                  <a:lnTo>
                    <a:pt x="4787100" y="1065059"/>
                  </a:lnTo>
                  <a:lnTo>
                    <a:pt x="4787225" y="1065059"/>
                  </a:lnTo>
                  <a:lnTo>
                    <a:pt x="4787350" y="1065059"/>
                  </a:lnTo>
                  <a:lnTo>
                    <a:pt x="4787475" y="1065059"/>
                  </a:lnTo>
                  <a:lnTo>
                    <a:pt x="4787600" y="1065059"/>
                  </a:lnTo>
                  <a:lnTo>
                    <a:pt x="4787725" y="1065059"/>
                  </a:lnTo>
                  <a:lnTo>
                    <a:pt x="4787850" y="1065059"/>
                  </a:lnTo>
                  <a:lnTo>
                    <a:pt x="4787975" y="1065059"/>
                  </a:lnTo>
                  <a:lnTo>
                    <a:pt x="4788100" y="1065059"/>
                  </a:lnTo>
                  <a:lnTo>
                    <a:pt x="4788225" y="1065059"/>
                  </a:lnTo>
                  <a:lnTo>
                    <a:pt x="4788350" y="1065059"/>
                  </a:lnTo>
                  <a:lnTo>
                    <a:pt x="4788475" y="1065059"/>
                  </a:lnTo>
                  <a:lnTo>
                    <a:pt x="4788600" y="1065059"/>
                  </a:lnTo>
                  <a:lnTo>
                    <a:pt x="4788725" y="1065059"/>
                  </a:lnTo>
                  <a:lnTo>
                    <a:pt x="4788850" y="1065059"/>
                  </a:lnTo>
                  <a:lnTo>
                    <a:pt x="4788975" y="1065059"/>
                  </a:lnTo>
                  <a:lnTo>
                    <a:pt x="4789100" y="1065059"/>
                  </a:lnTo>
                  <a:lnTo>
                    <a:pt x="4789226" y="1065059"/>
                  </a:lnTo>
                  <a:lnTo>
                    <a:pt x="4789351" y="1065059"/>
                  </a:lnTo>
                  <a:lnTo>
                    <a:pt x="4789476" y="1065059"/>
                  </a:lnTo>
                  <a:lnTo>
                    <a:pt x="4789601" y="1065059"/>
                  </a:lnTo>
                  <a:lnTo>
                    <a:pt x="4789726" y="1065059"/>
                  </a:lnTo>
                  <a:lnTo>
                    <a:pt x="4789851" y="1065059"/>
                  </a:lnTo>
                  <a:lnTo>
                    <a:pt x="4789976" y="1065059"/>
                  </a:lnTo>
                  <a:lnTo>
                    <a:pt x="4790101" y="1065059"/>
                  </a:lnTo>
                  <a:lnTo>
                    <a:pt x="4790226" y="1065059"/>
                  </a:lnTo>
                  <a:lnTo>
                    <a:pt x="4790351" y="1065059"/>
                  </a:lnTo>
                  <a:lnTo>
                    <a:pt x="4790476" y="1065059"/>
                  </a:lnTo>
                  <a:lnTo>
                    <a:pt x="4790601" y="1065059"/>
                  </a:lnTo>
                  <a:lnTo>
                    <a:pt x="4790726" y="1065059"/>
                  </a:lnTo>
                  <a:lnTo>
                    <a:pt x="4790851" y="1065059"/>
                  </a:lnTo>
                  <a:lnTo>
                    <a:pt x="4790976" y="1065059"/>
                  </a:lnTo>
                  <a:lnTo>
                    <a:pt x="4791101" y="1065059"/>
                  </a:lnTo>
                  <a:lnTo>
                    <a:pt x="4791226" y="1065059"/>
                  </a:lnTo>
                  <a:lnTo>
                    <a:pt x="4791351" y="1065059"/>
                  </a:lnTo>
                  <a:lnTo>
                    <a:pt x="4791476" y="1065059"/>
                  </a:lnTo>
                  <a:lnTo>
                    <a:pt x="4791601" y="1065059"/>
                  </a:lnTo>
                  <a:lnTo>
                    <a:pt x="4791726" y="1065059"/>
                  </a:lnTo>
                  <a:lnTo>
                    <a:pt x="4791851" y="1065059"/>
                  </a:lnTo>
                  <a:lnTo>
                    <a:pt x="4791976" y="1065059"/>
                  </a:lnTo>
                  <a:lnTo>
                    <a:pt x="4792101" y="1065059"/>
                  </a:lnTo>
                  <a:lnTo>
                    <a:pt x="4792227" y="1065059"/>
                  </a:lnTo>
                  <a:lnTo>
                    <a:pt x="4792352" y="1065059"/>
                  </a:lnTo>
                  <a:lnTo>
                    <a:pt x="4792477" y="1065059"/>
                  </a:lnTo>
                  <a:lnTo>
                    <a:pt x="4792602" y="1065059"/>
                  </a:lnTo>
                  <a:lnTo>
                    <a:pt x="4792727" y="1065059"/>
                  </a:lnTo>
                  <a:lnTo>
                    <a:pt x="4792852" y="1065059"/>
                  </a:lnTo>
                  <a:lnTo>
                    <a:pt x="4792977" y="1065059"/>
                  </a:lnTo>
                  <a:lnTo>
                    <a:pt x="4793102" y="1065059"/>
                  </a:lnTo>
                  <a:lnTo>
                    <a:pt x="4793227" y="1065059"/>
                  </a:lnTo>
                  <a:lnTo>
                    <a:pt x="4793352" y="1065059"/>
                  </a:lnTo>
                  <a:lnTo>
                    <a:pt x="4793477" y="1065059"/>
                  </a:lnTo>
                  <a:lnTo>
                    <a:pt x="4793602" y="1065059"/>
                  </a:lnTo>
                  <a:lnTo>
                    <a:pt x="4793727" y="1065059"/>
                  </a:lnTo>
                  <a:lnTo>
                    <a:pt x="4793852" y="1065059"/>
                  </a:lnTo>
                  <a:lnTo>
                    <a:pt x="4793977" y="1065059"/>
                  </a:lnTo>
                  <a:lnTo>
                    <a:pt x="4794102" y="1065059"/>
                  </a:lnTo>
                  <a:lnTo>
                    <a:pt x="4794227" y="1065059"/>
                  </a:lnTo>
                  <a:lnTo>
                    <a:pt x="4794352" y="1065059"/>
                  </a:lnTo>
                  <a:lnTo>
                    <a:pt x="4794477" y="1065059"/>
                  </a:lnTo>
                  <a:lnTo>
                    <a:pt x="4794602" y="1065059"/>
                  </a:lnTo>
                  <a:lnTo>
                    <a:pt x="4794727" y="1065059"/>
                  </a:lnTo>
                  <a:lnTo>
                    <a:pt x="4794852" y="1065059"/>
                  </a:lnTo>
                  <a:lnTo>
                    <a:pt x="4794977" y="1065059"/>
                  </a:lnTo>
                  <a:lnTo>
                    <a:pt x="4795102" y="1065059"/>
                  </a:lnTo>
                  <a:lnTo>
                    <a:pt x="4795228" y="1065059"/>
                  </a:lnTo>
                  <a:lnTo>
                    <a:pt x="4795353" y="1065059"/>
                  </a:lnTo>
                  <a:lnTo>
                    <a:pt x="4795353" y="1055105"/>
                  </a:lnTo>
                  <a:lnTo>
                    <a:pt x="4795478" y="1055105"/>
                  </a:lnTo>
                  <a:lnTo>
                    <a:pt x="4795603" y="1055105"/>
                  </a:lnTo>
                  <a:lnTo>
                    <a:pt x="4795728" y="1055105"/>
                  </a:lnTo>
                  <a:lnTo>
                    <a:pt x="4795853" y="1055105"/>
                  </a:lnTo>
                  <a:lnTo>
                    <a:pt x="4795978" y="1055105"/>
                  </a:lnTo>
                  <a:lnTo>
                    <a:pt x="4796103" y="1055105"/>
                  </a:lnTo>
                  <a:lnTo>
                    <a:pt x="4796228" y="1055105"/>
                  </a:lnTo>
                  <a:lnTo>
                    <a:pt x="4796353" y="1055105"/>
                  </a:lnTo>
                  <a:lnTo>
                    <a:pt x="4796478" y="1055105"/>
                  </a:lnTo>
                  <a:lnTo>
                    <a:pt x="4796603" y="1055105"/>
                  </a:lnTo>
                  <a:lnTo>
                    <a:pt x="4796728" y="1055105"/>
                  </a:lnTo>
                  <a:lnTo>
                    <a:pt x="4796853" y="1055105"/>
                  </a:lnTo>
                  <a:lnTo>
                    <a:pt x="4796978" y="1055105"/>
                  </a:lnTo>
                  <a:lnTo>
                    <a:pt x="4797103" y="1055105"/>
                  </a:lnTo>
                  <a:lnTo>
                    <a:pt x="4797228" y="1055105"/>
                  </a:lnTo>
                  <a:lnTo>
                    <a:pt x="4797353" y="1055105"/>
                  </a:lnTo>
                  <a:lnTo>
                    <a:pt x="4797478" y="1055105"/>
                  </a:lnTo>
                  <a:lnTo>
                    <a:pt x="4797603" y="1055105"/>
                  </a:lnTo>
                  <a:lnTo>
                    <a:pt x="4797728" y="1055105"/>
                  </a:lnTo>
                  <a:lnTo>
                    <a:pt x="4797853" y="1055105"/>
                  </a:lnTo>
                  <a:lnTo>
                    <a:pt x="4797978" y="1055105"/>
                  </a:lnTo>
                  <a:lnTo>
                    <a:pt x="4798103" y="1055105"/>
                  </a:lnTo>
                  <a:lnTo>
                    <a:pt x="4798229" y="1055105"/>
                  </a:lnTo>
                  <a:lnTo>
                    <a:pt x="4798354" y="1055105"/>
                  </a:lnTo>
                  <a:lnTo>
                    <a:pt x="4798479" y="1055105"/>
                  </a:lnTo>
                  <a:lnTo>
                    <a:pt x="4798604" y="1055105"/>
                  </a:lnTo>
                  <a:lnTo>
                    <a:pt x="4798729" y="1055105"/>
                  </a:lnTo>
                  <a:lnTo>
                    <a:pt x="4798854" y="1055105"/>
                  </a:lnTo>
                  <a:lnTo>
                    <a:pt x="4798979" y="1055105"/>
                  </a:lnTo>
                  <a:lnTo>
                    <a:pt x="4799104" y="1055105"/>
                  </a:lnTo>
                  <a:lnTo>
                    <a:pt x="4799229" y="1055105"/>
                  </a:lnTo>
                  <a:lnTo>
                    <a:pt x="4799354" y="1055105"/>
                  </a:lnTo>
                  <a:lnTo>
                    <a:pt x="4799479" y="1055105"/>
                  </a:lnTo>
                  <a:lnTo>
                    <a:pt x="4799604" y="1055105"/>
                  </a:lnTo>
                  <a:lnTo>
                    <a:pt x="4799729" y="1055105"/>
                  </a:lnTo>
                  <a:lnTo>
                    <a:pt x="4799854" y="1055105"/>
                  </a:lnTo>
                  <a:lnTo>
                    <a:pt x="4799979" y="1055105"/>
                  </a:lnTo>
                  <a:lnTo>
                    <a:pt x="4800104" y="1055105"/>
                  </a:lnTo>
                  <a:lnTo>
                    <a:pt x="4800229" y="1055105"/>
                  </a:lnTo>
                  <a:lnTo>
                    <a:pt x="4800354" y="1055105"/>
                  </a:lnTo>
                  <a:lnTo>
                    <a:pt x="4800479" y="1055105"/>
                  </a:lnTo>
                  <a:lnTo>
                    <a:pt x="4800604" y="1055105"/>
                  </a:lnTo>
                  <a:lnTo>
                    <a:pt x="4800729" y="1055105"/>
                  </a:lnTo>
                  <a:lnTo>
                    <a:pt x="4800854" y="1055105"/>
                  </a:lnTo>
                  <a:lnTo>
                    <a:pt x="4800979" y="1055105"/>
                  </a:lnTo>
                  <a:lnTo>
                    <a:pt x="4801104" y="1055105"/>
                  </a:lnTo>
                  <a:lnTo>
                    <a:pt x="4801230" y="1055105"/>
                  </a:lnTo>
                  <a:lnTo>
                    <a:pt x="4801355" y="1055105"/>
                  </a:lnTo>
                  <a:lnTo>
                    <a:pt x="4801480" y="1055105"/>
                  </a:lnTo>
                  <a:lnTo>
                    <a:pt x="4801605" y="1055105"/>
                  </a:lnTo>
                  <a:lnTo>
                    <a:pt x="4801730" y="1055105"/>
                  </a:lnTo>
                  <a:lnTo>
                    <a:pt x="4801855" y="1055105"/>
                  </a:lnTo>
                  <a:lnTo>
                    <a:pt x="4801980" y="1055105"/>
                  </a:lnTo>
                  <a:lnTo>
                    <a:pt x="4802105" y="1055105"/>
                  </a:lnTo>
                  <a:lnTo>
                    <a:pt x="4802230" y="1055105"/>
                  </a:lnTo>
                  <a:lnTo>
                    <a:pt x="4802355" y="1055105"/>
                  </a:lnTo>
                  <a:lnTo>
                    <a:pt x="4802480" y="1055105"/>
                  </a:lnTo>
                  <a:lnTo>
                    <a:pt x="4802605" y="1055105"/>
                  </a:lnTo>
                  <a:lnTo>
                    <a:pt x="4802730" y="1055105"/>
                  </a:lnTo>
                  <a:lnTo>
                    <a:pt x="4802855" y="1055105"/>
                  </a:lnTo>
                  <a:lnTo>
                    <a:pt x="4802980" y="1055105"/>
                  </a:lnTo>
                  <a:lnTo>
                    <a:pt x="4803105" y="1055105"/>
                  </a:lnTo>
                  <a:lnTo>
                    <a:pt x="4803230" y="1055105"/>
                  </a:lnTo>
                  <a:lnTo>
                    <a:pt x="4803355" y="1055105"/>
                  </a:lnTo>
                  <a:lnTo>
                    <a:pt x="4803480" y="1055105"/>
                  </a:lnTo>
                  <a:lnTo>
                    <a:pt x="4803605" y="1055105"/>
                  </a:lnTo>
                  <a:lnTo>
                    <a:pt x="4803730" y="1055105"/>
                  </a:lnTo>
                  <a:lnTo>
                    <a:pt x="4803855" y="1055105"/>
                  </a:lnTo>
                  <a:lnTo>
                    <a:pt x="4803980" y="1055105"/>
                  </a:lnTo>
                  <a:lnTo>
                    <a:pt x="4804105" y="1055105"/>
                  </a:lnTo>
                  <a:lnTo>
                    <a:pt x="4804231" y="1055105"/>
                  </a:lnTo>
                  <a:lnTo>
                    <a:pt x="4804356" y="1055105"/>
                  </a:lnTo>
                  <a:lnTo>
                    <a:pt x="4804481" y="1055105"/>
                  </a:lnTo>
                  <a:lnTo>
                    <a:pt x="4804606" y="1055105"/>
                  </a:lnTo>
                  <a:lnTo>
                    <a:pt x="4804731" y="1055105"/>
                  </a:lnTo>
                  <a:lnTo>
                    <a:pt x="4804856" y="1055105"/>
                  </a:lnTo>
                  <a:lnTo>
                    <a:pt x="4804981" y="1055105"/>
                  </a:lnTo>
                  <a:lnTo>
                    <a:pt x="4805106" y="1055105"/>
                  </a:lnTo>
                  <a:lnTo>
                    <a:pt x="4805231" y="1055105"/>
                  </a:lnTo>
                  <a:lnTo>
                    <a:pt x="4805356" y="1055105"/>
                  </a:lnTo>
                  <a:lnTo>
                    <a:pt x="4805481" y="1055105"/>
                  </a:lnTo>
                  <a:lnTo>
                    <a:pt x="4805606" y="1055105"/>
                  </a:lnTo>
                  <a:lnTo>
                    <a:pt x="4805731" y="1055105"/>
                  </a:lnTo>
                  <a:lnTo>
                    <a:pt x="4805856" y="1055105"/>
                  </a:lnTo>
                  <a:lnTo>
                    <a:pt x="4805981" y="1055105"/>
                  </a:lnTo>
                  <a:lnTo>
                    <a:pt x="4806106" y="1055105"/>
                  </a:lnTo>
                  <a:lnTo>
                    <a:pt x="4806231" y="1055105"/>
                  </a:lnTo>
                  <a:lnTo>
                    <a:pt x="4806356" y="1055105"/>
                  </a:lnTo>
                  <a:lnTo>
                    <a:pt x="4806481" y="1055105"/>
                  </a:lnTo>
                  <a:lnTo>
                    <a:pt x="4806606" y="1055105"/>
                  </a:lnTo>
                  <a:lnTo>
                    <a:pt x="4806731" y="1055105"/>
                  </a:lnTo>
                  <a:lnTo>
                    <a:pt x="4806856" y="1055105"/>
                  </a:lnTo>
                  <a:lnTo>
                    <a:pt x="4806856" y="1045151"/>
                  </a:lnTo>
                  <a:lnTo>
                    <a:pt x="4806981" y="1045151"/>
                  </a:lnTo>
                  <a:lnTo>
                    <a:pt x="4807106" y="1045151"/>
                  </a:lnTo>
                  <a:lnTo>
                    <a:pt x="4807232" y="1045151"/>
                  </a:lnTo>
                  <a:lnTo>
                    <a:pt x="4807357" y="1045151"/>
                  </a:lnTo>
                  <a:lnTo>
                    <a:pt x="4807482" y="1045151"/>
                  </a:lnTo>
                  <a:lnTo>
                    <a:pt x="4807607" y="1045151"/>
                  </a:lnTo>
                  <a:lnTo>
                    <a:pt x="4807732" y="1045151"/>
                  </a:lnTo>
                  <a:lnTo>
                    <a:pt x="4807857" y="1045151"/>
                  </a:lnTo>
                  <a:lnTo>
                    <a:pt x="4807982" y="1045151"/>
                  </a:lnTo>
                  <a:lnTo>
                    <a:pt x="4808107" y="1045151"/>
                  </a:lnTo>
                  <a:lnTo>
                    <a:pt x="4808232" y="1045151"/>
                  </a:lnTo>
                  <a:lnTo>
                    <a:pt x="4808357" y="1045151"/>
                  </a:lnTo>
                  <a:lnTo>
                    <a:pt x="4808482" y="1045151"/>
                  </a:lnTo>
                  <a:lnTo>
                    <a:pt x="4808607" y="1045151"/>
                  </a:lnTo>
                  <a:lnTo>
                    <a:pt x="4808732" y="1045151"/>
                  </a:lnTo>
                  <a:lnTo>
                    <a:pt x="4808857" y="1045151"/>
                  </a:lnTo>
                  <a:lnTo>
                    <a:pt x="4808982" y="1045151"/>
                  </a:lnTo>
                  <a:lnTo>
                    <a:pt x="4808982" y="1035197"/>
                  </a:lnTo>
                  <a:lnTo>
                    <a:pt x="4809107" y="1035197"/>
                  </a:lnTo>
                  <a:lnTo>
                    <a:pt x="4809232" y="1035197"/>
                  </a:lnTo>
                  <a:lnTo>
                    <a:pt x="4809357" y="1035197"/>
                  </a:lnTo>
                  <a:lnTo>
                    <a:pt x="4809482" y="1035197"/>
                  </a:lnTo>
                  <a:lnTo>
                    <a:pt x="4809607" y="1035197"/>
                  </a:lnTo>
                  <a:lnTo>
                    <a:pt x="4809732" y="1035197"/>
                  </a:lnTo>
                  <a:lnTo>
                    <a:pt x="4809857" y="1035197"/>
                  </a:lnTo>
                  <a:lnTo>
                    <a:pt x="4809982" y="1035197"/>
                  </a:lnTo>
                  <a:lnTo>
                    <a:pt x="4810107" y="1035197"/>
                  </a:lnTo>
                  <a:lnTo>
                    <a:pt x="4810233" y="1035197"/>
                  </a:lnTo>
                  <a:lnTo>
                    <a:pt x="4810358" y="1035197"/>
                  </a:lnTo>
                  <a:lnTo>
                    <a:pt x="4810483" y="1035197"/>
                  </a:lnTo>
                  <a:lnTo>
                    <a:pt x="4810608" y="1035197"/>
                  </a:lnTo>
                  <a:lnTo>
                    <a:pt x="4810733" y="1035197"/>
                  </a:lnTo>
                  <a:lnTo>
                    <a:pt x="4810858" y="1035197"/>
                  </a:lnTo>
                  <a:lnTo>
                    <a:pt x="4810983" y="1035197"/>
                  </a:lnTo>
                  <a:lnTo>
                    <a:pt x="4811108" y="1035197"/>
                  </a:lnTo>
                  <a:lnTo>
                    <a:pt x="4811233" y="1035197"/>
                  </a:lnTo>
                  <a:lnTo>
                    <a:pt x="4811358" y="1035197"/>
                  </a:lnTo>
                  <a:lnTo>
                    <a:pt x="4811483" y="1035197"/>
                  </a:lnTo>
                  <a:lnTo>
                    <a:pt x="4811608" y="1035197"/>
                  </a:lnTo>
                  <a:lnTo>
                    <a:pt x="4811733" y="1035197"/>
                  </a:lnTo>
                  <a:lnTo>
                    <a:pt x="4811858" y="1035197"/>
                  </a:lnTo>
                  <a:lnTo>
                    <a:pt x="4811983" y="1035197"/>
                  </a:lnTo>
                  <a:lnTo>
                    <a:pt x="4812108" y="1035197"/>
                  </a:lnTo>
                  <a:lnTo>
                    <a:pt x="4812233" y="1035197"/>
                  </a:lnTo>
                  <a:lnTo>
                    <a:pt x="4812358" y="1035197"/>
                  </a:lnTo>
                  <a:lnTo>
                    <a:pt x="4812483" y="1035197"/>
                  </a:lnTo>
                  <a:lnTo>
                    <a:pt x="4812608" y="1035197"/>
                  </a:lnTo>
                  <a:lnTo>
                    <a:pt x="4812733" y="1035197"/>
                  </a:lnTo>
                  <a:lnTo>
                    <a:pt x="4812858" y="1035197"/>
                  </a:lnTo>
                  <a:lnTo>
                    <a:pt x="4812983" y="1035197"/>
                  </a:lnTo>
                  <a:lnTo>
                    <a:pt x="4813109" y="1035197"/>
                  </a:lnTo>
                  <a:lnTo>
                    <a:pt x="4813234" y="1035197"/>
                  </a:lnTo>
                  <a:lnTo>
                    <a:pt x="4813359" y="1035197"/>
                  </a:lnTo>
                  <a:lnTo>
                    <a:pt x="4813484" y="1035197"/>
                  </a:lnTo>
                  <a:lnTo>
                    <a:pt x="4813609" y="1035197"/>
                  </a:lnTo>
                  <a:lnTo>
                    <a:pt x="4813734" y="1035197"/>
                  </a:lnTo>
                  <a:lnTo>
                    <a:pt x="4813859" y="1035197"/>
                  </a:lnTo>
                  <a:lnTo>
                    <a:pt x="4813984" y="1035197"/>
                  </a:lnTo>
                  <a:lnTo>
                    <a:pt x="4814109" y="1035197"/>
                  </a:lnTo>
                  <a:lnTo>
                    <a:pt x="4814234" y="1035197"/>
                  </a:lnTo>
                  <a:lnTo>
                    <a:pt x="4814359" y="1035197"/>
                  </a:lnTo>
                  <a:lnTo>
                    <a:pt x="4814484" y="1035197"/>
                  </a:lnTo>
                  <a:lnTo>
                    <a:pt x="4814609" y="1035197"/>
                  </a:lnTo>
                  <a:lnTo>
                    <a:pt x="4814734" y="1035197"/>
                  </a:lnTo>
                  <a:lnTo>
                    <a:pt x="4814859" y="1035197"/>
                  </a:lnTo>
                  <a:lnTo>
                    <a:pt x="4814984" y="1035197"/>
                  </a:lnTo>
                  <a:lnTo>
                    <a:pt x="4815109" y="1035197"/>
                  </a:lnTo>
                  <a:lnTo>
                    <a:pt x="4815234" y="1035197"/>
                  </a:lnTo>
                  <a:lnTo>
                    <a:pt x="4815359" y="1035197"/>
                  </a:lnTo>
                  <a:lnTo>
                    <a:pt x="4815484" y="1035197"/>
                  </a:lnTo>
                  <a:lnTo>
                    <a:pt x="4815609" y="1035197"/>
                  </a:lnTo>
                  <a:lnTo>
                    <a:pt x="4815734" y="1035197"/>
                  </a:lnTo>
                  <a:lnTo>
                    <a:pt x="4815859" y="1035197"/>
                  </a:lnTo>
                  <a:lnTo>
                    <a:pt x="4815984" y="1035197"/>
                  </a:lnTo>
                  <a:lnTo>
                    <a:pt x="4816110" y="1035197"/>
                  </a:lnTo>
                  <a:lnTo>
                    <a:pt x="4816235" y="1035197"/>
                  </a:lnTo>
                  <a:lnTo>
                    <a:pt x="4816360" y="1035197"/>
                  </a:lnTo>
                  <a:lnTo>
                    <a:pt x="4816485" y="1035197"/>
                  </a:lnTo>
                  <a:lnTo>
                    <a:pt x="4816610" y="1035197"/>
                  </a:lnTo>
                  <a:lnTo>
                    <a:pt x="4816735" y="1035197"/>
                  </a:lnTo>
                  <a:lnTo>
                    <a:pt x="4816860" y="1035197"/>
                  </a:lnTo>
                  <a:lnTo>
                    <a:pt x="4816985" y="1035197"/>
                  </a:lnTo>
                  <a:lnTo>
                    <a:pt x="4817110" y="1035197"/>
                  </a:lnTo>
                  <a:lnTo>
                    <a:pt x="4817235" y="1035197"/>
                  </a:lnTo>
                  <a:lnTo>
                    <a:pt x="4817360" y="1035197"/>
                  </a:lnTo>
                  <a:lnTo>
                    <a:pt x="4817485" y="1035197"/>
                  </a:lnTo>
                  <a:lnTo>
                    <a:pt x="4817610" y="1035197"/>
                  </a:lnTo>
                  <a:lnTo>
                    <a:pt x="4817735" y="1035197"/>
                  </a:lnTo>
                  <a:lnTo>
                    <a:pt x="4817860" y="1035197"/>
                  </a:lnTo>
                  <a:lnTo>
                    <a:pt x="4817985" y="1035197"/>
                  </a:lnTo>
                  <a:lnTo>
                    <a:pt x="4818110" y="1035197"/>
                  </a:lnTo>
                  <a:lnTo>
                    <a:pt x="4818110" y="1025243"/>
                  </a:lnTo>
                  <a:lnTo>
                    <a:pt x="4818235" y="1025243"/>
                  </a:lnTo>
                  <a:lnTo>
                    <a:pt x="4818360" y="1025243"/>
                  </a:lnTo>
                  <a:lnTo>
                    <a:pt x="4818485" y="1025243"/>
                  </a:lnTo>
                  <a:lnTo>
                    <a:pt x="4818610" y="1025243"/>
                  </a:lnTo>
                  <a:lnTo>
                    <a:pt x="4818735" y="1025243"/>
                  </a:lnTo>
                  <a:lnTo>
                    <a:pt x="4818860" y="1025243"/>
                  </a:lnTo>
                  <a:lnTo>
                    <a:pt x="4818985" y="1025243"/>
                  </a:lnTo>
                  <a:lnTo>
                    <a:pt x="4819111" y="1025243"/>
                  </a:lnTo>
                  <a:lnTo>
                    <a:pt x="4819236" y="1025243"/>
                  </a:lnTo>
                  <a:lnTo>
                    <a:pt x="4819361" y="1025243"/>
                  </a:lnTo>
                  <a:lnTo>
                    <a:pt x="4819486" y="1025243"/>
                  </a:lnTo>
                  <a:lnTo>
                    <a:pt x="4819611" y="1025243"/>
                  </a:lnTo>
                  <a:lnTo>
                    <a:pt x="4819736" y="1025243"/>
                  </a:lnTo>
                  <a:lnTo>
                    <a:pt x="4819861" y="1025243"/>
                  </a:lnTo>
                  <a:lnTo>
                    <a:pt x="4819986" y="1025243"/>
                  </a:lnTo>
                  <a:lnTo>
                    <a:pt x="4820111" y="1025243"/>
                  </a:lnTo>
                  <a:lnTo>
                    <a:pt x="4820236" y="1025243"/>
                  </a:lnTo>
                  <a:lnTo>
                    <a:pt x="4820361" y="1025243"/>
                  </a:lnTo>
                  <a:lnTo>
                    <a:pt x="4820486" y="1025243"/>
                  </a:lnTo>
                  <a:lnTo>
                    <a:pt x="4820611" y="1025243"/>
                  </a:lnTo>
                  <a:lnTo>
                    <a:pt x="4820736" y="1025243"/>
                  </a:lnTo>
                  <a:lnTo>
                    <a:pt x="4820861" y="1025243"/>
                  </a:lnTo>
                  <a:lnTo>
                    <a:pt x="4820986" y="1025243"/>
                  </a:lnTo>
                  <a:lnTo>
                    <a:pt x="4821111" y="1025243"/>
                  </a:lnTo>
                  <a:lnTo>
                    <a:pt x="4821236" y="1025243"/>
                  </a:lnTo>
                  <a:lnTo>
                    <a:pt x="4821361" y="1025243"/>
                  </a:lnTo>
                  <a:lnTo>
                    <a:pt x="4821486" y="1025243"/>
                  </a:lnTo>
                  <a:lnTo>
                    <a:pt x="4821611" y="1025243"/>
                  </a:lnTo>
                  <a:lnTo>
                    <a:pt x="4821736" y="1025243"/>
                  </a:lnTo>
                  <a:lnTo>
                    <a:pt x="4821861" y="1025243"/>
                  </a:lnTo>
                  <a:lnTo>
                    <a:pt x="4821986" y="1025243"/>
                  </a:lnTo>
                  <a:lnTo>
                    <a:pt x="4822112" y="1025243"/>
                  </a:lnTo>
                  <a:lnTo>
                    <a:pt x="4822237" y="1025243"/>
                  </a:lnTo>
                  <a:lnTo>
                    <a:pt x="4822362" y="1025243"/>
                  </a:lnTo>
                  <a:lnTo>
                    <a:pt x="4822487" y="1025243"/>
                  </a:lnTo>
                  <a:lnTo>
                    <a:pt x="4822612" y="1025243"/>
                  </a:lnTo>
                  <a:lnTo>
                    <a:pt x="4822737" y="1025243"/>
                  </a:lnTo>
                  <a:lnTo>
                    <a:pt x="4822862" y="1025243"/>
                  </a:lnTo>
                  <a:lnTo>
                    <a:pt x="4822987" y="1025243"/>
                  </a:lnTo>
                  <a:lnTo>
                    <a:pt x="4823112" y="1025243"/>
                  </a:lnTo>
                  <a:lnTo>
                    <a:pt x="4823237" y="1025243"/>
                  </a:lnTo>
                  <a:lnTo>
                    <a:pt x="4823362" y="1025243"/>
                  </a:lnTo>
                  <a:lnTo>
                    <a:pt x="4823487" y="1025243"/>
                  </a:lnTo>
                  <a:lnTo>
                    <a:pt x="4823612" y="1025243"/>
                  </a:lnTo>
                  <a:lnTo>
                    <a:pt x="4823737" y="1025243"/>
                  </a:lnTo>
                  <a:lnTo>
                    <a:pt x="4823862" y="1025243"/>
                  </a:lnTo>
                  <a:lnTo>
                    <a:pt x="4823987" y="1025243"/>
                  </a:lnTo>
                  <a:lnTo>
                    <a:pt x="4824112" y="1025243"/>
                  </a:lnTo>
                  <a:lnTo>
                    <a:pt x="4824237" y="1025243"/>
                  </a:lnTo>
                  <a:lnTo>
                    <a:pt x="4824362" y="1025243"/>
                  </a:lnTo>
                  <a:lnTo>
                    <a:pt x="4824487" y="1025243"/>
                  </a:lnTo>
                  <a:lnTo>
                    <a:pt x="4824612" y="1025243"/>
                  </a:lnTo>
                  <a:lnTo>
                    <a:pt x="4824737" y="1025243"/>
                  </a:lnTo>
                  <a:lnTo>
                    <a:pt x="4824862" y="1025243"/>
                  </a:lnTo>
                  <a:lnTo>
                    <a:pt x="4824987" y="1025243"/>
                  </a:lnTo>
                  <a:lnTo>
                    <a:pt x="4825113" y="1025243"/>
                  </a:lnTo>
                  <a:lnTo>
                    <a:pt x="4825238" y="1025243"/>
                  </a:lnTo>
                  <a:lnTo>
                    <a:pt x="4825363" y="1025243"/>
                  </a:lnTo>
                  <a:lnTo>
                    <a:pt x="4825488" y="1025243"/>
                  </a:lnTo>
                  <a:lnTo>
                    <a:pt x="4825613" y="1025243"/>
                  </a:lnTo>
                  <a:lnTo>
                    <a:pt x="4825738" y="1025243"/>
                  </a:lnTo>
                  <a:lnTo>
                    <a:pt x="4825863" y="1025243"/>
                  </a:lnTo>
                  <a:lnTo>
                    <a:pt x="4825988" y="1025243"/>
                  </a:lnTo>
                  <a:lnTo>
                    <a:pt x="4826113" y="1025243"/>
                  </a:lnTo>
                  <a:lnTo>
                    <a:pt x="4826238" y="1025243"/>
                  </a:lnTo>
                  <a:lnTo>
                    <a:pt x="4826363" y="1025243"/>
                  </a:lnTo>
                  <a:lnTo>
                    <a:pt x="4826488" y="1025243"/>
                  </a:lnTo>
                  <a:lnTo>
                    <a:pt x="4826613" y="1025243"/>
                  </a:lnTo>
                  <a:lnTo>
                    <a:pt x="4826738" y="1025243"/>
                  </a:lnTo>
                  <a:lnTo>
                    <a:pt x="4826863" y="1025243"/>
                  </a:lnTo>
                  <a:lnTo>
                    <a:pt x="4826988" y="1025243"/>
                  </a:lnTo>
                  <a:lnTo>
                    <a:pt x="4827113" y="1025243"/>
                  </a:lnTo>
                  <a:lnTo>
                    <a:pt x="4827238" y="1025243"/>
                  </a:lnTo>
                  <a:lnTo>
                    <a:pt x="4827363" y="1025243"/>
                  </a:lnTo>
                  <a:lnTo>
                    <a:pt x="4827488" y="1025243"/>
                  </a:lnTo>
                  <a:lnTo>
                    <a:pt x="4827613" y="1025243"/>
                  </a:lnTo>
                  <a:lnTo>
                    <a:pt x="4827738" y="1025243"/>
                  </a:lnTo>
                  <a:lnTo>
                    <a:pt x="4827863" y="1025243"/>
                  </a:lnTo>
                  <a:lnTo>
                    <a:pt x="4827988" y="1025243"/>
                  </a:lnTo>
                  <a:lnTo>
                    <a:pt x="4828114" y="1025243"/>
                  </a:lnTo>
                  <a:lnTo>
                    <a:pt x="4828239" y="1025243"/>
                  </a:lnTo>
                  <a:lnTo>
                    <a:pt x="4828364" y="1025243"/>
                  </a:lnTo>
                  <a:lnTo>
                    <a:pt x="4828489" y="1025243"/>
                  </a:lnTo>
                  <a:lnTo>
                    <a:pt x="4828614" y="1025243"/>
                  </a:lnTo>
                  <a:lnTo>
                    <a:pt x="4828739" y="1025243"/>
                  </a:lnTo>
                  <a:lnTo>
                    <a:pt x="4828864" y="1025243"/>
                  </a:lnTo>
                  <a:lnTo>
                    <a:pt x="4828989" y="1025243"/>
                  </a:lnTo>
                  <a:lnTo>
                    <a:pt x="4829114" y="1025243"/>
                  </a:lnTo>
                  <a:lnTo>
                    <a:pt x="4829239" y="1025243"/>
                  </a:lnTo>
                  <a:lnTo>
                    <a:pt x="4829364" y="1025243"/>
                  </a:lnTo>
                  <a:lnTo>
                    <a:pt x="4829489" y="1025243"/>
                  </a:lnTo>
                  <a:lnTo>
                    <a:pt x="4829614" y="1025243"/>
                  </a:lnTo>
                  <a:lnTo>
                    <a:pt x="4829739" y="1025243"/>
                  </a:lnTo>
                  <a:lnTo>
                    <a:pt x="4829864" y="1025243"/>
                  </a:lnTo>
                  <a:lnTo>
                    <a:pt x="4829989" y="1025243"/>
                  </a:lnTo>
                  <a:lnTo>
                    <a:pt x="4830114" y="1025243"/>
                  </a:lnTo>
                  <a:lnTo>
                    <a:pt x="4830239" y="1025243"/>
                  </a:lnTo>
                  <a:lnTo>
                    <a:pt x="4830364" y="1025243"/>
                  </a:lnTo>
                  <a:lnTo>
                    <a:pt x="4830489" y="1025243"/>
                  </a:lnTo>
                  <a:lnTo>
                    <a:pt x="4830614" y="1025243"/>
                  </a:lnTo>
                  <a:lnTo>
                    <a:pt x="4830739" y="1025243"/>
                  </a:lnTo>
                  <a:lnTo>
                    <a:pt x="4830864" y="1025243"/>
                  </a:lnTo>
                  <a:lnTo>
                    <a:pt x="4830989" y="1025243"/>
                  </a:lnTo>
                  <a:lnTo>
                    <a:pt x="4831115" y="1025243"/>
                  </a:lnTo>
                  <a:lnTo>
                    <a:pt x="4831240" y="1025243"/>
                  </a:lnTo>
                  <a:lnTo>
                    <a:pt x="4831365" y="1025243"/>
                  </a:lnTo>
                  <a:lnTo>
                    <a:pt x="4831490" y="1025243"/>
                  </a:lnTo>
                  <a:lnTo>
                    <a:pt x="4831615" y="1025243"/>
                  </a:lnTo>
                  <a:lnTo>
                    <a:pt x="4831740" y="1025243"/>
                  </a:lnTo>
                  <a:lnTo>
                    <a:pt x="4831865" y="1025243"/>
                  </a:lnTo>
                  <a:lnTo>
                    <a:pt x="4831990" y="1025243"/>
                  </a:lnTo>
                  <a:lnTo>
                    <a:pt x="4832115" y="1025243"/>
                  </a:lnTo>
                  <a:lnTo>
                    <a:pt x="4832240" y="1025243"/>
                  </a:lnTo>
                  <a:lnTo>
                    <a:pt x="4832365" y="1025243"/>
                  </a:lnTo>
                  <a:lnTo>
                    <a:pt x="4832490" y="1025243"/>
                  </a:lnTo>
                  <a:lnTo>
                    <a:pt x="4832615" y="1025243"/>
                  </a:lnTo>
                  <a:lnTo>
                    <a:pt x="4832740" y="1025243"/>
                  </a:lnTo>
                  <a:lnTo>
                    <a:pt x="4832865" y="1025243"/>
                  </a:lnTo>
                  <a:lnTo>
                    <a:pt x="4832990" y="1025243"/>
                  </a:lnTo>
                  <a:lnTo>
                    <a:pt x="4833115" y="1025243"/>
                  </a:lnTo>
                  <a:lnTo>
                    <a:pt x="4833240" y="1025243"/>
                  </a:lnTo>
                  <a:lnTo>
                    <a:pt x="4833365" y="1025243"/>
                  </a:lnTo>
                  <a:lnTo>
                    <a:pt x="4833490" y="1025243"/>
                  </a:lnTo>
                  <a:lnTo>
                    <a:pt x="4833615" y="1025243"/>
                  </a:lnTo>
                  <a:lnTo>
                    <a:pt x="4833740" y="1025243"/>
                  </a:lnTo>
                  <a:lnTo>
                    <a:pt x="4833865" y="1025243"/>
                  </a:lnTo>
                  <a:lnTo>
                    <a:pt x="4833990" y="1025243"/>
                  </a:lnTo>
                  <a:lnTo>
                    <a:pt x="4834116" y="1025243"/>
                  </a:lnTo>
                  <a:lnTo>
                    <a:pt x="4834241" y="1025243"/>
                  </a:lnTo>
                  <a:lnTo>
                    <a:pt x="4834366" y="1025243"/>
                  </a:lnTo>
                  <a:lnTo>
                    <a:pt x="4834491" y="1025243"/>
                  </a:lnTo>
                  <a:lnTo>
                    <a:pt x="4834616" y="1025243"/>
                  </a:lnTo>
                  <a:lnTo>
                    <a:pt x="4834741" y="1025243"/>
                  </a:lnTo>
                  <a:lnTo>
                    <a:pt x="4834866" y="1025243"/>
                  </a:lnTo>
                  <a:lnTo>
                    <a:pt x="4834991" y="1025243"/>
                  </a:lnTo>
                  <a:lnTo>
                    <a:pt x="4835116" y="1025243"/>
                  </a:lnTo>
                  <a:lnTo>
                    <a:pt x="4835241" y="1025243"/>
                  </a:lnTo>
                  <a:lnTo>
                    <a:pt x="4835366" y="1025243"/>
                  </a:lnTo>
                  <a:lnTo>
                    <a:pt x="4835491" y="1025243"/>
                  </a:lnTo>
                  <a:lnTo>
                    <a:pt x="4835616" y="1025243"/>
                  </a:lnTo>
                  <a:lnTo>
                    <a:pt x="4835741" y="1025243"/>
                  </a:lnTo>
                  <a:lnTo>
                    <a:pt x="4835866" y="1025243"/>
                  </a:lnTo>
                  <a:lnTo>
                    <a:pt x="4835991" y="1025243"/>
                  </a:lnTo>
                  <a:lnTo>
                    <a:pt x="4836116" y="1025243"/>
                  </a:lnTo>
                  <a:lnTo>
                    <a:pt x="4836241" y="1025243"/>
                  </a:lnTo>
                  <a:lnTo>
                    <a:pt x="4836366" y="1025243"/>
                  </a:lnTo>
                  <a:lnTo>
                    <a:pt x="4836491" y="1025243"/>
                  </a:lnTo>
                  <a:lnTo>
                    <a:pt x="4836616" y="1025243"/>
                  </a:lnTo>
                  <a:lnTo>
                    <a:pt x="4836741" y="1025243"/>
                  </a:lnTo>
                  <a:lnTo>
                    <a:pt x="4836866" y="1025243"/>
                  </a:lnTo>
                  <a:lnTo>
                    <a:pt x="4836991" y="1025243"/>
                  </a:lnTo>
                  <a:lnTo>
                    <a:pt x="4837117" y="1025243"/>
                  </a:lnTo>
                  <a:lnTo>
                    <a:pt x="4837242" y="1025243"/>
                  </a:lnTo>
                  <a:lnTo>
                    <a:pt x="4837367" y="1025243"/>
                  </a:lnTo>
                  <a:lnTo>
                    <a:pt x="4837492" y="1025243"/>
                  </a:lnTo>
                  <a:lnTo>
                    <a:pt x="4837617" y="1025243"/>
                  </a:lnTo>
                  <a:lnTo>
                    <a:pt x="4837742" y="1025243"/>
                  </a:lnTo>
                  <a:lnTo>
                    <a:pt x="4837867" y="1025243"/>
                  </a:lnTo>
                  <a:lnTo>
                    <a:pt x="4837992" y="1025243"/>
                  </a:lnTo>
                  <a:lnTo>
                    <a:pt x="4838117" y="1025243"/>
                  </a:lnTo>
                  <a:lnTo>
                    <a:pt x="4838242" y="1025243"/>
                  </a:lnTo>
                  <a:lnTo>
                    <a:pt x="4838367" y="1025243"/>
                  </a:lnTo>
                  <a:lnTo>
                    <a:pt x="4838492" y="1025243"/>
                  </a:lnTo>
                  <a:lnTo>
                    <a:pt x="4838617" y="1025243"/>
                  </a:lnTo>
                  <a:lnTo>
                    <a:pt x="4838742" y="1025243"/>
                  </a:lnTo>
                  <a:lnTo>
                    <a:pt x="4838867" y="1025243"/>
                  </a:lnTo>
                  <a:lnTo>
                    <a:pt x="4838992" y="1025243"/>
                  </a:lnTo>
                  <a:lnTo>
                    <a:pt x="4839117" y="1025243"/>
                  </a:lnTo>
                  <a:lnTo>
                    <a:pt x="4839242" y="1025243"/>
                  </a:lnTo>
                  <a:lnTo>
                    <a:pt x="4839367" y="1025243"/>
                  </a:lnTo>
                  <a:lnTo>
                    <a:pt x="4839492" y="1025243"/>
                  </a:lnTo>
                  <a:lnTo>
                    <a:pt x="4839617" y="1025243"/>
                  </a:lnTo>
                  <a:lnTo>
                    <a:pt x="4839742" y="1025243"/>
                  </a:lnTo>
                  <a:lnTo>
                    <a:pt x="4839867" y="1025243"/>
                  </a:lnTo>
                  <a:lnTo>
                    <a:pt x="4839992" y="1025243"/>
                  </a:lnTo>
                  <a:lnTo>
                    <a:pt x="4840118" y="1025243"/>
                  </a:lnTo>
                  <a:lnTo>
                    <a:pt x="4840243" y="1025243"/>
                  </a:lnTo>
                  <a:lnTo>
                    <a:pt x="4840368" y="1025243"/>
                  </a:lnTo>
                  <a:lnTo>
                    <a:pt x="4840493" y="1025243"/>
                  </a:lnTo>
                  <a:lnTo>
                    <a:pt x="4840618" y="1025243"/>
                  </a:lnTo>
                  <a:lnTo>
                    <a:pt x="4840743" y="1025243"/>
                  </a:lnTo>
                  <a:lnTo>
                    <a:pt x="4840868" y="1025243"/>
                  </a:lnTo>
                  <a:lnTo>
                    <a:pt x="4840993" y="1025243"/>
                  </a:lnTo>
                  <a:lnTo>
                    <a:pt x="4841118" y="1025243"/>
                  </a:lnTo>
                  <a:lnTo>
                    <a:pt x="4841243" y="1025243"/>
                  </a:lnTo>
                  <a:lnTo>
                    <a:pt x="4841368" y="1025243"/>
                  </a:lnTo>
                  <a:lnTo>
                    <a:pt x="4841493" y="1025243"/>
                  </a:lnTo>
                  <a:lnTo>
                    <a:pt x="4841618" y="1025243"/>
                  </a:lnTo>
                  <a:lnTo>
                    <a:pt x="4841743" y="1025243"/>
                  </a:lnTo>
                  <a:lnTo>
                    <a:pt x="4841868" y="1025243"/>
                  </a:lnTo>
                  <a:lnTo>
                    <a:pt x="4841993" y="1025243"/>
                  </a:lnTo>
                  <a:lnTo>
                    <a:pt x="4841993" y="1015289"/>
                  </a:lnTo>
                  <a:lnTo>
                    <a:pt x="4842118" y="1015289"/>
                  </a:lnTo>
                  <a:lnTo>
                    <a:pt x="4842243" y="1015289"/>
                  </a:lnTo>
                  <a:lnTo>
                    <a:pt x="4842368" y="1015289"/>
                  </a:lnTo>
                  <a:lnTo>
                    <a:pt x="4842493" y="1015289"/>
                  </a:lnTo>
                  <a:lnTo>
                    <a:pt x="4842618" y="1015289"/>
                  </a:lnTo>
                  <a:lnTo>
                    <a:pt x="4842743" y="1015289"/>
                  </a:lnTo>
                  <a:lnTo>
                    <a:pt x="4842868" y="1015289"/>
                  </a:lnTo>
                  <a:lnTo>
                    <a:pt x="4842993" y="1015289"/>
                  </a:lnTo>
                  <a:lnTo>
                    <a:pt x="4843119" y="1015289"/>
                  </a:lnTo>
                  <a:lnTo>
                    <a:pt x="4843244" y="1015289"/>
                  </a:lnTo>
                  <a:lnTo>
                    <a:pt x="4843369" y="1015289"/>
                  </a:lnTo>
                  <a:lnTo>
                    <a:pt x="4843494" y="1015289"/>
                  </a:lnTo>
                  <a:lnTo>
                    <a:pt x="4843619" y="1015289"/>
                  </a:lnTo>
                  <a:lnTo>
                    <a:pt x="4843744" y="1015289"/>
                  </a:lnTo>
                  <a:lnTo>
                    <a:pt x="4843869" y="1015289"/>
                  </a:lnTo>
                  <a:lnTo>
                    <a:pt x="4843994" y="1015289"/>
                  </a:lnTo>
                  <a:lnTo>
                    <a:pt x="4844119" y="1015289"/>
                  </a:lnTo>
                  <a:lnTo>
                    <a:pt x="4844244" y="1015289"/>
                  </a:lnTo>
                  <a:lnTo>
                    <a:pt x="4844369" y="1015289"/>
                  </a:lnTo>
                  <a:lnTo>
                    <a:pt x="4844494" y="1015289"/>
                  </a:lnTo>
                  <a:lnTo>
                    <a:pt x="4844619" y="1015289"/>
                  </a:lnTo>
                  <a:lnTo>
                    <a:pt x="4844744" y="1015289"/>
                  </a:lnTo>
                  <a:lnTo>
                    <a:pt x="4844869" y="1015289"/>
                  </a:lnTo>
                  <a:lnTo>
                    <a:pt x="4844994" y="1015289"/>
                  </a:lnTo>
                  <a:lnTo>
                    <a:pt x="4845119" y="1015289"/>
                  </a:lnTo>
                  <a:lnTo>
                    <a:pt x="4845244" y="1015289"/>
                  </a:lnTo>
                  <a:lnTo>
                    <a:pt x="4845369" y="1015289"/>
                  </a:lnTo>
                  <a:lnTo>
                    <a:pt x="4845494" y="1015289"/>
                  </a:lnTo>
                  <a:lnTo>
                    <a:pt x="4845619" y="1015289"/>
                  </a:lnTo>
                  <a:lnTo>
                    <a:pt x="4845744" y="1015289"/>
                  </a:lnTo>
                  <a:lnTo>
                    <a:pt x="4845869" y="1015289"/>
                  </a:lnTo>
                  <a:lnTo>
                    <a:pt x="4845994" y="1015289"/>
                  </a:lnTo>
                  <a:lnTo>
                    <a:pt x="4846120" y="1015289"/>
                  </a:lnTo>
                  <a:lnTo>
                    <a:pt x="4846245" y="1015289"/>
                  </a:lnTo>
                  <a:lnTo>
                    <a:pt x="4846370" y="1015289"/>
                  </a:lnTo>
                  <a:lnTo>
                    <a:pt x="4846495" y="1015289"/>
                  </a:lnTo>
                  <a:lnTo>
                    <a:pt x="4846620" y="1015289"/>
                  </a:lnTo>
                  <a:lnTo>
                    <a:pt x="4846745" y="1015289"/>
                  </a:lnTo>
                  <a:lnTo>
                    <a:pt x="4846870" y="1015289"/>
                  </a:lnTo>
                  <a:lnTo>
                    <a:pt x="4846995" y="1015289"/>
                  </a:lnTo>
                  <a:lnTo>
                    <a:pt x="4847120" y="1015289"/>
                  </a:lnTo>
                  <a:lnTo>
                    <a:pt x="4847245" y="1015289"/>
                  </a:lnTo>
                  <a:lnTo>
                    <a:pt x="4847370" y="1015289"/>
                  </a:lnTo>
                  <a:lnTo>
                    <a:pt x="4847495" y="1015289"/>
                  </a:lnTo>
                  <a:lnTo>
                    <a:pt x="4847620" y="1015289"/>
                  </a:lnTo>
                  <a:lnTo>
                    <a:pt x="4847745" y="1015289"/>
                  </a:lnTo>
                  <a:lnTo>
                    <a:pt x="4847870" y="1015289"/>
                  </a:lnTo>
                  <a:lnTo>
                    <a:pt x="4847995" y="1015289"/>
                  </a:lnTo>
                  <a:lnTo>
                    <a:pt x="4848120" y="1015289"/>
                  </a:lnTo>
                  <a:lnTo>
                    <a:pt x="4848245" y="1015289"/>
                  </a:lnTo>
                  <a:lnTo>
                    <a:pt x="4848370" y="1015289"/>
                  </a:lnTo>
                  <a:lnTo>
                    <a:pt x="4848495" y="1015289"/>
                  </a:lnTo>
                  <a:lnTo>
                    <a:pt x="4848620" y="1015289"/>
                  </a:lnTo>
                  <a:lnTo>
                    <a:pt x="4848745" y="1015289"/>
                  </a:lnTo>
                  <a:lnTo>
                    <a:pt x="4848870" y="1015289"/>
                  </a:lnTo>
                  <a:lnTo>
                    <a:pt x="4848995" y="1015289"/>
                  </a:lnTo>
                  <a:lnTo>
                    <a:pt x="4849121" y="1015289"/>
                  </a:lnTo>
                  <a:lnTo>
                    <a:pt x="4849246" y="1015289"/>
                  </a:lnTo>
                  <a:lnTo>
                    <a:pt x="4849371" y="1015289"/>
                  </a:lnTo>
                  <a:lnTo>
                    <a:pt x="4849496" y="1015289"/>
                  </a:lnTo>
                  <a:lnTo>
                    <a:pt x="4849621" y="1015289"/>
                  </a:lnTo>
                  <a:lnTo>
                    <a:pt x="4849746" y="1015289"/>
                  </a:lnTo>
                  <a:lnTo>
                    <a:pt x="4849871" y="1015289"/>
                  </a:lnTo>
                  <a:lnTo>
                    <a:pt x="4849996" y="1015289"/>
                  </a:lnTo>
                  <a:lnTo>
                    <a:pt x="4850121" y="1015289"/>
                  </a:lnTo>
                  <a:lnTo>
                    <a:pt x="4850246" y="1015289"/>
                  </a:lnTo>
                  <a:lnTo>
                    <a:pt x="4850371" y="1015289"/>
                  </a:lnTo>
                  <a:lnTo>
                    <a:pt x="4850496" y="1015289"/>
                  </a:lnTo>
                  <a:lnTo>
                    <a:pt x="4850621" y="1015289"/>
                  </a:lnTo>
                  <a:lnTo>
                    <a:pt x="4850746" y="1015289"/>
                  </a:lnTo>
                  <a:lnTo>
                    <a:pt x="4850871" y="1015289"/>
                  </a:lnTo>
                  <a:lnTo>
                    <a:pt x="4850996" y="1015289"/>
                  </a:lnTo>
                  <a:lnTo>
                    <a:pt x="4851121" y="1015289"/>
                  </a:lnTo>
                  <a:lnTo>
                    <a:pt x="4851246" y="1015289"/>
                  </a:lnTo>
                  <a:lnTo>
                    <a:pt x="4851371" y="1015289"/>
                  </a:lnTo>
                  <a:lnTo>
                    <a:pt x="4851496" y="1015289"/>
                  </a:lnTo>
                  <a:lnTo>
                    <a:pt x="4851621" y="1015289"/>
                  </a:lnTo>
                  <a:lnTo>
                    <a:pt x="4851746" y="1015289"/>
                  </a:lnTo>
                  <a:lnTo>
                    <a:pt x="4851871" y="1015289"/>
                  </a:lnTo>
                  <a:lnTo>
                    <a:pt x="4851997" y="1015289"/>
                  </a:lnTo>
                  <a:lnTo>
                    <a:pt x="4852122" y="1015289"/>
                  </a:lnTo>
                  <a:lnTo>
                    <a:pt x="4852247" y="1015289"/>
                  </a:lnTo>
                  <a:lnTo>
                    <a:pt x="4852372" y="1015289"/>
                  </a:lnTo>
                  <a:lnTo>
                    <a:pt x="4852497" y="1015289"/>
                  </a:lnTo>
                  <a:lnTo>
                    <a:pt x="4852622" y="1015289"/>
                  </a:lnTo>
                  <a:lnTo>
                    <a:pt x="4852747" y="1015289"/>
                  </a:lnTo>
                  <a:lnTo>
                    <a:pt x="4852872" y="1015289"/>
                  </a:lnTo>
                  <a:lnTo>
                    <a:pt x="4852997" y="1015289"/>
                  </a:lnTo>
                  <a:lnTo>
                    <a:pt x="4853122" y="1015289"/>
                  </a:lnTo>
                  <a:lnTo>
                    <a:pt x="4853247" y="1015289"/>
                  </a:lnTo>
                  <a:lnTo>
                    <a:pt x="4853372" y="1015289"/>
                  </a:lnTo>
                  <a:lnTo>
                    <a:pt x="4853497" y="1015289"/>
                  </a:lnTo>
                  <a:lnTo>
                    <a:pt x="4853622" y="1015289"/>
                  </a:lnTo>
                  <a:lnTo>
                    <a:pt x="4853747" y="1015289"/>
                  </a:lnTo>
                  <a:lnTo>
                    <a:pt x="4853872" y="1015289"/>
                  </a:lnTo>
                  <a:lnTo>
                    <a:pt x="4853997" y="1015289"/>
                  </a:lnTo>
                  <a:lnTo>
                    <a:pt x="4854122" y="1015289"/>
                  </a:lnTo>
                  <a:lnTo>
                    <a:pt x="4854247" y="1015289"/>
                  </a:lnTo>
                  <a:lnTo>
                    <a:pt x="4854372" y="1015289"/>
                  </a:lnTo>
                  <a:lnTo>
                    <a:pt x="4854497" y="1015289"/>
                  </a:lnTo>
                  <a:lnTo>
                    <a:pt x="4854622" y="1015289"/>
                  </a:lnTo>
                  <a:lnTo>
                    <a:pt x="4854747" y="1015289"/>
                  </a:lnTo>
                  <a:lnTo>
                    <a:pt x="4854872" y="1015289"/>
                  </a:lnTo>
                  <a:lnTo>
                    <a:pt x="4854998" y="1015289"/>
                  </a:lnTo>
                  <a:lnTo>
                    <a:pt x="4855123" y="1015289"/>
                  </a:lnTo>
                  <a:lnTo>
                    <a:pt x="4855248" y="1015289"/>
                  </a:lnTo>
                  <a:lnTo>
                    <a:pt x="4855373" y="1015289"/>
                  </a:lnTo>
                  <a:lnTo>
                    <a:pt x="4855498" y="1015289"/>
                  </a:lnTo>
                  <a:lnTo>
                    <a:pt x="4855623" y="1015289"/>
                  </a:lnTo>
                  <a:lnTo>
                    <a:pt x="4855748" y="1015289"/>
                  </a:lnTo>
                  <a:lnTo>
                    <a:pt x="4855873" y="1015289"/>
                  </a:lnTo>
                  <a:lnTo>
                    <a:pt x="4855998" y="1015289"/>
                  </a:lnTo>
                  <a:lnTo>
                    <a:pt x="4856123" y="1015289"/>
                  </a:lnTo>
                  <a:lnTo>
                    <a:pt x="4856248" y="1015289"/>
                  </a:lnTo>
                  <a:lnTo>
                    <a:pt x="4856373" y="1015289"/>
                  </a:lnTo>
                  <a:lnTo>
                    <a:pt x="4856498" y="1015289"/>
                  </a:lnTo>
                  <a:lnTo>
                    <a:pt x="4856623" y="1015289"/>
                  </a:lnTo>
                  <a:lnTo>
                    <a:pt x="4856748" y="1015289"/>
                  </a:lnTo>
                  <a:lnTo>
                    <a:pt x="4856873" y="1015289"/>
                  </a:lnTo>
                  <a:lnTo>
                    <a:pt x="4856998" y="1015289"/>
                  </a:lnTo>
                  <a:lnTo>
                    <a:pt x="4857123" y="1015289"/>
                  </a:lnTo>
                  <a:lnTo>
                    <a:pt x="4857248" y="1015289"/>
                  </a:lnTo>
                  <a:lnTo>
                    <a:pt x="4857373" y="1015289"/>
                  </a:lnTo>
                  <a:lnTo>
                    <a:pt x="4857498" y="1015289"/>
                  </a:lnTo>
                  <a:lnTo>
                    <a:pt x="4857623" y="1015289"/>
                  </a:lnTo>
                  <a:lnTo>
                    <a:pt x="4857748" y="1015289"/>
                  </a:lnTo>
                  <a:lnTo>
                    <a:pt x="4857873" y="1015289"/>
                  </a:lnTo>
                  <a:lnTo>
                    <a:pt x="4857999" y="1015289"/>
                  </a:lnTo>
                  <a:lnTo>
                    <a:pt x="4858124" y="1015289"/>
                  </a:lnTo>
                  <a:lnTo>
                    <a:pt x="4858249" y="1015289"/>
                  </a:lnTo>
                  <a:lnTo>
                    <a:pt x="4858374" y="1015289"/>
                  </a:lnTo>
                  <a:lnTo>
                    <a:pt x="4858499" y="1015289"/>
                  </a:lnTo>
                  <a:lnTo>
                    <a:pt x="4858624" y="1015289"/>
                  </a:lnTo>
                  <a:lnTo>
                    <a:pt x="4858749" y="1015289"/>
                  </a:lnTo>
                  <a:lnTo>
                    <a:pt x="4858874" y="1015289"/>
                  </a:lnTo>
                  <a:lnTo>
                    <a:pt x="4858999" y="1015289"/>
                  </a:lnTo>
                  <a:lnTo>
                    <a:pt x="4859124" y="1015289"/>
                  </a:lnTo>
                  <a:lnTo>
                    <a:pt x="4859249" y="1015289"/>
                  </a:lnTo>
                  <a:lnTo>
                    <a:pt x="4859374" y="1015289"/>
                  </a:lnTo>
                  <a:lnTo>
                    <a:pt x="4859499" y="1015289"/>
                  </a:lnTo>
                  <a:lnTo>
                    <a:pt x="4859624" y="1015289"/>
                  </a:lnTo>
                  <a:lnTo>
                    <a:pt x="4859749" y="1015289"/>
                  </a:lnTo>
                  <a:lnTo>
                    <a:pt x="4859874" y="1015289"/>
                  </a:lnTo>
                  <a:lnTo>
                    <a:pt x="4859999" y="1015289"/>
                  </a:lnTo>
                  <a:lnTo>
                    <a:pt x="4860124" y="1015289"/>
                  </a:lnTo>
                  <a:lnTo>
                    <a:pt x="4860249" y="1015289"/>
                  </a:lnTo>
                  <a:lnTo>
                    <a:pt x="4860374" y="1015289"/>
                  </a:lnTo>
                  <a:lnTo>
                    <a:pt x="4860499" y="1015289"/>
                  </a:lnTo>
                  <a:lnTo>
                    <a:pt x="4860624" y="1015289"/>
                  </a:lnTo>
                  <a:lnTo>
                    <a:pt x="4860749" y="1015289"/>
                  </a:lnTo>
                  <a:lnTo>
                    <a:pt x="4860874" y="1015289"/>
                  </a:lnTo>
                  <a:lnTo>
                    <a:pt x="4861000" y="1015289"/>
                  </a:lnTo>
                  <a:lnTo>
                    <a:pt x="4861125" y="1015289"/>
                  </a:lnTo>
                  <a:lnTo>
                    <a:pt x="4861250" y="1015289"/>
                  </a:lnTo>
                  <a:lnTo>
                    <a:pt x="4861375" y="1015289"/>
                  </a:lnTo>
                  <a:lnTo>
                    <a:pt x="4861500" y="1015289"/>
                  </a:lnTo>
                  <a:lnTo>
                    <a:pt x="4861625" y="1015289"/>
                  </a:lnTo>
                  <a:lnTo>
                    <a:pt x="4861750" y="1015289"/>
                  </a:lnTo>
                  <a:lnTo>
                    <a:pt x="4861875" y="1015289"/>
                  </a:lnTo>
                  <a:lnTo>
                    <a:pt x="4862000" y="1015289"/>
                  </a:lnTo>
                  <a:lnTo>
                    <a:pt x="4862125" y="1015289"/>
                  </a:lnTo>
                  <a:lnTo>
                    <a:pt x="4862250" y="1015289"/>
                  </a:lnTo>
                  <a:lnTo>
                    <a:pt x="4862375" y="1015289"/>
                  </a:lnTo>
                  <a:lnTo>
                    <a:pt x="4862500" y="1015289"/>
                  </a:lnTo>
                  <a:lnTo>
                    <a:pt x="4862625" y="1015289"/>
                  </a:lnTo>
                  <a:lnTo>
                    <a:pt x="4862750" y="1015289"/>
                  </a:lnTo>
                  <a:lnTo>
                    <a:pt x="4862875" y="1015289"/>
                  </a:lnTo>
                  <a:lnTo>
                    <a:pt x="4863000" y="1015289"/>
                  </a:lnTo>
                  <a:lnTo>
                    <a:pt x="4863125" y="1015289"/>
                  </a:lnTo>
                  <a:lnTo>
                    <a:pt x="4863250" y="1015289"/>
                  </a:lnTo>
                  <a:lnTo>
                    <a:pt x="4863375" y="1015289"/>
                  </a:lnTo>
                  <a:lnTo>
                    <a:pt x="4863500" y="1015289"/>
                  </a:lnTo>
                  <a:lnTo>
                    <a:pt x="4863625" y="1015289"/>
                  </a:lnTo>
                  <a:lnTo>
                    <a:pt x="4863750" y="1015289"/>
                  </a:lnTo>
                  <a:lnTo>
                    <a:pt x="4863875" y="1015289"/>
                  </a:lnTo>
                  <a:lnTo>
                    <a:pt x="4864001" y="1015289"/>
                  </a:lnTo>
                  <a:lnTo>
                    <a:pt x="4864126" y="1015289"/>
                  </a:lnTo>
                  <a:lnTo>
                    <a:pt x="4864251" y="1015289"/>
                  </a:lnTo>
                  <a:lnTo>
                    <a:pt x="4864376" y="1015289"/>
                  </a:lnTo>
                  <a:lnTo>
                    <a:pt x="4864501" y="1015289"/>
                  </a:lnTo>
                  <a:lnTo>
                    <a:pt x="4864626" y="1015289"/>
                  </a:lnTo>
                  <a:lnTo>
                    <a:pt x="4864751" y="1015289"/>
                  </a:lnTo>
                  <a:lnTo>
                    <a:pt x="4864876" y="1015289"/>
                  </a:lnTo>
                  <a:lnTo>
                    <a:pt x="4865001" y="1015289"/>
                  </a:lnTo>
                  <a:lnTo>
                    <a:pt x="4865126" y="1015289"/>
                  </a:lnTo>
                  <a:lnTo>
                    <a:pt x="4865251" y="1015289"/>
                  </a:lnTo>
                  <a:lnTo>
                    <a:pt x="4865376" y="1015289"/>
                  </a:lnTo>
                  <a:lnTo>
                    <a:pt x="4865501" y="1015289"/>
                  </a:lnTo>
                  <a:lnTo>
                    <a:pt x="4865626" y="1015289"/>
                  </a:lnTo>
                  <a:lnTo>
                    <a:pt x="4865751" y="1015289"/>
                  </a:lnTo>
                  <a:lnTo>
                    <a:pt x="4865876" y="1015289"/>
                  </a:lnTo>
                  <a:lnTo>
                    <a:pt x="4866001" y="1015289"/>
                  </a:lnTo>
                  <a:lnTo>
                    <a:pt x="4866126" y="1015289"/>
                  </a:lnTo>
                  <a:lnTo>
                    <a:pt x="4866251" y="1015289"/>
                  </a:lnTo>
                  <a:lnTo>
                    <a:pt x="4866376" y="1015289"/>
                  </a:lnTo>
                  <a:lnTo>
                    <a:pt x="4866501" y="1015289"/>
                  </a:lnTo>
                  <a:lnTo>
                    <a:pt x="4866626" y="1015289"/>
                  </a:lnTo>
                  <a:lnTo>
                    <a:pt x="4866751" y="1015289"/>
                  </a:lnTo>
                  <a:lnTo>
                    <a:pt x="4866876" y="1015289"/>
                  </a:lnTo>
                  <a:lnTo>
                    <a:pt x="4867002" y="1015289"/>
                  </a:lnTo>
                  <a:lnTo>
                    <a:pt x="4867127" y="1015289"/>
                  </a:lnTo>
                  <a:lnTo>
                    <a:pt x="4867252" y="1015289"/>
                  </a:lnTo>
                  <a:lnTo>
                    <a:pt x="4867377" y="1015289"/>
                  </a:lnTo>
                  <a:lnTo>
                    <a:pt x="4867502" y="1015289"/>
                  </a:lnTo>
                  <a:lnTo>
                    <a:pt x="4867627" y="1015289"/>
                  </a:lnTo>
                  <a:lnTo>
                    <a:pt x="4867752" y="1015289"/>
                  </a:lnTo>
                  <a:lnTo>
                    <a:pt x="4867877" y="1015289"/>
                  </a:lnTo>
                  <a:lnTo>
                    <a:pt x="4868002" y="1015289"/>
                  </a:lnTo>
                  <a:lnTo>
                    <a:pt x="4868127" y="1015289"/>
                  </a:lnTo>
                  <a:lnTo>
                    <a:pt x="4868252" y="1015289"/>
                  </a:lnTo>
                  <a:lnTo>
                    <a:pt x="4868377" y="1015289"/>
                  </a:lnTo>
                  <a:lnTo>
                    <a:pt x="4868502" y="1015289"/>
                  </a:lnTo>
                  <a:lnTo>
                    <a:pt x="4868627" y="1015289"/>
                  </a:lnTo>
                  <a:lnTo>
                    <a:pt x="4868752" y="1015289"/>
                  </a:lnTo>
                  <a:lnTo>
                    <a:pt x="4868877" y="1015289"/>
                  </a:lnTo>
                  <a:lnTo>
                    <a:pt x="4869002" y="1015289"/>
                  </a:lnTo>
                  <a:lnTo>
                    <a:pt x="4869127" y="1015289"/>
                  </a:lnTo>
                  <a:lnTo>
                    <a:pt x="4869252" y="1015289"/>
                  </a:lnTo>
                  <a:lnTo>
                    <a:pt x="4869377" y="1015289"/>
                  </a:lnTo>
                  <a:lnTo>
                    <a:pt x="4869502" y="1015289"/>
                  </a:lnTo>
                  <a:lnTo>
                    <a:pt x="4869627" y="1015289"/>
                  </a:lnTo>
                  <a:lnTo>
                    <a:pt x="4869752" y="1015289"/>
                  </a:lnTo>
                  <a:lnTo>
                    <a:pt x="4869877" y="1015289"/>
                  </a:lnTo>
                  <a:lnTo>
                    <a:pt x="4870003" y="1015289"/>
                  </a:lnTo>
                  <a:lnTo>
                    <a:pt x="4870128" y="1015289"/>
                  </a:lnTo>
                  <a:lnTo>
                    <a:pt x="4870253" y="1015289"/>
                  </a:lnTo>
                  <a:lnTo>
                    <a:pt x="4870378" y="1015289"/>
                  </a:lnTo>
                  <a:lnTo>
                    <a:pt x="4870503" y="1015289"/>
                  </a:lnTo>
                  <a:lnTo>
                    <a:pt x="4870628" y="1015289"/>
                  </a:lnTo>
                  <a:lnTo>
                    <a:pt x="4870753" y="1015289"/>
                  </a:lnTo>
                  <a:lnTo>
                    <a:pt x="4870878" y="1015289"/>
                  </a:lnTo>
                  <a:lnTo>
                    <a:pt x="4871003" y="1015289"/>
                  </a:lnTo>
                  <a:lnTo>
                    <a:pt x="4871128" y="1015289"/>
                  </a:lnTo>
                  <a:lnTo>
                    <a:pt x="4871253" y="1015289"/>
                  </a:lnTo>
                  <a:lnTo>
                    <a:pt x="4871378" y="1015289"/>
                  </a:lnTo>
                  <a:lnTo>
                    <a:pt x="4871503" y="1015289"/>
                  </a:lnTo>
                  <a:lnTo>
                    <a:pt x="4871628" y="1015289"/>
                  </a:lnTo>
                  <a:lnTo>
                    <a:pt x="4871753" y="1015289"/>
                  </a:lnTo>
                  <a:lnTo>
                    <a:pt x="4871878" y="1015289"/>
                  </a:lnTo>
                  <a:lnTo>
                    <a:pt x="4872003" y="1015289"/>
                  </a:lnTo>
                  <a:lnTo>
                    <a:pt x="4872128" y="1015289"/>
                  </a:lnTo>
                  <a:lnTo>
                    <a:pt x="4872253" y="1015289"/>
                  </a:lnTo>
                  <a:lnTo>
                    <a:pt x="4872378" y="1015289"/>
                  </a:lnTo>
                  <a:lnTo>
                    <a:pt x="4872503" y="1015289"/>
                  </a:lnTo>
                  <a:lnTo>
                    <a:pt x="4872628" y="1015289"/>
                  </a:lnTo>
                  <a:lnTo>
                    <a:pt x="4872753" y="1015289"/>
                  </a:lnTo>
                  <a:lnTo>
                    <a:pt x="4872878" y="1015289"/>
                  </a:lnTo>
                  <a:lnTo>
                    <a:pt x="4873004" y="1015289"/>
                  </a:lnTo>
                  <a:lnTo>
                    <a:pt x="4873129" y="1015289"/>
                  </a:lnTo>
                  <a:lnTo>
                    <a:pt x="4873254" y="1015289"/>
                  </a:lnTo>
                  <a:lnTo>
                    <a:pt x="4873379" y="1015289"/>
                  </a:lnTo>
                  <a:lnTo>
                    <a:pt x="4873504" y="1015289"/>
                  </a:lnTo>
                  <a:lnTo>
                    <a:pt x="4873629" y="1015289"/>
                  </a:lnTo>
                  <a:lnTo>
                    <a:pt x="4873754" y="1015289"/>
                  </a:lnTo>
                  <a:lnTo>
                    <a:pt x="4873879" y="1015289"/>
                  </a:lnTo>
                  <a:lnTo>
                    <a:pt x="4874004" y="1015289"/>
                  </a:lnTo>
                  <a:lnTo>
                    <a:pt x="4874129" y="1015289"/>
                  </a:lnTo>
                  <a:lnTo>
                    <a:pt x="4874254" y="1015289"/>
                  </a:lnTo>
                  <a:lnTo>
                    <a:pt x="4874379" y="1015289"/>
                  </a:lnTo>
                  <a:lnTo>
                    <a:pt x="4874504" y="1015289"/>
                  </a:lnTo>
                  <a:lnTo>
                    <a:pt x="4874629" y="1015289"/>
                  </a:lnTo>
                  <a:lnTo>
                    <a:pt x="4874754" y="1015289"/>
                  </a:lnTo>
                  <a:lnTo>
                    <a:pt x="4874879" y="1015289"/>
                  </a:lnTo>
                  <a:lnTo>
                    <a:pt x="4875004" y="1015289"/>
                  </a:lnTo>
                  <a:lnTo>
                    <a:pt x="4875129" y="1015289"/>
                  </a:lnTo>
                  <a:lnTo>
                    <a:pt x="4875254" y="1015289"/>
                  </a:lnTo>
                  <a:lnTo>
                    <a:pt x="4875379" y="1015289"/>
                  </a:lnTo>
                  <a:lnTo>
                    <a:pt x="4875504" y="1015289"/>
                  </a:lnTo>
                  <a:lnTo>
                    <a:pt x="4875629" y="1015289"/>
                  </a:lnTo>
                  <a:lnTo>
                    <a:pt x="4875754" y="1015289"/>
                  </a:lnTo>
                  <a:lnTo>
                    <a:pt x="4875879" y="1015289"/>
                  </a:lnTo>
                  <a:lnTo>
                    <a:pt x="4876005" y="1015289"/>
                  </a:lnTo>
                  <a:lnTo>
                    <a:pt x="4876130" y="1015289"/>
                  </a:lnTo>
                  <a:lnTo>
                    <a:pt x="4876255" y="1015289"/>
                  </a:lnTo>
                  <a:lnTo>
                    <a:pt x="4876380" y="1015289"/>
                  </a:lnTo>
                  <a:lnTo>
                    <a:pt x="4876505" y="1015289"/>
                  </a:lnTo>
                  <a:lnTo>
                    <a:pt x="4876630" y="1015289"/>
                  </a:lnTo>
                  <a:lnTo>
                    <a:pt x="4876755" y="1015289"/>
                  </a:lnTo>
                  <a:lnTo>
                    <a:pt x="4876880" y="1015289"/>
                  </a:lnTo>
                  <a:lnTo>
                    <a:pt x="4877005" y="1015289"/>
                  </a:lnTo>
                  <a:lnTo>
                    <a:pt x="4877130" y="1015289"/>
                  </a:lnTo>
                  <a:lnTo>
                    <a:pt x="4877255" y="1015289"/>
                  </a:lnTo>
                  <a:lnTo>
                    <a:pt x="4877380" y="1015289"/>
                  </a:lnTo>
                  <a:lnTo>
                    <a:pt x="4877505" y="1015289"/>
                  </a:lnTo>
                  <a:lnTo>
                    <a:pt x="4877630" y="1015289"/>
                  </a:lnTo>
                  <a:lnTo>
                    <a:pt x="4877755" y="1015289"/>
                  </a:lnTo>
                  <a:lnTo>
                    <a:pt x="4877880" y="1015289"/>
                  </a:lnTo>
                  <a:lnTo>
                    <a:pt x="4878005" y="1015289"/>
                  </a:lnTo>
                  <a:lnTo>
                    <a:pt x="4878130" y="1015289"/>
                  </a:lnTo>
                  <a:lnTo>
                    <a:pt x="4878255" y="1015289"/>
                  </a:lnTo>
                  <a:lnTo>
                    <a:pt x="4878380" y="1015289"/>
                  </a:lnTo>
                  <a:lnTo>
                    <a:pt x="4878505" y="1015289"/>
                  </a:lnTo>
                  <a:lnTo>
                    <a:pt x="4878630" y="1015289"/>
                  </a:lnTo>
                  <a:lnTo>
                    <a:pt x="4878755" y="1015289"/>
                  </a:lnTo>
                  <a:lnTo>
                    <a:pt x="4878880" y="1015289"/>
                  </a:lnTo>
                  <a:lnTo>
                    <a:pt x="4879006" y="1015289"/>
                  </a:lnTo>
                  <a:lnTo>
                    <a:pt x="4879131" y="1015289"/>
                  </a:lnTo>
                  <a:lnTo>
                    <a:pt x="4879256" y="1015289"/>
                  </a:lnTo>
                  <a:lnTo>
                    <a:pt x="4879381" y="1015289"/>
                  </a:lnTo>
                  <a:lnTo>
                    <a:pt x="4879506" y="1015289"/>
                  </a:lnTo>
                  <a:lnTo>
                    <a:pt x="4879631" y="1015289"/>
                  </a:lnTo>
                  <a:lnTo>
                    <a:pt x="4879756" y="1015289"/>
                  </a:lnTo>
                  <a:lnTo>
                    <a:pt x="4879881" y="1015289"/>
                  </a:lnTo>
                  <a:lnTo>
                    <a:pt x="4880006" y="1015289"/>
                  </a:lnTo>
                  <a:lnTo>
                    <a:pt x="4880131" y="1015289"/>
                  </a:lnTo>
                  <a:lnTo>
                    <a:pt x="4880256" y="1015289"/>
                  </a:lnTo>
                  <a:lnTo>
                    <a:pt x="4880381" y="1015289"/>
                  </a:lnTo>
                  <a:lnTo>
                    <a:pt x="4880506" y="1015289"/>
                  </a:lnTo>
                  <a:lnTo>
                    <a:pt x="4880631" y="1015289"/>
                  </a:lnTo>
                  <a:lnTo>
                    <a:pt x="4880756" y="1015289"/>
                  </a:lnTo>
                  <a:lnTo>
                    <a:pt x="4880881" y="1015289"/>
                  </a:lnTo>
                  <a:lnTo>
                    <a:pt x="4881006" y="1015289"/>
                  </a:lnTo>
                  <a:lnTo>
                    <a:pt x="4881131" y="1015289"/>
                  </a:lnTo>
                  <a:lnTo>
                    <a:pt x="4881256" y="1015289"/>
                  </a:lnTo>
                  <a:lnTo>
                    <a:pt x="4881381" y="1015289"/>
                  </a:lnTo>
                  <a:lnTo>
                    <a:pt x="4881506" y="1015289"/>
                  </a:lnTo>
                  <a:lnTo>
                    <a:pt x="4881631" y="1015289"/>
                  </a:lnTo>
                  <a:lnTo>
                    <a:pt x="4881756" y="1015289"/>
                  </a:lnTo>
                  <a:lnTo>
                    <a:pt x="4881881" y="1015289"/>
                  </a:lnTo>
                  <a:lnTo>
                    <a:pt x="4882007" y="1015289"/>
                  </a:lnTo>
                  <a:lnTo>
                    <a:pt x="4882132" y="1015289"/>
                  </a:lnTo>
                  <a:lnTo>
                    <a:pt x="4882257" y="1015289"/>
                  </a:lnTo>
                  <a:lnTo>
                    <a:pt x="4882382" y="1015289"/>
                  </a:lnTo>
                  <a:lnTo>
                    <a:pt x="4882507" y="1015289"/>
                  </a:lnTo>
                  <a:lnTo>
                    <a:pt x="4882632" y="1015289"/>
                  </a:lnTo>
                  <a:lnTo>
                    <a:pt x="4882757" y="1015289"/>
                  </a:lnTo>
                  <a:lnTo>
                    <a:pt x="4882882" y="1015289"/>
                  </a:lnTo>
                  <a:lnTo>
                    <a:pt x="4883007" y="1015289"/>
                  </a:lnTo>
                  <a:lnTo>
                    <a:pt x="4883132" y="1015289"/>
                  </a:lnTo>
                  <a:lnTo>
                    <a:pt x="4883257" y="1015289"/>
                  </a:lnTo>
                  <a:lnTo>
                    <a:pt x="4883382" y="1015289"/>
                  </a:lnTo>
                  <a:lnTo>
                    <a:pt x="4883507" y="1015289"/>
                  </a:lnTo>
                  <a:lnTo>
                    <a:pt x="4883632" y="1015289"/>
                  </a:lnTo>
                  <a:lnTo>
                    <a:pt x="4883757" y="1015289"/>
                  </a:lnTo>
                  <a:lnTo>
                    <a:pt x="4883882" y="1015289"/>
                  </a:lnTo>
                  <a:lnTo>
                    <a:pt x="4884007" y="1015289"/>
                  </a:lnTo>
                  <a:lnTo>
                    <a:pt x="4884132" y="1015289"/>
                  </a:lnTo>
                  <a:lnTo>
                    <a:pt x="4884257" y="1015289"/>
                  </a:lnTo>
                  <a:lnTo>
                    <a:pt x="4884382" y="1015289"/>
                  </a:lnTo>
                  <a:lnTo>
                    <a:pt x="4884507" y="1015289"/>
                  </a:lnTo>
                  <a:lnTo>
                    <a:pt x="4884632" y="1015289"/>
                  </a:lnTo>
                  <a:lnTo>
                    <a:pt x="4884757" y="1015289"/>
                  </a:lnTo>
                  <a:lnTo>
                    <a:pt x="4884882" y="1015289"/>
                  </a:lnTo>
                  <a:lnTo>
                    <a:pt x="4885008" y="1015289"/>
                  </a:lnTo>
                  <a:lnTo>
                    <a:pt x="4885133" y="1015289"/>
                  </a:lnTo>
                  <a:lnTo>
                    <a:pt x="4885258" y="1015289"/>
                  </a:lnTo>
                  <a:lnTo>
                    <a:pt x="4885383" y="1015289"/>
                  </a:lnTo>
                  <a:lnTo>
                    <a:pt x="4885508" y="1015289"/>
                  </a:lnTo>
                  <a:lnTo>
                    <a:pt x="4885633" y="1015289"/>
                  </a:lnTo>
                  <a:lnTo>
                    <a:pt x="4885758" y="1015289"/>
                  </a:lnTo>
                  <a:lnTo>
                    <a:pt x="4885883" y="1015289"/>
                  </a:lnTo>
                  <a:lnTo>
                    <a:pt x="4886008" y="1015289"/>
                  </a:lnTo>
                  <a:lnTo>
                    <a:pt x="4886133" y="1015289"/>
                  </a:lnTo>
                  <a:lnTo>
                    <a:pt x="4886258" y="1015289"/>
                  </a:lnTo>
                  <a:lnTo>
                    <a:pt x="4886383" y="1015289"/>
                  </a:lnTo>
                  <a:lnTo>
                    <a:pt x="4886508" y="1015289"/>
                  </a:lnTo>
                  <a:lnTo>
                    <a:pt x="4886633" y="1015289"/>
                  </a:lnTo>
                  <a:lnTo>
                    <a:pt x="4886758" y="1015289"/>
                  </a:lnTo>
                  <a:lnTo>
                    <a:pt x="4886883" y="1015289"/>
                  </a:lnTo>
                  <a:lnTo>
                    <a:pt x="4887008" y="1015289"/>
                  </a:lnTo>
                  <a:lnTo>
                    <a:pt x="4887133" y="1015289"/>
                  </a:lnTo>
                  <a:lnTo>
                    <a:pt x="4887258" y="1015289"/>
                  </a:lnTo>
                  <a:lnTo>
                    <a:pt x="4887383" y="1015289"/>
                  </a:lnTo>
                  <a:lnTo>
                    <a:pt x="4887508" y="1015289"/>
                  </a:lnTo>
                  <a:lnTo>
                    <a:pt x="4887633" y="1015289"/>
                  </a:lnTo>
                  <a:lnTo>
                    <a:pt x="4887758" y="1015289"/>
                  </a:lnTo>
                  <a:lnTo>
                    <a:pt x="4887883" y="1015289"/>
                  </a:lnTo>
                  <a:lnTo>
                    <a:pt x="4888009" y="1015289"/>
                  </a:lnTo>
                  <a:lnTo>
                    <a:pt x="4888134" y="1015289"/>
                  </a:lnTo>
                  <a:lnTo>
                    <a:pt x="4888259" y="1015289"/>
                  </a:lnTo>
                  <a:lnTo>
                    <a:pt x="4888384" y="1015289"/>
                  </a:lnTo>
                  <a:lnTo>
                    <a:pt x="4888509" y="1015289"/>
                  </a:lnTo>
                  <a:lnTo>
                    <a:pt x="4888634" y="1015289"/>
                  </a:lnTo>
                  <a:lnTo>
                    <a:pt x="4888759" y="1015289"/>
                  </a:lnTo>
                  <a:lnTo>
                    <a:pt x="4888884" y="1015289"/>
                  </a:lnTo>
                  <a:lnTo>
                    <a:pt x="4889009" y="1015289"/>
                  </a:lnTo>
                  <a:lnTo>
                    <a:pt x="4889134" y="1015289"/>
                  </a:lnTo>
                  <a:lnTo>
                    <a:pt x="4889259" y="1015289"/>
                  </a:lnTo>
                  <a:lnTo>
                    <a:pt x="4889384" y="1015289"/>
                  </a:lnTo>
                  <a:lnTo>
                    <a:pt x="4889509" y="1015289"/>
                  </a:lnTo>
                  <a:lnTo>
                    <a:pt x="4889634" y="1015289"/>
                  </a:lnTo>
                  <a:lnTo>
                    <a:pt x="4889759" y="1015289"/>
                  </a:lnTo>
                  <a:lnTo>
                    <a:pt x="4889884" y="1015289"/>
                  </a:lnTo>
                  <a:lnTo>
                    <a:pt x="4890009" y="1015289"/>
                  </a:lnTo>
                  <a:lnTo>
                    <a:pt x="4890134" y="1015289"/>
                  </a:lnTo>
                  <a:lnTo>
                    <a:pt x="4890259" y="1015289"/>
                  </a:lnTo>
                  <a:lnTo>
                    <a:pt x="4890384" y="1015289"/>
                  </a:lnTo>
                  <a:lnTo>
                    <a:pt x="4890509" y="1015289"/>
                  </a:lnTo>
                  <a:lnTo>
                    <a:pt x="4890634" y="1015289"/>
                  </a:lnTo>
                  <a:lnTo>
                    <a:pt x="4890759" y="1015289"/>
                  </a:lnTo>
                  <a:lnTo>
                    <a:pt x="4890885" y="1015289"/>
                  </a:lnTo>
                  <a:lnTo>
                    <a:pt x="4891010" y="1015289"/>
                  </a:lnTo>
                  <a:lnTo>
                    <a:pt x="4891135" y="1015289"/>
                  </a:lnTo>
                  <a:lnTo>
                    <a:pt x="4891260" y="1015289"/>
                  </a:lnTo>
                  <a:lnTo>
                    <a:pt x="4891385" y="1015289"/>
                  </a:lnTo>
                  <a:lnTo>
                    <a:pt x="4891510" y="1015289"/>
                  </a:lnTo>
                  <a:lnTo>
                    <a:pt x="4891635" y="1015289"/>
                  </a:lnTo>
                  <a:lnTo>
                    <a:pt x="4891760" y="1015289"/>
                  </a:lnTo>
                  <a:lnTo>
                    <a:pt x="4891885" y="1015289"/>
                  </a:lnTo>
                  <a:lnTo>
                    <a:pt x="4892010" y="1015289"/>
                  </a:lnTo>
                  <a:lnTo>
                    <a:pt x="4892135" y="1015289"/>
                  </a:lnTo>
                  <a:lnTo>
                    <a:pt x="4892260" y="1015289"/>
                  </a:lnTo>
                  <a:lnTo>
                    <a:pt x="4892385" y="1015289"/>
                  </a:lnTo>
                  <a:lnTo>
                    <a:pt x="4892510" y="1015289"/>
                  </a:lnTo>
                  <a:lnTo>
                    <a:pt x="4892635" y="1015289"/>
                  </a:lnTo>
                  <a:lnTo>
                    <a:pt x="4892760" y="1015289"/>
                  </a:lnTo>
                  <a:lnTo>
                    <a:pt x="4892885" y="1015289"/>
                  </a:lnTo>
                  <a:lnTo>
                    <a:pt x="4892885" y="1005336"/>
                  </a:lnTo>
                  <a:lnTo>
                    <a:pt x="4893010" y="1005336"/>
                  </a:lnTo>
                  <a:lnTo>
                    <a:pt x="4893135" y="1005336"/>
                  </a:lnTo>
                  <a:lnTo>
                    <a:pt x="4893260" y="1005336"/>
                  </a:lnTo>
                  <a:lnTo>
                    <a:pt x="4893385" y="1005336"/>
                  </a:lnTo>
                  <a:lnTo>
                    <a:pt x="4893510" y="1005336"/>
                  </a:lnTo>
                  <a:lnTo>
                    <a:pt x="4893635" y="1005336"/>
                  </a:lnTo>
                  <a:lnTo>
                    <a:pt x="4893760" y="1005336"/>
                  </a:lnTo>
                  <a:lnTo>
                    <a:pt x="4893886" y="1005336"/>
                  </a:lnTo>
                  <a:lnTo>
                    <a:pt x="4894011" y="1005336"/>
                  </a:lnTo>
                  <a:lnTo>
                    <a:pt x="4894136" y="1005336"/>
                  </a:lnTo>
                  <a:lnTo>
                    <a:pt x="4894261" y="1005336"/>
                  </a:lnTo>
                  <a:lnTo>
                    <a:pt x="4894386" y="1005336"/>
                  </a:lnTo>
                  <a:lnTo>
                    <a:pt x="4894511" y="1005336"/>
                  </a:lnTo>
                  <a:lnTo>
                    <a:pt x="4894636" y="1005336"/>
                  </a:lnTo>
                  <a:lnTo>
                    <a:pt x="4894761" y="1005336"/>
                  </a:lnTo>
                  <a:lnTo>
                    <a:pt x="4894886" y="1005336"/>
                  </a:lnTo>
                  <a:lnTo>
                    <a:pt x="4895011" y="1005336"/>
                  </a:lnTo>
                  <a:lnTo>
                    <a:pt x="4895136" y="1005336"/>
                  </a:lnTo>
                  <a:lnTo>
                    <a:pt x="4895261" y="1005336"/>
                  </a:lnTo>
                  <a:lnTo>
                    <a:pt x="4895386" y="1005336"/>
                  </a:lnTo>
                  <a:lnTo>
                    <a:pt x="4895511" y="1005336"/>
                  </a:lnTo>
                  <a:lnTo>
                    <a:pt x="4895636" y="1005336"/>
                  </a:lnTo>
                  <a:lnTo>
                    <a:pt x="4895761" y="1005336"/>
                  </a:lnTo>
                  <a:lnTo>
                    <a:pt x="4895886" y="1005336"/>
                  </a:lnTo>
                  <a:lnTo>
                    <a:pt x="4896011" y="1005336"/>
                  </a:lnTo>
                  <a:lnTo>
                    <a:pt x="4896136" y="1005336"/>
                  </a:lnTo>
                  <a:lnTo>
                    <a:pt x="4896261" y="1005336"/>
                  </a:lnTo>
                  <a:lnTo>
                    <a:pt x="4896386" y="1005336"/>
                  </a:lnTo>
                  <a:lnTo>
                    <a:pt x="4896511" y="1005336"/>
                  </a:lnTo>
                  <a:lnTo>
                    <a:pt x="4896636" y="1005336"/>
                  </a:lnTo>
                  <a:lnTo>
                    <a:pt x="4896761" y="1005336"/>
                  </a:lnTo>
                  <a:lnTo>
                    <a:pt x="4896887" y="1005336"/>
                  </a:lnTo>
                  <a:lnTo>
                    <a:pt x="4897012" y="1005336"/>
                  </a:lnTo>
                  <a:lnTo>
                    <a:pt x="4897137" y="1005336"/>
                  </a:lnTo>
                  <a:lnTo>
                    <a:pt x="4897262" y="1005336"/>
                  </a:lnTo>
                  <a:lnTo>
                    <a:pt x="4897387" y="1005336"/>
                  </a:lnTo>
                  <a:lnTo>
                    <a:pt x="4897512" y="1005336"/>
                  </a:lnTo>
                  <a:lnTo>
                    <a:pt x="4897637" y="1005336"/>
                  </a:lnTo>
                  <a:lnTo>
                    <a:pt x="4897762" y="1005336"/>
                  </a:lnTo>
                  <a:lnTo>
                    <a:pt x="4897887" y="1005336"/>
                  </a:lnTo>
                  <a:lnTo>
                    <a:pt x="4898012" y="1005336"/>
                  </a:lnTo>
                  <a:lnTo>
                    <a:pt x="4898137" y="1005336"/>
                  </a:lnTo>
                  <a:lnTo>
                    <a:pt x="4898262" y="1005336"/>
                  </a:lnTo>
                  <a:lnTo>
                    <a:pt x="4898387" y="1005336"/>
                  </a:lnTo>
                  <a:lnTo>
                    <a:pt x="4898512" y="1005336"/>
                  </a:lnTo>
                  <a:lnTo>
                    <a:pt x="4898637" y="1005336"/>
                  </a:lnTo>
                  <a:lnTo>
                    <a:pt x="4898762" y="1005336"/>
                  </a:lnTo>
                  <a:lnTo>
                    <a:pt x="4898887" y="1005336"/>
                  </a:lnTo>
                  <a:lnTo>
                    <a:pt x="4899012" y="1005336"/>
                  </a:lnTo>
                  <a:lnTo>
                    <a:pt x="4899137" y="1005336"/>
                  </a:lnTo>
                  <a:lnTo>
                    <a:pt x="4899262" y="1005336"/>
                  </a:lnTo>
                  <a:lnTo>
                    <a:pt x="4899387" y="1005336"/>
                  </a:lnTo>
                  <a:lnTo>
                    <a:pt x="4899512" y="1005336"/>
                  </a:lnTo>
                  <a:lnTo>
                    <a:pt x="4899637" y="1005336"/>
                  </a:lnTo>
                  <a:lnTo>
                    <a:pt x="4899762" y="1005336"/>
                  </a:lnTo>
                  <a:lnTo>
                    <a:pt x="4899888" y="1005336"/>
                  </a:lnTo>
                  <a:lnTo>
                    <a:pt x="4900013" y="1005336"/>
                  </a:lnTo>
                  <a:lnTo>
                    <a:pt x="4900138" y="1005336"/>
                  </a:lnTo>
                  <a:lnTo>
                    <a:pt x="4900263" y="1005336"/>
                  </a:lnTo>
                  <a:lnTo>
                    <a:pt x="4900388" y="1005336"/>
                  </a:lnTo>
                  <a:lnTo>
                    <a:pt x="4900513" y="1005336"/>
                  </a:lnTo>
                  <a:lnTo>
                    <a:pt x="4900638" y="1005336"/>
                  </a:lnTo>
                  <a:lnTo>
                    <a:pt x="4900763" y="1005336"/>
                  </a:lnTo>
                  <a:lnTo>
                    <a:pt x="4900888" y="1005336"/>
                  </a:lnTo>
                  <a:lnTo>
                    <a:pt x="4901013" y="1005336"/>
                  </a:lnTo>
                  <a:lnTo>
                    <a:pt x="4901138" y="1005336"/>
                  </a:lnTo>
                  <a:lnTo>
                    <a:pt x="4901263" y="1005336"/>
                  </a:lnTo>
                  <a:lnTo>
                    <a:pt x="4901388" y="1005336"/>
                  </a:lnTo>
                  <a:lnTo>
                    <a:pt x="4901513" y="1005336"/>
                  </a:lnTo>
                  <a:lnTo>
                    <a:pt x="4901638" y="1005336"/>
                  </a:lnTo>
                  <a:lnTo>
                    <a:pt x="4901763" y="1005336"/>
                  </a:lnTo>
                  <a:lnTo>
                    <a:pt x="4901888" y="1005336"/>
                  </a:lnTo>
                  <a:lnTo>
                    <a:pt x="4902013" y="1005336"/>
                  </a:lnTo>
                  <a:lnTo>
                    <a:pt x="4902138" y="1005336"/>
                  </a:lnTo>
                  <a:lnTo>
                    <a:pt x="4902263" y="1005336"/>
                  </a:lnTo>
                  <a:lnTo>
                    <a:pt x="4902388" y="1005336"/>
                  </a:lnTo>
                  <a:lnTo>
                    <a:pt x="4902513" y="1005336"/>
                  </a:lnTo>
                  <a:lnTo>
                    <a:pt x="4902638" y="1005336"/>
                  </a:lnTo>
                  <a:lnTo>
                    <a:pt x="4902763" y="1005336"/>
                  </a:lnTo>
                  <a:lnTo>
                    <a:pt x="4902889" y="1005336"/>
                  </a:lnTo>
                  <a:lnTo>
                    <a:pt x="4903014" y="1005336"/>
                  </a:lnTo>
                  <a:lnTo>
                    <a:pt x="4903139" y="1005336"/>
                  </a:lnTo>
                  <a:lnTo>
                    <a:pt x="4903264" y="1005336"/>
                  </a:lnTo>
                  <a:lnTo>
                    <a:pt x="4903389" y="1005336"/>
                  </a:lnTo>
                  <a:lnTo>
                    <a:pt x="4903514" y="1005336"/>
                  </a:lnTo>
                  <a:lnTo>
                    <a:pt x="4903639" y="1005336"/>
                  </a:lnTo>
                  <a:lnTo>
                    <a:pt x="4903764" y="1005336"/>
                  </a:lnTo>
                  <a:lnTo>
                    <a:pt x="4903889" y="1005336"/>
                  </a:lnTo>
                  <a:lnTo>
                    <a:pt x="4904014" y="1005336"/>
                  </a:lnTo>
                  <a:lnTo>
                    <a:pt x="4904139" y="1005336"/>
                  </a:lnTo>
                  <a:lnTo>
                    <a:pt x="4904264" y="1005336"/>
                  </a:lnTo>
                  <a:lnTo>
                    <a:pt x="4904389" y="1005336"/>
                  </a:lnTo>
                  <a:lnTo>
                    <a:pt x="4904514" y="1005336"/>
                  </a:lnTo>
                  <a:lnTo>
                    <a:pt x="4904639" y="1005336"/>
                  </a:lnTo>
                  <a:lnTo>
                    <a:pt x="4904764" y="1005336"/>
                  </a:lnTo>
                  <a:lnTo>
                    <a:pt x="4904889" y="1005336"/>
                  </a:lnTo>
                  <a:lnTo>
                    <a:pt x="4905014" y="1005336"/>
                  </a:lnTo>
                  <a:lnTo>
                    <a:pt x="4905139" y="1005336"/>
                  </a:lnTo>
                  <a:lnTo>
                    <a:pt x="4905264" y="1005336"/>
                  </a:lnTo>
                  <a:lnTo>
                    <a:pt x="4905389" y="1005336"/>
                  </a:lnTo>
                  <a:lnTo>
                    <a:pt x="4905514" y="1005336"/>
                  </a:lnTo>
                  <a:lnTo>
                    <a:pt x="4905639" y="1005336"/>
                  </a:lnTo>
                  <a:lnTo>
                    <a:pt x="4905764" y="1005336"/>
                  </a:lnTo>
                  <a:lnTo>
                    <a:pt x="4905890" y="1005336"/>
                  </a:lnTo>
                  <a:lnTo>
                    <a:pt x="4905890" y="995382"/>
                  </a:lnTo>
                  <a:lnTo>
                    <a:pt x="4906015" y="995382"/>
                  </a:lnTo>
                  <a:lnTo>
                    <a:pt x="4906140" y="995382"/>
                  </a:lnTo>
                  <a:lnTo>
                    <a:pt x="4906265" y="995382"/>
                  </a:lnTo>
                  <a:lnTo>
                    <a:pt x="4906390" y="995382"/>
                  </a:lnTo>
                  <a:lnTo>
                    <a:pt x="4906515" y="995382"/>
                  </a:lnTo>
                  <a:lnTo>
                    <a:pt x="4906640" y="995382"/>
                  </a:lnTo>
                  <a:lnTo>
                    <a:pt x="4906765" y="995382"/>
                  </a:lnTo>
                  <a:lnTo>
                    <a:pt x="4906890" y="995382"/>
                  </a:lnTo>
                  <a:lnTo>
                    <a:pt x="4907015" y="995382"/>
                  </a:lnTo>
                  <a:lnTo>
                    <a:pt x="4907140" y="995382"/>
                  </a:lnTo>
                  <a:lnTo>
                    <a:pt x="4907265" y="995382"/>
                  </a:lnTo>
                  <a:lnTo>
                    <a:pt x="4907390" y="995382"/>
                  </a:lnTo>
                  <a:lnTo>
                    <a:pt x="4907515" y="995382"/>
                  </a:lnTo>
                  <a:lnTo>
                    <a:pt x="4907640" y="995382"/>
                  </a:lnTo>
                  <a:lnTo>
                    <a:pt x="4907765" y="995382"/>
                  </a:lnTo>
                  <a:lnTo>
                    <a:pt x="4907890" y="995382"/>
                  </a:lnTo>
                  <a:lnTo>
                    <a:pt x="4908015" y="995382"/>
                  </a:lnTo>
                  <a:lnTo>
                    <a:pt x="4908140" y="995382"/>
                  </a:lnTo>
                  <a:lnTo>
                    <a:pt x="4908265" y="995382"/>
                  </a:lnTo>
                  <a:lnTo>
                    <a:pt x="4908390" y="995382"/>
                  </a:lnTo>
                  <a:lnTo>
                    <a:pt x="4908515" y="995382"/>
                  </a:lnTo>
                  <a:lnTo>
                    <a:pt x="4908640" y="995382"/>
                  </a:lnTo>
                  <a:lnTo>
                    <a:pt x="4908765" y="995382"/>
                  </a:lnTo>
                  <a:lnTo>
                    <a:pt x="4908891" y="995382"/>
                  </a:lnTo>
                  <a:lnTo>
                    <a:pt x="4909016" y="995382"/>
                  </a:lnTo>
                  <a:lnTo>
                    <a:pt x="4909141" y="995382"/>
                  </a:lnTo>
                  <a:lnTo>
                    <a:pt x="4909266" y="995382"/>
                  </a:lnTo>
                  <a:lnTo>
                    <a:pt x="4909391" y="995382"/>
                  </a:lnTo>
                  <a:lnTo>
                    <a:pt x="4909516" y="995382"/>
                  </a:lnTo>
                  <a:lnTo>
                    <a:pt x="4909641" y="995382"/>
                  </a:lnTo>
                  <a:lnTo>
                    <a:pt x="4909766" y="995382"/>
                  </a:lnTo>
                  <a:lnTo>
                    <a:pt x="4909891" y="995382"/>
                  </a:lnTo>
                  <a:lnTo>
                    <a:pt x="4910016" y="995382"/>
                  </a:lnTo>
                  <a:lnTo>
                    <a:pt x="4910141" y="995382"/>
                  </a:lnTo>
                  <a:lnTo>
                    <a:pt x="4910266" y="995382"/>
                  </a:lnTo>
                  <a:lnTo>
                    <a:pt x="4910391" y="995382"/>
                  </a:lnTo>
                  <a:lnTo>
                    <a:pt x="4910516" y="995382"/>
                  </a:lnTo>
                  <a:lnTo>
                    <a:pt x="4910641" y="995382"/>
                  </a:lnTo>
                  <a:lnTo>
                    <a:pt x="4910766" y="995382"/>
                  </a:lnTo>
                  <a:lnTo>
                    <a:pt x="4910891" y="995382"/>
                  </a:lnTo>
                  <a:lnTo>
                    <a:pt x="4911016" y="995382"/>
                  </a:lnTo>
                  <a:lnTo>
                    <a:pt x="4911141" y="995382"/>
                  </a:lnTo>
                  <a:lnTo>
                    <a:pt x="4911266" y="995382"/>
                  </a:lnTo>
                  <a:lnTo>
                    <a:pt x="4911391" y="995382"/>
                  </a:lnTo>
                  <a:lnTo>
                    <a:pt x="4911516" y="995382"/>
                  </a:lnTo>
                  <a:lnTo>
                    <a:pt x="4911641" y="995382"/>
                  </a:lnTo>
                  <a:lnTo>
                    <a:pt x="4911766" y="995382"/>
                  </a:lnTo>
                  <a:lnTo>
                    <a:pt x="4911892" y="995382"/>
                  </a:lnTo>
                  <a:lnTo>
                    <a:pt x="4912017" y="995382"/>
                  </a:lnTo>
                  <a:lnTo>
                    <a:pt x="4912142" y="995382"/>
                  </a:lnTo>
                  <a:lnTo>
                    <a:pt x="4912267" y="995382"/>
                  </a:lnTo>
                  <a:lnTo>
                    <a:pt x="4912392" y="995382"/>
                  </a:lnTo>
                  <a:lnTo>
                    <a:pt x="4912517" y="995382"/>
                  </a:lnTo>
                  <a:lnTo>
                    <a:pt x="4912642" y="995382"/>
                  </a:lnTo>
                  <a:lnTo>
                    <a:pt x="4912767" y="995382"/>
                  </a:lnTo>
                  <a:lnTo>
                    <a:pt x="4912892" y="995382"/>
                  </a:lnTo>
                  <a:lnTo>
                    <a:pt x="4913017" y="995382"/>
                  </a:lnTo>
                  <a:lnTo>
                    <a:pt x="4913142" y="995382"/>
                  </a:lnTo>
                  <a:lnTo>
                    <a:pt x="4913267" y="995382"/>
                  </a:lnTo>
                  <a:lnTo>
                    <a:pt x="4913392" y="995382"/>
                  </a:lnTo>
                  <a:lnTo>
                    <a:pt x="4913517" y="995382"/>
                  </a:lnTo>
                  <a:lnTo>
                    <a:pt x="4913642" y="995382"/>
                  </a:lnTo>
                  <a:lnTo>
                    <a:pt x="4913767" y="995382"/>
                  </a:lnTo>
                  <a:lnTo>
                    <a:pt x="4913892" y="995382"/>
                  </a:lnTo>
                  <a:lnTo>
                    <a:pt x="4914017" y="995382"/>
                  </a:lnTo>
                  <a:lnTo>
                    <a:pt x="4914142" y="995382"/>
                  </a:lnTo>
                  <a:lnTo>
                    <a:pt x="4914267" y="995382"/>
                  </a:lnTo>
                  <a:lnTo>
                    <a:pt x="4914392" y="995382"/>
                  </a:lnTo>
                  <a:lnTo>
                    <a:pt x="4914517" y="995382"/>
                  </a:lnTo>
                  <a:lnTo>
                    <a:pt x="4914642" y="995382"/>
                  </a:lnTo>
                  <a:lnTo>
                    <a:pt x="4914767" y="995382"/>
                  </a:lnTo>
                  <a:lnTo>
                    <a:pt x="4914893" y="995382"/>
                  </a:lnTo>
                  <a:lnTo>
                    <a:pt x="4915018" y="995382"/>
                  </a:lnTo>
                  <a:lnTo>
                    <a:pt x="4915143" y="995382"/>
                  </a:lnTo>
                  <a:lnTo>
                    <a:pt x="4915268" y="995382"/>
                  </a:lnTo>
                  <a:lnTo>
                    <a:pt x="4915393" y="995382"/>
                  </a:lnTo>
                  <a:lnTo>
                    <a:pt x="4915518" y="995382"/>
                  </a:lnTo>
                  <a:lnTo>
                    <a:pt x="4915643" y="995382"/>
                  </a:lnTo>
                  <a:lnTo>
                    <a:pt x="4915768" y="995382"/>
                  </a:lnTo>
                  <a:lnTo>
                    <a:pt x="4915893" y="995382"/>
                  </a:lnTo>
                  <a:lnTo>
                    <a:pt x="4916018" y="995382"/>
                  </a:lnTo>
                  <a:lnTo>
                    <a:pt x="4916143" y="995382"/>
                  </a:lnTo>
                  <a:lnTo>
                    <a:pt x="4916268" y="995382"/>
                  </a:lnTo>
                  <a:lnTo>
                    <a:pt x="4916393" y="995382"/>
                  </a:lnTo>
                  <a:lnTo>
                    <a:pt x="4916518" y="995382"/>
                  </a:lnTo>
                  <a:lnTo>
                    <a:pt x="4916643" y="995382"/>
                  </a:lnTo>
                  <a:lnTo>
                    <a:pt x="4916768" y="995382"/>
                  </a:lnTo>
                  <a:lnTo>
                    <a:pt x="4916893" y="995382"/>
                  </a:lnTo>
                  <a:lnTo>
                    <a:pt x="4917018" y="995382"/>
                  </a:lnTo>
                  <a:lnTo>
                    <a:pt x="4917143" y="995382"/>
                  </a:lnTo>
                  <a:lnTo>
                    <a:pt x="4917268" y="995382"/>
                  </a:lnTo>
                  <a:lnTo>
                    <a:pt x="4917393" y="995382"/>
                  </a:lnTo>
                  <a:lnTo>
                    <a:pt x="4917518" y="995382"/>
                  </a:lnTo>
                  <a:lnTo>
                    <a:pt x="4917643" y="995382"/>
                  </a:lnTo>
                  <a:lnTo>
                    <a:pt x="4917768" y="995382"/>
                  </a:lnTo>
                  <a:lnTo>
                    <a:pt x="4917894" y="995382"/>
                  </a:lnTo>
                  <a:lnTo>
                    <a:pt x="4918019" y="995382"/>
                  </a:lnTo>
                  <a:lnTo>
                    <a:pt x="4918144" y="995382"/>
                  </a:lnTo>
                  <a:lnTo>
                    <a:pt x="4918269" y="995382"/>
                  </a:lnTo>
                  <a:lnTo>
                    <a:pt x="4918394" y="995382"/>
                  </a:lnTo>
                  <a:lnTo>
                    <a:pt x="4918519" y="995382"/>
                  </a:lnTo>
                  <a:lnTo>
                    <a:pt x="4918644" y="995382"/>
                  </a:lnTo>
                  <a:lnTo>
                    <a:pt x="4918769" y="995382"/>
                  </a:lnTo>
                  <a:lnTo>
                    <a:pt x="4918894" y="995382"/>
                  </a:lnTo>
                  <a:lnTo>
                    <a:pt x="4919019" y="995382"/>
                  </a:lnTo>
                  <a:lnTo>
                    <a:pt x="4919144" y="995382"/>
                  </a:lnTo>
                  <a:lnTo>
                    <a:pt x="4919269" y="995382"/>
                  </a:lnTo>
                  <a:lnTo>
                    <a:pt x="4919394" y="995382"/>
                  </a:lnTo>
                  <a:lnTo>
                    <a:pt x="4919519" y="995382"/>
                  </a:lnTo>
                  <a:lnTo>
                    <a:pt x="4919644" y="995382"/>
                  </a:lnTo>
                  <a:lnTo>
                    <a:pt x="4919769" y="995382"/>
                  </a:lnTo>
                  <a:lnTo>
                    <a:pt x="4919894" y="995382"/>
                  </a:lnTo>
                  <a:lnTo>
                    <a:pt x="4920019" y="995382"/>
                  </a:lnTo>
                  <a:lnTo>
                    <a:pt x="4920144" y="995382"/>
                  </a:lnTo>
                  <a:lnTo>
                    <a:pt x="4920269" y="995382"/>
                  </a:lnTo>
                  <a:lnTo>
                    <a:pt x="4920394" y="995382"/>
                  </a:lnTo>
                  <a:lnTo>
                    <a:pt x="4920519" y="995382"/>
                  </a:lnTo>
                  <a:lnTo>
                    <a:pt x="4920644" y="995382"/>
                  </a:lnTo>
                  <a:lnTo>
                    <a:pt x="4920769" y="995382"/>
                  </a:lnTo>
                  <a:lnTo>
                    <a:pt x="4920895" y="995382"/>
                  </a:lnTo>
                  <a:lnTo>
                    <a:pt x="4921020" y="995382"/>
                  </a:lnTo>
                  <a:lnTo>
                    <a:pt x="4921145" y="995382"/>
                  </a:lnTo>
                  <a:lnTo>
                    <a:pt x="4921270" y="995382"/>
                  </a:lnTo>
                  <a:lnTo>
                    <a:pt x="4921395" y="995382"/>
                  </a:lnTo>
                  <a:lnTo>
                    <a:pt x="4921520" y="995382"/>
                  </a:lnTo>
                  <a:lnTo>
                    <a:pt x="4921645" y="995382"/>
                  </a:lnTo>
                  <a:lnTo>
                    <a:pt x="4921770" y="995382"/>
                  </a:lnTo>
                  <a:lnTo>
                    <a:pt x="4921895" y="995382"/>
                  </a:lnTo>
                  <a:lnTo>
                    <a:pt x="4922020" y="995382"/>
                  </a:lnTo>
                  <a:lnTo>
                    <a:pt x="4922145" y="995382"/>
                  </a:lnTo>
                  <a:lnTo>
                    <a:pt x="4922270" y="995382"/>
                  </a:lnTo>
                  <a:lnTo>
                    <a:pt x="4922395" y="995382"/>
                  </a:lnTo>
                  <a:lnTo>
                    <a:pt x="4922520" y="995382"/>
                  </a:lnTo>
                  <a:lnTo>
                    <a:pt x="4922645" y="995382"/>
                  </a:lnTo>
                  <a:lnTo>
                    <a:pt x="4922770" y="995382"/>
                  </a:lnTo>
                  <a:lnTo>
                    <a:pt x="4922895" y="995382"/>
                  </a:lnTo>
                  <a:lnTo>
                    <a:pt x="4923020" y="995382"/>
                  </a:lnTo>
                  <a:lnTo>
                    <a:pt x="4923145" y="995382"/>
                  </a:lnTo>
                  <a:lnTo>
                    <a:pt x="4923270" y="995382"/>
                  </a:lnTo>
                  <a:lnTo>
                    <a:pt x="4923395" y="995382"/>
                  </a:lnTo>
                  <a:lnTo>
                    <a:pt x="4923520" y="995382"/>
                  </a:lnTo>
                  <a:lnTo>
                    <a:pt x="4923645" y="995382"/>
                  </a:lnTo>
                  <a:lnTo>
                    <a:pt x="4923770" y="995382"/>
                  </a:lnTo>
                  <a:lnTo>
                    <a:pt x="4923896" y="995382"/>
                  </a:lnTo>
                  <a:lnTo>
                    <a:pt x="4924021" y="995382"/>
                  </a:lnTo>
                  <a:lnTo>
                    <a:pt x="4924146" y="995382"/>
                  </a:lnTo>
                  <a:lnTo>
                    <a:pt x="4924271" y="995382"/>
                  </a:lnTo>
                  <a:lnTo>
                    <a:pt x="4924396" y="995382"/>
                  </a:lnTo>
                  <a:lnTo>
                    <a:pt x="4924521" y="995382"/>
                  </a:lnTo>
                  <a:lnTo>
                    <a:pt x="4924646" y="995382"/>
                  </a:lnTo>
                  <a:lnTo>
                    <a:pt x="4924771" y="995382"/>
                  </a:lnTo>
                  <a:lnTo>
                    <a:pt x="4924896" y="995382"/>
                  </a:lnTo>
                  <a:lnTo>
                    <a:pt x="4925021" y="995382"/>
                  </a:lnTo>
                  <a:lnTo>
                    <a:pt x="4925146" y="995382"/>
                  </a:lnTo>
                  <a:lnTo>
                    <a:pt x="4925271" y="995382"/>
                  </a:lnTo>
                  <a:lnTo>
                    <a:pt x="4925396" y="995382"/>
                  </a:lnTo>
                  <a:lnTo>
                    <a:pt x="4925521" y="995382"/>
                  </a:lnTo>
                  <a:lnTo>
                    <a:pt x="4925646" y="995382"/>
                  </a:lnTo>
                  <a:lnTo>
                    <a:pt x="4925771" y="995382"/>
                  </a:lnTo>
                  <a:lnTo>
                    <a:pt x="4925896" y="995382"/>
                  </a:lnTo>
                  <a:lnTo>
                    <a:pt x="4926021" y="995382"/>
                  </a:lnTo>
                  <a:lnTo>
                    <a:pt x="4926146" y="995382"/>
                  </a:lnTo>
                  <a:lnTo>
                    <a:pt x="4926271" y="995382"/>
                  </a:lnTo>
                  <a:lnTo>
                    <a:pt x="4926396" y="995382"/>
                  </a:lnTo>
                  <a:lnTo>
                    <a:pt x="4926521" y="995382"/>
                  </a:lnTo>
                  <a:lnTo>
                    <a:pt x="4926646" y="995382"/>
                  </a:lnTo>
                  <a:lnTo>
                    <a:pt x="4926771" y="995382"/>
                  </a:lnTo>
                  <a:lnTo>
                    <a:pt x="4926897" y="995382"/>
                  </a:lnTo>
                  <a:lnTo>
                    <a:pt x="4927022" y="995382"/>
                  </a:lnTo>
                  <a:lnTo>
                    <a:pt x="4927147" y="995382"/>
                  </a:lnTo>
                  <a:lnTo>
                    <a:pt x="4927272" y="995382"/>
                  </a:lnTo>
                  <a:lnTo>
                    <a:pt x="4927397" y="995382"/>
                  </a:lnTo>
                  <a:lnTo>
                    <a:pt x="4927522" y="995382"/>
                  </a:lnTo>
                  <a:lnTo>
                    <a:pt x="4927647" y="995382"/>
                  </a:lnTo>
                  <a:lnTo>
                    <a:pt x="4927772" y="995382"/>
                  </a:lnTo>
                  <a:lnTo>
                    <a:pt x="4927897" y="995382"/>
                  </a:lnTo>
                  <a:lnTo>
                    <a:pt x="4928022" y="995382"/>
                  </a:lnTo>
                  <a:lnTo>
                    <a:pt x="4928147" y="995382"/>
                  </a:lnTo>
                  <a:lnTo>
                    <a:pt x="4928272" y="995382"/>
                  </a:lnTo>
                  <a:lnTo>
                    <a:pt x="4928397" y="995382"/>
                  </a:lnTo>
                  <a:lnTo>
                    <a:pt x="4928522" y="995382"/>
                  </a:lnTo>
                  <a:lnTo>
                    <a:pt x="4928647" y="995382"/>
                  </a:lnTo>
                  <a:lnTo>
                    <a:pt x="4928772" y="995382"/>
                  </a:lnTo>
                  <a:lnTo>
                    <a:pt x="4928897" y="995382"/>
                  </a:lnTo>
                  <a:lnTo>
                    <a:pt x="4929022" y="995382"/>
                  </a:lnTo>
                  <a:lnTo>
                    <a:pt x="4929147" y="995382"/>
                  </a:lnTo>
                  <a:lnTo>
                    <a:pt x="4929272" y="995382"/>
                  </a:lnTo>
                  <a:lnTo>
                    <a:pt x="4929397" y="995382"/>
                  </a:lnTo>
                  <a:lnTo>
                    <a:pt x="4929522" y="995382"/>
                  </a:lnTo>
                  <a:lnTo>
                    <a:pt x="4929647" y="995382"/>
                  </a:lnTo>
                  <a:lnTo>
                    <a:pt x="4929773" y="995382"/>
                  </a:lnTo>
                  <a:lnTo>
                    <a:pt x="4929898" y="995382"/>
                  </a:lnTo>
                  <a:lnTo>
                    <a:pt x="4930023" y="995382"/>
                  </a:lnTo>
                  <a:lnTo>
                    <a:pt x="4930148" y="995382"/>
                  </a:lnTo>
                  <a:lnTo>
                    <a:pt x="4930273" y="995382"/>
                  </a:lnTo>
                  <a:lnTo>
                    <a:pt x="4930398" y="995382"/>
                  </a:lnTo>
                  <a:lnTo>
                    <a:pt x="4930523" y="995382"/>
                  </a:lnTo>
                  <a:lnTo>
                    <a:pt x="4930648" y="995382"/>
                  </a:lnTo>
                  <a:lnTo>
                    <a:pt x="4930773" y="995382"/>
                  </a:lnTo>
                  <a:lnTo>
                    <a:pt x="4930898" y="995382"/>
                  </a:lnTo>
                  <a:lnTo>
                    <a:pt x="4931023" y="995382"/>
                  </a:lnTo>
                  <a:lnTo>
                    <a:pt x="4931148" y="995382"/>
                  </a:lnTo>
                  <a:lnTo>
                    <a:pt x="4931273" y="995382"/>
                  </a:lnTo>
                  <a:lnTo>
                    <a:pt x="4931398" y="995382"/>
                  </a:lnTo>
                  <a:lnTo>
                    <a:pt x="4931523" y="995382"/>
                  </a:lnTo>
                  <a:lnTo>
                    <a:pt x="4931648" y="995382"/>
                  </a:lnTo>
                  <a:lnTo>
                    <a:pt x="4931773" y="995382"/>
                  </a:lnTo>
                  <a:lnTo>
                    <a:pt x="4931898" y="995382"/>
                  </a:lnTo>
                  <a:lnTo>
                    <a:pt x="4932023" y="995382"/>
                  </a:lnTo>
                  <a:lnTo>
                    <a:pt x="4932148" y="995382"/>
                  </a:lnTo>
                  <a:lnTo>
                    <a:pt x="4932273" y="995382"/>
                  </a:lnTo>
                  <a:lnTo>
                    <a:pt x="4932398" y="995382"/>
                  </a:lnTo>
                  <a:lnTo>
                    <a:pt x="4932523" y="995382"/>
                  </a:lnTo>
                  <a:lnTo>
                    <a:pt x="4932648" y="995382"/>
                  </a:lnTo>
                  <a:lnTo>
                    <a:pt x="4932774" y="995382"/>
                  </a:lnTo>
                  <a:lnTo>
                    <a:pt x="4932899" y="995382"/>
                  </a:lnTo>
                  <a:lnTo>
                    <a:pt x="4933024" y="995382"/>
                  </a:lnTo>
                  <a:lnTo>
                    <a:pt x="4933149" y="995382"/>
                  </a:lnTo>
                  <a:lnTo>
                    <a:pt x="4933274" y="995382"/>
                  </a:lnTo>
                  <a:lnTo>
                    <a:pt x="4933399" y="995382"/>
                  </a:lnTo>
                  <a:lnTo>
                    <a:pt x="4933524" y="995382"/>
                  </a:lnTo>
                  <a:lnTo>
                    <a:pt x="4933649" y="995382"/>
                  </a:lnTo>
                  <a:lnTo>
                    <a:pt x="4933774" y="995382"/>
                  </a:lnTo>
                  <a:lnTo>
                    <a:pt x="4933899" y="995382"/>
                  </a:lnTo>
                  <a:lnTo>
                    <a:pt x="4934024" y="995382"/>
                  </a:lnTo>
                  <a:lnTo>
                    <a:pt x="4934149" y="995382"/>
                  </a:lnTo>
                  <a:lnTo>
                    <a:pt x="4934274" y="995382"/>
                  </a:lnTo>
                  <a:lnTo>
                    <a:pt x="4934399" y="995382"/>
                  </a:lnTo>
                  <a:lnTo>
                    <a:pt x="4934524" y="995382"/>
                  </a:lnTo>
                  <a:lnTo>
                    <a:pt x="4934649" y="995382"/>
                  </a:lnTo>
                  <a:lnTo>
                    <a:pt x="4934774" y="995382"/>
                  </a:lnTo>
                  <a:lnTo>
                    <a:pt x="4934899" y="995382"/>
                  </a:lnTo>
                  <a:lnTo>
                    <a:pt x="4935024" y="995382"/>
                  </a:lnTo>
                  <a:lnTo>
                    <a:pt x="4935149" y="995382"/>
                  </a:lnTo>
                  <a:lnTo>
                    <a:pt x="4935274" y="995382"/>
                  </a:lnTo>
                  <a:lnTo>
                    <a:pt x="4935399" y="995382"/>
                  </a:lnTo>
                  <a:lnTo>
                    <a:pt x="4935524" y="995382"/>
                  </a:lnTo>
                  <a:lnTo>
                    <a:pt x="4935649" y="995382"/>
                  </a:lnTo>
                  <a:lnTo>
                    <a:pt x="4935775" y="995382"/>
                  </a:lnTo>
                  <a:lnTo>
                    <a:pt x="4935900" y="995382"/>
                  </a:lnTo>
                  <a:lnTo>
                    <a:pt x="4936025" y="995382"/>
                  </a:lnTo>
                  <a:lnTo>
                    <a:pt x="4936150" y="995382"/>
                  </a:lnTo>
                  <a:lnTo>
                    <a:pt x="4936275" y="995382"/>
                  </a:lnTo>
                  <a:lnTo>
                    <a:pt x="4936400" y="995382"/>
                  </a:lnTo>
                  <a:lnTo>
                    <a:pt x="4936525" y="995382"/>
                  </a:lnTo>
                  <a:lnTo>
                    <a:pt x="4936650" y="995382"/>
                  </a:lnTo>
                  <a:lnTo>
                    <a:pt x="4936775" y="995382"/>
                  </a:lnTo>
                  <a:lnTo>
                    <a:pt x="4936900" y="995382"/>
                  </a:lnTo>
                  <a:lnTo>
                    <a:pt x="4937025" y="995382"/>
                  </a:lnTo>
                  <a:lnTo>
                    <a:pt x="4937150" y="995382"/>
                  </a:lnTo>
                  <a:lnTo>
                    <a:pt x="4937275" y="995382"/>
                  </a:lnTo>
                  <a:lnTo>
                    <a:pt x="4937400" y="995382"/>
                  </a:lnTo>
                  <a:lnTo>
                    <a:pt x="4937525" y="995382"/>
                  </a:lnTo>
                  <a:lnTo>
                    <a:pt x="4937650" y="995382"/>
                  </a:lnTo>
                  <a:lnTo>
                    <a:pt x="4937775" y="995382"/>
                  </a:lnTo>
                  <a:lnTo>
                    <a:pt x="4937900" y="995382"/>
                  </a:lnTo>
                  <a:lnTo>
                    <a:pt x="4938025" y="995382"/>
                  </a:lnTo>
                  <a:lnTo>
                    <a:pt x="4938150" y="995382"/>
                  </a:lnTo>
                  <a:lnTo>
                    <a:pt x="4938275" y="995382"/>
                  </a:lnTo>
                  <a:lnTo>
                    <a:pt x="4938400" y="995382"/>
                  </a:lnTo>
                  <a:lnTo>
                    <a:pt x="4938525" y="995382"/>
                  </a:lnTo>
                  <a:lnTo>
                    <a:pt x="4938650" y="995382"/>
                  </a:lnTo>
                  <a:lnTo>
                    <a:pt x="4938776" y="995382"/>
                  </a:lnTo>
                  <a:lnTo>
                    <a:pt x="4938901" y="995382"/>
                  </a:lnTo>
                  <a:lnTo>
                    <a:pt x="4938901" y="985428"/>
                  </a:lnTo>
                  <a:lnTo>
                    <a:pt x="4939026" y="985428"/>
                  </a:lnTo>
                  <a:lnTo>
                    <a:pt x="4939151" y="985428"/>
                  </a:lnTo>
                  <a:lnTo>
                    <a:pt x="4939276" y="985428"/>
                  </a:lnTo>
                  <a:lnTo>
                    <a:pt x="4939401" y="985428"/>
                  </a:lnTo>
                  <a:lnTo>
                    <a:pt x="4939526" y="985428"/>
                  </a:lnTo>
                  <a:lnTo>
                    <a:pt x="4939651" y="985428"/>
                  </a:lnTo>
                  <a:lnTo>
                    <a:pt x="4939776" y="985428"/>
                  </a:lnTo>
                  <a:lnTo>
                    <a:pt x="4939901" y="985428"/>
                  </a:lnTo>
                  <a:lnTo>
                    <a:pt x="4940026" y="985428"/>
                  </a:lnTo>
                  <a:lnTo>
                    <a:pt x="4940151" y="985428"/>
                  </a:lnTo>
                  <a:lnTo>
                    <a:pt x="4940276" y="985428"/>
                  </a:lnTo>
                  <a:lnTo>
                    <a:pt x="4940401" y="985428"/>
                  </a:lnTo>
                  <a:lnTo>
                    <a:pt x="4940526" y="985428"/>
                  </a:lnTo>
                  <a:lnTo>
                    <a:pt x="4940651" y="985428"/>
                  </a:lnTo>
                  <a:lnTo>
                    <a:pt x="4940776" y="985428"/>
                  </a:lnTo>
                  <a:lnTo>
                    <a:pt x="4940901" y="985428"/>
                  </a:lnTo>
                  <a:lnTo>
                    <a:pt x="4941026" y="985428"/>
                  </a:lnTo>
                  <a:lnTo>
                    <a:pt x="4941151" y="985428"/>
                  </a:lnTo>
                  <a:lnTo>
                    <a:pt x="4941276" y="985428"/>
                  </a:lnTo>
                  <a:lnTo>
                    <a:pt x="4941401" y="985428"/>
                  </a:lnTo>
                  <a:lnTo>
                    <a:pt x="4941526" y="985428"/>
                  </a:lnTo>
                  <a:lnTo>
                    <a:pt x="4941651" y="985428"/>
                  </a:lnTo>
                  <a:lnTo>
                    <a:pt x="4941777" y="985428"/>
                  </a:lnTo>
                  <a:lnTo>
                    <a:pt x="4941777" y="975474"/>
                  </a:lnTo>
                  <a:lnTo>
                    <a:pt x="4941902" y="975474"/>
                  </a:lnTo>
                  <a:lnTo>
                    <a:pt x="4942027" y="975474"/>
                  </a:lnTo>
                  <a:lnTo>
                    <a:pt x="4942152" y="975474"/>
                  </a:lnTo>
                  <a:lnTo>
                    <a:pt x="4942277" y="975474"/>
                  </a:lnTo>
                  <a:lnTo>
                    <a:pt x="4942402" y="975474"/>
                  </a:lnTo>
                  <a:lnTo>
                    <a:pt x="4942527" y="975474"/>
                  </a:lnTo>
                  <a:lnTo>
                    <a:pt x="4942652" y="975474"/>
                  </a:lnTo>
                  <a:lnTo>
                    <a:pt x="4942777" y="975474"/>
                  </a:lnTo>
                  <a:lnTo>
                    <a:pt x="4942902" y="975474"/>
                  </a:lnTo>
                  <a:lnTo>
                    <a:pt x="4943027" y="975474"/>
                  </a:lnTo>
                  <a:lnTo>
                    <a:pt x="4943152" y="975474"/>
                  </a:lnTo>
                  <a:lnTo>
                    <a:pt x="4943277" y="975474"/>
                  </a:lnTo>
                  <a:lnTo>
                    <a:pt x="4943402" y="975474"/>
                  </a:lnTo>
                  <a:lnTo>
                    <a:pt x="4943527" y="975474"/>
                  </a:lnTo>
                  <a:lnTo>
                    <a:pt x="4943652" y="975474"/>
                  </a:lnTo>
                  <a:lnTo>
                    <a:pt x="4943777" y="975474"/>
                  </a:lnTo>
                  <a:lnTo>
                    <a:pt x="4943902" y="975474"/>
                  </a:lnTo>
                  <a:lnTo>
                    <a:pt x="4944027" y="975474"/>
                  </a:lnTo>
                  <a:lnTo>
                    <a:pt x="4944152" y="975474"/>
                  </a:lnTo>
                  <a:lnTo>
                    <a:pt x="4944277" y="975474"/>
                  </a:lnTo>
                  <a:lnTo>
                    <a:pt x="4944402" y="975474"/>
                  </a:lnTo>
                  <a:lnTo>
                    <a:pt x="4944527" y="975474"/>
                  </a:lnTo>
                  <a:lnTo>
                    <a:pt x="4944652" y="975474"/>
                  </a:lnTo>
                  <a:lnTo>
                    <a:pt x="4944778" y="975474"/>
                  </a:lnTo>
                  <a:lnTo>
                    <a:pt x="4944903" y="975474"/>
                  </a:lnTo>
                  <a:lnTo>
                    <a:pt x="4945028" y="975474"/>
                  </a:lnTo>
                  <a:lnTo>
                    <a:pt x="4945153" y="975474"/>
                  </a:lnTo>
                  <a:lnTo>
                    <a:pt x="4945278" y="975474"/>
                  </a:lnTo>
                  <a:lnTo>
                    <a:pt x="4945403" y="975474"/>
                  </a:lnTo>
                  <a:lnTo>
                    <a:pt x="4945528" y="975474"/>
                  </a:lnTo>
                  <a:lnTo>
                    <a:pt x="4945653" y="975474"/>
                  </a:lnTo>
                  <a:lnTo>
                    <a:pt x="4945778" y="975474"/>
                  </a:lnTo>
                  <a:lnTo>
                    <a:pt x="4945903" y="975474"/>
                  </a:lnTo>
                  <a:lnTo>
                    <a:pt x="4946028" y="975474"/>
                  </a:lnTo>
                  <a:lnTo>
                    <a:pt x="4946153" y="975474"/>
                  </a:lnTo>
                  <a:lnTo>
                    <a:pt x="4946278" y="975474"/>
                  </a:lnTo>
                  <a:lnTo>
                    <a:pt x="4946403" y="975474"/>
                  </a:lnTo>
                  <a:lnTo>
                    <a:pt x="4946528" y="975474"/>
                  </a:lnTo>
                  <a:lnTo>
                    <a:pt x="4946653" y="975474"/>
                  </a:lnTo>
                  <a:lnTo>
                    <a:pt x="4946778" y="975474"/>
                  </a:lnTo>
                  <a:lnTo>
                    <a:pt x="4946903" y="975474"/>
                  </a:lnTo>
                  <a:lnTo>
                    <a:pt x="4947028" y="975474"/>
                  </a:lnTo>
                  <a:lnTo>
                    <a:pt x="4947153" y="975474"/>
                  </a:lnTo>
                  <a:lnTo>
                    <a:pt x="4947278" y="975474"/>
                  </a:lnTo>
                  <a:lnTo>
                    <a:pt x="4947403" y="975474"/>
                  </a:lnTo>
                  <a:lnTo>
                    <a:pt x="4947528" y="975474"/>
                  </a:lnTo>
                  <a:lnTo>
                    <a:pt x="4947653" y="975474"/>
                  </a:lnTo>
                  <a:lnTo>
                    <a:pt x="4947779" y="975474"/>
                  </a:lnTo>
                  <a:lnTo>
                    <a:pt x="4947904" y="975474"/>
                  </a:lnTo>
                  <a:lnTo>
                    <a:pt x="4948029" y="975474"/>
                  </a:lnTo>
                  <a:lnTo>
                    <a:pt x="4948154" y="975474"/>
                  </a:lnTo>
                  <a:lnTo>
                    <a:pt x="4948279" y="975474"/>
                  </a:lnTo>
                  <a:lnTo>
                    <a:pt x="4948404" y="975474"/>
                  </a:lnTo>
                  <a:lnTo>
                    <a:pt x="4948529" y="975474"/>
                  </a:lnTo>
                  <a:lnTo>
                    <a:pt x="4948654" y="975474"/>
                  </a:lnTo>
                  <a:lnTo>
                    <a:pt x="4948779" y="975474"/>
                  </a:lnTo>
                  <a:lnTo>
                    <a:pt x="4948904" y="975474"/>
                  </a:lnTo>
                  <a:lnTo>
                    <a:pt x="4949029" y="975474"/>
                  </a:lnTo>
                  <a:lnTo>
                    <a:pt x="4949154" y="975474"/>
                  </a:lnTo>
                  <a:lnTo>
                    <a:pt x="4949279" y="975474"/>
                  </a:lnTo>
                  <a:lnTo>
                    <a:pt x="4949404" y="975474"/>
                  </a:lnTo>
                  <a:lnTo>
                    <a:pt x="4949529" y="975474"/>
                  </a:lnTo>
                  <a:lnTo>
                    <a:pt x="4949654" y="975474"/>
                  </a:lnTo>
                  <a:lnTo>
                    <a:pt x="4949779" y="975474"/>
                  </a:lnTo>
                  <a:lnTo>
                    <a:pt x="4949904" y="975474"/>
                  </a:lnTo>
                  <a:lnTo>
                    <a:pt x="4950029" y="975474"/>
                  </a:lnTo>
                  <a:lnTo>
                    <a:pt x="4950154" y="975474"/>
                  </a:lnTo>
                  <a:lnTo>
                    <a:pt x="4950279" y="975474"/>
                  </a:lnTo>
                  <a:lnTo>
                    <a:pt x="4950404" y="975474"/>
                  </a:lnTo>
                  <a:lnTo>
                    <a:pt x="4950529" y="975474"/>
                  </a:lnTo>
                  <a:lnTo>
                    <a:pt x="4950654" y="975474"/>
                  </a:lnTo>
                  <a:lnTo>
                    <a:pt x="4950780" y="975474"/>
                  </a:lnTo>
                  <a:lnTo>
                    <a:pt x="4950905" y="975474"/>
                  </a:lnTo>
                  <a:lnTo>
                    <a:pt x="4951030" y="975474"/>
                  </a:lnTo>
                  <a:lnTo>
                    <a:pt x="4951155" y="975474"/>
                  </a:lnTo>
                  <a:lnTo>
                    <a:pt x="4951280" y="975474"/>
                  </a:lnTo>
                  <a:lnTo>
                    <a:pt x="4951405" y="975474"/>
                  </a:lnTo>
                  <a:lnTo>
                    <a:pt x="4951530" y="975474"/>
                  </a:lnTo>
                  <a:lnTo>
                    <a:pt x="4951655" y="975474"/>
                  </a:lnTo>
                  <a:lnTo>
                    <a:pt x="4951780" y="975474"/>
                  </a:lnTo>
                  <a:lnTo>
                    <a:pt x="4951905" y="975474"/>
                  </a:lnTo>
                  <a:lnTo>
                    <a:pt x="4952030" y="975474"/>
                  </a:lnTo>
                  <a:lnTo>
                    <a:pt x="4952155" y="975474"/>
                  </a:lnTo>
                  <a:lnTo>
                    <a:pt x="4952280" y="975474"/>
                  </a:lnTo>
                  <a:lnTo>
                    <a:pt x="4952280" y="965520"/>
                  </a:lnTo>
                  <a:lnTo>
                    <a:pt x="4952405" y="965520"/>
                  </a:lnTo>
                  <a:lnTo>
                    <a:pt x="4952530" y="965520"/>
                  </a:lnTo>
                  <a:lnTo>
                    <a:pt x="4952655" y="965520"/>
                  </a:lnTo>
                  <a:lnTo>
                    <a:pt x="4952780" y="965520"/>
                  </a:lnTo>
                  <a:lnTo>
                    <a:pt x="4952905" y="965520"/>
                  </a:lnTo>
                  <a:lnTo>
                    <a:pt x="4953030" y="965520"/>
                  </a:lnTo>
                  <a:lnTo>
                    <a:pt x="4953155" y="965520"/>
                  </a:lnTo>
                  <a:lnTo>
                    <a:pt x="4953280" y="965520"/>
                  </a:lnTo>
                  <a:lnTo>
                    <a:pt x="4953405" y="965520"/>
                  </a:lnTo>
                  <a:lnTo>
                    <a:pt x="4953530" y="965520"/>
                  </a:lnTo>
                  <a:lnTo>
                    <a:pt x="4953655" y="965520"/>
                  </a:lnTo>
                  <a:lnTo>
                    <a:pt x="4953781" y="965520"/>
                  </a:lnTo>
                  <a:lnTo>
                    <a:pt x="4953906" y="965520"/>
                  </a:lnTo>
                  <a:lnTo>
                    <a:pt x="4954031" y="965520"/>
                  </a:lnTo>
                  <a:lnTo>
                    <a:pt x="4954156" y="965520"/>
                  </a:lnTo>
                  <a:lnTo>
                    <a:pt x="4954281" y="965520"/>
                  </a:lnTo>
                  <a:lnTo>
                    <a:pt x="4954406" y="965520"/>
                  </a:lnTo>
                  <a:lnTo>
                    <a:pt x="4954531" y="965520"/>
                  </a:lnTo>
                  <a:lnTo>
                    <a:pt x="4954656" y="965520"/>
                  </a:lnTo>
                  <a:lnTo>
                    <a:pt x="4954656" y="955566"/>
                  </a:lnTo>
                  <a:lnTo>
                    <a:pt x="4954781" y="955566"/>
                  </a:lnTo>
                  <a:lnTo>
                    <a:pt x="4954906" y="955566"/>
                  </a:lnTo>
                  <a:lnTo>
                    <a:pt x="4955031" y="955566"/>
                  </a:lnTo>
                  <a:lnTo>
                    <a:pt x="4955156" y="955566"/>
                  </a:lnTo>
                  <a:lnTo>
                    <a:pt x="4955281" y="955566"/>
                  </a:lnTo>
                  <a:lnTo>
                    <a:pt x="4955406" y="955566"/>
                  </a:lnTo>
                  <a:lnTo>
                    <a:pt x="4955531" y="955566"/>
                  </a:lnTo>
                  <a:lnTo>
                    <a:pt x="4955656" y="955566"/>
                  </a:lnTo>
                  <a:lnTo>
                    <a:pt x="4955781" y="955566"/>
                  </a:lnTo>
                  <a:lnTo>
                    <a:pt x="4955906" y="955566"/>
                  </a:lnTo>
                  <a:lnTo>
                    <a:pt x="4956031" y="955566"/>
                  </a:lnTo>
                  <a:lnTo>
                    <a:pt x="4956156" y="955566"/>
                  </a:lnTo>
                  <a:lnTo>
                    <a:pt x="4956281" y="955566"/>
                  </a:lnTo>
                  <a:lnTo>
                    <a:pt x="4956406" y="955566"/>
                  </a:lnTo>
                  <a:lnTo>
                    <a:pt x="4956531" y="955566"/>
                  </a:lnTo>
                  <a:lnTo>
                    <a:pt x="4956656" y="955566"/>
                  </a:lnTo>
                  <a:lnTo>
                    <a:pt x="4956782" y="955566"/>
                  </a:lnTo>
                  <a:lnTo>
                    <a:pt x="4956907" y="955566"/>
                  </a:lnTo>
                  <a:lnTo>
                    <a:pt x="4957032" y="955566"/>
                  </a:lnTo>
                  <a:lnTo>
                    <a:pt x="4957157" y="955566"/>
                  </a:lnTo>
                  <a:lnTo>
                    <a:pt x="4957282" y="955566"/>
                  </a:lnTo>
                  <a:lnTo>
                    <a:pt x="4957407" y="955566"/>
                  </a:lnTo>
                  <a:lnTo>
                    <a:pt x="4957532" y="955566"/>
                  </a:lnTo>
                  <a:lnTo>
                    <a:pt x="4957657" y="955566"/>
                  </a:lnTo>
                  <a:lnTo>
                    <a:pt x="4957782" y="955566"/>
                  </a:lnTo>
                  <a:lnTo>
                    <a:pt x="4957907" y="955566"/>
                  </a:lnTo>
                  <a:lnTo>
                    <a:pt x="4958032" y="955566"/>
                  </a:lnTo>
                  <a:lnTo>
                    <a:pt x="4958157" y="955566"/>
                  </a:lnTo>
                  <a:lnTo>
                    <a:pt x="4958282" y="955566"/>
                  </a:lnTo>
                  <a:lnTo>
                    <a:pt x="4958407" y="955566"/>
                  </a:lnTo>
                  <a:lnTo>
                    <a:pt x="4958532" y="955566"/>
                  </a:lnTo>
                  <a:lnTo>
                    <a:pt x="4958657" y="955566"/>
                  </a:lnTo>
                  <a:lnTo>
                    <a:pt x="4958782" y="955566"/>
                  </a:lnTo>
                  <a:lnTo>
                    <a:pt x="4958907" y="955566"/>
                  </a:lnTo>
                  <a:lnTo>
                    <a:pt x="4959032" y="955566"/>
                  </a:lnTo>
                  <a:lnTo>
                    <a:pt x="4959157" y="955566"/>
                  </a:lnTo>
                  <a:lnTo>
                    <a:pt x="4959282" y="955566"/>
                  </a:lnTo>
                  <a:lnTo>
                    <a:pt x="4959407" y="955566"/>
                  </a:lnTo>
                  <a:lnTo>
                    <a:pt x="4959532" y="955566"/>
                  </a:lnTo>
                  <a:lnTo>
                    <a:pt x="4959657" y="955566"/>
                  </a:lnTo>
                  <a:lnTo>
                    <a:pt x="4959783" y="955566"/>
                  </a:lnTo>
                  <a:lnTo>
                    <a:pt x="4959908" y="955566"/>
                  </a:lnTo>
                  <a:lnTo>
                    <a:pt x="4960033" y="955566"/>
                  </a:lnTo>
                  <a:lnTo>
                    <a:pt x="4960158" y="955566"/>
                  </a:lnTo>
                  <a:lnTo>
                    <a:pt x="4960283" y="955566"/>
                  </a:lnTo>
                  <a:lnTo>
                    <a:pt x="4960408" y="955566"/>
                  </a:lnTo>
                  <a:lnTo>
                    <a:pt x="4960533" y="955566"/>
                  </a:lnTo>
                  <a:lnTo>
                    <a:pt x="4960658" y="955566"/>
                  </a:lnTo>
                  <a:lnTo>
                    <a:pt x="4960783" y="955566"/>
                  </a:lnTo>
                  <a:lnTo>
                    <a:pt x="4960908" y="955566"/>
                  </a:lnTo>
                  <a:lnTo>
                    <a:pt x="4961033" y="955566"/>
                  </a:lnTo>
                  <a:lnTo>
                    <a:pt x="4961158" y="955566"/>
                  </a:lnTo>
                  <a:lnTo>
                    <a:pt x="4961283" y="955566"/>
                  </a:lnTo>
                  <a:lnTo>
                    <a:pt x="4961408" y="955566"/>
                  </a:lnTo>
                  <a:lnTo>
                    <a:pt x="4961533" y="955566"/>
                  </a:lnTo>
                  <a:lnTo>
                    <a:pt x="4961658" y="955566"/>
                  </a:lnTo>
                  <a:lnTo>
                    <a:pt x="4961783" y="955566"/>
                  </a:lnTo>
                  <a:lnTo>
                    <a:pt x="4961908" y="955566"/>
                  </a:lnTo>
                  <a:lnTo>
                    <a:pt x="4962033" y="955566"/>
                  </a:lnTo>
                  <a:lnTo>
                    <a:pt x="4962158" y="955566"/>
                  </a:lnTo>
                  <a:lnTo>
                    <a:pt x="4962283" y="955566"/>
                  </a:lnTo>
                  <a:lnTo>
                    <a:pt x="4962408" y="955566"/>
                  </a:lnTo>
                  <a:lnTo>
                    <a:pt x="4962533" y="955566"/>
                  </a:lnTo>
                  <a:lnTo>
                    <a:pt x="4962658" y="955566"/>
                  </a:lnTo>
                  <a:lnTo>
                    <a:pt x="4962784" y="955566"/>
                  </a:lnTo>
                  <a:lnTo>
                    <a:pt x="4962909" y="955566"/>
                  </a:lnTo>
                  <a:lnTo>
                    <a:pt x="4963034" y="955566"/>
                  </a:lnTo>
                  <a:lnTo>
                    <a:pt x="4963159" y="955566"/>
                  </a:lnTo>
                  <a:lnTo>
                    <a:pt x="4963284" y="955566"/>
                  </a:lnTo>
                  <a:lnTo>
                    <a:pt x="4963409" y="955566"/>
                  </a:lnTo>
                  <a:lnTo>
                    <a:pt x="4963534" y="955566"/>
                  </a:lnTo>
                  <a:lnTo>
                    <a:pt x="4963659" y="955566"/>
                  </a:lnTo>
                  <a:lnTo>
                    <a:pt x="4963784" y="955566"/>
                  </a:lnTo>
                  <a:lnTo>
                    <a:pt x="4963909" y="955566"/>
                  </a:lnTo>
                  <a:lnTo>
                    <a:pt x="4964034" y="955566"/>
                  </a:lnTo>
                  <a:lnTo>
                    <a:pt x="4964159" y="955566"/>
                  </a:lnTo>
                  <a:lnTo>
                    <a:pt x="4964284" y="955566"/>
                  </a:lnTo>
                  <a:lnTo>
                    <a:pt x="4964409" y="955566"/>
                  </a:lnTo>
                  <a:lnTo>
                    <a:pt x="4964534" y="955566"/>
                  </a:lnTo>
                  <a:lnTo>
                    <a:pt x="4964659" y="955566"/>
                  </a:lnTo>
                  <a:lnTo>
                    <a:pt x="4964784" y="955566"/>
                  </a:lnTo>
                  <a:lnTo>
                    <a:pt x="4964909" y="955566"/>
                  </a:lnTo>
                  <a:lnTo>
                    <a:pt x="4965034" y="955566"/>
                  </a:lnTo>
                  <a:lnTo>
                    <a:pt x="4965159" y="955566"/>
                  </a:lnTo>
                  <a:lnTo>
                    <a:pt x="4965284" y="955566"/>
                  </a:lnTo>
                  <a:lnTo>
                    <a:pt x="4965409" y="955566"/>
                  </a:lnTo>
                  <a:lnTo>
                    <a:pt x="4965534" y="955566"/>
                  </a:lnTo>
                  <a:lnTo>
                    <a:pt x="4965659" y="955566"/>
                  </a:lnTo>
                  <a:lnTo>
                    <a:pt x="4965785" y="955566"/>
                  </a:lnTo>
                  <a:lnTo>
                    <a:pt x="4965910" y="955566"/>
                  </a:lnTo>
                  <a:lnTo>
                    <a:pt x="4966035" y="955566"/>
                  </a:lnTo>
                  <a:lnTo>
                    <a:pt x="4966160" y="955566"/>
                  </a:lnTo>
                  <a:lnTo>
                    <a:pt x="4966285" y="955566"/>
                  </a:lnTo>
                  <a:lnTo>
                    <a:pt x="4966410" y="955566"/>
                  </a:lnTo>
                  <a:lnTo>
                    <a:pt x="4966535" y="955566"/>
                  </a:lnTo>
                  <a:lnTo>
                    <a:pt x="4966660" y="955566"/>
                  </a:lnTo>
                  <a:lnTo>
                    <a:pt x="4966785" y="955566"/>
                  </a:lnTo>
                  <a:lnTo>
                    <a:pt x="4966910" y="955566"/>
                  </a:lnTo>
                  <a:lnTo>
                    <a:pt x="4967035" y="955566"/>
                  </a:lnTo>
                  <a:lnTo>
                    <a:pt x="4967160" y="955566"/>
                  </a:lnTo>
                  <a:lnTo>
                    <a:pt x="4967285" y="955566"/>
                  </a:lnTo>
                  <a:lnTo>
                    <a:pt x="4967410" y="955566"/>
                  </a:lnTo>
                  <a:lnTo>
                    <a:pt x="4967535" y="955566"/>
                  </a:lnTo>
                  <a:lnTo>
                    <a:pt x="4967660" y="955566"/>
                  </a:lnTo>
                  <a:lnTo>
                    <a:pt x="4967785" y="955566"/>
                  </a:lnTo>
                  <a:lnTo>
                    <a:pt x="4967910" y="955566"/>
                  </a:lnTo>
                  <a:lnTo>
                    <a:pt x="4968035" y="955566"/>
                  </a:lnTo>
                  <a:lnTo>
                    <a:pt x="4968160" y="955566"/>
                  </a:lnTo>
                  <a:lnTo>
                    <a:pt x="4968285" y="955566"/>
                  </a:lnTo>
                  <a:lnTo>
                    <a:pt x="4968410" y="955566"/>
                  </a:lnTo>
                  <a:lnTo>
                    <a:pt x="4968535" y="955566"/>
                  </a:lnTo>
                  <a:lnTo>
                    <a:pt x="4968661" y="955566"/>
                  </a:lnTo>
                  <a:lnTo>
                    <a:pt x="4968786" y="955566"/>
                  </a:lnTo>
                  <a:lnTo>
                    <a:pt x="4968911" y="955566"/>
                  </a:lnTo>
                  <a:lnTo>
                    <a:pt x="4969036" y="955566"/>
                  </a:lnTo>
                  <a:lnTo>
                    <a:pt x="4969161" y="955566"/>
                  </a:lnTo>
                  <a:lnTo>
                    <a:pt x="4969286" y="955566"/>
                  </a:lnTo>
                  <a:lnTo>
                    <a:pt x="4969411" y="955566"/>
                  </a:lnTo>
                  <a:lnTo>
                    <a:pt x="4969536" y="955566"/>
                  </a:lnTo>
                  <a:lnTo>
                    <a:pt x="4969661" y="955566"/>
                  </a:lnTo>
                  <a:lnTo>
                    <a:pt x="4969786" y="955566"/>
                  </a:lnTo>
                  <a:lnTo>
                    <a:pt x="4969911" y="955566"/>
                  </a:lnTo>
                  <a:lnTo>
                    <a:pt x="4970036" y="955566"/>
                  </a:lnTo>
                  <a:lnTo>
                    <a:pt x="4970161" y="955566"/>
                  </a:lnTo>
                  <a:lnTo>
                    <a:pt x="4970286" y="955566"/>
                  </a:lnTo>
                  <a:lnTo>
                    <a:pt x="4970411" y="955566"/>
                  </a:lnTo>
                  <a:lnTo>
                    <a:pt x="4970536" y="955566"/>
                  </a:lnTo>
                  <a:lnTo>
                    <a:pt x="4970661" y="955566"/>
                  </a:lnTo>
                  <a:lnTo>
                    <a:pt x="4970786" y="955566"/>
                  </a:lnTo>
                  <a:lnTo>
                    <a:pt x="4970911" y="955566"/>
                  </a:lnTo>
                  <a:lnTo>
                    <a:pt x="4971036" y="955566"/>
                  </a:lnTo>
                  <a:lnTo>
                    <a:pt x="4971161" y="955566"/>
                  </a:lnTo>
                  <a:lnTo>
                    <a:pt x="4971286" y="955566"/>
                  </a:lnTo>
                  <a:lnTo>
                    <a:pt x="4971411" y="955566"/>
                  </a:lnTo>
                  <a:lnTo>
                    <a:pt x="4971536" y="955566"/>
                  </a:lnTo>
                  <a:lnTo>
                    <a:pt x="4971662" y="955566"/>
                  </a:lnTo>
                  <a:lnTo>
                    <a:pt x="4971787" y="955566"/>
                  </a:lnTo>
                  <a:lnTo>
                    <a:pt x="4971912" y="955566"/>
                  </a:lnTo>
                  <a:lnTo>
                    <a:pt x="4972037" y="955566"/>
                  </a:lnTo>
                  <a:lnTo>
                    <a:pt x="4972162" y="955566"/>
                  </a:lnTo>
                  <a:lnTo>
                    <a:pt x="4972287" y="955566"/>
                  </a:lnTo>
                  <a:lnTo>
                    <a:pt x="4972412" y="955566"/>
                  </a:lnTo>
                  <a:lnTo>
                    <a:pt x="4972537" y="955566"/>
                  </a:lnTo>
                  <a:lnTo>
                    <a:pt x="4972662" y="955566"/>
                  </a:lnTo>
                  <a:lnTo>
                    <a:pt x="4972787" y="955566"/>
                  </a:lnTo>
                  <a:lnTo>
                    <a:pt x="4972912" y="955566"/>
                  </a:lnTo>
                  <a:lnTo>
                    <a:pt x="4973037" y="955566"/>
                  </a:lnTo>
                  <a:lnTo>
                    <a:pt x="4973162" y="955566"/>
                  </a:lnTo>
                  <a:lnTo>
                    <a:pt x="4973287" y="955566"/>
                  </a:lnTo>
                  <a:lnTo>
                    <a:pt x="4973412" y="955566"/>
                  </a:lnTo>
                  <a:lnTo>
                    <a:pt x="4973537" y="955566"/>
                  </a:lnTo>
                  <a:lnTo>
                    <a:pt x="4973662" y="955566"/>
                  </a:lnTo>
                  <a:lnTo>
                    <a:pt x="4973787" y="955566"/>
                  </a:lnTo>
                  <a:lnTo>
                    <a:pt x="4973912" y="955566"/>
                  </a:lnTo>
                  <a:lnTo>
                    <a:pt x="4974037" y="955566"/>
                  </a:lnTo>
                  <a:lnTo>
                    <a:pt x="4974162" y="955566"/>
                  </a:lnTo>
                  <a:lnTo>
                    <a:pt x="4974287" y="955566"/>
                  </a:lnTo>
                  <a:lnTo>
                    <a:pt x="4974412" y="955566"/>
                  </a:lnTo>
                  <a:lnTo>
                    <a:pt x="4974537" y="955566"/>
                  </a:lnTo>
                  <a:lnTo>
                    <a:pt x="4974663" y="955566"/>
                  </a:lnTo>
                  <a:lnTo>
                    <a:pt x="4974788" y="955566"/>
                  </a:lnTo>
                  <a:lnTo>
                    <a:pt x="4974913" y="955566"/>
                  </a:lnTo>
                  <a:lnTo>
                    <a:pt x="4975038" y="955566"/>
                  </a:lnTo>
                  <a:lnTo>
                    <a:pt x="4975163" y="955566"/>
                  </a:lnTo>
                  <a:lnTo>
                    <a:pt x="4975288" y="955566"/>
                  </a:lnTo>
                  <a:lnTo>
                    <a:pt x="4975413" y="955566"/>
                  </a:lnTo>
                  <a:lnTo>
                    <a:pt x="4975538" y="955566"/>
                  </a:lnTo>
                  <a:lnTo>
                    <a:pt x="4975663" y="955566"/>
                  </a:lnTo>
                  <a:lnTo>
                    <a:pt x="4975788" y="955566"/>
                  </a:lnTo>
                  <a:lnTo>
                    <a:pt x="4975913" y="955566"/>
                  </a:lnTo>
                  <a:lnTo>
                    <a:pt x="4976038" y="955566"/>
                  </a:lnTo>
                  <a:lnTo>
                    <a:pt x="4976163" y="955566"/>
                  </a:lnTo>
                  <a:lnTo>
                    <a:pt x="4976288" y="955566"/>
                  </a:lnTo>
                  <a:lnTo>
                    <a:pt x="4976413" y="955566"/>
                  </a:lnTo>
                  <a:lnTo>
                    <a:pt x="4976538" y="955566"/>
                  </a:lnTo>
                  <a:lnTo>
                    <a:pt x="4976663" y="955566"/>
                  </a:lnTo>
                  <a:lnTo>
                    <a:pt x="4976788" y="955566"/>
                  </a:lnTo>
                  <a:lnTo>
                    <a:pt x="4976913" y="955566"/>
                  </a:lnTo>
                  <a:lnTo>
                    <a:pt x="4977038" y="955566"/>
                  </a:lnTo>
                  <a:lnTo>
                    <a:pt x="4977163" y="955566"/>
                  </a:lnTo>
                  <a:lnTo>
                    <a:pt x="4977288" y="955566"/>
                  </a:lnTo>
                  <a:lnTo>
                    <a:pt x="4977413" y="955566"/>
                  </a:lnTo>
                  <a:lnTo>
                    <a:pt x="4977538" y="955566"/>
                  </a:lnTo>
                  <a:lnTo>
                    <a:pt x="4977664" y="955566"/>
                  </a:lnTo>
                  <a:lnTo>
                    <a:pt x="4977789" y="955566"/>
                  </a:lnTo>
                  <a:lnTo>
                    <a:pt x="4977914" y="955566"/>
                  </a:lnTo>
                  <a:lnTo>
                    <a:pt x="4978039" y="955566"/>
                  </a:lnTo>
                  <a:lnTo>
                    <a:pt x="4978164" y="955566"/>
                  </a:lnTo>
                  <a:lnTo>
                    <a:pt x="4978289" y="955566"/>
                  </a:lnTo>
                  <a:lnTo>
                    <a:pt x="4978414" y="955566"/>
                  </a:lnTo>
                  <a:lnTo>
                    <a:pt x="4978539" y="955566"/>
                  </a:lnTo>
                  <a:lnTo>
                    <a:pt x="4978664" y="955566"/>
                  </a:lnTo>
                  <a:lnTo>
                    <a:pt x="4978789" y="955566"/>
                  </a:lnTo>
                  <a:lnTo>
                    <a:pt x="4978914" y="955566"/>
                  </a:lnTo>
                  <a:lnTo>
                    <a:pt x="4979039" y="955566"/>
                  </a:lnTo>
                  <a:lnTo>
                    <a:pt x="4979164" y="955566"/>
                  </a:lnTo>
                  <a:lnTo>
                    <a:pt x="4979289" y="955566"/>
                  </a:lnTo>
                  <a:lnTo>
                    <a:pt x="4979414" y="955566"/>
                  </a:lnTo>
                  <a:lnTo>
                    <a:pt x="4979539" y="955566"/>
                  </a:lnTo>
                  <a:lnTo>
                    <a:pt x="4979664" y="955566"/>
                  </a:lnTo>
                  <a:lnTo>
                    <a:pt x="4979789" y="955566"/>
                  </a:lnTo>
                  <a:lnTo>
                    <a:pt x="4979914" y="955566"/>
                  </a:lnTo>
                  <a:lnTo>
                    <a:pt x="4980039" y="955566"/>
                  </a:lnTo>
                  <a:lnTo>
                    <a:pt x="4980164" y="955566"/>
                  </a:lnTo>
                  <a:lnTo>
                    <a:pt x="4980289" y="955566"/>
                  </a:lnTo>
                  <a:lnTo>
                    <a:pt x="4980414" y="955566"/>
                  </a:lnTo>
                  <a:lnTo>
                    <a:pt x="4980539" y="955566"/>
                  </a:lnTo>
                  <a:lnTo>
                    <a:pt x="4980665" y="955566"/>
                  </a:lnTo>
                  <a:lnTo>
                    <a:pt x="4980790" y="955566"/>
                  </a:lnTo>
                  <a:lnTo>
                    <a:pt x="4980915" y="955566"/>
                  </a:lnTo>
                  <a:lnTo>
                    <a:pt x="4981040" y="955566"/>
                  </a:lnTo>
                  <a:lnTo>
                    <a:pt x="4981165" y="955566"/>
                  </a:lnTo>
                  <a:lnTo>
                    <a:pt x="4981290" y="955566"/>
                  </a:lnTo>
                  <a:lnTo>
                    <a:pt x="4981415" y="955566"/>
                  </a:lnTo>
                  <a:lnTo>
                    <a:pt x="4981540" y="955566"/>
                  </a:lnTo>
                  <a:lnTo>
                    <a:pt x="4981665" y="955566"/>
                  </a:lnTo>
                  <a:lnTo>
                    <a:pt x="4981790" y="955566"/>
                  </a:lnTo>
                  <a:lnTo>
                    <a:pt x="4981915" y="955566"/>
                  </a:lnTo>
                  <a:lnTo>
                    <a:pt x="4982040" y="955566"/>
                  </a:lnTo>
                  <a:lnTo>
                    <a:pt x="4982165" y="955566"/>
                  </a:lnTo>
                  <a:lnTo>
                    <a:pt x="4982290" y="955566"/>
                  </a:lnTo>
                  <a:lnTo>
                    <a:pt x="4982415" y="955566"/>
                  </a:lnTo>
                  <a:lnTo>
                    <a:pt x="4982540" y="955566"/>
                  </a:lnTo>
                  <a:lnTo>
                    <a:pt x="4982665" y="955566"/>
                  </a:lnTo>
                  <a:lnTo>
                    <a:pt x="4982790" y="955566"/>
                  </a:lnTo>
                  <a:lnTo>
                    <a:pt x="4982915" y="955566"/>
                  </a:lnTo>
                  <a:lnTo>
                    <a:pt x="4983040" y="955566"/>
                  </a:lnTo>
                  <a:lnTo>
                    <a:pt x="4983165" y="955566"/>
                  </a:lnTo>
                  <a:lnTo>
                    <a:pt x="4983290" y="955566"/>
                  </a:lnTo>
                  <a:lnTo>
                    <a:pt x="4983415" y="955566"/>
                  </a:lnTo>
                  <a:lnTo>
                    <a:pt x="4983540" y="955566"/>
                  </a:lnTo>
                  <a:lnTo>
                    <a:pt x="4983666" y="955566"/>
                  </a:lnTo>
                  <a:lnTo>
                    <a:pt x="4983791" y="955566"/>
                  </a:lnTo>
                  <a:lnTo>
                    <a:pt x="4983791" y="945613"/>
                  </a:lnTo>
                  <a:lnTo>
                    <a:pt x="4983916" y="945613"/>
                  </a:lnTo>
                  <a:lnTo>
                    <a:pt x="4984041" y="945613"/>
                  </a:lnTo>
                  <a:lnTo>
                    <a:pt x="4984166" y="945613"/>
                  </a:lnTo>
                  <a:lnTo>
                    <a:pt x="4984291" y="945613"/>
                  </a:lnTo>
                  <a:lnTo>
                    <a:pt x="4984416" y="945613"/>
                  </a:lnTo>
                  <a:lnTo>
                    <a:pt x="4984541" y="945613"/>
                  </a:lnTo>
                  <a:lnTo>
                    <a:pt x="4984666" y="945613"/>
                  </a:lnTo>
                  <a:lnTo>
                    <a:pt x="4984791" y="945613"/>
                  </a:lnTo>
                  <a:lnTo>
                    <a:pt x="4984916" y="945613"/>
                  </a:lnTo>
                  <a:lnTo>
                    <a:pt x="4985041" y="945613"/>
                  </a:lnTo>
                  <a:lnTo>
                    <a:pt x="4985166" y="945613"/>
                  </a:lnTo>
                  <a:lnTo>
                    <a:pt x="4985291" y="945613"/>
                  </a:lnTo>
                  <a:lnTo>
                    <a:pt x="4985416" y="945613"/>
                  </a:lnTo>
                  <a:lnTo>
                    <a:pt x="4985541" y="945613"/>
                  </a:lnTo>
                  <a:lnTo>
                    <a:pt x="4985666" y="945613"/>
                  </a:lnTo>
                  <a:lnTo>
                    <a:pt x="4985791" y="945613"/>
                  </a:lnTo>
                  <a:lnTo>
                    <a:pt x="4985916" y="945613"/>
                  </a:lnTo>
                  <a:lnTo>
                    <a:pt x="4986041" y="945613"/>
                  </a:lnTo>
                  <a:lnTo>
                    <a:pt x="4986166" y="945613"/>
                  </a:lnTo>
                  <a:lnTo>
                    <a:pt x="4986291" y="945613"/>
                  </a:lnTo>
                  <a:lnTo>
                    <a:pt x="4986416" y="945613"/>
                  </a:lnTo>
                  <a:lnTo>
                    <a:pt x="4986541" y="945613"/>
                  </a:lnTo>
                  <a:lnTo>
                    <a:pt x="4986667" y="945613"/>
                  </a:lnTo>
                  <a:lnTo>
                    <a:pt x="4986792" y="945613"/>
                  </a:lnTo>
                  <a:lnTo>
                    <a:pt x="4986917" y="945613"/>
                  </a:lnTo>
                  <a:lnTo>
                    <a:pt x="4987042" y="945613"/>
                  </a:lnTo>
                  <a:lnTo>
                    <a:pt x="4987167" y="945613"/>
                  </a:lnTo>
                  <a:lnTo>
                    <a:pt x="4987292" y="945613"/>
                  </a:lnTo>
                  <a:lnTo>
                    <a:pt x="4987417" y="945613"/>
                  </a:lnTo>
                  <a:lnTo>
                    <a:pt x="4987542" y="945613"/>
                  </a:lnTo>
                  <a:lnTo>
                    <a:pt x="4987667" y="945613"/>
                  </a:lnTo>
                  <a:lnTo>
                    <a:pt x="4987792" y="945613"/>
                  </a:lnTo>
                  <a:lnTo>
                    <a:pt x="4987917" y="945613"/>
                  </a:lnTo>
                  <a:lnTo>
                    <a:pt x="4988042" y="945613"/>
                  </a:lnTo>
                  <a:lnTo>
                    <a:pt x="4988167" y="945613"/>
                  </a:lnTo>
                  <a:lnTo>
                    <a:pt x="4988292" y="945613"/>
                  </a:lnTo>
                  <a:lnTo>
                    <a:pt x="4988417" y="945613"/>
                  </a:lnTo>
                  <a:lnTo>
                    <a:pt x="4988542" y="945613"/>
                  </a:lnTo>
                  <a:lnTo>
                    <a:pt x="4988667" y="945613"/>
                  </a:lnTo>
                  <a:lnTo>
                    <a:pt x="4988792" y="945613"/>
                  </a:lnTo>
                  <a:lnTo>
                    <a:pt x="4988917" y="945613"/>
                  </a:lnTo>
                  <a:lnTo>
                    <a:pt x="4989042" y="945613"/>
                  </a:lnTo>
                  <a:lnTo>
                    <a:pt x="4989167" y="945613"/>
                  </a:lnTo>
                  <a:lnTo>
                    <a:pt x="4989292" y="945613"/>
                  </a:lnTo>
                  <a:lnTo>
                    <a:pt x="4989417" y="945613"/>
                  </a:lnTo>
                  <a:lnTo>
                    <a:pt x="4989542" y="945613"/>
                  </a:lnTo>
                  <a:lnTo>
                    <a:pt x="4989668" y="945613"/>
                  </a:lnTo>
                  <a:lnTo>
                    <a:pt x="4989793" y="945613"/>
                  </a:lnTo>
                  <a:lnTo>
                    <a:pt x="4989918" y="945613"/>
                  </a:lnTo>
                  <a:lnTo>
                    <a:pt x="4990043" y="945613"/>
                  </a:lnTo>
                  <a:lnTo>
                    <a:pt x="4990168" y="945613"/>
                  </a:lnTo>
                  <a:lnTo>
                    <a:pt x="4990293" y="945613"/>
                  </a:lnTo>
                  <a:lnTo>
                    <a:pt x="4990418" y="945613"/>
                  </a:lnTo>
                  <a:lnTo>
                    <a:pt x="4990543" y="945613"/>
                  </a:lnTo>
                  <a:lnTo>
                    <a:pt x="4990668" y="945613"/>
                  </a:lnTo>
                  <a:lnTo>
                    <a:pt x="4990793" y="945613"/>
                  </a:lnTo>
                  <a:lnTo>
                    <a:pt x="4990918" y="945613"/>
                  </a:lnTo>
                  <a:lnTo>
                    <a:pt x="4991043" y="945613"/>
                  </a:lnTo>
                  <a:lnTo>
                    <a:pt x="4991168" y="945613"/>
                  </a:lnTo>
                  <a:lnTo>
                    <a:pt x="4991293" y="945613"/>
                  </a:lnTo>
                  <a:lnTo>
                    <a:pt x="4991418" y="945613"/>
                  </a:lnTo>
                  <a:lnTo>
                    <a:pt x="4991543" y="945613"/>
                  </a:lnTo>
                  <a:lnTo>
                    <a:pt x="4991668" y="945613"/>
                  </a:lnTo>
                  <a:lnTo>
                    <a:pt x="4991793" y="945613"/>
                  </a:lnTo>
                  <a:lnTo>
                    <a:pt x="4991918" y="945613"/>
                  </a:lnTo>
                  <a:lnTo>
                    <a:pt x="4992043" y="945613"/>
                  </a:lnTo>
                  <a:lnTo>
                    <a:pt x="4992168" y="945613"/>
                  </a:lnTo>
                  <a:lnTo>
                    <a:pt x="4992293" y="945613"/>
                  </a:lnTo>
                  <a:lnTo>
                    <a:pt x="4992418" y="945613"/>
                  </a:lnTo>
                  <a:lnTo>
                    <a:pt x="4992543" y="945613"/>
                  </a:lnTo>
                  <a:lnTo>
                    <a:pt x="4992669" y="945613"/>
                  </a:lnTo>
                  <a:lnTo>
                    <a:pt x="4992794" y="945613"/>
                  </a:lnTo>
                  <a:lnTo>
                    <a:pt x="4992919" y="945613"/>
                  </a:lnTo>
                  <a:lnTo>
                    <a:pt x="4993044" y="945613"/>
                  </a:lnTo>
                  <a:lnTo>
                    <a:pt x="4993169" y="945613"/>
                  </a:lnTo>
                  <a:lnTo>
                    <a:pt x="4993294" y="945613"/>
                  </a:lnTo>
                  <a:lnTo>
                    <a:pt x="4993419" y="945613"/>
                  </a:lnTo>
                  <a:lnTo>
                    <a:pt x="4993544" y="945613"/>
                  </a:lnTo>
                  <a:lnTo>
                    <a:pt x="4993669" y="945613"/>
                  </a:lnTo>
                  <a:lnTo>
                    <a:pt x="4993794" y="945613"/>
                  </a:lnTo>
                  <a:lnTo>
                    <a:pt x="4993919" y="945613"/>
                  </a:lnTo>
                  <a:lnTo>
                    <a:pt x="4994044" y="945613"/>
                  </a:lnTo>
                  <a:lnTo>
                    <a:pt x="4994169" y="945613"/>
                  </a:lnTo>
                  <a:lnTo>
                    <a:pt x="4994294" y="945613"/>
                  </a:lnTo>
                  <a:lnTo>
                    <a:pt x="4994419" y="945613"/>
                  </a:lnTo>
                  <a:lnTo>
                    <a:pt x="4994544" y="945613"/>
                  </a:lnTo>
                  <a:lnTo>
                    <a:pt x="4994669" y="945613"/>
                  </a:lnTo>
                  <a:lnTo>
                    <a:pt x="4994794" y="945613"/>
                  </a:lnTo>
                  <a:lnTo>
                    <a:pt x="4994919" y="945613"/>
                  </a:lnTo>
                  <a:lnTo>
                    <a:pt x="4995044" y="945613"/>
                  </a:lnTo>
                  <a:lnTo>
                    <a:pt x="4995169" y="945613"/>
                  </a:lnTo>
                  <a:lnTo>
                    <a:pt x="4995294" y="945613"/>
                  </a:lnTo>
                  <a:lnTo>
                    <a:pt x="4995419" y="945613"/>
                  </a:lnTo>
                  <a:lnTo>
                    <a:pt x="4995544" y="945613"/>
                  </a:lnTo>
                  <a:lnTo>
                    <a:pt x="4995670" y="945613"/>
                  </a:lnTo>
                  <a:lnTo>
                    <a:pt x="4995795" y="945613"/>
                  </a:lnTo>
                  <a:lnTo>
                    <a:pt x="4995920" y="945613"/>
                  </a:lnTo>
                  <a:lnTo>
                    <a:pt x="4996045" y="945613"/>
                  </a:lnTo>
                  <a:lnTo>
                    <a:pt x="4996170" y="945613"/>
                  </a:lnTo>
                  <a:lnTo>
                    <a:pt x="4996295" y="945613"/>
                  </a:lnTo>
                  <a:lnTo>
                    <a:pt x="4996420" y="945613"/>
                  </a:lnTo>
                  <a:lnTo>
                    <a:pt x="4996545" y="945613"/>
                  </a:lnTo>
                  <a:lnTo>
                    <a:pt x="4996670" y="945613"/>
                  </a:lnTo>
                  <a:lnTo>
                    <a:pt x="4996795" y="945613"/>
                  </a:lnTo>
                  <a:lnTo>
                    <a:pt x="4996920" y="945613"/>
                  </a:lnTo>
                  <a:lnTo>
                    <a:pt x="4997045" y="945613"/>
                  </a:lnTo>
                  <a:lnTo>
                    <a:pt x="4997170" y="945613"/>
                  </a:lnTo>
                  <a:lnTo>
                    <a:pt x="4997295" y="945613"/>
                  </a:lnTo>
                  <a:lnTo>
                    <a:pt x="4997420" y="945613"/>
                  </a:lnTo>
                  <a:lnTo>
                    <a:pt x="4997545" y="945613"/>
                  </a:lnTo>
                  <a:lnTo>
                    <a:pt x="4997670" y="945613"/>
                  </a:lnTo>
                  <a:lnTo>
                    <a:pt x="4997795" y="945613"/>
                  </a:lnTo>
                  <a:lnTo>
                    <a:pt x="4997920" y="945613"/>
                  </a:lnTo>
                  <a:lnTo>
                    <a:pt x="4998045" y="945613"/>
                  </a:lnTo>
                  <a:lnTo>
                    <a:pt x="4998170" y="945613"/>
                  </a:lnTo>
                  <a:lnTo>
                    <a:pt x="4998295" y="945613"/>
                  </a:lnTo>
                  <a:lnTo>
                    <a:pt x="4998420" y="945613"/>
                  </a:lnTo>
                  <a:lnTo>
                    <a:pt x="4998545" y="945613"/>
                  </a:lnTo>
                  <a:lnTo>
                    <a:pt x="4998671" y="945613"/>
                  </a:lnTo>
                  <a:lnTo>
                    <a:pt x="4998796" y="945613"/>
                  </a:lnTo>
                  <a:lnTo>
                    <a:pt x="4998921" y="945613"/>
                  </a:lnTo>
                  <a:lnTo>
                    <a:pt x="4999046" y="945613"/>
                  </a:lnTo>
                  <a:lnTo>
                    <a:pt x="4999171" y="945613"/>
                  </a:lnTo>
                  <a:lnTo>
                    <a:pt x="4999296" y="945613"/>
                  </a:lnTo>
                  <a:lnTo>
                    <a:pt x="4999421" y="945613"/>
                  </a:lnTo>
                  <a:lnTo>
                    <a:pt x="4999546" y="945613"/>
                  </a:lnTo>
                  <a:lnTo>
                    <a:pt x="4999671" y="945613"/>
                  </a:lnTo>
                  <a:lnTo>
                    <a:pt x="4999796" y="945613"/>
                  </a:lnTo>
                  <a:lnTo>
                    <a:pt x="4999921" y="945613"/>
                  </a:lnTo>
                  <a:lnTo>
                    <a:pt x="5000046" y="945613"/>
                  </a:lnTo>
                  <a:lnTo>
                    <a:pt x="5000171" y="945613"/>
                  </a:lnTo>
                  <a:lnTo>
                    <a:pt x="5000296" y="945613"/>
                  </a:lnTo>
                  <a:lnTo>
                    <a:pt x="5000421" y="945613"/>
                  </a:lnTo>
                  <a:lnTo>
                    <a:pt x="5000546" y="945613"/>
                  </a:lnTo>
                  <a:lnTo>
                    <a:pt x="5000671" y="945613"/>
                  </a:lnTo>
                  <a:lnTo>
                    <a:pt x="5000796" y="945613"/>
                  </a:lnTo>
                  <a:lnTo>
                    <a:pt x="5000921" y="945613"/>
                  </a:lnTo>
                  <a:lnTo>
                    <a:pt x="5001046" y="945613"/>
                  </a:lnTo>
                  <a:lnTo>
                    <a:pt x="5001171" y="945613"/>
                  </a:lnTo>
                  <a:lnTo>
                    <a:pt x="5001296" y="945613"/>
                  </a:lnTo>
                  <a:lnTo>
                    <a:pt x="5001421" y="945613"/>
                  </a:lnTo>
                  <a:lnTo>
                    <a:pt x="5001546" y="945613"/>
                  </a:lnTo>
                  <a:lnTo>
                    <a:pt x="5001672" y="945613"/>
                  </a:lnTo>
                  <a:lnTo>
                    <a:pt x="5001797" y="945613"/>
                  </a:lnTo>
                  <a:lnTo>
                    <a:pt x="5001922" y="945613"/>
                  </a:lnTo>
                  <a:lnTo>
                    <a:pt x="5002047" y="945613"/>
                  </a:lnTo>
                  <a:lnTo>
                    <a:pt x="5002172" y="945613"/>
                  </a:lnTo>
                  <a:lnTo>
                    <a:pt x="5002297" y="945613"/>
                  </a:lnTo>
                  <a:lnTo>
                    <a:pt x="5002422" y="945613"/>
                  </a:lnTo>
                  <a:lnTo>
                    <a:pt x="5002547" y="945613"/>
                  </a:lnTo>
                  <a:lnTo>
                    <a:pt x="5002672" y="945613"/>
                  </a:lnTo>
                  <a:lnTo>
                    <a:pt x="5002797" y="945613"/>
                  </a:lnTo>
                  <a:lnTo>
                    <a:pt x="5002922" y="945613"/>
                  </a:lnTo>
                  <a:lnTo>
                    <a:pt x="5003047" y="945613"/>
                  </a:lnTo>
                  <a:lnTo>
                    <a:pt x="5003172" y="945613"/>
                  </a:lnTo>
                  <a:lnTo>
                    <a:pt x="5003297" y="945613"/>
                  </a:lnTo>
                  <a:lnTo>
                    <a:pt x="5003422" y="945613"/>
                  </a:lnTo>
                  <a:lnTo>
                    <a:pt x="5003547" y="945613"/>
                  </a:lnTo>
                  <a:lnTo>
                    <a:pt x="5003672" y="945613"/>
                  </a:lnTo>
                  <a:lnTo>
                    <a:pt x="5003797" y="945613"/>
                  </a:lnTo>
                  <a:lnTo>
                    <a:pt x="5003922" y="945613"/>
                  </a:lnTo>
                  <a:lnTo>
                    <a:pt x="5004047" y="945613"/>
                  </a:lnTo>
                  <a:lnTo>
                    <a:pt x="5004172" y="945613"/>
                  </a:lnTo>
                  <a:lnTo>
                    <a:pt x="5004297" y="945613"/>
                  </a:lnTo>
                  <a:lnTo>
                    <a:pt x="5004422" y="945613"/>
                  </a:lnTo>
                  <a:lnTo>
                    <a:pt x="5004547" y="945613"/>
                  </a:lnTo>
                  <a:lnTo>
                    <a:pt x="5004673" y="945613"/>
                  </a:lnTo>
                  <a:lnTo>
                    <a:pt x="5004798" y="945613"/>
                  </a:lnTo>
                  <a:lnTo>
                    <a:pt x="5004923" y="945613"/>
                  </a:lnTo>
                  <a:lnTo>
                    <a:pt x="5005048" y="945613"/>
                  </a:lnTo>
                  <a:lnTo>
                    <a:pt x="5005173" y="945613"/>
                  </a:lnTo>
                  <a:lnTo>
                    <a:pt x="5005298" y="945613"/>
                  </a:lnTo>
                  <a:lnTo>
                    <a:pt x="5005423" y="945613"/>
                  </a:lnTo>
                  <a:lnTo>
                    <a:pt x="5005548" y="945613"/>
                  </a:lnTo>
                  <a:lnTo>
                    <a:pt x="5005673" y="945613"/>
                  </a:lnTo>
                  <a:lnTo>
                    <a:pt x="5005798" y="945613"/>
                  </a:lnTo>
                  <a:lnTo>
                    <a:pt x="5005923" y="945613"/>
                  </a:lnTo>
                  <a:lnTo>
                    <a:pt x="5006048" y="945613"/>
                  </a:lnTo>
                  <a:lnTo>
                    <a:pt x="5006173" y="945613"/>
                  </a:lnTo>
                  <a:lnTo>
                    <a:pt x="5006298" y="945613"/>
                  </a:lnTo>
                  <a:lnTo>
                    <a:pt x="5006423" y="945613"/>
                  </a:lnTo>
                  <a:lnTo>
                    <a:pt x="5006548" y="945613"/>
                  </a:lnTo>
                  <a:lnTo>
                    <a:pt x="5006673" y="945613"/>
                  </a:lnTo>
                  <a:lnTo>
                    <a:pt x="5006798" y="945613"/>
                  </a:lnTo>
                  <a:lnTo>
                    <a:pt x="5006923" y="945613"/>
                  </a:lnTo>
                  <a:lnTo>
                    <a:pt x="5007048" y="945613"/>
                  </a:lnTo>
                  <a:lnTo>
                    <a:pt x="5007173" y="945613"/>
                  </a:lnTo>
                  <a:lnTo>
                    <a:pt x="5007298" y="945613"/>
                  </a:lnTo>
                  <a:lnTo>
                    <a:pt x="5007423" y="945613"/>
                  </a:lnTo>
                  <a:lnTo>
                    <a:pt x="5007549" y="945613"/>
                  </a:lnTo>
                  <a:lnTo>
                    <a:pt x="5007674" y="945613"/>
                  </a:lnTo>
                  <a:lnTo>
                    <a:pt x="5007799" y="945613"/>
                  </a:lnTo>
                  <a:lnTo>
                    <a:pt x="5007924" y="945613"/>
                  </a:lnTo>
                  <a:lnTo>
                    <a:pt x="5008049" y="945613"/>
                  </a:lnTo>
                  <a:lnTo>
                    <a:pt x="5008174" y="945613"/>
                  </a:lnTo>
                  <a:lnTo>
                    <a:pt x="5008299" y="945613"/>
                  </a:lnTo>
                  <a:lnTo>
                    <a:pt x="5008424" y="945613"/>
                  </a:lnTo>
                  <a:lnTo>
                    <a:pt x="5008549" y="945613"/>
                  </a:lnTo>
                  <a:lnTo>
                    <a:pt x="5008674" y="945613"/>
                  </a:lnTo>
                  <a:lnTo>
                    <a:pt x="5008799" y="945613"/>
                  </a:lnTo>
                  <a:lnTo>
                    <a:pt x="5008924" y="945613"/>
                  </a:lnTo>
                  <a:lnTo>
                    <a:pt x="5009049" y="945613"/>
                  </a:lnTo>
                  <a:lnTo>
                    <a:pt x="5009174" y="945613"/>
                  </a:lnTo>
                  <a:lnTo>
                    <a:pt x="5009299" y="945613"/>
                  </a:lnTo>
                  <a:lnTo>
                    <a:pt x="5009424" y="945613"/>
                  </a:lnTo>
                  <a:lnTo>
                    <a:pt x="5009549" y="945613"/>
                  </a:lnTo>
                  <a:lnTo>
                    <a:pt x="5009674" y="945613"/>
                  </a:lnTo>
                  <a:lnTo>
                    <a:pt x="5009799" y="945613"/>
                  </a:lnTo>
                  <a:lnTo>
                    <a:pt x="5009924" y="945613"/>
                  </a:lnTo>
                  <a:lnTo>
                    <a:pt x="5010049" y="945613"/>
                  </a:lnTo>
                  <a:lnTo>
                    <a:pt x="5010174" y="945613"/>
                  </a:lnTo>
                  <a:lnTo>
                    <a:pt x="5010299" y="945613"/>
                  </a:lnTo>
                  <a:lnTo>
                    <a:pt x="5010424" y="945613"/>
                  </a:lnTo>
                  <a:lnTo>
                    <a:pt x="5010550" y="945613"/>
                  </a:lnTo>
                  <a:lnTo>
                    <a:pt x="5010675" y="945613"/>
                  </a:lnTo>
                  <a:lnTo>
                    <a:pt x="5010800" y="945613"/>
                  </a:lnTo>
                  <a:lnTo>
                    <a:pt x="5010925" y="945613"/>
                  </a:lnTo>
                  <a:lnTo>
                    <a:pt x="5011050" y="945613"/>
                  </a:lnTo>
                  <a:lnTo>
                    <a:pt x="5011175" y="945613"/>
                  </a:lnTo>
                  <a:lnTo>
                    <a:pt x="5011300" y="945613"/>
                  </a:lnTo>
                  <a:lnTo>
                    <a:pt x="5011425" y="945613"/>
                  </a:lnTo>
                  <a:lnTo>
                    <a:pt x="5011550" y="945613"/>
                  </a:lnTo>
                  <a:lnTo>
                    <a:pt x="5011675" y="945613"/>
                  </a:lnTo>
                  <a:lnTo>
                    <a:pt x="5011800" y="945613"/>
                  </a:lnTo>
                  <a:lnTo>
                    <a:pt x="5011925" y="945613"/>
                  </a:lnTo>
                  <a:lnTo>
                    <a:pt x="5012050" y="945613"/>
                  </a:lnTo>
                  <a:lnTo>
                    <a:pt x="5012175" y="945613"/>
                  </a:lnTo>
                  <a:lnTo>
                    <a:pt x="5012300" y="945613"/>
                  </a:lnTo>
                  <a:lnTo>
                    <a:pt x="5012425" y="945613"/>
                  </a:lnTo>
                  <a:lnTo>
                    <a:pt x="5012550" y="945613"/>
                  </a:lnTo>
                  <a:lnTo>
                    <a:pt x="5012675" y="945613"/>
                  </a:lnTo>
                  <a:lnTo>
                    <a:pt x="5012800" y="945613"/>
                  </a:lnTo>
                  <a:lnTo>
                    <a:pt x="5012925" y="945613"/>
                  </a:lnTo>
                  <a:lnTo>
                    <a:pt x="5013050" y="945613"/>
                  </a:lnTo>
                  <a:lnTo>
                    <a:pt x="5013175" y="945613"/>
                  </a:lnTo>
                  <a:lnTo>
                    <a:pt x="5013300" y="945613"/>
                  </a:lnTo>
                  <a:lnTo>
                    <a:pt x="5013425" y="945613"/>
                  </a:lnTo>
                  <a:lnTo>
                    <a:pt x="5013551" y="945613"/>
                  </a:lnTo>
                  <a:lnTo>
                    <a:pt x="5013676" y="945613"/>
                  </a:lnTo>
                  <a:lnTo>
                    <a:pt x="5013801" y="945613"/>
                  </a:lnTo>
                  <a:lnTo>
                    <a:pt x="5013926" y="945613"/>
                  </a:lnTo>
                  <a:lnTo>
                    <a:pt x="5014051" y="945613"/>
                  </a:lnTo>
                  <a:lnTo>
                    <a:pt x="5014176" y="945613"/>
                  </a:lnTo>
                  <a:lnTo>
                    <a:pt x="5014301" y="945613"/>
                  </a:lnTo>
                  <a:lnTo>
                    <a:pt x="5014426" y="945613"/>
                  </a:lnTo>
                  <a:lnTo>
                    <a:pt x="5014551" y="945613"/>
                  </a:lnTo>
                  <a:lnTo>
                    <a:pt x="5014676" y="945613"/>
                  </a:lnTo>
                  <a:lnTo>
                    <a:pt x="5014676" y="935659"/>
                  </a:lnTo>
                  <a:lnTo>
                    <a:pt x="5014801" y="935659"/>
                  </a:lnTo>
                  <a:lnTo>
                    <a:pt x="5014926" y="935659"/>
                  </a:lnTo>
                  <a:lnTo>
                    <a:pt x="5015051" y="935659"/>
                  </a:lnTo>
                  <a:lnTo>
                    <a:pt x="5015176" y="935659"/>
                  </a:lnTo>
                  <a:lnTo>
                    <a:pt x="5015301" y="935659"/>
                  </a:lnTo>
                  <a:lnTo>
                    <a:pt x="5015426" y="935659"/>
                  </a:lnTo>
                  <a:lnTo>
                    <a:pt x="5015551" y="935659"/>
                  </a:lnTo>
                  <a:lnTo>
                    <a:pt x="5015676" y="935659"/>
                  </a:lnTo>
                  <a:lnTo>
                    <a:pt x="5015801" y="935659"/>
                  </a:lnTo>
                  <a:lnTo>
                    <a:pt x="5015926" y="935659"/>
                  </a:lnTo>
                  <a:lnTo>
                    <a:pt x="5016051" y="935659"/>
                  </a:lnTo>
                  <a:lnTo>
                    <a:pt x="5016176" y="935659"/>
                  </a:lnTo>
                  <a:lnTo>
                    <a:pt x="5016301" y="935659"/>
                  </a:lnTo>
                  <a:lnTo>
                    <a:pt x="5016426" y="935659"/>
                  </a:lnTo>
                  <a:lnTo>
                    <a:pt x="5016552" y="935659"/>
                  </a:lnTo>
                  <a:lnTo>
                    <a:pt x="5016677" y="935659"/>
                  </a:lnTo>
                  <a:lnTo>
                    <a:pt x="5016802" y="935659"/>
                  </a:lnTo>
                  <a:lnTo>
                    <a:pt x="5016927" y="935659"/>
                  </a:lnTo>
                  <a:lnTo>
                    <a:pt x="5017052" y="935659"/>
                  </a:lnTo>
                  <a:lnTo>
                    <a:pt x="5017177" y="935659"/>
                  </a:lnTo>
                  <a:lnTo>
                    <a:pt x="5017302" y="935659"/>
                  </a:lnTo>
                  <a:lnTo>
                    <a:pt x="5017427" y="935659"/>
                  </a:lnTo>
                  <a:lnTo>
                    <a:pt x="5017552" y="935659"/>
                  </a:lnTo>
                  <a:lnTo>
                    <a:pt x="5017677" y="935659"/>
                  </a:lnTo>
                  <a:lnTo>
                    <a:pt x="5017802" y="935659"/>
                  </a:lnTo>
                  <a:lnTo>
                    <a:pt x="5017927" y="935659"/>
                  </a:lnTo>
                  <a:lnTo>
                    <a:pt x="5018052" y="935659"/>
                  </a:lnTo>
                  <a:lnTo>
                    <a:pt x="5018177" y="935659"/>
                  </a:lnTo>
                  <a:lnTo>
                    <a:pt x="5018302" y="935659"/>
                  </a:lnTo>
                  <a:lnTo>
                    <a:pt x="5018427" y="935659"/>
                  </a:lnTo>
                  <a:lnTo>
                    <a:pt x="5018552" y="935659"/>
                  </a:lnTo>
                  <a:lnTo>
                    <a:pt x="5018677" y="935659"/>
                  </a:lnTo>
                  <a:lnTo>
                    <a:pt x="5018802" y="935659"/>
                  </a:lnTo>
                  <a:lnTo>
                    <a:pt x="5018927" y="935659"/>
                  </a:lnTo>
                  <a:lnTo>
                    <a:pt x="5019052" y="935659"/>
                  </a:lnTo>
                  <a:lnTo>
                    <a:pt x="5019177" y="935659"/>
                  </a:lnTo>
                  <a:lnTo>
                    <a:pt x="5019302" y="935659"/>
                  </a:lnTo>
                  <a:lnTo>
                    <a:pt x="5019427" y="935659"/>
                  </a:lnTo>
                  <a:lnTo>
                    <a:pt x="5019553" y="935659"/>
                  </a:lnTo>
                  <a:lnTo>
                    <a:pt x="5019678" y="935659"/>
                  </a:lnTo>
                  <a:lnTo>
                    <a:pt x="5019803" y="935659"/>
                  </a:lnTo>
                  <a:lnTo>
                    <a:pt x="5019928" y="935659"/>
                  </a:lnTo>
                  <a:lnTo>
                    <a:pt x="5020053" y="935659"/>
                  </a:lnTo>
                  <a:lnTo>
                    <a:pt x="5020178" y="935659"/>
                  </a:lnTo>
                  <a:lnTo>
                    <a:pt x="5020303" y="935659"/>
                  </a:lnTo>
                  <a:lnTo>
                    <a:pt x="5020428" y="935659"/>
                  </a:lnTo>
                  <a:lnTo>
                    <a:pt x="5020553" y="935659"/>
                  </a:lnTo>
                  <a:lnTo>
                    <a:pt x="5020678" y="935659"/>
                  </a:lnTo>
                  <a:lnTo>
                    <a:pt x="5020803" y="935659"/>
                  </a:lnTo>
                  <a:lnTo>
                    <a:pt x="5020928" y="935659"/>
                  </a:lnTo>
                  <a:lnTo>
                    <a:pt x="5021053" y="935659"/>
                  </a:lnTo>
                  <a:lnTo>
                    <a:pt x="5021178" y="935659"/>
                  </a:lnTo>
                  <a:lnTo>
                    <a:pt x="5021303" y="935659"/>
                  </a:lnTo>
                  <a:lnTo>
                    <a:pt x="5021428" y="935659"/>
                  </a:lnTo>
                  <a:lnTo>
                    <a:pt x="5021553" y="935659"/>
                  </a:lnTo>
                  <a:lnTo>
                    <a:pt x="5021678" y="935659"/>
                  </a:lnTo>
                  <a:lnTo>
                    <a:pt x="5021803" y="935659"/>
                  </a:lnTo>
                  <a:lnTo>
                    <a:pt x="5021928" y="935659"/>
                  </a:lnTo>
                  <a:lnTo>
                    <a:pt x="5022053" y="935659"/>
                  </a:lnTo>
                  <a:lnTo>
                    <a:pt x="5022178" y="935659"/>
                  </a:lnTo>
                  <a:lnTo>
                    <a:pt x="5022303" y="935659"/>
                  </a:lnTo>
                  <a:lnTo>
                    <a:pt x="5022428" y="935659"/>
                  </a:lnTo>
                  <a:lnTo>
                    <a:pt x="5022554" y="935659"/>
                  </a:lnTo>
                  <a:lnTo>
                    <a:pt x="5022679" y="935659"/>
                  </a:lnTo>
                  <a:lnTo>
                    <a:pt x="5022804" y="935659"/>
                  </a:lnTo>
                  <a:lnTo>
                    <a:pt x="5022929" y="935659"/>
                  </a:lnTo>
                  <a:lnTo>
                    <a:pt x="5023054" y="935659"/>
                  </a:lnTo>
                  <a:lnTo>
                    <a:pt x="5023179" y="935659"/>
                  </a:lnTo>
                  <a:lnTo>
                    <a:pt x="5023304" y="935659"/>
                  </a:lnTo>
                  <a:lnTo>
                    <a:pt x="5023429" y="935659"/>
                  </a:lnTo>
                  <a:lnTo>
                    <a:pt x="5023554" y="935659"/>
                  </a:lnTo>
                  <a:lnTo>
                    <a:pt x="5023679" y="935659"/>
                  </a:lnTo>
                  <a:lnTo>
                    <a:pt x="5023804" y="935659"/>
                  </a:lnTo>
                  <a:lnTo>
                    <a:pt x="5023929" y="935659"/>
                  </a:lnTo>
                  <a:lnTo>
                    <a:pt x="5024054" y="935659"/>
                  </a:lnTo>
                  <a:lnTo>
                    <a:pt x="5024179" y="935659"/>
                  </a:lnTo>
                  <a:lnTo>
                    <a:pt x="5024304" y="935659"/>
                  </a:lnTo>
                  <a:lnTo>
                    <a:pt x="5024429" y="935659"/>
                  </a:lnTo>
                  <a:lnTo>
                    <a:pt x="5024554" y="935659"/>
                  </a:lnTo>
                  <a:lnTo>
                    <a:pt x="5024679" y="935659"/>
                  </a:lnTo>
                  <a:lnTo>
                    <a:pt x="5024804" y="935659"/>
                  </a:lnTo>
                  <a:lnTo>
                    <a:pt x="5024929" y="935659"/>
                  </a:lnTo>
                  <a:lnTo>
                    <a:pt x="5025054" y="935659"/>
                  </a:lnTo>
                  <a:lnTo>
                    <a:pt x="5025179" y="935659"/>
                  </a:lnTo>
                  <a:lnTo>
                    <a:pt x="5025304" y="935659"/>
                  </a:lnTo>
                  <a:lnTo>
                    <a:pt x="5025429" y="935659"/>
                  </a:lnTo>
                  <a:lnTo>
                    <a:pt x="5025555" y="935659"/>
                  </a:lnTo>
                  <a:lnTo>
                    <a:pt x="5025680" y="935659"/>
                  </a:lnTo>
                  <a:lnTo>
                    <a:pt x="5025805" y="935659"/>
                  </a:lnTo>
                  <a:lnTo>
                    <a:pt x="5025930" y="935659"/>
                  </a:lnTo>
                  <a:lnTo>
                    <a:pt x="5026055" y="935659"/>
                  </a:lnTo>
                  <a:lnTo>
                    <a:pt x="5026180" y="935659"/>
                  </a:lnTo>
                  <a:lnTo>
                    <a:pt x="5026305" y="935659"/>
                  </a:lnTo>
                  <a:lnTo>
                    <a:pt x="5026430" y="935659"/>
                  </a:lnTo>
                  <a:lnTo>
                    <a:pt x="5026430" y="925705"/>
                  </a:lnTo>
                  <a:lnTo>
                    <a:pt x="5026555" y="925705"/>
                  </a:lnTo>
                  <a:lnTo>
                    <a:pt x="5026680" y="925705"/>
                  </a:lnTo>
                  <a:lnTo>
                    <a:pt x="5026805" y="925705"/>
                  </a:lnTo>
                  <a:lnTo>
                    <a:pt x="5026930" y="925705"/>
                  </a:lnTo>
                  <a:lnTo>
                    <a:pt x="5027055" y="925705"/>
                  </a:lnTo>
                  <a:lnTo>
                    <a:pt x="5027180" y="925705"/>
                  </a:lnTo>
                  <a:lnTo>
                    <a:pt x="5027305" y="925705"/>
                  </a:lnTo>
                  <a:lnTo>
                    <a:pt x="5027430" y="925705"/>
                  </a:lnTo>
                  <a:lnTo>
                    <a:pt x="5027555" y="925705"/>
                  </a:lnTo>
                  <a:lnTo>
                    <a:pt x="5027680" y="925705"/>
                  </a:lnTo>
                  <a:lnTo>
                    <a:pt x="5027805" y="925705"/>
                  </a:lnTo>
                  <a:lnTo>
                    <a:pt x="5027930" y="925705"/>
                  </a:lnTo>
                  <a:lnTo>
                    <a:pt x="5028055" y="925705"/>
                  </a:lnTo>
                  <a:lnTo>
                    <a:pt x="5028180" y="925705"/>
                  </a:lnTo>
                  <a:lnTo>
                    <a:pt x="5028305" y="925705"/>
                  </a:lnTo>
                  <a:lnTo>
                    <a:pt x="5028430" y="925705"/>
                  </a:lnTo>
                  <a:lnTo>
                    <a:pt x="5028556" y="925705"/>
                  </a:lnTo>
                  <a:lnTo>
                    <a:pt x="5028681" y="925705"/>
                  </a:lnTo>
                  <a:lnTo>
                    <a:pt x="5028806" y="925705"/>
                  </a:lnTo>
                  <a:lnTo>
                    <a:pt x="5028931" y="925705"/>
                  </a:lnTo>
                  <a:lnTo>
                    <a:pt x="5029056" y="925705"/>
                  </a:lnTo>
                  <a:lnTo>
                    <a:pt x="5029181" y="925705"/>
                  </a:lnTo>
                  <a:lnTo>
                    <a:pt x="5029306" y="925705"/>
                  </a:lnTo>
                  <a:lnTo>
                    <a:pt x="5029431" y="925705"/>
                  </a:lnTo>
                  <a:lnTo>
                    <a:pt x="5029556" y="925705"/>
                  </a:lnTo>
                  <a:lnTo>
                    <a:pt x="5029681" y="925705"/>
                  </a:lnTo>
                  <a:lnTo>
                    <a:pt x="5029806" y="925705"/>
                  </a:lnTo>
                  <a:lnTo>
                    <a:pt x="5029931" y="925705"/>
                  </a:lnTo>
                  <a:lnTo>
                    <a:pt x="5030056" y="925705"/>
                  </a:lnTo>
                  <a:lnTo>
                    <a:pt x="5030181" y="925705"/>
                  </a:lnTo>
                  <a:lnTo>
                    <a:pt x="5030306" y="925705"/>
                  </a:lnTo>
                  <a:lnTo>
                    <a:pt x="5030431" y="925705"/>
                  </a:lnTo>
                  <a:lnTo>
                    <a:pt x="5030556" y="925705"/>
                  </a:lnTo>
                  <a:lnTo>
                    <a:pt x="5030681" y="925705"/>
                  </a:lnTo>
                  <a:lnTo>
                    <a:pt x="5030806" y="925705"/>
                  </a:lnTo>
                  <a:lnTo>
                    <a:pt x="5030931" y="925705"/>
                  </a:lnTo>
                  <a:lnTo>
                    <a:pt x="5031056" y="925705"/>
                  </a:lnTo>
                  <a:lnTo>
                    <a:pt x="5031181" y="925705"/>
                  </a:lnTo>
                  <a:lnTo>
                    <a:pt x="5031306" y="925705"/>
                  </a:lnTo>
                  <a:lnTo>
                    <a:pt x="5031431" y="925705"/>
                  </a:lnTo>
                  <a:lnTo>
                    <a:pt x="5031557" y="925705"/>
                  </a:lnTo>
                  <a:lnTo>
                    <a:pt x="5031682" y="925705"/>
                  </a:lnTo>
                  <a:lnTo>
                    <a:pt x="5031807" y="925705"/>
                  </a:lnTo>
                  <a:lnTo>
                    <a:pt x="5031932" y="925705"/>
                  </a:lnTo>
                  <a:lnTo>
                    <a:pt x="5032057" y="925705"/>
                  </a:lnTo>
                  <a:lnTo>
                    <a:pt x="5032182" y="925705"/>
                  </a:lnTo>
                  <a:lnTo>
                    <a:pt x="5032307" y="925705"/>
                  </a:lnTo>
                  <a:lnTo>
                    <a:pt x="5032432" y="925705"/>
                  </a:lnTo>
                  <a:lnTo>
                    <a:pt x="5032557" y="925705"/>
                  </a:lnTo>
                  <a:lnTo>
                    <a:pt x="5032682" y="925705"/>
                  </a:lnTo>
                  <a:lnTo>
                    <a:pt x="5032807" y="925705"/>
                  </a:lnTo>
                  <a:lnTo>
                    <a:pt x="5032932" y="925705"/>
                  </a:lnTo>
                  <a:lnTo>
                    <a:pt x="5033057" y="925705"/>
                  </a:lnTo>
                  <a:lnTo>
                    <a:pt x="5033182" y="925705"/>
                  </a:lnTo>
                  <a:lnTo>
                    <a:pt x="5033307" y="925705"/>
                  </a:lnTo>
                  <a:lnTo>
                    <a:pt x="5033432" y="925705"/>
                  </a:lnTo>
                  <a:lnTo>
                    <a:pt x="5033557" y="925705"/>
                  </a:lnTo>
                  <a:lnTo>
                    <a:pt x="5033682" y="925705"/>
                  </a:lnTo>
                  <a:lnTo>
                    <a:pt x="5033807" y="925705"/>
                  </a:lnTo>
                  <a:lnTo>
                    <a:pt x="5033932" y="925705"/>
                  </a:lnTo>
                  <a:lnTo>
                    <a:pt x="5034057" y="925705"/>
                  </a:lnTo>
                  <a:lnTo>
                    <a:pt x="5034182" y="925705"/>
                  </a:lnTo>
                  <a:lnTo>
                    <a:pt x="5034307" y="925705"/>
                  </a:lnTo>
                  <a:lnTo>
                    <a:pt x="5034432" y="925705"/>
                  </a:lnTo>
                  <a:lnTo>
                    <a:pt x="5034558" y="925705"/>
                  </a:lnTo>
                  <a:lnTo>
                    <a:pt x="5034683" y="925705"/>
                  </a:lnTo>
                  <a:lnTo>
                    <a:pt x="5034808" y="925705"/>
                  </a:lnTo>
                  <a:lnTo>
                    <a:pt x="5034933" y="925705"/>
                  </a:lnTo>
                  <a:lnTo>
                    <a:pt x="5035058" y="925705"/>
                  </a:lnTo>
                  <a:lnTo>
                    <a:pt x="5035183" y="925705"/>
                  </a:lnTo>
                  <a:lnTo>
                    <a:pt x="5035308" y="925705"/>
                  </a:lnTo>
                  <a:lnTo>
                    <a:pt x="5035433" y="925705"/>
                  </a:lnTo>
                  <a:lnTo>
                    <a:pt x="5035558" y="925705"/>
                  </a:lnTo>
                  <a:lnTo>
                    <a:pt x="5035683" y="925705"/>
                  </a:lnTo>
                  <a:lnTo>
                    <a:pt x="5035808" y="925705"/>
                  </a:lnTo>
                  <a:lnTo>
                    <a:pt x="5035933" y="925705"/>
                  </a:lnTo>
                  <a:lnTo>
                    <a:pt x="5036058" y="925705"/>
                  </a:lnTo>
                  <a:lnTo>
                    <a:pt x="5036183" y="925705"/>
                  </a:lnTo>
                  <a:lnTo>
                    <a:pt x="5036308" y="925705"/>
                  </a:lnTo>
                  <a:lnTo>
                    <a:pt x="5036433" y="925705"/>
                  </a:lnTo>
                  <a:lnTo>
                    <a:pt x="5036558" y="925705"/>
                  </a:lnTo>
                  <a:lnTo>
                    <a:pt x="5036683" y="925705"/>
                  </a:lnTo>
                  <a:lnTo>
                    <a:pt x="5036808" y="925705"/>
                  </a:lnTo>
                  <a:lnTo>
                    <a:pt x="5036933" y="925705"/>
                  </a:lnTo>
                  <a:lnTo>
                    <a:pt x="5037058" y="925705"/>
                  </a:lnTo>
                  <a:lnTo>
                    <a:pt x="5037183" y="925705"/>
                  </a:lnTo>
                  <a:lnTo>
                    <a:pt x="5037308" y="925705"/>
                  </a:lnTo>
                  <a:lnTo>
                    <a:pt x="5037433" y="925705"/>
                  </a:lnTo>
                  <a:lnTo>
                    <a:pt x="5037559" y="925705"/>
                  </a:lnTo>
                  <a:lnTo>
                    <a:pt x="5037684" y="925705"/>
                  </a:lnTo>
                  <a:lnTo>
                    <a:pt x="5037809" y="925705"/>
                  </a:lnTo>
                  <a:lnTo>
                    <a:pt x="5037934" y="925705"/>
                  </a:lnTo>
                  <a:lnTo>
                    <a:pt x="5038059" y="925705"/>
                  </a:lnTo>
                  <a:lnTo>
                    <a:pt x="5038184" y="925705"/>
                  </a:lnTo>
                  <a:lnTo>
                    <a:pt x="5038309" y="925705"/>
                  </a:lnTo>
                  <a:lnTo>
                    <a:pt x="5038434" y="925705"/>
                  </a:lnTo>
                  <a:lnTo>
                    <a:pt x="5038559" y="925705"/>
                  </a:lnTo>
                  <a:lnTo>
                    <a:pt x="5038684" y="925705"/>
                  </a:lnTo>
                  <a:lnTo>
                    <a:pt x="5038809" y="925705"/>
                  </a:lnTo>
                  <a:lnTo>
                    <a:pt x="5038934" y="925705"/>
                  </a:lnTo>
                  <a:lnTo>
                    <a:pt x="5039059" y="925705"/>
                  </a:lnTo>
                  <a:lnTo>
                    <a:pt x="5039184" y="925705"/>
                  </a:lnTo>
                  <a:lnTo>
                    <a:pt x="5039309" y="925705"/>
                  </a:lnTo>
                  <a:lnTo>
                    <a:pt x="5039434" y="925705"/>
                  </a:lnTo>
                  <a:lnTo>
                    <a:pt x="5039559" y="925705"/>
                  </a:lnTo>
                  <a:lnTo>
                    <a:pt x="5039684" y="925705"/>
                  </a:lnTo>
                  <a:lnTo>
                    <a:pt x="5039809" y="925705"/>
                  </a:lnTo>
                  <a:lnTo>
                    <a:pt x="5039934" y="925705"/>
                  </a:lnTo>
                  <a:lnTo>
                    <a:pt x="5040059" y="925705"/>
                  </a:lnTo>
                  <a:lnTo>
                    <a:pt x="5040184" y="925705"/>
                  </a:lnTo>
                  <a:lnTo>
                    <a:pt x="5040309" y="925705"/>
                  </a:lnTo>
                  <a:lnTo>
                    <a:pt x="5040434" y="925705"/>
                  </a:lnTo>
                  <a:lnTo>
                    <a:pt x="5040560" y="925705"/>
                  </a:lnTo>
                  <a:lnTo>
                    <a:pt x="5040685" y="925705"/>
                  </a:lnTo>
                  <a:lnTo>
                    <a:pt x="5040810" y="925705"/>
                  </a:lnTo>
                  <a:lnTo>
                    <a:pt x="5040935" y="925705"/>
                  </a:lnTo>
                  <a:lnTo>
                    <a:pt x="5041060" y="925705"/>
                  </a:lnTo>
                  <a:lnTo>
                    <a:pt x="5041185" y="925705"/>
                  </a:lnTo>
                  <a:lnTo>
                    <a:pt x="5041310" y="925705"/>
                  </a:lnTo>
                  <a:lnTo>
                    <a:pt x="5041435" y="925705"/>
                  </a:lnTo>
                  <a:lnTo>
                    <a:pt x="5041560" y="925705"/>
                  </a:lnTo>
                  <a:lnTo>
                    <a:pt x="5041685" y="925705"/>
                  </a:lnTo>
                  <a:lnTo>
                    <a:pt x="5041810" y="925705"/>
                  </a:lnTo>
                  <a:lnTo>
                    <a:pt x="5041935" y="925705"/>
                  </a:lnTo>
                  <a:lnTo>
                    <a:pt x="5042060" y="925705"/>
                  </a:lnTo>
                  <a:lnTo>
                    <a:pt x="5042185" y="925705"/>
                  </a:lnTo>
                  <a:lnTo>
                    <a:pt x="5042310" y="925705"/>
                  </a:lnTo>
                  <a:lnTo>
                    <a:pt x="5042435" y="925705"/>
                  </a:lnTo>
                  <a:lnTo>
                    <a:pt x="5042560" y="925705"/>
                  </a:lnTo>
                  <a:lnTo>
                    <a:pt x="5042685" y="925705"/>
                  </a:lnTo>
                  <a:lnTo>
                    <a:pt x="5042810" y="925705"/>
                  </a:lnTo>
                  <a:lnTo>
                    <a:pt x="5042935" y="925705"/>
                  </a:lnTo>
                  <a:lnTo>
                    <a:pt x="5043060" y="925705"/>
                  </a:lnTo>
                  <a:lnTo>
                    <a:pt x="5043185" y="925705"/>
                  </a:lnTo>
                  <a:lnTo>
                    <a:pt x="5043310" y="925705"/>
                  </a:lnTo>
                  <a:lnTo>
                    <a:pt x="5043435" y="925705"/>
                  </a:lnTo>
                  <a:lnTo>
                    <a:pt x="5043561" y="925705"/>
                  </a:lnTo>
                  <a:lnTo>
                    <a:pt x="5043686" y="925705"/>
                  </a:lnTo>
                  <a:lnTo>
                    <a:pt x="5043811" y="925705"/>
                  </a:lnTo>
                  <a:lnTo>
                    <a:pt x="5043936" y="925705"/>
                  </a:lnTo>
                  <a:lnTo>
                    <a:pt x="5044061" y="925705"/>
                  </a:lnTo>
                  <a:lnTo>
                    <a:pt x="5044186" y="925705"/>
                  </a:lnTo>
                  <a:lnTo>
                    <a:pt x="5044311" y="925705"/>
                  </a:lnTo>
                  <a:lnTo>
                    <a:pt x="5044436" y="925705"/>
                  </a:lnTo>
                  <a:lnTo>
                    <a:pt x="5044561" y="925705"/>
                  </a:lnTo>
                  <a:lnTo>
                    <a:pt x="5044686" y="925705"/>
                  </a:lnTo>
                  <a:lnTo>
                    <a:pt x="5044811" y="925705"/>
                  </a:lnTo>
                  <a:lnTo>
                    <a:pt x="5044936" y="925705"/>
                  </a:lnTo>
                  <a:lnTo>
                    <a:pt x="5045061" y="925705"/>
                  </a:lnTo>
                  <a:lnTo>
                    <a:pt x="5045186" y="925705"/>
                  </a:lnTo>
                  <a:lnTo>
                    <a:pt x="5045311" y="925705"/>
                  </a:lnTo>
                  <a:lnTo>
                    <a:pt x="5045436" y="925705"/>
                  </a:lnTo>
                  <a:lnTo>
                    <a:pt x="5045561" y="925705"/>
                  </a:lnTo>
                  <a:lnTo>
                    <a:pt x="5045686" y="925705"/>
                  </a:lnTo>
                  <a:lnTo>
                    <a:pt x="5045811" y="925705"/>
                  </a:lnTo>
                  <a:lnTo>
                    <a:pt x="5045936" y="925705"/>
                  </a:lnTo>
                  <a:lnTo>
                    <a:pt x="5046061" y="925705"/>
                  </a:lnTo>
                  <a:lnTo>
                    <a:pt x="5046186" y="925705"/>
                  </a:lnTo>
                  <a:lnTo>
                    <a:pt x="5046311" y="925705"/>
                  </a:lnTo>
                  <a:lnTo>
                    <a:pt x="5046437" y="925705"/>
                  </a:lnTo>
                  <a:lnTo>
                    <a:pt x="5046562" y="925705"/>
                  </a:lnTo>
                  <a:lnTo>
                    <a:pt x="5046687" y="925705"/>
                  </a:lnTo>
                  <a:lnTo>
                    <a:pt x="5046812" y="925705"/>
                  </a:lnTo>
                  <a:lnTo>
                    <a:pt x="5046937" y="925705"/>
                  </a:lnTo>
                  <a:lnTo>
                    <a:pt x="5047062" y="925705"/>
                  </a:lnTo>
                  <a:lnTo>
                    <a:pt x="5047187" y="925705"/>
                  </a:lnTo>
                  <a:lnTo>
                    <a:pt x="5047312" y="925705"/>
                  </a:lnTo>
                  <a:lnTo>
                    <a:pt x="5047437" y="925705"/>
                  </a:lnTo>
                  <a:lnTo>
                    <a:pt x="5047562" y="925705"/>
                  </a:lnTo>
                  <a:lnTo>
                    <a:pt x="5047687" y="925705"/>
                  </a:lnTo>
                  <a:lnTo>
                    <a:pt x="5047812" y="925705"/>
                  </a:lnTo>
                  <a:lnTo>
                    <a:pt x="5047937" y="925705"/>
                  </a:lnTo>
                  <a:lnTo>
                    <a:pt x="5048062" y="925705"/>
                  </a:lnTo>
                  <a:lnTo>
                    <a:pt x="5048187" y="925705"/>
                  </a:lnTo>
                  <a:lnTo>
                    <a:pt x="5048312" y="925705"/>
                  </a:lnTo>
                  <a:lnTo>
                    <a:pt x="5048437" y="925705"/>
                  </a:lnTo>
                  <a:lnTo>
                    <a:pt x="5048562" y="925705"/>
                  </a:lnTo>
                  <a:lnTo>
                    <a:pt x="5048687" y="925705"/>
                  </a:lnTo>
                  <a:lnTo>
                    <a:pt x="5048687" y="915751"/>
                  </a:lnTo>
                  <a:lnTo>
                    <a:pt x="5048812" y="915751"/>
                  </a:lnTo>
                  <a:lnTo>
                    <a:pt x="5048937" y="915751"/>
                  </a:lnTo>
                  <a:lnTo>
                    <a:pt x="5049062" y="915751"/>
                  </a:lnTo>
                  <a:lnTo>
                    <a:pt x="5049187" y="915751"/>
                  </a:lnTo>
                  <a:lnTo>
                    <a:pt x="5049312" y="915751"/>
                  </a:lnTo>
                  <a:lnTo>
                    <a:pt x="5049438" y="915751"/>
                  </a:lnTo>
                  <a:lnTo>
                    <a:pt x="5049563" y="915751"/>
                  </a:lnTo>
                  <a:lnTo>
                    <a:pt x="5049688" y="915751"/>
                  </a:lnTo>
                  <a:lnTo>
                    <a:pt x="5049813" y="915751"/>
                  </a:lnTo>
                  <a:lnTo>
                    <a:pt x="5049938" y="915751"/>
                  </a:lnTo>
                  <a:lnTo>
                    <a:pt x="5050063" y="915751"/>
                  </a:lnTo>
                  <a:lnTo>
                    <a:pt x="5050188" y="915751"/>
                  </a:lnTo>
                  <a:lnTo>
                    <a:pt x="5050313" y="915751"/>
                  </a:lnTo>
                  <a:lnTo>
                    <a:pt x="5050438" y="915751"/>
                  </a:lnTo>
                  <a:lnTo>
                    <a:pt x="5050563" y="915751"/>
                  </a:lnTo>
                  <a:lnTo>
                    <a:pt x="5050688" y="915751"/>
                  </a:lnTo>
                  <a:lnTo>
                    <a:pt x="5050813" y="915751"/>
                  </a:lnTo>
                  <a:lnTo>
                    <a:pt x="5050938" y="915751"/>
                  </a:lnTo>
                  <a:lnTo>
                    <a:pt x="5051063" y="915751"/>
                  </a:lnTo>
                  <a:lnTo>
                    <a:pt x="5051188" y="915751"/>
                  </a:lnTo>
                  <a:lnTo>
                    <a:pt x="5051313" y="915751"/>
                  </a:lnTo>
                  <a:lnTo>
                    <a:pt x="5051438" y="915751"/>
                  </a:lnTo>
                  <a:lnTo>
                    <a:pt x="5051563" y="915751"/>
                  </a:lnTo>
                  <a:lnTo>
                    <a:pt x="5051688" y="915751"/>
                  </a:lnTo>
                  <a:lnTo>
                    <a:pt x="5051813" y="915751"/>
                  </a:lnTo>
                  <a:lnTo>
                    <a:pt x="5051938" y="915751"/>
                  </a:lnTo>
                  <a:lnTo>
                    <a:pt x="5052063" y="915751"/>
                  </a:lnTo>
                  <a:lnTo>
                    <a:pt x="5052188" y="915751"/>
                  </a:lnTo>
                  <a:lnTo>
                    <a:pt x="5052313" y="915751"/>
                  </a:lnTo>
                  <a:lnTo>
                    <a:pt x="5052439" y="915751"/>
                  </a:lnTo>
                  <a:lnTo>
                    <a:pt x="5052564" y="915751"/>
                  </a:lnTo>
                  <a:lnTo>
                    <a:pt x="5052689" y="915751"/>
                  </a:lnTo>
                  <a:lnTo>
                    <a:pt x="5052814" y="915751"/>
                  </a:lnTo>
                  <a:lnTo>
                    <a:pt x="5052939" y="915751"/>
                  </a:lnTo>
                  <a:lnTo>
                    <a:pt x="5053064" y="915751"/>
                  </a:lnTo>
                  <a:lnTo>
                    <a:pt x="5053189" y="915751"/>
                  </a:lnTo>
                  <a:lnTo>
                    <a:pt x="5053314" y="915751"/>
                  </a:lnTo>
                  <a:lnTo>
                    <a:pt x="5053439" y="915751"/>
                  </a:lnTo>
                  <a:lnTo>
                    <a:pt x="5053564" y="915751"/>
                  </a:lnTo>
                  <a:lnTo>
                    <a:pt x="5053689" y="915751"/>
                  </a:lnTo>
                  <a:lnTo>
                    <a:pt x="5053814" y="915751"/>
                  </a:lnTo>
                  <a:lnTo>
                    <a:pt x="5053939" y="915751"/>
                  </a:lnTo>
                  <a:lnTo>
                    <a:pt x="5054064" y="915751"/>
                  </a:lnTo>
                  <a:lnTo>
                    <a:pt x="5054189" y="915751"/>
                  </a:lnTo>
                  <a:lnTo>
                    <a:pt x="5054314" y="915751"/>
                  </a:lnTo>
                  <a:lnTo>
                    <a:pt x="5054439" y="915751"/>
                  </a:lnTo>
                  <a:lnTo>
                    <a:pt x="5054564" y="915751"/>
                  </a:lnTo>
                  <a:lnTo>
                    <a:pt x="5054689" y="915751"/>
                  </a:lnTo>
                  <a:lnTo>
                    <a:pt x="5054814" y="915751"/>
                  </a:lnTo>
                  <a:lnTo>
                    <a:pt x="5054939" y="915751"/>
                  </a:lnTo>
                  <a:lnTo>
                    <a:pt x="5055064" y="915751"/>
                  </a:lnTo>
                  <a:lnTo>
                    <a:pt x="5055189" y="915751"/>
                  </a:lnTo>
                  <a:lnTo>
                    <a:pt x="5055314" y="915751"/>
                  </a:lnTo>
                  <a:lnTo>
                    <a:pt x="5055440" y="915751"/>
                  </a:lnTo>
                  <a:lnTo>
                    <a:pt x="5055565" y="915751"/>
                  </a:lnTo>
                  <a:lnTo>
                    <a:pt x="5055690" y="915751"/>
                  </a:lnTo>
                  <a:lnTo>
                    <a:pt x="5055815" y="915751"/>
                  </a:lnTo>
                  <a:lnTo>
                    <a:pt x="5055940" y="915751"/>
                  </a:lnTo>
                  <a:lnTo>
                    <a:pt x="5056065" y="915751"/>
                  </a:lnTo>
                  <a:lnTo>
                    <a:pt x="5056190" y="915751"/>
                  </a:lnTo>
                  <a:lnTo>
                    <a:pt x="5056315" y="915751"/>
                  </a:lnTo>
                  <a:lnTo>
                    <a:pt x="5056440" y="915751"/>
                  </a:lnTo>
                  <a:lnTo>
                    <a:pt x="5056565" y="915751"/>
                  </a:lnTo>
                  <a:lnTo>
                    <a:pt x="5056690" y="915751"/>
                  </a:lnTo>
                  <a:lnTo>
                    <a:pt x="5056815" y="915751"/>
                  </a:lnTo>
                  <a:lnTo>
                    <a:pt x="5056815" y="905797"/>
                  </a:lnTo>
                  <a:lnTo>
                    <a:pt x="5056940" y="905797"/>
                  </a:lnTo>
                  <a:lnTo>
                    <a:pt x="5057065" y="905797"/>
                  </a:lnTo>
                  <a:lnTo>
                    <a:pt x="5057190" y="905797"/>
                  </a:lnTo>
                  <a:lnTo>
                    <a:pt x="5057315" y="905797"/>
                  </a:lnTo>
                  <a:lnTo>
                    <a:pt x="5057440" y="905797"/>
                  </a:lnTo>
                  <a:lnTo>
                    <a:pt x="5057565" y="905797"/>
                  </a:lnTo>
                  <a:lnTo>
                    <a:pt x="5057690" y="905797"/>
                  </a:lnTo>
                  <a:lnTo>
                    <a:pt x="5057815" y="905797"/>
                  </a:lnTo>
                  <a:lnTo>
                    <a:pt x="5057940" y="905797"/>
                  </a:lnTo>
                  <a:lnTo>
                    <a:pt x="5058065" y="905797"/>
                  </a:lnTo>
                  <a:lnTo>
                    <a:pt x="5058190" y="905797"/>
                  </a:lnTo>
                  <a:lnTo>
                    <a:pt x="5058315" y="905797"/>
                  </a:lnTo>
                  <a:lnTo>
                    <a:pt x="5058441" y="905797"/>
                  </a:lnTo>
                  <a:lnTo>
                    <a:pt x="5058566" y="905797"/>
                  </a:lnTo>
                  <a:lnTo>
                    <a:pt x="5058691" y="905797"/>
                  </a:lnTo>
                  <a:lnTo>
                    <a:pt x="5058816" y="905797"/>
                  </a:lnTo>
                  <a:lnTo>
                    <a:pt x="5058941" y="905797"/>
                  </a:lnTo>
                  <a:lnTo>
                    <a:pt x="5059066" y="905797"/>
                  </a:lnTo>
                  <a:lnTo>
                    <a:pt x="5059191" y="905797"/>
                  </a:lnTo>
                  <a:lnTo>
                    <a:pt x="5059316" y="905797"/>
                  </a:lnTo>
                  <a:lnTo>
                    <a:pt x="5059441" y="905797"/>
                  </a:lnTo>
                  <a:lnTo>
                    <a:pt x="5059566" y="905797"/>
                  </a:lnTo>
                  <a:lnTo>
                    <a:pt x="5059691" y="905797"/>
                  </a:lnTo>
                  <a:lnTo>
                    <a:pt x="5059816" y="905797"/>
                  </a:lnTo>
                  <a:lnTo>
                    <a:pt x="5059941" y="905797"/>
                  </a:lnTo>
                  <a:lnTo>
                    <a:pt x="5060066" y="905797"/>
                  </a:lnTo>
                  <a:lnTo>
                    <a:pt x="5060191" y="905797"/>
                  </a:lnTo>
                  <a:lnTo>
                    <a:pt x="5060316" y="905797"/>
                  </a:lnTo>
                  <a:lnTo>
                    <a:pt x="5060441" y="905797"/>
                  </a:lnTo>
                  <a:lnTo>
                    <a:pt x="5060566" y="905797"/>
                  </a:lnTo>
                  <a:lnTo>
                    <a:pt x="5060691" y="905797"/>
                  </a:lnTo>
                  <a:lnTo>
                    <a:pt x="5060816" y="905797"/>
                  </a:lnTo>
                  <a:lnTo>
                    <a:pt x="5060941" y="905797"/>
                  </a:lnTo>
                  <a:lnTo>
                    <a:pt x="5061066" y="905797"/>
                  </a:lnTo>
                  <a:lnTo>
                    <a:pt x="5061191" y="905797"/>
                  </a:lnTo>
                  <a:lnTo>
                    <a:pt x="5061316" y="905797"/>
                  </a:lnTo>
                  <a:lnTo>
                    <a:pt x="5061442" y="905797"/>
                  </a:lnTo>
                  <a:lnTo>
                    <a:pt x="5061567" y="905797"/>
                  </a:lnTo>
                  <a:lnTo>
                    <a:pt x="5061692" y="905797"/>
                  </a:lnTo>
                  <a:lnTo>
                    <a:pt x="5061817" y="905797"/>
                  </a:lnTo>
                  <a:lnTo>
                    <a:pt x="5061942" y="905797"/>
                  </a:lnTo>
                  <a:lnTo>
                    <a:pt x="5062067" y="905797"/>
                  </a:lnTo>
                  <a:lnTo>
                    <a:pt x="5062192" y="905797"/>
                  </a:lnTo>
                  <a:lnTo>
                    <a:pt x="5062317" y="905797"/>
                  </a:lnTo>
                  <a:lnTo>
                    <a:pt x="5062442" y="905797"/>
                  </a:lnTo>
                  <a:lnTo>
                    <a:pt x="5062567" y="905797"/>
                  </a:lnTo>
                  <a:lnTo>
                    <a:pt x="5062692" y="905797"/>
                  </a:lnTo>
                  <a:lnTo>
                    <a:pt x="5062817" y="905797"/>
                  </a:lnTo>
                  <a:lnTo>
                    <a:pt x="5062942" y="905797"/>
                  </a:lnTo>
                  <a:lnTo>
                    <a:pt x="5063067" y="905797"/>
                  </a:lnTo>
                  <a:lnTo>
                    <a:pt x="5063192" y="905797"/>
                  </a:lnTo>
                  <a:lnTo>
                    <a:pt x="5063317" y="905797"/>
                  </a:lnTo>
                  <a:lnTo>
                    <a:pt x="5063442" y="905797"/>
                  </a:lnTo>
                  <a:lnTo>
                    <a:pt x="5063567" y="905797"/>
                  </a:lnTo>
                  <a:lnTo>
                    <a:pt x="5063692" y="905797"/>
                  </a:lnTo>
                  <a:lnTo>
                    <a:pt x="5063817" y="905797"/>
                  </a:lnTo>
                  <a:lnTo>
                    <a:pt x="5063942" y="905797"/>
                  </a:lnTo>
                  <a:lnTo>
                    <a:pt x="5064067" y="905797"/>
                  </a:lnTo>
                  <a:lnTo>
                    <a:pt x="5064192" y="905797"/>
                  </a:lnTo>
                  <a:lnTo>
                    <a:pt x="5064317" y="905797"/>
                  </a:lnTo>
                  <a:lnTo>
                    <a:pt x="5064443" y="905797"/>
                  </a:lnTo>
                  <a:lnTo>
                    <a:pt x="5064568" y="905797"/>
                  </a:lnTo>
                  <a:lnTo>
                    <a:pt x="5064693" y="905797"/>
                  </a:lnTo>
                  <a:lnTo>
                    <a:pt x="5064818" y="905797"/>
                  </a:lnTo>
                  <a:lnTo>
                    <a:pt x="5064943" y="905797"/>
                  </a:lnTo>
                  <a:lnTo>
                    <a:pt x="5065068" y="905797"/>
                  </a:lnTo>
                  <a:lnTo>
                    <a:pt x="5065193" y="905797"/>
                  </a:lnTo>
                  <a:lnTo>
                    <a:pt x="5065318" y="905797"/>
                  </a:lnTo>
                  <a:lnTo>
                    <a:pt x="5065443" y="905797"/>
                  </a:lnTo>
                  <a:lnTo>
                    <a:pt x="5065568" y="905797"/>
                  </a:lnTo>
                  <a:lnTo>
                    <a:pt x="5065693" y="905797"/>
                  </a:lnTo>
                  <a:lnTo>
                    <a:pt x="5065818" y="905797"/>
                  </a:lnTo>
                  <a:lnTo>
                    <a:pt x="5065943" y="905797"/>
                  </a:lnTo>
                  <a:lnTo>
                    <a:pt x="5066068" y="905797"/>
                  </a:lnTo>
                  <a:lnTo>
                    <a:pt x="5066193" y="905797"/>
                  </a:lnTo>
                  <a:lnTo>
                    <a:pt x="5066318" y="905797"/>
                  </a:lnTo>
                  <a:lnTo>
                    <a:pt x="5066443" y="905797"/>
                  </a:lnTo>
                  <a:lnTo>
                    <a:pt x="5066568" y="905797"/>
                  </a:lnTo>
                  <a:lnTo>
                    <a:pt x="5066693" y="905797"/>
                  </a:lnTo>
                  <a:lnTo>
                    <a:pt x="5066818" y="905797"/>
                  </a:lnTo>
                  <a:lnTo>
                    <a:pt x="5066943" y="905797"/>
                  </a:lnTo>
                  <a:lnTo>
                    <a:pt x="5067068" y="905797"/>
                  </a:lnTo>
                  <a:lnTo>
                    <a:pt x="5067193" y="905797"/>
                  </a:lnTo>
                  <a:lnTo>
                    <a:pt x="5067318" y="905797"/>
                  </a:lnTo>
                  <a:lnTo>
                    <a:pt x="5067444" y="905797"/>
                  </a:lnTo>
                  <a:lnTo>
                    <a:pt x="5067569" y="905797"/>
                  </a:lnTo>
                  <a:lnTo>
                    <a:pt x="5067694" y="905797"/>
                  </a:lnTo>
                  <a:lnTo>
                    <a:pt x="5067819" y="905797"/>
                  </a:lnTo>
                  <a:lnTo>
                    <a:pt x="5067944" y="905797"/>
                  </a:lnTo>
                  <a:lnTo>
                    <a:pt x="5068069" y="905797"/>
                  </a:lnTo>
                  <a:lnTo>
                    <a:pt x="5068194" y="905797"/>
                  </a:lnTo>
                  <a:lnTo>
                    <a:pt x="5068319" y="905797"/>
                  </a:lnTo>
                  <a:lnTo>
                    <a:pt x="5068444" y="905797"/>
                  </a:lnTo>
                  <a:lnTo>
                    <a:pt x="5068569" y="905797"/>
                  </a:lnTo>
                  <a:lnTo>
                    <a:pt x="5068694" y="905797"/>
                  </a:lnTo>
                  <a:lnTo>
                    <a:pt x="5068819" y="905797"/>
                  </a:lnTo>
                  <a:lnTo>
                    <a:pt x="5068944" y="905797"/>
                  </a:lnTo>
                  <a:lnTo>
                    <a:pt x="5069069" y="905797"/>
                  </a:lnTo>
                  <a:lnTo>
                    <a:pt x="5069194" y="905797"/>
                  </a:lnTo>
                  <a:lnTo>
                    <a:pt x="5069319" y="905797"/>
                  </a:lnTo>
                  <a:lnTo>
                    <a:pt x="5069444" y="905797"/>
                  </a:lnTo>
                  <a:lnTo>
                    <a:pt x="5069569" y="905797"/>
                  </a:lnTo>
                  <a:lnTo>
                    <a:pt x="5069694" y="905797"/>
                  </a:lnTo>
                  <a:lnTo>
                    <a:pt x="5069819" y="905797"/>
                  </a:lnTo>
                  <a:lnTo>
                    <a:pt x="5069944" y="905797"/>
                  </a:lnTo>
                  <a:lnTo>
                    <a:pt x="5070069" y="905797"/>
                  </a:lnTo>
                  <a:lnTo>
                    <a:pt x="5070194" y="905797"/>
                  </a:lnTo>
                  <a:lnTo>
                    <a:pt x="5070319" y="905797"/>
                  </a:lnTo>
                  <a:lnTo>
                    <a:pt x="5070445" y="905797"/>
                  </a:lnTo>
                  <a:lnTo>
                    <a:pt x="5070570" y="905797"/>
                  </a:lnTo>
                  <a:lnTo>
                    <a:pt x="5070695" y="905797"/>
                  </a:lnTo>
                  <a:lnTo>
                    <a:pt x="5070820" y="905797"/>
                  </a:lnTo>
                  <a:lnTo>
                    <a:pt x="5070945" y="905797"/>
                  </a:lnTo>
                  <a:lnTo>
                    <a:pt x="5071070" y="905797"/>
                  </a:lnTo>
                  <a:lnTo>
                    <a:pt x="5071195" y="905797"/>
                  </a:lnTo>
                  <a:lnTo>
                    <a:pt x="5071320" y="905797"/>
                  </a:lnTo>
                  <a:lnTo>
                    <a:pt x="5071445" y="905797"/>
                  </a:lnTo>
                  <a:lnTo>
                    <a:pt x="5071570" y="905797"/>
                  </a:lnTo>
                  <a:lnTo>
                    <a:pt x="5071695" y="905797"/>
                  </a:lnTo>
                  <a:lnTo>
                    <a:pt x="5071820" y="905797"/>
                  </a:lnTo>
                  <a:lnTo>
                    <a:pt x="5071945" y="905797"/>
                  </a:lnTo>
                  <a:lnTo>
                    <a:pt x="5072070" y="905797"/>
                  </a:lnTo>
                  <a:lnTo>
                    <a:pt x="5072195" y="905797"/>
                  </a:lnTo>
                  <a:lnTo>
                    <a:pt x="5072320" y="905797"/>
                  </a:lnTo>
                  <a:lnTo>
                    <a:pt x="5072445" y="905797"/>
                  </a:lnTo>
                  <a:lnTo>
                    <a:pt x="5072570" y="905797"/>
                  </a:lnTo>
                  <a:lnTo>
                    <a:pt x="5072695" y="905797"/>
                  </a:lnTo>
                  <a:lnTo>
                    <a:pt x="5072820" y="905797"/>
                  </a:lnTo>
                  <a:lnTo>
                    <a:pt x="5072945" y="905797"/>
                  </a:lnTo>
                  <a:lnTo>
                    <a:pt x="5073070" y="905797"/>
                  </a:lnTo>
                  <a:lnTo>
                    <a:pt x="5073195" y="905797"/>
                  </a:lnTo>
                  <a:lnTo>
                    <a:pt x="5073320" y="905797"/>
                  </a:lnTo>
                  <a:lnTo>
                    <a:pt x="5073320" y="895844"/>
                  </a:lnTo>
                  <a:lnTo>
                    <a:pt x="5073446" y="895844"/>
                  </a:lnTo>
                  <a:lnTo>
                    <a:pt x="5073571" y="895844"/>
                  </a:lnTo>
                  <a:lnTo>
                    <a:pt x="5073696" y="895844"/>
                  </a:lnTo>
                  <a:lnTo>
                    <a:pt x="5073821" y="895844"/>
                  </a:lnTo>
                  <a:lnTo>
                    <a:pt x="5073946" y="895844"/>
                  </a:lnTo>
                  <a:lnTo>
                    <a:pt x="5074071" y="895844"/>
                  </a:lnTo>
                  <a:lnTo>
                    <a:pt x="5074196" y="895844"/>
                  </a:lnTo>
                  <a:lnTo>
                    <a:pt x="5074321" y="895844"/>
                  </a:lnTo>
                  <a:lnTo>
                    <a:pt x="5074446" y="895844"/>
                  </a:lnTo>
                  <a:lnTo>
                    <a:pt x="5074571" y="895844"/>
                  </a:lnTo>
                  <a:lnTo>
                    <a:pt x="5074696" y="895844"/>
                  </a:lnTo>
                  <a:lnTo>
                    <a:pt x="5074821" y="895844"/>
                  </a:lnTo>
                  <a:lnTo>
                    <a:pt x="5074946" y="895844"/>
                  </a:lnTo>
                  <a:lnTo>
                    <a:pt x="5075071" y="895844"/>
                  </a:lnTo>
                  <a:lnTo>
                    <a:pt x="5075196" y="895844"/>
                  </a:lnTo>
                  <a:lnTo>
                    <a:pt x="5075321" y="895844"/>
                  </a:lnTo>
                  <a:lnTo>
                    <a:pt x="5075446" y="895844"/>
                  </a:lnTo>
                  <a:lnTo>
                    <a:pt x="5075571" y="895844"/>
                  </a:lnTo>
                  <a:lnTo>
                    <a:pt x="5075696" y="895844"/>
                  </a:lnTo>
                  <a:lnTo>
                    <a:pt x="5075821" y="895844"/>
                  </a:lnTo>
                  <a:lnTo>
                    <a:pt x="5075946" y="895844"/>
                  </a:lnTo>
                  <a:lnTo>
                    <a:pt x="5076071" y="895844"/>
                  </a:lnTo>
                  <a:lnTo>
                    <a:pt x="5076196" y="895844"/>
                  </a:lnTo>
                  <a:lnTo>
                    <a:pt x="5076321" y="895844"/>
                  </a:lnTo>
                  <a:lnTo>
                    <a:pt x="5076447" y="895844"/>
                  </a:lnTo>
                  <a:lnTo>
                    <a:pt x="5076572" y="895844"/>
                  </a:lnTo>
                  <a:lnTo>
                    <a:pt x="5076697" y="895844"/>
                  </a:lnTo>
                  <a:lnTo>
                    <a:pt x="5076822" y="895844"/>
                  </a:lnTo>
                  <a:lnTo>
                    <a:pt x="5076947" y="895844"/>
                  </a:lnTo>
                  <a:lnTo>
                    <a:pt x="5077072" y="895844"/>
                  </a:lnTo>
                  <a:lnTo>
                    <a:pt x="5077197" y="895844"/>
                  </a:lnTo>
                  <a:lnTo>
                    <a:pt x="5077322" y="895844"/>
                  </a:lnTo>
                  <a:lnTo>
                    <a:pt x="5077447" y="895844"/>
                  </a:lnTo>
                  <a:lnTo>
                    <a:pt x="5077572" y="895844"/>
                  </a:lnTo>
                  <a:lnTo>
                    <a:pt x="5077697" y="895844"/>
                  </a:lnTo>
                  <a:lnTo>
                    <a:pt x="5077822" y="895844"/>
                  </a:lnTo>
                  <a:lnTo>
                    <a:pt x="5077947" y="895844"/>
                  </a:lnTo>
                  <a:lnTo>
                    <a:pt x="5078072" y="895844"/>
                  </a:lnTo>
                  <a:lnTo>
                    <a:pt x="5078197" y="895844"/>
                  </a:lnTo>
                  <a:lnTo>
                    <a:pt x="5078322" y="895844"/>
                  </a:lnTo>
                  <a:lnTo>
                    <a:pt x="5078447" y="895844"/>
                  </a:lnTo>
                  <a:lnTo>
                    <a:pt x="5078572" y="895844"/>
                  </a:lnTo>
                  <a:lnTo>
                    <a:pt x="5078697" y="895844"/>
                  </a:lnTo>
                  <a:lnTo>
                    <a:pt x="5078822" y="895844"/>
                  </a:lnTo>
                  <a:lnTo>
                    <a:pt x="5078947" y="895844"/>
                  </a:lnTo>
                  <a:lnTo>
                    <a:pt x="5079072" y="895844"/>
                  </a:lnTo>
                  <a:lnTo>
                    <a:pt x="5079197" y="895844"/>
                  </a:lnTo>
                  <a:lnTo>
                    <a:pt x="5079322" y="895844"/>
                  </a:lnTo>
                  <a:lnTo>
                    <a:pt x="5079448" y="895844"/>
                  </a:lnTo>
                  <a:lnTo>
                    <a:pt x="5079573" y="895844"/>
                  </a:lnTo>
                  <a:lnTo>
                    <a:pt x="5079698" y="895844"/>
                  </a:lnTo>
                  <a:lnTo>
                    <a:pt x="5079823" y="895844"/>
                  </a:lnTo>
                  <a:lnTo>
                    <a:pt x="5079948" y="895844"/>
                  </a:lnTo>
                  <a:lnTo>
                    <a:pt x="5080073" y="895844"/>
                  </a:lnTo>
                  <a:lnTo>
                    <a:pt x="5080198" y="895844"/>
                  </a:lnTo>
                  <a:lnTo>
                    <a:pt x="5080323" y="895844"/>
                  </a:lnTo>
                  <a:lnTo>
                    <a:pt x="5080448" y="895844"/>
                  </a:lnTo>
                  <a:lnTo>
                    <a:pt x="5080573" y="895844"/>
                  </a:lnTo>
                  <a:lnTo>
                    <a:pt x="5080698" y="895844"/>
                  </a:lnTo>
                  <a:lnTo>
                    <a:pt x="5080823" y="895844"/>
                  </a:lnTo>
                  <a:lnTo>
                    <a:pt x="5080948" y="895844"/>
                  </a:lnTo>
                  <a:lnTo>
                    <a:pt x="5080948" y="885890"/>
                  </a:lnTo>
                  <a:lnTo>
                    <a:pt x="5081073" y="885890"/>
                  </a:lnTo>
                  <a:lnTo>
                    <a:pt x="5081198" y="885890"/>
                  </a:lnTo>
                  <a:lnTo>
                    <a:pt x="5081323" y="885890"/>
                  </a:lnTo>
                  <a:lnTo>
                    <a:pt x="5081448" y="885890"/>
                  </a:lnTo>
                  <a:lnTo>
                    <a:pt x="5081573" y="885890"/>
                  </a:lnTo>
                  <a:lnTo>
                    <a:pt x="5081698" y="885890"/>
                  </a:lnTo>
                  <a:lnTo>
                    <a:pt x="5081823" y="885890"/>
                  </a:lnTo>
                  <a:lnTo>
                    <a:pt x="5081948" y="885890"/>
                  </a:lnTo>
                  <a:lnTo>
                    <a:pt x="5082073" y="885890"/>
                  </a:lnTo>
                  <a:lnTo>
                    <a:pt x="5082198" y="885890"/>
                  </a:lnTo>
                  <a:lnTo>
                    <a:pt x="5082323" y="885890"/>
                  </a:lnTo>
                  <a:lnTo>
                    <a:pt x="5082449" y="885890"/>
                  </a:lnTo>
                  <a:lnTo>
                    <a:pt x="5082574" y="885890"/>
                  </a:lnTo>
                  <a:lnTo>
                    <a:pt x="5082699" y="885890"/>
                  </a:lnTo>
                  <a:lnTo>
                    <a:pt x="5082824" y="885890"/>
                  </a:lnTo>
                  <a:lnTo>
                    <a:pt x="5082949" y="885890"/>
                  </a:lnTo>
                  <a:lnTo>
                    <a:pt x="5083074" y="885890"/>
                  </a:lnTo>
                  <a:lnTo>
                    <a:pt x="5083199" y="885890"/>
                  </a:lnTo>
                  <a:lnTo>
                    <a:pt x="5083324" y="885890"/>
                  </a:lnTo>
                  <a:lnTo>
                    <a:pt x="5083449" y="885890"/>
                  </a:lnTo>
                  <a:lnTo>
                    <a:pt x="5083574" y="885890"/>
                  </a:lnTo>
                  <a:lnTo>
                    <a:pt x="5083699" y="885890"/>
                  </a:lnTo>
                  <a:lnTo>
                    <a:pt x="5083824" y="885890"/>
                  </a:lnTo>
                  <a:lnTo>
                    <a:pt x="5083949" y="885890"/>
                  </a:lnTo>
                  <a:lnTo>
                    <a:pt x="5084074" y="885890"/>
                  </a:lnTo>
                  <a:lnTo>
                    <a:pt x="5084199" y="885890"/>
                  </a:lnTo>
                  <a:lnTo>
                    <a:pt x="5084324" y="885890"/>
                  </a:lnTo>
                  <a:lnTo>
                    <a:pt x="5084449" y="885890"/>
                  </a:lnTo>
                  <a:lnTo>
                    <a:pt x="5084574" y="885890"/>
                  </a:lnTo>
                  <a:lnTo>
                    <a:pt x="5084699" y="885890"/>
                  </a:lnTo>
                  <a:lnTo>
                    <a:pt x="5084824" y="885890"/>
                  </a:lnTo>
                  <a:lnTo>
                    <a:pt x="5084949" y="885890"/>
                  </a:lnTo>
                  <a:lnTo>
                    <a:pt x="5085074" y="885890"/>
                  </a:lnTo>
                  <a:lnTo>
                    <a:pt x="5085199" y="885890"/>
                  </a:lnTo>
                  <a:lnTo>
                    <a:pt x="5085325" y="885890"/>
                  </a:lnTo>
                  <a:lnTo>
                    <a:pt x="5085450" y="885890"/>
                  </a:lnTo>
                  <a:lnTo>
                    <a:pt x="5085575" y="885890"/>
                  </a:lnTo>
                  <a:lnTo>
                    <a:pt x="5085700" y="885890"/>
                  </a:lnTo>
                  <a:lnTo>
                    <a:pt x="5085825" y="885890"/>
                  </a:lnTo>
                  <a:lnTo>
                    <a:pt x="5085950" y="885890"/>
                  </a:lnTo>
                  <a:lnTo>
                    <a:pt x="5086075" y="885890"/>
                  </a:lnTo>
                  <a:lnTo>
                    <a:pt x="5086200" y="885890"/>
                  </a:lnTo>
                  <a:lnTo>
                    <a:pt x="5086325" y="885890"/>
                  </a:lnTo>
                  <a:lnTo>
                    <a:pt x="5086450" y="885890"/>
                  </a:lnTo>
                  <a:lnTo>
                    <a:pt x="5086575" y="885890"/>
                  </a:lnTo>
                  <a:lnTo>
                    <a:pt x="5086700" y="885890"/>
                  </a:lnTo>
                  <a:lnTo>
                    <a:pt x="5086825" y="885890"/>
                  </a:lnTo>
                  <a:lnTo>
                    <a:pt x="5086950" y="885890"/>
                  </a:lnTo>
                  <a:lnTo>
                    <a:pt x="5087075" y="885890"/>
                  </a:lnTo>
                  <a:lnTo>
                    <a:pt x="5087200" y="885890"/>
                  </a:lnTo>
                  <a:lnTo>
                    <a:pt x="5087325" y="885890"/>
                  </a:lnTo>
                  <a:lnTo>
                    <a:pt x="5087450" y="885890"/>
                  </a:lnTo>
                  <a:lnTo>
                    <a:pt x="5087575" y="885890"/>
                  </a:lnTo>
                  <a:lnTo>
                    <a:pt x="5087700" y="885890"/>
                  </a:lnTo>
                  <a:lnTo>
                    <a:pt x="5087825" y="885890"/>
                  </a:lnTo>
                  <a:lnTo>
                    <a:pt x="5087950" y="885890"/>
                  </a:lnTo>
                  <a:lnTo>
                    <a:pt x="5088075" y="885890"/>
                  </a:lnTo>
                  <a:lnTo>
                    <a:pt x="5088200" y="885890"/>
                  </a:lnTo>
                  <a:lnTo>
                    <a:pt x="5088326" y="885890"/>
                  </a:lnTo>
                  <a:lnTo>
                    <a:pt x="5088451" y="885890"/>
                  </a:lnTo>
                  <a:lnTo>
                    <a:pt x="5088576" y="885890"/>
                  </a:lnTo>
                  <a:lnTo>
                    <a:pt x="5088701" y="885890"/>
                  </a:lnTo>
                  <a:lnTo>
                    <a:pt x="5088826" y="885890"/>
                  </a:lnTo>
                  <a:lnTo>
                    <a:pt x="5088826" y="875936"/>
                  </a:lnTo>
                  <a:lnTo>
                    <a:pt x="5088951" y="875936"/>
                  </a:lnTo>
                  <a:lnTo>
                    <a:pt x="5089076" y="875936"/>
                  </a:lnTo>
                  <a:lnTo>
                    <a:pt x="5089201" y="875936"/>
                  </a:lnTo>
                  <a:lnTo>
                    <a:pt x="5089326" y="875936"/>
                  </a:lnTo>
                  <a:lnTo>
                    <a:pt x="5089451" y="875936"/>
                  </a:lnTo>
                  <a:lnTo>
                    <a:pt x="5089576" y="875936"/>
                  </a:lnTo>
                  <a:lnTo>
                    <a:pt x="5089701" y="875936"/>
                  </a:lnTo>
                  <a:lnTo>
                    <a:pt x="5089826" y="875936"/>
                  </a:lnTo>
                  <a:lnTo>
                    <a:pt x="5089951" y="875936"/>
                  </a:lnTo>
                  <a:lnTo>
                    <a:pt x="5090076" y="875936"/>
                  </a:lnTo>
                  <a:lnTo>
                    <a:pt x="5090201" y="875936"/>
                  </a:lnTo>
                  <a:lnTo>
                    <a:pt x="5090326" y="875936"/>
                  </a:lnTo>
                  <a:lnTo>
                    <a:pt x="5090451" y="875936"/>
                  </a:lnTo>
                  <a:lnTo>
                    <a:pt x="5090576" y="875936"/>
                  </a:lnTo>
                  <a:lnTo>
                    <a:pt x="5090701" y="875936"/>
                  </a:lnTo>
                  <a:lnTo>
                    <a:pt x="5090826" y="875936"/>
                  </a:lnTo>
                  <a:lnTo>
                    <a:pt x="5090951" y="875936"/>
                  </a:lnTo>
                  <a:lnTo>
                    <a:pt x="5091076" y="875936"/>
                  </a:lnTo>
                  <a:lnTo>
                    <a:pt x="5091201" y="875936"/>
                  </a:lnTo>
                  <a:lnTo>
                    <a:pt x="5091327" y="875936"/>
                  </a:lnTo>
                  <a:lnTo>
                    <a:pt x="5091452" y="875936"/>
                  </a:lnTo>
                  <a:lnTo>
                    <a:pt x="5091577" y="875936"/>
                  </a:lnTo>
                  <a:lnTo>
                    <a:pt x="5091702" y="875936"/>
                  </a:lnTo>
                  <a:lnTo>
                    <a:pt x="5091827" y="875936"/>
                  </a:lnTo>
                  <a:lnTo>
                    <a:pt x="5091952" y="875936"/>
                  </a:lnTo>
                  <a:lnTo>
                    <a:pt x="5092077" y="875936"/>
                  </a:lnTo>
                  <a:lnTo>
                    <a:pt x="5092202" y="875936"/>
                  </a:lnTo>
                  <a:lnTo>
                    <a:pt x="5092327" y="875936"/>
                  </a:lnTo>
                  <a:lnTo>
                    <a:pt x="5092452" y="875936"/>
                  </a:lnTo>
                  <a:lnTo>
                    <a:pt x="5092577" y="875936"/>
                  </a:lnTo>
                  <a:lnTo>
                    <a:pt x="5092702" y="875936"/>
                  </a:lnTo>
                  <a:lnTo>
                    <a:pt x="5092827" y="875936"/>
                  </a:lnTo>
                  <a:lnTo>
                    <a:pt x="5092952" y="875936"/>
                  </a:lnTo>
                  <a:lnTo>
                    <a:pt x="5093077" y="875936"/>
                  </a:lnTo>
                  <a:lnTo>
                    <a:pt x="5093202" y="875936"/>
                  </a:lnTo>
                  <a:lnTo>
                    <a:pt x="5093327" y="875936"/>
                  </a:lnTo>
                  <a:lnTo>
                    <a:pt x="5093452" y="875936"/>
                  </a:lnTo>
                  <a:lnTo>
                    <a:pt x="5093577" y="875936"/>
                  </a:lnTo>
                  <a:lnTo>
                    <a:pt x="5093702" y="875936"/>
                  </a:lnTo>
                  <a:lnTo>
                    <a:pt x="5093827" y="875936"/>
                  </a:lnTo>
                  <a:lnTo>
                    <a:pt x="5093952" y="875936"/>
                  </a:lnTo>
                  <a:lnTo>
                    <a:pt x="5094077" y="875936"/>
                  </a:lnTo>
                  <a:lnTo>
                    <a:pt x="5094202" y="875936"/>
                  </a:lnTo>
                  <a:lnTo>
                    <a:pt x="5094328" y="875936"/>
                  </a:lnTo>
                  <a:lnTo>
                    <a:pt x="5094453" y="875936"/>
                  </a:lnTo>
                  <a:lnTo>
                    <a:pt x="5094578" y="875936"/>
                  </a:lnTo>
                  <a:lnTo>
                    <a:pt x="5094703" y="875936"/>
                  </a:lnTo>
                  <a:lnTo>
                    <a:pt x="5094828" y="875936"/>
                  </a:lnTo>
                  <a:lnTo>
                    <a:pt x="5094953" y="875936"/>
                  </a:lnTo>
                  <a:lnTo>
                    <a:pt x="5095078" y="875936"/>
                  </a:lnTo>
                  <a:lnTo>
                    <a:pt x="5095203" y="875936"/>
                  </a:lnTo>
                  <a:lnTo>
                    <a:pt x="5095328" y="875936"/>
                  </a:lnTo>
                  <a:lnTo>
                    <a:pt x="5095453" y="875936"/>
                  </a:lnTo>
                  <a:lnTo>
                    <a:pt x="5095578" y="875936"/>
                  </a:lnTo>
                  <a:lnTo>
                    <a:pt x="5095578" y="865982"/>
                  </a:lnTo>
                  <a:lnTo>
                    <a:pt x="5095703" y="865982"/>
                  </a:lnTo>
                  <a:lnTo>
                    <a:pt x="5095703" y="856028"/>
                  </a:lnTo>
                  <a:lnTo>
                    <a:pt x="5095828" y="856028"/>
                  </a:lnTo>
                  <a:lnTo>
                    <a:pt x="5095953" y="856028"/>
                  </a:lnTo>
                  <a:lnTo>
                    <a:pt x="5096078" y="856028"/>
                  </a:lnTo>
                  <a:lnTo>
                    <a:pt x="5096203" y="856028"/>
                  </a:lnTo>
                  <a:lnTo>
                    <a:pt x="5096328" y="856028"/>
                  </a:lnTo>
                  <a:lnTo>
                    <a:pt x="5096453" y="856028"/>
                  </a:lnTo>
                  <a:lnTo>
                    <a:pt x="5096578" y="856028"/>
                  </a:lnTo>
                  <a:lnTo>
                    <a:pt x="5096703" y="856028"/>
                  </a:lnTo>
                  <a:lnTo>
                    <a:pt x="5096828" y="856028"/>
                  </a:lnTo>
                  <a:lnTo>
                    <a:pt x="5096953" y="856028"/>
                  </a:lnTo>
                  <a:lnTo>
                    <a:pt x="5097078" y="856028"/>
                  </a:lnTo>
                  <a:lnTo>
                    <a:pt x="5097203" y="856028"/>
                  </a:lnTo>
                  <a:lnTo>
                    <a:pt x="5097329" y="856028"/>
                  </a:lnTo>
                  <a:lnTo>
                    <a:pt x="5097454" y="856028"/>
                  </a:lnTo>
                  <a:lnTo>
                    <a:pt x="5097579" y="856028"/>
                  </a:lnTo>
                  <a:lnTo>
                    <a:pt x="5097704" y="856028"/>
                  </a:lnTo>
                  <a:lnTo>
                    <a:pt x="5097829" y="856028"/>
                  </a:lnTo>
                  <a:lnTo>
                    <a:pt x="5097954" y="856028"/>
                  </a:lnTo>
                  <a:lnTo>
                    <a:pt x="5098079" y="856028"/>
                  </a:lnTo>
                  <a:lnTo>
                    <a:pt x="5098204" y="856028"/>
                  </a:lnTo>
                  <a:lnTo>
                    <a:pt x="5098329" y="856028"/>
                  </a:lnTo>
                  <a:lnTo>
                    <a:pt x="5098454" y="856028"/>
                  </a:lnTo>
                  <a:lnTo>
                    <a:pt x="5098579" y="856028"/>
                  </a:lnTo>
                  <a:lnTo>
                    <a:pt x="5098704" y="856028"/>
                  </a:lnTo>
                  <a:lnTo>
                    <a:pt x="5098829" y="856028"/>
                  </a:lnTo>
                  <a:lnTo>
                    <a:pt x="5098954" y="856028"/>
                  </a:lnTo>
                  <a:lnTo>
                    <a:pt x="5099079" y="856028"/>
                  </a:lnTo>
                  <a:lnTo>
                    <a:pt x="5099204" y="856028"/>
                  </a:lnTo>
                  <a:lnTo>
                    <a:pt x="5099329" y="856028"/>
                  </a:lnTo>
                  <a:lnTo>
                    <a:pt x="5099454" y="856028"/>
                  </a:lnTo>
                  <a:lnTo>
                    <a:pt x="5099579" y="856028"/>
                  </a:lnTo>
                  <a:lnTo>
                    <a:pt x="5099704" y="856028"/>
                  </a:lnTo>
                  <a:lnTo>
                    <a:pt x="5099829" y="856028"/>
                  </a:lnTo>
                  <a:lnTo>
                    <a:pt x="5099954" y="856028"/>
                  </a:lnTo>
                  <a:lnTo>
                    <a:pt x="5100079" y="856028"/>
                  </a:lnTo>
                  <a:lnTo>
                    <a:pt x="5100204" y="856028"/>
                  </a:lnTo>
                  <a:lnTo>
                    <a:pt x="5100330" y="856028"/>
                  </a:lnTo>
                  <a:lnTo>
                    <a:pt x="5100455" y="856028"/>
                  </a:lnTo>
                  <a:lnTo>
                    <a:pt x="5100580" y="856028"/>
                  </a:lnTo>
                  <a:lnTo>
                    <a:pt x="5100705" y="856028"/>
                  </a:lnTo>
                  <a:lnTo>
                    <a:pt x="5100830" y="856028"/>
                  </a:lnTo>
                  <a:lnTo>
                    <a:pt x="5100955" y="856028"/>
                  </a:lnTo>
                  <a:lnTo>
                    <a:pt x="5101080" y="856028"/>
                  </a:lnTo>
                  <a:lnTo>
                    <a:pt x="5101205" y="856028"/>
                  </a:lnTo>
                  <a:lnTo>
                    <a:pt x="5101330" y="856028"/>
                  </a:lnTo>
                  <a:lnTo>
                    <a:pt x="5101455" y="856028"/>
                  </a:lnTo>
                  <a:lnTo>
                    <a:pt x="5101580" y="856028"/>
                  </a:lnTo>
                  <a:lnTo>
                    <a:pt x="5101705" y="856028"/>
                  </a:lnTo>
                  <a:lnTo>
                    <a:pt x="5101830" y="856028"/>
                  </a:lnTo>
                  <a:lnTo>
                    <a:pt x="5101955" y="856028"/>
                  </a:lnTo>
                  <a:lnTo>
                    <a:pt x="5102080" y="856028"/>
                  </a:lnTo>
                  <a:lnTo>
                    <a:pt x="5102205" y="856028"/>
                  </a:lnTo>
                  <a:lnTo>
                    <a:pt x="5102330" y="856028"/>
                  </a:lnTo>
                  <a:lnTo>
                    <a:pt x="5102455" y="856028"/>
                  </a:lnTo>
                  <a:lnTo>
                    <a:pt x="5102580" y="856028"/>
                  </a:lnTo>
                  <a:lnTo>
                    <a:pt x="5102705" y="856028"/>
                  </a:lnTo>
                  <a:lnTo>
                    <a:pt x="5102830" y="856028"/>
                  </a:lnTo>
                  <a:lnTo>
                    <a:pt x="5102955" y="856028"/>
                  </a:lnTo>
                  <a:lnTo>
                    <a:pt x="5103080" y="856028"/>
                  </a:lnTo>
                  <a:lnTo>
                    <a:pt x="5103205" y="856028"/>
                  </a:lnTo>
                  <a:lnTo>
                    <a:pt x="5103205" y="846074"/>
                  </a:lnTo>
                  <a:lnTo>
                    <a:pt x="5103331" y="846074"/>
                  </a:lnTo>
                  <a:lnTo>
                    <a:pt x="5103456" y="846074"/>
                  </a:lnTo>
                  <a:lnTo>
                    <a:pt x="5103581" y="846074"/>
                  </a:lnTo>
                  <a:lnTo>
                    <a:pt x="5103706" y="846074"/>
                  </a:lnTo>
                  <a:lnTo>
                    <a:pt x="5103831" y="846074"/>
                  </a:lnTo>
                  <a:lnTo>
                    <a:pt x="5103956" y="846074"/>
                  </a:lnTo>
                  <a:lnTo>
                    <a:pt x="5104081" y="846074"/>
                  </a:lnTo>
                  <a:lnTo>
                    <a:pt x="5104206" y="846074"/>
                  </a:lnTo>
                  <a:lnTo>
                    <a:pt x="5104331" y="846074"/>
                  </a:lnTo>
                  <a:lnTo>
                    <a:pt x="5104456" y="846074"/>
                  </a:lnTo>
                  <a:lnTo>
                    <a:pt x="5104581" y="846074"/>
                  </a:lnTo>
                  <a:lnTo>
                    <a:pt x="5104706" y="846074"/>
                  </a:lnTo>
                  <a:lnTo>
                    <a:pt x="5104831" y="846074"/>
                  </a:lnTo>
                  <a:lnTo>
                    <a:pt x="5104956" y="846074"/>
                  </a:lnTo>
                  <a:lnTo>
                    <a:pt x="5105081" y="846074"/>
                  </a:lnTo>
                  <a:lnTo>
                    <a:pt x="5105206" y="846074"/>
                  </a:lnTo>
                  <a:lnTo>
                    <a:pt x="5105331" y="846074"/>
                  </a:lnTo>
                  <a:lnTo>
                    <a:pt x="5105456" y="846074"/>
                  </a:lnTo>
                  <a:lnTo>
                    <a:pt x="5105581" y="846074"/>
                  </a:lnTo>
                  <a:lnTo>
                    <a:pt x="5105706" y="846074"/>
                  </a:lnTo>
                  <a:lnTo>
                    <a:pt x="5105831" y="846074"/>
                  </a:lnTo>
                  <a:lnTo>
                    <a:pt x="5105956" y="846074"/>
                  </a:lnTo>
                  <a:lnTo>
                    <a:pt x="5106081" y="846074"/>
                  </a:lnTo>
                  <a:lnTo>
                    <a:pt x="5106206" y="846074"/>
                  </a:lnTo>
                  <a:lnTo>
                    <a:pt x="5106332" y="846074"/>
                  </a:lnTo>
                  <a:lnTo>
                    <a:pt x="5106457" y="846074"/>
                  </a:lnTo>
                  <a:lnTo>
                    <a:pt x="5106582" y="846074"/>
                  </a:lnTo>
                  <a:lnTo>
                    <a:pt x="5106707" y="846074"/>
                  </a:lnTo>
                  <a:lnTo>
                    <a:pt x="5106832" y="846074"/>
                  </a:lnTo>
                  <a:lnTo>
                    <a:pt x="5106957" y="846074"/>
                  </a:lnTo>
                  <a:lnTo>
                    <a:pt x="5107082" y="846074"/>
                  </a:lnTo>
                  <a:lnTo>
                    <a:pt x="5107207" y="846074"/>
                  </a:lnTo>
                  <a:lnTo>
                    <a:pt x="5107332" y="846074"/>
                  </a:lnTo>
                  <a:lnTo>
                    <a:pt x="5107457" y="846074"/>
                  </a:lnTo>
                  <a:lnTo>
                    <a:pt x="5107582" y="846074"/>
                  </a:lnTo>
                  <a:lnTo>
                    <a:pt x="5107707" y="846074"/>
                  </a:lnTo>
                  <a:lnTo>
                    <a:pt x="5107832" y="846074"/>
                  </a:lnTo>
                  <a:lnTo>
                    <a:pt x="5107957" y="846074"/>
                  </a:lnTo>
                  <a:lnTo>
                    <a:pt x="5108082" y="846074"/>
                  </a:lnTo>
                  <a:lnTo>
                    <a:pt x="5108207" y="846074"/>
                  </a:lnTo>
                  <a:lnTo>
                    <a:pt x="5108332" y="846074"/>
                  </a:lnTo>
                  <a:lnTo>
                    <a:pt x="5108457" y="846074"/>
                  </a:lnTo>
                  <a:lnTo>
                    <a:pt x="5108582" y="846074"/>
                  </a:lnTo>
                  <a:lnTo>
                    <a:pt x="5108707" y="846074"/>
                  </a:lnTo>
                  <a:lnTo>
                    <a:pt x="5108832" y="846074"/>
                  </a:lnTo>
                  <a:lnTo>
                    <a:pt x="5108957" y="846074"/>
                  </a:lnTo>
                  <a:lnTo>
                    <a:pt x="5109082" y="846074"/>
                  </a:lnTo>
                  <a:lnTo>
                    <a:pt x="5109207" y="846074"/>
                  </a:lnTo>
                  <a:lnTo>
                    <a:pt x="5109333" y="846074"/>
                  </a:lnTo>
                  <a:lnTo>
                    <a:pt x="5109458" y="846074"/>
                  </a:lnTo>
                  <a:lnTo>
                    <a:pt x="5109583" y="846074"/>
                  </a:lnTo>
                  <a:lnTo>
                    <a:pt x="5109708" y="846074"/>
                  </a:lnTo>
                  <a:lnTo>
                    <a:pt x="5109833" y="846074"/>
                  </a:lnTo>
                  <a:lnTo>
                    <a:pt x="5109958" y="846074"/>
                  </a:lnTo>
                  <a:lnTo>
                    <a:pt x="5110083" y="846074"/>
                  </a:lnTo>
                  <a:lnTo>
                    <a:pt x="5110208" y="846074"/>
                  </a:lnTo>
                  <a:lnTo>
                    <a:pt x="5110333" y="846074"/>
                  </a:lnTo>
                  <a:lnTo>
                    <a:pt x="5110458" y="846074"/>
                  </a:lnTo>
                  <a:lnTo>
                    <a:pt x="5110583" y="846074"/>
                  </a:lnTo>
                  <a:lnTo>
                    <a:pt x="5110708" y="846074"/>
                  </a:lnTo>
                  <a:lnTo>
                    <a:pt x="5110833" y="846074"/>
                  </a:lnTo>
                  <a:lnTo>
                    <a:pt x="5110958" y="846074"/>
                  </a:lnTo>
                  <a:lnTo>
                    <a:pt x="5111083" y="846074"/>
                  </a:lnTo>
                  <a:lnTo>
                    <a:pt x="5111208" y="846074"/>
                  </a:lnTo>
                  <a:lnTo>
                    <a:pt x="5111333" y="846074"/>
                  </a:lnTo>
                  <a:lnTo>
                    <a:pt x="5111458" y="846074"/>
                  </a:lnTo>
                  <a:lnTo>
                    <a:pt x="5111583" y="846074"/>
                  </a:lnTo>
                  <a:lnTo>
                    <a:pt x="5111708" y="846074"/>
                  </a:lnTo>
                  <a:lnTo>
                    <a:pt x="5111833" y="846074"/>
                  </a:lnTo>
                  <a:lnTo>
                    <a:pt x="5111958" y="846074"/>
                  </a:lnTo>
                  <a:lnTo>
                    <a:pt x="5112083" y="846074"/>
                  </a:lnTo>
                  <a:lnTo>
                    <a:pt x="5112208" y="846074"/>
                  </a:lnTo>
                  <a:lnTo>
                    <a:pt x="5112334" y="846074"/>
                  </a:lnTo>
                  <a:lnTo>
                    <a:pt x="5112459" y="846074"/>
                  </a:lnTo>
                  <a:lnTo>
                    <a:pt x="5112584" y="846074"/>
                  </a:lnTo>
                  <a:lnTo>
                    <a:pt x="5112709" y="846074"/>
                  </a:lnTo>
                  <a:lnTo>
                    <a:pt x="5112834" y="846074"/>
                  </a:lnTo>
                  <a:lnTo>
                    <a:pt x="5112959" y="846074"/>
                  </a:lnTo>
                  <a:lnTo>
                    <a:pt x="5113084" y="846074"/>
                  </a:lnTo>
                  <a:lnTo>
                    <a:pt x="5113209" y="846074"/>
                  </a:lnTo>
                  <a:lnTo>
                    <a:pt x="5113334" y="846074"/>
                  </a:lnTo>
                  <a:lnTo>
                    <a:pt x="5113459" y="846074"/>
                  </a:lnTo>
                  <a:lnTo>
                    <a:pt x="5113584" y="846074"/>
                  </a:lnTo>
                  <a:lnTo>
                    <a:pt x="5113709" y="846074"/>
                  </a:lnTo>
                  <a:lnTo>
                    <a:pt x="5113834" y="846074"/>
                  </a:lnTo>
                  <a:lnTo>
                    <a:pt x="5113959" y="846074"/>
                  </a:lnTo>
                  <a:lnTo>
                    <a:pt x="5114084" y="846074"/>
                  </a:lnTo>
                  <a:lnTo>
                    <a:pt x="5114209" y="846074"/>
                  </a:lnTo>
                  <a:lnTo>
                    <a:pt x="5114334" y="846074"/>
                  </a:lnTo>
                  <a:lnTo>
                    <a:pt x="5114459" y="846074"/>
                  </a:lnTo>
                  <a:lnTo>
                    <a:pt x="5114584" y="846074"/>
                  </a:lnTo>
                  <a:lnTo>
                    <a:pt x="5114709" y="846074"/>
                  </a:lnTo>
                  <a:lnTo>
                    <a:pt x="5114709" y="836121"/>
                  </a:lnTo>
                  <a:lnTo>
                    <a:pt x="5114834" y="836121"/>
                  </a:lnTo>
                  <a:lnTo>
                    <a:pt x="5114959" y="836121"/>
                  </a:lnTo>
                  <a:lnTo>
                    <a:pt x="5115084" y="836121"/>
                  </a:lnTo>
                  <a:lnTo>
                    <a:pt x="5115209" y="836121"/>
                  </a:lnTo>
                  <a:lnTo>
                    <a:pt x="5115335" y="836121"/>
                  </a:lnTo>
                  <a:lnTo>
                    <a:pt x="5115460" y="836121"/>
                  </a:lnTo>
                  <a:lnTo>
                    <a:pt x="5115585" y="836121"/>
                  </a:lnTo>
                  <a:lnTo>
                    <a:pt x="5115710" y="836121"/>
                  </a:lnTo>
                  <a:lnTo>
                    <a:pt x="5115835" y="836121"/>
                  </a:lnTo>
                  <a:lnTo>
                    <a:pt x="5115960" y="836121"/>
                  </a:lnTo>
                  <a:lnTo>
                    <a:pt x="5116085" y="836121"/>
                  </a:lnTo>
                  <a:lnTo>
                    <a:pt x="5116210" y="836121"/>
                  </a:lnTo>
                  <a:lnTo>
                    <a:pt x="5116335" y="836121"/>
                  </a:lnTo>
                  <a:lnTo>
                    <a:pt x="5116460" y="836121"/>
                  </a:lnTo>
                  <a:lnTo>
                    <a:pt x="5116585" y="836121"/>
                  </a:lnTo>
                  <a:lnTo>
                    <a:pt x="5116710" y="836121"/>
                  </a:lnTo>
                  <a:lnTo>
                    <a:pt x="5116835" y="836121"/>
                  </a:lnTo>
                  <a:lnTo>
                    <a:pt x="5116960" y="836121"/>
                  </a:lnTo>
                  <a:lnTo>
                    <a:pt x="5117085" y="836121"/>
                  </a:lnTo>
                  <a:lnTo>
                    <a:pt x="5117210" y="836121"/>
                  </a:lnTo>
                  <a:lnTo>
                    <a:pt x="5117335" y="836121"/>
                  </a:lnTo>
                  <a:lnTo>
                    <a:pt x="5117460" y="836121"/>
                  </a:lnTo>
                  <a:lnTo>
                    <a:pt x="5117585" y="836121"/>
                  </a:lnTo>
                  <a:lnTo>
                    <a:pt x="5117710" y="836121"/>
                  </a:lnTo>
                  <a:lnTo>
                    <a:pt x="5117835" y="836121"/>
                  </a:lnTo>
                  <a:lnTo>
                    <a:pt x="5117960" y="836121"/>
                  </a:lnTo>
                  <a:lnTo>
                    <a:pt x="5118085" y="836121"/>
                  </a:lnTo>
                  <a:lnTo>
                    <a:pt x="5118210" y="836121"/>
                  </a:lnTo>
                  <a:lnTo>
                    <a:pt x="5118336" y="836121"/>
                  </a:lnTo>
                  <a:lnTo>
                    <a:pt x="5118461" y="836121"/>
                  </a:lnTo>
                  <a:lnTo>
                    <a:pt x="5118586" y="836121"/>
                  </a:lnTo>
                  <a:lnTo>
                    <a:pt x="5118711" y="836121"/>
                  </a:lnTo>
                  <a:lnTo>
                    <a:pt x="5118836" y="836121"/>
                  </a:lnTo>
                  <a:lnTo>
                    <a:pt x="5118961" y="836121"/>
                  </a:lnTo>
                  <a:lnTo>
                    <a:pt x="5119086" y="836121"/>
                  </a:lnTo>
                  <a:lnTo>
                    <a:pt x="5119211" y="836121"/>
                  </a:lnTo>
                  <a:lnTo>
                    <a:pt x="5119336" y="836121"/>
                  </a:lnTo>
                  <a:lnTo>
                    <a:pt x="5119461" y="836121"/>
                  </a:lnTo>
                  <a:lnTo>
                    <a:pt x="5119586" y="836121"/>
                  </a:lnTo>
                  <a:lnTo>
                    <a:pt x="5119711" y="836121"/>
                  </a:lnTo>
                  <a:lnTo>
                    <a:pt x="5119836" y="836121"/>
                  </a:lnTo>
                  <a:lnTo>
                    <a:pt x="5119961" y="836121"/>
                  </a:lnTo>
                  <a:lnTo>
                    <a:pt x="5120086" y="836121"/>
                  </a:lnTo>
                  <a:lnTo>
                    <a:pt x="5120211" y="836121"/>
                  </a:lnTo>
                  <a:lnTo>
                    <a:pt x="5120336" y="836121"/>
                  </a:lnTo>
                  <a:lnTo>
                    <a:pt x="5120461" y="836121"/>
                  </a:lnTo>
                  <a:lnTo>
                    <a:pt x="5120586" y="836121"/>
                  </a:lnTo>
                  <a:lnTo>
                    <a:pt x="5120711" y="836121"/>
                  </a:lnTo>
                  <a:lnTo>
                    <a:pt x="5120836" y="836121"/>
                  </a:lnTo>
                  <a:lnTo>
                    <a:pt x="5120961" y="836121"/>
                  </a:lnTo>
                  <a:lnTo>
                    <a:pt x="5121086" y="836121"/>
                  </a:lnTo>
                  <a:lnTo>
                    <a:pt x="5121211" y="836121"/>
                  </a:lnTo>
                  <a:lnTo>
                    <a:pt x="5121337" y="836121"/>
                  </a:lnTo>
                  <a:lnTo>
                    <a:pt x="5121462" y="836121"/>
                  </a:lnTo>
                  <a:lnTo>
                    <a:pt x="5121587" y="836121"/>
                  </a:lnTo>
                  <a:lnTo>
                    <a:pt x="5121712" y="836121"/>
                  </a:lnTo>
                  <a:lnTo>
                    <a:pt x="5121837" y="836121"/>
                  </a:lnTo>
                  <a:lnTo>
                    <a:pt x="5121962" y="836121"/>
                  </a:lnTo>
                  <a:lnTo>
                    <a:pt x="5122087" y="836121"/>
                  </a:lnTo>
                  <a:lnTo>
                    <a:pt x="5122212" y="836121"/>
                  </a:lnTo>
                  <a:lnTo>
                    <a:pt x="5122337" y="836121"/>
                  </a:lnTo>
                  <a:lnTo>
                    <a:pt x="5122462" y="836121"/>
                  </a:lnTo>
                  <a:lnTo>
                    <a:pt x="5122587" y="836121"/>
                  </a:lnTo>
                  <a:lnTo>
                    <a:pt x="5122712" y="836121"/>
                  </a:lnTo>
                  <a:lnTo>
                    <a:pt x="5122837" y="836121"/>
                  </a:lnTo>
                  <a:lnTo>
                    <a:pt x="5122962" y="836121"/>
                  </a:lnTo>
                  <a:lnTo>
                    <a:pt x="5123087" y="836121"/>
                  </a:lnTo>
                  <a:lnTo>
                    <a:pt x="5123212" y="836121"/>
                  </a:lnTo>
                  <a:lnTo>
                    <a:pt x="5123337" y="836121"/>
                  </a:lnTo>
                  <a:lnTo>
                    <a:pt x="5123462" y="836121"/>
                  </a:lnTo>
                  <a:lnTo>
                    <a:pt x="5123587" y="836121"/>
                  </a:lnTo>
                  <a:lnTo>
                    <a:pt x="5123712" y="836121"/>
                  </a:lnTo>
                  <a:lnTo>
                    <a:pt x="5123837" y="836121"/>
                  </a:lnTo>
                  <a:lnTo>
                    <a:pt x="5123962" y="836121"/>
                  </a:lnTo>
                  <a:lnTo>
                    <a:pt x="5124087" y="836121"/>
                  </a:lnTo>
                  <a:lnTo>
                    <a:pt x="5124213" y="836121"/>
                  </a:lnTo>
                  <a:lnTo>
                    <a:pt x="5124338" y="836121"/>
                  </a:lnTo>
                  <a:lnTo>
                    <a:pt x="5124463" y="836121"/>
                  </a:lnTo>
                  <a:lnTo>
                    <a:pt x="5124588" y="836121"/>
                  </a:lnTo>
                  <a:lnTo>
                    <a:pt x="5124713" y="836121"/>
                  </a:lnTo>
                  <a:lnTo>
                    <a:pt x="5124838" y="836121"/>
                  </a:lnTo>
                  <a:lnTo>
                    <a:pt x="5124963" y="836121"/>
                  </a:lnTo>
                  <a:lnTo>
                    <a:pt x="5125088" y="836121"/>
                  </a:lnTo>
                  <a:lnTo>
                    <a:pt x="5125213" y="836121"/>
                  </a:lnTo>
                  <a:lnTo>
                    <a:pt x="5125338" y="836121"/>
                  </a:lnTo>
                  <a:lnTo>
                    <a:pt x="5125463" y="836121"/>
                  </a:lnTo>
                  <a:lnTo>
                    <a:pt x="5125588" y="836121"/>
                  </a:lnTo>
                  <a:lnTo>
                    <a:pt x="5125713" y="836121"/>
                  </a:lnTo>
                  <a:lnTo>
                    <a:pt x="5125838" y="836121"/>
                  </a:lnTo>
                  <a:lnTo>
                    <a:pt x="5125963" y="836121"/>
                  </a:lnTo>
                  <a:lnTo>
                    <a:pt x="5126088" y="836121"/>
                  </a:lnTo>
                  <a:lnTo>
                    <a:pt x="5126213" y="836121"/>
                  </a:lnTo>
                  <a:lnTo>
                    <a:pt x="5126338" y="836121"/>
                  </a:lnTo>
                  <a:lnTo>
                    <a:pt x="5126463" y="836121"/>
                  </a:lnTo>
                  <a:lnTo>
                    <a:pt x="5126588" y="836121"/>
                  </a:lnTo>
                  <a:lnTo>
                    <a:pt x="5126713" y="836121"/>
                  </a:lnTo>
                  <a:lnTo>
                    <a:pt x="5126838" y="836121"/>
                  </a:lnTo>
                  <a:lnTo>
                    <a:pt x="5126963" y="836121"/>
                  </a:lnTo>
                  <a:lnTo>
                    <a:pt x="5127088" y="836121"/>
                  </a:lnTo>
                  <a:lnTo>
                    <a:pt x="5127214" y="836121"/>
                  </a:lnTo>
                  <a:lnTo>
                    <a:pt x="5127339" y="836121"/>
                  </a:lnTo>
                  <a:lnTo>
                    <a:pt x="5127464" y="836121"/>
                  </a:lnTo>
                  <a:lnTo>
                    <a:pt x="5127589" y="836121"/>
                  </a:lnTo>
                  <a:lnTo>
                    <a:pt x="5127714" y="836121"/>
                  </a:lnTo>
                  <a:lnTo>
                    <a:pt x="5127839" y="836121"/>
                  </a:lnTo>
                  <a:lnTo>
                    <a:pt x="5127964" y="836121"/>
                  </a:lnTo>
                  <a:lnTo>
                    <a:pt x="5128089" y="836121"/>
                  </a:lnTo>
                  <a:lnTo>
                    <a:pt x="5128214" y="836121"/>
                  </a:lnTo>
                  <a:lnTo>
                    <a:pt x="5128339" y="836121"/>
                  </a:lnTo>
                  <a:lnTo>
                    <a:pt x="5128464" y="836121"/>
                  </a:lnTo>
                  <a:lnTo>
                    <a:pt x="5128589" y="836121"/>
                  </a:lnTo>
                  <a:lnTo>
                    <a:pt x="5128714" y="836121"/>
                  </a:lnTo>
                  <a:lnTo>
                    <a:pt x="5128839" y="836121"/>
                  </a:lnTo>
                  <a:lnTo>
                    <a:pt x="5128964" y="836121"/>
                  </a:lnTo>
                  <a:lnTo>
                    <a:pt x="5129089" y="836121"/>
                  </a:lnTo>
                  <a:lnTo>
                    <a:pt x="5129214" y="836121"/>
                  </a:lnTo>
                  <a:lnTo>
                    <a:pt x="5129339" y="836121"/>
                  </a:lnTo>
                  <a:lnTo>
                    <a:pt x="5129464" y="836121"/>
                  </a:lnTo>
                  <a:lnTo>
                    <a:pt x="5129589" y="836121"/>
                  </a:lnTo>
                  <a:lnTo>
                    <a:pt x="5129714" y="836121"/>
                  </a:lnTo>
                  <a:lnTo>
                    <a:pt x="5129839" y="836121"/>
                  </a:lnTo>
                  <a:lnTo>
                    <a:pt x="5129964" y="836121"/>
                  </a:lnTo>
                  <a:lnTo>
                    <a:pt x="5130089" y="836121"/>
                  </a:lnTo>
                  <a:lnTo>
                    <a:pt x="5130215" y="836121"/>
                  </a:lnTo>
                  <a:lnTo>
                    <a:pt x="5130340" y="836121"/>
                  </a:lnTo>
                  <a:lnTo>
                    <a:pt x="5130465" y="836121"/>
                  </a:lnTo>
                  <a:lnTo>
                    <a:pt x="5130590" y="836121"/>
                  </a:lnTo>
                  <a:lnTo>
                    <a:pt x="5130715" y="836121"/>
                  </a:lnTo>
                  <a:lnTo>
                    <a:pt x="5130840" y="836121"/>
                  </a:lnTo>
                  <a:lnTo>
                    <a:pt x="5130965" y="836121"/>
                  </a:lnTo>
                  <a:lnTo>
                    <a:pt x="5131090" y="836121"/>
                  </a:lnTo>
                  <a:lnTo>
                    <a:pt x="5131215" y="836121"/>
                  </a:lnTo>
                  <a:lnTo>
                    <a:pt x="5131340" y="836121"/>
                  </a:lnTo>
                  <a:lnTo>
                    <a:pt x="5131465" y="836121"/>
                  </a:lnTo>
                  <a:lnTo>
                    <a:pt x="5131590" y="836121"/>
                  </a:lnTo>
                  <a:lnTo>
                    <a:pt x="5131715" y="836121"/>
                  </a:lnTo>
                  <a:lnTo>
                    <a:pt x="5131840" y="836121"/>
                  </a:lnTo>
                  <a:lnTo>
                    <a:pt x="5131965" y="836121"/>
                  </a:lnTo>
                  <a:lnTo>
                    <a:pt x="5132090" y="836121"/>
                  </a:lnTo>
                  <a:lnTo>
                    <a:pt x="5132215" y="836121"/>
                  </a:lnTo>
                  <a:lnTo>
                    <a:pt x="5132340" y="836121"/>
                  </a:lnTo>
                  <a:lnTo>
                    <a:pt x="5132465" y="836121"/>
                  </a:lnTo>
                  <a:lnTo>
                    <a:pt x="5132590" y="836121"/>
                  </a:lnTo>
                  <a:lnTo>
                    <a:pt x="5132715" y="836121"/>
                  </a:lnTo>
                  <a:lnTo>
                    <a:pt x="5132840" y="836121"/>
                  </a:lnTo>
                  <a:lnTo>
                    <a:pt x="5132965" y="836121"/>
                  </a:lnTo>
                  <a:lnTo>
                    <a:pt x="5133090" y="836121"/>
                  </a:lnTo>
                  <a:lnTo>
                    <a:pt x="5133216" y="836121"/>
                  </a:lnTo>
                  <a:lnTo>
                    <a:pt x="5133341" y="836121"/>
                  </a:lnTo>
                  <a:lnTo>
                    <a:pt x="5133466" y="836121"/>
                  </a:lnTo>
                  <a:lnTo>
                    <a:pt x="5133591" y="836121"/>
                  </a:lnTo>
                  <a:lnTo>
                    <a:pt x="5133716" y="836121"/>
                  </a:lnTo>
                  <a:lnTo>
                    <a:pt x="5133841" y="836121"/>
                  </a:lnTo>
                  <a:lnTo>
                    <a:pt x="5133966" y="836121"/>
                  </a:lnTo>
                  <a:lnTo>
                    <a:pt x="5134091" y="836121"/>
                  </a:lnTo>
                  <a:lnTo>
                    <a:pt x="5134216" y="836121"/>
                  </a:lnTo>
                  <a:lnTo>
                    <a:pt x="5134341" y="836121"/>
                  </a:lnTo>
                  <a:lnTo>
                    <a:pt x="5134466" y="836121"/>
                  </a:lnTo>
                  <a:lnTo>
                    <a:pt x="5134591" y="836121"/>
                  </a:lnTo>
                  <a:lnTo>
                    <a:pt x="5134716" y="836121"/>
                  </a:lnTo>
                  <a:lnTo>
                    <a:pt x="5134841" y="836121"/>
                  </a:lnTo>
                  <a:lnTo>
                    <a:pt x="5134966" y="836121"/>
                  </a:lnTo>
                  <a:lnTo>
                    <a:pt x="5135091" y="836121"/>
                  </a:lnTo>
                  <a:lnTo>
                    <a:pt x="5135091" y="826167"/>
                  </a:lnTo>
                  <a:lnTo>
                    <a:pt x="5135216" y="826167"/>
                  </a:lnTo>
                  <a:lnTo>
                    <a:pt x="5135341" y="826167"/>
                  </a:lnTo>
                  <a:lnTo>
                    <a:pt x="5135466" y="826167"/>
                  </a:lnTo>
                  <a:lnTo>
                    <a:pt x="5135591" y="826167"/>
                  </a:lnTo>
                  <a:lnTo>
                    <a:pt x="5135716" y="826167"/>
                  </a:lnTo>
                  <a:lnTo>
                    <a:pt x="5135841" y="826167"/>
                  </a:lnTo>
                  <a:lnTo>
                    <a:pt x="5135966" y="826167"/>
                  </a:lnTo>
                  <a:lnTo>
                    <a:pt x="5136091" y="826167"/>
                  </a:lnTo>
                  <a:lnTo>
                    <a:pt x="5136217" y="826167"/>
                  </a:lnTo>
                  <a:lnTo>
                    <a:pt x="5136342" y="826167"/>
                  </a:lnTo>
                  <a:lnTo>
                    <a:pt x="5136467" y="826167"/>
                  </a:lnTo>
                  <a:lnTo>
                    <a:pt x="5136592" y="826167"/>
                  </a:lnTo>
                  <a:lnTo>
                    <a:pt x="5136717" y="826167"/>
                  </a:lnTo>
                  <a:lnTo>
                    <a:pt x="5136842" y="826167"/>
                  </a:lnTo>
                  <a:lnTo>
                    <a:pt x="5136967" y="826167"/>
                  </a:lnTo>
                  <a:lnTo>
                    <a:pt x="5137092" y="826167"/>
                  </a:lnTo>
                  <a:lnTo>
                    <a:pt x="5137217" y="826167"/>
                  </a:lnTo>
                  <a:lnTo>
                    <a:pt x="5137342" y="826167"/>
                  </a:lnTo>
                  <a:lnTo>
                    <a:pt x="5137467" y="826167"/>
                  </a:lnTo>
                  <a:lnTo>
                    <a:pt x="5137592" y="826167"/>
                  </a:lnTo>
                  <a:lnTo>
                    <a:pt x="5137717" y="826167"/>
                  </a:lnTo>
                  <a:lnTo>
                    <a:pt x="5137842" y="826167"/>
                  </a:lnTo>
                  <a:lnTo>
                    <a:pt x="5137967" y="826167"/>
                  </a:lnTo>
                  <a:lnTo>
                    <a:pt x="5138092" y="826167"/>
                  </a:lnTo>
                  <a:lnTo>
                    <a:pt x="5138217" y="826167"/>
                  </a:lnTo>
                  <a:lnTo>
                    <a:pt x="5138342" y="826167"/>
                  </a:lnTo>
                  <a:lnTo>
                    <a:pt x="5138467" y="826167"/>
                  </a:lnTo>
                  <a:lnTo>
                    <a:pt x="5138592" y="826167"/>
                  </a:lnTo>
                  <a:lnTo>
                    <a:pt x="5138717" y="826167"/>
                  </a:lnTo>
                  <a:lnTo>
                    <a:pt x="5138842" y="826167"/>
                  </a:lnTo>
                  <a:lnTo>
                    <a:pt x="5138967" y="826167"/>
                  </a:lnTo>
                  <a:lnTo>
                    <a:pt x="5139092" y="826167"/>
                  </a:lnTo>
                  <a:lnTo>
                    <a:pt x="5139218" y="826167"/>
                  </a:lnTo>
                  <a:lnTo>
                    <a:pt x="5139343" y="826167"/>
                  </a:lnTo>
                  <a:lnTo>
                    <a:pt x="5139468" y="826167"/>
                  </a:lnTo>
                  <a:lnTo>
                    <a:pt x="5139593" y="826167"/>
                  </a:lnTo>
                  <a:lnTo>
                    <a:pt x="5139718" y="826167"/>
                  </a:lnTo>
                  <a:lnTo>
                    <a:pt x="5139843" y="826167"/>
                  </a:lnTo>
                  <a:lnTo>
                    <a:pt x="5139968" y="826167"/>
                  </a:lnTo>
                  <a:lnTo>
                    <a:pt x="5140093" y="826167"/>
                  </a:lnTo>
                  <a:lnTo>
                    <a:pt x="5140218" y="826167"/>
                  </a:lnTo>
                  <a:lnTo>
                    <a:pt x="5140343" y="826167"/>
                  </a:lnTo>
                  <a:lnTo>
                    <a:pt x="5140468" y="826167"/>
                  </a:lnTo>
                  <a:lnTo>
                    <a:pt x="5140593" y="826167"/>
                  </a:lnTo>
                  <a:lnTo>
                    <a:pt x="5140718" y="826167"/>
                  </a:lnTo>
                  <a:lnTo>
                    <a:pt x="5140843" y="826167"/>
                  </a:lnTo>
                  <a:lnTo>
                    <a:pt x="5140968" y="826167"/>
                  </a:lnTo>
                  <a:lnTo>
                    <a:pt x="5141093" y="826167"/>
                  </a:lnTo>
                  <a:lnTo>
                    <a:pt x="5141218" y="826167"/>
                  </a:lnTo>
                  <a:lnTo>
                    <a:pt x="5141343" y="826167"/>
                  </a:lnTo>
                  <a:lnTo>
                    <a:pt x="5141468" y="826167"/>
                  </a:lnTo>
                  <a:lnTo>
                    <a:pt x="5141593" y="826167"/>
                  </a:lnTo>
                  <a:lnTo>
                    <a:pt x="5141718" y="826167"/>
                  </a:lnTo>
                  <a:lnTo>
                    <a:pt x="5141843" y="826167"/>
                  </a:lnTo>
                  <a:lnTo>
                    <a:pt x="5141968" y="826167"/>
                  </a:lnTo>
                  <a:lnTo>
                    <a:pt x="5142093" y="826167"/>
                  </a:lnTo>
                  <a:lnTo>
                    <a:pt x="5142219" y="826167"/>
                  </a:lnTo>
                  <a:lnTo>
                    <a:pt x="5142344" y="826167"/>
                  </a:lnTo>
                  <a:lnTo>
                    <a:pt x="5142469" y="826167"/>
                  </a:lnTo>
                  <a:lnTo>
                    <a:pt x="5142594" y="826167"/>
                  </a:lnTo>
                  <a:lnTo>
                    <a:pt x="5142719" y="826167"/>
                  </a:lnTo>
                  <a:lnTo>
                    <a:pt x="5142844" y="826167"/>
                  </a:lnTo>
                  <a:lnTo>
                    <a:pt x="5142969" y="826167"/>
                  </a:lnTo>
                  <a:lnTo>
                    <a:pt x="5143094" y="826167"/>
                  </a:lnTo>
                  <a:lnTo>
                    <a:pt x="5143219" y="826167"/>
                  </a:lnTo>
                  <a:lnTo>
                    <a:pt x="5143344" y="826167"/>
                  </a:lnTo>
                  <a:lnTo>
                    <a:pt x="5143469" y="826167"/>
                  </a:lnTo>
                  <a:lnTo>
                    <a:pt x="5143594" y="826167"/>
                  </a:lnTo>
                  <a:lnTo>
                    <a:pt x="5143719" y="826167"/>
                  </a:lnTo>
                  <a:lnTo>
                    <a:pt x="5143844" y="826167"/>
                  </a:lnTo>
                  <a:lnTo>
                    <a:pt x="5143969" y="826167"/>
                  </a:lnTo>
                  <a:lnTo>
                    <a:pt x="5144094" y="826167"/>
                  </a:lnTo>
                  <a:lnTo>
                    <a:pt x="5144219" y="826167"/>
                  </a:lnTo>
                  <a:lnTo>
                    <a:pt x="5144344" y="826167"/>
                  </a:lnTo>
                  <a:lnTo>
                    <a:pt x="5144469" y="826167"/>
                  </a:lnTo>
                  <a:lnTo>
                    <a:pt x="5144594" y="826167"/>
                  </a:lnTo>
                  <a:lnTo>
                    <a:pt x="5144719" y="826167"/>
                  </a:lnTo>
                  <a:lnTo>
                    <a:pt x="5144844" y="826167"/>
                  </a:lnTo>
                  <a:lnTo>
                    <a:pt x="5144969" y="826167"/>
                  </a:lnTo>
                  <a:lnTo>
                    <a:pt x="5145094" y="826167"/>
                  </a:lnTo>
                  <a:lnTo>
                    <a:pt x="5145220" y="826167"/>
                  </a:lnTo>
                  <a:lnTo>
                    <a:pt x="5145345" y="826167"/>
                  </a:lnTo>
                  <a:lnTo>
                    <a:pt x="5145470" y="826167"/>
                  </a:lnTo>
                  <a:lnTo>
                    <a:pt x="5145595" y="826167"/>
                  </a:lnTo>
                  <a:lnTo>
                    <a:pt x="5145720" y="826167"/>
                  </a:lnTo>
                  <a:lnTo>
                    <a:pt x="5145845" y="826167"/>
                  </a:lnTo>
                  <a:lnTo>
                    <a:pt x="5145970" y="826167"/>
                  </a:lnTo>
                  <a:lnTo>
                    <a:pt x="5146095" y="826167"/>
                  </a:lnTo>
                  <a:lnTo>
                    <a:pt x="5146220" y="826167"/>
                  </a:lnTo>
                  <a:lnTo>
                    <a:pt x="5146345" y="826167"/>
                  </a:lnTo>
                  <a:lnTo>
                    <a:pt x="5146470" y="826167"/>
                  </a:lnTo>
                  <a:lnTo>
                    <a:pt x="5146595" y="826167"/>
                  </a:lnTo>
                  <a:lnTo>
                    <a:pt x="5146720" y="826167"/>
                  </a:lnTo>
                  <a:lnTo>
                    <a:pt x="5146845" y="826167"/>
                  </a:lnTo>
                  <a:lnTo>
                    <a:pt x="5146970" y="826167"/>
                  </a:lnTo>
                  <a:lnTo>
                    <a:pt x="5147095" y="826167"/>
                  </a:lnTo>
                  <a:lnTo>
                    <a:pt x="5147220" y="826167"/>
                  </a:lnTo>
                  <a:lnTo>
                    <a:pt x="5147345" y="826167"/>
                  </a:lnTo>
                  <a:lnTo>
                    <a:pt x="5147470" y="826167"/>
                  </a:lnTo>
                  <a:lnTo>
                    <a:pt x="5147595" y="826167"/>
                  </a:lnTo>
                  <a:lnTo>
                    <a:pt x="5147720" y="826167"/>
                  </a:lnTo>
                  <a:lnTo>
                    <a:pt x="5147845" y="826167"/>
                  </a:lnTo>
                  <a:lnTo>
                    <a:pt x="5147970" y="826167"/>
                  </a:lnTo>
                  <a:lnTo>
                    <a:pt x="5148095" y="826167"/>
                  </a:lnTo>
                  <a:lnTo>
                    <a:pt x="5148221" y="826167"/>
                  </a:lnTo>
                  <a:lnTo>
                    <a:pt x="5148346" y="826167"/>
                  </a:lnTo>
                  <a:lnTo>
                    <a:pt x="5148471" y="826167"/>
                  </a:lnTo>
                  <a:lnTo>
                    <a:pt x="5148596" y="826167"/>
                  </a:lnTo>
                  <a:lnTo>
                    <a:pt x="5148721" y="826167"/>
                  </a:lnTo>
                  <a:lnTo>
                    <a:pt x="5148846" y="826167"/>
                  </a:lnTo>
                  <a:lnTo>
                    <a:pt x="5148971" y="826167"/>
                  </a:lnTo>
                  <a:lnTo>
                    <a:pt x="5149096" y="826167"/>
                  </a:lnTo>
                  <a:lnTo>
                    <a:pt x="5149221" y="826167"/>
                  </a:lnTo>
                  <a:lnTo>
                    <a:pt x="5149346" y="826167"/>
                  </a:lnTo>
                  <a:lnTo>
                    <a:pt x="5149471" y="826167"/>
                  </a:lnTo>
                  <a:lnTo>
                    <a:pt x="5149596" y="826167"/>
                  </a:lnTo>
                  <a:lnTo>
                    <a:pt x="5149721" y="826167"/>
                  </a:lnTo>
                  <a:lnTo>
                    <a:pt x="5149846" y="826167"/>
                  </a:lnTo>
                  <a:lnTo>
                    <a:pt x="5149971" y="826167"/>
                  </a:lnTo>
                  <a:lnTo>
                    <a:pt x="5150096" y="826167"/>
                  </a:lnTo>
                  <a:lnTo>
                    <a:pt x="5150221" y="826167"/>
                  </a:lnTo>
                  <a:lnTo>
                    <a:pt x="5150346" y="826167"/>
                  </a:lnTo>
                  <a:lnTo>
                    <a:pt x="5150471" y="826167"/>
                  </a:lnTo>
                  <a:lnTo>
                    <a:pt x="5150596" y="826167"/>
                  </a:lnTo>
                  <a:lnTo>
                    <a:pt x="5150721" y="826167"/>
                  </a:lnTo>
                  <a:lnTo>
                    <a:pt x="5150846" y="826167"/>
                  </a:lnTo>
                  <a:lnTo>
                    <a:pt x="5150971" y="826167"/>
                  </a:lnTo>
                  <a:lnTo>
                    <a:pt x="5151096" y="826167"/>
                  </a:lnTo>
                  <a:lnTo>
                    <a:pt x="5151222" y="826167"/>
                  </a:lnTo>
                  <a:lnTo>
                    <a:pt x="5151347" y="826167"/>
                  </a:lnTo>
                  <a:lnTo>
                    <a:pt x="5151472" y="826167"/>
                  </a:lnTo>
                  <a:lnTo>
                    <a:pt x="5151597" y="826167"/>
                  </a:lnTo>
                  <a:lnTo>
                    <a:pt x="5151722" y="826167"/>
                  </a:lnTo>
                  <a:lnTo>
                    <a:pt x="5151847" y="826167"/>
                  </a:lnTo>
                  <a:lnTo>
                    <a:pt x="5151972" y="826167"/>
                  </a:lnTo>
                  <a:lnTo>
                    <a:pt x="5152097" y="826167"/>
                  </a:lnTo>
                  <a:lnTo>
                    <a:pt x="5152222" y="826167"/>
                  </a:lnTo>
                  <a:lnTo>
                    <a:pt x="5152347" y="826167"/>
                  </a:lnTo>
                  <a:lnTo>
                    <a:pt x="5152347" y="816213"/>
                  </a:lnTo>
                  <a:lnTo>
                    <a:pt x="5152472" y="816213"/>
                  </a:lnTo>
                  <a:lnTo>
                    <a:pt x="5152597" y="816213"/>
                  </a:lnTo>
                  <a:lnTo>
                    <a:pt x="5152722" y="816213"/>
                  </a:lnTo>
                  <a:lnTo>
                    <a:pt x="5152847" y="816213"/>
                  </a:lnTo>
                  <a:lnTo>
                    <a:pt x="5152972" y="816213"/>
                  </a:lnTo>
                  <a:lnTo>
                    <a:pt x="5153097" y="816213"/>
                  </a:lnTo>
                  <a:lnTo>
                    <a:pt x="5153222" y="816213"/>
                  </a:lnTo>
                  <a:lnTo>
                    <a:pt x="5153347" y="816213"/>
                  </a:lnTo>
                  <a:lnTo>
                    <a:pt x="5153472" y="816213"/>
                  </a:lnTo>
                  <a:lnTo>
                    <a:pt x="5153597" y="816213"/>
                  </a:lnTo>
                  <a:lnTo>
                    <a:pt x="5153722" y="816213"/>
                  </a:lnTo>
                  <a:lnTo>
                    <a:pt x="5153847" y="816213"/>
                  </a:lnTo>
                  <a:lnTo>
                    <a:pt x="5153972" y="816213"/>
                  </a:lnTo>
                  <a:lnTo>
                    <a:pt x="5154097" y="816213"/>
                  </a:lnTo>
                  <a:lnTo>
                    <a:pt x="5154223" y="816213"/>
                  </a:lnTo>
                  <a:lnTo>
                    <a:pt x="5154348" y="816213"/>
                  </a:lnTo>
                  <a:lnTo>
                    <a:pt x="5154473" y="816213"/>
                  </a:lnTo>
                  <a:lnTo>
                    <a:pt x="5154598" y="816213"/>
                  </a:lnTo>
                  <a:lnTo>
                    <a:pt x="5154723" y="816213"/>
                  </a:lnTo>
                  <a:lnTo>
                    <a:pt x="5154848" y="816213"/>
                  </a:lnTo>
                  <a:lnTo>
                    <a:pt x="5154973" y="816213"/>
                  </a:lnTo>
                  <a:lnTo>
                    <a:pt x="5155098" y="816213"/>
                  </a:lnTo>
                  <a:lnTo>
                    <a:pt x="5155223" y="816213"/>
                  </a:lnTo>
                  <a:lnTo>
                    <a:pt x="5155348" y="816213"/>
                  </a:lnTo>
                  <a:lnTo>
                    <a:pt x="5155473" y="816213"/>
                  </a:lnTo>
                  <a:lnTo>
                    <a:pt x="5155598" y="816213"/>
                  </a:lnTo>
                  <a:lnTo>
                    <a:pt x="5155723" y="816213"/>
                  </a:lnTo>
                  <a:lnTo>
                    <a:pt x="5155848" y="816213"/>
                  </a:lnTo>
                  <a:lnTo>
                    <a:pt x="5155973" y="816213"/>
                  </a:lnTo>
                  <a:lnTo>
                    <a:pt x="5156098" y="816213"/>
                  </a:lnTo>
                  <a:lnTo>
                    <a:pt x="5156223" y="816213"/>
                  </a:lnTo>
                  <a:lnTo>
                    <a:pt x="5156348" y="816213"/>
                  </a:lnTo>
                  <a:lnTo>
                    <a:pt x="5156473" y="816213"/>
                  </a:lnTo>
                  <a:lnTo>
                    <a:pt x="5156598" y="816213"/>
                  </a:lnTo>
                  <a:lnTo>
                    <a:pt x="5156723" y="816213"/>
                  </a:lnTo>
                  <a:lnTo>
                    <a:pt x="5156848" y="816213"/>
                  </a:lnTo>
                  <a:lnTo>
                    <a:pt x="5156973" y="816213"/>
                  </a:lnTo>
                  <a:lnTo>
                    <a:pt x="5157098" y="816213"/>
                  </a:lnTo>
                  <a:lnTo>
                    <a:pt x="5157224" y="816213"/>
                  </a:lnTo>
                  <a:lnTo>
                    <a:pt x="5157349" y="816213"/>
                  </a:lnTo>
                  <a:lnTo>
                    <a:pt x="5157474" y="816213"/>
                  </a:lnTo>
                  <a:lnTo>
                    <a:pt x="5157599" y="816213"/>
                  </a:lnTo>
                  <a:lnTo>
                    <a:pt x="5157724" y="816213"/>
                  </a:lnTo>
                  <a:lnTo>
                    <a:pt x="5157849" y="816213"/>
                  </a:lnTo>
                  <a:lnTo>
                    <a:pt x="5157974" y="816213"/>
                  </a:lnTo>
                  <a:lnTo>
                    <a:pt x="5158099" y="816213"/>
                  </a:lnTo>
                  <a:lnTo>
                    <a:pt x="5158224" y="816213"/>
                  </a:lnTo>
                  <a:lnTo>
                    <a:pt x="5158349" y="816213"/>
                  </a:lnTo>
                  <a:lnTo>
                    <a:pt x="5158474" y="816213"/>
                  </a:lnTo>
                  <a:lnTo>
                    <a:pt x="5158599" y="816213"/>
                  </a:lnTo>
                  <a:lnTo>
                    <a:pt x="5158724" y="816213"/>
                  </a:lnTo>
                  <a:lnTo>
                    <a:pt x="5158849" y="816213"/>
                  </a:lnTo>
                  <a:lnTo>
                    <a:pt x="5158974" y="816213"/>
                  </a:lnTo>
                  <a:lnTo>
                    <a:pt x="5159099" y="816213"/>
                  </a:lnTo>
                  <a:lnTo>
                    <a:pt x="5159224" y="816213"/>
                  </a:lnTo>
                  <a:lnTo>
                    <a:pt x="5159349" y="816213"/>
                  </a:lnTo>
                  <a:lnTo>
                    <a:pt x="5159474" y="816213"/>
                  </a:lnTo>
                  <a:lnTo>
                    <a:pt x="5159599" y="816213"/>
                  </a:lnTo>
                  <a:lnTo>
                    <a:pt x="5159724" y="816213"/>
                  </a:lnTo>
                  <a:lnTo>
                    <a:pt x="5159849" y="816213"/>
                  </a:lnTo>
                  <a:lnTo>
                    <a:pt x="5159974" y="816213"/>
                  </a:lnTo>
                  <a:lnTo>
                    <a:pt x="5160099" y="816213"/>
                  </a:lnTo>
                  <a:lnTo>
                    <a:pt x="5160225" y="816213"/>
                  </a:lnTo>
                  <a:lnTo>
                    <a:pt x="5160350" y="816213"/>
                  </a:lnTo>
                  <a:lnTo>
                    <a:pt x="5160475" y="816213"/>
                  </a:lnTo>
                  <a:lnTo>
                    <a:pt x="5160600" y="816213"/>
                  </a:lnTo>
                  <a:lnTo>
                    <a:pt x="5160725" y="816213"/>
                  </a:lnTo>
                  <a:lnTo>
                    <a:pt x="5160850" y="816213"/>
                  </a:lnTo>
                  <a:lnTo>
                    <a:pt x="5160975" y="816213"/>
                  </a:lnTo>
                  <a:lnTo>
                    <a:pt x="5161100" y="816213"/>
                  </a:lnTo>
                  <a:lnTo>
                    <a:pt x="5161225" y="816213"/>
                  </a:lnTo>
                  <a:lnTo>
                    <a:pt x="5161350" y="816213"/>
                  </a:lnTo>
                  <a:lnTo>
                    <a:pt x="5161475" y="816213"/>
                  </a:lnTo>
                  <a:lnTo>
                    <a:pt x="5161600" y="816213"/>
                  </a:lnTo>
                  <a:lnTo>
                    <a:pt x="5161725" y="816213"/>
                  </a:lnTo>
                  <a:lnTo>
                    <a:pt x="5161850" y="816213"/>
                  </a:lnTo>
                  <a:lnTo>
                    <a:pt x="5161975" y="816213"/>
                  </a:lnTo>
                  <a:lnTo>
                    <a:pt x="5162100" y="816213"/>
                  </a:lnTo>
                  <a:lnTo>
                    <a:pt x="5162225" y="816213"/>
                  </a:lnTo>
                  <a:lnTo>
                    <a:pt x="5162350" y="816213"/>
                  </a:lnTo>
                  <a:lnTo>
                    <a:pt x="5162475" y="816213"/>
                  </a:lnTo>
                  <a:lnTo>
                    <a:pt x="5162600" y="816213"/>
                  </a:lnTo>
                  <a:lnTo>
                    <a:pt x="5162725" y="816213"/>
                  </a:lnTo>
                  <a:lnTo>
                    <a:pt x="5162850" y="816213"/>
                  </a:lnTo>
                  <a:lnTo>
                    <a:pt x="5162975" y="816213"/>
                  </a:lnTo>
                  <a:lnTo>
                    <a:pt x="5163101" y="816213"/>
                  </a:lnTo>
                  <a:lnTo>
                    <a:pt x="5163226" y="816213"/>
                  </a:lnTo>
                  <a:lnTo>
                    <a:pt x="5163351" y="816213"/>
                  </a:lnTo>
                  <a:lnTo>
                    <a:pt x="5163476" y="816213"/>
                  </a:lnTo>
                  <a:lnTo>
                    <a:pt x="5163601" y="816213"/>
                  </a:lnTo>
                  <a:lnTo>
                    <a:pt x="5163726" y="816213"/>
                  </a:lnTo>
                  <a:lnTo>
                    <a:pt x="5163851" y="816213"/>
                  </a:lnTo>
                  <a:lnTo>
                    <a:pt x="5163976" y="816213"/>
                  </a:lnTo>
                  <a:lnTo>
                    <a:pt x="5164101" y="816213"/>
                  </a:lnTo>
                  <a:lnTo>
                    <a:pt x="5164226" y="816213"/>
                  </a:lnTo>
                  <a:lnTo>
                    <a:pt x="5164351" y="816213"/>
                  </a:lnTo>
                  <a:lnTo>
                    <a:pt x="5164476" y="816213"/>
                  </a:lnTo>
                  <a:lnTo>
                    <a:pt x="5164601" y="816213"/>
                  </a:lnTo>
                  <a:lnTo>
                    <a:pt x="5164726" y="816213"/>
                  </a:lnTo>
                  <a:lnTo>
                    <a:pt x="5164851" y="816213"/>
                  </a:lnTo>
                  <a:lnTo>
                    <a:pt x="5164976" y="816213"/>
                  </a:lnTo>
                  <a:lnTo>
                    <a:pt x="5165101" y="816213"/>
                  </a:lnTo>
                  <a:lnTo>
                    <a:pt x="5165226" y="816213"/>
                  </a:lnTo>
                  <a:lnTo>
                    <a:pt x="5165351" y="816213"/>
                  </a:lnTo>
                  <a:lnTo>
                    <a:pt x="5165476" y="816213"/>
                  </a:lnTo>
                  <a:lnTo>
                    <a:pt x="5165601" y="816213"/>
                  </a:lnTo>
                  <a:lnTo>
                    <a:pt x="5165726" y="816213"/>
                  </a:lnTo>
                  <a:lnTo>
                    <a:pt x="5165851" y="816213"/>
                  </a:lnTo>
                  <a:lnTo>
                    <a:pt x="5165976" y="816213"/>
                  </a:lnTo>
                  <a:lnTo>
                    <a:pt x="5166102" y="816213"/>
                  </a:lnTo>
                  <a:lnTo>
                    <a:pt x="5166227" y="816213"/>
                  </a:lnTo>
                  <a:lnTo>
                    <a:pt x="5166352" y="816213"/>
                  </a:lnTo>
                  <a:lnTo>
                    <a:pt x="5166477" y="816213"/>
                  </a:lnTo>
                  <a:lnTo>
                    <a:pt x="5166602" y="816213"/>
                  </a:lnTo>
                  <a:lnTo>
                    <a:pt x="5166727" y="816213"/>
                  </a:lnTo>
                  <a:lnTo>
                    <a:pt x="5166852" y="816213"/>
                  </a:lnTo>
                  <a:lnTo>
                    <a:pt x="5166977" y="816213"/>
                  </a:lnTo>
                  <a:lnTo>
                    <a:pt x="5167102" y="816213"/>
                  </a:lnTo>
                  <a:lnTo>
                    <a:pt x="5167227" y="816213"/>
                  </a:lnTo>
                  <a:lnTo>
                    <a:pt x="5167352" y="816213"/>
                  </a:lnTo>
                  <a:lnTo>
                    <a:pt x="5167477" y="816213"/>
                  </a:lnTo>
                  <a:lnTo>
                    <a:pt x="5167602" y="816213"/>
                  </a:lnTo>
                  <a:lnTo>
                    <a:pt x="5167727" y="816213"/>
                  </a:lnTo>
                  <a:lnTo>
                    <a:pt x="5167852" y="816213"/>
                  </a:lnTo>
                  <a:lnTo>
                    <a:pt x="5167977" y="816213"/>
                  </a:lnTo>
                  <a:lnTo>
                    <a:pt x="5168102" y="816213"/>
                  </a:lnTo>
                  <a:lnTo>
                    <a:pt x="5168227" y="816213"/>
                  </a:lnTo>
                  <a:lnTo>
                    <a:pt x="5168352" y="816213"/>
                  </a:lnTo>
                  <a:lnTo>
                    <a:pt x="5168477" y="816213"/>
                  </a:lnTo>
                  <a:lnTo>
                    <a:pt x="5168602" y="816213"/>
                  </a:lnTo>
                  <a:lnTo>
                    <a:pt x="5168727" y="816213"/>
                  </a:lnTo>
                  <a:lnTo>
                    <a:pt x="5168852" y="816213"/>
                  </a:lnTo>
                  <a:lnTo>
                    <a:pt x="5168977" y="816213"/>
                  </a:lnTo>
                  <a:lnTo>
                    <a:pt x="5169103" y="816213"/>
                  </a:lnTo>
                  <a:lnTo>
                    <a:pt x="5169228" y="816213"/>
                  </a:lnTo>
                  <a:lnTo>
                    <a:pt x="5169353" y="816213"/>
                  </a:lnTo>
                  <a:lnTo>
                    <a:pt x="5169478" y="816213"/>
                  </a:lnTo>
                  <a:lnTo>
                    <a:pt x="5169603" y="816213"/>
                  </a:lnTo>
                  <a:lnTo>
                    <a:pt x="5169728" y="816213"/>
                  </a:lnTo>
                  <a:lnTo>
                    <a:pt x="5169853" y="816213"/>
                  </a:lnTo>
                  <a:lnTo>
                    <a:pt x="5169978" y="816213"/>
                  </a:lnTo>
                  <a:lnTo>
                    <a:pt x="5170103" y="816213"/>
                  </a:lnTo>
                  <a:lnTo>
                    <a:pt x="5170228" y="816213"/>
                  </a:lnTo>
                  <a:lnTo>
                    <a:pt x="5170353" y="816213"/>
                  </a:lnTo>
                  <a:lnTo>
                    <a:pt x="5170478" y="816213"/>
                  </a:lnTo>
                  <a:lnTo>
                    <a:pt x="5170603" y="816213"/>
                  </a:lnTo>
                  <a:lnTo>
                    <a:pt x="5170728" y="816213"/>
                  </a:lnTo>
                  <a:lnTo>
                    <a:pt x="5170853" y="816213"/>
                  </a:lnTo>
                  <a:lnTo>
                    <a:pt x="5170978" y="816213"/>
                  </a:lnTo>
                  <a:lnTo>
                    <a:pt x="5171103" y="816213"/>
                  </a:lnTo>
                  <a:lnTo>
                    <a:pt x="5171228" y="816213"/>
                  </a:lnTo>
                  <a:lnTo>
                    <a:pt x="5171353" y="816213"/>
                  </a:lnTo>
                  <a:lnTo>
                    <a:pt x="5171478" y="816213"/>
                  </a:lnTo>
                  <a:lnTo>
                    <a:pt x="5171603" y="816213"/>
                  </a:lnTo>
                  <a:lnTo>
                    <a:pt x="5171728" y="816213"/>
                  </a:lnTo>
                  <a:lnTo>
                    <a:pt x="5171853" y="816213"/>
                  </a:lnTo>
                  <a:lnTo>
                    <a:pt x="5171978" y="816213"/>
                  </a:lnTo>
                  <a:lnTo>
                    <a:pt x="5172104" y="816213"/>
                  </a:lnTo>
                  <a:lnTo>
                    <a:pt x="5172229" y="816213"/>
                  </a:lnTo>
                  <a:lnTo>
                    <a:pt x="5172354" y="816213"/>
                  </a:lnTo>
                  <a:lnTo>
                    <a:pt x="5172479" y="816213"/>
                  </a:lnTo>
                  <a:lnTo>
                    <a:pt x="5172604" y="816213"/>
                  </a:lnTo>
                  <a:lnTo>
                    <a:pt x="5172729" y="816213"/>
                  </a:lnTo>
                  <a:lnTo>
                    <a:pt x="5172854" y="816213"/>
                  </a:lnTo>
                  <a:lnTo>
                    <a:pt x="5172979" y="816213"/>
                  </a:lnTo>
                  <a:lnTo>
                    <a:pt x="5173104" y="816213"/>
                  </a:lnTo>
                  <a:lnTo>
                    <a:pt x="5173229" y="816213"/>
                  </a:lnTo>
                  <a:lnTo>
                    <a:pt x="5173354" y="816213"/>
                  </a:lnTo>
                  <a:lnTo>
                    <a:pt x="5173479" y="816213"/>
                  </a:lnTo>
                  <a:lnTo>
                    <a:pt x="5173604" y="816213"/>
                  </a:lnTo>
                  <a:lnTo>
                    <a:pt x="5173729" y="816213"/>
                  </a:lnTo>
                  <a:lnTo>
                    <a:pt x="5173854" y="816213"/>
                  </a:lnTo>
                  <a:lnTo>
                    <a:pt x="5173979" y="816213"/>
                  </a:lnTo>
                  <a:lnTo>
                    <a:pt x="5174104" y="816213"/>
                  </a:lnTo>
                  <a:lnTo>
                    <a:pt x="5174229" y="816213"/>
                  </a:lnTo>
                  <a:lnTo>
                    <a:pt x="5174354" y="816213"/>
                  </a:lnTo>
                  <a:lnTo>
                    <a:pt x="5174479" y="816213"/>
                  </a:lnTo>
                  <a:lnTo>
                    <a:pt x="5174604" y="816213"/>
                  </a:lnTo>
                  <a:lnTo>
                    <a:pt x="5174729" y="816213"/>
                  </a:lnTo>
                  <a:lnTo>
                    <a:pt x="5174854" y="816213"/>
                  </a:lnTo>
                  <a:lnTo>
                    <a:pt x="5174979" y="816213"/>
                  </a:lnTo>
                  <a:lnTo>
                    <a:pt x="5175105" y="816213"/>
                  </a:lnTo>
                  <a:lnTo>
                    <a:pt x="5175230" y="816213"/>
                  </a:lnTo>
                  <a:lnTo>
                    <a:pt x="5175355" y="816213"/>
                  </a:lnTo>
                  <a:lnTo>
                    <a:pt x="5175480" y="816213"/>
                  </a:lnTo>
                  <a:lnTo>
                    <a:pt x="5175605" y="816213"/>
                  </a:lnTo>
                  <a:lnTo>
                    <a:pt x="5175730" y="816213"/>
                  </a:lnTo>
                  <a:lnTo>
                    <a:pt x="5175855" y="816213"/>
                  </a:lnTo>
                  <a:lnTo>
                    <a:pt x="5175980" y="816213"/>
                  </a:lnTo>
                  <a:lnTo>
                    <a:pt x="5176105" y="816213"/>
                  </a:lnTo>
                  <a:lnTo>
                    <a:pt x="5176230" y="816213"/>
                  </a:lnTo>
                  <a:lnTo>
                    <a:pt x="5176355" y="816213"/>
                  </a:lnTo>
                  <a:lnTo>
                    <a:pt x="5176480" y="816213"/>
                  </a:lnTo>
                  <a:lnTo>
                    <a:pt x="5176605" y="816213"/>
                  </a:lnTo>
                  <a:lnTo>
                    <a:pt x="5176730" y="816213"/>
                  </a:lnTo>
                  <a:lnTo>
                    <a:pt x="5176855" y="816213"/>
                  </a:lnTo>
                  <a:lnTo>
                    <a:pt x="5176980" y="816213"/>
                  </a:lnTo>
                  <a:lnTo>
                    <a:pt x="5177105" y="816213"/>
                  </a:lnTo>
                  <a:lnTo>
                    <a:pt x="5177230" y="816213"/>
                  </a:lnTo>
                  <a:lnTo>
                    <a:pt x="5177355" y="816213"/>
                  </a:lnTo>
                  <a:lnTo>
                    <a:pt x="5177480" y="816213"/>
                  </a:lnTo>
                  <a:lnTo>
                    <a:pt x="5177605" y="816213"/>
                  </a:lnTo>
                  <a:lnTo>
                    <a:pt x="5177730" y="816213"/>
                  </a:lnTo>
                  <a:lnTo>
                    <a:pt x="5177855" y="816213"/>
                  </a:lnTo>
                  <a:lnTo>
                    <a:pt x="5177980" y="816213"/>
                  </a:lnTo>
                  <a:lnTo>
                    <a:pt x="5178106" y="816213"/>
                  </a:lnTo>
                  <a:lnTo>
                    <a:pt x="5178231" y="816213"/>
                  </a:lnTo>
                  <a:lnTo>
                    <a:pt x="5178356" y="816213"/>
                  </a:lnTo>
                  <a:lnTo>
                    <a:pt x="5178481" y="816213"/>
                  </a:lnTo>
                  <a:lnTo>
                    <a:pt x="5178606" y="816213"/>
                  </a:lnTo>
                  <a:lnTo>
                    <a:pt x="5178731" y="816213"/>
                  </a:lnTo>
                  <a:lnTo>
                    <a:pt x="5178856" y="816213"/>
                  </a:lnTo>
                  <a:lnTo>
                    <a:pt x="5178981" y="816213"/>
                  </a:lnTo>
                  <a:lnTo>
                    <a:pt x="5179106" y="816213"/>
                  </a:lnTo>
                  <a:lnTo>
                    <a:pt x="5179231" y="816213"/>
                  </a:lnTo>
                  <a:lnTo>
                    <a:pt x="5179356" y="816213"/>
                  </a:lnTo>
                  <a:lnTo>
                    <a:pt x="5179481" y="816213"/>
                  </a:lnTo>
                  <a:lnTo>
                    <a:pt x="5179606" y="816213"/>
                  </a:lnTo>
                  <a:lnTo>
                    <a:pt x="5179731" y="816213"/>
                  </a:lnTo>
                  <a:lnTo>
                    <a:pt x="5179856" y="816213"/>
                  </a:lnTo>
                  <a:lnTo>
                    <a:pt x="5179981" y="816213"/>
                  </a:lnTo>
                  <a:lnTo>
                    <a:pt x="5180106" y="816213"/>
                  </a:lnTo>
                  <a:lnTo>
                    <a:pt x="5180231" y="816213"/>
                  </a:lnTo>
                  <a:lnTo>
                    <a:pt x="5180356" y="816213"/>
                  </a:lnTo>
                  <a:lnTo>
                    <a:pt x="5180481" y="816213"/>
                  </a:lnTo>
                  <a:lnTo>
                    <a:pt x="5180606" y="816213"/>
                  </a:lnTo>
                  <a:lnTo>
                    <a:pt x="5180731" y="816213"/>
                  </a:lnTo>
                  <a:lnTo>
                    <a:pt x="5180856" y="816213"/>
                  </a:lnTo>
                  <a:lnTo>
                    <a:pt x="5180981" y="816213"/>
                  </a:lnTo>
                  <a:lnTo>
                    <a:pt x="5181107" y="816213"/>
                  </a:lnTo>
                  <a:lnTo>
                    <a:pt x="5181232" y="816213"/>
                  </a:lnTo>
                  <a:lnTo>
                    <a:pt x="5181357" y="816213"/>
                  </a:lnTo>
                  <a:lnTo>
                    <a:pt x="5181482" y="816213"/>
                  </a:lnTo>
                  <a:lnTo>
                    <a:pt x="5181607" y="816213"/>
                  </a:lnTo>
                  <a:lnTo>
                    <a:pt x="5181732" y="816213"/>
                  </a:lnTo>
                  <a:lnTo>
                    <a:pt x="5181857" y="816213"/>
                  </a:lnTo>
                  <a:lnTo>
                    <a:pt x="5181982" y="816213"/>
                  </a:lnTo>
                  <a:lnTo>
                    <a:pt x="5182107" y="816213"/>
                  </a:lnTo>
                  <a:lnTo>
                    <a:pt x="5182232" y="816213"/>
                  </a:lnTo>
                  <a:lnTo>
                    <a:pt x="5182357" y="816213"/>
                  </a:lnTo>
                  <a:lnTo>
                    <a:pt x="5182482" y="816213"/>
                  </a:lnTo>
                  <a:lnTo>
                    <a:pt x="5182607" y="816213"/>
                  </a:lnTo>
                  <a:lnTo>
                    <a:pt x="5182732" y="816213"/>
                  </a:lnTo>
                  <a:lnTo>
                    <a:pt x="5182857" y="816213"/>
                  </a:lnTo>
                  <a:lnTo>
                    <a:pt x="5182982" y="816213"/>
                  </a:lnTo>
                  <a:lnTo>
                    <a:pt x="5183107" y="816213"/>
                  </a:lnTo>
                  <a:lnTo>
                    <a:pt x="5183232" y="816213"/>
                  </a:lnTo>
                  <a:lnTo>
                    <a:pt x="5183357" y="816213"/>
                  </a:lnTo>
                  <a:lnTo>
                    <a:pt x="5183482" y="816213"/>
                  </a:lnTo>
                  <a:lnTo>
                    <a:pt x="5183607" y="816213"/>
                  </a:lnTo>
                  <a:lnTo>
                    <a:pt x="5183732" y="816213"/>
                  </a:lnTo>
                  <a:lnTo>
                    <a:pt x="5183857" y="816213"/>
                  </a:lnTo>
                  <a:lnTo>
                    <a:pt x="5183982" y="816213"/>
                  </a:lnTo>
                  <a:lnTo>
                    <a:pt x="5184108" y="816213"/>
                  </a:lnTo>
                  <a:lnTo>
                    <a:pt x="5184233" y="816213"/>
                  </a:lnTo>
                  <a:lnTo>
                    <a:pt x="5184358" y="816213"/>
                  </a:lnTo>
                  <a:lnTo>
                    <a:pt x="5184483" y="816213"/>
                  </a:lnTo>
                  <a:lnTo>
                    <a:pt x="5184608" y="816213"/>
                  </a:lnTo>
                  <a:lnTo>
                    <a:pt x="5184733" y="816213"/>
                  </a:lnTo>
                  <a:lnTo>
                    <a:pt x="5184858" y="816213"/>
                  </a:lnTo>
                  <a:lnTo>
                    <a:pt x="5184983" y="816213"/>
                  </a:lnTo>
                  <a:lnTo>
                    <a:pt x="5185108" y="816213"/>
                  </a:lnTo>
                  <a:lnTo>
                    <a:pt x="5185233" y="816213"/>
                  </a:lnTo>
                  <a:lnTo>
                    <a:pt x="5185358" y="816213"/>
                  </a:lnTo>
                  <a:lnTo>
                    <a:pt x="5185483" y="816213"/>
                  </a:lnTo>
                  <a:lnTo>
                    <a:pt x="5185608" y="816213"/>
                  </a:lnTo>
                  <a:lnTo>
                    <a:pt x="5185733" y="816213"/>
                  </a:lnTo>
                  <a:lnTo>
                    <a:pt x="5185858" y="816213"/>
                  </a:lnTo>
                  <a:lnTo>
                    <a:pt x="5185983" y="816213"/>
                  </a:lnTo>
                  <a:lnTo>
                    <a:pt x="5186108" y="816213"/>
                  </a:lnTo>
                  <a:lnTo>
                    <a:pt x="5186233" y="816213"/>
                  </a:lnTo>
                  <a:lnTo>
                    <a:pt x="5186358" y="816213"/>
                  </a:lnTo>
                  <a:lnTo>
                    <a:pt x="5186483" y="816213"/>
                  </a:lnTo>
                  <a:lnTo>
                    <a:pt x="5186608" y="816213"/>
                  </a:lnTo>
                  <a:lnTo>
                    <a:pt x="5186733" y="816213"/>
                  </a:lnTo>
                  <a:lnTo>
                    <a:pt x="5186858" y="816213"/>
                  </a:lnTo>
                  <a:lnTo>
                    <a:pt x="5186983" y="816213"/>
                  </a:lnTo>
                  <a:lnTo>
                    <a:pt x="5187109" y="816213"/>
                  </a:lnTo>
                  <a:lnTo>
                    <a:pt x="5187234" y="816213"/>
                  </a:lnTo>
                  <a:lnTo>
                    <a:pt x="5187359" y="816213"/>
                  </a:lnTo>
                  <a:lnTo>
                    <a:pt x="5187484" y="816213"/>
                  </a:lnTo>
                  <a:lnTo>
                    <a:pt x="5187609" y="816213"/>
                  </a:lnTo>
                  <a:lnTo>
                    <a:pt x="5187734" y="816213"/>
                  </a:lnTo>
                  <a:lnTo>
                    <a:pt x="5187859" y="816213"/>
                  </a:lnTo>
                  <a:lnTo>
                    <a:pt x="5187984" y="816213"/>
                  </a:lnTo>
                  <a:lnTo>
                    <a:pt x="5188109" y="816213"/>
                  </a:lnTo>
                  <a:lnTo>
                    <a:pt x="5188234" y="816213"/>
                  </a:lnTo>
                  <a:lnTo>
                    <a:pt x="5188359" y="816213"/>
                  </a:lnTo>
                  <a:lnTo>
                    <a:pt x="5188484" y="816213"/>
                  </a:lnTo>
                  <a:lnTo>
                    <a:pt x="5188609" y="816213"/>
                  </a:lnTo>
                  <a:lnTo>
                    <a:pt x="5188734" y="816213"/>
                  </a:lnTo>
                  <a:lnTo>
                    <a:pt x="5188859" y="816213"/>
                  </a:lnTo>
                  <a:lnTo>
                    <a:pt x="5188984" y="816213"/>
                  </a:lnTo>
                  <a:lnTo>
                    <a:pt x="5189109" y="816213"/>
                  </a:lnTo>
                  <a:lnTo>
                    <a:pt x="5189234" y="816213"/>
                  </a:lnTo>
                  <a:lnTo>
                    <a:pt x="5189359" y="816213"/>
                  </a:lnTo>
                  <a:lnTo>
                    <a:pt x="5189484" y="816213"/>
                  </a:lnTo>
                  <a:lnTo>
                    <a:pt x="5189609" y="816213"/>
                  </a:lnTo>
                  <a:lnTo>
                    <a:pt x="5189734" y="816213"/>
                  </a:lnTo>
                  <a:lnTo>
                    <a:pt x="5189859" y="816213"/>
                  </a:lnTo>
                  <a:lnTo>
                    <a:pt x="5189984" y="816213"/>
                  </a:lnTo>
                  <a:lnTo>
                    <a:pt x="5190110" y="816213"/>
                  </a:lnTo>
                  <a:lnTo>
                    <a:pt x="5190235" y="816213"/>
                  </a:lnTo>
                  <a:lnTo>
                    <a:pt x="5190360" y="816213"/>
                  </a:lnTo>
                  <a:lnTo>
                    <a:pt x="5190485" y="816213"/>
                  </a:lnTo>
                  <a:lnTo>
                    <a:pt x="5190610" y="816213"/>
                  </a:lnTo>
                  <a:lnTo>
                    <a:pt x="5190735" y="816213"/>
                  </a:lnTo>
                  <a:lnTo>
                    <a:pt x="5190860" y="816213"/>
                  </a:lnTo>
                  <a:lnTo>
                    <a:pt x="5190985" y="816213"/>
                  </a:lnTo>
                  <a:lnTo>
                    <a:pt x="5191110" y="816213"/>
                  </a:lnTo>
                  <a:lnTo>
                    <a:pt x="5191235" y="816213"/>
                  </a:lnTo>
                  <a:lnTo>
                    <a:pt x="5191360" y="816213"/>
                  </a:lnTo>
                  <a:lnTo>
                    <a:pt x="5191485" y="816213"/>
                  </a:lnTo>
                  <a:lnTo>
                    <a:pt x="5191610" y="816213"/>
                  </a:lnTo>
                  <a:lnTo>
                    <a:pt x="5191735" y="816213"/>
                  </a:lnTo>
                  <a:lnTo>
                    <a:pt x="5191860" y="816213"/>
                  </a:lnTo>
                  <a:lnTo>
                    <a:pt x="5191985" y="816213"/>
                  </a:lnTo>
                  <a:lnTo>
                    <a:pt x="5192110" y="816213"/>
                  </a:lnTo>
                  <a:lnTo>
                    <a:pt x="5192235" y="816213"/>
                  </a:lnTo>
                  <a:lnTo>
                    <a:pt x="5192360" y="816213"/>
                  </a:lnTo>
                  <a:lnTo>
                    <a:pt x="5192485" y="816213"/>
                  </a:lnTo>
                  <a:lnTo>
                    <a:pt x="5192610" y="816213"/>
                  </a:lnTo>
                  <a:lnTo>
                    <a:pt x="5192735" y="816213"/>
                  </a:lnTo>
                  <a:lnTo>
                    <a:pt x="5192860" y="816213"/>
                  </a:lnTo>
                  <a:lnTo>
                    <a:pt x="5192985" y="816213"/>
                  </a:lnTo>
                  <a:lnTo>
                    <a:pt x="5193111" y="816213"/>
                  </a:lnTo>
                  <a:lnTo>
                    <a:pt x="5193236" y="816213"/>
                  </a:lnTo>
                  <a:lnTo>
                    <a:pt x="5193361" y="816213"/>
                  </a:lnTo>
                  <a:lnTo>
                    <a:pt x="5193486" y="816213"/>
                  </a:lnTo>
                  <a:lnTo>
                    <a:pt x="5193611" y="816213"/>
                  </a:lnTo>
                  <a:lnTo>
                    <a:pt x="5193736" y="816213"/>
                  </a:lnTo>
                  <a:lnTo>
                    <a:pt x="5193861" y="816213"/>
                  </a:lnTo>
                  <a:lnTo>
                    <a:pt x="5193986" y="816213"/>
                  </a:lnTo>
                  <a:lnTo>
                    <a:pt x="5194111" y="816213"/>
                  </a:lnTo>
                  <a:lnTo>
                    <a:pt x="5194236" y="816213"/>
                  </a:lnTo>
                  <a:lnTo>
                    <a:pt x="5194361" y="816213"/>
                  </a:lnTo>
                  <a:lnTo>
                    <a:pt x="5194486" y="816213"/>
                  </a:lnTo>
                  <a:lnTo>
                    <a:pt x="5194611" y="816213"/>
                  </a:lnTo>
                  <a:lnTo>
                    <a:pt x="5194736" y="816213"/>
                  </a:lnTo>
                  <a:lnTo>
                    <a:pt x="5194861" y="816213"/>
                  </a:lnTo>
                  <a:lnTo>
                    <a:pt x="5194986" y="816213"/>
                  </a:lnTo>
                  <a:lnTo>
                    <a:pt x="5195111" y="816213"/>
                  </a:lnTo>
                  <a:lnTo>
                    <a:pt x="5195236" y="816213"/>
                  </a:lnTo>
                  <a:lnTo>
                    <a:pt x="5195361" y="816213"/>
                  </a:lnTo>
                  <a:lnTo>
                    <a:pt x="5195486" y="816213"/>
                  </a:lnTo>
                  <a:lnTo>
                    <a:pt x="5195611" y="816213"/>
                  </a:lnTo>
                  <a:lnTo>
                    <a:pt x="5195736" y="816213"/>
                  </a:lnTo>
                  <a:lnTo>
                    <a:pt x="5195861" y="816213"/>
                  </a:lnTo>
                  <a:lnTo>
                    <a:pt x="5195986" y="816213"/>
                  </a:lnTo>
                  <a:lnTo>
                    <a:pt x="5196112" y="816213"/>
                  </a:lnTo>
                  <a:lnTo>
                    <a:pt x="5196237" y="816213"/>
                  </a:lnTo>
                  <a:lnTo>
                    <a:pt x="5196362" y="816213"/>
                  </a:lnTo>
                  <a:lnTo>
                    <a:pt x="5196487" y="816213"/>
                  </a:lnTo>
                  <a:lnTo>
                    <a:pt x="5196612" y="816213"/>
                  </a:lnTo>
                  <a:lnTo>
                    <a:pt x="5196737" y="816213"/>
                  </a:lnTo>
                  <a:lnTo>
                    <a:pt x="5196862" y="816213"/>
                  </a:lnTo>
                  <a:lnTo>
                    <a:pt x="5196987" y="816213"/>
                  </a:lnTo>
                  <a:lnTo>
                    <a:pt x="5197112" y="816213"/>
                  </a:lnTo>
                  <a:lnTo>
                    <a:pt x="5197112" y="806259"/>
                  </a:lnTo>
                  <a:lnTo>
                    <a:pt x="5197237" y="806259"/>
                  </a:lnTo>
                  <a:lnTo>
                    <a:pt x="5197362" y="806259"/>
                  </a:lnTo>
                  <a:lnTo>
                    <a:pt x="5197487" y="806259"/>
                  </a:lnTo>
                  <a:lnTo>
                    <a:pt x="5197612" y="806259"/>
                  </a:lnTo>
                  <a:lnTo>
                    <a:pt x="5197737" y="806259"/>
                  </a:lnTo>
                  <a:lnTo>
                    <a:pt x="5197862" y="806259"/>
                  </a:lnTo>
                  <a:lnTo>
                    <a:pt x="5197987" y="806259"/>
                  </a:lnTo>
                  <a:lnTo>
                    <a:pt x="5198112" y="806259"/>
                  </a:lnTo>
                  <a:lnTo>
                    <a:pt x="5198237" y="806259"/>
                  </a:lnTo>
                  <a:lnTo>
                    <a:pt x="5198362" y="806259"/>
                  </a:lnTo>
                  <a:lnTo>
                    <a:pt x="5198487" y="806259"/>
                  </a:lnTo>
                  <a:lnTo>
                    <a:pt x="5198612" y="806259"/>
                  </a:lnTo>
                  <a:lnTo>
                    <a:pt x="5198737" y="806259"/>
                  </a:lnTo>
                  <a:lnTo>
                    <a:pt x="5198862" y="806259"/>
                  </a:lnTo>
                  <a:lnTo>
                    <a:pt x="5198987" y="806259"/>
                  </a:lnTo>
                  <a:lnTo>
                    <a:pt x="5199113" y="806259"/>
                  </a:lnTo>
                  <a:lnTo>
                    <a:pt x="5199238" y="806259"/>
                  </a:lnTo>
                  <a:lnTo>
                    <a:pt x="5199363" y="806259"/>
                  </a:lnTo>
                  <a:lnTo>
                    <a:pt x="5199488" y="806259"/>
                  </a:lnTo>
                  <a:lnTo>
                    <a:pt x="5199613" y="806259"/>
                  </a:lnTo>
                  <a:lnTo>
                    <a:pt x="5199738" y="806259"/>
                  </a:lnTo>
                  <a:lnTo>
                    <a:pt x="5199863" y="806259"/>
                  </a:lnTo>
                  <a:lnTo>
                    <a:pt x="5199988" y="806259"/>
                  </a:lnTo>
                  <a:lnTo>
                    <a:pt x="5200113" y="806259"/>
                  </a:lnTo>
                  <a:lnTo>
                    <a:pt x="5200238" y="806259"/>
                  </a:lnTo>
                  <a:lnTo>
                    <a:pt x="5200363" y="806259"/>
                  </a:lnTo>
                  <a:lnTo>
                    <a:pt x="5200488" y="806259"/>
                  </a:lnTo>
                  <a:lnTo>
                    <a:pt x="5200613" y="806259"/>
                  </a:lnTo>
                  <a:lnTo>
                    <a:pt x="5200738" y="806259"/>
                  </a:lnTo>
                  <a:lnTo>
                    <a:pt x="5200863" y="806259"/>
                  </a:lnTo>
                  <a:lnTo>
                    <a:pt x="5200988" y="806259"/>
                  </a:lnTo>
                  <a:lnTo>
                    <a:pt x="5201113" y="806259"/>
                  </a:lnTo>
                  <a:lnTo>
                    <a:pt x="5201238" y="806259"/>
                  </a:lnTo>
                  <a:lnTo>
                    <a:pt x="5201363" y="806259"/>
                  </a:lnTo>
                  <a:lnTo>
                    <a:pt x="5201488" y="806259"/>
                  </a:lnTo>
                  <a:lnTo>
                    <a:pt x="5201613" y="806259"/>
                  </a:lnTo>
                  <a:lnTo>
                    <a:pt x="5201738" y="806259"/>
                  </a:lnTo>
                  <a:lnTo>
                    <a:pt x="5201738" y="796305"/>
                  </a:lnTo>
                  <a:lnTo>
                    <a:pt x="5201863" y="796305"/>
                  </a:lnTo>
                  <a:lnTo>
                    <a:pt x="5201989" y="796305"/>
                  </a:lnTo>
                  <a:lnTo>
                    <a:pt x="5202114" y="796305"/>
                  </a:lnTo>
                  <a:lnTo>
                    <a:pt x="5202239" y="796305"/>
                  </a:lnTo>
                  <a:lnTo>
                    <a:pt x="5202364" y="796305"/>
                  </a:lnTo>
                  <a:lnTo>
                    <a:pt x="5202489" y="796305"/>
                  </a:lnTo>
                  <a:lnTo>
                    <a:pt x="5202614" y="796305"/>
                  </a:lnTo>
                  <a:lnTo>
                    <a:pt x="5202739" y="796305"/>
                  </a:lnTo>
                  <a:lnTo>
                    <a:pt x="5202864" y="796305"/>
                  </a:lnTo>
                  <a:lnTo>
                    <a:pt x="5202989" y="796305"/>
                  </a:lnTo>
                  <a:lnTo>
                    <a:pt x="5203114" y="796305"/>
                  </a:lnTo>
                  <a:lnTo>
                    <a:pt x="5203239" y="796305"/>
                  </a:lnTo>
                  <a:lnTo>
                    <a:pt x="5203364" y="796305"/>
                  </a:lnTo>
                  <a:lnTo>
                    <a:pt x="5203489" y="796305"/>
                  </a:lnTo>
                  <a:lnTo>
                    <a:pt x="5203614" y="796305"/>
                  </a:lnTo>
                  <a:lnTo>
                    <a:pt x="5203739" y="796305"/>
                  </a:lnTo>
                  <a:lnTo>
                    <a:pt x="5203864" y="796305"/>
                  </a:lnTo>
                  <a:lnTo>
                    <a:pt x="5203989" y="796305"/>
                  </a:lnTo>
                  <a:lnTo>
                    <a:pt x="5204114" y="796305"/>
                  </a:lnTo>
                  <a:lnTo>
                    <a:pt x="5204239" y="796305"/>
                  </a:lnTo>
                  <a:lnTo>
                    <a:pt x="5204364" y="796305"/>
                  </a:lnTo>
                  <a:lnTo>
                    <a:pt x="5204489" y="796305"/>
                  </a:lnTo>
                  <a:lnTo>
                    <a:pt x="5204614" y="796305"/>
                  </a:lnTo>
                  <a:lnTo>
                    <a:pt x="5204739" y="796305"/>
                  </a:lnTo>
                  <a:lnTo>
                    <a:pt x="5204864" y="796305"/>
                  </a:lnTo>
                  <a:lnTo>
                    <a:pt x="5204990" y="796305"/>
                  </a:lnTo>
                  <a:lnTo>
                    <a:pt x="5205115" y="796305"/>
                  </a:lnTo>
                  <a:lnTo>
                    <a:pt x="5205240" y="796305"/>
                  </a:lnTo>
                  <a:lnTo>
                    <a:pt x="5205365" y="796305"/>
                  </a:lnTo>
                  <a:lnTo>
                    <a:pt x="5205490" y="796305"/>
                  </a:lnTo>
                  <a:lnTo>
                    <a:pt x="5205615" y="796305"/>
                  </a:lnTo>
                  <a:lnTo>
                    <a:pt x="5205740" y="796305"/>
                  </a:lnTo>
                  <a:lnTo>
                    <a:pt x="5205865" y="796305"/>
                  </a:lnTo>
                  <a:lnTo>
                    <a:pt x="5205990" y="796305"/>
                  </a:lnTo>
                  <a:lnTo>
                    <a:pt x="5206115" y="796305"/>
                  </a:lnTo>
                  <a:lnTo>
                    <a:pt x="5206240" y="796305"/>
                  </a:lnTo>
                  <a:lnTo>
                    <a:pt x="5206365" y="796305"/>
                  </a:lnTo>
                  <a:lnTo>
                    <a:pt x="5206490" y="796305"/>
                  </a:lnTo>
                  <a:lnTo>
                    <a:pt x="5206615" y="796305"/>
                  </a:lnTo>
                  <a:lnTo>
                    <a:pt x="5206740" y="796305"/>
                  </a:lnTo>
                  <a:lnTo>
                    <a:pt x="5206865" y="796305"/>
                  </a:lnTo>
                  <a:lnTo>
                    <a:pt x="5206990" y="796305"/>
                  </a:lnTo>
                  <a:lnTo>
                    <a:pt x="5207115" y="796305"/>
                  </a:lnTo>
                  <a:lnTo>
                    <a:pt x="5207240" y="796305"/>
                  </a:lnTo>
                  <a:lnTo>
                    <a:pt x="5207365" y="796305"/>
                  </a:lnTo>
                  <a:lnTo>
                    <a:pt x="5207490" y="796305"/>
                  </a:lnTo>
                  <a:lnTo>
                    <a:pt x="5207615" y="796305"/>
                  </a:lnTo>
                  <a:lnTo>
                    <a:pt x="5207740" y="796305"/>
                  </a:lnTo>
                  <a:lnTo>
                    <a:pt x="5207865" y="796305"/>
                  </a:lnTo>
                  <a:lnTo>
                    <a:pt x="5207991" y="796305"/>
                  </a:lnTo>
                  <a:lnTo>
                    <a:pt x="5208116" y="796305"/>
                  </a:lnTo>
                  <a:lnTo>
                    <a:pt x="5208241" y="796305"/>
                  </a:lnTo>
                  <a:lnTo>
                    <a:pt x="5208366" y="796305"/>
                  </a:lnTo>
                  <a:lnTo>
                    <a:pt x="5208491" y="796305"/>
                  </a:lnTo>
                  <a:lnTo>
                    <a:pt x="5208616" y="796305"/>
                  </a:lnTo>
                  <a:lnTo>
                    <a:pt x="5208741" y="796305"/>
                  </a:lnTo>
                  <a:lnTo>
                    <a:pt x="5208866" y="796305"/>
                  </a:lnTo>
                  <a:lnTo>
                    <a:pt x="5208991" y="796305"/>
                  </a:lnTo>
                  <a:lnTo>
                    <a:pt x="5209116" y="796305"/>
                  </a:lnTo>
                  <a:lnTo>
                    <a:pt x="5209241" y="796305"/>
                  </a:lnTo>
                  <a:lnTo>
                    <a:pt x="5209366" y="796305"/>
                  </a:lnTo>
                  <a:lnTo>
                    <a:pt x="5209491" y="796305"/>
                  </a:lnTo>
                  <a:lnTo>
                    <a:pt x="5209616" y="796305"/>
                  </a:lnTo>
                  <a:lnTo>
                    <a:pt x="5209741" y="796305"/>
                  </a:lnTo>
                  <a:lnTo>
                    <a:pt x="5209866" y="796305"/>
                  </a:lnTo>
                  <a:lnTo>
                    <a:pt x="5209991" y="796305"/>
                  </a:lnTo>
                  <a:lnTo>
                    <a:pt x="5210116" y="796305"/>
                  </a:lnTo>
                  <a:lnTo>
                    <a:pt x="5210241" y="796305"/>
                  </a:lnTo>
                  <a:lnTo>
                    <a:pt x="5210366" y="796305"/>
                  </a:lnTo>
                  <a:lnTo>
                    <a:pt x="5210491" y="796305"/>
                  </a:lnTo>
                  <a:lnTo>
                    <a:pt x="5210616" y="796305"/>
                  </a:lnTo>
                  <a:lnTo>
                    <a:pt x="5210741" y="796305"/>
                  </a:lnTo>
                  <a:lnTo>
                    <a:pt x="5210866" y="796305"/>
                  </a:lnTo>
                  <a:lnTo>
                    <a:pt x="5210992" y="796305"/>
                  </a:lnTo>
                  <a:lnTo>
                    <a:pt x="5211117" y="796305"/>
                  </a:lnTo>
                  <a:lnTo>
                    <a:pt x="5211242" y="796305"/>
                  </a:lnTo>
                  <a:lnTo>
                    <a:pt x="5211367" y="796305"/>
                  </a:lnTo>
                  <a:lnTo>
                    <a:pt x="5211492" y="796305"/>
                  </a:lnTo>
                  <a:lnTo>
                    <a:pt x="5211492" y="786351"/>
                  </a:lnTo>
                  <a:lnTo>
                    <a:pt x="5211617" y="786351"/>
                  </a:lnTo>
                  <a:lnTo>
                    <a:pt x="5211742" y="786351"/>
                  </a:lnTo>
                  <a:lnTo>
                    <a:pt x="5211867" y="786351"/>
                  </a:lnTo>
                  <a:lnTo>
                    <a:pt x="5211992" y="786351"/>
                  </a:lnTo>
                  <a:lnTo>
                    <a:pt x="5212117" y="786351"/>
                  </a:lnTo>
                  <a:lnTo>
                    <a:pt x="5212242" y="786351"/>
                  </a:lnTo>
                  <a:lnTo>
                    <a:pt x="5212367" y="786351"/>
                  </a:lnTo>
                  <a:lnTo>
                    <a:pt x="5212492" y="786351"/>
                  </a:lnTo>
                  <a:lnTo>
                    <a:pt x="5212617" y="786351"/>
                  </a:lnTo>
                  <a:lnTo>
                    <a:pt x="5212742" y="786351"/>
                  </a:lnTo>
                  <a:lnTo>
                    <a:pt x="5212867" y="786351"/>
                  </a:lnTo>
                  <a:lnTo>
                    <a:pt x="5212992" y="786351"/>
                  </a:lnTo>
                  <a:lnTo>
                    <a:pt x="5213117" y="786351"/>
                  </a:lnTo>
                  <a:lnTo>
                    <a:pt x="5213242" y="786351"/>
                  </a:lnTo>
                  <a:lnTo>
                    <a:pt x="5213367" y="786351"/>
                  </a:lnTo>
                  <a:lnTo>
                    <a:pt x="5213492" y="786351"/>
                  </a:lnTo>
                  <a:lnTo>
                    <a:pt x="5213617" y="786351"/>
                  </a:lnTo>
                  <a:lnTo>
                    <a:pt x="5213742" y="786351"/>
                  </a:lnTo>
                  <a:lnTo>
                    <a:pt x="5213867" y="786351"/>
                  </a:lnTo>
                  <a:lnTo>
                    <a:pt x="5213993" y="786351"/>
                  </a:lnTo>
                  <a:lnTo>
                    <a:pt x="5214118" y="786351"/>
                  </a:lnTo>
                  <a:lnTo>
                    <a:pt x="5214243" y="786351"/>
                  </a:lnTo>
                  <a:lnTo>
                    <a:pt x="5214368" y="786351"/>
                  </a:lnTo>
                  <a:lnTo>
                    <a:pt x="5214493" y="786351"/>
                  </a:lnTo>
                  <a:lnTo>
                    <a:pt x="5214618" y="786351"/>
                  </a:lnTo>
                  <a:lnTo>
                    <a:pt x="5214743" y="786351"/>
                  </a:lnTo>
                  <a:lnTo>
                    <a:pt x="5214868" y="786351"/>
                  </a:lnTo>
                  <a:lnTo>
                    <a:pt x="5214993" y="786351"/>
                  </a:lnTo>
                  <a:lnTo>
                    <a:pt x="5215118" y="786351"/>
                  </a:lnTo>
                  <a:lnTo>
                    <a:pt x="5215243" y="786351"/>
                  </a:lnTo>
                  <a:lnTo>
                    <a:pt x="5215368" y="786351"/>
                  </a:lnTo>
                  <a:lnTo>
                    <a:pt x="5215493" y="786351"/>
                  </a:lnTo>
                  <a:lnTo>
                    <a:pt x="5215618" y="786351"/>
                  </a:lnTo>
                  <a:lnTo>
                    <a:pt x="5215743" y="786351"/>
                  </a:lnTo>
                  <a:lnTo>
                    <a:pt x="5215868" y="786351"/>
                  </a:lnTo>
                  <a:lnTo>
                    <a:pt x="5215993" y="786351"/>
                  </a:lnTo>
                  <a:lnTo>
                    <a:pt x="5216118" y="786351"/>
                  </a:lnTo>
                  <a:lnTo>
                    <a:pt x="5216243" y="786351"/>
                  </a:lnTo>
                  <a:lnTo>
                    <a:pt x="5216368" y="786351"/>
                  </a:lnTo>
                  <a:lnTo>
                    <a:pt x="5216493" y="786351"/>
                  </a:lnTo>
                  <a:lnTo>
                    <a:pt x="5216618" y="786351"/>
                  </a:lnTo>
                  <a:lnTo>
                    <a:pt x="5216743" y="786351"/>
                  </a:lnTo>
                  <a:lnTo>
                    <a:pt x="5216868" y="786351"/>
                  </a:lnTo>
                  <a:lnTo>
                    <a:pt x="5216994" y="786351"/>
                  </a:lnTo>
                  <a:lnTo>
                    <a:pt x="5217119" y="786351"/>
                  </a:lnTo>
                  <a:lnTo>
                    <a:pt x="5217244" y="786351"/>
                  </a:lnTo>
                  <a:lnTo>
                    <a:pt x="5217369" y="786351"/>
                  </a:lnTo>
                  <a:lnTo>
                    <a:pt x="5217494" y="786351"/>
                  </a:lnTo>
                  <a:lnTo>
                    <a:pt x="5217619" y="786351"/>
                  </a:lnTo>
                  <a:lnTo>
                    <a:pt x="5217744" y="786351"/>
                  </a:lnTo>
                  <a:lnTo>
                    <a:pt x="5217869" y="786351"/>
                  </a:lnTo>
                  <a:lnTo>
                    <a:pt x="5217994" y="786351"/>
                  </a:lnTo>
                  <a:lnTo>
                    <a:pt x="5218119" y="786351"/>
                  </a:lnTo>
                  <a:lnTo>
                    <a:pt x="5218244" y="786351"/>
                  </a:lnTo>
                  <a:lnTo>
                    <a:pt x="5218369" y="786351"/>
                  </a:lnTo>
                  <a:lnTo>
                    <a:pt x="5218494" y="786351"/>
                  </a:lnTo>
                  <a:lnTo>
                    <a:pt x="5218619" y="786351"/>
                  </a:lnTo>
                  <a:lnTo>
                    <a:pt x="5218744" y="786351"/>
                  </a:lnTo>
                  <a:lnTo>
                    <a:pt x="5218869" y="786351"/>
                  </a:lnTo>
                  <a:lnTo>
                    <a:pt x="5218994" y="786351"/>
                  </a:lnTo>
                  <a:lnTo>
                    <a:pt x="5219119" y="786351"/>
                  </a:lnTo>
                  <a:lnTo>
                    <a:pt x="5219244" y="786351"/>
                  </a:lnTo>
                  <a:lnTo>
                    <a:pt x="5219369" y="786351"/>
                  </a:lnTo>
                  <a:lnTo>
                    <a:pt x="5219494" y="786351"/>
                  </a:lnTo>
                  <a:lnTo>
                    <a:pt x="5219619" y="786351"/>
                  </a:lnTo>
                  <a:lnTo>
                    <a:pt x="5219744" y="786351"/>
                  </a:lnTo>
                  <a:lnTo>
                    <a:pt x="5219869" y="786351"/>
                  </a:lnTo>
                  <a:lnTo>
                    <a:pt x="5219995" y="786351"/>
                  </a:lnTo>
                  <a:lnTo>
                    <a:pt x="5220120" y="786351"/>
                  </a:lnTo>
                  <a:lnTo>
                    <a:pt x="5220245" y="786351"/>
                  </a:lnTo>
                  <a:lnTo>
                    <a:pt x="5220245" y="776398"/>
                  </a:lnTo>
                  <a:lnTo>
                    <a:pt x="5220370" y="776398"/>
                  </a:lnTo>
                  <a:lnTo>
                    <a:pt x="5220495" y="776398"/>
                  </a:lnTo>
                  <a:lnTo>
                    <a:pt x="5220620" y="776398"/>
                  </a:lnTo>
                  <a:lnTo>
                    <a:pt x="5220745" y="776398"/>
                  </a:lnTo>
                  <a:lnTo>
                    <a:pt x="5220870" y="776398"/>
                  </a:lnTo>
                  <a:lnTo>
                    <a:pt x="5220995" y="776398"/>
                  </a:lnTo>
                  <a:lnTo>
                    <a:pt x="5221120" y="776398"/>
                  </a:lnTo>
                  <a:lnTo>
                    <a:pt x="5221245" y="776398"/>
                  </a:lnTo>
                  <a:lnTo>
                    <a:pt x="5221370" y="776398"/>
                  </a:lnTo>
                  <a:lnTo>
                    <a:pt x="5221495" y="776398"/>
                  </a:lnTo>
                  <a:lnTo>
                    <a:pt x="5221620" y="776398"/>
                  </a:lnTo>
                  <a:lnTo>
                    <a:pt x="5221745" y="776398"/>
                  </a:lnTo>
                  <a:lnTo>
                    <a:pt x="5221870" y="776398"/>
                  </a:lnTo>
                  <a:lnTo>
                    <a:pt x="5221995" y="776398"/>
                  </a:lnTo>
                  <a:lnTo>
                    <a:pt x="5222120" y="776398"/>
                  </a:lnTo>
                  <a:lnTo>
                    <a:pt x="5222245" y="776398"/>
                  </a:lnTo>
                  <a:lnTo>
                    <a:pt x="5222370" y="776398"/>
                  </a:lnTo>
                  <a:lnTo>
                    <a:pt x="5222495" y="776398"/>
                  </a:lnTo>
                  <a:lnTo>
                    <a:pt x="5222620" y="776398"/>
                  </a:lnTo>
                  <a:lnTo>
                    <a:pt x="5222745" y="776398"/>
                  </a:lnTo>
                  <a:lnTo>
                    <a:pt x="5222870" y="776398"/>
                  </a:lnTo>
                  <a:lnTo>
                    <a:pt x="5222996" y="776398"/>
                  </a:lnTo>
                  <a:lnTo>
                    <a:pt x="5223121" y="776398"/>
                  </a:lnTo>
                  <a:lnTo>
                    <a:pt x="5223246" y="776398"/>
                  </a:lnTo>
                  <a:lnTo>
                    <a:pt x="5223371" y="776398"/>
                  </a:lnTo>
                  <a:lnTo>
                    <a:pt x="5223496" y="776398"/>
                  </a:lnTo>
                  <a:lnTo>
                    <a:pt x="5223621" y="776398"/>
                  </a:lnTo>
                  <a:lnTo>
                    <a:pt x="5223746" y="776398"/>
                  </a:lnTo>
                  <a:lnTo>
                    <a:pt x="5223871" y="776398"/>
                  </a:lnTo>
                  <a:lnTo>
                    <a:pt x="5223996" y="776398"/>
                  </a:lnTo>
                  <a:lnTo>
                    <a:pt x="5224121" y="776398"/>
                  </a:lnTo>
                  <a:lnTo>
                    <a:pt x="5224246" y="776398"/>
                  </a:lnTo>
                  <a:lnTo>
                    <a:pt x="5224371" y="776398"/>
                  </a:lnTo>
                  <a:lnTo>
                    <a:pt x="5224496" y="776398"/>
                  </a:lnTo>
                  <a:lnTo>
                    <a:pt x="5224621" y="776398"/>
                  </a:lnTo>
                  <a:lnTo>
                    <a:pt x="5224746" y="776398"/>
                  </a:lnTo>
                  <a:lnTo>
                    <a:pt x="5224871" y="776398"/>
                  </a:lnTo>
                  <a:lnTo>
                    <a:pt x="5224996" y="776398"/>
                  </a:lnTo>
                  <a:lnTo>
                    <a:pt x="5225121" y="776398"/>
                  </a:lnTo>
                  <a:lnTo>
                    <a:pt x="5225246" y="776398"/>
                  </a:lnTo>
                  <a:lnTo>
                    <a:pt x="5225371" y="776398"/>
                  </a:lnTo>
                  <a:lnTo>
                    <a:pt x="5225496" y="776398"/>
                  </a:lnTo>
                  <a:lnTo>
                    <a:pt x="5225621" y="776398"/>
                  </a:lnTo>
                  <a:lnTo>
                    <a:pt x="5225746" y="776398"/>
                  </a:lnTo>
                  <a:lnTo>
                    <a:pt x="5225871" y="776398"/>
                  </a:lnTo>
                  <a:lnTo>
                    <a:pt x="5225997" y="776398"/>
                  </a:lnTo>
                  <a:lnTo>
                    <a:pt x="5226122" y="776398"/>
                  </a:lnTo>
                  <a:lnTo>
                    <a:pt x="5226247" y="776398"/>
                  </a:lnTo>
                  <a:lnTo>
                    <a:pt x="5226372" y="776398"/>
                  </a:lnTo>
                  <a:lnTo>
                    <a:pt x="5226497" y="776398"/>
                  </a:lnTo>
                  <a:lnTo>
                    <a:pt x="5226622" y="776398"/>
                  </a:lnTo>
                  <a:lnTo>
                    <a:pt x="5226747" y="776398"/>
                  </a:lnTo>
                  <a:lnTo>
                    <a:pt x="5226872" y="776398"/>
                  </a:lnTo>
                  <a:lnTo>
                    <a:pt x="5226997" y="776398"/>
                  </a:lnTo>
                  <a:lnTo>
                    <a:pt x="5227122" y="776398"/>
                  </a:lnTo>
                  <a:lnTo>
                    <a:pt x="5227247" y="776398"/>
                  </a:lnTo>
                  <a:lnTo>
                    <a:pt x="5227372" y="776398"/>
                  </a:lnTo>
                  <a:lnTo>
                    <a:pt x="5227497" y="776398"/>
                  </a:lnTo>
                  <a:lnTo>
                    <a:pt x="5227622" y="776398"/>
                  </a:lnTo>
                  <a:lnTo>
                    <a:pt x="5227747" y="776398"/>
                  </a:lnTo>
                  <a:lnTo>
                    <a:pt x="5227872" y="776398"/>
                  </a:lnTo>
                  <a:lnTo>
                    <a:pt x="5227997" y="776398"/>
                  </a:lnTo>
                  <a:lnTo>
                    <a:pt x="5228122" y="776398"/>
                  </a:lnTo>
                  <a:lnTo>
                    <a:pt x="5228247" y="776398"/>
                  </a:lnTo>
                  <a:lnTo>
                    <a:pt x="5228372" y="776398"/>
                  </a:lnTo>
                  <a:lnTo>
                    <a:pt x="5228497" y="776398"/>
                  </a:lnTo>
                  <a:lnTo>
                    <a:pt x="5228622" y="776398"/>
                  </a:lnTo>
                  <a:lnTo>
                    <a:pt x="5228747" y="776398"/>
                  </a:lnTo>
                  <a:lnTo>
                    <a:pt x="5228872" y="776398"/>
                  </a:lnTo>
                  <a:lnTo>
                    <a:pt x="5228998" y="776398"/>
                  </a:lnTo>
                  <a:lnTo>
                    <a:pt x="5229123" y="776398"/>
                  </a:lnTo>
                  <a:lnTo>
                    <a:pt x="5229248" y="776398"/>
                  </a:lnTo>
                  <a:lnTo>
                    <a:pt x="5229373" y="776398"/>
                  </a:lnTo>
                  <a:lnTo>
                    <a:pt x="5229498" y="776398"/>
                  </a:lnTo>
                  <a:lnTo>
                    <a:pt x="5229623" y="776398"/>
                  </a:lnTo>
                  <a:lnTo>
                    <a:pt x="5229748" y="776398"/>
                  </a:lnTo>
                  <a:lnTo>
                    <a:pt x="5229873" y="776398"/>
                  </a:lnTo>
                  <a:lnTo>
                    <a:pt x="5229998" y="776398"/>
                  </a:lnTo>
                  <a:lnTo>
                    <a:pt x="5230123" y="776398"/>
                  </a:lnTo>
                  <a:lnTo>
                    <a:pt x="5230248" y="776398"/>
                  </a:lnTo>
                  <a:lnTo>
                    <a:pt x="5230373" y="776398"/>
                  </a:lnTo>
                  <a:lnTo>
                    <a:pt x="5230498" y="776398"/>
                  </a:lnTo>
                  <a:lnTo>
                    <a:pt x="5230623" y="776398"/>
                  </a:lnTo>
                  <a:lnTo>
                    <a:pt x="5230748" y="776398"/>
                  </a:lnTo>
                  <a:lnTo>
                    <a:pt x="5230873" y="776398"/>
                  </a:lnTo>
                  <a:lnTo>
                    <a:pt x="5230998" y="776398"/>
                  </a:lnTo>
                  <a:lnTo>
                    <a:pt x="5231123" y="776398"/>
                  </a:lnTo>
                  <a:lnTo>
                    <a:pt x="5231248" y="776398"/>
                  </a:lnTo>
                  <a:lnTo>
                    <a:pt x="5231373" y="776398"/>
                  </a:lnTo>
                  <a:lnTo>
                    <a:pt x="5231498" y="776398"/>
                  </a:lnTo>
                  <a:lnTo>
                    <a:pt x="5231623" y="776398"/>
                  </a:lnTo>
                  <a:lnTo>
                    <a:pt x="5231748" y="776398"/>
                  </a:lnTo>
                  <a:lnTo>
                    <a:pt x="5231873" y="776398"/>
                  </a:lnTo>
                  <a:lnTo>
                    <a:pt x="5231999" y="776398"/>
                  </a:lnTo>
                  <a:lnTo>
                    <a:pt x="5232124" y="776398"/>
                  </a:lnTo>
                  <a:lnTo>
                    <a:pt x="5232249" y="776398"/>
                  </a:lnTo>
                  <a:lnTo>
                    <a:pt x="5232374" y="776398"/>
                  </a:lnTo>
                  <a:lnTo>
                    <a:pt x="5232499" y="776398"/>
                  </a:lnTo>
                  <a:lnTo>
                    <a:pt x="5232624" y="776398"/>
                  </a:lnTo>
                  <a:lnTo>
                    <a:pt x="5232749" y="776398"/>
                  </a:lnTo>
                  <a:lnTo>
                    <a:pt x="5232874" y="776398"/>
                  </a:lnTo>
                  <a:lnTo>
                    <a:pt x="5232999" y="776398"/>
                  </a:lnTo>
                  <a:lnTo>
                    <a:pt x="5233124" y="776398"/>
                  </a:lnTo>
                  <a:lnTo>
                    <a:pt x="5233249" y="776398"/>
                  </a:lnTo>
                  <a:lnTo>
                    <a:pt x="5233374" y="776398"/>
                  </a:lnTo>
                  <a:lnTo>
                    <a:pt x="5233499" y="776398"/>
                  </a:lnTo>
                  <a:lnTo>
                    <a:pt x="5233624" y="776398"/>
                  </a:lnTo>
                  <a:lnTo>
                    <a:pt x="5233749" y="776398"/>
                  </a:lnTo>
                  <a:lnTo>
                    <a:pt x="5233874" y="776398"/>
                  </a:lnTo>
                  <a:lnTo>
                    <a:pt x="5233999" y="776398"/>
                  </a:lnTo>
                  <a:lnTo>
                    <a:pt x="5234124" y="776398"/>
                  </a:lnTo>
                  <a:lnTo>
                    <a:pt x="5234249" y="776398"/>
                  </a:lnTo>
                  <a:lnTo>
                    <a:pt x="5234374" y="776398"/>
                  </a:lnTo>
                  <a:lnTo>
                    <a:pt x="5234499" y="776398"/>
                  </a:lnTo>
                  <a:lnTo>
                    <a:pt x="5234624" y="776398"/>
                  </a:lnTo>
                  <a:lnTo>
                    <a:pt x="5234749" y="776398"/>
                  </a:lnTo>
                  <a:lnTo>
                    <a:pt x="5234874" y="776398"/>
                  </a:lnTo>
                  <a:lnTo>
                    <a:pt x="5235000" y="776398"/>
                  </a:lnTo>
                  <a:lnTo>
                    <a:pt x="5235125" y="776398"/>
                  </a:lnTo>
                  <a:lnTo>
                    <a:pt x="5235250" y="776398"/>
                  </a:lnTo>
                  <a:lnTo>
                    <a:pt x="5235375" y="776398"/>
                  </a:lnTo>
                  <a:lnTo>
                    <a:pt x="5235500" y="776398"/>
                  </a:lnTo>
                  <a:lnTo>
                    <a:pt x="5235625" y="776398"/>
                  </a:lnTo>
                  <a:lnTo>
                    <a:pt x="5235750" y="776398"/>
                  </a:lnTo>
                  <a:lnTo>
                    <a:pt x="5235875" y="776398"/>
                  </a:lnTo>
                  <a:lnTo>
                    <a:pt x="5236000" y="776398"/>
                  </a:lnTo>
                  <a:lnTo>
                    <a:pt x="5236125" y="776398"/>
                  </a:lnTo>
                  <a:lnTo>
                    <a:pt x="5236125" y="766444"/>
                  </a:lnTo>
                  <a:lnTo>
                    <a:pt x="5236250" y="766444"/>
                  </a:lnTo>
                  <a:lnTo>
                    <a:pt x="5236375" y="766444"/>
                  </a:lnTo>
                  <a:lnTo>
                    <a:pt x="5236500" y="766444"/>
                  </a:lnTo>
                  <a:lnTo>
                    <a:pt x="5236625" y="766444"/>
                  </a:lnTo>
                  <a:lnTo>
                    <a:pt x="5236750" y="766444"/>
                  </a:lnTo>
                  <a:lnTo>
                    <a:pt x="5236875" y="766444"/>
                  </a:lnTo>
                  <a:lnTo>
                    <a:pt x="5237000" y="766444"/>
                  </a:lnTo>
                  <a:lnTo>
                    <a:pt x="5237125" y="766444"/>
                  </a:lnTo>
                  <a:lnTo>
                    <a:pt x="5237250" y="766444"/>
                  </a:lnTo>
                  <a:lnTo>
                    <a:pt x="5237375" y="766444"/>
                  </a:lnTo>
                  <a:lnTo>
                    <a:pt x="5237500" y="766444"/>
                  </a:lnTo>
                  <a:lnTo>
                    <a:pt x="5237625" y="766444"/>
                  </a:lnTo>
                  <a:lnTo>
                    <a:pt x="5237750" y="766444"/>
                  </a:lnTo>
                  <a:lnTo>
                    <a:pt x="5237875" y="766444"/>
                  </a:lnTo>
                  <a:lnTo>
                    <a:pt x="5238001" y="766444"/>
                  </a:lnTo>
                  <a:lnTo>
                    <a:pt x="5238126" y="766444"/>
                  </a:lnTo>
                  <a:lnTo>
                    <a:pt x="5238251" y="766444"/>
                  </a:lnTo>
                  <a:lnTo>
                    <a:pt x="5238376" y="766444"/>
                  </a:lnTo>
                  <a:lnTo>
                    <a:pt x="5238501" y="766444"/>
                  </a:lnTo>
                  <a:lnTo>
                    <a:pt x="5238626" y="766444"/>
                  </a:lnTo>
                  <a:lnTo>
                    <a:pt x="5238751" y="766444"/>
                  </a:lnTo>
                  <a:lnTo>
                    <a:pt x="5238876" y="766444"/>
                  </a:lnTo>
                  <a:lnTo>
                    <a:pt x="5239001" y="766444"/>
                  </a:lnTo>
                  <a:lnTo>
                    <a:pt x="5239126" y="766444"/>
                  </a:lnTo>
                  <a:lnTo>
                    <a:pt x="5239251" y="766444"/>
                  </a:lnTo>
                  <a:lnTo>
                    <a:pt x="5239376" y="766444"/>
                  </a:lnTo>
                  <a:lnTo>
                    <a:pt x="5239501" y="766444"/>
                  </a:lnTo>
                  <a:lnTo>
                    <a:pt x="5239626" y="766444"/>
                  </a:lnTo>
                  <a:lnTo>
                    <a:pt x="5239751" y="766444"/>
                  </a:lnTo>
                  <a:lnTo>
                    <a:pt x="5239876" y="766444"/>
                  </a:lnTo>
                  <a:lnTo>
                    <a:pt x="5240001" y="766444"/>
                  </a:lnTo>
                  <a:lnTo>
                    <a:pt x="5240126" y="766444"/>
                  </a:lnTo>
                  <a:lnTo>
                    <a:pt x="5240251" y="766444"/>
                  </a:lnTo>
                  <a:lnTo>
                    <a:pt x="5240376" y="766444"/>
                  </a:lnTo>
                  <a:lnTo>
                    <a:pt x="5240501" y="766444"/>
                  </a:lnTo>
                  <a:lnTo>
                    <a:pt x="5240626" y="766444"/>
                  </a:lnTo>
                  <a:lnTo>
                    <a:pt x="5240751" y="766444"/>
                  </a:lnTo>
                  <a:lnTo>
                    <a:pt x="5240877" y="766444"/>
                  </a:lnTo>
                  <a:lnTo>
                    <a:pt x="5241002" y="766444"/>
                  </a:lnTo>
                  <a:lnTo>
                    <a:pt x="5241127" y="766444"/>
                  </a:lnTo>
                  <a:lnTo>
                    <a:pt x="5241252" y="766444"/>
                  </a:lnTo>
                  <a:lnTo>
                    <a:pt x="5241377" y="766444"/>
                  </a:lnTo>
                  <a:lnTo>
                    <a:pt x="5241502" y="766444"/>
                  </a:lnTo>
                  <a:lnTo>
                    <a:pt x="5241627" y="766444"/>
                  </a:lnTo>
                  <a:lnTo>
                    <a:pt x="5241752" y="766444"/>
                  </a:lnTo>
                  <a:lnTo>
                    <a:pt x="5241877" y="766444"/>
                  </a:lnTo>
                  <a:lnTo>
                    <a:pt x="5242002" y="766444"/>
                  </a:lnTo>
                  <a:lnTo>
                    <a:pt x="5242127" y="766444"/>
                  </a:lnTo>
                  <a:lnTo>
                    <a:pt x="5242252" y="766444"/>
                  </a:lnTo>
                  <a:lnTo>
                    <a:pt x="5242377" y="766444"/>
                  </a:lnTo>
                  <a:lnTo>
                    <a:pt x="5242502" y="766444"/>
                  </a:lnTo>
                  <a:lnTo>
                    <a:pt x="5242627" y="766444"/>
                  </a:lnTo>
                  <a:lnTo>
                    <a:pt x="5242752" y="766444"/>
                  </a:lnTo>
                  <a:lnTo>
                    <a:pt x="5242877" y="766444"/>
                  </a:lnTo>
                  <a:lnTo>
                    <a:pt x="5243002" y="766444"/>
                  </a:lnTo>
                  <a:lnTo>
                    <a:pt x="5243127" y="766444"/>
                  </a:lnTo>
                  <a:lnTo>
                    <a:pt x="5243252" y="766444"/>
                  </a:lnTo>
                  <a:lnTo>
                    <a:pt x="5243377" y="766444"/>
                  </a:lnTo>
                  <a:lnTo>
                    <a:pt x="5243502" y="766444"/>
                  </a:lnTo>
                  <a:lnTo>
                    <a:pt x="5243627" y="766444"/>
                  </a:lnTo>
                  <a:lnTo>
                    <a:pt x="5243752" y="766444"/>
                  </a:lnTo>
                  <a:lnTo>
                    <a:pt x="5243878" y="766444"/>
                  </a:lnTo>
                  <a:lnTo>
                    <a:pt x="5244003" y="766444"/>
                  </a:lnTo>
                  <a:lnTo>
                    <a:pt x="5244128" y="766444"/>
                  </a:lnTo>
                  <a:lnTo>
                    <a:pt x="5244253" y="766444"/>
                  </a:lnTo>
                  <a:lnTo>
                    <a:pt x="5244378" y="766444"/>
                  </a:lnTo>
                  <a:lnTo>
                    <a:pt x="5244503" y="766444"/>
                  </a:lnTo>
                  <a:lnTo>
                    <a:pt x="5244628" y="766444"/>
                  </a:lnTo>
                  <a:lnTo>
                    <a:pt x="5244753" y="766444"/>
                  </a:lnTo>
                  <a:lnTo>
                    <a:pt x="5244878" y="766444"/>
                  </a:lnTo>
                  <a:lnTo>
                    <a:pt x="5245003" y="766444"/>
                  </a:lnTo>
                  <a:lnTo>
                    <a:pt x="5245128" y="766444"/>
                  </a:lnTo>
                  <a:lnTo>
                    <a:pt x="5245253" y="766444"/>
                  </a:lnTo>
                  <a:lnTo>
                    <a:pt x="5245378" y="766444"/>
                  </a:lnTo>
                  <a:lnTo>
                    <a:pt x="5245503" y="766444"/>
                  </a:lnTo>
                  <a:lnTo>
                    <a:pt x="5245628" y="766444"/>
                  </a:lnTo>
                  <a:lnTo>
                    <a:pt x="5245753" y="766444"/>
                  </a:lnTo>
                  <a:lnTo>
                    <a:pt x="5245878" y="766444"/>
                  </a:lnTo>
                  <a:lnTo>
                    <a:pt x="5246003" y="766444"/>
                  </a:lnTo>
                  <a:lnTo>
                    <a:pt x="5246128" y="766444"/>
                  </a:lnTo>
                  <a:lnTo>
                    <a:pt x="5246253" y="766444"/>
                  </a:lnTo>
                  <a:lnTo>
                    <a:pt x="5246378" y="766444"/>
                  </a:lnTo>
                  <a:lnTo>
                    <a:pt x="5246503" y="766444"/>
                  </a:lnTo>
                  <a:lnTo>
                    <a:pt x="5246628" y="766444"/>
                  </a:lnTo>
                  <a:lnTo>
                    <a:pt x="5246753" y="766444"/>
                  </a:lnTo>
                  <a:lnTo>
                    <a:pt x="5246879" y="766444"/>
                  </a:lnTo>
                  <a:lnTo>
                    <a:pt x="5247004" y="766444"/>
                  </a:lnTo>
                  <a:lnTo>
                    <a:pt x="5247129" y="766444"/>
                  </a:lnTo>
                  <a:lnTo>
                    <a:pt x="5247254" y="766444"/>
                  </a:lnTo>
                  <a:lnTo>
                    <a:pt x="5247379" y="766444"/>
                  </a:lnTo>
                  <a:lnTo>
                    <a:pt x="5247504" y="766444"/>
                  </a:lnTo>
                  <a:lnTo>
                    <a:pt x="5247629" y="766444"/>
                  </a:lnTo>
                  <a:lnTo>
                    <a:pt x="5247754" y="766444"/>
                  </a:lnTo>
                  <a:lnTo>
                    <a:pt x="5247879" y="766444"/>
                  </a:lnTo>
                  <a:lnTo>
                    <a:pt x="5248004" y="766444"/>
                  </a:lnTo>
                  <a:lnTo>
                    <a:pt x="5248129" y="766444"/>
                  </a:lnTo>
                  <a:lnTo>
                    <a:pt x="5248254" y="766444"/>
                  </a:lnTo>
                  <a:lnTo>
                    <a:pt x="5248379" y="766444"/>
                  </a:lnTo>
                  <a:lnTo>
                    <a:pt x="5248504" y="766444"/>
                  </a:lnTo>
                  <a:lnTo>
                    <a:pt x="5248629" y="766444"/>
                  </a:lnTo>
                  <a:lnTo>
                    <a:pt x="5248754" y="766444"/>
                  </a:lnTo>
                  <a:lnTo>
                    <a:pt x="5248879" y="766444"/>
                  </a:lnTo>
                  <a:lnTo>
                    <a:pt x="5249004" y="766444"/>
                  </a:lnTo>
                  <a:lnTo>
                    <a:pt x="5249129" y="766444"/>
                  </a:lnTo>
                  <a:lnTo>
                    <a:pt x="5249254" y="766444"/>
                  </a:lnTo>
                  <a:lnTo>
                    <a:pt x="5249379" y="766444"/>
                  </a:lnTo>
                  <a:lnTo>
                    <a:pt x="5249504" y="766444"/>
                  </a:lnTo>
                  <a:lnTo>
                    <a:pt x="5249629" y="766444"/>
                  </a:lnTo>
                  <a:lnTo>
                    <a:pt x="5249754" y="766444"/>
                  </a:lnTo>
                  <a:lnTo>
                    <a:pt x="5249880" y="766444"/>
                  </a:lnTo>
                  <a:lnTo>
                    <a:pt x="5250005" y="766444"/>
                  </a:lnTo>
                  <a:lnTo>
                    <a:pt x="5250130" y="766444"/>
                  </a:lnTo>
                  <a:lnTo>
                    <a:pt x="5250255" y="766444"/>
                  </a:lnTo>
                  <a:lnTo>
                    <a:pt x="5250255" y="756490"/>
                  </a:lnTo>
                  <a:lnTo>
                    <a:pt x="5250380" y="756490"/>
                  </a:lnTo>
                  <a:lnTo>
                    <a:pt x="5250505" y="756490"/>
                  </a:lnTo>
                  <a:lnTo>
                    <a:pt x="5250630" y="756490"/>
                  </a:lnTo>
                  <a:lnTo>
                    <a:pt x="5250755" y="756490"/>
                  </a:lnTo>
                  <a:lnTo>
                    <a:pt x="5250880" y="756490"/>
                  </a:lnTo>
                  <a:lnTo>
                    <a:pt x="5251005" y="756490"/>
                  </a:lnTo>
                  <a:lnTo>
                    <a:pt x="5251005" y="746536"/>
                  </a:lnTo>
                  <a:lnTo>
                    <a:pt x="5251130" y="746536"/>
                  </a:lnTo>
                  <a:lnTo>
                    <a:pt x="5251255" y="746536"/>
                  </a:lnTo>
                  <a:lnTo>
                    <a:pt x="5251380" y="746536"/>
                  </a:lnTo>
                  <a:lnTo>
                    <a:pt x="5251505" y="746536"/>
                  </a:lnTo>
                  <a:lnTo>
                    <a:pt x="5251630" y="746536"/>
                  </a:lnTo>
                  <a:lnTo>
                    <a:pt x="5251755" y="746536"/>
                  </a:lnTo>
                  <a:lnTo>
                    <a:pt x="5251880" y="746536"/>
                  </a:lnTo>
                  <a:lnTo>
                    <a:pt x="5252005" y="746536"/>
                  </a:lnTo>
                  <a:lnTo>
                    <a:pt x="5252130" y="746536"/>
                  </a:lnTo>
                  <a:lnTo>
                    <a:pt x="5252255" y="746536"/>
                  </a:lnTo>
                  <a:lnTo>
                    <a:pt x="5252380" y="746536"/>
                  </a:lnTo>
                  <a:lnTo>
                    <a:pt x="5252505" y="746536"/>
                  </a:lnTo>
                  <a:lnTo>
                    <a:pt x="5252630" y="746536"/>
                  </a:lnTo>
                  <a:lnTo>
                    <a:pt x="5252755" y="746536"/>
                  </a:lnTo>
                  <a:lnTo>
                    <a:pt x="5252881" y="746536"/>
                  </a:lnTo>
                  <a:lnTo>
                    <a:pt x="5253006" y="746536"/>
                  </a:lnTo>
                  <a:lnTo>
                    <a:pt x="5253131" y="746536"/>
                  </a:lnTo>
                  <a:lnTo>
                    <a:pt x="5253256" y="746536"/>
                  </a:lnTo>
                  <a:lnTo>
                    <a:pt x="5253381" y="746536"/>
                  </a:lnTo>
                  <a:lnTo>
                    <a:pt x="5253506" y="746536"/>
                  </a:lnTo>
                  <a:lnTo>
                    <a:pt x="5253631" y="746536"/>
                  </a:lnTo>
                  <a:lnTo>
                    <a:pt x="5253756" y="746536"/>
                  </a:lnTo>
                  <a:lnTo>
                    <a:pt x="5253881" y="746536"/>
                  </a:lnTo>
                  <a:lnTo>
                    <a:pt x="5254006" y="746536"/>
                  </a:lnTo>
                  <a:lnTo>
                    <a:pt x="5254131" y="746536"/>
                  </a:lnTo>
                  <a:lnTo>
                    <a:pt x="5254256" y="746536"/>
                  </a:lnTo>
                  <a:lnTo>
                    <a:pt x="5254381" y="746536"/>
                  </a:lnTo>
                  <a:lnTo>
                    <a:pt x="5254506" y="746536"/>
                  </a:lnTo>
                  <a:lnTo>
                    <a:pt x="5254631" y="746536"/>
                  </a:lnTo>
                  <a:lnTo>
                    <a:pt x="5254756" y="746536"/>
                  </a:lnTo>
                  <a:lnTo>
                    <a:pt x="5254881" y="746536"/>
                  </a:lnTo>
                  <a:lnTo>
                    <a:pt x="5255006" y="746536"/>
                  </a:lnTo>
                  <a:lnTo>
                    <a:pt x="5255131" y="746536"/>
                  </a:lnTo>
                  <a:lnTo>
                    <a:pt x="5255256" y="746536"/>
                  </a:lnTo>
                  <a:lnTo>
                    <a:pt x="5255381" y="746536"/>
                  </a:lnTo>
                  <a:lnTo>
                    <a:pt x="5255506" y="746536"/>
                  </a:lnTo>
                  <a:lnTo>
                    <a:pt x="5255631" y="746536"/>
                  </a:lnTo>
                  <a:lnTo>
                    <a:pt x="5255756" y="746536"/>
                  </a:lnTo>
                  <a:lnTo>
                    <a:pt x="5255882" y="746536"/>
                  </a:lnTo>
                  <a:lnTo>
                    <a:pt x="5256007" y="746536"/>
                  </a:lnTo>
                  <a:lnTo>
                    <a:pt x="5256132" y="746536"/>
                  </a:lnTo>
                  <a:lnTo>
                    <a:pt x="5256257" y="746536"/>
                  </a:lnTo>
                  <a:lnTo>
                    <a:pt x="5256382" y="746536"/>
                  </a:lnTo>
                  <a:lnTo>
                    <a:pt x="5256507" y="746536"/>
                  </a:lnTo>
                  <a:lnTo>
                    <a:pt x="5256632" y="746536"/>
                  </a:lnTo>
                  <a:lnTo>
                    <a:pt x="5256757" y="746536"/>
                  </a:lnTo>
                  <a:lnTo>
                    <a:pt x="5256882" y="746536"/>
                  </a:lnTo>
                  <a:lnTo>
                    <a:pt x="5257007" y="746536"/>
                  </a:lnTo>
                  <a:lnTo>
                    <a:pt x="5257132" y="746536"/>
                  </a:lnTo>
                  <a:lnTo>
                    <a:pt x="5257257" y="746536"/>
                  </a:lnTo>
                  <a:lnTo>
                    <a:pt x="5257382" y="746536"/>
                  </a:lnTo>
                  <a:lnTo>
                    <a:pt x="5257507" y="746536"/>
                  </a:lnTo>
                  <a:lnTo>
                    <a:pt x="5257632" y="746536"/>
                  </a:lnTo>
                  <a:lnTo>
                    <a:pt x="5257757" y="746536"/>
                  </a:lnTo>
                  <a:lnTo>
                    <a:pt x="5257882" y="746536"/>
                  </a:lnTo>
                  <a:lnTo>
                    <a:pt x="5258007" y="746536"/>
                  </a:lnTo>
                  <a:lnTo>
                    <a:pt x="5258132" y="746536"/>
                  </a:lnTo>
                  <a:lnTo>
                    <a:pt x="5258257" y="746536"/>
                  </a:lnTo>
                  <a:lnTo>
                    <a:pt x="5258382" y="746536"/>
                  </a:lnTo>
                  <a:lnTo>
                    <a:pt x="5258507" y="746536"/>
                  </a:lnTo>
                  <a:lnTo>
                    <a:pt x="5258632" y="746536"/>
                  </a:lnTo>
                  <a:lnTo>
                    <a:pt x="5258757" y="746536"/>
                  </a:lnTo>
                  <a:lnTo>
                    <a:pt x="5258883" y="746536"/>
                  </a:lnTo>
                  <a:lnTo>
                    <a:pt x="5259008" y="746536"/>
                  </a:lnTo>
                  <a:lnTo>
                    <a:pt x="5259133" y="746536"/>
                  </a:lnTo>
                  <a:lnTo>
                    <a:pt x="5259258" y="746536"/>
                  </a:lnTo>
                  <a:lnTo>
                    <a:pt x="5259383" y="746536"/>
                  </a:lnTo>
                  <a:lnTo>
                    <a:pt x="5259508" y="746536"/>
                  </a:lnTo>
                  <a:lnTo>
                    <a:pt x="5259633" y="746536"/>
                  </a:lnTo>
                  <a:lnTo>
                    <a:pt x="5259758" y="746536"/>
                  </a:lnTo>
                  <a:lnTo>
                    <a:pt x="5259883" y="746536"/>
                  </a:lnTo>
                  <a:lnTo>
                    <a:pt x="5260008" y="746536"/>
                  </a:lnTo>
                  <a:lnTo>
                    <a:pt x="5260133" y="746536"/>
                  </a:lnTo>
                  <a:lnTo>
                    <a:pt x="5260258" y="746536"/>
                  </a:lnTo>
                  <a:lnTo>
                    <a:pt x="5260383" y="746536"/>
                  </a:lnTo>
                  <a:lnTo>
                    <a:pt x="5260508" y="746536"/>
                  </a:lnTo>
                  <a:lnTo>
                    <a:pt x="5260633" y="746536"/>
                  </a:lnTo>
                  <a:lnTo>
                    <a:pt x="5260758" y="746536"/>
                  </a:lnTo>
                  <a:lnTo>
                    <a:pt x="5260883" y="746536"/>
                  </a:lnTo>
                  <a:lnTo>
                    <a:pt x="5261008" y="746536"/>
                  </a:lnTo>
                  <a:lnTo>
                    <a:pt x="5261133" y="746536"/>
                  </a:lnTo>
                  <a:lnTo>
                    <a:pt x="5261258" y="746536"/>
                  </a:lnTo>
                  <a:lnTo>
                    <a:pt x="5261383" y="746536"/>
                  </a:lnTo>
                  <a:lnTo>
                    <a:pt x="5261508" y="746536"/>
                  </a:lnTo>
                  <a:lnTo>
                    <a:pt x="5261633" y="746536"/>
                  </a:lnTo>
                  <a:lnTo>
                    <a:pt x="5261758" y="746536"/>
                  </a:lnTo>
                  <a:lnTo>
                    <a:pt x="5261884" y="746536"/>
                  </a:lnTo>
                  <a:lnTo>
                    <a:pt x="5262009" y="746536"/>
                  </a:lnTo>
                  <a:lnTo>
                    <a:pt x="5262134" y="746536"/>
                  </a:lnTo>
                  <a:lnTo>
                    <a:pt x="5262259" y="746536"/>
                  </a:lnTo>
                  <a:lnTo>
                    <a:pt x="5262384" y="746536"/>
                  </a:lnTo>
                  <a:lnTo>
                    <a:pt x="5262509" y="746536"/>
                  </a:lnTo>
                  <a:lnTo>
                    <a:pt x="5262634" y="746536"/>
                  </a:lnTo>
                  <a:lnTo>
                    <a:pt x="5262759" y="746536"/>
                  </a:lnTo>
                  <a:lnTo>
                    <a:pt x="5262884" y="746536"/>
                  </a:lnTo>
                  <a:lnTo>
                    <a:pt x="5263009" y="746536"/>
                  </a:lnTo>
                  <a:lnTo>
                    <a:pt x="5263134" y="746536"/>
                  </a:lnTo>
                  <a:lnTo>
                    <a:pt x="5263259" y="746536"/>
                  </a:lnTo>
                  <a:lnTo>
                    <a:pt x="5263384" y="746536"/>
                  </a:lnTo>
                  <a:lnTo>
                    <a:pt x="5263509" y="746536"/>
                  </a:lnTo>
                  <a:lnTo>
                    <a:pt x="5263634" y="746536"/>
                  </a:lnTo>
                  <a:lnTo>
                    <a:pt x="5263759" y="746536"/>
                  </a:lnTo>
                  <a:lnTo>
                    <a:pt x="5263884" y="746536"/>
                  </a:lnTo>
                  <a:lnTo>
                    <a:pt x="5264009" y="746536"/>
                  </a:lnTo>
                  <a:lnTo>
                    <a:pt x="5264134" y="746536"/>
                  </a:lnTo>
                  <a:lnTo>
                    <a:pt x="5264259" y="746536"/>
                  </a:lnTo>
                  <a:lnTo>
                    <a:pt x="5264384" y="746536"/>
                  </a:lnTo>
                  <a:lnTo>
                    <a:pt x="5264509" y="746536"/>
                  </a:lnTo>
                  <a:lnTo>
                    <a:pt x="5264634" y="746536"/>
                  </a:lnTo>
                  <a:lnTo>
                    <a:pt x="5264759" y="746536"/>
                  </a:lnTo>
                  <a:lnTo>
                    <a:pt x="5264885" y="746536"/>
                  </a:lnTo>
                  <a:lnTo>
                    <a:pt x="5265010" y="746536"/>
                  </a:lnTo>
                  <a:lnTo>
                    <a:pt x="5265135" y="746536"/>
                  </a:lnTo>
                  <a:lnTo>
                    <a:pt x="5265260" y="746536"/>
                  </a:lnTo>
                  <a:lnTo>
                    <a:pt x="5265385" y="746536"/>
                  </a:lnTo>
                  <a:lnTo>
                    <a:pt x="5265510" y="746536"/>
                  </a:lnTo>
                  <a:lnTo>
                    <a:pt x="5265635" y="746536"/>
                  </a:lnTo>
                  <a:lnTo>
                    <a:pt x="5265760" y="746536"/>
                  </a:lnTo>
                  <a:lnTo>
                    <a:pt x="5265885" y="746536"/>
                  </a:lnTo>
                  <a:lnTo>
                    <a:pt x="5266010" y="746536"/>
                  </a:lnTo>
                  <a:lnTo>
                    <a:pt x="5266135" y="746536"/>
                  </a:lnTo>
                  <a:lnTo>
                    <a:pt x="5266260" y="746536"/>
                  </a:lnTo>
                  <a:lnTo>
                    <a:pt x="5266385" y="746536"/>
                  </a:lnTo>
                  <a:lnTo>
                    <a:pt x="5266510" y="746536"/>
                  </a:lnTo>
                  <a:lnTo>
                    <a:pt x="5266635" y="746536"/>
                  </a:lnTo>
                  <a:lnTo>
                    <a:pt x="5266760" y="746536"/>
                  </a:lnTo>
                  <a:lnTo>
                    <a:pt x="5266885" y="746536"/>
                  </a:lnTo>
                  <a:lnTo>
                    <a:pt x="5267010" y="746536"/>
                  </a:lnTo>
                  <a:lnTo>
                    <a:pt x="5267135" y="746536"/>
                  </a:lnTo>
                  <a:lnTo>
                    <a:pt x="5267260" y="746536"/>
                  </a:lnTo>
                  <a:lnTo>
                    <a:pt x="5267385" y="746536"/>
                  </a:lnTo>
                  <a:lnTo>
                    <a:pt x="5267510" y="746536"/>
                  </a:lnTo>
                  <a:lnTo>
                    <a:pt x="5267635" y="746536"/>
                  </a:lnTo>
                  <a:lnTo>
                    <a:pt x="5267760" y="746536"/>
                  </a:lnTo>
                  <a:lnTo>
                    <a:pt x="5267886" y="746536"/>
                  </a:lnTo>
                  <a:lnTo>
                    <a:pt x="5268011" y="746536"/>
                  </a:lnTo>
                  <a:lnTo>
                    <a:pt x="5268011" y="736582"/>
                  </a:lnTo>
                  <a:lnTo>
                    <a:pt x="5268136" y="736582"/>
                  </a:lnTo>
                  <a:lnTo>
                    <a:pt x="5268261" y="736582"/>
                  </a:lnTo>
                  <a:lnTo>
                    <a:pt x="5268386" y="736582"/>
                  </a:lnTo>
                  <a:lnTo>
                    <a:pt x="5268511" y="736582"/>
                  </a:lnTo>
                  <a:lnTo>
                    <a:pt x="5268636" y="736582"/>
                  </a:lnTo>
                  <a:lnTo>
                    <a:pt x="5268761" y="736582"/>
                  </a:lnTo>
                  <a:lnTo>
                    <a:pt x="5268886" y="736582"/>
                  </a:lnTo>
                  <a:lnTo>
                    <a:pt x="5269011" y="736582"/>
                  </a:lnTo>
                  <a:lnTo>
                    <a:pt x="5269136" y="736582"/>
                  </a:lnTo>
                  <a:lnTo>
                    <a:pt x="5269261" y="736582"/>
                  </a:lnTo>
                  <a:lnTo>
                    <a:pt x="5269386" y="736582"/>
                  </a:lnTo>
                  <a:lnTo>
                    <a:pt x="5269511" y="736582"/>
                  </a:lnTo>
                  <a:lnTo>
                    <a:pt x="5269636" y="736582"/>
                  </a:lnTo>
                  <a:lnTo>
                    <a:pt x="5269761" y="736582"/>
                  </a:lnTo>
                  <a:lnTo>
                    <a:pt x="5269886" y="736582"/>
                  </a:lnTo>
                  <a:lnTo>
                    <a:pt x="5270011" y="736582"/>
                  </a:lnTo>
                  <a:lnTo>
                    <a:pt x="5270136" y="736582"/>
                  </a:lnTo>
                  <a:lnTo>
                    <a:pt x="5270261" y="736582"/>
                  </a:lnTo>
                  <a:lnTo>
                    <a:pt x="5270386" y="736582"/>
                  </a:lnTo>
                  <a:lnTo>
                    <a:pt x="5270511" y="736582"/>
                  </a:lnTo>
                  <a:lnTo>
                    <a:pt x="5270636" y="736582"/>
                  </a:lnTo>
                  <a:lnTo>
                    <a:pt x="5270761" y="736582"/>
                  </a:lnTo>
                  <a:lnTo>
                    <a:pt x="5270887" y="736582"/>
                  </a:lnTo>
                  <a:lnTo>
                    <a:pt x="5271012" y="736582"/>
                  </a:lnTo>
                  <a:lnTo>
                    <a:pt x="5271137" y="736582"/>
                  </a:lnTo>
                  <a:lnTo>
                    <a:pt x="5271262" y="736582"/>
                  </a:lnTo>
                  <a:lnTo>
                    <a:pt x="5271387" y="736582"/>
                  </a:lnTo>
                  <a:lnTo>
                    <a:pt x="5271512" y="736582"/>
                  </a:lnTo>
                  <a:lnTo>
                    <a:pt x="5271637" y="736582"/>
                  </a:lnTo>
                  <a:lnTo>
                    <a:pt x="5271762" y="736582"/>
                  </a:lnTo>
                  <a:lnTo>
                    <a:pt x="5271887" y="736582"/>
                  </a:lnTo>
                  <a:lnTo>
                    <a:pt x="5272012" y="736582"/>
                  </a:lnTo>
                  <a:lnTo>
                    <a:pt x="5272137" y="736582"/>
                  </a:lnTo>
                  <a:lnTo>
                    <a:pt x="5272262" y="736582"/>
                  </a:lnTo>
                  <a:lnTo>
                    <a:pt x="5272387" y="736582"/>
                  </a:lnTo>
                  <a:lnTo>
                    <a:pt x="5272512" y="736582"/>
                  </a:lnTo>
                  <a:lnTo>
                    <a:pt x="5272637" y="736582"/>
                  </a:lnTo>
                  <a:lnTo>
                    <a:pt x="5272762" y="736582"/>
                  </a:lnTo>
                  <a:lnTo>
                    <a:pt x="5272887" y="736582"/>
                  </a:lnTo>
                  <a:lnTo>
                    <a:pt x="5273012" y="736582"/>
                  </a:lnTo>
                  <a:lnTo>
                    <a:pt x="5273137" y="736582"/>
                  </a:lnTo>
                  <a:lnTo>
                    <a:pt x="5273262" y="736582"/>
                  </a:lnTo>
                  <a:lnTo>
                    <a:pt x="5273387" y="736582"/>
                  </a:lnTo>
                  <a:lnTo>
                    <a:pt x="5273512" y="736582"/>
                  </a:lnTo>
                  <a:lnTo>
                    <a:pt x="5273637" y="736582"/>
                  </a:lnTo>
                  <a:lnTo>
                    <a:pt x="5273762" y="736582"/>
                  </a:lnTo>
                  <a:lnTo>
                    <a:pt x="5273888" y="736582"/>
                  </a:lnTo>
                  <a:lnTo>
                    <a:pt x="5274013" y="736582"/>
                  </a:lnTo>
                  <a:lnTo>
                    <a:pt x="5274138" y="736582"/>
                  </a:lnTo>
                  <a:lnTo>
                    <a:pt x="5274263" y="736582"/>
                  </a:lnTo>
                  <a:lnTo>
                    <a:pt x="5274388" y="736582"/>
                  </a:lnTo>
                  <a:lnTo>
                    <a:pt x="5274513" y="736582"/>
                  </a:lnTo>
                  <a:lnTo>
                    <a:pt x="5274638" y="736582"/>
                  </a:lnTo>
                  <a:lnTo>
                    <a:pt x="5274763" y="736582"/>
                  </a:lnTo>
                  <a:lnTo>
                    <a:pt x="5274888" y="736582"/>
                  </a:lnTo>
                  <a:lnTo>
                    <a:pt x="5275013" y="736582"/>
                  </a:lnTo>
                  <a:lnTo>
                    <a:pt x="5275138" y="736582"/>
                  </a:lnTo>
                  <a:lnTo>
                    <a:pt x="5275263" y="736582"/>
                  </a:lnTo>
                  <a:lnTo>
                    <a:pt x="5275388" y="736582"/>
                  </a:lnTo>
                  <a:lnTo>
                    <a:pt x="5275513" y="736582"/>
                  </a:lnTo>
                  <a:lnTo>
                    <a:pt x="5275638" y="736582"/>
                  </a:lnTo>
                  <a:lnTo>
                    <a:pt x="5275763" y="736582"/>
                  </a:lnTo>
                  <a:lnTo>
                    <a:pt x="5275888" y="736582"/>
                  </a:lnTo>
                  <a:lnTo>
                    <a:pt x="5276013" y="736582"/>
                  </a:lnTo>
                  <a:lnTo>
                    <a:pt x="5276138" y="736582"/>
                  </a:lnTo>
                  <a:lnTo>
                    <a:pt x="5276263" y="736582"/>
                  </a:lnTo>
                  <a:lnTo>
                    <a:pt x="5276388" y="736582"/>
                  </a:lnTo>
                  <a:lnTo>
                    <a:pt x="5276513" y="736582"/>
                  </a:lnTo>
                  <a:lnTo>
                    <a:pt x="5276638" y="736582"/>
                  </a:lnTo>
                  <a:lnTo>
                    <a:pt x="5276763" y="736582"/>
                  </a:lnTo>
                  <a:lnTo>
                    <a:pt x="5276889" y="736582"/>
                  </a:lnTo>
                  <a:lnTo>
                    <a:pt x="5277014" y="736582"/>
                  </a:lnTo>
                  <a:lnTo>
                    <a:pt x="5277139" y="736582"/>
                  </a:lnTo>
                  <a:lnTo>
                    <a:pt x="5277264" y="736582"/>
                  </a:lnTo>
                  <a:lnTo>
                    <a:pt x="5277389" y="736582"/>
                  </a:lnTo>
                  <a:lnTo>
                    <a:pt x="5277514" y="736582"/>
                  </a:lnTo>
                  <a:lnTo>
                    <a:pt x="5277639" y="736582"/>
                  </a:lnTo>
                  <a:lnTo>
                    <a:pt x="5277764" y="736582"/>
                  </a:lnTo>
                  <a:lnTo>
                    <a:pt x="5277889" y="736582"/>
                  </a:lnTo>
                  <a:lnTo>
                    <a:pt x="5278014" y="736582"/>
                  </a:lnTo>
                  <a:lnTo>
                    <a:pt x="5278139" y="736582"/>
                  </a:lnTo>
                  <a:lnTo>
                    <a:pt x="5278264" y="736582"/>
                  </a:lnTo>
                  <a:lnTo>
                    <a:pt x="5278389" y="736582"/>
                  </a:lnTo>
                  <a:lnTo>
                    <a:pt x="5278514" y="736582"/>
                  </a:lnTo>
                  <a:lnTo>
                    <a:pt x="5278639" y="736582"/>
                  </a:lnTo>
                  <a:lnTo>
                    <a:pt x="5278764" y="736582"/>
                  </a:lnTo>
                  <a:lnTo>
                    <a:pt x="5278889" y="736582"/>
                  </a:lnTo>
                  <a:lnTo>
                    <a:pt x="5279014" y="736582"/>
                  </a:lnTo>
                  <a:lnTo>
                    <a:pt x="5279139" y="736582"/>
                  </a:lnTo>
                  <a:lnTo>
                    <a:pt x="5279264" y="736582"/>
                  </a:lnTo>
                  <a:lnTo>
                    <a:pt x="5279389" y="736582"/>
                  </a:lnTo>
                  <a:lnTo>
                    <a:pt x="5279514" y="736582"/>
                  </a:lnTo>
                  <a:lnTo>
                    <a:pt x="5279639" y="736582"/>
                  </a:lnTo>
                  <a:lnTo>
                    <a:pt x="5279765" y="736582"/>
                  </a:lnTo>
                  <a:lnTo>
                    <a:pt x="5279890" y="736582"/>
                  </a:lnTo>
                  <a:lnTo>
                    <a:pt x="5280015" y="736582"/>
                  </a:lnTo>
                  <a:lnTo>
                    <a:pt x="5280140" y="736582"/>
                  </a:lnTo>
                  <a:lnTo>
                    <a:pt x="5280265" y="736582"/>
                  </a:lnTo>
                  <a:lnTo>
                    <a:pt x="5280390" y="736582"/>
                  </a:lnTo>
                  <a:lnTo>
                    <a:pt x="5280515" y="736582"/>
                  </a:lnTo>
                  <a:lnTo>
                    <a:pt x="5280640" y="736582"/>
                  </a:lnTo>
                  <a:lnTo>
                    <a:pt x="5280765" y="736582"/>
                  </a:lnTo>
                  <a:lnTo>
                    <a:pt x="5280890" y="736582"/>
                  </a:lnTo>
                  <a:lnTo>
                    <a:pt x="5281015" y="736582"/>
                  </a:lnTo>
                  <a:lnTo>
                    <a:pt x="5281140" y="736582"/>
                  </a:lnTo>
                  <a:lnTo>
                    <a:pt x="5281265" y="736582"/>
                  </a:lnTo>
                  <a:lnTo>
                    <a:pt x="5281390" y="736582"/>
                  </a:lnTo>
                  <a:lnTo>
                    <a:pt x="5281515" y="736582"/>
                  </a:lnTo>
                  <a:lnTo>
                    <a:pt x="5281640" y="736582"/>
                  </a:lnTo>
                  <a:lnTo>
                    <a:pt x="5281765" y="736582"/>
                  </a:lnTo>
                  <a:lnTo>
                    <a:pt x="5281890" y="736582"/>
                  </a:lnTo>
                  <a:lnTo>
                    <a:pt x="5282015" y="736582"/>
                  </a:lnTo>
                  <a:lnTo>
                    <a:pt x="5282140" y="736582"/>
                  </a:lnTo>
                  <a:lnTo>
                    <a:pt x="5282265" y="736582"/>
                  </a:lnTo>
                  <a:lnTo>
                    <a:pt x="5282390" y="736582"/>
                  </a:lnTo>
                  <a:lnTo>
                    <a:pt x="5282515" y="736582"/>
                  </a:lnTo>
                  <a:lnTo>
                    <a:pt x="5282640" y="736582"/>
                  </a:lnTo>
                  <a:lnTo>
                    <a:pt x="5282766" y="736582"/>
                  </a:lnTo>
                  <a:lnTo>
                    <a:pt x="5282891" y="736582"/>
                  </a:lnTo>
                  <a:lnTo>
                    <a:pt x="5283016" y="736582"/>
                  </a:lnTo>
                  <a:lnTo>
                    <a:pt x="5283141" y="736582"/>
                  </a:lnTo>
                  <a:lnTo>
                    <a:pt x="5283266" y="736582"/>
                  </a:lnTo>
                  <a:lnTo>
                    <a:pt x="5283391" y="736582"/>
                  </a:lnTo>
                  <a:lnTo>
                    <a:pt x="5283516" y="736582"/>
                  </a:lnTo>
                  <a:lnTo>
                    <a:pt x="5283641" y="736582"/>
                  </a:lnTo>
                  <a:lnTo>
                    <a:pt x="5283766" y="736582"/>
                  </a:lnTo>
                  <a:lnTo>
                    <a:pt x="5283891" y="736582"/>
                  </a:lnTo>
                  <a:lnTo>
                    <a:pt x="5284016" y="736582"/>
                  </a:lnTo>
                  <a:lnTo>
                    <a:pt x="5284141" y="736582"/>
                  </a:lnTo>
                  <a:lnTo>
                    <a:pt x="5284266" y="736582"/>
                  </a:lnTo>
                  <a:lnTo>
                    <a:pt x="5284391" y="736582"/>
                  </a:lnTo>
                  <a:lnTo>
                    <a:pt x="5284516" y="736582"/>
                  </a:lnTo>
                  <a:lnTo>
                    <a:pt x="5284641" y="736582"/>
                  </a:lnTo>
                  <a:lnTo>
                    <a:pt x="5284766" y="736582"/>
                  </a:lnTo>
                  <a:lnTo>
                    <a:pt x="5284891" y="736582"/>
                  </a:lnTo>
                  <a:lnTo>
                    <a:pt x="5285016" y="736582"/>
                  </a:lnTo>
                  <a:lnTo>
                    <a:pt x="5285141" y="736582"/>
                  </a:lnTo>
                  <a:lnTo>
                    <a:pt x="5285266" y="736582"/>
                  </a:lnTo>
                  <a:lnTo>
                    <a:pt x="5285391" y="736582"/>
                  </a:lnTo>
                  <a:lnTo>
                    <a:pt x="5285516" y="736582"/>
                  </a:lnTo>
                  <a:lnTo>
                    <a:pt x="5285641" y="736582"/>
                  </a:lnTo>
                  <a:lnTo>
                    <a:pt x="5285767" y="736582"/>
                  </a:lnTo>
                  <a:lnTo>
                    <a:pt x="5285892" y="736582"/>
                  </a:lnTo>
                  <a:lnTo>
                    <a:pt x="5286017" y="736582"/>
                  </a:lnTo>
                  <a:lnTo>
                    <a:pt x="5286142" y="736582"/>
                  </a:lnTo>
                  <a:lnTo>
                    <a:pt x="5286267" y="736582"/>
                  </a:lnTo>
                  <a:lnTo>
                    <a:pt x="5286392" y="736582"/>
                  </a:lnTo>
                  <a:lnTo>
                    <a:pt x="5286517" y="736582"/>
                  </a:lnTo>
                  <a:lnTo>
                    <a:pt x="5286642" y="736582"/>
                  </a:lnTo>
                  <a:lnTo>
                    <a:pt x="5286767" y="736582"/>
                  </a:lnTo>
                  <a:lnTo>
                    <a:pt x="5286892" y="736582"/>
                  </a:lnTo>
                  <a:lnTo>
                    <a:pt x="5287017" y="736582"/>
                  </a:lnTo>
                  <a:lnTo>
                    <a:pt x="5287142" y="736582"/>
                  </a:lnTo>
                  <a:lnTo>
                    <a:pt x="5287267" y="736582"/>
                  </a:lnTo>
                  <a:lnTo>
                    <a:pt x="5287392" y="736582"/>
                  </a:lnTo>
                  <a:lnTo>
                    <a:pt x="5287517" y="736582"/>
                  </a:lnTo>
                  <a:lnTo>
                    <a:pt x="5287642" y="736582"/>
                  </a:lnTo>
                  <a:lnTo>
                    <a:pt x="5287767" y="736582"/>
                  </a:lnTo>
                  <a:lnTo>
                    <a:pt x="5287892" y="736582"/>
                  </a:lnTo>
                  <a:lnTo>
                    <a:pt x="5288017" y="736582"/>
                  </a:lnTo>
                  <a:lnTo>
                    <a:pt x="5288142" y="736582"/>
                  </a:lnTo>
                  <a:lnTo>
                    <a:pt x="5288267" y="736582"/>
                  </a:lnTo>
                  <a:lnTo>
                    <a:pt x="5288392" y="736582"/>
                  </a:lnTo>
                  <a:lnTo>
                    <a:pt x="5288517" y="736582"/>
                  </a:lnTo>
                  <a:lnTo>
                    <a:pt x="5288642" y="736582"/>
                  </a:lnTo>
                  <a:lnTo>
                    <a:pt x="5288768" y="736582"/>
                  </a:lnTo>
                  <a:lnTo>
                    <a:pt x="5288893" y="736582"/>
                  </a:lnTo>
                  <a:lnTo>
                    <a:pt x="5289018" y="736582"/>
                  </a:lnTo>
                  <a:lnTo>
                    <a:pt x="5289143" y="736582"/>
                  </a:lnTo>
                  <a:lnTo>
                    <a:pt x="5289268" y="736582"/>
                  </a:lnTo>
                  <a:lnTo>
                    <a:pt x="5289393" y="736582"/>
                  </a:lnTo>
                  <a:lnTo>
                    <a:pt x="5289518" y="736582"/>
                  </a:lnTo>
                  <a:lnTo>
                    <a:pt x="5289643" y="736582"/>
                  </a:lnTo>
                  <a:lnTo>
                    <a:pt x="5289768" y="736582"/>
                  </a:lnTo>
                  <a:lnTo>
                    <a:pt x="5289893" y="736582"/>
                  </a:lnTo>
                  <a:lnTo>
                    <a:pt x="5290018" y="736582"/>
                  </a:lnTo>
                  <a:lnTo>
                    <a:pt x="5290143" y="736582"/>
                  </a:lnTo>
                  <a:lnTo>
                    <a:pt x="5290268" y="736582"/>
                  </a:lnTo>
                  <a:lnTo>
                    <a:pt x="5290393" y="736582"/>
                  </a:lnTo>
                  <a:lnTo>
                    <a:pt x="5290518" y="736582"/>
                  </a:lnTo>
                  <a:lnTo>
                    <a:pt x="5290643" y="736582"/>
                  </a:lnTo>
                  <a:lnTo>
                    <a:pt x="5290768" y="736582"/>
                  </a:lnTo>
                  <a:lnTo>
                    <a:pt x="5290893" y="736582"/>
                  </a:lnTo>
                  <a:lnTo>
                    <a:pt x="5291018" y="736582"/>
                  </a:lnTo>
                  <a:lnTo>
                    <a:pt x="5291143" y="736582"/>
                  </a:lnTo>
                  <a:lnTo>
                    <a:pt x="5291268" y="736582"/>
                  </a:lnTo>
                  <a:lnTo>
                    <a:pt x="5291393" y="736582"/>
                  </a:lnTo>
                  <a:lnTo>
                    <a:pt x="5291518" y="736582"/>
                  </a:lnTo>
                  <a:lnTo>
                    <a:pt x="5291643" y="736582"/>
                  </a:lnTo>
                  <a:lnTo>
                    <a:pt x="5291769" y="736582"/>
                  </a:lnTo>
                  <a:lnTo>
                    <a:pt x="5291894" y="736582"/>
                  </a:lnTo>
                  <a:lnTo>
                    <a:pt x="5292019" y="736582"/>
                  </a:lnTo>
                  <a:lnTo>
                    <a:pt x="5292144" y="736582"/>
                  </a:lnTo>
                  <a:lnTo>
                    <a:pt x="5292269" y="736582"/>
                  </a:lnTo>
                  <a:lnTo>
                    <a:pt x="5292394" y="736582"/>
                  </a:lnTo>
                  <a:lnTo>
                    <a:pt x="5292519" y="736582"/>
                  </a:lnTo>
                  <a:lnTo>
                    <a:pt x="5292644" y="736582"/>
                  </a:lnTo>
                  <a:lnTo>
                    <a:pt x="5292769" y="736582"/>
                  </a:lnTo>
                  <a:lnTo>
                    <a:pt x="5292894" y="736582"/>
                  </a:lnTo>
                  <a:lnTo>
                    <a:pt x="5293019" y="736582"/>
                  </a:lnTo>
                  <a:lnTo>
                    <a:pt x="5293144" y="736582"/>
                  </a:lnTo>
                  <a:lnTo>
                    <a:pt x="5293269" y="736582"/>
                  </a:lnTo>
                  <a:lnTo>
                    <a:pt x="5293394" y="736582"/>
                  </a:lnTo>
                  <a:lnTo>
                    <a:pt x="5293519" y="736582"/>
                  </a:lnTo>
                  <a:lnTo>
                    <a:pt x="5293644" y="736582"/>
                  </a:lnTo>
                  <a:lnTo>
                    <a:pt x="5293769" y="736582"/>
                  </a:lnTo>
                  <a:lnTo>
                    <a:pt x="5293894" y="736582"/>
                  </a:lnTo>
                  <a:lnTo>
                    <a:pt x="5294019" y="736582"/>
                  </a:lnTo>
                  <a:lnTo>
                    <a:pt x="5294144" y="736582"/>
                  </a:lnTo>
                  <a:lnTo>
                    <a:pt x="5294269" y="736582"/>
                  </a:lnTo>
                  <a:lnTo>
                    <a:pt x="5294394" y="736582"/>
                  </a:lnTo>
                  <a:lnTo>
                    <a:pt x="5294519" y="736582"/>
                  </a:lnTo>
                  <a:lnTo>
                    <a:pt x="5294644" y="736582"/>
                  </a:lnTo>
                  <a:lnTo>
                    <a:pt x="5294770" y="736582"/>
                  </a:lnTo>
                  <a:lnTo>
                    <a:pt x="5294895" y="736582"/>
                  </a:lnTo>
                  <a:lnTo>
                    <a:pt x="5295020" y="736582"/>
                  </a:lnTo>
                  <a:lnTo>
                    <a:pt x="5295145" y="736582"/>
                  </a:lnTo>
                  <a:lnTo>
                    <a:pt x="5295270" y="736582"/>
                  </a:lnTo>
                  <a:lnTo>
                    <a:pt x="5295395" y="736582"/>
                  </a:lnTo>
                  <a:lnTo>
                    <a:pt x="5295520" y="736582"/>
                  </a:lnTo>
                  <a:lnTo>
                    <a:pt x="5295645" y="736582"/>
                  </a:lnTo>
                  <a:lnTo>
                    <a:pt x="5295770" y="736582"/>
                  </a:lnTo>
                  <a:lnTo>
                    <a:pt x="5295895" y="736582"/>
                  </a:lnTo>
                  <a:lnTo>
                    <a:pt x="5296020" y="736582"/>
                  </a:lnTo>
                  <a:lnTo>
                    <a:pt x="5296145" y="736582"/>
                  </a:lnTo>
                  <a:lnTo>
                    <a:pt x="5296270" y="736582"/>
                  </a:lnTo>
                  <a:lnTo>
                    <a:pt x="5296395" y="736582"/>
                  </a:lnTo>
                  <a:lnTo>
                    <a:pt x="5296520" y="736582"/>
                  </a:lnTo>
                  <a:lnTo>
                    <a:pt x="5296645" y="736582"/>
                  </a:lnTo>
                  <a:lnTo>
                    <a:pt x="5296770" y="736582"/>
                  </a:lnTo>
                  <a:lnTo>
                    <a:pt x="5296895" y="736582"/>
                  </a:lnTo>
                  <a:lnTo>
                    <a:pt x="5297020" y="736582"/>
                  </a:lnTo>
                  <a:lnTo>
                    <a:pt x="5297145" y="736582"/>
                  </a:lnTo>
                  <a:lnTo>
                    <a:pt x="5297270" y="736582"/>
                  </a:lnTo>
                  <a:lnTo>
                    <a:pt x="5297395" y="736582"/>
                  </a:lnTo>
                  <a:lnTo>
                    <a:pt x="5297520" y="736582"/>
                  </a:lnTo>
                  <a:lnTo>
                    <a:pt x="5297645" y="736582"/>
                  </a:lnTo>
                  <a:lnTo>
                    <a:pt x="5297771" y="736582"/>
                  </a:lnTo>
                  <a:lnTo>
                    <a:pt x="5297896" y="736582"/>
                  </a:lnTo>
                  <a:lnTo>
                    <a:pt x="5298021" y="736582"/>
                  </a:lnTo>
                  <a:lnTo>
                    <a:pt x="5298146" y="736582"/>
                  </a:lnTo>
                  <a:lnTo>
                    <a:pt x="5298271" y="736582"/>
                  </a:lnTo>
                  <a:lnTo>
                    <a:pt x="5298396" y="736582"/>
                  </a:lnTo>
                  <a:lnTo>
                    <a:pt x="5298521" y="736582"/>
                  </a:lnTo>
                  <a:lnTo>
                    <a:pt x="5298646" y="736582"/>
                  </a:lnTo>
                  <a:lnTo>
                    <a:pt x="5298771" y="736582"/>
                  </a:lnTo>
                  <a:lnTo>
                    <a:pt x="5298896" y="736582"/>
                  </a:lnTo>
                  <a:lnTo>
                    <a:pt x="5299021" y="736582"/>
                  </a:lnTo>
                  <a:lnTo>
                    <a:pt x="5299146" y="736582"/>
                  </a:lnTo>
                  <a:lnTo>
                    <a:pt x="5299271" y="736582"/>
                  </a:lnTo>
                  <a:lnTo>
                    <a:pt x="5299396" y="736582"/>
                  </a:lnTo>
                  <a:lnTo>
                    <a:pt x="5299521" y="736582"/>
                  </a:lnTo>
                  <a:lnTo>
                    <a:pt x="5299646" y="736582"/>
                  </a:lnTo>
                  <a:lnTo>
                    <a:pt x="5299771" y="736582"/>
                  </a:lnTo>
                  <a:lnTo>
                    <a:pt x="5299896" y="736582"/>
                  </a:lnTo>
                  <a:lnTo>
                    <a:pt x="5300021" y="736582"/>
                  </a:lnTo>
                  <a:lnTo>
                    <a:pt x="5300146" y="736582"/>
                  </a:lnTo>
                  <a:lnTo>
                    <a:pt x="5300271" y="736582"/>
                  </a:lnTo>
                  <a:lnTo>
                    <a:pt x="5300396" y="736582"/>
                  </a:lnTo>
                  <a:lnTo>
                    <a:pt x="5300521" y="736582"/>
                  </a:lnTo>
                  <a:lnTo>
                    <a:pt x="5300646" y="736582"/>
                  </a:lnTo>
                  <a:lnTo>
                    <a:pt x="5300772" y="736582"/>
                  </a:lnTo>
                  <a:lnTo>
                    <a:pt x="5300897" y="736582"/>
                  </a:lnTo>
                  <a:lnTo>
                    <a:pt x="5301022" y="736582"/>
                  </a:lnTo>
                  <a:lnTo>
                    <a:pt x="5301147" y="736582"/>
                  </a:lnTo>
                  <a:lnTo>
                    <a:pt x="5301272" y="736582"/>
                  </a:lnTo>
                  <a:lnTo>
                    <a:pt x="5301397" y="736582"/>
                  </a:lnTo>
                  <a:lnTo>
                    <a:pt x="5301522" y="736582"/>
                  </a:lnTo>
                  <a:lnTo>
                    <a:pt x="5301647" y="736582"/>
                  </a:lnTo>
                  <a:lnTo>
                    <a:pt x="5301772" y="736582"/>
                  </a:lnTo>
                  <a:lnTo>
                    <a:pt x="5301897" y="736582"/>
                  </a:lnTo>
                  <a:lnTo>
                    <a:pt x="5302022" y="736582"/>
                  </a:lnTo>
                  <a:lnTo>
                    <a:pt x="5302147" y="736582"/>
                  </a:lnTo>
                  <a:lnTo>
                    <a:pt x="5302272" y="736582"/>
                  </a:lnTo>
                  <a:lnTo>
                    <a:pt x="5302397" y="736582"/>
                  </a:lnTo>
                  <a:lnTo>
                    <a:pt x="5302522" y="736582"/>
                  </a:lnTo>
                  <a:lnTo>
                    <a:pt x="5302647" y="736582"/>
                  </a:lnTo>
                  <a:lnTo>
                    <a:pt x="5302772" y="736582"/>
                  </a:lnTo>
                  <a:lnTo>
                    <a:pt x="5302897" y="736582"/>
                  </a:lnTo>
                  <a:lnTo>
                    <a:pt x="5303022" y="736582"/>
                  </a:lnTo>
                  <a:lnTo>
                    <a:pt x="5303147" y="736582"/>
                  </a:lnTo>
                  <a:lnTo>
                    <a:pt x="5303272" y="736582"/>
                  </a:lnTo>
                  <a:lnTo>
                    <a:pt x="5303397" y="736582"/>
                  </a:lnTo>
                  <a:lnTo>
                    <a:pt x="5303522" y="736582"/>
                  </a:lnTo>
                  <a:lnTo>
                    <a:pt x="5303647" y="736582"/>
                  </a:lnTo>
                  <a:lnTo>
                    <a:pt x="5303773" y="736582"/>
                  </a:lnTo>
                  <a:lnTo>
                    <a:pt x="5303898" y="736582"/>
                  </a:lnTo>
                  <a:lnTo>
                    <a:pt x="5304023" y="736582"/>
                  </a:lnTo>
                  <a:lnTo>
                    <a:pt x="5304148" y="736582"/>
                  </a:lnTo>
                  <a:lnTo>
                    <a:pt x="5304273" y="736582"/>
                  </a:lnTo>
                  <a:lnTo>
                    <a:pt x="5304398" y="736582"/>
                  </a:lnTo>
                  <a:lnTo>
                    <a:pt x="5304523" y="736582"/>
                  </a:lnTo>
                  <a:lnTo>
                    <a:pt x="5304648" y="736582"/>
                  </a:lnTo>
                  <a:lnTo>
                    <a:pt x="5304773" y="736582"/>
                  </a:lnTo>
                  <a:lnTo>
                    <a:pt x="5304898" y="736582"/>
                  </a:lnTo>
                  <a:lnTo>
                    <a:pt x="5305023" y="736582"/>
                  </a:lnTo>
                  <a:lnTo>
                    <a:pt x="5305148" y="736582"/>
                  </a:lnTo>
                  <a:lnTo>
                    <a:pt x="5305273" y="736582"/>
                  </a:lnTo>
                  <a:lnTo>
                    <a:pt x="5305398" y="736582"/>
                  </a:lnTo>
                  <a:lnTo>
                    <a:pt x="5305523" y="736582"/>
                  </a:lnTo>
                  <a:lnTo>
                    <a:pt x="5305648" y="736582"/>
                  </a:lnTo>
                  <a:lnTo>
                    <a:pt x="5305773" y="736582"/>
                  </a:lnTo>
                  <a:lnTo>
                    <a:pt x="5305898" y="736582"/>
                  </a:lnTo>
                  <a:lnTo>
                    <a:pt x="5306023" y="736582"/>
                  </a:lnTo>
                  <a:lnTo>
                    <a:pt x="5306148" y="736582"/>
                  </a:lnTo>
                  <a:lnTo>
                    <a:pt x="5306273" y="736582"/>
                  </a:lnTo>
                  <a:lnTo>
                    <a:pt x="5306398" y="736582"/>
                  </a:lnTo>
                  <a:lnTo>
                    <a:pt x="5306523" y="736582"/>
                  </a:lnTo>
                  <a:lnTo>
                    <a:pt x="5306648" y="736582"/>
                  </a:lnTo>
                  <a:lnTo>
                    <a:pt x="5306774" y="736582"/>
                  </a:lnTo>
                  <a:lnTo>
                    <a:pt x="5306899" y="736582"/>
                  </a:lnTo>
                  <a:lnTo>
                    <a:pt x="5307024" y="736582"/>
                  </a:lnTo>
                  <a:lnTo>
                    <a:pt x="5307149" y="736582"/>
                  </a:lnTo>
                  <a:lnTo>
                    <a:pt x="5307274" y="736582"/>
                  </a:lnTo>
                  <a:lnTo>
                    <a:pt x="5307399" y="736582"/>
                  </a:lnTo>
                  <a:lnTo>
                    <a:pt x="5307524" y="736582"/>
                  </a:lnTo>
                  <a:lnTo>
                    <a:pt x="5307649" y="736582"/>
                  </a:lnTo>
                  <a:lnTo>
                    <a:pt x="5307774" y="736582"/>
                  </a:lnTo>
                  <a:lnTo>
                    <a:pt x="5307899" y="736582"/>
                  </a:lnTo>
                  <a:lnTo>
                    <a:pt x="5308024" y="736582"/>
                  </a:lnTo>
                  <a:lnTo>
                    <a:pt x="5308149" y="736582"/>
                  </a:lnTo>
                  <a:lnTo>
                    <a:pt x="5308274" y="736582"/>
                  </a:lnTo>
                  <a:lnTo>
                    <a:pt x="5308399" y="736582"/>
                  </a:lnTo>
                  <a:lnTo>
                    <a:pt x="5308524" y="736582"/>
                  </a:lnTo>
                  <a:lnTo>
                    <a:pt x="5308649" y="736582"/>
                  </a:lnTo>
                  <a:lnTo>
                    <a:pt x="5308774" y="736582"/>
                  </a:lnTo>
                  <a:lnTo>
                    <a:pt x="5308899" y="736582"/>
                  </a:lnTo>
                  <a:lnTo>
                    <a:pt x="5309024" y="736582"/>
                  </a:lnTo>
                  <a:lnTo>
                    <a:pt x="5309149" y="736582"/>
                  </a:lnTo>
                  <a:lnTo>
                    <a:pt x="5309274" y="736582"/>
                  </a:lnTo>
                  <a:lnTo>
                    <a:pt x="5309399" y="736582"/>
                  </a:lnTo>
                  <a:lnTo>
                    <a:pt x="5309524" y="736582"/>
                  </a:lnTo>
                  <a:lnTo>
                    <a:pt x="5309649" y="736582"/>
                  </a:lnTo>
                  <a:lnTo>
                    <a:pt x="5309775" y="736582"/>
                  </a:lnTo>
                  <a:lnTo>
                    <a:pt x="5309900" y="736582"/>
                  </a:lnTo>
                  <a:lnTo>
                    <a:pt x="5310025" y="736582"/>
                  </a:lnTo>
                  <a:lnTo>
                    <a:pt x="5310150" y="736582"/>
                  </a:lnTo>
                  <a:lnTo>
                    <a:pt x="5310275" y="736582"/>
                  </a:lnTo>
                  <a:lnTo>
                    <a:pt x="5310400" y="736582"/>
                  </a:lnTo>
                  <a:lnTo>
                    <a:pt x="5310525" y="736582"/>
                  </a:lnTo>
                  <a:lnTo>
                    <a:pt x="5310650" y="736582"/>
                  </a:lnTo>
                  <a:lnTo>
                    <a:pt x="5310775" y="736582"/>
                  </a:lnTo>
                  <a:lnTo>
                    <a:pt x="5310900" y="736582"/>
                  </a:lnTo>
                  <a:lnTo>
                    <a:pt x="5311025" y="736582"/>
                  </a:lnTo>
                  <a:lnTo>
                    <a:pt x="5311150" y="736582"/>
                  </a:lnTo>
                  <a:lnTo>
                    <a:pt x="5311275" y="736582"/>
                  </a:lnTo>
                  <a:lnTo>
                    <a:pt x="5311400" y="736582"/>
                  </a:lnTo>
                  <a:lnTo>
                    <a:pt x="5311525" y="736582"/>
                  </a:lnTo>
                  <a:lnTo>
                    <a:pt x="5311650" y="736582"/>
                  </a:lnTo>
                  <a:lnTo>
                    <a:pt x="5311775" y="736582"/>
                  </a:lnTo>
                  <a:lnTo>
                    <a:pt x="5311900" y="736582"/>
                  </a:lnTo>
                  <a:lnTo>
                    <a:pt x="5312025" y="736582"/>
                  </a:lnTo>
                  <a:lnTo>
                    <a:pt x="5312150" y="736582"/>
                  </a:lnTo>
                  <a:lnTo>
                    <a:pt x="5312275" y="736582"/>
                  </a:lnTo>
                  <a:lnTo>
                    <a:pt x="5312400" y="736582"/>
                  </a:lnTo>
                  <a:lnTo>
                    <a:pt x="5312525" y="736582"/>
                  </a:lnTo>
                  <a:lnTo>
                    <a:pt x="5312650" y="736582"/>
                  </a:lnTo>
                  <a:lnTo>
                    <a:pt x="5312776" y="736582"/>
                  </a:lnTo>
                  <a:lnTo>
                    <a:pt x="5312901" y="736582"/>
                  </a:lnTo>
                  <a:lnTo>
                    <a:pt x="5313026" y="736582"/>
                  </a:lnTo>
                  <a:lnTo>
                    <a:pt x="5313151" y="736582"/>
                  </a:lnTo>
                  <a:lnTo>
                    <a:pt x="5313276" y="736582"/>
                  </a:lnTo>
                  <a:lnTo>
                    <a:pt x="5313401" y="736582"/>
                  </a:lnTo>
                  <a:lnTo>
                    <a:pt x="5313526" y="736582"/>
                  </a:lnTo>
                  <a:lnTo>
                    <a:pt x="5313651" y="736582"/>
                  </a:lnTo>
                  <a:lnTo>
                    <a:pt x="5313776" y="736582"/>
                  </a:lnTo>
                  <a:lnTo>
                    <a:pt x="5313901" y="736582"/>
                  </a:lnTo>
                  <a:lnTo>
                    <a:pt x="5314026" y="736582"/>
                  </a:lnTo>
                  <a:lnTo>
                    <a:pt x="5314151" y="736582"/>
                  </a:lnTo>
                  <a:lnTo>
                    <a:pt x="5314276" y="736582"/>
                  </a:lnTo>
                  <a:lnTo>
                    <a:pt x="5314401" y="736582"/>
                  </a:lnTo>
                  <a:lnTo>
                    <a:pt x="5314526" y="736582"/>
                  </a:lnTo>
                  <a:lnTo>
                    <a:pt x="5314651" y="736582"/>
                  </a:lnTo>
                  <a:lnTo>
                    <a:pt x="5314776" y="736582"/>
                  </a:lnTo>
                  <a:lnTo>
                    <a:pt x="5314901" y="736582"/>
                  </a:lnTo>
                  <a:lnTo>
                    <a:pt x="5315026" y="736582"/>
                  </a:lnTo>
                  <a:lnTo>
                    <a:pt x="5315151" y="736582"/>
                  </a:lnTo>
                  <a:lnTo>
                    <a:pt x="5315276" y="736582"/>
                  </a:lnTo>
                  <a:lnTo>
                    <a:pt x="5315401" y="736582"/>
                  </a:lnTo>
                  <a:lnTo>
                    <a:pt x="5315526" y="736582"/>
                  </a:lnTo>
                  <a:lnTo>
                    <a:pt x="5315651" y="736582"/>
                  </a:lnTo>
                  <a:lnTo>
                    <a:pt x="5315777" y="736582"/>
                  </a:lnTo>
                  <a:lnTo>
                    <a:pt x="5315902" y="736582"/>
                  </a:lnTo>
                  <a:lnTo>
                    <a:pt x="5316027" y="736582"/>
                  </a:lnTo>
                  <a:lnTo>
                    <a:pt x="5316152" y="736582"/>
                  </a:lnTo>
                  <a:lnTo>
                    <a:pt x="5316277" y="736582"/>
                  </a:lnTo>
                  <a:lnTo>
                    <a:pt x="5316402" y="736582"/>
                  </a:lnTo>
                  <a:lnTo>
                    <a:pt x="5316527" y="736582"/>
                  </a:lnTo>
                  <a:lnTo>
                    <a:pt x="5316652" y="736582"/>
                  </a:lnTo>
                  <a:lnTo>
                    <a:pt x="5316777" y="736582"/>
                  </a:lnTo>
                  <a:lnTo>
                    <a:pt x="5316902" y="736582"/>
                  </a:lnTo>
                  <a:lnTo>
                    <a:pt x="5317027" y="736582"/>
                  </a:lnTo>
                  <a:lnTo>
                    <a:pt x="5317152" y="736582"/>
                  </a:lnTo>
                  <a:lnTo>
                    <a:pt x="5317277" y="736582"/>
                  </a:lnTo>
                  <a:lnTo>
                    <a:pt x="5317402" y="736582"/>
                  </a:lnTo>
                  <a:lnTo>
                    <a:pt x="5317527" y="736582"/>
                  </a:lnTo>
                  <a:lnTo>
                    <a:pt x="5317652" y="736582"/>
                  </a:lnTo>
                  <a:lnTo>
                    <a:pt x="5317777" y="736582"/>
                  </a:lnTo>
                  <a:lnTo>
                    <a:pt x="5317902" y="736582"/>
                  </a:lnTo>
                  <a:lnTo>
                    <a:pt x="5318027" y="736582"/>
                  </a:lnTo>
                  <a:lnTo>
                    <a:pt x="5318152" y="736582"/>
                  </a:lnTo>
                  <a:lnTo>
                    <a:pt x="5318277" y="736582"/>
                  </a:lnTo>
                  <a:lnTo>
                    <a:pt x="5318402" y="736582"/>
                  </a:lnTo>
                  <a:lnTo>
                    <a:pt x="5318527" y="736582"/>
                  </a:lnTo>
                  <a:lnTo>
                    <a:pt x="5318653" y="736582"/>
                  </a:lnTo>
                  <a:lnTo>
                    <a:pt x="5318778" y="736582"/>
                  </a:lnTo>
                  <a:lnTo>
                    <a:pt x="5318903" y="736582"/>
                  </a:lnTo>
                  <a:lnTo>
                    <a:pt x="5319028" y="736582"/>
                  </a:lnTo>
                  <a:lnTo>
                    <a:pt x="5319153" y="736582"/>
                  </a:lnTo>
                  <a:lnTo>
                    <a:pt x="5319278" y="736582"/>
                  </a:lnTo>
                  <a:lnTo>
                    <a:pt x="5319403" y="736582"/>
                  </a:lnTo>
                  <a:lnTo>
                    <a:pt x="5319528" y="736582"/>
                  </a:lnTo>
                  <a:lnTo>
                    <a:pt x="5319653" y="736582"/>
                  </a:lnTo>
                  <a:lnTo>
                    <a:pt x="5319778" y="736582"/>
                  </a:lnTo>
                  <a:lnTo>
                    <a:pt x="5319903" y="736582"/>
                  </a:lnTo>
                  <a:lnTo>
                    <a:pt x="5320028" y="736582"/>
                  </a:lnTo>
                  <a:lnTo>
                    <a:pt x="5320153" y="736582"/>
                  </a:lnTo>
                  <a:lnTo>
                    <a:pt x="5320278" y="736582"/>
                  </a:lnTo>
                  <a:lnTo>
                    <a:pt x="5320403" y="736582"/>
                  </a:lnTo>
                  <a:lnTo>
                    <a:pt x="5320528" y="736582"/>
                  </a:lnTo>
                  <a:lnTo>
                    <a:pt x="5320653" y="736582"/>
                  </a:lnTo>
                  <a:lnTo>
                    <a:pt x="5320778" y="736582"/>
                  </a:lnTo>
                  <a:lnTo>
                    <a:pt x="5320903" y="736582"/>
                  </a:lnTo>
                  <a:lnTo>
                    <a:pt x="5321028" y="736582"/>
                  </a:lnTo>
                  <a:lnTo>
                    <a:pt x="5321153" y="736582"/>
                  </a:lnTo>
                  <a:lnTo>
                    <a:pt x="5321278" y="736582"/>
                  </a:lnTo>
                  <a:lnTo>
                    <a:pt x="5321403" y="736582"/>
                  </a:lnTo>
                  <a:lnTo>
                    <a:pt x="5321528" y="736582"/>
                  </a:lnTo>
                  <a:lnTo>
                    <a:pt x="5321654" y="736582"/>
                  </a:lnTo>
                  <a:lnTo>
                    <a:pt x="5321779" y="736582"/>
                  </a:lnTo>
                  <a:lnTo>
                    <a:pt x="5321904" y="736582"/>
                  </a:lnTo>
                  <a:lnTo>
                    <a:pt x="5322029" y="736582"/>
                  </a:lnTo>
                  <a:lnTo>
                    <a:pt x="5322154" y="736582"/>
                  </a:lnTo>
                  <a:lnTo>
                    <a:pt x="5322279" y="736582"/>
                  </a:lnTo>
                  <a:lnTo>
                    <a:pt x="5322404" y="736582"/>
                  </a:lnTo>
                  <a:lnTo>
                    <a:pt x="5322529" y="736582"/>
                  </a:lnTo>
                  <a:lnTo>
                    <a:pt x="5322654" y="736582"/>
                  </a:lnTo>
                  <a:lnTo>
                    <a:pt x="5322779" y="736582"/>
                  </a:lnTo>
                  <a:lnTo>
                    <a:pt x="5322904" y="736582"/>
                  </a:lnTo>
                  <a:lnTo>
                    <a:pt x="5323029" y="736582"/>
                  </a:lnTo>
                  <a:lnTo>
                    <a:pt x="5323154" y="736582"/>
                  </a:lnTo>
                  <a:lnTo>
                    <a:pt x="5323279" y="736582"/>
                  </a:lnTo>
                  <a:lnTo>
                    <a:pt x="5323404" y="736582"/>
                  </a:lnTo>
                  <a:lnTo>
                    <a:pt x="5323529" y="736582"/>
                  </a:lnTo>
                  <a:lnTo>
                    <a:pt x="5323654" y="736582"/>
                  </a:lnTo>
                  <a:lnTo>
                    <a:pt x="5323779" y="736582"/>
                  </a:lnTo>
                  <a:lnTo>
                    <a:pt x="5323904" y="736582"/>
                  </a:lnTo>
                  <a:lnTo>
                    <a:pt x="5324029" y="736582"/>
                  </a:lnTo>
                  <a:lnTo>
                    <a:pt x="5324154" y="736582"/>
                  </a:lnTo>
                  <a:lnTo>
                    <a:pt x="5324279" y="736582"/>
                  </a:lnTo>
                  <a:lnTo>
                    <a:pt x="5324404" y="736582"/>
                  </a:lnTo>
                  <a:lnTo>
                    <a:pt x="5324529" y="736582"/>
                  </a:lnTo>
                  <a:lnTo>
                    <a:pt x="5324655" y="736582"/>
                  </a:lnTo>
                  <a:lnTo>
                    <a:pt x="5324780" y="736582"/>
                  </a:lnTo>
                  <a:lnTo>
                    <a:pt x="5324905" y="736582"/>
                  </a:lnTo>
                  <a:lnTo>
                    <a:pt x="5325030" y="736582"/>
                  </a:lnTo>
                  <a:lnTo>
                    <a:pt x="5325155" y="736582"/>
                  </a:lnTo>
                  <a:lnTo>
                    <a:pt x="5325280" y="736582"/>
                  </a:lnTo>
                  <a:lnTo>
                    <a:pt x="5325405" y="736582"/>
                  </a:lnTo>
                  <a:lnTo>
                    <a:pt x="5325530" y="736582"/>
                  </a:lnTo>
                  <a:lnTo>
                    <a:pt x="5325655" y="736582"/>
                  </a:lnTo>
                  <a:lnTo>
                    <a:pt x="5325780" y="736582"/>
                  </a:lnTo>
                  <a:lnTo>
                    <a:pt x="5325905" y="736582"/>
                  </a:lnTo>
                  <a:lnTo>
                    <a:pt x="5326030" y="736582"/>
                  </a:lnTo>
                  <a:lnTo>
                    <a:pt x="5326155" y="736582"/>
                  </a:lnTo>
                  <a:lnTo>
                    <a:pt x="5326280" y="736582"/>
                  </a:lnTo>
                  <a:lnTo>
                    <a:pt x="5326405" y="736582"/>
                  </a:lnTo>
                  <a:lnTo>
                    <a:pt x="5326530" y="736582"/>
                  </a:lnTo>
                  <a:lnTo>
                    <a:pt x="5326530" y="726629"/>
                  </a:lnTo>
                  <a:lnTo>
                    <a:pt x="5326655" y="726629"/>
                  </a:lnTo>
                  <a:lnTo>
                    <a:pt x="5326780" y="726629"/>
                  </a:lnTo>
                  <a:lnTo>
                    <a:pt x="5326905" y="726629"/>
                  </a:lnTo>
                  <a:lnTo>
                    <a:pt x="5327030" y="726629"/>
                  </a:lnTo>
                  <a:lnTo>
                    <a:pt x="5327155" y="726629"/>
                  </a:lnTo>
                  <a:lnTo>
                    <a:pt x="5327280" y="726629"/>
                  </a:lnTo>
                  <a:lnTo>
                    <a:pt x="5327405" y="726629"/>
                  </a:lnTo>
                  <a:lnTo>
                    <a:pt x="5327530" y="726629"/>
                  </a:lnTo>
                  <a:lnTo>
                    <a:pt x="5327656" y="726629"/>
                  </a:lnTo>
                  <a:lnTo>
                    <a:pt x="5327781" y="726629"/>
                  </a:lnTo>
                  <a:lnTo>
                    <a:pt x="5327906" y="726629"/>
                  </a:lnTo>
                  <a:lnTo>
                    <a:pt x="5328031" y="726629"/>
                  </a:lnTo>
                  <a:lnTo>
                    <a:pt x="5328156" y="726629"/>
                  </a:lnTo>
                  <a:lnTo>
                    <a:pt x="5328281" y="726629"/>
                  </a:lnTo>
                  <a:lnTo>
                    <a:pt x="5328406" y="726629"/>
                  </a:lnTo>
                  <a:lnTo>
                    <a:pt x="5328531" y="726629"/>
                  </a:lnTo>
                  <a:lnTo>
                    <a:pt x="5328656" y="726629"/>
                  </a:lnTo>
                  <a:lnTo>
                    <a:pt x="5328781" y="726629"/>
                  </a:lnTo>
                  <a:lnTo>
                    <a:pt x="5328906" y="726629"/>
                  </a:lnTo>
                  <a:lnTo>
                    <a:pt x="5329031" y="726629"/>
                  </a:lnTo>
                  <a:lnTo>
                    <a:pt x="5329156" y="726629"/>
                  </a:lnTo>
                  <a:lnTo>
                    <a:pt x="5329281" y="726629"/>
                  </a:lnTo>
                  <a:lnTo>
                    <a:pt x="5329406" y="726629"/>
                  </a:lnTo>
                  <a:lnTo>
                    <a:pt x="5329531" y="726629"/>
                  </a:lnTo>
                  <a:lnTo>
                    <a:pt x="5329656" y="726629"/>
                  </a:lnTo>
                  <a:lnTo>
                    <a:pt x="5329781" y="726629"/>
                  </a:lnTo>
                  <a:lnTo>
                    <a:pt x="5329906" y="726629"/>
                  </a:lnTo>
                  <a:lnTo>
                    <a:pt x="5330031" y="726629"/>
                  </a:lnTo>
                  <a:lnTo>
                    <a:pt x="5330156" y="726629"/>
                  </a:lnTo>
                  <a:lnTo>
                    <a:pt x="5330281" y="726629"/>
                  </a:lnTo>
                  <a:lnTo>
                    <a:pt x="5330406" y="726629"/>
                  </a:lnTo>
                  <a:lnTo>
                    <a:pt x="5330531" y="726629"/>
                  </a:lnTo>
                  <a:lnTo>
                    <a:pt x="5330657" y="726629"/>
                  </a:lnTo>
                  <a:lnTo>
                    <a:pt x="5330782" y="726629"/>
                  </a:lnTo>
                  <a:lnTo>
                    <a:pt x="5330907" y="726629"/>
                  </a:lnTo>
                  <a:lnTo>
                    <a:pt x="5331032" y="726629"/>
                  </a:lnTo>
                  <a:lnTo>
                    <a:pt x="5331157" y="726629"/>
                  </a:lnTo>
                  <a:lnTo>
                    <a:pt x="5331282" y="726629"/>
                  </a:lnTo>
                  <a:lnTo>
                    <a:pt x="5331407" y="726629"/>
                  </a:lnTo>
                  <a:lnTo>
                    <a:pt x="5331532" y="726629"/>
                  </a:lnTo>
                  <a:lnTo>
                    <a:pt x="5331657" y="726629"/>
                  </a:lnTo>
                  <a:lnTo>
                    <a:pt x="5331782" y="726629"/>
                  </a:lnTo>
                  <a:lnTo>
                    <a:pt x="5331907" y="726629"/>
                  </a:lnTo>
                  <a:lnTo>
                    <a:pt x="5332032" y="726629"/>
                  </a:lnTo>
                  <a:lnTo>
                    <a:pt x="5332157" y="726629"/>
                  </a:lnTo>
                  <a:lnTo>
                    <a:pt x="5332282" y="726629"/>
                  </a:lnTo>
                  <a:lnTo>
                    <a:pt x="5332407" y="726629"/>
                  </a:lnTo>
                  <a:lnTo>
                    <a:pt x="5332532" y="726629"/>
                  </a:lnTo>
                  <a:lnTo>
                    <a:pt x="5332657" y="726629"/>
                  </a:lnTo>
                  <a:lnTo>
                    <a:pt x="5332782" y="726629"/>
                  </a:lnTo>
                  <a:lnTo>
                    <a:pt x="5332907" y="726629"/>
                  </a:lnTo>
                  <a:lnTo>
                    <a:pt x="5333032" y="726629"/>
                  </a:lnTo>
                  <a:lnTo>
                    <a:pt x="5333157" y="726629"/>
                  </a:lnTo>
                  <a:lnTo>
                    <a:pt x="5333282" y="726629"/>
                  </a:lnTo>
                  <a:lnTo>
                    <a:pt x="5333407" y="726629"/>
                  </a:lnTo>
                  <a:lnTo>
                    <a:pt x="5333532" y="726629"/>
                  </a:lnTo>
                  <a:lnTo>
                    <a:pt x="5333658" y="726629"/>
                  </a:lnTo>
                  <a:lnTo>
                    <a:pt x="5333783" y="726629"/>
                  </a:lnTo>
                  <a:lnTo>
                    <a:pt x="5333908" y="726629"/>
                  </a:lnTo>
                  <a:lnTo>
                    <a:pt x="5334033" y="726629"/>
                  </a:lnTo>
                  <a:lnTo>
                    <a:pt x="5334158" y="726629"/>
                  </a:lnTo>
                  <a:lnTo>
                    <a:pt x="5334283" y="726629"/>
                  </a:lnTo>
                  <a:lnTo>
                    <a:pt x="5334408" y="726629"/>
                  </a:lnTo>
                  <a:lnTo>
                    <a:pt x="5334533" y="726629"/>
                  </a:lnTo>
                  <a:lnTo>
                    <a:pt x="5334658" y="726629"/>
                  </a:lnTo>
                  <a:lnTo>
                    <a:pt x="5334783" y="726629"/>
                  </a:lnTo>
                  <a:lnTo>
                    <a:pt x="5334908" y="726629"/>
                  </a:lnTo>
                  <a:lnTo>
                    <a:pt x="5335033" y="726629"/>
                  </a:lnTo>
                  <a:lnTo>
                    <a:pt x="5335158" y="726629"/>
                  </a:lnTo>
                  <a:lnTo>
                    <a:pt x="5335283" y="726629"/>
                  </a:lnTo>
                  <a:lnTo>
                    <a:pt x="5335408" y="726629"/>
                  </a:lnTo>
                  <a:lnTo>
                    <a:pt x="5335533" y="726629"/>
                  </a:lnTo>
                  <a:lnTo>
                    <a:pt x="5335658" y="726629"/>
                  </a:lnTo>
                  <a:lnTo>
                    <a:pt x="5335783" y="726629"/>
                  </a:lnTo>
                  <a:lnTo>
                    <a:pt x="5335908" y="726629"/>
                  </a:lnTo>
                  <a:lnTo>
                    <a:pt x="5336033" y="726629"/>
                  </a:lnTo>
                  <a:lnTo>
                    <a:pt x="5336158" y="726629"/>
                  </a:lnTo>
                  <a:lnTo>
                    <a:pt x="5336283" y="726629"/>
                  </a:lnTo>
                  <a:lnTo>
                    <a:pt x="5336408" y="726629"/>
                  </a:lnTo>
                  <a:lnTo>
                    <a:pt x="5336533" y="726629"/>
                  </a:lnTo>
                  <a:lnTo>
                    <a:pt x="5336659" y="726629"/>
                  </a:lnTo>
                  <a:lnTo>
                    <a:pt x="5336784" y="726629"/>
                  </a:lnTo>
                  <a:lnTo>
                    <a:pt x="5336909" y="726629"/>
                  </a:lnTo>
                  <a:lnTo>
                    <a:pt x="5337034" y="726629"/>
                  </a:lnTo>
                  <a:lnTo>
                    <a:pt x="5337159" y="726629"/>
                  </a:lnTo>
                  <a:lnTo>
                    <a:pt x="5337284" y="726629"/>
                  </a:lnTo>
                  <a:lnTo>
                    <a:pt x="5337409" y="726629"/>
                  </a:lnTo>
                  <a:lnTo>
                    <a:pt x="5337534" y="726629"/>
                  </a:lnTo>
                  <a:lnTo>
                    <a:pt x="5337659" y="726629"/>
                  </a:lnTo>
                  <a:lnTo>
                    <a:pt x="5337784" y="726629"/>
                  </a:lnTo>
                  <a:lnTo>
                    <a:pt x="5337909" y="726629"/>
                  </a:lnTo>
                  <a:lnTo>
                    <a:pt x="5338034" y="726629"/>
                  </a:lnTo>
                  <a:lnTo>
                    <a:pt x="5338159" y="726629"/>
                  </a:lnTo>
                  <a:lnTo>
                    <a:pt x="5338284" y="726629"/>
                  </a:lnTo>
                  <a:lnTo>
                    <a:pt x="5338409" y="726629"/>
                  </a:lnTo>
                  <a:lnTo>
                    <a:pt x="5338534" y="726629"/>
                  </a:lnTo>
                  <a:lnTo>
                    <a:pt x="5338659" y="726629"/>
                  </a:lnTo>
                  <a:lnTo>
                    <a:pt x="5338784" y="726629"/>
                  </a:lnTo>
                  <a:lnTo>
                    <a:pt x="5338909" y="726629"/>
                  </a:lnTo>
                  <a:lnTo>
                    <a:pt x="5339034" y="726629"/>
                  </a:lnTo>
                  <a:lnTo>
                    <a:pt x="5339159" y="726629"/>
                  </a:lnTo>
                  <a:lnTo>
                    <a:pt x="5339284" y="726629"/>
                  </a:lnTo>
                  <a:lnTo>
                    <a:pt x="5339409" y="726629"/>
                  </a:lnTo>
                  <a:lnTo>
                    <a:pt x="5339534" y="726629"/>
                  </a:lnTo>
                  <a:lnTo>
                    <a:pt x="5339660" y="726629"/>
                  </a:lnTo>
                  <a:lnTo>
                    <a:pt x="5339785" y="726629"/>
                  </a:lnTo>
                  <a:lnTo>
                    <a:pt x="5339910" y="726629"/>
                  </a:lnTo>
                  <a:lnTo>
                    <a:pt x="5340035" y="726629"/>
                  </a:lnTo>
                  <a:lnTo>
                    <a:pt x="5340160" y="726629"/>
                  </a:lnTo>
                  <a:lnTo>
                    <a:pt x="5340285" y="726629"/>
                  </a:lnTo>
                  <a:lnTo>
                    <a:pt x="5340410" y="726629"/>
                  </a:lnTo>
                  <a:lnTo>
                    <a:pt x="5340535" y="726629"/>
                  </a:lnTo>
                  <a:lnTo>
                    <a:pt x="5340660" y="726629"/>
                  </a:lnTo>
                  <a:lnTo>
                    <a:pt x="5340785" y="726629"/>
                  </a:lnTo>
                  <a:lnTo>
                    <a:pt x="5340910" y="726629"/>
                  </a:lnTo>
                  <a:lnTo>
                    <a:pt x="5341035" y="726629"/>
                  </a:lnTo>
                  <a:lnTo>
                    <a:pt x="5341160" y="726629"/>
                  </a:lnTo>
                  <a:lnTo>
                    <a:pt x="5341285" y="726629"/>
                  </a:lnTo>
                  <a:lnTo>
                    <a:pt x="5341410" y="726629"/>
                  </a:lnTo>
                  <a:lnTo>
                    <a:pt x="5341535" y="726629"/>
                  </a:lnTo>
                  <a:lnTo>
                    <a:pt x="5341660" y="726629"/>
                  </a:lnTo>
                  <a:lnTo>
                    <a:pt x="5341785" y="726629"/>
                  </a:lnTo>
                  <a:lnTo>
                    <a:pt x="5341910" y="726629"/>
                  </a:lnTo>
                  <a:lnTo>
                    <a:pt x="5342035" y="726629"/>
                  </a:lnTo>
                  <a:lnTo>
                    <a:pt x="5342160" y="726629"/>
                  </a:lnTo>
                  <a:lnTo>
                    <a:pt x="5342285" y="726629"/>
                  </a:lnTo>
                  <a:lnTo>
                    <a:pt x="5342410" y="726629"/>
                  </a:lnTo>
                  <a:lnTo>
                    <a:pt x="5342535" y="726629"/>
                  </a:lnTo>
                  <a:lnTo>
                    <a:pt x="5342661" y="726629"/>
                  </a:lnTo>
                  <a:lnTo>
                    <a:pt x="5342786" y="726629"/>
                  </a:lnTo>
                  <a:lnTo>
                    <a:pt x="5342911" y="726629"/>
                  </a:lnTo>
                  <a:lnTo>
                    <a:pt x="5343036" y="726629"/>
                  </a:lnTo>
                  <a:lnTo>
                    <a:pt x="5343161" y="726629"/>
                  </a:lnTo>
                  <a:lnTo>
                    <a:pt x="5343286" y="726629"/>
                  </a:lnTo>
                  <a:lnTo>
                    <a:pt x="5343411" y="726629"/>
                  </a:lnTo>
                  <a:lnTo>
                    <a:pt x="5343536" y="726629"/>
                  </a:lnTo>
                  <a:lnTo>
                    <a:pt x="5343661" y="726629"/>
                  </a:lnTo>
                  <a:lnTo>
                    <a:pt x="5343786" y="726629"/>
                  </a:lnTo>
                  <a:lnTo>
                    <a:pt x="5343911" y="726629"/>
                  </a:lnTo>
                  <a:lnTo>
                    <a:pt x="5344036" y="726629"/>
                  </a:lnTo>
                  <a:lnTo>
                    <a:pt x="5344161" y="726629"/>
                  </a:lnTo>
                  <a:lnTo>
                    <a:pt x="5344286" y="726629"/>
                  </a:lnTo>
                  <a:lnTo>
                    <a:pt x="5344411" y="726629"/>
                  </a:lnTo>
                  <a:lnTo>
                    <a:pt x="5344536" y="726629"/>
                  </a:lnTo>
                  <a:lnTo>
                    <a:pt x="5344661" y="726629"/>
                  </a:lnTo>
                  <a:lnTo>
                    <a:pt x="5344786" y="726629"/>
                  </a:lnTo>
                  <a:lnTo>
                    <a:pt x="5344911" y="726629"/>
                  </a:lnTo>
                  <a:lnTo>
                    <a:pt x="5345036" y="726629"/>
                  </a:lnTo>
                  <a:lnTo>
                    <a:pt x="5345161" y="726629"/>
                  </a:lnTo>
                  <a:lnTo>
                    <a:pt x="5345286" y="726629"/>
                  </a:lnTo>
                  <a:lnTo>
                    <a:pt x="5345411" y="726629"/>
                  </a:lnTo>
                  <a:lnTo>
                    <a:pt x="5345536" y="726629"/>
                  </a:lnTo>
                  <a:lnTo>
                    <a:pt x="5345662" y="726629"/>
                  </a:lnTo>
                  <a:lnTo>
                    <a:pt x="5345787" y="726629"/>
                  </a:lnTo>
                  <a:lnTo>
                    <a:pt x="5345912" y="726629"/>
                  </a:lnTo>
                  <a:lnTo>
                    <a:pt x="5346037" y="726629"/>
                  </a:lnTo>
                  <a:lnTo>
                    <a:pt x="5346162" y="726629"/>
                  </a:lnTo>
                  <a:lnTo>
                    <a:pt x="5346287" y="726629"/>
                  </a:lnTo>
                  <a:lnTo>
                    <a:pt x="5346412" y="726629"/>
                  </a:lnTo>
                  <a:lnTo>
                    <a:pt x="5346537" y="726629"/>
                  </a:lnTo>
                  <a:lnTo>
                    <a:pt x="5346662" y="726629"/>
                  </a:lnTo>
                  <a:lnTo>
                    <a:pt x="5346787" y="726629"/>
                  </a:lnTo>
                  <a:lnTo>
                    <a:pt x="5346912" y="726629"/>
                  </a:lnTo>
                  <a:lnTo>
                    <a:pt x="5347037" y="726629"/>
                  </a:lnTo>
                  <a:lnTo>
                    <a:pt x="5347162" y="726629"/>
                  </a:lnTo>
                  <a:lnTo>
                    <a:pt x="5347287" y="726629"/>
                  </a:lnTo>
                  <a:lnTo>
                    <a:pt x="5347412" y="726629"/>
                  </a:lnTo>
                  <a:lnTo>
                    <a:pt x="5347537" y="726629"/>
                  </a:lnTo>
                  <a:lnTo>
                    <a:pt x="5347662" y="726629"/>
                  </a:lnTo>
                  <a:lnTo>
                    <a:pt x="5347787" y="726629"/>
                  </a:lnTo>
                  <a:lnTo>
                    <a:pt x="5347912" y="726629"/>
                  </a:lnTo>
                  <a:lnTo>
                    <a:pt x="5348037" y="726629"/>
                  </a:lnTo>
                  <a:lnTo>
                    <a:pt x="5348162" y="726629"/>
                  </a:lnTo>
                  <a:lnTo>
                    <a:pt x="5348287" y="726629"/>
                  </a:lnTo>
                  <a:lnTo>
                    <a:pt x="5348412" y="726629"/>
                  </a:lnTo>
                  <a:lnTo>
                    <a:pt x="5348537" y="726629"/>
                  </a:lnTo>
                  <a:lnTo>
                    <a:pt x="5348663" y="726629"/>
                  </a:lnTo>
                  <a:lnTo>
                    <a:pt x="5348788" y="726629"/>
                  </a:lnTo>
                  <a:lnTo>
                    <a:pt x="5348913" y="726629"/>
                  </a:lnTo>
                  <a:lnTo>
                    <a:pt x="5349038" y="726629"/>
                  </a:lnTo>
                  <a:lnTo>
                    <a:pt x="5349163" y="726629"/>
                  </a:lnTo>
                  <a:lnTo>
                    <a:pt x="5349288" y="726629"/>
                  </a:lnTo>
                  <a:lnTo>
                    <a:pt x="5349413" y="726629"/>
                  </a:lnTo>
                  <a:lnTo>
                    <a:pt x="5349538" y="726629"/>
                  </a:lnTo>
                  <a:lnTo>
                    <a:pt x="5349663" y="726629"/>
                  </a:lnTo>
                  <a:lnTo>
                    <a:pt x="5349788" y="726629"/>
                  </a:lnTo>
                  <a:lnTo>
                    <a:pt x="5349913" y="726629"/>
                  </a:lnTo>
                  <a:lnTo>
                    <a:pt x="5350038" y="726629"/>
                  </a:lnTo>
                  <a:lnTo>
                    <a:pt x="5350163" y="726629"/>
                  </a:lnTo>
                  <a:lnTo>
                    <a:pt x="5350288" y="726629"/>
                  </a:lnTo>
                  <a:lnTo>
                    <a:pt x="5350413" y="726629"/>
                  </a:lnTo>
                  <a:lnTo>
                    <a:pt x="5350538" y="726629"/>
                  </a:lnTo>
                  <a:lnTo>
                    <a:pt x="5350663" y="726629"/>
                  </a:lnTo>
                  <a:lnTo>
                    <a:pt x="5350788" y="726629"/>
                  </a:lnTo>
                  <a:lnTo>
                    <a:pt x="5350913" y="726629"/>
                  </a:lnTo>
                  <a:lnTo>
                    <a:pt x="5351038" y="726629"/>
                  </a:lnTo>
                  <a:lnTo>
                    <a:pt x="5351163" y="726629"/>
                  </a:lnTo>
                  <a:lnTo>
                    <a:pt x="5351288" y="726629"/>
                  </a:lnTo>
                  <a:lnTo>
                    <a:pt x="5351413" y="726629"/>
                  </a:lnTo>
                  <a:lnTo>
                    <a:pt x="5351538" y="726629"/>
                  </a:lnTo>
                  <a:lnTo>
                    <a:pt x="5351664" y="726629"/>
                  </a:lnTo>
                  <a:lnTo>
                    <a:pt x="5351789" y="726629"/>
                  </a:lnTo>
                  <a:lnTo>
                    <a:pt x="5351914" y="726629"/>
                  </a:lnTo>
                  <a:lnTo>
                    <a:pt x="5352039" y="726629"/>
                  </a:lnTo>
                  <a:lnTo>
                    <a:pt x="5352164" y="726629"/>
                  </a:lnTo>
                  <a:lnTo>
                    <a:pt x="5352289" y="726629"/>
                  </a:lnTo>
                  <a:lnTo>
                    <a:pt x="5352414" y="726629"/>
                  </a:lnTo>
                  <a:lnTo>
                    <a:pt x="5352539" y="726629"/>
                  </a:lnTo>
                  <a:lnTo>
                    <a:pt x="5352664" y="726629"/>
                  </a:lnTo>
                  <a:lnTo>
                    <a:pt x="5352789" y="726629"/>
                  </a:lnTo>
                  <a:lnTo>
                    <a:pt x="5352914" y="726629"/>
                  </a:lnTo>
                  <a:lnTo>
                    <a:pt x="5353039" y="726629"/>
                  </a:lnTo>
                  <a:lnTo>
                    <a:pt x="5353164" y="726629"/>
                  </a:lnTo>
                  <a:lnTo>
                    <a:pt x="5353289" y="726629"/>
                  </a:lnTo>
                  <a:lnTo>
                    <a:pt x="5353414" y="726629"/>
                  </a:lnTo>
                  <a:lnTo>
                    <a:pt x="5353539" y="726629"/>
                  </a:lnTo>
                  <a:lnTo>
                    <a:pt x="5353664" y="726629"/>
                  </a:lnTo>
                  <a:lnTo>
                    <a:pt x="5353789" y="726629"/>
                  </a:lnTo>
                  <a:lnTo>
                    <a:pt x="5353914" y="726629"/>
                  </a:lnTo>
                  <a:lnTo>
                    <a:pt x="5354039" y="726629"/>
                  </a:lnTo>
                  <a:lnTo>
                    <a:pt x="5354164" y="726629"/>
                  </a:lnTo>
                  <a:lnTo>
                    <a:pt x="5354289" y="726629"/>
                  </a:lnTo>
                  <a:lnTo>
                    <a:pt x="5354414" y="726629"/>
                  </a:lnTo>
                  <a:lnTo>
                    <a:pt x="5354539" y="726629"/>
                  </a:lnTo>
                  <a:lnTo>
                    <a:pt x="5354665" y="726629"/>
                  </a:lnTo>
                  <a:lnTo>
                    <a:pt x="5354790" y="726629"/>
                  </a:lnTo>
                  <a:lnTo>
                    <a:pt x="5354915" y="726629"/>
                  </a:lnTo>
                  <a:lnTo>
                    <a:pt x="5355040" y="726629"/>
                  </a:lnTo>
                  <a:lnTo>
                    <a:pt x="5355165" y="726629"/>
                  </a:lnTo>
                  <a:lnTo>
                    <a:pt x="5355290" y="726629"/>
                  </a:lnTo>
                  <a:lnTo>
                    <a:pt x="5355415" y="726629"/>
                  </a:lnTo>
                  <a:lnTo>
                    <a:pt x="5355540" y="726629"/>
                  </a:lnTo>
                  <a:lnTo>
                    <a:pt x="5355665" y="726629"/>
                  </a:lnTo>
                  <a:lnTo>
                    <a:pt x="5355790" y="726629"/>
                  </a:lnTo>
                  <a:lnTo>
                    <a:pt x="5355915" y="726629"/>
                  </a:lnTo>
                  <a:lnTo>
                    <a:pt x="5356040" y="726629"/>
                  </a:lnTo>
                  <a:lnTo>
                    <a:pt x="5356165" y="726629"/>
                  </a:lnTo>
                  <a:lnTo>
                    <a:pt x="5356290" y="726629"/>
                  </a:lnTo>
                  <a:lnTo>
                    <a:pt x="5356415" y="726629"/>
                  </a:lnTo>
                  <a:lnTo>
                    <a:pt x="5356540" y="726629"/>
                  </a:lnTo>
                  <a:lnTo>
                    <a:pt x="5356665" y="726629"/>
                  </a:lnTo>
                  <a:lnTo>
                    <a:pt x="5356790" y="726629"/>
                  </a:lnTo>
                  <a:lnTo>
                    <a:pt x="5356915" y="726629"/>
                  </a:lnTo>
                  <a:lnTo>
                    <a:pt x="5357040" y="726629"/>
                  </a:lnTo>
                  <a:lnTo>
                    <a:pt x="5357165" y="726629"/>
                  </a:lnTo>
                  <a:lnTo>
                    <a:pt x="5357290" y="726629"/>
                  </a:lnTo>
                  <a:lnTo>
                    <a:pt x="5357415" y="726629"/>
                  </a:lnTo>
                  <a:lnTo>
                    <a:pt x="5357541" y="726629"/>
                  </a:lnTo>
                  <a:lnTo>
                    <a:pt x="5357666" y="726629"/>
                  </a:lnTo>
                  <a:lnTo>
                    <a:pt x="5357791" y="726629"/>
                  </a:lnTo>
                  <a:lnTo>
                    <a:pt x="5357916" y="726629"/>
                  </a:lnTo>
                  <a:lnTo>
                    <a:pt x="5358041" y="726629"/>
                  </a:lnTo>
                  <a:lnTo>
                    <a:pt x="5358166" y="726629"/>
                  </a:lnTo>
                  <a:lnTo>
                    <a:pt x="5358291" y="726629"/>
                  </a:lnTo>
                  <a:lnTo>
                    <a:pt x="5358416" y="726629"/>
                  </a:lnTo>
                  <a:lnTo>
                    <a:pt x="5358541" y="726629"/>
                  </a:lnTo>
                  <a:lnTo>
                    <a:pt x="5358666" y="726629"/>
                  </a:lnTo>
                  <a:lnTo>
                    <a:pt x="5358791" y="726629"/>
                  </a:lnTo>
                  <a:lnTo>
                    <a:pt x="5358916" y="726629"/>
                  </a:lnTo>
                  <a:lnTo>
                    <a:pt x="5359041" y="726629"/>
                  </a:lnTo>
                  <a:lnTo>
                    <a:pt x="5359166" y="726629"/>
                  </a:lnTo>
                  <a:lnTo>
                    <a:pt x="5359291" y="726629"/>
                  </a:lnTo>
                  <a:lnTo>
                    <a:pt x="5359416" y="726629"/>
                  </a:lnTo>
                  <a:lnTo>
                    <a:pt x="5359541" y="726629"/>
                  </a:lnTo>
                  <a:lnTo>
                    <a:pt x="5359666" y="726629"/>
                  </a:lnTo>
                  <a:lnTo>
                    <a:pt x="5359791" y="726629"/>
                  </a:lnTo>
                  <a:lnTo>
                    <a:pt x="5359916" y="726629"/>
                  </a:lnTo>
                  <a:lnTo>
                    <a:pt x="5360041" y="726629"/>
                  </a:lnTo>
                  <a:lnTo>
                    <a:pt x="5360166" y="726629"/>
                  </a:lnTo>
                  <a:lnTo>
                    <a:pt x="5360291" y="726629"/>
                  </a:lnTo>
                  <a:lnTo>
                    <a:pt x="5360416" y="726629"/>
                  </a:lnTo>
                  <a:lnTo>
                    <a:pt x="5360542" y="726629"/>
                  </a:lnTo>
                  <a:lnTo>
                    <a:pt x="5360667" y="726629"/>
                  </a:lnTo>
                  <a:lnTo>
                    <a:pt x="5360792" y="726629"/>
                  </a:lnTo>
                  <a:lnTo>
                    <a:pt x="5360917" y="726629"/>
                  </a:lnTo>
                  <a:lnTo>
                    <a:pt x="5361042" y="726629"/>
                  </a:lnTo>
                  <a:lnTo>
                    <a:pt x="5361167" y="726629"/>
                  </a:lnTo>
                  <a:lnTo>
                    <a:pt x="5361292" y="726629"/>
                  </a:lnTo>
                  <a:lnTo>
                    <a:pt x="5361417" y="726629"/>
                  </a:lnTo>
                  <a:lnTo>
                    <a:pt x="5361542" y="726629"/>
                  </a:lnTo>
                  <a:lnTo>
                    <a:pt x="5361667" y="726629"/>
                  </a:lnTo>
                  <a:lnTo>
                    <a:pt x="5361792" y="726629"/>
                  </a:lnTo>
                  <a:lnTo>
                    <a:pt x="5361917" y="726629"/>
                  </a:lnTo>
                  <a:lnTo>
                    <a:pt x="5362042" y="726629"/>
                  </a:lnTo>
                  <a:lnTo>
                    <a:pt x="5362167" y="726629"/>
                  </a:lnTo>
                  <a:lnTo>
                    <a:pt x="5362292" y="726629"/>
                  </a:lnTo>
                  <a:lnTo>
                    <a:pt x="5362417" y="726629"/>
                  </a:lnTo>
                  <a:lnTo>
                    <a:pt x="5362542" y="726629"/>
                  </a:lnTo>
                  <a:lnTo>
                    <a:pt x="5362667" y="726629"/>
                  </a:lnTo>
                  <a:lnTo>
                    <a:pt x="5362792" y="726629"/>
                  </a:lnTo>
                  <a:lnTo>
                    <a:pt x="5362917" y="726629"/>
                  </a:lnTo>
                  <a:lnTo>
                    <a:pt x="5363042" y="726629"/>
                  </a:lnTo>
                  <a:lnTo>
                    <a:pt x="5363167" y="726629"/>
                  </a:lnTo>
                  <a:lnTo>
                    <a:pt x="5363292" y="726629"/>
                  </a:lnTo>
                  <a:lnTo>
                    <a:pt x="5363417" y="726629"/>
                  </a:lnTo>
                  <a:lnTo>
                    <a:pt x="5363543" y="726629"/>
                  </a:lnTo>
                  <a:lnTo>
                    <a:pt x="5363668" y="726629"/>
                  </a:lnTo>
                  <a:lnTo>
                    <a:pt x="5363793" y="726629"/>
                  </a:lnTo>
                  <a:lnTo>
                    <a:pt x="5363918" y="726629"/>
                  </a:lnTo>
                  <a:lnTo>
                    <a:pt x="5364043" y="726629"/>
                  </a:lnTo>
                  <a:lnTo>
                    <a:pt x="5364168" y="726629"/>
                  </a:lnTo>
                  <a:lnTo>
                    <a:pt x="5364293" y="726629"/>
                  </a:lnTo>
                  <a:lnTo>
                    <a:pt x="5364418" y="726629"/>
                  </a:lnTo>
                  <a:lnTo>
                    <a:pt x="5364543" y="726629"/>
                  </a:lnTo>
                  <a:lnTo>
                    <a:pt x="5364668" y="726629"/>
                  </a:lnTo>
                  <a:lnTo>
                    <a:pt x="5364793" y="726629"/>
                  </a:lnTo>
                  <a:lnTo>
                    <a:pt x="5364918" y="726629"/>
                  </a:lnTo>
                  <a:lnTo>
                    <a:pt x="5365043" y="726629"/>
                  </a:lnTo>
                  <a:lnTo>
                    <a:pt x="5365168" y="726629"/>
                  </a:lnTo>
                  <a:lnTo>
                    <a:pt x="5365293" y="726629"/>
                  </a:lnTo>
                  <a:lnTo>
                    <a:pt x="5365418" y="726629"/>
                  </a:lnTo>
                  <a:lnTo>
                    <a:pt x="5365543" y="726629"/>
                  </a:lnTo>
                  <a:lnTo>
                    <a:pt x="5365668" y="726629"/>
                  </a:lnTo>
                  <a:lnTo>
                    <a:pt x="5365793" y="726629"/>
                  </a:lnTo>
                  <a:lnTo>
                    <a:pt x="5365918" y="726629"/>
                  </a:lnTo>
                  <a:lnTo>
                    <a:pt x="5366043" y="726629"/>
                  </a:lnTo>
                  <a:lnTo>
                    <a:pt x="5366168" y="726629"/>
                  </a:lnTo>
                  <a:lnTo>
                    <a:pt x="5366293" y="726629"/>
                  </a:lnTo>
                  <a:lnTo>
                    <a:pt x="5366418" y="726629"/>
                  </a:lnTo>
                  <a:lnTo>
                    <a:pt x="5366544" y="726629"/>
                  </a:lnTo>
                  <a:lnTo>
                    <a:pt x="5366669" y="726629"/>
                  </a:lnTo>
                  <a:lnTo>
                    <a:pt x="5366794" y="726629"/>
                  </a:lnTo>
                  <a:lnTo>
                    <a:pt x="5366919" y="726629"/>
                  </a:lnTo>
                  <a:lnTo>
                    <a:pt x="5367044" y="726629"/>
                  </a:lnTo>
                  <a:lnTo>
                    <a:pt x="5367169" y="726629"/>
                  </a:lnTo>
                  <a:lnTo>
                    <a:pt x="5367294" y="726629"/>
                  </a:lnTo>
                  <a:lnTo>
                    <a:pt x="5367419" y="726629"/>
                  </a:lnTo>
                  <a:lnTo>
                    <a:pt x="5367544" y="726629"/>
                  </a:lnTo>
                  <a:lnTo>
                    <a:pt x="5367669" y="726629"/>
                  </a:lnTo>
                  <a:lnTo>
                    <a:pt x="5367794" y="726629"/>
                  </a:lnTo>
                  <a:lnTo>
                    <a:pt x="5367919" y="726629"/>
                  </a:lnTo>
                  <a:lnTo>
                    <a:pt x="5368044" y="726629"/>
                  </a:lnTo>
                  <a:lnTo>
                    <a:pt x="5368169" y="726629"/>
                  </a:lnTo>
                  <a:lnTo>
                    <a:pt x="5368294" y="726629"/>
                  </a:lnTo>
                  <a:lnTo>
                    <a:pt x="5368419" y="726629"/>
                  </a:lnTo>
                  <a:lnTo>
                    <a:pt x="5368544" y="726629"/>
                  </a:lnTo>
                  <a:lnTo>
                    <a:pt x="5368669" y="726629"/>
                  </a:lnTo>
                  <a:lnTo>
                    <a:pt x="5368794" y="726629"/>
                  </a:lnTo>
                  <a:lnTo>
                    <a:pt x="5368919" y="726629"/>
                  </a:lnTo>
                  <a:lnTo>
                    <a:pt x="5369044" y="726629"/>
                  </a:lnTo>
                  <a:lnTo>
                    <a:pt x="5369169" y="726629"/>
                  </a:lnTo>
                  <a:lnTo>
                    <a:pt x="5369294" y="726629"/>
                  </a:lnTo>
                  <a:lnTo>
                    <a:pt x="5369419" y="726629"/>
                  </a:lnTo>
                  <a:lnTo>
                    <a:pt x="5369545" y="726629"/>
                  </a:lnTo>
                  <a:lnTo>
                    <a:pt x="5369670" y="726629"/>
                  </a:lnTo>
                  <a:lnTo>
                    <a:pt x="5369795" y="726629"/>
                  </a:lnTo>
                  <a:lnTo>
                    <a:pt x="5369920" y="726629"/>
                  </a:lnTo>
                  <a:lnTo>
                    <a:pt x="5370045" y="726629"/>
                  </a:lnTo>
                  <a:lnTo>
                    <a:pt x="5370170" y="726629"/>
                  </a:lnTo>
                  <a:lnTo>
                    <a:pt x="5370295" y="726629"/>
                  </a:lnTo>
                  <a:lnTo>
                    <a:pt x="5370420" y="726629"/>
                  </a:lnTo>
                  <a:lnTo>
                    <a:pt x="5370545" y="726629"/>
                  </a:lnTo>
                  <a:lnTo>
                    <a:pt x="5370670" y="726629"/>
                  </a:lnTo>
                  <a:lnTo>
                    <a:pt x="5370795" y="726629"/>
                  </a:lnTo>
                  <a:lnTo>
                    <a:pt x="5370920" y="726629"/>
                  </a:lnTo>
                  <a:lnTo>
                    <a:pt x="5371045" y="726629"/>
                  </a:lnTo>
                  <a:lnTo>
                    <a:pt x="5371170" y="726629"/>
                  </a:lnTo>
                  <a:lnTo>
                    <a:pt x="5371295" y="726629"/>
                  </a:lnTo>
                  <a:lnTo>
                    <a:pt x="5371420" y="726629"/>
                  </a:lnTo>
                  <a:lnTo>
                    <a:pt x="5371545" y="726629"/>
                  </a:lnTo>
                  <a:lnTo>
                    <a:pt x="5371670" y="726629"/>
                  </a:lnTo>
                  <a:lnTo>
                    <a:pt x="5371795" y="726629"/>
                  </a:lnTo>
                  <a:lnTo>
                    <a:pt x="5371920" y="726629"/>
                  </a:lnTo>
                  <a:lnTo>
                    <a:pt x="5372045" y="726629"/>
                  </a:lnTo>
                  <a:lnTo>
                    <a:pt x="5372170" y="726629"/>
                  </a:lnTo>
                  <a:lnTo>
                    <a:pt x="5372295" y="726629"/>
                  </a:lnTo>
                  <a:lnTo>
                    <a:pt x="5372420" y="726629"/>
                  </a:lnTo>
                  <a:lnTo>
                    <a:pt x="5372546" y="726629"/>
                  </a:lnTo>
                  <a:lnTo>
                    <a:pt x="5372671" y="726629"/>
                  </a:lnTo>
                  <a:lnTo>
                    <a:pt x="5372796" y="726629"/>
                  </a:lnTo>
                  <a:lnTo>
                    <a:pt x="5372921" y="726629"/>
                  </a:lnTo>
                  <a:lnTo>
                    <a:pt x="5373046" y="726629"/>
                  </a:lnTo>
                  <a:lnTo>
                    <a:pt x="5373171" y="726629"/>
                  </a:lnTo>
                  <a:lnTo>
                    <a:pt x="5373296" y="726629"/>
                  </a:lnTo>
                  <a:lnTo>
                    <a:pt x="5373421" y="726629"/>
                  </a:lnTo>
                  <a:lnTo>
                    <a:pt x="5373546" y="726629"/>
                  </a:lnTo>
                  <a:lnTo>
                    <a:pt x="5373671" y="726629"/>
                  </a:lnTo>
                  <a:lnTo>
                    <a:pt x="5373796" y="726629"/>
                  </a:lnTo>
                  <a:lnTo>
                    <a:pt x="5373921" y="726629"/>
                  </a:lnTo>
                  <a:lnTo>
                    <a:pt x="5374046" y="726629"/>
                  </a:lnTo>
                  <a:lnTo>
                    <a:pt x="5374171" y="726629"/>
                  </a:lnTo>
                  <a:lnTo>
                    <a:pt x="5374296" y="726629"/>
                  </a:lnTo>
                  <a:lnTo>
                    <a:pt x="5374421" y="726629"/>
                  </a:lnTo>
                  <a:lnTo>
                    <a:pt x="5374546" y="726629"/>
                  </a:lnTo>
                  <a:lnTo>
                    <a:pt x="5374671" y="726629"/>
                  </a:lnTo>
                  <a:lnTo>
                    <a:pt x="5374796" y="726629"/>
                  </a:lnTo>
                  <a:lnTo>
                    <a:pt x="5374921" y="726629"/>
                  </a:lnTo>
                  <a:lnTo>
                    <a:pt x="5375046" y="726629"/>
                  </a:lnTo>
                  <a:lnTo>
                    <a:pt x="5375171" y="726629"/>
                  </a:lnTo>
                  <a:lnTo>
                    <a:pt x="5375296" y="726629"/>
                  </a:lnTo>
                  <a:lnTo>
                    <a:pt x="5375421" y="726629"/>
                  </a:lnTo>
                  <a:lnTo>
                    <a:pt x="5375547" y="726629"/>
                  </a:lnTo>
                  <a:lnTo>
                    <a:pt x="5375672" y="726629"/>
                  </a:lnTo>
                  <a:lnTo>
                    <a:pt x="5375797" y="726629"/>
                  </a:lnTo>
                  <a:lnTo>
                    <a:pt x="5375922" y="726629"/>
                  </a:lnTo>
                  <a:lnTo>
                    <a:pt x="5376047" y="726629"/>
                  </a:lnTo>
                  <a:lnTo>
                    <a:pt x="5376172" y="726629"/>
                  </a:lnTo>
                  <a:lnTo>
                    <a:pt x="5376297" y="726629"/>
                  </a:lnTo>
                  <a:lnTo>
                    <a:pt x="5376422" y="726629"/>
                  </a:lnTo>
                  <a:lnTo>
                    <a:pt x="5376547" y="726629"/>
                  </a:lnTo>
                  <a:lnTo>
                    <a:pt x="5376672" y="726629"/>
                  </a:lnTo>
                  <a:lnTo>
                    <a:pt x="5376797" y="726629"/>
                  </a:lnTo>
                  <a:lnTo>
                    <a:pt x="5376922" y="726629"/>
                  </a:lnTo>
                  <a:lnTo>
                    <a:pt x="5377047" y="726629"/>
                  </a:lnTo>
                  <a:lnTo>
                    <a:pt x="5377172" y="726629"/>
                  </a:lnTo>
                  <a:lnTo>
                    <a:pt x="5377297" y="726629"/>
                  </a:lnTo>
                  <a:lnTo>
                    <a:pt x="5377422" y="726629"/>
                  </a:lnTo>
                  <a:lnTo>
                    <a:pt x="5377547" y="726629"/>
                  </a:lnTo>
                  <a:lnTo>
                    <a:pt x="5377672" y="726629"/>
                  </a:lnTo>
                  <a:lnTo>
                    <a:pt x="5377797" y="726629"/>
                  </a:lnTo>
                  <a:lnTo>
                    <a:pt x="5377922" y="726629"/>
                  </a:lnTo>
                  <a:lnTo>
                    <a:pt x="5378047" y="726629"/>
                  </a:lnTo>
                  <a:lnTo>
                    <a:pt x="5378172" y="726629"/>
                  </a:lnTo>
                  <a:lnTo>
                    <a:pt x="5378297" y="726629"/>
                  </a:lnTo>
                  <a:lnTo>
                    <a:pt x="5378422" y="726629"/>
                  </a:lnTo>
                  <a:lnTo>
                    <a:pt x="5378548" y="726629"/>
                  </a:lnTo>
                  <a:lnTo>
                    <a:pt x="5378673" y="726629"/>
                  </a:lnTo>
                  <a:lnTo>
                    <a:pt x="5378798" y="726629"/>
                  </a:lnTo>
                  <a:lnTo>
                    <a:pt x="5378923" y="726629"/>
                  </a:lnTo>
                  <a:lnTo>
                    <a:pt x="5379048" y="726629"/>
                  </a:lnTo>
                  <a:lnTo>
                    <a:pt x="5379173" y="726629"/>
                  </a:lnTo>
                  <a:lnTo>
                    <a:pt x="5379298" y="726629"/>
                  </a:lnTo>
                  <a:lnTo>
                    <a:pt x="5379423" y="726629"/>
                  </a:lnTo>
                  <a:lnTo>
                    <a:pt x="5379548" y="726629"/>
                  </a:lnTo>
                  <a:lnTo>
                    <a:pt x="5379673" y="726629"/>
                  </a:lnTo>
                  <a:lnTo>
                    <a:pt x="5379798" y="726629"/>
                  </a:lnTo>
                  <a:lnTo>
                    <a:pt x="5379923" y="726629"/>
                  </a:lnTo>
                  <a:lnTo>
                    <a:pt x="5380048" y="726629"/>
                  </a:lnTo>
                  <a:lnTo>
                    <a:pt x="5380173" y="726629"/>
                  </a:lnTo>
                  <a:lnTo>
                    <a:pt x="5380298" y="726629"/>
                  </a:lnTo>
                  <a:lnTo>
                    <a:pt x="5380423" y="726629"/>
                  </a:lnTo>
                  <a:lnTo>
                    <a:pt x="5380548" y="726629"/>
                  </a:lnTo>
                  <a:lnTo>
                    <a:pt x="5380673" y="726629"/>
                  </a:lnTo>
                  <a:lnTo>
                    <a:pt x="5380798" y="726629"/>
                  </a:lnTo>
                  <a:lnTo>
                    <a:pt x="5380923" y="726629"/>
                  </a:lnTo>
                  <a:lnTo>
                    <a:pt x="5381048" y="726629"/>
                  </a:lnTo>
                  <a:lnTo>
                    <a:pt x="5381173" y="726629"/>
                  </a:lnTo>
                  <a:lnTo>
                    <a:pt x="5381298" y="726629"/>
                  </a:lnTo>
                  <a:lnTo>
                    <a:pt x="5381423" y="726629"/>
                  </a:lnTo>
                  <a:lnTo>
                    <a:pt x="5381549" y="726629"/>
                  </a:lnTo>
                  <a:lnTo>
                    <a:pt x="5381674" y="726629"/>
                  </a:lnTo>
                  <a:lnTo>
                    <a:pt x="5381799" y="726629"/>
                  </a:lnTo>
                  <a:lnTo>
                    <a:pt x="5381924" y="726629"/>
                  </a:lnTo>
                  <a:lnTo>
                    <a:pt x="5382049" y="726629"/>
                  </a:lnTo>
                  <a:lnTo>
                    <a:pt x="5382174" y="726629"/>
                  </a:lnTo>
                  <a:lnTo>
                    <a:pt x="5382299" y="726629"/>
                  </a:lnTo>
                  <a:lnTo>
                    <a:pt x="5382424" y="726629"/>
                  </a:lnTo>
                  <a:lnTo>
                    <a:pt x="5382549" y="726629"/>
                  </a:lnTo>
                  <a:lnTo>
                    <a:pt x="5382674" y="726629"/>
                  </a:lnTo>
                  <a:lnTo>
                    <a:pt x="5382799" y="726629"/>
                  </a:lnTo>
                  <a:lnTo>
                    <a:pt x="5382924" y="726629"/>
                  </a:lnTo>
                  <a:lnTo>
                    <a:pt x="5383049" y="726629"/>
                  </a:lnTo>
                  <a:lnTo>
                    <a:pt x="5383174" y="726629"/>
                  </a:lnTo>
                  <a:lnTo>
                    <a:pt x="5383299" y="726629"/>
                  </a:lnTo>
                  <a:lnTo>
                    <a:pt x="5383424" y="726629"/>
                  </a:lnTo>
                  <a:lnTo>
                    <a:pt x="5383549" y="726629"/>
                  </a:lnTo>
                  <a:lnTo>
                    <a:pt x="5383674" y="726629"/>
                  </a:lnTo>
                  <a:lnTo>
                    <a:pt x="5383799" y="726629"/>
                  </a:lnTo>
                  <a:lnTo>
                    <a:pt x="5383924" y="726629"/>
                  </a:lnTo>
                  <a:lnTo>
                    <a:pt x="5384049" y="726629"/>
                  </a:lnTo>
                  <a:lnTo>
                    <a:pt x="5384174" y="726629"/>
                  </a:lnTo>
                  <a:lnTo>
                    <a:pt x="5384299" y="726629"/>
                  </a:lnTo>
                  <a:lnTo>
                    <a:pt x="5384424" y="726629"/>
                  </a:lnTo>
                  <a:lnTo>
                    <a:pt x="5384550" y="726629"/>
                  </a:lnTo>
                  <a:lnTo>
                    <a:pt x="5384675" y="726629"/>
                  </a:lnTo>
                  <a:lnTo>
                    <a:pt x="5384800" y="726629"/>
                  </a:lnTo>
                  <a:lnTo>
                    <a:pt x="5384925" y="726629"/>
                  </a:lnTo>
                  <a:lnTo>
                    <a:pt x="5385050" y="726629"/>
                  </a:lnTo>
                  <a:lnTo>
                    <a:pt x="5385175" y="726629"/>
                  </a:lnTo>
                  <a:lnTo>
                    <a:pt x="5385300" y="726629"/>
                  </a:lnTo>
                  <a:lnTo>
                    <a:pt x="5385425" y="726629"/>
                  </a:lnTo>
                  <a:lnTo>
                    <a:pt x="5385550" y="726629"/>
                  </a:lnTo>
                  <a:lnTo>
                    <a:pt x="5385675" y="726629"/>
                  </a:lnTo>
                  <a:lnTo>
                    <a:pt x="5385800" y="726629"/>
                  </a:lnTo>
                  <a:lnTo>
                    <a:pt x="5385925" y="726629"/>
                  </a:lnTo>
                  <a:lnTo>
                    <a:pt x="5386050" y="726629"/>
                  </a:lnTo>
                  <a:lnTo>
                    <a:pt x="5386175" y="726629"/>
                  </a:lnTo>
                  <a:lnTo>
                    <a:pt x="5386300" y="726629"/>
                  </a:lnTo>
                  <a:lnTo>
                    <a:pt x="5386425" y="726629"/>
                  </a:lnTo>
                  <a:lnTo>
                    <a:pt x="5386550" y="726629"/>
                  </a:lnTo>
                  <a:lnTo>
                    <a:pt x="5386675" y="726629"/>
                  </a:lnTo>
                  <a:lnTo>
                    <a:pt x="5386800" y="726629"/>
                  </a:lnTo>
                  <a:lnTo>
                    <a:pt x="5386925" y="726629"/>
                  </a:lnTo>
                  <a:lnTo>
                    <a:pt x="5387050" y="726629"/>
                  </a:lnTo>
                  <a:lnTo>
                    <a:pt x="5387175" y="726629"/>
                  </a:lnTo>
                  <a:lnTo>
                    <a:pt x="5387300" y="726629"/>
                  </a:lnTo>
                  <a:lnTo>
                    <a:pt x="5387425" y="726629"/>
                  </a:lnTo>
                  <a:lnTo>
                    <a:pt x="5387551" y="726629"/>
                  </a:lnTo>
                  <a:lnTo>
                    <a:pt x="5387676" y="726629"/>
                  </a:lnTo>
                  <a:lnTo>
                    <a:pt x="5387801" y="726629"/>
                  </a:lnTo>
                  <a:lnTo>
                    <a:pt x="5387926" y="726629"/>
                  </a:lnTo>
                  <a:lnTo>
                    <a:pt x="5388051" y="726629"/>
                  </a:lnTo>
                  <a:lnTo>
                    <a:pt x="5388176" y="726629"/>
                  </a:lnTo>
                  <a:lnTo>
                    <a:pt x="5388301" y="726629"/>
                  </a:lnTo>
                  <a:lnTo>
                    <a:pt x="5388426" y="726629"/>
                  </a:lnTo>
                  <a:lnTo>
                    <a:pt x="5388551" y="726629"/>
                  </a:lnTo>
                  <a:lnTo>
                    <a:pt x="5388676" y="726629"/>
                  </a:lnTo>
                  <a:lnTo>
                    <a:pt x="5388801" y="726629"/>
                  </a:lnTo>
                  <a:lnTo>
                    <a:pt x="5388926" y="726629"/>
                  </a:lnTo>
                  <a:lnTo>
                    <a:pt x="5389051" y="726629"/>
                  </a:lnTo>
                  <a:lnTo>
                    <a:pt x="5389176" y="726629"/>
                  </a:lnTo>
                  <a:lnTo>
                    <a:pt x="5389301" y="726629"/>
                  </a:lnTo>
                  <a:lnTo>
                    <a:pt x="5389426" y="726629"/>
                  </a:lnTo>
                  <a:lnTo>
                    <a:pt x="5389551" y="726629"/>
                  </a:lnTo>
                  <a:lnTo>
                    <a:pt x="5389676" y="726629"/>
                  </a:lnTo>
                  <a:lnTo>
                    <a:pt x="5389801" y="726629"/>
                  </a:lnTo>
                  <a:lnTo>
                    <a:pt x="5389926" y="726629"/>
                  </a:lnTo>
                  <a:lnTo>
                    <a:pt x="5390051" y="726629"/>
                  </a:lnTo>
                  <a:lnTo>
                    <a:pt x="5390176" y="726629"/>
                  </a:lnTo>
                  <a:lnTo>
                    <a:pt x="5390301" y="726629"/>
                  </a:lnTo>
                  <a:lnTo>
                    <a:pt x="5390426" y="726629"/>
                  </a:lnTo>
                  <a:lnTo>
                    <a:pt x="5390552" y="726629"/>
                  </a:lnTo>
                  <a:lnTo>
                    <a:pt x="5390677" y="726629"/>
                  </a:lnTo>
                  <a:lnTo>
                    <a:pt x="5390802" y="726629"/>
                  </a:lnTo>
                  <a:lnTo>
                    <a:pt x="5390927" y="726629"/>
                  </a:lnTo>
                  <a:lnTo>
                    <a:pt x="5391052" y="726629"/>
                  </a:lnTo>
                  <a:lnTo>
                    <a:pt x="5391177" y="726629"/>
                  </a:lnTo>
                  <a:lnTo>
                    <a:pt x="5391302" y="726629"/>
                  </a:lnTo>
                  <a:lnTo>
                    <a:pt x="5391427" y="726629"/>
                  </a:lnTo>
                  <a:lnTo>
                    <a:pt x="5391552" y="726629"/>
                  </a:lnTo>
                  <a:lnTo>
                    <a:pt x="5391677" y="726629"/>
                  </a:lnTo>
                  <a:lnTo>
                    <a:pt x="5391802" y="726629"/>
                  </a:lnTo>
                  <a:lnTo>
                    <a:pt x="5391927" y="726629"/>
                  </a:lnTo>
                  <a:lnTo>
                    <a:pt x="5392052" y="726629"/>
                  </a:lnTo>
                  <a:lnTo>
                    <a:pt x="5392177" y="726629"/>
                  </a:lnTo>
                  <a:lnTo>
                    <a:pt x="5392302" y="726629"/>
                  </a:lnTo>
                  <a:lnTo>
                    <a:pt x="5392427" y="726629"/>
                  </a:lnTo>
                  <a:lnTo>
                    <a:pt x="5392552" y="726629"/>
                  </a:lnTo>
                  <a:lnTo>
                    <a:pt x="5392677" y="726629"/>
                  </a:lnTo>
                  <a:lnTo>
                    <a:pt x="5392802" y="726629"/>
                  </a:lnTo>
                  <a:lnTo>
                    <a:pt x="5392927" y="726629"/>
                  </a:lnTo>
                  <a:lnTo>
                    <a:pt x="5393052" y="726629"/>
                  </a:lnTo>
                  <a:lnTo>
                    <a:pt x="5393177" y="726629"/>
                  </a:lnTo>
                  <a:lnTo>
                    <a:pt x="5393302" y="726629"/>
                  </a:lnTo>
                  <a:lnTo>
                    <a:pt x="5393427" y="726629"/>
                  </a:lnTo>
                  <a:lnTo>
                    <a:pt x="5393553" y="726629"/>
                  </a:lnTo>
                  <a:lnTo>
                    <a:pt x="5393678" y="726629"/>
                  </a:lnTo>
                  <a:lnTo>
                    <a:pt x="5393803" y="726629"/>
                  </a:lnTo>
                  <a:lnTo>
                    <a:pt x="5393928" y="726629"/>
                  </a:lnTo>
                  <a:lnTo>
                    <a:pt x="5394053" y="726629"/>
                  </a:lnTo>
                  <a:lnTo>
                    <a:pt x="5394178" y="726629"/>
                  </a:lnTo>
                  <a:lnTo>
                    <a:pt x="5394303" y="726629"/>
                  </a:lnTo>
                  <a:lnTo>
                    <a:pt x="5394428" y="726629"/>
                  </a:lnTo>
                  <a:lnTo>
                    <a:pt x="5394553" y="726629"/>
                  </a:lnTo>
                  <a:lnTo>
                    <a:pt x="5394678" y="726629"/>
                  </a:lnTo>
                  <a:lnTo>
                    <a:pt x="5394803" y="726629"/>
                  </a:lnTo>
                  <a:lnTo>
                    <a:pt x="5394928" y="726629"/>
                  </a:lnTo>
                  <a:lnTo>
                    <a:pt x="5395053" y="726629"/>
                  </a:lnTo>
                  <a:lnTo>
                    <a:pt x="5395178" y="726629"/>
                  </a:lnTo>
                  <a:lnTo>
                    <a:pt x="5395303" y="726629"/>
                  </a:lnTo>
                  <a:lnTo>
                    <a:pt x="5395428" y="726629"/>
                  </a:lnTo>
                  <a:lnTo>
                    <a:pt x="5395553" y="726629"/>
                  </a:lnTo>
                  <a:lnTo>
                    <a:pt x="5395678" y="726629"/>
                  </a:lnTo>
                  <a:lnTo>
                    <a:pt x="5395803" y="726629"/>
                  </a:lnTo>
                  <a:lnTo>
                    <a:pt x="5395928" y="726629"/>
                  </a:lnTo>
                  <a:lnTo>
                    <a:pt x="5396053" y="726629"/>
                  </a:lnTo>
                  <a:lnTo>
                    <a:pt x="5396178" y="726629"/>
                  </a:lnTo>
                  <a:lnTo>
                    <a:pt x="5396303" y="726629"/>
                  </a:lnTo>
                  <a:lnTo>
                    <a:pt x="5396303" y="716675"/>
                  </a:lnTo>
                  <a:lnTo>
                    <a:pt x="5396429" y="716675"/>
                  </a:lnTo>
                  <a:lnTo>
                    <a:pt x="5396554" y="716675"/>
                  </a:lnTo>
                  <a:lnTo>
                    <a:pt x="5396679" y="716675"/>
                  </a:lnTo>
                  <a:lnTo>
                    <a:pt x="5396804" y="716675"/>
                  </a:lnTo>
                  <a:lnTo>
                    <a:pt x="5396929" y="716675"/>
                  </a:lnTo>
                  <a:lnTo>
                    <a:pt x="5397054" y="716675"/>
                  </a:lnTo>
                  <a:lnTo>
                    <a:pt x="5397179" y="716675"/>
                  </a:lnTo>
                  <a:lnTo>
                    <a:pt x="5397304" y="716675"/>
                  </a:lnTo>
                  <a:lnTo>
                    <a:pt x="5397429" y="716675"/>
                  </a:lnTo>
                  <a:lnTo>
                    <a:pt x="5397554" y="716675"/>
                  </a:lnTo>
                  <a:lnTo>
                    <a:pt x="5397679" y="716675"/>
                  </a:lnTo>
                  <a:lnTo>
                    <a:pt x="5397804" y="716675"/>
                  </a:lnTo>
                  <a:lnTo>
                    <a:pt x="5397929" y="716675"/>
                  </a:lnTo>
                  <a:lnTo>
                    <a:pt x="5398054" y="716675"/>
                  </a:lnTo>
                  <a:lnTo>
                    <a:pt x="5398179" y="716675"/>
                  </a:lnTo>
                  <a:lnTo>
                    <a:pt x="5398304" y="716675"/>
                  </a:lnTo>
                  <a:lnTo>
                    <a:pt x="5398429" y="716675"/>
                  </a:lnTo>
                  <a:lnTo>
                    <a:pt x="5398554" y="716675"/>
                  </a:lnTo>
                  <a:lnTo>
                    <a:pt x="5398679" y="716675"/>
                  </a:lnTo>
                  <a:lnTo>
                    <a:pt x="5398804" y="716675"/>
                  </a:lnTo>
                  <a:lnTo>
                    <a:pt x="5398929" y="716675"/>
                  </a:lnTo>
                  <a:lnTo>
                    <a:pt x="5399054" y="716675"/>
                  </a:lnTo>
                  <a:lnTo>
                    <a:pt x="5399179" y="716675"/>
                  </a:lnTo>
                  <a:lnTo>
                    <a:pt x="5399304" y="716675"/>
                  </a:lnTo>
                  <a:lnTo>
                    <a:pt x="5399430" y="716675"/>
                  </a:lnTo>
                  <a:lnTo>
                    <a:pt x="5399555" y="716675"/>
                  </a:lnTo>
                  <a:lnTo>
                    <a:pt x="5399680" y="716675"/>
                  </a:lnTo>
                  <a:lnTo>
                    <a:pt x="5399805" y="716675"/>
                  </a:lnTo>
                  <a:lnTo>
                    <a:pt x="5399930" y="716675"/>
                  </a:lnTo>
                  <a:lnTo>
                    <a:pt x="5400055" y="716675"/>
                  </a:lnTo>
                  <a:lnTo>
                    <a:pt x="5400180" y="716675"/>
                  </a:lnTo>
                  <a:lnTo>
                    <a:pt x="5400305" y="716675"/>
                  </a:lnTo>
                  <a:lnTo>
                    <a:pt x="5400430" y="716675"/>
                  </a:lnTo>
                  <a:lnTo>
                    <a:pt x="5400555" y="716675"/>
                  </a:lnTo>
                  <a:lnTo>
                    <a:pt x="5400680" y="716675"/>
                  </a:lnTo>
                  <a:lnTo>
                    <a:pt x="5400805" y="716675"/>
                  </a:lnTo>
                  <a:lnTo>
                    <a:pt x="5400930" y="716675"/>
                  </a:lnTo>
                  <a:lnTo>
                    <a:pt x="5401055" y="716675"/>
                  </a:lnTo>
                  <a:lnTo>
                    <a:pt x="5401180" y="716675"/>
                  </a:lnTo>
                  <a:lnTo>
                    <a:pt x="5401305" y="716675"/>
                  </a:lnTo>
                  <a:lnTo>
                    <a:pt x="5401430" y="716675"/>
                  </a:lnTo>
                  <a:lnTo>
                    <a:pt x="5401555" y="716675"/>
                  </a:lnTo>
                  <a:lnTo>
                    <a:pt x="5401680" y="716675"/>
                  </a:lnTo>
                  <a:lnTo>
                    <a:pt x="5401805" y="716675"/>
                  </a:lnTo>
                  <a:lnTo>
                    <a:pt x="5401930" y="716675"/>
                  </a:lnTo>
                  <a:lnTo>
                    <a:pt x="5402055" y="716675"/>
                  </a:lnTo>
                  <a:lnTo>
                    <a:pt x="5402180" y="716675"/>
                  </a:lnTo>
                  <a:lnTo>
                    <a:pt x="5402305" y="716675"/>
                  </a:lnTo>
                  <a:lnTo>
                    <a:pt x="5402431" y="716675"/>
                  </a:lnTo>
                  <a:lnTo>
                    <a:pt x="5402556" y="716675"/>
                  </a:lnTo>
                  <a:lnTo>
                    <a:pt x="5402681" y="716675"/>
                  </a:lnTo>
                  <a:lnTo>
                    <a:pt x="5402806" y="716675"/>
                  </a:lnTo>
                  <a:lnTo>
                    <a:pt x="5402931" y="716675"/>
                  </a:lnTo>
                  <a:lnTo>
                    <a:pt x="5403056" y="716675"/>
                  </a:lnTo>
                  <a:lnTo>
                    <a:pt x="5403181" y="716675"/>
                  </a:lnTo>
                  <a:lnTo>
                    <a:pt x="5403181" y="706721"/>
                  </a:lnTo>
                  <a:lnTo>
                    <a:pt x="5403306" y="706721"/>
                  </a:lnTo>
                  <a:lnTo>
                    <a:pt x="5403431" y="706721"/>
                  </a:lnTo>
                  <a:lnTo>
                    <a:pt x="5403556" y="706721"/>
                  </a:lnTo>
                  <a:lnTo>
                    <a:pt x="5403681" y="706721"/>
                  </a:lnTo>
                  <a:lnTo>
                    <a:pt x="5403806" y="706721"/>
                  </a:lnTo>
                  <a:lnTo>
                    <a:pt x="5403931" y="706721"/>
                  </a:lnTo>
                  <a:lnTo>
                    <a:pt x="5404056" y="706721"/>
                  </a:lnTo>
                  <a:lnTo>
                    <a:pt x="5404181" y="706721"/>
                  </a:lnTo>
                  <a:lnTo>
                    <a:pt x="5404306" y="706721"/>
                  </a:lnTo>
                  <a:lnTo>
                    <a:pt x="5404431" y="706721"/>
                  </a:lnTo>
                  <a:lnTo>
                    <a:pt x="5404556" y="706721"/>
                  </a:lnTo>
                  <a:lnTo>
                    <a:pt x="5404681" y="706721"/>
                  </a:lnTo>
                  <a:lnTo>
                    <a:pt x="5404806" y="706721"/>
                  </a:lnTo>
                  <a:lnTo>
                    <a:pt x="5404931" y="706721"/>
                  </a:lnTo>
                  <a:lnTo>
                    <a:pt x="5405056" y="706721"/>
                  </a:lnTo>
                  <a:lnTo>
                    <a:pt x="5405181" y="706721"/>
                  </a:lnTo>
                  <a:lnTo>
                    <a:pt x="5405306" y="706721"/>
                  </a:lnTo>
                  <a:lnTo>
                    <a:pt x="5405432" y="706721"/>
                  </a:lnTo>
                  <a:lnTo>
                    <a:pt x="5405557" y="706721"/>
                  </a:lnTo>
                  <a:lnTo>
                    <a:pt x="5405682" y="706721"/>
                  </a:lnTo>
                  <a:lnTo>
                    <a:pt x="5405807" y="706721"/>
                  </a:lnTo>
                  <a:lnTo>
                    <a:pt x="5405932" y="706721"/>
                  </a:lnTo>
                  <a:lnTo>
                    <a:pt x="5406057" y="706721"/>
                  </a:lnTo>
                  <a:lnTo>
                    <a:pt x="5406182" y="706721"/>
                  </a:lnTo>
                  <a:lnTo>
                    <a:pt x="5406307" y="706721"/>
                  </a:lnTo>
                  <a:lnTo>
                    <a:pt x="5406432" y="706721"/>
                  </a:lnTo>
                  <a:lnTo>
                    <a:pt x="5406557" y="706721"/>
                  </a:lnTo>
                  <a:lnTo>
                    <a:pt x="5406682" y="706721"/>
                  </a:lnTo>
                  <a:lnTo>
                    <a:pt x="5406807" y="706721"/>
                  </a:lnTo>
                  <a:lnTo>
                    <a:pt x="5406932" y="706721"/>
                  </a:lnTo>
                  <a:lnTo>
                    <a:pt x="5407057" y="706721"/>
                  </a:lnTo>
                  <a:lnTo>
                    <a:pt x="5407182" y="706721"/>
                  </a:lnTo>
                  <a:lnTo>
                    <a:pt x="5407307" y="706721"/>
                  </a:lnTo>
                  <a:lnTo>
                    <a:pt x="5407432" y="706721"/>
                  </a:lnTo>
                  <a:lnTo>
                    <a:pt x="5407557" y="706721"/>
                  </a:lnTo>
                  <a:lnTo>
                    <a:pt x="5407682" y="706721"/>
                  </a:lnTo>
                  <a:lnTo>
                    <a:pt x="5407807" y="706721"/>
                  </a:lnTo>
                  <a:lnTo>
                    <a:pt x="5407932" y="706721"/>
                  </a:lnTo>
                  <a:lnTo>
                    <a:pt x="5407932" y="696767"/>
                  </a:lnTo>
                  <a:lnTo>
                    <a:pt x="5408057" y="696767"/>
                  </a:lnTo>
                  <a:lnTo>
                    <a:pt x="5408182" y="696767"/>
                  </a:lnTo>
                  <a:lnTo>
                    <a:pt x="5408307" y="696767"/>
                  </a:lnTo>
                  <a:lnTo>
                    <a:pt x="5408433" y="696767"/>
                  </a:lnTo>
                  <a:lnTo>
                    <a:pt x="5408558" y="696767"/>
                  </a:lnTo>
                  <a:lnTo>
                    <a:pt x="5408683" y="696767"/>
                  </a:lnTo>
                  <a:lnTo>
                    <a:pt x="5408808" y="696767"/>
                  </a:lnTo>
                  <a:lnTo>
                    <a:pt x="5408933" y="696767"/>
                  </a:lnTo>
                  <a:lnTo>
                    <a:pt x="5409058" y="696767"/>
                  </a:lnTo>
                  <a:lnTo>
                    <a:pt x="5409183" y="696767"/>
                  </a:lnTo>
                  <a:lnTo>
                    <a:pt x="5409308" y="696767"/>
                  </a:lnTo>
                  <a:lnTo>
                    <a:pt x="5409433" y="696767"/>
                  </a:lnTo>
                  <a:lnTo>
                    <a:pt x="5409558" y="696767"/>
                  </a:lnTo>
                  <a:lnTo>
                    <a:pt x="5409683" y="696767"/>
                  </a:lnTo>
                  <a:lnTo>
                    <a:pt x="5409808" y="696767"/>
                  </a:lnTo>
                  <a:lnTo>
                    <a:pt x="5409933" y="696767"/>
                  </a:lnTo>
                  <a:lnTo>
                    <a:pt x="5410058" y="696767"/>
                  </a:lnTo>
                  <a:lnTo>
                    <a:pt x="5410183" y="696767"/>
                  </a:lnTo>
                  <a:lnTo>
                    <a:pt x="5410308" y="696767"/>
                  </a:lnTo>
                  <a:lnTo>
                    <a:pt x="5410433" y="696767"/>
                  </a:lnTo>
                  <a:lnTo>
                    <a:pt x="5410558" y="696767"/>
                  </a:lnTo>
                  <a:lnTo>
                    <a:pt x="5410683" y="696767"/>
                  </a:lnTo>
                  <a:lnTo>
                    <a:pt x="5410808" y="696767"/>
                  </a:lnTo>
                  <a:lnTo>
                    <a:pt x="5410933" y="696767"/>
                  </a:lnTo>
                  <a:lnTo>
                    <a:pt x="5411058" y="696767"/>
                  </a:lnTo>
                  <a:lnTo>
                    <a:pt x="5411183" y="696767"/>
                  </a:lnTo>
                  <a:lnTo>
                    <a:pt x="5411308" y="696767"/>
                  </a:lnTo>
                  <a:lnTo>
                    <a:pt x="5411434" y="696767"/>
                  </a:lnTo>
                  <a:lnTo>
                    <a:pt x="5411559" y="696767"/>
                  </a:lnTo>
                  <a:lnTo>
                    <a:pt x="5411684" y="696767"/>
                  </a:lnTo>
                  <a:lnTo>
                    <a:pt x="5411809" y="696767"/>
                  </a:lnTo>
                  <a:lnTo>
                    <a:pt x="5411934" y="696767"/>
                  </a:lnTo>
                  <a:lnTo>
                    <a:pt x="5412059" y="696767"/>
                  </a:lnTo>
                  <a:lnTo>
                    <a:pt x="5412184" y="696767"/>
                  </a:lnTo>
                  <a:lnTo>
                    <a:pt x="5412309" y="696767"/>
                  </a:lnTo>
                  <a:lnTo>
                    <a:pt x="5412309" y="686813"/>
                  </a:lnTo>
                  <a:lnTo>
                    <a:pt x="5412434" y="686813"/>
                  </a:lnTo>
                  <a:lnTo>
                    <a:pt x="5412559" y="686813"/>
                  </a:lnTo>
                  <a:lnTo>
                    <a:pt x="5412684" y="686813"/>
                  </a:lnTo>
                  <a:lnTo>
                    <a:pt x="5412809" y="686813"/>
                  </a:lnTo>
                  <a:lnTo>
                    <a:pt x="5412934" y="686813"/>
                  </a:lnTo>
                  <a:lnTo>
                    <a:pt x="5413059" y="686813"/>
                  </a:lnTo>
                  <a:lnTo>
                    <a:pt x="5413184" y="686813"/>
                  </a:lnTo>
                  <a:lnTo>
                    <a:pt x="5413309" y="686813"/>
                  </a:lnTo>
                  <a:lnTo>
                    <a:pt x="5413434" y="686813"/>
                  </a:lnTo>
                  <a:lnTo>
                    <a:pt x="5413559" y="686813"/>
                  </a:lnTo>
                  <a:lnTo>
                    <a:pt x="5413684" y="686813"/>
                  </a:lnTo>
                  <a:lnTo>
                    <a:pt x="5413809" y="686813"/>
                  </a:lnTo>
                  <a:lnTo>
                    <a:pt x="5413934" y="686813"/>
                  </a:lnTo>
                  <a:lnTo>
                    <a:pt x="5414059" y="686813"/>
                  </a:lnTo>
                  <a:lnTo>
                    <a:pt x="5414184" y="686813"/>
                  </a:lnTo>
                  <a:lnTo>
                    <a:pt x="5414309" y="686813"/>
                  </a:lnTo>
                  <a:lnTo>
                    <a:pt x="5414435" y="686813"/>
                  </a:lnTo>
                  <a:lnTo>
                    <a:pt x="5414560" y="686813"/>
                  </a:lnTo>
                  <a:lnTo>
                    <a:pt x="5414685" y="686813"/>
                  </a:lnTo>
                  <a:lnTo>
                    <a:pt x="5414810" y="686813"/>
                  </a:lnTo>
                  <a:lnTo>
                    <a:pt x="5414935" y="686813"/>
                  </a:lnTo>
                  <a:lnTo>
                    <a:pt x="5415060" y="686813"/>
                  </a:lnTo>
                  <a:lnTo>
                    <a:pt x="5415185" y="686813"/>
                  </a:lnTo>
                  <a:lnTo>
                    <a:pt x="5415310" y="686813"/>
                  </a:lnTo>
                  <a:lnTo>
                    <a:pt x="5415435" y="686813"/>
                  </a:lnTo>
                  <a:lnTo>
                    <a:pt x="5415560" y="686813"/>
                  </a:lnTo>
                  <a:lnTo>
                    <a:pt x="5415685" y="686813"/>
                  </a:lnTo>
                  <a:lnTo>
                    <a:pt x="5415810" y="686813"/>
                  </a:lnTo>
                  <a:lnTo>
                    <a:pt x="5415935" y="686813"/>
                  </a:lnTo>
                  <a:lnTo>
                    <a:pt x="5416060" y="686813"/>
                  </a:lnTo>
                  <a:lnTo>
                    <a:pt x="5416185" y="686813"/>
                  </a:lnTo>
                  <a:lnTo>
                    <a:pt x="5416310" y="686813"/>
                  </a:lnTo>
                  <a:lnTo>
                    <a:pt x="5416435" y="686813"/>
                  </a:lnTo>
                  <a:lnTo>
                    <a:pt x="5416560" y="686813"/>
                  </a:lnTo>
                  <a:lnTo>
                    <a:pt x="5416560" y="676859"/>
                  </a:lnTo>
                  <a:lnTo>
                    <a:pt x="5416685" y="676859"/>
                  </a:lnTo>
                  <a:lnTo>
                    <a:pt x="5416810" y="676859"/>
                  </a:lnTo>
                  <a:lnTo>
                    <a:pt x="5416935" y="676859"/>
                  </a:lnTo>
                  <a:lnTo>
                    <a:pt x="5417060" y="676859"/>
                  </a:lnTo>
                  <a:lnTo>
                    <a:pt x="5417185" y="676859"/>
                  </a:lnTo>
                  <a:lnTo>
                    <a:pt x="5417310" y="676859"/>
                  </a:lnTo>
                  <a:lnTo>
                    <a:pt x="5417436" y="676859"/>
                  </a:lnTo>
                  <a:lnTo>
                    <a:pt x="5417561" y="676859"/>
                  </a:lnTo>
                  <a:lnTo>
                    <a:pt x="5417686" y="676859"/>
                  </a:lnTo>
                  <a:lnTo>
                    <a:pt x="5417811" y="676859"/>
                  </a:lnTo>
                  <a:lnTo>
                    <a:pt x="5417936" y="676859"/>
                  </a:lnTo>
                  <a:lnTo>
                    <a:pt x="5418061" y="676859"/>
                  </a:lnTo>
                  <a:lnTo>
                    <a:pt x="5418186" y="676859"/>
                  </a:lnTo>
                  <a:lnTo>
                    <a:pt x="5418311" y="676859"/>
                  </a:lnTo>
                  <a:lnTo>
                    <a:pt x="5418436" y="676859"/>
                  </a:lnTo>
                  <a:lnTo>
                    <a:pt x="5418561" y="676859"/>
                  </a:lnTo>
                  <a:lnTo>
                    <a:pt x="5418686" y="676859"/>
                  </a:lnTo>
                  <a:lnTo>
                    <a:pt x="5418811" y="676859"/>
                  </a:lnTo>
                  <a:lnTo>
                    <a:pt x="5418936" y="676859"/>
                  </a:lnTo>
                  <a:lnTo>
                    <a:pt x="5419061" y="676859"/>
                  </a:lnTo>
                  <a:lnTo>
                    <a:pt x="5419186" y="676859"/>
                  </a:lnTo>
                  <a:lnTo>
                    <a:pt x="5419311" y="676859"/>
                  </a:lnTo>
                  <a:lnTo>
                    <a:pt x="5419436" y="676859"/>
                  </a:lnTo>
                  <a:lnTo>
                    <a:pt x="5419561" y="676859"/>
                  </a:lnTo>
                  <a:lnTo>
                    <a:pt x="5419686" y="676859"/>
                  </a:lnTo>
                  <a:lnTo>
                    <a:pt x="5419811" y="676859"/>
                  </a:lnTo>
                  <a:lnTo>
                    <a:pt x="5419936" y="676859"/>
                  </a:lnTo>
                  <a:lnTo>
                    <a:pt x="5420061" y="676859"/>
                  </a:lnTo>
                  <a:lnTo>
                    <a:pt x="5420186" y="676859"/>
                  </a:lnTo>
                  <a:lnTo>
                    <a:pt x="5420311" y="676859"/>
                  </a:lnTo>
                  <a:lnTo>
                    <a:pt x="5420437" y="676859"/>
                  </a:lnTo>
                  <a:lnTo>
                    <a:pt x="5420562" y="676859"/>
                  </a:lnTo>
                  <a:lnTo>
                    <a:pt x="5420687" y="676859"/>
                  </a:lnTo>
                  <a:lnTo>
                    <a:pt x="5420812" y="676859"/>
                  </a:lnTo>
                  <a:lnTo>
                    <a:pt x="5420937" y="676859"/>
                  </a:lnTo>
                  <a:lnTo>
                    <a:pt x="5421062" y="676859"/>
                  </a:lnTo>
                  <a:lnTo>
                    <a:pt x="5421187" y="676859"/>
                  </a:lnTo>
                  <a:lnTo>
                    <a:pt x="5421312" y="676859"/>
                  </a:lnTo>
                  <a:lnTo>
                    <a:pt x="5421437" y="676859"/>
                  </a:lnTo>
                  <a:lnTo>
                    <a:pt x="5421562" y="676859"/>
                  </a:lnTo>
                  <a:lnTo>
                    <a:pt x="5421687" y="676859"/>
                  </a:lnTo>
                  <a:lnTo>
                    <a:pt x="5421812" y="676859"/>
                  </a:lnTo>
                  <a:lnTo>
                    <a:pt x="5421937" y="676859"/>
                  </a:lnTo>
                  <a:lnTo>
                    <a:pt x="5422062" y="676859"/>
                  </a:lnTo>
                  <a:lnTo>
                    <a:pt x="5422187" y="676859"/>
                  </a:lnTo>
                  <a:lnTo>
                    <a:pt x="5422312" y="676859"/>
                  </a:lnTo>
                  <a:lnTo>
                    <a:pt x="5422437" y="676859"/>
                  </a:lnTo>
                  <a:lnTo>
                    <a:pt x="5422562" y="676859"/>
                  </a:lnTo>
                  <a:lnTo>
                    <a:pt x="5422687" y="676859"/>
                  </a:lnTo>
                  <a:lnTo>
                    <a:pt x="5422812" y="676859"/>
                  </a:lnTo>
                  <a:lnTo>
                    <a:pt x="5422937" y="676859"/>
                  </a:lnTo>
                  <a:lnTo>
                    <a:pt x="5423062" y="676859"/>
                  </a:lnTo>
                  <a:lnTo>
                    <a:pt x="5423187" y="676859"/>
                  </a:lnTo>
                  <a:lnTo>
                    <a:pt x="5423312" y="676859"/>
                  </a:lnTo>
                  <a:lnTo>
                    <a:pt x="5423438" y="676859"/>
                  </a:lnTo>
                  <a:lnTo>
                    <a:pt x="5423563" y="676859"/>
                  </a:lnTo>
                  <a:lnTo>
                    <a:pt x="5423688" y="676859"/>
                  </a:lnTo>
                  <a:lnTo>
                    <a:pt x="5423813" y="676859"/>
                  </a:lnTo>
                  <a:lnTo>
                    <a:pt x="5423938" y="676859"/>
                  </a:lnTo>
                  <a:lnTo>
                    <a:pt x="5424063" y="676859"/>
                  </a:lnTo>
                  <a:lnTo>
                    <a:pt x="5424188" y="676859"/>
                  </a:lnTo>
                  <a:lnTo>
                    <a:pt x="5424313" y="676859"/>
                  </a:lnTo>
                  <a:lnTo>
                    <a:pt x="5424438" y="676859"/>
                  </a:lnTo>
                  <a:lnTo>
                    <a:pt x="5424563" y="676859"/>
                  </a:lnTo>
                  <a:lnTo>
                    <a:pt x="5424688" y="676859"/>
                  </a:lnTo>
                  <a:lnTo>
                    <a:pt x="5424813" y="676859"/>
                  </a:lnTo>
                  <a:lnTo>
                    <a:pt x="5424938" y="676859"/>
                  </a:lnTo>
                  <a:lnTo>
                    <a:pt x="5425063" y="676859"/>
                  </a:lnTo>
                  <a:lnTo>
                    <a:pt x="5425188" y="676859"/>
                  </a:lnTo>
                  <a:lnTo>
                    <a:pt x="5425313" y="676859"/>
                  </a:lnTo>
                  <a:lnTo>
                    <a:pt x="5425438" y="676859"/>
                  </a:lnTo>
                  <a:lnTo>
                    <a:pt x="5425563" y="676859"/>
                  </a:lnTo>
                  <a:lnTo>
                    <a:pt x="5425688" y="676859"/>
                  </a:lnTo>
                  <a:lnTo>
                    <a:pt x="5425813" y="676859"/>
                  </a:lnTo>
                  <a:lnTo>
                    <a:pt x="5425938" y="676859"/>
                  </a:lnTo>
                  <a:lnTo>
                    <a:pt x="5426063" y="676859"/>
                  </a:lnTo>
                  <a:lnTo>
                    <a:pt x="5426188" y="676859"/>
                  </a:lnTo>
                  <a:lnTo>
                    <a:pt x="5426313" y="676859"/>
                  </a:lnTo>
                  <a:lnTo>
                    <a:pt x="5426439" y="676859"/>
                  </a:lnTo>
                  <a:lnTo>
                    <a:pt x="5426564" y="676859"/>
                  </a:lnTo>
                  <a:lnTo>
                    <a:pt x="5426689" y="676859"/>
                  </a:lnTo>
                  <a:lnTo>
                    <a:pt x="5426814" y="676859"/>
                  </a:lnTo>
                  <a:lnTo>
                    <a:pt x="5426939" y="676859"/>
                  </a:lnTo>
                  <a:lnTo>
                    <a:pt x="5427064" y="676859"/>
                  </a:lnTo>
                  <a:lnTo>
                    <a:pt x="5427189" y="676859"/>
                  </a:lnTo>
                  <a:lnTo>
                    <a:pt x="5427314" y="676859"/>
                  </a:lnTo>
                  <a:lnTo>
                    <a:pt x="5427439" y="676859"/>
                  </a:lnTo>
                  <a:lnTo>
                    <a:pt x="5427564" y="676859"/>
                  </a:lnTo>
                  <a:lnTo>
                    <a:pt x="5427689" y="676859"/>
                  </a:lnTo>
                  <a:lnTo>
                    <a:pt x="5427814" y="676859"/>
                  </a:lnTo>
                  <a:lnTo>
                    <a:pt x="5427939" y="676859"/>
                  </a:lnTo>
                  <a:lnTo>
                    <a:pt x="5428064" y="676859"/>
                  </a:lnTo>
                  <a:lnTo>
                    <a:pt x="5428189" y="676859"/>
                  </a:lnTo>
                  <a:lnTo>
                    <a:pt x="5428314" y="676859"/>
                  </a:lnTo>
                  <a:lnTo>
                    <a:pt x="5428439" y="676859"/>
                  </a:lnTo>
                  <a:lnTo>
                    <a:pt x="5428564" y="676859"/>
                  </a:lnTo>
                  <a:lnTo>
                    <a:pt x="5428689" y="676859"/>
                  </a:lnTo>
                  <a:lnTo>
                    <a:pt x="5428814" y="676859"/>
                  </a:lnTo>
                  <a:lnTo>
                    <a:pt x="5428939" y="676859"/>
                  </a:lnTo>
                  <a:lnTo>
                    <a:pt x="5429064" y="676859"/>
                  </a:lnTo>
                  <a:lnTo>
                    <a:pt x="5429189" y="676859"/>
                  </a:lnTo>
                  <a:lnTo>
                    <a:pt x="5429314" y="676859"/>
                  </a:lnTo>
                  <a:lnTo>
                    <a:pt x="5429440" y="676859"/>
                  </a:lnTo>
                  <a:lnTo>
                    <a:pt x="5429565" y="676859"/>
                  </a:lnTo>
                  <a:lnTo>
                    <a:pt x="5429690" y="676859"/>
                  </a:lnTo>
                  <a:lnTo>
                    <a:pt x="5429815" y="676859"/>
                  </a:lnTo>
                  <a:lnTo>
                    <a:pt x="5429940" y="676859"/>
                  </a:lnTo>
                  <a:lnTo>
                    <a:pt x="5430065" y="676859"/>
                  </a:lnTo>
                  <a:lnTo>
                    <a:pt x="5430190" y="676859"/>
                  </a:lnTo>
                  <a:lnTo>
                    <a:pt x="5430315" y="676859"/>
                  </a:lnTo>
                  <a:lnTo>
                    <a:pt x="5430440" y="676859"/>
                  </a:lnTo>
                  <a:lnTo>
                    <a:pt x="5430565" y="676859"/>
                  </a:lnTo>
                  <a:lnTo>
                    <a:pt x="5430690" y="676859"/>
                  </a:lnTo>
                  <a:lnTo>
                    <a:pt x="5430815" y="676859"/>
                  </a:lnTo>
                  <a:lnTo>
                    <a:pt x="5430940" y="676859"/>
                  </a:lnTo>
                  <a:lnTo>
                    <a:pt x="5431065" y="676859"/>
                  </a:lnTo>
                  <a:lnTo>
                    <a:pt x="5431190" y="676859"/>
                  </a:lnTo>
                  <a:lnTo>
                    <a:pt x="5431315" y="676859"/>
                  </a:lnTo>
                  <a:lnTo>
                    <a:pt x="5431440" y="676859"/>
                  </a:lnTo>
                  <a:lnTo>
                    <a:pt x="5431565" y="676859"/>
                  </a:lnTo>
                  <a:lnTo>
                    <a:pt x="5431690" y="676859"/>
                  </a:lnTo>
                  <a:lnTo>
                    <a:pt x="5431815" y="676859"/>
                  </a:lnTo>
                  <a:lnTo>
                    <a:pt x="5431940" y="676859"/>
                  </a:lnTo>
                  <a:lnTo>
                    <a:pt x="5432065" y="676859"/>
                  </a:lnTo>
                  <a:lnTo>
                    <a:pt x="5432190" y="676859"/>
                  </a:lnTo>
                  <a:lnTo>
                    <a:pt x="5432316" y="676859"/>
                  </a:lnTo>
                  <a:lnTo>
                    <a:pt x="5432441" y="676859"/>
                  </a:lnTo>
                  <a:lnTo>
                    <a:pt x="5432566" y="676859"/>
                  </a:lnTo>
                  <a:lnTo>
                    <a:pt x="5432691" y="676859"/>
                  </a:lnTo>
                  <a:lnTo>
                    <a:pt x="5432816" y="676859"/>
                  </a:lnTo>
                  <a:lnTo>
                    <a:pt x="5432941" y="676859"/>
                  </a:lnTo>
                  <a:lnTo>
                    <a:pt x="5433066" y="676859"/>
                  </a:lnTo>
                  <a:lnTo>
                    <a:pt x="5433191" y="676859"/>
                  </a:lnTo>
                  <a:lnTo>
                    <a:pt x="5433316" y="676859"/>
                  </a:lnTo>
                  <a:lnTo>
                    <a:pt x="5433441" y="676859"/>
                  </a:lnTo>
                  <a:lnTo>
                    <a:pt x="5433566" y="676859"/>
                  </a:lnTo>
                  <a:lnTo>
                    <a:pt x="5433691" y="676859"/>
                  </a:lnTo>
                  <a:lnTo>
                    <a:pt x="5433816" y="676859"/>
                  </a:lnTo>
                  <a:lnTo>
                    <a:pt x="5433941" y="676859"/>
                  </a:lnTo>
                  <a:lnTo>
                    <a:pt x="5434066" y="676859"/>
                  </a:lnTo>
                  <a:lnTo>
                    <a:pt x="5434191" y="676859"/>
                  </a:lnTo>
                  <a:lnTo>
                    <a:pt x="5434316" y="676859"/>
                  </a:lnTo>
                  <a:lnTo>
                    <a:pt x="5434441" y="676859"/>
                  </a:lnTo>
                  <a:lnTo>
                    <a:pt x="5434566" y="676859"/>
                  </a:lnTo>
                  <a:lnTo>
                    <a:pt x="5434691" y="676859"/>
                  </a:lnTo>
                  <a:lnTo>
                    <a:pt x="5434816" y="676859"/>
                  </a:lnTo>
                  <a:lnTo>
                    <a:pt x="5434941" y="676859"/>
                  </a:lnTo>
                  <a:lnTo>
                    <a:pt x="5435066" y="676859"/>
                  </a:lnTo>
                  <a:lnTo>
                    <a:pt x="5435191" y="676859"/>
                  </a:lnTo>
                  <a:lnTo>
                    <a:pt x="5435317" y="676859"/>
                  </a:lnTo>
                  <a:lnTo>
                    <a:pt x="5435442" y="676859"/>
                  </a:lnTo>
                  <a:lnTo>
                    <a:pt x="5435567" y="676859"/>
                  </a:lnTo>
                  <a:lnTo>
                    <a:pt x="5435692" y="676859"/>
                  </a:lnTo>
                  <a:lnTo>
                    <a:pt x="5435817" y="676859"/>
                  </a:lnTo>
                  <a:lnTo>
                    <a:pt x="5435942" y="676859"/>
                  </a:lnTo>
                  <a:lnTo>
                    <a:pt x="5436067" y="676859"/>
                  </a:lnTo>
                  <a:lnTo>
                    <a:pt x="5436192" y="676859"/>
                  </a:lnTo>
                  <a:lnTo>
                    <a:pt x="5436317" y="676859"/>
                  </a:lnTo>
                  <a:lnTo>
                    <a:pt x="5436442" y="676859"/>
                  </a:lnTo>
                  <a:lnTo>
                    <a:pt x="5436567" y="676859"/>
                  </a:lnTo>
                  <a:lnTo>
                    <a:pt x="5436692" y="676859"/>
                  </a:lnTo>
                  <a:lnTo>
                    <a:pt x="5436817" y="676859"/>
                  </a:lnTo>
                  <a:lnTo>
                    <a:pt x="5436942" y="676859"/>
                  </a:lnTo>
                  <a:lnTo>
                    <a:pt x="5437067" y="676859"/>
                  </a:lnTo>
                  <a:lnTo>
                    <a:pt x="5437192" y="676859"/>
                  </a:lnTo>
                  <a:lnTo>
                    <a:pt x="5437317" y="676859"/>
                  </a:lnTo>
                  <a:lnTo>
                    <a:pt x="5437442" y="676859"/>
                  </a:lnTo>
                  <a:lnTo>
                    <a:pt x="5437567" y="676859"/>
                  </a:lnTo>
                  <a:lnTo>
                    <a:pt x="5437692" y="676859"/>
                  </a:lnTo>
                  <a:lnTo>
                    <a:pt x="5437817" y="676859"/>
                  </a:lnTo>
                  <a:lnTo>
                    <a:pt x="5437942" y="676859"/>
                  </a:lnTo>
                  <a:lnTo>
                    <a:pt x="5438067" y="676859"/>
                  </a:lnTo>
                  <a:lnTo>
                    <a:pt x="5438192" y="676859"/>
                  </a:lnTo>
                  <a:lnTo>
                    <a:pt x="5438318" y="676859"/>
                  </a:lnTo>
                  <a:lnTo>
                    <a:pt x="5438443" y="676859"/>
                  </a:lnTo>
                  <a:lnTo>
                    <a:pt x="5438568" y="676859"/>
                  </a:lnTo>
                  <a:lnTo>
                    <a:pt x="5438693" y="676859"/>
                  </a:lnTo>
                  <a:lnTo>
                    <a:pt x="5438818" y="676859"/>
                  </a:lnTo>
                  <a:lnTo>
                    <a:pt x="5438943" y="676859"/>
                  </a:lnTo>
                  <a:lnTo>
                    <a:pt x="5439068" y="676859"/>
                  </a:lnTo>
                  <a:lnTo>
                    <a:pt x="5439193" y="676859"/>
                  </a:lnTo>
                  <a:lnTo>
                    <a:pt x="5439318" y="676859"/>
                  </a:lnTo>
                  <a:lnTo>
                    <a:pt x="5439443" y="676859"/>
                  </a:lnTo>
                  <a:lnTo>
                    <a:pt x="5439568" y="676859"/>
                  </a:lnTo>
                  <a:lnTo>
                    <a:pt x="5439693" y="676859"/>
                  </a:lnTo>
                  <a:lnTo>
                    <a:pt x="5439818" y="676859"/>
                  </a:lnTo>
                  <a:lnTo>
                    <a:pt x="5439943" y="676859"/>
                  </a:lnTo>
                  <a:lnTo>
                    <a:pt x="5440068" y="676859"/>
                  </a:lnTo>
                  <a:lnTo>
                    <a:pt x="5440193" y="676859"/>
                  </a:lnTo>
                  <a:lnTo>
                    <a:pt x="5440318" y="676859"/>
                  </a:lnTo>
                  <a:lnTo>
                    <a:pt x="5440443" y="676859"/>
                  </a:lnTo>
                  <a:lnTo>
                    <a:pt x="5440568" y="676859"/>
                  </a:lnTo>
                  <a:lnTo>
                    <a:pt x="5440693" y="676859"/>
                  </a:lnTo>
                  <a:lnTo>
                    <a:pt x="5440818" y="676859"/>
                  </a:lnTo>
                  <a:lnTo>
                    <a:pt x="5440943" y="676859"/>
                  </a:lnTo>
                  <a:lnTo>
                    <a:pt x="5441068" y="676859"/>
                  </a:lnTo>
                  <a:lnTo>
                    <a:pt x="5441193" y="676859"/>
                  </a:lnTo>
                  <a:lnTo>
                    <a:pt x="5441319" y="676859"/>
                  </a:lnTo>
                  <a:lnTo>
                    <a:pt x="5441444" y="676859"/>
                  </a:lnTo>
                  <a:lnTo>
                    <a:pt x="5441569" y="676859"/>
                  </a:lnTo>
                  <a:lnTo>
                    <a:pt x="5441694" y="676859"/>
                  </a:lnTo>
                  <a:lnTo>
                    <a:pt x="5441819" y="676859"/>
                  </a:lnTo>
                  <a:lnTo>
                    <a:pt x="5441944" y="676859"/>
                  </a:lnTo>
                  <a:lnTo>
                    <a:pt x="5442069" y="676859"/>
                  </a:lnTo>
                  <a:lnTo>
                    <a:pt x="5442194" y="676859"/>
                  </a:lnTo>
                  <a:lnTo>
                    <a:pt x="5442319" y="676859"/>
                  </a:lnTo>
                  <a:lnTo>
                    <a:pt x="5442444" y="676859"/>
                  </a:lnTo>
                  <a:lnTo>
                    <a:pt x="5442569" y="676859"/>
                  </a:lnTo>
                  <a:lnTo>
                    <a:pt x="5442694" y="676859"/>
                  </a:lnTo>
                  <a:lnTo>
                    <a:pt x="5442819" y="676859"/>
                  </a:lnTo>
                  <a:lnTo>
                    <a:pt x="5442944" y="676859"/>
                  </a:lnTo>
                  <a:lnTo>
                    <a:pt x="5443069" y="676859"/>
                  </a:lnTo>
                  <a:lnTo>
                    <a:pt x="5443194" y="676859"/>
                  </a:lnTo>
                  <a:lnTo>
                    <a:pt x="5443319" y="676859"/>
                  </a:lnTo>
                  <a:lnTo>
                    <a:pt x="5443444" y="676859"/>
                  </a:lnTo>
                  <a:lnTo>
                    <a:pt x="5443569" y="676859"/>
                  </a:lnTo>
                  <a:lnTo>
                    <a:pt x="5443694" y="676859"/>
                  </a:lnTo>
                  <a:lnTo>
                    <a:pt x="5443819" y="676859"/>
                  </a:lnTo>
                  <a:lnTo>
                    <a:pt x="5443944" y="676859"/>
                  </a:lnTo>
                  <a:lnTo>
                    <a:pt x="5444069" y="676859"/>
                  </a:lnTo>
                  <a:lnTo>
                    <a:pt x="5444194" y="676859"/>
                  </a:lnTo>
                  <a:lnTo>
                    <a:pt x="5444320" y="676859"/>
                  </a:lnTo>
                  <a:lnTo>
                    <a:pt x="5444445" y="676859"/>
                  </a:lnTo>
                  <a:lnTo>
                    <a:pt x="5444570" y="676859"/>
                  </a:lnTo>
                  <a:lnTo>
                    <a:pt x="5444695" y="676859"/>
                  </a:lnTo>
                  <a:lnTo>
                    <a:pt x="5444820" y="676859"/>
                  </a:lnTo>
                  <a:lnTo>
                    <a:pt x="5444945" y="676859"/>
                  </a:lnTo>
                  <a:lnTo>
                    <a:pt x="5445070" y="676859"/>
                  </a:lnTo>
                  <a:lnTo>
                    <a:pt x="5445195" y="676859"/>
                  </a:lnTo>
                  <a:lnTo>
                    <a:pt x="5445320" y="676859"/>
                  </a:lnTo>
                  <a:lnTo>
                    <a:pt x="5445445" y="676859"/>
                  </a:lnTo>
                  <a:lnTo>
                    <a:pt x="5445570" y="676859"/>
                  </a:lnTo>
                  <a:lnTo>
                    <a:pt x="5445695" y="676859"/>
                  </a:lnTo>
                  <a:lnTo>
                    <a:pt x="5445820" y="676859"/>
                  </a:lnTo>
                  <a:lnTo>
                    <a:pt x="5445945" y="676859"/>
                  </a:lnTo>
                  <a:lnTo>
                    <a:pt x="5446070" y="676859"/>
                  </a:lnTo>
                  <a:lnTo>
                    <a:pt x="5446195" y="676859"/>
                  </a:lnTo>
                  <a:lnTo>
                    <a:pt x="5446320" y="676859"/>
                  </a:lnTo>
                  <a:lnTo>
                    <a:pt x="5446445" y="676859"/>
                  </a:lnTo>
                  <a:lnTo>
                    <a:pt x="5446570" y="676859"/>
                  </a:lnTo>
                  <a:lnTo>
                    <a:pt x="5446695" y="676859"/>
                  </a:lnTo>
                  <a:lnTo>
                    <a:pt x="5446820" y="676859"/>
                  </a:lnTo>
                  <a:lnTo>
                    <a:pt x="5446945" y="676859"/>
                  </a:lnTo>
                  <a:lnTo>
                    <a:pt x="5447070" y="676859"/>
                  </a:lnTo>
                  <a:lnTo>
                    <a:pt x="5447195" y="676859"/>
                  </a:lnTo>
                  <a:lnTo>
                    <a:pt x="5447321" y="676859"/>
                  </a:lnTo>
                  <a:lnTo>
                    <a:pt x="5447446" y="676859"/>
                  </a:lnTo>
                  <a:lnTo>
                    <a:pt x="5447571" y="676859"/>
                  </a:lnTo>
                  <a:lnTo>
                    <a:pt x="5447696" y="676859"/>
                  </a:lnTo>
                  <a:lnTo>
                    <a:pt x="5447821" y="676859"/>
                  </a:lnTo>
                  <a:lnTo>
                    <a:pt x="5447946" y="676859"/>
                  </a:lnTo>
                  <a:lnTo>
                    <a:pt x="5448071" y="676859"/>
                  </a:lnTo>
                  <a:lnTo>
                    <a:pt x="5448196" y="676859"/>
                  </a:lnTo>
                  <a:lnTo>
                    <a:pt x="5448321" y="676859"/>
                  </a:lnTo>
                  <a:lnTo>
                    <a:pt x="5448446" y="676859"/>
                  </a:lnTo>
                  <a:lnTo>
                    <a:pt x="5448571" y="676859"/>
                  </a:lnTo>
                  <a:lnTo>
                    <a:pt x="5448696" y="676859"/>
                  </a:lnTo>
                  <a:lnTo>
                    <a:pt x="5448821" y="676859"/>
                  </a:lnTo>
                  <a:lnTo>
                    <a:pt x="5448946" y="676859"/>
                  </a:lnTo>
                  <a:lnTo>
                    <a:pt x="5448946" y="666906"/>
                  </a:lnTo>
                  <a:lnTo>
                    <a:pt x="5449071" y="666906"/>
                  </a:lnTo>
                  <a:lnTo>
                    <a:pt x="5449196" y="666906"/>
                  </a:lnTo>
                  <a:lnTo>
                    <a:pt x="5449321" y="666906"/>
                  </a:lnTo>
                  <a:lnTo>
                    <a:pt x="5449446" y="666906"/>
                  </a:lnTo>
                  <a:lnTo>
                    <a:pt x="5449571" y="666906"/>
                  </a:lnTo>
                  <a:lnTo>
                    <a:pt x="5449696" y="666906"/>
                  </a:lnTo>
                  <a:lnTo>
                    <a:pt x="5449821" y="666906"/>
                  </a:lnTo>
                  <a:lnTo>
                    <a:pt x="5449946" y="666906"/>
                  </a:lnTo>
                  <a:lnTo>
                    <a:pt x="5450071" y="666906"/>
                  </a:lnTo>
                  <a:lnTo>
                    <a:pt x="5450196" y="666906"/>
                  </a:lnTo>
                  <a:lnTo>
                    <a:pt x="5450322" y="666906"/>
                  </a:lnTo>
                  <a:lnTo>
                    <a:pt x="5450447" y="666906"/>
                  </a:lnTo>
                  <a:lnTo>
                    <a:pt x="5450572" y="666906"/>
                  </a:lnTo>
                  <a:lnTo>
                    <a:pt x="5450697" y="666906"/>
                  </a:lnTo>
                  <a:lnTo>
                    <a:pt x="5450822" y="666906"/>
                  </a:lnTo>
                  <a:lnTo>
                    <a:pt x="5450947" y="666906"/>
                  </a:lnTo>
                  <a:lnTo>
                    <a:pt x="5451072" y="666906"/>
                  </a:lnTo>
                  <a:lnTo>
                    <a:pt x="5451197" y="666906"/>
                  </a:lnTo>
                  <a:lnTo>
                    <a:pt x="5451322" y="666906"/>
                  </a:lnTo>
                  <a:lnTo>
                    <a:pt x="5451447" y="666906"/>
                  </a:lnTo>
                  <a:lnTo>
                    <a:pt x="5451572" y="666906"/>
                  </a:lnTo>
                  <a:lnTo>
                    <a:pt x="5451697" y="666906"/>
                  </a:lnTo>
                  <a:lnTo>
                    <a:pt x="5451822" y="666906"/>
                  </a:lnTo>
                  <a:lnTo>
                    <a:pt x="5451947" y="666906"/>
                  </a:lnTo>
                  <a:lnTo>
                    <a:pt x="5452072" y="666906"/>
                  </a:lnTo>
                  <a:lnTo>
                    <a:pt x="5452197" y="666906"/>
                  </a:lnTo>
                  <a:lnTo>
                    <a:pt x="5452322" y="666906"/>
                  </a:lnTo>
                  <a:lnTo>
                    <a:pt x="5452447" y="666906"/>
                  </a:lnTo>
                  <a:lnTo>
                    <a:pt x="5452572" y="666906"/>
                  </a:lnTo>
                  <a:lnTo>
                    <a:pt x="5452697" y="666906"/>
                  </a:lnTo>
                  <a:lnTo>
                    <a:pt x="5452822" y="666906"/>
                  </a:lnTo>
                  <a:lnTo>
                    <a:pt x="5452947" y="666906"/>
                  </a:lnTo>
                  <a:lnTo>
                    <a:pt x="5453072" y="666906"/>
                  </a:lnTo>
                  <a:lnTo>
                    <a:pt x="5453197" y="666906"/>
                  </a:lnTo>
                  <a:lnTo>
                    <a:pt x="5453323" y="666906"/>
                  </a:lnTo>
                  <a:lnTo>
                    <a:pt x="5453448" y="666906"/>
                  </a:lnTo>
                  <a:lnTo>
                    <a:pt x="5453573" y="666906"/>
                  </a:lnTo>
                  <a:lnTo>
                    <a:pt x="5453698" y="666906"/>
                  </a:lnTo>
                  <a:lnTo>
                    <a:pt x="5453823" y="666906"/>
                  </a:lnTo>
                  <a:lnTo>
                    <a:pt x="5453823" y="656952"/>
                  </a:lnTo>
                  <a:lnTo>
                    <a:pt x="5453948" y="656952"/>
                  </a:lnTo>
                  <a:lnTo>
                    <a:pt x="5454073" y="656952"/>
                  </a:lnTo>
                  <a:lnTo>
                    <a:pt x="5454198" y="656952"/>
                  </a:lnTo>
                  <a:lnTo>
                    <a:pt x="5454323" y="656952"/>
                  </a:lnTo>
                  <a:lnTo>
                    <a:pt x="5454448" y="656952"/>
                  </a:lnTo>
                  <a:lnTo>
                    <a:pt x="5454573" y="656952"/>
                  </a:lnTo>
                  <a:lnTo>
                    <a:pt x="5454698" y="656952"/>
                  </a:lnTo>
                  <a:lnTo>
                    <a:pt x="5454823" y="656952"/>
                  </a:lnTo>
                  <a:lnTo>
                    <a:pt x="5454948" y="656952"/>
                  </a:lnTo>
                  <a:lnTo>
                    <a:pt x="5455073" y="656952"/>
                  </a:lnTo>
                  <a:lnTo>
                    <a:pt x="5455198" y="656952"/>
                  </a:lnTo>
                  <a:lnTo>
                    <a:pt x="5455323" y="656952"/>
                  </a:lnTo>
                  <a:lnTo>
                    <a:pt x="5455448" y="656952"/>
                  </a:lnTo>
                  <a:lnTo>
                    <a:pt x="5455573" y="656952"/>
                  </a:lnTo>
                  <a:lnTo>
                    <a:pt x="5455698" y="656952"/>
                  </a:lnTo>
                  <a:lnTo>
                    <a:pt x="5455823" y="656952"/>
                  </a:lnTo>
                  <a:lnTo>
                    <a:pt x="5455948" y="656952"/>
                  </a:lnTo>
                  <a:lnTo>
                    <a:pt x="5456073" y="656952"/>
                  </a:lnTo>
                  <a:lnTo>
                    <a:pt x="5456198" y="656952"/>
                  </a:lnTo>
                  <a:lnTo>
                    <a:pt x="5456324" y="656952"/>
                  </a:lnTo>
                  <a:lnTo>
                    <a:pt x="5456449" y="656952"/>
                  </a:lnTo>
                  <a:lnTo>
                    <a:pt x="5456574" y="656952"/>
                  </a:lnTo>
                  <a:lnTo>
                    <a:pt x="5456699" y="656952"/>
                  </a:lnTo>
                  <a:lnTo>
                    <a:pt x="5456824" y="656952"/>
                  </a:lnTo>
                  <a:lnTo>
                    <a:pt x="5456949" y="656952"/>
                  </a:lnTo>
                  <a:lnTo>
                    <a:pt x="5457074" y="656952"/>
                  </a:lnTo>
                  <a:lnTo>
                    <a:pt x="5457199" y="656952"/>
                  </a:lnTo>
                  <a:lnTo>
                    <a:pt x="5457324" y="656952"/>
                  </a:lnTo>
                  <a:lnTo>
                    <a:pt x="5457449" y="656952"/>
                  </a:lnTo>
                  <a:lnTo>
                    <a:pt x="5457574" y="656952"/>
                  </a:lnTo>
                  <a:lnTo>
                    <a:pt x="5457699" y="656952"/>
                  </a:lnTo>
                  <a:lnTo>
                    <a:pt x="5457824" y="656952"/>
                  </a:lnTo>
                  <a:lnTo>
                    <a:pt x="5457949" y="656952"/>
                  </a:lnTo>
                  <a:lnTo>
                    <a:pt x="5458074" y="656952"/>
                  </a:lnTo>
                  <a:lnTo>
                    <a:pt x="5458199" y="656952"/>
                  </a:lnTo>
                  <a:lnTo>
                    <a:pt x="5458324" y="656952"/>
                  </a:lnTo>
                  <a:lnTo>
                    <a:pt x="5458449" y="656952"/>
                  </a:lnTo>
                  <a:lnTo>
                    <a:pt x="5458574" y="656952"/>
                  </a:lnTo>
                  <a:lnTo>
                    <a:pt x="5458699" y="656952"/>
                  </a:lnTo>
                  <a:lnTo>
                    <a:pt x="5458824" y="656952"/>
                  </a:lnTo>
                  <a:lnTo>
                    <a:pt x="5458949" y="656952"/>
                  </a:lnTo>
                  <a:lnTo>
                    <a:pt x="5459074" y="656952"/>
                  </a:lnTo>
                  <a:lnTo>
                    <a:pt x="5459199" y="656952"/>
                  </a:lnTo>
                  <a:lnTo>
                    <a:pt x="5459325" y="656952"/>
                  </a:lnTo>
                  <a:lnTo>
                    <a:pt x="5459450" y="656952"/>
                  </a:lnTo>
                  <a:lnTo>
                    <a:pt x="5459575" y="656952"/>
                  </a:lnTo>
                  <a:lnTo>
                    <a:pt x="5459700" y="656952"/>
                  </a:lnTo>
                  <a:lnTo>
                    <a:pt x="5459825" y="656952"/>
                  </a:lnTo>
                  <a:lnTo>
                    <a:pt x="5459950" y="656952"/>
                  </a:lnTo>
                  <a:lnTo>
                    <a:pt x="5460075" y="656952"/>
                  </a:lnTo>
                  <a:lnTo>
                    <a:pt x="5460200" y="656952"/>
                  </a:lnTo>
                  <a:lnTo>
                    <a:pt x="5460325" y="656952"/>
                  </a:lnTo>
                  <a:lnTo>
                    <a:pt x="5460450" y="656952"/>
                  </a:lnTo>
                  <a:lnTo>
                    <a:pt x="5460575" y="656952"/>
                  </a:lnTo>
                  <a:lnTo>
                    <a:pt x="5460700" y="656952"/>
                  </a:lnTo>
                  <a:lnTo>
                    <a:pt x="5460825" y="656952"/>
                  </a:lnTo>
                  <a:lnTo>
                    <a:pt x="5460950" y="656952"/>
                  </a:lnTo>
                  <a:lnTo>
                    <a:pt x="5461075" y="656952"/>
                  </a:lnTo>
                  <a:lnTo>
                    <a:pt x="5461200" y="656952"/>
                  </a:lnTo>
                  <a:lnTo>
                    <a:pt x="5461325" y="656952"/>
                  </a:lnTo>
                  <a:lnTo>
                    <a:pt x="5461450" y="656952"/>
                  </a:lnTo>
                  <a:lnTo>
                    <a:pt x="5461575" y="656952"/>
                  </a:lnTo>
                  <a:lnTo>
                    <a:pt x="5461700" y="656952"/>
                  </a:lnTo>
                  <a:lnTo>
                    <a:pt x="5461825" y="656952"/>
                  </a:lnTo>
                  <a:lnTo>
                    <a:pt x="5461950" y="656952"/>
                  </a:lnTo>
                  <a:lnTo>
                    <a:pt x="5462075" y="656952"/>
                  </a:lnTo>
                  <a:lnTo>
                    <a:pt x="5462200" y="656952"/>
                  </a:lnTo>
                  <a:lnTo>
                    <a:pt x="5462326" y="656952"/>
                  </a:lnTo>
                  <a:lnTo>
                    <a:pt x="5462451" y="656952"/>
                  </a:lnTo>
                  <a:lnTo>
                    <a:pt x="5462576" y="656952"/>
                  </a:lnTo>
                  <a:lnTo>
                    <a:pt x="5462701" y="656952"/>
                  </a:lnTo>
                  <a:lnTo>
                    <a:pt x="5462826" y="656952"/>
                  </a:lnTo>
                  <a:lnTo>
                    <a:pt x="5462951" y="656952"/>
                  </a:lnTo>
                  <a:lnTo>
                    <a:pt x="5463076" y="656952"/>
                  </a:lnTo>
                  <a:lnTo>
                    <a:pt x="5463201" y="656952"/>
                  </a:lnTo>
                  <a:lnTo>
                    <a:pt x="5463326" y="656952"/>
                  </a:lnTo>
                  <a:lnTo>
                    <a:pt x="5463451" y="656952"/>
                  </a:lnTo>
                  <a:lnTo>
                    <a:pt x="5463576" y="656952"/>
                  </a:lnTo>
                  <a:lnTo>
                    <a:pt x="5463701" y="656952"/>
                  </a:lnTo>
                  <a:lnTo>
                    <a:pt x="5463701" y="646998"/>
                  </a:lnTo>
                  <a:lnTo>
                    <a:pt x="5463826" y="646998"/>
                  </a:lnTo>
                  <a:lnTo>
                    <a:pt x="5463951" y="646998"/>
                  </a:lnTo>
                  <a:lnTo>
                    <a:pt x="5464076" y="646998"/>
                  </a:lnTo>
                  <a:lnTo>
                    <a:pt x="5464201" y="646998"/>
                  </a:lnTo>
                  <a:lnTo>
                    <a:pt x="5464326" y="646998"/>
                  </a:lnTo>
                  <a:lnTo>
                    <a:pt x="5464451" y="646998"/>
                  </a:lnTo>
                  <a:lnTo>
                    <a:pt x="5464576" y="646998"/>
                  </a:lnTo>
                  <a:lnTo>
                    <a:pt x="5464701" y="646998"/>
                  </a:lnTo>
                  <a:lnTo>
                    <a:pt x="5464826" y="646998"/>
                  </a:lnTo>
                  <a:lnTo>
                    <a:pt x="5464951" y="646998"/>
                  </a:lnTo>
                  <a:lnTo>
                    <a:pt x="5465076" y="646998"/>
                  </a:lnTo>
                  <a:lnTo>
                    <a:pt x="5465201" y="646998"/>
                  </a:lnTo>
                  <a:lnTo>
                    <a:pt x="5465327" y="646998"/>
                  </a:lnTo>
                  <a:lnTo>
                    <a:pt x="5465452" y="646998"/>
                  </a:lnTo>
                  <a:lnTo>
                    <a:pt x="5465577" y="646998"/>
                  </a:lnTo>
                  <a:lnTo>
                    <a:pt x="5465702" y="646998"/>
                  </a:lnTo>
                  <a:lnTo>
                    <a:pt x="5465827" y="646998"/>
                  </a:lnTo>
                  <a:lnTo>
                    <a:pt x="5465827" y="637044"/>
                  </a:lnTo>
                  <a:lnTo>
                    <a:pt x="5465952" y="637044"/>
                  </a:lnTo>
                  <a:lnTo>
                    <a:pt x="5466077" y="637044"/>
                  </a:lnTo>
                  <a:lnTo>
                    <a:pt x="5466202" y="637044"/>
                  </a:lnTo>
                  <a:lnTo>
                    <a:pt x="5466327" y="637044"/>
                  </a:lnTo>
                  <a:lnTo>
                    <a:pt x="5466452" y="637044"/>
                  </a:lnTo>
                  <a:lnTo>
                    <a:pt x="5466577" y="637044"/>
                  </a:lnTo>
                  <a:lnTo>
                    <a:pt x="5466702" y="637044"/>
                  </a:lnTo>
                  <a:lnTo>
                    <a:pt x="5466827" y="637044"/>
                  </a:lnTo>
                  <a:lnTo>
                    <a:pt x="5466952" y="637044"/>
                  </a:lnTo>
                  <a:lnTo>
                    <a:pt x="5467077" y="637044"/>
                  </a:lnTo>
                  <a:lnTo>
                    <a:pt x="5467202" y="637044"/>
                  </a:lnTo>
                  <a:lnTo>
                    <a:pt x="5467327" y="637044"/>
                  </a:lnTo>
                  <a:lnTo>
                    <a:pt x="5467452" y="637044"/>
                  </a:lnTo>
                  <a:lnTo>
                    <a:pt x="5467577" y="637044"/>
                  </a:lnTo>
                  <a:lnTo>
                    <a:pt x="5467702" y="637044"/>
                  </a:lnTo>
                  <a:lnTo>
                    <a:pt x="5467827" y="637044"/>
                  </a:lnTo>
                  <a:lnTo>
                    <a:pt x="5467952" y="637044"/>
                  </a:lnTo>
                  <a:lnTo>
                    <a:pt x="5468077" y="637044"/>
                  </a:lnTo>
                  <a:lnTo>
                    <a:pt x="5468202" y="637044"/>
                  </a:lnTo>
                  <a:lnTo>
                    <a:pt x="5468328" y="637044"/>
                  </a:lnTo>
                  <a:lnTo>
                    <a:pt x="5468453" y="637044"/>
                  </a:lnTo>
                  <a:lnTo>
                    <a:pt x="5468578" y="637044"/>
                  </a:lnTo>
                  <a:lnTo>
                    <a:pt x="5468703" y="637044"/>
                  </a:lnTo>
                  <a:lnTo>
                    <a:pt x="5468828" y="637044"/>
                  </a:lnTo>
                  <a:lnTo>
                    <a:pt x="5468953" y="637044"/>
                  </a:lnTo>
                  <a:lnTo>
                    <a:pt x="5469078" y="637044"/>
                  </a:lnTo>
                  <a:lnTo>
                    <a:pt x="5469203" y="637044"/>
                  </a:lnTo>
                  <a:lnTo>
                    <a:pt x="5469328" y="637044"/>
                  </a:lnTo>
                  <a:lnTo>
                    <a:pt x="5469453" y="637044"/>
                  </a:lnTo>
                  <a:lnTo>
                    <a:pt x="5469578" y="637044"/>
                  </a:lnTo>
                  <a:lnTo>
                    <a:pt x="5469703" y="637044"/>
                  </a:lnTo>
                  <a:lnTo>
                    <a:pt x="5469828" y="637044"/>
                  </a:lnTo>
                  <a:lnTo>
                    <a:pt x="5469953" y="637044"/>
                  </a:lnTo>
                  <a:lnTo>
                    <a:pt x="5470078" y="637044"/>
                  </a:lnTo>
                  <a:lnTo>
                    <a:pt x="5470203" y="637044"/>
                  </a:lnTo>
                  <a:lnTo>
                    <a:pt x="5470328" y="637044"/>
                  </a:lnTo>
                  <a:lnTo>
                    <a:pt x="5470453" y="637044"/>
                  </a:lnTo>
                  <a:lnTo>
                    <a:pt x="5470578" y="637044"/>
                  </a:lnTo>
                  <a:lnTo>
                    <a:pt x="5470703" y="637044"/>
                  </a:lnTo>
                  <a:lnTo>
                    <a:pt x="5470828" y="637044"/>
                  </a:lnTo>
                  <a:lnTo>
                    <a:pt x="5470953" y="637044"/>
                  </a:lnTo>
                  <a:lnTo>
                    <a:pt x="5471078" y="637044"/>
                  </a:lnTo>
                  <a:lnTo>
                    <a:pt x="5471204" y="637044"/>
                  </a:lnTo>
                  <a:lnTo>
                    <a:pt x="5471329" y="637044"/>
                  </a:lnTo>
                  <a:lnTo>
                    <a:pt x="5471454" y="637044"/>
                  </a:lnTo>
                  <a:lnTo>
                    <a:pt x="5471579" y="637044"/>
                  </a:lnTo>
                  <a:lnTo>
                    <a:pt x="5471704" y="637044"/>
                  </a:lnTo>
                  <a:lnTo>
                    <a:pt x="5471829" y="637044"/>
                  </a:lnTo>
                  <a:lnTo>
                    <a:pt x="5471954" y="637044"/>
                  </a:lnTo>
                  <a:lnTo>
                    <a:pt x="5472079" y="637044"/>
                  </a:lnTo>
                  <a:lnTo>
                    <a:pt x="5472204" y="637044"/>
                  </a:lnTo>
                  <a:lnTo>
                    <a:pt x="5472329" y="637044"/>
                  </a:lnTo>
                  <a:lnTo>
                    <a:pt x="5472454" y="637044"/>
                  </a:lnTo>
                  <a:lnTo>
                    <a:pt x="5472579" y="637044"/>
                  </a:lnTo>
                  <a:lnTo>
                    <a:pt x="5472704" y="637044"/>
                  </a:lnTo>
                  <a:lnTo>
                    <a:pt x="5472829" y="637044"/>
                  </a:lnTo>
                  <a:lnTo>
                    <a:pt x="5472954" y="637044"/>
                  </a:lnTo>
                  <a:lnTo>
                    <a:pt x="5473079" y="637044"/>
                  </a:lnTo>
                  <a:lnTo>
                    <a:pt x="5473204" y="637044"/>
                  </a:lnTo>
                  <a:lnTo>
                    <a:pt x="5473329" y="637044"/>
                  </a:lnTo>
                  <a:lnTo>
                    <a:pt x="5473454" y="637044"/>
                  </a:lnTo>
                  <a:lnTo>
                    <a:pt x="5473579" y="637044"/>
                  </a:lnTo>
                  <a:lnTo>
                    <a:pt x="5473704" y="637044"/>
                  </a:lnTo>
                  <a:lnTo>
                    <a:pt x="5473829" y="637044"/>
                  </a:lnTo>
                  <a:lnTo>
                    <a:pt x="5473954" y="637044"/>
                  </a:lnTo>
                  <a:lnTo>
                    <a:pt x="5474079" y="637044"/>
                  </a:lnTo>
                  <a:lnTo>
                    <a:pt x="5474205" y="637044"/>
                  </a:lnTo>
                  <a:lnTo>
                    <a:pt x="5474330" y="637044"/>
                  </a:lnTo>
                  <a:lnTo>
                    <a:pt x="5474455" y="637044"/>
                  </a:lnTo>
                  <a:lnTo>
                    <a:pt x="5474580" y="637044"/>
                  </a:lnTo>
                  <a:lnTo>
                    <a:pt x="5474705" y="637044"/>
                  </a:lnTo>
                  <a:lnTo>
                    <a:pt x="5474830" y="637044"/>
                  </a:lnTo>
                  <a:lnTo>
                    <a:pt x="5474955" y="637044"/>
                  </a:lnTo>
                  <a:lnTo>
                    <a:pt x="5475080" y="637044"/>
                  </a:lnTo>
                  <a:lnTo>
                    <a:pt x="5475205" y="637044"/>
                  </a:lnTo>
                  <a:lnTo>
                    <a:pt x="5475330" y="637044"/>
                  </a:lnTo>
                  <a:lnTo>
                    <a:pt x="5475455" y="637044"/>
                  </a:lnTo>
                  <a:lnTo>
                    <a:pt x="5475580" y="637044"/>
                  </a:lnTo>
                  <a:lnTo>
                    <a:pt x="5475705" y="637044"/>
                  </a:lnTo>
                  <a:lnTo>
                    <a:pt x="5475830" y="637044"/>
                  </a:lnTo>
                  <a:lnTo>
                    <a:pt x="5475955" y="637044"/>
                  </a:lnTo>
                  <a:lnTo>
                    <a:pt x="5476080" y="637044"/>
                  </a:lnTo>
                  <a:lnTo>
                    <a:pt x="5476205" y="637044"/>
                  </a:lnTo>
                  <a:lnTo>
                    <a:pt x="5476330" y="637044"/>
                  </a:lnTo>
                  <a:lnTo>
                    <a:pt x="5476455" y="637044"/>
                  </a:lnTo>
                  <a:lnTo>
                    <a:pt x="5476580" y="637044"/>
                  </a:lnTo>
                  <a:lnTo>
                    <a:pt x="5476705" y="637044"/>
                  </a:lnTo>
                  <a:lnTo>
                    <a:pt x="5476830" y="637044"/>
                  </a:lnTo>
                  <a:lnTo>
                    <a:pt x="5476955" y="637044"/>
                  </a:lnTo>
                  <a:lnTo>
                    <a:pt x="5477080" y="637044"/>
                  </a:lnTo>
                  <a:lnTo>
                    <a:pt x="5477206" y="637044"/>
                  </a:lnTo>
                  <a:lnTo>
                    <a:pt x="5477331" y="637044"/>
                  </a:lnTo>
                  <a:lnTo>
                    <a:pt x="5477456" y="637044"/>
                  </a:lnTo>
                  <a:lnTo>
                    <a:pt x="5477581" y="637044"/>
                  </a:lnTo>
                  <a:lnTo>
                    <a:pt x="5477706" y="637044"/>
                  </a:lnTo>
                  <a:lnTo>
                    <a:pt x="5477831" y="637044"/>
                  </a:lnTo>
                  <a:lnTo>
                    <a:pt x="5477956" y="637044"/>
                  </a:lnTo>
                  <a:lnTo>
                    <a:pt x="5478081" y="637044"/>
                  </a:lnTo>
                  <a:lnTo>
                    <a:pt x="5478206" y="637044"/>
                  </a:lnTo>
                  <a:lnTo>
                    <a:pt x="5478331" y="637044"/>
                  </a:lnTo>
                  <a:lnTo>
                    <a:pt x="5478456" y="637044"/>
                  </a:lnTo>
                  <a:lnTo>
                    <a:pt x="5478581" y="637044"/>
                  </a:lnTo>
                  <a:lnTo>
                    <a:pt x="5478706" y="637044"/>
                  </a:lnTo>
                  <a:lnTo>
                    <a:pt x="5478831" y="637044"/>
                  </a:lnTo>
                  <a:lnTo>
                    <a:pt x="5478956" y="637044"/>
                  </a:lnTo>
                  <a:lnTo>
                    <a:pt x="5479081" y="637044"/>
                  </a:lnTo>
                  <a:lnTo>
                    <a:pt x="5479206" y="637044"/>
                  </a:lnTo>
                  <a:lnTo>
                    <a:pt x="5479331" y="637044"/>
                  </a:lnTo>
                  <a:lnTo>
                    <a:pt x="5479456" y="637044"/>
                  </a:lnTo>
                  <a:lnTo>
                    <a:pt x="5479581" y="637044"/>
                  </a:lnTo>
                  <a:lnTo>
                    <a:pt x="5479706" y="637044"/>
                  </a:lnTo>
                  <a:lnTo>
                    <a:pt x="5479831" y="637044"/>
                  </a:lnTo>
                  <a:lnTo>
                    <a:pt x="5479956" y="637044"/>
                  </a:lnTo>
                  <a:lnTo>
                    <a:pt x="5480081" y="637044"/>
                  </a:lnTo>
                  <a:lnTo>
                    <a:pt x="5480207" y="637044"/>
                  </a:lnTo>
                  <a:lnTo>
                    <a:pt x="5480332" y="637044"/>
                  </a:lnTo>
                  <a:lnTo>
                    <a:pt x="5480457" y="637044"/>
                  </a:lnTo>
                  <a:lnTo>
                    <a:pt x="5480582" y="637044"/>
                  </a:lnTo>
                  <a:lnTo>
                    <a:pt x="5480707" y="637044"/>
                  </a:lnTo>
                  <a:lnTo>
                    <a:pt x="5480832" y="637044"/>
                  </a:lnTo>
                  <a:lnTo>
                    <a:pt x="5480957" y="637044"/>
                  </a:lnTo>
                  <a:lnTo>
                    <a:pt x="5481082" y="637044"/>
                  </a:lnTo>
                  <a:lnTo>
                    <a:pt x="5481207" y="637044"/>
                  </a:lnTo>
                  <a:lnTo>
                    <a:pt x="5481332" y="637044"/>
                  </a:lnTo>
                  <a:lnTo>
                    <a:pt x="5481457" y="637044"/>
                  </a:lnTo>
                  <a:lnTo>
                    <a:pt x="5481582" y="637044"/>
                  </a:lnTo>
                  <a:lnTo>
                    <a:pt x="5481707" y="637044"/>
                  </a:lnTo>
                  <a:lnTo>
                    <a:pt x="5481832" y="637044"/>
                  </a:lnTo>
                  <a:lnTo>
                    <a:pt x="5481957" y="637044"/>
                  </a:lnTo>
                  <a:lnTo>
                    <a:pt x="5482082" y="637044"/>
                  </a:lnTo>
                  <a:lnTo>
                    <a:pt x="5482207" y="637044"/>
                  </a:lnTo>
                  <a:lnTo>
                    <a:pt x="5482332" y="637044"/>
                  </a:lnTo>
                  <a:lnTo>
                    <a:pt x="5482457" y="637044"/>
                  </a:lnTo>
                  <a:lnTo>
                    <a:pt x="5482582" y="637044"/>
                  </a:lnTo>
                  <a:lnTo>
                    <a:pt x="5482707" y="637044"/>
                  </a:lnTo>
                  <a:lnTo>
                    <a:pt x="5482832" y="637044"/>
                  </a:lnTo>
                  <a:lnTo>
                    <a:pt x="5482957" y="637044"/>
                  </a:lnTo>
                  <a:lnTo>
                    <a:pt x="5483082" y="637044"/>
                  </a:lnTo>
                  <a:lnTo>
                    <a:pt x="5483208" y="637044"/>
                  </a:lnTo>
                  <a:lnTo>
                    <a:pt x="5483333" y="637044"/>
                  </a:lnTo>
                  <a:lnTo>
                    <a:pt x="5483458" y="637044"/>
                  </a:lnTo>
                  <a:lnTo>
                    <a:pt x="5483583" y="637044"/>
                  </a:lnTo>
                  <a:lnTo>
                    <a:pt x="5483708" y="637044"/>
                  </a:lnTo>
                  <a:lnTo>
                    <a:pt x="5483833" y="637044"/>
                  </a:lnTo>
                  <a:lnTo>
                    <a:pt x="5483958" y="637044"/>
                  </a:lnTo>
                  <a:lnTo>
                    <a:pt x="5484083" y="637044"/>
                  </a:lnTo>
                  <a:lnTo>
                    <a:pt x="5484208" y="637044"/>
                  </a:lnTo>
                  <a:lnTo>
                    <a:pt x="5484333" y="637044"/>
                  </a:lnTo>
                  <a:lnTo>
                    <a:pt x="5484458" y="637044"/>
                  </a:lnTo>
                  <a:lnTo>
                    <a:pt x="5484583" y="637044"/>
                  </a:lnTo>
                  <a:lnTo>
                    <a:pt x="5484708" y="637044"/>
                  </a:lnTo>
                  <a:lnTo>
                    <a:pt x="5484833" y="637044"/>
                  </a:lnTo>
                  <a:lnTo>
                    <a:pt x="5484958" y="637044"/>
                  </a:lnTo>
                  <a:lnTo>
                    <a:pt x="5485083" y="637044"/>
                  </a:lnTo>
                  <a:lnTo>
                    <a:pt x="5485208" y="637044"/>
                  </a:lnTo>
                  <a:lnTo>
                    <a:pt x="5485333" y="637044"/>
                  </a:lnTo>
                  <a:lnTo>
                    <a:pt x="5485458" y="637044"/>
                  </a:lnTo>
                  <a:lnTo>
                    <a:pt x="5485583" y="637044"/>
                  </a:lnTo>
                  <a:lnTo>
                    <a:pt x="5485708" y="637044"/>
                  </a:lnTo>
                  <a:lnTo>
                    <a:pt x="5485833" y="637044"/>
                  </a:lnTo>
                  <a:lnTo>
                    <a:pt x="5485958" y="637044"/>
                  </a:lnTo>
                  <a:lnTo>
                    <a:pt x="5486083" y="637044"/>
                  </a:lnTo>
                  <a:lnTo>
                    <a:pt x="5486209" y="637044"/>
                  </a:lnTo>
                  <a:lnTo>
                    <a:pt x="5486334" y="637044"/>
                  </a:lnTo>
                  <a:lnTo>
                    <a:pt x="5486459" y="637044"/>
                  </a:lnTo>
                  <a:lnTo>
                    <a:pt x="5486584" y="637044"/>
                  </a:lnTo>
                  <a:lnTo>
                    <a:pt x="5486709" y="637044"/>
                  </a:lnTo>
                  <a:lnTo>
                    <a:pt x="5486834" y="637044"/>
                  </a:lnTo>
                  <a:lnTo>
                    <a:pt x="5486959" y="637044"/>
                  </a:lnTo>
                  <a:lnTo>
                    <a:pt x="5487084" y="637044"/>
                  </a:lnTo>
                  <a:lnTo>
                    <a:pt x="5487209" y="637044"/>
                  </a:lnTo>
                  <a:lnTo>
                    <a:pt x="5487334" y="637044"/>
                  </a:lnTo>
                  <a:lnTo>
                    <a:pt x="5487459" y="637044"/>
                  </a:lnTo>
                  <a:lnTo>
                    <a:pt x="5487584" y="637044"/>
                  </a:lnTo>
                  <a:lnTo>
                    <a:pt x="5487709" y="637044"/>
                  </a:lnTo>
                  <a:lnTo>
                    <a:pt x="5487834" y="637044"/>
                  </a:lnTo>
                  <a:lnTo>
                    <a:pt x="5487959" y="637044"/>
                  </a:lnTo>
                  <a:lnTo>
                    <a:pt x="5488084" y="637044"/>
                  </a:lnTo>
                  <a:lnTo>
                    <a:pt x="5488209" y="637044"/>
                  </a:lnTo>
                  <a:lnTo>
                    <a:pt x="5488334" y="637044"/>
                  </a:lnTo>
                  <a:lnTo>
                    <a:pt x="5488459" y="637044"/>
                  </a:lnTo>
                  <a:lnTo>
                    <a:pt x="5488584" y="637044"/>
                  </a:lnTo>
                  <a:lnTo>
                    <a:pt x="5488709" y="637044"/>
                  </a:lnTo>
                  <a:lnTo>
                    <a:pt x="5488834" y="637044"/>
                  </a:lnTo>
                  <a:lnTo>
                    <a:pt x="5488834" y="627090"/>
                  </a:lnTo>
                  <a:lnTo>
                    <a:pt x="5488959" y="627090"/>
                  </a:lnTo>
                  <a:lnTo>
                    <a:pt x="5489084" y="627090"/>
                  </a:lnTo>
                  <a:lnTo>
                    <a:pt x="5489210" y="627090"/>
                  </a:lnTo>
                  <a:lnTo>
                    <a:pt x="5489335" y="627090"/>
                  </a:lnTo>
                  <a:lnTo>
                    <a:pt x="5489460" y="627090"/>
                  </a:lnTo>
                  <a:lnTo>
                    <a:pt x="5489585" y="627090"/>
                  </a:lnTo>
                  <a:lnTo>
                    <a:pt x="5489710" y="627090"/>
                  </a:lnTo>
                  <a:lnTo>
                    <a:pt x="5489835" y="627090"/>
                  </a:lnTo>
                  <a:lnTo>
                    <a:pt x="5489960" y="627090"/>
                  </a:lnTo>
                  <a:lnTo>
                    <a:pt x="5490085" y="627090"/>
                  </a:lnTo>
                  <a:lnTo>
                    <a:pt x="5490210" y="627090"/>
                  </a:lnTo>
                  <a:lnTo>
                    <a:pt x="5490335" y="627090"/>
                  </a:lnTo>
                  <a:lnTo>
                    <a:pt x="5490460" y="627090"/>
                  </a:lnTo>
                  <a:lnTo>
                    <a:pt x="5490585" y="627090"/>
                  </a:lnTo>
                  <a:lnTo>
                    <a:pt x="5490710" y="627090"/>
                  </a:lnTo>
                  <a:lnTo>
                    <a:pt x="5490835" y="627090"/>
                  </a:lnTo>
                  <a:lnTo>
                    <a:pt x="5490960" y="627090"/>
                  </a:lnTo>
                  <a:lnTo>
                    <a:pt x="5491085" y="627090"/>
                  </a:lnTo>
                  <a:lnTo>
                    <a:pt x="5491210" y="627090"/>
                  </a:lnTo>
                  <a:lnTo>
                    <a:pt x="5491335" y="627090"/>
                  </a:lnTo>
                  <a:lnTo>
                    <a:pt x="5491460" y="627090"/>
                  </a:lnTo>
                  <a:lnTo>
                    <a:pt x="5491585" y="627090"/>
                  </a:lnTo>
                  <a:lnTo>
                    <a:pt x="5491710" y="627090"/>
                  </a:lnTo>
                  <a:lnTo>
                    <a:pt x="5491835" y="627090"/>
                  </a:lnTo>
                  <a:lnTo>
                    <a:pt x="5491960" y="627090"/>
                  </a:lnTo>
                  <a:lnTo>
                    <a:pt x="5492085" y="627090"/>
                  </a:lnTo>
                  <a:lnTo>
                    <a:pt x="5492211" y="627090"/>
                  </a:lnTo>
                  <a:lnTo>
                    <a:pt x="5492336" y="627090"/>
                  </a:lnTo>
                  <a:lnTo>
                    <a:pt x="5492461" y="627090"/>
                  </a:lnTo>
                  <a:lnTo>
                    <a:pt x="5492586" y="627090"/>
                  </a:lnTo>
                  <a:lnTo>
                    <a:pt x="5492711" y="627090"/>
                  </a:lnTo>
                  <a:lnTo>
                    <a:pt x="5492836" y="627090"/>
                  </a:lnTo>
                  <a:lnTo>
                    <a:pt x="5492961" y="627090"/>
                  </a:lnTo>
                  <a:lnTo>
                    <a:pt x="5493086" y="627090"/>
                  </a:lnTo>
                  <a:lnTo>
                    <a:pt x="5493211" y="627090"/>
                  </a:lnTo>
                  <a:lnTo>
                    <a:pt x="5493336" y="627090"/>
                  </a:lnTo>
                  <a:lnTo>
                    <a:pt x="5493461" y="627090"/>
                  </a:lnTo>
                  <a:lnTo>
                    <a:pt x="5493586" y="627090"/>
                  </a:lnTo>
                  <a:lnTo>
                    <a:pt x="5493711" y="627090"/>
                  </a:lnTo>
                  <a:lnTo>
                    <a:pt x="5493836" y="627090"/>
                  </a:lnTo>
                  <a:lnTo>
                    <a:pt x="5493961" y="627090"/>
                  </a:lnTo>
                  <a:lnTo>
                    <a:pt x="5494086" y="627090"/>
                  </a:lnTo>
                  <a:lnTo>
                    <a:pt x="5494211" y="627090"/>
                  </a:lnTo>
                  <a:lnTo>
                    <a:pt x="5494336" y="627090"/>
                  </a:lnTo>
                  <a:lnTo>
                    <a:pt x="5494461" y="627090"/>
                  </a:lnTo>
                  <a:lnTo>
                    <a:pt x="5494586" y="627090"/>
                  </a:lnTo>
                  <a:lnTo>
                    <a:pt x="5494711" y="627090"/>
                  </a:lnTo>
                  <a:lnTo>
                    <a:pt x="5494836" y="627090"/>
                  </a:lnTo>
                  <a:lnTo>
                    <a:pt x="5494961" y="627090"/>
                  </a:lnTo>
                  <a:lnTo>
                    <a:pt x="5495086" y="627090"/>
                  </a:lnTo>
                  <a:lnTo>
                    <a:pt x="5495212" y="627090"/>
                  </a:lnTo>
                  <a:lnTo>
                    <a:pt x="5495337" y="627090"/>
                  </a:lnTo>
                  <a:lnTo>
                    <a:pt x="5495462" y="627090"/>
                  </a:lnTo>
                  <a:lnTo>
                    <a:pt x="5495587" y="627090"/>
                  </a:lnTo>
                  <a:lnTo>
                    <a:pt x="5495712" y="627090"/>
                  </a:lnTo>
                  <a:lnTo>
                    <a:pt x="5495837" y="627090"/>
                  </a:lnTo>
                  <a:lnTo>
                    <a:pt x="5495962" y="627090"/>
                  </a:lnTo>
                  <a:lnTo>
                    <a:pt x="5496087" y="627090"/>
                  </a:lnTo>
                  <a:lnTo>
                    <a:pt x="5496212" y="627090"/>
                  </a:lnTo>
                  <a:lnTo>
                    <a:pt x="5496337" y="627090"/>
                  </a:lnTo>
                  <a:lnTo>
                    <a:pt x="5496462" y="627090"/>
                  </a:lnTo>
                  <a:lnTo>
                    <a:pt x="5496587" y="627090"/>
                  </a:lnTo>
                  <a:lnTo>
                    <a:pt x="5496712" y="627090"/>
                  </a:lnTo>
                  <a:lnTo>
                    <a:pt x="5496837" y="627090"/>
                  </a:lnTo>
                  <a:lnTo>
                    <a:pt x="5496962" y="627090"/>
                  </a:lnTo>
                  <a:lnTo>
                    <a:pt x="5497087" y="627090"/>
                  </a:lnTo>
                  <a:lnTo>
                    <a:pt x="5497212" y="627090"/>
                  </a:lnTo>
                  <a:lnTo>
                    <a:pt x="5497337" y="627090"/>
                  </a:lnTo>
                  <a:lnTo>
                    <a:pt x="5497462" y="627090"/>
                  </a:lnTo>
                  <a:lnTo>
                    <a:pt x="5497587" y="627090"/>
                  </a:lnTo>
                  <a:lnTo>
                    <a:pt x="5497712" y="627090"/>
                  </a:lnTo>
                  <a:lnTo>
                    <a:pt x="5497837" y="627090"/>
                  </a:lnTo>
                  <a:lnTo>
                    <a:pt x="5497962" y="627090"/>
                  </a:lnTo>
                  <a:lnTo>
                    <a:pt x="5498087" y="627090"/>
                  </a:lnTo>
                  <a:lnTo>
                    <a:pt x="5498213" y="627090"/>
                  </a:lnTo>
                  <a:lnTo>
                    <a:pt x="5498338" y="627090"/>
                  </a:lnTo>
                  <a:lnTo>
                    <a:pt x="5498463" y="627090"/>
                  </a:lnTo>
                  <a:lnTo>
                    <a:pt x="5498588" y="627090"/>
                  </a:lnTo>
                  <a:lnTo>
                    <a:pt x="5498713" y="627090"/>
                  </a:lnTo>
                  <a:lnTo>
                    <a:pt x="5498838" y="627090"/>
                  </a:lnTo>
                  <a:lnTo>
                    <a:pt x="5498963" y="627090"/>
                  </a:lnTo>
                  <a:lnTo>
                    <a:pt x="5499088" y="627090"/>
                  </a:lnTo>
                  <a:lnTo>
                    <a:pt x="5499213" y="627090"/>
                  </a:lnTo>
                  <a:lnTo>
                    <a:pt x="5499338" y="627090"/>
                  </a:lnTo>
                  <a:lnTo>
                    <a:pt x="5499463" y="627090"/>
                  </a:lnTo>
                  <a:lnTo>
                    <a:pt x="5499588" y="627090"/>
                  </a:lnTo>
                  <a:lnTo>
                    <a:pt x="5499713" y="627090"/>
                  </a:lnTo>
                  <a:lnTo>
                    <a:pt x="5499838" y="627090"/>
                  </a:lnTo>
                  <a:lnTo>
                    <a:pt x="5499963" y="627090"/>
                  </a:lnTo>
                  <a:lnTo>
                    <a:pt x="5500088" y="627090"/>
                  </a:lnTo>
                  <a:lnTo>
                    <a:pt x="5500213" y="627090"/>
                  </a:lnTo>
                  <a:lnTo>
                    <a:pt x="5500338" y="627090"/>
                  </a:lnTo>
                  <a:lnTo>
                    <a:pt x="5500463" y="627090"/>
                  </a:lnTo>
                  <a:lnTo>
                    <a:pt x="5500588" y="627090"/>
                  </a:lnTo>
                  <a:lnTo>
                    <a:pt x="5500713" y="627090"/>
                  </a:lnTo>
                  <a:lnTo>
                    <a:pt x="5500838" y="627090"/>
                  </a:lnTo>
                  <a:lnTo>
                    <a:pt x="5500963" y="627090"/>
                  </a:lnTo>
                  <a:lnTo>
                    <a:pt x="5501088" y="627090"/>
                  </a:lnTo>
                  <a:lnTo>
                    <a:pt x="5501214" y="627090"/>
                  </a:lnTo>
                  <a:lnTo>
                    <a:pt x="5501339" y="627090"/>
                  </a:lnTo>
                  <a:lnTo>
                    <a:pt x="5501464" y="627090"/>
                  </a:lnTo>
                  <a:lnTo>
                    <a:pt x="5501589" y="627090"/>
                  </a:lnTo>
                  <a:lnTo>
                    <a:pt x="5501714" y="627090"/>
                  </a:lnTo>
                  <a:lnTo>
                    <a:pt x="5501839" y="627090"/>
                  </a:lnTo>
                  <a:lnTo>
                    <a:pt x="5501964" y="627090"/>
                  </a:lnTo>
                  <a:lnTo>
                    <a:pt x="5502089" y="627090"/>
                  </a:lnTo>
                  <a:lnTo>
                    <a:pt x="5502214" y="627090"/>
                  </a:lnTo>
                  <a:lnTo>
                    <a:pt x="5502339" y="627090"/>
                  </a:lnTo>
                  <a:lnTo>
                    <a:pt x="5502464" y="627090"/>
                  </a:lnTo>
                  <a:lnTo>
                    <a:pt x="5502589" y="627090"/>
                  </a:lnTo>
                  <a:lnTo>
                    <a:pt x="5502714" y="627090"/>
                  </a:lnTo>
                  <a:lnTo>
                    <a:pt x="5502839" y="627090"/>
                  </a:lnTo>
                  <a:lnTo>
                    <a:pt x="5502964" y="627090"/>
                  </a:lnTo>
                  <a:lnTo>
                    <a:pt x="5503089" y="627090"/>
                  </a:lnTo>
                  <a:lnTo>
                    <a:pt x="5503214" y="627090"/>
                  </a:lnTo>
                  <a:lnTo>
                    <a:pt x="5503339" y="627090"/>
                  </a:lnTo>
                  <a:lnTo>
                    <a:pt x="5503464" y="627090"/>
                  </a:lnTo>
                  <a:lnTo>
                    <a:pt x="5503589" y="627090"/>
                  </a:lnTo>
                  <a:lnTo>
                    <a:pt x="5503714" y="627090"/>
                  </a:lnTo>
                  <a:lnTo>
                    <a:pt x="5503839" y="627090"/>
                  </a:lnTo>
                  <a:lnTo>
                    <a:pt x="5503964" y="627090"/>
                  </a:lnTo>
                  <a:lnTo>
                    <a:pt x="5504089" y="627090"/>
                  </a:lnTo>
                  <a:lnTo>
                    <a:pt x="5504215" y="627090"/>
                  </a:lnTo>
                  <a:lnTo>
                    <a:pt x="5504340" y="627090"/>
                  </a:lnTo>
                  <a:lnTo>
                    <a:pt x="5504465" y="627090"/>
                  </a:lnTo>
                  <a:lnTo>
                    <a:pt x="5504590" y="627090"/>
                  </a:lnTo>
                  <a:lnTo>
                    <a:pt x="5504715" y="627090"/>
                  </a:lnTo>
                  <a:lnTo>
                    <a:pt x="5504840" y="627090"/>
                  </a:lnTo>
                  <a:lnTo>
                    <a:pt x="5504965" y="627090"/>
                  </a:lnTo>
                  <a:lnTo>
                    <a:pt x="5505090" y="627090"/>
                  </a:lnTo>
                  <a:lnTo>
                    <a:pt x="5505215" y="627090"/>
                  </a:lnTo>
                  <a:lnTo>
                    <a:pt x="5505340" y="627090"/>
                  </a:lnTo>
                  <a:lnTo>
                    <a:pt x="5505465" y="627090"/>
                  </a:lnTo>
                  <a:lnTo>
                    <a:pt x="5505590" y="627090"/>
                  </a:lnTo>
                  <a:lnTo>
                    <a:pt x="5505715" y="627090"/>
                  </a:lnTo>
                  <a:lnTo>
                    <a:pt x="5505840" y="627090"/>
                  </a:lnTo>
                  <a:lnTo>
                    <a:pt x="5505965" y="627090"/>
                  </a:lnTo>
                  <a:lnTo>
                    <a:pt x="5506090" y="627090"/>
                  </a:lnTo>
                  <a:lnTo>
                    <a:pt x="5506215" y="627090"/>
                  </a:lnTo>
                  <a:lnTo>
                    <a:pt x="5506340" y="627090"/>
                  </a:lnTo>
                  <a:lnTo>
                    <a:pt x="5506465" y="627090"/>
                  </a:lnTo>
                  <a:lnTo>
                    <a:pt x="5506590" y="627090"/>
                  </a:lnTo>
                  <a:lnTo>
                    <a:pt x="5506715" y="627090"/>
                  </a:lnTo>
                  <a:lnTo>
                    <a:pt x="5506840" y="627090"/>
                  </a:lnTo>
                  <a:lnTo>
                    <a:pt x="5506965" y="627090"/>
                  </a:lnTo>
                  <a:lnTo>
                    <a:pt x="5507090" y="627090"/>
                  </a:lnTo>
                  <a:lnTo>
                    <a:pt x="5507216" y="627090"/>
                  </a:lnTo>
                  <a:lnTo>
                    <a:pt x="5507341" y="627090"/>
                  </a:lnTo>
                  <a:lnTo>
                    <a:pt x="5507466" y="627090"/>
                  </a:lnTo>
                  <a:lnTo>
                    <a:pt x="5507591" y="627090"/>
                  </a:lnTo>
                  <a:lnTo>
                    <a:pt x="5507716" y="627090"/>
                  </a:lnTo>
                  <a:lnTo>
                    <a:pt x="5507841" y="627090"/>
                  </a:lnTo>
                  <a:lnTo>
                    <a:pt x="5507966" y="627090"/>
                  </a:lnTo>
                  <a:lnTo>
                    <a:pt x="5508091" y="627090"/>
                  </a:lnTo>
                  <a:lnTo>
                    <a:pt x="5508216" y="627090"/>
                  </a:lnTo>
                  <a:lnTo>
                    <a:pt x="5508341" y="627090"/>
                  </a:lnTo>
                  <a:lnTo>
                    <a:pt x="5508466" y="627090"/>
                  </a:lnTo>
                  <a:lnTo>
                    <a:pt x="5508591" y="627090"/>
                  </a:lnTo>
                  <a:lnTo>
                    <a:pt x="5508716" y="627090"/>
                  </a:lnTo>
                  <a:lnTo>
                    <a:pt x="5508841" y="627090"/>
                  </a:lnTo>
                  <a:lnTo>
                    <a:pt x="5508966" y="627090"/>
                  </a:lnTo>
                  <a:lnTo>
                    <a:pt x="5509091" y="627090"/>
                  </a:lnTo>
                  <a:lnTo>
                    <a:pt x="5509216" y="627090"/>
                  </a:lnTo>
                  <a:lnTo>
                    <a:pt x="5509341" y="627090"/>
                  </a:lnTo>
                  <a:lnTo>
                    <a:pt x="5509466" y="627090"/>
                  </a:lnTo>
                  <a:lnTo>
                    <a:pt x="5509591" y="627090"/>
                  </a:lnTo>
                  <a:lnTo>
                    <a:pt x="5509716" y="627090"/>
                  </a:lnTo>
                  <a:lnTo>
                    <a:pt x="5509841" y="627090"/>
                  </a:lnTo>
                  <a:lnTo>
                    <a:pt x="5509966" y="627090"/>
                  </a:lnTo>
                  <a:lnTo>
                    <a:pt x="5510092" y="627090"/>
                  </a:lnTo>
                  <a:lnTo>
                    <a:pt x="5510217" y="627090"/>
                  </a:lnTo>
                  <a:lnTo>
                    <a:pt x="5510342" y="627090"/>
                  </a:lnTo>
                  <a:lnTo>
                    <a:pt x="5510467" y="627090"/>
                  </a:lnTo>
                  <a:lnTo>
                    <a:pt x="5510592" y="627090"/>
                  </a:lnTo>
                  <a:lnTo>
                    <a:pt x="5510717" y="627090"/>
                  </a:lnTo>
                  <a:lnTo>
                    <a:pt x="5510842" y="627090"/>
                  </a:lnTo>
                  <a:lnTo>
                    <a:pt x="5510967" y="627090"/>
                  </a:lnTo>
                  <a:lnTo>
                    <a:pt x="5511092" y="627090"/>
                  </a:lnTo>
                  <a:lnTo>
                    <a:pt x="5511217" y="627090"/>
                  </a:lnTo>
                  <a:lnTo>
                    <a:pt x="5511342" y="627090"/>
                  </a:lnTo>
                  <a:lnTo>
                    <a:pt x="5511467" y="627090"/>
                  </a:lnTo>
                  <a:lnTo>
                    <a:pt x="5511592" y="627090"/>
                  </a:lnTo>
                  <a:lnTo>
                    <a:pt x="5511717" y="627090"/>
                  </a:lnTo>
                  <a:lnTo>
                    <a:pt x="5511842" y="627090"/>
                  </a:lnTo>
                  <a:lnTo>
                    <a:pt x="5511967" y="627090"/>
                  </a:lnTo>
                  <a:lnTo>
                    <a:pt x="5512092" y="627090"/>
                  </a:lnTo>
                  <a:lnTo>
                    <a:pt x="5512217" y="627090"/>
                  </a:lnTo>
                  <a:lnTo>
                    <a:pt x="5512217" y="617137"/>
                  </a:lnTo>
                  <a:lnTo>
                    <a:pt x="5512342" y="617137"/>
                  </a:lnTo>
                  <a:lnTo>
                    <a:pt x="5512467" y="617137"/>
                  </a:lnTo>
                  <a:lnTo>
                    <a:pt x="5512592" y="617137"/>
                  </a:lnTo>
                  <a:lnTo>
                    <a:pt x="5512717" y="617137"/>
                  </a:lnTo>
                  <a:lnTo>
                    <a:pt x="5512842" y="617137"/>
                  </a:lnTo>
                  <a:lnTo>
                    <a:pt x="5512967" y="617137"/>
                  </a:lnTo>
                  <a:lnTo>
                    <a:pt x="5513093" y="617137"/>
                  </a:lnTo>
                  <a:lnTo>
                    <a:pt x="5513218" y="617137"/>
                  </a:lnTo>
                  <a:lnTo>
                    <a:pt x="5513343" y="617137"/>
                  </a:lnTo>
                  <a:lnTo>
                    <a:pt x="5513468" y="617137"/>
                  </a:lnTo>
                  <a:lnTo>
                    <a:pt x="5513593" y="617137"/>
                  </a:lnTo>
                  <a:lnTo>
                    <a:pt x="5513718" y="617137"/>
                  </a:lnTo>
                  <a:lnTo>
                    <a:pt x="5513843" y="617137"/>
                  </a:lnTo>
                  <a:lnTo>
                    <a:pt x="5513968" y="617137"/>
                  </a:lnTo>
                  <a:lnTo>
                    <a:pt x="5514093" y="617137"/>
                  </a:lnTo>
                  <a:lnTo>
                    <a:pt x="5514218" y="617137"/>
                  </a:lnTo>
                  <a:lnTo>
                    <a:pt x="5514343" y="617137"/>
                  </a:lnTo>
                  <a:lnTo>
                    <a:pt x="5514468" y="617137"/>
                  </a:lnTo>
                  <a:lnTo>
                    <a:pt x="5514593" y="617137"/>
                  </a:lnTo>
                  <a:lnTo>
                    <a:pt x="5514718" y="617137"/>
                  </a:lnTo>
                  <a:lnTo>
                    <a:pt x="5514843" y="617137"/>
                  </a:lnTo>
                  <a:lnTo>
                    <a:pt x="5514968" y="617137"/>
                  </a:lnTo>
                  <a:lnTo>
                    <a:pt x="5515093" y="617137"/>
                  </a:lnTo>
                  <a:lnTo>
                    <a:pt x="5515218" y="617137"/>
                  </a:lnTo>
                  <a:lnTo>
                    <a:pt x="5515343" y="617137"/>
                  </a:lnTo>
                  <a:lnTo>
                    <a:pt x="5515468" y="617137"/>
                  </a:lnTo>
                  <a:lnTo>
                    <a:pt x="5515593" y="617137"/>
                  </a:lnTo>
                  <a:lnTo>
                    <a:pt x="5515718" y="617137"/>
                  </a:lnTo>
                  <a:lnTo>
                    <a:pt x="5515843" y="617137"/>
                  </a:lnTo>
                  <a:lnTo>
                    <a:pt x="5515968" y="617137"/>
                  </a:lnTo>
                  <a:lnTo>
                    <a:pt x="5516094" y="617137"/>
                  </a:lnTo>
                  <a:lnTo>
                    <a:pt x="5516219" y="617137"/>
                  </a:lnTo>
                  <a:lnTo>
                    <a:pt x="5516344" y="617137"/>
                  </a:lnTo>
                  <a:lnTo>
                    <a:pt x="5516469" y="617137"/>
                  </a:lnTo>
                  <a:lnTo>
                    <a:pt x="5516594" y="617137"/>
                  </a:lnTo>
                  <a:lnTo>
                    <a:pt x="5516719" y="617137"/>
                  </a:lnTo>
                  <a:lnTo>
                    <a:pt x="5516844" y="617137"/>
                  </a:lnTo>
                  <a:lnTo>
                    <a:pt x="5516969" y="617137"/>
                  </a:lnTo>
                  <a:lnTo>
                    <a:pt x="5517094" y="617137"/>
                  </a:lnTo>
                  <a:lnTo>
                    <a:pt x="5517219" y="617137"/>
                  </a:lnTo>
                  <a:lnTo>
                    <a:pt x="5517344" y="617137"/>
                  </a:lnTo>
                  <a:lnTo>
                    <a:pt x="5517469" y="617137"/>
                  </a:lnTo>
                  <a:lnTo>
                    <a:pt x="5517594" y="617137"/>
                  </a:lnTo>
                  <a:lnTo>
                    <a:pt x="5517719" y="617137"/>
                  </a:lnTo>
                  <a:lnTo>
                    <a:pt x="5517844" y="617137"/>
                  </a:lnTo>
                  <a:lnTo>
                    <a:pt x="5517969" y="617137"/>
                  </a:lnTo>
                  <a:lnTo>
                    <a:pt x="5518094" y="617137"/>
                  </a:lnTo>
                  <a:lnTo>
                    <a:pt x="5518219" y="617137"/>
                  </a:lnTo>
                  <a:lnTo>
                    <a:pt x="5518344" y="617137"/>
                  </a:lnTo>
                  <a:lnTo>
                    <a:pt x="5518469" y="617137"/>
                  </a:lnTo>
                  <a:lnTo>
                    <a:pt x="5518594" y="617137"/>
                  </a:lnTo>
                  <a:lnTo>
                    <a:pt x="5518719" y="617137"/>
                  </a:lnTo>
                  <a:lnTo>
                    <a:pt x="5518844" y="617137"/>
                  </a:lnTo>
                  <a:lnTo>
                    <a:pt x="5518969" y="617137"/>
                  </a:lnTo>
                  <a:lnTo>
                    <a:pt x="5519095" y="617137"/>
                  </a:lnTo>
                  <a:lnTo>
                    <a:pt x="5519220" y="617137"/>
                  </a:lnTo>
                  <a:lnTo>
                    <a:pt x="5519345" y="617137"/>
                  </a:lnTo>
                  <a:lnTo>
                    <a:pt x="5519470" y="617137"/>
                  </a:lnTo>
                  <a:lnTo>
                    <a:pt x="5519595" y="617137"/>
                  </a:lnTo>
                  <a:lnTo>
                    <a:pt x="5519720" y="617137"/>
                  </a:lnTo>
                  <a:lnTo>
                    <a:pt x="5519845" y="617137"/>
                  </a:lnTo>
                  <a:lnTo>
                    <a:pt x="5519970" y="617137"/>
                  </a:lnTo>
                  <a:lnTo>
                    <a:pt x="5520095" y="617137"/>
                  </a:lnTo>
                  <a:lnTo>
                    <a:pt x="5520220" y="617137"/>
                  </a:lnTo>
                  <a:lnTo>
                    <a:pt x="5520345" y="617137"/>
                  </a:lnTo>
                  <a:lnTo>
                    <a:pt x="5520470" y="617137"/>
                  </a:lnTo>
                  <a:lnTo>
                    <a:pt x="5520595" y="617137"/>
                  </a:lnTo>
                  <a:lnTo>
                    <a:pt x="5520720" y="617137"/>
                  </a:lnTo>
                  <a:lnTo>
                    <a:pt x="5520845" y="617137"/>
                  </a:lnTo>
                  <a:lnTo>
                    <a:pt x="5520970" y="617137"/>
                  </a:lnTo>
                  <a:lnTo>
                    <a:pt x="5521095" y="617137"/>
                  </a:lnTo>
                  <a:lnTo>
                    <a:pt x="5521220" y="617137"/>
                  </a:lnTo>
                  <a:lnTo>
                    <a:pt x="5521345" y="617137"/>
                  </a:lnTo>
                  <a:lnTo>
                    <a:pt x="5521470" y="617137"/>
                  </a:lnTo>
                  <a:lnTo>
                    <a:pt x="5521595" y="617137"/>
                  </a:lnTo>
                  <a:lnTo>
                    <a:pt x="5521720" y="617137"/>
                  </a:lnTo>
                  <a:lnTo>
                    <a:pt x="5521845" y="617137"/>
                  </a:lnTo>
                  <a:lnTo>
                    <a:pt x="5521970" y="617137"/>
                  </a:lnTo>
                  <a:lnTo>
                    <a:pt x="5522096" y="617137"/>
                  </a:lnTo>
                  <a:lnTo>
                    <a:pt x="5522221" y="617137"/>
                  </a:lnTo>
                  <a:lnTo>
                    <a:pt x="5522346" y="617137"/>
                  </a:lnTo>
                  <a:lnTo>
                    <a:pt x="5522471" y="617137"/>
                  </a:lnTo>
                  <a:lnTo>
                    <a:pt x="5522596" y="617137"/>
                  </a:lnTo>
                  <a:lnTo>
                    <a:pt x="5522721" y="617137"/>
                  </a:lnTo>
                  <a:lnTo>
                    <a:pt x="5522846" y="617137"/>
                  </a:lnTo>
                  <a:lnTo>
                    <a:pt x="5522971" y="617137"/>
                  </a:lnTo>
                  <a:lnTo>
                    <a:pt x="5523096" y="617137"/>
                  </a:lnTo>
                  <a:lnTo>
                    <a:pt x="5523221" y="617137"/>
                  </a:lnTo>
                  <a:lnTo>
                    <a:pt x="5523346" y="617137"/>
                  </a:lnTo>
                  <a:lnTo>
                    <a:pt x="5523471" y="617137"/>
                  </a:lnTo>
                  <a:lnTo>
                    <a:pt x="5523596" y="617137"/>
                  </a:lnTo>
                  <a:lnTo>
                    <a:pt x="5523721" y="617137"/>
                  </a:lnTo>
                  <a:lnTo>
                    <a:pt x="5523846" y="617137"/>
                  </a:lnTo>
                  <a:lnTo>
                    <a:pt x="5523971" y="617137"/>
                  </a:lnTo>
                  <a:lnTo>
                    <a:pt x="5524096" y="617137"/>
                  </a:lnTo>
                  <a:lnTo>
                    <a:pt x="5524221" y="617137"/>
                  </a:lnTo>
                  <a:lnTo>
                    <a:pt x="5524346" y="617137"/>
                  </a:lnTo>
                  <a:lnTo>
                    <a:pt x="5524471" y="617137"/>
                  </a:lnTo>
                  <a:lnTo>
                    <a:pt x="5524596" y="617137"/>
                  </a:lnTo>
                  <a:lnTo>
                    <a:pt x="5524721" y="617137"/>
                  </a:lnTo>
                  <a:lnTo>
                    <a:pt x="5524846" y="617137"/>
                  </a:lnTo>
                  <a:lnTo>
                    <a:pt x="5524971" y="617137"/>
                  </a:lnTo>
                  <a:lnTo>
                    <a:pt x="5525097" y="617137"/>
                  </a:lnTo>
                  <a:lnTo>
                    <a:pt x="5525222" y="617137"/>
                  </a:lnTo>
                  <a:lnTo>
                    <a:pt x="5525347" y="617137"/>
                  </a:lnTo>
                  <a:lnTo>
                    <a:pt x="5525472" y="617137"/>
                  </a:lnTo>
                  <a:lnTo>
                    <a:pt x="5525597" y="617137"/>
                  </a:lnTo>
                  <a:lnTo>
                    <a:pt x="5525722" y="617137"/>
                  </a:lnTo>
                  <a:lnTo>
                    <a:pt x="5525847" y="617137"/>
                  </a:lnTo>
                  <a:lnTo>
                    <a:pt x="5525972" y="617137"/>
                  </a:lnTo>
                  <a:lnTo>
                    <a:pt x="5526097" y="617137"/>
                  </a:lnTo>
                  <a:lnTo>
                    <a:pt x="5526222" y="617137"/>
                  </a:lnTo>
                  <a:lnTo>
                    <a:pt x="5526347" y="617137"/>
                  </a:lnTo>
                  <a:lnTo>
                    <a:pt x="5526472" y="617137"/>
                  </a:lnTo>
                  <a:lnTo>
                    <a:pt x="5526597" y="617137"/>
                  </a:lnTo>
                  <a:lnTo>
                    <a:pt x="5526722" y="617137"/>
                  </a:lnTo>
                  <a:lnTo>
                    <a:pt x="5526847" y="617137"/>
                  </a:lnTo>
                  <a:lnTo>
                    <a:pt x="5526972" y="617137"/>
                  </a:lnTo>
                  <a:lnTo>
                    <a:pt x="5527097" y="617137"/>
                  </a:lnTo>
                  <a:lnTo>
                    <a:pt x="5527222" y="617137"/>
                  </a:lnTo>
                  <a:lnTo>
                    <a:pt x="5527347" y="617137"/>
                  </a:lnTo>
                  <a:lnTo>
                    <a:pt x="5527472" y="617137"/>
                  </a:lnTo>
                  <a:lnTo>
                    <a:pt x="5527597" y="617137"/>
                  </a:lnTo>
                  <a:lnTo>
                    <a:pt x="5527722" y="617137"/>
                  </a:lnTo>
                  <a:lnTo>
                    <a:pt x="5527847" y="617137"/>
                  </a:lnTo>
                  <a:lnTo>
                    <a:pt x="5527972" y="617137"/>
                  </a:lnTo>
                  <a:lnTo>
                    <a:pt x="5528098" y="617137"/>
                  </a:lnTo>
                  <a:lnTo>
                    <a:pt x="5528223" y="617137"/>
                  </a:lnTo>
                  <a:lnTo>
                    <a:pt x="5528348" y="617137"/>
                  </a:lnTo>
                  <a:lnTo>
                    <a:pt x="5528473" y="617137"/>
                  </a:lnTo>
                  <a:lnTo>
                    <a:pt x="5528598" y="617137"/>
                  </a:lnTo>
                  <a:lnTo>
                    <a:pt x="5528723" y="617137"/>
                  </a:lnTo>
                  <a:lnTo>
                    <a:pt x="5528848" y="617137"/>
                  </a:lnTo>
                  <a:lnTo>
                    <a:pt x="5528973" y="617137"/>
                  </a:lnTo>
                  <a:lnTo>
                    <a:pt x="5529098" y="617137"/>
                  </a:lnTo>
                  <a:lnTo>
                    <a:pt x="5529223" y="617137"/>
                  </a:lnTo>
                  <a:lnTo>
                    <a:pt x="5529348" y="617137"/>
                  </a:lnTo>
                  <a:lnTo>
                    <a:pt x="5529473" y="617137"/>
                  </a:lnTo>
                  <a:lnTo>
                    <a:pt x="5529598" y="617137"/>
                  </a:lnTo>
                  <a:lnTo>
                    <a:pt x="5529723" y="617137"/>
                  </a:lnTo>
                  <a:lnTo>
                    <a:pt x="5529848" y="617137"/>
                  </a:lnTo>
                  <a:lnTo>
                    <a:pt x="5529973" y="617137"/>
                  </a:lnTo>
                  <a:lnTo>
                    <a:pt x="5530098" y="617137"/>
                  </a:lnTo>
                  <a:lnTo>
                    <a:pt x="5530223" y="617137"/>
                  </a:lnTo>
                  <a:lnTo>
                    <a:pt x="5530348" y="617137"/>
                  </a:lnTo>
                  <a:lnTo>
                    <a:pt x="5530473" y="617137"/>
                  </a:lnTo>
                  <a:lnTo>
                    <a:pt x="5530598" y="617137"/>
                  </a:lnTo>
                  <a:lnTo>
                    <a:pt x="5530723" y="617137"/>
                  </a:lnTo>
                  <a:lnTo>
                    <a:pt x="5530848" y="617137"/>
                  </a:lnTo>
                  <a:lnTo>
                    <a:pt x="5530973" y="617137"/>
                  </a:lnTo>
                  <a:lnTo>
                    <a:pt x="5531099" y="617137"/>
                  </a:lnTo>
                  <a:lnTo>
                    <a:pt x="5531224" y="617137"/>
                  </a:lnTo>
                  <a:lnTo>
                    <a:pt x="5531349" y="617137"/>
                  </a:lnTo>
                  <a:lnTo>
                    <a:pt x="5531474" y="617137"/>
                  </a:lnTo>
                  <a:lnTo>
                    <a:pt x="5531599" y="617137"/>
                  </a:lnTo>
                  <a:lnTo>
                    <a:pt x="5531724" y="617137"/>
                  </a:lnTo>
                  <a:lnTo>
                    <a:pt x="5531849" y="617137"/>
                  </a:lnTo>
                  <a:lnTo>
                    <a:pt x="5531974" y="617137"/>
                  </a:lnTo>
                  <a:lnTo>
                    <a:pt x="5532099" y="617137"/>
                  </a:lnTo>
                  <a:lnTo>
                    <a:pt x="5532224" y="617137"/>
                  </a:lnTo>
                  <a:lnTo>
                    <a:pt x="5532349" y="617137"/>
                  </a:lnTo>
                  <a:lnTo>
                    <a:pt x="5532474" y="617137"/>
                  </a:lnTo>
                  <a:lnTo>
                    <a:pt x="5532599" y="617137"/>
                  </a:lnTo>
                  <a:lnTo>
                    <a:pt x="5532724" y="617137"/>
                  </a:lnTo>
                  <a:lnTo>
                    <a:pt x="5532849" y="617137"/>
                  </a:lnTo>
                  <a:lnTo>
                    <a:pt x="5532974" y="617137"/>
                  </a:lnTo>
                  <a:lnTo>
                    <a:pt x="5533099" y="617137"/>
                  </a:lnTo>
                  <a:lnTo>
                    <a:pt x="5533224" y="617137"/>
                  </a:lnTo>
                  <a:lnTo>
                    <a:pt x="5533349" y="617137"/>
                  </a:lnTo>
                  <a:lnTo>
                    <a:pt x="5533474" y="617137"/>
                  </a:lnTo>
                  <a:lnTo>
                    <a:pt x="5533599" y="617137"/>
                  </a:lnTo>
                  <a:lnTo>
                    <a:pt x="5533724" y="617137"/>
                  </a:lnTo>
                  <a:lnTo>
                    <a:pt x="5533849" y="617137"/>
                  </a:lnTo>
                  <a:lnTo>
                    <a:pt x="5533974" y="617137"/>
                  </a:lnTo>
                  <a:lnTo>
                    <a:pt x="5534100" y="617137"/>
                  </a:lnTo>
                  <a:lnTo>
                    <a:pt x="5534225" y="617137"/>
                  </a:lnTo>
                  <a:lnTo>
                    <a:pt x="5534350" y="617137"/>
                  </a:lnTo>
                  <a:lnTo>
                    <a:pt x="5534475" y="617137"/>
                  </a:lnTo>
                  <a:lnTo>
                    <a:pt x="5534600" y="617137"/>
                  </a:lnTo>
                  <a:lnTo>
                    <a:pt x="5534725" y="617137"/>
                  </a:lnTo>
                  <a:lnTo>
                    <a:pt x="5534850" y="617137"/>
                  </a:lnTo>
                  <a:lnTo>
                    <a:pt x="5534975" y="617137"/>
                  </a:lnTo>
                  <a:lnTo>
                    <a:pt x="5535100" y="617137"/>
                  </a:lnTo>
                  <a:lnTo>
                    <a:pt x="5535225" y="617137"/>
                  </a:lnTo>
                  <a:lnTo>
                    <a:pt x="5535350" y="617137"/>
                  </a:lnTo>
                  <a:lnTo>
                    <a:pt x="5535475" y="617137"/>
                  </a:lnTo>
                  <a:lnTo>
                    <a:pt x="5535600" y="617137"/>
                  </a:lnTo>
                  <a:lnTo>
                    <a:pt x="5535725" y="617137"/>
                  </a:lnTo>
                  <a:lnTo>
                    <a:pt x="5535850" y="617137"/>
                  </a:lnTo>
                  <a:lnTo>
                    <a:pt x="5535975" y="617137"/>
                  </a:lnTo>
                  <a:lnTo>
                    <a:pt x="5536100" y="617137"/>
                  </a:lnTo>
                  <a:lnTo>
                    <a:pt x="5536225" y="617137"/>
                  </a:lnTo>
                  <a:lnTo>
                    <a:pt x="5536350" y="617137"/>
                  </a:lnTo>
                  <a:lnTo>
                    <a:pt x="5536475" y="617137"/>
                  </a:lnTo>
                  <a:lnTo>
                    <a:pt x="5536600" y="617137"/>
                  </a:lnTo>
                  <a:lnTo>
                    <a:pt x="5536725" y="617137"/>
                  </a:lnTo>
                  <a:lnTo>
                    <a:pt x="5536850" y="617137"/>
                  </a:lnTo>
                  <a:lnTo>
                    <a:pt x="5536975" y="617137"/>
                  </a:lnTo>
                  <a:lnTo>
                    <a:pt x="5537101" y="617137"/>
                  </a:lnTo>
                  <a:lnTo>
                    <a:pt x="5537226" y="617137"/>
                  </a:lnTo>
                  <a:lnTo>
                    <a:pt x="5537351" y="617137"/>
                  </a:lnTo>
                  <a:lnTo>
                    <a:pt x="5537476" y="617137"/>
                  </a:lnTo>
                  <a:lnTo>
                    <a:pt x="5537601" y="617137"/>
                  </a:lnTo>
                  <a:lnTo>
                    <a:pt x="5537726" y="617137"/>
                  </a:lnTo>
                  <a:lnTo>
                    <a:pt x="5537851" y="617137"/>
                  </a:lnTo>
                  <a:lnTo>
                    <a:pt x="5537976" y="617137"/>
                  </a:lnTo>
                  <a:lnTo>
                    <a:pt x="5538101" y="617137"/>
                  </a:lnTo>
                  <a:lnTo>
                    <a:pt x="5538226" y="617137"/>
                  </a:lnTo>
                  <a:lnTo>
                    <a:pt x="5538351" y="617137"/>
                  </a:lnTo>
                  <a:lnTo>
                    <a:pt x="5538476" y="617137"/>
                  </a:lnTo>
                  <a:lnTo>
                    <a:pt x="5538601" y="617137"/>
                  </a:lnTo>
                  <a:lnTo>
                    <a:pt x="5538726" y="617137"/>
                  </a:lnTo>
                  <a:lnTo>
                    <a:pt x="5538851" y="617137"/>
                  </a:lnTo>
                  <a:lnTo>
                    <a:pt x="5538976" y="617137"/>
                  </a:lnTo>
                  <a:lnTo>
                    <a:pt x="5539101" y="617137"/>
                  </a:lnTo>
                  <a:lnTo>
                    <a:pt x="5539226" y="617137"/>
                  </a:lnTo>
                  <a:lnTo>
                    <a:pt x="5539351" y="617137"/>
                  </a:lnTo>
                  <a:lnTo>
                    <a:pt x="5539476" y="617137"/>
                  </a:lnTo>
                  <a:lnTo>
                    <a:pt x="5539601" y="617137"/>
                  </a:lnTo>
                  <a:lnTo>
                    <a:pt x="5539726" y="617137"/>
                  </a:lnTo>
                  <a:lnTo>
                    <a:pt x="5539851" y="617137"/>
                  </a:lnTo>
                  <a:lnTo>
                    <a:pt x="5539976" y="617137"/>
                  </a:lnTo>
                  <a:lnTo>
                    <a:pt x="5540102" y="617137"/>
                  </a:lnTo>
                  <a:lnTo>
                    <a:pt x="5540227" y="617137"/>
                  </a:lnTo>
                  <a:lnTo>
                    <a:pt x="5540352" y="617137"/>
                  </a:lnTo>
                  <a:lnTo>
                    <a:pt x="5540477" y="617137"/>
                  </a:lnTo>
                  <a:lnTo>
                    <a:pt x="5540602" y="617137"/>
                  </a:lnTo>
                  <a:lnTo>
                    <a:pt x="5540727" y="617137"/>
                  </a:lnTo>
                  <a:lnTo>
                    <a:pt x="5540852" y="617137"/>
                  </a:lnTo>
                  <a:lnTo>
                    <a:pt x="5540977" y="617137"/>
                  </a:lnTo>
                  <a:lnTo>
                    <a:pt x="5541102" y="617137"/>
                  </a:lnTo>
                  <a:lnTo>
                    <a:pt x="5541227" y="617137"/>
                  </a:lnTo>
                  <a:lnTo>
                    <a:pt x="5541352" y="617137"/>
                  </a:lnTo>
                  <a:lnTo>
                    <a:pt x="5541477" y="617137"/>
                  </a:lnTo>
                  <a:lnTo>
                    <a:pt x="5541602" y="617137"/>
                  </a:lnTo>
                  <a:lnTo>
                    <a:pt x="5541727" y="617137"/>
                  </a:lnTo>
                  <a:lnTo>
                    <a:pt x="5541852" y="617137"/>
                  </a:lnTo>
                  <a:lnTo>
                    <a:pt x="5541977" y="617137"/>
                  </a:lnTo>
                  <a:lnTo>
                    <a:pt x="5542102" y="617137"/>
                  </a:lnTo>
                  <a:lnTo>
                    <a:pt x="5542227" y="617137"/>
                  </a:lnTo>
                  <a:lnTo>
                    <a:pt x="5542352" y="617137"/>
                  </a:lnTo>
                  <a:lnTo>
                    <a:pt x="5542477" y="617137"/>
                  </a:lnTo>
                  <a:lnTo>
                    <a:pt x="5542602" y="617137"/>
                  </a:lnTo>
                  <a:lnTo>
                    <a:pt x="5542727" y="617137"/>
                  </a:lnTo>
                  <a:lnTo>
                    <a:pt x="5542852" y="617137"/>
                  </a:lnTo>
                  <a:lnTo>
                    <a:pt x="5542977" y="617137"/>
                  </a:lnTo>
                  <a:lnTo>
                    <a:pt x="5543103" y="617137"/>
                  </a:lnTo>
                  <a:lnTo>
                    <a:pt x="5543228" y="617137"/>
                  </a:lnTo>
                  <a:lnTo>
                    <a:pt x="5543353" y="617137"/>
                  </a:lnTo>
                  <a:lnTo>
                    <a:pt x="5543478" y="617137"/>
                  </a:lnTo>
                  <a:lnTo>
                    <a:pt x="5543603" y="617137"/>
                  </a:lnTo>
                  <a:lnTo>
                    <a:pt x="5543728" y="617137"/>
                  </a:lnTo>
                  <a:lnTo>
                    <a:pt x="5543853" y="617137"/>
                  </a:lnTo>
                  <a:lnTo>
                    <a:pt x="5543978" y="617137"/>
                  </a:lnTo>
                  <a:lnTo>
                    <a:pt x="5544103" y="617137"/>
                  </a:lnTo>
                  <a:lnTo>
                    <a:pt x="5544228" y="617137"/>
                  </a:lnTo>
                  <a:lnTo>
                    <a:pt x="5544353" y="617137"/>
                  </a:lnTo>
                  <a:lnTo>
                    <a:pt x="5544478" y="617137"/>
                  </a:lnTo>
                  <a:lnTo>
                    <a:pt x="5544603" y="617137"/>
                  </a:lnTo>
                  <a:lnTo>
                    <a:pt x="5544728" y="617137"/>
                  </a:lnTo>
                  <a:lnTo>
                    <a:pt x="5544728" y="607183"/>
                  </a:lnTo>
                  <a:lnTo>
                    <a:pt x="5544853" y="607183"/>
                  </a:lnTo>
                  <a:lnTo>
                    <a:pt x="5544978" y="607183"/>
                  </a:lnTo>
                  <a:lnTo>
                    <a:pt x="5545103" y="607183"/>
                  </a:lnTo>
                  <a:lnTo>
                    <a:pt x="5545228" y="607183"/>
                  </a:lnTo>
                  <a:lnTo>
                    <a:pt x="5545353" y="607183"/>
                  </a:lnTo>
                  <a:lnTo>
                    <a:pt x="5545478" y="607183"/>
                  </a:lnTo>
                  <a:lnTo>
                    <a:pt x="5545603" y="607183"/>
                  </a:lnTo>
                  <a:lnTo>
                    <a:pt x="5545728" y="607183"/>
                  </a:lnTo>
                  <a:lnTo>
                    <a:pt x="5545853" y="607183"/>
                  </a:lnTo>
                  <a:lnTo>
                    <a:pt x="5545978" y="607183"/>
                  </a:lnTo>
                  <a:lnTo>
                    <a:pt x="5546104" y="607183"/>
                  </a:lnTo>
                  <a:lnTo>
                    <a:pt x="5546229" y="607183"/>
                  </a:lnTo>
                  <a:lnTo>
                    <a:pt x="5546354" y="607183"/>
                  </a:lnTo>
                  <a:lnTo>
                    <a:pt x="5546479" y="607183"/>
                  </a:lnTo>
                  <a:lnTo>
                    <a:pt x="5546604" y="607183"/>
                  </a:lnTo>
                  <a:lnTo>
                    <a:pt x="5546729" y="607183"/>
                  </a:lnTo>
                  <a:lnTo>
                    <a:pt x="5546854" y="607183"/>
                  </a:lnTo>
                  <a:lnTo>
                    <a:pt x="5546979" y="607183"/>
                  </a:lnTo>
                  <a:lnTo>
                    <a:pt x="5547104" y="607183"/>
                  </a:lnTo>
                  <a:lnTo>
                    <a:pt x="5547229" y="607183"/>
                  </a:lnTo>
                  <a:lnTo>
                    <a:pt x="5547354" y="607183"/>
                  </a:lnTo>
                  <a:lnTo>
                    <a:pt x="5547479" y="607183"/>
                  </a:lnTo>
                  <a:lnTo>
                    <a:pt x="5547604" y="607183"/>
                  </a:lnTo>
                  <a:lnTo>
                    <a:pt x="5547729" y="607183"/>
                  </a:lnTo>
                  <a:lnTo>
                    <a:pt x="5547854" y="607183"/>
                  </a:lnTo>
                  <a:lnTo>
                    <a:pt x="5547979" y="607183"/>
                  </a:lnTo>
                  <a:lnTo>
                    <a:pt x="5548104" y="607183"/>
                  </a:lnTo>
                  <a:lnTo>
                    <a:pt x="5548229" y="607183"/>
                  </a:lnTo>
                  <a:lnTo>
                    <a:pt x="5548354" y="607183"/>
                  </a:lnTo>
                  <a:lnTo>
                    <a:pt x="5548479" y="607183"/>
                  </a:lnTo>
                  <a:lnTo>
                    <a:pt x="5548604" y="607183"/>
                  </a:lnTo>
                  <a:lnTo>
                    <a:pt x="5548729" y="607183"/>
                  </a:lnTo>
                  <a:lnTo>
                    <a:pt x="5548854" y="607183"/>
                  </a:lnTo>
                  <a:lnTo>
                    <a:pt x="5548980" y="607183"/>
                  </a:lnTo>
                  <a:lnTo>
                    <a:pt x="5549105" y="607183"/>
                  </a:lnTo>
                  <a:lnTo>
                    <a:pt x="5549230" y="607183"/>
                  </a:lnTo>
                  <a:lnTo>
                    <a:pt x="5549355" y="607183"/>
                  </a:lnTo>
                  <a:lnTo>
                    <a:pt x="5549480" y="607183"/>
                  </a:lnTo>
                  <a:lnTo>
                    <a:pt x="5549605" y="607183"/>
                  </a:lnTo>
                  <a:lnTo>
                    <a:pt x="5549730" y="607183"/>
                  </a:lnTo>
                  <a:lnTo>
                    <a:pt x="5549855" y="607183"/>
                  </a:lnTo>
                  <a:lnTo>
                    <a:pt x="5549980" y="607183"/>
                  </a:lnTo>
                  <a:lnTo>
                    <a:pt x="5550105" y="607183"/>
                  </a:lnTo>
                  <a:lnTo>
                    <a:pt x="5550230" y="607183"/>
                  </a:lnTo>
                  <a:lnTo>
                    <a:pt x="5550355" y="607183"/>
                  </a:lnTo>
                  <a:lnTo>
                    <a:pt x="5550480" y="607183"/>
                  </a:lnTo>
                  <a:lnTo>
                    <a:pt x="5550605" y="607183"/>
                  </a:lnTo>
                  <a:lnTo>
                    <a:pt x="5550730" y="607183"/>
                  </a:lnTo>
                  <a:lnTo>
                    <a:pt x="5550855" y="607183"/>
                  </a:lnTo>
                  <a:lnTo>
                    <a:pt x="5550980" y="607183"/>
                  </a:lnTo>
                  <a:lnTo>
                    <a:pt x="5551105" y="607183"/>
                  </a:lnTo>
                  <a:lnTo>
                    <a:pt x="5551230" y="607183"/>
                  </a:lnTo>
                  <a:lnTo>
                    <a:pt x="5551355" y="607183"/>
                  </a:lnTo>
                  <a:lnTo>
                    <a:pt x="5551480" y="607183"/>
                  </a:lnTo>
                  <a:lnTo>
                    <a:pt x="5551605" y="607183"/>
                  </a:lnTo>
                  <a:lnTo>
                    <a:pt x="5551730" y="607183"/>
                  </a:lnTo>
                  <a:lnTo>
                    <a:pt x="5551855" y="607183"/>
                  </a:lnTo>
                  <a:lnTo>
                    <a:pt x="5551981" y="607183"/>
                  </a:lnTo>
                  <a:lnTo>
                    <a:pt x="5552106" y="607183"/>
                  </a:lnTo>
                  <a:lnTo>
                    <a:pt x="5552231" y="607183"/>
                  </a:lnTo>
                  <a:lnTo>
                    <a:pt x="5552356" y="607183"/>
                  </a:lnTo>
                  <a:lnTo>
                    <a:pt x="5552481" y="607183"/>
                  </a:lnTo>
                  <a:lnTo>
                    <a:pt x="5552606" y="607183"/>
                  </a:lnTo>
                  <a:lnTo>
                    <a:pt x="5552731" y="607183"/>
                  </a:lnTo>
                  <a:lnTo>
                    <a:pt x="5552856" y="607183"/>
                  </a:lnTo>
                  <a:lnTo>
                    <a:pt x="5552981" y="607183"/>
                  </a:lnTo>
                  <a:lnTo>
                    <a:pt x="5553106" y="607183"/>
                  </a:lnTo>
                  <a:lnTo>
                    <a:pt x="5553231" y="607183"/>
                  </a:lnTo>
                  <a:lnTo>
                    <a:pt x="5553356" y="607183"/>
                  </a:lnTo>
                  <a:lnTo>
                    <a:pt x="5553481" y="607183"/>
                  </a:lnTo>
                  <a:lnTo>
                    <a:pt x="5553606" y="607183"/>
                  </a:lnTo>
                  <a:lnTo>
                    <a:pt x="5553731" y="607183"/>
                  </a:lnTo>
                  <a:lnTo>
                    <a:pt x="5553856" y="607183"/>
                  </a:lnTo>
                  <a:lnTo>
                    <a:pt x="5553981" y="607183"/>
                  </a:lnTo>
                  <a:lnTo>
                    <a:pt x="5554106" y="607183"/>
                  </a:lnTo>
                  <a:lnTo>
                    <a:pt x="5554231" y="607183"/>
                  </a:lnTo>
                  <a:lnTo>
                    <a:pt x="5554356" y="607183"/>
                  </a:lnTo>
                  <a:lnTo>
                    <a:pt x="5554481" y="607183"/>
                  </a:lnTo>
                  <a:lnTo>
                    <a:pt x="5554606" y="607183"/>
                  </a:lnTo>
                  <a:lnTo>
                    <a:pt x="5554731" y="607183"/>
                  </a:lnTo>
                  <a:lnTo>
                    <a:pt x="5554856" y="607183"/>
                  </a:lnTo>
                  <a:lnTo>
                    <a:pt x="5554982" y="607183"/>
                  </a:lnTo>
                  <a:lnTo>
                    <a:pt x="5555107" y="607183"/>
                  </a:lnTo>
                  <a:lnTo>
                    <a:pt x="5555232" y="607183"/>
                  </a:lnTo>
                  <a:lnTo>
                    <a:pt x="5555357" y="607183"/>
                  </a:lnTo>
                  <a:lnTo>
                    <a:pt x="5555482" y="607183"/>
                  </a:lnTo>
                  <a:lnTo>
                    <a:pt x="5555607" y="607183"/>
                  </a:lnTo>
                  <a:lnTo>
                    <a:pt x="5555732" y="607183"/>
                  </a:lnTo>
                  <a:lnTo>
                    <a:pt x="5555857" y="607183"/>
                  </a:lnTo>
                  <a:lnTo>
                    <a:pt x="5555982" y="607183"/>
                  </a:lnTo>
                  <a:lnTo>
                    <a:pt x="5556107" y="607183"/>
                  </a:lnTo>
                  <a:lnTo>
                    <a:pt x="5556232" y="607183"/>
                  </a:lnTo>
                  <a:lnTo>
                    <a:pt x="5556357" y="607183"/>
                  </a:lnTo>
                  <a:lnTo>
                    <a:pt x="5556482" y="607183"/>
                  </a:lnTo>
                  <a:lnTo>
                    <a:pt x="5556607" y="607183"/>
                  </a:lnTo>
                  <a:lnTo>
                    <a:pt x="5556732" y="607183"/>
                  </a:lnTo>
                  <a:lnTo>
                    <a:pt x="5556857" y="607183"/>
                  </a:lnTo>
                  <a:lnTo>
                    <a:pt x="5556982" y="607183"/>
                  </a:lnTo>
                  <a:lnTo>
                    <a:pt x="5557107" y="607183"/>
                  </a:lnTo>
                  <a:lnTo>
                    <a:pt x="5557232" y="607183"/>
                  </a:lnTo>
                  <a:lnTo>
                    <a:pt x="5557357" y="607183"/>
                  </a:lnTo>
                  <a:lnTo>
                    <a:pt x="5557482" y="607183"/>
                  </a:lnTo>
                  <a:lnTo>
                    <a:pt x="5557607" y="607183"/>
                  </a:lnTo>
                  <a:lnTo>
                    <a:pt x="5557732" y="607183"/>
                  </a:lnTo>
                  <a:lnTo>
                    <a:pt x="5557857" y="607183"/>
                  </a:lnTo>
                  <a:lnTo>
                    <a:pt x="5557983" y="607183"/>
                  </a:lnTo>
                  <a:lnTo>
                    <a:pt x="5558108" y="607183"/>
                  </a:lnTo>
                  <a:lnTo>
                    <a:pt x="5558233" y="607183"/>
                  </a:lnTo>
                  <a:lnTo>
                    <a:pt x="5558358" y="607183"/>
                  </a:lnTo>
                  <a:lnTo>
                    <a:pt x="5558483" y="607183"/>
                  </a:lnTo>
                  <a:lnTo>
                    <a:pt x="5558608" y="607183"/>
                  </a:lnTo>
                  <a:lnTo>
                    <a:pt x="5558733" y="607183"/>
                  </a:lnTo>
                  <a:lnTo>
                    <a:pt x="5558858" y="607183"/>
                  </a:lnTo>
                  <a:lnTo>
                    <a:pt x="5558983" y="607183"/>
                  </a:lnTo>
                  <a:lnTo>
                    <a:pt x="5559108" y="607183"/>
                  </a:lnTo>
                  <a:lnTo>
                    <a:pt x="5559233" y="607183"/>
                  </a:lnTo>
                  <a:lnTo>
                    <a:pt x="5559358" y="607183"/>
                  </a:lnTo>
                  <a:lnTo>
                    <a:pt x="5559483" y="607183"/>
                  </a:lnTo>
                  <a:lnTo>
                    <a:pt x="5559608" y="607183"/>
                  </a:lnTo>
                  <a:lnTo>
                    <a:pt x="5559733" y="607183"/>
                  </a:lnTo>
                  <a:lnTo>
                    <a:pt x="5559858" y="607183"/>
                  </a:lnTo>
                  <a:lnTo>
                    <a:pt x="5559983" y="607183"/>
                  </a:lnTo>
                  <a:lnTo>
                    <a:pt x="5560108" y="607183"/>
                  </a:lnTo>
                  <a:lnTo>
                    <a:pt x="5560233" y="607183"/>
                  </a:lnTo>
                  <a:lnTo>
                    <a:pt x="5560358" y="607183"/>
                  </a:lnTo>
                  <a:lnTo>
                    <a:pt x="5560483" y="607183"/>
                  </a:lnTo>
                  <a:lnTo>
                    <a:pt x="5560608" y="607183"/>
                  </a:lnTo>
                  <a:lnTo>
                    <a:pt x="5560733" y="607183"/>
                  </a:lnTo>
                  <a:lnTo>
                    <a:pt x="5560858" y="607183"/>
                  </a:lnTo>
                  <a:lnTo>
                    <a:pt x="5560984" y="607183"/>
                  </a:lnTo>
                  <a:lnTo>
                    <a:pt x="5561109" y="607183"/>
                  </a:lnTo>
                  <a:lnTo>
                    <a:pt x="5561234" y="607183"/>
                  </a:lnTo>
                  <a:lnTo>
                    <a:pt x="5561359" y="607183"/>
                  </a:lnTo>
                  <a:lnTo>
                    <a:pt x="5561484" y="607183"/>
                  </a:lnTo>
                  <a:lnTo>
                    <a:pt x="5561609" y="607183"/>
                  </a:lnTo>
                  <a:lnTo>
                    <a:pt x="5561734" y="607183"/>
                  </a:lnTo>
                  <a:lnTo>
                    <a:pt x="5561859" y="607183"/>
                  </a:lnTo>
                  <a:lnTo>
                    <a:pt x="5561984" y="607183"/>
                  </a:lnTo>
                  <a:lnTo>
                    <a:pt x="5562109" y="607183"/>
                  </a:lnTo>
                  <a:lnTo>
                    <a:pt x="5562234" y="607183"/>
                  </a:lnTo>
                  <a:lnTo>
                    <a:pt x="5562359" y="607183"/>
                  </a:lnTo>
                  <a:lnTo>
                    <a:pt x="5562484" y="607183"/>
                  </a:lnTo>
                  <a:lnTo>
                    <a:pt x="5562609" y="607183"/>
                  </a:lnTo>
                  <a:lnTo>
                    <a:pt x="5562734" y="607183"/>
                  </a:lnTo>
                  <a:lnTo>
                    <a:pt x="5562859" y="607183"/>
                  </a:lnTo>
                  <a:lnTo>
                    <a:pt x="5562984" y="607183"/>
                  </a:lnTo>
                  <a:lnTo>
                    <a:pt x="5563109" y="607183"/>
                  </a:lnTo>
                  <a:lnTo>
                    <a:pt x="5563234" y="607183"/>
                  </a:lnTo>
                  <a:lnTo>
                    <a:pt x="5563359" y="607183"/>
                  </a:lnTo>
                  <a:lnTo>
                    <a:pt x="5563484" y="607183"/>
                  </a:lnTo>
                  <a:lnTo>
                    <a:pt x="5563609" y="607183"/>
                  </a:lnTo>
                  <a:lnTo>
                    <a:pt x="5563734" y="607183"/>
                  </a:lnTo>
                  <a:lnTo>
                    <a:pt x="5563859" y="607183"/>
                  </a:lnTo>
                  <a:lnTo>
                    <a:pt x="5563985" y="607183"/>
                  </a:lnTo>
                  <a:lnTo>
                    <a:pt x="5564110" y="607183"/>
                  </a:lnTo>
                  <a:lnTo>
                    <a:pt x="5564235" y="607183"/>
                  </a:lnTo>
                  <a:lnTo>
                    <a:pt x="5564360" y="607183"/>
                  </a:lnTo>
                  <a:lnTo>
                    <a:pt x="5564485" y="607183"/>
                  </a:lnTo>
                  <a:lnTo>
                    <a:pt x="5564610" y="607183"/>
                  </a:lnTo>
                  <a:lnTo>
                    <a:pt x="5564735" y="607183"/>
                  </a:lnTo>
                  <a:lnTo>
                    <a:pt x="5564860" y="607183"/>
                  </a:lnTo>
                  <a:lnTo>
                    <a:pt x="5564985" y="607183"/>
                  </a:lnTo>
                  <a:lnTo>
                    <a:pt x="5565110" y="607183"/>
                  </a:lnTo>
                  <a:lnTo>
                    <a:pt x="5565235" y="607183"/>
                  </a:lnTo>
                  <a:lnTo>
                    <a:pt x="5565360" y="607183"/>
                  </a:lnTo>
                  <a:lnTo>
                    <a:pt x="5565485" y="607183"/>
                  </a:lnTo>
                  <a:lnTo>
                    <a:pt x="5565610" y="607183"/>
                  </a:lnTo>
                  <a:lnTo>
                    <a:pt x="5565735" y="607183"/>
                  </a:lnTo>
                  <a:lnTo>
                    <a:pt x="5565860" y="607183"/>
                  </a:lnTo>
                  <a:lnTo>
                    <a:pt x="5565985" y="607183"/>
                  </a:lnTo>
                  <a:lnTo>
                    <a:pt x="5566110" y="607183"/>
                  </a:lnTo>
                  <a:lnTo>
                    <a:pt x="5566235" y="607183"/>
                  </a:lnTo>
                  <a:lnTo>
                    <a:pt x="5566360" y="607183"/>
                  </a:lnTo>
                  <a:lnTo>
                    <a:pt x="5566485" y="607183"/>
                  </a:lnTo>
                  <a:lnTo>
                    <a:pt x="5566610" y="607183"/>
                  </a:lnTo>
                  <a:lnTo>
                    <a:pt x="5566735" y="607183"/>
                  </a:lnTo>
                  <a:lnTo>
                    <a:pt x="5566860" y="607183"/>
                  </a:lnTo>
                  <a:lnTo>
                    <a:pt x="5566986" y="607183"/>
                  </a:lnTo>
                  <a:lnTo>
                    <a:pt x="5567111" y="607183"/>
                  </a:lnTo>
                  <a:lnTo>
                    <a:pt x="5567236" y="607183"/>
                  </a:lnTo>
                  <a:lnTo>
                    <a:pt x="5567361" y="607183"/>
                  </a:lnTo>
                  <a:lnTo>
                    <a:pt x="5567486" y="607183"/>
                  </a:lnTo>
                  <a:lnTo>
                    <a:pt x="5567611" y="607183"/>
                  </a:lnTo>
                  <a:lnTo>
                    <a:pt x="5567736" y="607183"/>
                  </a:lnTo>
                  <a:lnTo>
                    <a:pt x="5567861" y="607183"/>
                  </a:lnTo>
                  <a:lnTo>
                    <a:pt x="5567986" y="607183"/>
                  </a:lnTo>
                  <a:lnTo>
                    <a:pt x="5568111" y="607183"/>
                  </a:lnTo>
                  <a:lnTo>
                    <a:pt x="5568236" y="607183"/>
                  </a:lnTo>
                  <a:lnTo>
                    <a:pt x="5568361" y="607183"/>
                  </a:lnTo>
                  <a:lnTo>
                    <a:pt x="5568486" y="607183"/>
                  </a:lnTo>
                  <a:lnTo>
                    <a:pt x="5568611" y="607183"/>
                  </a:lnTo>
                  <a:lnTo>
                    <a:pt x="5568736" y="607183"/>
                  </a:lnTo>
                  <a:lnTo>
                    <a:pt x="5568861" y="607183"/>
                  </a:lnTo>
                  <a:lnTo>
                    <a:pt x="5568986" y="607183"/>
                  </a:lnTo>
                  <a:lnTo>
                    <a:pt x="5569111" y="607183"/>
                  </a:lnTo>
                  <a:lnTo>
                    <a:pt x="5569236" y="607183"/>
                  </a:lnTo>
                  <a:lnTo>
                    <a:pt x="5569361" y="607183"/>
                  </a:lnTo>
                  <a:lnTo>
                    <a:pt x="5569486" y="607183"/>
                  </a:lnTo>
                  <a:lnTo>
                    <a:pt x="5569611" y="607183"/>
                  </a:lnTo>
                  <a:lnTo>
                    <a:pt x="5569736" y="607183"/>
                  </a:lnTo>
                  <a:lnTo>
                    <a:pt x="5569861" y="607183"/>
                  </a:lnTo>
                  <a:lnTo>
                    <a:pt x="5569987" y="607183"/>
                  </a:lnTo>
                  <a:lnTo>
                    <a:pt x="5570112" y="607183"/>
                  </a:lnTo>
                  <a:lnTo>
                    <a:pt x="5570237" y="607183"/>
                  </a:lnTo>
                  <a:lnTo>
                    <a:pt x="5570362" y="607183"/>
                  </a:lnTo>
                  <a:lnTo>
                    <a:pt x="5570487" y="607183"/>
                  </a:lnTo>
                  <a:lnTo>
                    <a:pt x="5570612" y="607183"/>
                  </a:lnTo>
                  <a:lnTo>
                    <a:pt x="5570737" y="607183"/>
                  </a:lnTo>
                  <a:lnTo>
                    <a:pt x="5570862" y="607183"/>
                  </a:lnTo>
                  <a:lnTo>
                    <a:pt x="5570987" y="607183"/>
                  </a:lnTo>
                  <a:lnTo>
                    <a:pt x="5571112" y="607183"/>
                  </a:lnTo>
                  <a:lnTo>
                    <a:pt x="5571237" y="607183"/>
                  </a:lnTo>
                  <a:lnTo>
                    <a:pt x="5571362" y="607183"/>
                  </a:lnTo>
                  <a:lnTo>
                    <a:pt x="5571487" y="607183"/>
                  </a:lnTo>
                  <a:lnTo>
                    <a:pt x="5571612" y="607183"/>
                  </a:lnTo>
                  <a:lnTo>
                    <a:pt x="5571737" y="607183"/>
                  </a:lnTo>
                  <a:lnTo>
                    <a:pt x="5571862" y="607183"/>
                  </a:lnTo>
                  <a:lnTo>
                    <a:pt x="5571987" y="607183"/>
                  </a:lnTo>
                  <a:lnTo>
                    <a:pt x="5572112" y="607183"/>
                  </a:lnTo>
                  <a:lnTo>
                    <a:pt x="5572112" y="597229"/>
                  </a:lnTo>
                  <a:lnTo>
                    <a:pt x="5572237" y="597229"/>
                  </a:lnTo>
                  <a:lnTo>
                    <a:pt x="5572362" y="597229"/>
                  </a:lnTo>
                  <a:lnTo>
                    <a:pt x="5572487" y="597229"/>
                  </a:lnTo>
                  <a:lnTo>
                    <a:pt x="5572612" y="597229"/>
                  </a:lnTo>
                  <a:lnTo>
                    <a:pt x="5572737" y="597229"/>
                  </a:lnTo>
                  <a:lnTo>
                    <a:pt x="5572862" y="597229"/>
                  </a:lnTo>
                  <a:lnTo>
                    <a:pt x="5572988" y="597229"/>
                  </a:lnTo>
                  <a:lnTo>
                    <a:pt x="5573113" y="597229"/>
                  </a:lnTo>
                  <a:lnTo>
                    <a:pt x="5573238" y="597229"/>
                  </a:lnTo>
                  <a:lnTo>
                    <a:pt x="5573363" y="597229"/>
                  </a:lnTo>
                  <a:lnTo>
                    <a:pt x="5573488" y="597229"/>
                  </a:lnTo>
                  <a:lnTo>
                    <a:pt x="5573613" y="597229"/>
                  </a:lnTo>
                  <a:lnTo>
                    <a:pt x="5573738" y="597229"/>
                  </a:lnTo>
                  <a:lnTo>
                    <a:pt x="5573863" y="597229"/>
                  </a:lnTo>
                  <a:lnTo>
                    <a:pt x="5573988" y="597229"/>
                  </a:lnTo>
                  <a:lnTo>
                    <a:pt x="5574113" y="597229"/>
                  </a:lnTo>
                  <a:lnTo>
                    <a:pt x="5574238" y="597229"/>
                  </a:lnTo>
                  <a:lnTo>
                    <a:pt x="5574363" y="597229"/>
                  </a:lnTo>
                  <a:lnTo>
                    <a:pt x="5574488" y="597229"/>
                  </a:lnTo>
                  <a:lnTo>
                    <a:pt x="5574613" y="597229"/>
                  </a:lnTo>
                  <a:lnTo>
                    <a:pt x="5574738" y="597229"/>
                  </a:lnTo>
                  <a:lnTo>
                    <a:pt x="5574863" y="597229"/>
                  </a:lnTo>
                  <a:lnTo>
                    <a:pt x="5574988" y="597229"/>
                  </a:lnTo>
                  <a:lnTo>
                    <a:pt x="5575113" y="597229"/>
                  </a:lnTo>
                  <a:lnTo>
                    <a:pt x="5575238" y="597229"/>
                  </a:lnTo>
                  <a:lnTo>
                    <a:pt x="5575363" y="597229"/>
                  </a:lnTo>
                  <a:lnTo>
                    <a:pt x="5575488" y="597229"/>
                  </a:lnTo>
                  <a:lnTo>
                    <a:pt x="5575613" y="597229"/>
                  </a:lnTo>
                  <a:lnTo>
                    <a:pt x="5575738" y="597229"/>
                  </a:lnTo>
                  <a:lnTo>
                    <a:pt x="5575863" y="597229"/>
                  </a:lnTo>
                  <a:lnTo>
                    <a:pt x="5575989" y="597229"/>
                  </a:lnTo>
                  <a:lnTo>
                    <a:pt x="5576114" y="597229"/>
                  </a:lnTo>
                  <a:lnTo>
                    <a:pt x="5576239" y="597229"/>
                  </a:lnTo>
                  <a:lnTo>
                    <a:pt x="5576364" y="597229"/>
                  </a:lnTo>
                  <a:lnTo>
                    <a:pt x="5576489" y="597229"/>
                  </a:lnTo>
                  <a:lnTo>
                    <a:pt x="5576614" y="597229"/>
                  </a:lnTo>
                  <a:lnTo>
                    <a:pt x="5576739" y="597229"/>
                  </a:lnTo>
                  <a:lnTo>
                    <a:pt x="5576864" y="597229"/>
                  </a:lnTo>
                  <a:lnTo>
                    <a:pt x="5576989" y="597229"/>
                  </a:lnTo>
                  <a:lnTo>
                    <a:pt x="5577114" y="597229"/>
                  </a:lnTo>
                  <a:lnTo>
                    <a:pt x="5577239" y="597229"/>
                  </a:lnTo>
                  <a:lnTo>
                    <a:pt x="5577364" y="597229"/>
                  </a:lnTo>
                  <a:lnTo>
                    <a:pt x="5577489" y="597229"/>
                  </a:lnTo>
                  <a:lnTo>
                    <a:pt x="5577614" y="597229"/>
                  </a:lnTo>
                  <a:lnTo>
                    <a:pt x="5577739" y="597229"/>
                  </a:lnTo>
                  <a:lnTo>
                    <a:pt x="5577864" y="597229"/>
                  </a:lnTo>
                  <a:lnTo>
                    <a:pt x="5577989" y="597229"/>
                  </a:lnTo>
                  <a:lnTo>
                    <a:pt x="5578114" y="597229"/>
                  </a:lnTo>
                  <a:lnTo>
                    <a:pt x="5578239" y="597229"/>
                  </a:lnTo>
                  <a:lnTo>
                    <a:pt x="5578364" y="597229"/>
                  </a:lnTo>
                  <a:lnTo>
                    <a:pt x="5578489" y="597229"/>
                  </a:lnTo>
                  <a:lnTo>
                    <a:pt x="5578614" y="597229"/>
                  </a:lnTo>
                  <a:lnTo>
                    <a:pt x="5578739" y="597229"/>
                  </a:lnTo>
                  <a:lnTo>
                    <a:pt x="5578864" y="597229"/>
                  </a:lnTo>
                  <a:lnTo>
                    <a:pt x="5578990" y="597229"/>
                  </a:lnTo>
                  <a:lnTo>
                    <a:pt x="5579115" y="597229"/>
                  </a:lnTo>
                  <a:lnTo>
                    <a:pt x="5579240" y="597229"/>
                  </a:lnTo>
                  <a:lnTo>
                    <a:pt x="5579365" y="597229"/>
                  </a:lnTo>
                  <a:lnTo>
                    <a:pt x="5579490" y="597229"/>
                  </a:lnTo>
                  <a:lnTo>
                    <a:pt x="5579615" y="597229"/>
                  </a:lnTo>
                  <a:lnTo>
                    <a:pt x="5579740" y="597229"/>
                  </a:lnTo>
                  <a:lnTo>
                    <a:pt x="5579865" y="597229"/>
                  </a:lnTo>
                  <a:lnTo>
                    <a:pt x="5579990" y="597229"/>
                  </a:lnTo>
                  <a:lnTo>
                    <a:pt x="5580115" y="597229"/>
                  </a:lnTo>
                  <a:lnTo>
                    <a:pt x="5580240" y="597229"/>
                  </a:lnTo>
                  <a:lnTo>
                    <a:pt x="5580365" y="597229"/>
                  </a:lnTo>
                  <a:lnTo>
                    <a:pt x="5580490" y="597229"/>
                  </a:lnTo>
                  <a:lnTo>
                    <a:pt x="5580615" y="597229"/>
                  </a:lnTo>
                  <a:lnTo>
                    <a:pt x="5580740" y="597229"/>
                  </a:lnTo>
                  <a:lnTo>
                    <a:pt x="5580865" y="597229"/>
                  </a:lnTo>
                  <a:lnTo>
                    <a:pt x="5580990" y="597229"/>
                  </a:lnTo>
                  <a:lnTo>
                    <a:pt x="5581115" y="597229"/>
                  </a:lnTo>
                  <a:lnTo>
                    <a:pt x="5581240" y="597229"/>
                  </a:lnTo>
                  <a:lnTo>
                    <a:pt x="5581365" y="597229"/>
                  </a:lnTo>
                  <a:lnTo>
                    <a:pt x="5581490" y="597229"/>
                  </a:lnTo>
                  <a:lnTo>
                    <a:pt x="5581615" y="597229"/>
                  </a:lnTo>
                  <a:lnTo>
                    <a:pt x="5581740" y="597229"/>
                  </a:lnTo>
                  <a:lnTo>
                    <a:pt x="5581865" y="597229"/>
                  </a:lnTo>
                  <a:lnTo>
                    <a:pt x="5581991" y="597229"/>
                  </a:lnTo>
                  <a:lnTo>
                    <a:pt x="5582116" y="597229"/>
                  </a:lnTo>
                  <a:lnTo>
                    <a:pt x="5582241" y="597229"/>
                  </a:lnTo>
                  <a:lnTo>
                    <a:pt x="5582366" y="597229"/>
                  </a:lnTo>
                  <a:lnTo>
                    <a:pt x="5582491" y="597229"/>
                  </a:lnTo>
                  <a:lnTo>
                    <a:pt x="5582616" y="597229"/>
                  </a:lnTo>
                  <a:lnTo>
                    <a:pt x="5582741" y="597229"/>
                  </a:lnTo>
                  <a:lnTo>
                    <a:pt x="5582866" y="597229"/>
                  </a:lnTo>
                  <a:lnTo>
                    <a:pt x="5582991" y="597229"/>
                  </a:lnTo>
                  <a:lnTo>
                    <a:pt x="5583116" y="597229"/>
                  </a:lnTo>
                  <a:lnTo>
                    <a:pt x="5583241" y="597229"/>
                  </a:lnTo>
                  <a:lnTo>
                    <a:pt x="5583366" y="597229"/>
                  </a:lnTo>
                  <a:lnTo>
                    <a:pt x="5583491" y="597229"/>
                  </a:lnTo>
                  <a:lnTo>
                    <a:pt x="5583616" y="597229"/>
                  </a:lnTo>
                  <a:lnTo>
                    <a:pt x="5583741" y="597229"/>
                  </a:lnTo>
                  <a:lnTo>
                    <a:pt x="5583866" y="597229"/>
                  </a:lnTo>
                  <a:lnTo>
                    <a:pt x="5583991" y="597229"/>
                  </a:lnTo>
                  <a:lnTo>
                    <a:pt x="5584116" y="597229"/>
                  </a:lnTo>
                  <a:lnTo>
                    <a:pt x="5584241" y="597229"/>
                  </a:lnTo>
                  <a:lnTo>
                    <a:pt x="5584366" y="597229"/>
                  </a:lnTo>
                  <a:lnTo>
                    <a:pt x="5584491" y="597229"/>
                  </a:lnTo>
                  <a:lnTo>
                    <a:pt x="5584616" y="597229"/>
                  </a:lnTo>
                  <a:lnTo>
                    <a:pt x="5584741" y="597229"/>
                  </a:lnTo>
                  <a:lnTo>
                    <a:pt x="5584866" y="597229"/>
                  </a:lnTo>
                  <a:lnTo>
                    <a:pt x="5584992" y="597229"/>
                  </a:lnTo>
                  <a:lnTo>
                    <a:pt x="5585117" y="597229"/>
                  </a:lnTo>
                  <a:lnTo>
                    <a:pt x="5585242" y="597229"/>
                  </a:lnTo>
                  <a:lnTo>
                    <a:pt x="5585367" y="597229"/>
                  </a:lnTo>
                  <a:lnTo>
                    <a:pt x="5585492" y="597229"/>
                  </a:lnTo>
                  <a:lnTo>
                    <a:pt x="5585617" y="597229"/>
                  </a:lnTo>
                  <a:lnTo>
                    <a:pt x="5585742" y="597229"/>
                  </a:lnTo>
                  <a:lnTo>
                    <a:pt x="5585867" y="597229"/>
                  </a:lnTo>
                  <a:lnTo>
                    <a:pt x="5585992" y="597229"/>
                  </a:lnTo>
                  <a:lnTo>
                    <a:pt x="5586117" y="597229"/>
                  </a:lnTo>
                  <a:lnTo>
                    <a:pt x="5586242" y="597229"/>
                  </a:lnTo>
                  <a:lnTo>
                    <a:pt x="5586367" y="597229"/>
                  </a:lnTo>
                  <a:lnTo>
                    <a:pt x="5586492" y="597229"/>
                  </a:lnTo>
                  <a:lnTo>
                    <a:pt x="5586617" y="597229"/>
                  </a:lnTo>
                  <a:lnTo>
                    <a:pt x="5586742" y="597229"/>
                  </a:lnTo>
                  <a:lnTo>
                    <a:pt x="5586867" y="597229"/>
                  </a:lnTo>
                  <a:lnTo>
                    <a:pt x="5586992" y="597229"/>
                  </a:lnTo>
                  <a:lnTo>
                    <a:pt x="5587117" y="597229"/>
                  </a:lnTo>
                  <a:lnTo>
                    <a:pt x="5587242" y="597229"/>
                  </a:lnTo>
                  <a:lnTo>
                    <a:pt x="5587367" y="597229"/>
                  </a:lnTo>
                  <a:lnTo>
                    <a:pt x="5587492" y="597229"/>
                  </a:lnTo>
                  <a:lnTo>
                    <a:pt x="5587617" y="597229"/>
                  </a:lnTo>
                  <a:lnTo>
                    <a:pt x="5587742" y="597229"/>
                  </a:lnTo>
                  <a:lnTo>
                    <a:pt x="5587868" y="597229"/>
                  </a:lnTo>
                  <a:lnTo>
                    <a:pt x="5587993" y="597229"/>
                  </a:lnTo>
                  <a:lnTo>
                    <a:pt x="5588118" y="597229"/>
                  </a:lnTo>
                  <a:lnTo>
                    <a:pt x="5588243" y="597229"/>
                  </a:lnTo>
                  <a:lnTo>
                    <a:pt x="5588368" y="597229"/>
                  </a:lnTo>
                  <a:lnTo>
                    <a:pt x="5588493" y="597229"/>
                  </a:lnTo>
                  <a:lnTo>
                    <a:pt x="5588618" y="597229"/>
                  </a:lnTo>
                  <a:lnTo>
                    <a:pt x="5588743" y="597229"/>
                  </a:lnTo>
                  <a:lnTo>
                    <a:pt x="5588868" y="597229"/>
                  </a:lnTo>
                  <a:lnTo>
                    <a:pt x="5588993" y="597229"/>
                  </a:lnTo>
                  <a:lnTo>
                    <a:pt x="5589118" y="597229"/>
                  </a:lnTo>
                  <a:lnTo>
                    <a:pt x="5589243" y="597229"/>
                  </a:lnTo>
                  <a:lnTo>
                    <a:pt x="5589368" y="597229"/>
                  </a:lnTo>
                  <a:lnTo>
                    <a:pt x="5589493" y="597229"/>
                  </a:lnTo>
                  <a:lnTo>
                    <a:pt x="5589618" y="597229"/>
                  </a:lnTo>
                  <a:lnTo>
                    <a:pt x="5589743" y="597229"/>
                  </a:lnTo>
                  <a:lnTo>
                    <a:pt x="5589868" y="597229"/>
                  </a:lnTo>
                  <a:lnTo>
                    <a:pt x="5589993" y="597229"/>
                  </a:lnTo>
                  <a:lnTo>
                    <a:pt x="5590118" y="597229"/>
                  </a:lnTo>
                  <a:lnTo>
                    <a:pt x="5590243" y="597229"/>
                  </a:lnTo>
                  <a:lnTo>
                    <a:pt x="5590368" y="597229"/>
                  </a:lnTo>
                  <a:lnTo>
                    <a:pt x="5590493" y="597229"/>
                  </a:lnTo>
                  <a:lnTo>
                    <a:pt x="5590618" y="597229"/>
                  </a:lnTo>
                  <a:lnTo>
                    <a:pt x="5590743" y="597229"/>
                  </a:lnTo>
                  <a:lnTo>
                    <a:pt x="5590869" y="597229"/>
                  </a:lnTo>
                  <a:lnTo>
                    <a:pt x="5590994" y="597229"/>
                  </a:lnTo>
                  <a:lnTo>
                    <a:pt x="5591119" y="597229"/>
                  </a:lnTo>
                  <a:lnTo>
                    <a:pt x="5591244" y="597229"/>
                  </a:lnTo>
                  <a:lnTo>
                    <a:pt x="5591369" y="597229"/>
                  </a:lnTo>
                  <a:lnTo>
                    <a:pt x="5591494" y="597229"/>
                  </a:lnTo>
                  <a:lnTo>
                    <a:pt x="5591619" y="597229"/>
                  </a:lnTo>
                  <a:lnTo>
                    <a:pt x="5591744" y="597229"/>
                  </a:lnTo>
                  <a:lnTo>
                    <a:pt x="5591869" y="597229"/>
                  </a:lnTo>
                  <a:lnTo>
                    <a:pt x="5591994" y="597229"/>
                  </a:lnTo>
                  <a:lnTo>
                    <a:pt x="5592119" y="597229"/>
                  </a:lnTo>
                  <a:lnTo>
                    <a:pt x="5592244" y="597229"/>
                  </a:lnTo>
                  <a:lnTo>
                    <a:pt x="5592369" y="597229"/>
                  </a:lnTo>
                  <a:lnTo>
                    <a:pt x="5592494" y="597229"/>
                  </a:lnTo>
                  <a:lnTo>
                    <a:pt x="5592619" y="597229"/>
                  </a:lnTo>
                  <a:lnTo>
                    <a:pt x="5592744" y="597229"/>
                  </a:lnTo>
                  <a:lnTo>
                    <a:pt x="5592869" y="597229"/>
                  </a:lnTo>
                  <a:lnTo>
                    <a:pt x="5592994" y="597229"/>
                  </a:lnTo>
                  <a:lnTo>
                    <a:pt x="5593119" y="597229"/>
                  </a:lnTo>
                  <a:lnTo>
                    <a:pt x="5593244" y="597229"/>
                  </a:lnTo>
                  <a:lnTo>
                    <a:pt x="5593369" y="597229"/>
                  </a:lnTo>
                  <a:lnTo>
                    <a:pt x="5593494" y="597229"/>
                  </a:lnTo>
                  <a:lnTo>
                    <a:pt x="5593619" y="597229"/>
                  </a:lnTo>
                  <a:lnTo>
                    <a:pt x="5593744" y="597229"/>
                  </a:lnTo>
                  <a:lnTo>
                    <a:pt x="5593870" y="597229"/>
                  </a:lnTo>
                  <a:lnTo>
                    <a:pt x="5593995" y="597229"/>
                  </a:lnTo>
                  <a:lnTo>
                    <a:pt x="5594120" y="597229"/>
                  </a:lnTo>
                  <a:lnTo>
                    <a:pt x="5594245" y="597229"/>
                  </a:lnTo>
                  <a:lnTo>
                    <a:pt x="5594370" y="597229"/>
                  </a:lnTo>
                  <a:lnTo>
                    <a:pt x="5594495" y="597229"/>
                  </a:lnTo>
                  <a:lnTo>
                    <a:pt x="5594620" y="597229"/>
                  </a:lnTo>
                  <a:lnTo>
                    <a:pt x="5594745" y="597229"/>
                  </a:lnTo>
                  <a:lnTo>
                    <a:pt x="5594870" y="597229"/>
                  </a:lnTo>
                  <a:lnTo>
                    <a:pt x="5594995" y="597229"/>
                  </a:lnTo>
                  <a:lnTo>
                    <a:pt x="5595120" y="597229"/>
                  </a:lnTo>
                  <a:lnTo>
                    <a:pt x="5595245" y="597229"/>
                  </a:lnTo>
                  <a:lnTo>
                    <a:pt x="5595370" y="597229"/>
                  </a:lnTo>
                  <a:lnTo>
                    <a:pt x="5595495" y="597229"/>
                  </a:lnTo>
                  <a:lnTo>
                    <a:pt x="5595620" y="597229"/>
                  </a:lnTo>
                  <a:lnTo>
                    <a:pt x="5595745" y="597229"/>
                  </a:lnTo>
                  <a:lnTo>
                    <a:pt x="5595870" y="597229"/>
                  </a:lnTo>
                  <a:lnTo>
                    <a:pt x="5595995" y="597229"/>
                  </a:lnTo>
                  <a:lnTo>
                    <a:pt x="5596120" y="597229"/>
                  </a:lnTo>
                  <a:lnTo>
                    <a:pt x="5596245" y="597229"/>
                  </a:lnTo>
                  <a:lnTo>
                    <a:pt x="5596370" y="597229"/>
                  </a:lnTo>
                  <a:lnTo>
                    <a:pt x="5596495" y="597229"/>
                  </a:lnTo>
                  <a:lnTo>
                    <a:pt x="5596620" y="597229"/>
                  </a:lnTo>
                  <a:lnTo>
                    <a:pt x="5596745" y="597229"/>
                  </a:lnTo>
                  <a:lnTo>
                    <a:pt x="5596871" y="597229"/>
                  </a:lnTo>
                  <a:lnTo>
                    <a:pt x="5596996" y="597229"/>
                  </a:lnTo>
                  <a:lnTo>
                    <a:pt x="5597121" y="597229"/>
                  </a:lnTo>
                  <a:lnTo>
                    <a:pt x="5597246" y="597229"/>
                  </a:lnTo>
                  <a:lnTo>
                    <a:pt x="5597371" y="597229"/>
                  </a:lnTo>
                  <a:lnTo>
                    <a:pt x="5597496" y="597229"/>
                  </a:lnTo>
                  <a:lnTo>
                    <a:pt x="5597621" y="597229"/>
                  </a:lnTo>
                  <a:lnTo>
                    <a:pt x="5597746" y="597229"/>
                  </a:lnTo>
                  <a:lnTo>
                    <a:pt x="5597871" y="597229"/>
                  </a:lnTo>
                  <a:lnTo>
                    <a:pt x="5597996" y="597229"/>
                  </a:lnTo>
                  <a:lnTo>
                    <a:pt x="5598121" y="597229"/>
                  </a:lnTo>
                  <a:lnTo>
                    <a:pt x="5598246" y="597229"/>
                  </a:lnTo>
                  <a:lnTo>
                    <a:pt x="5598371" y="597229"/>
                  </a:lnTo>
                  <a:lnTo>
                    <a:pt x="5598496" y="597229"/>
                  </a:lnTo>
                  <a:lnTo>
                    <a:pt x="5598621" y="597229"/>
                  </a:lnTo>
                  <a:lnTo>
                    <a:pt x="5598746" y="597229"/>
                  </a:lnTo>
                  <a:lnTo>
                    <a:pt x="5598871" y="597229"/>
                  </a:lnTo>
                  <a:lnTo>
                    <a:pt x="5598996" y="597229"/>
                  </a:lnTo>
                  <a:lnTo>
                    <a:pt x="5599121" y="597229"/>
                  </a:lnTo>
                  <a:lnTo>
                    <a:pt x="5599246" y="597229"/>
                  </a:lnTo>
                  <a:lnTo>
                    <a:pt x="5599371" y="597229"/>
                  </a:lnTo>
                  <a:lnTo>
                    <a:pt x="5599496" y="597229"/>
                  </a:lnTo>
                  <a:lnTo>
                    <a:pt x="5599621" y="597229"/>
                  </a:lnTo>
                  <a:lnTo>
                    <a:pt x="5599746" y="597229"/>
                  </a:lnTo>
                  <a:lnTo>
                    <a:pt x="5599872" y="597229"/>
                  </a:lnTo>
                  <a:lnTo>
                    <a:pt x="5599997" y="597229"/>
                  </a:lnTo>
                  <a:lnTo>
                    <a:pt x="5600122" y="597229"/>
                  </a:lnTo>
                  <a:lnTo>
                    <a:pt x="5600247" y="597229"/>
                  </a:lnTo>
                  <a:lnTo>
                    <a:pt x="5600372" y="597229"/>
                  </a:lnTo>
                  <a:lnTo>
                    <a:pt x="5600497" y="597229"/>
                  </a:lnTo>
                  <a:lnTo>
                    <a:pt x="5600622" y="597229"/>
                  </a:lnTo>
                  <a:lnTo>
                    <a:pt x="5600747" y="597229"/>
                  </a:lnTo>
                  <a:lnTo>
                    <a:pt x="5600872" y="597229"/>
                  </a:lnTo>
                  <a:lnTo>
                    <a:pt x="5600997" y="597229"/>
                  </a:lnTo>
                  <a:lnTo>
                    <a:pt x="5601122" y="597229"/>
                  </a:lnTo>
                  <a:lnTo>
                    <a:pt x="5601247" y="597229"/>
                  </a:lnTo>
                  <a:lnTo>
                    <a:pt x="5601372" y="597229"/>
                  </a:lnTo>
                  <a:lnTo>
                    <a:pt x="5601497" y="597229"/>
                  </a:lnTo>
                  <a:lnTo>
                    <a:pt x="5601622" y="597229"/>
                  </a:lnTo>
                  <a:lnTo>
                    <a:pt x="5601747" y="597229"/>
                  </a:lnTo>
                  <a:lnTo>
                    <a:pt x="5601872" y="597229"/>
                  </a:lnTo>
                  <a:lnTo>
                    <a:pt x="5601997" y="597229"/>
                  </a:lnTo>
                  <a:lnTo>
                    <a:pt x="5602122" y="597229"/>
                  </a:lnTo>
                  <a:lnTo>
                    <a:pt x="5602247" y="597229"/>
                  </a:lnTo>
                  <a:lnTo>
                    <a:pt x="5602372" y="597229"/>
                  </a:lnTo>
                  <a:lnTo>
                    <a:pt x="5602372" y="587275"/>
                  </a:lnTo>
                  <a:lnTo>
                    <a:pt x="5602497" y="587275"/>
                  </a:lnTo>
                  <a:lnTo>
                    <a:pt x="5602622" y="587275"/>
                  </a:lnTo>
                  <a:lnTo>
                    <a:pt x="5602747" y="587275"/>
                  </a:lnTo>
                  <a:lnTo>
                    <a:pt x="5602873" y="587275"/>
                  </a:lnTo>
                  <a:lnTo>
                    <a:pt x="5602998" y="587275"/>
                  </a:lnTo>
                  <a:lnTo>
                    <a:pt x="5603123" y="587275"/>
                  </a:lnTo>
                  <a:lnTo>
                    <a:pt x="5603248" y="587275"/>
                  </a:lnTo>
                  <a:lnTo>
                    <a:pt x="5603373" y="587275"/>
                  </a:lnTo>
                  <a:lnTo>
                    <a:pt x="5603498" y="587275"/>
                  </a:lnTo>
                  <a:lnTo>
                    <a:pt x="5603623" y="587275"/>
                  </a:lnTo>
                  <a:lnTo>
                    <a:pt x="5603748" y="587275"/>
                  </a:lnTo>
                  <a:lnTo>
                    <a:pt x="5603873" y="587275"/>
                  </a:lnTo>
                  <a:lnTo>
                    <a:pt x="5603998" y="587275"/>
                  </a:lnTo>
                  <a:lnTo>
                    <a:pt x="5604123" y="587275"/>
                  </a:lnTo>
                  <a:lnTo>
                    <a:pt x="5604248" y="587275"/>
                  </a:lnTo>
                  <a:lnTo>
                    <a:pt x="5604373" y="587275"/>
                  </a:lnTo>
                  <a:lnTo>
                    <a:pt x="5604498" y="587275"/>
                  </a:lnTo>
                  <a:lnTo>
                    <a:pt x="5604623" y="587275"/>
                  </a:lnTo>
                  <a:lnTo>
                    <a:pt x="5604748" y="587275"/>
                  </a:lnTo>
                  <a:lnTo>
                    <a:pt x="5604873" y="587275"/>
                  </a:lnTo>
                  <a:lnTo>
                    <a:pt x="5604998" y="587275"/>
                  </a:lnTo>
                  <a:lnTo>
                    <a:pt x="5605123" y="587275"/>
                  </a:lnTo>
                  <a:lnTo>
                    <a:pt x="5605248" y="587275"/>
                  </a:lnTo>
                  <a:lnTo>
                    <a:pt x="5605373" y="587275"/>
                  </a:lnTo>
                  <a:lnTo>
                    <a:pt x="5605498" y="587275"/>
                  </a:lnTo>
                  <a:lnTo>
                    <a:pt x="5605623" y="587275"/>
                  </a:lnTo>
                  <a:lnTo>
                    <a:pt x="5605748" y="587275"/>
                  </a:lnTo>
                  <a:lnTo>
                    <a:pt x="5605874" y="587275"/>
                  </a:lnTo>
                  <a:lnTo>
                    <a:pt x="5605999" y="587275"/>
                  </a:lnTo>
                  <a:lnTo>
                    <a:pt x="5606124" y="587275"/>
                  </a:lnTo>
                  <a:lnTo>
                    <a:pt x="5606249" y="587275"/>
                  </a:lnTo>
                  <a:lnTo>
                    <a:pt x="5606374" y="587275"/>
                  </a:lnTo>
                  <a:lnTo>
                    <a:pt x="5606499" y="587275"/>
                  </a:lnTo>
                  <a:lnTo>
                    <a:pt x="5606624" y="587275"/>
                  </a:lnTo>
                  <a:lnTo>
                    <a:pt x="5606749" y="587275"/>
                  </a:lnTo>
                  <a:lnTo>
                    <a:pt x="5606874" y="587275"/>
                  </a:lnTo>
                  <a:lnTo>
                    <a:pt x="5606999" y="587275"/>
                  </a:lnTo>
                  <a:lnTo>
                    <a:pt x="5607124" y="587275"/>
                  </a:lnTo>
                  <a:lnTo>
                    <a:pt x="5607249" y="587275"/>
                  </a:lnTo>
                  <a:lnTo>
                    <a:pt x="5607374" y="587275"/>
                  </a:lnTo>
                  <a:lnTo>
                    <a:pt x="5607499" y="587275"/>
                  </a:lnTo>
                  <a:lnTo>
                    <a:pt x="5607624" y="587275"/>
                  </a:lnTo>
                  <a:lnTo>
                    <a:pt x="5607749" y="587275"/>
                  </a:lnTo>
                  <a:lnTo>
                    <a:pt x="5607874" y="587275"/>
                  </a:lnTo>
                  <a:lnTo>
                    <a:pt x="5607999" y="587275"/>
                  </a:lnTo>
                  <a:lnTo>
                    <a:pt x="5608124" y="587275"/>
                  </a:lnTo>
                  <a:lnTo>
                    <a:pt x="5608249" y="587275"/>
                  </a:lnTo>
                  <a:lnTo>
                    <a:pt x="5608374" y="587275"/>
                  </a:lnTo>
                  <a:lnTo>
                    <a:pt x="5608499" y="587275"/>
                  </a:lnTo>
                  <a:lnTo>
                    <a:pt x="5608624" y="587275"/>
                  </a:lnTo>
                  <a:lnTo>
                    <a:pt x="5608749" y="587275"/>
                  </a:lnTo>
                  <a:lnTo>
                    <a:pt x="5608875" y="587275"/>
                  </a:lnTo>
                  <a:lnTo>
                    <a:pt x="5609000" y="587275"/>
                  </a:lnTo>
                  <a:lnTo>
                    <a:pt x="5609125" y="587275"/>
                  </a:lnTo>
                  <a:lnTo>
                    <a:pt x="5609250" y="587275"/>
                  </a:lnTo>
                  <a:lnTo>
                    <a:pt x="5609375" y="587275"/>
                  </a:lnTo>
                  <a:lnTo>
                    <a:pt x="5609500" y="587275"/>
                  </a:lnTo>
                  <a:lnTo>
                    <a:pt x="5609625" y="587275"/>
                  </a:lnTo>
                  <a:lnTo>
                    <a:pt x="5609750" y="587275"/>
                  </a:lnTo>
                  <a:lnTo>
                    <a:pt x="5609875" y="587275"/>
                  </a:lnTo>
                  <a:lnTo>
                    <a:pt x="5610000" y="587275"/>
                  </a:lnTo>
                  <a:lnTo>
                    <a:pt x="5610125" y="587275"/>
                  </a:lnTo>
                  <a:lnTo>
                    <a:pt x="5610250" y="587275"/>
                  </a:lnTo>
                  <a:lnTo>
                    <a:pt x="5610375" y="587275"/>
                  </a:lnTo>
                  <a:lnTo>
                    <a:pt x="5610500" y="587275"/>
                  </a:lnTo>
                  <a:lnTo>
                    <a:pt x="5610625" y="587275"/>
                  </a:lnTo>
                  <a:lnTo>
                    <a:pt x="5610750" y="587275"/>
                  </a:lnTo>
                  <a:lnTo>
                    <a:pt x="5610875" y="587275"/>
                  </a:lnTo>
                  <a:lnTo>
                    <a:pt x="5611000" y="587275"/>
                  </a:lnTo>
                  <a:lnTo>
                    <a:pt x="5611125" y="587275"/>
                  </a:lnTo>
                  <a:lnTo>
                    <a:pt x="5611250" y="587275"/>
                  </a:lnTo>
                  <a:lnTo>
                    <a:pt x="5611375" y="587275"/>
                  </a:lnTo>
                  <a:lnTo>
                    <a:pt x="5611500" y="587275"/>
                  </a:lnTo>
                  <a:lnTo>
                    <a:pt x="5611625" y="587275"/>
                  </a:lnTo>
                  <a:lnTo>
                    <a:pt x="5611750" y="587275"/>
                  </a:lnTo>
                  <a:lnTo>
                    <a:pt x="5611876" y="587275"/>
                  </a:lnTo>
                  <a:lnTo>
                    <a:pt x="5612001" y="587275"/>
                  </a:lnTo>
                  <a:lnTo>
                    <a:pt x="5612126" y="587275"/>
                  </a:lnTo>
                  <a:lnTo>
                    <a:pt x="5612251" y="587275"/>
                  </a:lnTo>
                  <a:lnTo>
                    <a:pt x="5612376" y="587275"/>
                  </a:lnTo>
                  <a:lnTo>
                    <a:pt x="5612501" y="587275"/>
                  </a:lnTo>
                  <a:lnTo>
                    <a:pt x="5612626" y="587275"/>
                  </a:lnTo>
                  <a:lnTo>
                    <a:pt x="5612751" y="587275"/>
                  </a:lnTo>
                  <a:lnTo>
                    <a:pt x="5612876" y="587275"/>
                  </a:lnTo>
                  <a:lnTo>
                    <a:pt x="5613001" y="587275"/>
                  </a:lnTo>
                  <a:lnTo>
                    <a:pt x="5613126" y="587275"/>
                  </a:lnTo>
                  <a:lnTo>
                    <a:pt x="5613251" y="587275"/>
                  </a:lnTo>
                  <a:lnTo>
                    <a:pt x="5613376" y="587275"/>
                  </a:lnTo>
                  <a:lnTo>
                    <a:pt x="5613501" y="587275"/>
                  </a:lnTo>
                  <a:lnTo>
                    <a:pt x="5613626" y="587275"/>
                  </a:lnTo>
                  <a:lnTo>
                    <a:pt x="5613751" y="587275"/>
                  </a:lnTo>
                  <a:lnTo>
                    <a:pt x="5613876" y="587275"/>
                  </a:lnTo>
                  <a:lnTo>
                    <a:pt x="5614001" y="587275"/>
                  </a:lnTo>
                  <a:lnTo>
                    <a:pt x="5614126" y="587275"/>
                  </a:lnTo>
                  <a:lnTo>
                    <a:pt x="5614251" y="587275"/>
                  </a:lnTo>
                  <a:lnTo>
                    <a:pt x="5614376" y="587275"/>
                  </a:lnTo>
                  <a:lnTo>
                    <a:pt x="5614501" y="587275"/>
                  </a:lnTo>
                  <a:lnTo>
                    <a:pt x="5614626" y="587275"/>
                  </a:lnTo>
                  <a:lnTo>
                    <a:pt x="5614751" y="587275"/>
                  </a:lnTo>
                  <a:lnTo>
                    <a:pt x="5614877" y="587275"/>
                  </a:lnTo>
                  <a:lnTo>
                    <a:pt x="5615002" y="587275"/>
                  </a:lnTo>
                  <a:lnTo>
                    <a:pt x="5615127" y="587275"/>
                  </a:lnTo>
                  <a:lnTo>
                    <a:pt x="5615252" y="587275"/>
                  </a:lnTo>
                  <a:lnTo>
                    <a:pt x="5615377" y="587275"/>
                  </a:lnTo>
                  <a:lnTo>
                    <a:pt x="5615502" y="587275"/>
                  </a:lnTo>
                  <a:lnTo>
                    <a:pt x="5615627" y="587275"/>
                  </a:lnTo>
                  <a:lnTo>
                    <a:pt x="5615752" y="587275"/>
                  </a:lnTo>
                  <a:lnTo>
                    <a:pt x="5615877" y="587275"/>
                  </a:lnTo>
                  <a:lnTo>
                    <a:pt x="5616002" y="587275"/>
                  </a:lnTo>
                  <a:lnTo>
                    <a:pt x="5616127" y="587275"/>
                  </a:lnTo>
                  <a:lnTo>
                    <a:pt x="5616252" y="587275"/>
                  </a:lnTo>
                  <a:lnTo>
                    <a:pt x="5616377" y="587275"/>
                  </a:lnTo>
                  <a:lnTo>
                    <a:pt x="5616502" y="587275"/>
                  </a:lnTo>
                  <a:lnTo>
                    <a:pt x="5616627" y="587275"/>
                  </a:lnTo>
                  <a:lnTo>
                    <a:pt x="5616752" y="587275"/>
                  </a:lnTo>
                  <a:lnTo>
                    <a:pt x="5616877" y="587275"/>
                  </a:lnTo>
                  <a:lnTo>
                    <a:pt x="5617002" y="587275"/>
                  </a:lnTo>
                  <a:lnTo>
                    <a:pt x="5617127" y="587275"/>
                  </a:lnTo>
                  <a:lnTo>
                    <a:pt x="5617252" y="587275"/>
                  </a:lnTo>
                  <a:lnTo>
                    <a:pt x="5617377" y="587275"/>
                  </a:lnTo>
                  <a:lnTo>
                    <a:pt x="5617502" y="587275"/>
                  </a:lnTo>
                  <a:lnTo>
                    <a:pt x="5617627" y="587275"/>
                  </a:lnTo>
                  <a:lnTo>
                    <a:pt x="5617752" y="587275"/>
                  </a:lnTo>
                  <a:lnTo>
                    <a:pt x="5617878" y="587275"/>
                  </a:lnTo>
                  <a:lnTo>
                    <a:pt x="5618003" y="587275"/>
                  </a:lnTo>
                  <a:lnTo>
                    <a:pt x="5618128" y="587275"/>
                  </a:lnTo>
                  <a:lnTo>
                    <a:pt x="5618253" y="587275"/>
                  </a:lnTo>
                  <a:lnTo>
                    <a:pt x="5618378" y="587275"/>
                  </a:lnTo>
                  <a:lnTo>
                    <a:pt x="5618503" y="587275"/>
                  </a:lnTo>
                  <a:lnTo>
                    <a:pt x="5618628" y="587275"/>
                  </a:lnTo>
                  <a:lnTo>
                    <a:pt x="5618753" y="587275"/>
                  </a:lnTo>
                  <a:lnTo>
                    <a:pt x="5618878" y="587275"/>
                  </a:lnTo>
                  <a:lnTo>
                    <a:pt x="5619003" y="587275"/>
                  </a:lnTo>
                  <a:lnTo>
                    <a:pt x="5619128" y="587275"/>
                  </a:lnTo>
                  <a:lnTo>
                    <a:pt x="5619253" y="587275"/>
                  </a:lnTo>
                  <a:lnTo>
                    <a:pt x="5619378" y="587275"/>
                  </a:lnTo>
                  <a:lnTo>
                    <a:pt x="5619503" y="587275"/>
                  </a:lnTo>
                  <a:lnTo>
                    <a:pt x="5619628" y="587275"/>
                  </a:lnTo>
                  <a:lnTo>
                    <a:pt x="5619753" y="587275"/>
                  </a:lnTo>
                  <a:lnTo>
                    <a:pt x="5619878" y="587275"/>
                  </a:lnTo>
                  <a:lnTo>
                    <a:pt x="5620003" y="587275"/>
                  </a:lnTo>
                  <a:lnTo>
                    <a:pt x="5620128" y="587275"/>
                  </a:lnTo>
                  <a:lnTo>
                    <a:pt x="5620253" y="587275"/>
                  </a:lnTo>
                  <a:lnTo>
                    <a:pt x="5620378" y="587275"/>
                  </a:lnTo>
                  <a:lnTo>
                    <a:pt x="5620503" y="587275"/>
                  </a:lnTo>
                  <a:lnTo>
                    <a:pt x="5620628" y="587275"/>
                  </a:lnTo>
                  <a:lnTo>
                    <a:pt x="5620753" y="587275"/>
                  </a:lnTo>
                  <a:lnTo>
                    <a:pt x="5620879" y="587275"/>
                  </a:lnTo>
                  <a:lnTo>
                    <a:pt x="5621004" y="587275"/>
                  </a:lnTo>
                  <a:lnTo>
                    <a:pt x="5621129" y="587275"/>
                  </a:lnTo>
                  <a:lnTo>
                    <a:pt x="5621254" y="587275"/>
                  </a:lnTo>
                  <a:lnTo>
                    <a:pt x="5621379" y="587275"/>
                  </a:lnTo>
                  <a:lnTo>
                    <a:pt x="5621504" y="587275"/>
                  </a:lnTo>
                  <a:lnTo>
                    <a:pt x="5621629" y="587275"/>
                  </a:lnTo>
                  <a:lnTo>
                    <a:pt x="5621754" y="587275"/>
                  </a:lnTo>
                  <a:lnTo>
                    <a:pt x="5621879" y="587275"/>
                  </a:lnTo>
                  <a:lnTo>
                    <a:pt x="5622004" y="587275"/>
                  </a:lnTo>
                  <a:lnTo>
                    <a:pt x="5622129" y="587275"/>
                  </a:lnTo>
                  <a:lnTo>
                    <a:pt x="5622254" y="587275"/>
                  </a:lnTo>
                  <a:lnTo>
                    <a:pt x="5622379" y="587275"/>
                  </a:lnTo>
                  <a:lnTo>
                    <a:pt x="5622504" y="587275"/>
                  </a:lnTo>
                  <a:lnTo>
                    <a:pt x="5622629" y="587275"/>
                  </a:lnTo>
                  <a:lnTo>
                    <a:pt x="5622754" y="587275"/>
                  </a:lnTo>
                  <a:lnTo>
                    <a:pt x="5622879" y="587275"/>
                  </a:lnTo>
                  <a:lnTo>
                    <a:pt x="5623004" y="587275"/>
                  </a:lnTo>
                  <a:lnTo>
                    <a:pt x="5623129" y="587275"/>
                  </a:lnTo>
                  <a:lnTo>
                    <a:pt x="5623254" y="587275"/>
                  </a:lnTo>
                  <a:lnTo>
                    <a:pt x="5623379" y="587275"/>
                  </a:lnTo>
                  <a:lnTo>
                    <a:pt x="5623504" y="587275"/>
                  </a:lnTo>
                  <a:lnTo>
                    <a:pt x="5623629" y="587275"/>
                  </a:lnTo>
                  <a:lnTo>
                    <a:pt x="5623754" y="587275"/>
                  </a:lnTo>
                  <a:lnTo>
                    <a:pt x="5623880" y="587275"/>
                  </a:lnTo>
                  <a:lnTo>
                    <a:pt x="5624005" y="587275"/>
                  </a:lnTo>
                  <a:lnTo>
                    <a:pt x="5624130" y="587275"/>
                  </a:lnTo>
                  <a:lnTo>
                    <a:pt x="5624255" y="587275"/>
                  </a:lnTo>
                  <a:lnTo>
                    <a:pt x="5624380" y="587275"/>
                  </a:lnTo>
                  <a:lnTo>
                    <a:pt x="5624505" y="587275"/>
                  </a:lnTo>
                  <a:lnTo>
                    <a:pt x="5624630" y="587275"/>
                  </a:lnTo>
                  <a:lnTo>
                    <a:pt x="5624755" y="587275"/>
                  </a:lnTo>
                  <a:lnTo>
                    <a:pt x="5624880" y="587275"/>
                  </a:lnTo>
                  <a:lnTo>
                    <a:pt x="5625005" y="587275"/>
                  </a:lnTo>
                  <a:lnTo>
                    <a:pt x="5625130" y="587275"/>
                  </a:lnTo>
                  <a:lnTo>
                    <a:pt x="5625255" y="587275"/>
                  </a:lnTo>
                  <a:lnTo>
                    <a:pt x="5625380" y="587275"/>
                  </a:lnTo>
                  <a:lnTo>
                    <a:pt x="5625505" y="587275"/>
                  </a:lnTo>
                  <a:lnTo>
                    <a:pt x="5625630" y="587275"/>
                  </a:lnTo>
                  <a:lnTo>
                    <a:pt x="5625755" y="587275"/>
                  </a:lnTo>
                  <a:lnTo>
                    <a:pt x="5625880" y="587275"/>
                  </a:lnTo>
                  <a:lnTo>
                    <a:pt x="5626005" y="587275"/>
                  </a:lnTo>
                  <a:lnTo>
                    <a:pt x="5626130" y="587275"/>
                  </a:lnTo>
                  <a:lnTo>
                    <a:pt x="5626255" y="587275"/>
                  </a:lnTo>
                  <a:lnTo>
                    <a:pt x="5626380" y="587275"/>
                  </a:lnTo>
                  <a:lnTo>
                    <a:pt x="5626505" y="587275"/>
                  </a:lnTo>
                  <a:lnTo>
                    <a:pt x="5626630" y="587275"/>
                  </a:lnTo>
                  <a:lnTo>
                    <a:pt x="5626756" y="587275"/>
                  </a:lnTo>
                  <a:lnTo>
                    <a:pt x="5626881" y="587275"/>
                  </a:lnTo>
                  <a:lnTo>
                    <a:pt x="5627006" y="587275"/>
                  </a:lnTo>
                  <a:lnTo>
                    <a:pt x="5627131" y="587275"/>
                  </a:lnTo>
                  <a:lnTo>
                    <a:pt x="5627256" y="587275"/>
                  </a:lnTo>
                  <a:lnTo>
                    <a:pt x="5627381" y="587275"/>
                  </a:lnTo>
                  <a:lnTo>
                    <a:pt x="5627506" y="587275"/>
                  </a:lnTo>
                  <a:lnTo>
                    <a:pt x="5627631" y="587275"/>
                  </a:lnTo>
                  <a:lnTo>
                    <a:pt x="5627756" y="587275"/>
                  </a:lnTo>
                  <a:lnTo>
                    <a:pt x="5627881" y="587275"/>
                  </a:lnTo>
                  <a:lnTo>
                    <a:pt x="5628006" y="587275"/>
                  </a:lnTo>
                  <a:lnTo>
                    <a:pt x="5628131" y="587275"/>
                  </a:lnTo>
                  <a:lnTo>
                    <a:pt x="5628256" y="587275"/>
                  </a:lnTo>
                  <a:lnTo>
                    <a:pt x="5628381" y="587275"/>
                  </a:lnTo>
                  <a:lnTo>
                    <a:pt x="5628506" y="587275"/>
                  </a:lnTo>
                  <a:lnTo>
                    <a:pt x="5628631" y="587275"/>
                  </a:lnTo>
                  <a:lnTo>
                    <a:pt x="5628756" y="587275"/>
                  </a:lnTo>
                  <a:lnTo>
                    <a:pt x="5628881" y="587275"/>
                  </a:lnTo>
                  <a:lnTo>
                    <a:pt x="5629006" y="587275"/>
                  </a:lnTo>
                  <a:lnTo>
                    <a:pt x="5629131" y="587275"/>
                  </a:lnTo>
                  <a:lnTo>
                    <a:pt x="5629256" y="587275"/>
                  </a:lnTo>
                  <a:lnTo>
                    <a:pt x="5629381" y="587275"/>
                  </a:lnTo>
                  <a:lnTo>
                    <a:pt x="5629506" y="587275"/>
                  </a:lnTo>
                  <a:lnTo>
                    <a:pt x="5629631" y="587275"/>
                  </a:lnTo>
                  <a:lnTo>
                    <a:pt x="5629757" y="587275"/>
                  </a:lnTo>
                  <a:lnTo>
                    <a:pt x="5629882" y="587275"/>
                  </a:lnTo>
                  <a:lnTo>
                    <a:pt x="5630007" y="587275"/>
                  </a:lnTo>
                  <a:lnTo>
                    <a:pt x="5630132" y="587275"/>
                  </a:lnTo>
                  <a:lnTo>
                    <a:pt x="5630257" y="587275"/>
                  </a:lnTo>
                  <a:lnTo>
                    <a:pt x="5630382" y="587275"/>
                  </a:lnTo>
                  <a:lnTo>
                    <a:pt x="5630507" y="587275"/>
                  </a:lnTo>
                  <a:lnTo>
                    <a:pt x="5630632" y="587275"/>
                  </a:lnTo>
                  <a:lnTo>
                    <a:pt x="5630757" y="587275"/>
                  </a:lnTo>
                  <a:lnTo>
                    <a:pt x="5630882" y="587275"/>
                  </a:lnTo>
                  <a:lnTo>
                    <a:pt x="5631007" y="587275"/>
                  </a:lnTo>
                  <a:lnTo>
                    <a:pt x="5631132" y="587275"/>
                  </a:lnTo>
                  <a:lnTo>
                    <a:pt x="5631257" y="587275"/>
                  </a:lnTo>
                  <a:lnTo>
                    <a:pt x="5631382" y="587275"/>
                  </a:lnTo>
                  <a:lnTo>
                    <a:pt x="5631507" y="587275"/>
                  </a:lnTo>
                  <a:lnTo>
                    <a:pt x="5631632" y="587275"/>
                  </a:lnTo>
                  <a:lnTo>
                    <a:pt x="5631757" y="587275"/>
                  </a:lnTo>
                  <a:lnTo>
                    <a:pt x="5631882" y="587275"/>
                  </a:lnTo>
                  <a:lnTo>
                    <a:pt x="5632007" y="587275"/>
                  </a:lnTo>
                  <a:lnTo>
                    <a:pt x="5632132" y="587275"/>
                  </a:lnTo>
                  <a:lnTo>
                    <a:pt x="5632257" y="587275"/>
                  </a:lnTo>
                  <a:lnTo>
                    <a:pt x="5632382" y="587275"/>
                  </a:lnTo>
                  <a:lnTo>
                    <a:pt x="5632507" y="587275"/>
                  </a:lnTo>
                  <a:lnTo>
                    <a:pt x="5632632" y="587275"/>
                  </a:lnTo>
                  <a:lnTo>
                    <a:pt x="5632758" y="587275"/>
                  </a:lnTo>
                  <a:lnTo>
                    <a:pt x="5632883" y="587275"/>
                  </a:lnTo>
                  <a:lnTo>
                    <a:pt x="5633008" y="587275"/>
                  </a:lnTo>
                  <a:lnTo>
                    <a:pt x="5633133" y="587275"/>
                  </a:lnTo>
                  <a:lnTo>
                    <a:pt x="5633258" y="587275"/>
                  </a:lnTo>
                  <a:lnTo>
                    <a:pt x="5633383" y="587275"/>
                  </a:lnTo>
                  <a:lnTo>
                    <a:pt x="5633508" y="587275"/>
                  </a:lnTo>
                  <a:lnTo>
                    <a:pt x="5633633" y="587275"/>
                  </a:lnTo>
                  <a:lnTo>
                    <a:pt x="5633758" y="587275"/>
                  </a:lnTo>
                  <a:lnTo>
                    <a:pt x="5633883" y="587275"/>
                  </a:lnTo>
                  <a:lnTo>
                    <a:pt x="5634008" y="587275"/>
                  </a:lnTo>
                  <a:lnTo>
                    <a:pt x="5634133" y="587275"/>
                  </a:lnTo>
                  <a:lnTo>
                    <a:pt x="5634258" y="587275"/>
                  </a:lnTo>
                  <a:lnTo>
                    <a:pt x="5634383" y="587275"/>
                  </a:lnTo>
                  <a:lnTo>
                    <a:pt x="5634508" y="587275"/>
                  </a:lnTo>
                  <a:lnTo>
                    <a:pt x="5634633" y="587275"/>
                  </a:lnTo>
                  <a:lnTo>
                    <a:pt x="5634758" y="587275"/>
                  </a:lnTo>
                  <a:lnTo>
                    <a:pt x="5634883" y="587275"/>
                  </a:lnTo>
                  <a:lnTo>
                    <a:pt x="5635008" y="587275"/>
                  </a:lnTo>
                  <a:lnTo>
                    <a:pt x="5635133" y="587275"/>
                  </a:lnTo>
                  <a:lnTo>
                    <a:pt x="5635258" y="587275"/>
                  </a:lnTo>
                  <a:lnTo>
                    <a:pt x="5635383" y="587275"/>
                  </a:lnTo>
                  <a:lnTo>
                    <a:pt x="5635508" y="587275"/>
                  </a:lnTo>
                  <a:lnTo>
                    <a:pt x="5635633" y="587275"/>
                  </a:lnTo>
                  <a:lnTo>
                    <a:pt x="5635759" y="587275"/>
                  </a:lnTo>
                  <a:lnTo>
                    <a:pt x="5635884" y="587275"/>
                  </a:lnTo>
                  <a:lnTo>
                    <a:pt x="5636009" y="587275"/>
                  </a:lnTo>
                  <a:lnTo>
                    <a:pt x="5636134" y="587275"/>
                  </a:lnTo>
                  <a:lnTo>
                    <a:pt x="5636259" y="587275"/>
                  </a:lnTo>
                  <a:lnTo>
                    <a:pt x="5636384" y="587275"/>
                  </a:lnTo>
                  <a:lnTo>
                    <a:pt x="5636509" y="587275"/>
                  </a:lnTo>
                  <a:lnTo>
                    <a:pt x="5636634" y="587275"/>
                  </a:lnTo>
                  <a:lnTo>
                    <a:pt x="5636759" y="587275"/>
                  </a:lnTo>
                  <a:lnTo>
                    <a:pt x="5636884" y="587275"/>
                  </a:lnTo>
                  <a:lnTo>
                    <a:pt x="5637009" y="587275"/>
                  </a:lnTo>
                  <a:lnTo>
                    <a:pt x="5637134" y="587275"/>
                  </a:lnTo>
                  <a:lnTo>
                    <a:pt x="5637259" y="587275"/>
                  </a:lnTo>
                  <a:lnTo>
                    <a:pt x="5637384" y="587275"/>
                  </a:lnTo>
                  <a:lnTo>
                    <a:pt x="5637509" y="587275"/>
                  </a:lnTo>
                  <a:lnTo>
                    <a:pt x="5637634" y="587275"/>
                  </a:lnTo>
                  <a:lnTo>
                    <a:pt x="5637759" y="587275"/>
                  </a:lnTo>
                  <a:lnTo>
                    <a:pt x="5637884" y="587275"/>
                  </a:lnTo>
                  <a:lnTo>
                    <a:pt x="5638009" y="587275"/>
                  </a:lnTo>
                  <a:lnTo>
                    <a:pt x="5638134" y="587275"/>
                  </a:lnTo>
                  <a:lnTo>
                    <a:pt x="5638259" y="587275"/>
                  </a:lnTo>
                  <a:lnTo>
                    <a:pt x="5638384" y="587275"/>
                  </a:lnTo>
                  <a:lnTo>
                    <a:pt x="5638509" y="587275"/>
                  </a:lnTo>
                  <a:lnTo>
                    <a:pt x="5638634" y="587275"/>
                  </a:lnTo>
                  <a:lnTo>
                    <a:pt x="5638760" y="587275"/>
                  </a:lnTo>
                  <a:lnTo>
                    <a:pt x="5638885" y="587275"/>
                  </a:lnTo>
                  <a:lnTo>
                    <a:pt x="5639010" y="587275"/>
                  </a:lnTo>
                  <a:lnTo>
                    <a:pt x="5639135" y="587275"/>
                  </a:lnTo>
                  <a:lnTo>
                    <a:pt x="5639260" y="587275"/>
                  </a:lnTo>
                  <a:lnTo>
                    <a:pt x="5639385" y="587275"/>
                  </a:lnTo>
                  <a:lnTo>
                    <a:pt x="5639510" y="587275"/>
                  </a:lnTo>
                  <a:lnTo>
                    <a:pt x="5639635" y="587275"/>
                  </a:lnTo>
                  <a:lnTo>
                    <a:pt x="5639760" y="587275"/>
                  </a:lnTo>
                  <a:lnTo>
                    <a:pt x="5639885" y="587275"/>
                  </a:lnTo>
                  <a:lnTo>
                    <a:pt x="5640010" y="587275"/>
                  </a:lnTo>
                  <a:lnTo>
                    <a:pt x="5640135" y="587275"/>
                  </a:lnTo>
                  <a:lnTo>
                    <a:pt x="5640260" y="587275"/>
                  </a:lnTo>
                  <a:lnTo>
                    <a:pt x="5640385" y="587275"/>
                  </a:lnTo>
                  <a:lnTo>
                    <a:pt x="5640510" y="587275"/>
                  </a:lnTo>
                  <a:lnTo>
                    <a:pt x="5640635" y="587275"/>
                  </a:lnTo>
                  <a:lnTo>
                    <a:pt x="5640760" y="587275"/>
                  </a:lnTo>
                  <a:lnTo>
                    <a:pt x="5640885" y="587275"/>
                  </a:lnTo>
                  <a:lnTo>
                    <a:pt x="5641010" y="587275"/>
                  </a:lnTo>
                  <a:lnTo>
                    <a:pt x="5641135" y="587275"/>
                  </a:lnTo>
                  <a:lnTo>
                    <a:pt x="5641260" y="587275"/>
                  </a:lnTo>
                  <a:lnTo>
                    <a:pt x="5641385" y="587275"/>
                  </a:lnTo>
                  <a:lnTo>
                    <a:pt x="5641510" y="587275"/>
                  </a:lnTo>
                  <a:lnTo>
                    <a:pt x="5641635" y="587275"/>
                  </a:lnTo>
                  <a:lnTo>
                    <a:pt x="5641761" y="587275"/>
                  </a:lnTo>
                  <a:lnTo>
                    <a:pt x="5641886" y="587275"/>
                  </a:lnTo>
                  <a:lnTo>
                    <a:pt x="5642011" y="587275"/>
                  </a:lnTo>
                  <a:lnTo>
                    <a:pt x="5642136" y="587275"/>
                  </a:lnTo>
                  <a:lnTo>
                    <a:pt x="5642261" y="587275"/>
                  </a:lnTo>
                  <a:lnTo>
                    <a:pt x="5642386" y="587275"/>
                  </a:lnTo>
                  <a:lnTo>
                    <a:pt x="5642511" y="587275"/>
                  </a:lnTo>
                  <a:lnTo>
                    <a:pt x="5642636" y="587275"/>
                  </a:lnTo>
                  <a:lnTo>
                    <a:pt x="5642761" y="587275"/>
                  </a:lnTo>
                  <a:lnTo>
                    <a:pt x="5642886" y="587275"/>
                  </a:lnTo>
                  <a:lnTo>
                    <a:pt x="5643011" y="587275"/>
                  </a:lnTo>
                  <a:lnTo>
                    <a:pt x="5643136" y="587275"/>
                  </a:lnTo>
                  <a:lnTo>
                    <a:pt x="5643261" y="587275"/>
                  </a:lnTo>
                  <a:lnTo>
                    <a:pt x="5643386" y="587275"/>
                  </a:lnTo>
                  <a:lnTo>
                    <a:pt x="5643511" y="587275"/>
                  </a:lnTo>
                  <a:lnTo>
                    <a:pt x="5643636" y="587275"/>
                  </a:lnTo>
                  <a:lnTo>
                    <a:pt x="5643761" y="587275"/>
                  </a:lnTo>
                  <a:lnTo>
                    <a:pt x="5643886" y="587275"/>
                  </a:lnTo>
                  <a:lnTo>
                    <a:pt x="5644011" y="587275"/>
                  </a:lnTo>
                  <a:lnTo>
                    <a:pt x="5644136" y="587275"/>
                  </a:lnTo>
                  <a:lnTo>
                    <a:pt x="5644261" y="587275"/>
                  </a:lnTo>
                  <a:lnTo>
                    <a:pt x="5644386" y="587275"/>
                  </a:lnTo>
                  <a:lnTo>
                    <a:pt x="5644511" y="587275"/>
                  </a:lnTo>
                  <a:lnTo>
                    <a:pt x="5644636" y="587275"/>
                  </a:lnTo>
                  <a:lnTo>
                    <a:pt x="5644762" y="587275"/>
                  </a:lnTo>
                  <a:lnTo>
                    <a:pt x="5644887" y="587275"/>
                  </a:lnTo>
                  <a:lnTo>
                    <a:pt x="5645012" y="587275"/>
                  </a:lnTo>
                  <a:lnTo>
                    <a:pt x="5645137" y="587275"/>
                  </a:lnTo>
                  <a:lnTo>
                    <a:pt x="5645262" y="587275"/>
                  </a:lnTo>
                  <a:lnTo>
                    <a:pt x="5645387" y="587275"/>
                  </a:lnTo>
                  <a:lnTo>
                    <a:pt x="5645512" y="587275"/>
                  </a:lnTo>
                  <a:lnTo>
                    <a:pt x="5645637" y="587275"/>
                  </a:lnTo>
                  <a:lnTo>
                    <a:pt x="5645762" y="587275"/>
                  </a:lnTo>
                  <a:lnTo>
                    <a:pt x="5645887" y="587275"/>
                  </a:lnTo>
                  <a:lnTo>
                    <a:pt x="5646012" y="587275"/>
                  </a:lnTo>
                  <a:lnTo>
                    <a:pt x="5646137" y="587275"/>
                  </a:lnTo>
                  <a:lnTo>
                    <a:pt x="5646262" y="587275"/>
                  </a:lnTo>
                  <a:lnTo>
                    <a:pt x="5646387" y="587275"/>
                  </a:lnTo>
                  <a:lnTo>
                    <a:pt x="5646512" y="587275"/>
                  </a:lnTo>
                  <a:lnTo>
                    <a:pt x="5646637" y="587275"/>
                  </a:lnTo>
                  <a:lnTo>
                    <a:pt x="5646762" y="587275"/>
                  </a:lnTo>
                  <a:lnTo>
                    <a:pt x="5646887" y="587275"/>
                  </a:lnTo>
                  <a:lnTo>
                    <a:pt x="5647012" y="587275"/>
                  </a:lnTo>
                  <a:lnTo>
                    <a:pt x="5647137" y="587275"/>
                  </a:lnTo>
                  <a:lnTo>
                    <a:pt x="5647262" y="587275"/>
                  </a:lnTo>
                  <a:lnTo>
                    <a:pt x="5647387" y="587275"/>
                  </a:lnTo>
                  <a:lnTo>
                    <a:pt x="5647512" y="587275"/>
                  </a:lnTo>
                  <a:lnTo>
                    <a:pt x="5647637" y="587275"/>
                  </a:lnTo>
                  <a:lnTo>
                    <a:pt x="5647763" y="587275"/>
                  </a:lnTo>
                  <a:lnTo>
                    <a:pt x="5647888" y="587275"/>
                  </a:lnTo>
                  <a:lnTo>
                    <a:pt x="5648013" y="587275"/>
                  </a:lnTo>
                  <a:lnTo>
                    <a:pt x="5648138" y="587275"/>
                  </a:lnTo>
                  <a:lnTo>
                    <a:pt x="5648263" y="587275"/>
                  </a:lnTo>
                  <a:lnTo>
                    <a:pt x="5648388" y="587275"/>
                  </a:lnTo>
                  <a:lnTo>
                    <a:pt x="5648513" y="587275"/>
                  </a:lnTo>
                  <a:lnTo>
                    <a:pt x="5648638" y="587275"/>
                  </a:lnTo>
                  <a:lnTo>
                    <a:pt x="5648763" y="587275"/>
                  </a:lnTo>
                  <a:lnTo>
                    <a:pt x="5648888" y="587275"/>
                  </a:lnTo>
                  <a:lnTo>
                    <a:pt x="5649013" y="587275"/>
                  </a:lnTo>
                  <a:lnTo>
                    <a:pt x="5649138" y="587275"/>
                  </a:lnTo>
                  <a:lnTo>
                    <a:pt x="5649263" y="587275"/>
                  </a:lnTo>
                  <a:lnTo>
                    <a:pt x="5649388" y="587275"/>
                  </a:lnTo>
                  <a:lnTo>
                    <a:pt x="5649513" y="587275"/>
                  </a:lnTo>
                  <a:lnTo>
                    <a:pt x="5649638" y="587275"/>
                  </a:lnTo>
                  <a:lnTo>
                    <a:pt x="5649763" y="587275"/>
                  </a:lnTo>
                  <a:lnTo>
                    <a:pt x="5649888" y="587275"/>
                  </a:lnTo>
                  <a:lnTo>
                    <a:pt x="5650013" y="587275"/>
                  </a:lnTo>
                  <a:lnTo>
                    <a:pt x="5650138" y="587275"/>
                  </a:lnTo>
                  <a:lnTo>
                    <a:pt x="5650263" y="587275"/>
                  </a:lnTo>
                  <a:lnTo>
                    <a:pt x="5650388" y="587275"/>
                  </a:lnTo>
                  <a:lnTo>
                    <a:pt x="5650513" y="587275"/>
                  </a:lnTo>
                  <a:lnTo>
                    <a:pt x="5650638" y="587275"/>
                  </a:lnTo>
                  <a:lnTo>
                    <a:pt x="5650764" y="587275"/>
                  </a:lnTo>
                  <a:lnTo>
                    <a:pt x="5650889" y="587275"/>
                  </a:lnTo>
                  <a:lnTo>
                    <a:pt x="5651014" y="587275"/>
                  </a:lnTo>
                  <a:lnTo>
                    <a:pt x="5651139" y="587275"/>
                  </a:lnTo>
                  <a:lnTo>
                    <a:pt x="5651264" y="587275"/>
                  </a:lnTo>
                  <a:lnTo>
                    <a:pt x="5651389" y="587275"/>
                  </a:lnTo>
                  <a:lnTo>
                    <a:pt x="5651514" y="587275"/>
                  </a:lnTo>
                  <a:lnTo>
                    <a:pt x="5651639" y="587275"/>
                  </a:lnTo>
                  <a:lnTo>
                    <a:pt x="5651764" y="587275"/>
                  </a:lnTo>
                  <a:lnTo>
                    <a:pt x="5651889" y="587275"/>
                  </a:lnTo>
                  <a:lnTo>
                    <a:pt x="5652014" y="587275"/>
                  </a:lnTo>
                  <a:lnTo>
                    <a:pt x="5652139" y="587275"/>
                  </a:lnTo>
                  <a:lnTo>
                    <a:pt x="5652264" y="587275"/>
                  </a:lnTo>
                  <a:lnTo>
                    <a:pt x="5652389" y="587275"/>
                  </a:lnTo>
                  <a:lnTo>
                    <a:pt x="5652514" y="587275"/>
                  </a:lnTo>
                  <a:lnTo>
                    <a:pt x="5652639" y="587275"/>
                  </a:lnTo>
                  <a:lnTo>
                    <a:pt x="5652764" y="587275"/>
                  </a:lnTo>
                  <a:lnTo>
                    <a:pt x="5652889" y="587275"/>
                  </a:lnTo>
                  <a:lnTo>
                    <a:pt x="5653014" y="587275"/>
                  </a:lnTo>
                  <a:lnTo>
                    <a:pt x="5653139" y="587275"/>
                  </a:lnTo>
                  <a:lnTo>
                    <a:pt x="5653264" y="587275"/>
                  </a:lnTo>
                  <a:lnTo>
                    <a:pt x="5653389" y="587275"/>
                  </a:lnTo>
                  <a:lnTo>
                    <a:pt x="5653514" y="587275"/>
                  </a:lnTo>
                  <a:lnTo>
                    <a:pt x="5653639" y="587275"/>
                  </a:lnTo>
                  <a:lnTo>
                    <a:pt x="5653765" y="587275"/>
                  </a:lnTo>
                  <a:lnTo>
                    <a:pt x="5653890" y="587275"/>
                  </a:lnTo>
                  <a:lnTo>
                    <a:pt x="5654015" y="587275"/>
                  </a:lnTo>
                  <a:lnTo>
                    <a:pt x="5654140" y="587275"/>
                  </a:lnTo>
                  <a:lnTo>
                    <a:pt x="5654265" y="587275"/>
                  </a:lnTo>
                  <a:lnTo>
                    <a:pt x="5654390" y="587275"/>
                  </a:lnTo>
                  <a:lnTo>
                    <a:pt x="5654515" y="587275"/>
                  </a:lnTo>
                  <a:lnTo>
                    <a:pt x="5654640" y="587275"/>
                  </a:lnTo>
                  <a:lnTo>
                    <a:pt x="5654765" y="587275"/>
                  </a:lnTo>
                  <a:lnTo>
                    <a:pt x="5654890" y="587275"/>
                  </a:lnTo>
                  <a:lnTo>
                    <a:pt x="5655015" y="587275"/>
                  </a:lnTo>
                  <a:lnTo>
                    <a:pt x="5655140" y="587275"/>
                  </a:lnTo>
                  <a:lnTo>
                    <a:pt x="5655265" y="587275"/>
                  </a:lnTo>
                  <a:lnTo>
                    <a:pt x="5655390" y="587275"/>
                  </a:lnTo>
                  <a:lnTo>
                    <a:pt x="5655515" y="587275"/>
                  </a:lnTo>
                  <a:lnTo>
                    <a:pt x="5655640" y="587275"/>
                  </a:lnTo>
                  <a:lnTo>
                    <a:pt x="5655765" y="587275"/>
                  </a:lnTo>
                  <a:lnTo>
                    <a:pt x="5655890" y="587275"/>
                  </a:lnTo>
                  <a:lnTo>
                    <a:pt x="5656015" y="587275"/>
                  </a:lnTo>
                  <a:lnTo>
                    <a:pt x="5656015" y="577321"/>
                  </a:lnTo>
                  <a:lnTo>
                    <a:pt x="5656140" y="577321"/>
                  </a:lnTo>
                  <a:lnTo>
                    <a:pt x="5656265" y="577321"/>
                  </a:lnTo>
                  <a:lnTo>
                    <a:pt x="5656390" y="577321"/>
                  </a:lnTo>
                  <a:lnTo>
                    <a:pt x="5656515" y="577321"/>
                  </a:lnTo>
                  <a:lnTo>
                    <a:pt x="5656640" y="577321"/>
                  </a:lnTo>
                  <a:lnTo>
                    <a:pt x="5656766" y="577321"/>
                  </a:lnTo>
                  <a:lnTo>
                    <a:pt x="5656891" y="577321"/>
                  </a:lnTo>
                  <a:lnTo>
                    <a:pt x="5657016" y="577321"/>
                  </a:lnTo>
                  <a:lnTo>
                    <a:pt x="5657141" y="577321"/>
                  </a:lnTo>
                  <a:lnTo>
                    <a:pt x="5657266" y="577321"/>
                  </a:lnTo>
                  <a:lnTo>
                    <a:pt x="5657391" y="577321"/>
                  </a:lnTo>
                  <a:lnTo>
                    <a:pt x="5657516" y="577321"/>
                  </a:lnTo>
                  <a:lnTo>
                    <a:pt x="5657641" y="577321"/>
                  </a:lnTo>
                  <a:lnTo>
                    <a:pt x="5657766" y="577321"/>
                  </a:lnTo>
                  <a:lnTo>
                    <a:pt x="5657891" y="577321"/>
                  </a:lnTo>
                  <a:lnTo>
                    <a:pt x="5658016" y="577321"/>
                  </a:lnTo>
                  <a:lnTo>
                    <a:pt x="5658141" y="577321"/>
                  </a:lnTo>
                  <a:lnTo>
                    <a:pt x="5658266" y="577321"/>
                  </a:lnTo>
                  <a:lnTo>
                    <a:pt x="5658391" y="577321"/>
                  </a:lnTo>
                  <a:lnTo>
                    <a:pt x="5658516" y="577321"/>
                  </a:lnTo>
                  <a:lnTo>
                    <a:pt x="5658641" y="577321"/>
                  </a:lnTo>
                  <a:lnTo>
                    <a:pt x="5658766" y="577321"/>
                  </a:lnTo>
                  <a:lnTo>
                    <a:pt x="5658891" y="577321"/>
                  </a:lnTo>
                  <a:lnTo>
                    <a:pt x="5659016" y="577321"/>
                  </a:lnTo>
                  <a:lnTo>
                    <a:pt x="5659141" y="577321"/>
                  </a:lnTo>
                  <a:lnTo>
                    <a:pt x="5659266" y="577321"/>
                  </a:lnTo>
                  <a:lnTo>
                    <a:pt x="5659391" y="577321"/>
                  </a:lnTo>
                  <a:lnTo>
                    <a:pt x="5659391" y="567367"/>
                  </a:lnTo>
                  <a:lnTo>
                    <a:pt x="5659516" y="567367"/>
                  </a:lnTo>
                  <a:lnTo>
                    <a:pt x="5659641" y="567367"/>
                  </a:lnTo>
                  <a:lnTo>
                    <a:pt x="5659767" y="567367"/>
                  </a:lnTo>
                  <a:lnTo>
                    <a:pt x="5659892" y="567367"/>
                  </a:lnTo>
                  <a:lnTo>
                    <a:pt x="5660017" y="567367"/>
                  </a:lnTo>
                  <a:lnTo>
                    <a:pt x="5660142" y="567367"/>
                  </a:lnTo>
                  <a:lnTo>
                    <a:pt x="5660267" y="567367"/>
                  </a:lnTo>
                  <a:lnTo>
                    <a:pt x="5660392" y="567367"/>
                  </a:lnTo>
                  <a:lnTo>
                    <a:pt x="5660517" y="567367"/>
                  </a:lnTo>
                  <a:lnTo>
                    <a:pt x="5660642" y="567367"/>
                  </a:lnTo>
                  <a:lnTo>
                    <a:pt x="5660767" y="567367"/>
                  </a:lnTo>
                  <a:lnTo>
                    <a:pt x="5660892" y="567367"/>
                  </a:lnTo>
                  <a:lnTo>
                    <a:pt x="5661017" y="567367"/>
                  </a:lnTo>
                  <a:lnTo>
                    <a:pt x="5661142" y="567367"/>
                  </a:lnTo>
                  <a:lnTo>
                    <a:pt x="5661267" y="567367"/>
                  </a:lnTo>
                  <a:lnTo>
                    <a:pt x="5661392" y="567367"/>
                  </a:lnTo>
                  <a:lnTo>
                    <a:pt x="5661517" y="567367"/>
                  </a:lnTo>
                  <a:lnTo>
                    <a:pt x="5661642" y="567367"/>
                  </a:lnTo>
                  <a:lnTo>
                    <a:pt x="5661767" y="567367"/>
                  </a:lnTo>
                  <a:lnTo>
                    <a:pt x="5661892" y="567367"/>
                  </a:lnTo>
                  <a:lnTo>
                    <a:pt x="5662017" y="567367"/>
                  </a:lnTo>
                  <a:lnTo>
                    <a:pt x="5662142" y="567367"/>
                  </a:lnTo>
                  <a:lnTo>
                    <a:pt x="5662267" y="567367"/>
                  </a:lnTo>
                  <a:lnTo>
                    <a:pt x="5662392" y="567367"/>
                  </a:lnTo>
                  <a:lnTo>
                    <a:pt x="5662517" y="567367"/>
                  </a:lnTo>
                  <a:lnTo>
                    <a:pt x="5662642" y="567367"/>
                  </a:lnTo>
                  <a:lnTo>
                    <a:pt x="5662768" y="567367"/>
                  </a:lnTo>
                  <a:lnTo>
                    <a:pt x="5662893" y="567367"/>
                  </a:lnTo>
                  <a:lnTo>
                    <a:pt x="5663018" y="567367"/>
                  </a:lnTo>
                  <a:lnTo>
                    <a:pt x="5663143" y="567367"/>
                  </a:lnTo>
                  <a:lnTo>
                    <a:pt x="5663268" y="567367"/>
                  </a:lnTo>
                  <a:lnTo>
                    <a:pt x="5663393" y="567367"/>
                  </a:lnTo>
                  <a:lnTo>
                    <a:pt x="5663518" y="567367"/>
                  </a:lnTo>
                  <a:lnTo>
                    <a:pt x="5663643" y="567367"/>
                  </a:lnTo>
                  <a:lnTo>
                    <a:pt x="5663768" y="567367"/>
                  </a:lnTo>
                  <a:lnTo>
                    <a:pt x="5663893" y="567367"/>
                  </a:lnTo>
                  <a:lnTo>
                    <a:pt x="5664018" y="567367"/>
                  </a:lnTo>
                  <a:lnTo>
                    <a:pt x="5664143" y="567367"/>
                  </a:lnTo>
                  <a:lnTo>
                    <a:pt x="5664268" y="567367"/>
                  </a:lnTo>
                  <a:lnTo>
                    <a:pt x="5664393" y="567367"/>
                  </a:lnTo>
                  <a:lnTo>
                    <a:pt x="5664518" y="567367"/>
                  </a:lnTo>
                  <a:lnTo>
                    <a:pt x="5664643" y="567367"/>
                  </a:lnTo>
                  <a:lnTo>
                    <a:pt x="5664768" y="567367"/>
                  </a:lnTo>
                  <a:lnTo>
                    <a:pt x="5664893" y="567367"/>
                  </a:lnTo>
                  <a:lnTo>
                    <a:pt x="5665018" y="567367"/>
                  </a:lnTo>
                  <a:lnTo>
                    <a:pt x="5665143" y="567367"/>
                  </a:lnTo>
                  <a:lnTo>
                    <a:pt x="5665268" y="567367"/>
                  </a:lnTo>
                  <a:lnTo>
                    <a:pt x="5665393" y="567367"/>
                  </a:lnTo>
                  <a:lnTo>
                    <a:pt x="5665518" y="567367"/>
                  </a:lnTo>
                  <a:lnTo>
                    <a:pt x="5665644" y="567367"/>
                  </a:lnTo>
                  <a:lnTo>
                    <a:pt x="5665769" y="567367"/>
                  </a:lnTo>
                  <a:lnTo>
                    <a:pt x="5665894" y="567367"/>
                  </a:lnTo>
                  <a:lnTo>
                    <a:pt x="5666019" y="567367"/>
                  </a:lnTo>
                  <a:lnTo>
                    <a:pt x="5666144" y="567367"/>
                  </a:lnTo>
                  <a:lnTo>
                    <a:pt x="5666269" y="567367"/>
                  </a:lnTo>
                  <a:lnTo>
                    <a:pt x="5666394" y="567367"/>
                  </a:lnTo>
                  <a:lnTo>
                    <a:pt x="5666519" y="567367"/>
                  </a:lnTo>
                  <a:lnTo>
                    <a:pt x="5666644" y="567367"/>
                  </a:lnTo>
                  <a:lnTo>
                    <a:pt x="5666769" y="567367"/>
                  </a:lnTo>
                  <a:lnTo>
                    <a:pt x="5666894" y="567367"/>
                  </a:lnTo>
                  <a:lnTo>
                    <a:pt x="5667019" y="567367"/>
                  </a:lnTo>
                  <a:lnTo>
                    <a:pt x="5667144" y="567367"/>
                  </a:lnTo>
                  <a:lnTo>
                    <a:pt x="5667269" y="567367"/>
                  </a:lnTo>
                  <a:lnTo>
                    <a:pt x="5667394" y="567367"/>
                  </a:lnTo>
                  <a:lnTo>
                    <a:pt x="5667519" y="567367"/>
                  </a:lnTo>
                  <a:lnTo>
                    <a:pt x="5667644" y="567367"/>
                  </a:lnTo>
                  <a:lnTo>
                    <a:pt x="5667769" y="567367"/>
                  </a:lnTo>
                  <a:lnTo>
                    <a:pt x="5667894" y="567367"/>
                  </a:lnTo>
                  <a:lnTo>
                    <a:pt x="5668019" y="567367"/>
                  </a:lnTo>
                  <a:lnTo>
                    <a:pt x="5668144" y="567367"/>
                  </a:lnTo>
                  <a:lnTo>
                    <a:pt x="5668269" y="567367"/>
                  </a:lnTo>
                  <a:lnTo>
                    <a:pt x="5668394" y="567367"/>
                  </a:lnTo>
                  <a:lnTo>
                    <a:pt x="5668519" y="567367"/>
                  </a:lnTo>
                  <a:lnTo>
                    <a:pt x="5668645" y="567367"/>
                  </a:lnTo>
                  <a:lnTo>
                    <a:pt x="5668770" y="567367"/>
                  </a:lnTo>
                  <a:lnTo>
                    <a:pt x="5668895" y="567367"/>
                  </a:lnTo>
                  <a:lnTo>
                    <a:pt x="5669020" y="567367"/>
                  </a:lnTo>
                  <a:lnTo>
                    <a:pt x="5669145" y="567367"/>
                  </a:lnTo>
                  <a:lnTo>
                    <a:pt x="5669270" y="567367"/>
                  </a:lnTo>
                  <a:lnTo>
                    <a:pt x="5669395" y="567367"/>
                  </a:lnTo>
                  <a:lnTo>
                    <a:pt x="5669520" y="567367"/>
                  </a:lnTo>
                  <a:lnTo>
                    <a:pt x="5669645" y="567367"/>
                  </a:lnTo>
                  <a:lnTo>
                    <a:pt x="5669770" y="567367"/>
                  </a:lnTo>
                  <a:lnTo>
                    <a:pt x="5669895" y="567367"/>
                  </a:lnTo>
                  <a:lnTo>
                    <a:pt x="5670020" y="567367"/>
                  </a:lnTo>
                  <a:lnTo>
                    <a:pt x="5670145" y="567367"/>
                  </a:lnTo>
                  <a:lnTo>
                    <a:pt x="5670270" y="567367"/>
                  </a:lnTo>
                  <a:lnTo>
                    <a:pt x="5670395" y="567367"/>
                  </a:lnTo>
                  <a:lnTo>
                    <a:pt x="5670520" y="567367"/>
                  </a:lnTo>
                  <a:lnTo>
                    <a:pt x="5670645" y="567367"/>
                  </a:lnTo>
                  <a:lnTo>
                    <a:pt x="5670645" y="557414"/>
                  </a:lnTo>
                  <a:lnTo>
                    <a:pt x="5670770" y="557414"/>
                  </a:lnTo>
                  <a:lnTo>
                    <a:pt x="5670895" y="557414"/>
                  </a:lnTo>
                  <a:lnTo>
                    <a:pt x="5671020" y="557414"/>
                  </a:lnTo>
                  <a:lnTo>
                    <a:pt x="5671145" y="557414"/>
                  </a:lnTo>
                  <a:lnTo>
                    <a:pt x="5671270" y="557414"/>
                  </a:lnTo>
                  <a:lnTo>
                    <a:pt x="5671395" y="557414"/>
                  </a:lnTo>
                  <a:lnTo>
                    <a:pt x="5671520" y="557414"/>
                  </a:lnTo>
                  <a:lnTo>
                    <a:pt x="5671520" y="547460"/>
                  </a:lnTo>
                  <a:lnTo>
                    <a:pt x="5671646" y="547460"/>
                  </a:lnTo>
                  <a:lnTo>
                    <a:pt x="5671771" y="547460"/>
                  </a:lnTo>
                  <a:lnTo>
                    <a:pt x="5671896" y="547460"/>
                  </a:lnTo>
                  <a:lnTo>
                    <a:pt x="5672021" y="547460"/>
                  </a:lnTo>
                  <a:lnTo>
                    <a:pt x="5672146" y="547460"/>
                  </a:lnTo>
                  <a:lnTo>
                    <a:pt x="5672271" y="547460"/>
                  </a:lnTo>
                  <a:lnTo>
                    <a:pt x="5672396" y="547460"/>
                  </a:lnTo>
                  <a:lnTo>
                    <a:pt x="5672396" y="537506"/>
                  </a:lnTo>
                  <a:lnTo>
                    <a:pt x="5672521" y="537506"/>
                  </a:lnTo>
                  <a:lnTo>
                    <a:pt x="5672646" y="537506"/>
                  </a:lnTo>
                  <a:lnTo>
                    <a:pt x="5672771" y="537506"/>
                  </a:lnTo>
                  <a:lnTo>
                    <a:pt x="5672896" y="537506"/>
                  </a:lnTo>
                  <a:lnTo>
                    <a:pt x="5673021" y="537506"/>
                  </a:lnTo>
                  <a:lnTo>
                    <a:pt x="5673146" y="537506"/>
                  </a:lnTo>
                  <a:lnTo>
                    <a:pt x="5673271" y="537506"/>
                  </a:lnTo>
                  <a:lnTo>
                    <a:pt x="5673396" y="537506"/>
                  </a:lnTo>
                  <a:lnTo>
                    <a:pt x="5673521" y="537506"/>
                  </a:lnTo>
                  <a:lnTo>
                    <a:pt x="5673646" y="537506"/>
                  </a:lnTo>
                  <a:lnTo>
                    <a:pt x="5673771" y="537506"/>
                  </a:lnTo>
                  <a:lnTo>
                    <a:pt x="5673896" y="537506"/>
                  </a:lnTo>
                  <a:lnTo>
                    <a:pt x="5674021" y="537506"/>
                  </a:lnTo>
                  <a:lnTo>
                    <a:pt x="5674146" y="537506"/>
                  </a:lnTo>
                  <a:lnTo>
                    <a:pt x="5674271" y="537506"/>
                  </a:lnTo>
                  <a:lnTo>
                    <a:pt x="5674396" y="537506"/>
                  </a:lnTo>
                  <a:lnTo>
                    <a:pt x="5674521" y="537506"/>
                  </a:lnTo>
                  <a:lnTo>
                    <a:pt x="5674647" y="537506"/>
                  </a:lnTo>
                  <a:lnTo>
                    <a:pt x="5674772" y="537506"/>
                  </a:lnTo>
                  <a:lnTo>
                    <a:pt x="5674897" y="537506"/>
                  </a:lnTo>
                  <a:lnTo>
                    <a:pt x="5675022" y="537506"/>
                  </a:lnTo>
                  <a:lnTo>
                    <a:pt x="5675147" y="537506"/>
                  </a:lnTo>
                  <a:lnTo>
                    <a:pt x="5675272" y="537506"/>
                  </a:lnTo>
                  <a:lnTo>
                    <a:pt x="5675397" y="537506"/>
                  </a:lnTo>
                  <a:lnTo>
                    <a:pt x="5675522" y="537506"/>
                  </a:lnTo>
                  <a:lnTo>
                    <a:pt x="5675647" y="537506"/>
                  </a:lnTo>
                  <a:lnTo>
                    <a:pt x="5675772" y="537506"/>
                  </a:lnTo>
                  <a:lnTo>
                    <a:pt x="5675897" y="537506"/>
                  </a:lnTo>
                  <a:lnTo>
                    <a:pt x="5676022" y="537506"/>
                  </a:lnTo>
                  <a:lnTo>
                    <a:pt x="5676147" y="537506"/>
                  </a:lnTo>
                  <a:lnTo>
                    <a:pt x="5676272" y="537506"/>
                  </a:lnTo>
                  <a:lnTo>
                    <a:pt x="5676397" y="537506"/>
                  </a:lnTo>
                  <a:lnTo>
                    <a:pt x="5676522" y="537506"/>
                  </a:lnTo>
                  <a:lnTo>
                    <a:pt x="5676647" y="537506"/>
                  </a:lnTo>
                  <a:lnTo>
                    <a:pt x="5676772" y="537506"/>
                  </a:lnTo>
                  <a:lnTo>
                    <a:pt x="5676897" y="537506"/>
                  </a:lnTo>
                  <a:lnTo>
                    <a:pt x="5677022" y="537506"/>
                  </a:lnTo>
                  <a:lnTo>
                    <a:pt x="5677147" y="537506"/>
                  </a:lnTo>
                  <a:lnTo>
                    <a:pt x="5677272" y="537506"/>
                  </a:lnTo>
                  <a:lnTo>
                    <a:pt x="5677397" y="537506"/>
                  </a:lnTo>
                  <a:lnTo>
                    <a:pt x="5677522" y="537506"/>
                  </a:lnTo>
                  <a:lnTo>
                    <a:pt x="5677648" y="537506"/>
                  </a:lnTo>
                  <a:lnTo>
                    <a:pt x="5677773" y="537506"/>
                  </a:lnTo>
                  <a:lnTo>
                    <a:pt x="5677898" y="537506"/>
                  </a:lnTo>
                  <a:lnTo>
                    <a:pt x="5678023" y="537506"/>
                  </a:lnTo>
                  <a:lnTo>
                    <a:pt x="5678148" y="537506"/>
                  </a:lnTo>
                  <a:lnTo>
                    <a:pt x="5678273" y="537506"/>
                  </a:lnTo>
                  <a:lnTo>
                    <a:pt x="5678398" y="537506"/>
                  </a:lnTo>
                  <a:lnTo>
                    <a:pt x="5678523" y="537506"/>
                  </a:lnTo>
                  <a:lnTo>
                    <a:pt x="5678648" y="537506"/>
                  </a:lnTo>
                  <a:lnTo>
                    <a:pt x="5678773" y="537506"/>
                  </a:lnTo>
                  <a:lnTo>
                    <a:pt x="5678898" y="537506"/>
                  </a:lnTo>
                  <a:lnTo>
                    <a:pt x="5679023" y="537506"/>
                  </a:lnTo>
                  <a:lnTo>
                    <a:pt x="5679148" y="537506"/>
                  </a:lnTo>
                  <a:lnTo>
                    <a:pt x="5679273" y="537506"/>
                  </a:lnTo>
                  <a:lnTo>
                    <a:pt x="5679398" y="537506"/>
                  </a:lnTo>
                  <a:lnTo>
                    <a:pt x="5679523" y="537506"/>
                  </a:lnTo>
                  <a:lnTo>
                    <a:pt x="5679648" y="537506"/>
                  </a:lnTo>
                  <a:lnTo>
                    <a:pt x="5679773" y="537506"/>
                  </a:lnTo>
                  <a:lnTo>
                    <a:pt x="5679898" y="537506"/>
                  </a:lnTo>
                  <a:lnTo>
                    <a:pt x="5680023" y="537506"/>
                  </a:lnTo>
                  <a:lnTo>
                    <a:pt x="5680148" y="537506"/>
                  </a:lnTo>
                  <a:lnTo>
                    <a:pt x="5680273" y="537506"/>
                  </a:lnTo>
                  <a:lnTo>
                    <a:pt x="5680398" y="537506"/>
                  </a:lnTo>
                  <a:lnTo>
                    <a:pt x="5680523" y="537506"/>
                  </a:lnTo>
                  <a:lnTo>
                    <a:pt x="5680649" y="537506"/>
                  </a:lnTo>
                  <a:lnTo>
                    <a:pt x="5680774" y="537506"/>
                  </a:lnTo>
                  <a:lnTo>
                    <a:pt x="5680899" y="537506"/>
                  </a:lnTo>
                  <a:lnTo>
                    <a:pt x="5681024" y="537506"/>
                  </a:lnTo>
                  <a:lnTo>
                    <a:pt x="5681149" y="537506"/>
                  </a:lnTo>
                  <a:lnTo>
                    <a:pt x="5681274" y="537506"/>
                  </a:lnTo>
                  <a:lnTo>
                    <a:pt x="5681399" y="537506"/>
                  </a:lnTo>
                  <a:lnTo>
                    <a:pt x="5681524" y="537506"/>
                  </a:lnTo>
                  <a:lnTo>
                    <a:pt x="5681649" y="537506"/>
                  </a:lnTo>
                  <a:lnTo>
                    <a:pt x="5681774" y="537506"/>
                  </a:lnTo>
                  <a:lnTo>
                    <a:pt x="5681899" y="537506"/>
                  </a:lnTo>
                  <a:lnTo>
                    <a:pt x="5682024" y="537506"/>
                  </a:lnTo>
                  <a:lnTo>
                    <a:pt x="5682149" y="537506"/>
                  </a:lnTo>
                  <a:lnTo>
                    <a:pt x="5682274" y="537506"/>
                  </a:lnTo>
                  <a:lnTo>
                    <a:pt x="5682399" y="537506"/>
                  </a:lnTo>
                  <a:lnTo>
                    <a:pt x="5682524" y="537506"/>
                  </a:lnTo>
                  <a:lnTo>
                    <a:pt x="5682649" y="537506"/>
                  </a:lnTo>
                  <a:lnTo>
                    <a:pt x="5682774" y="537506"/>
                  </a:lnTo>
                  <a:lnTo>
                    <a:pt x="5682899" y="537506"/>
                  </a:lnTo>
                  <a:lnTo>
                    <a:pt x="5683024" y="537506"/>
                  </a:lnTo>
                  <a:lnTo>
                    <a:pt x="5683149" y="537506"/>
                  </a:lnTo>
                  <a:lnTo>
                    <a:pt x="5683274" y="537506"/>
                  </a:lnTo>
                  <a:lnTo>
                    <a:pt x="5683399" y="537506"/>
                  </a:lnTo>
                  <a:lnTo>
                    <a:pt x="5683524" y="537506"/>
                  </a:lnTo>
                  <a:lnTo>
                    <a:pt x="5683650" y="537506"/>
                  </a:lnTo>
                  <a:lnTo>
                    <a:pt x="5683775" y="537506"/>
                  </a:lnTo>
                  <a:lnTo>
                    <a:pt x="5683900" y="537506"/>
                  </a:lnTo>
                  <a:lnTo>
                    <a:pt x="5684025" y="537506"/>
                  </a:lnTo>
                  <a:lnTo>
                    <a:pt x="5684150" y="537506"/>
                  </a:lnTo>
                  <a:lnTo>
                    <a:pt x="5684275" y="537506"/>
                  </a:lnTo>
                  <a:lnTo>
                    <a:pt x="5684400" y="537506"/>
                  </a:lnTo>
                  <a:lnTo>
                    <a:pt x="5684525" y="537506"/>
                  </a:lnTo>
                  <a:lnTo>
                    <a:pt x="5684650" y="537506"/>
                  </a:lnTo>
                  <a:lnTo>
                    <a:pt x="5684775" y="537506"/>
                  </a:lnTo>
                  <a:lnTo>
                    <a:pt x="5684900" y="537506"/>
                  </a:lnTo>
                  <a:lnTo>
                    <a:pt x="5685025" y="537506"/>
                  </a:lnTo>
                  <a:lnTo>
                    <a:pt x="5685150" y="537506"/>
                  </a:lnTo>
                  <a:lnTo>
                    <a:pt x="5685275" y="537506"/>
                  </a:lnTo>
                  <a:lnTo>
                    <a:pt x="5685400" y="537506"/>
                  </a:lnTo>
                  <a:lnTo>
                    <a:pt x="5685525" y="537506"/>
                  </a:lnTo>
                  <a:lnTo>
                    <a:pt x="5685650" y="537506"/>
                  </a:lnTo>
                  <a:lnTo>
                    <a:pt x="5685775" y="537506"/>
                  </a:lnTo>
                  <a:lnTo>
                    <a:pt x="5685900" y="537506"/>
                  </a:lnTo>
                  <a:lnTo>
                    <a:pt x="5686025" y="537506"/>
                  </a:lnTo>
                  <a:lnTo>
                    <a:pt x="5686150" y="537506"/>
                  </a:lnTo>
                  <a:lnTo>
                    <a:pt x="5686275" y="537506"/>
                  </a:lnTo>
                  <a:lnTo>
                    <a:pt x="5686400" y="537506"/>
                  </a:lnTo>
                  <a:lnTo>
                    <a:pt x="5686525" y="537506"/>
                  </a:lnTo>
                  <a:lnTo>
                    <a:pt x="5686651" y="537506"/>
                  </a:lnTo>
                  <a:lnTo>
                    <a:pt x="5686776" y="537506"/>
                  </a:lnTo>
                  <a:lnTo>
                    <a:pt x="5686901" y="537506"/>
                  </a:lnTo>
                  <a:lnTo>
                    <a:pt x="5687026" y="537506"/>
                  </a:lnTo>
                  <a:lnTo>
                    <a:pt x="5687151" y="537506"/>
                  </a:lnTo>
                  <a:lnTo>
                    <a:pt x="5687151" y="527552"/>
                  </a:lnTo>
                  <a:lnTo>
                    <a:pt x="5687276" y="527552"/>
                  </a:lnTo>
                  <a:lnTo>
                    <a:pt x="5687401" y="527552"/>
                  </a:lnTo>
                  <a:lnTo>
                    <a:pt x="5687526" y="527552"/>
                  </a:lnTo>
                  <a:lnTo>
                    <a:pt x="5687651" y="527552"/>
                  </a:lnTo>
                  <a:lnTo>
                    <a:pt x="5687776" y="527552"/>
                  </a:lnTo>
                  <a:lnTo>
                    <a:pt x="5687901" y="527552"/>
                  </a:lnTo>
                  <a:lnTo>
                    <a:pt x="5688026" y="527552"/>
                  </a:lnTo>
                  <a:lnTo>
                    <a:pt x="5688151" y="527552"/>
                  </a:lnTo>
                  <a:lnTo>
                    <a:pt x="5688276" y="527552"/>
                  </a:lnTo>
                  <a:lnTo>
                    <a:pt x="5688401" y="527552"/>
                  </a:lnTo>
                  <a:lnTo>
                    <a:pt x="5688526" y="527552"/>
                  </a:lnTo>
                  <a:lnTo>
                    <a:pt x="5688651" y="527552"/>
                  </a:lnTo>
                  <a:lnTo>
                    <a:pt x="5688776" y="527552"/>
                  </a:lnTo>
                  <a:lnTo>
                    <a:pt x="5688901" y="527552"/>
                  </a:lnTo>
                  <a:lnTo>
                    <a:pt x="5689026" y="527552"/>
                  </a:lnTo>
                  <a:lnTo>
                    <a:pt x="5689151" y="527552"/>
                  </a:lnTo>
                  <a:lnTo>
                    <a:pt x="5689276" y="527552"/>
                  </a:lnTo>
                  <a:lnTo>
                    <a:pt x="5689401" y="527552"/>
                  </a:lnTo>
                  <a:lnTo>
                    <a:pt x="5689526" y="527552"/>
                  </a:lnTo>
                  <a:lnTo>
                    <a:pt x="5689652" y="527552"/>
                  </a:lnTo>
                  <a:lnTo>
                    <a:pt x="5689777" y="527552"/>
                  </a:lnTo>
                  <a:lnTo>
                    <a:pt x="5689902" y="527552"/>
                  </a:lnTo>
                  <a:lnTo>
                    <a:pt x="5690027" y="527552"/>
                  </a:lnTo>
                  <a:lnTo>
                    <a:pt x="5690152" y="527552"/>
                  </a:lnTo>
                  <a:lnTo>
                    <a:pt x="5690277" y="527552"/>
                  </a:lnTo>
                  <a:lnTo>
                    <a:pt x="5690402" y="527552"/>
                  </a:lnTo>
                  <a:lnTo>
                    <a:pt x="5690527" y="527552"/>
                  </a:lnTo>
                  <a:lnTo>
                    <a:pt x="5690652" y="527552"/>
                  </a:lnTo>
                  <a:lnTo>
                    <a:pt x="5690777" y="527552"/>
                  </a:lnTo>
                  <a:lnTo>
                    <a:pt x="5690902" y="527552"/>
                  </a:lnTo>
                  <a:lnTo>
                    <a:pt x="5691027" y="527552"/>
                  </a:lnTo>
                  <a:lnTo>
                    <a:pt x="5691152" y="527552"/>
                  </a:lnTo>
                  <a:lnTo>
                    <a:pt x="5691277" y="527552"/>
                  </a:lnTo>
                  <a:lnTo>
                    <a:pt x="5691402" y="527552"/>
                  </a:lnTo>
                  <a:lnTo>
                    <a:pt x="5691527" y="527552"/>
                  </a:lnTo>
                  <a:lnTo>
                    <a:pt x="5691652" y="527552"/>
                  </a:lnTo>
                  <a:lnTo>
                    <a:pt x="5691777" y="527552"/>
                  </a:lnTo>
                  <a:lnTo>
                    <a:pt x="5691902" y="527552"/>
                  </a:lnTo>
                  <a:lnTo>
                    <a:pt x="5692027" y="527552"/>
                  </a:lnTo>
                  <a:lnTo>
                    <a:pt x="5692152" y="527552"/>
                  </a:lnTo>
                  <a:lnTo>
                    <a:pt x="5692277" y="527552"/>
                  </a:lnTo>
                  <a:lnTo>
                    <a:pt x="5692402" y="527552"/>
                  </a:lnTo>
                  <a:lnTo>
                    <a:pt x="5692527" y="527552"/>
                  </a:lnTo>
                  <a:lnTo>
                    <a:pt x="5692653" y="527552"/>
                  </a:lnTo>
                  <a:lnTo>
                    <a:pt x="5692778" y="527552"/>
                  </a:lnTo>
                  <a:lnTo>
                    <a:pt x="5692903" y="527552"/>
                  </a:lnTo>
                  <a:lnTo>
                    <a:pt x="5693028" y="527552"/>
                  </a:lnTo>
                  <a:lnTo>
                    <a:pt x="5693153" y="527552"/>
                  </a:lnTo>
                  <a:lnTo>
                    <a:pt x="5693278" y="527552"/>
                  </a:lnTo>
                  <a:lnTo>
                    <a:pt x="5693403" y="527552"/>
                  </a:lnTo>
                  <a:lnTo>
                    <a:pt x="5693528" y="527552"/>
                  </a:lnTo>
                  <a:lnTo>
                    <a:pt x="5693653" y="527552"/>
                  </a:lnTo>
                  <a:lnTo>
                    <a:pt x="5693778" y="527552"/>
                  </a:lnTo>
                  <a:lnTo>
                    <a:pt x="5693903" y="527552"/>
                  </a:lnTo>
                  <a:lnTo>
                    <a:pt x="5694028" y="527552"/>
                  </a:lnTo>
                  <a:lnTo>
                    <a:pt x="5694153" y="527552"/>
                  </a:lnTo>
                  <a:lnTo>
                    <a:pt x="5694278" y="527552"/>
                  </a:lnTo>
                  <a:lnTo>
                    <a:pt x="5694403" y="527552"/>
                  </a:lnTo>
                  <a:lnTo>
                    <a:pt x="5694528" y="527552"/>
                  </a:lnTo>
                  <a:lnTo>
                    <a:pt x="5694653" y="527552"/>
                  </a:lnTo>
                  <a:lnTo>
                    <a:pt x="5694778" y="527552"/>
                  </a:lnTo>
                  <a:lnTo>
                    <a:pt x="5694903" y="527552"/>
                  </a:lnTo>
                  <a:lnTo>
                    <a:pt x="5695028" y="527552"/>
                  </a:lnTo>
                  <a:lnTo>
                    <a:pt x="5695153" y="527552"/>
                  </a:lnTo>
                  <a:lnTo>
                    <a:pt x="5695278" y="527552"/>
                  </a:lnTo>
                  <a:lnTo>
                    <a:pt x="5695403" y="527552"/>
                  </a:lnTo>
                  <a:lnTo>
                    <a:pt x="5695528" y="527552"/>
                  </a:lnTo>
                  <a:lnTo>
                    <a:pt x="5695654" y="527552"/>
                  </a:lnTo>
                  <a:lnTo>
                    <a:pt x="5695779" y="527552"/>
                  </a:lnTo>
                  <a:lnTo>
                    <a:pt x="5695904" y="527552"/>
                  </a:lnTo>
                  <a:lnTo>
                    <a:pt x="5696029" y="527552"/>
                  </a:lnTo>
                  <a:lnTo>
                    <a:pt x="5696154" y="527552"/>
                  </a:lnTo>
                  <a:lnTo>
                    <a:pt x="5696279" y="527552"/>
                  </a:lnTo>
                  <a:lnTo>
                    <a:pt x="5696404" y="527552"/>
                  </a:lnTo>
                  <a:lnTo>
                    <a:pt x="5696529" y="527552"/>
                  </a:lnTo>
                  <a:lnTo>
                    <a:pt x="5696529" y="517598"/>
                  </a:lnTo>
                  <a:lnTo>
                    <a:pt x="5696654" y="517598"/>
                  </a:lnTo>
                  <a:lnTo>
                    <a:pt x="5696779" y="517598"/>
                  </a:lnTo>
                  <a:lnTo>
                    <a:pt x="5696904" y="517598"/>
                  </a:lnTo>
                  <a:lnTo>
                    <a:pt x="5697029" y="517598"/>
                  </a:lnTo>
                  <a:lnTo>
                    <a:pt x="5697154" y="517598"/>
                  </a:lnTo>
                  <a:lnTo>
                    <a:pt x="5697279" y="517598"/>
                  </a:lnTo>
                  <a:lnTo>
                    <a:pt x="5697404" y="517598"/>
                  </a:lnTo>
                  <a:lnTo>
                    <a:pt x="5697529" y="517598"/>
                  </a:lnTo>
                  <a:lnTo>
                    <a:pt x="5697654" y="517598"/>
                  </a:lnTo>
                  <a:lnTo>
                    <a:pt x="5697779" y="517598"/>
                  </a:lnTo>
                  <a:lnTo>
                    <a:pt x="5697904" y="517598"/>
                  </a:lnTo>
                  <a:lnTo>
                    <a:pt x="5698029" y="517598"/>
                  </a:lnTo>
                  <a:lnTo>
                    <a:pt x="5698154" y="517598"/>
                  </a:lnTo>
                  <a:lnTo>
                    <a:pt x="5698279" y="517598"/>
                  </a:lnTo>
                  <a:lnTo>
                    <a:pt x="5698404" y="517598"/>
                  </a:lnTo>
                  <a:lnTo>
                    <a:pt x="5698529" y="517598"/>
                  </a:lnTo>
                  <a:lnTo>
                    <a:pt x="5698655" y="517598"/>
                  </a:lnTo>
                  <a:lnTo>
                    <a:pt x="5698780" y="517598"/>
                  </a:lnTo>
                  <a:lnTo>
                    <a:pt x="5698905" y="517598"/>
                  </a:lnTo>
                  <a:lnTo>
                    <a:pt x="5699030" y="517598"/>
                  </a:lnTo>
                  <a:lnTo>
                    <a:pt x="5699155" y="517598"/>
                  </a:lnTo>
                  <a:lnTo>
                    <a:pt x="5699280" y="517598"/>
                  </a:lnTo>
                  <a:lnTo>
                    <a:pt x="5699405" y="517598"/>
                  </a:lnTo>
                  <a:lnTo>
                    <a:pt x="5699530" y="517598"/>
                  </a:lnTo>
                  <a:lnTo>
                    <a:pt x="5699655" y="517598"/>
                  </a:lnTo>
                  <a:lnTo>
                    <a:pt x="5699780" y="517598"/>
                  </a:lnTo>
                  <a:lnTo>
                    <a:pt x="5699905" y="517598"/>
                  </a:lnTo>
                  <a:lnTo>
                    <a:pt x="5700030" y="517598"/>
                  </a:lnTo>
                  <a:lnTo>
                    <a:pt x="5700155" y="517598"/>
                  </a:lnTo>
                  <a:lnTo>
                    <a:pt x="5700280" y="517598"/>
                  </a:lnTo>
                  <a:lnTo>
                    <a:pt x="5700405" y="517598"/>
                  </a:lnTo>
                  <a:lnTo>
                    <a:pt x="5700530" y="517598"/>
                  </a:lnTo>
                  <a:lnTo>
                    <a:pt x="5700655" y="517598"/>
                  </a:lnTo>
                  <a:lnTo>
                    <a:pt x="5700780" y="517598"/>
                  </a:lnTo>
                  <a:lnTo>
                    <a:pt x="5700905" y="517598"/>
                  </a:lnTo>
                  <a:lnTo>
                    <a:pt x="5701030" y="517598"/>
                  </a:lnTo>
                  <a:lnTo>
                    <a:pt x="5701155" y="517598"/>
                  </a:lnTo>
                  <a:lnTo>
                    <a:pt x="5701280" y="517598"/>
                  </a:lnTo>
                  <a:lnTo>
                    <a:pt x="5701405" y="517598"/>
                  </a:lnTo>
                  <a:lnTo>
                    <a:pt x="5701530" y="517598"/>
                  </a:lnTo>
                  <a:lnTo>
                    <a:pt x="5701656" y="517598"/>
                  </a:lnTo>
                  <a:lnTo>
                    <a:pt x="5701781" y="517598"/>
                  </a:lnTo>
                  <a:lnTo>
                    <a:pt x="5701906" y="517598"/>
                  </a:lnTo>
                  <a:lnTo>
                    <a:pt x="5702031" y="517598"/>
                  </a:lnTo>
                  <a:lnTo>
                    <a:pt x="5702156" y="517598"/>
                  </a:lnTo>
                  <a:lnTo>
                    <a:pt x="5702281" y="517598"/>
                  </a:lnTo>
                  <a:lnTo>
                    <a:pt x="5702406" y="517598"/>
                  </a:lnTo>
                  <a:lnTo>
                    <a:pt x="5702531" y="517598"/>
                  </a:lnTo>
                  <a:lnTo>
                    <a:pt x="5702656" y="517598"/>
                  </a:lnTo>
                  <a:lnTo>
                    <a:pt x="5702781" y="517598"/>
                  </a:lnTo>
                  <a:lnTo>
                    <a:pt x="5702906" y="517598"/>
                  </a:lnTo>
                  <a:lnTo>
                    <a:pt x="5703031" y="517598"/>
                  </a:lnTo>
                  <a:lnTo>
                    <a:pt x="5703156" y="517598"/>
                  </a:lnTo>
                  <a:lnTo>
                    <a:pt x="5703281" y="517598"/>
                  </a:lnTo>
                  <a:lnTo>
                    <a:pt x="5703406" y="517598"/>
                  </a:lnTo>
                  <a:lnTo>
                    <a:pt x="5703531" y="517598"/>
                  </a:lnTo>
                  <a:lnTo>
                    <a:pt x="5703656" y="517598"/>
                  </a:lnTo>
                  <a:lnTo>
                    <a:pt x="5703781" y="517598"/>
                  </a:lnTo>
                  <a:lnTo>
                    <a:pt x="5703906" y="517598"/>
                  </a:lnTo>
                  <a:lnTo>
                    <a:pt x="5704031" y="517598"/>
                  </a:lnTo>
                  <a:lnTo>
                    <a:pt x="5704156" y="517598"/>
                  </a:lnTo>
                  <a:lnTo>
                    <a:pt x="5704281" y="517598"/>
                  </a:lnTo>
                  <a:lnTo>
                    <a:pt x="5704406" y="517598"/>
                  </a:lnTo>
                  <a:lnTo>
                    <a:pt x="5704532" y="517598"/>
                  </a:lnTo>
                  <a:lnTo>
                    <a:pt x="5704657" y="517598"/>
                  </a:lnTo>
                  <a:lnTo>
                    <a:pt x="5704782" y="517598"/>
                  </a:lnTo>
                  <a:lnTo>
                    <a:pt x="5704907" y="517598"/>
                  </a:lnTo>
                  <a:lnTo>
                    <a:pt x="5705032" y="517598"/>
                  </a:lnTo>
                  <a:lnTo>
                    <a:pt x="5705157" y="517598"/>
                  </a:lnTo>
                  <a:lnTo>
                    <a:pt x="5705282" y="517598"/>
                  </a:lnTo>
                  <a:lnTo>
                    <a:pt x="5705407" y="517598"/>
                  </a:lnTo>
                  <a:lnTo>
                    <a:pt x="5705532" y="517598"/>
                  </a:lnTo>
                  <a:lnTo>
                    <a:pt x="5705657" y="517598"/>
                  </a:lnTo>
                  <a:lnTo>
                    <a:pt x="5705782" y="517598"/>
                  </a:lnTo>
                  <a:lnTo>
                    <a:pt x="5705907" y="517598"/>
                  </a:lnTo>
                  <a:lnTo>
                    <a:pt x="5706032" y="517598"/>
                  </a:lnTo>
                  <a:lnTo>
                    <a:pt x="5706157" y="517598"/>
                  </a:lnTo>
                  <a:lnTo>
                    <a:pt x="5706282" y="517598"/>
                  </a:lnTo>
                  <a:lnTo>
                    <a:pt x="5706407" y="517598"/>
                  </a:lnTo>
                  <a:lnTo>
                    <a:pt x="5706532" y="517598"/>
                  </a:lnTo>
                  <a:lnTo>
                    <a:pt x="5706657" y="517598"/>
                  </a:lnTo>
                  <a:lnTo>
                    <a:pt x="5706782" y="517598"/>
                  </a:lnTo>
                  <a:lnTo>
                    <a:pt x="5706907" y="517598"/>
                  </a:lnTo>
                  <a:lnTo>
                    <a:pt x="5707032" y="517598"/>
                  </a:lnTo>
                  <a:lnTo>
                    <a:pt x="5707157" y="517598"/>
                  </a:lnTo>
                  <a:lnTo>
                    <a:pt x="5707282" y="517598"/>
                  </a:lnTo>
                  <a:lnTo>
                    <a:pt x="5707407" y="517598"/>
                  </a:lnTo>
                  <a:lnTo>
                    <a:pt x="5707533" y="517598"/>
                  </a:lnTo>
                  <a:lnTo>
                    <a:pt x="5707658" y="517598"/>
                  </a:lnTo>
                  <a:lnTo>
                    <a:pt x="5707783" y="517598"/>
                  </a:lnTo>
                  <a:lnTo>
                    <a:pt x="5707908" y="517598"/>
                  </a:lnTo>
                  <a:lnTo>
                    <a:pt x="5708033" y="517598"/>
                  </a:lnTo>
                  <a:lnTo>
                    <a:pt x="5708158" y="517598"/>
                  </a:lnTo>
                  <a:lnTo>
                    <a:pt x="5708283" y="517598"/>
                  </a:lnTo>
                  <a:lnTo>
                    <a:pt x="5708408" y="517598"/>
                  </a:lnTo>
                  <a:lnTo>
                    <a:pt x="5708533" y="517598"/>
                  </a:lnTo>
                  <a:lnTo>
                    <a:pt x="5708658" y="517598"/>
                  </a:lnTo>
                  <a:lnTo>
                    <a:pt x="5708783" y="517598"/>
                  </a:lnTo>
                  <a:lnTo>
                    <a:pt x="5708908" y="517598"/>
                  </a:lnTo>
                  <a:lnTo>
                    <a:pt x="5709033" y="517598"/>
                  </a:lnTo>
                  <a:lnTo>
                    <a:pt x="5709158" y="517598"/>
                  </a:lnTo>
                  <a:lnTo>
                    <a:pt x="5709283" y="517598"/>
                  </a:lnTo>
                  <a:lnTo>
                    <a:pt x="5709408" y="517598"/>
                  </a:lnTo>
                  <a:lnTo>
                    <a:pt x="5709533" y="517598"/>
                  </a:lnTo>
                  <a:lnTo>
                    <a:pt x="5709658" y="517598"/>
                  </a:lnTo>
                  <a:lnTo>
                    <a:pt x="5709783" y="517598"/>
                  </a:lnTo>
                  <a:lnTo>
                    <a:pt x="5709908" y="517598"/>
                  </a:lnTo>
                  <a:lnTo>
                    <a:pt x="5710033" y="517598"/>
                  </a:lnTo>
                  <a:lnTo>
                    <a:pt x="5710158" y="517598"/>
                  </a:lnTo>
                  <a:lnTo>
                    <a:pt x="5710283" y="517598"/>
                  </a:lnTo>
                  <a:lnTo>
                    <a:pt x="5710408" y="517598"/>
                  </a:lnTo>
                  <a:lnTo>
                    <a:pt x="5710534" y="517598"/>
                  </a:lnTo>
                  <a:lnTo>
                    <a:pt x="5710659" y="517598"/>
                  </a:lnTo>
                  <a:lnTo>
                    <a:pt x="5710784" y="517598"/>
                  </a:lnTo>
                  <a:lnTo>
                    <a:pt x="5710909" y="517598"/>
                  </a:lnTo>
                  <a:lnTo>
                    <a:pt x="5711034" y="517598"/>
                  </a:lnTo>
                  <a:lnTo>
                    <a:pt x="5711159" y="517598"/>
                  </a:lnTo>
                  <a:lnTo>
                    <a:pt x="5711284" y="517598"/>
                  </a:lnTo>
                  <a:lnTo>
                    <a:pt x="5711409" y="517598"/>
                  </a:lnTo>
                  <a:lnTo>
                    <a:pt x="5711534" y="517598"/>
                  </a:lnTo>
                  <a:lnTo>
                    <a:pt x="5711659" y="517598"/>
                  </a:lnTo>
                  <a:lnTo>
                    <a:pt x="5711784" y="517598"/>
                  </a:lnTo>
                  <a:lnTo>
                    <a:pt x="5711909" y="517598"/>
                  </a:lnTo>
                  <a:lnTo>
                    <a:pt x="5712034" y="517598"/>
                  </a:lnTo>
                  <a:lnTo>
                    <a:pt x="5712159" y="517598"/>
                  </a:lnTo>
                  <a:lnTo>
                    <a:pt x="5712284" y="517598"/>
                  </a:lnTo>
                  <a:lnTo>
                    <a:pt x="5712409" y="517598"/>
                  </a:lnTo>
                  <a:lnTo>
                    <a:pt x="5712534" y="517598"/>
                  </a:lnTo>
                  <a:lnTo>
                    <a:pt x="5712659" y="517598"/>
                  </a:lnTo>
                  <a:lnTo>
                    <a:pt x="5712784" y="517598"/>
                  </a:lnTo>
                  <a:lnTo>
                    <a:pt x="5712909" y="517598"/>
                  </a:lnTo>
                  <a:lnTo>
                    <a:pt x="5713034" y="517598"/>
                  </a:lnTo>
                  <a:lnTo>
                    <a:pt x="5713159" y="517598"/>
                  </a:lnTo>
                  <a:lnTo>
                    <a:pt x="5713284" y="517598"/>
                  </a:lnTo>
                  <a:lnTo>
                    <a:pt x="5713409" y="517598"/>
                  </a:lnTo>
                  <a:lnTo>
                    <a:pt x="5713535" y="517598"/>
                  </a:lnTo>
                  <a:lnTo>
                    <a:pt x="5713660" y="517598"/>
                  </a:lnTo>
                  <a:lnTo>
                    <a:pt x="5713785" y="517598"/>
                  </a:lnTo>
                  <a:lnTo>
                    <a:pt x="5713910" y="517598"/>
                  </a:lnTo>
                  <a:lnTo>
                    <a:pt x="5714035" y="517598"/>
                  </a:lnTo>
                  <a:lnTo>
                    <a:pt x="5714160" y="517598"/>
                  </a:lnTo>
                  <a:lnTo>
                    <a:pt x="5714285" y="517598"/>
                  </a:lnTo>
                  <a:lnTo>
                    <a:pt x="5714410" y="517598"/>
                  </a:lnTo>
                  <a:lnTo>
                    <a:pt x="5714535" y="517598"/>
                  </a:lnTo>
                  <a:lnTo>
                    <a:pt x="5714660" y="517598"/>
                  </a:lnTo>
                  <a:lnTo>
                    <a:pt x="5714785" y="517598"/>
                  </a:lnTo>
                  <a:lnTo>
                    <a:pt x="5714910" y="517598"/>
                  </a:lnTo>
                  <a:lnTo>
                    <a:pt x="5715035" y="517598"/>
                  </a:lnTo>
                  <a:lnTo>
                    <a:pt x="5715160" y="517598"/>
                  </a:lnTo>
                  <a:lnTo>
                    <a:pt x="5715285" y="517598"/>
                  </a:lnTo>
                  <a:lnTo>
                    <a:pt x="5715410" y="517598"/>
                  </a:lnTo>
                  <a:lnTo>
                    <a:pt x="5715535" y="517598"/>
                  </a:lnTo>
                  <a:lnTo>
                    <a:pt x="5715660" y="517598"/>
                  </a:lnTo>
                  <a:lnTo>
                    <a:pt x="5715785" y="517598"/>
                  </a:lnTo>
                  <a:lnTo>
                    <a:pt x="5715910" y="517598"/>
                  </a:lnTo>
                  <a:lnTo>
                    <a:pt x="5716035" y="517598"/>
                  </a:lnTo>
                  <a:lnTo>
                    <a:pt x="5716160" y="517598"/>
                  </a:lnTo>
                  <a:lnTo>
                    <a:pt x="5716285" y="517598"/>
                  </a:lnTo>
                  <a:lnTo>
                    <a:pt x="5716410" y="517598"/>
                  </a:lnTo>
                  <a:lnTo>
                    <a:pt x="5716536" y="517598"/>
                  </a:lnTo>
                  <a:lnTo>
                    <a:pt x="5716661" y="517598"/>
                  </a:lnTo>
                  <a:lnTo>
                    <a:pt x="5716786" y="517598"/>
                  </a:lnTo>
                  <a:lnTo>
                    <a:pt x="5716911" y="517598"/>
                  </a:lnTo>
                  <a:lnTo>
                    <a:pt x="5717036" y="517598"/>
                  </a:lnTo>
                  <a:lnTo>
                    <a:pt x="5717161" y="517598"/>
                  </a:lnTo>
                  <a:lnTo>
                    <a:pt x="5717286" y="517598"/>
                  </a:lnTo>
                  <a:lnTo>
                    <a:pt x="5717411" y="517598"/>
                  </a:lnTo>
                  <a:lnTo>
                    <a:pt x="5717536" y="517598"/>
                  </a:lnTo>
                  <a:lnTo>
                    <a:pt x="5717661" y="517598"/>
                  </a:lnTo>
                  <a:lnTo>
                    <a:pt x="5717786" y="517598"/>
                  </a:lnTo>
                  <a:lnTo>
                    <a:pt x="5717911" y="517598"/>
                  </a:lnTo>
                  <a:lnTo>
                    <a:pt x="5718036" y="517598"/>
                  </a:lnTo>
                  <a:lnTo>
                    <a:pt x="5718161" y="517598"/>
                  </a:lnTo>
                  <a:lnTo>
                    <a:pt x="5718286" y="517598"/>
                  </a:lnTo>
                  <a:lnTo>
                    <a:pt x="5718411" y="517598"/>
                  </a:lnTo>
                  <a:lnTo>
                    <a:pt x="5718536" y="517598"/>
                  </a:lnTo>
                  <a:lnTo>
                    <a:pt x="5718661" y="517598"/>
                  </a:lnTo>
                  <a:lnTo>
                    <a:pt x="5718786" y="517598"/>
                  </a:lnTo>
                  <a:lnTo>
                    <a:pt x="5718911" y="517598"/>
                  </a:lnTo>
                  <a:lnTo>
                    <a:pt x="5719036" y="517598"/>
                  </a:lnTo>
                  <a:lnTo>
                    <a:pt x="5719161" y="517598"/>
                  </a:lnTo>
                  <a:lnTo>
                    <a:pt x="5719286" y="517598"/>
                  </a:lnTo>
                  <a:lnTo>
                    <a:pt x="5719286" y="507644"/>
                  </a:lnTo>
                  <a:lnTo>
                    <a:pt x="5719411" y="507644"/>
                  </a:lnTo>
                  <a:lnTo>
                    <a:pt x="5719537" y="507644"/>
                  </a:lnTo>
                  <a:lnTo>
                    <a:pt x="5719662" y="507644"/>
                  </a:lnTo>
                  <a:lnTo>
                    <a:pt x="5719787" y="507644"/>
                  </a:lnTo>
                  <a:lnTo>
                    <a:pt x="5719912" y="507644"/>
                  </a:lnTo>
                  <a:lnTo>
                    <a:pt x="5720037" y="507644"/>
                  </a:lnTo>
                  <a:lnTo>
                    <a:pt x="5720162" y="507644"/>
                  </a:lnTo>
                  <a:lnTo>
                    <a:pt x="5720287" y="507644"/>
                  </a:lnTo>
                  <a:lnTo>
                    <a:pt x="5720412" y="507644"/>
                  </a:lnTo>
                  <a:lnTo>
                    <a:pt x="5720537" y="507644"/>
                  </a:lnTo>
                  <a:lnTo>
                    <a:pt x="5720662" y="507644"/>
                  </a:lnTo>
                  <a:lnTo>
                    <a:pt x="5720787" y="507644"/>
                  </a:lnTo>
                  <a:lnTo>
                    <a:pt x="5720912" y="507644"/>
                  </a:lnTo>
                  <a:lnTo>
                    <a:pt x="5721037" y="507644"/>
                  </a:lnTo>
                  <a:lnTo>
                    <a:pt x="5721162" y="507644"/>
                  </a:lnTo>
                  <a:lnTo>
                    <a:pt x="5721287" y="507644"/>
                  </a:lnTo>
                  <a:lnTo>
                    <a:pt x="5721412" y="507644"/>
                  </a:lnTo>
                  <a:lnTo>
                    <a:pt x="5721537" y="507644"/>
                  </a:lnTo>
                  <a:lnTo>
                    <a:pt x="5721662" y="507644"/>
                  </a:lnTo>
                  <a:lnTo>
                    <a:pt x="5721787" y="507644"/>
                  </a:lnTo>
                  <a:lnTo>
                    <a:pt x="5721912" y="507644"/>
                  </a:lnTo>
                  <a:lnTo>
                    <a:pt x="5722037" y="507644"/>
                  </a:lnTo>
                  <a:lnTo>
                    <a:pt x="5722162" y="507644"/>
                  </a:lnTo>
                  <a:lnTo>
                    <a:pt x="5722287" y="507644"/>
                  </a:lnTo>
                  <a:lnTo>
                    <a:pt x="5722412" y="507644"/>
                  </a:lnTo>
                  <a:lnTo>
                    <a:pt x="5722538" y="507644"/>
                  </a:lnTo>
                  <a:lnTo>
                    <a:pt x="5722663" y="507644"/>
                  </a:lnTo>
                  <a:lnTo>
                    <a:pt x="5722788" y="507644"/>
                  </a:lnTo>
                  <a:lnTo>
                    <a:pt x="5722913" y="507644"/>
                  </a:lnTo>
                  <a:lnTo>
                    <a:pt x="5723038" y="507644"/>
                  </a:lnTo>
                  <a:lnTo>
                    <a:pt x="5723163" y="507644"/>
                  </a:lnTo>
                  <a:lnTo>
                    <a:pt x="5723288" y="507644"/>
                  </a:lnTo>
                  <a:lnTo>
                    <a:pt x="5723413" y="507644"/>
                  </a:lnTo>
                  <a:lnTo>
                    <a:pt x="5723538" y="507644"/>
                  </a:lnTo>
                  <a:lnTo>
                    <a:pt x="5723663" y="507644"/>
                  </a:lnTo>
                  <a:lnTo>
                    <a:pt x="5723788" y="507644"/>
                  </a:lnTo>
                  <a:lnTo>
                    <a:pt x="5723913" y="507644"/>
                  </a:lnTo>
                  <a:lnTo>
                    <a:pt x="5724038" y="507644"/>
                  </a:lnTo>
                  <a:lnTo>
                    <a:pt x="5724163" y="507644"/>
                  </a:lnTo>
                  <a:lnTo>
                    <a:pt x="5724288" y="507644"/>
                  </a:lnTo>
                  <a:lnTo>
                    <a:pt x="5724413" y="507644"/>
                  </a:lnTo>
                  <a:lnTo>
                    <a:pt x="5724538" y="507644"/>
                  </a:lnTo>
                  <a:lnTo>
                    <a:pt x="5724663" y="507644"/>
                  </a:lnTo>
                  <a:lnTo>
                    <a:pt x="5724788" y="507644"/>
                  </a:lnTo>
                  <a:lnTo>
                    <a:pt x="5724913" y="507644"/>
                  </a:lnTo>
                  <a:lnTo>
                    <a:pt x="5725038" y="507644"/>
                  </a:lnTo>
                  <a:lnTo>
                    <a:pt x="5725163" y="507644"/>
                  </a:lnTo>
                  <a:lnTo>
                    <a:pt x="5725288" y="507644"/>
                  </a:lnTo>
                  <a:lnTo>
                    <a:pt x="5725413" y="507644"/>
                  </a:lnTo>
                  <a:lnTo>
                    <a:pt x="5725539" y="507644"/>
                  </a:lnTo>
                  <a:lnTo>
                    <a:pt x="5725664" y="507644"/>
                  </a:lnTo>
                  <a:lnTo>
                    <a:pt x="5725789" y="507644"/>
                  </a:lnTo>
                  <a:lnTo>
                    <a:pt x="5725914" y="507644"/>
                  </a:lnTo>
                  <a:lnTo>
                    <a:pt x="5726039" y="507644"/>
                  </a:lnTo>
                  <a:lnTo>
                    <a:pt x="5726164" y="507644"/>
                  </a:lnTo>
                  <a:lnTo>
                    <a:pt x="5726289" y="507644"/>
                  </a:lnTo>
                  <a:lnTo>
                    <a:pt x="5726414" y="507644"/>
                  </a:lnTo>
                  <a:lnTo>
                    <a:pt x="5726539" y="507644"/>
                  </a:lnTo>
                  <a:lnTo>
                    <a:pt x="5726664" y="507644"/>
                  </a:lnTo>
                  <a:lnTo>
                    <a:pt x="5726789" y="507644"/>
                  </a:lnTo>
                  <a:lnTo>
                    <a:pt x="5726914" y="507644"/>
                  </a:lnTo>
                  <a:lnTo>
                    <a:pt x="5727039" y="507644"/>
                  </a:lnTo>
                  <a:lnTo>
                    <a:pt x="5727164" y="507644"/>
                  </a:lnTo>
                  <a:lnTo>
                    <a:pt x="5727289" y="507644"/>
                  </a:lnTo>
                  <a:lnTo>
                    <a:pt x="5727414" y="507644"/>
                  </a:lnTo>
                  <a:lnTo>
                    <a:pt x="5727539" y="507644"/>
                  </a:lnTo>
                  <a:lnTo>
                    <a:pt x="5727664" y="507644"/>
                  </a:lnTo>
                  <a:lnTo>
                    <a:pt x="5727789" y="507644"/>
                  </a:lnTo>
                  <a:lnTo>
                    <a:pt x="5727914" y="507644"/>
                  </a:lnTo>
                  <a:lnTo>
                    <a:pt x="5728039" y="507644"/>
                  </a:lnTo>
                  <a:lnTo>
                    <a:pt x="5728164" y="507644"/>
                  </a:lnTo>
                  <a:lnTo>
                    <a:pt x="5728289" y="507644"/>
                  </a:lnTo>
                  <a:lnTo>
                    <a:pt x="5728414" y="507644"/>
                  </a:lnTo>
                  <a:lnTo>
                    <a:pt x="5728540" y="507644"/>
                  </a:lnTo>
                  <a:lnTo>
                    <a:pt x="5728665" y="507644"/>
                  </a:lnTo>
                  <a:lnTo>
                    <a:pt x="5728790" y="507644"/>
                  </a:lnTo>
                  <a:lnTo>
                    <a:pt x="5728915" y="507644"/>
                  </a:lnTo>
                  <a:lnTo>
                    <a:pt x="5729040" y="507644"/>
                  </a:lnTo>
                  <a:lnTo>
                    <a:pt x="5729165" y="507644"/>
                  </a:lnTo>
                  <a:lnTo>
                    <a:pt x="5729290" y="507644"/>
                  </a:lnTo>
                  <a:lnTo>
                    <a:pt x="5729415" y="507644"/>
                  </a:lnTo>
                  <a:lnTo>
                    <a:pt x="5729540" y="507644"/>
                  </a:lnTo>
                  <a:lnTo>
                    <a:pt x="5729665" y="507644"/>
                  </a:lnTo>
                  <a:lnTo>
                    <a:pt x="5729790" y="507644"/>
                  </a:lnTo>
                  <a:lnTo>
                    <a:pt x="5729915" y="507644"/>
                  </a:lnTo>
                  <a:lnTo>
                    <a:pt x="5730040" y="507644"/>
                  </a:lnTo>
                  <a:lnTo>
                    <a:pt x="5730165" y="507644"/>
                  </a:lnTo>
                  <a:lnTo>
                    <a:pt x="5730290" y="507644"/>
                  </a:lnTo>
                  <a:lnTo>
                    <a:pt x="5730415" y="507644"/>
                  </a:lnTo>
                  <a:lnTo>
                    <a:pt x="5730540" y="507644"/>
                  </a:lnTo>
                  <a:lnTo>
                    <a:pt x="5730665" y="507644"/>
                  </a:lnTo>
                  <a:lnTo>
                    <a:pt x="5730790" y="507644"/>
                  </a:lnTo>
                  <a:lnTo>
                    <a:pt x="5730915" y="507644"/>
                  </a:lnTo>
                  <a:lnTo>
                    <a:pt x="5731040" y="507644"/>
                  </a:lnTo>
                  <a:lnTo>
                    <a:pt x="5731165" y="507644"/>
                  </a:lnTo>
                  <a:lnTo>
                    <a:pt x="5731290" y="507644"/>
                  </a:lnTo>
                  <a:lnTo>
                    <a:pt x="5731415" y="507644"/>
                  </a:lnTo>
                  <a:lnTo>
                    <a:pt x="5731541" y="507644"/>
                  </a:lnTo>
                  <a:lnTo>
                    <a:pt x="5731666" y="507644"/>
                  </a:lnTo>
                  <a:lnTo>
                    <a:pt x="5731791" y="507644"/>
                  </a:lnTo>
                  <a:lnTo>
                    <a:pt x="5731916" y="507644"/>
                  </a:lnTo>
                  <a:lnTo>
                    <a:pt x="5732041" y="507644"/>
                  </a:lnTo>
                  <a:lnTo>
                    <a:pt x="5732166" y="507644"/>
                  </a:lnTo>
                  <a:lnTo>
                    <a:pt x="5732291" y="507644"/>
                  </a:lnTo>
                  <a:lnTo>
                    <a:pt x="5732416" y="507644"/>
                  </a:lnTo>
                  <a:lnTo>
                    <a:pt x="5732541" y="507644"/>
                  </a:lnTo>
                  <a:lnTo>
                    <a:pt x="5732666" y="507644"/>
                  </a:lnTo>
                  <a:lnTo>
                    <a:pt x="5732791" y="507644"/>
                  </a:lnTo>
                  <a:lnTo>
                    <a:pt x="5732916" y="507644"/>
                  </a:lnTo>
                  <a:lnTo>
                    <a:pt x="5733041" y="507644"/>
                  </a:lnTo>
                  <a:lnTo>
                    <a:pt x="5733166" y="507644"/>
                  </a:lnTo>
                  <a:lnTo>
                    <a:pt x="5733291" y="507644"/>
                  </a:lnTo>
                  <a:lnTo>
                    <a:pt x="5733416" y="507644"/>
                  </a:lnTo>
                  <a:lnTo>
                    <a:pt x="5733541" y="507644"/>
                  </a:lnTo>
                  <a:lnTo>
                    <a:pt x="5733666" y="507644"/>
                  </a:lnTo>
                  <a:lnTo>
                    <a:pt x="5733791" y="507644"/>
                  </a:lnTo>
                  <a:lnTo>
                    <a:pt x="5733916" y="507644"/>
                  </a:lnTo>
                  <a:lnTo>
                    <a:pt x="5734041" y="507644"/>
                  </a:lnTo>
                  <a:lnTo>
                    <a:pt x="5734166" y="507644"/>
                  </a:lnTo>
                  <a:lnTo>
                    <a:pt x="5734291" y="507644"/>
                  </a:lnTo>
                  <a:lnTo>
                    <a:pt x="5734416" y="507644"/>
                  </a:lnTo>
                  <a:lnTo>
                    <a:pt x="5734542" y="507644"/>
                  </a:lnTo>
                  <a:lnTo>
                    <a:pt x="5734667" y="507644"/>
                  </a:lnTo>
                  <a:lnTo>
                    <a:pt x="5734792" y="507644"/>
                  </a:lnTo>
                  <a:lnTo>
                    <a:pt x="5734917" y="507644"/>
                  </a:lnTo>
                  <a:lnTo>
                    <a:pt x="5735042" y="507644"/>
                  </a:lnTo>
                  <a:lnTo>
                    <a:pt x="5735167" y="507644"/>
                  </a:lnTo>
                  <a:lnTo>
                    <a:pt x="5735292" y="507644"/>
                  </a:lnTo>
                  <a:lnTo>
                    <a:pt x="5735417" y="507644"/>
                  </a:lnTo>
                  <a:lnTo>
                    <a:pt x="5735542" y="507644"/>
                  </a:lnTo>
                  <a:lnTo>
                    <a:pt x="5735667" y="507644"/>
                  </a:lnTo>
                  <a:lnTo>
                    <a:pt x="5735792" y="507644"/>
                  </a:lnTo>
                  <a:lnTo>
                    <a:pt x="5735917" y="507644"/>
                  </a:lnTo>
                  <a:lnTo>
                    <a:pt x="5736042" y="507644"/>
                  </a:lnTo>
                  <a:lnTo>
                    <a:pt x="5736167" y="507644"/>
                  </a:lnTo>
                  <a:lnTo>
                    <a:pt x="5736292" y="507644"/>
                  </a:lnTo>
                  <a:lnTo>
                    <a:pt x="5736417" y="507644"/>
                  </a:lnTo>
                  <a:lnTo>
                    <a:pt x="5736542" y="507644"/>
                  </a:lnTo>
                  <a:lnTo>
                    <a:pt x="5736667" y="507644"/>
                  </a:lnTo>
                  <a:lnTo>
                    <a:pt x="5736792" y="507644"/>
                  </a:lnTo>
                  <a:lnTo>
                    <a:pt x="5736917" y="507644"/>
                  </a:lnTo>
                  <a:lnTo>
                    <a:pt x="5737042" y="507644"/>
                  </a:lnTo>
                  <a:lnTo>
                    <a:pt x="5737167" y="507644"/>
                  </a:lnTo>
                  <a:lnTo>
                    <a:pt x="5737292" y="507644"/>
                  </a:lnTo>
                  <a:lnTo>
                    <a:pt x="5737417" y="507644"/>
                  </a:lnTo>
                  <a:lnTo>
                    <a:pt x="5737543" y="507644"/>
                  </a:lnTo>
                  <a:lnTo>
                    <a:pt x="5737668" y="507644"/>
                  </a:lnTo>
                  <a:lnTo>
                    <a:pt x="5737793" y="507644"/>
                  </a:lnTo>
                  <a:lnTo>
                    <a:pt x="5737918" y="507644"/>
                  </a:lnTo>
                  <a:lnTo>
                    <a:pt x="5738043" y="507644"/>
                  </a:lnTo>
                  <a:lnTo>
                    <a:pt x="5738168" y="507644"/>
                  </a:lnTo>
                  <a:lnTo>
                    <a:pt x="5738293" y="507644"/>
                  </a:lnTo>
                  <a:lnTo>
                    <a:pt x="5738418" y="507644"/>
                  </a:lnTo>
                  <a:lnTo>
                    <a:pt x="5738543" y="507644"/>
                  </a:lnTo>
                  <a:lnTo>
                    <a:pt x="5738668" y="507644"/>
                  </a:lnTo>
                  <a:lnTo>
                    <a:pt x="5738793" y="507644"/>
                  </a:lnTo>
                  <a:lnTo>
                    <a:pt x="5738918" y="507644"/>
                  </a:lnTo>
                  <a:lnTo>
                    <a:pt x="5739043" y="507644"/>
                  </a:lnTo>
                  <a:lnTo>
                    <a:pt x="5739168" y="507644"/>
                  </a:lnTo>
                  <a:lnTo>
                    <a:pt x="5739293" y="507644"/>
                  </a:lnTo>
                  <a:lnTo>
                    <a:pt x="5739418" y="507644"/>
                  </a:lnTo>
                  <a:lnTo>
                    <a:pt x="5739543" y="507644"/>
                  </a:lnTo>
                  <a:lnTo>
                    <a:pt x="5739668" y="507644"/>
                  </a:lnTo>
                  <a:lnTo>
                    <a:pt x="5739793" y="507644"/>
                  </a:lnTo>
                  <a:lnTo>
                    <a:pt x="5739918" y="507644"/>
                  </a:lnTo>
                  <a:lnTo>
                    <a:pt x="5740043" y="507644"/>
                  </a:lnTo>
                  <a:lnTo>
                    <a:pt x="5740168" y="507644"/>
                  </a:lnTo>
                  <a:lnTo>
                    <a:pt x="5740293" y="507644"/>
                  </a:lnTo>
                  <a:lnTo>
                    <a:pt x="5740418" y="507644"/>
                  </a:lnTo>
                  <a:lnTo>
                    <a:pt x="5740544" y="507644"/>
                  </a:lnTo>
                  <a:lnTo>
                    <a:pt x="5740669" y="507644"/>
                  </a:lnTo>
                  <a:lnTo>
                    <a:pt x="5740794" y="507644"/>
                  </a:lnTo>
                  <a:lnTo>
                    <a:pt x="5740919" y="507644"/>
                  </a:lnTo>
                  <a:lnTo>
                    <a:pt x="5741044" y="507644"/>
                  </a:lnTo>
                  <a:lnTo>
                    <a:pt x="5741169" y="507644"/>
                  </a:lnTo>
                  <a:lnTo>
                    <a:pt x="5741294" y="507644"/>
                  </a:lnTo>
                  <a:lnTo>
                    <a:pt x="5741419" y="507644"/>
                  </a:lnTo>
                  <a:lnTo>
                    <a:pt x="5741544" y="507644"/>
                  </a:lnTo>
                  <a:lnTo>
                    <a:pt x="5741669" y="507644"/>
                  </a:lnTo>
                  <a:lnTo>
                    <a:pt x="5741794" y="507644"/>
                  </a:lnTo>
                  <a:lnTo>
                    <a:pt x="5741919" y="507644"/>
                  </a:lnTo>
                  <a:lnTo>
                    <a:pt x="5742044" y="507644"/>
                  </a:lnTo>
                  <a:lnTo>
                    <a:pt x="5742169" y="507644"/>
                  </a:lnTo>
                  <a:lnTo>
                    <a:pt x="5742294" y="507644"/>
                  </a:lnTo>
                  <a:lnTo>
                    <a:pt x="5742419" y="507644"/>
                  </a:lnTo>
                  <a:lnTo>
                    <a:pt x="5742544" y="507644"/>
                  </a:lnTo>
                  <a:lnTo>
                    <a:pt x="5742669" y="507644"/>
                  </a:lnTo>
                  <a:lnTo>
                    <a:pt x="5742794" y="507644"/>
                  </a:lnTo>
                  <a:lnTo>
                    <a:pt x="5742919" y="507644"/>
                  </a:lnTo>
                  <a:lnTo>
                    <a:pt x="5743044" y="507644"/>
                  </a:lnTo>
                  <a:lnTo>
                    <a:pt x="5743169" y="507644"/>
                  </a:lnTo>
                  <a:lnTo>
                    <a:pt x="5743294" y="507644"/>
                  </a:lnTo>
                  <a:lnTo>
                    <a:pt x="5743420" y="507644"/>
                  </a:lnTo>
                  <a:lnTo>
                    <a:pt x="5743545" y="507644"/>
                  </a:lnTo>
                  <a:lnTo>
                    <a:pt x="5743670" y="507644"/>
                  </a:lnTo>
                  <a:lnTo>
                    <a:pt x="5743795" y="507644"/>
                  </a:lnTo>
                  <a:lnTo>
                    <a:pt x="5743920" y="507644"/>
                  </a:lnTo>
                  <a:lnTo>
                    <a:pt x="5744045" y="507644"/>
                  </a:lnTo>
                  <a:lnTo>
                    <a:pt x="5744170" y="507644"/>
                  </a:lnTo>
                  <a:lnTo>
                    <a:pt x="5744295" y="507644"/>
                  </a:lnTo>
                  <a:lnTo>
                    <a:pt x="5744420" y="507644"/>
                  </a:lnTo>
                  <a:lnTo>
                    <a:pt x="5744545" y="507644"/>
                  </a:lnTo>
                  <a:lnTo>
                    <a:pt x="5744670" y="507644"/>
                  </a:lnTo>
                  <a:lnTo>
                    <a:pt x="5744795" y="507644"/>
                  </a:lnTo>
                  <a:lnTo>
                    <a:pt x="5744920" y="507644"/>
                  </a:lnTo>
                  <a:lnTo>
                    <a:pt x="5745045" y="507644"/>
                  </a:lnTo>
                  <a:lnTo>
                    <a:pt x="5745170" y="507644"/>
                  </a:lnTo>
                  <a:lnTo>
                    <a:pt x="5745295" y="507644"/>
                  </a:lnTo>
                  <a:lnTo>
                    <a:pt x="5745420" y="507644"/>
                  </a:lnTo>
                  <a:lnTo>
                    <a:pt x="5745545" y="507644"/>
                  </a:lnTo>
                  <a:lnTo>
                    <a:pt x="5745670" y="507644"/>
                  </a:lnTo>
                  <a:lnTo>
                    <a:pt x="5745795" y="507644"/>
                  </a:lnTo>
                  <a:lnTo>
                    <a:pt x="5745920" y="507644"/>
                  </a:lnTo>
                  <a:lnTo>
                    <a:pt x="5746045" y="507644"/>
                  </a:lnTo>
                  <a:lnTo>
                    <a:pt x="5746170" y="507644"/>
                  </a:lnTo>
                  <a:lnTo>
                    <a:pt x="5746295" y="507644"/>
                  </a:lnTo>
                  <a:lnTo>
                    <a:pt x="5746421" y="507644"/>
                  </a:lnTo>
                  <a:lnTo>
                    <a:pt x="5746546" y="507644"/>
                  </a:lnTo>
                  <a:lnTo>
                    <a:pt x="5746671" y="507644"/>
                  </a:lnTo>
                  <a:lnTo>
                    <a:pt x="5746796" y="507644"/>
                  </a:lnTo>
                  <a:lnTo>
                    <a:pt x="5746921" y="507644"/>
                  </a:lnTo>
                  <a:lnTo>
                    <a:pt x="5747046" y="507644"/>
                  </a:lnTo>
                  <a:lnTo>
                    <a:pt x="5747171" y="507644"/>
                  </a:lnTo>
                  <a:lnTo>
                    <a:pt x="5747296" y="507644"/>
                  </a:lnTo>
                  <a:lnTo>
                    <a:pt x="5747421" y="507644"/>
                  </a:lnTo>
                  <a:lnTo>
                    <a:pt x="5747546" y="507644"/>
                  </a:lnTo>
                  <a:lnTo>
                    <a:pt x="5747671" y="507644"/>
                  </a:lnTo>
                  <a:lnTo>
                    <a:pt x="5747796" y="507644"/>
                  </a:lnTo>
                  <a:lnTo>
                    <a:pt x="5747921" y="507644"/>
                  </a:lnTo>
                  <a:lnTo>
                    <a:pt x="5748046" y="507644"/>
                  </a:lnTo>
                  <a:lnTo>
                    <a:pt x="5748171" y="507644"/>
                  </a:lnTo>
                  <a:lnTo>
                    <a:pt x="5748296" y="507644"/>
                  </a:lnTo>
                  <a:lnTo>
                    <a:pt x="5748421" y="507644"/>
                  </a:lnTo>
                  <a:lnTo>
                    <a:pt x="5748546" y="507644"/>
                  </a:lnTo>
                  <a:lnTo>
                    <a:pt x="5748671" y="507644"/>
                  </a:lnTo>
                  <a:lnTo>
                    <a:pt x="5748796" y="507644"/>
                  </a:lnTo>
                  <a:lnTo>
                    <a:pt x="5748921" y="507644"/>
                  </a:lnTo>
                  <a:lnTo>
                    <a:pt x="5749046" y="507644"/>
                  </a:lnTo>
                  <a:lnTo>
                    <a:pt x="5749171" y="507644"/>
                  </a:lnTo>
                  <a:lnTo>
                    <a:pt x="5749296" y="507644"/>
                  </a:lnTo>
                  <a:lnTo>
                    <a:pt x="5749422" y="507644"/>
                  </a:lnTo>
                  <a:lnTo>
                    <a:pt x="5749547" y="507644"/>
                  </a:lnTo>
                  <a:lnTo>
                    <a:pt x="5749672" y="507644"/>
                  </a:lnTo>
                  <a:lnTo>
                    <a:pt x="5749797" y="507644"/>
                  </a:lnTo>
                  <a:lnTo>
                    <a:pt x="5749922" y="507644"/>
                  </a:lnTo>
                  <a:lnTo>
                    <a:pt x="5750047" y="507644"/>
                  </a:lnTo>
                  <a:lnTo>
                    <a:pt x="5750172" y="507644"/>
                  </a:lnTo>
                  <a:lnTo>
                    <a:pt x="5750297" y="507644"/>
                  </a:lnTo>
                  <a:lnTo>
                    <a:pt x="5750422" y="507644"/>
                  </a:lnTo>
                  <a:lnTo>
                    <a:pt x="5750547" y="507644"/>
                  </a:lnTo>
                  <a:lnTo>
                    <a:pt x="5750672" y="507644"/>
                  </a:lnTo>
                  <a:lnTo>
                    <a:pt x="5750797" y="507644"/>
                  </a:lnTo>
                  <a:lnTo>
                    <a:pt x="5750922" y="507644"/>
                  </a:lnTo>
                  <a:lnTo>
                    <a:pt x="5751047" y="507644"/>
                  </a:lnTo>
                  <a:lnTo>
                    <a:pt x="5751172" y="507644"/>
                  </a:lnTo>
                  <a:lnTo>
                    <a:pt x="5751297" y="507644"/>
                  </a:lnTo>
                  <a:lnTo>
                    <a:pt x="5751422" y="507644"/>
                  </a:lnTo>
                  <a:lnTo>
                    <a:pt x="5751547" y="507644"/>
                  </a:lnTo>
                  <a:lnTo>
                    <a:pt x="5751672" y="507644"/>
                  </a:lnTo>
                  <a:lnTo>
                    <a:pt x="5751797" y="507644"/>
                  </a:lnTo>
                  <a:lnTo>
                    <a:pt x="5751922" y="507644"/>
                  </a:lnTo>
                  <a:lnTo>
                    <a:pt x="5752047" y="507644"/>
                  </a:lnTo>
                  <a:lnTo>
                    <a:pt x="5752172" y="507644"/>
                  </a:lnTo>
                  <a:lnTo>
                    <a:pt x="5752297" y="507644"/>
                  </a:lnTo>
                  <a:lnTo>
                    <a:pt x="5752423" y="507644"/>
                  </a:lnTo>
                  <a:lnTo>
                    <a:pt x="5752548" y="507644"/>
                  </a:lnTo>
                  <a:lnTo>
                    <a:pt x="5752673" y="507644"/>
                  </a:lnTo>
                  <a:lnTo>
                    <a:pt x="5752798" y="507644"/>
                  </a:lnTo>
                  <a:lnTo>
                    <a:pt x="5752923" y="507644"/>
                  </a:lnTo>
                  <a:lnTo>
                    <a:pt x="5753048" y="507644"/>
                  </a:lnTo>
                  <a:lnTo>
                    <a:pt x="5753173" y="507644"/>
                  </a:lnTo>
                  <a:lnTo>
                    <a:pt x="5753298" y="507644"/>
                  </a:lnTo>
                  <a:lnTo>
                    <a:pt x="5753423" y="507644"/>
                  </a:lnTo>
                  <a:lnTo>
                    <a:pt x="5753548" y="507644"/>
                  </a:lnTo>
                  <a:lnTo>
                    <a:pt x="5753673" y="507644"/>
                  </a:lnTo>
                  <a:lnTo>
                    <a:pt x="5753798" y="507644"/>
                  </a:lnTo>
                  <a:lnTo>
                    <a:pt x="5753923" y="507644"/>
                  </a:lnTo>
                  <a:lnTo>
                    <a:pt x="5754048" y="507644"/>
                  </a:lnTo>
                  <a:lnTo>
                    <a:pt x="5754173" y="507644"/>
                  </a:lnTo>
                  <a:lnTo>
                    <a:pt x="5754298" y="507644"/>
                  </a:lnTo>
                  <a:lnTo>
                    <a:pt x="5754423" y="507644"/>
                  </a:lnTo>
                  <a:lnTo>
                    <a:pt x="5754548" y="507644"/>
                  </a:lnTo>
                  <a:lnTo>
                    <a:pt x="5754673" y="507644"/>
                  </a:lnTo>
                  <a:lnTo>
                    <a:pt x="5754798" y="507644"/>
                  </a:lnTo>
                  <a:lnTo>
                    <a:pt x="5754923" y="507644"/>
                  </a:lnTo>
                  <a:lnTo>
                    <a:pt x="5755048" y="507644"/>
                  </a:lnTo>
                  <a:lnTo>
                    <a:pt x="5755173" y="507644"/>
                  </a:lnTo>
                  <a:lnTo>
                    <a:pt x="5755298" y="507644"/>
                  </a:lnTo>
                  <a:lnTo>
                    <a:pt x="5755424" y="507644"/>
                  </a:lnTo>
                  <a:lnTo>
                    <a:pt x="5755549" y="507644"/>
                  </a:lnTo>
                  <a:lnTo>
                    <a:pt x="5755674" y="507644"/>
                  </a:lnTo>
                  <a:lnTo>
                    <a:pt x="5755799" y="507644"/>
                  </a:lnTo>
                  <a:lnTo>
                    <a:pt x="5755924" y="507644"/>
                  </a:lnTo>
                  <a:lnTo>
                    <a:pt x="5756049" y="507644"/>
                  </a:lnTo>
                  <a:lnTo>
                    <a:pt x="5756174" y="507644"/>
                  </a:lnTo>
                  <a:lnTo>
                    <a:pt x="5756299" y="507644"/>
                  </a:lnTo>
                  <a:lnTo>
                    <a:pt x="5756424" y="507644"/>
                  </a:lnTo>
                  <a:lnTo>
                    <a:pt x="5756549" y="507644"/>
                  </a:lnTo>
                  <a:lnTo>
                    <a:pt x="5756674" y="507644"/>
                  </a:lnTo>
                  <a:lnTo>
                    <a:pt x="5756799" y="507644"/>
                  </a:lnTo>
                  <a:lnTo>
                    <a:pt x="5756924" y="507644"/>
                  </a:lnTo>
                  <a:lnTo>
                    <a:pt x="5757049" y="507644"/>
                  </a:lnTo>
                  <a:lnTo>
                    <a:pt x="5757174" y="507644"/>
                  </a:lnTo>
                  <a:lnTo>
                    <a:pt x="5757299" y="507644"/>
                  </a:lnTo>
                  <a:lnTo>
                    <a:pt x="5757424" y="507644"/>
                  </a:lnTo>
                  <a:lnTo>
                    <a:pt x="5757549" y="507644"/>
                  </a:lnTo>
                  <a:lnTo>
                    <a:pt x="5757674" y="507644"/>
                  </a:lnTo>
                  <a:lnTo>
                    <a:pt x="5757799" y="507644"/>
                  </a:lnTo>
                  <a:lnTo>
                    <a:pt x="5757924" y="507644"/>
                  </a:lnTo>
                  <a:lnTo>
                    <a:pt x="5758049" y="507644"/>
                  </a:lnTo>
                  <a:lnTo>
                    <a:pt x="5758174" y="507644"/>
                  </a:lnTo>
                  <a:lnTo>
                    <a:pt x="5758299" y="507644"/>
                  </a:lnTo>
                  <a:lnTo>
                    <a:pt x="5758425" y="507644"/>
                  </a:lnTo>
                  <a:lnTo>
                    <a:pt x="5758550" y="507644"/>
                  </a:lnTo>
                  <a:lnTo>
                    <a:pt x="5758675" y="507644"/>
                  </a:lnTo>
                  <a:lnTo>
                    <a:pt x="5758800" y="507644"/>
                  </a:lnTo>
                  <a:lnTo>
                    <a:pt x="5758925" y="507644"/>
                  </a:lnTo>
                  <a:lnTo>
                    <a:pt x="5759050" y="507644"/>
                  </a:lnTo>
                  <a:lnTo>
                    <a:pt x="5759175" y="507644"/>
                  </a:lnTo>
                  <a:lnTo>
                    <a:pt x="5759300" y="507644"/>
                  </a:lnTo>
                  <a:lnTo>
                    <a:pt x="5759425" y="507644"/>
                  </a:lnTo>
                  <a:lnTo>
                    <a:pt x="5759550" y="507644"/>
                  </a:lnTo>
                  <a:lnTo>
                    <a:pt x="5759675" y="507644"/>
                  </a:lnTo>
                  <a:lnTo>
                    <a:pt x="5759800" y="507644"/>
                  </a:lnTo>
                  <a:lnTo>
                    <a:pt x="5759925" y="507644"/>
                  </a:lnTo>
                  <a:lnTo>
                    <a:pt x="5760050" y="507644"/>
                  </a:lnTo>
                  <a:lnTo>
                    <a:pt x="5760175" y="507644"/>
                  </a:lnTo>
                  <a:lnTo>
                    <a:pt x="5760300" y="507644"/>
                  </a:lnTo>
                  <a:lnTo>
                    <a:pt x="5760425" y="507644"/>
                  </a:lnTo>
                  <a:lnTo>
                    <a:pt x="5760550" y="507644"/>
                  </a:lnTo>
                  <a:lnTo>
                    <a:pt x="5760675" y="507644"/>
                  </a:lnTo>
                  <a:lnTo>
                    <a:pt x="5760800" y="507644"/>
                  </a:lnTo>
                  <a:lnTo>
                    <a:pt x="5760925" y="507644"/>
                  </a:lnTo>
                  <a:lnTo>
                    <a:pt x="5761050" y="507644"/>
                  </a:lnTo>
                  <a:lnTo>
                    <a:pt x="5761175" y="507644"/>
                  </a:lnTo>
                  <a:lnTo>
                    <a:pt x="5761300" y="507644"/>
                  </a:lnTo>
                  <a:lnTo>
                    <a:pt x="5761426" y="507644"/>
                  </a:lnTo>
                  <a:lnTo>
                    <a:pt x="5761551" y="507644"/>
                  </a:lnTo>
                  <a:lnTo>
                    <a:pt x="5761676" y="507644"/>
                  </a:lnTo>
                  <a:lnTo>
                    <a:pt x="5761801" y="507644"/>
                  </a:lnTo>
                  <a:lnTo>
                    <a:pt x="5761926" y="507644"/>
                  </a:lnTo>
                  <a:lnTo>
                    <a:pt x="5762051" y="507644"/>
                  </a:lnTo>
                  <a:lnTo>
                    <a:pt x="5762176" y="507644"/>
                  </a:lnTo>
                  <a:lnTo>
                    <a:pt x="5762301" y="507644"/>
                  </a:lnTo>
                  <a:lnTo>
                    <a:pt x="5762426" y="507644"/>
                  </a:lnTo>
                  <a:lnTo>
                    <a:pt x="5762551" y="507644"/>
                  </a:lnTo>
                  <a:lnTo>
                    <a:pt x="5762676" y="507644"/>
                  </a:lnTo>
                  <a:lnTo>
                    <a:pt x="5762801" y="507644"/>
                  </a:lnTo>
                  <a:lnTo>
                    <a:pt x="5762926" y="507644"/>
                  </a:lnTo>
                  <a:lnTo>
                    <a:pt x="5762926" y="497691"/>
                  </a:lnTo>
                  <a:lnTo>
                    <a:pt x="5763051" y="497691"/>
                  </a:lnTo>
                  <a:lnTo>
                    <a:pt x="5763176" y="497691"/>
                  </a:lnTo>
                  <a:lnTo>
                    <a:pt x="5763301" y="497691"/>
                  </a:lnTo>
                  <a:lnTo>
                    <a:pt x="5763426" y="497691"/>
                  </a:lnTo>
                  <a:lnTo>
                    <a:pt x="5763551" y="497691"/>
                  </a:lnTo>
                  <a:lnTo>
                    <a:pt x="5763676" y="497691"/>
                  </a:lnTo>
                  <a:lnTo>
                    <a:pt x="5763801" y="497691"/>
                  </a:lnTo>
                  <a:lnTo>
                    <a:pt x="5763926" y="497691"/>
                  </a:lnTo>
                  <a:lnTo>
                    <a:pt x="5764051" y="497691"/>
                  </a:lnTo>
                  <a:lnTo>
                    <a:pt x="5764176" y="497691"/>
                  </a:lnTo>
                  <a:lnTo>
                    <a:pt x="5764301" y="497691"/>
                  </a:lnTo>
                  <a:lnTo>
                    <a:pt x="5764427" y="497691"/>
                  </a:lnTo>
                  <a:lnTo>
                    <a:pt x="5764552" y="497691"/>
                  </a:lnTo>
                  <a:lnTo>
                    <a:pt x="5764677" y="497691"/>
                  </a:lnTo>
                  <a:lnTo>
                    <a:pt x="5764802" y="497691"/>
                  </a:lnTo>
                  <a:lnTo>
                    <a:pt x="5764927" y="497691"/>
                  </a:lnTo>
                  <a:lnTo>
                    <a:pt x="5765052" y="497691"/>
                  </a:lnTo>
                  <a:lnTo>
                    <a:pt x="5765177" y="497691"/>
                  </a:lnTo>
                  <a:lnTo>
                    <a:pt x="5765302" y="497691"/>
                  </a:lnTo>
                  <a:lnTo>
                    <a:pt x="5765427" y="497691"/>
                  </a:lnTo>
                  <a:lnTo>
                    <a:pt x="5765552" y="497691"/>
                  </a:lnTo>
                  <a:lnTo>
                    <a:pt x="5765677" y="497691"/>
                  </a:lnTo>
                  <a:lnTo>
                    <a:pt x="5765802" y="497691"/>
                  </a:lnTo>
                  <a:lnTo>
                    <a:pt x="5765927" y="497691"/>
                  </a:lnTo>
                  <a:lnTo>
                    <a:pt x="5766052" y="497691"/>
                  </a:lnTo>
                  <a:lnTo>
                    <a:pt x="5766177" y="497691"/>
                  </a:lnTo>
                  <a:lnTo>
                    <a:pt x="5766302" y="497691"/>
                  </a:lnTo>
                  <a:lnTo>
                    <a:pt x="5766427" y="497691"/>
                  </a:lnTo>
                  <a:lnTo>
                    <a:pt x="5766552" y="497691"/>
                  </a:lnTo>
                  <a:lnTo>
                    <a:pt x="5766677" y="497691"/>
                  </a:lnTo>
                  <a:lnTo>
                    <a:pt x="5766802" y="497691"/>
                  </a:lnTo>
                  <a:lnTo>
                    <a:pt x="5766927" y="497691"/>
                  </a:lnTo>
                  <a:lnTo>
                    <a:pt x="5767052" y="497691"/>
                  </a:lnTo>
                  <a:lnTo>
                    <a:pt x="5767177" y="497691"/>
                  </a:lnTo>
                  <a:lnTo>
                    <a:pt x="5767302" y="497691"/>
                  </a:lnTo>
                  <a:lnTo>
                    <a:pt x="5767428" y="497691"/>
                  </a:lnTo>
                  <a:lnTo>
                    <a:pt x="5767553" y="497691"/>
                  </a:lnTo>
                  <a:lnTo>
                    <a:pt x="5767678" y="497691"/>
                  </a:lnTo>
                  <a:lnTo>
                    <a:pt x="5767803" y="497691"/>
                  </a:lnTo>
                  <a:lnTo>
                    <a:pt x="5767928" y="497691"/>
                  </a:lnTo>
                  <a:lnTo>
                    <a:pt x="5768053" y="497691"/>
                  </a:lnTo>
                  <a:lnTo>
                    <a:pt x="5768178" y="497691"/>
                  </a:lnTo>
                  <a:lnTo>
                    <a:pt x="5768303" y="497691"/>
                  </a:lnTo>
                  <a:lnTo>
                    <a:pt x="5768428" y="497691"/>
                  </a:lnTo>
                  <a:lnTo>
                    <a:pt x="5768553" y="497691"/>
                  </a:lnTo>
                  <a:lnTo>
                    <a:pt x="5768678" y="497691"/>
                  </a:lnTo>
                  <a:lnTo>
                    <a:pt x="5768803" y="497691"/>
                  </a:lnTo>
                  <a:lnTo>
                    <a:pt x="5768928" y="497691"/>
                  </a:lnTo>
                  <a:lnTo>
                    <a:pt x="5769053" y="497691"/>
                  </a:lnTo>
                  <a:lnTo>
                    <a:pt x="5769178" y="497691"/>
                  </a:lnTo>
                  <a:lnTo>
                    <a:pt x="5769303" y="497691"/>
                  </a:lnTo>
                  <a:lnTo>
                    <a:pt x="5769428" y="497691"/>
                  </a:lnTo>
                  <a:lnTo>
                    <a:pt x="5769553" y="497691"/>
                  </a:lnTo>
                  <a:lnTo>
                    <a:pt x="5769678" y="497691"/>
                  </a:lnTo>
                  <a:lnTo>
                    <a:pt x="5769803" y="497691"/>
                  </a:lnTo>
                  <a:lnTo>
                    <a:pt x="5769928" y="497691"/>
                  </a:lnTo>
                  <a:lnTo>
                    <a:pt x="5770053" y="497691"/>
                  </a:lnTo>
                  <a:lnTo>
                    <a:pt x="5770178" y="497691"/>
                  </a:lnTo>
                  <a:lnTo>
                    <a:pt x="5770303" y="497691"/>
                  </a:lnTo>
                  <a:lnTo>
                    <a:pt x="5770429" y="497691"/>
                  </a:lnTo>
                  <a:lnTo>
                    <a:pt x="5770554" y="497691"/>
                  </a:lnTo>
                  <a:lnTo>
                    <a:pt x="5770679" y="497691"/>
                  </a:lnTo>
                  <a:lnTo>
                    <a:pt x="5770804" y="497691"/>
                  </a:lnTo>
                  <a:lnTo>
                    <a:pt x="5770929" y="497691"/>
                  </a:lnTo>
                  <a:lnTo>
                    <a:pt x="5771054" y="497691"/>
                  </a:lnTo>
                  <a:lnTo>
                    <a:pt x="5771179" y="497691"/>
                  </a:lnTo>
                  <a:lnTo>
                    <a:pt x="5771304" y="497691"/>
                  </a:lnTo>
                  <a:lnTo>
                    <a:pt x="5771429" y="497691"/>
                  </a:lnTo>
                  <a:lnTo>
                    <a:pt x="5771554" y="497691"/>
                  </a:lnTo>
                  <a:lnTo>
                    <a:pt x="5771679" y="497691"/>
                  </a:lnTo>
                  <a:lnTo>
                    <a:pt x="5771804" y="497691"/>
                  </a:lnTo>
                  <a:lnTo>
                    <a:pt x="5771929" y="497691"/>
                  </a:lnTo>
                  <a:lnTo>
                    <a:pt x="5772054" y="497691"/>
                  </a:lnTo>
                  <a:lnTo>
                    <a:pt x="5772179" y="497691"/>
                  </a:lnTo>
                  <a:lnTo>
                    <a:pt x="5772304" y="497691"/>
                  </a:lnTo>
                  <a:lnTo>
                    <a:pt x="5772429" y="497691"/>
                  </a:lnTo>
                  <a:lnTo>
                    <a:pt x="5772554" y="497691"/>
                  </a:lnTo>
                  <a:lnTo>
                    <a:pt x="5772679" y="497691"/>
                  </a:lnTo>
                  <a:lnTo>
                    <a:pt x="5772804" y="497691"/>
                  </a:lnTo>
                  <a:lnTo>
                    <a:pt x="5772929" y="497691"/>
                  </a:lnTo>
                  <a:lnTo>
                    <a:pt x="5773054" y="497691"/>
                  </a:lnTo>
                  <a:lnTo>
                    <a:pt x="5773179" y="497691"/>
                  </a:lnTo>
                  <a:lnTo>
                    <a:pt x="5773304" y="497691"/>
                  </a:lnTo>
                  <a:lnTo>
                    <a:pt x="5773430" y="497691"/>
                  </a:lnTo>
                  <a:lnTo>
                    <a:pt x="5773555" y="497691"/>
                  </a:lnTo>
                  <a:lnTo>
                    <a:pt x="5773680" y="497691"/>
                  </a:lnTo>
                  <a:lnTo>
                    <a:pt x="5773805" y="497691"/>
                  </a:lnTo>
                  <a:lnTo>
                    <a:pt x="5773930" y="497691"/>
                  </a:lnTo>
                  <a:lnTo>
                    <a:pt x="5774055" y="497691"/>
                  </a:lnTo>
                  <a:lnTo>
                    <a:pt x="5774180" y="497691"/>
                  </a:lnTo>
                  <a:lnTo>
                    <a:pt x="5774305" y="497691"/>
                  </a:lnTo>
                  <a:lnTo>
                    <a:pt x="5774430" y="497691"/>
                  </a:lnTo>
                  <a:lnTo>
                    <a:pt x="5774555" y="497691"/>
                  </a:lnTo>
                  <a:lnTo>
                    <a:pt x="5774680" y="497691"/>
                  </a:lnTo>
                  <a:lnTo>
                    <a:pt x="5774805" y="497691"/>
                  </a:lnTo>
                  <a:lnTo>
                    <a:pt x="5774930" y="497691"/>
                  </a:lnTo>
                  <a:lnTo>
                    <a:pt x="5775055" y="497691"/>
                  </a:lnTo>
                  <a:lnTo>
                    <a:pt x="5775180" y="497691"/>
                  </a:lnTo>
                  <a:lnTo>
                    <a:pt x="5775305" y="497691"/>
                  </a:lnTo>
                  <a:lnTo>
                    <a:pt x="5775430" y="497691"/>
                  </a:lnTo>
                  <a:lnTo>
                    <a:pt x="5775555" y="497691"/>
                  </a:lnTo>
                  <a:lnTo>
                    <a:pt x="5775680" y="497691"/>
                  </a:lnTo>
                  <a:lnTo>
                    <a:pt x="5775805" y="497691"/>
                  </a:lnTo>
                  <a:lnTo>
                    <a:pt x="5775930" y="497691"/>
                  </a:lnTo>
                  <a:lnTo>
                    <a:pt x="5776055" y="497691"/>
                  </a:lnTo>
                  <a:lnTo>
                    <a:pt x="5776180" y="497691"/>
                  </a:lnTo>
                  <a:lnTo>
                    <a:pt x="5776305" y="497691"/>
                  </a:lnTo>
                  <a:lnTo>
                    <a:pt x="5776431" y="497691"/>
                  </a:lnTo>
                  <a:lnTo>
                    <a:pt x="5776556" y="497691"/>
                  </a:lnTo>
                  <a:lnTo>
                    <a:pt x="5776681" y="497691"/>
                  </a:lnTo>
                  <a:lnTo>
                    <a:pt x="5776806" y="497691"/>
                  </a:lnTo>
                  <a:lnTo>
                    <a:pt x="5776931" y="497691"/>
                  </a:lnTo>
                  <a:lnTo>
                    <a:pt x="5777056" y="497691"/>
                  </a:lnTo>
                  <a:lnTo>
                    <a:pt x="5777181" y="497691"/>
                  </a:lnTo>
                  <a:lnTo>
                    <a:pt x="5777306" y="497691"/>
                  </a:lnTo>
                  <a:lnTo>
                    <a:pt x="5777431" y="497691"/>
                  </a:lnTo>
                  <a:lnTo>
                    <a:pt x="5777556" y="497691"/>
                  </a:lnTo>
                  <a:lnTo>
                    <a:pt x="5777681" y="497691"/>
                  </a:lnTo>
                  <a:lnTo>
                    <a:pt x="5777806" y="497691"/>
                  </a:lnTo>
                  <a:lnTo>
                    <a:pt x="5777931" y="497691"/>
                  </a:lnTo>
                  <a:lnTo>
                    <a:pt x="5778056" y="497691"/>
                  </a:lnTo>
                  <a:lnTo>
                    <a:pt x="5778181" y="497691"/>
                  </a:lnTo>
                  <a:lnTo>
                    <a:pt x="5778306" y="497691"/>
                  </a:lnTo>
                  <a:lnTo>
                    <a:pt x="5778431" y="497691"/>
                  </a:lnTo>
                  <a:lnTo>
                    <a:pt x="5778556" y="497691"/>
                  </a:lnTo>
                  <a:lnTo>
                    <a:pt x="5778681" y="497691"/>
                  </a:lnTo>
                  <a:lnTo>
                    <a:pt x="5778806" y="497691"/>
                  </a:lnTo>
                  <a:lnTo>
                    <a:pt x="5778931" y="497691"/>
                  </a:lnTo>
                  <a:lnTo>
                    <a:pt x="5779056" y="497691"/>
                  </a:lnTo>
                  <a:lnTo>
                    <a:pt x="5779181" y="497691"/>
                  </a:lnTo>
                  <a:lnTo>
                    <a:pt x="5779306" y="497691"/>
                  </a:lnTo>
                  <a:lnTo>
                    <a:pt x="5779432" y="497691"/>
                  </a:lnTo>
                  <a:lnTo>
                    <a:pt x="5779557" y="497691"/>
                  </a:lnTo>
                  <a:lnTo>
                    <a:pt x="5779682" y="497691"/>
                  </a:lnTo>
                  <a:lnTo>
                    <a:pt x="5779807" y="497691"/>
                  </a:lnTo>
                  <a:lnTo>
                    <a:pt x="5779932" y="497691"/>
                  </a:lnTo>
                  <a:lnTo>
                    <a:pt x="5780057" y="497691"/>
                  </a:lnTo>
                  <a:lnTo>
                    <a:pt x="5780182" y="497691"/>
                  </a:lnTo>
                  <a:lnTo>
                    <a:pt x="5780307" y="497691"/>
                  </a:lnTo>
                  <a:lnTo>
                    <a:pt x="5780432" y="497691"/>
                  </a:lnTo>
                  <a:lnTo>
                    <a:pt x="5780557" y="497691"/>
                  </a:lnTo>
                  <a:lnTo>
                    <a:pt x="5780682" y="497691"/>
                  </a:lnTo>
                  <a:lnTo>
                    <a:pt x="5780807" y="497691"/>
                  </a:lnTo>
                  <a:lnTo>
                    <a:pt x="5780932" y="497691"/>
                  </a:lnTo>
                  <a:lnTo>
                    <a:pt x="5781057" y="497691"/>
                  </a:lnTo>
                  <a:lnTo>
                    <a:pt x="5781182" y="497691"/>
                  </a:lnTo>
                  <a:lnTo>
                    <a:pt x="5781307" y="497691"/>
                  </a:lnTo>
                  <a:lnTo>
                    <a:pt x="5781432" y="497691"/>
                  </a:lnTo>
                  <a:lnTo>
                    <a:pt x="5781557" y="497691"/>
                  </a:lnTo>
                  <a:lnTo>
                    <a:pt x="5781682" y="497691"/>
                  </a:lnTo>
                  <a:lnTo>
                    <a:pt x="5781807" y="497691"/>
                  </a:lnTo>
                  <a:lnTo>
                    <a:pt x="5781932" y="497691"/>
                  </a:lnTo>
                  <a:lnTo>
                    <a:pt x="5782057" y="497691"/>
                  </a:lnTo>
                  <a:lnTo>
                    <a:pt x="5782182" y="497691"/>
                  </a:lnTo>
                  <a:lnTo>
                    <a:pt x="5782308" y="497691"/>
                  </a:lnTo>
                  <a:lnTo>
                    <a:pt x="5782433" y="497691"/>
                  </a:lnTo>
                  <a:lnTo>
                    <a:pt x="5782558" y="497691"/>
                  </a:lnTo>
                  <a:lnTo>
                    <a:pt x="5782683" y="497691"/>
                  </a:lnTo>
                  <a:lnTo>
                    <a:pt x="5782808" y="497691"/>
                  </a:lnTo>
                  <a:lnTo>
                    <a:pt x="5782933" y="497691"/>
                  </a:lnTo>
                  <a:lnTo>
                    <a:pt x="5783058" y="497691"/>
                  </a:lnTo>
                  <a:lnTo>
                    <a:pt x="5783183" y="497691"/>
                  </a:lnTo>
                  <a:lnTo>
                    <a:pt x="5783308" y="497691"/>
                  </a:lnTo>
                  <a:lnTo>
                    <a:pt x="5783433" y="497691"/>
                  </a:lnTo>
                  <a:lnTo>
                    <a:pt x="5783558" y="497691"/>
                  </a:lnTo>
                  <a:lnTo>
                    <a:pt x="5783683" y="497691"/>
                  </a:lnTo>
                  <a:lnTo>
                    <a:pt x="5783808" y="497691"/>
                  </a:lnTo>
                  <a:lnTo>
                    <a:pt x="5783933" y="497691"/>
                  </a:lnTo>
                  <a:lnTo>
                    <a:pt x="5784058" y="497691"/>
                  </a:lnTo>
                  <a:lnTo>
                    <a:pt x="5784183" y="497691"/>
                  </a:lnTo>
                  <a:lnTo>
                    <a:pt x="5784308" y="497691"/>
                  </a:lnTo>
                  <a:lnTo>
                    <a:pt x="5784433" y="497691"/>
                  </a:lnTo>
                  <a:lnTo>
                    <a:pt x="5784558" y="497691"/>
                  </a:lnTo>
                  <a:lnTo>
                    <a:pt x="5784683" y="497691"/>
                  </a:lnTo>
                  <a:lnTo>
                    <a:pt x="5784808" y="497691"/>
                  </a:lnTo>
                  <a:lnTo>
                    <a:pt x="5784933" y="497691"/>
                  </a:lnTo>
                  <a:lnTo>
                    <a:pt x="5785058" y="497691"/>
                  </a:lnTo>
                  <a:lnTo>
                    <a:pt x="5785183" y="497691"/>
                  </a:lnTo>
                  <a:lnTo>
                    <a:pt x="5785309" y="497691"/>
                  </a:lnTo>
                  <a:lnTo>
                    <a:pt x="5785434" y="497691"/>
                  </a:lnTo>
                  <a:lnTo>
                    <a:pt x="5785434" y="487737"/>
                  </a:lnTo>
                  <a:lnTo>
                    <a:pt x="5785559" y="487737"/>
                  </a:lnTo>
                  <a:lnTo>
                    <a:pt x="5785684" y="487737"/>
                  </a:lnTo>
                  <a:lnTo>
                    <a:pt x="5785809" y="487737"/>
                  </a:lnTo>
                  <a:lnTo>
                    <a:pt x="5785934" y="487737"/>
                  </a:lnTo>
                  <a:lnTo>
                    <a:pt x="5786059" y="487737"/>
                  </a:lnTo>
                  <a:lnTo>
                    <a:pt x="5786184" y="487737"/>
                  </a:lnTo>
                  <a:lnTo>
                    <a:pt x="5786309" y="487737"/>
                  </a:lnTo>
                  <a:lnTo>
                    <a:pt x="5786434" y="487737"/>
                  </a:lnTo>
                  <a:lnTo>
                    <a:pt x="5786559" y="487737"/>
                  </a:lnTo>
                  <a:lnTo>
                    <a:pt x="5786684" y="487737"/>
                  </a:lnTo>
                  <a:lnTo>
                    <a:pt x="5786809" y="487737"/>
                  </a:lnTo>
                  <a:lnTo>
                    <a:pt x="5786934" y="487737"/>
                  </a:lnTo>
                  <a:lnTo>
                    <a:pt x="5787059" y="487737"/>
                  </a:lnTo>
                  <a:lnTo>
                    <a:pt x="5787184" y="487737"/>
                  </a:lnTo>
                  <a:lnTo>
                    <a:pt x="5787309" y="487737"/>
                  </a:lnTo>
                  <a:lnTo>
                    <a:pt x="5787434" y="487737"/>
                  </a:lnTo>
                  <a:lnTo>
                    <a:pt x="5787559" y="487737"/>
                  </a:lnTo>
                  <a:lnTo>
                    <a:pt x="5787684" y="487737"/>
                  </a:lnTo>
                  <a:lnTo>
                    <a:pt x="5787809" y="487737"/>
                  </a:lnTo>
                  <a:lnTo>
                    <a:pt x="5787934" y="487737"/>
                  </a:lnTo>
                  <a:lnTo>
                    <a:pt x="5788059" y="487737"/>
                  </a:lnTo>
                  <a:lnTo>
                    <a:pt x="5788184" y="487737"/>
                  </a:lnTo>
                  <a:lnTo>
                    <a:pt x="5788310" y="487737"/>
                  </a:lnTo>
                  <a:lnTo>
                    <a:pt x="5788435" y="487737"/>
                  </a:lnTo>
                  <a:lnTo>
                    <a:pt x="5788560" y="487737"/>
                  </a:lnTo>
                  <a:lnTo>
                    <a:pt x="5788685" y="487737"/>
                  </a:lnTo>
                  <a:lnTo>
                    <a:pt x="5788810" y="487737"/>
                  </a:lnTo>
                  <a:lnTo>
                    <a:pt x="5788935" y="487737"/>
                  </a:lnTo>
                  <a:lnTo>
                    <a:pt x="5789060" y="487737"/>
                  </a:lnTo>
                  <a:lnTo>
                    <a:pt x="5789185" y="487737"/>
                  </a:lnTo>
                  <a:lnTo>
                    <a:pt x="5789310" y="487737"/>
                  </a:lnTo>
                  <a:lnTo>
                    <a:pt x="5789435" y="487737"/>
                  </a:lnTo>
                  <a:lnTo>
                    <a:pt x="5789560" y="487737"/>
                  </a:lnTo>
                  <a:lnTo>
                    <a:pt x="5789685" y="487737"/>
                  </a:lnTo>
                  <a:lnTo>
                    <a:pt x="5789810" y="487737"/>
                  </a:lnTo>
                  <a:lnTo>
                    <a:pt x="5789935" y="487737"/>
                  </a:lnTo>
                  <a:lnTo>
                    <a:pt x="5790060" y="487737"/>
                  </a:lnTo>
                  <a:lnTo>
                    <a:pt x="5790185" y="487737"/>
                  </a:lnTo>
                  <a:lnTo>
                    <a:pt x="5790310" y="487737"/>
                  </a:lnTo>
                  <a:lnTo>
                    <a:pt x="5790435" y="487737"/>
                  </a:lnTo>
                  <a:lnTo>
                    <a:pt x="5790560" y="487737"/>
                  </a:lnTo>
                  <a:lnTo>
                    <a:pt x="5790685" y="487737"/>
                  </a:lnTo>
                  <a:lnTo>
                    <a:pt x="5790810" y="487737"/>
                  </a:lnTo>
                  <a:lnTo>
                    <a:pt x="5790935" y="487737"/>
                  </a:lnTo>
                  <a:lnTo>
                    <a:pt x="5791060" y="487737"/>
                  </a:lnTo>
                  <a:lnTo>
                    <a:pt x="5791185" y="487737"/>
                  </a:lnTo>
                  <a:lnTo>
                    <a:pt x="5791311" y="487737"/>
                  </a:lnTo>
                  <a:lnTo>
                    <a:pt x="5791436" y="487737"/>
                  </a:lnTo>
                  <a:lnTo>
                    <a:pt x="5791561" y="487737"/>
                  </a:lnTo>
                  <a:lnTo>
                    <a:pt x="5791686" y="487737"/>
                  </a:lnTo>
                  <a:lnTo>
                    <a:pt x="5791811" y="487737"/>
                  </a:lnTo>
                  <a:lnTo>
                    <a:pt x="5791936" y="487737"/>
                  </a:lnTo>
                  <a:lnTo>
                    <a:pt x="5792061" y="487737"/>
                  </a:lnTo>
                  <a:lnTo>
                    <a:pt x="5792186" y="487737"/>
                  </a:lnTo>
                  <a:lnTo>
                    <a:pt x="5792311" y="487737"/>
                  </a:lnTo>
                  <a:lnTo>
                    <a:pt x="5792436" y="487737"/>
                  </a:lnTo>
                  <a:lnTo>
                    <a:pt x="5792561" y="487737"/>
                  </a:lnTo>
                  <a:lnTo>
                    <a:pt x="5792686" y="487737"/>
                  </a:lnTo>
                  <a:lnTo>
                    <a:pt x="5792811" y="487737"/>
                  </a:lnTo>
                  <a:lnTo>
                    <a:pt x="5792936" y="487737"/>
                  </a:lnTo>
                  <a:lnTo>
                    <a:pt x="5793061" y="487737"/>
                  </a:lnTo>
                  <a:lnTo>
                    <a:pt x="5793186" y="487737"/>
                  </a:lnTo>
                  <a:lnTo>
                    <a:pt x="5793311" y="487737"/>
                  </a:lnTo>
                  <a:lnTo>
                    <a:pt x="5793436" y="487737"/>
                  </a:lnTo>
                  <a:lnTo>
                    <a:pt x="5793561" y="487737"/>
                  </a:lnTo>
                  <a:lnTo>
                    <a:pt x="5793686" y="487737"/>
                  </a:lnTo>
                  <a:lnTo>
                    <a:pt x="5793811" y="487737"/>
                  </a:lnTo>
                  <a:lnTo>
                    <a:pt x="5793936" y="487737"/>
                  </a:lnTo>
                  <a:lnTo>
                    <a:pt x="5794061" y="487737"/>
                  </a:lnTo>
                  <a:lnTo>
                    <a:pt x="5794186" y="487737"/>
                  </a:lnTo>
                  <a:lnTo>
                    <a:pt x="5794312" y="487737"/>
                  </a:lnTo>
                  <a:lnTo>
                    <a:pt x="5794437" y="487737"/>
                  </a:lnTo>
                  <a:lnTo>
                    <a:pt x="5794562" y="487737"/>
                  </a:lnTo>
                  <a:lnTo>
                    <a:pt x="5794687" y="487737"/>
                  </a:lnTo>
                  <a:lnTo>
                    <a:pt x="5794812" y="487737"/>
                  </a:lnTo>
                  <a:lnTo>
                    <a:pt x="5794937" y="487737"/>
                  </a:lnTo>
                  <a:lnTo>
                    <a:pt x="5795062" y="487737"/>
                  </a:lnTo>
                  <a:lnTo>
                    <a:pt x="5795187" y="487737"/>
                  </a:lnTo>
                  <a:lnTo>
                    <a:pt x="5795312" y="487737"/>
                  </a:lnTo>
                  <a:lnTo>
                    <a:pt x="5795437" y="487737"/>
                  </a:lnTo>
                  <a:lnTo>
                    <a:pt x="5795562" y="487737"/>
                  </a:lnTo>
                  <a:lnTo>
                    <a:pt x="5795687" y="487737"/>
                  </a:lnTo>
                  <a:lnTo>
                    <a:pt x="5795812" y="487737"/>
                  </a:lnTo>
                  <a:lnTo>
                    <a:pt x="5795937" y="487737"/>
                  </a:lnTo>
                  <a:lnTo>
                    <a:pt x="5796062" y="487737"/>
                  </a:lnTo>
                  <a:lnTo>
                    <a:pt x="5796187" y="487737"/>
                  </a:lnTo>
                  <a:lnTo>
                    <a:pt x="5796312" y="487737"/>
                  </a:lnTo>
                  <a:lnTo>
                    <a:pt x="5796437" y="487737"/>
                  </a:lnTo>
                  <a:lnTo>
                    <a:pt x="5796562" y="487737"/>
                  </a:lnTo>
                  <a:lnTo>
                    <a:pt x="5796687" y="487737"/>
                  </a:lnTo>
                  <a:lnTo>
                    <a:pt x="5796812" y="487737"/>
                  </a:lnTo>
                  <a:lnTo>
                    <a:pt x="5796937" y="487737"/>
                  </a:lnTo>
                  <a:lnTo>
                    <a:pt x="5797062" y="487737"/>
                  </a:lnTo>
                  <a:lnTo>
                    <a:pt x="5797187" y="487737"/>
                  </a:lnTo>
                  <a:lnTo>
                    <a:pt x="5797313" y="487737"/>
                  </a:lnTo>
                  <a:lnTo>
                    <a:pt x="5797438" y="487737"/>
                  </a:lnTo>
                  <a:lnTo>
                    <a:pt x="5797563" y="487737"/>
                  </a:lnTo>
                  <a:lnTo>
                    <a:pt x="5797688" y="487737"/>
                  </a:lnTo>
                  <a:lnTo>
                    <a:pt x="5797813" y="487737"/>
                  </a:lnTo>
                  <a:lnTo>
                    <a:pt x="5797938" y="487737"/>
                  </a:lnTo>
                  <a:lnTo>
                    <a:pt x="5798063" y="487737"/>
                  </a:lnTo>
                  <a:lnTo>
                    <a:pt x="5798188" y="487737"/>
                  </a:lnTo>
                  <a:lnTo>
                    <a:pt x="5798313" y="487737"/>
                  </a:lnTo>
                  <a:lnTo>
                    <a:pt x="5798438" y="487737"/>
                  </a:lnTo>
                  <a:lnTo>
                    <a:pt x="5798563" y="487737"/>
                  </a:lnTo>
                  <a:lnTo>
                    <a:pt x="5798688" y="487737"/>
                  </a:lnTo>
                  <a:lnTo>
                    <a:pt x="5798813" y="487737"/>
                  </a:lnTo>
                  <a:lnTo>
                    <a:pt x="5798938" y="487737"/>
                  </a:lnTo>
                  <a:lnTo>
                    <a:pt x="5799063" y="487737"/>
                  </a:lnTo>
                  <a:lnTo>
                    <a:pt x="5799188" y="487737"/>
                  </a:lnTo>
                  <a:lnTo>
                    <a:pt x="5799313" y="487737"/>
                  </a:lnTo>
                  <a:lnTo>
                    <a:pt x="5799438" y="487737"/>
                  </a:lnTo>
                  <a:lnTo>
                    <a:pt x="5799563" y="487737"/>
                  </a:lnTo>
                  <a:lnTo>
                    <a:pt x="5799688" y="487737"/>
                  </a:lnTo>
                  <a:lnTo>
                    <a:pt x="5799813" y="487737"/>
                  </a:lnTo>
                  <a:lnTo>
                    <a:pt x="5799938" y="487737"/>
                  </a:lnTo>
                  <a:lnTo>
                    <a:pt x="5800063" y="487737"/>
                  </a:lnTo>
                  <a:lnTo>
                    <a:pt x="5800188" y="487737"/>
                  </a:lnTo>
                  <a:lnTo>
                    <a:pt x="5800314" y="487737"/>
                  </a:lnTo>
                  <a:lnTo>
                    <a:pt x="5800439" y="487737"/>
                  </a:lnTo>
                  <a:lnTo>
                    <a:pt x="5800564" y="487737"/>
                  </a:lnTo>
                  <a:lnTo>
                    <a:pt x="5800689" y="487737"/>
                  </a:lnTo>
                  <a:lnTo>
                    <a:pt x="5800814" y="487737"/>
                  </a:lnTo>
                  <a:lnTo>
                    <a:pt x="5800939" y="487737"/>
                  </a:lnTo>
                  <a:lnTo>
                    <a:pt x="5801064" y="487737"/>
                  </a:lnTo>
                  <a:lnTo>
                    <a:pt x="5801189" y="487737"/>
                  </a:lnTo>
                  <a:lnTo>
                    <a:pt x="5801314" y="487737"/>
                  </a:lnTo>
                  <a:lnTo>
                    <a:pt x="5801439" y="487737"/>
                  </a:lnTo>
                  <a:lnTo>
                    <a:pt x="5801564" y="487737"/>
                  </a:lnTo>
                  <a:lnTo>
                    <a:pt x="5801689" y="487737"/>
                  </a:lnTo>
                  <a:lnTo>
                    <a:pt x="5801814" y="487737"/>
                  </a:lnTo>
                  <a:lnTo>
                    <a:pt x="5801939" y="487737"/>
                  </a:lnTo>
                  <a:lnTo>
                    <a:pt x="5802064" y="487737"/>
                  </a:lnTo>
                  <a:lnTo>
                    <a:pt x="5802189" y="487737"/>
                  </a:lnTo>
                  <a:lnTo>
                    <a:pt x="5802314" y="487737"/>
                  </a:lnTo>
                  <a:lnTo>
                    <a:pt x="5802439" y="487737"/>
                  </a:lnTo>
                  <a:lnTo>
                    <a:pt x="5802564" y="487737"/>
                  </a:lnTo>
                  <a:lnTo>
                    <a:pt x="5802689" y="487737"/>
                  </a:lnTo>
                  <a:lnTo>
                    <a:pt x="5802814" y="487737"/>
                  </a:lnTo>
                  <a:lnTo>
                    <a:pt x="5802939" y="487737"/>
                  </a:lnTo>
                  <a:lnTo>
                    <a:pt x="5803064" y="487737"/>
                  </a:lnTo>
                  <a:lnTo>
                    <a:pt x="5803189" y="487737"/>
                  </a:lnTo>
                  <a:lnTo>
                    <a:pt x="5803315" y="487737"/>
                  </a:lnTo>
                  <a:lnTo>
                    <a:pt x="5803440" y="487737"/>
                  </a:lnTo>
                  <a:lnTo>
                    <a:pt x="5803565" y="487737"/>
                  </a:lnTo>
                  <a:lnTo>
                    <a:pt x="5803690" y="487737"/>
                  </a:lnTo>
                  <a:lnTo>
                    <a:pt x="5803815" y="487737"/>
                  </a:lnTo>
                  <a:lnTo>
                    <a:pt x="5803940" y="487737"/>
                  </a:lnTo>
                  <a:lnTo>
                    <a:pt x="5804065" y="487737"/>
                  </a:lnTo>
                  <a:lnTo>
                    <a:pt x="5804190" y="487737"/>
                  </a:lnTo>
                  <a:lnTo>
                    <a:pt x="5804315" y="487737"/>
                  </a:lnTo>
                  <a:lnTo>
                    <a:pt x="5804440" y="487737"/>
                  </a:lnTo>
                  <a:lnTo>
                    <a:pt x="5804565" y="487737"/>
                  </a:lnTo>
                  <a:lnTo>
                    <a:pt x="5804690" y="487737"/>
                  </a:lnTo>
                  <a:lnTo>
                    <a:pt x="5804815" y="487737"/>
                  </a:lnTo>
                  <a:lnTo>
                    <a:pt x="5804940" y="487737"/>
                  </a:lnTo>
                  <a:lnTo>
                    <a:pt x="5805065" y="487737"/>
                  </a:lnTo>
                  <a:lnTo>
                    <a:pt x="5805190" y="487737"/>
                  </a:lnTo>
                  <a:lnTo>
                    <a:pt x="5805315" y="487737"/>
                  </a:lnTo>
                  <a:lnTo>
                    <a:pt x="5805440" y="487737"/>
                  </a:lnTo>
                  <a:lnTo>
                    <a:pt x="5805565" y="487737"/>
                  </a:lnTo>
                  <a:lnTo>
                    <a:pt x="5805690" y="487737"/>
                  </a:lnTo>
                  <a:lnTo>
                    <a:pt x="5805815" y="487737"/>
                  </a:lnTo>
                  <a:lnTo>
                    <a:pt x="5805940" y="487737"/>
                  </a:lnTo>
                  <a:lnTo>
                    <a:pt x="5806065" y="487737"/>
                  </a:lnTo>
                  <a:lnTo>
                    <a:pt x="5806190" y="487737"/>
                  </a:lnTo>
                  <a:lnTo>
                    <a:pt x="5806316" y="487737"/>
                  </a:lnTo>
                  <a:lnTo>
                    <a:pt x="5806441" y="487737"/>
                  </a:lnTo>
                  <a:lnTo>
                    <a:pt x="5806566" y="487737"/>
                  </a:lnTo>
                  <a:lnTo>
                    <a:pt x="5806691" y="487737"/>
                  </a:lnTo>
                  <a:lnTo>
                    <a:pt x="5806816" y="487737"/>
                  </a:lnTo>
                  <a:lnTo>
                    <a:pt x="5806941" y="487737"/>
                  </a:lnTo>
                  <a:lnTo>
                    <a:pt x="5807066" y="487737"/>
                  </a:lnTo>
                  <a:lnTo>
                    <a:pt x="5807191" y="487737"/>
                  </a:lnTo>
                  <a:lnTo>
                    <a:pt x="5807316" y="487737"/>
                  </a:lnTo>
                  <a:lnTo>
                    <a:pt x="5807441" y="487737"/>
                  </a:lnTo>
                  <a:lnTo>
                    <a:pt x="5807566" y="487737"/>
                  </a:lnTo>
                  <a:lnTo>
                    <a:pt x="5807691" y="487737"/>
                  </a:lnTo>
                  <a:lnTo>
                    <a:pt x="5807816" y="487737"/>
                  </a:lnTo>
                  <a:lnTo>
                    <a:pt x="5807941" y="487737"/>
                  </a:lnTo>
                  <a:lnTo>
                    <a:pt x="5808066" y="487737"/>
                  </a:lnTo>
                  <a:lnTo>
                    <a:pt x="5808191" y="487737"/>
                  </a:lnTo>
                  <a:lnTo>
                    <a:pt x="5808316" y="487737"/>
                  </a:lnTo>
                  <a:lnTo>
                    <a:pt x="5808441" y="487737"/>
                  </a:lnTo>
                  <a:lnTo>
                    <a:pt x="5808566" y="487737"/>
                  </a:lnTo>
                  <a:lnTo>
                    <a:pt x="5808691" y="487737"/>
                  </a:lnTo>
                  <a:lnTo>
                    <a:pt x="5808816" y="487737"/>
                  </a:lnTo>
                  <a:lnTo>
                    <a:pt x="5808941" y="487737"/>
                  </a:lnTo>
                  <a:lnTo>
                    <a:pt x="5809066" y="487737"/>
                  </a:lnTo>
                  <a:lnTo>
                    <a:pt x="5809191" y="487737"/>
                  </a:lnTo>
                  <a:lnTo>
                    <a:pt x="5809317" y="487737"/>
                  </a:lnTo>
                  <a:lnTo>
                    <a:pt x="5809442" y="487737"/>
                  </a:lnTo>
                  <a:lnTo>
                    <a:pt x="5809567" y="487737"/>
                  </a:lnTo>
                  <a:lnTo>
                    <a:pt x="5809692" y="487737"/>
                  </a:lnTo>
                  <a:lnTo>
                    <a:pt x="5809817" y="487737"/>
                  </a:lnTo>
                  <a:lnTo>
                    <a:pt x="5809942" y="487737"/>
                  </a:lnTo>
                  <a:lnTo>
                    <a:pt x="5810067" y="487737"/>
                  </a:lnTo>
                  <a:lnTo>
                    <a:pt x="5810192" y="487737"/>
                  </a:lnTo>
                  <a:lnTo>
                    <a:pt x="5810317" y="487737"/>
                  </a:lnTo>
                  <a:lnTo>
                    <a:pt x="5810442" y="487737"/>
                  </a:lnTo>
                  <a:lnTo>
                    <a:pt x="5810567" y="487737"/>
                  </a:lnTo>
                  <a:lnTo>
                    <a:pt x="5810692" y="487737"/>
                  </a:lnTo>
                  <a:lnTo>
                    <a:pt x="5810817" y="487737"/>
                  </a:lnTo>
                  <a:lnTo>
                    <a:pt x="5810942" y="487737"/>
                  </a:lnTo>
                  <a:lnTo>
                    <a:pt x="5811067" y="487737"/>
                  </a:lnTo>
                  <a:lnTo>
                    <a:pt x="5811192" y="487737"/>
                  </a:lnTo>
                  <a:lnTo>
                    <a:pt x="5811317" y="487737"/>
                  </a:lnTo>
                  <a:lnTo>
                    <a:pt x="5811442" y="487737"/>
                  </a:lnTo>
                  <a:lnTo>
                    <a:pt x="5811567" y="487737"/>
                  </a:lnTo>
                  <a:lnTo>
                    <a:pt x="5811692" y="487737"/>
                  </a:lnTo>
                  <a:lnTo>
                    <a:pt x="5811817" y="487737"/>
                  </a:lnTo>
                  <a:lnTo>
                    <a:pt x="5811942" y="487737"/>
                  </a:lnTo>
                  <a:lnTo>
                    <a:pt x="5812067" y="487737"/>
                  </a:lnTo>
                  <a:lnTo>
                    <a:pt x="5812192" y="487737"/>
                  </a:lnTo>
                  <a:lnTo>
                    <a:pt x="5812318" y="487737"/>
                  </a:lnTo>
                  <a:lnTo>
                    <a:pt x="5812443" y="487737"/>
                  </a:lnTo>
                  <a:lnTo>
                    <a:pt x="5812568" y="487737"/>
                  </a:lnTo>
                  <a:lnTo>
                    <a:pt x="5812693" y="487737"/>
                  </a:lnTo>
                  <a:lnTo>
                    <a:pt x="5812818" y="487737"/>
                  </a:lnTo>
                  <a:lnTo>
                    <a:pt x="5812943" y="487737"/>
                  </a:lnTo>
                  <a:lnTo>
                    <a:pt x="5813068" y="487737"/>
                  </a:lnTo>
                  <a:lnTo>
                    <a:pt x="5813193" y="487737"/>
                  </a:lnTo>
                  <a:lnTo>
                    <a:pt x="5813318" y="487737"/>
                  </a:lnTo>
                  <a:lnTo>
                    <a:pt x="5813443" y="487737"/>
                  </a:lnTo>
                  <a:lnTo>
                    <a:pt x="5813568" y="487737"/>
                  </a:lnTo>
                  <a:lnTo>
                    <a:pt x="5813693" y="487737"/>
                  </a:lnTo>
                  <a:lnTo>
                    <a:pt x="5813818" y="487737"/>
                  </a:lnTo>
                  <a:lnTo>
                    <a:pt x="5813943" y="487737"/>
                  </a:lnTo>
                  <a:lnTo>
                    <a:pt x="5814068" y="487737"/>
                  </a:lnTo>
                  <a:lnTo>
                    <a:pt x="5814193" y="487737"/>
                  </a:lnTo>
                  <a:lnTo>
                    <a:pt x="5814318" y="487737"/>
                  </a:lnTo>
                  <a:lnTo>
                    <a:pt x="5814443" y="487737"/>
                  </a:lnTo>
                  <a:lnTo>
                    <a:pt x="5814568" y="487737"/>
                  </a:lnTo>
                  <a:lnTo>
                    <a:pt x="5814693" y="487737"/>
                  </a:lnTo>
                  <a:lnTo>
                    <a:pt x="5814818" y="487737"/>
                  </a:lnTo>
                  <a:lnTo>
                    <a:pt x="5814943" y="487737"/>
                  </a:lnTo>
                  <a:lnTo>
                    <a:pt x="5815068" y="487737"/>
                  </a:lnTo>
                  <a:lnTo>
                    <a:pt x="5815193" y="487737"/>
                  </a:lnTo>
                  <a:lnTo>
                    <a:pt x="5815319" y="487737"/>
                  </a:lnTo>
                  <a:lnTo>
                    <a:pt x="5815444" y="487737"/>
                  </a:lnTo>
                  <a:lnTo>
                    <a:pt x="5815569" y="487737"/>
                  </a:lnTo>
                  <a:lnTo>
                    <a:pt x="5815694" y="487737"/>
                  </a:lnTo>
                  <a:lnTo>
                    <a:pt x="5815819" y="487737"/>
                  </a:lnTo>
                  <a:lnTo>
                    <a:pt x="5815944" y="487737"/>
                  </a:lnTo>
                  <a:lnTo>
                    <a:pt x="5816069" y="487737"/>
                  </a:lnTo>
                  <a:lnTo>
                    <a:pt x="5816194" y="487737"/>
                  </a:lnTo>
                  <a:lnTo>
                    <a:pt x="5816319" y="487737"/>
                  </a:lnTo>
                  <a:lnTo>
                    <a:pt x="5816444" y="487737"/>
                  </a:lnTo>
                  <a:lnTo>
                    <a:pt x="5816569" y="487737"/>
                  </a:lnTo>
                  <a:lnTo>
                    <a:pt x="5816694" y="487737"/>
                  </a:lnTo>
                  <a:lnTo>
                    <a:pt x="5816819" y="487737"/>
                  </a:lnTo>
                  <a:lnTo>
                    <a:pt x="5816944" y="487737"/>
                  </a:lnTo>
                  <a:lnTo>
                    <a:pt x="5817069" y="487737"/>
                  </a:lnTo>
                  <a:lnTo>
                    <a:pt x="5817194" y="487737"/>
                  </a:lnTo>
                  <a:lnTo>
                    <a:pt x="5817319" y="487737"/>
                  </a:lnTo>
                  <a:lnTo>
                    <a:pt x="5817444" y="487737"/>
                  </a:lnTo>
                  <a:lnTo>
                    <a:pt x="5817569" y="487737"/>
                  </a:lnTo>
                  <a:lnTo>
                    <a:pt x="5817694" y="487737"/>
                  </a:lnTo>
                  <a:lnTo>
                    <a:pt x="5817819" y="487737"/>
                  </a:lnTo>
                  <a:lnTo>
                    <a:pt x="5817944" y="487737"/>
                  </a:lnTo>
                  <a:lnTo>
                    <a:pt x="5818069" y="487737"/>
                  </a:lnTo>
                  <a:lnTo>
                    <a:pt x="5818194" y="487737"/>
                  </a:lnTo>
                  <a:lnTo>
                    <a:pt x="5818320" y="487737"/>
                  </a:lnTo>
                  <a:lnTo>
                    <a:pt x="5818445" y="487737"/>
                  </a:lnTo>
                  <a:lnTo>
                    <a:pt x="5818570" y="487737"/>
                  </a:lnTo>
                  <a:lnTo>
                    <a:pt x="5818695" y="487737"/>
                  </a:lnTo>
                  <a:lnTo>
                    <a:pt x="5818820" y="487737"/>
                  </a:lnTo>
                  <a:lnTo>
                    <a:pt x="5818945" y="487737"/>
                  </a:lnTo>
                  <a:lnTo>
                    <a:pt x="5819070" y="487737"/>
                  </a:lnTo>
                  <a:lnTo>
                    <a:pt x="5819195" y="487737"/>
                  </a:lnTo>
                  <a:lnTo>
                    <a:pt x="5819320" y="487737"/>
                  </a:lnTo>
                  <a:lnTo>
                    <a:pt x="5819445" y="487737"/>
                  </a:lnTo>
                  <a:lnTo>
                    <a:pt x="5819570" y="487737"/>
                  </a:lnTo>
                  <a:lnTo>
                    <a:pt x="5819695" y="487737"/>
                  </a:lnTo>
                  <a:lnTo>
                    <a:pt x="5819820" y="487737"/>
                  </a:lnTo>
                  <a:lnTo>
                    <a:pt x="5819945" y="487737"/>
                  </a:lnTo>
                  <a:lnTo>
                    <a:pt x="5820070" y="487737"/>
                  </a:lnTo>
                  <a:lnTo>
                    <a:pt x="5820195" y="487737"/>
                  </a:lnTo>
                  <a:lnTo>
                    <a:pt x="5820320" y="487737"/>
                  </a:lnTo>
                  <a:lnTo>
                    <a:pt x="5820445" y="487737"/>
                  </a:lnTo>
                  <a:lnTo>
                    <a:pt x="5820570" y="487737"/>
                  </a:lnTo>
                  <a:lnTo>
                    <a:pt x="5820695" y="487737"/>
                  </a:lnTo>
                  <a:lnTo>
                    <a:pt x="5820820" y="487737"/>
                  </a:lnTo>
                  <a:lnTo>
                    <a:pt x="5820945" y="487737"/>
                  </a:lnTo>
                  <a:lnTo>
                    <a:pt x="5821070" y="487737"/>
                  </a:lnTo>
                  <a:lnTo>
                    <a:pt x="5821196" y="487737"/>
                  </a:lnTo>
                  <a:lnTo>
                    <a:pt x="5821321" y="487737"/>
                  </a:lnTo>
                  <a:lnTo>
                    <a:pt x="5821446" y="487737"/>
                  </a:lnTo>
                  <a:lnTo>
                    <a:pt x="5821571" y="487737"/>
                  </a:lnTo>
                  <a:lnTo>
                    <a:pt x="5821696" y="487737"/>
                  </a:lnTo>
                  <a:lnTo>
                    <a:pt x="5821821" y="487737"/>
                  </a:lnTo>
                  <a:lnTo>
                    <a:pt x="5821946" y="487737"/>
                  </a:lnTo>
                  <a:lnTo>
                    <a:pt x="5822071" y="487737"/>
                  </a:lnTo>
                  <a:lnTo>
                    <a:pt x="5822196" y="487737"/>
                  </a:lnTo>
                  <a:lnTo>
                    <a:pt x="5822321" y="487737"/>
                  </a:lnTo>
                  <a:lnTo>
                    <a:pt x="5822446" y="487737"/>
                  </a:lnTo>
                  <a:lnTo>
                    <a:pt x="5822571" y="487737"/>
                  </a:lnTo>
                  <a:lnTo>
                    <a:pt x="5822696" y="487737"/>
                  </a:lnTo>
                  <a:lnTo>
                    <a:pt x="5822821" y="487737"/>
                  </a:lnTo>
                  <a:lnTo>
                    <a:pt x="5822946" y="487737"/>
                  </a:lnTo>
                  <a:lnTo>
                    <a:pt x="5823071" y="487737"/>
                  </a:lnTo>
                  <a:lnTo>
                    <a:pt x="5823196" y="487737"/>
                  </a:lnTo>
                  <a:lnTo>
                    <a:pt x="5823321" y="487737"/>
                  </a:lnTo>
                  <a:lnTo>
                    <a:pt x="5823446" y="487737"/>
                  </a:lnTo>
                  <a:lnTo>
                    <a:pt x="5823571" y="487737"/>
                  </a:lnTo>
                  <a:lnTo>
                    <a:pt x="5823696" y="487737"/>
                  </a:lnTo>
                  <a:lnTo>
                    <a:pt x="5823821" y="487737"/>
                  </a:lnTo>
                  <a:lnTo>
                    <a:pt x="5823946" y="487737"/>
                  </a:lnTo>
                  <a:lnTo>
                    <a:pt x="5824071" y="487737"/>
                  </a:lnTo>
                  <a:lnTo>
                    <a:pt x="5824197" y="487737"/>
                  </a:lnTo>
                  <a:lnTo>
                    <a:pt x="5824322" y="487737"/>
                  </a:lnTo>
                  <a:lnTo>
                    <a:pt x="5824447" y="487737"/>
                  </a:lnTo>
                  <a:lnTo>
                    <a:pt x="5824572" y="487737"/>
                  </a:lnTo>
                  <a:lnTo>
                    <a:pt x="5824697" y="487737"/>
                  </a:lnTo>
                  <a:lnTo>
                    <a:pt x="5824822" y="487737"/>
                  </a:lnTo>
                  <a:lnTo>
                    <a:pt x="5824947" y="487737"/>
                  </a:lnTo>
                  <a:lnTo>
                    <a:pt x="5825072" y="487737"/>
                  </a:lnTo>
                  <a:lnTo>
                    <a:pt x="5825197" y="487737"/>
                  </a:lnTo>
                  <a:lnTo>
                    <a:pt x="5825322" y="487737"/>
                  </a:lnTo>
                  <a:lnTo>
                    <a:pt x="5825447" y="487737"/>
                  </a:lnTo>
                  <a:lnTo>
                    <a:pt x="5825572" y="487737"/>
                  </a:lnTo>
                  <a:lnTo>
                    <a:pt x="5825697" y="487737"/>
                  </a:lnTo>
                  <a:lnTo>
                    <a:pt x="5825822" y="487737"/>
                  </a:lnTo>
                  <a:lnTo>
                    <a:pt x="5825947" y="487737"/>
                  </a:lnTo>
                  <a:lnTo>
                    <a:pt x="5826072" y="487737"/>
                  </a:lnTo>
                  <a:lnTo>
                    <a:pt x="5826197" y="487737"/>
                  </a:lnTo>
                  <a:lnTo>
                    <a:pt x="5826322" y="487737"/>
                  </a:lnTo>
                  <a:lnTo>
                    <a:pt x="5826447" y="487737"/>
                  </a:lnTo>
                  <a:lnTo>
                    <a:pt x="5826572" y="487737"/>
                  </a:lnTo>
                  <a:lnTo>
                    <a:pt x="5826697" y="487737"/>
                  </a:lnTo>
                  <a:lnTo>
                    <a:pt x="5826822" y="487737"/>
                  </a:lnTo>
                  <a:lnTo>
                    <a:pt x="5826947" y="487737"/>
                  </a:lnTo>
                  <a:lnTo>
                    <a:pt x="5827072" y="487737"/>
                  </a:lnTo>
                  <a:lnTo>
                    <a:pt x="5827198" y="487737"/>
                  </a:lnTo>
                  <a:lnTo>
                    <a:pt x="5827323" y="487737"/>
                  </a:lnTo>
                  <a:lnTo>
                    <a:pt x="5827448" y="487737"/>
                  </a:lnTo>
                  <a:lnTo>
                    <a:pt x="5827573" y="487737"/>
                  </a:lnTo>
                  <a:lnTo>
                    <a:pt x="5827698" y="487737"/>
                  </a:lnTo>
                  <a:lnTo>
                    <a:pt x="5827823" y="487737"/>
                  </a:lnTo>
                  <a:lnTo>
                    <a:pt x="5827948" y="487737"/>
                  </a:lnTo>
                  <a:lnTo>
                    <a:pt x="5828073" y="487737"/>
                  </a:lnTo>
                  <a:lnTo>
                    <a:pt x="5828198" y="487737"/>
                  </a:lnTo>
                  <a:lnTo>
                    <a:pt x="5828323" y="487737"/>
                  </a:lnTo>
                  <a:lnTo>
                    <a:pt x="5828448" y="487737"/>
                  </a:lnTo>
                  <a:lnTo>
                    <a:pt x="5828573" y="487737"/>
                  </a:lnTo>
                  <a:lnTo>
                    <a:pt x="5828698" y="487737"/>
                  </a:lnTo>
                  <a:lnTo>
                    <a:pt x="5828823" y="487737"/>
                  </a:lnTo>
                  <a:lnTo>
                    <a:pt x="5828948" y="487737"/>
                  </a:lnTo>
                  <a:lnTo>
                    <a:pt x="5829073" y="487737"/>
                  </a:lnTo>
                  <a:lnTo>
                    <a:pt x="5829198" y="487737"/>
                  </a:lnTo>
                  <a:lnTo>
                    <a:pt x="5829323" y="487737"/>
                  </a:lnTo>
                  <a:lnTo>
                    <a:pt x="5829448" y="487737"/>
                  </a:lnTo>
                  <a:lnTo>
                    <a:pt x="5829573" y="487737"/>
                  </a:lnTo>
                  <a:lnTo>
                    <a:pt x="5829698" y="487737"/>
                  </a:lnTo>
                  <a:lnTo>
                    <a:pt x="5829823" y="487737"/>
                  </a:lnTo>
                  <a:lnTo>
                    <a:pt x="5829948" y="487737"/>
                  </a:lnTo>
                  <a:lnTo>
                    <a:pt x="5830073" y="487737"/>
                  </a:lnTo>
                  <a:lnTo>
                    <a:pt x="5830199" y="487737"/>
                  </a:lnTo>
                  <a:lnTo>
                    <a:pt x="5830324" y="487737"/>
                  </a:lnTo>
                  <a:lnTo>
                    <a:pt x="5830449" y="487737"/>
                  </a:lnTo>
                  <a:lnTo>
                    <a:pt x="5830574" y="487737"/>
                  </a:lnTo>
                  <a:lnTo>
                    <a:pt x="5830699" y="487737"/>
                  </a:lnTo>
                  <a:lnTo>
                    <a:pt x="5830824" y="487737"/>
                  </a:lnTo>
                  <a:lnTo>
                    <a:pt x="5830949" y="487737"/>
                  </a:lnTo>
                  <a:lnTo>
                    <a:pt x="5831074" y="487737"/>
                  </a:lnTo>
                  <a:lnTo>
                    <a:pt x="5831199" y="487737"/>
                  </a:lnTo>
                  <a:lnTo>
                    <a:pt x="5831324" y="487737"/>
                  </a:lnTo>
                  <a:lnTo>
                    <a:pt x="5831449" y="487737"/>
                  </a:lnTo>
                  <a:lnTo>
                    <a:pt x="5831574" y="487737"/>
                  </a:lnTo>
                  <a:lnTo>
                    <a:pt x="5831699" y="487737"/>
                  </a:lnTo>
                  <a:lnTo>
                    <a:pt x="5831824" y="487737"/>
                  </a:lnTo>
                  <a:lnTo>
                    <a:pt x="5831949" y="487737"/>
                  </a:lnTo>
                  <a:lnTo>
                    <a:pt x="5832074" y="487737"/>
                  </a:lnTo>
                  <a:lnTo>
                    <a:pt x="5832199" y="487737"/>
                  </a:lnTo>
                  <a:lnTo>
                    <a:pt x="5832324" y="487737"/>
                  </a:lnTo>
                  <a:lnTo>
                    <a:pt x="5832449" y="487737"/>
                  </a:lnTo>
                  <a:lnTo>
                    <a:pt x="5832574" y="487737"/>
                  </a:lnTo>
                  <a:lnTo>
                    <a:pt x="5832699" y="487737"/>
                  </a:lnTo>
                  <a:lnTo>
                    <a:pt x="5832824" y="487737"/>
                  </a:lnTo>
                  <a:lnTo>
                    <a:pt x="5832949" y="487737"/>
                  </a:lnTo>
                  <a:lnTo>
                    <a:pt x="5833074" y="487737"/>
                  </a:lnTo>
                  <a:lnTo>
                    <a:pt x="5833200" y="487737"/>
                  </a:lnTo>
                  <a:lnTo>
                    <a:pt x="5833325" y="487737"/>
                  </a:lnTo>
                  <a:lnTo>
                    <a:pt x="5833450" y="487737"/>
                  </a:lnTo>
                  <a:lnTo>
                    <a:pt x="5833575" y="487737"/>
                  </a:lnTo>
                  <a:lnTo>
                    <a:pt x="5833700" y="487737"/>
                  </a:lnTo>
                  <a:lnTo>
                    <a:pt x="5833825" y="487737"/>
                  </a:lnTo>
                  <a:lnTo>
                    <a:pt x="5833950" y="487737"/>
                  </a:lnTo>
                  <a:lnTo>
                    <a:pt x="5834075" y="487737"/>
                  </a:lnTo>
                  <a:lnTo>
                    <a:pt x="5834200" y="487737"/>
                  </a:lnTo>
                  <a:lnTo>
                    <a:pt x="5834325" y="487737"/>
                  </a:lnTo>
                  <a:lnTo>
                    <a:pt x="5834450" y="487737"/>
                  </a:lnTo>
                  <a:lnTo>
                    <a:pt x="5834575" y="487737"/>
                  </a:lnTo>
                  <a:lnTo>
                    <a:pt x="5834700" y="487737"/>
                  </a:lnTo>
                  <a:lnTo>
                    <a:pt x="5834825" y="487737"/>
                  </a:lnTo>
                  <a:lnTo>
                    <a:pt x="5834950" y="487737"/>
                  </a:lnTo>
                  <a:lnTo>
                    <a:pt x="5835075" y="487737"/>
                  </a:lnTo>
                  <a:lnTo>
                    <a:pt x="5835200" y="487737"/>
                  </a:lnTo>
                  <a:lnTo>
                    <a:pt x="5835325" y="487737"/>
                  </a:lnTo>
                  <a:lnTo>
                    <a:pt x="5835450" y="487737"/>
                  </a:lnTo>
                  <a:lnTo>
                    <a:pt x="5835575" y="487737"/>
                  </a:lnTo>
                  <a:lnTo>
                    <a:pt x="5835700" y="487737"/>
                  </a:lnTo>
                  <a:lnTo>
                    <a:pt x="5835825" y="487737"/>
                  </a:lnTo>
                  <a:lnTo>
                    <a:pt x="5835950" y="487737"/>
                  </a:lnTo>
                  <a:lnTo>
                    <a:pt x="5836075" y="487737"/>
                  </a:lnTo>
                  <a:lnTo>
                    <a:pt x="5836201" y="487737"/>
                  </a:lnTo>
                  <a:lnTo>
                    <a:pt x="5836326" y="487737"/>
                  </a:lnTo>
                  <a:lnTo>
                    <a:pt x="5836451" y="487737"/>
                  </a:lnTo>
                  <a:lnTo>
                    <a:pt x="5836576" y="487737"/>
                  </a:lnTo>
                  <a:lnTo>
                    <a:pt x="5836701" y="487737"/>
                  </a:lnTo>
                  <a:lnTo>
                    <a:pt x="5836826" y="487737"/>
                  </a:lnTo>
                  <a:lnTo>
                    <a:pt x="5836951" y="487737"/>
                  </a:lnTo>
                  <a:lnTo>
                    <a:pt x="5837076" y="487737"/>
                  </a:lnTo>
                  <a:lnTo>
                    <a:pt x="5837201" y="487737"/>
                  </a:lnTo>
                  <a:lnTo>
                    <a:pt x="5837326" y="487737"/>
                  </a:lnTo>
                  <a:lnTo>
                    <a:pt x="5837451" y="487737"/>
                  </a:lnTo>
                  <a:lnTo>
                    <a:pt x="5837576" y="487737"/>
                  </a:lnTo>
                  <a:lnTo>
                    <a:pt x="5837701" y="487737"/>
                  </a:lnTo>
                  <a:lnTo>
                    <a:pt x="5837826" y="487737"/>
                  </a:lnTo>
                  <a:lnTo>
                    <a:pt x="5837951" y="487737"/>
                  </a:lnTo>
                  <a:lnTo>
                    <a:pt x="5838076" y="487737"/>
                  </a:lnTo>
                  <a:lnTo>
                    <a:pt x="5838201" y="487737"/>
                  </a:lnTo>
                  <a:lnTo>
                    <a:pt x="5838326" y="487737"/>
                  </a:lnTo>
                  <a:lnTo>
                    <a:pt x="5838451" y="487737"/>
                  </a:lnTo>
                  <a:lnTo>
                    <a:pt x="5838576" y="487737"/>
                  </a:lnTo>
                  <a:lnTo>
                    <a:pt x="5838701" y="487737"/>
                  </a:lnTo>
                  <a:lnTo>
                    <a:pt x="5838826" y="487737"/>
                  </a:lnTo>
                  <a:lnTo>
                    <a:pt x="5838951" y="487737"/>
                  </a:lnTo>
                  <a:lnTo>
                    <a:pt x="5839076" y="487737"/>
                  </a:lnTo>
                  <a:lnTo>
                    <a:pt x="5839202" y="487737"/>
                  </a:lnTo>
                  <a:lnTo>
                    <a:pt x="5839327" y="487737"/>
                  </a:lnTo>
                  <a:lnTo>
                    <a:pt x="5839452" y="487737"/>
                  </a:lnTo>
                  <a:lnTo>
                    <a:pt x="5839577" y="487737"/>
                  </a:lnTo>
                  <a:lnTo>
                    <a:pt x="5839702" y="487737"/>
                  </a:lnTo>
                  <a:lnTo>
                    <a:pt x="5839827" y="487737"/>
                  </a:lnTo>
                  <a:lnTo>
                    <a:pt x="5839952" y="487737"/>
                  </a:lnTo>
                  <a:lnTo>
                    <a:pt x="5840077" y="487737"/>
                  </a:lnTo>
                  <a:lnTo>
                    <a:pt x="5840202" y="487737"/>
                  </a:lnTo>
                  <a:lnTo>
                    <a:pt x="5840327" y="487737"/>
                  </a:lnTo>
                  <a:lnTo>
                    <a:pt x="5840452" y="487737"/>
                  </a:lnTo>
                  <a:lnTo>
                    <a:pt x="5840577" y="487737"/>
                  </a:lnTo>
                  <a:lnTo>
                    <a:pt x="5840702" y="487737"/>
                  </a:lnTo>
                  <a:lnTo>
                    <a:pt x="5840702" y="477783"/>
                  </a:lnTo>
                  <a:lnTo>
                    <a:pt x="5840827" y="477783"/>
                  </a:lnTo>
                  <a:lnTo>
                    <a:pt x="5840952" y="477783"/>
                  </a:lnTo>
                  <a:lnTo>
                    <a:pt x="5841077" y="477783"/>
                  </a:lnTo>
                  <a:lnTo>
                    <a:pt x="5841202" y="477783"/>
                  </a:lnTo>
                  <a:lnTo>
                    <a:pt x="5841327" y="477783"/>
                  </a:lnTo>
                  <a:lnTo>
                    <a:pt x="5841452" y="477783"/>
                  </a:lnTo>
                  <a:lnTo>
                    <a:pt x="5841577" y="477783"/>
                  </a:lnTo>
                  <a:lnTo>
                    <a:pt x="5841702" y="477783"/>
                  </a:lnTo>
                  <a:lnTo>
                    <a:pt x="5841827" y="477783"/>
                  </a:lnTo>
                  <a:lnTo>
                    <a:pt x="5841952" y="477783"/>
                  </a:lnTo>
                  <a:lnTo>
                    <a:pt x="5842077" y="477783"/>
                  </a:lnTo>
                  <a:lnTo>
                    <a:pt x="5842203" y="477783"/>
                  </a:lnTo>
                  <a:lnTo>
                    <a:pt x="5842328" y="477783"/>
                  </a:lnTo>
                  <a:lnTo>
                    <a:pt x="5842453" y="477783"/>
                  </a:lnTo>
                  <a:lnTo>
                    <a:pt x="5842578" y="477783"/>
                  </a:lnTo>
                  <a:lnTo>
                    <a:pt x="5842703" y="477783"/>
                  </a:lnTo>
                  <a:lnTo>
                    <a:pt x="5842828" y="477783"/>
                  </a:lnTo>
                  <a:lnTo>
                    <a:pt x="5842953" y="477783"/>
                  </a:lnTo>
                  <a:lnTo>
                    <a:pt x="5843078" y="477783"/>
                  </a:lnTo>
                  <a:lnTo>
                    <a:pt x="5843203" y="477783"/>
                  </a:lnTo>
                  <a:lnTo>
                    <a:pt x="5843328" y="477783"/>
                  </a:lnTo>
                  <a:lnTo>
                    <a:pt x="5843453" y="477783"/>
                  </a:lnTo>
                  <a:lnTo>
                    <a:pt x="5843578" y="477783"/>
                  </a:lnTo>
                  <a:lnTo>
                    <a:pt x="5843703" y="477783"/>
                  </a:lnTo>
                  <a:lnTo>
                    <a:pt x="5843828" y="477783"/>
                  </a:lnTo>
                  <a:lnTo>
                    <a:pt x="5843953" y="477783"/>
                  </a:lnTo>
                  <a:lnTo>
                    <a:pt x="5844078" y="477783"/>
                  </a:lnTo>
                  <a:lnTo>
                    <a:pt x="5844203" y="477783"/>
                  </a:lnTo>
                  <a:lnTo>
                    <a:pt x="5844328" y="477783"/>
                  </a:lnTo>
                  <a:lnTo>
                    <a:pt x="5844453" y="477783"/>
                  </a:lnTo>
                  <a:lnTo>
                    <a:pt x="5844578" y="477783"/>
                  </a:lnTo>
                  <a:lnTo>
                    <a:pt x="5844703" y="477783"/>
                  </a:lnTo>
                  <a:lnTo>
                    <a:pt x="5844828" y="477783"/>
                  </a:lnTo>
                  <a:lnTo>
                    <a:pt x="5844953" y="477783"/>
                  </a:lnTo>
                  <a:lnTo>
                    <a:pt x="5845078" y="477783"/>
                  </a:lnTo>
                  <a:lnTo>
                    <a:pt x="5845204" y="477783"/>
                  </a:lnTo>
                  <a:lnTo>
                    <a:pt x="5845329" y="477783"/>
                  </a:lnTo>
                  <a:lnTo>
                    <a:pt x="5845454" y="477783"/>
                  </a:lnTo>
                  <a:lnTo>
                    <a:pt x="5845579" y="477783"/>
                  </a:lnTo>
                  <a:lnTo>
                    <a:pt x="5845704" y="477783"/>
                  </a:lnTo>
                  <a:lnTo>
                    <a:pt x="5845829" y="477783"/>
                  </a:lnTo>
                  <a:lnTo>
                    <a:pt x="5845954" y="477783"/>
                  </a:lnTo>
                  <a:lnTo>
                    <a:pt x="5846079" y="477783"/>
                  </a:lnTo>
                  <a:lnTo>
                    <a:pt x="5846204" y="477783"/>
                  </a:lnTo>
                  <a:lnTo>
                    <a:pt x="5846329" y="477783"/>
                  </a:lnTo>
                  <a:lnTo>
                    <a:pt x="5846454" y="477783"/>
                  </a:lnTo>
                  <a:lnTo>
                    <a:pt x="5846579" y="477783"/>
                  </a:lnTo>
                  <a:lnTo>
                    <a:pt x="5846704" y="477783"/>
                  </a:lnTo>
                  <a:lnTo>
                    <a:pt x="5846829" y="477783"/>
                  </a:lnTo>
                  <a:lnTo>
                    <a:pt x="5846954" y="477783"/>
                  </a:lnTo>
                  <a:lnTo>
                    <a:pt x="5847079" y="477783"/>
                  </a:lnTo>
                  <a:lnTo>
                    <a:pt x="5847204" y="477783"/>
                  </a:lnTo>
                  <a:lnTo>
                    <a:pt x="5847329" y="477783"/>
                  </a:lnTo>
                  <a:lnTo>
                    <a:pt x="5847454" y="477783"/>
                  </a:lnTo>
                  <a:lnTo>
                    <a:pt x="5847579" y="477783"/>
                  </a:lnTo>
                  <a:lnTo>
                    <a:pt x="5847704" y="477783"/>
                  </a:lnTo>
                  <a:lnTo>
                    <a:pt x="5847829" y="477783"/>
                  </a:lnTo>
                  <a:lnTo>
                    <a:pt x="5847954" y="477783"/>
                  </a:lnTo>
                  <a:lnTo>
                    <a:pt x="5848079" y="477783"/>
                  </a:lnTo>
                  <a:lnTo>
                    <a:pt x="5848205" y="477783"/>
                  </a:lnTo>
                  <a:lnTo>
                    <a:pt x="5848330" y="477783"/>
                  </a:lnTo>
                  <a:lnTo>
                    <a:pt x="5848455" y="477783"/>
                  </a:lnTo>
                  <a:lnTo>
                    <a:pt x="5848580" y="477783"/>
                  </a:lnTo>
                  <a:lnTo>
                    <a:pt x="5848705" y="477783"/>
                  </a:lnTo>
                  <a:lnTo>
                    <a:pt x="5848830" y="477783"/>
                  </a:lnTo>
                  <a:lnTo>
                    <a:pt x="5848955" y="477783"/>
                  </a:lnTo>
                  <a:lnTo>
                    <a:pt x="5849080" y="477783"/>
                  </a:lnTo>
                  <a:lnTo>
                    <a:pt x="5849205" y="477783"/>
                  </a:lnTo>
                  <a:lnTo>
                    <a:pt x="5849330" y="477783"/>
                  </a:lnTo>
                  <a:lnTo>
                    <a:pt x="5849455" y="477783"/>
                  </a:lnTo>
                  <a:lnTo>
                    <a:pt x="5849580" y="477783"/>
                  </a:lnTo>
                  <a:lnTo>
                    <a:pt x="5849705" y="477783"/>
                  </a:lnTo>
                  <a:lnTo>
                    <a:pt x="5849830" y="477783"/>
                  </a:lnTo>
                  <a:lnTo>
                    <a:pt x="5849955" y="477783"/>
                  </a:lnTo>
                  <a:lnTo>
                    <a:pt x="5850080" y="477783"/>
                  </a:lnTo>
                  <a:lnTo>
                    <a:pt x="5850205" y="477783"/>
                  </a:lnTo>
                  <a:lnTo>
                    <a:pt x="5850330" y="477783"/>
                  </a:lnTo>
                  <a:lnTo>
                    <a:pt x="5850455" y="477783"/>
                  </a:lnTo>
                  <a:lnTo>
                    <a:pt x="5850580" y="477783"/>
                  </a:lnTo>
                  <a:lnTo>
                    <a:pt x="5850705" y="477783"/>
                  </a:lnTo>
                  <a:lnTo>
                    <a:pt x="5850830" y="477783"/>
                  </a:lnTo>
                  <a:lnTo>
                    <a:pt x="5850955" y="477783"/>
                  </a:lnTo>
                  <a:lnTo>
                    <a:pt x="5851080" y="477783"/>
                  </a:lnTo>
                  <a:lnTo>
                    <a:pt x="5851206" y="477783"/>
                  </a:lnTo>
                  <a:lnTo>
                    <a:pt x="5851331" y="477783"/>
                  </a:lnTo>
                  <a:lnTo>
                    <a:pt x="5851456" y="477783"/>
                  </a:lnTo>
                  <a:lnTo>
                    <a:pt x="5851581" y="477783"/>
                  </a:lnTo>
                  <a:lnTo>
                    <a:pt x="5851706" y="477783"/>
                  </a:lnTo>
                  <a:lnTo>
                    <a:pt x="5851706" y="467829"/>
                  </a:lnTo>
                  <a:lnTo>
                    <a:pt x="5851831" y="467829"/>
                  </a:lnTo>
                  <a:lnTo>
                    <a:pt x="5851956" y="467829"/>
                  </a:lnTo>
                  <a:lnTo>
                    <a:pt x="5852081" y="467829"/>
                  </a:lnTo>
                  <a:lnTo>
                    <a:pt x="5852206" y="467829"/>
                  </a:lnTo>
                  <a:lnTo>
                    <a:pt x="5852331" y="467829"/>
                  </a:lnTo>
                  <a:lnTo>
                    <a:pt x="5852456" y="467829"/>
                  </a:lnTo>
                  <a:lnTo>
                    <a:pt x="5852581" y="467829"/>
                  </a:lnTo>
                  <a:lnTo>
                    <a:pt x="5852706" y="467829"/>
                  </a:lnTo>
                  <a:lnTo>
                    <a:pt x="5852831" y="467829"/>
                  </a:lnTo>
                  <a:lnTo>
                    <a:pt x="5852956" y="467829"/>
                  </a:lnTo>
                  <a:lnTo>
                    <a:pt x="5853081" y="467829"/>
                  </a:lnTo>
                  <a:lnTo>
                    <a:pt x="5853206" y="467829"/>
                  </a:lnTo>
                  <a:lnTo>
                    <a:pt x="5853331" y="467829"/>
                  </a:lnTo>
                  <a:lnTo>
                    <a:pt x="5853456" y="467829"/>
                  </a:lnTo>
                  <a:lnTo>
                    <a:pt x="5853581" y="467829"/>
                  </a:lnTo>
                  <a:lnTo>
                    <a:pt x="5853706" y="467829"/>
                  </a:lnTo>
                  <a:lnTo>
                    <a:pt x="5853831" y="467829"/>
                  </a:lnTo>
                  <a:lnTo>
                    <a:pt x="5853956" y="467829"/>
                  </a:lnTo>
                  <a:lnTo>
                    <a:pt x="5854081" y="467829"/>
                  </a:lnTo>
                  <a:lnTo>
                    <a:pt x="5854207" y="467829"/>
                  </a:lnTo>
                  <a:lnTo>
                    <a:pt x="5854332" y="467829"/>
                  </a:lnTo>
                  <a:lnTo>
                    <a:pt x="5854457" y="467829"/>
                  </a:lnTo>
                  <a:lnTo>
                    <a:pt x="5854582" y="467829"/>
                  </a:lnTo>
                  <a:lnTo>
                    <a:pt x="5854707" y="467829"/>
                  </a:lnTo>
                  <a:lnTo>
                    <a:pt x="5854832" y="467829"/>
                  </a:lnTo>
                  <a:lnTo>
                    <a:pt x="5854957" y="467829"/>
                  </a:lnTo>
                  <a:lnTo>
                    <a:pt x="5855082" y="467829"/>
                  </a:lnTo>
                  <a:lnTo>
                    <a:pt x="5855207" y="467829"/>
                  </a:lnTo>
                  <a:lnTo>
                    <a:pt x="5855332" y="467829"/>
                  </a:lnTo>
                  <a:lnTo>
                    <a:pt x="5855457" y="467829"/>
                  </a:lnTo>
                  <a:lnTo>
                    <a:pt x="5855582" y="467829"/>
                  </a:lnTo>
                  <a:lnTo>
                    <a:pt x="5855707" y="467829"/>
                  </a:lnTo>
                  <a:lnTo>
                    <a:pt x="5855832" y="467829"/>
                  </a:lnTo>
                  <a:lnTo>
                    <a:pt x="5855957" y="467829"/>
                  </a:lnTo>
                  <a:lnTo>
                    <a:pt x="5856082" y="467829"/>
                  </a:lnTo>
                  <a:lnTo>
                    <a:pt x="5856207" y="467829"/>
                  </a:lnTo>
                  <a:lnTo>
                    <a:pt x="5856332" y="467829"/>
                  </a:lnTo>
                  <a:lnTo>
                    <a:pt x="5856457" y="467829"/>
                  </a:lnTo>
                  <a:lnTo>
                    <a:pt x="5856582" y="467829"/>
                  </a:lnTo>
                  <a:lnTo>
                    <a:pt x="5856707" y="467829"/>
                  </a:lnTo>
                  <a:lnTo>
                    <a:pt x="5856832" y="467829"/>
                  </a:lnTo>
                  <a:lnTo>
                    <a:pt x="5856957" y="467829"/>
                  </a:lnTo>
                  <a:lnTo>
                    <a:pt x="5857082" y="467829"/>
                  </a:lnTo>
                  <a:lnTo>
                    <a:pt x="5857208" y="467829"/>
                  </a:lnTo>
                  <a:lnTo>
                    <a:pt x="5857333" y="467829"/>
                  </a:lnTo>
                  <a:lnTo>
                    <a:pt x="5857458" y="467829"/>
                  </a:lnTo>
                  <a:lnTo>
                    <a:pt x="5857583" y="467829"/>
                  </a:lnTo>
                  <a:lnTo>
                    <a:pt x="5857708" y="467829"/>
                  </a:lnTo>
                  <a:lnTo>
                    <a:pt x="5857833" y="467829"/>
                  </a:lnTo>
                  <a:lnTo>
                    <a:pt x="5857958" y="467829"/>
                  </a:lnTo>
                  <a:lnTo>
                    <a:pt x="5858083" y="467829"/>
                  </a:lnTo>
                  <a:lnTo>
                    <a:pt x="5858208" y="467829"/>
                  </a:lnTo>
                  <a:lnTo>
                    <a:pt x="5858333" y="467829"/>
                  </a:lnTo>
                  <a:lnTo>
                    <a:pt x="5858458" y="467829"/>
                  </a:lnTo>
                  <a:lnTo>
                    <a:pt x="5858583" y="467829"/>
                  </a:lnTo>
                  <a:lnTo>
                    <a:pt x="5858708" y="467829"/>
                  </a:lnTo>
                  <a:lnTo>
                    <a:pt x="5858833" y="467829"/>
                  </a:lnTo>
                  <a:lnTo>
                    <a:pt x="5858958" y="467829"/>
                  </a:lnTo>
                  <a:lnTo>
                    <a:pt x="5859083" y="467829"/>
                  </a:lnTo>
                  <a:lnTo>
                    <a:pt x="5859208" y="467829"/>
                  </a:lnTo>
                  <a:lnTo>
                    <a:pt x="5859333" y="467829"/>
                  </a:lnTo>
                  <a:lnTo>
                    <a:pt x="5859458" y="467829"/>
                  </a:lnTo>
                  <a:lnTo>
                    <a:pt x="5859583" y="467829"/>
                  </a:lnTo>
                  <a:lnTo>
                    <a:pt x="5859708" y="467829"/>
                  </a:lnTo>
                  <a:lnTo>
                    <a:pt x="5859833" y="467829"/>
                  </a:lnTo>
                  <a:lnTo>
                    <a:pt x="5859958" y="467829"/>
                  </a:lnTo>
                  <a:lnTo>
                    <a:pt x="5860084" y="467829"/>
                  </a:lnTo>
                  <a:lnTo>
                    <a:pt x="5860209" y="467829"/>
                  </a:lnTo>
                  <a:lnTo>
                    <a:pt x="5860334" y="467829"/>
                  </a:lnTo>
                  <a:lnTo>
                    <a:pt x="5860459" y="467829"/>
                  </a:lnTo>
                  <a:lnTo>
                    <a:pt x="5860584" y="467829"/>
                  </a:lnTo>
                  <a:lnTo>
                    <a:pt x="5860709" y="467829"/>
                  </a:lnTo>
                  <a:lnTo>
                    <a:pt x="5860834" y="467829"/>
                  </a:lnTo>
                  <a:lnTo>
                    <a:pt x="5860959" y="467829"/>
                  </a:lnTo>
                  <a:lnTo>
                    <a:pt x="5861084" y="467829"/>
                  </a:lnTo>
                  <a:lnTo>
                    <a:pt x="5861209" y="467829"/>
                  </a:lnTo>
                  <a:lnTo>
                    <a:pt x="5861334" y="467829"/>
                  </a:lnTo>
                  <a:lnTo>
                    <a:pt x="5861459" y="467829"/>
                  </a:lnTo>
                  <a:lnTo>
                    <a:pt x="5861584" y="467829"/>
                  </a:lnTo>
                  <a:lnTo>
                    <a:pt x="5861709" y="467829"/>
                  </a:lnTo>
                  <a:lnTo>
                    <a:pt x="5861834" y="467829"/>
                  </a:lnTo>
                  <a:lnTo>
                    <a:pt x="5861959" y="467829"/>
                  </a:lnTo>
                  <a:lnTo>
                    <a:pt x="5862084" y="467829"/>
                  </a:lnTo>
                  <a:lnTo>
                    <a:pt x="5862209" y="467829"/>
                  </a:lnTo>
                  <a:lnTo>
                    <a:pt x="5862334" y="467829"/>
                  </a:lnTo>
                  <a:lnTo>
                    <a:pt x="5862459" y="467829"/>
                  </a:lnTo>
                  <a:lnTo>
                    <a:pt x="5862584" y="467829"/>
                  </a:lnTo>
                  <a:lnTo>
                    <a:pt x="5862709" y="467829"/>
                  </a:lnTo>
                  <a:lnTo>
                    <a:pt x="5862834" y="467829"/>
                  </a:lnTo>
                  <a:lnTo>
                    <a:pt x="5862959" y="467829"/>
                  </a:lnTo>
                  <a:lnTo>
                    <a:pt x="5863085" y="467829"/>
                  </a:lnTo>
                  <a:lnTo>
                    <a:pt x="5863210" y="467829"/>
                  </a:lnTo>
                  <a:lnTo>
                    <a:pt x="5863335" y="467829"/>
                  </a:lnTo>
                  <a:lnTo>
                    <a:pt x="5863460" y="467829"/>
                  </a:lnTo>
                  <a:lnTo>
                    <a:pt x="5863585" y="467829"/>
                  </a:lnTo>
                  <a:lnTo>
                    <a:pt x="5863710" y="467829"/>
                  </a:lnTo>
                  <a:lnTo>
                    <a:pt x="5863835" y="467829"/>
                  </a:lnTo>
                  <a:lnTo>
                    <a:pt x="5863960" y="467829"/>
                  </a:lnTo>
                  <a:lnTo>
                    <a:pt x="5864085" y="467829"/>
                  </a:lnTo>
                  <a:lnTo>
                    <a:pt x="5864210" y="467829"/>
                  </a:lnTo>
                  <a:lnTo>
                    <a:pt x="5864335" y="467829"/>
                  </a:lnTo>
                  <a:lnTo>
                    <a:pt x="5864460" y="467829"/>
                  </a:lnTo>
                  <a:lnTo>
                    <a:pt x="5864585" y="467829"/>
                  </a:lnTo>
                  <a:lnTo>
                    <a:pt x="5864710" y="467829"/>
                  </a:lnTo>
                  <a:lnTo>
                    <a:pt x="5864835" y="467829"/>
                  </a:lnTo>
                  <a:lnTo>
                    <a:pt x="5864960" y="467829"/>
                  </a:lnTo>
                  <a:lnTo>
                    <a:pt x="5865085" y="467829"/>
                  </a:lnTo>
                  <a:lnTo>
                    <a:pt x="5865210" y="467829"/>
                  </a:lnTo>
                  <a:lnTo>
                    <a:pt x="5865335" y="467829"/>
                  </a:lnTo>
                  <a:lnTo>
                    <a:pt x="5865460" y="467829"/>
                  </a:lnTo>
                  <a:lnTo>
                    <a:pt x="5865585" y="467829"/>
                  </a:lnTo>
                  <a:lnTo>
                    <a:pt x="5865710" y="467829"/>
                  </a:lnTo>
                  <a:lnTo>
                    <a:pt x="5865835" y="467829"/>
                  </a:lnTo>
                  <a:lnTo>
                    <a:pt x="5865960" y="467829"/>
                  </a:lnTo>
                  <a:lnTo>
                    <a:pt x="5866086" y="467829"/>
                  </a:lnTo>
                  <a:lnTo>
                    <a:pt x="5866211" y="467829"/>
                  </a:lnTo>
                  <a:lnTo>
                    <a:pt x="5866336" y="467829"/>
                  </a:lnTo>
                  <a:lnTo>
                    <a:pt x="5866461" y="467829"/>
                  </a:lnTo>
                  <a:lnTo>
                    <a:pt x="5866586" y="467829"/>
                  </a:lnTo>
                  <a:lnTo>
                    <a:pt x="5866711" y="467829"/>
                  </a:lnTo>
                  <a:lnTo>
                    <a:pt x="5866836" y="467829"/>
                  </a:lnTo>
                  <a:lnTo>
                    <a:pt x="5866961" y="467829"/>
                  </a:lnTo>
                  <a:lnTo>
                    <a:pt x="5867086" y="467829"/>
                  </a:lnTo>
                  <a:lnTo>
                    <a:pt x="5867211" y="467829"/>
                  </a:lnTo>
                  <a:lnTo>
                    <a:pt x="5867336" y="467829"/>
                  </a:lnTo>
                  <a:lnTo>
                    <a:pt x="5867461" y="467829"/>
                  </a:lnTo>
                  <a:lnTo>
                    <a:pt x="5867586" y="467829"/>
                  </a:lnTo>
                  <a:lnTo>
                    <a:pt x="5867711" y="467829"/>
                  </a:lnTo>
                  <a:lnTo>
                    <a:pt x="5867836" y="467829"/>
                  </a:lnTo>
                  <a:lnTo>
                    <a:pt x="5867961" y="467829"/>
                  </a:lnTo>
                  <a:lnTo>
                    <a:pt x="5868086" y="467829"/>
                  </a:lnTo>
                  <a:lnTo>
                    <a:pt x="5868211" y="467829"/>
                  </a:lnTo>
                  <a:lnTo>
                    <a:pt x="5868336" y="467829"/>
                  </a:lnTo>
                  <a:lnTo>
                    <a:pt x="5868336" y="457875"/>
                  </a:lnTo>
                  <a:lnTo>
                    <a:pt x="5868461" y="457875"/>
                  </a:lnTo>
                  <a:lnTo>
                    <a:pt x="5868586" y="457875"/>
                  </a:lnTo>
                  <a:lnTo>
                    <a:pt x="5868711" y="457875"/>
                  </a:lnTo>
                  <a:lnTo>
                    <a:pt x="5868836" y="457875"/>
                  </a:lnTo>
                  <a:lnTo>
                    <a:pt x="5868961" y="457875"/>
                  </a:lnTo>
                  <a:lnTo>
                    <a:pt x="5869087" y="457875"/>
                  </a:lnTo>
                  <a:lnTo>
                    <a:pt x="5869212" y="457875"/>
                  </a:lnTo>
                  <a:lnTo>
                    <a:pt x="5869337" y="457875"/>
                  </a:lnTo>
                  <a:lnTo>
                    <a:pt x="5869462" y="457875"/>
                  </a:lnTo>
                  <a:lnTo>
                    <a:pt x="5869587" y="457875"/>
                  </a:lnTo>
                  <a:lnTo>
                    <a:pt x="5869712" y="457875"/>
                  </a:lnTo>
                  <a:lnTo>
                    <a:pt x="5869837" y="457875"/>
                  </a:lnTo>
                  <a:lnTo>
                    <a:pt x="5869962" y="457875"/>
                  </a:lnTo>
                  <a:lnTo>
                    <a:pt x="5870087" y="457875"/>
                  </a:lnTo>
                  <a:lnTo>
                    <a:pt x="5870212" y="457875"/>
                  </a:lnTo>
                  <a:lnTo>
                    <a:pt x="5870337" y="457875"/>
                  </a:lnTo>
                  <a:lnTo>
                    <a:pt x="5870462" y="457875"/>
                  </a:lnTo>
                  <a:lnTo>
                    <a:pt x="5870587" y="457875"/>
                  </a:lnTo>
                  <a:lnTo>
                    <a:pt x="5870712" y="457875"/>
                  </a:lnTo>
                  <a:lnTo>
                    <a:pt x="5870837" y="457875"/>
                  </a:lnTo>
                  <a:lnTo>
                    <a:pt x="5870962" y="457875"/>
                  </a:lnTo>
                  <a:lnTo>
                    <a:pt x="5871087" y="457875"/>
                  </a:lnTo>
                  <a:lnTo>
                    <a:pt x="5871212" y="457875"/>
                  </a:lnTo>
                  <a:lnTo>
                    <a:pt x="5871337" y="457875"/>
                  </a:lnTo>
                  <a:lnTo>
                    <a:pt x="5871462" y="457875"/>
                  </a:lnTo>
                  <a:lnTo>
                    <a:pt x="5871587" y="457875"/>
                  </a:lnTo>
                  <a:lnTo>
                    <a:pt x="5871712" y="457875"/>
                  </a:lnTo>
                  <a:lnTo>
                    <a:pt x="5871837" y="457875"/>
                  </a:lnTo>
                  <a:lnTo>
                    <a:pt x="5871962" y="457875"/>
                  </a:lnTo>
                  <a:lnTo>
                    <a:pt x="5872088" y="457875"/>
                  </a:lnTo>
                  <a:lnTo>
                    <a:pt x="5872213" y="457875"/>
                  </a:lnTo>
                  <a:lnTo>
                    <a:pt x="5872338" y="457875"/>
                  </a:lnTo>
                  <a:lnTo>
                    <a:pt x="5872463" y="457875"/>
                  </a:lnTo>
                  <a:lnTo>
                    <a:pt x="5872588" y="457875"/>
                  </a:lnTo>
                  <a:lnTo>
                    <a:pt x="5872713" y="457875"/>
                  </a:lnTo>
                  <a:lnTo>
                    <a:pt x="5872838" y="457875"/>
                  </a:lnTo>
                  <a:lnTo>
                    <a:pt x="5872963" y="457875"/>
                  </a:lnTo>
                  <a:lnTo>
                    <a:pt x="5873088" y="457875"/>
                  </a:lnTo>
                  <a:lnTo>
                    <a:pt x="5873213" y="457875"/>
                  </a:lnTo>
                  <a:lnTo>
                    <a:pt x="5873338" y="457875"/>
                  </a:lnTo>
                  <a:lnTo>
                    <a:pt x="5873463" y="457875"/>
                  </a:lnTo>
                  <a:lnTo>
                    <a:pt x="5873588" y="457875"/>
                  </a:lnTo>
                  <a:lnTo>
                    <a:pt x="5873713" y="457875"/>
                  </a:lnTo>
                  <a:lnTo>
                    <a:pt x="5873838" y="457875"/>
                  </a:lnTo>
                  <a:lnTo>
                    <a:pt x="5873963" y="457875"/>
                  </a:lnTo>
                  <a:lnTo>
                    <a:pt x="5874088" y="457875"/>
                  </a:lnTo>
                  <a:lnTo>
                    <a:pt x="5874213" y="457875"/>
                  </a:lnTo>
                  <a:lnTo>
                    <a:pt x="5874338" y="457875"/>
                  </a:lnTo>
                  <a:lnTo>
                    <a:pt x="5874463" y="457875"/>
                  </a:lnTo>
                  <a:lnTo>
                    <a:pt x="5874588" y="457875"/>
                  </a:lnTo>
                  <a:lnTo>
                    <a:pt x="5874713" y="457875"/>
                  </a:lnTo>
                  <a:lnTo>
                    <a:pt x="5874838" y="457875"/>
                  </a:lnTo>
                  <a:lnTo>
                    <a:pt x="5874963" y="457875"/>
                  </a:lnTo>
                  <a:lnTo>
                    <a:pt x="5875089" y="457875"/>
                  </a:lnTo>
                  <a:lnTo>
                    <a:pt x="5875214" y="457875"/>
                  </a:lnTo>
                  <a:lnTo>
                    <a:pt x="5875339" y="457875"/>
                  </a:lnTo>
                  <a:lnTo>
                    <a:pt x="5875464" y="457875"/>
                  </a:lnTo>
                  <a:lnTo>
                    <a:pt x="5875589" y="457875"/>
                  </a:lnTo>
                  <a:lnTo>
                    <a:pt x="5875714" y="457875"/>
                  </a:lnTo>
                  <a:lnTo>
                    <a:pt x="5875839" y="457875"/>
                  </a:lnTo>
                  <a:lnTo>
                    <a:pt x="5875964" y="457875"/>
                  </a:lnTo>
                  <a:lnTo>
                    <a:pt x="5876089" y="457875"/>
                  </a:lnTo>
                  <a:lnTo>
                    <a:pt x="5876214" y="457875"/>
                  </a:lnTo>
                  <a:lnTo>
                    <a:pt x="5876339" y="457875"/>
                  </a:lnTo>
                  <a:lnTo>
                    <a:pt x="5876464" y="457875"/>
                  </a:lnTo>
                  <a:lnTo>
                    <a:pt x="5876589" y="457875"/>
                  </a:lnTo>
                  <a:lnTo>
                    <a:pt x="5876714" y="457875"/>
                  </a:lnTo>
                  <a:lnTo>
                    <a:pt x="5876839" y="457875"/>
                  </a:lnTo>
                  <a:lnTo>
                    <a:pt x="5876964" y="457875"/>
                  </a:lnTo>
                  <a:lnTo>
                    <a:pt x="5877089" y="457875"/>
                  </a:lnTo>
                  <a:lnTo>
                    <a:pt x="5877214" y="457875"/>
                  </a:lnTo>
                  <a:lnTo>
                    <a:pt x="5877339" y="457875"/>
                  </a:lnTo>
                  <a:lnTo>
                    <a:pt x="5877464" y="457875"/>
                  </a:lnTo>
                  <a:lnTo>
                    <a:pt x="5877589" y="457875"/>
                  </a:lnTo>
                  <a:lnTo>
                    <a:pt x="5877714" y="457875"/>
                  </a:lnTo>
                  <a:lnTo>
                    <a:pt x="5877839" y="457875"/>
                  </a:lnTo>
                  <a:lnTo>
                    <a:pt x="5877964" y="457875"/>
                  </a:lnTo>
                  <a:lnTo>
                    <a:pt x="5878090" y="457875"/>
                  </a:lnTo>
                  <a:lnTo>
                    <a:pt x="5878215" y="457875"/>
                  </a:lnTo>
                  <a:lnTo>
                    <a:pt x="5878340" y="457875"/>
                  </a:lnTo>
                  <a:lnTo>
                    <a:pt x="5878465" y="457875"/>
                  </a:lnTo>
                  <a:lnTo>
                    <a:pt x="5878590" y="457875"/>
                  </a:lnTo>
                  <a:lnTo>
                    <a:pt x="5878715" y="457875"/>
                  </a:lnTo>
                  <a:lnTo>
                    <a:pt x="5878840" y="457875"/>
                  </a:lnTo>
                  <a:lnTo>
                    <a:pt x="5878965" y="457875"/>
                  </a:lnTo>
                  <a:lnTo>
                    <a:pt x="5879090" y="457875"/>
                  </a:lnTo>
                  <a:lnTo>
                    <a:pt x="5879215" y="457875"/>
                  </a:lnTo>
                  <a:lnTo>
                    <a:pt x="5879215" y="447922"/>
                  </a:lnTo>
                  <a:lnTo>
                    <a:pt x="5879340" y="447922"/>
                  </a:lnTo>
                  <a:lnTo>
                    <a:pt x="5879465" y="447922"/>
                  </a:lnTo>
                  <a:lnTo>
                    <a:pt x="5879590" y="447922"/>
                  </a:lnTo>
                  <a:lnTo>
                    <a:pt x="5879715" y="447922"/>
                  </a:lnTo>
                  <a:lnTo>
                    <a:pt x="5879840" y="447922"/>
                  </a:lnTo>
                  <a:lnTo>
                    <a:pt x="5879965" y="447922"/>
                  </a:lnTo>
                  <a:lnTo>
                    <a:pt x="5880090" y="447922"/>
                  </a:lnTo>
                  <a:lnTo>
                    <a:pt x="5880215" y="447922"/>
                  </a:lnTo>
                  <a:lnTo>
                    <a:pt x="5880340" y="447922"/>
                  </a:lnTo>
                  <a:lnTo>
                    <a:pt x="5880465" y="447922"/>
                  </a:lnTo>
                  <a:lnTo>
                    <a:pt x="5880590" y="447922"/>
                  </a:lnTo>
                  <a:lnTo>
                    <a:pt x="5880715" y="447922"/>
                  </a:lnTo>
                  <a:lnTo>
                    <a:pt x="5880840" y="447922"/>
                  </a:lnTo>
                  <a:lnTo>
                    <a:pt x="5880965" y="447922"/>
                  </a:lnTo>
                  <a:lnTo>
                    <a:pt x="5881091" y="447922"/>
                  </a:lnTo>
                  <a:lnTo>
                    <a:pt x="5881216" y="447922"/>
                  </a:lnTo>
                  <a:lnTo>
                    <a:pt x="5881341" y="447922"/>
                  </a:lnTo>
                  <a:lnTo>
                    <a:pt x="5881466" y="447922"/>
                  </a:lnTo>
                  <a:lnTo>
                    <a:pt x="5881591" y="447922"/>
                  </a:lnTo>
                  <a:lnTo>
                    <a:pt x="5881716" y="447922"/>
                  </a:lnTo>
                  <a:lnTo>
                    <a:pt x="5881841" y="447922"/>
                  </a:lnTo>
                  <a:lnTo>
                    <a:pt x="5881966" y="447922"/>
                  </a:lnTo>
                  <a:lnTo>
                    <a:pt x="5882091" y="447922"/>
                  </a:lnTo>
                  <a:lnTo>
                    <a:pt x="5882216" y="447922"/>
                  </a:lnTo>
                  <a:lnTo>
                    <a:pt x="5882341" y="447922"/>
                  </a:lnTo>
                  <a:lnTo>
                    <a:pt x="5882466" y="447922"/>
                  </a:lnTo>
                  <a:lnTo>
                    <a:pt x="5882591" y="447922"/>
                  </a:lnTo>
                  <a:lnTo>
                    <a:pt x="5882716" y="447922"/>
                  </a:lnTo>
                  <a:lnTo>
                    <a:pt x="5882841" y="447922"/>
                  </a:lnTo>
                  <a:lnTo>
                    <a:pt x="5882966" y="447922"/>
                  </a:lnTo>
                  <a:lnTo>
                    <a:pt x="5883091" y="447922"/>
                  </a:lnTo>
                  <a:lnTo>
                    <a:pt x="5883216" y="447922"/>
                  </a:lnTo>
                  <a:lnTo>
                    <a:pt x="5883341" y="447922"/>
                  </a:lnTo>
                  <a:lnTo>
                    <a:pt x="5883466" y="447922"/>
                  </a:lnTo>
                  <a:lnTo>
                    <a:pt x="5883591" y="447922"/>
                  </a:lnTo>
                  <a:lnTo>
                    <a:pt x="5883716" y="447922"/>
                  </a:lnTo>
                  <a:lnTo>
                    <a:pt x="5883841" y="447922"/>
                  </a:lnTo>
                  <a:lnTo>
                    <a:pt x="5883966" y="447922"/>
                  </a:lnTo>
                  <a:lnTo>
                    <a:pt x="5884092" y="447922"/>
                  </a:lnTo>
                  <a:lnTo>
                    <a:pt x="5884217" y="447922"/>
                  </a:lnTo>
                  <a:lnTo>
                    <a:pt x="5884342" y="447922"/>
                  </a:lnTo>
                  <a:lnTo>
                    <a:pt x="5884467" y="447922"/>
                  </a:lnTo>
                  <a:lnTo>
                    <a:pt x="5884592" y="447922"/>
                  </a:lnTo>
                  <a:lnTo>
                    <a:pt x="5884717" y="447922"/>
                  </a:lnTo>
                  <a:lnTo>
                    <a:pt x="5884842" y="447922"/>
                  </a:lnTo>
                  <a:lnTo>
                    <a:pt x="5884967" y="447922"/>
                  </a:lnTo>
                  <a:lnTo>
                    <a:pt x="5885092" y="447922"/>
                  </a:lnTo>
                  <a:lnTo>
                    <a:pt x="5885217" y="447922"/>
                  </a:lnTo>
                  <a:lnTo>
                    <a:pt x="5885342" y="447922"/>
                  </a:lnTo>
                  <a:lnTo>
                    <a:pt x="5885467" y="447922"/>
                  </a:lnTo>
                  <a:lnTo>
                    <a:pt x="5885592" y="447922"/>
                  </a:lnTo>
                  <a:lnTo>
                    <a:pt x="5885717" y="447922"/>
                  </a:lnTo>
                  <a:lnTo>
                    <a:pt x="5885842" y="447922"/>
                  </a:lnTo>
                  <a:lnTo>
                    <a:pt x="5885967" y="447922"/>
                  </a:lnTo>
                  <a:lnTo>
                    <a:pt x="5886092" y="447922"/>
                  </a:lnTo>
                  <a:lnTo>
                    <a:pt x="5886217" y="447922"/>
                  </a:lnTo>
                  <a:lnTo>
                    <a:pt x="5886342" y="447922"/>
                  </a:lnTo>
                  <a:lnTo>
                    <a:pt x="5886467" y="447922"/>
                  </a:lnTo>
                  <a:lnTo>
                    <a:pt x="5886592" y="447922"/>
                  </a:lnTo>
                  <a:lnTo>
                    <a:pt x="5886717" y="447922"/>
                  </a:lnTo>
                  <a:lnTo>
                    <a:pt x="5886842" y="447922"/>
                  </a:lnTo>
                  <a:lnTo>
                    <a:pt x="5886967" y="447922"/>
                  </a:lnTo>
                  <a:lnTo>
                    <a:pt x="5887093" y="447922"/>
                  </a:lnTo>
                  <a:lnTo>
                    <a:pt x="5887218" y="447922"/>
                  </a:lnTo>
                  <a:lnTo>
                    <a:pt x="5887343" y="447922"/>
                  </a:lnTo>
                  <a:lnTo>
                    <a:pt x="5887468" y="447922"/>
                  </a:lnTo>
                  <a:lnTo>
                    <a:pt x="5887593" y="447922"/>
                  </a:lnTo>
                  <a:lnTo>
                    <a:pt x="5887718" y="447922"/>
                  </a:lnTo>
                  <a:lnTo>
                    <a:pt x="5887843" y="447922"/>
                  </a:lnTo>
                  <a:lnTo>
                    <a:pt x="5887968" y="447922"/>
                  </a:lnTo>
                  <a:lnTo>
                    <a:pt x="5888093" y="447922"/>
                  </a:lnTo>
                  <a:lnTo>
                    <a:pt x="5888218" y="447922"/>
                  </a:lnTo>
                  <a:lnTo>
                    <a:pt x="5888343" y="447922"/>
                  </a:lnTo>
                  <a:lnTo>
                    <a:pt x="5888468" y="447922"/>
                  </a:lnTo>
                  <a:lnTo>
                    <a:pt x="5888593" y="447922"/>
                  </a:lnTo>
                  <a:lnTo>
                    <a:pt x="5888718" y="447922"/>
                  </a:lnTo>
                  <a:lnTo>
                    <a:pt x="5888843" y="447922"/>
                  </a:lnTo>
                  <a:lnTo>
                    <a:pt x="5888968" y="447922"/>
                  </a:lnTo>
                  <a:lnTo>
                    <a:pt x="5889093" y="447922"/>
                  </a:lnTo>
                  <a:lnTo>
                    <a:pt x="5889218" y="447922"/>
                  </a:lnTo>
                  <a:lnTo>
                    <a:pt x="5889343" y="447922"/>
                  </a:lnTo>
                  <a:lnTo>
                    <a:pt x="5889468" y="447922"/>
                  </a:lnTo>
                  <a:lnTo>
                    <a:pt x="5889593" y="447922"/>
                  </a:lnTo>
                  <a:lnTo>
                    <a:pt x="5889718" y="447922"/>
                  </a:lnTo>
                  <a:lnTo>
                    <a:pt x="5889843" y="447922"/>
                  </a:lnTo>
                  <a:lnTo>
                    <a:pt x="5889968" y="447922"/>
                  </a:lnTo>
                  <a:lnTo>
                    <a:pt x="5890094" y="447922"/>
                  </a:lnTo>
                  <a:lnTo>
                    <a:pt x="5890219" y="447922"/>
                  </a:lnTo>
                  <a:lnTo>
                    <a:pt x="5890344" y="447922"/>
                  </a:lnTo>
                  <a:lnTo>
                    <a:pt x="5890469" y="447922"/>
                  </a:lnTo>
                  <a:lnTo>
                    <a:pt x="5890594" y="447922"/>
                  </a:lnTo>
                  <a:lnTo>
                    <a:pt x="5890719" y="447922"/>
                  </a:lnTo>
                  <a:lnTo>
                    <a:pt x="5890844" y="447922"/>
                  </a:lnTo>
                  <a:lnTo>
                    <a:pt x="5890969" y="447922"/>
                  </a:lnTo>
                  <a:lnTo>
                    <a:pt x="5891094" y="447922"/>
                  </a:lnTo>
                  <a:lnTo>
                    <a:pt x="5891219" y="447922"/>
                  </a:lnTo>
                  <a:lnTo>
                    <a:pt x="5891344" y="447922"/>
                  </a:lnTo>
                  <a:lnTo>
                    <a:pt x="5891469" y="447922"/>
                  </a:lnTo>
                  <a:lnTo>
                    <a:pt x="5891594" y="447922"/>
                  </a:lnTo>
                  <a:lnTo>
                    <a:pt x="5891719" y="447922"/>
                  </a:lnTo>
                  <a:lnTo>
                    <a:pt x="5891844" y="447922"/>
                  </a:lnTo>
                  <a:lnTo>
                    <a:pt x="5891969" y="447922"/>
                  </a:lnTo>
                  <a:lnTo>
                    <a:pt x="5892094" y="447922"/>
                  </a:lnTo>
                  <a:lnTo>
                    <a:pt x="5892219" y="447922"/>
                  </a:lnTo>
                  <a:lnTo>
                    <a:pt x="5892344" y="447922"/>
                  </a:lnTo>
                  <a:lnTo>
                    <a:pt x="5892469" y="447922"/>
                  </a:lnTo>
                  <a:lnTo>
                    <a:pt x="5892594" y="447922"/>
                  </a:lnTo>
                  <a:lnTo>
                    <a:pt x="5892719" y="447922"/>
                  </a:lnTo>
                  <a:lnTo>
                    <a:pt x="5892844" y="447922"/>
                  </a:lnTo>
                  <a:lnTo>
                    <a:pt x="5892969" y="447922"/>
                  </a:lnTo>
                  <a:lnTo>
                    <a:pt x="5893095" y="447922"/>
                  </a:lnTo>
                  <a:lnTo>
                    <a:pt x="5893220" y="447922"/>
                  </a:lnTo>
                  <a:lnTo>
                    <a:pt x="5893345" y="447922"/>
                  </a:lnTo>
                  <a:lnTo>
                    <a:pt x="5893470" y="447922"/>
                  </a:lnTo>
                  <a:lnTo>
                    <a:pt x="5893595" y="447922"/>
                  </a:lnTo>
                  <a:lnTo>
                    <a:pt x="5893720" y="447922"/>
                  </a:lnTo>
                  <a:lnTo>
                    <a:pt x="5893845" y="447922"/>
                  </a:lnTo>
                  <a:lnTo>
                    <a:pt x="5893970" y="447922"/>
                  </a:lnTo>
                  <a:lnTo>
                    <a:pt x="5894095" y="447922"/>
                  </a:lnTo>
                  <a:lnTo>
                    <a:pt x="5894220" y="447922"/>
                  </a:lnTo>
                  <a:lnTo>
                    <a:pt x="5894345" y="447922"/>
                  </a:lnTo>
                  <a:lnTo>
                    <a:pt x="5894470" y="447922"/>
                  </a:lnTo>
                  <a:lnTo>
                    <a:pt x="5894595" y="447922"/>
                  </a:lnTo>
                  <a:lnTo>
                    <a:pt x="5894720" y="447922"/>
                  </a:lnTo>
                  <a:lnTo>
                    <a:pt x="5894845" y="447922"/>
                  </a:lnTo>
                  <a:lnTo>
                    <a:pt x="5894970" y="447922"/>
                  </a:lnTo>
                  <a:lnTo>
                    <a:pt x="5895095" y="447922"/>
                  </a:lnTo>
                  <a:lnTo>
                    <a:pt x="5895220" y="447922"/>
                  </a:lnTo>
                  <a:lnTo>
                    <a:pt x="5895345" y="447922"/>
                  </a:lnTo>
                  <a:lnTo>
                    <a:pt x="5895470" y="447922"/>
                  </a:lnTo>
                  <a:lnTo>
                    <a:pt x="5895595" y="447922"/>
                  </a:lnTo>
                  <a:lnTo>
                    <a:pt x="5895720" y="447922"/>
                  </a:lnTo>
                  <a:lnTo>
                    <a:pt x="5895845" y="447922"/>
                  </a:lnTo>
                  <a:lnTo>
                    <a:pt x="5895970" y="447922"/>
                  </a:lnTo>
                  <a:lnTo>
                    <a:pt x="5896096" y="447922"/>
                  </a:lnTo>
                  <a:lnTo>
                    <a:pt x="5896221" y="447922"/>
                  </a:lnTo>
                  <a:lnTo>
                    <a:pt x="5896346" y="447922"/>
                  </a:lnTo>
                  <a:lnTo>
                    <a:pt x="5896471" y="447922"/>
                  </a:lnTo>
                  <a:lnTo>
                    <a:pt x="5896596" y="447922"/>
                  </a:lnTo>
                  <a:lnTo>
                    <a:pt x="5896721" y="447922"/>
                  </a:lnTo>
                  <a:lnTo>
                    <a:pt x="5896846" y="447922"/>
                  </a:lnTo>
                  <a:lnTo>
                    <a:pt x="5896971" y="447922"/>
                  </a:lnTo>
                  <a:lnTo>
                    <a:pt x="5897096" y="447922"/>
                  </a:lnTo>
                  <a:lnTo>
                    <a:pt x="5897221" y="447922"/>
                  </a:lnTo>
                  <a:lnTo>
                    <a:pt x="5897346" y="447922"/>
                  </a:lnTo>
                  <a:lnTo>
                    <a:pt x="5897471" y="447922"/>
                  </a:lnTo>
                  <a:lnTo>
                    <a:pt x="5897596" y="447922"/>
                  </a:lnTo>
                  <a:lnTo>
                    <a:pt x="5897721" y="447922"/>
                  </a:lnTo>
                  <a:lnTo>
                    <a:pt x="5897846" y="447922"/>
                  </a:lnTo>
                  <a:lnTo>
                    <a:pt x="5897971" y="447922"/>
                  </a:lnTo>
                  <a:lnTo>
                    <a:pt x="5898096" y="447922"/>
                  </a:lnTo>
                  <a:lnTo>
                    <a:pt x="5898221" y="447922"/>
                  </a:lnTo>
                  <a:lnTo>
                    <a:pt x="5898346" y="447922"/>
                  </a:lnTo>
                  <a:lnTo>
                    <a:pt x="5898471" y="447922"/>
                  </a:lnTo>
                  <a:lnTo>
                    <a:pt x="5898596" y="447922"/>
                  </a:lnTo>
                  <a:lnTo>
                    <a:pt x="5898721" y="447922"/>
                  </a:lnTo>
                  <a:lnTo>
                    <a:pt x="5898846" y="447922"/>
                  </a:lnTo>
                  <a:lnTo>
                    <a:pt x="5898972" y="447922"/>
                  </a:lnTo>
                  <a:lnTo>
                    <a:pt x="5899097" y="447922"/>
                  </a:lnTo>
                  <a:lnTo>
                    <a:pt x="5899222" y="447922"/>
                  </a:lnTo>
                  <a:lnTo>
                    <a:pt x="5899347" y="447922"/>
                  </a:lnTo>
                  <a:lnTo>
                    <a:pt x="5899472" y="447922"/>
                  </a:lnTo>
                  <a:lnTo>
                    <a:pt x="5899597" y="447922"/>
                  </a:lnTo>
                  <a:lnTo>
                    <a:pt x="5899722" y="447922"/>
                  </a:lnTo>
                  <a:lnTo>
                    <a:pt x="5899847" y="447922"/>
                  </a:lnTo>
                  <a:lnTo>
                    <a:pt x="5899972" y="447922"/>
                  </a:lnTo>
                  <a:lnTo>
                    <a:pt x="5900097" y="447922"/>
                  </a:lnTo>
                  <a:lnTo>
                    <a:pt x="5900222" y="447922"/>
                  </a:lnTo>
                  <a:lnTo>
                    <a:pt x="5900347" y="447922"/>
                  </a:lnTo>
                  <a:lnTo>
                    <a:pt x="5900472" y="447922"/>
                  </a:lnTo>
                  <a:lnTo>
                    <a:pt x="5900597" y="447922"/>
                  </a:lnTo>
                  <a:lnTo>
                    <a:pt x="5900722" y="447922"/>
                  </a:lnTo>
                  <a:lnTo>
                    <a:pt x="5900847" y="447922"/>
                  </a:lnTo>
                  <a:lnTo>
                    <a:pt x="5900972" y="447922"/>
                  </a:lnTo>
                  <a:lnTo>
                    <a:pt x="5901097" y="447922"/>
                  </a:lnTo>
                  <a:lnTo>
                    <a:pt x="5901222" y="447922"/>
                  </a:lnTo>
                  <a:lnTo>
                    <a:pt x="5901347" y="447922"/>
                  </a:lnTo>
                  <a:lnTo>
                    <a:pt x="5901472" y="447922"/>
                  </a:lnTo>
                  <a:lnTo>
                    <a:pt x="5901597" y="447922"/>
                  </a:lnTo>
                  <a:lnTo>
                    <a:pt x="5901722" y="447922"/>
                  </a:lnTo>
                  <a:lnTo>
                    <a:pt x="5901847" y="447922"/>
                  </a:lnTo>
                  <a:lnTo>
                    <a:pt x="5901973" y="447922"/>
                  </a:lnTo>
                  <a:lnTo>
                    <a:pt x="5902098" y="447922"/>
                  </a:lnTo>
                  <a:lnTo>
                    <a:pt x="5902223" y="447922"/>
                  </a:lnTo>
                  <a:lnTo>
                    <a:pt x="5902348" y="447922"/>
                  </a:lnTo>
                  <a:lnTo>
                    <a:pt x="5902473" y="447922"/>
                  </a:lnTo>
                  <a:lnTo>
                    <a:pt x="5902598" y="447922"/>
                  </a:lnTo>
                  <a:lnTo>
                    <a:pt x="5902723" y="447922"/>
                  </a:lnTo>
                  <a:lnTo>
                    <a:pt x="5902848" y="447922"/>
                  </a:lnTo>
                  <a:lnTo>
                    <a:pt x="5902973" y="447922"/>
                  </a:lnTo>
                  <a:lnTo>
                    <a:pt x="5903098" y="447922"/>
                  </a:lnTo>
                  <a:lnTo>
                    <a:pt x="5903223" y="447922"/>
                  </a:lnTo>
                  <a:lnTo>
                    <a:pt x="5903348" y="447922"/>
                  </a:lnTo>
                  <a:lnTo>
                    <a:pt x="5903473" y="447922"/>
                  </a:lnTo>
                  <a:lnTo>
                    <a:pt x="5903598" y="447922"/>
                  </a:lnTo>
                  <a:lnTo>
                    <a:pt x="5903723" y="447922"/>
                  </a:lnTo>
                  <a:lnTo>
                    <a:pt x="5903848" y="447922"/>
                  </a:lnTo>
                  <a:lnTo>
                    <a:pt x="5903973" y="447922"/>
                  </a:lnTo>
                  <a:lnTo>
                    <a:pt x="5904098" y="447922"/>
                  </a:lnTo>
                  <a:lnTo>
                    <a:pt x="5904223" y="447922"/>
                  </a:lnTo>
                  <a:lnTo>
                    <a:pt x="5904348" y="447922"/>
                  </a:lnTo>
                  <a:lnTo>
                    <a:pt x="5904473" y="447922"/>
                  </a:lnTo>
                  <a:lnTo>
                    <a:pt x="5904598" y="447922"/>
                  </a:lnTo>
                  <a:lnTo>
                    <a:pt x="5904723" y="447922"/>
                  </a:lnTo>
                  <a:lnTo>
                    <a:pt x="5904848" y="447922"/>
                  </a:lnTo>
                  <a:lnTo>
                    <a:pt x="5904974" y="447922"/>
                  </a:lnTo>
                  <a:lnTo>
                    <a:pt x="5905099" y="447922"/>
                  </a:lnTo>
                  <a:lnTo>
                    <a:pt x="5905224" y="447922"/>
                  </a:lnTo>
                  <a:lnTo>
                    <a:pt x="5905349" y="447922"/>
                  </a:lnTo>
                  <a:lnTo>
                    <a:pt x="5905474" y="447922"/>
                  </a:lnTo>
                  <a:lnTo>
                    <a:pt x="5905599" y="447922"/>
                  </a:lnTo>
                  <a:lnTo>
                    <a:pt x="5905724" y="447922"/>
                  </a:lnTo>
                  <a:lnTo>
                    <a:pt x="5905849" y="447922"/>
                  </a:lnTo>
                  <a:lnTo>
                    <a:pt x="5905974" y="447922"/>
                  </a:lnTo>
                  <a:lnTo>
                    <a:pt x="5906099" y="447922"/>
                  </a:lnTo>
                  <a:lnTo>
                    <a:pt x="5906224" y="447922"/>
                  </a:lnTo>
                  <a:lnTo>
                    <a:pt x="5906349" y="447922"/>
                  </a:lnTo>
                  <a:lnTo>
                    <a:pt x="5906474" y="447922"/>
                  </a:lnTo>
                  <a:lnTo>
                    <a:pt x="5906599" y="447922"/>
                  </a:lnTo>
                  <a:lnTo>
                    <a:pt x="5906724" y="447922"/>
                  </a:lnTo>
                  <a:lnTo>
                    <a:pt x="5906849" y="447922"/>
                  </a:lnTo>
                  <a:lnTo>
                    <a:pt x="5906974" y="447922"/>
                  </a:lnTo>
                  <a:lnTo>
                    <a:pt x="5907099" y="447922"/>
                  </a:lnTo>
                  <a:lnTo>
                    <a:pt x="5907224" y="447922"/>
                  </a:lnTo>
                  <a:lnTo>
                    <a:pt x="5907349" y="447922"/>
                  </a:lnTo>
                  <a:lnTo>
                    <a:pt x="5907474" y="447922"/>
                  </a:lnTo>
                  <a:lnTo>
                    <a:pt x="5907599" y="447922"/>
                  </a:lnTo>
                  <a:lnTo>
                    <a:pt x="5907724" y="447922"/>
                  </a:lnTo>
                  <a:lnTo>
                    <a:pt x="5907849" y="447922"/>
                  </a:lnTo>
                  <a:lnTo>
                    <a:pt x="5907975" y="447922"/>
                  </a:lnTo>
                  <a:lnTo>
                    <a:pt x="5908100" y="447922"/>
                  </a:lnTo>
                  <a:lnTo>
                    <a:pt x="5908225" y="447922"/>
                  </a:lnTo>
                  <a:lnTo>
                    <a:pt x="5908350" y="447922"/>
                  </a:lnTo>
                  <a:lnTo>
                    <a:pt x="5908475" y="447922"/>
                  </a:lnTo>
                  <a:lnTo>
                    <a:pt x="5908600" y="447922"/>
                  </a:lnTo>
                  <a:lnTo>
                    <a:pt x="5908725" y="447922"/>
                  </a:lnTo>
                  <a:lnTo>
                    <a:pt x="5908850" y="447922"/>
                  </a:lnTo>
                  <a:lnTo>
                    <a:pt x="5908975" y="447922"/>
                  </a:lnTo>
                  <a:lnTo>
                    <a:pt x="5909100" y="447922"/>
                  </a:lnTo>
                  <a:lnTo>
                    <a:pt x="5909225" y="447922"/>
                  </a:lnTo>
                  <a:lnTo>
                    <a:pt x="5909350" y="447922"/>
                  </a:lnTo>
                  <a:lnTo>
                    <a:pt x="5909475" y="447922"/>
                  </a:lnTo>
                  <a:lnTo>
                    <a:pt x="5909600" y="447922"/>
                  </a:lnTo>
                  <a:lnTo>
                    <a:pt x="5909725" y="447922"/>
                  </a:lnTo>
                  <a:lnTo>
                    <a:pt x="5909850" y="447922"/>
                  </a:lnTo>
                  <a:lnTo>
                    <a:pt x="5909975" y="447922"/>
                  </a:lnTo>
                  <a:lnTo>
                    <a:pt x="5910100" y="447922"/>
                  </a:lnTo>
                  <a:lnTo>
                    <a:pt x="5910225" y="447922"/>
                  </a:lnTo>
                  <a:lnTo>
                    <a:pt x="5910350" y="447922"/>
                  </a:lnTo>
                  <a:lnTo>
                    <a:pt x="5910475" y="447922"/>
                  </a:lnTo>
                  <a:lnTo>
                    <a:pt x="5910600" y="447922"/>
                  </a:lnTo>
                  <a:lnTo>
                    <a:pt x="5910725" y="447922"/>
                  </a:lnTo>
                  <a:lnTo>
                    <a:pt x="5910850" y="447922"/>
                  </a:lnTo>
                  <a:lnTo>
                    <a:pt x="5910976" y="447922"/>
                  </a:lnTo>
                  <a:lnTo>
                    <a:pt x="5911101" y="447922"/>
                  </a:lnTo>
                  <a:lnTo>
                    <a:pt x="5911226" y="447922"/>
                  </a:lnTo>
                  <a:lnTo>
                    <a:pt x="5911351" y="447922"/>
                  </a:lnTo>
                  <a:lnTo>
                    <a:pt x="5911476" y="447922"/>
                  </a:lnTo>
                  <a:lnTo>
                    <a:pt x="5911601" y="447922"/>
                  </a:lnTo>
                  <a:lnTo>
                    <a:pt x="5911726" y="447922"/>
                  </a:lnTo>
                  <a:lnTo>
                    <a:pt x="5911851" y="447922"/>
                  </a:lnTo>
                  <a:lnTo>
                    <a:pt x="5911976" y="447922"/>
                  </a:lnTo>
                  <a:lnTo>
                    <a:pt x="5912101" y="447922"/>
                  </a:lnTo>
                  <a:lnTo>
                    <a:pt x="5912226" y="447922"/>
                  </a:lnTo>
                  <a:lnTo>
                    <a:pt x="5912351" y="447922"/>
                  </a:lnTo>
                  <a:lnTo>
                    <a:pt x="5912476" y="447922"/>
                  </a:lnTo>
                  <a:lnTo>
                    <a:pt x="5912601" y="447922"/>
                  </a:lnTo>
                  <a:lnTo>
                    <a:pt x="5912726" y="447922"/>
                  </a:lnTo>
                  <a:lnTo>
                    <a:pt x="5912851" y="447922"/>
                  </a:lnTo>
                  <a:lnTo>
                    <a:pt x="5912976" y="447922"/>
                  </a:lnTo>
                  <a:lnTo>
                    <a:pt x="5913101" y="447922"/>
                  </a:lnTo>
                  <a:lnTo>
                    <a:pt x="5913226" y="447922"/>
                  </a:lnTo>
                  <a:lnTo>
                    <a:pt x="5913351" y="447922"/>
                  </a:lnTo>
                  <a:lnTo>
                    <a:pt x="5913476" y="447922"/>
                  </a:lnTo>
                  <a:lnTo>
                    <a:pt x="5913601" y="447922"/>
                  </a:lnTo>
                  <a:lnTo>
                    <a:pt x="5913726" y="447922"/>
                  </a:lnTo>
                  <a:lnTo>
                    <a:pt x="5913851" y="447922"/>
                  </a:lnTo>
                  <a:lnTo>
                    <a:pt x="5913977" y="447922"/>
                  </a:lnTo>
                  <a:lnTo>
                    <a:pt x="5914102" y="447922"/>
                  </a:lnTo>
                  <a:lnTo>
                    <a:pt x="5914227" y="447922"/>
                  </a:lnTo>
                  <a:lnTo>
                    <a:pt x="5914352" y="447922"/>
                  </a:lnTo>
                  <a:lnTo>
                    <a:pt x="5914477" y="447922"/>
                  </a:lnTo>
                  <a:lnTo>
                    <a:pt x="5914602" y="447922"/>
                  </a:lnTo>
                  <a:lnTo>
                    <a:pt x="5914727" y="447922"/>
                  </a:lnTo>
                  <a:lnTo>
                    <a:pt x="5914852" y="447922"/>
                  </a:lnTo>
                  <a:lnTo>
                    <a:pt x="5914977" y="447922"/>
                  </a:lnTo>
                  <a:lnTo>
                    <a:pt x="5915102" y="447922"/>
                  </a:lnTo>
                  <a:lnTo>
                    <a:pt x="5915227" y="447922"/>
                  </a:lnTo>
                  <a:lnTo>
                    <a:pt x="5915352" y="447922"/>
                  </a:lnTo>
                  <a:lnTo>
                    <a:pt x="5915477" y="447922"/>
                  </a:lnTo>
                  <a:lnTo>
                    <a:pt x="5915602" y="447922"/>
                  </a:lnTo>
                  <a:lnTo>
                    <a:pt x="5915727" y="447922"/>
                  </a:lnTo>
                  <a:lnTo>
                    <a:pt x="5915852" y="447922"/>
                  </a:lnTo>
                  <a:lnTo>
                    <a:pt x="5915977" y="447922"/>
                  </a:lnTo>
                  <a:lnTo>
                    <a:pt x="5916102" y="447922"/>
                  </a:lnTo>
                  <a:lnTo>
                    <a:pt x="5916227" y="447922"/>
                  </a:lnTo>
                  <a:lnTo>
                    <a:pt x="5916352" y="447922"/>
                  </a:lnTo>
                  <a:lnTo>
                    <a:pt x="5916477" y="447922"/>
                  </a:lnTo>
                  <a:lnTo>
                    <a:pt x="5916602" y="447922"/>
                  </a:lnTo>
                  <a:lnTo>
                    <a:pt x="5916727" y="447922"/>
                  </a:lnTo>
                  <a:lnTo>
                    <a:pt x="5916852" y="447922"/>
                  </a:lnTo>
                  <a:lnTo>
                    <a:pt x="5916978" y="447922"/>
                  </a:lnTo>
                  <a:lnTo>
                    <a:pt x="5917103" y="447922"/>
                  </a:lnTo>
                  <a:lnTo>
                    <a:pt x="5917228" y="447922"/>
                  </a:lnTo>
                  <a:lnTo>
                    <a:pt x="5917353" y="447922"/>
                  </a:lnTo>
                  <a:lnTo>
                    <a:pt x="5917478" y="447922"/>
                  </a:lnTo>
                  <a:lnTo>
                    <a:pt x="5917603" y="447922"/>
                  </a:lnTo>
                  <a:lnTo>
                    <a:pt x="5917603" y="437968"/>
                  </a:lnTo>
                  <a:lnTo>
                    <a:pt x="5917728" y="437968"/>
                  </a:lnTo>
                  <a:lnTo>
                    <a:pt x="5917853" y="437968"/>
                  </a:lnTo>
                  <a:lnTo>
                    <a:pt x="5917978" y="437968"/>
                  </a:lnTo>
                  <a:lnTo>
                    <a:pt x="5918103" y="437968"/>
                  </a:lnTo>
                  <a:lnTo>
                    <a:pt x="5918228" y="437968"/>
                  </a:lnTo>
                  <a:lnTo>
                    <a:pt x="5918353" y="437968"/>
                  </a:lnTo>
                  <a:lnTo>
                    <a:pt x="5918478" y="437968"/>
                  </a:lnTo>
                  <a:lnTo>
                    <a:pt x="5918603" y="437968"/>
                  </a:lnTo>
                  <a:lnTo>
                    <a:pt x="5918728" y="437968"/>
                  </a:lnTo>
                  <a:lnTo>
                    <a:pt x="5918853" y="437968"/>
                  </a:lnTo>
                  <a:lnTo>
                    <a:pt x="5918978" y="437968"/>
                  </a:lnTo>
                  <a:lnTo>
                    <a:pt x="5919103" y="437968"/>
                  </a:lnTo>
                  <a:lnTo>
                    <a:pt x="5919228" y="437968"/>
                  </a:lnTo>
                  <a:lnTo>
                    <a:pt x="5919353" y="437968"/>
                  </a:lnTo>
                  <a:lnTo>
                    <a:pt x="5919478" y="437968"/>
                  </a:lnTo>
                  <a:lnTo>
                    <a:pt x="5919603" y="437968"/>
                  </a:lnTo>
                  <a:lnTo>
                    <a:pt x="5919728" y="437968"/>
                  </a:lnTo>
                  <a:lnTo>
                    <a:pt x="5919853" y="437968"/>
                  </a:lnTo>
                  <a:lnTo>
                    <a:pt x="5919979" y="437968"/>
                  </a:lnTo>
                  <a:lnTo>
                    <a:pt x="5920104" y="437968"/>
                  </a:lnTo>
                  <a:lnTo>
                    <a:pt x="5920229" y="437968"/>
                  </a:lnTo>
                  <a:lnTo>
                    <a:pt x="5920354" y="437968"/>
                  </a:lnTo>
                  <a:lnTo>
                    <a:pt x="5920479" y="437968"/>
                  </a:lnTo>
                  <a:lnTo>
                    <a:pt x="5920604" y="437968"/>
                  </a:lnTo>
                  <a:lnTo>
                    <a:pt x="5920729" y="437968"/>
                  </a:lnTo>
                  <a:lnTo>
                    <a:pt x="5920854" y="437968"/>
                  </a:lnTo>
                  <a:lnTo>
                    <a:pt x="5920979" y="437968"/>
                  </a:lnTo>
                  <a:lnTo>
                    <a:pt x="5921104" y="437968"/>
                  </a:lnTo>
                  <a:lnTo>
                    <a:pt x="5921229" y="437968"/>
                  </a:lnTo>
                  <a:lnTo>
                    <a:pt x="5921354" y="437968"/>
                  </a:lnTo>
                  <a:lnTo>
                    <a:pt x="5921479" y="437968"/>
                  </a:lnTo>
                  <a:lnTo>
                    <a:pt x="5921604" y="437968"/>
                  </a:lnTo>
                  <a:lnTo>
                    <a:pt x="5921729" y="437968"/>
                  </a:lnTo>
                  <a:lnTo>
                    <a:pt x="5921854" y="437968"/>
                  </a:lnTo>
                  <a:lnTo>
                    <a:pt x="5921979" y="437968"/>
                  </a:lnTo>
                  <a:lnTo>
                    <a:pt x="5922104" y="437968"/>
                  </a:lnTo>
                  <a:lnTo>
                    <a:pt x="5922229" y="437968"/>
                  </a:lnTo>
                  <a:lnTo>
                    <a:pt x="5922354" y="437968"/>
                  </a:lnTo>
                  <a:lnTo>
                    <a:pt x="5922479" y="437968"/>
                  </a:lnTo>
                  <a:lnTo>
                    <a:pt x="5922604" y="437968"/>
                  </a:lnTo>
                  <a:lnTo>
                    <a:pt x="5922729" y="437968"/>
                  </a:lnTo>
                  <a:lnTo>
                    <a:pt x="5922854" y="437968"/>
                  </a:lnTo>
                  <a:lnTo>
                    <a:pt x="5922980" y="437968"/>
                  </a:lnTo>
                  <a:lnTo>
                    <a:pt x="5923105" y="437968"/>
                  </a:lnTo>
                  <a:lnTo>
                    <a:pt x="5923230" y="437968"/>
                  </a:lnTo>
                  <a:lnTo>
                    <a:pt x="5923355" y="437968"/>
                  </a:lnTo>
                  <a:lnTo>
                    <a:pt x="5923480" y="437968"/>
                  </a:lnTo>
                  <a:lnTo>
                    <a:pt x="5923605" y="437968"/>
                  </a:lnTo>
                  <a:lnTo>
                    <a:pt x="5923730" y="437968"/>
                  </a:lnTo>
                  <a:lnTo>
                    <a:pt x="5923855" y="437968"/>
                  </a:lnTo>
                  <a:lnTo>
                    <a:pt x="5923980" y="437968"/>
                  </a:lnTo>
                  <a:lnTo>
                    <a:pt x="5924105" y="437968"/>
                  </a:lnTo>
                  <a:lnTo>
                    <a:pt x="5924230" y="437968"/>
                  </a:lnTo>
                  <a:lnTo>
                    <a:pt x="5924355" y="437968"/>
                  </a:lnTo>
                  <a:lnTo>
                    <a:pt x="5924480" y="437968"/>
                  </a:lnTo>
                  <a:lnTo>
                    <a:pt x="5924605" y="437968"/>
                  </a:lnTo>
                  <a:lnTo>
                    <a:pt x="5924730" y="437968"/>
                  </a:lnTo>
                  <a:lnTo>
                    <a:pt x="5924855" y="437968"/>
                  </a:lnTo>
                  <a:lnTo>
                    <a:pt x="5924980" y="437968"/>
                  </a:lnTo>
                  <a:lnTo>
                    <a:pt x="5925105" y="437968"/>
                  </a:lnTo>
                  <a:lnTo>
                    <a:pt x="5925230" y="437968"/>
                  </a:lnTo>
                  <a:lnTo>
                    <a:pt x="5925355" y="437968"/>
                  </a:lnTo>
                  <a:lnTo>
                    <a:pt x="5925480" y="437968"/>
                  </a:lnTo>
                  <a:lnTo>
                    <a:pt x="5925605" y="437968"/>
                  </a:lnTo>
                  <a:lnTo>
                    <a:pt x="5925730" y="437968"/>
                  </a:lnTo>
                  <a:lnTo>
                    <a:pt x="5925855" y="437968"/>
                  </a:lnTo>
                  <a:lnTo>
                    <a:pt x="5925981" y="437968"/>
                  </a:lnTo>
                  <a:lnTo>
                    <a:pt x="5926106" y="437968"/>
                  </a:lnTo>
                  <a:lnTo>
                    <a:pt x="5926231" y="437968"/>
                  </a:lnTo>
                  <a:lnTo>
                    <a:pt x="5926356" y="437968"/>
                  </a:lnTo>
                  <a:lnTo>
                    <a:pt x="5926481" y="437968"/>
                  </a:lnTo>
                  <a:lnTo>
                    <a:pt x="5926606" y="437968"/>
                  </a:lnTo>
                  <a:lnTo>
                    <a:pt x="5926731" y="437968"/>
                  </a:lnTo>
                  <a:lnTo>
                    <a:pt x="5926856" y="437968"/>
                  </a:lnTo>
                  <a:lnTo>
                    <a:pt x="5926981" y="437968"/>
                  </a:lnTo>
                  <a:lnTo>
                    <a:pt x="5927106" y="437968"/>
                  </a:lnTo>
                  <a:lnTo>
                    <a:pt x="5927231" y="437968"/>
                  </a:lnTo>
                  <a:lnTo>
                    <a:pt x="5927356" y="437968"/>
                  </a:lnTo>
                  <a:lnTo>
                    <a:pt x="5927481" y="437968"/>
                  </a:lnTo>
                  <a:lnTo>
                    <a:pt x="5927606" y="437968"/>
                  </a:lnTo>
                  <a:lnTo>
                    <a:pt x="5927731" y="437968"/>
                  </a:lnTo>
                  <a:lnTo>
                    <a:pt x="5927856" y="437968"/>
                  </a:lnTo>
                  <a:lnTo>
                    <a:pt x="5927981" y="437968"/>
                  </a:lnTo>
                  <a:lnTo>
                    <a:pt x="5928106" y="437968"/>
                  </a:lnTo>
                  <a:lnTo>
                    <a:pt x="5928231" y="437968"/>
                  </a:lnTo>
                  <a:lnTo>
                    <a:pt x="5928356" y="437968"/>
                  </a:lnTo>
                  <a:lnTo>
                    <a:pt x="5928481" y="437968"/>
                  </a:lnTo>
                  <a:lnTo>
                    <a:pt x="5928606" y="437968"/>
                  </a:lnTo>
                  <a:lnTo>
                    <a:pt x="5928731" y="437968"/>
                  </a:lnTo>
                  <a:lnTo>
                    <a:pt x="5928856" y="437968"/>
                  </a:lnTo>
                  <a:lnTo>
                    <a:pt x="5928982" y="437968"/>
                  </a:lnTo>
                  <a:lnTo>
                    <a:pt x="5929107" y="437968"/>
                  </a:lnTo>
                  <a:lnTo>
                    <a:pt x="5929232" y="437968"/>
                  </a:lnTo>
                  <a:lnTo>
                    <a:pt x="5929357" y="437968"/>
                  </a:lnTo>
                  <a:lnTo>
                    <a:pt x="5929482" y="437968"/>
                  </a:lnTo>
                  <a:lnTo>
                    <a:pt x="5929607" y="437968"/>
                  </a:lnTo>
                  <a:lnTo>
                    <a:pt x="5929732" y="437968"/>
                  </a:lnTo>
                  <a:lnTo>
                    <a:pt x="5929857" y="437968"/>
                  </a:lnTo>
                  <a:lnTo>
                    <a:pt x="5929982" y="437968"/>
                  </a:lnTo>
                  <a:lnTo>
                    <a:pt x="5930107" y="437968"/>
                  </a:lnTo>
                  <a:lnTo>
                    <a:pt x="5930232" y="437968"/>
                  </a:lnTo>
                  <a:lnTo>
                    <a:pt x="5930357" y="437968"/>
                  </a:lnTo>
                  <a:lnTo>
                    <a:pt x="5930482" y="437968"/>
                  </a:lnTo>
                  <a:lnTo>
                    <a:pt x="5930607" y="437968"/>
                  </a:lnTo>
                  <a:lnTo>
                    <a:pt x="5930732" y="437968"/>
                  </a:lnTo>
                  <a:lnTo>
                    <a:pt x="5930857" y="437968"/>
                  </a:lnTo>
                  <a:lnTo>
                    <a:pt x="5930982" y="437968"/>
                  </a:lnTo>
                  <a:lnTo>
                    <a:pt x="5931107" y="437968"/>
                  </a:lnTo>
                  <a:lnTo>
                    <a:pt x="5931232" y="437968"/>
                  </a:lnTo>
                  <a:lnTo>
                    <a:pt x="5931357" y="437968"/>
                  </a:lnTo>
                  <a:lnTo>
                    <a:pt x="5931482" y="437968"/>
                  </a:lnTo>
                  <a:lnTo>
                    <a:pt x="5931607" y="437968"/>
                  </a:lnTo>
                  <a:lnTo>
                    <a:pt x="5931732" y="437968"/>
                  </a:lnTo>
                  <a:lnTo>
                    <a:pt x="5931857" y="437968"/>
                  </a:lnTo>
                  <a:lnTo>
                    <a:pt x="5931983" y="437968"/>
                  </a:lnTo>
                  <a:lnTo>
                    <a:pt x="5932108" y="437968"/>
                  </a:lnTo>
                  <a:lnTo>
                    <a:pt x="5932233" y="437968"/>
                  </a:lnTo>
                  <a:lnTo>
                    <a:pt x="5932358" y="437968"/>
                  </a:lnTo>
                  <a:lnTo>
                    <a:pt x="5932483" y="437968"/>
                  </a:lnTo>
                  <a:lnTo>
                    <a:pt x="5932608" y="437968"/>
                  </a:lnTo>
                  <a:lnTo>
                    <a:pt x="5932733" y="437968"/>
                  </a:lnTo>
                  <a:lnTo>
                    <a:pt x="5932858" y="437968"/>
                  </a:lnTo>
                  <a:lnTo>
                    <a:pt x="5932983" y="437968"/>
                  </a:lnTo>
                  <a:lnTo>
                    <a:pt x="5933108" y="437968"/>
                  </a:lnTo>
                  <a:lnTo>
                    <a:pt x="5933233" y="437968"/>
                  </a:lnTo>
                  <a:lnTo>
                    <a:pt x="5933358" y="437968"/>
                  </a:lnTo>
                  <a:lnTo>
                    <a:pt x="5933483" y="437968"/>
                  </a:lnTo>
                  <a:lnTo>
                    <a:pt x="5933608" y="437968"/>
                  </a:lnTo>
                  <a:lnTo>
                    <a:pt x="5933733" y="437968"/>
                  </a:lnTo>
                  <a:lnTo>
                    <a:pt x="5933858" y="437968"/>
                  </a:lnTo>
                  <a:lnTo>
                    <a:pt x="5933983" y="437968"/>
                  </a:lnTo>
                  <a:lnTo>
                    <a:pt x="5934108" y="437968"/>
                  </a:lnTo>
                  <a:lnTo>
                    <a:pt x="5934233" y="437968"/>
                  </a:lnTo>
                  <a:lnTo>
                    <a:pt x="5934358" y="437968"/>
                  </a:lnTo>
                  <a:lnTo>
                    <a:pt x="5934483" y="437968"/>
                  </a:lnTo>
                  <a:lnTo>
                    <a:pt x="5934608" y="437968"/>
                  </a:lnTo>
                  <a:lnTo>
                    <a:pt x="5934733" y="437968"/>
                  </a:lnTo>
                  <a:lnTo>
                    <a:pt x="5934858" y="437968"/>
                  </a:lnTo>
                  <a:lnTo>
                    <a:pt x="5934984" y="437968"/>
                  </a:lnTo>
                  <a:lnTo>
                    <a:pt x="5935109" y="437968"/>
                  </a:lnTo>
                  <a:lnTo>
                    <a:pt x="5935234" y="437968"/>
                  </a:lnTo>
                  <a:lnTo>
                    <a:pt x="5935359" y="437968"/>
                  </a:lnTo>
                  <a:lnTo>
                    <a:pt x="5935484" y="437968"/>
                  </a:lnTo>
                  <a:lnTo>
                    <a:pt x="5935609" y="437968"/>
                  </a:lnTo>
                  <a:lnTo>
                    <a:pt x="5935734" y="437968"/>
                  </a:lnTo>
                  <a:lnTo>
                    <a:pt x="5935859" y="437968"/>
                  </a:lnTo>
                  <a:lnTo>
                    <a:pt x="5935984" y="437968"/>
                  </a:lnTo>
                  <a:lnTo>
                    <a:pt x="5936109" y="437968"/>
                  </a:lnTo>
                  <a:lnTo>
                    <a:pt x="5936234" y="437968"/>
                  </a:lnTo>
                  <a:lnTo>
                    <a:pt x="5936359" y="437968"/>
                  </a:lnTo>
                  <a:lnTo>
                    <a:pt x="5936484" y="437968"/>
                  </a:lnTo>
                  <a:lnTo>
                    <a:pt x="5936609" y="437968"/>
                  </a:lnTo>
                  <a:lnTo>
                    <a:pt x="5936734" y="437968"/>
                  </a:lnTo>
                  <a:lnTo>
                    <a:pt x="5936859" y="437968"/>
                  </a:lnTo>
                  <a:lnTo>
                    <a:pt x="5936984" y="437968"/>
                  </a:lnTo>
                  <a:lnTo>
                    <a:pt x="5937109" y="437968"/>
                  </a:lnTo>
                  <a:lnTo>
                    <a:pt x="5937234" y="437968"/>
                  </a:lnTo>
                  <a:lnTo>
                    <a:pt x="5937359" y="437968"/>
                  </a:lnTo>
                  <a:lnTo>
                    <a:pt x="5937484" y="437968"/>
                  </a:lnTo>
                  <a:lnTo>
                    <a:pt x="5937609" y="437968"/>
                  </a:lnTo>
                  <a:lnTo>
                    <a:pt x="5937734" y="437968"/>
                  </a:lnTo>
                  <a:lnTo>
                    <a:pt x="5937860" y="437968"/>
                  </a:lnTo>
                  <a:lnTo>
                    <a:pt x="5937985" y="437968"/>
                  </a:lnTo>
                  <a:lnTo>
                    <a:pt x="5938110" y="437968"/>
                  </a:lnTo>
                  <a:lnTo>
                    <a:pt x="5938235" y="437968"/>
                  </a:lnTo>
                  <a:lnTo>
                    <a:pt x="5938360" y="437968"/>
                  </a:lnTo>
                  <a:lnTo>
                    <a:pt x="5938485" y="437968"/>
                  </a:lnTo>
                  <a:lnTo>
                    <a:pt x="5938610" y="437968"/>
                  </a:lnTo>
                  <a:lnTo>
                    <a:pt x="5938735" y="437968"/>
                  </a:lnTo>
                  <a:lnTo>
                    <a:pt x="5938860" y="437968"/>
                  </a:lnTo>
                  <a:lnTo>
                    <a:pt x="5938985" y="437968"/>
                  </a:lnTo>
                  <a:lnTo>
                    <a:pt x="5939110" y="437968"/>
                  </a:lnTo>
                  <a:lnTo>
                    <a:pt x="5939235" y="437968"/>
                  </a:lnTo>
                  <a:lnTo>
                    <a:pt x="5939360" y="437968"/>
                  </a:lnTo>
                  <a:lnTo>
                    <a:pt x="5939485" y="437968"/>
                  </a:lnTo>
                  <a:lnTo>
                    <a:pt x="5939610" y="437968"/>
                  </a:lnTo>
                  <a:lnTo>
                    <a:pt x="5939735" y="437968"/>
                  </a:lnTo>
                  <a:lnTo>
                    <a:pt x="5939860" y="437968"/>
                  </a:lnTo>
                  <a:lnTo>
                    <a:pt x="5939985" y="437968"/>
                  </a:lnTo>
                  <a:lnTo>
                    <a:pt x="5940110" y="437968"/>
                  </a:lnTo>
                  <a:lnTo>
                    <a:pt x="5940235" y="437968"/>
                  </a:lnTo>
                  <a:lnTo>
                    <a:pt x="5940360" y="437968"/>
                  </a:lnTo>
                  <a:lnTo>
                    <a:pt x="5940485" y="437968"/>
                  </a:lnTo>
                  <a:lnTo>
                    <a:pt x="5940610" y="437968"/>
                  </a:lnTo>
                  <a:lnTo>
                    <a:pt x="5940735" y="437968"/>
                  </a:lnTo>
                  <a:lnTo>
                    <a:pt x="5940861" y="437968"/>
                  </a:lnTo>
                  <a:lnTo>
                    <a:pt x="5940986" y="437968"/>
                  </a:lnTo>
                  <a:lnTo>
                    <a:pt x="5941111" y="437968"/>
                  </a:lnTo>
                  <a:lnTo>
                    <a:pt x="5941236" y="437968"/>
                  </a:lnTo>
                  <a:lnTo>
                    <a:pt x="5941361" y="437968"/>
                  </a:lnTo>
                  <a:lnTo>
                    <a:pt x="5941486" y="437968"/>
                  </a:lnTo>
                  <a:lnTo>
                    <a:pt x="5941611" y="437968"/>
                  </a:lnTo>
                  <a:lnTo>
                    <a:pt x="5941736" y="437968"/>
                  </a:lnTo>
                  <a:lnTo>
                    <a:pt x="5941861" y="437968"/>
                  </a:lnTo>
                  <a:lnTo>
                    <a:pt x="5941986" y="437968"/>
                  </a:lnTo>
                  <a:lnTo>
                    <a:pt x="5942111" y="437968"/>
                  </a:lnTo>
                  <a:lnTo>
                    <a:pt x="5942236" y="437968"/>
                  </a:lnTo>
                  <a:lnTo>
                    <a:pt x="5942361" y="437968"/>
                  </a:lnTo>
                  <a:lnTo>
                    <a:pt x="5942486" y="437968"/>
                  </a:lnTo>
                  <a:lnTo>
                    <a:pt x="5942611" y="437968"/>
                  </a:lnTo>
                  <a:lnTo>
                    <a:pt x="5942736" y="437968"/>
                  </a:lnTo>
                  <a:lnTo>
                    <a:pt x="5942861" y="437968"/>
                  </a:lnTo>
                  <a:lnTo>
                    <a:pt x="5942986" y="437968"/>
                  </a:lnTo>
                  <a:lnTo>
                    <a:pt x="5943111" y="437968"/>
                  </a:lnTo>
                  <a:lnTo>
                    <a:pt x="5943236" y="437968"/>
                  </a:lnTo>
                  <a:lnTo>
                    <a:pt x="5943361" y="437968"/>
                  </a:lnTo>
                  <a:lnTo>
                    <a:pt x="5943486" y="437968"/>
                  </a:lnTo>
                  <a:lnTo>
                    <a:pt x="5943611" y="437968"/>
                  </a:lnTo>
                  <a:lnTo>
                    <a:pt x="5943736" y="437968"/>
                  </a:lnTo>
                  <a:lnTo>
                    <a:pt x="5943862" y="437968"/>
                  </a:lnTo>
                  <a:lnTo>
                    <a:pt x="5943987" y="437968"/>
                  </a:lnTo>
                  <a:lnTo>
                    <a:pt x="5944112" y="437968"/>
                  </a:lnTo>
                  <a:lnTo>
                    <a:pt x="5944237" y="437968"/>
                  </a:lnTo>
                  <a:lnTo>
                    <a:pt x="5944362" y="437968"/>
                  </a:lnTo>
                  <a:lnTo>
                    <a:pt x="5944487" y="437968"/>
                  </a:lnTo>
                  <a:lnTo>
                    <a:pt x="5944612" y="437968"/>
                  </a:lnTo>
                  <a:lnTo>
                    <a:pt x="5944737" y="437968"/>
                  </a:lnTo>
                  <a:lnTo>
                    <a:pt x="5944862" y="437968"/>
                  </a:lnTo>
                  <a:lnTo>
                    <a:pt x="5944987" y="437968"/>
                  </a:lnTo>
                  <a:lnTo>
                    <a:pt x="5945112" y="437968"/>
                  </a:lnTo>
                  <a:lnTo>
                    <a:pt x="5945237" y="437968"/>
                  </a:lnTo>
                  <a:lnTo>
                    <a:pt x="5945362" y="437968"/>
                  </a:lnTo>
                  <a:lnTo>
                    <a:pt x="5945487" y="437968"/>
                  </a:lnTo>
                  <a:lnTo>
                    <a:pt x="5945612" y="437968"/>
                  </a:lnTo>
                  <a:lnTo>
                    <a:pt x="5945737" y="437968"/>
                  </a:lnTo>
                  <a:lnTo>
                    <a:pt x="5945862" y="437968"/>
                  </a:lnTo>
                  <a:lnTo>
                    <a:pt x="5945987" y="437968"/>
                  </a:lnTo>
                  <a:lnTo>
                    <a:pt x="5946112" y="437968"/>
                  </a:lnTo>
                  <a:lnTo>
                    <a:pt x="5946237" y="437968"/>
                  </a:lnTo>
                  <a:lnTo>
                    <a:pt x="5946362" y="437968"/>
                  </a:lnTo>
                  <a:lnTo>
                    <a:pt x="5946487" y="437968"/>
                  </a:lnTo>
                  <a:lnTo>
                    <a:pt x="5946612" y="437968"/>
                  </a:lnTo>
                  <a:lnTo>
                    <a:pt x="5946737" y="437968"/>
                  </a:lnTo>
                  <a:lnTo>
                    <a:pt x="5946863" y="437968"/>
                  </a:lnTo>
                  <a:lnTo>
                    <a:pt x="5946988" y="437968"/>
                  </a:lnTo>
                  <a:lnTo>
                    <a:pt x="5947113" y="437968"/>
                  </a:lnTo>
                  <a:lnTo>
                    <a:pt x="5947238" y="437968"/>
                  </a:lnTo>
                  <a:lnTo>
                    <a:pt x="5947363" y="437968"/>
                  </a:lnTo>
                  <a:lnTo>
                    <a:pt x="5947488" y="437968"/>
                  </a:lnTo>
                  <a:lnTo>
                    <a:pt x="5947613" y="437968"/>
                  </a:lnTo>
                  <a:lnTo>
                    <a:pt x="5947738" y="437968"/>
                  </a:lnTo>
                  <a:lnTo>
                    <a:pt x="5947863" y="437968"/>
                  </a:lnTo>
                  <a:lnTo>
                    <a:pt x="5947988" y="437968"/>
                  </a:lnTo>
                  <a:lnTo>
                    <a:pt x="5948113" y="437968"/>
                  </a:lnTo>
                  <a:lnTo>
                    <a:pt x="5948238" y="437968"/>
                  </a:lnTo>
                  <a:lnTo>
                    <a:pt x="5948363" y="437968"/>
                  </a:lnTo>
                  <a:lnTo>
                    <a:pt x="5948488" y="437968"/>
                  </a:lnTo>
                  <a:lnTo>
                    <a:pt x="5948613" y="437968"/>
                  </a:lnTo>
                  <a:lnTo>
                    <a:pt x="5948738" y="437968"/>
                  </a:lnTo>
                  <a:lnTo>
                    <a:pt x="5948863" y="437968"/>
                  </a:lnTo>
                  <a:lnTo>
                    <a:pt x="5948988" y="437968"/>
                  </a:lnTo>
                  <a:lnTo>
                    <a:pt x="5949113" y="437968"/>
                  </a:lnTo>
                  <a:lnTo>
                    <a:pt x="5949238" y="437968"/>
                  </a:lnTo>
                  <a:lnTo>
                    <a:pt x="5949363" y="437968"/>
                  </a:lnTo>
                  <a:lnTo>
                    <a:pt x="5949488" y="437968"/>
                  </a:lnTo>
                  <a:lnTo>
                    <a:pt x="5949613" y="437968"/>
                  </a:lnTo>
                  <a:lnTo>
                    <a:pt x="5949738" y="437968"/>
                  </a:lnTo>
                  <a:lnTo>
                    <a:pt x="5949864" y="437968"/>
                  </a:lnTo>
                  <a:lnTo>
                    <a:pt x="5949989" y="437968"/>
                  </a:lnTo>
                  <a:lnTo>
                    <a:pt x="5950114" y="437968"/>
                  </a:lnTo>
                  <a:lnTo>
                    <a:pt x="5950239" y="437968"/>
                  </a:lnTo>
                  <a:lnTo>
                    <a:pt x="5950364" y="437968"/>
                  </a:lnTo>
                  <a:lnTo>
                    <a:pt x="5950489" y="437968"/>
                  </a:lnTo>
                  <a:lnTo>
                    <a:pt x="5950614" y="437968"/>
                  </a:lnTo>
                  <a:lnTo>
                    <a:pt x="5950739" y="437968"/>
                  </a:lnTo>
                  <a:lnTo>
                    <a:pt x="5950864" y="437968"/>
                  </a:lnTo>
                  <a:lnTo>
                    <a:pt x="5950989" y="437968"/>
                  </a:lnTo>
                  <a:lnTo>
                    <a:pt x="5951114" y="437968"/>
                  </a:lnTo>
                  <a:lnTo>
                    <a:pt x="5951239" y="437968"/>
                  </a:lnTo>
                  <a:lnTo>
                    <a:pt x="5951364" y="437968"/>
                  </a:lnTo>
                  <a:lnTo>
                    <a:pt x="5951489" y="437968"/>
                  </a:lnTo>
                  <a:lnTo>
                    <a:pt x="5951614" y="437968"/>
                  </a:lnTo>
                  <a:lnTo>
                    <a:pt x="5951739" y="437968"/>
                  </a:lnTo>
                  <a:lnTo>
                    <a:pt x="5951864" y="437968"/>
                  </a:lnTo>
                  <a:lnTo>
                    <a:pt x="5951989" y="437968"/>
                  </a:lnTo>
                  <a:lnTo>
                    <a:pt x="5952114" y="437968"/>
                  </a:lnTo>
                  <a:lnTo>
                    <a:pt x="5952239" y="437968"/>
                  </a:lnTo>
                  <a:lnTo>
                    <a:pt x="5952364" y="437968"/>
                  </a:lnTo>
                  <a:lnTo>
                    <a:pt x="5952489" y="437968"/>
                  </a:lnTo>
                  <a:lnTo>
                    <a:pt x="5952614" y="437968"/>
                  </a:lnTo>
                  <a:lnTo>
                    <a:pt x="5952739" y="437968"/>
                  </a:lnTo>
                  <a:lnTo>
                    <a:pt x="5952865" y="437968"/>
                  </a:lnTo>
                  <a:lnTo>
                    <a:pt x="5952990" y="437968"/>
                  </a:lnTo>
                  <a:lnTo>
                    <a:pt x="5953115" y="437968"/>
                  </a:lnTo>
                  <a:lnTo>
                    <a:pt x="5953240" y="437968"/>
                  </a:lnTo>
                  <a:lnTo>
                    <a:pt x="5953365" y="437968"/>
                  </a:lnTo>
                  <a:lnTo>
                    <a:pt x="5953490" y="437968"/>
                  </a:lnTo>
                  <a:lnTo>
                    <a:pt x="5953615" y="437968"/>
                  </a:lnTo>
                  <a:lnTo>
                    <a:pt x="5953740" y="437968"/>
                  </a:lnTo>
                  <a:lnTo>
                    <a:pt x="5953865" y="437968"/>
                  </a:lnTo>
                  <a:lnTo>
                    <a:pt x="5953990" y="437968"/>
                  </a:lnTo>
                  <a:lnTo>
                    <a:pt x="5954115" y="437968"/>
                  </a:lnTo>
                  <a:lnTo>
                    <a:pt x="5954240" y="437968"/>
                  </a:lnTo>
                  <a:lnTo>
                    <a:pt x="5954365" y="437968"/>
                  </a:lnTo>
                  <a:lnTo>
                    <a:pt x="5954490" y="437968"/>
                  </a:lnTo>
                  <a:lnTo>
                    <a:pt x="5954615" y="437968"/>
                  </a:lnTo>
                  <a:lnTo>
                    <a:pt x="5954740" y="437968"/>
                  </a:lnTo>
                  <a:lnTo>
                    <a:pt x="5954865" y="437968"/>
                  </a:lnTo>
                  <a:lnTo>
                    <a:pt x="5954990" y="437968"/>
                  </a:lnTo>
                  <a:lnTo>
                    <a:pt x="5955115" y="437968"/>
                  </a:lnTo>
                  <a:lnTo>
                    <a:pt x="5955240" y="437968"/>
                  </a:lnTo>
                  <a:lnTo>
                    <a:pt x="5955365" y="437968"/>
                  </a:lnTo>
                  <a:lnTo>
                    <a:pt x="5955490" y="437968"/>
                  </a:lnTo>
                  <a:lnTo>
                    <a:pt x="5955615" y="437968"/>
                  </a:lnTo>
                  <a:lnTo>
                    <a:pt x="5955740" y="437968"/>
                  </a:lnTo>
                  <a:lnTo>
                    <a:pt x="5955866" y="437968"/>
                  </a:lnTo>
                  <a:lnTo>
                    <a:pt x="5955991" y="437968"/>
                  </a:lnTo>
                  <a:lnTo>
                    <a:pt x="5956116" y="437968"/>
                  </a:lnTo>
                  <a:lnTo>
                    <a:pt x="5956241" y="437968"/>
                  </a:lnTo>
                  <a:lnTo>
                    <a:pt x="5956366" y="437968"/>
                  </a:lnTo>
                  <a:lnTo>
                    <a:pt x="5956491" y="437968"/>
                  </a:lnTo>
                  <a:lnTo>
                    <a:pt x="5956616" y="437968"/>
                  </a:lnTo>
                  <a:lnTo>
                    <a:pt x="5956741" y="437968"/>
                  </a:lnTo>
                  <a:lnTo>
                    <a:pt x="5956866" y="437968"/>
                  </a:lnTo>
                  <a:lnTo>
                    <a:pt x="5956991" y="437968"/>
                  </a:lnTo>
                  <a:lnTo>
                    <a:pt x="5957116" y="437968"/>
                  </a:lnTo>
                  <a:lnTo>
                    <a:pt x="5957241" y="437968"/>
                  </a:lnTo>
                  <a:lnTo>
                    <a:pt x="5957366" y="437968"/>
                  </a:lnTo>
                  <a:lnTo>
                    <a:pt x="5957491" y="437968"/>
                  </a:lnTo>
                  <a:lnTo>
                    <a:pt x="5957616" y="437968"/>
                  </a:lnTo>
                  <a:lnTo>
                    <a:pt x="5957741" y="437968"/>
                  </a:lnTo>
                  <a:lnTo>
                    <a:pt x="5957866" y="437968"/>
                  </a:lnTo>
                  <a:lnTo>
                    <a:pt x="5957991" y="437968"/>
                  </a:lnTo>
                  <a:lnTo>
                    <a:pt x="5958116" y="437968"/>
                  </a:lnTo>
                  <a:lnTo>
                    <a:pt x="5958241" y="437968"/>
                  </a:lnTo>
                  <a:lnTo>
                    <a:pt x="5958366" y="437968"/>
                  </a:lnTo>
                  <a:lnTo>
                    <a:pt x="5958491" y="437968"/>
                  </a:lnTo>
                  <a:lnTo>
                    <a:pt x="5958616" y="437968"/>
                  </a:lnTo>
                  <a:lnTo>
                    <a:pt x="5958741" y="437968"/>
                  </a:lnTo>
                  <a:lnTo>
                    <a:pt x="5958867" y="437968"/>
                  </a:lnTo>
                  <a:lnTo>
                    <a:pt x="5958992" y="437968"/>
                  </a:lnTo>
                  <a:lnTo>
                    <a:pt x="5959117" y="437968"/>
                  </a:lnTo>
                  <a:lnTo>
                    <a:pt x="5959242" y="437968"/>
                  </a:lnTo>
                  <a:lnTo>
                    <a:pt x="5959367" y="437968"/>
                  </a:lnTo>
                  <a:lnTo>
                    <a:pt x="5959492" y="437968"/>
                  </a:lnTo>
                  <a:lnTo>
                    <a:pt x="5959617" y="437968"/>
                  </a:lnTo>
                  <a:lnTo>
                    <a:pt x="5959742" y="437968"/>
                  </a:lnTo>
                  <a:lnTo>
                    <a:pt x="5959867" y="437968"/>
                  </a:lnTo>
                  <a:lnTo>
                    <a:pt x="5959992" y="437968"/>
                  </a:lnTo>
                  <a:lnTo>
                    <a:pt x="5960117" y="437968"/>
                  </a:lnTo>
                  <a:lnTo>
                    <a:pt x="5960242" y="437968"/>
                  </a:lnTo>
                  <a:lnTo>
                    <a:pt x="5960367" y="437968"/>
                  </a:lnTo>
                  <a:lnTo>
                    <a:pt x="5960492" y="437968"/>
                  </a:lnTo>
                  <a:lnTo>
                    <a:pt x="5960617" y="437968"/>
                  </a:lnTo>
                  <a:lnTo>
                    <a:pt x="5960742" y="437968"/>
                  </a:lnTo>
                  <a:lnTo>
                    <a:pt x="5960867" y="437968"/>
                  </a:lnTo>
                  <a:lnTo>
                    <a:pt x="5960992" y="437968"/>
                  </a:lnTo>
                  <a:lnTo>
                    <a:pt x="5961117" y="437968"/>
                  </a:lnTo>
                  <a:lnTo>
                    <a:pt x="5961242" y="437968"/>
                  </a:lnTo>
                  <a:lnTo>
                    <a:pt x="5961367" y="437968"/>
                  </a:lnTo>
                  <a:lnTo>
                    <a:pt x="5961492" y="437968"/>
                  </a:lnTo>
                  <a:lnTo>
                    <a:pt x="5961617" y="437968"/>
                  </a:lnTo>
                  <a:lnTo>
                    <a:pt x="5961742" y="437968"/>
                  </a:lnTo>
                  <a:lnTo>
                    <a:pt x="5961868" y="437968"/>
                  </a:lnTo>
                  <a:lnTo>
                    <a:pt x="5961993" y="437968"/>
                  </a:lnTo>
                  <a:lnTo>
                    <a:pt x="5962118" y="437968"/>
                  </a:lnTo>
                  <a:lnTo>
                    <a:pt x="5962243" y="437968"/>
                  </a:lnTo>
                  <a:lnTo>
                    <a:pt x="5962368" y="437968"/>
                  </a:lnTo>
                  <a:lnTo>
                    <a:pt x="5962493" y="437968"/>
                  </a:lnTo>
                  <a:lnTo>
                    <a:pt x="5962618" y="437968"/>
                  </a:lnTo>
                  <a:lnTo>
                    <a:pt x="5962743" y="437968"/>
                  </a:lnTo>
                  <a:lnTo>
                    <a:pt x="5962868" y="437968"/>
                  </a:lnTo>
                  <a:lnTo>
                    <a:pt x="5962993" y="437968"/>
                  </a:lnTo>
                  <a:lnTo>
                    <a:pt x="5963118" y="437968"/>
                  </a:lnTo>
                  <a:lnTo>
                    <a:pt x="5963243" y="437968"/>
                  </a:lnTo>
                  <a:lnTo>
                    <a:pt x="5963368" y="437968"/>
                  </a:lnTo>
                  <a:lnTo>
                    <a:pt x="5963493" y="437968"/>
                  </a:lnTo>
                  <a:lnTo>
                    <a:pt x="5963618" y="437968"/>
                  </a:lnTo>
                  <a:lnTo>
                    <a:pt x="5963743" y="437968"/>
                  </a:lnTo>
                  <a:lnTo>
                    <a:pt x="5963868" y="437968"/>
                  </a:lnTo>
                  <a:lnTo>
                    <a:pt x="5963993" y="437968"/>
                  </a:lnTo>
                  <a:lnTo>
                    <a:pt x="5964118" y="437968"/>
                  </a:lnTo>
                  <a:lnTo>
                    <a:pt x="5964243" y="437968"/>
                  </a:lnTo>
                  <a:lnTo>
                    <a:pt x="5964368" y="437968"/>
                  </a:lnTo>
                  <a:lnTo>
                    <a:pt x="5964493" y="437968"/>
                  </a:lnTo>
                  <a:lnTo>
                    <a:pt x="5964618" y="437968"/>
                  </a:lnTo>
                  <a:lnTo>
                    <a:pt x="5964743" y="437968"/>
                  </a:lnTo>
                  <a:lnTo>
                    <a:pt x="5964869" y="437968"/>
                  </a:lnTo>
                  <a:lnTo>
                    <a:pt x="5964994" y="437968"/>
                  </a:lnTo>
                  <a:lnTo>
                    <a:pt x="5965119" y="437968"/>
                  </a:lnTo>
                  <a:lnTo>
                    <a:pt x="5965244" y="437968"/>
                  </a:lnTo>
                  <a:lnTo>
                    <a:pt x="5965369" y="437968"/>
                  </a:lnTo>
                  <a:lnTo>
                    <a:pt x="5965494" y="437968"/>
                  </a:lnTo>
                  <a:lnTo>
                    <a:pt x="5965619" y="437968"/>
                  </a:lnTo>
                  <a:lnTo>
                    <a:pt x="5965744" y="437968"/>
                  </a:lnTo>
                  <a:lnTo>
                    <a:pt x="5965869" y="437968"/>
                  </a:lnTo>
                  <a:lnTo>
                    <a:pt x="5965994" y="437968"/>
                  </a:lnTo>
                  <a:lnTo>
                    <a:pt x="5966119" y="437968"/>
                  </a:lnTo>
                  <a:lnTo>
                    <a:pt x="5966244" y="437968"/>
                  </a:lnTo>
                  <a:lnTo>
                    <a:pt x="5966369" y="437968"/>
                  </a:lnTo>
                  <a:lnTo>
                    <a:pt x="5966494" y="437968"/>
                  </a:lnTo>
                  <a:lnTo>
                    <a:pt x="5966619" y="437968"/>
                  </a:lnTo>
                  <a:lnTo>
                    <a:pt x="5966744" y="437968"/>
                  </a:lnTo>
                  <a:lnTo>
                    <a:pt x="5966869" y="437968"/>
                  </a:lnTo>
                  <a:lnTo>
                    <a:pt x="5966994" y="437968"/>
                  </a:lnTo>
                  <a:lnTo>
                    <a:pt x="5967119" y="437968"/>
                  </a:lnTo>
                  <a:lnTo>
                    <a:pt x="5967244" y="437968"/>
                  </a:lnTo>
                  <a:lnTo>
                    <a:pt x="5967369" y="437968"/>
                  </a:lnTo>
                  <a:lnTo>
                    <a:pt x="5967494" y="437968"/>
                  </a:lnTo>
                  <a:lnTo>
                    <a:pt x="5967619" y="437968"/>
                  </a:lnTo>
                  <a:lnTo>
                    <a:pt x="5967744" y="437968"/>
                  </a:lnTo>
                  <a:lnTo>
                    <a:pt x="5967870" y="437968"/>
                  </a:lnTo>
                  <a:lnTo>
                    <a:pt x="5967995" y="437968"/>
                  </a:lnTo>
                  <a:lnTo>
                    <a:pt x="5968120" y="437968"/>
                  </a:lnTo>
                  <a:lnTo>
                    <a:pt x="5968245" y="437968"/>
                  </a:lnTo>
                  <a:lnTo>
                    <a:pt x="5968370" y="437968"/>
                  </a:lnTo>
                  <a:lnTo>
                    <a:pt x="5968495" y="437968"/>
                  </a:lnTo>
                  <a:lnTo>
                    <a:pt x="5968620" y="437968"/>
                  </a:lnTo>
                  <a:lnTo>
                    <a:pt x="5968745" y="437968"/>
                  </a:lnTo>
                  <a:lnTo>
                    <a:pt x="5968870" y="437968"/>
                  </a:lnTo>
                  <a:lnTo>
                    <a:pt x="5968995" y="437968"/>
                  </a:lnTo>
                  <a:lnTo>
                    <a:pt x="5969120" y="437968"/>
                  </a:lnTo>
                  <a:lnTo>
                    <a:pt x="5969245" y="437968"/>
                  </a:lnTo>
                  <a:lnTo>
                    <a:pt x="5969370" y="437968"/>
                  </a:lnTo>
                  <a:lnTo>
                    <a:pt x="5969495" y="437968"/>
                  </a:lnTo>
                  <a:lnTo>
                    <a:pt x="5969620" y="437968"/>
                  </a:lnTo>
                  <a:lnTo>
                    <a:pt x="5969745" y="437968"/>
                  </a:lnTo>
                  <a:lnTo>
                    <a:pt x="5969870" y="437968"/>
                  </a:lnTo>
                  <a:lnTo>
                    <a:pt x="5969995" y="437968"/>
                  </a:lnTo>
                  <a:lnTo>
                    <a:pt x="5970120" y="437968"/>
                  </a:lnTo>
                  <a:lnTo>
                    <a:pt x="5970245" y="437968"/>
                  </a:lnTo>
                  <a:lnTo>
                    <a:pt x="5970370" y="437968"/>
                  </a:lnTo>
                  <a:lnTo>
                    <a:pt x="5970495" y="437968"/>
                  </a:lnTo>
                  <a:lnTo>
                    <a:pt x="5970620" y="437968"/>
                  </a:lnTo>
                  <a:lnTo>
                    <a:pt x="5970745" y="437968"/>
                  </a:lnTo>
                  <a:lnTo>
                    <a:pt x="5970871" y="437968"/>
                  </a:lnTo>
                  <a:lnTo>
                    <a:pt x="5970996" y="437968"/>
                  </a:lnTo>
                  <a:lnTo>
                    <a:pt x="5971121" y="437968"/>
                  </a:lnTo>
                  <a:lnTo>
                    <a:pt x="5971246" y="437968"/>
                  </a:lnTo>
                  <a:lnTo>
                    <a:pt x="5971371" y="437968"/>
                  </a:lnTo>
                  <a:lnTo>
                    <a:pt x="5971496" y="437968"/>
                  </a:lnTo>
                  <a:lnTo>
                    <a:pt x="5971621" y="437968"/>
                  </a:lnTo>
                  <a:lnTo>
                    <a:pt x="5971746" y="437968"/>
                  </a:lnTo>
                  <a:lnTo>
                    <a:pt x="5971871" y="437968"/>
                  </a:lnTo>
                  <a:lnTo>
                    <a:pt x="5971996" y="437968"/>
                  </a:lnTo>
                  <a:lnTo>
                    <a:pt x="5972121" y="437968"/>
                  </a:lnTo>
                  <a:lnTo>
                    <a:pt x="5972246" y="437968"/>
                  </a:lnTo>
                  <a:lnTo>
                    <a:pt x="5972371" y="437968"/>
                  </a:lnTo>
                  <a:lnTo>
                    <a:pt x="5972496" y="437968"/>
                  </a:lnTo>
                  <a:lnTo>
                    <a:pt x="5972621" y="437968"/>
                  </a:lnTo>
                  <a:lnTo>
                    <a:pt x="5972746" y="437968"/>
                  </a:lnTo>
                  <a:lnTo>
                    <a:pt x="5972871" y="437968"/>
                  </a:lnTo>
                  <a:lnTo>
                    <a:pt x="5972996" y="437968"/>
                  </a:lnTo>
                  <a:lnTo>
                    <a:pt x="5973121" y="437968"/>
                  </a:lnTo>
                  <a:lnTo>
                    <a:pt x="5973246" y="437968"/>
                  </a:lnTo>
                  <a:lnTo>
                    <a:pt x="5973371" y="437968"/>
                  </a:lnTo>
                  <a:lnTo>
                    <a:pt x="5973496" y="437968"/>
                  </a:lnTo>
                  <a:lnTo>
                    <a:pt x="5973621" y="437968"/>
                  </a:lnTo>
                  <a:lnTo>
                    <a:pt x="5973746" y="437968"/>
                  </a:lnTo>
                  <a:lnTo>
                    <a:pt x="5973872" y="437968"/>
                  </a:lnTo>
                  <a:lnTo>
                    <a:pt x="5973997" y="437968"/>
                  </a:lnTo>
                  <a:lnTo>
                    <a:pt x="5974122" y="437968"/>
                  </a:lnTo>
                  <a:lnTo>
                    <a:pt x="5974247" y="437968"/>
                  </a:lnTo>
                  <a:lnTo>
                    <a:pt x="5974372" y="437968"/>
                  </a:lnTo>
                  <a:lnTo>
                    <a:pt x="5974497" y="437968"/>
                  </a:lnTo>
                  <a:lnTo>
                    <a:pt x="5974622" y="437968"/>
                  </a:lnTo>
                  <a:lnTo>
                    <a:pt x="5974747" y="437968"/>
                  </a:lnTo>
                  <a:lnTo>
                    <a:pt x="5974872" y="437968"/>
                  </a:lnTo>
                  <a:lnTo>
                    <a:pt x="5974997" y="437968"/>
                  </a:lnTo>
                  <a:lnTo>
                    <a:pt x="5975122" y="437968"/>
                  </a:lnTo>
                  <a:lnTo>
                    <a:pt x="5975247" y="437968"/>
                  </a:lnTo>
                  <a:lnTo>
                    <a:pt x="5975372" y="437968"/>
                  </a:lnTo>
                  <a:lnTo>
                    <a:pt x="5975497" y="437968"/>
                  </a:lnTo>
                  <a:lnTo>
                    <a:pt x="5975622" y="437968"/>
                  </a:lnTo>
                  <a:lnTo>
                    <a:pt x="5975747" y="437968"/>
                  </a:lnTo>
                  <a:lnTo>
                    <a:pt x="5975872" y="437968"/>
                  </a:lnTo>
                  <a:lnTo>
                    <a:pt x="5975997" y="437968"/>
                  </a:lnTo>
                  <a:lnTo>
                    <a:pt x="5976122" y="437968"/>
                  </a:lnTo>
                  <a:lnTo>
                    <a:pt x="5976247" y="437968"/>
                  </a:lnTo>
                  <a:lnTo>
                    <a:pt x="5976372" y="437968"/>
                  </a:lnTo>
                  <a:lnTo>
                    <a:pt x="5976497" y="437968"/>
                  </a:lnTo>
                  <a:lnTo>
                    <a:pt x="5976622" y="437968"/>
                  </a:lnTo>
                  <a:lnTo>
                    <a:pt x="5976748" y="437968"/>
                  </a:lnTo>
                  <a:lnTo>
                    <a:pt x="5976873" y="437968"/>
                  </a:lnTo>
                  <a:lnTo>
                    <a:pt x="5976998" y="437968"/>
                  </a:lnTo>
                  <a:lnTo>
                    <a:pt x="5977123" y="437968"/>
                  </a:lnTo>
                  <a:lnTo>
                    <a:pt x="5977248" y="437968"/>
                  </a:lnTo>
                  <a:lnTo>
                    <a:pt x="5977373" y="437968"/>
                  </a:lnTo>
                  <a:lnTo>
                    <a:pt x="5977498" y="437968"/>
                  </a:lnTo>
                  <a:lnTo>
                    <a:pt x="5977623" y="437968"/>
                  </a:lnTo>
                  <a:lnTo>
                    <a:pt x="5977748" y="437968"/>
                  </a:lnTo>
                  <a:lnTo>
                    <a:pt x="5977873" y="437968"/>
                  </a:lnTo>
                  <a:lnTo>
                    <a:pt x="5977998" y="437968"/>
                  </a:lnTo>
                  <a:lnTo>
                    <a:pt x="5978123" y="437968"/>
                  </a:lnTo>
                  <a:lnTo>
                    <a:pt x="5978248" y="437968"/>
                  </a:lnTo>
                  <a:lnTo>
                    <a:pt x="5978373" y="437968"/>
                  </a:lnTo>
                  <a:lnTo>
                    <a:pt x="5978498" y="437968"/>
                  </a:lnTo>
                  <a:lnTo>
                    <a:pt x="5978623" y="437968"/>
                  </a:lnTo>
                  <a:lnTo>
                    <a:pt x="5978748" y="437968"/>
                  </a:lnTo>
                  <a:lnTo>
                    <a:pt x="5978873" y="437968"/>
                  </a:lnTo>
                  <a:lnTo>
                    <a:pt x="5978998" y="437968"/>
                  </a:lnTo>
                  <a:lnTo>
                    <a:pt x="5979123" y="437968"/>
                  </a:lnTo>
                  <a:lnTo>
                    <a:pt x="5979248" y="437968"/>
                  </a:lnTo>
                  <a:lnTo>
                    <a:pt x="5979373" y="437968"/>
                  </a:lnTo>
                  <a:lnTo>
                    <a:pt x="5979498" y="437968"/>
                  </a:lnTo>
                  <a:lnTo>
                    <a:pt x="5979623" y="437968"/>
                  </a:lnTo>
                  <a:lnTo>
                    <a:pt x="5979749" y="437968"/>
                  </a:lnTo>
                  <a:lnTo>
                    <a:pt x="5979874" y="437968"/>
                  </a:lnTo>
                  <a:lnTo>
                    <a:pt x="5979999" y="437968"/>
                  </a:lnTo>
                  <a:lnTo>
                    <a:pt x="5980124" y="437968"/>
                  </a:lnTo>
                  <a:lnTo>
                    <a:pt x="5980249" y="437968"/>
                  </a:lnTo>
                  <a:lnTo>
                    <a:pt x="5980374" y="437968"/>
                  </a:lnTo>
                  <a:lnTo>
                    <a:pt x="5980499" y="437968"/>
                  </a:lnTo>
                  <a:lnTo>
                    <a:pt x="5980624" y="437968"/>
                  </a:lnTo>
                  <a:lnTo>
                    <a:pt x="5980749" y="437968"/>
                  </a:lnTo>
                  <a:lnTo>
                    <a:pt x="5980874" y="437968"/>
                  </a:lnTo>
                  <a:lnTo>
                    <a:pt x="5980999" y="437968"/>
                  </a:lnTo>
                  <a:lnTo>
                    <a:pt x="5981124" y="437968"/>
                  </a:lnTo>
                  <a:lnTo>
                    <a:pt x="5981249" y="437968"/>
                  </a:lnTo>
                  <a:lnTo>
                    <a:pt x="5981374" y="437968"/>
                  </a:lnTo>
                  <a:lnTo>
                    <a:pt x="5981499" y="437968"/>
                  </a:lnTo>
                  <a:lnTo>
                    <a:pt x="5981624" y="437968"/>
                  </a:lnTo>
                  <a:lnTo>
                    <a:pt x="5981749" y="437968"/>
                  </a:lnTo>
                  <a:lnTo>
                    <a:pt x="5981874" y="437968"/>
                  </a:lnTo>
                  <a:lnTo>
                    <a:pt x="5981999" y="437968"/>
                  </a:lnTo>
                  <a:lnTo>
                    <a:pt x="5982124" y="437968"/>
                  </a:lnTo>
                  <a:lnTo>
                    <a:pt x="5982249" y="437968"/>
                  </a:lnTo>
                  <a:lnTo>
                    <a:pt x="5982374" y="437968"/>
                  </a:lnTo>
                  <a:lnTo>
                    <a:pt x="5982499" y="437968"/>
                  </a:lnTo>
                  <a:lnTo>
                    <a:pt x="5982624" y="437968"/>
                  </a:lnTo>
                  <a:lnTo>
                    <a:pt x="5982750" y="437968"/>
                  </a:lnTo>
                  <a:lnTo>
                    <a:pt x="5982875" y="437968"/>
                  </a:lnTo>
                  <a:lnTo>
                    <a:pt x="5983000" y="437968"/>
                  </a:lnTo>
                  <a:lnTo>
                    <a:pt x="5983125" y="437968"/>
                  </a:lnTo>
                  <a:lnTo>
                    <a:pt x="5983250" y="437968"/>
                  </a:lnTo>
                  <a:lnTo>
                    <a:pt x="5983375" y="437968"/>
                  </a:lnTo>
                  <a:lnTo>
                    <a:pt x="5983500" y="437968"/>
                  </a:lnTo>
                  <a:lnTo>
                    <a:pt x="5983625" y="437968"/>
                  </a:lnTo>
                  <a:lnTo>
                    <a:pt x="5983750" y="437968"/>
                  </a:lnTo>
                  <a:lnTo>
                    <a:pt x="5983875" y="437968"/>
                  </a:lnTo>
                  <a:lnTo>
                    <a:pt x="5984000" y="437968"/>
                  </a:lnTo>
                  <a:lnTo>
                    <a:pt x="5984125" y="437968"/>
                  </a:lnTo>
                  <a:lnTo>
                    <a:pt x="5984250" y="437968"/>
                  </a:lnTo>
                  <a:lnTo>
                    <a:pt x="5984375" y="437968"/>
                  </a:lnTo>
                  <a:lnTo>
                    <a:pt x="5984500" y="437968"/>
                  </a:lnTo>
                  <a:lnTo>
                    <a:pt x="5984625" y="437968"/>
                  </a:lnTo>
                  <a:lnTo>
                    <a:pt x="5984750" y="437968"/>
                  </a:lnTo>
                  <a:lnTo>
                    <a:pt x="5984875" y="437968"/>
                  </a:lnTo>
                  <a:lnTo>
                    <a:pt x="5985000" y="437968"/>
                  </a:lnTo>
                  <a:lnTo>
                    <a:pt x="5985125" y="437968"/>
                  </a:lnTo>
                  <a:lnTo>
                    <a:pt x="5985250" y="437968"/>
                  </a:lnTo>
                  <a:lnTo>
                    <a:pt x="5985375" y="437968"/>
                  </a:lnTo>
                  <a:lnTo>
                    <a:pt x="5985500" y="437968"/>
                  </a:lnTo>
                  <a:lnTo>
                    <a:pt x="5985625" y="437968"/>
                  </a:lnTo>
                  <a:lnTo>
                    <a:pt x="5985751" y="437968"/>
                  </a:lnTo>
                  <a:lnTo>
                    <a:pt x="5985876" y="437968"/>
                  </a:lnTo>
                  <a:lnTo>
                    <a:pt x="5986001" y="437968"/>
                  </a:lnTo>
                  <a:lnTo>
                    <a:pt x="5986126" y="437968"/>
                  </a:lnTo>
                  <a:lnTo>
                    <a:pt x="5986251" y="437968"/>
                  </a:lnTo>
                  <a:lnTo>
                    <a:pt x="5986376" y="437968"/>
                  </a:lnTo>
                  <a:lnTo>
                    <a:pt x="5986501" y="437968"/>
                  </a:lnTo>
                  <a:lnTo>
                    <a:pt x="5986626" y="437968"/>
                  </a:lnTo>
                  <a:lnTo>
                    <a:pt x="5986751" y="437968"/>
                  </a:lnTo>
                  <a:lnTo>
                    <a:pt x="5986876" y="437968"/>
                  </a:lnTo>
                  <a:lnTo>
                    <a:pt x="5987001" y="437968"/>
                  </a:lnTo>
                  <a:lnTo>
                    <a:pt x="5987126" y="437968"/>
                  </a:lnTo>
                  <a:lnTo>
                    <a:pt x="5987251" y="437968"/>
                  </a:lnTo>
                  <a:lnTo>
                    <a:pt x="5987376" y="437968"/>
                  </a:lnTo>
                  <a:lnTo>
                    <a:pt x="5987501" y="437968"/>
                  </a:lnTo>
                  <a:lnTo>
                    <a:pt x="5987626" y="437968"/>
                  </a:lnTo>
                  <a:lnTo>
                    <a:pt x="5987751" y="437968"/>
                  </a:lnTo>
                  <a:lnTo>
                    <a:pt x="5987876" y="437968"/>
                  </a:lnTo>
                  <a:lnTo>
                    <a:pt x="5988001" y="437968"/>
                  </a:lnTo>
                  <a:lnTo>
                    <a:pt x="5988126" y="437968"/>
                  </a:lnTo>
                  <a:lnTo>
                    <a:pt x="5988251" y="437968"/>
                  </a:lnTo>
                  <a:lnTo>
                    <a:pt x="5988376" y="437968"/>
                  </a:lnTo>
                  <a:lnTo>
                    <a:pt x="5988501" y="437968"/>
                  </a:lnTo>
                  <a:lnTo>
                    <a:pt x="5988626" y="437968"/>
                  </a:lnTo>
                  <a:lnTo>
                    <a:pt x="5988752" y="437968"/>
                  </a:lnTo>
                  <a:lnTo>
                    <a:pt x="5988877" y="437968"/>
                  </a:lnTo>
                  <a:lnTo>
                    <a:pt x="5989002" y="437968"/>
                  </a:lnTo>
                  <a:lnTo>
                    <a:pt x="5989127" y="437968"/>
                  </a:lnTo>
                  <a:lnTo>
                    <a:pt x="5989252" y="437968"/>
                  </a:lnTo>
                  <a:lnTo>
                    <a:pt x="5989377" y="437968"/>
                  </a:lnTo>
                  <a:lnTo>
                    <a:pt x="5989502" y="437968"/>
                  </a:lnTo>
                  <a:lnTo>
                    <a:pt x="5989627" y="437968"/>
                  </a:lnTo>
                  <a:lnTo>
                    <a:pt x="5989752" y="437968"/>
                  </a:lnTo>
                  <a:lnTo>
                    <a:pt x="5989877" y="437968"/>
                  </a:lnTo>
                  <a:lnTo>
                    <a:pt x="5990002" y="437968"/>
                  </a:lnTo>
                  <a:lnTo>
                    <a:pt x="5990127" y="437968"/>
                  </a:lnTo>
                  <a:lnTo>
                    <a:pt x="5990252" y="437968"/>
                  </a:lnTo>
                  <a:lnTo>
                    <a:pt x="5990377" y="437968"/>
                  </a:lnTo>
                  <a:lnTo>
                    <a:pt x="5990502" y="437968"/>
                  </a:lnTo>
                  <a:lnTo>
                    <a:pt x="5990627" y="437968"/>
                  </a:lnTo>
                  <a:lnTo>
                    <a:pt x="5990752" y="437968"/>
                  </a:lnTo>
                  <a:lnTo>
                    <a:pt x="5990877" y="437968"/>
                  </a:lnTo>
                  <a:lnTo>
                    <a:pt x="5991002" y="437968"/>
                  </a:lnTo>
                  <a:lnTo>
                    <a:pt x="5991127" y="437968"/>
                  </a:lnTo>
                  <a:lnTo>
                    <a:pt x="5991252" y="437968"/>
                  </a:lnTo>
                  <a:lnTo>
                    <a:pt x="5991377" y="437968"/>
                  </a:lnTo>
                  <a:lnTo>
                    <a:pt x="5991502" y="437968"/>
                  </a:lnTo>
                  <a:lnTo>
                    <a:pt x="5991627" y="437968"/>
                  </a:lnTo>
                  <a:lnTo>
                    <a:pt x="5991753" y="437968"/>
                  </a:lnTo>
                  <a:lnTo>
                    <a:pt x="5991878" y="437968"/>
                  </a:lnTo>
                  <a:lnTo>
                    <a:pt x="5992003" y="437968"/>
                  </a:lnTo>
                  <a:lnTo>
                    <a:pt x="5992128" y="437968"/>
                  </a:lnTo>
                  <a:lnTo>
                    <a:pt x="5992253" y="437968"/>
                  </a:lnTo>
                  <a:lnTo>
                    <a:pt x="5992378" y="437968"/>
                  </a:lnTo>
                  <a:lnTo>
                    <a:pt x="5992503" y="437968"/>
                  </a:lnTo>
                  <a:lnTo>
                    <a:pt x="5992628" y="437968"/>
                  </a:lnTo>
                  <a:lnTo>
                    <a:pt x="5992753" y="437968"/>
                  </a:lnTo>
                  <a:lnTo>
                    <a:pt x="5992878" y="437968"/>
                  </a:lnTo>
                  <a:lnTo>
                    <a:pt x="5993003" y="437968"/>
                  </a:lnTo>
                  <a:lnTo>
                    <a:pt x="5993128" y="437968"/>
                  </a:lnTo>
                  <a:lnTo>
                    <a:pt x="5993253" y="437968"/>
                  </a:lnTo>
                  <a:lnTo>
                    <a:pt x="5993378" y="437968"/>
                  </a:lnTo>
                  <a:lnTo>
                    <a:pt x="5993503" y="437968"/>
                  </a:lnTo>
                  <a:lnTo>
                    <a:pt x="5993628" y="437968"/>
                  </a:lnTo>
                  <a:lnTo>
                    <a:pt x="5993753" y="437968"/>
                  </a:lnTo>
                  <a:lnTo>
                    <a:pt x="5993878" y="437968"/>
                  </a:lnTo>
                  <a:lnTo>
                    <a:pt x="5994003" y="437968"/>
                  </a:lnTo>
                  <a:lnTo>
                    <a:pt x="5994128" y="437968"/>
                  </a:lnTo>
                  <a:lnTo>
                    <a:pt x="5994253" y="437968"/>
                  </a:lnTo>
                  <a:lnTo>
                    <a:pt x="5994378" y="437968"/>
                  </a:lnTo>
                  <a:lnTo>
                    <a:pt x="5994503" y="437968"/>
                  </a:lnTo>
                  <a:lnTo>
                    <a:pt x="5994628" y="437968"/>
                  </a:lnTo>
                  <a:lnTo>
                    <a:pt x="5994754" y="437968"/>
                  </a:lnTo>
                  <a:lnTo>
                    <a:pt x="5994879" y="437968"/>
                  </a:lnTo>
                  <a:lnTo>
                    <a:pt x="5995004" y="437968"/>
                  </a:lnTo>
                  <a:lnTo>
                    <a:pt x="5995129" y="437968"/>
                  </a:lnTo>
                  <a:lnTo>
                    <a:pt x="5995254" y="437968"/>
                  </a:lnTo>
                  <a:lnTo>
                    <a:pt x="5995379" y="437968"/>
                  </a:lnTo>
                  <a:lnTo>
                    <a:pt x="5995504" y="437968"/>
                  </a:lnTo>
                  <a:lnTo>
                    <a:pt x="5995629" y="437968"/>
                  </a:lnTo>
                  <a:lnTo>
                    <a:pt x="5995754" y="437968"/>
                  </a:lnTo>
                  <a:lnTo>
                    <a:pt x="5995879" y="437968"/>
                  </a:lnTo>
                  <a:lnTo>
                    <a:pt x="5996004" y="437968"/>
                  </a:lnTo>
                  <a:lnTo>
                    <a:pt x="5996129" y="437968"/>
                  </a:lnTo>
                  <a:lnTo>
                    <a:pt x="5996254" y="437968"/>
                  </a:lnTo>
                  <a:lnTo>
                    <a:pt x="5996379" y="437968"/>
                  </a:lnTo>
                  <a:lnTo>
                    <a:pt x="5996504" y="437968"/>
                  </a:lnTo>
                  <a:lnTo>
                    <a:pt x="5996629" y="437968"/>
                  </a:lnTo>
                  <a:lnTo>
                    <a:pt x="5996754" y="437968"/>
                  </a:lnTo>
                  <a:lnTo>
                    <a:pt x="5996879" y="437968"/>
                  </a:lnTo>
                  <a:lnTo>
                    <a:pt x="5997004" y="437968"/>
                  </a:lnTo>
                  <a:lnTo>
                    <a:pt x="5997129" y="437968"/>
                  </a:lnTo>
                  <a:lnTo>
                    <a:pt x="5997254" y="437968"/>
                  </a:lnTo>
                  <a:lnTo>
                    <a:pt x="5997379" y="437968"/>
                  </a:lnTo>
                  <a:lnTo>
                    <a:pt x="5997504" y="437968"/>
                  </a:lnTo>
                  <a:lnTo>
                    <a:pt x="5997629" y="437968"/>
                  </a:lnTo>
                  <a:lnTo>
                    <a:pt x="5997755" y="437968"/>
                  </a:lnTo>
                  <a:lnTo>
                    <a:pt x="5997880" y="437968"/>
                  </a:lnTo>
                  <a:lnTo>
                    <a:pt x="5998005" y="437968"/>
                  </a:lnTo>
                  <a:lnTo>
                    <a:pt x="5998130" y="437968"/>
                  </a:lnTo>
                  <a:lnTo>
                    <a:pt x="5998255" y="437968"/>
                  </a:lnTo>
                  <a:lnTo>
                    <a:pt x="5998380" y="437968"/>
                  </a:lnTo>
                  <a:lnTo>
                    <a:pt x="5998505" y="437968"/>
                  </a:lnTo>
                  <a:lnTo>
                    <a:pt x="5998630" y="437968"/>
                  </a:lnTo>
                  <a:lnTo>
                    <a:pt x="5998755" y="437968"/>
                  </a:lnTo>
                  <a:lnTo>
                    <a:pt x="5998880" y="437968"/>
                  </a:lnTo>
                  <a:lnTo>
                    <a:pt x="5999005" y="437968"/>
                  </a:lnTo>
                  <a:lnTo>
                    <a:pt x="5999130" y="437968"/>
                  </a:lnTo>
                  <a:lnTo>
                    <a:pt x="5999255" y="437968"/>
                  </a:lnTo>
                  <a:lnTo>
                    <a:pt x="5999380" y="437968"/>
                  </a:lnTo>
                  <a:lnTo>
                    <a:pt x="5999505" y="437968"/>
                  </a:lnTo>
                  <a:lnTo>
                    <a:pt x="5999630" y="437968"/>
                  </a:lnTo>
                  <a:lnTo>
                    <a:pt x="5999755" y="437968"/>
                  </a:lnTo>
                  <a:lnTo>
                    <a:pt x="5999880" y="437968"/>
                  </a:lnTo>
                  <a:lnTo>
                    <a:pt x="6000005" y="437968"/>
                  </a:lnTo>
                  <a:lnTo>
                    <a:pt x="6000130" y="437968"/>
                  </a:lnTo>
                  <a:lnTo>
                    <a:pt x="6000255" y="437968"/>
                  </a:lnTo>
                  <a:lnTo>
                    <a:pt x="6000380" y="437968"/>
                  </a:lnTo>
                  <a:lnTo>
                    <a:pt x="6000505" y="437968"/>
                  </a:lnTo>
                  <a:lnTo>
                    <a:pt x="6000630" y="437968"/>
                  </a:lnTo>
                  <a:lnTo>
                    <a:pt x="6000756" y="437968"/>
                  </a:lnTo>
                  <a:lnTo>
                    <a:pt x="6000881" y="437968"/>
                  </a:lnTo>
                  <a:lnTo>
                    <a:pt x="6001006" y="437968"/>
                  </a:lnTo>
                  <a:lnTo>
                    <a:pt x="6001131" y="437968"/>
                  </a:lnTo>
                  <a:lnTo>
                    <a:pt x="6001256" y="437968"/>
                  </a:lnTo>
                  <a:lnTo>
                    <a:pt x="6001381" y="437968"/>
                  </a:lnTo>
                  <a:lnTo>
                    <a:pt x="6001506" y="437968"/>
                  </a:lnTo>
                  <a:lnTo>
                    <a:pt x="6001631" y="437968"/>
                  </a:lnTo>
                  <a:lnTo>
                    <a:pt x="6001756" y="437968"/>
                  </a:lnTo>
                  <a:lnTo>
                    <a:pt x="6001881" y="437968"/>
                  </a:lnTo>
                  <a:lnTo>
                    <a:pt x="6002006" y="437968"/>
                  </a:lnTo>
                  <a:lnTo>
                    <a:pt x="6002131" y="437968"/>
                  </a:lnTo>
                  <a:lnTo>
                    <a:pt x="6002256" y="437968"/>
                  </a:lnTo>
                  <a:lnTo>
                    <a:pt x="6002381" y="437968"/>
                  </a:lnTo>
                  <a:lnTo>
                    <a:pt x="6002506" y="437968"/>
                  </a:lnTo>
                  <a:lnTo>
                    <a:pt x="6002631" y="437968"/>
                  </a:lnTo>
                  <a:lnTo>
                    <a:pt x="6002756" y="437968"/>
                  </a:lnTo>
                  <a:lnTo>
                    <a:pt x="6002881" y="437968"/>
                  </a:lnTo>
                  <a:lnTo>
                    <a:pt x="6003006" y="437968"/>
                  </a:lnTo>
                  <a:lnTo>
                    <a:pt x="6003131" y="437968"/>
                  </a:lnTo>
                  <a:lnTo>
                    <a:pt x="6003256" y="437968"/>
                  </a:lnTo>
                  <a:lnTo>
                    <a:pt x="6003381" y="437968"/>
                  </a:lnTo>
                  <a:lnTo>
                    <a:pt x="6003506" y="437968"/>
                  </a:lnTo>
                  <a:lnTo>
                    <a:pt x="6003631" y="437968"/>
                  </a:lnTo>
                  <a:lnTo>
                    <a:pt x="6003757" y="437968"/>
                  </a:lnTo>
                  <a:lnTo>
                    <a:pt x="6003882" y="437968"/>
                  </a:lnTo>
                  <a:lnTo>
                    <a:pt x="6004007" y="437968"/>
                  </a:lnTo>
                  <a:lnTo>
                    <a:pt x="6004132" y="437968"/>
                  </a:lnTo>
                  <a:lnTo>
                    <a:pt x="6004257" y="437968"/>
                  </a:lnTo>
                  <a:lnTo>
                    <a:pt x="6004382" y="437968"/>
                  </a:lnTo>
                  <a:lnTo>
                    <a:pt x="6004507" y="437968"/>
                  </a:lnTo>
                  <a:lnTo>
                    <a:pt x="6004632" y="437968"/>
                  </a:lnTo>
                  <a:lnTo>
                    <a:pt x="6004757" y="437968"/>
                  </a:lnTo>
                  <a:lnTo>
                    <a:pt x="6004882" y="437968"/>
                  </a:lnTo>
                  <a:lnTo>
                    <a:pt x="6005007" y="437968"/>
                  </a:lnTo>
                  <a:lnTo>
                    <a:pt x="6005132" y="437968"/>
                  </a:lnTo>
                  <a:lnTo>
                    <a:pt x="6005257" y="437968"/>
                  </a:lnTo>
                  <a:lnTo>
                    <a:pt x="6005382" y="437968"/>
                  </a:lnTo>
                  <a:lnTo>
                    <a:pt x="6005507" y="437968"/>
                  </a:lnTo>
                  <a:lnTo>
                    <a:pt x="6005632" y="437968"/>
                  </a:lnTo>
                  <a:lnTo>
                    <a:pt x="6005757" y="437968"/>
                  </a:lnTo>
                  <a:lnTo>
                    <a:pt x="6005882" y="437968"/>
                  </a:lnTo>
                  <a:lnTo>
                    <a:pt x="6006007" y="437968"/>
                  </a:lnTo>
                  <a:lnTo>
                    <a:pt x="6006132" y="437968"/>
                  </a:lnTo>
                  <a:lnTo>
                    <a:pt x="6006257" y="437968"/>
                  </a:lnTo>
                  <a:lnTo>
                    <a:pt x="6006382" y="437968"/>
                  </a:lnTo>
                  <a:lnTo>
                    <a:pt x="6006507" y="437968"/>
                  </a:lnTo>
                  <a:lnTo>
                    <a:pt x="6006632" y="437968"/>
                  </a:lnTo>
                  <a:lnTo>
                    <a:pt x="6006758" y="437968"/>
                  </a:lnTo>
                  <a:lnTo>
                    <a:pt x="6006883" y="437968"/>
                  </a:lnTo>
                  <a:lnTo>
                    <a:pt x="6007008" y="437968"/>
                  </a:lnTo>
                  <a:lnTo>
                    <a:pt x="6007133" y="437968"/>
                  </a:lnTo>
                  <a:lnTo>
                    <a:pt x="6007258" y="437968"/>
                  </a:lnTo>
                  <a:lnTo>
                    <a:pt x="6007383" y="437968"/>
                  </a:lnTo>
                  <a:lnTo>
                    <a:pt x="6007508" y="437968"/>
                  </a:lnTo>
                  <a:lnTo>
                    <a:pt x="6007633" y="437968"/>
                  </a:lnTo>
                  <a:lnTo>
                    <a:pt x="6007758" y="437968"/>
                  </a:lnTo>
                  <a:lnTo>
                    <a:pt x="6007883" y="437968"/>
                  </a:lnTo>
                  <a:lnTo>
                    <a:pt x="6008008" y="437968"/>
                  </a:lnTo>
                  <a:lnTo>
                    <a:pt x="6008133" y="437968"/>
                  </a:lnTo>
                  <a:lnTo>
                    <a:pt x="6008258" y="437968"/>
                  </a:lnTo>
                  <a:lnTo>
                    <a:pt x="6008383" y="437968"/>
                  </a:lnTo>
                  <a:lnTo>
                    <a:pt x="6008508" y="437968"/>
                  </a:lnTo>
                  <a:lnTo>
                    <a:pt x="6008633" y="437968"/>
                  </a:lnTo>
                  <a:lnTo>
                    <a:pt x="6008758" y="437968"/>
                  </a:lnTo>
                  <a:lnTo>
                    <a:pt x="6008883" y="437968"/>
                  </a:lnTo>
                  <a:lnTo>
                    <a:pt x="6009008" y="437968"/>
                  </a:lnTo>
                  <a:lnTo>
                    <a:pt x="6009133" y="437968"/>
                  </a:lnTo>
                  <a:lnTo>
                    <a:pt x="6009258" y="437968"/>
                  </a:lnTo>
                  <a:lnTo>
                    <a:pt x="6009383" y="437968"/>
                  </a:lnTo>
                  <a:lnTo>
                    <a:pt x="6009508" y="437968"/>
                  </a:lnTo>
                  <a:lnTo>
                    <a:pt x="6009633" y="437968"/>
                  </a:lnTo>
                  <a:lnTo>
                    <a:pt x="6009759" y="437968"/>
                  </a:lnTo>
                  <a:lnTo>
                    <a:pt x="6009884" y="437968"/>
                  </a:lnTo>
                  <a:lnTo>
                    <a:pt x="6010009" y="437968"/>
                  </a:lnTo>
                  <a:lnTo>
                    <a:pt x="6010134" y="437968"/>
                  </a:lnTo>
                  <a:lnTo>
                    <a:pt x="6010259" y="437968"/>
                  </a:lnTo>
                  <a:lnTo>
                    <a:pt x="6010384" y="437968"/>
                  </a:lnTo>
                  <a:lnTo>
                    <a:pt x="6010509" y="437968"/>
                  </a:lnTo>
                  <a:lnTo>
                    <a:pt x="6010634" y="437968"/>
                  </a:lnTo>
                  <a:lnTo>
                    <a:pt x="6010759" y="437968"/>
                  </a:lnTo>
                  <a:lnTo>
                    <a:pt x="6010884" y="437968"/>
                  </a:lnTo>
                  <a:lnTo>
                    <a:pt x="6011009" y="437968"/>
                  </a:lnTo>
                  <a:lnTo>
                    <a:pt x="6011134" y="437968"/>
                  </a:lnTo>
                  <a:lnTo>
                    <a:pt x="6011259" y="437968"/>
                  </a:lnTo>
                  <a:lnTo>
                    <a:pt x="6011384" y="437968"/>
                  </a:lnTo>
                  <a:lnTo>
                    <a:pt x="6011509" y="437968"/>
                  </a:lnTo>
                  <a:lnTo>
                    <a:pt x="6011634" y="437968"/>
                  </a:lnTo>
                  <a:lnTo>
                    <a:pt x="6011759" y="437968"/>
                  </a:lnTo>
                  <a:lnTo>
                    <a:pt x="6011884" y="437968"/>
                  </a:lnTo>
                  <a:lnTo>
                    <a:pt x="6012009" y="437968"/>
                  </a:lnTo>
                  <a:lnTo>
                    <a:pt x="6012134" y="437968"/>
                  </a:lnTo>
                  <a:lnTo>
                    <a:pt x="6012259" y="437968"/>
                  </a:lnTo>
                  <a:lnTo>
                    <a:pt x="6012384" y="437968"/>
                  </a:lnTo>
                  <a:lnTo>
                    <a:pt x="6012509" y="437968"/>
                  </a:lnTo>
                  <a:lnTo>
                    <a:pt x="6012634" y="437968"/>
                  </a:lnTo>
                  <a:lnTo>
                    <a:pt x="6012760" y="437968"/>
                  </a:lnTo>
                  <a:lnTo>
                    <a:pt x="6012885" y="437968"/>
                  </a:lnTo>
                  <a:lnTo>
                    <a:pt x="6013010" y="437968"/>
                  </a:lnTo>
                  <a:lnTo>
                    <a:pt x="6013135" y="437968"/>
                  </a:lnTo>
                  <a:lnTo>
                    <a:pt x="6013260" y="437968"/>
                  </a:lnTo>
                  <a:lnTo>
                    <a:pt x="6013385" y="437968"/>
                  </a:lnTo>
                  <a:lnTo>
                    <a:pt x="6013510" y="437968"/>
                  </a:lnTo>
                  <a:lnTo>
                    <a:pt x="6013635" y="437968"/>
                  </a:lnTo>
                  <a:lnTo>
                    <a:pt x="6013760" y="437968"/>
                  </a:lnTo>
                  <a:lnTo>
                    <a:pt x="6013885" y="437968"/>
                  </a:lnTo>
                  <a:lnTo>
                    <a:pt x="6014010" y="437968"/>
                  </a:lnTo>
                  <a:lnTo>
                    <a:pt x="6014135" y="437968"/>
                  </a:lnTo>
                  <a:lnTo>
                    <a:pt x="6014260" y="437968"/>
                  </a:lnTo>
                  <a:lnTo>
                    <a:pt x="6014385" y="437968"/>
                  </a:lnTo>
                  <a:lnTo>
                    <a:pt x="6014510" y="437968"/>
                  </a:lnTo>
                  <a:lnTo>
                    <a:pt x="6014635" y="437968"/>
                  </a:lnTo>
                  <a:lnTo>
                    <a:pt x="6014760" y="437968"/>
                  </a:lnTo>
                  <a:lnTo>
                    <a:pt x="6014885" y="437968"/>
                  </a:lnTo>
                  <a:lnTo>
                    <a:pt x="6015010" y="437968"/>
                  </a:lnTo>
                  <a:lnTo>
                    <a:pt x="6015135" y="437968"/>
                  </a:lnTo>
                  <a:lnTo>
                    <a:pt x="6015260" y="437968"/>
                  </a:lnTo>
                  <a:lnTo>
                    <a:pt x="6015385" y="437968"/>
                  </a:lnTo>
                  <a:lnTo>
                    <a:pt x="6015510" y="437968"/>
                  </a:lnTo>
                  <a:lnTo>
                    <a:pt x="6015636" y="437968"/>
                  </a:lnTo>
                  <a:lnTo>
                    <a:pt x="6015761" y="437968"/>
                  </a:lnTo>
                  <a:lnTo>
                    <a:pt x="6015886" y="437968"/>
                  </a:lnTo>
                  <a:lnTo>
                    <a:pt x="6016011" y="437968"/>
                  </a:lnTo>
                  <a:lnTo>
                    <a:pt x="6016136" y="437968"/>
                  </a:lnTo>
                  <a:lnTo>
                    <a:pt x="6016261" y="437968"/>
                  </a:lnTo>
                  <a:lnTo>
                    <a:pt x="6016386" y="437968"/>
                  </a:lnTo>
                  <a:lnTo>
                    <a:pt x="6016511" y="437968"/>
                  </a:lnTo>
                  <a:lnTo>
                    <a:pt x="6016636" y="437968"/>
                  </a:lnTo>
                  <a:lnTo>
                    <a:pt x="6016761" y="437968"/>
                  </a:lnTo>
                  <a:lnTo>
                    <a:pt x="6016886" y="437968"/>
                  </a:lnTo>
                  <a:lnTo>
                    <a:pt x="6017011" y="437968"/>
                  </a:lnTo>
                  <a:lnTo>
                    <a:pt x="6017136" y="437968"/>
                  </a:lnTo>
                  <a:lnTo>
                    <a:pt x="6017261" y="437968"/>
                  </a:lnTo>
                  <a:lnTo>
                    <a:pt x="6017386" y="437968"/>
                  </a:lnTo>
                  <a:lnTo>
                    <a:pt x="6017511" y="437968"/>
                  </a:lnTo>
                  <a:lnTo>
                    <a:pt x="6017636" y="437968"/>
                  </a:lnTo>
                  <a:lnTo>
                    <a:pt x="6017761" y="437968"/>
                  </a:lnTo>
                  <a:lnTo>
                    <a:pt x="6017886" y="437968"/>
                  </a:lnTo>
                  <a:lnTo>
                    <a:pt x="6018011" y="437968"/>
                  </a:lnTo>
                  <a:lnTo>
                    <a:pt x="6018136" y="437968"/>
                  </a:lnTo>
                  <a:lnTo>
                    <a:pt x="6018261" y="437968"/>
                  </a:lnTo>
                  <a:lnTo>
                    <a:pt x="6018386" y="437968"/>
                  </a:lnTo>
                  <a:lnTo>
                    <a:pt x="6018511" y="437968"/>
                  </a:lnTo>
                  <a:lnTo>
                    <a:pt x="6018637" y="437968"/>
                  </a:lnTo>
                  <a:lnTo>
                    <a:pt x="6018762" y="437968"/>
                  </a:lnTo>
                  <a:lnTo>
                    <a:pt x="6018887" y="437968"/>
                  </a:lnTo>
                  <a:lnTo>
                    <a:pt x="6019012" y="437968"/>
                  </a:lnTo>
                  <a:lnTo>
                    <a:pt x="6019137" y="437968"/>
                  </a:lnTo>
                  <a:lnTo>
                    <a:pt x="6019262" y="437968"/>
                  </a:lnTo>
                  <a:lnTo>
                    <a:pt x="6019387" y="437968"/>
                  </a:lnTo>
                  <a:lnTo>
                    <a:pt x="6019512" y="437968"/>
                  </a:lnTo>
                  <a:lnTo>
                    <a:pt x="6019637" y="437968"/>
                  </a:lnTo>
                  <a:lnTo>
                    <a:pt x="6019762" y="437968"/>
                  </a:lnTo>
                  <a:lnTo>
                    <a:pt x="6019887" y="437968"/>
                  </a:lnTo>
                  <a:lnTo>
                    <a:pt x="6020012" y="437968"/>
                  </a:lnTo>
                  <a:lnTo>
                    <a:pt x="6020137" y="437968"/>
                  </a:lnTo>
                  <a:lnTo>
                    <a:pt x="6020262" y="437968"/>
                  </a:lnTo>
                  <a:lnTo>
                    <a:pt x="6020387" y="437968"/>
                  </a:lnTo>
                  <a:lnTo>
                    <a:pt x="6020512" y="437968"/>
                  </a:lnTo>
                  <a:lnTo>
                    <a:pt x="6020637" y="437968"/>
                  </a:lnTo>
                  <a:lnTo>
                    <a:pt x="6020762" y="437968"/>
                  </a:lnTo>
                  <a:lnTo>
                    <a:pt x="6020887" y="437968"/>
                  </a:lnTo>
                  <a:lnTo>
                    <a:pt x="6021012" y="437968"/>
                  </a:lnTo>
                  <a:lnTo>
                    <a:pt x="6021137" y="437968"/>
                  </a:lnTo>
                  <a:lnTo>
                    <a:pt x="6021262" y="437968"/>
                  </a:lnTo>
                  <a:lnTo>
                    <a:pt x="6021387" y="437968"/>
                  </a:lnTo>
                  <a:lnTo>
                    <a:pt x="6021512" y="437968"/>
                  </a:lnTo>
                  <a:lnTo>
                    <a:pt x="6021638" y="437968"/>
                  </a:lnTo>
                  <a:lnTo>
                    <a:pt x="6021763" y="437968"/>
                  </a:lnTo>
                  <a:lnTo>
                    <a:pt x="6021888" y="437968"/>
                  </a:lnTo>
                  <a:lnTo>
                    <a:pt x="6022013" y="437968"/>
                  </a:lnTo>
                  <a:lnTo>
                    <a:pt x="6022138" y="437968"/>
                  </a:lnTo>
                  <a:lnTo>
                    <a:pt x="6022263" y="437968"/>
                  </a:lnTo>
                  <a:lnTo>
                    <a:pt x="6022388" y="437968"/>
                  </a:lnTo>
                  <a:lnTo>
                    <a:pt x="6022513" y="437968"/>
                  </a:lnTo>
                  <a:lnTo>
                    <a:pt x="6022638" y="437968"/>
                  </a:lnTo>
                  <a:lnTo>
                    <a:pt x="6022763" y="437968"/>
                  </a:lnTo>
                  <a:lnTo>
                    <a:pt x="6022888" y="437968"/>
                  </a:lnTo>
                  <a:lnTo>
                    <a:pt x="6023013" y="437968"/>
                  </a:lnTo>
                  <a:lnTo>
                    <a:pt x="6023138" y="437968"/>
                  </a:lnTo>
                  <a:lnTo>
                    <a:pt x="6023263" y="437968"/>
                  </a:lnTo>
                  <a:lnTo>
                    <a:pt x="6023388" y="437968"/>
                  </a:lnTo>
                  <a:lnTo>
                    <a:pt x="6023513" y="437968"/>
                  </a:lnTo>
                  <a:lnTo>
                    <a:pt x="6023638" y="437968"/>
                  </a:lnTo>
                  <a:lnTo>
                    <a:pt x="6023763" y="437968"/>
                  </a:lnTo>
                  <a:lnTo>
                    <a:pt x="6023888" y="437968"/>
                  </a:lnTo>
                  <a:lnTo>
                    <a:pt x="6024013" y="437968"/>
                  </a:lnTo>
                  <a:lnTo>
                    <a:pt x="6024138" y="437968"/>
                  </a:lnTo>
                  <a:lnTo>
                    <a:pt x="6024263" y="437968"/>
                  </a:lnTo>
                  <a:lnTo>
                    <a:pt x="6024388" y="437968"/>
                  </a:lnTo>
                  <a:lnTo>
                    <a:pt x="6024513" y="437968"/>
                  </a:lnTo>
                  <a:lnTo>
                    <a:pt x="6024639" y="437968"/>
                  </a:lnTo>
                  <a:lnTo>
                    <a:pt x="6024764" y="437968"/>
                  </a:lnTo>
                  <a:lnTo>
                    <a:pt x="6024889" y="437968"/>
                  </a:lnTo>
                  <a:lnTo>
                    <a:pt x="6025014" y="437968"/>
                  </a:lnTo>
                  <a:lnTo>
                    <a:pt x="6025139" y="437968"/>
                  </a:lnTo>
                  <a:lnTo>
                    <a:pt x="6025264" y="437968"/>
                  </a:lnTo>
                  <a:lnTo>
                    <a:pt x="6025389" y="437968"/>
                  </a:lnTo>
                  <a:lnTo>
                    <a:pt x="6025514" y="437968"/>
                  </a:lnTo>
                  <a:lnTo>
                    <a:pt x="6025639" y="437968"/>
                  </a:lnTo>
                  <a:lnTo>
                    <a:pt x="6025764" y="437968"/>
                  </a:lnTo>
                  <a:lnTo>
                    <a:pt x="6025889" y="437968"/>
                  </a:lnTo>
                  <a:lnTo>
                    <a:pt x="6026014" y="437968"/>
                  </a:lnTo>
                  <a:lnTo>
                    <a:pt x="6026139" y="437968"/>
                  </a:lnTo>
                  <a:lnTo>
                    <a:pt x="6026264" y="437968"/>
                  </a:lnTo>
                  <a:lnTo>
                    <a:pt x="6026389" y="437968"/>
                  </a:lnTo>
                  <a:lnTo>
                    <a:pt x="6026514" y="437968"/>
                  </a:lnTo>
                  <a:lnTo>
                    <a:pt x="6026639" y="437968"/>
                  </a:lnTo>
                  <a:lnTo>
                    <a:pt x="6026764" y="437968"/>
                  </a:lnTo>
                  <a:lnTo>
                    <a:pt x="6026889" y="437968"/>
                  </a:lnTo>
                  <a:lnTo>
                    <a:pt x="6027014" y="437968"/>
                  </a:lnTo>
                  <a:lnTo>
                    <a:pt x="6027139" y="437968"/>
                  </a:lnTo>
                  <a:lnTo>
                    <a:pt x="6027264" y="437968"/>
                  </a:lnTo>
                  <a:lnTo>
                    <a:pt x="6027389" y="437968"/>
                  </a:lnTo>
                  <a:lnTo>
                    <a:pt x="6027514" y="437968"/>
                  </a:lnTo>
                  <a:lnTo>
                    <a:pt x="6027640" y="437968"/>
                  </a:lnTo>
                  <a:lnTo>
                    <a:pt x="6027765" y="437968"/>
                  </a:lnTo>
                  <a:lnTo>
                    <a:pt x="6027890" y="437968"/>
                  </a:lnTo>
                  <a:lnTo>
                    <a:pt x="6028015" y="437968"/>
                  </a:lnTo>
                  <a:lnTo>
                    <a:pt x="6028140" y="437968"/>
                  </a:lnTo>
                  <a:lnTo>
                    <a:pt x="6028265" y="437968"/>
                  </a:lnTo>
                  <a:lnTo>
                    <a:pt x="6028390" y="437968"/>
                  </a:lnTo>
                  <a:lnTo>
                    <a:pt x="6028515" y="437968"/>
                  </a:lnTo>
                  <a:lnTo>
                    <a:pt x="6028640" y="437968"/>
                  </a:lnTo>
                  <a:lnTo>
                    <a:pt x="6028765" y="437968"/>
                  </a:lnTo>
                  <a:lnTo>
                    <a:pt x="6028890" y="437968"/>
                  </a:lnTo>
                  <a:lnTo>
                    <a:pt x="6029015" y="437968"/>
                  </a:lnTo>
                  <a:lnTo>
                    <a:pt x="6029140" y="437968"/>
                  </a:lnTo>
                  <a:lnTo>
                    <a:pt x="6029265" y="437968"/>
                  </a:lnTo>
                  <a:lnTo>
                    <a:pt x="6029390" y="437968"/>
                  </a:lnTo>
                  <a:lnTo>
                    <a:pt x="6029515" y="437968"/>
                  </a:lnTo>
                  <a:lnTo>
                    <a:pt x="6029640" y="437968"/>
                  </a:lnTo>
                  <a:lnTo>
                    <a:pt x="6029765" y="437968"/>
                  </a:lnTo>
                  <a:lnTo>
                    <a:pt x="6029890" y="437968"/>
                  </a:lnTo>
                  <a:lnTo>
                    <a:pt x="6030015" y="437968"/>
                  </a:lnTo>
                  <a:lnTo>
                    <a:pt x="6030140" y="437968"/>
                  </a:lnTo>
                  <a:lnTo>
                    <a:pt x="6030265" y="437968"/>
                  </a:lnTo>
                  <a:lnTo>
                    <a:pt x="6030390" y="437968"/>
                  </a:lnTo>
                  <a:lnTo>
                    <a:pt x="6030515" y="437968"/>
                  </a:lnTo>
                  <a:lnTo>
                    <a:pt x="6030641" y="437968"/>
                  </a:lnTo>
                  <a:lnTo>
                    <a:pt x="6030766" y="437968"/>
                  </a:lnTo>
                  <a:lnTo>
                    <a:pt x="6030891" y="437968"/>
                  </a:lnTo>
                  <a:lnTo>
                    <a:pt x="6031016" y="437968"/>
                  </a:lnTo>
                  <a:lnTo>
                    <a:pt x="6031141" y="437968"/>
                  </a:lnTo>
                  <a:lnTo>
                    <a:pt x="6031266" y="437968"/>
                  </a:lnTo>
                  <a:lnTo>
                    <a:pt x="6031391" y="437968"/>
                  </a:lnTo>
                  <a:lnTo>
                    <a:pt x="6031516" y="437968"/>
                  </a:lnTo>
                  <a:lnTo>
                    <a:pt x="6031641" y="437968"/>
                  </a:lnTo>
                  <a:lnTo>
                    <a:pt x="6031766" y="437968"/>
                  </a:lnTo>
                  <a:lnTo>
                    <a:pt x="6031891" y="437968"/>
                  </a:lnTo>
                  <a:lnTo>
                    <a:pt x="6032016" y="437968"/>
                  </a:lnTo>
                  <a:lnTo>
                    <a:pt x="6032141" y="437968"/>
                  </a:lnTo>
                  <a:lnTo>
                    <a:pt x="6032266" y="437968"/>
                  </a:lnTo>
                  <a:lnTo>
                    <a:pt x="6032391" y="437968"/>
                  </a:lnTo>
                  <a:lnTo>
                    <a:pt x="6032516" y="437968"/>
                  </a:lnTo>
                  <a:lnTo>
                    <a:pt x="6032641" y="437968"/>
                  </a:lnTo>
                  <a:lnTo>
                    <a:pt x="6032766" y="437968"/>
                  </a:lnTo>
                  <a:lnTo>
                    <a:pt x="6032891" y="437968"/>
                  </a:lnTo>
                  <a:lnTo>
                    <a:pt x="6033016" y="437968"/>
                  </a:lnTo>
                  <a:lnTo>
                    <a:pt x="6033141" y="437968"/>
                  </a:lnTo>
                  <a:lnTo>
                    <a:pt x="6033266" y="437968"/>
                  </a:lnTo>
                  <a:lnTo>
                    <a:pt x="6033391" y="437968"/>
                  </a:lnTo>
                  <a:lnTo>
                    <a:pt x="6033516" y="437968"/>
                  </a:lnTo>
                  <a:lnTo>
                    <a:pt x="6033642" y="437968"/>
                  </a:lnTo>
                  <a:lnTo>
                    <a:pt x="6033767" y="437968"/>
                  </a:lnTo>
                  <a:lnTo>
                    <a:pt x="6033892" y="437968"/>
                  </a:lnTo>
                  <a:lnTo>
                    <a:pt x="6034017" y="437968"/>
                  </a:lnTo>
                  <a:lnTo>
                    <a:pt x="6034142" y="437968"/>
                  </a:lnTo>
                  <a:lnTo>
                    <a:pt x="6034267" y="437968"/>
                  </a:lnTo>
                  <a:lnTo>
                    <a:pt x="6034392" y="437968"/>
                  </a:lnTo>
                  <a:lnTo>
                    <a:pt x="6034517" y="437968"/>
                  </a:lnTo>
                  <a:lnTo>
                    <a:pt x="6034517" y="428014"/>
                  </a:lnTo>
                  <a:lnTo>
                    <a:pt x="6034642" y="428014"/>
                  </a:lnTo>
                  <a:lnTo>
                    <a:pt x="6034767" y="428014"/>
                  </a:lnTo>
                  <a:lnTo>
                    <a:pt x="6034892" y="428014"/>
                  </a:lnTo>
                  <a:lnTo>
                    <a:pt x="6035017" y="428014"/>
                  </a:lnTo>
                  <a:lnTo>
                    <a:pt x="6035142" y="428014"/>
                  </a:lnTo>
                  <a:lnTo>
                    <a:pt x="6035267" y="428014"/>
                  </a:lnTo>
                  <a:lnTo>
                    <a:pt x="6035392" y="428014"/>
                  </a:lnTo>
                  <a:lnTo>
                    <a:pt x="6035517" y="428014"/>
                  </a:lnTo>
                  <a:lnTo>
                    <a:pt x="6035642" y="428014"/>
                  </a:lnTo>
                  <a:lnTo>
                    <a:pt x="6035767" y="428014"/>
                  </a:lnTo>
                  <a:lnTo>
                    <a:pt x="6035892" y="428014"/>
                  </a:lnTo>
                  <a:lnTo>
                    <a:pt x="6036017" y="428014"/>
                  </a:lnTo>
                  <a:lnTo>
                    <a:pt x="6036142" y="428014"/>
                  </a:lnTo>
                  <a:lnTo>
                    <a:pt x="6036267" y="428014"/>
                  </a:lnTo>
                  <a:lnTo>
                    <a:pt x="6036392" y="428014"/>
                  </a:lnTo>
                  <a:lnTo>
                    <a:pt x="6036517" y="428014"/>
                  </a:lnTo>
                  <a:lnTo>
                    <a:pt x="6036643" y="428014"/>
                  </a:lnTo>
                  <a:lnTo>
                    <a:pt x="6036768" y="428014"/>
                  </a:lnTo>
                  <a:lnTo>
                    <a:pt x="6036893" y="428014"/>
                  </a:lnTo>
                  <a:lnTo>
                    <a:pt x="6037018" y="428014"/>
                  </a:lnTo>
                  <a:lnTo>
                    <a:pt x="6037143" y="428014"/>
                  </a:lnTo>
                  <a:lnTo>
                    <a:pt x="6037268" y="428014"/>
                  </a:lnTo>
                  <a:lnTo>
                    <a:pt x="6037393" y="428014"/>
                  </a:lnTo>
                  <a:lnTo>
                    <a:pt x="6037518" y="428014"/>
                  </a:lnTo>
                  <a:lnTo>
                    <a:pt x="6037643" y="428014"/>
                  </a:lnTo>
                  <a:lnTo>
                    <a:pt x="6037768" y="428014"/>
                  </a:lnTo>
                  <a:lnTo>
                    <a:pt x="6037893" y="428014"/>
                  </a:lnTo>
                  <a:lnTo>
                    <a:pt x="6038018" y="428014"/>
                  </a:lnTo>
                  <a:lnTo>
                    <a:pt x="6038143" y="428014"/>
                  </a:lnTo>
                  <a:lnTo>
                    <a:pt x="6038268" y="428014"/>
                  </a:lnTo>
                  <a:lnTo>
                    <a:pt x="6038393" y="428014"/>
                  </a:lnTo>
                  <a:lnTo>
                    <a:pt x="6038518" y="428014"/>
                  </a:lnTo>
                  <a:lnTo>
                    <a:pt x="6038643" y="428014"/>
                  </a:lnTo>
                  <a:lnTo>
                    <a:pt x="6038768" y="428014"/>
                  </a:lnTo>
                  <a:lnTo>
                    <a:pt x="6038893" y="428014"/>
                  </a:lnTo>
                  <a:lnTo>
                    <a:pt x="6039018" y="428014"/>
                  </a:lnTo>
                  <a:lnTo>
                    <a:pt x="6039143" y="428014"/>
                  </a:lnTo>
                  <a:lnTo>
                    <a:pt x="6039268" y="428014"/>
                  </a:lnTo>
                  <a:lnTo>
                    <a:pt x="6039393" y="428014"/>
                  </a:lnTo>
                  <a:lnTo>
                    <a:pt x="6039518" y="428014"/>
                  </a:lnTo>
                  <a:lnTo>
                    <a:pt x="6039644" y="428014"/>
                  </a:lnTo>
                  <a:lnTo>
                    <a:pt x="6039769" y="428014"/>
                  </a:lnTo>
                  <a:lnTo>
                    <a:pt x="6039894" y="428014"/>
                  </a:lnTo>
                  <a:lnTo>
                    <a:pt x="6040019" y="428014"/>
                  </a:lnTo>
                  <a:lnTo>
                    <a:pt x="6040144" y="428014"/>
                  </a:lnTo>
                  <a:lnTo>
                    <a:pt x="6040269" y="428014"/>
                  </a:lnTo>
                  <a:lnTo>
                    <a:pt x="6040394" y="428014"/>
                  </a:lnTo>
                  <a:lnTo>
                    <a:pt x="6040519" y="428014"/>
                  </a:lnTo>
                  <a:lnTo>
                    <a:pt x="6040644" y="428014"/>
                  </a:lnTo>
                  <a:lnTo>
                    <a:pt x="6040769" y="428014"/>
                  </a:lnTo>
                  <a:lnTo>
                    <a:pt x="6040894" y="428014"/>
                  </a:lnTo>
                  <a:lnTo>
                    <a:pt x="6041019" y="428014"/>
                  </a:lnTo>
                  <a:lnTo>
                    <a:pt x="6041144" y="428014"/>
                  </a:lnTo>
                  <a:lnTo>
                    <a:pt x="6041269" y="428014"/>
                  </a:lnTo>
                  <a:lnTo>
                    <a:pt x="6041394" y="428014"/>
                  </a:lnTo>
                  <a:lnTo>
                    <a:pt x="6041519" y="428014"/>
                  </a:lnTo>
                  <a:lnTo>
                    <a:pt x="6041644" y="428014"/>
                  </a:lnTo>
                  <a:lnTo>
                    <a:pt x="6041769" y="428014"/>
                  </a:lnTo>
                  <a:lnTo>
                    <a:pt x="6041894" y="428014"/>
                  </a:lnTo>
                  <a:lnTo>
                    <a:pt x="6042019" y="428014"/>
                  </a:lnTo>
                  <a:lnTo>
                    <a:pt x="6042144" y="428014"/>
                  </a:lnTo>
                  <a:lnTo>
                    <a:pt x="6042269" y="428014"/>
                  </a:lnTo>
                  <a:lnTo>
                    <a:pt x="6042394" y="428014"/>
                  </a:lnTo>
                  <a:lnTo>
                    <a:pt x="6042519" y="428014"/>
                  </a:lnTo>
                  <a:lnTo>
                    <a:pt x="6042645" y="428014"/>
                  </a:lnTo>
                  <a:lnTo>
                    <a:pt x="6042770" y="428014"/>
                  </a:lnTo>
                  <a:lnTo>
                    <a:pt x="6042895" y="428014"/>
                  </a:lnTo>
                  <a:lnTo>
                    <a:pt x="6043020" y="428014"/>
                  </a:lnTo>
                  <a:lnTo>
                    <a:pt x="6043145" y="428014"/>
                  </a:lnTo>
                  <a:lnTo>
                    <a:pt x="6043270" y="428014"/>
                  </a:lnTo>
                  <a:lnTo>
                    <a:pt x="6043395" y="428014"/>
                  </a:lnTo>
                  <a:lnTo>
                    <a:pt x="6043520" y="428014"/>
                  </a:lnTo>
                  <a:lnTo>
                    <a:pt x="6043645" y="428014"/>
                  </a:lnTo>
                  <a:lnTo>
                    <a:pt x="6043770" y="428014"/>
                  </a:lnTo>
                  <a:lnTo>
                    <a:pt x="6043895" y="428014"/>
                  </a:lnTo>
                  <a:lnTo>
                    <a:pt x="6044020" y="428014"/>
                  </a:lnTo>
                  <a:lnTo>
                    <a:pt x="6044145" y="428014"/>
                  </a:lnTo>
                  <a:lnTo>
                    <a:pt x="6044270" y="428014"/>
                  </a:lnTo>
                  <a:lnTo>
                    <a:pt x="6044395" y="428014"/>
                  </a:lnTo>
                  <a:lnTo>
                    <a:pt x="6044520" y="428014"/>
                  </a:lnTo>
                  <a:lnTo>
                    <a:pt x="6044645" y="428014"/>
                  </a:lnTo>
                  <a:lnTo>
                    <a:pt x="6044770" y="428014"/>
                  </a:lnTo>
                  <a:lnTo>
                    <a:pt x="6044895" y="428014"/>
                  </a:lnTo>
                  <a:lnTo>
                    <a:pt x="6045020" y="428014"/>
                  </a:lnTo>
                  <a:lnTo>
                    <a:pt x="6045145" y="428014"/>
                  </a:lnTo>
                  <a:lnTo>
                    <a:pt x="6045270" y="428014"/>
                  </a:lnTo>
                  <a:lnTo>
                    <a:pt x="6045395" y="428014"/>
                  </a:lnTo>
                  <a:lnTo>
                    <a:pt x="6045520" y="428014"/>
                  </a:lnTo>
                  <a:lnTo>
                    <a:pt x="6045646" y="428014"/>
                  </a:lnTo>
                  <a:lnTo>
                    <a:pt x="6045771" y="428014"/>
                  </a:lnTo>
                  <a:lnTo>
                    <a:pt x="6045896" y="428014"/>
                  </a:lnTo>
                  <a:lnTo>
                    <a:pt x="6046021" y="428014"/>
                  </a:lnTo>
                  <a:lnTo>
                    <a:pt x="6046146" y="428014"/>
                  </a:lnTo>
                  <a:lnTo>
                    <a:pt x="6046271" y="428014"/>
                  </a:lnTo>
                  <a:lnTo>
                    <a:pt x="6046396" y="428014"/>
                  </a:lnTo>
                  <a:lnTo>
                    <a:pt x="6046521" y="428014"/>
                  </a:lnTo>
                  <a:lnTo>
                    <a:pt x="6046646" y="428014"/>
                  </a:lnTo>
                  <a:lnTo>
                    <a:pt x="6046771" y="428014"/>
                  </a:lnTo>
                  <a:lnTo>
                    <a:pt x="6046896" y="428014"/>
                  </a:lnTo>
                  <a:lnTo>
                    <a:pt x="6047021" y="428014"/>
                  </a:lnTo>
                  <a:lnTo>
                    <a:pt x="6047146" y="428014"/>
                  </a:lnTo>
                  <a:lnTo>
                    <a:pt x="6047271" y="428014"/>
                  </a:lnTo>
                  <a:lnTo>
                    <a:pt x="6047396" y="428014"/>
                  </a:lnTo>
                  <a:lnTo>
                    <a:pt x="6047521" y="428014"/>
                  </a:lnTo>
                  <a:lnTo>
                    <a:pt x="6047646" y="428014"/>
                  </a:lnTo>
                  <a:lnTo>
                    <a:pt x="6047771" y="428014"/>
                  </a:lnTo>
                  <a:lnTo>
                    <a:pt x="6047896" y="428014"/>
                  </a:lnTo>
                  <a:lnTo>
                    <a:pt x="6048021" y="428014"/>
                  </a:lnTo>
                  <a:lnTo>
                    <a:pt x="6048146" y="428014"/>
                  </a:lnTo>
                  <a:lnTo>
                    <a:pt x="6048271" y="428014"/>
                  </a:lnTo>
                  <a:lnTo>
                    <a:pt x="6048396" y="428014"/>
                  </a:lnTo>
                  <a:lnTo>
                    <a:pt x="6048521" y="428014"/>
                  </a:lnTo>
                  <a:lnTo>
                    <a:pt x="6048647" y="428014"/>
                  </a:lnTo>
                  <a:lnTo>
                    <a:pt x="6048772" y="428014"/>
                  </a:lnTo>
                  <a:lnTo>
                    <a:pt x="6048897" y="428014"/>
                  </a:lnTo>
                  <a:lnTo>
                    <a:pt x="6049022" y="428014"/>
                  </a:lnTo>
                  <a:lnTo>
                    <a:pt x="6049147" y="428014"/>
                  </a:lnTo>
                  <a:lnTo>
                    <a:pt x="6049272" y="428014"/>
                  </a:lnTo>
                  <a:lnTo>
                    <a:pt x="6049397" y="428014"/>
                  </a:lnTo>
                  <a:lnTo>
                    <a:pt x="6049522" y="428014"/>
                  </a:lnTo>
                  <a:lnTo>
                    <a:pt x="6049647" y="428014"/>
                  </a:lnTo>
                  <a:lnTo>
                    <a:pt x="6049772" y="428014"/>
                  </a:lnTo>
                  <a:lnTo>
                    <a:pt x="6049897" y="428014"/>
                  </a:lnTo>
                  <a:lnTo>
                    <a:pt x="6050022" y="428014"/>
                  </a:lnTo>
                  <a:lnTo>
                    <a:pt x="6050147" y="428014"/>
                  </a:lnTo>
                  <a:lnTo>
                    <a:pt x="6050272" y="428014"/>
                  </a:lnTo>
                  <a:lnTo>
                    <a:pt x="6050397" y="428014"/>
                  </a:lnTo>
                  <a:lnTo>
                    <a:pt x="6050522" y="428014"/>
                  </a:lnTo>
                  <a:lnTo>
                    <a:pt x="6050647" y="428014"/>
                  </a:lnTo>
                  <a:lnTo>
                    <a:pt x="6050772" y="428014"/>
                  </a:lnTo>
                  <a:lnTo>
                    <a:pt x="6050897" y="428014"/>
                  </a:lnTo>
                  <a:lnTo>
                    <a:pt x="6051022" y="428014"/>
                  </a:lnTo>
                  <a:lnTo>
                    <a:pt x="6051147" y="428014"/>
                  </a:lnTo>
                  <a:lnTo>
                    <a:pt x="6051272" y="428014"/>
                  </a:lnTo>
                  <a:lnTo>
                    <a:pt x="6051397" y="428014"/>
                  </a:lnTo>
                  <a:lnTo>
                    <a:pt x="6051522" y="428014"/>
                  </a:lnTo>
                  <a:lnTo>
                    <a:pt x="6051648" y="428014"/>
                  </a:lnTo>
                  <a:lnTo>
                    <a:pt x="6051773" y="428014"/>
                  </a:lnTo>
                  <a:lnTo>
                    <a:pt x="6051898" y="428014"/>
                  </a:lnTo>
                  <a:lnTo>
                    <a:pt x="6052023" y="428014"/>
                  </a:lnTo>
                  <a:lnTo>
                    <a:pt x="6052148" y="428014"/>
                  </a:lnTo>
                  <a:lnTo>
                    <a:pt x="6052273" y="428014"/>
                  </a:lnTo>
                  <a:lnTo>
                    <a:pt x="6052398" y="428014"/>
                  </a:lnTo>
                  <a:lnTo>
                    <a:pt x="6052523" y="428014"/>
                  </a:lnTo>
                  <a:lnTo>
                    <a:pt x="6052648" y="428014"/>
                  </a:lnTo>
                  <a:lnTo>
                    <a:pt x="6052773" y="428014"/>
                  </a:lnTo>
                  <a:lnTo>
                    <a:pt x="6052898" y="428014"/>
                  </a:lnTo>
                  <a:lnTo>
                    <a:pt x="6053023" y="428014"/>
                  </a:lnTo>
                  <a:lnTo>
                    <a:pt x="6053148" y="428014"/>
                  </a:lnTo>
                  <a:lnTo>
                    <a:pt x="6053273" y="428014"/>
                  </a:lnTo>
                  <a:lnTo>
                    <a:pt x="6053398" y="428014"/>
                  </a:lnTo>
                  <a:lnTo>
                    <a:pt x="6053523" y="428014"/>
                  </a:lnTo>
                  <a:lnTo>
                    <a:pt x="6053648" y="428014"/>
                  </a:lnTo>
                  <a:lnTo>
                    <a:pt x="6053773" y="428014"/>
                  </a:lnTo>
                  <a:lnTo>
                    <a:pt x="6053898" y="428014"/>
                  </a:lnTo>
                  <a:lnTo>
                    <a:pt x="6054023" y="428014"/>
                  </a:lnTo>
                  <a:lnTo>
                    <a:pt x="6054148" y="428014"/>
                  </a:lnTo>
                  <a:lnTo>
                    <a:pt x="6054273" y="428014"/>
                  </a:lnTo>
                  <a:lnTo>
                    <a:pt x="6054398" y="428014"/>
                  </a:lnTo>
                  <a:lnTo>
                    <a:pt x="6054524" y="428014"/>
                  </a:lnTo>
                  <a:lnTo>
                    <a:pt x="6054649" y="428014"/>
                  </a:lnTo>
                  <a:lnTo>
                    <a:pt x="6054774" y="428014"/>
                  </a:lnTo>
                  <a:lnTo>
                    <a:pt x="6054899" y="428014"/>
                  </a:lnTo>
                  <a:lnTo>
                    <a:pt x="6055024" y="428014"/>
                  </a:lnTo>
                  <a:lnTo>
                    <a:pt x="6055149" y="428014"/>
                  </a:lnTo>
                  <a:lnTo>
                    <a:pt x="6055274" y="428014"/>
                  </a:lnTo>
                  <a:lnTo>
                    <a:pt x="6055399" y="428014"/>
                  </a:lnTo>
                  <a:lnTo>
                    <a:pt x="6055524" y="428014"/>
                  </a:lnTo>
                  <a:lnTo>
                    <a:pt x="6055649" y="428014"/>
                  </a:lnTo>
                  <a:lnTo>
                    <a:pt x="6055774" y="428014"/>
                  </a:lnTo>
                  <a:lnTo>
                    <a:pt x="6055899" y="428014"/>
                  </a:lnTo>
                  <a:lnTo>
                    <a:pt x="6056024" y="428014"/>
                  </a:lnTo>
                  <a:lnTo>
                    <a:pt x="6056149" y="428014"/>
                  </a:lnTo>
                  <a:lnTo>
                    <a:pt x="6056274" y="428014"/>
                  </a:lnTo>
                  <a:lnTo>
                    <a:pt x="6056399" y="428014"/>
                  </a:lnTo>
                  <a:lnTo>
                    <a:pt x="6056524" y="428014"/>
                  </a:lnTo>
                  <a:lnTo>
                    <a:pt x="6056649" y="428014"/>
                  </a:lnTo>
                  <a:lnTo>
                    <a:pt x="6056774" y="428014"/>
                  </a:lnTo>
                  <a:lnTo>
                    <a:pt x="6056899" y="428014"/>
                  </a:lnTo>
                  <a:lnTo>
                    <a:pt x="6057024" y="428014"/>
                  </a:lnTo>
                  <a:lnTo>
                    <a:pt x="6057149" y="428014"/>
                  </a:lnTo>
                  <a:lnTo>
                    <a:pt x="6057274" y="428014"/>
                  </a:lnTo>
                  <a:lnTo>
                    <a:pt x="6057399" y="428014"/>
                  </a:lnTo>
                  <a:lnTo>
                    <a:pt x="6057525" y="428014"/>
                  </a:lnTo>
                  <a:lnTo>
                    <a:pt x="6057650" y="428014"/>
                  </a:lnTo>
                  <a:lnTo>
                    <a:pt x="6057775" y="428014"/>
                  </a:lnTo>
                  <a:lnTo>
                    <a:pt x="6057900" y="428014"/>
                  </a:lnTo>
                  <a:lnTo>
                    <a:pt x="6058025" y="428014"/>
                  </a:lnTo>
                  <a:lnTo>
                    <a:pt x="6058150" y="428014"/>
                  </a:lnTo>
                  <a:lnTo>
                    <a:pt x="6058275" y="428014"/>
                  </a:lnTo>
                  <a:lnTo>
                    <a:pt x="6058400" y="428014"/>
                  </a:lnTo>
                  <a:lnTo>
                    <a:pt x="6058525" y="428014"/>
                  </a:lnTo>
                  <a:lnTo>
                    <a:pt x="6058650" y="428014"/>
                  </a:lnTo>
                  <a:lnTo>
                    <a:pt x="6058775" y="428014"/>
                  </a:lnTo>
                  <a:lnTo>
                    <a:pt x="6058900" y="428014"/>
                  </a:lnTo>
                  <a:lnTo>
                    <a:pt x="6059025" y="428014"/>
                  </a:lnTo>
                  <a:lnTo>
                    <a:pt x="6059150" y="428014"/>
                  </a:lnTo>
                  <a:lnTo>
                    <a:pt x="6059275" y="428014"/>
                  </a:lnTo>
                  <a:lnTo>
                    <a:pt x="6059400" y="428014"/>
                  </a:lnTo>
                  <a:lnTo>
                    <a:pt x="6059525" y="428014"/>
                  </a:lnTo>
                  <a:lnTo>
                    <a:pt x="6059650" y="428014"/>
                  </a:lnTo>
                  <a:lnTo>
                    <a:pt x="6059775" y="428014"/>
                  </a:lnTo>
                  <a:lnTo>
                    <a:pt x="6059900" y="428014"/>
                  </a:lnTo>
                  <a:lnTo>
                    <a:pt x="6060025" y="428014"/>
                  </a:lnTo>
                  <a:lnTo>
                    <a:pt x="6060150" y="428014"/>
                  </a:lnTo>
                  <a:lnTo>
                    <a:pt x="6060275" y="428014"/>
                  </a:lnTo>
                  <a:lnTo>
                    <a:pt x="6060400" y="428014"/>
                  </a:lnTo>
                  <a:lnTo>
                    <a:pt x="6060526" y="428014"/>
                  </a:lnTo>
                  <a:lnTo>
                    <a:pt x="6060651" y="428014"/>
                  </a:lnTo>
                  <a:lnTo>
                    <a:pt x="6060776" y="428014"/>
                  </a:lnTo>
                  <a:lnTo>
                    <a:pt x="6060901" y="428014"/>
                  </a:lnTo>
                  <a:lnTo>
                    <a:pt x="6061026" y="428014"/>
                  </a:lnTo>
                  <a:lnTo>
                    <a:pt x="6061151" y="428014"/>
                  </a:lnTo>
                  <a:lnTo>
                    <a:pt x="6061276" y="428014"/>
                  </a:lnTo>
                  <a:lnTo>
                    <a:pt x="6061401" y="428014"/>
                  </a:lnTo>
                  <a:lnTo>
                    <a:pt x="6061526" y="428014"/>
                  </a:lnTo>
                  <a:lnTo>
                    <a:pt x="6061651" y="428014"/>
                  </a:lnTo>
                  <a:lnTo>
                    <a:pt x="6061776" y="428014"/>
                  </a:lnTo>
                  <a:lnTo>
                    <a:pt x="6061901" y="428014"/>
                  </a:lnTo>
                  <a:lnTo>
                    <a:pt x="6062026" y="428014"/>
                  </a:lnTo>
                  <a:lnTo>
                    <a:pt x="6062151" y="428014"/>
                  </a:lnTo>
                  <a:lnTo>
                    <a:pt x="6062276" y="428014"/>
                  </a:lnTo>
                  <a:lnTo>
                    <a:pt x="6062401" y="428014"/>
                  </a:lnTo>
                  <a:lnTo>
                    <a:pt x="6062526" y="428014"/>
                  </a:lnTo>
                  <a:lnTo>
                    <a:pt x="6062651" y="428014"/>
                  </a:lnTo>
                  <a:lnTo>
                    <a:pt x="6062776" y="428014"/>
                  </a:lnTo>
                  <a:lnTo>
                    <a:pt x="6062901" y="428014"/>
                  </a:lnTo>
                  <a:lnTo>
                    <a:pt x="6063026" y="428014"/>
                  </a:lnTo>
                  <a:lnTo>
                    <a:pt x="6063151" y="428014"/>
                  </a:lnTo>
                  <a:lnTo>
                    <a:pt x="6063276" y="428014"/>
                  </a:lnTo>
                  <a:lnTo>
                    <a:pt x="6063401" y="428014"/>
                  </a:lnTo>
                  <a:lnTo>
                    <a:pt x="6063527" y="428014"/>
                  </a:lnTo>
                  <a:lnTo>
                    <a:pt x="6063652" y="428014"/>
                  </a:lnTo>
                  <a:lnTo>
                    <a:pt x="6063777" y="428014"/>
                  </a:lnTo>
                  <a:lnTo>
                    <a:pt x="6063902" y="428014"/>
                  </a:lnTo>
                  <a:lnTo>
                    <a:pt x="6064027" y="428014"/>
                  </a:lnTo>
                  <a:lnTo>
                    <a:pt x="6064152" y="428014"/>
                  </a:lnTo>
                  <a:lnTo>
                    <a:pt x="6064277" y="428014"/>
                  </a:lnTo>
                  <a:lnTo>
                    <a:pt x="6064402" y="428014"/>
                  </a:lnTo>
                  <a:lnTo>
                    <a:pt x="6064527" y="428014"/>
                  </a:lnTo>
                  <a:lnTo>
                    <a:pt x="6064652" y="428014"/>
                  </a:lnTo>
                  <a:lnTo>
                    <a:pt x="6064777" y="428014"/>
                  </a:lnTo>
                  <a:lnTo>
                    <a:pt x="6064902" y="428014"/>
                  </a:lnTo>
                  <a:lnTo>
                    <a:pt x="6065027" y="428014"/>
                  </a:lnTo>
                  <a:lnTo>
                    <a:pt x="6065152" y="428014"/>
                  </a:lnTo>
                  <a:lnTo>
                    <a:pt x="6065277" y="428014"/>
                  </a:lnTo>
                  <a:lnTo>
                    <a:pt x="6065402" y="428014"/>
                  </a:lnTo>
                  <a:lnTo>
                    <a:pt x="6065527" y="428014"/>
                  </a:lnTo>
                  <a:lnTo>
                    <a:pt x="6065652" y="428014"/>
                  </a:lnTo>
                  <a:lnTo>
                    <a:pt x="6065777" y="428014"/>
                  </a:lnTo>
                  <a:lnTo>
                    <a:pt x="6065902" y="428014"/>
                  </a:lnTo>
                  <a:lnTo>
                    <a:pt x="6066027" y="428014"/>
                  </a:lnTo>
                  <a:lnTo>
                    <a:pt x="6066152" y="428014"/>
                  </a:lnTo>
                  <a:lnTo>
                    <a:pt x="6066277" y="428014"/>
                  </a:lnTo>
                  <a:lnTo>
                    <a:pt x="6066402" y="428014"/>
                  </a:lnTo>
                  <a:lnTo>
                    <a:pt x="6066528" y="428014"/>
                  </a:lnTo>
                  <a:lnTo>
                    <a:pt x="6066653" y="428014"/>
                  </a:lnTo>
                  <a:lnTo>
                    <a:pt x="6066778" y="428014"/>
                  </a:lnTo>
                  <a:lnTo>
                    <a:pt x="6066903" y="428014"/>
                  </a:lnTo>
                  <a:lnTo>
                    <a:pt x="6067028" y="428014"/>
                  </a:lnTo>
                  <a:lnTo>
                    <a:pt x="6067153" y="428014"/>
                  </a:lnTo>
                  <a:lnTo>
                    <a:pt x="6067278" y="428014"/>
                  </a:lnTo>
                  <a:lnTo>
                    <a:pt x="6067403" y="428014"/>
                  </a:lnTo>
                  <a:lnTo>
                    <a:pt x="6067528" y="428014"/>
                  </a:lnTo>
                  <a:lnTo>
                    <a:pt x="6067653" y="428014"/>
                  </a:lnTo>
                  <a:lnTo>
                    <a:pt x="6067778" y="428014"/>
                  </a:lnTo>
                  <a:lnTo>
                    <a:pt x="6067903" y="428014"/>
                  </a:lnTo>
                  <a:lnTo>
                    <a:pt x="6068028" y="428014"/>
                  </a:lnTo>
                  <a:lnTo>
                    <a:pt x="6068153" y="428014"/>
                  </a:lnTo>
                  <a:lnTo>
                    <a:pt x="6068278" y="428014"/>
                  </a:lnTo>
                  <a:lnTo>
                    <a:pt x="6068403" y="428014"/>
                  </a:lnTo>
                  <a:lnTo>
                    <a:pt x="6068528" y="428014"/>
                  </a:lnTo>
                  <a:lnTo>
                    <a:pt x="6068653" y="428014"/>
                  </a:lnTo>
                  <a:lnTo>
                    <a:pt x="6068778" y="428014"/>
                  </a:lnTo>
                  <a:lnTo>
                    <a:pt x="6068903" y="428014"/>
                  </a:lnTo>
                  <a:lnTo>
                    <a:pt x="6069028" y="428014"/>
                  </a:lnTo>
                  <a:lnTo>
                    <a:pt x="6069153" y="428014"/>
                  </a:lnTo>
                  <a:lnTo>
                    <a:pt x="6069278" y="428014"/>
                  </a:lnTo>
                  <a:lnTo>
                    <a:pt x="6069403" y="428014"/>
                  </a:lnTo>
                  <a:lnTo>
                    <a:pt x="6069529" y="428014"/>
                  </a:lnTo>
                  <a:lnTo>
                    <a:pt x="6069654" y="428014"/>
                  </a:lnTo>
                  <a:lnTo>
                    <a:pt x="6069779" y="428014"/>
                  </a:lnTo>
                  <a:lnTo>
                    <a:pt x="6069904" y="428014"/>
                  </a:lnTo>
                  <a:lnTo>
                    <a:pt x="6070029" y="428014"/>
                  </a:lnTo>
                  <a:lnTo>
                    <a:pt x="6070154" y="428014"/>
                  </a:lnTo>
                  <a:lnTo>
                    <a:pt x="6070279" y="428014"/>
                  </a:lnTo>
                  <a:lnTo>
                    <a:pt x="6070404" y="428014"/>
                  </a:lnTo>
                  <a:lnTo>
                    <a:pt x="6070529" y="428014"/>
                  </a:lnTo>
                  <a:lnTo>
                    <a:pt x="6070654" y="428014"/>
                  </a:lnTo>
                  <a:lnTo>
                    <a:pt x="6070779" y="428014"/>
                  </a:lnTo>
                  <a:lnTo>
                    <a:pt x="6070904" y="428014"/>
                  </a:lnTo>
                  <a:lnTo>
                    <a:pt x="6071029" y="428014"/>
                  </a:lnTo>
                  <a:lnTo>
                    <a:pt x="6071154" y="428014"/>
                  </a:lnTo>
                  <a:lnTo>
                    <a:pt x="6071279" y="428014"/>
                  </a:lnTo>
                  <a:lnTo>
                    <a:pt x="6071404" y="428014"/>
                  </a:lnTo>
                  <a:lnTo>
                    <a:pt x="6071529" y="428014"/>
                  </a:lnTo>
                  <a:lnTo>
                    <a:pt x="6071654" y="428014"/>
                  </a:lnTo>
                  <a:lnTo>
                    <a:pt x="6071779" y="428014"/>
                  </a:lnTo>
                  <a:lnTo>
                    <a:pt x="6071904" y="428014"/>
                  </a:lnTo>
                  <a:lnTo>
                    <a:pt x="6072029" y="428014"/>
                  </a:lnTo>
                  <a:lnTo>
                    <a:pt x="6072154" y="428014"/>
                  </a:lnTo>
                  <a:lnTo>
                    <a:pt x="6072279" y="428014"/>
                  </a:lnTo>
                  <a:lnTo>
                    <a:pt x="6072404" y="428014"/>
                  </a:lnTo>
                  <a:lnTo>
                    <a:pt x="6072530" y="428014"/>
                  </a:lnTo>
                  <a:lnTo>
                    <a:pt x="6072655" y="428014"/>
                  </a:lnTo>
                  <a:lnTo>
                    <a:pt x="6072780" y="428014"/>
                  </a:lnTo>
                  <a:lnTo>
                    <a:pt x="6072905" y="428014"/>
                  </a:lnTo>
                  <a:lnTo>
                    <a:pt x="6073030" y="428014"/>
                  </a:lnTo>
                  <a:lnTo>
                    <a:pt x="6073155" y="428014"/>
                  </a:lnTo>
                  <a:lnTo>
                    <a:pt x="6073280" y="428014"/>
                  </a:lnTo>
                  <a:lnTo>
                    <a:pt x="6073405" y="428014"/>
                  </a:lnTo>
                  <a:lnTo>
                    <a:pt x="6073530" y="428014"/>
                  </a:lnTo>
                  <a:lnTo>
                    <a:pt x="6073655" y="428014"/>
                  </a:lnTo>
                  <a:lnTo>
                    <a:pt x="6073780" y="428014"/>
                  </a:lnTo>
                  <a:lnTo>
                    <a:pt x="6073905" y="428014"/>
                  </a:lnTo>
                  <a:lnTo>
                    <a:pt x="6074030" y="428014"/>
                  </a:lnTo>
                  <a:lnTo>
                    <a:pt x="6074155" y="428014"/>
                  </a:lnTo>
                  <a:lnTo>
                    <a:pt x="6074280" y="428014"/>
                  </a:lnTo>
                  <a:lnTo>
                    <a:pt x="6074405" y="428014"/>
                  </a:lnTo>
                  <a:lnTo>
                    <a:pt x="6074530" y="428014"/>
                  </a:lnTo>
                  <a:lnTo>
                    <a:pt x="6074655" y="428014"/>
                  </a:lnTo>
                  <a:lnTo>
                    <a:pt x="6074780" y="428014"/>
                  </a:lnTo>
                  <a:lnTo>
                    <a:pt x="6074905" y="428014"/>
                  </a:lnTo>
                  <a:lnTo>
                    <a:pt x="6075030" y="428014"/>
                  </a:lnTo>
                  <a:lnTo>
                    <a:pt x="6075155" y="428014"/>
                  </a:lnTo>
                  <a:lnTo>
                    <a:pt x="6075280" y="428014"/>
                  </a:lnTo>
                  <a:lnTo>
                    <a:pt x="6075405" y="428014"/>
                  </a:lnTo>
                  <a:lnTo>
                    <a:pt x="6075531" y="428014"/>
                  </a:lnTo>
                  <a:lnTo>
                    <a:pt x="6075656" y="428014"/>
                  </a:lnTo>
                  <a:lnTo>
                    <a:pt x="6075781" y="428014"/>
                  </a:lnTo>
                  <a:lnTo>
                    <a:pt x="6075906" y="428014"/>
                  </a:lnTo>
                  <a:lnTo>
                    <a:pt x="6076031" y="428014"/>
                  </a:lnTo>
                  <a:lnTo>
                    <a:pt x="6076156" y="428014"/>
                  </a:lnTo>
                  <a:lnTo>
                    <a:pt x="6076281" y="428014"/>
                  </a:lnTo>
                  <a:lnTo>
                    <a:pt x="6076406" y="428014"/>
                  </a:lnTo>
                  <a:lnTo>
                    <a:pt x="6076531" y="428014"/>
                  </a:lnTo>
                  <a:lnTo>
                    <a:pt x="6076656" y="428014"/>
                  </a:lnTo>
                  <a:lnTo>
                    <a:pt x="6076781" y="428014"/>
                  </a:lnTo>
                  <a:lnTo>
                    <a:pt x="6076906" y="428014"/>
                  </a:lnTo>
                  <a:lnTo>
                    <a:pt x="6077031" y="428014"/>
                  </a:lnTo>
                  <a:lnTo>
                    <a:pt x="6077156" y="428014"/>
                  </a:lnTo>
                  <a:lnTo>
                    <a:pt x="6077281" y="428014"/>
                  </a:lnTo>
                  <a:lnTo>
                    <a:pt x="6077406" y="428014"/>
                  </a:lnTo>
                  <a:lnTo>
                    <a:pt x="6077531" y="428014"/>
                  </a:lnTo>
                  <a:lnTo>
                    <a:pt x="6077656" y="428014"/>
                  </a:lnTo>
                  <a:lnTo>
                    <a:pt x="6077781" y="428014"/>
                  </a:lnTo>
                  <a:lnTo>
                    <a:pt x="6077906" y="428014"/>
                  </a:lnTo>
                  <a:lnTo>
                    <a:pt x="6078031" y="428014"/>
                  </a:lnTo>
                  <a:lnTo>
                    <a:pt x="6078156" y="428014"/>
                  </a:lnTo>
                  <a:lnTo>
                    <a:pt x="6078281" y="428014"/>
                  </a:lnTo>
                  <a:lnTo>
                    <a:pt x="6078406" y="428014"/>
                  </a:lnTo>
                  <a:lnTo>
                    <a:pt x="6078532" y="428014"/>
                  </a:lnTo>
                  <a:lnTo>
                    <a:pt x="6078657" y="428014"/>
                  </a:lnTo>
                  <a:lnTo>
                    <a:pt x="6078782" y="428014"/>
                  </a:lnTo>
                  <a:lnTo>
                    <a:pt x="6078907" y="428014"/>
                  </a:lnTo>
                  <a:lnTo>
                    <a:pt x="6079032" y="428014"/>
                  </a:lnTo>
                  <a:lnTo>
                    <a:pt x="6079157" y="428014"/>
                  </a:lnTo>
                  <a:lnTo>
                    <a:pt x="6079282" y="428014"/>
                  </a:lnTo>
                  <a:lnTo>
                    <a:pt x="6079407" y="428014"/>
                  </a:lnTo>
                  <a:lnTo>
                    <a:pt x="6079532" y="428014"/>
                  </a:lnTo>
                  <a:lnTo>
                    <a:pt x="6079657" y="428014"/>
                  </a:lnTo>
                  <a:lnTo>
                    <a:pt x="6079782" y="428014"/>
                  </a:lnTo>
                  <a:lnTo>
                    <a:pt x="6079907" y="428014"/>
                  </a:lnTo>
                  <a:lnTo>
                    <a:pt x="6080032" y="428014"/>
                  </a:lnTo>
                  <a:lnTo>
                    <a:pt x="6080157" y="428014"/>
                  </a:lnTo>
                  <a:lnTo>
                    <a:pt x="6080282" y="428014"/>
                  </a:lnTo>
                  <a:lnTo>
                    <a:pt x="6080407" y="428014"/>
                  </a:lnTo>
                  <a:lnTo>
                    <a:pt x="6080532" y="428014"/>
                  </a:lnTo>
                  <a:lnTo>
                    <a:pt x="6080657" y="428014"/>
                  </a:lnTo>
                  <a:lnTo>
                    <a:pt x="6080782" y="428014"/>
                  </a:lnTo>
                  <a:lnTo>
                    <a:pt x="6080907" y="428014"/>
                  </a:lnTo>
                  <a:lnTo>
                    <a:pt x="6081032" y="428014"/>
                  </a:lnTo>
                  <a:lnTo>
                    <a:pt x="6081157" y="428014"/>
                  </a:lnTo>
                  <a:lnTo>
                    <a:pt x="6081282" y="428014"/>
                  </a:lnTo>
                  <a:lnTo>
                    <a:pt x="6081407" y="428014"/>
                  </a:lnTo>
                  <a:lnTo>
                    <a:pt x="6081533" y="428014"/>
                  </a:lnTo>
                  <a:lnTo>
                    <a:pt x="6081658" y="428014"/>
                  </a:lnTo>
                  <a:lnTo>
                    <a:pt x="6081783" y="428014"/>
                  </a:lnTo>
                  <a:lnTo>
                    <a:pt x="6081908" y="428014"/>
                  </a:lnTo>
                  <a:lnTo>
                    <a:pt x="6082033" y="428014"/>
                  </a:lnTo>
                  <a:lnTo>
                    <a:pt x="6082158" y="428014"/>
                  </a:lnTo>
                  <a:lnTo>
                    <a:pt x="6082283" y="428014"/>
                  </a:lnTo>
                  <a:lnTo>
                    <a:pt x="6082408" y="428014"/>
                  </a:lnTo>
                  <a:lnTo>
                    <a:pt x="6082533" y="428014"/>
                  </a:lnTo>
                  <a:lnTo>
                    <a:pt x="6082658" y="428014"/>
                  </a:lnTo>
                  <a:lnTo>
                    <a:pt x="6082783" y="428014"/>
                  </a:lnTo>
                  <a:lnTo>
                    <a:pt x="6082908" y="428014"/>
                  </a:lnTo>
                  <a:lnTo>
                    <a:pt x="6083033" y="428014"/>
                  </a:lnTo>
                  <a:lnTo>
                    <a:pt x="6083158" y="428014"/>
                  </a:lnTo>
                  <a:lnTo>
                    <a:pt x="6083283" y="428014"/>
                  </a:lnTo>
                  <a:lnTo>
                    <a:pt x="6083408" y="428014"/>
                  </a:lnTo>
                  <a:lnTo>
                    <a:pt x="6083533" y="428014"/>
                  </a:lnTo>
                  <a:lnTo>
                    <a:pt x="6083658" y="428014"/>
                  </a:lnTo>
                  <a:lnTo>
                    <a:pt x="6083783" y="428014"/>
                  </a:lnTo>
                  <a:lnTo>
                    <a:pt x="6083908" y="428014"/>
                  </a:lnTo>
                  <a:lnTo>
                    <a:pt x="6084033" y="428014"/>
                  </a:lnTo>
                  <a:lnTo>
                    <a:pt x="6084158" y="428014"/>
                  </a:lnTo>
                  <a:lnTo>
                    <a:pt x="6084283" y="428014"/>
                  </a:lnTo>
                  <a:lnTo>
                    <a:pt x="6084408" y="428014"/>
                  </a:lnTo>
                  <a:lnTo>
                    <a:pt x="6084534" y="428014"/>
                  </a:lnTo>
                  <a:lnTo>
                    <a:pt x="6084659" y="428014"/>
                  </a:lnTo>
                  <a:lnTo>
                    <a:pt x="6084784" y="428014"/>
                  </a:lnTo>
                  <a:lnTo>
                    <a:pt x="6084909" y="428014"/>
                  </a:lnTo>
                  <a:lnTo>
                    <a:pt x="6085034" y="428014"/>
                  </a:lnTo>
                  <a:lnTo>
                    <a:pt x="6085159" y="428014"/>
                  </a:lnTo>
                  <a:lnTo>
                    <a:pt x="6085284" y="428014"/>
                  </a:lnTo>
                  <a:lnTo>
                    <a:pt x="6085409" y="428014"/>
                  </a:lnTo>
                  <a:lnTo>
                    <a:pt x="6085534" y="428014"/>
                  </a:lnTo>
                  <a:lnTo>
                    <a:pt x="6085659" y="428014"/>
                  </a:lnTo>
                  <a:lnTo>
                    <a:pt x="6085784" y="428014"/>
                  </a:lnTo>
                  <a:lnTo>
                    <a:pt x="6085909" y="428014"/>
                  </a:lnTo>
                  <a:lnTo>
                    <a:pt x="6086034" y="428014"/>
                  </a:lnTo>
                  <a:lnTo>
                    <a:pt x="6086159" y="428014"/>
                  </a:lnTo>
                  <a:lnTo>
                    <a:pt x="6086284" y="428014"/>
                  </a:lnTo>
                  <a:lnTo>
                    <a:pt x="6086409" y="428014"/>
                  </a:lnTo>
                  <a:lnTo>
                    <a:pt x="6086534" y="428014"/>
                  </a:lnTo>
                  <a:lnTo>
                    <a:pt x="6086659" y="428014"/>
                  </a:lnTo>
                  <a:lnTo>
                    <a:pt x="6086784" y="428014"/>
                  </a:lnTo>
                  <a:lnTo>
                    <a:pt x="6086909" y="428014"/>
                  </a:lnTo>
                  <a:lnTo>
                    <a:pt x="6087034" y="428014"/>
                  </a:lnTo>
                  <a:lnTo>
                    <a:pt x="6087159" y="428014"/>
                  </a:lnTo>
                  <a:lnTo>
                    <a:pt x="6087284" y="428014"/>
                  </a:lnTo>
                  <a:lnTo>
                    <a:pt x="6087409" y="428014"/>
                  </a:lnTo>
                  <a:lnTo>
                    <a:pt x="6087535" y="428014"/>
                  </a:lnTo>
                  <a:lnTo>
                    <a:pt x="6087660" y="428014"/>
                  </a:lnTo>
                  <a:lnTo>
                    <a:pt x="6087785" y="428014"/>
                  </a:lnTo>
                  <a:lnTo>
                    <a:pt x="6087910" y="428014"/>
                  </a:lnTo>
                  <a:lnTo>
                    <a:pt x="6088035" y="428014"/>
                  </a:lnTo>
                  <a:lnTo>
                    <a:pt x="6088160" y="428014"/>
                  </a:lnTo>
                  <a:lnTo>
                    <a:pt x="6088285" y="428014"/>
                  </a:lnTo>
                  <a:lnTo>
                    <a:pt x="6088410" y="428014"/>
                  </a:lnTo>
                  <a:lnTo>
                    <a:pt x="6088535" y="428014"/>
                  </a:lnTo>
                  <a:lnTo>
                    <a:pt x="6088660" y="428014"/>
                  </a:lnTo>
                  <a:lnTo>
                    <a:pt x="6088785" y="428014"/>
                  </a:lnTo>
                  <a:lnTo>
                    <a:pt x="6088910" y="428014"/>
                  </a:lnTo>
                  <a:lnTo>
                    <a:pt x="6089035" y="428014"/>
                  </a:lnTo>
                  <a:lnTo>
                    <a:pt x="6089160" y="428014"/>
                  </a:lnTo>
                  <a:lnTo>
                    <a:pt x="6089285" y="428014"/>
                  </a:lnTo>
                  <a:lnTo>
                    <a:pt x="6089410" y="428014"/>
                  </a:lnTo>
                  <a:lnTo>
                    <a:pt x="6089535" y="428014"/>
                  </a:lnTo>
                  <a:lnTo>
                    <a:pt x="6089660" y="428014"/>
                  </a:lnTo>
                  <a:lnTo>
                    <a:pt x="6089785" y="428014"/>
                  </a:lnTo>
                  <a:lnTo>
                    <a:pt x="6089910" y="428014"/>
                  </a:lnTo>
                  <a:lnTo>
                    <a:pt x="6090035" y="428014"/>
                  </a:lnTo>
                  <a:lnTo>
                    <a:pt x="6090160" y="428014"/>
                  </a:lnTo>
                  <a:lnTo>
                    <a:pt x="6090285" y="428014"/>
                  </a:lnTo>
                  <a:lnTo>
                    <a:pt x="6090410" y="428014"/>
                  </a:lnTo>
                  <a:lnTo>
                    <a:pt x="6090536" y="428014"/>
                  </a:lnTo>
                  <a:lnTo>
                    <a:pt x="6090661" y="428014"/>
                  </a:lnTo>
                  <a:lnTo>
                    <a:pt x="6090786" y="428014"/>
                  </a:lnTo>
                  <a:lnTo>
                    <a:pt x="6090911" y="428014"/>
                  </a:lnTo>
                  <a:lnTo>
                    <a:pt x="6091036" y="428014"/>
                  </a:lnTo>
                  <a:lnTo>
                    <a:pt x="6091161" y="428014"/>
                  </a:lnTo>
                  <a:lnTo>
                    <a:pt x="6091286" y="428014"/>
                  </a:lnTo>
                  <a:lnTo>
                    <a:pt x="6091411" y="428014"/>
                  </a:lnTo>
                  <a:lnTo>
                    <a:pt x="6091536" y="428014"/>
                  </a:lnTo>
                  <a:lnTo>
                    <a:pt x="6091661" y="428014"/>
                  </a:lnTo>
                  <a:lnTo>
                    <a:pt x="6091786" y="428014"/>
                  </a:lnTo>
                  <a:lnTo>
                    <a:pt x="6091911" y="428014"/>
                  </a:lnTo>
                  <a:lnTo>
                    <a:pt x="6092036" y="428014"/>
                  </a:lnTo>
                  <a:lnTo>
                    <a:pt x="6092161" y="428014"/>
                  </a:lnTo>
                  <a:lnTo>
                    <a:pt x="6092286" y="428014"/>
                  </a:lnTo>
                  <a:lnTo>
                    <a:pt x="6092411" y="428014"/>
                  </a:lnTo>
                  <a:lnTo>
                    <a:pt x="6092536" y="428014"/>
                  </a:lnTo>
                  <a:lnTo>
                    <a:pt x="6092661" y="428014"/>
                  </a:lnTo>
                  <a:lnTo>
                    <a:pt x="6092786" y="428014"/>
                  </a:lnTo>
                  <a:lnTo>
                    <a:pt x="6092911" y="428014"/>
                  </a:lnTo>
                  <a:lnTo>
                    <a:pt x="6093036" y="428014"/>
                  </a:lnTo>
                  <a:lnTo>
                    <a:pt x="6093161" y="428014"/>
                  </a:lnTo>
                  <a:lnTo>
                    <a:pt x="6093286" y="428014"/>
                  </a:lnTo>
                  <a:lnTo>
                    <a:pt x="6093412" y="428014"/>
                  </a:lnTo>
                  <a:lnTo>
                    <a:pt x="6093537" y="428014"/>
                  </a:lnTo>
                  <a:lnTo>
                    <a:pt x="6093662" y="428014"/>
                  </a:lnTo>
                  <a:lnTo>
                    <a:pt x="6093787" y="428014"/>
                  </a:lnTo>
                  <a:lnTo>
                    <a:pt x="6093912" y="428014"/>
                  </a:lnTo>
                  <a:lnTo>
                    <a:pt x="6094037" y="428014"/>
                  </a:lnTo>
                  <a:lnTo>
                    <a:pt x="6094162" y="428014"/>
                  </a:lnTo>
                  <a:lnTo>
                    <a:pt x="6094287" y="428014"/>
                  </a:lnTo>
                  <a:lnTo>
                    <a:pt x="6094412" y="428014"/>
                  </a:lnTo>
                  <a:lnTo>
                    <a:pt x="6094537" y="428014"/>
                  </a:lnTo>
                  <a:lnTo>
                    <a:pt x="6094662" y="428014"/>
                  </a:lnTo>
                  <a:lnTo>
                    <a:pt x="6094787" y="428014"/>
                  </a:lnTo>
                  <a:lnTo>
                    <a:pt x="6094912" y="428014"/>
                  </a:lnTo>
                  <a:lnTo>
                    <a:pt x="6095037" y="428014"/>
                  </a:lnTo>
                  <a:lnTo>
                    <a:pt x="6095162" y="428014"/>
                  </a:lnTo>
                  <a:lnTo>
                    <a:pt x="6095287" y="428014"/>
                  </a:lnTo>
                  <a:lnTo>
                    <a:pt x="6095412" y="428014"/>
                  </a:lnTo>
                  <a:lnTo>
                    <a:pt x="6095537" y="428014"/>
                  </a:lnTo>
                  <a:lnTo>
                    <a:pt x="6095662" y="428014"/>
                  </a:lnTo>
                  <a:lnTo>
                    <a:pt x="6095787" y="428014"/>
                  </a:lnTo>
                  <a:lnTo>
                    <a:pt x="6095912" y="428014"/>
                  </a:lnTo>
                  <a:lnTo>
                    <a:pt x="6096037" y="428014"/>
                  </a:lnTo>
                  <a:lnTo>
                    <a:pt x="6096162" y="428014"/>
                  </a:lnTo>
                  <a:lnTo>
                    <a:pt x="6096287" y="428014"/>
                  </a:lnTo>
                  <a:lnTo>
                    <a:pt x="6096413" y="428014"/>
                  </a:lnTo>
                  <a:lnTo>
                    <a:pt x="6096538" y="428014"/>
                  </a:lnTo>
                  <a:lnTo>
                    <a:pt x="6096663" y="428014"/>
                  </a:lnTo>
                  <a:lnTo>
                    <a:pt x="6096788" y="428014"/>
                  </a:lnTo>
                  <a:lnTo>
                    <a:pt x="6096913" y="428014"/>
                  </a:lnTo>
                  <a:lnTo>
                    <a:pt x="6097038" y="428014"/>
                  </a:lnTo>
                  <a:lnTo>
                    <a:pt x="6097163" y="428014"/>
                  </a:lnTo>
                  <a:lnTo>
                    <a:pt x="6097288" y="428014"/>
                  </a:lnTo>
                  <a:lnTo>
                    <a:pt x="6097413" y="428014"/>
                  </a:lnTo>
                  <a:lnTo>
                    <a:pt x="6097538" y="428014"/>
                  </a:lnTo>
                  <a:lnTo>
                    <a:pt x="6097663" y="428014"/>
                  </a:lnTo>
                  <a:lnTo>
                    <a:pt x="6097788" y="428014"/>
                  </a:lnTo>
                  <a:lnTo>
                    <a:pt x="6097913" y="428014"/>
                  </a:lnTo>
                  <a:lnTo>
                    <a:pt x="6098038" y="428014"/>
                  </a:lnTo>
                  <a:lnTo>
                    <a:pt x="6098163" y="428014"/>
                  </a:lnTo>
                  <a:lnTo>
                    <a:pt x="6098288" y="428014"/>
                  </a:lnTo>
                  <a:lnTo>
                    <a:pt x="6098413" y="428014"/>
                  </a:lnTo>
                  <a:lnTo>
                    <a:pt x="6098538" y="428014"/>
                  </a:lnTo>
                  <a:lnTo>
                    <a:pt x="6098663" y="428014"/>
                  </a:lnTo>
                  <a:lnTo>
                    <a:pt x="6098788" y="428014"/>
                  </a:lnTo>
                  <a:lnTo>
                    <a:pt x="6098913" y="428014"/>
                  </a:lnTo>
                  <a:lnTo>
                    <a:pt x="6099038" y="428014"/>
                  </a:lnTo>
                  <a:lnTo>
                    <a:pt x="6099163" y="428014"/>
                  </a:lnTo>
                  <a:lnTo>
                    <a:pt x="6099288" y="428014"/>
                  </a:lnTo>
                  <a:lnTo>
                    <a:pt x="6099414" y="428014"/>
                  </a:lnTo>
                  <a:lnTo>
                    <a:pt x="6099539" y="428014"/>
                  </a:lnTo>
                  <a:lnTo>
                    <a:pt x="6099539" y="418060"/>
                  </a:lnTo>
                  <a:lnTo>
                    <a:pt x="6099664" y="418060"/>
                  </a:lnTo>
                  <a:lnTo>
                    <a:pt x="6099789" y="418060"/>
                  </a:lnTo>
                  <a:lnTo>
                    <a:pt x="6099914" y="418060"/>
                  </a:lnTo>
                  <a:lnTo>
                    <a:pt x="6100039" y="418060"/>
                  </a:lnTo>
                  <a:lnTo>
                    <a:pt x="6100164" y="418060"/>
                  </a:lnTo>
                  <a:lnTo>
                    <a:pt x="6100289" y="418060"/>
                  </a:lnTo>
                  <a:lnTo>
                    <a:pt x="6100414" y="418060"/>
                  </a:lnTo>
                  <a:lnTo>
                    <a:pt x="6100539" y="418060"/>
                  </a:lnTo>
                  <a:lnTo>
                    <a:pt x="6100664" y="418060"/>
                  </a:lnTo>
                  <a:lnTo>
                    <a:pt x="6100789" y="418060"/>
                  </a:lnTo>
                  <a:lnTo>
                    <a:pt x="6100914" y="418060"/>
                  </a:lnTo>
                  <a:lnTo>
                    <a:pt x="6101039" y="418060"/>
                  </a:lnTo>
                  <a:lnTo>
                    <a:pt x="6101164" y="418060"/>
                  </a:lnTo>
                  <a:lnTo>
                    <a:pt x="6101289" y="418060"/>
                  </a:lnTo>
                  <a:lnTo>
                    <a:pt x="6101414" y="418060"/>
                  </a:lnTo>
                  <a:lnTo>
                    <a:pt x="6101539" y="418060"/>
                  </a:lnTo>
                  <a:lnTo>
                    <a:pt x="6101664" y="418060"/>
                  </a:lnTo>
                  <a:lnTo>
                    <a:pt x="6101789" y="418060"/>
                  </a:lnTo>
                  <a:lnTo>
                    <a:pt x="6101914" y="418060"/>
                  </a:lnTo>
                  <a:lnTo>
                    <a:pt x="6102039" y="418060"/>
                  </a:lnTo>
                  <a:lnTo>
                    <a:pt x="6102164" y="418060"/>
                  </a:lnTo>
                  <a:lnTo>
                    <a:pt x="6102289" y="418060"/>
                  </a:lnTo>
                  <a:lnTo>
                    <a:pt x="6102415" y="418060"/>
                  </a:lnTo>
                  <a:lnTo>
                    <a:pt x="6102540" y="418060"/>
                  </a:lnTo>
                  <a:lnTo>
                    <a:pt x="6102665" y="418060"/>
                  </a:lnTo>
                  <a:lnTo>
                    <a:pt x="6102790" y="418060"/>
                  </a:lnTo>
                  <a:lnTo>
                    <a:pt x="6102915" y="418060"/>
                  </a:lnTo>
                  <a:lnTo>
                    <a:pt x="6103040" y="418060"/>
                  </a:lnTo>
                  <a:lnTo>
                    <a:pt x="6103165" y="418060"/>
                  </a:lnTo>
                  <a:lnTo>
                    <a:pt x="6103290" y="418060"/>
                  </a:lnTo>
                  <a:lnTo>
                    <a:pt x="6103415" y="418060"/>
                  </a:lnTo>
                  <a:lnTo>
                    <a:pt x="6103540" y="418060"/>
                  </a:lnTo>
                  <a:lnTo>
                    <a:pt x="6103665" y="418060"/>
                  </a:lnTo>
                  <a:lnTo>
                    <a:pt x="6103790" y="418060"/>
                  </a:lnTo>
                  <a:lnTo>
                    <a:pt x="6103915" y="418060"/>
                  </a:lnTo>
                  <a:lnTo>
                    <a:pt x="6104040" y="418060"/>
                  </a:lnTo>
                  <a:lnTo>
                    <a:pt x="6104165" y="418060"/>
                  </a:lnTo>
                  <a:lnTo>
                    <a:pt x="6104290" y="418060"/>
                  </a:lnTo>
                  <a:lnTo>
                    <a:pt x="6104415" y="418060"/>
                  </a:lnTo>
                  <a:lnTo>
                    <a:pt x="6104540" y="418060"/>
                  </a:lnTo>
                  <a:lnTo>
                    <a:pt x="6104665" y="418060"/>
                  </a:lnTo>
                  <a:lnTo>
                    <a:pt x="6104790" y="418060"/>
                  </a:lnTo>
                  <a:lnTo>
                    <a:pt x="6104915" y="418060"/>
                  </a:lnTo>
                  <a:lnTo>
                    <a:pt x="6105040" y="418060"/>
                  </a:lnTo>
                  <a:lnTo>
                    <a:pt x="6105165" y="418060"/>
                  </a:lnTo>
                  <a:lnTo>
                    <a:pt x="6105290" y="418060"/>
                  </a:lnTo>
                  <a:lnTo>
                    <a:pt x="6105416" y="418060"/>
                  </a:lnTo>
                  <a:lnTo>
                    <a:pt x="6105541" y="418060"/>
                  </a:lnTo>
                  <a:lnTo>
                    <a:pt x="6105666" y="418060"/>
                  </a:lnTo>
                  <a:lnTo>
                    <a:pt x="6105791" y="418060"/>
                  </a:lnTo>
                  <a:lnTo>
                    <a:pt x="6105916" y="418060"/>
                  </a:lnTo>
                  <a:lnTo>
                    <a:pt x="6106041" y="418060"/>
                  </a:lnTo>
                  <a:lnTo>
                    <a:pt x="6106166" y="418060"/>
                  </a:lnTo>
                  <a:lnTo>
                    <a:pt x="6106291" y="418060"/>
                  </a:lnTo>
                  <a:lnTo>
                    <a:pt x="6106416" y="418060"/>
                  </a:lnTo>
                  <a:lnTo>
                    <a:pt x="6106541" y="418060"/>
                  </a:lnTo>
                  <a:lnTo>
                    <a:pt x="6106666" y="418060"/>
                  </a:lnTo>
                  <a:lnTo>
                    <a:pt x="6106791" y="418060"/>
                  </a:lnTo>
                  <a:lnTo>
                    <a:pt x="6106916" y="418060"/>
                  </a:lnTo>
                  <a:lnTo>
                    <a:pt x="6107041" y="418060"/>
                  </a:lnTo>
                  <a:lnTo>
                    <a:pt x="6107166" y="418060"/>
                  </a:lnTo>
                  <a:lnTo>
                    <a:pt x="6107291" y="418060"/>
                  </a:lnTo>
                  <a:lnTo>
                    <a:pt x="6107416" y="418060"/>
                  </a:lnTo>
                  <a:lnTo>
                    <a:pt x="6107541" y="418060"/>
                  </a:lnTo>
                  <a:lnTo>
                    <a:pt x="6107666" y="418060"/>
                  </a:lnTo>
                  <a:lnTo>
                    <a:pt x="6107791" y="418060"/>
                  </a:lnTo>
                  <a:lnTo>
                    <a:pt x="6107916" y="418060"/>
                  </a:lnTo>
                  <a:lnTo>
                    <a:pt x="6108041" y="418060"/>
                  </a:lnTo>
                  <a:lnTo>
                    <a:pt x="6108166" y="418060"/>
                  </a:lnTo>
                  <a:lnTo>
                    <a:pt x="6108291" y="418060"/>
                  </a:lnTo>
                  <a:lnTo>
                    <a:pt x="6108417" y="418060"/>
                  </a:lnTo>
                  <a:lnTo>
                    <a:pt x="6108542" y="418060"/>
                  </a:lnTo>
                  <a:lnTo>
                    <a:pt x="6108667" y="418060"/>
                  </a:lnTo>
                  <a:lnTo>
                    <a:pt x="6108792" y="418060"/>
                  </a:lnTo>
                  <a:lnTo>
                    <a:pt x="6108917" y="418060"/>
                  </a:lnTo>
                  <a:lnTo>
                    <a:pt x="6109042" y="418060"/>
                  </a:lnTo>
                  <a:lnTo>
                    <a:pt x="6109167" y="418060"/>
                  </a:lnTo>
                  <a:lnTo>
                    <a:pt x="6109292" y="418060"/>
                  </a:lnTo>
                  <a:lnTo>
                    <a:pt x="6109417" y="418060"/>
                  </a:lnTo>
                  <a:lnTo>
                    <a:pt x="6109542" y="418060"/>
                  </a:lnTo>
                  <a:lnTo>
                    <a:pt x="6109667" y="418060"/>
                  </a:lnTo>
                  <a:lnTo>
                    <a:pt x="6109792" y="418060"/>
                  </a:lnTo>
                  <a:lnTo>
                    <a:pt x="6109917" y="418060"/>
                  </a:lnTo>
                  <a:lnTo>
                    <a:pt x="6110042" y="418060"/>
                  </a:lnTo>
                  <a:lnTo>
                    <a:pt x="6110167" y="418060"/>
                  </a:lnTo>
                  <a:lnTo>
                    <a:pt x="6110292" y="418060"/>
                  </a:lnTo>
                  <a:lnTo>
                    <a:pt x="6110417" y="418060"/>
                  </a:lnTo>
                  <a:lnTo>
                    <a:pt x="6110542" y="418060"/>
                  </a:lnTo>
                  <a:lnTo>
                    <a:pt x="6110667" y="418060"/>
                  </a:lnTo>
                  <a:lnTo>
                    <a:pt x="6110792" y="418060"/>
                  </a:lnTo>
                  <a:lnTo>
                    <a:pt x="6110917" y="418060"/>
                  </a:lnTo>
                  <a:lnTo>
                    <a:pt x="6111042" y="418060"/>
                  </a:lnTo>
                  <a:lnTo>
                    <a:pt x="6111167" y="418060"/>
                  </a:lnTo>
                  <a:lnTo>
                    <a:pt x="6111292" y="418060"/>
                  </a:lnTo>
                  <a:lnTo>
                    <a:pt x="6111418" y="418060"/>
                  </a:lnTo>
                  <a:lnTo>
                    <a:pt x="6111543" y="418060"/>
                  </a:lnTo>
                  <a:lnTo>
                    <a:pt x="6111668" y="418060"/>
                  </a:lnTo>
                  <a:lnTo>
                    <a:pt x="6111793" y="418060"/>
                  </a:lnTo>
                  <a:lnTo>
                    <a:pt x="6111918" y="418060"/>
                  </a:lnTo>
                  <a:lnTo>
                    <a:pt x="6112043" y="418060"/>
                  </a:lnTo>
                  <a:lnTo>
                    <a:pt x="6112168" y="418060"/>
                  </a:lnTo>
                  <a:lnTo>
                    <a:pt x="6112293" y="418060"/>
                  </a:lnTo>
                  <a:lnTo>
                    <a:pt x="6112418" y="418060"/>
                  </a:lnTo>
                  <a:lnTo>
                    <a:pt x="6112543" y="418060"/>
                  </a:lnTo>
                  <a:lnTo>
                    <a:pt x="6112668" y="418060"/>
                  </a:lnTo>
                  <a:lnTo>
                    <a:pt x="6112793" y="418060"/>
                  </a:lnTo>
                  <a:lnTo>
                    <a:pt x="6112918" y="418060"/>
                  </a:lnTo>
                  <a:lnTo>
                    <a:pt x="6113043" y="418060"/>
                  </a:lnTo>
                  <a:lnTo>
                    <a:pt x="6113168" y="418060"/>
                  </a:lnTo>
                  <a:lnTo>
                    <a:pt x="6113293" y="418060"/>
                  </a:lnTo>
                  <a:lnTo>
                    <a:pt x="6113418" y="418060"/>
                  </a:lnTo>
                  <a:lnTo>
                    <a:pt x="6113543" y="418060"/>
                  </a:lnTo>
                  <a:lnTo>
                    <a:pt x="6113668" y="418060"/>
                  </a:lnTo>
                  <a:lnTo>
                    <a:pt x="6113793" y="418060"/>
                  </a:lnTo>
                  <a:lnTo>
                    <a:pt x="6113918" y="418060"/>
                  </a:lnTo>
                  <a:lnTo>
                    <a:pt x="6114043" y="418060"/>
                  </a:lnTo>
                  <a:lnTo>
                    <a:pt x="6114168" y="418060"/>
                  </a:lnTo>
                  <a:lnTo>
                    <a:pt x="6114293" y="418060"/>
                  </a:lnTo>
                  <a:lnTo>
                    <a:pt x="6114419" y="418060"/>
                  </a:lnTo>
                  <a:lnTo>
                    <a:pt x="6114544" y="418060"/>
                  </a:lnTo>
                  <a:lnTo>
                    <a:pt x="6114669" y="418060"/>
                  </a:lnTo>
                  <a:lnTo>
                    <a:pt x="6114794" y="418060"/>
                  </a:lnTo>
                  <a:lnTo>
                    <a:pt x="6114919" y="418060"/>
                  </a:lnTo>
                  <a:lnTo>
                    <a:pt x="6115044" y="418060"/>
                  </a:lnTo>
                  <a:lnTo>
                    <a:pt x="6115169" y="418060"/>
                  </a:lnTo>
                  <a:lnTo>
                    <a:pt x="6115294" y="418060"/>
                  </a:lnTo>
                  <a:lnTo>
                    <a:pt x="6115419" y="418060"/>
                  </a:lnTo>
                  <a:lnTo>
                    <a:pt x="6115544" y="418060"/>
                  </a:lnTo>
                  <a:lnTo>
                    <a:pt x="6115669" y="418060"/>
                  </a:lnTo>
                  <a:lnTo>
                    <a:pt x="6115794" y="418060"/>
                  </a:lnTo>
                  <a:lnTo>
                    <a:pt x="6115919" y="418060"/>
                  </a:lnTo>
                  <a:lnTo>
                    <a:pt x="6116044" y="418060"/>
                  </a:lnTo>
                  <a:lnTo>
                    <a:pt x="6116169" y="418060"/>
                  </a:lnTo>
                  <a:lnTo>
                    <a:pt x="6116294" y="418060"/>
                  </a:lnTo>
                  <a:lnTo>
                    <a:pt x="6116419" y="418060"/>
                  </a:lnTo>
                  <a:lnTo>
                    <a:pt x="6116544" y="418060"/>
                  </a:lnTo>
                  <a:lnTo>
                    <a:pt x="6116669" y="418060"/>
                  </a:lnTo>
                  <a:lnTo>
                    <a:pt x="6116794" y="418060"/>
                  </a:lnTo>
                  <a:lnTo>
                    <a:pt x="6116919" y="418060"/>
                  </a:lnTo>
                  <a:lnTo>
                    <a:pt x="6117044" y="418060"/>
                  </a:lnTo>
                  <a:lnTo>
                    <a:pt x="6117169" y="418060"/>
                  </a:lnTo>
                  <a:lnTo>
                    <a:pt x="6117294" y="418060"/>
                  </a:lnTo>
                  <a:lnTo>
                    <a:pt x="6117420" y="418060"/>
                  </a:lnTo>
                  <a:lnTo>
                    <a:pt x="6117545" y="418060"/>
                  </a:lnTo>
                  <a:lnTo>
                    <a:pt x="6117670" y="418060"/>
                  </a:lnTo>
                  <a:lnTo>
                    <a:pt x="6117795" y="418060"/>
                  </a:lnTo>
                  <a:lnTo>
                    <a:pt x="6117920" y="418060"/>
                  </a:lnTo>
                  <a:lnTo>
                    <a:pt x="6118045" y="418060"/>
                  </a:lnTo>
                  <a:lnTo>
                    <a:pt x="6118170" y="418060"/>
                  </a:lnTo>
                  <a:lnTo>
                    <a:pt x="6118295" y="418060"/>
                  </a:lnTo>
                  <a:lnTo>
                    <a:pt x="6118420" y="418060"/>
                  </a:lnTo>
                  <a:lnTo>
                    <a:pt x="6118545" y="418060"/>
                  </a:lnTo>
                  <a:lnTo>
                    <a:pt x="6118670" y="418060"/>
                  </a:lnTo>
                  <a:lnTo>
                    <a:pt x="6118795" y="418060"/>
                  </a:lnTo>
                  <a:lnTo>
                    <a:pt x="6118920" y="418060"/>
                  </a:lnTo>
                  <a:lnTo>
                    <a:pt x="6119045" y="418060"/>
                  </a:lnTo>
                  <a:lnTo>
                    <a:pt x="6119170" y="418060"/>
                  </a:lnTo>
                  <a:lnTo>
                    <a:pt x="6119295" y="418060"/>
                  </a:lnTo>
                  <a:lnTo>
                    <a:pt x="6119420" y="418060"/>
                  </a:lnTo>
                  <a:lnTo>
                    <a:pt x="6119545" y="418060"/>
                  </a:lnTo>
                  <a:lnTo>
                    <a:pt x="6119670" y="418060"/>
                  </a:lnTo>
                  <a:lnTo>
                    <a:pt x="6119795" y="418060"/>
                  </a:lnTo>
                  <a:lnTo>
                    <a:pt x="6119920" y="418060"/>
                  </a:lnTo>
                  <a:lnTo>
                    <a:pt x="6120045" y="418060"/>
                  </a:lnTo>
                  <a:lnTo>
                    <a:pt x="6120170" y="418060"/>
                  </a:lnTo>
                  <a:lnTo>
                    <a:pt x="6120295" y="418060"/>
                  </a:lnTo>
                  <a:lnTo>
                    <a:pt x="6120421" y="418060"/>
                  </a:lnTo>
                  <a:lnTo>
                    <a:pt x="6120546" y="418060"/>
                  </a:lnTo>
                  <a:lnTo>
                    <a:pt x="6120671" y="418060"/>
                  </a:lnTo>
                  <a:lnTo>
                    <a:pt x="6120796" y="418060"/>
                  </a:lnTo>
                  <a:lnTo>
                    <a:pt x="6120921" y="418060"/>
                  </a:lnTo>
                  <a:lnTo>
                    <a:pt x="6121046" y="418060"/>
                  </a:lnTo>
                  <a:lnTo>
                    <a:pt x="6121171" y="418060"/>
                  </a:lnTo>
                  <a:lnTo>
                    <a:pt x="6121296" y="418060"/>
                  </a:lnTo>
                  <a:lnTo>
                    <a:pt x="6121421" y="418060"/>
                  </a:lnTo>
                  <a:lnTo>
                    <a:pt x="6121546" y="418060"/>
                  </a:lnTo>
                  <a:lnTo>
                    <a:pt x="6121671" y="418060"/>
                  </a:lnTo>
                  <a:lnTo>
                    <a:pt x="6121796" y="418060"/>
                  </a:lnTo>
                  <a:lnTo>
                    <a:pt x="6121921" y="418060"/>
                  </a:lnTo>
                  <a:lnTo>
                    <a:pt x="6122046" y="418060"/>
                  </a:lnTo>
                  <a:lnTo>
                    <a:pt x="6122171" y="418060"/>
                  </a:lnTo>
                  <a:lnTo>
                    <a:pt x="6122296" y="418060"/>
                  </a:lnTo>
                  <a:lnTo>
                    <a:pt x="6122296" y="408106"/>
                  </a:lnTo>
                  <a:lnTo>
                    <a:pt x="6122421" y="408106"/>
                  </a:lnTo>
                  <a:lnTo>
                    <a:pt x="6122546" y="408106"/>
                  </a:lnTo>
                  <a:lnTo>
                    <a:pt x="6122671" y="408106"/>
                  </a:lnTo>
                  <a:lnTo>
                    <a:pt x="6122796" y="408106"/>
                  </a:lnTo>
                  <a:lnTo>
                    <a:pt x="6122921" y="408106"/>
                  </a:lnTo>
                  <a:lnTo>
                    <a:pt x="6123046" y="408106"/>
                  </a:lnTo>
                  <a:lnTo>
                    <a:pt x="6123171" y="408106"/>
                  </a:lnTo>
                  <a:lnTo>
                    <a:pt x="6123296" y="408106"/>
                  </a:lnTo>
                  <a:lnTo>
                    <a:pt x="6123422" y="408106"/>
                  </a:lnTo>
                  <a:lnTo>
                    <a:pt x="6123547" y="408106"/>
                  </a:lnTo>
                  <a:lnTo>
                    <a:pt x="6123672" y="408106"/>
                  </a:lnTo>
                  <a:lnTo>
                    <a:pt x="6123797" y="408106"/>
                  </a:lnTo>
                  <a:lnTo>
                    <a:pt x="6123922" y="408106"/>
                  </a:lnTo>
                  <a:lnTo>
                    <a:pt x="6124047" y="408106"/>
                  </a:lnTo>
                  <a:lnTo>
                    <a:pt x="6124172" y="408106"/>
                  </a:lnTo>
                  <a:lnTo>
                    <a:pt x="6124297" y="408106"/>
                  </a:lnTo>
                  <a:lnTo>
                    <a:pt x="6124422" y="408106"/>
                  </a:lnTo>
                  <a:lnTo>
                    <a:pt x="6124547" y="408106"/>
                  </a:lnTo>
                  <a:lnTo>
                    <a:pt x="6124672" y="408106"/>
                  </a:lnTo>
                  <a:lnTo>
                    <a:pt x="6124797" y="408106"/>
                  </a:lnTo>
                  <a:lnTo>
                    <a:pt x="6124922" y="408106"/>
                  </a:lnTo>
                  <a:lnTo>
                    <a:pt x="6125047" y="408106"/>
                  </a:lnTo>
                  <a:lnTo>
                    <a:pt x="6125172" y="408106"/>
                  </a:lnTo>
                  <a:lnTo>
                    <a:pt x="6125297" y="408106"/>
                  </a:lnTo>
                  <a:lnTo>
                    <a:pt x="6125422" y="408106"/>
                  </a:lnTo>
                  <a:lnTo>
                    <a:pt x="6125547" y="408106"/>
                  </a:lnTo>
                  <a:lnTo>
                    <a:pt x="6125672" y="408106"/>
                  </a:lnTo>
                  <a:lnTo>
                    <a:pt x="6125797" y="408106"/>
                  </a:lnTo>
                  <a:lnTo>
                    <a:pt x="6125922" y="408106"/>
                  </a:lnTo>
                  <a:lnTo>
                    <a:pt x="6126047" y="408106"/>
                  </a:lnTo>
                  <a:lnTo>
                    <a:pt x="6126172" y="408106"/>
                  </a:lnTo>
                  <a:lnTo>
                    <a:pt x="6126297" y="408106"/>
                  </a:lnTo>
                  <a:lnTo>
                    <a:pt x="6126423" y="408106"/>
                  </a:lnTo>
                  <a:lnTo>
                    <a:pt x="6126548" y="408106"/>
                  </a:lnTo>
                  <a:lnTo>
                    <a:pt x="6126673" y="408106"/>
                  </a:lnTo>
                  <a:lnTo>
                    <a:pt x="6126798" y="408106"/>
                  </a:lnTo>
                  <a:lnTo>
                    <a:pt x="6126923" y="408106"/>
                  </a:lnTo>
                  <a:lnTo>
                    <a:pt x="6127048" y="408106"/>
                  </a:lnTo>
                  <a:lnTo>
                    <a:pt x="6127173" y="408106"/>
                  </a:lnTo>
                  <a:lnTo>
                    <a:pt x="6127298" y="408106"/>
                  </a:lnTo>
                  <a:lnTo>
                    <a:pt x="6127423" y="408106"/>
                  </a:lnTo>
                  <a:lnTo>
                    <a:pt x="6127548" y="408106"/>
                  </a:lnTo>
                  <a:lnTo>
                    <a:pt x="6127673" y="408106"/>
                  </a:lnTo>
                  <a:lnTo>
                    <a:pt x="6127798" y="408106"/>
                  </a:lnTo>
                  <a:lnTo>
                    <a:pt x="6127923" y="408106"/>
                  </a:lnTo>
                  <a:lnTo>
                    <a:pt x="6128048" y="408106"/>
                  </a:lnTo>
                  <a:lnTo>
                    <a:pt x="6128173" y="408106"/>
                  </a:lnTo>
                  <a:lnTo>
                    <a:pt x="6128298" y="408106"/>
                  </a:lnTo>
                  <a:lnTo>
                    <a:pt x="6128423" y="408106"/>
                  </a:lnTo>
                  <a:lnTo>
                    <a:pt x="6128548" y="408106"/>
                  </a:lnTo>
                  <a:lnTo>
                    <a:pt x="6128673" y="408106"/>
                  </a:lnTo>
                  <a:lnTo>
                    <a:pt x="6128798" y="408106"/>
                  </a:lnTo>
                  <a:lnTo>
                    <a:pt x="6128923" y="408106"/>
                  </a:lnTo>
                  <a:lnTo>
                    <a:pt x="6129048" y="408106"/>
                  </a:lnTo>
                  <a:lnTo>
                    <a:pt x="6129173" y="408106"/>
                  </a:lnTo>
                  <a:lnTo>
                    <a:pt x="6129298" y="408106"/>
                  </a:lnTo>
                  <a:lnTo>
                    <a:pt x="6129424" y="408106"/>
                  </a:lnTo>
                  <a:lnTo>
                    <a:pt x="6129549" y="408106"/>
                  </a:lnTo>
                  <a:lnTo>
                    <a:pt x="6129674" y="408106"/>
                  </a:lnTo>
                  <a:lnTo>
                    <a:pt x="6129799" y="408106"/>
                  </a:lnTo>
                  <a:lnTo>
                    <a:pt x="6129924" y="408106"/>
                  </a:lnTo>
                  <a:lnTo>
                    <a:pt x="6130049" y="408106"/>
                  </a:lnTo>
                  <a:lnTo>
                    <a:pt x="6130174" y="408106"/>
                  </a:lnTo>
                  <a:lnTo>
                    <a:pt x="6130299" y="408106"/>
                  </a:lnTo>
                  <a:lnTo>
                    <a:pt x="6130424" y="408106"/>
                  </a:lnTo>
                  <a:lnTo>
                    <a:pt x="6130549" y="408106"/>
                  </a:lnTo>
                  <a:lnTo>
                    <a:pt x="6130674" y="408106"/>
                  </a:lnTo>
                  <a:lnTo>
                    <a:pt x="6130799" y="408106"/>
                  </a:lnTo>
                  <a:lnTo>
                    <a:pt x="6130924" y="408106"/>
                  </a:lnTo>
                  <a:lnTo>
                    <a:pt x="6131049" y="408106"/>
                  </a:lnTo>
                  <a:lnTo>
                    <a:pt x="6131174" y="408106"/>
                  </a:lnTo>
                  <a:lnTo>
                    <a:pt x="6131299" y="408106"/>
                  </a:lnTo>
                  <a:lnTo>
                    <a:pt x="6131424" y="408106"/>
                  </a:lnTo>
                  <a:lnTo>
                    <a:pt x="6131549" y="408106"/>
                  </a:lnTo>
                  <a:lnTo>
                    <a:pt x="6131674" y="408106"/>
                  </a:lnTo>
                  <a:lnTo>
                    <a:pt x="6131799" y="408106"/>
                  </a:lnTo>
                  <a:lnTo>
                    <a:pt x="6131924" y="408106"/>
                  </a:lnTo>
                  <a:lnTo>
                    <a:pt x="6132049" y="408106"/>
                  </a:lnTo>
                  <a:lnTo>
                    <a:pt x="6132174" y="408106"/>
                  </a:lnTo>
                  <a:lnTo>
                    <a:pt x="6132300" y="408106"/>
                  </a:lnTo>
                  <a:lnTo>
                    <a:pt x="6132425" y="408106"/>
                  </a:lnTo>
                  <a:lnTo>
                    <a:pt x="6132550" y="408106"/>
                  </a:lnTo>
                  <a:lnTo>
                    <a:pt x="6132675" y="408106"/>
                  </a:lnTo>
                  <a:lnTo>
                    <a:pt x="6132800" y="408106"/>
                  </a:lnTo>
                  <a:lnTo>
                    <a:pt x="6132925" y="408106"/>
                  </a:lnTo>
                  <a:lnTo>
                    <a:pt x="6133050" y="408106"/>
                  </a:lnTo>
                  <a:lnTo>
                    <a:pt x="6133175" y="408106"/>
                  </a:lnTo>
                  <a:lnTo>
                    <a:pt x="6133300" y="408106"/>
                  </a:lnTo>
                  <a:lnTo>
                    <a:pt x="6133425" y="408106"/>
                  </a:lnTo>
                  <a:lnTo>
                    <a:pt x="6133550" y="408106"/>
                  </a:lnTo>
                  <a:lnTo>
                    <a:pt x="6133675" y="408106"/>
                  </a:lnTo>
                  <a:lnTo>
                    <a:pt x="6133800" y="408106"/>
                  </a:lnTo>
                  <a:lnTo>
                    <a:pt x="6133925" y="408106"/>
                  </a:lnTo>
                  <a:lnTo>
                    <a:pt x="6134050" y="408106"/>
                  </a:lnTo>
                  <a:lnTo>
                    <a:pt x="6134175" y="408106"/>
                  </a:lnTo>
                  <a:lnTo>
                    <a:pt x="6134300" y="408106"/>
                  </a:lnTo>
                  <a:lnTo>
                    <a:pt x="6134425" y="408106"/>
                  </a:lnTo>
                  <a:lnTo>
                    <a:pt x="6134550" y="408106"/>
                  </a:lnTo>
                  <a:lnTo>
                    <a:pt x="6134675" y="408106"/>
                  </a:lnTo>
                  <a:lnTo>
                    <a:pt x="6134800" y="408106"/>
                  </a:lnTo>
                  <a:lnTo>
                    <a:pt x="6134925" y="408106"/>
                  </a:lnTo>
                  <a:lnTo>
                    <a:pt x="6135050" y="408106"/>
                  </a:lnTo>
                  <a:lnTo>
                    <a:pt x="6135175" y="408106"/>
                  </a:lnTo>
                  <a:lnTo>
                    <a:pt x="6135301" y="408106"/>
                  </a:lnTo>
                  <a:lnTo>
                    <a:pt x="6135426" y="408106"/>
                  </a:lnTo>
                  <a:lnTo>
                    <a:pt x="6135551" y="408106"/>
                  </a:lnTo>
                  <a:lnTo>
                    <a:pt x="6135676" y="408106"/>
                  </a:lnTo>
                  <a:lnTo>
                    <a:pt x="6135801" y="408106"/>
                  </a:lnTo>
                  <a:lnTo>
                    <a:pt x="6135926" y="408106"/>
                  </a:lnTo>
                  <a:lnTo>
                    <a:pt x="6136051" y="408106"/>
                  </a:lnTo>
                  <a:lnTo>
                    <a:pt x="6136176" y="408106"/>
                  </a:lnTo>
                  <a:lnTo>
                    <a:pt x="6136301" y="408106"/>
                  </a:lnTo>
                  <a:lnTo>
                    <a:pt x="6136426" y="408106"/>
                  </a:lnTo>
                  <a:lnTo>
                    <a:pt x="6136551" y="408106"/>
                  </a:lnTo>
                  <a:lnTo>
                    <a:pt x="6136676" y="408106"/>
                  </a:lnTo>
                  <a:lnTo>
                    <a:pt x="6136801" y="408106"/>
                  </a:lnTo>
                  <a:lnTo>
                    <a:pt x="6136926" y="408106"/>
                  </a:lnTo>
                  <a:lnTo>
                    <a:pt x="6137051" y="408106"/>
                  </a:lnTo>
                  <a:lnTo>
                    <a:pt x="6137176" y="408106"/>
                  </a:lnTo>
                  <a:lnTo>
                    <a:pt x="6137301" y="408106"/>
                  </a:lnTo>
                  <a:lnTo>
                    <a:pt x="6137426" y="408106"/>
                  </a:lnTo>
                  <a:lnTo>
                    <a:pt x="6137551" y="408106"/>
                  </a:lnTo>
                  <a:lnTo>
                    <a:pt x="6137676" y="408106"/>
                  </a:lnTo>
                  <a:lnTo>
                    <a:pt x="6137801" y="408106"/>
                  </a:lnTo>
                  <a:lnTo>
                    <a:pt x="6137926" y="408106"/>
                  </a:lnTo>
                  <a:lnTo>
                    <a:pt x="6138051" y="408106"/>
                  </a:lnTo>
                  <a:lnTo>
                    <a:pt x="6138176" y="408106"/>
                  </a:lnTo>
                  <a:lnTo>
                    <a:pt x="6138302" y="408106"/>
                  </a:lnTo>
                  <a:lnTo>
                    <a:pt x="6138427" y="408106"/>
                  </a:lnTo>
                  <a:lnTo>
                    <a:pt x="6138552" y="408106"/>
                  </a:lnTo>
                  <a:lnTo>
                    <a:pt x="6138677" y="408106"/>
                  </a:lnTo>
                  <a:lnTo>
                    <a:pt x="6138802" y="408106"/>
                  </a:lnTo>
                  <a:lnTo>
                    <a:pt x="6138927" y="408106"/>
                  </a:lnTo>
                  <a:lnTo>
                    <a:pt x="6139052" y="408106"/>
                  </a:lnTo>
                  <a:lnTo>
                    <a:pt x="6139177" y="408106"/>
                  </a:lnTo>
                  <a:lnTo>
                    <a:pt x="6139302" y="408106"/>
                  </a:lnTo>
                  <a:lnTo>
                    <a:pt x="6139427" y="408106"/>
                  </a:lnTo>
                  <a:lnTo>
                    <a:pt x="6139552" y="408106"/>
                  </a:lnTo>
                  <a:lnTo>
                    <a:pt x="6139677" y="408106"/>
                  </a:lnTo>
                  <a:lnTo>
                    <a:pt x="6139802" y="408106"/>
                  </a:lnTo>
                  <a:lnTo>
                    <a:pt x="6139927" y="408106"/>
                  </a:lnTo>
                  <a:lnTo>
                    <a:pt x="6140052" y="408106"/>
                  </a:lnTo>
                  <a:lnTo>
                    <a:pt x="6140177" y="408106"/>
                  </a:lnTo>
                  <a:lnTo>
                    <a:pt x="6140302" y="408106"/>
                  </a:lnTo>
                  <a:lnTo>
                    <a:pt x="6140427" y="408106"/>
                  </a:lnTo>
                  <a:lnTo>
                    <a:pt x="6140552" y="408106"/>
                  </a:lnTo>
                  <a:lnTo>
                    <a:pt x="6140677" y="408106"/>
                  </a:lnTo>
                  <a:lnTo>
                    <a:pt x="6140802" y="408106"/>
                  </a:lnTo>
                  <a:lnTo>
                    <a:pt x="6140927" y="408106"/>
                  </a:lnTo>
                  <a:lnTo>
                    <a:pt x="6141052" y="408106"/>
                  </a:lnTo>
                  <a:lnTo>
                    <a:pt x="6141177" y="408106"/>
                  </a:lnTo>
                  <a:lnTo>
                    <a:pt x="6141303" y="408106"/>
                  </a:lnTo>
                  <a:lnTo>
                    <a:pt x="6141428" y="408106"/>
                  </a:lnTo>
                  <a:lnTo>
                    <a:pt x="6141553" y="408106"/>
                  </a:lnTo>
                  <a:lnTo>
                    <a:pt x="6141678" y="408106"/>
                  </a:lnTo>
                  <a:lnTo>
                    <a:pt x="6141803" y="408106"/>
                  </a:lnTo>
                  <a:lnTo>
                    <a:pt x="6141928" y="408106"/>
                  </a:lnTo>
                  <a:lnTo>
                    <a:pt x="6142053" y="408106"/>
                  </a:lnTo>
                  <a:lnTo>
                    <a:pt x="6142178" y="408106"/>
                  </a:lnTo>
                  <a:lnTo>
                    <a:pt x="6142303" y="408106"/>
                  </a:lnTo>
                  <a:lnTo>
                    <a:pt x="6142428" y="408106"/>
                  </a:lnTo>
                  <a:lnTo>
                    <a:pt x="6142553" y="408106"/>
                  </a:lnTo>
                  <a:lnTo>
                    <a:pt x="6142678" y="408106"/>
                  </a:lnTo>
                  <a:lnTo>
                    <a:pt x="6142803" y="408106"/>
                  </a:lnTo>
                  <a:lnTo>
                    <a:pt x="6142928" y="408106"/>
                  </a:lnTo>
                  <a:lnTo>
                    <a:pt x="6143053" y="408106"/>
                  </a:lnTo>
                  <a:lnTo>
                    <a:pt x="6143178" y="408106"/>
                  </a:lnTo>
                  <a:lnTo>
                    <a:pt x="6143303" y="408106"/>
                  </a:lnTo>
                  <a:lnTo>
                    <a:pt x="6143428" y="408106"/>
                  </a:lnTo>
                  <a:lnTo>
                    <a:pt x="6143553" y="408106"/>
                  </a:lnTo>
                  <a:lnTo>
                    <a:pt x="6143678" y="408106"/>
                  </a:lnTo>
                  <a:lnTo>
                    <a:pt x="6143803" y="408106"/>
                  </a:lnTo>
                  <a:lnTo>
                    <a:pt x="6143928" y="408106"/>
                  </a:lnTo>
                  <a:lnTo>
                    <a:pt x="6144053" y="408106"/>
                  </a:lnTo>
                  <a:lnTo>
                    <a:pt x="6144178" y="408106"/>
                  </a:lnTo>
                  <a:lnTo>
                    <a:pt x="6144304" y="408106"/>
                  </a:lnTo>
                  <a:lnTo>
                    <a:pt x="6144429" y="408106"/>
                  </a:lnTo>
                  <a:lnTo>
                    <a:pt x="6144554" y="408106"/>
                  </a:lnTo>
                  <a:lnTo>
                    <a:pt x="6144679" y="408106"/>
                  </a:lnTo>
                  <a:lnTo>
                    <a:pt x="6144804" y="408106"/>
                  </a:lnTo>
                  <a:lnTo>
                    <a:pt x="6144929" y="408106"/>
                  </a:lnTo>
                  <a:lnTo>
                    <a:pt x="6145054" y="408106"/>
                  </a:lnTo>
                  <a:lnTo>
                    <a:pt x="6145179" y="408106"/>
                  </a:lnTo>
                  <a:lnTo>
                    <a:pt x="6145304" y="408106"/>
                  </a:lnTo>
                  <a:lnTo>
                    <a:pt x="6145429" y="408106"/>
                  </a:lnTo>
                  <a:lnTo>
                    <a:pt x="6145554" y="408106"/>
                  </a:lnTo>
                  <a:lnTo>
                    <a:pt x="6145679" y="408106"/>
                  </a:lnTo>
                  <a:lnTo>
                    <a:pt x="6145804" y="408106"/>
                  </a:lnTo>
                  <a:lnTo>
                    <a:pt x="6145929" y="408106"/>
                  </a:lnTo>
                  <a:lnTo>
                    <a:pt x="6146054" y="408106"/>
                  </a:lnTo>
                  <a:lnTo>
                    <a:pt x="6146179" y="408106"/>
                  </a:lnTo>
                  <a:lnTo>
                    <a:pt x="6146304" y="408106"/>
                  </a:lnTo>
                  <a:lnTo>
                    <a:pt x="6146429" y="408106"/>
                  </a:lnTo>
                  <a:lnTo>
                    <a:pt x="6146554" y="408106"/>
                  </a:lnTo>
                  <a:lnTo>
                    <a:pt x="6146679" y="408106"/>
                  </a:lnTo>
                  <a:lnTo>
                    <a:pt x="6146804" y="408106"/>
                  </a:lnTo>
                  <a:lnTo>
                    <a:pt x="6146929" y="408106"/>
                  </a:lnTo>
                  <a:lnTo>
                    <a:pt x="6147054" y="408106"/>
                  </a:lnTo>
                  <a:lnTo>
                    <a:pt x="6147179" y="408106"/>
                  </a:lnTo>
                  <a:lnTo>
                    <a:pt x="6147305" y="408106"/>
                  </a:lnTo>
                  <a:lnTo>
                    <a:pt x="6147430" y="408106"/>
                  </a:lnTo>
                  <a:lnTo>
                    <a:pt x="6147555" y="408106"/>
                  </a:lnTo>
                  <a:lnTo>
                    <a:pt x="6147680" y="408106"/>
                  </a:lnTo>
                  <a:lnTo>
                    <a:pt x="6147805" y="408106"/>
                  </a:lnTo>
                  <a:lnTo>
                    <a:pt x="6147930" y="408106"/>
                  </a:lnTo>
                  <a:lnTo>
                    <a:pt x="6148055" y="408106"/>
                  </a:lnTo>
                  <a:lnTo>
                    <a:pt x="6148180" y="408106"/>
                  </a:lnTo>
                  <a:lnTo>
                    <a:pt x="6148305" y="408106"/>
                  </a:lnTo>
                  <a:lnTo>
                    <a:pt x="6148430" y="408106"/>
                  </a:lnTo>
                  <a:lnTo>
                    <a:pt x="6148555" y="408106"/>
                  </a:lnTo>
                  <a:lnTo>
                    <a:pt x="6148680" y="408106"/>
                  </a:lnTo>
                  <a:lnTo>
                    <a:pt x="6148805" y="408106"/>
                  </a:lnTo>
                  <a:lnTo>
                    <a:pt x="6148930" y="408106"/>
                  </a:lnTo>
                  <a:lnTo>
                    <a:pt x="6149055" y="408106"/>
                  </a:lnTo>
                  <a:lnTo>
                    <a:pt x="6149180" y="408106"/>
                  </a:lnTo>
                  <a:lnTo>
                    <a:pt x="6149305" y="408106"/>
                  </a:lnTo>
                  <a:lnTo>
                    <a:pt x="6149430" y="408106"/>
                  </a:lnTo>
                  <a:lnTo>
                    <a:pt x="6149555" y="408106"/>
                  </a:lnTo>
                  <a:lnTo>
                    <a:pt x="6149680" y="408106"/>
                  </a:lnTo>
                  <a:lnTo>
                    <a:pt x="6149805" y="408106"/>
                  </a:lnTo>
                  <a:lnTo>
                    <a:pt x="6149930" y="408106"/>
                  </a:lnTo>
                  <a:lnTo>
                    <a:pt x="6150055" y="408106"/>
                  </a:lnTo>
                  <a:lnTo>
                    <a:pt x="6150180" y="408106"/>
                  </a:lnTo>
                  <a:lnTo>
                    <a:pt x="6150306" y="408106"/>
                  </a:lnTo>
                  <a:lnTo>
                    <a:pt x="6150431" y="408106"/>
                  </a:lnTo>
                  <a:lnTo>
                    <a:pt x="6150556" y="408106"/>
                  </a:lnTo>
                  <a:lnTo>
                    <a:pt x="6150681" y="408106"/>
                  </a:lnTo>
                  <a:lnTo>
                    <a:pt x="6150806" y="408106"/>
                  </a:lnTo>
                  <a:lnTo>
                    <a:pt x="6150931" y="408106"/>
                  </a:lnTo>
                  <a:lnTo>
                    <a:pt x="6151056" y="408106"/>
                  </a:lnTo>
                  <a:lnTo>
                    <a:pt x="6151181" y="408106"/>
                  </a:lnTo>
                  <a:lnTo>
                    <a:pt x="6151306" y="408106"/>
                  </a:lnTo>
                  <a:lnTo>
                    <a:pt x="6151431" y="408106"/>
                  </a:lnTo>
                  <a:lnTo>
                    <a:pt x="6151556" y="408106"/>
                  </a:lnTo>
                  <a:lnTo>
                    <a:pt x="6151681" y="408106"/>
                  </a:lnTo>
                  <a:lnTo>
                    <a:pt x="6151806" y="408106"/>
                  </a:lnTo>
                  <a:lnTo>
                    <a:pt x="6151931" y="408106"/>
                  </a:lnTo>
                  <a:lnTo>
                    <a:pt x="6152056" y="408106"/>
                  </a:lnTo>
                  <a:lnTo>
                    <a:pt x="6152181" y="408106"/>
                  </a:lnTo>
                  <a:lnTo>
                    <a:pt x="6152306" y="408106"/>
                  </a:lnTo>
                  <a:lnTo>
                    <a:pt x="6152431" y="408106"/>
                  </a:lnTo>
                  <a:lnTo>
                    <a:pt x="6152556" y="408106"/>
                  </a:lnTo>
                  <a:lnTo>
                    <a:pt x="6152681" y="408106"/>
                  </a:lnTo>
                  <a:lnTo>
                    <a:pt x="6152806" y="408106"/>
                  </a:lnTo>
                  <a:lnTo>
                    <a:pt x="6152931" y="408106"/>
                  </a:lnTo>
                  <a:lnTo>
                    <a:pt x="6153056" y="408106"/>
                  </a:lnTo>
                  <a:lnTo>
                    <a:pt x="6153181" y="408106"/>
                  </a:lnTo>
                  <a:lnTo>
                    <a:pt x="6153307" y="408106"/>
                  </a:lnTo>
                  <a:lnTo>
                    <a:pt x="6153432" y="408106"/>
                  </a:lnTo>
                  <a:lnTo>
                    <a:pt x="6153557" y="408106"/>
                  </a:lnTo>
                  <a:lnTo>
                    <a:pt x="6153682" y="408106"/>
                  </a:lnTo>
                  <a:lnTo>
                    <a:pt x="6153807" y="408106"/>
                  </a:lnTo>
                  <a:lnTo>
                    <a:pt x="6153932" y="408106"/>
                  </a:lnTo>
                  <a:lnTo>
                    <a:pt x="6154057" y="408106"/>
                  </a:lnTo>
                  <a:lnTo>
                    <a:pt x="6154182" y="408106"/>
                  </a:lnTo>
                  <a:lnTo>
                    <a:pt x="6154307" y="408106"/>
                  </a:lnTo>
                  <a:lnTo>
                    <a:pt x="6154432" y="408106"/>
                  </a:lnTo>
                  <a:lnTo>
                    <a:pt x="6154557" y="408106"/>
                  </a:lnTo>
                  <a:lnTo>
                    <a:pt x="6154682" y="408106"/>
                  </a:lnTo>
                  <a:lnTo>
                    <a:pt x="6154807" y="408106"/>
                  </a:lnTo>
                  <a:lnTo>
                    <a:pt x="6154932" y="408106"/>
                  </a:lnTo>
                  <a:lnTo>
                    <a:pt x="6155057" y="408106"/>
                  </a:lnTo>
                  <a:lnTo>
                    <a:pt x="6155182" y="408106"/>
                  </a:lnTo>
                  <a:lnTo>
                    <a:pt x="6155307" y="408106"/>
                  </a:lnTo>
                  <a:lnTo>
                    <a:pt x="6155432" y="408106"/>
                  </a:lnTo>
                  <a:lnTo>
                    <a:pt x="6155557" y="408106"/>
                  </a:lnTo>
                  <a:lnTo>
                    <a:pt x="6155682" y="408106"/>
                  </a:lnTo>
                  <a:lnTo>
                    <a:pt x="6155807" y="408106"/>
                  </a:lnTo>
                  <a:lnTo>
                    <a:pt x="6155932" y="408106"/>
                  </a:lnTo>
                  <a:lnTo>
                    <a:pt x="6156057" y="408106"/>
                  </a:lnTo>
                  <a:lnTo>
                    <a:pt x="6156182" y="408106"/>
                  </a:lnTo>
                  <a:lnTo>
                    <a:pt x="6156308" y="408106"/>
                  </a:lnTo>
                  <a:lnTo>
                    <a:pt x="6156433" y="408106"/>
                  </a:lnTo>
                  <a:lnTo>
                    <a:pt x="6156558" y="408106"/>
                  </a:lnTo>
                  <a:lnTo>
                    <a:pt x="6156683" y="408106"/>
                  </a:lnTo>
                  <a:lnTo>
                    <a:pt x="6156808" y="408106"/>
                  </a:lnTo>
                  <a:lnTo>
                    <a:pt x="6156933" y="408106"/>
                  </a:lnTo>
                  <a:lnTo>
                    <a:pt x="6157058" y="408106"/>
                  </a:lnTo>
                  <a:lnTo>
                    <a:pt x="6157183" y="408106"/>
                  </a:lnTo>
                  <a:lnTo>
                    <a:pt x="6157308" y="408106"/>
                  </a:lnTo>
                  <a:lnTo>
                    <a:pt x="6157433" y="408106"/>
                  </a:lnTo>
                  <a:lnTo>
                    <a:pt x="6157558" y="408106"/>
                  </a:lnTo>
                  <a:lnTo>
                    <a:pt x="6157683" y="408106"/>
                  </a:lnTo>
                  <a:lnTo>
                    <a:pt x="6157808" y="408106"/>
                  </a:lnTo>
                  <a:lnTo>
                    <a:pt x="6157933" y="408106"/>
                  </a:lnTo>
                  <a:lnTo>
                    <a:pt x="6158058" y="408106"/>
                  </a:lnTo>
                  <a:lnTo>
                    <a:pt x="6158183" y="408106"/>
                  </a:lnTo>
                  <a:lnTo>
                    <a:pt x="6158308" y="408106"/>
                  </a:lnTo>
                  <a:lnTo>
                    <a:pt x="6158433" y="408106"/>
                  </a:lnTo>
                  <a:lnTo>
                    <a:pt x="6158558" y="408106"/>
                  </a:lnTo>
                  <a:lnTo>
                    <a:pt x="6158683" y="408106"/>
                  </a:lnTo>
                  <a:lnTo>
                    <a:pt x="6158808" y="408106"/>
                  </a:lnTo>
                  <a:lnTo>
                    <a:pt x="6158933" y="408106"/>
                  </a:lnTo>
                  <a:lnTo>
                    <a:pt x="6159058" y="408106"/>
                  </a:lnTo>
                  <a:lnTo>
                    <a:pt x="6159183" y="408106"/>
                  </a:lnTo>
                  <a:lnTo>
                    <a:pt x="6159309" y="408106"/>
                  </a:lnTo>
                  <a:lnTo>
                    <a:pt x="6159434" y="408106"/>
                  </a:lnTo>
                  <a:lnTo>
                    <a:pt x="6159559" y="408106"/>
                  </a:lnTo>
                  <a:lnTo>
                    <a:pt x="6159684" y="408106"/>
                  </a:lnTo>
                  <a:lnTo>
                    <a:pt x="6159809" y="408106"/>
                  </a:lnTo>
                  <a:lnTo>
                    <a:pt x="6159934" y="408106"/>
                  </a:lnTo>
                  <a:lnTo>
                    <a:pt x="6160059" y="408106"/>
                  </a:lnTo>
                  <a:lnTo>
                    <a:pt x="6160184" y="408106"/>
                  </a:lnTo>
                  <a:lnTo>
                    <a:pt x="6160309" y="408106"/>
                  </a:lnTo>
                  <a:lnTo>
                    <a:pt x="6160434" y="408106"/>
                  </a:lnTo>
                  <a:lnTo>
                    <a:pt x="6160559" y="408106"/>
                  </a:lnTo>
                  <a:lnTo>
                    <a:pt x="6160684" y="408106"/>
                  </a:lnTo>
                  <a:lnTo>
                    <a:pt x="6160809" y="408106"/>
                  </a:lnTo>
                  <a:lnTo>
                    <a:pt x="6160934" y="408106"/>
                  </a:lnTo>
                  <a:lnTo>
                    <a:pt x="6161059" y="408106"/>
                  </a:lnTo>
                  <a:lnTo>
                    <a:pt x="6161184" y="408106"/>
                  </a:lnTo>
                  <a:lnTo>
                    <a:pt x="6161309" y="408106"/>
                  </a:lnTo>
                  <a:lnTo>
                    <a:pt x="6161434" y="408106"/>
                  </a:lnTo>
                  <a:lnTo>
                    <a:pt x="6161559" y="408106"/>
                  </a:lnTo>
                  <a:lnTo>
                    <a:pt x="6161684" y="408106"/>
                  </a:lnTo>
                  <a:lnTo>
                    <a:pt x="6161809" y="408106"/>
                  </a:lnTo>
                  <a:lnTo>
                    <a:pt x="6161934" y="408106"/>
                  </a:lnTo>
                  <a:lnTo>
                    <a:pt x="6162059" y="408106"/>
                  </a:lnTo>
                  <a:lnTo>
                    <a:pt x="6162184" y="408106"/>
                  </a:lnTo>
                  <a:lnTo>
                    <a:pt x="6162310" y="408106"/>
                  </a:lnTo>
                  <a:lnTo>
                    <a:pt x="6162435" y="408106"/>
                  </a:lnTo>
                  <a:lnTo>
                    <a:pt x="6162560" y="408106"/>
                  </a:lnTo>
                  <a:lnTo>
                    <a:pt x="6162685" y="408106"/>
                  </a:lnTo>
                  <a:lnTo>
                    <a:pt x="6162810" y="408106"/>
                  </a:lnTo>
                  <a:lnTo>
                    <a:pt x="6162935" y="408106"/>
                  </a:lnTo>
                  <a:lnTo>
                    <a:pt x="6163060" y="408106"/>
                  </a:lnTo>
                  <a:lnTo>
                    <a:pt x="6163185" y="408106"/>
                  </a:lnTo>
                  <a:lnTo>
                    <a:pt x="6163310" y="408106"/>
                  </a:lnTo>
                  <a:lnTo>
                    <a:pt x="6163435" y="408106"/>
                  </a:lnTo>
                  <a:lnTo>
                    <a:pt x="6163560" y="408106"/>
                  </a:lnTo>
                  <a:lnTo>
                    <a:pt x="6163685" y="408106"/>
                  </a:lnTo>
                  <a:lnTo>
                    <a:pt x="6163810" y="408106"/>
                  </a:lnTo>
                  <a:lnTo>
                    <a:pt x="6163935" y="408106"/>
                  </a:lnTo>
                  <a:lnTo>
                    <a:pt x="6164060" y="408106"/>
                  </a:lnTo>
                  <a:lnTo>
                    <a:pt x="6164185" y="408106"/>
                  </a:lnTo>
                  <a:lnTo>
                    <a:pt x="6164310" y="408106"/>
                  </a:lnTo>
                  <a:lnTo>
                    <a:pt x="6164435" y="408106"/>
                  </a:lnTo>
                  <a:lnTo>
                    <a:pt x="6164560" y="408106"/>
                  </a:lnTo>
                  <a:lnTo>
                    <a:pt x="6164685" y="408106"/>
                  </a:lnTo>
                  <a:lnTo>
                    <a:pt x="6164810" y="408106"/>
                  </a:lnTo>
                  <a:lnTo>
                    <a:pt x="6164935" y="408106"/>
                  </a:lnTo>
                  <a:lnTo>
                    <a:pt x="6165060" y="408106"/>
                  </a:lnTo>
                  <a:lnTo>
                    <a:pt x="6165185" y="408106"/>
                  </a:lnTo>
                  <a:lnTo>
                    <a:pt x="6165311" y="408106"/>
                  </a:lnTo>
                  <a:lnTo>
                    <a:pt x="6165436" y="408106"/>
                  </a:lnTo>
                  <a:lnTo>
                    <a:pt x="6165561" y="408106"/>
                  </a:lnTo>
                  <a:lnTo>
                    <a:pt x="6165686" y="408106"/>
                  </a:lnTo>
                  <a:lnTo>
                    <a:pt x="6165811" y="408106"/>
                  </a:lnTo>
                  <a:lnTo>
                    <a:pt x="6165936" y="408106"/>
                  </a:lnTo>
                  <a:lnTo>
                    <a:pt x="6166061" y="408106"/>
                  </a:lnTo>
                  <a:lnTo>
                    <a:pt x="6166186" y="408106"/>
                  </a:lnTo>
                  <a:lnTo>
                    <a:pt x="6166311" y="408106"/>
                  </a:lnTo>
                  <a:lnTo>
                    <a:pt x="6166436" y="408106"/>
                  </a:lnTo>
                  <a:lnTo>
                    <a:pt x="6166561" y="408106"/>
                  </a:lnTo>
                  <a:lnTo>
                    <a:pt x="6166686" y="408106"/>
                  </a:lnTo>
                  <a:lnTo>
                    <a:pt x="6166811" y="408106"/>
                  </a:lnTo>
                  <a:lnTo>
                    <a:pt x="6166936" y="408106"/>
                  </a:lnTo>
                  <a:lnTo>
                    <a:pt x="6167061" y="408106"/>
                  </a:lnTo>
                  <a:lnTo>
                    <a:pt x="6167186" y="408106"/>
                  </a:lnTo>
                  <a:lnTo>
                    <a:pt x="6167311" y="408106"/>
                  </a:lnTo>
                  <a:lnTo>
                    <a:pt x="6167436" y="408106"/>
                  </a:lnTo>
                  <a:lnTo>
                    <a:pt x="6167561" y="408106"/>
                  </a:lnTo>
                  <a:lnTo>
                    <a:pt x="6167686" y="408106"/>
                  </a:lnTo>
                  <a:lnTo>
                    <a:pt x="6167811" y="408106"/>
                  </a:lnTo>
                  <a:lnTo>
                    <a:pt x="6167936" y="408106"/>
                  </a:lnTo>
                  <a:lnTo>
                    <a:pt x="6168061" y="408106"/>
                  </a:lnTo>
                  <a:lnTo>
                    <a:pt x="6168186" y="408106"/>
                  </a:lnTo>
                  <a:lnTo>
                    <a:pt x="6168312" y="408106"/>
                  </a:lnTo>
                  <a:lnTo>
                    <a:pt x="6168437" y="408106"/>
                  </a:lnTo>
                  <a:lnTo>
                    <a:pt x="6168562" y="408106"/>
                  </a:lnTo>
                  <a:lnTo>
                    <a:pt x="6168687" y="408106"/>
                  </a:lnTo>
                  <a:lnTo>
                    <a:pt x="6168812" y="408106"/>
                  </a:lnTo>
                  <a:lnTo>
                    <a:pt x="6168937" y="408106"/>
                  </a:lnTo>
                  <a:lnTo>
                    <a:pt x="6169062" y="408106"/>
                  </a:lnTo>
                  <a:lnTo>
                    <a:pt x="6169187" y="408106"/>
                  </a:lnTo>
                  <a:lnTo>
                    <a:pt x="6169312" y="408106"/>
                  </a:lnTo>
                  <a:lnTo>
                    <a:pt x="6169437" y="408106"/>
                  </a:lnTo>
                  <a:lnTo>
                    <a:pt x="6169562" y="408106"/>
                  </a:lnTo>
                  <a:lnTo>
                    <a:pt x="6169687" y="408106"/>
                  </a:lnTo>
                  <a:lnTo>
                    <a:pt x="6169812" y="408106"/>
                  </a:lnTo>
                  <a:lnTo>
                    <a:pt x="6169937" y="408106"/>
                  </a:lnTo>
                  <a:lnTo>
                    <a:pt x="6170062" y="408106"/>
                  </a:lnTo>
                  <a:lnTo>
                    <a:pt x="6170187" y="408106"/>
                  </a:lnTo>
                  <a:lnTo>
                    <a:pt x="6170312" y="408106"/>
                  </a:lnTo>
                  <a:lnTo>
                    <a:pt x="6170437" y="408106"/>
                  </a:lnTo>
                  <a:lnTo>
                    <a:pt x="6170562" y="408106"/>
                  </a:lnTo>
                  <a:lnTo>
                    <a:pt x="6170687" y="408106"/>
                  </a:lnTo>
                  <a:lnTo>
                    <a:pt x="6170812" y="408106"/>
                  </a:lnTo>
                  <a:lnTo>
                    <a:pt x="6170937" y="408106"/>
                  </a:lnTo>
                  <a:lnTo>
                    <a:pt x="6171062" y="408106"/>
                  </a:lnTo>
                  <a:lnTo>
                    <a:pt x="6171188" y="408106"/>
                  </a:lnTo>
                  <a:lnTo>
                    <a:pt x="6171313" y="408106"/>
                  </a:lnTo>
                  <a:lnTo>
                    <a:pt x="6171438" y="408106"/>
                  </a:lnTo>
                  <a:lnTo>
                    <a:pt x="6171563" y="408106"/>
                  </a:lnTo>
                  <a:lnTo>
                    <a:pt x="6171688" y="408106"/>
                  </a:lnTo>
                  <a:lnTo>
                    <a:pt x="6171813" y="408106"/>
                  </a:lnTo>
                  <a:lnTo>
                    <a:pt x="6171938" y="408106"/>
                  </a:lnTo>
                  <a:lnTo>
                    <a:pt x="6172063" y="408106"/>
                  </a:lnTo>
                  <a:lnTo>
                    <a:pt x="6172188" y="408106"/>
                  </a:lnTo>
                  <a:lnTo>
                    <a:pt x="6172313" y="408106"/>
                  </a:lnTo>
                  <a:lnTo>
                    <a:pt x="6172438" y="408106"/>
                  </a:lnTo>
                  <a:lnTo>
                    <a:pt x="6172563" y="408106"/>
                  </a:lnTo>
                  <a:lnTo>
                    <a:pt x="6172688" y="408106"/>
                  </a:lnTo>
                  <a:lnTo>
                    <a:pt x="6172813" y="408106"/>
                  </a:lnTo>
                  <a:lnTo>
                    <a:pt x="6172938" y="408106"/>
                  </a:lnTo>
                  <a:lnTo>
                    <a:pt x="6173063" y="408106"/>
                  </a:lnTo>
                  <a:lnTo>
                    <a:pt x="6173188" y="408106"/>
                  </a:lnTo>
                  <a:lnTo>
                    <a:pt x="6173313" y="408106"/>
                  </a:lnTo>
                  <a:lnTo>
                    <a:pt x="6173438" y="408106"/>
                  </a:lnTo>
                  <a:lnTo>
                    <a:pt x="6173563" y="408106"/>
                  </a:lnTo>
                  <a:lnTo>
                    <a:pt x="6173688" y="408106"/>
                  </a:lnTo>
                  <a:lnTo>
                    <a:pt x="6173813" y="408106"/>
                  </a:lnTo>
                  <a:lnTo>
                    <a:pt x="6173938" y="408106"/>
                  </a:lnTo>
                  <a:lnTo>
                    <a:pt x="6174063" y="408106"/>
                  </a:lnTo>
                  <a:lnTo>
                    <a:pt x="6174189" y="408106"/>
                  </a:lnTo>
                  <a:lnTo>
                    <a:pt x="6174314" y="408106"/>
                  </a:lnTo>
                  <a:lnTo>
                    <a:pt x="6174439" y="408106"/>
                  </a:lnTo>
                  <a:lnTo>
                    <a:pt x="6174564" y="408106"/>
                  </a:lnTo>
                  <a:lnTo>
                    <a:pt x="6174689" y="408106"/>
                  </a:lnTo>
                  <a:lnTo>
                    <a:pt x="6174814" y="408106"/>
                  </a:lnTo>
                  <a:lnTo>
                    <a:pt x="6174939" y="408106"/>
                  </a:lnTo>
                  <a:lnTo>
                    <a:pt x="6175064" y="408106"/>
                  </a:lnTo>
                  <a:lnTo>
                    <a:pt x="6175189" y="408106"/>
                  </a:lnTo>
                  <a:lnTo>
                    <a:pt x="6175314" y="408106"/>
                  </a:lnTo>
                  <a:lnTo>
                    <a:pt x="6175439" y="408106"/>
                  </a:lnTo>
                  <a:lnTo>
                    <a:pt x="6175564" y="408106"/>
                  </a:lnTo>
                  <a:lnTo>
                    <a:pt x="6175689" y="408106"/>
                  </a:lnTo>
                  <a:lnTo>
                    <a:pt x="6175814" y="408106"/>
                  </a:lnTo>
                  <a:lnTo>
                    <a:pt x="6175939" y="408106"/>
                  </a:lnTo>
                  <a:lnTo>
                    <a:pt x="6176064" y="408106"/>
                  </a:lnTo>
                  <a:lnTo>
                    <a:pt x="6176189" y="408106"/>
                  </a:lnTo>
                  <a:lnTo>
                    <a:pt x="6176314" y="408106"/>
                  </a:lnTo>
                  <a:lnTo>
                    <a:pt x="6176439" y="408106"/>
                  </a:lnTo>
                  <a:lnTo>
                    <a:pt x="6176564" y="408106"/>
                  </a:lnTo>
                  <a:lnTo>
                    <a:pt x="6176689" y="408106"/>
                  </a:lnTo>
                  <a:lnTo>
                    <a:pt x="6176814" y="408106"/>
                  </a:lnTo>
                  <a:lnTo>
                    <a:pt x="6176939" y="408106"/>
                  </a:lnTo>
                  <a:lnTo>
                    <a:pt x="6177064" y="408106"/>
                  </a:lnTo>
                  <a:lnTo>
                    <a:pt x="6177190" y="408106"/>
                  </a:lnTo>
                  <a:lnTo>
                    <a:pt x="6177315" y="408106"/>
                  </a:lnTo>
                  <a:lnTo>
                    <a:pt x="6177440" y="408106"/>
                  </a:lnTo>
                  <a:lnTo>
                    <a:pt x="6177565" y="408106"/>
                  </a:lnTo>
                  <a:lnTo>
                    <a:pt x="6177690" y="408106"/>
                  </a:lnTo>
                  <a:lnTo>
                    <a:pt x="6177815" y="408106"/>
                  </a:lnTo>
                  <a:lnTo>
                    <a:pt x="6177940" y="408106"/>
                  </a:lnTo>
                  <a:lnTo>
                    <a:pt x="6178065" y="408106"/>
                  </a:lnTo>
                  <a:lnTo>
                    <a:pt x="6178190" y="408106"/>
                  </a:lnTo>
                  <a:lnTo>
                    <a:pt x="6178315" y="408106"/>
                  </a:lnTo>
                  <a:lnTo>
                    <a:pt x="6178440" y="408106"/>
                  </a:lnTo>
                  <a:lnTo>
                    <a:pt x="6178565" y="408106"/>
                  </a:lnTo>
                  <a:lnTo>
                    <a:pt x="6178690" y="408106"/>
                  </a:lnTo>
                  <a:lnTo>
                    <a:pt x="6178815" y="408106"/>
                  </a:lnTo>
                  <a:lnTo>
                    <a:pt x="6178940" y="408106"/>
                  </a:lnTo>
                  <a:lnTo>
                    <a:pt x="6179065" y="408106"/>
                  </a:lnTo>
                  <a:lnTo>
                    <a:pt x="6179190" y="408106"/>
                  </a:lnTo>
                  <a:lnTo>
                    <a:pt x="6179315" y="408106"/>
                  </a:lnTo>
                  <a:lnTo>
                    <a:pt x="6179440" y="408106"/>
                  </a:lnTo>
                  <a:lnTo>
                    <a:pt x="6179565" y="408106"/>
                  </a:lnTo>
                  <a:lnTo>
                    <a:pt x="6179565" y="398152"/>
                  </a:lnTo>
                  <a:lnTo>
                    <a:pt x="6179690" y="398152"/>
                  </a:lnTo>
                  <a:lnTo>
                    <a:pt x="6179815" y="398152"/>
                  </a:lnTo>
                  <a:lnTo>
                    <a:pt x="6179940" y="398152"/>
                  </a:lnTo>
                  <a:lnTo>
                    <a:pt x="6180065" y="398152"/>
                  </a:lnTo>
                  <a:lnTo>
                    <a:pt x="6180191" y="398152"/>
                  </a:lnTo>
                  <a:lnTo>
                    <a:pt x="6180316" y="398152"/>
                  </a:lnTo>
                  <a:lnTo>
                    <a:pt x="6180441" y="398152"/>
                  </a:lnTo>
                  <a:lnTo>
                    <a:pt x="6180566" y="398152"/>
                  </a:lnTo>
                  <a:lnTo>
                    <a:pt x="6180691" y="398152"/>
                  </a:lnTo>
                  <a:lnTo>
                    <a:pt x="6180816" y="398152"/>
                  </a:lnTo>
                  <a:lnTo>
                    <a:pt x="6180941" y="398152"/>
                  </a:lnTo>
                  <a:lnTo>
                    <a:pt x="6181066" y="398152"/>
                  </a:lnTo>
                  <a:lnTo>
                    <a:pt x="6181191" y="398152"/>
                  </a:lnTo>
                  <a:lnTo>
                    <a:pt x="6181316" y="398152"/>
                  </a:lnTo>
                  <a:lnTo>
                    <a:pt x="6181441" y="398152"/>
                  </a:lnTo>
                  <a:lnTo>
                    <a:pt x="6181566" y="398152"/>
                  </a:lnTo>
                  <a:lnTo>
                    <a:pt x="6181691" y="398152"/>
                  </a:lnTo>
                  <a:lnTo>
                    <a:pt x="6181816" y="398152"/>
                  </a:lnTo>
                  <a:lnTo>
                    <a:pt x="6181941" y="398152"/>
                  </a:lnTo>
                  <a:lnTo>
                    <a:pt x="6182066" y="398152"/>
                  </a:lnTo>
                  <a:lnTo>
                    <a:pt x="6182191" y="398152"/>
                  </a:lnTo>
                  <a:lnTo>
                    <a:pt x="6182316" y="398152"/>
                  </a:lnTo>
                  <a:lnTo>
                    <a:pt x="6182441" y="398152"/>
                  </a:lnTo>
                  <a:lnTo>
                    <a:pt x="6182566" y="398152"/>
                  </a:lnTo>
                  <a:lnTo>
                    <a:pt x="6182691" y="398152"/>
                  </a:lnTo>
                  <a:lnTo>
                    <a:pt x="6182816" y="398152"/>
                  </a:lnTo>
                  <a:lnTo>
                    <a:pt x="6182941" y="398152"/>
                  </a:lnTo>
                  <a:lnTo>
                    <a:pt x="6183066" y="398152"/>
                  </a:lnTo>
                  <a:lnTo>
                    <a:pt x="6183192" y="398152"/>
                  </a:lnTo>
                  <a:lnTo>
                    <a:pt x="6183317" y="398152"/>
                  </a:lnTo>
                  <a:lnTo>
                    <a:pt x="6183442" y="398152"/>
                  </a:lnTo>
                  <a:lnTo>
                    <a:pt x="6183567" y="398152"/>
                  </a:lnTo>
                  <a:lnTo>
                    <a:pt x="6183692" y="398152"/>
                  </a:lnTo>
                  <a:lnTo>
                    <a:pt x="6183817" y="398152"/>
                  </a:lnTo>
                  <a:lnTo>
                    <a:pt x="6183942" y="398152"/>
                  </a:lnTo>
                  <a:lnTo>
                    <a:pt x="6184067" y="398152"/>
                  </a:lnTo>
                  <a:lnTo>
                    <a:pt x="6184192" y="398152"/>
                  </a:lnTo>
                  <a:lnTo>
                    <a:pt x="6184317" y="398152"/>
                  </a:lnTo>
                  <a:lnTo>
                    <a:pt x="6184442" y="398152"/>
                  </a:lnTo>
                  <a:lnTo>
                    <a:pt x="6184567" y="398152"/>
                  </a:lnTo>
                  <a:lnTo>
                    <a:pt x="6184692" y="398152"/>
                  </a:lnTo>
                  <a:lnTo>
                    <a:pt x="6184817" y="398152"/>
                  </a:lnTo>
                  <a:lnTo>
                    <a:pt x="6184942" y="398152"/>
                  </a:lnTo>
                  <a:lnTo>
                    <a:pt x="6185067" y="398152"/>
                  </a:lnTo>
                  <a:lnTo>
                    <a:pt x="6185192" y="398152"/>
                  </a:lnTo>
                  <a:lnTo>
                    <a:pt x="6185317" y="398152"/>
                  </a:lnTo>
                  <a:lnTo>
                    <a:pt x="6185442" y="398152"/>
                  </a:lnTo>
                  <a:lnTo>
                    <a:pt x="6185442" y="388199"/>
                  </a:lnTo>
                  <a:lnTo>
                    <a:pt x="6185567" y="388199"/>
                  </a:lnTo>
                  <a:lnTo>
                    <a:pt x="6185692" y="388199"/>
                  </a:lnTo>
                  <a:lnTo>
                    <a:pt x="6185817" y="388199"/>
                  </a:lnTo>
                  <a:lnTo>
                    <a:pt x="6185942" y="388199"/>
                  </a:lnTo>
                  <a:lnTo>
                    <a:pt x="6186067" y="388199"/>
                  </a:lnTo>
                  <a:lnTo>
                    <a:pt x="6186193" y="388199"/>
                  </a:lnTo>
                  <a:lnTo>
                    <a:pt x="6186318" y="388199"/>
                  </a:lnTo>
                  <a:lnTo>
                    <a:pt x="6186443" y="388199"/>
                  </a:lnTo>
                  <a:lnTo>
                    <a:pt x="6186568" y="388199"/>
                  </a:lnTo>
                  <a:lnTo>
                    <a:pt x="6186693" y="388199"/>
                  </a:lnTo>
                  <a:lnTo>
                    <a:pt x="6186818" y="388199"/>
                  </a:lnTo>
                  <a:lnTo>
                    <a:pt x="6186943" y="388199"/>
                  </a:lnTo>
                  <a:lnTo>
                    <a:pt x="6187068" y="388199"/>
                  </a:lnTo>
                  <a:lnTo>
                    <a:pt x="6187193" y="388199"/>
                  </a:lnTo>
                  <a:lnTo>
                    <a:pt x="6187318" y="388199"/>
                  </a:lnTo>
                  <a:lnTo>
                    <a:pt x="6187443" y="388199"/>
                  </a:lnTo>
                  <a:lnTo>
                    <a:pt x="6187568" y="388199"/>
                  </a:lnTo>
                  <a:lnTo>
                    <a:pt x="6187693" y="388199"/>
                  </a:lnTo>
                  <a:lnTo>
                    <a:pt x="6187818" y="388199"/>
                  </a:lnTo>
                  <a:lnTo>
                    <a:pt x="6187943" y="388199"/>
                  </a:lnTo>
                  <a:lnTo>
                    <a:pt x="6188068" y="388199"/>
                  </a:lnTo>
                  <a:lnTo>
                    <a:pt x="6188193" y="388199"/>
                  </a:lnTo>
                  <a:lnTo>
                    <a:pt x="6188318" y="388199"/>
                  </a:lnTo>
                  <a:lnTo>
                    <a:pt x="6188443" y="388199"/>
                  </a:lnTo>
                  <a:lnTo>
                    <a:pt x="6188568" y="388199"/>
                  </a:lnTo>
                  <a:lnTo>
                    <a:pt x="6188693" y="388199"/>
                  </a:lnTo>
                  <a:lnTo>
                    <a:pt x="6188818" y="388199"/>
                  </a:lnTo>
                  <a:lnTo>
                    <a:pt x="6188943" y="388199"/>
                  </a:lnTo>
                  <a:lnTo>
                    <a:pt x="6189068" y="388199"/>
                  </a:lnTo>
                  <a:lnTo>
                    <a:pt x="6189194" y="388199"/>
                  </a:lnTo>
                  <a:lnTo>
                    <a:pt x="6189319" y="388199"/>
                  </a:lnTo>
                  <a:lnTo>
                    <a:pt x="6189444" y="388199"/>
                  </a:lnTo>
                  <a:lnTo>
                    <a:pt x="6189569" y="388199"/>
                  </a:lnTo>
                  <a:lnTo>
                    <a:pt x="6189694" y="388199"/>
                  </a:lnTo>
                  <a:lnTo>
                    <a:pt x="6189819" y="388199"/>
                  </a:lnTo>
                  <a:lnTo>
                    <a:pt x="6189944" y="388199"/>
                  </a:lnTo>
                  <a:lnTo>
                    <a:pt x="6190069" y="388199"/>
                  </a:lnTo>
                  <a:lnTo>
                    <a:pt x="6190194" y="388199"/>
                  </a:lnTo>
                  <a:lnTo>
                    <a:pt x="6190319" y="388199"/>
                  </a:lnTo>
                  <a:lnTo>
                    <a:pt x="6190444" y="388199"/>
                  </a:lnTo>
                  <a:lnTo>
                    <a:pt x="6190569" y="388199"/>
                  </a:lnTo>
                  <a:lnTo>
                    <a:pt x="6190694" y="388199"/>
                  </a:lnTo>
                  <a:lnTo>
                    <a:pt x="6190819" y="388199"/>
                  </a:lnTo>
                  <a:lnTo>
                    <a:pt x="6190944" y="388199"/>
                  </a:lnTo>
                  <a:lnTo>
                    <a:pt x="6191069" y="388199"/>
                  </a:lnTo>
                  <a:lnTo>
                    <a:pt x="6191194" y="388199"/>
                  </a:lnTo>
                  <a:lnTo>
                    <a:pt x="6191319" y="388199"/>
                  </a:lnTo>
                  <a:lnTo>
                    <a:pt x="6191444" y="388199"/>
                  </a:lnTo>
                  <a:lnTo>
                    <a:pt x="6191569" y="388199"/>
                  </a:lnTo>
                  <a:lnTo>
                    <a:pt x="6191694" y="388199"/>
                  </a:lnTo>
                  <a:lnTo>
                    <a:pt x="6191819" y="388199"/>
                  </a:lnTo>
                  <a:lnTo>
                    <a:pt x="6191944" y="388199"/>
                  </a:lnTo>
                  <a:lnTo>
                    <a:pt x="6192069" y="388199"/>
                  </a:lnTo>
                  <a:lnTo>
                    <a:pt x="6192195" y="388199"/>
                  </a:lnTo>
                  <a:lnTo>
                    <a:pt x="6192320" y="388199"/>
                  </a:lnTo>
                  <a:lnTo>
                    <a:pt x="6192445" y="388199"/>
                  </a:lnTo>
                  <a:lnTo>
                    <a:pt x="6192570" y="388199"/>
                  </a:lnTo>
                  <a:lnTo>
                    <a:pt x="6192695" y="388199"/>
                  </a:lnTo>
                  <a:lnTo>
                    <a:pt x="6192820" y="388199"/>
                  </a:lnTo>
                  <a:lnTo>
                    <a:pt x="6192945" y="388199"/>
                  </a:lnTo>
                  <a:lnTo>
                    <a:pt x="6193070" y="388199"/>
                  </a:lnTo>
                  <a:lnTo>
                    <a:pt x="6193195" y="388199"/>
                  </a:lnTo>
                  <a:lnTo>
                    <a:pt x="6193320" y="388199"/>
                  </a:lnTo>
                  <a:lnTo>
                    <a:pt x="6193445" y="388199"/>
                  </a:lnTo>
                  <a:lnTo>
                    <a:pt x="6193570" y="388199"/>
                  </a:lnTo>
                  <a:lnTo>
                    <a:pt x="6193695" y="388199"/>
                  </a:lnTo>
                  <a:lnTo>
                    <a:pt x="6193820" y="388199"/>
                  </a:lnTo>
                  <a:lnTo>
                    <a:pt x="6193945" y="388199"/>
                  </a:lnTo>
                  <a:lnTo>
                    <a:pt x="6194070" y="388199"/>
                  </a:lnTo>
                  <a:lnTo>
                    <a:pt x="6194195" y="388199"/>
                  </a:lnTo>
                  <a:lnTo>
                    <a:pt x="6194320" y="388199"/>
                  </a:lnTo>
                  <a:lnTo>
                    <a:pt x="6194445" y="388199"/>
                  </a:lnTo>
                  <a:lnTo>
                    <a:pt x="6194570" y="388199"/>
                  </a:lnTo>
                  <a:lnTo>
                    <a:pt x="6194695" y="388199"/>
                  </a:lnTo>
                  <a:lnTo>
                    <a:pt x="6194820" y="388199"/>
                  </a:lnTo>
                  <a:lnTo>
                    <a:pt x="6194945" y="388199"/>
                  </a:lnTo>
                  <a:lnTo>
                    <a:pt x="6195070" y="388199"/>
                  </a:lnTo>
                  <a:lnTo>
                    <a:pt x="6195196" y="388199"/>
                  </a:lnTo>
                  <a:lnTo>
                    <a:pt x="6195321" y="388199"/>
                  </a:lnTo>
                  <a:lnTo>
                    <a:pt x="6195446" y="388199"/>
                  </a:lnTo>
                  <a:lnTo>
                    <a:pt x="6195571" y="388199"/>
                  </a:lnTo>
                  <a:lnTo>
                    <a:pt x="6195696" y="388199"/>
                  </a:lnTo>
                  <a:lnTo>
                    <a:pt x="6195821" y="388199"/>
                  </a:lnTo>
                  <a:lnTo>
                    <a:pt x="6195946" y="388199"/>
                  </a:lnTo>
                  <a:lnTo>
                    <a:pt x="6196071" y="388199"/>
                  </a:lnTo>
                  <a:lnTo>
                    <a:pt x="6196196" y="388199"/>
                  </a:lnTo>
                  <a:lnTo>
                    <a:pt x="6196321" y="388199"/>
                  </a:lnTo>
                  <a:lnTo>
                    <a:pt x="6196446" y="388199"/>
                  </a:lnTo>
                  <a:lnTo>
                    <a:pt x="6196571" y="388199"/>
                  </a:lnTo>
                  <a:lnTo>
                    <a:pt x="6196696" y="388199"/>
                  </a:lnTo>
                  <a:lnTo>
                    <a:pt x="6196821" y="388199"/>
                  </a:lnTo>
                  <a:lnTo>
                    <a:pt x="6196946" y="388199"/>
                  </a:lnTo>
                  <a:lnTo>
                    <a:pt x="6197071" y="388199"/>
                  </a:lnTo>
                  <a:lnTo>
                    <a:pt x="6197196" y="388199"/>
                  </a:lnTo>
                  <a:lnTo>
                    <a:pt x="6197321" y="388199"/>
                  </a:lnTo>
                  <a:lnTo>
                    <a:pt x="6197446" y="388199"/>
                  </a:lnTo>
                  <a:lnTo>
                    <a:pt x="6197571" y="388199"/>
                  </a:lnTo>
                  <a:lnTo>
                    <a:pt x="6197696" y="388199"/>
                  </a:lnTo>
                  <a:lnTo>
                    <a:pt x="6197821" y="388199"/>
                  </a:lnTo>
                  <a:lnTo>
                    <a:pt x="6197946" y="388199"/>
                  </a:lnTo>
                  <a:lnTo>
                    <a:pt x="6198071" y="388199"/>
                  </a:lnTo>
                  <a:lnTo>
                    <a:pt x="6198197" y="388199"/>
                  </a:lnTo>
                  <a:lnTo>
                    <a:pt x="6198322" y="388199"/>
                  </a:lnTo>
                  <a:lnTo>
                    <a:pt x="6198447" y="388199"/>
                  </a:lnTo>
                  <a:lnTo>
                    <a:pt x="6198572" y="388199"/>
                  </a:lnTo>
                  <a:lnTo>
                    <a:pt x="6198697" y="388199"/>
                  </a:lnTo>
                  <a:lnTo>
                    <a:pt x="6198822" y="388199"/>
                  </a:lnTo>
                  <a:lnTo>
                    <a:pt x="6198947" y="388199"/>
                  </a:lnTo>
                  <a:lnTo>
                    <a:pt x="6199072" y="388199"/>
                  </a:lnTo>
                  <a:lnTo>
                    <a:pt x="6199197" y="388199"/>
                  </a:lnTo>
                  <a:lnTo>
                    <a:pt x="6199322" y="388199"/>
                  </a:lnTo>
                  <a:lnTo>
                    <a:pt x="6199447" y="388199"/>
                  </a:lnTo>
                  <a:lnTo>
                    <a:pt x="6199572" y="388199"/>
                  </a:lnTo>
                  <a:lnTo>
                    <a:pt x="6199697" y="388199"/>
                  </a:lnTo>
                  <a:lnTo>
                    <a:pt x="6199822" y="388199"/>
                  </a:lnTo>
                  <a:lnTo>
                    <a:pt x="6199947" y="388199"/>
                  </a:lnTo>
                  <a:lnTo>
                    <a:pt x="6200072" y="388199"/>
                  </a:lnTo>
                  <a:lnTo>
                    <a:pt x="6200197" y="388199"/>
                  </a:lnTo>
                  <a:lnTo>
                    <a:pt x="6200322" y="388199"/>
                  </a:lnTo>
                  <a:lnTo>
                    <a:pt x="6200447" y="388199"/>
                  </a:lnTo>
                  <a:lnTo>
                    <a:pt x="6200572" y="388199"/>
                  </a:lnTo>
                  <a:lnTo>
                    <a:pt x="6200697" y="388199"/>
                  </a:lnTo>
                  <a:lnTo>
                    <a:pt x="6200822" y="388199"/>
                  </a:lnTo>
                  <a:lnTo>
                    <a:pt x="6200947" y="388199"/>
                  </a:lnTo>
                  <a:lnTo>
                    <a:pt x="6201072" y="388199"/>
                  </a:lnTo>
                  <a:lnTo>
                    <a:pt x="6201198" y="388199"/>
                  </a:lnTo>
                  <a:lnTo>
                    <a:pt x="6201323" y="388199"/>
                  </a:lnTo>
                  <a:lnTo>
                    <a:pt x="6201448" y="388199"/>
                  </a:lnTo>
                  <a:lnTo>
                    <a:pt x="6201573" y="388199"/>
                  </a:lnTo>
                  <a:lnTo>
                    <a:pt x="6201698" y="388199"/>
                  </a:lnTo>
                  <a:lnTo>
                    <a:pt x="6201823" y="388199"/>
                  </a:lnTo>
                  <a:lnTo>
                    <a:pt x="6201948" y="388199"/>
                  </a:lnTo>
                  <a:lnTo>
                    <a:pt x="6202073" y="388199"/>
                  </a:lnTo>
                  <a:lnTo>
                    <a:pt x="6202198" y="388199"/>
                  </a:lnTo>
                  <a:lnTo>
                    <a:pt x="6202323" y="388199"/>
                  </a:lnTo>
                  <a:lnTo>
                    <a:pt x="6202448" y="388199"/>
                  </a:lnTo>
                  <a:lnTo>
                    <a:pt x="6202573" y="388199"/>
                  </a:lnTo>
                  <a:lnTo>
                    <a:pt x="6202698" y="388199"/>
                  </a:lnTo>
                  <a:lnTo>
                    <a:pt x="6202823" y="388199"/>
                  </a:lnTo>
                  <a:lnTo>
                    <a:pt x="6202948" y="388199"/>
                  </a:lnTo>
                  <a:lnTo>
                    <a:pt x="6203073" y="388199"/>
                  </a:lnTo>
                  <a:lnTo>
                    <a:pt x="6203198" y="388199"/>
                  </a:lnTo>
                  <a:lnTo>
                    <a:pt x="6203323" y="388199"/>
                  </a:lnTo>
                  <a:lnTo>
                    <a:pt x="6203448" y="388199"/>
                  </a:lnTo>
                  <a:lnTo>
                    <a:pt x="6203573" y="388199"/>
                  </a:lnTo>
                  <a:lnTo>
                    <a:pt x="6203698" y="388199"/>
                  </a:lnTo>
                  <a:lnTo>
                    <a:pt x="6203823" y="388199"/>
                  </a:lnTo>
                  <a:lnTo>
                    <a:pt x="6203948" y="388199"/>
                  </a:lnTo>
                  <a:lnTo>
                    <a:pt x="6204073" y="388199"/>
                  </a:lnTo>
                  <a:lnTo>
                    <a:pt x="6204199" y="388199"/>
                  </a:lnTo>
                  <a:lnTo>
                    <a:pt x="6204324" y="388199"/>
                  </a:lnTo>
                  <a:lnTo>
                    <a:pt x="6204449" y="388199"/>
                  </a:lnTo>
                  <a:lnTo>
                    <a:pt x="6204574" y="388199"/>
                  </a:lnTo>
                  <a:lnTo>
                    <a:pt x="6204699" y="388199"/>
                  </a:lnTo>
                  <a:lnTo>
                    <a:pt x="6204824" y="388199"/>
                  </a:lnTo>
                  <a:lnTo>
                    <a:pt x="6204949" y="388199"/>
                  </a:lnTo>
                  <a:lnTo>
                    <a:pt x="6205074" y="388199"/>
                  </a:lnTo>
                  <a:lnTo>
                    <a:pt x="6205199" y="388199"/>
                  </a:lnTo>
                  <a:lnTo>
                    <a:pt x="6205324" y="388199"/>
                  </a:lnTo>
                  <a:lnTo>
                    <a:pt x="6205449" y="388199"/>
                  </a:lnTo>
                  <a:lnTo>
                    <a:pt x="6205574" y="388199"/>
                  </a:lnTo>
                  <a:lnTo>
                    <a:pt x="6205699" y="388199"/>
                  </a:lnTo>
                  <a:lnTo>
                    <a:pt x="6205824" y="388199"/>
                  </a:lnTo>
                  <a:lnTo>
                    <a:pt x="6205949" y="388199"/>
                  </a:lnTo>
                  <a:lnTo>
                    <a:pt x="6206074" y="388199"/>
                  </a:lnTo>
                  <a:lnTo>
                    <a:pt x="6206199" y="388199"/>
                  </a:lnTo>
                  <a:lnTo>
                    <a:pt x="6206324" y="388199"/>
                  </a:lnTo>
                  <a:lnTo>
                    <a:pt x="6206449" y="388199"/>
                  </a:lnTo>
                  <a:lnTo>
                    <a:pt x="6206574" y="388199"/>
                  </a:lnTo>
                  <a:lnTo>
                    <a:pt x="6206699" y="388199"/>
                  </a:lnTo>
                  <a:lnTo>
                    <a:pt x="6206824" y="388199"/>
                  </a:lnTo>
                  <a:lnTo>
                    <a:pt x="6206949" y="388199"/>
                  </a:lnTo>
                  <a:lnTo>
                    <a:pt x="6207074" y="388199"/>
                  </a:lnTo>
                  <a:lnTo>
                    <a:pt x="6207200" y="388199"/>
                  </a:lnTo>
                  <a:lnTo>
                    <a:pt x="6207325" y="388199"/>
                  </a:lnTo>
                  <a:lnTo>
                    <a:pt x="6207450" y="388199"/>
                  </a:lnTo>
                  <a:lnTo>
                    <a:pt x="6207575" y="388199"/>
                  </a:lnTo>
                  <a:lnTo>
                    <a:pt x="6207700" y="388199"/>
                  </a:lnTo>
                  <a:lnTo>
                    <a:pt x="6207825" y="388199"/>
                  </a:lnTo>
                  <a:lnTo>
                    <a:pt x="6207950" y="388199"/>
                  </a:lnTo>
                  <a:lnTo>
                    <a:pt x="6208075" y="388199"/>
                  </a:lnTo>
                  <a:lnTo>
                    <a:pt x="6208200" y="388199"/>
                  </a:lnTo>
                  <a:lnTo>
                    <a:pt x="6208325" y="388199"/>
                  </a:lnTo>
                  <a:lnTo>
                    <a:pt x="6208450" y="388199"/>
                  </a:lnTo>
                  <a:lnTo>
                    <a:pt x="6208575" y="388199"/>
                  </a:lnTo>
                  <a:lnTo>
                    <a:pt x="6208700" y="388199"/>
                  </a:lnTo>
                  <a:lnTo>
                    <a:pt x="6208825" y="388199"/>
                  </a:lnTo>
                  <a:lnTo>
                    <a:pt x="6208950" y="388199"/>
                  </a:lnTo>
                  <a:lnTo>
                    <a:pt x="6209075" y="388199"/>
                  </a:lnTo>
                  <a:lnTo>
                    <a:pt x="6209200" y="388199"/>
                  </a:lnTo>
                  <a:lnTo>
                    <a:pt x="6209325" y="388199"/>
                  </a:lnTo>
                  <a:lnTo>
                    <a:pt x="6209450" y="388199"/>
                  </a:lnTo>
                  <a:lnTo>
                    <a:pt x="6209575" y="388199"/>
                  </a:lnTo>
                  <a:lnTo>
                    <a:pt x="6209700" y="388199"/>
                  </a:lnTo>
                  <a:lnTo>
                    <a:pt x="6209825" y="388199"/>
                  </a:lnTo>
                  <a:lnTo>
                    <a:pt x="6209950" y="388199"/>
                  </a:lnTo>
                  <a:lnTo>
                    <a:pt x="6210076" y="388199"/>
                  </a:lnTo>
                  <a:lnTo>
                    <a:pt x="6210201" y="388199"/>
                  </a:lnTo>
                  <a:lnTo>
                    <a:pt x="6210326" y="388199"/>
                  </a:lnTo>
                  <a:lnTo>
                    <a:pt x="6210451" y="388199"/>
                  </a:lnTo>
                  <a:lnTo>
                    <a:pt x="6210576" y="388199"/>
                  </a:lnTo>
                  <a:lnTo>
                    <a:pt x="6210701" y="388199"/>
                  </a:lnTo>
                  <a:lnTo>
                    <a:pt x="6210826" y="388199"/>
                  </a:lnTo>
                  <a:lnTo>
                    <a:pt x="6210951" y="388199"/>
                  </a:lnTo>
                  <a:lnTo>
                    <a:pt x="6211076" y="388199"/>
                  </a:lnTo>
                  <a:lnTo>
                    <a:pt x="6211201" y="388199"/>
                  </a:lnTo>
                  <a:lnTo>
                    <a:pt x="6211326" y="388199"/>
                  </a:lnTo>
                  <a:lnTo>
                    <a:pt x="6211451" y="388199"/>
                  </a:lnTo>
                  <a:lnTo>
                    <a:pt x="6211576" y="388199"/>
                  </a:lnTo>
                  <a:lnTo>
                    <a:pt x="6211701" y="388199"/>
                  </a:lnTo>
                  <a:lnTo>
                    <a:pt x="6211826" y="388199"/>
                  </a:lnTo>
                  <a:lnTo>
                    <a:pt x="6211951" y="388199"/>
                  </a:lnTo>
                  <a:lnTo>
                    <a:pt x="6212076" y="388199"/>
                  </a:lnTo>
                  <a:lnTo>
                    <a:pt x="6212201" y="388199"/>
                  </a:lnTo>
                  <a:lnTo>
                    <a:pt x="6212326" y="388199"/>
                  </a:lnTo>
                  <a:lnTo>
                    <a:pt x="6212451" y="388199"/>
                  </a:lnTo>
                  <a:lnTo>
                    <a:pt x="6212576" y="388199"/>
                  </a:lnTo>
                  <a:lnTo>
                    <a:pt x="6212701" y="388199"/>
                  </a:lnTo>
                  <a:lnTo>
                    <a:pt x="6212826" y="388199"/>
                  </a:lnTo>
                  <a:lnTo>
                    <a:pt x="6212951" y="388199"/>
                  </a:lnTo>
                  <a:lnTo>
                    <a:pt x="6213077" y="388199"/>
                  </a:lnTo>
                  <a:lnTo>
                    <a:pt x="6213202" y="388199"/>
                  </a:lnTo>
                  <a:lnTo>
                    <a:pt x="6213327" y="388199"/>
                  </a:lnTo>
                  <a:lnTo>
                    <a:pt x="6213452" y="388199"/>
                  </a:lnTo>
                  <a:lnTo>
                    <a:pt x="6213577" y="388199"/>
                  </a:lnTo>
                  <a:lnTo>
                    <a:pt x="6213702" y="388199"/>
                  </a:lnTo>
                  <a:lnTo>
                    <a:pt x="6213827" y="388199"/>
                  </a:lnTo>
                  <a:lnTo>
                    <a:pt x="6213952" y="388199"/>
                  </a:lnTo>
                  <a:lnTo>
                    <a:pt x="6214077" y="388199"/>
                  </a:lnTo>
                  <a:lnTo>
                    <a:pt x="6214202" y="388199"/>
                  </a:lnTo>
                  <a:lnTo>
                    <a:pt x="6214327" y="388199"/>
                  </a:lnTo>
                  <a:lnTo>
                    <a:pt x="6214452" y="388199"/>
                  </a:lnTo>
                  <a:lnTo>
                    <a:pt x="6214577" y="388199"/>
                  </a:lnTo>
                  <a:lnTo>
                    <a:pt x="6214702" y="388199"/>
                  </a:lnTo>
                  <a:lnTo>
                    <a:pt x="6214827" y="388199"/>
                  </a:lnTo>
                  <a:lnTo>
                    <a:pt x="6214952" y="388199"/>
                  </a:lnTo>
                  <a:lnTo>
                    <a:pt x="6215077" y="388199"/>
                  </a:lnTo>
                  <a:lnTo>
                    <a:pt x="6215202" y="388199"/>
                  </a:lnTo>
                  <a:lnTo>
                    <a:pt x="6215327" y="388199"/>
                  </a:lnTo>
                  <a:lnTo>
                    <a:pt x="6215452" y="388199"/>
                  </a:lnTo>
                  <a:lnTo>
                    <a:pt x="6215577" y="388199"/>
                  </a:lnTo>
                  <a:lnTo>
                    <a:pt x="6215702" y="388199"/>
                  </a:lnTo>
                  <a:lnTo>
                    <a:pt x="6215827" y="388199"/>
                  </a:lnTo>
                  <a:lnTo>
                    <a:pt x="6215952" y="388199"/>
                  </a:lnTo>
                  <a:lnTo>
                    <a:pt x="6216078" y="388199"/>
                  </a:lnTo>
                  <a:lnTo>
                    <a:pt x="6216203" y="388199"/>
                  </a:lnTo>
                  <a:lnTo>
                    <a:pt x="6216328" y="388199"/>
                  </a:lnTo>
                  <a:lnTo>
                    <a:pt x="6216453" y="388199"/>
                  </a:lnTo>
                  <a:lnTo>
                    <a:pt x="6216578" y="388199"/>
                  </a:lnTo>
                  <a:lnTo>
                    <a:pt x="6216703" y="388199"/>
                  </a:lnTo>
                  <a:lnTo>
                    <a:pt x="6216828" y="388199"/>
                  </a:lnTo>
                  <a:lnTo>
                    <a:pt x="6216953" y="388199"/>
                  </a:lnTo>
                  <a:lnTo>
                    <a:pt x="6217078" y="388199"/>
                  </a:lnTo>
                  <a:lnTo>
                    <a:pt x="6217203" y="388199"/>
                  </a:lnTo>
                  <a:lnTo>
                    <a:pt x="6217328" y="388199"/>
                  </a:lnTo>
                  <a:lnTo>
                    <a:pt x="6217453" y="388199"/>
                  </a:lnTo>
                  <a:lnTo>
                    <a:pt x="6217578" y="388199"/>
                  </a:lnTo>
                  <a:lnTo>
                    <a:pt x="6217703" y="388199"/>
                  </a:lnTo>
                  <a:lnTo>
                    <a:pt x="6217828" y="388199"/>
                  </a:lnTo>
                  <a:lnTo>
                    <a:pt x="6217953" y="388199"/>
                  </a:lnTo>
                  <a:lnTo>
                    <a:pt x="6218078" y="388199"/>
                  </a:lnTo>
                  <a:lnTo>
                    <a:pt x="6218203" y="388199"/>
                  </a:lnTo>
                  <a:lnTo>
                    <a:pt x="6218328" y="388199"/>
                  </a:lnTo>
                  <a:lnTo>
                    <a:pt x="6218453" y="388199"/>
                  </a:lnTo>
                  <a:lnTo>
                    <a:pt x="6218578" y="388199"/>
                  </a:lnTo>
                  <a:lnTo>
                    <a:pt x="6218703" y="388199"/>
                  </a:lnTo>
                  <a:lnTo>
                    <a:pt x="6218828" y="388199"/>
                  </a:lnTo>
                  <a:lnTo>
                    <a:pt x="6218953" y="388199"/>
                  </a:lnTo>
                  <a:lnTo>
                    <a:pt x="6219079" y="388199"/>
                  </a:lnTo>
                  <a:lnTo>
                    <a:pt x="6219204" y="388199"/>
                  </a:lnTo>
                  <a:lnTo>
                    <a:pt x="6219329" y="388199"/>
                  </a:lnTo>
                  <a:lnTo>
                    <a:pt x="6219454" y="388199"/>
                  </a:lnTo>
                  <a:lnTo>
                    <a:pt x="6219579" y="388199"/>
                  </a:lnTo>
                  <a:lnTo>
                    <a:pt x="6219704" y="388199"/>
                  </a:lnTo>
                  <a:lnTo>
                    <a:pt x="6219829" y="388199"/>
                  </a:lnTo>
                  <a:lnTo>
                    <a:pt x="6219954" y="388199"/>
                  </a:lnTo>
                  <a:lnTo>
                    <a:pt x="6220079" y="388199"/>
                  </a:lnTo>
                  <a:lnTo>
                    <a:pt x="6220204" y="388199"/>
                  </a:lnTo>
                  <a:lnTo>
                    <a:pt x="6220329" y="388199"/>
                  </a:lnTo>
                  <a:lnTo>
                    <a:pt x="6220454" y="388199"/>
                  </a:lnTo>
                  <a:lnTo>
                    <a:pt x="6220579" y="388199"/>
                  </a:lnTo>
                  <a:lnTo>
                    <a:pt x="6220704" y="388199"/>
                  </a:lnTo>
                  <a:lnTo>
                    <a:pt x="6220829" y="388199"/>
                  </a:lnTo>
                  <a:lnTo>
                    <a:pt x="6220954" y="388199"/>
                  </a:lnTo>
                  <a:lnTo>
                    <a:pt x="6221079" y="388199"/>
                  </a:lnTo>
                  <a:lnTo>
                    <a:pt x="6221204" y="388199"/>
                  </a:lnTo>
                  <a:lnTo>
                    <a:pt x="6221329" y="388199"/>
                  </a:lnTo>
                  <a:lnTo>
                    <a:pt x="6221454" y="388199"/>
                  </a:lnTo>
                  <a:lnTo>
                    <a:pt x="6221579" y="388199"/>
                  </a:lnTo>
                  <a:lnTo>
                    <a:pt x="6221704" y="388199"/>
                  </a:lnTo>
                  <a:lnTo>
                    <a:pt x="6221829" y="388199"/>
                  </a:lnTo>
                  <a:lnTo>
                    <a:pt x="6221954" y="388199"/>
                  </a:lnTo>
                  <a:lnTo>
                    <a:pt x="6222080" y="388199"/>
                  </a:lnTo>
                  <a:lnTo>
                    <a:pt x="6222205" y="388199"/>
                  </a:lnTo>
                  <a:lnTo>
                    <a:pt x="6222330" y="388199"/>
                  </a:lnTo>
                  <a:lnTo>
                    <a:pt x="6222455" y="388199"/>
                  </a:lnTo>
                  <a:lnTo>
                    <a:pt x="6222580" y="388199"/>
                  </a:lnTo>
                  <a:lnTo>
                    <a:pt x="6222705" y="388199"/>
                  </a:lnTo>
                  <a:lnTo>
                    <a:pt x="6222830" y="388199"/>
                  </a:lnTo>
                  <a:lnTo>
                    <a:pt x="6222955" y="388199"/>
                  </a:lnTo>
                  <a:lnTo>
                    <a:pt x="6223080" y="388199"/>
                  </a:lnTo>
                  <a:lnTo>
                    <a:pt x="6223205" y="388199"/>
                  </a:lnTo>
                  <a:lnTo>
                    <a:pt x="6223330" y="388199"/>
                  </a:lnTo>
                  <a:lnTo>
                    <a:pt x="6223455" y="388199"/>
                  </a:lnTo>
                  <a:lnTo>
                    <a:pt x="6223580" y="388199"/>
                  </a:lnTo>
                  <a:lnTo>
                    <a:pt x="6223705" y="388199"/>
                  </a:lnTo>
                  <a:lnTo>
                    <a:pt x="6223830" y="388199"/>
                  </a:lnTo>
                  <a:lnTo>
                    <a:pt x="6223955" y="388199"/>
                  </a:lnTo>
                  <a:lnTo>
                    <a:pt x="6224080" y="388199"/>
                  </a:lnTo>
                  <a:lnTo>
                    <a:pt x="6224205" y="388199"/>
                  </a:lnTo>
                  <a:lnTo>
                    <a:pt x="6224330" y="388199"/>
                  </a:lnTo>
                  <a:lnTo>
                    <a:pt x="6224455" y="388199"/>
                  </a:lnTo>
                  <a:lnTo>
                    <a:pt x="6224580" y="388199"/>
                  </a:lnTo>
                  <a:lnTo>
                    <a:pt x="6224705" y="388199"/>
                  </a:lnTo>
                  <a:lnTo>
                    <a:pt x="6224830" y="388199"/>
                  </a:lnTo>
                  <a:lnTo>
                    <a:pt x="6224955" y="388199"/>
                  </a:lnTo>
                  <a:lnTo>
                    <a:pt x="6225081" y="388199"/>
                  </a:lnTo>
                  <a:lnTo>
                    <a:pt x="6225206" y="388199"/>
                  </a:lnTo>
                  <a:lnTo>
                    <a:pt x="6225331" y="388199"/>
                  </a:lnTo>
                  <a:lnTo>
                    <a:pt x="6225456" y="388199"/>
                  </a:lnTo>
                  <a:lnTo>
                    <a:pt x="6225581" y="388199"/>
                  </a:lnTo>
                  <a:lnTo>
                    <a:pt x="6225706" y="388199"/>
                  </a:lnTo>
                  <a:lnTo>
                    <a:pt x="6225831" y="388199"/>
                  </a:lnTo>
                  <a:lnTo>
                    <a:pt x="6225956" y="388199"/>
                  </a:lnTo>
                  <a:lnTo>
                    <a:pt x="6226081" y="388199"/>
                  </a:lnTo>
                  <a:lnTo>
                    <a:pt x="6226206" y="388199"/>
                  </a:lnTo>
                  <a:lnTo>
                    <a:pt x="6226331" y="388199"/>
                  </a:lnTo>
                  <a:lnTo>
                    <a:pt x="6226456" y="388199"/>
                  </a:lnTo>
                  <a:lnTo>
                    <a:pt x="6226581" y="388199"/>
                  </a:lnTo>
                  <a:lnTo>
                    <a:pt x="6226706" y="388199"/>
                  </a:lnTo>
                  <a:lnTo>
                    <a:pt x="6226831" y="388199"/>
                  </a:lnTo>
                  <a:lnTo>
                    <a:pt x="6226956" y="388199"/>
                  </a:lnTo>
                  <a:lnTo>
                    <a:pt x="6227081" y="388199"/>
                  </a:lnTo>
                  <a:lnTo>
                    <a:pt x="6227206" y="388199"/>
                  </a:lnTo>
                  <a:lnTo>
                    <a:pt x="6227331" y="388199"/>
                  </a:lnTo>
                  <a:lnTo>
                    <a:pt x="6227456" y="388199"/>
                  </a:lnTo>
                  <a:lnTo>
                    <a:pt x="6227581" y="388199"/>
                  </a:lnTo>
                  <a:lnTo>
                    <a:pt x="6227706" y="388199"/>
                  </a:lnTo>
                  <a:lnTo>
                    <a:pt x="6227831" y="388199"/>
                  </a:lnTo>
                  <a:lnTo>
                    <a:pt x="6227956" y="388199"/>
                  </a:lnTo>
                  <a:lnTo>
                    <a:pt x="6228082" y="388199"/>
                  </a:lnTo>
                  <a:lnTo>
                    <a:pt x="6228207" y="388199"/>
                  </a:lnTo>
                  <a:lnTo>
                    <a:pt x="6228332" y="388199"/>
                  </a:lnTo>
                  <a:lnTo>
                    <a:pt x="6228457" y="388199"/>
                  </a:lnTo>
                  <a:lnTo>
                    <a:pt x="6228582" y="388199"/>
                  </a:lnTo>
                  <a:lnTo>
                    <a:pt x="6228707" y="388199"/>
                  </a:lnTo>
                  <a:lnTo>
                    <a:pt x="6228832" y="388199"/>
                  </a:lnTo>
                  <a:lnTo>
                    <a:pt x="6228957" y="388199"/>
                  </a:lnTo>
                  <a:lnTo>
                    <a:pt x="6229082" y="388199"/>
                  </a:lnTo>
                  <a:lnTo>
                    <a:pt x="6229207" y="388199"/>
                  </a:lnTo>
                  <a:lnTo>
                    <a:pt x="6229332" y="388199"/>
                  </a:lnTo>
                  <a:lnTo>
                    <a:pt x="6229457" y="388199"/>
                  </a:lnTo>
                  <a:lnTo>
                    <a:pt x="6229582" y="388199"/>
                  </a:lnTo>
                  <a:lnTo>
                    <a:pt x="6229707" y="388199"/>
                  </a:lnTo>
                  <a:lnTo>
                    <a:pt x="6229832" y="388199"/>
                  </a:lnTo>
                  <a:lnTo>
                    <a:pt x="6229957" y="388199"/>
                  </a:lnTo>
                  <a:lnTo>
                    <a:pt x="6230082" y="388199"/>
                  </a:lnTo>
                  <a:lnTo>
                    <a:pt x="6230207" y="388199"/>
                  </a:lnTo>
                  <a:lnTo>
                    <a:pt x="6230332" y="388199"/>
                  </a:lnTo>
                  <a:lnTo>
                    <a:pt x="6230457" y="388199"/>
                  </a:lnTo>
                  <a:lnTo>
                    <a:pt x="6230582" y="388199"/>
                  </a:lnTo>
                  <a:lnTo>
                    <a:pt x="6230707" y="388199"/>
                  </a:lnTo>
                  <a:lnTo>
                    <a:pt x="6230832" y="388199"/>
                  </a:lnTo>
                  <a:lnTo>
                    <a:pt x="6230957" y="388199"/>
                  </a:lnTo>
                  <a:lnTo>
                    <a:pt x="6231083" y="388199"/>
                  </a:lnTo>
                  <a:lnTo>
                    <a:pt x="6231208" y="388199"/>
                  </a:lnTo>
                  <a:lnTo>
                    <a:pt x="6231333" y="388199"/>
                  </a:lnTo>
                  <a:lnTo>
                    <a:pt x="6231458" y="388199"/>
                  </a:lnTo>
                  <a:lnTo>
                    <a:pt x="6231583" y="388199"/>
                  </a:lnTo>
                  <a:lnTo>
                    <a:pt x="6231708" y="388199"/>
                  </a:lnTo>
                  <a:lnTo>
                    <a:pt x="6231833" y="388199"/>
                  </a:lnTo>
                  <a:lnTo>
                    <a:pt x="6231958" y="388199"/>
                  </a:lnTo>
                  <a:lnTo>
                    <a:pt x="6232083" y="388199"/>
                  </a:lnTo>
                  <a:lnTo>
                    <a:pt x="6232208" y="388199"/>
                  </a:lnTo>
                  <a:lnTo>
                    <a:pt x="6232333" y="388199"/>
                  </a:lnTo>
                  <a:lnTo>
                    <a:pt x="6232458" y="388199"/>
                  </a:lnTo>
                  <a:lnTo>
                    <a:pt x="6232583" y="388199"/>
                  </a:lnTo>
                  <a:lnTo>
                    <a:pt x="6232708" y="388199"/>
                  </a:lnTo>
                  <a:lnTo>
                    <a:pt x="6232833" y="388199"/>
                  </a:lnTo>
                  <a:lnTo>
                    <a:pt x="6232958" y="388199"/>
                  </a:lnTo>
                  <a:lnTo>
                    <a:pt x="6233083" y="388199"/>
                  </a:lnTo>
                  <a:lnTo>
                    <a:pt x="6233208" y="388199"/>
                  </a:lnTo>
                  <a:lnTo>
                    <a:pt x="6233333" y="388199"/>
                  </a:lnTo>
                  <a:lnTo>
                    <a:pt x="6233458" y="388199"/>
                  </a:lnTo>
                  <a:lnTo>
                    <a:pt x="6233583" y="388199"/>
                  </a:lnTo>
                  <a:lnTo>
                    <a:pt x="6233708" y="388199"/>
                  </a:lnTo>
                  <a:lnTo>
                    <a:pt x="6233833" y="388199"/>
                  </a:lnTo>
                  <a:lnTo>
                    <a:pt x="6233958" y="388199"/>
                  </a:lnTo>
                  <a:lnTo>
                    <a:pt x="6234084" y="388199"/>
                  </a:lnTo>
                  <a:lnTo>
                    <a:pt x="6234209" y="388199"/>
                  </a:lnTo>
                  <a:lnTo>
                    <a:pt x="6234334" y="388199"/>
                  </a:lnTo>
                  <a:lnTo>
                    <a:pt x="6234459" y="388199"/>
                  </a:lnTo>
                  <a:lnTo>
                    <a:pt x="6234584" y="388199"/>
                  </a:lnTo>
                  <a:lnTo>
                    <a:pt x="6234709" y="388199"/>
                  </a:lnTo>
                  <a:lnTo>
                    <a:pt x="6234834" y="388199"/>
                  </a:lnTo>
                  <a:lnTo>
                    <a:pt x="6234959" y="388199"/>
                  </a:lnTo>
                  <a:lnTo>
                    <a:pt x="6235084" y="388199"/>
                  </a:lnTo>
                  <a:lnTo>
                    <a:pt x="6235209" y="388199"/>
                  </a:lnTo>
                  <a:lnTo>
                    <a:pt x="6235334" y="388199"/>
                  </a:lnTo>
                  <a:lnTo>
                    <a:pt x="6235459" y="388199"/>
                  </a:lnTo>
                  <a:lnTo>
                    <a:pt x="6235584" y="388199"/>
                  </a:lnTo>
                  <a:lnTo>
                    <a:pt x="6235709" y="388199"/>
                  </a:lnTo>
                  <a:lnTo>
                    <a:pt x="6235834" y="388199"/>
                  </a:lnTo>
                  <a:lnTo>
                    <a:pt x="6235959" y="388199"/>
                  </a:lnTo>
                  <a:lnTo>
                    <a:pt x="6236084" y="388199"/>
                  </a:lnTo>
                  <a:lnTo>
                    <a:pt x="6236209" y="388199"/>
                  </a:lnTo>
                  <a:lnTo>
                    <a:pt x="6236334" y="388199"/>
                  </a:lnTo>
                  <a:lnTo>
                    <a:pt x="6236459" y="388199"/>
                  </a:lnTo>
                  <a:lnTo>
                    <a:pt x="6236584" y="388199"/>
                  </a:lnTo>
                  <a:lnTo>
                    <a:pt x="6236709" y="388199"/>
                  </a:lnTo>
                  <a:lnTo>
                    <a:pt x="6236834" y="388199"/>
                  </a:lnTo>
                  <a:lnTo>
                    <a:pt x="6236959" y="388199"/>
                  </a:lnTo>
                  <a:lnTo>
                    <a:pt x="6237085" y="388199"/>
                  </a:lnTo>
                  <a:lnTo>
                    <a:pt x="6237210" y="388199"/>
                  </a:lnTo>
                  <a:lnTo>
                    <a:pt x="6237335" y="388199"/>
                  </a:lnTo>
                  <a:lnTo>
                    <a:pt x="6237460" y="388199"/>
                  </a:lnTo>
                  <a:lnTo>
                    <a:pt x="6237585" y="388199"/>
                  </a:lnTo>
                  <a:lnTo>
                    <a:pt x="6237710" y="388199"/>
                  </a:lnTo>
                  <a:lnTo>
                    <a:pt x="6237835" y="388199"/>
                  </a:lnTo>
                  <a:lnTo>
                    <a:pt x="6237960" y="388199"/>
                  </a:lnTo>
                  <a:lnTo>
                    <a:pt x="6238085" y="388199"/>
                  </a:lnTo>
                  <a:lnTo>
                    <a:pt x="6238210" y="388199"/>
                  </a:lnTo>
                  <a:lnTo>
                    <a:pt x="6238335" y="388199"/>
                  </a:lnTo>
                  <a:lnTo>
                    <a:pt x="6238460" y="388199"/>
                  </a:lnTo>
                  <a:lnTo>
                    <a:pt x="6238585" y="388199"/>
                  </a:lnTo>
                  <a:lnTo>
                    <a:pt x="6238710" y="388199"/>
                  </a:lnTo>
                  <a:lnTo>
                    <a:pt x="6238835" y="388199"/>
                  </a:lnTo>
                  <a:lnTo>
                    <a:pt x="6238960" y="388199"/>
                  </a:lnTo>
                  <a:lnTo>
                    <a:pt x="6239085" y="388199"/>
                  </a:lnTo>
                  <a:lnTo>
                    <a:pt x="6239210" y="388199"/>
                  </a:lnTo>
                  <a:lnTo>
                    <a:pt x="6239335" y="388199"/>
                  </a:lnTo>
                  <a:lnTo>
                    <a:pt x="6239460" y="388199"/>
                  </a:lnTo>
                  <a:lnTo>
                    <a:pt x="6239585" y="388199"/>
                  </a:lnTo>
                  <a:lnTo>
                    <a:pt x="6239710" y="388199"/>
                  </a:lnTo>
                  <a:lnTo>
                    <a:pt x="6239835" y="388199"/>
                  </a:lnTo>
                  <a:lnTo>
                    <a:pt x="6239960" y="388199"/>
                  </a:lnTo>
                  <a:lnTo>
                    <a:pt x="6240086" y="388199"/>
                  </a:lnTo>
                  <a:lnTo>
                    <a:pt x="6240211" y="388199"/>
                  </a:lnTo>
                  <a:lnTo>
                    <a:pt x="6240336" y="388199"/>
                  </a:lnTo>
                  <a:lnTo>
                    <a:pt x="6240461" y="388199"/>
                  </a:lnTo>
                  <a:lnTo>
                    <a:pt x="6240586" y="388199"/>
                  </a:lnTo>
                  <a:lnTo>
                    <a:pt x="6240711" y="388199"/>
                  </a:lnTo>
                  <a:lnTo>
                    <a:pt x="6240711" y="378245"/>
                  </a:lnTo>
                  <a:lnTo>
                    <a:pt x="6240836" y="378245"/>
                  </a:lnTo>
                  <a:lnTo>
                    <a:pt x="6240961" y="378245"/>
                  </a:lnTo>
                  <a:lnTo>
                    <a:pt x="6241086" y="378245"/>
                  </a:lnTo>
                  <a:lnTo>
                    <a:pt x="6241211" y="378245"/>
                  </a:lnTo>
                  <a:lnTo>
                    <a:pt x="6241336" y="378245"/>
                  </a:lnTo>
                  <a:lnTo>
                    <a:pt x="6241461" y="378245"/>
                  </a:lnTo>
                  <a:lnTo>
                    <a:pt x="6241586" y="378245"/>
                  </a:lnTo>
                  <a:lnTo>
                    <a:pt x="6241711" y="378245"/>
                  </a:lnTo>
                  <a:lnTo>
                    <a:pt x="6241836" y="378245"/>
                  </a:lnTo>
                  <a:lnTo>
                    <a:pt x="6241961" y="378245"/>
                  </a:lnTo>
                  <a:lnTo>
                    <a:pt x="6242086" y="378245"/>
                  </a:lnTo>
                  <a:lnTo>
                    <a:pt x="6242211" y="378245"/>
                  </a:lnTo>
                  <a:lnTo>
                    <a:pt x="6242336" y="378245"/>
                  </a:lnTo>
                  <a:lnTo>
                    <a:pt x="6242461" y="378245"/>
                  </a:lnTo>
                  <a:lnTo>
                    <a:pt x="6242586" y="378245"/>
                  </a:lnTo>
                  <a:lnTo>
                    <a:pt x="6242711" y="378245"/>
                  </a:lnTo>
                  <a:lnTo>
                    <a:pt x="6242836" y="378245"/>
                  </a:lnTo>
                  <a:lnTo>
                    <a:pt x="6242961" y="378245"/>
                  </a:lnTo>
                  <a:lnTo>
                    <a:pt x="6243087" y="378245"/>
                  </a:lnTo>
                  <a:lnTo>
                    <a:pt x="6243212" y="378245"/>
                  </a:lnTo>
                  <a:lnTo>
                    <a:pt x="6243337" y="378245"/>
                  </a:lnTo>
                  <a:lnTo>
                    <a:pt x="6243462" y="378245"/>
                  </a:lnTo>
                  <a:lnTo>
                    <a:pt x="6243587" y="378245"/>
                  </a:lnTo>
                  <a:lnTo>
                    <a:pt x="6243712" y="378245"/>
                  </a:lnTo>
                  <a:lnTo>
                    <a:pt x="6243837" y="378245"/>
                  </a:lnTo>
                  <a:lnTo>
                    <a:pt x="6243962" y="378245"/>
                  </a:lnTo>
                  <a:lnTo>
                    <a:pt x="6244087" y="378245"/>
                  </a:lnTo>
                  <a:lnTo>
                    <a:pt x="6244087" y="368291"/>
                  </a:lnTo>
                  <a:lnTo>
                    <a:pt x="6244212" y="368291"/>
                  </a:lnTo>
                  <a:lnTo>
                    <a:pt x="6244337" y="368291"/>
                  </a:lnTo>
                  <a:lnTo>
                    <a:pt x="6244462" y="368291"/>
                  </a:lnTo>
                  <a:lnTo>
                    <a:pt x="6244587" y="368291"/>
                  </a:lnTo>
                  <a:lnTo>
                    <a:pt x="6244712" y="368291"/>
                  </a:lnTo>
                  <a:lnTo>
                    <a:pt x="6244837" y="368291"/>
                  </a:lnTo>
                  <a:lnTo>
                    <a:pt x="6244962" y="368291"/>
                  </a:lnTo>
                  <a:lnTo>
                    <a:pt x="6245087" y="368291"/>
                  </a:lnTo>
                  <a:lnTo>
                    <a:pt x="6245212" y="368291"/>
                  </a:lnTo>
                  <a:lnTo>
                    <a:pt x="6245337" y="368291"/>
                  </a:lnTo>
                  <a:lnTo>
                    <a:pt x="6245462" y="368291"/>
                  </a:lnTo>
                  <a:lnTo>
                    <a:pt x="6245587" y="368291"/>
                  </a:lnTo>
                  <a:lnTo>
                    <a:pt x="6245712" y="368291"/>
                  </a:lnTo>
                  <a:lnTo>
                    <a:pt x="6245837" y="368291"/>
                  </a:lnTo>
                  <a:lnTo>
                    <a:pt x="6245962" y="368291"/>
                  </a:lnTo>
                  <a:lnTo>
                    <a:pt x="6246088" y="368291"/>
                  </a:lnTo>
                  <a:lnTo>
                    <a:pt x="6246213" y="368291"/>
                  </a:lnTo>
                  <a:lnTo>
                    <a:pt x="6246338" y="368291"/>
                  </a:lnTo>
                  <a:lnTo>
                    <a:pt x="6246463" y="368291"/>
                  </a:lnTo>
                  <a:lnTo>
                    <a:pt x="6246588" y="368291"/>
                  </a:lnTo>
                  <a:lnTo>
                    <a:pt x="6246713" y="368291"/>
                  </a:lnTo>
                  <a:lnTo>
                    <a:pt x="6246838" y="368291"/>
                  </a:lnTo>
                  <a:lnTo>
                    <a:pt x="6246963" y="368291"/>
                  </a:lnTo>
                  <a:lnTo>
                    <a:pt x="6247088" y="368291"/>
                  </a:lnTo>
                  <a:lnTo>
                    <a:pt x="6247213" y="368291"/>
                  </a:lnTo>
                  <a:lnTo>
                    <a:pt x="6247338" y="368291"/>
                  </a:lnTo>
                  <a:lnTo>
                    <a:pt x="6247463" y="368291"/>
                  </a:lnTo>
                  <a:lnTo>
                    <a:pt x="6247588" y="368291"/>
                  </a:lnTo>
                  <a:lnTo>
                    <a:pt x="6247713" y="368291"/>
                  </a:lnTo>
                  <a:lnTo>
                    <a:pt x="6247838" y="368291"/>
                  </a:lnTo>
                  <a:lnTo>
                    <a:pt x="6247963" y="368291"/>
                  </a:lnTo>
                  <a:lnTo>
                    <a:pt x="6248088" y="368291"/>
                  </a:lnTo>
                  <a:lnTo>
                    <a:pt x="6248213" y="368291"/>
                  </a:lnTo>
                  <a:lnTo>
                    <a:pt x="6248338" y="368291"/>
                  </a:lnTo>
                  <a:lnTo>
                    <a:pt x="6248463" y="368291"/>
                  </a:lnTo>
                  <a:lnTo>
                    <a:pt x="6248588" y="368291"/>
                  </a:lnTo>
                  <a:lnTo>
                    <a:pt x="6248713" y="368291"/>
                  </a:lnTo>
                  <a:lnTo>
                    <a:pt x="6248838" y="368291"/>
                  </a:lnTo>
                  <a:lnTo>
                    <a:pt x="6248964" y="368291"/>
                  </a:lnTo>
                  <a:lnTo>
                    <a:pt x="6249089" y="368291"/>
                  </a:lnTo>
                  <a:lnTo>
                    <a:pt x="6249214" y="368291"/>
                  </a:lnTo>
                  <a:lnTo>
                    <a:pt x="6249339" y="368291"/>
                  </a:lnTo>
                  <a:lnTo>
                    <a:pt x="6249464" y="368291"/>
                  </a:lnTo>
                  <a:lnTo>
                    <a:pt x="6249589" y="368291"/>
                  </a:lnTo>
                  <a:lnTo>
                    <a:pt x="6249714" y="368291"/>
                  </a:lnTo>
                  <a:lnTo>
                    <a:pt x="6249839" y="368291"/>
                  </a:lnTo>
                  <a:lnTo>
                    <a:pt x="6249964" y="368291"/>
                  </a:lnTo>
                  <a:lnTo>
                    <a:pt x="6250089" y="368291"/>
                  </a:lnTo>
                  <a:lnTo>
                    <a:pt x="6250214" y="368291"/>
                  </a:lnTo>
                  <a:lnTo>
                    <a:pt x="6250339" y="368291"/>
                  </a:lnTo>
                  <a:lnTo>
                    <a:pt x="6250464" y="368291"/>
                  </a:lnTo>
                  <a:lnTo>
                    <a:pt x="6250589" y="368291"/>
                  </a:lnTo>
                  <a:lnTo>
                    <a:pt x="6250714" y="368291"/>
                  </a:lnTo>
                  <a:lnTo>
                    <a:pt x="6250839" y="368291"/>
                  </a:lnTo>
                  <a:lnTo>
                    <a:pt x="6250964" y="368291"/>
                  </a:lnTo>
                  <a:lnTo>
                    <a:pt x="6251089" y="368291"/>
                  </a:lnTo>
                  <a:lnTo>
                    <a:pt x="6251214" y="368291"/>
                  </a:lnTo>
                  <a:lnTo>
                    <a:pt x="6251339" y="368291"/>
                  </a:lnTo>
                  <a:lnTo>
                    <a:pt x="6251464" y="368291"/>
                  </a:lnTo>
                  <a:lnTo>
                    <a:pt x="6251589" y="368291"/>
                  </a:lnTo>
                  <a:lnTo>
                    <a:pt x="6251714" y="368291"/>
                  </a:lnTo>
                  <a:lnTo>
                    <a:pt x="6251839" y="368291"/>
                  </a:lnTo>
                  <a:lnTo>
                    <a:pt x="6251965" y="368291"/>
                  </a:lnTo>
                  <a:lnTo>
                    <a:pt x="6252090" y="368291"/>
                  </a:lnTo>
                  <a:lnTo>
                    <a:pt x="6252215" y="368291"/>
                  </a:lnTo>
                  <a:lnTo>
                    <a:pt x="6252340" y="368291"/>
                  </a:lnTo>
                  <a:lnTo>
                    <a:pt x="6252465" y="368291"/>
                  </a:lnTo>
                  <a:lnTo>
                    <a:pt x="6252590" y="368291"/>
                  </a:lnTo>
                  <a:lnTo>
                    <a:pt x="6252715" y="368291"/>
                  </a:lnTo>
                  <a:lnTo>
                    <a:pt x="6252840" y="368291"/>
                  </a:lnTo>
                  <a:lnTo>
                    <a:pt x="6252965" y="368291"/>
                  </a:lnTo>
                  <a:lnTo>
                    <a:pt x="6253090" y="368291"/>
                  </a:lnTo>
                  <a:lnTo>
                    <a:pt x="6253215" y="368291"/>
                  </a:lnTo>
                  <a:lnTo>
                    <a:pt x="6253340" y="368291"/>
                  </a:lnTo>
                  <a:lnTo>
                    <a:pt x="6253465" y="368291"/>
                  </a:lnTo>
                  <a:lnTo>
                    <a:pt x="6253590" y="368291"/>
                  </a:lnTo>
                  <a:lnTo>
                    <a:pt x="6253715" y="368291"/>
                  </a:lnTo>
                  <a:lnTo>
                    <a:pt x="6253840" y="368291"/>
                  </a:lnTo>
                  <a:lnTo>
                    <a:pt x="6253965" y="368291"/>
                  </a:lnTo>
                  <a:lnTo>
                    <a:pt x="6254090" y="368291"/>
                  </a:lnTo>
                  <a:lnTo>
                    <a:pt x="6254215" y="368291"/>
                  </a:lnTo>
                  <a:lnTo>
                    <a:pt x="6254340" y="368291"/>
                  </a:lnTo>
                  <a:lnTo>
                    <a:pt x="6254465" y="368291"/>
                  </a:lnTo>
                  <a:lnTo>
                    <a:pt x="6254590" y="368291"/>
                  </a:lnTo>
                  <a:lnTo>
                    <a:pt x="6254715" y="368291"/>
                  </a:lnTo>
                  <a:lnTo>
                    <a:pt x="6254840" y="368291"/>
                  </a:lnTo>
                  <a:lnTo>
                    <a:pt x="6254966" y="368291"/>
                  </a:lnTo>
                  <a:lnTo>
                    <a:pt x="6255091" y="368291"/>
                  </a:lnTo>
                  <a:lnTo>
                    <a:pt x="6255216" y="368291"/>
                  </a:lnTo>
                  <a:lnTo>
                    <a:pt x="6255341" y="368291"/>
                  </a:lnTo>
                  <a:lnTo>
                    <a:pt x="6255466" y="368291"/>
                  </a:lnTo>
                  <a:lnTo>
                    <a:pt x="6255591" y="368291"/>
                  </a:lnTo>
                  <a:lnTo>
                    <a:pt x="6255716" y="368291"/>
                  </a:lnTo>
                  <a:lnTo>
                    <a:pt x="6255841" y="368291"/>
                  </a:lnTo>
                  <a:lnTo>
                    <a:pt x="6255966" y="368291"/>
                  </a:lnTo>
                  <a:lnTo>
                    <a:pt x="6256091" y="368291"/>
                  </a:lnTo>
                  <a:lnTo>
                    <a:pt x="6256216" y="368291"/>
                  </a:lnTo>
                  <a:lnTo>
                    <a:pt x="6256341" y="368291"/>
                  </a:lnTo>
                  <a:lnTo>
                    <a:pt x="6256466" y="368291"/>
                  </a:lnTo>
                  <a:lnTo>
                    <a:pt x="6256591" y="368291"/>
                  </a:lnTo>
                  <a:lnTo>
                    <a:pt x="6256716" y="368291"/>
                  </a:lnTo>
                  <a:lnTo>
                    <a:pt x="6256841" y="368291"/>
                  </a:lnTo>
                  <a:lnTo>
                    <a:pt x="6256966" y="368291"/>
                  </a:lnTo>
                  <a:lnTo>
                    <a:pt x="6257091" y="368291"/>
                  </a:lnTo>
                  <a:lnTo>
                    <a:pt x="6257216" y="368291"/>
                  </a:lnTo>
                  <a:lnTo>
                    <a:pt x="6257341" y="368291"/>
                  </a:lnTo>
                  <a:lnTo>
                    <a:pt x="6257466" y="368291"/>
                  </a:lnTo>
                  <a:lnTo>
                    <a:pt x="6257591" y="368291"/>
                  </a:lnTo>
                  <a:lnTo>
                    <a:pt x="6257716" y="368291"/>
                  </a:lnTo>
                  <a:lnTo>
                    <a:pt x="6257841" y="368291"/>
                  </a:lnTo>
                  <a:lnTo>
                    <a:pt x="6257967" y="368291"/>
                  </a:lnTo>
                  <a:lnTo>
                    <a:pt x="6258092" y="368291"/>
                  </a:lnTo>
                  <a:lnTo>
                    <a:pt x="6258217" y="368291"/>
                  </a:lnTo>
                  <a:lnTo>
                    <a:pt x="6258342" y="368291"/>
                  </a:lnTo>
                  <a:lnTo>
                    <a:pt x="6258467" y="368291"/>
                  </a:lnTo>
                  <a:lnTo>
                    <a:pt x="6258592" y="368291"/>
                  </a:lnTo>
                  <a:lnTo>
                    <a:pt x="6258717" y="368291"/>
                  </a:lnTo>
                  <a:lnTo>
                    <a:pt x="6258842" y="368291"/>
                  </a:lnTo>
                  <a:lnTo>
                    <a:pt x="6258967" y="368291"/>
                  </a:lnTo>
                  <a:lnTo>
                    <a:pt x="6259092" y="368291"/>
                  </a:lnTo>
                  <a:lnTo>
                    <a:pt x="6259217" y="368291"/>
                  </a:lnTo>
                  <a:lnTo>
                    <a:pt x="6259342" y="368291"/>
                  </a:lnTo>
                  <a:lnTo>
                    <a:pt x="6259467" y="368291"/>
                  </a:lnTo>
                  <a:lnTo>
                    <a:pt x="6259592" y="368291"/>
                  </a:lnTo>
                  <a:lnTo>
                    <a:pt x="6259717" y="368291"/>
                  </a:lnTo>
                  <a:lnTo>
                    <a:pt x="6259842" y="368291"/>
                  </a:lnTo>
                  <a:lnTo>
                    <a:pt x="6259967" y="368291"/>
                  </a:lnTo>
                  <a:lnTo>
                    <a:pt x="6260092" y="368291"/>
                  </a:lnTo>
                  <a:lnTo>
                    <a:pt x="6260217" y="368291"/>
                  </a:lnTo>
                  <a:lnTo>
                    <a:pt x="6260342" y="368291"/>
                  </a:lnTo>
                  <a:lnTo>
                    <a:pt x="6260467" y="368291"/>
                  </a:lnTo>
                  <a:lnTo>
                    <a:pt x="6260592" y="368291"/>
                  </a:lnTo>
                  <a:lnTo>
                    <a:pt x="6260717" y="368291"/>
                  </a:lnTo>
                  <a:lnTo>
                    <a:pt x="6260842" y="368291"/>
                  </a:lnTo>
                  <a:lnTo>
                    <a:pt x="6260968" y="368291"/>
                  </a:lnTo>
                  <a:lnTo>
                    <a:pt x="6261093" y="368291"/>
                  </a:lnTo>
                  <a:lnTo>
                    <a:pt x="6261218" y="368291"/>
                  </a:lnTo>
                  <a:lnTo>
                    <a:pt x="6261343" y="368291"/>
                  </a:lnTo>
                  <a:lnTo>
                    <a:pt x="6261468" y="368291"/>
                  </a:lnTo>
                  <a:lnTo>
                    <a:pt x="6261593" y="368291"/>
                  </a:lnTo>
                  <a:lnTo>
                    <a:pt x="6261718" y="368291"/>
                  </a:lnTo>
                  <a:lnTo>
                    <a:pt x="6261843" y="368291"/>
                  </a:lnTo>
                  <a:lnTo>
                    <a:pt x="6261968" y="368291"/>
                  </a:lnTo>
                  <a:lnTo>
                    <a:pt x="6261968" y="358337"/>
                  </a:lnTo>
                  <a:lnTo>
                    <a:pt x="6262093" y="358337"/>
                  </a:lnTo>
                  <a:lnTo>
                    <a:pt x="6262218" y="358337"/>
                  </a:lnTo>
                  <a:lnTo>
                    <a:pt x="6262343" y="358337"/>
                  </a:lnTo>
                  <a:lnTo>
                    <a:pt x="6262468" y="358337"/>
                  </a:lnTo>
                  <a:lnTo>
                    <a:pt x="6262593" y="358337"/>
                  </a:lnTo>
                  <a:lnTo>
                    <a:pt x="6262718" y="358337"/>
                  </a:lnTo>
                  <a:lnTo>
                    <a:pt x="6262843" y="358337"/>
                  </a:lnTo>
                  <a:lnTo>
                    <a:pt x="6262968" y="358337"/>
                  </a:lnTo>
                  <a:lnTo>
                    <a:pt x="6263093" y="358337"/>
                  </a:lnTo>
                  <a:lnTo>
                    <a:pt x="6263218" y="358337"/>
                  </a:lnTo>
                  <a:lnTo>
                    <a:pt x="6263343" y="358337"/>
                  </a:lnTo>
                  <a:lnTo>
                    <a:pt x="6263468" y="358337"/>
                  </a:lnTo>
                  <a:lnTo>
                    <a:pt x="6263593" y="358337"/>
                  </a:lnTo>
                  <a:lnTo>
                    <a:pt x="6263718" y="358337"/>
                  </a:lnTo>
                  <a:lnTo>
                    <a:pt x="6263843" y="358337"/>
                  </a:lnTo>
                  <a:lnTo>
                    <a:pt x="6263969" y="358337"/>
                  </a:lnTo>
                  <a:lnTo>
                    <a:pt x="6264094" y="358337"/>
                  </a:lnTo>
                  <a:lnTo>
                    <a:pt x="6264219" y="358337"/>
                  </a:lnTo>
                  <a:lnTo>
                    <a:pt x="6264344" y="358337"/>
                  </a:lnTo>
                  <a:lnTo>
                    <a:pt x="6264469" y="358337"/>
                  </a:lnTo>
                  <a:lnTo>
                    <a:pt x="6264594" y="358337"/>
                  </a:lnTo>
                  <a:lnTo>
                    <a:pt x="6264719" y="358337"/>
                  </a:lnTo>
                  <a:lnTo>
                    <a:pt x="6264844" y="358337"/>
                  </a:lnTo>
                  <a:lnTo>
                    <a:pt x="6264969" y="358337"/>
                  </a:lnTo>
                  <a:lnTo>
                    <a:pt x="6265094" y="358337"/>
                  </a:lnTo>
                  <a:lnTo>
                    <a:pt x="6265219" y="358337"/>
                  </a:lnTo>
                  <a:lnTo>
                    <a:pt x="6265344" y="358337"/>
                  </a:lnTo>
                  <a:lnTo>
                    <a:pt x="6265469" y="358337"/>
                  </a:lnTo>
                  <a:lnTo>
                    <a:pt x="6265594" y="358337"/>
                  </a:lnTo>
                  <a:lnTo>
                    <a:pt x="6265719" y="358337"/>
                  </a:lnTo>
                  <a:lnTo>
                    <a:pt x="6265844" y="358337"/>
                  </a:lnTo>
                  <a:lnTo>
                    <a:pt x="6265969" y="358337"/>
                  </a:lnTo>
                  <a:lnTo>
                    <a:pt x="6266094" y="358337"/>
                  </a:lnTo>
                  <a:lnTo>
                    <a:pt x="6266219" y="358337"/>
                  </a:lnTo>
                  <a:lnTo>
                    <a:pt x="6266344" y="358337"/>
                  </a:lnTo>
                  <a:lnTo>
                    <a:pt x="6266469" y="358337"/>
                  </a:lnTo>
                  <a:lnTo>
                    <a:pt x="6266594" y="358337"/>
                  </a:lnTo>
                  <a:lnTo>
                    <a:pt x="6266719" y="358337"/>
                  </a:lnTo>
                  <a:lnTo>
                    <a:pt x="6266844" y="358337"/>
                  </a:lnTo>
                  <a:lnTo>
                    <a:pt x="6266970" y="358337"/>
                  </a:lnTo>
                  <a:lnTo>
                    <a:pt x="6267095" y="358337"/>
                  </a:lnTo>
                  <a:lnTo>
                    <a:pt x="6267220" y="358337"/>
                  </a:lnTo>
                  <a:lnTo>
                    <a:pt x="6267345" y="358337"/>
                  </a:lnTo>
                  <a:lnTo>
                    <a:pt x="6267470" y="358337"/>
                  </a:lnTo>
                  <a:lnTo>
                    <a:pt x="6267595" y="358337"/>
                  </a:lnTo>
                  <a:lnTo>
                    <a:pt x="6267720" y="358337"/>
                  </a:lnTo>
                  <a:lnTo>
                    <a:pt x="6267845" y="358337"/>
                  </a:lnTo>
                  <a:lnTo>
                    <a:pt x="6267970" y="358337"/>
                  </a:lnTo>
                  <a:lnTo>
                    <a:pt x="6268095" y="358337"/>
                  </a:lnTo>
                  <a:lnTo>
                    <a:pt x="6268220" y="358337"/>
                  </a:lnTo>
                  <a:lnTo>
                    <a:pt x="6268345" y="358337"/>
                  </a:lnTo>
                  <a:lnTo>
                    <a:pt x="6268470" y="358337"/>
                  </a:lnTo>
                  <a:lnTo>
                    <a:pt x="6268595" y="358337"/>
                  </a:lnTo>
                  <a:lnTo>
                    <a:pt x="6268720" y="358337"/>
                  </a:lnTo>
                  <a:lnTo>
                    <a:pt x="6268845" y="358337"/>
                  </a:lnTo>
                  <a:lnTo>
                    <a:pt x="6268970" y="358337"/>
                  </a:lnTo>
                  <a:lnTo>
                    <a:pt x="6269095" y="358337"/>
                  </a:lnTo>
                  <a:lnTo>
                    <a:pt x="6269220" y="358337"/>
                  </a:lnTo>
                  <a:lnTo>
                    <a:pt x="6269345" y="358337"/>
                  </a:lnTo>
                  <a:lnTo>
                    <a:pt x="6269470" y="358337"/>
                  </a:lnTo>
                  <a:lnTo>
                    <a:pt x="6269595" y="358337"/>
                  </a:lnTo>
                  <a:lnTo>
                    <a:pt x="6269720" y="358337"/>
                  </a:lnTo>
                  <a:lnTo>
                    <a:pt x="6269845" y="358337"/>
                  </a:lnTo>
                  <a:lnTo>
                    <a:pt x="6269971" y="358337"/>
                  </a:lnTo>
                  <a:lnTo>
                    <a:pt x="6270096" y="358337"/>
                  </a:lnTo>
                  <a:lnTo>
                    <a:pt x="6270221" y="358337"/>
                  </a:lnTo>
                  <a:lnTo>
                    <a:pt x="6270346" y="358337"/>
                  </a:lnTo>
                  <a:lnTo>
                    <a:pt x="6270471" y="358337"/>
                  </a:lnTo>
                  <a:lnTo>
                    <a:pt x="6270596" y="358337"/>
                  </a:lnTo>
                  <a:lnTo>
                    <a:pt x="6270721" y="358337"/>
                  </a:lnTo>
                  <a:lnTo>
                    <a:pt x="6270846" y="358337"/>
                  </a:lnTo>
                  <a:lnTo>
                    <a:pt x="6270971" y="358337"/>
                  </a:lnTo>
                  <a:lnTo>
                    <a:pt x="6271096" y="358337"/>
                  </a:lnTo>
                  <a:lnTo>
                    <a:pt x="6271221" y="358337"/>
                  </a:lnTo>
                  <a:lnTo>
                    <a:pt x="6271346" y="358337"/>
                  </a:lnTo>
                  <a:lnTo>
                    <a:pt x="6271471" y="358337"/>
                  </a:lnTo>
                  <a:lnTo>
                    <a:pt x="6271596" y="358337"/>
                  </a:lnTo>
                  <a:lnTo>
                    <a:pt x="6271721" y="358337"/>
                  </a:lnTo>
                  <a:lnTo>
                    <a:pt x="6271846" y="358337"/>
                  </a:lnTo>
                  <a:lnTo>
                    <a:pt x="6271971" y="358337"/>
                  </a:lnTo>
                  <a:lnTo>
                    <a:pt x="6272096" y="358337"/>
                  </a:lnTo>
                  <a:lnTo>
                    <a:pt x="6272221" y="358337"/>
                  </a:lnTo>
                  <a:lnTo>
                    <a:pt x="6272346" y="358337"/>
                  </a:lnTo>
                  <a:lnTo>
                    <a:pt x="6272471" y="358337"/>
                  </a:lnTo>
                  <a:lnTo>
                    <a:pt x="6272596" y="358337"/>
                  </a:lnTo>
                  <a:lnTo>
                    <a:pt x="6272721" y="358337"/>
                  </a:lnTo>
                  <a:lnTo>
                    <a:pt x="6272846" y="358337"/>
                  </a:lnTo>
                  <a:lnTo>
                    <a:pt x="6272972" y="358337"/>
                  </a:lnTo>
                  <a:lnTo>
                    <a:pt x="6273097" y="358337"/>
                  </a:lnTo>
                  <a:lnTo>
                    <a:pt x="6273222" y="358337"/>
                  </a:lnTo>
                  <a:lnTo>
                    <a:pt x="6273347" y="358337"/>
                  </a:lnTo>
                  <a:lnTo>
                    <a:pt x="6273472" y="358337"/>
                  </a:lnTo>
                  <a:lnTo>
                    <a:pt x="6273597" y="358337"/>
                  </a:lnTo>
                  <a:lnTo>
                    <a:pt x="6273722" y="358337"/>
                  </a:lnTo>
                  <a:lnTo>
                    <a:pt x="6273847" y="358337"/>
                  </a:lnTo>
                  <a:lnTo>
                    <a:pt x="6273972" y="358337"/>
                  </a:lnTo>
                  <a:lnTo>
                    <a:pt x="6274097" y="358337"/>
                  </a:lnTo>
                  <a:lnTo>
                    <a:pt x="6274222" y="358337"/>
                  </a:lnTo>
                  <a:lnTo>
                    <a:pt x="6274347" y="358337"/>
                  </a:lnTo>
                  <a:lnTo>
                    <a:pt x="6274472" y="358337"/>
                  </a:lnTo>
                  <a:lnTo>
                    <a:pt x="6274597" y="358337"/>
                  </a:lnTo>
                  <a:lnTo>
                    <a:pt x="6274722" y="358337"/>
                  </a:lnTo>
                  <a:lnTo>
                    <a:pt x="6274847" y="358337"/>
                  </a:lnTo>
                  <a:lnTo>
                    <a:pt x="6274972" y="358337"/>
                  </a:lnTo>
                  <a:lnTo>
                    <a:pt x="6275097" y="358337"/>
                  </a:lnTo>
                  <a:lnTo>
                    <a:pt x="6275222" y="358337"/>
                  </a:lnTo>
                  <a:lnTo>
                    <a:pt x="6275347" y="358337"/>
                  </a:lnTo>
                  <a:lnTo>
                    <a:pt x="6275472" y="358337"/>
                  </a:lnTo>
                  <a:lnTo>
                    <a:pt x="6275597" y="358337"/>
                  </a:lnTo>
                  <a:lnTo>
                    <a:pt x="6275722" y="358337"/>
                  </a:lnTo>
                  <a:lnTo>
                    <a:pt x="6275847" y="358337"/>
                  </a:lnTo>
                  <a:lnTo>
                    <a:pt x="6275973" y="358337"/>
                  </a:lnTo>
                  <a:lnTo>
                    <a:pt x="6276098" y="358337"/>
                  </a:lnTo>
                  <a:lnTo>
                    <a:pt x="6276223" y="358337"/>
                  </a:lnTo>
                  <a:lnTo>
                    <a:pt x="6276348" y="358337"/>
                  </a:lnTo>
                  <a:lnTo>
                    <a:pt x="6276473" y="358337"/>
                  </a:lnTo>
                  <a:lnTo>
                    <a:pt x="6276598" y="358337"/>
                  </a:lnTo>
                  <a:lnTo>
                    <a:pt x="6276723" y="358337"/>
                  </a:lnTo>
                  <a:lnTo>
                    <a:pt x="6276848" y="358337"/>
                  </a:lnTo>
                  <a:lnTo>
                    <a:pt x="6276973" y="358337"/>
                  </a:lnTo>
                  <a:lnTo>
                    <a:pt x="6277098" y="358337"/>
                  </a:lnTo>
                  <a:lnTo>
                    <a:pt x="6277223" y="358337"/>
                  </a:lnTo>
                  <a:lnTo>
                    <a:pt x="6277348" y="358337"/>
                  </a:lnTo>
                  <a:lnTo>
                    <a:pt x="6277473" y="358337"/>
                  </a:lnTo>
                  <a:lnTo>
                    <a:pt x="6277598" y="358337"/>
                  </a:lnTo>
                  <a:lnTo>
                    <a:pt x="6277723" y="358337"/>
                  </a:lnTo>
                  <a:lnTo>
                    <a:pt x="6277848" y="358337"/>
                  </a:lnTo>
                  <a:lnTo>
                    <a:pt x="6277973" y="358337"/>
                  </a:lnTo>
                  <a:lnTo>
                    <a:pt x="6278098" y="358337"/>
                  </a:lnTo>
                  <a:lnTo>
                    <a:pt x="6278223" y="358337"/>
                  </a:lnTo>
                  <a:lnTo>
                    <a:pt x="6278348" y="358337"/>
                  </a:lnTo>
                  <a:lnTo>
                    <a:pt x="6278473" y="358337"/>
                  </a:lnTo>
                  <a:lnTo>
                    <a:pt x="6278598" y="358337"/>
                  </a:lnTo>
                  <a:lnTo>
                    <a:pt x="6278723" y="358337"/>
                  </a:lnTo>
                  <a:lnTo>
                    <a:pt x="6278848" y="358337"/>
                  </a:lnTo>
                  <a:lnTo>
                    <a:pt x="6278974" y="358337"/>
                  </a:lnTo>
                  <a:lnTo>
                    <a:pt x="6279099" y="358337"/>
                  </a:lnTo>
                  <a:lnTo>
                    <a:pt x="6279224" y="358337"/>
                  </a:lnTo>
                  <a:lnTo>
                    <a:pt x="6279349" y="358337"/>
                  </a:lnTo>
                  <a:lnTo>
                    <a:pt x="6279474" y="358337"/>
                  </a:lnTo>
                  <a:lnTo>
                    <a:pt x="6279599" y="358337"/>
                  </a:lnTo>
                  <a:lnTo>
                    <a:pt x="6279724" y="358337"/>
                  </a:lnTo>
                  <a:lnTo>
                    <a:pt x="6279849" y="358337"/>
                  </a:lnTo>
                  <a:lnTo>
                    <a:pt x="6279974" y="358337"/>
                  </a:lnTo>
                  <a:lnTo>
                    <a:pt x="6280099" y="358337"/>
                  </a:lnTo>
                  <a:lnTo>
                    <a:pt x="6280224" y="358337"/>
                  </a:lnTo>
                  <a:lnTo>
                    <a:pt x="6280349" y="358337"/>
                  </a:lnTo>
                  <a:lnTo>
                    <a:pt x="6280474" y="358337"/>
                  </a:lnTo>
                  <a:lnTo>
                    <a:pt x="6280599" y="358337"/>
                  </a:lnTo>
                  <a:lnTo>
                    <a:pt x="6280724" y="358337"/>
                  </a:lnTo>
                  <a:lnTo>
                    <a:pt x="6280849" y="358337"/>
                  </a:lnTo>
                  <a:lnTo>
                    <a:pt x="6280974" y="358337"/>
                  </a:lnTo>
                  <a:lnTo>
                    <a:pt x="6281099" y="358337"/>
                  </a:lnTo>
                  <a:lnTo>
                    <a:pt x="6281224" y="358337"/>
                  </a:lnTo>
                  <a:lnTo>
                    <a:pt x="6281349" y="358337"/>
                  </a:lnTo>
                  <a:lnTo>
                    <a:pt x="6281474" y="358337"/>
                  </a:lnTo>
                  <a:lnTo>
                    <a:pt x="6281599" y="358337"/>
                  </a:lnTo>
                  <a:lnTo>
                    <a:pt x="6281724" y="358337"/>
                  </a:lnTo>
                  <a:lnTo>
                    <a:pt x="6281849" y="358337"/>
                  </a:lnTo>
                  <a:lnTo>
                    <a:pt x="6281975" y="358337"/>
                  </a:lnTo>
                  <a:lnTo>
                    <a:pt x="6282100" y="358337"/>
                  </a:lnTo>
                  <a:lnTo>
                    <a:pt x="6282225" y="358337"/>
                  </a:lnTo>
                  <a:lnTo>
                    <a:pt x="6282350" y="358337"/>
                  </a:lnTo>
                  <a:lnTo>
                    <a:pt x="6282475" y="358337"/>
                  </a:lnTo>
                  <a:lnTo>
                    <a:pt x="6282600" y="358337"/>
                  </a:lnTo>
                  <a:lnTo>
                    <a:pt x="6282725" y="358337"/>
                  </a:lnTo>
                  <a:lnTo>
                    <a:pt x="6282850" y="358337"/>
                  </a:lnTo>
                  <a:lnTo>
                    <a:pt x="6282975" y="358337"/>
                  </a:lnTo>
                  <a:lnTo>
                    <a:pt x="6283100" y="358337"/>
                  </a:lnTo>
                  <a:lnTo>
                    <a:pt x="6283225" y="358337"/>
                  </a:lnTo>
                  <a:lnTo>
                    <a:pt x="6283350" y="358337"/>
                  </a:lnTo>
                  <a:lnTo>
                    <a:pt x="6283475" y="358337"/>
                  </a:lnTo>
                  <a:lnTo>
                    <a:pt x="6283600" y="358337"/>
                  </a:lnTo>
                  <a:lnTo>
                    <a:pt x="6283725" y="358337"/>
                  </a:lnTo>
                  <a:lnTo>
                    <a:pt x="6283850" y="358337"/>
                  </a:lnTo>
                  <a:lnTo>
                    <a:pt x="6283975" y="358337"/>
                  </a:lnTo>
                  <a:lnTo>
                    <a:pt x="6284100" y="358337"/>
                  </a:lnTo>
                  <a:lnTo>
                    <a:pt x="6284225" y="358337"/>
                  </a:lnTo>
                  <a:lnTo>
                    <a:pt x="6284350" y="358337"/>
                  </a:lnTo>
                  <a:lnTo>
                    <a:pt x="6284475" y="358337"/>
                  </a:lnTo>
                  <a:lnTo>
                    <a:pt x="6284600" y="358337"/>
                  </a:lnTo>
                  <a:lnTo>
                    <a:pt x="6284725" y="358337"/>
                  </a:lnTo>
                  <a:lnTo>
                    <a:pt x="6284850" y="358337"/>
                  </a:lnTo>
                  <a:lnTo>
                    <a:pt x="6284976" y="358337"/>
                  </a:lnTo>
                  <a:lnTo>
                    <a:pt x="6285101" y="358337"/>
                  </a:lnTo>
                  <a:lnTo>
                    <a:pt x="6285226" y="358337"/>
                  </a:lnTo>
                  <a:lnTo>
                    <a:pt x="6285351" y="358337"/>
                  </a:lnTo>
                  <a:lnTo>
                    <a:pt x="6285476" y="358337"/>
                  </a:lnTo>
                  <a:lnTo>
                    <a:pt x="6285601" y="358337"/>
                  </a:lnTo>
                  <a:lnTo>
                    <a:pt x="6285726" y="358337"/>
                  </a:lnTo>
                  <a:lnTo>
                    <a:pt x="6285851" y="358337"/>
                  </a:lnTo>
                  <a:lnTo>
                    <a:pt x="6285976" y="358337"/>
                  </a:lnTo>
                  <a:lnTo>
                    <a:pt x="6286101" y="358337"/>
                  </a:lnTo>
                  <a:lnTo>
                    <a:pt x="6286226" y="358337"/>
                  </a:lnTo>
                  <a:lnTo>
                    <a:pt x="6286351" y="358337"/>
                  </a:lnTo>
                  <a:lnTo>
                    <a:pt x="6286476" y="358337"/>
                  </a:lnTo>
                  <a:lnTo>
                    <a:pt x="6286601" y="358337"/>
                  </a:lnTo>
                  <a:lnTo>
                    <a:pt x="6286726" y="358337"/>
                  </a:lnTo>
                  <a:lnTo>
                    <a:pt x="6286851" y="358337"/>
                  </a:lnTo>
                  <a:lnTo>
                    <a:pt x="6286976" y="358337"/>
                  </a:lnTo>
                  <a:lnTo>
                    <a:pt x="6287101" y="358337"/>
                  </a:lnTo>
                  <a:lnTo>
                    <a:pt x="6287226" y="358337"/>
                  </a:lnTo>
                  <a:lnTo>
                    <a:pt x="6287351" y="358337"/>
                  </a:lnTo>
                  <a:lnTo>
                    <a:pt x="6287476" y="358337"/>
                  </a:lnTo>
                  <a:lnTo>
                    <a:pt x="6287601" y="358337"/>
                  </a:lnTo>
                  <a:lnTo>
                    <a:pt x="6287726" y="358337"/>
                  </a:lnTo>
                  <a:lnTo>
                    <a:pt x="6287852" y="358337"/>
                  </a:lnTo>
                  <a:lnTo>
                    <a:pt x="6287977" y="358337"/>
                  </a:lnTo>
                  <a:lnTo>
                    <a:pt x="6288102" y="358337"/>
                  </a:lnTo>
                  <a:lnTo>
                    <a:pt x="6288227" y="358337"/>
                  </a:lnTo>
                  <a:lnTo>
                    <a:pt x="6288227" y="348383"/>
                  </a:lnTo>
                  <a:lnTo>
                    <a:pt x="6288352" y="348383"/>
                  </a:lnTo>
                  <a:lnTo>
                    <a:pt x="6288477" y="348383"/>
                  </a:lnTo>
                  <a:lnTo>
                    <a:pt x="6288602" y="348383"/>
                  </a:lnTo>
                  <a:lnTo>
                    <a:pt x="6288727" y="348383"/>
                  </a:lnTo>
                  <a:lnTo>
                    <a:pt x="6288852" y="348383"/>
                  </a:lnTo>
                  <a:lnTo>
                    <a:pt x="6288977" y="348383"/>
                  </a:lnTo>
                  <a:lnTo>
                    <a:pt x="6289102" y="348383"/>
                  </a:lnTo>
                  <a:lnTo>
                    <a:pt x="6289227" y="348383"/>
                  </a:lnTo>
                  <a:lnTo>
                    <a:pt x="6289352" y="348383"/>
                  </a:lnTo>
                  <a:lnTo>
                    <a:pt x="6289477" y="348383"/>
                  </a:lnTo>
                  <a:lnTo>
                    <a:pt x="6289602" y="348383"/>
                  </a:lnTo>
                  <a:lnTo>
                    <a:pt x="6289727" y="348383"/>
                  </a:lnTo>
                  <a:lnTo>
                    <a:pt x="6289852" y="348383"/>
                  </a:lnTo>
                  <a:lnTo>
                    <a:pt x="6289977" y="348383"/>
                  </a:lnTo>
                  <a:lnTo>
                    <a:pt x="6290102" y="348383"/>
                  </a:lnTo>
                  <a:lnTo>
                    <a:pt x="6290227" y="348383"/>
                  </a:lnTo>
                  <a:lnTo>
                    <a:pt x="6290352" y="348383"/>
                  </a:lnTo>
                  <a:lnTo>
                    <a:pt x="6290477" y="348383"/>
                  </a:lnTo>
                  <a:lnTo>
                    <a:pt x="6290602" y="348383"/>
                  </a:lnTo>
                  <a:lnTo>
                    <a:pt x="6290727" y="348383"/>
                  </a:lnTo>
                  <a:lnTo>
                    <a:pt x="6290853" y="348383"/>
                  </a:lnTo>
                  <a:lnTo>
                    <a:pt x="6290978" y="348383"/>
                  </a:lnTo>
                  <a:lnTo>
                    <a:pt x="6291103" y="348383"/>
                  </a:lnTo>
                  <a:lnTo>
                    <a:pt x="6291228" y="348383"/>
                  </a:lnTo>
                  <a:lnTo>
                    <a:pt x="6291353" y="348383"/>
                  </a:lnTo>
                  <a:lnTo>
                    <a:pt x="6291478" y="348383"/>
                  </a:lnTo>
                  <a:lnTo>
                    <a:pt x="6291603" y="348383"/>
                  </a:lnTo>
                  <a:lnTo>
                    <a:pt x="6291728" y="348383"/>
                  </a:lnTo>
                  <a:lnTo>
                    <a:pt x="6291853" y="348383"/>
                  </a:lnTo>
                  <a:lnTo>
                    <a:pt x="6291978" y="348383"/>
                  </a:lnTo>
                  <a:lnTo>
                    <a:pt x="6292103" y="348383"/>
                  </a:lnTo>
                  <a:lnTo>
                    <a:pt x="6292228" y="348383"/>
                  </a:lnTo>
                  <a:lnTo>
                    <a:pt x="6292353" y="348383"/>
                  </a:lnTo>
                  <a:lnTo>
                    <a:pt x="6292478" y="348383"/>
                  </a:lnTo>
                  <a:lnTo>
                    <a:pt x="6292603" y="348383"/>
                  </a:lnTo>
                  <a:lnTo>
                    <a:pt x="6292728" y="348383"/>
                  </a:lnTo>
                  <a:lnTo>
                    <a:pt x="6292853" y="348383"/>
                  </a:lnTo>
                  <a:lnTo>
                    <a:pt x="6292978" y="348383"/>
                  </a:lnTo>
                  <a:lnTo>
                    <a:pt x="6293103" y="348383"/>
                  </a:lnTo>
                  <a:lnTo>
                    <a:pt x="6293228" y="348383"/>
                  </a:lnTo>
                  <a:lnTo>
                    <a:pt x="6293353" y="348383"/>
                  </a:lnTo>
                  <a:lnTo>
                    <a:pt x="6293478" y="348383"/>
                  </a:lnTo>
                  <a:lnTo>
                    <a:pt x="6293603" y="348383"/>
                  </a:lnTo>
                  <a:lnTo>
                    <a:pt x="6293728" y="348383"/>
                  </a:lnTo>
                  <a:lnTo>
                    <a:pt x="6293854" y="348383"/>
                  </a:lnTo>
                  <a:lnTo>
                    <a:pt x="6293979" y="348383"/>
                  </a:lnTo>
                  <a:lnTo>
                    <a:pt x="6294104" y="348383"/>
                  </a:lnTo>
                  <a:lnTo>
                    <a:pt x="6294229" y="348383"/>
                  </a:lnTo>
                  <a:lnTo>
                    <a:pt x="6294354" y="348383"/>
                  </a:lnTo>
                  <a:lnTo>
                    <a:pt x="6294479" y="348383"/>
                  </a:lnTo>
                  <a:lnTo>
                    <a:pt x="6294604" y="348383"/>
                  </a:lnTo>
                  <a:lnTo>
                    <a:pt x="6294729" y="348383"/>
                  </a:lnTo>
                  <a:lnTo>
                    <a:pt x="6294854" y="348383"/>
                  </a:lnTo>
                  <a:lnTo>
                    <a:pt x="6294979" y="348383"/>
                  </a:lnTo>
                  <a:lnTo>
                    <a:pt x="6295104" y="348383"/>
                  </a:lnTo>
                  <a:lnTo>
                    <a:pt x="6295229" y="348383"/>
                  </a:lnTo>
                  <a:lnTo>
                    <a:pt x="6295354" y="348383"/>
                  </a:lnTo>
                  <a:lnTo>
                    <a:pt x="6295479" y="348383"/>
                  </a:lnTo>
                  <a:lnTo>
                    <a:pt x="6295604" y="348383"/>
                  </a:lnTo>
                  <a:lnTo>
                    <a:pt x="6295729" y="348383"/>
                  </a:lnTo>
                  <a:lnTo>
                    <a:pt x="6295854" y="348383"/>
                  </a:lnTo>
                  <a:lnTo>
                    <a:pt x="6295979" y="348383"/>
                  </a:lnTo>
                  <a:lnTo>
                    <a:pt x="6296104" y="348383"/>
                  </a:lnTo>
                  <a:lnTo>
                    <a:pt x="6296229" y="348383"/>
                  </a:lnTo>
                  <a:lnTo>
                    <a:pt x="6296354" y="348383"/>
                  </a:lnTo>
                  <a:lnTo>
                    <a:pt x="6296479" y="348383"/>
                  </a:lnTo>
                  <a:lnTo>
                    <a:pt x="6296604" y="348383"/>
                  </a:lnTo>
                  <a:lnTo>
                    <a:pt x="6296729" y="348383"/>
                  </a:lnTo>
                  <a:lnTo>
                    <a:pt x="6296855" y="348383"/>
                  </a:lnTo>
                  <a:lnTo>
                    <a:pt x="6296980" y="348383"/>
                  </a:lnTo>
                  <a:lnTo>
                    <a:pt x="6297105" y="348383"/>
                  </a:lnTo>
                  <a:lnTo>
                    <a:pt x="6297230" y="348383"/>
                  </a:lnTo>
                  <a:lnTo>
                    <a:pt x="6297355" y="348383"/>
                  </a:lnTo>
                  <a:lnTo>
                    <a:pt x="6297480" y="348383"/>
                  </a:lnTo>
                  <a:lnTo>
                    <a:pt x="6297605" y="348383"/>
                  </a:lnTo>
                  <a:lnTo>
                    <a:pt x="6297730" y="348383"/>
                  </a:lnTo>
                  <a:lnTo>
                    <a:pt x="6297855" y="348383"/>
                  </a:lnTo>
                  <a:lnTo>
                    <a:pt x="6297980" y="348383"/>
                  </a:lnTo>
                  <a:lnTo>
                    <a:pt x="6298105" y="348383"/>
                  </a:lnTo>
                  <a:lnTo>
                    <a:pt x="6298230" y="348383"/>
                  </a:lnTo>
                  <a:lnTo>
                    <a:pt x="6298355" y="348383"/>
                  </a:lnTo>
                  <a:lnTo>
                    <a:pt x="6298480" y="348383"/>
                  </a:lnTo>
                  <a:lnTo>
                    <a:pt x="6298605" y="348383"/>
                  </a:lnTo>
                  <a:lnTo>
                    <a:pt x="6298730" y="348383"/>
                  </a:lnTo>
                  <a:lnTo>
                    <a:pt x="6298855" y="348383"/>
                  </a:lnTo>
                  <a:lnTo>
                    <a:pt x="6298980" y="348383"/>
                  </a:lnTo>
                  <a:lnTo>
                    <a:pt x="6298980" y="338429"/>
                  </a:lnTo>
                  <a:lnTo>
                    <a:pt x="6299105" y="338429"/>
                  </a:lnTo>
                  <a:lnTo>
                    <a:pt x="6299230" y="338429"/>
                  </a:lnTo>
                  <a:lnTo>
                    <a:pt x="6299355" y="338429"/>
                  </a:lnTo>
                  <a:lnTo>
                    <a:pt x="6299480" y="338429"/>
                  </a:lnTo>
                  <a:lnTo>
                    <a:pt x="6299605" y="338429"/>
                  </a:lnTo>
                  <a:lnTo>
                    <a:pt x="6299730" y="338429"/>
                  </a:lnTo>
                  <a:lnTo>
                    <a:pt x="6299856" y="338429"/>
                  </a:lnTo>
                  <a:lnTo>
                    <a:pt x="6299981" y="338429"/>
                  </a:lnTo>
                  <a:lnTo>
                    <a:pt x="6300106" y="338429"/>
                  </a:lnTo>
                  <a:lnTo>
                    <a:pt x="6300231" y="338429"/>
                  </a:lnTo>
                  <a:lnTo>
                    <a:pt x="6300356" y="338429"/>
                  </a:lnTo>
                  <a:lnTo>
                    <a:pt x="6300481" y="338429"/>
                  </a:lnTo>
                  <a:lnTo>
                    <a:pt x="6300606" y="338429"/>
                  </a:lnTo>
                  <a:lnTo>
                    <a:pt x="6300731" y="338429"/>
                  </a:lnTo>
                  <a:lnTo>
                    <a:pt x="6300856" y="338429"/>
                  </a:lnTo>
                  <a:lnTo>
                    <a:pt x="6300981" y="338429"/>
                  </a:lnTo>
                  <a:lnTo>
                    <a:pt x="6301106" y="338429"/>
                  </a:lnTo>
                  <a:lnTo>
                    <a:pt x="6301231" y="338429"/>
                  </a:lnTo>
                  <a:lnTo>
                    <a:pt x="6301356" y="338429"/>
                  </a:lnTo>
                  <a:lnTo>
                    <a:pt x="6301481" y="338429"/>
                  </a:lnTo>
                  <a:lnTo>
                    <a:pt x="6301606" y="338429"/>
                  </a:lnTo>
                  <a:lnTo>
                    <a:pt x="6301731" y="338429"/>
                  </a:lnTo>
                  <a:lnTo>
                    <a:pt x="6301856" y="338429"/>
                  </a:lnTo>
                  <a:lnTo>
                    <a:pt x="6301981" y="338429"/>
                  </a:lnTo>
                  <a:lnTo>
                    <a:pt x="6302106" y="338429"/>
                  </a:lnTo>
                  <a:lnTo>
                    <a:pt x="6302231" y="338429"/>
                  </a:lnTo>
                  <a:lnTo>
                    <a:pt x="6302356" y="338429"/>
                  </a:lnTo>
                  <a:lnTo>
                    <a:pt x="6302481" y="338429"/>
                  </a:lnTo>
                  <a:lnTo>
                    <a:pt x="6302606" y="338429"/>
                  </a:lnTo>
                  <a:lnTo>
                    <a:pt x="6302731" y="338429"/>
                  </a:lnTo>
                  <a:lnTo>
                    <a:pt x="6302857" y="338429"/>
                  </a:lnTo>
                  <a:lnTo>
                    <a:pt x="6302982" y="338429"/>
                  </a:lnTo>
                  <a:lnTo>
                    <a:pt x="6303107" y="338429"/>
                  </a:lnTo>
                  <a:lnTo>
                    <a:pt x="6303232" y="338429"/>
                  </a:lnTo>
                  <a:lnTo>
                    <a:pt x="6303357" y="338429"/>
                  </a:lnTo>
                  <a:lnTo>
                    <a:pt x="6303482" y="338429"/>
                  </a:lnTo>
                  <a:lnTo>
                    <a:pt x="6303607" y="338429"/>
                  </a:lnTo>
                  <a:lnTo>
                    <a:pt x="6303732" y="338429"/>
                  </a:lnTo>
                  <a:lnTo>
                    <a:pt x="6303857" y="338429"/>
                  </a:lnTo>
                  <a:lnTo>
                    <a:pt x="6303982" y="338429"/>
                  </a:lnTo>
                  <a:lnTo>
                    <a:pt x="6304107" y="338429"/>
                  </a:lnTo>
                  <a:lnTo>
                    <a:pt x="6304232" y="338429"/>
                  </a:lnTo>
                  <a:lnTo>
                    <a:pt x="6304357" y="338429"/>
                  </a:lnTo>
                  <a:lnTo>
                    <a:pt x="6304482" y="338429"/>
                  </a:lnTo>
                  <a:lnTo>
                    <a:pt x="6304607" y="338429"/>
                  </a:lnTo>
                  <a:lnTo>
                    <a:pt x="6304732" y="338429"/>
                  </a:lnTo>
                  <a:lnTo>
                    <a:pt x="6304857" y="338429"/>
                  </a:lnTo>
                  <a:lnTo>
                    <a:pt x="6304982" y="338429"/>
                  </a:lnTo>
                  <a:lnTo>
                    <a:pt x="6305107" y="338429"/>
                  </a:lnTo>
                  <a:lnTo>
                    <a:pt x="6305232" y="338429"/>
                  </a:lnTo>
                  <a:lnTo>
                    <a:pt x="6305357" y="338429"/>
                  </a:lnTo>
                  <a:lnTo>
                    <a:pt x="6305482" y="338429"/>
                  </a:lnTo>
                  <a:lnTo>
                    <a:pt x="6305607" y="338429"/>
                  </a:lnTo>
                  <a:lnTo>
                    <a:pt x="6305732" y="338429"/>
                  </a:lnTo>
                  <a:lnTo>
                    <a:pt x="6305858" y="338429"/>
                  </a:lnTo>
                  <a:lnTo>
                    <a:pt x="6305983" y="338429"/>
                  </a:lnTo>
                  <a:lnTo>
                    <a:pt x="6306108" y="338429"/>
                  </a:lnTo>
                  <a:lnTo>
                    <a:pt x="6306233" y="338429"/>
                  </a:lnTo>
                  <a:lnTo>
                    <a:pt x="6306358" y="338429"/>
                  </a:lnTo>
                  <a:lnTo>
                    <a:pt x="6306483" y="338429"/>
                  </a:lnTo>
                  <a:lnTo>
                    <a:pt x="6306608" y="338429"/>
                  </a:lnTo>
                  <a:lnTo>
                    <a:pt x="6306733" y="338429"/>
                  </a:lnTo>
                  <a:lnTo>
                    <a:pt x="6306858" y="338429"/>
                  </a:lnTo>
                  <a:lnTo>
                    <a:pt x="6306983" y="338429"/>
                  </a:lnTo>
                  <a:lnTo>
                    <a:pt x="6307108" y="338429"/>
                  </a:lnTo>
                  <a:lnTo>
                    <a:pt x="6307233" y="338429"/>
                  </a:lnTo>
                  <a:lnTo>
                    <a:pt x="6307358" y="338429"/>
                  </a:lnTo>
                  <a:lnTo>
                    <a:pt x="6307483" y="338429"/>
                  </a:lnTo>
                  <a:lnTo>
                    <a:pt x="6307608" y="338429"/>
                  </a:lnTo>
                  <a:lnTo>
                    <a:pt x="6307733" y="338429"/>
                  </a:lnTo>
                  <a:lnTo>
                    <a:pt x="6307858" y="338429"/>
                  </a:lnTo>
                  <a:lnTo>
                    <a:pt x="6307983" y="338429"/>
                  </a:lnTo>
                  <a:lnTo>
                    <a:pt x="6308108" y="338429"/>
                  </a:lnTo>
                  <a:lnTo>
                    <a:pt x="6308233" y="338429"/>
                  </a:lnTo>
                  <a:lnTo>
                    <a:pt x="6308358" y="338429"/>
                  </a:lnTo>
                  <a:lnTo>
                    <a:pt x="6308483" y="338429"/>
                  </a:lnTo>
                  <a:lnTo>
                    <a:pt x="6308608" y="338429"/>
                  </a:lnTo>
                  <a:lnTo>
                    <a:pt x="6308733" y="338429"/>
                  </a:lnTo>
                  <a:lnTo>
                    <a:pt x="6308859" y="338429"/>
                  </a:lnTo>
                  <a:lnTo>
                    <a:pt x="6308984" y="338429"/>
                  </a:lnTo>
                  <a:lnTo>
                    <a:pt x="6309109" y="338429"/>
                  </a:lnTo>
                  <a:lnTo>
                    <a:pt x="6309234" y="338429"/>
                  </a:lnTo>
                  <a:lnTo>
                    <a:pt x="6309359" y="338429"/>
                  </a:lnTo>
                  <a:lnTo>
                    <a:pt x="6309484" y="338429"/>
                  </a:lnTo>
                  <a:lnTo>
                    <a:pt x="6309609" y="338429"/>
                  </a:lnTo>
                  <a:lnTo>
                    <a:pt x="6309734" y="338429"/>
                  </a:lnTo>
                  <a:lnTo>
                    <a:pt x="6309859" y="338429"/>
                  </a:lnTo>
                  <a:lnTo>
                    <a:pt x="6309984" y="338429"/>
                  </a:lnTo>
                  <a:lnTo>
                    <a:pt x="6310109" y="338429"/>
                  </a:lnTo>
                  <a:lnTo>
                    <a:pt x="6310234" y="338429"/>
                  </a:lnTo>
                  <a:lnTo>
                    <a:pt x="6310359" y="338429"/>
                  </a:lnTo>
                  <a:lnTo>
                    <a:pt x="6310484" y="338429"/>
                  </a:lnTo>
                  <a:lnTo>
                    <a:pt x="6310609" y="338429"/>
                  </a:lnTo>
                  <a:lnTo>
                    <a:pt x="6310734" y="338429"/>
                  </a:lnTo>
                  <a:lnTo>
                    <a:pt x="6310859" y="338429"/>
                  </a:lnTo>
                  <a:lnTo>
                    <a:pt x="6310984" y="338429"/>
                  </a:lnTo>
                  <a:lnTo>
                    <a:pt x="6311109" y="338429"/>
                  </a:lnTo>
                  <a:lnTo>
                    <a:pt x="6311234" y="338429"/>
                  </a:lnTo>
                  <a:lnTo>
                    <a:pt x="6311359" y="338429"/>
                  </a:lnTo>
                  <a:lnTo>
                    <a:pt x="6311484" y="338429"/>
                  </a:lnTo>
                  <a:lnTo>
                    <a:pt x="6311609" y="338429"/>
                  </a:lnTo>
                  <a:lnTo>
                    <a:pt x="6311734" y="338429"/>
                  </a:lnTo>
                  <a:lnTo>
                    <a:pt x="6311860" y="338429"/>
                  </a:lnTo>
                  <a:lnTo>
                    <a:pt x="6311985" y="338429"/>
                  </a:lnTo>
                  <a:lnTo>
                    <a:pt x="6312110" y="338429"/>
                  </a:lnTo>
                  <a:lnTo>
                    <a:pt x="6312235" y="338429"/>
                  </a:lnTo>
                  <a:lnTo>
                    <a:pt x="6312360" y="338429"/>
                  </a:lnTo>
                  <a:lnTo>
                    <a:pt x="6312485" y="338429"/>
                  </a:lnTo>
                  <a:lnTo>
                    <a:pt x="6312610" y="338429"/>
                  </a:lnTo>
                  <a:lnTo>
                    <a:pt x="6312735" y="338429"/>
                  </a:lnTo>
                  <a:lnTo>
                    <a:pt x="6312860" y="338429"/>
                  </a:lnTo>
                  <a:lnTo>
                    <a:pt x="6312985" y="338429"/>
                  </a:lnTo>
                  <a:lnTo>
                    <a:pt x="6313110" y="338429"/>
                  </a:lnTo>
                  <a:lnTo>
                    <a:pt x="6313235" y="338429"/>
                  </a:lnTo>
                  <a:lnTo>
                    <a:pt x="6313360" y="338429"/>
                  </a:lnTo>
                  <a:lnTo>
                    <a:pt x="6313485" y="338429"/>
                  </a:lnTo>
                  <a:lnTo>
                    <a:pt x="6313610" y="338429"/>
                  </a:lnTo>
                  <a:lnTo>
                    <a:pt x="6313735" y="338429"/>
                  </a:lnTo>
                  <a:lnTo>
                    <a:pt x="6313860" y="338429"/>
                  </a:lnTo>
                  <a:lnTo>
                    <a:pt x="6313985" y="338429"/>
                  </a:lnTo>
                  <a:lnTo>
                    <a:pt x="6314110" y="338429"/>
                  </a:lnTo>
                  <a:lnTo>
                    <a:pt x="6314110" y="328476"/>
                  </a:lnTo>
                  <a:lnTo>
                    <a:pt x="6314235" y="328476"/>
                  </a:lnTo>
                  <a:lnTo>
                    <a:pt x="6314360" y="328476"/>
                  </a:lnTo>
                  <a:lnTo>
                    <a:pt x="6314485" y="328476"/>
                  </a:lnTo>
                  <a:lnTo>
                    <a:pt x="6314610" y="328476"/>
                  </a:lnTo>
                  <a:lnTo>
                    <a:pt x="6314735" y="328476"/>
                  </a:lnTo>
                  <a:lnTo>
                    <a:pt x="6314861" y="328476"/>
                  </a:lnTo>
                  <a:lnTo>
                    <a:pt x="6314986" y="328476"/>
                  </a:lnTo>
                  <a:lnTo>
                    <a:pt x="6315111" y="328476"/>
                  </a:lnTo>
                  <a:lnTo>
                    <a:pt x="6315236" y="328476"/>
                  </a:lnTo>
                  <a:lnTo>
                    <a:pt x="6315361" y="328476"/>
                  </a:lnTo>
                  <a:lnTo>
                    <a:pt x="6315486" y="328476"/>
                  </a:lnTo>
                  <a:lnTo>
                    <a:pt x="6315611" y="328476"/>
                  </a:lnTo>
                  <a:lnTo>
                    <a:pt x="6315736" y="328476"/>
                  </a:lnTo>
                  <a:lnTo>
                    <a:pt x="6315861" y="328476"/>
                  </a:lnTo>
                  <a:lnTo>
                    <a:pt x="6315986" y="328476"/>
                  </a:lnTo>
                  <a:lnTo>
                    <a:pt x="6316111" y="328476"/>
                  </a:lnTo>
                  <a:lnTo>
                    <a:pt x="6316236" y="328476"/>
                  </a:lnTo>
                  <a:lnTo>
                    <a:pt x="6316361" y="328476"/>
                  </a:lnTo>
                  <a:lnTo>
                    <a:pt x="6316486" y="328476"/>
                  </a:lnTo>
                  <a:lnTo>
                    <a:pt x="6316611" y="328476"/>
                  </a:lnTo>
                  <a:lnTo>
                    <a:pt x="6316736" y="328476"/>
                  </a:lnTo>
                  <a:lnTo>
                    <a:pt x="6316861" y="328476"/>
                  </a:lnTo>
                  <a:lnTo>
                    <a:pt x="6316986" y="328476"/>
                  </a:lnTo>
                  <a:lnTo>
                    <a:pt x="6317111" y="328476"/>
                  </a:lnTo>
                  <a:lnTo>
                    <a:pt x="6317236" y="328476"/>
                  </a:lnTo>
                  <a:lnTo>
                    <a:pt x="6317361" y="328476"/>
                  </a:lnTo>
                  <a:lnTo>
                    <a:pt x="6317486" y="328476"/>
                  </a:lnTo>
                  <a:lnTo>
                    <a:pt x="6317611" y="328476"/>
                  </a:lnTo>
                  <a:lnTo>
                    <a:pt x="6317736" y="328476"/>
                  </a:lnTo>
                  <a:lnTo>
                    <a:pt x="6317862" y="328476"/>
                  </a:lnTo>
                  <a:lnTo>
                    <a:pt x="6317987" y="328476"/>
                  </a:lnTo>
                  <a:lnTo>
                    <a:pt x="6318112" y="328476"/>
                  </a:lnTo>
                  <a:lnTo>
                    <a:pt x="6318237" y="328476"/>
                  </a:lnTo>
                  <a:lnTo>
                    <a:pt x="6318362" y="328476"/>
                  </a:lnTo>
                  <a:lnTo>
                    <a:pt x="6318487" y="328476"/>
                  </a:lnTo>
                  <a:lnTo>
                    <a:pt x="6318612" y="328476"/>
                  </a:lnTo>
                  <a:lnTo>
                    <a:pt x="6318737" y="328476"/>
                  </a:lnTo>
                  <a:lnTo>
                    <a:pt x="6318862" y="328476"/>
                  </a:lnTo>
                  <a:lnTo>
                    <a:pt x="6318987" y="328476"/>
                  </a:lnTo>
                  <a:lnTo>
                    <a:pt x="6319112" y="328476"/>
                  </a:lnTo>
                  <a:lnTo>
                    <a:pt x="6319237" y="328476"/>
                  </a:lnTo>
                  <a:lnTo>
                    <a:pt x="6319362" y="328476"/>
                  </a:lnTo>
                  <a:lnTo>
                    <a:pt x="6319487" y="328476"/>
                  </a:lnTo>
                  <a:lnTo>
                    <a:pt x="6319612" y="328476"/>
                  </a:lnTo>
                  <a:lnTo>
                    <a:pt x="6319737" y="328476"/>
                  </a:lnTo>
                  <a:lnTo>
                    <a:pt x="6319862" y="328476"/>
                  </a:lnTo>
                  <a:lnTo>
                    <a:pt x="6319987" y="328476"/>
                  </a:lnTo>
                  <a:lnTo>
                    <a:pt x="6320112" y="328476"/>
                  </a:lnTo>
                  <a:lnTo>
                    <a:pt x="6320237" y="328476"/>
                  </a:lnTo>
                  <a:lnTo>
                    <a:pt x="6320362" y="328476"/>
                  </a:lnTo>
                  <a:lnTo>
                    <a:pt x="6320487" y="328476"/>
                  </a:lnTo>
                  <a:lnTo>
                    <a:pt x="6320612" y="328476"/>
                  </a:lnTo>
                  <a:lnTo>
                    <a:pt x="6320737" y="328476"/>
                  </a:lnTo>
                  <a:lnTo>
                    <a:pt x="6320863" y="328476"/>
                  </a:lnTo>
                  <a:lnTo>
                    <a:pt x="6320988" y="328476"/>
                  </a:lnTo>
                  <a:lnTo>
                    <a:pt x="6321113" y="328476"/>
                  </a:lnTo>
                  <a:lnTo>
                    <a:pt x="6321238" y="328476"/>
                  </a:lnTo>
                  <a:lnTo>
                    <a:pt x="6321363" y="328476"/>
                  </a:lnTo>
                  <a:lnTo>
                    <a:pt x="6321488" y="328476"/>
                  </a:lnTo>
                  <a:lnTo>
                    <a:pt x="6321613" y="328476"/>
                  </a:lnTo>
                  <a:lnTo>
                    <a:pt x="6321738" y="328476"/>
                  </a:lnTo>
                  <a:lnTo>
                    <a:pt x="6321863" y="328476"/>
                  </a:lnTo>
                  <a:lnTo>
                    <a:pt x="6321988" y="328476"/>
                  </a:lnTo>
                  <a:lnTo>
                    <a:pt x="6322113" y="328476"/>
                  </a:lnTo>
                  <a:lnTo>
                    <a:pt x="6322238" y="328476"/>
                  </a:lnTo>
                  <a:lnTo>
                    <a:pt x="6322363" y="328476"/>
                  </a:lnTo>
                  <a:lnTo>
                    <a:pt x="6322488" y="328476"/>
                  </a:lnTo>
                  <a:lnTo>
                    <a:pt x="6322613" y="328476"/>
                  </a:lnTo>
                  <a:lnTo>
                    <a:pt x="6322738" y="328476"/>
                  </a:lnTo>
                  <a:lnTo>
                    <a:pt x="6322863" y="328476"/>
                  </a:lnTo>
                  <a:lnTo>
                    <a:pt x="6322988" y="328476"/>
                  </a:lnTo>
                  <a:lnTo>
                    <a:pt x="6323113" y="328476"/>
                  </a:lnTo>
                  <a:lnTo>
                    <a:pt x="6323238" y="328476"/>
                  </a:lnTo>
                  <a:lnTo>
                    <a:pt x="6323363" y="328476"/>
                  </a:lnTo>
                  <a:lnTo>
                    <a:pt x="6323488" y="328476"/>
                  </a:lnTo>
                  <a:lnTo>
                    <a:pt x="6323613" y="328476"/>
                  </a:lnTo>
                  <a:lnTo>
                    <a:pt x="6323738" y="328476"/>
                  </a:lnTo>
                  <a:lnTo>
                    <a:pt x="6323864" y="328476"/>
                  </a:lnTo>
                  <a:lnTo>
                    <a:pt x="6323989" y="328476"/>
                  </a:lnTo>
                  <a:lnTo>
                    <a:pt x="6324114" y="328476"/>
                  </a:lnTo>
                  <a:lnTo>
                    <a:pt x="6324239" y="328476"/>
                  </a:lnTo>
                  <a:lnTo>
                    <a:pt x="6324364" y="328476"/>
                  </a:lnTo>
                  <a:lnTo>
                    <a:pt x="6324489" y="328476"/>
                  </a:lnTo>
                  <a:lnTo>
                    <a:pt x="6324614" y="328476"/>
                  </a:lnTo>
                  <a:lnTo>
                    <a:pt x="6324739" y="328476"/>
                  </a:lnTo>
                  <a:lnTo>
                    <a:pt x="6324864" y="328476"/>
                  </a:lnTo>
                  <a:lnTo>
                    <a:pt x="6324989" y="328476"/>
                  </a:lnTo>
                  <a:lnTo>
                    <a:pt x="6325114" y="328476"/>
                  </a:lnTo>
                  <a:lnTo>
                    <a:pt x="6325239" y="328476"/>
                  </a:lnTo>
                  <a:lnTo>
                    <a:pt x="6325364" y="328476"/>
                  </a:lnTo>
                  <a:lnTo>
                    <a:pt x="6325489" y="328476"/>
                  </a:lnTo>
                  <a:lnTo>
                    <a:pt x="6325614" y="328476"/>
                  </a:lnTo>
                  <a:lnTo>
                    <a:pt x="6325739" y="328476"/>
                  </a:lnTo>
                  <a:lnTo>
                    <a:pt x="6325864" y="328476"/>
                  </a:lnTo>
                  <a:lnTo>
                    <a:pt x="6325989" y="328476"/>
                  </a:lnTo>
                  <a:lnTo>
                    <a:pt x="6326114" y="328476"/>
                  </a:lnTo>
                  <a:lnTo>
                    <a:pt x="6326239" y="328476"/>
                  </a:lnTo>
                  <a:lnTo>
                    <a:pt x="6326364" y="328476"/>
                  </a:lnTo>
                  <a:lnTo>
                    <a:pt x="6326489" y="328476"/>
                  </a:lnTo>
                  <a:lnTo>
                    <a:pt x="6326614" y="328476"/>
                  </a:lnTo>
                  <a:lnTo>
                    <a:pt x="6326740" y="328476"/>
                  </a:lnTo>
                  <a:lnTo>
                    <a:pt x="6326865" y="328476"/>
                  </a:lnTo>
                  <a:lnTo>
                    <a:pt x="6326990" y="328476"/>
                  </a:lnTo>
                  <a:lnTo>
                    <a:pt x="6327115" y="328476"/>
                  </a:lnTo>
                  <a:lnTo>
                    <a:pt x="6327240" y="328476"/>
                  </a:lnTo>
                  <a:lnTo>
                    <a:pt x="6327365" y="328476"/>
                  </a:lnTo>
                  <a:lnTo>
                    <a:pt x="6327490" y="328476"/>
                  </a:lnTo>
                  <a:lnTo>
                    <a:pt x="6327615" y="328476"/>
                  </a:lnTo>
                  <a:lnTo>
                    <a:pt x="6327740" y="328476"/>
                  </a:lnTo>
                  <a:lnTo>
                    <a:pt x="6327865" y="328476"/>
                  </a:lnTo>
                  <a:lnTo>
                    <a:pt x="6327990" y="328476"/>
                  </a:lnTo>
                  <a:lnTo>
                    <a:pt x="6328115" y="328476"/>
                  </a:lnTo>
                  <a:lnTo>
                    <a:pt x="6328240" y="328476"/>
                  </a:lnTo>
                  <a:lnTo>
                    <a:pt x="6328365" y="328476"/>
                  </a:lnTo>
                  <a:lnTo>
                    <a:pt x="6328490" y="328476"/>
                  </a:lnTo>
                  <a:lnTo>
                    <a:pt x="6328615" y="328476"/>
                  </a:lnTo>
                  <a:lnTo>
                    <a:pt x="6328740" y="328476"/>
                  </a:lnTo>
                  <a:lnTo>
                    <a:pt x="6328865" y="328476"/>
                  </a:lnTo>
                  <a:lnTo>
                    <a:pt x="6328990" y="328476"/>
                  </a:lnTo>
                  <a:lnTo>
                    <a:pt x="6329115" y="328476"/>
                  </a:lnTo>
                  <a:lnTo>
                    <a:pt x="6329240" y="328476"/>
                  </a:lnTo>
                  <a:lnTo>
                    <a:pt x="6329365" y="328476"/>
                  </a:lnTo>
                  <a:lnTo>
                    <a:pt x="6329490" y="328476"/>
                  </a:lnTo>
                  <a:lnTo>
                    <a:pt x="6329615" y="328476"/>
                  </a:lnTo>
                  <a:lnTo>
                    <a:pt x="6329741" y="328476"/>
                  </a:lnTo>
                  <a:lnTo>
                    <a:pt x="6329866" y="328476"/>
                  </a:lnTo>
                  <a:lnTo>
                    <a:pt x="6329991" y="328476"/>
                  </a:lnTo>
                  <a:lnTo>
                    <a:pt x="6330116" y="328476"/>
                  </a:lnTo>
                  <a:lnTo>
                    <a:pt x="6330241" y="328476"/>
                  </a:lnTo>
                  <a:lnTo>
                    <a:pt x="6330366" y="328476"/>
                  </a:lnTo>
                  <a:lnTo>
                    <a:pt x="6330491" y="328476"/>
                  </a:lnTo>
                  <a:lnTo>
                    <a:pt x="6330616" y="328476"/>
                  </a:lnTo>
                  <a:lnTo>
                    <a:pt x="6330741" y="328476"/>
                  </a:lnTo>
                  <a:lnTo>
                    <a:pt x="6330866" y="328476"/>
                  </a:lnTo>
                  <a:lnTo>
                    <a:pt x="6330991" y="328476"/>
                  </a:lnTo>
                  <a:lnTo>
                    <a:pt x="6330991" y="318522"/>
                  </a:lnTo>
                  <a:lnTo>
                    <a:pt x="6331116" y="318522"/>
                  </a:lnTo>
                  <a:lnTo>
                    <a:pt x="6331241" y="318522"/>
                  </a:lnTo>
                  <a:lnTo>
                    <a:pt x="6331366" y="318522"/>
                  </a:lnTo>
                  <a:lnTo>
                    <a:pt x="6331491" y="318522"/>
                  </a:lnTo>
                  <a:lnTo>
                    <a:pt x="6331616" y="318522"/>
                  </a:lnTo>
                  <a:lnTo>
                    <a:pt x="6331741" y="318522"/>
                  </a:lnTo>
                  <a:lnTo>
                    <a:pt x="6331866" y="318522"/>
                  </a:lnTo>
                  <a:lnTo>
                    <a:pt x="6331991" y="318522"/>
                  </a:lnTo>
                  <a:lnTo>
                    <a:pt x="6332116" y="318522"/>
                  </a:lnTo>
                  <a:lnTo>
                    <a:pt x="6332241" y="318522"/>
                  </a:lnTo>
                  <a:lnTo>
                    <a:pt x="6332366" y="318522"/>
                  </a:lnTo>
                  <a:lnTo>
                    <a:pt x="6332491" y="318522"/>
                  </a:lnTo>
                  <a:lnTo>
                    <a:pt x="6332616" y="318522"/>
                  </a:lnTo>
                  <a:lnTo>
                    <a:pt x="6332742" y="318522"/>
                  </a:lnTo>
                  <a:lnTo>
                    <a:pt x="6332742" y="308568"/>
                  </a:lnTo>
                  <a:lnTo>
                    <a:pt x="6332867" y="308568"/>
                  </a:lnTo>
                  <a:lnTo>
                    <a:pt x="6332992" y="308568"/>
                  </a:lnTo>
                  <a:lnTo>
                    <a:pt x="6333117" y="308568"/>
                  </a:lnTo>
                  <a:lnTo>
                    <a:pt x="6333242" y="308568"/>
                  </a:lnTo>
                  <a:lnTo>
                    <a:pt x="6333367" y="308568"/>
                  </a:lnTo>
                  <a:lnTo>
                    <a:pt x="6333492" y="308568"/>
                  </a:lnTo>
                  <a:lnTo>
                    <a:pt x="6333617" y="308568"/>
                  </a:lnTo>
                  <a:lnTo>
                    <a:pt x="6333742" y="308568"/>
                  </a:lnTo>
                  <a:lnTo>
                    <a:pt x="6333867" y="308568"/>
                  </a:lnTo>
                  <a:lnTo>
                    <a:pt x="6333992" y="308568"/>
                  </a:lnTo>
                  <a:lnTo>
                    <a:pt x="6334117" y="308568"/>
                  </a:lnTo>
                  <a:lnTo>
                    <a:pt x="6334242" y="308568"/>
                  </a:lnTo>
                  <a:lnTo>
                    <a:pt x="6334367" y="308568"/>
                  </a:lnTo>
                  <a:lnTo>
                    <a:pt x="6334492" y="308568"/>
                  </a:lnTo>
                  <a:lnTo>
                    <a:pt x="6334617" y="308568"/>
                  </a:lnTo>
                  <a:lnTo>
                    <a:pt x="6334742" y="308568"/>
                  </a:lnTo>
                  <a:lnTo>
                    <a:pt x="6334867" y="308568"/>
                  </a:lnTo>
                  <a:lnTo>
                    <a:pt x="6334992" y="308568"/>
                  </a:lnTo>
                  <a:lnTo>
                    <a:pt x="6335117" y="308568"/>
                  </a:lnTo>
                  <a:lnTo>
                    <a:pt x="6335242" y="308568"/>
                  </a:lnTo>
                  <a:lnTo>
                    <a:pt x="6335367" y="308568"/>
                  </a:lnTo>
                  <a:lnTo>
                    <a:pt x="6335492" y="308568"/>
                  </a:lnTo>
                  <a:lnTo>
                    <a:pt x="6335617" y="308568"/>
                  </a:lnTo>
                  <a:lnTo>
                    <a:pt x="6335743" y="308568"/>
                  </a:lnTo>
                  <a:lnTo>
                    <a:pt x="6335868" y="308568"/>
                  </a:lnTo>
                  <a:lnTo>
                    <a:pt x="6335993" y="308568"/>
                  </a:lnTo>
                  <a:lnTo>
                    <a:pt x="6336118" y="308568"/>
                  </a:lnTo>
                  <a:lnTo>
                    <a:pt x="6336243" y="308568"/>
                  </a:lnTo>
                  <a:lnTo>
                    <a:pt x="6336368" y="308568"/>
                  </a:lnTo>
                  <a:lnTo>
                    <a:pt x="6336493" y="308568"/>
                  </a:lnTo>
                  <a:lnTo>
                    <a:pt x="6336618" y="308568"/>
                  </a:lnTo>
                  <a:lnTo>
                    <a:pt x="6336743" y="308568"/>
                  </a:lnTo>
                  <a:lnTo>
                    <a:pt x="6336868" y="308568"/>
                  </a:lnTo>
                  <a:lnTo>
                    <a:pt x="6336993" y="308568"/>
                  </a:lnTo>
                  <a:lnTo>
                    <a:pt x="6337118" y="308568"/>
                  </a:lnTo>
                  <a:lnTo>
                    <a:pt x="6337243" y="308568"/>
                  </a:lnTo>
                  <a:lnTo>
                    <a:pt x="6337368" y="308568"/>
                  </a:lnTo>
                  <a:lnTo>
                    <a:pt x="6337493" y="308568"/>
                  </a:lnTo>
                  <a:lnTo>
                    <a:pt x="6337618" y="308568"/>
                  </a:lnTo>
                  <a:lnTo>
                    <a:pt x="6337743" y="308568"/>
                  </a:lnTo>
                  <a:lnTo>
                    <a:pt x="6337868" y="308568"/>
                  </a:lnTo>
                  <a:lnTo>
                    <a:pt x="6337993" y="308568"/>
                  </a:lnTo>
                  <a:lnTo>
                    <a:pt x="6338118" y="308568"/>
                  </a:lnTo>
                  <a:lnTo>
                    <a:pt x="6338243" y="308568"/>
                  </a:lnTo>
                  <a:lnTo>
                    <a:pt x="6338368" y="308568"/>
                  </a:lnTo>
                  <a:lnTo>
                    <a:pt x="6338493" y="308568"/>
                  </a:lnTo>
                  <a:lnTo>
                    <a:pt x="6338618" y="308568"/>
                  </a:lnTo>
                  <a:lnTo>
                    <a:pt x="6338744" y="308568"/>
                  </a:lnTo>
                  <a:lnTo>
                    <a:pt x="6338869" y="308568"/>
                  </a:lnTo>
                  <a:lnTo>
                    <a:pt x="6338994" y="308568"/>
                  </a:lnTo>
                  <a:lnTo>
                    <a:pt x="6339119" y="308568"/>
                  </a:lnTo>
                  <a:lnTo>
                    <a:pt x="6339244" y="308568"/>
                  </a:lnTo>
                  <a:lnTo>
                    <a:pt x="6339369" y="308568"/>
                  </a:lnTo>
                  <a:lnTo>
                    <a:pt x="6339494" y="308568"/>
                  </a:lnTo>
                  <a:lnTo>
                    <a:pt x="6339619" y="308568"/>
                  </a:lnTo>
                  <a:lnTo>
                    <a:pt x="6339744" y="308568"/>
                  </a:lnTo>
                  <a:lnTo>
                    <a:pt x="6339869" y="308568"/>
                  </a:lnTo>
                  <a:lnTo>
                    <a:pt x="6339994" y="308568"/>
                  </a:lnTo>
                  <a:lnTo>
                    <a:pt x="6340119" y="308568"/>
                  </a:lnTo>
                  <a:lnTo>
                    <a:pt x="6340244" y="308568"/>
                  </a:lnTo>
                  <a:lnTo>
                    <a:pt x="6340369" y="308568"/>
                  </a:lnTo>
                  <a:lnTo>
                    <a:pt x="6340494" y="308568"/>
                  </a:lnTo>
                  <a:lnTo>
                    <a:pt x="6340619" y="308568"/>
                  </a:lnTo>
                  <a:lnTo>
                    <a:pt x="6340744" y="308568"/>
                  </a:lnTo>
                  <a:lnTo>
                    <a:pt x="6340869" y="308568"/>
                  </a:lnTo>
                  <a:lnTo>
                    <a:pt x="6340994" y="308568"/>
                  </a:lnTo>
                  <a:lnTo>
                    <a:pt x="6341119" y="308568"/>
                  </a:lnTo>
                  <a:lnTo>
                    <a:pt x="6341244" y="308568"/>
                  </a:lnTo>
                  <a:lnTo>
                    <a:pt x="6341369" y="308568"/>
                  </a:lnTo>
                  <a:lnTo>
                    <a:pt x="6341494" y="308568"/>
                  </a:lnTo>
                  <a:lnTo>
                    <a:pt x="6341619" y="308568"/>
                  </a:lnTo>
                  <a:lnTo>
                    <a:pt x="6341745" y="308568"/>
                  </a:lnTo>
                  <a:lnTo>
                    <a:pt x="6341870" y="308568"/>
                  </a:lnTo>
                  <a:lnTo>
                    <a:pt x="6341995" y="308568"/>
                  </a:lnTo>
                  <a:lnTo>
                    <a:pt x="6342120" y="308568"/>
                  </a:lnTo>
                  <a:lnTo>
                    <a:pt x="6342245" y="308568"/>
                  </a:lnTo>
                  <a:lnTo>
                    <a:pt x="6342370" y="308568"/>
                  </a:lnTo>
                  <a:lnTo>
                    <a:pt x="6342495" y="308568"/>
                  </a:lnTo>
                  <a:lnTo>
                    <a:pt x="6342620" y="308568"/>
                  </a:lnTo>
                  <a:lnTo>
                    <a:pt x="6342745" y="308568"/>
                  </a:lnTo>
                  <a:lnTo>
                    <a:pt x="6342870" y="308568"/>
                  </a:lnTo>
                  <a:lnTo>
                    <a:pt x="6342995" y="308568"/>
                  </a:lnTo>
                  <a:lnTo>
                    <a:pt x="6343120" y="308568"/>
                  </a:lnTo>
                  <a:lnTo>
                    <a:pt x="6343245" y="308568"/>
                  </a:lnTo>
                  <a:lnTo>
                    <a:pt x="6343370" y="308568"/>
                  </a:lnTo>
                  <a:lnTo>
                    <a:pt x="6343495" y="308568"/>
                  </a:lnTo>
                  <a:lnTo>
                    <a:pt x="6343620" y="308568"/>
                  </a:lnTo>
                  <a:lnTo>
                    <a:pt x="6343745" y="308568"/>
                  </a:lnTo>
                  <a:lnTo>
                    <a:pt x="6343870" y="308568"/>
                  </a:lnTo>
                  <a:lnTo>
                    <a:pt x="6343995" y="308568"/>
                  </a:lnTo>
                  <a:lnTo>
                    <a:pt x="6344120" y="308568"/>
                  </a:lnTo>
                  <a:lnTo>
                    <a:pt x="6344245" y="308568"/>
                  </a:lnTo>
                  <a:lnTo>
                    <a:pt x="6344370" y="308568"/>
                  </a:lnTo>
                  <a:lnTo>
                    <a:pt x="6344495" y="308568"/>
                  </a:lnTo>
                  <a:lnTo>
                    <a:pt x="6344620" y="308568"/>
                  </a:lnTo>
                  <a:lnTo>
                    <a:pt x="6344746" y="308568"/>
                  </a:lnTo>
                  <a:lnTo>
                    <a:pt x="6344871" y="308568"/>
                  </a:lnTo>
                  <a:lnTo>
                    <a:pt x="6344996" y="308568"/>
                  </a:lnTo>
                  <a:lnTo>
                    <a:pt x="6345121" y="308568"/>
                  </a:lnTo>
                  <a:lnTo>
                    <a:pt x="6345246" y="308568"/>
                  </a:lnTo>
                  <a:lnTo>
                    <a:pt x="6345371" y="308568"/>
                  </a:lnTo>
                  <a:lnTo>
                    <a:pt x="6345496" y="308568"/>
                  </a:lnTo>
                  <a:lnTo>
                    <a:pt x="6345621" y="308568"/>
                  </a:lnTo>
                  <a:lnTo>
                    <a:pt x="6345746" y="308568"/>
                  </a:lnTo>
                  <a:lnTo>
                    <a:pt x="6345871" y="308568"/>
                  </a:lnTo>
                  <a:lnTo>
                    <a:pt x="6345996" y="308568"/>
                  </a:lnTo>
                  <a:lnTo>
                    <a:pt x="6346121" y="308568"/>
                  </a:lnTo>
                  <a:lnTo>
                    <a:pt x="6346246" y="308568"/>
                  </a:lnTo>
                  <a:lnTo>
                    <a:pt x="6346371" y="308568"/>
                  </a:lnTo>
                  <a:lnTo>
                    <a:pt x="6346496" y="308568"/>
                  </a:lnTo>
                  <a:lnTo>
                    <a:pt x="6346621" y="308568"/>
                  </a:lnTo>
                  <a:lnTo>
                    <a:pt x="6346746" y="308568"/>
                  </a:lnTo>
                  <a:lnTo>
                    <a:pt x="6346871" y="308568"/>
                  </a:lnTo>
                  <a:lnTo>
                    <a:pt x="6346996" y="308568"/>
                  </a:lnTo>
                  <a:lnTo>
                    <a:pt x="6347121" y="308568"/>
                  </a:lnTo>
                  <a:lnTo>
                    <a:pt x="6347246" y="308568"/>
                  </a:lnTo>
                  <a:lnTo>
                    <a:pt x="6347371" y="308568"/>
                  </a:lnTo>
                  <a:lnTo>
                    <a:pt x="6347496" y="308568"/>
                  </a:lnTo>
                  <a:lnTo>
                    <a:pt x="6347621" y="308568"/>
                  </a:lnTo>
                  <a:lnTo>
                    <a:pt x="6347747" y="308568"/>
                  </a:lnTo>
                  <a:lnTo>
                    <a:pt x="6347872" y="308568"/>
                  </a:lnTo>
                  <a:lnTo>
                    <a:pt x="6347997" y="308568"/>
                  </a:lnTo>
                  <a:lnTo>
                    <a:pt x="6348122" y="308568"/>
                  </a:lnTo>
                  <a:lnTo>
                    <a:pt x="6348247" y="308568"/>
                  </a:lnTo>
                  <a:lnTo>
                    <a:pt x="6348372" y="308568"/>
                  </a:lnTo>
                  <a:lnTo>
                    <a:pt x="6348497" y="308568"/>
                  </a:lnTo>
                  <a:lnTo>
                    <a:pt x="6348622" y="308568"/>
                  </a:lnTo>
                  <a:lnTo>
                    <a:pt x="6348747" y="308568"/>
                  </a:lnTo>
                  <a:lnTo>
                    <a:pt x="6348872" y="308568"/>
                  </a:lnTo>
                  <a:lnTo>
                    <a:pt x="6348997" y="308568"/>
                  </a:lnTo>
                  <a:lnTo>
                    <a:pt x="6349122" y="308568"/>
                  </a:lnTo>
                  <a:lnTo>
                    <a:pt x="6349247" y="308568"/>
                  </a:lnTo>
                  <a:lnTo>
                    <a:pt x="6349372" y="308568"/>
                  </a:lnTo>
                  <a:lnTo>
                    <a:pt x="6349497" y="308568"/>
                  </a:lnTo>
                  <a:lnTo>
                    <a:pt x="6349622" y="308568"/>
                  </a:lnTo>
                  <a:lnTo>
                    <a:pt x="6349747" y="308568"/>
                  </a:lnTo>
                  <a:lnTo>
                    <a:pt x="6349872" y="308568"/>
                  </a:lnTo>
                  <a:lnTo>
                    <a:pt x="6349997" y="308568"/>
                  </a:lnTo>
                  <a:lnTo>
                    <a:pt x="6350122" y="308568"/>
                  </a:lnTo>
                  <a:lnTo>
                    <a:pt x="6350247" y="308568"/>
                  </a:lnTo>
                  <a:lnTo>
                    <a:pt x="6350372" y="308568"/>
                  </a:lnTo>
                  <a:lnTo>
                    <a:pt x="6350497" y="308568"/>
                  </a:lnTo>
                  <a:lnTo>
                    <a:pt x="6350622" y="308568"/>
                  </a:lnTo>
                  <a:lnTo>
                    <a:pt x="6350748" y="308568"/>
                  </a:lnTo>
                  <a:lnTo>
                    <a:pt x="6350873" y="308568"/>
                  </a:lnTo>
                  <a:lnTo>
                    <a:pt x="6350998" y="308568"/>
                  </a:lnTo>
                  <a:lnTo>
                    <a:pt x="6351123" y="308568"/>
                  </a:lnTo>
                  <a:lnTo>
                    <a:pt x="6351248" y="308568"/>
                  </a:lnTo>
                  <a:lnTo>
                    <a:pt x="6351373" y="308568"/>
                  </a:lnTo>
                  <a:lnTo>
                    <a:pt x="6351498" y="308568"/>
                  </a:lnTo>
                  <a:lnTo>
                    <a:pt x="6351623" y="308568"/>
                  </a:lnTo>
                  <a:lnTo>
                    <a:pt x="6351748" y="308568"/>
                  </a:lnTo>
                  <a:lnTo>
                    <a:pt x="6351873" y="308568"/>
                  </a:lnTo>
                  <a:lnTo>
                    <a:pt x="6351998" y="308568"/>
                  </a:lnTo>
                  <a:lnTo>
                    <a:pt x="6352123" y="308568"/>
                  </a:lnTo>
                  <a:lnTo>
                    <a:pt x="6352248" y="308568"/>
                  </a:lnTo>
                  <a:lnTo>
                    <a:pt x="6352373" y="308568"/>
                  </a:lnTo>
                  <a:lnTo>
                    <a:pt x="6352498" y="308568"/>
                  </a:lnTo>
                  <a:lnTo>
                    <a:pt x="6352623" y="308568"/>
                  </a:lnTo>
                  <a:lnTo>
                    <a:pt x="6352748" y="308568"/>
                  </a:lnTo>
                  <a:lnTo>
                    <a:pt x="6352873" y="308568"/>
                  </a:lnTo>
                  <a:lnTo>
                    <a:pt x="6352998" y="308568"/>
                  </a:lnTo>
                  <a:lnTo>
                    <a:pt x="6353123" y="308568"/>
                  </a:lnTo>
                  <a:lnTo>
                    <a:pt x="6353248" y="308568"/>
                  </a:lnTo>
                  <a:lnTo>
                    <a:pt x="6353373" y="308568"/>
                  </a:lnTo>
                  <a:lnTo>
                    <a:pt x="6353498" y="308568"/>
                  </a:lnTo>
                  <a:lnTo>
                    <a:pt x="6353623" y="308568"/>
                  </a:lnTo>
                  <a:lnTo>
                    <a:pt x="6353749" y="308568"/>
                  </a:lnTo>
                  <a:lnTo>
                    <a:pt x="6353874" y="308568"/>
                  </a:lnTo>
                  <a:lnTo>
                    <a:pt x="6353999" y="308568"/>
                  </a:lnTo>
                  <a:lnTo>
                    <a:pt x="6354124" y="308568"/>
                  </a:lnTo>
                  <a:lnTo>
                    <a:pt x="6354249" y="308568"/>
                  </a:lnTo>
                  <a:lnTo>
                    <a:pt x="6354374" y="308568"/>
                  </a:lnTo>
                  <a:lnTo>
                    <a:pt x="6354499" y="308568"/>
                  </a:lnTo>
                  <a:lnTo>
                    <a:pt x="6354624" y="308568"/>
                  </a:lnTo>
                  <a:lnTo>
                    <a:pt x="6354749" y="308568"/>
                  </a:lnTo>
                  <a:lnTo>
                    <a:pt x="6354874" y="308568"/>
                  </a:lnTo>
                  <a:lnTo>
                    <a:pt x="6354999" y="308568"/>
                  </a:lnTo>
                  <a:lnTo>
                    <a:pt x="6355124" y="308568"/>
                  </a:lnTo>
                  <a:lnTo>
                    <a:pt x="6355249" y="308568"/>
                  </a:lnTo>
                  <a:lnTo>
                    <a:pt x="6355374" y="308568"/>
                  </a:lnTo>
                  <a:lnTo>
                    <a:pt x="6355499" y="308568"/>
                  </a:lnTo>
                  <a:lnTo>
                    <a:pt x="6355624" y="308568"/>
                  </a:lnTo>
                  <a:lnTo>
                    <a:pt x="6355749" y="308568"/>
                  </a:lnTo>
                  <a:lnTo>
                    <a:pt x="6355874" y="308568"/>
                  </a:lnTo>
                  <a:lnTo>
                    <a:pt x="6355999" y="308568"/>
                  </a:lnTo>
                  <a:lnTo>
                    <a:pt x="6356124" y="308568"/>
                  </a:lnTo>
                  <a:lnTo>
                    <a:pt x="6356249" y="308568"/>
                  </a:lnTo>
                  <a:lnTo>
                    <a:pt x="6356374" y="308568"/>
                  </a:lnTo>
                  <a:lnTo>
                    <a:pt x="6356499" y="308568"/>
                  </a:lnTo>
                  <a:lnTo>
                    <a:pt x="6356624" y="308568"/>
                  </a:lnTo>
                  <a:lnTo>
                    <a:pt x="6356750" y="308568"/>
                  </a:lnTo>
                  <a:lnTo>
                    <a:pt x="6356875" y="308568"/>
                  </a:lnTo>
                  <a:lnTo>
                    <a:pt x="6357000" y="308568"/>
                  </a:lnTo>
                  <a:lnTo>
                    <a:pt x="6357125" y="308568"/>
                  </a:lnTo>
                  <a:lnTo>
                    <a:pt x="6357250" y="308568"/>
                  </a:lnTo>
                  <a:lnTo>
                    <a:pt x="6357375" y="308568"/>
                  </a:lnTo>
                  <a:lnTo>
                    <a:pt x="6357500" y="308568"/>
                  </a:lnTo>
                  <a:lnTo>
                    <a:pt x="6357625" y="308568"/>
                  </a:lnTo>
                  <a:lnTo>
                    <a:pt x="6357750" y="308568"/>
                  </a:lnTo>
                  <a:lnTo>
                    <a:pt x="6357875" y="308568"/>
                  </a:lnTo>
                  <a:lnTo>
                    <a:pt x="6358000" y="308568"/>
                  </a:lnTo>
                  <a:lnTo>
                    <a:pt x="6358125" y="308568"/>
                  </a:lnTo>
                  <a:lnTo>
                    <a:pt x="6358250" y="308568"/>
                  </a:lnTo>
                  <a:lnTo>
                    <a:pt x="6358375" y="308568"/>
                  </a:lnTo>
                  <a:lnTo>
                    <a:pt x="6358500" y="308568"/>
                  </a:lnTo>
                  <a:lnTo>
                    <a:pt x="6358625" y="308568"/>
                  </a:lnTo>
                  <a:lnTo>
                    <a:pt x="6358750" y="308568"/>
                  </a:lnTo>
                  <a:lnTo>
                    <a:pt x="6358875" y="308568"/>
                  </a:lnTo>
                  <a:lnTo>
                    <a:pt x="6359000" y="308568"/>
                  </a:lnTo>
                  <a:lnTo>
                    <a:pt x="6359125" y="308568"/>
                  </a:lnTo>
                  <a:lnTo>
                    <a:pt x="6359250" y="308568"/>
                  </a:lnTo>
                  <a:lnTo>
                    <a:pt x="6359375" y="308568"/>
                  </a:lnTo>
                  <a:lnTo>
                    <a:pt x="6359500" y="308568"/>
                  </a:lnTo>
                  <a:lnTo>
                    <a:pt x="6359625" y="308568"/>
                  </a:lnTo>
                  <a:lnTo>
                    <a:pt x="6359751" y="308568"/>
                  </a:lnTo>
                  <a:lnTo>
                    <a:pt x="6359876" y="308568"/>
                  </a:lnTo>
                  <a:lnTo>
                    <a:pt x="6360001" y="308568"/>
                  </a:lnTo>
                  <a:lnTo>
                    <a:pt x="6360126" y="308568"/>
                  </a:lnTo>
                  <a:lnTo>
                    <a:pt x="6360251" y="308568"/>
                  </a:lnTo>
                  <a:lnTo>
                    <a:pt x="6360376" y="308568"/>
                  </a:lnTo>
                  <a:lnTo>
                    <a:pt x="6360501" y="308568"/>
                  </a:lnTo>
                  <a:lnTo>
                    <a:pt x="6360626" y="308568"/>
                  </a:lnTo>
                  <a:lnTo>
                    <a:pt x="6360751" y="308568"/>
                  </a:lnTo>
                  <a:lnTo>
                    <a:pt x="6360876" y="308568"/>
                  </a:lnTo>
                  <a:lnTo>
                    <a:pt x="6361001" y="308568"/>
                  </a:lnTo>
                  <a:lnTo>
                    <a:pt x="6361126" y="308568"/>
                  </a:lnTo>
                  <a:lnTo>
                    <a:pt x="6361251" y="308568"/>
                  </a:lnTo>
                  <a:lnTo>
                    <a:pt x="6361376" y="308568"/>
                  </a:lnTo>
                  <a:lnTo>
                    <a:pt x="6361501" y="308568"/>
                  </a:lnTo>
                  <a:lnTo>
                    <a:pt x="6361626" y="308568"/>
                  </a:lnTo>
                  <a:lnTo>
                    <a:pt x="6361751" y="308568"/>
                  </a:lnTo>
                  <a:lnTo>
                    <a:pt x="6361876" y="308568"/>
                  </a:lnTo>
                  <a:lnTo>
                    <a:pt x="6362001" y="308568"/>
                  </a:lnTo>
                  <a:lnTo>
                    <a:pt x="6362126" y="308568"/>
                  </a:lnTo>
                  <a:lnTo>
                    <a:pt x="6362251" y="308568"/>
                  </a:lnTo>
                  <a:lnTo>
                    <a:pt x="6362376" y="308568"/>
                  </a:lnTo>
                  <a:lnTo>
                    <a:pt x="6362501" y="308568"/>
                  </a:lnTo>
                  <a:lnTo>
                    <a:pt x="6362626" y="308568"/>
                  </a:lnTo>
                  <a:lnTo>
                    <a:pt x="6362752" y="308568"/>
                  </a:lnTo>
                  <a:lnTo>
                    <a:pt x="6362877" y="308568"/>
                  </a:lnTo>
                  <a:lnTo>
                    <a:pt x="6363002" y="308568"/>
                  </a:lnTo>
                  <a:lnTo>
                    <a:pt x="6363127" y="308568"/>
                  </a:lnTo>
                  <a:lnTo>
                    <a:pt x="6363252" y="308568"/>
                  </a:lnTo>
                  <a:lnTo>
                    <a:pt x="6363377" y="308568"/>
                  </a:lnTo>
                  <a:lnTo>
                    <a:pt x="6363502" y="308568"/>
                  </a:lnTo>
                  <a:lnTo>
                    <a:pt x="6363627" y="308568"/>
                  </a:lnTo>
                  <a:lnTo>
                    <a:pt x="6363752" y="308568"/>
                  </a:lnTo>
                  <a:lnTo>
                    <a:pt x="6363877" y="308568"/>
                  </a:lnTo>
                  <a:lnTo>
                    <a:pt x="6364002" y="308568"/>
                  </a:lnTo>
                  <a:lnTo>
                    <a:pt x="6364127" y="308568"/>
                  </a:lnTo>
                  <a:lnTo>
                    <a:pt x="6364252" y="308568"/>
                  </a:lnTo>
                  <a:lnTo>
                    <a:pt x="6364377" y="308568"/>
                  </a:lnTo>
                  <a:lnTo>
                    <a:pt x="6364502" y="308568"/>
                  </a:lnTo>
                  <a:lnTo>
                    <a:pt x="6364627" y="308568"/>
                  </a:lnTo>
                  <a:lnTo>
                    <a:pt x="6364752" y="308568"/>
                  </a:lnTo>
                  <a:lnTo>
                    <a:pt x="6364877" y="308568"/>
                  </a:lnTo>
                  <a:lnTo>
                    <a:pt x="6365002" y="308568"/>
                  </a:lnTo>
                  <a:lnTo>
                    <a:pt x="6365127" y="308568"/>
                  </a:lnTo>
                  <a:lnTo>
                    <a:pt x="6365252" y="308568"/>
                  </a:lnTo>
                  <a:lnTo>
                    <a:pt x="6365377" y="308568"/>
                  </a:lnTo>
                  <a:lnTo>
                    <a:pt x="6365502" y="308568"/>
                  </a:lnTo>
                  <a:lnTo>
                    <a:pt x="6365628" y="308568"/>
                  </a:lnTo>
                  <a:lnTo>
                    <a:pt x="6365753" y="308568"/>
                  </a:lnTo>
                  <a:lnTo>
                    <a:pt x="6365878" y="308568"/>
                  </a:lnTo>
                  <a:lnTo>
                    <a:pt x="6366003" y="308568"/>
                  </a:lnTo>
                  <a:lnTo>
                    <a:pt x="6366128" y="308568"/>
                  </a:lnTo>
                  <a:lnTo>
                    <a:pt x="6366253" y="308568"/>
                  </a:lnTo>
                  <a:lnTo>
                    <a:pt x="6366378" y="308568"/>
                  </a:lnTo>
                  <a:lnTo>
                    <a:pt x="6366503" y="308568"/>
                  </a:lnTo>
                  <a:lnTo>
                    <a:pt x="6366628" y="308568"/>
                  </a:lnTo>
                  <a:lnTo>
                    <a:pt x="6366753" y="308568"/>
                  </a:lnTo>
                  <a:lnTo>
                    <a:pt x="6366878" y="308568"/>
                  </a:lnTo>
                  <a:lnTo>
                    <a:pt x="6367003" y="308568"/>
                  </a:lnTo>
                  <a:lnTo>
                    <a:pt x="6367128" y="308568"/>
                  </a:lnTo>
                  <a:lnTo>
                    <a:pt x="6367253" y="308568"/>
                  </a:lnTo>
                  <a:lnTo>
                    <a:pt x="6367378" y="308568"/>
                  </a:lnTo>
                  <a:lnTo>
                    <a:pt x="6367503" y="308568"/>
                  </a:lnTo>
                  <a:lnTo>
                    <a:pt x="6367628" y="308568"/>
                  </a:lnTo>
                  <a:lnTo>
                    <a:pt x="6367753" y="308568"/>
                  </a:lnTo>
                  <a:lnTo>
                    <a:pt x="6367878" y="308568"/>
                  </a:lnTo>
                  <a:lnTo>
                    <a:pt x="6368003" y="308568"/>
                  </a:lnTo>
                  <a:lnTo>
                    <a:pt x="6368128" y="308568"/>
                  </a:lnTo>
                  <a:lnTo>
                    <a:pt x="6368253" y="308568"/>
                  </a:lnTo>
                  <a:lnTo>
                    <a:pt x="6368378" y="308568"/>
                  </a:lnTo>
                  <a:lnTo>
                    <a:pt x="6368503" y="308568"/>
                  </a:lnTo>
                  <a:lnTo>
                    <a:pt x="6368629" y="308568"/>
                  </a:lnTo>
                  <a:lnTo>
                    <a:pt x="6368754" y="308568"/>
                  </a:lnTo>
                  <a:lnTo>
                    <a:pt x="6368879" y="308568"/>
                  </a:lnTo>
                  <a:lnTo>
                    <a:pt x="6369004" y="308568"/>
                  </a:lnTo>
                  <a:lnTo>
                    <a:pt x="6369129" y="308568"/>
                  </a:lnTo>
                  <a:lnTo>
                    <a:pt x="6369254" y="308568"/>
                  </a:lnTo>
                  <a:lnTo>
                    <a:pt x="6369379" y="308568"/>
                  </a:lnTo>
                  <a:lnTo>
                    <a:pt x="6369504" y="308568"/>
                  </a:lnTo>
                  <a:lnTo>
                    <a:pt x="6369629" y="308568"/>
                  </a:lnTo>
                  <a:lnTo>
                    <a:pt x="6369754" y="308568"/>
                  </a:lnTo>
                  <a:lnTo>
                    <a:pt x="6369879" y="308568"/>
                  </a:lnTo>
                  <a:lnTo>
                    <a:pt x="6370004" y="308568"/>
                  </a:lnTo>
                  <a:lnTo>
                    <a:pt x="6370129" y="308568"/>
                  </a:lnTo>
                  <a:lnTo>
                    <a:pt x="6370254" y="308568"/>
                  </a:lnTo>
                  <a:lnTo>
                    <a:pt x="6370379" y="308568"/>
                  </a:lnTo>
                  <a:lnTo>
                    <a:pt x="6370504" y="308568"/>
                  </a:lnTo>
                  <a:lnTo>
                    <a:pt x="6370629" y="308568"/>
                  </a:lnTo>
                  <a:lnTo>
                    <a:pt x="6370754" y="308568"/>
                  </a:lnTo>
                  <a:lnTo>
                    <a:pt x="6370879" y="308568"/>
                  </a:lnTo>
                  <a:lnTo>
                    <a:pt x="6371004" y="308568"/>
                  </a:lnTo>
                  <a:lnTo>
                    <a:pt x="6371129" y="308568"/>
                  </a:lnTo>
                  <a:lnTo>
                    <a:pt x="6371254" y="308568"/>
                  </a:lnTo>
                  <a:lnTo>
                    <a:pt x="6371379" y="308568"/>
                  </a:lnTo>
                  <a:lnTo>
                    <a:pt x="6371504" y="308568"/>
                  </a:lnTo>
                  <a:lnTo>
                    <a:pt x="6371630" y="308568"/>
                  </a:lnTo>
                  <a:lnTo>
                    <a:pt x="6371755" y="308568"/>
                  </a:lnTo>
                  <a:lnTo>
                    <a:pt x="6371880" y="308568"/>
                  </a:lnTo>
                  <a:lnTo>
                    <a:pt x="6372005" y="308568"/>
                  </a:lnTo>
                  <a:lnTo>
                    <a:pt x="6372130" y="308568"/>
                  </a:lnTo>
                  <a:lnTo>
                    <a:pt x="6372255" y="308568"/>
                  </a:lnTo>
                  <a:lnTo>
                    <a:pt x="6372380" y="308568"/>
                  </a:lnTo>
                  <a:lnTo>
                    <a:pt x="6372505" y="308568"/>
                  </a:lnTo>
                  <a:lnTo>
                    <a:pt x="6372630" y="308568"/>
                  </a:lnTo>
                  <a:lnTo>
                    <a:pt x="6372755" y="308568"/>
                  </a:lnTo>
                  <a:lnTo>
                    <a:pt x="6372880" y="308568"/>
                  </a:lnTo>
                  <a:lnTo>
                    <a:pt x="6373005" y="308568"/>
                  </a:lnTo>
                  <a:lnTo>
                    <a:pt x="6373130" y="308568"/>
                  </a:lnTo>
                  <a:lnTo>
                    <a:pt x="6373255" y="308568"/>
                  </a:lnTo>
                  <a:lnTo>
                    <a:pt x="6373380" y="308568"/>
                  </a:lnTo>
                  <a:lnTo>
                    <a:pt x="6373505" y="308568"/>
                  </a:lnTo>
                  <a:lnTo>
                    <a:pt x="6373630" y="308568"/>
                  </a:lnTo>
                  <a:lnTo>
                    <a:pt x="6373755" y="308568"/>
                  </a:lnTo>
                  <a:lnTo>
                    <a:pt x="6373880" y="308568"/>
                  </a:lnTo>
                  <a:lnTo>
                    <a:pt x="6374005" y="308568"/>
                  </a:lnTo>
                  <a:lnTo>
                    <a:pt x="6374130" y="308568"/>
                  </a:lnTo>
                  <a:lnTo>
                    <a:pt x="6374255" y="308568"/>
                  </a:lnTo>
                  <a:lnTo>
                    <a:pt x="6374380" y="308568"/>
                  </a:lnTo>
                  <a:lnTo>
                    <a:pt x="6374505" y="308568"/>
                  </a:lnTo>
                  <a:lnTo>
                    <a:pt x="6374631" y="308568"/>
                  </a:lnTo>
                  <a:lnTo>
                    <a:pt x="6374756" y="308568"/>
                  </a:lnTo>
                  <a:lnTo>
                    <a:pt x="6374881" y="308568"/>
                  </a:lnTo>
                  <a:lnTo>
                    <a:pt x="6375006" y="308568"/>
                  </a:lnTo>
                  <a:lnTo>
                    <a:pt x="6375131" y="308568"/>
                  </a:lnTo>
                  <a:lnTo>
                    <a:pt x="6375256" y="308568"/>
                  </a:lnTo>
                  <a:lnTo>
                    <a:pt x="6375381" y="308568"/>
                  </a:lnTo>
                  <a:lnTo>
                    <a:pt x="6375506" y="308568"/>
                  </a:lnTo>
                  <a:lnTo>
                    <a:pt x="6375631" y="308568"/>
                  </a:lnTo>
                  <a:lnTo>
                    <a:pt x="6375756" y="308568"/>
                  </a:lnTo>
                  <a:lnTo>
                    <a:pt x="6375881" y="308568"/>
                  </a:lnTo>
                  <a:lnTo>
                    <a:pt x="6376006" y="308568"/>
                  </a:lnTo>
                  <a:lnTo>
                    <a:pt x="6376131" y="308568"/>
                  </a:lnTo>
                  <a:lnTo>
                    <a:pt x="6376256" y="308568"/>
                  </a:lnTo>
                  <a:lnTo>
                    <a:pt x="6376381" y="308568"/>
                  </a:lnTo>
                  <a:lnTo>
                    <a:pt x="6376506" y="308568"/>
                  </a:lnTo>
                  <a:lnTo>
                    <a:pt x="6376631" y="308568"/>
                  </a:lnTo>
                  <a:lnTo>
                    <a:pt x="6376756" y="308568"/>
                  </a:lnTo>
                  <a:lnTo>
                    <a:pt x="6376881" y="308568"/>
                  </a:lnTo>
                  <a:lnTo>
                    <a:pt x="6377006" y="308568"/>
                  </a:lnTo>
                  <a:lnTo>
                    <a:pt x="6377131" y="308568"/>
                  </a:lnTo>
                  <a:lnTo>
                    <a:pt x="6377256" y="308568"/>
                  </a:lnTo>
                  <a:lnTo>
                    <a:pt x="6377381" y="308568"/>
                  </a:lnTo>
                  <a:lnTo>
                    <a:pt x="6377506" y="308568"/>
                  </a:lnTo>
                  <a:lnTo>
                    <a:pt x="6377632" y="308568"/>
                  </a:lnTo>
                  <a:lnTo>
                    <a:pt x="6377757" y="308568"/>
                  </a:lnTo>
                  <a:lnTo>
                    <a:pt x="6377882" y="308568"/>
                  </a:lnTo>
                  <a:lnTo>
                    <a:pt x="6378007" y="308568"/>
                  </a:lnTo>
                  <a:lnTo>
                    <a:pt x="6378132" y="308568"/>
                  </a:lnTo>
                  <a:lnTo>
                    <a:pt x="6378257" y="308568"/>
                  </a:lnTo>
                  <a:lnTo>
                    <a:pt x="6378382" y="308568"/>
                  </a:lnTo>
                  <a:lnTo>
                    <a:pt x="6378507" y="308568"/>
                  </a:lnTo>
                  <a:lnTo>
                    <a:pt x="6378632" y="308568"/>
                  </a:lnTo>
                  <a:lnTo>
                    <a:pt x="6378757" y="308568"/>
                  </a:lnTo>
                  <a:lnTo>
                    <a:pt x="6378882" y="308568"/>
                  </a:lnTo>
                  <a:lnTo>
                    <a:pt x="6379007" y="308568"/>
                  </a:lnTo>
                  <a:lnTo>
                    <a:pt x="6379132" y="308568"/>
                  </a:lnTo>
                  <a:lnTo>
                    <a:pt x="6379257" y="308568"/>
                  </a:lnTo>
                  <a:lnTo>
                    <a:pt x="6379382" y="308568"/>
                  </a:lnTo>
                  <a:lnTo>
                    <a:pt x="6379507" y="308568"/>
                  </a:lnTo>
                  <a:lnTo>
                    <a:pt x="6379632" y="308568"/>
                  </a:lnTo>
                  <a:lnTo>
                    <a:pt x="6379757" y="308568"/>
                  </a:lnTo>
                  <a:lnTo>
                    <a:pt x="6379882" y="308568"/>
                  </a:lnTo>
                  <a:lnTo>
                    <a:pt x="6380007" y="308568"/>
                  </a:lnTo>
                  <a:lnTo>
                    <a:pt x="6380132" y="308568"/>
                  </a:lnTo>
                  <a:lnTo>
                    <a:pt x="6380257" y="308568"/>
                  </a:lnTo>
                  <a:lnTo>
                    <a:pt x="6380382" y="308568"/>
                  </a:lnTo>
                  <a:lnTo>
                    <a:pt x="6380507" y="308568"/>
                  </a:lnTo>
                  <a:lnTo>
                    <a:pt x="6380633" y="308568"/>
                  </a:lnTo>
                  <a:lnTo>
                    <a:pt x="6380758" y="308568"/>
                  </a:lnTo>
                  <a:lnTo>
                    <a:pt x="6380883" y="308568"/>
                  </a:lnTo>
                  <a:lnTo>
                    <a:pt x="6381008" y="308568"/>
                  </a:lnTo>
                  <a:lnTo>
                    <a:pt x="6381133" y="308568"/>
                  </a:lnTo>
                  <a:lnTo>
                    <a:pt x="6381258" y="308568"/>
                  </a:lnTo>
                  <a:lnTo>
                    <a:pt x="6381383" y="308568"/>
                  </a:lnTo>
                  <a:lnTo>
                    <a:pt x="6381508" y="308568"/>
                  </a:lnTo>
                  <a:lnTo>
                    <a:pt x="6381633" y="308568"/>
                  </a:lnTo>
                  <a:lnTo>
                    <a:pt x="6381758" y="308568"/>
                  </a:lnTo>
                  <a:lnTo>
                    <a:pt x="6381883" y="308568"/>
                  </a:lnTo>
                  <a:lnTo>
                    <a:pt x="6382008" y="308568"/>
                  </a:lnTo>
                  <a:lnTo>
                    <a:pt x="6382133" y="308568"/>
                  </a:lnTo>
                  <a:lnTo>
                    <a:pt x="6382258" y="308568"/>
                  </a:lnTo>
                  <a:lnTo>
                    <a:pt x="6382383" y="308568"/>
                  </a:lnTo>
                  <a:lnTo>
                    <a:pt x="6382508" y="308568"/>
                  </a:lnTo>
                  <a:lnTo>
                    <a:pt x="6382633" y="308568"/>
                  </a:lnTo>
                  <a:lnTo>
                    <a:pt x="6382758" y="308568"/>
                  </a:lnTo>
                  <a:lnTo>
                    <a:pt x="6382883" y="308568"/>
                  </a:lnTo>
                  <a:lnTo>
                    <a:pt x="6383008" y="308568"/>
                  </a:lnTo>
                  <a:lnTo>
                    <a:pt x="6383133" y="308568"/>
                  </a:lnTo>
                  <a:lnTo>
                    <a:pt x="6383258" y="308568"/>
                  </a:lnTo>
                  <a:lnTo>
                    <a:pt x="6383383" y="308568"/>
                  </a:lnTo>
                  <a:lnTo>
                    <a:pt x="6383508" y="308568"/>
                  </a:lnTo>
                  <a:lnTo>
                    <a:pt x="6383634" y="308568"/>
                  </a:lnTo>
                  <a:lnTo>
                    <a:pt x="6383759" y="308568"/>
                  </a:lnTo>
                  <a:lnTo>
                    <a:pt x="6383884" y="308568"/>
                  </a:lnTo>
                  <a:lnTo>
                    <a:pt x="6384009" y="308568"/>
                  </a:lnTo>
                  <a:lnTo>
                    <a:pt x="6384134" y="308568"/>
                  </a:lnTo>
                  <a:lnTo>
                    <a:pt x="6384259" y="308568"/>
                  </a:lnTo>
                  <a:lnTo>
                    <a:pt x="6384384" y="308568"/>
                  </a:lnTo>
                  <a:lnTo>
                    <a:pt x="6384509" y="308568"/>
                  </a:lnTo>
                  <a:lnTo>
                    <a:pt x="6384634" y="308568"/>
                  </a:lnTo>
                  <a:lnTo>
                    <a:pt x="6384759" y="308568"/>
                  </a:lnTo>
                  <a:lnTo>
                    <a:pt x="6384884" y="308568"/>
                  </a:lnTo>
                  <a:lnTo>
                    <a:pt x="6385009" y="308568"/>
                  </a:lnTo>
                  <a:lnTo>
                    <a:pt x="6385134" y="308568"/>
                  </a:lnTo>
                  <a:lnTo>
                    <a:pt x="6385259" y="308568"/>
                  </a:lnTo>
                  <a:lnTo>
                    <a:pt x="6385384" y="308568"/>
                  </a:lnTo>
                  <a:lnTo>
                    <a:pt x="6385509" y="308568"/>
                  </a:lnTo>
                  <a:lnTo>
                    <a:pt x="6385634" y="308568"/>
                  </a:lnTo>
                  <a:lnTo>
                    <a:pt x="6385759" y="308568"/>
                  </a:lnTo>
                  <a:lnTo>
                    <a:pt x="6385884" y="308568"/>
                  </a:lnTo>
                  <a:lnTo>
                    <a:pt x="6386009" y="308568"/>
                  </a:lnTo>
                  <a:lnTo>
                    <a:pt x="6386134" y="308568"/>
                  </a:lnTo>
                  <a:lnTo>
                    <a:pt x="6386259" y="308568"/>
                  </a:lnTo>
                  <a:lnTo>
                    <a:pt x="6386384" y="308568"/>
                  </a:lnTo>
                  <a:lnTo>
                    <a:pt x="6386509" y="308568"/>
                  </a:lnTo>
                  <a:lnTo>
                    <a:pt x="6386509" y="298614"/>
                  </a:lnTo>
                  <a:lnTo>
                    <a:pt x="6386635" y="298614"/>
                  </a:lnTo>
                  <a:lnTo>
                    <a:pt x="6386760" y="298614"/>
                  </a:lnTo>
                  <a:lnTo>
                    <a:pt x="6386885" y="298614"/>
                  </a:lnTo>
                  <a:lnTo>
                    <a:pt x="6387010" y="298614"/>
                  </a:lnTo>
                  <a:lnTo>
                    <a:pt x="6387135" y="298614"/>
                  </a:lnTo>
                  <a:lnTo>
                    <a:pt x="6387260" y="298614"/>
                  </a:lnTo>
                  <a:lnTo>
                    <a:pt x="6387385" y="298614"/>
                  </a:lnTo>
                  <a:lnTo>
                    <a:pt x="6387510" y="298614"/>
                  </a:lnTo>
                  <a:lnTo>
                    <a:pt x="6387635" y="298614"/>
                  </a:lnTo>
                  <a:lnTo>
                    <a:pt x="6387760" y="298614"/>
                  </a:lnTo>
                  <a:lnTo>
                    <a:pt x="6387885" y="298614"/>
                  </a:lnTo>
                  <a:lnTo>
                    <a:pt x="6388010" y="298614"/>
                  </a:lnTo>
                  <a:lnTo>
                    <a:pt x="6388135" y="298614"/>
                  </a:lnTo>
                  <a:lnTo>
                    <a:pt x="6388260" y="298614"/>
                  </a:lnTo>
                  <a:lnTo>
                    <a:pt x="6388385" y="298614"/>
                  </a:lnTo>
                  <a:lnTo>
                    <a:pt x="6388510" y="298614"/>
                  </a:lnTo>
                  <a:lnTo>
                    <a:pt x="6388635" y="298614"/>
                  </a:lnTo>
                  <a:lnTo>
                    <a:pt x="6388760" y="298614"/>
                  </a:lnTo>
                  <a:lnTo>
                    <a:pt x="6388885" y="298614"/>
                  </a:lnTo>
                  <a:lnTo>
                    <a:pt x="6389010" y="298614"/>
                  </a:lnTo>
                  <a:lnTo>
                    <a:pt x="6389135" y="298614"/>
                  </a:lnTo>
                  <a:lnTo>
                    <a:pt x="6389260" y="298614"/>
                  </a:lnTo>
                  <a:lnTo>
                    <a:pt x="6389385" y="298614"/>
                  </a:lnTo>
                  <a:lnTo>
                    <a:pt x="6389510" y="298614"/>
                  </a:lnTo>
                  <a:lnTo>
                    <a:pt x="6389636" y="298614"/>
                  </a:lnTo>
                  <a:lnTo>
                    <a:pt x="6389761" y="298614"/>
                  </a:lnTo>
                  <a:lnTo>
                    <a:pt x="6389886" y="298614"/>
                  </a:lnTo>
                  <a:lnTo>
                    <a:pt x="6390011" y="298614"/>
                  </a:lnTo>
                  <a:lnTo>
                    <a:pt x="6390136" y="298614"/>
                  </a:lnTo>
                  <a:lnTo>
                    <a:pt x="6390261" y="298614"/>
                  </a:lnTo>
                  <a:lnTo>
                    <a:pt x="6390386" y="298614"/>
                  </a:lnTo>
                  <a:lnTo>
                    <a:pt x="6390511" y="298614"/>
                  </a:lnTo>
                  <a:lnTo>
                    <a:pt x="6390636" y="298614"/>
                  </a:lnTo>
                  <a:lnTo>
                    <a:pt x="6390761" y="298614"/>
                  </a:lnTo>
                  <a:lnTo>
                    <a:pt x="6390886" y="298614"/>
                  </a:lnTo>
                  <a:lnTo>
                    <a:pt x="6391011" y="298614"/>
                  </a:lnTo>
                  <a:lnTo>
                    <a:pt x="6391136" y="298614"/>
                  </a:lnTo>
                  <a:lnTo>
                    <a:pt x="6391261" y="298614"/>
                  </a:lnTo>
                  <a:lnTo>
                    <a:pt x="6391386" y="298614"/>
                  </a:lnTo>
                  <a:lnTo>
                    <a:pt x="6391511" y="298614"/>
                  </a:lnTo>
                  <a:lnTo>
                    <a:pt x="6391636" y="298614"/>
                  </a:lnTo>
                  <a:lnTo>
                    <a:pt x="6391761" y="298614"/>
                  </a:lnTo>
                  <a:lnTo>
                    <a:pt x="6391886" y="298614"/>
                  </a:lnTo>
                  <a:lnTo>
                    <a:pt x="6392011" y="298614"/>
                  </a:lnTo>
                  <a:lnTo>
                    <a:pt x="6392136" y="298614"/>
                  </a:lnTo>
                  <a:lnTo>
                    <a:pt x="6392261" y="298614"/>
                  </a:lnTo>
                  <a:lnTo>
                    <a:pt x="6392386" y="298614"/>
                  </a:lnTo>
                  <a:lnTo>
                    <a:pt x="6392511" y="298614"/>
                  </a:lnTo>
                  <a:lnTo>
                    <a:pt x="6392637" y="298614"/>
                  </a:lnTo>
                  <a:lnTo>
                    <a:pt x="6392762" y="298614"/>
                  </a:lnTo>
                  <a:lnTo>
                    <a:pt x="6392887" y="298614"/>
                  </a:lnTo>
                  <a:lnTo>
                    <a:pt x="6393012" y="298614"/>
                  </a:lnTo>
                  <a:lnTo>
                    <a:pt x="6393137" y="298614"/>
                  </a:lnTo>
                  <a:lnTo>
                    <a:pt x="6393262" y="298614"/>
                  </a:lnTo>
                  <a:lnTo>
                    <a:pt x="6393387" y="298614"/>
                  </a:lnTo>
                  <a:lnTo>
                    <a:pt x="6393512" y="298614"/>
                  </a:lnTo>
                  <a:lnTo>
                    <a:pt x="6393637" y="298614"/>
                  </a:lnTo>
                  <a:lnTo>
                    <a:pt x="6393762" y="298614"/>
                  </a:lnTo>
                  <a:lnTo>
                    <a:pt x="6393887" y="298614"/>
                  </a:lnTo>
                  <a:lnTo>
                    <a:pt x="6394012" y="298614"/>
                  </a:lnTo>
                  <a:lnTo>
                    <a:pt x="6394137" y="298614"/>
                  </a:lnTo>
                  <a:lnTo>
                    <a:pt x="6394262" y="298614"/>
                  </a:lnTo>
                  <a:lnTo>
                    <a:pt x="6394387" y="298614"/>
                  </a:lnTo>
                  <a:lnTo>
                    <a:pt x="6394512" y="298614"/>
                  </a:lnTo>
                  <a:lnTo>
                    <a:pt x="6394637" y="298614"/>
                  </a:lnTo>
                  <a:lnTo>
                    <a:pt x="6394762" y="298614"/>
                  </a:lnTo>
                  <a:lnTo>
                    <a:pt x="6394887" y="298614"/>
                  </a:lnTo>
                  <a:lnTo>
                    <a:pt x="6395012" y="298614"/>
                  </a:lnTo>
                  <a:lnTo>
                    <a:pt x="6395137" y="298614"/>
                  </a:lnTo>
                  <a:lnTo>
                    <a:pt x="6395262" y="298614"/>
                  </a:lnTo>
                  <a:lnTo>
                    <a:pt x="6395387" y="298614"/>
                  </a:lnTo>
                  <a:lnTo>
                    <a:pt x="6395512" y="298614"/>
                  </a:lnTo>
                  <a:lnTo>
                    <a:pt x="6395638" y="298614"/>
                  </a:lnTo>
                  <a:lnTo>
                    <a:pt x="6395763" y="298614"/>
                  </a:lnTo>
                  <a:lnTo>
                    <a:pt x="6395888" y="298614"/>
                  </a:lnTo>
                  <a:lnTo>
                    <a:pt x="6396013" y="298614"/>
                  </a:lnTo>
                  <a:lnTo>
                    <a:pt x="6396138" y="298614"/>
                  </a:lnTo>
                  <a:lnTo>
                    <a:pt x="6396263" y="298614"/>
                  </a:lnTo>
                  <a:lnTo>
                    <a:pt x="6396388" y="298614"/>
                  </a:lnTo>
                  <a:lnTo>
                    <a:pt x="6396513" y="298614"/>
                  </a:lnTo>
                  <a:lnTo>
                    <a:pt x="6396638" y="298614"/>
                  </a:lnTo>
                  <a:lnTo>
                    <a:pt x="6396763" y="298614"/>
                  </a:lnTo>
                  <a:lnTo>
                    <a:pt x="6396888" y="298614"/>
                  </a:lnTo>
                  <a:lnTo>
                    <a:pt x="6397013" y="298614"/>
                  </a:lnTo>
                  <a:lnTo>
                    <a:pt x="6397138" y="298614"/>
                  </a:lnTo>
                  <a:lnTo>
                    <a:pt x="6397263" y="298614"/>
                  </a:lnTo>
                  <a:lnTo>
                    <a:pt x="6397388" y="298614"/>
                  </a:lnTo>
                  <a:lnTo>
                    <a:pt x="6397513" y="298614"/>
                  </a:lnTo>
                  <a:lnTo>
                    <a:pt x="6397638" y="298614"/>
                  </a:lnTo>
                  <a:lnTo>
                    <a:pt x="6397763" y="298614"/>
                  </a:lnTo>
                  <a:lnTo>
                    <a:pt x="6397888" y="298614"/>
                  </a:lnTo>
                  <a:lnTo>
                    <a:pt x="6398013" y="298614"/>
                  </a:lnTo>
                  <a:lnTo>
                    <a:pt x="6398138" y="298614"/>
                  </a:lnTo>
                  <a:lnTo>
                    <a:pt x="6398263" y="298614"/>
                  </a:lnTo>
                  <a:lnTo>
                    <a:pt x="6398388" y="298614"/>
                  </a:lnTo>
                  <a:lnTo>
                    <a:pt x="6398513" y="298614"/>
                  </a:lnTo>
                  <a:lnTo>
                    <a:pt x="6398639" y="298614"/>
                  </a:lnTo>
                  <a:lnTo>
                    <a:pt x="6398764" y="298614"/>
                  </a:lnTo>
                  <a:lnTo>
                    <a:pt x="6398889" y="298614"/>
                  </a:lnTo>
                  <a:lnTo>
                    <a:pt x="6399014" y="298614"/>
                  </a:lnTo>
                  <a:lnTo>
                    <a:pt x="6399139" y="298614"/>
                  </a:lnTo>
                  <a:lnTo>
                    <a:pt x="6399264" y="298614"/>
                  </a:lnTo>
                  <a:lnTo>
                    <a:pt x="6399389" y="298614"/>
                  </a:lnTo>
                  <a:lnTo>
                    <a:pt x="6399514" y="298614"/>
                  </a:lnTo>
                  <a:lnTo>
                    <a:pt x="6399639" y="298614"/>
                  </a:lnTo>
                  <a:lnTo>
                    <a:pt x="6399764" y="298614"/>
                  </a:lnTo>
                  <a:lnTo>
                    <a:pt x="6399889" y="298614"/>
                  </a:lnTo>
                  <a:lnTo>
                    <a:pt x="6400014" y="298614"/>
                  </a:lnTo>
                  <a:lnTo>
                    <a:pt x="6400139" y="298614"/>
                  </a:lnTo>
                  <a:lnTo>
                    <a:pt x="6400264" y="298614"/>
                  </a:lnTo>
                  <a:lnTo>
                    <a:pt x="6400389" y="298614"/>
                  </a:lnTo>
                  <a:lnTo>
                    <a:pt x="6400514" y="298614"/>
                  </a:lnTo>
                  <a:lnTo>
                    <a:pt x="6400639" y="298614"/>
                  </a:lnTo>
                  <a:lnTo>
                    <a:pt x="6400764" y="298614"/>
                  </a:lnTo>
                  <a:lnTo>
                    <a:pt x="6400889" y="298614"/>
                  </a:lnTo>
                  <a:lnTo>
                    <a:pt x="6401014" y="298614"/>
                  </a:lnTo>
                  <a:lnTo>
                    <a:pt x="6401139" y="298614"/>
                  </a:lnTo>
                  <a:lnTo>
                    <a:pt x="6401264" y="298614"/>
                  </a:lnTo>
                  <a:lnTo>
                    <a:pt x="6401389" y="298614"/>
                  </a:lnTo>
                  <a:lnTo>
                    <a:pt x="6401514" y="298614"/>
                  </a:lnTo>
                  <a:lnTo>
                    <a:pt x="6401640" y="298614"/>
                  </a:lnTo>
                  <a:lnTo>
                    <a:pt x="6401765" y="298614"/>
                  </a:lnTo>
                  <a:lnTo>
                    <a:pt x="6401890" y="298614"/>
                  </a:lnTo>
                  <a:lnTo>
                    <a:pt x="6402015" y="298614"/>
                  </a:lnTo>
                  <a:lnTo>
                    <a:pt x="6402140" y="298614"/>
                  </a:lnTo>
                  <a:lnTo>
                    <a:pt x="6402265" y="298614"/>
                  </a:lnTo>
                  <a:lnTo>
                    <a:pt x="6402390" y="298614"/>
                  </a:lnTo>
                  <a:lnTo>
                    <a:pt x="6402515" y="298614"/>
                  </a:lnTo>
                  <a:lnTo>
                    <a:pt x="6402640" y="298614"/>
                  </a:lnTo>
                  <a:lnTo>
                    <a:pt x="6402765" y="298614"/>
                  </a:lnTo>
                  <a:lnTo>
                    <a:pt x="6402890" y="298614"/>
                  </a:lnTo>
                  <a:lnTo>
                    <a:pt x="6403015" y="298614"/>
                  </a:lnTo>
                  <a:lnTo>
                    <a:pt x="6403140" y="298614"/>
                  </a:lnTo>
                  <a:lnTo>
                    <a:pt x="6403265" y="298614"/>
                  </a:lnTo>
                  <a:lnTo>
                    <a:pt x="6403390" y="298614"/>
                  </a:lnTo>
                  <a:lnTo>
                    <a:pt x="6403515" y="298614"/>
                  </a:lnTo>
                  <a:lnTo>
                    <a:pt x="6403640" y="298614"/>
                  </a:lnTo>
                  <a:lnTo>
                    <a:pt x="6403765" y="298614"/>
                  </a:lnTo>
                  <a:lnTo>
                    <a:pt x="6403890" y="298614"/>
                  </a:lnTo>
                  <a:lnTo>
                    <a:pt x="6404015" y="298614"/>
                  </a:lnTo>
                  <a:lnTo>
                    <a:pt x="6404140" y="298614"/>
                  </a:lnTo>
                  <a:lnTo>
                    <a:pt x="6404265" y="298614"/>
                  </a:lnTo>
                  <a:lnTo>
                    <a:pt x="6404390" y="298614"/>
                  </a:lnTo>
                  <a:lnTo>
                    <a:pt x="6404516" y="298614"/>
                  </a:lnTo>
                  <a:lnTo>
                    <a:pt x="6404641" y="298614"/>
                  </a:lnTo>
                  <a:lnTo>
                    <a:pt x="6404766" y="298614"/>
                  </a:lnTo>
                  <a:lnTo>
                    <a:pt x="6404891" y="298614"/>
                  </a:lnTo>
                  <a:lnTo>
                    <a:pt x="6405016" y="298614"/>
                  </a:lnTo>
                  <a:lnTo>
                    <a:pt x="6405141" y="298614"/>
                  </a:lnTo>
                  <a:lnTo>
                    <a:pt x="6405266" y="298614"/>
                  </a:lnTo>
                  <a:lnTo>
                    <a:pt x="6405391" y="298614"/>
                  </a:lnTo>
                  <a:lnTo>
                    <a:pt x="6405516" y="298614"/>
                  </a:lnTo>
                  <a:lnTo>
                    <a:pt x="6405641" y="298614"/>
                  </a:lnTo>
                  <a:lnTo>
                    <a:pt x="6405766" y="298614"/>
                  </a:lnTo>
                  <a:lnTo>
                    <a:pt x="6405891" y="298614"/>
                  </a:lnTo>
                  <a:lnTo>
                    <a:pt x="6406016" y="298614"/>
                  </a:lnTo>
                  <a:lnTo>
                    <a:pt x="6406141" y="298614"/>
                  </a:lnTo>
                  <a:lnTo>
                    <a:pt x="6406266" y="298614"/>
                  </a:lnTo>
                  <a:lnTo>
                    <a:pt x="6406391" y="298614"/>
                  </a:lnTo>
                  <a:lnTo>
                    <a:pt x="6406516" y="298614"/>
                  </a:lnTo>
                  <a:lnTo>
                    <a:pt x="6406641" y="298614"/>
                  </a:lnTo>
                  <a:lnTo>
                    <a:pt x="6406766" y="298614"/>
                  </a:lnTo>
                  <a:lnTo>
                    <a:pt x="6406891" y="298614"/>
                  </a:lnTo>
                  <a:lnTo>
                    <a:pt x="6407016" y="298614"/>
                  </a:lnTo>
                  <a:lnTo>
                    <a:pt x="6407141" y="298614"/>
                  </a:lnTo>
                  <a:lnTo>
                    <a:pt x="6407266" y="298614"/>
                  </a:lnTo>
                  <a:lnTo>
                    <a:pt x="6407391" y="298614"/>
                  </a:lnTo>
                  <a:lnTo>
                    <a:pt x="6407517" y="298614"/>
                  </a:lnTo>
                  <a:lnTo>
                    <a:pt x="6407642" y="298614"/>
                  </a:lnTo>
                  <a:lnTo>
                    <a:pt x="6407767" y="298614"/>
                  </a:lnTo>
                  <a:lnTo>
                    <a:pt x="6407892" y="298614"/>
                  </a:lnTo>
                  <a:lnTo>
                    <a:pt x="6408017" y="298614"/>
                  </a:lnTo>
                  <a:lnTo>
                    <a:pt x="6408142" y="298614"/>
                  </a:lnTo>
                  <a:lnTo>
                    <a:pt x="6408267" y="298614"/>
                  </a:lnTo>
                  <a:lnTo>
                    <a:pt x="6408392" y="298614"/>
                  </a:lnTo>
                  <a:lnTo>
                    <a:pt x="6408517" y="298614"/>
                  </a:lnTo>
                  <a:lnTo>
                    <a:pt x="6408642" y="298614"/>
                  </a:lnTo>
                  <a:lnTo>
                    <a:pt x="6408767" y="298614"/>
                  </a:lnTo>
                  <a:lnTo>
                    <a:pt x="6408892" y="298614"/>
                  </a:lnTo>
                  <a:lnTo>
                    <a:pt x="6409017" y="298614"/>
                  </a:lnTo>
                  <a:lnTo>
                    <a:pt x="6409142" y="298614"/>
                  </a:lnTo>
                  <a:lnTo>
                    <a:pt x="6409267" y="298614"/>
                  </a:lnTo>
                  <a:lnTo>
                    <a:pt x="6409392" y="298614"/>
                  </a:lnTo>
                  <a:lnTo>
                    <a:pt x="6409517" y="298614"/>
                  </a:lnTo>
                  <a:lnTo>
                    <a:pt x="6409642" y="298614"/>
                  </a:lnTo>
                  <a:lnTo>
                    <a:pt x="6409767" y="298614"/>
                  </a:lnTo>
                  <a:lnTo>
                    <a:pt x="6409892" y="298614"/>
                  </a:lnTo>
                  <a:lnTo>
                    <a:pt x="6410017" y="298614"/>
                  </a:lnTo>
                  <a:lnTo>
                    <a:pt x="6410142" y="298614"/>
                  </a:lnTo>
                  <a:lnTo>
                    <a:pt x="6410267" y="298614"/>
                  </a:lnTo>
                  <a:lnTo>
                    <a:pt x="6410392" y="298614"/>
                  </a:lnTo>
                  <a:lnTo>
                    <a:pt x="6410518" y="298614"/>
                  </a:lnTo>
                  <a:lnTo>
                    <a:pt x="6410643" y="298614"/>
                  </a:lnTo>
                  <a:lnTo>
                    <a:pt x="6410768" y="298614"/>
                  </a:lnTo>
                  <a:lnTo>
                    <a:pt x="6410893" y="298614"/>
                  </a:lnTo>
                  <a:lnTo>
                    <a:pt x="6411018" y="298614"/>
                  </a:lnTo>
                  <a:lnTo>
                    <a:pt x="6411143" y="298614"/>
                  </a:lnTo>
                  <a:lnTo>
                    <a:pt x="6411268" y="298614"/>
                  </a:lnTo>
                  <a:lnTo>
                    <a:pt x="6411393" y="298614"/>
                  </a:lnTo>
                  <a:lnTo>
                    <a:pt x="6411518" y="298614"/>
                  </a:lnTo>
                  <a:lnTo>
                    <a:pt x="6411643" y="298614"/>
                  </a:lnTo>
                  <a:lnTo>
                    <a:pt x="6411768" y="298614"/>
                  </a:lnTo>
                  <a:lnTo>
                    <a:pt x="6411893" y="298614"/>
                  </a:lnTo>
                  <a:lnTo>
                    <a:pt x="6412018" y="298614"/>
                  </a:lnTo>
                  <a:lnTo>
                    <a:pt x="6412143" y="298614"/>
                  </a:lnTo>
                  <a:lnTo>
                    <a:pt x="6412268" y="298614"/>
                  </a:lnTo>
                  <a:lnTo>
                    <a:pt x="6412393" y="298614"/>
                  </a:lnTo>
                  <a:lnTo>
                    <a:pt x="6412518" y="298614"/>
                  </a:lnTo>
                  <a:lnTo>
                    <a:pt x="6412643" y="298614"/>
                  </a:lnTo>
                  <a:lnTo>
                    <a:pt x="6412643" y="288660"/>
                  </a:lnTo>
                  <a:lnTo>
                    <a:pt x="6412768" y="288660"/>
                  </a:lnTo>
                  <a:lnTo>
                    <a:pt x="6412893" y="288660"/>
                  </a:lnTo>
                  <a:lnTo>
                    <a:pt x="6413018" y="288660"/>
                  </a:lnTo>
                  <a:lnTo>
                    <a:pt x="6413143" y="288660"/>
                  </a:lnTo>
                  <a:lnTo>
                    <a:pt x="6413268" y="288660"/>
                  </a:lnTo>
                  <a:lnTo>
                    <a:pt x="6413393" y="288660"/>
                  </a:lnTo>
                  <a:lnTo>
                    <a:pt x="6413519" y="288660"/>
                  </a:lnTo>
                  <a:lnTo>
                    <a:pt x="6413644" y="288660"/>
                  </a:lnTo>
                  <a:lnTo>
                    <a:pt x="6413769" y="288660"/>
                  </a:lnTo>
                  <a:lnTo>
                    <a:pt x="6413894" y="288660"/>
                  </a:lnTo>
                  <a:lnTo>
                    <a:pt x="6414019" y="288660"/>
                  </a:lnTo>
                  <a:lnTo>
                    <a:pt x="6414144" y="288660"/>
                  </a:lnTo>
                  <a:lnTo>
                    <a:pt x="6414269" y="288660"/>
                  </a:lnTo>
                  <a:lnTo>
                    <a:pt x="6414394" y="288660"/>
                  </a:lnTo>
                  <a:lnTo>
                    <a:pt x="6414519" y="288660"/>
                  </a:lnTo>
                  <a:lnTo>
                    <a:pt x="6414644" y="288660"/>
                  </a:lnTo>
                  <a:lnTo>
                    <a:pt x="6414769" y="288660"/>
                  </a:lnTo>
                  <a:lnTo>
                    <a:pt x="6414894" y="288660"/>
                  </a:lnTo>
                  <a:lnTo>
                    <a:pt x="6415019" y="288660"/>
                  </a:lnTo>
                  <a:lnTo>
                    <a:pt x="6415144" y="288660"/>
                  </a:lnTo>
                  <a:lnTo>
                    <a:pt x="6415269" y="288660"/>
                  </a:lnTo>
                  <a:lnTo>
                    <a:pt x="6415394" y="288660"/>
                  </a:lnTo>
                  <a:lnTo>
                    <a:pt x="6415519" y="288660"/>
                  </a:lnTo>
                  <a:lnTo>
                    <a:pt x="6415644" y="288660"/>
                  </a:lnTo>
                  <a:lnTo>
                    <a:pt x="6415769" y="288660"/>
                  </a:lnTo>
                  <a:lnTo>
                    <a:pt x="6415894" y="288660"/>
                  </a:lnTo>
                  <a:lnTo>
                    <a:pt x="6416019" y="288660"/>
                  </a:lnTo>
                  <a:lnTo>
                    <a:pt x="6416144" y="288660"/>
                  </a:lnTo>
                  <a:lnTo>
                    <a:pt x="6416269" y="288660"/>
                  </a:lnTo>
                  <a:lnTo>
                    <a:pt x="6416394" y="288660"/>
                  </a:lnTo>
                  <a:lnTo>
                    <a:pt x="6416520" y="288660"/>
                  </a:lnTo>
                  <a:lnTo>
                    <a:pt x="6416645" y="288660"/>
                  </a:lnTo>
                  <a:lnTo>
                    <a:pt x="6416770" y="288660"/>
                  </a:lnTo>
                  <a:lnTo>
                    <a:pt x="6416895" y="288660"/>
                  </a:lnTo>
                  <a:lnTo>
                    <a:pt x="6417020" y="288660"/>
                  </a:lnTo>
                  <a:lnTo>
                    <a:pt x="6417145" y="288660"/>
                  </a:lnTo>
                  <a:lnTo>
                    <a:pt x="6417270" y="288660"/>
                  </a:lnTo>
                  <a:lnTo>
                    <a:pt x="6417395" y="288660"/>
                  </a:lnTo>
                  <a:lnTo>
                    <a:pt x="6417520" y="288660"/>
                  </a:lnTo>
                  <a:lnTo>
                    <a:pt x="6417645" y="288660"/>
                  </a:lnTo>
                  <a:lnTo>
                    <a:pt x="6417770" y="288660"/>
                  </a:lnTo>
                  <a:lnTo>
                    <a:pt x="6417895" y="288660"/>
                  </a:lnTo>
                  <a:lnTo>
                    <a:pt x="6418020" y="288660"/>
                  </a:lnTo>
                  <a:lnTo>
                    <a:pt x="6418145" y="288660"/>
                  </a:lnTo>
                  <a:lnTo>
                    <a:pt x="6418270" y="288660"/>
                  </a:lnTo>
                  <a:lnTo>
                    <a:pt x="6418395" y="288660"/>
                  </a:lnTo>
                  <a:lnTo>
                    <a:pt x="6418520" y="288660"/>
                  </a:lnTo>
                  <a:lnTo>
                    <a:pt x="6418645" y="288660"/>
                  </a:lnTo>
                  <a:lnTo>
                    <a:pt x="6418770" y="288660"/>
                  </a:lnTo>
                  <a:lnTo>
                    <a:pt x="6418895" y="288660"/>
                  </a:lnTo>
                  <a:lnTo>
                    <a:pt x="6419020" y="288660"/>
                  </a:lnTo>
                  <a:lnTo>
                    <a:pt x="6419145" y="288660"/>
                  </a:lnTo>
                  <a:lnTo>
                    <a:pt x="6419270" y="288660"/>
                  </a:lnTo>
                  <a:lnTo>
                    <a:pt x="6419395" y="288660"/>
                  </a:lnTo>
                  <a:lnTo>
                    <a:pt x="6419521" y="288660"/>
                  </a:lnTo>
                  <a:lnTo>
                    <a:pt x="6419646" y="288660"/>
                  </a:lnTo>
                  <a:lnTo>
                    <a:pt x="6419771" y="288660"/>
                  </a:lnTo>
                  <a:lnTo>
                    <a:pt x="6419896" y="288660"/>
                  </a:lnTo>
                  <a:lnTo>
                    <a:pt x="6420021" y="288660"/>
                  </a:lnTo>
                  <a:lnTo>
                    <a:pt x="6420146" y="288660"/>
                  </a:lnTo>
                  <a:lnTo>
                    <a:pt x="6420271" y="288660"/>
                  </a:lnTo>
                  <a:lnTo>
                    <a:pt x="6420396" y="288660"/>
                  </a:lnTo>
                  <a:lnTo>
                    <a:pt x="6420521" y="288660"/>
                  </a:lnTo>
                  <a:lnTo>
                    <a:pt x="6420646" y="288660"/>
                  </a:lnTo>
                  <a:lnTo>
                    <a:pt x="6420771" y="288660"/>
                  </a:lnTo>
                  <a:lnTo>
                    <a:pt x="6420896" y="288660"/>
                  </a:lnTo>
                  <a:lnTo>
                    <a:pt x="6421021" y="288660"/>
                  </a:lnTo>
                  <a:lnTo>
                    <a:pt x="6421146" y="288660"/>
                  </a:lnTo>
                  <a:lnTo>
                    <a:pt x="6421271" y="288660"/>
                  </a:lnTo>
                  <a:lnTo>
                    <a:pt x="6421396" y="288660"/>
                  </a:lnTo>
                  <a:lnTo>
                    <a:pt x="6421521" y="288660"/>
                  </a:lnTo>
                  <a:lnTo>
                    <a:pt x="6421646" y="288660"/>
                  </a:lnTo>
                  <a:lnTo>
                    <a:pt x="6421771" y="288660"/>
                  </a:lnTo>
                  <a:lnTo>
                    <a:pt x="6421896" y="288660"/>
                  </a:lnTo>
                  <a:lnTo>
                    <a:pt x="6422021" y="288660"/>
                  </a:lnTo>
                  <a:lnTo>
                    <a:pt x="6422146" y="288660"/>
                  </a:lnTo>
                  <a:lnTo>
                    <a:pt x="6422271" y="288660"/>
                  </a:lnTo>
                  <a:lnTo>
                    <a:pt x="6422396" y="288660"/>
                  </a:lnTo>
                  <a:lnTo>
                    <a:pt x="6422522" y="288660"/>
                  </a:lnTo>
                  <a:lnTo>
                    <a:pt x="6422647" y="288660"/>
                  </a:lnTo>
                  <a:lnTo>
                    <a:pt x="6422772" y="288660"/>
                  </a:lnTo>
                  <a:lnTo>
                    <a:pt x="6422897" y="288660"/>
                  </a:lnTo>
                  <a:lnTo>
                    <a:pt x="6423022" y="288660"/>
                  </a:lnTo>
                  <a:lnTo>
                    <a:pt x="6423147" y="288660"/>
                  </a:lnTo>
                  <a:lnTo>
                    <a:pt x="6423272" y="288660"/>
                  </a:lnTo>
                  <a:lnTo>
                    <a:pt x="6423397" y="288660"/>
                  </a:lnTo>
                  <a:lnTo>
                    <a:pt x="6423522" y="288660"/>
                  </a:lnTo>
                  <a:lnTo>
                    <a:pt x="6423647" y="288660"/>
                  </a:lnTo>
                  <a:lnTo>
                    <a:pt x="6423772" y="288660"/>
                  </a:lnTo>
                  <a:lnTo>
                    <a:pt x="6423897" y="288660"/>
                  </a:lnTo>
                  <a:lnTo>
                    <a:pt x="6424022" y="288660"/>
                  </a:lnTo>
                  <a:lnTo>
                    <a:pt x="6424147" y="288660"/>
                  </a:lnTo>
                  <a:lnTo>
                    <a:pt x="6424272" y="288660"/>
                  </a:lnTo>
                  <a:lnTo>
                    <a:pt x="6424397" y="288660"/>
                  </a:lnTo>
                  <a:lnTo>
                    <a:pt x="6424522" y="288660"/>
                  </a:lnTo>
                  <a:lnTo>
                    <a:pt x="6424647" y="288660"/>
                  </a:lnTo>
                  <a:lnTo>
                    <a:pt x="6424772" y="288660"/>
                  </a:lnTo>
                  <a:lnTo>
                    <a:pt x="6424897" y="288660"/>
                  </a:lnTo>
                  <a:lnTo>
                    <a:pt x="6425022" y="288660"/>
                  </a:lnTo>
                  <a:lnTo>
                    <a:pt x="6425147" y="288660"/>
                  </a:lnTo>
                  <a:lnTo>
                    <a:pt x="6425272" y="288660"/>
                  </a:lnTo>
                  <a:lnTo>
                    <a:pt x="6425397" y="288660"/>
                  </a:lnTo>
                  <a:lnTo>
                    <a:pt x="6425523" y="288660"/>
                  </a:lnTo>
                  <a:lnTo>
                    <a:pt x="6425648" y="288660"/>
                  </a:lnTo>
                  <a:lnTo>
                    <a:pt x="6425773" y="288660"/>
                  </a:lnTo>
                  <a:lnTo>
                    <a:pt x="6425898" y="288660"/>
                  </a:lnTo>
                  <a:lnTo>
                    <a:pt x="6426023" y="288660"/>
                  </a:lnTo>
                  <a:lnTo>
                    <a:pt x="6426148" y="288660"/>
                  </a:lnTo>
                  <a:lnTo>
                    <a:pt x="6426273" y="288660"/>
                  </a:lnTo>
                  <a:lnTo>
                    <a:pt x="6426398" y="288660"/>
                  </a:lnTo>
                  <a:lnTo>
                    <a:pt x="6426523" y="288660"/>
                  </a:lnTo>
                  <a:lnTo>
                    <a:pt x="6426648" y="288660"/>
                  </a:lnTo>
                  <a:lnTo>
                    <a:pt x="6426773" y="288660"/>
                  </a:lnTo>
                  <a:lnTo>
                    <a:pt x="6426898" y="288660"/>
                  </a:lnTo>
                  <a:lnTo>
                    <a:pt x="6427023" y="288660"/>
                  </a:lnTo>
                  <a:lnTo>
                    <a:pt x="6427148" y="288660"/>
                  </a:lnTo>
                  <a:lnTo>
                    <a:pt x="6427273" y="288660"/>
                  </a:lnTo>
                  <a:lnTo>
                    <a:pt x="6427398" y="288660"/>
                  </a:lnTo>
                  <a:lnTo>
                    <a:pt x="6427523" y="288660"/>
                  </a:lnTo>
                  <a:lnTo>
                    <a:pt x="6427648" y="288660"/>
                  </a:lnTo>
                  <a:lnTo>
                    <a:pt x="6427773" y="288660"/>
                  </a:lnTo>
                  <a:lnTo>
                    <a:pt x="6427898" y="288660"/>
                  </a:lnTo>
                  <a:lnTo>
                    <a:pt x="6428023" y="288660"/>
                  </a:lnTo>
                  <a:lnTo>
                    <a:pt x="6428148" y="288660"/>
                  </a:lnTo>
                  <a:lnTo>
                    <a:pt x="6428273" y="288660"/>
                  </a:lnTo>
                  <a:lnTo>
                    <a:pt x="6428398" y="288660"/>
                  </a:lnTo>
                  <a:lnTo>
                    <a:pt x="6428524" y="288660"/>
                  </a:lnTo>
                  <a:lnTo>
                    <a:pt x="6428649" y="288660"/>
                  </a:lnTo>
                  <a:lnTo>
                    <a:pt x="6428774" y="288660"/>
                  </a:lnTo>
                  <a:lnTo>
                    <a:pt x="6428899" y="288660"/>
                  </a:lnTo>
                  <a:lnTo>
                    <a:pt x="6429024" y="288660"/>
                  </a:lnTo>
                  <a:lnTo>
                    <a:pt x="6429149" y="288660"/>
                  </a:lnTo>
                  <a:lnTo>
                    <a:pt x="6429274" y="288660"/>
                  </a:lnTo>
                  <a:lnTo>
                    <a:pt x="6429399" y="288660"/>
                  </a:lnTo>
                  <a:lnTo>
                    <a:pt x="6429524" y="288660"/>
                  </a:lnTo>
                  <a:lnTo>
                    <a:pt x="6429649" y="288660"/>
                  </a:lnTo>
                  <a:lnTo>
                    <a:pt x="6429774" y="288660"/>
                  </a:lnTo>
                  <a:lnTo>
                    <a:pt x="6429899" y="288660"/>
                  </a:lnTo>
                  <a:lnTo>
                    <a:pt x="6430024" y="288660"/>
                  </a:lnTo>
                  <a:lnTo>
                    <a:pt x="6430149" y="288660"/>
                  </a:lnTo>
                  <a:lnTo>
                    <a:pt x="6430274" y="288660"/>
                  </a:lnTo>
                  <a:lnTo>
                    <a:pt x="6430399" y="288660"/>
                  </a:lnTo>
                  <a:lnTo>
                    <a:pt x="6430524" y="288660"/>
                  </a:lnTo>
                  <a:lnTo>
                    <a:pt x="6430649" y="288660"/>
                  </a:lnTo>
                  <a:lnTo>
                    <a:pt x="6430774" y="288660"/>
                  </a:lnTo>
                  <a:lnTo>
                    <a:pt x="6430899" y="288660"/>
                  </a:lnTo>
                  <a:lnTo>
                    <a:pt x="6431024" y="288660"/>
                  </a:lnTo>
                  <a:lnTo>
                    <a:pt x="6431149" y="288660"/>
                  </a:lnTo>
                  <a:lnTo>
                    <a:pt x="6431274" y="288660"/>
                  </a:lnTo>
                  <a:lnTo>
                    <a:pt x="6431399" y="288660"/>
                  </a:lnTo>
                  <a:lnTo>
                    <a:pt x="6431525" y="288660"/>
                  </a:lnTo>
                  <a:lnTo>
                    <a:pt x="6431650" y="288660"/>
                  </a:lnTo>
                  <a:lnTo>
                    <a:pt x="6431775" y="288660"/>
                  </a:lnTo>
                  <a:lnTo>
                    <a:pt x="6431900" y="288660"/>
                  </a:lnTo>
                  <a:lnTo>
                    <a:pt x="6432025" y="288660"/>
                  </a:lnTo>
                  <a:lnTo>
                    <a:pt x="6432150" y="288660"/>
                  </a:lnTo>
                  <a:lnTo>
                    <a:pt x="6432275" y="288660"/>
                  </a:lnTo>
                  <a:lnTo>
                    <a:pt x="6432400" y="288660"/>
                  </a:lnTo>
                  <a:lnTo>
                    <a:pt x="6432525" y="288660"/>
                  </a:lnTo>
                  <a:lnTo>
                    <a:pt x="6432650" y="288660"/>
                  </a:lnTo>
                  <a:lnTo>
                    <a:pt x="6432775" y="288660"/>
                  </a:lnTo>
                  <a:lnTo>
                    <a:pt x="6432900" y="288660"/>
                  </a:lnTo>
                  <a:lnTo>
                    <a:pt x="6433025" y="288660"/>
                  </a:lnTo>
                  <a:lnTo>
                    <a:pt x="6433150" y="288660"/>
                  </a:lnTo>
                  <a:lnTo>
                    <a:pt x="6433275" y="288660"/>
                  </a:lnTo>
                  <a:lnTo>
                    <a:pt x="6433400" y="288660"/>
                  </a:lnTo>
                  <a:lnTo>
                    <a:pt x="6433525" y="288660"/>
                  </a:lnTo>
                  <a:lnTo>
                    <a:pt x="6433650" y="288660"/>
                  </a:lnTo>
                  <a:lnTo>
                    <a:pt x="6433775" y="288660"/>
                  </a:lnTo>
                  <a:lnTo>
                    <a:pt x="6433900" y="288660"/>
                  </a:lnTo>
                  <a:lnTo>
                    <a:pt x="6434025" y="288660"/>
                  </a:lnTo>
                  <a:lnTo>
                    <a:pt x="6434150" y="288660"/>
                  </a:lnTo>
                  <a:lnTo>
                    <a:pt x="6434275" y="288660"/>
                  </a:lnTo>
                  <a:lnTo>
                    <a:pt x="6434400" y="288660"/>
                  </a:lnTo>
                  <a:lnTo>
                    <a:pt x="6434526" y="288660"/>
                  </a:lnTo>
                  <a:lnTo>
                    <a:pt x="6434651" y="288660"/>
                  </a:lnTo>
                  <a:lnTo>
                    <a:pt x="6434651" y="278707"/>
                  </a:lnTo>
                  <a:lnTo>
                    <a:pt x="6434776" y="278707"/>
                  </a:lnTo>
                  <a:lnTo>
                    <a:pt x="6434901" y="278707"/>
                  </a:lnTo>
                  <a:lnTo>
                    <a:pt x="6435026" y="278707"/>
                  </a:lnTo>
                  <a:lnTo>
                    <a:pt x="6435151" y="278707"/>
                  </a:lnTo>
                  <a:lnTo>
                    <a:pt x="6435276" y="278707"/>
                  </a:lnTo>
                  <a:lnTo>
                    <a:pt x="6435401" y="278707"/>
                  </a:lnTo>
                  <a:lnTo>
                    <a:pt x="6435526" y="278707"/>
                  </a:lnTo>
                  <a:lnTo>
                    <a:pt x="6435651" y="278707"/>
                  </a:lnTo>
                  <a:lnTo>
                    <a:pt x="6435776" y="278707"/>
                  </a:lnTo>
                  <a:lnTo>
                    <a:pt x="6435901" y="278707"/>
                  </a:lnTo>
                  <a:lnTo>
                    <a:pt x="6436026" y="278707"/>
                  </a:lnTo>
                  <a:lnTo>
                    <a:pt x="6436151" y="278707"/>
                  </a:lnTo>
                  <a:lnTo>
                    <a:pt x="6436276" y="278707"/>
                  </a:lnTo>
                  <a:lnTo>
                    <a:pt x="6436401" y="278707"/>
                  </a:lnTo>
                  <a:lnTo>
                    <a:pt x="6436526" y="278707"/>
                  </a:lnTo>
                  <a:lnTo>
                    <a:pt x="6436651" y="278707"/>
                  </a:lnTo>
                  <a:lnTo>
                    <a:pt x="6436776" y="278707"/>
                  </a:lnTo>
                  <a:lnTo>
                    <a:pt x="6436901" y="278707"/>
                  </a:lnTo>
                  <a:lnTo>
                    <a:pt x="6437026" y="278707"/>
                  </a:lnTo>
                  <a:lnTo>
                    <a:pt x="6437151" y="278707"/>
                  </a:lnTo>
                  <a:lnTo>
                    <a:pt x="6437276" y="278707"/>
                  </a:lnTo>
                  <a:lnTo>
                    <a:pt x="6437401" y="278707"/>
                  </a:lnTo>
                  <a:lnTo>
                    <a:pt x="6437527" y="278707"/>
                  </a:lnTo>
                  <a:lnTo>
                    <a:pt x="6437652" y="278707"/>
                  </a:lnTo>
                  <a:lnTo>
                    <a:pt x="6437777" y="278707"/>
                  </a:lnTo>
                  <a:lnTo>
                    <a:pt x="6437902" y="278707"/>
                  </a:lnTo>
                  <a:lnTo>
                    <a:pt x="6438027" y="278707"/>
                  </a:lnTo>
                  <a:lnTo>
                    <a:pt x="6438152" y="278707"/>
                  </a:lnTo>
                  <a:lnTo>
                    <a:pt x="6438277" y="278707"/>
                  </a:lnTo>
                  <a:lnTo>
                    <a:pt x="6438402" y="278707"/>
                  </a:lnTo>
                  <a:lnTo>
                    <a:pt x="6438527" y="278707"/>
                  </a:lnTo>
                  <a:lnTo>
                    <a:pt x="6438652" y="278707"/>
                  </a:lnTo>
                  <a:lnTo>
                    <a:pt x="6438777" y="278707"/>
                  </a:lnTo>
                  <a:lnTo>
                    <a:pt x="6438902" y="278707"/>
                  </a:lnTo>
                  <a:lnTo>
                    <a:pt x="6439027" y="278707"/>
                  </a:lnTo>
                  <a:lnTo>
                    <a:pt x="6439152" y="278707"/>
                  </a:lnTo>
                  <a:lnTo>
                    <a:pt x="6439277" y="278707"/>
                  </a:lnTo>
                  <a:lnTo>
                    <a:pt x="6439402" y="278707"/>
                  </a:lnTo>
                  <a:lnTo>
                    <a:pt x="6439527" y="278707"/>
                  </a:lnTo>
                  <a:lnTo>
                    <a:pt x="6439652" y="278707"/>
                  </a:lnTo>
                  <a:lnTo>
                    <a:pt x="6439777" y="278707"/>
                  </a:lnTo>
                  <a:lnTo>
                    <a:pt x="6439902" y="278707"/>
                  </a:lnTo>
                  <a:lnTo>
                    <a:pt x="6440027" y="278707"/>
                  </a:lnTo>
                  <a:lnTo>
                    <a:pt x="6440152" y="278707"/>
                  </a:lnTo>
                  <a:lnTo>
                    <a:pt x="6440277" y="278707"/>
                  </a:lnTo>
                  <a:lnTo>
                    <a:pt x="6440402" y="278707"/>
                  </a:lnTo>
                  <a:lnTo>
                    <a:pt x="6440528" y="278707"/>
                  </a:lnTo>
                  <a:lnTo>
                    <a:pt x="6440653" y="278707"/>
                  </a:lnTo>
                  <a:lnTo>
                    <a:pt x="6440778" y="278707"/>
                  </a:lnTo>
                  <a:lnTo>
                    <a:pt x="6440903" y="278707"/>
                  </a:lnTo>
                  <a:lnTo>
                    <a:pt x="6441028" y="278707"/>
                  </a:lnTo>
                  <a:lnTo>
                    <a:pt x="6441153" y="278707"/>
                  </a:lnTo>
                  <a:lnTo>
                    <a:pt x="6441278" y="278707"/>
                  </a:lnTo>
                  <a:lnTo>
                    <a:pt x="6441403" y="278707"/>
                  </a:lnTo>
                  <a:lnTo>
                    <a:pt x="6441528" y="278707"/>
                  </a:lnTo>
                  <a:lnTo>
                    <a:pt x="6441653" y="278707"/>
                  </a:lnTo>
                  <a:lnTo>
                    <a:pt x="6441778" y="278707"/>
                  </a:lnTo>
                  <a:lnTo>
                    <a:pt x="6441903" y="278707"/>
                  </a:lnTo>
                  <a:lnTo>
                    <a:pt x="6442028" y="278707"/>
                  </a:lnTo>
                  <a:lnTo>
                    <a:pt x="6442153" y="278707"/>
                  </a:lnTo>
                  <a:lnTo>
                    <a:pt x="6442278" y="278707"/>
                  </a:lnTo>
                  <a:lnTo>
                    <a:pt x="6442403" y="278707"/>
                  </a:lnTo>
                  <a:lnTo>
                    <a:pt x="6442528" y="278707"/>
                  </a:lnTo>
                  <a:lnTo>
                    <a:pt x="6442653" y="278707"/>
                  </a:lnTo>
                  <a:lnTo>
                    <a:pt x="6442778" y="278707"/>
                  </a:lnTo>
                  <a:lnTo>
                    <a:pt x="6442903" y="278707"/>
                  </a:lnTo>
                  <a:lnTo>
                    <a:pt x="6443028" y="278707"/>
                  </a:lnTo>
                  <a:lnTo>
                    <a:pt x="6443153" y="278707"/>
                  </a:lnTo>
                  <a:lnTo>
                    <a:pt x="6443278" y="278707"/>
                  </a:lnTo>
                  <a:lnTo>
                    <a:pt x="6443404" y="278707"/>
                  </a:lnTo>
                  <a:lnTo>
                    <a:pt x="6443529" y="278707"/>
                  </a:lnTo>
                  <a:lnTo>
                    <a:pt x="6443654" y="278707"/>
                  </a:lnTo>
                  <a:lnTo>
                    <a:pt x="6443779" y="278707"/>
                  </a:lnTo>
                  <a:lnTo>
                    <a:pt x="6443904" y="278707"/>
                  </a:lnTo>
                  <a:lnTo>
                    <a:pt x="6444029" y="278707"/>
                  </a:lnTo>
                  <a:lnTo>
                    <a:pt x="6444154" y="278707"/>
                  </a:lnTo>
                  <a:lnTo>
                    <a:pt x="6444279" y="278707"/>
                  </a:lnTo>
                  <a:lnTo>
                    <a:pt x="6444404" y="278707"/>
                  </a:lnTo>
                  <a:lnTo>
                    <a:pt x="6444529" y="278707"/>
                  </a:lnTo>
                  <a:lnTo>
                    <a:pt x="6444654" y="278707"/>
                  </a:lnTo>
                  <a:lnTo>
                    <a:pt x="6444779" y="278707"/>
                  </a:lnTo>
                  <a:lnTo>
                    <a:pt x="6444904" y="278707"/>
                  </a:lnTo>
                  <a:lnTo>
                    <a:pt x="6445029" y="278707"/>
                  </a:lnTo>
                  <a:lnTo>
                    <a:pt x="6445154" y="278707"/>
                  </a:lnTo>
                  <a:lnTo>
                    <a:pt x="6445279" y="278707"/>
                  </a:lnTo>
                  <a:lnTo>
                    <a:pt x="6445404" y="278707"/>
                  </a:lnTo>
                  <a:lnTo>
                    <a:pt x="6445529" y="278707"/>
                  </a:lnTo>
                  <a:lnTo>
                    <a:pt x="6445654" y="278707"/>
                  </a:lnTo>
                  <a:lnTo>
                    <a:pt x="6445779" y="278707"/>
                  </a:lnTo>
                  <a:lnTo>
                    <a:pt x="6445904" y="278707"/>
                  </a:lnTo>
                  <a:lnTo>
                    <a:pt x="6446029" y="278707"/>
                  </a:lnTo>
                  <a:lnTo>
                    <a:pt x="6446154" y="278707"/>
                  </a:lnTo>
                  <a:lnTo>
                    <a:pt x="6446279" y="278707"/>
                  </a:lnTo>
                  <a:lnTo>
                    <a:pt x="6446405" y="278707"/>
                  </a:lnTo>
                  <a:lnTo>
                    <a:pt x="6446530" y="278707"/>
                  </a:lnTo>
                  <a:lnTo>
                    <a:pt x="6446655" y="278707"/>
                  </a:lnTo>
                  <a:lnTo>
                    <a:pt x="6446780" y="278707"/>
                  </a:lnTo>
                  <a:lnTo>
                    <a:pt x="6446905" y="278707"/>
                  </a:lnTo>
                  <a:lnTo>
                    <a:pt x="6447030" y="278707"/>
                  </a:lnTo>
                  <a:lnTo>
                    <a:pt x="6447155" y="278707"/>
                  </a:lnTo>
                  <a:lnTo>
                    <a:pt x="6447280" y="278707"/>
                  </a:lnTo>
                  <a:lnTo>
                    <a:pt x="6447405" y="278707"/>
                  </a:lnTo>
                  <a:lnTo>
                    <a:pt x="6447530" y="278707"/>
                  </a:lnTo>
                  <a:lnTo>
                    <a:pt x="6447655" y="278707"/>
                  </a:lnTo>
                  <a:lnTo>
                    <a:pt x="6447780" y="278707"/>
                  </a:lnTo>
                  <a:lnTo>
                    <a:pt x="6447905" y="278707"/>
                  </a:lnTo>
                  <a:lnTo>
                    <a:pt x="6448030" y="278707"/>
                  </a:lnTo>
                  <a:lnTo>
                    <a:pt x="6448155" y="278707"/>
                  </a:lnTo>
                  <a:lnTo>
                    <a:pt x="6448280" y="278707"/>
                  </a:lnTo>
                  <a:lnTo>
                    <a:pt x="6448405" y="278707"/>
                  </a:lnTo>
                  <a:lnTo>
                    <a:pt x="6448530" y="278707"/>
                  </a:lnTo>
                  <a:lnTo>
                    <a:pt x="6448655" y="278707"/>
                  </a:lnTo>
                  <a:lnTo>
                    <a:pt x="6448780" y="278707"/>
                  </a:lnTo>
                  <a:lnTo>
                    <a:pt x="6448905" y="278707"/>
                  </a:lnTo>
                  <a:lnTo>
                    <a:pt x="6449030" y="278707"/>
                  </a:lnTo>
                  <a:lnTo>
                    <a:pt x="6449155" y="278707"/>
                  </a:lnTo>
                  <a:lnTo>
                    <a:pt x="6449280" y="278707"/>
                  </a:lnTo>
                  <a:lnTo>
                    <a:pt x="6449406" y="278707"/>
                  </a:lnTo>
                  <a:lnTo>
                    <a:pt x="6449531" y="278707"/>
                  </a:lnTo>
                  <a:lnTo>
                    <a:pt x="6449656" y="278707"/>
                  </a:lnTo>
                  <a:lnTo>
                    <a:pt x="6449781" y="278707"/>
                  </a:lnTo>
                  <a:lnTo>
                    <a:pt x="6449906" y="278707"/>
                  </a:lnTo>
                  <a:lnTo>
                    <a:pt x="6450031" y="278707"/>
                  </a:lnTo>
                  <a:lnTo>
                    <a:pt x="6450156" y="278707"/>
                  </a:lnTo>
                  <a:lnTo>
                    <a:pt x="6450281" y="278707"/>
                  </a:lnTo>
                  <a:lnTo>
                    <a:pt x="6450406" y="278707"/>
                  </a:lnTo>
                  <a:lnTo>
                    <a:pt x="6450531" y="278707"/>
                  </a:lnTo>
                  <a:lnTo>
                    <a:pt x="6450656" y="278707"/>
                  </a:lnTo>
                  <a:lnTo>
                    <a:pt x="6450781" y="278707"/>
                  </a:lnTo>
                  <a:lnTo>
                    <a:pt x="6450906" y="278707"/>
                  </a:lnTo>
                  <a:lnTo>
                    <a:pt x="6451031" y="278707"/>
                  </a:lnTo>
                  <a:lnTo>
                    <a:pt x="6451156" y="278707"/>
                  </a:lnTo>
                  <a:lnTo>
                    <a:pt x="6451281" y="278707"/>
                  </a:lnTo>
                  <a:lnTo>
                    <a:pt x="6451406" y="278707"/>
                  </a:lnTo>
                  <a:lnTo>
                    <a:pt x="6451531" y="278707"/>
                  </a:lnTo>
                  <a:lnTo>
                    <a:pt x="6451656" y="278707"/>
                  </a:lnTo>
                  <a:lnTo>
                    <a:pt x="6451781" y="278707"/>
                  </a:lnTo>
                  <a:lnTo>
                    <a:pt x="6451906" y="278707"/>
                  </a:lnTo>
                  <a:lnTo>
                    <a:pt x="6452031" y="278707"/>
                  </a:lnTo>
                  <a:lnTo>
                    <a:pt x="6452156" y="278707"/>
                  </a:lnTo>
                  <a:lnTo>
                    <a:pt x="6452281" y="278707"/>
                  </a:lnTo>
                  <a:lnTo>
                    <a:pt x="6452407" y="278707"/>
                  </a:lnTo>
                  <a:lnTo>
                    <a:pt x="6452532" y="278707"/>
                  </a:lnTo>
                  <a:lnTo>
                    <a:pt x="6452532" y="268753"/>
                  </a:lnTo>
                  <a:lnTo>
                    <a:pt x="6452657" y="268753"/>
                  </a:lnTo>
                  <a:lnTo>
                    <a:pt x="6452782" y="268753"/>
                  </a:lnTo>
                  <a:lnTo>
                    <a:pt x="6452907" y="268753"/>
                  </a:lnTo>
                  <a:lnTo>
                    <a:pt x="6453032" y="268753"/>
                  </a:lnTo>
                  <a:lnTo>
                    <a:pt x="6453157" y="268753"/>
                  </a:lnTo>
                  <a:lnTo>
                    <a:pt x="6453282" y="268753"/>
                  </a:lnTo>
                  <a:lnTo>
                    <a:pt x="6453407" y="268753"/>
                  </a:lnTo>
                  <a:lnTo>
                    <a:pt x="6453532" y="268753"/>
                  </a:lnTo>
                  <a:lnTo>
                    <a:pt x="6453657" y="268753"/>
                  </a:lnTo>
                  <a:lnTo>
                    <a:pt x="6453782" y="268753"/>
                  </a:lnTo>
                  <a:lnTo>
                    <a:pt x="6453907" y="268753"/>
                  </a:lnTo>
                  <a:lnTo>
                    <a:pt x="6454032" y="268753"/>
                  </a:lnTo>
                  <a:lnTo>
                    <a:pt x="6454157" y="268753"/>
                  </a:lnTo>
                  <a:lnTo>
                    <a:pt x="6454282" y="268753"/>
                  </a:lnTo>
                  <a:lnTo>
                    <a:pt x="6454407" y="268753"/>
                  </a:lnTo>
                  <a:lnTo>
                    <a:pt x="6454532" y="268753"/>
                  </a:lnTo>
                  <a:lnTo>
                    <a:pt x="6454657" y="268753"/>
                  </a:lnTo>
                  <a:lnTo>
                    <a:pt x="6454782" y="268753"/>
                  </a:lnTo>
                  <a:lnTo>
                    <a:pt x="6454907" y="268753"/>
                  </a:lnTo>
                  <a:lnTo>
                    <a:pt x="6455032" y="268753"/>
                  </a:lnTo>
                  <a:lnTo>
                    <a:pt x="6455157" y="268753"/>
                  </a:lnTo>
                  <a:lnTo>
                    <a:pt x="6455282" y="268753"/>
                  </a:lnTo>
                  <a:lnTo>
                    <a:pt x="6455408" y="268753"/>
                  </a:lnTo>
                  <a:lnTo>
                    <a:pt x="6455533" y="268753"/>
                  </a:lnTo>
                  <a:lnTo>
                    <a:pt x="6455658" y="268753"/>
                  </a:lnTo>
                  <a:lnTo>
                    <a:pt x="6455783" y="268753"/>
                  </a:lnTo>
                  <a:lnTo>
                    <a:pt x="6455908" y="268753"/>
                  </a:lnTo>
                  <a:lnTo>
                    <a:pt x="6456033" y="268753"/>
                  </a:lnTo>
                  <a:lnTo>
                    <a:pt x="6456158" y="268753"/>
                  </a:lnTo>
                  <a:lnTo>
                    <a:pt x="6456283" y="268753"/>
                  </a:lnTo>
                  <a:lnTo>
                    <a:pt x="6456408" y="268753"/>
                  </a:lnTo>
                  <a:lnTo>
                    <a:pt x="6456533" y="268753"/>
                  </a:lnTo>
                  <a:lnTo>
                    <a:pt x="6456658" y="268753"/>
                  </a:lnTo>
                  <a:lnTo>
                    <a:pt x="6456783" y="268753"/>
                  </a:lnTo>
                  <a:lnTo>
                    <a:pt x="6456908" y="268753"/>
                  </a:lnTo>
                  <a:lnTo>
                    <a:pt x="6457033" y="268753"/>
                  </a:lnTo>
                  <a:lnTo>
                    <a:pt x="6457158" y="268753"/>
                  </a:lnTo>
                  <a:lnTo>
                    <a:pt x="6457283" y="268753"/>
                  </a:lnTo>
                  <a:lnTo>
                    <a:pt x="6457408" y="268753"/>
                  </a:lnTo>
                  <a:lnTo>
                    <a:pt x="6457533" y="268753"/>
                  </a:lnTo>
                  <a:lnTo>
                    <a:pt x="6457658" y="268753"/>
                  </a:lnTo>
                  <a:lnTo>
                    <a:pt x="6457783" y="268753"/>
                  </a:lnTo>
                  <a:lnTo>
                    <a:pt x="6457908" y="268753"/>
                  </a:lnTo>
                  <a:lnTo>
                    <a:pt x="6458033" y="268753"/>
                  </a:lnTo>
                  <a:lnTo>
                    <a:pt x="6458158" y="268753"/>
                  </a:lnTo>
                  <a:lnTo>
                    <a:pt x="6458283" y="268753"/>
                  </a:lnTo>
                  <a:lnTo>
                    <a:pt x="6458409" y="268753"/>
                  </a:lnTo>
                  <a:lnTo>
                    <a:pt x="6458534" y="268753"/>
                  </a:lnTo>
                  <a:lnTo>
                    <a:pt x="6458659" y="268753"/>
                  </a:lnTo>
                  <a:lnTo>
                    <a:pt x="6458784" y="268753"/>
                  </a:lnTo>
                  <a:lnTo>
                    <a:pt x="6458909" y="268753"/>
                  </a:lnTo>
                  <a:lnTo>
                    <a:pt x="6459034" y="268753"/>
                  </a:lnTo>
                  <a:lnTo>
                    <a:pt x="6459159" y="268753"/>
                  </a:lnTo>
                  <a:lnTo>
                    <a:pt x="6459284" y="268753"/>
                  </a:lnTo>
                  <a:lnTo>
                    <a:pt x="6459409" y="268753"/>
                  </a:lnTo>
                  <a:lnTo>
                    <a:pt x="6459534" y="268753"/>
                  </a:lnTo>
                  <a:lnTo>
                    <a:pt x="6459659" y="268753"/>
                  </a:lnTo>
                  <a:lnTo>
                    <a:pt x="6459784" y="268753"/>
                  </a:lnTo>
                  <a:lnTo>
                    <a:pt x="6459909" y="268753"/>
                  </a:lnTo>
                  <a:lnTo>
                    <a:pt x="6460034" y="268753"/>
                  </a:lnTo>
                  <a:lnTo>
                    <a:pt x="6460159" y="268753"/>
                  </a:lnTo>
                  <a:lnTo>
                    <a:pt x="6460284" y="268753"/>
                  </a:lnTo>
                  <a:lnTo>
                    <a:pt x="6460409" y="268753"/>
                  </a:lnTo>
                  <a:lnTo>
                    <a:pt x="6460534" y="268753"/>
                  </a:lnTo>
                  <a:lnTo>
                    <a:pt x="6460659" y="268753"/>
                  </a:lnTo>
                  <a:lnTo>
                    <a:pt x="6460784" y="268753"/>
                  </a:lnTo>
                  <a:lnTo>
                    <a:pt x="6460909" y="268753"/>
                  </a:lnTo>
                  <a:lnTo>
                    <a:pt x="6461034" y="268753"/>
                  </a:lnTo>
                  <a:lnTo>
                    <a:pt x="6461159" y="268753"/>
                  </a:lnTo>
                  <a:lnTo>
                    <a:pt x="6461284" y="268753"/>
                  </a:lnTo>
                  <a:lnTo>
                    <a:pt x="6461410" y="268753"/>
                  </a:lnTo>
                  <a:lnTo>
                    <a:pt x="6461535" y="268753"/>
                  </a:lnTo>
                  <a:lnTo>
                    <a:pt x="6461660" y="268753"/>
                  </a:lnTo>
                  <a:lnTo>
                    <a:pt x="6461785" y="268753"/>
                  </a:lnTo>
                  <a:lnTo>
                    <a:pt x="6461910" y="268753"/>
                  </a:lnTo>
                  <a:lnTo>
                    <a:pt x="6462035" y="268753"/>
                  </a:lnTo>
                  <a:lnTo>
                    <a:pt x="6462160" y="268753"/>
                  </a:lnTo>
                  <a:lnTo>
                    <a:pt x="6462285" y="268753"/>
                  </a:lnTo>
                  <a:lnTo>
                    <a:pt x="6462410" y="268753"/>
                  </a:lnTo>
                  <a:lnTo>
                    <a:pt x="6462535" y="268753"/>
                  </a:lnTo>
                  <a:lnTo>
                    <a:pt x="6462660" y="268753"/>
                  </a:lnTo>
                  <a:lnTo>
                    <a:pt x="6462785" y="268753"/>
                  </a:lnTo>
                  <a:lnTo>
                    <a:pt x="6462910" y="268753"/>
                  </a:lnTo>
                  <a:lnTo>
                    <a:pt x="6463035" y="268753"/>
                  </a:lnTo>
                  <a:lnTo>
                    <a:pt x="6463160" y="268753"/>
                  </a:lnTo>
                  <a:lnTo>
                    <a:pt x="6463285" y="268753"/>
                  </a:lnTo>
                  <a:lnTo>
                    <a:pt x="6463410" y="268753"/>
                  </a:lnTo>
                  <a:lnTo>
                    <a:pt x="6463535" y="268753"/>
                  </a:lnTo>
                  <a:lnTo>
                    <a:pt x="6463660" y="268753"/>
                  </a:lnTo>
                  <a:lnTo>
                    <a:pt x="6463785" y="268753"/>
                  </a:lnTo>
                  <a:lnTo>
                    <a:pt x="6463910" y="268753"/>
                  </a:lnTo>
                  <a:lnTo>
                    <a:pt x="6464035" y="268753"/>
                  </a:lnTo>
                  <a:lnTo>
                    <a:pt x="6464160" y="268753"/>
                  </a:lnTo>
                  <a:lnTo>
                    <a:pt x="6464285" y="268753"/>
                  </a:lnTo>
                  <a:lnTo>
                    <a:pt x="6464411" y="268753"/>
                  </a:lnTo>
                  <a:lnTo>
                    <a:pt x="6464536" y="268753"/>
                  </a:lnTo>
                  <a:lnTo>
                    <a:pt x="6464661" y="268753"/>
                  </a:lnTo>
                  <a:lnTo>
                    <a:pt x="6464786" y="268753"/>
                  </a:lnTo>
                  <a:lnTo>
                    <a:pt x="6464911" y="268753"/>
                  </a:lnTo>
                  <a:lnTo>
                    <a:pt x="6465036" y="268753"/>
                  </a:lnTo>
                  <a:lnTo>
                    <a:pt x="6465161" y="268753"/>
                  </a:lnTo>
                  <a:lnTo>
                    <a:pt x="6465286" y="268753"/>
                  </a:lnTo>
                  <a:lnTo>
                    <a:pt x="6465411" y="268753"/>
                  </a:lnTo>
                  <a:lnTo>
                    <a:pt x="6465536" y="268753"/>
                  </a:lnTo>
                  <a:lnTo>
                    <a:pt x="6465661" y="268753"/>
                  </a:lnTo>
                  <a:lnTo>
                    <a:pt x="6465786" y="268753"/>
                  </a:lnTo>
                  <a:lnTo>
                    <a:pt x="6465911" y="268753"/>
                  </a:lnTo>
                  <a:lnTo>
                    <a:pt x="6466036" y="268753"/>
                  </a:lnTo>
                  <a:lnTo>
                    <a:pt x="6466161" y="268753"/>
                  </a:lnTo>
                  <a:lnTo>
                    <a:pt x="6466286" y="268753"/>
                  </a:lnTo>
                  <a:lnTo>
                    <a:pt x="6466411" y="268753"/>
                  </a:lnTo>
                  <a:lnTo>
                    <a:pt x="6466536" y="268753"/>
                  </a:lnTo>
                  <a:lnTo>
                    <a:pt x="6466661" y="268753"/>
                  </a:lnTo>
                  <a:lnTo>
                    <a:pt x="6466786" y="268753"/>
                  </a:lnTo>
                  <a:lnTo>
                    <a:pt x="6466911" y="268753"/>
                  </a:lnTo>
                  <a:lnTo>
                    <a:pt x="6467036" y="268753"/>
                  </a:lnTo>
                  <a:lnTo>
                    <a:pt x="6467161" y="268753"/>
                  </a:lnTo>
                  <a:lnTo>
                    <a:pt x="6467286" y="268753"/>
                  </a:lnTo>
                  <a:lnTo>
                    <a:pt x="6467412" y="268753"/>
                  </a:lnTo>
                  <a:lnTo>
                    <a:pt x="6467537" y="268753"/>
                  </a:lnTo>
                  <a:lnTo>
                    <a:pt x="6467662" y="268753"/>
                  </a:lnTo>
                  <a:lnTo>
                    <a:pt x="6467787" y="268753"/>
                  </a:lnTo>
                  <a:lnTo>
                    <a:pt x="6467912" y="268753"/>
                  </a:lnTo>
                  <a:lnTo>
                    <a:pt x="6468037" y="268753"/>
                  </a:lnTo>
                  <a:lnTo>
                    <a:pt x="6468162" y="268753"/>
                  </a:lnTo>
                  <a:lnTo>
                    <a:pt x="6468287" y="268753"/>
                  </a:lnTo>
                  <a:lnTo>
                    <a:pt x="6468412" y="268753"/>
                  </a:lnTo>
                  <a:lnTo>
                    <a:pt x="6468537" y="268753"/>
                  </a:lnTo>
                  <a:lnTo>
                    <a:pt x="6468662" y="268753"/>
                  </a:lnTo>
                  <a:lnTo>
                    <a:pt x="6468787" y="268753"/>
                  </a:lnTo>
                  <a:lnTo>
                    <a:pt x="6468912" y="268753"/>
                  </a:lnTo>
                  <a:lnTo>
                    <a:pt x="6469037" y="268753"/>
                  </a:lnTo>
                  <a:lnTo>
                    <a:pt x="6469162" y="268753"/>
                  </a:lnTo>
                  <a:lnTo>
                    <a:pt x="6469287" y="268753"/>
                  </a:lnTo>
                  <a:lnTo>
                    <a:pt x="6469412" y="268753"/>
                  </a:lnTo>
                  <a:lnTo>
                    <a:pt x="6469537" y="268753"/>
                  </a:lnTo>
                  <a:lnTo>
                    <a:pt x="6469662" y="268753"/>
                  </a:lnTo>
                  <a:lnTo>
                    <a:pt x="6469787" y="268753"/>
                  </a:lnTo>
                  <a:lnTo>
                    <a:pt x="6469912" y="268753"/>
                  </a:lnTo>
                  <a:lnTo>
                    <a:pt x="6470037" y="268753"/>
                  </a:lnTo>
                  <a:lnTo>
                    <a:pt x="6470162" y="268753"/>
                  </a:lnTo>
                  <a:lnTo>
                    <a:pt x="6470287" y="268753"/>
                  </a:lnTo>
                  <a:lnTo>
                    <a:pt x="6470413" y="268753"/>
                  </a:lnTo>
                  <a:lnTo>
                    <a:pt x="6470538" y="268753"/>
                  </a:lnTo>
                  <a:lnTo>
                    <a:pt x="6470663" y="268753"/>
                  </a:lnTo>
                  <a:lnTo>
                    <a:pt x="6470788" y="268753"/>
                  </a:lnTo>
                  <a:lnTo>
                    <a:pt x="6470913" y="268753"/>
                  </a:lnTo>
                  <a:lnTo>
                    <a:pt x="6471038" y="268753"/>
                  </a:lnTo>
                  <a:lnTo>
                    <a:pt x="6471163" y="268753"/>
                  </a:lnTo>
                  <a:lnTo>
                    <a:pt x="6471288" y="268753"/>
                  </a:lnTo>
                  <a:lnTo>
                    <a:pt x="6471413" y="268753"/>
                  </a:lnTo>
                  <a:lnTo>
                    <a:pt x="6471538" y="268753"/>
                  </a:lnTo>
                  <a:lnTo>
                    <a:pt x="6471663" y="268753"/>
                  </a:lnTo>
                  <a:lnTo>
                    <a:pt x="6471788" y="268753"/>
                  </a:lnTo>
                  <a:lnTo>
                    <a:pt x="6471913" y="268753"/>
                  </a:lnTo>
                  <a:lnTo>
                    <a:pt x="6472038" y="268753"/>
                  </a:lnTo>
                  <a:lnTo>
                    <a:pt x="6472163" y="268753"/>
                  </a:lnTo>
                  <a:lnTo>
                    <a:pt x="6472288" y="268753"/>
                  </a:lnTo>
                  <a:lnTo>
                    <a:pt x="6472413" y="268753"/>
                  </a:lnTo>
                  <a:lnTo>
                    <a:pt x="6472538" y="268753"/>
                  </a:lnTo>
                  <a:lnTo>
                    <a:pt x="6472663" y="268753"/>
                  </a:lnTo>
                  <a:lnTo>
                    <a:pt x="6472788" y="268753"/>
                  </a:lnTo>
                  <a:lnTo>
                    <a:pt x="6472913" y="268753"/>
                  </a:lnTo>
                  <a:lnTo>
                    <a:pt x="6473038" y="268753"/>
                  </a:lnTo>
                  <a:lnTo>
                    <a:pt x="6473163" y="268753"/>
                  </a:lnTo>
                  <a:lnTo>
                    <a:pt x="6473288" y="268753"/>
                  </a:lnTo>
                  <a:lnTo>
                    <a:pt x="6473414" y="268753"/>
                  </a:lnTo>
                  <a:lnTo>
                    <a:pt x="6473539" y="268753"/>
                  </a:lnTo>
                  <a:lnTo>
                    <a:pt x="6473664" y="268753"/>
                  </a:lnTo>
                  <a:lnTo>
                    <a:pt x="6473789" y="268753"/>
                  </a:lnTo>
                  <a:lnTo>
                    <a:pt x="6473914" y="268753"/>
                  </a:lnTo>
                  <a:lnTo>
                    <a:pt x="6474039" y="268753"/>
                  </a:lnTo>
                  <a:lnTo>
                    <a:pt x="6474164" y="268753"/>
                  </a:lnTo>
                  <a:lnTo>
                    <a:pt x="6474289" y="268753"/>
                  </a:lnTo>
                  <a:lnTo>
                    <a:pt x="6474414" y="268753"/>
                  </a:lnTo>
                  <a:lnTo>
                    <a:pt x="6474539" y="268753"/>
                  </a:lnTo>
                  <a:lnTo>
                    <a:pt x="6474664" y="268753"/>
                  </a:lnTo>
                  <a:lnTo>
                    <a:pt x="6474789" y="268753"/>
                  </a:lnTo>
                  <a:lnTo>
                    <a:pt x="6474914" y="268753"/>
                  </a:lnTo>
                  <a:lnTo>
                    <a:pt x="6475039" y="268753"/>
                  </a:lnTo>
                  <a:lnTo>
                    <a:pt x="6475164" y="268753"/>
                  </a:lnTo>
                  <a:lnTo>
                    <a:pt x="6475289" y="268753"/>
                  </a:lnTo>
                  <a:lnTo>
                    <a:pt x="6475414" y="268753"/>
                  </a:lnTo>
                  <a:lnTo>
                    <a:pt x="6475539" y="268753"/>
                  </a:lnTo>
                  <a:lnTo>
                    <a:pt x="6475664" y="268753"/>
                  </a:lnTo>
                  <a:lnTo>
                    <a:pt x="6475789" y="268753"/>
                  </a:lnTo>
                  <a:lnTo>
                    <a:pt x="6475914" y="268753"/>
                  </a:lnTo>
                  <a:lnTo>
                    <a:pt x="6476039" y="268753"/>
                  </a:lnTo>
                  <a:lnTo>
                    <a:pt x="6476164" y="268753"/>
                  </a:lnTo>
                  <a:lnTo>
                    <a:pt x="6476289" y="268753"/>
                  </a:lnTo>
                  <a:lnTo>
                    <a:pt x="6476415" y="268753"/>
                  </a:lnTo>
                  <a:lnTo>
                    <a:pt x="6476540" y="268753"/>
                  </a:lnTo>
                  <a:lnTo>
                    <a:pt x="6476665" y="268753"/>
                  </a:lnTo>
                  <a:lnTo>
                    <a:pt x="6476790" y="268753"/>
                  </a:lnTo>
                  <a:lnTo>
                    <a:pt x="6476915" y="268753"/>
                  </a:lnTo>
                  <a:lnTo>
                    <a:pt x="6477040" y="268753"/>
                  </a:lnTo>
                  <a:lnTo>
                    <a:pt x="6477165" y="268753"/>
                  </a:lnTo>
                  <a:lnTo>
                    <a:pt x="6477290" y="268753"/>
                  </a:lnTo>
                  <a:lnTo>
                    <a:pt x="6477415" y="268753"/>
                  </a:lnTo>
                  <a:lnTo>
                    <a:pt x="6477540" y="268753"/>
                  </a:lnTo>
                  <a:lnTo>
                    <a:pt x="6477665" y="268753"/>
                  </a:lnTo>
                  <a:lnTo>
                    <a:pt x="6477790" y="268753"/>
                  </a:lnTo>
                  <a:lnTo>
                    <a:pt x="6477915" y="268753"/>
                  </a:lnTo>
                  <a:lnTo>
                    <a:pt x="6478040" y="268753"/>
                  </a:lnTo>
                  <a:lnTo>
                    <a:pt x="6478165" y="268753"/>
                  </a:lnTo>
                  <a:lnTo>
                    <a:pt x="6478290" y="268753"/>
                  </a:lnTo>
                  <a:lnTo>
                    <a:pt x="6478415" y="268753"/>
                  </a:lnTo>
                  <a:lnTo>
                    <a:pt x="6478540" y="268753"/>
                  </a:lnTo>
                  <a:lnTo>
                    <a:pt x="6478665" y="268753"/>
                  </a:lnTo>
                  <a:lnTo>
                    <a:pt x="6478790" y="268753"/>
                  </a:lnTo>
                  <a:lnTo>
                    <a:pt x="6478915" y="268753"/>
                  </a:lnTo>
                  <a:lnTo>
                    <a:pt x="6479040" y="268753"/>
                  </a:lnTo>
                  <a:lnTo>
                    <a:pt x="6479165" y="268753"/>
                  </a:lnTo>
                  <a:lnTo>
                    <a:pt x="6479290" y="268753"/>
                  </a:lnTo>
                  <a:lnTo>
                    <a:pt x="6479416" y="268753"/>
                  </a:lnTo>
                  <a:lnTo>
                    <a:pt x="6479541" y="268753"/>
                  </a:lnTo>
                  <a:lnTo>
                    <a:pt x="6479666" y="268753"/>
                  </a:lnTo>
                  <a:lnTo>
                    <a:pt x="6479791" y="268753"/>
                  </a:lnTo>
                  <a:lnTo>
                    <a:pt x="6479916" y="268753"/>
                  </a:lnTo>
                  <a:lnTo>
                    <a:pt x="6480041" y="268753"/>
                  </a:lnTo>
                  <a:lnTo>
                    <a:pt x="6480166" y="268753"/>
                  </a:lnTo>
                  <a:lnTo>
                    <a:pt x="6480291" y="268753"/>
                  </a:lnTo>
                  <a:lnTo>
                    <a:pt x="6480416" y="268753"/>
                  </a:lnTo>
                  <a:lnTo>
                    <a:pt x="6480541" y="268753"/>
                  </a:lnTo>
                  <a:lnTo>
                    <a:pt x="6480666" y="268753"/>
                  </a:lnTo>
                  <a:lnTo>
                    <a:pt x="6480791" y="268753"/>
                  </a:lnTo>
                  <a:lnTo>
                    <a:pt x="6480916" y="268753"/>
                  </a:lnTo>
                  <a:lnTo>
                    <a:pt x="6481041" y="268753"/>
                  </a:lnTo>
                  <a:lnTo>
                    <a:pt x="6481166" y="268753"/>
                  </a:lnTo>
                  <a:lnTo>
                    <a:pt x="6481291" y="268753"/>
                  </a:lnTo>
                  <a:lnTo>
                    <a:pt x="6481416" y="268753"/>
                  </a:lnTo>
                  <a:lnTo>
                    <a:pt x="6481541" y="268753"/>
                  </a:lnTo>
                  <a:lnTo>
                    <a:pt x="6481666" y="268753"/>
                  </a:lnTo>
                  <a:lnTo>
                    <a:pt x="6481791" y="268753"/>
                  </a:lnTo>
                  <a:lnTo>
                    <a:pt x="6481916" y="268753"/>
                  </a:lnTo>
                  <a:lnTo>
                    <a:pt x="6482041" y="268753"/>
                  </a:lnTo>
                  <a:lnTo>
                    <a:pt x="6482166" y="268753"/>
                  </a:lnTo>
                  <a:lnTo>
                    <a:pt x="6482292" y="268753"/>
                  </a:lnTo>
                  <a:lnTo>
                    <a:pt x="6482417" y="268753"/>
                  </a:lnTo>
                  <a:lnTo>
                    <a:pt x="6482542" y="268753"/>
                  </a:lnTo>
                  <a:lnTo>
                    <a:pt x="6482667" y="268753"/>
                  </a:lnTo>
                  <a:lnTo>
                    <a:pt x="6482792" y="268753"/>
                  </a:lnTo>
                  <a:lnTo>
                    <a:pt x="6482917" y="268753"/>
                  </a:lnTo>
                  <a:lnTo>
                    <a:pt x="6483042" y="268753"/>
                  </a:lnTo>
                  <a:lnTo>
                    <a:pt x="6483167" y="268753"/>
                  </a:lnTo>
                  <a:lnTo>
                    <a:pt x="6483292" y="268753"/>
                  </a:lnTo>
                  <a:lnTo>
                    <a:pt x="6483417" y="268753"/>
                  </a:lnTo>
                  <a:lnTo>
                    <a:pt x="6483542" y="268753"/>
                  </a:lnTo>
                  <a:lnTo>
                    <a:pt x="6483667" y="268753"/>
                  </a:lnTo>
                  <a:lnTo>
                    <a:pt x="6483792" y="268753"/>
                  </a:lnTo>
                  <a:lnTo>
                    <a:pt x="6483917" y="268753"/>
                  </a:lnTo>
                  <a:lnTo>
                    <a:pt x="6484042" y="268753"/>
                  </a:lnTo>
                  <a:lnTo>
                    <a:pt x="6484167" y="268753"/>
                  </a:lnTo>
                  <a:lnTo>
                    <a:pt x="6484292" y="268753"/>
                  </a:lnTo>
                  <a:lnTo>
                    <a:pt x="6484417" y="268753"/>
                  </a:lnTo>
                  <a:lnTo>
                    <a:pt x="6484542" y="268753"/>
                  </a:lnTo>
                  <a:lnTo>
                    <a:pt x="6484667" y="268753"/>
                  </a:lnTo>
                  <a:lnTo>
                    <a:pt x="6484792" y="268753"/>
                  </a:lnTo>
                  <a:lnTo>
                    <a:pt x="6484917" y="268753"/>
                  </a:lnTo>
                  <a:lnTo>
                    <a:pt x="6485042" y="268753"/>
                  </a:lnTo>
                  <a:lnTo>
                    <a:pt x="6485167" y="268753"/>
                  </a:lnTo>
                  <a:lnTo>
                    <a:pt x="6485293" y="268753"/>
                  </a:lnTo>
                  <a:lnTo>
                    <a:pt x="6485418" y="268753"/>
                  </a:lnTo>
                  <a:lnTo>
                    <a:pt x="6485543" y="268753"/>
                  </a:lnTo>
                  <a:lnTo>
                    <a:pt x="6485668" y="268753"/>
                  </a:lnTo>
                  <a:lnTo>
                    <a:pt x="6485793" y="268753"/>
                  </a:lnTo>
                  <a:lnTo>
                    <a:pt x="6485918" y="268753"/>
                  </a:lnTo>
                  <a:lnTo>
                    <a:pt x="6486043" y="268753"/>
                  </a:lnTo>
                  <a:lnTo>
                    <a:pt x="6486168" y="268753"/>
                  </a:lnTo>
                  <a:lnTo>
                    <a:pt x="6486293" y="268753"/>
                  </a:lnTo>
                  <a:lnTo>
                    <a:pt x="6486418" y="268753"/>
                  </a:lnTo>
                  <a:lnTo>
                    <a:pt x="6486543" y="268753"/>
                  </a:lnTo>
                  <a:lnTo>
                    <a:pt x="6486668" y="268753"/>
                  </a:lnTo>
                  <a:lnTo>
                    <a:pt x="6486793" y="268753"/>
                  </a:lnTo>
                  <a:lnTo>
                    <a:pt x="6486918" y="268753"/>
                  </a:lnTo>
                  <a:lnTo>
                    <a:pt x="6487043" y="268753"/>
                  </a:lnTo>
                  <a:lnTo>
                    <a:pt x="6487168" y="268753"/>
                  </a:lnTo>
                  <a:lnTo>
                    <a:pt x="6487293" y="268753"/>
                  </a:lnTo>
                  <a:lnTo>
                    <a:pt x="6487418" y="268753"/>
                  </a:lnTo>
                  <a:lnTo>
                    <a:pt x="6487543" y="268753"/>
                  </a:lnTo>
                  <a:lnTo>
                    <a:pt x="6487668" y="268753"/>
                  </a:lnTo>
                  <a:lnTo>
                    <a:pt x="6487793" y="268753"/>
                  </a:lnTo>
                  <a:lnTo>
                    <a:pt x="6487918" y="268753"/>
                  </a:lnTo>
                  <a:lnTo>
                    <a:pt x="6488043" y="268753"/>
                  </a:lnTo>
                  <a:lnTo>
                    <a:pt x="6488168" y="268753"/>
                  </a:lnTo>
                  <a:lnTo>
                    <a:pt x="6488294" y="268753"/>
                  </a:lnTo>
                  <a:lnTo>
                    <a:pt x="6488419" y="268753"/>
                  </a:lnTo>
                  <a:lnTo>
                    <a:pt x="6488544" y="268753"/>
                  </a:lnTo>
                  <a:lnTo>
                    <a:pt x="6488669" y="268753"/>
                  </a:lnTo>
                  <a:lnTo>
                    <a:pt x="6488794" y="268753"/>
                  </a:lnTo>
                  <a:lnTo>
                    <a:pt x="6488919" y="268753"/>
                  </a:lnTo>
                  <a:lnTo>
                    <a:pt x="6489044" y="268753"/>
                  </a:lnTo>
                  <a:lnTo>
                    <a:pt x="6489169" y="268753"/>
                  </a:lnTo>
                  <a:lnTo>
                    <a:pt x="6489294" y="268753"/>
                  </a:lnTo>
                  <a:lnTo>
                    <a:pt x="6489419" y="268753"/>
                  </a:lnTo>
                  <a:lnTo>
                    <a:pt x="6489544" y="268753"/>
                  </a:lnTo>
                  <a:lnTo>
                    <a:pt x="6489669" y="268753"/>
                  </a:lnTo>
                  <a:lnTo>
                    <a:pt x="6489794" y="268753"/>
                  </a:lnTo>
                  <a:lnTo>
                    <a:pt x="6489919" y="268753"/>
                  </a:lnTo>
                  <a:lnTo>
                    <a:pt x="6490044" y="268753"/>
                  </a:lnTo>
                  <a:lnTo>
                    <a:pt x="6490169" y="268753"/>
                  </a:lnTo>
                  <a:lnTo>
                    <a:pt x="6490294" y="268753"/>
                  </a:lnTo>
                  <a:lnTo>
                    <a:pt x="6490419" y="268753"/>
                  </a:lnTo>
                  <a:lnTo>
                    <a:pt x="6490544" y="268753"/>
                  </a:lnTo>
                  <a:lnTo>
                    <a:pt x="6490669" y="268753"/>
                  </a:lnTo>
                  <a:lnTo>
                    <a:pt x="6490794" y="268753"/>
                  </a:lnTo>
                  <a:lnTo>
                    <a:pt x="6490919" y="268753"/>
                  </a:lnTo>
                  <a:lnTo>
                    <a:pt x="6491044" y="268753"/>
                  </a:lnTo>
                  <a:lnTo>
                    <a:pt x="6491169" y="268753"/>
                  </a:lnTo>
                  <a:lnTo>
                    <a:pt x="6491295" y="268753"/>
                  </a:lnTo>
                  <a:lnTo>
                    <a:pt x="6491420" y="268753"/>
                  </a:lnTo>
                  <a:lnTo>
                    <a:pt x="6491545" y="268753"/>
                  </a:lnTo>
                  <a:lnTo>
                    <a:pt x="6491670" y="268753"/>
                  </a:lnTo>
                  <a:lnTo>
                    <a:pt x="6491795" y="268753"/>
                  </a:lnTo>
                  <a:lnTo>
                    <a:pt x="6491920" y="268753"/>
                  </a:lnTo>
                  <a:lnTo>
                    <a:pt x="6492045" y="268753"/>
                  </a:lnTo>
                  <a:lnTo>
                    <a:pt x="6492170" y="268753"/>
                  </a:lnTo>
                  <a:lnTo>
                    <a:pt x="6492295" y="268753"/>
                  </a:lnTo>
                  <a:lnTo>
                    <a:pt x="6492420" y="268753"/>
                  </a:lnTo>
                  <a:lnTo>
                    <a:pt x="6492545" y="268753"/>
                  </a:lnTo>
                  <a:lnTo>
                    <a:pt x="6492670" y="268753"/>
                  </a:lnTo>
                  <a:lnTo>
                    <a:pt x="6492795" y="268753"/>
                  </a:lnTo>
                  <a:lnTo>
                    <a:pt x="6492920" y="268753"/>
                  </a:lnTo>
                  <a:lnTo>
                    <a:pt x="6493045" y="268753"/>
                  </a:lnTo>
                  <a:lnTo>
                    <a:pt x="6493170" y="268753"/>
                  </a:lnTo>
                  <a:lnTo>
                    <a:pt x="6493295" y="268753"/>
                  </a:lnTo>
                  <a:lnTo>
                    <a:pt x="6493420" y="268753"/>
                  </a:lnTo>
                  <a:lnTo>
                    <a:pt x="6493545" y="268753"/>
                  </a:lnTo>
                  <a:lnTo>
                    <a:pt x="6493670" y="268753"/>
                  </a:lnTo>
                  <a:lnTo>
                    <a:pt x="6493795" y="268753"/>
                  </a:lnTo>
                  <a:lnTo>
                    <a:pt x="6493920" y="268753"/>
                  </a:lnTo>
                  <a:lnTo>
                    <a:pt x="6494045" y="268753"/>
                  </a:lnTo>
                  <a:lnTo>
                    <a:pt x="6494170" y="268753"/>
                  </a:lnTo>
                  <a:lnTo>
                    <a:pt x="6494296" y="268753"/>
                  </a:lnTo>
                  <a:lnTo>
                    <a:pt x="6494421" y="268753"/>
                  </a:lnTo>
                  <a:lnTo>
                    <a:pt x="6494546" y="268753"/>
                  </a:lnTo>
                  <a:lnTo>
                    <a:pt x="6494671" y="268753"/>
                  </a:lnTo>
                  <a:lnTo>
                    <a:pt x="6494796" y="268753"/>
                  </a:lnTo>
                  <a:lnTo>
                    <a:pt x="6494921" y="268753"/>
                  </a:lnTo>
                  <a:lnTo>
                    <a:pt x="6495046" y="268753"/>
                  </a:lnTo>
                  <a:lnTo>
                    <a:pt x="6495171" y="268753"/>
                  </a:lnTo>
                  <a:lnTo>
                    <a:pt x="6495296" y="268753"/>
                  </a:lnTo>
                  <a:lnTo>
                    <a:pt x="6495421" y="268753"/>
                  </a:lnTo>
                  <a:lnTo>
                    <a:pt x="6495546" y="268753"/>
                  </a:lnTo>
                  <a:lnTo>
                    <a:pt x="6495546" y="258799"/>
                  </a:lnTo>
                  <a:lnTo>
                    <a:pt x="6495671" y="258799"/>
                  </a:lnTo>
                  <a:lnTo>
                    <a:pt x="6495796" y="258799"/>
                  </a:lnTo>
                  <a:lnTo>
                    <a:pt x="6495921" y="258799"/>
                  </a:lnTo>
                  <a:lnTo>
                    <a:pt x="6496046" y="258799"/>
                  </a:lnTo>
                  <a:lnTo>
                    <a:pt x="6496171" y="258799"/>
                  </a:lnTo>
                  <a:lnTo>
                    <a:pt x="6496296" y="258799"/>
                  </a:lnTo>
                  <a:lnTo>
                    <a:pt x="6496421" y="258799"/>
                  </a:lnTo>
                  <a:lnTo>
                    <a:pt x="6496546" y="258799"/>
                  </a:lnTo>
                  <a:lnTo>
                    <a:pt x="6496671" y="258799"/>
                  </a:lnTo>
                  <a:lnTo>
                    <a:pt x="6496796" y="258799"/>
                  </a:lnTo>
                  <a:lnTo>
                    <a:pt x="6496921" y="258799"/>
                  </a:lnTo>
                  <a:lnTo>
                    <a:pt x="6497046" y="258799"/>
                  </a:lnTo>
                  <a:lnTo>
                    <a:pt x="6497171" y="258799"/>
                  </a:lnTo>
                  <a:lnTo>
                    <a:pt x="6497297" y="258799"/>
                  </a:lnTo>
                  <a:lnTo>
                    <a:pt x="6497422" y="258799"/>
                  </a:lnTo>
                  <a:lnTo>
                    <a:pt x="6497547" y="258799"/>
                  </a:lnTo>
                  <a:lnTo>
                    <a:pt x="6497672" y="258799"/>
                  </a:lnTo>
                  <a:lnTo>
                    <a:pt x="6497797" y="258799"/>
                  </a:lnTo>
                  <a:lnTo>
                    <a:pt x="6497922" y="258799"/>
                  </a:lnTo>
                  <a:lnTo>
                    <a:pt x="6498047" y="258799"/>
                  </a:lnTo>
                  <a:lnTo>
                    <a:pt x="6498172" y="258799"/>
                  </a:lnTo>
                  <a:lnTo>
                    <a:pt x="6498297" y="258799"/>
                  </a:lnTo>
                  <a:lnTo>
                    <a:pt x="6498422" y="258799"/>
                  </a:lnTo>
                  <a:lnTo>
                    <a:pt x="6498547" y="258799"/>
                  </a:lnTo>
                  <a:lnTo>
                    <a:pt x="6498672" y="258799"/>
                  </a:lnTo>
                  <a:lnTo>
                    <a:pt x="6498797" y="258799"/>
                  </a:lnTo>
                  <a:lnTo>
                    <a:pt x="6498922" y="258799"/>
                  </a:lnTo>
                  <a:lnTo>
                    <a:pt x="6499047" y="258799"/>
                  </a:lnTo>
                  <a:lnTo>
                    <a:pt x="6499172" y="258799"/>
                  </a:lnTo>
                  <a:lnTo>
                    <a:pt x="6499297" y="258799"/>
                  </a:lnTo>
                  <a:lnTo>
                    <a:pt x="6499422" y="258799"/>
                  </a:lnTo>
                  <a:lnTo>
                    <a:pt x="6499547" y="258799"/>
                  </a:lnTo>
                  <a:lnTo>
                    <a:pt x="6499672" y="258799"/>
                  </a:lnTo>
                  <a:lnTo>
                    <a:pt x="6499797" y="258799"/>
                  </a:lnTo>
                  <a:lnTo>
                    <a:pt x="6499922" y="258799"/>
                  </a:lnTo>
                  <a:lnTo>
                    <a:pt x="6500047" y="258799"/>
                  </a:lnTo>
                  <a:lnTo>
                    <a:pt x="6500172" y="258799"/>
                  </a:lnTo>
                  <a:lnTo>
                    <a:pt x="6500298" y="258799"/>
                  </a:lnTo>
                  <a:lnTo>
                    <a:pt x="6500423" y="258799"/>
                  </a:lnTo>
                  <a:lnTo>
                    <a:pt x="6500548" y="258799"/>
                  </a:lnTo>
                  <a:lnTo>
                    <a:pt x="6500673" y="258799"/>
                  </a:lnTo>
                  <a:lnTo>
                    <a:pt x="6500798" y="258799"/>
                  </a:lnTo>
                  <a:lnTo>
                    <a:pt x="6500923" y="258799"/>
                  </a:lnTo>
                  <a:lnTo>
                    <a:pt x="6501048" y="258799"/>
                  </a:lnTo>
                  <a:lnTo>
                    <a:pt x="6501173" y="258799"/>
                  </a:lnTo>
                  <a:lnTo>
                    <a:pt x="6501298" y="258799"/>
                  </a:lnTo>
                  <a:lnTo>
                    <a:pt x="6501423" y="258799"/>
                  </a:lnTo>
                  <a:lnTo>
                    <a:pt x="6501548" y="258799"/>
                  </a:lnTo>
                  <a:lnTo>
                    <a:pt x="6501673" y="258799"/>
                  </a:lnTo>
                  <a:lnTo>
                    <a:pt x="6501798" y="258799"/>
                  </a:lnTo>
                  <a:lnTo>
                    <a:pt x="6501923" y="258799"/>
                  </a:lnTo>
                  <a:lnTo>
                    <a:pt x="6502048" y="258799"/>
                  </a:lnTo>
                  <a:lnTo>
                    <a:pt x="6502173" y="258799"/>
                  </a:lnTo>
                  <a:lnTo>
                    <a:pt x="6502298" y="258799"/>
                  </a:lnTo>
                  <a:lnTo>
                    <a:pt x="6502423" y="258799"/>
                  </a:lnTo>
                  <a:lnTo>
                    <a:pt x="6502548" y="258799"/>
                  </a:lnTo>
                  <a:lnTo>
                    <a:pt x="6502673" y="258799"/>
                  </a:lnTo>
                  <a:lnTo>
                    <a:pt x="6502798" y="258799"/>
                  </a:lnTo>
                  <a:lnTo>
                    <a:pt x="6502923" y="258799"/>
                  </a:lnTo>
                  <a:lnTo>
                    <a:pt x="6503048" y="258799"/>
                  </a:lnTo>
                  <a:lnTo>
                    <a:pt x="6503173" y="258799"/>
                  </a:lnTo>
                  <a:lnTo>
                    <a:pt x="6503299" y="258799"/>
                  </a:lnTo>
                  <a:lnTo>
                    <a:pt x="6503424" y="258799"/>
                  </a:lnTo>
                  <a:lnTo>
                    <a:pt x="6503549" y="258799"/>
                  </a:lnTo>
                  <a:lnTo>
                    <a:pt x="6503674" y="258799"/>
                  </a:lnTo>
                  <a:lnTo>
                    <a:pt x="6503799" y="258799"/>
                  </a:lnTo>
                  <a:lnTo>
                    <a:pt x="6503924" y="258799"/>
                  </a:lnTo>
                  <a:lnTo>
                    <a:pt x="6504049" y="258799"/>
                  </a:lnTo>
                  <a:lnTo>
                    <a:pt x="6504174" y="258799"/>
                  </a:lnTo>
                  <a:lnTo>
                    <a:pt x="6504299" y="258799"/>
                  </a:lnTo>
                  <a:lnTo>
                    <a:pt x="6504424" y="258799"/>
                  </a:lnTo>
                  <a:lnTo>
                    <a:pt x="6504549" y="258799"/>
                  </a:lnTo>
                  <a:lnTo>
                    <a:pt x="6504674" y="258799"/>
                  </a:lnTo>
                  <a:lnTo>
                    <a:pt x="6504799" y="258799"/>
                  </a:lnTo>
                  <a:lnTo>
                    <a:pt x="6504924" y="258799"/>
                  </a:lnTo>
                  <a:lnTo>
                    <a:pt x="6505049" y="258799"/>
                  </a:lnTo>
                  <a:lnTo>
                    <a:pt x="6505174" y="258799"/>
                  </a:lnTo>
                  <a:lnTo>
                    <a:pt x="6505299" y="258799"/>
                  </a:lnTo>
                  <a:lnTo>
                    <a:pt x="6505424" y="258799"/>
                  </a:lnTo>
                  <a:lnTo>
                    <a:pt x="6505549" y="258799"/>
                  </a:lnTo>
                  <a:lnTo>
                    <a:pt x="6505674" y="258799"/>
                  </a:lnTo>
                  <a:lnTo>
                    <a:pt x="6505799" y="258799"/>
                  </a:lnTo>
                  <a:lnTo>
                    <a:pt x="6505924" y="258799"/>
                  </a:lnTo>
                  <a:lnTo>
                    <a:pt x="6506049" y="258799"/>
                  </a:lnTo>
                  <a:lnTo>
                    <a:pt x="6506174" y="258799"/>
                  </a:lnTo>
                  <a:lnTo>
                    <a:pt x="6506300" y="258799"/>
                  </a:lnTo>
                  <a:lnTo>
                    <a:pt x="6506425" y="258799"/>
                  </a:lnTo>
                  <a:lnTo>
                    <a:pt x="6506550" y="258799"/>
                  </a:lnTo>
                  <a:lnTo>
                    <a:pt x="6506675" y="258799"/>
                  </a:lnTo>
                  <a:lnTo>
                    <a:pt x="6506800" y="258799"/>
                  </a:lnTo>
                  <a:lnTo>
                    <a:pt x="6506925" y="258799"/>
                  </a:lnTo>
                  <a:lnTo>
                    <a:pt x="6507050" y="258799"/>
                  </a:lnTo>
                  <a:lnTo>
                    <a:pt x="6507175" y="258799"/>
                  </a:lnTo>
                  <a:lnTo>
                    <a:pt x="6507300" y="258799"/>
                  </a:lnTo>
                  <a:lnTo>
                    <a:pt x="6507425" y="258799"/>
                  </a:lnTo>
                  <a:lnTo>
                    <a:pt x="6507550" y="258799"/>
                  </a:lnTo>
                  <a:lnTo>
                    <a:pt x="6507675" y="258799"/>
                  </a:lnTo>
                  <a:lnTo>
                    <a:pt x="6507800" y="258799"/>
                  </a:lnTo>
                  <a:lnTo>
                    <a:pt x="6507925" y="258799"/>
                  </a:lnTo>
                  <a:lnTo>
                    <a:pt x="6508050" y="258799"/>
                  </a:lnTo>
                  <a:lnTo>
                    <a:pt x="6508175" y="258799"/>
                  </a:lnTo>
                  <a:lnTo>
                    <a:pt x="6508300" y="258799"/>
                  </a:lnTo>
                  <a:lnTo>
                    <a:pt x="6508425" y="258799"/>
                  </a:lnTo>
                  <a:lnTo>
                    <a:pt x="6508550" y="258799"/>
                  </a:lnTo>
                  <a:lnTo>
                    <a:pt x="6508675" y="258799"/>
                  </a:lnTo>
                  <a:lnTo>
                    <a:pt x="6508800" y="258799"/>
                  </a:lnTo>
                  <a:lnTo>
                    <a:pt x="6508925" y="258799"/>
                  </a:lnTo>
                  <a:lnTo>
                    <a:pt x="6509050" y="258799"/>
                  </a:lnTo>
                  <a:lnTo>
                    <a:pt x="6509175" y="258799"/>
                  </a:lnTo>
                  <a:lnTo>
                    <a:pt x="6509301" y="258799"/>
                  </a:lnTo>
                  <a:lnTo>
                    <a:pt x="6509426" y="258799"/>
                  </a:lnTo>
                  <a:lnTo>
                    <a:pt x="6509551" y="258799"/>
                  </a:lnTo>
                  <a:lnTo>
                    <a:pt x="6509676" y="258799"/>
                  </a:lnTo>
                  <a:lnTo>
                    <a:pt x="6509801" y="258799"/>
                  </a:lnTo>
                  <a:lnTo>
                    <a:pt x="6509926" y="258799"/>
                  </a:lnTo>
                  <a:lnTo>
                    <a:pt x="6510051" y="258799"/>
                  </a:lnTo>
                  <a:lnTo>
                    <a:pt x="6510176" y="258799"/>
                  </a:lnTo>
                  <a:lnTo>
                    <a:pt x="6510301" y="258799"/>
                  </a:lnTo>
                  <a:lnTo>
                    <a:pt x="6510426" y="258799"/>
                  </a:lnTo>
                  <a:lnTo>
                    <a:pt x="6510551" y="258799"/>
                  </a:lnTo>
                  <a:lnTo>
                    <a:pt x="6510676" y="258799"/>
                  </a:lnTo>
                  <a:lnTo>
                    <a:pt x="6510801" y="258799"/>
                  </a:lnTo>
                  <a:lnTo>
                    <a:pt x="6510926" y="258799"/>
                  </a:lnTo>
                  <a:lnTo>
                    <a:pt x="6511051" y="258799"/>
                  </a:lnTo>
                  <a:lnTo>
                    <a:pt x="6511176" y="258799"/>
                  </a:lnTo>
                  <a:lnTo>
                    <a:pt x="6511301" y="258799"/>
                  </a:lnTo>
                  <a:lnTo>
                    <a:pt x="6511426" y="258799"/>
                  </a:lnTo>
                  <a:lnTo>
                    <a:pt x="6511551" y="258799"/>
                  </a:lnTo>
                  <a:lnTo>
                    <a:pt x="6511676" y="258799"/>
                  </a:lnTo>
                  <a:lnTo>
                    <a:pt x="6511801" y="258799"/>
                  </a:lnTo>
                  <a:lnTo>
                    <a:pt x="6511926" y="258799"/>
                  </a:lnTo>
                  <a:lnTo>
                    <a:pt x="6512051" y="258799"/>
                  </a:lnTo>
                  <a:lnTo>
                    <a:pt x="6512176" y="258799"/>
                  </a:lnTo>
                  <a:lnTo>
                    <a:pt x="6512302" y="258799"/>
                  </a:lnTo>
                  <a:lnTo>
                    <a:pt x="6512427" y="258799"/>
                  </a:lnTo>
                  <a:lnTo>
                    <a:pt x="6512552" y="258799"/>
                  </a:lnTo>
                  <a:lnTo>
                    <a:pt x="6512677" y="258799"/>
                  </a:lnTo>
                  <a:lnTo>
                    <a:pt x="6512802" y="258799"/>
                  </a:lnTo>
                  <a:lnTo>
                    <a:pt x="6512927" y="258799"/>
                  </a:lnTo>
                  <a:lnTo>
                    <a:pt x="6513052" y="258799"/>
                  </a:lnTo>
                  <a:lnTo>
                    <a:pt x="6513177" y="258799"/>
                  </a:lnTo>
                  <a:lnTo>
                    <a:pt x="6513302" y="258799"/>
                  </a:lnTo>
                  <a:lnTo>
                    <a:pt x="6513427" y="258799"/>
                  </a:lnTo>
                  <a:lnTo>
                    <a:pt x="6513552" y="258799"/>
                  </a:lnTo>
                  <a:lnTo>
                    <a:pt x="6513677" y="258799"/>
                  </a:lnTo>
                  <a:lnTo>
                    <a:pt x="6513802" y="258799"/>
                  </a:lnTo>
                  <a:lnTo>
                    <a:pt x="6513927" y="258799"/>
                  </a:lnTo>
                  <a:lnTo>
                    <a:pt x="6514052" y="258799"/>
                  </a:lnTo>
                  <a:lnTo>
                    <a:pt x="6514177" y="258799"/>
                  </a:lnTo>
                  <a:lnTo>
                    <a:pt x="6514302" y="258799"/>
                  </a:lnTo>
                  <a:lnTo>
                    <a:pt x="6514427" y="258799"/>
                  </a:lnTo>
                  <a:lnTo>
                    <a:pt x="6514552" y="258799"/>
                  </a:lnTo>
                  <a:lnTo>
                    <a:pt x="6514677" y="258799"/>
                  </a:lnTo>
                  <a:lnTo>
                    <a:pt x="6514802" y="258799"/>
                  </a:lnTo>
                  <a:lnTo>
                    <a:pt x="6514927" y="258799"/>
                  </a:lnTo>
                  <a:lnTo>
                    <a:pt x="6515052" y="258799"/>
                  </a:lnTo>
                  <a:lnTo>
                    <a:pt x="6515177" y="258799"/>
                  </a:lnTo>
                  <a:lnTo>
                    <a:pt x="6515303" y="258799"/>
                  </a:lnTo>
                  <a:lnTo>
                    <a:pt x="6515428" y="258799"/>
                  </a:lnTo>
                  <a:lnTo>
                    <a:pt x="6515553" y="258799"/>
                  </a:lnTo>
                  <a:lnTo>
                    <a:pt x="6515678" y="258799"/>
                  </a:lnTo>
                  <a:lnTo>
                    <a:pt x="6515803" y="258799"/>
                  </a:lnTo>
                  <a:lnTo>
                    <a:pt x="6515928" y="258799"/>
                  </a:lnTo>
                  <a:lnTo>
                    <a:pt x="6516053" y="258799"/>
                  </a:lnTo>
                  <a:lnTo>
                    <a:pt x="6516178" y="258799"/>
                  </a:lnTo>
                  <a:lnTo>
                    <a:pt x="6516303" y="258799"/>
                  </a:lnTo>
                  <a:lnTo>
                    <a:pt x="6516428" y="258799"/>
                  </a:lnTo>
                  <a:lnTo>
                    <a:pt x="6516553" y="258799"/>
                  </a:lnTo>
                  <a:lnTo>
                    <a:pt x="6516678" y="258799"/>
                  </a:lnTo>
                  <a:lnTo>
                    <a:pt x="6516803" y="258799"/>
                  </a:lnTo>
                  <a:lnTo>
                    <a:pt x="6516928" y="258799"/>
                  </a:lnTo>
                  <a:lnTo>
                    <a:pt x="6517053" y="258799"/>
                  </a:lnTo>
                  <a:lnTo>
                    <a:pt x="6517178" y="258799"/>
                  </a:lnTo>
                  <a:lnTo>
                    <a:pt x="6517303" y="258799"/>
                  </a:lnTo>
                  <a:lnTo>
                    <a:pt x="6517428" y="258799"/>
                  </a:lnTo>
                  <a:lnTo>
                    <a:pt x="6517553" y="258799"/>
                  </a:lnTo>
                  <a:lnTo>
                    <a:pt x="6517678" y="258799"/>
                  </a:lnTo>
                  <a:lnTo>
                    <a:pt x="6517803" y="258799"/>
                  </a:lnTo>
                  <a:lnTo>
                    <a:pt x="6517928" y="258799"/>
                  </a:lnTo>
                  <a:lnTo>
                    <a:pt x="6518053" y="258799"/>
                  </a:lnTo>
                  <a:lnTo>
                    <a:pt x="6518178" y="258799"/>
                  </a:lnTo>
                  <a:lnTo>
                    <a:pt x="6518304" y="258799"/>
                  </a:lnTo>
                  <a:lnTo>
                    <a:pt x="6518429" y="258799"/>
                  </a:lnTo>
                  <a:lnTo>
                    <a:pt x="6518554" y="258799"/>
                  </a:lnTo>
                  <a:lnTo>
                    <a:pt x="6518679" y="258799"/>
                  </a:lnTo>
                  <a:lnTo>
                    <a:pt x="6518804" y="258799"/>
                  </a:lnTo>
                  <a:lnTo>
                    <a:pt x="6518929" y="258799"/>
                  </a:lnTo>
                  <a:lnTo>
                    <a:pt x="6519054" y="258799"/>
                  </a:lnTo>
                  <a:lnTo>
                    <a:pt x="6519179" y="258799"/>
                  </a:lnTo>
                  <a:lnTo>
                    <a:pt x="6519304" y="258799"/>
                  </a:lnTo>
                  <a:lnTo>
                    <a:pt x="6519429" y="258799"/>
                  </a:lnTo>
                  <a:lnTo>
                    <a:pt x="6519554" y="258799"/>
                  </a:lnTo>
                  <a:lnTo>
                    <a:pt x="6519679" y="258799"/>
                  </a:lnTo>
                  <a:lnTo>
                    <a:pt x="6519804" y="258799"/>
                  </a:lnTo>
                  <a:lnTo>
                    <a:pt x="6519929" y="258799"/>
                  </a:lnTo>
                  <a:lnTo>
                    <a:pt x="6520054" y="258799"/>
                  </a:lnTo>
                  <a:lnTo>
                    <a:pt x="6520179" y="258799"/>
                  </a:lnTo>
                  <a:lnTo>
                    <a:pt x="6520304" y="258799"/>
                  </a:lnTo>
                  <a:lnTo>
                    <a:pt x="6520429" y="258799"/>
                  </a:lnTo>
                  <a:lnTo>
                    <a:pt x="6520554" y="258799"/>
                  </a:lnTo>
                  <a:lnTo>
                    <a:pt x="6520679" y="258799"/>
                  </a:lnTo>
                  <a:lnTo>
                    <a:pt x="6520804" y="258799"/>
                  </a:lnTo>
                  <a:lnTo>
                    <a:pt x="6520929" y="258799"/>
                  </a:lnTo>
                  <a:lnTo>
                    <a:pt x="6521054" y="258799"/>
                  </a:lnTo>
                  <a:lnTo>
                    <a:pt x="6521180" y="258799"/>
                  </a:lnTo>
                  <a:lnTo>
                    <a:pt x="6521305" y="258799"/>
                  </a:lnTo>
                  <a:lnTo>
                    <a:pt x="6521430" y="258799"/>
                  </a:lnTo>
                  <a:lnTo>
                    <a:pt x="6521555" y="258799"/>
                  </a:lnTo>
                  <a:lnTo>
                    <a:pt x="6521680" y="258799"/>
                  </a:lnTo>
                  <a:lnTo>
                    <a:pt x="6521805" y="258799"/>
                  </a:lnTo>
                  <a:lnTo>
                    <a:pt x="6521805" y="248845"/>
                  </a:lnTo>
                  <a:lnTo>
                    <a:pt x="6521930" y="248845"/>
                  </a:lnTo>
                  <a:lnTo>
                    <a:pt x="6522055" y="248845"/>
                  </a:lnTo>
                  <a:lnTo>
                    <a:pt x="6522180" y="248845"/>
                  </a:lnTo>
                  <a:lnTo>
                    <a:pt x="6522305" y="248845"/>
                  </a:lnTo>
                  <a:lnTo>
                    <a:pt x="6522430" y="248845"/>
                  </a:lnTo>
                  <a:lnTo>
                    <a:pt x="6522555" y="248845"/>
                  </a:lnTo>
                  <a:lnTo>
                    <a:pt x="6522680" y="248845"/>
                  </a:lnTo>
                  <a:lnTo>
                    <a:pt x="6522805" y="248845"/>
                  </a:lnTo>
                  <a:lnTo>
                    <a:pt x="6522930" y="248845"/>
                  </a:lnTo>
                  <a:lnTo>
                    <a:pt x="6523055" y="248845"/>
                  </a:lnTo>
                  <a:lnTo>
                    <a:pt x="6523180" y="248845"/>
                  </a:lnTo>
                  <a:lnTo>
                    <a:pt x="6523305" y="248845"/>
                  </a:lnTo>
                  <a:lnTo>
                    <a:pt x="6523430" y="248845"/>
                  </a:lnTo>
                  <a:lnTo>
                    <a:pt x="6523555" y="248845"/>
                  </a:lnTo>
                  <a:lnTo>
                    <a:pt x="6523680" y="248845"/>
                  </a:lnTo>
                  <a:lnTo>
                    <a:pt x="6523805" y="248845"/>
                  </a:lnTo>
                  <a:lnTo>
                    <a:pt x="6523930" y="248845"/>
                  </a:lnTo>
                  <a:lnTo>
                    <a:pt x="6524055" y="248845"/>
                  </a:lnTo>
                  <a:lnTo>
                    <a:pt x="6524181" y="248845"/>
                  </a:lnTo>
                  <a:lnTo>
                    <a:pt x="6524306" y="248845"/>
                  </a:lnTo>
                  <a:lnTo>
                    <a:pt x="6524431" y="248845"/>
                  </a:lnTo>
                  <a:lnTo>
                    <a:pt x="6524556" y="248845"/>
                  </a:lnTo>
                  <a:lnTo>
                    <a:pt x="6524681" y="248845"/>
                  </a:lnTo>
                  <a:lnTo>
                    <a:pt x="6524806" y="248845"/>
                  </a:lnTo>
                  <a:lnTo>
                    <a:pt x="6524931" y="248845"/>
                  </a:lnTo>
                  <a:lnTo>
                    <a:pt x="6525056" y="248845"/>
                  </a:lnTo>
                  <a:lnTo>
                    <a:pt x="6525181" y="248845"/>
                  </a:lnTo>
                  <a:lnTo>
                    <a:pt x="6525306" y="248845"/>
                  </a:lnTo>
                  <a:lnTo>
                    <a:pt x="6525431" y="248845"/>
                  </a:lnTo>
                  <a:lnTo>
                    <a:pt x="6525556" y="248845"/>
                  </a:lnTo>
                  <a:lnTo>
                    <a:pt x="6525681" y="248845"/>
                  </a:lnTo>
                  <a:lnTo>
                    <a:pt x="6525806" y="248845"/>
                  </a:lnTo>
                  <a:lnTo>
                    <a:pt x="6525931" y="248845"/>
                  </a:lnTo>
                  <a:lnTo>
                    <a:pt x="6526056" y="248845"/>
                  </a:lnTo>
                  <a:lnTo>
                    <a:pt x="6526181" y="248845"/>
                  </a:lnTo>
                  <a:lnTo>
                    <a:pt x="6526306" y="248845"/>
                  </a:lnTo>
                  <a:lnTo>
                    <a:pt x="6526431" y="248845"/>
                  </a:lnTo>
                  <a:lnTo>
                    <a:pt x="6526431" y="238891"/>
                  </a:lnTo>
                  <a:lnTo>
                    <a:pt x="6526556" y="238891"/>
                  </a:lnTo>
                  <a:lnTo>
                    <a:pt x="6526681" y="238891"/>
                  </a:lnTo>
                  <a:lnTo>
                    <a:pt x="6526806" y="238891"/>
                  </a:lnTo>
                  <a:lnTo>
                    <a:pt x="6526931" y="238891"/>
                  </a:lnTo>
                  <a:lnTo>
                    <a:pt x="6527056" y="238891"/>
                  </a:lnTo>
                  <a:lnTo>
                    <a:pt x="6527182" y="238891"/>
                  </a:lnTo>
                  <a:lnTo>
                    <a:pt x="6527307" y="238891"/>
                  </a:lnTo>
                  <a:lnTo>
                    <a:pt x="6527432" y="238891"/>
                  </a:lnTo>
                  <a:lnTo>
                    <a:pt x="6527557" y="238891"/>
                  </a:lnTo>
                  <a:lnTo>
                    <a:pt x="6527682" y="238891"/>
                  </a:lnTo>
                  <a:lnTo>
                    <a:pt x="6527807" y="238891"/>
                  </a:lnTo>
                  <a:lnTo>
                    <a:pt x="6527932" y="238891"/>
                  </a:lnTo>
                  <a:lnTo>
                    <a:pt x="6528057" y="238891"/>
                  </a:lnTo>
                  <a:lnTo>
                    <a:pt x="6528182" y="238891"/>
                  </a:lnTo>
                  <a:lnTo>
                    <a:pt x="6528307" y="238891"/>
                  </a:lnTo>
                  <a:lnTo>
                    <a:pt x="6528432" y="238891"/>
                  </a:lnTo>
                  <a:lnTo>
                    <a:pt x="6528557" y="238891"/>
                  </a:lnTo>
                  <a:lnTo>
                    <a:pt x="6528682" y="238891"/>
                  </a:lnTo>
                  <a:lnTo>
                    <a:pt x="6528807" y="238891"/>
                  </a:lnTo>
                  <a:lnTo>
                    <a:pt x="6528932" y="238891"/>
                  </a:lnTo>
                  <a:lnTo>
                    <a:pt x="6529057" y="238891"/>
                  </a:lnTo>
                  <a:lnTo>
                    <a:pt x="6529182" y="238891"/>
                  </a:lnTo>
                  <a:lnTo>
                    <a:pt x="6529307" y="238891"/>
                  </a:lnTo>
                  <a:lnTo>
                    <a:pt x="6529432" y="238891"/>
                  </a:lnTo>
                  <a:lnTo>
                    <a:pt x="6529557" y="238891"/>
                  </a:lnTo>
                  <a:lnTo>
                    <a:pt x="6529682" y="238891"/>
                  </a:lnTo>
                  <a:lnTo>
                    <a:pt x="6529807" y="238891"/>
                  </a:lnTo>
                  <a:lnTo>
                    <a:pt x="6529932" y="238891"/>
                  </a:lnTo>
                  <a:lnTo>
                    <a:pt x="6530057" y="238891"/>
                  </a:lnTo>
                  <a:lnTo>
                    <a:pt x="6530183" y="238891"/>
                  </a:lnTo>
                  <a:lnTo>
                    <a:pt x="6530308" y="238891"/>
                  </a:lnTo>
                  <a:lnTo>
                    <a:pt x="6530433" y="238891"/>
                  </a:lnTo>
                  <a:lnTo>
                    <a:pt x="6530558" y="238891"/>
                  </a:lnTo>
                  <a:lnTo>
                    <a:pt x="6530683" y="238891"/>
                  </a:lnTo>
                  <a:lnTo>
                    <a:pt x="6530808" y="238891"/>
                  </a:lnTo>
                  <a:lnTo>
                    <a:pt x="6530933" y="238891"/>
                  </a:lnTo>
                  <a:lnTo>
                    <a:pt x="6531058" y="238891"/>
                  </a:lnTo>
                  <a:lnTo>
                    <a:pt x="6531183" y="238891"/>
                  </a:lnTo>
                  <a:lnTo>
                    <a:pt x="6531308" y="238891"/>
                  </a:lnTo>
                  <a:lnTo>
                    <a:pt x="6531433" y="238891"/>
                  </a:lnTo>
                  <a:lnTo>
                    <a:pt x="6531558" y="238891"/>
                  </a:lnTo>
                  <a:lnTo>
                    <a:pt x="6531683" y="238891"/>
                  </a:lnTo>
                  <a:lnTo>
                    <a:pt x="6531808" y="238891"/>
                  </a:lnTo>
                  <a:lnTo>
                    <a:pt x="6531933" y="238891"/>
                  </a:lnTo>
                  <a:lnTo>
                    <a:pt x="6532058" y="238891"/>
                  </a:lnTo>
                  <a:lnTo>
                    <a:pt x="6532183" y="238891"/>
                  </a:lnTo>
                  <a:lnTo>
                    <a:pt x="6532308" y="238891"/>
                  </a:lnTo>
                  <a:lnTo>
                    <a:pt x="6532433" y="238891"/>
                  </a:lnTo>
                  <a:lnTo>
                    <a:pt x="6532558" y="238891"/>
                  </a:lnTo>
                  <a:lnTo>
                    <a:pt x="6532558" y="228937"/>
                  </a:lnTo>
                  <a:lnTo>
                    <a:pt x="6532683" y="228937"/>
                  </a:lnTo>
                  <a:lnTo>
                    <a:pt x="6532808" y="228937"/>
                  </a:lnTo>
                  <a:lnTo>
                    <a:pt x="6532933" y="228937"/>
                  </a:lnTo>
                  <a:lnTo>
                    <a:pt x="6533058" y="228937"/>
                  </a:lnTo>
                  <a:lnTo>
                    <a:pt x="6533184" y="228937"/>
                  </a:lnTo>
                  <a:lnTo>
                    <a:pt x="6533309" y="228937"/>
                  </a:lnTo>
                  <a:lnTo>
                    <a:pt x="6533434" y="228937"/>
                  </a:lnTo>
                  <a:lnTo>
                    <a:pt x="6533559" y="228937"/>
                  </a:lnTo>
                  <a:lnTo>
                    <a:pt x="6533684" y="228937"/>
                  </a:lnTo>
                  <a:lnTo>
                    <a:pt x="6533809" y="228937"/>
                  </a:lnTo>
                  <a:lnTo>
                    <a:pt x="6533934" y="228937"/>
                  </a:lnTo>
                  <a:lnTo>
                    <a:pt x="6534059" y="228937"/>
                  </a:lnTo>
                  <a:lnTo>
                    <a:pt x="6534184" y="228937"/>
                  </a:lnTo>
                  <a:lnTo>
                    <a:pt x="6534309" y="228937"/>
                  </a:lnTo>
                  <a:lnTo>
                    <a:pt x="6534434" y="228937"/>
                  </a:lnTo>
                  <a:lnTo>
                    <a:pt x="6534559" y="228937"/>
                  </a:lnTo>
                  <a:lnTo>
                    <a:pt x="6534684" y="228937"/>
                  </a:lnTo>
                  <a:lnTo>
                    <a:pt x="6534809" y="228937"/>
                  </a:lnTo>
                  <a:lnTo>
                    <a:pt x="6534934" y="228937"/>
                  </a:lnTo>
                  <a:lnTo>
                    <a:pt x="6535059" y="228937"/>
                  </a:lnTo>
                  <a:lnTo>
                    <a:pt x="6535184" y="228937"/>
                  </a:lnTo>
                  <a:lnTo>
                    <a:pt x="6535309" y="228937"/>
                  </a:lnTo>
                  <a:lnTo>
                    <a:pt x="6535434" y="228937"/>
                  </a:lnTo>
                  <a:lnTo>
                    <a:pt x="6535559" y="228937"/>
                  </a:lnTo>
                  <a:lnTo>
                    <a:pt x="6535684" y="228937"/>
                  </a:lnTo>
                  <a:lnTo>
                    <a:pt x="6535809" y="228937"/>
                  </a:lnTo>
                  <a:lnTo>
                    <a:pt x="6535934" y="228937"/>
                  </a:lnTo>
                  <a:lnTo>
                    <a:pt x="6536059" y="228937"/>
                  </a:lnTo>
                  <a:lnTo>
                    <a:pt x="6536185" y="228937"/>
                  </a:lnTo>
                  <a:lnTo>
                    <a:pt x="6536310" y="228937"/>
                  </a:lnTo>
                  <a:lnTo>
                    <a:pt x="6536435" y="228937"/>
                  </a:lnTo>
                  <a:lnTo>
                    <a:pt x="6536560" y="228937"/>
                  </a:lnTo>
                  <a:lnTo>
                    <a:pt x="6536685" y="228937"/>
                  </a:lnTo>
                  <a:lnTo>
                    <a:pt x="6536810" y="228937"/>
                  </a:lnTo>
                  <a:lnTo>
                    <a:pt x="6536935" y="228937"/>
                  </a:lnTo>
                  <a:lnTo>
                    <a:pt x="6537060" y="228937"/>
                  </a:lnTo>
                  <a:lnTo>
                    <a:pt x="6537185" y="228937"/>
                  </a:lnTo>
                  <a:lnTo>
                    <a:pt x="6537310" y="228937"/>
                  </a:lnTo>
                  <a:lnTo>
                    <a:pt x="6537435" y="228937"/>
                  </a:lnTo>
                  <a:lnTo>
                    <a:pt x="6537560" y="228937"/>
                  </a:lnTo>
                  <a:lnTo>
                    <a:pt x="6537685" y="228937"/>
                  </a:lnTo>
                  <a:lnTo>
                    <a:pt x="6537810" y="228937"/>
                  </a:lnTo>
                  <a:lnTo>
                    <a:pt x="6537935" y="228937"/>
                  </a:lnTo>
                  <a:lnTo>
                    <a:pt x="6538060" y="228937"/>
                  </a:lnTo>
                  <a:lnTo>
                    <a:pt x="6538185" y="228937"/>
                  </a:lnTo>
                  <a:lnTo>
                    <a:pt x="6538310" y="228937"/>
                  </a:lnTo>
                  <a:lnTo>
                    <a:pt x="6538435" y="228937"/>
                  </a:lnTo>
                  <a:lnTo>
                    <a:pt x="6538560" y="228937"/>
                  </a:lnTo>
                  <a:lnTo>
                    <a:pt x="6538685" y="228937"/>
                  </a:lnTo>
                  <a:lnTo>
                    <a:pt x="6538810" y="228937"/>
                  </a:lnTo>
                  <a:lnTo>
                    <a:pt x="6538935" y="228937"/>
                  </a:lnTo>
                  <a:lnTo>
                    <a:pt x="6539060" y="228937"/>
                  </a:lnTo>
                  <a:lnTo>
                    <a:pt x="6539186" y="228937"/>
                  </a:lnTo>
                  <a:lnTo>
                    <a:pt x="6539311" y="228937"/>
                  </a:lnTo>
                  <a:lnTo>
                    <a:pt x="6539436" y="228937"/>
                  </a:lnTo>
                  <a:lnTo>
                    <a:pt x="6539561" y="228937"/>
                  </a:lnTo>
                  <a:lnTo>
                    <a:pt x="6539686" y="228937"/>
                  </a:lnTo>
                  <a:lnTo>
                    <a:pt x="6539811" y="228937"/>
                  </a:lnTo>
                  <a:lnTo>
                    <a:pt x="6539936" y="228937"/>
                  </a:lnTo>
                  <a:lnTo>
                    <a:pt x="6540061" y="228937"/>
                  </a:lnTo>
                  <a:lnTo>
                    <a:pt x="6540186" y="228937"/>
                  </a:lnTo>
                  <a:lnTo>
                    <a:pt x="6540311" y="228937"/>
                  </a:lnTo>
                  <a:lnTo>
                    <a:pt x="6540436" y="228937"/>
                  </a:lnTo>
                  <a:lnTo>
                    <a:pt x="6540561" y="228937"/>
                  </a:lnTo>
                  <a:lnTo>
                    <a:pt x="6540686" y="228937"/>
                  </a:lnTo>
                  <a:lnTo>
                    <a:pt x="6540811" y="228937"/>
                  </a:lnTo>
                  <a:lnTo>
                    <a:pt x="6540936" y="228937"/>
                  </a:lnTo>
                  <a:lnTo>
                    <a:pt x="6541061" y="228937"/>
                  </a:lnTo>
                  <a:lnTo>
                    <a:pt x="6541186" y="228937"/>
                  </a:lnTo>
                  <a:lnTo>
                    <a:pt x="6541311" y="228937"/>
                  </a:lnTo>
                  <a:lnTo>
                    <a:pt x="6541436" y="228937"/>
                  </a:lnTo>
                  <a:lnTo>
                    <a:pt x="6541561" y="228937"/>
                  </a:lnTo>
                  <a:lnTo>
                    <a:pt x="6541686" y="228937"/>
                  </a:lnTo>
                  <a:lnTo>
                    <a:pt x="6541811" y="228937"/>
                  </a:lnTo>
                  <a:lnTo>
                    <a:pt x="6541936" y="228937"/>
                  </a:lnTo>
                  <a:lnTo>
                    <a:pt x="6542061" y="228937"/>
                  </a:lnTo>
                  <a:lnTo>
                    <a:pt x="6542187" y="228937"/>
                  </a:lnTo>
                  <a:lnTo>
                    <a:pt x="6542312" y="228937"/>
                  </a:lnTo>
                  <a:lnTo>
                    <a:pt x="6542437" y="228937"/>
                  </a:lnTo>
                  <a:lnTo>
                    <a:pt x="6542562" y="228937"/>
                  </a:lnTo>
                  <a:lnTo>
                    <a:pt x="6542687" y="228937"/>
                  </a:lnTo>
                  <a:lnTo>
                    <a:pt x="6542812" y="228937"/>
                  </a:lnTo>
                  <a:lnTo>
                    <a:pt x="6542937" y="228937"/>
                  </a:lnTo>
                  <a:lnTo>
                    <a:pt x="6543062" y="228937"/>
                  </a:lnTo>
                  <a:lnTo>
                    <a:pt x="6543187" y="228937"/>
                  </a:lnTo>
                  <a:lnTo>
                    <a:pt x="6543312" y="228937"/>
                  </a:lnTo>
                  <a:lnTo>
                    <a:pt x="6543437" y="228937"/>
                  </a:lnTo>
                  <a:lnTo>
                    <a:pt x="6543562" y="228937"/>
                  </a:lnTo>
                  <a:lnTo>
                    <a:pt x="6543687" y="228937"/>
                  </a:lnTo>
                  <a:lnTo>
                    <a:pt x="6543812" y="228937"/>
                  </a:lnTo>
                  <a:lnTo>
                    <a:pt x="6543937" y="228937"/>
                  </a:lnTo>
                  <a:lnTo>
                    <a:pt x="6544062" y="228937"/>
                  </a:lnTo>
                  <a:lnTo>
                    <a:pt x="6544187" y="228937"/>
                  </a:lnTo>
                  <a:lnTo>
                    <a:pt x="6544312" y="228937"/>
                  </a:lnTo>
                  <a:lnTo>
                    <a:pt x="6544437" y="228937"/>
                  </a:lnTo>
                  <a:lnTo>
                    <a:pt x="6544562" y="228937"/>
                  </a:lnTo>
                  <a:lnTo>
                    <a:pt x="6544687" y="228937"/>
                  </a:lnTo>
                  <a:lnTo>
                    <a:pt x="6544812" y="228937"/>
                  </a:lnTo>
                  <a:lnTo>
                    <a:pt x="6544937" y="228937"/>
                  </a:lnTo>
                  <a:lnTo>
                    <a:pt x="6545062" y="228937"/>
                  </a:lnTo>
                  <a:lnTo>
                    <a:pt x="6545188" y="228937"/>
                  </a:lnTo>
                  <a:lnTo>
                    <a:pt x="6545313" y="228937"/>
                  </a:lnTo>
                  <a:lnTo>
                    <a:pt x="6545438" y="228937"/>
                  </a:lnTo>
                  <a:lnTo>
                    <a:pt x="6545563" y="228937"/>
                  </a:lnTo>
                  <a:lnTo>
                    <a:pt x="6545688" y="228937"/>
                  </a:lnTo>
                  <a:lnTo>
                    <a:pt x="6545813" y="228937"/>
                  </a:lnTo>
                  <a:lnTo>
                    <a:pt x="6545938" y="228937"/>
                  </a:lnTo>
                  <a:lnTo>
                    <a:pt x="6546063" y="228937"/>
                  </a:lnTo>
                  <a:lnTo>
                    <a:pt x="6546188" y="228937"/>
                  </a:lnTo>
                  <a:lnTo>
                    <a:pt x="6546313" y="228937"/>
                  </a:lnTo>
                  <a:lnTo>
                    <a:pt x="6546438" y="228937"/>
                  </a:lnTo>
                  <a:lnTo>
                    <a:pt x="6546563" y="228937"/>
                  </a:lnTo>
                  <a:lnTo>
                    <a:pt x="6546688" y="228937"/>
                  </a:lnTo>
                  <a:lnTo>
                    <a:pt x="6546813" y="228937"/>
                  </a:lnTo>
                  <a:lnTo>
                    <a:pt x="6546938" y="228937"/>
                  </a:lnTo>
                  <a:lnTo>
                    <a:pt x="6547063" y="228937"/>
                  </a:lnTo>
                  <a:lnTo>
                    <a:pt x="6547188" y="228937"/>
                  </a:lnTo>
                  <a:lnTo>
                    <a:pt x="6547313" y="228937"/>
                  </a:lnTo>
                  <a:lnTo>
                    <a:pt x="6547438" y="228937"/>
                  </a:lnTo>
                  <a:lnTo>
                    <a:pt x="6547563" y="228937"/>
                  </a:lnTo>
                  <a:lnTo>
                    <a:pt x="6547688" y="228937"/>
                  </a:lnTo>
                  <a:lnTo>
                    <a:pt x="6547813" y="228937"/>
                  </a:lnTo>
                  <a:lnTo>
                    <a:pt x="6547938" y="228937"/>
                  </a:lnTo>
                  <a:lnTo>
                    <a:pt x="6548063" y="228937"/>
                  </a:lnTo>
                  <a:lnTo>
                    <a:pt x="6548189" y="228937"/>
                  </a:lnTo>
                  <a:lnTo>
                    <a:pt x="6548314" y="228937"/>
                  </a:lnTo>
                  <a:lnTo>
                    <a:pt x="6548439" y="228937"/>
                  </a:lnTo>
                  <a:lnTo>
                    <a:pt x="6548564" y="228937"/>
                  </a:lnTo>
                  <a:lnTo>
                    <a:pt x="6548689" y="228937"/>
                  </a:lnTo>
                  <a:lnTo>
                    <a:pt x="6548814" y="228937"/>
                  </a:lnTo>
                  <a:lnTo>
                    <a:pt x="6548939" y="228937"/>
                  </a:lnTo>
                  <a:lnTo>
                    <a:pt x="6549064" y="228937"/>
                  </a:lnTo>
                  <a:lnTo>
                    <a:pt x="6549189" y="228937"/>
                  </a:lnTo>
                  <a:lnTo>
                    <a:pt x="6549314" y="228937"/>
                  </a:lnTo>
                  <a:lnTo>
                    <a:pt x="6549439" y="228937"/>
                  </a:lnTo>
                  <a:lnTo>
                    <a:pt x="6549564" y="228937"/>
                  </a:lnTo>
                  <a:lnTo>
                    <a:pt x="6549689" y="228937"/>
                  </a:lnTo>
                  <a:lnTo>
                    <a:pt x="6549814" y="228937"/>
                  </a:lnTo>
                  <a:lnTo>
                    <a:pt x="6549939" y="228937"/>
                  </a:lnTo>
                  <a:lnTo>
                    <a:pt x="6550064" y="228937"/>
                  </a:lnTo>
                  <a:lnTo>
                    <a:pt x="6550189" y="228937"/>
                  </a:lnTo>
                  <a:lnTo>
                    <a:pt x="6550314" y="228937"/>
                  </a:lnTo>
                  <a:lnTo>
                    <a:pt x="6550439" y="228937"/>
                  </a:lnTo>
                  <a:lnTo>
                    <a:pt x="6550564" y="228937"/>
                  </a:lnTo>
                  <a:lnTo>
                    <a:pt x="6550689" y="228937"/>
                  </a:lnTo>
                  <a:lnTo>
                    <a:pt x="6550814" y="228937"/>
                  </a:lnTo>
                  <a:lnTo>
                    <a:pt x="6550939" y="228937"/>
                  </a:lnTo>
                  <a:lnTo>
                    <a:pt x="6551064" y="228937"/>
                  </a:lnTo>
                  <a:lnTo>
                    <a:pt x="6551190" y="228937"/>
                  </a:lnTo>
                  <a:lnTo>
                    <a:pt x="6551315" y="228937"/>
                  </a:lnTo>
                  <a:lnTo>
                    <a:pt x="6551440" y="228937"/>
                  </a:lnTo>
                  <a:lnTo>
                    <a:pt x="6551565" y="228937"/>
                  </a:lnTo>
                  <a:lnTo>
                    <a:pt x="6551690" y="228937"/>
                  </a:lnTo>
                  <a:lnTo>
                    <a:pt x="6551815" y="228937"/>
                  </a:lnTo>
                  <a:lnTo>
                    <a:pt x="6551940" y="228937"/>
                  </a:lnTo>
                  <a:lnTo>
                    <a:pt x="6552065" y="228937"/>
                  </a:lnTo>
                  <a:lnTo>
                    <a:pt x="6552190" y="228937"/>
                  </a:lnTo>
                  <a:lnTo>
                    <a:pt x="6552315" y="228937"/>
                  </a:lnTo>
                  <a:lnTo>
                    <a:pt x="6552440" y="228937"/>
                  </a:lnTo>
                  <a:lnTo>
                    <a:pt x="6552565" y="228937"/>
                  </a:lnTo>
                  <a:lnTo>
                    <a:pt x="6552690" y="228937"/>
                  </a:lnTo>
                  <a:lnTo>
                    <a:pt x="6552815" y="228937"/>
                  </a:lnTo>
                  <a:lnTo>
                    <a:pt x="6552940" y="228937"/>
                  </a:lnTo>
                  <a:lnTo>
                    <a:pt x="6553065" y="228937"/>
                  </a:lnTo>
                  <a:lnTo>
                    <a:pt x="6553190" y="228937"/>
                  </a:lnTo>
                  <a:lnTo>
                    <a:pt x="6553315" y="228937"/>
                  </a:lnTo>
                  <a:lnTo>
                    <a:pt x="6553440" y="228937"/>
                  </a:lnTo>
                  <a:lnTo>
                    <a:pt x="6553565" y="228937"/>
                  </a:lnTo>
                  <a:lnTo>
                    <a:pt x="6553690" y="228937"/>
                  </a:lnTo>
                  <a:lnTo>
                    <a:pt x="6553815" y="228937"/>
                  </a:lnTo>
                  <a:lnTo>
                    <a:pt x="6553940" y="228937"/>
                  </a:lnTo>
                  <a:lnTo>
                    <a:pt x="6554065" y="228937"/>
                  </a:lnTo>
                  <a:lnTo>
                    <a:pt x="6554191" y="228937"/>
                  </a:lnTo>
                  <a:lnTo>
                    <a:pt x="6554316" y="228937"/>
                  </a:lnTo>
                  <a:lnTo>
                    <a:pt x="6554441" y="228937"/>
                  </a:lnTo>
                  <a:lnTo>
                    <a:pt x="6554566" y="228937"/>
                  </a:lnTo>
                  <a:lnTo>
                    <a:pt x="6554691" y="228937"/>
                  </a:lnTo>
                  <a:lnTo>
                    <a:pt x="6554816" y="228937"/>
                  </a:lnTo>
                  <a:lnTo>
                    <a:pt x="6554941" y="228937"/>
                  </a:lnTo>
                  <a:lnTo>
                    <a:pt x="6555066" y="228937"/>
                  </a:lnTo>
                  <a:lnTo>
                    <a:pt x="6555191" y="228937"/>
                  </a:lnTo>
                  <a:lnTo>
                    <a:pt x="6555316" y="228937"/>
                  </a:lnTo>
                  <a:lnTo>
                    <a:pt x="6555441" y="228937"/>
                  </a:lnTo>
                  <a:lnTo>
                    <a:pt x="6555566" y="228937"/>
                  </a:lnTo>
                  <a:lnTo>
                    <a:pt x="6555691" y="228937"/>
                  </a:lnTo>
                  <a:lnTo>
                    <a:pt x="6555816" y="228937"/>
                  </a:lnTo>
                  <a:lnTo>
                    <a:pt x="6555941" y="228937"/>
                  </a:lnTo>
                  <a:lnTo>
                    <a:pt x="6556066" y="228937"/>
                  </a:lnTo>
                  <a:lnTo>
                    <a:pt x="6556191" y="228937"/>
                  </a:lnTo>
                  <a:lnTo>
                    <a:pt x="6556316" y="228937"/>
                  </a:lnTo>
                  <a:lnTo>
                    <a:pt x="6556441" y="228937"/>
                  </a:lnTo>
                  <a:lnTo>
                    <a:pt x="6556566" y="228937"/>
                  </a:lnTo>
                  <a:lnTo>
                    <a:pt x="6556691" y="228937"/>
                  </a:lnTo>
                  <a:lnTo>
                    <a:pt x="6556816" y="228937"/>
                  </a:lnTo>
                  <a:lnTo>
                    <a:pt x="6556941" y="228937"/>
                  </a:lnTo>
                  <a:lnTo>
                    <a:pt x="6557066" y="228937"/>
                  </a:lnTo>
                  <a:lnTo>
                    <a:pt x="6557192" y="228937"/>
                  </a:lnTo>
                  <a:lnTo>
                    <a:pt x="6557317" y="228937"/>
                  </a:lnTo>
                  <a:lnTo>
                    <a:pt x="6557442" y="228937"/>
                  </a:lnTo>
                  <a:lnTo>
                    <a:pt x="6557567" y="228937"/>
                  </a:lnTo>
                  <a:lnTo>
                    <a:pt x="6557692" y="228937"/>
                  </a:lnTo>
                  <a:lnTo>
                    <a:pt x="6557817" y="228937"/>
                  </a:lnTo>
                  <a:lnTo>
                    <a:pt x="6557942" y="228937"/>
                  </a:lnTo>
                  <a:lnTo>
                    <a:pt x="6558067" y="228937"/>
                  </a:lnTo>
                  <a:lnTo>
                    <a:pt x="6558192" y="228937"/>
                  </a:lnTo>
                  <a:lnTo>
                    <a:pt x="6558317" y="228937"/>
                  </a:lnTo>
                  <a:lnTo>
                    <a:pt x="6558442" y="228937"/>
                  </a:lnTo>
                  <a:lnTo>
                    <a:pt x="6558567" y="228937"/>
                  </a:lnTo>
                  <a:lnTo>
                    <a:pt x="6558692" y="228937"/>
                  </a:lnTo>
                  <a:lnTo>
                    <a:pt x="6558817" y="228937"/>
                  </a:lnTo>
                  <a:lnTo>
                    <a:pt x="6558942" y="228937"/>
                  </a:lnTo>
                  <a:lnTo>
                    <a:pt x="6559067" y="228937"/>
                  </a:lnTo>
                  <a:lnTo>
                    <a:pt x="6559192" y="228937"/>
                  </a:lnTo>
                  <a:lnTo>
                    <a:pt x="6559317" y="228937"/>
                  </a:lnTo>
                  <a:lnTo>
                    <a:pt x="6559442" y="228937"/>
                  </a:lnTo>
                  <a:lnTo>
                    <a:pt x="6559567" y="228937"/>
                  </a:lnTo>
                  <a:lnTo>
                    <a:pt x="6559692" y="228937"/>
                  </a:lnTo>
                  <a:lnTo>
                    <a:pt x="6559817" y="228937"/>
                  </a:lnTo>
                  <a:lnTo>
                    <a:pt x="6559942" y="228937"/>
                  </a:lnTo>
                  <a:lnTo>
                    <a:pt x="6560068" y="228937"/>
                  </a:lnTo>
                  <a:lnTo>
                    <a:pt x="6560193" y="228937"/>
                  </a:lnTo>
                  <a:lnTo>
                    <a:pt x="6560318" y="228937"/>
                  </a:lnTo>
                  <a:lnTo>
                    <a:pt x="6560443" y="228937"/>
                  </a:lnTo>
                  <a:lnTo>
                    <a:pt x="6560568" y="228937"/>
                  </a:lnTo>
                  <a:lnTo>
                    <a:pt x="6560693" y="228937"/>
                  </a:lnTo>
                  <a:lnTo>
                    <a:pt x="6560818" y="228937"/>
                  </a:lnTo>
                  <a:lnTo>
                    <a:pt x="6560943" y="228937"/>
                  </a:lnTo>
                  <a:lnTo>
                    <a:pt x="6561068" y="228937"/>
                  </a:lnTo>
                  <a:lnTo>
                    <a:pt x="6561193" y="228937"/>
                  </a:lnTo>
                  <a:lnTo>
                    <a:pt x="6561318" y="228937"/>
                  </a:lnTo>
                  <a:lnTo>
                    <a:pt x="6561443" y="228937"/>
                  </a:lnTo>
                  <a:lnTo>
                    <a:pt x="6561568" y="228937"/>
                  </a:lnTo>
                  <a:lnTo>
                    <a:pt x="6561693" y="228937"/>
                  </a:lnTo>
                  <a:lnTo>
                    <a:pt x="6561818" y="228937"/>
                  </a:lnTo>
                  <a:lnTo>
                    <a:pt x="6561943" y="228937"/>
                  </a:lnTo>
                  <a:lnTo>
                    <a:pt x="6562068" y="228937"/>
                  </a:lnTo>
                  <a:lnTo>
                    <a:pt x="6562193" y="228937"/>
                  </a:lnTo>
                  <a:lnTo>
                    <a:pt x="6562318" y="228937"/>
                  </a:lnTo>
                  <a:lnTo>
                    <a:pt x="6562443" y="228937"/>
                  </a:lnTo>
                  <a:lnTo>
                    <a:pt x="6562568" y="228937"/>
                  </a:lnTo>
                  <a:lnTo>
                    <a:pt x="6562693" y="228937"/>
                  </a:lnTo>
                  <a:lnTo>
                    <a:pt x="6562818" y="228937"/>
                  </a:lnTo>
                  <a:lnTo>
                    <a:pt x="6562943" y="228937"/>
                  </a:lnTo>
                  <a:lnTo>
                    <a:pt x="6563069" y="228937"/>
                  </a:lnTo>
                  <a:lnTo>
                    <a:pt x="6563194" y="228937"/>
                  </a:lnTo>
                  <a:lnTo>
                    <a:pt x="6563319" y="228937"/>
                  </a:lnTo>
                  <a:lnTo>
                    <a:pt x="6563444" y="228937"/>
                  </a:lnTo>
                  <a:lnTo>
                    <a:pt x="6563569" y="228937"/>
                  </a:lnTo>
                  <a:lnTo>
                    <a:pt x="6563694" y="228937"/>
                  </a:lnTo>
                  <a:lnTo>
                    <a:pt x="6563819" y="228937"/>
                  </a:lnTo>
                  <a:lnTo>
                    <a:pt x="6563944" y="228937"/>
                  </a:lnTo>
                  <a:lnTo>
                    <a:pt x="6564069" y="228937"/>
                  </a:lnTo>
                  <a:lnTo>
                    <a:pt x="6564194" y="228937"/>
                  </a:lnTo>
                  <a:lnTo>
                    <a:pt x="6564319" y="228937"/>
                  </a:lnTo>
                  <a:lnTo>
                    <a:pt x="6564444" y="228937"/>
                  </a:lnTo>
                  <a:lnTo>
                    <a:pt x="6564569" y="228937"/>
                  </a:lnTo>
                  <a:lnTo>
                    <a:pt x="6564694" y="228937"/>
                  </a:lnTo>
                  <a:lnTo>
                    <a:pt x="6564819" y="228937"/>
                  </a:lnTo>
                  <a:lnTo>
                    <a:pt x="6564944" y="228937"/>
                  </a:lnTo>
                  <a:lnTo>
                    <a:pt x="6565069" y="228937"/>
                  </a:lnTo>
                  <a:lnTo>
                    <a:pt x="6565194" y="228937"/>
                  </a:lnTo>
                  <a:lnTo>
                    <a:pt x="6565319" y="228937"/>
                  </a:lnTo>
                  <a:lnTo>
                    <a:pt x="6565444" y="228937"/>
                  </a:lnTo>
                  <a:lnTo>
                    <a:pt x="6565569" y="228937"/>
                  </a:lnTo>
                  <a:lnTo>
                    <a:pt x="6565694" y="228937"/>
                  </a:lnTo>
                  <a:lnTo>
                    <a:pt x="6565819" y="228937"/>
                  </a:lnTo>
                  <a:lnTo>
                    <a:pt x="6565944" y="228937"/>
                  </a:lnTo>
                  <a:lnTo>
                    <a:pt x="6566070" y="228937"/>
                  </a:lnTo>
                  <a:lnTo>
                    <a:pt x="6566195" y="228937"/>
                  </a:lnTo>
                  <a:lnTo>
                    <a:pt x="6566320" y="228937"/>
                  </a:lnTo>
                  <a:lnTo>
                    <a:pt x="6566445" y="228937"/>
                  </a:lnTo>
                  <a:lnTo>
                    <a:pt x="6566570" y="228937"/>
                  </a:lnTo>
                  <a:lnTo>
                    <a:pt x="6566695" y="228937"/>
                  </a:lnTo>
                  <a:lnTo>
                    <a:pt x="6566820" y="228937"/>
                  </a:lnTo>
                  <a:lnTo>
                    <a:pt x="6566945" y="228937"/>
                  </a:lnTo>
                  <a:lnTo>
                    <a:pt x="6567070" y="228937"/>
                  </a:lnTo>
                  <a:lnTo>
                    <a:pt x="6567195" y="228937"/>
                  </a:lnTo>
                  <a:lnTo>
                    <a:pt x="6567320" y="228937"/>
                  </a:lnTo>
                  <a:lnTo>
                    <a:pt x="6567320" y="218984"/>
                  </a:lnTo>
                  <a:lnTo>
                    <a:pt x="6567445" y="218984"/>
                  </a:lnTo>
                  <a:lnTo>
                    <a:pt x="6567570" y="218984"/>
                  </a:lnTo>
                  <a:lnTo>
                    <a:pt x="6567695" y="218984"/>
                  </a:lnTo>
                  <a:lnTo>
                    <a:pt x="6567820" y="218984"/>
                  </a:lnTo>
                  <a:lnTo>
                    <a:pt x="6567945" y="218984"/>
                  </a:lnTo>
                  <a:lnTo>
                    <a:pt x="6568070" y="218984"/>
                  </a:lnTo>
                  <a:lnTo>
                    <a:pt x="6568195" y="218984"/>
                  </a:lnTo>
                  <a:lnTo>
                    <a:pt x="6568320" y="218984"/>
                  </a:lnTo>
                  <a:lnTo>
                    <a:pt x="6568445" y="218984"/>
                  </a:lnTo>
                  <a:lnTo>
                    <a:pt x="6568570" y="218984"/>
                  </a:lnTo>
                  <a:lnTo>
                    <a:pt x="6568695" y="218984"/>
                  </a:lnTo>
                  <a:lnTo>
                    <a:pt x="6568820" y="218984"/>
                  </a:lnTo>
                  <a:lnTo>
                    <a:pt x="6568945" y="218984"/>
                  </a:lnTo>
                  <a:lnTo>
                    <a:pt x="6569071" y="218984"/>
                  </a:lnTo>
                  <a:lnTo>
                    <a:pt x="6569196" y="218984"/>
                  </a:lnTo>
                  <a:lnTo>
                    <a:pt x="6569321" y="218984"/>
                  </a:lnTo>
                  <a:lnTo>
                    <a:pt x="6569446" y="218984"/>
                  </a:lnTo>
                  <a:lnTo>
                    <a:pt x="6569571" y="218984"/>
                  </a:lnTo>
                  <a:lnTo>
                    <a:pt x="6569696" y="218984"/>
                  </a:lnTo>
                  <a:lnTo>
                    <a:pt x="6569821" y="218984"/>
                  </a:lnTo>
                  <a:lnTo>
                    <a:pt x="6569946" y="218984"/>
                  </a:lnTo>
                  <a:lnTo>
                    <a:pt x="6570071" y="218984"/>
                  </a:lnTo>
                  <a:lnTo>
                    <a:pt x="6570196" y="218984"/>
                  </a:lnTo>
                  <a:lnTo>
                    <a:pt x="6570321" y="218984"/>
                  </a:lnTo>
                  <a:lnTo>
                    <a:pt x="6570446" y="218984"/>
                  </a:lnTo>
                  <a:lnTo>
                    <a:pt x="6570571" y="218984"/>
                  </a:lnTo>
                  <a:lnTo>
                    <a:pt x="6570696" y="218984"/>
                  </a:lnTo>
                  <a:lnTo>
                    <a:pt x="6570821" y="218984"/>
                  </a:lnTo>
                  <a:lnTo>
                    <a:pt x="6570946" y="218984"/>
                  </a:lnTo>
                  <a:lnTo>
                    <a:pt x="6571071" y="218984"/>
                  </a:lnTo>
                  <a:lnTo>
                    <a:pt x="6571196" y="218984"/>
                  </a:lnTo>
                  <a:lnTo>
                    <a:pt x="6571321" y="218984"/>
                  </a:lnTo>
                  <a:lnTo>
                    <a:pt x="6571446" y="218984"/>
                  </a:lnTo>
                  <a:lnTo>
                    <a:pt x="6571571" y="218984"/>
                  </a:lnTo>
                  <a:lnTo>
                    <a:pt x="6571696" y="218984"/>
                  </a:lnTo>
                  <a:lnTo>
                    <a:pt x="6571821" y="218984"/>
                  </a:lnTo>
                  <a:lnTo>
                    <a:pt x="6571946" y="218984"/>
                  </a:lnTo>
                  <a:lnTo>
                    <a:pt x="6572072" y="218984"/>
                  </a:lnTo>
                  <a:lnTo>
                    <a:pt x="6572197" y="218984"/>
                  </a:lnTo>
                  <a:lnTo>
                    <a:pt x="6572322" y="218984"/>
                  </a:lnTo>
                  <a:lnTo>
                    <a:pt x="6572447" y="218984"/>
                  </a:lnTo>
                  <a:lnTo>
                    <a:pt x="6572572" y="218984"/>
                  </a:lnTo>
                  <a:lnTo>
                    <a:pt x="6572697" y="218984"/>
                  </a:lnTo>
                  <a:lnTo>
                    <a:pt x="6572822" y="218984"/>
                  </a:lnTo>
                  <a:lnTo>
                    <a:pt x="6572947" y="218984"/>
                  </a:lnTo>
                  <a:lnTo>
                    <a:pt x="6573072" y="218984"/>
                  </a:lnTo>
                  <a:lnTo>
                    <a:pt x="6573197" y="218984"/>
                  </a:lnTo>
                  <a:lnTo>
                    <a:pt x="6573322" y="218984"/>
                  </a:lnTo>
                  <a:lnTo>
                    <a:pt x="6573447" y="218984"/>
                  </a:lnTo>
                  <a:lnTo>
                    <a:pt x="6573572" y="218984"/>
                  </a:lnTo>
                  <a:lnTo>
                    <a:pt x="6573697" y="218984"/>
                  </a:lnTo>
                  <a:lnTo>
                    <a:pt x="6573822" y="218984"/>
                  </a:lnTo>
                  <a:lnTo>
                    <a:pt x="6573947" y="218984"/>
                  </a:lnTo>
                  <a:lnTo>
                    <a:pt x="6574072" y="218984"/>
                  </a:lnTo>
                  <a:lnTo>
                    <a:pt x="6574197" y="218984"/>
                  </a:lnTo>
                  <a:lnTo>
                    <a:pt x="6574322" y="218984"/>
                  </a:lnTo>
                  <a:lnTo>
                    <a:pt x="6574447" y="218984"/>
                  </a:lnTo>
                  <a:lnTo>
                    <a:pt x="6574572" y="218984"/>
                  </a:lnTo>
                  <a:lnTo>
                    <a:pt x="6574697" y="218984"/>
                  </a:lnTo>
                  <a:lnTo>
                    <a:pt x="6574822" y="218984"/>
                  </a:lnTo>
                  <a:lnTo>
                    <a:pt x="6574947" y="218984"/>
                  </a:lnTo>
                  <a:lnTo>
                    <a:pt x="6575073" y="218984"/>
                  </a:lnTo>
                  <a:lnTo>
                    <a:pt x="6575198" y="218984"/>
                  </a:lnTo>
                  <a:lnTo>
                    <a:pt x="6575323" y="218984"/>
                  </a:lnTo>
                  <a:lnTo>
                    <a:pt x="6575448" y="218984"/>
                  </a:lnTo>
                  <a:lnTo>
                    <a:pt x="6575573" y="218984"/>
                  </a:lnTo>
                  <a:lnTo>
                    <a:pt x="6575698" y="218984"/>
                  </a:lnTo>
                  <a:lnTo>
                    <a:pt x="6575823" y="218984"/>
                  </a:lnTo>
                  <a:lnTo>
                    <a:pt x="6575948" y="218984"/>
                  </a:lnTo>
                  <a:lnTo>
                    <a:pt x="6576073" y="218984"/>
                  </a:lnTo>
                  <a:lnTo>
                    <a:pt x="6576198" y="218984"/>
                  </a:lnTo>
                  <a:lnTo>
                    <a:pt x="6576323" y="218984"/>
                  </a:lnTo>
                  <a:lnTo>
                    <a:pt x="6576448" y="218984"/>
                  </a:lnTo>
                  <a:lnTo>
                    <a:pt x="6576573" y="218984"/>
                  </a:lnTo>
                  <a:lnTo>
                    <a:pt x="6576698" y="218984"/>
                  </a:lnTo>
                  <a:lnTo>
                    <a:pt x="6576823" y="218984"/>
                  </a:lnTo>
                  <a:lnTo>
                    <a:pt x="6576948" y="218984"/>
                  </a:lnTo>
                  <a:lnTo>
                    <a:pt x="6577073" y="218984"/>
                  </a:lnTo>
                  <a:lnTo>
                    <a:pt x="6577198" y="218984"/>
                  </a:lnTo>
                  <a:lnTo>
                    <a:pt x="6577323" y="218984"/>
                  </a:lnTo>
                  <a:lnTo>
                    <a:pt x="6577448" y="218984"/>
                  </a:lnTo>
                  <a:lnTo>
                    <a:pt x="6577573" y="218984"/>
                  </a:lnTo>
                  <a:lnTo>
                    <a:pt x="6577698" y="218984"/>
                  </a:lnTo>
                  <a:lnTo>
                    <a:pt x="6577823" y="218984"/>
                  </a:lnTo>
                  <a:lnTo>
                    <a:pt x="6577948" y="218984"/>
                  </a:lnTo>
                  <a:lnTo>
                    <a:pt x="6578074" y="218984"/>
                  </a:lnTo>
                  <a:lnTo>
                    <a:pt x="6578199" y="218984"/>
                  </a:lnTo>
                  <a:lnTo>
                    <a:pt x="6578324" y="218984"/>
                  </a:lnTo>
                  <a:lnTo>
                    <a:pt x="6578449" y="218984"/>
                  </a:lnTo>
                  <a:lnTo>
                    <a:pt x="6578574" y="218984"/>
                  </a:lnTo>
                  <a:lnTo>
                    <a:pt x="6578699" y="218984"/>
                  </a:lnTo>
                  <a:lnTo>
                    <a:pt x="6578824" y="218984"/>
                  </a:lnTo>
                  <a:lnTo>
                    <a:pt x="6578949" y="218984"/>
                  </a:lnTo>
                  <a:lnTo>
                    <a:pt x="6579074" y="218984"/>
                  </a:lnTo>
                  <a:lnTo>
                    <a:pt x="6579199" y="218984"/>
                  </a:lnTo>
                  <a:lnTo>
                    <a:pt x="6579324" y="218984"/>
                  </a:lnTo>
                  <a:lnTo>
                    <a:pt x="6579449" y="218984"/>
                  </a:lnTo>
                  <a:lnTo>
                    <a:pt x="6579574" y="218984"/>
                  </a:lnTo>
                  <a:lnTo>
                    <a:pt x="6579699" y="218984"/>
                  </a:lnTo>
                  <a:lnTo>
                    <a:pt x="6579824" y="218984"/>
                  </a:lnTo>
                  <a:lnTo>
                    <a:pt x="6579949" y="218984"/>
                  </a:lnTo>
                  <a:lnTo>
                    <a:pt x="6580074" y="218984"/>
                  </a:lnTo>
                  <a:lnTo>
                    <a:pt x="6580199" y="218984"/>
                  </a:lnTo>
                  <a:lnTo>
                    <a:pt x="6580324" y="218984"/>
                  </a:lnTo>
                  <a:lnTo>
                    <a:pt x="6580449" y="218984"/>
                  </a:lnTo>
                  <a:lnTo>
                    <a:pt x="6580574" y="218984"/>
                  </a:lnTo>
                  <a:lnTo>
                    <a:pt x="6580699" y="218984"/>
                  </a:lnTo>
                  <a:lnTo>
                    <a:pt x="6580824" y="218984"/>
                  </a:lnTo>
                  <a:lnTo>
                    <a:pt x="6580949" y="218984"/>
                  </a:lnTo>
                  <a:lnTo>
                    <a:pt x="6581075" y="218984"/>
                  </a:lnTo>
                  <a:lnTo>
                    <a:pt x="6581200" y="218984"/>
                  </a:lnTo>
                  <a:lnTo>
                    <a:pt x="6581325" y="218984"/>
                  </a:lnTo>
                  <a:lnTo>
                    <a:pt x="6581450" y="218984"/>
                  </a:lnTo>
                  <a:lnTo>
                    <a:pt x="6581575" y="218984"/>
                  </a:lnTo>
                  <a:lnTo>
                    <a:pt x="6581700" y="218984"/>
                  </a:lnTo>
                  <a:lnTo>
                    <a:pt x="6581825" y="218984"/>
                  </a:lnTo>
                  <a:lnTo>
                    <a:pt x="6581950" y="218984"/>
                  </a:lnTo>
                  <a:lnTo>
                    <a:pt x="6582075" y="218984"/>
                  </a:lnTo>
                  <a:lnTo>
                    <a:pt x="6582200" y="218984"/>
                  </a:lnTo>
                  <a:lnTo>
                    <a:pt x="6582325" y="218984"/>
                  </a:lnTo>
                  <a:lnTo>
                    <a:pt x="6582450" y="218984"/>
                  </a:lnTo>
                  <a:lnTo>
                    <a:pt x="6582575" y="218984"/>
                  </a:lnTo>
                  <a:lnTo>
                    <a:pt x="6582700" y="218984"/>
                  </a:lnTo>
                  <a:lnTo>
                    <a:pt x="6582825" y="218984"/>
                  </a:lnTo>
                  <a:lnTo>
                    <a:pt x="6582950" y="218984"/>
                  </a:lnTo>
                  <a:lnTo>
                    <a:pt x="6583075" y="218984"/>
                  </a:lnTo>
                  <a:lnTo>
                    <a:pt x="6583200" y="218984"/>
                  </a:lnTo>
                  <a:lnTo>
                    <a:pt x="6583325" y="218984"/>
                  </a:lnTo>
                  <a:lnTo>
                    <a:pt x="6583450" y="218984"/>
                  </a:lnTo>
                  <a:lnTo>
                    <a:pt x="6583575" y="218984"/>
                  </a:lnTo>
                  <a:lnTo>
                    <a:pt x="6583700" y="218984"/>
                  </a:lnTo>
                  <a:lnTo>
                    <a:pt x="6583825" y="218984"/>
                  </a:lnTo>
                  <a:lnTo>
                    <a:pt x="6583950" y="218984"/>
                  </a:lnTo>
                  <a:lnTo>
                    <a:pt x="6584076" y="218984"/>
                  </a:lnTo>
                  <a:lnTo>
                    <a:pt x="6584201" y="218984"/>
                  </a:lnTo>
                  <a:lnTo>
                    <a:pt x="6584326" y="218984"/>
                  </a:lnTo>
                  <a:lnTo>
                    <a:pt x="6584451" y="218984"/>
                  </a:lnTo>
                  <a:lnTo>
                    <a:pt x="6584576" y="218984"/>
                  </a:lnTo>
                  <a:lnTo>
                    <a:pt x="6584701" y="218984"/>
                  </a:lnTo>
                  <a:lnTo>
                    <a:pt x="6584826" y="218984"/>
                  </a:lnTo>
                  <a:lnTo>
                    <a:pt x="6584951" y="218984"/>
                  </a:lnTo>
                  <a:lnTo>
                    <a:pt x="6585076" y="218984"/>
                  </a:lnTo>
                  <a:lnTo>
                    <a:pt x="6585201" y="218984"/>
                  </a:lnTo>
                  <a:lnTo>
                    <a:pt x="6585326" y="218984"/>
                  </a:lnTo>
                  <a:lnTo>
                    <a:pt x="6585451" y="218984"/>
                  </a:lnTo>
                  <a:lnTo>
                    <a:pt x="6585576" y="218984"/>
                  </a:lnTo>
                  <a:lnTo>
                    <a:pt x="6585701" y="218984"/>
                  </a:lnTo>
                  <a:lnTo>
                    <a:pt x="6585826" y="218984"/>
                  </a:lnTo>
                  <a:lnTo>
                    <a:pt x="6585951" y="218984"/>
                  </a:lnTo>
                  <a:lnTo>
                    <a:pt x="6586076" y="218984"/>
                  </a:lnTo>
                  <a:lnTo>
                    <a:pt x="6586201" y="218984"/>
                  </a:lnTo>
                  <a:lnTo>
                    <a:pt x="6586326" y="218984"/>
                  </a:lnTo>
                  <a:lnTo>
                    <a:pt x="6586451" y="218984"/>
                  </a:lnTo>
                  <a:lnTo>
                    <a:pt x="6586576" y="218984"/>
                  </a:lnTo>
                  <a:lnTo>
                    <a:pt x="6586701" y="218984"/>
                  </a:lnTo>
                  <a:lnTo>
                    <a:pt x="6586826" y="218984"/>
                  </a:lnTo>
                  <a:lnTo>
                    <a:pt x="6586951" y="218984"/>
                  </a:lnTo>
                  <a:lnTo>
                    <a:pt x="6587077" y="218984"/>
                  </a:lnTo>
                  <a:lnTo>
                    <a:pt x="6587202" y="218984"/>
                  </a:lnTo>
                  <a:lnTo>
                    <a:pt x="6587327" y="218984"/>
                  </a:lnTo>
                  <a:lnTo>
                    <a:pt x="6587452" y="218984"/>
                  </a:lnTo>
                  <a:lnTo>
                    <a:pt x="6587577" y="218984"/>
                  </a:lnTo>
                  <a:lnTo>
                    <a:pt x="6587702" y="218984"/>
                  </a:lnTo>
                  <a:lnTo>
                    <a:pt x="6587827" y="218984"/>
                  </a:lnTo>
                  <a:lnTo>
                    <a:pt x="6587952" y="218984"/>
                  </a:lnTo>
                  <a:lnTo>
                    <a:pt x="6588077" y="218984"/>
                  </a:lnTo>
                  <a:lnTo>
                    <a:pt x="6588202" y="218984"/>
                  </a:lnTo>
                  <a:lnTo>
                    <a:pt x="6588327" y="218984"/>
                  </a:lnTo>
                  <a:lnTo>
                    <a:pt x="6588452" y="218984"/>
                  </a:lnTo>
                  <a:lnTo>
                    <a:pt x="6588577" y="218984"/>
                  </a:lnTo>
                  <a:lnTo>
                    <a:pt x="6588702" y="218984"/>
                  </a:lnTo>
                  <a:lnTo>
                    <a:pt x="6588827" y="218984"/>
                  </a:lnTo>
                  <a:lnTo>
                    <a:pt x="6588952" y="218984"/>
                  </a:lnTo>
                  <a:lnTo>
                    <a:pt x="6589077" y="218984"/>
                  </a:lnTo>
                  <a:lnTo>
                    <a:pt x="6589202" y="218984"/>
                  </a:lnTo>
                  <a:lnTo>
                    <a:pt x="6589327" y="218984"/>
                  </a:lnTo>
                  <a:lnTo>
                    <a:pt x="6589452" y="218984"/>
                  </a:lnTo>
                  <a:lnTo>
                    <a:pt x="6589577" y="218984"/>
                  </a:lnTo>
                  <a:lnTo>
                    <a:pt x="6589702" y="218984"/>
                  </a:lnTo>
                  <a:lnTo>
                    <a:pt x="6589827" y="218984"/>
                  </a:lnTo>
                  <a:lnTo>
                    <a:pt x="6589827" y="209030"/>
                  </a:lnTo>
                  <a:lnTo>
                    <a:pt x="6589952" y="209030"/>
                  </a:lnTo>
                  <a:lnTo>
                    <a:pt x="6590078" y="209030"/>
                  </a:lnTo>
                  <a:lnTo>
                    <a:pt x="6590203" y="209030"/>
                  </a:lnTo>
                  <a:lnTo>
                    <a:pt x="6590328" y="209030"/>
                  </a:lnTo>
                  <a:lnTo>
                    <a:pt x="6590453" y="209030"/>
                  </a:lnTo>
                  <a:lnTo>
                    <a:pt x="6590578" y="209030"/>
                  </a:lnTo>
                  <a:lnTo>
                    <a:pt x="6590703" y="209030"/>
                  </a:lnTo>
                  <a:lnTo>
                    <a:pt x="6590828" y="209030"/>
                  </a:lnTo>
                  <a:lnTo>
                    <a:pt x="6590953" y="209030"/>
                  </a:lnTo>
                  <a:lnTo>
                    <a:pt x="6591078" y="209030"/>
                  </a:lnTo>
                  <a:lnTo>
                    <a:pt x="6591203" y="209030"/>
                  </a:lnTo>
                  <a:lnTo>
                    <a:pt x="6591328" y="209030"/>
                  </a:lnTo>
                  <a:lnTo>
                    <a:pt x="6591453" y="209030"/>
                  </a:lnTo>
                  <a:lnTo>
                    <a:pt x="6591578" y="209030"/>
                  </a:lnTo>
                  <a:lnTo>
                    <a:pt x="6591703" y="209030"/>
                  </a:lnTo>
                  <a:lnTo>
                    <a:pt x="6591828" y="209030"/>
                  </a:lnTo>
                  <a:lnTo>
                    <a:pt x="6591953" y="209030"/>
                  </a:lnTo>
                  <a:lnTo>
                    <a:pt x="6592078" y="209030"/>
                  </a:lnTo>
                  <a:lnTo>
                    <a:pt x="6592203" y="209030"/>
                  </a:lnTo>
                  <a:lnTo>
                    <a:pt x="6592328" y="209030"/>
                  </a:lnTo>
                  <a:lnTo>
                    <a:pt x="6592453" y="209030"/>
                  </a:lnTo>
                  <a:lnTo>
                    <a:pt x="6592578" y="209030"/>
                  </a:lnTo>
                  <a:lnTo>
                    <a:pt x="6592703" y="209030"/>
                  </a:lnTo>
                  <a:lnTo>
                    <a:pt x="6592828" y="209030"/>
                  </a:lnTo>
                  <a:lnTo>
                    <a:pt x="6592953" y="209030"/>
                  </a:lnTo>
                  <a:lnTo>
                    <a:pt x="6593079" y="209030"/>
                  </a:lnTo>
                  <a:lnTo>
                    <a:pt x="6593204" y="209030"/>
                  </a:lnTo>
                  <a:lnTo>
                    <a:pt x="6593329" y="209030"/>
                  </a:lnTo>
                  <a:lnTo>
                    <a:pt x="6593454" y="209030"/>
                  </a:lnTo>
                  <a:lnTo>
                    <a:pt x="6593579" y="209030"/>
                  </a:lnTo>
                  <a:lnTo>
                    <a:pt x="6593704" y="209030"/>
                  </a:lnTo>
                  <a:lnTo>
                    <a:pt x="6593829" y="209030"/>
                  </a:lnTo>
                  <a:lnTo>
                    <a:pt x="6593954" y="209030"/>
                  </a:lnTo>
                  <a:lnTo>
                    <a:pt x="6594079" y="209030"/>
                  </a:lnTo>
                  <a:lnTo>
                    <a:pt x="6594204" y="209030"/>
                  </a:lnTo>
                  <a:lnTo>
                    <a:pt x="6594329" y="209030"/>
                  </a:lnTo>
                  <a:lnTo>
                    <a:pt x="6594454" y="209030"/>
                  </a:lnTo>
                  <a:lnTo>
                    <a:pt x="6594579" y="209030"/>
                  </a:lnTo>
                  <a:lnTo>
                    <a:pt x="6594704" y="209030"/>
                  </a:lnTo>
                  <a:lnTo>
                    <a:pt x="6594829" y="209030"/>
                  </a:lnTo>
                  <a:lnTo>
                    <a:pt x="6594954" y="209030"/>
                  </a:lnTo>
                  <a:lnTo>
                    <a:pt x="6595079" y="209030"/>
                  </a:lnTo>
                  <a:lnTo>
                    <a:pt x="6595204" y="209030"/>
                  </a:lnTo>
                  <a:lnTo>
                    <a:pt x="6595329" y="209030"/>
                  </a:lnTo>
                  <a:lnTo>
                    <a:pt x="6595454" y="209030"/>
                  </a:lnTo>
                  <a:lnTo>
                    <a:pt x="6595579" y="209030"/>
                  </a:lnTo>
                  <a:lnTo>
                    <a:pt x="6595704" y="209030"/>
                  </a:lnTo>
                  <a:lnTo>
                    <a:pt x="6595829" y="209030"/>
                  </a:lnTo>
                  <a:lnTo>
                    <a:pt x="6595954" y="209030"/>
                  </a:lnTo>
                  <a:lnTo>
                    <a:pt x="6596080" y="209030"/>
                  </a:lnTo>
                  <a:lnTo>
                    <a:pt x="6596205" y="209030"/>
                  </a:lnTo>
                  <a:lnTo>
                    <a:pt x="6596330" y="209030"/>
                  </a:lnTo>
                  <a:lnTo>
                    <a:pt x="6596455" y="209030"/>
                  </a:lnTo>
                  <a:lnTo>
                    <a:pt x="6596580" y="209030"/>
                  </a:lnTo>
                  <a:lnTo>
                    <a:pt x="6596705" y="209030"/>
                  </a:lnTo>
                  <a:lnTo>
                    <a:pt x="6596830" y="209030"/>
                  </a:lnTo>
                  <a:lnTo>
                    <a:pt x="6596955" y="209030"/>
                  </a:lnTo>
                  <a:lnTo>
                    <a:pt x="6597080" y="209030"/>
                  </a:lnTo>
                  <a:lnTo>
                    <a:pt x="6597205" y="209030"/>
                  </a:lnTo>
                  <a:lnTo>
                    <a:pt x="6597330" y="209030"/>
                  </a:lnTo>
                  <a:lnTo>
                    <a:pt x="6597455" y="209030"/>
                  </a:lnTo>
                  <a:lnTo>
                    <a:pt x="6597580" y="209030"/>
                  </a:lnTo>
                  <a:lnTo>
                    <a:pt x="6597705" y="209030"/>
                  </a:lnTo>
                  <a:lnTo>
                    <a:pt x="6597830" y="209030"/>
                  </a:lnTo>
                  <a:lnTo>
                    <a:pt x="6597955" y="209030"/>
                  </a:lnTo>
                  <a:lnTo>
                    <a:pt x="6598080" y="209030"/>
                  </a:lnTo>
                  <a:lnTo>
                    <a:pt x="6598205" y="209030"/>
                  </a:lnTo>
                  <a:lnTo>
                    <a:pt x="6598330" y="209030"/>
                  </a:lnTo>
                  <a:lnTo>
                    <a:pt x="6598455" y="209030"/>
                  </a:lnTo>
                  <a:lnTo>
                    <a:pt x="6598580" y="209030"/>
                  </a:lnTo>
                  <a:lnTo>
                    <a:pt x="6598705" y="209030"/>
                  </a:lnTo>
                  <a:lnTo>
                    <a:pt x="6598830" y="209030"/>
                  </a:lnTo>
                  <a:lnTo>
                    <a:pt x="6598956" y="209030"/>
                  </a:lnTo>
                  <a:lnTo>
                    <a:pt x="6599081" y="209030"/>
                  </a:lnTo>
                  <a:lnTo>
                    <a:pt x="6599206" y="209030"/>
                  </a:lnTo>
                  <a:lnTo>
                    <a:pt x="6599331" y="209030"/>
                  </a:lnTo>
                  <a:lnTo>
                    <a:pt x="6599456" y="209030"/>
                  </a:lnTo>
                  <a:lnTo>
                    <a:pt x="6599581" y="209030"/>
                  </a:lnTo>
                  <a:lnTo>
                    <a:pt x="6599706" y="209030"/>
                  </a:lnTo>
                  <a:lnTo>
                    <a:pt x="6599831" y="209030"/>
                  </a:lnTo>
                  <a:lnTo>
                    <a:pt x="6599956" y="209030"/>
                  </a:lnTo>
                  <a:lnTo>
                    <a:pt x="6600081" y="209030"/>
                  </a:lnTo>
                  <a:lnTo>
                    <a:pt x="6600206" y="209030"/>
                  </a:lnTo>
                  <a:lnTo>
                    <a:pt x="6600331" y="209030"/>
                  </a:lnTo>
                  <a:lnTo>
                    <a:pt x="6600456" y="209030"/>
                  </a:lnTo>
                  <a:lnTo>
                    <a:pt x="6600581" y="209030"/>
                  </a:lnTo>
                  <a:lnTo>
                    <a:pt x="6600706" y="209030"/>
                  </a:lnTo>
                  <a:lnTo>
                    <a:pt x="6600831" y="209030"/>
                  </a:lnTo>
                  <a:lnTo>
                    <a:pt x="6600956" y="209030"/>
                  </a:lnTo>
                  <a:lnTo>
                    <a:pt x="6601081" y="209030"/>
                  </a:lnTo>
                  <a:lnTo>
                    <a:pt x="6601206" y="209030"/>
                  </a:lnTo>
                  <a:lnTo>
                    <a:pt x="6601331" y="209030"/>
                  </a:lnTo>
                  <a:lnTo>
                    <a:pt x="6601456" y="209030"/>
                  </a:lnTo>
                  <a:lnTo>
                    <a:pt x="6601581" y="209030"/>
                  </a:lnTo>
                  <a:lnTo>
                    <a:pt x="6601706" y="209030"/>
                  </a:lnTo>
                  <a:lnTo>
                    <a:pt x="6601831" y="209030"/>
                  </a:lnTo>
                  <a:lnTo>
                    <a:pt x="6601957" y="209030"/>
                  </a:lnTo>
                  <a:lnTo>
                    <a:pt x="6602082" y="209030"/>
                  </a:lnTo>
                  <a:lnTo>
                    <a:pt x="6602207" y="209030"/>
                  </a:lnTo>
                  <a:lnTo>
                    <a:pt x="6602332" y="209030"/>
                  </a:lnTo>
                  <a:lnTo>
                    <a:pt x="6602457" y="209030"/>
                  </a:lnTo>
                  <a:lnTo>
                    <a:pt x="6602582" y="209030"/>
                  </a:lnTo>
                  <a:lnTo>
                    <a:pt x="6602707" y="209030"/>
                  </a:lnTo>
                  <a:lnTo>
                    <a:pt x="6602832" y="209030"/>
                  </a:lnTo>
                  <a:lnTo>
                    <a:pt x="6602957" y="209030"/>
                  </a:lnTo>
                  <a:lnTo>
                    <a:pt x="6603082" y="209030"/>
                  </a:lnTo>
                  <a:lnTo>
                    <a:pt x="6603207" y="209030"/>
                  </a:lnTo>
                  <a:lnTo>
                    <a:pt x="6603332" y="209030"/>
                  </a:lnTo>
                  <a:lnTo>
                    <a:pt x="6603457" y="209030"/>
                  </a:lnTo>
                  <a:lnTo>
                    <a:pt x="6603582" y="209030"/>
                  </a:lnTo>
                  <a:lnTo>
                    <a:pt x="6603707" y="209030"/>
                  </a:lnTo>
                  <a:lnTo>
                    <a:pt x="6603832" y="209030"/>
                  </a:lnTo>
                  <a:lnTo>
                    <a:pt x="6603957" y="209030"/>
                  </a:lnTo>
                  <a:lnTo>
                    <a:pt x="6604082" y="209030"/>
                  </a:lnTo>
                  <a:lnTo>
                    <a:pt x="6604207" y="209030"/>
                  </a:lnTo>
                  <a:lnTo>
                    <a:pt x="6604332" y="209030"/>
                  </a:lnTo>
                  <a:lnTo>
                    <a:pt x="6604457" y="209030"/>
                  </a:lnTo>
                  <a:lnTo>
                    <a:pt x="6604582" y="209030"/>
                  </a:lnTo>
                  <a:lnTo>
                    <a:pt x="6604707" y="209030"/>
                  </a:lnTo>
                  <a:lnTo>
                    <a:pt x="6604832" y="209030"/>
                  </a:lnTo>
                  <a:lnTo>
                    <a:pt x="6604958" y="209030"/>
                  </a:lnTo>
                  <a:lnTo>
                    <a:pt x="6605083" y="209030"/>
                  </a:lnTo>
                  <a:lnTo>
                    <a:pt x="6605208" y="209030"/>
                  </a:lnTo>
                  <a:lnTo>
                    <a:pt x="6605333" y="209030"/>
                  </a:lnTo>
                  <a:lnTo>
                    <a:pt x="6605458" y="209030"/>
                  </a:lnTo>
                  <a:lnTo>
                    <a:pt x="6605583" y="209030"/>
                  </a:lnTo>
                  <a:lnTo>
                    <a:pt x="6605708" y="209030"/>
                  </a:lnTo>
                  <a:lnTo>
                    <a:pt x="6605833" y="209030"/>
                  </a:lnTo>
                  <a:lnTo>
                    <a:pt x="6605958" y="209030"/>
                  </a:lnTo>
                  <a:lnTo>
                    <a:pt x="6606083" y="209030"/>
                  </a:lnTo>
                  <a:lnTo>
                    <a:pt x="6606208" y="209030"/>
                  </a:lnTo>
                  <a:lnTo>
                    <a:pt x="6606333" y="209030"/>
                  </a:lnTo>
                  <a:lnTo>
                    <a:pt x="6606458" y="209030"/>
                  </a:lnTo>
                  <a:lnTo>
                    <a:pt x="6606583" y="209030"/>
                  </a:lnTo>
                  <a:lnTo>
                    <a:pt x="6606708" y="209030"/>
                  </a:lnTo>
                  <a:lnTo>
                    <a:pt x="6606833" y="209030"/>
                  </a:lnTo>
                  <a:lnTo>
                    <a:pt x="6606958" y="209030"/>
                  </a:lnTo>
                  <a:lnTo>
                    <a:pt x="6607083" y="209030"/>
                  </a:lnTo>
                  <a:lnTo>
                    <a:pt x="6607208" y="209030"/>
                  </a:lnTo>
                  <a:lnTo>
                    <a:pt x="6607333" y="209030"/>
                  </a:lnTo>
                  <a:lnTo>
                    <a:pt x="6607458" y="209030"/>
                  </a:lnTo>
                  <a:lnTo>
                    <a:pt x="6607583" y="209030"/>
                  </a:lnTo>
                  <a:lnTo>
                    <a:pt x="6607708" y="209030"/>
                  </a:lnTo>
                  <a:lnTo>
                    <a:pt x="6607833" y="209030"/>
                  </a:lnTo>
                  <a:lnTo>
                    <a:pt x="6607959" y="209030"/>
                  </a:lnTo>
                  <a:lnTo>
                    <a:pt x="6608084" y="209030"/>
                  </a:lnTo>
                  <a:lnTo>
                    <a:pt x="6608209" y="209030"/>
                  </a:lnTo>
                  <a:lnTo>
                    <a:pt x="6608334" y="209030"/>
                  </a:lnTo>
                  <a:lnTo>
                    <a:pt x="6608459" y="209030"/>
                  </a:lnTo>
                  <a:lnTo>
                    <a:pt x="6608584" y="209030"/>
                  </a:lnTo>
                  <a:lnTo>
                    <a:pt x="6608709" y="209030"/>
                  </a:lnTo>
                  <a:lnTo>
                    <a:pt x="6608834" y="209030"/>
                  </a:lnTo>
                  <a:lnTo>
                    <a:pt x="6608959" y="209030"/>
                  </a:lnTo>
                  <a:lnTo>
                    <a:pt x="6609084" y="209030"/>
                  </a:lnTo>
                  <a:lnTo>
                    <a:pt x="6609209" y="209030"/>
                  </a:lnTo>
                  <a:lnTo>
                    <a:pt x="6609334" y="209030"/>
                  </a:lnTo>
                  <a:lnTo>
                    <a:pt x="6609459" y="209030"/>
                  </a:lnTo>
                  <a:lnTo>
                    <a:pt x="6609584" y="209030"/>
                  </a:lnTo>
                  <a:lnTo>
                    <a:pt x="6609709" y="209030"/>
                  </a:lnTo>
                  <a:lnTo>
                    <a:pt x="6609834" y="209030"/>
                  </a:lnTo>
                  <a:lnTo>
                    <a:pt x="6609959" y="209030"/>
                  </a:lnTo>
                  <a:lnTo>
                    <a:pt x="6610084" y="209030"/>
                  </a:lnTo>
                  <a:lnTo>
                    <a:pt x="6610209" y="209030"/>
                  </a:lnTo>
                  <a:lnTo>
                    <a:pt x="6610334" y="209030"/>
                  </a:lnTo>
                  <a:lnTo>
                    <a:pt x="6610459" y="209030"/>
                  </a:lnTo>
                  <a:lnTo>
                    <a:pt x="6610584" y="209030"/>
                  </a:lnTo>
                  <a:lnTo>
                    <a:pt x="6610709" y="209030"/>
                  </a:lnTo>
                  <a:lnTo>
                    <a:pt x="6610834" y="209030"/>
                  </a:lnTo>
                  <a:lnTo>
                    <a:pt x="6610960" y="209030"/>
                  </a:lnTo>
                  <a:lnTo>
                    <a:pt x="6611085" y="209030"/>
                  </a:lnTo>
                  <a:lnTo>
                    <a:pt x="6611210" y="209030"/>
                  </a:lnTo>
                  <a:lnTo>
                    <a:pt x="6611335" y="209030"/>
                  </a:lnTo>
                  <a:lnTo>
                    <a:pt x="6611460" y="209030"/>
                  </a:lnTo>
                  <a:lnTo>
                    <a:pt x="6611585" y="209030"/>
                  </a:lnTo>
                  <a:lnTo>
                    <a:pt x="6611710" y="209030"/>
                  </a:lnTo>
                  <a:lnTo>
                    <a:pt x="6611835" y="209030"/>
                  </a:lnTo>
                  <a:lnTo>
                    <a:pt x="6611960" y="209030"/>
                  </a:lnTo>
                  <a:lnTo>
                    <a:pt x="6612085" y="209030"/>
                  </a:lnTo>
                  <a:lnTo>
                    <a:pt x="6612210" y="209030"/>
                  </a:lnTo>
                  <a:lnTo>
                    <a:pt x="6612335" y="209030"/>
                  </a:lnTo>
                  <a:lnTo>
                    <a:pt x="6612460" y="209030"/>
                  </a:lnTo>
                  <a:lnTo>
                    <a:pt x="6612585" y="209030"/>
                  </a:lnTo>
                  <a:lnTo>
                    <a:pt x="6612710" y="209030"/>
                  </a:lnTo>
                  <a:lnTo>
                    <a:pt x="6612835" y="209030"/>
                  </a:lnTo>
                  <a:lnTo>
                    <a:pt x="6612960" y="209030"/>
                  </a:lnTo>
                  <a:lnTo>
                    <a:pt x="6613085" y="209030"/>
                  </a:lnTo>
                  <a:lnTo>
                    <a:pt x="6613210" y="209030"/>
                  </a:lnTo>
                  <a:lnTo>
                    <a:pt x="6613335" y="209030"/>
                  </a:lnTo>
                  <a:lnTo>
                    <a:pt x="6613460" y="209030"/>
                  </a:lnTo>
                  <a:lnTo>
                    <a:pt x="6613585" y="209030"/>
                  </a:lnTo>
                  <a:lnTo>
                    <a:pt x="6613710" y="209030"/>
                  </a:lnTo>
                  <a:lnTo>
                    <a:pt x="6613835" y="209030"/>
                  </a:lnTo>
                  <a:lnTo>
                    <a:pt x="6613961" y="209030"/>
                  </a:lnTo>
                  <a:lnTo>
                    <a:pt x="6614086" y="209030"/>
                  </a:lnTo>
                  <a:lnTo>
                    <a:pt x="6614211" y="209030"/>
                  </a:lnTo>
                  <a:lnTo>
                    <a:pt x="6614336" y="209030"/>
                  </a:lnTo>
                  <a:lnTo>
                    <a:pt x="6614461" y="209030"/>
                  </a:lnTo>
                  <a:lnTo>
                    <a:pt x="6614586" y="209030"/>
                  </a:lnTo>
                  <a:lnTo>
                    <a:pt x="6614711" y="209030"/>
                  </a:lnTo>
                  <a:lnTo>
                    <a:pt x="6614836" y="209030"/>
                  </a:lnTo>
                  <a:lnTo>
                    <a:pt x="6614961" y="209030"/>
                  </a:lnTo>
                  <a:lnTo>
                    <a:pt x="6615086" y="209030"/>
                  </a:lnTo>
                  <a:lnTo>
                    <a:pt x="6615211" y="209030"/>
                  </a:lnTo>
                  <a:lnTo>
                    <a:pt x="6615336" y="209030"/>
                  </a:lnTo>
                  <a:lnTo>
                    <a:pt x="6615461" y="209030"/>
                  </a:lnTo>
                  <a:lnTo>
                    <a:pt x="6615586" y="209030"/>
                  </a:lnTo>
                  <a:lnTo>
                    <a:pt x="6615711" y="209030"/>
                  </a:lnTo>
                  <a:lnTo>
                    <a:pt x="6615836" y="209030"/>
                  </a:lnTo>
                  <a:lnTo>
                    <a:pt x="6615961" y="209030"/>
                  </a:lnTo>
                  <a:lnTo>
                    <a:pt x="6616086" y="209030"/>
                  </a:lnTo>
                  <a:lnTo>
                    <a:pt x="6616211" y="209030"/>
                  </a:lnTo>
                  <a:lnTo>
                    <a:pt x="6616336" y="209030"/>
                  </a:lnTo>
                  <a:lnTo>
                    <a:pt x="6616461" y="209030"/>
                  </a:lnTo>
                  <a:lnTo>
                    <a:pt x="6616586" y="209030"/>
                  </a:lnTo>
                  <a:lnTo>
                    <a:pt x="6616711" y="209030"/>
                  </a:lnTo>
                  <a:lnTo>
                    <a:pt x="6616836" y="209030"/>
                  </a:lnTo>
                  <a:lnTo>
                    <a:pt x="6616962" y="209030"/>
                  </a:lnTo>
                  <a:lnTo>
                    <a:pt x="6617087" y="209030"/>
                  </a:lnTo>
                  <a:lnTo>
                    <a:pt x="6617212" y="209030"/>
                  </a:lnTo>
                  <a:lnTo>
                    <a:pt x="6617337" y="209030"/>
                  </a:lnTo>
                  <a:lnTo>
                    <a:pt x="6617462" y="209030"/>
                  </a:lnTo>
                  <a:lnTo>
                    <a:pt x="6617587" y="209030"/>
                  </a:lnTo>
                  <a:lnTo>
                    <a:pt x="6617712" y="209030"/>
                  </a:lnTo>
                  <a:lnTo>
                    <a:pt x="6617837" y="209030"/>
                  </a:lnTo>
                  <a:lnTo>
                    <a:pt x="6617962" y="209030"/>
                  </a:lnTo>
                  <a:lnTo>
                    <a:pt x="6618087" y="209030"/>
                  </a:lnTo>
                  <a:lnTo>
                    <a:pt x="6618212" y="209030"/>
                  </a:lnTo>
                  <a:lnTo>
                    <a:pt x="6618337" y="209030"/>
                  </a:lnTo>
                  <a:lnTo>
                    <a:pt x="6618462" y="209030"/>
                  </a:lnTo>
                  <a:lnTo>
                    <a:pt x="6618587" y="209030"/>
                  </a:lnTo>
                  <a:lnTo>
                    <a:pt x="6618712" y="209030"/>
                  </a:lnTo>
                  <a:lnTo>
                    <a:pt x="6618837" y="209030"/>
                  </a:lnTo>
                  <a:lnTo>
                    <a:pt x="6618962" y="209030"/>
                  </a:lnTo>
                  <a:lnTo>
                    <a:pt x="6619087" y="209030"/>
                  </a:lnTo>
                  <a:lnTo>
                    <a:pt x="6619212" y="209030"/>
                  </a:lnTo>
                  <a:lnTo>
                    <a:pt x="6619337" y="209030"/>
                  </a:lnTo>
                  <a:lnTo>
                    <a:pt x="6619462" y="209030"/>
                  </a:lnTo>
                  <a:lnTo>
                    <a:pt x="6619587" y="209030"/>
                  </a:lnTo>
                  <a:lnTo>
                    <a:pt x="6619712" y="209030"/>
                  </a:lnTo>
                  <a:lnTo>
                    <a:pt x="6619837" y="209030"/>
                  </a:lnTo>
                  <a:lnTo>
                    <a:pt x="6619963" y="209030"/>
                  </a:lnTo>
                  <a:lnTo>
                    <a:pt x="6620088" y="209030"/>
                  </a:lnTo>
                  <a:lnTo>
                    <a:pt x="6620213" y="209030"/>
                  </a:lnTo>
                  <a:lnTo>
                    <a:pt x="6620338" y="209030"/>
                  </a:lnTo>
                  <a:lnTo>
                    <a:pt x="6620463" y="209030"/>
                  </a:lnTo>
                  <a:lnTo>
                    <a:pt x="6620588" y="209030"/>
                  </a:lnTo>
                  <a:lnTo>
                    <a:pt x="6620713" y="209030"/>
                  </a:lnTo>
                  <a:lnTo>
                    <a:pt x="6620838" y="209030"/>
                  </a:lnTo>
                  <a:lnTo>
                    <a:pt x="6620963" y="209030"/>
                  </a:lnTo>
                  <a:lnTo>
                    <a:pt x="6621088" y="209030"/>
                  </a:lnTo>
                  <a:lnTo>
                    <a:pt x="6621213" y="209030"/>
                  </a:lnTo>
                  <a:lnTo>
                    <a:pt x="6621338" y="209030"/>
                  </a:lnTo>
                  <a:lnTo>
                    <a:pt x="6621463" y="209030"/>
                  </a:lnTo>
                  <a:lnTo>
                    <a:pt x="6621588" y="209030"/>
                  </a:lnTo>
                  <a:lnTo>
                    <a:pt x="6621713" y="209030"/>
                  </a:lnTo>
                  <a:lnTo>
                    <a:pt x="6621838" y="209030"/>
                  </a:lnTo>
                  <a:lnTo>
                    <a:pt x="6621963" y="209030"/>
                  </a:lnTo>
                  <a:lnTo>
                    <a:pt x="6622088" y="209030"/>
                  </a:lnTo>
                  <a:lnTo>
                    <a:pt x="6622213" y="209030"/>
                  </a:lnTo>
                  <a:lnTo>
                    <a:pt x="6622338" y="209030"/>
                  </a:lnTo>
                  <a:lnTo>
                    <a:pt x="6622463" y="209030"/>
                  </a:lnTo>
                  <a:lnTo>
                    <a:pt x="6622588" y="209030"/>
                  </a:lnTo>
                  <a:lnTo>
                    <a:pt x="6622713" y="209030"/>
                  </a:lnTo>
                  <a:lnTo>
                    <a:pt x="6622838" y="209030"/>
                  </a:lnTo>
                  <a:lnTo>
                    <a:pt x="6622964" y="209030"/>
                  </a:lnTo>
                  <a:lnTo>
                    <a:pt x="6623089" y="209030"/>
                  </a:lnTo>
                  <a:lnTo>
                    <a:pt x="6623214" y="209030"/>
                  </a:lnTo>
                  <a:lnTo>
                    <a:pt x="6623339" y="209030"/>
                  </a:lnTo>
                  <a:lnTo>
                    <a:pt x="6623464" y="209030"/>
                  </a:lnTo>
                  <a:lnTo>
                    <a:pt x="6623589" y="209030"/>
                  </a:lnTo>
                  <a:lnTo>
                    <a:pt x="6623714" y="209030"/>
                  </a:lnTo>
                  <a:lnTo>
                    <a:pt x="6623839" y="209030"/>
                  </a:lnTo>
                  <a:lnTo>
                    <a:pt x="6623964" y="209030"/>
                  </a:lnTo>
                  <a:lnTo>
                    <a:pt x="6624089" y="209030"/>
                  </a:lnTo>
                  <a:lnTo>
                    <a:pt x="6624214" y="209030"/>
                  </a:lnTo>
                  <a:lnTo>
                    <a:pt x="6624339" y="209030"/>
                  </a:lnTo>
                  <a:lnTo>
                    <a:pt x="6624464" y="209030"/>
                  </a:lnTo>
                  <a:lnTo>
                    <a:pt x="6624589" y="209030"/>
                  </a:lnTo>
                  <a:lnTo>
                    <a:pt x="6624714" y="209030"/>
                  </a:lnTo>
                  <a:lnTo>
                    <a:pt x="6624839" y="209030"/>
                  </a:lnTo>
                  <a:lnTo>
                    <a:pt x="6624964" y="209030"/>
                  </a:lnTo>
                  <a:lnTo>
                    <a:pt x="6625089" y="209030"/>
                  </a:lnTo>
                  <a:lnTo>
                    <a:pt x="6625214" y="209030"/>
                  </a:lnTo>
                  <a:lnTo>
                    <a:pt x="6625339" y="209030"/>
                  </a:lnTo>
                  <a:lnTo>
                    <a:pt x="6625464" y="209030"/>
                  </a:lnTo>
                  <a:lnTo>
                    <a:pt x="6625589" y="209030"/>
                  </a:lnTo>
                  <a:lnTo>
                    <a:pt x="6625714" y="209030"/>
                  </a:lnTo>
                  <a:lnTo>
                    <a:pt x="6625839" y="209030"/>
                  </a:lnTo>
                  <a:lnTo>
                    <a:pt x="6625965" y="209030"/>
                  </a:lnTo>
                  <a:lnTo>
                    <a:pt x="6626090" y="209030"/>
                  </a:lnTo>
                  <a:lnTo>
                    <a:pt x="6626215" y="209030"/>
                  </a:lnTo>
                  <a:lnTo>
                    <a:pt x="6626340" y="209030"/>
                  </a:lnTo>
                  <a:lnTo>
                    <a:pt x="6626465" y="209030"/>
                  </a:lnTo>
                  <a:lnTo>
                    <a:pt x="6626590" y="209030"/>
                  </a:lnTo>
                  <a:lnTo>
                    <a:pt x="6626715" y="209030"/>
                  </a:lnTo>
                  <a:lnTo>
                    <a:pt x="6626840" y="209030"/>
                  </a:lnTo>
                  <a:lnTo>
                    <a:pt x="6626965" y="209030"/>
                  </a:lnTo>
                  <a:lnTo>
                    <a:pt x="6627090" y="209030"/>
                  </a:lnTo>
                  <a:lnTo>
                    <a:pt x="6627215" y="209030"/>
                  </a:lnTo>
                  <a:lnTo>
                    <a:pt x="6627340" y="209030"/>
                  </a:lnTo>
                  <a:lnTo>
                    <a:pt x="6627465" y="209030"/>
                  </a:lnTo>
                  <a:lnTo>
                    <a:pt x="6627590" y="209030"/>
                  </a:lnTo>
                  <a:lnTo>
                    <a:pt x="6627715" y="209030"/>
                  </a:lnTo>
                  <a:lnTo>
                    <a:pt x="6627840" y="209030"/>
                  </a:lnTo>
                  <a:lnTo>
                    <a:pt x="6627965" y="209030"/>
                  </a:lnTo>
                  <a:lnTo>
                    <a:pt x="6628090" y="209030"/>
                  </a:lnTo>
                  <a:lnTo>
                    <a:pt x="6628215" y="209030"/>
                  </a:lnTo>
                  <a:lnTo>
                    <a:pt x="6628340" y="209030"/>
                  </a:lnTo>
                  <a:lnTo>
                    <a:pt x="6628465" y="209030"/>
                  </a:lnTo>
                  <a:lnTo>
                    <a:pt x="6628590" y="209030"/>
                  </a:lnTo>
                  <a:lnTo>
                    <a:pt x="6628715" y="209030"/>
                  </a:lnTo>
                  <a:lnTo>
                    <a:pt x="6628840" y="209030"/>
                  </a:lnTo>
                  <a:lnTo>
                    <a:pt x="6628966" y="209030"/>
                  </a:lnTo>
                  <a:lnTo>
                    <a:pt x="6629091" y="209030"/>
                  </a:lnTo>
                  <a:lnTo>
                    <a:pt x="6629216" y="209030"/>
                  </a:lnTo>
                  <a:lnTo>
                    <a:pt x="6629341" y="209030"/>
                  </a:lnTo>
                  <a:lnTo>
                    <a:pt x="6629466" y="209030"/>
                  </a:lnTo>
                  <a:lnTo>
                    <a:pt x="6629591" y="209030"/>
                  </a:lnTo>
                  <a:lnTo>
                    <a:pt x="6629716" y="209030"/>
                  </a:lnTo>
                  <a:lnTo>
                    <a:pt x="6629841" y="209030"/>
                  </a:lnTo>
                  <a:lnTo>
                    <a:pt x="6629966" y="209030"/>
                  </a:lnTo>
                  <a:lnTo>
                    <a:pt x="6630091" y="209030"/>
                  </a:lnTo>
                  <a:lnTo>
                    <a:pt x="6630216" y="209030"/>
                  </a:lnTo>
                  <a:lnTo>
                    <a:pt x="6630341" y="209030"/>
                  </a:lnTo>
                  <a:lnTo>
                    <a:pt x="6630466" y="209030"/>
                  </a:lnTo>
                  <a:lnTo>
                    <a:pt x="6630591" y="209030"/>
                  </a:lnTo>
                  <a:lnTo>
                    <a:pt x="6630716" y="209030"/>
                  </a:lnTo>
                  <a:lnTo>
                    <a:pt x="6630841" y="209030"/>
                  </a:lnTo>
                  <a:lnTo>
                    <a:pt x="6630966" y="209030"/>
                  </a:lnTo>
                  <a:lnTo>
                    <a:pt x="6631091" y="209030"/>
                  </a:lnTo>
                  <a:lnTo>
                    <a:pt x="6631216" y="209030"/>
                  </a:lnTo>
                  <a:lnTo>
                    <a:pt x="6631341" y="209030"/>
                  </a:lnTo>
                  <a:lnTo>
                    <a:pt x="6631466" y="209030"/>
                  </a:lnTo>
                  <a:lnTo>
                    <a:pt x="6631591" y="209030"/>
                  </a:lnTo>
                  <a:lnTo>
                    <a:pt x="6631716" y="209030"/>
                  </a:lnTo>
                  <a:lnTo>
                    <a:pt x="6631841" y="209030"/>
                  </a:lnTo>
                  <a:lnTo>
                    <a:pt x="6631967" y="209030"/>
                  </a:lnTo>
                  <a:lnTo>
                    <a:pt x="6632092" y="209030"/>
                  </a:lnTo>
                  <a:lnTo>
                    <a:pt x="6632217" y="209030"/>
                  </a:lnTo>
                  <a:lnTo>
                    <a:pt x="6632342" y="209030"/>
                  </a:lnTo>
                  <a:lnTo>
                    <a:pt x="6632467" y="209030"/>
                  </a:lnTo>
                  <a:lnTo>
                    <a:pt x="6632592" y="209030"/>
                  </a:lnTo>
                  <a:lnTo>
                    <a:pt x="6632717" y="209030"/>
                  </a:lnTo>
                  <a:lnTo>
                    <a:pt x="6632842" y="209030"/>
                  </a:lnTo>
                  <a:lnTo>
                    <a:pt x="6632967" y="209030"/>
                  </a:lnTo>
                  <a:lnTo>
                    <a:pt x="6633092" y="209030"/>
                  </a:lnTo>
                  <a:lnTo>
                    <a:pt x="6633217" y="209030"/>
                  </a:lnTo>
                  <a:lnTo>
                    <a:pt x="6633342" y="209030"/>
                  </a:lnTo>
                  <a:lnTo>
                    <a:pt x="6633467" y="209030"/>
                  </a:lnTo>
                  <a:lnTo>
                    <a:pt x="6633592" y="209030"/>
                  </a:lnTo>
                  <a:lnTo>
                    <a:pt x="6633717" y="209030"/>
                  </a:lnTo>
                  <a:lnTo>
                    <a:pt x="6633842" y="209030"/>
                  </a:lnTo>
                  <a:lnTo>
                    <a:pt x="6633967" y="209030"/>
                  </a:lnTo>
                  <a:lnTo>
                    <a:pt x="6634092" y="209030"/>
                  </a:lnTo>
                  <a:lnTo>
                    <a:pt x="6634217" y="209030"/>
                  </a:lnTo>
                  <a:lnTo>
                    <a:pt x="6634342" y="209030"/>
                  </a:lnTo>
                  <a:lnTo>
                    <a:pt x="6634467" y="209030"/>
                  </a:lnTo>
                  <a:lnTo>
                    <a:pt x="6634592" y="209030"/>
                  </a:lnTo>
                  <a:lnTo>
                    <a:pt x="6634717" y="209030"/>
                  </a:lnTo>
                  <a:lnTo>
                    <a:pt x="6634842" y="209030"/>
                  </a:lnTo>
                  <a:lnTo>
                    <a:pt x="6634968" y="209030"/>
                  </a:lnTo>
                  <a:lnTo>
                    <a:pt x="6635093" y="209030"/>
                  </a:lnTo>
                  <a:lnTo>
                    <a:pt x="6635218" y="209030"/>
                  </a:lnTo>
                  <a:lnTo>
                    <a:pt x="6635343" y="209030"/>
                  </a:lnTo>
                  <a:lnTo>
                    <a:pt x="6635468" y="209030"/>
                  </a:lnTo>
                  <a:lnTo>
                    <a:pt x="6635593" y="209030"/>
                  </a:lnTo>
                  <a:lnTo>
                    <a:pt x="6635718" y="209030"/>
                  </a:lnTo>
                  <a:lnTo>
                    <a:pt x="6635843" y="209030"/>
                  </a:lnTo>
                  <a:lnTo>
                    <a:pt x="6635968" y="209030"/>
                  </a:lnTo>
                  <a:lnTo>
                    <a:pt x="6636093" y="209030"/>
                  </a:lnTo>
                  <a:lnTo>
                    <a:pt x="6636218" y="209030"/>
                  </a:lnTo>
                  <a:lnTo>
                    <a:pt x="6636343" y="209030"/>
                  </a:lnTo>
                  <a:lnTo>
                    <a:pt x="6636468" y="209030"/>
                  </a:lnTo>
                  <a:lnTo>
                    <a:pt x="6636593" y="209030"/>
                  </a:lnTo>
                  <a:lnTo>
                    <a:pt x="6636718" y="209030"/>
                  </a:lnTo>
                  <a:lnTo>
                    <a:pt x="6636843" y="209030"/>
                  </a:lnTo>
                  <a:lnTo>
                    <a:pt x="6636968" y="209030"/>
                  </a:lnTo>
                  <a:lnTo>
                    <a:pt x="6637093" y="209030"/>
                  </a:lnTo>
                  <a:lnTo>
                    <a:pt x="6637218" y="209030"/>
                  </a:lnTo>
                  <a:lnTo>
                    <a:pt x="6637343" y="209030"/>
                  </a:lnTo>
                  <a:lnTo>
                    <a:pt x="6637468" y="209030"/>
                  </a:lnTo>
                  <a:lnTo>
                    <a:pt x="6637593" y="209030"/>
                  </a:lnTo>
                  <a:lnTo>
                    <a:pt x="6637718" y="209030"/>
                  </a:lnTo>
                  <a:lnTo>
                    <a:pt x="6637844" y="209030"/>
                  </a:lnTo>
                  <a:lnTo>
                    <a:pt x="6637969" y="209030"/>
                  </a:lnTo>
                  <a:lnTo>
                    <a:pt x="6638094" y="209030"/>
                  </a:lnTo>
                  <a:lnTo>
                    <a:pt x="6638219" y="209030"/>
                  </a:lnTo>
                  <a:lnTo>
                    <a:pt x="6638344" y="209030"/>
                  </a:lnTo>
                  <a:lnTo>
                    <a:pt x="6638469" y="209030"/>
                  </a:lnTo>
                  <a:lnTo>
                    <a:pt x="6638594" y="209030"/>
                  </a:lnTo>
                  <a:lnTo>
                    <a:pt x="6638719" y="209030"/>
                  </a:lnTo>
                  <a:lnTo>
                    <a:pt x="6638844" y="209030"/>
                  </a:lnTo>
                  <a:lnTo>
                    <a:pt x="6638969" y="209030"/>
                  </a:lnTo>
                  <a:lnTo>
                    <a:pt x="6639094" y="209030"/>
                  </a:lnTo>
                  <a:lnTo>
                    <a:pt x="6639219" y="209030"/>
                  </a:lnTo>
                  <a:lnTo>
                    <a:pt x="6639344" y="209030"/>
                  </a:lnTo>
                  <a:lnTo>
                    <a:pt x="6639469" y="209030"/>
                  </a:lnTo>
                  <a:lnTo>
                    <a:pt x="6639594" y="209030"/>
                  </a:lnTo>
                  <a:lnTo>
                    <a:pt x="6639719" y="209030"/>
                  </a:lnTo>
                  <a:lnTo>
                    <a:pt x="6639844" y="209030"/>
                  </a:lnTo>
                  <a:lnTo>
                    <a:pt x="6639969" y="209030"/>
                  </a:lnTo>
                  <a:lnTo>
                    <a:pt x="6640094" y="209030"/>
                  </a:lnTo>
                  <a:lnTo>
                    <a:pt x="6640219" y="209030"/>
                  </a:lnTo>
                  <a:lnTo>
                    <a:pt x="6640344" y="209030"/>
                  </a:lnTo>
                  <a:lnTo>
                    <a:pt x="6640469" y="209030"/>
                  </a:lnTo>
                  <a:lnTo>
                    <a:pt x="6640594" y="209030"/>
                  </a:lnTo>
                  <a:lnTo>
                    <a:pt x="6640719" y="209030"/>
                  </a:lnTo>
                  <a:lnTo>
                    <a:pt x="6640845" y="209030"/>
                  </a:lnTo>
                  <a:lnTo>
                    <a:pt x="6640970" y="209030"/>
                  </a:lnTo>
                  <a:lnTo>
                    <a:pt x="6641095" y="209030"/>
                  </a:lnTo>
                  <a:lnTo>
                    <a:pt x="6641220" y="209030"/>
                  </a:lnTo>
                  <a:lnTo>
                    <a:pt x="6641345" y="209030"/>
                  </a:lnTo>
                  <a:lnTo>
                    <a:pt x="6641470" y="209030"/>
                  </a:lnTo>
                  <a:lnTo>
                    <a:pt x="6641595" y="209030"/>
                  </a:lnTo>
                  <a:lnTo>
                    <a:pt x="6641720" y="209030"/>
                  </a:lnTo>
                  <a:lnTo>
                    <a:pt x="6641845" y="209030"/>
                  </a:lnTo>
                  <a:lnTo>
                    <a:pt x="6641970" y="209030"/>
                  </a:lnTo>
                  <a:lnTo>
                    <a:pt x="6642095" y="209030"/>
                  </a:lnTo>
                  <a:lnTo>
                    <a:pt x="6642220" y="209030"/>
                  </a:lnTo>
                  <a:lnTo>
                    <a:pt x="6642345" y="209030"/>
                  </a:lnTo>
                  <a:lnTo>
                    <a:pt x="6642470" y="209030"/>
                  </a:lnTo>
                  <a:lnTo>
                    <a:pt x="6642595" y="209030"/>
                  </a:lnTo>
                  <a:lnTo>
                    <a:pt x="6642720" y="209030"/>
                  </a:lnTo>
                  <a:lnTo>
                    <a:pt x="6642845" y="209030"/>
                  </a:lnTo>
                  <a:lnTo>
                    <a:pt x="6642970" y="209030"/>
                  </a:lnTo>
                  <a:lnTo>
                    <a:pt x="6643095" y="209030"/>
                  </a:lnTo>
                  <a:lnTo>
                    <a:pt x="6643220" y="209030"/>
                  </a:lnTo>
                  <a:lnTo>
                    <a:pt x="6643345" y="209030"/>
                  </a:lnTo>
                  <a:lnTo>
                    <a:pt x="6643470" y="209030"/>
                  </a:lnTo>
                  <a:lnTo>
                    <a:pt x="6643595" y="209030"/>
                  </a:lnTo>
                  <a:lnTo>
                    <a:pt x="6643720" y="209030"/>
                  </a:lnTo>
                  <a:lnTo>
                    <a:pt x="6643846" y="209030"/>
                  </a:lnTo>
                  <a:lnTo>
                    <a:pt x="6643971" y="209030"/>
                  </a:lnTo>
                  <a:lnTo>
                    <a:pt x="6644096" y="209030"/>
                  </a:lnTo>
                  <a:lnTo>
                    <a:pt x="6644221" y="209030"/>
                  </a:lnTo>
                  <a:lnTo>
                    <a:pt x="6644346" y="209030"/>
                  </a:lnTo>
                  <a:lnTo>
                    <a:pt x="6644471" y="209030"/>
                  </a:lnTo>
                  <a:lnTo>
                    <a:pt x="6644596" y="209030"/>
                  </a:lnTo>
                  <a:lnTo>
                    <a:pt x="6644721" y="209030"/>
                  </a:lnTo>
                  <a:lnTo>
                    <a:pt x="6644846" y="209030"/>
                  </a:lnTo>
                  <a:lnTo>
                    <a:pt x="6644971" y="209030"/>
                  </a:lnTo>
                  <a:lnTo>
                    <a:pt x="6645096" y="209030"/>
                  </a:lnTo>
                  <a:lnTo>
                    <a:pt x="6645221" y="209030"/>
                  </a:lnTo>
                  <a:lnTo>
                    <a:pt x="6645346" y="209030"/>
                  </a:lnTo>
                  <a:lnTo>
                    <a:pt x="6645471" y="209030"/>
                  </a:lnTo>
                  <a:lnTo>
                    <a:pt x="6645596" y="209030"/>
                  </a:lnTo>
                  <a:lnTo>
                    <a:pt x="6645721" y="209030"/>
                  </a:lnTo>
                  <a:lnTo>
                    <a:pt x="6645846" y="209030"/>
                  </a:lnTo>
                  <a:lnTo>
                    <a:pt x="6645971" y="209030"/>
                  </a:lnTo>
                  <a:lnTo>
                    <a:pt x="6646096" y="209030"/>
                  </a:lnTo>
                  <a:lnTo>
                    <a:pt x="6646221" y="209030"/>
                  </a:lnTo>
                  <a:lnTo>
                    <a:pt x="6646346" y="209030"/>
                  </a:lnTo>
                  <a:lnTo>
                    <a:pt x="6646471" y="209030"/>
                  </a:lnTo>
                  <a:lnTo>
                    <a:pt x="6646596" y="209030"/>
                  </a:lnTo>
                  <a:lnTo>
                    <a:pt x="6646721" y="209030"/>
                  </a:lnTo>
                  <a:lnTo>
                    <a:pt x="6646847" y="209030"/>
                  </a:lnTo>
                  <a:lnTo>
                    <a:pt x="6646972" y="209030"/>
                  </a:lnTo>
                  <a:lnTo>
                    <a:pt x="6647097" y="209030"/>
                  </a:lnTo>
                  <a:lnTo>
                    <a:pt x="6647222" y="209030"/>
                  </a:lnTo>
                  <a:lnTo>
                    <a:pt x="6647347" y="209030"/>
                  </a:lnTo>
                  <a:lnTo>
                    <a:pt x="6647472" y="209030"/>
                  </a:lnTo>
                  <a:lnTo>
                    <a:pt x="6647597" y="209030"/>
                  </a:lnTo>
                  <a:lnTo>
                    <a:pt x="6647722" y="209030"/>
                  </a:lnTo>
                  <a:lnTo>
                    <a:pt x="6647847" y="209030"/>
                  </a:lnTo>
                  <a:lnTo>
                    <a:pt x="6647972" y="209030"/>
                  </a:lnTo>
                  <a:lnTo>
                    <a:pt x="6648097" y="209030"/>
                  </a:lnTo>
                  <a:lnTo>
                    <a:pt x="6648222" y="209030"/>
                  </a:lnTo>
                  <a:lnTo>
                    <a:pt x="6648347" y="209030"/>
                  </a:lnTo>
                  <a:lnTo>
                    <a:pt x="6648472" y="209030"/>
                  </a:lnTo>
                  <a:lnTo>
                    <a:pt x="6648597" y="209030"/>
                  </a:lnTo>
                  <a:lnTo>
                    <a:pt x="6648722" y="209030"/>
                  </a:lnTo>
                  <a:lnTo>
                    <a:pt x="6648847" y="209030"/>
                  </a:lnTo>
                  <a:lnTo>
                    <a:pt x="6648972" y="209030"/>
                  </a:lnTo>
                  <a:lnTo>
                    <a:pt x="6649097" y="209030"/>
                  </a:lnTo>
                  <a:lnTo>
                    <a:pt x="6649222" y="209030"/>
                  </a:lnTo>
                  <a:lnTo>
                    <a:pt x="6649347" y="209030"/>
                  </a:lnTo>
                  <a:lnTo>
                    <a:pt x="6649472" y="209030"/>
                  </a:lnTo>
                  <a:lnTo>
                    <a:pt x="6649597" y="209030"/>
                  </a:lnTo>
                  <a:lnTo>
                    <a:pt x="6649722" y="209030"/>
                  </a:lnTo>
                  <a:lnTo>
                    <a:pt x="6649848" y="209030"/>
                  </a:lnTo>
                  <a:lnTo>
                    <a:pt x="6649973" y="209030"/>
                  </a:lnTo>
                  <a:lnTo>
                    <a:pt x="6650098" y="209030"/>
                  </a:lnTo>
                  <a:lnTo>
                    <a:pt x="6650223" y="209030"/>
                  </a:lnTo>
                  <a:lnTo>
                    <a:pt x="6650348" y="209030"/>
                  </a:lnTo>
                  <a:lnTo>
                    <a:pt x="6650473" y="209030"/>
                  </a:lnTo>
                  <a:lnTo>
                    <a:pt x="6650598" y="209030"/>
                  </a:lnTo>
                  <a:lnTo>
                    <a:pt x="6650723" y="209030"/>
                  </a:lnTo>
                  <a:lnTo>
                    <a:pt x="6650848" y="209030"/>
                  </a:lnTo>
                  <a:lnTo>
                    <a:pt x="6650973" y="209030"/>
                  </a:lnTo>
                  <a:lnTo>
                    <a:pt x="6651098" y="209030"/>
                  </a:lnTo>
                  <a:lnTo>
                    <a:pt x="6651223" y="209030"/>
                  </a:lnTo>
                  <a:lnTo>
                    <a:pt x="6651348" y="209030"/>
                  </a:lnTo>
                  <a:lnTo>
                    <a:pt x="6651473" y="209030"/>
                  </a:lnTo>
                  <a:lnTo>
                    <a:pt x="6651598" y="209030"/>
                  </a:lnTo>
                  <a:lnTo>
                    <a:pt x="6651723" y="209030"/>
                  </a:lnTo>
                  <a:lnTo>
                    <a:pt x="6651848" y="209030"/>
                  </a:lnTo>
                  <a:lnTo>
                    <a:pt x="6651973" y="209030"/>
                  </a:lnTo>
                  <a:lnTo>
                    <a:pt x="6652098" y="209030"/>
                  </a:lnTo>
                  <a:lnTo>
                    <a:pt x="6652223" y="209030"/>
                  </a:lnTo>
                  <a:lnTo>
                    <a:pt x="6652348" y="209030"/>
                  </a:lnTo>
                  <a:lnTo>
                    <a:pt x="6652473" y="209030"/>
                  </a:lnTo>
                  <a:lnTo>
                    <a:pt x="6652598" y="209030"/>
                  </a:lnTo>
                  <a:lnTo>
                    <a:pt x="6652723" y="209030"/>
                  </a:lnTo>
                  <a:lnTo>
                    <a:pt x="6652849" y="209030"/>
                  </a:lnTo>
                  <a:lnTo>
                    <a:pt x="6652974" y="209030"/>
                  </a:lnTo>
                  <a:lnTo>
                    <a:pt x="6653099" y="209030"/>
                  </a:lnTo>
                  <a:lnTo>
                    <a:pt x="6653224" y="209030"/>
                  </a:lnTo>
                  <a:lnTo>
                    <a:pt x="6653349" y="209030"/>
                  </a:lnTo>
                  <a:lnTo>
                    <a:pt x="6653474" y="209030"/>
                  </a:lnTo>
                  <a:lnTo>
                    <a:pt x="6653599" y="209030"/>
                  </a:lnTo>
                  <a:lnTo>
                    <a:pt x="6653724" y="209030"/>
                  </a:lnTo>
                  <a:lnTo>
                    <a:pt x="6653849" y="209030"/>
                  </a:lnTo>
                  <a:lnTo>
                    <a:pt x="6653974" y="209030"/>
                  </a:lnTo>
                  <a:lnTo>
                    <a:pt x="6654099" y="209030"/>
                  </a:lnTo>
                  <a:lnTo>
                    <a:pt x="6654224" y="209030"/>
                  </a:lnTo>
                  <a:lnTo>
                    <a:pt x="6654349" y="209030"/>
                  </a:lnTo>
                  <a:lnTo>
                    <a:pt x="6654474" y="209030"/>
                  </a:lnTo>
                  <a:lnTo>
                    <a:pt x="6654599" y="209030"/>
                  </a:lnTo>
                  <a:lnTo>
                    <a:pt x="6654724" y="209030"/>
                  </a:lnTo>
                  <a:lnTo>
                    <a:pt x="6654849" y="209030"/>
                  </a:lnTo>
                  <a:lnTo>
                    <a:pt x="6654974" y="209030"/>
                  </a:lnTo>
                  <a:lnTo>
                    <a:pt x="6655099" y="209030"/>
                  </a:lnTo>
                  <a:lnTo>
                    <a:pt x="6655224" y="209030"/>
                  </a:lnTo>
                  <a:lnTo>
                    <a:pt x="6655349" y="209030"/>
                  </a:lnTo>
                  <a:lnTo>
                    <a:pt x="6655474" y="209030"/>
                  </a:lnTo>
                  <a:lnTo>
                    <a:pt x="6655599" y="209030"/>
                  </a:lnTo>
                  <a:lnTo>
                    <a:pt x="6655724" y="209030"/>
                  </a:lnTo>
                  <a:lnTo>
                    <a:pt x="6655850" y="209030"/>
                  </a:lnTo>
                  <a:lnTo>
                    <a:pt x="6655975" y="209030"/>
                  </a:lnTo>
                  <a:lnTo>
                    <a:pt x="6656100" y="209030"/>
                  </a:lnTo>
                  <a:lnTo>
                    <a:pt x="6656225" y="209030"/>
                  </a:lnTo>
                  <a:lnTo>
                    <a:pt x="6656350" y="209030"/>
                  </a:lnTo>
                  <a:lnTo>
                    <a:pt x="6656475" y="209030"/>
                  </a:lnTo>
                  <a:lnTo>
                    <a:pt x="6656600" y="209030"/>
                  </a:lnTo>
                  <a:lnTo>
                    <a:pt x="6656725" y="209030"/>
                  </a:lnTo>
                  <a:lnTo>
                    <a:pt x="6656850" y="209030"/>
                  </a:lnTo>
                  <a:lnTo>
                    <a:pt x="6656975" y="209030"/>
                  </a:lnTo>
                  <a:lnTo>
                    <a:pt x="6657100" y="209030"/>
                  </a:lnTo>
                  <a:lnTo>
                    <a:pt x="6657225" y="209030"/>
                  </a:lnTo>
                  <a:lnTo>
                    <a:pt x="6657350" y="209030"/>
                  </a:lnTo>
                  <a:lnTo>
                    <a:pt x="6657475" y="209030"/>
                  </a:lnTo>
                  <a:lnTo>
                    <a:pt x="6657600" y="209030"/>
                  </a:lnTo>
                  <a:lnTo>
                    <a:pt x="6657725" y="209030"/>
                  </a:lnTo>
                  <a:lnTo>
                    <a:pt x="6657850" y="209030"/>
                  </a:lnTo>
                  <a:lnTo>
                    <a:pt x="6657975" y="209030"/>
                  </a:lnTo>
                  <a:lnTo>
                    <a:pt x="6658100" y="209030"/>
                  </a:lnTo>
                  <a:lnTo>
                    <a:pt x="6658225" y="209030"/>
                  </a:lnTo>
                  <a:lnTo>
                    <a:pt x="6658350" y="209030"/>
                  </a:lnTo>
                  <a:lnTo>
                    <a:pt x="6658475" y="209030"/>
                  </a:lnTo>
                  <a:lnTo>
                    <a:pt x="6658600" y="209030"/>
                  </a:lnTo>
                  <a:lnTo>
                    <a:pt x="6658725" y="209030"/>
                  </a:lnTo>
                  <a:lnTo>
                    <a:pt x="6658851" y="209030"/>
                  </a:lnTo>
                  <a:lnTo>
                    <a:pt x="6658976" y="209030"/>
                  </a:lnTo>
                  <a:lnTo>
                    <a:pt x="6659101" y="209030"/>
                  </a:lnTo>
                  <a:lnTo>
                    <a:pt x="6659226" y="209030"/>
                  </a:lnTo>
                  <a:lnTo>
                    <a:pt x="6659351" y="209030"/>
                  </a:lnTo>
                  <a:lnTo>
                    <a:pt x="6659476" y="209030"/>
                  </a:lnTo>
                  <a:lnTo>
                    <a:pt x="6659601" y="209030"/>
                  </a:lnTo>
                  <a:lnTo>
                    <a:pt x="6659726" y="209030"/>
                  </a:lnTo>
                  <a:lnTo>
                    <a:pt x="6659851" y="209030"/>
                  </a:lnTo>
                  <a:lnTo>
                    <a:pt x="6659976" y="209030"/>
                  </a:lnTo>
                  <a:lnTo>
                    <a:pt x="6660101" y="209030"/>
                  </a:lnTo>
                  <a:lnTo>
                    <a:pt x="6660226" y="209030"/>
                  </a:lnTo>
                  <a:lnTo>
                    <a:pt x="6660351" y="209030"/>
                  </a:lnTo>
                  <a:lnTo>
                    <a:pt x="6660476" y="209030"/>
                  </a:lnTo>
                  <a:lnTo>
                    <a:pt x="6660601" y="209030"/>
                  </a:lnTo>
                  <a:lnTo>
                    <a:pt x="6660726" y="209030"/>
                  </a:lnTo>
                  <a:lnTo>
                    <a:pt x="6660851" y="209030"/>
                  </a:lnTo>
                  <a:lnTo>
                    <a:pt x="6660976" y="209030"/>
                  </a:lnTo>
                  <a:lnTo>
                    <a:pt x="6661101" y="209030"/>
                  </a:lnTo>
                  <a:lnTo>
                    <a:pt x="6661226" y="209030"/>
                  </a:lnTo>
                  <a:lnTo>
                    <a:pt x="6661351" y="209030"/>
                  </a:lnTo>
                  <a:lnTo>
                    <a:pt x="6661476" y="209030"/>
                  </a:lnTo>
                  <a:lnTo>
                    <a:pt x="6661601" y="209030"/>
                  </a:lnTo>
                  <a:lnTo>
                    <a:pt x="6661726" y="209030"/>
                  </a:lnTo>
                  <a:lnTo>
                    <a:pt x="6661852" y="209030"/>
                  </a:lnTo>
                  <a:lnTo>
                    <a:pt x="6661977" y="209030"/>
                  </a:lnTo>
                  <a:lnTo>
                    <a:pt x="6662102" y="209030"/>
                  </a:lnTo>
                  <a:lnTo>
                    <a:pt x="6662227" y="209030"/>
                  </a:lnTo>
                  <a:lnTo>
                    <a:pt x="6662352" y="209030"/>
                  </a:lnTo>
                  <a:lnTo>
                    <a:pt x="6662477" y="209030"/>
                  </a:lnTo>
                  <a:lnTo>
                    <a:pt x="6662602" y="209030"/>
                  </a:lnTo>
                  <a:lnTo>
                    <a:pt x="6662727" y="209030"/>
                  </a:lnTo>
                  <a:lnTo>
                    <a:pt x="6662852" y="209030"/>
                  </a:lnTo>
                  <a:lnTo>
                    <a:pt x="6662977" y="209030"/>
                  </a:lnTo>
                  <a:lnTo>
                    <a:pt x="6663102" y="209030"/>
                  </a:lnTo>
                  <a:lnTo>
                    <a:pt x="6663227" y="209030"/>
                  </a:lnTo>
                  <a:lnTo>
                    <a:pt x="6663352" y="209030"/>
                  </a:lnTo>
                  <a:lnTo>
                    <a:pt x="6663477" y="209030"/>
                  </a:lnTo>
                  <a:lnTo>
                    <a:pt x="6663602" y="209030"/>
                  </a:lnTo>
                  <a:lnTo>
                    <a:pt x="6663727" y="209030"/>
                  </a:lnTo>
                  <a:lnTo>
                    <a:pt x="6663852" y="209030"/>
                  </a:lnTo>
                  <a:lnTo>
                    <a:pt x="6663977" y="209030"/>
                  </a:lnTo>
                  <a:lnTo>
                    <a:pt x="6664102" y="209030"/>
                  </a:lnTo>
                  <a:lnTo>
                    <a:pt x="6664227" y="209030"/>
                  </a:lnTo>
                  <a:lnTo>
                    <a:pt x="6664352" y="209030"/>
                  </a:lnTo>
                  <a:lnTo>
                    <a:pt x="6664477" y="209030"/>
                  </a:lnTo>
                  <a:lnTo>
                    <a:pt x="6664602" y="209030"/>
                  </a:lnTo>
                  <a:lnTo>
                    <a:pt x="6664727" y="209030"/>
                  </a:lnTo>
                  <a:lnTo>
                    <a:pt x="6664853" y="209030"/>
                  </a:lnTo>
                  <a:lnTo>
                    <a:pt x="6664978" y="209030"/>
                  </a:lnTo>
                  <a:lnTo>
                    <a:pt x="6665103" y="209030"/>
                  </a:lnTo>
                  <a:lnTo>
                    <a:pt x="6665228" y="209030"/>
                  </a:lnTo>
                  <a:lnTo>
                    <a:pt x="6665353" y="209030"/>
                  </a:lnTo>
                  <a:lnTo>
                    <a:pt x="6665478" y="209030"/>
                  </a:lnTo>
                  <a:lnTo>
                    <a:pt x="6665603" y="209030"/>
                  </a:lnTo>
                  <a:lnTo>
                    <a:pt x="6665728" y="209030"/>
                  </a:lnTo>
                  <a:lnTo>
                    <a:pt x="6665853" y="209030"/>
                  </a:lnTo>
                  <a:lnTo>
                    <a:pt x="6665978" y="209030"/>
                  </a:lnTo>
                  <a:lnTo>
                    <a:pt x="6666103" y="209030"/>
                  </a:lnTo>
                  <a:lnTo>
                    <a:pt x="6666228" y="209030"/>
                  </a:lnTo>
                  <a:lnTo>
                    <a:pt x="6666353" y="209030"/>
                  </a:lnTo>
                  <a:lnTo>
                    <a:pt x="6666478" y="209030"/>
                  </a:lnTo>
                  <a:lnTo>
                    <a:pt x="6666603" y="209030"/>
                  </a:lnTo>
                  <a:lnTo>
                    <a:pt x="6666728" y="209030"/>
                  </a:lnTo>
                  <a:lnTo>
                    <a:pt x="6666853" y="209030"/>
                  </a:lnTo>
                  <a:lnTo>
                    <a:pt x="6666978" y="209030"/>
                  </a:lnTo>
                  <a:lnTo>
                    <a:pt x="6667103" y="209030"/>
                  </a:lnTo>
                  <a:lnTo>
                    <a:pt x="6667228" y="209030"/>
                  </a:lnTo>
                  <a:lnTo>
                    <a:pt x="6667353" y="209030"/>
                  </a:lnTo>
                  <a:lnTo>
                    <a:pt x="6667478" y="209030"/>
                  </a:lnTo>
                  <a:lnTo>
                    <a:pt x="6667603" y="209030"/>
                  </a:lnTo>
                  <a:lnTo>
                    <a:pt x="6667728" y="209030"/>
                  </a:lnTo>
                  <a:lnTo>
                    <a:pt x="6667854" y="209030"/>
                  </a:lnTo>
                  <a:lnTo>
                    <a:pt x="6667979" y="209030"/>
                  </a:lnTo>
                  <a:lnTo>
                    <a:pt x="6668104" y="209030"/>
                  </a:lnTo>
                  <a:lnTo>
                    <a:pt x="6668229" y="209030"/>
                  </a:lnTo>
                  <a:lnTo>
                    <a:pt x="6668354" y="209030"/>
                  </a:lnTo>
                  <a:lnTo>
                    <a:pt x="6668479" y="209030"/>
                  </a:lnTo>
                  <a:lnTo>
                    <a:pt x="6668604" y="209030"/>
                  </a:lnTo>
                  <a:lnTo>
                    <a:pt x="6668729" y="209030"/>
                  </a:lnTo>
                  <a:lnTo>
                    <a:pt x="6668854" y="209030"/>
                  </a:lnTo>
                  <a:lnTo>
                    <a:pt x="6668979" y="209030"/>
                  </a:lnTo>
                  <a:lnTo>
                    <a:pt x="6669104" y="209030"/>
                  </a:lnTo>
                  <a:lnTo>
                    <a:pt x="6669229" y="209030"/>
                  </a:lnTo>
                  <a:lnTo>
                    <a:pt x="6669354" y="209030"/>
                  </a:lnTo>
                  <a:lnTo>
                    <a:pt x="6669479" y="209030"/>
                  </a:lnTo>
                  <a:lnTo>
                    <a:pt x="6669604" y="209030"/>
                  </a:lnTo>
                  <a:lnTo>
                    <a:pt x="6669729" y="209030"/>
                  </a:lnTo>
                  <a:lnTo>
                    <a:pt x="6669854" y="209030"/>
                  </a:lnTo>
                  <a:lnTo>
                    <a:pt x="6669979" y="209030"/>
                  </a:lnTo>
                  <a:lnTo>
                    <a:pt x="6670104" y="209030"/>
                  </a:lnTo>
                  <a:lnTo>
                    <a:pt x="6670229" y="209030"/>
                  </a:lnTo>
                  <a:lnTo>
                    <a:pt x="6670354" y="209030"/>
                  </a:lnTo>
                  <a:lnTo>
                    <a:pt x="6670479" y="209030"/>
                  </a:lnTo>
                  <a:lnTo>
                    <a:pt x="6670604" y="209030"/>
                  </a:lnTo>
                  <a:lnTo>
                    <a:pt x="6670729" y="209030"/>
                  </a:lnTo>
                  <a:lnTo>
                    <a:pt x="6670855" y="209030"/>
                  </a:lnTo>
                  <a:lnTo>
                    <a:pt x="6670980" y="209030"/>
                  </a:lnTo>
                  <a:lnTo>
                    <a:pt x="6671105" y="209030"/>
                  </a:lnTo>
                  <a:lnTo>
                    <a:pt x="6671230" y="209030"/>
                  </a:lnTo>
                  <a:lnTo>
                    <a:pt x="6671355" y="209030"/>
                  </a:lnTo>
                  <a:lnTo>
                    <a:pt x="6671480" y="209030"/>
                  </a:lnTo>
                  <a:lnTo>
                    <a:pt x="6671605" y="209030"/>
                  </a:lnTo>
                  <a:lnTo>
                    <a:pt x="6671730" y="209030"/>
                  </a:lnTo>
                  <a:lnTo>
                    <a:pt x="6671855" y="209030"/>
                  </a:lnTo>
                  <a:lnTo>
                    <a:pt x="6671980" y="209030"/>
                  </a:lnTo>
                  <a:lnTo>
                    <a:pt x="6672105" y="209030"/>
                  </a:lnTo>
                  <a:lnTo>
                    <a:pt x="6672230" y="209030"/>
                  </a:lnTo>
                  <a:lnTo>
                    <a:pt x="6672355" y="209030"/>
                  </a:lnTo>
                  <a:lnTo>
                    <a:pt x="6672480" y="209030"/>
                  </a:lnTo>
                  <a:lnTo>
                    <a:pt x="6672605" y="209030"/>
                  </a:lnTo>
                  <a:lnTo>
                    <a:pt x="6672730" y="209030"/>
                  </a:lnTo>
                  <a:lnTo>
                    <a:pt x="6672855" y="209030"/>
                  </a:lnTo>
                  <a:lnTo>
                    <a:pt x="6672980" y="209030"/>
                  </a:lnTo>
                  <a:lnTo>
                    <a:pt x="6673105" y="209030"/>
                  </a:lnTo>
                  <a:lnTo>
                    <a:pt x="6673230" y="209030"/>
                  </a:lnTo>
                  <a:lnTo>
                    <a:pt x="6673355" y="209030"/>
                  </a:lnTo>
                  <a:lnTo>
                    <a:pt x="6673480" y="209030"/>
                  </a:lnTo>
                  <a:lnTo>
                    <a:pt x="6673605" y="209030"/>
                  </a:lnTo>
                  <a:lnTo>
                    <a:pt x="6673730" y="209030"/>
                  </a:lnTo>
                  <a:lnTo>
                    <a:pt x="6673856" y="209030"/>
                  </a:lnTo>
                  <a:lnTo>
                    <a:pt x="6673981" y="209030"/>
                  </a:lnTo>
                  <a:lnTo>
                    <a:pt x="6674106" y="209030"/>
                  </a:lnTo>
                  <a:lnTo>
                    <a:pt x="6674231" y="209030"/>
                  </a:lnTo>
                  <a:lnTo>
                    <a:pt x="6674356" y="209030"/>
                  </a:lnTo>
                  <a:lnTo>
                    <a:pt x="6674481" y="209030"/>
                  </a:lnTo>
                  <a:lnTo>
                    <a:pt x="6674606" y="209030"/>
                  </a:lnTo>
                  <a:lnTo>
                    <a:pt x="6674731" y="209030"/>
                  </a:lnTo>
                  <a:lnTo>
                    <a:pt x="6674856" y="209030"/>
                  </a:lnTo>
                  <a:lnTo>
                    <a:pt x="6674981" y="209030"/>
                  </a:lnTo>
                  <a:lnTo>
                    <a:pt x="6675106" y="209030"/>
                  </a:lnTo>
                  <a:lnTo>
                    <a:pt x="6675231" y="209030"/>
                  </a:lnTo>
                  <a:lnTo>
                    <a:pt x="6675356" y="209030"/>
                  </a:lnTo>
                  <a:lnTo>
                    <a:pt x="6675481" y="209030"/>
                  </a:lnTo>
                  <a:lnTo>
                    <a:pt x="6675606" y="209030"/>
                  </a:lnTo>
                  <a:lnTo>
                    <a:pt x="6675606" y="199076"/>
                  </a:lnTo>
                  <a:lnTo>
                    <a:pt x="6675731" y="199076"/>
                  </a:lnTo>
                  <a:lnTo>
                    <a:pt x="6675856" y="199076"/>
                  </a:lnTo>
                  <a:lnTo>
                    <a:pt x="6675981" y="199076"/>
                  </a:lnTo>
                  <a:lnTo>
                    <a:pt x="6676106" y="199076"/>
                  </a:lnTo>
                  <a:lnTo>
                    <a:pt x="6676231" y="199076"/>
                  </a:lnTo>
                  <a:lnTo>
                    <a:pt x="6676356" y="199076"/>
                  </a:lnTo>
                  <a:lnTo>
                    <a:pt x="6676481" y="199076"/>
                  </a:lnTo>
                  <a:lnTo>
                    <a:pt x="6676606" y="199076"/>
                  </a:lnTo>
                  <a:lnTo>
                    <a:pt x="6676732" y="199076"/>
                  </a:lnTo>
                  <a:lnTo>
                    <a:pt x="6676857" y="199076"/>
                  </a:lnTo>
                  <a:lnTo>
                    <a:pt x="6676982" y="199076"/>
                  </a:lnTo>
                  <a:lnTo>
                    <a:pt x="6677107" y="199076"/>
                  </a:lnTo>
                  <a:lnTo>
                    <a:pt x="6677232" y="199076"/>
                  </a:lnTo>
                  <a:lnTo>
                    <a:pt x="6677357" y="199076"/>
                  </a:lnTo>
                  <a:lnTo>
                    <a:pt x="6677482" y="199076"/>
                  </a:lnTo>
                  <a:lnTo>
                    <a:pt x="6677607" y="199076"/>
                  </a:lnTo>
                  <a:lnTo>
                    <a:pt x="6677732" y="199076"/>
                  </a:lnTo>
                  <a:lnTo>
                    <a:pt x="6677857" y="199076"/>
                  </a:lnTo>
                  <a:lnTo>
                    <a:pt x="6677982" y="199076"/>
                  </a:lnTo>
                  <a:lnTo>
                    <a:pt x="6678107" y="199076"/>
                  </a:lnTo>
                  <a:lnTo>
                    <a:pt x="6678232" y="199076"/>
                  </a:lnTo>
                  <a:lnTo>
                    <a:pt x="6678357" y="199076"/>
                  </a:lnTo>
                  <a:lnTo>
                    <a:pt x="6678482" y="199076"/>
                  </a:lnTo>
                  <a:lnTo>
                    <a:pt x="6678607" y="199076"/>
                  </a:lnTo>
                  <a:lnTo>
                    <a:pt x="6678732" y="199076"/>
                  </a:lnTo>
                  <a:lnTo>
                    <a:pt x="6678857" y="199076"/>
                  </a:lnTo>
                  <a:lnTo>
                    <a:pt x="6678982" y="199076"/>
                  </a:lnTo>
                  <a:lnTo>
                    <a:pt x="6679107" y="199076"/>
                  </a:lnTo>
                  <a:lnTo>
                    <a:pt x="6679232" y="199076"/>
                  </a:lnTo>
                  <a:lnTo>
                    <a:pt x="6679357" y="199076"/>
                  </a:lnTo>
                  <a:lnTo>
                    <a:pt x="6679482" y="199076"/>
                  </a:lnTo>
                  <a:lnTo>
                    <a:pt x="6679607" y="199076"/>
                  </a:lnTo>
                  <a:lnTo>
                    <a:pt x="6679733" y="199076"/>
                  </a:lnTo>
                  <a:lnTo>
                    <a:pt x="6679858" y="199076"/>
                  </a:lnTo>
                  <a:lnTo>
                    <a:pt x="6679983" y="199076"/>
                  </a:lnTo>
                  <a:lnTo>
                    <a:pt x="6680108" y="199076"/>
                  </a:lnTo>
                  <a:lnTo>
                    <a:pt x="6680233" y="199076"/>
                  </a:lnTo>
                  <a:lnTo>
                    <a:pt x="6680358" y="199076"/>
                  </a:lnTo>
                  <a:lnTo>
                    <a:pt x="6680483" y="199076"/>
                  </a:lnTo>
                  <a:lnTo>
                    <a:pt x="6680608" y="199076"/>
                  </a:lnTo>
                  <a:lnTo>
                    <a:pt x="6680733" y="199076"/>
                  </a:lnTo>
                  <a:lnTo>
                    <a:pt x="6680858" y="199076"/>
                  </a:lnTo>
                  <a:lnTo>
                    <a:pt x="6680983" y="199076"/>
                  </a:lnTo>
                  <a:lnTo>
                    <a:pt x="6681108" y="199076"/>
                  </a:lnTo>
                  <a:lnTo>
                    <a:pt x="6681233" y="199076"/>
                  </a:lnTo>
                  <a:lnTo>
                    <a:pt x="6681358" y="199076"/>
                  </a:lnTo>
                  <a:lnTo>
                    <a:pt x="6681483" y="199076"/>
                  </a:lnTo>
                  <a:lnTo>
                    <a:pt x="6681608" y="199076"/>
                  </a:lnTo>
                  <a:lnTo>
                    <a:pt x="6681733" y="199076"/>
                  </a:lnTo>
                  <a:lnTo>
                    <a:pt x="6681858" y="199076"/>
                  </a:lnTo>
                  <a:lnTo>
                    <a:pt x="6681983" y="199076"/>
                  </a:lnTo>
                  <a:lnTo>
                    <a:pt x="6682108" y="199076"/>
                  </a:lnTo>
                  <a:lnTo>
                    <a:pt x="6682233" y="199076"/>
                  </a:lnTo>
                  <a:lnTo>
                    <a:pt x="6682358" y="199076"/>
                  </a:lnTo>
                  <a:lnTo>
                    <a:pt x="6682483" y="199076"/>
                  </a:lnTo>
                  <a:lnTo>
                    <a:pt x="6682608" y="199076"/>
                  </a:lnTo>
                  <a:lnTo>
                    <a:pt x="6682734" y="199076"/>
                  </a:lnTo>
                  <a:lnTo>
                    <a:pt x="6682859" y="199076"/>
                  </a:lnTo>
                  <a:lnTo>
                    <a:pt x="6682984" y="199076"/>
                  </a:lnTo>
                  <a:lnTo>
                    <a:pt x="6683109" y="199076"/>
                  </a:lnTo>
                  <a:lnTo>
                    <a:pt x="6683234" y="199076"/>
                  </a:lnTo>
                  <a:lnTo>
                    <a:pt x="6683359" y="199076"/>
                  </a:lnTo>
                  <a:lnTo>
                    <a:pt x="6683484" y="199076"/>
                  </a:lnTo>
                  <a:lnTo>
                    <a:pt x="6683609" y="199076"/>
                  </a:lnTo>
                  <a:lnTo>
                    <a:pt x="6683734" y="199076"/>
                  </a:lnTo>
                  <a:lnTo>
                    <a:pt x="6683859" y="199076"/>
                  </a:lnTo>
                  <a:lnTo>
                    <a:pt x="6683984" y="199076"/>
                  </a:lnTo>
                  <a:lnTo>
                    <a:pt x="6684109" y="199076"/>
                  </a:lnTo>
                  <a:lnTo>
                    <a:pt x="6684234" y="199076"/>
                  </a:lnTo>
                  <a:lnTo>
                    <a:pt x="6684359" y="199076"/>
                  </a:lnTo>
                  <a:lnTo>
                    <a:pt x="6684484" y="199076"/>
                  </a:lnTo>
                  <a:lnTo>
                    <a:pt x="6684609" y="199076"/>
                  </a:lnTo>
                  <a:lnTo>
                    <a:pt x="6684734" y="199076"/>
                  </a:lnTo>
                  <a:lnTo>
                    <a:pt x="6684859" y="199076"/>
                  </a:lnTo>
                  <a:lnTo>
                    <a:pt x="6684984" y="199076"/>
                  </a:lnTo>
                  <a:lnTo>
                    <a:pt x="6685109" y="199076"/>
                  </a:lnTo>
                  <a:lnTo>
                    <a:pt x="6685234" y="199076"/>
                  </a:lnTo>
                  <a:lnTo>
                    <a:pt x="6685359" y="199076"/>
                  </a:lnTo>
                  <a:lnTo>
                    <a:pt x="6685484" y="199076"/>
                  </a:lnTo>
                  <a:lnTo>
                    <a:pt x="6685609" y="199076"/>
                  </a:lnTo>
                  <a:lnTo>
                    <a:pt x="6685735" y="199076"/>
                  </a:lnTo>
                  <a:lnTo>
                    <a:pt x="6685860" y="199076"/>
                  </a:lnTo>
                  <a:lnTo>
                    <a:pt x="6685985" y="199076"/>
                  </a:lnTo>
                  <a:lnTo>
                    <a:pt x="6686110" y="199076"/>
                  </a:lnTo>
                  <a:lnTo>
                    <a:pt x="6686235" y="199076"/>
                  </a:lnTo>
                  <a:lnTo>
                    <a:pt x="6686360" y="199076"/>
                  </a:lnTo>
                  <a:lnTo>
                    <a:pt x="6686485" y="199076"/>
                  </a:lnTo>
                  <a:lnTo>
                    <a:pt x="6686610" y="199076"/>
                  </a:lnTo>
                  <a:lnTo>
                    <a:pt x="6686735" y="199076"/>
                  </a:lnTo>
                  <a:lnTo>
                    <a:pt x="6686860" y="199076"/>
                  </a:lnTo>
                  <a:lnTo>
                    <a:pt x="6686985" y="199076"/>
                  </a:lnTo>
                  <a:lnTo>
                    <a:pt x="6687110" y="199076"/>
                  </a:lnTo>
                  <a:lnTo>
                    <a:pt x="6687235" y="199076"/>
                  </a:lnTo>
                  <a:lnTo>
                    <a:pt x="6687360" y="199076"/>
                  </a:lnTo>
                  <a:lnTo>
                    <a:pt x="6687485" y="199076"/>
                  </a:lnTo>
                  <a:lnTo>
                    <a:pt x="6687610" y="199076"/>
                  </a:lnTo>
                  <a:lnTo>
                    <a:pt x="6687735" y="199076"/>
                  </a:lnTo>
                  <a:lnTo>
                    <a:pt x="6687860" y="199076"/>
                  </a:lnTo>
                  <a:lnTo>
                    <a:pt x="6687985" y="199076"/>
                  </a:lnTo>
                  <a:lnTo>
                    <a:pt x="6688110" y="199076"/>
                  </a:lnTo>
                  <a:lnTo>
                    <a:pt x="6688235" y="199076"/>
                  </a:lnTo>
                  <a:lnTo>
                    <a:pt x="6688360" y="199076"/>
                  </a:lnTo>
                  <a:lnTo>
                    <a:pt x="6688485" y="199076"/>
                  </a:lnTo>
                  <a:lnTo>
                    <a:pt x="6688610" y="199076"/>
                  </a:lnTo>
                  <a:lnTo>
                    <a:pt x="6688736" y="199076"/>
                  </a:lnTo>
                  <a:lnTo>
                    <a:pt x="6688861" y="199076"/>
                  </a:lnTo>
                  <a:lnTo>
                    <a:pt x="6688986" y="199076"/>
                  </a:lnTo>
                  <a:lnTo>
                    <a:pt x="6689111" y="199076"/>
                  </a:lnTo>
                  <a:lnTo>
                    <a:pt x="6689236" y="199076"/>
                  </a:lnTo>
                  <a:lnTo>
                    <a:pt x="6689361" y="199076"/>
                  </a:lnTo>
                  <a:lnTo>
                    <a:pt x="6689486" y="199076"/>
                  </a:lnTo>
                  <a:lnTo>
                    <a:pt x="6689611" y="199076"/>
                  </a:lnTo>
                  <a:lnTo>
                    <a:pt x="6689736" y="199076"/>
                  </a:lnTo>
                  <a:lnTo>
                    <a:pt x="6689861" y="199076"/>
                  </a:lnTo>
                  <a:lnTo>
                    <a:pt x="6689986" y="199076"/>
                  </a:lnTo>
                  <a:lnTo>
                    <a:pt x="6690111" y="199076"/>
                  </a:lnTo>
                  <a:lnTo>
                    <a:pt x="6690236" y="199076"/>
                  </a:lnTo>
                  <a:lnTo>
                    <a:pt x="6690361" y="199076"/>
                  </a:lnTo>
                  <a:lnTo>
                    <a:pt x="6690486" y="199076"/>
                  </a:lnTo>
                  <a:lnTo>
                    <a:pt x="6690611" y="199076"/>
                  </a:lnTo>
                  <a:lnTo>
                    <a:pt x="6690736" y="199076"/>
                  </a:lnTo>
                  <a:lnTo>
                    <a:pt x="6690861" y="199076"/>
                  </a:lnTo>
                  <a:lnTo>
                    <a:pt x="6690986" y="199076"/>
                  </a:lnTo>
                  <a:lnTo>
                    <a:pt x="6691111" y="199076"/>
                  </a:lnTo>
                  <a:lnTo>
                    <a:pt x="6691236" y="199076"/>
                  </a:lnTo>
                  <a:lnTo>
                    <a:pt x="6691361" y="199076"/>
                  </a:lnTo>
                  <a:lnTo>
                    <a:pt x="6691486" y="199076"/>
                  </a:lnTo>
                  <a:lnTo>
                    <a:pt x="6691611" y="199076"/>
                  </a:lnTo>
                  <a:lnTo>
                    <a:pt x="6691737" y="199076"/>
                  </a:lnTo>
                  <a:lnTo>
                    <a:pt x="6691862" y="199076"/>
                  </a:lnTo>
                  <a:lnTo>
                    <a:pt x="6691987" y="199076"/>
                  </a:lnTo>
                  <a:lnTo>
                    <a:pt x="6692112" y="199076"/>
                  </a:lnTo>
                  <a:lnTo>
                    <a:pt x="6692237" y="199076"/>
                  </a:lnTo>
                  <a:lnTo>
                    <a:pt x="6692362" y="199076"/>
                  </a:lnTo>
                  <a:lnTo>
                    <a:pt x="6692487" y="199076"/>
                  </a:lnTo>
                  <a:lnTo>
                    <a:pt x="6692612" y="199076"/>
                  </a:lnTo>
                  <a:lnTo>
                    <a:pt x="6692737" y="199076"/>
                  </a:lnTo>
                  <a:lnTo>
                    <a:pt x="6692862" y="199076"/>
                  </a:lnTo>
                  <a:lnTo>
                    <a:pt x="6692987" y="199076"/>
                  </a:lnTo>
                  <a:lnTo>
                    <a:pt x="6693112" y="199076"/>
                  </a:lnTo>
                  <a:lnTo>
                    <a:pt x="6693237" y="199076"/>
                  </a:lnTo>
                  <a:lnTo>
                    <a:pt x="6693362" y="199076"/>
                  </a:lnTo>
                  <a:lnTo>
                    <a:pt x="6693487" y="199076"/>
                  </a:lnTo>
                  <a:lnTo>
                    <a:pt x="6693612" y="199076"/>
                  </a:lnTo>
                  <a:lnTo>
                    <a:pt x="6693737" y="199076"/>
                  </a:lnTo>
                  <a:lnTo>
                    <a:pt x="6693862" y="199076"/>
                  </a:lnTo>
                  <a:lnTo>
                    <a:pt x="6693987" y="199076"/>
                  </a:lnTo>
                  <a:lnTo>
                    <a:pt x="6694112" y="199076"/>
                  </a:lnTo>
                  <a:lnTo>
                    <a:pt x="6694237" y="199076"/>
                  </a:lnTo>
                  <a:lnTo>
                    <a:pt x="6694362" y="199076"/>
                  </a:lnTo>
                  <a:lnTo>
                    <a:pt x="6694487" y="199076"/>
                  </a:lnTo>
                  <a:lnTo>
                    <a:pt x="6694612" y="199076"/>
                  </a:lnTo>
                  <a:lnTo>
                    <a:pt x="6694738" y="199076"/>
                  </a:lnTo>
                  <a:lnTo>
                    <a:pt x="6694863" y="199076"/>
                  </a:lnTo>
                  <a:lnTo>
                    <a:pt x="6694988" y="199076"/>
                  </a:lnTo>
                  <a:lnTo>
                    <a:pt x="6695113" y="199076"/>
                  </a:lnTo>
                  <a:lnTo>
                    <a:pt x="6695238" y="199076"/>
                  </a:lnTo>
                  <a:lnTo>
                    <a:pt x="6695363" y="199076"/>
                  </a:lnTo>
                  <a:lnTo>
                    <a:pt x="6695488" y="199076"/>
                  </a:lnTo>
                  <a:lnTo>
                    <a:pt x="6695613" y="199076"/>
                  </a:lnTo>
                  <a:lnTo>
                    <a:pt x="6695738" y="199076"/>
                  </a:lnTo>
                  <a:lnTo>
                    <a:pt x="6695863" y="199076"/>
                  </a:lnTo>
                  <a:lnTo>
                    <a:pt x="6695988" y="199076"/>
                  </a:lnTo>
                  <a:lnTo>
                    <a:pt x="6696113" y="199076"/>
                  </a:lnTo>
                  <a:lnTo>
                    <a:pt x="6696238" y="199076"/>
                  </a:lnTo>
                  <a:lnTo>
                    <a:pt x="6696363" y="199076"/>
                  </a:lnTo>
                  <a:lnTo>
                    <a:pt x="6696488" y="199076"/>
                  </a:lnTo>
                  <a:lnTo>
                    <a:pt x="6696613" y="199076"/>
                  </a:lnTo>
                  <a:lnTo>
                    <a:pt x="6696738" y="199076"/>
                  </a:lnTo>
                  <a:lnTo>
                    <a:pt x="6696863" y="199076"/>
                  </a:lnTo>
                  <a:lnTo>
                    <a:pt x="6696988" y="199076"/>
                  </a:lnTo>
                  <a:lnTo>
                    <a:pt x="6697113" y="199076"/>
                  </a:lnTo>
                  <a:lnTo>
                    <a:pt x="6697238" y="199076"/>
                  </a:lnTo>
                  <a:lnTo>
                    <a:pt x="6697363" y="199076"/>
                  </a:lnTo>
                  <a:lnTo>
                    <a:pt x="6697488" y="199076"/>
                  </a:lnTo>
                  <a:lnTo>
                    <a:pt x="6697613" y="199076"/>
                  </a:lnTo>
                  <a:lnTo>
                    <a:pt x="6697739" y="199076"/>
                  </a:lnTo>
                  <a:lnTo>
                    <a:pt x="6697864" y="199076"/>
                  </a:lnTo>
                  <a:lnTo>
                    <a:pt x="6697989" y="199076"/>
                  </a:lnTo>
                  <a:lnTo>
                    <a:pt x="6698114" y="199076"/>
                  </a:lnTo>
                  <a:lnTo>
                    <a:pt x="6698239" y="199076"/>
                  </a:lnTo>
                  <a:lnTo>
                    <a:pt x="6698364" y="199076"/>
                  </a:lnTo>
                  <a:lnTo>
                    <a:pt x="6698489" y="199076"/>
                  </a:lnTo>
                  <a:lnTo>
                    <a:pt x="6698614" y="199076"/>
                  </a:lnTo>
                  <a:lnTo>
                    <a:pt x="6698739" y="199076"/>
                  </a:lnTo>
                  <a:lnTo>
                    <a:pt x="6698864" y="199076"/>
                  </a:lnTo>
                  <a:lnTo>
                    <a:pt x="6698989" y="199076"/>
                  </a:lnTo>
                  <a:lnTo>
                    <a:pt x="6699114" y="199076"/>
                  </a:lnTo>
                  <a:lnTo>
                    <a:pt x="6699239" y="199076"/>
                  </a:lnTo>
                  <a:lnTo>
                    <a:pt x="6699364" y="199076"/>
                  </a:lnTo>
                  <a:lnTo>
                    <a:pt x="6699489" y="199076"/>
                  </a:lnTo>
                  <a:lnTo>
                    <a:pt x="6699614" y="199076"/>
                  </a:lnTo>
                  <a:lnTo>
                    <a:pt x="6699739" y="199076"/>
                  </a:lnTo>
                  <a:lnTo>
                    <a:pt x="6699864" y="199076"/>
                  </a:lnTo>
                  <a:lnTo>
                    <a:pt x="6699989" y="199076"/>
                  </a:lnTo>
                  <a:lnTo>
                    <a:pt x="6700114" y="199076"/>
                  </a:lnTo>
                  <a:lnTo>
                    <a:pt x="6700239" y="199076"/>
                  </a:lnTo>
                  <a:lnTo>
                    <a:pt x="6700239" y="189122"/>
                  </a:lnTo>
                  <a:lnTo>
                    <a:pt x="6700364" y="189122"/>
                  </a:lnTo>
                  <a:lnTo>
                    <a:pt x="6700489" y="189122"/>
                  </a:lnTo>
                  <a:lnTo>
                    <a:pt x="6700614" y="189122"/>
                  </a:lnTo>
                  <a:lnTo>
                    <a:pt x="6700740" y="189122"/>
                  </a:lnTo>
                  <a:lnTo>
                    <a:pt x="6700865" y="189122"/>
                  </a:lnTo>
                  <a:lnTo>
                    <a:pt x="6700990" y="189122"/>
                  </a:lnTo>
                  <a:lnTo>
                    <a:pt x="6701115" y="189122"/>
                  </a:lnTo>
                  <a:lnTo>
                    <a:pt x="6701240" y="189122"/>
                  </a:lnTo>
                  <a:lnTo>
                    <a:pt x="6701365" y="189122"/>
                  </a:lnTo>
                  <a:lnTo>
                    <a:pt x="6701490" y="189122"/>
                  </a:lnTo>
                  <a:lnTo>
                    <a:pt x="6701615" y="189122"/>
                  </a:lnTo>
                  <a:lnTo>
                    <a:pt x="6701740" y="189122"/>
                  </a:lnTo>
                  <a:lnTo>
                    <a:pt x="6701865" y="189122"/>
                  </a:lnTo>
                  <a:lnTo>
                    <a:pt x="6701990" y="189122"/>
                  </a:lnTo>
                  <a:lnTo>
                    <a:pt x="6702115" y="189122"/>
                  </a:lnTo>
                  <a:lnTo>
                    <a:pt x="6702240" y="189122"/>
                  </a:lnTo>
                  <a:lnTo>
                    <a:pt x="6702365" y="189122"/>
                  </a:lnTo>
                  <a:lnTo>
                    <a:pt x="6702490" y="189122"/>
                  </a:lnTo>
                  <a:lnTo>
                    <a:pt x="6702615" y="189122"/>
                  </a:lnTo>
                  <a:lnTo>
                    <a:pt x="6702740" y="189122"/>
                  </a:lnTo>
                  <a:lnTo>
                    <a:pt x="6702865" y="189122"/>
                  </a:lnTo>
                  <a:lnTo>
                    <a:pt x="6702990" y="189122"/>
                  </a:lnTo>
                  <a:lnTo>
                    <a:pt x="6703115" y="189122"/>
                  </a:lnTo>
                  <a:lnTo>
                    <a:pt x="6703240" y="189122"/>
                  </a:lnTo>
                  <a:lnTo>
                    <a:pt x="6703365" y="189122"/>
                  </a:lnTo>
                  <a:lnTo>
                    <a:pt x="6703490" y="189122"/>
                  </a:lnTo>
                  <a:lnTo>
                    <a:pt x="6703615" y="189122"/>
                  </a:lnTo>
                  <a:lnTo>
                    <a:pt x="6703741" y="189122"/>
                  </a:lnTo>
                  <a:lnTo>
                    <a:pt x="6703866" y="189122"/>
                  </a:lnTo>
                  <a:lnTo>
                    <a:pt x="6703991" y="189122"/>
                  </a:lnTo>
                  <a:lnTo>
                    <a:pt x="6704116" y="189122"/>
                  </a:lnTo>
                  <a:lnTo>
                    <a:pt x="6704241" y="189122"/>
                  </a:lnTo>
                  <a:lnTo>
                    <a:pt x="6704366" y="189122"/>
                  </a:lnTo>
                  <a:lnTo>
                    <a:pt x="6704491" y="189122"/>
                  </a:lnTo>
                  <a:lnTo>
                    <a:pt x="6704616" y="189122"/>
                  </a:lnTo>
                  <a:lnTo>
                    <a:pt x="6704741" y="189122"/>
                  </a:lnTo>
                  <a:lnTo>
                    <a:pt x="6704866" y="189122"/>
                  </a:lnTo>
                  <a:lnTo>
                    <a:pt x="6704991" y="189122"/>
                  </a:lnTo>
                  <a:lnTo>
                    <a:pt x="6705116" y="189122"/>
                  </a:lnTo>
                  <a:lnTo>
                    <a:pt x="6705241" y="189122"/>
                  </a:lnTo>
                  <a:lnTo>
                    <a:pt x="6705366" y="189122"/>
                  </a:lnTo>
                  <a:lnTo>
                    <a:pt x="6705491" y="189122"/>
                  </a:lnTo>
                  <a:lnTo>
                    <a:pt x="6705616" y="189122"/>
                  </a:lnTo>
                  <a:lnTo>
                    <a:pt x="6705741" y="189122"/>
                  </a:lnTo>
                  <a:lnTo>
                    <a:pt x="6705866" y="189122"/>
                  </a:lnTo>
                  <a:lnTo>
                    <a:pt x="6705991" y="189122"/>
                  </a:lnTo>
                  <a:lnTo>
                    <a:pt x="6706116" y="189122"/>
                  </a:lnTo>
                  <a:lnTo>
                    <a:pt x="6706241" y="189122"/>
                  </a:lnTo>
                  <a:lnTo>
                    <a:pt x="6706366" y="189122"/>
                  </a:lnTo>
                  <a:lnTo>
                    <a:pt x="6706491" y="189122"/>
                  </a:lnTo>
                  <a:lnTo>
                    <a:pt x="6706616" y="189122"/>
                  </a:lnTo>
                  <a:lnTo>
                    <a:pt x="6706742" y="189122"/>
                  </a:lnTo>
                  <a:lnTo>
                    <a:pt x="6706867" y="189122"/>
                  </a:lnTo>
                  <a:lnTo>
                    <a:pt x="6706992" y="189122"/>
                  </a:lnTo>
                  <a:lnTo>
                    <a:pt x="6707117" y="189122"/>
                  </a:lnTo>
                  <a:lnTo>
                    <a:pt x="6707242" y="189122"/>
                  </a:lnTo>
                  <a:lnTo>
                    <a:pt x="6707367" y="189122"/>
                  </a:lnTo>
                  <a:lnTo>
                    <a:pt x="6707492" y="189122"/>
                  </a:lnTo>
                  <a:lnTo>
                    <a:pt x="6707617" y="189122"/>
                  </a:lnTo>
                  <a:lnTo>
                    <a:pt x="6707742" y="189122"/>
                  </a:lnTo>
                  <a:lnTo>
                    <a:pt x="6707867" y="189122"/>
                  </a:lnTo>
                  <a:lnTo>
                    <a:pt x="6707992" y="189122"/>
                  </a:lnTo>
                  <a:lnTo>
                    <a:pt x="6708117" y="189122"/>
                  </a:lnTo>
                  <a:lnTo>
                    <a:pt x="6708242" y="189122"/>
                  </a:lnTo>
                  <a:lnTo>
                    <a:pt x="6708367" y="189122"/>
                  </a:lnTo>
                  <a:lnTo>
                    <a:pt x="6708492" y="189122"/>
                  </a:lnTo>
                  <a:lnTo>
                    <a:pt x="6708617" y="189122"/>
                  </a:lnTo>
                  <a:lnTo>
                    <a:pt x="6708742" y="189122"/>
                  </a:lnTo>
                  <a:lnTo>
                    <a:pt x="6708867" y="189122"/>
                  </a:lnTo>
                  <a:lnTo>
                    <a:pt x="6708992" y="189122"/>
                  </a:lnTo>
                  <a:lnTo>
                    <a:pt x="6709117" y="189122"/>
                  </a:lnTo>
                  <a:lnTo>
                    <a:pt x="6709242" y="189122"/>
                  </a:lnTo>
                  <a:lnTo>
                    <a:pt x="6709367" y="189122"/>
                  </a:lnTo>
                  <a:lnTo>
                    <a:pt x="6709492" y="189122"/>
                  </a:lnTo>
                  <a:lnTo>
                    <a:pt x="6709617" y="189122"/>
                  </a:lnTo>
                  <a:lnTo>
                    <a:pt x="6709743" y="189122"/>
                  </a:lnTo>
                  <a:lnTo>
                    <a:pt x="6709868" y="189122"/>
                  </a:lnTo>
                  <a:lnTo>
                    <a:pt x="6709993" y="189122"/>
                  </a:lnTo>
                  <a:lnTo>
                    <a:pt x="6710118" y="189122"/>
                  </a:lnTo>
                  <a:lnTo>
                    <a:pt x="6710243" y="189122"/>
                  </a:lnTo>
                  <a:lnTo>
                    <a:pt x="6710368" y="189122"/>
                  </a:lnTo>
                  <a:lnTo>
                    <a:pt x="6710493" y="189122"/>
                  </a:lnTo>
                  <a:lnTo>
                    <a:pt x="6710618" y="189122"/>
                  </a:lnTo>
                  <a:lnTo>
                    <a:pt x="6710743" y="189122"/>
                  </a:lnTo>
                  <a:lnTo>
                    <a:pt x="6710868" y="189122"/>
                  </a:lnTo>
                  <a:lnTo>
                    <a:pt x="6710993" y="189122"/>
                  </a:lnTo>
                  <a:lnTo>
                    <a:pt x="6711118" y="189122"/>
                  </a:lnTo>
                  <a:lnTo>
                    <a:pt x="6711243" y="189122"/>
                  </a:lnTo>
                  <a:lnTo>
                    <a:pt x="6711368" y="189122"/>
                  </a:lnTo>
                  <a:lnTo>
                    <a:pt x="6711493" y="189122"/>
                  </a:lnTo>
                  <a:lnTo>
                    <a:pt x="6711618" y="189122"/>
                  </a:lnTo>
                  <a:lnTo>
                    <a:pt x="6711743" y="189122"/>
                  </a:lnTo>
                  <a:lnTo>
                    <a:pt x="6711868" y="189122"/>
                  </a:lnTo>
                  <a:lnTo>
                    <a:pt x="6711993" y="189122"/>
                  </a:lnTo>
                  <a:lnTo>
                    <a:pt x="6712118" y="189122"/>
                  </a:lnTo>
                  <a:lnTo>
                    <a:pt x="6712243" y="189122"/>
                  </a:lnTo>
                  <a:lnTo>
                    <a:pt x="6712368" y="189122"/>
                  </a:lnTo>
                  <a:lnTo>
                    <a:pt x="6712493" y="189122"/>
                  </a:lnTo>
                  <a:lnTo>
                    <a:pt x="6712618" y="189122"/>
                  </a:lnTo>
                  <a:lnTo>
                    <a:pt x="6712744" y="189122"/>
                  </a:lnTo>
                  <a:lnTo>
                    <a:pt x="6712869" y="189122"/>
                  </a:lnTo>
                  <a:lnTo>
                    <a:pt x="6712994" y="189122"/>
                  </a:lnTo>
                  <a:lnTo>
                    <a:pt x="6713119" y="189122"/>
                  </a:lnTo>
                  <a:lnTo>
                    <a:pt x="6713244" y="189122"/>
                  </a:lnTo>
                  <a:lnTo>
                    <a:pt x="6713369" y="189122"/>
                  </a:lnTo>
                  <a:lnTo>
                    <a:pt x="6713494" y="189122"/>
                  </a:lnTo>
                  <a:lnTo>
                    <a:pt x="6713619" y="189122"/>
                  </a:lnTo>
                  <a:lnTo>
                    <a:pt x="6713744" y="189122"/>
                  </a:lnTo>
                  <a:lnTo>
                    <a:pt x="6713869" y="189122"/>
                  </a:lnTo>
                  <a:lnTo>
                    <a:pt x="6713994" y="189122"/>
                  </a:lnTo>
                  <a:lnTo>
                    <a:pt x="6714119" y="189122"/>
                  </a:lnTo>
                  <a:lnTo>
                    <a:pt x="6714244" y="189122"/>
                  </a:lnTo>
                  <a:lnTo>
                    <a:pt x="6714369" y="189122"/>
                  </a:lnTo>
                  <a:lnTo>
                    <a:pt x="6714494" y="189122"/>
                  </a:lnTo>
                  <a:lnTo>
                    <a:pt x="6714619" y="189122"/>
                  </a:lnTo>
                  <a:lnTo>
                    <a:pt x="6714744" y="189122"/>
                  </a:lnTo>
                  <a:lnTo>
                    <a:pt x="6714869" y="189122"/>
                  </a:lnTo>
                  <a:lnTo>
                    <a:pt x="6714994" y="189122"/>
                  </a:lnTo>
                  <a:lnTo>
                    <a:pt x="6715119" y="189122"/>
                  </a:lnTo>
                  <a:lnTo>
                    <a:pt x="6715244" y="189122"/>
                  </a:lnTo>
                  <a:lnTo>
                    <a:pt x="6715369" y="189122"/>
                  </a:lnTo>
                  <a:lnTo>
                    <a:pt x="6715494" y="189122"/>
                  </a:lnTo>
                  <a:lnTo>
                    <a:pt x="6715620" y="189122"/>
                  </a:lnTo>
                  <a:lnTo>
                    <a:pt x="6715745" y="189122"/>
                  </a:lnTo>
                  <a:lnTo>
                    <a:pt x="6715870" y="189122"/>
                  </a:lnTo>
                  <a:lnTo>
                    <a:pt x="6715995" y="189122"/>
                  </a:lnTo>
                  <a:lnTo>
                    <a:pt x="6716120" y="189122"/>
                  </a:lnTo>
                  <a:lnTo>
                    <a:pt x="6716245" y="189122"/>
                  </a:lnTo>
                  <a:lnTo>
                    <a:pt x="6716370" y="189122"/>
                  </a:lnTo>
                  <a:lnTo>
                    <a:pt x="6716495" y="189122"/>
                  </a:lnTo>
                  <a:lnTo>
                    <a:pt x="6716620" y="189122"/>
                  </a:lnTo>
                  <a:lnTo>
                    <a:pt x="6716745" y="189122"/>
                  </a:lnTo>
                  <a:lnTo>
                    <a:pt x="6716870" y="189122"/>
                  </a:lnTo>
                  <a:lnTo>
                    <a:pt x="6716995" y="189122"/>
                  </a:lnTo>
                  <a:lnTo>
                    <a:pt x="6717120" y="189122"/>
                  </a:lnTo>
                  <a:lnTo>
                    <a:pt x="6717245" y="189122"/>
                  </a:lnTo>
                  <a:lnTo>
                    <a:pt x="6717370" y="189122"/>
                  </a:lnTo>
                  <a:lnTo>
                    <a:pt x="6717495" y="189122"/>
                  </a:lnTo>
                  <a:lnTo>
                    <a:pt x="6717620" y="189122"/>
                  </a:lnTo>
                  <a:lnTo>
                    <a:pt x="6717745" y="189122"/>
                  </a:lnTo>
                  <a:lnTo>
                    <a:pt x="6717870" y="189122"/>
                  </a:lnTo>
                  <a:lnTo>
                    <a:pt x="6717995" y="189122"/>
                  </a:lnTo>
                  <a:lnTo>
                    <a:pt x="6718120" y="189122"/>
                  </a:lnTo>
                  <a:lnTo>
                    <a:pt x="6718245" y="189122"/>
                  </a:lnTo>
                  <a:lnTo>
                    <a:pt x="6718370" y="189122"/>
                  </a:lnTo>
                  <a:lnTo>
                    <a:pt x="6718495" y="189122"/>
                  </a:lnTo>
                  <a:lnTo>
                    <a:pt x="6718621" y="189122"/>
                  </a:lnTo>
                  <a:lnTo>
                    <a:pt x="6718746" y="189122"/>
                  </a:lnTo>
                  <a:lnTo>
                    <a:pt x="6718871" y="189122"/>
                  </a:lnTo>
                  <a:lnTo>
                    <a:pt x="6718996" y="189122"/>
                  </a:lnTo>
                  <a:lnTo>
                    <a:pt x="6719121" y="189122"/>
                  </a:lnTo>
                  <a:lnTo>
                    <a:pt x="6719246" y="189122"/>
                  </a:lnTo>
                  <a:lnTo>
                    <a:pt x="6719371" y="189122"/>
                  </a:lnTo>
                  <a:lnTo>
                    <a:pt x="6719496" y="189122"/>
                  </a:lnTo>
                  <a:lnTo>
                    <a:pt x="6719621" y="189122"/>
                  </a:lnTo>
                  <a:lnTo>
                    <a:pt x="6719746" y="189122"/>
                  </a:lnTo>
                  <a:lnTo>
                    <a:pt x="6719871" y="189122"/>
                  </a:lnTo>
                  <a:lnTo>
                    <a:pt x="6719996" y="189122"/>
                  </a:lnTo>
                  <a:lnTo>
                    <a:pt x="6720121" y="189122"/>
                  </a:lnTo>
                  <a:lnTo>
                    <a:pt x="6720246" y="189122"/>
                  </a:lnTo>
                  <a:lnTo>
                    <a:pt x="6720371" y="189122"/>
                  </a:lnTo>
                  <a:lnTo>
                    <a:pt x="6720496" y="189122"/>
                  </a:lnTo>
                  <a:lnTo>
                    <a:pt x="6720621" y="189122"/>
                  </a:lnTo>
                  <a:lnTo>
                    <a:pt x="6720746" y="189122"/>
                  </a:lnTo>
                  <a:lnTo>
                    <a:pt x="6720871" y="189122"/>
                  </a:lnTo>
                  <a:lnTo>
                    <a:pt x="6720996" y="189122"/>
                  </a:lnTo>
                  <a:lnTo>
                    <a:pt x="6721121" y="189122"/>
                  </a:lnTo>
                  <a:lnTo>
                    <a:pt x="6721246" y="189122"/>
                  </a:lnTo>
                  <a:lnTo>
                    <a:pt x="6721371" y="189122"/>
                  </a:lnTo>
                  <a:lnTo>
                    <a:pt x="6721496" y="189122"/>
                  </a:lnTo>
                  <a:lnTo>
                    <a:pt x="6721622" y="189122"/>
                  </a:lnTo>
                  <a:lnTo>
                    <a:pt x="6721747" y="189122"/>
                  </a:lnTo>
                  <a:lnTo>
                    <a:pt x="6721872" y="189122"/>
                  </a:lnTo>
                  <a:lnTo>
                    <a:pt x="6721997" y="189122"/>
                  </a:lnTo>
                  <a:lnTo>
                    <a:pt x="6722122" y="189122"/>
                  </a:lnTo>
                  <a:lnTo>
                    <a:pt x="6722247" y="189122"/>
                  </a:lnTo>
                  <a:lnTo>
                    <a:pt x="6722372" y="189122"/>
                  </a:lnTo>
                  <a:lnTo>
                    <a:pt x="6722497" y="189122"/>
                  </a:lnTo>
                  <a:lnTo>
                    <a:pt x="6722622" y="189122"/>
                  </a:lnTo>
                  <a:lnTo>
                    <a:pt x="6722747" y="189122"/>
                  </a:lnTo>
                  <a:lnTo>
                    <a:pt x="6722872" y="189122"/>
                  </a:lnTo>
                  <a:lnTo>
                    <a:pt x="6722997" y="189122"/>
                  </a:lnTo>
                  <a:lnTo>
                    <a:pt x="6723122" y="189122"/>
                  </a:lnTo>
                  <a:lnTo>
                    <a:pt x="6723247" y="189122"/>
                  </a:lnTo>
                  <a:lnTo>
                    <a:pt x="6723372" y="189122"/>
                  </a:lnTo>
                  <a:lnTo>
                    <a:pt x="6723497" y="189122"/>
                  </a:lnTo>
                  <a:lnTo>
                    <a:pt x="6723622" y="189122"/>
                  </a:lnTo>
                  <a:lnTo>
                    <a:pt x="6723747" y="189122"/>
                  </a:lnTo>
                  <a:lnTo>
                    <a:pt x="6723872" y="189122"/>
                  </a:lnTo>
                  <a:lnTo>
                    <a:pt x="6723997" y="189122"/>
                  </a:lnTo>
                  <a:lnTo>
                    <a:pt x="6724122" y="189122"/>
                  </a:lnTo>
                  <a:lnTo>
                    <a:pt x="6724247" y="189122"/>
                  </a:lnTo>
                  <a:lnTo>
                    <a:pt x="6724372" y="189122"/>
                  </a:lnTo>
                  <a:lnTo>
                    <a:pt x="6724497" y="189122"/>
                  </a:lnTo>
                  <a:lnTo>
                    <a:pt x="6724623" y="189122"/>
                  </a:lnTo>
                  <a:lnTo>
                    <a:pt x="6724748" y="189122"/>
                  </a:lnTo>
                  <a:lnTo>
                    <a:pt x="6724873" y="189122"/>
                  </a:lnTo>
                  <a:lnTo>
                    <a:pt x="6724998" y="189122"/>
                  </a:lnTo>
                  <a:lnTo>
                    <a:pt x="6725123" y="189122"/>
                  </a:lnTo>
                  <a:lnTo>
                    <a:pt x="6725248" y="189122"/>
                  </a:lnTo>
                  <a:lnTo>
                    <a:pt x="6725373" y="189122"/>
                  </a:lnTo>
                  <a:lnTo>
                    <a:pt x="6725498" y="189122"/>
                  </a:lnTo>
                  <a:lnTo>
                    <a:pt x="6725623" y="189122"/>
                  </a:lnTo>
                  <a:lnTo>
                    <a:pt x="6725748" y="189122"/>
                  </a:lnTo>
                  <a:lnTo>
                    <a:pt x="6725873" y="189122"/>
                  </a:lnTo>
                  <a:lnTo>
                    <a:pt x="6725998" y="189122"/>
                  </a:lnTo>
                  <a:lnTo>
                    <a:pt x="6726123" y="189122"/>
                  </a:lnTo>
                  <a:lnTo>
                    <a:pt x="6726248" y="189122"/>
                  </a:lnTo>
                  <a:lnTo>
                    <a:pt x="6726373" y="189122"/>
                  </a:lnTo>
                  <a:lnTo>
                    <a:pt x="6726498" y="189122"/>
                  </a:lnTo>
                  <a:lnTo>
                    <a:pt x="6726623" y="189122"/>
                  </a:lnTo>
                  <a:lnTo>
                    <a:pt x="6726748" y="189122"/>
                  </a:lnTo>
                  <a:lnTo>
                    <a:pt x="6726873" y="189122"/>
                  </a:lnTo>
                  <a:lnTo>
                    <a:pt x="6726998" y="189122"/>
                  </a:lnTo>
                  <a:lnTo>
                    <a:pt x="6727123" y="189122"/>
                  </a:lnTo>
                  <a:lnTo>
                    <a:pt x="6727248" y="189122"/>
                  </a:lnTo>
                  <a:lnTo>
                    <a:pt x="6727373" y="189122"/>
                  </a:lnTo>
                  <a:lnTo>
                    <a:pt x="6727498" y="189122"/>
                  </a:lnTo>
                  <a:lnTo>
                    <a:pt x="6727624" y="189122"/>
                  </a:lnTo>
                  <a:lnTo>
                    <a:pt x="6727749" y="189122"/>
                  </a:lnTo>
                  <a:lnTo>
                    <a:pt x="6727874" y="189122"/>
                  </a:lnTo>
                  <a:lnTo>
                    <a:pt x="6727999" y="189122"/>
                  </a:lnTo>
                  <a:lnTo>
                    <a:pt x="6728124" y="189122"/>
                  </a:lnTo>
                  <a:lnTo>
                    <a:pt x="6728249" y="189122"/>
                  </a:lnTo>
                  <a:lnTo>
                    <a:pt x="6728374" y="189122"/>
                  </a:lnTo>
                  <a:lnTo>
                    <a:pt x="6728499" y="189122"/>
                  </a:lnTo>
                  <a:lnTo>
                    <a:pt x="6728624" y="189122"/>
                  </a:lnTo>
                  <a:lnTo>
                    <a:pt x="6728749" y="189122"/>
                  </a:lnTo>
                  <a:lnTo>
                    <a:pt x="6728874" y="189122"/>
                  </a:lnTo>
                  <a:lnTo>
                    <a:pt x="6728999" y="189122"/>
                  </a:lnTo>
                  <a:lnTo>
                    <a:pt x="6729124" y="189122"/>
                  </a:lnTo>
                  <a:lnTo>
                    <a:pt x="6729249" y="189122"/>
                  </a:lnTo>
                  <a:lnTo>
                    <a:pt x="6729374" y="189122"/>
                  </a:lnTo>
                  <a:lnTo>
                    <a:pt x="6729499" y="189122"/>
                  </a:lnTo>
                  <a:lnTo>
                    <a:pt x="6729624" y="189122"/>
                  </a:lnTo>
                  <a:lnTo>
                    <a:pt x="6729749" y="189122"/>
                  </a:lnTo>
                  <a:lnTo>
                    <a:pt x="6729874" y="189122"/>
                  </a:lnTo>
                  <a:lnTo>
                    <a:pt x="6729999" y="189122"/>
                  </a:lnTo>
                  <a:lnTo>
                    <a:pt x="6730124" y="189122"/>
                  </a:lnTo>
                  <a:lnTo>
                    <a:pt x="6730249" y="189122"/>
                  </a:lnTo>
                  <a:lnTo>
                    <a:pt x="6730374" y="189122"/>
                  </a:lnTo>
                  <a:lnTo>
                    <a:pt x="6730499" y="189122"/>
                  </a:lnTo>
                  <a:lnTo>
                    <a:pt x="6730625" y="189122"/>
                  </a:lnTo>
                  <a:lnTo>
                    <a:pt x="6730750" y="189122"/>
                  </a:lnTo>
                  <a:lnTo>
                    <a:pt x="6730875" y="189122"/>
                  </a:lnTo>
                  <a:lnTo>
                    <a:pt x="6731000" y="189122"/>
                  </a:lnTo>
                  <a:lnTo>
                    <a:pt x="6731125" y="189122"/>
                  </a:lnTo>
                  <a:lnTo>
                    <a:pt x="6731250" y="189122"/>
                  </a:lnTo>
                  <a:lnTo>
                    <a:pt x="6731375" y="189122"/>
                  </a:lnTo>
                  <a:lnTo>
                    <a:pt x="6731500" y="189122"/>
                  </a:lnTo>
                  <a:lnTo>
                    <a:pt x="6731625" y="189122"/>
                  </a:lnTo>
                  <a:lnTo>
                    <a:pt x="6731750" y="189122"/>
                  </a:lnTo>
                  <a:lnTo>
                    <a:pt x="6731875" y="189122"/>
                  </a:lnTo>
                  <a:lnTo>
                    <a:pt x="6732000" y="189122"/>
                  </a:lnTo>
                  <a:lnTo>
                    <a:pt x="6732125" y="189122"/>
                  </a:lnTo>
                  <a:lnTo>
                    <a:pt x="6732250" y="189122"/>
                  </a:lnTo>
                  <a:lnTo>
                    <a:pt x="6732375" y="189122"/>
                  </a:lnTo>
                  <a:lnTo>
                    <a:pt x="6732500" y="189122"/>
                  </a:lnTo>
                  <a:lnTo>
                    <a:pt x="6732625" y="189122"/>
                  </a:lnTo>
                  <a:lnTo>
                    <a:pt x="6732750" y="189122"/>
                  </a:lnTo>
                  <a:lnTo>
                    <a:pt x="6732875" y="189122"/>
                  </a:lnTo>
                  <a:lnTo>
                    <a:pt x="6733000" y="189122"/>
                  </a:lnTo>
                  <a:lnTo>
                    <a:pt x="6733125" y="189122"/>
                  </a:lnTo>
                  <a:lnTo>
                    <a:pt x="6733250" y="189122"/>
                  </a:lnTo>
                  <a:lnTo>
                    <a:pt x="6733375" y="189122"/>
                  </a:lnTo>
                  <a:lnTo>
                    <a:pt x="6733500" y="189122"/>
                  </a:lnTo>
                  <a:lnTo>
                    <a:pt x="6733626" y="189122"/>
                  </a:lnTo>
                  <a:lnTo>
                    <a:pt x="6733751" y="189122"/>
                  </a:lnTo>
                  <a:lnTo>
                    <a:pt x="6733876" y="189122"/>
                  </a:lnTo>
                  <a:lnTo>
                    <a:pt x="6734001" y="189122"/>
                  </a:lnTo>
                  <a:lnTo>
                    <a:pt x="6734126" y="189122"/>
                  </a:lnTo>
                  <a:lnTo>
                    <a:pt x="6734251" y="189122"/>
                  </a:lnTo>
                  <a:lnTo>
                    <a:pt x="6734376" y="189122"/>
                  </a:lnTo>
                  <a:lnTo>
                    <a:pt x="6734501" y="189122"/>
                  </a:lnTo>
                  <a:lnTo>
                    <a:pt x="6734626" y="189122"/>
                  </a:lnTo>
                  <a:lnTo>
                    <a:pt x="6734751" y="189122"/>
                  </a:lnTo>
                  <a:lnTo>
                    <a:pt x="6734876" y="189122"/>
                  </a:lnTo>
                  <a:lnTo>
                    <a:pt x="6735001" y="189122"/>
                  </a:lnTo>
                  <a:lnTo>
                    <a:pt x="6735126" y="189122"/>
                  </a:lnTo>
                  <a:lnTo>
                    <a:pt x="6735251" y="189122"/>
                  </a:lnTo>
                  <a:lnTo>
                    <a:pt x="6735376" y="189122"/>
                  </a:lnTo>
                  <a:lnTo>
                    <a:pt x="6735501" y="189122"/>
                  </a:lnTo>
                  <a:lnTo>
                    <a:pt x="6735626" y="189122"/>
                  </a:lnTo>
                  <a:lnTo>
                    <a:pt x="6735751" y="189122"/>
                  </a:lnTo>
                  <a:lnTo>
                    <a:pt x="6735876" y="189122"/>
                  </a:lnTo>
                  <a:lnTo>
                    <a:pt x="6736001" y="189122"/>
                  </a:lnTo>
                  <a:lnTo>
                    <a:pt x="6736126" y="189122"/>
                  </a:lnTo>
                  <a:lnTo>
                    <a:pt x="6736251" y="189122"/>
                  </a:lnTo>
                  <a:lnTo>
                    <a:pt x="6736376" y="189122"/>
                  </a:lnTo>
                  <a:lnTo>
                    <a:pt x="6736501" y="189122"/>
                  </a:lnTo>
                  <a:lnTo>
                    <a:pt x="6736627" y="189122"/>
                  </a:lnTo>
                  <a:lnTo>
                    <a:pt x="6736752" y="189122"/>
                  </a:lnTo>
                  <a:lnTo>
                    <a:pt x="6736877" y="189122"/>
                  </a:lnTo>
                  <a:lnTo>
                    <a:pt x="6737002" y="189122"/>
                  </a:lnTo>
                  <a:lnTo>
                    <a:pt x="6737127" y="189122"/>
                  </a:lnTo>
                  <a:lnTo>
                    <a:pt x="6737252" y="189122"/>
                  </a:lnTo>
                  <a:lnTo>
                    <a:pt x="6737377" y="189122"/>
                  </a:lnTo>
                  <a:lnTo>
                    <a:pt x="6737502" y="189122"/>
                  </a:lnTo>
                  <a:lnTo>
                    <a:pt x="6737627" y="189122"/>
                  </a:lnTo>
                  <a:lnTo>
                    <a:pt x="6737752" y="189122"/>
                  </a:lnTo>
                  <a:lnTo>
                    <a:pt x="6737877" y="189122"/>
                  </a:lnTo>
                  <a:lnTo>
                    <a:pt x="6738002" y="189122"/>
                  </a:lnTo>
                  <a:lnTo>
                    <a:pt x="6738127" y="189122"/>
                  </a:lnTo>
                  <a:lnTo>
                    <a:pt x="6738252" y="189122"/>
                  </a:lnTo>
                  <a:lnTo>
                    <a:pt x="6738377" y="189122"/>
                  </a:lnTo>
                  <a:lnTo>
                    <a:pt x="6738502" y="189122"/>
                  </a:lnTo>
                  <a:lnTo>
                    <a:pt x="6738627" y="189122"/>
                  </a:lnTo>
                  <a:lnTo>
                    <a:pt x="6738752" y="189122"/>
                  </a:lnTo>
                  <a:lnTo>
                    <a:pt x="6738877" y="189122"/>
                  </a:lnTo>
                  <a:lnTo>
                    <a:pt x="6739002" y="189122"/>
                  </a:lnTo>
                  <a:lnTo>
                    <a:pt x="6739127" y="189122"/>
                  </a:lnTo>
                  <a:lnTo>
                    <a:pt x="6739252" y="189122"/>
                  </a:lnTo>
                  <a:lnTo>
                    <a:pt x="6739377" y="189122"/>
                  </a:lnTo>
                  <a:lnTo>
                    <a:pt x="6739502" y="189122"/>
                  </a:lnTo>
                  <a:lnTo>
                    <a:pt x="6739628" y="189122"/>
                  </a:lnTo>
                  <a:lnTo>
                    <a:pt x="6739753" y="189122"/>
                  </a:lnTo>
                  <a:lnTo>
                    <a:pt x="6739878" y="189122"/>
                  </a:lnTo>
                  <a:lnTo>
                    <a:pt x="6740003" y="189122"/>
                  </a:lnTo>
                  <a:lnTo>
                    <a:pt x="6740128" y="189122"/>
                  </a:lnTo>
                  <a:lnTo>
                    <a:pt x="6740253" y="189122"/>
                  </a:lnTo>
                  <a:lnTo>
                    <a:pt x="6740378" y="189122"/>
                  </a:lnTo>
                  <a:lnTo>
                    <a:pt x="6740503" y="189122"/>
                  </a:lnTo>
                  <a:lnTo>
                    <a:pt x="6740628" y="189122"/>
                  </a:lnTo>
                  <a:lnTo>
                    <a:pt x="6740753" y="189122"/>
                  </a:lnTo>
                  <a:lnTo>
                    <a:pt x="6740878" y="189122"/>
                  </a:lnTo>
                  <a:lnTo>
                    <a:pt x="6741003" y="189122"/>
                  </a:lnTo>
                  <a:lnTo>
                    <a:pt x="6741128" y="189122"/>
                  </a:lnTo>
                  <a:lnTo>
                    <a:pt x="6741253" y="189122"/>
                  </a:lnTo>
                  <a:lnTo>
                    <a:pt x="6741378" y="189122"/>
                  </a:lnTo>
                  <a:lnTo>
                    <a:pt x="6741503" y="189122"/>
                  </a:lnTo>
                  <a:lnTo>
                    <a:pt x="6741628" y="189122"/>
                  </a:lnTo>
                  <a:lnTo>
                    <a:pt x="6741753" y="189122"/>
                  </a:lnTo>
                  <a:lnTo>
                    <a:pt x="6741878" y="189122"/>
                  </a:lnTo>
                  <a:lnTo>
                    <a:pt x="6742003" y="189122"/>
                  </a:lnTo>
                  <a:lnTo>
                    <a:pt x="6742128" y="189122"/>
                  </a:lnTo>
                  <a:lnTo>
                    <a:pt x="6742253" y="189122"/>
                  </a:lnTo>
                  <a:lnTo>
                    <a:pt x="6742378" y="189122"/>
                  </a:lnTo>
                  <a:lnTo>
                    <a:pt x="6742503" y="189122"/>
                  </a:lnTo>
                  <a:lnTo>
                    <a:pt x="6742629" y="189122"/>
                  </a:lnTo>
                  <a:lnTo>
                    <a:pt x="6742754" y="189122"/>
                  </a:lnTo>
                  <a:lnTo>
                    <a:pt x="6742879" y="189122"/>
                  </a:lnTo>
                  <a:lnTo>
                    <a:pt x="6743004" y="189122"/>
                  </a:lnTo>
                  <a:lnTo>
                    <a:pt x="6743129" y="189122"/>
                  </a:lnTo>
                  <a:lnTo>
                    <a:pt x="6743254" y="189122"/>
                  </a:lnTo>
                  <a:lnTo>
                    <a:pt x="6743379" y="189122"/>
                  </a:lnTo>
                  <a:lnTo>
                    <a:pt x="6743504" y="189122"/>
                  </a:lnTo>
                  <a:lnTo>
                    <a:pt x="6743629" y="189122"/>
                  </a:lnTo>
                  <a:lnTo>
                    <a:pt x="6743754" y="189122"/>
                  </a:lnTo>
                  <a:lnTo>
                    <a:pt x="6743879" y="189122"/>
                  </a:lnTo>
                  <a:lnTo>
                    <a:pt x="6744004" y="189122"/>
                  </a:lnTo>
                  <a:lnTo>
                    <a:pt x="6744129" y="189122"/>
                  </a:lnTo>
                  <a:lnTo>
                    <a:pt x="6744254" y="189122"/>
                  </a:lnTo>
                  <a:lnTo>
                    <a:pt x="6744379" y="189122"/>
                  </a:lnTo>
                  <a:lnTo>
                    <a:pt x="6744504" y="189122"/>
                  </a:lnTo>
                  <a:lnTo>
                    <a:pt x="6744629" y="189122"/>
                  </a:lnTo>
                  <a:lnTo>
                    <a:pt x="6744754" y="189122"/>
                  </a:lnTo>
                  <a:lnTo>
                    <a:pt x="6744879" y="189122"/>
                  </a:lnTo>
                  <a:lnTo>
                    <a:pt x="6745004" y="189122"/>
                  </a:lnTo>
                  <a:lnTo>
                    <a:pt x="6745129" y="189122"/>
                  </a:lnTo>
                  <a:lnTo>
                    <a:pt x="6745254" y="189122"/>
                  </a:lnTo>
                  <a:lnTo>
                    <a:pt x="6745379" y="189122"/>
                  </a:lnTo>
                  <a:lnTo>
                    <a:pt x="6745504" y="189122"/>
                  </a:lnTo>
                  <a:lnTo>
                    <a:pt x="6745630" y="189122"/>
                  </a:lnTo>
                  <a:lnTo>
                    <a:pt x="6745755" y="189122"/>
                  </a:lnTo>
                  <a:lnTo>
                    <a:pt x="6745880" y="189122"/>
                  </a:lnTo>
                  <a:lnTo>
                    <a:pt x="6746005" y="189122"/>
                  </a:lnTo>
                  <a:lnTo>
                    <a:pt x="6746130" y="189122"/>
                  </a:lnTo>
                  <a:lnTo>
                    <a:pt x="6746255" y="189122"/>
                  </a:lnTo>
                  <a:lnTo>
                    <a:pt x="6746380" y="189122"/>
                  </a:lnTo>
                  <a:lnTo>
                    <a:pt x="6746505" y="189122"/>
                  </a:lnTo>
                  <a:lnTo>
                    <a:pt x="6746630" y="189122"/>
                  </a:lnTo>
                  <a:lnTo>
                    <a:pt x="6746755" y="189122"/>
                  </a:lnTo>
                  <a:lnTo>
                    <a:pt x="6746880" y="189122"/>
                  </a:lnTo>
                  <a:lnTo>
                    <a:pt x="6747005" y="189122"/>
                  </a:lnTo>
                  <a:lnTo>
                    <a:pt x="6747130" y="189122"/>
                  </a:lnTo>
                  <a:lnTo>
                    <a:pt x="6747255" y="189122"/>
                  </a:lnTo>
                  <a:lnTo>
                    <a:pt x="6747380" y="189122"/>
                  </a:lnTo>
                  <a:lnTo>
                    <a:pt x="6747505" y="189122"/>
                  </a:lnTo>
                  <a:lnTo>
                    <a:pt x="6747630" y="189122"/>
                  </a:lnTo>
                  <a:lnTo>
                    <a:pt x="6747755" y="189122"/>
                  </a:lnTo>
                  <a:lnTo>
                    <a:pt x="6747880" y="189122"/>
                  </a:lnTo>
                  <a:lnTo>
                    <a:pt x="6748005" y="189122"/>
                  </a:lnTo>
                  <a:lnTo>
                    <a:pt x="6748130" y="189122"/>
                  </a:lnTo>
                  <a:lnTo>
                    <a:pt x="6748255" y="189122"/>
                  </a:lnTo>
                  <a:lnTo>
                    <a:pt x="6748380" y="189122"/>
                  </a:lnTo>
                  <a:lnTo>
                    <a:pt x="6748505" y="189122"/>
                  </a:lnTo>
                  <a:lnTo>
                    <a:pt x="6748631" y="189122"/>
                  </a:lnTo>
                  <a:lnTo>
                    <a:pt x="6748756" y="189122"/>
                  </a:lnTo>
                  <a:lnTo>
                    <a:pt x="6748881" y="189122"/>
                  </a:lnTo>
                  <a:lnTo>
                    <a:pt x="6749006" y="189122"/>
                  </a:lnTo>
                  <a:lnTo>
                    <a:pt x="6749131" y="189122"/>
                  </a:lnTo>
                  <a:lnTo>
                    <a:pt x="6749256" y="189122"/>
                  </a:lnTo>
                  <a:lnTo>
                    <a:pt x="6749381" y="189122"/>
                  </a:lnTo>
                  <a:lnTo>
                    <a:pt x="6749506" y="189122"/>
                  </a:lnTo>
                  <a:lnTo>
                    <a:pt x="6749631" y="189122"/>
                  </a:lnTo>
                  <a:lnTo>
                    <a:pt x="6749756" y="189122"/>
                  </a:lnTo>
                  <a:lnTo>
                    <a:pt x="6749881" y="189122"/>
                  </a:lnTo>
                  <a:lnTo>
                    <a:pt x="6750006" y="189122"/>
                  </a:lnTo>
                  <a:lnTo>
                    <a:pt x="6750131" y="189122"/>
                  </a:lnTo>
                  <a:lnTo>
                    <a:pt x="6750256" y="189122"/>
                  </a:lnTo>
                  <a:lnTo>
                    <a:pt x="6750381" y="189122"/>
                  </a:lnTo>
                  <a:lnTo>
                    <a:pt x="6750506" y="189122"/>
                  </a:lnTo>
                  <a:lnTo>
                    <a:pt x="6750631" y="189122"/>
                  </a:lnTo>
                  <a:lnTo>
                    <a:pt x="6750756" y="189122"/>
                  </a:lnTo>
                  <a:lnTo>
                    <a:pt x="6750881" y="189122"/>
                  </a:lnTo>
                  <a:lnTo>
                    <a:pt x="6751006" y="189122"/>
                  </a:lnTo>
                  <a:lnTo>
                    <a:pt x="6751131" y="189122"/>
                  </a:lnTo>
                  <a:lnTo>
                    <a:pt x="6751256" y="189122"/>
                  </a:lnTo>
                  <a:lnTo>
                    <a:pt x="6751381" y="189122"/>
                  </a:lnTo>
                  <a:lnTo>
                    <a:pt x="6751506" y="189122"/>
                  </a:lnTo>
                  <a:lnTo>
                    <a:pt x="6751632" y="189122"/>
                  </a:lnTo>
                  <a:lnTo>
                    <a:pt x="6751757" y="189122"/>
                  </a:lnTo>
                  <a:lnTo>
                    <a:pt x="6751882" y="189122"/>
                  </a:lnTo>
                  <a:lnTo>
                    <a:pt x="6752007" y="189122"/>
                  </a:lnTo>
                  <a:lnTo>
                    <a:pt x="6752132" y="189122"/>
                  </a:lnTo>
                  <a:lnTo>
                    <a:pt x="6752257" y="189122"/>
                  </a:lnTo>
                  <a:lnTo>
                    <a:pt x="6752382" y="189122"/>
                  </a:lnTo>
                  <a:lnTo>
                    <a:pt x="6752507" y="189122"/>
                  </a:lnTo>
                  <a:lnTo>
                    <a:pt x="6752632" y="189122"/>
                  </a:lnTo>
                  <a:lnTo>
                    <a:pt x="6752757" y="189122"/>
                  </a:lnTo>
                  <a:lnTo>
                    <a:pt x="6752882" y="189122"/>
                  </a:lnTo>
                  <a:lnTo>
                    <a:pt x="6753007" y="189122"/>
                  </a:lnTo>
                  <a:lnTo>
                    <a:pt x="6753132" y="189122"/>
                  </a:lnTo>
                  <a:lnTo>
                    <a:pt x="6753257" y="189122"/>
                  </a:lnTo>
                  <a:lnTo>
                    <a:pt x="6753382" y="189122"/>
                  </a:lnTo>
                  <a:lnTo>
                    <a:pt x="6753507" y="189122"/>
                  </a:lnTo>
                  <a:lnTo>
                    <a:pt x="6753632" y="189122"/>
                  </a:lnTo>
                  <a:lnTo>
                    <a:pt x="6753757" y="189122"/>
                  </a:lnTo>
                  <a:lnTo>
                    <a:pt x="6753882" y="189122"/>
                  </a:lnTo>
                  <a:lnTo>
                    <a:pt x="6754007" y="189122"/>
                  </a:lnTo>
                  <a:lnTo>
                    <a:pt x="6754132" y="189122"/>
                  </a:lnTo>
                  <a:lnTo>
                    <a:pt x="6754257" y="189122"/>
                  </a:lnTo>
                  <a:lnTo>
                    <a:pt x="6754382" y="189122"/>
                  </a:lnTo>
                  <a:lnTo>
                    <a:pt x="6754508" y="189122"/>
                  </a:lnTo>
                  <a:lnTo>
                    <a:pt x="6754633" y="189122"/>
                  </a:lnTo>
                  <a:lnTo>
                    <a:pt x="6754758" y="189122"/>
                  </a:lnTo>
                  <a:lnTo>
                    <a:pt x="6754883" y="189122"/>
                  </a:lnTo>
                  <a:lnTo>
                    <a:pt x="6755008" y="189122"/>
                  </a:lnTo>
                  <a:lnTo>
                    <a:pt x="6755133" y="189122"/>
                  </a:lnTo>
                  <a:lnTo>
                    <a:pt x="6755258" y="189122"/>
                  </a:lnTo>
                  <a:lnTo>
                    <a:pt x="6755383" y="189122"/>
                  </a:lnTo>
                  <a:lnTo>
                    <a:pt x="6755508" y="189122"/>
                  </a:lnTo>
                  <a:lnTo>
                    <a:pt x="6755633" y="189122"/>
                  </a:lnTo>
                  <a:lnTo>
                    <a:pt x="6755758" y="189122"/>
                  </a:lnTo>
                  <a:lnTo>
                    <a:pt x="6755883" y="189122"/>
                  </a:lnTo>
                  <a:lnTo>
                    <a:pt x="6756008" y="189122"/>
                  </a:lnTo>
                  <a:lnTo>
                    <a:pt x="6756133" y="189122"/>
                  </a:lnTo>
                  <a:lnTo>
                    <a:pt x="6756258" y="189122"/>
                  </a:lnTo>
                  <a:lnTo>
                    <a:pt x="6756383" y="189122"/>
                  </a:lnTo>
                  <a:lnTo>
                    <a:pt x="6756508" y="189122"/>
                  </a:lnTo>
                  <a:lnTo>
                    <a:pt x="6756633" y="189122"/>
                  </a:lnTo>
                  <a:lnTo>
                    <a:pt x="6756758" y="189122"/>
                  </a:lnTo>
                  <a:lnTo>
                    <a:pt x="6756883" y="189122"/>
                  </a:lnTo>
                  <a:lnTo>
                    <a:pt x="6757008" y="189122"/>
                  </a:lnTo>
                  <a:lnTo>
                    <a:pt x="6757133" y="189122"/>
                  </a:lnTo>
                  <a:lnTo>
                    <a:pt x="6757258" y="189122"/>
                  </a:lnTo>
                  <a:lnTo>
                    <a:pt x="6757383" y="189122"/>
                  </a:lnTo>
                  <a:lnTo>
                    <a:pt x="6757509" y="189122"/>
                  </a:lnTo>
                  <a:lnTo>
                    <a:pt x="6757634" y="189122"/>
                  </a:lnTo>
                  <a:lnTo>
                    <a:pt x="6757759" y="189122"/>
                  </a:lnTo>
                  <a:lnTo>
                    <a:pt x="6757884" y="189122"/>
                  </a:lnTo>
                  <a:lnTo>
                    <a:pt x="6758009" y="189122"/>
                  </a:lnTo>
                  <a:lnTo>
                    <a:pt x="6758134" y="189122"/>
                  </a:lnTo>
                  <a:lnTo>
                    <a:pt x="6758259" y="189122"/>
                  </a:lnTo>
                  <a:lnTo>
                    <a:pt x="6758384" y="189122"/>
                  </a:lnTo>
                  <a:lnTo>
                    <a:pt x="6758509" y="189122"/>
                  </a:lnTo>
                  <a:lnTo>
                    <a:pt x="6758634" y="189122"/>
                  </a:lnTo>
                  <a:lnTo>
                    <a:pt x="6758759" y="189122"/>
                  </a:lnTo>
                  <a:lnTo>
                    <a:pt x="6758884" y="189122"/>
                  </a:lnTo>
                  <a:lnTo>
                    <a:pt x="6759009" y="189122"/>
                  </a:lnTo>
                  <a:lnTo>
                    <a:pt x="6759134" y="189122"/>
                  </a:lnTo>
                  <a:lnTo>
                    <a:pt x="6759259" y="189122"/>
                  </a:lnTo>
                  <a:lnTo>
                    <a:pt x="6759384" y="189122"/>
                  </a:lnTo>
                  <a:lnTo>
                    <a:pt x="6759509" y="189122"/>
                  </a:lnTo>
                  <a:lnTo>
                    <a:pt x="6759634" y="189122"/>
                  </a:lnTo>
                  <a:lnTo>
                    <a:pt x="6759759" y="189122"/>
                  </a:lnTo>
                  <a:lnTo>
                    <a:pt x="6759884" y="189122"/>
                  </a:lnTo>
                  <a:lnTo>
                    <a:pt x="6760009" y="189122"/>
                  </a:lnTo>
                  <a:lnTo>
                    <a:pt x="6760134" y="189122"/>
                  </a:lnTo>
                  <a:lnTo>
                    <a:pt x="6760259" y="189122"/>
                  </a:lnTo>
                  <a:lnTo>
                    <a:pt x="6760384" y="189122"/>
                  </a:lnTo>
                  <a:lnTo>
                    <a:pt x="6760510" y="189122"/>
                  </a:lnTo>
                  <a:lnTo>
                    <a:pt x="6760635" y="189122"/>
                  </a:lnTo>
                  <a:lnTo>
                    <a:pt x="6760760" y="189122"/>
                  </a:lnTo>
                  <a:lnTo>
                    <a:pt x="6760885" y="189122"/>
                  </a:lnTo>
                  <a:lnTo>
                    <a:pt x="6761010" y="189122"/>
                  </a:lnTo>
                  <a:lnTo>
                    <a:pt x="6761135" y="189122"/>
                  </a:lnTo>
                  <a:lnTo>
                    <a:pt x="6761260" y="189122"/>
                  </a:lnTo>
                  <a:lnTo>
                    <a:pt x="6761385" y="189122"/>
                  </a:lnTo>
                  <a:lnTo>
                    <a:pt x="6761510" y="189122"/>
                  </a:lnTo>
                  <a:lnTo>
                    <a:pt x="6761635" y="189122"/>
                  </a:lnTo>
                  <a:lnTo>
                    <a:pt x="6761760" y="189122"/>
                  </a:lnTo>
                  <a:lnTo>
                    <a:pt x="6761885" y="189122"/>
                  </a:lnTo>
                  <a:lnTo>
                    <a:pt x="6762010" y="189122"/>
                  </a:lnTo>
                  <a:lnTo>
                    <a:pt x="6762135" y="189122"/>
                  </a:lnTo>
                  <a:lnTo>
                    <a:pt x="6762260" y="189122"/>
                  </a:lnTo>
                  <a:lnTo>
                    <a:pt x="6762385" y="189122"/>
                  </a:lnTo>
                  <a:lnTo>
                    <a:pt x="6762510" y="189122"/>
                  </a:lnTo>
                  <a:lnTo>
                    <a:pt x="6762635" y="189122"/>
                  </a:lnTo>
                  <a:lnTo>
                    <a:pt x="6762760" y="189122"/>
                  </a:lnTo>
                  <a:lnTo>
                    <a:pt x="6762885" y="189122"/>
                  </a:lnTo>
                  <a:lnTo>
                    <a:pt x="6763010" y="189122"/>
                  </a:lnTo>
                  <a:lnTo>
                    <a:pt x="6763135" y="189122"/>
                  </a:lnTo>
                  <a:lnTo>
                    <a:pt x="6763260" y="189122"/>
                  </a:lnTo>
                  <a:lnTo>
                    <a:pt x="6763385" y="189122"/>
                  </a:lnTo>
                  <a:lnTo>
                    <a:pt x="6763511" y="189122"/>
                  </a:lnTo>
                  <a:lnTo>
                    <a:pt x="6763636" y="189122"/>
                  </a:lnTo>
                  <a:lnTo>
                    <a:pt x="6763761" y="189122"/>
                  </a:lnTo>
                  <a:lnTo>
                    <a:pt x="6763886" y="189122"/>
                  </a:lnTo>
                  <a:lnTo>
                    <a:pt x="6764011" y="189122"/>
                  </a:lnTo>
                  <a:lnTo>
                    <a:pt x="6764136" y="189122"/>
                  </a:lnTo>
                  <a:lnTo>
                    <a:pt x="6764261" y="189122"/>
                  </a:lnTo>
                  <a:lnTo>
                    <a:pt x="6764386" y="189122"/>
                  </a:lnTo>
                  <a:lnTo>
                    <a:pt x="6764511" y="189122"/>
                  </a:lnTo>
                  <a:lnTo>
                    <a:pt x="6764636" y="189122"/>
                  </a:lnTo>
                  <a:lnTo>
                    <a:pt x="6764761" y="189122"/>
                  </a:lnTo>
                  <a:lnTo>
                    <a:pt x="6764886" y="189122"/>
                  </a:lnTo>
                  <a:lnTo>
                    <a:pt x="6765011" y="189122"/>
                  </a:lnTo>
                  <a:lnTo>
                    <a:pt x="6765136" y="189122"/>
                  </a:lnTo>
                  <a:lnTo>
                    <a:pt x="6765261" y="189122"/>
                  </a:lnTo>
                  <a:lnTo>
                    <a:pt x="6765386" y="189122"/>
                  </a:lnTo>
                  <a:lnTo>
                    <a:pt x="6765511" y="189122"/>
                  </a:lnTo>
                  <a:lnTo>
                    <a:pt x="6765636" y="189122"/>
                  </a:lnTo>
                  <a:lnTo>
                    <a:pt x="6765761" y="189122"/>
                  </a:lnTo>
                  <a:lnTo>
                    <a:pt x="6765886" y="189122"/>
                  </a:lnTo>
                  <a:lnTo>
                    <a:pt x="6766011" y="189122"/>
                  </a:lnTo>
                  <a:lnTo>
                    <a:pt x="6766136" y="189122"/>
                  </a:lnTo>
                  <a:lnTo>
                    <a:pt x="6766261" y="189122"/>
                  </a:lnTo>
                  <a:lnTo>
                    <a:pt x="6766386" y="189122"/>
                  </a:lnTo>
                  <a:lnTo>
                    <a:pt x="6766512" y="189122"/>
                  </a:lnTo>
                  <a:lnTo>
                    <a:pt x="6766637" y="189122"/>
                  </a:lnTo>
                  <a:lnTo>
                    <a:pt x="6766762" y="189122"/>
                  </a:lnTo>
                  <a:lnTo>
                    <a:pt x="6766887" y="189122"/>
                  </a:lnTo>
                  <a:lnTo>
                    <a:pt x="6767012" y="189122"/>
                  </a:lnTo>
                  <a:lnTo>
                    <a:pt x="6767137" y="189122"/>
                  </a:lnTo>
                  <a:lnTo>
                    <a:pt x="6767262" y="189122"/>
                  </a:lnTo>
                  <a:lnTo>
                    <a:pt x="6767387" y="189122"/>
                  </a:lnTo>
                  <a:lnTo>
                    <a:pt x="6767512" y="189122"/>
                  </a:lnTo>
                  <a:lnTo>
                    <a:pt x="6767637" y="189122"/>
                  </a:lnTo>
                  <a:lnTo>
                    <a:pt x="6767762" y="189122"/>
                  </a:lnTo>
                  <a:lnTo>
                    <a:pt x="6767887" y="189122"/>
                  </a:lnTo>
                  <a:lnTo>
                    <a:pt x="6768012" y="189122"/>
                  </a:lnTo>
                  <a:lnTo>
                    <a:pt x="6768137" y="189122"/>
                  </a:lnTo>
                  <a:lnTo>
                    <a:pt x="6768262" y="189122"/>
                  </a:lnTo>
                  <a:lnTo>
                    <a:pt x="6768387" y="189122"/>
                  </a:lnTo>
                  <a:lnTo>
                    <a:pt x="6768512" y="189122"/>
                  </a:lnTo>
                  <a:lnTo>
                    <a:pt x="6768637" y="189122"/>
                  </a:lnTo>
                  <a:lnTo>
                    <a:pt x="6768762" y="189122"/>
                  </a:lnTo>
                  <a:lnTo>
                    <a:pt x="6768887" y="189122"/>
                  </a:lnTo>
                  <a:lnTo>
                    <a:pt x="6769012" y="189122"/>
                  </a:lnTo>
                  <a:lnTo>
                    <a:pt x="6769137" y="189122"/>
                  </a:lnTo>
                  <a:lnTo>
                    <a:pt x="6769262" y="189122"/>
                  </a:lnTo>
                  <a:lnTo>
                    <a:pt x="6769387" y="189122"/>
                  </a:lnTo>
                  <a:lnTo>
                    <a:pt x="6769513" y="189122"/>
                  </a:lnTo>
                  <a:lnTo>
                    <a:pt x="6769638" y="189122"/>
                  </a:lnTo>
                  <a:lnTo>
                    <a:pt x="6769763" y="189122"/>
                  </a:lnTo>
                  <a:lnTo>
                    <a:pt x="6769888" y="189122"/>
                  </a:lnTo>
                  <a:lnTo>
                    <a:pt x="6770013" y="189122"/>
                  </a:lnTo>
                  <a:lnTo>
                    <a:pt x="6770138" y="189122"/>
                  </a:lnTo>
                  <a:lnTo>
                    <a:pt x="6770263" y="189122"/>
                  </a:lnTo>
                  <a:lnTo>
                    <a:pt x="6770388" y="189122"/>
                  </a:lnTo>
                  <a:lnTo>
                    <a:pt x="6770513" y="189122"/>
                  </a:lnTo>
                  <a:lnTo>
                    <a:pt x="6770638" y="189122"/>
                  </a:lnTo>
                  <a:lnTo>
                    <a:pt x="6770763" y="189122"/>
                  </a:lnTo>
                  <a:lnTo>
                    <a:pt x="6770888" y="189122"/>
                  </a:lnTo>
                  <a:lnTo>
                    <a:pt x="6771013" y="189122"/>
                  </a:lnTo>
                  <a:lnTo>
                    <a:pt x="6771138" y="189122"/>
                  </a:lnTo>
                  <a:lnTo>
                    <a:pt x="6771263" y="189122"/>
                  </a:lnTo>
                  <a:lnTo>
                    <a:pt x="6771388" y="189122"/>
                  </a:lnTo>
                  <a:lnTo>
                    <a:pt x="6771513" y="189122"/>
                  </a:lnTo>
                  <a:lnTo>
                    <a:pt x="6771638" y="189122"/>
                  </a:lnTo>
                  <a:lnTo>
                    <a:pt x="6771763" y="189122"/>
                  </a:lnTo>
                  <a:lnTo>
                    <a:pt x="6771888" y="189122"/>
                  </a:lnTo>
                  <a:lnTo>
                    <a:pt x="6772013" y="189122"/>
                  </a:lnTo>
                  <a:lnTo>
                    <a:pt x="6772138" y="189122"/>
                  </a:lnTo>
                  <a:lnTo>
                    <a:pt x="6772263" y="189122"/>
                  </a:lnTo>
                  <a:lnTo>
                    <a:pt x="6772388" y="189122"/>
                  </a:lnTo>
                  <a:lnTo>
                    <a:pt x="6772514" y="189122"/>
                  </a:lnTo>
                  <a:lnTo>
                    <a:pt x="6772639" y="189122"/>
                  </a:lnTo>
                  <a:lnTo>
                    <a:pt x="6772764" y="189122"/>
                  </a:lnTo>
                  <a:lnTo>
                    <a:pt x="6772889" y="189122"/>
                  </a:lnTo>
                  <a:lnTo>
                    <a:pt x="6773014" y="189122"/>
                  </a:lnTo>
                  <a:lnTo>
                    <a:pt x="6773139" y="189122"/>
                  </a:lnTo>
                  <a:lnTo>
                    <a:pt x="6773264" y="189122"/>
                  </a:lnTo>
                  <a:lnTo>
                    <a:pt x="6773389" y="189122"/>
                  </a:lnTo>
                  <a:lnTo>
                    <a:pt x="6773514" y="189122"/>
                  </a:lnTo>
                  <a:lnTo>
                    <a:pt x="6773639" y="189122"/>
                  </a:lnTo>
                  <a:lnTo>
                    <a:pt x="6773764" y="189122"/>
                  </a:lnTo>
                  <a:lnTo>
                    <a:pt x="6773889" y="189122"/>
                  </a:lnTo>
                  <a:lnTo>
                    <a:pt x="6774014" y="189122"/>
                  </a:lnTo>
                  <a:lnTo>
                    <a:pt x="6774139" y="189122"/>
                  </a:lnTo>
                  <a:lnTo>
                    <a:pt x="6774264" y="189122"/>
                  </a:lnTo>
                  <a:lnTo>
                    <a:pt x="6774389" y="189122"/>
                  </a:lnTo>
                  <a:lnTo>
                    <a:pt x="6774514" y="189122"/>
                  </a:lnTo>
                  <a:lnTo>
                    <a:pt x="6774639" y="189122"/>
                  </a:lnTo>
                  <a:lnTo>
                    <a:pt x="6774764" y="189122"/>
                  </a:lnTo>
                  <a:lnTo>
                    <a:pt x="6774889" y="189122"/>
                  </a:lnTo>
                  <a:lnTo>
                    <a:pt x="6775014" y="189122"/>
                  </a:lnTo>
                  <a:lnTo>
                    <a:pt x="6775139" y="189122"/>
                  </a:lnTo>
                  <a:lnTo>
                    <a:pt x="6775264" y="189122"/>
                  </a:lnTo>
                  <a:lnTo>
                    <a:pt x="6775389" y="189122"/>
                  </a:lnTo>
                  <a:lnTo>
                    <a:pt x="6775515" y="189122"/>
                  </a:lnTo>
                  <a:lnTo>
                    <a:pt x="6775640" y="189122"/>
                  </a:lnTo>
                  <a:lnTo>
                    <a:pt x="6775765" y="189122"/>
                  </a:lnTo>
                  <a:lnTo>
                    <a:pt x="6775890" y="189122"/>
                  </a:lnTo>
                  <a:lnTo>
                    <a:pt x="6776015" y="189122"/>
                  </a:lnTo>
                  <a:lnTo>
                    <a:pt x="6776140" y="189122"/>
                  </a:lnTo>
                  <a:lnTo>
                    <a:pt x="6776265" y="189122"/>
                  </a:lnTo>
                  <a:lnTo>
                    <a:pt x="6776390" y="189122"/>
                  </a:lnTo>
                  <a:lnTo>
                    <a:pt x="6776515" y="189122"/>
                  </a:lnTo>
                  <a:lnTo>
                    <a:pt x="6776640" y="189122"/>
                  </a:lnTo>
                  <a:lnTo>
                    <a:pt x="6776765" y="189122"/>
                  </a:lnTo>
                  <a:lnTo>
                    <a:pt x="6776890" y="189122"/>
                  </a:lnTo>
                  <a:lnTo>
                    <a:pt x="6777015" y="189122"/>
                  </a:lnTo>
                  <a:lnTo>
                    <a:pt x="6777140" y="189122"/>
                  </a:lnTo>
                  <a:lnTo>
                    <a:pt x="6777265" y="189122"/>
                  </a:lnTo>
                  <a:lnTo>
                    <a:pt x="6777390" y="189122"/>
                  </a:lnTo>
                  <a:lnTo>
                    <a:pt x="6777515" y="189122"/>
                  </a:lnTo>
                  <a:lnTo>
                    <a:pt x="6777640" y="189122"/>
                  </a:lnTo>
                  <a:lnTo>
                    <a:pt x="6777765" y="189122"/>
                  </a:lnTo>
                  <a:lnTo>
                    <a:pt x="6777890" y="189122"/>
                  </a:lnTo>
                  <a:lnTo>
                    <a:pt x="6778015" y="189122"/>
                  </a:lnTo>
                  <a:lnTo>
                    <a:pt x="6778140" y="189122"/>
                  </a:lnTo>
                  <a:lnTo>
                    <a:pt x="6778265" y="189122"/>
                  </a:lnTo>
                  <a:lnTo>
                    <a:pt x="6778390" y="189122"/>
                  </a:lnTo>
                  <a:lnTo>
                    <a:pt x="6778516" y="189122"/>
                  </a:lnTo>
                  <a:lnTo>
                    <a:pt x="6778641" y="189122"/>
                  </a:lnTo>
                  <a:lnTo>
                    <a:pt x="6778766" y="189122"/>
                  </a:lnTo>
                  <a:lnTo>
                    <a:pt x="6778891" y="189122"/>
                  </a:lnTo>
                  <a:lnTo>
                    <a:pt x="6779016" y="189122"/>
                  </a:lnTo>
                  <a:lnTo>
                    <a:pt x="6779141" y="189122"/>
                  </a:lnTo>
                  <a:lnTo>
                    <a:pt x="6779266" y="189122"/>
                  </a:lnTo>
                  <a:lnTo>
                    <a:pt x="6779391" y="189122"/>
                  </a:lnTo>
                  <a:lnTo>
                    <a:pt x="6779516" y="189122"/>
                  </a:lnTo>
                  <a:lnTo>
                    <a:pt x="6779641" y="189122"/>
                  </a:lnTo>
                  <a:lnTo>
                    <a:pt x="6779766" y="189122"/>
                  </a:lnTo>
                  <a:lnTo>
                    <a:pt x="6779891" y="189122"/>
                  </a:lnTo>
                  <a:lnTo>
                    <a:pt x="6780016" y="189122"/>
                  </a:lnTo>
                  <a:lnTo>
                    <a:pt x="6780141" y="189122"/>
                  </a:lnTo>
                  <a:lnTo>
                    <a:pt x="6780266" y="189122"/>
                  </a:lnTo>
                  <a:lnTo>
                    <a:pt x="6780391" y="189122"/>
                  </a:lnTo>
                  <a:lnTo>
                    <a:pt x="6780516" y="189122"/>
                  </a:lnTo>
                  <a:lnTo>
                    <a:pt x="6780641" y="189122"/>
                  </a:lnTo>
                  <a:lnTo>
                    <a:pt x="6780766" y="189122"/>
                  </a:lnTo>
                  <a:lnTo>
                    <a:pt x="6780891" y="189122"/>
                  </a:lnTo>
                  <a:lnTo>
                    <a:pt x="6781016" y="189122"/>
                  </a:lnTo>
                  <a:lnTo>
                    <a:pt x="6781141" y="189122"/>
                  </a:lnTo>
                  <a:lnTo>
                    <a:pt x="6781266" y="189122"/>
                  </a:lnTo>
                  <a:lnTo>
                    <a:pt x="6781391" y="189122"/>
                  </a:lnTo>
                  <a:lnTo>
                    <a:pt x="6781517" y="189122"/>
                  </a:lnTo>
                  <a:lnTo>
                    <a:pt x="6781642" y="189122"/>
                  </a:lnTo>
                  <a:lnTo>
                    <a:pt x="6781767" y="189122"/>
                  </a:lnTo>
                  <a:lnTo>
                    <a:pt x="6781892" y="189122"/>
                  </a:lnTo>
                  <a:lnTo>
                    <a:pt x="6782017" y="189122"/>
                  </a:lnTo>
                  <a:lnTo>
                    <a:pt x="6782142" y="189122"/>
                  </a:lnTo>
                  <a:lnTo>
                    <a:pt x="6782267" y="189122"/>
                  </a:lnTo>
                  <a:lnTo>
                    <a:pt x="6782392" y="189122"/>
                  </a:lnTo>
                  <a:lnTo>
                    <a:pt x="6782517" y="189122"/>
                  </a:lnTo>
                  <a:lnTo>
                    <a:pt x="6782642" y="189122"/>
                  </a:lnTo>
                  <a:lnTo>
                    <a:pt x="6782767" y="189122"/>
                  </a:lnTo>
                  <a:lnTo>
                    <a:pt x="6782892" y="189122"/>
                  </a:lnTo>
                  <a:lnTo>
                    <a:pt x="6783017" y="189122"/>
                  </a:lnTo>
                  <a:lnTo>
                    <a:pt x="6783142" y="189122"/>
                  </a:lnTo>
                  <a:lnTo>
                    <a:pt x="6783267" y="189122"/>
                  </a:lnTo>
                  <a:lnTo>
                    <a:pt x="6783392" y="189122"/>
                  </a:lnTo>
                  <a:lnTo>
                    <a:pt x="6783517" y="189122"/>
                  </a:lnTo>
                  <a:lnTo>
                    <a:pt x="6783642" y="189122"/>
                  </a:lnTo>
                  <a:lnTo>
                    <a:pt x="6783767" y="189122"/>
                  </a:lnTo>
                  <a:lnTo>
                    <a:pt x="6783892" y="189122"/>
                  </a:lnTo>
                  <a:lnTo>
                    <a:pt x="6784017" y="189122"/>
                  </a:lnTo>
                  <a:lnTo>
                    <a:pt x="6784142" y="189122"/>
                  </a:lnTo>
                  <a:lnTo>
                    <a:pt x="6784267" y="189122"/>
                  </a:lnTo>
                  <a:lnTo>
                    <a:pt x="6784392" y="189122"/>
                  </a:lnTo>
                  <a:lnTo>
                    <a:pt x="6784518" y="189122"/>
                  </a:lnTo>
                  <a:lnTo>
                    <a:pt x="6784643" y="189122"/>
                  </a:lnTo>
                  <a:lnTo>
                    <a:pt x="6784768" y="189122"/>
                  </a:lnTo>
                  <a:lnTo>
                    <a:pt x="6784893" y="189122"/>
                  </a:lnTo>
                  <a:lnTo>
                    <a:pt x="6785018" y="189122"/>
                  </a:lnTo>
                  <a:lnTo>
                    <a:pt x="6785143" y="189122"/>
                  </a:lnTo>
                  <a:lnTo>
                    <a:pt x="6785268" y="189122"/>
                  </a:lnTo>
                  <a:lnTo>
                    <a:pt x="6785393" y="189122"/>
                  </a:lnTo>
                  <a:lnTo>
                    <a:pt x="6785518" y="189122"/>
                  </a:lnTo>
                  <a:lnTo>
                    <a:pt x="6785643" y="189122"/>
                  </a:lnTo>
                  <a:lnTo>
                    <a:pt x="6785768" y="189122"/>
                  </a:lnTo>
                  <a:lnTo>
                    <a:pt x="6785893" y="189122"/>
                  </a:lnTo>
                  <a:lnTo>
                    <a:pt x="6786018" y="189122"/>
                  </a:lnTo>
                  <a:lnTo>
                    <a:pt x="6786143" y="189122"/>
                  </a:lnTo>
                  <a:lnTo>
                    <a:pt x="6786268" y="189122"/>
                  </a:lnTo>
                  <a:lnTo>
                    <a:pt x="6786393" y="189122"/>
                  </a:lnTo>
                  <a:lnTo>
                    <a:pt x="6786518" y="189122"/>
                  </a:lnTo>
                  <a:lnTo>
                    <a:pt x="6786643" y="189122"/>
                  </a:lnTo>
                  <a:lnTo>
                    <a:pt x="6786768" y="189122"/>
                  </a:lnTo>
                  <a:lnTo>
                    <a:pt x="6786893" y="189122"/>
                  </a:lnTo>
                  <a:lnTo>
                    <a:pt x="6787018" y="189122"/>
                  </a:lnTo>
                  <a:lnTo>
                    <a:pt x="6787143" y="189122"/>
                  </a:lnTo>
                  <a:lnTo>
                    <a:pt x="6787268" y="189122"/>
                  </a:lnTo>
                  <a:lnTo>
                    <a:pt x="6787393" y="189122"/>
                  </a:lnTo>
                  <a:lnTo>
                    <a:pt x="6787519" y="189122"/>
                  </a:lnTo>
                  <a:lnTo>
                    <a:pt x="6787644" y="189122"/>
                  </a:lnTo>
                  <a:lnTo>
                    <a:pt x="6787769" y="189122"/>
                  </a:lnTo>
                  <a:lnTo>
                    <a:pt x="6787894" y="189122"/>
                  </a:lnTo>
                  <a:lnTo>
                    <a:pt x="6788019" y="189122"/>
                  </a:lnTo>
                  <a:lnTo>
                    <a:pt x="6788144" y="189122"/>
                  </a:lnTo>
                  <a:lnTo>
                    <a:pt x="6788269" y="189122"/>
                  </a:lnTo>
                  <a:lnTo>
                    <a:pt x="6788394" y="189122"/>
                  </a:lnTo>
                  <a:lnTo>
                    <a:pt x="6788519" y="189122"/>
                  </a:lnTo>
                  <a:lnTo>
                    <a:pt x="6788644" y="189122"/>
                  </a:lnTo>
                  <a:lnTo>
                    <a:pt x="6788769" y="189122"/>
                  </a:lnTo>
                  <a:lnTo>
                    <a:pt x="6788894" y="189122"/>
                  </a:lnTo>
                  <a:lnTo>
                    <a:pt x="6789019" y="189122"/>
                  </a:lnTo>
                  <a:lnTo>
                    <a:pt x="6789144" y="189122"/>
                  </a:lnTo>
                  <a:lnTo>
                    <a:pt x="6789269" y="189122"/>
                  </a:lnTo>
                  <a:lnTo>
                    <a:pt x="6789394" y="189122"/>
                  </a:lnTo>
                  <a:lnTo>
                    <a:pt x="6789519" y="189122"/>
                  </a:lnTo>
                  <a:lnTo>
                    <a:pt x="6789644" y="189122"/>
                  </a:lnTo>
                  <a:lnTo>
                    <a:pt x="6789769" y="189122"/>
                  </a:lnTo>
                  <a:lnTo>
                    <a:pt x="6789894" y="189122"/>
                  </a:lnTo>
                  <a:lnTo>
                    <a:pt x="6790019" y="189122"/>
                  </a:lnTo>
                  <a:lnTo>
                    <a:pt x="6790144" y="189122"/>
                  </a:lnTo>
                  <a:lnTo>
                    <a:pt x="6790269" y="189122"/>
                  </a:lnTo>
                  <a:lnTo>
                    <a:pt x="6790395" y="189122"/>
                  </a:lnTo>
                  <a:lnTo>
                    <a:pt x="6790520" y="189122"/>
                  </a:lnTo>
                  <a:lnTo>
                    <a:pt x="6790645" y="189122"/>
                  </a:lnTo>
                  <a:lnTo>
                    <a:pt x="6790770" y="189122"/>
                  </a:lnTo>
                  <a:lnTo>
                    <a:pt x="6790895" y="189122"/>
                  </a:lnTo>
                  <a:lnTo>
                    <a:pt x="6791020" y="189122"/>
                  </a:lnTo>
                  <a:lnTo>
                    <a:pt x="6791145" y="189122"/>
                  </a:lnTo>
                  <a:lnTo>
                    <a:pt x="6791270" y="189122"/>
                  </a:lnTo>
                  <a:lnTo>
                    <a:pt x="6791395" y="189122"/>
                  </a:lnTo>
                  <a:lnTo>
                    <a:pt x="6791520" y="189122"/>
                  </a:lnTo>
                  <a:lnTo>
                    <a:pt x="6791645" y="189122"/>
                  </a:lnTo>
                  <a:lnTo>
                    <a:pt x="6791770" y="189122"/>
                  </a:lnTo>
                  <a:lnTo>
                    <a:pt x="6791895" y="189122"/>
                  </a:lnTo>
                  <a:lnTo>
                    <a:pt x="6792020" y="189122"/>
                  </a:lnTo>
                  <a:lnTo>
                    <a:pt x="6792145" y="189122"/>
                  </a:lnTo>
                  <a:lnTo>
                    <a:pt x="6792270" y="189122"/>
                  </a:lnTo>
                  <a:lnTo>
                    <a:pt x="6792395" y="189122"/>
                  </a:lnTo>
                  <a:lnTo>
                    <a:pt x="6792520" y="189122"/>
                  </a:lnTo>
                  <a:lnTo>
                    <a:pt x="6792645" y="189122"/>
                  </a:lnTo>
                  <a:lnTo>
                    <a:pt x="6792770" y="189122"/>
                  </a:lnTo>
                  <a:lnTo>
                    <a:pt x="6792895" y="189122"/>
                  </a:lnTo>
                  <a:lnTo>
                    <a:pt x="6793020" y="189122"/>
                  </a:lnTo>
                  <a:lnTo>
                    <a:pt x="6793145" y="189122"/>
                  </a:lnTo>
                  <a:lnTo>
                    <a:pt x="6793270" y="189122"/>
                  </a:lnTo>
                  <a:lnTo>
                    <a:pt x="6793396" y="189122"/>
                  </a:lnTo>
                  <a:lnTo>
                    <a:pt x="6793521" y="189122"/>
                  </a:lnTo>
                  <a:lnTo>
                    <a:pt x="6793646" y="189122"/>
                  </a:lnTo>
                  <a:lnTo>
                    <a:pt x="6793771" y="189122"/>
                  </a:lnTo>
                  <a:lnTo>
                    <a:pt x="6793896" y="189122"/>
                  </a:lnTo>
                  <a:lnTo>
                    <a:pt x="6794021" y="189122"/>
                  </a:lnTo>
                  <a:lnTo>
                    <a:pt x="6794146" y="189122"/>
                  </a:lnTo>
                  <a:lnTo>
                    <a:pt x="6794271" y="189122"/>
                  </a:lnTo>
                  <a:lnTo>
                    <a:pt x="6794396" y="189122"/>
                  </a:lnTo>
                  <a:lnTo>
                    <a:pt x="6794521" y="189122"/>
                  </a:lnTo>
                  <a:lnTo>
                    <a:pt x="6794646" y="189122"/>
                  </a:lnTo>
                  <a:lnTo>
                    <a:pt x="6794771" y="189122"/>
                  </a:lnTo>
                  <a:lnTo>
                    <a:pt x="6794896" y="189122"/>
                  </a:lnTo>
                  <a:lnTo>
                    <a:pt x="6795021" y="189122"/>
                  </a:lnTo>
                  <a:lnTo>
                    <a:pt x="6795146" y="189122"/>
                  </a:lnTo>
                  <a:lnTo>
                    <a:pt x="6795271" y="189122"/>
                  </a:lnTo>
                  <a:lnTo>
                    <a:pt x="6795396" y="189122"/>
                  </a:lnTo>
                  <a:lnTo>
                    <a:pt x="6795521" y="189122"/>
                  </a:lnTo>
                  <a:lnTo>
                    <a:pt x="6795646" y="189122"/>
                  </a:lnTo>
                  <a:lnTo>
                    <a:pt x="6795771" y="189122"/>
                  </a:lnTo>
                  <a:lnTo>
                    <a:pt x="6795896" y="189122"/>
                  </a:lnTo>
                  <a:lnTo>
                    <a:pt x="6796021" y="189122"/>
                  </a:lnTo>
                  <a:lnTo>
                    <a:pt x="6796146" y="189122"/>
                  </a:lnTo>
                  <a:lnTo>
                    <a:pt x="6796271" y="189122"/>
                  </a:lnTo>
                  <a:lnTo>
                    <a:pt x="6796397" y="189122"/>
                  </a:lnTo>
                  <a:lnTo>
                    <a:pt x="6796522" y="189122"/>
                  </a:lnTo>
                  <a:lnTo>
                    <a:pt x="6796647" y="189122"/>
                  </a:lnTo>
                  <a:lnTo>
                    <a:pt x="6796772" y="189122"/>
                  </a:lnTo>
                  <a:lnTo>
                    <a:pt x="6796897" y="189122"/>
                  </a:lnTo>
                  <a:lnTo>
                    <a:pt x="6797022" y="189122"/>
                  </a:lnTo>
                  <a:lnTo>
                    <a:pt x="6797147" y="189122"/>
                  </a:lnTo>
                  <a:lnTo>
                    <a:pt x="6797272" y="189122"/>
                  </a:lnTo>
                  <a:lnTo>
                    <a:pt x="6797397" y="189122"/>
                  </a:lnTo>
                  <a:lnTo>
                    <a:pt x="6797522" y="189122"/>
                  </a:lnTo>
                  <a:lnTo>
                    <a:pt x="6797647" y="189122"/>
                  </a:lnTo>
                  <a:lnTo>
                    <a:pt x="6797772" y="189122"/>
                  </a:lnTo>
                  <a:lnTo>
                    <a:pt x="6797897" y="189122"/>
                  </a:lnTo>
                  <a:lnTo>
                    <a:pt x="6798022" y="189122"/>
                  </a:lnTo>
                  <a:lnTo>
                    <a:pt x="6798147" y="189122"/>
                  </a:lnTo>
                  <a:lnTo>
                    <a:pt x="6798272" y="189122"/>
                  </a:lnTo>
                  <a:lnTo>
                    <a:pt x="6798397" y="189122"/>
                  </a:lnTo>
                  <a:lnTo>
                    <a:pt x="6798522" y="189122"/>
                  </a:lnTo>
                  <a:lnTo>
                    <a:pt x="6798647" y="189122"/>
                  </a:lnTo>
                  <a:lnTo>
                    <a:pt x="6798772" y="189122"/>
                  </a:lnTo>
                  <a:lnTo>
                    <a:pt x="6798897" y="189122"/>
                  </a:lnTo>
                  <a:lnTo>
                    <a:pt x="6799022" y="189122"/>
                  </a:lnTo>
                  <a:lnTo>
                    <a:pt x="6799147" y="189122"/>
                  </a:lnTo>
                  <a:lnTo>
                    <a:pt x="6799272" y="189122"/>
                  </a:lnTo>
                  <a:lnTo>
                    <a:pt x="6799398" y="189122"/>
                  </a:lnTo>
                  <a:lnTo>
                    <a:pt x="6799523" y="189122"/>
                  </a:lnTo>
                  <a:lnTo>
                    <a:pt x="6799648" y="189122"/>
                  </a:lnTo>
                  <a:lnTo>
                    <a:pt x="6799773" y="189122"/>
                  </a:lnTo>
                  <a:lnTo>
                    <a:pt x="6799898" y="189122"/>
                  </a:lnTo>
                  <a:lnTo>
                    <a:pt x="6800023" y="189122"/>
                  </a:lnTo>
                  <a:lnTo>
                    <a:pt x="6800148" y="189122"/>
                  </a:lnTo>
                  <a:lnTo>
                    <a:pt x="6800273" y="189122"/>
                  </a:lnTo>
                  <a:lnTo>
                    <a:pt x="6800398" y="189122"/>
                  </a:lnTo>
                  <a:lnTo>
                    <a:pt x="6800523" y="189122"/>
                  </a:lnTo>
                  <a:lnTo>
                    <a:pt x="6800648" y="189122"/>
                  </a:lnTo>
                  <a:lnTo>
                    <a:pt x="6800773" y="189122"/>
                  </a:lnTo>
                  <a:lnTo>
                    <a:pt x="6800898" y="189122"/>
                  </a:lnTo>
                  <a:lnTo>
                    <a:pt x="6801023" y="189122"/>
                  </a:lnTo>
                  <a:lnTo>
                    <a:pt x="6801148" y="189122"/>
                  </a:lnTo>
                  <a:lnTo>
                    <a:pt x="6801273" y="189122"/>
                  </a:lnTo>
                  <a:lnTo>
                    <a:pt x="6801398" y="189122"/>
                  </a:lnTo>
                  <a:lnTo>
                    <a:pt x="6801523" y="189122"/>
                  </a:lnTo>
                  <a:lnTo>
                    <a:pt x="6801648" y="189122"/>
                  </a:lnTo>
                  <a:lnTo>
                    <a:pt x="6801773" y="189122"/>
                  </a:lnTo>
                  <a:lnTo>
                    <a:pt x="6801898" y="189122"/>
                  </a:lnTo>
                  <a:lnTo>
                    <a:pt x="6802023" y="189122"/>
                  </a:lnTo>
                  <a:lnTo>
                    <a:pt x="6802148" y="189122"/>
                  </a:lnTo>
                  <a:lnTo>
                    <a:pt x="6802273" y="189122"/>
                  </a:lnTo>
                  <a:lnTo>
                    <a:pt x="6802399" y="189122"/>
                  </a:lnTo>
                  <a:lnTo>
                    <a:pt x="6802524" y="189122"/>
                  </a:lnTo>
                  <a:lnTo>
                    <a:pt x="6802649" y="189122"/>
                  </a:lnTo>
                  <a:lnTo>
                    <a:pt x="6802774" y="189122"/>
                  </a:lnTo>
                  <a:lnTo>
                    <a:pt x="6802899" y="189122"/>
                  </a:lnTo>
                  <a:lnTo>
                    <a:pt x="6803024" y="189122"/>
                  </a:lnTo>
                  <a:lnTo>
                    <a:pt x="6803149" y="189122"/>
                  </a:lnTo>
                  <a:lnTo>
                    <a:pt x="6803274" y="189122"/>
                  </a:lnTo>
                  <a:lnTo>
                    <a:pt x="6803399" y="189122"/>
                  </a:lnTo>
                  <a:lnTo>
                    <a:pt x="6803524" y="189122"/>
                  </a:lnTo>
                  <a:lnTo>
                    <a:pt x="6803649" y="189122"/>
                  </a:lnTo>
                  <a:lnTo>
                    <a:pt x="6803774" y="189122"/>
                  </a:lnTo>
                  <a:lnTo>
                    <a:pt x="6803899" y="189122"/>
                  </a:lnTo>
                  <a:lnTo>
                    <a:pt x="6804024" y="189122"/>
                  </a:lnTo>
                  <a:lnTo>
                    <a:pt x="6804149" y="189122"/>
                  </a:lnTo>
                  <a:lnTo>
                    <a:pt x="6804274" y="189122"/>
                  </a:lnTo>
                  <a:lnTo>
                    <a:pt x="6804399" y="189122"/>
                  </a:lnTo>
                  <a:lnTo>
                    <a:pt x="6804524" y="189122"/>
                  </a:lnTo>
                  <a:lnTo>
                    <a:pt x="6804649" y="189122"/>
                  </a:lnTo>
                  <a:lnTo>
                    <a:pt x="6804774" y="189122"/>
                  </a:lnTo>
                  <a:lnTo>
                    <a:pt x="6804899" y="189122"/>
                  </a:lnTo>
                  <a:lnTo>
                    <a:pt x="6805024" y="189122"/>
                  </a:lnTo>
                  <a:lnTo>
                    <a:pt x="6805149" y="189122"/>
                  </a:lnTo>
                  <a:lnTo>
                    <a:pt x="6805274" y="189122"/>
                  </a:lnTo>
                  <a:lnTo>
                    <a:pt x="6805400" y="189122"/>
                  </a:lnTo>
                  <a:lnTo>
                    <a:pt x="6805525" y="189122"/>
                  </a:lnTo>
                  <a:lnTo>
                    <a:pt x="6805650" y="189122"/>
                  </a:lnTo>
                  <a:lnTo>
                    <a:pt x="6805775" y="189122"/>
                  </a:lnTo>
                  <a:lnTo>
                    <a:pt x="6805900" y="189122"/>
                  </a:lnTo>
                  <a:lnTo>
                    <a:pt x="6806025" y="189122"/>
                  </a:lnTo>
                  <a:lnTo>
                    <a:pt x="6806150" y="189122"/>
                  </a:lnTo>
                  <a:lnTo>
                    <a:pt x="6806275" y="189122"/>
                  </a:lnTo>
                  <a:lnTo>
                    <a:pt x="6806400" y="189122"/>
                  </a:lnTo>
                  <a:lnTo>
                    <a:pt x="6806525" y="189122"/>
                  </a:lnTo>
                  <a:lnTo>
                    <a:pt x="6806650" y="189122"/>
                  </a:lnTo>
                  <a:lnTo>
                    <a:pt x="6806775" y="189122"/>
                  </a:lnTo>
                  <a:lnTo>
                    <a:pt x="6806900" y="189122"/>
                  </a:lnTo>
                  <a:lnTo>
                    <a:pt x="6807025" y="189122"/>
                  </a:lnTo>
                  <a:lnTo>
                    <a:pt x="6807150" y="189122"/>
                  </a:lnTo>
                  <a:lnTo>
                    <a:pt x="6807275" y="189122"/>
                  </a:lnTo>
                  <a:lnTo>
                    <a:pt x="6807400" y="189122"/>
                  </a:lnTo>
                  <a:lnTo>
                    <a:pt x="6807525" y="189122"/>
                  </a:lnTo>
                  <a:lnTo>
                    <a:pt x="6807650" y="189122"/>
                  </a:lnTo>
                  <a:lnTo>
                    <a:pt x="6807775" y="189122"/>
                  </a:lnTo>
                  <a:lnTo>
                    <a:pt x="6807900" y="189122"/>
                  </a:lnTo>
                  <a:lnTo>
                    <a:pt x="6808025" y="189122"/>
                  </a:lnTo>
                  <a:lnTo>
                    <a:pt x="6808150" y="189122"/>
                  </a:lnTo>
                  <a:lnTo>
                    <a:pt x="6808275" y="189122"/>
                  </a:lnTo>
                  <a:lnTo>
                    <a:pt x="6808401" y="189122"/>
                  </a:lnTo>
                  <a:lnTo>
                    <a:pt x="6808526" y="189122"/>
                  </a:lnTo>
                  <a:lnTo>
                    <a:pt x="6808651" y="189122"/>
                  </a:lnTo>
                  <a:lnTo>
                    <a:pt x="6808776" y="189122"/>
                  </a:lnTo>
                  <a:lnTo>
                    <a:pt x="6808901" y="189122"/>
                  </a:lnTo>
                  <a:lnTo>
                    <a:pt x="6809026" y="189122"/>
                  </a:lnTo>
                  <a:lnTo>
                    <a:pt x="6809151" y="189122"/>
                  </a:lnTo>
                  <a:lnTo>
                    <a:pt x="6809276" y="189122"/>
                  </a:lnTo>
                  <a:lnTo>
                    <a:pt x="6809401" y="189122"/>
                  </a:lnTo>
                  <a:lnTo>
                    <a:pt x="6809526" y="189122"/>
                  </a:lnTo>
                  <a:lnTo>
                    <a:pt x="6809651" y="189122"/>
                  </a:lnTo>
                  <a:lnTo>
                    <a:pt x="6809776" y="189122"/>
                  </a:lnTo>
                  <a:lnTo>
                    <a:pt x="6809901" y="189122"/>
                  </a:lnTo>
                  <a:lnTo>
                    <a:pt x="6810026" y="189122"/>
                  </a:lnTo>
                  <a:lnTo>
                    <a:pt x="6810151" y="189122"/>
                  </a:lnTo>
                  <a:lnTo>
                    <a:pt x="6810276" y="189122"/>
                  </a:lnTo>
                  <a:lnTo>
                    <a:pt x="6810401" y="189122"/>
                  </a:lnTo>
                  <a:lnTo>
                    <a:pt x="6810526" y="189122"/>
                  </a:lnTo>
                  <a:lnTo>
                    <a:pt x="6810651" y="189122"/>
                  </a:lnTo>
                  <a:lnTo>
                    <a:pt x="6810776" y="189122"/>
                  </a:lnTo>
                  <a:lnTo>
                    <a:pt x="6810901" y="189122"/>
                  </a:lnTo>
                  <a:lnTo>
                    <a:pt x="6811026" y="189122"/>
                  </a:lnTo>
                  <a:lnTo>
                    <a:pt x="6811151" y="189122"/>
                  </a:lnTo>
                  <a:lnTo>
                    <a:pt x="6811276" y="189122"/>
                  </a:lnTo>
                  <a:lnTo>
                    <a:pt x="6811402" y="189122"/>
                  </a:lnTo>
                  <a:lnTo>
                    <a:pt x="6811527" y="189122"/>
                  </a:lnTo>
                  <a:lnTo>
                    <a:pt x="6811652" y="189122"/>
                  </a:lnTo>
                  <a:lnTo>
                    <a:pt x="6811777" y="189122"/>
                  </a:lnTo>
                  <a:lnTo>
                    <a:pt x="6811902" y="189122"/>
                  </a:lnTo>
                  <a:lnTo>
                    <a:pt x="6812027" y="189122"/>
                  </a:lnTo>
                  <a:lnTo>
                    <a:pt x="6812152" y="189122"/>
                  </a:lnTo>
                  <a:lnTo>
                    <a:pt x="6812277" y="189122"/>
                  </a:lnTo>
                  <a:lnTo>
                    <a:pt x="6812402" y="189122"/>
                  </a:lnTo>
                  <a:lnTo>
                    <a:pt x="6812527" y="189122"/>
                  </a:lnTo>
                  <a:lnTo>
                    <a:pt x="6812652" y="189122"/>
                  </a:lnTo>
                  <a:lnTo>
                    <a:pt x="6812777" y="189122"/>
                  </a:lnTo>
                  <a:lnTo>
                    <a:pt x="6812902" y="189122"/>
                  </a:lnTo>
                  <a:lnTo>
                    <a:pt x="6813027" y="189122"/>
                  </a:lnTo>
                  <a:lnTo>
                    <a:pt x="6813152" y="189122"/>
                  </a:lnTo>
                  <a:lnTo>
                    <a:pt x="6813277" y="189122"/>
                  </a:lnTo>
                  <a:lnTo>
                    <a:pt x="6813402" y="189122"/>
                  </a:lnTo>
                  <a:lnTo>
                    <a:pt x="6813527" y="189122"/>
                  </a:lnTo>
                  <a:lnTo>
                    <a:pt x="6813652" y="189122"/>
                  </a:lnTo>
                  <a:lnTo>
                    <a:pt x="6813777" y="189122"/>
                  </a:lnTo>
                  <a:lnTo>
                    <a:pt x="6813902" y="189122"/>
                  </a:lnTo>
                  <a:lnTo>
                    <a:pt x="6814027" y="189122"/>
                  </a:lnTo>
                  <a:lnTo>
                    <a:pt x="6814152" y="189122"/>
                  </a:lnTo>
                  <a:lnTo>
                    <a:pt x="6814277" y="189122"/>
                  </a:lnTo>
                  <a:lnTo>
                    <a:pt x="6814403" y="189122"/>
                  </a:lnTo>
                  <a:lnTo>
                    <a:pt x="6814528" y="189122"/>
                  </a:lnTo>
                  <a:lnTo>
                    <a:pt x="6814653" y="189122"/>
                  </a:lnTo>
                  <a:lnTo>
                    <a:pt x="6814778" y="189122"/>
                  </a:lnTo>
                  <a:lnTo>
                    <a:pt x="6814903" y="189122"/>
                  </a:lnTo>
                  <a:lnTo>
                    <a:pt x="6815028" y="189122"/>
                  </a:lnTo>
                  <a:lnTo>
                    <a:pt x="6815153" y="189122"/>
                  </a:lnTo>
                  <a:lnTo>
                    <a:pt x="6815278" y="189122"/>
                  </a:lnTo>
                  <a:lnTo>
                    <a:pt x="6815403" y="189122"/>
                  </a:lnTo>
                  <a:lnTo>
                    <a:pt x="6815528" y="189122"/>
                  </a:lnTo>
                  <a:lnTo>
                    <a:pt x="6815653" y="189122"/>
                  </a:lnTo>
                  <a:lnTo>
                    <a:pt x="6815778" y="189122"/>
                  </a:lnTo>
                  <a:lnTo>
                    <a:pt x="6815903" y="189122"/>
                  </a:lnTo>
                  <a:lnTo>
                    <a:pt x="6816028" y="189122"/>
                  </a:lnTo>
                  <a:lnTo>
                    <a:pt x="6816153" y="189122"/>
                  </a:lnTo>
                  <a:lnTo>
                    <a:pt x="6816278" y="189122"/>
                  </a:lnTo>
                  <a:lnTo>
                    <a:pt x="6816403" y="189122"/>
                  </a:lnTo>
                  <a:lnTo>
                    <a:pt x="6816528" y="189122"/>
                  </a:lnTo>
                  <a:lnTo>
                    <a:pt x="6816653" y="189122"/>
                  </a:lnTo>
                  <a:lnTo>
                    <a:pt x="6816778" y="189122"/>
                  </a:lnTo>
                  <a:lnTo>
                    <a:pt x="6816903" y="189122"/>
                  </a:lnTo>
                  <a:lnTo>
                    <a:pt x="6817028" y="189122"/>
                  </a:lnTo>
                  <a:lnTo>
                    <a:pt x="6817153" y="189122"/>
                  </a:lnTo>
                  <a:lnTo>
                    <a:pt x="6817278" y="189122"/>
                  </a:lnTo>
                  <a:lnTo>
                    <a:pt x="6817404" y="189122"/>
                  </a:lnTo>
                  <a:lnTo>
                    <a:pt x="6817529" y="189122"/>
                  </a:lnTo>
                  <a:lnTo>
                    <a:pt x="6817654" y="189122"/>
                  </a:lnTo>
                  <a:lnTo>
                    <a:pt x="6817779" y="189122"/>
                  </a:lnTo>
                  <a:lnTo>
                    <a:pt x="6817904" y="189122"/>
                  </a:lnTo>
                  <a:lnTo>
                    <a:pt x="6818029" y="189122"/>
                  </a:lnTo>
                  <a:lnTo>
                    <a:pt x="6818154" y="189122"/>
                  </a:lnTo>
                  <a:lnTo>
                    <a:pt x="6818279" y="189122"/>
                  </a:lnTo>
                  <a:lnTo>
                    <a:pt x="6818404" y="189122"/>
                  </a:lnTo>
                  <a:lnTo>
                    <a:pt x="6818529" y="189122"/>
                  </a:lnTo>
                  <a:lnTo>
                    <a:pt x="6818654" y="189122"/>
                  </a:lnTo>
                  <a:lnTo>
                    <a:pt x="6818779" y="189122"/>
                  </a:lnTo>
                  <a:lnTo>
                    <a:pt x="6818904" y="189122"/>
                  </a:lnTo>
                  <a:lnTo>
                    <a:pt x="6819029" y="189122"/>
                  </a:lnTo>
                  <a:lnTo>
                    <a:pt x="6819154" y="189122"/>
                  </a:lnTo>
                  <a:lnTo>
                    <a:pt x="6819279" y="189122"/>
                  </a:lnTo>
                  <a:lnTo>
                    <a:pt x="6819404" y="189122"/>
                  </a:lnTo>
                  <a:lnTo>
                    <a:pt x="6819529" y="189122"/>
                  </a:lnTo>
                  <a:lnTo>
                    <a:pt x="6819654" y="189122"/>
                  </a:lnTo>
                  <a:lnTo>
                    <a:pt x="6819779" y="189122"/>
                  </a:lnTo>
                  <a:lnTo>
                    <a:pt x="6819904" y="189122"/>
                  </a:lnTo>
                  <a:lnTo>
                    <a:pt x="6820029" y="189122"/>
                  </a:lnTo>
                  <a:lnTo>
                    <a:pt x="6820154" y="189122"/>
                  </a:lnTo>
                  <a:lnTo>
                    <a:pt x="6820279" y="189122"/>
                  </a:lnTo>
                  <a:lnTo>
                    <a:pt x="6820405" y="189122"/>
                  </a:lnTo>
                  <a:lnTo>
                    <a:pt x="6820530" y="189122"/>
                  </a:lnTo>
                  <a:lnTo>
                    <a:pt x="6820655" y="189122"/>
                  </a:lnTo>
                  <a:lnTo>
                    <a:pt x="6820780" y="189122"/>
                  </a:lnTo>
                  <a:lnTo>
                    <a:pt x="6820780" y="179168"/>
                  </a:lnTo>
                  <a:lnTo>
                    <a:pt x="6820905" y="179168"/>
                  </a:lnTo>
                  <a:lnTo>
                    <a:pt x="6821030" y="179168"/>
                  </a:lnTo>
                  <a:lnTo>
                    <a:pt x="6821155" y="179168"/>
                  </a:lnTo>
                  <a:lnTo>
                    <a:pt x="6821280" y="179168"/>
                  </a:lnTo>
                  <a:lnTo>
                    <a:pt x="6821405" y="179168"/>
                  </a:lnTo>
                  <a:lnTo>
                    <a:pt x="6821530" y="179168"/>
                  </a:lnTo>
                  <a:lnTo>
                    <a:pt x="6821655" y="179168"/>
                  </a:lnTo>
                  <a:lnTo>
                    <a:pt x="6821780" y="179168"/>
                  </a:lnTo>
                  <a:lnTo>
                    <a:pt x="6821905" y="179168"/>
                  </a:lnTo>
                  <a:lnTo>
                    <a:pt x="6822030" y="179168"/>
                  </a:lnTo>
                  <a:lnTo>
                    <a:pt x="6822155" y="179168"/>
                  </a:lnTo>
                  <a:lnTo>
                    <a:pt x="6822280" y="179168"/>
                  </a:lnTo>
                  <a:lnTo>
                    <a:pt x="6822405" y="179168"/>
                  </a:lnTo>
                  <a:lnTo>
                    <a:pt x="6822530" y="179168"/>
                  </a:lnTo>
                  <a:lnTo>
                    <a:pt x="6822655" y="179168"/>
                  </a:lnTo>
                  <a:lnTo>
                    <a:pt x="6822780" y="179168"/>
                  </a:lnTo>
                  <a:lnTo>
                    <a:pt x="6822905" y="179168"/>
                  </a:lnTo>
                  <a:lnTo>
                    <a:pt x="6823030" y="179168"/>
                  </a:lnTo>
                  <a:lnTo>
                    <a:pt x="6823155" y="179168"/>
                  </a:lnTo>
                  <a:lnTo>
                    <a:pt x="6823280" y="179168"/>
                  </a:lnTo>
                  <a:lnTo>
                    <a:pt x="6823406" y="179168"/>
                  </a:lnTo>
                  <a:lnTo>
                    <a:pt x="6823531" y="179168"/>
                  </a:lnTo>
                  <a:lnTo>
                    <a:pt x="6823656" y="179168"/>
                  </a:lnTo>
                  <a:lnTo>
                    <a:pt x="6823781" y="179168"/>
                  </a:lnTo>
                  <a:lnTo>
                    <a:pt x="6823906" y="179168"/>
                  </a:lnTo>
                  <a:lnTo>
                    <a:pt x="6824031" y="179168"/>
                  </a:lnTo>
                  <a:lnTo>
                    <a:pt x="6824156" y="179168"/>
                  </a:lnTo>
                  <a:lnTo>
                    <a:pt x="6824281" y="179168"/>
                  </a:lnTo>
                  <a:lnTo>
                    <a:pt x="6824406" y="179168"/>
                  </a:lnTo>
                  <a:lnTo>
                    <a:pt x="6824531" y="179168"/>
                  </a:lnTo>
                  <a:lnTo>
                    <a:pt x="6824656" y="179168"/>
                  </a:lnTo>
                  <a:lnTo>
                    <a:pt x="6824781" y="179168"/>
                  </a:lnTo>
                  <a:lnTo>
                    <a:pt x="6824906" y="179168"/>
                  </a:lnTo>
                  <a:lnTo>
                    <a:pt x="6825031" y="179168"/>
                  </a:lnTo>
                  <a:lnTo>
                    <a:pt x="6825156" y="179168"/>
                  </a:lnTo>
                  <a:lnTo>
                    <a:pt x="6825281" y="179168"/>
                  </a:lnTo>
                  <a:lnTo>
                    <a:pt x="6825406" y="179168"/>
                  </a:lnTo>
                  <a:lnTo>
                    <a:pt x="6825531" y="179168"/>
                  </a:lnTo>
                  <a:lnTo>
                    <a:pt x="6825656" y="179168"/>
                  </a:lnTo>
                  <a:lnTo>
                    <a:pt x="6825781" y="179168"/>
                  </a:lnTo>
                  <a:lnTo>
                    <a:pt x="6825906" y="179168"/>
                  </a:lnTo>
                  <a:lnTo>
                    <a:pt x="6826031" y="179168"/>
                  </a:lnTo>
                  <a:lnTo>
                    <a:pt x="6826156" y="179168"/>
                  </a:lnTo>
                  <a:lnTo>
                    <a:pt x="6826281" y="179168"/>
                  </a:lnTo>
                  <a:lnTo>
                    <a:pt x="6826407" y="179168"/>
                  </a:lnTo>
                  <a:lnTo>
                    <a:pt x="6826532" y="179168"/>
                  </a:lnTo>
                  <a:lnTo>
                    <a:pt x="6826657" y="179168"/>
                  </a:lnTo>
                  <a:lnTo>
                    <a:pt x="6826782" y="179168"/>
                  </a:lnTo>
                  <a:lnTo>
                    <a:pt x="6826907" y="179168"/>
                  </a:lnTo>
                  <a:lnTo>
                    <a:pt x="6827032" y="179168"/>
                  </a:lnTo>
                  <a:lnTo>
                    <a:pt x="6827157" y="179168"/>
                  </a:lnTo>
                  <a:lnTo>
                    <a:pt x="6827282" y="179168"/>
                  </a:lnTo>
                  <a:lnTo>
                    <a:pt x="6827407" y="179168"/>
                  </a:lnTo>
                  <a:lnTo>
                    <a:pt x="6827532" y="179168"/>
                  </a:lnTo>
                  <a:lnTo>
                    <a:pt x="6827657" y="179168"/>
                  </a:lnTo>
                  <a:lnTo>
                    <a:pt x="6827782" y="179168"/>
                  </a:lnTo>
                  <a:lnTo>
                    <a:pt x="6827907" y="179168"/>
                  </a:lnTo>
                  <a:lnTo>
                    <a:pt x="6828032" y="179168"/>
                  </a:lnTo>
                  <a:lnTo>
                    <a:pt x="6828157" y="179168"/>
                  </a:lnTo>
                  <a:lnTo>
                    <a:pt x="6828282" y="179168"/>
                  </a:lnTo>
                  <a:lnTo>
                    <a:pt x="6828407" y="179168"/>
                  </a:lnTo>
                  <a:lnTo>
                    <a:pt x="6828532" y="179168"/>
                  </a:lnTo>
                  <a:lnTo>
                    <a:pt x="6828657" y="179168"/>
                  </a:lnTo>
                  <a:lnTo>
                    <a:pt x="6828782" y="179168"/>
                  </a:lnTo>
                  <a:lnTo>
                    <a:pt x="6828907" y="179168"/>
                  </a:lnTo>
                  <a:lnTo>
                    <a:pt x="6829032" y="179168"/>
                  </a:lnTo>
                  <a:lnTo>
                    <a:pt x="6829157" y="179168"/>
                  </a:lnTo>
                  <a:lnTo>
                    <a:pt x="6829283" y="179168"/>
                  </a:lnTo>
                  <a:lnTo>
                    <a:pt x="6829408" y="179168"/>
                  </a:lnTo>
                  <a:lnTo>
                    <a:pt x="6829533" y="179168"/>
                  </a:lnTo>
                  <a:lnTo>
                    <a:pt x="6829658" y="179168"/>
                  </a:lnTo>
                  <a:lnTo>
                    <a:pt x="6829783" y="179168"/>
                  </a:lnTo>
                  <a:lnTo>
                    <a:pt x="6829908" y="179168"/>
                  </a:lnTo>
                  <a:lnTo>
                    <a:pt x="6830033" y="179168"/>
                  </a:lnTo>
                  <a:lnTo>
                    <a:pt x="6830158" y="179168"/>
                  </a:lnTo>
                  <a:lnTo>
                    <a:pt x="6830283" y="179168"/>
                  </a:lnTo>
                  <a:lnTo>
                    <a:pt x="6830408" y="179168"/>
                  </a:lnTo>
                  <a:lnTo>
                    <a:pt x="6830533" y="179168"/>
                  </a:lnTo>
                  <a:lnTo>
                    <a:pt x="6830658" y="179168"/>
                  </a:lnTo>
                  <a:lnTo>
                    <a:pt x="6830783" y="179168"/>
                  </a:lnTo>
                  <a:lnTo>
                    <a:pt x="6830908" y="179168"/>
                  </a:lnTo>
                  <a:lnTo>
                    <a:pt x="6831033" y="179168"/>
                  </a:lnTo>
                  <a:lnTo>
                    <a:pt x="6831158" y="179168"/>
                  </a:lnTo>
                  <a:lnTo>
                    <a:pt x="6831283" y="179168"/>
                  </a:lnTo>
                  <a:lnTo>
                    <a:pt x="6831408" y="179168"/>
                  </a:lnTo>
                  <a:lnTo>
                    <a:pt x="6831533" y="179168"/>
                  </a:lnTo>
                  <a:lnTo>
                    <a:pt x="6831658" y="179168"/>
                  </a:lnTo>
                  <a:lnTo>
                    <a:pt x="6831783" y="179168"/>
                  </a:lnTo>
                  <a:lnTo>
                    <a:pt x="6831908" y="179168"/>
                  </a:lnTo>
                  <a:lnTo>
                    <a:pt x="6832033" y="179168"/>
                  </a:lnTo>
                  <a:lnTo>
                    <a:pt x="6832158" y="179168"/>
                  </a:lnTo>
                  <a:lnTo>
                    <a:pt x="6832284" y="179168"/>
                  </a:lnTo>
                  <a:lnTo>
                    <a:pt x="6832409" y="179168"/>
                  </a:lnTo>
                  <a:lnTo>
                    <a:pt x="6832534" y="179168"/>
                  </a:lnTo>
                  <a:lnTo>
                    <a:pt x="6832659" y="179168"/>
                  </a:lnTo>
                  <a:lnTo>
                    <a:pt x="6832784" y="179168"/>
                  </a:lnTo>
                  <a:lnTo>
                    <a:pt x="6832909" y="179168"/>
                  </a:lnTo>
                  <a:lnTo>
                    <a:pt x="6833034" y="179168"/>
                  </a:lnTo>
                  <a:lnTo>
                    <a:pt x="6833159" y="179168"/>
                  </a:lnTo>
                  <a:lnTo>
                    <a:pt x="6833284" y="179168"/>
                  </a:lnTo>
                  <a:lnTo>
                    <a:pt x="6833409" y="179168"/>
                  </a:lnTo>
                  <a:lnTo>
                    <a:pt x="6833534" y="179168"/>
                  </a:lnTo>
                  <a:lnTo>
                    <a:pt x="6833659" y="179168"/>
                  </a:lnTo>
                  <a:lnTo>
                    <a:pt x="6833784" y="179168"/>
                  </a:lnTo>
                  <a:lnTo>
                    <a:pt x="6833909" y="179168"/>
                  </a:lnTo>
                  <a:lnTo>
                    <a:pt x="6834034" y="179168"/>
                  </a:lnTo>
                  <a:lnTo>
                    <a:pt x="6834159" y="179168"/>
                  </a:lnTo>
                  <a:lnTo>
                    <a:pt x="6834284" y="179168"/>
                  </a:lnTo>
                  <a:lnTo>
                    <a:pt x="6834409" y="179168"/>
                  </a:lnTo>
                  <a:lnTo>
                    <a:pt x="6834534" y="179168"/>
                  </a:lnTo>
                  <a:lnTo>
                    <a:pt x="6834659" y="179168"/>
                  </a:lnTo>
                  <a:lnTo>
                    <a:pt x="6834784" y="179168"/>
                  </a:lnTo>
                  <a:lnTo>
                    <a:pt x="6834909" y="179168"/>
                  </a:lnTo>
                  <a:lnTo>
                    <a:pt x="6835034" y="179168"/>
                  </a:lnTo>
                  <a:lnTo>
                    <a:pt x="6835159" y="179168"/>
                  </a:lnTo>
                  <a:lnTo>
                    <a:pt x="6835285" y="179168"/>
                  </a:lnTo>
                  <a:lnTo>
                    <a:pt x="6835410" y="179168"/>
                  </a:lnTo>
                  <a:lnTo>
                    <a:pt x="6835535" y="179168"/>
                  </a:lnTo>
                  <a:lnTo>
                    <a:pt x="6835660" y="179168"/>
                  </a:lnTo>
                  <a:lnTo>
                    <a:pt x="6835785" y="179168"/>
                  </a:lnTo>
                  <a:lnTo>
                    <a:pt x="6835910" y="179168"/>
                  </a:lnTo>
                  <a:lnTo>
                    <a:pt x="6836035" y="179168"/>
                  </a:lnTo>
                  <a:lnTo>
                    <a:pt x="6836160" y="179168"/>
                  </a:lnTo>
                  <a:lnTo>
                    <a:pt x="6836285" y="179168"/>
                  </a:lnTo>
                  <a:lnTo>
                    <a:pt x="6836410" y="179168"/>
                  </a:lnTo>
                  <a:lnTo>
                    <a:pt x="6836535" y="179168"/>
                  </a:lnTo>
                  <a:lnTo>
                    <a:pt x="6836660" y="179168"/>
                  </a:lnTo>
                  <a:lnTo>
                    <a:pt x="6836785" y="179168"/>
                  </a:lnTo>
                  <a:lnTo>
                    <a:pt x="6836910" y="179168"/>
                  </a:lnTo>
                  <a:lnTo>
                    <a:pt x="6837035" y="179168"/>
                  </a:lnTo>
                  <a:lnTo>
                    <a:pt x="6837160" y="179168"/>
                  </a:lnTo>
                  <a:lnTo>
                    <a:pt x="6837285" y="179168"/>
                  </a:lnTo>
                  <a:lnTo>
                    <a:pt x="6837410" y="179168"/>
                  </a:lnTo>
                  <a:lnTo>
                    <a:pt x="6837535" y="179168"/>
                  </a:lnTo>
                  <a:lnTo>
                    <a:pt x="6837660" y="179168"/>
                  </a:lnTo>
                  <a:lnTo>
                    <a:pt x="6837785" y="179168"/>
                  </a:lnTo>
                  <a:lnTo>
                    <a:pt x="6837910" y="179168"/>
                  </a:lnTo>
                  <a:lnTo>
                    <a:pt x="6838035" y="179168"/>
                  </a:lnTo>
                  <a:lnTo>
                    <a:pt x="6838160" y="179168"/>
                  </a:lnTo>
                  <a:lnTo>
                    <a:pt x="6838286" y="179168"/>
                  </a:lnTo>
                  <a:lnTo>
                    <a:pt x="6838411" y="179168"/>
                  </a:lnTo>
                  <a:lnTo>
                    <a:pt x="6838536" y="179168"/>
                  </a:lnTo>
                  <a:lnTo>
                    <a:pt x="6838661" y="179168"/>
                  </a:lnTo>
                  <a:lnTo>
                    <a:pt x="6838786" y="179168"/>
                  </a:lnTo>
                  <a:lnTo>
                    <a:pt x="6838911" y="179168"/>
                  </a:lnTo>
                  <a:lnTo>
                    <a:pt x="6839036" y="179168"/>
                  </a:lnTo>
                  <a:lnTo>
                    <a:pt x="6839161" y="179168"/>
                  </a:lnTo>
                  <a:lnTo>
                    <a:pt x="6839286" y="179168"/>
                  </a:lnTo>
                  <a:lnTo>
                    <a:pt x="6839411" y="179168"/>
                  </a:lnTo>
                  <a:lnTo>
                    <a:pt x="6839536" y="179168"/>
                  </a:lnTo>
                  <a:lnTo>
                    <a:pt x="6839661" y="179168"/>
                  </a:lnTo>
                  <a:lnTo>
                    <a:pt x="6839786" y="179168"/>
                  </a:lnTo>
                  <a:lnTo>
                    <a:pt x="6839911" y="179168"/>
                  </a:lnTo>
                  <a:lnTo>
                    <a:pt x="6840036" y="179168"/>
                  </a:lnTo>
                  <a:lnTo>
                    <a:pt x="6840161" y="179168"/>
                  </a:lnTo>
                  <a:lnTo>
                    <a:pt x="6840286" y="179168"/>
                  </a:lnTo>
                  <a:lnTo>
                    <a:pt x="6840411" y="179168"/>
                  </a:lnTo>
                  <a:lnTo>
                    <a:pt x="6840536" y="179168"/>
                  </a:lnTo>
                  <a:lnTo>
                    <a:pt x="6840661" y="179168"/>
                  </a:lnTo>
                  <a:lnTo>
                    <a:pt x="6840786" y="179168"/>
                  </a:lnTo>
                  <a:lnTo>
                    <a:pt x="6840911" y="179168"/>
                  </a:lnTo>
                  <a:lnTo>
                    <a:pt x="6841036" y="179168"/>
                  </a:lnTo>
                  <a:lnTo>
                    <a:pt x="6841161" y="179168"/>
                  </a:lnTo>
                  <a:lnTo>
                    <a:pt x="6841287" y="179168"/>
                  </a:lnTo>
                  <a:lnTo>
                    <a:pt x="6841412" y="179168"/>
                  </a:lnTo>
                  <a:lnTo>
                    <a:pt x="6841537" y="179168"/>
                  </a:lnTo>
                  <a:lnTo>
                    <a:pt x="6841662" y="179168"/>
                  </a:lnTo>
                  <a:lnTo>
                    <a:pt x="6841787" y="179168"/>
                  </a:lnTo>
                  <a:lnTo>
                    <a:pt x="6841912" y="179168"/>
                  </a:lnTo>
                  <a:lnTo>
                    <a:pt x="6842037" y="179168"/>
                  </a:lnTo>
                  <a:lnTo>
                    <a:pt x="6842162" y="179168"/>
                  </a:lnTo>
                  <a:lnTo>
                    <a:pt x="6842287" y="179168"/>
                  </a:lnTo>
                  <a:lnTo>
                    <a:pt x="6842412" y="179168"/>
                  </a:lnTo>
                  <a:lnTo>
                    <a:pt x="6842537" y="179168"/>
                  </a:lnTo>
                  <a:lnTo>
                    <a:pt x="6842662" y="179168"/>
                  </a:lnTo>
                  <a:lnTo>
                    <a:pt x="6842787" y="179168"/>
                  </a:lnTo>
                  <a:lnTo>
                    <a:pt x="6842912" y="179168"/>
                  </a:lnTo>
                  <a:lnTo>
                    <a:pt x="6843037" y="179168"/>
                  </a:lnTo>
                  <a:lnTo>
                    <a:pt x="6843162" y="179168"/>
                  </a:lnTo>
                  <a:lnTo>
                    <a:pt x="6843287" y="179168"/>
                  </a:lnTo>
                  <a:lnTo>
                    <a:pt x="6843412" y="179168"/>
                  </a:lnTo>
                  <a:lnTo>
                    <a:pt x="6843537" y="179168"/>
                  </a:lnTo>
                  <a:lnTo>
                    <a:pt x="6843662" y="179168"/>
                  </a:lnTo>
                  <a:lnTo>
                    <a:pt x="6843787" y="179168"/>
                  </a:lnTo>
                  <a:lnTo>
                    <a:pt x="6843912" y="179168"/>
                  </a:lnTo>
                  <a:lnTo>
                    <a:pt x="6844037" y="179168"/>
                  </a:lnTo>
                  <a:lnTo>
                    <a:pt x="6844162" y="179168"/>
                  </a:lnTo>
                  <a:lnTo>
                    <a:pt x="6844288" y="179168"/>
                  </a:lnTo>
                  <a:lnTo>
                    <a:pt x="6844413" y="179168"/>
                  </a:lnTo>
                  <a:lnTo>
                    <a:pt x="6844538" y="179168"/>
                  </a:lnTo>
                  <a:lnTo>
                    <a:pt x="6844663" y="179168"/>
                  </a:lnTo>
                  <a:lnTo>
                    <a:pt x="6844788" y="179168"/>
                  </a:lnTo>
                  <a:lnTo>
                    <a:pt x="6844913" y="179168"/>
                  </a:lnTo>
                  <a:lnTo>
                    <a:pt x="6845038" y="179168"/>
                  </a:lnTo>
                  <a:lnTo>
                    <a:pt x="6845163" y="179168"/>
                  </a:lnTo>
                  <a:lnTo>
                    <a:pt x="6845288" y="179168"/>
                  </a:lnTo>
                  <a:lnTo>
                    <a:pt x="6845413" y="179168"/>
                  </a:lnTo>
                  <a:lnTo>
                    <a:pt x="6845538" y="179168"/>
                  </a:lnTo>
                  <a:lnTo>
                    <a:pt x="6845663" y="179168"/>
                  </a:lnTo>
                  <a:lnTo>
                    <a:pt x="6845788" y="179168"/>
                  </a:lnTo>
                  <a:lnTo>
                    <a:pt x="6845913" y="179168"/>
                  </a:lnTo>
                  <a:lnTo>
                    <a:pt x="6846038" y="179168"/>
                  </a:lnTo>
                  <a:lnTo>
                    <a:pt x="6846163" y="179168"/>
                  </a:lnTo>
                  <a:lnTo>
                    <a:pt x="6846288" y="179168"/>
                  </a:lnTo>
                  <a:lnTo>
                    <a:pt x="6846413" y="179168"/>
                  </a:lnTo>
                  <a:lnTo>
                    <a:pt x="6846538" y="179168"/>
                  </a:lnTo>
                  <a:lnTo>
                    <a:pt x="6846663" y="179168"/>
                  </a:lnTo>
                  <a:lnTo>
                    <a:pt x="6846788" y="179168"/>
                  </a:lnTo>
                  <a:lnTo>
                    <a:pt x="6846913" y="179168"/>
                  </a:lnTo>
                  <a:lnTo>
                    <a:pt x="6847038" y="179168"/>
                  </a:lnTo>
                  <a:lnTo>
                    <a:pt x="6847163" y="179168"/>
                  </a:lnTo>
                  <a:lnTo>
                    <a:pt x="6847289" y="179168"/>
                  </a:lnTo>
                  <a:lnTo>
                    <a:pt x="6847414" y="179168"/>
                  </a:lnTo>
                  <a:lnTo>
                    <a:pt x="6847539" y="179168"/>
                  </a:lnTo>
                  <a:lnTo>
                    <a:pt x="6847664" y="179168"/>
                  </a:lnTo>
                  <a:lnTo>
                    <a:pt x="6847789" y="179168"/>
                  </a:lnTo>
                  <a:lnTo>
                    <a:pt x="6847914" y="179168"/>
                  </a:lnTo>
                  <a:lnTo>
                    <a:pt x="6848039" y="179168"/>
                  </a:lnTo>
                  <a:lnTo>
                    <a:pt x="6848164" y="179168"/>
                  </a:lnTo>
                  <a:lnTo>
                    <a:pt x="6848289" y="179168"/>
                  </a:lnTo>
                  <a:lnTo>
                    <a:pt x="6848414" y="179168"/>
                  </a:lnTo>
                  <a:lnTo>
                    <a:pt x="6848539" y="179168"/>
                  </a:lnTo>
                  <a:lnTo>
                    <a:pt x="6848664" y="179168"/>
                  </a:lnTo>
                  <a:lnTo>
                    <a:pt x="6848789" y="179168"/>
                  </a:lnTo>
                  <a:lnTo>
                    <a:pt x="6848914" y="179168"/>
                  </a:lnTo>
                  <a:lnTo>
                    <a:pt x="6849039" y="179168"/>
                  </a:lnTo>
                  <a:lnTo>
                    <a:pt x="6849164" y="179168"/>
                  </a:lnTo>
                  <a:lnTo>
                    <a:pt x="6849289" y="179168"/>
                  </a:lnTo>
                  <a:lnTo>
                    <a:pt x="6849414" y="179168"/>
                  </a:lnTo>
                  <a:lnTo>
                    <a:pt x="6849539" y="179168"/>
                  </a:lnTo>
                  <a:lnTo>
                    <a:pt x="6849664" y="179168"/>
                  </a:lnTo>
                  <a:lnTo>
                    <a:pt x="6849789" y="179168"/>
                  </a:lnTo>
                  <a:lnTo>
                    <a:pt x="6849914" y="179168"/>
                  </a:lnTo>
                  <a:lnTo>
                    <a:pt x="6850039" y="179168"/>
                  </a:lnTo>
                  <a:lnTo>
                    <a:pt x="6850164" y="179168"/>
                  </a:lnTo>
                  <a:lnTo>
                    <a:pt x="6850290" y="179168"/>
                  </a:lnTo>
                  <a:lnTo>
                    <a:pt x="6850415" y="179168"/>
                  </a:lnTo>
                  <a:lnTo>
                    <a:pt x="6850540" y="179168"/>
                  </a:lnTo>
                  <a:lnTo>
                    <a:pt x="6850665" y="179168"/>
                  </a:lnTo>
                  <a:lnTo>
                    <a:pt x="6850790" y="179168"/>
                  </a:lnTo>
                  <a:lnTo>
                    <a:pt x="6850915" y="179168"/>
                  </a:lnTo>
                  <a:lnTo>
                    <a:pt x="6851040" y="179168"/>
                  </a:lnTo>
                  <a:lnTo>
                    <a:pt x="6851165" y="179168"/>
                  </a:lnTo>
                  <a:lnTo>
                    <a:pt x="6851290" y="179168"/>
                  </a:lnTo>
                  <a:lnTo>
                    <a:pt x="6851415" y="179168"/>
                  </a:lnTo>
                  <a:lnTo>
                    <a:pt x="6851540" y="179168"/>
                  </a:lnTo>
                  <a:lnTo>
                    <a:pt x="6851665" y="179168"/>
                  </a:lnTo>
                  <a:lnTo>
                    <a:pt x="6851790" y="179168"/>
                  </a:lnTo>
                  <a:lnTo>
                    <a:pt x="6851915" y="179168"/>
                  </a:lnTo>
                  <a:lnTo>
                    <a:pt x="6852040" y="179168"/>
                  </a:lnTo>
                  <a:lnTo>
                    <a:pt x="6852165" y="179168"/>
                  </a:lnTo>
                  <a:lnTo>
                    <a:pt x="6852290" y="179168"/>
                  </a:lnTo>
                  <a:lnTo>
                    <a:pt x="6852415" y="179168"/>
                  </a:lnTo>
                  <a:lnTo>
                    <a:pt x="6852540" y="179168"/>
                  </a:lnTo>
                  <a:lnTo>
                    <a:pt x="6852665" y="179168"/>
                  </a:lnTo>
                  <a:lnTo>
                    <a:pt x="6852790" y="179168"/>
                  </a:lnTo>
                  <a:lnTo>
                    <a:pt x="6852915" y="179168"/>
                  </a:lnTo>
                  <a:lnTo>
                    <a:pt x="6853040" y="179168"/>
                  </a:lnTo>
                  <a:lnTo>
                    <a:pt x="6853165" y="179168"/>
                  </a:lnTo>
                  <a:lnTo>
                    <a:pt x="6853291" y="179168"/>
                  </a:lnTo>
                  <a:lnTo>
                    <a:pt x="6853416" y="179168"/>
                  </a:lnTo>
                  <a:lnTo>
                    <a:pt x="6853541" y="179168"/>
                  </a:lnTo>
                  <a:lnTo>
                    <a:pt x="6853666" y="179168"/>
                  </a:lnTo>
                  <a:lnTo>
                    <a:pt x="6853791" y="179168"/>
                  </a:lnTo>
                  <a:lnTo>
                    <a:pt x="6853916" y="179168"/>
                  </a:lnTo>
                  <a:lnTo>
                    <a:pt x="6854041" y="179168"/>
                  </a:lnTo>
                  <a:lnTo>
                    <a:pt x="6854166" y="179168"/>
                  </a:lnTo>
                  <a:lnTo>
                    <a:pt x="6854291" y="179168"/>
                  </a:lnTo>
                  <a:lnTo>
                    <a:pt x="6854416" y="179168"/>
                  </a:lnTo>
                  <a:lnTo>
                    <a:pt x="6854541" y="179168"/>
                  </a:lnTo>
                  <a:lnTo>
                    <a:pt x="6854666" y="179168"/>
                  </a:lnTo>
                  <a:lnTo>
                    <a:pt x="6854791" y="179168"/>
                  </a:lnTo>
                  <a:lnTo>
                    <a:pt x="6854916" y="179168"/>
                  </a:lnTo>
                  <a:lnTo>
                    <a:pt x="6855041" y="179168"/>
                  </a:lnTo>
                  <a:lnTo>
                    <a:pt x="6855166" y="179168"/>
                  </a:lnTo>
                  <a:lnTo>
                    <a:pt x="6855291" y="179168"/>
                  </a:lnTo>
                  <a:lnTo>
                    <a:pt x="6855416" y="179168"/>
                  </a:lnTo>
                  <a:lnTo>
                    <a:pt x="6855541" y="179168"/>
                  </a:lnTo>
                  <a:lnTo>
                    <a:pt x="6855666" y="179168"/>
                  </a:lnTo>
                  <a:lnTo>
                    <a:pt x="6855791" y="179168"/>
                  </a:lnTo>
                  <a:lnTo>
                    <a:pt x="6855916" y="179168"/>
                  </a:lnTo>
                  <a:lnTo>
                    <a:pt x="6856041" y="179168"/>
                  </a:lnTo>
                  <a:lnTo>
                    <a:pt x="6856166" y="179168"/>
                  </a:lnTo>
                  <a:lnTo>
                    <a:pt x="6856292" y="179168"/>
                  </a:lnTo>
                  <a:lnTo>
                    <a:pt x="6856417" y="179168"/>
                  </a:lnTo>
                  <a:lnTo>
                    <a:pt x="6856542" y="179168"/>
                  </a:lnTo>
                  <a:lnTo>
                    <a:pt x="6856667" y="179168"/>
                  </a:lnTo>
                  <a:lnTo>
                    <a:pt x="6856792" y="179168"/>
                  </a:lnTo>
                  <a:lnTo>
                    <a:pt x="6856917" y="179168"/>
                  </a:lnTo>
                  <a:lnTo>
                    <a:pt x="6857042" y="179168"/>
                  </a:lnTo>
                  <a:lnTo>
                    <a:pt x="6857167" y="179168"/>
                  </a:lnTo>
                  <a:lnTo>
                    <a:pt x="6857292" y="179168"/>
                  </a:lnTo>
                  <a:lnTo>
                    <a:pt x="6857417" y="179168"/>
                  </a:lnTo>
                  <a:lnTo>
                    <a:pt x="6857542" y="179168"/>
                  </a:lnTo>
                  <a:lnTo>
                    <a:pt x="6857667" y="179168"/>
                  </a:lnTo>
                  <a:lnTo>
                    <a:pt x="6857792" y="179168"/>
                  </a:lnTo>
                  <a:lnTo>
                    <a:pt x="6857917" y="179168"/>
                  </a:lnTo>
                  <a:lnTo>
                    <a:pt x="6858042" y="179168"/>
                  </a:lnTo>
                  <a:lnTo>
                    <a:pt x="6858167" y="179168"/>
                  </a:lnTo>
                  <a:lnTo>
                    <a:pt x="6858292" y="179168"/>
                  </a:lnTo>
                  <a:lnTo>
                    <a:pt x="6858417" y="179168"/>
                  </a:lnTo>
                  <a:lnTo>
                    <a:pt x="6858542" y="179168"/>
                  </a:lnTo>
                  <a:lnTo>
                    <a:pt x="6858667" y="179168"/>
                  </a:lnTo>
                  <a:lnTo>
                    <a:pt x="6858792" y="179168"/>
                  </a:lnTo>
                  <a:lnTo>
                    <a:pt x="6858917" y="179168"/>
                  </a:lnTo>
                  <a:lnTo>
                    <a:pt x="6859042" y="179168"/>
                  </a:lnTo>
                  <a:lnTo>
                    <a:pt x="6859167" y="179168"/>
                  </a:lnTo>
                  <a:lnTo>
                    <a:pt x="6859293" y="179168"/>
                  </a:lnTo>
                  <a:lnTo>
                    <a:pt x="6859418" y="179168"/>
                  </a:lnTo>
                  <a:lnTo>
                    <a:pt x="6859543" y="179168"/>
                  </a:lnTo>
                  <a:lnTo>
                    <a:pt x="6859668" y="179168"/>
                  </a:lnTo>
                  <a:lnTo>
                    <a:pt x="6859793" y="179168"/>
                  </a:lnTo>
                  <a:lnTo>
                    <a:pt x="6859918" y="179168"/>
                  </a:lnTo>
                  <a:lnTo>
                    <a:pt x="6860043" y="179168"/>
                  </a:lnTo>
                  <a:lnTo>
                    <a:pt x="6860168" y="179168"/>
                  </a:lnTo>
                  <a:lnTo>
                    <a:pt x="6860293" y="179168"/>
                  </a:lnTo>
                  <a:lnTo>
                    <a:pt x="6860418" y="179168"/>
                  </a:lnTo>
                  <a:lnTo>
                    <a:pt x="6860543" y="179168"/>
                  </a:lnTo>
                  <a:lnTo>
                    <a:pt x="6860668" y="179168"/>
                  </a:lnTo>
                  <a:lnTo>
                    <a:pt x="6860793" y="179168"/>
                  </a:lnTo>
                  <a:lnTo>
                    <a:pt x="6860918" y="179168"/>
                  </a:lnTo>
                  <a:lnTo>
                    <a:pt x="6861043" y="179168"/>
                  </a:lnTo>
                  <a:lnTo>
                    <a:pt x="6861168" y="179168"/>
                  </a:lnTo>
                  <a:lnTo>
                    <a:pt x="6861293" y="179168"/>
                  </a:lnTo>
                  <a:lnTo>
                    <a:pt x="6861418" y="179168"/>
                  </a:lnTo>
                  <a:lnTo>
                    <a:pt x="6861543" y="179168"/>
                  </a:lnTo>
                  <a:lnTo>
                    <a:pt x="6861543" y="169214"/>
                  </a:lnTo>
                  <a:lnTo>
                    <a:pt x="6861668" y="169214"/>
                  </a:lnTo>
                  <a:lnTo>
                    <a:pt x="6861793" y="169214"/>
                  </a:lnTo>
                  <a:lnTo>
                    <a:pt x="6861918" y="169214"/>
                  </a:lnTo>
                  <a:lnTo>
                    <a:pt x="6862043" y="169214"/>
                  </a:lnTo>
                  <a:lnTo>
                    <a:pt x="6862168" y="169214"/>
                  </a:lnTo>
                  <a:lnTo>
                    <a:pt x="6862294" y="169214"/>
                  </a:lnTo>
                  <a:lnTo>
                    <a:pt x="6862419" y="169214"/>
                  </a:lnTo>
                  <a:lnTo>
                    <a:pt x="6862544" y="169214"/>
                  </a:lnTo>
                  <a:lnTo>
                    <a:pt x="6862669" y="169214"/>
                  </a:lnTo>
                  <a:lnTo>
                    <a:pt x="6862794" y="169214"/>
                  </a:lnTo>
                  <a:lnTo>
                    <a:pt x="6862919" y="169214"/>
                  </a:lnTo>
                  <a:lnTo>
                    <a:pt x="6863044" y="169214"/>
                  </a:lnTo>
                  <a:lnTo>
                    <a:pt x="6863169" y="169214"/>
                  </a:lnTo>
                  <a:lnTo>
                    <a:pt x="6863294" y="169214"/>
                  </a:lnTo>
                  <a:lnTo>
                    <a:pt x="6863419" y="169214"/>
                  </a:lnTo>
                  <a:lnTo>
                    <a:pt x="6863544" y="169214"/>
                  </a:lnTo>
                  <a:lnTo>
                    <a:pt x="6863669" y="169214"/>
                  </a:lnTo>
                  <a:lnTo>
                    <a:pt x="6863794" y="169214"/>
                  </a:lnTo>
                  <a:lnTo>
                    <a:pt x="6863919" y="169214"/>
                  </a:lnTo>
                  <a:lnTo>
                    <a:pt x="6864044" y="169214"/>
                  </a:lnTo>
                  <a:lnTo>
                    <a:pt x="6864169" y="169214"/>
                  </a:lnTo>
                  <a:lnTo>
                    <a:pt x="6864294" y="169214"/>
                  </a:lnTo>
                  <a:lnTo>
                    <a:pt x="6864419" y="169214"/>
                  </a:lnTo>
                  <a:lnTo>
                    <a:pt x="6864544" y="169214"/>
                  </a:lnTo>
                  <a:lnTo>
                    <a:pt x="6864669" y="169214"/>
                  </a:lnTo>
                  <a:lnTo>
                    <a:pt x="6864794" y="169214"/>
                  </a:lnTo>
                  <a:lnTo>
                    <a:pt x="6864919" y="169214"/>
                  </a:lnTo>
                  <a:lnTo>
                    <a:pt x="6865044" y="169214"/>
                  </a:lnTo>
                  <a:lnTo>
                    <a:pt x="6865169" y="169214"/>
                  </a:lnTo>
                  <a:lnTo>
                    <a:pt x="6865295" y="169214"/>
                  </a:lnTo>
                  <a:lnTo>
                    <a:pt x="6865420" y="169214"/>
                  </a:lnTo>
                  <a:lnTo>
                    <a:pt x="6865545" y="169214"/>
                  </a:lnTo>
                  <a:lnTo>
                    <a:pt x="6865670" y="169214"/>
                  </a:lnTo>
                  <a:lnTo>
                    <a:pt x="6865795" y="169214"/>
                  </a:lnTo>
                  <a:lnTo>
                    <a:pt x="6865920" y="169214"/>
                  </a:lnTo>
                  <a:lnTo>
                    <a:pt x="6866045" y="169214"/>
                  </a:lnTo>
                  <a:lnTo>
                    <a:pt x="6866170" y="169214"/>
                  </a:lnTo>
                  <a:lnTo>
                    <a:pt x="6866295" y="169214"/>
                  </a:lnTo>
                  <a:lnTo>
                    <a:pt x="6866420" y="169214"/>
                  </a:lnTo>
                  <a:lnTo>
                    <a:pt x="6866545" y="169214"/>
                  </a:lnTo>
                  <a:lnTo>
                    <a:pt x="6866670" y="169214"/>
                  </a:lnTo>
                  <a:lnTo>
                    <a:pt x="6866795" y="169214"/>
                  </a:lnTo>
                  <a:lnTo>
                    <a:pt x="6866920" y="169214"/>
                  </a:lnTo>
                  <a:lnTo>
                    <a:pt x="6867045" y="169214"/>
                  </a:lnTo>
                  <a:lnTo>
                    <a:pt x="6867170" y="169214"/>
                  </a:lnTo>
                  <a:lnTo>
                    <a:pt x="6867295" y="169214"/>
                  </a:lnTo>
                  <a:lnTo>
                    <a:pt x="6867420" y="169214"/>
                  </a:lnTo>
                  <a:lnTo>
                    <a:pt x="6867545" y="169214"/>
                  </a:lnTo>
                  <a:lnTo>
                    <a:pt x="6867670" y="169214"/>
                  </a:lnTo>
                  <a:lnTo>
                    <a:pt x="6867795" y="169214"/>
                  </a:lnTo>
                  <a:lnTo>
                    <a:pt x="6867920" y="169214"/>
                  </a:lnTo>
                  <a:lnTo>
                    <a:pt x="6868045" y="169214"/>
                  </a:lnTo>
                  <a:lnTo>
                    <a:pt x="6868171" y="169214"/>
                  </a:lnTo>
                  <a:lnTo>
                    <a:pt x="6868296" y="169214"/>
                  </a:lnTo>
                  <a:lnTo>
                    <a:pt x="6868421" y="169214"/>
                  </a:lnTo>
                  <a:lnTo>
                    <a:pt x="6868546" y="169214"/>
                  </a:lnTo>
                  <a:lnTo>
                    <a:pt x="6868671" y="169214"/>
                  </a:lnTo>
                  <a:lnTo>
                    <a:pt x="6868796" y="169214"/>
                  </a:lnTo>
                  <a:lnTo>
                    <a:pt x="6868921" y="169214"/>
                  </a:lnTo>
                  <a:lnTo>
                    <a:pt x="6869046" y="169214"/>
                  </a:lnTo>
                  <a:lnTo>
                    <a:pt x="6869171" y="169214"/>
                  </a:lnTo>
                  <a:lnTo>
                    <a:pt x="6869296" y="169214"/>
                  </a:lnTo>
                  <a:lnTo>
                    <a:pt x="6869421" y="169214"/>
                  </a:lnTo>
                  <a:lnTo>
                    <a:pt x="6869546" y="169214"/>
                  </a:lnTo>
                  <a:lnTo>
                    <a:pt x="6869671" y="169214"/>
                  </a:lnTo>
                  <a:lnTo>
                    <a:pt x="6869796" y="169214"/>
                  </a:lnTo>
                  <a:lnTo>
                    <a:pt x="6869921" y="169214"/>
                  </a:lnTo>
                  <a:lnTo>
                    <a:pt x="6870046" y="169214"/>
                  </a:lnTo>
                  <a:lnTo>
                    <a:pt x="6870171" y="169214"/>
                  </a:lnTo>
                  <a:lnTo>
                    <a:pt x="6870296" y="169214"/>
                  </a:lnTo>
                  <a:lnTo>
                    <a:pt x="6870421" y="169214"/>
                  </a:lnTo>
                  <a:lnTo>
                    <a:pt x="6870546" y="169214"/>
                  </a:lnTo>
                  <a:lnTo>
                    <a:pt x="6870671" y="169214"/>
                  </a:lnTo>
                  <a:lnTo>
                    <a:pt x="6870796" y="169214"/>
                  </a:lnTo>
                  <a:lnTo>
                    <a:pt x="6870921" y="169214"/>
                  </a:lnTo>
                  <a:lnTo>
                    <a:pt x="6871046" y="169214"/>
                  </a:lnTo>
                  <a:lnTo>
                    <a:pt x="6871172" y="169214"/>
                  </a:lnTo>
                  <a:lnTo>
                    <a:pt x="6871297" y="169214"/>
                  </a:lnTo>
                  <a:lnTo>
                    <a:pt x="6871422" y="169214"/>
                  </a:lnTo>
                  <a:lnTo>
                    <a:pt x="6871547" y="169214"/>
                  </a:lnTo>
                  <a:lnTo>
                    <a:pt x="6871672" y="169214"/>
                  </a:lnTo>
                  <a:lnTo>
                    <a:pt x="6871797" y="169214"/>
                  </a:lnTo>
                  <a:lnTo>
                    <a:pt x="6871922" y="169214"/>
                  </a:lnTo>
                  <a:lnTo>
                    <a:pt x="6872047" y="169214"/>
                  </a:lnTo>
                  <a:lnTo>
                    <a:pt x="6872172" y="169214"/>
                  </a:lnTo>
                  <a:lnTo>
                    <a:pt x="6872297" y="169214"/>
                  </a:lnTo>
                  <a:lnTo>
                    <a:pt x="6872422" y="169214"/>
                  </a:lnTo>
                  <a:lnTo>
                    <a:pt x="6872547" y="169214"/>
                  </a:lnTo>
                  <a:lnTo>
                    <a:pt x="6872672" y="169214"/>
                  </a:lnTo>
                  <a:lnTo>
                    <a:pt x="6872797" y="169214"/>
                  </a:lnTo>
                  <a:lnTo>
                    <a:pt x="6872922" y="169214"/>
                  </a:lnTo>
                  <a:lnTo>
                    <a:pt x="6873047" y="169214"/>
                  </a:lnTo>
                  <a:lnTo>
                    <a:pt x="6873172" y="169214"/>
                  </a:lnTo>
                  <a:lnTo>
                    <a:pt x="6873297" y="169214"/>
                  </a:lnTo>
                  <a:lnTo>
                    <a:pt x="6873422" y="169214"/>
                  </a:lnTo>
                  <a:lnTo>
                    <a:pt x="6873547" y="169214"/>
                  </a:lnTo>
                  <a:lnTo>
                    <a:pt x="6873672" y="169214"/>
                  </a:lnTo>
                  <a:lnTo>
                    <a:pt x="6873797" y="169214"/>
                  </a:lnTo>
                  <a:lnTo>
                    <a:pt x="6873922" y="169214"/>
                  </a:lnTo>
                  <a:lnTo>
                    <a:pt x="6874047" y="169214"/>
                  </a:lnTo>
                  <a:lnTo>
                    <a:pt x="6874173" y="169214"/>
                  </a:lnTo>
                  <a:lnTo>
                    <a:pt x="6874298" y="169214"/>
                  </a:lnTo>
                  <a:lnTo>
                    <a:pt x="6874423" y="169214"/>
                  </a:lnTo>
                  <a:lnTo>
                    <a:pt x="6874548" y="169214"/>
                  </a:lnTo>
                  <a:lnTo>
                    <a:pt x="6874673" y="169214"/>
                  </a:lnTo>
                  <a:lnTo>
                    <a:pt x="6874798" y="169214"/>
                  </a:lnTo>
                  <a:lnTo>
                    <a:pt x="6874923" y="169214"/>
                  </a:lnTo>
                  <a:lnTo>
                    <a:pt x="6875048" y="169214"/>
                  </a:lnTo>
                  <a:lnTo>
                    <a:pt x="6875173" y="169214"/>
                  </a:lnTo>
                  <a:lnTo>
                    <a:pt x="6875298" y="169214"/>
                  </a:lnTo>
                  <a:lnTo>
                    <a:pt x="6875423" y="169214"/>
                  </a:lnTo>
                  <a:lnTo>
                    <a:pt x="6875548" y="169214"/>
                  </a:lnTo>
                  <a:lnTo>
                    <a:pt x="6875673" y="169214"/>
                  </a:lnTo>
                  <a:lnTo>
                    <a:pt x="6875798" y="169214"/>
                  </a:lnTo>
                  <a:lnTo>
                    <a:pt x="6875923" y="169214"/>
                  </a:lnTo>
                  <a:lnTo>
                    <a:pt x="6876048" y="169214"/>
                  </a:lnTo>
                  <a:lnTo>
                    <a:pt x="6876173" y="169214"/>
                  </a:lnTo>
                  <a:lnTo>
                    <a:pt x="6876298" y="169214"/>
                  </a:lnTo>
                  <a:lnTo>
                    <a:pt x="6876423" y="169214"/>
                  </a:lnTo>
                  <a:lnTo>
                    <a:pt x="6876548" y="169214"/>
                  </a:lnTo>
                  <a:lnTo>
                    <a:pt x="6876673" y="169214"/>
                  </a:lnTo>
                  <a:lnTo>
                    <a:pt x="6876798" y="169214"/>
                  </a:lnTo>
                  <a:lnTo>
                    <a:pt x="6876923" y="169214"/>
                  </a:lnTo>
                  <a:lnTo>
                    <a:pt x="6877048" y="169214"/>
                  </a:lnTo>
                  <a:lnTo>
                    <a:pt x="6877174" y="169214"/>
                  </a:lnTo>
                  <a:lnTo>
                    <a:pt x="6877299" y="169214"/>
                  </a:lnTo>
                  <a:lnTo>
                    <a:pt x="6877424" y="169214"/>
                  </a:lnTo>
                  <a:lnTo>
                    <a:pt x="6877549" y="169214"/>
                  </a:lnTo>
                  <a:lnTo>
                    <a:pt x="6877674" y="169214"/>
                  </a:lnTo>
                  <a:lnTo>
                    <a:pt x="6877799" y="169214"/>
                  </a:lnTo>
                  <a:lnTo>
                    <a:pt x="6877924" y="169214"/>
                  </a:lnTo>
                  <a:lnTo>
                    <a:pt x="6878049" y="169214"/>
                  </a:lnTo>
                  <a:lnTo>
                    <a:pt x="6878174" y="169214"/>
                  </a:lnTo>
                  <a:lnTo>
                    <a:pt x="6878299" y="169214"/>
                  </a:lnTo>
                  <a:lnTo>
                    <a:pt x="6878424" y="169214"/>
                  </a:lnTo>
                  <a:lnTo>
                    <a:pt x="6878549" y="169214"/>
                  </a:lnTo>
                  <a:lnTo>
                    <a:pt x="6878674" y="169214"/>
                  </a:lnTo>
                  <a:lnTo>
                    <a:pt x="6878799" y="169214"/>
                  </a:lnTo>
                  <a:lnTo>
                    <a:pt x="6878924" y="169214"/>
                  </a:lnTo>
                  <a:lnTo>
                    <a:pt x="6879049" y="169214"/>
                  </a:lnTo>
                  <a:lnTo>
                    <a:pt x="6879174" y="169214"/>
                  </a:lnTo>
                  <a:lnTo>
                    <a:pt x="6879299" y="169214"/>
                  </a:lnTo>
                  <a:lnTo>
                    <a:pt x="6879424" y="169214"/>
                  </a:lnTo>
                  <a:lnTo>
                    <a:pt x="6879549" y="169214"/>
                  </a:lnTo>
                  <a:lnTo>
                    <a:pt x="6879674" y="169214"/>
                  </a:lnTo>
                  <a:lnTo>
                    <a:pt x="6879799" y="169214"/>
                  </a:lnTo>
                  <a:lnTo>
                    <a:pt x="6879924" y="169214"/>
                  </a:lnTo>
                  <a:lnTo>
                    <a:pt x="6880049" y="169214"/>
                  </a:lnTo>
                  <a:lnTo>
                    <a:pt x="6880175" y="169214"/>
                  </a:lnTo>
                  <a:lnTo>
                    <a:pt x="6880300" y="169214"/>
                  </a:lnTo>
                  <a:lnTo>
                    <a:pt x="6880425" y="169214"/>
                  </a:lnTo>
                  <a:lnTo>
                    <a:pt x="6880550" y="169214"/>
                  </a:lnTo>
                  <a:lnTo>
                    <a:pt x="6880675" y="169214"/>
                  </a:lnTo>
                  <a:lnTo>
                    <a:pt x="6880800" y="169214"/>
                  </a:lnTo>
                  <a:lnTo>
                    <a:pt x="6880925" y="169214"/>
                  </a:lnTo>
                  <a:lnTo>
                    <a:pt x="6881050" y="169214"/>
                  </a:lnTo>
                  <a:lnTo>
                    <a:pt x="6881175" y="169214"/>
                  </a:lnTo>
                  <a:lnTo>
                    <a:pt x="6881300" y="169214"/>
                  </a:lnTo>
                  <a:lnTo>
                    <a:pt x="6881425" y="169214"/>
                  </a:lnTo>
                  <a:lnTo>
                    <a:pt x="6881550" y="169214"/>
                  </a:lnTo>
                  <a:lnTo>
                    <a:pt x="6881675" y="169214"/>
                  </a:lnTo>
                  <a:lnTo>
                    <a:pt x="6881800" y="169214"/>
                  </a:lnTo>
                  <a:lnTo>
                    <a:pt x="6881925" y="169214"/>
                  </a:lnTo>
                  <a:lnTo>
                    <a:pt x="6882050" y="169214"/>
                  </a:lnTo>
                  <a:lnTo>
                    <a:pt x="6882175" y="169214"/>
                  </a:lnTo>
                  <a:lnTo>
                    <a:pt x="6882300" y="169214"/>
                  </a:lnTo>
                  <a:lnTo>
                    <a:pt x="6882425" y="169214"/>
                  </a:lnTo>
                  <a:lnTo>
                    <a:pt x="6882550" y="169214"/>
                  </a:lnTo>
                  <a:lnTo>
                    <a:pt x="6882675" y="169214"/>
                  </a:lnTo>
                  <a:lnTo>
                    <a:pt x="6882800" y="169214"/>
                  </a:lnTo>
                  <a:lnTo>
                    <a:pt x="6882925" y="169214"/>
                  </a:lnTo>
                  <a:lnTo>
                    <a:pt x="6883050" y="169214"/>
                  </a:lnTo>
                  <a:lnTo>
                    <a:pt x="6883176" y="169214"/>
                  </a:lnTo>
                  <a:lnTo>
                    <a:pt x="6883301" y="169214"/>
                  </a:lnTo>
                  <a:lnTo>
                    <a:pt x="6883426" y="169214"/>
                  </a:lnTo>
                  <a:lnTo>
                    <a:pt x="6883551" y="169214"/>
                  </a:lnTo>
                  <a:lnTo>
                    <a:pt x="6883676" y="169214"/>
                  </a:lnTo>
                  <a:lnTo>
                    <a:pt x="6883801" y="169214"/>
                  </a:lnTo>
                  <a:lnTo>
                    <a:pt x="6883926" y="169214"/>
                  </a:lnTo>
                  <a:lnTo>
                    <a:pt x="6884051" y="169214"/>
                  </a:lnTo>
                  <a:lnTo>
                    <a:pt x="6884176" y="169214"/>
                  </a:lnTo>
                  <a:lnTo>
                    <a:pt x="6884301" y="169214"/>
                  </a:lnTo>
                  <a:lnTo>
                    <a:pt x="6884426" y="169214"/>
                  </a:lnTo>
                  <a:lnTo>
                    <a:pt x="6884551" y="169214"/>
                  </a:lnTo>
                  <a:lnTo>
                    <a:pt x="6884676" y="169214"/>
                  </a:lnTo>
                  <a:lnTo>
                    <a:pt x="6884801" y="169214"/>
                  </a:lnTo>
                  <a:lnTo>
                    <a:pt x="6884926" y="169214"/>
                  </a:lnTo>
                  <a:lnTo>
                    <a:pt x="6885051" y="169214"/>
                  </a:lnTo>
                  <a:lnTo>
                    <a:pt x="6885176" y="169214"/>
                  </a:lnTo>
                  <a:lnTo>
                    <a:pt x="6885301" y="169214"/>
                  </a:lnTo>
                  <a:lnTo>
                    <a:pt x="6885426" y="169214"/>
                  </a:lnTo>
                  <a:lnTo>
                    <a:pt x="6885551" y="169214"/>
                  </a:lnTo>
                  <a:lnTo>
                    <a:pt x="6885676" y="169214"/>
                  </a:lnTo>
                  <a:lnTo>
                    <a:pt x="6885801" y="169214"/>
                  </a:lnTo>
                  <a:lnTo>
                    <a:pt x="6885926" y="169214"/>
                  </a:lnTo>
                  <a:lnTo>
                    <a:pt x="6886051" y="169214"/>
                  </a:lnTo>
                  <a:lnTo>
                    <a:pt x="6886177" y="169214"/>
                  </a:lnTo>
                  <a:lnTo>
                    <a:pt x="6886302" y="169214"/>
                  </a:lnTo>
                  <a:lnTo>
                    <a:pt x="6886427" y="169214"/>
                  </a:lnTo>
                  <a:lnTo>
                    <a:pt x="6886552" y="169214"/>
                  </a:lnTo>
                  <a:lnTo>
                    <a:pt x="6886677" y="169214"/>
                  </a:lnTo>
                  <a:lnTo>
                    <a:pt x="6886802" y="169214"/>
                  </a:lnTo>
                  <a:lnTo>
                    <a:pt x="6886927" y="169214"/>
                  </a:lnTo>
                  <a:lnTo>
                    <a:pt x="6887052" y="169214"/>
                  </a:lnTo>
                  <a:lnTo>
                    <a:pt x="6887177" y="169214"/>
                  </a:lnTo>
                  <a:lnTo>
                    <a:pt x="6887302" y="169214"/>
                  </a:lnTo>
                  <a:lnTo>
                    <a:pt x="6887427" y="169214"/>
                  </a:lnTo>
                  <a:lnTo>
                    <a:pt x="6887552" y="169214"/>
                  </a:lnTo>
                  <a:lnTo>
                    <a:pt x="6887677" y="169214"/>
                  </a:lnTo>
                  <a:lnTo>
                    <a:pt x="6887802" y="169214"/>
                  </a:lnTo>
                  <a:lnTo>
                    <a:pt x="6887927" y="169214"/>
                  </a:lnTo>
                  <a:lnTo>
                    <a:pt x="6888052" y="169214"/>
                  </a:lnTo>
                  <a:lnTo>
                    <a:pt x="6888177" y="169214"/>
                  </a:lnTo>
                  <a:lnTo>
                    <a:pt x="6888302" y="169214"/>
                  </a:lnTo>
                  <a:lnTo>
                    <a:pt x="6888427" y="169214"/>
                  </a:lnTo>
                  <a:lnTo>
                    <a:pt x="6888552" y="169214"/>
                  </a:lnTo>
                  <a:lnTo>
                    <a:pt x="6888677" y="169214"/>
                  </a:lnTo>
                  <a:lnTo>
                    <a:pt x="6888802" y="169214"/>
                  </a:lnTo>
                  <a:lnTo>
                    <a:pt x="6888927" y="169214"/>
                  </a:lnTo>
                  <a:lnTo>
                    <a:pt x="6889052" y="169214"/>
                  </a:lnTo>
                  <a:lnTo>
                    <a:pt x="6889178" y="169214"/>
                  </a:lnTo>
                  <a:lnTo>
                    <a:pt x="6889303" y="169214"/>
                  </a:lnTo>
                  <a:lnTo>
                    <a:pt x="6889428" y="169214"/>
                  </a:lnTo>
                  <a:lnTo>
                    <a:pt x="6889553" y="169214"/>
                  </a:lnTo>
                  <a:lnTo>
                    <a:pt x="6889678" y="169214"/>
                  </a:lnTo>
                  <a:lnTo>
                    <a:pt x="6889803" y="169214"/>
                  </a:lnTo>
                  <a:lnTo>
                    <a:pt x="6889928" y="169214"/>
                  </a:lnTo>
                  <a:lnTo>
                    <a:pt x="6890053" y="169214"/>
                  </a:lnTo>
                  <a:lnTo>
                    <a:pt x="6890178" y="169214"/>
                  </a:lnTo>
                  <a:lnTo>
                    <a:pt x="6890303" y="169214"/>
                  </a:lnTo>
                  <a:lnTo>
                    <a:pt x="6890428" y="169214"/>
                  </a:lnTo>
                  <a:lnTo>
                    <a:pt x="6890553" y="169214"/>
                  </a:lnTo>
                  <a:lnTo>
                    <a:pt x="6890678" y="169214"/>
                  </a:lnTo>
                  <a:lnTo>
                    <a:pt x="6890803" y="169214"/>
                  </a:lnTo>
                  <a:lnTo>
                    <a:pt x="6890928" y="169214"/>
                  </a:lnTo>
                  <a:lnTo>
                    <a:pt x="6891053" y="169214"/>
                  </a:lnTo>
                  <a:lnTo>
                    <a:pt x="6891178" y="169214"/>
                  </a:lnTo>
                  <a:lnTo>
                    <a:pt x="6891303" y="169214"/>
                  </a:lnTo>
                  <a:lnTo>
                    <a:pt x="6891428" y="169214"/>
                  </a:lnTo>
                  <a:lnTo>
                    <a:pt x="6891553" y="169214"/>
                  </a:lnTo>
                  <a:lnTo>
                    <a:pt x="6891678" y="169214"/>
                  </a:lnTo>
                  <a:lnTo>
                    <a:pt x="6891803" y="169214"/>
                  </a:lnTo>
                  <a:lnTo>
                    <a:pt x="6891928" y="169214"/>
                  </a:lnTo>
                  <a:lnTo>
                    <a:pt x="6892053" y="169214"/>
                  </a:lnTo>
                  <a:lnTo>
                    <a:pt x="6892179" y="169214"/>
                  </a:lnTo>
                  <a:lnTo>
                    <a:pt x="6892304" y="169214"/>
                  </a:lnTo>
                  <a:lnTo>
                    <a:pt x="6892429" y="169214"/>
                  </a:lnTo>
                  <a:lnTo>
                    <a:pt x="6892554" y="169214"/>
                  </a:lnTo>
                  <a:lnTo>
                    <a:pt x="6892679" y="169214"/>
                  </a:lnTo>
                  <a:lnTo>
                    <a:pt x="6892804" y="169214"/>
                  </a:lnTo>
                  <a:lnTo>
                    <a:pt x="6892929" y="169214"/>
                  </a:lnTo>
                  <a:lnTo>
                    <a:pt x="6893054" y="169214"/>
                  </a:lnTo>
                  <a:lnTo>
                    <a:pt x="6893179" y="169214"/>
                  </a:lnTo>
                  <a:lnTo>
                    <a:pt x="6893304" y="169214"/>
                  </a:lnTo>
                  <a:lnTo>
                    <a:pt x="6893429" y="169214"/>
                  </a:lnTo>
                  <a:lnTo>
                    <a:pt x="6893554" y="169214"/>
                  </a:lnTo>
                  <a:lnTo>
                    <a:pt x="6893679" y="169214"/>
                  </a:lnTo>
                  <a:lnTo>
                    <a:pt x="6893804" y="169214"/>
                  </a:lnTo>
                  <a:lnTo>
                    <a:pt x="6893929" y="169214"/>
                  </a:lnTo>
                  <a:lnTo>
                    <a:pt x="6894054" y="169214"/>
                  </a:lnTo>
                  <a:lnTo>
                    <a:pt x="6894179" y="169214"/>
                  </a:lnTo>
                  <a:lnTo>
                    <a:pt x="6894304" y="169214"/>
                  </a:lnTo>
                  <a:lnTo>
                    <a:pt x="6894429" y="169214"/>
                  </a:lnTo>
                  <a:lnTo>
                    <a:pt x="6894554" y="169214"/>
                  </a:lnTo>
                  <a:lnTo>
                    <a:pt x="6894679" y="169214"/>
                  </a:lnTo>
                  <a:lnTo>
                    <a:pt x="6894804" y="169214"/>
                  </a:lnTo>
                  <a:lnTo>
                    <a:pt x="6894929" y="169214"/>
                  </a:lnTo>
                  <a:lnTo>
                    <a:pt x="6895054" y="169214"/>
                  </a:lnTo>
                  <a:lnTo>
                    <a:pt x="6895180" y="169214"/>
                  </a:lnTo>
                  <a:lnTo>
                    <a:pt x="6895305" y="169214"/>
                  </a:lnTo>
                  <a:lnTo>
                    <a:pt x="6895430" y="169214"/>
                  </a:lnTo>
                  <a:lnTo>
                    <a:pt x="6895555" y="169214"/>
                  </a:lnTo>
                  <a:lnTo>
                    <a:pt x="6895680" y="169214"/>
                  </a:lnTo>
                  <a:lnTo>
                    <a:pt x="6895805" y="169214"/>
                  </a:lnTo>
                  <a:lnTo>
                    <a:pt x="6895930" y="169214"/>
                  </a:lnTo>
                  <a:lnTo>
                    <a:pt x="6896055" y="169214"/>
                  </a:lnTo>
                  <a:lnTo>
                    <a:pt x="6896180" y="169214"/>
                  </a:lnTo>
                  <a:lnTo>
                    <a:pt x="6896305" y="169214"/>
                  </a:lnTo>
                  <a:lnTo>
                    <a:pt x="6896430" y="169214"/>
                  </a:lnTo>
                  <a:lnTo>
                    <a:pt x="6896555" y="169214"/>
                  </a:lnTo>
                  <a:lnTo>
                    <a:pt x="6896680" y="169214"/>
                  </a:lnTo>
                  <a:lnTo>
                    <a:pt x="6896805" y="169214"/>
                  </a:lnTo>
                  <a:lnTo>
                    <a:pt x="6896930" y="169214"/>
                  </a:lnTo>
                  <a:lnTo>
                    <a:pt x="6897055" y="169214"/>
                  </a:lnTo>
                  <a:lnTo>
                    <a:pt x="6897180" y="169214"/>
                  </a:lnTo>
                  <a:lnTo>
                    <a:pt x="6897305" y="169214"/>
                  </a:lnTo>
                  <a:lnTo>
                    <a:pt x="6897430" y="169214"/>
                  </a:lnTo>
                  <a:lnTo>
                    <a:pt x="6897555" y="169214"/>
                  </a:lnTo>
                  <a:lnTo>
                    <a:pt x="6897680" y="169214"/>
                  </a:lnTo>
                  <a:lnTo>
                    <a:pt x="6897805" y="169214"/>
                  </a:lnTo>
                  <a:lnTo>
                    <a:pt x="6897930" y="169214"/>
                  </a:lnTo>
                  <a:lnTo>
                    <a:pt x="6898055" y="169214"/>
                  </a:lnTo>
                  <a:lnTo>
                    <a:pt x="6898181" y="169214"/>
                  </a:lnTo>
                  <a:lnTo>
                    <a:pt x="6898306" y="169214"/>
                  </a:lnTo>
                  <a:lnTo>
                    <a:pt x="6898431" y="169214"/>
                  </a:lnTo>
                  <a:lnTo>
                    <a:pt x="6898556" y="169214"/>
                  </a:lnTo>
                  <a:lnTo>
                    <a:pt x="6898681" y="169214"/>
                  </a:lnTo>
                  <a:lnTo>
                    <a:pt x="6898806" y="169214"/>
                  </a:lnTo>
                  <a:lnTo>
                    <a:pt x="6898931" y="169214"/>
                  </a:lnTo>
                  <a:lnTo>
                    <a:pt x="6899056" y="169214"/>
                  </a:lnTo>
                  <a:lnTo>
                    <a:pt x="6899181" y="169214"/>
                  </a:lnTo>
                  <a:lnTo>
                    <a:pt x="6899306" y="169214"/>
                  </a:lnTo>
                  <a:lnTo>
                    <a:pt x="6899431" y="169214"/>
                  </a:lnTo>
                  <a:lnTo>
                    <a:pt x="6899556" y="169214"/>
                  </a:lnTo>
                  <a:lnTo>
                    <a:pt x="6899681" y="169214"/>
                  </a:lnTo>
                  <a:lnTo>
                    <a:pt x="6899806" y="169214"/>
                  </a:lnTo>
                  <a:lnTo>
                    <a:pt x="6899931" y="169214"/>
                  </a:lnTo>
                  <a:lnTo>
                    <a:pt x="6900056" y="169214"/>
                  </a:lnTo>
                  <a:lnTo>
                    <a:pt x="6900181" y="169214"/>
                  </a:lnTo>
                  <a:lnTo>
                    <a:pt x="6900306" y="169214"/>
                  </a:lnTo>
                  <a:lnTo>
                    <a:pt x="6900431" y="169214"/>
                  </a:lnTo>
                  <a:lnTo>
                    <a:pt x="6900556" y="169214"/>
                  </a:lnTo>
                  <a:lnTo>
                    <a:pt x="6900681" y="169214"/>
                  </a:lnTo>
                  <a:lnTo>
                    <a:pt x="6900806" y="169214"/>
                  </a:lnTo>
                  <a:lnTo>
                    <a:pt x="6900931" y="169214"/>
                  </a:lnTo>
                  <a:lnTo>
                    <a:pt x="6901056" y="169214"/>
                  </a:lnTo>
                  <a:lnTo>
                    <a:pt x="6901182" y="169214"/>
                  </a:lnTo>
                  <a:lnTo>
                    <a:pt x="6901307" y="169214"/>
                  </a:lnTo>
                  <a:lnTo>
                    <a:pt x="6901432" y="169214"/>
                  </a:lnTo>
                  <a:lnTo>
                    <a:pt x="6901557" y="169214"/>
                  </a:lnTo>
                  <a:lnTo>
                    <a:pt x="6901682" y="169214"/>
                  </a:lnTo>
                  <a:lnTo>
                    <a:pt x="6901807" y="169214"/>
                  </a:lnTo>
                  <a:lnTo>
                    <a:pt x="6901932" y="169214"/>
                  </a:lnTo>
                  <a:lnTo>
                    <a:pt x="6901932" y="159261"/>
                  </a:lnTo>
                  <a:lnTo>
                    <a:pt x="6902057" y="159261"/>
                  </a:lnTo>
                  <a:lnTo>
                    <a:pt x="6902182" y="159261"/>
                  </a:lnTo>
                  <a:lnTo>
                    <a:pt x="6902307" y="159261"/>
                  </a:lnTo>
                  <a:lnTo>
                    <a:pt x="6902432" y="159261"/>
                  </a:lnTo>
                  <a:lnTo>
                    <a:pt x="6902557" y="159261"/>
                  </a:lnTo>
                  <a:lnTo>
                    <a:pt x="6902682" y="159261"/>
                  </a:lnTo>
                  <a:lnTo>
                    <a:pt x="6902807" y="159261"/>
                  </a:lnTo>
                  <a:lnTo>
                    <a:pt x="6902932" y="159261"/>
                  </a:lnTo>
                  <a:lnTo>
                    <a:pt x="6903057" y="159261"/>
                  </a:lnTo>
                  <a:lnTo>
                    <a:pt x="6903182" y="159261"/>
                  </a:lnTo>
                  <a:lnTo>
                    <a:pt x="6903307" y="159261"/>
                  </a:lnTo>
                  <a:lnTo>
                    <a:pt x="6903432" y="159261"/>
                  </a:lnTo>
                  <a:lnTo>
                    <a:pt x="6903557" y="159261"/>
                  </a:lnTo>
                  <a:lnTo>
                    <a:pt x="6903682" y="159261"/>
                  </a:lnTo>
                  <a:lnTo>
                    <a:pt x="6903807" y="159261"/>
                  </a:lnTo>
                  <a:lnTo>
                    <a:pt x="6903932" y="159261"/>
                  </a:lnTo>
                  <a:lnTo>
                    <a:pt x="6904057" y="159261"/>
                  </a:lnTo>
                  <a:lnTo>
                    <a:pt x="6904183" y="159261"/>
                  </a:lnTo>
                  <a:lnTo>
                    <a:pt x="6904308" y="159261"/>
                  </a:lnTo>
                  <a:lnTo>
                    <a:pt x="6904433" y="159261"/>
                  </a:lnTo>
                  <a:lnTo>
                    <a:pt x="6904558" y="159261"/>
                  </a:lnTo>
                  <a:lnTo>
                    <a:pt x="6904683" y="159261"/>
                  </a:lnTo>
                  <a:lnTo>
                    <a:pt x="6904808" y="159261"/>
                  </a:lnTo>
                  <a:lnTo>
                    <a:pt x="6904933" y="159261"/>
                  </a:lnTo>
                  <a:lnTo>
                    <a:pt x="6905058" y="159261"/>
                  </a:lnTo>
                  <a:lnTo>
                    <a:pt x="6905183" y="159261"/>
                  </a:lnTo>
                  <a:lnTo>
                    <a:pt x="6905308" y="159261"/>
                  </a:lnTo>
                  <a:lnTo>
                    <a:pt x="6905433" y="159261"/>
                  </a:lnTo>
                  <a:lnTo>
                    <a:pt x="6905558" y="159261"/>
                  </a:lnTo>
                  <a:lnTo>
                    <a:pt x="6905683" y="159261"/>
                  </a:lnTo>
                  <a:lnTo>
                    <a:pt x="6905808" y="159261"/>
                  </a:lnTo>
                  <a:lnTo>
                    <a:pt x="6905933" y="159261"/>
                  </a:lnTo>
                  <a:lnTo>
                    <a:pt x="6906058" y="159261"/>
                  </a:lnTo>
                  <a:lnTo>
                    <a:pt x="6906183" y="159261"/>
                  </a:lnTo>
                  <a:lnTo>
                    <a:pt x="6906308" y="159261"/>
                  </a:lnTo>
                  <a:lnTo>
                    <a:pt x="6906433" y="159261"/>
                  </a:lnTo>
                  <a:lnTo>
                    <a:pt x="6906558" y="159261"/>
                  </a:lnTo>
                  <a:lnTo>
                    <a:pt x="6906683" y="159261"/>
                  </a:lnTo>
                  <a:lnTo>
                    <a:pt x="6906808" y="159261"/>
                  </a:lnTo>
                  <a:lnTo>
                    <a:pt x="6906933" y="159261"/>
                  </a:lnTo>
                  <a:lnTo>
                    <a:pt x="6907059" y="159261"/>
                  </a:lnTo>
                  <a:lnTo>
                    <a:pt x="6907184" y="159261"/>
                  </a:lnTo>
                  <a:lnTo>
                    <a:pt x="6907309" y="159261"/>
                  </a:lnTo>
                  <a:lnTo>
                    <a:pt x="6907434" y="159261"/>
                  </a:lnTo>
                  <a:lnTo>
                    <a:pt x="6907559" y="159261"/>
                  </a:lnTo>
                  <a:lnTo>
                    <a:pt x="6907684" y="159261"/>
                  </a:lnTo>
                  <a:lnTo>
                    <a:pt x="6907809" y="159261"/>
                  </a:lnTo>
                  <a:lnTo>
                    <a:pt x="6907934" y="159261"/>
                  </a:lnTo>
                  <a:lnTo>
                    <a:pt x="6908059" y="159261"/>
                  </a:lnTo>
                  <a:lnTo>
                    <a:pt x="6908184" y="159261"/>
                  </a:lnTo>
                  <a:lnTo>
                    <a:pt x="6908309" y="159261"/>
                  </a:lnTo>
                  <a:lnTo>
                    <a:pt x="6908434" y="159261"/>
                  </a:lnTo>
                  <a:lnTo>
                    <a:pt x="6908559" y="159261"/>
                  </a:lnTo>
                  <a:lnTo>
                    <a:pt x="6908684" y="159261"/>
                  </a:lnTo>
                  <a:lnTo>
                    <a:pt x="6908809" y="159261"/>
                  </a:lnTo>
                  <a:lnTo>
                    <a:pt x="6908934" y="159261"/>
                  </a:lnTo>
                  <a:lnTo>
                    <a:pt x="6909059" y="159261"/>
                  </a:lnTo>
                  <a:lnTo>
                    <a:pt x="6909184" y="159261"/>
                  </a:lnTo>
                  <a:lnTo>
                    <a:pt x="6909309" y="159261"/>
                  </a:lnTo>
                  <a:lnTo>
                    <a:pt x="6909434" y="159261"/>
                  </a:lnTo>
                  <a:lnTo>
                    <a:pt x="6909559" y="159261"/>
                  </a:lnTo>
                  <a:lnTo>
                    <a:pt x="6909684" y="159261"/>
                  </a:lnTo>
                  <a:lnTo>
                    <a:pt x="6909809" y="159261"/>
                  </a:lnTo>
                  <a:lnTo>
                    <a:pt x="6909934" y="159261"/>
                  </a:lnTo>
                  <a:lnTo>
                    <a:pt x="6910060" y="159261"/>
                  </a:lnTo>
                  <a:lnTo>
                    <a:pt x="6910185" y="159261"/>
                  </a:lnTo>
                  <a:lnTo>
                    <a:pt x="6910310" y="159261"/>
                  </a:lnTo>
                  <a:lnTo>
                    <a:pt x="6910435" y="159261"/>
                  </a:lnTo>
                  <a:lnTo>
                    <a:pt x="6910560" y="159261"/>
                  </a:lnTo>
                  <a:lnTo>
                    <a:pt x="6910685" y="159261"/>
                  </a:lnTo>
                  <a:lnTo>
                    <a:pt x="6910810" y="159261"/>
                  </a:lnTo>
                  <a:lnTo>
                    <a:pt x="6910935" y="159261"/>
                  </a:lnTo>
                  <a:lnTo>
                    <a:pt x="6911060" y="159261"/>
                  </a:lnTo>
                  <a:lnTo>
                    <a:pt x="6911185" y="159261"/>
                  </a:lnTo>
                  <a:lnTo>
                    <a:pt x="6911310" y="159261"/>
                  </a:lnTo>
                  <a:lnTo>
                    <a:pt x="6911435" y="159261"/>
                  </a:lnTo>
                  <a:lnTo>
                    <a:pt x="6911560" y="159261"/>
                  </a:lnTo>
                  <a:lnTo>
                    <a:pt x="6911685" y="159261"/>
                  </a:lnTo>
                  <a:lnTo>
                    <a:pt x="6911810" y="159261"/>
                  </a:lnTo>
                  <a:lnTo>
                    <a:pt x="6911935" y="159261"/>
                  </a:lnTo>
                  <a:lnTo>
                    <a:pt x="6912060" y="159261"/>
                  </a:lnTo>
                  <a:lnTo>
                    <a:pt x="6912185" y="159261"/>
                  </a:lnTo>
                  <a:lnTo>
                    <a:pt x="6912310" y="159261"/>
                  </a:lnTo>
                  <a:lnTo>
                    <a:pt x="6912435" y="159261"/>
                  </a:lnTo>
                  <a:lnTo>
                    <a:pt x="6912560" y="159261"/>
                  </a:lnTo>
                  <a:lnTo>
                    <a:pt x="6912685" y="159261"/>
                  </a:lnTo>
                  <a:lnTo>
                    <a:pt x="6912810" y="159261"/>
                  </a:lnTo>
                  <a:lnTo>
                    <a:pt x="6912935" y="159261"/>
                  </a:lnTo>
                  <a:lnTo>
                    <a:pt x="6913061" y="159261"/>
                  </a:lnTo>
                  <a:lnTo>
                    <a:pt x="6913186" y="159261"/>
                  </a:lnTo>
                  <a:lnTo>
                    <a:pt x="6913311" y="159261"/>
                  </a:lnTo>
                  <a:lnTo>
                    <a:pt x="6913436" y="159261"/>
                  </a:lnTo>
                  <a:lnTo>
                    <a:pt x="6913561" y="159261"/>
                  </a:lnTo>
                  <a:lnTo>
                    <a:pt x="6913686" y="159261"/>
                  </a:lnTo>
                  <a:lnTo>
                    <a:pt x="6913811" y="159261"/>
                  </a:lnTo>
                  <a:lnTo>
                    <a:pt x="6913936" y="159261"/>
                  </a:lnTo>
                  <a:lnTo>
                    <a:pt x="6914061" y="159261"/>
                  </a:lnTo>
                  <a:lnTo>
                    <a:pt x="6914186" y="159261"/>
                  </a:lnTo>
                  <a:lnTo>
                    <a:pt x="6914311" y="159261"/>
                  </a:lnTo>
                  <a:lnTo>
                    <a:pt x="6914436" y="159261"/>
                  </a:lnTo>
                  <a:lnTo>
                    <a:pt x="6914561" y="159261"/>
                  </a:lnTo>
                  <a:lnTo>
                    <a:pt x="6914686" y="159261"/>
                  </a:lnTo>
                  <a:lnTo>
                    <a:pt x="6914811" y="159261"/>
                  </a:lnTo>
                  <a:lnTo>
                    <a:pt x="6914936" y="159261"/>
                  </a:lnTo>
                  <a:lnTo>
                    <a:pt x="6915061" y="159261"/>
                  </a:lnTo>
                  <a:lnTo>
                    <a:pt x="6915186" y="159261"/>
                  </a:lnTo>
                  <a:lnTo>
                    <a:pt x="6915311" y="159261"/>
                  </a:lnTo>
                  <a:lnTo>
                    <a:pt x="6915436" y="159261"/>
                  </a:lnTo>
                  <a:lnTo>
                    <a:pt x="6915561" y="159261"/>
                  </a:lnTo>
                  <a:lnTo>
                    <a:pt x="6915686" y="159261"/>
                  </a:lnTo>
                  <a:lnTo>
                    <a:pt x="6915811" y="159261"/>
                  </a:lnTo>
                  <a:lnTo>
                    <a:pt x="6915936" y="159261"/>
                  </a:lnTo>
                  <a:lnTo>
                    <a:pt x="6916062" y="159261"/>
                  </a:lnTo>
                  <a:lnTo>
                    <a:pt x="6916187" y="159261"/>
                  </a:lnTo>
                  <a:lnTo>
                    <a:pt x="6916312" y="159261"/>
                  </a:lnTo>
                  <a:lnTo>
                    <a:pt x="6916437" y="159261"/>
                  </a:lnTo>
                  <a:lnTo>
                    <a:pt x="6916562" y="159261"/>
                  </a:lnTo>
                  <a:lnTo>
                    <a:pt x="6916687" y="159261"/>
                  </a:lnTo>
                  <a:lnTo>
                    <a:pt x="6916812" y="159261"/>
                  </a:lnTo>
                  <a:lnTo>
                    <a:pt x="6916937" y="159261"/>
                  </a:lnTo>
                  <a:lnTo>
                    <a:pt x="6917062" y="159261"/>
                  </a:lnTo>
                  <a:lnTo>
                    <a:pt x="6917187" y="159261"/>
                  </a:lnTo>
                  <a:lnTo>
                    <a:pt x="6917312" y="159261"/>
                  </a:lnTo>
                  <a:lnTo>
                    <a:pt x="6917437" y="159261"/>
                  </a:lnTo>
                  <a:lnTo>
                    <a:pt x="6917562" y="159261"/>
                  </a:lnTo>
                  <a:lnTo>
                    <a:pt x="6917687" y="159261"/>
                  </a:lnTo>
                  <a:lnTo>
                    <a:pt x="6917812" y="159261"/>
                  </a:lnTo>
                  <a:lnTo>
                    <a:pt x="6917937" y="159261"/>
                  </a:lnTo>
                  <a:lnTo>
                    <a:pt x="6918062" y="159261"/>
                  </a:lnTo>
                  <a:lnTo>
                    <a:pt x="6918187" y="159261"/>
                  </a:lnTo>
                  <a:lnTo>
                    <a:pt x="6918312" y="159261"/>
                  </a:lnTo>
                  <a:lnTo>
                    <a:pt x="6918437" y="159261"/>
                  </a:lnTo>
                  <a:lnTo>
                    <a:pt x="6918562" y="159261"/>
                  </a:lnTo>
                  <a:lnTo>
                    <a:pt x="6918687" y="159261"/>
                  </a:lnTo>
                  <a:lnTo>
                    <a:pt x="6918812" y="159261"/>
                  </a:lnTo>
                  <a:lnTo>
                    <a:pt x="6918937" y="159261"/>
                  </a:lnTo>
                  <a:lnTo>
                    <a:pt x="6919063" y="159261"/>
                  </a:lnTo>
                  <a:lnTo>
                    <a:pt x="6919188" y="159261"/>
                  </a:lnTo>
                  <a:lnTo>
                    <a:pt x="6919313" y="159261"/>
                  </a:lnTo>
                  <a:lnTo>
                    <a:pt x="6919438" y="159261"/>
                  </a:lnTo>
                  <a:lnTo>
                    <a:pt x="6919563" y="159261"/>
                  </a:lnTo>
                  <a:lnTo>
                    <a:pt x="6919688" y="159261"/>
                  </a:lnTo>
                  <a:lnTo>
                    <a:pt x="6919813" y="159261"/>
                  </a:lnTo>
                  <a:lnTo>
                    <a:pt x="6919938" y="159261"/>
                  </a:lnTo>
                  <a:lnTo>
                    <a:pt x="6920063" y="159261"/>
                  </a:lnTo>
                  <a:lnTo>
                    <a:pt x="6920188" y="159261"/>
                  </a:lnTo>
                  <a:lnTo>
                    <a:pt x="6920313" y="159261"/>
                  </a:lnTo>
                  <a:lnTo>
                    <a:pt x="6920438" y="159261"/>
                  </a:lnTo>
                  <a:lnTo>
                    <a:pt x="6920563" y="159261"/>
                  </a:lnTo>
                  <a:lnTo>
                    <a:pt x="6920688" y="159261"/>
                  </a:lnTo>
                  <a:lnTo>
                    <a:pt x="6920813" y="159261"/>
                  </a:lnTo>
                  <a:lnTo>
                    <a:pt x="6920938" y="159261"/>
                  </a:lnTo>
                  <a:lnTo>
                    <a:pt x="6921063" y="159261"/>
                  </a:lnTo>
                  <a:lnTo>
                    <a:pt x="6921188" y="159261"/>
                  </a:lnTo>
                  <a:lnTo>
                    <a:pt x="6921313" y="159261"/>
                  </a:lnTo>
                  <a:lnTo>
                    <a:pt x="6921438" y="159261"/>
                  </a:lnTo>
                  <a:lnTo>
                    <a:pt x="6921563" y="159261"/>
                  </a:lnTo>
                  <a:lnTo>
                    <a:pt x="6921688" y="159261"/>
                  </a:lnTo>
                  <a:lnTo>
                    <a:pt x="6921813" y="159261"/>
                  </a:lnTo>
                  <a:lnTo>
                    <a:pt x="6921938" y="159261"/>
                  </a:lnTo>
                  <a:lnTo>
                    <a:pt x="6922064" y="159261"/>
                  </a:lnTo>
                  <a:lnTo>
                    <a:pt x="6922189" y="159261"/>
                  </a:lnTo>
                  <a:lnTo>
                    <a:pt x="6922314" y="159261"/>
                  </a:lnTo>
                  <a:lnTo>
                    <a:pt x="6922439" y="159261"/>
                  </a:lnTo>
                  <a:lnTo>
                    <a:pt x="6922564" y="159261"/>
                  </a:lnTo>
                  <a:lnTo>
                    <a:pt x="6922689" y="159261"/>
                  </a:lnTo>
                  <a:lnTo>
                    <a:pt x="6922814" y="159261"/>
                  </a:lnTo>
                  <a:lnTo>
                    <a:pt x="6922939" y="159261"/>
                  </a:lnTo>
                  <a:lnTo>
                    <a:pt x="6923064" y="159261"/>
                  </a:lnTo>
                  <a:lnTo>
                    <a:pt x="6923189" y="159261"/>
                  </a:lnTo>
                  <a:lnTo>
                    <a:pt x="6923314" y="159261"/>
                  </a:lnTo>
                  <a:lnTo>
                    <a:pt x="6923439" y="159261"/>
                  </a:lnTo>
                  <a:lnTo>
                    <a:pt x="6923564" y="159261"/>
                  </a:lnTo>
                  <a:lnTo>
                    <a:pt x="6923689" y="159261"/>
                  </a:lnTo>
                  <a:lnTo>
                    <a:pt x="6923814" y="159261"/>
                  </a:lnTo>
                  <a:lnTo>
                    <a:pt x="6923939" y="159261"/>
                  </a:lnTo>
                  <a:lnTo>
                    <a:pt x="6924064" y="159261"/>
                  </a:lnTo>
                  <a:lnTo>
                    <a:pt x="6924189" y="159261"/>
                  </a:lnTo>
                  <a:lnTo>
                    <a:pt x="6924314" y="159261"/>
                  </a:lnTo>
                  <a:lnTo>
                    <a:pt x="6924439" y="159261"/>
                  </a:lnTo>
                  <a:lnTo>
                    <a:pt x="6924564" y="159261"/>
                  </a:lnTo>
                  <a:lnTo>
                    <a:pt x="6924689" y="159261"/>
                  </a:lnTo>
                  <a:lnTo>
                    <a:pt x="6924814" y="159261"/>
                  </a:lnTo>
                  <a:lnTo>
                    <a:pt x="6924939" y="159261"/>
                  </a:lnTo>
                  <a:lnTo>
                    <a:pt x="6925065" y="159261"/>
                  </a:lnTo>
                  <a:lnTo>
                    <a:pt x="6925190" y="159261"/>
                  </a:lnTo>
                  <a:lnTo>
                    <a:pt x="6925315" y="159261"/>
                  </a:lnTo>
                  <a:lnTo>
                    <a:pt x="6925440" y="159261"/>
                  </a:lnTo>
                  <a:lnTo>
                    <a:pt x="6925565" y="159261"/>
                  </a:lnTo>
                  <a:lnTo>
                    <a:pt x="6925690" y="159261"/>
                  </a:lnTo>
                  <a:lnTo>
                    <a:pt x="6925815" y="159261"/>
                  </a:lnTo>
                  <a:lnTo>
                    <a:pt x="6925940" y="159261"/>
                  </a:lnTo>
                  <a:lnTo>
                    <a:pt x="6926065" y="159261"/>
                  </a:lnTo>
                  <a:lnTo>
                    <a:pt x="6926190" y="159261"/>
                  </a:lnTo>
                  <a:lnTo>
                    <a:pt x="6926315" y="159261"/>
                  </a:lnTo>
                  <a:lnTo>
                    <a:pt x="6926440" y="159261"/>
                  </a:lnTo>
                  <a:lnTo>
                    <a:pt x="6926565" y="159261"/>
                  </a:lnTo>
                  <a:lnTo>
                    <a:pt x="6926690" y="159261"/>
                  </a:lnTo>
                  <a:lnTo>
                    <a:pt x="6926815" y="159261"/>
                  </a:lnTo>
                  <a:lnTo>
                    <a:pt x="6926940" y="159261"/>
                  </a:lnTo>
                  <a:lnTo>
                    <a:pt x="6927065" y="159261"/>
                  </a:lnTo>
                  <a:lnTo>
                    <a:pt x="6927190" y="159261"/>
                  </a:lnTo>
                  <a:lnTo>
                    <a:pt x="6927315" y="159261"/>
                  </a:lnTo>
                  <a:lnTo>
                    <a:pt x="6927440" y="159261"/>
                  </a:lnTo>
                  <a:lnTo>
                    <a:pt x="6927565" y="159261"/>
                  </a:lnTo>
                  <a:lnTo>
                    <a:pt x="6927690" y="159261"/>
                  </a:lnTo>
                  <a:lnTo>
                    <a:pt x="6927815" y="159261"/>
                  </a:lnTo>
                  <a:lnTo>
                    <a:pt x="6927940" y="159261"/>
                  </a:lnTo>
                  <a:lnTo>
                    <a:pt x="6928066" y="159261"/>
                  </a:lnTo>
                  <a:lnTo>
                    <a:pt x="6928191" y="159261"/>
                  </a:lnTo>
                  <a:lnTo>
                    <a:pt x="6928316" y="159261"/>
                  </a:lnTo>
                  <a:lnTo>
                    <a:pt x="6928441" y="159261"/>
                  </a:lnTo>
                  <a:lnTo>
                    <a:pt x="6928566" y="159261"/>
                  </a:lnTo>
                  <a:lnTo>
                    <a:pt x="6928691" y="159261"/>
                  </a:lnTo>
                  <a:lnTo>
                    <a:pt x="6928816" y="159261"/>
                  </a:lnTo>
                  <a:lnTo>
                    <a:pt x="6928941" y="159261"/>
                  </a:lnTo>
                  <a:lnTo>
                    <a:pt x="6929066" y="159261"/>
                  </a:lnTo>
                  <a:lnTo>
                    <a:pt x="6929191" y="159261"/>
                  </a:lnTo>
                  <a:lnTo>
                    <a:pt x="6929316" y="159261"/>
                  </a:lnTo>
                  <a:lnTo>
                    <a:pt x="6929441" y="159261"/>
                  </a:lnTo>
                  <a:lnTo>
                    <a:pt x="6929566" y="159261"/>
                  </a:lnTo>
                  <a:lnTo>
                    <a:pt x="6929691" y="159261"/>
                  </a:lnTo>
                  <a:lnTo>
                    <a:pt x="6929816" y="159261"/>
                  </a:lnTo>
                  <a:lnTo>
                    <a:pt x="6929941" y="159261"/>
                  </a:lnTo>
                  <a:lnTo>
                    <a:pt x="6930066" y="159261"/>
                  </a:lnTo>
                  <a:lnTo>
                    <a:pt x="6930191" y="159261"/>
                  </a:lnTo>
                  <a:lnTo>
                    <a:pt x="6930316" y="159261"/>
                  </a:lnTo>
                  <a:lnTo>
                    <a:pt x="6930441" y="159261"/>
                  </a:lnTo>
                  <a:lnTo>
                    <a:pt x="6930566" y="159261"/>
                  </a:lnTo>
                  <a:lnTo>
                    <a:pt x="6930691" y="159261"/>
                  </a:lnTo>
                  <a:lnTo>
                    <a:pt x="6930816" y="159261"/>
                  </a:lnTo>
                  <a:lnTo>
                    <a:pt x="6930941" y="159261"/>
                  </a:lnTo>
                  <a:lnTo>
                    <a:pt x="6931067" y="159261"/>
                  </a:lnTo>
                  <a:lnTo>
                    <a:pt x="6931192" y="159261"/>
                  </a:lnTo>
                  <a:lnTo>
                    <a:pt x="6931317" y="159261"/>
                  </a:lnTo>
                  <a:lnTo>
                    <a:pt x="6931442" y="159261"/>
                  </a:lnTo>
                  <a:lnTo>
                    <a:pt x="6931567" y="159261"/>
                  </a:lnTo>
                  <a:lnTo>
                    <a:pt x="6931692" y="159261"/>
                  </a:lnTo>
                  <a:lnTo>
                    <a:pt x="6931817" y="159261"/>
                  </a:lnTo>
                  <a:lnTo>
                    <a:pt x="6931942" y="159261"/>
                  </a:lnTo>
                  <a:lnTo>
                    <a:pt x="6932067" y="159261"/>
                  </a:lnTo>
                  <a:lnTo>
                    <a:pt x="6932192" y="159261"/>
                  </a:lnTo>
                  <a:lnTo>
                    <a:pt x="6932317" y="159261"/>
                  </a:lnTo>
                  <a:lnTo>
                    <a:pt x="6932442" y="159261"/>
                  </a:lnTo>
                  <a:lnTo>
                    <a:pt x="6932567" y="159261"/>
                  </a:lnTo>
                  <a:lnTo>
                    <a:pt x="6932692" y="159261"/>
                  </a:lnTo>
                  <a:lnTo>
                    <a:pt x="6932817" y="159261"/>
                  </a:lnTo>
                  <a:lnTo>
                    <a:pt x="6932942" y="159261"/>
                  </a:lnTo>
                  <a:lnTo>
                    <a:pt x="6933067" y="159261"/>
                  </a:lnTo>
                  <a:lnTo>
                    <a:pt x="6933192" y="159261"/>
                  </a:lnTo>
                  <a:lnTo>
                    <a:pt x="6933317" y="159261"/>
                  </a:lnTo>
                  <a:lnTo>
                    <a:pt x="6933442" y="159261"/>
                  </a:lnTo>
                  <a:lnTo>
                    <a:pt x="6933567" y="159261"/>
                  </a:lnTo>
                  <a:lnTo>
                    <a:pt x="6933692" y="159261"/>
                  </a:lnTo>
                  <a:lnTo>
                    <a:pt x="6933817" y="159261"/>
                  </a:lnTo>
                  <a:lnTo>
                    <a:pt x="6933942" y="159261"/>
                  </a:lnTo>
                  <a:lnTo>
                    <a:pt x="6934068" y="159261"/>
                  </a:lnTo>
                  <a:lnTo>
                    <a:pt x="6934193" y="159261"/>
                  </a:lnTo>
                  <a:lnTo>
                    <a:pt x="6934318" y="159261"/>
                  </a:lnTo>
                  <a:lnTo>
                    <a:pt x="6934443" y="159261"/>
                  </a:lnTo>
                  <a:lnTo>
                    <a:pt x="6934568" y="159261"/>
                  </a:lnTo>
                  <a:lnTo>
                    <a:pt x="6934693" y="159261"/>
                  </a:lnTo>
                  <a:lnTo>
                    <a:pt x="6934818" y="159261"/>
                  </a:lnTo>
                  <a:lnTo>
                    <a:pt x="6934943" y="159261"/>
                  </a:lnTo>
                  <a:lnTo>
                    <a:pt x="6935068" y="159261"/>
                  </a:lnTo>
                  <a:lnTo>
                    <a:pt x="6935193" y="159261"/>
                  </a:lnTo>
                  <a:lnTo>
                    <a:pt x="6935318" y="159261"/>
                  </a:lnTo>
                  <a:lnTo>
                    <a:pt x="6935443" y="159261"/>
                  </a:lnTo>
                  <a:lnTo>
                    <a:pt x="6935568" y="159261"/>
                  </a:lnTo>
                  <a:lnTo>
                    <a:pt x="6935568" y="149307"/>
                  </a:lnTo>
                  <a:lnTo>
                    <a:pt x="6935693" y="149307"/>
                  </a:lnTo>
                  <a:lnTo>
                    <a:pt x="6935818" y="149307"/>
                  </a:lnTo>
                  <a:lnTo>
                    <a:pt x="6935943" y="149307"/>
                  </a:lnTo>
                  <a:lnTo>
                    <a:pt x="6936068" y="149307"/>
                  </a:lnTo>
                  <a:lnTo>
                    <a:pt x="6936193" y="149307"/>
                  </a:lnTo>
                  <a:lnTo>
                    <a:pt x="6936318" y="149307"/>
                  </a:lnTo>
                  <a:lnTo>
                    <a:pt x="6936443" y="149307"/>
                  </a:lnTo>
                  <a:lnTo>
                    <a:pt x="6936568" y="149307"/>
                  </a:lnTo>
                  <a:lnTo>
                    <a:pt x="6936693" y="149307"/>
                  </a:lnTo>
                  <a:lnTo>
                    <a:pt x="6936818" y="149307"/>
                  </a:lnTo>
                  <a:lnTo>
                    <a:pt x="6936943" y="149307"/>
                  </a:lnTo>
                  <a:lnTo>
                    <a:pt x="6937069" y="149307"/>
                  </a:lnTo>
                  <a:lnTo>
                    <a:pt x="6937194" y="149307"/>
                  </a:lnTo>
                  <a:lnTo>
                    <a:pt x="6937319" y="149307"/>
                  </a:lnTo>
                  <a:lnTo>
                    <a:pt x="6937444" y="149307"/>
                  </a:lnTo>
                  <a:lnTo>
                    <a:pt x="6937569" y="149307"/>
                  </a:lnTo>
                  <a:lnTo>
                    <a:pt x="6937694" y="149307"/>
                  </a:lnTo>
                  <a:lnTo>
                    <a:pt x="6937819" y="149307"/>
                  </a:lnTo>
                  <a:lnTo>
                    <a:pt x="6937944" y="149307"/>
                  </a:lnTo>
                  <a:lnTo>
                    <a:pt x="6938069" y="149307"/>
                  </a:lnTo>
                  <a:lnTo>
                    <a:pt x="6938194" y="149307"/>
                  </a:lnTo>
                  <a:lnTo>
                    <a:pt x="6938319" y="149307"/>
                  </a:lnTo>
                  <a:lnTo>
                    <a:pt x="6938444" y="149307"/>
                  </a:lnTo>
                  <a:lnTo>
                    <a:pt x="6938569" y="149307"/>
                  </a:lnTo>
                  <a:lnTo>
                    <a:pt x="6938694" y="149307"/>
                  </a:lnTo>
                  <a:lnTo>
                    <a:pt x="6938819" y="149307"/>
                  </a:lnTo>
                  <a:lnTo>
                    <a:pt x="6938944" y="149307"/>
                  </a:lnTo>
                  <a:lnTo>
                    <a:pt x="6939069" y="149307"/>
                  </a:lnTo>
                  <a:lnTo>
                    <a:pt x="6939194" y="149307"/>
                  </a:lnTo>
                  <a:lnTo>
                    <a:pt x="6939319" y="149307"/>
                  </a:lnTo>
                  <a:lnTo>
                    <a:pt x="6939444" y="149307"/>
                  </a:lnTo>
                  <a:lnTo>
                    <a:pt x="6939569" y="149307"/>
                  </a:lnTo>
                  <a:lnTo>
                    <a:pt x="6939694" y="149307"/>
                  </a:lnTo>
                  <a:lnTo>
                    <a:pt x="6939819" y="149307"/>
                  </a:lnTo>
                  <a:lnTo>
                    <a:pt x="6939944" y="149307"/>
                  </a:lnTo>
                  <a:lnTo>
                    <a:pt x="6940070" y="149307"/>
                  </a:lnTo>
                  <a:lnTo>
                    <a:pt x="6940195" y="149307"/>
                  </a:lnTo>
                  <a:lnTo>
                    <a:pt x="6940320" y="149307"/>
                  </a:lnTo>
                  <a:lnTo>
                    <a:pt x="6940445" y="149307"/>
                  </a:lnTo>
                  <a:lnTo>
                    <a:pt x="6940570" y="149307"/>
                  </a:lnTo>
                  <a:lnTo>
                    <a:pt x="6940695" y="149307"/>
                  </a:lnTo>
                  <a:lnTo>
                    <a:pt x="6940820" y="149307"/>
                  </a:lnTo>
                  <a:lnTo>
                    <a:pt x="6940945" y="149307"/>
                  </a:lnTo>
                  <a:lnTo>
                    <a:pt x="6941070" y="149307"/>
                  </a:lnTo>
                  <a:lnTo>
                    <a:pt x="6941195" y="149307"/>
                  </a:lnTo>
                  <a:lnTo>
                    <a:pt x="6941320" y="149307"/>
                  </a:lnTo>
                  <a:lnTo>
                    <a:pt x="6941445" y="149307"/>
                  </a:lnTo>
                  <a:lnTo>
                    <a:pt x="6941570" y="149307"/>
                  </a:lnTo>
                  <a:lnTo>
                    <a:pt x="6941695" y="149307"/>
                  </a:lnTo>
                  <a:lnTo>
                    <a:pt x="6941820" y="149307"/>
                  </a:lnTo>
                  <a:lnTo>
                    <a:pt x="6941945" y="149307"/>
                  </a:lnTo>
                  <a:lnTo>
                    <a:pt x="6942070" y="149307"/>
                  </a:lnTo>
                  <a:lnTo>
                    <a:pt x="6942195" y="149307"/>
                  </a:lnTo>
                  <a:lnTo>
                    <a:pt x="6942320" y="149307"/>
                  </a:lnTo>
                  <a:lnTo>
                    <a:pt x="6942445" y="149307"/>
                  </a:lnTo>
                  <a:lnTo>
                    <a:pt x="6942570" y="149307"/>
                  </a:lnTo>
                  <a:lnTo>
                    <a:pt x="6942695" y="149307"/>
                  </a:lnTo>
                  <a:lnTo>
                    <a:pt x="6942820" y="149307"/>
                  </a:lnTo>
                  <a:lnTo>
                    <a:pt x="6942945" y="149307"/>
                  </a:lnTo>
                  <a:lnTo>
                    <a:pt x="6943071" y="149307"/>
                  </a:lnTo>
                  <a:lnTo>
                    <a:pt x="6943196" y="149307"/>
                  </a:lnTo>
                  <a:lnTo>
                    <a:pt x="6943321" y="149307"/>
                  </a:lnTo>
                  <a:lnTo>
                    <a:pt x="6943446" y="149307"/>
                  </a:lnTo>
                  <a:lnTo>
                    <a:pt x="6943571" y="149307"/>
                  </a:lnTo>
                  <a:lnTo>
                    <a:pt x="6943696" y="149307"/>
                  </a:lnTo>
                  <a:lnTo>
                    <a:pt x="6943821" y="149307"/>
                  </a:lnTo>
                  <a:lnTo>
                    <a:pt x="6943946" y="149307"/>
                  </a:lnTo>
                  <a:lnTo>
                    <a:pt x="6944071" y="149307"/>
                  </a:lnTo>
                  <a:lnTo>
                    <a:pt x="6944196" y="149307"/>
                  </a:lnTo>
                  <a:lnTo>
                    <a:pt x="6944321" y="149307"/>
                  </a:lnTo>
                  <a:lnTo>
                    <a:pt x="6944446" y="149307"/>
                  </a:lnTo>
                  <a:lnTo>
                    <a:pt x="6944571" y="149307"/>
                  </a:lnTo>
                  <a:lnTo>
                    <a:pt x="6944696" y="149307"/>
                  </a:lnTo>
                  <a:lnTo>
                    <a:pt x="6944821" y="149307"/>
                  </a:lnTo>
                  <a:lnTo>
                    <a:pt x="6944946" y="149307"/>
                  </a:lnTo>
                  <a:lnTo>
                    <a:pt x="6945071" y="149307"/>
                  </a:lnTo>
                  <a:lnTo>
                    <a:pt x="6945196" y="149307"/>
                  </a:lnTo>
                  <a:lnTo>
                    <a:pt x="6945321" y="149307"/>
                  </a:lnTo>
                  <a:lnTo>
                    <a:pt x="6945446" y="149307"/>
                  </a:lnTo>
                  <a:lnTo>
                    <a:pt x="6945571" y="149307"/>
                  </a:lnTo>
                  <a:lnTo>
                    <a:pt x="6945696" y="149307"/>
                  </a:lnTo>
                  <a:lnTo>
                    <a:pt x="6945821" y="149307"/>
                  </a:lnTo>
                  <a:lnTo>
                    <a:pt x="6945947" y="149307"/>
                  </a:lnTo>
                  <a:lnTo>
                    <a:pt x="6946072" y="149307"/>
                  </a:lnTo>
                  <a:lnTo>
                    <a:pt x="6946197" y="149307"/>
                  </a:lnTo>
                  <a:lnTo>
                    <a:pt x="6946322" y="149307"/>
                  </a:lnTo>
                  <a:lnTo>
                    <a:pt x="6946447" y="149307"/>
                  </a:lnTo>
                  <a:lnTo>
                    <a:pt x="6946572" y="149307"/>
                  </a:lnTo>
                  <a:lnTo>
                    <a:pt x="6946697" y="149307"/>
                  </a:lnTo>
                  <a:lnTo>
                    <a:pt x="6946822" y="149307"/>
                  </a:lnTo>
                  <a:lnTo>
                    <a:pt x="6946947" y="149307"/>
                  </a:lnTo>
                  <a:lnTo>
                    <a:pt x="6947072" y="149307"/>
                  </a:lnTo>
                  <a:lnTo>
                    <a:pt x="6947197" y="149307"/>
                  </a:lnTo>
                  <a:lnTo>
                    <a:pt x="6947322" y="149307"/>
                  </a:lnTo>
                  <a:lnTo>
                    <a:pt x="6947447" y="149307"/>
                  </a:lnTo>
                  <a:lnTo>
                    <a:pt x="6947572" y="149307"/>
                  </a:lnTo>
                  <a:lnTo>
                    <a:pt x="6947697" y="149307"/>
                  </a:lnTo>
                  <a:lnTo>
                    <a:pt x="6947822" y="149307"/>
                  </a:lnTo>
                  <a:lnTo>
                    <a:pt x="6947947" y="149307"/>
                  </a:lnTo>
                  <a:lnTo>
                    <a:pt x="6948072" y="149307"/>
                  </a:lnTo>
                  <a:lnTo>
                    <a:pt x="6948197" y="149307"/>
                  </a:lnTo>
                  <a:lnTo>
                    <a:pt x="6948322" y="149307"/>
                  </a:lnTo>
                  <a:lnTo>
                    <a:pt x="6948447" y="149307"/>
                  </a:lnTo>
                  <a:lnTo>
                    <a:pt x="6948572" y="149307"/>
                  </a:lnTo>
                  <a:lnTo>
                    <a:pt x="6948697" y="149307"/>
                  </a:lnTo>
                  <a:lnTo>
                    <a:pt x="6948822" y="149307"/>
                  </a:lnTo>
                  <a:lnTo>
                    <a:pt x="6948948" y="149307"/>
                  </a:lnTo>
                  <a:lnTo>
                    <a:pt x="6949073" y="149307"/>
                  </a:lnTo>
                  <a:lnTo>
                    <a:pt x="6949198" y="149307"/>
                  </a:lnTo>
                  <a:lnTo>
                    <a:pt x="6949323" y="149307"/>
                  </a:lnTo>
                  <a:lnTo>
                    <a:pt x="6949448" y="149307"/>
                  </a:lnTo>
                  <a:lnTo>
                    <a:pt x="6949573" y="149307"/>
                  </a:lnTo>
                  <a:lnTo>
                    <a:pt x="6949698" y="149307"/>
                  </a:lnTo>
                  <a:lnTo>
                    <a:pt x="6949823" y="149307"/>
                  </a:lnTo>
                  <a:lnTo>
                    <a:pt x="6949948" y="149307"/>
                  </a:lnTo>
                  <a:lnTo>
                    <a:pt x="6950073" y="149307"/>
                  </a:lnTo>
                  <a:lnTo>
                    <a:pt x="6950198" y="149307"/>
                  </a:lnTo>
                  <a:lnTo>
                    <a:pt x="6950323" y="149307"/>
                  </a:lnTo>
                  <a:lnTo>
                    <a:pt x="6950448" y="149307"/>
                  </a:lnTo>
                  <a:lnTo>
                    <a:pt x="6950573" y="149307"/>
                  </a:lnTo>
                  <a:lnTo>
                    <a:pt x="6950698" y="149307"/>
                  </a:lnTo>
                  <a:lnTo>
                    <a:pt x="6950823" y="149307"/>
                  </a:lnTo>
                  <a:lnTo>
                    <a:pt x="6950948" y="149307"/>
                  </a:lnTo>
                  <a:lnTo>
                    <a:pt x="6951073" y="149307"/>
                  </a:lnTo>
                  <a:lnTo>
                    <a:pt x="6951198" y="149307"/>
                  </a:lnTo>
                  <a:lnTo>
                    <a:pt x="6951323" y="149307"/>
                  </a:lnTo>
                  <a:lnTo>
                    <a:pt x="6951448" y="149307"/>
                  </a:lnTo>
                  <a:lnTo>
                    <a:pt x="6951573" y="149307"/>
                  </a:lnTo>
                  <a:lnTo>
                    <a:pt x="6951698" y="149307"/>
                  </a:lnTo>
                  <a:lnTo>
                    <a:pt x="6951823" y="149307"/>
                  </a:lnTo>
                  <a:lnTo>
                    <a:pt x="6951949" y="149307"/>
                  </a:lnTo>
                  <a:lnTo>
                    <a:pt x="6952074" y="149307"/>
                  </a:lnTo>
                  <a:lnTo>
                    <a:pt x="6952199" y="149307"/>
                  </a:lnTo>
                  <a:lnTo>
                    <a:pt x="6952324" y="149307"/>
                  </a:lnTo>
                  <a:lnTo>
                    <a:pt x="6952449" y="149307"/>
                  </a:lnTo>
                  <a:lnTo>
                    <a:pt x="6952574" y="149307"/>
                  </a:lnTo>
                  <a:lnTo>
                    <a:pt x="6952699" y="149307"/>
                  </a:lnTo>
                  <a:lnTo>
                    <a:pt x="6952824" y="149307"/>
                  </a:lnTo>
                  <a:lnTo>
                    <a:pt x="6952949" y="149307"/>
                  </a:lnTo>
                  <a:lnTo>
                    <a:pt x="6953074" y="149307"/>
                  </a:lnTo>
                  <a:lnTo>
                    <a:pt x="6953199" y="149307"/>
                  </a:lnTo>
                  <a:lnTo>
                    <a:pt x="6953324" y="149307"/>
                  </a:lnTo>
                  <a:lnTo>
                    <a:pt x="6953449" y="149307"/>
                  </a:lnTo>
                  <a:lnTo>
                    <a:pt x="6953574" y="149307"/>
                  </a:lnTo>
                  <a:lnTo>
                    <a:pt x="6953699" y="149307"/>
                  </a:lnTo>
                  <a:lnTo>
                    <a:pt x="6953824" y="149307"/>
                  </a:lnTo>
                  <a:lnTo>
                    <a:pt x="6953949" y="149307"/>
                  </a:lnTo>
                  <a:lnTo>
                    <a:pt x="6954074" y="149307"/>
                  </a:lnTo>
                  <a:lnTo>
                    <a:pt x="6954199" y="149307"/>
                  </a:lnTo>
                  <a:lnTo>
                    <a:pt x="6954324" y="149307"/>
                  </a:lnTo>
                  <a:lnTo>
                    <a:pt x="6954449" y="149307"/>
                  </a:lnTo>
                  <a:lnTo>
                    <a:pt x="6954574" y="149307"/>
                  </a:lnTo>
                  <a:lnTo>
                    <a:pt x="6954699" y="149307"/>
                  </a:lnTo>
                  <a:lnTo>
                    <a:pt x="6954824" y="149307"/>
                  </a:lnTo>
                  <a:lnTo>
                    <a:pt x="6954950" y="149307"/>
                  </a:lnTo>
                  <a:lnTo>
                    <a:pt x="6955075" y="149307"/>
                  </a:lnTo>
                  <a:lnTo>
                    <a:pt x="6955200" y="149307"/>
                  </a:lnTo>
                  <a:lnTo>
                    <a:pt x="6955325" y="149307"/>
                  </a:lnTo>
                  <a:lnTo>
                    <a:pt x="6955450" y="149307"/>
                  </a:lnTo>
                  <a:lnTo>
                    <a:pt x="6955575" y="149307"/>
                  </a:lnTo>
                  <a:lnTo>
                    <a:pt x="6955700" y="149307"/>
                  </a:lnTo>
                  <a:lnTo>
                    <a:pt x="6955825" y="149307"/>
                  </a:lnTo>
                  <a:lnTo>
                    <a:pt x="6955950" y="149307"/>
                  </a:lnTo>
                  <a:lnTo>
                    <a:pt x="6956075" y="149307"/>
                  </a:lnTo>
                  <a:lnTo>
                    <a:pt x="6956200" y="149307"/>
                  </a:lnTo>
                  <a:lnTo>
                    <a:pt x="6956325" y="149307"/>
                  </a:lnTo>
                  <a:lnTo>
                    <a:pt x="6956450" y="149307"/>
                  </a:lnTo>
                  <a:lnTo>
                    <a:pt x="6956575" y="149307"/>
                  </a:lnTo>
                  <a:lnTo>
                    <a:pt x="6956700" y="149307"/>
                  </a:lnTo>
                  <a:lnTo>
                    <a:pt x="6956825" y="149307"/>
                  </a:lnTo>
                  <a:lnTo>
                    <a:pt x="6956950" y="149307"/>
                  </a:lnTo>
                  <a:lnTo>
                    <a:pt x="6957075" y="149307"/>
                  </a:lnTo>
                  <a:lnTo>
                    <a:pt x="6957200" y="149307"/>
                  </a:lnTo>
                  <a:lnTo>
                    <a:pt x="6957325" y="149307"/>
                  </a:lnTo>
                  <a:lnTo>
                    <a:pt x="6957450" y="149307"/>
                  </a:lnTo>
                  <a:lnTo>
                    <a:pt x="6957575" y="149307"/>
                  </a:lnTo>
                  <a:lnTo>
                    <a:pt x="6957700" y="149307"/>
                  </a:lnTo>
                  <a:lnTo>
                    <a:pt x="6957825" y="149307"/>
                  </a:lnTo>
                  <a:lnTo>
                    <a:pt x="6957951" y="149307"/>
                  </a:lnTo>
                  <a:lnTo>
                    <a:pt x="6958076" y="149307"/>
                  </a:lnTo>
                  <a:lnTo>
                    <a:pt x="6958201" y="149307"/>
                  </a:lnTo>
                  <a:lnTo>
                    <a:pt x="6958326" y="149307"/>
                  </a:lnTo>
                  <a:lnTo>
                    <a:pt x="6958451" y="149307"/>
                  </a:lnTo>
                  <a:lnTo>
                    <a:pt x="6958576" y="149307"/>
                  </a:lnTo>
                  <a:lnTo>
                    <a:pt x="6958701" y="149307"/>
                  </a:lnTo>
                  <a:lnTo>
                    <a:pt x="6958826" y="149307"/>
                  </a:lnTo>
                  <a:lnTo>
                    <a:pt x="6958951" y="149307"/>
                  </a:lnTo>
                  <a:lnTo>
                    <a:pt x="6959076" y="149307"/>
                  </a:lnTo>
                  <a:lnTo>
                    <a:pt x="6959201" y="149307"/>
                  </a:lnTo>
                  <a:lnTo>
                    <a:pt x="6959326" y="149307"/>
                  </a:lnTo>
                  <a:lnTo>
                    <a:pt x="6959451" y="149307"/>
                  </a:lnTo>
                  <a:lnTo>
                    <a:pt x="6959576" y="149307"/>
                  </a:lnTo>
                  <a:lnTo>
                    <a:pt x="6959701" y="149307"/>
                  </a:lnTo>
                  <a:lnTo>
                    <a:pt x="6959826" y="149307"/>
                  </a:lnTo>
                  <a:lnTo>
                    <a:pt x="6959951" y="149307"/>
                  </a:lnTo>
                  <a:lnTo>
                    <a:pt x="6960076" y="149307"/>
                  </a:lnTo>
                  <a:lnTo>
                    <a:pt x="6960201" y="149307"/>
                  </a:lnTo>
                  <a:lnTo>
                    <a:pt x="6960326" y="149307"/>
                  </a:lnTo>
                  <a:lnTo>
                    <a:pt x="6960451" y="149307"/>
                  </a:lnTo>
                  <a:lnTo>
                    <a:pt x="6960576" y="149307"/>
                  </a:lnTo>
                  <a:lnTo>
                    <a:pt x="6960701" y="149307"/>
                  </a:lnTo>
                  <a:lnTo>
                    <a:pt x="6960826" y="149307"/>
                  </a:lnTo>
                  <a:lnTo>
                    <a:pt x="6960952" y="149307"/>
                  </a:lnTo>
                  <a:lnTo>
                    <a:pt x="6961077" y="149307"/>
                  </a:lnTo>
                  <a:lnTo>
                    <a:pt x="6961202" y="149307"/>
                  </a:lnTo>
                  <a:lnTo>
                    <a:pt x="6961327" y="149307"/>
                  </a:lnTo>
                  <a:lnTo>
                    <a:pt x="6961452" y="149307"/>
                  </a:lnTo>
                  <a:lnTo>
                    <a:pt x="6961577" y="149307"/>
                  </a:lnTo>
                  <a:lnTo>
                    <a:pt x="6961702" y="149307"/>
                  </a:lnTo>
                  <a:lnTo>
                    <a:pt x="6961827" y="149307"/>
                  </a:lnTo>
                  <a:lnTo>
                    <a:pt x="6961952" y="149307"/>
                  </a:lnTo>
                  <a:lnTo>
                    <a:pt x="6962077" y="149307"/>
                  </a:lnTo>
                  <a:lnTo>
                    <a:pt x="6962202" y="149307"/>
                  </a:lnTo>
                  <a:lnTo>
                    <a:pt x="6962327" y="149307"/>
                  </a:lnTo>
                  <a:lnTo>
                    <a:pt x="6962327" y="139353"/>
                  </a:lnTo>
                  <a:lnTo>
                    <a:pt x="6962452" y="139353"/>
                  </a:lnTo>
                  <a:lnTo>
                    <a:pt x="6962577" y="139353"/>
                  </a:lnTo>
                  <a:lnTo>
                    <a:pt x="6962702" y="139353"/>
                  </a:lnTo>
                  <a:lnTo>
                    <a:pt x="6962827" y="139353"/>
                  </a:lnTo>
                  <a:lnTo>
                    <a:pt x="6962952" y="139353"/>
                  </a:lnTo>
                  <a:lnTo>
                    <a:pt x="6963077" y="139353"/>
                  </a:lnTo>
                  <a:lnTo>
                    <a:pt x="6963202" y="139353"/>
                  </a:lnTo>
                  <a:lnTo>
                    <a:pt x="6963327" y="139353"/>
                  </a:lnTo>
                  <a:lnTo>
                    <a:pt x="6963452" y="139353"/>
                  </a:lnTo>
                  <a:lnTo>
                    <a:pt x="6963577" y="139353"/>
                  </a:lnTo>
                  <a:lnTo>
                    <a:pt x="6963702" y="139353"/>
                  </a:lnTo>
                  <a:lnTo>
                    <a:pt x="6963827" y="139353"/>
                  </a:lnTo>
                  <a:lnTo>
                    <a:pt x="6963953" y="139353"/>
                  </a:lnTo>
                  <a:lnTo>
                    <a:pt x="6964078" y="139353"/>
                  </a:lnTo>
                  <a:lnTo>
                    <a:pt x="6964203" y="139353"/>
                  </a:lnTo>
                  <a:lnTo>
                    <a:pt x="6964328" y="139353"/>
                  </a:lnTo>
                  <a:lnTo>
                    <a:pt x="6964453" y="139353"/>
                  </a:lnTo>
                  <a:lnTo>
                    <a:pt x="6964578" y="139353"/>
                  </a:lnTo>
                  <a:lnTo>
                    <a:pt x="6964703" y="139353"/>
                  </a:lnTo>
                  <a:lnTo>
                    <a:pt x="6964828" y="139353"/>
                  </a:lnTo>
                  <a:lnTo>
                    <a:pt x="6964953" y="139353"/>
                  </a:lnTo>
                  <a:lnTo>
                    <a:pt x="6965078" y="139353"/>
                  </a:lnTo>
                  <a:lnTo>
                    <a:pt x="6965203" y="139353"/>
                  </a:lnTo>
                  <a:lnTo>
                    <a:pt x="6965328" y="139353"/>
                  </a:lnTo>
                  <a:lnTo>
                    <a:pt x="6965453" y="139353"/>
                  </a:lnTo>
                  <a:lnTo>
                    <a:pt x="6965578" y="139353"/>
                  </a:lnTo>
                  <a:lnTo>
                    <a:pt x="6965703" y="139353"/>
                  </a:lnTo>
                  <a:lnTo>
                    <a:pt x="6965828" y="139353"/>
                  </a:lnTo>
                  <a:lnTo>
                    <a:pt x="6965953" y="139353"/>
                  </a:lnTo>
                  <a:lnTo>
                    <a:pt x="6966078" y="139353"/>
                  </a:lnTo>
                  <a:lnTo>
                    <a:pt x="6966203" y="139353"/>
                  </a:lnTo>
                  <a:lnTo>
                    <a:pt x="6966328" y="139353"/>
                  </a:lnTo>
                  <a:lnTo>
                    <a:pt x="6966453" y="139353"/>
                  </a:lnTo>
                  <a:lnTo>
                    <a:pt x="6966578" y="139353"/>
                  </a:lnTo>
                  <a:lnTo>
                    <a:pt x="6966703" y="139353"/>
                  </a:lnTo>
                  <a:lnTo>
                    <a:pt x="6966828" y="139353"/>
                  </a:lnTo>
                  <a:lnTo>
                    <a:pt x="6966954" y="139353"/>
                  </a:lnTo>
                  <a:lnTo>
                    <a:pt x="6967079" y="139353"/>
                  </a:lnTo>
                  <a:lnTo>
                    <a:pt x="6967204" y="139353"/>
                  </a:lnTo>
                  <a:lnTo>
                    <a:pt x="6967329" y="139353"/>
                  </a:lnTo>
                  <a:lnTo>
                    <a:pt x="6967454" y="139353"/>
                  </a:lnTo>
                  <a:lnTo>
                    <a:pt x="6967579" y="139353"/>
                  </a:lnTo>
                  <a:lnTo>
                    <a:pt x="6967704" y="139353"/>
                  </a:lnTo>
                  <a:lnTo>
                    <a:pt x="6967829" y="139353"/>
                  </a:lnTo>
                  <a:lnTo>
                    <a:pt x="6967954" y="139353"/>
                  </a:lnTo>
                  <a:lnTo>
                    <a:pt x="6968079" y="139353"/>
                  </a:lnTo>
                  <a:lnTo>
                    <a:pt x="6968204" y="139353"/>
                  </a:lnTo>
                  <a:lnTo>
                    <a:pt x="6968329" y="139353"/>
                  </a:lnTo>
                  <a:lnTo>
                    <a:pt x="6968454" y="139353"/>
                  </a:lnTo>
                  <a:lnTo>
                    <a:pt x="6968579" y="139353"/>
                  </a:lnTo>
                  <a:lnTo>
                    <a:pt x="6968704" y="139353"/>
                  </a:lnTo>
                  <a:lnTo>
                    <a:pt x="6968829" y="139353"/>
                  </a:lnTo>
                  <a:lnTo>
                    <a:pt x="6968954" y="139353"/>
                  </a:lnTo>
                  <a:lnTo>
                    <a:pt x="6969079" y="139353"/>
                  </a:lnTo>
                  <a:lnTo>
                    <a:pt x="6969204" y="139353"/>
                  </a:lnTo>
                  <a:lnTo>
                    <a:pt x="6969329" y="139353"/>
                  </a:lnTo>
                  <a:lnTo>
                    <a:pt x="6969454" y="139353"/>
                  </a:lnTo>
                  <a:lnTo>
                    <a:pt x="6969579" y="139353"/>
                  </a:lnTo>
                  <a:lnTo>
                    <a:pt x="6969704" y="139353"/>
                  </a:lnTo>
                  <a:lnTo>
                    <a:pt x="6969829" y="139353"/>
                  </a:lnTo>
                  <a:lnTo>
                    <a:pt x="6969955" y="139353"/>
                  </a:lnTo>
                  <a:lnTo>
                    <a:pt x="6970080" y="139353"/>
                  </a:lnTo>
                  <a:lnTo>
                    <a:pt x="6970205" y="139353"/>
                  </a:lnTo>
                  <a:lnTo>
                    <a:pt x="6970330" y="139353"/>
                  </a:lnTo>
                  <a:lnTo>
                    <a:pt x="6970455" y="139353"/>
                  </a:lnTo>
                  <a:lnTo>
                    <a:pt x="6970580" y="139353"/>
                  </a:lnTo>
                  <a:lnTo>
                    <a:pt x="6970705" y="139353"/>
                  </a:lnTo>
                  <a:lnTo>
                    <a:pt x="6970830" y="139353"/>
                  </a:lnTo>
                  <a:lnTo>
                    <a:pt x="6970955" y="139353"/>
                  </a:lnTo>
                  <a:lnTo>
                    <a:pt x="6971080" y="139353"/>
                  </a:lnTo>
                  <a:lnTo>
                    <a:pt x="6971205" y="139353"/>
                  </a:lnTo>
                  <a:lnTo>
                    <a:pt x="6971330" y="139353"/>
                  </a:lnTo>
                  <a:lnTo>
                    <a:pt x="6971455" y="139353"/>
                  </a:lnTo>
                  <a:lnTo>
                    <a:pt x="6971580" y="139353"/>
                  </a:lnTo>
                  <a:lnTo>
                    <a:pt x="6971705" y="139353"/>
                  </a:lnTo>
                  <a:lnTo>
                    <a:pt x="6971830" y="139353"/>
                  </a:lnTo>
                  <a:lnTo>
                    <a:pt x="6971955" y="139353"/>
                  </a:lnTo>
                  <a:lnTo>
                    <a:pt x="6972080" y="139353"/>
                  </a:lnTo>
                  <a:lnTo>
                    <a:pt x="6972205" y="139353"/>
                  </a:lnTo>
                  <a:lnTo>
                    <a:pt x="6972330" y="139353"/>
                  </a:lnTo>
                  <a:lnTo>
                    <a:pt x="6972455" y="139353"/>
                  </a:lnTo>
                  <a:lnTo>
                    <a:pt x="6972580" y="139353"/>
                  </a:lnTo>
                  <a:lnTo>
                    <a:pt x="6972705" y="139353"/>
                  </a:lnTo>
                  <a:lnTo>
                    <a:pt x="6972830" y="139353"/>
                  </a:lnTo>
                  <a:lnTo>
                    <a:pt x="6972956" y="139353"/>
                  </a:lnTo>
                  <a:lnTo>
                    <a:pt x="6973081" y="139353"/>
                  </a:lnTo>
                  <a:lnTo>
                    <a:pt x="6973206" y="139353"/>
                  </a:lnTo>
                  <a:lnTo>
                    <a:pt x="6973331" y="139353"/>
                  </a:lnTo>
                  <a:lnTo>
                    <a:pt x="6973456" y="139353"/>
                  </a:lnTo>
                  <a:lnTo>
                    <a:pt x="6973581" y="139353"/>
                  </a:lnTo>
                  <a:lnTo>
                    <a:pt x="6973706" y="139353"/>
                  </a:lnTo>
                  <a:lnTo>
                    <a:pt x="6973831" y="139353"/>
                  </a:lnTo>
                  <a:lnTo>
                    <a:pt x="6973956" y="139353"/>
                  </a:lnTo>
                  <a:lnTo>
                    <a:pt x="6974081" y="139353"/>
                  </a:lnTo>
                  <a:lnTo>
                    <a:pt x="6974206" y="139353"/>
                  </a:lnTo>
                  <a:lnTo>
                    <a:pt x="6974331" y="139353"/>
                  </a:lnTo>
                  <a:lnTo>
                    <a:pt x="6974456" y="139353"/>
                  </a:lnTo>
                  <a:lnTo>
                    <a:pt x="6974581" y="139353"/>
                  </a:lnTo>
                  <a:lnTo>
                    <a:pt x="6974706" y="139353"/>
                  </a:lnTo>
                  <a:lnTo>
                    <a:pt x="6974831" y="139353"/>
                  </a:lnTo>
                  <a:lnTo>
                    <a:pt x="6974956" y="139353"/>
                  </a:lnTo>
                  <a:lnTo>
                    <a:pt x="6975081" y="139353"/>
                  </a:lnTo>
                  <a:lnTo>
                    <a:pt x="6975206" y="139353"/>
                  </a:lnTo>
                  <a:lnTo>
                    <a:pt x="6975331" y="139353"/>
                  </a:lnTo>
                  <a:lnTo>
                    <a:pt x="6975456" y="139353"/>
                  </a:lnTo>
                  <a:lnTo>
                    <a:pt x="6975581" y="139353"/>
                  </a:lnTo>
                  <a:lnTo>
                    <a:pt x="6975706" y="139353"/>
                  </a:lnTo>
                  <a:lnTo>
                    <a:pt x="6975831" y="139353"/>
                  </a:lnTo>
                  <a:lnTo>
                    <a:pt x="6975957" y="139353"/>
                  </a:lnTo>
                  <a:lnTo>
                    <a:pt x="6976082" y="139353"/>
                  </a:lnTo>
                  <a:lnTo>
                    <a:pt x="6976207" y="139353"/>
                  </a:lnTo>
                  <a:lnTo>
                    <a:pt x="6976332" y="139353"/>
                  </a:lnTo>
                  <a:lnTo>
                    <a:pt x="6976457" y="139353"/>
                  </a:lnTo>
                  <a:lnTo>
                    <a:pt x="6976582" y="139353"/>
                  </a:lnTo>
                  <a:lnTo>
                    <a:pt x="6976707" y="139353"/>
                  </a:lnTo>
                  <a:lnTo>
                    <a:pt x="6976832" y="139353"/>
                  </a:lnTo>
                  <a:lnTo>
                    <a:pt x="6976957" y="139353"/>
                  </a:lnTo>
                  <a:lnTo>
                    <a:pt x="6977082" y="139353"/>
                  </a:lnTo>
                  <a:lnTo>
                    <a:pt x="6977207" y="139353"/>
                  </a:lnTo>
                  <a:lnTo>
                    <a:pt x="6977332" y="139353"/>
                  </a:lnTo>
                  <a:lnTo>
                    <a:pt x="6977457" y="139353"/>
                  </a:lnTo>
                  <a:lnTo>
                    <a:pt x="6977582" y="139353"/>
                  </a:lnTo>
                  <a:lnTo>
                    <a:pt x="6977707" y="139353"/>
                  </a:lnTo>
                  <a:lnTo>
                    <a:pt x="6977832" y="139353"/>
                  </a:lnTo>
                  <a:lnTo>
                    <a:pt x="6977957" y="139353"/>
                  </a:lnTo>
                  <a:lnTo>
                    <a:pt x="6978082" y="139353"/>
                  </a:lnTo>
                  <a:lnTo>
                    <a:pt x="6978207" y="139353"/>
                  </a:lnTo>
                  <a:lnTo>
                    <a:pt x="6978332" y="139353"/>
                  </a:lnTo>
                  <a:lnTo>
                    <a:pt x="6978457" y="139353"/>
                  </a:lnTo>
                  <a:lnTo>
                    <a:pt x="6978582" y="139353"/>
                  </a:lnTo>
                  <a:lnTo>
                    <a:pt x="6978707" y="139353"/>
                  </a:lnTo>
                  <a:lnTo>
                    <a:pt x="6978832" y="139353"/>
                  </a:lnTo>
                  <a:lnTo>
                    <a:pt x="6978958" y="139353"/>
                  </a:lnTo>
                  <a:lnTo>
                    <a:pt x="6979083" y="139353"/>
                  </a:lnTo>
                  <a:lnTo>
                    <a:pt x="6979208" y="139353"/>
                  </a:lnTo>
                  <a:lnTo>
                    <a:pt x="6979333" y="139353"/>
                  </a:lnTo>
                  <a:lnTo>
                    <a:pt x="6979458" y="139353"/>
                  </a:lnTo>
                  <a:lnTo>
                    <a:pt x="6979583" y="139353"/>
                  </a:lnTo>
                  <a:lnTo>
                    <a:pt x="6979708" y="139353"/>
                  </a:lnTo>
                  <a:lnTo>
                    <a:pt x="6979833" y="139353"/>
                  </a:lnTo>
                  <a:lnTo>
                    <a:pt x="6979958" y="139353"/>
                  </a:lnTo>
                  <a:lnTo>
                    <a:pt x="6980083" y="139353"/>
                  </a:lnTo>
                  <a:lnTo>
                    <a:pt x="6980208" y="139353"/>
                  </a:lnTo>
                  <a:lnTo>
                    <a:pt x="6980333" y="139353"/>
                  </a:lnTo>
                  <a:lnTo>
                    <a:pt x="6980458" y="139353"/>
                  </a:lnTo>
                  <a:lnTo>
                    <a:pt x="6980583" y="139353"/>
                  </a:lnTo>
                  <a:lnTo>
                    <a:pt x="6980708" y="139353"/>
                  </a:lnTo>
                  <a:lnTo>
                    <a:pt x="6980833" y="139353"/>
                  </a:lnTo>
                  <a:lnTo>
                    <a:pt x="6980958" y="139353"/>
                  </a:lnTo>
                  <a:lnTo>
                    <a:pt x="6981083" y="139353"/>
                  </a:lnTo>
                  <a:lnTo>
                    <a:pt x="6981208" y="139353"/>
                  </a:lnTo>
                  <a:lnTo>
                    <a:pt x="6981333" y="139353"/>
                  </a:lnTo>
                  <a:lnTo>
                    <a:pt x="6981458" y="139353"/>
                  </a:lnTo>
                  <a:lnTo>
                    <a:pt x="6981583" y="139353"/>
                  </a:lnTo>
                  <a:lnTo>
                    <a:pt x="6981708" y="139353"/>
                  </a:lnTo>
                  <a:lnTo>
                    <a:pt x="6981833" y="139353"/>
                  </a:lnTo>
                  <a:lnTo>
                    <a:pt x="6981959" y="139353"/>
                  </a:lnTo>
                  <a:lnTo>
                    <a:pt x="6982084" y="139353"/>
                  </a:lnTo>
                  <a:lnTo>
                    <a:pt x="6982209" y="139353"/>
                  </a:lnTo>
                  <a:lnTo>
                    <a:pt x="6982334" y="139353"/>
                  </a:lnTo>
                  <a:lnTo>
                    <a:pt x="6982459" y="139353"/>
                  </a:lnTo>
                  <a:lnTo>
                    <a:pt x="6982584" y="139353"/>
                  </a:lnTo>
                  <a:lnTo>
                    <a:pt x="6982709" y="139353"/>
                  </a:lnTo>
                  <a:lnTo>
                    <a:pt x="6982834" y="139353"/>
                  </a:lnTo>
                  <a:lnTo>
                    <a:pt x="6982959" y="139353"/>
                  </a:lnTo>
                  <a:lnTo>
                    <a:pt x="6983084" y="139353"/>
                  </a:lnTo>
                  <a:lnTo>
                    <a:pt x="6983209" y="139353"/>
                  </a:lnTo>
                  <a:lnTo>
                    <a:pt x="6983334" y="139353"/>
                  </a:lnTo>
                  <a:lnTo>
                    <a:pt x="6983459" y="139353"/>
                  </a:lnTo>
                  <a:lnTo>
                    <a:pt x="6983584" y="139353"/>
                  </a:lnTo>
                  <a:lnTo>
                    <a:pt x="6983709" y="139353"/>
                  </a:lnTo>
                  <a:lnTo>
                    <a:pt x="6983834" y="139353"/>
                  </a:lnTo>
                  <a:lnTo>
                    <a:pt x="6983959" y="139353"/>
                  </a:lnTo>
                  <a:lnTo>
                    <a:pt x="6984084" y="139353"/>
                  </a:lnTo>
                  <a:lnTo>
                    <a:pt x="6984209" y="139353"/>
                  </a:lnTo>
                  <a:lnTo>
                    <a:pt x="6984334" y="139353"/>
                  </a:lnTo>
                  <a:lnTo>
                    <a:pt x="6984459" y="139353"/>
                  </a:lnTo>
                  <a:lnTo>
                    <a:pt x="6984584" y="139353"/>
                  </a:lnTo>
                  <a:lnTo>
                    <a:pt x="6984709" y="139353"/>
                  </a:lnTo>
                  <a:lnTo>
                    <a:pt x="6984835" y="139353"/>
                  </a:lnTo>
                  <a:lnTo>
                    <a:pt x="6984960" y="139353"/>
                  </a:lnTo>
                  <a:lnTo>
                    <a:pt x="6985085" y="139353"/>
                  </a:lnTo>
                  <a:lnTo>
                    <a:pt x="6985210" y="139353"/>
                  </a:lnTo>
                  <a:lnTo>
                    <a:pt x="6985335" y="139353"/>
                  </a:lnTo>
                  <a:lnTo>
                    <a:pt x="6985460" y="139353"/>
                  </a:lnTo>
                  <a:lnTo>
                    <a:pt x="6985585" y="139353"/>
                  </a:lnTo>
                  <a:lnTo>
                    <a:pt x="6985710" y="139353"/>
                  </a:lnTo>
                  <a:lnTo>
                    <a:pt x="6985835" y="139353"/>
                  </a:lnTo>
                  <a:lnTo>
                    <a:pt x="6985960" y="139353"/>
                  </a:lnTo>
                  <a:lnTo>
                    <a:pt x="6986085" y="139353"/>
                  </a:lnTo>
                  <a:lnTo>
                    <a:pt x="6986210" y="139353"/>
                  </a:lnTo>
                  <a:lnTo>
                    <a:pt x="6986335" y="139353"/>
                  </a:lnTo>
                  <a:lnTo>
                    <a:pt x="6986460" y="139353"/>
                  </a:lnTo>
                  <a:lnTo>
                    <a:pt x="6986585" y="139353"/>
                  </a:lnTo>
                  <a:lnTo>
                    <a:pt x="6986710" y="139353"/>
                  </a:lnTo>
                  <a:lnTo>
                    <a:pt x="6986835" y="139353"/>
                  </a:lnTo>
                  <a:lnTo>
                    <a:pt x="6986960" y="139353"/>
                  </a:lnTo>
                  <a:lnTo>
                    <a:pt x="6987085" y="139353"/>
                  </a:lnTo>
                  <a:lnTo>
                    <a:pt x="6987210" y="139353"/>
                  </a:lnTo>
                  <a:lnTo>
                    <a:pt x="6987335" y="139353"/>
                  </a:lnTo>
                  <a:lnTo>
                    <a:pt x="6987460" y="139353"/>
                  </a:lnTo>
                  <a:lnTo>
                    <a:pt x="6987585" y="139353"/>
                  </a:lnTo>
                  <a:lnTo>
                    <a:pt x="6987710" y="139353"/>
                  </a:lnTo>
                  <a:lnTo>
                    <a:pt x="6987836" y="139353"/>
                  </a:lnTo>
                  <a:lnTo>
                    <a:pt x="6987961" y="139353"/>
                  </a:lnTo>
                  <a:lnTo>
                    <a:pt x="6988086" y="139353"/>
                  </a:lnTo>
                  <a:lnTo>
                    <a:pt x="6988211" y="139353"/>
                  </a:lnTo>
                  <a:lnTo>
                    <a:pt x="6988336" y="139353"/>
                  </a:lnTo>
                  <a:lnTo>
                    <a:pt x="6988461" y="139353"/>
                  </a:lnTo>
                  <a:lnTo>
                    <a:pt x="6988586" y="139353"/>
                  </a:lnTo>
                  <a:lnTo>
                    <a:pt x="6988711" y="139353"/>
                  </a:lnTo>
                  <a:lnTo>
                    <a:pt x="6988836" y="139353"/>
                  </a:lnTo>
                  <a:lnTo>
                    <a:pt x="6988961" y="139353"/>
                  </a:lnTo>
                  <a:lnTo>
                    <a:pt x="6989086" y="139353"/>
                  </a:lnTo>
                  <a:lnTo>
                    <a:pt x="6989211" y="139353"/>
                  </a:lnTo>
                  <a:lnTo>
                    <a:pt x="6989211" y="129399"/>
                  </a:lnTo>
                  <a:lnTo>
                    <a:pt x="6989336" y="129399"/>
                  </a:lnTo>
                  <a:lnTo>
                    <a:pt x="6989461" y="129399"/>
                  </a:lnTo>
                  <a:lnTo>
                    <a:pt x="6989586" y="129399"/>
                  </a:lnTo>
                  <a:lnTo>
                    <a:pt x="6989711" y="129399"/>
                  </a:lnTo>
                  <a:lnTo>
                    <a:pt x="6989836" y="129399"/>
                  </a:lnTo>
                  <a:lnTo>
                    <a:pt x="6989961" y="129399"/>
                  </a:lnTo>
                  <a:lnTo>
                    <a:pt x="6990086" y="129399"/>
                  </a:lnTo>
                  <a:lnTo>
                    <a:pt x="6990211" y="129399"/>
                  </a:lnTo>
                  <a:lnTo>
                    <a:pt x="6990336" y="129399"/>
                  </a:lnTo>
                  <a:lnTo>
                    <a:pt x="6990461" y="129399"/>
                  </a:lnTo>
                  <a:lnTo>
                    <a:pt x="6990586" y="129399"/>
                  </a:lnTo>
                  <a:lnTo>
                    <a:pt x="6990711" y="129399"/>
                  </a:lnTo>
                  <a:lnTo>
                    <a:pt x="6990837" y="129399"/>
                  </a:lnTo>
                  <a:lnTo>
                    <a:pt x="6990962" y="129399"/>
                  </a:lnTo>
                  <a:lnTo>
                    <a:pt x="6991087" y="129399"/>
                  </a:lnTo>
                  <a:lnTo>
                    <a:pt x="6991212" y="129399"/>
                  </a:lnTo>
                  <a:lnTo>
                    <a:pt x="6991337" y="129399"/>
                  </a:lnTo>
                  <a:lnTo>
                    <a:pt x="6991462" y="129399"/>
                  </a:lnTo>
                  <a:lnTo>
                    <a:pt x="6991587" y="129399"/>
                  </a:lnTo>
                  <a:lnTo>
                    <a:pt x="6991712" y="129399"/>
                  </a:lnTo>
                  <a:lnTo>
                    <a:pt x="6991837" y="129399"/>
                  </a:lnTo>
                  <a:lnTo>
                    <a:pt x="6991962" y="129399"/>
                  </a:lnTo>
                  <a:lnTo>
                    <a:pt x="6992087" y="129399"/>
                  </a:lnTo>
                  <a:lnTo>
                    <a:pt x="6992212" y="129399"/>
                  </a:lnTo>
                  <a:lnTo>
                    <a:pt x="6992337" y="129399"/>
                  </a:lnTo>
                  <a:lnTo>
                    <a:pt x="6992462" y="129399"/>
                  </a:lnTo>
                  <a:lnTo>
                    <a:pt x="6992587" y="129399"/>
                  </a:lnTo>
                  <a:lnTo>
                    <a:pt x="6992712" y="129399"/>
                  </a:lnTo>
                  <a:lnTo>
                    <a:pt x="6992837" y="129399"/>
                  </a:lnTo>
                  <a:lnTo>
                    <a:pt x="6992962" y="129399"/>
                  </a:lnTo>
                  <a:lnTo>
                    <a:pt x="6993087" y="129399"/>
                  </a:lnTo>
                  <a:lnTo>
                    <a:pt x="6993212" y="129399"/>
                  </a:lnTo>
                  <a:lnTo>
                    <a:pt x="6993337" y="129399"/>
                  </a:lnTo>
                  <a:lnTo>
                    <a:pt x="6993462" y="129399"/>
                  </a:lnTo>
                  <a:lnTo>
                    <a:pt x="6993587" y="129399"/>
                  </a:lnTo>
                  <a:lnTo>
                    <a:pt x="6993712" y="129399"/>
                  </a:lnTo>
                  <a:lnTo>
                    <a:pt x="6993838" y="129399"/>
                  </a:lnTo>
                  <a:lnTo>
                    <a:pt x="6993963" y="129399"/>
                  </a:lnTo>
                  <a:lnTo>
                    <a:pt x="6994088" y="129399"/>
                  </a:lnTo>
                  <a:lnTo>
                    <a:pt x="6994213" y="129399"/>
                  </a:lnTo>
                  <a:lnTo>
                    <a:pt x="6994338" y="129399"/>
                  </a:lnTo>
                  <a:lnTo>
                    <a:pt x="6994463" y="129399"/>
                  </a:lnTo>
                  <a:lnTo>
                    <a:pt x="6994588" y="129399"/>
                  </a:lnTo>
                  <a:lnTo>
                    <a:pt x="6994713" y="129399"/>
                  </a:lnTo>
                  <a:lnTo>
                    <a:pt x="6994838" y="129399"/>
                  </a:lnTo>
                  <a:lnTo>
                    <a:pt x="6994963" y="129399"/>
                  </a:lnTo>
                  <a:lnTo>
                    <a:pt x="6995088" y="129399"/>
                  </a:lnTo>
                  <a:lnTo>
                    <a:pt x="6995213" y="129399"/>
                  </a:lnTo>
                  <a:lnTo>
                    <a:pt x="6995338" y="129399"/>
                  </a:lnTo>
                  <a:lnTo>
                    <a:pt x="6995463" y="129399"/>
                  </a:lnTo>
                  <a:lnTo>
                    <a:pt x="6995588" y="129399"/>
                  </a:lnTo>
                  <a:lnTo>
                    <a:pt x="6995713" y="129399"/>
                  </a:lnTo>
                  <a:lnTo>
                    <a:pt x="6995838" y="129399"/>
                  </a:lnTo>
                  <a:lnTo>
                    <a:pt x="6995963" y="129399"/>
                  </a:lnTo>
                  <a:lnTo>
                    <a:pt x="6996088" y="129399"/>
                  </a:lnTo>
                  <a:lnTo>
                    <a:pt x="6996213" y="129399"/>
                  </a:lnTo>
                  <a:lnTo>
                    <a:pt x="6996338" y="129399"/>
                  </a:lnTo>
                  <a:lnTo>
                    <a:pt x="6996463" y="129399"/>
                  </a:lnTo>
                  <a:lnTo>
                    <a:pt x="6996588" y="129399"/>
                  </a:lnTo>
                  <a:lnTo>
                    <a:pt x="6996713" y="129399"/>
                  </a:lnTo>
                  <a:lnTo>
                    <a:pt x="6996839" y="129399"/>
                  </a:lnTo>
                  <a:lnTo>
                    <a:pt x="6996964" y="129399"/>
                  </a:lnTo>
                  <a:lnTo>
                    <a:pt x="6997089" y="129399"/>
                  </a:lnTo>
                  <a:lnTo>
                    <a:pt x="6997214" y="129399"/>
                  </a:lnTo>
                  <a:lnTo>
                    <a:pt x="6997339" y="129399"/>
                  </a:lnTo>
                  <a:lnTo>
                    <a:pt x="6997464" y="129399"/>
                  </a:lnTo>
                  <a:lnTo>
                    <a:pt x="6997589" y="129399"/>
                  </a:lnTo>
                  <a:lnTo>
                    <a:pt x="6997714" y="129399"/>
                  </a:lnTo>
                  <a:lnTo>
                    <a:pt x="6997839" y="129399"/>
                  </a:lnTo>
                  <a:lnTo>
                    <a:pt x="6997964" y="129399"/>
                  </a:lnTo>
                  <a:lnTo>
                    <a:pt x="6998089" y="129399"/>
                  </a:lnTo>
                  <a:lnTo>
                    <a:pt x="6998214" y="129399"/>
                  </a:lnTo>
                  <a:lnTo>
                    <a:pt x="6998339" y="129399"/>
                  </a:lnTo>
                  <a:lnTo>
                    <a:pt x="6998464" y="129399"/>
                  </a:lnTo>
                  <a:lnTo>
                    <a:pt x="6998589" y="129399"/>
                  </a:lnTo>
                  <a:lnTo>
                    <a:pt x="6998714" y="129399"/>
                  </a:lnTo>
                  <a:lnTo>
                    <a:pt x="6998839" y="129399"/>
                  </a:lnTo>
                  <a:lnTo>
                    <a:pt x="6998964" y="129399"/>
                  </a:lnTo>
                  <a:lnTo>
                    <a:pt x="6999089" y="129399"/>
                  </a:lnTo>
                  <a:lnTo>
                    <a:pt x="6999214" y="129399"/>
                  </a:lnTo>
                  <a:lnTo>
                    <a:pt x="6999339" y="129399"/>
                  </a:lnTo>
                  <a:lnTo>
                    <a:pt x="6999464" y="129399"/>
                  </a:lnTo>
                  <a:lnTo>
                    <a:pt x="6999589" y="129399"/>
                  </a:lnTo>
                  <a:lnTo>
                    <a:pt x="6999714" y="129399"/>
                  </a:lnTo>
                  <a:lnTo>
                    <a:pt x="6999840" y="129399"/>
                  </a:lnTo>
                  <a:lnTo>
                    <a:pt x="6999965" y="129399"/>
                  </a:lnTo>
                  <a:lnTo>
                    <a:pt x="7000090" y="129399"/>
                  </a:lnTo>
                  <a:lnTo>
                    <a:pt x="7000215" y="129399"/>
                  </a:lnTo>
                  <a:lnTo>
                    <a:pt x="7000340" y="129399"/>
                  </a:lnTo>
                  <a:lnTo>
                    <a:pt x="7000465" y="129399"/>
                  </a:lnTo>
                  <a:lnTo>
                    <a:pt x="7000590" y="129399"/>
                  </a:lnTo>
                  <a:lnTo>
                    <a:pt x="7000715" y="129399"/>
                  </a:lnTo>
                  <a:lnTo>
                    <a:pt x="7000840" y="129399"/>
                  </a:lnTo>
                  <a:lnTo>
                    <a:pt x="7000965" y="129399"/>
                  </a:lnTo>
                  <a:lnTo>
                    <a:pt x="7001090" y="129399"/>
                  </a:lnTo>
                  <a:lnTo>
                    <a:pt x="7001215" y="129399"/>
                  </a:lnTo>
                  <a:lnTo>
                    <a:pt x="7001340" y="129399"/>
                  </a:lnTo>
                  <a:lnTo>
                    <a:pt x="7001465" y="129399"/>
                  </a:lnTo>
                  <a:lnTo>
                    <a:pt x="7001590" y="129399"/>
                  </a:lnTo>
                  <a:lnTo>
                    <a:pt x="7001715" y="129399"/>
                  </a:lnTo>
                  <a:lnTo>
                    <a:pt x="7001840" y="129399"/>
                  </a:lnTo>
                  <a:lnTo>
                    <a:pt x="7001965" y="129399"/>
                  </a:lnTo>
                  <a:lnTo>
                    <a:pt x="7002090" y="129399"/>
                  </a:lnTo>
                  <a:lnTo>
                    <a:pt x="7002215" y="129399"/>
                  </a:lnTo>
                  <a:lnTo>
                    <a:pt x="7002340" y="129399"/>
                  </a:lnTo>
                  <a:lnTo>
                    <a:pt x="7002465" y="129399"/>
                  </a:lnTo>
                  <a:lnTo>
                    <a:pt x="7002590" y="129399"/>
                  </a:lnTo>
                  <a:lnTo>
                    <a:pt x="7002715" y="129399"/>
                  </a:lnTo>
                  <a:lnTo>
                    <a:pt x="7002841" y="129399"/>
                  </a:lnTo>
                  <a:lnTo>
                    <a:pt x="7002966" y="129399"/>
                  </a:lnTo>
                  <a:lnTo>
                    <a:pt x="7003091" y="129399"/>
                  </a:lnTo>
                  <a:lnTo>
                    <a:pt x="7003216" y="129399"/>
                  </a:lnTo>
                  <a:lnTo>
                    <a:pt x="7003341" y="129399"/>
                  </a:lnTo>
                  <a:lnTo>
                    <a:pt x="7003466" y="129399"/>
                  </a:lnTo>
                  <a:lnTo>
                    <a:pt x="7003591" y="129399"/>
                  </a:lnTo>
                  <a:lnTo>
                    <a:pt x="7003716" y="129399"/>
                  </a:lnTo>
                  <a:lnTo>
                    <a:pt x="7003841" y="129399"/>
                  </a:lnTo>
                  <a:lnTo>
                    <a:pt x="7003966" y="129399"/>
                  </a:lnTo>
                  <a:lnTo>
                    <a:pt x="7004091" y="129399"/>
                  </a:lnTo>
                  <a:lnTo>
                    <a:pt x="7004216" y="129399"/>
                  </a:lnTo>
                  <a:lnTo>
                    <a:pt x="7004341" y="129399"/>
                  </a:lnTo>
                  <a:lnTo>
                    <a:pt x="7004466" y="129399"/>
                  </a:lnTo>
                  <a:lnTo>
                    <a:pt x="7004591" y="129399"/>
                  </a:lnTo>
                  <a:lnTo>
                    <a:pt x="7004716" y="129399"/>
                  </a:lnTo>
                  <a:lnTo>
                    <a:pt x="7004841" y="129399"/>
                  </a:lnTo>
                  <a:lnTo>
                    <a:pt x="7004966" y="129399"/>
                  </a:lnTo>
                  <a:lnTo>
                    <a:pt x="7005091" y="129399"/>
                  </a:lnTo>
                  <a:lnTo>
                    <a:pt x="7005216" y="129399"/>
                  </a:lnTo>
                  <a:lnTo>
                    <a:pt x="7005341" y="129399"/>
                  </a:lnTo>
                  <a:lnTo>
                    <a:pt x="7005466" y="129399"/>
                  </a:lnTo>
                  <a:lnTo>
                    <a:pt x="7005591" y="129399"/>
                  </a:lnTo>
                  <a:lnTo>
                    <a:pt x="7005716" y="129399"/>
                  </a:lnTo>
                  <a:lnTo>
                    <a:pt x="7005842" y="129399"/>
                  </a:lnTo>
                  <a:lnTo>
                    <a:pt x="7005967" y="129399"/>
                  </a:lnTo>
                  <a:lnTo>
                    <a:pt x="7006092" y="129399"/>
                  </a:lnTo>
                  <a:lnTo>
                    <a:pt x="7006217" y="129399"/>
                  </a:lnTo>
                  <a:lnTo>
                    <a:pt x="7006342" y="129399"/>
                  </a:lnTo>
                  <a:lnTo>
                    <a:pt x="7006467" y="129399"/>
                  </a:lnTo>
                  <a:lnTo>
                    <a:pt x="7006592" y="129399"/>
                  </a:lnTo>
                  <a:lnTo>
                    <a:pt x="7006717" y="129399"/>
                  </a:lnTo>
                  <a:lnTo>
                    <a:pt x="7006842" y="129399"/>
                  </a:lnTo>
                  <a:lnTo>
                    <a:pt x="7006967" y="129399"/>
                  </a:lnTo>
                  <a:lnTo>
                    <a:pt x="7007092" y="129399"/>
                  </a:lnTo>
                  <a:lnTo>
                    <a:pt x="7007217" y="129399"/>
                  </a:lnTo>
                  <a:lnTo>
                    <a:pt x="7007342" y="129399"/>
                  </a:lnTo>
                  <a:lnTo>
                    <a:pt x="7007467" y="129399"/>
                  </a:lnTo>
                  <a:lnTo>
                    <a:pt x="7007592" y="129399"/>
                  </a:lnTo>
                  <a:lnTo>
                    <a:pt x="7007717" y="129399"/>
                  </a:lnTo>
                  <a:lnTo>
                    <a:pt x="7007842" y="129399"/>
                  </a:lnTo>
                  <a:lnTo>
                    <a:pt x="7007967" y="129399"/>
                  </a:lnTo>
                  <a:lnTo>
                    <a:pt x="7008092" y="129399"/>
                  </a:lnTo>
                  <a:lnTo>
                    <a:pt x="7008217" y="129399"/>
                  </a:lnTo>
                  <a:lnTo>
                    <a:pt x="7008342" y="129399"/>
                  </a:lnTo>
                  <a:lnTo>
                    <a:pt x="7008467" y="129399"/>
                  </a:lnTo>
                  <a:lnTo>
                    <a:pt x="7008592" y="129399"/>
                  </a:lnTo>
                  <a:lnTo>
                    <a:pt x="7008717" y="129399"/>
                  </a:lnTo>
                  <a:lnTo>
                    <a:pt x="7008843" y="129399"/>
                  </a:lnTo>
                  <a:lnTo>
                    <a:pt x="7008968" y="129399"/>
                  </a:lnTo>
                  <a:lnTo>
                    <a:pt x="7009093" y="129399"/>
                  </a:lnTo>
                  <a:lnTo>
                    <a:pt x="7009218" y="129399"/>
                  </a:lnTo>
                  <a:lnTo>
                    <a:pt x="7009343" y="129399"/>
                  </a:lnTo>
                  <a:lnTo>
                    <a:pt x="7009468" y="129399"/>
                  </a:lnTo>
                  <a:lnTo>
                    <a:pt x="7009593" y="129399"/>
                  </a:lnTo>
                  <a:lnTo>
                    <a:pt x="7009718" y="129399"/>
                  </a:lnTo>
                  <a:lnTo>
                    <a:pt x="7009843" y="129399"/>
                  </a:lnTo>
                  <a:lnTo>
                    <a:pt x="7009968" y="129399"/>
                  </a:lnTo>
                  <a:lnTo>
                    <a:pt x="7010093" y="129399"/>
                  </a:lnTo>
                  <a:lnTo>
                    <a:pt x="7010218" y="129399"/>
                  </a:lnTo>
                  <a:lnTo>
                    <a:pt x="7010343" y="129399"/>
                  </a:lnTo>
                  <a:lnTo>
                    <a:pt x="7010468" y="129399"/>
                  </a:lnTo>
                  <a:lnTo>
                    <a:pt x="7010593" y="129399"/>
                  </a:lnTo>
                  <a:lnTo>
                    <a:pt x="7010718" y="129399"/>
                  </a:lnTo>
                  <a:lnTo>
                    <a:pt x="7010843" y="129399"/>
                  </a:lnTo>
                  <a:lnTo>
                    <a:pt x="7010968" y="129399"/>
                  </a:lnTo>
                  <a:lnTo>
                    <a:pt x="7011093" y="129399"/>
                  </a:lnTo>
                  <a:lnTo>
                    <a:pt x="7011218" y="129399"/>
                  </a:lnTo>
                  <a:lnTo>
                    <a:pt x="7011343" y="129399"/>
                  </a:lnTo>
                  <a:lnTo>
                    <a:pt x="7011468" y="129399"/>
                  </a:lnTo>
                  <a:lnTo>
                    <a:pt x="7011593" y="129399"/>
                  </a:lnTo>
                  <a:lnTo>
                    <a:pt x="7011718" y="129399"/>
                  </a:lnTo>
                  <a:lnTo>
                    <a:pt x="7011844" y="129399"/>
                  </a:lnTo>
                  <a:lnTo>
                    <a:pt x="7011969" y="129399"/>
                  </a:lnTo>
                  <a:lnTo>
                    <a:pt x="7012094" y="129399"/>
                  </a:lnTo>
                  <a:lnTo>
                    <a:pt x="7012219" y="129399"/>
                  </a:lnTo>
                  <a:lnTo>
                    <a:pt x="7012344" y="129399"/>
                  </a:lnTo>
                  <a:lnTo>
                    <a:pt x="7012469" y="129399"/>
                  </a:lnTo>
                  <a:lnTo>
                    <a:pt x="7012594" y="129399"/>
                  </a:lnTo>
                  <a:lnTo>
                    <a:pt x="7012719" y="129399"/>
                  </a:lnTo>
                  <a:lnTo>
                    <a:pt x="7012844" y="129399"/>
                  </a:lnTo>
                  <a:lnTo>
                    <a:pt x="7012969" y="129399"/>
                  </a:lnTo>
                  <a:lnTo>
                    <a:pt x="7013094" y="129399"/>
                  </a:lnTo>
                  <a:lnTo>
                    <a:pt x="7013219" y="129399"/>
                  </a:lnTo>
                  <a:lnTo>
                    <a:pt x="7013344" y="129399"/>
                  </a:lnTo>
                  <a:lnTo>
                    <a:pt x="7013469" y="129399"/>
                  </a:lnTo>
                  <a:lnTo>
                    <a:pt x="7013594" y="129399"/>
                  </a:lnTo>
                  <a:lnTo>
                    <a:pt x="7013719" y="129399"/>
                  </a:lnTo>
                  <a:lnTo>
                    <a:pt x="7013844" y="129399"/>
                  </a:lnTo>
                  <a:lnTo>
                    <a:pt x="7013969" y="129399"/>
                  </a:lnTo>
                  <a:lnTo>
                    <a:pt x="7014094" y="129399"/>
                  </a:lnTo>
                  <a:lnTo>
                    <a:pt x="7014219" y="129399"/>
                  </a:lnTo>
                  <a:lnTo>
                    <a:pt x="7014344" y="129399"/>
                  </a:lnTo>
                  <a:lnTo>
                    <a:pt x="7014469" y="129399"/>
                  </a:lnTo>
                  <a:lnTo>
                    <a:pt x="7014594" y="129399"/>
                  </a:lnTo>
                  <a:lnTo>
                    <a:pt x="7014719" y="129399"/>
                  </a:lnTo>
                  <a:lnTo>
                    <a:pt x="7014845" y="129399"/>
                  </a:lnTo>
                  <a:lnTo>
                    <a:pt x="7014970" y="129399"/>
                  </a:lnTo>
                  <a:lnTo>
                    <a:pt x="7015095" y="129399"/>
                  </a:lnTo>
                  <a:lnTo>
                    <a:pt x="7015220" y="129399"/>
                  </a:lnTo>
                  <a:lnTo>
                    <a:pt x="7015345" y="129399"/>
                  </a:lnTo>
                  <a:lnTo>
                    <a:pt x="7015470" y="129399"/>
                  </a:lnTo>
                  <a:lnTo>
                    <a:pt x="7015595" y="129399"/>
                  </a:lnTo>
                  <a:lnTo>
                    <a:pt x="7015720" y="129399"/>
                  </a:lnTo>
                  <a:lnTo>
                    <a:pt x="7015845" y="129399"/>
                  </a:lnTo>
                  <a:lnTo>
                    <a:pt x="7015970" y="129399"/>
                  </a:lnTo>
                  <a:lnTo>
                    <a:pt x="7016095" y="129399"/>
                  </a:lnTo>
                  <a:lnTo>
                    <a:pt x="7016220" y="129399"/>
                  </a:lnTo>
                  <a:lnTo>
                    <a:pt x="7016345" y="129399"/>
                  </a:lnTo>
                  <a:lnTo>
                    <a:pt x="7016470" y="129399"/>
                  </a:lnTo>
                  <a:lnTo>
                    <a:pt x="7016595" y="129399"/>
                  </a:lnTo>
                  <a:lnTo>
                    <a:pt x="7016720" y="129399"/>
                  </a:lnTo>
                  <a:lnTo>
                    <a:pt x="7016845" y="129399"/>
                  </a:lnTo>
                  <a:lnTo>
                    <a:pt x="7016970" y="129399"/>
                  </a:lnTo>
                  <a:lnTo>
                    <a:pt x="7017095" y="129399"/>
                  </a:lnTo>
                  <a:lnTo>
                    <a:pt x="7017220" y="129399"/>
                  </a:lnTo>
                  <a:lnTo>
                    <a:pt x="7017345" y="129399"/>
                  </a:lnTo>
                  <a:lnTo>
                    <a:pt x="7017470" y="129399"/>
                  </a:lnTo>
                  <a:lnTo>
                    <a:pt x="7017595" y="129399"/>
                  </a:lnTo>
                  <a:lnTo>
                    <a:pt x="7017720" y="129399"/>
                  </a:lnTo>
                  <a:lnTo>
                    <a:pt x="7017846" y="129399"/>
                  </a:lnTo>
                  <a:lnTo>
                    <a:pt x="7017971" y="129399"/>
                  </a:lnTo>
                  <a:lnTo>
                    <a:pt x="7018096" y="129399"/>
                  </a:lnTo>
                  <a:lnTo>
                    <a:pt x="7018221" y="129399"/>
                  </a:lnTo>
                  <a:lnTo>
                    <a:pt x="7018346" y="129399"/>
                  </a:lnTo>
                  <a:lnTo>
                    <a:pt x="7018471" y="129399"/>
                  </a:lnTo>
                  <a:lnTo>
                    <a:pt x="7018596" y="129399"/>
                  </a:lnTo>
                  <a:lnTo>
                    <a:pt x="7018721" y="129399"/>
                  </a:lnTo>
                  <a:lnTo>
                    <a:pt x="7018846" y="129399"/>
                  </a:lnTo>
                  <a:lnTo>
                    <a:pt x="7018971" y="129399"/>
                  </a:lnTo>
                  <a:lnTo>
                    <a:pt x="7019096" y="129399"/>
                  </a:lnTo>
                  <a:lnTo>
                    <a:pt x="7019221" y="129399"/>
                  </a:lnTo>
                  <a:lnTo>
                    <a:pt x="7019346" y="129399"/>
                  </a:lnTo>
                  <a:lnTo>
                    <a:pt x="7019471" y="129399"/>
                  </a:lnTo>
                  <a:lnTo>
                    <a:pt x="7019596" y="129399"/>
                  </a:lnTo>
                  <a:lnTo>
                    <a:pt x="7019721" y="129399"/>
                  </a:lnTo>
                  <a:lnTo>
                    <a:pt x="7019846" y="129399"/>
                  </a:lnTo>
                  <a:lnTo>
                    <a:pt x="7019971" y="129399"/>
                  </a:lnTo>
                  <a:lnTo>
                    <a:pt x="7020096" y="129399"/>
                  </a:lnTo>
                  <a:lnTo>
                    <a:pt x="7020221" y="129399"/>
                  </a:lnTo>
                  <a:lnTo>
                    <a:pt x="7020346" y="129399"/>
                  </a:lnTo>
                  <a:lnTo>
                    <a:pt x="7020471" y="129399"/>
                  </a:lnTo>
                  <a:lnTo>
                    <a:pt x="7020596" y="129399"/>
                  </a:lnTo>
                  <a:lnTo>
                    <a:pt x="7020721" y="129399"/>
                  </a:lnTo>
                  <a:lnTo>
                    <a:pt x="7020847" y="129399"/>
                  </a:lnTo>
                  <a:lnTo>
                    <a:pt x="7020972" y="129399"/>
                  </a:lnTo>
                  <a:lnTo>
                    <a:pt x="7021097" y="129399"/>
                  </a:lnTo>
                  <a:lnTo>
                    <a:pt x="7021222" y="129399"/>
                  </a:lnTo>
                  <a:lnTo>
                    <a:pt x="7021347" y="129399"/>
                  </a:lnTo>
                  <a:lnTo>
                    <a:pt x="7021472" y="129399"/>
                  </a:lnTo>
                  <a:lnTo>
                    <a:pt x="7021597" y="129399"/>
                  </a:lnTo>
                  <a:lnTo>
                    <a:pt x="7021722" y="129399"/>
                  </a:lnTo>
                  <a:lnTo>
                    <a:pt x="7021847" y="129399"/>
                  </a:lnTo>
                  <a:lnTo>
                    <a:pt x="7021972" y="129399"/>
                  </a:lnTo>
                  <a:lnTo>
                    <a:pt x="7022097" y="129399"/>
                  </a:lnTo>
                  <a:lnTo>
                    <a:pt x="7022222" y="129399"/>
                  </a:lnTo>
                  <a:lnTo>
                    <a:pt x="7022347" y="129399"/>
                  </a:lnTo>
                  <a:lnTo>
                    <a:pt x="7022472" y="129399"/>
                  </a:lnTo>
                  <a:lnTo>
                    <a:pt x="7022597" y="129399"/>
                  </a:lnTo>
                  <a:lnTo>
                    <a:pt x="7022722" y="129399"/>
                  </a:lnTo>
                  <a:lnTo>
                    <a:pt x="7022847" y="129399"/>
                  </a:lnTo>
                  <a:lnTo>
                    <a:pt x="7022972" y="129399"/>
                  </a:lnTo>
                  <a:lnTo>
                    <a:pt x="7023097" y="129399"/>
                  </a:lnTo>
                  <a:lnTo>
                    <a:pt x="7023222" y="129399"/>
                  </a:lnTo>
                  <a:lnTo>
                    <a:pt x="7023347" y="129399"/>
                  </a:lnTo>
                  <a:lnTo>
                    <a:pt x="7023472" y="129399"/>
                  </a:lnTo>
                  <a:lnTo>
                    <a:pt x="7023597" y="129399"/>
                  </a:lnTo>
                  <a:lnTo>
                    <a:pt x="7023723" y="129399"/>
                  </a:lnTo>
                  <a:lnTo>
                    <a:pt x="7023848" y="129399"/>
                  </a:lnTo>
                  <a:lnTo>
                    <a:pt x="7023973" y="129399"/>
                  </a:lnTo>
                  <a:lnTo>
                    <a:pt x="7024098" y="129399"/>
                  </a:lnTo>
                  <a:lnTo>
                    <a:pt x="7024223" y="129399"/>
                  </a:lnTo>
                  <a:lnTo>
                    <a:pt x="7024348" y="129399"/>
                  </a:lnTo>
                  <a:lnTo>
                    <a:pt x="7024473" y="129399"/>
                  </a:lnTo>
                  <a:lnTo>
                    <a:pt x="7024598" y="129399"/>
                  </a:lnTo>
                  <a:lnTo>
                    <a:pt x="7024723" y="129399"/>
                  </a:lnTo>
                  <a:lnTo>
                    <a:pt x="7024848" y="129399"/>
                  </a:lnTo>
                  <a:lnTo>
                    <a:pt x="7024973" y="129399"/>
                  </a:lnTo>
                  <a:lnTo>
                    <a:pt x="7025098" y="129399"/>
                  </a:lnTo>
                  <a:lnTo>
                    <a:pt x="7025223" y="129399"/>
                  </a:lnTo>
                  <a:lnTo>
                    <a:pt x="7025348" y="129399"/>
                  </a:lnTo>
                  <a:lnTo>
                    <a:pt x="7025473" y="129399"/>
                  </a:lnTo>
                  <a:lnTo>
                    <a:pt x="7025598" y="129399"/>
                  </a:lnTo>
                  <a:lnTo>
                    <a:pt x="7025723" y="129399"/>
                  </a:lnTo>
                  <a:lnTo>
                    <a:pt x="7025848" y="129399"/>
                  </a:lnTo>
                  <a:lnTo>
                    <a:pt x="7025973" y="129399"/>
                  </a:lnTo>
                  <a:lnTo>
                    <a:pt x="7026098" y="129399"/>
                  </a:lnTo>
                  <a:lnTo>
                    <a:pt x="7026223" y="129399"/>
                  </a:lnTo>
                  <a:lnTo>
                    <a:pt x="7026348" y="129399"/>
                  </a:lnTo>
                  <a:lnTo>
                    <a:pt x="7026473" y="129399"/>
                  </a:lnTo>
                  <a:lnTo>
                    <a:pt x="7026598" y="129399"/>
                  </a:lnTo>
                  <a:lnTo>
                    <a:pt x="7026724" y="129399"/>
                  </a:lnTo>
                  <a:lnTo>
                    <a:pt x="7026849" y="129399"/>
                  </a:lnTo>
                  <a:lnTo>
                    <a:pt x="7026974" y="129399"/>
                  </a:lnTo>
                  <a:lnTo>
                    <a:pt x="7027099" y="129399"/>
                  </a:lnTo>
                  <a:lnTo>
                    <a:pt x="7027224" y="129399"/>
                  </a:lnTo>
                  <a:lnTo>
                    <a:pt x="7027349" y="129399"/>
                  </a:lnTo>
                  <a:lnTo>
                    <a:pt x="7027474" y="129399"/>
                  </a:lnTo>
                  <a:lnTo>
                    <a:pt x="7027599" y="129399"/>
                  </a:lnTo>
                  <a:lnTo>
                    <a:pt x="7027724" y="129399"/>
                  </a:lnTo>
                  <a:lnTo>
                    <a:pt x="7027849" y="129399"/>
                  </a:lnTo>
                  <a:lnTo>
                    <a:pt x="7027974" y="129399"/>
                  </a:lnTo>
                  <a:lnTo>
                    <a:pt x="7028099" y="129399"/>
                  </a:lnTo>
                  <a:lnTo>
                    <a:pt x="7028224" y="129399"/>
                  </a:lnTo>
                  <a:lnTo>
                    <a:pt x="7028349" y="129399"/>
                  </a:lnTo>
                  <a:lnTo>
                    <a:pt x="7028474" y="129399"/>
                  </a:lnTo>
                  <a:lnTo>
                    <a:pt x="7028599" y="129399"/>
                  </a:lnTo>
                  <a:lnTo>
                    <a:pt x="7028724" y="129399"/>
                  </a:lnTo>
                  <a:lnTo>
                    <a:pt x="7028849" y="129399"/>
                  </a:lnTo>
                  <a:lnTo>
                    <a:pt x="7028974" y="129399"/>
                  </a:lnTo>
                  <a:lnTo>
                    <a:pt x="7029099" y="129399"/>
                  </a:lnTo>
                  <a:lnTo>
                    <a:pt x="7029224" y="129399"/>
                  </a:lnTo>
                  <a:lnTo>
                    <a:pt x="7029349" y="129399"/>
                  </a:lnTo>
                  <a:lnTo>
                    <a:pt x="7029474" y="129399"/>
                  </a:lnTo>
                  <a:lnTo>
                    <a:pt x="7029599" y="129399"/>
                  </a:lnTo>
                  <a:lnTo>
                    <a:pt x="7029725" y="129399"/>
                  </a:lnTo>
                  <a:lnTo>
                    <a:pt x="7029850" y="129399"/>
                  </a:lnTo>
                  <a:lnTo>
                    <a:pt x="7029975" y="129399"/>
                  </a:lnTo>
                  <a:lnTo>
                    <a:pt x="7030100" y="129399"/>
                  </a:lnTo>
                  <a:lnTo>
                    <a:pt x="7030225" y="129399"/>
                  </a:lnTo>
                  <a:lnTo>
                    <a:pt x="7030350" y="129399"/>
                  </a:lnTo>
                  <a:lnTo>
                    <a:pt x="7030475" y="129399"/>
                  </a:lnTo>
                  <a:lnTo>
                    <a:pt x="7030600" y="129399"/>
                  </a:lnTo>
                  <a:lnTo>
                    <a:pt x="7030725" y="129399"/>
                  </a:lnTo>
                  <a:lnTo>
                    <a:pt x="7030850" y="129399"/>
                  </a:lnTo>
                  <a:lnTo>
                    <a:pt x="7030975" y="129399"/>
                  </a:lnTo>
                  <a:lnTo>
                    <a:pt x="7031100" y="129399"/>
                  </a:lnTo>
                  <a:lnTo>
                    <a:pt x="7031225" y="129399"/>
                  </a:lnTo>
                  <a:lnTo>
                    <a:pt x="7031350" y="129399"/>
                  </a:lnTo>
                  <a:lnTo>
                    <a:pt x="7031475" y="129399"/>
                  </a:lnTo>
                  <a:lnTo>
                    <a:pt x="7031600" y="129399"/>
                  </a:lnTo>
                  <a:lnTo>
                    <a:pt x="7031725" y="129399"/>
                  </a:lnTo>
                  <a:lnTo>
                    <a:pt x="7031850" y="129399"/>
                  </a:lnTo>
                  <a:lnTo>
                    <a:pt x="7031975" y="129399"/>
                  </a:lnTo>
                  <a:lnTo>
                    <a:pt x="7032100" y="129399"/>
                  </a:lnTo>
                  <a:lnTo>
                    <a:pt x="7032225" y="129399"/>
                  </a:lnTo>
                  <a:lnTo>
                    <a:pt x="7032350" y="129399"/>
                  </a:lnTo>
                  <a:lnTo>
                    <a:pt x="7032475" y="129399"/>
                  </a:lnTo>
                  <a:lnTo>
                    <a:pt x="7032600" y="129399"/>
                  </a:lnTo>
                  <a:lnTo>
                    <a:pt x="7032726" y="129399"/>
                  </a:lnTo>
                  <a:lnTo>
                    <a:pt x="7032851" y="129399"/>
                  </a:lnTo>
                  <a:lnTo>
                    <a:pt x="7032976" y="129399"/>
                  </a:lnTo>
                  <a:lnTo>
                    <a:pt x="7033101" y="129399"/>
                  </a:lnTo>
                  <a:lnTo>
                    <a:pt x="7033226" y="129399"/>
                  </a:lnTo>
                  <a:lnTo>
                    <a:pt x="7033351" y="129399"/>
                  </a:lnTo>
                  <a:lnTo>
                    <a:pt x="7033476" y="129399"/>
                  </a:lnTo>
                  <a:lnTo>
                    <a:pt x="7033601" y="129399"/>
                  </a:lnTo>
                  <a:lnTo>
                    <a:pt x="7033726" y="129399"/>
                  </a:lnTo>
                  <a:lnTo>
                    <a:pt x="7033851" y="129399"/>
                  </a:lnTo>
                  <a:lnTo>
                    <a:pt x="7033976" y="129399"/>
                  </a:lnTo>
                  <a:lnTo>
                    <a:pt x="7034101" y="129399"/>
                  </a:lnTo>
                  <a:lnTo>
                    <a:pt x="7034226" y="129399"/>
                  </a:lnTo>
                  <a:lnTo>
                    <a:pt x="7034351" y="129399"/>
                  </a:lnTo>
                  <a:lnTo>
                    <a:pt x="7034476" y="129399"/>
                  </a:lnTo>
                  <a:lnTo>
                    <a:pt x="7034601" y="129399"/>
                  </a:lnTo>
                  <a:lnTo>
                    <a:pt x="7034726" y="129399"/>
                  </a:lnTo>
                  <a:lnTo>
                    <a:pt x="7034851" y="129399"/>
                  </a:lnTo>
                  <a:lnTo>
                    <a:pt x="7034976" y="129399"/>
                  </a:lnTo>
                  <a:lnTo>
                    <a:pt x="7035101" y="129399"/>
                  </a:lnTo>
                  <a:lnTo>
                    <a:pt x="7035226" y="129399"/>
                  </a:lnTo>
                  <a:lnTo>
                    <a:pt x="7035351" y="129399"/>
                  </a:lnTo>
                  <a:lnTo>
                    <a:pt x="7035476" y="129399"/>
                  </a:lnTo>
                  <a:lnTo>
                    <a:pt x="7035601" y="129399"/>
                  </a:lnTo>
                  <a:lnTo>
                    <a:pt x="7035727" y="129399"/>
                  </a:lnTo>
                  <a:lnTo>
                    <a:pt x="7035852" y="129399"/>
                  </a:lnTo>
                  <a:lnTo>
                    <a:pt x="7035977" y="129399"/>
                  </a:lnTo>
                  <a:lnTo>
                    <a:pt x="7036102" y="129399"/>
                  </a:lnTo>
                  <a:lnTo>
                    <a:pt x="7036227" y="129399"/>
                  </a:lnTo>
                  <a:lnTo>
                    <a:pt x="7036352" y="129399"/>
                  </a:lnTo>
                  <a:lnTo>
                    <a:pt x="7036477" y="129399"/>
                  </a:lnTo>
                  <a:lnTo>
                    <a:pt x="7036602" y="129399"/>
                  </a:lnTo>
                  <a:lnTo>
                    <a:pt x="7036727" y="129399"/>
                  </a:lnTo>
                  <a:lnTo>
                    <a:pt x="7036852" y="129399"/>
                  </a:lnTo>
                  <a:lnTo>
                    <a:pt x="7036977" y="129399"/>
                  </a:lnTo>
                  <a:lnTo>
                    <a:pt x="7037102" y="129399"/>
                  </a:lnTo>
                  <a:lnTo>
                    <a:pt x="7037227" y="129399"/>
                  </a:lnTo>
                  <a:lnTo>
                    <a:pt x="7037352" y="129399"/>
                  </a:lnTo>
                  <a:lnTo>
                    <a:pt x="7037477" y="129399"/>
                  </a:lnTo>
                  <a:lnTo>
                    <a:pt x="7037602" y="129399"/>
                  </a:lnTo>
                  <a:lnTo>
                    <a:pt x="7037727" y="129399"/>
                  </a:lnTo>
                  <a:lnTo>
                    <a:pt x="7037852" y="129399"/>
                  </a:lnTo>
                  <a:lnTo>
                    <a:pt x="7037977" y="129399"/>
                  </a:lnTo>
                  <a:lnTo>
                    <a:pt x="7038102" y="129399"/>
                  </a:lnTo>
                  <a:lnTo>
                    <a:pt x="7038227" y="129399"/>
                  </a:lnTo>
                  <a:lnTo>
                    <a:pt x="7038352" y="129399"/>
                  </a:lnTo>
                  <a:lnTo>
                    <a:pt x="7038477" y="129399"/>
                  </a:lnTo>
                  <a:lnTo>
                    <a:pt x="7038602" y="129399"/>
                  </a:lnTo>
                  <a:lnTo>
                    <a:pt x="7038728" y="129399"/>
                  </a:lnTo>
                  <a:lnTo>
                    <a:pt x="7038853" y="129399"/>
                  </a:lnTo>
                  <a:lnTo>
                    <a:pt x="7038978" y="129399"/>
                  </a:lnTo>
                  <a:lnTo>
                    <a:pt x="7039103" y="129399"/>
                  </a:lnTo>
                  <a:lnTo>
                    <a:pt x="7039228" y="129399"/>
                  </a:lnTo>
                  <a:lnTo>
                    <a:pt x="7039353" y="129399"/>
                  </a:lnTo>
                  <a:lnTo>
                    <a:pt x="7039478" y="129399"/>
                  </a:lnTo>
                  <a:lnTo>
                    <a:pt x="7039603" y="129399"/>
                  </a:lnTo>
                  <a:lnTo>
                    <a:pt x="7039728" y="129399"/>
                  </a:lnTo>
                  <a:lnTo>
                    <a:pt x="7039853" y="129399"/>
                  </a:lnTo>
                  <a:lnTo>
                    <a:pt x="7039978" y="129399"/>
                  </a:lnTo>
                  <a:lnTo>
                    <a:pt x="7040103" y="129399"/>
                  </a:lnTo>
                  <a:lnTo>
                    <a:pt x="7040228" y="129399"/>
                  </a:lnTo>
                  <a:lnTo>
                    <a:pt x="7040353" y="129399"/>
                  </a:lnTo>
                  <a:lnTo>
                    <a:pt x="7040478" y="129399"/>
                  </a:lnTo>
                  <a:lnTo>
                    <a:pt x="7040603" y="129399"/>
                  </a:lnTo>
                  <a:lnTo>
                    <a:pt x="7040728" y="129399"/>
                  </a:lnTo>
                  <a:lnTo>
                    <a:pt x="7040853" y="129399"/>
                  </a:lnTo>
                  <a:lnTo>
                    <a:pt x="7040978" y="129399"/>
                  </a:lnTo>
                  <a:lnTo>
                    <a:pt x="7041103" y="129399"/>
                  </a:lnTo>
                  <a:lnTo>
                    <a:pt x="7041228" y="129399"/>
                  </a:lnTo>
                  <a:lnTo>
                    <a:pt x="7041353" y="129399"/>
                  </a:lnTo>
                  <a:lnTo>
                    <a:pt x="7041478" y="129399"/>
                  </a:lnTo>
                  <a:lnTo>
                    <a:pt x="7041603" y="129399"/>
                  </a:lnTo>
                  <a:lnTo>
                    <a:pt x="7041729" y="129399"/>
                  </a:lnTo>
                  <a:lnTo>
                    <a:pt x="7041854" y="129399"/>
                  </a:lnTo>
                  <a:lnTo>
                    <a:pt x="7041979" y="129399"/>
                  </a:lnTo>
                  <a:lnTo>
                    <a:pt x="7042104" y="129399"/>
                  </a:lnTo>
                  <a:lnTo>
                    <a:pt x="7042229" y="129399"/>
                  </a:lnTo>
                  <a:lnTo>
                    <a:pt x="7042354" y="129399"/>
                  </a:lnTo>
                  <a:lnTo>
                    <a:pt x="7042479" y="129399"/>
                  </a:lnTo>
                  <a:lnTo>
                    <a:pt x="7042604" y="129399"/>
                  </a:lnTo>
                  <a:lnTo>
                    <a:pt x="7042729" y="129399"/>
                  </a:lnTo>
                  <a:lnTo>
                    <a:pt x="7042854" y="129399"/>
                  </a:lnTo>
                  <a:lnTo>
                    <a:pt x="7042979" y="129399"/>
                  </a:lnTo>
                  <a:lnTo>
                    <a:pt x="7043104" y="129399"/>
                  </a:lnTo>
                  <a:lnTo>
                    <a:pt x="7043229" y="129399"/>
                  </a:lnTo>
                  <a:lnTo>
                    <a:pt x="7043354" y="129399"/>
                  </a:lnTo>
                  <a:lnTo>
                    <a:pt x="7043479" y="129399"/>
                  </a:lnTo>
                  <a:lnTo>
                    <a:pt x="7043604" y="129399"/>
                  </a:lnTo>
                  <a:lnTo>
                    <a:pt x="7043729" y="129399"/>
                  </a:lnTo>
                  <a:lnTo>
                    <a:pt x="7043854" y="129399"/>
                  </a:lnTo>
                  <a:lnTo>
                    <a:pt x="7043979" y="129399"/>
                  </a:lnTo>
                  <a:lnTo>
                    <a:pt x="7044104" y="129399"/>
                  </a:lnTo>
                  <a:lnTo>
                    <a:pt x="7044229" y="129399"/>
                  </a:lnTo>
                  <a:lnTo>
                    <a:pt x="7044354" y="129399"/>
                  </a:lnTo>
                  <a:lnTo>
                    <a:pt x="7044479" y="129399"/>
                  </a:lnTo>
                  <a:lnTo>
                    <a:pt x="7044604" y="129399"/>
                  </a:lnTo>
                  <a:lnTo>
                    <a:pt x="7044730" y="129399"/>
                  </a:lnTo>
                  <a:lnTo>
                    <a:pt x="7044855" y="129399"/>
                  </a:lnTo>
                  <a:lnTo>
                    <a:pt x="7044980" y="129399"/>
                  </a:lnTo>
                  <a:lnTo>
                    <a:pt x="7045105" y="129399"/>
                  </a:lnTo>
                  <a:lnTo>
                    <a:pt x="7045230" y="129399"/>
                  </a:lnTo>
                  <a:lnTo>
                    <a:pt x="7045355" y="129399"/>
                  </a:lnTo>
                  <a:lnTo>
                    <a:pt x="7045480" y="129399"/>
                  </a:lnTo>
                  <a:lnTo>
                    <a:pt x="7045605" y="129399"/>
                  </a:lnTo>
                  <a:lnTo>
                    <a:pt x="7045730" y="129399"/>
                  </a:lnTo>
                  <a:lnTo>
                    <a:pt x="7045855" y="129399"/>
                  </a:lnTo>
                  <a:lnTo>
                    <a:pt x="7045980" y="129399"/>
                  </a:lnTo>
                  <a:lnTo>
                    <a:pt x="7046105" y="129399"/>
                  </a:lnTo>
                  <a:lnTo>
                    <a:pt x="7046230" y="129399"/>
                  </a:lnTo>
                  <a:lnTo>
                    <a:pt x="7046355" y="129399"/>
                  </a:lnTo>
                  <a:lnTo>
                    <a:pt x="7046480" y="129399"/>
                  </a:lnTo>
                  <a:lnTo>
                    <a:pt x="7046605" y="129399"/>
                  </a:lnTo>
                  <a:lnTo>
                    <a:pt x="7046730" y="129399"/>
                  </a:lnTo>
                  <a:lnTo>
                    <a:pt x="7046855" y="129399"/>
                  </a:lnTo>
                  <a:lnTo>
                    <a:pt x="7046980" y="129399"/>
                  </a:lnTo>
                  <a:lnTo>
                    <a:pt x="7047105" y="129399"/>
                  </a:lnTo>
                  <a:lnTo>
                    <a:pt x="7047230" y="129399"/>
                  </a:lnTo>
                  <a:lnTo>
                    <a:pt x="7047355" y="129399"/>
                  </a:lnTo>
                  <a:lnTo>
                    <a:pt x="7047480" y="129399"/>
                  </a:lnTo>
                  <a:lnTo>
                    <a:pt x="7047605" y="129399"/>
                  </a:lnTo>
                  <a:lnTo>
                    <a:pt x="7047731" y="129399"/>
                  </a:lnTo>
                  <a:lnTo>
                    <a:pt x="7047856" y="129399"/>
                  </a:lnTo>
                  <a:lnTo>
                    <a:pt x="7047981" y="129399"/>
                  </a:lnTo>
                  <a:lnTo>
                    <a:pt x="7048106" y="129399"/>
                  </a:lnTo>
                  <a:lnTo>
                    <a:pt x="7048231" y="129399"/>
                  </a:lnTo>
                  <a:lnTo>
                    <a:pt x="7048356" y="129399"/>
                  </a:lnTo>
                  <a:lnTo>
                    <a:pt x="7048481" y="129399"/>
                  </a:lnTo>
                  <a:lnTo>
                    <a:pt x="7048606" y="129399"/>
                  </a:lnTo>
                  <a:lnTo>
                    <a:pt x="7048731" y="129399"/>
                  </a:lnTo>
                  <a:lnTo>
                    <a:pt x="7048856" y="129399"/>
                  </a:lnTo>
                  <a:lnTo>
                    <a:pt x="7048981" y="129399"/>
                  </a:lnTo>
                  <a:lnTo>
                    <a:pt x="7049106" y="129399"/>
                  </a:lnTo>
                  <a:lnTo>
                    <a:pt x="7049231" y="129399"/>
                  </a:lnTo>
                  <a:lnTo>
                    <a:pt x="7049356" y="129399"/>
                  </a:lnTo>
                  <a:lnTo>
                    <a:pt x="7049481" y="129399"/>
                  </a:lnTo>
                  <a:lnTo>
                    <a:pt x="7049606" y="129399"/>
                  </a:lnTo>
                  <a:lnTo>
                    <a:pt x="7049731" y="129399"/>
                  </a:lnTo>
                  <a:lnTo>
                    <a:pt x="7049856" y="129399"/>
                  </a:lnTo>
                  <a:lnTo>
                    <a:pt x="7049981" y="129399"/>
                  </a:lnTo>
                  <a:lnTo>
                    <a:pt x="7050106" y="129399"/>
                  </a:lnTo>
                  <a:lnTo>
                    <a:pt x="7050231" y="129399"/>
                  </a:lnTo>
                  <a:lnTo>
                    <a:pt x="7050356" y="129399"/>
                  </a:lnTo>
                  <a:lnTo>
                    <a:pt x="7050481" y="129399"/>
                  </a:lnTo>
                  <a:lnTo>
                    <a:pt x="7050606" y="129399"/>
                  </a:lnTo>
                  <a:lnTo>
                    <a:pt x="7050732" y="129399"/>
                  </a:lnTo>
                  <a:lnTo>
                    <a:pt x="7050857" y="129399"/>
                  </a:lnTo>
                  <a:lnTo>
                    <a:pt x="7050982" y="129399"/>
                  </a:lnTo>
                  <a:lnTo>
                    <a:pt x="7051107" y="129399"/>
                  </a:lnTo>
                  <a:lnTo>
                    <a:pt x="7051232" y="129399"/>
                  </a:lnTo>
                  <a:lnTo>
                    <a:pt x="7051357" y="129399"/>
                  </a:lnTo>
                  <a:lnTo>
                    <a:pt x="7051482" y="129399"/>
                  </a:lnTo>
                  <a:lnTo>
                    <a:pt x="7051607" y="129399"/>
                  </a:lnTo>
                  <a:lnTo>
                    <a:pt x="7051732" y="129399"/>
                  </a:lnTo>
                  <a:lnTo>
                    <a:pt x="7051857" y="129399"/>
                  </a:lnTo>
                  <a:lnTo>
                    <a:pt x="7051982" y="129399"/>
                  </a:lnTo>
                  <a:lnTo>
                    <a:pt x="7052107" y="129399"/>
                  </a:lnTo>
                  <a:lnTo>
                    <a:pt x="7052232" y="129399"/>
                  </a:lnTo>
                  <a:lnTo>
                    <a:pt x="7052357" y="129399"/>
                  </a:lnTo>
                  <a:lnTo>
                    <a:pt x="7052482" y="129399"/>
                  </a:lnTo>
                  <a:lnTo>
                    <a:pt x="7052607" y="129399"/>
                  </a:lnTo>
                  <a:lnTo>
                    <a:pt x="7052732" y="129399"/>
                  </a:lnTo>
                  <a:lnTo>
                    <a:pt x="7052857" y="129399"/>
                  </a:lnTo>
                  <a:lnTo>
                    <a:pt x="7052982" y="129399"/>
                  </a:lnTo>
                  <a:lnTo>
                    <a:pt x="7053107" y="129399"/>
                  </a:lnTo>
                  <a:lnTo>
                    <a:pt x="7053232" y="129399"/>
                  </a:lnTo>
                  <a:lnTo>
                    <a:pt x="7053357" y="129399"/>
                  </a:lnTo>
                  <a:lnTo>
                    <a:pt x="7053482" y="129399"/>
                  </a:lnTo>
                  <a:lnTo>
                    <a:pt x="7053607" y="129399"/>
                  </a:lnTo>
                  <a:lnTo>
                    <a:pt x="7053733" y="129399"/>
                  </a:lnTo>
                  <a:lnTo>
                    <a:pt x="7053858" y="129399"/>
                  </a:lnTo>
                  <a:lnTo>
                    <a:pt x="7053983" y="129399"/>
                  </a:lnTo>
                  <a:lnTo>
                    <a:pt x="7054108" y="129399"/>
                  </a:lnTo>
                  <a:lnTo>
                    <a:pt x="7054233" y="129399"/>
                  </a:lnTo>
                  <a:lnTo>
                    <a:pt x="7054358" y="129399"/>
                  </a:lnTo>
                  <a:lnTo>
                    <a:pt x="7054483" y="129399"/>
                  </a:lnTo>
                  <a:lnTo>
                    <a:pt x="7054608" y="129399"/>
                  </a:lnTo>
                  <a:lnTo>
                    <a:pt x="7054733" y="129399"/>
                  </a:lnTo>
                  <a:lnTo>
                    <a:pt x="7054858" y="129399"/>
                  </a:lnTo>
                  <a:lnTo>
                    <a:pt x="7054983" y="129399"/>
                  </a:lnTo>
                  <a:lnTo>
                    <a:pt x="7055108" y="129399"/>
                  </a:lnTo>
                  <a:lnTo>
                    <a:pt x="7055233" y="129399"/>
                  </a:lnTo>
                  <a:lnTo>
                    <a:pt x="7055358" y="129399"/>
                  </a:lnTo>
                  <a:lnTo>
                    <a:pt x="7055483" y="129399"/>
                  </a:lnTo>
                  <a:lnTo>
                    <a:pt x="7055608" y="129399"/>
                  </a:lnTo>
                  <a:lnTo>
                    <a:pt x="7055733" y="129399"/>
                  </a:lnTo>
                  <a:lnTo>
                    <a:pt x="7055858" y="129399"/>
                  </a:lnTo>
                  <a:lnTo>
                    <a:pt x="7055983" y="129399"/>
                  </a:lnTo>
                  <a:lnTo>
                    <a:pt x="7056108" y="129399"/>
                  </a:lnTo>
                  <a:lnTo>
                    <a:pt x="7056233" y="129399"/>
                  </a:lnTo>
                  <a:lnTo>
                    <a:pt x="7056358" y="129399"/>
                  </a:lnTo>
                  <a:lnTo>
                    <a:pt x="7056483" y="129399"/>
                  </a:lnTo>
                  <a:lnTo>
                    <a:pt x="7056608" y="129399"/>
                  </a:lnTo>
                  <a:lnTo>
                    <a:pt x="7056734" y="129399"/>
                  </a:lnTo>
                  <a:lnTo>
                    <a:pt x="7056859" y="129399"/>
                  </a:lnTo>
                  <a:lnTo>
                    <a:pt x="7056984" y="129399"/>
                  </a:lnTo>
                  <a:lnTo>
                    <a:pt x="7057109" y="129399"/>
                  </a:lnTo>
                  <a:lnTo>
                    <a:pt x="7057234" y="129399"/>
                  </a:lnTo>
                  <a:lnTo>
                    <a:pt x="7057359" y="129399"/>
                  </a:lnTo>
                  <a:lnTo>
                    <a:pt x="7057484" y="129399"/>
                  </a:lnTo>
                  <a:lnTo>
                    <a:pt x="7057609" y="129399"/>
                  </a:lnTo>
                  <a:lnTo>
                    <a:pt x="7057734" y="129399"/>
                  </a:lnTo>
                  <a:lnTo>
                    <a:pt x="7057859" y="129399"/>
                  </a:lnTo>
                  <a:lnTo>
                    <a:pt x="7057984" y="129399"/>
                  </a:lnTo>
                  <a:lnTo>
                    <a:pt x="7058109" y="129399"/>
                  </a:lnTo>
                  <a:lnTo>
                    <a:pt x="7058234" y="129399"/>
                  </a:lnTo>
                  <a:lnTo>
                    <a:pt x="7058359" y="129399"/>
                  </a:lnTo>
                  <a:lnTo>
                    <a:pt x="7058484" y="129399"/>
                  </a:lnTo>
                  <a:lnTo>
                    <a:pt x="7058609" y="129399"/>
                  </a:lnTo>
                  <a:lnTo>
                    <a:pt x="7058734" y="129399"/>
                  </a:lnTo>
                  <a:lnTo>
                    <a:pt x="7058859" y="129399"/>
                  </a:lnTo>
                  <a:lnTo>
                    <a:pt x="7058984" y="129399"/>
                  </a:lnTo>
                  <a:lnTo>
                    <a:pt x="7059109" y="129399"/>
                  </a:lnTo>
                  <a:lnTo>
                    <a:pt x="7059234" y="129399"/>
                  </a:lnTo>
                  <a:lnTo>
                    <a:pt x="7059359" y="129399"/>
                  </a:lnTo>
                  <a:lnTo>
                    <a:pt x="7059484" y="129399"/>
                  </a:lnTo>
                  <a:lnTo>
                    <a:pt x="7059609" y="129399"/>
                  </a:lnTo>
                  <a:lnTo>
                    <a:pt x="7059735" y="129399"/>
                  </a:lnTo>
                  <a:lnTo>
                    <a:pt x="7059860" y="129399"/>
                  </a:lnTo>
                  <a:lnTo>
                    <a:pt x="7059985" y="129399"/>
                  </a:lnTo>
                  <a:lnTo>
                    <a:pt x="7060110" y="129399"/>
                  </a:lnTo>
                  <a:lnTo>
                    <a:pt x="7060235" y="129399"/>
                  </a:lnTo>
                  <a:lnTo>
                    <a:pt x="7060360" y="129399"/>
                  </a:lnTo>
                  <a:lnTo>
                    <a:pt x="7060485" y="129399"/>
                  </a:lnTo>
                  <a:lnTo>
                    <a:pt x="7060610" y="129399"/>
                  </a:lnTo>
                  <a:lnTo>
                    <a:pt x="7060735" y="129399"/>
                  </a:lnTo>
                  <a:lnTo>
                    <a:pt x="7060860" y="129399"/>
                  </a:lnTo>
                  <a:lnTo>
                    <a:pt x="7060985" y="129399"/>
                  </a:lnTo>
                  <a:lnTo>
                    <a:pt x="7061110" y="129399"/>
                  </a:lnTo>
                  <a:lnTo>
                    <a:pt x="7061235" y="129399"/>
                  </a:lnTo>
                  <a:lnTo>
                    <a:pt x="7061360" y="129399"/>
                  </a:lnTo>
                  <a:lnTo>
                    <a:pt x="7061485" y="129399"/>
                  </a:lnTo>
                  <a:lnTo>
                    <a:pt x="7061610" y="129399"/>
                  </a:lnTo>
                  <a:lnTo>
                    <a:pt x="7061735" y="129399"/>
                  </a:lnTo>
                  <a:lnTo>
                    <a:pt x="7061860" y="129399"/>
                  </a:lnTo>
                  <a:lnTo>
                    <a:pt x="7061985" y="129399"/>
                  </a:lnTo>
                  <a:lnTo>
                    <a:pt x="7062110" y="129399"/>
                  </a:lnTo>
                  <a:lnTo>
                    <a:pt x="7062235" y="129399"/>
                  </a:lnTo>
                  <a:lnTo>
                    <a:pt x="7062360" y="129399"/>
                  </a:lnTo>
                  <a:lnTo>
                    <a:pt x="7062485" y="129399"/>
                  </a:lnTo>
                  <a:lnTo>
                    <a:pt x="7062611" y="129399"/>
                  </a:lnTo>
                  <a:lnTo>
                    <a:pt x="7062736" y="129399"/>
                  </a:lnTo>
                  <a:lnTo>
                    <a:pt x="7062861" y="129399"/>
                  </a:lnTo>
                  <a:lnTo>
                    <a:pt x="7062986" y="129399"/>
                  </a:lnTo>
                  <a:lnTo>
                    <a:pt x="7063111" y="129399"/>
                  </a:lnTo>
                  <a:lnTo>
                    <a:pt x="7063236" y="129399"/>
                  </a:lnTo>
                  <a:lnTo>
                    <a:pt x="7063361" y="129399"/>
                  </a:lnTo>
                  <a:lnTo>
                    <a:pt x="7063486" y="129399"/>
                  </a:lnTo>
                  <a:lnTo>
                    <a:pt x="7063611" y="129399"/>
                  </a:lnTo>
                  <a:lnTo>
                    <a:pt x="7063736" y="129399"/>
                  </a:lnTo>
                  <a:lnTo>
                    <a:pt x="7063861" y="129399"/>
                  </a:lnTo>
                  <a:lnTo>
                    <a:pt x="7063986" y="129399"/>
                  </a:lnTo>
                  <a:lnTo>
                    <a:pt x="7064111" y="129399"/>
                  </a:lnTo>
                  <a:lnTo>
                    <a:pt x="7064236" y="129399"/>
                  </a:lnTo>
                  <a:lnTo>
                    <a:pt x="7064361" y="129399"/>
                  </a:lnTo>
                  <a:lnTo>
                    <a:pt x="7064486" y="129399"/>
                  </a:lnTo>
                  <a:lnTo>
                    <a:pt x="7064611" y="129399"/>
                  </a:lnTo>
                  <a:lnTo>
                    <a:pt x="7064736" y="129399"/>
                  </a:lnTo>
                  <a:lnTo>
                    <a:pt x="7064861" y="129399"/>
                  </a:lnTo>
                  <a:lnTo>
                    <a:pt x="7064986" y="129399"/>
                  </a:lnTo>
                  <a:lnTo>
                    <a:pt x="7065111" y="129399"/>
                  </a:lnTo>
                  <a:lnTo>
                    <a:pt x="7065236" y="129399"/>
                  </a:lnTo>
                  <a:lnTo>
                    <a:pt x="7065361" y="129399"/>
                  </a:lnTo>
                  <a:lnTo>
                    <a:pt x="7065486" y="129399"/>
                  </a:lnTo>
                  <a:lnTo>
                    <a:pt x="7065612" y="129399"/>
                  </a:lnTo>
                  <a:lnTo>
                    <a:pt x="7065737" y="129399"/>
                  </a:lnTo>
                  <a:lnTo>
                    <a:pt x="7065862" y="129399"/>
                  </a:lnTo>
                  <a:lnTo>
                    <a:pt x="7065987" y="129399"/>
                  </a:lnTo>
                  <a:lnTo>
                    <a:pt x="7066112" y="129399"/>
                  </a:lnTo>
                  <a:lnTo>
                    <a:pt x="7066237" y="129399"/>
                  </a:lnTo>
                  <a:lnTo>
                    <a:pt x="7066362" y="129399"/>
                  </a:lnTo>
                  <a:lnTo>
                    <a:pt x="7066487" y="129399"/>
                  </a:lnTo>
                  <a:lnTo>
                    <a:pt x="7066612" y="129399"/>
                  </a:lnTo>
                  <a:lnTo>
                    <a:pt x="7066737" y="129399"/>
                  </a:lnTo>
                  <a:lnTo>
                    <a:pt x="7066862" y="129399"/>
                  </a:lnTo>
                  <a:lnTo>
                    <a:pt x="7066987" y="129399"/>
                  </a:lnTo>
                  <a:lnTo>
                    <a:pt x="7067112" y="129399"/>
                  </a:lnTo>
                  <a:lnTo>
                    <a:pt x="7067237" y="129399"/>
                  </a:lnTo>
                  <a:lnTo>
                    <a:pt x="7067362" y="129399"/>
                  </a:lnTo>
                  <a:lnTo>
                    <a:pt x="7067487" y="129399"/>
                  </a:lnTo>
                  <a:lnTo>
                    <a:pt x="7067612" y="129399"/>
                  </a:lnTo>
                  <a:lnTo>
                    <a:pt x="7067737" y="129399"/>
                  </a:lnTo>
                  <a:lnTo>
                    <a:pt x="7067862" y="129399"/>
                  </a:lnTo>
                  <a:lnTo>
                    <a:pt x="7067987" y="129399"/>
                  </a:lnTo>
                  <a:lnTo>
                    <a:pt x="7068112" y="129399"/>
                  </a:lnTo>
                  <a:lnTo>
                    <a:pt x="7068237" y="129399"/>
                  </a:lnTo>
                  <a:lnTo>
                    <a:pt x="7068362" y="129399"/>
                  </a:lnTo>
                  <a:lnTo>
                    <a:pt x="7068487" y="129399"/>
                  </a:lnTo>
                  <a:lnTo>
                    <a:pt x="7068613" y="129399"/>
                  </a:lnTo>
                  <a:lnTo>
                    <a:pt x="7068738" y="129399"/>
                  </a:lnTo>
                  <a:lnTo>
                    <a:pt x="7068863" y="129399"/>
                  </a:lnTo>
                  <a:lnTo>
                    <a:pt x="7068988" y="129399"/>
                  </a:lnTo>
                  <a:lnTo>
                    <a:pt x="7069113" y="129399"/>
                  </a:lnTo>
                  <a:lnTo>
                    <a:pt x="7069238" y="129399"/>
                  </a:lnTo>
                  <a:lnTo>
                    <a:pt x="7069363" y="129399"/>
                  </a:lnTo>
                  <a:lnTo>
                    <a:pt x="7069488" y="129399"/>
                  </a:lnTo>
                  <a:lnTo>
                    <a:pt x="7069613" y="129399"/>
                  </a:lnTo>
                  <a:lnTo>
                    <a:pt x="7069738" y="129399"/>
                  </a:lnTo>
                  <a:lnTo>
                    <a:pt x="7069863" y="129399"/>
                  </a:lnTo>
                  <a:lnTo>
                    <a:pt x="7069988" y="129399"/>
                  </a:lnTo>
                  <a:lnTo>
                    <a:pt x="7070113" y="129399"/>
                  </a:lnTo>
                  <a:lnTo>
                    <a:pt x="7070238" y="129399"/>
                  </a:lnTo>
                  <a:lnTo>
                    <a:pt x="7070363" y="129399"/>
                  </a:lnTo>
                  <a:lnTo>
                    <a:pt x="7070488" y="129399"/>
                  </a:lnTo>
                  <a:lnTo>
                    <a:pt x="7070613" y="129399"/>
                  </a:lnTo>
                  <a:lnTo>
                    <a:pt x="7070738" y="129399"/>
                  </a:lnTo>
                  <a:lnTo>
                    <a:pt x="7070863" y="129399"/>
                  </a:lnTo>
                  <a:lnTo>
                    <a:pt x="7070988" y="129399"/>
                  </a:lnTo>
                  <a:lnTo>
                    <a:pt x="7071113" y="129399"/>
                  </a:lnTo>
                  <a:lnTo>
                    <a:pt x="7071238" y="129399"/>
                  </a:lnTo>
                  <a:lnTo>
                    <a:pt x="7071363" y="129399"/>
                  </a:lnTo>
                  <a:lnTo>
                    <a:pt x="7071488" y="129399"/>
                  </a:lnTo>
                  <a:lnTo>
                    <a:pt x="7071614" y="129399"/>
                  </a:lnTo>
                  <a:lnTo>
                    <a:pt x="7071739" y="129399"/>
                  </a:lnTo>
                  <a:lnTo>
                    <a:pt x="7071864" y="129399"/>
                  </a:lnTo>
                  <a:lnTo>
                    <a:pt x="7071989" y="129399"/>
                  </a:lnTo>
                  <a:lnTo>
                    <a:pt x="7072114" y="129399"/>
                  </a:lnTo>
                  <a:lnTo>
                    <a:pt x="7072239" y="129399"/>
                  </a:lnTo>
                  <a:lnTo>
                    <a:pt x="7072364" y="129399"/>
                  </a:lnTo>
                  <a:lnTo>
                    <a:pt x="7072489" y="129399"/>
                  </a:lnTo>
                  <a:lnTo>
                    <a:pt x="7072614" y="129399"/>
                  </a:lnTo>
                  <a:lnTo>
                    <a:pt x="7072739" y="129399"/>
                  </a:lnTo>
                  <a:lnTo>
                    <a:pt x="7072864" y="129399"/>
                  </a:lnTo>
                  <a:lnTo>
                    <a:pt x="7072989" y="129399"/>
                  </a:lnTo>
                  <a:lnTo>
                    <a:pt x="7073114" y="129399"/>
                  </a:lnTo>
                  <a:lnTo>
                    <a:pt x="7073239" y="129399"/>
                  </a:lnTo>
                  <a:lnTo>
                    <a:pt x="7073364" y="129399"/>
                  </a:lnTo>
                  <a:lnTo>
                    <a:pt x="7073489" y="129399"/>
                  </a:lnTo>
                  <a:lnTo>
                    <a:pt x="7073614" y="129399"/>
                  </a:lnTo>
                  <a:lnTo>
                    <a:pt x="7073739" y="129399"/>
                  </a:lnTo>
                  <a:lnTo>
                    <a:pt x="7073864" y="129399"/>
                  </a:lnTo>
                  <a:lnTo>
                    <a:pt x="7073989" y="129399"/>
                  </a:lnTo>
                  <a:lnTo>
                    <a:pt x="7074114" y="129399"/>
                  </a:lnTo>
                  <a:lnTo>
                    <a:pt x="7074239" y="129399"/>
                  </a:lnTo>
                  <a:lnTo>
                    <a:pt x="7074364" y="129399"/>
                  </a:lnTo>
                  <a:lnTo>
                    <a:pt x="7074489" y="129399"/>
                  </a:lnTo>
                  <a:lnTo>
                    <a:pt x="7074615" y="129399"/>
                  </a:lnTo>
                  <a:lnTo>
                    <a:pt x="7074740" y="129399"/>
                  </a:lnTo>
                  <a:lnTo>
                    <a:pt x="7074865" y="129399"/>
                  </a:lnTo>
                  <a:lnTo>
                    <a:pt x="7074990" y="129399"/>
                  </a:lnTo>
                  <a:lnTo>
                    <a:pt x="7075115" y="129399"/>
                  </a:lnTo>
                  <a:lnTo>
                    <a:pt x="7075240" y="129399"/>
                  </a:lnTo>
                  <a:lnTo>
                    <a:pt x="7075365" y="129399"/>
                  </a:lnTo>
                  <a:lnTo>
                    <a:pt x="7075490" y="129399"/>
                  </a:lnTo>
                  <a:lnTo>
                    <a:pt x="7075615" y="129399"/>
                  </a:lnTo>
                  <a:lnTo>
                    <a:pt x="7075740" y="129399"/>
                  </a:lnTo>
                  <a:lnTo>
                    <a:pt x="7075865" y="129399"/>
                  </a:lnTo>
                  <a:lnTo>
                    <a:pt x="7075990" y="129399"/>
                  </a:lnTo>
                  <a:lnTo>
                    <a:pt x="7076115" y="129399"/>
                  </a:lnTo>
                  <a:lnTo>
                    <a:pt x="7076240" y="129399"/>
                  </a:lnTo>
                  <a:lnTo>
                    <a:pt x="7076365" y="129399"/>
                  </a:lnTo>
                  <a:lnTo>
                    <a:pt x="7076490" y="129399"/>
                  </a:lnTo>
                  <a:lnTo>
                    <a:pt x="7076615" y="129399"/>
                  </a:lnTo>
                  <a:lnTo>
                    <a:pt x="7076740" y="129399"/>
                  </a:lnTo>
                  <a:lnTo>
                    <a:pt x="7076865" y="129399"/>
                  </a:lnTo>
                  <a:lnTo>
                    <a:pt x="7076990" y="129399"/>
                  </a:lnTo>
                  <a:lnTo>
                    <a:pt x="7077115" y="129399"/>
                  </a:lnTo>
                  <a:lnTo>
                    <a:pt x="7077240" y="129399"/>
                  </a:lnTo>
                  <a:lnTo>
                    <a:pt x="7077365" y="129399"/>
                  </a:lnTo>
                  <a:lnTo>
                    <a:pt x="7077490" y="129399"/>
                  </a:lnTo>
                  <a:lnTo>
                    <a:pt x="7077616" y="129399"/>
                  </a:lnTo>
                  <a:lnTo>
                    <a:pt x="7077741" y="129399"/>
                  </a:lnTo>
                  <a:lnTo>
                    <a:pt x="7077866" y="129399"/>
                  </a:lnTo>
                  <a:lnTo>
                    <a:pt x="7077991" y="129399"/>
                  </a:lnTo>
                  <a:lnTo>
                    <a:pt x="7078116" y="129399"/>
                  </a:lnTo>
                  <a:lnTo>
                    <a:pt x="7078241" y="129399"/>
                  </a:lnTo>
                  <a:lnTo>
                    <a:pt x="7078366" y="129399"/>
                  </a:lnTo>
                  <a:lnTo>
                    <a:pt x="7078491" y="129399"/>
                  </a:lnTo>
                  <a:lnTo>
                    <a:pt x="7078616" y="129399"/>
                  </a:lnTo>
                  <a:lnTo>
                    <a:pt x="7078741" y="129399"/>
                  </a:lnTo>
                  <a:lnTo>
                    <a:pt x="7078866" y="129399"/>
                  </a:lnTo>
                  <a:lnTo>
                    <a:pt x="7078991" y="129399"/>
                  </a:lnTo>
                  <a:lnTo>
                    <a:pt x="7079116" y="129399"/>
                  </a:lnTo>
                  <a:lnTo>
                    <a:pt x="7079241" y="129399"/>
                  </a:lnTo>
                  <a:lnTo>
                    <a:pt x="7079366" y="129399"/>
                  </a:lnTo>
                  <a:lnTo>
                    <a:pt x="7079491" y="129399"/>
                  </a:lnTo>
                  <a:lnTo>
                    <a:pt x="7079616" y="129399"/>
                  </a:lnTo>
                  <a:lnTo>
                    <a:pt x="7079741" y="129399"/>
                  </a:lnTo>
                  <a:lnTo>
                    <a:pt x="7079866" y="129399"/>
                  </a:lnTo>
                  <a:lnTo>
                    <a:pt x="7079991" y="129399"/>
                  </a:lnTo>
                  <a:lnTo>
                    <a:pt x="7080116" y="129399"/>
                  </a:lnTo>
                  <a:lnTo>
                    <a:pt x="7080241" y="129399"/>
                  </a:lnTo>
                  <a:lnTo>
                    <a:pt x="7080366" y="129399"/>
                  </a:lnTo>
                  <a:lnTo>
                    <a:pt x="7080491" y="129399"/>
                  </a:lnTo>
                  <a:lnTo>
                    <a:pt x="7080617" y="129399"/>
                  </a:lnTo>
                  <a:lnTo>
                    <a:pt x="7080742" y="129399"/>
                  </a:lnTo>
                  <a:lnTo>
                    <a:pt x="7080867" y="129399"/>
                  </a:lnTo>
                  <a:lnTo>
                    <a:pt x="7080992" y="129399"/>
                  </a:lnTo>
                  <a:lnTo>
                    <a:pt x="7081117" y="129399"/>
                  </a:lnTo>
                  <a:lnTo>
                    <a:pt x="7081242" y="129399"/>
                  </a:lnTo>
                  <a:lnTo>
                    <a:pt x="7081367" y="129399"/>
                  </a:lnTo>
                  <a:lnTo>
                    <a:pt x="7081492" y="129399"/>
                  </a:lnTo>
                  <a:lnTo>
                    <a:pt x="7081617" y="129399"/>
                  </a:lnTo>
                  <a:lnTo>
                    <a:pt x="7081742" y="129399"/>
                  </a:lnTo>
                  <a:lnTo>
                    <a:pt x="7081867" y="129399"/>
                  </a:lnTo>
                  <a:lnTo>
                    <a:pt x="7081992" y="129399"/>
                  </a:lnTo>
                  <a:lnTo>
                    <a:pt x="7082117" y="129399"/>
                  </a:lnTo>
                  <a:lnTo>
                    <a:pt x="7082242" y="129399"/>
                  </a:lnTo>
                  <a:lnTo>
                    <a:pt x="7082367" y="129399"/>
                  </a:lnTo>
                  <a:lnTo>
                    <a:pt x="7082492" y="129399"/>
                  </a:lnTo>
                  <a:lnTo>
                    <a:pt x="7082617" y="129399"/>
                  </a:lnTo>
                  <a:lnTo>
                    <a:pt x="7082742" y="129399"/>
                  </a:lnTo>
                  <a:lnTo>
                    <a:pt x="7082867" y="129399"/>
                  </a:lnTo>
                  <a:lnTo>
                    <a:pt x="7082992" y="129399"/>
                  </a:lnTo>
                  <a:lnTo>
                    <a:pt x="7083117" y="129399"/>
                  </a:lnTo>
                  <a:lnTo>
                    <a:pt x="7083242" y="129399"/>
                  </a:lnTo>
                  <a:lnTo>
                    <a:pt x="7083367" y="129399"/>
                  </a:lnTo>
                  <a:lnTo>
                    <a:pt x="7083492" y="129399"/>
                  </a:lnTo>
                  <a:lnTo>
                    <a:pt x="7083618" y="129399"/>
                  </a:lnTo>
                  <a:lnTo>
                    <a:pt x="7083743" y="129399"/>
                  </a:lnTo>
                  <a:lnTo>
                    <a:pt x="7083868" y="129399"/>
                  </a:lnTo>
                  <a:lnTo>
                    <a:pt x="7083993" y="129399"/>
                  </a:lnTo>
                  <a:lnTo>
                    <a:pt x="7084118" y="129399"/>
                  </a:lnTo>
                  <a:lnTo>
                    <a:pt x="7084243" y="129399"/>
                  </a:lnTo>
                  <a:lnTo>
                    <a:pt x="7084368" y="129399"/>
                  </a:lnTo>
                  <a:lnTo>
                    <a:pt x="7084493" y="129399"/>
                  </a:lnTo>
                  <a:lnTo>
                    <a:pt x="7084618" y="129399"/>
                  </a:lnTo>
                  <a:lnTo>
                    <a:pt x="7084743" y="129399"/>
                  </a:lnTo>
                  <a:lnTo>
                    <a:pt x="7084868" y="129399"/>
                  </a:lnTo>
                  <a:lnTo>
                    <a:pt x="7084993" y="129399"/>
                  </a:lnTo>
                  <a:lnTo>
                    <a:pt x="7085118" y="129399"/>
                  </a:lnTo>
                  <a:lnTo>
                    <a:pt x="7085243" y="129399"/>
                  </a:lnTo>
                  <a:lnTo>
                    <a:pt x="7085368" y="129399"/>
                  </a:lnTo>
                  <a:lnTo>
                    <a:pt x="7085493" y="129399"/>
                  </a:lnTo>
                  <a:lnTo>
                    <a:pt x="7085618" y="129399"/>
                  </a:lnTo>
                  <a:lnTo>
                    <a:pt x="7085743" y="129399"/>
                  </a:lnTo>
                  <a:lnTo>
                    <a:pt x="7085868" y="129399"/>
                  </a:lnTo>
                  <a:lnTo>
                    <a:pt x="7085993" y="129399"/>
                  </a:lnTo>
                  <a:lnTo>
                    <a:pt x="7086118" y="129399"/>
                  </a:lnTo>
                  <a:lnTo>
                    <a:pt x="7086243" y="129399"/>
                  </a:lnTo>
                  <a:lnTo>
                    <a:pt x="7086368" y="129399"/>
                  </a:lnTo>
                  <a:lnTo>
                    <a:pt x="7086493" y="129399"/>
                  </a:lnTo>
                  <a:lnTo>
                    <a:pt x="7086619" y="129399"/>
                  </a:lnTo>
                  <a:lnTo>
                    <a:pt x="7086744" y="129399"/>
                  </a:lnTo>
                  <a:lnTo>
                    <a:pt x="7086869" y="129399"/>
                  </a:lnTo>
                  <a:lnTo>
                    <a:pt x="7086994" y="129399"/>
                  </a:lnTo>
                  <a:lnTo>
                    <a:pt x="7087119" y="129399"/>
                  </a:lnTo>
                  <a:lnTo>
                    <a:pt x="7087244" y="129399"/>
                  </a:lnTo>
                  <a:lnTo>
                    <a:pt x="7087369" y="129399"/>
                  </a:lnTo>
                  <a:lnTo>
                    <a:pt x="7087494" y="129399"/>
                  </a:lnTo>
                  <a:lnTo>
                    <a:pt x="7087619" y="129399"/>
                  </a:lnTo>
                  <a:lnTo>
                    <a:pt x="7087744" y="129399"/>
                  </a:lnTo>
                  <a:lnTo>
                    <a:pt x="7087869" y="129399"/>
                  </a:lnTo>
                  <a:lnTo>
                    <a:pt x="7087994" y="129399"/>
                  </a:lnTo>
                  <a:lnTo>
                    <a:pt x="7088119" y="129399"/>
                  </a:lnTo>
                  <a:lnTo>
                    <a:pt x="7088244" y="129399"/>
                  </a:lnTo>
                  <a:lnTo>
                    <a:pt x="7088369" y="129399"/>
                  </a:lnTo>
                  <a:lnTo>
                    <a:pt x="7088494" y="129399"/>
                  </a:lnTo>
                  <a:lnTo>
                    <a:pt x="7088619" y="129399"/>
                  </a:lnTo>
                  <a:lnTo>
                    <a:pt x="7088744" y="129399"/>
                  </a:lnTo>
                  <a:lnTo>
                    <a:pt x="7088869" y="129399"/>
                  </a:lnTo>
                  <a:lnTo>
                    <a:pt x="7088994" y="129399"/>
                  </a:lnTo>
                  <a:lnTo>
                    <a:pt x="7089119" y="129399"/>
                  </a:lnTo>
                  <a:lnTo>
                    <a:pt x="7089244" y="129399"/>
                  </a:lnTo>
                  <a:lnTo>
                    <a:pt x="7089369" y="129399"/>
                  </a:lnTo>
                  <a:lnTo>
                    <a:pt x="7089494" y="129399"/>
                  </a:lnTo>
                  <a:lnTo>
                    <a:pt x="7089620" y="129399"/>
                  </a:lnTo>
                  <a:lnTo>
                    <a:pt x="7089745" y="129399"/>
                  </a:lnTo>
                  <a:lnTo>
                    <a:pt x="7089870" y="129399"/>
                  </a:lnTo>
                  <a:lnTo>
                    <a:pt x="7089995" y="129399"/>
                  </a:lnTo>
                  <a:lnTo>
                    <a:pt x="7090120" y="129399"/>
                  </a:lnTo>
                  <a:lnTo>
                    <a:pt x="7090245" y="129399"/>
                  </a:lnTo>
                  <a:lnTo>
                    <a:pt x="7090370" y="129399"/>
                  </a:lnTo>
                  <a:lnTo>
                    <a:pt x="7090495" y="129399"/>
                  </a:lnTo>
                  <a:lnTo>
                    <a:pt x="7090620" y="129399"/>
                  </a:lnTo>
                  <a:lnTo>
                    <a:pt x="7090745" y="129399"/>
                  </a:lnTo>
                  <a:lnTo>
                    <a:pt x="7090870" y="129399"/>
                  </a:lnTo>
                  <a:lnTo>
                    <a:pt x="7090995" y="129399"/>
                  </a:lnTo>
                  <a:lnTo>
                    <a:pt x="7091120" y="129399"/>
                  </a:lnTo>
                  <a:lnTo>
                    <a:pt x="7091245" y="129399"/>
                  </a:lnTo>
                  <a:lnTo>
                    <a:pt x="7091370" y="129399"/>
                  </a:lnTo>
                  <a:lnTo>
                    <a:pt x="7091495" y="129399"/>
                  </a:lnTo>
                  <a:lnTo>
                    <a:pt x="7091620" y="129399"/>
                  </a:lnTo>
                  <a:lnTo>
                    <a:pt x="7091745" y="129399"/>
                  </a:lnTo>
                  <a:lnTo>
                    <a:pt x="7091870" y="129399"/>
                  </a:lnTo>
                  <a:lnTo>
                    <a:pt x="7091995" y="129399"/>
                  </a:lnTo>
                  <a:lnTo>
                    <a:pt x="7092120" y="129399"/>
                  </a:lnTo>
                  <a:lnTo>
                    <a:pt x="7092245" y="129399"/>
                  </a:lnTo>
                  <a:lnTo>
                    <a:pt x="7092370" y="129399"/>
                  </a:lnTo>
                  <a:lnTo>
                    <a:pt x="7092495" y="129399"/>
                  </a:lnTo>
                  <a:lnTo>
                    <a:pt x="7092621" y="129399"/>
                  </a:lnTo>
                  <a:lnTo>
                    <a:pt x="7092746" y="129399"/>
                  </a:lnTo>
                  <a:lnTo>
                    <a:pt x="7092871" y="129399"/>
                  </a:lnTo>
                  <a:lnTo>
                    <a:pt x="7092996" y="129399"/>
                  </a:lnTo>
                  <a:lnTo>
                    <a:pt x="7093121" y="129399"/>
                  </a:lnTo>
                  <a:lnTo>
                    <a:pt x="7093246" y="129399"/>
                  </a:lnTo>
                  <a:lnTo>
                    <a:pt x="7093371" y="129399"/>
                  </a:lnTo>
                  <a:lnTo>
                    <a:pt x="7093496" y="129399"/>
                  </a:lnTo>
                  <a:lnTo>
                    <a:pt x="7093621" y="129399"/>
                  </a:lnTo>
                  <a:lnTo>
                    <a:pt x="7093746" y="129399"/>
                  </a:lnTo>
                  <a:lnTo>
                    <a:pt x="7093871" y="129399"/>
                  </a:lnTo>
                  <a:lnTo>
                    <a:pt x="7093996" y="129399"/>
                  </a:lnTo>
                  <a:lnTo>
                    <a:pt x="7094121" y="129399"/>
                  </a:lnTo>
                  <a:lnTo>
                    <a:pt x="7094246" y="129399"/>
                  </a:lnTo>
                  <a:lnTo>
                    <a:pt x="7094371" y="129399"/>
                  </a:lnTo>
                  <a:lnTo>
                    <a:pt x="7094496" y="129399"/>
                  </a:lnTo>
                  <a:lnTo>
                    <a:pt x="7094621" y="129399"/>
                  </a:lnTo>
                  <a:lnTo>
                    <a:pt x="7094746" y="129399"/>
                  </a:lnTo>
                  <a:lnTo>
                    <a:pt x="7094871" y="129399"/>
                  </a:lnTo>
                  <a:lnTo>
                    <a:pt x="7094996" y="129399"/>
                  </a:lnTo>
                  <a:lnTo>
                    <a:pt x="7095121" y="129399"/>
                  </a:lnTo>
                  <a:lnTo>
                    <a:pt x="7095246" y="129399"/>
                  </a:lnTo>
                  <a:lnTo>
                    <a:pt x="7095371" y="129399"/>
                  </a:lnTo>
                  <a:lnTo>
                    <a:pt x="7095496" y="129399"/>
                  </a:lnTo>
                  <a:lnTo>
                    <a:pt x="7095622" y="129399"/>
                  </a:lnTo>
                  <a:lnTo>
                    <a:pt x="7095747" y="129399"/>
                  </a:lnTo>
                  <a:lnTo>
                    <a:pt x="7095872" y="129399"/>
                  </a:lnTo>
                  <a:lnTo>
                    <a:pt x="7095997" y="129399"/>
                  </a:lnTo>
                  <a:lnTo>
                    <a:pt x="7096122" y="129399"/>
                  </a:lnTo>
                  <a:lnTo>
                    <a:pt x="7096247" y="129399"/>
                  </a:lnTo>
                  <a:lnTo>
                    <a:pt x="7096372" y="129399"/>
                  </a:lnTo>
                  <a:lnTo>
                    <a:pt x="7096497" y="129399"/>
                  </a:lnTo>
                  <a:lnTo>
                    <a:pt x="7096622" y="129399"/>
                  </a:lnTo>
                  <a:lnTo>
                    <a:pt x="7096747" y="129399"/>
                  </a:lnTo>
                  <a:lnTo>
                    <a:pt x="7096872" y="129399"/>
                  </a:lnTo>
                  <a:lnTo>
                    <a:pt x="7096997" y="129399"/>
                  </a:lnTo>
                  <a:lnTo>
                    <a:pt x="7097122" y="129399"/>
                  </a:lnTo>
                  <a:lnTo>
                    <a:pt x="7097247" y="129399"/>
                  </a:lnTo>
                  <a:lnTo>
                    <a:pt x="7097372" y="129399"/>
                  </a:lnTo>
                  <a:lnTo>
                    <a:pt x="7097497" y="129399"/>
                  </a:lnTo>
                  <a:lnTo>
                    <a:pt x="7097622" y="129399"/>
                  </a:lnTo>
                  <a:lnTo>
                    <a:pt x="7097747" y="129399"/>
                  </a:lnTo>
                  <a:lnTo>
                    <a:pt x="7097872" y="129399"/>
                  </a:lnTo>
                  <a:lnTo>
                    <a:pt x="7097997" y="129399"/>
                  </a:lnTo>
                  <a:lnTo>
                    <a:pt x="7098122" y="129399"/>
                  </a:lnTo>
                  <a:lnTo>
                    <a:pt x="7098247" y="129399"/>
                  </a:lnTo>
                  <a:lnTo>
                    <a:pt x="7098372" y="129399"/>
                  </a:lnTo>
                  <a:lnTo>
                    <a:pt x="7098497" y="129399"/>
                  </a:lnTo>
                  <a:lnTo>
                    <a:pt x="7098623" y="129399"/>
                  </a:lnTo>
                  <a:lnTo>
                    <a:pt x="7098748" y="129399"/>
                  </a:lnTo>
                  <a:lnTo>
                    <a:pt x="7098873" y="129399"/>
                  </a:lnTo>
                  <a:lnTo>
                    <a:pt x="7098998" y="129399"/>
                  </a:lnTo>
                  <a:lnTo>
                    <a:pt x="7099123" y="129399"/>
                  </a:lnTo>
                  <a:lnTo>
                    <a:pt x="7099248" y="129399"/>
                  </a:lnTo>
                  <a:lnTo>
                    <a:pt x="7099373" y="129399"/>
                  </a:lnTo>
                  <a:lnTo>
                    <a:pt x="7099498" y="129399"/>
                  </a:lnTo>
                  <a:lnTo>
                    <a:pt x="7099623" y="129399"/>
                  </a:lnTo>
                  <a:lnTo>
                    <a:pt x="7099748" y="129399"/>
                  </a:lnTo>
                  <a:lnTo>
                    <a:pt x="7099873" y="129399"/>
                  </a:lnTo>
                  <a:lnTo>
                    <a:pt x="7099998" y="129399"/>
                  </a:lnTo>
                  <a:lnTo>
                    <a:pt x="7100123" y="129399"/>
                  </a:lnTo>
                  <a:lnTo>
                    <a:pt x="7100248" y="129399"/>
                  </a:lnTo>
                  <a:lnTo>
                    <a:pt x="7100373" y="129399"/>
                  </a:lnTo>
                  <a:lnTo>
                    <a:pt x="7100498" y="129399"/>
                  </a:lnTo>
                  <a:lnTo>
                    <a:pt x="7100623" y="129399"/>
                  </a:lnTo>
                  <a:lnTo>
                    <a:pt x="7100748" y="129399"/>
                  </a:lnTo>
                  <a:lnTo>
                    <a:pt x="7100873" y="129399"/>
                  </a:lnTo>
                  <a:lnTo>
                    <a:pt x="7100998" y="129399"/>
                  </a:lnTo>
                  <a:lnTo>
                    <a:pt x="7101123" y="129399"/>
                  </a:lnTo>
                  <a:lnTo>
                    <a:pt x="7101248" y="129399"/>
                  </a:lnTo>
                  <a:lnTo>
                    <a:pt x="7101373" y="129399"/>
                  </a:lnTo>
                  <a:lnTo>
                    <a:pt x="7101499" y="129399"/>
                  </a:lnTo>
                  <a:lnTo>
                    <a:pt x="7101624" y="129399"/>
                  </a:lnTo>
                  <a:lnTo>
                    <a:pt x="7101749" y="129399"/>
                  </a:lnTo>
                  <a:lnTo>
                    <a:pt x="7101874" y="129399"/>
                  </a:lnTo>
                  <a:lnTo>
                    <a:pt x="7101999" y="129399"/>
                  </a:lnTo>
                  <a:lnTo>
                    <a:pt x="7102124" y="129399"/>
                  </a:lnTo>
                  <a:lnTo>
                    <a:pt x="7102249" y="129399"/>
                  </a:lnTo>
                  <a:lnTo>
                    <a:pt x="7102374" y="129399"/>
                  </a:lnTo>
                  <a:lnTo>
                    <a:pt x="7102499" y="129399"/>
                  </a:lnTo>
                  <a:lnTo>
                    <a:pt x="7102624" y="129399"/>
                  </a:lnTo>
                  <a:lnTo>
                    <a:pt x="7102749" y="129399"/>
                  </a:lnTo>
                  <a:lnTo>
                    <a:pt x="7102874" y="129399"/>
                  </a:lnTo>
                  <a:lnTo>
                    <a:pt x="7102999" y="129399"/>
                  </a:lnTo>
                  <a:lnTo>
                    <a:pt x="7103124" y="129399"/>
                  </a:lnTo>
                  <a:lnTo>
                    <a:pt x="7103249" y="129399"/>
                  </a:lnTo>
                  <a:lnTo>
                    <a:pt x="7103374" y="129399"/>
                  </a:lnTo>
                  <a:lnTo>
                    <a:pt x="7103499" y="129399"/>
                  </a:lnTo>
                  <a:lnTo>
                    <a:pt x="7103624" y="129399"/>
                  </a:lnTo>
                  <a:lnTo>
                    <a:pt x="7103749" y="129399"/>
                  </a:lnTo>
                  <a:lnTo>
                    <a:pt x="7103874" y="129399"/>
                  </a:lnTo>
                  <a:lnTo>
                    <a:pt x="7103999" y="129399"/>
                  </a:lnTo>
                  <a:lnTo>
                    <a:pt x="7104124" y="129399"/>
                  </a:lnTo>
                  <a:lnTo>
                    <a:pt x="7104249" y="129399"/>
                  </a:lnTo>
                  <a:lnTo>
                    <a:pt x="7104374" y="129399"/>
                  </a:lnTo>
                  <a:lnTo>
                    <a:pt x="7104500" y="129399"/>
                  </a:lnTo>
                  <a:lnTo>
                    <a:pt x="7104625" y="129399"/>
                  </a:lnTo>
                  <a:lnTo>
                    <a:pt x="7104750" y="129399"/>
                  </a:lnTo>
                  <a:lnTo>
                    <a:pt x="7104875" y="129399"/>
                  </a:lnTo>
                  <a:lnTo>
                    <a:pt x="7105000" y="129399"/>
                  </a:lnTo>
                  <a:lnTo>
                    <a:pt x="7105125" y="129399"/>
                  </a:lnTo>
                  <a:lnTo>
                    <a:pt x="7105250" y="129399"/>
                  </a:lnTo>
                  <a:lnTo>
                    <a:pt x="7105375" y="129399"/>
                  </a:lnTo>
                  <a:lnTo>
                    <a:pt x="7105500" y="129399"/>
                  </a:lnTo>
                  <a:lnTo>
                    <a:pt x="7105625" y="129399"/>
                  </a:lnTo>
                  <a:lnTo>
                    <a:pt x="7105750" y="129399"/>
                  </a:lnTo>
                  <a:lnTo>
                    <a:pt x="7105875" y="129399"/>
                  </a:lnTo>
                  <a:lnTo>
                    <a:pt x="7106000" y="129399"/>
                  </a:lnTo>
                  <a:lnTo>
                    <a:pt x="7106125" y="129399"/>
                  </a:lnTo>
                  <a:lnTo>
                    <a:pt x="7106250" y="129399"/>
                  </a:lnTo>
                  <a:lnTo>
                    <a:pt x="7106375" y="129399"/>
                  </a:lnTo>
                  <a:lnTo>
                    <a:pt x="7106500" y="129399"/>
                  </a:lnTo>
                  <a:lnTo>
                    <a:pt x="7106625" y="129399"/>
                  </a:lnTo>
                  <a:lnTo>
                    <a:pt x="7106750" y="129399"/>
                  </a:lnTo>
                  <a:lnTo>
                    <a:pt x="7106875" y="129399"/>
                  </a:lnTo>
                  <a:lnTo>
                    <a:pt x="7107000" y="129399"/>
                  </a:lnTo>
                  <a:lnTo>
                    <a:pt x="7107125" y="129399"/>
                  </a:lnTo>
                  <a:lnTo>
                    <a:pt x="7107250" y="129399"/>
                  </a:lnTo>
                  <a:lnTo>
                    <a:pt x="7107375" y="129399"/>
                  </a:lnTo>
                  <a:lnTo>
                    <a:pt x="7107501" y="129399"/>
                  </a:lnTo>
                  <a:lnTo>
                    <a:pt x="7107626" y="129399"/>
                  </a:lnTo>
                  <a:lnTo>
                    <a:pt x="7107751" y="129399"/>
                  </a:lnTo>
                  <a:lnTo>
                    <a:pt x="7107876" y="129399"/>
                  </a:lnTo>
                  <a:lnTo>
                    <a:pt x="7108001" y="129399"/>
                  </a:lnTo>
                  <a:lnTo>
                    <a:pt x="7108126" y="129399"/>
                  </a:lnTo>
                  <a:lnTo>
                    <a:pt x="7108251" y="129399"/>
                  </a:lnTo>
                  <a:lnTo>
                    <a:pt x="7108376" y="129399"/>
                  </a:lnTo>
                  <a:lnTo>
                    <a:pt x="7108501" y="129399"/>
                  </a:lnTo>
                  <a:lnTo>
                    <a:pt x="7108626" y="129399"/>
                  </a:lnTo>
                  <a:lnTo>
                    <a:pt x="7108751" y="129399"/>
                  </a:lnTo>
                  <a:lnTo>
                    <a:pt x="7108876" y="129399"/>
                  </a:lnTo>
                  <a:lnTo>
                    <a:pt x="7109001" y="129399"/>
                  </a:lnTo>
                  <a:lnTo>
                    <a:pt x="7109126" y="129399"/>
                  </a:lnTo>
                  <a:lnTo>
                    <a:pt x="7109251" y="129399"/>
                  </a:lnTo>
                  <a:lnTo>
                    <a:pt x="7109376" y="129399"/>
                  </a:lnTo>
                  <a:lnTo>
                    <a:pt x="7109501" y="129399"/>
                  </a:lnTo>
                  <a:lnTo>
                    <a:pt x="7109626" y="129399"/>
                  </a:lnTo>
                  <a:lnTo>
                    <a:pt x="7109751" y="129399"/>
                  </a:lnTo>
                  <a:lnTo>
                    <a:pt x="7109876" y="129399"/>
                  </a:lnTo>
                  <a:lnTo>
                    <a:pt x="7110001" y="129399"/>
                  </a:lnTo>
                  <a:lnTo>
                    <a:pt x="7110126" y="129399"/>
                  </a:lnTo>
                  <a:lnTo>
                    <a:pt x="7110251" y="129399"/>
                  </a:lnTo>
                  <a:lnTo>
                    <a:pt x="7110376" y="129399"/>
                  </a:lnTo>
                  <a:lnTo>
                    <a:pt x="7110502" y="129399"/>
                  </a:lnTo>
                  <a:lnTo>
                    <a:pt x="7110627" y="129399"/>
                  </a:lnTo>
                  <a:lnTo>
                    <a:pt x="7110752" y="129399"/>
                  </a:lnTo>
                  <a:lnTo>
                    <a:pt x="7110877" y="129399"/>
                  </a:lnTo>
                  <a:lnTo>
                    <a:pt x="7111002" y="129399"/>
                  </a:lnTo>
                  <a:lnTo>
                    <a:pt x="7111127" y="129399"/>
                  </a:lnTo>
                  <a:lnTo>
                    <a:pt x="7111252" y="129399"/>
                  </a:lnTo>
                  <a:lnTo>
                    <a:pt x="7111377" y="129399"/>
                  </a:lnTo>
                  <a:lnTo>
                    <a:pt x="7111502" y="129399"/>
                  </a:lnTo>
                  <a:lnTo>
                    <a:pt x="7111627" y="129399"/>
                  </a:lnTo>
                  <a:lnTo>
                    <a:pt x="7111752" y="129399"/>
                  </a:lnTo>
                  <a:lnTo>
                    <a:pt x="7111877" y="129399"/>
                  </a:lnTo>
                  <a:lnTo>
                    <a:pt x="7112002" y="129399"/>
                  </a:lnTo>
                  <a:lnTo>
                    <a:pt x="7112127" y="129399"/>
                  </a:lnTo>
                  <a:lnTo>
                    <a:pt x="7112252" y="129399"/>
                  </a:lnTo>
                  <a:lnTo>
                    <a:pt x="7112377" y="129399"/>
                  </a:lnTo>
                  <a:lnTo>
                    <a:pt x="7112502" y="129399"/>
                  </a:lnTo>
                  <a:lnTo>
                    <a:pt x="7112627" y="129399"/>
                  </a:lnTo>
                  <a:lnTo>
                    <a:pt x="7112752" y="129399"/>
                  </a:lnTo>
                  <a:lnTo>
                    <a:pt x="7112877" y="129399"/>
                  </a:lnTo>
                  <a:lnTo>
                    <a:pt x="7113002" y="129399"/>
                  </a:lnTo>
                  <a:lnTo>
                    <a:pt x="7113127" y="129399"/>
                  </a:lnTo>
                  <a:lnTo>
                    <a:pt x="7113252" y="129399"/>
                  </a:lnTo>
                  <a:lnTo>
                    <a:pt x="7113377" y="129399"/>
                  </a:lnTo>
                  <a:lnTo>
                    <a:pt x="7113503" y="129399"/>
                  </a:lnTo>
                  <a:lnTo>
                    <a:pt x="7113628" y="129399"/>
                  </a:lnTo>
                  <a:lnTo>
                    <a:pt x="7113753" y="129399"/>
                  </a:lnTo>
                  <a:lnTo>
                    <a:pt x="7113878" y="129399"/>
                  </a:lnTo>
                  <a:lnTo>
                    <a:pt x="7114003" y="129399"/>
                  </a:lnTo>
                  <a:lnTo>
                    <a:pt x="7114128" y="129399"/>
                  </a:lnTo>
                  <a:lnTo>
                    <a:pt x="7114253" y="129399"/>
                  </a:lnTo>
                  <a:lnTo>
                    <a:pt x="7114378" y="129399"/>
                  </a:lnTo>
                  <a:lnTo>
                    <a:pt x="7114503" y="129399"/>
                  </a:lnTo>
                  <a:lnTo>
                    <a:pt x="7114628" y="129399"/>
                  </a:lnTo>
                  <a:lnTo>
                    <a:pt x="7114753" y="129399"/>
                  </a:lnTo>
                  <a:lnTo>
                    <a:pt x="7114878" y="129399"/>
                  </a:lnTo>
                  <a:lnTo>
                    <a:pt x="7115003" y="129399"/>
                  </a:lnTo>
                  <a:lnTo>
                    <a:pt x="7115128" y="129399"/>
                  </a:lnTo>
                  <a:lnTo>
                    <a:pt x="7115253" y="129399"/>
                  </a:lnTo>
                  <a:lnTo>
                    <a:pt x="7115378" y="129399"/>
                  </a:lnTo>
                  <a:lnTo>
                    <a:pt x="7115503" y="129399"/>
                  </a:lnTo>
                  <a:lnTo>
                    <a:pt x="7115628" y="129399"/>
                  </a:lnTo>
                  <a:lnTo>
                    <a:pt x="7115753" y="129399"/>
                  </a:lnTo>
                  <a:lnTo>
                    <a:pt x="7115878" y="129399"/>
                  </a:lnTo>
                  <a:lnTo>
                    <a:pt x="7116003" y="129399"/>
                  </a:lnTo>
                  <a:lnTo>
                    <a:pt x="7116128" y="129399"/>
                  </a:lnTo>
                  <a:lnTo>
                    <a:pt x="7116253" y="129399"/>
                  </a:lnTo>
                  <a:lnTo>
                    <a:pt x="7116378" y="129399"/>
                  </a:lnTo>
                  <a:lnTo>
                    <a:pt x="7116504" y="129399"/>
                  </a:lnTo>
                  <a:lnTo>
                    <a:pt x="7116629" y="129399"/>
                  </a:lnTo>
                  <a:lnTo>
                    <a:pt x="7116754" y="129399"/>
                  </a:lnTo>
                  <a:lnTo>
                    <a:pt x="7116879" y="129399"/>
                  </a:lnTo>
                  <a:lnTo>
                    <a:pt x="7117004" y="129399"/>
                  </a:lnTo>
                  <a:lnTo>
                    <a:pt x="7117129" y="129399"/>
                  </a:lnTo>
                  <a:lnTo>
                    <a:pt x="7117254" y="129399"/>
                  </a:lnTo>
                  <a:lnTo>
                    <a:pt x="7117379" y="129399"/>
                  </a:lnTo>
                  <a:lnTo>
                    <a:pt x="7117504" y="129399"/>
                  </a:lnTo>
                  <a:lnTo>
                    <a:pt x="7117629" y="129399"/>
                  </a:lnTo>
                  <a:lnTo>
                    <a:pt x="7117754" y="129399"/>
                  </a:lnTo>
                  <a:lnTo>
                    <a:pt x="7117879" y="129399"/>
                  </a:lnTo>
                  <a:lnTo>
                    <a:pt x="7118004" y="129399"/>
                  </a:lnTo>
                  <a:lnTo>
                    <a:pt x="7118129" y="129399"/>
                  </a:lnTo>
                  <a:lnTo>
                    <a:pt x="7118254" y="129399"/>
                  </a:lnTo>
                  <a:lnTo>
                    <a:pt x="7118379" y="129399"/>
                  </a:lnTo>
                  <a:lnTo>
                    <a:pt x="7118504" y="129399"/>
                  </a:lnTo>
                  <a:lnTo>
                    <a:pt x="7118629" y="129399"/>
                  </a:lnTo>
                  <a:lnTo>
                    <a:pt x="7118754" y="129399"/>
                  </a:lnTo>
                  <a:lnTo>
                    <a:pt x="7118879" y="129399"/>
                  </a:lnTo>
                  <a:lnTo>
                    <a:pt x="7119004" y="129399"/>
                  </a:lnTo>
                  <a:lnTo>
                    <a:pt x="7119129" y="129399"/>
                  </a:lnTo>
                  <a:lnTo>
                    <a:pt x="7119254" y="129399"/>
                  </a:lnTo>
                  <a:lnTo>
                    <a:pt x="7119379" y="129399"/>
                  </a:lnTo>
                  <a:lnTo>
                    <a:pt x="7119505" y="129399"/>
                  </a:lnTo>
                  <a:lnTo>
                    <a:pt x="7119630" y="129399"/>
                  </a:lnTo>
                  <a:lnTo>
                    <a:pt x="7119755" y="129399"/>
                  </a:lnTo>
                  <a:lnTo>
                    <a:pt x="7119880" y="129399"/>
                  </a:lnTo>
                  <a:lnTo>
                    <a:pt x="7120005" y="129399"/>
                  </a:lnTo>
                  <a:lnTo>
                    <a:pt x="7120130" y="129399"/>
                  </a:lnTo>
                  <a:lnTo>
                    <a:pt x="7120255" y="129399"/>
                  </a:lnTo>
                  <a:lnTo>
                    <a:pt x="7120380" y="129399"/>
                  </a:lnTo>
                  <a:lnTo>
                    <a:pt x="7120505" y="129399"/>
                  </a:lnTo>
                  <a:lnTo>
                    <a:pt x="7120630" y="129399"/>
                  </a:lnTo>
                  <a:lnTo>
                    <a:pt x="7120755" y="129399"/>
                  </a:lnTo>
                  <a:lnTo>
                    <a:pt x="7120880" y="129399"/>
                  </a:lnTo>
                  <a:lnTo>
                    <a:pt x="7121005" y="129399"/>
                  </a:lnTo>
                  <a:lnTo>
                    <a:pt x="7121130" y="129399"/>
                  </a:lnTo>
                  <a:lnTo>
                    <a:pt x="7121255" y="129399"/>
                  </a:lnTo>
                  <a:lnTo>
                    <a:pt x="7121380" y="129399"/>
                  </a:lnTo>
                  <a:lnTo>
                    <a:pt x="7121505" y="129399"/>
                  </a:lnTo>
                  <a:lnTo>
                    <a:pt x="7121630" y="129399"/>
                  </a:lnTo>
                  <a:lnTo>
                    <a:pt x="7121755" y="129399"/>
                  </a:lnTo>
                  <a:lnTo>
                    <a:pt x="7121880" y="129399"/>
                  </a:lnTo>
                  <a:lnTo>
                    <a:pt x="7122005" y="129399"/>
                  </a:lnTo>
                  <a:lnTo>
                    <a:pt x="7122130" y="129399"/>
                  </a:lnTo>
                  <a:lnTo>
                    <a:pt x="7122255" y="129399"/>
                  </a:lnTo>
                  <a:lnTo>
                    <a:pt x="7122380" y="129399"/>
                  </a:lnTo>
                  <a:lnTo>
                    <a:pt x="7122506" y="129399"/>
                  </a:lnTo>
                  <a:lnTo>
                    <a:pt x="7122631" y="129399"/>
                  </a:lnTo>
                  <a:lnTo>
                    <a:pt x="7122756" y="129399"/>
                  </a:lnTo>
                  <a:lnTo>
                    <a:pt x="7122881" y="129399"/>
                  </a:lnTo>
                  <a:lnTo>
                    <a:pt x="7123006" y="129399"/>
                  </a:lnTo>
                  <a:lnTo>
                    <a:pt x="7123131" y="129399"/>
                  </a:lnTo>
                  <a:lnTo>
                    <a:pt x="7123256" y="129399"/>
                  </a:lnTo>
                  <a:lnTo>
                    <a:pt x="7123381" y="129399"/>
                  </a:lnTo>
                  <a:lnTo>
                    <a:pt x="7123506" y="129399"/>
                  </a:lnTo>
                  <a:lnTo>
                    <a:pt x="7123631" y="129399"/>
                  </a:lnTo>
                  <a:lnTo>
                    <a:pt x="7123756" y="129399"/>
                  </a:lnTo>
                  <a:lnTo>
                    <a:pt x="7123881" y="129399"/>
                  </a:lnTo>
                  <a:lnTo>
                    <a:pt x="7124006" y="129399"/>
                  </a:lnTo>
                  <a:lnTo>
                    <a:pt x="7124131" y="129399"/>
                  </a:lnTo>
                  <a:lnTo>
                    <a:pt x="7124256" y="129399"/>
                  </a:lnTo>
                  <a:lnTo>
                    <a:pt x="7124381" y="129399"/>
                  </a:lnTo>
                  <a:lnTo>
                    <a:pt x="7124506" y="129399"/>
                  </a:lnTo>
                  <a:lnTo>
                    <a:pt x="7124631" y="129399"/>
                  </a:lnTo>
                  <a:lnTo>
                    <a:pt x="7124756" y="129399"/>
                  </a:lnTo>
                  <a:lnTo>
                    <a:pt x="7124881" y="129399"/>
                  </a:lnTo>
                  <a:lnTo>
                    <a:pt x="7125006" y="129399"/>
                  </a:lnTo>
                  <a:lnTo>
                    <a:pt x="7125131" y="129399"/>
                  </a:lnTo>
                  <a:lnTo>
                    <a:pt x="7125256" y="129399"/>
                  </a:lnTo>
                  <a:lnTo>
                    <a:pt x="7125381" y="129399"/>
                  </a:lnTo>
                  <a:lnTo>
                    <a:pt x="7125507" y="129399"/>
                  </a:lnTo>
                  <a:lnTo>
                    <a:pt x="7125632" y="129399"/>
                  </a:lnTo>
                  <a:lnTo>
                    <a:pt x="7125757" y="129399"/>
                  </a:lnTo>
                  <a:lnTo>
                    <a:pt x="7125882" y="129399"/>
                  </a:lnTo>
                  <a:lnTo>
                    <a:pt x="7126007" y="129399"/>
                  </a:lnTo>
                  <a:lnTo>
                    <a:pt x="7126132" y="129399"/>
                  </a:lnTo>
                  <a:lnTo>
                    <a:pt x="7126257" y="129399"/>
                  </a:lnTo>
                  <a:lnTo>
                    <a:pt x="7126382" y="129399"/>
                  </a:lnTo>
                  <a:lnTo>
                    <a:pt x="7126507" y="129399"/>
                  </a:lnTo>
                  <a:lnTo>
                    <a:pt x="7126632" y="129399"/>
                  </a:lnTo>
                  <a:lnTo>
                    <a:pt x="7126757" y="129399"/>
                  </a:lnTo>
                  <a:lnTo>
                    <a:pt x="7126882" y="129399"/>
                  </a:lnTo>
                  <a:lnTo>
                    <a:pt x="7127007" y="129399"/>
                  </a:lnTo>
                  <a:lnTo>
                    <a:pt x="7127132" y="129399"/>
                  </a:lnTo>
                  <a:lnTo>
                    <a:pt x="7127257" y="129399"/>
                  </a:lnTo>
                  <a:lnTo>
                    <a:pt x="7127382" y="129399"/>
                  </a:lnTo>
                  <a:lnTo>
                    <a:pt x="7127507" y="129399"/>
                  </a:lnTo>
                  <a:lnTo>
                    <a:pt x="7127632" y="129399"/>
                  </a:lnTo>
                  <a:lnTo>
                    <a:pt x="7127757" y="129399"/>
                  </a:lnTo>
                  <a:lnTo>
                    <a:pt x="7127882" y="129399"/>
                  </a:lnTo>
                  <a:lnTo>
                    <a:pt x="7128007" y="129399"/>
                  </a:lnTo>
                  <a:lnTo>
                    <a:pt x="7128132" y="129399"/>
                  </a:lnTo>
                  <a:lnTo>
                    <a:pt x="7128257" y="129399"/>
                  </a:lnTo>
                  <a:lnTo>
                    <a:pt x="7128382" y="129399"/>
                  </a:lnTo>
                  <a:lnTo>
                    <a:pt x="7128508" y="129399"/>
                  </a:lnTo>
                  <a:lnTo>
                    <a:pt x="7128633" y="129399"/>
                  </a:lnTo>
                  <a:lnTo>
                    <a:pt x="7128758" y="129399"/>
                  </a:lnTo>
                  <a:lnTo>
                    <a:pt x="7128883" y="129399"/>
                  </a:lnTo>
                  <a:lnTo>
                    <a:pt x="7129008" y="129399"/>
                  </a:lnTo>
                  <a:lnTo>
                    <a:pt x="7129133" y="129399"/>
                  </a:lnTo>
                  <a:lnTo>
                    <a:pt x="7129258" y="129399"/>
                  </a:lnTo>
                  <a:lnTo>
                    <a:pt x="7129383" y="129399"/>
                  </a:lnTo>
                  <a:lnTo>
                    <a:pt x="7129508" y="129399"/>
                  </a:lnTo>
                  <a:lnTo>
                    <a:pt x="7129633" y="129399"/>
                  </a:lnTo>
                  <a:lnTo>
                    <a:pt x="7129758" y="129399"/>
                  </a:lnTo>
                  <a:lnTo>
                    <a:pt x="7129883" y="129399"/>
                  </a:lnTo>
                  <a:lnTo>
                    <a:pt x="7130008" y="129399"/>
                  </a:lnTo>
                  <a:lnTo>
                    <a:pt x="7130133" y="129399"/>
                  </a:lnTo>
                  <a:lnTo>
                    <a:pt x="7130258" y="129399"/>
                  </a:lnTo>
                  <a:lnTo>
                    <a:pt x="7130383" y="129399"/>
                  </a:lnTo>
                  <a:lnTo>
                    <a:pt x="7130508" y="129399"/>
                  </a:lnTo>
                  <a:lnTo>
                    <a:pt x="7130633" y="129399"/>
                  </a:lnTo>
                  <a:lnTo>
                    <a:pt x="7130758" y="129399"/>
                  </a:lnTo>
                  <a:lnTo>
                    <a:pt x="7130883" y="129399"/>
                  </a:lnTo>
                  <a:lnTo>
                    <a:pt x="7131008" y="129399"/>
                  </a:lnTo>
                  <a:lnTo>
                    <a:pt x="7131133" y="129399"/>
                  </a:lnTo>
                  <a:lnTo>
                    <a:pt x="7131258" y="129399"/>
                  </a:lnTo>
                  <a:lnTo>
                    <a:pt x="7131383" y="129399"/>
                  </a:lnTo>
                  <a:lnTo>
                    <a:pt x="7131509" y="129399"/>
                  </a:lnTo>
                  <a:lnTo>
                    <a:pt x="7131634" y="129399"/>
                  </a:lnTo>
                  <a:lnTo>
                    <a:pt x="7131759" y="129399"/>
                  </a:lnTo>
                  <a:lnTo>
                    <a:pt x="7131884" y="129399"/>
                  </a:lnTo>
                  <a:lnTo>
                    <a:pt x="7132009" y="129399"/>
                  </a:lnTo>
                  <a:lnTo>
                    <a:pt x="7132134" y="129399"/>
                  </a:lnTo>
                  <a:lnTo>
                    <a:pt x="7132259" y="129399"/>
                  </a:lnTo>
                  <a:lnTo>
                    <a:pt x="7132384" y="129399"/>
                  </a:lnTo>
                  <a:lnTo>
                    <a:pt x="7132509" y="129399"/>
                  </a:lnTo>
                  <a:lnTo>
                    <a:pt x="7132634" y="129399"/>
                  </a:lnTo>
                  <a:lnTo>
                    <a:pt x="7132759" y="129399"/>
                  </a:lnTo>
                  <a:lnTo>
                    <a:pt x="7132884" y="129399"/>
                  </a:lnTo>
                  <a:lnTo>
                    <a:pt x="7133009" y="129399"/>
                  </a:lnTo>
                  <a:lnTo>
                    <a:pt x="7133134" y="129399"/>
                  </a:lnTo>
                  <a:lnTo>
                    <a:pt x="7133259" y="129399"/>
                  </a:lnTo>
                  <a:lnTo>
                    <a:pt x="7133384" y="129399"/>
                  </a:lnTo>
                  <a:lnTo>
                    <a:pt x="7133509" y="129399"/>
                  </a:lnTo>
                  <a:lnTo>
                    <a:pt x="7133634" y="129399"/>
                  </a:lnTo>
                  <a:lnTo>
                    <a:pt x="7133759" y="129399"/>
                  </a:lnTo>
                  <a:lnTo>
                    <a:pt x="7133884" y="129399"/>
                  </a:lnTo>
                  <a:lnTo>
                    <a:pt x="7134009" y="129399"/>
                  </a:lnTo>
                  <a:lnTo>
                    <a:pt x="7134134" y="129399"/>
                  </a:lnTo>
                  <a:lnTo>
                    <a:pt x="7134259" y="129399"/>
                  </a:lnTo>
                  <a:lnTo>
                    <a:pt x="7134384" y="129399"/>
                  </a:lnTo>
                  <a:lnTo>
                    <a:pt x="7134510" y="129399"/>
                  </a:lnTo>
                  <a:lnTo>
                    <a:pt x="7134635" y="129399"/>
                  </a:lnTo>
                  <a:lnTo>
                    <a:pt x="7134760" y="129399"/>
                  </a:lnTo>
                  <a:lnTo>
                    <a:pt x="7134885" y="129399"/>
                  </a:lnTo>
                  <a:lnTo>
                    <a:pt x="7135010" y="129399"/>
                  </a:lnTo>
                  <a:lnTo>
                    <a:pt x="7135135" y="129399"/>
                  </a:lnTo>
                  <a:lnTo>
                    <a:pt x="7135260" y="129399"/>
                  </a:lnTo>
                  <a:lnTo>
                    <a:pt x="7135385" y="129399"/>
                  </a:lnTo>
                  <a:lnTo>
                    <a:pt x="7135510" y="129399"/>
                  </a:lnTo>
                  <a:lnTo>
                    <a:pt x="7135635" y="129399"/>
                  </a:lnTo>
                  <a:lnTo>
                    <a:pt x="7135760" y="129399"/>
                  </a:lnTo>
                  <a:lnTo>
                    <a:pt x="7135885" y="129399"/>
                  </a:lnTo>
                  <a:lnTo>
                    <a:pt x="7136010" y="129399"/>
                  </a:lnTo>
                  <a:lnTo>
                    <a:pt x="7136135" y="129399"/>
                  </a:lnTo>
                  <a:lnTo>
                    <a:pt x="7136260" y="129399"/>
                  </a:lnTo>
                  <a:lnTo>
                    <a:pt x="7136385" y="129399"/>
                  </a:lnTo>
                  <a:lnTo>
                    <a:pt x="7136510" y="129399"/>
                  </a:lnTo>
                  <a:lnTo>
                    <a:pt x="7136635" y="129399"/>
                  </a:lnTo>
                  <a:lnTo>
                    <a:pt x="7136760" y="129399"/>
                  </a:lnTo>
                  <a:lnTo>
                    <a:pt x="7136885" y="129399"/>
                  </a:lnTo>
                  <a:lnTo>
                    <a:pt x="7137010" y="129399"/>
                  </a:lnTo>
                  <a:lnTo>
                    <a:pt x="7137135" y="129399"/>
                  </a:lnTo>
                  <a:lnTo>
                    <a:pt x="7137260" y="129399"/>
                  </a:lnTo>
                  <a:lnTo>
                    <a:pt x="7137385" y="129399"/>
                  </a:lnTo>
                  <a:lnTo>
                    <a:pt x="7137511" y="129399"/>
                  </a:lnTo>
                  <a:lnTo>
                    <a:pt x="7137636" y="129399"/>
                  </a:lnTo>
                  <a:lnTo>
                    <a:pt x="7137761" y="129399"/>
                  </a:lnTo>
                  <a:lnTo>
                    <a:pt x="7137886" y="129399"/>
                  </a:lnTo>
                  <a:lnTo>
                    <a:pt x="7138011" y="129399"/>
                  </a:lnTo>
                  <a:lnTo>
                    <a:pt x="7138136" y="129399"/>
                  </a:lnTo>
                  <a:lnTo>
                    <a:pt x="7138261" y="129399"/>
                  </a:lnTo>
                  <a:lnTo>
                    <a:pt x="7138386" y="129399"/>
                  </a:lnTo>
                  <a:lnTo>
                    <a:pt x="7138511" y="129399"/>
                  </a:lnTo>
                  <a:lnTo>
                    <a:pt x="7138636" y="129399"/>
                  </a:lnTo>
                  <a:lnTo>
                    <a:pt x="7138761" y="129399"/>
                  </a:lnTo>
                  <a:lnTo>
                    <a:pt x="7138886" y="129399"/>
                  </a:lnTo>
                  <a:lnTo>
                    <a:pt x="7139011" y="129399"/>
                  </a:lnTo>
                  <a:lnTo>
                    <a:pt x="7139136" y="129399"/>
                  </a:lnTo>
                  <a:lnTo>
                    <a:pt x="7139261" y="129399"/>
                  </a:lnTo>
                  <a:lnTo>
                    <a:pt x="7139386" y="129399"/>
                  </a:lnTo>
                  <a:lnTo>
                    <a:pt x="7139511" y="129399"/>
                  </a:lnTo>
                  <a:lnTo>
                    <a:pt x="7139636" y="129399"/>
                  </a:lnTo>
                  <a:lnTo>
                    <a:pt x="7139761" y="129399"/>
                  </a:lnTo>
                  <a:lnTo>
                    <a:pt x="7139886" y="129399"/>
                  </a:lnTo>
                  <a:lnTo>
                    <a:pt x="7140011" y="129399"/>
                  </a:lnTo>
                  <a:lnTo>
                    <a:pt x="7140136" y="129399"/>
                  </a:lnTo>
                  <a:lnTo>
                    <a:pt x="7140261" y="129399"/>
                  </a:lnTo>
                  <a:lnTo>
                    <a:pt x="7140387" y="129399"/>
                  </a:lnTo>
                  <a:lnTo>
                    <a:pt x="7140512" y="129399"/>
                  </a:lnTo>
                  <a:lnTo>
                    <a:pt x="7140637" y="129399"/>
                  </a:lnTo>
                  <a:lnTo>
                    <a:pt x="7140762" y="129399"/>
                  </a:lnTo>
                  <a:lnTo>
                    <a:pt x="7140887" y="129399"/>
                  </a:lnTo>
                  <a:lnTo>
                    <a:pt x="7141012" y="129399"/>
                  </a:lnTo>
                  <a:lnTo>
                    <a:pt x="7141137" y="129399"/>
                  </a:lnTo>
                  <a:lnTo>
                    <a:pt x="7141262" y="129399"/>
                  </a:lnTo>
                  <a:lnTo>
                    <a:pt x="7141387" y="129399"/>
                  </a:lnTo>
                  <a:lnTo>
                    <a:pt x="7141512" y="129399"/>
                  </a:lnTo>
                  <a:lnTo>
                    <a:pt x="7141637" y="129399"/>
                  </a:lnTo>
                  <a:lnTo>
                    <a:pt x="7141762" y="129399"/>
                  </a:lnTo>
                  <a:lnTo>
                    <a:pt x="7141887" y="129399"/>
                  </a:lnTo>
                  <a:lnTo>
                    <a:pt x="7142012" y="129399"/>
                  </a:lnTo>
                  <a:lnTo>
                    <a:pt x="7142137" y="129399"/>
                  </a:lnTo>
                  <a:lnTo>
                    <a:pt x="7142262" y="129399"/>
                  </a:lnTo>
                  <a:lnTo>
                    <a:pt x="7142387" y="129399"/>
                  </a:lnTo>
                  <a:lnTo>
                    <a:pt x="7142512" y="129399"/>
                  </a:lnTo>
                  <a:lnTo>
                    <a:pt x="7142637" y="129399"/>
                  </a:lnTo>
                  <a:lnTo>
                    <a:pt x="7142762" y="129399"/>
                  </a:lnTo>
                  <a:lnTo>
                    <a:pt x="7142887" y="129399"/>
                  </a:lnTo>
                  <a:lnTo>
                    <a:pt x="7143012" y="129399"/>
                  </a:lnTo>
                  <a:lnTo>
                    <a:pt x="7143137" y="129399"/>
                  </a:lnTo>
                  <a:lnTo>
                    <a:pt x="7143262" y="129399"/>
                  </a:lnTo>
                  <a:lnTo>
                    <a:pt x="7143388" y="129399"/>
                  </a:lnTo>
                  <a:lnTo>
                    <a:pt x="7143513" y="129399"/>
                  </a:lnTo>
                  <a:lnTo>
                    <a:pt x="7143638" y="129399"/>
                  </a:lnTo>
                  <a:lnTo>
                    <a:pt x="7143763" y="129399"/>
                  </a:lnTo>
                  <a:lnTo>
                    <a:pt x="7143888" y="129399"/>
                  </a:lnTo>
                  <a:lnTo>
                    <a:pt x="7144013" y="129399"/>
                  </a:lnTo>
                  <a:lnTo>
                    <a:pt x="7144138" y="129399"/>
                  </a:lnTo>
                  <a:lnTo>
                    <a:pt x="7144263" y="129399"/>
                  </a:lnTo>
                  <a:lnTo>
                    <a:pt x="7144388" y="129399"/>
                  </a:lnTo>
                  <a:lnTo>
                    <a:pt x="7144513" y="129399"/>
                  </a:lnTo>
                  <a:lnTo>
                    <a:pt x="7144638" y="129399"/>
                  </a:lnTo>
                  <a:lnTo>
                    <a:pt x="7144763" y="129399"/>
                  </a:lnTo>
                  <a:lnTo>
                    <a:pt x="7144888" y="129399"/>
                  </a:lnTo>
                  <a:lnTo>
                    <a:pt x="7145013" y="129399"/>
                  </a:lnTo>
                  <a:lnTo>
                    <a:pt x="7145138" y="129399"/>
                  </a:lnTo>
                  <a:lnTo>
                    <a:pt x="7145263" y="129399"/>
                  </a:lnTo>
                  <a:lnTo>
                    <a:pt x="7145388" y="129399"/>
                  </a:lnTo>
                  <a:lnTo>
                    <a:pt x="7145513" y="129399"/>
                  </a:lnTo>
                  <a:lnTo>
                    <a:pt x="7145638" y="129399"/>
                  </a:lnTo>
                  <a:lnTo>
                    <a:pt x="7145763" y="129399"/>
                  </a:lnTo>
                  <a:lnTo>
                    <a:pt x="7145888" y="129399"/>
                  </a:lnTo>
                  <a:lnTo>
                    <a:pt x="7146013" y="129399"/>
                  </a:lnTo>
                  <a:lnTo>
                    <a:pt x="7146138" y="129399"/>
                  </a:lnTo>
                  <a:lnTo>
                    <a:pt x="7146263" y="129399"/>
                  </a:lnTo>
                  <a:lnTo>
                    <a:pt x="7146389" y="129399"/>
                  </a:lnTo>
                  <a:lnTo>
                    <a:pt x="7146514" y="129399"/>
                  </a:lnTo>
                  <a:lnTo>
                    <a:pt x="7146639" y="129399"/>
                  </a:lnTo>
                  <a:lnTo>
                    <a:pt x="7146764" y="129399"/>
                  </a:lnTo>
                  <a:lnTo>
                    <a:pt x="7146889" y="129399"/>
                  </a:lnTo>
                  <a:lnTo>
                    <a:pt x="7147014" y="129399"/>
                  </a:lnTo>
                  <a:lnTo>
                    <a:pt x="7147139" y="129399"/>
                  </a:lnTo>
                  <a:lnTo>
                    <a:pt x="7147264" y="129399"/>
                  </a:lnTo>
                  <a:lnTo>
                    <a:pt x="7147389" y="129399"/>
                  </a:lnTo>
                  <a:lnTo>
                    <a:pt x="7147514" y="129399"/>
                  </a:lnTo>
                  <a:lnTo>
                    <a:pt x="7147639" y="129399"/>
                  </a:lnTo>
                  <a:lnTo>
                    <a:pt x="7147764" y="129399"/>
                  </a:lnTo>
                  <a:lnTo>
                    <a:pt x="7147889" y="129399"/>
                  </a:lnTo>
                  <a:lnTo>
                    <a:pt x="7148014" y="129399"/>
                  </a:lnTo>
                  <a:lnTo>
                    <a:pt x="7148139" y="129399"/>
                  </a:lnTo>
                  <a:lnTo>
                    <a:pt x="7148264" y="129399"/>
                  </a:lnTo>
                  <a:lnTo>
                    <a:pt x="7148389" y="129399"/>
                  </a:lnTo>
                  <a:lnTo>
                    <a:pt x="7148514" y="129399"/>
                  </a:lnTo>
                  <a:lnTo>
                    <a:pt x="7148639" y="129399"/>
                  </a:lnTo>
                  <a:lnTo>
                    <a:pt x="7148764" y="129399"/>
                  </a:lnTo>
                  <a:lnTo>
                    <a:pt x="7148889" y="129399"/>
                  </a:lnTo>
                  <a:lnTo>
                    <a:pt x="7149014" y="129399"/>
                  </a:lnTo>
                  <a:lnTo>
                    <a:pt x="7149139" y="129399"/>
                  </a:lnTo>
                  <a:lnTo>
                    <a:pt x="7149264" y="129399"/>
                  </a:lnTo>
                  <a:lnTo>
                    <a:pt x="7149390" y="129399"/>
                  </a:lnTo>
                  <a:lnTo>
                    <a:pt x="7149515" y="129399"/>
                  </a:lnTo>
                  <a:lnTo>
                    <a:pt x="7149640" y="129399"/>
                  </a:lnTo>
                  <a:lnTo>
                    <a:pt x="7149765" y="129399"/>
                  </a:lnTo>
                  <a:lnTo>
                    <a:pt x="7149890" y="129399"/>
                  </a:lnTo>
                  <a:lnTo>
                    <a:pt x="7150015" y="129399"/>
                  </a:lnTo>
                  <a:lnTo>
                    <a:pt x="7150140" y="129399"/>
                  </a:lnTo>
                  <a:lnTo>
                    <a:pt x="7150265" y="129399"/>
                  </a:lnTo>
                  <a:lnTo>
                    <a:pt x="7150390" y="129399"/>
                  </a:lnTo>
                  <a:lnTo>
                    <a:pt x="7150515" y="129399"/>
                  </a:lnTo>
                  <a:lnTo>
                    <a:pt x="7150640" y="129399"/>
                  </a:lnTo>
                  <a:lnTo>
                    <a:pt x="7150765" y="129399"/>
                  </a:lnTo>
                  <a:lnTo>
                    <a:pt x="7150890" y="129399"/>
                  </a:lnTo>
                  <a:lnTo>
                    <a:pt x="7151015" y="129399"/>
                  </a:lnTo>
                  <a:lnTo>
                    <a:pt x="7151140" y="129399"/>
                  </a:lnTo>
                  <a:lnTo>
                    <a:pt x="7151265" y="129399"/>
                  </a:lnTo>
                  <a:lnTo>
                    <a:pt x="7151390" y="129399"/>
                  </a:lnTo>
                  <a:lnTo>
                    <a:pt x="7151515" y="129399"/>
                  </a:lnTo>
                  <a:lnTo>
                    <a:pt x="7151640" y="129399"/>
                  </a:lnTo>
                  <a:lnTo>
                    <a:pt x="7151765" y="129399"/>
                  </a:lnTo>
                  <a:lnTo>
                    <a:pt x="7151890" y="129399"/>
                  </a:lnTo>
                  <a:lnTo>
                    <a:pt x="7152015" y="129399"/>
                  </a:lnTo>
                  <a:lnTo>
                    <a:pt x="7152140" y="129399"/>
                  </a:lnTo>
                  <a:lnTo>
                    <a:pt x="7152265" y="129399"/>
                  </a:lnTo>
                  <a:lnTo>
                    <a:pt x="7152391" y="129399"/>
                  </a:lnTo>
                  <a:lnTo>
                    <a:pt x="7152516" y="129399"/>
                  </a:lnTo>
                  <a:lnTo>
                    <a:pt x="7152641" y="129399"/>
                  </a:lnTo>
                  <a:lnTo>
                    <a:pt x="7152766" y="129399"/>
                  </a:lnTo>
                  <a:lnTo>
                    <a:pt x="7152891" y="129399"/>
                  </a:lnTo>
                  <a:lnTo>
                    <a:pt x="7153016" y="129399"/>
                  </a:lnTo>
                  <a:lnTo>
                    <a:pt x="7153141" y="129399"/>
                  </a:lnTo>
                  <a:lnTo>
                    <a:pt x="7153266" y="129399"/>
                  </a:lnTo>
                  <a:lnTo>
                    <a:pt x="7153391" y="129399"/>
                  </a:lnTo>
                  <a:lnTo>
                    <a:pt x="7153516" y="129399"/>
                  </a:lnTo>
                  <a:lnTo>
                    <a:pt x="7153641" y="129399"/>
                  </a:lnTo>
                  <a:lnTo>
                    <a:pt x="7153766" y="129399"/>
                  </a:lnTo>
                  <a:lnTo>
                    <a:pt x="7153891" y="129399"/>
                  </a:lnTo>
                  <a:lnTo>
                    <a:pt x="7154016" y="129399"/>
                  </a:lnTo>
                  <a:lnTo>
                    <a:pt x="7154141" y="129399"/>
                  </a:lnTo>
                  <a:lnTo>
                    <a:pt x="7154266" y="129399"/>
                  </a:lnTo>
                  <a:lnTo>
                    <a:pt x="7154391" y="129399"/>
                  </a:lnTo>
                  <a:lnTo>
                    <a:pt x="7154516" y="129399"/>
                  </a:lnTo>
                  <a:lnTo>
                    <a:pt x="7154641" y="129399"/>
                  </a:lnTo>
                  <a:lnTo>
                    <a:pt x="7154766" y="129399"/>
                  </a:lnTo>
                  <a:lnTo>
                    <a:pt x="7154891" y="129399"/>
                  </a:lnTo>
                  <a:lnTo>
                    <a:pt x="7155016" y="129399"/>
                  </a:lnTo>
                  <a:lnTo>
                    <a:pt x="7155141" y="129399"/>
                  </a:lnTo>
                  <a:lnTo>
                    <a:pt x="7155266" y="129399"/>
                  </a:lnTo>
                  <a:lnTo>
                    <a:pt x="7155392" y="129399"/>
                  </a:lnTo>
                  <a:lnTo>
                    <a:pt x="7155517" y="129399"/>
                  </a:lnTo>
                  <a:lnTo>
                    <a:pt x="7155642" y="129399"/>
                  </a:lnTo>
                  <a:lnTo>
                    <a:pt x="7155767" y="129399"/>
                  </a:lnTo>
                  <a:lnTo>
                    <a:pt x="7155892" y="129399"/>
                  </a:lnTo>
                  <a:lnTo>
                    <a:pt x="7156017" y="129399"/>
                  </a:lnTo>
                  <a:lnTo>
                    <a:pt x="7156142" y="129399"/>
                  </a:lnTo>
                  <a:lnTo>
                    <a:pt x="7156267" y="129399"/>
                  </a:lnTo>
                  <a:lnTo>
                    <a:pt x="7156392" y="129399"/>
                  </a:lnTo>
                  <a:lnTo>
                    <a:pt x="7156517" y="129399"/>
                  </a:lnTo>
                  <a:lnTo>
                    <a:pt x="7156642" y="129399"/>
                  </a:lnTo>
                  <a:lnTo>
                    <a:pt x="7156767" y="129399"/>
                  </a:lnTo>
                  <a:lnTo>
                    <a:pt x="7156892" y="129399"/>
                  </a:lnTo>
                  <a:lnTo>
                    <a:pt x="7157017" y="129399"/>
                  </a:lnTo>
                  <a:lnTo>
                    <a:pt x="7157142" y="129399"/>
                  </a:lnTo>
                  <a:lnTo>
                    <a:pt x="7157267" y="129399"/>
                  </a:lnTo>
                  <a:lnTo>
                    <a:pt x="7157392" y="129399"/>
                  </a:lnTo>
                  <a:lnTo>
                    <a:pt x="7157517" y="129399"/>
                  </a:lnTo>
                  <a:lnTo>
                    <a:pt x="7157642" y="129399"/>
                  </a:lnTo>
                  <a:lnTo>
                    <a:pt x="7157767" y="129399"/>
                  </a:lnTo>
                  <a:lnTo>
                    <a:pt x="7157892" y="129399"/>
                  </a:lnTo>
                  <a:lnTo>
                    <a:pt x="7158017" y="129399"/>
                  </a:lnTo>
                  <a:lnTo>
                    <a:pt x="7158142" y="129399"/>
                  </a:lnTo>
                  <a:lnTo>
                    <a:pt x="7158267" y="129399"/>
                  </a:lnTo>
                  <a:lnTo>
                    <a:pt x="7158393" y="129399"/>
                  </a:lnTo>
                  <a:lnTo>
                    <a:pt x="7158518" y="129399"/>
                  </a:lnTo>
                  <a:lnTo>
                    <a:pt x="7158643" y="129399"/>
                  </a:lnTo>
                  <a:lnTo>
                    <a:pt x="7158768" y="129399"/>
                  </a:lnTo>
                  <a:lnTo>
                    <a:pt x="7158893" y="129399"/>
                  </a:lnTo>
                  <a:lnTo>
                    <a:pt x="7159018" y="129399"/>
                  </a:lnTo>
                  <a:lnTo>
                    <a:pt x="7159143" y="129399"/>
                  </a:lnTo>
                  <a:lnTo>
                    <a:pt x="7159268" y="129399"/>
                  </a:lnTo>
                  <a:lnTo>
                    <a:pt x="7159393" y="129399"/>
                  </a:lnTo>
                  <a:lnTo>
                    <a:pt x="7159518" y="129399"/>
                  </a:lnTo>
                  <a:lnTo>
                    <a:pt x="7159643" y="129399"/>
                  </a:lnTo>
                  <a:lnTo>
                    <a:pt x="7159768" y="129399"/>
                  </a:lnTo>
                  <a:lnTo>
                    <a:pt x="7159893" y="129399"/>
                  </a:lnTo>
                  <a:lnTo>
                    <a:pt x="7160018" y="129399"/>
                  </a:lnTo>
                  <a:lnTo>
                    <a:pt x="7160143" y="129399"/>
                  </a:lnTo>
                  <a:lnTo>
                    <a:pt x="7160268" y="129399"/>
                  </a:lnTo>
                  <a:lnTo>
                    <a:pt x="7160393" y="129399"/>
                  </a:lnTo>
                  <a:lnTo>
                    <a:pt x="7160518" y="129399"/>
                  </a:lnTo>
                  <a:lnTo>
                    <a:pt x="7160643" y="129399"/>
                  </a:lnTo>
                  <a:lnTo>
                    <a:pt x="7160768" y="129399"/>
                  </a:lnTo>
                  <a:lnTo>
                    <a:pt x="7160893" y="129399"/>
                  </a:lnTo>
                  <a:lnTo>
                    <a:pt x="7161018" y="129399"/>
                  </a:lnTo>
                  <a:lnTo>
                    <a:pt x="7161143" y="129399"/>
                  </a:lnTo>
                  <a:lnTo>
                    <a:pt x="7161268" y="129399"/>
                  </a:lnTo>
                  <a:lnTo>
                    <a:pt x="7161394" y="129399"/>
                  </a:lnTo>
                  <a:lnTo>
                    <a:pt x="7161519" y="129399"/>
                  </a:lnTo>
                  <a:lnTo>
                    <a:pt x="7161644" y="129399"/>
                  </a:lnTo>
                  <a:lnTo>
                    <a:pt x="7161769" y="129399"/>
                  </a:lnTo>
                  <a:lnTo>
                    <a:pt x="7161894" y="129399"/>
                  </a:lnTo>
                  <a:lnTo>
                    <a:pt x="7162019" y="129399"/>
                  </a:lnTo>
                  <a:lnTo>
                    <a:pt x="7162144" y="129399"/>
                  </a:lnTo>
                  <a:lnTo>
                    <a:pt x="7162269" y="129399"/>
                  </a:lnTo>
                  <a:lnTo>
                    <a:pt x="7162394" y="129399"/>
                  </a:lnTo>
                  <a:lnTo>
                    <a:pt x="7162519" y="129399"/>
                  </a:lnTo>
                  <a:lnTo>
                    <a:pt x="7162644" y="129399"/>
                  </a:lnTo>
                  <a:lnTo>
                    <a:pt x="7162769" y="129399"/>
                  </a:lnTo>
                  <a:lnTo>
                    <a:pt x="7162894" y="129399"/>
                  </a:lnTo>
                  <a:lnTo>
                    <a:pt x="7163019" y="129399"/>
                  </a:lnTo>
                  <a:lnTo>
                    <a:pt x="7163144" y="129399"/>
                  </a:lnTo>
                  <a:lnTo>
                    <a:pt x="7163269" y="129399"/>
                  </a:lnTo>
                  <a:lnTo>
                    <a:pt x="7163394" y="129399"/>
                  </a:lnTo>
                  <a:lnTo>
                    <a:pt x="7163519" y="129399"/>
                  </a:lnTo>
                  <a:lnTo>
                    <a:pt x="7163644" y="129399"/>
                  </a:lnTo>
                  <a:lnTo>
                    <a:pt x="7163769" y="129399"/>
                  </a:lnTo>
                  <a:lnTo>
                    <a:pt x="7163894" y="129399"/>
                  </a:lnTo>
                  <a:lnTo>
                    <a:pt x="7164019" y="129399"/>
                  </a:lnTo>
                  <a:lnTo>
                    <a:pt x="7164144" y="129399"/>
                  </a:lnTo>
                  <a:lnTo>
                    <a:pt x="7164269" y="129399"/>
                  </a:lnTo>
                  <a:lnTo>
                    <a:pt x="7164395" y="129399"/>
                  </a:lnTo>
                  <a:lnTo>
                    <a:pt x="7164520" y="129399"/>
                  </a:lnTo>
                  <a:lnTo>
                    <a:pt x="7164645" y="129399"/>
                  </a:lnTo>
                  <a:lnTo>
                    <a:pt x="7164770" y="129399"/>
                  </a:lnTo>
                  <a:lnTo>
                    <a:pt x="7164895" y="129399"/>
                  </a:lnTo>
                  <a:lnTo>
                    <a:pt x="7165020" y="129399"/>
                  </a:lnTo>
                  <a:lnTo>
                    <a:pt x="7165145" y="129399"/>
                  </a:lnTo>
                  <a:lnTo>
                    <a:pt x="7165270" y="129399"/>
                  </a:lnTo>
                  <a:lnTo>
                    <a:pt x="7165395" y="129399"/>
                  </a:lnTo>
                  <a:lnTo>
                    <a:pt x="7165520" y="129399"/>
                  </a:lnTo>
                  <a:lnTo>
                    <a:pt x="7165645" y="129399"/>
                  </a:lnTo>
                  <a:lnTo>
                    <a:pt x="7165770" y="129399"/>
                  </a:lnTo>
                  <a:lnTo>
                    <a:pt x="7165895" y="129399"/>
                  </a:lnTo>
                  <a:lnTo>
                    <a:pt x="7166020" y="129399"/>
                  </a:lnTo>
                  <a:lnTo>
                    <a:pt x="7166145" y="129399"/>
                  </a:lnTo>
                  <a:lnTo>
                    <a:pt x="7166270" y="129399"/>
                  </a:lnTo>
                  <a:lnTo>
                    <a:pt x="7166395" y="129399"/>
                  </a:lnTo>
                  <a:lnTo>
                    <a:pt x="7166520" y="129399"/>
                  </a:lnTo>
                  <a:lnTo>
                    <a:pt x="7166645" y="129399"/>
                  </a:lnTo>
                  <a:lnTo>
                    <a:pt x="7166770" y="129399"/>
                  </a:lnTo>
                  <a:lnTo>
                    <a:pt x="7166895" y="129399"/>
                  </a:lnTo>
                  <a:lnTo>
                    <a:pt x="7167020" y="129399"/>
                  </a:lnTo>
                  <a:lnTo>
                    <a:pt x="7167145" y="129399"/>
                  </a:lnTo>
                  <a:lnTo>
                    <a:pt x="7167270" y="129399"/>
                  </a:lnTo>
                  <a:lnTo>
                    <a:pt x="7167396" y="129399"/>
                  </a:lnTo>
                  <a:lnTo>
                    <a:pt x="7167521" y="129399"/>
                  </a:lnTo>
                  <a:lnTo>
                    <a:pt x="7167646" y="129399"/>
                  </a:lnTo>
                  <a:lnTo>
                    <a:pt x="7167771" y="129399"/>
                  </a:lnTo>
                  <a:lnTo>
                    <a:pt x="7167896" y="129399"/>
                  </a:lnTo>
                  <a:lnTo>
                    <a:pt x="7168021" y="129399"/>
                  </a:lnTo>
                  <a:lnTo>
                    <a:pt x="7168146" y="129399"/>
                  </a:lnTo>
                  <a:lnTo>
                    <a:pt x="7168271" y="129399"/>
                  </a:lnTo>
                  <a:lnTo>
                    <a:pt x="7168396" y="129399"/>
                  </a:lnTo>
                  <a:lnTo>
                    <a:pt x="7168521" y="129399"/>
                  </a:lnTo>
                  <a:lnTo>
                    <a:pt x="7168646" y="129399"/>
                  </a:lnTo>
                  <a:lnTo>
                    <a:pt x="7168771" y="129399"/>
                  </a:lnTo>
                  <a:lnTo>
                    <a:pt x="7168896" y="129399"/>
                  </a:lnTo>
                  <a:lnTo>
                    <a:pt x="7169021" y="129399"/>
                  </a:lnTo>
                  <a:lnTo>
                    <a:pt x="7169146" y="129399"/>
                  </a:lnTo>
                  <a:lnTo>
                    <a:pt x="7169271" y="129399"/>
                  </a:lnTo>
                  <a:lnTo>
                    <a:pt x="7169396" y="129399"/>
                  </a:lnTo>
                  <a:lnTo>
                    <a:pt x="7169521" y="129399"/>
                  </a:lnTo>
                  <a:lnTo>
                    <a:pt x="7169646" y="129399"/>
                  </a:lnTo>
                  <a:lnTo>
                    <a:pt x="7169771" y="129399"/>
                  </a:lnTo>
                  <a:lnTo>
                    <a:pt x="7169896" y="129399"/>
                  </a:lnTo>
                  <a:lnTo>
                    <a:pt x="7170021" y="129399"/>
                  </a:lnTo>
                  <a:lnTo>
                    <a:pt x="7170146" y="129399"/>
                  </a:lnTo>
                  <a:lnTo>
                    <a:pt x="7170271" y="129399"/>
                  </a:lnTo>
                  <a:lnTo>
                    <a:pt x="7170397" y="129399"/>
                  </a:lnTo>
                  <a:lnTo>
                    <a:pt x="7170522" y="129399"/>
                  </a:lnTo>
                  <a:lnTo>
                    <a:pt x="7170647" y="129399"/>
                  </a:lnTo>
                  <a:lnTo>
                    <a:pt x="7170772" y="129399"/>
                  </a:lnTo>
                  <a:lnTo>
                    <a:pt x="7170897" y="129399"/>
                  </a:lnTo>
                  <a:lnTo>
                    <a:pt x="7171022" y="129399"/>
                  </a:lnTo>
                  <a:lnTo>
                    <a:pt x="7171147" y="129399"/>
                  </a:lnTo>
                  <a:lnTo>
                    <a:pt x="7171272" y="129399"/>
                  </a:lnTo>
                  <a:lnTo>
                    <a:pt x="7171397" y="129399"/>
                  </a:lnTo>
                  <a:lnTo>
                    <a:pt x="7171522" y="129399"/>
                  </a:lnTo>
                  <a:lnTo>
                    <a:pt x="7171647" y="129399"/>
                  </a:lnTo>
                  <a:lnTo>
                    <a:pt x="7171772" y="129399"/>
                  </a:lnTo>
                  <a:lnTo>
                    <a:pt x="7171897" y="129399"/>
                  </a:lnTo>
                  <a:lnTo>
                    <a:pt x="7172022" y="129399"/>
                  </a:lnTo>
                  <a:lnTo>
                    <a:pt x="7172147" y="129399"/>
                  </a:lnTo>
                  <a:lnTo>
                    <a:pt x="7172272" y="129399"/>
                  </a:lnTo>
                  <a:lnTo>
                    <a:pt x="7172397" y="129399"/>
                  </a:lnTo>
                  <a:lnTo>
                    <a:pt x="7172522" y="129399"/>
                  </a:lnTo>
                  <a:lnTo>
                    <a:pt x="7172647" y="129399"/>
                  </a:lnTo>
                  <a:lnTo>
                    <a:pt x="7172772" y="129399"/>
                  </a:lnTo>
                  <a:lnTo>
                    <a:pt x="7172897" y="129399"/>
                  </a:lnTo>
                  <a:lnTo>
                    <a:pt x="7173022" y="129399"/>
                  </a:lnTo>
                  <a:lnTo>
                    <a:pt x="7173147" y="129399"/>
                  </a:lnTo>
                  <a:lnTo>
                    <a:pt x="7173272" y="129399"/>
                  </a:lnTo>
                  <a:lnTo>
                    <a:pt x="7173398" y="129399"/>
                  </a:lnTo>
                  <a:lnTo>
                    <a:pt x="7173523" y="129399"/>
                  </a:lnTo>
                  <a:lnTo>
                    <a:pt x="7173648" y="129399"/>
                  </a:lnTo>
                  <a:lnTo>
                    <a:pt x="7173773" y="129399"/>
                  </a:lnTo>
                  <a:lnTo>
                    <a:pt x="7173898" y="129399"/>
                  </a:lnTo>
                  <a:lnTo>
                    <a:pt x="7174023" y="129399"/>
                  </a:lnTo>
                  <a:lnTo>
                    <a:pt x="7174148" y="129399"/>
                  </a:lnTo>
                  <a:lnTo>
                    <a:pt x="7174273" y="129399"/>
                  </a:lnTo>
                  <a:lnTo>
                    <a:pt x="7174398" y="129399"/>
                  </a:lnTo>
                  <a:lnTo>
                    <a:pt x="7174523" y="129399"/>
                  </a:lnTo>
                  <a:lnTo>
                    <a:pt x="7174648" y="129399"/>
                  </a:lnTo>
                  <a:lnTo>
                    <a:pt x="7174773" y="129399"/>
                  </a:lnTo>
                  <a:lnTo>
                    <a:pt x="7174898" y="129399"/>
                  </a:lnTo>
                  <a:lnTo>
                    <a:pt x="7175023" y="129399"/>
                  </a:lnTo>
                  <a:lnTo>
                    <a:pt x="7175148" y="129399"/>
                  </a:lnTo>
                  <a:lnTo>
                    <a:pt x="7175273" y="129399"/>
                  </a:lnTo>
                  <a:lnTo>
                    <a:pt x="7175398" y="129399"/>
                  </a:lnTo>
                  <a:lnTo>
                    <a:pt x="7175523" y="129399"/>
                  </a:lnTo>
                  <a:lnTo>
                    <a:pt x="7175648" y="129399"/>
                  </a:lnTo>
                  <a:lnTo>
                    <a:pt x="7175773" y="129399"/>
                  </a:lnTo>
                  <a:lnTo>
                    <a:pt x="7175898" y="129399"/>
                  </a:lnTo>
                  <a:lnTo>
                    <a:pt x="7176023" y="129399"/>
                  </a:lnTo>
                  <a:lnTo>
                    <a:pt x="7176148" y="129399"/>
                  </a:lnTo>
                  <a:lnTo>
                    <a:pt x="7176273" y="129399"/>
                  </a:lnTo>
                  <a:lnTo>
                    <a:pt x="7176399" y="129399"/>
                  </a:lnTo>
                  <a:lnTo>
                    <a:pt x="7176524" y="129399"/>
                  </a:lnTo>
                  <a:lnTo>
                    <a:pt x="7176649" y="129399"/>
                  </a:lnTo>
                  <a:lnTo>
                    <a:pt x="7176774" y="129399"/>
                  </a:lnTo>
                  <a:lnTo>
                    <a:pt x="7176899" y="129399"/>
                  </a:lnTo>
                  <a:lnTo>
                    <a:pt x="7177024" y="129399"/>
                  </a:lnTo>
                  <a:lnTo>
                    <a:pt x="7177149" y="129399"/>
                  </a:lnTo>
                  <a:lnTo>
                    <a:pt x="7177274" y="129399"/>
                  </a:lnTo>
                  <a:lnTo>
                    <a:pt x="7177399" y="129399"/>
                  </a:lnTo>
                  <a:lnTo>
                    <a:pt x="7177524" y="129399"/>
                  </a:lnTo>
                  <a:lnTo>
                    <a:pt x="7177649" y="129399"/>
                  </a:lnTo>
                  <a:lnTo>
                    <a:pt x="7177774" y="129399"/>
                  </a:lnTo>
                  <a:lnTo>
                    <a:pt x="7177899" y="129399"/>
                  </a:lnTo>
                  <a:lnTo>
                    <a:pt x="7178024" y="129399"/>
                  </a:lnTo>
                  <a:lnTo>
                    <a:pt x="7178149" y="129399"/>
                  </a:lnTo>
                  <a:lnTo>
                    <a:pt x="7178274" y="129399"/>
                  </a:lnTo>
                  <a:lnTo>
                    <a:pt x="7178399" y="129399"/>
                  </a:lnTo>
                  <a:lnTo>
                    <a:pt x="7178524" y="129399"/>
                  </a:lnTo>
                  <a:lnTo>
                    <a:pt x="7178649" y="129399"/>
                  </a:lnTo>
                  <a:lnTo>
                    <a:pt x="7178774" y="129399"/>
                  </a:lnTo>
                  <a:lnTo>
                    <a:pt x="7178899" y="129399"/>
                  </a:lnTo>
                  <a:lnTo>
                    <a:pt x="7179024" y="129399"/>
                  </a:lnTo>
                  <a:lnTo>
                    <a:pt x="7179149" y="129399"/>
                  </a:lnTo>
                  <a:lnTo>
                    <a:pt x="7179275" y="129399"/>
                  </a:lnTo>
                  <a:lnTo>
                    <a:pt x="7179400" y="129399"/>
                  </a:lnTo>
                  <a:lnTo>
                    <a:pt x="7179525" y="129399"/>
                  </a:lnTo>
                  <a:lnTo>
                    <a:pt x="7179650" y="129399"/>
                  </a:lnTo>
                  <a:lnTo>
                    <a:pt x="7179775" y="129399"/>
                  </a:lnTo>
                  <a:lnTo>
                    <a:pt x="7179900" y="129399"/>
                  </a:lnTo>
                  <a:lnTo>
                    <a:pt x="7180025" y="129399"/>
                  </a:lnTo>
                  <a:lnTo>
                    <a:pt x="7180150" y="129399"/>
                  </a:lnTo>
                  <a:lnTo>
                    <a:pt x="7180275" y="129399"/>
                  </a:lnTo>
                  <a:lnTo>
                    <a:pt x="7180400" y="129399"/>
                  </a:lnTo>
                  <a:lnTo>
                    <a:pt x="7180525" y="129399"/>
                  </a:lnTo>
                  <a:lnTo>
                    <a:pt x="7180650" y="129399"/>
                  </a:lnTo>
                  <a:lnTo>
                    <a:pt x="7180775" y="129399"/>
                  </a:lnTo>
                  <a:lnTo>
                    <a:pt x="7180900" y="129399"/>
                  </a:lnTo>
                  <a:lnTo>
                    <a:pt x="7181025" y="129399"/>
                  </a:lnTo>
                  <a:lnTo>
                    <a:pt x="7181150" y="129399"/>
                  </a:lnTo>
                  <a:lnTo>
                    <a:pt x="7181275" y="129399"/>
                  </a:lnTo>
                  <a:lnTo>
                    <a:pt x="7181400" y="129399"/>
                  </a:lnTo>
                  <a:lnTo>
                    <a:pt x="7181525" y="129399"/>
                  </a:lnTo>
                  <a:lnTo>
                    <a:pt x="7181650" y="129399"/>
                  </a:lnTo>
                  <a:lnTo>
                    <a:pt x="7181775" y="129399"/>
                  </a:lnTo>
                  <a:lnTo>
                    <a:pt x="7181900" y="129399"/>
                  </a:lnTo>
                  <a:lnTo>
                    <a:pt x="7182025" y="129399"/>
                  </a:lnTo>
                  <a:lnTo>
                    <a:pt x="7182150" y="129399"/>
                  </a:lnTo>
                  <a:lnTo>
                    <a:pt x="7182276" y="129399"/>
                  </a:lnTo>
                  <a:lnTo>
                    <a:pt x="7182401" y="129399"/>
                  </a:lnTo>
                  <a:lnTo>
                    <a:pt x="7182526" y="129399"/>
                  </a:lnTo>
                  <a:lnTo>
                    <a:pt x="7182651" y="129399"/>
                  </a:lnTo>
                  <a:lnTo>
                    <a:pt x="7182776" y="129399"/>
                  </a:lnTo>
                  <a:lnTo>
                    <a:pt x="7182901" y="129399"/>
                  </a:lnTo>
                  <a:lnTo>
                    <a:pt x="7183026" y="129399"/>
                  </a:lnTo>
                  <a:lnTo>
                    <a:pt x="7183151" y="129399"/>
                  </a:lnTo>
                  <a:lnTo>
                    <a:pt x="7183276" y="129399"/>
                  </a:lnTo>
                  <a:lnTo>
                    <a:pt x="7183401" y="129399"/>
                  </a:lnTo>
                  <a:lnTo>
                    <a:pt x="7183526" y="129399"/>
                  </a:lnTo>
                  <a:lnTo>
                    <a:pt x="7183651" y="129399"/>
                  </a:lnTo>
                  <a:lnTo>
                    <a:pt x="7183776" y="129399"/>
                  </a:lnTo>
                  <a:lnTo>
                    <a:pt x="7183901" y="129399"/>
                  </a:lnTo>
                  <a:lnTo>
                    <a:pt x="7184026" y="129399"/>
                  </a:lnTo>
                  <a:lnTo>
                    <a:pt x="7184151" y="129399"/>
                  </a:lnTo>
                  <a:lnTo>
                    <a:pt x="7184276" y="129399"/>
                  </a:lnTo>
                  <a:lnTo>
                    <a:pt x="7184401" y="129399"/>
                  </a:lnTo>
                  <a:lnTo>
                    <a:pt x="7184526" y="129399"/>
                  </a:lnTo>
                  <a:lnTo>
                    <a:pt x="7184651" y="129399"/>
                  </a:lnTo>
                  <a:lnTo>
                    <a:pt x="7184776" y="129399"/>
                  </a:lnTo>
                  <a:lnTo>
                    <a:pt x="7184901" y="129399"/>
                  </a:lnTo>
                  <a:lnTo>
                    <a:pt x="7185026" y="129399"/>
                  </a:lnTo>
                  <a:lnTo>
                    <a:pt x="7185151" y="129399"/>
                  </a:lnTo>
                  <a:lnTo>
                    <a:pt x="7185277" y="129399"/>
                  </a:lnTo>
                  <a:lnTo>
                    <a:pt x="7185402" y="129399"/>
                  </a:lnTo>
                  <a:lnTo>
                    <a:pt x="7185527" y="129399"/>
                  </a:lnTo>
                  <a:lnTo>
                    <a:pt x="7185652" y="129399"/>
                  </a:lnTo>
                  <a:lnTo>
                    <a:pt x="7185777" y="129399"/>
                  </a:lnTo>
                  <a:lnTo>
                    <a:pt x="7185902" y="129399"/>
                  </a:lnTo>
                  <a:lnTo>
                    <a:pt x="7186027" y="129399"/>
                  </a:lnTo>
                  <a:lnTo>
                    <a:pt x="7186152" y="129399"/>
                  </a:lnTo>
                  <a:lnTo>
                    <a:pt x="7186277" y="129399"/>
                  </a:lnTo>
                  <a:lnTo>
                    <a:pt x="7186402" y="129399"/>
                  </a:lnTo>
                  <a:lnTo>
                    <a:pt x="7186527" y="129399"/>
                  </a:lnTo>
                  <a:lnTo>
                    <a:pt x="7186652" y="129399"/>
                  </a:lnTo>
                  <a:lnTo>
                    <a:pt x="7186777" y="129399"/>
                  </a:lnTo>
                  <a:lnTo>
                    <a:pt x="7186902" y="129399"/>
                  </a:lnTo>
                  <a:lnTo>
                    <a:pt x="7187027" y="129399"/>
                  </a:lnTo>
                  <a:lnTo>
                    <a:pt x="7187152" y="129399"/>
                  </a:lnTo>
                  <a:lnTo>
                    <a:pt x="7187277" y="129399"/>
                  </a:lnTo>
                  <a:lnTo>
                    <a:pt x="7187402" y="129399"/>
                  </a:lnTo>
                  <a:lnTo>
                    <a:pt x="7187527" y="129399"/>
                  </a:lnTo>
                  <a:lnTo>
                    <a:pt x="7187652" y="129399"/>
                  </a:lnTo>
                  <a:lnTo>
                    <a:pt x="7187777" y="129399"/>
                  </a:lnTo>
                  <a:lnTo>
                    <a:pt x="7187902" y="129399"/>
                  </a:lnTo>
                  <a:lnTo>
                    <a:pt x="7188027" y="129399"/>
                  </a:lnTo>
                  <a:lnTo>
                    <a:pt x="7188152" y="129399"/>
                  </a:lnTo>
                  <a:lnTo>
                    <a:pt x="7188278" y="129399"/>
                  </a:lnTo>
                  <a:lnTo>
                    <a:pt x="7188403" y="129399"/>
                  </a:lnTo>
                  <a:lnTo>
                    <a:pt x="7188528" y="129399"/>
                  </a:lnTo>
                  <a:lnTo>
                    <a:pt x="7188653" y="129399"/>
                  </a:lnTo>
                  <a:lnTo>
                    <a:pt x="7188778" y="129399"/>
                  </a:lnTo>
                  <a:lnTo>
                    <a:pt x="7188903" y="129399"/>
                  </a:lnTo>
                  <a:lnTo>
                    <a:pt x="7189028" y="129399"/>
                  </a:lnTo>
                  <a:lnTo>
                    <a:pt x="7189153" y="129399"/>
                  </a:lnTo>
                  <a:lnTo>
                    <a:pt x="7189278" y="129399"/>
                  </a:lnTo>
                  <a:lnTo>
                    <a:pt x="7189403" y="129399"/>
                  </a:lnTo>
                  <a:lnTo>
                    <a:pt x="7189528" y="129399"/>
                  </a:lnTo>
                  <a:lnTo>
                    <a:pt x="7189653" y="129399"/>
                  </a:lnTo>
                  <a:lnTo>
                    <a:pt x="7189778" y="129399"/>
                  </a:lnTo>
                  <a:lnTo>
                    <a:pt x="7189903" y="129399"/>
                  </a:lnTo>
                  <a:lnTo>
                    <a:pt x="7190028" y="129399"/>
                  </a:lnTo>
                  <a:lnTo>
                    <a:pt x="7190153" y="129399"/>
                  </a:lnTo>
                  <a:lnTo>
                    <a:pt x="7190278" y="129399"/>
                  </a:lnTo>
                  <a:lnTo>
                    <a:pt x="7190403" y="129399"/>
                  </a:lnTo>
                  <a:lnTo>
                    <a:pt x="7190528" y="129399"/>
                  </a:lnTo>
                  <a:lnTo>
                    <a:pt x="7190653" y="129399"/>
                  </a:lnTo>
                  <a:lnTo>
                    <a:pt x="7190778" y="129399"/>
                  </a:lnTo>
                  <a:lnTo>
                    <a:pt x="7190903" y="129399"/>
                  </a:lnTo>
                  <a:lnTo>
                    <a:pt x="7191028" y="129399"/>
                  </a:lnTo>
                  <a:lnTo>
                    <a:pt x="7191153" y="129399"/>
                  </a:lnTo>
                  <a:lnTo>
                    <a:pt x="7191279" y="129399"/>
                  </a:lnTo>
                  <a:lnTo>
                    <a:pt x="7191404" y="129399"/>
                  </a:lnTo>
                  <a:lnTo>
                    <a:pt x="7191529" y="129399"/>
                  </a:lnTo>
                  <a:lnTo>
                    <a:pt x="7191654" y="129399"/>
                  </a:lnTo>
                  <a:lnTo>
                    <a:pt x="7191779" y="129399"/>
                  </a:lnTo>
                  <a:lnTo>
                    <a:pt x="7191904" y="129399"/>
                  </a:lnTo>
                  <a:lnTo>
                    <a:pt x="7192029" y="129399"/>
                  </a:lnTo>
                  <a:lnTo>
                    <a:pt x="7192154" y="129399"/>
                  </a:lnTo>
                  <a:lnTo>
                    <a:pt x="7192279" y="129399"/>
                  </a:lnTo>
                  <a:lnTo>
                    <a:pt x="7192404" y="129399"/>
                  </a:lnTo>
                  <a:lnTo>
                    <a:pt x="7192529" y="129399"/>
                  </a:lnTo>
                  <a:lnTo>
                    <a:pt x="7192654" y="129399"/>
                  </a:lnTo>
                  <a:lnTo>
                    <a:pt x="7192779" y="129399"/>
                  </a:lnTo>
                  <a:lnTo>
                    <a:pt x="7192904" y="129399"/>
                  </a:lnTo>
                  <a:lnTo>
                    <a:pt x="7193029" y="129399"/>
                  </a:lnTo>
                  <a:lnTo>
                    <a:pt x="7193154" y="129399"/>
                  </a:lnTo>
                  <a:lnTo>
                    <a:pt x="7193279" y="129399"/>
                  </a:lnTo>
                  <a:lnTo>
                    <a:pt x="7193404" y="129399"/>
                  </a:lnTo>
                  <a:lnTo>
                    <a:pt x="7193529" y="129399"/>
                  </a:lnTo>
                  <a:lnTo>
                    <a:pt x="7193654" y="129399"/>
                  </a:lnTo>
                  <a:lnTo>
                    <a:pt x="7193779" y="129399"/>
                  </a:lnTo>
                  <a:lnTo>
                    <a:pt x="7193904" y="129399"/>
                  </a:lnTo>
                  <a:lnTo>
                    <a:pt x="7194029" y="129399"/>
                  </a:lnTo>
                  <a:lnTo>
                    <a:pt x="7194154" y="129399"/>
                  </a:lnTo>
                  <a:lnTo>
                    <a:pt x="7194280" y="129399"/>
                  </a:lnTo>
                  <a:lnTo>
                    <a:pt x="7194405" y="129399"/>
                  </a:lnTo>
                  <a:lnTo>
                    <a:pt x="7194530" y="129399"/>
                  </a:lnTo>
                  <a:lnTo>
                    <a:pt x="7194655" y="129399"/>
                  </a:lnTo>
                  <a:lnTo>
                    <a:pt x="7194780" y="129399"/>
                  </a:lnTo>
                  <a:lnTo>
                    <a:pt x="7194905" y="129399"/>
                  </a:lnTo>
                  <a:lnTo>
                    <a:pt x="7195030" y="129399"/>
                  </a:lnTo>
                  <a:lnTo>
                    <a:pt x="7195155" y="129399"/>
                  </a:lnTo>
                  <a:lnTo>
                    <a:pt x="7195280" y="129399"/>
                  </a:lnTo>
                  <a:lnTo>
                    <a:pt x="7195405" y="129399"/>
                  </a:lnTo>
                  <a:lnTo>
                    <a:pt x="7195530" y="129399"/>
                  </a:lnTo>
                  <a:lnTo>
                    <a:pt x="7195655" y="129399"/>
                  </a:lnTo>
                  <a:lnTo>
                    <a:pt x="7195780" y="129399"/>
                  </a:lnTo>
                  <a:lnTo>
                    <a:pt x="7195905" y="129399"/>
                  </a:lnTo>
                  <a:lnTo>
                    <a:pt x="7196030" y="129399"/>
                  </a:lnTo>
                  <a:lnTo>
                    <a:pt x="7196155" y="129399"/>
                  </a:lnTo>
                  <a:lnTo>
                    <a:pt x="7196280" y="129399"/>
                  </a:lnTo>
                  <a:lnTo>
                    <a:pt x="7196405" y="129399"/>
                  </a:lnTo>
                  <a:lnTo>
                    <a:pt x="7196530" y="129399"/>
                  </a:lnTo>
                  <a:lnTo>
                    <a:pt x="7196655" y="129399"/>
                  </a:lnTo>
                  <a:lnTo>
                    <a:pt x="7196780" y="129399"/>
                  </a:lnTo>
                  <a:lnTo>
                    <a:pt x="7196905" y="129399"/>
                  </a:lnTo>
                  <a:lnTo>
                    <a:pt x="7197030" y="129399"/>
                  </a:lnTo>
                  <a:lnTo>
                    <a:pt x="7197155" y="129399"/>
                  </a:lnTo>
                  <a:lnTo>
                    <a:pt x="7197281" y="129399"/>
                  </a:lnTo>
                  <a:lnTo>
                    <a:pt x="7197406" y="129399"/>
                  </a:lnTo>
                  <a:lnTo>
                    <a:pt x="7197531" y="129399"/>
                  </a:lnTo>
                  <a:lnTo>
                    <a:pt x="7197656" y="129399"/>
                  </a:lnTo>
                  <a:lnTo>
                    <a:pt x="7197781" y="129399"/>
                  </a:lnTo>
                  <a:lnTo>
                    <a:pt x="7197906" y="129399"/>
                  </a:lnTo>
                  <a:lnTo>
                    <a:pt x="7198031" y="129399"/>
                  </a:lnTo>
                  <a:lnTo>
                    <a:pt x="7198156" y="129399"/>
                  </a:lnTo>
                  <a:lnTo>
                    <a:pt x="7198281" y="129399"/>
                  </a:lnTo>
                  <a:lnTo>
                    <a:pt x="7198406" y="129399"/>
                  </a:lnTo>
                  <a:lnTo>
                    <a:pt x="7198531" y="129399"/>
                  </a:lnTo>
                  <a:lnTo>
                    <a:pt x="7198656" y="129399"/>
                  </a:lnTo>
                  <a:lnTo>
                    <a:pt x="7198781" y="129399"/>
                  </a:lnTo>
                  <a:lnTo>
                    <a:pt x="7198906" y="129399"/>
                  </a:lnTo>
                  <a:lnTo>
                    <a:pt x="7199031" y="129399"/>
                  </a:lnTo>
                  <a:lnTo>
                    <a:pt x="7199156" y="129399"/>
                  </a:lnTo>
                  <a:lnTo>
                    <a:pt x="7199281" y="129399"/>
                  </a:lnTo>
                  <a:lnTo>
                    <a:pt x="7199406" y="129399"/>
                  </a:lnTo>
                  <a:lnTo>
                    <a:pt x="7199531" y="129399"/>
                  </a:lnTo>
                  <a:lnTo>
                    <a:pt x="7199656" y="129399"/>
                  </a:lnTo>
                  <a:lnTo>
                    <a:pt x="7199781" y="129399"/>
                  </a:lnTo>
                  <a:lnTo>
                    <a:pt x="7199906" y="129399"/>
                  </a:lnTo>
                  <a:lnTo>
                    <a:pt x="7200031" y="129399"/>
                  </a:lnTo>
                  <a:lnTo>
                    <a:pt x="7200156" y="129399"/>
                  </a:lnTo>
                  <a:lnTo>
                    <a:pt x="7200282" y="129399"/>
                  </a:lnTo>
                  <a:lnTo>
                    <a:pt x="7200407" y="129399"/>
                  </a:lnTo>
                  <a:lnTo>
                    <a:pt x="7200532" y="129399"/>
                  </a:lnTo>
                  <a:lnTo>
                    <a:pt x="7200657" y="129399"/>
                  </a:lnTo>
                  <a:lnTo>
                    <a:pt x="7200782" y="129399"/>
                  </a:lnTo>
                  <a:lnTo>
                    <a:pt x="7200907" y="129399"/>
                  </a:lnTo>
                  <a:lnTo>
                    <a:pt x="7201032" y="129399"/>
                  </a:lnTo>
                  <a:lnTo>
                    <a:pt x="7201157" y="129399"/>
                  </a:lnTo>
                  <a:lnTo>
                    <a:pt x="7201282" y="129399"/>
                  </a:lnTo>
                  <a:lnTo>
                    <a:pt x="7201407" y="129399"/>
                  </a:lnTo>
                  <a:lnTo>
                    <a:pt x="7201532" y="129399"/>
                  </a:lnTo>
                  <a:lnTo>
                    <a:pt x="7201657" y="129399"/>
                  </a:lnTo>
                  <a:lnTo>
                    <a:pt x="7201782" y="129399"/>
                  </a:lnTo>
                  <a:lnTo>
                    <a:pt x="7201907" y="129399"/>
                  </a:lnTo>
                  <a:lnTo>
                    <a:pt x="7202032" y="129399"/>
                  </a:lnTo>
                  <a:lnTo>
                    <a:pt x="7202157" y="129399"/>
                  </a:lnTo>
                  <a:lnTo>
                    <a:pt x="7202282" y="129399"/>
                  </a:lnTo>
                  <a:lnTo>
                    <a:pt x="7202407" y="129399"/>
                  </a:lnTo>
                  <a:lnTo>
                    <a:pt x="7202532" y="129399"/>
                  </a:lnTo>
                  <a:lnTo>
                    <a:pt x="7202657" y="129399"/>
                  </a:lnTo>
                  <a:lnTo>
                    <a:pt x="7202782" y="129399"/>
                  </a:lnTo>
                  <a:lnTo>
                    <a:pt x="7202907" y="129399"/>
                  </a:lnTo>
                  <a:lnTo>
                    <a:pt x="7203032" y="129399"/>
                  </a:lnTo>
                  <a:lnTo>
                    <a:pt x="7203157" y="129399"/>
                  </a:lnTo>
                  <a:lnTo>
                    <a:pt x="7203283" y="129399"/>
                  </a:lnTo>
                  <a:lnTo>
                    <a:pt x="7203408" y="129399"/>
                  </a:lnTo>
                  <a:lnTo>
                    <a:pt x="7203533" y="129399"/>
                  </a:lnTo>
                  <a:lnTo>
                    <a:pt x="7203658" y="129399"/>
                  </a:lnTo>
                  <a:lnTo>
                    <a:pt x="7203783" y="129399"/>
                  </a:lnTo>
                  <a:lnTo>
                    <a:pt x="7203908" y="129399"/>
                  </a:lnTo>
                  <a:lnTo>
                    <a:pt x="7204033" y="129399"/>
                  </a:lnTo>
                  <a:lnTo>
                    <a:pt x="7204158" y="129399"/>
                  </a:lnTo>
                  <a:lnTo>
                    <a:pt x="7204283" y="129399"/>
                  </a:lnTo>
                  <a:lnTo>
                    <a:pt x="7204408" y="129399"/>
                  </a:lnTo>
                  <a:lnTo>
                    <a:pt x="7204533" y="129399"/>
                  </a:lnTo>
                  <a:lnTo>
                    <a:pt x="7204658" y="129399"/>
                  </a:lnTo>
                  <a:lnTo>
                    <a:pt x="7204783" y="129399"/>
                  </a:lnTo>
                  <a:lnTo>
                    <a:pt x="7204908" y="129399"/>
                  </a:lnTo>
                  <a:lnTo>
                    <a:pt x="7205033" y="129399"/>
                  </a:lnTo>
                  <a:lnTo>
                    <a:pt x="7205158" y="129399"/>
                  </a:lnTo>
                  <a:lnTo>
                    <a:pt x="7205283" y="129399"/>
                  </a:lnTo>
                  <a:lnTo>
                    <a:pt x="7205408" y="129399"/>
                  </a:lnTo>
                  <a:lnTo>
                    <a:pt x="7205533" y="129399"/>
                  </a:lnTo>
                  <a:lnTo>
                    <a:pt x="7205658" y="129399"/>
                  </a:lnTo>
                  <a:lnTo>
                    <a:pt x="7205783" y="129399"/>
                  </a:lnTo>
                  <a:lnTo>
                    <a:pt x="7205908" y="129399"/>
                  </a:lnTo>
                  <a:lnTo>
                    <a:pt x="7206033" y="129399"/>
                  </a:lnTo>
                  <a:lnTo>
                    <a:pt x="7206158" y="129399"/>
                  </a:lnTo>
                  <a:lnTo>
                    <a:pt x="7206284" y="129399"/>
                  </a:lnTo>
                  <a:lnTo>
                    <a:pt x="7206409" y="129399"/>
                  </a:lnTo>
                  <a:lnTo>
                    <a:pt x="7206534" y="129399"/>
                  </a:lnTo>
                  <a:lnTo>
                    <a:pt x="7206659" y="129399"/>
                  </a:lnTo>
                  <a:lnTo>
                    <a:pt x="7206784" y="129399"/>
                  </a:lnTo>
                  <a:lnTo>
                    <a:pt x="7206909" y="129399"/>
                  </a:lnTo>
                  <a:lnTo>
                    <a:pt x="7207034" y="129399"/>
                  </a:lnTo>
                  <a:lnTo>
                    <a:pt x="7207159" y="129399"/>
                  </a:lnTo>
                  <a:lnTo>
                    <a:pt x="7207284" y="129399"/>
                  </a:lnTo>
                  <a:lnTo>
                    <a:pt x="7207409" y="129399"/>
                  </a:lnTo>
                  <a:lnTo>
                    <a:pt x="7207534" y="129399"/>
                  </a:lnTo>
                  <a:lnTo>
                    <a:pt x="7207659" y="129399"/>
                  </a:lnTo>
                  <a:lnTo>
                    <a:pt x="7207784" y="129399"/>
                  </a:lnTo>
                  <a:lnTo>
                    <a:pt x="7207909" y="129399"/>
                  </a:lnTo>
                  <a:lnTo>
                    <a:pt x="7208034" y="129399"/>
                  </a:lnTo>
                  <a:lnTo>
                    <a:pt x="7208159" y="129399"/>
                  </a:lnTo>
                  <a:lnTo>
                    <a:pt x="7208284" y="129399"/>
                  </a:lnTo>
                  <a:lnTo>
                    <a:pt x="7208409" y="129399"/>
                  </a:lnTo>
                  <a:lnTo>
                    <a:pt x="7208534" y="129399"/>
                  </a:lnTo>
                  <a:lnTo>
                    <a:pt x="7208659" y="129399"/>
                  </a:lnTo>
                  <a:lnTo>
                    <a:pt x="7208784" y="129399"/>
                  </a:lnTo>
                  <a:lnTo>
                    <a:pt x="7208909" y="129399"/>
                  </a:lnTo>
                  <a:lnTo>
                    <a:pt x="7209034" y="129399"/>
                  </a:lnTo>
                  <a:lnTo>
                    <a:pt x="7209159" y="129399"/>
                  </a:lnTo>
                  <a:lnTo>
                    <a:pt x="7209285" y="129399"/>
                  </a:lnTo>
                  <a:lnTo>
                    <a:pt x="7209410" y="129399"/>
                  </a:lnTo>
                  <a:lnTo>
                    <a:pt x="7209535" y="129399"/>
                  </a:lnTo>
                  <a:lnTo>
                    <a:pt x="7209660" y="129399"/>
                  </a:lnTo>
                  <a:lnTo>
                    <a:pt x="7209785" y="129399"/>
                  </a:lnTo>
                  <a:lnTo>
                    <a:pt x="7209910" y="129399"/>
                  </a:lnTo>
                  <a:lnTo>
                    <a:pt x="7210035" y="129399"/>
                  </a:lnTo>
                  <a:lnTo>
                    <a:pt x="7210160" y="129399"/>
                  </a:lnTo>
                  <a:lnTo>
                    <a:pt x="7210285" y="129399"/>
                  </a:lnTo>
                  <a:lnTo>
                    <a:pt x="7210410" y="129399"/>
                  </a:lnTo>
                  <a:lnTo>
                    <a:pt x="7210535" y="129399"/>
                  </a:lnTo>
                  <a:lnTo>
                    <a:pt x="7210660" y="129399"/>
                  </a:lnTo>
                  <a:lnTo>
                    <a:pt x="7210785" y="129399"/>
                  </a:lnTo>
                  <a:lnTo>
                    <a:pt x="7210910" y="129399"/>
                  </a:lnTo>
                  <a:lnTo>
                    <a:pt x="7211035" y="129399"/>
                  </a:lnTo>
                  <a:lnTo>
                    <a:pt x="7211160" y="129399"/>
                  </a:lnTo>
                  <a:lnTo>
                    <a:pt x="7211285" y="129399"/>
                  </a:lnTo>
                  <a:lnTo>
                    <a:pt x="7211410" y="129399"/>
                  </a:lnTo>
                  <a:lnTo>
                    <a:pt x="7211535" y="129399"/>
                  </a:lnTo>
                  <a:lnTo>
                    <a:pt x="7211660" y="129399"/>
                  </a:lnTo>
                  <a:lnTo>
                    <a:pt x="7211785" y="129399"/>
                  </a:lnTo>
                  <a:lnTo>
                    <a:pt x="7211910" y="129399"/>
                  </a:lnTo>
                  <a:lnTo>
                    <a:pt x="7212035" y="129399"/>
                  </a:lnTo>
                  <a:lnTo>
                    <a:pt x="7212160" y="129399"/>
                  </a:lnTo>
                  <a:lnTo>
                    <a:pt x="7212286" y="129399"/>
                  </a:lnTo>
                  <a:lnTo>
                    <a:pt x="7212411" y="129399"/>
                  </a:lnTo>
                  <a:lnTo>
                    <a:pt x="7212536" y="129399"/>
                  </a:lnTo>
                  <a:lnTo>
                    <a:pt x="7212661" y="129399"/>
                  </a:lnTo>
                  <a:lnTo>
                    <a:pt x="7212786" y="129399"/>
                  </a:lnTo>
                  <a:lnTo>
                    <a:pt x="7212911" y="129399"/>
                  </a:lnTo>
                  <a:lnTo>
                    <a:pt x="7213036" y="129399"/>
                  </a:lnTo>
                  <a:lnTo>
                    <a:pt x="7213161" y="129399"/>
                  </a:lnTo>
                  <a:lnTo>
                    <a:pt x="7213286" y="129399"/>
                  </a:lnTo>
                  <a:lnTo>
                    <a:pt x="7213411" y="129399"/>
                  </a:lnTo>
                  <a:lnTo>
                    <a:pt x="7213536" y="129399"/>
                  </a:lnTo>
                  <a:lnTo>
                    <a:pt x="7213661" y="129399"/>
                  </a:lnTo>
                  <a:lnTo>
                    <a:pt x="7213786" y="129399"/>
                  </a:lnTo>
                  <a:lnTo>
                    <a:pt x="7213911" y="129399"/>
                  </a:lnTo>
                  <a:lnTo>
                    <a:pt x="7214036" y="129399"/>
                  </a:lnTo>
                  <a:lnTo>
                    <a:pt x="7214161" y="129399"/>
                  </a:lnTo>
                  <a:lnTo>
                    <a:pt x="7214286" y="129399"/>
                  </a:lnTo>
                  <a:lnTo>
                    <a:pt x="7214411" y="129399"/>
                  </a:lnTo>
                  <a:lnTo>
                    <a:pt x="7214536" y="129399"/>
                  </a:lnTo>
                  <a:lnTo>
                    <a:pt x="7214661" y="129399"/>
                  </a:lnTo>
                  <a:lnTo>
                    <a:pt x="7214786" y="129399"/>
                  </a:lnTo>
                  <a:lnTo>
                    <a:pt x="7214911" y="129399"/>
                  </a:lnTo>
                  <a:lnTo>
                    <a:pt x="7215036" y="129399"/>
                  </a:lnTo>
                  <a:lnTo>
                    <a:pt x="7215161" y="129399"/>
                  </a:lnTo>
                  <a:lnTo>
                    <a:pt x="7215287" y="129399"/>
                  </a:lnTo>
                  <a:lnTo>
                    <a:pt x="7215412" y="129399"/>
                  </a:lnTo>
                  <a:lnTo>
                    <a:pt x="7215537" y="129399"/>
                  </a:lnTo>
                  <a:lnTo>
                    <a:pt x="7215662" y="129399"/>
                  </a:lnTo>
                  <a:lnTo>
                    <a:pt x="7215787" y="129399"/>
                  </a:lnTo>
                  <a:lnTo>
                    <a:pt x="7215912" y="129399"/>
                  </a:lnTo>
                  <a:lnTo>
                    <a:pt x="7216037" y="129399"/>
                  </a:lnTo>
                  <a:lnTo>
                    <a:pt x="7216162" y="129399"/>
                  </a:lnTo>
                  <a:lnTo>
                    <a:pt x="7216287" y="129399"/>
                  </a:lnTo>
                  <a:lnTo>
                    <a:pt x="7216412" y="129399"/>
                  </a:lnTo>
                  <a:lnTo>
                    <a:pt x="7216537" y="129399"/>
                  </a:lnTo>
                  <a:lnTo>
                    <a:pt x="7216662" y="129399"/>
                  </a:lnTo>
                  <a:lnTo>
                    <a:pt x="7216787" y="129399"/>
                  </a:lnTo>
                  <a:lnTo>
                    <a:pt x="7216912" y="129399"/>
                  </a:lnTo>
                  <a:lnTo>
                    <a:pt x="7217037" y="129399"/>
                  </a:lnTo>
                  <a:lnTo>
                    <a:pt x="7217162" y="129399"/>
                  </a:lnTo>
                  <a:lnTo>
                    <a:pt x="7217287" y="129399"/>
                  </a:lnTo>
                  <a:lnTo>
                    <a:pt x="7217412" y="129399"/>
                  </a:lnTo>
                  <a:lnTo>
                    <a:pt x="7217537" y="129399"/>
                  </a:lnTo>
                  <a:lnTo>
                    <a:pt x="7217662" y="129399"/>
                  </a:lnTo>
                  <a:lnTo>
                    <a:pt x="7217787" y="129399"/>
                  </a:lnTo>
                  <a:lnTo>
                    <a:pt x="7217912" y="129399"/>
                  </a:lnTo>
                  <a:lnTo>
                    <a:pt x="7218037" y="129399"/>
                  </a:lnTo>
                  <a:lnTo>
                    <a:pt x="7218163" y="129399"/>
                  </a:lnTo>
                  <a:lnTo>
                    <a:pt x="7218288" y="129399"/>
                  </a:lnTo>
                  <a:lnTo>
                    <a:pt x="7218413" y="129399"/>
                  </a:lnTo>
                  <a:lnTo>
                    <a:pt x="7218538" y="129399"/>
                  </a:lnTo>
                  <a:lnTo>
                    <a:pt x="7218663" y="129399"/>
                  </a:lnTo>
                  <a:lnTo>
                    <a:pt x="7218788" y="129399"/>
                  </a:lnTo>
                  <a:lnTo>
                    <a:pt x="7218913" y="129399"/>
                  </a:lnTo>
                  <a:lnTo>
                    <a:pt x="7219038" y="129399"/>
                  </a:lnTo>
                  <a:lnTo>
                    <a:pt x="7219163" y="129399"/>
                  </a:lnTo>
                  <a:lnTo>
                    <a:pt x="7219288" y="129399"/>
                  </a:lnTo>
                  <a:lnTo>
                    <a:pt x="7219413" y="129399"/>
                  </a:lnTo>
                  <a:lnTo>
                    <a:pt x="7219538" y="129399"/>
                  </a:lnTo>
                  <a:lnTo>
                    <a:pt x="7219663" y="129399"/>
                  </a:lnTo>
                  <a:lnTo>
                    <a:pt x="7219788" y="129399"/>
                  </a:lnTo>
                  <a:lnTo>
                    <a:pt x="7219913" y="129399"/>
                  </a:lnTo>
                  <a:lnTo>
                    <a:pt x="7220038" y="129399"/>
                  </a:lnTo>
                  <a:lnTo>
                    <a:pt x="7220163" y="129399"/>
                  </a:lnTo>
                  <a:lnTo>
                    <a:pt x="7220288" y="129399"/>
                  </a:lnTo>
                  <a:lnTo>
                    <a:pt x="7220413" y="129399"/>
                  </a:lnTo>
                  <a:lnTo>
                    <a:pt x="7220538" y="129399"/>
                  </a:lnTo>
                  <a:lnTo>
                    <a:pt x="7220663" y="129399"/>
                  </a:lnTo>
                  <a:lnTo>
                    <a:pt x="7220788" y="129399"/>
                  </a:lnTo>
                  <a:lnTo>
                    <a:pt x="7220913" y="129399"/>
                  </a:lnTo>
                  <a:lnTo>
                    <a:pt x="7221038" y="129399"/>
                  </a:lnTo>
                  <a:lnTo>
                    <a:pt x="7221164" y="129399"/>
                  </a:lnTo>
                  <a:lnTo>
                    <a:pt x="7221289" y="129399"/>
                  </a:lnTo>
                  <a:lnTo>
                    <a:pt x="7221414" y="129399"/>
                  </a:lnTo>
                  <a:lnTo>
                    <a:pt x="7221539" y="129399"/>
                  </a:lnTo>
                  <a:lnTo>
                    <a:pt x="7221664" y="129399"/>
                  </a:lnTo>
                  <a:lnTo>
                    <a:pt x="7221789" y="129399"/>
                  </a:lnTo>
                  <a:lnTo>
                    <a:pt x="7221914" y="129399"/>
                  </a:lnTo>
                  <a:lnTo>
                    <a:pt x="7222039" y="129399"/>
                  </a:lnTo>
                  <a:lnTo>
                    <a:pt x="7222164" y="129399"/>
                  </a:lnTo>
                  <a:lnTo>
                    <a:pt x="7222289" y="129399"/>
                  </a:lnTo>
                  <a:lnTo>
                    <a:pt x="7222414" y="129399"/>
                  </a:lnTo>
                  <a:lnTo>
                    <a:pt x="7222539" y="129399"/>
                  </a:lnTo>
                  <a:lnTo>
                    <a:pt x="7222664" y="129399"/>
                  </a:lnTo>
                  <a:lnTo>
                    <a:pt x="7222789" y="129399"/>
                  </a:lnTo>
                  <a:lnTo>
                    <a:pt x="7222914" y="129399"/>
                  </a:lnTo>
                  <a:lnTo>
                    <a:pt x="7223039" y="129399"/>
                  </a:lnTo>
                  <a:lnTo>
                    <a:pt x="7223164" y="129399"/>
                  </a:lnTo>
                  <a:lnTo>
                    <a:pt x="7223289" y="129399"/>
                  </a:lnTo>
                  <a:lnTo>
                    <a:pt x="7223414" y="129399"/>
                  </a:lnTo>
                  <a:lnTo>
                    <a:pt x="7223539" y="129399"/>
                  </a:lnTo>
                  <a:lnTo>
                    <a:pt x="7223664" y="129399"/>
                  </a:lnTo>
                  <a:lnTo>
                    <a:pt x="7223789" y="129399"/>
                  </a:lnTo>
                  <a:lnTo>
                    <a:pt x="7223914" y="129399"/>
                  </a:lnTo>
                  <a:lnTo>
                    <a:pt x="7224039" y="129399"/>
                  </a:lnTo>
                  <a:lnTo>
                    <a:pt x="7224165" y="129399"/>
                  </a:lnTo>
                  <a:lnTo>
                    <a:pt x="7224290" y="129399"/>
                  </a:lnTo>
                  <a:lnTo>
                    <a:pt x="7224415" y="129399"/>
                  </a:lnTo>
                  <a:lnTo>
                    <a:pt x="7224540" y="129399"/>
                  </a:lnTo>
                  <a:lnTo>
                    <a:pt x="7224665" y="129399"/>
                  </a:lnTo>
                  <a:lnTo>
                    <a:pt x="7224790" y="129399"/>
                  </a:lnTo>
                  <a:lnTo>
                    <a:pt x="7224915" y="129399"/>
                  </a:lnTo>
                  <a:lnTo>
                    <a:pt x="7225040" y="129399"/>
                  </a:lnTo>
                  <a:lnTo>
                    <a:pt x="7225165" y="129399"/>
                  </a:lnTo>
                  <a:lnTo>
                    <a:pt x="7225290" y="129399"/>
                  </a:lnTo>
                  <a:lnTo>
                    <a:pt x="7225415" y="129399"/>
                  </a:lnTo>
                  <a:lnTo>
                    <a:pt x="7225540" y="129399"/>
                  </a:lnTo>
                  <a:lnTo>
                    <a:pt x="7225665" y="129399"/>
                  </a:lnTo>
                  <a:lnTo>
                    <a:pt x="7225790" y="129399"/>
                  </a:lnTo>
                  <a:lnTo>
                    <a:pt x="7225915" y="129399"/>
                  </a:lnTo>
                  <a:lnTo>
                    <a:pt x="7226040" y="129399"/>
                  </a:lnTo>
                  <a:lnTo>
                    <a:pt x="7226165" y="129399"/>
                  </a:lnTo>
                  <a:lnTo>
                    <a:pt x="7226290" y="129399"/>
                  </a:lnTo>
                  <a:lnTo>
                    <a:pt x="7226415" y="129399"/>
                  </a:lnTo>
                  <a:lnTo>
                    <a:pt x="7226540" y="129399"/>
                  </a:lnTo>
                  <a:lnTo>
                    <a:pt x="7226665" y="129399"/>
                  </a:lnTo>
                  <a:lnTo>
                    <a:pt x="7226790" y="129399"/>
                  </a:lnTo>
                  <a:lnTo>
                    <a:pt x="7226915" y="129399"/>
                  </a:lnTo>
                  <a:lnTo>
                    <a:pt x="7227040" y="129399"/>
                  </a:lnTo>
                  <a:lnTo>
                    <a:pt x="7227166" y="129399"/>
                  </a:lnTo>
                  <a:lnTo>
                    <a:pt x="7227291" y="129399"/>
                  </a:lnTo>
                  <a:lnTo>
                    <a:pt x="7227416" y="129399"/>
                  </a:lnTo>
                  <a:lnTo>
                    <a:pt x="7227541" y="129399"/>
                  </a:lnTo>
                  <a:lnTo>
                    <a:pt x="7227666" y="129399"/>
                  </a:lnTo>
                  <a:lnTo>
                    <a:pt x="7227791" y="129399"/>
                  </a:lnTo>
                  <a:lnTo>
                    <a:pt x="7227916" y="129399"/>
                  </a:lnTo>
                  <a:lnTo>
                    <a:pt x="7228041" y="129399"/>
                  </a:lnTo>
                  <a:lnTo>
                    <a:pt x="7228166" y="129399"/>
                  </a:lnTo>
                  <a:lnTo>
                    <a:pt x="7228291" y="129399"/>
                  </a:lnTo>
                  <a:lnTo>
                    <a:pt x="7228416" y="129399"/>
                  </a:lnTo>
                  <a:lnTo>
                    <a:pt x="7228541" y="129399"/>
                  </a:lnTo>
                  <a:lnTo>
                    <a:pt x="7228666" y="129399"/>
                  </a:lnTo>
                  <a:lnTo>
                    <a:pt x="7228791" y="129399"/>
                  </a:lnTo>
                  <a:lnTo>
                    <a:pt x="7228916" y="129399"/>
                  </a:lnTo>
                  <a:lnTo>
                    <a:pt x="7229041" y="129399"/>
                  </a:lnTo>
                  <a:lnTo>
                    <a:pt x="7229166" y="129399"/>
                  </a:lnTo>
                  <a:lnTo>
                    <a:pt x="7229291" y="129399"/>
                  </a:lnTo>
                  <a:lnTo>
                    <a:pt x="7229416" y="129399"/>
                  </a:lnTo>
                  <a:lnTo>
                    <a:pt x="7229541" y="129399"/>
                  </a:lnTo>
                  <a:lnTo>
                    <a:pt x="7229666" y="129399"/>
                  </a:lnTo>
                  <a:lnTo>
                    <a:pt x="7229791" y="129399"/>
                  </a:lnTo>
                  <a:lnTo>
                    <a:pt x="7229916" y="129399"/>
                  </a:lnTo>
                  <a:lnTo>
                    <a:pt x="7230041" y="129399"/>
                  </a:lnTo>
                  <a:lnTo>
                    <a:pt x="7230167" y="129399"/>
                  </a:lnTo>
                  <a:lnTo>
                    <a:pt x="7230292" y="129399"/>
                  </a:lnTo>
                  <a:lnTo>
                    <a:pt x="7230417" y="129399"/>
                  </a:lnTo>
                  <a:lnTo>
                    <a:pt x="7230542" y="129399"/>
                  </a:lnTo>
                  <a:lnTo>
                    <a:pt x="7230667" y="129399"/>
                  </a:lnTo>
                  <a:lnTo>
                    <a:pt x="7230792" y="129399"/>
                  </a:lnTo>
                  <a:lnTo>
                    <a:pt x="7230917" y="129399"/>
                  </a:lnTo>
                  <a:lnTo>
                    <a:pt x="7231042" y="129399"/>
                  </a:lnTo>
                  <a:lnTo>
                    <a:pt x="7231167" y="129399"/>
                  </a:lnTo>
                  <a:lnTo>
                    <a:pt x="7231292" y="129399"/>
                  </a:lnTo>
                  <a:lnTo>
                    <a:pt x="7231417" y="129399"/>
                  </a:lnTo>
                  <a:lnTo>
                    <a:pt x="7231542" y="129399"/>
                  </a:lnTo>
                  <a:lnTo>
                    <a:pt x="7231667" y="129399"/>
                  </a:lnTo>
                  <a:lnTo>
                    <a:pt x="7231792" y="129399"/>
                  </a:lnTo>
                  <a:lnTo>
                    <a:pt x="7231917" y="129399"/>
                  </a:lnTo>
                  <a:lnTo>
                    <a:pt x="7232042" y="129399"/>
                  </a:lnTo>
                  <a:lnTo>
                    <a:pt x="7232167" y="129399"/>
                  </a:lnTo>
                  <a:lnTo>
                    <a:pt x="7232292" y="129399"/>
                  </a:lnTo>
                  <a:lnTo>
                    <a:pt x="7232417" y="129399"/>
                  </a:lnTo>
                  <a:lnTo>
                    <a:pt x="7232542" y="129399"/>
                  </a:lnTo>
                  <a:lnTo>
                    <a:pt x="7232667" y="129399"/>
                  </a:lnTo>
                  <a:lnTo>
                    <a:pt x="7232792" y="129399"/>
                  </a:lnTo>
                  <a:lnTo>
                    <a:pt x="7232917" y="129399"/>
                  </a:lnTo>
                  <a:lnTo>
                    <a:pt x="7233042" y="129399"/>
                  </a:lnTo>
                  <a:lnTo>
                    <a:pt x="7233168" y="129399"/>
                  </a:lnTo>
                  <a:lnTo>
                    <a:pt x="7233293" y="129399"/>
                  </a:lnTo>
                  <a:lnTo>
                    <a:pt x="7233418" y="129399"/>
                  </a:lnTo>
                  <a:lnTo>
                    <a:pt x="7233543" y="129399"/>
                  </a:lnTo>
                  <a:lnTo>
                    <a:pt x="7233668" y="129399"/>
                  </a:lnTo>
                  <a:lnTo>
                    <a:pt x="7233793" y="129399"/>
                  </a:lnTo>
                  <a:lnTo>
                    <a:pt x="7233918" y="129399"/>
                  </a:lnTo>
                  <a:lnTo>
                    <a:pt x="7234043" y="129399"/>
                  </a:lnTo>
                  <a:lnTo>
                    <a:pt x="7234168" y="129399"/>
                  </a:lnTo>
                  <a:lnTo>
                    <a:pt x="7234293" y="129399"/>
                  </a:lnTo>
                  <a:lnTo>
                    <a:pt x="7234418" y="129399"/>
                  </a:lnTo>
                  <a:lnTo>
                    <a:pt x="7234543" y="129399"/>
                  </a:lnTo>
                  <a:lnTo>
                    <a:pt x="7234668" y="129399"/>
                  </a:lnTo>
                  <a:lnTo>
                    <a:pt x="7234793" y="129399"/>
                  </a:lnTo>
                  <a:lnTo>
                    <a:pt x="7234918" y="129399"/>
                  </a:lnTo>
                  <a:lnTo>
                    <a:pt x="7235043" y="129399"/>
                  </a:lnTo>
                  <a:lnTo>
                    <a:pt x="7235168" y="129399"/>
                  </a:lnTo>
                  <a:lnTo>
                    <a:pt x="7235293" y="129399"/>
                  </a:lnTo>
                  <a:lnTo>
                    <a:pt x="7235418" y="129399"/>
                  </a:lnTo>
                  <a:lnTo>
                    <a:pt x="7235543" y="129399"/>
                  </a:lnTo>
                  <a:lnTo>
                    <a:pt x="7235668" y="129399"/>
                  </a:lnTo>
                  <a:lnTo>
                    <a:pt x="7235793" y="129399"/>
                  </a:lnTo>
                  <a:lnTo>
                    <a:pt x="7235918" y="129399"/>
                  </a:lnTo>
                  <a:lnTo>
                    <a:pt x="7236043" y="129399"/>
                  </a:lnTo>
                  <a:lnTo>
                    <a:pt x="7236169" y="129399"/>
                  </a:lnTo>
                  <a:lnTo>
                    <a:pt x="7236294" y="129399"/>
                  </a:lnTo>
                  <a:lnTo>
                    <a:pt x="7236419" y="129399"/>
                  </a:lnTo>
                  <a:lnTo>
                    <a:pt x="7236544" y="129399"/>
                  </a:lnTo>
                  <a:lnTo>
                    <a:pt x="7236669" y="129399"/>
                  </a:lnTo>
                  <a:lnTo>
                    <a:pt x="7236794" y="129399"/>
                  </a:lnTo>
                  <a:lnTo>
                    <a:pt x="7236919" y="129399"/>
                  </a:lnTo>
                  <a:lnTo>
                    <a:pt x="7237044" y="129399"/>
                  </a:lnTo>
                  <a:lnTo>
                    <a:pt x="7237169" y="129399"/>
                  </a:lnTo>
                  <a:lnTo>
                    <a:pt x="7237294" y="129399"/>
                  </a:lnTo>
                  <a:lnTo>
                    <a:pt x="7237419" y="129399"/>
                  </a:lnTo>
                  <a:lnTo>
                    <a:pt x="7237544" y="129399"/>
                  </a:lnTo>
                  <a:lnTo>
                    <a:pt x="7237669" y="129399"/>
                  </a:lnTo>
                  <a:lnTo>
                    <a:pt x="7237794" y="129399"/>
                  </a:lnTo>
                  <a:lnTo>
                    <a:pt x="7237919" y="129399"/>
                  </a:lnTo>
                  <a:lnTo>
                    <a:pt x="7238044" y="129399"/>
                  </a:lnTo>
                  <a:lnTo>
                    <a:pt x="7238169" y="129399"/>
                  </a:lnTo>
                  <a:lnTo>
                    <a:pt x="7238294" y="129399"/>
                  </a:lnTo>
                  <a:lnTo>
                    <a:pt x="7238419" y="129399"/>
                  </a:lnTo>
                  <a:lnTo>
                    <a:pt x="7238544" y="129399"/>
                  </a:lnTo>
                  <a:lnTo>
                    <a:pt x="7238669" y="129399"/>
                  </a:lnTo>
                  <a:lnTo>
                    <a:pt x="7238794" y="129399"/>
                  </a:lnTo>
                  <a:lnTo>
                    <a:pt x="7238919" y="129399"/>
                  </a:lnTo>
                  <a:lnTo>
                    <a:pt x="7239044" y="129399"/>
                  </a:lnTo>
                  <a:lnTo>
                    <a:pt x="7239170" y="129399"/>
                  </a:lnTo>
                  <a:lnTo>
                    <a:pt x="7239295" y="129399"/>
                  </a:lnTo>
                  <a:lnTo>
                    <a:pt x="7239420" y="129399"/>
                  </a:lnTo>
                  <a:lnTo>
                    <a:pt x="7239545" y="129399"/>
                  </a:lnTo>
                  <a:lnTo>
                    <a:pt x="7239670" y="129399"/>
                  </a:lnTo>
                  <a:lnTo>
                    <a:pt x="7239795" y="129399"/>
                  </a:lnTo>
                  <a:lnTo>
                    <a:pt x="7239920" y="129399"/>
                  </a:lnTo>
                  <a:lnTo>
                    <a:pt x="7240045" y="129399"/>
                  </a:lnTo>
                  <a:lnTo>
                    <a:pt x="7240170" y="129399"/>
                  </a:lnTo>
                  <a:lnTo>
                    <a:pt x="7240295" y="129399"/>
                  </a:lnTo>
                  <a:lnTo>
                    <a:pt x="7240420" y="129399"/>
                  </a:lnTo>
                  <a:lnTo>
                    <a:pt x="7240545" y="129399"/>
                  </a:lnTo>
                  <a:lnTo>
                    <a:pt x="7240670" y="129399"/>
                  </a:lnTo>
                  <a:lnTo>
                    <a:pt x="7240795" y="129399"/>
                  </a:lnTo>
                  <a:lnTo>
                    <a:pt x="7240920" y="129399"/>
                  </a:lnTo>
                  <a:lnTo>
                    <a:pt x="7241045" y="129399"/>
                  </a:lnTo>
                  <a:lnTo>
                    <a:pt x="7241170" y="129399"/>
                  </a:lnTo>
                  <a:lnTo>
                    <a:pt x="7241295" y="129399"/>
                  </a:lnTo>
                  <a:lnTo>
                    <a:pt x="7241420" y="129399"/>
                  </a:lnTo>
                  <a:lnTo>
                    <a:pt x="7241545" y="129399"/>
                  </a:lnTo>
                  <a:lnTo>
                    <a:pt x="7241670" y="129399"/>
                  </a:lnTo>
                  <a:lnTo>
                    <a:pt x="7241795" y="129399"/>
                  </a:lnTo>
                  <a:lnTo>
                    <a:pt x="7241920" y="129399"/>
                  </a:lnTo>
                  <a:lnTo>
                    <a:pt x="7242045" y="129399"/>
                  </a:lnTo>
                  <a:lnTo>
                    <a:pt x="7242171" y="129399"/>
                  </a:lnTo>
                  <a:lnTo>
                    <a:pt x="7242296" y="129399"/>
                  </a:lnTo>
                  <a:lnTo>
                    <a:pt x="7242421" y="129399"/>
                  </a:lnTo>
                  <a:lnTo>
                    <a:pt x="7242546" y="129399"/>
                  </a:lnTo>
                  <a:lnTo>
                    <a:pt x="7242671" y="129399"/>
                  </a:lnTo>
                  <a:lnTo>
                    <a:pt x="7242796" y="129399"/>
                  </a:lnTo>
                  <a:lnTo>
                    <a:pt x="7242921" y="129399"/>
                  </a:lnTo>
                  <a:lnTo>
                    <a:pt x="7243046" y="129399"/>
                  </a:lnTo>
                  <a:lnTo>
                    <a:pt x="7243171" y="129399"/>
                  </a:lnTo>
                  <a:lnTo>
                    <a:pt x="7243296" y="129399"/>
                  </a:lnTo>
                  <a:lnTo>
                    <a:pt x="7243421" y="129399"/>
                  </a:lnTo>
                  <a:lnTo>
                    <a:pt x="7243546" y="129399"/>
                  </a:lnTo>
                  <a:lnTo>
                    <a:pt x="7243671" y="129399"/>
                  </a:lnTo>
                  <a:lnTo>
                    <a:pt x="7243796" y="129399"/>
                  </a:lnTo>
                  <a:lnTo>
                    <a:pt x="7243921" y="129399"/>
                  </a:lnTo>
                  <a:lnTo>
                    <a:pt x="7244046" y="129399"/>
                  </a:lnTo>
                  <a:lnTo>
                    <a:pt x="7244171" y="129399"/>
                  </a:lnTo>
                  <a:lnTo>
                    <a:pt x="7244296" y="129399"/>
                  </a:lnTo>
                  <a:lnTo>
                    <a:pt x="7244421" y="129399"/>
                  </a:lnTo>
                  <a:lnTo>
                    <a:pt x="7244546" y="129399"/>
                  </a:lnTo>
                  <a:lnTo>
                    <a:pt x="7244671" y="129399"/>
                  </a:lnTo>
                  <a:lnTo>
                    <a:pt x="7244796" y="129399"/>
                  </a:lnTo>
                  <a:lnTo>
                    <a:pt x="7244921" y="129399"/>
                  </a:lnTo>
                  <a:lnTo>
                    <a:pt x="7245046" y="129399"/>
                  </a:lnTo>
                  <a:lnTo>
                    <a:pt x="7245172" y="129399"/>
                  </a:lnTo>
                  <a:lnTo>
                    <a:pt x="7245297" y="129399"/>
                  </a:lnTo>
                  <a:lnTo>
                    <a:pt x="7245422" y="129399"/>
                  </a:lnTo>
                  <a:lnTo>
                    <a:pt x="7245547" y="129399"/>
                  </a:lnTo>
                  <a:lnTo>
                    <a:pt x="7245672" y="129399"/>
                  </a:lnTo>
                  <a:lnTo>
                    <a:pt x="7245797" y="129399"/>
                  </a:lnTo>
                  <a:lnTo>
                    <a:pt x="7245922" y="129399"/>
                  </a:lnTo>
                  <a:lnTo>
                    <a:pt x="7246047" y="129399"/>
                  </a:lnTo>
                  <a:lnTo>
                    <a:pt x="7246172" y="129399"/>
                  </a:lnTo>
                  <a:lnTo>
                    <a:pt x="7246297" y="129399"/>
                  </a:lnTo>
                  <a:lnTo>
                    <a:pt x="7246422" y="129399"/>
                  </a:lnTo>
                  <a:lnTo>
                    <a:pt x="7246547" y="129399"/>
                  </a:lnTo>
                  <a:lnTo>
                    <a:pt x="7246672" y="129399"/>
                  </a:lnTo>
                  <a:lnTo>
                    <a:pt x="7246797" y="129399"/>
                  </a:lnTo>
                  <a:lnTo>
                    <a:pt x="7246922" y="129399"/>
                  </a:lnTo>
                  <a:lnTo>
                    <a:pt x="7247047" y="129399"/>
                  </a:lnTo>
                  <a:lnTo>
                    <a:pt x="7247172" y="129399"/>
                  </a:lnTo>
                  <a:lnTo>
                    <a:pt x="7247297" y="129399"/>
                  </a:lnTo>
                  <a:lnTo>
                    <a:pt x="7247422" y="129399"/>
                  </a:lnTo>
                  <a:lnTo>
                    <a:pt x="7247547" y="129399"/>
                  </a:lnTo>
                  <a:lnTo>
                    <a:pt x="7247672" y="129399"/>
                  </a:lnTo>
                  <a:lnTo>
                    <a:pt x="7247797" y="129399"/>
                  </a:lnTo>
                  <a:lnTo>
                    <a:pt x="7247922" y="129399"/>
                  </a:lnTo>
                  <a:lnTo>
                    <a:pt x="7248047" y="129399"/>
                  </a:lnTo>
                  <a:lnTo>
                    <a:pt x="7248173" y="129399"/>
                  </a:lnTo>
                  <a:lnTo>
                    <a:pt x="7248298" y="129399"/>
                  </a:lnTo>
                  <a:lnTo>
                    <a:pt x="7248423" y="129399"/>
                  </a:lnTo>
                  <a:lnTo>
                    <a:pt x="7248548" y="129399"/>
                  </a:lnTo>
                  <a:lnTo>
                    <a:pt x="7248673" y="129399"/>
                  </a:lnTo>
                  <a:lnTo>
                    <a:pt x="7248798" y="129399"/>
                  </a:lnTo>
                  <a:lnTo>
                    <a:pt x="7248923" y="129399"/>
                  </a:lnTo>
                  <a:lnTo>
                    <a:pt x="7249048" y="129399"/>
                  </a:lnTo>
                  <a:lnTo>
                    <a:pt x="7249173" y="129399"/>
                  </a:lnTo>
                  <a:lnTo>
                    <a:pt x="7249298" y="129399"/>
                  </a:lnTo>
                  <a:lnTo>
                    <a:pt x="7249423" y="129399"/>
                  </a:lnTo>
                  <a:lnTo>
                    <a:pt x="7249548" y="129399"/>
                  </a:lnTo>
                  <a:lnTo>
                    <a:pt x="7249673" y="129399"/>
                  </a:lnTo>
                  <a:lnTo>
                    <a:pt x="7249798" y="129399"/>
                  </a:lnTo>
                  <a:lnTo>
                    <a:pt x="7249923" y="129399"/>
                  </a:lnTo>
                  <a:lnTo>
                    <a:pt x="7250048" y="129399"/>
                  </a:lnTo>
                  <a:lnTo>
                    <a:pt x="7250173" y="129399"/>
                  </a:lnTo>
                  <a:lnTo>
                    <a:pt x="7250298" y="129399"/>
                  </a:lnTo>
                  <a:lnTo>
                    <a:pt x="7250423" y="129399"/>
                  </a:lnTo>
                  <a:lnTo>
                    <a:pt x="7250548" y="129399"/>
                  </a:lnTo>
                  <a:lnTo>
                    <a:pt x="7250673" y="129399"/>
                  </a:lnTo>
                  <a:lnTo>
                    <a:pt x="7250798" y="129399"/>
                  </a:lnTo>
                  <a:lnTo>
                    <a:pt x="7250923" y="129399"/>
                  </a:lnTo>
                  <a:lnTo>
                    <a:pt x="7251048" y="129399"/>
                  </a:lnTo>
                  <a:lnTo>
                    <a:pt x="7251174" y="129399"/>
                  </a:lnTo>
                  <a:lnTo>
                    <a:pt x="7251299" y="129399"/>
                  </a:lnTo>
                  <a:lnTo>
                    <a:pt x="7251424" y="129399"/>
                  </a:lnTo>
                  <a:lnTo>
                    <a:pt x="7251549" y="129399"/>
                  </a:lnTo>
                  <a:lnTo>
                    <a:pt x="7251674" y="129399"/>
                  </a:lnTo>
                  <a:lnTo>
                    <a:pt x="7251799" y="129399"/>
                  </a:lnTo>
                  <a:lnTo>
                    <a:pt x="7251924" y="129399"/>
                  </a:lnTo>
                  <a:lnTo>
                    <a:pt x="7252049" y="129399"/>
                  </a:lnTo>
                  <a:lnTo>
                    <a:pt x="7252174" y="129399"/>
                  </a:lnTo>
                  <a:lnTo>
                    <a:pt x="7252299" y="129399"/>
                  </a:lnTo>
                  <a:lnTo>
                    <a:pt x="7252424" y="129399"/>
                  </a:lnTo>
                  <a:lnTo>
                    <a:pt x="7252549" y="129399"/>
                  </a:lnTo>
                  <a:lnTo>
                    <a:pt x="7252674" y="129399"/>
                  </a:lnTo>
                  <a:lnTo>
                    <a:pt x="7252799" y="129399"/>
                  </a:lnTo>
                  <a:lnTo>
                    <a:pt x="7252924" y="129399"/>
                  </a:lnTo>
                  <a:lnTo>
                    <a:pt x="7253049" y="129399"/>
                  </a:lnTo>
                  <a:lnTo>
                    <a:pt x="7253174" y="129399"/>
                  </a:lnTo>
                  <a:lnTo>
                    <a:pt x="7253299" y="129399"/>
                  </a:lnTo>
                  <a:lnTo>
                    <a:pt x="7253424" y="129399"/>
                  </a:lnTo>
                  <a:lnTo>
                    <a:pt x="7253549" y="129399"/>
                  </a:lnTo>
                  <a:lnTo>
                    <a:pt x="7253674" y="129399"/>
                  </a:lnTo>
                  <a:lnTo>
                    <a:pt x="7253799" y="129399"/>
                  </a:lnTo>
                  <a:lnTo>
                    <a:pt x="7253924" y="129399"/>
                  </a:lnTo>
                  <a:lnTo>
                    <a:pt x="7254049" y="129399"/>
                  </a:lnTo>
                  <a:lnTo>
                    <a:pt x="7254175" y="129399"/>
                  </a:lnTo>
                  <a:lnTo>
                    <a:pt x="7254300" y="129399"/>
                  </a:lnTo>
                  <a:lnTo>
                    <a:pt x="7254425" y="129399"/>
                  </a:lnTo>
                  <a:lnTo>
                    <a:pt x="7254550" y="129399"/>
                  </a:lnTo>
                  <a:lnTo>
                    <a:pt x="7254675" y="129399"/>
                  </a:lnTo>
                  <a:lnTo>
                    <a:pt x="7254800" y="129399"/>
                  </a:lnTo>
                  <a:lnTo>
                    <a:pt x="7254925" y="129399"/>
                  </a:lnTo>
                  <a:lnTo>
                    <a:pt x="7255050" y="129399"/>
                  </a:lnTo>
                  <a:lnTo>
                    <a:pt x="7255175" y="129399"/>
                  </a:lnTo>
                  <a:lnTo>
                    <a:pt x="7255300" y="129399"/>
                  </a:lnTo>
                  <a:lnTo>
                    <a:pt x="7255425" y="129399"/>
                  </a:lnTo>
                  <a:lnTo>
                    <a:pt x="7255550" y="129399"/>
                  </a:lnTo>
                  <a:lnTo>
                    <a:pt x="7255675" y="129399"/>
                  </a:lnTo>
                  <a:lnTo>
                    <a:pt x="7255800" y="129399"/>
                  </a:lnTo>
                  <a:lnTo>
                    <a:pt x="7255925" y="129399"/>
                  </a:lnTo>
                  <a:lnTo>
                    <a:pt x="7256050" y="129399"/>
                  </a:lnTo>
                  <a:lnTo>
                    <a:pt x="7256175" y="129399"/>
                  </a:lnTo>
                  <a:lnTo>
                    <a:pt x="7256300" y="129399"/>
                  </a:lnTo>
                  <a:lnTo>
                    <a:pt x="7256425" y="129399"/>
                  </a:lnTo>
                  <a:lnTo>
                    <a:pt x="7256550" y="129399"/>
                  </a:lnTo>
                  <a:lnTo>
                    <a:pt x="7256675" y="129399"/>
                  </a:lnTo>
                  <a:lnTo>
                    <a:pt x="7256800" y="129399"/>
                  </a:lnTo>
                  <a:lnTo>
                    <a:pt x="7256925" y="129399"/>
                  </a:lnTo>
                  <a:lnTo>
                    <a:pt x="7257051" y="129399"/>
                  </a:lnTo>
                  <a:lnTo>
                    <a:pt x="7257176" y="129399"/>
                  </a:lnTo>
                  <a:lnTo>
                    <a:pt x="7257301" y="129399"/>
                  </a:lnTo>
                  <a:lnTo>
                    <a:pt x="7257426" y="129399"/>
                  </a:lnTo>
                  <a:lnTo>
                    <a:pt x="7257551" y="129399"/>
                  </a:lnTo>
                  <a:lnTo>
                    <a:pt x="7257676" y="129399"/>
                  </a:lnTo>
                  <a:lnTo>
                    <a:pt x="7257801" y="129399"/>
                  </a:lnTo>
                  <a:lnTo>
                    <a:pt x="7257926" y="129399"/>
                  </a:lnTo>
                  <a:lnTo>
                    <a:pt x="7258051" y="129399"/>
                  </a:lnTo>
                  <a:lnTo>
                    <a:pt x="7258176" y="129399"/>
                  </a:lnTo>
                  <a:lnTo>
                    <a:pt x="7258301" y="129399"/>
                  </a:lnTo>
                  <a:lnTo>
                    <a:pt x="7258426" y="129399"/>
                  </a:lnTo>
                  <a:lnTo>
                    <a:pt x="7258551" y="129399"/>
                  </a:lnTo>
                  <a:lnTo>
                    <a:pt x="7258676" y="129399"/>
                  </a:lnTo>
                  <a:lnTo>
                    <a:pt x="7258801" y="129399"/>
                  </a:lnTo>
                  <a:lnTo>
                    <a:pt x="7258926" y="129399"/>
                  </a:lnTo>
                  <a:lnTo>
                    <a:pt x="7259051" y="129399"/>
                  </a:lnTo>
                  <a:lnTo>
                    <a:pt x="7259176" y="129399"/>
                  </a:lnTo>
                  <a:lnTo>
                    <a:pt x="7259301" y="129399"/>
                  </a:lnTo>
                  <a:lnTo>
                    <a:pt x="7259426" y="129399"/>
                  </a:lnTo>
                  <a:lnTo>
                    <a:pt x="7259551" y="129399"/>
                  </a:lnTo>
                  <a:lnTo>
                    <a:pt x="7259676" y="129399"/>
                  </a:lnTo>
                  <a:lnTo>
                    <a:pt x="7259801" y="129399"/>
                  </a:lnTo>
                  <a:lnTo>
                    <a:pt x="7259926" y="129399"/>
                  </a:lnTo>
                  <a:lnTo>
                    <a:pt x="7260052" y="129399"/>
                  </a:lnTo>
                  <a:lnTo>
                    <a:pt x="7260177" y="129399"/>
                  </a:lnTo>
                  <a:lnTo>
                    <a:pt x="7260302" y="129399"/>
                  </a:lnTo>
                  <a:lnTo>
                    <a:pt x="7260427" y="129399"/>
                  </a:lnTo>
                  <a:lnTo>
                    <a:pt x="7260552" y="129399"/>
                  </a:lnTo>
                  <a:lnTo>
                    <a:pt x="7260677" y="129399"/>
                  </a:lnTo>
                  <a:lnTo>
                    <a:pt x="7260802" y="129399"/>
                  </a:lnTo>
                  <a:lnTo>
                    <a:pt x="7260927" y="129399"/>
                  </a:lnTo>
                  <a:lnTo>
                    <a:pt x="7261052" y="129399"/>
                  </a:lnTo>
                  <a:lnTo>
                    <a:pt x="7261177" y="129399"/>
                  </a:lnTo>
                  <a:lnTo>
                    <a:pt x="7261302" y="129399"/>
                  </a:lnTo>
                  <a:lnTo>
                    <a:pt x="7261427" y="129399"/>
                  </a:lnTo>
                  <a:lnTo>
                    <a:pt x="7261552" y="129399"/>
                  </a:lnTo>
                  <a:lnTo>
                    <a:pt x="7261677" y="129399"/>
                  </a:lnTo>
                  <a:lnTo>
                    <a:pt x="7261802" y="129399"/>
                  </a:lnTo>
                  <a:lnTo>
                    <a:pt x="7261927" y="129399"/>
                  </a:lnTo>
                  <a:lnTo>
                    <a:pt x="7262052" y="129399"/>
                  </a:lnTo>
                  <a:lnTo>
                    <a:pt x="7262177" y="129399"/>
                  </a:lnTo>
                  <a:lnTo>
                    <a:pt x="7262302" y="129399"/>
                  </a:lnTo>
                  <a:lnTo>
                    <a:pt x="7262427" y="129399"/>
                  </a:lnTo>
                  <a:lnTo>
                    <a:pt x="7262552" y="129399"/>
                  </a:lnTo>
                  <a:lnTo>
                    <a:pt x="7262677" y="129399"/>
                  </a:lnTo>
                  <a:lnTo>
                    <a:pt x="7262802" y="129399"/>
                  </a:lnTo>
                  <a:lnTo>
                    <a:pt x="7262927" y="129399"/>
                  </a:lnTo>
                  <a:lnTo>
                    <a:pt x="7263053" y="129399"/>
                  </a:lnTo>
                  <a:lnTo>
                    <a:pt x="7263178" y="129399"/>
                  </a:lnTo>
                  <a:lnTo>
                    <a:pt x="7263303" y="129399"/>
                  </a:lnTo>
                  <a:lnTo>
                    <a:pt x="7263428" y="129399"/>
                  </a:lnTo>
                  <a:lnTo>
                    <a:pt x="7263553" y="129399"/>
                  </a:lnTo>
                  <a:lnTo>
                    <a:pt x="7263678" y="129399"/>
                  </a:lnTo>
                  <a:lnTo>
                    <a:pt x="7263803" y="129399"/>
                  </a:lnTo>
                  <a:lnTo>
                    <a:pt x="7263928" y="129399"/>
                  </a:lnTo>
                  <a:lnTo>
                    <a:pt x="7264053" y="129399"/>
                  </a:lnTo>
                  <a:lnTo>
                    <a:pt x="7264178" y="129399"/>
                  </a:lnTo>
                  <a:lnTo>
                    <a:pt x="7264303" y="129399"/>
                  </a:lnTo>
                  <a:lnTo>
                    <a:pt x="7264428" y="129399"/>
                  </a:lnTo>
                  <a:lnTo>
                    <a:pt x="7264553" y="129399"/>
                  </a:lnTo>
                  <a:lnTo>
                    <a:pt x="7264678" y="129399"/>
                  </a:lnTo>
                  <a:lnTo>
                    <a:pt x="7264803" y="129399"/>
                  </a:lnTo>
                  <a:lnTo>
                    <a:pt x="7264928" y="129399"/>
                  </a:lnTo>
                  <a:lnTo>
                    <a:pt x="7265053" y="129399"/>
                  </a:lnTo>
                  <a:lnTo>
                    <a:pt x="7265178" y="129399"/>
                  </a:lnTo>
                  <a:lnTo>
                    <a:pt x="7265303" y="129399"/>
                  </a:lnTo>
                  <a:lnTo>
                    <a:pt x="7265428" y="129399"/>
                  </a:lnTo>
                  <a:lnTo>
                    <a:pt x="7265553" y="129399"/>
                  </a:lnTo>
                  <a:lnTo>
                    <a:pt x="7265678" y="129399"/>
                  </a:lnTo>
                  <a:lnTo>
                    <a:pt x="7265803" y="129399"/>
                  </a:lnTo>
                  <a:lnTo>
                    <a:pt x="7265928" y="129399"/>
                  </a:lnTo>
                  <a:lnTo>
                    <a:pt x="7266054" y="129399"/>
                  </a:lnTo>
                  <a:lnTo>
                    <a:pt x="7266179" y="129399"/>
                  </a:lnTo>
                  <a:lnTo>
                    <a:pt x="7266304" y="129399"/>
                  </a:lnTo>
                  <a:lnTo>
                    <a:pt x="7266429" y="129399"/>
                  </a:lnTo>
                  <a:lnTo>
                    <a:pt x="7266554" y="129399"/>
                  </a:lnTo>
                  <a:lnTo>
                    <a:pt x="7266679" y="129399"/>
                  </a:lnTo>
                  <a:lnTo>
                    <a:pt x="7266804" y="129399"/>
                  </a:lnTo>
                  <a:lnTo>
                    <a:pt x="7266929" y="129399"/>
                  </a:lnTo>
                  <a:lnTo>
                    <a:pt x="7267054" y="129399"/>
                  </a:lnTo>
                  <a:lnTo>
                    <a:pt x="7267179" y="129399"/>
                  </a:lnTo>
                  <a:lnTo>
                    <a:pt x="7267304" y="129399"/>
                  </a:lnTo>
                  <a:lnTo>
                    <a:pt x="7267429" y="129399"/>
                  </a:lnTo>
                  <a:lnTo>
                    <a:pt x="7267554" y="129399"/>
                  </a:lnTo>
                  <a:lnTo>
                    <a:pt x="7267679" y="129399"/>
                  </a:lnTo>
                  <a:lnTo>
                    <a:pt x="7267804" y="129399"/>
                  </a:lnTo>
                  <a:lnTo>
                    <a:pt x="7267929" y="129399"/>
                  </a:lnTo>
                  <a:lnTo>
                    <a:pt x="7268054" y="129399"/>
                  </a:lnTo>
                  <a:lnTo>
                    <a:pt x="7268179" y="129399"/>
                  </a:lnTo>
                  <a:lnTo>
                    <a:pt x="7268304" y="129399"/>
                  </a:lnTo>
                  <a:lnTo>
                    <a:pt x="7268429" y="129399"/>
                  </a:lnTo>
                  <a:lnTo>
                    <a:pt x="7268554" y="129399"/>
                  </a:lnTo>
                  <a:lnTo>
                    <a:pt x="7268679" y="129399"/>
                  </a:lnTo>
                  <a:lnTo>
                    <a:pt x="7268804" y="129399"/>
                  </a:lnTo>
                  <a:lnTo>
                    <a:pt x="7268929" y="129399"/>
                  </a:lnTo>
                  <a:lnTo>
                    <a:pt x="7269055" y="129399"/>
                  </a:lnTo>
                  <a:lnTo>
                    <a:pt x="7269180" y="129399"/>
                  </a:lnTo>
                  <a:lnTo>
                    <a:pt x="7269305" y="129399"/>
                  </a:lnTo>
                  <a:lnTo>
                    <a:pt x="7269430" y="129399"/>
                  </a:lnTo>
                  <a:lnTo>
                    <a:pt x="7269555" y="129399"/>
                  </a:lnTo>
                  <a:lnTo>
                    <a:pt x="7269680" y="129399"/>
                  </a:lnTo>
                  <a:lnTo>
                    <a:pt x="7269805" y="129399"/>
                  </a:lnTo>
                  <a:lnTo>
                    <a:pt x="7269930" y="129399"/>
                  </a:lnTo>
                  <a:lnTo>
                    <a:pt x="7270055" y="129399"/>
                  </a:lnTo>
                  <a:lnTo>
                    <a:pt x="7270180" y="129399"/>
                  </a:lnTo>
                  <a:lnTo>
                    <a:pt x="7270305" y="129399"/>
                  </a:lnTo>
                  <a:lnTo>
                    <a:pt x="7270430" y="129399"/>
                  </a:lnTo>
                  <a:lnTo>
                    <a:pt x="7270555" y="129399"/>
                  </a:lnTo>
                  <a:lnTo>
                    <a:pt x="7270680" y="129399"/>
                  </a:lnTo>
                  <a:lnTo>
                    <a:pt x="7270805" y="129399"/>
                  </a:lnTo>
                  <a:lnTo>
                    <a:pt x="7270930" y="129399"/>
                  </a:lnTo>
                  <a:lnTo>
                    <a:pt x="7271055" y="129399"/>
                  </a:lnTo>
                  <a:lnTo>
                    <a:pt x="7271180" y="129399"/>
                  </a:lnTo>
                  <a:lnTo>
                    <a:pt x="7271305" y="129399"/>
                  </a:lnTo>
                  <a:lnTo>
                    <a:pt x="7271430" y="129399"/>
                  </a:lnTo>
                  <a:lnTo>
                    <a:pt x="7271555" y="129399"/>
                  </a:lnTo>
                  <a:lnTo>
                    <a:pt x="7271680" y="129399"/>
                  </a:lnTo>
                  <a:lnTo>
                    <a:pt x="7271805" y="129399"/>
                  </a:lnTo>
                  <a:lnTo>
                    <a:pt x="7271930" y="129399"/>
                  </a:lnTo>
                  <a:lnTo>
                    <a:pt x="7272056" y="129399"/>
                  </a:lnTo>
                  <a:lnTo>
                    <a:pt x="7272181" y="129399"/>
                  </a:lnTo>
                  <a:lnTo>
                    <a:pt x="7272306" y="129399"/>
                  </a:lnTo>
                  <a:lnTo>
                    <a:pt x="7272431" y="129399"/>
                  </a:lnTo>
                  <a:lnTo>
                    <a:pt x="7272556" y="129399"/>
                  </a:lnTo>
                  <a:lnTo>
                    <a:pt x="7272681" y="129399"/>
                  </a:lnTo>
                  <a:lnTo>
                    <a:pt x="7272806" y="129399"/>
                  </a:lnTo>
                  <a:lnTo>
                    <a:pt x="7272931" y="129399"/>
                  </a:lnTo>
                  <a:lnTo>
                    <a:pt x="7273056" y="129399"/>
                  </a:lnTo>
                  <a:lnTo>
                    <a:pt x="7273181" y="129399"/>
                  </a:lnTo>
                  <a:lnTo>
                    <a:pt x="7273306" y="129399"/>
                  </a:lnTo>
                  <a:lnTo>
                    <a:pt x="7273431" y="129399"/>
                  </a:lnTo>
                  <a:lnTo>
                    <a:pt x="7273556" y="129399"/>
                  </a:lnTo>
                  <a:lnTo>
                    <a:pt x="7273681" y="129399"/>
                  </a:lnTo>
                  <a:lnTo>
                    <a:pt x="7273806" y="129399"/>
                  </a:lnTo>
                  <a:lnTo>
                    <a:pt x="7273931" y="129399"/>
                  </a:lnTo>
                  <a:lnTo>
                    <a:pt x="7274056" y="129399"/>
                  </a:lnTo>
                  <a:lnTo>
                    <a:pt x="7274181" y="129399"/>
                  </a:lnTo>
                  <a:lnTo>
                    <a:pt x="7274306" y="129399"/>
                  </a:lnTo>
                  <a:lnTo>
                    <a:pt x="7274431" y="129399"/>
                  </a:lnTo>
                  <a:lnTo>
                    <a:pt x="7274556" y="129399"/>
                  </a:lnTo>
                  <a:lnTo>
                    <a:pt x="7274681" y="129399"/>
                  </a:lnTo>
                  <a:lnTo>
                    <a:pt x="7274806" y="129399"/>
                  </a:lnTo>
                  <a:lnTo>
                    <a:pt x="7274931" y="129399"/>
                  </a:lnTo>
                  <a:lnTo>
                    <a:pt x="7275057" y="129399"/>
                  </a:lnTo>
                  <a:lnTo>
                    <a:pt x="7275182" y="129399"/>
                  </a:lnTo>
                  <a:lnTo>
                    <a:pt x="7275307" y="129399"/>
                  </a:lnTo>
                  <a:lnTo>
                    <a:pt x="7275432" y="129399"/>
                  </a:lnTo>
                  <a:lnTo>
                    <a:pt x="7275557" y="129399"/>
                  </a:lnTo>
                  <a:lnTo>
                    <a:pt x="7275682" y="129399"/>
                  </a:lnTo>
                  <a:lnTo>
                    <a:pt x="7275807" y="129399"/>
                  </a:lnTo>
                  <a:lnTo>
                    <a:pt x="7275932" y="129399"/>
                  </a:lnTo>
                  <a:lnTo>
                    <a:pt x="7276057" y="129399"/>
                  </a:lnTo>
                  <a:lnTo>
                    <a:pt x="7276182" y="129399"/>
                  </a:lnTo>
                  <a:lnTo>
                    <a:pt x="7276307" y="129399"/>
                  </a:lnTo>
                  <a:lnTo>
                    <a:pt x="7276432" y="129399"/>
                  </a:lnTo>
                  <a:lnTo>
                    <a:pt x="7276557" y="129399"/>
                  </a:lnTo>
                  <a:lnTo>
                    <a:pt x="7276682" y="129399"/>
                  </a:lnTo>
                  <a:lnTo>
                    <a:pt x="7276807" y="129399"/>
                  </a:lnTo>
                  <a:lnTo>
                    <a:pt x="7276932" y="129399"/>
                  </a:lnTo>
                  <a:lnTo>
                    <a:pt x="7277057" y="129399"/>
                  </a:lnTo>
                  <a:lnTo>
                    <a:pt x="7277182" y="129399"/>
                  </a:lnTo>
                  <a:lnTo>
                    <a:pt x="7277307" y="129399"/>
                  </a:lnTo>
                  <a:lnTo>
                    <a:pt x="7277432" y="129399"/>
                  </a:lnTo>
                  <a:lnTo>
                    <a:pt x="7277557" y="129399"/>
                  </a:lnTo>
                  <a:lnTo>
                    <a:pt x="7277682" y="129399"/>
                  </a:lnTo>
                  <a:lnTo>
                    <a:pt x="7277807" y="129399"/>
                  </a:lnTo>
                  <a:lnTo>
                    <a:pt x="7277932" y="129399"/>
                  </a:lnTo>
                  <a:lnTo>
                    <a:pt x="7278058" y="129399"/>
                  </a:lnTo>
                  <a:lnTo>
                    <a:pt x="7278183" y="129399"/>
                  </a:lnTo>
                  <a:lnTo>
                    <a:pt x="7278308" y="129399"/>
                  </a:lnTo>
                  <a:lnTo>
                    <a:pt x="7278433" y="129399"/>
                  </a:lnTo>
                  <a:lnTo>
                    <a:pt x="7278558" y="129399"/>
                  </a:lnTo>
                  <a:lnTo>
                    <a:pt x="7278683" y="129399"/>
                  </a:lnTo>
                  <a:lnTo>
                    <a:pt x="7278808" y="129399"/>
                  </a:lnTo>
                  <a:lnTo>
                    <a:pt x="7278933" y="129399"/>
                  </a:lnTo>
                  <a:lnTo>
                    <a:pt x="7279058" y="129399"/>
                  </a:lnTo>
                  <a:lnTo>
                    <a:pt x="7279183" y="129399"/>
                  </a:lnTo>
                  <a:lnTo>
                    <a:pt x="7279308" y="129399"/>
                  </a:lnTo>
                  <a:lnTo>
                    <a:pt x="7279433" y="129399"/>
                  </a:lnTo>
                  <a:lnTo>
                    <a:pt x="7279558" y="129399"/>
                  </a:lnTo>
                  <a:lnTo>
                    <a:pt x="7279683" y="129399"/>
                  </a:lnTo>
                  <a:lnTo>
                    <a:pt x="7279808" y="129399"/>
                  </a:lnTo>
                  <a:lnTo>
                    <a:pt x="7279933" y="129399"/>
                  </a:lnTo>
                  <a:lnTo>
                    <a:pt x="7280058" y="129399"/>
                  </a:lnTo>
                  <a:lnTo>
                    <a:pt x="7280183" y="129399"/>
                  </a:lnTo>
                  <a:lnTo>
                    <a:pt x="7280308" y="129399"/>
                  </a:lnTo>
                  <a:lnTo>
                    <a:pt x="7280433" y="129399"/>
                  </a:lnTo>
                  <a:lnTo>
                    <a:pt x="7280558" y="129399"/>
                  </a:lnTo>
                  <a:lnTo>
                    <a:pt x="7280683" y="129399"/>
                  </a:lnTo>
                  <a:lnTo>
                    <a:pt x="7280808" y="129399"/>
                  </a:lnTo>
                  <a:lnTo>
                    <a:pt x="7280933" y="129399"/>
                  </a:lnTo>
                  <a:lnTo>
                    <a:pt x="7281059" y="129399"/>
                  </a:lnTo>
                  <a:lnTo>
                    <a:pt x="7281184" y="129399"/>
                  </a:lnTo>
                  <a:lnTo>
                    <a:pt x="7281309" y="129399"/>
                  </a:lnTo>
                  <a:lnTo>
                    <a:pt x="7281434" y="129399"/>
                  </a:lnTo>
                  <a:lnTo>
                    <a:pt x="7281559" y="129399"/>
                  </a:lnTo>
                  <a:lnTo>
                    <a:pt x="7281684" y="129399"/>
                  </a:lnTo>
                  <a:lnTo>
                    <a:pt x="7281809" y="129399"/>
                  </a:lnTo>
                  <a:lnTo>
                    <a:pt x="7281934" y="129399"/>
                  </a:lnTo>
                  <a:lnTo>
                    <a:pt x="7282059" y="129399"/>
                  </a:lnTo>
                  <a:lnTo>
                    <a:pt x="7282184" y="129399"/>
                  </a:lnTo>
                  <a:lnTo>
                    <a:pt x="7282309" y="129399"/>
                  </a:lnTo>
                  <a:lnTo>
                    <a:pt x="7282434" y="129399"/>
                  </a:lnTo>
                  <a:lnTo>
                    <a:pt x="7282559" y="129399"/>
                  </a:lnTo>
                  <a:lnTo>
                    <a:pt x="7282684" y="129399"/>
                  </a:lnTo>
                  <a:lnTo>
                    <a:pt x="7282809" y="129399"/>
                  </a:lnTo>
                  <a:lnTo>
                    <a:pt x="7282934" y="129399"/>
                  </a:lnTo>
                  <a:lnTo>
                    <a:pt x="7283059" y="129399"/>
                  </a:lnTo>
                  <a:lnTo>
                    <a:pt x="7283184" y="129399"/>
                  </a:lnTo>
                  <a:lnTo>
                    <a:pt x="7283309" y="129399"/>
                  </a:lnTo>
                  <a:lnTo>
                    <a:pt x="7283434" y="129399"/>
                  </a:lnTo>
                  <a:lnTo>
                    <a:pt x="7283559" y="129399"/>
                  </a:lnTo>
                  <a:lnTo>
                    <a:pt x="7283684" y="129399"/>
                  </a:lnTo>
                  <a:lnTo>
                    <a:pt x="7283809" y="129399"/>
                  </a:lnTo>
                  <a:lnTo>
                    <a:pt x="7283934" y="129399"/>
                  </a:lnTo>
                  <a:lnTo>
                    <a:pt x="7284060" y="129399"/>
                  </a:lnTo>
                  <a:lnTo>
                    <a:pt x="7284185" y="129399"/>
                  </a:lnTo>
                  <a:lnTo>
                    <a:pt x="7284310" y="129399"/>
                  </a:lnTo>
                  <a:lnTo>
                    <a:pt x="7284435" y="129399"/>
                  </a:lnTo>
                  <a:lnTo>
                    <a:pt x="7284560" y="129399"/>
                  </a:lnTo>
                  <a:lnTo>
                    <a:pt x="7284685" y="129399"/>
                  </a:lnTo>
                  <a:lnTo>
                    <a:pt x="7284810" y="129399"/>
                  </a:lnTo>
                  <a:lnTo>
                    <a:pt x="7284935" y="129399"/>
                  </a:lnTo>
                  <a:lnTo>
                    <a:pt x="7285060" y="129399"/>
                  </a:lnTo>
                  <a:lnTo>
                    <a:pt x="7285185" y="129399"/>
                  </a:lnTo>
                  <a:lnTo>
                    <a:pt x="7285310" y="129399"/>
                  </a:lnTo>
                  <a:lnTo>
                    <a:pt x="7285435" y="129399"/>
                  </a:lnTo>
                  <a:lnTo>
                    <a:pt x="7285560" y="129399"/>
                  </a:lnTo>
                  <a:lnTo>
                    <a:pt x="7285685" y="129399"/>
                  </a:lnTo>
                  <a:lnTo>
                    <a:pt x="7285810" y="129399"/>
                  </a:lnTo>
                  <a:lnTo>
                    <a:pt x="7285935" y="129399"/>
                  </a:lnTo>
                  <a:lnTo>
                    <a:pt x="7286060" y="129399"/>
                  </a:lnTo>
                  <a:lnTo>
                    <a:pt x="7286185" y="129399"/>
                  </a:lnTo>
                  <a:lnTo>
                    <a:pt x="7286310" y="129399"/>
                  </a:lnTo>
                  <a:lnTo>
                    <a:pt x="7286435" y="129399"/>
                  </a:lnTo>
                  <a:lnTo>
                    <a:pt x="7286560" y="129399"/>
                  </a:lnTo>
                  <a:lnTo>
                    <a:pt x="7286685" y="129399"/>
                  </a:lnTo>
                  <a:lnTo>
                    <a:pt x="7286810" y="129399"/>
                  </a:lnTo>
                  <a:lnTo>
                    <a:pt x="7286935" y="129399"/>
                  </a:lnTo>
                  <a:lnTo>
                    <a:pt x="7287061" y="129399"/>
                  </a:lnTo>
                  <a:lnTo>
                    <a:pt x="7287186" y="129399"/>
                  </a:lnTo>
                  <a:lnTo>
                    <a:pt x="7287311" y="129399"/>
                  </a:lnTo>
                  <a:lnTo>
                    <a:pt x="7287436" y="129399"/>
                  </a:lnTo>
                  <a:lnTo>
                    <a:pt x="7287561" y="129399"/>
                  </a:lnTo>
                  <a:lnTo>
                    <a:pt x="7287686" y="129399"/>
                  </a:lnTo>
                  <a:lnTo>
                    <a:pt x="7287811" y="129399"/>
                  </a:lnTo>
                  <a:lnTo>
                    <a:pt x="7287936" y="129399"/>
                  </a:lnTo>
                  <a:lnTo>
                    <a:pt x="7288061" y="129399"/>
                  </a:lnTo>
                  <a:lnTo>
                    <a:pt x="7288186" y="129399"/>
                  </a:lnTo>
                  <a:lnTo>
                    <a:pt x="7288311" y="129399"/>
                  </a:lnTo>
                  <a:lnTo>
                    <a:pt x="7288436" y="129399"/>
                  </a:lnTo>
                  <a:lnTo>
                    <a:pt x="7288561" y="129399"/>
                  </a:lnTo>
                  <a:lnTo>
                    <a:pt x="7288686" y="129399"/>
                  </a:lnTo>
                  <a:lnTo>
                    <a:pt x="7288811" y="129399"/>
                  </a:lnTo>
                  <a:lnTo>
                    <a:pt x="7288936" y="129399"/>
                  </a:lnTo>
                  <a:lnTo>
                    <a:pt x="7289061" y="129399"/>
                  </a:lnTo>
                  <a:lnTo>
                    <a:pt x="7289186" y="129399"/>
                  </a:lnTo>
                  <a:lnTo>
                    <a:pt x="7289311" y="129399"/>
                  </a:lnTo>
                  <a:lnTo>
                    <a:pt x="7289436" y="129399"/>
                  </a:lnTo>
                  <a:lnTo>
                    <a:pt x="7289561" y="129399"/>
                  </a:lnTo>
                  <a:lnTo>
                    <a:pt x="7289686" y="129399"/>
                  </a:lnTo>
                  <a:lnTo>
                    <a:pt x="7289811" y="129399"/>
                  </a:lnTo>
                  <a:lnTo>
                    <a:pt x="7289936" y="129399"/>
                  </a:lnTo>
                  <a:lnTo>
                    <a:pt x="7290062" y="129399"/>
                  </a:lnTo>
                  <a:lnTo>
                    <a:pt x="7290187" y="129399"/>
                  </a:lnTo>
                  <a:lnTo>
                    <a:pt x="7290312" y="129399"/>
                  </a:lnTo>
                  <a:lnTo>
                    <a:pt x="7290437" y="129399"/>
                  </a:lnTo>
                  <a:lnTo>
                    <a:pt x="7290562" y="129399"/>
                  </a:lnTo>
                  <a:lnTo>
                    <a:pt x="7290687" y="129399"/>
                  </a:lnTo>
                  <a:lnTo>
                    <a:pt x="7290812" y="129399"/>
                  </a:lnTo>
                  <a:lnTo>
                    <a:pt x="7290937" y="129399"/>
                  </a:lnTo>
                  <a:lnTo>
                    <a:pt x="7291062" y="129399"/>
                  </a:lnTo>
                  <a:lnTo>
                    <a:pt x="7291187" y="129399"/>
                  </a:lnTo>
                  <a:lnTo>
                    <a:pt x="7291312" y="129399"/>
                  </a:lnTo>
                  <a:lnTo>
                    <a:pt x="7291437" y="129399"/>
                  </a:lnTo>
                  <a:lnTo>
                    <a:pt x="7291562" y="129399"/>
                  </a:lnTo>
                  <a:lnTo>
                    <a:pt x="7291687" y="129399"/>
                  </a:lnTo>
                  <a:lnTo>
                    <a:pt x="7291812" y="129399"/>
                  </a:lnTo>
                  <a:lnTo>
                    <a:pt x="7291937" y="129399"/>
                  </a:lnTo>
                  <a:lnTo>
                    <a:pt x="7292062" y="129399"/>
                  </a:lnTo>
                  <a:lnTo>
                    <a:pt x="7292187" y="129399"/>
                  </a:lnTo>
                  <a:lnTo>
                    <a:pt x="7292312" y="129399"/>
                  </a:lnTo>
                  <a:lnTo>
                    <a:pt x="7292437" y="129399"/>
                  </a:lnTo>
                  <a:lnTo>
                    <a:pt x="7292562" y="129399"/>
                  </a:lnTo>
                  <a:lnTo>
                    <a:pt x="7292687" y="129399"/>
                  </a:lnTo>
                  <a:lnTo>
                    <a:pt x="7292812" y="129399"/>
                  </a:lnTo>
                  <a:lnTo>
                    <a:pt x="7292937" y="129399"/>
                  </a:lnTo>
                  <a:lnTo>
                    <a:pt x="7293063" y="129399"/>
                  </a:lnTo>
                  <a:lnTo>
                    <a:pt x="7293188" y="129399"/>
                  </a:lnTo>
                  <a:lnTo>
                    <a:pt x="7293313" y="129399"/>
                  </a:lnTo>
                  <a:lnTo>
                    <a:pt x="7293438" y="129399"/>
                  </a:lnTo>
                  <a:lnTo>
                    <a:pt x="7293563" y="129399"/>
                  </a:lnTo>
                  <a:lnTo>
                    <a:pt x="7293688" y="129399"/>
                  </a:lnTo>
                  <a:lnTo>
                    <a:pt x="7293813" y="129399"/>
                  </a:lnTo>
                  <a:lnTo>
                    <a:pt x="7293938" y="129399"/>
                  </a:lnTo>
                  <a:lnTo>
                    <a:pt x="7294063" y="129399"/>
                  </a:lnTo>
                  <a:lnTo>
                    <a:pt x="7294188" y="129399"/>
                  </a:lnTo>
                  <a:lnTo>
                    <a:pt x="7294313" y="129399"/>
                  </a:lnTo>
                  <a:lnTo>
                    <a:pt x="7294438" y="129399"/>
                  </a:lnTo>
                  <a:lnTo>
                    <a:pt x="7294563" y="129399"/>
                  </a:lnTo>
                  <a:lnTo>
                    <a:pt x="7294688" y="129399"/>
                  </a:lnTo>
                  <a:lnTo>
                    <a:pt x="7294813" y="129399"/>
                  </a:lnTo>
                  <a:lnTo>
                    <a:pt x="7294938" y="129399"/>
                  </a:lnTo>
                  <a:lnTo>
                    <a:pt x="7295063" y="129399"/>
                  </a:lnTo>
                  <a:lnTo>
                    <a:pt x="7295188" y="129399"/>
                  </a:lnTo>
                  <a:lnTo>
                    <a:pt x="7295313" y="129399"/>
                  </a:lnTo>
                  <a:lnTo>
                    <a:pt x="7295438" y="129399"/>
                  </a:lnTo>
                  <a:lnTo>
                    <a:pt x="7295563" y="129399"/>
                  </a:lnTo>
                  <a:lnTo>
                    <a:pt x="7295688" y="129399"/>
                  </a:lnTo>
                  <a:lnTo>
                    <a:pt x="7295813" y="129399"/>
                  </a:lnTo>
                  <a:lnTo>
                    <a:pt x="7295939" y="129399"/>
                  </a:lnTo>
                  <a:lnTo>
                    <a:pt x="7296064" y="129399"/>
                  </a:lnTo>
                  <a:lnTo>
                    <a:pt x="7296189" y="129399"/>
                  </a:lnTo>
                  <a:lnTo>
                    <a:pt x="7296314" y="129399"/>
                  </a:lnTo>
                  <a:lnTo>
                    <a:pt x="7296439" y="129399"/>
                  </a:lnTo>
                  <a:lnTo>
                    <a:pt x="7296564" y="129399"/>
                  </a:lnTo>
                  <a:lnTo>
                    <a:pt x="7296689" y="129399"/>
                  </a:lnTo>
                  <a:lnTo>
                    <a:pt x="7296814" y="129399"/>
                  </a:lnTo>
                  <a:lnTo>
                    <a:pt x="7296939" y="129399"/>
                  </a:lnTo>
                  <a:lnTo>
                    <a:pt x="7297064" y="129399"/>
                  </a:lnTo>
                  <a:lnTo>
                    <a:pt x="7297189" y="129399"/>
                  </a:lnTo>
                  <a:lnTo>
                    <a:pt x="7297314" y="129399"/>
                  </a:lnTo>
                  <a:lnTo>
                    <a:pt x="7297439" y="129399"/>
                  </a:lnTo>
                  <a:lnTo>
                    <a:pt x="7297564" y="129399"/>
                  </a:lnTo>
                  <a:lnTo>
                    <a:pt x="7297689" y="129399"/>
                  </a:lnTo>
                  <a:lnTo>
                    <a:pt x="7297814" y="129399"/>
                  </a:lnTo>
                  <a:lnTo>
                    <a:pt x="7297939" y="129399"/>
                  </a:lnTo>
                  <a:lnTo>
                    <a:pt x="7298064" y="129399"/>
                  </a:lnTo>
                  <a:lnTo>
                    <a:pt x="7298189" y="129399"/>
                  </a:lnTo>
                  <a:lnTo>
                    <a:pt x="7298314" y="129399"/>
                  </a:lnTo>
                  <a:lnTo>
                    <a:pt x="7298439" y="129399"/>
                  </a:lnTo>
                  <a:lnTo>
                    <a:pt x="7298564" y="129399"/>
                  </a:lnTo>
                  <a:lnTo>
                    <a:pt x="7298689" y="129399"/>
                  </a:lnTo>
                  <a:lnTo>
                    <a:pt x="7298814" y="129399"/>
                  </a:lnTo>
                  <a:lnTo>
                    <a:pt x="7298940" y="129399"/>
                  </a:lnTo>
                  <a:lnTo>
                    <a:pt x="7299065" y="129399"/>
                  </a:lnTo>
                  <a:lnTo>
                    <a:pt x="7299190" y="129399"/>
                  </a:lnTo>
                  <a:lnTo>
                    <a:pt x="7299315" y="129399"/>
                  </a:lnTo>
                  <a:lnTo>
                    <a:pt x="7299440" y="129399"/>
                  </a:lnTo>
                  <a:lnTo>
                    <a:pt x="7299565" y="129399"/>
                  </a:lnTo>
                  <a:lnTo>
                    <a:pt x="7299690" y="129399"/>
                  </a:lnTo>
                  <a:lnTo>
                    <a:pt x="7299815" y="129399"/>
                  </a:lnTo>
                  <a:lnTo>
                    <a:pt x="7299940" y="129399"/>
                  </a:lnTo>
                  <a:lnTo>
                    <a:pt x="7300065" y="129399"/>
                  </a:lnTo>
                  <a:lnTo>
                    <a:pt x="7300190" y="129399"/>
                  </a:lnTo>
                  <a:lnTo>
                    <a:pt x="7300315" y="129399"/>
                  </a:lnTo>
                  <a:lnTo>
                    <a:pt x="7300440" y="129399"/>
                  </a:lnTo>
                  <a:lnTo>
                    <a:pt x="7300565" y="129399"/>
                  </a:lnTo>
                  <a:lnTo>
                    <a:pt x="7300690" y="129399"/>
                  </a:lnTo>
                  <a:lnTo>
                    <a:pt x="7300815" y="129399"/>
                  </a:lnTo>
                  <a:lnTo>
                    <a:pt x="7300940" y="129399"/>
                  </a:lnTo>
                  <a:lnTo>
                    <a:pt x="7301065" y="129399"/>
                  </a:lnTo>
                  <a:lnTo>
                    <a:pt x="7301190" y="129399"/>
                  </a:lnTo>
                  <a:lnTo>
                    <a:pt x="7301315" y="129399"/>
                  </a:lnTo>
                  <a:lnTo>
                    <a:pt x="7301440" y="129399"/>
                  </a:lnTo>
                  <a:lnTo>
                    <a:pt x="7301565" y="129399"/>
                  </a:lnTo>
                  <a:lnTo>
                    <a:pt x="7301690" y="129399"/>
                  </a:lnTo>
                  <a:lnTo>
                    <a:pt x="7301815" y="129399"/>
                  </a:lnTo>
                  <a:lnTo>
                    <a:pt x="7301941" y="129399"/>
                  </a:lnTo>
                  <a:lnTo>
                    <a:pt x="7302066" y="129399"/>
                  </a:lnTo>
                  <a:lnTo>
                    <a:pt x="7302191" y="129399"/>
                  </a:lnTo>
                  <a:lnTo>
                    <a:pt x="7302316" y="129399"/>
                  </a:lnTo>
                  <a:lnTo>
                    <a:pt x="7302441" y="129399"/>
                  </a:lnTo>
                  <a:lnTo>
                    <a:pt x="7302566" y="129399"/>
                  </a:lnTo>
                  <a:lnTo>
                    <a:pt x="7302691" y="129399"/>
                  </a:lnTo>
                  <a:lnTo>
                    <a:pt x="7302816" y="129399"/>
                  </a:lnTo>
                  <a:lnTo>
                    <a:pt x="7302941" y="129399"/>
                  </a:lnTo>
                  <a:lnTo>
                    <a:pt x="7303066" y="129399"/>
                  </a:lnTo>
                  <a:lnTo>
                    <a:pt x="7303191" y="129399"/>
                  </a:lnTo>
                  <a:lnTo>
                    <a:pt x="7303316" y="129399"/>
                  </a:lnTo>
                  <a:lnTo>
                    <a:pt x="7303441" y="129399"/>
                  </a:lnTo>
                  <a:lnTo>
                    <a:pt x="7303566" y="129399"/>
                  </a:lnTo>
                  <a:lnTo>
                    <a:pt x="7303691" y="129399"/>
                  </a:lnTo>
                  <a:lnTo>
                    <a:pt x="7303816" y="129399"/>
                  </a:lnTo>
                  <a:lnTo>
                    <a:pt x="7303941" y="129399"/>
                  </a:lnTo>
                  <a:lnTo>
                    <a:pt x="7304066" y="129399"/>
                  </a:lnTo>
                  <a:lnTo>
                    <a:pt x="7304191" y="129399"/>
                  </a:lnTo>
                  <a:lnTo>
                    <a:pt x="7304316" y="129399"/>
                  </a:lnTo>
                  <a:lnTo>
                    <a:pt x="7304441" y="129399"/>
                  </a:lnTo>
                  <a:lnTo>
                    <a:pt x="7304566" y="129399"/>
                  </a:lnTo>
                  <a:lnTo>
                    <a:pt x="7304691" y="129399"/>
                  </a:lnTo>
                  <a:lnTo>
                    <a:pt x="7304816" y="129399"/>
                  </a:lnTo>
                  <a:lnTo>
                    <a:pt x="7304942" y="129399"/>
                  </a:lnTo>
                  <a:lnTo>
                    <a:pt x="7305067" y="129399"/>
                  </a:lnTo>
                  <a:lnTo>
                    <a:pt x="7305192" y="129399"/>
                  </a:lnTo>
                  <a:lnTo>
                    <a:pt x="7305317" y="129399"/>
                  </a:lnTo>
                  <a:lnTo>
                    <a:pt x="7305442" y="129399"/>
                  </a:lnTo>
                  <a:lnTo>
                    <a:pt x="7305567" y="129399"/>
                  </a:lnTo>
                  <a:lnTo>
                    <a:pt x="7305692" y="129399"/>
                  </a:lnTo>
                  <a:lnTo>
                    <a:pt x="7305817" y="129399"/>
                  </a:lnTo>
                  <a:lnTo>
                    <a:pt x="7305942" y="129399"/>
                  </a:lnTo>
                  <a:lnTo>
                    <a:pt x="7306067" y="129399"/>
                  </a:lnTo>
                  <a:lnTo>
                    <a:pt x="7306192" y="129399"/>
                  </a:lnTo>
                  <a:lnTo>
                    <a:pt x="7306317" y="129399"/>
                  </a:lnTo>
                  <a:lnTo>
                    <a:pt x="7306442" y="129399"/>
                  </a:lnTo>
                  <a:lnTo>
                    <a:pt x="7306567" y="129399"/>
                  </a:lnTo>
                  <a:lnTo>
                    <a:pt x="7306692" y="129399"/>
                  </a:lnTo>
                  <a:lnTo>
                    <a:pt x="7306817" y="129399"/>
                  </a:lnTo>
                  <a:lnTo>
                    <a:pt x="7306942" y="129399"/>
                  </a:lnTo>
                  <a:lnTo>
                    <a:pt x="7307067" y="129399"/>
                  </a:lnTo>
                  <a:lnTo>
                    <a:pt x="7307192" y="129399"/>
                  </a:lnTo>
                  <a:lnTo>
                    <a:pt x="7307317" y="129399"/>
                  </a:lnTo>
                  <a:lnTo>
                    <a:pt x="7307442" y="129399"/>
                  </a:lnTo>
                  <a:lnTo>
                    <a:pt x="7307567" y="129399"/>
                  </a:lnTo>
                  <a:lnTo>
                    <a:pt x="7307692" y="129399"/>
                  </a:lnTo>
                  <a:lnTo>
                    <a:pt x="7307817" y="129399"/>
                  </a:lnTo>
                  <a:lnTo>
                    <a:pt x="7307943" y="129399"/>
                  </a:lnTo>
                  <a:lnTo>
                    <a:pt x="7308068" y="129399"/>
                  </a:lnTo>
                  <a:lnTo>
                    <a:pt x="7308193" y="129399"/>
                  </a:lnTo>
                  <a:lnTo>
                    <a:pt x="7308318" y="129399"/>
                  </a:lnTo>
                  <a:lnTo>
                    <a:pt x="7308443" y="129399"/>
                  </a:lnTo>
                  <a:lnTo>
                    <a:pt x="7308568" y="129399"/>
                  </a:lnTo>
                  <a:lnTo>
                    <a:pt x="7308693" y="129399"/>
                  </a:lnTo>
                  <a:lnTo>
                    <a:pt x="7308818" y="129399"/>
                  </a:lnTo>
                  <a:lnTo>
                    <a:pt x="7308943" y="129399"/>
                  </a:lnTo>
                  <a:lnTo>
                    <a:pt x="7309068" y="129399"/>
                  </a:lnTo>
                  <a:lnTo>
                    <a:pt x="7309193" y="129399"/>
                  </a:lnTo>
                  <a:lnTo>
                    <a:pt x="7309318" y="129399"/>
                  </a:lnTo>
                  <a:lnTo>
                    <a:pt x="7309443" y="129399"/>
                  </a:lnTo>
                  <a:lnTo>
                    <a:pt x="7309568" y="129399"/>
                  </a:lnTo>
                  <a:lnTo>
                    <a:pt x="7309693" y="129399"/>
                  </a:lnTo>
                  <a:lnTo>
                    <a:pt x="7309818" y="129399"/>
                  </a:lnTo>
                  <a:lnTo>
                    <a:pt x="7309943" y="129399"/>
                  </a:lnTo>
                  <a:lnTo>
                    <a:pt x="7310068" y="129399"/>
                  </a:lnTo>
                  <a:lnTo>
                    <a:pt x="7310193" y="129399"/>
                  </a:lnTo>
                  <a:lnTo>
                    <a:pt x="7310318" y="129399"/>
                  </a:lnTo>
                  <a:lnTo>
                    <a:pt x="7310443" y="129399"/>
                  </a:lnTo>
                  <a:lnTo>
                    <a:pt x="7310568" y="129399"/>
                  </a:lnTo>
                  <a:lnTo>
                    <a:pt x="7310693" y="129399"/>
                  </a:lnTo>
                  <a:lnTo>
                    <a:pt x="7310818" y="129399"/>
                  </a:lnTo>
                  <a:lnTo>
                    <a:pt x="7310944" y="129399"/>
                  </a:lnTo>
                  <a:lnTo>
                    <a:pt x="7311069" y="129399"/>
                  </a:lnTo>
                  <a:lnTo>
                    <a:pt x="7311194" y="129399"/>
                  </a:lnTo>
                  <a:lnTo>
                    <a:pt x="7311319" y="129399"/>
                  </a:lnTo>
                  <a:lnTo>
                    <a:pt x="7311444" y="129399"/>
                  </a:lnTo>
                  <a:lnTo>
                    <a:pt x="7311569" y="129399"/>
                  </a:lnTo>
                  <a:lnTo>
                    <a:pt x="7311694" y="129399"/>
                  </a:lnTo>
                  <a:lnTo>
                    <a:pt x="7311819" y="129399"/>
                  </a:lnTo>
                  <a:lnTo>
                    <a:pt x="7311944" y="129399"/>
                  </a:lnTo>
                  <a:lnTo>
                    <a:pt x="7312069" y="129399"/>
                  </a:lnTo>
                  <a:lnTo>
                    <a:pt x="7312194" y="129399"/>
                  </a:lnTo>
                  <a:lnTo>
                    <a:pt x="7312319" y="129399"/>
                  </a:lnTo>
                  <a:lnTo>
                    <a:pt x="7312444" y="129399"/>
                  </a:lnTo>
                  <a:lnTo>
                    <a:pt x="7312569" y="129399"/>
                  </a:lnTo>
                  <a:lnTo>
                    <a:pt x="7312694" y="129399"/>
                  </a:lnTo>
                  <a:lnTo>
                    <a:pt x="7312819" y="129399"/>
                  </a:lnTo>
                  <a:lnTo>
                    <a:pt x="7312944" y="129399"/>
                  </a:lnTo>
                  <a:lnTo>
                    <a:pt x="7313069" y="129399"/>
                  </a:lnTo>
                  <a:lnTo>
                    <a:pt x="7313194" y="129399"/>
                  </a:lnTo>
                  <a:lnTo>
                    <a:pt x="7313319" y="129399"/>
                  </a:lnTo>
                  <a:lnTo>
                    <a:pt x="7313444" y="129399"/>
                  </a:lnTo>
                  <a:lnTo>
                    <a:pt x="7313569" y="129399"/>
                  </a:lnTo>
                  <a:lnTo>
                    <a:pt x="7313694" y="129399"/>
                  </a:lnTo>
                  <a:lnTo>
                    <a:pt x="7313819" y="129399"/>
                  </a:lnTo>
                  <a:lnTo>
                    <a:pt x="7313945" y="129399"/>
                  </a:lnTo>
                  <a:lnTo>
                    <a:pt x="7314070" y="129399"/>
                  </a:lnTo>
                  <a:lnTo>
                    <a:pt x="7314195" y="129399"/>
                  </a:lnTo>
                  <a:lnTo>
                    <a:pt x="7314320" y="129399"/>
                  </a:lnTo>
                  <a:lnTo>
                    <a:pt x="7314445" y="129399"/>
                  </a:lnTo>
                  <a:lnTo>
                    <a:pt x="7314570" y="129399"/>
                  </a:lnTo>
                  <a:lnTo>
                    <a:pt x="7314695" y="129399"/>
                  </a:lnTo>
                  <a:lnTo>
                    <a:pt x="7314820" y="129399"/>
                  </a:lnTo>
                  <a:lnTo>
                    <a:pt x="7314945" y="129399"/>
                  </a:lnTo>
                  <a:lnTo>
                    <a:pt x="7315070" y="129399"/>
                  </a:lnTo>
                  <a:lnTo>
                    <a:pt x="7315195" y="129399"/>
                  </a:lnTo>
                  <a:lnTo>
                    <a:pt x="7315320" y="129399"/>
                  </a:lnTo>
                  <a:lnTo>
                    <a:pt x="7315445" y="129399"/>
                  </a:lnTo>
                  <a:lnTo>
                    <a:pt x="7315570" y="129399"/>
                  </a:lnTo>
                  <a:lnTo>
                    <a:pt x="7315695" y="129399"/>
                  </a:lnTo>
                  <a:lnTo>
                    <a:pt x="7315820" y="129399"/>
                  </a:lnTo>
                  <a:lnTo>
                    <a:pt x="7315945" y="129399"/>
                  </a:lnTo>
                  <a:lnTo>
                    <a:pt x="7316070" y="129399"/>
                  </a:lnTo>
                  <a:lnTo>
                    <a:pt x="7316195" y="129399"/>
                  </a:lnTo>
                  <a:lnTo>
                    <a:pt x="7316320" y="129399"/>
                  </a:lnTo>
                  <a:lnTo>
                    <a:pt x="7316445" y="129399"/>
                  </a:lnTo>
                  <a:lnTo>
                    <a:pt x="7316570" y="129399"/>
                  </a:lnTo>
                  <a:lnTo>
                    <a:pt x="7316695" y="129399"/>
                  </a:lnTo>
                  <a:lnTo>
                    <a:pt x="7316820" y="129399"/>
                  </a:lnTo>
                  <a:lnTo>
                    <a:pt x="7316946" y="129399"/>
                  </a:lnTo>
                  <a:lnTo>
                    <a:pt x="7317071" y="129399"/>
                  </a:lnTo>
                  <a:lnTo>
                    <a:pt x="7317196" y="129399"/>
                  </a:lnTo>
                  <a:lnTo>
                    <a:pt x="7317321" y="129399"/>
                  </a:lnTo>
                  <a:lnTo>
                    <a:pt x="7317446" y="129399"/>
                  </a:lnTo>
                  <a:lnTo>
                    <a:pt x="7317571" y="129399"/>
                  </a:lnTo>
                  <a:lnTo>
                    <a:pt x="7317696" y="129399"/>
                  </a:lnTo>
                  <a:lnTo>
                    <a:pt x="7317821" y="129399"/>
                  </a:lnTo>
                  <a:lnTo>
                    <a:pt x="7317946" y="129399"/>
                  </a:lnTo>
                  <a:lnTo>
                    <a:pt x="7318071" y="129399"/>
                  </a:lnTo>
                  <a:lnTo>
                    <a:pt x="7318196" y="129399"/>
                  </a:lnTo>
                  <a:lnTo>
                    <a:pt x="7318321" y="129399"/>
                  </a:lnTo>
                  <a:lnTo>
                    <a:pt x="7318446" y="129399"/>
                  </a:lnTo>
                  <a:lnTo>
                    <a:pt x="7318571" y="129399"/>
                  </a:lnTo>
                  <a:lnTo>
                    <a:pt x="7318696" y="129399"/>
                  </a:lnTo>
                  <a:lnTo>
                    <a:pt x="7318821" y="129399"/>
                  </a:lnTo>
                  <a:lnTo>
                    <a:pt x="7318946" y="129399"/>
                  </a:lnTo>
                  <a:lnTo>
                    <a:pt x="7319071" y="129399"/>
                  </a:lnTo>
                  <a:lnTo>
                    <a:pt x="7319196" y="129399"/>
                  </a:lnTo>
                  <a:lnTo>
                    <a:pt x="7319321" y="129399"/>
                  </a:lnTo>
                  <a:lnTo>
                    <a:pt x="7319446" y="129399"/>
                  </a:lnTo>
                  <a:lnTo>
                    <a:pt x="7319571" y="129399"/>
                  </a:lnTo>
                  <a:lnTo>
                    <a:pt x="7319696" y="129399"/>
                  </a:lnTo>
                  <a:lnTo>
                    <a:pt x="7319821" y="129399"/>
                  </a:lnTo>
                  <a:lnTo>
                    <a:pt x="7319947" y="129399"/>
                  </a:lnTo>
                  <a:lnTo>
                    <a:pt x="7320072" y="129399"/>
                  </a:lnTo>
                  <a:lnTo>
                    <a:pt x="7320197" y="129399"/>
                  </a:lnTo>
                  <a:lnTo>
                    <a:pt x="7320322" y="129399"/>
                  </a:lnTo>
                  <a:lnTo>
                    <a:pt x="7320447" y="129399"/>
                  </a:lnTo>
                  <a:lnTo>
                    <a:pt x="7320572" y="129399"/>
                  </a:lnTo>
                  <a:lnTo>
                    <a:pt x="7320697" y="129399"/>
                  </a:lnTo>
                  <a:lnTo>
                    <a:pt x="7320822" y="129399"/>
                  </a:lnTo>
                  <a:lnTo>
                    <a:pt x="7320947" y="129399"/>
                  </a:lnTo>
                  <a:lnTo>
                    <a:pt x="7321072" y="129399"/>
                  </a:lnTo>
                  <a:lnTo>
                    <a:pt x="7321197" y="129399"/>
                  </a:lnTo>
                  <a:lnTo>
                    <a:pt x="7321322" y="129399"/>
                  </a:lnTo>
                  <a:lnTo>
                    <a:pt x="7321447" y="129399"/>
                  </a:lnTo>
                  <a:lnTo>
                    <a:pt x="7321572" y="129399"/>
                  </a:lnTo>
                  <a:lnTo>
                    <a:pt x="7321697" y="129399"/>
                  </a:lnTo>
                  <a:lnTo>
                    <a:pt x="7321822" y="129399"/>
                  </a:lnTo>
                  <a:lnTo>
                    <a:pt x="7321947" y="129399"/>
                  </a:lnTo>
                  <a:lnTo>
                    <a:pt x="7322072" y="129399"/>
                  </a:lnTo>
                  <a:lnTo>
                    <a:pt x="7322197" y="129399"/>
                  </a:lnTo>
                  <a:lnTo>
                    <a:pt x="7322322" y="129399"/>
                  </a:lnTo>
                  <a:lnTo>
                    <a:pt x="7322447" y="129399"/>
                  </a:lnTo>
                  <a:lnTo>
                    <a:pt x="7322572" y="129399"/>
                  </a:lnTo>
                  <a:lnTo>
                    <a:pt x="7322697" y="129399"/>
                  </a:lnTo>
                  <a:lnTo>
                    <a:pt x="7322822" y="129399"/>
                  </a:lnTo>
                  <a:lnTo>
                    <a:pt x="7322948" y="129399"/>
                  </a:lnTo>
                  <a:lnTo>
                    <a:pt x="7323073" y="129399"/>
                  </a:lnTo>
                  <a:lnTo>
                    <a:pt x="7323198" y="129399"/>
                  </a:lnTo>
                  <a:lnTo>
                    <a:pt x="7323323" y="129399"/>
                  </a:lnTo>
                  <a:lnTo>
                    <a:pt x="7323448" y="129399"/>
                  </a:lnTo>
                  <a:lnTo>
                    <a:pt x="7323573" y="129399"/>
                  </a:lnTo>
                  <a:lnTo>
                    <a:pt x="7323698" y="129399"/>
                  </a:lnTo>
                  <a:lnTo>
                    <a:pt x="7323823" y="129399"/>
                  </a:lnTo>
                  <a:lnTo>
                    <a:pt x="7323948" y="129399"/>
                  </a:lnTo>
                  <a:lnTo>
                    <a:pt x="7324073" y="129399"/>
                  </a:lnTo>
                  <a:lnTo>
                    <a:pt x="7324198" y="129399"/>
                  </a:lnTo>
                  <a:lnTo>
                    <a:pt x="7324323" y="129399"/>
                  </a:lnTo>
                  <a:lnTo>
                    <a:pt x="7324448" y="129399"/>
                  </a:lnTo>
                  <a:lnTo>
                    <a:pt x="7324573" y="129399"/>
                  </a:lnTo>
                  <a:lnTo>
                    <a:pt x="7324698" y="129399"/>
                  </a:lnTo>
                  <a:lnTo>
                    <a:pt x="7324823" y="129399"/>
                  </a:lnTo>
                  <a:lnTo>
                    <a:pt x="7324948" y="129399"/>
                  </a:lnTo>
                  <a:lnTo>
                    <a:pt x="7325073" y="129399"/>
                  </a:lnTo>
                  <a:lnTo>
                    <a:pt x="7325198" y="129399"/>
                  </a:lnTo>
                  <a:lnTo>
                    <a:pt x="7325323" y="129399"/>
                  </a:lnTo>
                  <a:lnTo>
                    <a:pt x="7325448" y="129399"/>
                  </a:lnTo>
                  <a:lnTo>
                    <a:pt x="7325573" y="129399"/>
                  </a:lnTo>
                  <a:lnTo>
                    <a:pt x="7325698" y="129399"/>
                  </a:lnTo>
                  <a:lnTo>
                    <a:pt x="7325823" y="129399"/>
                  </a:lnTo>
                  <a:lnTo>
                    <a:pt x="7325949" y="129399"/>
                  </a:lnTo>
                  <a:lnTo>
                    <a:pt x="7326074" y="129399"/>
                  </a:lnTo>
                  <a:lnTo>
                    <a:pt x="7326199" y="129399"/>
                  </a:lnTo>
                  <a:lnTo>
                    <a:pt x="7326324" y="129399"/>
                  </a:lnTo>
                  <a:lnTo>
                    <a:pt x="7326449" y="129399"/>
                  </a:lnTo>
                  <a:lnTo>
                    <a:pt x="7326574" y="129399"/>
                  </a:lnTo>
                  <a:lnTo>
                    <a:pt x="7326699" y="129399"/>
                  </a:lnTo>
                  <a:lnTo>
                    <a:pt x="7326824" y="129399"/>
                  </a:lnTo>
                  <a:lnTo>
                    <a:pt x="7326949" y="129399"/>
                  </a:lnTo>
                  <a:lnTo>
                    <a:pt x="7327074" y="129399"/>
                  </a:lnTo>
                  <a:lnTo>
                    <a:pt x="7327199" y="129399"/>
                  </a:lnTo>
                  <a:lnTo>
                    <a:pt x="7327324" y="129399"/>
                  </a:lnTo>
                  <a:lnTo>
                    <a:pt x="7327449" y="129399"/>
                  </a:lnTo>
                  <a:lnTo>
                    <a:pt x="7327574" y="129399"/>
                  </a:lnTo>
                  <a:lnTo>
                    <a:pt x="7327699" y="129399"/>
                  </a:lnTo>
                  <a:lnTo>
                    <a:pt x="7327824" y="129399"/>
                  </a:lnTo>
                  <a:lnTo>
                    <a:pt x="7327949" y="129399"/>
                  </a:lnTo>
                  <a:lnTo>
                    <a:pt x="7328074" y="129399"/>
                  </a:lnTo>
                  <a:lnTo>
                    <a:pt x="7328199" y="129399"/>
                  </a:lnTo>
                  <a:lnTo>
                    <a:pt x="7328324" y="129399"/>
                  </a:lnTo>
                  <a:lnTo>
                    <a:pt x="7328449" y="129399"/>
                  </a:lnTo>
                  <a:lnTo>
                    <a:pt x="7328574" y="129399"/>
                  </a:lnTo>
                  <a:lnTo>
                    <a:pt x="7328699" y="129399"/>
                  </a:lnTo>
                  <a:lnTo>
                    <a:pt x="7328824" y="129399"/>
                  </a:lnTo>
                  <a:lnTo>
                    <a:pt x="7328950" y="129399"/>
                  </a:lnTo>
                  <a:lnTo>
                    <a:pt x="7329075" y="129399"/>
                  </a:lnTo>
                  <a:lnTo>
                    <a:pt x="7329200" y="129399"/>
                  </a:lnTo>
                  <a:lnTo>
                    <a:pt x="7329325" y="129399"/>
                  </a:lnTo>
                  <a:lnTo>
                    <a:pt x="7329450" y="129399"/>
                  </a:lnTo>
                  <a:lnTo>
                    <a:pt x="7329575" y="129399"/>
                  </a:lnTo>
                  <a:lnTo>
                    <a:pt x="7329700" y="129399"/>
                  </a:lnTo>
                  <a:lnTo>
                    <a:pt x="7329825" y="129399"/>
                  </a:lnTo>
                  <a:lnTo>
                    <a:pt x="7329950" y="129399"/>
                  </a:lnTo>
                  <a:lnTo>
                    <a:pt x="7330075" y="129399"/>
                  </a:lnTo>
                  <a:lnTo>
                    <a:pt x="7330200" y="129399"/>
                  </a:lnTo>
                  <a:lnTo>
                    <a:pt x="7330325" y="129399"/>
                  </a:lnTo>
                  <a:lnTo>
                    <a:pt x="7330450" y="129399"/>
                  </a:lnTo>
                  <a:lnTo>
                    <a:pt x="7330575" y="129399"/>
                  </a:lnTo>
                  <a:lnTo>
                    <a:pt x="7330700" y="129399"/>
                  </a:lnTo>
                  <a:lnTo>
                    <a:pt x="7330825" y="129399"/>
                  </a:lnTo>
                  <a:lnTo>
                    <a:pt x="7330950" y="129399"/>
                  </a:lnTo>
                  <a:lnTo>
                    <a:pt x="7331075" y="129399"/>
                  </a:lnTo>
                  <a:lnTo>
                    <a:pt x="7331200" y="129399"/>
                  </a:lnTo>
                  <a:lnTo>
                    <a:pt x="7331325" y="129399"/>
                  </a:lnTo>
                  <a:lnTo>
                    <a:pt x="7331450" y="129399"/>
                  </a:lnTo>
                  <a:lnTo>
                    <a:pt x="7331575" y="129399"/>
                  </a:lnTo>
                  <a:lnTo>
                    <a:pt x="7331700" y="129399"/>
                  </a:lnTo>
                  <a:lnTo>
                    <a:pt x="7331825" y="129399"/>
                  </a:lnTo>
                  <a:lnTo>
                    <a:pt x="7331951" y="129399"/>
                  </a:lnTo>
                  <a:lnTo>
                    <a:pt x="7332076" y="129399"/>
                  </a:lnTo>
                  <a:lnTo>
                    <a:pt x="7332201" y="129399"/>
                  </a:lnTo>
                  <a:lnTo>
                    <a:pt x="7332326" y="129399"/>
                  </a:lnTo>
                  <a:lnTo>
                    <a:pt x="7332451" y="129399"/>
                  </a:lnTo>
                  <a:lnTo>
                    <a:pt x="7332576" y="129399"/>
                  </a:lnTo>
                  <a:lnTo>
                    <a:pt x="7332701" y="129399"/>
                  </a:lnTo>
                  <a:lnTo>
                    <a:pt x="7332826" y="129399"/>
                  </a:lnTo>
                  <a:lnTo>
                    <a:pt x="7332951" y="129399"/>
                  </a:lnTo>
                  <a:lnTo>
                    <a:pt x="7333076" y="129399"/>
                  </a:lnTo>
                  <a:lnTo>
                    <a:pt x="7333201" y="129399"/>
                  </a:lnTo>
                  <a:lnTo>
                    <a:pt x="7333326" y="129399"/>
                  </a:lnTo>
                  <a:lnTo>
                    <a:pt x="7333451" y="129399"/>
                  </a:lnTo>
                  <a:lnTo>
                    <a:pt x="7333576" y="129399"/>
                  </a:lnTo>
                  <a:lnTo>
                    <a:pt x="7333701" y="129399"/>
                  </a:lnTo>
                  <a:lnTo>
                    <a:pt x="7333826" y="129399"/>
                  </a:lnTo>
                  <a:lnTo>
                    <a:pt x="7333951" y="129399"/>
                  </a:lnTo>
                  <a:lnTo>
                    <a:pt x="7334076" y="129399"/>
                  </a:lnTo>
                  <a:lnTo>
                    <a:pt x="7334201" y="129399"/>
                  </a:lnTo>
                  <a:lnTo>
                    <a:pt x="7334326" y="129399"/>
                  </a:lnTo>
                  <a:lnTo>
                    <a:pt x="7334451" y="129399"/>
                  </a:lnTo>
                  <a:lnTo>
                    <a:pt x="7334576" y="129399"/>
                  </a:lnTo>
                  <a:lnTo>
                    <a:pt x="7334701" y="129399"/>
                  </a:lnTo>
                  <a:lnTo>
                    <a:pt x="7334827" y="129399"/>
                  </a:lnTo>
                  <a:lnTo>
                    <a:pt x="7334952" y="129399"/>
                  </a:lnTo>
                  <a:lnTo>
                    <a:pt x="7335077" y="129399"/>
                  </a:lnTo>
                  <a:lnTo>
                    <a:pt x="7335202" y="129399"/>
                  </a:lnTo>
                  <a:lnTo>
                    <a:pt x="7335327" y="129399"/>
                  </a:lnTo>
                  <a:lnTo>
                    <a:pt x="7335452" y="129399"/>
                  </a:lnTo>
                  <a:lnTo>
                    <a:pt x="7335577" y="129399"/>
                  </a:lnTo>
                  <a:lnTo>
                    <a:pt x="7335702" y="129399"/>
                  </a:lnTo>
                  <a:lnTo>
                    <a:pt x="7335827" y="129399"/>
                  </a:lnTo>
                  <a:lnTo>
                    <a:pt x="7335952" y="129399"/>
                  </a:lnTo>
                  <a:lnTo>
                    <a:pt x="7336077" y="129399"/>
                  </a:lnTo>
                  <a:lnTo>
                    <a:pt x="7336202" y="129399"/>
                  </a:lnTo>
                  <a:lnTo>
                    <a:pt x="7336327" y="129399"/>
                  </a:lnTo>
                  <a:lnTo>
                    <a:pt x="7336452" y="129399"/>
                  </a:lnTo>
                  <a:lnTo>
                    <a:pt x="7336577" y="129399"/>
                  </a:lnTo>
                  <a:lnTo>
                    <a:pt x="7336702" y="129399"/>
                  </a:lnTo>
                  <a:lnTo>
                    <a:pt x="7336827" y="129399"/>
                  </a:lnTo>
                  <a:lnTo>
                    <a:pt x="7336952" y="129399"/>
                  </a:lnTo>
                  <a:lnTo>
                    <a:pt x="7337077" y="129399"/>
                  </a:lnTo>
                  <a:lnTo>
                    <a:pt x="7337202" y="129399"/>
                  </a:lnTo>
                  <a:lnTo>
                    <a:pt x="7337327" y="129399"/>
                  </a:lnTo>
                  <a:lnTo>
                    <a:pt x="7337452" y="129399"/>
                  </a:lnTo>
                  <a:lnTo>
                    <a:pt x="7337577" y="129399"/>
                  </a:lnTo>
                  <a:lnTo>
                    <a:pt x="7337702" y="129399"/>
                  </a:lnTo>
                  <a:lnTo>
                    <a:pt x="7337828" y="129399"/>
                  </a:lnTo>
                  <a:lnTo>
                    <a:pt x="7337953" y="129399"/>
                  </a:lnTo>
                  <a:lnTo>
                    <a:pt x="7338078" y="129399"/>
                  </a:lnTo>
                  <a:lnTo>
                    <a:pt x="7338203" y="129399"/>
                  </a:lnTo>
                  <a:lnTo>
                    <a:pt x="7338328" y="129399"/>
                  </a:lnTo>
                  <a:lnTo>
                    <a:pt x="7338453" y="129399"/>
                  </a:lnTo>
                  <a:lnTo>
                    <a:pt x="7338578" y="129399"/>
                  </a:lnTo>
                  <a:lnTo>
                    <a:pt x="7338703" y="129399"/>
                  </a:lnTo>
                  <a:lnTo>
                    <a:pt x="7338828" y="129399"/>
                  </a:lnTo>
                  <a:lnTo>
                    <a:pt x="7338953" y="129399"/>
                  </a:lnTo>
                  <a:lnTo>
                    <a:pt x="7339078" y="129399"/>
                  </a:lnTo>
                  <a:lnTo>
                    <a:pt x="7339203" y="129399"/>
                  </a:lnTo>
                  <a:lnTo>
                    <a:pt x="7339328" y="129399"/>
                  </a:lnTo>
                  <a:lnTo>
                    <a:pt x="7339453" y="129399"/>
                  </a:lnTo>
                  <a:lnTo>
                    <a:pt x="7339578" y="129399"/>
                  </a:lnTo>
                  <a:lnTo>
                    <a:pt x="7339703" y="129399"/>
                  </a:lnTo>
                  <a:lnTo>
                    <a:pt x="7339828" y="129399"/>
                  </a:lnTo>
                  <a:lnTo>
                    <a:pt x="7339953" y="129399"/>
                  </a:lnTo>
                  <a:lnTo>
                    <a:pt x="7340078" y="129399"/>
                  </a:lnTo>
                  <a:lnTo>
                    <a:pt x="7340203" y="129399"/>
                  </a:lnTo>
                  <a:lnTo>
                    <a:pt x="7340328" y="129399"/>
                  </a:lnTo>
                  <a:lnTo>
                    <a:pt x="7340453" y="129399"/>
                  </a:lnTo>
                  <a:lnTo>
                    <a:pt x="7340578" y="129399"/>
                  </a:lnTo>
                  <a:lnTo>
                    <a:pt x="7340703" y="129399"/>
                  </a:lnTo>
                  <a:lnTo>
                    <a:pt x="7340829" y="129399"/>
                  </a:lnTo>
                  <a:lnTo>
                    <a:pt x="7340954" y="129399"/>
                  </a:lnTo>
                  <a:lnTo>
                    <a:pt x="7341079" y="129399"/>
                  </a:lnTo>
                  <a:lnTo>
                    <a:pt x="7341204" y="129399"/>
                  </a:lnTo>
                  <a:lnTo>
                    <a:pt x="7341329" y="129399"/>
                  </a:lnTo>
                  <a:lnTo>
                    <a:pt x="7341454" y="129399"/>
                  </a:lnTo>
                  <a:lnTo>
                    <a:pt x="7341579" y="129399"/>
                  </a:lnTo>
                  <a:lnTo>
                    <a:pt x="7341704" y="129399"/>
                  </a:lnTo>
                  <a:lnTo>
                    <a:pt x="7341829" y="129399"/>
                  </a:lnTo>
                  <a:lnTo>
                    <a:pt x="7341954" y="129399"/>
                  </a:lnTo>
                  <a:lnTo>
                    <a:pt x="7342079" y="129399"/>
                  </a:lnTo>
                  <a:lnTo>
                    <a:pt x="7342204" y="129399"/>
                  </a:lnTo>
                  <a:lnTo>
                    <a:pt x="7342329" y="129399"/>
                  </a:lnTo>
                  <a:lnTo>
                    <a:pt x="7342454" y="129399"/>
                  </a:lnTo>
                  <a:lnTo>
                    <a:pt x="7342579" y="129399"/>
                  </a:lnTo>
                  <a:lnTo>
                    <a:pt x="7342704" y="129399"/>
                  </a:lnTo>
                  <a:lnTo>
                    <a:pt x="7342829" y="129399"/>
                  </a:lnTo>
                  <a:lnTo>
                    <a:pt x="7342954" y="129399"/>
                  </a:lnTo>
                  <a:lnTo>
                    <a:pt x="7343079" y="129399"/>
                  </a:lnTo>
                  <a:lnTo>
                    <a:pt x="7343204" y="129399"/>
                  </a:lnTo>
                  <a:lnTo>
                    <a:pt x="7343329" y="129399"/>
                  </a:lnTo>
                  <a:lnTo>
                    <a:pt x="7343454" y="129399"/>
                  </a:lnTo>
                  <a:lnTo>
                    <a:pt x="7343579" y="129399"/>
                  </a:lnTo>
                  <a:lnTo>
                    <a:pt x="7343704" y="129399"/>
                  </a:lnTo>
                  <a:lnTo>
                    <a:pt x="7343830" y="129399"/>
                  </a:lnTo>
                  <a:lnTo>
                    <a:pt x="7343955" y="129399"/>
                  </a:lnTo>
                  <a:lnTo>
                    <a:pt x="7344080" y="129399"/>
                  </a:lnTo>
                  <a:lnTo>
                    <a:pt x="7344205" y="129399"/>
                  </a:lnTo>
                  <a:lnTo>
                    <a:pt x="7344330" y="129399"/>
                  </a:lnTo>
                  <a:lnTo>
                    <a:pt x="7344455" y="129399"/>
                  </a:lnTo>
                  <a:lnTo>
                    <a:pt x="7344580" y="129399"/>
                  </a:lnTo>
                  <a:lnTo>
                    <a:pt x="7344705" y="129399"/>
                  </a:lnTo>
                  <a:lnTo>
                    <a:pt x="7344830" y="129399"/>
                  </a:lnTo>
                  <a:lnTo>
                    <a:pt x="7344955" y="129399"/>
                  </a:lnTo>
                  <a:lnTo>
                    <a:pt x="7345080" y="129399"/>
                  </a:lnTo>
                  <a:lnTo>
                    <a:pt x="7345205" y="129399"/>
                  </a:lnTo>
                  <a:lnTo>
                    <a:pt x="7345330" y="129399"/>
                  </a:lnTo>
                  <a:lnTo>
                    <a:pt x="7345455" y="129399"/>
                  </a:lnTo>
                  <a:lnTo>
                    <a:pt x="7345580" y="129399"/>
                  </a:lnTo>
                  <a:lnTo>
                    <a:pt x="7345705" y="129399"/>
                  </a:lnTo>
                  <a:lnTo>
                    <a:pt x="7345830" y="129399"/>
                  </a:lnTo>
                  <a:lnTo>
                    <a:pt x="7345955" y="129399"/>
                  </a:lnTo>
                  <a:lnTo>
                    <a:pt x="7346080" y="129399"/>
                  </a:lnTo>
                  <a:lnTo>
                    <a:pt x="7346205" y="129399"/>
                  </a:lnTo>
                  <a:lnTo>
                    <a:pt x="7346330" y="129399"/>
                  </a:lnTo>
                  <a:lnTo>
                    <a:pt x="7346455" y="129399"/>
                  </a:lnTo>
                  <a:lnTo>
                    <a:pt x="7346580" y="129399"/>
                  </a:lnTo>
                  <a:lnTo>
                    <a:pt x="7346705" y="129399"/>
                  </a:lnTo>
                  <a:lnTo>
                    <a:pt x="7346831" y="129399"/>
                  </a:lnTo>
                  <a:lnTo>
                    <a:pt x="7346956" y="129399"/>
                  </a:lnTo>
                  <a:lnTo>
                    <a:pt x="7347081" y="129399"/>
                  </a:lnTo>
                  <a:lnTo>
                    <a:pt x="7347206" y="129399"/>
                  </a:lnTo>
                  <a:lnTo>
                    <a:pt x="7347331" y="129399"/>
                  </a:lnTo>
                  <a:lnTo>
                    <a:pt x="7347456" y="129399"/>
                  </a:lnTo>
                  <a:lnTo>
                    <a:pt x="7347581" y="129399"/>
                  </a:lnTo>
                  <a:lnTo>
                    <a:pt x="7347706" y="129399"/>
                  </a:lnTo>
                  <a:lnTo>
                    <a:pt x="7347831" y="129399"/>
                  </a:lnTo>
                  <a:lnTo>
                    <a:pt x="7347956" y="129399"/>
                  </a:lnTo>
                  <a:lnTo>
                    <a:pt x="7348081" y="129399"/>
                  </a:lnTo>
                  <a:lnTo>
                    <a:pt x="7348206" y="129399"/>
                  </a:lnTo>
                  <a:lnTo>
                    <a:pt x="7348331" y="129399"/>
                  </a:lnTo>
                  <a:lnTo>
                    <a:pt x="7348456" y="129399"/>
                  </a:lnTo>
                  <a:lnTo>
                    <a:pt x="7348581" y="129399"/>
                  </a:lnTo>
                  <a:lnTo>
                    <a:pt x="7348706" y="129399"/>
                  </a:lnTo>
                  <a:lnTo>
                    <a:pt x="7348831" y="129399"/>
                  </a:lnTo>
                  <a:lnTo>
                    <a:pt x="7348956" y="129399"/>
                  </a:lnTo>
                  <a:lnTo>
                    <a:pt x="7349081" y="129399"/>
                  </a:lnTo>
                  <a:lnTo>
                    <a:pt x="7349206" y="129399"/>
                  </a:lnTo>
                  <a:lnTo>
                    <a:pt x="7349331" y="129399"/>
                  </a:lnTo>
                  <a:lnTo>
                    <a:pt x="7349456" y="129399"/>
                  </a:lnTo>
                  <a:lnTo>
                    <a:pt x="7349581" y="129399"/>
                  </a:lnTo>
                  <a:lnTo>
                    <a:pt x="7349706" y="129399"/>
                  </a:lnTo>
                  <a:lnTo>
                    <a:pt x="7349832" y="129399"/>
                  </a:lnTo>
                  <a:lnTo>
                    <a:pt x="7349957" y="129399"/>
                  </a:lnTo>
                  <a:lnTo>
                    <a:pt x="7350082" y="129399"/>
                  </a:lnTo>
                  <a:lnTo>
                    <a:pt x="7350207" y="129399"/>
                  </a:lnTo>
                  <a:lnTo>
                    <a:pt x="7350332" y="129399"/>
                  </a:lnTo>
                  <a:lnTo>
                    <a:pt x="7350457" y="129399"/>
                  </a:lnTo>
                  <a:lnTo>
                    <a:pt x="7350582" y="129399"/>
                  </a:lnTo>
                  <a:lnTo>
                    <a:pt x="7350707" y="129399"/>
                  </a:lnTo>
                  <a:lnTo>
                    <a:pt x="7350832" y="129399"/>
                  </a:lnTo>
                  <a:lnTo>
                    <a:pt x="7350957" y="129399"/>
                  </a:lnTo>
                  <a:lnTo>
                    <a:pt x="7351082" y="129399"/>
                  </a:lnTo>
                  <a:lnTo>
                    <a:pt x="7351207" y="129399"/>
                  </a:lnTo>
                  <a:lnTo>
                    <a:pt x="7351332" y="129399"/>
                  </a:lnTo>
                  <a:lnTo>
                    <a:pt x="7351457" y="129399"/>
                  </a:lnTo>
                  <a:lnTo>
                    <a:pt x="7351582" y="129399"/>
                  </a:lnTo>
                  <a:lnTo>
                    <a:pt x="7351707" y="129399"/>
                  </a:lnTo>
                  <a:lnTo>
                    <a:pt x="7351832" y="129399"/>
                  </a:lnTo>
                  <a:lnTo>
                    <a:pt x="7351957" y="129399"/>
                  </a:lnTo>
                  <a:lnTo>
                    <a:pt x="7352082" y="129399"/>
                  </a:lnTo>
                  <a:lnTo>
                    <a:pt x="7352207" y="129399"/>
                  </a:lnTo>
                  <a:lnTo>
                    <a:pt x="7352332" y="129399"/>
                  </a:lnTo>
                  <a:lnTo>
                    <a:pt x="7352457" y="129399"/>
                  </a:lnTo>
                  <a:lnTo>
                    <a:pt x="7352582" y="129399"/>
                  </a:lnTo>
                  <a:lnTo>
                    <a:pt x="7352707" y="129399"/>
                  </a:lnTo>
                  <a:lnTo>
                    <a:pt x="7352833" y="129399"/>
                  </a:lnTo>
                  <a:lnTo>
                    <a:pt x="7352958" y="129399"/>
                  </a:lnTo>
                  <a:lnTo>
                    <a:pt x="7353083" y="129399"/>
                  </a:lnTo>
                  <a:lnTo>
                    <a:pt x="7353208" y="129399"/>
                  </a:lnTo>
                  <a:lnTo>
                    <a:pt x="7353333" y="129399"/>
                  </a:lnTo>
                  <a:lnTo>
                    <a:pt x="7353458" y="129399"/>
                  </a:lnTo>
                  <a:lnTo>
                    <a:pt x="7353583" y="129399"/>
                  </a:lnTo>
                  <a:lnTo>
                    <a:pt x="7353708" y="129399"/>
                  </a:lnTo>
                  <a:lnTo>
                    <a:pt x="7353833" y="129399"/>
                  </a:lnTo>
                  <a:lnTo>
                    <a:pt x="7353958" y="129399"/>
                  </a:lnTo>
                  <a:lnTo>
                    <a:pt x="7354083" y="129399"/>
                  </a:lnTo>
                  <a:lnTo>
                    <a:pt x="7354208" y="129399"/>
                  </a:lnTo>
                  <a:lnTo>
                    <a:pt x="7354333" y="129399"/>
                  </a:lnTo>
                  <a:lnTo>
                    <a:pt x="7354458" y="129399"/>
                  </a:lnTo>
                  <a:lnTo>
                    <a:pt x="7354583" y="129399"/>
                  </a:lnTo>
                  <a:lnTo>
                    <a:pt x="7354708" y="129399"/>
                  </a:lnTo>
                  <a:lnTo>
                    <a:pt x="7354833" y="129399"/>
                  </a:lnTo>
                  <a:lnTo>
                    <a:pt x="7354958" y="129399"/>
                  </a:lnTo>
                  <a:lnTo>
                    <a:pt x="7355083" y="129399"/>
                  </a:lnTo>
                  <a:lnTo>
                    <a:pt x="7355208" y="129399"/>
                  </a:lnTo>
                  <a:lnTo>
                    <a:pt x="7355333" y="129399"/>
                  </a:lnTo>
                  <a:lnTo>
                    <a:pt x="7355458" y="129399"/>
                  </a:lnTo>
                  <a:lnTo>
                    <a:pt x="7355583" y="129399"/>
                  </a:lnTo>
                  <a:lnTo>
                    <a:pt x="7355708" y="129399"/>
                  </a:lnTo>
                  <a:lnTo>
                    <a:pt x="7355834" y="129399"/>
                  </a:lnTo>
                  <a:lnTo>
                    <a:pt x="7355959" y="129399"/>
                  </a:lnTo>
                  <a:lnTo>
                    <a:pt x="7356084" y="129399"/>
                  </a:lnTo>
                  <a:lnTo>
                    <a:pt x="7356209" y="129399"/>
                  </a:lnTo>
                  <a:lnTo>
                    <a:pt x="7356334" y="129399"/>
                  </a:lnTo>
                  <a:lnTo>
                    <a:pt x="7356459" y="129399"/>
                  </a:lnTo>
                  <a:lnTo>
                    <a:pt x="7356584" y="129399"/>
                  </a:lnTo>
                  <a:lnTo>
                    <a:pt x="7356709" y="129399"/>
                  </a:lnTo>
                  <a:lnTo>
                    <a:pt x="7356834" y="129399"/>
                  </a:lnTo>
                  <a:lnTo>
                    <a:pt x="7356959" y="129399"/>
                  </a:lnTo>
                  <a:lnTo>
                    <a:pt x="7357084" y="129399"/>
                  </a:lnTo>
                  <a:lnTo>
                    <a:pt x="7357209" y="129399"/>
                  </a:lnTo>
                  <a:lnTo>
                    <a:pt x="7357334" y="129399"/>
                  </a:lnTo>
                  <a:lnTo>
                    <a:pt x="7357459" y="129399"/>
                  </a:lnTo>
                  <a:lnTo>
                    <a:pt x="7357584" y="129399"/>
                  </a:lnTo>
                  <a:lnTo>
                    <a:pt x="7357709" y="129399"/>
                  </a:lnTo>
                  <a:lnTo>
                    <a:pt x="7357834" y="129399"/>
                  </a:lnTo>
                  <a:lnTo>
                    <a:pt x="7357959" y="129399"/>
                  </a:lnTo>
                  <a:lnTo>
                    <a:pt x="7358084" y="129399"/>
                  </a:lnTo>
                  <a:lnTo>
                    <a:pt x="7358209" y="129399"/>
                  </a:lnTo>
                  <a:lnTo>
                    <a:pt x="7358334" y="129399"/>
                  </a:lnTo>
                  <a:lnTo>
                    <a:pt x="7358459" y="129399"/>
                  </a:lnTo>
                  <a:lnTo>
                    <a:pt x="7358584" y="129399"/>
                  </a:lnTo>
                  <a:lnTo>
                    <a:pt x="7358709" y="129399"/>
                  </a:lnTo>
                  <a:lnTo>
                    <a:pt x="7358835" y="129399"/>
                  </a:lnTo>
                  <a:lnTo>
                    <a:pt x="7358960" y="129399"/>
                  </a:lnTo>
                  <a:lnTo>
                    <a:pt x="7359085" y="129399"/>
                  </a:lnTo>
                  <a:lnTo>
                    <a:pt x="7359210" y="129399"/>
                  </a:lnTo>
                  <a:lnTo>
                    <a:pt x="7359335" y="129399"/>
                  </a:lnTo>
                  <a:lnTo>
                    <a:pt x="7359460" y="129399"/>
                  </a:lnTo>
                  <a:lnTo>
                    <a:pt x="7359585" y="129399"/>
                  </a:lnTo>
                  <a:lnTo>
                    <a:pt x="7359710" y="129399"/>
                  </a:lnTo>
                  <a:lnTo>
                    <a:pt x="7359835" y="129399"/>
                  </a:lnTo>
                  <a:lnTo>
                    <a:pt x="7359960" y="129399"/>
                  </a:lnTo>
                  <a:lnTo>
                    <a:pt x="7360085" y="129399"/>
                  </a:lnTo>
                  <a:lnTo>
                    <a:pt x="7360210" y="129399"/>
                  </a:lnTo>
                  <a:lnTo>
                    <a:pt x="7360335" y="129399"/>
                  </a:lnTo>
                  <a:lnTo>
                    <a:pt x="7360460" y="129399"/>
                  </a:lnTo>
                  <a:lnTo>
                    <a:pt x="7360585" y="129399"/>
                  </a:lnTo>
                  <a:lnTo>
                    <a:pt x="7360710" y="129399"/>
                  </a:lnTo>
                  <a:lnTo>
                    <a:pt x="7360835" y="129399"/>
                  </a:lnTo>
                  <a:lnTo>
                    <a:pt x="7360960" y="129399"/>
                  </a:lnTo>
                  <a:lnTo>
                    <a:pt x="7361085" y="129399"/>
                  </a:lnTo>
                  <a:lnTo>
                    <a:pt x="7361210" y="129399"/>
                  </a:lnTo>
                  <a:lnTo>
                    <a:pt x="7361335" y="129399"/>
                  </a:lnTo>
                  <a:lnTo>
                    <a:pt x="7361460" y="129399"/>
                  </a:lnTo>
                  <a:lnTo>
                    <a:pt x="7361585" y="129399"/>
                  </a:lnTo>
                  <a:lnTo>
                    <a:pt x="7361710" y="129399"/>
                  </a:lnTo>
                  <a:lnTo>
                    <a:pt x="7361836" y="129399"/>
                  </a:lnTo>
                  <a:lnTo>
                    <a:pt x="7361961" y="129399"/>
                  </a:lnTo>
                  <a:lnTo>
                    <a:pt x="7362086" y="129399"/>
                  </a:lnTo>
                  <a:lnTo>
                    <a:pt x="7362211" y="129399"/>
                  </a:lnTo>
                  <a:lnTo>
                    <a:pt x="7362336" y="129399"/>
                  </a:lnTo>
                  <a:lnTo>
                    <a:pt x="7362461" y="129399"/>
                  </a:lnTo>
                  <a:lnTo>
                    <a:pt x="7362586" y="129399"/>
                  </a:lnTo>
                  <a:lnTo>
                    <a:pt x="7362711" y="129399"/>
                  </a:lnTo>
                  <a:lnTo>
                    <a:pt x="7362836" y="129399"/>
                  </a:lnTo>
                  <a:lnTo>
                    <a:pt x="7362961" y="129399"/>
                  </a:lnTo>
                  <a:lnTo>
                    <a:pt x="7363086" y="129399"/>
                  </a:lnTo>
                  <a:lnTo>
                    <a:pt x="7363211" y="129399"/>
                  </a:lnTo>
                  <a:lnTo>
                    <a:pt x="7363336" y="129399"/>
                  </a:lnTo>
                  <a:lnTo>
                    <a:pt x="7363461" y="129399"/>
                  </a:lnTo>
                  <a:lnTo>
                    <a:pt x="7363586" y="129399"/>
                  </a:lnTo>
                  <a:lnTo>
                    <a:pt x="7363711" y="129399"/>
                  </a:lnTo>
                  <a:lnTo>
                    <a:pt x="7363836" y="129399"/>
                  </a:lnTo>
                  <a:lnTo>
                    <a:pt x="7363961" y="129399"/>
                  </a:lnTo>
                  <a:lnTo>
                    <a:pt x="7364086" y="129399"/>
                  </a:lnTo>
                  <a:lnTo>
                    <a:pt x="7364211" y="129399"/>
                  </a:lnTo>
                  <a:lnTo>
                    <a:pt x="7364336" y="129399"/>
                  </a:lnTo>
                  <a:lnTo>
                    <a:pt x="7364461" y="129399"/>
                  </a:lnTo>
                  <a:lnTo>
                    <a:pt x="7364586" y="129399"/>
                  </a:lnTo>
                  <a:lnTo>
                    <a:pt x="7364711" y="129399"/>
                  </a:lnTo>
                  <a:lnTo>
                    <a:pt x="7364837" y="129399"/>
                  </a:lnTo>
                  <a:lnTo>
                    <a:pt x="7364962" y="129399"/>
                  </a:lnTo>
                  <a:lnTo>
                    <a:pt x="7365087" y="129399"/>
                  </a:lnTo>
                  <a:lnTo>
                    <a:pt x="7365212" y="129399"/>
                  </a:lnTo>
                  <a:lnTo>
                    <a:pt x="7365337" y="129399"/>
                  </a:lnTo>
                  <a:lnTo>
                    <a:pt x="7365462" y="129399"/>
                  </a:lnTo>
                  <a:lnTo>
                    <a:pt x="7365587" y="129399"/>
                  </a:lnTo>
                  <a:lnTo>
                    <a:pt x="7365712" y="129399"/>
                  </a:lnTo>
                  <a:lnTo>
                    <a:pt x="7365837" y="129399"/>
                  </a:lnTo>
                  <a:lnTo>
                    <a:pt x="7365962" y="129399"/>
                  </a:lnTo>
                  <a:lnTo>
                    <a:pt x="7366087" y="129399"/>
                  </a:lnTo>
                  <a:lnTo>
                    <a:pt x="7366212" y="129399"/>
                  </a:lnTo>
                  <a:lnTo>
                    <a:pt x="7366337" y="129399"/>
                  </a:lnTo>
                  <a:lnTo>
                    <a:pt x="7366462" y="129399"/>
                  </a:lnTo>
                  <a:lnTo>
                    <a:pt x="7366587" y="129399"/>
                  </a:lnTo>
                  <a:lnTo>
                    <a:pt x="7366712" y="129399"/>
                  </a:lnTo>
                  <a:lnTo>
                    <a:pt x="7366837" y="129399"/>
                  </a:lnTo>
                  <a:lnTo>
                    <a:pt x="7366962" y="129399"/>
                  </a:lnTo>
                  <a:lnTo>
                    <a:pt x="7367087" y="129399"/>
                  </a:lnTo>
                  <a:lnTo>
                    <a:pt x="7367212" y="129399"/>
                  </a:lnTo>
                  <a:lnTo>
                    <a:pt x="7367337" y="129399"/>
                  </a:lnTo>
                  <a:lnTo>
                    <a:pt x="7367462" y="129399"/>
                  </a:lnTo>
                  <a:lnTo>
                    <a:pt x="7367587" y="129399"/>
                  </a:lnTo>
                  <a:lnTo>
                    <a:pt x="7367712" y="129399"/>
                  </a:lnTo>
                  <a:lnTo>
                    <a:pt x="7367838" y="129399"/>
                  </a:lnTo>
                  <a:lnTo>
                    <a:pt x="7367963" y="129399"/>
                  </a:lnTo>
                  <a:lnTo>
                    <a:pt x="7368088" y="129399"/>
                  </a:lnTo>
                  <a:lnTo>
                    <a:pt x="7368213" y="129399"/>
                  </a:lnTo>
                  <a:lnTo>
                    <a:pt x="7368338" y="129399"/>
                  </a:lnTo>
                  <a:lnTo>
                    <a:pt x="7368463" y="129399"/>
                  </a:lnTo>
                  <a:lnTo>
                    <a:pt x="7368588" y="129399"/>
                  </a:lnTo>
                  <a:lnTo>
                    <a:pt x="7368713" y="129399"/>
                  </a:lnTo>
                  <a:lnTo>
                    <a:pt x="7368838" y="129399"/>
                  </a:lnTo>
                  <a:lnTo>
                    <a:pt x="7368963" y="129399"/>
                  </a:lnTo>
                  <a:lnTo>
                    <a:pt x="7369088" y="129399"/>
                  </a:lnTo>
                  <a:lnTo>
                    <a:pt x="7369213" y="129399"/>
                  </a:lnTo>
                  <a:lnTo>
                    <a:pt x="7369338" y="129399"/>
                  </a:lnTo>
                  <a:lnTo>
                    <a:pt x="7369463" y="129399"/>
                  </a:lnTo>
                  <a:lnTo>
                    <a:pt x="7369588" y="129399"/>
                  </a:lnTo>
                  <a:lnTo>
                    <a:pt x="7369713" y="129399"/>
                  </a:lnTo>
                  <a:lnTo>
                    <a:pt x="7369838" y="129399"/>
                  </a:lnTo>
                  <a:lnTo>
                    <a:pt x="7369963" y="129399"/>
                  </a:lnTo>
                  <a:lnTo>
                    <a:pt x="7370088" y="129399"/>
                  </a:lnTo>
                  <a:lnTo>
                    <a:pt x="7370213" y="129399"/>
                  </a:lnTo>
                  <a:lnTo>
                    <a:pt x="7370338" y="129399"/>
                  </a:lnTo>
                  <a:lnTo>
                    <a:pt x="7370463" y="129399"/>
                  </a:lnTo>
                  <a:lnTo>
                    <a:pt x="7370588" y="129399"/>
                  </a:lnTo>
                  <a:lnTo>
                    <a:pt x="7370713" y="129399"/>
                  </a:lnTo>
                  <a:lnTo>
                    <a:pt x="7370839" y="129399"/>
                  </a:lnTo>
                  <a:lnTo>
                    <a:pt x="7370964" y="129399"/>
                  </a:lnTo>
                  <a:lnTo>
                    <a:pt x="7371089" y="129399"/>
                  </a:lnTo>
                  <a:lnTo>
                    <a:pt x="7371214" y="129399"/>
                  </a:lnTo>
                  <a:lnTo>
                    <a:pt x="7371339" y="129399"/>
                  </a:lnTo>
                  <a:lnTo>
                    <a:pt x="7371464" y="129399"/>
                  </a:lnTo>
                  <a:lnTo>
                    <a:pt x="7371589" y="129399"/>
                  </a:lnTo>
                  <a:lnTo>
                    <a:pt x="7371714" y="129399"/>
                  </a:lnTo>
                  <a:lnTo>
                    <a:pt x="7371839" y="129399"/>
                  </a:lnTo>
                  <a:lnTo>
                    <a:pt x="7371964" y="129399"/>
                  </a:lnTo>
                  <a:lnTo>
                    <a:pt x="7372089" y="129399"/>
                  </a:lnTo>
                  <a:lnTo>
                    <a:pt x="7372214" y="129399"/>
                  </a:lnTo>
                  <a:lnTo>
                    <a:pt x="7372339" y="129399"/>
                  </a:lnTo>
                  <a:lnTo>
                    <a:pt x="7372464" y="129399"/>
                  </a:lnTo>
                  <a:lnTo>
                    <a:pt x="7372589" y="129399"/>
                  </a:lnTo>
                  <a:lnTo>
                    <a:pt x="7372714" y="129399"/>
                  </a:lnTo>
                  <a:lnTo>
                    <a:pt x="7372839" y="129399"/>
                  </a:lnTo>
                  <a:lnTo>
                    <a:pt x="7372964" y="129399"/>
                  </a:lnTo>
                  <a:lnTo>
                    <a:pt x="7373089" y="129399"/>
                  </a:lnTo>
                  <a:lnTo>
                    <a:pt x="7373214" y="129399"/>
                  </a:lnTo>
                  <a:lnTo>
                    <a:pt x="7373339" y="129399"/>
                  </a:lnTo>
                  <a:lnTo>
                    <a:pt x="7373464" y="129399"/>
                  </a:lnTo>
                  <a:lnTo>
                    <a:pt x="7373589" y="129399"/>
                  </a:lnTo>
                  <a:lnTo>
                    <a:pt x="7373715" y="129399"/>
                  </a:lnTo>
                  <a:lnTo>
                    <a:pt x="7373840" y="129399"/>
                  </a:lnTo>
                  <a:lnTo>
                    <a:pt x="7373965" y="129399"/>
                  </a:lnTo>
                  <a:lnTo>
                    <a:pt x="7374090" y="129399"/>
                  </a:lnTo>
                  <a:lnTo>
                    <a:pt x="7374215" y="129399"/>
                  </a:lnTo>
                  <a:lnTo>
                    <a:pt x="7374340" y="129399"/>
                  </a:lnTo>
                  <a:lnTo>
                    <a:pt x="7374465" y="129399"/>
                  </a:lnTo>
                  <a:lnTo>
                    <a:pt x="7374590" y="129399"/>
                  </a:lnTo>
                  <a:lnTo>
                    <a:pt x="7374715" y="129399"/>
                  </a:lnTo>
                  <a:lnTo>
                    <a:pt x="7374840" y="129399"/>
                  </a:lnTo>
                  <a:lnTo>
                    <a:pt x="7374965" y="129399"/>
                  </a:lnTo>
                  <a:lnTo>
                    <a:pt x="7375090" y="129399"/>
                  </a:lnTo>
                  <a:lnTo>
                    <a:pt x="7375215" y="129399"/>
                  </a:lnTo>
                  <a:lnTo>
                    <a:pt x="7375340" y="129399"/>
                  </a:lnTo>
                  <a:lnTo>
                    <a:pt x="7375465" y="129399"/>
                  </a:lnTo>
                  <a:lnTo>
                    <a:pt x="7375590" y="129399"/>
                  </a:lnTo>
                  <a:lnTo>
                    <a:pt x="7375715" y="129399"/>
                  </a:lnTo>
                  <a:lnTo>
                    <a:pt x="7375840" y="129399"/>
                  </a:lnTo>
                  <a:lnTo>
                    <a:pt x="7375965" y="129399"/>
                  </a:lnTo>
                  <a:lnTo>
                    <a:pt x="7376090" y="129399"/>
                  </a:lnTo>
                  <a:lnTo>
                    <a:pt x="7376215" y="129399"/>
                  </a:lnTo>
                  <a:lnTo>
                    <a:pt x="7376340" y="129399"/>
                  </a:lnTo>
                  <a:lnTo>
                    <a:pt x="7376465" y="129399"/>
                  </a:lnTo>
                  <a:lnTo>
                    <a:pt x="7376590" y="129399"/>
                  </a:lnTo>
                  <a:lnTo>
                    <a:pt x="7376716" y="129399"/>
                  </a:lnTo>
                  <a:lnTo>
                    <a:pt x="7376841" y="129399"/>
                  </a:lnTo>
                  <a:lnTo>
                    <a:pt x="7376966" y="129399"/>
                  </a:lnTo>
                  <a:lnTo>
                    <a:pt x="7377091" y="129399"/>
                  </a:lnTo>
                  <a:lnTo>
                    <a:pt x="7377216" y="129399"/>
                  </a:lnTo>
                  <a:lnTo>
                    <a:pt x="7377341" y="129399"/>
                  </a:lnTo>
                  <a:lnTo>
                    <a:pt x="7377466" y="129399"/>
                  </a:lnTo>
                  <a:lnTo>
                    <a:pt x="7377591" y="129399"/>
                  </a:lnTo>
                  <a:lnTo>
                    <a:pt x="7377716" y="129399"/>
                  </a:lnTo>
                  <a:lnTo>
                    <a:pt x="7377841" y="129399"/>
                  </a:lnTo>
                  <a:lnTo>
                    <a:pt x="7377966" y="129399"/>
                  </a:lnTo>
                  <a:lnTo>
                    <a:pt x="7378091" y="129399"/>
                  </a:lnTo>
                  <a:lnTo>
                    <a:pt x="7378216" y="129399"/>
                  </a:lnTo>
                  <a:lnTo>
                    <a:pt x="7378341" y="129399"/>
                  </a:lnTo>
                  <a:lnTo>
                    <a:pt x="7378466" y="129399"/>
                  </a:lnTo>
                  <a:lnTo>
                    <a:pt x="7378591" y="129399"/>
                  </a:lnTo>
                  <a:lnTo>
                    <a:pt x="7378716" y="129399"/>
                  </a:lnTo>
                  <a:lnTo>
                    <a:pt x="7378841" y="129399"/>
                  </a:lnTo>
                  <a:lnTo>
                    <a:pt x="7378966" y="129399"/>
                  </a:lnTo>
                  <a:lnTo>
                    <a:pt x="7379091" y="129399"/>
                  </a:lnTo>
                  <a:lnTo>
                    <a:pt x="7379216" y="129399"/>
                  </a:lnTo>
                  <a:lnTo>
                    <a:pt x="7379341" y="129399"/>
                  </a:lnTo>
                  <a:lnTo>
                    <a:pt x="7379466" y="129399"/>
                  </a:lnTo>
                  <a:lnTo>
                    <a:pt x="7379591" y="129399"/>
                  </a:lnTo>
                  <a:lnTo>
                    <a:pt x="7379717" y="129399"/>
                  </a:lnTo>
                  <a:lnTo>
                    <a:pt x="7379842" y="129399"/>
                  </a:lnTo>
                  <a:lnTo>
                    <a:pt x="7379967" y="129399"/>
                  </a:lnTo>
                  <a:lnTo>
                    <a:pt x="7380092" y="129399"/>
                  </a:lnTo>
                  <a:lnTo>
                    <a:pt x="7380217" y="129399"/>
                  </a:lnTo>
                  <a:lnTo>
                    <a:pt x="7380342" y="129399"/>
                  </a:lnTo>
                  <a:lnTo>
                    <a:pt x="7380467" y="129399"/>
                  </a:lnTo>
                  <a:lnTo>
                    <a:pt x="7380592" y="129399"/>
                  </a:lnTo>
                  <a:lnTo>
                    <a:pt x="7380717" y="129399"/>
                  </a:lnTo>
                  <a:lnTo>
                    <a:pt x="7380842" y="129399"/>
                  </a:lnTo>
                  <a:lnTo>
                    <a:pt x="7380967" y="129399"/>
                  </a:lnTo>
                  <a:lnTo>
                    <a:pt x="7381092" y="129399"/>
                  </a:lnTo>
                  <a:lnTo>
                    <a:pt x="7381217" y="129399"/>
                  </a:lnTo>
                  <a:lnTo>
                    <a:pt x="7381342" y="129399"/>
                  </a:lnTo>
                  <a:lnTo>
                    <a:pt x="7381467" y="129399"/>
                  </a:lnTo>
                  <a:lnTo>
                    <a:pt x="7381592" y="129399"/>
                  </a:lnTo>
                  <a:lnTo>
                    <a:pt x="7381717" y="129399"/>
                  </a:lnTo>
                  <a:lnTo>
                    <a:pt x="7381842" y="129399"/>
                  </a:lnTo>
                  <a:lnTo>
                    <a:pt x="7381967" y="129399"/>
                  </a:lnTo>
                  <a:lnTo>
                    <a:pt x="7382092" y="129399"/>
                  </a:lnTo>
                  <a:lnTo>
                    <a:pt x="7382217" y="129399"/>
                  </a:lnTo>
                  <a:lnTo>
                    <a:pt x="7382342" y="129399"/>
                  </a:lnTo>
                  <a:lnTo>
                    <a:pt x="7382467" y="129399"/>
                  </a:lnTo>
                  <a:lnTo>
                    <a:pt x="7382592" y="129399"/>
                  </a:lnTo>
                  <a:lnTo>
                    <a:pt x="7382718" y="129399"/>
                  </a:lnTo>
                  <a:lnTo>
                    <a:pt x="7382843" y="129399"/>
                  </a:lnTo>
                  <a:lnTo>
                    <a:pt x="7382968" y="129399"/>
                  </a:lnTo>
                  <a:lnTo>
                    <a:pt x="7383093" y="129399"/>
                  </a:lnTo>
                  <a:lnTo>
                    <a:pt x="7383218" y="129399"/>
                  </a:lnTo>
                  <a:lnTo>
                    <a:pt x="7383343" y="129399"/>
                  </a:lnTo>
                  <a:lnTo>
                    <a:pt x="7383468" y="129399"/>
                  </a:lnTo>
                  <a:lnTo>
                    <a:pt x="7383593" y="129399"/>
                  </a:lnTo>
                  <a:lnTo>
                    <a:pt x="7383718" y="129399"/>
                  </a:lnTo>
                  <a:lnTo>
                    <a:pt x="7383843" y="129399"/>
                  </a:lnTo>
                  <a:lnTo>
                    <a:pt x="7383968" y="129399"/>
                  </a:lnTo>
                  <a:lnTo>
                    <a:pt x="7384093" y="129399"/>
                  </a:lnTo>
                  <a:lnTo>
                    <a:pt x="7384218" y="129399"/>
                  </a:lnTo>
                  <a:lnTo>
                    <a:pt x="7384343" y="129399"/>
                  </a:lnTo>
                  <a:lnTo>
                    <a:pt x="7384468" y="129399"/>
                  </a:lnTo>
                  <a:lnTo>
                    <a:pt x="7384593" y="129399"/>
                  </a:lnTo>
                  <a:lnTo>
                    <a:pt x="7384718" y="129399"/>
                  </a:lnTo>
                  <a:lnTo>
                    <a:pt x="7384843" y="129399"/>
                  </a:lnTo>
                  <a:lnTo>
                    <a:pt x="7384968" y="129399"/>
                  </a:lnTo>
                  <a:lnTo>
                    <a:pt x="7385093" y="129399"/>
                  </a:lnTo>
                  <a:lnTo>
                    <a:pt x="7385218" y="129399"/>
                  </a:lnTo>
                  <a:lnTo>
                    <a:pt x="7385343" y="129399"/>
                  </a:lnTo>
                  <a:lnTo>
                    <a:pt x="7385468" y="129399"/>
                  </a:lnTo>
                  <a:lnTo>
                    <a:pt x="7385593" y="129399"/>
                  </a:lnTo>
                  <a:lnTo>
                    <a:pt x="7385719" y="129399"/>
                  </a:lnTo>
                  <a:lnTo>
                    <a:pt x="7385844" y="129399"/>
                  </a:lnTo>
                  <a:lnTo>
                    <a:pt x="7385969" y="129399"/>
                  </a:lnTo>
                  <a:lnTo>
                    <a:pt x="7386094" y="129399"/>
                  </a:lnTo>
                  <a:lnTo>
                    <a:pt x="7386219" y="129399"/>
                  </a:lnTo>
                  <a:lnTo>
                    <a:pt x="7386344" y="129399"/>
                  </a:lnTo>
                  <a:lnTo>
                    <a:pt x="7386469" y="129399"/>
                  </a:lnTo>
                  <a:lnTo>
                    <a:pt x="7386594" y="129399"/>
                  </a:lnTo>
                  <a:lnTo>
                    <a:pt x="7386719" y="129399"/>
                  </a:lnTo>
                  <a:lnTo>
                    <a:pt x="7386844" y="129399"/>
                  </a:lnTo>
                  <a:lnTo>
                    <a:pt x="7386969" y="129399"/>
                  </a:lnTo>
                  <a:lnTo>
                    <a:pt x="7387094" y="129399"/>
                  </a:lnTo>
                  <a:lnTo>
                    <a:pt x="7387219" y="129399"/>
                  </a:lnTo>
                  <a:lnTo>
                    <a:pt x="7387344" y="129399"/>
                  </a:lnTo>
                  <a:lnTo>
                    <a:pt x="7387469" y="129399"/>
                  </a:lnTo>
                  <a:lnTo>
                    <a:pt x="7387594" y="129399"/>
                  </a:lnTo>
                  <a:lnTo>
                    <a:pt x="7387719" y="129399"/>
                  </a:lnTo>
                  <a:lnTo>
                    <a:pt x="7387844" y="129399"/>
                  </a:lnTo>
                  <a:lnTo>
                    <a:pt x="7387969" y="129399"/>
                  </a:lnTo>
                  <a:lnTo>
                    <a:pt x="7388094" y="129399"/>
                  </a:lnTo>
                  <a:lnTo>
                    <a:pt x="7388219" y="129399"/>
                  </a:lnTo>
                  <a:lnTo>
                    <a:pt x="7388344" y="129399"/>
                  </a:lnTo>
                  <a:lnTo>
                    <a:pt x="7388469" y="129399"/>
                  </a:lnTo>
                  <a:lnTo>
                    <a:pt x="7388594" y="129399"/>
                  </a:lnTo>
                  <a:lnTo>
                    <a:pt x="7388720" y="129399"/>
                  </a:lnTo>
                  <a:lnTo>
                    <a:pt x="7388845" y="129399"/>
                  </a:lnTo>
                  <a:lnTo>
                    <a:pt x="7388970" y="129399"/>
                  </a:lnTo>
                  <a:lnTo>
                    <a:pt x="7389095" y="129399"/>
                  </a:lnTo>
                  <a:lnTo>
                    <a:pt x="7389220" y="129399"/>
                  </a:lnTo>
                  <a:lnTo>
                    <a:pt x="7389345" y="129399"/>
                  </a:lnTo>
                  <a:lnTo>
                    <a:pt x="7389470" y="129399"/>
                  </a:lnTo>
                  <a:lnTo>
                    <a:pt x="7389595" y="129399"/>
                  </a:lnTo>
                  <a:lnTo>
                    <a:pt x="7389720" y="129399"/>
                  </a:lnTo>
                  <a:lnTo>
                    <a:pt x="7389845" y="129399"/>
                  </a:lnTo>
                  <a:lnTo>
                    <a:pt x="7389970" y="129399"/>
                  </a:lnTo>
                  <a:lnTo>
                    <a:pt x="7390095" y="129399"/>
                  </a:lnTo>
                  <a:lnTo>
                    <a:pt x="7390220" y="129399"/>
                  </a:lnTo>
                  <a:lnTo>
                    <a:pt x="7390345" y="129399"/>
                  </a:lnTo>
                  <a:lnTo>
                    <a:pt x="7390470" y="129399"/>
                  </a:lnTo>
                  <a:lnTo>
                    <a:pt x="7390595" y="129399"/>
                  </a:lnTo>
                  <a:lnTo>
                    <a:pt x="7390720" y="129399"/>
                  </a:lnTo>
                  <a:lnTo>
                    <a:pt x="7390845" y="129399"/>
                  </a:lnTo>
                  <a:lnTo>
                    <a:pt x="7390970" y="129399"/>
                  </a:lnTo>
                  <a:lnTo>
                    <a:pt x="7391095" y="129399"/>
                  </a:lnTo>
                  <a:lnTo>
                    <a:pt x="7391220" y="129399"/>
                  </a:lnTo>
                  <a:lnTo>
                    <a:pt x="7391345" y="129399"/>
                  </a:lnTo>
                  <a:lnTo>
                    <a:pt x="7391470" y="129399"/>
                  </a:lnTo>
                  <a:lnTo>
                    <a:pt x="7391595" y="129399"/>
                  </a:lnTo>
                  <a:lnTo>
                    <a:pt x="7391721" y="129399"/>
                  </a:lnTo>
                  <a:lnTo>
                    <a:pt x="7391846" y="129399"/>
                  </a:lnTo>
                  <a:lnTo>
                    <a:pt x="7391971" y="129399"/>
                  </a:lnTo>
                  <a:lnTo>
                    <a:pt x="7391971" y="119445"/>
                  </a:lnTo>
                  <a:lnTo>
                    <a:pt x="7392096" y="119445"/>
                  </a:lnTo>
                  <a:lnTo>
                    <a:pt x="7392221" y="119445"/>
                  </a:lnTo>
                  <a:lnTo>
                    <a:pt x="7392346" y="119445"/>
                  </a:lnTo>
                  <a:lnTo>
                    <a:pt x="7392471" y="119445"/>
                  </a:lnTo>
                  <a:lnTo>
                    <a:pt x="7392596" y="119445"/>
                  </a:lnTo>
                  <a:lnTo>
                    <a:pt x="7392721" y="119445"/>
                  </a:lnTo>
                  <a:lnTo>
                    <a:pt x="7392846" y="119445"/>
                  </a:lnTo>
                  <a:lnTo>
                    <a:pt x="7392971" y="119445"/>
                  </a:lnTo>
                  <a:lnTo>
                    <a:pt x="7393096" y="119445"/>
                  </a:lnTo>
                  <a:lnTo>
                    <a:pt x="7393221" y="119445"/>
                  </a:lnTo>
                  <a:lnTo>
                    <a:pt x="7393346" y="119445"/>
                  </a:lnTo>
                  <a:lnTo>
                    <a:pt x="7393471" y="119445"/>
                  </a:lnTo>
                  <a:lnTo>
                    <a:pt x="7393596" y="119445"/>
                  </a:lnTo>
                  <a:lnTo>
                    <a:pt x="7393721" y="119445"/>
                  </a:lnTo>
                  <a:lnTo>
                    <a:pt x="7393846" y="119445"/>
                  </a:lnTo>
                  <a:lnTo>
                    <a:pt x="7393971" y="119445"/>
                  </a:lnTo>
                  <a:lnTo>
                    <a:pt x="7394096" y="119445"/>
                  </a:lnTo>
                  <a:lnTo>
                    <a:pt x="7394221" y="119445"/>
                  </a:lnTo>
                  <a:lnTo>
                    <a:pt x="7394346" y="119445"/>
                  </a:lnTo>
                  <a:lnTo>
                    <a:pt x="7394471" y="119445"/>
                  </a:lnTo>
                  <a:lnTo>
                    <a:pt x="7394596" y="119445"/>
                  </a:lnTo>
                  <a:lnTo>
                    <a:pt x="7394722" y="119445"/>
                  </a:lnTo>
                  <a:lnTo>
                    <a:pt x="7394847" y="119445"/>
                  </a:lnTo>
                  <a:lnTo>
                    <a:pt x="7394972" y="119445"/>
                  </a:lnTo>
                  <a:lnTo>
                    <a:pt x="7395097" y="119445"/>
                  </a:lnTo>
                  <a:lnTo>
                    <a:pt x="7395222" y="119445"/>
                  </a:lnTo>
                  <a:lnTo>
                    <a:pt x="7395347" y="119445"/>
                  </a:lnTo>
                  <a:lnTo>
                    <a:pt x="7395472" y="119445"/>
                  </a:lnTo>
                  <a:lnTo>
                    <a:pt x="7395597" y="119445"/>
                  </a:lnTo>
                  <a:lnTo>
                    <a:pt x="7395722" y="119445"/>
                  </a:lnTo>
                  <a:lnTo>
                    <a:pt x="7395847" y="119445"/>
                  </a:lnTo>
                  <a:lnTo>
                    <a:pt x="7395972" y="119445"/>
                  </a:lnTo>
                  <a:lnTo>
                    <a:pt x="7396097" y="119445"/>
                  </a:lnTo>
                  <a:lnTo>
                    <a:pt x="7396222" y="119445"/>
                  </a:lnTo>
                  <a:lnTo>
                    <a:pt x="7396347" y="119445"/>
                  </a:lnTo>
                  <a:lnTo>
                    <a:pt x="7396472" y="119445"/>
                  </a:lnTo>
                  <a:lnTo>
                    <a:pt x="7396597" y="119445"/>
                  </a:lnTo>
                  <a:lnTo>
                    <a:pt x="7396722" y="119445"/>
                  </a:lnTo>
                  <a:lnTo>
                    <a:pt x="7396847" y="119445"/>
                  </a:lnTo>
                  <a:lnTo>
                    <a:pt x="7396972" y="119445"/>
                  </a:lnTo>
                  <a:lnTo>
                    <a:pt x="7397097" y="119445"/>
                  </a:lnTo>
                  <a:lnTo>
                    <a:pt x="7397222" y="119445"/>
                  </a:lnTo>
                  <a:lnTo>
                    <a:pt x="7397347" y="119445"/>
                  </a:lnTo>
                  <a:lnTo>
                    <a:pt x="7397472" y="119445"/>
                  </a:lnTo>
                  <a:lnTo>
                    <a:pt x="7397597" y="119445"/>
                  </a:lnTo>
                  <a:lnTo>
                    <a:pt x="7397723" y="119445"/>
                  </a:lnTo>
                  <a:lnTo>
                    <a:pt x="7397848" y="119445"/>
                  </a:lnTo>
                  <a:lnTo>
                    <a:pt x="7397973" y="119445"/>
                  </a:lnTo>
                  <a:lnTo>
                    <a:pt x="7398098" y="119445"/>
                  </a:lnTo>
                  <a:lnTo>
                    <a:pt x="7398223" y="119445"/>
                  </a:lnTo>
                  <a:lnTo>
                    <a:pt x="7398348" y="119445"/>
                  </a:lnTo>
                  <a:lnTo>
                    <a:pt x="7398473" y="119445"/>
                  </a:lnTo>
                  <a:lnTo>
                    <a:pt x="7398598" y="119445"/>
                  </a:lnTo>
                  <a:lnTo>
                    <a:pt x="7398723" y="119445"/>
                  </a:lnTo>
                  <a:lnTo>
                    <a:pt x="7398848" y="119445"/>
                  </a:lnTo>
                  <a:lnTo>
                    <a:pt x="7398973" y="119445"/>
                  </a:lnTo>
                  <a:lnTo>
                    <a:pt x="7399098" y="119445"/>
                  </a:lnTo>
                  <a:lnTo>
                    <a:pt x="7399223" y="119445"/>
                  </a:lnTo>
                  <a:lnTo>
                    <a:pt x="7399348" y="119445"/>
                  </a:lnTo>
                  <a:lnTo>
                    <a:pt x="7399473" y="119445"/>
                  </a:lnTo>
                  <a:lnTo>
                    <a:pt x="7399598" y="119445"/>
                  </a:lnTo>
                  <a:lnTo>
                    <a:pt x="7399723" y="119445"/>
                  </a:lnTo>
                  <a:lnTo>
                    <a:pt x="7399848" y="119445"/>
                  </a:lnTo>
                  <a:lnTo>
                    <a:pt x="7399973" y="119445"/>
                  </a:lnTo>
                  <a:lnTo>
                    <a:pt x="7400098" y="119445"/>
                  </a:lnTo>
                  <a:lnTo>
                    <a:pt x="7400223" y="119445"/>
                  </a:lnTo>
                  <a:lnTo>
                    <a:pt x="7400348" y="119445"/>
                  </a:lnTo>
                  <a:lnTo>
                    <a:pt x="7400473" y="119445"/>
                  </a:lnTo>
                  <a:lnTo>
                    <a:pt x="7400598" y="119445"/>
                  </a:lnTo>
                  <a:lnTo>
                    <a:pt x="7400724" y="119445"/>
                  </a:lnTo>
                  <a:lnTo>
                    <a:pt x="7400849" y="119445"/>
                  </a:lnTo>
                  <a:lnTo>
                    <a:pt x="7400974" y="119445"/>
                  </a:lnTo>
                  <a:lnTo>
                    <a:pt x="7401099" y="119445"/>
                  </a:lnTo>
                  <a:lnTo>
                    <a:pt x="7401224" y="119445"/>
                  </a:lnTo>
                  <a:lnTo>
                    <a:pt x="7401349" y="119445"/>
                  </a:lnTo>
                  <a:lnTo>
                    <a:pt x="7401474" y="119445"/>
                  </a:lnTo>
                  <a:lnTo>
                    <a:pt x="7401599" y="119445"/>
                  </a:lnTo>
                  <a:lnTo>
                    <a:pt x="7401724" y="119445"/>
                  </a:lnTo>
                  <a:lnTo>
                    <a:pt x="7401849" y="119445"/>
                  </a:lnTo>
                  <a:lnTo>
                    <a:pt x="7401974" y="119445"/>
                  </a:lnTo>
                  <a:lnTo>
                    <a:pt x="7402099" y="119445"/>
                  </a:lnTo>
                  <a:lnTo>
                    <a:pt x="7402224" y="119445"/>
                  </a:lnTo>
                  <a:lnTo>
                    <a:pt x="7402349" y="119445"/>
                  </a:lnTo>
                  <a:lnTo>
                    <a:pt x="7402474" y="119445"/>
                  </a:lnTo>
                  <a:lnTo>
                    <a:pt x="7402599" y="119445"/>
                  </a:lnTo>
                  <a:lnTo>
                    <a:pt x="7402724" y="119445"/>
                  </a:lnTo>
                  <a:lnTo>
                    <a:pt x="7402849" y="119445"/>
                  </a:lnTo>
                  <a:lnTo>
                    <a:pt x="7402974" y="119445"/>
                  </a:lnTo>
                  <a:lnTo>
                    <a:pt x="7403099" y="119445"/>
                  </a:lnTo>
                  <a:lnTo>
                    <a:pt x="7403224" y="119445"/>
                  </a:lnTo>
                  <a:lnTo>
                    <a:pt x="7403349" y="119445"/>
                  </a:lnTo>
                  <a:lnTo>
                    <a:pt x="7403474" y="119445"/>
                  </a:lnTo>
                  <a:lnTo>
                    <a:pt x="7403599" y="119445"/>
                  </a:lnTo>
                  <a:lnTo>
                    <a:pt x="7403725" y="119445"/>
                  </a:lnTo>
                  <a:lnTo>
                    <a:pt x="7403850" y="119445"/>
                  </a:lnTo>
                  <a:lnTo>
                    <a:pt x="7403975" y="119445"/>
                  </a:lnTo>
                  <a:lnTo>
                    <a:pt x="7404100" y="119445"/>
                  </a:lnTo>
                  <a:lnTo>
                    <a:pt x="7404225" y="119445"/>
                  </a:lnTo>
                  <a:lnTo>
                    <a:pt x="7404350" y="119445"/>
                  </a:lnTo>
                  <a:lnTo>
                    <a:pt x="7404475" y="119445"/>
                  </a:lnTo>
                  <a:lnTo>
                    <a:pt x="7404600" y="119445"/>
                  </a:lnTo>
                  <a:lnTo>
                    <a:pt x="7404725" y="119445"/>
                  </a:lnTo>
                  <a:lnTo>
                    <a:pt x="7404850" y="119445"/>
                  </a:lnTo>
                  <a:lnTo>
                    <a:pt x="7404975" y="119445"/>
                  </a:lnTo>
                  <a:lnTo>
                    <a:pt x="7405100" y="119445"/>
                  </a:lnTo>
                  <a:lnTo>
                    <a:pt x="7405225" y="119445"/>
                  </a:lnTo>
                  <a:lnTo>
                    <a:pt x="7405350" y="119445"/>
                  </a:lnTo>
                  <a:lnTo>
                    <a:pt x="7405475" y="119445"/>
                  </a:lnTo>
                  <a:lnTo>
                    <a:pt x="7405600" y="119445"/>
                  </a:lnTo>
                  <a:lnTo>
                    <a:pt x="7405725" y="119445"/>
                  </a:lnTo>
                  <a:lnTo>
                    <a:pt x="7405850" y="119445"/>
                  </a:lnTo>
                  <a:lnTo>
                    <a:pt x="7405975" y="119445"/>
                  </a:lnTo>
                  <a:lnTo>
                    <a:pt x="7406100" y="119445"/>
                  </a:lnTo>
                  <a:lnTo>
                    <a:pt x="7406225" y="119445"/>
                  </a:lnTo>
                  <a:lnTo>
                    <a:pt x="7406350" y="119445"/>
                  </a:lnTo>
                  <a:lnTo>
                    <a:pt x="7406475" y="119445"/>
                  </a:lnTo>
                  <a:lnTo>
                    <a:pt x="7406600" y="119445"/>
                  </a:lnTo>
                  <a:lnTo>
                    <a:pt x="7406726" y="119445"/>
                  </a:lnTo>
                  <a:lnTo>
                    <a:pt x="7406851" y="119445"/>
                  </a:lnTo>
                  <a:lnTo>
                    <a:pt x="7406976" y="119445"/>
                  </a:lnTo>
                  <a:lnTo>
                    <a:pt x="7407101" y="119445"/>
                  </a:lnTo>
                  <a:lnTo>
                    <a:pt x="7407226" y="119445"/>
                  </a:lnTo>
                  <a:lnTo>
                    <a:pt x="7407351" y="119445"/>
                  </a:lnTo>
                  <a:lnTo>
                    <a:pt x="7407476" y="119445"/>
                  </a:lnTo>
                  <a:lnTo>
                    <a:pt x="7407601" y="119445"/>
                  </a:lnTo>
                  <a:lnTo>
                    <a:pt x="7407726" y="119445"/>
                  </a:lnTo>
                  <a:lnTo>
                    <a:pt x="7407851" y="119445"/>
                  </a:lnTo>
                  <a:lnTo>
                    <a:pt x="7407976" y="119445"/>
                  </a:lnTo>
                  <a:lnTo>
                    <a:pt x="7408101" y="119445"/>
                  </a:lnTo>
                  <a:lnTo>
                    <a:pt x="7408226" y="119445"/>
                  </a:lnTo>
                  <a:lnTo>
                    <a:pt x="7408351" y="119445"/>
                  </a:lnTo>
                  <a:lnTo>
                    <a:pt x="7408476" y="119445"/>
                  </a:lnTo>
                  <a:lnTo>
                    <a:pt x="7408601" y="119445"/>
                  </a:lnTo>
                  <a:lnTo>
                    <a:pt x="7408726" y="119445"/>
                  </a:lnTo>
                  <a:lnTo>
                    <a:pt x="7408851" y="119445"/>
                  </a:lnTo>
                  <a:lnTo>
                    <a:pt x="7408976" y="119445"/>
                  </a:lnTo>
                  <a:lnTo>
                    <a:pt x="7409101" y="119445"/>
                  </a:lnTo>
                  <a:lnTo>
                    <a:pt x="7409226" y="119445"/>
                  </a:lnTo>
                  <a:lnTo>
                    <a:pt x="7409351" y="119445"/>
                  </a:lnTo>
                  <a:lnTo>
                    <a:pt x="7409476" y="119445"/>
                  </a:lnTo>
                  <a:lnTo>
                    <a:pt x="7409601" y="119445"/>
                  </a:lnTo>
                  <a:lnTo>
                    <a:pt x="7409727" y="119445"/>
                  </a:lnTo>
                  <a:lnTo>
                    <a:pt x="7409852" y="119445"/>
                  </a:lnTo>
                  <a:lnTo>
                    <a:pt x="7409977" y="119445"/>
                  </a:lnTo>
                  <a:lnTo>
                    <a:pt x="7410102" y="119445"/>
                  </a:lnTo>
                  <a:lnTo>
                    <a:pt x="7410227" y="119445"/>
                  </a:lnTo>
                  <a:lnTo>
                    <a:pt x="7410352" y="119445"/>
                  </a:lnTo>
                  <a:lnTo>
                    <a:pt x="7410477" y="119445"/>
                  </a:lnTo>
                  <a:lnTo>
                    <a:pt x="7410602" y="119445"/>
                  </a:lnTo>
                  <a:lnTo>
                    <a:pt x="7410727" y="119445"/>
                  </a:lnTo>
                  <a:lnTo>
                    <a:pt x="7410852" y="119445"/>
                  </a:lnTo>
                  <a:lnTo>
                    <a:pt x="7410977" y="119445"/>
                  </a:lnTo>
                  <a:lnTo>
                    <a:pt x="7411102" y="119445"/>
                  </a:lnTo>
                  <a:lnTo>
                    <a:pt x="7411227" y="119445"/>
                  </a:lnTo>
                  <a:lnTo>
                    <a:pt x="7411352" y="119445"/>
                  </a:lnTo>
                  <a:lnTo>
                    <a:pt x="7411477" y="119445"/>
                  </a:lnTo>
                  <a:lnTo>
                    <a:pt x="7411602" y="119445"/>
                  </a:lnTo>
                  <a:lnTo>
                    <a:pt x="7411727" y="119445"/>
                  </a:lnTo>
                  <a:lnTo>
                    <a:pt x="7411852" y="119445"/>
                  </a:lnTo>
                  <a:lnTo>
                    <a:pt x="7411977" y="119445"/>
                  </a:lnTo>
                  <a:lnTo>
                    <a:pt x="7412102" y="119445"/>
                  </a:lnTo>
                  <a:lnTo>
                    <a:pt x="7412227" y="119445"/>
                  </a:lnTo>
                  <a:lnTo>
                    <a:pt x="7412352" y="119445"/>
                  </a:lnTo>
                  <a:lnTo>
                    <a:pt x="7412477" y="119445"/>
                  </a:lnTo>
                  <a:lnTo>
                    <a:pt x="7412603" y="119445"/>
                  </a:lnTo>
                  <a:lnTo>
                    <a:pt x="7412728" y="119445"/>
                  </a:lnTo>
                  <a:lnTo>
                    <a:pt x="7412853" y="119445"/>
                  </a:lnTo>
                  <a:lnTo>
                    <a:pt x="7412978" y="119445"/>
                  </a:lnTo>
                  <a:lnTo>
                    <a:pt x="7413103" y="119445"/>
                  </a:lnTo>
                  <a:lnTo>
                    <a:pt x="7413228" y="119445"/>
                  </a:lnTo>
                  <a:lnTo>
                    <a:pt x="7413353" y="119445"/>
                  </a:lnTo>
                  <a:lnTo>
                    <a:pt x="7413478" y="119445"/>
                  </a:lnTo>
                  <a:lnTo>
                    <a:pt x="7413603" y="119445"/>
                  </a:lnTo>
                  <a:lnTo>
                    <a:pt x="7413728" y="119445"/>
                  </a:lnTo>
                  <a:lnTo>
                    <a:pt x="7413853" y="119445"/>
                  </a:lnTo>
                  <a:lnTo>
                    <a:pt x="7413978" y="119445"/>
                  </a:lnTo>
                  <a:lnTo>
                    <a:pt x="7414103" y="119445"/>
                  </a:lnTo>
                  <a:lnTo>
                    <a:pt x="7414228" y="119445"/>
                  </a:lnTo>
                  <a:lnTo>
                    <a:pt x="7414353" y="119445"/>
                  </a:lnTo>
                  <a:lnTo>
                    <a:pt x="7414478" y="119445"/>
                  </a:lnTo>
                  <a:lnTo>
                    <a:pt x="7414603" y="119445"/>
                  </a:lnTo>
                  <a:lnTo>
                    <a:pt x="7414728" y="119445"/>
                  </a:lnTo>
                  <a:lnTo>
                    <a:pt x="7414853" y="119445"/>
                  </a:lnTo>
                  <a:lnTo>
                    <a:pt x="7414978" y="119445"/>
                  </a:lnTo>
                  <a:lnTo>
                    <a:pt x="7415103" y="119445"/>
                  </a:lnTo>
                  <a:lnTo>
                    <a:pt x="7415228" y="119445"/>
                  </a:lnTo>
                  <a:lnTo>
                    <a:pt x="7415353" y="119445"/>
                  </a:lnTo>
                  <a:lnTo>
                    <a:pt x="7415478" y="119445"/>
                  </a:lnTo>
                  <a:lnTo>
                    <a:pt x="7415604" y="119445"/>
                  </a:lnTo>
                  <a:lnTo>
                    <a:pt x="7415729" y="119445"/>
                  </a:lnTo>
                  <a:lnTo>
                    <a:pt x="7415854" y="119445"/>
                  </a:lnTo>
                  <a:lnTo>
                    <a:pt x="7415979" y="119445"/>
                  </a:lnTo>
                  <a:lnTo>
                    <a:pt x="7416104" y="119445"/>
                  </a:lnTo>
                  <a:lnTo>
                    <a:pt x="7416229" y="119445"/>
                  </a:lnTo>
                  <a:lnTo>
                    <a:pt x="7416354" y="119445"/>
                  </a:lnTo>
                  <a:lnTo>
                    <a:pt x="7416479" y="119445"/>
                  </a:lnTo>
                  <a:lnTo>
                    <a:pt x="7416604" y="119445"/>
                  </a:lnTo>
                  <a:lnTo>
                    <a:pt x="7416729" y="119445"/>
                  </a:lnTo>
                  <a:lnTo>
                    <a:pt x="7416854" y="119445"/>
                  </a:lnTo>
                  <a:lnTo>
                    <a:pt x="7416979" y="119445"/>
                  </a:lnTo>
                  <a:lnTo>
                    <a:pt x="7417104" y="119445"/>
                  </a:lnTo>
                  <a:lnTo>
                    <a:pt x="7417229" y="119445"/>
                  </a:lnTo>
                  <a:lnTo>
                    <a:pt x="7417354" y="119445"/>
                  </a:lnTo>
                  <a:lnTo>
                    <a:pt x="7417479" y="119445"/>
                  </a:lnTo>
                  <a:lnTo>
                    <a:pt x="7417604" y="119445"/>
                  </a:lnTo>
                  <a:lnTo>
                    <a:pt x="7417729" y="119445"/>
                  </a:lnTo>
                  <a:lnTo>
                    <a:pt x="7417854" y="119445"/>
                  </a:lnTo>
                  <a:lnTo>
                    <a:pt x="7417979" y="119445"/>
                  </a:lnTo>
                  <a:lnTo>
                    <a:pt x="7418104" y="119445"/>
                  </a:lnTo>
                  <a:lnTo>
                    <a:pt x="7418229" y="119445"/>
                  </a:lnTo>
                  <a:lnTo>
                    <a:pt x="7418354" y="119445"/>
                  </a:lnTo>
                  <a:lnTo>
                    <a:pt x="7418479" y="119445"/>
                  </a:lnTo>
                  <a:lnTo>
                    <a:pt x="7418605" y="119445"/>
                  </a:lnTo>
                  <a:lnTo>
                    <a:pt x="7418730" y="119445"/>
                  </a:lnTo>
                  <a:lnTo>
                    <a:pt x="7418855" y="119445"/>
                  </a:lnTo>
                  <a:lnTo>
                    <a:pt x="7418980" y="119445"/>
                  </a:lnTo>
                  <a:lnTo>
                    <a:pt x="7419105" y="119445"/>
                  </a:lnTo>
                  <a:lnTo>
                    <a:pt x="7419230" y="119445"/>
                  </a:lnTo>
                  <a:lnTo>
                    <a:pt x="7419355" y="119445"/>
                  </a:lnTo>
                  <a:lnTo>
                    <a:pt x="7419480" y="119445"/>
                  </a:lnTo>
                  <a:lnTo>
                    <a:pt x="7419605" y="119445"/>
                  </a:lnTo>
                  <a:lnTo>
                    <a:pt x="7419730" y="119445"/>
                  </a:lnTo>
                  <a:lnTo>
                    <a:pt x="7419855" y="119445"/>
                  </a:lnTo>
                  <a:lnTo>
                    <a:pt x="7419980" y="119445"/>
                  </a:lnTo>
                  <a:lnTo>
                    <a:pt x="7420105" y="119445"/>
                  </a:lnTo>
                  <a:lnTo>
                    <a:pt x="7420230" y="119445"/>
                  </a:lnTo>
                  <a:lnTo>
                    <a:pt x="7420355" y="119445"/>
                  </a:lnTo>
                  <a:lnTo>
                    <a:pt x="7420480" y="119445"/>
                  </a:lnTo>
                  <a:lnTo>
                    <a:pt x="7420605" y="119445"/>
                  </a:lnTo>
                  <a:lnTo>
                    <a:pt x="7420730" y="119445"/>
                  </a:lnTo>
                  <a:lnTo>
                    <a:pt x="7420855" y="119445"/>
                  </a:lnTo>
                  <a:lnTo>
                    <a:pt x="7420980" y="119445"/>
                  </a:lnTo>
                  <a:lnTo>
                    <a:pt x="7421105" y="119445"/>
                  </a:lnTo>
                  <a:lnTo>
                    <a:pt x="7421230" y="119445"/>
                  </a:lnTo>
                  <a:lnTo>
                    <a:pt x="7421355" y="119445"/>
                  </a:lnTo>
                  <a:lnTo>
                    <a:pt x="7421480" y="119445"/>
                  </a:lnTo>
                  <a:lnTo>
                    <a:pt x="7421606" y="119445"/>
                  </a:lnTo>
                  <a:lnTo>
                    <a:pt x="7421731" y="119445"/>
                  </a:lnTo>
                  <a:lnTo>
                    <a:pt x="7421856" y="119445"/>
                  </a:lnTo>
                  <a:lnTo>
                    <a:pt x="7421981" y="119445"/>
                  </a:lnTo>
                  <a:lnTo>
                    <a:pt x="7422106" y="119445"/>
                  </a:lnTo>
                  <a:lnTo>
                    <a:pt x="7422231" y="119445"/>
                  </a:lnTo>
                  <a:lnTo>
                    <a:pt x="7422356" y="119445"/>
                  </a:lnTo>
                  <a:lnTo>
                    <a:pt x="7422481" y="119445"/>
                  </a:lnTo>
                  <a:lnTo>
                    <a:pt x="7422606" y="119445"/>
                  </a:lnTo>
                  <a:lnTo>
                    <a:pt x="7422731" y="119445"/>
                  </a:lnTo>
                  <a:lnTo>
                    <a:pt x="7422856" y="119445"/>
                  </a:lnTo>
                  <a:lnTo>
                    <a:pt x="7422981" y="119445"/>
                  </a:lnTo>
                  <a:lnTo>
                    <a:pt x="7423106" y="119445"/>
                  </a:lnTo>
                  <a:lnTo>
                    <a:pt x="7423231" y="119445"/>
                  </a:lnTo>
                  <a:lnTo>
                    <a:pt x="7423356" y="119445"/>
                  </a:lnTo>
                  <a:lnTo>
                    <a:pt x="7423481" y="119445"/>
                  </a:lnTo>
                  <a:lnTo>
                    <a:pt x="7423606" y="119445"/>
                  </a:lnTo>
                  <a:lnTo>
                    <a:pt x="7423731" y="119445"/>
                  </a:lnTo>
                  <a:lnTo>
                    <a:pt x="7423856" y="119445"/>
                  </a:lnTo>
                  <a:lnTo>
                    <a:pt x="7423981" y="119445"/>
                  </a:lnTo>
                  <a:lnTo>
                    <a:pt x="7424106" y="119445"/>
                  </a:lnTo>
                  <a:lnTo>
                    <a:pt x="7424231" y="119445"/>
                  </a:lnTo>
                  <a:lnTo>
                    <a:pt x="7424356" y="119445"/>
                  </a:lnTo>
                  <a:lnTo>
                    <a:pt x="7424481" y="119445"/>
                  </a:lnTo>
                  <a:lnTo>
                    <a:pt x="7424607" y="119445"/>
                  </a:lnTo>
                  <a:lnTo>
                    <a:pt x="7424732" y="119445"/>
                  </a:lnTo>
                  <a:lnTo>
                    <a:pt x="7424857" y="119445"/>
                  </a:lnTo>
                  <a:lnTo>
                    <a:pt x="7424982" y="119445"/>
                  </a:lnTo>
                  <a:lnTo>
                    <a:pt x="7425107" y="119445"/>
                  </a:lnTo>
                  <a:lnTo>
                    <a:pt x="7425232" y="119445"/>
                  </a:lnTo>
                  <a:lnTo>
                    <a:pt x="7425357" y="119445"/>
                  </a:lnTo>
                  <a:lnTo>
                    <a:pt x="7425482" y="119445"/>
                  </a:lnTo>
                  <a:lnTo>
                    <a:pt x="7425607" y="119445"/>
                  </a:lnTo>
                  <a:lnTo>
                    <a:pt x="7425732" y="119445"/>
                  </a:lnTo>
                  <a:lnTo>
                    <a:pt x="7425857" y="119445"/>
                  </a:lnTo>
                  <a:lnTo>
                    <a:pt x="7425982" y="119445"/>
                  </a:lnTo>
                  <a:lnTo>
                    <a:pt x="7426107" y="119445"/>
                  </a:lnTo>
                  <a:lnTo>
                    <a:pt x="7426232" y="119445"/>
                  </a:lnTo>
                  <a:lnTo>
                    <a:pt x="7426357" y="119445"/>
                  </a:lnTo>
                  <a:lnTo>
                    <a:pt x="7426482" y="119445"/>
                  </a:lnTo>
                  <a:lnTo>
                    <a:pt x="7426607" y="119445"/>
                  </a:lnTo>
                  <a:lnTo>
                    <a:pt x="7426732" y="119445"/>
                  </a:lnTo>
                  <a:lnTo>
                    <a:pt x="7426857" y="119445"/>
                  </a:lnTo>
                  <a:lnTo>
                    <a:pt x="7426982" y="119445"/>
                  </a:lnTo>
                  <a:lnTo>
                    <a:pt x="7427107" y="119445"/>
                  </a:lnTo>
                  <a:lnTo>
                    <a:pt x="7427232" y="119445"/>
                  </a:lnTo>
                  <a:lnTo>
                    <a:pt x="7427357" y="119445"/>
                  </a:lnTo>
                  <a:lnTo>
                    <a:pt x="7427482" y="119445"/>
                  </a:lnTo>
                  <a:lnTo>
                    <a:pt x="7427608" y="119445"/>
                  </a:lnTo>
                  <a:lnTo>
                    <a:pt x="7427733" y="119445"/>
                  </a:lnTo>
                  <a:lnTo>
                    <a:pt x="7427858" y="119445"/>
                  </a:lnTo>
                  <a:lnTo>
                    <a:pt x="7427983" y="119445"/>
                  </a:lnTo>
                  <a:lnTo>
                    <a:pt x="7428108" y="119445"/>
                  </a:lnTo>
                  <a:lnTo>
                    <a:pt x="7428233" y="119445"/>
                  </a:lnTo>
                  <a:lnTo>
                    <a:pt x="7428358" y="119445"/>
                  </a:lnTo>
                  <a:lnTo>
                    <a:pt x="7428483" y="119445"/>
                  </a:lnTo>
                  <a:lnTo>
                    <a:pt x="7428608" y="119445"/>
                  </a:lnTo>
                  <a:lnTo>
                    <a:pt x="7428733" y="119445"/>
                  </a:lnTo>
                  <a:lnTo>
                    <a:pt x="7428858" y="119445"/>
                  </a:lnTo>
                  <a:lnTo>
                    <a:pt x="7428983" y="119445"/>
                  </a:lnTo>
                  <a:lnTo>
                    <a:pt x="7429108" y="119445"/>
                  </a:lnTo>
                  <a:lnTo>
                    <a:pt x="7429233" y="119445"/>
                  </a:lnTo>
                  <a:lnTo>
                    <a:pt x="7429358" y="119445"/>
                  </a:lnTo>
                  <a:lnTo>
                    <a:pt x="7429483" y="119445"/>
                  </a:lnTo>
                  <a:lnTo>
                    <a:pt x="7429608" y="119445"/>
                  </a:lnTo>
                  <a:lnTo>
                    <a:pt x="7429733" y="119445"/>
                  </a:lnTo>
                  <a:lnTo>
                    <a:pt x="7429858" y="119445"/>
                  </a:lnTo>
                  <a:lnTo>
                    <a:pt x="7429983" y="119445"/>
                  </a:lnTo>
                  <a:lnTo>
                    <a:pt x="7430108" y="119445"/>
                  </a:lnTo>
                  <a:lnTo>
                    <a:pt x="7430233" y="119445"/>
                  </a:lnTo>
                  <a:lnTo>
                    <a:pt x="7430358" y="119445"/>
                  </a:lnTo>
                  <a:lnTo>
                    <a:pt x="7430483" y="119445"/>
                  </a:lnTo>
                  <a:lnTo>
                    <a:pt x="7430609" y="119445"/>
                  </a:lnTo>
                  <a:lnTo>
                    <a:pt x="7430734" y="119445"/>
                  </a:lnTo>
                  <a:lnTo>
                    <a:pt x="7430859" y="119445"/>
                  </a:lnTo>
                  <a:lnTo>
                    <a:pt x="7430984" y="119445"/>
                  </a:lnTo>
                  <a:lnTo>
                    <a:pt x="7431109" y="119445"/>
                  </a:lnTo>
                  <a:lnTo>
                    <a:pt x="7431234" y="119445"/>
                  </a:lnTo>
                  <a:lnTo>
                    <a:pt x="7431359" y="119445"/>
                  </a:lnTo>
                  <a:lnTo>
                    <a:pt x="7431484" y="119445"/>
                  </a:lnTo>
                  <a:lnTo>
                    <a:pt x="7431609" y="119445"/>
                  </a:lnTo>
                  <a:lnTo>
                    <a:pt x="7431734" y="119445"/>
                  </a:lnTo>
                  <a:lnTo>
                    <a:pt x="7431859" y="119445"/>
                  </a:lnTo>
                  <a:lnTo>
                    <a:pt x="7431984" y="119445"/>
                  </a:lnTo>
                  <a:lnTo>
                    <a:pt x="7432109" y="119445"/>
                  </a:lnTo>
                  <a:lnTo>
                    <a:pt x="7432234" y="119445"/>
                  </a:lnTo>
                  <a:lnTo>
                    <a:pt x="7432359" y="119445"/>
                  </a:lnTo>
                  <a:lnTo>
                    <a:pt x="7432484" y="119445"/>
                  </a:lnTo>
                  <a:lnTo>
                    <a:pt x="7432609" y="119445"/>
                  </a:lnTo>
                  <a:lnTo>
                    <a:pt x="7432734" y="119445"/>
                  </a:lnTo>
                  <a:lnTo>
                    <a:pt x="7432859" y="119445"/>
                  </a:lnTo>
                  <a:lnTo>
                    <a:pt x="7432984" y="119445"/>
                  </a:lnTo>
                  <a:lnTo>
                    <a:pt x="7433109" y="119445"/>
                  </a:lnTo>
                  <a:lnTo>
                    <a:pt x="7433234" y="119445"/>
                  </a:lnTo>
                  <a:lnTo>
                    <a:pt x="7433359" y="119445"/>
                  </a:lnTo>
                  <a:lnTo>
                    <a:pt x="7433484" y="119445"/>
                  </a:lnTo>
                  <a:lnTo>
                    <a:pt x="7433610" y="119445"/>
                  </a:lnTo>
                  <a:lnTo>
                    <a:pt x="7433735" y="119445"/>
                  </a:lnTo>
                  <a:lnTo>
                    <a:pt x="7433860" y="119445"/>
                  </a:lnTo>
                  <a:lnTo>
                    <a:pt x="7433985" y="119445"/>
                  </a:lnTo>
                  <a:lnTo>
                    <a:pt x="7434110" y="119445"/>
                  </a:lnTo>
                  <a:lnTo>
                    <a:pt x="7434235" y="119445"/>
                  </a:lnTo>
                  <a:lnTo>
                    <a:pt x="7434360" y="119445"/>
                  </a:lnTo>
                  <a:lnTo>
                    <a:pt x="7434485" y="119445"/>
                  </a:lnTo>
                  <a:lnTo>
                    <a:pt x="7434610" y="119445"/>
                  </a:lnTo>
                  <a:lnTo>
                    <a:pt x="7434735" y="119445"/>
                  </a:lnTo>
                  <a:lnTo>
                    <a:pt x="7434860" y="119445"/>
                  </a:lnTo>
                  <a:lnTo>
                    <a:pt x="7434985" y="119445"/>
                  </a:lnTo>
                  <a:lnTo>
                    <a:pt x="7435110" y="119445"/>
                  </a:lnTo>
                  <a:lnTo>
                    <a:pt x="7435235" y="119445"/>
                  </a:lnTo>
                  <a:lnTo>
                    <a:pt x="7435360" y="119445"/>
                  </a:lnTo>
                  <a:lnTo>
                    <a:pt x="7435485" y="119445"/>
                  </a:lnTo>
                  <a:lnTo>
                    <a:pt x="7435610" y="119445"/>
                  </a:lnTo>
                  <a:lnTo>
                    <a:pt x="7435735" y="119445"/>
                  </a:lnTo>
                  <a:lnTo>
                    <a:pt x="7435860" y="119445"/>
                  </a:lnTo>
                  <a:lnTo>
                    <a:pt x="7435985" y="119445"/>
                  </a:lnTo>
                  <a:lnTo>
                    <a:pt x="7436110" y="119445"/>
                  </a:lnTo>
                  <a:lnTo>
                    <a:pt x="7436235" y="119445"/>
                  </a:lnTo>
                  <a:lnTo>
                    <a:pt x="7436360" y="119445"/>
                  </a:lnTo>
                  <a:lnTo>
                    <a:pt x="7436485" y="119445"/>
                  </a:lnTo>
                  <a:lnTo>
                    <a:pt x="7436611" y="119445"/>
                  </a:lnTo>
                  <a:lnTo>
                    <a:pt x="7436736" y="119445"/>
                  </a:lnTo>
                  <a:lnTo>
                    <a:pt x="7436861" y="119445"/>
                  </a:lnTo>
                  <a:lnTo>
                    <a:pt x="7436986" y="119445"/>
                  </a:lnTo>
                  <a:lnTo>
                    <a:pt x="7437111" y="119445"/>
                  </a:lnTo>
                  <a:lnTo>
                    <a:pt x="7437236" y="119445"/>
                  </a:lnTo>
                  <a:lnTo>
                    <a:pt x="7437361" y="119445"/>
                  </a:lnTo>
                  <a:lnTo>
                    <a:pt x="7437486" y="119445"/>
                  </a:lnTo>
                  <a:lnTo>
                    <a:pt x="7437611" y="119445"/>
                  </a:lnTo>
                  <a:lnTo>
                    <a:pt x="7437736" y="119445"/>
                  </a:lnTo>
                  <a:lnTo>
                    <a:pt x="7437861" y="119445"/>
                  </a:lnTo>
                  <a:lnTo>
                    <a:pt x="7437986" y="119445"/>
                  </a:lnTo>
                  <a:lnTo>
                    <a:pt x="7438111" y="119445"/>
                  </a:lnTo>
                  <a:lnTo>
                    <a:pt x="7438236" y="119445"/>
                  </a:lnTo>
                  <a:lnTo>
                    <a:pt x="7438361" y="119445"/>
                  </a:lnTo>
                  <a:lnTo>
                    <a:pt x="7438486" y="119445"/>
                  </a:lnTo>
                  <a:lnTo>
                    <a:pt x="7438611" y="119445"/>
                  </a:lnTo>
                  <a:lnTo>
                    <a:pt x="7438736" y="119445"/>
                  </a:lnTo>
                  <a:lnTo>
                    <a:pt x="7438861" y="119445"/>
                  </a:lnTo>
                  <a:lnTo>
                    <a:pt x="7438986" y="119445"/>
                  </a:lnTo>
                  <a:lnTo>
                    <a:pt x="7439111" y="119445"/>
                  </a:lnTo>
                  <a:lnTo>
                    <a:pt x="7439236" y="119445"/>
                  </a:lnTo>
                  <a:lnTo>
                    <a:pt x="7439361" y="119445"/>
                  </a:lnTo>
                  <a:lnTo>
                    <a:pt x="7439486" y="119445"/>
                  </a:lnTo>
                  <a:lnTo>
                    <a:pt x="7439612" y="119445"/>
                  </a:lnTo>
                  <a:lnTo>
                    <a:pt x="7439737" y="119445"/>
                  </a:lnTo>
                  <a:lnTo>
                    <a:pt x="7439862" y="119445"/>
                  </a:lnTo>
                  <a:lnTo>
                    <a:pt x="7439987" y="119445"/>
                  </a:lnTo>
                  <a:lnTo>
                    <a:pt x="7440112" y="119445"/>
                  </a:lnTo>
                  <a:lnTo>
                    <a:pt x="7440237" y="119445"/>
                  </a:lnTo>
                  <a:lnTo>
                    <a:pt x="7440362" y="119445"/>
                  </a:lnTo>
                  <a:lnTo>
                    <a:pt x="7440487" y="119445"/>
                  </a:lnTo>
                  <a:lnTo>
                    <a:pt x="7440612" y="119445"/>
                  </a:lnTo>
                  <a:lnTo>
                    <a:pt x="7440737" y="119445"/>
                  </a:lnTo>
                  <a:lnTo>
                    <a:pt x="7440862" y="119445"/>
                  </a:lnTo>
                  <a:lnTo>
                    <a:pt x="7440987" y="119445"/>
                  </a:lnTo>
                  <a:lnTo>
                    <a:pt x="7441112" y="119445"/>
                  </a:lnTo>
                  <a:lnTo>
                    <a:pt x="7441237" y="119445"/>
                  </a:lnTo>
                  <a:lnTo>
                    <a:pt x="7441362" y="119445"/>
                  </a:lnTo>
                  <a:lnTo>
                    <a:pt x="7441487" y="119445"/>
                  </a:lnTo>
                  <a:lnTo>
                    <a:pt x="7441612" y="119445"/>
                  </a:lnTo>
                  <a:lnTo>
                    <a:pt x="7441737" y="119445"/>
                  </a:lnTo>
                  <a:lnTo>
                    <a:pt x="7441862" y="119445"/>
                  </a:lnTo>
                  <a:lnTo>
                    <a:pt x="7441987" y="119445"/>
                  </a:lnTo>
                  <a:lnTo>
                    <a:pt x="7442112" y="119445"/>
                  </a:lnTo>
                  <a:lnTo>
                    <a:pt x="7442237" y="119445"/>
                  </a:lnTo>
                  <a:lnTo>
                    <a:pt x="7442362" y="119445"/>
                  </a:lnTo>
                  <a:lnTo>
                    <a:pt x="7442487" y="119445"/>
                  </a:lnTo>
                  <a:lnTo>
                    <a:pt x="7442613" y="119445"/>
                  </a:lnTo>
                  <a:lnTo>
                    <a:pt x="7442738" y="119445"/>
                  </a:lnTo>
                  <a:lnTo>
                    <a:pt x="7442863" y="119445"/>
                  </a:lnTo>
                  <a:lnTo>
                    <a:pt x="7442988" y="119445"/>
                  </a:lnTo>
                  <a:lnTo>
                    <a:pt x="7443113" y="119445"/>
                  </a:lnTo>
                  <a:lnTo>
                    <a:pt x="7443238" y="119445"/>
                  </a:lnTo>
                  <a:lnTo>
                    <a:pt x="7443363" y="119445"/>
                  </a:lnTo>
                  <a:lnTo>
                    <a:pt x="7443488" y="119445"/>
                  </a:lnTo>
                  <a:lnTo>
                    <a:pt x="7443613" y="119445"/>
                  </a:lnTo>
                  <a:lnTo>
                    <a:pt x="7443738" y="119445"/>
                  </a:lnTo>
                  <a:lnTo>
                    <a:pt x="7443863" y="119445"/>
                  </a:lnTo>
                  <a:lnTo>
                    <a:pt x="7443988" y="119445"/>
                  </a:lnTo>
                  <a:lnTo>
                    <a:pt x="7444113" y="119445"/>
                  </a:lnTo>
                  <a:lnTo>
                    <a:pt x="7444238" y="119445"/>
                  </a:lnTo>
                  <a:lnTo>
                    <a:pt x="7444363" y="119445"/>
                  </a:lnTo>
                  <a:lnTo>
                    <a:pt x="7444488" y="119445"/>
                  </a:lnTo>
                  <a:lnTo>
                    <a:pt x="7444613" y="119445"/>
                  </a:lnTo>
                  <a:lnTo>
                    <a:pt x="7444738" y="119445"/>
                  </a:lnTo>
                  <a:lnTo>
                    <a:pt x="7444863" y="119445"/>
                  </a:lnTo>
                  <a:lnTo>
                    <a:pt x="7444988" y="119445"/>
                  </a:lnTo>
                  <a:lnTo>
                    <a:pt x="7445113" y="119445"/>
                  </a:lnTo>
                  <a:lnTo>
                    <a:pt x="7445238" y="119445"/>
                  </a:lnTo>
                  <a:lnTo>
                    <a:pt x="7445363" y="119445"/>
                  </a:lnTo>
                  <a:lnTo>
                    <a:pt x="7445488" y="119445"/>
                  </a:lnTo>
                  <a:lnTo>
                    <a:pt x="7445614" y="119445"/>
                  </a:lnTo>
                  <a:lnTo>
                    <a:pt x="7445739" y="119445"/>
                  </a:lnTo>
                  <a:lnTo>
                    <a:pt x="7445864" y="119445"/>
                  </a:lnTo>
                  <a:lnTo>
                    <a:pt x="7445989" y="119445"/>
                  </a:lnTo>
                  <a:lnTo>
                    <a:pt x="7446114" y="119445"/>
                  </a:lnTo>
                  <a:lnTo>
                    <a:pt x="7446239" y="119445"/>
                  </a:lnTo>
                  <a:lnTo>
                    <a:pt x="7446364" y="119445"/>
                  </a:lnTo>
                  <a:lnTo>
                    <a:pt x="7446489" y="119445"/>
                  </a:lnTo>
                  <a:lnTo>
                    <a:pt x="7446614" y="119445"/>
                  </a:lnTo>
                  <a:lnTo>
                    <a:pt x="7446739" y="119445"/>
                  </a:lnTo>
                  <a:lnTo>
                    <a:pt x="7446864" y="119445"/>
                  </a:lnTo>
                  <a:lnTo>
                    <a:pt x="7446989" y="119445"/>
                  </a:lnTo>
                  <a:lnTo>
                    <a:pt x="7447114" y="119445"/>
                  </a:lnTo>
                  <a:lnTo>
                    <a:pt x="7447239" y="119445"/>
                  </a:lnTo>
                  <a:lnTo>
                    <a:pt x="7447364" y="119445"/>
                  </a:lnTo>
                  <a:lnTo>
                    <a:pt x="7447489" y="119445"/>
                  </a:lnTo>
                  <a:lnTo>
                    <a:pt x="7447614" y="119445"/>
                  </a:lnTo>
                  <a:lnTo>
                    <a:pt x="7447739" y="119445"/>
                  </a:lnTo>
                  <a:lnTo>
                    <a:pt x="7447864" y="119445"/>
                  </a:lnTo>
                  <a:lnTo>
                    <a:pt x="7447989" y="119445"/>
                  </a:lnTo>
                  <a:lnTo>
                    <a:pt x="7448114" y="119445"/>
                  </a:lnTo>
                  <a:lnTo>
                    <a:pt x="7448239" y="119445"/>
                  </a:lnTo>
                  <a:lnTo>
                    <a:pt x="7448364" y="119445"/>
                  </a:lnTo>
                  <a:lnTo>
                    <a:pt x="7448489" y="119445"/>
                  </a:lnTo>
                  <a:lnTo>
                    <a:pt x="7448615" y="119445"/>
                  </a:lnTo>
                  <a:lnTo>
                    <a:pt x="7448740" y="119445"/>
                  </a:lnTo>
                  <a:lnTo>
                    <a:pt x="7448865" y="119445"/>
                  </a:lnTo>
                  <a:lnTo>
                    <a:pt x="7448990" y="119445"/>
                  </a:lnTo>
                  <a:lnTo>
                    <a:pt x="7449115" y="119445"/>
                  </a:lnTo>
                  <a:lnTo>
                    <a:pt x="7449240" y="119445"/>
                  </a:lnTo>
                  <a:lnTo>
                    <a:pt x="7449365" y="119445"/>
                  </a:lnTo>
                  <a:lnTo>
                    <a:pt x="7449490" y="119445"/>
                  </a:lnTo>
                  <a:lnTo>
                    <a:pt x="7449615" y="119445"/>
                  </a:lnTo>
                  <a:lnTo>
                    <a:pt x="7449740" y="119445"/>
                  </a:lnTo>
                  <a:lnTo>
                    <a:pt x="7449865" y="119445"/>
                  </a:lnTo>
                  <a:lnTo>
                    <a:pt x="7449990" y="119445"/>
                  </a:lnTo>
                  <a:lnTo>
                    <a:pt x="7450115" y="119445"/>
                  </a:lnTo>
                  <a:lnTo>
                    <a:pt x="7450240" y="119445"/>
                  </a:lnTo>
                  <a:lnTo>
                    <a:pt x="7450365" y="119445"/>
                  </a:lnTo>
                  <a:lnTo>
                    <a:pt x="7450490" y="119445"/>
                  </a:lnTo>
                  <a:lnTo>
                    <a:pt x="7450615" y="119445"/>
                  </a:lnTo>
                  <a:lnTo>
                    <a:pt x="7450740" y="119445"/>
                  </a:lnTo>
                  <a:lnTo>
                    <a:pt x="7450865" y="119445"/>
                  </a:lnTo>
                  <a:lnTo>
                    <a:pt x="7450990" y="119445"/>
                  </a:lnTo>
                  <a:lnTo>
                    <a:pt x="7451115" y="119445"/>
                  </a:lnTo>
                  <a:lnTo>
                    <a:pt x="7451240" y="119445"/>
                  </a:lnTo>
                  <a:lnTo>
                    <a:pt x="7451365" y="119445"/>
                  </a:lnTo>
                  <a:lnTo>
                    <a:pt x="7451491" y="119445"/>
                  </a:lnTo>
                  <a:lnTo>
                    <a:pt x="7451616" y="119445"/>
                  </a:lnTo>
                  <a:lnTo>
                    <a:pt x="7451741" y="119445"/>
                  </a:lnTo>
                  <a:lnTo>
                    <a:pt x="7451866" y="119445"/>
                  </a:lnTo>
                  <a:lnTo>
                    <a:pt x="7451991" y="119445"/>
                  </a:lnTo>
                  <a:lnTo>
                    <a:pt x="7452116" y="119445"/>
                  </a:lnTo>
                  <a:lnTo>
                    <a:pt x="7452241" y="119445"/>
                  </a:lnTo>
                  <a:lnTo>
                    <a:pt x="7452366" y="119445"/>
                  </a:lnTo>
                  <a:lnTo>
                    <a:pt x="7452491" y="119445"/>
                  </a:lnTo>
                  <a:lnTo>
                    <a:pt x="7452616" y="119445"/>
                  </a:lnTo>
                  <a:lnTo>
                    <a:pt x="7452741" y="119445"/>
                  </a:lnTo>
                  <a:lnTo>
                    <a:pt x="7452866" y="119445"/>
                  </a:lnTo>
                  <a:lnTo>
                    <a:pt x="7452991" y="119445"/>
                  </a:lnTo>
                  <a:lnTo>
                    <a:pt x="7453116" y="119445"/>
                  </a:lnTo>
                  <a:lnTo>
                    <a:pt x="7453241" y="119445"/>
                  </a:lnTo>
                  <a:lnTo>
                    <a:pt x="7453366" y="119445"/>
                  </a:lnTo>
                  <a:lnTo>
                    <a:pt x="7453491" y="119445"/>
                  </a:lnTo>
                  <a:lnTo>
                    <a:pt x="7453616" y="119445"/>
                  </a:lnTo>
                  <a:lnTo>
                    <a:pt x="7453741" y="119445"/>
                  </a:lnTo>
                  <a:lnTo>
                    <a:pt x="7453866" y="119445"/>
                  </a:lnTo>
                  <a:lnTo>
                    <a:pt x="7453991" y="119445"/>
                  </a:lnTo>
                  <a:lnTo>
                    <a:pt x="7454116" y="119445"/>
                  </a:lnTo>
                  <a:lnTo>
                    <a:pt x="7454241" y="119445"/>
                  </a:lnTo>
                  <a:lnTo>
                    <a:pt x="7454366" y="119445"/>
                  </a:lnTo>
                  <a:lnTo>
                    <a:pt x="7454492" y="119445"/>
                  </a:lnTo>
                  <a:lnTo>
                    <a:pt x="7454617" y="119445"/>
                  </a:lnTo>
                  <a:lnTo>
                    <a:pt x="7454742" y="119445"/>
                  </a:lnTo>
                  <a:lnTo>
                    <a:pt x="7454867" y="119445"/>
                  </a:lnTo>
                  <a:lnTo>
                    <a:pt x="7454992" y="119445"/>
                  </a:lnTo>
                  <a:lnTo>
                    <a:pt x="7455117" y="119445"/>
                  </a:lnTo>
                  <a:lnTo>
                    <a:pt x="7455242" y="119445"/>
                  </a:lnTo>
                  <a:lnTo>
                    <a:pt x="7455367" y="119445"/>
                  </a:lnTo>
                  <a:lnTo>
                    <a:pt x="7455492" y="119445"/>
                  </a:lnTo>
                  <a:lnTo>
                    <a:pt x="7455617" y="119445"/>
                  </a:lnTo>
                  <a:lnTo>
                    <a:pt x="7455742" y="119445"/>
                  </a:lnTo>
                  <a:lnTo>
                    <a:pt x="7455867" y="119445"/>
                  </a:lnTo>
                  <a:lnTo>
                    <a:pt x="7455992" y="119445"/>
                  </a:lnTo>
                  <a:lnTo>
                    <a:pt x="7456117" y="119445"/>
                  </a:lnTo>
                  <a:lnTo>
                    <a:pt x="7456242" y="119445"/>
                  </a:lnTo>
                  <a:lnTo>
                    <a:pt x="7456367" y="119445"/>
                  </a:lnTo>
                  <a:lnTo>
                    <a:pt x="7456492" y="119445"/>
                  </a:lnTo>
                  <a:lnTo>
                    <a:pt x="7456617" y="119445"/>
                  </a:lnTo>
                  <a:lnTo>
                    <a:pt x="7456742" y="119445"/>
                  </a:lnTo>
                  <a:lnTo>
                    <a:pt x="7456867" y="119445"/>
                  </a:lnTo>
                  <a:lnTo>
                    <a:pt x="7456992" y="119445"/>
                  </a:lnTo>
                  <a:lnTo>
                    <a:pt x="7457117" y="119445"/>
                  </a:lnTo>
                  <a:lnTo>
                    <a:pt x="7457242" y="119445"/>
                  </a:lnTo>
                  <a:lnTo>
                    <a:pt x="7457367" y="119445"/>
                  </a:lnTo>
                  <a:lnTo>
                    <a:pt x="7457493" y="119445"/>
                  </a:lnTo>
                  <a:lnTo>
                    <a:pt x="7457618" y="119445"/>
                  </a:lnTo>
                  <a:lnTo>
                    <a:pt x="7457743" y="119445"/>
                  </a:lnTo>
                  <a:lnTo>
                    <a:pt x="7457868" y="119445"/>
                  </a:lnTo>
                  <a:lnTo>
                    <a:pt x="7457993" y="119445"/>
                  </a:lnTo>
                  <a:lnTo>
                    <a:pt x="7458118" y="119445"/>
                  </a:lnTo>
                  <a:lnTo>
                    <a:pt x="7458243" y="119445"/>
                  </a:lnTo>
                  <a:lnTo>
                    <a:pt x="7458368" y="119445"/>
                  </a:lnTo>
                  <a:lnTo>
                    <a:pt x="7458493" y="119445"/>
                  </a:lnTo>
                  <a:lnTo>
                    <a:pt x="7458618" y="119445"/>
                  </a:lnTo>
                  <a:lnTo>
                    <a:pt x="7458743" y="119445"/>
                  </a:lnTo>
                  <a:lnTo>
                    <a:pt x="7458868" y="119445"/>
                  </a:lnTo>
                  <a:lnTo>
                    <a:pt x="7458993" y="119445"/>
                  </a:lnTo>
                  <a:lnTo>
                    <a:pt x="7459118" y="119445"/>
                  </a:lnTo>
                  <a:lnTo>
                    <a:pt x="7459243" y="119445"/>
                  </a:lnTo>
                  <a:lnTo>
                    <a:pt x="7459368" y="119445"/>
                  </a:lnTo>
                  <a:lnTo>
                    <a:pt x="7459493" y="119445"/>
                  </a:lnTo>
                  <a:lnTo>
                    <a:pt x="7459618" y="119445"/>
                  </a:lnTo>
                  <a:lnTo>
                    <a:pt x="7459743" y="119445"/>
                  </a:lnTo>
                  <a:lnTo>
                    <a:pt x="7459868" y="119445"/>
                  </a:lnTo>
                  <a:lnTo>
                    <a:pt x="7459993" y="119445"/>
                  </a:lnTo>
                  <a:lnTo>
                    <a:pt x="7460118" y="119445"/>
                  </a:lnTo>
                  <a:lnTo>
                    <a:pt x="7460243" y="119445"/>
                  </a:lnTo>
                  <a:lnTo>
                    <a:pt x="7460368" y="119445"/>
                  </a:lnTo>
                  <a:lnTo>
                    <a:pt x="7460494" y="119445"/>
                  </a:lnTo>
                  <a:lnTo>
                    <a:pt x="7460619" y="119445"/>
                  </a:lnTo>
                  <a:lnTo>
                    <a:pt x="7460744" y="119445"/>
                  </a:lnTo>
                  <a:lnTo>
                    <a:pt x="7460869" y="119445"/>
                  </a:lnTo>
                  <a:lnTo>
                    <a:pt x="7460994" y="119445"/>
                  </a:lnTo>
                  <a:lnTo>
                    <a:pt x="7461119" y="119445"/>
                  </a:lnTo>
                  <a:lnTo>
                    <a:pt x="7461244" y="119445"/>
                  </a:lnTo>
                  <a:lnTo>
                    <a:pt x="7461369" y="119445"/>
                  </a:lnTo>
                  <a:lnTo>
                    <a:pt x="7461494" y="119445"/>
                  </a:lnTo>
                  <a:lnTo>
                    <a:pt x="7461619" y="119445"/>
                  </a:lnTo>
                  <a:lnTo>
                    <a:pt x="7461744" y="119445"/>
                  </a:lnTo>
                  <a:lnTo>
                    <a:pt x="7461869" y="119445"/>
                  </a:lnTo>
                  <a:lnTo>
                    <a:pt x="7461994" y="119445"/>
                  </a:lnTo>
                  <a:lnTo>
                    <a:pt x="7462119" y="119445"/>
                  </a:lnTo>
                  <a:lnTo>
                    <a:pt x="7462244" y="119445"/>
                  </a:lnTo>
                  <a:lnTo>
                    <a:pt x="7462369" y="119445"/>
                  </a:lnTo>
                  <a:lnTo>
                    <a:pt x="7462494" y="119445"/>
                  </a:lnTo>
                  <a:lnTo>
                    <a:pt x="7462619" y="119445"/>
                  </a:lnTo>
                  <a:lnTo>
                    <a:pt x="7462744" y="119445"/>
                  </a:lnTo>
                  <a:lnTo>
                    <a:pt x="7462869" y="119445"/>
                  </a:lnTo>
                  <a:lnTo>
                    <a:pt x="7462994" y="119445"/>
                  </a:lnTo>
                  <a:lnTo>
                    <a:pt x="7463119" y="119445"/>
                  </a:lnTo>
                  <a:lnTo>
                    <a:pt x="7463244" y="119445"/>
                  </a:lnTo>
                  <a:lnTo>
                    <a:pt x="7463369" y="119445"/>
                  </a:lnTo>
                  <a:lnTo>
                    <a:pt x="7463495" y="119445"/>
                  </a:lnTo>
                  <a:lnTo>
                    <a:pt x="7463620" y="119445"/>
                  </a:lnTo>
                  <a:lnTo>
                    <a:pt x="7463745" y="119445"/>
                  </a:lnTo>
                  <a:lnTo>
                    <a:pt x="7463870" y="119445"/>
                  </a:lnTo>
                  <a:lnTo>
                    <a:pt x="7463995" y="119445"/>
                  </a:lnTo>
                  <a:lnTo>
                    <a:pt x="7464120" y="119445"/>
                  </a:lnTo>
                  <a:lnTo>
                    <a:pt x="7464245" y="119445"/>
                  </a:lnTo>
                  <a:lnTo>
                    <a:pt x="7464370" y="119445"/>
                  </a:lnTo>
                  <a:lnTo>
                    <a:pt x="7464495" y="119445"/>
                  </a:lnTo>
                  <a:lnTo>
                    <a:pt x="7464620" y="119445"/>
                  </a:lnTo>
                  <a:lnTo>
                    <a:pt x="7464745" y="119445"/>
                  </a:lnTo>
                  <a:lnTo>
                    <a:pt x="7464870" y="119445"/>
                  </a:lnTo>
                  <a:lnTo>
                    <a:pt x="7464995" y="119445"/>
                  </a:lnTo>
                  <a:lnTo>
                    <a:pt x="7465120" y="119445"/>
                  </a:lnTo>
                  <a:lnTo>
                    <a:pt x="7465245" y="119445"/>
                  </a:lnTo>
                  <a:lnTo>
                    <a:pt x="7465370" y="119445"/>
                  </a:lnTo>
                  <a:lnTo>
                    <a:pt x="7465495" y="119445"/>
                  </a:lnTo>
                  <a:lnTo>
                    <a:pt x="7465620" y="119445"/>
                  </a:lnTo>
                  <a:lnTo>
                    <a:pt x="7465745" y="119445"/>
                  </a:lnTo>
                  <a:lnTo>
                    <a:pt x="7465870" y="119445"/>
                  </a:lnTo>
                  <a:lnTo>
                    <a:pt x="7465995" y="119445"/>
                  </a:lnTo>
                  <a:lnTo>
                    <a:pt x="7466120" y="119445"/>
                  </a:lnTo>
                  <a:lnTo>
                    <a:pt x="7466245" y="119445"/>
                  </a:lnTo>
                  <a:lnTo>
                    <a:pt x="7466370" y="119445"/>
                  </a:lnTo>
                  <a:lnTo>
                    <a:pt x="7466496" y="119445"/>
                  </a:lnTo>
                  <a:lnTo>
                    <a:pt x="7466621" y="119445"/>
                  </a:lnTo>
                  <a:lnTo>
                    <a:pt x="7466746" y="119445"/>
                  </a:lnTo>
                  <a:lnTo>
                    <a:pt x="7466871" y="119445"/>
                  </a:lnTo>
                  <a:lnTo>
                    <a:pt x="7466996" y="119445"/>
                  </a:lnTo>
                  <a:lnTo>
                    <a:pt x="7467121" y="119445"/>
                  </a:lnTo>
                  <a:lnTo>
                    <a:pt x="7467246" y="119445"/>
                  </a:lnTo>
                  <a:lnTo>
                    <a:pt x="7467371" y="119445"/>
                  </a:lnTo>
                  <a:lnTo>
                    <a:pt x="7467496" y="119445"/>
                  </a:lnTo>
                  <a:lnTo>
                    <a:pt x="7467621" y="119445"/>
                  </a:lnTo>
                  <a:lnTo>
                    <a:pt x="7467746" y="119445"/>
                  </a:lnTo>
                  <a:lnTo>
                    <a:pt x="7467871" y="119445"/>
                  </a:lnTo>
                  <a:lnTo>
                    <a:pt x="7467996" y="119445"/>
                  </a:lnTo>
                  <a:lnTo>
                    <a:pt x="7468121" y="119445"/>
                  </a:lnTo>
                  <a:lnTo>
                    <a:pt x="7468246" y="119445"/>
                  </a:lnTo>
                  <a:lnTo>
                    <a:pt x="7468371" y="119445"/>
                  </a:lnTo>
                  <a:lnTo>
                    <a:pt x="7468496" y="119445"/>
                  </a:lnTo>
                  <a:lnTo>
                    <a:pt x="7468621" y="119445"/>
                  </a:lnTo>
                  <a:lnTo>
                    <a:pt x="7468746" y="119445"/>
                  </a:lnTo>
                  <a:lnTo>
                    <a:pt x="7468871" y="119445"/>
                  </a:lnTo>
                  <a:lnTo>
                    <a:pt x="7468996" y="119445"/>
                  </a:lnTo>
                  <a:lnTo>
                    <a:pt x="7469121" y="119445"/>
                  </a:lnTo>
                  <a:lnTo>
                    <a:pt x="7469246" y="119445"/>
                  </a:lnTo>
                  <a:lnTo>
                    <a:pt x="7469371" y="119445"/>
                  </a:lnTo>
                  <a:lnTo>
                    <a:pt x="7469497" y="119445"/>
                  </a:lnTo>
                  <a:lnTo>
                    <a:pt x="7469622" y="119445"/>
                  </a:lnTo>
                  <a:lnTo>
                    <a:pt x="7469747" y="119445"/>
                  </a:lnTo>
                  <a:lnTo>
                    <a:pt x="7469872" y="119445"/>
                  </a:lnTo>
                  <a:lnTo>
                    <a:pt x="7469997" y="119445"/>
                  </a:lnTo>
                  <a:lnTo>
                    <a:pt x="7470122" y="119445"/>
                  </a:lnTo>
                  <a:lnTo>
                    <a:pt x="7470247" y="119445"/>
                  </a:lnTo>
                  <a:lnTo>
                    <a:pt x="7470372" y="119445"/>
                  </a:lnTo>
                  <a:lnTo>
                    <a:pt x="7470497" y="119445"/>
                  </a:lnTo>
                  <a:lnTo>
                    <a:pt x="7470622" y="119445"/>
                  </a:lnTo>
                  <a:lnTo>
                    <a:pt x="7470747" y="119445"/>
                  </a:lnTo>
                  <a:lnTo>
                    <a:pt x="7470872" y="119445"/>
                  </a:lnTo>
                  <a:lnTo>
                    <a:pt x="7470997" y="119445"/>
                  </a:lnTo>
                  <a:lnTo>
                    <a:pt x="7471122" y="119445"/>
                  </a:lnTo>
                  <a:lnTo>
                    <a:pt x="7471247" y="119445"/>
                  </a:lnTo>
                  <a:lnTo>
                    <a:pt x="7471372" y="119445"/>
                  </a:lnTo>
                  <a:lnTo>
                    <a:pt x="7471497" y="119445"/>
                  </a:lnTo>
                  <a:lnTo>
                    <a:pt x="7471622" y="119445"/>
                  </a:lnTo>
                  <a:lnTo>
                    <a:pt x="7471747" y="119445"/>
                  </a:lnTo>
                  <a:lnTo>
                    <a:pt x="7471872" y="119445"/>
                  </a:lnTo>
                  <a:lnTo>
                    <a:pt x="7471997" y="119445"/>
                  </a:lnTo>
                  <a:lnTo>
                    <a:pt x="7472122" y="119445"/>
                  </a:lnTo>
                  <a:lnTo>
                    <a:pt x="7472247" y="119445"/>
                  </a:lnTo>
                  <a:lnTo>
                    <a:pt x="7472372" y="119445"/>
                  </a:lnTo>
                  <a:lnTo>
                    <a:pt x="7472498" y="119445"/>
                  </a:lnTo>
                  <a:lnTo>
                    <a:pt x="7472623" y="119445"/>
                  </a:lnTo>
                  <a:lnTo>
                    <a:pt x="7472748" y="119445"/>
                  </a:lnTo>
                  <a:lnTo>
                    <a:pt x="7472873" y="119445"/>
                  </a:lnTo>
                  <a:lnTo>
                    <a:pt x="7472998" y="119445"/>
                  </a:lnTo>
                  <a:lnTo>
                    <a:pt x="7473123" y="119445"/>
                  </a:lnTo>
                  <a:lnTo>
                    <a:pt x="7473248" y="119445"/>
                  </a:lnTo>
                  <a:lnTo>
                    <a:pt x="7473373" y="119445"/>
                  </a:lnTo>
                  <a:lnTo>
                    <a:pt x="7473498" y="119445"/>
                  </a:lnTo>
                  <a:lnTo>
                    <a:pt x="7473623" y="119445"/>
                  </a:lnTo>
                  <a:lnTo>
                    <a:pt x="7473748" y="119445"/>
                  </a:lnTo>
                  <a:lnTo>
                    <a:pt x="7473873" y="119445"/>
                  </a:lnTo>
                  <a:lnTo>
                    <a:pt x="7473998" y="119445"/>
                  </a:lnTo>
                  <a:lnTo>
                    <a:pt x="7474123" y="119445"/>
                  </a:lnTo>
                  <a:lnTo>
                    <a:pt x="7474248" y="119445"/>
                  </a:lnTo>
                  <a:lnTo>
                    <a:pt x="7474373" y="119445"/>
                  </a:lnTo>
                  <a:lnTo>
                    <a:pt x="7474498" y="119445"/>
                  </a:lnTo>
                  <a:lnTo>
                    <a:pt x="7474623" y="119445"/>
                  </a:lnTo>
                  <a:lnTo>
                    <a:pt x="7474748" y="119445"/>
                  </a:lnTo>
                  <a:lnTo>
                    <a:pt x="7474873" y="119445"/>
                  </a:lnTo>
                  <a:lnTo>
                    <a:pt x="7474998" y="119445"/>
                  </a:lnTo>
                  <a:lnTo>
                    <a:pt x="7475123" y="119445"/>
                  </a:lnTo>
                  <a:lnTo>
                    <a:pt x="7475248" y="119445"/>
                  </a:lnTo>
                  <a:lnTo>
                    <a:pt x="7475373" y="119445"/>
                  </a:lnTo>
                  <a:lnTo>
                    <a:pt x="7475499" y="119445"/>
                  </a:lnTo>
                  <a:lnTo>
                    <a:pt x="7475624" y="119445"/>
                  </a:lnTo>
                  <a:lnTo>
                    <a:pt x="7475749" y="119445"/>
                  </a:lnTo>
                  <a:lnTo>
                    <a:pt x="7475874" y="119445"/>
                  </a:lnTo>
                  <a:lnTo>
                    <a:pt x="7475999" y="119445"/>
                  </a:lnTo>
                  <a:lnTo>
                    <a:pt x="7476124" y="119445"/>
                  </a:lnTo>
                  <a:lnTo>
                    <a:pt x="7476249" y="119445"/>
                  </a:lnTo>
                  <a:lnTo>
                    <a:pt x="7476374" y="119445"/>
                  </a:lnTo>
                  <a:lnTo>
                    <a:pt x="7476499" y="119445"/>
                  </a:lnTo>
                  <a:lnTo>
                    <a:pt x="7476624" y="119445"/>
                  </a:lnTo>
                  <a:lnTo>
                    <a:pt x="7476749" y="119445"/>
                  </a:lnTo>
                  <a:lnTo>
                    <a:pt x="7476874" y="119445"/>
                  </a:lnTo>
                  <a:lnTo>
                    <a:pt x="7476999" y="119445"/>
                  </a:lnTo>
                  <a:lnTo>
                    <a:pt x="7477124" y="119445"/>
                  </a:lnTo>
                  <a:lnTo>
                    <a:pt x="7477249" y="119445"/>
                  </a:lnTo>
                  <a:lnTo>
                    <a:pt x="7477374" y="119445"/>
                  </a:lnTo>
                  <a:lnTo>
                    <a:pt x="7477499" y="119445"/>
                  </a:lnTo>
                  <a:lnTo>
                    <a:pt x="7477624" y="119445"/>
                  </a:lnTo>
                  <a:lnTo>
                    <a:pt x="7477749" y="119445"/>
                  </a:lnTo>
                  <a:lnTo>
                    <a:pt x="7477874" y="119445"/>
                  </a:lnTo>
                  <a:lnTo>
                    <a:pt x="7477999" y="119445"/>
                  </a:lnTo>
                  <a:lnTo>
                    <a:pt x="7478124" y="119445"/>
                  </a:lnTo>
                  <a:lnTo>
                    <a:pt x="7478249" y="119445"/>
                  </a:lnTo>
                  <a:lnTo>
                    <a:pt x="7478374" y="119445"/>
                  </a:lnTo>
                  <a:lnTo>
                    <a:pt x="7478500" y="119445"/>
                  </a:lnTo>
                  <a:lnTo>
                    <a:pt x="7478625" y="119445"/>
                  </a:lnTo>
                  <a:lnTo>
                    <a:pt x="7478750" y="119445"/>
                  </a:lnTo>
                  <a:lnTo>
                    <a:pt x="7478875" y="119445"/>
                  </a:lnTo>
                  <a:lnTo>
                    <a:pt x="7479000" y="119445"/>
                  </a:lnTo>
                  <a:lnTo>
                    <a:pt x="7479125" y="119445"/>
                  </a:lnTo>
                  <a:lnTo>
                    <a:pt x="7479250" y="119445"/>
                  </a:lnTo>
                  <a:lnTo>
                    <a:pt x="7479375" y="119445"/>
                  </a:lnTo>
                  <a:lnTo>
                    <a:pt x="7479500" y="119445"/>
                  </a:lnTo>
                  <a:lnTo>
                    <a:pt x="7479625" y="119445"/>
                  </a:lnTo>
                  <a:lnTo>
                    <a:pt x="7479750" y="119445"/>
                  </a:lnTo>
                  <a:lnTo>
                    <a:pt x="7479875" y="119445"/>
                  </a:lnTo>
                  <a:lnTo>
                    <a:pt x="7480000" y="119445"/>
                  </a:lnTo>
                  <a:lnTo>
                    <a:pt x="7480125" y="119445"/>
                  </a:lnTo>
                  <a:lnTo>
                    <a:pt x="7480250" y="119445"/>
                  </a:lnTo>
                  <a:lnTo>
                    <a:pt x="7480375" y="119445"/>
                  </a:lnTo>
                  <a:lnTo>
                    <a:pt x="7480500" y="119445"/>
                  </a:lnTo>
                  <a:lnTo>
                    <a:pt x="7480625" y="119445"/>
                  </a:lnTo>
                  <a:lnTo>
                    <a:pt x="7480750" y="119445"/>
                  </a:lnTo>
                  <a:lnTo>
                    <a:pt x="7480875" y="119445"/>
                  </a:lnTo>
                  <a:lnTo>
                    <a:pt x="7481000" y="119445"/>
                  </a:lnTo>
                  <a:lnTo>
                    <a:pt x="7481125" y="119445"/>
                  </a:lnTo>
                  <a:lnTo>
                    <a:pt x="7481250" y="119445"/>
                  </a:lnTo>
                  <a:lnTo>
                    <a:pt x="7481375" y="119445"/>
                  </a:lnTo>
                  <a:lnTo>
                    <a:pt x="7481501" y="119445"/>
                  </a:lnTo>
                  <a:lnTo>
                    <a:pt x="7481626" y="119445"/>
                  </a:lnTo>
                  <a:lnTo>
                    <a:pt x="7481751" y="119445"/>
                  </a:lnTo>
                  <a:lnTo>
                    <a:pt x="7481876" y="119445"/>
                  </a:lnTo>
                  <a:lnTo>
                    <a:pt x="7482001" y="119445"/>
                  </a:lnTo>
                  <a:lnTo>
                    <a:pt x="7482126" y="119445"/>
                  </a:lnTo>
                  <a:lnTo>
                    <a:pt x="7482251" y="119445"/>
                  </a:lnTo>
                  <a:lnTo>
                    <a:pt x="7482376" y="119445"/>
                  </a:lnTo>
                  <a:lnTo>
                    <a:pt x="7482501" y="119445"/>
                  </a:lnTo>
                  <a:lnTo>
                    <a:pt x="7482626" y="119445"/>
                  </a:lnTo>
                  <a:lnTo>
                    <a:pt x="7482751" y="119445"/>
                  </a:lnTo>
                  <a:lnTo>
                    <a:pt x="7482876" y="119445"/>
                  </a:lnTo>
                  <a:lnTo>
                    <a:pt x="7483001" y="119445"/>
                  </a:lnTo>
                  <a:lnTo>
                    <a:pt x="7483126" y="119445"/>
                  </a:lnTo>
                  <a:lnTo>
                    <a:pt x="7483251" y="119445"/>
                  </a:lnTo>
                  <a:lnTo>
                    <a:pt x="7483376" y="119445"/>
                  </a:lnTo>
                  <a:lnTo>
                    <a:pt x="7483501" y="119445"/>
                  </a:lnTo>
                  <a:lnTo>
                    <a:pt x="7483626" y="119445"/>
                  </a:lnTo>
                  <a:lnTo>
                    <a:pt x="7483751" y="119445"/>
                  </a:lnTo>
                  <a:lnTo>
                    <a:pt x="7483876" y="119445"/>
                  </a:lnTo>
                  <a:lnTo>
                    <a:pt x="7484001" y="119445"/>
                  </a:lnTo>
                  <a:lnTo>
                    <a:pt x="7484126" y="119445"/>
                  </a:lnTo>
                  <a:lnTo>
                    <a:pt x="7484251" y="119445"/>
                  </a:lnTo>
                  <a:lnTo>
                    <a:pt x="7484376" y="119445"/>
                  </a:lnTo>
                  <a:lnTo>
                    <a:pt x="7484502" y="119445"/>
                  </a:lnTo>
                  <a:lnTo>
                    <a:pt x="7484627" y="119445"/>
                  </a:lnTo>
                  <a:lnTo>
                    <a:pt x="7484752" y="119445"/>
                  </a:lnTo>
                  <a:lnTo>
                    <a:pt x="7484877" y="119445"/>
                  </a:lnTo>
                  <a:lnTo>
                    <a:pt x="7485002" y="119445"/>
                  </a:lnTo>
                  <a:lnTo>
                    <a:pt x="7485127" y="119445"/>
                  </a:lnTo>
                  <a:lnTo>
                    <a:pt x="7485252" y="119445"/>
                  </a:lnTo>
                  <a:lnTo>
                    <a:pt x="7485377" y="119445"/>
                  </a:lnTo>
                  <a:lnTo>
                    <a:pt x="7485502" y="119445"/>
                  </a:lnTo>
                  <a:lnTo>
                    <a:pt x="7485627" y="119445"/>
                  </a:lnTo>
                  <a:lnTo>
                    <a:pt x="7485752" y="119445"/>
                  </a:lnTo>
                  <a:lnTo>
                    <a:pt x="7485877" y="119445"/>
                  </a:lnTo>
                  <a:lnTo>
                    <a:pt x="7486002" y="119445"/>
                  </a:lnTo>
                  <a:lnTo>
                    <a:pt x="7486127" y="119445"/>
                  </a:lnTo>
                  <a:lnTo>
                    <a:pt x="7486252" y="119445"/>
                  </a:lnTo>
                  <a:lnTo>
                    <a:pt x="7486377" y="119445"/>
                  </a:lnTo>
                  <a:lnTo>
                    <a:pt x="7486502" y="119445"/>
                  </a:lnTo>
                  <a:lnTo>
                    <a:pt x="7486627" y="119445"/>
                  </a:lnTo>
                  <a:lnTo>
                    <a:pt x="7486752" y="119445"/>
                  </a:lnTo>
                  <a:lnTo>
                    <a:pt x="7486877" y="119445"/>
                  </a:lnTo>
                  <a:lnTo>
                    <a:pt x="7487002" y="119445"/>
                  </a:lnTo>
                  <a:lnTo>
                    <a:pt x="7487127" y="119445"/>
                  </a:lnTo>
                  <a:lnTo>
                    <a:pt x="7487252" y="119445"/>
                  </a:lnTo>
                  <a:lnTo>
                    <a:pt x="7487377" y="119445"/>
                  </a:lnTo>
                  <a:lnTo>
                    <a:pt x="7487503" y="119445"/>
                  </a:lnTo>
                  <a:lnTo>
                    <a:pt x="7487628" y="119445"/>
                  </a:lnTo>
                  <a:lnTo>
                    <a:pt x="7487753" y="119445"/>
                  </a:lnTo>
                  <a:lnTo>
                    <a:pt x="7487878" y="119445"/>
                  </a:lnTo>
                  <a:lnTo>
                    <a:pt x="7488003" y="119445"/>
                  </a:lnTo>
                  <a:lnTo>
                    <a:pt x="7488128" y="119445"/>
                  </a:lnTo>
                  <a:lnTo>
                    <a:pt x="7488253" y="119445"/>
                  </a:lnTo>
                  <a:lnTo>
                    <a:pt x="7488378" y="119445"/>
                  </a:lnTo>
                  <a:lnTo>
                    <a:pt x="7488503" y="119445"/>
                  </a:lnTo>
                  <a:lnTo>
                    <a:pt x="7488628" y="119445"/>
                  </a:lnTo>
                  <a:lnTo>
                    <a:pt x="7488753" y="119445"/>
                  </a:lnTo>
                  <a:lnTo>
                    <a:pt x="7488878" y="119445"/>
                  </a:lnTo>
                  <a:lnTo>
                    <a:pt x="7489003" y="119445"/>
                  </a:lnTo>
                  <a:lnTo>
                    <a:pt x="7489128" y="119445"/>
                  </a:lnTo>
                  <a:lnTo>
                    <a:pt x="7489253" y="119445"/>
                  </a:lnTo>
                  <a:lnTo>
                    <a:pt x="7489378" y="119445"/>
                  </a:lnTo>
                  <a:lnTo>
                    <a:pt x="7489503" y="119445"/>
                  </a:lnTo>
                  <a:lnTo>
                    <a:pt x="7489628" y="119445"/>
                  </a:lnTo>
                  <a:lnTo>
                    <a:pt x="7489753" y="119445"/>
                  </a:lnTo>
                  <a:lnTo>
                    <a:pt x="7489878" y="119445"/>
                  </a:lnTo>
                  <a:lnTo>
                    <a:pt x="7490003" y="119445"/>
                  </a:lnTo>
                  <a:lnTo>
                    <a:pt x="7490128" y="119445"/>
                  </a:lnTo>
                  <a:lnTo>
                    <a:pt x="7490253" y="119445"/>
                  </a:lnTo>
                  <a:lnTo>
                    <a:pt x="7490379" y="119445"/>
                  </a:lnTo>
                  <a:lnTo>
                    <a:pt x="7490504" y="119445"/>
                  </a:lnTo>
                  <a:lnTo>
                    <a:pt x="7490629" y="119445"/>
                  </a:lnTo>
                  <a:lnTo>
                    <a:pt x="7490754" y="119445"/>
                  </a:lnTo>
                  <a:lnTo>
                    <a:pt x="7490879" y="119445"/>
                  </a:lnTo>
                  <a:lnTo>
                    <a:pt x="7491004" y="119445"/>
                  </a:lnTo>
                  <a:lnTo>
                    <a:pt x="7491129" y="119445"/>
                  </a:lnTo>
                  <a:lnTo>
                    <a:pt x="7491254" y="119445"/>
                  </a:lnTo>
                  <a:lnTo>
                    <a:pt x="7491379" y="119445"/>
                  </a:lnTo>
                  <a:lnTo>
                    <a:pt x="7491504" y="119445"/>
                  </a:lnTo>
                  <a:lnTo>
                    <a:pt x="7491629" y="119445"/>
                  </a:lnTo>
                  <a:lnTo>
                    <a:pt x="7491754" y="119445"/>
                  </a:lnTo>
                  <a:lnTo>
                    <a:pt x="7491879" y="119445"/>
                  </a:lnTo>
                  <a:lnTo>
                    <a:pt x="7492004" y="119445"/>
                  </a:lnTo>
                  <a:lnTo>
                    <a:pt x="7492129" y="119445"/>
                  </a:lnTo>
                  <a:lnTo>
                    <a:pt x="7492254" y="119445"/>
                  </a:lnTo>
                  <a:lnTo>
                    <a:pt x="7492379" y="119445"/>
                  </a:lnTo>
                  <a:lnTo>
                    <a:pt x="7492504" y="119445"/>
                  </a:lnTo>
                  <a:lnTo>
                    <a:pt x="7492629" y="119445"/>
                  </a:lnTo>
                  <a:lnTo>
                    <a:pt x="7492754" y="119445"/>
                  </a:lnTo>
                  <a:lnTo>
                    <a:pt x="7492879" y="119445"/>
                  </a:lnTo>
                  <a:lnTo>
                    <a:pt x="7493004" y="119445"/>
                  </a:lnTo>
                  <a:lnTo>
                    <a:pt x="7493129" y="119445"/>
                  </a:lnTo>
                  <a:lnTo>
                    <a:pt x="7493254" y="119445"/>
                  </a:lnTo>
                  <a:lnTo>
                    <a:pt x="7493380" y="119445"/>
                  </a:lnTo>
                  <a:lnTo>
                    <a:pt x="7493505" y="119445"/>
                  </a:lnTo>
                  <a:lnTo>
                    <a:pt x="7493630" y="119445"/>
                  </a:lnTo>
                  <a:lnTo>
                    <a:pt x="7493755" y="119445"/>
                  </a:lnTo>
                  <a:lnTo>
                    <a:pt x="7493880" y="119445"/>
                  </a:lnTo>
                  <a:lnTo>
                    <a:pt x="7494005" y="119445"/>
                  </a:lnTo>
                  <a:lnTo>
                    <a:pt x="7494130" y="119445"/>
                  </a:lnTo>
                  <a:lnTo>
                    <a:pt x="7494255" y="119445"/>
                  </a:lnTo>
                  <a:lnTo>
                    <a:pt x="7494380" y="119445"/>
                  </a:lnTo>
                  <a:lnTo>
                    <a:pt x="7494505" y="119445"/>
                  </a:lnTo>
                  <a:lnTo>
                    <a:pt x="7494630" y="119445"/>
                  </a:lnTo>
                  <a:lnTo>
                    <a:pt x="7494755" y="119445"/>
                  </a:lnTo>
                  <a:lnTo>
                    <a:pt x="7494880" y="119445"/>
                  </a:lnTo>
                  <a:lnTo>
                    <a:pt x="7495005" y="119445"/>
                  </a:lnTo>
                  <a:lnTo>
                    <a:pt x="7495130" y="119445"/>
                  </a:lnTo>
                  <a:lnTo>
                    <a:pt x="7495255" y="119445"/>
                  </a:lnTo>
                  <a:lnTo>
                    <a:pt x="7495380" y="119445"/>
                  </a:lnTo>
                  <a:lnTo>
                    <a:pt x="7495505" y="119445"/>
                  </a:lnTo>
                  <a:lnTo>
                    <a:pt x="7495630" y="119445"/>
                  </a:lnTo>
                  <a:lnTo>
                    <a:pt x="7495755" y="119445"/>
                  </a:lnTo>
                  <a:lnTo>
                    <a:pt x="7495880" y="119445"/>
                  </a:lnTo>
                  <a:lnTo>
                    <a:pt x="7496005" y="119445"/>
                  </a:lnTo>
                  <a:lnTo>
                    <a:pt x="7496130" y="119445"/>
                  </a:lnTo>
                  <a:lnTo>
                    <a:pt x="7496255" y="119445"/>
                  </a:lnTo>
                  <a:lnTo>
                    <a:pt x="7496381" y="119445"/>
                  </a:lnTo>
                  <a:lnTo>
                    <a:pt x="7496506" y="119445"/>
                  </a:lnTo>
                  <a:lnTo>
                    <a:pt x="7496631" y="119445"/>
                  </a:lnTo>
                  <a:lnTo>
                    <a:pt x="7496756" y="119445"/>
                  </a:lnTo>
                  <a:lnTo>
                    <a:pt x="7496881" y="119445"/>
                  </a:lnTo>
                  <a:lnTo>
                    <a:pt x="7497006" y="119445"/>
                  </a:lnTo>
                  <a:lnTo>
                    <a:pt x="7497131" y="119445"/>
                  </a:lnTo>
                  <a:lnTo>
                    <a:pt x="7497256" y="119445"/>
                  </a:lnTo>
                  <a:lnTo>
                    <a:pt x="7497381" y="119445"/>
                  </a:lnTo>
                  <a:lnTo>
                    <a:pt x="7497506" y="119445"/>
                  </a:lnTo>
                  <a:lnTo>
                    <a:pt x="7497631" y="119445"/>
                  </a:lnTo>
                  <a:lnTo>
                    <a:pt x="7497756" y="119445"/>
                  </a:lnTo>
                  <a:lnTo>
                    <a:pt x="7497881" y="119445"/>
                  </a:lnTo>
                  <a:lnTo>
                    <a:pt x="7498006" y="119445"/>
                  </a:lnTo>
                  <a:lnTo>
                    <a:pt x="7498131" y="119445"/>
                  </a:lnTo>
                  <a:lnTo>
                    <a:pt x="7498256" y="119445"/>
                  </a:lnTo>
                  <a:lnTo>
                    <a:pt x="7498381" y="119445"/>
                  </a:lnTo>
                  <a:lnTo>
                    <a:pt x="7498506" y="119445"/>
                  </a:lnTo>
                  <a:lnTo>
                    <a:pt x="7498631" y="119445"/>
                  </a:lnTo>
                  <a:lnTo>
                    <a:pt x="7498756" y="119445"/>
                  </a:lnTo>
                  <a:lnTo>
                    <a:pt x="7498881" y="119445"/>
                  </a:lnTo>
                  <a:lnTo>
                    <a:pt x="7499006" y="119445"/>
                  </a:lnTo>
                  <a:lnTo>
                    <a:pt x="7499131" y="119445"/>
                  </a:lnTo>
                  <a:lnTo>
                    <a:pt x="7499256" y="119445"/>
                  </a:lnTo>
                  <a:lnTo>
                    <a:pt x="7499382" y="119445"/>
                  </a:lnTo>
                  <a:lnTo>
                    <a:pt x="7499507" y="119445"/>
                  </a:lnTo>
                  <a:lnTo>
                    <a:pt x="7499632" y="119445"/>
                  </a:lnTo>
                  <a:lnTo>
                    <a:pt x="7499757" y="119445"/>
                  </a:lnTo>
                  <a:lnTo>
                    <a:pt x="7499882" y="119445"/>
                  </a:lnTo>
                  <a:lnTo>
                    <a:pt x="7500007" y="119445"/>
                  </a:lnTo>
                  <a:lnTo>
                    <a:pt x="7500132" y="119445"/>
                  </a:lnTo>
                  <a:lnTo>
                    <a:pt x="7500257" y="119445"/>
                  </a:lnTo>
                  <a:lnTo>
                    <a:pt x="7500382" y="119445"/>
                  </a:lnTo>
                  <a:lnTo>
                    <a:pt x="7500507" y="119445"/>
                  </a:lnTo>
                  <a:lnTo>
                    <a:pt x="7500632" y="119445"/>
                  </a:lnTo>
                  <a:lnTo>
                    <a:pt x="7500757" y="119445"/>
                  </a:lnTo>
                  <a:lnTo>
                    <a:pt x="7500882" y="119445"/>
                  </a:lnTo>
                  <a:lnTo>
                    <a:pt x="7501007" y="119445"/>
                  </a:lnTo>
                  <a:lnTo>
                    <a:pt x="7501132" y="119445"/>
                  </a:lnTo>
                  <a:lnTo>
                    <a:pt x="7501257" y="119445"/>
                  </a:lnTo>
                  <a:lnTo>
                    <a:pt x="7501382" y="119445"/>
                  </a:lnTo>
                  <a:lnTo>
                    <a:pt x="7501507" y="119445"/>
                  </a:lnTo>
                  <a:lnTo>
                    <a:pt x="7501632" y="119445"/>
                  </a:lnTo>
                  <a:lnTo>
                    <a:pt x="7501757" y="119445"/>
                  </a:lnTo>
                  <a:lnTo>
                    <a:pt x="7501882" y="119445"/>
                  </a:lnTo>
                  <a:lnTo>
                    <a:pt x="7502007" y="119445"/>
                  </a:lnTo>
                  <a:lnTo>
                    <a:pt x="7502132" y="119445"/>
                  </a:lnTo>
                  <a:lnTo>
                    <a:pt x="7502257" y="119445"/>
                  </a:lnTo>
                  <a:lnTo>
                    <a:pt x="7502383" y="119445"/>
                  </a:lnTo>
                  <a:lnTo>
                    <a:pt x="7502508" y="119445"/>
                  </a:lnTo>
                  <a:lnTo>
                    <a:pt x="7502633" y="119445"/>
                  </a:lnTo>
                  <a:lnTo>
                    <a:pt x="7502758" y="119445"/>
                  </a:lnTo>
                  <a:lnTo>
                    <a:pt x="7502883" y="119445"/>
                  </a:lnTo>
                  <a:lnTo>
                    <a:pt x="7503008" y="119445"/>
                  </a:lnTo>
                  <a:lnTo>
                    <a:pt x="7503133" y="119445"/>
                  </a:lnTo>
                  <a:lnTo>
                    <a:pt x="7503258" y="119445"/>
                  </a:lnTo>
                  <a:lnTo>
                    <a:pt x="7503383" y="119445"/>
                  </a:lnTo>
                  <a:lnTo>
                    <a:pt x="7503508" y="119445"/>
                  </a:lnTo>
                  <a:lnTo>
                    <a:pt x="7503633" y="119445"/>
                  </a:lnTo>
                  <a:lnTo>
                    <a:pt x="7503758" y="119445"/>
                  </a:lnTo>
                  <a:lnTo>
                    <a:pt x="7503883" y="119445"/>
                  </a:lnTo>
                  <a:lnTo>
                    <a:pt x="7504008" y="119445"/>
                  </a:lnTo>
                  <a:lnTo>
                    <a:pt x="7504133" y="119445"/>
                  </a:lnTo>
                  <a:lnTo>
                    <a:pt x="7504258" y="119445"/>
                  </a:lnTo>
                  <a:lnTo>
                    <a:pt x="7504383" y="119445"/>
                  </a:lnTo>
                  <a:lnTo>
                    <a:pt x="7504508" y="119445"/>
                  </a:lnTo>
                  <a:lnTo>
                    <a:pt x="7504633" y="119445"/>
                  </a:lnTo>
                  <a:lnTo>
                    <a:pt x="7504758" y="119445"/>
                  </a:lnTo>
                  <a:lnTo>
                    <a:pt x="7504883" y="119445"/>
                  </a:lnTo>
                  <a:lnTo>
                    <a:pt x="7505008" y="119445"/>
                  </a:lnTo>
                  <a:lnTo>
                    <a:pt x="7505133" y="119445"/>
                  </a:lnTo>
                  <a:lnTo>
                    <a:pt x="7505258" y="119445"/>
                  </a:lnTo>
                  <a:lnTo>
                    <a:pt x="7505384" y="119445"/>
                  </a:lnTo>
                  <a:lnTo>
                    <a:pt x="7505509" y="119445"/>
                  </a:lnTo>
                  <a:lnTo>
                    <a:pt x="7505634" y="119445"/>
                  </a:lnTo>
                  <a:lnTo>
                    <a:pt x="7505759" y="119445"/>
                  </a:lnTo>
                  <a:lnTo>
                    <a:pt x="7505884" y="119445"/>
                  </a:lnTo>
                  <a:lnTo>
                    <a:pt x="7506009" y="119445"/>
                  </a:lnTo>
                  <a:lnTo>
                    <a:pt x="7506134" y="119445"/>
                  </a:lnTo>
                  <a:lnTo>
                    <a:pt x="7506259" y="119445"/>
                  </a:lnTo>
                  <a:lnTo>
                    <a:pt x="7506384" y="119445"/>
                  </a:lnTo>
                  <a:lnTo>
                    <a:pt x="7506509" y="119445"/>
                  </a:lnTo>
                  <a:lnTo>
                    <a:pt x="7506634" y="119445"/>
                  </a:lnTo>
                  <a:lnTo>
                    <a:pt x="7506759" y="119445"/>
                  </a:lnTo>
                  <a:lnTo>
                    <a:pt x="7506884" y="119445"/>
                  </a:lnTo>
                  <a:lnTo>
                    <a:pt x="7507009" y="119445"/>
                  </a:lnTo>
                  <a:lnTo>
                    <a:pt x="7507134" y="119445"/>
                  </a:lnTo>
                  <a:lnTo>
                    <a:pt x="7507259" y="119445"/>
                  </a:lnTo>
                  <a:lnTo>
                    <a:pt x="7507384" y="119445"/>
                  </a:lnTo>
                  <a:lnTo>
                    <a:pt x="7507509" y="119445"/>
                  </a:lnTo>
                  <a:lnTo>
                    <a:pt x="7507634" y="119445"/>
                  </a:lnTo>
                  <a:lnTo>
                    <a:pt x="7507759" y="119445"/>
                  </a:lnTo>
                  <a:lnTo>
                    <a:pt x="7507884" y="119445"/>
                  </a:lnTo>
                  <a:lnTo>
                    <a:pt x="7508009" y="119445"/>
                  </a:lnTo>
                  <a:lnTo>
                    <a:pt x="7508134" y="119445"/>
                  </a:lnTo>
                  <a:lnTo>
                    <a:pt x="7508259" y="119445"/>
                  </a:lnTo>
                  <a:lnTo>
                    <a:pt x="7508385" y="119445"/>
                  </a:lnTo>
                  <a:lnTo>
                    <a:pt x="7508510" y="119445"/>
                  </a:lnTo>
                  <a:lnTo>
                    <a:pt x="7508635" y="119445"/>
                  </a:lnTo>
                  <a:lnTo>
                    <a:pt x="7508760" y="119445"/>
                  </a:lnTo>
                  <a:lnTo>
                    <a:pt x="7508885" y="119445"/>
                  </a:lnTo>
                  <a:lnTo>
                    <a:pt x="7509010" y="119445"/>
                  </a:lnTo>
                  <a:lnTo>
                    <a:pt x="7509135" y="119445"/>
                  </a:lnTo>
                  <a:lnTo>
                    <a:pt x="7509260" y="119445"/>
                  </a:lnTo>
                  <a:lnTo>
                    <a:pt x="7509385" y="119445"/>
                  </a:lnTo>
                  <a:lnTo>
                    <a:pt x="7509510" y="119445"/>
                  </a:lnTo>
                  <a:lnTo>
                    <a:pt x="7509635" y="119445"/>
                  </a:lnTo>
                  <a:lnTo>
                    <a:pt x="7509760" y="119445"/>
                  </a:lnTo>
                  <a:lnTo>
                    <a:pt x="7509885" y="119445"/>
                  </a:lnTo>
                  <a:lnTo>
                    <a:pt x="7510010" y="119445"/>
                  </a:lnTo>
                  <a:lnTo>
                    <a:pt x="7510135" y="119445"/>
                  </a:lnTo>
                  <a:lnTo>
                    <a:pt x="7510260" y="119445"/>
                  </a:lnTo>
                  <a:lnTo>
                    <a:pt x="7510385" y="119445"/>
                  </a:lnTo>
                  <a:lnTo>
                    <a:pt x="7510510" y="119445"/>
                  </a:lnTo>
                  <a:lnTo>
                    <a:pt x="7510635" y="119445"/>
                  </a:lnTo>
                  <a:lnTo>
                    <a:pt x="7510760" y="119445"/>
                  </a:lnTo>
                  <a:lnTo>
                    <a:pt x="7510885" y="119445"/>
                  </a:lnTo>
                  <a:lnTo>
                    <a:pt x="7511010" y="119445"/>
                  </a:lnTo>
                  <a:lnTo>
                    <a:pt x="7511135" y="119445"/>
                  </a:lnTo>
                  <a:lnTo>
                    <a:pt x="7511260" y="119445"/>
                  </a:lnTo>
                  <a:lnTo>
                    <a:pt x="7511386" y="119445"/>
                  </a:lnTo>
                  <a:lnTo>
                    <a:pt x="7511511" y="119445"/>
                  </a:lnTo>
                  <a:lnTo>
                    <a:pt x="7511636" y="119445"/>
                  </a:lnTo>
                  <a:lnTo>
                    <a:pt x="7511761" y="119445"/>
                  </a:lnTo>
                  <a:lnTo>
                    <a:pt x="7511886" y="119445"/>
                  </a:lnTo>
                  <a:lnTo>
                    <a:pt x="7512011" y="119445"/>
                  </a:lnTo>
                  <a:lnTo>
                    <a:pt x="7512136" y="119445"/>
                  </a:lnTo>
                  <a:lnTo>
                    <a:pt x="7512261" y="119445"/>
                  </a:lnTo>
                  <a:lnTo>
                    <a:pt x="7512386" y="119445"/>
                  </a:lnTo>
                  <a:lnTo>
                    <a:pt x="7512511" y="119445"/>
                  </a:lnTo>
                  <a:lnTo>
                    <a:pt x="7512636" y="119445"/>
                  </a:lnTo>
                  <a:lnTo>
                    <a:pt x="7512761" y="119445"/>
                  </a:lnTo>
                  <a:lnTo>
                    <a:pt x="7512886" y="119445"/>
                  </a:lnTo>
                  <a:lnTo>
                    <a:pt x="7513011" y="119445"/>
                  </a:lnTo>
                  <a:lnTo>
                    <a:pt x="7513136" y="119445"/>
                  </a:lnTo>
                  <a:lnTo>
                    <a:pt x="7513261" y="119445"/>
                  </a:lnTo>
                  <a:lnTo>
                    <a:pt x="7513386" y="119445"/>
                  </a:lnTo>
                  <a:lnTo>
                    <a:pt x="7513511" y="119445"/>
                  </a:lnTo>
                  <a:lnTo>
                    <a:pt x="7513636" y="119445"/>
                  </a:lnTo>
                  <a:lnTo>
                    <a:pt x="7513761" y="119445"/>
                  </a:lnTo>
                  <a:lnTo>
                    <a:pt x="7513886" y="119445"/>
                  </a:lnTo>
                  <a:lnTo>
                    <a:pt x="7514011" y="119445"/>
                  </a:lnTo>
                  <a:lnTo>
                    <a:pt x="7514136" y="119445"/>
                  </a:lnTo>
                  <a:lnTo>
                    <a:pt x="7514261" y="119445"/>
                  </a:lnTo>
                  <a:lnTo>
                    <a:pt x="7514387" y="119445"/>
                  </a:lnTo>
                  <a:lnTo>
                    <a:pt x="7514512" y="119445"/>
                  </a:lnTo>
                  <a:lnTo>
                    <a:pt x="7514637" y="119445"/>
                  </a:lnTo>
                  <a:lnTo>
                    <a:pt x="7514762" y="119445"/>
                  </a:lnTo>
                  <a:lnTo>
                    <a:pt x="7514887" y="119445"/>
                  </a:lnTo>
                  <a:lnTo>
                    <a:pt x="7515012" y="119445"/>
                  </a:lnTo>
                  <a:lnTo>
                    <a:pt x="7515137" y="119445"/>
                  </a:lnTo>
                  <a:lnTo>
                    <a:pt x="7515262" y="119445"/>
                  </a:lnTo>
                  <a:lnTo>
                    <a:pt x="7515387" y="119445"/>
                  </a:lnTo>
                  <a:lnTo>
                    <a:pt x="7515512" y="119445"/>
                  </a:lnTo>
                  <a:lnTo>
                    <a:pt x="7515637" y="119445"/>
                  </a:lnTo>
                  <a:lnTo>
                    <a:pt x="7515762" y="119445"/>
                  </a:lnTo>
                  <a:lnTo>
                    <a:pt x="7515887" y="119445"/>
                  </a:lnTo>
                  <a:lnTo>
                    <a:pt x="7516012" y="119445"/>
                  </a:lnTo>
                  <a:lnTo>
                    <a:pt x="7516137" y="119445"/>
                  </a:lnTo>
                  <a:lnTo>
                    <a:pt x="7516262" y="119445"/>
                  </a:lnTo>
                  <a:lnTo>
                    <a:pt x="7516387" y="119445"/>
                  </a:lnTo>
                  <a:lnTo>
                    <a:pt x="7516512" y="119445"/>
                  </a:lnTo>
                  <a:lnTo>
                    <a:pt x="7516637" y="119445"/>
                  </a:lnTo>
                  <a:lnTo>
                    <a:pt x="7516762" y="119445"/>
                  </a:lnTo>
                  <a:lnTo>
                    <a:pt x="7516887" y="119445"/>
                  </a:lnTo>
                  <a:lnTo>
                    <a:pt x="7517012" y="119445"/>
                  </a:lnTo>
                  <a:lnTo>
                    <a:pt x="7517137" y="119445"/>
                  </a:lnTo>
                  <a:lnTo>
                    <a:pt x="7517262" y="119445"/>
                  </a:lnTo>
                  <a:lnTo>
                    <a:pt x="7517388" y="119445"/>
                  </a:lnTo>
                  <a:lnTo>
                    <a:pt x="7517513" y="119445"/>
                  </a:lnTo>
                  <a:lnTo>
                    <a:pt x="7517638" y="119445"/>
                  </a:lnTo>
                  <a:lnTo>
                    <a:pt x="7517763" y="119445"/>
                  </a:lnTo>
                  <a:lnTo>
                    <a:pt x="7517888" y="119445"/>
                  </a:lnTo>
                  <a:lnTo>
                    <a:pt x="7518013" y="119445"/>
                  </a:lnTo>
                  <a:lnTo>
                    <a:pt x="7518138" y="119445"/>
                  </a:lnTo>
                  <a:lnTo>
                    <a:pt x="7518263" y="119445"/>
                  </a:lnTo>
                  <a:lnTo>
                    <a:pt x="7518388" y="119445"/>
                  </a:lnTo>
                  <a:lnTo>
                    <a:pt x="7518513" y="119445"/>
                  </a:lnTo>
                  <a:lnTo>
                    <a:pt x="7518638" y="119445"/>
                  </a:lnTo>
                  <a:lnTo>
                    <a:pt x="7518763" y="119445"/>
                  </a:lnTo>
                  <a:lnTo>
                    <a:pt x="7518888" y="119445"/>
                  </a:lnTo>
                  <a:lnTo>
                    <a:pt x="7519013" y="119445"/>
                  </a:lnTo>
                  <a:lnTo>
                    <a:pt x="7519138" y="119445"/>
                  </a:lnTo>
                  <a:lnTo>
                    <a:pt x="7519263" y="119445"/>
                  </a:lnTo>
                  <a:lnTo>
                    <a:pt x="7519388" y="119445"/>
                  </a:lnTo>
                  <a:lnTo>
                    <a:pt x="7519513" y="119445"/>
                  </a:lnTo>
                  <a:lnTo>
                    <a:pt x="7519638" y="119445"/>
                  </a:lnTo>
                  <a:lnTo>
                    <a:pt x="7519763" y="119445"/>
                  </a:lnTo>
                  <a:lnTo>
                    <a:pt x="7519888" y="119445"/>
                  </a:lnTo>
                  <a:lnTo>
                    <a:pt x="7520013" y="119445"/>
                  </a:lnTo>
                  <a:lnTo>
                    <a:pt x="7520138" y="119445"/>
                  </a:lnTo>
                  <a:lnTo>
                    <a:pt x="7520263" y="119445"/>
                  </a:lnTo>
                  <a:lnTo>
                    <a:pt x="7520389" y="119445"/>
                  </a:lnTo>
                  <a:lnTo>
                    <a:pt x="7520514" y="119445"/>
                  </a:lnTo>
                  <a:lnTo>
                    <a:pt x="7520639" y="119445"/>
                  </a:lnTo>
                  <a:lnTo>
                    <a:pt x="7520764" y="119445"/>
                  </a:lnTo>
                  <a:lnTo>
                    <a:pt x="7520889" y="119445"/>
                  </a:lnTo>
                  <a:lnTo>
                    <a:pt x="7521014" y="119445"/>
                  </a:lnTo>
                  <a:lnTo>
                    <a:pt x="7521139" y="119445"/>
                  </a:lnTo>
                  <a:lnTo>
                    <a:pt x="7521264" y="119445"/>
                  </a:lnTo>
                  <a:lnTo>
                    <a:pt x="7521389" y="119445"/>
                  </a:lnTo>
                  <a:lnTo>
                    <a:pt x="7521514" y="119445"/>
                  </a:lnTo>
                  <a:lnTo>
                    <a:pt x="7521639" y="119445"/>
                  </a:lnTo>
                  <a:lnTo>
                    <a:pt x="7521764" y="119445"/>
                  </a:lnTo>
                  <a:lnTo>
                    <a:pt x="7521889" y="119445"/>
                  </a:lnTo>
                  <a:lnTo>
                    <a:pt x="7522014" y="119445"/>
                  </a:lnTo>
                  <a:lnTo>
                    <a:pt x="7522139" y="119445"/>
                  </a:lnTo>
                  <a:lnTo>
                    <a:pt x="7522264" y="119445"/>
                  </a:lnTo>
                  <a:lnTo>
                    <a:pt x="7522389" y="119445"/>
                  </a:lnTo>
                  <a:lnTo>
                    <a:pt x="7522514" y="119445"/>
                  </a:lnTo>
                  <a:lnTo>
                    <a:pt x="7522639" y="119445"/>
                  </a:lnTo>
                  <a:lnTo>
                    <a:pt x="7522764" y="119445"/>
                  </a:lnTo>
                  <a:lnTo>
                    <a:pt x="7522889" y="119445"/>
                  </a:lnTo>
                  <a:lnTo>
                    <a:pt x="7523014" y="119445"/>
                  </a:lnTo>
                  <a:lnTo>
                    <a:pt x="7523139" y="119445"/>
                  </a:lnTo>
                  <a:lnTo>
                    <a:pt x="7523264" y="119445"/>
                  </a:lnTo>
                  <a:lnTo>
                    <a:pt x="7523390" y="119445"/>
                  </a:lnTo>
                  <a:lnTo>
                    <a:pt x="7523515" y="119445"/>
                  </a:lnTo>
                  <a:lnTo>
                    <a:pt x="7523640" y="119445"/>
                  </a:lnTo>
                  <a:lnTo>
                    <a:pt x="7523765" y="119445"/>
                  </a:lnTo>
                  <a:lnTo>
                    <a:pt x="7523890" y="119445"/>
                  </a:lnTo>
                  <a:lnTo>
                    <a:pt x="7524015" y="119445"/>
                  </a:lnTo>
                  <a:lnTo>
                    <a:pt x="7524140" y="119445"/>
                  </a:lnTo>
                  <a:lnTo>
                    <a:pt x="7524265" y="119445"/>
                  </a:lnTo>
                  <a:lnTo>
                    <a:pt x="7524390" y="119445"/>
                  </a:lnTo>
                  <a:lnTo>
                    <a:pt x="7524515" y="119445"/>
                  </a:lnTo>
                  <a:lnTo>
                    <a:pt x="7524640" y="119445"/>
                  </a:lnTo>
                  <a:lnTo>
                    <a:pt x="7524765" y="119445"/>
                  </a:lnTo>
                  <a:lnTo>
                    <a:pt x="7524890" y="119445"/>
                  </a:lnTo>
                  <a:lnTo>
                    <a:pt x="7525015" y="119445"/>
                  </a:lnTo>
                  <a:lnTo>
                    <a:pt x="7525140" y="119445"/>
                  </a:lnTo>
                  <a:lnTo>
                    <a:pt x="7525265" y="119445"/>
                  </a:lnTo>
                  <a:lnTo>
                    <a:pt x="7525390" y="119445"/>
                  </a:lnTo>
                  <a:lnTo>
                    <a:pt x="7525515" y="119445"/>
                  </a:lnTo>
                  <a:lnTo>
                    <a:pt x="7525640" y="119445"/>
                  </a:lnTo>
                  <a:lnTo>
                    <a:pt x="7525765" y="119445"/>
                  </a:lnTo>
                  <a:lnTo>
                    <a:pt x="7525890" y="119445"/>
                  </a:lnTo>
                  <a:lnTo>
                    <a:pt x="7526015" y="119445"/>
                  </a:lnTo>
                  <a:lnTo>
                    <a:pt x="7526140" y="119445"/>
                  </a:lnTo>
                  <a:lnTo>
                    <a:pt x="7526265" y="119445"/>
                  </a:lnTo>
                  <a:lnTo>
                    <a:pt x="7526391" y="119445"/>
                  </a:lnTo>
                  <a:lnTo>
                    <a:pt x="7526516" y="119445"/>
                  </a:lnTo>
                  <a:lnTo>
                    <a:pt x="7526641" y="119445"/>
                  </a:lnTo>
                  <a:lnTo>
                    <a:pt x="7526766" y="119445"/>
                  </a:lnTo>
                  <a:lnTo>
                    <a:pt x="7526891" y="119445"/>
                  </a:lnTo>
                  <a:lnTo>
                    <a:pt x="7527016" y="119445"/>
                  </a:lnTo>
                  <a:lnTo>
                    <a:pt x="7527141" y="119445"/>
                  </a:lnTo>
                  <a:lnTo>
                    <a:pt x="7527266" y="119445"/>
                  </a:lnTo>
                  <a:lnTo>
                    <a:pt x="7527391" y="119445"/>
                  </a:lnTo>
                  <a:lnTo>
                    <a:pt x="7527516" y="119445"/>
                  </a:lnTo>
                  <a:lnTo>
                    <a:pt x="7527641" y="119445"/>
                  </a:lnTo>
                  <a:lnTo>
                    <a:pt x="7527766" y="119445"/>
                  </a:lnTo>
                  <a:lnTo>
                    <a:pt x="7527891" y="119445"/>
                  </a:lnTo>
                  <a:lnTo>
                    <a:pt x="7528016" y="119445"/>
                  </a:lnTo>
                  <a:lnTo>
                    <a:pt x="7528141" y="119445"/>
                  </a:lnTo>
                  <a:lnTo>
                    <a:pt x="7528266" y="119445"/>
                  </a:lnTo>
                  <a:lnTo>
                    <a:pt x="7528391" y="119445"/>
                  </a:lnTo>
                  <a:lnTo>
                    <a:pt x="7528516" y="119445"/>
                  </a:lnTo>
                  <a:lnTo>
                    <a:pt x="7528641" y="119445"/>
                  </a:lnTo>
                  <a:lnTo>
                    <a:pt x="7528766" y="119445"/>
                  </a:lnTo>
                  <a:lnTo>
                    <a:pt x="7528891" y="119445"/>
                  </a:lnTo>
                  <a:lnTo>
                    <a:pt x="7529016" y="119445"/>
                  </a:lnTo>
                  <a:lnTo>
                    <a:pt x="7529141" y="119445"/>
                  </a:lnTo>
                  <a:lnTo>
                    <a:pt x="7529267" y="119445"/>
                  </a:lnTo>
                  <a:lnTo>
                    <a:pt x="7529392" y="119445"/>
                  </a:lnTo>
                  <a:lnTo>
                    <a:pt x="7529517" y="119445"/>
                  </a:lnTo>
                  <a:lnTo>
                    <a:pt x="7529642" y="119445"/>
                  </a:lnTo>
                  <a:lnTo>
                    <a:pt x="7529767" y="119445"/>
                  </a:lnTo>
                  <a:lnTo>
                    <a:pt x="7529892" y="119445"/>
                  </a:lnTo>
                  <a:lnTo>
                    <a:pt x="7530017" y="119445"/>
                  </a:lnTo>
                  <a:lnTo>
                    <a:pt x="7530142" y="119445"/>
                  </a:lnTo>
                  <a:lnTo>
                    <a:pt x="7530267" y="119445"/>
                  </a:lnTo>
                  <a:lnTo>
                    <a:pt x="7530392" y="119445"/>
                  </a:lnTo>
                  <a:lnTo>
                    <a:pt x="7530517" y="119445"/>
                  </a:lnTo>
                  <a:lnTo>
                    <a:pt x="7530642" y="119445"/>
                  </a:lnTo>
                  <a:lnTo>
                    <a:pt x="7530767" y="119445"/>
                  </a:lnTo>
                  <a:lnTo>
                    <a:pt x="7530892" y="119445"/>
                  </a:lnTo>
                  <a:lnTo>
                    <a:pt x="7531017" y="119445"/>
                  </a:lnTo>
                  <a:lnTo>
                    <a:pt x="7531142" y="119445"/>
                  </a:lnTo>
                  <a:lnTo>
                    <a:pt x="7531267" y="119445"/>
                  </a:lnTo>
                  <a:lnTo>
                    <a:pt x="7531392" y="119445"/>
                  </a:lnTo>
                  <a:lnTo>
                    <a:pt x="7531517" y="119445"/>
                  </a:lnTo>
                  <a:lnTo>
                    <a:pt x="7531642" y="119445"/>
                  </a:lnTo>
                  <a:lnTo>
                    <a:pt x="7531767" y="119445"/>
                  </a:lnTo>
                  <a:lnTo>
                    <a:pt x="7531892" y="119445"/>
                  </a:lnTo>
                  <a:lnTo>
                    <a:pt x="7532017" y="119445"/>
                  </a:lnTo>
                  <a:lnTo>
                    <a:pt x="7532142" y="119445"/>
                  </a:lnTo>
                  <a:lnTo>
                    <a:pt x="7532268" y="119445"/>
                  </a:lnTo>
                  <a:lnTo>
                    <a:pt x="7532393" y="119445"/>
                  </a:lnTo>
                  <a:lnTo>
                    <a:pt x="7532518" y="119445"/>
                  </a:lnTo>
                  <a:lnTo>
                    <a:pt x="7532643" y="119445"/>
                  </a:lnTo>
                  <a:lnTo>
                    <a:pt x="7532768" y="119445"/>
                  </a:lnTo>
                  <a:lnTo>
                    <a:pt x="7532893" y="119445"/>
                  </a:lnTo>
                  <a:lnTo>
                    <a:pt x="7533018" y="119445"/>
                  </a:lnTo>
                  <a:lnTo>
                    <a:pt x="7533143" y="119445"/>
                  </a:lnTo>
                  <a:lnTo>
                    <a:pt x="7533268" y="119445"/>
                  </a:lnTo>
                  <a:lnTo>
                    <a:pt x="7533393" y="119445"/>
                  </a:lnTo>
                  <a:lnTo>
                    <a:pt x="7533518" y="119445"/>
                  </a:lnTo>
                  <a:lnTo>
                    <a:pt x="7533643" y="119445"/>
                  </a:lnTo>
                  <a:lnTo>
                    <a:pt x="7533768" y="119445"/>
                  </a:lnTo>
                  <a:lnTo>
                    <a:pt x="7533893" y="119445"/>
                  </a:lnTo>
                  <a:lnTo>
                    <a:pt x="7534018" y="119445"/>
                  </a:lnTo>
                  <a:lnTo>
                    <a:pt x="7534143" y="119445"/>
                  </a:lnTo>
                  <a:lnTo>
                    <a:pt x="7534268" y="119445"/>
                  </a:lnTo>
                  <a:lnTo>
                    <a:pt x="7534393" y="119445"/>
                  </a:lnTo>
                  <a:lnTo>
                    <a:pt x="7534518" y="119445"/>
                  </a:lnTo>
                  <a:lnTo>
                    <a:pt x="7534643" y="119445"/>
                  </a:lnTo>
                  <a:lnTo>
                    <a:pt x="7534768" y="119445"/>
                  </a:lnTo>
                  <a:lnTo>
                    <a:pt x="7534893" y="119445"/>
                  </a:lnTo>
                  <a:lnTo>
                    <a:pt x="7535018" y="119445"/>
                  </a:lnTo>
                  <a:lnTo>
                    <a:pt x="7535143" y="119445"/>
                  </a:lnTo>
                  <a:lnTo>
                    <a:pt x="7535269" y="119445"/>
                  </a:lnTo>
                  <a:lnTo>
                    <a:pt x="7535394" y="119445"/>
                  </a:lnTo>
                  <a:lnTo>
                    <a:pt x="7535519" y="119445"/>
                  </a:lnTo>
                  <a:lnTo>
                    <a:pt x="7535644" y="119445"/>
                  </a:lnTo>
                  <a:lnTo>
                    <a:pt x="7535769" y="119445"/>
                  </a:lnTo>
                  <a:lnTo>
                    <a:pt x="7535894" y="119445"/>
                  </a:lnTo>
                  <a:lnTo>
                    <a:pt x="7536019" y="119445"/>
                  </a:lnTo>
                  <a:lnTo>
                    <a:pt x="7536144" y="119445"/>
                  </a:lnTo>
                  <a:lnTo>
                    <a:pt x="7536269" y="119445"/>
                  </a:lnTo>
                  <a:lnTo>
                    <a:pt x="7536394" y="119445"/>
                  </a:lnTo>
                  <a:lnTo>
                    <a:pt x="7536519" y="119445"/>
                  </a:lnTo>
                  <a:lnTo>
                    <a:pt x="7536644" y="119445"/>
                  </a:lnTo>
                  <a:lnTo>
                    <a:pt x="7536769" y="119445"/>
                  </a:lnTo>
                  <a:lnTo>
                    <a:pt x="7536894" y="119445"/>
                  </a:lnTo>
                  <a:lnTo>
                    <a:pt x="7537019" y="119445"/>
                  </a:lnTo>
                  <a:lnTo>
                    <a:pt x="7537144" y="119445"/>
                  </a:lnTo>
                  <a:lnTo>
                    <a:pt x="7537269" y="119445"/>
                  </a:lnTo>
                  <a:lnTo>
                    <a:pt x="7537394" y="119445"/>
                  </a:lnTo>
                  <a:lnTo>
                    <a:pt x="7537519" y="119445"/>
                  </a:lnTo>
                  <a:lnTo>
                    <a:pt x="7537644" y="119445"/>
                  </a:lnTo>
                  <a:lnTo>
                    <a:pt x="7537769" y="119445"/>
                  </a:lnTo>
                  <a:lnTo>
                    <a:pt x="7537894" y="119445"/>
                  </a:lnTo>
                  <a:lnTo>
                    <a:pt x="7538019" y="119445"/>
                  </a:lnTo>
                  <a:lnTo>
                    <a:pt x="7538144" y="119445"/>
                  </a:lnTo>
                  <a:lnTo>
                    <a:pt x="7538270" y="119445"/>
                  </a:lnTo>
                  <a:lnTo>
                    <a:pt x="7538395" y="119445"/>
                  </a:lnTo>
                  <a:lnTo>
                    <a:pt x="7538520" y="119445"/>
                  </a:lnTo>
                  <a:lnTo>
                    <a:pt x="7538645" y="119445"/>
                  </a:lnTo>
                  <a:lnTo>
                    <a:pt x="7538770" y="119445"/>
                  </a:lnTo>
                  <a:lnTo>
                    <a:pt x="7538895" y="119445"/>
                  </a:lnTo>
                  <a:lnTo>
                    <a:pt x="7539020" y="119445"/>
                  </a:lnTo>
                  <a:lnTo>
                    <a:pt x="7539145" y="119445"/>
                  </a:lnTo>
                  <a:lnTo>
                    <a:pt x="7539270" y="119445"/>
                  </a:lnTo>
                  <a:lnTo>
                    <a:pt x="7539395" y="119445"/>
                  </a:lnTo>
                  <a:lnTo>
                    <a:pt x="7539520" y="119445"/>
                  </a:lnTo>
                  <a:lnTo>
                    <a:pt x="7539645" y="119445"/>
                  </a:lnTo>
                  <a:lnTo>
                    <a:pt x="7539770" y="119445"/>
                  </a:lnTo>
                  <a:lnTo>
                    <a:pt x="7539895" y="119445"/>
                  </a:lnTo>
                  <a:lnTo>
                    <a:pt x="7540020" y="119445"/>
                  </a:lnTo>
                  <a:lnTo>
                    <a:pt x="7540145" y="119445"/>
                  </a:lnTo>
                  <a:lnTo>
                    <a:pt x="7540270" y="119445"/>
                  </a:lnTo>
                  <a:lnTo>
                    <a:pt x="7540395" y="119445"/>
                  </a:lnTo>
                  <a:lnTo>
                    <a:pt x="7540520" y="119445"/>
                  </a:lnTo>
                  <a:lnTo>
                    <a:pt x="7540645" y="119445"/>
                  </a:lnTo>
                  <a:lnTo>
                    <a:pt x="7540770" y="119445"/>
                  </a:lnTo>
                  <a:lnTo>
                    <a:pt x="7540895" y="119445"/>
                  </a:lnTo>
                  <a:lnTo>
                    <a:pt x="7541020" y="119445"/>
                  </a:lnTo>
                  <a:lnTo>
                    <a:pt x="7541145" y="119445"/>
                  </a:lnTo>
                  <a:lnTo>
                    <a:pt x="7541271" y="119445"/>
                  </a:lnTo>
                  <a:lnTo>
                    <a:pt x="7541396" y="119445"/>
                  </a:lnTo>
                  <a:lnTo>
                    <a:pt x="7541521" y="119445"/>
                  </a:lnTo>
                  <a:lnTo>
                    <a:pt x="7541646" y="119445"/>
                  </a:lnTo>
                  <a:lnTo>
                    <a:pt x="7541771" y="119445"/>
                  </a:lnTo>
                  <a:lnTo>
                    <a:pt x="7541896" y="119445"/>
                  </a:lnTo>
                  <a:lnTo>
                    <a:pt x="7542021" y="119445"/>
                  </a:lnTo>
                  <a:lnTo>
                    <a:pt x="7542146" y="119445"/>
                  </a:lnTo>
                  <a:lnTo>
                    <a:pt x="7542271" y="119445"/>
                  </a:lnTo>
                  <a:lnTo>
                    <a:pt x="7542396" y="119445"/>
                  </a:lnTo>
                  <a:lnTo>
                    <a:pt x="7542521" y="119445"/>
                  </a:lnTo>
                  <a:lnTo>
                    <a:pt x="7542646" y="119445"/>
                  </a:lnTo>
                  <a:lnTo>
                    <a:pt x="7542771" y="119445"/>
                  </a:lnTo>
                  <a:lnTo>
                    <a:pt x="7542896" y="119445"/>
                  </a:lnTo>
                  <a:lnTo>
                    <a:pt x="7543021" y="119445"/>
                  </a:lnTo>
                  <a:lnTo>
                    <a:pt x="7543146" y="119445"/>
                  </a:lnTo>
                  <a:lnTo>
                    <a:pt x="7543271" y="119445"/>
                  </a:lnTo>
                  <a:lnTo>
                    <a:pt x="7543396" y="119445"/>
                  </a:lnTo>
                  <a:lnTo>
                    <a:pt x="7543521" y="119445"/>
                  </a:lnTo>
                  <a:lnTo>
                    <a:pt x="7543646" y="119445"/>
                  </a:lnTo>
                  <a:lnTo>
                    <a:pt x="7543771" y="119445"/>
                  </a:lnTo>
                  <a:lnTo>
                    <a:pt x="7543896" y="119445"/>
                  </a:lnTo>
                  <a:lnTo>
                    <a:pt x="7544021" y="119445"/>
                  </a:lnTo>
                  <a:lnTo>
                    <a:pt x="7544146" y="119445"/>
                  </a:lnTo>
                  <a:lnTo>
                    <a:pt x="7544272" y="119445"/>
                  </a:lnTo>
                  <a:lnTo>
                    <a:pt x="7544397" y="119445"/>
                  </a:lnTo>
                  <a:lnTo>
                    <a:pt x="7544522" y="119445"/>
                  </a:lnTo>
                  <a:lnTo>
                    <a:pt x="7544647" y="119445"/>
                  </a:lnTo>
                  <a:lnTo>
                    <a:pt x="7544772" y="119445"/>
                  </a:lnTo>
                  <a:lnTo>
                    <a:pt x="7544897" y="119445"/>
                  </a:lnTo>
                  <a:lnTo>
                    <a:pt x="7545022" y="119445"/>
                  </a:lnTo>
                  <a:lnTo>
                    <a:pt x="7545147" y="119445"/>
                  </a:lnTo>
                  <a:lnTo>
                    <a:pt x="7545272" y="119445"/>
                  </a:lnTo>
                  <a:lnTo>
                    <a:pt x="7545397" y="119445"/>
                  </a:lnTo>
                  <a:lnTo>
                    <a:pt x="7545522" y="119445"/>
                  </a:lnTo>
                  <a:lnTo>
                    <a:pt x="7545647" y="119445"/>
                  </a:lnTo>
                  <a:lnTo>
                    <a:pt x="7545772" y="119445"/>
                  </a:lnTo>
                  <a:lnTo>
                    <a:pt x="7545897" y="119445"/>
                  </a:lnTo>
                  <a:lnTo>
                    <a:pt x="7546022" y="119445"/>
                  </a:lnTo>
                  <a:lnTo>
                    <a:pt x="7546147" y="119445"/>
                  </a:lnTo>
                  <a:lnTo>
                    <a:pt x="7546272" y="119445"/>
                  </a:lnTo>
                  <a:lnTo>
                    <a:pt x="7546397" y="119445"/>
                  </a:lnTo>
                  <a:lnTo>
                    <a:pt x="7546522" y="119445"/>
                  </a:lnTo>
                  <a:lnTo>
                    <a:pt x="7546647" y="119445"/>
                  </a:lnTo>
                  <a:lnTo>
                    <a:pt x="7546772" y="119445"/>
                  </a:lnTo>
                  <a:lnTo>
                    <a:pt x="7546897" y="119445"/>
                  </a:lnTo>
                  <a:lnTo>
                    <a:pt x="7547022" y="119445"/>
                  </a:lnTo>
                  <a:lnTo>
                    <a:pt x="7547147" y="119445"/>
                  </a:lnTo>
                  <a:lnTo>
                    <a:pt x="7547273" y="119445"/>
                  </a:lnTo>
                  <a:lnTo>
                    <a:pt x="7547398" y="119445"/>
                  </a:lnTo>
                  <a:lnTo>
                    <a:pt x="7547523" y="119445"/>
                  </a:lnTo>
                  <a:lnTo>
                    <a:pt x="7547648" y="119445"/>
                  </a:lnTo>
                  <a:lnTo>
                    <a:pt x="7547773" y="119445"/>
                  </a:lnTo>
                  <a:lnTo>
                    <a:pt x="7547898" y="119445"/>
                  </a:lnTo>
                  <a:lnTo>
                    <a:pt x="7548023" y="119445"/>
                  </a:lnTo>
                  <a:lnTo>
                    <a:pt x="7548148" y="119445"/>
                  </a:lnTo>
                  <a:lnTo>
                    <a:pt x="7548273" y="119445"/>
                  </a:lnTo>
                  <a:lnTo>
                    <a:pt x="7548398" y="119445"/>
                  </a:lnTo>
                  <a:lnTo>
                    <a:pt x="7548523" y="119445"/>
                  </a:lnTo>
                  <a:lnTo>
                    <a:pt x="7548648" y="119445"/>
                  </a:lnTo>
                  <a:lnTo>
                    <a:pt x="7548773" y="119445"/>
                  </a:lnTo>
                  <a:lnTo>
                    <a:pt x="7548898" y="119445"/>
                  </a:lnTo>
                  <a:lnTo>
                    <a:pt x="7549023" y="119445"/>
                  </a:lnTo>
                  <a:lnTo>
                    <a:pt x="7549148" y="119445"/>
                  </a:lnTo>
                  <a:lnTo>
                    <a:pt x="7549273" y="119445"/>
                  </a:lnTo>
                  <a:lnTo>
                    <a:pt x="7549398" y="119445"/>
                  </a:lnTo>
                  <a:lnTo>
                    <a:pt x="7549523" y="119445"/>
                  </a:lnTo>
                  <a:lnTo>
                    <a:pt x="7549648" y="119445"/>
                  </a:lnTo>
                  <a:lnTo>
                    <a:pt x="7549773" y="119445"/>
                  </a:lnTo>
                  <a:lnTo>
                    <a:pt x="7549898" y="119445"/>
                  </a:lnTo>
                  <a:lnTo>
                    <a:pt x="7550023" y="119445"/>
                  </a:lnTo>
                  <a:lnTo>
                    <a:pt x="7550148" y="119445"/>
                  </a:lnTo>
                  <a:lnTo>
                    <a:pt x="7550274" y="119445"/>
                  </a:lnTo>
                  <a:lnTo>
                    <a:pt x="7550399" y="119445"/>
                  </a:lnTo>
                  <a:lnTo>
                    <a:pt x="7550524" y="119445"/>
                  </a:lnTo>
                  <a:lnTo>
                    <a:pt x="7550649" y="119445"/>
                  </a:lnTo>
                  <a:lnTo>
                    <a:pt x="7550774" y="119445"/>
                  </a:lnTo>
                  <a:lnTo>
                    <a:pt x="7550899" y="119445"/>
                  </a:lnTo>
                  <a:lnTo>
                    <a:pt x="7551024" y="119445"/>
                  </a:lnTo>
                  <a:lnTo>
                    <a:pt x="7551149" y="119445"/>
                  </a:lnTo>
                  <a:lnTo>
                    <a:pt x="7551274" y="119445"/>
                  </a:lnTo>
                  <a:lnTo>
                    <a:pt x="7551399" y="119445"/>
                  </a:lnTo>
                  <a:lnTo>
                    <a:pt x="7551524" y="119445"/>
                  </a:lnTo>
                  <a:lnTo>
                    <a:pt x="7551649" y="119445"/>
                  </a:lnTo>
                  <a:lnTo>
                    <a:pt x="7551774" y="119445"/>
                  </a:lnTo>
                  <a:lnTo>
                    <a:pt x="7551899" y="119445"/>
                  </a:lnTo>
                  <a:lnTo>
                    <a:pt x="7552024" y="119445"/>
                  </a:lnTo>
                  <a:lnTo>
                    <a:pt x="7552149" y="119445"/>
                  </a:lnTo>
                  <a:lnTo>
                    <a:pt x="7552149" y="109492"/>
                  </a:lnTo>
                  <a:lnTo>
                    <a:pt x="7552274" y="109492"/>
                  </a:lnTo>
                  <a:lnTo>
                    <a:pt x="7552399" y="109492"/>
                  </a:lnTo>
                  <a:lnTo>
                    <a:pt x="7552524" y="109492"/>
                  </a:lnTo>
                  <a:lnTo>
                    <a:pt x="7552649" y="109492"/>
                  </a:lnTo>
                  <a:lnTo>
                    <a:pt x="7552774" y="109492"/>
                  </a:lnTo>
                  <a:lnTo>
                    <a:pt x="7552899" y="109492"/>
                  </a:lnTo>
                  <a:lnTo>
                    <a:pt x="7553024" y="109492"/>
                  </a:lnTo>
                  <a:lnTo>
                    <a:pt x="7553149" y="109492"/>
                  </a:lnTo>
                  <a:lnTo>
                    <a:pt x="7553275" y="109492"/>
                  </a:lnTo>
                  <a:lnTo>
                    <a:pt x="7553400" y="109492"/>
                  </a:lnTo>
                  <a:lnTo>
                    <a:pt x="7553525" y="109492"/>
                  </a:lnTo>
                  <a:lnTo>
                    <a:pt x="7553650" y="109492"/>
                  </a:lnTo>
                  <a:lnTo>
                    <a:pt x="7553775" y="109492"/>
                  </a:lnTo>
                  <a:lnTo>
                    <a:pt x="7553900" y="109492"/>
                  </a:lnTo>
                  <a:lnTo>
                    <a:pt x="7554025" y="109492"/>
                  </a:lnTo>
                  <a:lnTo>
                    <a:pt x="7554150" y="109492"/>
                  </a:lnTo>
                  <a:lnTo>
                    <a:pt x="7554275" y="109492"/>
                  </a:lnTo>
                  <a:lnTo>
                    <a:pt x="7554400" y="109492"/>
                  </a:lnTo>
                  <a:lnTo>
                    <a:pt x="7554525" y="109492"/>
                  </a:lnTo>
                  <a:lnTo>
                    <a:pt x="7554650" y="109492"/>
                  </a:lnTo>
                  <a:lnTo>
                    <a:pt x="7554775" y="109492"/>
                  </a:lnTo>
                  <a:lnTo>
                    <a:pt x="7554900" y="109492"/>
                  </a:lnTo>
                  <a:lnTo>
                    <a:pt x="7555025" y="109492"/>
                  </a:lnTo>
                  <a:lnTo>
                    <a:pt x="7555150" y="109492"/>
                  </a:lnTo>
                  <a:lnTo>
                    <a:pt x="7555275" y="109492"/>
                  </a:lnTo>
                  <a:lnTo>
                    <a:pt x="7555400" y="109492"/>
                  </a:lnTo>
                  <a:lnTo>
                    <a:pt x="7555525" y="109492"/>
                  </a:lnTo>
                  <a:lnTo>
                    <a:pt x="7555650" y="109492"/>
                  </a:lnTo>
                  <a:lnTo>
                    <a:pt x="7555775" y="109492"/>
                  </a:lnTo>
                  <a:lnTo>
                    <a:pt x="7555900" y="109492"/>
                  </a:lnTo>
                  <a:lnTo>
                    <a:pt x="7556025" y="109492"/>
                  </a:lnTo>
                  <a:lnTo>
                    <a:pt x="7556150" y="109492"/>
                  </a:lnTo>
                  <a:lnTo>
                    <a:pt x="7556276" y="109492"/>
                  </a:lnTo>
                  <a:lnTo>
                    <a:pt x="7556401" y="109492"/>
                  </a:lnTo>
                  <a:lnTo>
                    <a:pt x="7556526" y="109492"/>
                  </a:lnTo>
                  <a:lnTo>
                    <a:pt x="7556651" y="109492"/>
                  </a:lnTo>
                  <a:lnTo>
                    <a:pt x="7556776" y="109492"/>
                  </a:lnTo>
                  <a:lnTo>
                    <a:pt x="7556901" y="109492"/>
                  </a:lnTo>
                  <a:lnTo>
                    <a:pt x="7557026" y="109492"/>
                  </a:lnTo>
                  <a:lnTo>
                    <a:pt x="7557151" y="109492"/>
                  </a:lnTo>
                  <a:lnTo>
                    <a:pt x="7557276" y="109492"/>
                  </a:lnTo>
                  <a:lnTo>
                    <a:pt x="7557401" y="109492"/>
                  </a:lnTo>
                  <a:lnTo>
                    <a:pt x="7557526" y="109492"/>
                  </a:lnTo>
                  <a:lnTo>
                    <a:pt x="7557651" y="109492"/>
                  </a:lnTo>
                  <a:lnTo>
                    <a:pt x="7557776" y="109492"/>
                  </a:lnTo>
                  <a:lnTo>
                    <a:pt x="7557901" y="109492"/>
                  </a:lnTo>
                  <a:lnTo>
                    <a:pt x="7558026" y="109492"/>
                  </a:lnTo>
                  <a:lnTo>
                    <a:pt x="7558151" y="109492"/>
                  </a:lnTo>
                  <a:lnTo>
                    <a:pt x="7558276" y="109492"/>
                  </a:lnTo>
                  <a:lnTo>
                    <a:pt x="7558401" y="109492"/>
                  </a:lnTo>
                  <a:lnTo>
                    <a:pt x="7558526" y="109492"/>
                  </a:lnTo>
                  <a:lnTo>
                    <a:pt x="7558651" y="109492"/>
                  </a:lnTo>
                  <a:lnTo>
                    <a:pt x="7558776" y="109492"/>
                  </a:lnTo>
                  <a:lnTo>
                    <a:pt x="7558901" y="109492"/>
                  </a:lnTo>
                  <a:lnTo>
                    <a:pt x="7559026" y="109492"/>
                  </a:lnTo>
                  <a:lnTo>
                    <a:pt x="7559151" y="109492"/>
                  </a:lnTo>
                  <a:lnTo>
                    <a:pt x="7559277" y="109492"/>
                  </a:lnTo>
                  <a:lnTo>
                    <a:pt x="7559402" y="109492"/>
                  </a:lnTo>
                  <a:lnTo>
                    <a:pt x="7559527" y="109492"/>
                  </a:lnTo>
                  <a:lnTo>
                    <a:pt x="7559652" y="109492"/>
                  </a:lnTo>
                  <a:lnTo>
                    <a:pt x="7559777" y="109492"/>
                  </a:lnTo>
                  <a:lnTo>
                    <a:pt x="7559902" y="109492"/>
                  </a:lnTo>
                  <a:lnTo>
                    <a:pt x="7560027" y="109492"/>
                  </a:lnTo>
                  <a:lnTo>
                    <a:pt x="7560152" y="109492"/>
                  </a:lnTo>
                  <a:lnTo>
                    <a:pt x="7560277" y="109492"/>
                  </a:lnTo>
                  <a:lnTo>
                    <a:pt x="7560402" y="109492"/>
                  </a:lnTo>
                  <a:lnTo>
                    <a:pt x="7560527" y="109492"/>
                  </a:lnTo>
                  <a:lnTo>
                    <a:pt x="7560652" y="109492"/>
                  </a:lnTo>
                  <a:lnTo>
                    <a:pt x="7560777" y="109492"/>
                  </a:lnTo>
                  <a:lnTo>
                    <a:pt x="7560902" y="109492"/>
                  </a:lnTo>
                  <a:lnTo>
                    <a:pt x="7561027" y="109492"/>
                  </a:lnTo>
                  <a:lnTo>
                    <a:pt x="7561152" y="109492"/>
                  </a:lnTo>
                  <a:lnTo>
                    <a:pt x="7561277" y="109492"/>
                  </a:lnTo>
                  <a:lnTo>
                    <a:pt x="7561402" y="109492"/>
                  </a:lnTo>
                  <a:lnTo>
                    <a:pt x="7561527" y="109492"/>
                  </a:lnTo>
                  <a:lnTo>
                    <a:pt x="7561652" y="109492"/>
                  </a:lnTo>
                  <a:lnTo>
                    <a:pt x="7561777" y="109492"/>
                  </a:lnTo>
                  <a:lnTo>
                    <a:pt x="7561902" y="109492"/>
                  </a:lnTo>
                  <a:lnTo>
                    <a:pt x="7562027" y="109492"/>
                  </a:lnTo>
                  <a:lnTo>
                    <a:pt x="7562152" y="109492"/>
                  </a:lnTo>
                  <a:lnTo>
                    <a:pt x="7562278" y="109492"/>
                  </a:lnTo>
                  <a:lnTo>
                    <a:pt x="7562403" y="109492"/>
                  </a:lnTo>
                  <a:lnTo>
                    <a:pt x="7562528" y="109492"/>
                  </a:lnTo>
                  <a:lnTo>
                    <a:pt x="7562653" y="109492"/>
                  </a:lnTo>
                  <a:lnTo>
                    <a:pt x="7562778" y="109492"/>
                  </a:lnTo>
                  <a:lnTo>
                    <a:pt x="7562903" y="109492"/>
                  </a:lnTo>
                  <a:lnTo>
                    <a:pt x="7563028" y="109492"/>
                  </a:lnTo>
                  <a:lnTo>
                    <a:pt x="7563153" y="109492"/>
                  </a:lnTo>
                  <a:lnTo>
                    <a:pt x="7563278" y="109492"/>
                  </a:lnTo>
                  <a:lnTo>
                    <a:pt x="7563403" y="109492"/>
                  </a:lnTo>
                  <a:lnTo>
                    <a:pt x="7563528" y="109492"/>
                  </a:lnTo>
                  <a:lnTo>
                    <a:pt x="7563653" y="109492"/>
                  </a:lnTo>
                  <a:lnTo>
                    <a:pt x="7563778" y="109492"/>
                  </a:lnTo>
                  <a:lnTo>
                    <a:pt x="7563903" y="109492"/>
                  </a:lnTo>
                  <a:lnTo>
                    <a:pt x="7564028" y="109492"/>
                  </a:lnTo>
                  <a:lnTo>
                    <a:pt x="7564153" y="109492"/>
                  </a:lnTo>
                  <a:lnTo>
                    <a:pt x="7564278" y="109492"/>
                  </a:lnTo>
                  <a:lnTo>
                    <a:pt x="7564403" y="109492"/>
                  </a:lnTo>
                  <a:lnTo>
                    <a:pt x="7564528" y="109492"/>
                  </a:lnTo>
                  <a:lnTo>
                    <a:pt x="7564653" y="109492"/>
                  </a:lnTo>
                  <a:lnTo>
                    <a:pt x="7564778" y="109492"/>
                  </a:lnTo>
                  <a:lnTo>
                    <a:pt x="7564903" y="109492"/>
                  </a:lnTo>
                  <a:lnTo>
                    <a:pt x="7565028" y="109492"/>
                  </a:lnTo>
                  <a:lnTo>
                    <a:pt x="7565153" y="109492"/>
                  </a:lnTo>
                  <a:lnTo>
                    <a:pt x="7565279" y="109492"/>
                  </a:lnTo>
                  <a:lnTo>
                    <a:pt x="7565404" y="109492"/>
                  </a:lnTo>
                  <a:lnTo>
                    <a:pt x="7565529" y="109492"/>
                  </a:lnTo>
                  <a:lnTo>
                    <a:pt x="7565654" y="109492"/>
                  </a:lnTo>
                  <a:lnTo>
                    <a:pt x="7565779" y="109492"/>
                  </a:lnTo>
                  <a:lnTo>
                    <a:pt x="7565904" y="109492"/>
                  </a:lnTo>
                  <a:lnTo>
                    <a:pt x="7566029" y="109492"/>
                  </a:lnTo>
                  <a:lnTo>
                    <a:pt x="7566154" y="109492"/>
                  </a:lnTo>
                  <a:lnTo>
                    <a:pt x="7566279" y="109492"/>
                  </a:lnTo>
                  <a:lnTo>
                    <a:pt x="7566404" y="109492"/>
                  </a:lnTo>
                  <a:lnTo>
                    <a:pt x="7566529" y="109492"/>
                  </a:lnTo>
                  <a:lnTo>
                    <a:pt x="7566654" y="109492"/>
                  </a:lnTo>
                  <a:lnTo>
                    <a:pt x="7566779" y="109492"/>
                  </a:lnTo>
                  <a:lnTo>
                    <a:pt x="7566904" y="109492"/>
                  </a:lnTo>
                  <a:lnTo>
                    <a:pt x="7567029" y="109492"/>
                  </a:lnTo>
                  <a:lnTo>
                    <a:pt x="7567154" y="109492"/>
                  </a:lnTo>
                  <a:lnTo>
                    <a:pt x="7567279" y="109492"/>
                  </a:lnTo>
                  <a:lnTo>
                    <a:pt x="7567404" y="109492"/>
                  </a:lnTo>
                  <a:lnTo>
                    <a:pt x="7567529" y="109492"/>
                  </a:lnTo>
                  <a:lnTo>
                    <a:pt x="7567654" y="109492"/>
                  </a:lnTo>
                  <a:lnTo>
                    <a:pt x="7567779" y="109492"/>
                  </a:lnTo>
                  <a:lnTo>
                    <a:pt x="7567904" y="109492"/>
                  </a:lnTo>
                  <a:lnTo>
                    <a:pt x="7568029" y="109492"/>
                  </a:lnTo>
                  <a:lnTo>
                    <a:pt x="7568155" y="109492"/>
                  </a:lnTo>
                  <a:lnTo>
                    <a:pt x="7568280" y="109492"/>
                  </a:lnTo>
                  <a:lnTo>
                    <a:pt x="7568405" y="109492"/>
                  </a:lnTo>
                  <a:lnTo>
                    <a:pt x="7568530" y="109492"/>
                  </a:lnTo>
                  <a:lnTo>
                    <a:pt x="7568655" y="109492"/>
                  </a:lnTo>
                  <a:lnTo>
                    <a:pt x="7568780" y="109492"/>
                  </a:lnTo>
                  <a:lnTo>
                    <a:pt x="7568905" y="109492"/>
                  </a:lnTo>
                  <a:lnTo>
                    <a:pt x="7569030" y="109492"/>
                  </a:lnTo>
                  <a:lnTo>
                    <a:pt x="7569155" y="109492"/>
                  </a:lnTo>
                  <a:lnTo>
                    <a:pt x="7569280" y="109492"/>
                  </a:lnTo>
                  <a:lnTo>
                    <a:pt x="7569405" y="109492"/>
                  </a:lnTo>
                  <a:lnTo>
                    <a:pt x="7569530" y="109492"/>
                  </a:lnTo>
                  <a:lnTo>
                    <a:pt x="7569655" y="109492"/>
                  </a:lnTo>
                  <a:lnTo>
                    <a:pt x="7569780" y="109492"/>
                  </a:lnTo>
                  <a:lnTo>
                    <a:pt x="7569905" y="109492"/>
                  </a:lnTo>
                  <a:lnTo>
                    <a:pt x="7570030" y="109492"/>
                  </a:lnTo>
                  <a:lnTo>
                    <a:pt x="7570155" y="109492"/>
                  </a:lnTo>
                  <a:lnTo>
                    <a:pt x="7570280" y="109492"/>
                  </a:lnTo>
                  <a:lnTo>
                    <a:pt x="7570405" y="109492"/>
                  </a:lnTo>
                  <a:lnTo>
                    <a:pt x="7570530" y="109492"/>
                  </a:lnTo>
                  <a:lnTo>
                    <a:pt x="7570655" y="109492"/>
                  </a:lnTo>
                  <a:lnTo>
                    <a:pt x="7570780" y="109492"/>
                  </a:lnTo>
                  <a:lnTo>
                    <a:pt x="7570905" y="109492"/>
                  </a:lnTo>
                  <a:lnTo>
                    <a:pt x="7571030" y="109492"/>
                  </a:lnTo>
                  <a:lnTo>
                    <a:pt x="7571156" y="109492"/>
                  </a:lnTo>
                  <a:lnTo>
                    <a:pt x="7571281" y="109492"/>
                  </a:lnTo>
                  <a:lnTo>
                    <a:pt x="7571406" y="109492"/>
                  </a:lnTo>
                  <a:lnTo>
                    <a:pt x="7571531" y="109492"/>
                  </a:lnTo>
                  <a:lnTo>
                    <a:pt x="7571656" y="109492"/>
                  </a:lnTo>
                  <a:lnTo>
                    <a:pt x="7571781" y="109492"/>
                  </a:lnTo>
                  <a:lnTo>
                    <a:pt x="7571906" y="109492"/>
                  </a:lnTo>
                  <a:lnTo>
                    <a:pt x="7572031" y="109492"/>
                  </a:lnTo>
                  <a:lnTo>
                    <a:pt x="7572156" y="109492"/>
                  </a:lnTo>
                  <a:lnTo>
                    <a:pt x="7572281" y="109492"/>
                  </a:lnTo>
                  <a:lnTo>
                    <a:pt x="7572406" y="109492"/>
                  </a:lnTo>
                  <a:lnTo>
                    <a:pt x="7572531" y="109492"/>
                  </a:lnTo>
                  <a:lnTo>
                    <a:pt x="7572656" y="109492"/>
                  </a:lnTo>
                  <a:lnTo>
                    <a:pt x="7572781" y="109492"/>
                  </a:lnTo>
                  <a:lnTo>
                    <a:pt x="7572906" y="109492"/>
                  </a:lnTo>
                  <a:lnTo>
                    <a:pt x="7573031" y="109492"/>
                  </a:lnTo>
                  <a:lnTo>
                    <a:pt x="7573156" y="109492"/>
                  </a:lnTo>
                  <a:lnTo>
                    <a:pt x="7573281" y="109492"/>
                  </a:lnTo>
                  <a:lnTo>
                    <a:pt x="7573406" y="109492"/>
                  </a:lnTo>
                  <a:lnTo>
                    <a:pt x="7573531" y="109492"/>
                  </a:lnTo>
                  <a:lnTo>
                    <a:pt x="7573656" y="109492"/>
                  </a:lnTo>
                  <a:lnTo>
                    <a:pt x="7573781" y="109492"/>
                  </a:lnTo>
                  <a:lnTo>
                    <a:pt x="7573906" y="109492"/>
                  </a:lnTo>
                  <a:lnTo>
                    <a:pt x="7574031" y="109492"/>
                  </a:lnTo>
                  <a:lnTo>
                    <a:pt x="7574157" y="109492"/>
                  </a:lnTo>
                  <a:lnTo>
                    <a:pt x="7574282" y="109492"/>
                  </a:lnTo>
                  <a:lnTo>
                    <a:pt x="7574407" y="109492"/>
                  </a:lnTo>
                  <a:lnTo>
                    <a:pt x="7574532" y="109492"/>
                  </a:lnTo>
                  <a:lnTo>
                    <a:pt x="7574657" y="109492"/>
                  </a:lnTo>
                  <a:lnTo>
                    <a:pt x="7574782" y="109492"/>
                  </a:lnTo>
                  <a:lnTo>
                    <a:pt x="7574907" y="109492"/>
                  </a:lnTo>
                  <a:lnTo>
                    <a:pt x="7575032" y="109492"/>
                  </a:lnTo>
                  <a:lnTo>
                    <a:pt x="7575157" y="109492"/>
                  </a:lnTo>
                  <a:lnTo>
                    <a:pt x="7575282" y="109492"/>
                  </a:lnTo>
                  <a:lnTo>
                    <a:pt x="7575407" y="109492"/>
                  </a:lnTo>
                  <a:lnTo>
                    <a:pt x="7575532" y="109492"/>
                  </a:lnTo>
                  <a:lnTo>
                    <a:pt x="7575657" y="109492"/>
                  </a:lnTo>
                  <a:lnTo>
                    <a:pt x="7575782" y="109492"/>
                  </a:lnTo>
                  <a:lnTo>
                    <a:pt x="7575907" y="109492"/>
                  </a:lnTo>
                  <a:lnTo>
                    <a:pt x="7576032" y="109492"/>
                  </a:lnTo>
                  <a:lnTo>
                    <a:pt x="7576157" y="109492"/>
                  </a:lnTo>
                  <a:lnTo>
                    <a:pt x="7576282" y="109492"/>
                  </a:lnTo>
                  <a:lnTo>
                    <a:pt x="7576407" y="109492"/>
                  </a:lnTo>
                  <a:lnTo>
                    <a:pt x="7576532" y="109492"/>
                  </a:lnTo>
                  <a:lnTo>
                    <a:pt x="7576657" y="109492"/>
                  </a:lnTo>
                  <a:lnTo>
                    <a:pt x="7576782" y="109492"/>
                  </a:lnTo>
                  <a:lnTo>
                    <a:pt x="7576907" y="109492"/>
                  </a:lnTo>
                  <a:lnTo>
                    <a:pt x="7577032" y="109492"/>
                  </a:lnTo>
                  <a:lnTo>
                    <a:pt x="7577158" y="109492"/>
                  </a:lnTo>
                  <a:lnTo>
                    <a:pt x="7577283" y="109492"/>
                  </a:lnTo>
                  <a:lnTo>
                    <a:pt x="7577408" y="109492"/>
                  </a:lnTo>
                  <a:lnTo>
                    <a:pt x="7577533" y="109492"/>
                  </a:lnTo>
                  <a:lnTo>
                    <a:pt x="7577658" y="109492"/>
                  </a:lnTo>
                  <a:lnTo>
                    <a:pt x="7577783" y="109492"/>
                  </a:lnTo>
                  <a:lnTo>
                    <a:pt x="7577908" y="109492"/>
                  </a:lnTo>
                  <a:lnTo>
                    <a:pt x="7578033" y="109492"/>
                  </a:lnTo>
                  <a:lnTo>
                    <a:pt x="7578158" y="109492"/>
                  </a:lnTo>
                  <a:lnTo>
                    <a:pt x="7578283" y="109492"/>
                  </a:lnTo>
                  <a:lnTo>
                    <a:pt x="7578408" y="109492"/>
                  </a:lnTo>
                  <a:lnTo>
                    <a:pt x="7578533" y="109492"/>
                  </a:lnTo>
                  <a:lnTo>
                    <a:pt x="7578658" y="109492"/>
                  </a:lnTo>
                  <a:lnTo>
                    <a:pt x="7578783" y="109492"/>
                  </a:lnTo>
                  <a:lnTo>
                    <a:pt x="7578908" y="109492"/>
                  </a:lnTo>
                  <a:lnTo>
                    <a:pt x="7579033" y="109492"/>
                  </a:lnTo>
                  <a:lnTo>
                    <a:pt x="7579158" y="109492"/>
                  </a:lnTo>
                  <a:lnTo>
                    <a:pt x="7579283" y="109492"/>
                  </a:lnTo>
                  <a:lnTo>
                    <a:pt x="7579408" y="109492"/>
                  </a:lnTo>
                  <a:lnTo>
                    <a:pt x="7579533" y="109492"/>
                  </a:lnTo>
                  <a:lnTo>
                    <a:pt x="7579658" y="109492"/>
                  </a:lnTo>
                  <a:lnTo>
                    <a:pt x="7579783" y="109492"/>
                  </a:lnTo>
                  <a:lnTo>
                    <a:pt x="7579908" y="109492"/>
                  </a:lnTo>
                  <a:lnTo>
                    <a:pt x="7580033" y="109492"/>
                  </a:lnTo>
                  <a:lnTo>
                    <a:pt x="7580159" y="109492"/>
                  </a:lnTo>
                  <a:lnTo>
                    <a:pt x="7580284" y="109492"/>
                  </a:lnTo>
                  <a:lnTo>
                    <a:pt x="7580409" y="109492"/>
                  </a:lnTo>
                  <a:lnTo>
                    <a:pt x="7580534" y="109492"/>
                  </a:lnTo>
                  <a:lnTo>
                    <a:pt x="7580659" y="109492"/>
                  </a:lnTo>
                  <a:lnTo>
                    <a:pt x="7580784" y="109492"/>
                  </a:lnTo>
                  <a:lnTo>
                    <a:pt x="7580909" y="109492"/>
                  </a:lnTo>
                  <a:lnTo>
                    <a:pt x="7581034" y="109492"/>
                  </a:lnTo>
                  <a:lnTo>
                    <a:pt x="7581159" y="109492"/>
                  </a:lnTo>
                  <a:lnTo>
                    <a:pt x="7581284" y="109492"/>
                  </a:lnTo>
                  <a:lnTo>
                    <a:pt x="7581409" y="109492"/>
                  </a:lnTo>
                  <a:lnTo>
                    <a:pt x="7581534" y="109492"/>
                  </a:lnTo>
                  <a:lnTo>
                    <a:pt x="7581659" y="109492"/>
                  </a:lnTo>
                  <a:lnTo>
                    <a:pt x="7581784" y="109492"/>
                  </a:lnTo>
                  <a:lnTo>
                    <a:pt x="7581909" y="109492"/>
                  </a:lnTo>
                  <a:lnTo>
                    <a:pt x="7582034" y="109492"/>
                  </a:lnTo>
                  <a:lnTo>
                    <a:pt x="7582159" y="109492"/>
                  </a:lnTo>
                  <a:lnTo>
                    <a:pt x="7582284" y="109492"/>
                  </a:lnTo>
                  <a:lnTo>
                    <a:pt x="7582409" y="109492"/>
                  </a:lnTo>
                  <a:lnTo>
                    <a:pt x="7582534" y="109492"/>
                  </a:lnTo>
                  <a:lnTo>
                    <a:pt x="7582659" y="109492"/>
                  </a:lnTo>
                  <a:lnTo>
                    <a:pt x="7582784" y="109492"/>
                  </a:lnTo>
                  <a:lnTo>
                    <a:pt x="7582909" y="109492"/>
                  </a:lnTo>
                  <a:lnTo>
                    <a:pt x="7583034" y="109492"/>
                  </a:lnTo>
                  <a:lnTo>
                    <a:pt x="7583160" y="109492"/>
                  </a:lnTo>
                  <a:lnTo>
                    <a:pt x="7583285" y="109492"/>
                  </a:lnTo>
                  <a:lnTo>
                    <a:pt x="7583410" y="109492"/>
                  </a:lnTo>
                  <a:lnTo>
                    <a:pt x="7583535" y="109492"/>
                  </a:lnTo>
                  <a:lnTo>
                    <a:pt x="7583660" y="109492"/>
                  </a:lnTo>
                  <a:lnTo>
                    <a:pt x="7583785" y="109492"/>
                  </a:lnTo>
                  <a:lnTo>
                    <a:pt x="7583910" y="109492"/>
                  </a:lnTo>
                  <a:lnTo>
                    <a:pt x="7584035" y="109492"/>
                  </a:lnTo>
                  <a:lnTo>
                    <a:pt x="7584160" y="109492"/>
                  </a:lnTo>
                  <a:lnTo>
                    <a:pt x="7584285" y="109492"/>
                  </a:lnTo>
                  <a:lnTo>
                    <a:pt x="7584410" y="109492"/>
                  </a:lnTo>
                  <a:lnTo>
                    <a:pt x="7584535" y="109492"/>
                  </a:lnTo>
                  <a:lnTo>
                    <a:pt x="7584660" y="109492"/>
                  </a:lnTo>
                  <a:lnTo>
                    <a:pt x="7584785" y="109492"/>
                  </a:lnTo>
                  <a:lnTo>
                    <a:pt x="7584910" y="109492"/>
                  </a:lnTo>
                  <a:lnTo>
                    <a:pt x="7585035" y="109492"/>
                  </a:lnTo>
                  <a:lnTo>
                    <a:pt x="7585160" y="109492"/>
                  </a:lnTo>
                  <a:lnTo>
                    <a:pt x="7585285" y="109492"/>
                  </a:lnTo>
                  <a:lnTo>
                    <a:pt x="7585410" y="109492"/>
                  </a:lnTo>
                  <a:lnTo>
                    <a:pt x="7585535" y="109492"/>
                  </a:lnTo>
                  <a:lnTo>
                    <a:pt x="7585660" y="109492"/>
                  </a:lnTo>
                  <a:lnTo>
                    <a:pt x="7585785" y="109492"/>
                  </a:lnTo>
                  <a:lnTo>
                    <a:pt x="7585910" y="109492"/>
                  </a:lnTo>
                  <a:lnTo>
                    <a:pt x="7586035" y="109492"/>
                  </a:lnTo>
                  <a:lnTo>
                    <a:pt x="7586161" y="109492"/>
                  </a:lnTo>
                  <a:lnTo>
                    <a:pt x="7586286" y="109492"/>
                  </a:lnTo>
                  <a:lnTo>
                    <a:pt x="7586411" y="109492"/>
                  </a:lnTo>
                  <a:lnTo>
                    <a:pt x="7586536" y="109492"/>
                  </a:lnTo>
                  <a:lnTo>
                    <a:pt x="7586661" y="109492"/>
                  </a:lnTo>
                  <a:lnTo>
                    <a:pt x="7586786" y="109492"/>
                  </a:lnTo>
                  <a:lnTo>
                    <a:pt x="7586911" y="109492"/>
                  </a:lnTo>
                  <a:lnTo>
                    <a:pt x="7587036" y="109492"/>
                  </a:lnTo>
                  <a:lnTo>
                    <a:pt x="7587161" y="109492"/>
                  </a:lnTo>
                  <a:lnTo>
                    <a:pt x="7587286" y="109492"/>
                  </a:lnTo>
                  <a:lnTo>
                    <a:pt x="7587411" y="109492"/>
                  </a:lnTo>
                  <a:lnTo>
                    <a:pt x="7587536" y="109492"/>
                  </a:lnTo>
                  <a:lnTo>
                    <a:pt x="7587661" y="109492"/>
                  </a:lnTo>
                  <a:lnTo>
                    <a:pt x="7587786" y="109492"/>
                  </a:lnTo>
                  <a:lnTo>
                    <a:pt x="7587911" y="109492"/>
                  </a:lnTo>
                  <a:lnTo>
                    <a:pt x="7588036" y="109492"/>
                  </a:lnTo>
                  <a:lnTo>
                    <a:pt x="7588161" y="109492"/>
                  </a:lnTo>
                  <a:lnTo>
                    <a:pt x="7588286" y="109492"/>
                  </a:lnTo>
                  <a:lnTo>
                    <a:pt x="7588411" y="109492"/>
                  </a:lnTo>
                  <a:lnTo>
                    <a:pt x="7588536" y="109492"/>
                  </a:lnTo>
                  <a:lnTo>
                    <a:pt x="7588661" y="109492"/>
                  </a:lnTo>
                  <a:lnTo>
                    <a:pt x="7588786" y="109492"/>
                  </a:lnTo>
                  <a:lnTo>
                    <a:pt x="7588911" y="109492"/>
                  </a:lnTo>
                  <a:lnTo>
                    <a:pt x="7589036" y="109492"/>
                  </a:lnTo>
                  <a:lnTo>
                    <a:pt x="7589162" y="109492"/>
                  </a:lnTo>
                  <a:lnTo>
                    <a:pt x="7589287" y="109492"/>
                  </a:lnTo>
                  <a:lnTo>
                    <a:pt x="7589412" y="109492"/>
                  </a:lnTo>
                  <a:lnTo>
                    <a:pt x="7589537" y="109492"/>
                  </a:lnTo>
                  <a:lnTo>
                    <a:pt x="7589662" y="109492"/>
                  </a:lnTo>
                  <a:lnTo>
                    <a:pt x="7589787" y="109492"/>
                  </a:lnTo>
                  <a:lnTo>
                    <a:pt x="7589912" y="109492"/>
                  </a:lnTo>
                  <a:lnTo>
                    <a:pt x="7590037" y="109492"/>
                  </a:lnTo>
                  <a:lnTo>
                    <a:pt x="7590162" y="109492"/>
                  </a:lnTo>
                  <a:lnTo>
                    <a:pt x="7590287" y="109492"/>
                  </a:lnTo>
                  <a:lnTo>
                    <a:pt x="7590412" y="109492"/>
                  </a:lnTo>
                  <a:lnTo>
                    <a:pt x="7590537" y="109492"/>
                  </a:lnTo>
                  <a:lnTo>
                    <a:pt x="7590662" y="109492"/>
                  </a:lnTo>
                  <a:lnTo>
                    <a:pt x="7590787" y="109492"/>
                  </a:lnTo>
                  <a:lnTo>
                    <a:pt x="7590912" y="109492"/>
                  </a:lnTo>
                  <a:lnTo>
                    <a:pt x="7591037" y="109492"/>
                  </a:lnTo>
                  <a:lnTo>
                    <a:pt x="7591162" y="109492"/>
                  </a:lnTo>
                  <a:lnTo>
                    <a:pt x="7591287" y="109492"/>
                  </a:lnTo>
                  <a:lnTo>
                    <a:pt x="7591412" y="109492"/>
                  </a:lnTo>
                  <a:lnTo>
                    <a:pt x="7591537" y="109492"/>
                  </a:lnTo>
                  <a:lnTo>
                    <a:pt x="7591662" y="109492"/>
                  </a:lnTo>
                  <a:lnTo>
                    <a:pt x="7591787" y="109492"/>
                  </a:lnTo>
                  <a:lnTo>
                    <a:pt x="7591912" y="109492"/>
                  </a:lnTo>
                  <a:lnTo>
                    <a:pt x="7592037" y="109492"/>
                  </a:lnTo>
                  <a:lnTo>
                    <a:pt x="7592163" y="109492"/>
                  </a:lnTo>
                  <a:lnTo>
                    <a:pt x="7592288" y="109492"/>
                  </a:lnTo>
                  <a:lnTo>
                    <a:pt x="7592413" y="109492"/>
                  </a:lnTo>
                  <a:lnTo>
                    <a:pt x="7592538" y="109492"/>
                  </a:lnTo>
                  <a:lnTo>
                    <a:pt x="7592663" y="109492"/>
                  </a:lnTo>
                  <a:lnTo>
                    <a:pt x="7592788" y="109492"/>
                  </a:lnTo>
                  <a:lnTo>
                    <a:pt x="7592913" y="109492"/>
                  </a:lnTo>
                  <a:lnTo>
                    <a:pt x="7593038" y="109492"/>
                  </a:lnTo>
                  <a:lnTo>
                    <a:pt x="7593163" y="109492"/>
                  </a:lnTo>
                  <a:lnTo>
                    <a:pt x="7593288" y="109492"/>
                  </a:lnTo>
                  <a:lnTo>
                    <a:pt x="7593413" y="109492"/>
                  </a:lnTo>
                  <a:lnTo>
                    <a:pt x="7593538" y="109492"/>
                  </a:lnTo>
                  <a:lnTo>
                    <a:pt x="7593663" y="109492"/>
                  </a:lnTo>
                  <a:lnTo>
                    <a:pt x="7593788" y="109492"/>
                  </a:lnTo>
                  <a:lnTo>
                    <a:pt x="7593913" y="109492"/>
                  </a:lnTo>
                  <a:lnTo>
                    <a:pt x="7594038" y="109492"/>
                  </a:lnTo>
                  <a:lnTo>
                    <a:pt x="7594163" y="109492"/>
                  </a:lnTo>
                  <a:lnTo>
                    <a:pt x="7594288" y="109492"/>
                  </a:lnTo>
                  <a:lnTo>
                    <a:pt x="7594413" y="109492"/>
                  </a:lnTo>
                  <a:lnTo>
                    <a:pt x="7594538" y="109492"/>
                  </a:lnTo>
                  <a:lnTo>
                    <a:pt x="7594663" y="109492"/>
                  </a:lnTo>
                  <a:lnTo>
                    <a:pt x="7594788" y="109492"/>
                  </a:lnTo>
                  <a:lnTo>
                    <a:pt x="7594788" y="99538"/>
                  </a:lnTo>
                  <a:lnTo>
                    <a:pt x="7594913" y="99538"/>
                  </a:lnTo>
                  <a:lnTo>
                    <a:pt x="7595038" y="99538"/>
                  </a:lnTo>
                  <a:lnTo>
                    <a:pt x="7595164" y="99538"/>
                  </a:lnTo>
                  <a:lnTo>
                    <a:pt x="7595289" y="99538"/>
                  </a:lnTo>
                  <a:lnTo>
                    <a:pt x="7595414" y="99538"/>
                  </a:lnTo>
                  <a:lnTo>
                    <a:pt x="7595539" y="99538"/>
                  </a:lnTo>
                  <a:lnTo>
                    <a:pt x="7595664" y="99538"/>
                  </a:lnTo>
                  <a:lnTo>
                    <a:pt x="7595789" y="99538"/>
                  </a:lnTo>
                  <a:lnTo>
                    <a:pt x="7595914" y="99538"/>
                  </a:lnTo>
                  <a:lnTo>
                    <a:pt x="7596039" y="99538"/>
                  </a:lnTo>
                  <a:lnTo>
                    <a:pt x="7596164" y="99538"/>
                  </a:lnTo>
                  <a:lnTo>
                    <a:pt x="7596289" y="99538"/>
                  </a:lnTo>
                  <a:lnTo>
                    <a:pt x="7596414" y="99538"/>
                  </a:lnTo>
                  <a:lnTo>
                    <a:pt x="7596539" y="99538"/>
                  </a:lnTo>
                  <a:lnTo>
                    <a:pt x="7596664" y="99538"/>
                  </a:lnTo>
                  <a:lnTo>
                    <a:pt x="7596789" y="99538"/>
                  </a:lnTo>
                  <a:lnTo>
                    <a:pt x="7596914" y="99538"/>
                  </a:lnTo>
                  <a:lnTo>
                    <a:pt x="7597039" y="99538"/>
                  </a:lnTo>
                  <a:lnTo>
                    <a:pt x="7597164" y="99538"/>
                  </a:lnTo>
                  <a:lnTo>
                    <a:pt x="7597289" y="99538"/>
                  </a:lnTo>
                  <a:lnTo>
                    <a:pt x="7597414" y="99538"/>
                  </a:lnTo>
                  <a:lnTo>
                    <a:pt x="7597539" y="99538"/>
                  </a:lnTo>
                  <a:lnTo>
                    <a:pt x="7597664" y="99538"/>
                  </a:lnTo>
                  <a:lnTo>
                    <a:pt x="7597789" y="99538"/>
                  </a:lnTo>
                  <a:lnTo>
                    <a:pt x="7597914" y="99538"/>
                  </a:lnTo>
                  <a:lnTo>
                    <a:pt x="7598039" y="99538"/>
                  </a:lnTo>
                  <a:lnTo>
                    <a:pt x="7598165" y="99538"/>
                  </a:lnTo>
                  <a:lnTo>
                    <a:pt x="7598290" y="99538"/>
                  </a:lnTo>
                  <a:lnTo>
                    <a:pt x="7598415" y="99538"/>
                  </a:lnTo>
                  <a:lnTo>
                    <a:pt x="7598540" y="99538"/>
                  </a:lnTo>
                  <a:lnTo>
                    <a:pt x="7598665" y="99538"/>
                  </a:lnTo>
                  <a:lnTo>
                    <a:pt x="7598790" y="99538"/>
                  </a:lnTo>
                  <a:lnTo>
                    <a:pt x="7598915" y="99538"/>
                  </a:lnTo>
                  <a:lnTo>
                    <a:pt x="7599040" y="99538"/>
                  </a:lnTo>
                  <a:lnTo>
                    <a:pt x="7599165" y="99538"/>
                  </a:lnTo>
                  <a:lnTo>
                    <a:pt x="7599290" y="99538"/>
                  </a:lnTo>
                  <a:lnTo>
                    <a:pt x="7599415" y="99538"/>
                  </a:lnTo>
                  <a:lnTo>
                    <a:pt x="7599540" y="99538"/>
                  </a:lnTo>
                  <a:lnTo>
                    <a:pt x="7599665" y="99538"/>
                  </a:lnTo>
                  <a:lnTo>
                    <a:pt x="7599790" y="99538"/>
                  </a:lnTo>
                  <a:lnTo>
                    <a:pt x="7599915" y="99538"/>
                  </a:lnTo>
                  <a:lnTo>
                    <a:pt x="7600040" y="99538"/>
                  </a:lnTo>
                  <a:lnTo>
                    <a:pt x="7600165" y="99538"/>
                  </a:lnTo>
                  <a:lnTo>
                    <a:pt x="7600290" y="99538"/>
                  </a:lnTo>
                  <a:lnTo>
                    <a:pt x="7600415" y="99538"/>
                  </a:lnTo>
                  <a:lnTo>
                    <a:pt x="7600540" y="99538"/>
                  </a:lnTo>
                  <a:lnTo>
                    <a:pt x="7600665" y="99538"/>
                  </a:lnTo>
                  <a:lnTo>
                    <a:pt x="7600790" y="99538"/>
                  </a:lnTo>
                  <a:lnTo>
                    <a:pt x="7600915" y="99538"/>
                  </a:lnTo>
                  <a:lnTo>
                    <a:pt x="7601040" y="99538"/>
                  </a:lnTo>
                  <a:lnTo>
                    <a:pt x="7601166" y="99538"/>
                  </a:lnTo>
                  <a:lnTo>
                    <a:pt x="7601291" y="99538"/>
                  </a:lnTo>
                  <a:lnTo>
                    <a:pt x="7601416" y="99538"/>
                  </a:lnTo>
                  <a:lnTo>
                    <a:pt x="7601541" y="99538"/>
                  </a:lnTo>
                  <a:lnTo>
                    <a:pt x="7601666" y="99538"/>
                  </a:lnTo>
                  <a:lnTo>
                    <a:pt x="7601791" y="99538"/>
                  </a:lnTo>
                  <a:lnTo>
                    <a:pt x="7601916" y="99538"/>
                  </a:lnTo>
                  <a:lnTo>
                    <a:pt x="7602041" y="99538"/>
                  </a:lnTo>
                  <a:lnTo>
                    <a:pt x="7602166" y="99538"/>
                  </a:lnTo>
                  <a:lnTo>
                    <a:pt x="7602291" y="99538"/>
                  </a:lnTo>
                  <a:lnTo>
                    <a:pt x="7602416" y="99538"/>
                  </a:lnTo>
                  <a:lnTo>
                    <a:pt x="7602541" y="99538"/>
                  </a:lnTo>
                  <a:lnTo>
                    <a:pt x="7602666" y="99538"/>
                  </a:lnTo>
                  <a:lnTo>
                    <a:pt x="7602791" y="99538"/>
                  </a:lnTo>
                  <a:lnTo>
                    <a:pt x="7602916" y="99538"/>
                  </a:lnTo>
                  <a:lnTo>
                    <a:pt x="7603041" y="99538"/>
                  </a:lnTo>
                  <a:lnTo>
                    <a:pt x="7603166" y="99538"/>
                  </a:lnTo>
                  <a:lnTo>
                    <a:pt x="7603291" y="99538"/>
                  </a:lnTo>
                  <a:lnTo>
                    <a:pt x="7603416" y="99538"/>
                  </a:lnTo>
                  <a:lnTo>
                    <a:pt x="7603541" y="99538"/>
                  </a:lnTo>
                  <a:lnTo>
                    <a:pt x="7603666" y="99538"/>
                  </a:lnTo>
                  <a:lnTo>
                    <a:pt x="7603791" y="99538"/>
                  </a:lnTo>
                  <a:lnTo>
                    <a:pt x="7603916" y="99538"/>
                  </a:lnTo>
                  <a:lnTo>
                    <a:pt x="7604041" y="99538"/>
                  </a:lnTo>
                  <a:lnTo>
                    <a:pt x="7604167" y="99538"/>
                  </a:lnTo>
                  <a:lnTo>
                    <a:pt x="7604292" y="99538"/>
                  </a:lnTo>
                  <a:lnTo>
                    <a:pt x="7604417" y="99538"/>
                  </a:lnTo>
                  <a:lnTo>
                    <a:pt x="7604542" y="99538"/>
                  </a:lnTo>
                  <a:lnTo>
                    <a:pt x="7604667" y="99538"/>
                  </a:lnTo>
                  <a:lnTo>
                    <a:pt x="7604792" y="99538"/>
                  </a:lnTo>
                  <a:lnTo>
                    <a:pt x="7604917" y="99538"/>
                  </a:lnTo>
                  <a:lnTo>
                    <a:pt x="7605042" y="99538"/>
                  </a:lnTo>
                  <a:lnTo>
                    <a:pt x="7605167" y="99538"/>
                  </a:lnTo>
                  <a:lnTo>
                    <a:pt x="7605292" y="99538"/>
                  </a:lnTo>
                  <a:lnTo>
                    <a:pt x="7605417" y="99538"/>
                  </a:lnTo>
                  <a:lnTo>
                    <a:pt x="7605542" y="99538"/>
                  </a:lnTo>
                  <a:lnTo>
                    <a:pt x="7605667" y="99538"/>
                  </a:lnTo>
                  <a:lnTo>
                    <a:pt x="7605792" y="99538"/>
                  </a:lnTo>
                  <a:lnTo>
                    <a:pt x="7605917" y="99538"/>
                  </a:lnTo>
                  <a:lnTo>
                    <a:pt x="7606042" y="99538"/>
                  </a:lnTo>
                  <a:lnTo>
                    <a:pt x="7606167" y="99538"/>
                  </a:lnTo>
                  <a:lnTo>
                    <a:pt x="7606292" y="99538"/>
                  </a:lnTo>
                  <a:lnTo>
                    <a:pt x="7606417" y="99538"/>
                  </a:lnTo>
                  <a:lnTo>
                    <a:pt x="7606542" y="99538"/>
                  </a:lnTo>
                  <a:lnTo>
                    <a:pt x="7606667" y="99538"/>
                  </a:lnTo>
                  <a:lnTo>
                    <a:pt x="7606792" y="99538"/>
                  </a:lnTo>
                  <a:lnTo>
                    <a:pt x="7606917" y="99538"/>
                  </a:lnTo>
                  <a:lnTo>
                    <a:pt x="7607043" y="99538"/>
                  </a:lnTo>
                  <a:lnTo>
                    <a:pt x="7607168" y="99538"/>
                  </a:lnTo>
                  <a:lnTo>
                    <a:pt x="7607293" y="99538"/>
                  </a:lnTo>
                  <a:lnTo>
                    <a:pt x="7607418" y="99538"/>
                  </a:lnTo>
                  <a:lnTo>
                    <a:pt x="7607543" y="99538"/>
                  </a:lnTo>
                  <a:lnTo>
                    <a:pt x="7607668" y="99538"/>
                  </a:lnTo>
                  <a:lnTo>
                    <a:pt x="7607793" y="99538"/>
                  </a:lnTo>
                  <a:lnTo>
                    <a:pt x="7607918" y="99538"/>
                  </a:lnTo>
                  <a:lnTo>
                    <a:pt x="7608043" y="99538"/>
                  </a:lnTo>
                  <a:lnTo>
                    <a:pt x="7608168" y="99538"/>
                  </a:lnTo>
                  <a:lnTo>
                    <a:pt x="7608293" y="99538"/>
                  </a:lnTo>
                  <a:lnTo>
                    <a:pt x="7608418" y="99538"/>
                  </a:lnTo>
                  <a:lnTo>
                    <a:pt x="7608543" y="99538"/>
                  </a:lnTo>
                  <a:lnTo>
                    <a:pt x="7608668" y="99538"/>
                  </a:lnTo>
                  <a:lnTo>
                    <a:pt x="7608793" y="99538"/>
                  </a:lnTo>
                  <a:lnTo>
                    <a:pt x="7608918" y="99538"/>
                  </a:lnTo>
                  <a:lnTo>
                    <a:pt x="7609043" y="99538"/>
                  </a:lnTo>
                  <a:lnTo>
                    <a:pt x="7609168" y="99538"/>
                  </a:lnTo>
                  <a:lnTo>
                    <a:pt x="7609293" y="99538"/>
                  </a:lnTo>
                  <a:lnTo>
                    <a:pt x="7609418" y="99538"/>
                  </a:lnTo>
                  <a:lnTo>
                    <a:pt x="7609543" y="99538"/>
                  </a:lnTo>
                  <a:lnTo>
                    <a:pt x="7609668" y="99538"/>
                  </a:lnTo>
                  <a:lnTo>
                    <a:pt x="7609793" y="99538"/>
                  </a:lnTo>
                  <a:lnTo>
                    <a:pt x="7609918" y="99538"/>
                  </a:lnTo>
                  <a:lnTo>
                    <a:pt x="7610044" y="99538"/>
                  </a:lnTo>
                  <a:lnTo>
                    <a:pt x="7610169" y="99538"/>
                  </a:lnTo>
                  <a:lnTo>
                    <a:pt x="7610294" y="99538"/>
                  </a:lnTo>
                  <a:lnTo>
                    <a:pt x="7610419" y="99538"/>
                  </a:lnTo>
                  <a:lnTo>
                    <a:pt x="7610544" y="99538"/>
                  </a:lnTo>
                  <a:lnTo>
                    <a:pt x="7610669" y="99538"/>
                  </a:lnTo>
                  <a:lnTo>
                    <a:pt x="7610794" y="99538"/>
                  </a:lnTo>
                  <a:lnTo>
                    <a:pt x="7610919" y="99538"/>
                  </a:lnTo>
                  <a:lnTo>
                    <a:pt x="7611044" y="99538"/>
                  </a:lnTo>
                  <a:lnTo>
                    <a:pt x="7611169" y="99538"/>
                  </a:lnTo>
                  <a:lnTo>
                    <a:pt x="7611294" y="99538"/>
                  </a:lnTo>
                  <a:lnTo>
                    <a:pt x="7611419" y="99538"/>
                  </a:lnTo>
                  <a:lnTo>
                    <a:pt x="7611544" y="99538"/>
                  </a:lnTo>
                  <a:lnTo>
                    <a:pt x="7611669" y="99538"/>
                  </a:lnTo>
                  <a:lnTo>
                    <a:pt x="7611794" y="99538"/>
                  </a:lnTo>
                  <a:lnTo>
                    <a:pt x="7611919" y="99538"/>
                  </a:lnTo>
                  <a:lnTo>
                    <a:pt x="7612044" y="99538"/>
                  </a:lnTo>
                  <a:lnTo>
                    <a:pt x="7612169" y="99538"/>
                  </a:lnTo>
                  <a:lnTo>
                    <a:pt x="7612294" y="99538"/>
                  </a:lnTo>
                  <a:lnTo>
                    <a:pt x="7612419" y="99538"/>
                  </a:lnTo>
                  <a:lnTo>
                    <a:pt x="7612544" y="99538"/>
                  </a:lnTo>
                  <a:lnTo>
                    <a:pt x="7612669" y="99538"/>
                  </a:lnTo>
                  <a:lnTo>
                    <a:pt x="7612794" y="99538"/>
                  </a:lnTo>
                  <a:lnTo>
                    <a:pt x="7612919" y="99538"/>
                  </a:lnTo>
                  <a:lnTo>
                    <a:pt x="7613045" y="99538"/>
                  </a:lnTo>
                  <a:lnTo>
                    <a:pt x="7613170" y="99538"/>
                  </a:lnTo>
                  <a:lnTo>
                    <a:pt x="7613295" y="99538"/>
                  </a:lnTo>
                  <a:lnTo>
                    <a:pt x="7613420" y="99538"/>
                  </a:lnTo>
                  <a:lnTo>
                    <a:pt x="7613545" y="99538"/>
                  </a:lnTo>
                  <a:lnTo>
                    <a:pt x="7613670" y="99538"/>
                  </a:lnTo>
                  <a:lnTo>
                    <a:pt x="7613795" y="99538"/>
                  </a:lnTo>
                  <a:lnTo>
                    <a:pt x="7613920" y="99538"/>
                  </a:lnTo>
                  <a:lnTo>
                    <a:pt x="7614045" y="99538"/>
                  </a:lnTo>
                  <a:lnTo>
                    <a:pt x="7614170" y="99538"/>
                  </a:lnTo>
                  <a:lnTo>
                    <a:pt x="7614295" y="99538"/>
                  </a:lnTo>
                  <a:lnTo>
                    <a:pt x="7614420" y="99538"/>
                  </a:lnTo>
                  <a:lnTo>
                    <a:pt x="7614545" y="99538"/>
                  </a:lnTo>
                  <a:lnTo>
                    <a:pt x="7614670" y="99538"/>
                  </a:lnTo>
                  <a:lnTo>
                    <a:pt x="7614795" y="99538"/>
                  </a:lnTo>
                  <a:lnTo>
                    <a:pt x="7614920" y="99538"/>
                  </a:lnTo>
                  <a:lnTo>
                    <a:pt x="7615045" y="99538"/>
                  </a:lnTo>
                  <a:lnTo>
                    <a:pt x="7615170" y="99538"/>
                  </a:lnTo>
                  <a:lnTo>
                    <a:pt x="7615295" y="99538"/>
                  </a:lnTo>
                  <a:lnTo>
                    <a:pt x="7615420" y="99538"/>
                  </a:lnTo>
                  <a:lnTo>
                    <a:pt x="7615545" y="99538"/>
                  </a:lnTo>
                  <a:lnTo>
                    <a:pt x="7615670" y="99538"/>
                  </a:lnTo>
                  <a:lnTo>
                    <a:pt x="7615795" y="99538"/>
                  </a:lnTo>
                  <a:lnTo>
                    <a:pt x="7615920" y="99538"/>
                  </a:lnTo>
                  <a:lnTo>
                    <a:pt x="7616046" y="99538"/>
                  </a:lnTo>
                  <a:lnTo>
                    <a:pt x="7616171" y="99538"/>
                  </a:lnTo>
                  <a:lnTo>
                    <a:pt x="7616296" y="99538"/>
                  </a:lnTo>
                  <a:lnTo>
                    <a:pt x="7616421" y="99538"/>
                  </a:lnTo>
                  <a:lnTo>
                    <a:pt x="7616546" y="99538"/>
                  </a:lnTo>
                  <a:lnTo>
                    <a:pt x="7616671" y="99538"/>
                  </a:lnTo>
                  <a:lnTo>
                    <a:pt x="7616796" y="99538"/>
                  </a:lnTo>
                  <a:lnTo>
                    <a:pt x="7616921" y="99538"/>
                  </a:lnTo>
                  <a:lnTo>
                    <a:pt x="7617046" y="99538"/>
                  </a:lnTo>
                  <a:lnTo>
                    <a:pt x="7617171" y="99538"/>
                  </a:lnTo>
                  <a:lnTo>
                    <a:pt x="7617296" y="99538"/>
                  </a:lnTo>
                  <a:lnTo>
                    <a:pt x="7617421" y="99538"/>
                  </a:lnTo>
                  <a:lnTo>
                    <a:pt x="7617546" y="99538"/>
                  </a:lnTo>
                  <a:lnTo>
                    <a:pt x="7617671" y="99538"/>
                  </a:lnTo>
                  <a:lnTo>
                    <a:pt x="7617796" y="99538"/>
                  </a:lnTo>
                  <a:lnTo>
                    <a:pt x="7617921" y="99538"/>
                  </a:lnTo>
                  <a:lnTo>
                    <a:pt x="7618046" y="99538"/>
                  </a:lnTo>
                  <a:lnTo>
                    <a:pt x="7618171" y="99538"/>
                  </a:lnTo>
                  <a:lnTo>
                    <a:pt x="7618296" y="99538"/>
                  </a:lnTo>
                  <a:lnTo>
                    <a:pt x="7618421" y="99538"/>
                  </a:lnTo>
                  <a:lnTo>
                    <a:pt x="7618546" y="99538"/>
                  </a:lnTo>
                  <a:lnTo>
                    <a:pt x="7618671" y="99538"/>
                  </a:lnTo>
                  <a:lnTo>
                    <a:pt x="7618796" y="99538"/>
                  </a:lnTo>
                  <a:lnTo>
                    <a:pt x="7618921" y="99538"/>
                  </a:lnTo>
                  <a:lnTo>
                    <a:pt x="7619047" y="99538"/>
                  </a:lnTo>
                  <a:lnTo>
                    <a:pt x="7619172" y="99538"/>
                  </a:lnTo>
                  <a:lnTo>
                    <a:pt x="7619297" y="99538"/>
                  </a:lnTo>
                  <a:lnTo>
                    <a:pt x="7619422" y="99538"/>
                  </a:lnTo>
                  <a:lnTo>
                    <a:pt x="7619547" y="99538"/>
                  </a:lnTo>
                  <a:lnTo>
                    <a:pt x="7619672" y="99538"/>
                  </a:lnTo>
                  <a:lnTo>
                    <a:pt x="7619797" y="99538"/>
                  </a:lnTo>
                  <a:lnTo>
                    <a:pt x="7619922" y="99538"/>
                  </a:lnTo>
                  <a:lnTo>
                    <a:pt x="7620047" y="99538"/>
                  </a:lnTo>
                  <a:lnTo>
                    <a:pt x="7620172" y="99538"/>
                  </a:lnTo>
                  <a:lnTo>
                    <a:pt x="7620297" y="99538"/>
                  </a:lnTo>
                  <a:lnTo>
                    <a:pt x="7620422" y="99538"/>
                  </a:lnTo>
                  <a:lnTo>
                    <a:pt x="7620547" y="99538"/>
                  </a:lnTo>
                  <a:lnTo>
                    <a:pt x="7620672" y="99538"/>
                  </a:lnTo>
                  <a:lnTo>
                    <a:pt x="7620797" y="99538"/>
                  </a:lnTo>
                  <a:lnTo>
                    <a:pt x="7620922" y="99538"/>
                  </a:lnTo>
                  <a:lnTo>
                    <a:pt x="7621047" y="99538"/>
                  </a:lnTo>
                  <a:lnTo>
                    <a:pt x="7621172" y="99538"/>
                  </a:lnTo>
                  <a:lnTo>
                    <a:pt x="7621297" y="99538"/>
                  </a:lnTo>
                  <a:lnTo>
                    <a:pt x="7621422" y="99538"/>
                  </a:lnTo>
                  <a:lnTo>
                    <a:pt x="7621547" y="99538"/>
                  </a:lnTo>
                  <a:lnTo>
                    <a:pt x="7621672" y="99538"/>
                  </a:lnTo>
                  <a:lnTo>
                    <a:pt x="7621797" y="99538"/>
                  </a:lnTo>
                  <a:lnTo>
                    <a:pt x="7621922" y="99538"/>
                  </a:lnTo>
                  <a:lnTo>
                    <a:pt x="7622048" y="99538"/>
                  </a:lnTo>
                  <a:lnTo>
                    <a:pt x="7622173" y="99538"/>
                  </a:lnTo>
                  <a:lnTo>
                    <a:pt x="7622298" y="99538"/>
                  </a:lnTo>
                  <a:lnTo>
                    <a:pt x="7622423" y="99538"/>
                  </a:lnTo>
                  <a:lnTo>
                    <a:pt x="7622548" y="99538"/>
                  </a:lnTo>
                  <a:lnTo>
                    <a:pt x="7622673" y="99538"/>
                  </a:lnTo>
                  <a:lnTo>
                    <a:pt x="7622798" y="99538"/>
                  </a:lnTo>
                  <a:lnTo>
                    <a:pt x="7622923" y="99538"/>
                  </a:lnTo>
                  <a:lnTo>
                    <a:pt x="7623048" y="99538"/>
                  </a:lnTo>
                  <a:lnTo>
                    <a:pt x="7623173" y="99538"/>
                  </a:lnTo>
                  <a:lnTo>
                    <a:pt x="7623298" y="99538"/>
                  </a:lnTo>
                  <a:lnTo>
                    <a:pt x="7623423" y="99538"/>
                  </a:lnTo>
                  <a:lnTo>
                    <a:pt x="7623548" y="99538"/>
                  </a:lnTo>
                  <a:lnTo>
                    <a:pt x="7623673" y="99538"/>
                  </a:lnTo>
                  <a:lnTo>
                    <a:pt x="7623798" y="99538"/>
                  </a:lnTo>
                  <a:lnTo>
                    <a:pt x="7623923" y="99538"/>
                  </a:lnTo>
                  <a:lnTo>
                    <a:pt x="7624048" y="99538"/>
                  </a:lnTo>
                  <a:lnTo>
                    <a:pt x="7624173" y="99538"/>
                  </a:lnTo>
                  <a:lnTo>
                    <a:pt x="7624298" y="99538"/>
                  </a:lnTo>
                  <a:lnTo>
                    <a:pt x="7624423" y="99538"/>
                  </a:lnTo>
                  <a:lnTo>
                    <a:pt x="7624548" y="99538"/>
                  </a:lnTo>
                  <a:lnTo>
                    <a:pt x="7624673" y="99538"/>
                  </a:lnTo>
                  <a:lnTo>
                    <a:pt x="7624798" y="99538"/>
                  </a:lnTo>
                  <a:lnTo>
                    <a:pt x="7624923" y="99538"/>
                  </a:lnTo>
                  <a:lnTo>
                    <a:pt x="7625049" y="99538"/>
                  </a:lnTo>
                  <a:lnTo>
                    <a:pt x="7625174" y="99538"/>
                  </a:lnTo>
                  <a:lnTo>
                    <a:pt x="7625299" y="99538"/>
                  </a:lnTo>
                  <a:lnTo>
                    <a:pt x="7625424" y="99538"/>
                  </a:lnTo>
                  <a:lnTo>
                    <a:pt x="7625549" y="99538"/>
                  </a:lnTo>
                  <a:lnTo>
                    <a:pt x="7625674" y="99538"/>
                  </a:lnTo>
                  <a:lnTo>
                    <a:pt x="7625799" y="99538"/>
                  </a:lnTo>
                  <a:lnTo>
                    <a:pt x="7625924" y="99538"/>
                  </a:lnTo>
                  <a:lnTo>
                    <a:pt x="7626049" y="99538"/>
                  </a:lnTo>
                  <a:lnTo>
                    <a:pt x="7626174" y="99538"/>
                  </a:lnTo>
                  <a:lnTo>
                    <a:pt x="7626299" y="99538"/>
                  </a:lnTo>
                  <a:lnTo>
                    <a:pt x="7626424" y="99538"/>
                  </a:lnTo>
                  <a:lnTo>
                    <a:pt x="7626549" y="99538"/>
                  </a:lnTo>
                  <a:lnTo>
                    <a:pt x="7626674" y="99538"/>
                  </a:lnTo>
                  <a:lnTo>
                    <a:pt x="7626799" y="99538"/>
                  </a:lnTo>
                  <a:lnTo>
                    <a:pt x="7626924" y="99538"/>
                  </a:lnTo>
                  <a:lnTo>
                    <a:pt x="7627049" y="99538"/>
                  </a:lnTo>
                  <a:lnTo>
                    <a:pt x="7627174" y="99538"/>
                  </a:lnTo>
                  <a:lnTo>
                    <a:pt x="7627299" y="99538"/>
                  </a:lnTo>
                  <a:lnTo>
                    <a:pt x="7627424" y="99538"/>
                  </a:lnTo>
                  <a:lnTo>
                    <a:pt x="7627549" y="99538"/>
                  </a:lnTo>
                  <a:lnTo>
                    <a:pt x="7627674" y="99538"/>
                  </a:lnTo>
                  <a:lnTo>
                    <a:pt x="7627799" y="99538"/>
                  </a:lnTo>
                  <a:lnTo>
                    <a:pt x="7627924" y="99538"/>
                  </a:lnTo>
                  <a:lnTo>
                    <a:pt x="7628050" y="99538"/>
                  </a:lnTo>
                  <a:lnTo>
                    <a:pt x="7628175" y="99538"/>
                  </a:lnTo>
                  <a:lnTo>
                    <a:pt x="7628300" y="99538"/>
                  </a:lnTo>
                  <a:lnTo>
                    <a:pt x="7628425" y="99538"/>
                  </a:lnTo>
                  <a:lnTo>
                    <a:pt x="7628550" y="99538"/>
                  </a:lnTo>
                  <a:lnTo>
                    <a:pt x="7628675" y="99538"/>
                  </a:lnTo>
                  <a:lnTo>
                    <a:pt x="7628800" y="99538"/>
                  </a:lnTo>
                  <a:lnTo>
                    <a:pt x="7628925" y="99538"/>
                  </a:lnTo>
                  <a:lnTo>
                    <a:pt x="7629050" y="99538"/>
                  </a:lnTo>
                  <a:lnTo>
                    <a:pt x="7629175" y="99538"/>
                  </a:lnTo>
                  <a:lnTo>
                    <a:pt x="7629300" y="99538"/>
                  </a:lnTo>
                  <a:lnTo>
                    <a:pt x="7629425" y="99538"/>
                  </a:lnTo>
                  <a:lnTo>
                    <a:pt x="7629550" y="99538"/>
                  </a:lnTo>
                  <a:lnTo>
                    <a:pt x="7629675" y="99538"/>
                  </a:lnTo>
                  <a:lnTo>
                    <a:pt x="7629800" y="99538"/>
                  </a:lnTo>
                  <a:lnTo>
                    <a:pt x="7629925" y="99538"/>
                  </a:lnTo>
                  <a:lnTo>
                    <a:pt x="7630050" y="99538"/>
                  </a:lnTo>
                  <a:lnTo>
                    <a:pt x="7630175" y="99538"/>
                  </a:lnTo>
                  <a:lnTo>
                    <a:pt x="7630300" y="99538"/>
                  </a:lnTo>
                  <a:lnTo>
                    <a:pt x="7630425" y="99538"/>
                  </a:lnTo>
                  <a:lnTo>
                    <a:pt x="7630550" y="99538"/>
                  </a:lnTo>
                  <a:lnTo>
                    <a:pt x="7630675" y="99538"/>
                  </a:lnTo>
                  <a:lnTo>
                    <a:pt x="7630800" y="99538"/>
                  </a:lnTo>
                  <a:lnTo>
                    <a:pt x="7630925" y="99538"/>
                  </a:lnTo>
                  <a:lnTo>
                    <a:pt x="7631051" y="99538"/>
                  </a:lnTo>
                  <a:lnTo>
                    <a:pt x="7631176" y="99538"/>
                  </a:lnTo>
                  <a:lnTo>
                    <a:pt x="7631301" y="99538"/>
                  </a:lnTo>
                  <a:lnTo>
                    <a:pt x="7631426" y="99538"/>
                  </a:lnTo>
                  <a:lnTo>
                    <a:pt x="7631551" y="99538"/>
                  </a:lnTo>
                  <a:lnTo>
                    <a:pt x="7631676" y="99538"/>
                  </a:lnTo>
                  <a:lnTo>
                    <a:pt x="7631801" y="99538"/>
                  </a:lnTo>
                  <a:lnTo>
                    <a:pt x="7631926" y="99538"/>
                  </a:lnTo>
                  <a:lnTo>
                    <a:pt x="7632051" y="99538"/>
                  </a:lnTo>
                  <a:lnTo>
                    <a:pt x="7632176" y="99538"/>
                  </a:lnTo>
                  <a:lnTo>
                    <a:pt x="7632301" y="99538"/>
                  </a:lnTo>
                  <a:lnTo>
                    <a:pt x="7632426" y="99538"/>
                  </a:lnTo>
                  <a:lnTo>
                    <a:pt x="7632551" y="99538"/>
                  </a:lnTo>
                  <a:lnTo>
                    <a:pt x="7632676" y="99538"/>
                  </a:lnTo>
                  <a:lnTo>
                    <a:pt x="7632801" y="99538"/>
                  </a:lnTo>
                  <a:lnTo>
                    <a:pt x="7632926" y="99538"/>
                  </a:lnTo>
                  <a:lnTo>
                    <a:pt x="7633051" y="99538"/>
                  </a:lnTo>
                  <a:lnTo>
                    <a:pt x="7633176" y="99538"/>
                  </a:lnTo>
                  <a:lnTo>
                    <a:pt x="7633301" y="99538"/>
                  </a:lnTo>
                  <a:lnTo>
                    <a:pt x="7633426" y="99538"/>
                  </a:lnTo>
                  <a:lnTo>
                    <a:pt x="7633551" y="99538"/>
                  </a:lnTo>
                  <a:lnTo>
                    <a:pt x="7633676" y="99538"/>
                  </a:lnTo>
                  <a:lnTo>
                    <a:pt x="7633801" y="99538"/>
                  </a:lnTo>
                  <a:lnTo>
                    <a:pt x="7633926" y="99538"/>
                  </a:lnTo>
                  <a:lnTo>
                    <a:pt x="7634052" y="99538"/>
                  </a:lnTo>
                  <a:lnTo>
                    <a:pt x="7634177" y="99538"/>
                  </a:lnTo>
                  <a:lnTo>
                    <a:pt x="7634302" y="99538"/>
                  </a:lnTo>
                  <a:lnTo>
                    <a:pt x="7634427" y="99538"/>
                  </a:lnTo>
                  <a:lnTo>
                    <a:pt x="7634552" y="99538"/>
                  </a:lnTo>
                  <a:lnTo>
                    <a:pt x="7634677" y="99538"/>
                  </a:lnTo>
                  <a:lnTo>
                    <a:pt x="7634802" y="99538"/>
                  </a:lnTo>
                  <a:lnTo>
                    <a:pt x="7634927" y="99538"/>
                  </a:lnTo>
                  <a:lnTo>
                    <a:pt x="7635052" y="99538"/>
                  </a:lnTo>
                  <a:lnTo>
                    <a:pt x="7635177" y="99538"/>
                  </a:lnTo>
                  <a:lnTo>
                    <a:pt x="7635302" y="99538"/>
                  </a:lnTo>
                  <a:lnTo>
                    <a:pt x="7635427" y="99538"/>
                  </a:lnTo>
                  <a:lnTo>
                    <a:pt x="7635552" y="99538"/>
                  </a:lnTo>
                  <a:lnTo>
                    <a:pt x="7635677" y="99538"/>
                  </a:lnTo>
                  <a:lnTo>
                    <a:pt x="7635802" y="99538"/>
                  </a:lnTo>
                  <a:lnTo>
                    <a:pt x="7635927" y="99538"/>
                  </a:lnTo>
                  <a:lnTo>
                    <a:pt x="7636052" y="99538"/>
                  </a:lnTo>
                  <a:lnTo>
                    <a:pt x="7636177" y="99538"/>
                  </a:lnTo>
                  <a:lnTo>
                    <a:pt x="7636302" y="99538"/>
                  </a:lnTo>
                  <a:lnTo>
                    <a:pt x="7636427" y="99538"/>
                  </a:lnTo>
                  <a:lnTo>
                    <a:pt x="7636552" y="99538"/>
                  </a:lnTo>
                  <a:lnTo>
                    <a:pt x="7636677" y="99538"/>
                  </a:lnTo>
                  <a:lnTo>
                    <a:pt x="7636802" y="99538"/>
                  </a:lnTo>
                  <a:lnTo>
                    <a:pt x="7636927" y="99538"/>
                  </a:lnTo>
                  <a:lnTo>
                    <a:pt x="7637053" y="99538"/>
                  </a:lnTo>
                  <a:lnTo>
                    <a:pt x="7637178" y="99538"/>
                  </a:lnTo>
                  <a:lnTo>
                    <a:pt x="7637303" y="99538"/>
                  </a:lnTo>
                  <a:lnTo>
                    <a:pt x="7637428" y="99538"/>
                  </a:lnTo>
                  <a:lnTo>
                    <a:pt x="7637553" y="99538"/>
                  </a:lnTo>
                  <a:lnTo>
                    <a:pt x="7637678" y="99538"/>
                  </a:lnTo>
                  <a:lnTo>
                    <a:pt x="7637803" y="99538"/>
                  </a:lnTo>
                  <a:lnTo>
                    <a:pt x="7637928" y="99538"/>
                  </a:lnTo>
                  <a:lnTo>
                    <a:pt x="7638053" y="99538"/>
                  </a:lnTo>
                  <a:lnTo>
                    <a:pt x="7638178" y="99538"/>
                  </a:lnTo>
                  <a:lnTo>
                    <a:pt x="7638303" y="99538"/>
                  </a:lnTo>
                  <a:lnTo>
                    <a:pt x="7638428" y="99538"/>
                  </a:lnTo>
                  <a:lnTo>
                    <a:pt x="7638553" y="99538"/>
                  </a:lnTo>
                  <a:lnTo>
                    <a:pt x="7638678" y="99538"/>
                  </a:lnTo>
                  <a:lnTo>
                    <a:pt x="7638803" y="99538"/>
                  </a:lnTo>
                  <a:lnTo>
                    <a:pt x="7638928" y="99538"/>
                  </a:lnTo>
                  <a:lnTo>
                    <a:pt x="7639053" y="99538"/>
                  </a:lnTo>
                  <a:lnTo>
                    <a:pt x="7639178" y="99538"/>
                  </a:lnTo>
                  <a:lnTo>
                    <a:pt x="7639303" y="99538"/>
                  </a:lnTo>
                  <a:lnTo>
                    <a:pt x="7639428" y="99538"/>
                  </a:lnTo>
                  <a:lnTo>
                    <a:pt x="7639553" y="99538"/>
                  </a:lnTo>
                  <a:lnTo>
                    <a:pt x="7639678" y="99538"/>
                  </a:lnTo>
                  <a:lnTo>
                    <a:pt x="7639803" y="99538"/>
                  </a:lnTo>
                  <a:lnTo>
                    <a:pt x="7639928" y="99538"/>
                  </a:lnTo>
                  <a:lnTo>
                    <a:pt x="7640054" y="99538"/>
                  </a:lnTo>
                  <a:lnTo>
                    <a:pt x="7640179" y="99538"/>
                  </a:lnTo>
                  <a:lnTo>
                    <a:pt x="7640304" y="99538"/>
                  </a:lnTo>
                  <a:lnTo>
                    <a:pt x="7640429" y="99538"/>
                  </a:lnTo>
                  <a:lnTo>
                    <a:pt x="7640554" y="99538"/>
                  </a:lnTo>
                  <a:lnTo>
                    <a:pt x="7640679" y="99538"/>
                  </a:lnTo>
                  <a:lnTo>
                    <a:pt x="7640804" y="99538"/>
                  </a:lnTo>
                  <a:lnTo>
                    <a:pt x="7640929" y="99538"/>
                  </a:lnTo>
                  <a:lnTo>
                    <a:pt x="7641054" y="99538"/>
                  </a:lnTo>
                  <a:lnTo>
                    <a:pt x="7641179" y="99538"/>
                  </a:lnTo>
                  <a:lnTo>
                    <a:pt x="7641304" y="99538"/>
                  </a:lnTo>
                  <a:lnTo>
                    <a:pt x="7641429" y="99538"/>
                  </a:lnTo>
                  <a:lnTo>
                    <a:pt x="7641554" y="99538"/>
                  </a:lnTo>
                  <a:lnTo>
                    <a:pt x="7641679" y="99538"/>
                  </a:lnTo>
                  <a:lnTo>
                    <a:pt x="7641804" y="99538"/>
                  </a:lnTo>
                  <a:lnTo>
                    <a:pt x="7641929" y="99538"/>
                  </a:lnTo>
                  <a:lnTo>
                    <a:pt x="7642054" y="99538"/>
                  </a:lnTo>
                  <a:lnTo>
                    <a:pt x="7642179" y="99538"/>
                  </a:lnTo>
                  <a:lnTo>
                    <a:pt x="7642304" y="99538"/>
                  </a:lnTo>
                  <a:lnTo>
                    <a:pt x="7642429" y="99538"/>
                  </a:lnTo>
                  <a:lnTo>
                    <a:pt x="7642554" y="99538"/>
                  </a:lnTo>
                  <a:lnTo>
                    <a:pt x="7642679" y="99538"/>
                  </a:lnTo>
                  <a:lnTo>
                    <a:pt x="7642804" y="99538"/>
                  </a:lnTo>
                  <a:lnTo>
                    <a:pt x="7642929" y="99538"/>
                  </a:lnTo>
                  <a:lnTo>
                    <a:pt x="7643055" y="99538"/>
                  </a:lnTo>
                  <a:lnTo>
                    <a:pt x="7643180" y="99538"/>
                  </a:lnTo>
                  <a:lnTo>
                    <a:pt x="7643305" y="99538"/>
                  </a:lnTo>
                  <a:lnTo>
                    <a:pt x="7643430" y="99538"/>
                  </a:lnTo>
                  <a:lnTo>
                    <a:pt x="7643555" y="99538"/>
                  </a:lnTo>
                  <a:lnTo>
                    <a:pt x="7643680" y="99538"/>
                  </a:lnTo>
                  <a:lnTo>
                    <a:pt x="7643805" y="99538"/>
                  </a:lnTo>
                  <a:lnTo>
                    <a:pt x="7643930" y="99538"/>
                  </a:lnTo>
                  <a:lnTo>
                    <a:pt x="7644055" y="99538"/>
                  </a:lnTo>
                  <a:lnTo>
                    <a:pt x="7644180" y="99538"/>
                  </a:lnTo>
                  <a:lnTo>
                    <a:pt x="7644305" y="99538"/>
                  </a:lnTo>
                  <a:lnTo>
                    <a:pt x="7644430" y="99538"/>
                  </a:lnTo>
                  <a:lnTo>
                    <a:pt x="7644555" y="99538"/>
                  </a:lnTo>
                  <a:lnTo>
                    <a:pt x="7644680" y="99538"/>
                  </a:lnTo>
                  <a:lnTo>
                    <a:pt x="7644805" y="99538"/>
                  </a:lnTo>
                  <a:lnTo>
                    <a:pt x="7644930" y="99538"/>
                  </a:lnTo>
                  <a:lnTo>
                    <a:pt x="7645055" y="99538"/>
                  </a:lnTo>
                  <a:lnTo>
                    <a:pt x="7645180" y="99538"/>
                  </a:lnTo>
                  <a:lnTo>
                    <a:pt x="7645305" y="99538"/>
                  </a:lnTo>
                  <a:lnTo>
                    <a:pt x="7645430" y="99538"/>
                  </a:lnTo>
                  <a:lnTo>
                    <a:pt x="7645555" y="99538"/>
                  </a:lnTo>
                  <a:lnTo>
                    <a:pt x="7645680" y="99538"/>
                  </a:lnTo>
                  <a:lnTo>
                    <a:pt x="7645805" y="99538"/>
                  </a:lnTo>
                  <a:lnTo>
                    <a:pt x="7645931" y="99538"/>
                  </a:lnTo>
                  <a:lnTo>
                    <a:pt x="7646056" y="99538"/>
                  </a:lnTo>
                  <a:lnTo>
                    <a:pt x="7646181" y="99538"/>
                  </a:lnTo>
                  <a:lnTo>
                    <a:pt x="7646306" y="99538"/>
                  </a:lnTo>
                  <a:lnTo>
                    <a:pt x="7646431" y="99538"/>
                  </a:lnTo>
                  <a:lnTo>
                    <a:pt x="7646556" y="99538"/>
                  </a:lnTo>
                  <a:lnTo>
                    <a:pt x="7646681" y="99538"/>
                  </a:lnTo>
                  <a:lnTo>
                    <a:pt x="7646806" y="99538"/>
                  </a:lnTo>
                  <a:lnTo>
                    <a:pt x="7646931" y="99538"/>
                  </a:lnTo>
                  <a:lnTo>
                    <a:pt x="7647056" y="99538"/>
                  </a:lnTo>
                  <a:lnTo>
                    <a:pt x="7647181" y="99538"/>
                  </a:lnTo>
                  <a:lnTo>
                    <a:pt x="7647306" y="99538"/>
                  </a:lnTo>
                  <a:lnTo>
                    <a:pt x="7647431" y="99538"/>
                  </a:lnTo>
                  <a:lnTo>
                    <a:pt x="7647556" y="99538"/>
                  </a:lnTo>
                  <a:lnTo>
                    <a:pt x="7647681" y="99538"/>
                  </a:lnTo>
                  <a:lnTo>
                    <a:pt x="7647806" y="99538"/>
                  </a:lnTo>
                  <a:lnTo>
                    <a:pt x="7647931" y="99538"/>
                  </a:lnTo>
                  <a:lnTo>
                    <a:pt x="7648056" y="99538"/>
                  </a:lnTo>
                  <a:lnTo>
                    <a:pt x="7648181" y="99538"/>
                  </a:lnTo>
                  <a:lnTo>
                    <a:pt x="7648306" y="99538"/>
                  </a:lnTo>
                  <a:lnTo>
                    <a:pt x="7648431" y="99538"/>
                  </a:lnTo>
                  <a:lnTo>
                    <a:pt x="7648556" y="99538"/>
                  </a:lnTo>
                  <a:lnTo>
                    <a:pt x="7648681" y="99538"/>
                  </a:lnTo>
                  <a:lnTo>
                    <a:pt x="7648806" y="99538"/>
                  </a:lnTo>
                  <a:lnTo>
                    <a:pt x="7648932" y="99538"/>
                  </a:lnTo>
                  <a:lnTo>
                    <a:pt x="7649057" y="99538"/>
                  </a:lnTo>
                  <a:lnTo>
                    <a:pt x="7649182" y="99538"/>
                  </a:lnTo>
                  <a:lnTo>
                    <a:pt x="7649307" y="99538"/>
                  </a:lnTo>
                  <a:lnTo>
                    <a:pt x="7649432" y="99538"/>
                  </a:lnTo>
                  <a:lnTo>
                    <a:pt x="7649557" y="99538"/>
                  </a:lnTo>
                  <a:lnTo>
                    <a:pt x="7649682" y="99538"/>
                  </a:lnTo>
                  <a:lnTo>
                    <a:pt x="7649807" y="99538"/>
                  </a:lnTo>
                  <a:lnTo>
                    <a:pt x="7649932" y="99538"/>
                  </a:lnTo>
                  <a:lnTo>
                    <a:pt x="7650057" y="99538"/>
                  </a:lnTo>
                  <a:lnTo>
                    <a:pt x="7650182" y="99538"/>
                  </a:lnTo>
                  <a:lnTo>
                    <a:pt x="7650307" y="99538"/>
                  </a:lnTo>
                  <a:lnTo>
                    <a:pt x="7650432" y="99538"/>
                  </a:lnTo>
                  <a:lnTo>
                    <a:pt x="7650557" y="99538"/>
                  </a:lnTo>
                  <a:lnTo>
                    <a:pt x="7650682" y="99538"/>
                  </a:lnTo>
                  <a:lnTo>
                    <a:pt x="7650807" y="99538"/>
                  </a:lnTo>
                  <a:lnTo>
                    <a:pt x="7650932" y="99538"/>
                  </a:lnTo>
                  <a:lnTo>
                    <a:pt x="7651057" y="99538"/>
                  </a:lnTo>
                  <a:lnTo>
                    <a:pt x="7651182" y="99538"/>
                  </a:lnTo>
                  <a:lnTo>
                    <a:pt x="7651307" y="99538"/>
                  </a:lnTo>
                  <a:lnTo>
                    <a:pt x="7651432" y="99538"/>
                  </a:lnTo>
                  <a:lnTo>
                    <a:pt x="7651557" y="99538"/>
                  </a:lnTo>
                  <a:lnTo>
                    <a:pt x="7651682" y="99538"/>
                  </a:lnTo>
                  <a:lnTo>
                    <a:pt x="7651807" y="99538"/>
                  </a:lnTo>
                  <a:lnTo>
                    <a:pt x="7651933" y="99538"/>
                  </a:lnTo>
                  <a:lnTo>
                    <a:pt x="7652058" y="99538"/>
                  </a:lnTo>
                  <a:lnTo>
                    <a:pt x="7652183" y="99538"/>
                  </a:lnTo>
                  <a:lnTo>
                    <a:pt x="7652308" y="99538"/>
                  </a:lnTo>
                  <a:lnTo>
                    <a:pt x="7652433" y="99538"/>
                  </a:lnTo>
                  <a:lnTo>
                    <a:pt x="7652558" y="99538"/>
                  </a:lnTo>
                  <a:lnTo>
                    <a:pt x="7652683" y="99538"/>
                  </a:lnTo>
                  <a:lnTo>
                    <a:pt x="7652808" y="99538"/>
                  </a:lnTo>
                  <a:lnTo>
                    <a:pt x="7652933" y="99538"/>
                  </a:lnTo>
                  <a:lnTo>
                    <a:pt x="7653058" y="99538"/>
                  </a:lnTo>
                  <a:lnTo>
                    <a:pt x="7653183" y="99538"/>
                  </a:lnTo>
                  <a:lnTo>
                    <a:pt x="7653308" y="99538"/>
                  </a:lnTo>
                  <a:lnTo>
                    <a:pt x="7653433" y="99538"/>
                  </a:lnTo>
                  <a:lnTo>
                    <a:pt x="7653558" y="99538"/>
                  </a:lnTo>
                  <a:lnTo>
                    <a:pt x="7653683" y="99538"/>
                  </a:lnTo>
                  <a:lnTo>
                    <a:pt x="7653808" y="99538"/>
                  </a:lnTo>
                  <a:lnTo>
                    <a:pt x="7653933" y="99538"/>
                  </a:lnTo>
                  <a:lnTo>
                    <a:pt x="7654058" y="99538"/>
                  </a:lnTo>
                  <a:lnTo>
                    <a:pt x="7654183" y="99538"/>
                  </a:lnTo>
                  <a:lnTo>
                    <a:pt x="7654308" y="99538"/>
                  </a:lnTo>
                  <a:lnTo>
                    <a:pt x="7654433" y="99538"/>
                  </a:lnTo>
                  <a:lnTo>
                    <a:pt x="7654558" y="99538"/>
                  </a:lnTo>
                  <a:lnTo>
                    <a:pt x="7654683" y="99538"/>
                  </a:lnTo>
                  <a:lnTo>
                    <a:pt x="7654808" y="99538"/>
                  </a:lnTo>
                  <a:lnTo>
                    <a:pt x="7654934" y="99538"/>
                  </a:lnTo>
                  <a:lnTo>
                    <a:pt x="7655059" y="99538"/>
                  </a:lnTo>
                  <a:lnTo>
                    <a:pt x="7655184" y="99538"/>
                  </a:lnTo>
                  <a:lnTo>
                    <a:pt x="7655309" y="99538"/>
                  </a:lnTo>
                  <a:lnTo>
                    <a:pt x="7655434" y="99538"/>
                  </a:lnTo>
                  <a:lnTo>
                    <a:pt x="7655559" y="99538"/>
                  </a:lnTo>
                  <a:lnTo>
                    <a:pt x="7655684" y="99538"/>
                  </a:lnTo>
                  <a:lnTo>
                    <a:pt x="7655809" y="99538"/>
                  </a:lnTo>
                  <a:lnTo>
                    <a:pt x="7655934" y="99538"/>
                  </a:lnTo>
                  <a:lnTo>
                    <a:pt x="7656059" y="99538"/>
                  </a:lnTo>
                  <a:lnTo>
                    <a:pt x="7656184" y="99538"/>
                  </a:lnTo>
                  <a:lnTo>
                    <a:pt x="7656309" y="99538"/>
                  </a:lnTo>
                  <a:lnTo>
                    <a:pt x="7656434" y="99538"/>
                  </a:lnTo>
                  <a:lnTo>
                    <a:pt x="7656559" y="99538"/>
                  </a:lnTo>
                  <a:lnTo>
                    <a:pt x="7656684" y="99538"/>
                  </a:lnTo>
                  <a:lnTo>
                    <a:pt x="7656809" y="99538"/>
                  </a:lnTo>
                  <a:lnTo>
                    <a:pt x="7656934" y="99538"/>
                  </a:lnTo>
                  <a:lnTo>
                    <a:pt x="7657059" y="99538"/>
                  </a:lnTo>
                  <a:lnTo>
                    <a:pt x="7657184" y="99538"/>
                  </a:lnTo>
                  <a:lnTo>
                    <a:pt x="7657309" y="99538"/>
                  </a:lnTo>
                  <a:lnTo>
                    <a:pt x="7657434" y="99538"/>
                  </a:lnTo>
                  <a:lnTo>
                    <a:pt x="7657559" y="99538"/>
                  </a:lnTo>
                  <a:lnTo>
                    <a:pt x="7657684" y="99538"/>
                  </a:lnTo>
                  <a:lnTo>
                    <a:pt x="7657809" y="99538"/>
                  </a:lnTo>
                  <a:lnTo>
                    <a:pt x="7657935" y="99538"/>
                  </a:lnTo>
                  <a:lnTo>
                    <a:pt x="7658060" y="99538"/>
                  </a:lnTo>
                  <a:lnTo>
                    <a:pt x="7658185" y="99538"/>
                  </a:lnTo>
                  <a:lnTo>
                    <a:pt x="7658310" y="99538"/>
                  </a:lnTo>
                  <a:lnTo>
                    <a:pt x="7658435" y="99538"/>
                  </a:lnTo>
                  <a:lnTo>
                    <a:pt x="7658560" y="99538"/>
                  </a:lnTo>
                  <a:lnTo>
                    <a:pt x="7658685" y="99538"/>
                  </a:lnTo>
                  <a:lnTo>
                    <a:pt x="7658810" y="99538"/>
                  </a:lnTo>
                  <a:lnTo>
                    <a:pt x="7658935" y="99538"/>
                  </a:lnTo>
                  <a:lnTo>
                    <a:pt x="7659060" y="99538"/>
                  </a:lnTo>
                  <a:lnTo>
                    <a:pt x="7659185" y="99538"/>
                  </a:lnTo>
                  <a:lnTo>
                    <a:pt x="7659310" y="99538"/>
                  </a:lnTo>
                  <a:lnTo>
                    <a:pt x="7659435" y="99538"/>
                  </a:lnTo>
                  <a:lnTo>
                    <a:pt x="7659560" y="99538"/>
                  </a:lnTo>
                  <a:lnTo>
                    <a:pt x="7659685" y="99538"/>
                  </a:lnTo>
                  <a:lnTo>
                    <a:pt x="7659810" y="99538"/>
                  </a:lnTo>
                  <a:lnTo>
                    <a:pt x="7659935" y="99538"/>
                  </a:lnTo>
                  <a:lnTo>
                    <a:pt x="7660060" y="99538"/>
                  </a:lnTo>
                  <a:lnTo>
                    <a:pt x="7660185" y="99538"/>
                  </a:lnTo>
                  <a:lnTo>
                    <a:pt x="7660310" y="99538"/>
                  </a:lnTo>
                  <a:lnTo>
                    <a:pt x="7660435" y="99538"/>
                  </a:lnTo>
                  <a:lnTo>
                    <a:pt x="7660560" y="99538"/>
                  </a:lnTo>
                  <a:lnTo>
                    <a:pt x="7660685" y="99538"/>
                  </a:lnTo>
                  <a:lnTo>
                    <a:pt x="7660810" y="99538"/>
                  </a:lnTo>
                  <a:lnTo>
                    <a:pt x="7660936" y="99538"/>
                  </a:lnTo>
                  <a:lnTo>
                    <a:pt x="7661061" y="99538"/>
                  </a:lnTo>
                  <a:lnTo>
                    <a:pt x="7661186" y="99538"/>
                  </a:lnTo>
                  <a:lnTo>
                    <a:pt x="7661311" y="99538"/>
                  </a:lnTo>
                  <a:lnTo>
                    <a:pt x="7661436" y="99538"/>
                  </a:lnTo>
                  <a:lnTo>
                    <a:pt x="7661561" y="99538"/>
                  </a:lnTo>
                  <a:lnTo>
                    <a:pt x="7661686" y="99538"/>
                  </a:lnTo>
                  <a:lnTo>
                    <a:pt x="7661811" y="99538"/>
                  </a:lnTo>
                  <a:lnTo>
                    <a:pt x="7661936" y="99538"/>
                  </a:lnTo>
                  <a:lnTo>
                    <a:pt x="7662061" y="99538"/>
                  </a:lnTo>
                  <a:lnTo>
                    <a:pt x="7662186" y="99538"/>
                  </a:lnTo>
                  <a:lnTo>
                    <a:pt x="7662311" y="99538"/>
                  </a:lnTo>
                  <a:lnTo>
                    <a:pt x="7662436" y="99538"/>
                  </a:lnTo>
                  <a:lnTo>
                    <a:pt x="7662561" y="99538"/>
                  </a:lnTo>
                  <a:lnTo>
                    <a:pt x="7662686" y="99538"/>
                  </a:lnTo>
                  <a:lnTo>
                    <a:pt x="7662811" y="99538"/>
                  </a:lnTo>
                  <a:lnTo>
                    <a:pt x="7662936" y="99538"/>
                  </a:lnTo>
                  <a:lnTo>
                    <a:pt x="7663061" y="99538"/>
                  </a:lnTo>
                  <a:lnTo>
                    <a:pt x="7663186" y="99538"/>
                  </a:lnTo>
                  <a:lnTo>
                    <a:pt x="7663311" y="99538"/>
                  </a:lnTo>
                  <a:lnTo>
                    <a:pt x="7663436" y="99538"/>
                  </a:lnTo>
                  <a:lnTo>
                    <a:pt x="7663561" y="99538"/>
                  </a:lnTo>
                  <a:lnTo>
                    <a:pt x="7663686" y="99538"/>
                  </a:lnTo>
                  <a:lnTo>
                    <a:pt x="7663811" y="99538"/>
                  </a:lnTo>
                  <a:lnTo>
                    <a:pt x="7663937" y="99538"/>
                  </a:lnTo>
                  <a:lnTo>
                    <a:pt x="7664062" y="99538"/>
                  </a:lnTo>
                  <a:lnTo>
                    <a:pt x="7664187" y="99538"/>
                  </a:lnTo>
                  <a:lnTo>
                    <a:pt x="7664312" y="99538"/>
                  </a:lnTo>
                  <a:lnTo>
                    <a:pt x="7664437" y="99538"/>
                  </a:lnTo>
                  <a:lnTo>
                    <a:pt x="7664562" y="99538"/>
                  </a:lnTo>
                  <a:lnTo>
                    <a:pt x="7664687" y="99538"/>
                  </a:lnTo>
                  <a:lnTo>
                    <a:pt x="7664812" y="99538"/>
                  </a:lnTo>
                  <a:lnTo>
                    <a:pt x="7664937" y="99538"/>
                  </a:lnTo>
                  <a:lnTo>
                    <a:pt x="7665062" y="99538"/>
                  </a:lnTo>
                  <a:lnTo>
                    <a:pt x="7665187" y="99538"/>
                  </a:lnTo>
                  <a:lnTo>
                    <a:pt x="7665312" y="99538"/>
                  </a:lnTo>
                  <a:lnTo>
                    <a:pt x="7665437" y="99538"/>
                  </a:lnTo>
                  <a:lnTo>
                    <a:pt x="7665562" y="99538"/>
                  </a:lnTo>
                  <a:lnTo>
                    <a:pt x="7665687" y="99538"/>
                  </a:lnTo>
                  <a:lnTo>
                    <a:pt x="7665812" y="99538"/>
                  </a:lnTo>
                  <a:lnTo>
                    <a:pt x="7665937" y="99538"/>
                  </a:lnTo>
                  <a:lnTo>
                    <a:pt x="7666062" y="99538"/>
                  </a:lnTo>
                  <a:lnTo>
                    <a:pt x="7666187" y="99538"/>
                  </a:lnTo>
                  <a:lnTo>
                    <a:pt x="7666312" y="99538"/>
                  </a:lnTo>
                  <a:lnTo>
                    <a:pt x="7666437" y="99538"/>
                  </a:lnTo>
                  <a:lnTo>
                    <a:pt x="7666562" y="99538"/>
                  </a:lnTo>
                  <a:lnTo>
                    <a:pt x="7666687" y="99538"/>
                  </a:lnTo>
                  <a:lnTo>
                    <a:pt x="7666812" y="99538"/>
                  </a:lnTo>
                  <a:lnTo>
                    <a:pt x="7666938" y="99538"/>
                  </a:lnTo>
                  <a:lnTo>
                    <a:pt x="7667063" y="99538"/>
                  </a:lnTo>
                  <a:lnTo>
                    <a:pt x="7667188" y="99538"/>
                  </a:lnTo>
                  <a:lnTo>
                    <a:pt x="7667313" y="99538"/>
                  </a:lnTo>
                  <a:lnTo>
                    <a:pt x="7667438" y="99538"/>
                  </a:lnTo>
                  <a:lnTo>
                    <a:pt x="7667563" y="99538"/>
                  </a:lnTo>
                  <a:lnTo>
                    <a:pt x="7667688" y="99538"/>
                  </a:lnTo>
                  <a:lnTo>
                    <a:pt x="7667813" y="99538"/>
                  </a:lnTo>
                  <a:lnTo>
                    <a:pt x="7667938" y="99538"/>
                  </a:lnTo>
                  <a:lnTo>
                    <a:pt x="7668063" y="99538"/>
                  </a:lnTo>
                  <a:lnTo>
                    <a:pt x="7668188" y="99538"/>
                  </a:lnTo>
                  <a:lnTo>
                    <a:pt x="7668313" y="99538"/>
                  </a:lnTo>
                  <a:lnTo>
                    <a:pt x="7668438" y="99538"/>
                  </a:lnTo>
                  <a:lnTo>
                    <a:pt x="7668563" y="99538"/>
                  </a:lnTo>
                  <a:lnTo>
                    <a:pt x="7668688" y="99538"/>
                  </a:lnTo>
                  <a:lnTo>
                    <a:pt x="7668813" y="99538"/>
                  </a:lnTo>
                  <a:lnTo>
                    <a:pt x="7668938" y="99538"/>
                  </a:lnTo>
                  <a:lnTo>
                    <a:pt x="7669063" y="99538"/>
                  </a:lnTo>
                  <a:lnTo>
                    <a:pt x="7669188" y="99538"/>
                  </a:lnTo>
                  <a:lnTo>
                    <a:pt x="7669313" y="99538"/>
                  </a:lnTo>
                  <a:lnTo>
                    <a:pt x="7669438" y="99538"/>
                  </a:lnTo>
                  <a:lnTo>
                    <a:pt x="7669563" y="99538"/>
                  </a:lnTo>
                  <a:lnTo>
                    <a:pt x="7669688" y="99538"/>
                  </a:lnTo>
                  <a:lnTo>
                    <a:pt x="7669813" y="99538"/>
                  </a:lnTo>
                  <a:lnTo>
                    <a:pt x="7669939" y="99538"/>
                  </a:lnTo>
                  <a:lnTo>
                    <a:pt x="7670064" y="99538"/>
                  </a:lnTo>
                  <a:lnTo>
                    <a:pt x="7670189" y="99538"/>
                  </a:lnTo>
                  <a:lnTo>
                    <a:pt x="7670314" y="99538"/>
                  </a:lnTo>
                  <a:lnTo>
                    <a:pt x="7670439" y="99538"/>
                  </a:lnTo>
                  <a:lnTo>
                    <a:pt x="7670564" y="99538"/>
                  </a:lnTo>
                  <a:lnTo>
                    <a:pt x="7670689" y="99538"/>
                  </a:lnTo>
                  <a:lnTo>
                    <a:pt x="7670814" y="99538"/>
                  </a:lnTo>
                  <a:lnTo>
                    <a:pt x="7670939" y="99538"/>
                  </a:lnTo>
                  <a:lnTo>
                    <a:pt x="7671064" y="99538"/>
                  </a:lnTo>
                  <a:lnTo>
                    <a:pt x="7671189" y="99538"/>
                  </a:lnTo>
                  <a:lnTo>
                    <a:pt x="7671314" y="99538"/>
                  </a:lnTo>
                  <a:lnTo>
                    <a:pt x="7671439" y="99538"/>
                  </a:lnTo>
                  <a:lnTo>
                    <a:pt x="7671564" y="99538"/>
                  </a:lnTo>
                  <a:lnTo>
                    <a:pt x="7671689" y="99538"/>
                  </a:lnTo>
                  <a:lnTo>
                    <a:pt x="7671814" y="99538"/>
                  </a:lnTo>
                  <a:lnTo>
                    <a:pt x="7671939" y="99538"/>
                  </a:lnTo>
                  <a:lnTo>
                    <a:pt x="7672064" y="99538"/>
                  </a:lnTo>
                  <a:lnTo>
                    <a:pt x="7672189" y="99538"/>
                  </a:lnTo>
                  <a:lnTo>
                    <a:pt x="7672314" y="99538"/>
                  </a:lnTo>
                  <a:lnTo>
                    <a:pt x="7672439" y="99538"/>
                  </a:lnTo>
                  <a:lnTo>
                    <a:pt x="7672564" y="99538"/>
                  </a:lnTo>
                  <a:lnTo>
                    <a:pt x="7672689" y="99538"/>
                  </a:lnTo>
                  <a:lnTo>
                    <a:pt x="7672814" y="99538"/>
                  </a:lnTo>
                  <a:lnTo>
                    <a:pt x="7672940" y="99538"/>
                  </a:lnTo>
                  <a:lnTo>
                    <a:pt x="7673065" y="99538"/>
                  </a:lnTo>
                  <a:lnTo>
                    <a:pt x="7673190" y="99538"/>
                  </a:lnTo>
                  <a:lnTo>
                    <a:pt x="7673315" y="99538"/>
                  </a:lnTo>
                  <a:lnTo>
                    <a:pt x="7673440" y="99538"/>
                  </a:lnTo>
                  <a:lnTo>
                    <a:pt x="7673565" y="99538"/>
                  </a:lnTo>
                  <a:lnTo>
                    <a:pt x="7673690" y="99538"/>
                  </a:lnTo>
                  <a:lnTo>
                    <a:pt x="7673815" y="99538"/>
                  </a:lnTo>
                  <a:lnTo>
                    <a:pt x="7673940" y="99538"/>
                  </a:lnTo>
                  <a:lnTo>
                    <a:pt x="7674065" y="99538"/>
                  </a:lnTo>
                  <a:lnTo>
                    <a:pt x="7674190" y="99538"/>
                  </a:lnTo>
                  <a:lnTo>
                    <a:pt x="7674315" y="99538"/>
                  </a:lnTo>
                  <a:lnTo>
                    <a:pt x="7674440" y="99538"/>
                  </a:lnTo>
                  <a:lnTo>
                    <a:pt x="7674565" y="99538"/>
                  </a:lnTo>
                  <a:lnTo>
                    <a:pt x="7674690" y="99538"/>
                  </a:lnTo>
                  <a:lnTo>
                    <a:pt x="7674815" y="99538"/>
                  </a:lnTo>
                  <a:lnTo>
                    <a:pt x="7674940" y="99538"/>
                  </a:lnTo>
                  <a:lnTo>
                    <a:pt x="7675065" y="99538"/>
                  </a:lnTo>
                  <a:lnTo>
                    <a:pt x="7675190" y="99538"/>
                  </a:lnTo>
                  <a:lnTo>
                    <a:pt x="7675315" y="99538"/>
                  </a:lnTo>
                  <a:lnTo>
                    <a:pt x="7675440" y="99538"/>
                  </a:lnTo>
                  <a:lnTo>
                    <a:pt x="7675565" y="99538"/>
                  </a:lnTo>
                  <a:lnTo>
                    <a:pt x="7675690" y="99538"/>
                  </a:lnTo>
                  <a:lnTo>
                    <a:pt x="7675815" y="99538"/>
                  </a:lnTo>
                  <a:lnTo>
                    <a:pt x="7675941" y="99538"/>
                  </a:lnTo>
                  <a:lnTo>
                    <a:pt x="7676066" y="99538"/>
                  </a:lnTo>
                  <a:lnTo>
                    <a:pt x="7676191" y="99538"/>
                  </a:lnTo>
                  <a:lnTo>
                    <a:pt x="7676316" y="99538"/>
                  </a:lnTo>
                  <a:lnTo>
                    <a:pt x="7676441" y="99538"/>
                  </a:lnTo>
                  <a:lnTo>
                    <a:pt x="7676566" y="99538"/>
                  </a:lnTo>
                  <a:lnTo>
                    <a:pt x="7676691" y="99538"/>
                  </a:lnTo>
                  <a:lnTo>
                    <a:pt x="7676816" y="99538"/>
                  </a:lnTo>
                  <a:lnTo>
                    <a:pt x="7676941" y="99538"/>
                  </a:lnTo>
                  <a:lnTo>
                    <a:pt x="7677066" y="99538"/>
                  </a:lnTo>
                  <a:lnTo>
                    <a:pt x="7677191" y="99538"/>
                  </a:lnTo>
                  <a:lnTo>
                    <a:pt x="7677316" y="99538"/>
                  </a:lnTo>
                  <a:lnTo>
                    <a:pt x="7677441" y="99538"/>
                  </a:lnTo>
                  <a:lnTo>
                    <a:pt x="7677566" y="99538"/>
                  </a:lnTo>
                  <a:lnTo>
                    <a:pt x="7677691" y="99538"/>
                  </a:lnTo>
                  <a:lnTo>
                    <a:pt x="7677816" y="99538"/>
                  </a:lnTo>
                  <a:lnTo>
                    <a:pt x="7677941" y="99538"/>
                  </a:lnTo>
                  <a:lnTo>
                    <a:pt x="7678066" y="99538"/>
                  </a:lnTo>
                  <a:lnTo>
                    <a:pt x="7678191" y="99538"/>
                  </a:lnTo>
                  <a:lnTo>
                    <a:pt x="7678316" y="99538"/>
                  </a:lnTo>
                  <a:lnTo>
                    <a:pt x="7678441" y="99538"/>
                  </a:lnTo>
                  <a:lnTo>
                    <a:pt x="7678566" y="99538"/>
                  </a:lnTo>
                  <a:lnTo>
                    <a:pt x="7678691" y="99538"/>
                  </a:lnTo>
                  <a:lnTo>
                    <a:pt x="7678816" y="99538"/>
                  </a:lnTo>
                  <a:lnTo>
                    <a:pt x="7678942" y="99538"/>
                  </a:lnTo>
                  <a:lnTo>
                    <a:pt x="7679067" y="99538"/>
                  </a:lnTo>
                  <a:lnTo>
                    <a:pt x="7679192" y="99538"/>
                  </a:lnTo>
                  <a:lnTo>
                    <a:pt x="7679317" y="99538"/>
                  </a:lnTo>
                  <a:lnTo>
                    <a:pt x="7679442" y="99538"/>
                  </a:lnTo>
                  <a:lnTo>
                    <a:pt x="7679567" y="99538"/>
                  </a:lnTo>
                  <a:lnTo>
                    <a:pt x="7679692" y="99538"/>
                  </a:lnTo>
                  <a:lnTo>
                    <a:pt x="7679817" y="99538"/>
                  </a:lnTo>
                  <a:lnTo>
                    <a:pt x="7679942" y="99538"/>
                  </a:lnTo>
                  <a:lnTo>
                    <a:pt x="7680067" y="99538"/>
                  </a:lnTo>
                  <a:lnTo>
                    <a:pt x="7680192" y="99538"/>
                  </a:lnTo>
                  <a:lnTo>
                    <a:pt x="7680317" y="99538"/>
                  </a:lnTo>
                  <a:lnTo>
                    <a:pt x="7680442" y="99538"/>
                  </a:lnTo>
                  <a:lnTo>
                    <a:pt x="7680567" y="99538"/>
                  </a:lnTo>
                  <a:lnTo>
                    <a:pt x="7680692" y="99538"/>
                  </a:lnTo>
                  <a:lnTo>
                    <a:pt x="7680817" y="99538"/>
                  </a:lnTo>
                  <a:lnTo>
                    <a:pt x="7680942" y="99538"/>
                  </a:lnTo>
                  <a:lnTo>
                    <a:pt x="7681067" y="99538"/>
                  </a:lnTo>
                  <a:lnTo>
                    <a:pt x="7681192" y="99538"/>
                  </a:lnTo>
                  <a:lnTo>
                    <a:pt x="7681317" y="99538"/>
                  </a:lnTo>
                  <a:lnTo>
                    <a:pt x="7681317" y="89584"/>
                  </a:lnTo>
                  <a:lnTo>
                    <a:pt x="7681442" y="89584"/>
                  </a:lnTo>
                  <a:lnTo>
                    <a:pt x="7681567" y="89584"/>
                  </a:lnTo>
                  <a:lnTo>
                    <a:pt x="7681692" y="89584"/>
                  </a:lnTo>
                  <a:lnTo>
                    <a:pt x="7681817" y="89584"/>
                  </a:lnTo>
                  <a:lnTo>
                    <a:pt x="7681943" y="89584"/>
                  </a:lnTo>
                  <a:lnTo>
                    <a:pt x="7682068" y="89584"/>
                  </a:lnTo>
                  <a:lnTo>
                    <a:pt x="7682193" y="89584"/>
                  </a:lnTo>
                  <a:lnTo>
                    <a:pt x="7682318" y="89584"/>
                  </a:lnTo>
                  <a:lnTo>
                    <a:pt x="7682443" y="89584"/>
                  </a:lnTo>
                  <a:lnTo>
                    <a:pt x="7682568" y="89584"/>
                  </a:lnTo>
                  <a:lnTo>
                    <a:pt x="7682693" y="89584"/>
                  </a:lnTo>
                  <a:lnTo>
                    <a:pt x="7682818" y="89584"/>
                  </a:lnTo>
                  <a:lnTo>
                    <a:pt x="7682943" y="89584"/>
                  </a:lnTo>
                  <a:lnTo>
                    <a:pt x="7683068" y="89584"/>
                  </a:lnTo>
                  <a:lnTo>
                    <a:pt x="7683193" y="89584"/>
                  </a:lnTo>
                  <a:lnTo>
                    <a:pt x="7683318" y="89584"/>
                  </a:lnTo>
                  <a:lnTo>
                    <a:pt x="7683443" y="89584"/>
                  </a:lnTo>
                  <a:lnTo>
                    <a:pt x="7683568" y="89584"/>
                  </a:lnTo>
                  <a:lnTo>
                    <a:pt x="7683693" y="89584"/>
                  </a:lnTo>
                  <a:lnTo>
                    <a:pt x="7683818" y="89584"/>
                  </a:lnTo>
                  <a:lnTo>
                    <a:pt x="7683943" y="89584"/>
                  </a:lnTo>
                  <a:lnTo>
                    <a:pt x="7684068" y="89584"/>
                  </a:lnTo>
                  <a:lnTo>
                    <a:pt x="7684193" y="89584"/>
                  </a:lnTo>
                  <a:lnTo>
                    <a:pt x="7684318" y="89584"/>
                  </a:lnTo>
                  <a:lnTo>
                    <a:pt x="7684443" y="89584"/>
                  </a:lnTo>
                  <a:lnTo>
                    <a:pt x="7684568" y="89584"/>
                  </a:lnTo>
                  <a:lnTo>
                    <a:pt x="7684693" y="89584"/>
                  </a:lnTo>
                  <a:lnTo>
                    <a:pt x="7684819" y="89584"/>
                  </a:lnTo>
                  <a:lnTo>
                    <a:pt x="7684944" y="89584"/>
                  </a:lnTo>
                  <a:lnTo>
                    <a:pt x="7685069" y="89584"/>
                  </a:lnTo>
                  <a:lnTo>
                    <a:pt x="7685194" y="89584"/>
                  </a:lnTo>
                  <a:lnTo>
                    <a:pt x="7685319" y="89584"/>
                  </a:lnTo>
                  <a:lnTo>
                    <a:pt x="7685444" y="89584"/>
                  </a:lnTo>
                  <a:lnTo>
                    <a:pt x="7685569" y="89584"/>
                  </a:lnTo>
                  <a:lnTo>
                    <a:pt x="7685694" y="89584"/>
                  </a:lnTo>
                  <a:lnTo>
                    <a:pt x="7685819" y="89584"/>
                  </a:lnTo>
                  <a:lnTo>
                    <a:pt x="7685944" y="89584"/>
                  </a:lnTo>
                  <a:lnTo>
                    <a:pt x="7686069" y="89584"/>
                  </a:lnTo>
                  <a:lnTo>
                    <a:pt x="7686194" y="89584"/>
                  </a:lnTo>
                  <a:lnTo>
                    <a:pt x="7686319" y="89584"/>
                  </a:lnTo>
                  <a:lnTo>
                    <a:pt x="7686444" y="89584"/>
                  </a:lnTo>
                  <a:lnTo>
                    <a:pt x="7686569" y="89584"/>
                  </a:lnTo>
                  <a:lnTo>
                    <a:pt x="7686694" y="89584"/>
                  </a:lnTo>
                  <a:lnTo>
                    <a:pt x="7686819" y="89584"/>
                  </a:lnTo>
                  <a:lnTo>
                    <a:pt x="7686944" y="89584"/>
                  </a:lnTo>
                  <a:lnTo>
                    <a:pt x="7687069" y="89584"/>
                  </a:lnTo>
                  <a:lnTo>
                    <a:pt x="7687194" y="89584"/>
                  </a:lnTo>
                  <a:lnTo>
                    <a:pt x="7687319" y="89584"/>
                  </a:lnTo>
                  <a:lnTo>
                    <a:pt x="7687444" y="89584"/>
                  </a:lnTo>
                  <a:lnTo>
                    <a:pt x="7687569" y="89584"/>
                  </a:lnTo>
                  <a:lnTo>
                    <a:pt x="7687694" y="89584"/>
                  </a:lnTo>
                  <a:lnTo>
                    <a:pt x="7687820" y="89584"/>
                  </a:lnTo>
                  <a:lnTo>
                    <a:pt x="7687945" y="89584"/>
                  </a:lnTo>
                  <a:lnTo>
                    <a:pt x="7688070" y="89584"/>
                  </a:lnTo>
                  <a:lnTo>
                    <a:pt x="7688195" y="89584"/>
                  </a:lnTo>
                  <a:lnTo>
                    <a:pt x="7688320" y="89584"/>
                  </a:lnTo>
                  <a:lnTo>
                    <a:pt x="7688445" y="89584"/>
                  </a:lnTo>
                  <a:lnTo>
                    <a:pt x="7688570" y="89584"/>
                  </a:lnTo>
                  <a:lnTo>
                    <a:pt x="7688695" y="89584"/>
                  </a:lnTo>
                  <a:lnTo>
                    <a:pt x="7688820" y="89584"/>
                  </a:lnTo>
                  <a:lnTo>
                    <a:pt x="7688945" y="89584"/>
                  </a:lnTo>
                  <a:lnTo>
                    <a:pt x="7689070" y="89584"/>
                  </a:lnTo>
                  <a:lnTo>
                    <a:pt x="7689195" y="89584"/>
                  </a:lnTo>
                  <a:lnTo>
                    <a:pt x="7689320" y="89584"/>
                  </a:lnTo>
                  <a:lnTo>
                    <a:pt x="7689445" y="89584"/>
                  </a:lnTo>
                  <a:lnTo>
                    <a:pt x="7689570" y="89584"/>
                  </a:lnTo>
                  <a:lnTo>
                    <a:pt x="7689695" y="89584"/>
                  </a:lnTo>
                  <a:lnTo>
                    <a:pt x="7689820" y="89584"/>
                  </a:lnTo>
                  <a:lnTo>
                    <a:pt x="7689945" y="89584"/>
                  </a:lnTo>
                  <a:lnTo>
                    <a:pt x="7690070" y="89584"/>
                  </a:lnTo>
                  <a:lnTo>
                    <a:pt x="7690195" y="89584"/>
                  </a:lnTo>
                  <a:lnTo>
                    <a:pt x="7690320" y="89584"/>
                  </a:lnTo>
                  <a:lnTo>
                    <a:pt x="7690445" y="89584"/>
                  </a:lnTo>
                  <a:lnTo>
                    <a:pt x="7690570" y="89584"/>
                  </a:lnTo>
                  <a:lnTo>
                    <a:pt x="7690695" y="89584"/>
                  </a:lnTo>
                  <a:lnTo>
                    <a:pt x="7690821" y="89584"/>
                  </a:lnTo>
                  <a:lnTo>
                    <a:pt x="7690946" y="89584"/>
                  </a:lnTo>
                  <a:lnTo>
                    <a:pt x="7691071" y="89584"/>
                  </a:lnTo>
                  <a:lnTo>
                    <a:pt x="7691196" y="89584"/>
                  </a:lnTo>
                  <a:lnTo>
                    <a:pt x="7691321" y="89584"/>
                  </a:lnTo>
                  <a:lnTo>
                    <a:pt x="7691446" y="89584"/>
                  </a:lnTo>
                  <a:lnTo>
                    <a:pt x="7691571" y="89584"/>
                  </a:lnTo>
                  <a:lnTo>
                    <a:pt x="7691696" y="89584"/>
                  </a:lnTo>
                  <a:lnTo>
                    <a:pt x="7691821" y="89584"/>
                  </a:lnTo>
                  <a:lnTo>
                    <a:pt x="7691946" y="89584"/>
                  </a:lnTo>
                  <a:lnTo>
                    <a:pt x="7692071" y="89584"/>
                  </a:lnTo>
                  <a:lnTo>
                    <a:pt x="7692196" y="89584"/>
                  </a:lnTo>
                  <a:lnTo>
                    <a:pt x="7692321" y="89584"/>
                  </a:lnTo>
                  <a:lnTo>
                    <a:pt x="7692446" y="89584"/>
                  </a:lnTo>
                  <a:lnTo>
                    <a:pt x="7692571" y="89584"/>
                  </a:lnTo>
                  <a:lnTo>
                    <a:pt x="7692696" y="89584"/>
                  </a:lnTo>
                  <a:lnTo>
                    <a:pt x="7692821" y="89584"/>
                  </a:lnTo>
                  <a:lnTo>
                    <a:pt x="7692946" y="89584"/>
                  </a:lnTo>
                  <a:lnTo>
                    <a:pt x="7693071" y="89584"/>
                  </a:lnTo>
                  <a:lnTo>
                    <a:pt x="7693196" y="89584"/>
                  </a:lnTo>
                  <a:lnTo>
                    <a:pt x="7693321" y="89584"/>
                  </a:lnTo>
                  <a:lnTo>
                    <a:pt x="7693446" y="89584"/>
                  </a:lnTo>
                  <a:lnTo>
                    <a:pt x="7693571" y="89584"/>
                  </a:lnTo>
                  <a:lnTo>
                    <a:pt x="7693696" y="89584"/>
                  </a:lnTo>
                  <a:lnTo>
                    <a:pt x="7693822" y="89584"/>
                  </a:lnTo>
                  <a:lnTo>
                    <a:pt x="7693947" y="89584"/>
                  </a:lnTo>
                  <a:lnTo>
                    <a:pt x="7694072" y="89584"/>
                  </a:lnTo>
                  <a:lnTo>
                    <a:pt x="7694197" y="89584"/>
                  </a:lnTo>
                  <a:lnTo>
                    <a:pt x="7694322" y="89584"/>
                  </a:lnTo>
                  <a:lnTo>
                    <a:pt x="7694447" y="89584"/>
                  </a:lnTo>
                  <a:lnTo>
                    <a:pt x="7694572" y="89584"/>
                  </a:lnTo>
                  <a:lnTo>
                    <a:pt x="7694697" y="89584"/>
                  </a:lnTo>
                  <a:lnTo>
                    <a:pt x="7694822" y="89584"/>
                  </a:lnTo>
                  <a:lnTo>
                    <a:pt x="7694947" y="89584"/>
                  </a:lnTo>
                  <a:lnTo>
                    <a:pt x="7695072" y="89584"/>
                  </a:lnTo>
                  <a:lnTo>
                    <a:pt x="7695197" y="89584"/>
                  </a:lnTo>
                  <a:lnTo>
                    <a:pt x="7695322" y="89584"/>
                  </a:lnTo>
                  <a:lnTo>
                    <a:pt x="7695447" y="89584"/>
                  </a:lnTo>
                  <a:lnTo>
                    <a:pt x="7695572" y="89584"/>
                  </a:lnTo>
                  <a:lnTo>
                    <a:pt x="7695697" y="89584"/>
                  </a:lnTo>
                  <a:lnTo>
                    <a:pt x="7695822" y="89584"/>
                  </a:lnTo>
                  <a:lnTo>
                    <a:pt x="7695947" y="89584"/>
                  </a:lnTo>
                  <a:lnTo>
                    <a:pt x="7696072" y="89584"/>
                  </a:lnTo>
                  <a:lnTo>
                    <a:pt x="7696197" y="89584"/>
                  </a:lnTo>
                  <a:lnTo>
                    <a:pt x="7696322" y="89584"/>
                  </a:lnTo>
                  <a:lnTo>
                    <a:pt x="7696447" y="89584"/>
                  </a:lnTo>
                  <a:lnTo>
                    <a:pt x="7696572" y="89584"/>
                  </a:lnTo>
                  <a:lnTo>
                    <a:pt x="7696697" y="89584"/>
                  </a:lnTo>
                  <a:lnTo>
                    <a:pt x="7696823" y="89584"/>
                  </a:lnTo>
                  <a:lnTo>
                    <a:pt x="7696948" y="89584"/>
                  </a:lnTo>
                  <a:lnTo>
                    <a:pt x="7697073" y="89584"/>
                  </a:lnTo>
                  <a:lnTo>
                    <a:pt x="7697198" y="89584"/>
                  </a:lnTo>
                  <a:lnTo>
                    <a:pt x="7697323" y="89584"/>
                  </a:lnTo>
                  <a:lnTo>
                    <a:pt x="7697448" y="89584"/>
                  </a:lnTo>
                  <a:lnTo>
                    <a:pt x="7697573" y="89584"/>
                  </a:lnTo>
                  <a:lnTo>
                    <a:pt x="7697698" y="89584"/>
                  </a:lnTo>
                  <a:lnTo>
                    <a:pt x="7697823" y="89584"/>
                  </a:lnTo>
                  <a:lnTo>
                    <a:pt x="7697948" y="89584"/>
                  </a:lnTo>
                  <a:lnTo>
                    <a:pt x="7698073" y="89584"/>
                  </a:lnTo>
                  <a:lnTo>
                    <a:pt x="7698198" y="89584"/>
                  </a:lnTo>
                  <a:lnTo>
                    <a:pt x="7698323" y="89584"/>
                  </a:lnTo>
                  <a:lnTo>
                    <a:pt x="7698448" y="89584"/>
                  </a:lnTo>
                  <a:lnTo>
                    <a:pt x="7698573" y="89584"/>
                  </a:lnTo>
                  <a:lnTo>
                    <a:pt x="7698698" y="89584"/>
                  </a:lnTo>
                  <a:lnTo>
                    <a:pt x="7698823" y="89584"/>
                  </a:lnTo>
                  <a:lnTo>
                    <a:pt x="7698948" y="89584"/>
                  </a:lnTo>
                  <a:lnTo>
                    <a:pt x="7699073" y="89584"/>
                  </a:lnTo>
                  <a:lnTo>
                    <a:pt x="7699198" y="89584"/>
                  </a:lnTo>
                  <a:lnTo>
                    <a:pt x="7699323" y="89584"/>
                  </a:lnTo>
                  <a:lnTo>
                    <a:pt x="7699448" y="89584"/>
                  </a:lnTo>
                  <a:lnTo>
                    <a:pt x="7699573" y="89584"/>
                  </a:lnTo>
                  <a:lnTo>
                    <a:pt x="7699698" y="89584"/>
                  </a:lnTo>
                  <a:lnTo>
                    <a:pt x="7699824" y="89584"/>
                  </a:lnTo>
                  <a:lnTo>
                    <a:pt x="7699949" y="89584"/>
                  </a:lnTo>
                  <a:lnTo>
                    <a:pt x="7700074" y="89584"/>
                  </a:lnTo>
                  <a:lnTo>
                    <a:pt x="7700199" y="89584"/>
                  </a:lnTo>
                  <a:lnTo>
                    <a:pt x="7700324" y="89584"/>
                  </a:lnTo>
                  <a:lnTo>
                    <a:pt x="7700449" y="89584"/>
                  </a:lnTo>
                  <a:lnTo>
                    <a:pt x="7700574" y="89584"/>
                  </a:lnTo>
                  <a:lnTo>
                    <a:pt x="7700699" y="89584"/>
                  </a:lnTo>
                  <a:lnTo>
                    <a:pt x="7700824" y="89584"/>
                  </a:lnTo>
                  <a:lnTo>
                    <a:pt x="7700949" y="89584"/>
                  </a:lnTo>
                  <a:lnTo>
                    <a:pt x="7701074" y="89584"/>
                  </a:lnTo>
                  <a:lnTo>
                    <a:pt x="7701199" y="89584"/>
                  </a:lnTo>
                  <a:lnTo>
                    <a:pt x="7701324" y="89584"/>
                  </a:lnTo>
                  <a:lnTo>
                    <a:pt x="7701449" y="89584"/>
                  </a:lnTo>
                  <a:lnTo>
                    <a:pt x="7701574" y="89584"/>
                  </a:lnTo>
                  <a:lnTo>
                    <a:pt x="7701699" y="89584"/>
                  </a:lnTo>
                  <a:lnTo>
                    <a:pt x="7701824" y="89584"/>
                  </a:lnTo>
                  <a:lnTo>
                    <a:pt x="7701949" y="89584"/>
                  </a:lnTo>
                  <a:lnTo>
                    <a:pt x="7702074" y="89584"/>
                  </a:lnTo>
                  <a:lnTo>
                    <a:pt x="7702199" y="89584"/>
                  </a:lnTo>
                  <a:lnTo>
                    <a:pt x="7702324" y="89584"/>
                  </a:lnTo>
                  <a:lnTo>
                    <a:pt x="7702449" y="89584"/>
                  </a:lnTo>
                  <a:lnTo>
                    <a:pt x="7702574" y="89584"/>
                  </a:lnTo>
                  <a:lnTo>
                    <a:pt x="7702699" y="89584"/>
                  </a:lnTo>
                  <a:lnTo>
                    <a:pt x="7702825" y="89584"/>
                  </a:lnTo>
                  <a:lnTo>
                    <a:pt x="7702950" y="89584"/>
                  </a:lnTo>
                  <a:lnTo>
                    <a:pt x="7703075" y="89584"/>
                  </a:lnTo>
                  <a:lnTo>
                    <a:pt x="7703200" y="89584"/>
                  </a:lnTo>
                  <a:lnTo>
                    <a:pt x="7703325" y="89584"/>
                  </a:lnTo>
                  <a:lnTo>
                    <a:pt x="7703450" y="89584"/>
                  </a:lnTo>
                  <a:lnTo>
                    <a:pt x="7703575" y="89584"/>
                  </a:lnTo>
                  <a:lnTo>
                    <a:pt x="7703700" y="89584"/>
                  </a:lnTo>
                  <a:lnTo>
                    <a:pt x="7703825" y="89584"/>
                  </a:lnTo>
                  <a:lnTo>
                    <a:pt x="7703950" y="89584"/>
                  </a:lnTo>
                  <a:lnTo>
                    <a:pt x="7704075" y="89584"/>
                  </a:lnTo>
                  <a:lnTo>
                    <a:pt x="7704200" y="89584"/>
                  </a:lnTo>
                  <a:lnTo>
                    <a:pt x="7704325" y="89584"/>
                  </a:lnTo>
                  <a:lnTo>
                    <a:pt x="7704450" y="89584"/>
                  </a:lnTo>
                  <a:lnTo>
                    <a:pt x="7704575" y="89584"/>
                  </a:lnTo>
                  <a:lnTo>
                    <a:pt x="7704700" y="89584"/>
                  </a:lnTo>
                  <a:lnTo>
                    <a:pt x="7704825" y="89584"/>
                  </a:lnTo>
                  <a:lnTo>
                    <a:pt x="7704950" y="89584"/>
                  </a:lnTo>
                  <a:lnTo>
                    <a:pt x="7705075" y="89584"/>
                  </a:lnTo>
                  <a:lnTo>
                    <a:pt x="7705200" y="89584"/>
                  </a:lnTo>
                  <a:lnTo>
                    <a:pt x="7705325" y="89584"/>
                  </a:lnTo>
                  <a:lnTo>
                    <a:pt x="7705450" y="89584"/>
                  </a:lnTo>
                  <a:lnTo>
                    <a:pt x="7705575" y="89584"/>
                  </a:lnTo>
                  <a:lnTo>
                    <a:pt x="7705700" y="89584"/>
                  </a:lnTo>
                  <a:lnTo>
                    <a:pt x="7705826" y="89584"/>
                  </a:lnTo>
                  <a:lnTo>
                    <a:pt x="7705951" y="89584"/>
                  </a:lnTo>
                  <a:lnTo>
                    <a:pt x="7706076" y="89584"/>
                  </a:lnTo>
                  <a:lnTo>
                    <a:pt x="7706201" y="89584"/>
                  </a:lnTo>
                  <a:lnTo>
                    <a:pt x="7706326" y="89584"/>
                  </a:lnTo>
                  <a:lnTo>
                    <a:pt x="7706451" y="89584"/>
                  </a:lnTo>
                  <a:lnTo>
                    <a:pt x="7706576" y="89584"/>
                  </a:lnTo>
                  <a:lnTo>
                    <a:pt x="7706701" y="89584"/>
                  </a:lnTo>
                  <a:lnTo>
                    <a:pt x="7706826" y="89584"/>
                  </a:lnTo>
                  <a:lnTo>
                    <a:pt x="7706951" y="89584"/>
                  </a:lnTo>
                  <a:lnTo>
                    <a:pt x="7707076" y="89584"/>
                  </a:lnTo>
                  <a:lnTo>
                    <a:pt x="7707201" y="89584"/>
                  </a:lnTo>
                  <a:lnTo>
                    <a:pt x="7707326" y="89584"/>
                  </a:lnTo>
                  <a:lnTo>
                    <a:pt x="7707451" y="89584"/>
                  </a:lnTo>
                  <a:lnTo>
                    <a:pt x="7707576" y="89584"/>
                  </a:lnTo>
                  <a:lnTo>
                    <a:pt x="7707701" y="89584"/>
                  </a:lnTo>
                  <a:lnTo>
                    <a:pt x="7707826" y="89584"/>
                  </a:lnTo>
                  <a:lnTo>
                    <a:pt x="7707951" y="89584"/>
                  </a:lnTo>
                  <a:lnTo>
                    <a:pt x="7708076" y="89584"/>
                  </a:lnTo>
                  <a:lnTo>
                    <a:pt x="7708201" y="89584"/>
                  </a:lnTo>
                  <a:lnTo>
                    <a:pt x="7708326" y="89584"/>
                  </a:lnTo>
                  <a:lnTo>
                    <a:pt x="7708451" y="89584"/>
                  </a:lnTo>
                  <a:lnTo>
                    <a:pt x="7708576" y="89584"/>
                  </a:lnTo>
                  <a:lnTo>
                    <a:pt x="7708701" y="89584"/>
                  </a:lnTo>
                  <a:lnTo>
                    <a:pt x="7708827" y="89584"/>
                  </a:lnTo>
                  <a:lnTo>
                    <a:pt x="7708952" y="89584"/>
                  </a:lnTo>
                  <a:lnTo>
                    <a:pt x="7709077" y="89584"/>
                  </a:lnTo>
                  <a:lnTo>
                    <a:pt x="7709202" y="89584"/>
                  </a:lnTo>
                  <a:lnTo>
                    <a:pt x="7709327" y="89584"/>
                  </a:lnTo>
                  <a:lnTo>
                    <a:pt x="7709452" y="89584"/>
                  </a:lnTo>
                  <a:lnTo>
                    <a:pt x="7709577" y="89584"/>
                  </a:lnTo>
                  <a:lnTo>
                    <a:pt x="7709702" y="89584"/>
                  </a:lnTo>
                  <a:lnTo>
                    <a:pt x="7709827" y="89584"/>
                  </a:lnTo>
                  <a:lnTo>
                    <a:pt x="7709952" y="89584"/>
                  </a:lnTo>
                  <a:lnTo>
                    <a:pt x="7710077" y="89584"/>
                  </a:lnTo>
                  <a:lnTo>
                    <a:pt x="7710202" y="89584"/>
                  </a:lnTo>
                  <a:lnTo>
                    <a:pt x="7710327" y="89584"/>
                  </a:lnTo>
                  <a:lnTo>
                    <a:pt x="7710452" y="89584"/>
                  </a:lnTo>
                  <a:lnTo>
                    <a:pt x="7710577" y="89584"/>
                  </a:lnTo>
                  <a:lnTo>
                    <a:pt x="7710702" y="89584"/>
                  </a:lnTo>
                  <a:lnTo>
                    <a:pt x="7710827" y="89584"/>
                  </a:lnTo>
                  <a:lnTo>
                    <a:pt x="7710952" y="89584"/>
                  </a:lnTo>
                  <a:lnTo>
                    <a:pt x="7711077" y="89584"/>
                  </a:lnTo>
                  <a:lnTo>
                    <a:pt x="7711202" y="89584"/>
                  </a:lnTo>
                  <a:lnTo>
                    <a:pt x="7711327" y="89584"/>
                  </a:lnTo>
                  <a:lnTo>
                    <a:pt x="7711452" y="89584"/>
                  </a:lnTo>
                  <a:lnTo>
                    <a:pt x="7711577" y="89584"/>
                  </a:lnTo>
                  <a:lnTo>
                    <a:pt x="7711702" y="89584"/>
                  </a:lnTo>
                  <a:lnTo>
                    <a:pt x="7711828" y="89584"/>
                  </a:lnTo>
                  <a:lnTo>
                    <a:pt x="7711953" y="89584"/>
                  </a:lnTo>
                  <a:lnTo>
                    <a:pt x="7712078" y="89584"/>
                  </a:lnTo>
                  <a:lnTo>
                    <a:pt x="7712203" y="89584"/>
                  </a:lnTo>
                  <a:lnTo>
                    <a:pt x="7712328" y="89584"/>
                  </a:lnTo>
                  <a:lnTo>
                    <a:pt x="7712453" y="89584"/>
                  </a:lnTo>
                  <a:lnTo>
                    <a:pt x="7712578" y="89584"/>
                  </a:lnTo>
                  <a:lnTo>
                    <a:pt x="7712703" y="89584"/>
                  </a:lnTo>
                  <a:lnTo>
                    <a:pt x="7712828" y="89584"/>
                  </a:lnTo>
                  <a:lnTo>
                    <a:pt x="7712953" y="89584"/>
                  </a:lnTo>
                  <a:lnTo>
                    <a:pt x="7713078" y="89584"/>
                  </a:lnTo>
                  <a:lnTo>
                    <a:pt x="7713203" y="89584"/>
                  </a:lnTo>
                  <a:lnTo>
                    <a:pt x="7713328" y="89584"/>
                  </a:lnTo>
                  <a:lnTo>
                    <a:pt x="7713453" y="89584"/>
                  </a:lnTo>
                  <a:lnTo>
                    <a:pt x="7713453" y="79630"/>
                  </a:lnTo>
                  <a:lnTo>
                    <a:pt x="7713578" y="79630"/>
                  </a:lnTo>
                  <a:lnTo>
                    <a:pt x="7713703" y="79630"/>
                  </a:lnTo>
                  <a:lnTo>
                    <a:pt x="7713828" y="79630"/>
                  </a:lnTo>
                  <a:lnTo>
                    <a:pt x="7713953" y="79630"/>
                  </a:lnTo>
                  <a:lnTo>
                    <a:pt x="7714078" y="79630"/>
                  </a:lnTo>
                  <a:lnTo>
                    <a:pt x="7714203" y="79630"/>
                  </a:lnTo>
                  <a:lnTo>
                    <a:pt x="7714328" y="79630"/>
                  </a:lnTo>
                  <a:lnTo>
                    <a:pt x="7714453" y="79630"/>
                  </a:lnTo>
                  <a:lnTo>
                    <a:pt x="7714578" y="79630"/>
                  </a:lnTo>
                  <a:lnTo>
                    <a:pt x="7714703" y="79630"/>
                  </a:lnTo>
                  <a:lnTo>
                    <a:pt x="7714829" y="79630"/>
                  </a:lnTo>
                  <a:lnTo>
                    <a:pt x="7714954" y="79630"/>
                  </a:lnTo>
                  <a:lnTo>
                    <a:pt x="7715079" y="79630"/>
                  </a:lnTo>
                  <a:lnTo>
                    <a:pt x="7715204" y="79630"/>
                  </a:lnTo>
                  <a:lnTo>
                    <a:pt x="7715329" y="79630"/>
                  </a:lnTo>
                  <a:lnTo>
                    <a:pt x="7715454" y="79630"/>
                  </a:lnTo>
                  <a:lnTo>
                    <a:pt x="7715579" y="79630"/>
                  </a:lnTo>
                  <a:lnTo>
                    <a:pt x="7715704" y="79630"/>
                  </a:lnTo>
                  <a:lnTo>
                    <a:pt x="7715829" y="79630"/>
                  </a:lnTo>
                  <a:lnTo>
                    <a:pt x="7715954" y="79630"/>
                  </a:lnTo>
                  <a:lnTo>
                    <a:pt x="7716079" y="79630"/>
                  </a:lnTo>
                  <a:lnTo>
                    <a:pt x="7716204" y="79630"/>
                  </a:lnTo>
                  <a:lnTo>
                    <a:pt x="7716329" y="79630"/>
                  </a:lnTo>
                  <a:lnTo>
                    <a:pt x="7716454" y="79630"/>
                  </a:lnTo>
                  <a:lnTo>
                    <a:pt x="7716579" y="79630"/>
                  </a:lnTo>
                  <a:lnTo>
                    <a:pt x="7716704" y="79630"/>
                  </a:lnTo>
                  <a:lnTo>
                    <a:pt x="7716829" y="79630"/>
                  </a:lnTo>
                  <a:lnTo>
                    <a:pt x="7716954" y="79630"/>
                  </a:lnTo>
                  <a:lnTo>
                    <a:pt x="7717079" y="79630"/>
                  </a:lnTo>
                  <a:lnTo>
                    <a:pt x="7717204" y="79630"/>
                  </a:lnTo>
                  <a:lnTo>
                    <a:pt x="7717329" y="79630"/>
                  </a:lnTo>
                  <a:lnTo>
                    <a:pt x="7717454" y="79630"/>
                  </a:lnTo>
                  <a:lnTo>
                    <a:pt x="7717579" y="79630"/>
                  </a:lnTo>
                  <a:lnTo>
                    <a:pt x="7717704" y="79630"/>
                  </a:lnTo>
                  <a:lnTo>
                    <a:pt x="7717830" y="79630"/>
                  </a:lnTo>
                  <a:lnTo>
                    <a:pt x="7717955" y="79630"/>
                  </a:lnTo>
                  <a:lnTo>
                    <a:pt x="7718080" y="79630"/>
                  </a:lnTo>
                  <a:lnTo>
                    <a:pt x="7718205" y="79630"/>
                  </a:lnTo>
                  <a:lnTo>
                    <a:pt x="7718330" y="79630"/>
                  </a:lnTo>
                  <a:lnTo>
                    <a:pt x="7718455" y="79630"/>
                  </a:lnTo>
                  <a:lnTo>
                    <a:pt x="7718580" y="79630"/>
                  </a:lnTo>
                  <a:lnTo>
                    <a:pt x="7718705" y="79630"/>
                  </a:lnTo>
                  <a:lnTo>
                    <a:pt x="7718830" y="79630"/>
                  </a:lnTo>
                  <a:lnTo>
                    <a:pt x="7718955" y="79630"/>
                  </a:lnTo>
                  <a:lnTo>
                    <a:pt x="7719080" y="79630"/>
                  </a:lnTo>
                  <a:lnTo>
                    <a:pt x="7719205" y="79630"/>
                  </a:lnTo>
                  <a:lnTo>
                    <a:pt x="7719330" y="79630"/>
                  </a:lnTo>
                  <a:lnTo>
                    <a:pt x="7719455" y="79630"/>
                  </a:lnTo>
                  <a:lnTo>
                    <a:pt x="7719580" y="79630"/>
                  </a:lnTo>
                  <a:lnTo>
                    <a:pt x="7719705" y="79630"/>
                  </a:lnTo>
                  <a:lnTo>
                    <a:pt x="7719830" y="79630"/>
                  </a:lnTo>
                  <a:lnTo>
                    <a:pt x="7719955" y="79630"/>
                  </a:lnTo>
                  <a:lnTo>
                    <a:pt x="7720080" y="79630"/>
                  </a:lnTo>
                  <a:lnTo>
                    <a:pt x="7720205" y="79630"/>
                  </a:lnTo>
                  <a:lnTo>
                    <a:pt x="7720330" y="79630"/>
                  </a:lnTo>
                  <a:lnTo>
                    <a:pt x="7720455" y="79630"/>
                  </a:lnTo>
                  <a:lnTo>
                    <a:pt x="7720580" y="79630"/>
                  </a:lnTo>
                  <a:lnTo>
                    <a:pt x="7720705" y="79630"/>
                  </a:lnTo>
                  <a:lnTo>
                    <a:pt x="7720831" y="79630"/>
                  </a:lnTo>
                  <a:lnTo>
                    <a:pt x="7720956" y="79630"/>
                  </a:lnTo>
                  <a:lnTo>
                    <a:pt x="7721081" y="79630"/>
                  </a:lnTo>
                  <a:lnTo>
                    <a:pt x="7721206" y="79630"/>
                  </a:lnTo>
                  <a:lnTo>
                    <a:pt x="7721331" y="79630"/>
                  </a:lnTo>
                  <a:lnTo>
                    <a:pt x="7721456" y="79630"/>
                  </a:lnTo>
                  <a:lnTo>
                    <a:pt x="7721581" y="79630"/>
                  </a:lnTo>
                  <a:lnTo>
                    <a:pt x="7721706" y="79630"/>
                  </a:lnTo>
                  <a:lnTo>
                    <a:pt x="7721831" y="79630"/>
                  </a:lnTo>
                  <a:lnTo>
                    <a:pt x="7721956" y="79630"/>
                  </a:lnTo>
                  <a:lnTo>
                    <a:pt x="7722081" y="79630"/>
                  </a:lnTo>
                  <a:lnTo>
                    <a:pt x="7722206" y="79630"/>
                  </a:lnTo>
                  <a:lnTo>
                    <a:pt x="7722331" y="79630"/>
                  </a:lnTo>
                  <a:lnTo>
                    <a:pt x="7722456" y="79630"/>
                  </a:lnTo>
                  <a:lnTo>
                    <a:pt x="7722581" y="79630"/>
                  </a:lnTo>
                  <a:lnTo>
                    <a:pt x="7722706" y="79630"/>
                  </a:lnTo>
                  <a:lnTo>
                    <a:pt x="7722831" y="79630"/>
                  </a:lnTo>
                  <a:lnTo>
                    <a:pt x="7722956" y="79630"/>
                  </a:lnTo>
                  <a:lnTo>
                    <a:pt x="7723081" y="79630"/>
                  </a:lnTo>
                  <a:lnTo>
                    <a:pt x="7723206" y="79630"/>
                  </a:lnTo>
                  <a:lnTo>
                    <a:pt x="7723331" y="79630"/>
                  </a:lnTo>
                  <a:lnTo>
                    <a:pt x="7723456" y="79630"/>
                  </a:lnTo>
                  <a:lnTo>
                    <a:pt x="7723581" y="79630"/>
                  </a:lnTo>
                  <a:lnTo>
                    <a:pt x="7723707" y="79630"/>
                  </a:lnTo>
                  <a:lnTo>
                    <a:pt x="7723832" y="79630"/>
                  </a:lnTo>
                  <a:lnTo>
                    <a:pt x="7723957" y="79630"/>
                  </a:lnTo>
                  <a:lnTo>
                    <a:pt x="7724082" y="79630"/>
                  </a:lnTo>
                  <a:lnTo>
                    <a:pt x="7724207" y="79630"/>
                  </a:lnTo>
                  <a:lnTo>
                    <a:pt x="7724332" y="79630"/>
                  </a:lnTo>
                  <a:lnTo>
                    <a:pt x="7724457" y="79630"/>
                  </a:lnTo>
                  <a:lnTo>
                    <a:pt x="7724582" y="79630"/>
                  </a:lnTo>
                  <a:lnTo>
                    <a:pt x="7724707" y="79630"/>
                  </a:lnTo>
                  <a:lnTo>
                    <a:pt x="7724832" y="79630"/>
                  </a:lnTo>
                  <a:lnTo>
                    <a:pt x="7724957" y="79630"/>
                  </a:lnTo>
                  <a:lnTo>
                    <a:pt x="7725082" y="79630"/>
                  </a:lnTo>
                  <a:lnTo>
                    <a:pt x="7725207" y="79630"/>
                  </a:lnTo>
                  <a:lnTo>
                    <a:pt x="7725332" y="79630"/>
                  </a:lnTo>
                  <a:lnTo>
                    <a:pt x="7725457" y="79630"/>
                  </a:lnTo>
                  <a:lnTo>
                    <a:pt x="7725582" y="79630"/>
                  </a:lnTo>
                  <a:lnTo>
                    <a:pt x="7725707" y="79630"/>
                  </a:lnTo>
                  <a:lnTo>
                    <a:pt x="7725832" y="79630"/>
                  </a:lnTo>
                  <a:lnTo>
                    <a:pt x="7725957" y="79630"/>
                  </a:lnTo>
                  <a:lnTo>
                    <a:pt x="7726082" y="79630"/>
                  </a:lnTo>
                  <a:lnTo>
                    <a:pt x="7726207" y="79630"/>
                  </a:lnTo>
                  <a:lnTo>
                    <a:pt x="7726332" y="79630"/>
                  </a:lnTo>
                  <a:lnTo>
                    <a:pt x="7726457" y="79630"/>
                  </a:lnTo>
                  <a:lnTo>
                    <a:pt x="7726582" y="79630"/>
                  </a:lnTo>
                  <a:lnTo>
                    <a:pt x="7726708" y="79630"/>
                  </a:lnTo>
                  <a:lnTo>
                    <a:pt x="7726833" y="79630"/>
                  </a:lnTo>
                  <a:lnTo>
                    <a:pt x="7726958" y="79630"/>
                  </a:lnTo>
                  <a:lnTo>
                    <a:pt x="7727083" y="79630"/>
                  </a:lnTo>
                  <a:lnTo>
                    <a:pt x="7727208" y="79630"/>
                  </a:lnTo>
                  <a:lnTo>
                    <a:pt x="7727333" y="79630"/>
                  </a:lnTo>
                  <a:lnTo>
                    <a:pt x="7727458" y="79630"/>
                  </a:lnTo>
                  <a:lnTo>
                    <a:pt x="7727583" y="79630"/>
                  </a:lnTo>
                  <a:lnTo>
                    <a:pt x="7727708" y="79630"/>
                  </a:lnTo>
                  <a:lnTo>
                    <a:pt x="7727833" y="79630"/>
                  </a:lnTo>
                  <a:lnTo>
                    <a:pt x="7727958" y="79630"/>
                  </a:lnTo>
                  <a:lnTo>
                    <a:pt x="7728083" y="79630"/>
                  </a:lnTo>
                  <a:lnTo>
                    <a:pt x="7728208" y="79630"/>
                  </a:lnTo>
                  <a:lnTo>
                    <a:pt x="7728333" y="79630"/>
                  </a:lnTo>
                  <a:lnTo>
                    <a:pt x="7728458" y="79630"/>
                  </a:lnTo>
                  <a:lnTo>
                    <a:pt x="7728583" y="79630"/>
                  </a:lnTo>
                  <a:lnTo>
                    <a:pt x="7728708" y="79630"/>
                  </a:lnTo>
                  <a:lnTo>
                    <a:pt x="7728833" y="79630"/>
                  </a:lnTo>
                  <a:lnTo>
                    <a:pt x="7728958" y="79630"/>
                  </a:lnTo>
                  <a:lnTo>
                    <a:pt x="7729083" y="79630"/>
                  </a:lnTo>
                  <a:lnTo>
                    <a:pt x="7729208" y="79630"/>
                  </a:lnTo>
                  <a:lnTo>
                    <a:pt x="7729333" y="79630"/>
                  </a:lnTo>
                  <a:lnTo>
                    <a:pt x="7729458" y="79630"/>
                  </a:lnTo>
                  <a:lnTo>
                    <a:pt x="7729583" y="79630"/>
                  </a:lnTo>
                  <a:lnTo>
                    <a:pt x="7729709" y="79630"/>
                  </a:lnTo>
                  <a:lnTo>
                    <a:pt x="7729834" y="79630"/>
                  </a:lnTo>
                  <a:lnTo>
                    <a:pt x="7729959" y="79630"/>
                  </a:lnTo>
                  <a:lnTo>
                    <a:pt x="7730084" y="79630"/>
                  </a:lnTo>
                  <a:lnTo>
                    <a:pt x="7730209" y="79630"/>
                  </a:lnTo>
                  <a:lnTo>
                    <a:pt x="7730334" y="79630"/>
                  </a:lnTo>
                  <a:lnTo>
                    <a:pt x="7730459" y="79630"/>
                  </a:lnTo>
                  <a:lnTo>
                    <a:pt x="7730584" y="79630"/>
                  </a:lnTo>
                  <a:lnTo>
                    <a:pt x="7730709" y="79630"/>
                  </a:lnTo>
                  <a:lnTo>
                    <a:pt x="7730834" y="79630"/>
                  </a:lnTo>
                  <a:lnTo>
                    <a:pt x="7730959" y="79630"/>
                  </a:lnTo>
                  <a:lnTo>
                    <a:pt x="7731084" y="79630"/>
                  </a:lnTo>
                  <a:lnTo>
                    <a:pt x="7731209" y="79630"/>
                  </a:lnTo>
                  <a:lnTo>
                    <a:pt x="7731334" y="79630"/>
                  </a:lnTo>
                  <a:lnTo>
                    <a:pt x="7731459" y="79630"/>
                  </a:lnTo>
                  <a:lnTo>
                    <a:pt x="7731584" y="79630"/>
                  </a:lnTo>
                  <a:lnTo>
                    <a:pt x="7731709" y="79630"/>
                  </a:lnTo>
                  <a:lnTo>
                    <a:pt x="7731834" y="79630"/>
                  </a:lnTo>
                  <a:lnTo>
                    <a:pt x="7731959" y="79630"/>
                  </a:lnTo>
                  <a:lnTo>
                    <a:pt x="7732084" y="79630"/>
                  </a:lnTo>
                  <a:lnTo>
                    <a:pt x="7732209" y="79630"/>
                  </a:lnTo>
                  <a:lnTo>
                    <a:pt x="7732334" y="79630"/>
                  </a:lnTo>
                  <a:lnTo>
                    <a:pt x="7732459" y="79630"/>
                  </a:lnTo>
                  <a:lnTo>
                    <a:pt x="7732584" y="79630"/>
                  </a:lnTo>
                  <a:lnTo>
                    <a:pt x="7732710" y="79630"/>
                  </a:lnTo>
                  <a:lnTo>
                    <a:pt x="7732835" y="79630"/>
                  </a:lnTo>
                  <a:lnTo>
                    <a:pt x="7732960" y="79630"/>
                  </a:lnTo>
                  <a:lnTo>
                    <a:pt x="7733085" y="79630"/>
                  </a:lnTo>
                  <a:lnTo>
                    <a:pt x="7733210" y="79630"/>
                  </a:lnTo>
                  <a:lnTo>
                    <a:pt x="7733335" y="79630"/>
                  </a:lnTo>
                  <a:lnTo>
                    <a:pt x="7733460" y="79630"/>
                  </a:lnTo>
                  <a:lnTo>
                    <a:pt x="7733585" y="79630"/>
                  </a:lnTo>
                  <a:lnTo>
                    <a:pt x="7733710" y="79630"/>
                  </a:lnTo>
                  <a:lnTo>
                    <a:pt x="7733835" y="79630"/>
                  </a:lnTo>
                  <a:lnTo>
                    <a:pt x="7733960" y="79630"/>
                  </a:lnTo>
                  <a:lnTo>
                    <a:pt x="7734085" y="79630"/>
                  </a:lnTo>
                  <a:lnTo>
                    <a:pt x="7734210" y="79630"/>
                  </a:lnTo>
                  <a:lnTo>
                    <a:pt x="7734335" y="79630"/>
                  </a:lnTo>
                  <a:lnTo>
                    <a:pt x="7734460" y="79630"/>
                  </a:lnTo>
                  <a:lnTo>
                    <a:pt x="7734585" y="79630"/>
                  </a:lnTo>
                  <a:lnTo>
                    <a:pt x="7734710" y="79630"/>
                  </a:lnTo>
                  <a:lnTo>
                    <a:pt x="7734835" y="79630"/>
                  </a:lnTo>
                  <a:lnTo>
                    <a:pt x="7734960" y="79630"/>
                  </a:lnTo>
                  <a:lnTo>
                    <a:pt x="7735085" y="79630"/>
                  </a:lnTo>
                  <a:lnTo>
                    <a:pt x="7735210" y="79630"/>
                  </a:lnTo>
                  <a:lnTo>
                    <a:pt x="7735335" y="79630"/>
                  </a:lnTo>
                  <a:lnTo>
                    <a:pt x="7735460" y="79630"/>
                  </a:lnTo>
                  <a:lnTo>
                    <a:pt x="7735585" y="79630"/>
                  </a:lnTo>
                  <a:lnTo>
                    <a:pt x="7735711" y="79630"/>
                  </a:lnTo>
                  <a:lnTo>
                    <a:pt x="7735836" y="79630"/>
                  </a:lnTo>
                  <a:lnTo>
                    <a:pt x="7735961" y="79630"/>
                  </a:lnTo>
                  <a:lnTo>
                    <a:pt x="7736086" y="79630"/>
                  </a:lnTo>
                  <a:lnTo>
                    <a:pt x="7736211" y="79630"/>
                  </a:lnTo>
                  <a:lnTo>
                    <a:pt x="7736336" y="79630"/>
                  </a:lnTo>
                  <a:lnTo>
                    <a:pt x="7736461" y="79630"/>
                  </a:lnTo>
                  <a:lnTo>
                    <a:pt x="7736586" y="79630"/>
                  </a:lnTo>
                  <a:lnTo>
                    <a:pt x="7736711" y="79630"/>
                  </a:lnTo>
                  <a:lnTo>
                    <a:pt x="7736836" y="79630"/>
                  </a:lnTo>
                  <a:lnTo>
                    <a:pt x="7736961" y="79630"/>
                  </a:lnTo>
                  <a:lnTo>
                    <a:pt x="7737086" y="79630"/>
                  </a:lnTo>
                  <a:lnTo>
                    <a:pt x="7737211" y="79630"/>
                  </a:lnTo>
                  <a:lnTo>
                    <a:pt x="7737336" y="79630"/>
                  </a:lnTo>
                  <a:lnTo>
                    <a:pt x="7737461" y="79630"/>
                  </a:lnTo>
                  <a:lnTo>
                    <a:pt x="7737586" y="79630"/>
                  </a:lnTo>
                  <a:lnTo>
                    <a:pt x="7737711" y="79630"/>
                  </a:lnTo>
                  <a:lnTo>
                    <a:pt x="7737836" y="79630"/>
                  </a:lnTo>
                  <a:lnTo>
                    <a:pt x="7737961" y="79630"/>
                  </a:lnTo>
                  <a:lnTo>
                    <a:pt x="7738086" y="79630"/>
                  </a:lnTo>
                  <a:lnTo>
                    <a:pt x="7738211" y="79630"/>
                  </a:lnTo>
                  <a:lnTo>
                    <a:pt x="7738336" y="79630"/>
                  </a:lnTo>
                  <a:lnTo>
                    <a:pt x="7738461" y="79630"/>
                  </a:lnTo>
                  <a:lnTo>
                    <a:pt x="7738586" y="79630"/>
                  </a:lnTo>
                  <a:lnTo>
                    <a:pt x="7738712" y="79630"/>
                  </a:lnTo>
                  <a:lnTo>
                    <a:pt x="7738837" y="79630"/>
                  </a:lnTo>
                  <a:lnTo>
                    <a:pt x="7738962" y="79630"/>
                  </a:lnTo>
                  <a:lnTo>
                    <a:pt x="7739087" y="79630"/>
                  </a:lnTo>
                  <a:lnTo>
                    <a:pt x="7739212" y="79630"/>
                  </a:lnTo>
                  <a:lnTo>
                    <a:pt x="7739337" y="79630"/>
                  </a:lnTo>
                  <a:lnTo>
                    <a:pt x="7739462" y="79630"/>
                  </a:lnTo>
                  <a:lnTo>
                    <a:pt x="7739587" y="79630"/>
                  </a:lnTo>
                  <a:lnTo>
                    <a:pt x="7739712" y="79630"/>
                  </a:lnTo>
                  <a:lnTo>
                    <a:pt x="7739837" y="79630"/>
                  </a:lnTo>
                  <a:lnTo>
                    <a:pt x="7739962" y="79630"/>
                  </a:lnTo>
                  <a:lnTo>
                    <a:pt x="7740087" y="79630"/>
                  </a:lnTo>
                  <a:lnTo>
                    <a:pt x="7740212" y="79630"/>
                  </a:lnTo>
                  <a:lnTo>
                    <a:pt x="7740337" y="79630"/>
                  </a:lnTo>
                  <a:lnTo>
                    <a:pt x="7740462" y="79630"/>
                  </a:lnTo>
                  <a:lnTo>
                    <a:pt x="7740587" y="79630"/>
                  </a:lnTo>
                  <a:lnTo>
                    <a:pt x="7740712" y="79630"/>
                  </a:lnTo>
                  <a:lnTo>
                    <a:pt x="7740837" y="79630"/>
                  </a:lnTo>
                  <a:lnTo>
                    <a:pt x="7740962" y="79630"/>
                  </a:lnTo>
                  <a:lnTo>
                    <a:pt x="7741087" y="79630"/>
                  </a:lnTo>
                  <a:lnTo>
                    <a:pt x="7741212" y="79630"/>
                  </a:lnTo>
                  <a:lnTo>
                    <a:pt x="7741337" y="79630"/>
                  </a:lnTo>
                  <a:lnTo>
                    <a:pt x="7741462" y="79630"/>
                  </a:lnTo>
                  <a:lnTo>
                    <a:pt x="7741587" y="79630"/>
                  </a:lnTo>
                  <a:lnTo>
                    <a:pt x="7741713" y="79630"/>
                  </a:lnTo>
                  <a:lnTo>
                    <a:pt x="7741838" y="79630"/>
                  </a:lnTo>
                  <a:lnTo>
                    <a:pt x="7741963" y="79630"/>
                  </a:lnTo>
                  <a:lnTo>
                    <a:pt x="7742088" y="79630"/>
                  </a:lnTo>
                  <a:lnTo>
                    <a:pt x="7742213" y="79630"/>
                  </a:lnTo>
                  <a:lnTo>
                    <a:pt x="7742338" y="79630"/>
                  </a:lnTo>
                  <a:lnTo>
                    <a:pt x="7742463" y="79630"/>
                  </a:lnTo>
                  <a:lnTo>
                    <a:pt x="7742588" y="79630"/>
                  </a:lnTo>
                  <a:lnTo>
                    <a:pt x="7742713" y="79630"/>
                  </a:lnTo>
                  <a:lnTo>
                    <a:pt x="7742838" y="79630"/>
                  </a:lnTo>
                  <a:lnTo>
                    <a:pt x="7742963" y="79630"/>
                  </a:lnTo>
                  <a:lnTo>
                    <a:pt x="7743088" y="79630"/>
                  </a:lnTo>
                  <a:lnTo>
                    <a:pt x="7743213" y="79630"/>
                  </a:lnTo>
                  <a:lnTo>
                    <a:pt x="7743338" y="79630"/>
                  </a:lnTo>
                  <a:lnTo>
                    <a:pt x="7743463" y="79630"/>
                  </a:lnTo>
                  <a:lnTo>
                    <a:pt x="7743588" y="79630"/>
                  </a:lnTo>
                  <a:lnTo>
                    <a:pt x="7743713" y="79630"/>
                  </a:lnTo>
                  <a:lnTo>
                    <a:pt x="7743838" y="79630"/>
                  </a:lnTo>
                  <a:lnTo>
                    <a:pt x="7743963" y="79630"/>
                  </a:lnTo>
                  <a:lnTo>
                    <a:pt x="7744088" y="79630"/>
                  </a:lnTo>
                  <a:lnTo>
                    <a:pt x="7744213" y="79630"/>
                  </a:lnTo>
                  <a:lnTo>
                    <a:pt x="7744338" y="79630"/>
                  </a:lnTo>
                  <a:lnTo>
                    <a:pt x="7744463" y="79630"/>
                  </a:lnTo>
                  <a:lnTo>
                    <a:pt x="7744588" y="79630"/>
                  </a:lnTo>
                  <a:lnTo>
                    <a:pt x="7744714" y="79630"/>
                  </a:lnTo>
                  <a:lnTo>
                    <a:pt x="7744839" y="79630"/>
                  </a:lnTo>
                  <a:lnTo>
                    <a:pt x="7744964" y="79630"/>
                  </a:lnTo>
                  <a:lnTo>
                    <a:pt x="7745089" y="79630"/>
                  </a:lnTo>
                  <a:lnTo>
                    <a:pt x="7745214" y="79630"/>
                  </a:lnTo>
                  <a:lnTo>
                    <a:pt x="7745339" y="79630"/>
                  </a:lnTo>
                  <a:lnTo>
                    <a:pt x="7745464" y="79630"/>
                  </a:lnTo>
                  <a:lnTo>
                    <a:pt x="7745589" y="79630"/>
                  </a:lnTo>
                  <a:lnTo>
                    <a:pt x="7745714" y="79630"/>
                  </a:lnTo>
                  <a:lnTo>
                    <a:pt x="7745839" y="79630"/>
                  </a:lnTo>
                  <a:lnTo>
                    <a:pt x="7745964" y="79630"/>
                  </a:lnTo>
                  <a:lnTo>
                    <a:pt x="7746089" y="79630"/>
                  </a:lnTo>
                  <a:lnTo>
                    <a:pt x="7746214" y="79630"/>
                  </a:lnTo>
                  <a:lnTo>
                    <a:pt x="7746339" y="79630"/>
                  </a:lnTo>
                  <a:lnTo>
                    <a:pt x="7746464" y="79630"/>
                  </a:lnTo>
                  <a:lnTo>
                    <a:pt x="7746589" y="79630"/>
                  </a:lnTo>
                  <a:lnTo>
                    <a:pt x="7746714" y="79630"/>
                  </a:lnTo>
                  <a:lnTo>
                    <a:pt x="7746839" y="79630"/>
                  </a:lnTo>
                  <a:lnTo>
                    <a:pt x="7746964" y="79630"/>
                  </a:lnTo>
                  <a:lnTo>
                    <a:pt x="7747089" y="79630"/>
                  </a:lnTo>
                  <a:lnTo>
                    <a:pt x="7747214" y="79630"/>
                  </a:lnTo>
                  <a:lnTo>
                    <a:pt x="7747339" y="79630"/>
                  </a:lnTo>
                  <a:lnTo>
                    <a:pt x="7747464" y="79630"/>
                  </a:lnTo>
                  <a:lnTo>
                    <a:pt x="7747589" y="79630"/>
                  </a:lnTo>
                  <a:lnTo>
                    <a:pt x="7747715" y="79630"/>
                  </a:lnTo>
                  <a:lnTo>
                    <a:pt x="7747840" y="79630"/>
                  </a:lnTo>
                  <a:lnTo>
                    <a:pt x="7747965" y="79630"/>
                  </a:lnTo>
                  <a:lnTo>
                    <a:pt x="7748090" y="79630"/>
                  </a:lnTo>
                  <a:lnTo>
                    <a:pt x="7748215" y="79630"/>
                  </a:lnTo>
                  <a:lnTo>
                    <a:pt x="7748340" y="79630"/>
                  </a:lnTo>
                  <a:lnTo>
                    <a:pt x="7748465" y="79630"/>
                  </a:lnTo>
                  <a:lnTo>
                    <a:pt x="7748590" y="79630"/>
                  </a:lnTo>
                  <a:lnTo>
                    <a:pt x="7748715" y="79630"/>
                  </a:lnTo>
                  <a:lnTo>
                    <a:pt x="7748840" y="79630"/>
                  </a:lnTo>
                  <a:lnTo>
                    <a:pt x="7748965" y="79630"/>
                  </a:lnTo>
                  <a:lnTo>
                    <a:pt x="7749090" y="79630"/>
                  </a:lnTo>
                  <a:lnTo>
                    <a:pt x="7749215" y="79630"/>
                  </a:lnTo>
                  <a:lnTo>
                    <a:pt x="7749340" y="79630"/>
                  </a:lnTo>
                  <a:lnTo>
                    <a:pt x="7749465" y="79630"/>
                  </a:lnTo>
                  <a:lnTo>
                    <a:pt x="7749590" y="79630"/>
                  </a:lnTo>
                  <a:lnTo>
                    <a:pt x="7749715" y="79630"/>
                  </a:lnTo>
                  <a:lnTo>
                    <a:pt x="7749840" y="79630"/>
                  </a:lnTo>
                  <a:lnTo>
                    <a:pt x="7749965" y="79630"/>
                  </a:lnTo>
                  <a:lnTo>
                    <a:pt x="7750090" y="79630"/>
                  </a:lnTo>
                  <a:lnTo>
                    <a:pt x="7750215" y="79630"/>
                  </a:lnTo>
                  <a:lnTo>
                    <a:pt x="7750340" y="79630"/>
                  </a:lnTo>
                  <a:lnTo>
                    <a:pt x="7750465" y="79630"/>
                  </a:lnTo>
                  <a:lnTo>
                    <a:pt x="7750590" y="79630"/>
                  </a:lnTo>
                  <a:lnTo>
                    <a:pt x="7750716" y="79630"/>
                  </a:lnTo>
                  <a:lnTo>
                    <a:pt x="7750841" y="79630"/>
                  </a:lnTo>
                  <a:lnTo>
                    <a:pt x="7750966" y="79630"/>
                  </a:lnTo>
                  <a:lnTo>
                    <a:pt x="7751091" y="79630"/>
                  </a:lnTo>
                  <a:lnTo>
                    <a:pt x="7751216" y="79630"/>
                  </a:lnTo>
                  <a:lnTo>
                    <a:pt x="7751341" y="79630"/>
                  </a:lnTo>
                  <a:lnTo>
                    <a:pt x="7751466" y="79630"/>
                  </a:lnTo>
                  <a:lnTo>
                    <a:pt x="7751591" y="79630"/>
                  </a:lnTo>
                  <a:lnTo>
                    <a:pt x="7751716" y="79630"/>
                  </a:lnTo>
                  <a:lnTo>
                    <a:pt x="7751841" y="79630"/>
                  </a:lnTo>
                  <a:lnTo>
                    <a:pt x="7751966" y="79630"/>
                  </a:lnTo>
                  <a:lnTo>
                    <a:pt x="7752091" y="79630"/>
                  </a:lnTo>
                  <a:lnTo>
                    <a:pt x="7752216" y="79630"/>
                  </a:lnTo>
                  <a:lnTo>
                    <a:pt x="7752341" y="79630"/>
                  </a:lnTo>
                  <a:lnTo>
                    <a:pt x="7752466" y="79630"/>
                  </a:lnTo>
                  <a:lnTo>
                    <a:pt x="7752591" y="79630"/>
                  </a:lnTo>
                  <a:lnTo>
                    <a:pt x="7752716" y="79630"/>
                  </a:lnTo>
                  <a:lnTo>
                    <a:pt x="7752841" y="79630"/>
                  </a:lnTo>
                  <a:lnTo>
                    <a:pt x="7752966" y="79630"/>
                  </a:lnTo>
                  <a:lnTo>
                    <a:pt x="7753091" y="79630"/>
                  </a:lnTo>
                  <a:lnTo>
                    <a:pt x="7753216" y="79630"/>
                  </a:lnTo>
                  <a:lnTo>
                    <a:pt x="7753341" y="79630"/>
                  </a:lnTo>
                  <a:lnTo>
                    <a:pt x="7753466" y="79630"/>
                  </a:lnTo>
                  <a:lnTo>
                    <a:pt x="7753591" y="79630"/>
                  </a:lnTo>
                  <a:lnTo>
                    <a:pt x="7753717" y="79630"/>
                  </a:lnTo>
                  <a:lnTo>
                    <a:pt x="7753842" y="79630"/>
                  </a:lnTo>
                  <a:lnTo>
                    <a:pt x="7753967" y="79630"/>
                  </a:lnTo>
                  <a:lnTo>
                    <a:pt x="7754092" y="79630"/>
                  </a:lnTo>
                  <a:lnTo>
                    <a:pt x="7754217" y="79630"/>
                  </a:lnTo>
                  <a:lnTo>
                    <a:pt x="7754342" y="79630"/>
                  </a:lnTo>
                  <a:lnTo>
                    <a:pt x="7754467" y="79630"/>
                  </a:lnTo>
                  <a:lnTo>
                    <a:pt x="7754592" y="79630"/>
                  </a:lnTo>
                  <a:lnTo>
                    <a:pt x="7754717" y="79630"/>
                  </a:lnTo>
                  <a:lnTo>
                    <a:pt x="7754842" y="79630"/>
                  </a:lnTo>
                  <a:lnTo>
                    <a:pt x="7754967" y="79630"/>
                  </a:lnTo>
                  <a:lnTo>
                    <a:pt x="7755092" y="79630"/>
                  </a:lnTo>
                  <a:lnTo>
                    <a:pt x="7755217" y="79630"/>
                  </a:lnTo>
                  <a:lnTo>
                    <a:pt x="7755342" y="79630"/>
                  </a:lnTo>
                  <a:lnTo>
                    <a:pt x="7755467" y="79630"/>
                  </a:lnTo>
                  <a:lnTo>
                    <a:pt x="7755592" y="79630"/>
                  </a:lnTo>
                  <a:lnTo>
                    <a:pt x="7755717" y="79630"/>
                  </a:lnTo>
                  <a:lnTo>
                    <a:pt x="7755842" y="79630"/>
                  </a:lnTo>
                  <a:lnTo>
                    <a:pt x="7755967" y="79630"/>
                  </a:lnTo>
                  <a:lnTo>
                    <a:pt x="7756092" y="79630"/>
                  </a:lnTo>
                  <a:lnTo>
                    <a:pt x="7756217" y="79630"/>
                  </a:lnTo>
                  <a:lnTo>
                    <a:pt x="7756342" y="79630"/>
                  </a:lnTo>
                  <a:lnTo>
                    <a:pt x="7756467" y="79630"/>
                  </a:lnTo>
                  <a:lnTo>
                    <a:pt x="7756592" y="79630"/>
                  </a:lnTo>
                  <a:lnTo>
                    <a:pt x="7756718" y="79630"/>
                  </a:lnTo>
                  <a:lnTo>
                    <a:pt x="7756843" y="79630"/>
                  </a:lnTo>
                  <a:lnTo>
                    <a:pt x="7756968" y="79630"/>
                  </a:lnTo>
                  <a:lnTo>
                    <a:pt x="7757093" y="79630"/>
                  </a:lnTo>
                  <a:lnTo>
                    <a:pt x="7757218" y="79630"/>
                  </a:lnTo>
                  <a:lnTo>
                    <a:pt x="7757343" y="79630"/>
                  </a:lnTo>
                  <a:lnTo>
                    <a:pt x="7757468" y="79630"/>
                  </a:lnTo>
                  <a:lnTo>
                    <a:pt x="7757593" y="79630"/>
                  </a:lnTo>
                  <a:lnTo>
                    <a:pt x="7757718" y="79630"/>
                  </a:lnTo>
                  <a:lnTo>
                    <a:pt x="7757843" y="79630"/>
                  </a:lnTo>
                  <a:lnTo>
                    <a:pt x="7757968" y="79630"/>
                  </a:lnTo>
                  <a:lnTo>
                    <a:pt x="7758093" y="79630"/>
                  </a:lnTo>
                  <a:lnTo>
                    <a:pt x="7758218" y="79630"/>
                  </a:lnTo>
                  <a:lnTo>
                    <a:pt x="7758343" y="79630"/>
                  </a:lnTo>
                  <a:lnTo>
                    <a:pt x="7758468" y="79630"/>
                  </a:lnTo>
                  <a:lnTo>
                    <a:pt x="7758593" y="79630"/>
                  </a:lnTo>
                  <a:lnTo>
                    <a:pt x="7758718" y="79630"/>
                  </a:lnTo>
                  <a:lnTo>
                    <a:pt x="7758843" y="79630"/>
                  </a:lnTo>
                  <a:lnTo>
                    <a:pt x="7758968" y="79630"/>
                  </a:lnTo>
                  <a:lnTo>
                    <a:pt x="7759093" y="79630"/>
                  </a:lnTo>
                  <a:lnTo>
                    <a:pt x="7759218" y="79630"/>
                  </a:lnTo>
                  <a:lnTo>
                    <a:pt x="7759343" y="79630"/>
                  </a:lnTo>
                  <a:lnTo>
                    <a:pt x="7759468" y="79630"/>
                  </a:lnTo>
                  <a:lnTo>
                    <a:pt x="7759593" y="79630"/>
                  </a:lnTo>
                  <a:lnTo>
                    <a:pt x="7759719" y="79630"/>
                  </a:lnTo>
                  <a:lnTo>
                    <a:pt x="7759844" y="79630"/>
                  </a:lnTo>
                  <a:lnTo>
                    <a:pt x="7759969" y="79630"/>
                  </a:lnTo>
                  <a:lnTo>
                    <a:pt x="7760094" y="79630"/>
                  </a:lnTo>
                  <a:lnTo>
                    <a:pt x="7760219" y="79630"/>
                  </a:lnTo>
                  <a:lnTo>
                    <a:pt x="7760344" y="79630"/>
                  </a:lnTo>
                  <a:lnTo>
                    <a:pt x="7760469" y="79630"/>
                  </a:lnTo>
                  <a:lnTo>
                    <a:pt x="7760594" y="79630"/>
                  </a:lnTo>
                  <a:lnTo>
                    <a:pt x="7760719" y="79630"/>
                  </a:lnTo>
                  <a:lnTo>
                    <a:pt x="7760844" y="79630"/>
                  </a:lnTo>
                  <a:lnTo>
                    <a:pt x="7760969" y="79630"/>
                  </a:lnTo>
                  <a:lnTo>
                    <a:pt x="7761094" y="79630"/>
                  </a:lnTo>
                  <a:lnTo>
                    <a:pt x="7761219" y="79630"/>
                  </a:lnTo>
                  <a:lnTo>
                    <a:pt x="7761344" y="79630"/>
                  </a:lnTo>
                  <a:lnTo>
                    <a:pt x="7761469" y="79630"/>
                  </a:lnTo>
                  <a:lnTo>
                    <a:pt x="7761594" y="79630"/>
                  </a:lnTo>
                  <a:lnTo>
                    <a:pt x="7761719" y="79630"/>
                  </a:lnTo>
                  <a:lnTo>
                    <a:pt x="7761844" y="79630"/>
                  </a:lnTo>
                  <a:lnTo>
                    <a:pt x="7761969" y="79630"/>
                  </a:lnTo>
                  <a:lnTo>
                    <a:pt x="7762094" y="79630"/>
                  </a:lnTo>
                  <a:lnTo>
                    <a:pt x="7762219" y="79630"/>
                  </a:lnTo>
                  <a:lnTo>
                    <a:pt x="7762344" y="79630"/>
                  </a:lnTo>
                  <a:lnTo>
                    <a:pt x="7762469" y="79630"/>
                  </a:lnTo>
                  <a:lnTo>
                    <a:pt x="7762595" y="79630"/>
                  </a:lnTo>
                  <a:lnTo>
                    <a:pt x="7762720" y="79630"/>
                  </a:lnTo>
                  <a:lnTo>
                    <a:pt x="7762845" y="79630"/>
                  </a:lnTo>
                  <a:lnTo>
                    <a:pt x="7762970" y="79630"/>
                  </a:lnTo>
                  <a:lnTo>
                    <a:pt x="7763095" y="79630"/>
                  </a:lnTo>
                  <a:lnTo>
                    <a:pt x="7763220" y="79630"/>
                  </a:lnTo>
                  <a:lnTo>
                    <a:pt x="7763345" y="79630"/>
                  </a:lnTo>
                  <a:lnTo>
                    <a:pt x="7763470" y="79630"/>
                  </a:lnTo>
                  <a:lnTo>
                    <a:pt x="7763595" y="79630"/>
                  </a:lnTo>
                  <a:lnTo>
                    <a:pt x="7763720" y="79630"/>
                  </a:lnTo>
                  <a:lnTo>
                    <a:pt x="7763845" y="79630"/>
                  </a:lnTo>
                  <a:lnTo>
                    <a:pt x="7763970" y="79630"/>
                  </a:lnTo>
                  <a:lnTo>
                    <a:pt x="7764095" y="79630"/>
                  </a:lnTo>
                  <a:lnTo>
                    <a:pt x="7764220" y="79630"/>
                  </a:lnTo>
                  <a:lnTo>
                    <a:pt x="7764345" y="79630"/>
                  </a:lnTo>
                  <a:lnTo>
                    <a:pt x="7764470" y="79630"/>
                  </a:lnTo>
                  <a:lnTo>
                    <a:pt x="7764595" y="79630"/>
                  </a:lnTo>
                  <a:lnTo>
                    <a:pt x="7764720" y="79630"/>
                  </a:lnTo>
                  <a:lnTo>
                    <a:pt x="7764845" y="79630"/>
                  </a:lnTo>
                  <a:lnTo>
                    <a:pt x="7764970" y="79630"/>
                  </a:lnTo>
                  <a:lnTo>
                    <a:pt x="7765095" y="79630"/>
                  </a:lnTo>
                  <a:lnTo>
                    <a:pt x="7765220" y="79630"/>
                  </a:lnTo>
                  <a:lnTo>
                    <a:pt x="7765345" y="79630"/>
                  </a:lnTo>
                  <a:lnTo>
                    <a:pt x="7765470" y="79630"/>
                  </a:lnTo>
                  <a:lnTo>
                    <a:pt x="7765596" y="79630"/>
                  </a:lnTo>
                  <a:lnTo>
                    <a:pt x="7765721" y="79630"/>
                  </a:lnTo>
                  <a:lnTo>
                    <a:pt x="7765846" y="79630"/>
                  </a:lnTo>
                  <a:lnTo>
                    <a:pt x="7765971" y="79630"/>
                  </a:lnTo>
                  <a:lnTo>
                    <a:pt x="7766096" y="79630"/>
                  </a:lnTo>
                  <a:lnTo>
                    <a:pt x="7766221" y="79630"/>
                  </a:lnTo>
                  <a:lnTo>
                    <a:pt x="7766346" y="79630"/>
                  </a:lnTo>
                  <a:lnTo>
                    <a:pt x="7766471" y="79630"/>
                  </a:lnTo>
                  <a:lnTo>
                    <a:pt x="7766596" y="79630"/>
                  </a:lnTo>
                  <a:lnTo>
                    <a:pt x="7766721" y="79630"/>
                  </a:lnTo>
                  <a:lnTo>
                    <a:pt x="7766846" y="79630"/>
                  </a:lnTo>
                  <a:lnTo>
                    <a:pt x="7766971" y="79630"/>
                  </a:lnTo>
                  <a:lnTo>
                    <a:pt x="7767096" y="79630"/>
                  </a:lnTo>
                  <a:lnTo>
                    <a:pt x="7767221" y="79630"/>
                  </a:lnTo>
                  <a:lnTo>
                    <a:pt x="7767346" y="79630"/>
                  </a:lnTo>
                  <a:lnTo>
                    <a:pt x="7767471" y="79630"/>
                  </a:lnTo>
                  <a:lnTo>
                    <a:pt x="7767596" y="79630"/>
                  </a:lnTo>
                  <a:lnTo>
                    <a:pt x="7767721" y="79630"/>
                  </a:lnTo>
                  <a:lnTo>
                    <a:pt x="7767846" y="79630"/>
                  </a:lnTo>
                  <a:lnTo>
                    <a:pt x="7767971" y="79630"/>
                  </a:lnTo>
                  <a:lnTo>
                    <a:pt x="7768096" y="79630"/>
                  </a:lnTo>
                  <a:lnTo>
                    <a:pt x="7768221" y="79630"/>
                  </a:lnTo>
                  <a:lnTo>
                    <a:pt x="7768346" y="79630"/>
                  </a:lnTo>
                  <a:lnTo>
                    <a:pt x="7768471" y="79630"/>
                  </a:lnTo>
                  <a:lnTo>
                    <a:pt x="7768597" y="79630"/>
                  </a:lnTo>
                  <a:lnTo>
                    <a:pt x="7768722" y="79630"/>
                  </a:lnTo>
                  <a:lnTo>
                    <a:pt x="7768847" y="79630"/>
                  </a:lnTo>
                  <a:lnTo>
                    <a:pt x="7768972" y="79630"/>
                  </a:lnTo>
                  <a:lnTo>
                    <a:pt x="7769097" y="79630"/>
                  </a:lnTo>
                  <a:lnTo>
                    <a:pt x="7769222" y="79630"/>
                  </a:lnTo>
                  <a:lnTo>
                    <a:pt x="7769347" y="79630"/>
                  </a:lnTo>
                  <a:lnTo>
                    <a:pt x="7769472" y="79630"/>
                  </a:lnTo>
                  <a:lnTo>
                    <a:pt x="7769597" y="79630"/>
                  </a:lnTo>
                  <a:lnTo>
                    <a:pt x="7769722" y="79630"/>
                  </a:lnTo>
                  <a:lnTo>
                    <a:pt x="7769847" y="79630"/>
                  </a:lnTo>
                  <a:lnTo>
                    <a:pt x="7769972" y="79630"/>
                  </a:lnTo>
                  <a:lnTo>
                    <a:pt x="7770097" y="79630"/>
                  </a:lnTo>
                  <a:lnTo>
                    <a:pt x="7770222" y="79630"/>
                  </a:lnTo>
                  <a:lnTo>
                    <a:pt x="7770347" y="79630"/>
                  </a:lnTo>
                  <a:lnTo>
                    <a:pt x="7770472" y="79630"/>
                  </a:lnTo>
                  <a:lnTo>
                    <a:pt x="7770597" y="79630"/>
                  </a:lnTo>
                  <a:lnTo>
                    <a:pt x="7770722" y="79630"/>
                  </a:lnTo>
                  <a:lnTo>
                    <a:pt x="7770847" y="79630"/>
                  </a:lnTo>
                  <a:lnTo>
                    <a:pt x="7770972" y="79630"/>
                  </a:lnTo>
                  <a:lnTo>
                    <a:pt x="7771097" y="79630"/>
                  </a:lnTo>
                  <a:lnTo>
                    <a:pt x="7771222" y="79630"/>
                  </a:lnTo>
                  <a:lnTo>
                    <a:pt x="7771347" y="79630"/>
                  </a:lnTo>
                  <a:lnTo>
                    <a:pt x="7771472" y="79630"/>
                  </a:lnTo>
                  <a:lnTo>
                    <a:pt x="7771598" y="79630"/>
                  </a:lnTo>
                  <a:lnTo>
                    <a:pt x="7771723" y="79630"/>
                  </a:lnTo>
                  <a:lnTo>
                    <a:pt x="7771848" y="79630"/>
                  </a:lnTo>
                  <a:lnTo>
                    <a:pt x="7771973" y="79630"/>
                  </a:lnTo>
                  <a:lnTo>
                    <a:pt x="7772098" y="79630"/>
                  </a:lnTo>
                  <a:lnTo>
                    <a:pt x="7772223" y="79630"/>
                  </a:lnTo>
                  <a:lnTo>
                    <a:pt x="7772348" y="79630"/>
                  </a:lnTo>
                  <a:lnTo>
                    <a:pt x="7772473" y="79630"/>
                  </a:lnTo>
                  <a:lnTo>
                    <a:pt x="7772598" y="79630"/>
                  </a:lnTo>
                  <a:lnTo>
                    <a:pt x="7772723" y="79630"/>
                  </a:lnTo>
                  <a:lnTo>
                    <a:pt x="7772848" y="79630"/>
                  </a:lnTo>
                  <a:lnTo>
                    <a:pt x="7772973" y="79630"/>
                  </a:lnTo>
                  <a:lnTo>
                    <a:pt x="7773098" y="79630"/>
                  </a:lnTo>
                  <a:lnTo>
                    <a:pt x="7773223" y="79630"/>
                  </a:lnTo>
                  <a:lnTo>
                    <a:pt x="7773223" y="69676"/>
                  </a:lnTo>
                  <a:lnTo>
                    <a:pt x="7773348" y="69676"/>
                  </a:lnTo>
                  <a:lnTo>
                    <a:pt x="7773473" y="69676"/>
                  </a:lnTo>
                  <a:lnTo>
                    <a:pt x="7773598" y="69676"/>
                  </a:lnTo>
                  <a:lnTo>
                    <a:pt x="7773723" y="69676"/>
                  </a:lnTo>
                  <a:lnTo>
                    <a:pt x="7773848" y="69676"/>
                  </a:lnTo>
                  <a:lnTo>
                    <a:pt x="7773973" y="69676"/>
                  </a:lnTo>
                  <a:lnTo>
                    <a:pt x="7774098" y="69676"/>
                  </a:lnTo>
                  <a:lnTo>
                    <a:pt x="7774223" y="69676"/>
                  </a:lnTo>
                  <a:lnTo>
                    <a:pt x="7774348" y="69676"/>
                  </a:lnTo>
                  <a:lnTo>
                    <a:pt x="7774473" y="69676"/>
                  </a:lnTo>
                  <a:lnTo>
                    <a:pt x="7774599" y="69676"/>
                  </a:lnTo>
                  <a:lnTo>
                    <a:pt x="7774724" y="69676"/>
                  </a:lnTo>
                  <a:lnTo>
                    <a:pt x="7774849" y="69676"/>
                  </a:lnTo>
                  <a:lnTo>
                    <a:pt x="7774974" y="69676"/>
                  </a:lnTo>
                  <a:lnTo>
                    <a:pt x="7775099" y="69676"/>
                  </a:lnTo>
                  <a:lnTo>
                    <a:pt x="7775224" y="69676"/>
                  </a:lnTo>
                  <a:lnTo>
                    <a:pt x="7775349" y="69676"/>
                  </a:lnTo>
                  <a:lnTo>
                    <a:pt x="7775474" y="69676"/>
                  </a:lnTo>
                  <a:lnTo>
                    <a:pt x="7775599" y="69676"/>
                  </a:lnTo>
                  <a:lnTo>
                    <a:pt x="7775724" y="69676"/>
                  </a:lnTo>
                  <a:lnTo>
                    <a:pt x="7775849" y="69676"/>
                  </a:lnTo>
                  <a:lnTo>
                    <a:pt x="7775974" y="69676"/>
                  </a:lnTo>
                  <a:lnTo>
                    <a:pt x="7776099" y="69676"/>
                  </a:lnTo>
                  <a:lnTo>
                    <a:pt x="7776224" y="69676"/>
                  </a:lnTo>
                  <a:lnTo>
                    <a:pt x="7776349" y="69676"/>
                  </a:lnTo>
                  <a:lnTo>
                    <a:pt x="7776474" y="69676"/>
                  </a:lnTo>
                  <a:lnTo>
                    <a:pt x="7776599" y="69676"/>
                  </a:lnTo>
                  <a:lnTo>
                    <a:pt x="7776724" y="69676"/>
                  </a:lnTo>
                  <a:lnTo>
                    <a:pt x="7776849" y="69676"/>
                  </a:lnTo>
                  <a:lnTo>
                    <a:pt x="7776974" y="69676"/>
                  </a:lnTo>
                  <a:lnTo>
                    <a:pt x="7777099" y="69676"/>
                  </a:lnTo>
                  <a:lnTo>
                    <a:pt x="7777224" y="69676"/>
                  </a:lnTo>
                  <a:lnTo>
                    <a:pt x="7777349" y="69676"/>
                  </a:lnTo>
                  <a:lnTo>
                    <a:pt x="7777474" y="69676"/>
                  </a:lnTo>
                  <a:lnTo>
                    <a:pt x="7777600" y="69676"/>
                  </a:lnTo>
                  <a:lnTo>
                    <a:pt x="7777725" y="69676"/>
                  </a:lnTo>
                  <a:lnTo>
                    <a:pt x="7777850" y="69676"/>
                  </a:lnTo>
                  <a:lnTo>
                    <a:pt x="7777975" y="69676"/>
                  </a:lnTo>
                  <a:lnTo>
                    <a:pt x="7778100" y="69676"/>
                  </a:lnTo>
                  <a:lnTo>
                    <a:pt x="7778225" y="69676"/>
                  </a:lnTo>
                  <a:lnTo>
                    <a:pt x="7778350" y="69676"/>
                  </a:lnTo>
                  <a:lnTo>
                    <a:pt x="7778475" y="69676"/>
                  </a:lnTo>
                  <a:lnTo>
                    <a:pt x="7778600" y="69676"/>
                  </a:lnTo>
                  <a:lnTo>
                    <a:pt x="7778725" y="69676"/>
                  </a:lnTo>
                  <a:lnTo>
                    <a:pt x="7778850" y="69676"/>
                  </a:lnTo>
                  <a:lnTo>
                    <a:pt x="7778975" y="69676"/>
                  </a:lnTo>
                  <a:lnTo>
                    <a:pt x="7779100" y="69676"/>
                  </a:lnTo>
                  <a:lnTo>
                    <a:pt x="7779225" y="69676"/>
                  </a:lnTo>
                  <a:lnTo>
                    <a:pt x="7779350" y="69676"/>
                  </a:lnTo>
                  <a:lnTo>
                    <a:pt x="7779475" y="69676"/>
                  </a:lnTo>
                  <a:lnTo>
                    <a:pt x="7779600" y="69676"/>
                  </a:lnTo>
                  <a:lnTo>
                    <a:pt x="7779725" y="69676"/>
                  </a:lnTo>
                  <a:lnTo>
                    <a:pt x="7779850" y="69676"/>
                  </a:lnTo>
                  <a:lnTo>
                    <a:pt x="7779975" y="69676"/>
                  </a:lnTo>
                  <a:lnTo>
                    <a:pt x="7780100" y="69676"/>
                  </a:lnTo>
                  <a:lnTo>
                    <a:pt x="7780225" y="69676"/>
                  </a:lnTo>
                  <a:lnTo>
                    <a:pt x="7780350" y="69676"/>
                  </a:lnTo>
                  <a:lnTo>
                    <a:pt x="7780475" y="69676"/>
                  </a:lnTo>
                  <a:lnTo>
                    <a:pt x="7780601" y="69676"/>
                  </a:lnTo>
                  <a:lnTo>
                    <a:pt x="7780726" y="69676"/>
                  </a:lnTo>
                  <a:lnTo>
                    <a:pt x="7780851" y="69676"/>
                  </a:lnTo>
                  <a:lnTo>
                    <a:pt x="7780976" y="69676"/>
                  </a:lnTo>
                  <a:lnTo>
                    <a:pt x="7781101" y="69676"/>
                  </a:lnTo>
                  <a:lnTo>
                    <a:pt x="7781226" y="69676"/>
                  </a:lnTo>
                  <a:lnTo>
                    <a:pt x="7781351" y="69676"/>
                  </a:lnTo>
                  <a:lnTo>
                    <a:pt x="7781476" y="69676"/>
                  </a:lnTo>
                  <a:lnTo>
                    <a:pt x="7781601" y="69676"/>
                  </a:lnTo>
                  <a:lnTo>
                    <a:pt x="7781726" y="69676"/>
                  </a:lnTo>
                  <a:lnTo>
                    <a:pt x="7781851" y="69676"/>
                  </a:lnTo>
                  <a:lnTo>
                    <a:pt x="7781976" y="69676"/>
                  </a:lnTo>
                  <a:lnTo>
                    <a:pt x="7782101" y="69676"/>
                  </a:lnTo>
                  <a:lnTo>
                    <a:pt x="7782226" y="69676"/>
                  </a:lnTo>
                  <a:lnTo>
                    <a:pt x="7782351" y="69676"/>
                  </a:lnTo>
                  <a:lnTo>
                    <a:pt x="7782476" y="69676"/>
                  </a:lnTo>
                  <a:lnTo>
                    <a:pt x="7782601" y="69676"/>
                  </a:lnTo>
                  <a:lnTo>
                    <a:pt x="7782726" y="69676"/>
                  </a:lnTo>
                  <a:lnTo>
                    <a:pt x="7782851" y="69676"/>
                  </a:lnTo>
                  <a:lnTo>
                    <a:pt x="7782976" y="69676"/>
                  </a:lnTo>
                  <a:lnTo>
                    <a:pt x="7783101" y="69676"/>
                  </a:lnTo>
                  <a:lnTo>
                    <a:pt x="7783226" y="69676"/>
                  </a:lnTo>
                  <a:lnTo>
                    <a:pt x="7783351" y="69676"/>
                  </a:lnTo>
                  <a:lnTo>
                    <a:pt x="7783476" y="69676"/>
                  </a:lnTo>
                  <a:lnTo>
                    <a:pt x="7783602" y="69676"/>
                  </a:lnTo>
                  <a:lnTo>
                    <a:pt x="7783727" y="69676"/>
                  </a:lnTo>
                  <a:lnTo>
                    <a:pt x="7783852" y="69676"/>
                  </a:lnTo>
                  <a:lnTo>
                    <a:pt x="7783977" y="69676"/>
                  </a:lnTo>
                  <a:lnTo>
                    <a:pt x="7784102" y="69676"/>
                  </a:lnTo>
                  <a:lnTo>
                    <a:pt x="7784227" y="69676"/>
                  </a:lnTo>
                  <a:lnTo>
                    <a:pt x="7784352" y="69676"/>
                  </a:lnTo>
                  <a:lnTo>
                    <a:pt x="7784477" y="69676"/>
                  </a:lnTo>
                  <a:lnTo>
                    <a:pt x="7784602" y="69676"/>
                  </a:lnTo>
                  <a:lnTo>
                    <a:pt x="7784727" y="69676"/>
                  </a:lnTo>
                  <a:lnTo>
                    <a:pt x="7784852" y="69676"/>
                  </a:lnTo>
                  <a:lnTo>
                    <a:pt x="7784977" y="69676"/>
                  </a:lnTo>
                  <a:lnTo>
                    <a:pt x="7785102" y="69676"/>
                  </a:lnTo>
                  <a:lnTo>
                    <a:pt x="7785227" y="69676"/>
                  </a:lnTo>
                  <a:lnTo>
                    <a:pt x="7785352" y="69676"/>
                  </a:lnTo>
                  <a:lnTo>
                    <a:pt x="7785477" y="69676"/>
                  </a:lnTo>
                  <a:lnTo>
                    <a:pt x="7785602" y="69676"/>
                  </a:lnTo>
                  <a:lnTo>
                    <a:pt x="7785727" y="69676"/>
                  </a:lnTo>
                  <a:lnTo>
                    <a:pt x="7785852" y="69676"/>
                  </a:lnTo>
                  <a:lnTo>
                    <a:pt x="7785977" y="69676"/>
                  </a:lnTo>
                  <a:lnTo>
                    <a:pt x="7786102" y="69676"/>
                  </a:lnTo>
                  <a:lnTo>
                    <a:pt x="7786227" y="69676"/>
                  </a:lnTo>
                  <a:lnTo>
                    <a:pt x="7786352" y="69676"/>
                  </a:lnTo>
                  <a:lnTo>
                    <a:pt x="7786477" y="69676"/>
                  </a:lnTo>
                  <a:lnTo>
                    <a:pt x="7786603" y="69676"/>
                  </a:lnTo>
                  <a:lnTo>
                    <a:pt x="7786728" y="69676"/>
                  </a:lnTo>
                  <a:lnTo>
                    <a:pt x="7786853" y="69676"/>
                  </a:lnTo>
                  <a:lnTo>
                    <a:pt x="7786978" y="69676"/>
                  </a:lnTo>
                  <a:lnTo>
                    <a:pt x="7787103" y="69676"/>
                  </a:lnTo>
                  <a:lnTo>
                    <a:pt x="7787228" y="69676"/>
                  </a:lnTo>
                  <a:lnTo>
                    <a:pt x="7787353" y="69676"/>
                  </a:lnTo>
                  <a:lnTo>
                    <a:pt x="7787478" y="69676"/>
                  </a:lnTo>
                  <a:lnTo>
                    <a:pt x="7787603" y="69676"/>
                  </a:lnTo>
                  <a:lnTo>
                    <a:pt x="7787728" y="69676"/>
                  </a:lnTo>
                  <a:lnTo>
                    <a:pt x="7787853" y="69676"/>
                  </a:lnTo>
                  <a:lnTo>
                    <a:pt x="7787978" y="69676"/>
                  </a:lnTo>
                  <a:lnTo>
                    <a:pt x="7788103" y="69676"/>
                  </a:lnTo>
                  <a:lnTo>
                    <a:pt x="7788228" y="69676"/>
                  </a:lnTo>
                  <a:lnTo>
                    <a:pt x="7788353" y="69676"/>
                  </a:lnTo>
                  <a:lnTo>
                    <a:pt x="7788478" y="69676"/>
                  </a:lnTo>
                  <a:lnTo>
                    <a:pt x="7788603" y="69676"/>
                  </a:lnTo>
                  <a:lnTo>
                    <a:pt x="7788728" y="69676"/>
                  </a:lnTo>
                  <a:lnTo>
                    <a:pt x="7788853" y="69676"/>
                  </a:lnTo>
                  <a:lnTo>
                    <a:pt x="7788978" y="69676"/>
                  </a:lnTo>
                  <a:lnTo>
                    <a:pt x="7789103" y="69676"/>
                  </a:lnTo>
                  <a:lnTo>
                    <a:pt x="7789228" y="69676"/>
                  </a:lnTo>
                  <a:lnTo>
                    <a:pt x="7789353" y="69676"/>
                  </a:lnTo>
                  <a:lnTo>
                    <a:pt x="7789478" y="69676"/>
                  </a:lnTo>
                  <a:lnTo>
                    <a:pt x="7789604" y="69676"/>
                  </a:lnTo>
                  <a:lnTo>
                    <a:pt x="7789729" y="69676"/>
                  </a:lnTo>
                  <a:lnTo>
                    <a:pt x="7789854" y="69676"/>
                  </a:lnTo>
                  <a:lnTo>
                    <a:pt x="7789979" y="69676"/>
                  </a:lnTo>
                  <a:lnTo>
                    <a:pt x="7790104" y="69676"/>
                  </a:lnTo>
                  <a:lnTo>
                    <a:pt x="7790229" y="69676"/>
                  </a:lnTo>
                  <a:lnTo>
                    <a:pt x="7790354" y="69676"/>
                  </a:lnTo>
                  <a:lnTo>
                    <a:pt x="7790479" y="69676"/>
                  </a:lnTo>
                  <a:lnTo>
                    <a:pt x="7790604" y="69676"/>
                  </a:lnTo>
                  <a:lnTo>
                    <a:pt x="7790729" y="69676"/>
                  </a:lnTo>
                  <a:lnTo>
                    <a:pt x="7790854" y="69676"/>
                  </a:lnTo>
                  <a:lnTo>
                    <a:pt x="7790979" y="69676"/>
                  </a:lnTo>
                  <a:lnTo>
                    <a:pt x="7791104" y="69676"/>
                  </a:lnTo>
                  <a:lnTo>
                    <a:pt x="7791229" y="69676"/>
                  </a:lnTo>
                  <a:lnTo>
                    <a:pt x="7791354" y="69676"/>
                  </a:lnTo>
                  <a:lnTo>
                    <a:pt x="7791479" y="69676"/>
                  </a:lnTo>
                  <a:lnTo>
                    <a:pt x="7791604" y="69676"/>
                  </a:lnTo>
                  <a:lnTo>
                    <a:pt x="7791729" y="69676"/>
                  </a:lnTo>
                  <a:lnTo>
                    <a:pt x="7791854" y="69676"/>
                  </a:lnTo>
                  <a:lnTo>
                    <a:pt x="7791979" y="69676"/>
                  </a:lnTo>
                  <a:lnTo>
                    <a:pt x="7792104" y="69676"/>
                  </a:lnTo>
                  <a:lnTo>
                    <a:pt x="7792229" y="69676"/>
                  </a:lnTo>
                  <a:lnTo>
                    <a:pt x="7792354" y="69676"/>
                  </a:lnTo>
                  <a:lnTo>
                    <a:pt x="7792479" y="69676"/>
                  </a:lnTo>
                  <a:lnTo>
                    <a:pt x="7792605" y="69676"/>
                  </a:lnTo>
                  <a:lnTo>
                    <a:pt x="7792730" y="69676"/>
                  </a:lnTo>
                  <a:lnTo>
                    <a:pt x="7792855" y="69676"/>
                  </a:lnTo>
                  <a:lnTo>
                    <a:pt x="7792980" y="69676"/>
                  </a:lnTo>
                  <a:lnTo>
                    <a:pt x="7793105" y="69676"/>
                  </a:lnTo>
                  <a:lnTo>
                    <a:pt x="7793230" y="69676"/>
                  </a:lnTo>
                  <a:lnTo>
                    <a:pt x="7793355" y="69676"/>
                  </a:lnTo>
                  <a:lnTo>
                    <a:pt x="7793480" y="69676"/>
                  </a:lnTo>
                  <a:lnTo>
                    <a:pt x="7793605" y="69676"/>
                  </a:lnTo>
                  <a:lnTo>
                    <a:pt x="7793730" y="69676"/>
                  </a:lnTo>
                  <a:lnTo>
                    <a:pt x="7793855" y="69676"/>
                  </a:lnTo>
                  <a:lnTo>
                    <a:pt x="7793980" y="69676"/>
                  </a:lnTo>
                  <a:lnTo>
                    <a:pt x="7794105" y="69676"/>
                  </a:lnTo>
                  <a:lnTo>
                    <a:pt x="7794230" y="69676"/>
                  </a:lnTo>
                  <a:lnTo>
                    <a:pt x="7794355" y="69676"/>
                  </a:lnTo>
                  <a:lnTo>
                    <a:pt x="7794480" y="69676"/>
                  </a:lnTo>
                  <a:lnTo>
                    <a:pt x="7794605" y="69676"/>
                  </a:lnTo>
                  <a:lnTo>
                    <a:pt x="7794730" y="69676"/>
                  </a:lnTo>
                  <a:lnTo>
                    <a:pt x="7794855" y="69676"/>
                  </a:lnTo>
                  <a:lnTo>
                    <a:pt x="7794980" y="69676"/>
                  </a:lnTo>
                  <a:lnTo>
                    <a:pt x="7795105" y="69676"/>
                  </a:lnTo>
                  <a:lnTo>
                    <a:pt x="7795230" y="69676"/>
                  </a:lnTo>
                  <a:lnTo>
                    <a:pt x="7795355" y="69676"/>
                  </a:lnTo>
                  <a:lnTo>
                    <a:pt x="7795480" y="69676"/>
                  </a:lnTo>
                  <a:lnTo>
                    <a:pt x="7795606" y="69676"/>
                  </a:lnTo>
                  <a:lnTo>
                    <a:pt x="7795731" y="69676"/>
                  </a:lnTo>
                  <a:lnTo>
                    <a:pt x="7795856" y="69676"/>
                  </a:lnTo>
                  <a:lnTo>
                    <a:pt x="7795981" y="69676"/>
                  </a:lnTo>
                  <a:lnTo>
                    <a:pt x="7796106" y="69676"/>
                  </a:lnTo>
                  <a:lnTo>
                    <a:pt x="7796231" y="69676"/>
                  </a:lnTo>
                  <a:lnTo>
                    <a:pt x="7796356" y="69676"/>
                  </a:lnTo>
                  <a:lnTo>
                    <a:pt x="7796481" y="69676"/>
                  </a:lnTo>
                  <a:lnTo>
                    <a:pt x="7796606" y="69676"/>
                  </a:lnTo>
                  <a:lnTo>
                    <a:pt x="7796731" y="69676"/>
                  </a:lnTo>
                  <a:lnTo>
                    <a:pt x="7796856" y="69676"/>
                  </a:lnTo>
                  <a:lnTo>
                    <a:pt x="7796981" y="69676"/>
                  </a:lnTo>
                  <a:lnTo>
                    <a:pt x="7797106" y="69676"/>
                  </a:lnTo>
                  <a:lnTo>
                    <a:pt x="7797231" y="69676"/>
                  </a:lnTo>
                  <a:lnTo>
                    <a:pt x="7797356" y="69676"/>
                  </a:lnTo>
                  <a:lnTo>
                    <a:pt x="7797481" y="69676"/>
                  </a:lnTo>
                  <a:lnTo>
                    <a:pt x="7797606" y="69676"/>
                  </a:lnTo>
                  <a:lnTo>
                    <a:pt x="7797731" y="69676"/>
                  </a:lnTo>
                  <a:lnTo>
                    <a:pt x="7797856" y="69676"/>
                  </a:lnTo>
                  <a:lnTo>
                    <a:pt x="7797981" y="69676"/>
                  </a:lnTo>
                  <a:lnTo>
                    <a:pt x="7798106" y="69676"/>
                  </a:lnTo>
                  <a:lnTo>
                    <a:pt x="7798231" y="69676"/>
                  </a:lnTo>
                  <a:lnTo>
                    <a:pt x="7798356" y="69676"/>
                  </a:lnTo>
                  <a:lnTo>
                    <a:pt x="7798481" y="69676"/>
                  </a:lnTo>
                  <a:lnTo>
                    <a:pt x="7798607" y="69676"/>
                  </a:lnTo>
                  <a:lnTo>
                    <a:pt x="7798732" y="69676"/>
                  </a:lnTo>
                  <a:lnTo>
                    <a:pt x="7798857" y="69676"/>
                  </a:lnTo>
                  <a:lnTo>
                    <a:pt x="7798982" y="69676"/>
                  </a:lnTo>
                  <a:lnTo>
                    <a:pt x="7799107" y="69676"/>
                  </a:lnTo>
                  <a:lnTo>
                    <a:pt x="7799232" y="69676"/>
                  </a:lnTo>
                  <a:lnTo>
                    <a:pt x="7799357" y="69676"/>
                  </a:lnTo>
                  <a:lnTo>
                    <a:pt x="7799482" y="69676"/>
                  </a:lnTo>
                  <a:lnTo>
                    <a:pt x="7799607" y="69676"/>
                  </a:lnTo>
                  <a:lnTo>
                    <a:pt x="7799732" y="69676"/>
                  </a:lnTo>
                  <a:lnTo>
                    <a:pt x="7799857" y="69676"/>
                  </a:lnTo>
                  <a:lnTo>
                    <a:pt x="7799982" y="69676"/>
                  </a:lnTo>
                  <a:lnTo>
                    <a:pt x="7800107" y="69676"/>
                  </a:lnTo>
                  <a:lnTo>
                    <a:pt x="7800232" y="69676"/>
                  </a:lnTo>
                  <a:lnTo>
                    <a:pt x="7800357" y="69676"/>
                  </a:lnTo>
                  <a:lnTo>
                    <a:pt x="7800482" y="69676"/>
                  </a:lnTo>
                  <a:lnTo>
                    <a:pt x="7800607" y="69676"/>
                  </a:lnTo>
                  <a:lnTo>
                    <a:pt x="7800732" y="69676"/>
                  </a:lnTo>
                  <a:lnTo>
                    <a:pt x="7800857" y="69676"/>
                  </a:lnTo>
                  <a:lnTo>
                    <a:pt x="7800982" y="69676"/>
                  </a:lnTo>
                  <a:lnTo>
                    <a:pt x="7801107" y="69676"/>
                  </a:lnTo>
                  <a:lnTo>
                    <a:pt x="7801232" y="69676"/>
                  </a:lnTo>
                  <a:lnTo>
                    <a:pt x="7801357" y="69676"/>
                  </a:lnTo>
                  <a:lnTo>
                    <a:pt x="7801483" y="69676"/>
                  </a:lnTo>
                  <a:lnTo>
                    <a:pt x="7801608" y="69676"/>
                  </a:lnTo>
                  <a:lnTo>
                    <a:pt x="7801733" y="69676"/>
                  </a:lnTo>
                  <a:lnTo>
                    <a:pt x="7801858" y="69676"/>
                  </a:lnTo>
                  <a:lnTo>
                    <a:pt x="7801983" y="69676"/>
                  </a:lnTo>
                  <a:lnTo>
                    <a:pt x="7802108" y="69676"/>
                  </a:lnTo>
                  <a:lnTo>
                    <a:pt x="7802233" y="69676"/>
                  </a:lnTo>
                  <a:lnTo>
                    <a:pt x="7802358" y="69676"/>
                  </a:lnTo>
                  <a:lnTo>
                    <a:pt x="7802483" y="69676"/>
                  </a:lnTo>
                  <a:lnTo>
                    <a:pt x="7802608" y="69676"/>
                  </a:lnTo>
                  <a:lnTo>
                    <a:pt x="7802733" y="69676"/>
                  </a:lnTo>
                  <a:lnTo>
                    <a:pt x="7802858" y="69676"/>
                  </a:lnTo>
                  <a:lnTo>
                    <a:pt x="7802983" y="69676"/>
                  </a:lnTo>
                  <a:lnTo>
                    <a:pt x="7802983" y="59722"/>
                  </a:lnTo>
                  <a:lnTo>
                    <a:pt x="7803108" y="59722"/>
                  </a:lnTo>
                  <a:lnTo>
                    <a:pt x="7803233" y="59722"/>
                  </a:lnTo>
                  <a:lnTo>
                    <a:pt x="7803358" y="59722"/>
                  </a:lnTo>
                  <a:lnTo>
                    <a:pt x="7803483" y="59722"/>
                  </a:lnTo>
                  <a:lnTo>
                    <a:pt x="7803608" y="59722"/>
                  </a:lnTo>
                  <a:lnTo>
                    <a:pt x="7803733" y="59722"/>
                  </a:lnTo>
                  <a:lnTo>
                    <a:pt x="7803858" y="59722"/>
                  </a:lnTo>
                  <a:lnTo>
                    <a:pt x="7803983" y="59722"/>
                  </a:lnTo>
                  <a:lnTo>
                    <a:pt x="7804108" y="59722"/>
                  </a:lnTo>
                  <a:lnTo>
                    <a:pt x="7804233" y="59722"/>
                  </a:lnTo>
                  <a:lnTo>
                    <a:pt x="7804358" y="59722"/>
                  </a:lnTo>
                  <a:lnTo>
                    <a:pt x="7804484" y="59722"/>
                  </a:lnTo>
                  <a:lnTo>
                    <a:pt x="7804609" y="59722"/>
                  </a:lnTo>
                  <a:lnTo>
                    <a:pt x="7804734" y="59722"/>
                  </a:lnTo>
                  <a:lnTo>
                    <a:pt x="7804859" y="59722"/>
                  </a:lnTo>
                  <a:lnTo>
                    <a:pt x="7804984" y="59722"/>
                  </a:lnTo>
                  <a:lnTo>
                    <a:pt x="7805109" y="59722"/>
                  </a:lnTo>
                  <a:lnTo>
                    <a:pt x="7805234" y="59722"/>
                  </a:lnTo>
                  <a:lnTo>
                    <a:pt x="7805359" y="59722"/>
                  </a:lnTo>
                  <a:lnTo>
                    <a:pt x="7805484" y="59722"/>
                  </a:lnTo>
                  <a:lnTo>
                    <a:pt x="7805609" y="59722"/>
                  </a:lnTo>
                  <a:lnTo>
                    <a:pt x="7805734" y="59722"/>
                  </a:lnTo>
                  <a:lnTo>
                    <a:pt x="7805859" y="59722"/>
                  </a:lnTo>
                  <a:lnTo>
                    <a:pt x="7805984" y="59722"/>
                  </a:lnTo>
                  <a:lnTo>
                    <a:pt x="7806109" y="59722"/>
                  </a:lnTo>
                  <a:lnTo>
                    <a:pt x="7806234" y="59722"/>
                  </a:lnTo>
                  <a:lnTo>
                    <a:pt x="7806359" y="59722"/>
                  </a:lnTo>
                  <a:lnTo>
                    <a:pt x="7806484" y="59722"/>
                  </a:lnTo>
                  <a:lnTo>
                    <a:pt x="7806609" y="59722"/>
                  </a:lnTo>
                  <a:lnTo>
                    <a:pt x="7806734" y="59722"/>
                  </a:lnTo>
                  <a:lnTo>
                    <a:pt x="7806859" y="59722"/>
                  </a:lnTo>
                  <a:lnTo>
                    <a:pt x="7806984" y="59722"/>
                  </a:lnTo>
                  <a:lnTo>
                    <a:pt x="7807109" y="59722"/>
                  </a:lnTo>
                  <a:lnTo>
                    <a:pt x="7807234" y="59722"/>
                  </a:lnTo>
                  <a:lnTo>
                    <a:pt x="7807359" y="59722"/>
                  </a:lnTo>
                  <a:lnTo>
                    <a:pt x="7807485" y="59722"/>
                  </a:lnTo>
                  <a:lnTo>
                    <a:pt x="7807610" y="59722"/>
                  </a:lnTo>
                  <a:lnTo>
                    <a:pt x="7807735" y="59722"/>
                  </a:lnTo>
                  <a:lnTo>
                    <a:pt x="7807860" y="59722"/>
                  </a:lnTo>
                  <a:lnTo>
                    <a:pt x="7807985" y="59722"/>
                  </a:lnTo>
                  <a:lnTo>
                    <a:pt x="7808110" y="59722"/>
                  </a:lnTo>
                  <a:lnTo>
                    <a:pt x="7808235" y="59722"/>
                  </a:lnTo>
                  <a:lnTo>
                    <a:pt x="7808360" y="59722"/>
                  </a:lnTo>
                  <a:lnTo>
                    <a:pt x="7808485" y="59722"/>
                  </a:lnTo>
                  <a:lnTo>
                    <a:pt x="7808610" y="59722"/>
                  </a:lnTo>
                  <a:lnTo>
                    <a:pt x="7808735" y="59722"/>
                  </a:lnTo>
                  <a:lnTo>
                    <a:pt x="7808860" y="59722"/>
                  </a:lnTo>
                  <a:lnTo>
                    <a:pt x="7808985" y="59722"/>
                  </a:lnTo>
                  <a:lnTo>
                    <a:pt x="7809110" y="59722"/>
                  </a:lnTo>
                  <a:lnTo>
                    <a:pt x="7809235" y="59722"/>
                  </a:lnTo>
                  <a:lnTo>
                    <a:pt x="7809360" y="59722"/>
                  </a:lnTo>
                  <a:lnTo>
                    <a:pt x="7809485" y="59722"/>
                  </a:lnTo>
                  <a:lnTo>
                    <a:pt x="7809610" y="59722"/>
                  </a:lnTo>
                  <a:lnTo>
                    <a:pt x="7809735" y="59722"/>
                  </a:lnTo>
                  <a:lnTo>
                    <a:pt x="7809860" y="59722"/>
                  </a:lnTo>
                  <a:lnTo>
                    <a:pt x="7809985" y="59722"/>
                  </a:lnTo>
                  <a:lnTo>
                    <a:pt x="7810110" y="59722"/>
                  </a:lnTo>
                  <a:lnTo>
                    <a:pt x="7810235" y="59722"/>
                  </a:lnTo>
                  <a:lnTo>
                    <a:pt x="7810360" y="59722"/>
                  </a:lnTo>
                  <a:lnTo>
                    <a:pt x="7810486" y="59722"/>
                  </a:lnTo>
                  <a:lnTo>
                    <a:pt x="7810611" y="59722"/>
                  </a:lnTo>
                  <a:lnTo>
                    <a:pt x="7810736" y="59722"/>
                  </a:lnTo>
                  <a:lnTo>
                    <a:pt x="7810861" y="59722"/>
                  </a:lnTo>
                  <a:lnTo>
                    <a:pt x="7810986" y="59722"/>
                  </a:lnTo>
                  <a:lnTo>
                    <a:pt x="7811111" y="59722"/>
                  </a:lnTo>
                  <a:lnTo>
                    <a:pt x="7811236" y="59722"/>
                  </a:lnTo>
                  <a:lnTo>
                    <a:pt x="7811361" y="59722"/>
                  </a:lnTo>
                  <a:lnTo>
                    <a:pt x="7811486" y="59722"/>
                  </a:lnTo>
                  <a:lnTo>
                    <a:pt x="7811611" y="59722"/>
                  </a:lnTo>
                  <a:lnTo>
                    <a:pt x="7811736" y="59722"/>
                  </a:lnTo>
                  <a:lnTo>
                    <a:pt x="7811861" y="59722"/>
                  </a:lnTo>
                  <a:lnTo>
                    <a:pt x="7811986" y="59722"/>
                  </a:lnTo>
                  <a:lnTo>
                    <a:pt x="7812111" y="59722"/>
                  </a:lnTo>
                  <a:lnTo>
                    <a:pt x="7812236" y="59722"/>
                  </a:lnTo>
                  <a:lnTo>
                    <a:pt x="7812361" y="59722"/>
                  </a:lnTo>
                  <a:lnTo>
                    <a:pt x="7812486" y="59722"/>
                  </a:lnTo>
                  <a:lnTo>
                    <a:pt x="7812611" y="59722"/>
                  </a:lnTo>
                  <a:lnTo>
                    <a:pt x="7812736" y="59722"/>
                  </a:lnTo>
                  <a:lnTo>
                    <a:pt x="7812861" y="59722"/>
                  </a:lnTo>
                  <a:lnTo>
                    <a:pt x="7812986" y="59722"/>
                  </a:lnTo>
                  <a:lnTo>
                    <a:pt x="7813111" y="59722"/>
                  </a:lnTo>
                  <a:lnTo>
                    <a:pt x="7813236" y="59722"/>
                  </a:lnTo>
                  <a:lnTo>
                    <a:pt x="7813361" y="59722"/>
                  </a:lnTo>
                  <a:lnTo>
                    <a:pt x="7813487" y="59722"/>
                  </a:lnTo>
                  <a:lnTo>
                    <a:pt x="7813612" y="59722"/>
                  </a:lnTo>
                  <a:lnTo>
                    <a:pt x="7813737" y="59722"/>
                  </a:lnTo>
                  <a:lnTo>
                    <a:pt x="7813862" y="59722"/>
                  </a:lnTo>
                  <a:lnTo>
                    <a:pt x="7813987" y="59722"/>
                  </a:lnTo>
                  <a:lnTo>
                    <a:pt x="7814112" y="59722"/>
                  </a:lnTo>
                  <a:lnTo>
                    <a:pt x="7814237" y="59722"/>
                  </a:lnTo>
                  <a:lnTo>
                    <a:pt x="7814362" y="59722"/>
                  </a:lnTo>
                  <a:lnTo>
                    <a:pt x="7814487" y="59722"/>
                  </a:lnTo>
                  <a:lnTo>
                    <a:pt x="7814612" y="59722"/>
                  </a:lnTo>
                  <a:lnTo>
                    <a:pt x="7814737" y="59722"/>
                  </a:lnTo>
                  <a:lnTo>
                    <a:pt x="7814862" y="59722"/>
                  </a:lnTo>
                  <a:lnTo>
                    <a:pt x="7814987" y="59722"/>
                  </a:lnTo>
                  <a:lnTo>
                    <a:pt x="7815112" y="59722"/>
                  </a:lnTo>
                  <a:lnTo>
                    <a:pt x="7815237" y="59722"/>
                  </a:lnTo>
                  <a:lnTo>
                    <a:pt x="7815362" y="59722"/>
                  </a:lnTo>
                  <a:lnTo>
                    <a:pt x="7815487" y="59722"/>
                  </a:lnTo>
                  <a:lnTo>
                    <a:pt x="7815612" y="59722"/>
                  </a:lnTo>
                  <a:lnTo>
                    <a:pt x="7815737" y="59722"/>
                  </a:lnTo>
                  <a:lnTo>
                    <a:pt x="7815862" y="59722"/>
                  </a:lnTo>
                  <a:lnTo>
                    <a:pt x="7815987" y="59722"/>
                  </a:lnTo>
                  <a:lnTo>
                    <a:pt x="7816112" y="59722"/>
                  </a:lnTo>
                  <a:lnTo>
                    <a:pt x="7816237" y="59722"/>
                  </a:lnTo>
                  <a:lnTo>
                    <a:pt x="7816362" y="59722"/>
                  </a:lnTo>
                  <a:lnTo>
                    <a:pt x="7816488" y="59722"/>
                  </a:lnTo>
                  <a:lnTo>
                    <a:pt x="7816613" y="59722"/>
                  </a:lnTo>
                  <a:lnTo>
                    <a:pt x="7816738" y="59722"/>
                  </a:lnTo>
                  <a:lnTo>
                    <a:pt x="7816863" y="59722"/>
                  </a:lnTo>
                  <a:lnTo>
                    <a:pt x="7816988" y="59722"/>
                  </a:lnTo>
                  <a:lnTo>
                    <a:pt x="7817113" y="59722"/>
                  </a:lnTo>
                  <a:lnTo>
                    <a:pt x="7817238" y="59722"/>
                  </a:lnTo>
                  <a:lnTo>
                    <a:pt x="7817363" y="59722"/>
                  </a:lnTo>
                  <a:lnTo>
                    <a:pt x="7817488" y="59722"/>
                  </a:lnTo>
                  <a:lnTo>
                    <a:pt x="7817613" y="59722"/>
                  </a:lnTo>
                  <a:lnTo>
                    <a:pt x="7817738" y="59722"/>
                  </a:lnTo>
                  <a:lnTo>
                    <a:pt x="7817863" y="59722"/>
                  </a:lnTo>
                  <a:lnTo>
                    <a:pt x="7817988" y="59722"/>
                  </a:lnTo>
                  <a:lnTo>
                    <a:pt x="7818113" y="59722"/>
                  </a:lnTo>
                  <a:lnTo>
                    <a:pt x="7818238" y="59722"/>
                  </a:lnTo>
                  <a:lnTo>
                    <a:pt x="7818363" y="59722"/>
                  </a:lnTo>
                  <a:lnTo>
                    <a:pt x="7818488" y="59722"/>
                  </a:lnTo>
                  <a:lnTo>
                    <a:pt x="7818613" y="59722"/>
                  </a:lnTo>
                  <a:lnTo>
                    <a:pt x="7818738" y="59722"/>
                  </a:lnTo>
                  <a:lnTo>
                    <a:pt x="7818863" y="59722"/>
                  </a:lnTo>
                  <a:lnTo>
                    <a:pt x="7818988" y="59722"/>
                  </a:lnTo>
                  <a:lnTo>
                    <a:pt x="7819113" y="59722"/>
                  </a:lnTo>
                  <a:lnTo>
                    <a:pt x="7819238" y="59722"/>
                  </a:lnTo>
                  <a:lnTo>
                    <a:pt x="7819363" y="59722"/>
                  </a:lnTo>
                  <a:lnTo>
                    <a:pt x="7819489" y="59722"/>
                  </a:lnTo>
                  <a:lnTo>
                    <a:pt x="7819614" y="59722"/>
                  </a:lnTo>
                  <a:lnTo>
                    <a:pt x="7819739" y="59722"/>
                  </a:lnTo>
                  <a:lnTo>
                    <a:pt x="7819864" y="59722"/>
                  </a:lnTo>
                  <a:lnTo>
                    <a:pt x="7819989" y="59722"/>
                  </a:lnTo>
                  <a:lnTo>
                    <a:pt x="7820114" y="59722"/>
                  </a:lnTo>
                  <a:lnTo>
                    <a:pt x="7820239" y="59722"/>
                  </a:lnTo>
                  <a:lnTo>
                    <a:pt x="7820364" y="59722"/>
                  </a:lnTo>
                  <a:lnTo>
                    <a:pt x="7820489" y="59722"/>
                  </a:lnTo>
                  <a:lnTo>
                    <a:pt x="7820614" y="59722"/>
                  </a:lnTo>
                  <a:lnTo>
                    <a:pt x="7820739" y="59722"/>
                  </a:lnTo>
                  <a:lnTo>
                    <a:pt x="7820864" y="59722"/>
                  </a:lnTo>
                  <a:lnTo>
                    <a:pt x="7820989" y="59722"/>
                  </a:lnTo>
                  <a:lnTo>
                    <a:pt x="7821114" y="59722"/>
                  </a:lnTo>
                  <a:lnTo>
                    <a:pt x="7821239" y="59722"/>
                  </a:lnTo>
                  <a:lnTo>
                    <a:pt x="7821364" y="59722"/>
                  </a:lnTo>
                  <a:lnTo>
                    <a:pt x="7821489" y="59722"/>
                  </a:lnTo>
                  <a:lnTo>
                    <a:pt x="7821614" y="59722"/>
                  </a:lnTo>
                  <a:lnTo>
                    <a:pt x="7821739" y="59722"/>
                  </a:lnTo>
                  <a:lnTo>
                    <a:pt x="7821864" y="59722"/>
                  </a:lnTo>
                  <a:lnTo>
                    <a:pt x="7821989" y="59722"/>
                  </a:lnTo>
                  <a:lnTo>
                    <a:pt x="7822114" y="59722"/>
                  </a:lnTo>
                  <a:lnTo>
                    <a:pt x="7822239" y="59722"/>
                  </a:lnTo>
                  <a:lnTo>
                    <a:pt x="7822364" y="59722"/>
                  </a:lnTo>
                  <a:lnTo>
                    <a:pt x="7822490" y="59722"/>
                  </a:lnTo>
                  <a:lnTo>
                    <a:pt x="7822615" y="59722"/>
                  </a:lnTo>
                  <a:lnTo>
                    <a:pt x="7822740" y="59722"/>
                  </a:lnTo>
                  <a:lnTo>
                    <a:pt x="7822865" y="59722"/>
                  </a:lnTo>
                  <a:lnTo>
                    <a:pt x="7822990" y="59722"/>
                  </a:lnTo>
                  <a:lnTo>
                    <a:pt x="7823115" y="59722"/>
                  </a:lnTo>
                  <a:lnTo>
                    <a:pt x="7823240" y="59722"/>
                  </a:lnTo>
                  <a:lnTo>
                    <a:pt x="7823365" y="59722"/>
                  </a:lnTo>
                  <a:lnTo>
                    <a:pt x="7823490" y="59722"/>
                  </a:lnTo>
                  <a:lnTo>
                    <a:pt x="7823615" y="59722"/>
                  </a:lnTo>
                  <a:lnTo>
                    <a:pt x="7823740" y="59722"/>
                  </a:lnTo>
                  <a:lnTo>
                    <a:pt x="7823865" y="59722"/>
                  </a:lnTo>
                  <a:lnTo>
                    <a:pt x="7823990" y="59722"/>
                  </a:lnTo>
                  <a:lnTo>
                    <a:pt x="7824115" y="59722"/>
                  </a:lnTo>
                  <a:lnTo>
                    <a:pt x="7824240" y="59722"/>
                  </a:lnTo>
                  <a:lnTo>
                    <a:pt x="7824365" y="59722"/>
                  </a:lnTo>
                  <a:lnTo>
                    <a:pt x="7824490" y="59722"/>
                  </a:lnTo>
                  <a:lnTo>
                    <a:pt x="7824615" y="59722"/>
                  </a:lnTo>
                  <a:lnTo>
                    <a:pt x="7824740" y="59722"/>
                  </a:lnTo>
                  <a:lnTo>
                    <a:pt x="7824865" y="59722"/>
                  </a:lnTo>
                  <a:lnTo>
                    <a:pt x="7824990" y="59722"/>
                  </a:lnTo>
                  <a:lnTo>
                    <a:pt x="7825115" y="59722"/>
                  </a:lnTo>
                  <a:lnTo>
                    <a:pt x="7825240" y="59722"/>
                  </a:lnTo>
                  <a:lnTo>
                    <a:pt x="7825365" y="59722"/>
                  </a:lnTo>
                  <a:lnTo>
                    <a:pt x="7825491" y="59722"/>
                  </a:lnTo>
                  <a:lnTo>
                    <a:pt x="7825616" y="59722"/>
                  </a:lnTo>
                  <a:lnTo>
                    <a:pt x="7825741" y="59722"/>
                  </a:lnTo>
                  <a:lnTo>
                    <a:pt x="7825866" y="59722"/>
                  </a:lnTo>
                  <a:lnTo>
                    <a:pt x="7825991" y="59722"/>
                  </a:lnTo>
                  <a:lnTo>
                    <a:pt x="7826116" y="59722"/>
                  </a:lnTo>
                  <a:lnTo>
                    <a:pt x="7826241" y="59722"/>
                  </a:lnTo>
                  <a:lnTo>
                    <a:pt x="7826366" y="59722"/>
                  </a:lnTo>
                  <a:lnTo>
                    <a:pt x="7826491" y="59722"/>
                  </a:lnTo>
                  <a:lnTo>
                    <a:pt x="7826616" y="59722"/>
                  </a:lnTo>
                  <a:lnTo>
                    <a:pt x="7826741" y="59722"/>
                  </a:lnTo>
                  <a:lnTo>
                    <a:pt x="7826866" y="59722"/>
                  </a:lnTo>
                  <a:lnTo>
                    <a:pt x="7826991" y="59722"/>
                  </a:lnTo>
                  <a:lnTo>
                    <a:pt x="7827116" y="59722"/>
                  </a:lnTo>
                  <a:lnTo>
                    <a:pt x="7827241" y="59722"/>
                  </a:lnTo>
                  <a:lnTo>
                    <a:pt x="7827366" y="59722"/>
                  </a:lnTo>
                  <a:lnTo>
                    <a:pt x="7827491" y="59722"/>
                  </a:lnTo>
                  <a:lnTo>
                    <a:pt x="7827616" y="59722"/>
                  </a:lnTo>
                  <a:lnTo>
                    <a:pt x="7827741" y="59722"/>
                  </a:lnTo>
                  <a:lnTo>
                    <a:pt x="7827866" y="59722"/>
                  </a:lnTo>
                  <a:lnTo>
                    <a:pt x="7827991" y="59722"/>
                  </a:lnTo>
                  <a:lnTo>
                    <a:pt x="7828116" y="59722"/>
                  </a:lnTo>
                  <a:lnTo>
                    <a:pt x="7828241" y="59722"/>
                  </a:lnTo>
                  <a:lnTo>
                    <a:pt x="7828366" y="59722"/>
                  </a:lnTo>
                  <a:lnTo>
                    <a:pt x="7828492" y="59722"/>
                  </a:lnTo>
                  <a:lnTo>
                    <a:pt x="7828617" y="59722"/>
                  </a:lnTo>
                  <a:lnTo>
                    <a:pt x="7828742" y="59722"/>
                  </a:lnTo>
                  <a:lnTo>
                    <a:pt x="7828867" y="59722"/>
                  </a:lnTo>
                  <a:lnTo>
                    <a:pt x="7828992" y="59722"/>
                  </a:lnTo>
                  <a:lnTo>
                    <a:pt x="7829117" y="59722"/>
                  </a:lnTo>
                  <a:lnTo>
                    <a:pt x="7829242" y="59722"/>
                  </a:lnTo>
                  <a:lnTo>
                    <a:pt x="7829367" y="59722"/>
                  </a:lnTo>
                  <a:lnTo>
                    <a:pt x="7829492" y="59722"/>
                  </a:lnTo>
                  <a:lnTo>
                    <a:pt x="7829617" y="59722"/>
                  </a:lnTo>
                  <a:lnTo>
                    <a:pt x="7829742" y="59722"/>
                  </a:lnTo>
                  <a:lnTo>
                    <a:pt x="7829867" y="59722"/>
                  </a:lnTo>
                  <a:lnTo>
                    <a:pt x="7829992" y="59722"/>
                  </a:lnTo>
                  <a:lnTo>
                    <a:pt x="7830117" y="59722"/>
                  </a:lnTo>
                  <a:lnTo>
                    <a:pt x="7830242" y="59722"/>
                  </a:lnTo>
                  <a:lnTo>
                    <a:pt x="7830367" y="59722"/>
                  </a:lnTo>
                  <a:lnTo>
                    <a:pt x="7830492" y="59722"/>
                  </a:lnTo>
                  <a:lnTo>
                    <a:pt x="7830617" y="59722"/>
                  </a:lnTo>
                  <a:lnTo>
                    <a:pt x="7830742" y="59722"/>
                  </a:lnTo>
                  <a:lnTo>
                    <a:pt x="7830867" y="59722"/>
                  </a:lnTo>
                  <a:lnTo>
                    <a:pt x="7830992" y="59722"/>
                  </a:lnTo>
                  <a:lnTo>
                    <a:pt x="7831117" y="59722"/>
                  </a:lnTo>
                  <a:lnTo>
                    <a:pt x="7831242" y="59722"/>
                  </a:lnTo>
                  <a:lnTo>
                    <a:pt x="7831367" y="59722"/>
                  </a:lnTo>
                  <a:lnTo>
                    <a:pt x="7831493" y="59722"/>
                  </a:lnTo>
                  <a:lnTo>
                    <a:pt x="7831618" y="59722"/>
                  </a:lnTo>
                  <a:lnTo>
                    <a:pt x="7831743" y="59722"/>
                  </a:lnTo>
                  <a:lnTo>
                    <a:pt x="7831868" y="59722"/>
                  </a:lnTo>
                  <a:lnTo>
                    <a:pt x="7831993" y="59722"/>
                  </a:lnTo>
                  <a:lnTo>
                    <a:pt x="7832118" y="59722"/>
                  </a:lnTo>
                  <a:lnTo>
                    <a:pt x="7832243" y="59722"/>
                  </a:lnTo>
                  <a:lnTo>
                    <a:pt x="7832368" y="59722"/>
                  </a:lnTo>
                  <a:lnTo>
                    <a:pt x="7832493" y="59722"/>
                  </a:lnTo>
                  <a:lnTo>
                    <a:pt x="7832618" y="59722"/>
                  </a:lnTo>
                  <a:lnTo>
                    <a:pt x="7832743" y="59722"/>
                  </a:lnTo>
                  <a:lnTo>
                    <a:pt x="7832868" y="59722"/>
                  </a:lnTo>
                  <a:lnTo>
                    <a:pt x="7832993" y="59722"/>
                  </a:lnTo>
                  <a:lnTo>
                    <a:pt x="7833118" y="59722"/>
                  </a:lnTo>
                  <a:lnTo>
                    <a:pt x="7833243" y="59722"/>
                  </a:lnTo>
                  <a:lnTo>
                    <a:pt x="7833368" y="59722"/>
                  </a:lnTo>
                  <a:lnTo>
                    <a:pt x="7833493" y="59722"/>
                  </a:lnTo>
                  <a:lnTo>
                    <a:pt x="7833618" y="59722"/>
                  </a:lnTo>
                  <a:lnTo>
                    <a:pt x="7833743" y="59722"/>
                  </a:lnTo>
                  <a:lnTo>
                    <a:pt x="7833868" y="59722"/>
                  </a:lnTo>
                  <a:lnTo>
                    <a:pt x="7833993" y="59722"/>
                  </a:lnTo>
                  <a:lnTo>
                    <a:pt x="7834118" y="59722"/>
                  </a:lnTo>
                  <a:lnTo>
                    <a:pt x="7834243" y="59722"/>
                  </a:lnTo>
                  <a:lnTo>
                    <a:pt x="7834368" y="59722"/>
                  </a:lnTo>
                  <a:lnTo>
                    <a:pt x="7834494" y="59722"/>
                  </a:lnTo>
                  <a:lnTo>
                    <a:pt x="7834619" y="59722"/>
                  </a:lnTo>
                  <a:lnTo>
                    <a:pt x="7834744" y="59722"/>
                  </a:lnTo>
                  <a:lnTo>
                    <a:pt x="7834869" y="59722"/>
                  </a:lnTo>
                  <a:lnTo>
                    <a:pt x="7834994" y="59722"/>
                  </a:lnTo>
                  <a:lnTo>
                    <a:pt x="7835119" y="59722"/>
                  </a:lnTo>
                  <a:lnTo>
                    <a:pt x="7835244" y="59722"/>
                  </a:lnTo>
                  <a:lnTo>
                    <a:pt x="7835369" y="59722"/>
                  </a:lnTo>
                  <a:lnTo>
                    <a:pt x="7835494" y="59722"/>
                  </a:lnTo>
                  <a:lnTo>
                    <a:pt x="7835619" y="59722"/>
                  </a:lnTo>
                  <a:lnTo>
                    <a:pt x="7835744" y="59722"/>
                  </a:lnTo>
                  <a:lnTo>
                    <a:pt x="7835869" y="59722"/>
                  </a:lnTo>
                  <a:lnTo>
                    <a:pt x="7835994" y="59722"/>
                  </a:lnTo>
                  <a:lnTo>
                    <a:pt x="7836119" y="59722"/>
                  </a:lnTo>
                  <a:lnTo>
                    <a:pt x="7836244" y="59722"/>
                  </a:lnTo>
                  <a:lnTo>
                    <a:pt x="7836369" y="59722"/>
                  </a:lnTo>
                  <a:lnTo>
                    <a:pt x="7836494" y="59722"/>
                  </a:lnTo>
                  <a:lnTo>
                    <a:pt x="7836619" y="59722"/>
                  </a:lnTo>
                  <a:lnTo>
                    <a:pt x="7836744" y="59722"/>
                  </a:lnTo>
                  <a:lnTo>
                    <a:pt x="7836869" y="59722"/>
                  </a:lnTo>
                  <a:lnTo>
                    <a:pt x="7836994" y="59722"/>
                  </a:lnTo>
                  <a:lnTo>
                    <a:pt x="7837119" y="59722"/>
                  </a:lnTo>
                  <a:lnTo>
                    <a:pt x="7837244" y="59722"/>
                  </a:lnTo>
                  <a:lnTo>
                    <a:pt x="7837369" y="59722"/>
                  </a:lnTo>
                  <a:lnTo>
                    <a:pt x="7837495" y="59722"/>
                  </a:lnTo>
                  <a:lnTo>
                    <a:pt x="7837620" y="59722"/>
                  </a:lnTo>
                  <a:lnTo>
                    <a:pt x="7837745" y="59722"/>
                  </a:lnTo>
                  <a:lnTo>
                    <a:pt x="7837870" y="59722"/>
                  </a:lnTo>
                  <a:lnTo>
                    <a:pt x="7837995" y="59722"/>
                  </a:lnTo>
                  <a:lnTo>
                    <a:pt x="7838120" y="59722"/>
                  </a:lnTo>
                  <a:lnTo>
                    <a:pt x="7838245" y="59722"/>
                  </a:lnTo>
                  <a:lnTo>
                    <a:pt x="7838370" y="59722"/>
                  </a:lnTo>
                  <a:lnTo>
                    <a:pt x="7838495" y="59722"/>
                  </a:lnTo>
                  <a:lnTo>
                    <a:pt x="7838620" y="59722"/>
                  </a:lnTo>
                  <a:lnTo>
                    <a:pt x="7838745" y="59722"/>
                  </a:lnTo>
                  <a:lnTo>
                    <a:pt x="7838870" y="59722"/>
                  </a:lnTo>
                  <a:lnTo>
                    <a:pt x="7838995" y="59722"/>
                  </a:lnTo>
                  <a:lnTo>
                    <a:pt x="7839120" y="59722"/>
                  </a:lnTo>
                  <a:lnTo>
                    <a:pt x="7839245" y="59722"/>
                  </a:lnTo>
                  <a:lnTo>
                    <a:pt x="7839370" y="59722"/>
                  </a:lnTo>
                  <a:lnTo>
                    <a:pt x="7839495" y="59722"/>
                  </a:lnTo>
                  <a:lnTo>
                    <a:pt x="7839620" y="59722"/>
                  </a:lnTo>
                  <a:lnTo>
                    <a:pt x="7839745" y="59722"/>
                  </a:lnTo>
                  <a:lnTo>
                    <a:pt x="7839870" y="59722"/>
                  </a:lnTo>
                  <a:lnTo>
                    <a:pt x="7839995" y="59722"/>
                  </a:lnTo>
                  <a:lnTo>
                    <a:pt x="7840120" y="59722"/>
                  </a:lnTo>
                  <a:lnTo>
                    <a:pt x="7840245" y="59722"/>
                  </a:lnTo>
                  <a:lnTo>
                    <a:pt x="7840371" y="59722"/>
                  </a:lnTo>
                  <a:lnTo>
                    <a:pt x="7840496" y="59722"/>
                  </a:lnTo>
                  <a:lnTo>
                    <a:pt x="7840621" y="59722"/>
                  </a:lnTo>
                  <a:lnTo>
                    <a:pt x="7840746" y="59722"/>
                  </a:lnTo>
                  <a:lnTo>
                    <a:pt x="7840871" y="59722"/>
                  </a:lnTo>
                  <a:lnTo>
                    <a:pt x="7840996" y="59722"/>
                  </a:lnTo>
                  <a:lnTo>
                    <a:pt x="7841121" y="59722"/>
                  </a:lnTo>
                  <a:lnTo>
                    <a:pt x="7841246" y="59722"/>
                  </a:lnTo>
                  <a:lnTo>
                    <a:pt x="7841371" y="59722"/>
                  </a:lnTo>
                  <a:lnTo>
                    <a:pt x="7841496" y="59722"/>
                  </a:lnTo>
                  <a:lnTo>
                    <a:pt x="7841621" y="59722"/>
                  </a:lnTo>
                  <a:lnTo>
                    <a:pt x="7841746" y="59722"/>
                  </a:lnTo>
                  <a:lnTo>
                    <a:pt x="7841871" y="59722"/>
                  </a:lnTo>
                  <a:lnTo>
                    <a:pt x="7841996" y="59722"/>
                  </a:lnTo>
                  <a:lnTo>
                    <a:pt x="7842121" y="59722"/>
                  </a:lnTo>
                  <a:lnTo>
                    <a:pt x="7842246" y="59722"/>
                  </a:lnTo>
                  <a:lnTo>
                    <a:pt x="7842371" y="59722"/>
                  </a:lnTo>
                  <a:lnTo>
                    <a:pt x="7842496" y="59722"/>
                  </a:lnTo>
                  <a:lnTo>
                    <a:pt x="7842621" y="59722"/>
                  </a:lnTo>
                  <a:lnTo>
                    <a:pt x="7842746" y="59722"/>
                  </a:lnTo>
                  <a:lnTo>
                    <a:pt x="7842871" y="59722"/>
                  </a:lnTo>
                  <a:lnTo>
                    <a:pt x="7842996" y="59722"/>
                  </a:lnTo>
                  <a:lnTo>
                    <a:pt x="7843121" y="59722"/>
                  </a:lnTo>
                  <a:lnTo>
                    <a:pt x="7843246" y="59722"/>
                  </a:lnTo>
                  <a:lnTo>
                    <a:pt x="7843372" y="59722"/>
                  </a:lnTo>
                  <a:lnTo>
                    <a:pt x="7843497" y="59722"/>
                  </a:lnTo>
                  <a:lnTo>
                    <a:pt x="7843622" y="59722"/>
                  </a:lnTo>
                  <a:lnTo>
                    <a:pt x="7843747" y="59722"/>
                  </a:lnTo>
                  <a:lnTo>
                    <a:pt x="7843872" y="59722"/>
                  </a:lnTo>
                  <a:lnTo>
                    <a:pt x="7843997" y="59722"/>
                  </a:lnTo>
                  <a:lnTo>
                    <a:pt x="7844122" y="59722"/>
                  </a:lnTo>
                  <a:lnTo>
                    <a:pt x="7844247" y="59722"/>
                  </a:lnTo>
                  <a:lnTo>
                    <a:pt x="7844372" y="59722"/>
                  </a:lnTo>
                  <a:lnTo>
                    <a:pt x="7844497" y="59722"/>
                  </a:lnTo>
                  <a:lnTo>
                    <a:pt x="7844622" y="59722"/>
                  </a:lnTo>
                  <a:lnTo>
                    <a:pt x="7844747" y="59722"/>
                  </a:lnTo>
                  <a:lnTo>
                    <a:pt x="7844872" y="59722"/>
                  </a:lnTo>
                  <a:lnTo>
                    <a:pt x="7844997" y="59722"/>
                  </a:lnTo>
                  <a:lnTo>
                    <a:pt x="7845122" y="59722"/>
                  </a:lnTo>
                  <a:lnTo>
                    <a:pt x="7845247" y="59722"/>
                  </a:lnTo>
                  <a:lnTo>
                    <a:pt x="7845372" y="59722"/>
                  </a:lnTo>
                  <a:lnTo>
                    <a:pt x="7845497" y="59722"/>
                  </a:lnTo>
                  <a:lnTo>
                    <a:pt x="7845622" y="59722"/>
                  </a:lnTo>
                  <a:lnTo>
                    <a:pt x="7845747" y="59722"/>
                  </a:lnTo>
                  <a:lnTo>
                    <a:pt x="7845872" y="59722"/>
                  </a:lnTo>
                  <a:lnTo>
                    <a:pt x="7845997" y="59722"/>
                  </a:lnTo>
                  <a:lnTo>
                    <a:pt x="7846122" y="59722"/>
                  </a:lnTo>
                  <a:lnTo>
                    <a:pt x="7846247" y="59722"/>
                  </a:lnTo>
                  <a:lnTo>
                    <a:pt x="7846373" y="59722"/>
                  </a:lnTo>
                  <a:lnTo>
                    <a:pt x="7846498" y="59722"/>
                  </a:lnTo>
                  <a:lnTo>
                    <a:pt x="7846623" y="59722"/>
                  </a:lnTo>
                  <a:lnTo>
                    <a:pt x="7846748" y="59722"/>
                  </a:lnTo>
                  <a:lnTo>
                    <a:pt x="7846873" y="59722"/>
                  </a:lnTo>
                  <a:lnTo>
                    <a:pt x="7846998" y="59722"/>
                  </a:lnTo>
                  <a:lnTo>
                    <a:pt x="7847123" y="59722"/>
                  </a:lnTo>
                  <a:lnTo>
                    <a:pt x="7847248" y="59722"/>
                  </a:lnTo>
                  <a:lnTo>
                    <a:pt x="7847373" y="59722"/>
                  </a:lnTo>
                  <a:lnTo>
                    <a:pt x="7847498" y="59722"/>
                  </a:lnTo>
                  <a:lnTo>
                    <a:pt x="7847623" y="59722"/>
                  </a:lnTo>
                  <a:lnTo>
                    <a:pt x="7847748" y="59722"/>
                  </a:lnTo>
                  <a:lnTo>
                    <a:pt x="7847873" y="59722"/>
                  </a:lnTo>
                  <a:lnTo>
                    <a:pt x="7847998" y="59722"/>
                  </a:lnTo>
                  <a:lnTo>
                    <a:pt x="7848123" y="59722"/>
                  </a:lnTo>
                  <a:lnTo>
                    <a:pt x="7848248" y="59722"/>
                  </a:lnTo>
                  <a:lnTo>
                    <a:pt x="7848373" y="59722"/>
                  </a:lnTo>
                  <a:lnTo>
                    <a:pt x="7848498" y="59722"/>
                  </a:lnTo>
                  <a:lnTo>
                    <a:pt x="7848623" y="59722"/>
                  </a:lnTo>
                  <a:lnTo>
                    <a:pt x="7848748" y="59722"/>
                  </a:lnTo>
                  <a:lnTo>
                    <a:pt x="7848873" y="59722"/>
                  </a:lnTo>
                  <a:lnTo>
                    <a:pt x="7848998" y="59722"/>
                  </a:lnTo>
                  <a:lnTo>
                    <a:pt x="7849123" y="59722"/>
                  </a:lnTo>
                  <a:lnTo>
                    <a:pt x="7849248" y="59722"/>
                  </a:lnTo>
                  <a:lnTo>
                    <a:pt x="7849374" y="59722"/>
                  </a:lnTo>
                  <a:lnTo>
                    <a:pt x="7849499" y="59722"/>
                  </a:lnTo>
                  <a:lnTo>
                    <a:pt x="7849624" y="59722"/>
                  </a:lnTo>
                  <a:lnTo>
                    <a:pt x="7849749" y="59722"/>
                  </a:lnTo>
                  <a:lnTo>
                    <a:pt x="7849874" y="59722"/>
                  </a:lnTo>
                  <a:lnTo>
                    <a:pt x="7849999" y="59722"/>
                  </a:lnTo>
                  <a:lnTo>
                    <a:pt x="7850124" y="59722"/>
                  </a:lnTo>
                  <a:lnTo>
                    <a:pt x="7850249" y="59722"/>
                  </a:lnTo>
                  <a:lnTo>
                    <a:pt x="7850374" y="59722"/>
                  </a:lnTo>
                  <a:lnTo>
                    <a:pt x="7850499" y="59722"/>
                  </a:lnTo>
                  <a:lnTo>
                    <a:pt x="7850624" y="59722"/>
                  </a:lnTo>
                  <a:lnTo>
                    <a:pt x="7850749" y="59722"/>
                  </a:lnTo>
                  <a:lnTo>
                    <a:pt x="7850874" y="59722"/>
                  </a:lnTo>
                  <a:lnTo>
                    <a:pt x="7850999" y="59722"/>
                  </a:lnTo>
                  <a:lnTo>
                    <a:pt x="7851124" y="59722"/>
                  </a:lnTo>
                  <a:lnTo>
                    <a:pt x="7851249" y="59722"/>
                  </a:lnTo>
                  <a:lnTo>
                    <a:pt x="7851374" y="59722"/>
                  </a:lnTo>
                  <a:lnTo>
                    <a:pt x="7851499" y="59722"/>
                  </a:lnTo>
                  <a:lnTo>
                    <a:pt x="7851624" y="59722"/>
                  </a:lnTo>
                  <a:lnTo>
                    <a:pt x="7851749" y="59722"/>
                  </a:lnTo>
                  <a:lnTo>
                    <a:pt x="7851874" y="59722"/>
                  </a:lnTo>
                  <a:lnTo>
                    <a:pt x="7851999" y="59722"/>
                  </a:lnTo>
                  <a:lnTo>
                    <a:pt x="7852124" y="59722"/>
                  </a:lnTo>
                  <a:lnTo>
                    <a:pt x="7852249" y="59722"/>
                  </a:lnTo>
                  <a:lnTo>
                    <a:pt x="7852375" y="59722"/>
                  </a:lnTo>
                  <a:lnTo>
                    <a:pt x="7852500" y="59722"/>
                  </a:lnTo>
                  <a:lnTo>
                    <a:pt x="7852625" y="59722"/>
                  </a:lnTo>
                  <a:lnTo>
                    <a:pt x="7852750" y="59722"/>
                  </a:lnTo>
                  <a:lnTo>
                    <a:pt x="7852875" y="59722"/>
                  </a:lnTo>
                  <a:lnTo>
                    <a:pt x="7853000" y="59722"/>
                  </a:lnTo>
                  <a:lnTo>
                    <a:pt x="7853125" y="59722"/>
                  </a:lnTo>
                  <a:lnTo>
                    <a:pt x="7853250" y="59722"/>
                  </a:lnTo>
                  <a:lnTo>
                    <a:pt x="7853375" y="59722"/>
                  </a:lnTo>
                  <a:lnTo>
                    <a:pt x="7853500" y="59722"/>
                  </a:lnTo>
                  <a:lnTo>
                    <a:pt x="7853625" y="59722"/>
                  </a:lnTo>
                  <a:lnTo>
                    <a:pt x="7853750" y="59722"/>
                  </a:lnTo>
                  <a:lnTo>
                    <a:pt x="7853875" y="59722"/>
                  </a:lnTo>
                  <a:lnTo>
                    <a:pt x="7854000" y="59722"/>
                  </a:lnTo>
                  <a:lnTo>
                    <a:pt x="7854125" y="59722"/>
                  </a:lnTo>
                  <a:lnTo>
                    <a:pt x="7854250" y="59722"/>
                  </a:lnTo>
                  <a:lnTo>
                    <a:pt x="7854375" y="59722"/>
                  </a:lnTo>
                  <a:lnTo>
                    <a:pt x="7854500" y="59722"/>
                  </a:lnTo>
                  <a:lnTo>
                    <a:pt x="7854625" y="59722"/>
                  </a:lnTo>
                  <a:lnTo>
                    <a:pt x="7854750" y="59722"/>
                  </a:lnTo>
                  <a:lnTo>
                    <a:pt x="7854875" y="59722"/>
                  </a:lnTo>
                  <a:lnTo>
                    <a:pt x="7855000" y="59722"/>
                  </a:lnTo>
                  <a:lnTo>
                    <a:pt x="7855125" y="59722"/>
                  </a:lnTo>
                  <a:lnTo>
                    <a:pt x="7855250" y="59722"/>
                  </a:lnTo>
                  <a:lnTo>
                    <a:pt x="7855376" y="59722"/>
                  </a:lnTo>
                  <a:lnTo>
                    <a:pt x="7855501" y="59722"/>
                  </a:lnTo>
                  <a:lnTo>
                    <a:pt x="7855626" y="59722"/>
                  </a:lnTo>
                  <a:lnTo>
                    <a:pt x="7855751" y="59722"/>
                  </a:lnTo>
                  <a:lnTo>
                    <a:pt x="7855876" y="59722"/>
                  </a:lnTo>
                  <a:lnTo>
                    <a:pt x="7856001" y="59722"/>
                  </a:lnTo>
                  <a:lnTo>
                    <a:pt x="7856126" y="59722"/>
                  </a:lnTo>
                  <a:lnTo>
                    <a:pt x="7856251" y="59722"/>
                  </a:lnTo>
                  <a:lnTo>
                    <a:pt x="7856376" y="59722"/>
                  </a:lnTo>
                  <a:lnTo>
                    <a:pt x="7856501" y="59722"/>
                  </a:lnTo>
                  <a:lnTo>
                    <a:pt x="7856626" y="59722"/>
                  </a:lnTo>
                  <a:lnTo>
                    <a:pt x="7856751" y="59722"/>
                  </a:lnTo>
                  <a:lnTo>
                    <a:pt x="7856876" y="59722"/>
                  </a:lnTo>
                  <a:lnTo>
                    <a:pt x="7857001" y="59722"/>
                  </a:lnTo>
                  <a:lnTo>
                    <a:pt x="7857126" y="59722"/>
                  </a:lnTo>
                  <a:lnTo>
                    <a:pt x="7857251" y="59722"/>
                  </a:lnTo>
                  <a:lnTo>
                    <a:pt x="7857376" y="59722"/>
                  </a:lnTo>
                  <a:lnTo>
                    <a:pt x="7857501" y="59722"/>
                  </a:lnTo>
                  <a:lnTo>
                    <a:pt x="7857626" y="59722"/>
                  </a:lnTo>
                  <a:lnTo>
                    <a:pt x="7857751" y="59722"/>
                  </a:lnTo>
                  <a:lnTo>
                    <a:pt x="7857876" y="59722"/>
                  </a:lnTo>
                  <a:lnTo>
                    <a:pt x="7858001" y="59722"/>
                  </a:lnTo>
                  <a:lnTo>
                    <a:pt x="7858126" y="59722"/>
                  </a:lnTo>
                  <a:lnTo>
                    <a:pt x="7858251" y="59722"/>
                  </a:lnTo>
                  <a:lnTo>
                    <a:pt x="7858377" y="59722"/>
                  </a:lnTo>
                  <a:lnTo>
                    <a:pt x="7858502" y="59722"/>
                  </a:lnTo>
                  <a:lnTo>
                    <a:pt x="7858627" y="59722"/>
                  </a:lnTo>
                  <a:lnTo>
                    <a:pt x="7858752" y="59722"/>
                  </a:lnTo>
                  <a:lnTo>
                    <a:pt x="7858877" y="59722"/>
                  </a:lnTo>
                  <a:lnTo>
                    <a:pt x="7859002" y="59722"/>
                  </a:lnTo>
                  <a:lnTo>
                    <a:pt x="7859127" y="59722"/>
                  </a:lnTo>
                  <a:lnTo>
                    <a:pt x="7859252" y="59722"/>
                  </a:lnTo>
                  <a:lnTo>
                    <a:pt x="7859377" y="59722"/>
                  </a:lnTo>
                  <a:lnTo>
                    <a:pt x="7859502" y="59722"/>
                  </a:lnTo>
                  <a:lnTo>
                    <a:pt x="7859627" y="59722"/>
                  </a:lnTo>
                  <a:lnTo>
                    <a:pt x="7859752" y="59722"/>
                  </a:lnTo>
                  <a:lnTo>
                    <a:pt x="7859877" y="59722"/>
                  </a:lnTo>
                  <a:lnTo>
                    <a:pt x="7860002" y="59722"/>
                  </a:lnTo>
                  <a:lnTo>
                    <a:pt x="7860127" y="59722"/>
                  </a:lnTo>
                  <a:lnTo>
                    <a:pt x="7860252" y="59722"/>
                  </a:lnTo>
                  <a:lnTo>
                    <a:pt x="7860377" y="59722"/>
                  </a:lnTo>
                  <a:lnTo>
                    <a:pt x="7860502" y="59722"/>
                  </a:lnTo>
                  <a:lnTo>
                    <a:pt x="7860627" y="59722"/>
                  </a:lnTo>
                  <a:lnTo>
                    <a:pt x="7860752" y="59722"/>
                  </a:lnTo>
                  <a:lnTo>
                    <a:pt x="7860877" y="59722"/>
                  </a:lnTo>
                  <a:lnTo>
                    <a:pt x="7861002" y="59722"/>
                  </a:lnTo>
                  <a:lnTo>
                    <a:pt x="7861127" y="59722"/>
                  </a:lnTo>
                  <a:lnTo>
                    <a:pt x="7861252" y="59722"/>
                  </a:lnTo>
                  <a:lnTo>
                    <a:pt x="7861378" y="59722"/>
                  </a:lnTo>
                  <a:lnTo>
                    <a:pt x="7861503" y="59722"/>
                  </a:lnTo>
                  <a:lnTo>
                    <a:pt x="7861628" y="59722"/>
                  </a:lnTo>
                  <a:lnTo>
                    <a:pt x="7861753" y="59722"/>
                  </a:lnTo>
                  <a:lnTo>
                    <a:pt x="7861878" y="59722"/>
                  </a:lnTo>
                  <a:lnTo>
                    <a:pt x="7862003" y="59722"/>
                  </a:lnTo>
                  <a:lnTo>
                    <a:pt x="7862128" y="59722"/>
                  </a:lnTo>
                  <a:lnTo>
                    <a:pt x="7862253" y="59722"/>
                  </a:lnTo>
                  <a:lnTo>
                    <a:pt x="7862378" y="59722"/>
                  </a:lnTo>
                  <a:lnTo>
                    <a:pt x="7862503" y="59722"/>
                  </a:lnTo>
                  <a:lnTo>
                    <a:pt x="7862628" y="59722"/>
                  </a:lnTo>
                  <a:lnTo>
                    <a:pt x="7862753" y="59722"/>
                  </a:lnTo>
                  <a:lnTo>
                    <a:pt x="7862878" y="59722"/>
                  </a:lnTo>
                  <a:lnTo>
                    <a:pt x="7863003" y="59722"/>
                  </a:lnTo>
                  <a:lnTo>
                    <a:pt x="7863128" y="59722"/>
                  </a:lnTo>
                  <a:lnTo>
                    <a:pt x="7863253" y="59722"/>
                  </a:lnTo>
                  <a:lnTo>
                    <a:pt x="7863378" y="59722"/>
                  </a:lnTo>
                  <a:lnTo>
                    <a:pt x="7863503" y="59722"/>
                  </a:lnTo>
                  <a:lnTo>
                    <a:pt x="7863628" y="59722"/>
                  </a:lnTo>
                  <a:lnTo>
                    <a:pt x="7863753" y="59722"/>
                  </a:lnTo>
                  <a:lnTo>
                    <a:pt x="7863878" y="59722"/>
                  </a:lnTo>
                  <a:lnTo>
                    <a:pt x="7864003" y="59722"/>
                  </a:lnTo>
                  <a:lnTo>
                    <a:pt x="7864128" y="59722"/>
                  </a:lnTo>
                  <a:lnTo>
                    <a:pt x="7864253" y="59722"/>
                  </a:lnTo>
                  <a:lnTo>
                    <a:pt x="7864379" y="59722"/>
                  </a:lnTo>
                  <a:lnTo>
                    <a:pt x="7864504" y="59722"/>
                  </a:lnTo>
                  <a:lnTo>
                    <a:pt x="7864629" y="59722"/>
                  </a:lnTo>
                  <a:lnTo>
                    <a:pt x="7864754" y="59722"/>
                  </a:lnTo>
                  <a:lnTo>
                    <a:pt x="7864879" y="59722"/>
                  </a:lnTo>
                  <a:lnTo>
                    <a:pt x="7865004" y="59722"/>
                  </a:lnTo>
                  <a:lnTo>
                    <a:pt x="7865129" y="59722"/>
                  </a:lnTo>
                  <a:lnTo>
                    <a:pt x="7865254" y="59722"/>
                  </a:lnTo>
                  <a:lnTo>
                    <a:pt x="7865379" y="59722"/>
                  </a:lnTo>
                  <a:lnTo>
                    <a:pt x="7865504" y="59722"/>
                  </a:lnTo>
                  <a:lnTo>
                    <a:pt x="7865629" y="59722"/>
                  </a:lnTo>
                  <a:lnTo>
                    <a:pt x="7865754" y="59722"/>
                  </a:lnTo>
                  <a:lnTo>
                    <a:pt x="7865879" y="59722"/>
                  </a:lnTo>
                  <a:lnTo>
                    <a:pt x="7866004" y="59722"/>
                  </a:lnTo>
                  <a:lnTo>
                    <a:pt x="7866129" y="59722"/>
                  </a:lnTo>
                  <a:lnTo>
                    <a:pt x="7866254" y="59722"/>
                  </a:lnTo>
                  <a:lnTo>
                    <a:pt x="7866379" y="59722"/>
                  </a:lnTo>
                  <a:lnTo>
                    <a:pt x="7866504" y="59722"/>
                  </a:lnTo>
                  <a:lnTo>
                    <a:pt x="7866629" y="59722"/>
                  </a:lnTo>
                  <a:lnTo>
                    <a:pt x="7866754" y="59722"/>
                  </a:lnTo>
                  <a:lnTo>
                    <a:pt x="7866879" y="59722"/>
                  </a:lnTo>
                  <a:lnTo>
                    <a:pt x="7867004" y="59722"/>
                  </a:lnTo>
                  <a:lnTo>
                    <a:pt x="7867129" y="59722"/>
                  </a:lnTo>
                  <a:lnTo>
                    <a:pt x="7867254" y="59722"/>
                  </a:lnTo>
                  <a:lnTo>
                    <a:pt x="7867380" y="59722"/>
                  </a:lnTo>
                  <a:lnTo>
                    <a:pt x="7867505" y="59722"/>
                  </a:lnTo>
                  <a:lnTo>
                    <a:pt x="7867630" y="59722"/>
                  </a:lnTo>
                  <a:lnTo>
                    <a:pt x="7867755" y="59722"/>
                  </a:lnTo>
                  <a:lnTo>
                    <a:pt x="7867880" y="59722"/>
                  </a:lnTo>
                  <a:lnTo>
                    <a:pt x="7868005" y="59722"/>
                  </a:lnTo>
                  <a:lnTo>
                    <a:pt x="7868130" y="59722"/>
                  </a:lnTo>
                  <a:lnTo>
                    <a:pt x="7868255" y="59722"/>
                  </a:lnTo>
                  <a:lnTo>
                    <a:pt x="7868380" y="59722"/>
                  </a:lnTo>
                  <a:lnTo>
                    <a:pt x="7868505" y="59722"/>
                  </a:lnTo>
                  <a:lnTo>
                    <a:pt x="7868630" y="59722"/>
                  </a:lnTo>
                  <a:lnTo>
                    <a:pt x="7868755" y="59722"/>
                  </a:lnTo>
                  <a:lnTo>
                    <a:pt x="7868880" y="59722"/>
                  </a:lnTo>
                  <a:lnTo>
                    <a:pt x="7869005" y="59722"/>
                  </a:lnTo>
                  <a:lnTo>
                    <a:pt x="7869130" y="59722"/>
                  </a:lnTo>
                  <a:lnTo>
                    <a:pt x="7869255" y="59722"/>
                  </a:lnTo>
                  <a:lnTo>
                    <a:pt x="7869380" y="59722"/>
                  </a:lnTo>
                  <a:lnTo>
                    <a:pt x="7869505" y="59722"/>
                  </a:lnTo>
                  <a:lnTo>
                    <a:pt x="7869630" y="59722"/>
                  </a:lnTo>
                  <a:lnTo>
                    <a:pt x="7869755" y="59722"/>
                  </a:lnTo>
                  <a:lnTo>
                    <a:pt x="7869880" y="59722"/>
                  </a:lnTo>
                  <a:lnTo>
                    <a:pt x="7870005" y="59722"/>
                  </a:lnTo>
                  <a:lnTo>
                    <a:pt x="7870130" y="59722"/>
                  </a:lnTo>
                  <a:lnTo>
                    <a:pt x="7870255" y="59722"/>
                  </a:lnTo>
                  <a:lnTo>
                    <a:pt x="7870381" y="59722"/>
                  </a:lnTo>
                  <a:lnTo>
                    <a:pt x="7870506" y="59722"/>
                  </a:lnTo>
                  <a:lnTo>
                    <a:pt x="7870631" y="59722"/>
                  </a:lnTo>
                  <a:lnTo>
                    <a:pt x="7870756" y="59722"/>
                  </a:lnTo>
                  <a:lnTo>
                    <a:pt x="7870881" y="59722"/>
                  </a:lnTo>
                  <a:lnTo>
                    <a:pt x="7871006" y="59722"/>
                  </a:lnTo>
                  <a:lnTo>
                    <a:pt x="7871131" y="59722"/>
                  </a:lnTo>
                  <a:lnTo>
                    <a:pt x="7871256" y="59722"/>
                  </a:lnTo>
                  <a:lnTo>
                    <a:pt x="7871381" y="59722"/>
                  </a:lnTo>
                  <a:lnTo>
                    <a:pt x="7871506" y="59722"/>
                  </a:lnTo>
                  <a:lnTo>
                    <a:pt x="7871631" y="59722"/>
                  </a:lnTo>
                  <a:lnTo>
                    <a:pt x="7871756" y="59722"/>
                  </a:lnTo>
                  <a:lnTo>
                    <a:pt x="7871881" y="59722"/>
                  </a:lnTo>
                  <a:lnTo>
                    <a:pt x="7872006" y="59722"/>
                  </a:lnTo>
                  <a:lnTo>
                    <a:pt x="7872131" y="59722"/>
                  </a:lnTo>
                  <a:lnTo>
                    <a:pt x="7872256" y="59722"/>
                  </a:lnTo>
                  <a:lnTo>
                    <a:pt x="7872381" y="59722"/>
                  </a:lnTo>
                  <a:lnTo>
                    <a:pt x="7872506" y="59722"/>
                  </a:lnTo>
                  <a:lnTo>
                    <a:pt x="7872631" y="59722"/>
                  </a:lnTo>
                  <a:lnTo>
                    <a:pt x="7872756" y="59722"/>
                  </a:lnTo>
                  <a:lnTo>
                    <a:pt x="7872881" y="59722"/>
                  </a:lnTo>
                  <a:lnTo>
                    <a:pt x="7873006" y="59722"/>
                  </a:lnTo>
                  <a:lnTo>
                    <a:pt x="7873131" y="59722"/>
                  </a:lnTo>
                  <a:lnTo>
                    <a:pt x="7873256" y="59722"/>
                  </a:lnTo>
                  <a:lnTo>
                    <a:pt x="7873382" y="59722"/>
                  </a:lnTo>
                  <a:lnTo>
                    <a:pt x="7873507" y="59722"/>
                  </a:lnTo>
                  <a:lnTo>
                    <a:pt x="7873632" y="59722"/>
                  </a:lnTo>
                  <a:lnTo>
                    <a:pt x="7873757" y="59722"/>
                  </a:lnTo>
                  <a:lnTo>
                    <a:pt x="7873882" y="59722"/>
                  </a:lnTo>
                  <a:lnTo>
                    <a:pt x="7874007" y="59722"/>
                  </a:lnTo>
                  <a:lnTo>
                    <a:pt x="7874132" y="59722"/>
                  </a:lnTo>
                  <a:lnTo>
                    <a:pt x="7874257" y="59722"/>
                  </a:lnTo>
                  <a:lnTo>
                    <a:pt x="7874382" y="59722"/>
                  </a:lnTo>
                  <a:lnTo>
                    <a:pt x="7874507" y="59722"/>
                  </a:lnTo>
                  <a:lnTo>
                    <a:pt x="7874632" y="59722"/>
                  </a:lnTo>
                  <a:lnTo>
                    <a:pt x="7874757" y="59722"/>
                  </a:lnTo>
                  <a:lnTo>
                    <a:pt x="7874882" y="59722"/>
                  </a:lnTo>
                  <a:lnTo>
                    <a:pt x="7875007" y="59722"/>
                  </a:lnTo>
                  <a:lnTo>
                    <a:pt x="7875132" y="59722"/>
                  </a:lnTo>
                  <a:lnTo>
                    <a:pt x="7875257" y="59722"/>
                  </a:lnTo>
                  <a:lnTo>
                    <a:pt x="7875382" y="59722"/>
                  </a:lnTo>
                  <a:lnTo>
                    <a:pt x="7875507" y="59722"/>
                  </a:lnTo>
                  <a:lnTo>
                    <a:pt x="7875632" y="59722"/>
                  </a:lnTo>
                  <a:lnTo>
                    <a:pt x="7875757" y="59722"/>
                  </a:lnTo>
                  <a:lnTo>
                    <a:pt x="7875882" y="59722"/>
                  </a:lnTo>
                  <a:lnTo>
                    <a:pt x="7876007" y="59722"/>
                  </a:lnTo>
                  <a:lnTo>
                    <a:pt x="7876132" y="59722"/>
                  </a:lnTo>
                  <a:lnTo>
                    <a:pt x="7876257" y="59722"/>
                  </a:lnTo>
                  <a:lnTo>
                    <a:pt x="7876383" y="59722"/>
                  </a:lnTo>
                  <a:lnTo>
                    <a:pt x="7876508" y="59722"/>
                  </a:lnTo>
                  <a:lnTo>
                    <a:pt x="7876633" y="59722"/>
                  </a:lnTo>
                  <a:lnTo>
                    <a:pt x="7876758" y="59722"/>
                  </a:lnTo>
                  <a:lnTo>
                    <a:pt x="7876883" y="59722"/>
                  </a:lnTo>
                  <a:lnTo>
                    <a:pt x="7877008" y="59722"/>
                  </a:lnTo>
                  <a:lnTo>
                    <a:pt x="7877133" y="59722"/>
                  </a:lnTo>
                  <a:lnTo>
                    <a:pt x="7877258" y="59722"/>
                  </a:lnTo>
                  <a:lnTo>
                    <a:pt x="7877383" y="59722"/>
                  </a:lnTo>
                  <a:lnTo>
                    <a:pt x="7877508" y="59722"/>
                  </a:lnTo>
                  <a:lnTo>
                    <a:pt x="7877633" y="59722"/>
                  </a:lnTo>
                  <a:lnTo>
                    <a:pt x="7877758" y="59722"/>
                  </a:lnTo>
                  <a:lnTo>
                    <a:pt x="7877883" y="59722"/>
                  </a:lnTo>
                  <a:lnTo>
                    <a:pt x="7878008" y="59722"/>
                  </a:lnTo>
                  <a:lnTo>
                    <a:pt x="7878133" y="59722"/>
                  </a:lnTo>
                  <a:lnTo>
                    <a:pt x="7878258" y="59722"/>
                  </a:lnTo>
                  <a:lnTo>
                    <a:pt x="7878383" y="59722"/>
                  </a:lnTo>
                  <a:lnTo>
                    <a:pt x="7878508" y="59722"/>
                  </a:lnTo>
                  <a:lnTo>
                    <a:pt x="7878633" y="59722"/>
                  </a:lnTo>
                  <a:lnTo>
                    <a:pt x="7878758" y="59722"/>
                  </a:lnTo>
                  <a:lnTo>
                    <a:pt x="7878883" y="59722"/>
                  </a:lnTo>
                  <a:lnTo>
                    <a:pt x="7879008" y="59722"/>
                  </a:lnTo>
                  <a:lnTo>
                    <a:pt x="7879133" y="59722"/>
                  </a:lnTo>
                  <a:lnTo>
                    <a:pt x="7879259" y="59722"/>
                  </a:lnTo>
                  <a:lnTo>
                    <a:pt x="7879384" y="59722"/>
                  </a:lnTo>
                  <a:lnTo>
                    <a:pt x="7879509" y="59722"/>
                  </a:lnTo>
                  <a:lnTo>
                    <a:pt x="7879634" y="59722"/>
                  </a:lnTo>
                  <a:lnTo>
                    <a:pt x="7879759" y="59722"/>
                  </a:lnTo>
                  <a:lnTo>
                    <a:pt x="7879884" y="59722"/>
                  </a:lnTo>
                  <a:lnTo>
                    <a:pt x="7880009" y="59722"/>
                  </a:lnTo>
                  <a:lnTo>
                    <a:pt x="7880134" y="59722"/>
                  </a:lnTo>
                  <a:lnTo>
                    <a:pt x="7880259" y="59722"/>
                  </a:lnTo>
                  <a:lnTo>
                    <a:pt x="7880384" y="59722"/>
                  </a:lnTo>
                  <a:lnTo>
                    <a:pt x="7880509" y="59722"/>
                  </a:lnTo>
                  <a:lnTo>
                    <a:pt x="7880634" y="59722"/>
                  </a:lnTo>
                  <a:lnTo>
                    <a:pt x="7880759" y="59722"/>
                  </a:lnTo>
                  <a:lnTo>
                    <a:pt x="7880884" y="59722"/>
                  </a:lnTo>
                  <a:lnTo>
                    <a:pt x="7881009" y="59722"/>
                  </a:lnTo>
                  <a:lnTo>
                    <a:pt x="7881134" y="59722"/>
                  </a:lnTo>
                  <a:lnTo>
                    <a:pt x="7881259" y="59722"/>
                  </a:lnTo>
                  <a:lnTo>
                    <a:pt x="7881384" y="59722"/>
                  </a:lnTo>
                  <a:lnTo>
                    <a:pt x="7881509" y="59722"/>
                  </a:lnTo>
                  <a:lnTo>
                    <a:pt x="7881634" y="59722"/>
                  </a:lnTo>
                  <a:lnTo>
                    <a:pt x="7881759" y="59722"/>
                  </a:lnTo>
                  <a:lnTo>
                    <a:pt x="7881884" y="59722"/>
                  </a:lnTo>
                  <a:lnTo>
                    <a:pt x="7882009" y="59722"/>
                  </a:lnTo>
                  <a:lnTo>
                    <a:pt x="7882134" y="59722"/>
                  </a:lnTo>
                  <a:lnTo>
                    <a:pt x="7882260" y="59722"/>
                  </a:lnTo>
                  <a:lnTo>
                    <a:pt x="7882385" y="59722"/>
                  </a:lnTo>
                  <a:lnTo>
                    <a:pt x="7882510" y="59722"/>
                  </a:lnTo>
                  <a:lnTo>
                    <a:pt x="7882635" y="59722"/>
                  </a:lnTo>
                  <a:lnTo>
                    <a:pt x="7882760" y="59722"/>
                  </a:lnTo>
                  <a:lnTo>
                    <a:pt x="7882885" y="59722"/>
                  </a:lnTo>
                  <a:lnTo>
                    <a:pt x="7883010" y="59722"/>
                  </a:lnTo>
                  <a:lnTo>
                    <a:pt x="7883135" y="59722"/>
                  </a:lnTo>
                  <a:lnTo>
                    <a:pt x="7883260" y="59722"/>
                  </a:lnTo>
                  <a:lnTo>
                    <a:pt x="7883385" y="59722"/>
                  </a:lnTo>
                  <a:lnTo>
                    <a:pt x="7883385" y="49769"/>
                  </a:lnTo>
                  <a:lnTo>
                    <a:pt x="7883510" y="49769"/>
                  </a:lnTo>
                  <a:lnTo>
                    <a:pt x="7883635" y="49769"/>
                  </a:lnTo>
                  <a:lnTo>
                    <a:pt x="7883760" y="49769"/>
                  </a:lnTo>
                  <a:lnTo>
                    <a:pt x="7883885" y="49769"/>
                  </a:lnTo>
                  <a:lnTo>
                    <a:pt x="7884010" y="49769"/>
                  </a:lnTo>
                  <a:lnTo>
                    <a:pt x="7884135" y="49769"/>
                  </a:lnTo>
                  <a:lnTo>
                    <a:pt x="7884260" y="49769"/>
                  </a:lnTo>
                  <a:lnTo>
                    <a:pt x="7884385" y="49769"/>
                  </a:lnTo>
                  <a:lnTo>
                    <a:pt x="7884510" y="49769"/>
                  </a:lnTo>
                  <a:lnTo>
                    <a:pt x="7884635" y="49769"/>
                  </a:lnTo>
                  <a:lnTo>
                    <a:pt x="7884760" y="49769"/>
                  </a:lnTo>
                  <a:lnTo>
                    <a:pt x="7884885" y="49769"/>
                  </a:lnTo>
                  <a:lnTo>
                    <a:pt x="7885010" y="49769"/>
                  </a:lnTo>
                  <a:lnTo>
                    <a:pt x="7885135" y="49769"/>
                  </a:lnTo>
                  <a:lnTo>
                    <a:pt x="7885261" y="49769"/>
                  </a:lnTo>
                  <a:lnTo>
                    <a:pt x="7885386" y="49769"/>
                  </a:lnTo>
                  <a:lnTo>
                    <a:pt x="7885511" y="49769"/>
                  </a:lnTo>
                  <a:lnTo>
                    <a:pt x="7885636" y="49769"/>
                  </a:lnTo>
                  <a:lnTo>
                    <a:pt x="7885761" y="49769"/>
                  </a:lnTo>
                  <a:lnTo>
                    <a:pt x="7885886" y="49769"/>
                  </a:lnTo>
                  <a:lnTo>
                    <a:pt x="7886011" y="49769"/>
                  </a:lnTo>
                  <a:lnTo>
                    <a:pt x="7886136" y="49769"/>
                  </a:lnTo>
                  <a:lnTo>
                    <a:pt x="7886261" y="49769"/>
                  </a:lnTo>
                  <a:lnTo>
                    <a:pt x="7886386" y="49769"/>
                  </a:lnTo>
                  <a:lnTo>
                    <a:pt x="7886511" y="49769"/>
                  </a:lnTo>
                  <a:lnTo>
                    <a:pt x="7886636" y="49769"/>
                  </a:lnTo>
                  <a:lnTo>
                    <a:pt x="7886761" y="49769"/>
                  </a:lnTo>
                  <a:lnTo>
                    <a:pt x="7886886" y="49769"/>
                  </a:lnTo>
                  <a:lnTo>
                    <a:pt x="7887011" y="49769"/>
                  </a:lnTo>
                  <a:lnTo>
                    <a:pt x="7887136" y="49769"/>
                  </a:lnTo>
                  <a:lnTo>
                    <a:pt x="7887261" y="49769"/>
                  </a:lnTo>
                  <a:lnTo>
                    <a:pt x="7887386" y="49769"/>
                  </a:lnTo>
                  <a:lnTo>
                    <a:pt x="7887511" y="49769"/>
                  </a:lnTo>
                  <a:lnTo>
                    <a:pt x="7887636" y="49769"/>
                  </a:lnTo>
                  <a:lnTo>
                    <a:pt x="7887761" y="49769"/>
                  </a:lnTo>
                  <a:lnTo>
                    <a:pt x="7887886" y="49769"/>
                  </a:lnTo>
                  <a:lnTo>
                    <a:pt x="7888011" y="49769"/>
                  </a:lnTo>
                  <a:lnTo>
                    <a:pt x="7888136" y="49769"/>
                  </a:lnTo>
                  <a:lnTo>
                    <a:pt x="7888262" y="49769"/>
                  </a:lnTo>
                  <a:lnTo>
                    <a:pt x="7888387" y="49769"/>
                  </a:lnTo>
                  <a:lnTo>
                    <a:pt x="7888512" y="49769"/>
                  </a:lnTo>
                  <a:lnTo>
                    <a:pt x="7888637" y="49769"/>
                  </a:lnTo>
                  <a:lnTo>
                    <a:pt x="7888762" y="49769"/>
                  </a:lnTo>
                  <a:lnTo>
                    <a:pt x="7888887" y="49769"/>
                  </a:lnTo>
                  <a:lnTo>
                    <a:pt x="7889012" y="49769"/>
                  </a:lnTo>
                  <a:lnTo>
                    <a:pt x="7889137" y="49769"/>
                  </a:lnTo>
                  <a:lnTo>
                    <a:pt x="7889262" y="49769"/>
                  </a:lnTo>
                  <a:lnTo>
                    <a:pt x="7889387" y="49769"/>
                  </a:lnTo>
                  <a:lnTo>
                    <a:pt x="7889512" y="49769"/>
                  </a:lnTo>
                  <a:lnTo>
                    <a:pt x="7889637" y="49769"/>
                  </a:lnTo>
                  <a:lnTo>
                    <a:pt x="7889762" y="49769"/>
                  </a:lnTo>
                  <a:lnTo>
                    <a:pt x="7889887" y="49769"/>
                  </a:lnTo>
                  <a:lnTo>
                    <a:pt x="7890012" y="49769"/>
                  </a:lnTo>
                  <a:lnTo>
                    <a:pt x="7890137" y="49769"/>
                  </a:lnTo>
                  <a:lnTo>
                    <a:pt x="7890262" y="49769"/>
                  </a:lnTo>
                  <a:lnTo>
                    <a:pt x="7890387" y="49769"/>
                  </a:lnTo>
                  <a:lnTo>
                    <a:pt x="7890512" y="49769"/>
                  </a:lnTo>
                  <a:lnTo>
                    <a:pt x="7890637" y="49769"/>
                  </a:lnTo>
                  <a:lnTo>
                    <a:pt x="7890762" y="49769"/>
                  </a:lnTo>
                  <a:lnTo>
                    <a:pt x="7890887" y="49769"/>
                  </a:lnTo>
                  <a:lnTo>
                    <a:pt x="7891012" y="49769"/>
                  </a:lnTo>
                  <a:lnTo>
                    <a:pt x="7891137" y="49769"/>
                  </a:lnTo>
                  <a:lnTo>
                    <a:pt x="7891263" y="49769"/>
                  </a:lnTo>
                  <a:lnTo>
                    <a:pt x="7891388" y="49769"/>
                  </a:lnTo>
                  <a:lnTo>
                    <a:pt x="7891513" y="49769"/>
                  </a:lnTo>
                  <a:lnTo>
                    <a:pt x="7891638" y="49769"/>
                  </a:lnTo>
                  <a:lnTo>
                    <a:pt x="7891763" y="49769"/>
                  </a:lnTo>
                  <a:lnTo>
                    <a:pt x="7891888" y="49769"/>
                  </a:lnTo>
                  <a:lnTo>
                    <a:pt x="7892013" y="49769"/>
                  </a:lnTo>
                  <a:lnTo>
                    <a:pt x="7892138" y="49769"/>
                  </a:lnTo>
                  <a:lnTo>
                    <a:pt x="7892263" y="49769"/>
                  </a:lnTo>
                  <a:lnTo>
                    <a:pt x="7892388" y="49769"/>
                  </a:lnTo>
                  <a:lnTo>
                    <a:pt x="7892513" y="49769"/>
                  </a:lnTo>
                  <a:lnTo>
                    <a:pt x="7892638" y="49769"/>
                  </a:lnTo>
                  <a:lnTo>
                    <a:pt x="7892763" y="49769"/>
                  </a:lnTo>
                  <a:lnTo>
                    <a:pt x="7892888" y="49769"/>
                  </a:lnTo>
                  <a:lnTo>
                    <a:pt x="7893013" y="49769"/>
                  </a:lnTo>
                  <a:lnTo>
                    <a:pt x="7893138" y="49769"/>
                  </a:lnTo>
                  <a:lnTo>
                    <a:pt x="7893263" y="49769"/>
                  </a:lnTo>
                  <a:lnTo>
                    <a:pt x="7893388" y="49769"/>
                  </a:lnTo>
                  <a:lnTo>
                    <a:pt x="7893513" y="49769"/>
                  </a:lnTo>
                  <a:lnTo>
                    <a:pt x="7893638" y="49769"/>
                  </a:lnTo>
                  <a:lnTo>
                    <a:pt x="7893763" y="49769"/>
                  </a:lnTo>
                  <a:lnTo>
                    <a:pt x="7893888" y="49769"/>
                  </a:lnTo>
                  <a:lnTo>
                    <a:pt x="7894013" y="49769"/>
                  </a:lnTo>
                  <a:lnTo>
                    <a:pt x="7894138" y="49769"/>
                  </a:lnTo>
                  <a:lnTo>
                    <a:pt x="7894264" y="49769"/>
                  </a:lnTo>
                  <a:lnTo>
                    <a:pt x="7894389" y="49769"/>
                  </a:lnTo>
                  <a:lnTo>
                    <a:pt x="7894514" y="49769"/>
                  </a:lnTo>
                  <a:lnTo>
                    <a:pt x="7894639" y="49769"/>
                  </a:lnTo>
                  <a:lnTo>
                    <a:pt x="7894764" y="49769"/>
                  </a:lnTo>
                  <a:lnTo>
                    <a:pt x="7894889" y="49769"/>
                  </a:lnTo>
                  <a:lnTo>
                    <a:pt x="7895014" y="49769"/>
                  </a:lnTo>
                  <a:lnTo>
                    <a:pt x="7895139" y="49769"/>
                  </a:lnTo>
                  <a:lnTo>
                    <a:pt x="7895264" y="49769"/>
                  </a:lnTo>
                  <a:lnTo>
                    <a:pt x="7895389" y="49769"/>
                  </a:lnTo>
                  <a:lnTo>
                    <a:pt x="7895514" y="49769"/>
                  </a:lnTo>
                  <a:lnTo>
                    <a:pt x="7895639" y="49769"/>
                  </a:lnTo>
                  <a:lnTo>
                    <a:pt x="7895764" y="49769"/>
                  </a:lnTo>
                  <a:lnTo>
                    <a:pt x="7895889" y="49769"/>
                  </a:lnTo>
                  <a:lnTo>
                    <a:pt x="7896014" y="49769"/>
                  </a:lnTo>
                  <a:lnTo>
                    <a:pt x="7896139" y="49769"/>
                  </a:lnTo>
                  <a:lnTo>
                    <a:pt x="7896264" y="49769"/>
                  </a:lnTo>
                  <a:lnTo>
                    <a:pt x="7896389" y="49769"/>
                  </a:lnTo>
                  <a:lnTo>
                    <a:pt x="7896514" y="49769"/>
                  </a:lnTo>
                  <a:lnTo>
                    <a:pt x="7896639" y="49769"/>
                  </a:lnTo>
                  <a:lnTo>
                    <a:pt x="7896764" y="49769"/>
                  </a:lnTo>
                  <a:lnTo>
                    <a:pt x="7896889" y="49769"/>
                  </a:lnTo>
                  <a:lnTo>
                    <a:pt x="7897014" y="49769"/>
                  </a:lnTo>
                  <a:lnTo>
                    <a:pt x="7897139" y="49769"/>
                  </a:lnTo>
                  <a:lnTo>
                    <a:pt x="7897265" y="49769"/>
                  </a:lnTo>
                  <a:lnTo>
                    <a:pt x="7897390" y="49769"/>
                  </a:lnTo>
                  <a:lnTo>
                    <a:pt x="7897515" y="49769"/>
                  </a:lnTo>
                  <a:lnTo>
                    <a:pt x="7897640" y="49769"/>
                  </a:lnTo>
                  <a:lnTo>
                    <a:pt x="7897765" y="49769"/>
                  </a:lnTo>
                  <a:lnTo>
                    <a:pt x="7897890" y="49769"/>
                  </a:lnTo>
                  <a:lnTo>
                    <a:pt x="7898015" y="49769"/>
                  </a:lnTo>
                  <a:lnTo>
                    <a:pt x="7898140" y="49769"/>
                  </a:lnTo>
                  <a:lnTo>
                    <a:pt x="7898265" y="49769"/>
                  </a:lnTo>
                  <a:lnTo>
                    <a:pt x="7898390" y="49769"/>
                  </a:lnTo>
                  <a:lnTo>
                    <a:pt x="7898515" y="49769"/>
                  </a:lnTo>
                  <a:lnTo>
                    <a:pt x="7898640" y="49769"/>
                  </a:lnTo>
                  <a:lnTo>
                    <a:pt x="7898765" y="49769"/>
                  </a:lnTo>
                  <a:lnTo>
                    <a:pt x="7898890" y="49769"/>
                  </a:lnTo>
                  <a:lnTo>
                    <a:pt x="7899015" y="49769"/>
                  </a:lnTo>
                  <a:lnTo>
                    <a:pt x="7899140" y="49769"/>
                  </a:lnTo>
                  <a:lnTo>
                    <a:pt x="7899265" y="49769"/>
                  </a:lnTo>
                  <a:lnTo>
                    <a:pt x="7899390" y="49769"/>
                  </a:lnTo>
                  <a:lnTo>
                    <a:pt x="7899515" y="49769"/>
                  </a:lnTo>
                  <a:lnTo>
                    <a:pt x="7899640" y="49769"/>
                  </a:lnTo>
                  <a:lnTo>
                    <a:pt x="7899765" y="49769"/>
                  </a:lnTo>
                  <a:lnTo>
                    <a:pt x="7899890" y="49769"/>
                  </a:lnTo>
                  <a:lnTo>
                    <a:pt x="7900015" y="49769"/>
                  </a:lnTo>
                  <a:lnTo>
                    <a:pt x="7900140" y="49769"/>
                  </a:lnTo>
                  <a:lnTo>
                    <a:pt x="7900266" y="49769"/>
                  </a:lnTo>
                  <a:lnTo>
                    <a:pt x="7900391" y="49769"/>
                  </a:lnTo>
                  <a:lnTo>
                    <a:pt x="7900516" y="49769"/>
                  </a:lnTo>
                  <a:lnTo>
                    <a:pt x="7900641" y="49769"/>
                  </a:lnTo>
                  <a:lnTo>
                    <a:pt x="7900766" y="49769"/>
                  </a:lnTo>
                  <a:lnTo>
                    <a:pt x="7900891" y="49769"/>
                  </a:lnTo>
                  <a:lnTo>
                    <a:pt x="7901016" y="49769"/>
                  </a:lnTo>
                  <a:lnTo>
                    <a:pt x="7901141" y="49769"/>
                  </a:lnTo>
                  <a:lnTo>
                    <a:pt x="7901266" y="49769"/>
                  </a:lnTo>
                  <a:lnTo>
                    <a:pt x="7901391" y="49769"/>
                  </a:lnTo>
                  <a:lnTo>
                    <a:pt x="7901516" y="49769"/>
                  </a:lnTo>
                  <a:lnTo>
                    <a:pt x="7901641" y="49769"/>
                  </a:lnTo>
                  <a:lnTo>
                    <a:pt x="7901766" y="49769"/>
                  </a:lnTo>
                  <a:lnTo>
                    <a:pt x="7901891" y="49769"/>
                  </a:lnTo>
                  <a:lnTo>
                    <a:pt x="7902016" y="49769"/>
                  </a:lnTo>
                  <a:lnTo>
                    <a:pt x="7902141" y="49769"/>
                  </a:lnTo>
                  <a:lnTo>
                    <a:pt x="7902266" y="49769"/>
                  </a:lnTo>
                  <a:lnTo>
                    <a:pt x="7902391" y="49769"/>
                  </a:lnTo>
                  <a:lnTo>
                    <a:pt x="7902516" y="49769"/>
                  </a:lnTo>
                  <a:lnTo>
                    <a:pt x="7902641" y="49769"/>
                  </a:lnTo>
                  <a:lnTo>
                    <a:pt x="7902766" y="49769"/>
                  </a:lnTo>
                  <a:lnTo>
                    <a:pt x="7902891" y="49769"/>
                  </a:lnTo>
                  <a:lnTo>
                    <a:pt x="7903016" y="49769"/>
                  </a:lnTo>
                  <a:lnTo>
                    <a:pt x="7903141" y="49769"/>
                  </a:lnTo>
                  <a:lnTo>
                    <a:pt x="7903267" y="49769"/>
                  </a:lnTo>
                  <a:lnTo>
                    <a:pt x="7903392" y="49769"/>
                  </a:lnTo>
                  <a:lnTo>
                    <a:pt x="7903517" y="49769"/>
                  </a:lnTo>
                  <a:lnTo>
                    <a:pt x="7903642" y="49769"/>
                  </a:lnTo>
                  <a:lnTo>
                    <a:pt x="7903767" y="49769"/>
                  </a:lnTo>
                  <a:lnTo>
                    <a:pt x="7903892" y="49769"/>
                  </a:lnTo>
                  <a:lnTo>
                    <a:pt x="7904017" y="49769"/>
                  </a:lnTo>
                  <a:lnTo>
                    <a:pt x="7904142" y="49769"/>
                  </a:lnTo>
                  <a:lnTo>
                    <a:pt x="7904267" y="49769"/>
                  </a:lnTo>
                  <a:lnTo>
                    <a:pt x="7904392" y="49769"/>
                  </a:lnTo>
                  <a:lnTo>
                    <a:pt x="7904517" y="49769"/>
                  </a:lnTo>
                  <a:lnTo>
                    <a:pt x="7904642" y="49769"/>
                  </a:lnTo>
                  <a:lnTo>
                    <a:pt x="7904767" y="49769"/>
                  </a:lnTo>
                  <a:lnTo>
                    <a:pt x="7904892" y="49769"/>
                  </a:lnTo>
                  <a:lnTo>
                    <a:pt x="7905017" y="49769"/>
                  </a:lnTo>
                  <a:lnTo>
                    <a:pt x="7905142" y="49769"/>
                  </a:lnTo>
                  <a:lnTo>
                    <a:pt x="7905267" y="49769"/>
                  </a:lnTo>
                  <a:lnTo>
                    <a:pt x="7905392" y="49769"/>
                  </a:lnTo>
                  <a:lnTo>
                    <a:pt x="7905517" y="49769"/>
                  </a:lnTo>
                  <a:lnTo>
                    <a:pt x="7905642" y="49769"/>
                  </a:lnTo>
                  <a:lnTo>
                    <a:pt x="7905767" y="49769"/>
                  </a:lnTo>
                  <a:lnTo>
                    <a:pt x="7905892" y="49769"/>
                  </a:lnTo>
                  <a:lnTo>
                    <a:pt x="7906017" y="49769"/>
                  </a:lnTo>
                  <a:lnTo>
                    <a:pt x="7906142" y="49769"/>
                  </a:lnTo>
                  <a:lnTo>
                    <a:pt x="7906268" y="49769"/>
                  </a:lnTo>
                  <a:lnTo>
                    <a:pt x="7906393" y="49769"/>
                  </a:lnTo>
                  <a:lnTo>
                    <a:pt x="7906518" y="49769"/>
                  </a:lnTo>
                  <a:lnTo>
                    <a:pt x="7906643" y="49769"/>
                  </a:lnTo>
                  <a:lnTo>
                    <a:pt x="7906768" y="49769"/>
                  </a:lnTo>
                  <a:lnTo>
                    <a:pt x="7906893" y="49769"/>
                  </a:lnTo>
                  <a:lnTo>
                    <a:pt x="7907018" y="49769"/>
                  </a:lnTo>
                  <a:lnTo>
                    <a:pt x="7907143" y="49769"/>
                  </a:lnTo>
                  <a:lnTo>
                    <a:pt x="7907268" y="49769"/>
                  </a:lnTo>
                  <a:lnTo>
                    <a:pt x="7907393" y="49769"/>
                  </a:lnTo>
                  <a:lnTo>
                    <a:pt x="7907518" y="49769"/>
                  </a:lnTo>
                  <a:lnTo>
                    <a:pt x="7907643" y="49769"/>
                  </a:lnTo>
                  <a:lnTo>
                    <a:pt x="7907768" y="49769"/>
                  </a:lnTo>
                  <a:lnTo>
                    <a:pt x="7907893" y="49769"/>
                  </a:lnTo>
                  <a:lnTo>
                    <a:pt x="7908018" y="49769"/>
                  </a:lnTo>
                  <a:lnTo>
                    <a:pt x="7908143" y="49769"/>
                  </a:lnTo>
                  <a:lnTo>
                    <a:pt x="7908268" y="49769"/>
                  </a:lnTo>
                  <a:lnTo>
                    <a:pt x="7908393" y="49769"/>
                  </a:lnTo>
                  <a:lnTo>
                    <a:pt x="7908518" y="49769"/>
                  </a:lnTo>
                  <a:lnTo>
                    <a:pt x="7908643" y="49769"/>
                  </a:lnTo>
                  <a:lnTo>
                    <a:pt x="7908768" y="49769"/>
                  </a:lnTo>
                  <a:lnTo>
                    <a:pt x="7908893" y="49769"/>
                  </a:lnTo>
                  <a:lnTo>
                    <a:pt x="7909018" y="49769"/>
                  </a:lnTo>
                  <a:lnTo>
                    <a:pt x="7909143" y="49769"/>
                  </a:lnTo>
                  <a:lnTo>
                    <a:pt x="7909269" y="49769"/>
                  </a:lnTo>
                  <a:lnTo>
                    <a:pt x="7909394" y="49769"/>
                  </a:lnTo>
                  <a:lnTo>
                    <a:pt x="7909519" y="49769"/>
                  </a:lnTo>
                  <a:lnTo>
                    <a:pt x="7909644" y="49769"/>
                  </a:lnTo>
                  <a:lnTo>
                    <a:pt x="7909769" y="49769"/>
                  </a:lnTo>
                  <a:lnTo>
                    <a:pt x="7909894" y="49769"/>
                  </a:lnTo>
                  <a:lnTo>
                    <a:pt x="7910019" y="49769"/>
                  </a:lnTo>
                  <a:lnTo>
                    <a:pt x="7910144" y="49769"/>
                  </a:lnTo>
                  <a:lnTo>
                    <a:pt x="7910269" y="49769"/>
                  </a:lnTo>
                  <a:lnTo>
                    <a:pt x="7910394" y="49769"/>
                  </a:lnTo>
                  <a:lnTo>
                    <a:pt x="7910519" y="49769"/>
                  </a:lnTo>
                  <a:lnTo>
                    <a:pt x="7910644" y="49769"/>
                  </a:lnTo>
                  <a:lnTo>
                    <a:pt x="7910769" y="49769"/>
                  </a:lnTo>
                  <a:lnTo>
                    <a:pt x="7910894" y="49769"/>
                  </a:lnTo>
                  <a:lnTo>
                    <a:pt x="7911019" y="49769"/>
                  </a:lnTo>
                  <a:lnTo>
                    <a:pt x="7911144" y="49769"/>
                  </a:lnTo>
                  <a:lnTo>
                    <a:pt x="7911269" y="49769"/>
                  </a:lnTo>
                  <a:lnTo>
                    <a:pt x="7911269" y="39815"/>
                  </a:lnTo>
                  <a:lnTo>
                    <a:pt x="7911394" y="39815"/>
                  </a:lnTo>
                  <a:lnTo>
                    <a:pt x="7911519" y="39815"/>
                  </a:lnTo>
                  <a:lnTo>
                    <a:pt x="7911644" y="39815"/>
                  </a:lnTo>
                  <a:lnTo>
                    <a:pt x="7911769" y="39815"/>
                  </a:lnTo>
                  <a:lnTo>
                    <a:pt x="7911894" y="39815"/>
                  </a:lnTo>
                  <a:lnTo>
                    <a:pt x="7912019" y="39815"/>
                  </a:lnTo>
                  <a:lnTo>
                    <a:pt x="7912144" y="39815"/>
                  </a:lnTo>
                  <a:lnTo>
                    <a:pt x="7912270" y="39815"/>
                  </a:lnTo>
                  <a:lnTo>
                    <a:pt x="7912395" y="39815"/>
                  </a:lnTo>
                  <a:lnTo>
                    <a:pt x="7912520" y="39815"/>
                  </a:lnTo>
                  <a:lnTo>
                    <a:pt x="7912645" y="39815"/>
                  </a:lnTo>
                  <a:lnTo>
                    <a:pt x="7912770" y="39815"/>
                  </a:lnTo>
                  <a:lnTo>
                    <a:pt x="7912895" y="39815"/>
                  </a:lnTo>
                  <a:lnTo>
                    <a:pt x="7913020" y="39815"/>
                  </a:lnTo>
                  <a:lnTo>
                    <a:pt x="7913145" y="39815"/>
                  </a:lnTo>
                  <a:lnTo>
                    <a:pt x="7913270" y="39815"/>
                  </a:lnTo>
                  <a:lnTo>
                    <a:pt x="7913395" y="39815"/>
                  </a:lnTo>
                  <a:lnTo>
                    <a:pt x="7913520" y="39815"/>
                  </a:lnTo>
                  <a:lnTo>
                    <a:pt x="7913645" y="39815"/>
                  </a:lnTo>
                  <a:lnTo>
                    <a:pt x="7913770" y="39815"/>
                  </a:lnTo>
                  <a:lnTo>
                    <a:pt x="7913895" y="39815"/>
                  </a:lnTo>
                  <a:lnTo>
                    <a:pt x="7914020" y="39815"/>
                  </a:lnTo>
                  <a:lnTo>
                    <a:pt x="7914145" y="39815"/>
                  </a:lnTo>
                  <a:lnTo>
                    <a:pt x="7914270" y="39815"/>
                  </a:lnTo>
                  <a:lnTo>
                    <a:pt x="7914395" y="39815"/>
                  </a:lnTo>
                  <a:lnTo>
                    <a:pt x="7914520" y="39815"/>
                  </a:lnTo>
                  <a:lnTo>
                    <a:pt x="7914645" y="39815"/>
                  </a:lnTo>
                  <a:lnTo>
                    <a:pt x="7914770" y="39815"/>
                  </a:lnTo>
                  <a:lnTo>
                    <a:pt x="7914895" y="39815"/>
                  </a:lnTo>
                  <a:lnTo>
                    <a:pt x="7915020" y="39815"/>
                  </a:lnTo>
                  <a:lnTo>
                    <a:pt x="7915145" y="39815"/>
                  </a:lnTo>
                  <a:lnTo>
                    <a:pt x="7915271" y="39815"/>
                  </a:lnTo>
                  <a:lnTo>
                    <a:pt x="7915396" y="39815"/>
                  </a:lnTo>
                  <a:lnTo>
                    <a:pt x="7915521" y="39815"/>
                  </a:lnTo>
                  <a:lnTo>
                    <a:pt x="7915646" y="39815"/>
                  </a:lnTo>
                  <a:lnTo>
                    <a:pt x="7915771" y="39815"/>
                  </a:lnTo>
                  <a:lnTo>
                    <a:pt x="7915896" y="39815"/>
                  </a:lnTo>
                  <a:lnTo>
                    <a:pt x="7916021" y="39815"/>
                  </a:lnTo>
                  <a:lnTo>
                    <a:pt x="7916146" y="39815"/>
                  </a:lnTo>
                  <a:lnTo>
                    <a:pt x="7916271" y="39815"/>
                  </a:lnTo>
                  <a:lnTo>
                    <a:pt x="7916396" y="39815"/>
                  </a:lnTo>
                  <a:lnTo>
                    <a:pt x="7916521" y="39815"/>
                  </a:lnTo>
                  <a:lnTo>
                    <a:pt x="7916646" y="39815"/>
                  </a:lnTo>
                  <a:lnTo>
                    <a:pt x="7916771" y="39815"/>
                  </a:lnTo>
                  <a:lnTo>
                    <a:pt x="7916896" y="39815"/>
                  </a:lnTo>
                  <a:lnTo>
                    <a:pt x="7917021" y="39815"/>
                  </a:lnTo>
                  <a:lnTo>
                    <a:pt x="7917146" y="39815"/>
                  </a:lnTo>
                  <a:lnTo>
                    <a:pt x="7917271" y="39815"/>
                  </a:lnTo>
                  <a:lnTo>
                    <a:pt x="7917396" y="39815"/>
                  </a:lnTo>
                  <a:lnTo>
                    <a:pt x="7917521" y="39815"/>
                  </a:lnTo>
                  <a:lnTo>
                    <a:pt x="7917646" y="39815"/>
                  </a:lnTo>
                  <a:lnTo>
                    <a:pt x="7917771" y="39815"/>
                  </a:lnTo>
                  <a:lnTo>
                    <a:pt x="7917896" y="39815"/>
                  </a:lnTo>
                  <a:lnTo>
                    <a:pt x="7918021" y="39815"/>
                  </a:lnTo>
                  <a:lnTo>
                    <a:pt x="7918147" y="39815"/>
                  </a:lnTo>
                  <a:lnTo>
                    <a:pt x="7918272" y="39815"/>
                  </a:lnTo>
                  <a:lnTo>
                    <a:pt x="7918397" y="39815"/>
                  </a:lnTo>
                  <a:lnTo>
                    <a:pt x="7918522" y="39815"/>
                  </a:lnTo>
                  <a:lnTo>
                    <a:pt x="7918647" y="39815"/>
                  </a:lnTo>
                  <a:lnTo>
                    <a:pt x="7918772" y="39815"/>
                  </a:lnTo>
                  <a:lnTo>
                    <a:pt x="7918897" y="39815"/>
                  </a:lnTo>
                  <a:lnTo>
                    <a:pt x="7919022" y="39815"/>
                  </a:lnTo>
                  <a:lnTo>
                    <a:pt x="7919147" y="39815"/>
                  </a:lnTo>
                  <a:lnTo>
                    <a:pt x="7919272" y="39815"/>
                  </a:lnTo>
                  <a:lnTo>
                    <a:pt x="7919397" y="39815"/>
                  </a:lnTo>
                  <a:lnTo>
                    <a:pt x="7919522" y="39815"/>
                  </a:lnTo>
                  <a:lnTo>
                    <a:pt x="7919647" y="39815"/>
                  </a:lnTo>
                  <a:lnTo>
                    <a:pt x="7919772" y="39815"/>
                  </a:lnTo>
                  <a:lnTo>
                    <a:pt x="7919897" y="39815"/>
                  </a:lnTo>
                  <a:lnTo>
                    <a:pt x="7920022" y="39815"/>
                  </a:lnTo>
                  <a:lnTo>
                    <a:pt x="7920147" y="39815"/>
                  </a:lnTo>
                  <a:lnTo>
                    <a:pt x="7920272" y="39815"/>
                  </a:lnTo>
                  <a:lnTo>
                    <a:pt x="7920397" y="39815"/>
                  </a:lnTo>
                  <a:lnTo>
                    <a:pt x="7920522" y="39815"/>
                  </a:lnTo>
                  <a:lnTo>
                    <a:pt x="7920647" y="39815"/>
                  </a:lnTo>
                  <a:lnTo>
                    <a:pt x="7920772" y="39815"/>
                  </a:lnTo>
                  <a:lnTo>
                    <a:pt x="7920897" y="39815"/>
                  </a:lnTo>
                  <a:lnTo>
                    <a:pt x="7921022" y="39815"/>
                  </a:lnTo>
                  <a:lnTo>
                    <a:pt x="7921148" y="39815"/>
                  </a:lnTo>
                  <a:lnTo>
                    <a:pt x="7921273" y="39815"/>
                  </a:lnTo>
                  <a:lnTo>
                    <a:pt x="7921398" y="39815"/>
                  </a:lnTo>
                  <a:lnTo>
                    <a:pt x="7921523" y="39815"/>
                  </a:lnTo>
                  <a:lnTo>
                    <a:pt x="7921648" y="39815"/>
                  </a:lnTo>
                  <a:lnTo>
                    <a:pt x="7921773" y="39815"/>
                  </a:lnTo>
                  <a:lnTo>
                    <a:pt x="7921898" y="39815"/>
                  </a:lnTo>
                  <a:lnTo>
                    <a:pt x="7922023" y="39815"/>
                  </a:lnTo>
                  <a:lnTo>
                    <a:pt x="7922148" y="39815"/>
                  </a:lnTo>
                  <a:lnTo>
                    <a:pt x="7922273" y="39815"/>
                  </a:lnTo>
                  <a:lnTo>
                    <a:pt x="7922398" y="39815"/>
                  </a:lnTo>
                  <a:lnTo>
                    <a:pt x="7922523" y="39815"/>
                  </a:lnTo>
                  <a:lnTo>
                    <a:pt x="7922648" y="39815"/>
                  </a:lnTo>
                  <a:lnTo>
                    <a:pt x="7922773" y="39815"/>
                  </a:lnTo>
                  <a:lnTo>
                    <a:pt x="7922898" y="39815"/>
                  </a:lnTo>
                  <a:lnTo>
                    <a:pt x="7923023" y="39815"/>
                  </a:lnTo>
                  <a:lnTo>
                    <a:pt x="7923148" y="39815"/>
                  </a:lnTo>
                  <a:lnTo>
                    <a:pt x="7923273" y="39815"/>
                  </a:lnTo>
                  <a:lnTo>
                    <a:pt x="7923398" y="39815"/>
                  </a:lnTo>
                  <a:lnTo>
                    <a:pt x="7923523" y="39815"/>
                  </a:lnTo>
                  <a:lnTo>
                    <a:pt x="7923648" y="39815"/>
                  </a:lnTo>
                  <a:lnTo>
                    <a:pt x="7923773" y="39815"/>
                  </a:lnTo>
                  <a:lnTo>
                    <a:pt x="7923898" y="39815"/>
                  </a:lnTo>
                  <a:lnTo>
                    <a:pt x="7924023" y="39815"/>
                  </a:lnTo>
                  <a:lnTo>
                    <a:pt x="7924149" y="39815"/>
                  </a:lnTo>
                  <a:lnTo>
                    <a:pt x="7924274" y="39815"/>
                  </a:lnTo>
                  <a:lnTo>
                    <a:pt x="7924399" y="39815"/>
                  </a:lnTo>
                  <a:lnTo>
                    <a:pt x="7924524" y="39815"/>
                  </a:lnTo>
                  <a:lnTo>
                    <a:pt x="7924649" y="39815"/>
                  </a:lnTo>
                  <a:lnTo>
                    <a:pt x="7924774" y="39815"/>
                  </a:lnTo>
                  <a:lnTo>
                    <a:pt x="7924899" y="39815"/>
                  </a:lnTo>
                  <a:lnTo>
                    <a:pt x="7925024" y="39815"/>
                  </a:lnTo>
                  <a:lnTo>
                    <a:pt x="7925149" y="39815"/>
                  </a:lnTo>
                  <a:lnTo>
                    <a:pt x="7925274" y="39815"/>
                  </a:lnTo>
                  <a:lnTo>
                    <a:pt x="7925399" y="39815"/>
                  </a:lnTo>
                  <a:lnTo>
                    <a:pt x="7925524" y="39815"/>
                  </a:lnTo>
                  <a:lnTo>
                    <a:pt x="7925649" y="39815"/>
                  </a:lnTo>
                  <a:lnTo>
                    <a:pt x="7925774" y="39815"/>
                  </a:lnTo>
                  <a:lnTo>
                    <a:pt x="7925899" y="39815"/>
                  </a:lnTo>
                  <a:lnTo>
                    <a:pt x="7926024" y="39815"/>
                  </a:lnTo>
                  <a:lnTo>
                    <a:pt x="7926149" y="39815"/>
                  </a:lnTo>
                  <a:lnTo>
                    <a:pt x="7926274" y="39815"/>
                  </a:lnTo>
                  <a:lnTo>
                    <a:pt x="7926399" y="39815"/>
                  </a:lnTo>
                  <a:lnTo>
                    <a:pt x="7926524" y="39815"/>
                  </a:lnTo>
                  <a:lnTo>
                    <a:pt x="7926649" y="39815"/>
                  </a:lnTo>
                  <a:lnTo>
                    <a:pt x="7926774" y="39815"/>
                  </a:lnTo>
                  <a:lnTo>
                    <a:pt x="7926899" y="39815"/>
                  </a:lnTo>
                  <a:lnTo>
                    <a:pt x="7927024" y="39815"/>
                  </a:lnTo>
                  <a:lnTo>
                    <a:pt x="7927150" y="39815"/>
                  </a:lnTo>
                  <a:lnTo>
                    <a:pt x="7927275" y="39815"/>
                  </a:lnTo>
                  <a:lnTo>
                    <a:pt x="7927400" y="39815"/>
                  </a:lnTo>
                  <a:lnTo>
                    <a:pt x="7927525" y="39815"/>
                  </a:lnTo>
                  <a:lnTo>
                    <a:pt x="7927650" y="39815"/>
                  </a:lnTo>
                  <a:lnTo>
                    <a:pt x="7927775" y="39815"/>
                  </a:lnTo>
                  <a:lnTo>
                    <a:pt x="7927900" y="39815"/>
                  </a:lnTo>
                  <a:lnTo>
                    <a:pt x="7928025" y="39815"/>
                  </a:lnTo>
                  <a:lnTo>
                    <a:pt x="7928150" y="39815"/>
                  </a:lnTo>
                  <a:lnTo>
                    <a:pt x="7928275" y="39815"/>
                  </a:lnTo>
                  <a:lnTo>
                    <a:pt x="7928400" y="39815"/>
                  </a:lnTo>
                  <a:lnTo>
                    <a:pt x="7928525" y="39815"/>
                  </a:lnTo>
                  <a:lnTo>
                    <a:pt x="7928650" y="39815"/>
                  </a:lnTo>
                  <a:lnTo>
                    <a:pt x="7928775" y="39815"/>
                  </a:lnTo>
                  <a:lnTo>
                    <a:pt x="7928900" y="39815"/>
                  </a:lnTo>
                  <a:lnTo>
                    <a:pt x="7929025" y="39815"/>
                  </a:lnTo>
                  <a:lnTo>
                    <a:pt x="7929150" y="39815"/>
                  </a:lnTo>
                  <a:lnTo>
                    <a:pt x="7929275" y="39815"/>
                  </a:lnTo>
                  <a:lnTo>
                    <a:pt x="7929400" y="39815"/>
                  </a:lnTo>
                  <a:lnTo>
                    <a:pt x="7929525" y="39815"/>
                  </a:lnTo>
                  <a:lnTo>
                    <a:pt x="7929650" y="39815"/>
                  </a:lnTo>
                  <a:lnTo>
                    <a:pt x="7929775" y="39815"/>
                  </a:lnTo>
                  <a:lnTo>
                    <a:pt x="7929900" y="39815"/>
                  </a:lnTo>
                  <a:lnTo>
                    <a:pt x="7930025" y="39815"/>
                  </a:lnTo>
                  <a:lnTo>
                    <a:pt x="7930151" y="39815"/>
                  </a:lnTo>
                  <a:lnTo>
                    <a:pt x="7930276" y="39815"/>
                  </a:lnTo>
                  <a:lnTo>
                    <a:pt x="7930401" y="39815"/>
                  </a:lnTo>
                  <a:lnTo>
                    <a:pt x="7930526" y="39815"/>
                  </a:lnTo>
                  <a:lnTo>
                    <a:pt x="7930651" y="39815"/>
                  </a:lnTo>
                  <a:lnTo>
                    <a:pt x="7930776" y="39815"/>
                  </a:lnTo>
                  <a:lnTo>
                    <a:pt x="7930901" y="39815"/>
                  </a:lnTo>
                  <a:lnTo>
                    <a:pt x="7931026" y="39815"/>
                  </a:lnTo>
                  <a:lnTo>
                    <a:pt x="7931151" y="39815"/>
                  </a:lnTo>
                  <a:lnTo>
                    <a:pt x="7931276" y="39815"/>
                  </a:lnTo>
                  <a:lnTo>
                    <a:pt x="7931401" y="39815"/>
                  </a:lnTo>
                  <a:lnTo>
                    <a:pt x="7931526" y="39815"/>
                  </a:lnTo>
                  <a:lnTo>
                    <a:pt x="7931651" y="39815"/>
                  </a:lnTo>
                  <a:lnTo>
                    <a:pt x="7931776" y="39815"/>
                  </a:lnTo>
                  <a:lnTo>
                    <a:pt x="7931901" y="39815"/>
                  </a:lnTo>
                  <a:lnTo>
                    <a:pt x="7932026" y="39815"/>
                  </a:lnTo>
                  <a:lnTo>
                    <a:pt x="7932151" y="39815"/>
                  </a:lnTo>
                  <a:lnTo>
                    <a:pt x="7932276" y="39815"/>
                  </a:lnTo>
                  <a:lnTo>
                    <a:pt x="7932401" y="39815"/>
                  </a:lnTo>
                  <a:lnTo>
                    <a:pt x="7932526" y="39815"/>
                  </a:lnTo>
                  <a:lnTo>
                    <a:pt x="7932651" y="39815"/>
                  </a:lnTo>
                  <a:lnTo>
                    <a:pt x="7932776" y="39815"/>
                  </a:lnTo>
                  <a:lnTo>
                    <a:pt x="7932901" y="39815"/>
                  </a:lnTo>
                  <a:lnTo>
                    <a:pt x="7933026" y="39815"/>
                  </a:lnTo>
                  <a:lnTo>
                    <a:pt x="7933152" y="39815"/>
                  </a:lnTo>
                  <a:lnTo>
                    <a:pt x="7933277" y="39815"/>
                  </a:lnTo>
                  <a:lnTo>
                    <a:pt x="7933402" y="39815"/>
                  </a:lnTo>
                  <a:lnTo>
                    <a:pt x="7933527" y="39815"/>
                  </a:lnTo>
                  <a:lnTo>
                    <a:pt x="7933652" y="39815"/>
                  </a:lnTo>
                  <a:lnTo>
                    <a:pt x="7933777" y="39815"/>
                  </a:lnTo>
                  <a:lnTo>
                    <a:pt x="7933902" y="39815"/>
                  </a:lnTo>
                  <a:lnTo>
                    <a:pt x="7934027" y="39815"/>
                  </a:lnTo>
                  <a:lnTo>
                    <a:pt x="7934152" y="39815"/>
                  </a:lnTo>
                  <a:lnTo>
                    <a:pt x="7934277" y="39815"/>
                  </a:lnTo>
                  <a:lnTo>
                    <a:pt x="7934402" y="39815"/>
                  </a:lnTo>
                  <a:lnTo>
                    <a:pt x="7934527" y="39815"/>
                  </a:lnTo>
                  <a:lnTo>
                    <a:pt x="7934652" y="39815"/>
                  </a:lnTo>
                  <a:lnTo>
                    <a:pt x="7934777" y="39815"/>
                  </a:lnTo>
                  <a:lnTo>
                    <a:pt x="7934902" y="39815"/>
                  </a:lnTo>
                  <a:lnTo>
                    <a:pt x="7935027" y="39815"/>
                  </a:lnTo>
                  <a:lnTo>
                    <a:pt x="7935152" y="39815"/>
                  </a:lnTo>
                  <a:lnTo>
                    <a:pt x="7935277" y="39815"/>
                  </a:lnTo>
                  <a:lnTo>
                    <a:pt x="7935402" y="39815"/>
                  </a:lnTo>
                  <a:lnTo>
                    <a:pt x="7935527" y="39815"/>
                  </a:lnTo>
                  <a:lnTo>
                    <a:pt x="7935652" y="39815"/>
                  </a:lnTo>
                  <a:lnTo>
                    <a:pt x="7935777" y="39815"/>
                  </a:lnTo>
                  <a:lnTo>
                    <a:pt x="7935902" y="39815"/>
                  </a:lnTo>
                  <a:lnTo>
                    <a:pt x="7936027" y="39815"/>
                  </a:lnTo>
                  <a:lnTo>
                    <a:pt x="7936153" y="39815"/>
                  </a:lnTo>
                  <a:lnTo>
                    <a:pt x="7936278" y="39815"/>
                  </a:lnTo>
                  <a:lnTo>
                    <a:pt x="7936403" y="39815"/>
                  </a:lnTo>
                  <a:lnTo>
                    <a:pt x="7936528" y="39815"/>
                  </a:lnTo>
                  <a:lnTo>
                    <a:pt x="7936653" y="39815"/>
                  </a:lnTo>
                  <a:lnTo>
                    <a:pt x="7936778" y="39815"/>
                  </a:lnTo>
                  <a:lnTo>
                    <a:pt x="7936903" y="39815"/>
                  </a:lnTo>
                  <a:lnTo>
                    <a:pt x="7937028" y="39815"/>
                  </a:lnTo>
                  <a:lnTo>
                    <a:pt x="7937153" y="39815"/>
                  </a:lnTo>
                  <a:lnTo>
                    <a:pt x="7937278" y="39815"/>
                  </a:lnTo>
                  <a:lnTo>
                    <a:pt x="7937403" y="39815"/>
                  </a:lnTo>
                  <a:lnTo>
                    <a:pt x="7937528" y="39815"/>
                  </a:lnTo>
                  <a:lnTo>
                    <a:pt x="7937653" y="39815"/>
                  </a:lnTo>
                  <a:lnTo>
                    <a:pt x="7937778" y="39815"/>
                  </a:lnTo>
                  <a:lnTo>
                    <a:pt x="7937903" y="39815"/>
                  </a:lnTo>
                  <a:lnTo>
                    <a:pt x="7938028" y="39815"/>
                  </a:lnTo>
                  <a:lnTo>
                    <a:pt x="7938153" y="39815"/>
                  </a:lnTo>
                  <a:lnTo>
                    <a:pt x="7938278" y="39815"/>
                  </a:lnTo>
                  <a:lnTo>
                    <a:pt x="7938403" y="39815"/>
                  </a:lnTo>
                  <a:lnTo>
                    <a:pt x="7938528" y="39815"/>
                  </a:lnTo>
                  <a:lnTo>
                    <a:pt x="7938653" y="39815"/>
                  </a:lnTo>
                  <a:lnTo>
                    <a:pt x="7938778" y="39815"/>
                  </a:lnTo>
                  <a:lnTo>
                    <a:pt x="7938903" y="39815"/>
                  </a:lnTo>
                  <a:lnTo>
                    <a:pt x="7939028" y="39815"/>
                  </a:lnTo>
                  <a:lnTo>
                    <a:pt x="7939154" y="39815"/>
                  </a:lnTo>
                  <a:lnTo>
                    <a:pt x="7939279" y="39815"/>
                  </a:lnTo>
                  <a:lnTo>
                    <a:pt x="7939404" y="39815"/>
                  </a:lnTo>
                  <a:lnTo>
                    <a:pt x="7939529" y="39815"/>
                  </a:lnTo>
                  <a:lnTo>
                    <a:pt x="7939654" y="39815"/>
                  </a:lnTo>
                  <a:lnTo>
                    <a:pt x="7939779" y="39815"/>
                  </a:lnTo>
                  <a:lnTo>
                    <a:pt x="7939904" y="39815"/>
                  </a:lnTo>
                  <a:lnTo>
                    <a:pt x="7940029" y="39815"/>
                  </a:lnTo>
                  <a:lnTo>
                    <a:pt x="7940154" y="39815"/>
                  </a:lnTo>
                  <a:lnTo>
                    <a:pt x="7940279" y="39815"/>
                  </a:lnTo>
                  <a:lnTo>
                    <a:pt x="7940404" y="39815"/>
                  </a:lnTo>
                  <a:lnTo>
                    <a:pt x="7940529" y="39815"/>
                  </a:lnTo>
                  <a:lnTo>
                    <a:pt x="7940654" y="39815"/>
                  </a:lnTo>
                  <a:lnTo>
                    <a:pt x="7940779" y="39815"/>
                  </a:lnTo>
                  <a:lnTo>
                    <a:pt x="7940904" y="39815"/>
                  </a:lnTo>
                  <a:lnTo>
                    <a:pt x="7941029" y="39815"/>
                  </a:lnTo>
                  <a:lnTo>
                    <a:pt x="7941154" y="39815"/>
                  </a:lnTo>
                  <a:lnTo>
                    <a:pt x="7941279" y="39815"/>
                  </a:lnTo>
                  <a:lnTo>
                    <a:pt x="7941404" y="39815"/>
                  </a:lnTo>
                  <a:lnTo>
                    <a:pt x="7941529" y="39815"/>
                  </a:lnTo>
                  <a:lnTo>
                    <a:pt x="7941654" y="39815"/>
                  </a:lnTo>
                  <a:lnTo>
                    <a:pt x="7941779" y="39815"/>
                  </a:lnTo>
                  <a:lnTo>
                    <a:pt x="7941904" y="39815"/>
                  </a:lnTo>
                  <a:lnTo>
                    <a:pt x="7942029" y="39815"/>
                  </a:lnTo>
                  <a:lnTo>
                    <a:pt x="7942155" y="39815"/>
                  </a:lnTo>
                  <a:lnTo>
                    <a:pt x="7942280" y="39815"/>
                  </a:lnTo>
                  <a:lnTo>
                    <a:pt x="7942405" y="39815"/>
                  </a:lnTo>
                  <a:lnTo>
                    <a:pt x="7942530" y="39815"/>
                  </a:lnTo>
                  <a:lnTo>
                    <a:pt x="7942655" y="39815"/>
                  </a:lnTo>
                  <a:lnTo>
                    <a:pt x="7942780" y="39815"/>
                  </a:lnTo>
                  <a:lnTo>
                    <a:pt x="7942905" y="39815"/>
                  </a:lnTo>
                  <a:lnTo>
                    <a:pt x="7943030" y="39815"/>
                  </a:lnTo>
                  <a:lnTo>
                    <a:pt x="7943155" y="39815"/>
                  </a:lnTo>
                  <a:lnTo>
                    <a:pt x="7943280" y="39815"/>
                  </a:lnTo>
                  <a:lnTo>
                    <a:pt x="7943405" y="39815"/>
                  </a:lnTo>
                  <a:lnTo>
                    <a:pt x="7943530" y="39815"/>
                  </a:lnTo>
                  <a:lnTo>
                    <a:pt x="7943655" y="39815"/>
                  </a:lnTo>
                  <a:lnTo>
                    <a:pt x="7943780" y="39815"/>
                  </a:lnTo>
                  <a:lnTo>
                    <a:pt x="7943905" y="39815"/>
                  </a:lnTo>
                  <a:lnTo>
                    <a:pt x="7944030" y="39815"/>
                  </a:lnTo>
                  <a:lnTo>
                    <a:pt x="7944155" y="39815"/>
                  </a:lnTo>
                  <a:lnTo>
                    <a:pt x="7944280" y="39815"/>
                  </a:lnTo>
                  <a:lnTo>
                    <a:pt x="7944405" y="39815"/>
                  </a:lnTo>
                  <a:lnTo>
                    <a:pt x="7944530" y="39815"/>
                  </a:lnTo>
                  <a:lnTo>
                    <a:pt x="7944655" y="39815"/>
                  </a:lnTo>
                  <a:lnTo>
                    <a:pt x="7944780" y="39815"/>
                  </a:lnTo>
                  <a:lnTo>
                    <a:pt x="7944905" y="39815"/>
                  </a:lnTo>
                  <a:lnTo>
                    <a:pt x="7945030" y="39815"/>
                  </a:lnTo>
                  <a:lnTo>
                    <a:pt x="7945156" y="39815"/>
                  </a:lnTo>
                  <a:lnTo>
                    <a:pt x="7945281" y="39815"/>
                  </a:lnTo>
                  <a:lnTo>
                    <a:pt x="7945406" y="39815"/>
                  </a:lnTo>
                  <a:lnTo>
                    <a:pt x="7945531" y="39815"/>
                  </a:lnTo>
                  <a:lnTo>
                    <a:pt x="7945656" y="39815"/>
                  </a:lnTo>
                  <a:lnTo>
                    <a:pt x="7945781" y="39815"/>
                  </a:lnTo>
                  <a:lnTo>
                    <a:pt x="7945906" y="39815"/>
                  </a:lnTo>
                  <a:lnTo>
                    <a:pt x="7946031" y="39815"/>
                  </a:lnTo>
                  <a:lnTo>
                    <a:pt x="7946156" y="39815"/>
                  </a:lnTo>
                  <a:lnTo>
                    <a:pt x="7946281" y="39815"/>
                  </a:lnTo>
                  <a:lnTo>
                    <a:pt x="7946406" y="39815"/>
                  </a:lnTo>
                  <a:lnTo>
                    <a:pt x="7946531" y="39815"/>
                  </a:lnTo>
                  <a:lnTo>
                    <a:pt x="7946656" y="39815"/>
                  </a:lnTo>
                  <a:lnTo>
                    <a:pt x="7946781" y="39815"/>
                  </a:lnTo>
                  <a:lnTo>
                    <a:pt x="7946906" y="39815"/>
                  </a:lnTo>
                  <a:lnTo>
                    <a:pt x="7947031" y="39815"/>
                  </a:lnTo>
                  <a:lnTo>
                    <a:pt x="7947156" y="39815"/>
                  </a:lnTo>
                  <a:lnTo>
                    <a:pt x="7947281" y="39815"/>
                  </a:lnTo>
                  <a:lnTo>
                    <a:pt x="7947406" y="39815"/>
                  </a:lnTo>
                  <a:lnTo>
                    <a:pt x="7947531" y="39815"/>
                  </a:lnTo>
                  <a:lnTo>
                    <a:pt x="7947656" y="39815"/>
                  </a:lnTo>
                  <a:lnTo>
                    <a:pt x="7947781" y="39815"/>
                  </a:lnTo>
                  <a:lnTo>
                    <a:pt x="7947906" y="39815"/>
                  </a:lnTo>
                  <a:lnTo>
                    <a:pt x="7948031" y="39815"/>
                  </a:lnTo>
                  <a:lnTo>
                    <a:pt x="7948157" y="39815"/>
                  </a:lnTo>
                  <a:lnTo>
                    <a:pt x="7948282" y="39815"/>
                  </a:lnTo>
                  <a:lnTo>
                    <a:pt x="7948407" y="39815"/>
                  </a:lnTo>
                  <a:lnTo>
                    <a:pt x="7948532" y="39815"/>
                  </a:lnTo>
                  <a:lnTo>
                    <a:pt x="7948657" y="39815"/>
                  </a:lnTo>
                  <a:lnTo>
                    <a:pt x="7948782" y="39815"/>
                  </a:lnTo>
                  <a:lnTo>
                    <a:pt x="7948907" y="39815"/>
                  </a:lnTo>
                  <a:lnTo>
                    <a:pt x="7949032" y="39815"/>
                  </a:lnTo>
                  <a:lnTo>
                    <a:pt x="7949157" y="39815"/>
                  </a:lnTo>
                  <a:lnTo>
                    <a:pt x="7949282" y="39815"/>
                  </a:lnTo>
                  <a:lnTo>
                    <a:pt x="7949407" y="39815"/>
                  </a:lnTo>
                  <a:lnTo>
                    <a:pt x="7949532" y="39815"/>
                  </a:lnTo>
                  <a:lnTo>
                    <a:pt x="7949657" y="39815"/>
                  </a:lnTo>
                  <a:lnTo>
                    <a:pt x="7949782" y="39815"/>
                  </a:lnTo>
                  <a:lnTo>
                    <a:pt x="7949907" y="39815"/>
                  </a:lnTo>
                  <a:lnTo>
                    <a:pt x="7950032" y="39815"/>
                  </a:lnTo>
                  <a:lnTo>
                    <a:pt x="7950157" y="39815"/>
                  </a:lnTo>
                  <a:lnTo>
                    <a:pt x="7950282" y="39815"/>
                  </a:lnTo>
                  <a:lnTo>
                    <a:pt x="7950407" y="39815"/>
                  </a:lnTo>
                  <a:lnTo>
                    <a:pt x="7950532" y="39815"/>
                  </a:lnTo>
                  <a:lnTo>
                    <a:pt x="7950657" y="39815"/>
                  </a:lnTo>
                  <a:lnTo>
                    <a:pt x="7950782" y="39815"/>
                  </a:lnTo>
                  <a:lnTo>
                    <a:pt x="7950907" y="39815"/>
                  </a:lnTo>
                  <a:lnTo>
                    <a:pt x="7951032" y="39815"/>
                  </a:lnTo>
                  <a:lnTo>
                    <a:pt x="7951158" y="39815"/>
                  </a:lnTo>
                  <a:lnTo>
                    <a:pt x="7951283" y="39815"/>
                  </a:lnTo>
                  <a:lnTo>
                    <a:pt x="7951408" y="39815"/>
                  </a:lnTo>
                  <a:lnTo>
                    <a:pt x="7951533" y="39815"/>
                  </a:lnTo>
                  <a:lnTo>
                    <a:pt x="7951658" y="39815"/>
                  </a:lnTo>
                  <a:lnTo>
                    <a:pt x="7951783" y="39815"/>
                  </a:lnTo>
                  <a:lnTo>
                    <a:pt x="7951908" y="39815"/>
                  </a:lnTo>
                  <a:lnTo>
                    <a:pt x="7952033" y="39815"/>
                  </a:lnTo>
                  <a:lnTo>
                    <a:pt x="7952158" y="39815"/>
                  </a:lnTo>
                  <a:lnTo>
                    <a:pt x="7952283" y="39815"/>
                  </a:lnTo>
                  <a:lnTo>
                    <a:pt x="7952408" y="39815"/>
                  </a:lnTo>
                  <a:lnTo>
                    <a:pt x="7952533" y="39815"/>
                  </a:lnTo>
                  <a:lnTo>
                    <a:pt x="7952658" y="39815"/>
                  </a:lnTo>
                  <a:lnTo>
                    <a:pt x="7952783" y="39815"/>
                  </a:lnTo>
                  <a:lnTo>
                    <a:pt x="7952908" y="39815"/>
                  </a:lnTo>
                  <a:lnTo>
                    <a:pt x="7953033" y="39815"/>
                  </a:lnTo>
                  <a:lnTo>
                    <a:pt x="7953158" y="39815"/>
                  </a:lnTo>
                  <a:lnTo>
                    <a:pt x="7953283" y="39815"/>
                  </a:lnTo>
                  <a:lnTo>
                    <a:pt x="7953408" y="39815"/>
                  </a:lnTo>
                  <a:lnTo>
                    <a:pt x="7953533" y="39815"/>
                  </a:lnTo>
                  <a:lnTo>
                    <a:pt x="7953658" y="39815"/>
                  </a:lnTo>
                  <a:lnTo>
                    <a:pt x="7953783" y="39815"/>
                  </a:lnTo>
                  <a:lnTo>
                    <a:pt x="7953908" y="39815"/>
                  </a:lnTo>
                  <a:lnTo>
                    <a:pt x="7954033" y="39815"/>
                  </a:lnTo>
                  <a:lnTo>
                    <a:pt x="7954159" y="39815"/>
                  </a:lnTo>
                  <a:lnTo>
                    <a:pt x="7954284" y="39815"/>
                  </a:lnTo>
                  <a:lnTo>
                    <a:pt x="7954409" y="39815"/>
                  </a:lnTo>
                  <a:lnTo>
                    <a:pt x="7954534" y="39815"/>
                  </a:lnTo>
                  <a:lnTo>
                    <a:pt x="7954659" y="39815"/>
                  </a:lnTo>
                  <a:lnTo>
                    <a:pt x="7954784" y="39815"/>
                  </a:lnTo>
                  <a:lnTo>
                    <a:pt x="7954909" y="39815"/>
                  </a:lnTo>
                  <a:lnTo>
                    <a:pt x="7955034" y="39815"/>
                  </a:lnTo>
                  <a:lnTo>
                    <a:pt x="7955159" y="39815"/>
                  </a:lnTo>
                  <a:lnTo>
                    <a:pt x="7955284" y="39815"/>
                  </a:lnTo>
                  <a:lnTo>
                    <a:pt x="7955409" y="39815"/>
                  </a:lnTo>
                  <a:lnTo>
                    <a:pt x="7955534" y="39815"/>
                  </a:lnTo>
                  <a:lnTo>
                    <a:pt x="7955659" y="39815"/>
                  </a:lnTo>
                  <a:lnTo>
                    <a:pt x="7955784" y="39815"/>
                  </a:lnTo>
                  <a:lnTo>
                    <a:pt x="7955909" y="39815"/>
                  </a:lnTo>
                  <a:lnTo>
                    <a:pt x="7956034" y="39815"/>
                  </a:lnTo>
                  <a:lnTo>
                    <a:pt x="7956159" y="39815"/>
                  </a:lnTo>
                  <a:lnTo>
                    <a:pt x="7956284" y="39815"/>
                  </a:lnTo>
                  <a:lnTo>
                    <a:pt x="7956409" y="39815"/>
                  </a:lnTo>
                  <a:lnTo>
                    <a:pt x="7956534" y="39815"/>
                  </a:lnTo>
                  <a:lnTo>
                    <a:pt x="7956659" y="39815"/>
                  </a:lnTo>
                  <a:lnTo>
                    <a:pt x="7956784" y="39815"/>
                  </a:lnTo>
                  <a:lnTo>
                    <a:pt x="7956909" y="39815"/>
                  </a:lnTo>
                  <a:lnTo>
                    <a:pt x="7957035" y="39815"/>
                  </a:lnTo>
                  <a:lnTo>
                    <a:pt x="7957160" y="39815"/>
                  </a:lnTo>
                  <a:lnTo>
                    <a:pt x="7957285" y="39815"/>
                  </a:lnTo>
                  <a:lnTo>
                    <a:pt x="7957410" y="39815"/>
                  </a:lnTo>
                  <a:lnTo>
                    <a:pt x="7957535" y="39815"/>
                  </a:lnTo>
                  <a:lnTo>
                    <a:pt x="7957660" y="39815"/>
                  </a:lnTo>
                  <a:lnTo>
                    <a:pt x="7957785" y="39815"/>
                  </a:lnTo>
                  <a:lnTo>
                    <a:pt x="7957910" y="39815"/>
                  </a:lnTo>
                  <a:lnTo>
                    <a:pt x="7958035" y="39815"/>
                  </a:lnTo>
                  <a:lnTo>
                    <a:pt x="7958160" y="39815"/>
                  </a:lnTo>
                  <a:lnTo>
                    <a:pt x="7958285" y="39815"/>
                  </a:lnTo>
                  <a:lnTo>
                    <a:pt x="7958410" y="39815"/>
                  </a:lnTo>
                  <a:lnTo>
                    <a:pt x="7958535" y="39815"/>
                  </a:lnTo>
                  <a:lnTo>
                    <a:pt x="7958660" y="39815"/>
                  </a:lnTo>
                  <a:lnTo>
                    <a:pt x="7958785" y="39815"/>
                  </a:lnTo>
                  <a:lnTo>
                    <a:pt x="7958910" y="39815"/>
                  </a:lnTo>
                  <a:lnTo>
                    <a:pt x="7959035" y="39815"/>
                  </a:lnTo>
                  <a:lnTo>
                    <a:pt x="7959160" y="39815"/>
                  </a:lnTo>
                  <a:lnTo>
                    <a:pt x="7959285" y="39815"/>
                  </a:lnTo>
                  <a:lnTo>
                    <a:pt x="7959410" y="39815"/>
                  </a:lnTo>
                  <a:lnTo>
                    <a:pt x="7959535" y="39815"/>
                  </a:lnTo>
                  <a:lnTo>
                    <a:pt x="7959660" y="39815"/>
                  </a:lnTo>
                  <a:lnTo>
                    <a:pt x="7959785" y="39815"/>
                  </a:lnTo>
                  <a:lnTo>
                    <a:pt x="7959910" y="39815"/>
                  </a:lnTo>
                  <a:lnTo>
                    <a:pt x="7960036" y="39815"/>
                  </a:lnTo>
                  <a:lnTo>
                    <a:pt x="7960161" y="39815"/>
                  </a:lnTo>
                  <a:lnTo>
                    <a:pt x="7960286" y="39815"/>
                  </a:lnTo>
                  <a:lnTo>
                    <a:pt x="7960411" y="39815"/>
                  </a:lnTo>
                  <a:lnTo>
                    <a:pt x="7960536" y="39815"/>
                  </a:lnTo>
                  <a:lnTo>
                    <a:pt x="7960661" y="39815"/>
                  </a:lnTo>
                  <a:lnTo>
                    <a:pt x="7960786" y="39815"/>
                  </a:lnTo>
                  <a:lnTo>
                    <a:pt x="7960911" y="39815"/>
                  </a:lnTo>
                  <a:lnTo>
                    <a:pt x="7961036" y="39815"/>
                  </a:lnTo>
                  <a:lnTo>
                    <a:pt x="7961161" y="39815"/>
                  </a:lnTo>
                  <a:lnTo>
                    <a:pt x="7961286" y="39815"/>
                  </a:lnTo>
                  <a:lnTo>
                    <a:pt x="7961411" y="39815"/>
                  </a:lnTo>
                  <a:lnTo>
                    <a:pt x="7961536" y="39815"/>
                  </a:lnTo>
                  <a:lnTo>
                    <a:pt x="7961661" y="39815"/>
                  </a:lnTo>
                  <a:lnTo>
                    <a:pt x="7961786" y="39815"/>
                  </a:lnTo>
                  <a:lnTo>
                    <a:pt x="7961911" y="39815"/>
                  </a:lnTo>
                  <a:lnTo>
                    <a:pt x="7962036" y="39815"/>
                  </a:lnTo>
                  <a:lnTo>
                    <a:pt x="7962161" y="39815"/>
                  </a:lnTo>
                  <a:lnTo>
                    <a:pt x="7962286" y="39815"/>
                  </a:lnTo>
                  <a:lnTo>
                    <a:pt x="7962411" y="39815"/>
                  </a:lnTo>
                  <a:lnTo>
                    <a:pt x="7962536" y="39815"/>
                  </a:lnTo>
                  <a:lnTo>
                    <a:pt x="7962661" y="39815"/>
                  </a:lnTo>
                  <a:lnTo>
                    <a:pt x="7962786" y="39815"/>
                  </a:lnTo>
                  <a:lnTo>
                    <a:pt x="7962911" y="39815"/>
                  </a:lnTo>
                  <a:lnTo>
                    <a:pt x="7963037" y="39815"/>
                  </a:lnTo>
                  <a:lnTo>
                    <a:pt x="7963162" y="39815"/>
                  </a:lnTo>
                  <a:lnTo>
                    <a:pt x="7963287" y="39815"/>
                  </a:lnTo>
                  <a:lnTo>
                    <a:pt x="7963412" y="39815"/>
                  </a:lnTo>
                  <a:lnTo>
                    <a:pt x="7963537" y="39815"/>
                  </a:lnTo>
                  <a:lnTo>
                    <a:pt x="7963662" y="39815"/>
                  </a:lnTo>
                  <a:lnTo>
                    <a:pt x="7963787" y="39815"/>
                  </a:lnTo>
                  <a:lnTo>
                    <a:pt x="7963912" y="39815"/>
                  </a:lnTo>
                  <a:lnTo>
                    <a:pt x="7964037" y="39815"/>
                  </a:lnTo>
                  <a:lnTo>
                    <a:pt x="7964162" y="39815"/>
                  </a:lnTo>
                  <a:lnTo>
                    <a:pt x="7964287" y="39815"/>
                  </a:lnTo>
                  <a:lnTo>
                    <a:pt x="7964412" y="39815"/>
                  </a:lnTo>
                  <a:lnTo>
                    <a:pt x="7964537" y="39815"/>
                  </a:lnTo>
                  <a:lnTo>
                    <a:pt x="7964662" y="39815"/>
                  </a:lnTo>
                  <a:lnTo>
                    <a:pt x="7964787" y="39815"/>
                  </a:lnTo>
                  <a:lnTo>
                    <a:pt x="7964912" y="39815"/>
                  </a:lnTo>
                  <a:lnTo>
                    <a:pt x="7965037" y="39815"/>
                  </a:lnTo>
                  <a:lnTo>
                    <a:pt x="7965162" y="39815"/>
                  </a:lnTo>
                  <a:lnTo>
                    <a:pt x="7965287" y="39815"/>
                  </a:lnTo>
                  <a:lnTo>
                    <a:pt x="7965412" y="39815"/>
                  </a:lnTo>
                  <a:lnTo>
                    <a:pt x="7965537" y="39815"/>
                  </a:lnTo>
                  <a:lnTo>
                    <a:pt x="7965662" y="39815"/>
                  </a:lnTo>
                  <a:lnTo>
                    <a:pt x="7965787" y="39815"/>
                  </a:lnTo>
                  <a:lnTo>
                    <a:pt x="7965912" y="39815"/>
                  </a:lnTo>
                  <a:lnTo>
                    <a:pt x="7966038" y="39815"/>
                  </a:lnTo>
                  <a:lnTo>
                    <a:pt x="7966163" y="39815"/>
                  </a:lnTo>
                  <a:lnTo>
                    <a:pt x="7966288" y="39815"/>
                  </a:lnTo>
                  <a:lnTo>
                    <a:pt x="7966413" y="39815"/>
                  </a:lnTo>
                  <a:lnTo>
                    <a:pt x="7966538" y="39815"/>
                  </a:lnTo>
                  <a:lnTo>
                    <a:pt x="7966663" y="39815"/>
                  </a:lnTo>
                  <a:lnTo>
                    <a:pt x="7966788" y="39815"/>
                  </a:lnTo>
                  <a:lnTo>
                    <a:pt x="7966913" y="39815"/>
                  </a:lnTo>
                  <a:lnTo>
                    <a:pt x="7967038" y="39815"/>
                  </a:lnTo>
                  <a:lnTo>
                    <a:pt x="7967163" y="39815"/>
                  </a:lnTo>
                  <a:lnTo>
                    <a:pt x="7967288" y="39815"/>
                  </a:lnTo>
                  <a:lnTo>
                    <a:pt x="7967413" y="39815"/>
                  </a:lnTo>
                  <a:lnTo>
                    <a:pt x="7967538" y="39815"/>
                  </a:lnTo>
                  <a:lnTo>
                    <a:pt x="7967663" y="39815"/>
                  </a:lnTo>
                  <a:lnTo>
                    <a:pt x="7967788" y="39815"/>
                  </a:lnTo>
                  <a:lnTo>
                    <a:pt x="7967913" y="39815"/>
                  </a:lnTo>
                  <a:lnTo>
                    <a:pt x="7968038" y="39815"/>
                  </a:lnTo>
                  <a:lnTo>
                    <a:pt x="7968163" y="39815"/>
                  </a:lnTo>
                  <a:lnTo>
                    <a:pt x="7968288" y="39815"/>
                  </a:lnTo>
                  <a:lnTo>
                    <a:pt x="7968413" y="39815"/>
                  </a:lnTo>
                  <a:lnTo>
                    <a:pt x="7968538" y="39815"/>
                  </a:lnTo>
                  <a:lnTo>
                    <a:pt x="7968663" y="39815"/>
                  </a:lnTo>
                  <a:lnTo>
                    <a:pt x="7968788" y="39815"/>
                  </a:lnTo>
                  <a:lnTo>
                    <a:pt x="7968913" y="39815"/>
                  </a:lnTo>
                  <a:lnTo>
                    <a:pt x="7969039" y="39815"/>
                  </a:lnTo>
                  <a:lnTo>
                    <a:pt x="7969164" y="39815"/>
                  </a:lnTo>
                  <a:lnTo>
                    <a:pt x="7969289" y="39815"/>
                  </a:lnTo>
                  <a:lnTo>
                    <a:pt x="7969414" y="39815"/>
                  </a:lnTo>
                  <a:lnTo>
                    <a:pt x="7969539" y="39815"/>
                  </a:lnTo>
                  <a:lnTo>
                    <a:pt x="7969664" y="39815"/>
                  </a:lnTo>
                  <a:lnTo>
                    <a:pt x="7969789" y="39815"/>
                  </a:lnTo>
                  <a:lnTo>
                    <a:pt x="7969914" y="39815"/>
                  </a:lnTo>
                  <a:lnTo>
                    <a:pt x="7970039" y="39815"/>
                  </a:lnTo>
                  <a:lnTo>
                    <a:pt x="7970164" y="39815"/>
                  </a:lnTo>
                  <a:lnTo>
                    <a:pt x="7970289" y="39815"/>
                  </a:lnTo>
                  <a:lnTo>
                    <a:pt x="7970414" y="39815"/>
                  </a:lnTo>
                  <a:lnTo>
                    <a:pt x="7970539" y="39815"/>
                  </a:lnTo>
                  <a:lnTo>
                    <a:pt x="7970664" y="39815"/>
                  </a:lnTo>
                  <a:lnTo>
                    <a:pt x="7970789" y="39815"/>
                  </a:lnTo>
                  <a:lnTo>
                    <a:pt x="7970914" y="39815"/>
                  </a:lnTo>
                  <a:lnTo>
                    <a:pt x="7971039" y="39815"/>
                  </a:lnTo>
                  <a:lnTo>
                    <a:pt x="7971164" y="39815"/>
                  </a:lnTo>
                  <a:lnTo>
                    <a:pt x="7971289" y="39815"/>
                  </a:lnTo>
                  <a:lnTo>
                    <a:pt x="7971414" y="39815"/>
                  </a:lnTo>
                  <a:lnTo>
                    <a:pt x="7971539" y="39815"/>
                  </a:lnTo>
                  <a:lnTo>
                    <a:pt x="7971539" y="29861"/>
                  </a:lnTo>
                  <a:lnTo>
                    <a:pt x="7971664" y="29861"/>
                  </a:lnTo>
                  <a:lnTo>
                    <a:pt x="7971789" y="29861"/>
                  </a:lnTo>
                  <a:lnTo>
                    <a:pt x="7971914" y="29861"/>
                  </a:lnTo>
                  <a:lnTo>
                    <a:pt x="7972040" y="29861"/>
                  </a:lnTo>
                  <a:lnTo>
                    <a:pt x="7972165" y="29861"/>
                  </a:lnTo>
                  <a:lnTo>
                    <a:pt x="7972290" y="29861"/>
                  </a:lnTo>
                  <a:lnTo>
                    <a:pt x="7972415" y="29861"/>
                  </a:lnTo>
                  <a:lnTo>
                    <a:pt x="7972540" y="29861"/>
                  </a:lnTo>
                  <a:lnTo>
                    <a:pt x="7972665" y="29861"/>
                  </a:lnTo>
                  <a:lnTo>
                    <a:pt x="7972790" y="29861"/>
                  </a:lnTo>
                  <a:lnTo>
                    <a:pt x="7972915" y="29861"/>
                  </a:lnTo>
                  <a:lnTo>
                    <a:pt x="7973040" y="29861"/>
                  </a:lnTo>
                  <a:lnTo>
                    <a:pt x="7973165" y="29861"/>
                  </a:lnTo>
                  <a:lnTo>
                    <a:pt x="7973290" y="29861"/>
                  </a:lnTo>
                  <a:lnTo>
                    <a:pt x="7973415" y="29861"/>
                  </a:lnTo>
                  <a:lnTo>
                    <a:pt x="7973540" y="29861"/>
                  </a:lnTo>
                  <a:lnTo>
                    <a:pt x="7973665" y="29861"/>
                  </a:lnTo>
                  <a:lnTo>
                    <a:pt x="7973790" y="29861"/>
                  </a:lnTo>
                  <a:lnTo>
                    <a:pt x="7973915" y="29861"/>
                  </a:lnTo>
                  <a:lnTo>
                    <a:pt x="7974040" y="29861"/>
                  </a:lnTo>
                  <a:lnTo>
                    <a:pt x="7974165" y="29861"/>
                  </a:lnTo>
                  <a:lnTo>
                    <a:pt x="7974290" y="29861"/>
                  </a:lnTo>
                  <a:lnTo>
                    <a:pt x="7974415" y="29861"/>
                  </a:lnTo>
                  <a:lnTo>
                    <a:pt x="7974540" y="29861"/>
                  </a:lnTo>
                  <a:lnTo>
                    <a:pt x="7974665" y="29861"/>
                  </a:lnTo>
                  <a:lnTo>
                    <a:pt x="7974790" y="29861"/>
                  </a:lnTo>
                  <a:lnTo>
                    <a:pt x="7974915" y="29861"/>
                  </a:lnTo>
                  <a:lnTo>
                    <a:pt x="7975041" y="29861"/>
                  </a:lnTo>
                  <a:lnTo>
                    <a:pt x="7975166" y="29861"/>
                  </a:lnTo>
                  <a:lnTo>
                    <a:pt x="7975291" y="29861"/>
                  </a:lnTo>
                  <a:lnTo>
                    <a:pt x="7975416" y="29861"/>
                  </a:lnTo>
                  <a:lnTo>
                    <a:pt x="7975541" y="29861"/>
                  </a:lnTo>
                  <a:lnTo>
                    <a:pt x="7975666" y="29861"/>
                  </a:lnTo>
                  <a:lnTo>
                    <a:pt x="7975791" y="29861"/>
                  </a:lnTo>
                  <a:lnTo>
                    <a:pt x="7975916" y="29861"/>
                  </a:lnTo>
                  <a:lnTo>
                    <a:pt x="7976041" y="29861"/>
                  </a:lnTo>
                  <a:lnTo>
                    <a:pt x="7976166" y="29861"/>
                  </a:lnTo>
                  <a:lnTo>
                    <a:pt x="7976291" y="29861"/>
                  </a:lnTo>
                  <a:lnTo>
                    <a:pt x="7976416" y="29861"/>
                  </a:lnTo>
                  <a:lnTo>
                    <a:pt x="7976541" y="29861"/>
                  </a:lnTo>
                  <a:lnTo>
                    <a:pt x="7976666" y="29861"/>
                  </a:lnTo>
                  <a:lnTo>
                    <a:pt x="7976791" y="29861"/>
                  </a:lnTo>
                  <a:lnTo>
                    <a:pt x="7976916" y="29861"/>
                  </a:lnTo>
                  <a:lnTo>
                    <a:pt x="7977041" y="29861"/>
                  </a:lnTo>
                  <a:lnTo>
                    <a:pt x="7977166" y="29861"/>
                  </a:lnTo>
                  <a:lnTo>
                    <a:pt x="7977291" y="29861"/>
                  </a:lnTo>
                  <a:lnTo>
                    <a:pt x="7977416" y="29861"/>
                  </a:lnTo>
                  <a:lnTo>
                    <a:pt x="7977541" y="29861"/>
                  </a:lnTo>
                  <a:lnTo>
                    <a:pt x="7977666" y="29861"/>
                  </a:lnTo>
                  <a:lnTo>
                    <a:pt x="7977791" y="29861"/>
                  </a:lnTo>
                  <a:lnTo>
                    <a:pt x="7977916" y="29861"/>
                  </a:lnTo>
                  <a:lnTo>
                    <a:pt x="7978042" y="29861"/>
                  </a:lnTo>
                  <a:lnTo>
                    <a:pt x="7978167" y="29861"/>
                  </a:lnTo>
                  <a:lnTo>
                    <a:pt x="7978292" y="29861"/>
                  </a:lnTo>
                  <a:lnTo>
                    <a:pt x="7978417" y="29861"/>
                  </a:lnTo>
                  <a:lnTo>
                    <a:pt x="7978542" y="29861"/>
                  </a:lnTo>
                  <a:lnTo>
                    <a:pt x="7978667" y="29861"/>
                  </a:lnTo>
                  <a:lnTo>
                    <a:pt x="7978792" y="29861"/>
                  </a:lnTo>
                  <a:lnTo>
                    <a:pt x="7978917" y="29861"/>
                  </a:lnTo>
                  <a:lnTo>
                    <a:pt x="7979042" y="29861"/>
                  </a:lnTo>
                  <a:lnTo>
                    <a:pt x="7979167" y="29861"/>
                  </a:lnTo>
                  <a:lnTo>
                    <a:pt x="7979292" y="29861"/>
                  </a:lnTo>
                  <a:lnTo>
                    <a:pt x="7979417" y="29861"/>
                  </a:lnTo>
                  <a:lnTo>
                    <a:pt x="7979542" y="29861"/>
                  </a:lnTo>
                  <a:lnTo>
                    <a:pt x="7979667" y="29861"/>
                  </a:lnTo>
                  <a:lnTo>
                    <a:pt x="7979792" y="29861"/>
                  </a:lnTo>
                  <a:lnTo>
                    <a:pt x="7979917" y="29861"/>
                  </a:lnTo>
                  <a:lnTo>
                    <a:pt x="7980042" y="29861"/>
                  </a:lnTo>
                  <a:lnTo>
                    <a:pt x="7980167" y="29861"/>
                  </a:lnTo>
                  <a:lnTo>
                    <a:pt x="7980292" y="29861"/>
                  </a:lnTo>
                  <a:lnTo>
                    <a:pt x="7980417" y="29861"/>
                  </a:lnTo>
                  <a:lnTo>
                    <a:pt x="7980542" y="29861"/>
                  </a:lnTo>
                  <a:lnTo>
                    <a:pt x="7980667" y="29861"/>
                  </a:lnTo>
                  <a:lnTo>
                    <a:pt x="7980792" y="29861"/>
                  </a:lnTo>
                  <a:lnTo>
                    <a:pt x="7980917" y="29861"/>
                  </a:lnTo>
                  <a:lnTo>
                    <a:pt x="7981043" y="29861"/>
                  </a:lnTo>
                  <a:lnTo>
                    <a:pt x="7981168" y="29861"/>
                  </a:lnTo>
                  <a:lnTo>
                    <a:pt x="7981293" y="29861"/>
                  </a:lnTo>
                  <a:lnTo>
                    <a:pt x="7981418" y="29861"/>
                  </a:lnTo>
                  <a:lnTo>
                    <a:pt x="7981543" y="29861"/>
                  </a:lnTo>
                  <a:lnTo>
                    <a:pt x="7981668" y="29861"/>
                  </a:lnTo>
                  <a:lnTo>
                    <a:pt x="7981793" y="29861"/>
                  </a:lnTo>
                  <a:lnTo>
                    <a:pt x="7981918" y="29861"/>
                  </a:lnTo>
                  <a:lnTo>
                    <a:pt x="7982043" y="29861"/>
                  </a:lnTo>
                  <a:lnTo>
                    <a:pt x="7982168" y="29861"/>
                  </a:lnTo>
                  <a:lnTo>
                    <a:pt x="7982293" y="29861"/>
                  </a:lnTo>
                  <a:lnTo>
                    <a:pt x="7982418" y="29861"/>
                  </a:lnTo>
                  <a:lnTo>
                    <a:pt x="7982543" y="29861"/>
                  </a:lnTo>
                  <a:lnTo>
                    <a:pt x="7982668" y="29861"/>
                  </a:lnTo>
                  <a:lnTo>
                    <a:pt x="7982793" y="29861"/>
                  </a:lnTo>
                  <a:lnTo>
                    <a:pt x="7982918" y="29861"/>
                  </a:lnTo>
                  <a:lnTo>
                    <a:pt x="7983043" y="29861"/>
                  </a:lnTo>
                  <a:lnTo>
                    <a:pt x="7983168" y="29861"/>
                  </a:lnTo>
                  <a:lnTo>
                    <a:pt x="7983293" y="29861"/>
                  </a:lnTo>
                  <a:lnTo>
                    <a:pt x="7983418" y="29861"/>
                  </a:lnTo>
                  <a:lnTo>
                    <a:pt x="7983543" y="29861"/>
                  </a:lnTo>
                  <a:lnTo>
                    <a:pt x="7983668" y="29861"/>
                  </a:lnTo>
                  <a:lnTo>
                    <a:pt x="7983793" y="29861"/>
                  </a:lnTo>
                  <a:lnTo>
                    <a:pt x="7983918" y="29861"/>
                  </a:lnTo>
                  <a:lnTo>
                    <a:pt x="7984044" y="29861"/>
                  </a:lnTo>
                  <a:lnTo>
                    <a:pt x="7984169" y="29861"/>
                  </a:lnTo>
                  <a:lnTo>
                    <a:pt x="7984294" y="29861"/>
                  </a:lnTo>
                  <a:lnTo>
                    <a:pt x="7984419" y="29861"/>
                  </a:lnTo>
                  <a:lnTo>
                    <a:pt x="7984544" y="29861"/>
                  </a:lnTo>
                  <a:lnTo>
                    <a:pt x="7984669" y="29861"/>
                  </a:lnTo>
                  <a:lnTo>
                    <a:pt x="7984794" y="29861"/>
                  </a:lnTo>
                  <a:lnTo>
                    <a:pt x="7984919" y="29861"/>
                  </a:lnTo>
                  <a:lnTo>
                    <a:pt x="7985044" y="29861"/>
                  </a:lnTo>
                  <a:lnTo>
                    <a:pt x="7985169" y="29861"/>
                  </a:lnTo>
                  <a:lnTo>
                    <a:pt x="7985294" y="29861"/>
                  </a:lnTo>
                  <a:lnTo>
                    <a:pt x="7985419" y="29861"/>
                  </a:lnTo>
                  <a:lnTo>
                    <a:pt x="7985544" y="29861"/>
                  </a:lnTo>
                  <a:lnTo>
                    <a:pt x="7985669" y="29861"/>
                  </a:lnTo>
                  <a:lnTo>
                    <a:pt x="7985794" y="29861"/>
                  </a:lnTo>
                  <a:lnTo>
                    <a:pt x="7985919" y="29861"/>
                  </a:lnTo>
                  <a:lnTo>
                    <a:pt x="7986044" y="29861"/>
                  </a:lnTo>
                  <a:lnTo>
                    <a:pt x="7986169" y="29861"/>
                  </a:lnTo>
                  <a:lnTo>
                    <a:pt x="7986294" y="29861"/>
                  </a:lnTo>
                  <a:lnTo>
                    <a:pt x="7986419" y="29861"/>
                  </a:lnTo>
                  <a:lnTo>
                    <a:pt x="7986544" y="29861"/>
                  </a:lnTo>
                  <a:lnTo>
                    <a:pt x="7986669" y="29861"/>
                  </a:lnTo>
                  <a:lnTo>
                    <a:pt x="7986794" y="29861"/>
                  </a:lnTo>
                  <a:lnTo>
                    <a:pt x="7986919" y="29861"/>
                  </a:lnTo>
                  <a:lnTo>
                    <a:pt x="7987045" y="29861"/>
                  </a:lnTo>
                  <a:lnTo>
                    <a:pt x="7987170" y="29861"/>
                  </a:lnTo>
                  <a:lnTo>
                    <a:pt x="7987295" y="29861"/>
                  </a:lnTo>
                  <a:lnTo>
                    <a:pt x="7987420" y="29861"/>
                  </a:lnTo>
                  <a:lnTo>
                    <a:pt x="7987545" y="29861"/>
                  </a:lnTo>
                  <a:lnTo>
                    <a:pt x="7987670" y="29861"/>
                  </a:lnTo>
                  <a:lnTo>
                    <a:pt x="7987795" y="29861"/>
                  </a:lnTo>
                  <a:lnTo>
                    <a:pt x="7987920" y="29861"/>
                  </a:lnTo>
                  <a:lnTo>
                    <a:pt x="7988045" y="29861"/>
                  </a:lnTo>
                  <a:lnTo>
                    <a:pt x="7988170" y="29861"/>
                  </a:lnTo>
                  <a:lnTo>
                    <a:pt x="7988295" y="29861"/>
                  </a:lnTo>
                  <a:lnTo>
                    <a:pt x="7988420" y="29861"/>
                  </a:lnTo>
                  <a:lnTo>
                    <a:pt x="7988545" y="29861"/>
                  </a:lnTo>
                  <a:lnTo>
                    <a:pt x="7988670" y="29861"/>
                  </a:lnTo>
                  <a:lnTo>
                    <a:pt x="7988795" y="29861"/>
                  </a:lnTo>
                  <a:lnTo>
                    <a:pt x="7988920" y="29861"/>
                  </a:lnTo>
                  <a:lnTo>
                    <a:pt x="7989045" y="29861"/>
                  </a:lnTo>
                  <a:lnTo>
                    <a:pt x="7989170" y="29861"/>
                  </a:lnTo>
                  <a:lnTo>
                    <a:pt x="7989295" y="29861"/>
                  </a:lnTo>
                  <a:lnTo>
                    <a:pt x="7989420" y="29861"/>
                  </a:lnTo>
                  <a:lnTo>
                    <a:pt x="7989545" y="29861"/>
                  </a:lnTo>
                  <a:lnTo>
                    <a:pt x="7989670" y="29861"/>
                  </a:lnTo>
                  <a:lnTo>
                    <a:pt x="7989795" y="29861"/>
                  </a:lnTo>
                  <a:lnTo>
                    <a:pt x="7989920" y="29861"/>
                  </a:lnTo>
                  <a:lnTo>
                    <a:pt x="7990046" y="29861"/>
                  </a:lnTo>
                  <a:lnTo>
                    <a:pt x="7990171" y="29861"/>
                  </a:lnTo>
                  <a:lnTo>
                    <a:pt x="7990296" y="29861"/>
                  </a:lnTo>
                  <a:lnTo>
                    <a:pt x="7990421" y="29861"/>
                  </a:lnTo>
                  <a:lnTo>
                    <a:pt x="7990546" y="29861"/>
                  </a:lnTo>
                  <a:lnTo>
                    <a:pt x="7990671" y="29861"/>
                  </a:lnTo>
                  <a:lnTo>
                    <a:pt x="7990796" y="29861"/>
                  </a:lnTo>
                  <a:lnTo>
                    <a:pt x="7990921" y="29861"/>
                  </a:lnTo>
                  <a:lnTo>
                    <a:pt x="7991046" y="29861"/>
                  </a:lnTo>
                  <a:lnTo>
                    <a:pt x="7991171" y="29861"/>
                  </a:lnTo>
                  <a:lnTo>
                    <a:pt x="7991296" y="29861"/>
                  </a:lnTo>
                  <a:lnTo>
                    <a:pt x="7991421" y="29861"/>
                  </a:lnTo>
                  <a:lnTo>
                    <a:pt x="7991546" y="29861"/>
                  </a:lnTo>
                  <a:lnTo>
                    <a:pt x="7991671" y="29861"/>
                  </a:lnTo>
                  <a:lnTo>
                    <a:pt x="7991796" y="29861"/>
                  </a:lnTo>
                  <a:lnTo>
                    <a:pt x="7991921" y="29861"/>
                  </a:lnTo>
                  <a:lnTo>
                    <a:pt x="7992046" y="29861"/>
                  </a:lnTo>
                  <a:lnTo>
                    <a:pt x="7992171" y="29861"/>
                  </a:lnTo>
                  <a:lnTo>
                    <a:pt x="7992296" y="29861"/>
                  </a:lnTo>
                  <a:lnTo>
                    <a:pt x="7992421" y="29861"/>
                  </a:lnTo>
                  <a:lnTo>
                    <a:pt x="7992546" y="29861"/>
                  </a:lnTo>
                  <a:lnTo>
                    <a:pt x="7992671" y="29861"/>
                  </a:lnTo>
                  <a:lnTo>
                    <a:pt x="7992796" y="29861"/>
                  </a:lnTo>
                  <a:lnTo>
                    <a:pt x="7992921" y="29861"/>
                  </a:lnTo>
                  <a:lnTo>
                    <a:pt x="7993047" y="29861"/>
                  </a:lnTo>
                  <a:lnTo>
                    <a:pt x="7993172" y="29861"/>
                  </a:lnTo>
                  <a:lnTo>
                    <a:pt x="7993297" y="29861"/>
                  </a:lnTo>
                  <a:lnTo>
                    <a:pt x="7993422" y="29861"/>
                  </a:lnTo>
                  <a:lnTo>
                    <a:pt x="7993547" y="29861"/>
                  </a:lnTo>
                  <a:lnTo>
                    <a:pt x="7993672" y="29861"/>
                  </a:lnTo>
                  <a:lnTo>
                    <a:pt x="7993797" y="29861"/>
                  </a:lnTo>
                  <a:lnTo>
                    <a:pt x="7993922" y="29861"/>
                  </a:lnTo>
                  <a:lnTo>
                    <a:pt x="7994047" y="29861"/>
                  </a:lnTo>
                  <a:lnTo>
                    <a:pt x="7994172" y="29861"/>
                  </a:lnTo>
                  <a:lnTo>
                    <a:pt x="7994297" y="29861"/>
                  </a:lnTo>
                  <a:lnTo>
                    <a:pt x="7994422" y="29861"/>
                  </a:lnTo>
                  <a:lnTo>
                    <a:pt x="7994547" y="29861"/>
                  </a:lnTo>
                  <a:lnTo>
                    <a:pt x="7994672" y="29861"/>
                  </a:lnTo>
                  <a:lnTo>
                    <a:pt x="7994797" y="29861"/>
                  </a:lnTo>
                  <a:lnTo>
                    <a:pt x="7994922" y="29861"/>
                  </a:lnTo>
                  <a:lnTo>
                    <a:pt x="7995047" y="29861"/>
                  </a:lnTo>
                  <a:lnTo>
                    <a:pt x="7995172" y="29861"/>
                  </a:lnTo>
                  <a:lnTo>
                    <a:pt x="7995297" y="29861"/>
                  </a:lnTo>
                  <a:lnTo>
                    <a:pt x="7995422" y="29861"/>
                  </a:lnTo>
                  <a:lnTo>
                    <a:pt x="7995547" y="29861"/>
                  </a:lnTo>
                  <a:lnTo>
                    <a:pt x="7995672" y="29861"/>
                  </a:lnTo>
                  <a:lnTo>
                    <a:pt x="7995797" y="29861"/>
                  </a:lnTo>
                  <a:lnTo>
                    <a:pt x="7995923" y="29861"/>
                  </a:lnTo>
                  <a:lnTo>
                    <a:pt x="7996048" y="29861"/>
                  </a:lnTo>
                  <a:lnTo>
                    <a:pt x="7996173" y="29861"/>
                  </a:lnTo>
                  <a:lnTo>
                    <a:pt x="7996298" y="29861"/>
                  </a:lnTo>
                  <a:lnTo>
                    <a:pt x="7996423" y="29861"/>
                  </a:lnTo>
                  <a:lnTo>
                    <a:pt x="7996548" y="29861"/>
                  </a:lnTo>
                  <a:lnTo>
                    <a:pt x="7996673" y="29861"/>
                  </a:lnTo>
                  <a:lnTo>
                    <a:pt x="7996798" y="29861"/>
                  </a:lnTo>
                  <a:lnTo>
                    <a:pt x="7996923" y="29861"/>
                  </a:lnTo>
                  <a:lnTo>
                    <a:pt x="7997048" y="29861"/>
                  </a:lnTo>
                  <a:lnTo>
                    <a:pt x="7997173" y="29861"/>
                  </a:lnTo>
                  <a:lnTo>
                    <a:pt x="7997298" y="29861"/>
                  </a:lnTo>
                  <a:lnTo>
                    <a:pt x="7997423" y="29861"/>
                  </a:lnTo>
                  <a:lnTo>
                    <a:pt x="7997548" y="29861"/>
                  </a:lnTo>
                  <a:lnTo>
                    <a:pt x="7997673" y="29861"/>
                  </a:lnTo>
                  <a:lnTo>
                    <a:pt x="7997798" y="29861"/>
                  </a:lnTo>
                  <a:lnTo>
                    <a:pt x="7997923" y="29861"/>
                  </a:lnTo>
                  <a:lnTo>
                    <a:pt x="7998048" y="29861"/>
                  </a:lnTo>
                  <a:lnTo>
                    <a:pt x="7998173" y="29861"/>
                  </a:lnTo>
                  <a:lnTo>
                    <a:pt x="7998298" y="29861"/>
                  </a:lnTo>
                  <a:lnTo>
                    <a:pt x="7998423" y="29861"/>
                  </a:lnTo>
                  <a:lnTo>
                    <a:pt x="7998548" y="29861"/>
                  </a:lnTo>
                  <a:lnTo>
                    <a:pt x="7998673" y="29861"/>
                  </a:lnTo>
                  <a:lnTo>
                    <a:pt x="7998798" y="29861"/>
                  </a:lnTo>
                  <a:lnTo>
                    <a:pt x="7998924" y="29861"/>
                  </a:lnTo>
                  <a:lnTo>
                    <a:pt x="7999049" y="29861"/>
                  </a:lnTo>
                  <a:lnTo>
                    <a:pt x="7999174" y="29861"/>
                  </a:lnTo>
                  <a:lnTo>
                    <a:pt x="7999299" y="29861"/>
                  </a:lnTo>
                  <a:lnTo>
                    <a:pt x="7999424" y="29861"/>
                  </a:lnTo>
                  <a:lnTo>
                    <a:pt x="7999549" y="29861"/>
                  </a:lnTo>
                  <a:lnTo>
                    <a:pt x="7999674" y="29861"/>
                  </a:lnTo>
                  <a:lnTo>
                    <a:pt x="7999799" y="29861"/>
                  </a:lnTo>
                  <a:lnTo>
                    <a:pt x="7999924" y="29861"/>
                  </a:lnTo>
                  <a:lnTo>
                    <a:pt x="8000049" y="29861"/>
                  </a:lnTo>
                  <a:lnTo>
                    <a:pt x="8000174" y="29861"/>
                  </a:lnTo>
                  <a:lnTo>
                    <a:pt x="8000299" y="29861"/>
                  </a:lnTo>
                  <a:lnTo>
                    <a:pt x="8000424" y="29861"/>
                  </a:lnTo>
                  <a:lnTo>
                    <a:pt x="8000549" y="29861"/>
                  </a:lnTo>
                  <a:lnTo>
                    <a:pt x="8000674" y="29861"/>
                  </a:lnTo>
                  <a:lnTo>
                    <a:pt x="8000799" y="29861"/>
                  </a:lnTo>
                  <a:lnTo>
                    <a:pt x="8000924" y="29861"/>
                  </a:lnTo>
                  <a:lnTo>
                    <a:pt x="8001049" y="29861"/>
                  </a:lnTo>
                  <a:lnTo>
                    <a:pt x="8001174" y="29861"/>
                  </a:lnTo>
                  <a:lnTo>
                    <a:pt x="8001299" y="29861"/>
                  </a:lnTo>
                  <a:lnTo>
                    <a:pt x="8001424" y="29861"/>
                  </a:lnTo>
                  <a:lnTo>
                    <a:pt x="8001549" y="29861"/>
                  </a:lnTo>
                  <a:lnTo>
                    <a:pt x="8001674" y="29861"/>
                  </a:lnTo>
                  <a:lnTo>
                    <a:pt x="8001799" y="29861"/>
                  </a:lnTo>
                  <a:lnTo>
                    <a:pt x="8001925" y="29861"/>
                  </a:lnTo>
                  <a:lnTo>
                    <a:pt x="8002050" y="29861"/>
                  </a:lnTo>
                  <a:lnTo>
                    <a:pt x="8002175" y="29861"/>
                  </a:lnTo>
                  <a:lnTo>
                    <a:pt x="8002300" y="29861"/>
                  </a:lnTo>
                  <a:lnTo>
                    <a:pt x="8002425" y="29861"/>
                  </a:lnTo>
                  <a:lnTo>
                    <a:pt x="8002550" y="29861"/>
                  </a:lnTo>
                  <a:lnTo>
                    <a:pt x="8002675" y="29861"/>
                  </a:lnTo>
                  <a:lnTo>
                    <a:pt x="8002800" y="29861"/>
                  </a:lnTo>
                  <a:lnTo>
                    <a:pt x="8002925" y="29861"/>
                  </a:lnTo>
                  <a:lnTo>
                    <a:pt x="8003050" y="29861"/>
                  </a:lnTo>
                  <a:lnTo>
                    <a:pt x="8003175" y="29861"/>
                  </a:lnTo>
                  <a:lnTo>
                    <a:pt x="8003300" y="29861"/>
                  </a:lnTo>
                  <a:lnTo>
                    <a:pt x="8003425" y="29861"/>
                  </a:lnTo>
                  <a:lnTo>
                    <a:pt x="8003550" y="29861"/>
                  </a:lnTo>
                  <a:lnTo>
                    <a:pt x="8003675" y="29861"/>
                  </a:lnTo>
                  <a:lnTo>
                    <a:pt x="8003800" y="29861"/>
                  </a:lnTo>
                  <a:lnTo>
                    <a:pt x="8003925" y="29861"/>
                  </a:lnTo>
                  <a:lnTo>
                    <a:pt x="8004050" y="29861"/>
                  </a:lnTo>
                  <a:lnTo>
                    <a:pt x="8004175" y="29861"/>
                  </a:lnTo>
                  <a:lnTo>
                    <a:pt x="8004300" y="29861"/>
                  </a:lnTo>
                  <a:lnTo>
                    <a:pt x="8004425" y="29861"/>
                  </a:lnTo>
                  <a:lnTo>
                    <a:pt x="8004550" y="29861"/>
                  </a:lnTo>
                  <a:lnTo>
                    <a:pt x="8004675" y="29861"/>
                  </a:lnTo>
                  <a:lnTo>
                    <a:pt x="8004800" y="29861"/>
                  </a:lnTo>
                  <a:lnTo>
                    <a:pt x="8004800" y="19907"/>
                  </a:lnTo>
                  <a:lnTo>
                    <a:pt x="8004926" y="19907"/>
                  </a:lnTo>
                  <a:lnTo>
                    <a:pt x="8005051" y="19907"/>
                  </a:lnTo>
                  <a:lnTo>
                    <a:pt x="8005176" y="19907"/>
                  </a:lnTo>
                  <a:lnTo>
                    <a:pt x="8005301" y="19907"/>
                  </a:lnTo>
                  <a:lnTo>
                    <a:pt x="8005426" y="19907"/>
                  </a:lnTo>
                  <a:lnTo>
                    <a:pt x="8005551" y="19907"/>
                  </a:lnTo>
                  <a:lnTo>
                    <a:pt x="8005676" y="19907"/>
                  </a:lnTo>
                  <a:lnTo>
                    <a:pt x="8005801" y="19907"/>
                  </a:lnTo>
                  <a:lnTo>
                    <a:pt x="8005926" y="19907"/>
                  </a:lnTo>
                  <a:lnTo>
                    <a:pt x="8006051" y="19907"/>
                  </a:lnTo>
                  <a:lnTo>
                    <a:pt x="8006176" y="19907"/>
                  </a:lnTo>
                  <a:lnTo>
                    <a:pt x="8006301" y="19907"/>
                  </a:lnTo>
                  <a:lnTo>
                    <a:pt x="8006426" y="19907"/>
                  </a:lnTo>
                  <a:lnTo>
                    <a:pt x="8006551" y="19907"/>
                  </a:lnTo>
                  <a:lnTo>
                    <a:pt x="8006676" y="19907"/>
                  </a:lnTo>
                  <a:lnTo>
                    <a:pt x="8006801" y="19907"/>
                  </a:lnTo>
                  <a:lnTo>
                    <a:pt x="8006926" y="19907"/>
                  </a:lnTo>
                  <a:lnTo>
                    <a:pt x="8007051" y="19907"/>
                  </a:lnTo>
                  <a:lnTo>
                    <a:pt x="8007176" y="19907"/>
                  </a:lnTo>
                  <a:lnTo>
                    <a:pt x="8007301" y="19907"/>
                  </a:lnTo>
                  <a:lnTo>
                    <a:pt x="8007426" y="19907"/>
                  </a:lnTo>
                  <a:lnTo>
                    <a:pt x="8007551" y="19907"/>
                  </a:lnTo>
                  <a:lnTo>
                    <a:pt x="8007676" y="19907"/>
                  </a:lnTo>
                  <a:lnTo>
                    <a:pt x="8007801" y="19907"/>
                  </a:lnTo>
                  <a:lnTo>
                    <a:pt x="8007927" y="19907"/>
                  </a:lnTo>
                  <a:lnTo>
                    <a:pt x="8008052" y="19907"/>
                  </a:lnTo>
                  <a:lnTo>
                    <a:pt x="8008177" y="19907"/>
                  </a:lnTo>
                  <a:lnTo>
                    <a:pt x="8008302" y="19907"/>
                  </a:lnTo>
                  <a:lnTo>
                    <a:pt x="8008427" y="19907"/>
                  </a:lnTo>
                  <a:lnTo>
                    <a:pt x="8008552" y="19907"/>
                  </a:lnTo>
                  <a:lnTo>
                    <a:pt x="8008677" y="19907"/>
                  </a:lnTo>
                  <a:lnTo>
                    <a:pt x="8008802" y="19907"/>
                  </a:lnTo>
                  <a:lnTo>
                    <a:pt x="8008927" y="19907"/>
                  </a:lnTo>
                  <a:lnTo>
                    <a:pt x="8009052" y="19907"/>
                  </a:lnTo>
                  <a:lnTo>
                    <a:pt x="8009177" y="19907"/>
                  </a:lnTo>
                  <a:lnTo>
                    <a:pt x="8009302" y="19907"/>
                  </a:lnTo>
                  <a:lnTo>
                    <a:pt x="8009427" y="19907"/>
                  </a:lnTo>
                  <a:lnTo>
                    <a:pt x="8009552" y="19907"/>
                  </a:lnTo>
                  <a:lnTo>
                    <a:pt x="8009677" y="19907"/>
                  </a:lnTo>
                  <a:lnTo>
                    <a:pt x="8009802" y="19907"/>
                  </a:lnTo>
                  <a:lnTo>
                    <a:pt x="8009927" y="19907"/>
                  </a:lnTo>
                  <a:lnTo>
                    <a:pt x="8010052" y="19907"/>
                  </a:lnTo>
                  <a:lnTo>
                    <a:pt x="8010177" y="19907"/>
                  </a:lnTo>
                  <a:lnTo>
                    <a:pt x="8010302" y="19907"/>
                  </a:lnTo>
                  <a:lnTo>
                    <a:pt x="8010427" y="19907"/>
                  </a:lnTo>
                  <a:lnTo>
                    <a:pt x="8010552" y="19907"/>
                  </a:lnTo>
                  <a:lnTo>
                    <a:pt x="8010677" y="19907"/>
                  </a:lnTo>
                  <a:lnTo>
                    <a:pt x="8010802" y="19907"/>
                  </a:lnTo>
                  <a:lnTo>
                    <a:pt x="8010928" y="19907"/>
                  </a:lnTo>
                  <a:lnTo>
                    <a:pt x="8011053" y="19907"/>
                  </a:lnTo>
                  <a:lnTo>
                    <a:pt x="8011178" y="19907"/>
                  </a:lnTo>
                  <a:lnTo>
                    <a:pt x="8011303" y="19907"/>
                  </a:lnTo>
                  <a:lnTo>
                    <a:pt x="8011428" y="19907"/>
                  </a:lnTo>
                  <a:lnTo>
                    <a:pt x="8011553" y="19907"/>
                  </a:lnTo>
                  <a:lnTo>
                    <a:pt x="8011678" y="19907"/>
                  </a:lnTo>
                  <a:lnTo>
                    <a:pt x="8011803" y="19907"/>
                  </a:lnTo>
                  <a:lnTo>
                    <a:pt x="8011928" y="19907"/>
                  </a:lnTo>
                  <a:lnTo>
                    <a:pt x="8012053" y="19907"/>
                  </a:lnTo>
                  <a:lnTo>
                    <a:pt x="8012178" y="19907"/>
                  </a:lnTo>
                  <a:lnTo>
                    <a:pt x="8012303" y="19907"/>
                  </a:lnTo>
                  <a:lnTo>
                    <a:pt x="8012428" y="19907"/>
                  </a:lnTo>
                  <a:lnTo>
                    <a:pt x="8012553" y="19907"/>
                  </a:lnTo>
                  <a:lnTo>
                    <a:pt x="8012678" y="19907"/>
                  </a:lnTo>
                  <a:lnTo>
                    <a:pt x="8012803" y="19907"/>
                  </a:lnTo>
                  <a:lnTo>
                    <a:pt x="8012928" y="19907"/>
                  </a:lnTo>
                  <a:lnTo>
                    <a:pt x="8013053" y="19907"/>
                  </a:lnTo>
                  <a:lnTo>
                    <a:pt x="8013178" y="19907"/>
                  </a:lnTo>
                  <a:lnTo>
                    <a:pt x="8013303" y="19907"/>
                  </a:lnTo>
                  <a:lnTo>
                    <a:pt x="8013428" y="19907"/>
                  </a:lnTo>
                  <a:lnTo>
                    <a:pt x="8013553" y="19907"/>
                  </a:lnTo>
                  <a:lnTo>
                    <a:pt x="8013678" y="19907"/>
                  </a:lnTo>
                  <a:lnTo>
                    <a:pt x="8013803" y="19907"/>
                  </a:lnTo>
                  <a:lnTo>
                    <a:pt x="8013929" y="19907"/>
                  </a:lnTo>
                  <a:lnTo>
                    <a:pt x="8014054" y="19907"/>
                  </a:lnTo>
                  <a:lnTo>
                    <a:pt x="8014179" y="19907"/>
                  </a:lnTo>
                  <a:lnTo>
                    <a:pt x="8014304" y="19907"/>
                  </a:lnTo>
                  <a:lnTo>
                    <a:pt x="8014429" y="19907"/>
                  </a:lnTo>
                  <a:lnTo>
                    <a:pt x="8014554" y="19907"/>
                  </a:lnTo>
                  <a:lnTo>
                    <a:pt x="8014679" y="19907"/>
                  </a:lnTo>
                  <a:lnTo>
                    <a:pt x="8014804" y="19907"/>
                  </a:lnTo>
                  <a:lnTo>
                    <a:pt x="8014929" y="19907"/>
                  </a:lnTo>
                  <a:lnTo>
                    <a:pt x="8015054" y="19907"/>
                  </a:lnTo>
                  <a:lnTo>
                    <a:pt x="8015179" y="19907"/>
                  </a:lnTo>
                  <a:lnTo>
                    <a:pt x="8015304" y="19907"/>
                  </a:lnTo>
                  <a:lnTo>
                    <a:pt x="8015429" y="19907"/>
                  </a:lnTo>
                  <a:lnTo>
                    <a:pt x="8015554" y="19907"/>
                  </a:lnTo>
                  <a:lnTo>
                    <a:pt x="8015679" y="19907"/>
                  </a:lnTo>
                  <a:lnTo>
                    <a:pt x="8015804" y="19907"/>
                  </a:lnTo>
                  <a:lnTo>
                    <a:pt x="8015929" y="19907"/>
                  </a:lnTo>
                  <a:lnTo>
                    <a:pt x="8016054" y="19907"/>
                  </a:lnTo>
                  <a:lnTo>
                    <a:pt x="8016179" y="19907"/>
                  </a:lnTo>
                  <a:lnTo>
                    <a:pt x="8016304" y="19907"/>
                  </a:lnTo>
                  <a:lnTo>
                    <a:pt x="8016429" y="19907"/>
                  </a:lnTo>
                  <a:lnTo>
                    <a:pt x="8016554" y="19907"/>
                  </a:lnTo>
                  <a:lnTo>
                    <a:pt x="8016679" y="19907"/>
                  </a:lnTo>
                  <a:lnTo>
                    <a:pt x="8016804" y="19907"/>
                  </a:lnTo>
                  <a:lnTo>
                    <a:pt x="8016930" y="19907"/>
                  </a:lnTo>
                  <a:lnTo>
                    <a:pt x="8017055" y="19907"/>
                  </a:lnTo>
                  <a:lnTo>
                    <a:pt x="8017180" y="19907"/>
                  </a:lnTo>
                  <a:lnTo>
                    <a:pt x="8017305" y="19907"/>
                  </a:lnTo>
                  <a:lnTo>
                    <a:pt x="8017430" y="19907"/>
                  </a:lnTo>
                  <a:lnTo>
                    <a:pt x="8017555" y="19907"/>
                  </a:lnTo>
                  <a:lnTo>
                    <a:pt x="8017680" y="19907"/>
                  </a:lnTo>
                  <a:lnTo>
                    <a:pt x="8017805" y="19907"/>
                  </a:lnTo>
                  <a:lnTo>
                    <a:pt x="8017930" y="19907"/>
                  </a:lnTo>
                  <a:lnTo>
                    <a:pt x="8018055" y="19907"/>
                  </a:lnTo>
                  <a:lnTo>
                    <a:pt x="8018180" y="19907"/>
                  </a:lnTo>
                  <a:lnTo>
                    <a:pt x="8018305" y="19907"/>
                  </a:lnTo>
                  <a:lnTo>
                    <a:pt x="8018430" y="19907"/>
                  </a:lnTo>
                  <a:lnTo>
                    <a:pt x="8018555" y="19907"/>
                  </a:lnTo>
                  <a:lnTo>
                    <a:pt x="8018680" y="19907"/>
                  </a:lnTo>
                  <a:lnTo>
                    <a:pt x="8018805" y="19907"/>
                  </a:lnTo>
                  <a:lnTo>
                    <a:pt x="8018930" y="19907"/>
                  </a:lnTo>
                  <a:lnTo>
                    <a:pt x="8019055" y="19907"/>
                  </a:lnTo>
                  <a:lnTo>
                    <a:pt x="8019180" y="19907"/>
                  </a:lnTo>
                  <a:lnTo>
                    <a:pt x="8019305" y="19907"/>
                  </a:lnTo>
                  <a:lnTo>
                    <a:pt x="8019430" y="19907"/>
                  </a:lnTo>
                  <a:lnTo>
                    <a:pt x="8019555" y="19907"/>
                  </a:lnTo>
                  <a:lnTo>
                    <a:pt x="8019680" y="19907"/>
                  </a:lnTo>
                  <a:lnTo>
                    <a:pt x="8019805" y="19907"/>
                  </a:lnTo>
                  <a:lnTo>
                    <a:pt x="8019931" y="19907"/>
                  </a:lnTo>
                  <a:lnTo>
                    <a:pt x="8020056" y="19907"/>
                  </a:lnTo>
                  <a:lnTo>
                    <a:pt x="8020181" y="19907"/>
                  </a:lnTo>
                  <a:lnTo>
                    <a:pt x="8020306" y="19907"/>
                  </a:lnTo>
                  <a:lnTo>
                    <a:pt x="8020431" y="19907"/>
                  </a:lnTo>
                  <a:lnTo>
                    <a:pt x="8020556" y="19907"/>
                  </a:lnTo>
                  <a:lnTo>
                    <a:pt x="8020681" y="19907"/>
                  </a:lnTo>
                  <a:lnTo>
                    <a:pt x="8020806" y="19907"/>
                  </a:lnTo>
                  <a:lnTo>
                    <a:pt x="8020931" y="19907"/>
                  </a:lnTo>
                  <a:lnTo>
                    <a:pt x="8021056" y="19907"/>
                  </a:lnTo>
                  <a:lnTo>
                    <a:pt x="8021181" y="19907"/>
                  </a:lnTo>
                  <a:lnTo>
                    <a:pt x="8021306" y="19907"/>
                  </a:lnTo>
                  <a:lnTo>
                    <a:pt x="8021431" y="19907"/>
                  </a:lnTo>
                  <a:lnTo>
                    <a:pt x="8021556" y="19907"/>
                  </a:lnTo>
                  <a:lnTo>
                    <a:pt x="8021681" y="19907"/>
                  </a:lnTo>
                  <a:lnTo>
                    <a:pt x="8021806" y="19907"/>
                  </a:lnTo>
                  <a:lnTo>
                    <a:pt x="8021931" y="19907"/>
                  </a:lnTo>
                  <a:lnTo>
                    <a:pt x="8022056" y="19907"/>
                  </a:lnTo>
                  <a:lnTo>
                    <a:pt x="8022181" y="19907"/>
                  </a:lnTo>
                  <a:lnTo>
                    <a:pt x="8022306" y="19907"/>
                  </a:lnTo>
                  <a:lnTo>
                    <a:pt x="8022431" y="19907"/>
                  </a:lnTo>
                  <a:lnTo>
                    <a:pt x="8022556" y="19907"/>
                  </a:lnTo>
                  <a:lnTo>
                    <a:pt x="8022681" y="19907"/>
                  </a:lnTo>
                  <a:lnTo>
                    <a:pt x="8022806" y="19907"/>
                  </a:lnTo>
                  <a:lnTo>
                    <a:pt x="8022932" y="19907"/>
                  </a:lnTo>
                  <a:lnTo>
                    <a:pt x="8023057" y="19907"/>
                  </a:lnTo>
                  <a:lnTo>
                    <a:pt x="8023182" y="19907"/>
                  </a:lnTo>
                  <a:lnTo>
                    <a:pt x="8023307" y="19907"/>
                  </a:lnTo>
                  <a:lnTo>
                    <a:pt x="8023432" y="19907"/>
                  </a:lnTo>
                  <a:lnTo>
                    <a:pt x="8023557" y="19907"/>
                  </a:lnTo>
                  <a:lnTo>
                    <a:pt x="8023682" y="19907"/>
                  </a:lnTo>
                  <a:lnTo>
                    <a:pt x="8023807" y="19907"/>
                  </a:lnTo>
                  <a:lnTo>
                    <a:pt x="8023932" y="19907"/>
                  </a:lnTo>
                  <a:lnTo>
                    <a:pt x="8024057" y="19907"/>
                  </a:lnTo>
                  <a:lnTo>
                    <a:pt x="8024182" y="19907"/>
                  </a:lnTo>
                  <a:lnTo>
                    <a:pt x="8024307" y="19907"/>
                  </a:lnTo>
                  <a:lnTo>
                    <a:pt x="8024432" y="19907"/>
                  </a:lnTo>
                  <a:lnTo>
                    <a:pt x="8024557" y="19907"/>
                  </a:lnTo>
                  <a:lnTo>
                    <a:pt x="8024682" y="19907"/>
                  </a:lnTo>
                  <a:lnTo>
                    <a:pt x="8024807" y="19907"/>
                  </a:lnTo>
                  <a:lnTo>
                    <a:pt x="8024932" y="19907"/>
                  </a:lnTo>
                  <a:lnTo>
                    <a:pt x="8025057" y="19907"/>
                  </a:lnTo>
                  <a:lnTo>
                    <a:pt x="8025182" y="19907"/>
                  </a:lnTo>
                  <a:lnTo>
                    <a:pt x="8025307" y="19907"/>
                  </a:lnTo>
                  <a:lnTo>
                    <a:pt x="8025432" y="19907"/>
                  </a:lnTo>
                  <a:lnTo>
                    <a:pt x="8025557" y="19907"/>
                  </a:lnTo>
                  <a:lnTo>
                    <a:pt x="8025682" y="19907"/>
                  </a:lnTo>
                  <a:lnTo>
                    <a:pt x="8025807" y="19907"/>
                  </a:lnTo>
                  <a:lnTo>
                    <a:pt x="8025933" y="19907"/>
                  </a:lnTo>
                  <a:lnTo>
                    <a:pt x="8026058" y="19907"/>
                  </a:lnTo>
                  <a:lnTo>
                    <a:pt x="8026183" y="19907"/>
                  </a:lnTo>
                  <a:lnTo>
                    <a:pt x="8026308" y="19907"/>
                  </a:lnTo>
                  <a:lnTo>
                    <a:pt x="8026433" y="19907"/>
                  </a:lnTo>
                  <a:lnTo>
                    <a:pt x="8026558" y="19907"/>
                  </a:lnTo>
                  <a:lnTo>
                    <a:pt x="8026683" y="19907"/>
                  </a:lnTo>
                  <a:lnTo>
                    <a:pt x="8026808" y="19907"/>
                  </a:lnTo>
                  <a:lnTo>
                    <a:pt x="8026933" y="19907"/>
                  </a:lnTo>
                  <a:lnTo>
                    <a:pt x="8027058" y="19907"/>
                  </a:lnTo>
                  <a:lnTo>
                    <a:pt x="8027183" y="19907"/>
                  </a:lnTo>
                  <a:lnTo>
                    <a:pt x="8027308" y="19907"/>
                  </a:lnTo>
                  <a:lnTo>
                    <a:pt x="8027433" y="19907"/>
                  </a:lnTo>
                  <a:lnTo>
                    <a:pt x="8027558" y="19907"/>
                  </a:lnTo>
                  <a:lnTo>
                    <a:pt x="8027683" y="19907"/>
                  </a:lnTo>
                  <a:lnTo>
                    <a:pt x="8027808" y="19907"/>
                  </a:lnTo>
                  <a:lnTo>
                    <a:pt x="8027933" y="19907"/>
                  </a:lnTo>
                  <a:lnTo>
                    <a:pt x="8028058" y="19907"/>
                  </a:lnTo>
                  <a:lnTo>
                    <a:pt x="8028183" y="19907"/>
                  </a:lnTo>
                  <a:lnTo>
                    <a:pt x="8028308" y="19907"/>
                  </a:lnTo>
                  <a:lnTo>
                    <a:pt x="8028433" y="19907"/>
                  </a:lnTo>
                  <a:lnTo>
                    <a:pt x="8028558" y="19907"/>
                  </a:lnTo>
                  <a:lnTo>
                    <a:pt x="8028683" y="19907"/>
                  </a:lnTo>
                  <a:lnTo>
                    <a:pt x="8028808" y="19907"/>
                  </a:lnTo>
                  <a:lnTo>
                    <a:pt x="8028934" y="19907"/>
                  </a:lnTo>
                  <a:lnTo>
                    <a:pt x="8029059" y="19907"/>
                  </a:lnTo>
                  <a:lnTo>
                    <a:pt x="8029184" y="19907"/>
                  </a:lnTo>
                  <a:lnTo>
                    <a:pt x="8029309" y="19907"/>
                  </a:lnTo>
                  <a:lnTo>
                    <a:pt x="8029434" y="19907"/>
                  </a:lnTo>
                  <a:lnTo>
                    <a:pt x="8029559" y="19907"/>
                  </a:lnTo>
                  <a:lnTo>
                    <a:pt x="8029684" y="19907"/>
                  </a:lnTo>
                  <a:lnTo>
                    <a:pt x="8029809" y="19907"/>
                  </a:lnTo>
                  <a:lnTo>
                    <a:pt x="8029934" y="19907"/>
                  </a:lnTo>
                  <a:lnTo>
                    <a:pt x="8030059" y="19907"/>
                  </a:lnTo>
                  <a:lnTo>
                    <a:pt x="8030184" y="19907"/>
                  </a:lnTo>
                  <a:lnTo>
                    <a:pt x="8030309" y="19907"/>
                  </a:lnTo>
                  <a:lnTo>
                    <a:pt x="8030434" y="19907"/>
                  </a:lnTo>
                  <a:lnTo>
                    <a:pt x="8030559" y="19907"/>
                  </a:lnTo>
                  <a:lnTo>
                    <a:pt x="8030684" y="19907"/>
                  </a:lnTo>
                  <a:lnTo>
                    <a:pt x="8030809" y="19907"/>
                  </a:lnTo>
                  <a:lnTo>
                    <a:pt x="8030934" y="19907"/>
                  </a:lnTo>
                  <a:lnTo>
                    <a:pt x="8031059" y="19907"/>
                  </a:lnTo>
                  <a:lnTo>
                    <a:pt x="8031184" y="19907"/>
                  </a:lnTo>
                  <a:lnTo>
                    <a:pt x="8031309" y="19907"/>
                  </a:lnTo>
                  <a:lnTo>
                    <a:pt x="8031434" y="19907"/>
                  </a:lnTo>
                  <a:lnTo>
                    <a:pt x="8031559" y="19907"/>
                  </a:lnTo>
                  <a:lnTo>
                    <a:pt x="8031684" y="19907"/>
                  </a:lnTo>
                  <a:lnTo>
                    <a:pt x="8031809" y="19907"/>
                  </a:lnTo>
                  <a:lnTo>
                    <a:pt x="8031935" y="19907"/>
                  </a:lnTo>
                  <a:lnTo>
                    <a:pt x="8032060" y="19907"/>
                  </a:lnTo>
                  <a:lnTo>
                    <a:pt x="8032185" y="19907"/>
                  </a:lnTo>
                  <a:lnTo>
                    <a:pt x="8032310" y="19907"/>
                  </a:lnTo>
                  <a:lnTo>
                    <a:pt x="8032435" y="19907"/>
                  </a:lnTo>
                  <a:lnTo>
                    <a:pt x="8032560" y="19907"/>
                  </a:lnTo>
                  <a:lnTo>
                    <a:pt x="8032685" y="19907"/>
                  </a:lnTo>
                  <a:lnTo>
                    <a:pt x="8032810" y="19907"/>
                  </a:lnTo>
                  <a:lnTo>
                    <a:pt x="8032935" y="19907"/>
                  </a:lnTo>
                  <a:lnTo>
                    <a:pt x="8033060" y="19907"/>
                  </a:lnTo>
                  <a:lnTo>
                    <a:pt x="8033185" y="19907"/>
                  </a:lnTo>
                  <a:lnTo>
                    <a:pt x="8033310" y="19907"/>
                  </a:lnTo>
                  <a:lnTo>
                    <a:pt x="8033435" y="19907"/>
                  </a:lnTo>
                  <a:lnTo>
                    <a:pt x="8033560" y="19907"/>
                  </a:lnTo>
                  <a:lnTo>
                    <a:pt x="8033685" y="19907"/>
                  </a:lnTo>
                  <a:lnTo>
                    <a:pt x="8033810" y="19907"/>
                  </a:lnTo>
                  <a:lnTo>
                    <a:pt x="8033935" y="19907"/>
                  </a:lnTo>
                  <a:lnTo>
                    <a:pt x="8034060" y="19907"/>
                  </a:lnTo>
                  <a:lnTo>
                    <a:pt x="8034185" y="19907"/>
                  </a:lnTo>
                  <a:lnTo>
                    <a:pt x="8034310" y="19907"/>
                  </a:lnTo>
                  <a:lnTo>
                    <a:pt x="8034435" y="19907"/>
                  </a:lnTo>
                  <a:lnTo>
                    <a:pt x="8034560" y="19907"/>
                  </a:lnTo>
                  <a:lnTo>
                    <a:pt x="8034685" y="19907"/>
                  </a:lnTo>
                  <a:lnTo>
                    <a:pt x="8034811" y="19907"/>
                  </a:lnTo>
                  <a:lnTo>
                    <a:pt x="8034936" y="19907"/>
                  </a:lnTo>
                  <a:lnTo>
                    <a:pt x="8035061" y="19907"/>
                  </a:lnTo>
                  <a:lnTo>
                    <a:pt x="8035186" y="19907"/>
                  </a:lnTo>
                  <a:lnTo>
                    <a:pt x="8035311" y="19907"/>
                  </a:lnTo>
                  <a:lnTo>
                    <a:pt x="8035436" y="19907"/>
                  </a:lnTo>
                  <a:lnTo>
                    <a:pt x="8035561" y="19907"/>
                  </a:lnTo>
                  <a:lnTo>
                    <a:pt x="8035686" y="19907"/>
                  </a:lnTo>
                  <a:lnTo>
                    <a:pt x="8035811" y="19907"/>
                  </a:lnTo>
                  <a:lnTo>
                    <a:pt x="8035936" y="19907"/>
                  </a:lnTo>
                  <a:lnTo>
                    <a:pt x="8036061" y="19907"/>
                  </a:lnTo>
                  <a:lnTo>
                    <a:pt x="8036186" y="19907"/>
                  </a:lnTo>
                  <a:lnTo>
                    <a:pt x="8036311" y="19907"/>
                  </a:lnTo>
                  <a:lnTo>
                    <a:pt x="8036436" y="19907"/>
                  </a:lnTo>
                  <a:lnTo>
                    <a:pt x="8036561" y="19907"/>
                  </a:lnTo>
                  <a:lnTo>
                    <a:pt x="8036686" y="19907"/>
                  </a:lnTo>
                  <a:lnTo>
                    <a:pt x="8036811" y="19907"/>
                  </a:lnTo>
                  <a:lnTo>
                    <a:pt x="8036936" y="19907"/>
                  </a:lnTo>
                  <a:lnTo>
                    <a:pt x="8037061" y="19907"/>
                  </a:lnTo>
                  <a:lnTo>
                    <a:pt x="8037186" y="19907"/>
                  </a:lnTo>
                  <a:lnTo>
                    <a:pt x="8037311" y="19907"/>
                  </a:lnTo>
                  <a:lnTo>
                    <a:pt x="8037436" y="19907"/>
                  </a:lnTo>
                  <a:lnTo>
                    <a:pt x="8037561" y="19907"/>
                  </a:lnTo>
                  <a:lnTo>
                    <a:pt x="8037686" y="19907"/>
                  </a:lnTo>
                  <a:lnTo>
                    <a:pt x="8037812" y="19907"/>
                  </a:lnTo>
                  <a:lnTo>
                    <a:pt x="8037937" y="19907"/>
                  </a:lnTo>
                  <a:lnTo>
                    <a:pt x="8038062" y="19907"/>
                  </a:lnTo>
                  <a:lnTo>
                    <a:pt x="8038187" y="19907"/>
                  </a:lnTo>
                  <a:lnTo>
                    <a:pt x="8038312" y="19907"/>
                  </a:lnTo>
                  <a:lnTo>
                    <a:pt x="8038437" y="19907"/>
                  </a:lnTo>
                  <a:lnTo>
                    <a:pt x="8038562" y="19907"/>
                  </a:lnTo>
                  <a:lnTo>
                    <a:pt x="8038687" y="19907"/>
                  </a:lnTo>
                  <a:lnTo>
                    <a:pt x="8038812" y="19907"/>
                  </a:lnTo>
                  <a:lnTo>
                    <a:pt x="8038937" y="19907"/>
                  </a:lnTo>
                  <a:lnTo>
                    <a:pt x="8039062" y="19907"/>
                  </a:lnTo>
                  <a:lnTo>
                    <a:pt x="8039187" y="19907"/>
                  </a:lnTo>
                  <a:lnTo>
                    <a:pt x="8039312" y="19907"/>
                  </a:lnTo>
                  <a:lnTo>
                    <a:pt x="8039437" y="19907"/>
                  </a:lnTo>
                  <a:lnTo>
                    <a:pt x="8039562" y="19907"/>
                  </a:lnTo>
                  <a:lnTo>
                    <a:pt x="8039687" y="19907"/>
                  </a:lnTo>
                  <a:lnTo>
                    <a:pt x="8039812" y="19907"/>
                  </a:lnTo>
                  <a:lnTo>
                    <a:pt x="8039937" y="19907"/>
                  </a:lnTo>
                  <a:lnTo>
                    <a:pt x="8040062" y="19907"/>
                  </a:lnTo>
                  <a:lnTo>
                    <a:pt x="8040187" y="19907"/>
                  </a:lnTo>
                  <a:lnTo>
                    <a:pt x="8040312" y="19907"/>
                  </a:lnTo>
                  <a:lnTo>
                    <a:pt x="8040437" y="19907"/>
                  </a:lnTo>
                  <a:lnTo>
                    <a:pt x="8040562" y="19907"/>
                  </a:lnTo>
                  <a:lnTo>
                    <a:pt x="8040687" y="19907"/>
                  </a:lnTo>
                  <a:lnTo>
                    <a:pt x="8040813" y="19907"/>
                  </a:lnTo>
                  <a:lnTo>
                    <a:pt x="8040938" y="19907"/>
                  </a:lnTo>
                  <a:lnTo>
                    <a:pt x="8041063" y="19907"/>
                  </a:lnTo>
                  <a:lnTo>
                    <a:pt x="8041188" y="19907"/>
                  </a:lnTo>
                  <a:lnTo>
                    <a:pt x="8041313" y="19907"/>
                  </a:lnTo>
                  <a:lnTo>
                    <a:pt x="8041438" y="19907"/>
                  </a:lnTo>
                  <a:lnTo>
                    <a:pt x="8041563" y="19907"/>
                  </a:lnTo>
                  <a:lnTo>
                    <a:pt x="8041688" y="19907"/>
                  </a:lnTo>
                  <a:lnTo>
                    <a:pt x="8041813" y="19907"/>
                  </a:lnTo>
                  <a:lnTo>
                    <a:pt x="8041938" y="19907"/>
                  </a:lnTo>
                  <a:lnTo>
                    <a:pt x="8042063" y="19907"/>
                  </a:lnTo>
                  <a:lnTo>
                    <a:pt x="8042188" y="19907"/>
                  </a:lnTo>
                  <a:lnTo>
                    <a:pt x="8042313" y="19907"/>
                  </a:lnTo>
                  <a:lnTo>
                    <a:pt x="8042438" y="19907"/>
                  </a:lnTo>
                  <a:lnTo>
                    <a:pt x="8042563" y="19907"/>
                  </a:lnTo>
                  <a:lnTo>
                    <a:pt x="8042688" y="19907"/>
                  </a:lnTo>
                  <a:lnTo>
                    <a:pt x="8042813" y="19907"/>
                  </a:lnTo>
                  <a:lnTo>
                    <a:pt x="8042938" y="19907"/>
                  </a:lnTo>
                  <a:lnTo>
                    <a:pt x="8043063" y="19907"/>
                  </a:lnTo>
                  <a:lnTo>
                    <a:pt x="8043188" y="19907"/>
                  </a:lnTo>
                  <a:lnTo>
                    <a:pt x="8043313" y="19907"/>
                  </a:lnTo>
                  <a:lnTo>
                    <a:pt x="8043438" y="19907"/>
                  </a:lnTo>
                  <a:lnTo>
                    <a:pt x="8043563" y="19907"/>
                  </a:lnTo>
                  <a:lnTo>
                    <a:pt x="8043688" y="19907"/>
                  </a:lnTo>
                  <a:lnTo>
                    <a:pt x="8043814" y="19907"/>
                  </a:lnTo>
                  <a:lnTo>
                    <a:pt x="8043939" y="19907"/>
                  </a:lnTo>
                  <a:lnTo>
                    <a:pt x="8044064" y="19907"/>
                  </a:lnTo>
                  <a:lnTo>
                    <a:pt x="8044189" y="19907"/>
                  </a:lnTo>
                  <a:lnTo>
                    <a:pt x="8044314" y="19907"/>
                  </a:lnTo>
                  <a:lnTo>
                    <a:pt x="8044439" y="19907"/>
                  </a:lnTo>
                  <a:lnTo>
                    <a:pt x="8044564" y="19907"/>
                  </a:lnTo>
                  <a:lnTo>
                    <a:pt x="8044689" y="19907"/>
                  </a:lnTo>
                  <a:lnTo>
                    <a:pt x="8044814" y="19907"/>
                  </a:lnTo>
                  <a:lnTo>
                    <a:pt x="8044939" y="19907"/>
                  </a:lnTo>
                  <a:lnTo>
                    <a:pt x="8045064" y="19907"/>
                  </a:lnTo>
                  <a:lnTo>
                    <a:pt x="8045189" y="19907"/>
                  </a:lnTo>
                  <a:lnTo>
                    <a:pt x="8045314" y="19907"/>
                  </a:lnTo>
                  <a:lnTo>
                    <a:pt x="8045439" y="19907"/>
                  </a:lnTo>
                  <a:lnTo>
                    <a:pt x="8045564" y="19907"/>
                  </a:lnTo>
                  <a:lnTo>
                    <a:pt x="8045689" y="19907"/>
                  </a:lnTo>
                  <a:lnTo>
                    <a:pt x="8045814" y="19907"/>
                  </a:lnTo>
                  <a:lnTo>
                    <a:pt x="8045939" y="19907"/>
                  </a:lnTo>
                  <a:lnTo>
                    <a:pt x="8046064" y="19907"/>
                  </a:lnTo>
                  <a:lnTo>
                    <a:pt x="8046189" y="19907"/>
                  </a:lnTo>
                  <a:lnTo>
                    <a:pt x="8046314" y="19907"/>
                  </a:lnTo>
                  <a:lnTo>
                    <a:pt x="8046439" y="19907"/>
                  </a:lnTo>
                  <a:lnTo>
                    <a:pt x="8046564" y="19907"/>
                  </a:lnTo>
                  <a:lnTo>
                    <a:pt x="8046689" y="19907"/>
                  </a:lnTo>
                  <a:lnTo>
                    <a:pt x="8046815" y="19907"/>
                  </a:lnTo>
                  <a:lnTo>
                    <a:pt x="8046940" y="19907"/>
                  </a:lnTo>
                  <a:lnTo>
                    <a:pt x="8047065" y="19907"/>
                  </a:lnTo>
                  <a:lnTo>
                    <a:pt x="8047190" y="19907"/>
                  </a:lnTo>
                  <a:lnTo>
                    <a:pt x="8047315" y="19907"/>
                  </a:lnTo>
                  <a:lnTo>
                    <a:pt x="8047440" y="19907"/>
                  </a:lnTo>
                  <a:lnTo>
                    <a:pt x="8047565" y="19907"/>
                  </a:lnTo>
                  <a:lnTo>
                    <a:pt x="8047690" y="19907"/>
                  </a:lnTo>
                  <a:lnTo>
                    <a:pt x="8047815" y="19907"/>
                  </a:lnTo>
                  <a:lnTo>
                    <a:pt x="8047940" y="19907"/>
                  </a:lnTo>
                  <a:lnTo>
                    <a:pt x="8048065" y="19907"/>
                  </a:lnTo>
                  <a:lnTo>
                    <a:pt x="8048190" y="19907"/>
                  </a:lnTo>
                  <a:lnTo>
                    <a:pt x="8048315" y="19907"/>
                  </a:lnTo>
                  <a:lnTo>
                    <a:pt x="8048440" y="19907"/>
                  </a:lnTo>
                  <a:lnTo>
                    <a:pt x="8048565" y="19907"/>
                  </a:lnTo>
                  <a:lnTo>
                    <a:pt x="8048690" y="19907"/>
                  </a:lnTo>
                  <a:lnTo>
                    <a:pt x="8048815" y="19907"/>
                  </a:lnTo>
                  <a:lnTo>
                    <a:pt x="8048940" y="19907"/>
                  </a:lnTo>
                  <a:lnTo>
                    <a:pt x="8049065" y="19907"/>
                  </a:lnTo>
                  <a:lnTo>
                    <a:pt x="8049190" y="19907"/>
                  </a:lnTo>
                  <a:lnTo>
                    <a:pt x="8049315" y="19907"/>
                  </a:lnTo>
                  <a:lnTo>
                    <a:pt x="8049440" y="19907"/>
                  </a:lnTo>
                  <a:lnTo>
                    <a:pt x="8049565" y="19907"/>
                  </a:lnTo>
                  <a:lnTo>
                    <a:pt x="8049690" y="19907"/>
                  </a:lnTo>
                  <a:lnTo>
                    <a:pt x="8049816" y="19907"/>
                  </a:lnTo>
                  <a:lnTo>
                    <a:pt x="8049941" y="19907"/>
                  </a:lnTo>
                  <a:lnTo>
                    <a:pt x="8050066" y="19907"/>
                  </a:lnTo>
                  <a:lnTo>
                    <a:pt x="8050191" y="19907"/>
                  </a:lnTo>
                  <a:lnTo>
                    <a:pt x="8050316" y="19907"/>
                  </a:lnTo>
                  <a:lnTo>
                    <a:pt x="8050441" y="19907"/>
                  </a:lnTo>
                  <a:lnTo>
                    <a:pt x="8050566" y="19907"/>
                  </a:lnTo>
                  <a:lnTo>
                    <a:pt x="8050691" y="19907"/>
                  </a:lnTo>
                  <a:lnTo>
                    <a:pt x="8050816" y="19907"/>
                  </a:lnTo>
                  <a:lnTo>
                    <a:pt x="8050941" y="19907"/>
                  </a:lnTo>
                  <a:lnTo>
                    <a:pt x="8051066" y="19907"/>
                  </a:lnTo>
                  <a:lnTo>
                    <a:pt x="8051191" y="19907"/>
                  </a:lnTo>
                  <a:lnTo>
                    <a:pt x="8051316" y="19907"/>
                  </a:lnTo>
                  <a:lnTo>
                    <a:pt x="8051441" y="19907"/>
                  </a:lnTo>
                  <a:lnTo>
                    <a:pt x="8051566" y="19907"/>
                  </a:lnTo>
                  <a:lnTo>
                    <a:pt x="8051691" y="19907"/>
                  </a:lnTo>
                  <a:lnTo>
                    <a:pt x="8051816" y="19907"/>
                  </a:lnTo>
                  <a:lnTo>
                    <a:pt x="8051941" y="19907"/>
                  </a:lnTo>
                  <a:lnTo>
                    <a:pt x="8052066" y="19907"/>
                  </a:lnTo>
                  <a:lnTo>
                    <a:pt x="8052191" y="19907"/>
                  </a:lnTo>
                  <a:lnTo>
                    <a:pt x="8052316" y="19907"/>
                  </a:lnTo>
                  <a:lnTo>
                    <a:pt x="8052441" y="19907"/>
                  </a:lnTo>
                  <a:lnTo>
                    <a:pt x="8052566" y="19907"/>
                  </a:lnTo>
                  <a:lnTo>
                    <a:pt x="8052691" y="19907"/>
                  </a:lnTo>
                  <a:lnTo>
                    <a:pt x="8052817" y="19907"/>
                  </a:lnTo>
                  <a:lnTo>
                    <a:pt x="8052942" y="19907"/>
                  </a:lnTo>
                  <a:lnTo>
                    <a:pt x="8053067" y="19907"/>
                  </a:lnTo>
                  <a:lnTo>
                    <a:pt x="8053192" y="19907"/>
                  </a:lnTo>
                  <a:lnTo>
                    <a:pt x="8053317" y="19907"/>
                  </a:lnTo>
                  <a:lnTo>
                    <a:pt x="8053442" y="19907"/>
                  </a:lnTo>
                  <a:lnTo>
                    <a:pt x="8053567" y="19907"/>
                  </a:lnTo>
                  <a:lnTo>
                    <a:pt x="8053692" y="19907"/>
                  </a:lnTo>
                  <a:lnTo>
                    <a:pt x="8053817" y="19907"/>
                  </a:lnTo>
                  <a:lnTo>
                    <a:pt x="8053942" y="19907"/>
                  </a:lnTo>
                  <a:lnTo>
                    <a:pt x="8054067" y="19907"/>
                  </a:lnTo>
                  <a:lnTo>
                    <a:pt x="8054192" y="19907"/>
                  </a:lnTo>
                  <a:lnTo>
                    <a:pt x="8054317" y="19907"/>
                  </a:lnTo>
                  <a:lnTo>
                    <a:pt x="8054442" y="19907"/>
                  </a:lnTo>
                  <a:lnTo>
                    <a:pt x="8054567" y="19907"/>
                  </a:lnTo>
                  <a:lnTo>
                    <a:pt x="8054692" y="19907"/>
                  </a:lnTo>
                  <a:lnTo>
                    <a:pt x="8054817" y="19907"/>
                  </a:lnTo>
                  <a:lnTo>
                    <a:pt x="8054942" y="19907"/>
                  </a:lnTo>
                  <a:lnTo>
                    <a:pt x="8055067" y="19907"/>
                  </a:lnTo>
                  <a:lnTo>
                    <a:pt x="8055192" y="19907"/>
                  </a:lnTo>
                  <a:lnTo>
                    <a:pt x="8055317" y="19907"/>
                  </a:lnTo>
                  <a:lnTo>
                    <a:pt x="8055442" y="19907"/>
                  </a:lnTo>
                  <a:lnTo>
                    <a:pt x="8055567" y="19907"/>
                  </a:lnTo>
                  <a:lnTo>
                    <a:pt x="8055692" y="19907"/>
                  </a:lnTo>
                  <a:lnTo>
                    <a:pt x="8055818" y="19907"/>
                  </a:lnTo>
                  <a:lnTo>
                    <a:pt x="8055943" y="19907"/>
                  </a:lnTo>
                  <a:lnTo>
                    <a:pt x="8056068" y="19907"/>
                  </a:lnTo>
                  <a:lnTo>
                    <a:pt x="8056193" y="19907"/>
                  </a:lnTo>
                  <a:lnTo>
                    <a:pt x="8056318" y="19907"/>
                  </a:lnTo>
                  <a:lnTo>
                    <a:pt x="8056443" y="19907"/>
                  </a:lnTo>
                  <a:lnTo>
                    <a:pt x="8056568" y="19907"/>
                  </a:lnTo>
                  <a:lnTo>
                    <a:pt x="8056693" y="19907"/>
                  </a:lnTo>
                  <a:lnTo>
                    <a:pt x="8056818" y="19907"/>
                  </a:lnTo>
                  <a:lnTo>
                    <a:pt x="8056943" y="19907"/>
                  </a:lnTo>
                  <a:lnTo>
                    <a:pt x="8057068" y="19907"/>
                  </a:lnTo>
                  <a:lnTo>
                    <a:pt x="8057193" y="19907"/>
                  </a:lnTo>
                  <a:lnTo>
                    <a:pt x="8057318" y="19907"/>
                  </a:lnTo>
                  <a:lnTo>
                    <a:pt x="8057443" y="19907"/>
                  </a:lnTo>
                  <a:lnTo>
                    <a:pt x="8057568" y="19907"/>
                  </a:lnTo>
                  <a:lnTo>
                    <a:pt x="8057693" y="19907"/>
                  </a:lnTo>
                  <a:lnTo>
                    <a:pt x="8057818" y="19907"/>
                  </a:lnTo>
                  <a:lnTo>
                    <a:pt x="8057943" y="19907"/>
                  </a:lnTo>
                  <a:lnTo>
                    <a:pt x="8058068" y="19907"/>
                  </a:lnTo>
                  <a:lnTo>
                    <a:pt x="8058193" y="19907"/>
                  </a:lnTo>
                  <a:lnTo>
                    <a:pt x="8058318" y="19907"/>
                  </a:lnTo>
                  <a:lnTo>
                    <a:pt x="8058443" y="19907"/>
                  </a:lnTo>
                  <a:lnTo>
                    <a:pt x="8058568" y="19907"/>
                  </a:lnTo>
                  <a:lnTo>
                    <a:pt x="8058693" y="19907"/>
                  </a:lnTo>
                  <a:lnTo>
                    <a:pt x="8058819" y="19907"/>
                  </a:lnTo>
                  <a:lnTo>
                    <a:pt x="8058944" y="19907"/>
                  </a:lnTo>
                  <a:lnTo>
                    <a:pt x="8059069" y="19907"/>
                  </a:lnTo>
                  <a:lnTo>
                    <a:pt x="8059194" y="19907"/>
                  </a:lnTo>
                  <a:lnTo>
                    <a:pt x="8059319" y="19907"/>
                  </a:lnTo>
                  <a:lnTo>
                    <a:pt x="8059444" y="19907"/>
                  </a:lnTo>
                  <a:lnTo>
                    <a:pt x="8059569" y="19907"/>
                  </a:lnTo>
                  <a:lnTo>
                    <a:pt x="8059694" y="19907"/>
                  </a:lnTo>
                  <a:lnTo>
                    <a:pt x="8059819" y="19907"/>
                  </a:lnTo>
                  <a:lnTo>
                    <a:pt x="8059944" y="19907"/>
                  </a:lnTo>
                  <a:lnTo>
                    <a:pt x="8060069" y="19907"/>
                  </a:lnTo>
                  <a:lnTo>
                    <a:pt x="8060194" y="19907"/>
                  </a:lnTo>
                  <a:lnTo>
                    <a:pt x="8060319" y="19907"/>
                  </a:lnTo>
                  <a:lnTo>
                    <a:pt x="8060444" y="19907"/>
                  </a:lnTo>
                  <a:lnTo>
                    <a:pt x="8060569" y="19907"/>
                  </a:lnTo>
                  <a:lnTo>
                    <a:pt x="8060694" y="19907"/>
                  </a:lnTo>
                  <a:lnTo>
                    <a:pt x="8060819" y="19907"/>
                  </a:lnTo>
                  <a:lnTo>
                    <a:pt x="8060944" y="19907"/>
                  </a:lnTo>
                  <a:lnTo>
                    <a:pt x="8061069" y="19907"/>
                  </a:lnTo>
                  <a:lnTo>
                    <a:pt x="8061194" y="19907"/>
                  </a:lnTo>
                  <a:lnTo>
                    <a:pt x="8061319" y="19907"/>
                  </a:lnTo>
                  <a:lnTo>
                    <a:pt x="8061444" y="19907"/>
                  </a:lnTo>
                  <a:lnTo>
                    <a:pt x="8061569" y="19907"/>
                  </a:lnTo>
                  <a:lnTo>
                    <a:pt x="8061694" y="19907"/>
                  </a:lnTo>
                  <a:lnTo>
                    <a:pt x="8061820" y="19907"/>
                  </a:lnTo>
                  <a:lnTo>
                    <a:pt x="8061945" y="19907"/>
                  </a:lnTo>
                  <a:lnTo>
                    <a:pt x="8062070" y="19907"/>
                  </a:lnTo>
                  <a:lnTo>
                    <a:pt x="8062195" y="19907"/>
                  </a:lnTo>
                  <a:lnTo>
                    <a:pt x="8062320" y="19907"/>
                  </a:lnTo>
                  <a:lnTo>
                    <a:pt x="8062445" y="19907"/>
                  </a:lnTo>
                  <a:lnTo>
                    <a:pt x="8062570" y="19907"/>
                  </a:lnTo>
                  <a:lnTo>
                    <a:pt x="8062695" y="19907"/>
                  </a:lnTo>
                  <a:lnTo>
                    <a:pt x="8062820" y="19907"/>
                  </a:lnTo>
                  <a:lnTo>
                    <a:pt x="8062945" y="19907"/>
                  </a:lnTo>
                  <a:lnTo>
                    <a:pt x="8063070" y="19907"/>
                  </a:lnTo>
                  <a:lnTo>
                    <a:pt x="8063195" y="19907"/>
                  </a:lnTo>
                  <a:lnTo>
                    <a:pt x="8063320" y="19907"/>
                  </a:lnTo>
                  <a:lnTo>
                    <a:pt x="8063445" y="19907"/>
                  </a:lnTo>
                  <a:lnTo>
                    <a:pt x="8063570" y="19907"/>
                  </a:lnTo>
                  <a:lnTo>
                    <a:pt x="8063695" y="19907"/>
                  </a:lnTo>
                  <a:lnTo>
                    <a:pt x="8063820" y="19907"/>
                  </a:lnTo>
                  <a:lnTo>
                    <a:pt x="8063945" y="19907"/>
                  </a:lnTo>
                  <a:lnTo>
                    <a:pt x="8064070" y="19907"/>
                  </a:lnTo>
                  <a:lnTo>
                    <a:pt x="8064195" y="19907"/>
                  </a:lnTo>
                  <a:lnTo>
                    <a:pt x="8064320" y="19907"/>
                  </a:lnTo>
                  <a:lnTo>
                    <a:pt x="8064445" y="19907"/>
                  </a:lnTo>
                  <a:lnTo>
                    <a:pt x="8064570" y="19907"/>
                  </a:lnTo>
                  <a:lnTo>
                    <a:pt x="8064695" y="19907"/>
                  </a:lnTo>
                  <a:lnTo>
                    <a:pt x="8064821" y="19907"/>
                  </a:lnTo>
                  <a:lnTo>
                    <a:pt x="8064946" y="19907"/>
                  </a:lnTo>
                  <a:lnTo>
                    <a:pt x="8065071" y="19907"/>
                  </a:lnTo>
                  <a:lnTo>
                    <a:pt x="8065196" y="19907"/>
                  </a:lnTo>
                  <a:lnTo>
                    <a:pt x="8065321" y="19907"/>
                  </a:lnTo>
                  <a:lnTo>
                    <a:pt x="8065446" y="19907"/>
                  </a:lnTo>
                  <a:lnTo>
                    <a:pt x="8065571" y="19907"/>
                  </a:lnTo>
                  <a:lnTo>
                    <a:pt x="8065696" y="19907"/>
                  </a:lnTo>
                  <a:lnTo>
                    <a:pt x="8065821" y="19907"/>
                  </a:lnTo>
                  <a:lnTo>
                    <a:pt x="8065946" y="19907"/>
                  </a:lnTo>
                  <a:lnTo>
                    <a:pt x="8066071" y="19907"/>
                  </a:lnTo>
                  <a:lnTo>
                    <a:pt x="8066196" y="19907"/>
                  </a:lnTo>
                  <a:lnTo>
                    <a:pt x="8066321" y="19907"/>
                  </a:lnTo>
                  <a:lnTo>
                    <a:pt x="8066446" y="19907"/>
                  </a:lnTo>
                  <a:lnTo>
                    <a:pt x="8066571" y="19907"/>
                  </a:lnTo>
                  <a:lnTo>
                    <a:pt x="8066696" y="19907"/>
                  </a:lnTo>
                  <a:lnTo>
                    <a:pt x="8066821" y="19907"/>
                  </a:lnTo>
                  <a:lnTo>
                    <a:pt x="8066946" y="19907"/>
                  </a:lnTo>
                  <a:lnTo>
                    <a:pt x="8067071" y="19907"/>
                  </a:lnTo>
                  <a:lnTo>
                    <a:pt x="8067196" y="19907"/>
                  </a:lnTo>
                  <a:lnTo>
                    <a:pt x="8067321" y="19907"/>
                  </a:lnTo>
                  <a:lnTo>
                    <a:pt x="8067446" y="19907"/>
                  </a:lnTo>
                  <a:lnTo>
                    <a:pt x="8067571" y="19907"/>
                  </a:lnTo>
                  <a:lnTo>
                    <a:pt x="8067696" y="19907"/>
                  </a:lnTo>
                  <a:lnTo>
                    <a:pt x="8067822" y="19907"/>
                  </a:lnTo>
                  <a:lnTo>
                    <a:pt x="8067947" y="19907"/>
                  </a:lnTo>
                  <a:lnTo>
                    <a:pt x="8068072" y="19907"/>
                  </a:lnTo>
                  <a:lnTo>
                    <a:pt x="8068197" y="19907"/>
                  </a:lnTo>
                  <a:lnTo>
                    <a:pt x="8068322" y="19907"/>
                  </a:lnTo>
                  <a:lnTo>
                    <a:pt x="8068447" y="19907"/>
                  </a:lnTo>
                  <a:lnTo>
                    <a:pt x="8068572" y="19907"/>
                  </a:lnTo>
                  <a:lnTo>
                    <a:pt x="8068697" y="19907"/>
                  </a:lnTo>
                  <a:lnTo>
                    <a:pt x="8068822" y="19907"/>
                  </a:lnTo>
                  <a:lnTo>
                    <a:pt x="8068947" y="19907"/>
                  </a:lnTo>
                  <a:lnTo>
                    <a:pt x="8069072" y="19907"/>
                  </a:lnTo>
                  <a:lnTo>
                    <a:pt x="8069197" y="19907"/>
                  </a:lnTo>
                  <a:lnTo>
                    <a:pt x="8069322" y="19907"/>
                  </a:lnTo>
                  <a:lnTo>
                    <a:pt x="8069447" y="19907"/>
                  </a:lnTo>
                  <a:lnTo>
                    <a:pt x="8069572" y="19907"/>
                  </a:lnTo>
                  <a:lnTo>
                    <a:pt x="8069697" y="19907"/>
                  </a:lnTo>
                  <a:lnTo>
                    <a:pt x="8069822" y="19907"/>
                  </a:lnTo>
                  <a:lnTo>
                    <a:pt x="8069947" y="19907"/>
                  </a:lnTo>
                  <a:lnTo>
                    <a:pt x="8070072" y="19907"/>
                  </a:lnTo>
                  <a:lnTo>
                    <a:pt x="8070197" y="19907"/>
                  </a:lnTo>
                  <a:lnTo>
                    <a:pt x="8070322" y="19907"/>
                  </a:lnTo>
                  <a:lnTo>
                    <a:pt x="8070447" y="19907"/>
                  </a:lnTo>
                  <a:lnTo>
                    <a:pt x="8070572" y="19907"/>
                  </a:lnTo>
                  <a:lnTo>
                    <a:pt x="8070697" y="19907"/>
                  </a:lnTo>
                  <a:lnTo>
                    <a:pt x="8070823" y="19907"/>
                  </a:lnTo>
                  <a:lnTo>
                    <a:pt x="8070948" y="19907"/>
                  </a:lnTo>
                  <a:lnTo>
                    <a:pt x="8071073" y="19907"/>
                  </a:lnTo>
                  <a:lnTo>
                    <a:pt x="8071198" y="19907"/>
                  </a:lnTo>
                  <a:lnTo>
                    <a:pt x="8071323" y="19907"/>
                  </a:lnTo>
                  <a:lnTo>
                    <a:pt x="8071448" y="19907"/>
                  </a:lnTo>
                  <a:lnTo>
                    <a:pt x="8071573" y="19907"/>
                  </a:lnTo>
                  <a:lnTo>
                    <a:pt x="8071698" y="19907"/>
                  </a:lnTo>
                  <a:lnTo>
                    <a:pt x="8071823" y="19907"/>
                  </a:lnTo>
                  <a:lnTo>
                    <a:pt x="8071948" y="19907"/>
                  </a:lnTo>
                  <a:lnTo>
                    <a:pt x="8072073" y="19907"/>
                  </a:lnTo>
                  <a:lnTo>
                    <a:pt x="8072198" y="19907"/>
                  </a:lnTo>
                  <a:lnTo>
                    <a:pt x="8072323" y="19907"/>
                  </a:lnTo>
                  <a:lnTo>
                    <a:pt x="8072448" y="19907"/>
                  </a:lnTo>
                  <a:lnTo>
                    <a:pt x="8072573" y="19907"/>
                  </a:lnTo>
                  <a:lnTo>
                    <a:pt x="8072698" y="19907"/>
                  </a:lnTo>
                  <a:lnTo>
                    <a:pt x="8072823" y="19907"/>
                  </a:lnTo>
                  <a:lnTo>
                    <a:pt x="8072948" y="19907"/>
                  </a:lnTo>
                  <a:lnTo>
                    <a:pt x="8073073" y="19907"/>
                  </a:lnTo>
                  <a:lnTo>
                    <a:pt x="8073198" y="19907"/>
                  </a:lnTo>
                  <a:lnTo>
                    <a:pt x="8073323" y="19907"/>
                  </a:lnTo>
                  <a:lnTo>
                    <a:pt x="8073448" y="19907"/>
                  </a:lnTo>
                  <a:lnTo>
                    <a:pt x="8073573" y="19907"/>
                  </a:lnTo>
                  <a:lnTo>
                    <a:pt x="8073699" y="19907"/>
                  </a:lnTo>
                  <a:lnTo>
                    <a:pt x="8073824" y="19907"/>
                  </a:lnTo>
                  <a:lnTo>
                    <a:pt x="8073949" y="19907"/>
                  </a:lnTo>
                  <a:lnTo>
                    <a:pt x="8074074" y="19907"/>
                  </a:lnTo>
                  <a:lnTo>
                    <a:pt x="8074199" y="19907"/>
                  </a:lnTo>
                  <a:lnTo>
                    <a:pt x="8074324" y="19907"/>
                  </a:lnTo>
                  <a:lnTo>
                    <a:pt x="8074449" y="19907"/>
                  </a:lnTo>
                  <a:lnTo>
                    <a:pt x="8074574" y="19907"/>
                  </a:lnTo>
                  <a:lnTo>
                    <a:pt x="8074699" y="19907"/>
                  </a:lnTo>
                  <a:lnTo>
                    <a:pt x="8074824" y="19907"/>
                  </a:lnTo>
                  <a:lnTo>
                    <a:pt x="8074949" y="19907"/>
                  </a:lnTo>
                  <a:lnTo>
                    <a:pt x="8075074" y="19907"/>
                  </a:lnTo>
                  <a:lnTo>
                    <a:pt x="8075199" y="19907"/>
                  </a:lnTo>
                  <a:lnTo>
                    <a:pt x="8075324" y="19907"/>
                  </a:lnTo>
                  <a:lnTo>
                    <a:pt x="8075449" y="19907"/>
                  </a:lnTo>
                  <a:lnTo>
                    <a:pt x="8075574" y="19907"/>
                  </a:lnTo>
                  <a:lnTo>
                    <a:pt x="8075699" y="19907"/>
                  </a:lnTo>
                  <a:lnTo>
                    <a:pt x="8075824" y="19907"/>
                  </a:lnTo>
                  <a:lnTo>
                    <a:pt x="8075949" y="19907"/>
                  </a:lnTo>
                  <a:lnTo>
                    <a:pt x="8076074" y="19907"/>
                  </a:lnTo>
                  <a:lnTo>
                    <a:pt x="8076199" y="19907"/>
                  </a:lnTo>
                  <a:lnTo>
                    <a:pt x="8076324" y="19907"/>
                  </a:lnTo>
                  <a:lnTo>
                    <a:pt x="8076449" y="19907"/>
                  </a:lnTo>
                  <a:lnTo>
                    <a:pt x="8076574" y="19907"/>
                  </a:lnTo>
                  <a:lnTo>
                    <a:pt x="8076700" y="19907"/>
                  </a:lnTo>
                  <a:lnTo>
                    <a:pt x="8076825" y="19907"/>
                  </a:lnTo>
                  <a:lnTo>
                    <a:pt x="8076950" y="19907"/>
                  </a:lnTo>
                  <a:lnTo>
                    <a:pt x="8077075" y="19907"/>
                  </a:lnTo>
                  <a:lnTo>
                    <a:pt x="8077200" y="19907"/>
                  </a:lnTo>
                  <a:lnTo>
                    <a:pt x="8077325" y="19907"/>
                  </a:lnTo>
                  <a:lnTo>
                    <a:pt x="8077450" y="19907"/>
                  </a:lnTo>
                  <a:lnTo>
                    <a:pt x="8077575" y="19907"/>
                  </a:lnTo>
                  <a:lnTo>
                    <a:pt x="8077700" y="19907"/>
                  </a:lnTo>
                  <a:lnTo>
                    <a:pt x="8077825" y="19907"/>
                  </a:lnTo>
                  <a:lnTo>
                    <a:pt x="8077950" y="19907"/>
                  </a:lnTo>
                  <a:lnTo>
                    <a:pt x="8078075" y="19907"/>
                  </a:lnTo>
                  <a:lnTo>
                    <a:pt x="8078200" y="19907"/>
                  </a:lnTo>
                  <a:lnTo>
                    <a:pt x="8078325" y="19907"/>
                  </a:lnTo>
                  <a:lnTo>
                    <a:pt x="8078450" y="19907"/>
                  </a:lnTo>
                  <a:lnTo>
                    <a:pt x="8078575" y="19907"/>
                  </a:lnTo>
                  <a:lnTo>
                    <a:pt x="8078700" y="19907"/>
                  </a:lnTo>
                  <a:lnTo>
                    <a:pt x="8078825" y="19907"/>
                  </a:lnTo>
                  <a:lnTo>
                    <a:pt x="8078950" y="19907"/>
                  </a:lnTo>
                  <a:lnTo>
                    <a:pt x="8079075" y="19907"/>
                  </a:lnTo>
                  <a:lnTo>
                    <a:pt x="8079200" y="19907"/>
                  </a:lnTo>
                  <a:lnTo>
                    <a:pt x="8079325" y="19907"/>
                  </a:lnTo>
                  <a:lnTo>
                    <a:pt x="8079450" y="19907"/>
                  </a:lnTo>
                  <a:lnTo>
                    <a:pt x="8079575" y="19907"/>
                  </a:lnTo>
                  <a:lnTo>
                    <a:pt x="8079701" y="19907"/>
                  </a:lnTo>
                  <a:lnTo>
                    <a:pt x="8079826" y="19907"/>
                  </a:lnTo>
                  <a:lnTo>
                    <a:pt x="8079951" y="19907"/>
                  </a:lnTo>
                  <a:lnTo>
                    <a:pt x="8080076" y="19907"/>
                  </a:lnTo>
                  <a:lnTo>
                    <a:pt x="8080201" y="19907"/>
                  </a:lnTo>
                  <a:lnTo>
                    <a:pt x="8080326" y="19907"/>
                  </a:lnTo>
                  <a:lnTo>
                    <a:pt x="8080451" y="19907"/>
                  </a:lnTo>
                  <a:lnTo>
                    <a:pt x="8080576" y="19907"/>
                  </a:lnTo>
                  <a:lnTo>
                    <a:pt x="8080701" y="19907"/>
                  </a:lnTo>
                  <a:lnTo>
                    <a:pt x="8080826" y="19907"/>
                  </a:lnTo>
                  <a:lnTo>
                    <a:pt x="8080951" y="19907"/>
                  </a:lnTo>
                  <a:lnTo>
                    <a:pt x="8081076" y="19907"/>
                  </a:lnTo>
                  <a:lnTo>
                    <a:pt x="8081201" y="19907"/>
                  </a:lnTo>
                  <a:lnTo>
                    <a:pt x="8081326" y="19907"/>
                  </a:lnTo>
                  <a:lnTo>
                    <a:pt x="8081451" y="19907"/>
                  </a:lnTo>
                  <a:lnTo>
                    <a:pt x="8081576" y="19907"/>
                  </a:lnTo>
                  <a:lnTo>
                    <a:pt x="8081701" y="19907"/>
                  </a:lnTo>
                  <a:lnTo>
                    <a:pt x="8081826" y="19907"/>
                  </a:lnTo>
                  <a:lnTo>
                    <a:pt x="8081951" y="19907"/>
                  </a:lnTo>
                  <a:lnTo>
                    <a:pt x="8082076" y="19907"/>
                  </a:lnTo>
                  <a:lnTo>
                    <a:pt x="8082201" y="19907"/>
                  </a:lnTo>
                  <a:lnTo>
                    <a:pt x="8082326" y="19907"/>
                  </a:lnTo>
                  <a:lnTo>
                    <a:pt x="8082451" y="19907"/>
                  </a:lnTo>
                  <a:lnTo>
                    <a:pt x="8082576" y="19907"/>
                  </a:lnTo>
                  <a:lnTo>
                    <a:pt x="8082702" y="19907"/>
                  </a:lnTo>
                  <a:lnTo>
                    <a:pt x="8082827" y="19907"/>
                  </a:lnTo>
                  <a:lnTo>
                    <a:pt x="8082952" y="19907"/>
                  </a:lnTo>
                  <a:lnTo>
                    <a:pt x="8083077" y="19907"/>
                  </a:lnTo>
                  <a:lnTo>
                    <a:pt x="8083202" y="19907"/>
                  </a:lnTo>
                  <a:lnTo>
                    <a:pt x="8083327" y="19907"/>
                  </a:lnTo>
                  <a:lnTo>
                    <a:pt x="8083452" y="19907"/>
                  </a:lnTo>
                  <a:lnTo>
                    <a:pt x="8083577" y="19907"/>
                  </a:lnTo>
                  <a:lnTo>
                    <a:pt x="8083702" y="19907"/>
                  </a:lnTo>
                  <a:lnTo>
                    <a:pt x="8083827" y="19907"/>
                  </a:lnTo>
                  <a:lnTo>
                    <a:pt x="8083952" y="19907"/>
                  </a:lnTo>
                  <a:lnTo>
                    <a:pt x="8084077" y="19907"/>
                  </a:lnTo>
                  <a:lnTo>
                    <a:pt x="8084202" y="19907"/>
                  </a:lnTo>
                  <a:lnTo>
                    <a:pt x="8084327" y="19907"/>
                  </a:lnTo>
                  <a:lnTo>
                    <a:pt x="8084452" y="19907"/>
                  </a:lnTo>
                  <a:lnTo>
                    <a:pt x="8084577" y="19907"/>
                  </a:lnTo>
                  <a:lnTo>
                    <a:pt x="8084702" y="19907"/>
                  </a:lnTo>
                  <a:lnTo>
                    <a:pt x="8084827" y="19907"/>
                  </a:lnTo>
                  <a:lnTo>
                    <a:pt x="8084952" y="19907"/>
                  </a:lnTo>
                  <a:lnTo>
                    <a:pt x="8085077" y="19907"/>
                  </a:lnTo>
                  <a:lnTo>
                    <a:pt x="8085202" y="19907"/>
                  </a:lnTo>
                  <a:lnTo>
                    <a:pt x="8085327" y="19907"/>
                  </a:lnTo>
                  <a:lnTo>
                    <a:pt x="8085452" y="19907"/>
                  </a:lnTo>
                  <a:lnTo>
                    <a:pt x="8085577" y="19907"/>
                  </a:lnTo>
                  <a:lnTo>
                    <a:pt x="8085703" y="19907"/>
                  </a:lnTo>
                  <a:lnTo>
                    <a:pt x="8085828" y="19907"/>
                  </a:lnTo>
                  <a:lnTo>
                    <a:pt x="8085953" y="19907"/>
                  </a:lnTo>
                  <a:lnTo>
                    <a:pt x="8086078" y="19907"/>
                  </a:lnTo>
                  <a:lnTo>
                    <a:pt x="8086203" y="19907"/>
                  </a:lnTo>
                  <a:lnTo>
                    <a:pt x="8086328" y="19907"/>
                  </a:lnTo>
                  <a:lnTo>
                    <a:pt x="8086453" y="19907"/>
                  </a:lnTo>
                  <a:lnTo>
                    <a:pt x="8086578" y="19907"/>
                  </a:lnTo>
                  <a:lnTo>
                    <a:pt x="8086703" y="19907"/>
                  </a:lnTo>
                  <a:lnTo>
                    <a:pt x="8086828" y="19907"/>
                  </a:lnTo>
                  <a:lnTo>
                    <a:pt x="8086953" y="19907"/>
                  </a:lnTo>
                  <a:lnTo>
                    <a:pt x="8087078" y="19907"/>
                  </a:lnTo>
                  <a:lnTo>
                    <a:pt x="8087203" y="19907"/>
                  </a:lnTo>
                  <a:lnTo>
                    <a:pt x="8087328" y="19907"/>
                  </a:lnTo>
                  <a:lnTo>
                    <a:pt x="8087453" y="19907"/>
                  </a:lnTo>
                  <a:lnTo>
                    <a:pt x="8087578" y="19907"/>
                  </a:lnTo>
                  <a:lnTo>
                    <a:pt x="8087703" y="19907"/>
                  </a:lnTo>
                  <a:lnTo>
                    <a:pt x="8087828" y="19907"/>
                  </a:lnTo>
                  <a:lnTo>
                    <a:pt x="8087953" y="19907"/>
                  </a:lnTo>
                  <a:lnTo>
                    <a:pt x="8088078" y="19907"/>
                  </a:lnTo>
                  <a:lnTo>
                    <a:pt x="8088203" y="19907"/>
                  </a:lnTo>
                  <a:lnTo>
                    <a:pt x="8088328" y="19907"/>
                  </a:lnTo>
                  <a:lnTo>
                    <a:pt x="8088453" y="19907"/>
                  </a:lnTo>
                  <a:lnTo>
                    <a:pt x="8088578" y="19907"/>
                  </a:lnTo>
                  <a:lnTo>
                    <a:pt x="8088704" y="19907"/>
                  </a:lnTo>
                  <a:lnTo>
                    <a:pt x="8088829" y="19907"/>
                  </a:lnTo>
                  <a:lnTo>
                    <a:pt x="8088954" y="19907"/>
                  </a:lnTo>
                  <a:lnTo>
                    <a:pt x="8089079" y="19907"/>
                  </a:lnTo>
                  <a:lnTo>
                    <a:pt x="8089204" y="19907"/>
                  </a:lnTo>
                  <a:lnTo>
                    <a:pt x="8089329" y="19907"/>
                  </a:lnTo>
                  <a:lnTo>
                    <a:pt x="8089454" y="19907"/>
                  </a:lnTo>
                  <a:lnTo>
                    <a:pt x="8089579" y="19907"/>
                  </a:lnTo>
                  <a:lnTo>
                    <a:pt x="8089704" y="19907"/>
                  </a:lnTo>
                  <a:lnTo>
                    <a:pt x="8089829" y="19907"/>
                  </a:lnTo>
                  <a:lnTo>
                    <a:pt x="8089954" y="19907"/>
                  </a:lnTo>
                  <a:lnTo>
                    <a:pt x="8090079" y="19907"/>
                  </a:lnTo>
                  <a:lnTo>
                    <a:pt x="8090204" y="19907"/>
                  </a:lnTo>
                  <a:lnTo>
                    <a:pt x="8090329" y="19907"/>
                  </a:lnTo>
                  <a:lnTo>
                    <a:pt x="8090454" y="19907"/>
                  </a:lnTo>
                  <a:lnTo>
                    <a:pt x="8090579" y="19907"/>
                  </a:lnTo>
                  <a:lnTo>
                    <a:pt x="8090704" y="19907"/>
                  </a:lnTo>
                  <a:lnTo>
                    <a:pt x="8090829" y="19907"/>
                  </a:lnTo>
                  <a:lnTo>
                    <a:pt x="8090954" y="19907"/>
                  </a:lnTo>
                  <a:lnTo>
                    <a:pt x="8091079" y="19907"/>
                  </a:lnTo>
                  <a:lnTo>
                    <a:pt x="8091204" y="19907"/>
                  </a:lnTo>
                  <a:lnTo>
                    <a:pt x="8091329" y="19907"/>
                  </a:lnTo>
                  <a:lnTo>
                    <a:pt x="8091454" y="19907"/>
                  </a:lnTo>
                  <a:lnTo>
                    <a:pt x="8091579" y="19907"/>
                  </a:lnTo>
                  <a:lnTo>
                    <a:pt x="8091705" y="19907"/>
                  </a:lnTo>
                  <a:lnTo>
                    <a:pt x="8091830" y="19907"/>
                  </a:lnTo>
                  <a:lnTo>
                    <a:pt x="8091955" y="19907"/>
                  </a:lnTo>
                  <a:lnTo>
                    <a:pt x="8092080" y="19907"/>
                  </a:lnTo>
                  <a:lnTo>
                    <a:pt x="8092205" y="19907"/>
                  </a:lnTo>
                  <a:lnTo>
                    <a:pt x="8092330" y="19907"/>
                  </a:lnTo>
                  <a:lnTo>
                    <a:pt x="8092455" y="19907"/>
                  </a:lnTo>
                  <a:lnTo>
                    <a:pt x="8092580" y="19907"/>
                  </a:lnTo>
                  <a:lnTo>
                    <a:pt x="8092705" y="19907"/>
                  </a:lnTo>
                  <a:lnTo>
                    <a:pt x="8092830" y="19907"/>
                  </a:lnTo>
                  <a:lnTo>
                    <a:pt x="8092955" y="19907"/>
                  </a:lnTo>
                  <a:lnTo>
                    <a:pt x="8093080" y="19907"/>
                  </a:lnTo>
                  <a:lnTo>
                    <a:pt x="8093205" y="19907"/>
                  </a:lnTo>
                  <a:lnTo>
                    <a:pt x="8093330" y="19907"/>
                  </a:lnTo>
                  <a:lnTo>
                    <a:pt x="8093455" y="19907"/>
                  </a:lnTo>
                  <a:lnTo>
                    <a:pt x="8093580" y="19907"/>
                  </a:lnTo>
                  <a:lnTo>
                    <a:pt x="8093705" y="19907"/>
                  </a:lnTo>
                  <a:lnTo>
                    <a:pt x="8093830" y="19907"/>
                  </a:lnTo>
                  <a:lnTo>
                    <a:pt x="8093955" y="19907"/>
                  </a:lnTo>
                  <a:lnTo>
                    <a:pt x="8094080" y="19907"/>
                  </a:lnTo>
                  <a:lnTo>
                    <a:pt x="8094205" y="19907"/>
                  </a:lnTo>
                  <a:lnTo>
                    <a:pt x="8094330" y="19907"/>
                  </a:lnTo>
                  <a:lnTo>
                    <a:pt x="8094455" y="19907"/>
                  </a:lnTo>
                  <a:lnTo>
                    <a:pt x="8094580" y="19907"/>
                  </a:lnTo>
                  <a:lnTo>
                    <a:pt x="8094706" y="19907"/>
                  </a:lnTo>
                  <a:lnTo>
                    <a:pt x="8094831" y="19907"/>
                  </a:lnTo>
                  <a:lnTo>
                    <a:pt x="8094956" y="19907"/>
                  </a:lnTo>
                  <a:lnTo>
                    <a:pt x="8095081" y="19907"/>
                  </a:lnTo>
                  <a:lnTo>
                    <a:pt x="8095206" y="19907"/>
                  </a:lnTo>
                  <a:lnTo>
                    <a:pt x="8095331" y="19907"/>
                  </a:lnTo>
                  <a:lnTo>
                    <a:pt x="8095456" y="19907"/>
                  </a:lnTo>
                  <a:lnTo>
                    <a:pt x="8095581" y="19907"/>
                  </a:lnTo>
                  <a:lnTo>
                    <a:pt x="8095706" y="19907"/>
                  </a:lnTo>
                  <a:lnTo>
                    <a:pt x="8095831" y="19907"/>
                  </a:lnTo>
                  <a:lnTo>
                    <a:pt x="8095956" y="19907"/>
                  </a:lnTo>
                  <a:lnTo>
                    <a:pt x="8096081" y="19907"/>
                  </a:lnTo>
                  <a:lnTo>
                    <a:pt x="8096206" y="19907"/>
                  </a:lnTo>
                  <a:lnTo>
                    <a:pt x="8096331" y="19907"/>
                  </a:lnTo>
                  <a:lnTo>
                    <a:pt x="8096456" y="19907"/>
                  </a:lnTo>
                  <a:lnTo>
                    <a:pt x="8096581" y="19907"/>
                  </a:lnTo>
                  <a:lnTo>
                    <a:pt x="8096706" y="19907"/>
                  </a:lnTo>
                  <a:lnTo>
                    <a:pt x="8096831" y="19907"/>
                  </a:lnTo>
                  <a:lnTo>
                    <a:pt x="8096956" y="19907"/>
                  </a:lnTo>
                  <a:lnTo>
                    <a:pt x="8097081" y="19907"/>
                  </a:lnTo>
                  <a:lnTo>
                    <a:pt x="8097206" y="19907"/>
                  </a:lnTo>
                  <a:lnTo>
                    <a:pt x="8097331" y="19907"/>
                  </a:lnTo>
                  <a:lnTo>
                    <a:pt x="8097456" y="19907"/>
                  </a:lnTo>
                  <a:lnTo>
                    <a:pt x="8097581" y="19907"/>
                  </a:lnTo>
                  <a:lnTo>
                    <a:pt x="8097707" y="19907"/>
                  </a:lnTo>
                  <a:lnTo>
                    <a:pt x="8097832" y="19907"/>
                  </a:lnTo>
                  <a:lnTo>
                    <a:pt x="8097957" y="19907"/>
                  </a:lnTo>
                  <a:lnTo>
                    <a:pt x="8098082" y="19907"/>
                  </a:lnTo>
                  <a:lnTo>
                    <a:pt x="8098207" y="19907"/>
                  </a:lnTo>
                  <a:lnTo>
                    <a:pt x="8098332" y="19907"/>
                  </a:lnTo>
                  <a:lnTo>
                    <a:pt x="8098457" y="19907"/>
                  </a:lnTo>
                  <a:lnTo>
                    <a:pt x="8098582" y="19907"/>
                  </a:lnTo>
                  <a:lnTo>
                    <a:pt x="8098707" y="19907"/>
                  </a:lnTo>
                  <a:lnTo>
                    <a:pt x="8098832" y="19907"/>
                  </a:lnTo>
                  <a:lnTo>
                    <a:pt x="8098957" y="19907"/>
                  </a:lnTo>
                  <a:lnTo>
                    <a:pt x="8099082" y="19907"/>
                  </a:lnTo>
                  <a:lnTo>
                    <a:pt x="8099207" y="19907"/>
                  </a:lnTo>
                  <a:lnTo>
                    <a:pt x="8099332" y="19907"/>
                  </a:lnTo>
                  <a:lnTo>
                    <a:pt x="8099457" y="19907"/>
                  </a:lnTo>
                  <a:lnTo>
                    <a:pt x="8099582" y="19907"/>
                  </a:lnTo>
                  <a:lnTo>
                    <a:pt x="8099707" y="19907"/>
                  </a:lnTo>
                  <a:lnTo>
                    <a:pt x="8099832" y="19907"/>
                  </a:lnTo>
                  <a:lnTo>
                    <a:pt x="8099957" y="19907"/>
                  </a:lnTo>
                  <a:lnTo>
                    <a:pt x="8100082" y="19907"/>
                  </a:lnTo>
                  <a:lnTo>
                    <a:pt x="8100207" y="19907"/>
                  </a:lnTo>
                  <a:lnTo>
                    <a:pt x="8100332" y="19907"/>
                  </a:lnTo>
                  <a:lnTo>
                    <a:pt x="8100457" y="19907"/>
                  </a:lnTo>
                  <a:lnTo>
                    <a:pt x="8100582" y="19907"/>
                  </a:lnTo>
                  <a:lnTo>
                    <a:pt x="8100708" y="19907"/>
                  </a:lnTo>
                  <a:lnTo>
                    <a:pt x="8100833" y="19907"/>
                  </a:lnTo>
                  <a:lnTo>
                    <a:pt x="8100958" y="19907"/>
                  </a:lnTo>
                  <a:lnTo>
                    <a:pt x="8101083" y="19907"/>
                  </a:lnTo>
                  <a:lnTo>
                    <a:pt x="8101208" y="19907"/>
                  </a:lnTo>
                  <a:lnTo>
                    <a:pt x="8101333" y="19907"/>
                  </a:lnTo>
                  <a:lnTo>
                    <a:pt x="8101458" y="19907"/>
                  </a:lnTo>
                  <a:lnTo>
                    <a:pt x="8101583" y="19907"/>
                  </a:lnTo>
                  <a:lnTo>
                    <a:pt x="8101708" y="19907"/>
                  </a:lnTo>
                  <a:lnTo>
                    <a:pt x="8101833" y="19907"/>
                  </a:lnTo>
                  <a:lnTo>
                    <a:pt x="8101958" y="19907"/>
                  </a:lnTo>
                  <a:lnTo>
                    <a:pt x="8102083" y="19907"/>
                  </a:lnTo>
                  <a:lnTo>
                    <a:pt x="8102208" y="19907"/>
                  </a:lnTo>
                  <a:lnTo>
                    <a:pt x="8102208" y="9953"/>
                  </a:lnTo>
                  <a:lnTo>
                    <a:pt x="8102333" y="9953"/>
                  </a:lnTo>
                  <a:lnTo>
                    <a:pt x="8102458" y="9953"/>
                  </a:lnTo>
                  <a:lnTo>
                    <a:pt x="8102583" y="9953"/>
                  </a:lnTo>
                  <a:lnTo>
                    <a:pt x="8102708" y="9953"/>
                  </a:lnTo>
                  <a:lnTo>
                    <a:pt x="8102833" y="9953"/>
                  </a:lnTo>
                  <a:lnTo>
                    <a:pt x="8102958" y="9953"/>
                  </a:lnTo>
                  <a:lnTo>
                    <a:pt x="8103083" y="9953"/>
                  </a:lnTo>
                  <a:lnTo>
                    <a:pt x="8103208" y="9953"/>
                  </a:lnTo>
                  <a:lnTo>
                    <a:pt x="8103333" y="9953"/>
                  </a:lnTo>
                  <a:lnTo>
                    <a:pt x="8103458" y="9953"/>
                  </a:lnTo>
                  <a:lnTo>
                    <a:pt x="8103583" y="9953"/>
                  </a:lnTo>
                  <a:lnTo>
                    <a:pt x="8103709" y="9953"/>
                  </a:lnTo>
                  <a:lnTo>
                    <a:pt x="8103834" y="9953"/>
                  </a:lnTo>
                  <a:lnTo>
                    <a:pt x="8103959" y="9953"/>
                  </a:lnTo>
                  <a:lnTo>
                    <a:pt x="8104084" y="9953"/>
                  </a:lnTo>
                  <a:lnTo>
                    <a:pt x="8104209" y="9953"/>
                  </a:lnTo>
                  <a:lnTo>
                    <a:pt x="8104334" y="9953"/>
                  </a:lnTo>
                  <a:lnTo>
                    <a:pt x="8104459" y="9953"/>
                  </a:lnTo>
                  <a:lnTo>
                    <a:pt x="8104584" y="9953"/>
                  </a:lnTo>
                  <a:lnTo>
                    <a:pt x="8104709" y="9953"/>
                  </a:lnTo>
                  <a:lnTo>
                    <a:pt x="8104834" y="9953"/>
                  </a:lnTo>
                  <a:lnTo>
                    <a:pt x="8104959" y="9953"/>
                  </a:lnTo>
                  <a:lnTo>
                    <a:pt x="8105084" y="9953"/>
                  </a:lnTo>
                  <a:lnTo>
                    <a:pt x="8105209" y="9953"/>
                  </a:lnTo>
                  <a:lnTo>
                    <a:pt x="8105334" y="9953"/>
                  </a:lnTo>
                  <a:lnTo>
                    <a:pt x="8105459" y="9953"/>
                  </a:lnTo>
                  <a:lnTo>
                    <a:pt x="8105584" y="9953"/>
                  </a:lnTo>
                  <a:lnTo>
                    <a:pt x="8105709" y="9953"/>
                  </a:lnTo>
                  <a:lnTo>
                    <a:pt x="8105834" y="9953"/>
                  </a:lnTo>
                  <a:lnTo>
                    <a:pt x="8105959" y="9953"/>
                  </a:lnTo>
                  <a:lnTo>
                    <a:pt x="8106084" y="9953"/>
                  </a:lnTo>
                  <a:lnTo>
                    <a:pt x="8106209" y="9953"/>
                  </a:lnTo>
                  <a:lnTo>
                    <a:pt x="8106334" y="9953"/>
                  </a:lnTo>
                  <a:lnTo>
                    <a:pt x="8106459" y="9953"/>
                  </a:lnTo>
                  <a:lnTo>
                    <a:pt x="8106584" y="9953"/>
                  </a:lnTo>
                  <a:lnTo>
                    <a:pt x="8106710" y="9953"/>
                  </a:lnTo>
                  <a:lnTo>
                    <a:pt x="8106835" y="9953"/>
                  </a:lnTo>
                  <a:lnTo>
                    <a:pt x="8106960" y="9953"/>
                  </a:lnTo>
                  <a:lnTo>
                    <a:pt x="8107085" y="9953"/>
                  </a:lnTo>
                  <a:lnTo>
                    <a:pt x="8107210" y="9953"/>
                  </a:lnTo>
                  <a:lnTo>
                    <a:pt x="8107335" y="9953"/>
                  </a:lnTo>
                  <a:lnTo>
                    <a:pt x="8107460" y="9953"/>
                  </a:lnTo>
                  <a:lnTo>
                    <a:pt x="8107585" y="9953"/>
                  </a:lnTo>
                  <a:lnTo>
                    <a:pt x="8107710" y="9953"/>
                  </a:lnTo>
                  <a:lnTo>
                    <a:pt x="8107835" y="9953"/>
                  </a:lnTo>
                  <a:lnTo>
                    <a:pt x="8107960" y="9953"/>
                  </a:lnTo>
                  <a:lnTo>
                    <a:pt x="8108085" y="9953"/>
                  </a:lnTo>
                  <a:lnTo>
                    <a:pt x="8108210" y="9953"/>
                  </a:lnTo>
                  <a:lnTo>
                    <a:pt x="8108335" y="9953"/>
                  </a:lnTo>
                  <a:lnTo>
                    <a:pt x="8108460" y="9953"/>
                  </a:lnTo>
                  <a:lnTo>
                    <a:pt x="8108585" y="9953"/>
                  </a:lnTo>
                  <a:lnTo>
                    <a:pt x="8108710" y="9953"/>
                  </a:lnTo>
                  <a:lnTo>
                    <a:pt x="8108835" y="9953"/>
                  </a:lnTo>
                  <a:lnTo>
                    <a:pt x="8108960" y="9953"/>
                  </a:lnTo>
                  <a:lnTo>
                    <a:pt x="8109085" y="9953"/>
                  </a:lnTo>
                  <a:lnTo>
                    <a:pt x="8109210" y="9953"/>
                  </a:lnTo>
                  <a:lnTo>
                    <a:pt x="8109335" y="9953"/>
                  </a:lnTo>
                  <a:lnTo>
                    <a:pt x="8109460" y="9953"/>
                  </a:lnTo>
                  <a:lnTo>
                    <a:pt x="8109585" y="9953"/>
                  </a:lnTo>
                  <a:lnTo>
                    <a:pt x="8109711" y="9953"/>
                  </a:lnTo>
                  <a:lnTo>
                    <a:pt x="8109836" y="9953"/>
                  </a:lnTo>
                  <a:lnTo>
                    <a:pt x="8109961" y="9953"/>
                  </a:lnTo>
                  <a:lnTo>
                    <a:pt x="8110086" y="9953"/>
                  </a:lnTo>
                  <a:lnTo>
                    <a:pt x="8110211" y="9953"/>
                  </a:lnTo>
                  <a:lnTo>
                    <a:pt x="8110336" y="9953"/>
                  </a:lnTo>
                  <a:lnTo>
                    <a:pt x="8110461" y="9953"/>
                  </a:lnTo>
                  <a:lnTo>
                    <a:pt x="8110586" y="9953"/>
                  </a:lnTo>
                  <a:lnTo>
                    <a:pt x="8110711" y="9953"/>
                  </a:lnTo>
                  <a:lnTo>
                    <a:pt x="8110836" y="9953"/>
                  </a:lnTo>
                  <a:lnTo>
                    <a:pt x="8110961" y="9953"/>
                  </a:lnTo>
                  <a:lnTo>
                    <a:pt x="8111086" y="9953"/>
                  </a:lnTo>
                  <a:lnTo>
                    <a:pt x="8111211" y="9953"/>
                  </a:lnTo>
                  <a:lnTo>
                    <a:pt x="8111336" y="9953"/>
                  </a:lnTo>
                  <a:lnTo>
                    <a:pt x="8111461" y="9953"/>
                  </a:lnTo>
                  <a:lnTo>
                    <a:pt x="8111586" y="9953"/>
                  </a:lnTo>
                  <a:lnTo>
                    <a:pt x="8111711" y="9953"/>
                  </a:lnTo>
                  <a:lnTo>
                    <a:pt x="8111836" y="9953"/>
                  </a:lnTo>
                  <a:lnTo>
                    <a:pt x="8111961" y="9953"/>
                  </a:lnTo>
                  <a:lnTo>
                    <a:pt x="8112086" y="9953"/>
                  </a:lnTo>
                  <a:lnTo>
                    <a:pt x="8112211" y="9953"/>
                  </a:lnTo>
                  <a:lnTo>
                    <a:pt x="8112336" y="9953"/>
                  </a:lnTo>
                  <a:lnTo>
                    <a:pt x="8112461" y="9953"/>
                  </a:lnTo>
                  <a:lnTo>
                    <a:pt x="8112587" y="9953"/>
                  </a:lnTo>
                  <a:lnTo>
                    <a:pt x="8112712" y="9953"/>
                  </a:lnTo>
                  <a:lnTo>
                    <a:pt x="8112837" y="9953"/>
                  </a:lnTo>
                  <a:lnTo>
                    <a:pt x="8112962" y="9953"/>
                  </a:lnTo>
                  <a:lnTo>
                    <a:pt x="8113087" y="9953"/>
                  </a:lnTo>
                  <a:lnTo>
                    <a:pt x="8113212" y="9953"/>
                  </a:lnTo>
                  <a:lnTo>
                    <a:pt x="8113337" y="9953"/>
                  </a:lnTo>
                  <a:lnTo>
                    <a:pt x="8113462" y="9953"/>
                  </a:lnTo>
                  <a:lnTo>
                    <a:pt x="8113587" y="9953"/>
                  </a:lnTo>
                  <a:lnTo>
                    <a:pt x="8113712" y="9953"/>
                  </a:lnTo>
                  <a:lnTo>
                    <a:pt x="8113837" y="9953"/>
                  </a:lnTo>
                  <a:lnTo>
                    <a:pt x="8113962" y="9953"/>
                  </a:lnTo>
                  <a:lnTo>
                    <a:pt x="8114087" y="9953"/>
                  </a:lnTo>
                  <a:lnTo>
                    <a:pt x="8114212" y="9953"/>
                  </a:lnTo>
                  <a:lnTo>
                    <a:pt x="8114337" y="9953"/>
                  </a:lnTo>
                  <a:lnTo>
                    <a:pt x="8114462" y="9953"/>
                  </a:lnTo>
                  <a:lnTo>
                    <a:pt x="8114587" y="9953"/>
                  </a:lnTo>
                  <a:lnTo>
                    <a:pt x="8114712" y="9953"/>
                  </a:lnTo>
                  <a:lnTo>
                    <a:pt x="8114837" y="9953"/>
                  </a:lnTo>
                  <a:lnTo>
                    <a:pt x="8114962" y="9953"/>
                  </a:lnTo>
                  <a:lnTo>
                    <a:pt x="8115087" y="9953"/>
                  </a:lnTo>
                  <a:lnTo>
                    <a:pt x="8115212" y="9953"/>
                  </a:lnTo>
                  <a:lnTo>
                    <a:pt x="8115337" y="9953"/>
                  </a:lnTo>
                  <a:lnTo>
                    <a:pt x="8115462" y="9953"/>
                  </a:lnTo>
                  <a:lnTo>
                    <a:pt x="8115588" y="9953"/>
                  </a:lnTo>
                  <a:lnTo>
                    <a:pt x="8115713" y="9953"/>
                  </a:lnTo>
                  <a:lnTo>
                    <a:pt x="8115838" y="9953"/>
                  </a:lnTo>
                  <a:lnTo>
                    <a:pt x="8115963" y="9953"/>
                  </a:lnTo>
                  <a:lnTo>
                    <a:pt x="8116088" y="9953"/>
                  </a:lnTo>
                  <a:lnTo>
                    <a:pt x="8116213" y="9953"/>
                  </a:lnTo>
                  <a:lnTo>
                    <a:pt x="8116338" y="9953"/>
                  </a:lnTo>
                  <a:lnTo>
                    <a:pt x="8116463" y="9953"/>
                  </a:lnTo>
                  <a:lnTo>
                    <a:pt x="8116588" y="9953"/>
                  </a:lnTo>
                  <a:lnTo>
                    <a:pt x="8116713" y="9953"/>
                  </a:lnTo>
                  <a:lnTo>
                    <a:pt x="8116838" y="9953"/>
                  </a:lnTo>
                  <a:lnTo>
                    <a:pt x="8116963" y="9953"/>
                  </a:lnTo>
                  <a:lnTo>
                    <a:pt x="8117088" y="9953"/>
                  </a:lnTo>
                  <a:lnTo>
                    <a:pt x="8117213" y="9953"/>
                  </a:lnTo>
                  <a:lnTo>
                    <a:pt x="8117338" y="9953"/>
                  </a:lnTo>
                  <a:lnTo>
                    <a:pt x="8117463" y="9953"/>
                  </a:lnTo>
                  <a:lnTo>
                    <a:pt x="8117588" y="9953"/>
                  </a:lnTo>
                  <a:lnTo>
                    <a:pt x="8117713" y="9953"/>
                  </a:lnTo>
                  <a:lnTo>
                    <a:pt x="8117838" y="9953"/>
                  </a:lnTo>
                  <a:lnTo>
                    <a:pt x="8117963" y="9953"/>
                  </a:lnTo>
                  <a:lnTo>
                    <a:pt x="8118088" y="9953"/>
                  </a:lnTo>
                  <a:lnTo>
                    <a:pt x="8118213" y="9953"/>
                  </a:lnTo>
                  <a:lnTo>
                    <a:pt x="8118338" y="9953"/>
                  </a:lnTo>
                  <a:lnTo>
                    <a:pt x="8118463" y="9953"/>
                  </a:lnTo>
                  <a:lnTo>
                    <a:pt x="8118589" y="9953"/>
                  </a:lnTo>
                  <a:lnTo>
                    <a:pt x="8118714" y="9953"/>
                  </a:lnTo>
                  <a:lnTo>
                    <a:pt x="8118839" y="9953"/>
                  </a:lnTo>
                  <a:lnTo>
                    <a:pt x="8118964" y="9953"/>
                  </a:lnTo>
                  <a:lnTo>
                    <a:pt x="8119089" y="9953"/>
                  </a:lnTo>
                  <a:lnTo>
                    <a:pt x="8119214" y="9953"/>
                  </a:lnTo>
                  <a:lnTo>
                    <a:pt x="8119339" y="9953"/>
                  </a:lnTo>
                  <a:lnTo>
                    <a:pt x="8119464" y="9953"/>
                  </a:lnTo>
                  <a:lnTo>
                    <a:pt x="8119589" y="9953"/>
                  </a:lnTo>
                  <a:lnTo>
                    <a:pt x="8119714" y="9953"/>
                  </a:lnTo>
                  <a:lnTo>
                    <a:pt x="8119839" y="9953"/>
                  </a:lnTo>
                  <a:lnTo>
                    <a:pt x="8119964" y="9953"/>
                  </a:lnTo>
                  <a:lnTo>
                    <a:pt x="8120089" y="9953"/>
                  </a:lnTo>
                  <a:lnTo>
                    <a:pt x="8120214" y="9953"/>
                  </a:lnTo>
                  <a:lnTo>
                    <a:pt x="8120339" y="9953"/>
                  </a:lnTo>
                  <a:lnTo>
                    <a:pt x="8120464" y="9953"/>
                  </a:lnTo>
                  <a:lnTo>
                    <a:pt x="8120589" y="9953"/>
                  </a:lnTo>
                  <a:lnTo>
                    <a:pt x="8120714" y="9953"/>
                  </a:lnTo>
                  <a:lnTo>
                    <a:pt x="8120839" y="9953"/>
                  </a:lnTo>
                  <a:lnTo>
                    <a:pt x="8120964" y="9953"/>
                  </a:lnTo>
                  <a:lnTo>
                    <a:pt x="8121089" y="9953"/>
                  </a:lnTo>
                  <a:lnTo>
                    <a:pt x="8121214" y="9953"/>
                  </a:lnTo>
                  <a:lnTo>
                    <a:pt x="8121339" y="9953"/>
                  </a:lnTo>
                  <a:lnTo>
                    <a:pt x="8121464" y="9953"/>
                  </a:lnTo>
                  <a:lnTo>
                    <a:pt x="8121590" y="9953"/>
                  </a:lnTo>
                  <a:lnTo>
                    <a:pt x="8121715" y="9953"/>
                  </a:lnTo>
                  <a:lnTo>
                    <a:pt x="8121840" y="9953"/>
                  </a:lnTo>
                  <a:lnTo>
                    <a:pt x="8121965" y="9953"/>
                  </a:lnTo>
                  <a:lnTo>
                    <a:pt x="8122090" y="9953"/>
                  </a:lnTo>
                  <a:lnTo>
                    <a:pt x="8122215" y="9953"/>
                  </a:lnTo>
                  <a:lnTo>
                    <a:pt x="8122340" y="9953"/>
                  </a:lnTo>
                  <a:lnTo>
                    <a:pt x="8122465" y="9953"/>
                  </a:lnTo>
                  <a:lnTo>
                    <a:pt x="8122590" y="9953"/>
                  </a:lnTo>
                  <a:lnTo>
                    <a:pt x="8122715" y="9953"/>
                  </a:lnTo>
                  <a:lnTo>
                    <a:pt x="8122840" y="9953"/>
                  </a:lnTo>
                  <a:lnTo>
                    <a:pt x="8122965" y="9953"/>
                  </a:lnTo>
                  <a:lnTo>
                    <a:pt x="8123090" y="9953"/>
                  </a:lnTo>
                  <a:lnTo>
                    <a:pt x="8123215" y="9953"/>
                  </a:lnTo>
                  <a:lnTo>
                    <a:pt x="8123340" y="9953"/>
                  </a:lnTo>
                  <a:lnTo>
                    <a:pt x="8123465" y="9953"/>
                  </a:lnTo>
                  <a:lnTo>
                    <a:pt x="8123590" y="9953"/>
                  </a:lnTo>
                  <a:lnTo>
                    <a:pt x="8123715" y="9953"/>
                  </a:lnTo>
                  <a:lnTo>
                    <a:pt x="8123840" y="9953"/>
                  </a:lnTo>
                  <a:lnTo>
                    <a:pt x="8123965" y="9953"/>
                  </a:lnTo>
                  <a:lnTo>
                    <a:pt x="8124090" y="9953"/>
                  </a:lnTo>
                  <a:lnTo>
                    <a:pt x="8124215" y="9953"/>
                  </a:lnTo>
                  <a:lnTo>
                    <a:pt x="8124340" y="9953"/>
                  </a:lnTo>
                  <a:lnTo>
                    <a:pt x="8124465" y="9953"/>
                  </a:lnTo>
                  <a:lnTo>
                    <a:pt x="8124591" y="9953"/>
                  </a:lnTo>
                  <a:lnTo>
                    <a:pt x="8124716" y="9953"/>
                  </a:lnTo>
                  <a:lnTo>
                    <a:pt x="8124841" y="9953"/>
                  </a:lnTo>
                  <a:lnTo>
                    <a:pt x="8124966" y="9953"/>
                  </a:lnTo>
                  <a:lnTo>
                    <a:pt x="8125091" y="9953"/>
                  </a:lnTo>
                  <a:lnTo>
                    <a:pt x="8125216" y="9953"/>
                  </a:lnTo>
                  <a:lnTo>
                    <a:pt x="8125341" y="9953"/>
                  </a:lnTo>
                  <a:lnTo>
                    <a:pt x="8125466" y="9953"/>
                  </a:lnTo>
                  <a:lnTo>
                    <a:pt x="8125591" y="9953"/>
                  </a:lnTo>
                  <a:lnTo>
                    <a:pt x="8125716" y="9953"/>
                  </a:lnTo>
                  <a:lnTo>
                    <a:pt x="8125841" y="9953"/>
                  </a:lnTo>
                  <a:lnTo>
                    <a:pt x="8125966" y="9953"/>
                  </a:lnTo>
                  <a:lnTo>
                    <a:pt x="8126091" y="9953"/>
                  </a:lnTo>
                  <a:lnTo>
                    <a:pt x="8126216" y="9953"/>
                  </a:lnTo>
                  <a:lnTo>
                    <a:pt x="8126341" y="9953"/>
                  </a:lnTo>
                  <a:lnTo>
                    <a:pt x="8126466" y="9953"/>
                  </a:lnTo>
                  <a:lnTo>
                    <a:pt x="8126591" y="9953"/>
                  </a:lnTo>
                  <a:lnTo>
                    <a:pt x="8126716" y="9953"/>
                  </a:lnTo>
                  <a:lnTo>
                    <a:pt x="8126841" y="9953"/>
                  </a:lnTo>
                  <a:lnTo>
                    <a:pt x="8126966" y="9953"/>
                  </a:lnTo>
                  <a:lnTo>
                    <a:pt x="8127091" y="9953"/>
                  </a:lnTo>
                  <a:lnTo>
                    <a:pt x="8127216" y="9953"/>
                  </a:lnTo>
                  <a:lnTo>
                    <a:pt x="8127341" y="9953"/>
                  </a:lnTo>
                  <a:lnTo>
                    <a:pt x="8127466" y="9953"/>
                  </a:lnTo>
                  <a:lnTo>
                    <a:pt x="8127592" y="9953"/>
                  </a:lnTo>
                  <a:lnTo>
                    <a:pt x="8127717" y="9953"/>
                  </a:lnTo>
                  <a:lnTo>
                    <a:pt x="8127842" y="9953"/>
                  </a:lnTo>
                  <a:lnTo>
                    <a:pt x="8127967" y="9953"/>
                  </a:lnTo>
                  <a:lnTo>
                    <a:pt x="8128092" y="9953"/>
                  </a:lnTo>
                  <a:lnTo>
                    <a:pt x="8128217" y="9953"/>
                  </a:lnTo>
                  <a:lnTo>
                    <a:pt x="8128342" y="9953"/>
                  </a:lnTo>
                  <a:lnTo>
                    <a:pt x="8128467" y="9953"/>
                  </a:lnTo>
                  <a:lnTo>
                    <a:pt x="8128592" y="9953"/>
                  </a:lnTo>
                  <a:lnTo>
                    <a:pt x="8128717" y="9953"/>
                  </a:lnTo>
                  <a:lnTo>
                    <a:pt x="8128842" y="9953"/>
                  </a:lnTo>
                  <a:lnTo>
                    <a:pt x="8128842" y="0"/>
                  </a:lnTo>
                  <a:lnTo>
                    <a:pt x="8128842" y="0"/>
                  </a:lnTo>
                  <a:lnTo>
                    <a:pt x="8128967" y="0"/>
                  </a:lnTo>
                  <a:lnTo>
                    <a:pt x="8129092" y="0"/>
                  </a:lnTo>
                  <a:lnTo>
                    <a:pt x="8129217" y="0"/>
                  </a:lnTo>
                  <a:lnTo>
                    <a:pt x="8129342" y="0"/>
                  </a:lnTo>
                  <a:lnTo>
                    <a:pt x="8129467" y="0"/>
                  </a:lnTo>
                  <a:lnTo>
                    <a:pt x="8129592" y="0"/>
                  </a:lnTo>
                  <a:lnTo>
                    <a:pt x="8129717" y="0"/>
                  </a:lnTo>
                  <a:lnTo>
                    <a:pt x="8129842" y="0"/>
                  </a:lnTo>
                  <a:lnTo>
                    <a:pt x="8129967" y="0"/>
                  </a:lnTo>
                  <a:lnTo>
                    <a:pt x="8130092" y="0"/>
                  </a:lnTo>
                  <a:lnTo>
                    <a:pt x="8130217" y="0"/>
                  </a:lnTo>
                  <a:lnTo>
                    <a:pt x="8130342" y="0"/>
                  </a:lnTo>
                  <a:lnTo>
                    <a:pt x="8130467" y="0"/>
                  </a:lnTo>
                  <a:lnTo>
                    <a:pt x="8130593" y="0"/>
                  </a:lnTo>
                  <a:lnTo>
                    <a:pt x="8130718" y="0"/>
                  </a:lnTo>
                  <a:lnTo>
                    <a:pt x="8130843" y="0"/>
                  </a:lnTo>
                  <a:lnTo>
                    <a:pt x="8130968" y="0"/>
                  </a:lnTo>
                  <a:lnTo>
                    <a:pt x="8131093" y="0"/>
                  </a:lnTo>
                  <a:lnTo>
                    <a:pt x="8131218" y="0"/>
                  </a:lnTo>
                  <a:lnTo>
                    <a:pt x="8131343" y="0"/>
                  </a:lnTo>
                  <a:lnTo>
                    <a:pt x="8131468" y="0"/>
                  </a:lnTo>
                  <a:lnTo>
                    <a:pt x="8131593" y="0"/>
                  </a:lnTo>
                  <a:lnTo>
                    <a:pt x="8131718" y="0"/>
                  </a:lnTo>
                  <a:lnTo>
                    <a:pt x="8131843" y="0"/>
                  </a:lnTo>
                  <a:lnTo>
                    <a:pt x="8131968" y="0"/>
                  </a:lnTo>
                  <a:lnTo>
                    <a:pt x="8132093" y="0"/>
                  </a:lnTo>
                  <a:lnTo>
                    <a:pt x="8132218" y="0"/>
                  </a:lnTo>
                  <a:lnTo>
                    <a:pt x="8132343" y="0"/>
                  </a:lnTo>
                  <a:lnTo>
                    <a:pt x="8132468" y="0"/>
                  </a:lnTo>
                  <a:lnTo>
                    <a:pt x="8132593" y="0"/>
                  </a:lnTo>
                  <a:lnTo>
                    <a:pt x="8132718" y="0"/>
                  </a:lnTo>
                  <a:lnTo>
                    <a:pt x="8132843" y="0"/>
                  </a:lnTo>
                  <a:lnTo>
                    <a:pt x="8132968" y="0"/>
                  </a:lnTo>
                  <a:lnTo>
                    <a:pt x="8133093" y="0"/>
                  </a:lnTo>
                  <a:lnTo>
                    <a:pt x="8133218" y="0"/>
                  </a:lnTo>
                  <a:lnTo>
                    <a:pt x="8133343" y="0"/>
                  </a:lnTo>
                  <a:lnTo>
                    <a:pt x="8133468" y="0"/>
                  </a:lnTo>
                  <a:lnTo>
                    <a:pt x="8133594" y="0"/>
                  </a:lnTo>
                  <a:lnTo>
                    <a:pt x="8133719" y="0"/>
                  </a:lnTo>
                  <a:lnTo>
                    <a:pt x="8133844" y="0"/>
                  </a:lnTo>
                  <a:lnTo>
                    <a:pt x="8133969" y="0"/>
                  </a:lnTo>
                  <a:lnTo>
                    <a:pt x="8134094" y="0"/>
                  </a:lnTo>
                  <a:lnTo>
                    <a:pt x="8134219" y="0"/>
                  </a:lnTo>
                  <a:lnTo>
                    <a:pt x="8134344" y="0"/>
                  </a:lnTo>
                  <a:lnTo>
                    <a:pt x="8134469" y="0"/>
                  </a:lnTo>
                  <a:lnTo>
                    <a:pt x="8134594" y="0"/>
                  </a:lnTo>
                  <a:lnTo>
                    <a:pt x="8134719" y="0"/>
                  </a:lnTo>
                  <a:lnTo>
                    <a:pt x="8134844" y="0"/>
                  </a:lnTo>
                  <a:lnTo>
                    <a:pt x="8134969" y="0"/>
                  </a:lnTo>
                  <a:lnTo>
                    <a:pt x="8135094" y="0"/>
                  </a:lnTo>
                  <a:lnTo>
                    <a:pt x="8135219" y="0"/>
                  </a:lnTo>
                  <a:lnTo>
                    <a:pt x="8135344" y="0"/>
                  </a:lnTo>
                  <a:lnTo>
                    <a:pt x="8135469" y="0"/>
                  </a:lnTo>
                  <a:lnTo>
                    <a:pt x="8135594" y="0"/>
                  </a:lnTo>
                  <a:lnTo>
                    <a:pt x="8135719" y="0"/>
                  </a:lnTo>
                  <a:lnTo>
                    <a:pt x="8135844" y="0"/>
                  </a:lnTo>
                  <a:lnTo>
                    <a:pt x="8135969" y="0"/>
                  </a:lnTo>
                  <a:lnTo>
                    <a:pt x="8136094" y="0"/>
                  </a:lnTo>
                  <a:lnTo>
                    <a:pt x="8136219" y="0"/>
                  </a:lnTo>
                  <a:lnTo>
                    <a:pt x="8136344" y="0"/>
                  </a:lnTo>
                  <a:lnTo>
                    <a:pt x="8136469" y="0"/>
                  </a:lnTo>
                  <a:lnTo>
                    <a:pt x="8136595" y="0"/>
                  </a:lnTo>
                  <a:lnTo>
                    <a:pt x="8136720" y="0"/>
                  </a:lnTo>
                  <a:lnTo>
                    <a:pt x="8136845" y="0"/>
                  </a:lnTo>
                  <a:lnTo>
                    <a:pt x="8136970" y="0"/>
                  </a:lnTo>
                  <a:lnTo>
                    <a:pt x="8137095" y="0"/>
                  </a:lnTo>
                  <a:lnTo>
                    <a:pt x="8137220" y="0"/>
                  </a:lnTo>
                  <a:lnTo>
                    <a:pt x="8137345" y="0"/>
                  </a:lnTo>
                  <a:lnTo>
                    <a:pt x="8137470" y="0"/>
                  </a:lnTo>
                  <a:lnTo>
                    <a:pt x="8137595" y="0"/>
                  </a:lnTo>
                  <a:lnTo>
                    <a:pt x="8137720" y="0"/>
                  </a:lnTo>
                  <a:lnTo>
                    <a:pt x="8137845" y="0"/>
                  </a:lnTo>
                  <a:lnTo>
                    <a:pt x="8137970" y="0"/>
                  </a:lnTo>
                  <a:lnTo>
                    <a:pt x="8138095" y="0"/>
                  </a:lnTo>
                  <a:lnTo>
                    <a:pt x="8138220" y="0"/>
                  </a:lnTo>
                  <a:lnTo>
                    <a:pt x="8138345" y="0"/>
                  </a:lnTo>
                  <a:lnTo>
                    <a:pt x="8138470" y="0"/>
                  </a:lnTo>
                  <a:lnTo>
                    <a:pt x="8138595" y="0"/>
                  </a:lnTo>
                  <a:lnTo>
                    <a:pt x="8138720" y="0"/>
                  </a:lnTo>
                  <a:lnTo>
                    <a:pt x="8138845" y="0"/>
                  </a:lnTo>
                  <a:lnTo>
                    <a:pt x="8138970" y="0"/>
                  </a:lnTo>
                  <a:lnTo>
                    <a:pt x="8139095" y="0"/>
                  </a:lnTo>
                  <a:lnTo>
                    <a:pt x="8139220" y="0"/>
                  </a:lnTo>
                  <a:lnTo>
                    <a:pt x="8139345" y="0"/>
                  </a:lnTo>
                  <a:lnTo>
                    <a:pt x="8139470" y="0"/>
                  </a:lnTo>
                  <a:lnTo>
                    <a:pt x="8139596" y="0"/>
                  </a:lnTo>
                  <a:lnTo>
                    <a:pt x="8139721" y="0"/>
                  </a:lnTo>
                  <a:lnTo>
                    <a:pt x="8139846" y="0"/>
                  </a:lnTo>
                  <a:lnTo>
                    <a:pt x="8139971" y="0"/>
                  </a:lnTo>
                  <a:lnTo>
                    <a:pt x="8140096" y="0"/>
                  </a:lnTo>
                  <a:lnTo>
                    <a:pt x="8140221" y="0"/>
                  </a:lnTo>
                  <a:lnTo>
                    <a:pt x="8140346" y="0"/>
                  </a:lnTo>
                  <a:lnTo>
                    <a:pt x="8140471" y="0"/>
                  </a:lnTo>
                  <a:lnTo>
                    <a:pt x="8140596" y="0"/>
                  </a:lnTo>
                  <a:lnTo>
                    <a:pt x="8140721" y="0"/>
                  </a:lnTo>
                  <a:lnTo>
                    <a:pt x="8140846" y="0"/>
                  </a:lnTo>
                  <a:lnTo>
                    <a:pt x="8140971" y="0"/>
                  </a:lnTo>
                  <a:lnTo>
                    <a:pt x="8141096" y="0"/>
                  </a:lnTo>
                  <a:lnTo>
                    <a:pt x="8141221" y="0"/>
                  </a:lnTo>
                  <a:lnTo>
                    <a:pt x="8141346" y="0"/>
                  </a:lnTo>
                  <a:lnTo>
                    <a:pt x="8141471" y="0"/>
                  </a:lnTo>
                  <a:lnTo>
                    <a:pt x="8141596" y="0"/>
                  </a:lnTo>
                  <a:lnTo>
                    <a:pt x="8141721" y="0"/>
                  </a:lnTo>
                  <a:lnTo>
                    <a:pt x="8141846" y="0"/>
                  </a:lnTo>
                  <a:lnTo>
                    <a:pt x="8141971" y="0"/>
                  </a:lnTo>
                  <a:lnTo>
                    <a:pt x="8142096" y="0"/>
                  </a:lnTo>
                  <a:lnTo>
                    <a:pt x="8142221" y="0"/>
                  </a:lnTo>
                  <a:lnTo>
                    <a:pt x="8142346" y="0"/>
                  </a:lnTo>
                  <a:lnTo>
                    <a:pt x="8142471" y="0"/>
                  </a:lnTo>
                  <a:lnTo>
                    <a:pt x="8142597" y="0"/>
                  </a:lnTo>
                  <a:lnTo>
                    <a:pt x="8142722" y="0"/>
                  </a:lnTo>
                  <a:lnTo>
                    <a:pt x="8142847" y="0"/>
                  </a:lnTo>
                  <a:lnTo>
                    <a:pt x="8142972" y="0"/>
                  </a:lnTo>
                  <a:lnTo>
                    <a:pt x="8143097" y="0"/>
                  </a:lnTo>
                  <a:lnTo>
                    <a:pt x="8143222" y="0"/>
                  </a:lnTo>
                  <a:lnTo>
                    <a:pt x="8143347" y="0"/>
                  </a:lnTo>
                  <a:lnTo>
                    <a:pt x="8143472" y="0"/>
                  </a:lnTo>
                  <a:lnTo>
                    <a:pt x="8143597" y="0"/>
                  </a:lnTo>
                  <a:lnTo>
                    <a:pt x="8143722" y="0"/>
                  </a:lnTo>
                  <a:lnTo>
                    <a:pt x="8143847" y="0"/>
                  </a:lnTo>
                  <a:lnTo>
                    <a:pt x="8143972" y="0"/>
                  </a:lnTo>
                  <a:lnTo>
                    <a:pt x="8144097" y="0"/>
                  </a:lnTo>
                  <a:lnTo>
                    <a:pt x="8144222" y="0"/>
                  </a:lnTo>
                  <a:lnTo>
                    <a:pt x="8144347" y="0"/>
                  </a:lnTo>
                  <a:lnTo>
                    <a:pt x="8144472" y="0"/>
                  </a:lnTo>
                  <a:lnTo>
                    <a:pt x="8144597" y="0"/>
                  </a:lnTo>
                  <a:lnTo>
                    <a:pt x="8144722" y="0"/>
                  </a:lnTo>
                  <a:lnTo>
                    <a:pt x="8144847" y="0"/>
                  </a:lnTo>
                  <a:lnTo>
                    <a:pt x="8144972" y="0"/>
                  </a:lnTo>
                  <a:lnTo>
                    <a:pt x="8145097" y="0"/>
                  </a:lnTo>
                  <a:lnTo>
                    <a:pt x="8145222" y="0"/>
                  </a:lnTo>
                  <a:lnTo>
                    <a:pt x="8145347" y="0"/>
                  </a:lnTo>
                  <a:lnTo>
                    <a:pt x="8145472" y="0"/>
                  </a:lnTo>
                  <a:lnTo>
                    <a:pt x="8145598" y="0"/>
                  </a:lnTo>
                  <a:lnTo>
                    <a:pt x="8145723" y="0"/>
                  </a:lnTo>
                  <a:lnTo>
                    <a:pt x="8145848" y="0"/>
                  </a:lnTo>
                  <a:lnTo>
                    <a:pt x="8145973" y="0"/>
                  </a:lnTo>
                  <a:lnTo>
                    <a:pt x="8146098" y="0"/>
                  </a:lnTo>
                  <a:lnTo>
                    <a:pt x="8146223" y="0"/>
                  </a:lnTo>
                  <a:lnTo>
                    <a:pt x="8146348" y="0"/>
                  </a:lnTo>
                  <a:lnTo>
                    <a:pt x="8146473" y="0"/>
                  </a:lnTo>
                  <a:lnTo>
                    <a:pt x="8146598" y="0"/>
                  </a:lnTo>
                  <a:lnTo>
                    <a:pt x="8146723" y="0"/>
                  </a:lnTo>
                  <a:lnTo>
                    <a:pt x="8146848" y="0"/>
                  </a:lnTo>
                  <a:lnTo>
                    <a:pt x="8146973" y="0"/>
                  </a:lnTo>
                  <a:lnTo>
                    <a:pt x="8147098" y="0"/>
                  </a:lnTo>
                  <a:lnTo>
                    <a:pt x="8147223" y="0"/>
                  </a:lnTo>
                  <a:lnTo>
                    <a:pt x="8147348" y="0"/>
                  </a:lnTo>
                  <a:lnTo>
                    <a:pt x="8147473" y="0"/>
                  </a:lnTo>
                  <a:lnTo>
                    <a:pt x="8147598" y="0"/>
                  </a:lnTo>
                  <a:lnTo>
                    <a:pt x="8147723" y="0"/>
                  </a:lnTo>
                  <a:lnTo>
                    <a:pt x="8147848" y="0"/>
                  </a:lnTo>
                  <a:lnTo>
                    <a:pt x="8147973" y="0"/>
                  </a:lnTo>
                  <a:lnTo>
                    <a:pt x="8148098" y="0"/>
                  </a:lnTo>
                  <a:lnTo>
                    <a:pt x="8148223" y="0"/>
                  </a:lnTo>
                  <a:lnTo>
                    <a:pt x="8148348" y="0"/>
                  </a:lnTo>
                  <a:lnTo>
                    <a:pt x="8148474" y="0"/>
                  </a:lnTo>
                  <a:lnTo>
                    <a:pt x="8148599" y="0"/>
                  </a:lnTo>
                  <a:lnTo>
                    <a:pt x="8148724" y="0"/>
                  </a:lnTo>
                  <a:lnTo>
                    <a:pt x="8148849" y="0"/>
                  </a:lnTo>
                  <a:lnTo>
                    <a:pt x="8148974" y="0"/>
                  </a:lnTo>
                  <a:lnTo>
                    <a:pt x="8149099" y="0"/>
                  </a:lnTo>
                  <a:lnTo>
                    <a:pt x="8149224" y="0"/>
                  </a:lnTo>
                  <a:lnTo>
                    <a:pt x="8149349" y="0"/>
                  </a:lnTo>
                  <a:lnTo>
                    <a:pt x="8149474" y="0"/>
                  </a:lnTo>
                  <a:lnTo>
                    <a:pt x="8149599" y="0"/>
                  </a:lnTo>
                  <a:lnTo>
                    <a:pt x="8149724" y="0"/>
                  </a:lnTo>
                  <a:lnTo>
                    <a:pt x="8149849" y="0"/>
                  </a:lnTo>
                  <a:lnTo>
                    <a:pt x="8149974" y="0"/>
                  </a:lnTo>
                  <a:lnTo>
                    <a:pt x="8150099" y="0"/>
                  </a:lnTo>
                  <a:lnTo>
                    <a:pt x="8150224" y="0"/>
                  </a:lnTo>
                  <a:lnTo>
                    <a:pt x="8150349" y="0"/>
                  </a:lnTo>
                  <a:lnTo>
                    <a:pt x="8150474" y="0"/>
                  </a:lnTo>
                  <a:lnTo>
                    <a:pt x="8150599" y="0"/>
                  </a:lnTo>
                  <a:lnTo>
                    <a:pt x="8150724" y="0"/>
                  </a:lnTo>
                  <a:lnTo>
                    <a:pt x="8150849" y="0"/>
                  </a:lnTo>
                  <a:lnTo>
                    <a:pt x="8150974" y="0"/>
                  </a:lnTo>
                  <a:lnTo>
                    <a:pt x="8151099" y="0"/>
                  </a:lnTo>
                  <a:lnTo>
                    <a:pt x="8151224" y="0"/>
                  </a:lnTo>
                  <a:lnTo>
                    <a:pt x="8151349" y="0"/>
                  </a:lnTo>
                  <a:lnTo>
                    <a:pt x="8151475" y="0"/>
                  </a:lnTo>
                  <a:lnTo>
                    <a:pt x="8151600" y="0"/>
                  </a:lnTo>
                  <a:lnTo>
                    <a:pt x="8151725" y="0"/>
                  </a:lnTo>
                  <a:lnTo>
                    <a:pt x="8151850" y="0"/>
                  </a:lnTo>
                  <a:lnTo>
                    <a:pt x="8151975" y="0"/>
                  </a:lnTo>
                  <a:lnTo>
                    <a:pt x="8152100" y="0"/>
                  </a:lnTo>
                  <a:lnTo>
                    <a:pt x="8152225" y="0"/>
                  </a:lnTo>
                  <a:lnTo>
                    <a:pt x="8152350" y="0"/>
                  </a:lnTo>
                  <a:lnTo>
                    <a:pt x="8152475" y="0"/>
                  </a:lnTo>
                  <a:lnTo>
                    <a:pt x="8152600" y="0"/>
                  </a:lnTo>
                  <a:lnTo>
                    <a:pt x="8152725" y="0"/>
                  </a:lnTo>
                  <a:lnTo>
                    <a:pt x="8152850" y="0"/>
                  </a:lnTo>
                  <a:lnTo>
                    <a:pt x="8152975" y="0"/>
                  </a:lnTo>
                  <a:lnTo>
                    <a:pt x="8153100" y="0"/>
                  </a:lnTo>
                  <a:lnTo>
                    <a:pt x="8153225" y="0"/>
                  </a:lnTo>
                  <a:lnTo>
                    <a:pt x="8153350" y="0"/>
                  </a:lnTo>
                  <a:lnTo>
                    <a:pt x="8153475" y="0"/>
                  </a:lnTo>
                  <a:lnTo>
                    <a:pt x="8153600" y="0"/>
                  </a:lnTo>
                  <a:lnTo>
                    <a:pt x="8153725" y="0"/>
                  </a:lnTo>
                  <a:lnTo>
                    <a:pt x="8153850" y="0"/>
                  </a:lnTo>
                  <a:lnTo>
                    <a:pt x="8153975" y="0"/>
                  </a:lnTo>
                  <a:lnTo>
                    <a:pt x="8154100" y="0"/>
                  </a:lnTo>
                  <a:lnTo>
                    <a:pt x="8154225" y="0"/>
                  </a:lnTo>
                  <a:lnTo>
                    <a:pt x="8154350" y="0"/>
                  </a:lnTo>
                  <a:lnTo>
                    <a:pt x="8154476" y="0"/>
                  </a:lnTo>
                  <a:lnTo>
                    <a:pt x="8154601" y="0"/>
                  </a:lnTo>
                  <a:lnTo>
                    <a:pt x="8154726" y="0"/>
                  </a:lnTo>
                  <a:lnTo>
                    <a:pt x="8154851" y="0"/>
                  </a:lnTo>
                  <a:lnTo>
                    <a:pt x="8154976" y="0"/>
                  </a:lnTo>
                  <a:lnTo>
                    <a:pt x="8155101" y="0"/>
                  </a:lnTo>
                  <a:lnTo>
                    <a:pt x="8155226" y="0"/>
                  </a:lnTo>
                  <a:lnTo>
                    <a:pt x="8155351" y="0"/>
                  </a:lnTo>
                  <a:lnTo>
                    <a:pt x="8155476" y="0"/>
                  </a:lnTo>
                  <a:lnTo>
                    <a:pt x="8155601" y="0"/>
                  </a:lnTo>
                  <a:lnTo>
                    <a:pt x="8155726" y="0"/>
                  </a:lnTo>
                  <a:lnTo>
                    <a:pt x="8155851" y="0"/>
                  </a:lnTo>
                  <a:lnTo>
                    <a:pt x="8155976" y="0"/>
                  </a:lnTo>
                  <a:lnTo>
                    <a:pt x="8156101" y="0"/>
                  </a:lnTo>
                  <a:lnTo>
                    <a:pt x="8156226" y="0"/>
                  </a:lnTo>
                  <a:lnTo>
                    <a:pt x="8156351" y="0"/>
                  </a:lnTo>
                  <a:lnTo>
                    <a:pt x="8156476" y="0"/>
                  </a:lnTo>
                  <a:lnTo>
                    <a:pt x="8156601" y="0"/>
                  </a:lnTo>
                  <a:lnTo>
                    <a:pt x="8156726" y="0"/>
                  </a:lnTo>
                  <a:lnTo>
                    <a:pt x="8156851" y="0"/>
                  </a:lnTo>
                  <a:lnTo>
                    <a:pt x="8156976" y="0"/>
                  </a:lnTo>
                  <a:lnTo>
                    <a:pt x="8157101" y="0"/>
                  </a:lnTo>
                  <a:lnTo>
                    <a:pt x="8157226" y="0"/>
                  </a:lnTo>
                  <a:lnTo>
                    <a:pt x="8157351" y="0"/>
                  </a:lnTo>
                  <a:lnTo>
                    <a:pt x="8157477" y="0"/>
                  </a:lnTo>
                  <a:lnTo>
                    <a:pt x="8157602" y="0"/>
                  </a:lnTo>
                  <a:lnTo>
                    <a:pt x="8157727" y="0"/>
                  </a:lnTo>
                  <a:lnTo>
                    <a:pt x="8157852" y="0"/>
                  </a:lnTo>
                  <a:lnTo>
                    <a:pt x="8157977" y="0"/>
                  </a:lnTo>
                  <a:lnTo>
                    <a:pt x="8158102" y="0"/>
                  </a:lnTo>
                  <a:lnTo>
                    <a:pt x="8158227" y="0"/>
                  </a:lnTo>
                  <a:lnTo>
                    <a:pt x="8158352" y="0"/>
                  </a:lnTo>
                  <a:lnTo>
                    <a:pt x="8158477" y="0"/>
                  </a:lnTo>
                  <a:lnTo>
                    <a:pt x="8158602" y="0"/>
                  </a:lnTo>
                  <a:lnTo>
                    <a:pt x="8158727" y="0"/>
                  </a:lnTo>
                  <a:lnTo>
                    <a:pt x="8158852" y="0"/>
                  </a:lnTo>
                  <a:lnTo>
                    <a:pt x="8158977" y="0"/>
                  </a:lnTo>
                  <a:lnTo>
                    <a:pt x="8159102" y="0"/>
                  </a:lnTo>
                  <a:lnTo>
                    <a:pt x="8159227" y="0"/>
                  </a:lnTo>
                  <a:lnTo>
                    <a:pt x="8159352" y="0"/>
                  </a:lnTo>
                  <a:lnTo>
                    <a:pt x="8159477" y="0"/>
                  </a:lnTo>
                  <a:lnTo>
                    <a:pt x="8159602" y="0"/>
                  </a:lnTo>
                  <a:lnTo>
                    <a:pt x="8159727" y="0"/>
                  </a:lnTo>
                  <a:lnTo>
                    <a:pt x="8159852" y="0"/>
                  </a:lnTo>
                  <a:lnTo>
                    <a:pt x="8159977" y="0"/>
                  </a:lnTo>
                  <a:lnTo>
                    <a:pt x="8160102" y="0"/>
                  </a:lnTo>
                  <a:lnTo>
                    <a:pt x="8160227" y="0"/>
                  </a:lnTo>
                  <a:lnTo>
                    <a:pt x="8160352" y="0"/>
                  </a:lnTo>
                  <a:lnTo>
                    <a:pt x="8160478" y="0"/>
                  </a:lnTo>
                  <a:lnTo>
                    <a:pt x="8160603" y="0"/>
                  </a:lnTo>
                  <a:lnTo>
                    <a:pt x="8160728" y="0"/>
                  </a:lnTo>
                  <a:lnTo>
                    <a:pt x="8160853" y="0"/>
                  </a:lnTo>
                  <a:lnTo>
                    <a:pt x="8160978" y="0"/>
                  </a:lnTo>
                  <a:lnTo>
                    <a:pt x="8161103" y="0"/>
                  </a:lnTo>
                  <a:lnTo>
                    <a:pt x="8161228" y="0"/>
                  </a:lnTo>
                  <a:lnTo>
                    <a:pt x="8161353" y="0"/>
                  </a:lnTo>
                  <a:lnTo>
                    <a:pt x="8161478" y="0"/>
                  </a:lnTo>
                  <a:lnTo>
                    <a:pt x="8161603" y="0"/>
                  </a:lnTo>
                  <a:lnTo>
                    <a:pt x="8161728" y="0"/>
                  </a:lnTo>
                  <a:lnTo>
                    <a:pt x="8161853" y="0"/>
                  </a:lnTo>
                  <a:lnTo>
                    <a:pt x="8161978" y="0"/>
                  </a:lnTo>
                  <a:lnTo>
                    <a:pt x="8162103" y="0"/>
                  </a:lnTo>
                  <a:lnTo>
                    <a:pt x="8162228" y="0"/>
                  </a:lnTo>
                  <a:lnTo>
                    <a:pt x="8162353" y="0"/>
                  </a:lnTo>
                  <a:lnTo>
                    <a:pt x="8162478" y="0"/>
                  </a:lnTo>
                  <a:lnTo>
                    <a:pt x="8162603" y="0"/>
                  </a:lnTo>
                  <a:lnTo>
                    <a:pt x="8162728" y="0"/>
                  </a:lnTo>
                  <a:lnTo>
                    <a:pt x="8162853" y="0"/>
                  </a:lnTo>
                  <a:lnTo>
                    <a:pt x="8162978" y="0"/>
                  </a:lnTo>
                  <a:lnTo>
                    <a:pt x="8163103" y="0"/>
                  </a:lnTo>
                  <a:lnTo>
                    <a:pt x="8163228" y="0"/>
                  </a:lnTo>
                  <a:lnTo>
                    <a:pt x="8163353" y="0"/>
                  </a:lnTo>
                  <a:lnTo>
                    <a:pt x="8163479" y="0"/>
                  </a:lnTo>
                  <a:lnTo>
                    <a:pt x="8163604" y="0"/>
                  </a:lnTo>
                  <a:lnTo>
                    <a:pt x="8163729" y="0"/>
                  </a:lnTo>
                  <a:lnTo>
                    <a:pt x="8163854" y="0"/>
                  </a:lnTo>
                  <a:lnTo>
                    <a:pt x="8163979" y="0"/>
                  </a:lnTo>
                  <a:lnTo>
                    <a:pt x="8164104" y="0"/>
                  </a:lnTo>
                  <a:lnTo>
                    <a:pt x="8164229" y="0"/>
                  </a:lnTo>
                  <a:lnTo>
                    <a:pt x="8164354" y="0"/>
                  </a:lnTo>
                  <a:lnTo>
                    <a:pt x="8164479" y="0"/>
                  </a:lnTo>
                  <a:lnTo>
                    <a:pt x="8164604" y="0"/>
                  </a:lnTo>
                  <a:lnTo>
                    <a:pt x="8164729" y="0"/>
                  </a:lnTo>
                  <a:lnTo>
                    <a:pt x="8164854" y="0"/>
                  </a:lnTo>
                  <a:lnTo>
                    <a:pt x="8164979" y="0"/>
                  </a:lnTo>
                  <a:lnTo>
                    <a:pt x="8165104" y="0"/>
                  </a:lnTo>
                  <a:lnTo>
                    <a:pt x="8165229" y="0"/>
                  </a:lnTo>
                  <a:lnTo>
                    <a:pt x="8165354" y="0"/>
                  </a:lnTo>
                  <a:lnTo>
                    <a:pt x="8165479" y="0"/>
                  </a:lnTo>
                  <a:lnTo>
                    <a:pt x="8165604" y="0"/>
                  </a:lnTo>
                  <a:lnTo>
                    <a:pt x="8165729" y="0"/>
                  </a:lnTo>
                  <a:lnTo>
                    <a:pt x="8165854" y="0"/>
                  </a:lnTo>
                  <a:lnTo>
                    <a:pt x="8165979" y="0"/>
                  </a:lnTo>
                  <a:lnTo>
                    <a:pt x="8166104" y="0"/>
                  </a:lnTo>
                  <a:lnTo>
                    <a:pt x="8166229" y="0"/>
                  </a:lnTo>
                  <a:lnTo>
                    <a:pt x="8166354" y="0"/>
                  </a:lnTo>
                  <a:lnTo>
                    <a:pt x="8166480" y="0"/>
                  </a:lnTo>
                  <a:lnTo>
                    <a:pt x="8166605" y="0"/>
                  </a:lnTo>
                  <a:lnTo>
                    <a:pt x="8166730" y="0"/>
                  </a:lnTo>
                  <a:lnTo>
                    <a:pt x="8166855" y="0"/>
                  </a:lnTo>
                  <a:lnTo>
                    <a:pt x="8166980" y="0"/>
                  </a:lnTo>
                  <a:lnTo>
                    <a:pt x="8167105" y="0"/>
                  </a:lnTo>
                  <a:lnTo>
                    <a:pt x="8167230" y="0"/>
                  </a:lnTo>
                  <a:lnTo>
                    <a:pt x="8167355" y="0"/>
                  </a:lnTo>
                  <a:lnTo>
                    <a:pt x="8167480" y="0"/>
                  </a:lnTo>
                  <a:lnTo>
                    <a:pt x="8167605" y="0"/>
                  </a:lnTo>
                  <a:lnTo>
                    <a:pt x="8167730" y="0"/>
                  </a:lnTo>
                  <a:lnTo>
                    <a:pt x="8167855" y="0"/>
                  </a:lnTo>
                  <a:lnTo>
                    <a:pt x="8167980" y="0"/>
                  </a:lnTo>
                  <a:lnTo>
                    <a:pt x="8168105" y="0"/>
                  </a:lnTo>
                  <a:lnTo>
                    <a:pt x="8168230" y="0"/>
                  </a:lnTo>
                  <a:lnTo>
                    <a:pt x="8168355" y="0"/>
                  </a:lnTo>
                  <a:lnTo>
                    <a:pt x="8168480" y="0"/>
                  </a:lnTo>
                  <a:lnTo>
                    <a:pt x="8168605" y="0"/>
                  </a:lnTo>
                  <a:lnTo>
                    <a:pt x="8168730" y="0"/>
                  </a:lnTo>
                  <a:lnTo>
                    <a:pt x="8168855" y="0"/>
                  </a:lnTo>
                  <a:lnTo>
                    <a:pt x="8168980" y="0"/>
                  </a:lnTo>
                  <a:lnTo>
                    <a:pt x="8169105" y="0"/>
                  </a:lnTo>
                  <a:lnTo>
                    <a:pt x="8169230" y="0"/>
                  </a:lnTo>
                  <a:lnTo>
                    <a:pt x="8169355" y="0"/>
                  </a:lnTo>
                  <a:lnTo>
                    <a:pt x="8169481" y="0"/>
                  </a:lnTo>
                  <a:lnTo>
                    <a:pt x="8169606" y="0"/>
                  </a:lnTo>
                  <a:lnTo>
                    <a:pt x="8169731" y="0"/>
                  </a:lnTo>
                  <a:lnTo>
                    <a:pt x="8169856" y="0"/>
                  </a:lnTo>
                  <a:lnTo>
                    <a:pt x="8169981" y="0"/>
                  </a:lnTo>
                  <a:lnTo>
                    <a:pt x="8170106" y="0"/>
                  </a:lnTo>
                  <a:lnTo>
                    <a:pt x="8170231" y="0"/>
                  </a:lnTo>
                  <a:lnTo>
                    <a:pt x="8170356" y="0"/>
                  </a:lnTo>
                  <a:lnTo>
                    <a:pt x="8170481" y="0"/>
                  </a:lnTo>
                  <a:lnTo>
                    <a:pt x="8170606" y="0"/>
                  </a:lnTo>
                  <a:lnTo>
                    <a:pt x="8170731" y="0"/>
                  </a:lnTo>
                  <a:lnTo>
                    <a:pt x="8170856" y="0"/>
                  </a:lnTo>
                  <a:lnTo>
                    <a:pt x="8170981" y="0"/>
                  </a:lnTo>
                  <a:lnTo>
                    <a:pt x="8171106" y="0"/>
                  </a:lnTo>
                  <a:lnTo>
                    <a:pt x="8171231" y="0"/>
                  </a:lnTo>
                  <a:lnTo>
                    <a:pt x="8171356" y="0"/>
                  </a:lnTo>
                  <a:lnTo>
                    <a:pt x="8171481" y="0"/>
                  </a:lnTo>
                  <a:lnTo>
                    <a:pt x="8171606" y="0"/>
                  </a:lnTo>
                  <a:lnTo>
                    <a:pt x="8171731" y="0"/>
                  </a:lnTo>
                  <a:lnTo>
                    <a:pt x="8171856" y="0"/>
                  </a:lnTo>
                  <a:lnTo>
                    <a:pt x="8171981" y="0"/>
                  </a:lnTo>
                  <a:lnTo>
                    <a:pt x="8172106" y="0"/>
                  </a:lnTo>
                  <a:lnTo>
                    <a:pt x="8172231" y="0"/>
                  </a:lnTo>
                  <a:lnTo>
                    <a:pt x="8172356" y="0"/>
                  </a:lnTo>
                  <a:lnTo>
                    <a:pt x="8172482" y="0"/>
                  </a:lnTo>
                  <a:lnTo>
                    <a:pt x="8172607" y="0"/>
                  </a:lnTo>
                  <a:lnTo>
                    <a:pt x="8172732" y="0"/>
                  </a:lnTo>
                  <a:lnTo>
                    <a:pt x="8172857" y="0"/>
                  </a:lnTo>
                  <a:lnTo>
                    <a:pt x="8172982" y="0"/>
                  </a:lnTo>
                  <a:lnTo>
                    <a:pt x="8173107" y="0"/>
                  </a:lnTo>
                  <a:lnTo>
                    <a:pt x="8173232" y="0"/>
                  </a:lnTo>
                  <a:lnTo>
                    <a:pt x="8173357" y="0"/>
                  </a:lnTo>
                  <a:lnTo>
                    <a:pt x="8173482" y="0"/>
                  </a:lnTo>
                  <a:lnTo>
                    <a:pt x="8173607" y="0"/>
                  </a:lnTo>
                  <a:lnTo>
                    <a:pt x="8173732" y="0"/>
                  </a:lnTo>
                  <a:lnTo>
                    <a:pt x="8173857" y="0"/>
                  </a:lnTo>
                  <a:lnTo>
                    <a:pt x="8173982" y="0"/>
                  </a:lnTo>
                  <a:lnTo>
                    <a:pt x="8174107" y="0"/>
                  </a:lnTo>
                  <a:lnTo>
                    <a:pt x="8174232" y="0"/>
                  </a:lnTo>
                  <a:lnTo>
                    <a:pt x="8174357" y="0"/>
                  </a:lnTo>
                  <a:lnTo>
                    <a:pt x="8174482" y="0"/>
                  </a:lnTo>
                  <a:lnTo>
                    <a:pt x="8174607" y="0"/>
                  </a:lnTo>
                  <a:lnTo>
                    <a:pt x="8174732" y="0"/>
                  </a:lnTo>
                  <a:lnTo>
                    <a:pt x="8174857" y="0"/>
                  </a:lnTo>
                  <a:lnTo>
                    <a:pt x="8174982" y="0"/>
                  </a:lnTo>
                  <a:lnTo>
                    <a:pt x="8175107" y="0"/>
                  </a:lnTo>
                  <a:lnTo>
                    <a:pt x="8175232" y="0"/>
                  </a:lnTo>
                  <a:lnTo>
                    <a:pt x="8175357" y="0"/>
                  </a:lnTo>
                  <a:lnTo>
                    <a:pt x="8175483" y="0"/>
                  </a:lnTo>
                  <a:lnTo>
                    <a:pt x="8175608" y="0"/>
                  </a:lnTo>
                  <a:lnTo>
                    <a:pt x="8175733" y="0"/>
                  </a:lnTo>
                  <a:lnTo>
                    <a:pt x="8175858" y="0"/>
                  </a:lnTo>
                  <a:lnTo>
                    <a:pt x="8175983" y="0"/>
                  </a:lnTo>
                  <a:lnTo>
                    <a:pt x="8176108" y="0"/>
                  </a:lnTo>
                  <a:lnTo>
                    <a:pt x="8176233" y="0"/>
                  </a:lnTo>
                  <a:lnTo>
                    <a:pt x="8176358" y="0"/>
                  </a:lnTo>
                  <a:lnTo>
                    <a:pt x="8176483" y="0"/>
                  </a:lnTo>
                  <a:lnTo>
                    <a:pt x="8176608" y="0"/>
                  </a:lnTo>
                  <a:lnTo>
                    <a:pt x="8176733" y="0"/>
                  </a:lnTo>
                  <a:lnTo>
                    <a:pt x="8176858" y="0"/>
                  </a:lnTo>
                  <a:lnTo>
                    <a:pt x="8176983" y="0"/>
                  </a:lnTo>
                  <a:lnTo>
                    <a:pt x="8177108" y="0"/>
                  </a:lnTo>
                  <a:lnTo>
                    <a:pt x="8177233" y="0"/>
                  </a:lnTo>
                  <a:lnTo>
                    <a:pt x="8177358" y="0"/>
                  </a:lnTo>
                  <a:lnTo>
                    <a:pt x="8177483" y="0"/>
                  </a:lnTo>
                  <a:lnTo>
                    <a:pt x="8177608" y="0"/>
                  </a:lnTo>
                  <a:lnTo>
                    <a:pt x="8177733" y="0"/>
                  </a:lnTo>
                  <a:lnTo>
                    <a:pt x="8177858" y="0"/>
                  </a:lnTo>
                  <a:lnTo>
                    <a:pt x="8177983" y="0"/>
                  </a:lnTo>
                  <a:lnTo>
                    <a:pt x="8178108" y="0"/>
                  </a:lnTo>
                  <a:lnTo>
                    <a:pt x="8178233" y="0"/>
                  </a:lnTo>
                  <a:lnTo>
                    <a:pt x="8178358" y="0"/>
                  </a:lnTo>
                  <a:lnTo>
                    <a:pt x="8178484" y="0"/>
                  </a:lnTo>
                  <a:lnTo>
                    <a:pt x="8178609" y="0"/>
                  </a:lnTo>
                  <a:lnTo>
                    <a:pt x="8178734" y="0"/>
                  </a:lnTo>
                  <a:lnTo>
                    <a:pt x="8178859" y="0"/>
                  </a:lnTo>
                  <a:lnTo>
                    <a:pt x="8178984" y="0"/>
                  </a:lnTo>
                  <a:lnTo>
                    <a:pt x="8179109" y="0"/>
                  </a:lnTo>
                  <a:lnTo>
                    <a:pt x="8179234" y="0"/>
                  </a:lnTo>
                  <a:lnTo>
                    <a:pt x="8179359" y="0"/>
                  </a:lnTo>
                  <a:lnTo>
                    <a:pt x="8179484" y="0"/>
                  </a:lnTo>
                  <a:lnTo>
                    <a:pt x="8179609" y="0"/>
                  </a:lnTo>
                  <a:lnTo>
                    <a:pt x="8179734" y="0"/>
                  </a:lnTo>
                  <a:lnTo>
                    <a:pt x="8179859" y="0"/>
                  </a:lnTo>
                  <a:lnTo>
                    <a:pt x="8179984" y="0"/>
                  </a:lnTo>
                  <a:lnTo>
                    <a:pt x="8180109" y="0"/>
                  </a:lnTo>
                  <a:lnTo>
                    <a:pt x="8180234" y="0"/>
                  </a:lnTo>
                  <a:lnTo>
                    <a:pt x="8180359" y="0"/>
                  </a:lnTo>
                  <a:lnTo>
                    <a:pt x="8180484" y="0"/>
                  </a:lnTo>
                  <a:lnTo>
                    <a:pt x="8180609" y="0"/>
                  </a:lnTo>
                  <a:lnTo>
                    <a:pt x="8180734" y="0"/>
                  </a:lnTo>
                  <a:lnTo>
                    <a:pt x="8180859" y="0"/>
                  </a:lnTo>
                  <a:lnTo>
                    <a:pt x="8180984" y="0"/>
                  </a:lnTo>
                  <a:lnTo>
                    <a:pt x="8181109" y="0"/>
                  </a:lnTo>
                  <a:lnTo>
                    <a:pt x="8181234" y="0"/>
                  </a:lnTo>
                  <a:lnTo>
                    <a:pt x="8181359" y="0"/>
                  </a:lnTo>
                  <a:lnTo>
                    <a:pt x="8181485" y="0"/>
                  </a:lnTo>
                  <a:lnTo>
                    <a:pt x="8181610" y="0"/>
                  </a:lnTo>
                  <a:lnTo>
                    <a:pt x="8181735" y="0"/>
                  </a:lnTo>
                  <a:lnTo>
                    <a:pt x="8181860" y="0"/>
                  </a:lnTo>
                  <a:lnTo>
                    <a:pt x="8181985" y="0"/>
                  </a:lnTo>
                  <a:lnTo>
                    <a:pt x="8182110" y="0"/>
                  </a:lnTo>
                  <a:lnTo>
                    <a:pt x="8182235" y="0"/>
                  </a:lnTo>
                  <a:lnTo>
                    <a:pt x="8182360" y="0"/>
                  </a:lnTo>
                  <a:lnTo>
                    <a:pt x="8182485" y="0"/>
                  </a:lnTo>
                  <a:lnTo>
                    <a:pt x="8182610" y="0"/>
                  </a:lnTo>
                  <a:lnTo>
                    <a:pt x="8182735" y="0"/>
                  </a:lnTo>
                  <a:lnTo>
                    <a:pt x="8182860" y="0"/>
                  </a:lnTo>
                  <a:lnTo>
                    <a:pt x="8182985" y="0"/>
                  </a:lnTo>
                  <a:lnTo>
                    <a:pt x="8183110" y="0"/>
                  </a:lnTo>
                  <a:lnTo>
                    <a:pt x="8183235" y="0"/>
                  </a:lnTo>
                  <a:lnTo>
                    <a:pt x="8183360" y="0"/>
                  </a:lnTo>
                  <a:lnTo>
                    <a:pt x="8183485" y="0"/>
                  </a:lnTo>
                  <a:lnTo>
                    <a:pt x="8183610" y="0"/>
                  </a:lnTo>
                  <a:lnTo>
                    <a:pt x="8183735" y="0"/>
                  </a:lnTo>
                  <a:lnTo>
                    <a:pt x="8183860" y="0"/>
                  </a:lnTo>
                  <a:lnTo>
                    <a:pt x="8183985" y="0"/>
                  </a:lnTo>
                  <a:lnTo>
                    <a:pt x="8184110" y="0"/>
                  </a:lnTo>
                  <a:lnTo>
                    <a:pt x="8184235" y="0"/>
                  </a:lnTo>
                  <a:lnTo>
                    <a:pt x="8184360" y="0"/>
                  </a:lnTo>
                  <a:lnTo>
                    <a:pt x="8184486" y="0"/>
                  </a:lnTo>
                  <a:lnTo>
                    <a:pt x="8184611" y="0"/>
                  </a:lnTo>
                  <a:lnTo>
                    <a:pt x="8184736" y="0"/>
                  </a:lnTo>
                  <a:lnTo>
                    <a:pt x="8184861" y="0"/>
                  </a:lnTo>
                  <a:lnTo>
                    <a:pt x="8184986" y="0"/>
                  </a:lnTo>
                  <a:lnTo>
                    <a:pt x="8185111" y="0"/>
                  </a:lnTo>
                  <a:lnTo>
                    <a:pt x="8185236" y="0"/>
                  </a:lnTo>
                  <a:lnTo>
                    <a:pt x="8185361" y="0"/>
                  </a:lnTo>
                  <a:lnTo>
                    <a:pt x="8185486" y="0"/>
                  </a:lnTo>
                  <a:lnTo>
                    <a:pt x="8185611" y="0"/>
                  </a:lnTo>
                  <a:lnTo>
                    <a:pt x="8185736" y="0"/>
                  </a:lnTo>
                  <a:lnTo>
                    <a:pt x="8185861" y="0"/>
                  </a:lnTo>
                  <a:lnTo>
                    <a:pt x="8185986" y="0"/>
                  </a:lnTo>
                  <a:lnTo>
                    <a:pt x="8186111" y="0"/>
                  </a:lnTo>
                  <a:lnTo>
                    <a:pt x="8186236" y="0"/>
                  </a:lnTo>
                  <a:lnTo>
                    <a:pt x="8186361" y="0"/>
                  </a:lnTo>
                  <a:lnTo>
                    <a:pt x="8186486" y="0"/>
                  </a:lnTo>
                  <a:lnTo>
                    <a:pt x="8186611" y="0"/>
                  </a:lnTo>
                  <a:lnTo>
                    <a:pt x="8186736" y="0"/>
                  </a:lnTo>
                  <a:lnTo>
                    <a:pt x="8186861" y="0"/>
                  </a:lnTo>
                  <a:lnTo>
                    <a:pt x="8186986" y="0"/>
                  </a:lnTo>
                  <a:lnTo>
                    <a:pt x="8187111" y="0"/>
                  </a:lnTo>
                  <a:lnTo>
                    <a:pt x="8187236" y="0"/>
                  </a:lnTo>
                  <a:lnTo>
                    <a:pt x="8187362" y="0"/>
                  </a:lnTo>
                  <a:lnTo>
                    <a:pt x="8187487" y="0"/>
                  </a:lnTo>
                  <a:lnTo>
                    <a:pt x="8187612" y="0"/>
                  </a:lnTo>
                  <a:lnTo>
                    <a:pt x="8187737" y="0"/>
                  </a:lnTo>
                  <a:lnTo>
                    <a:pt x="8187862" y="0"/>
                  </a:lnTo>
                  <a:lnTo>
                    <a:pt x="8187987" y="0"/>
                  </a:lnTo>
                  <a:lnTo>
                    <a:pt x="8188112" y="0"/>
                  </a:lnTo>
                  <a:lnTo>
                    <a:pt x="8188237" y="0"/>
                  </a:lnTo>
                  <a:lnTo>
                    <a:pt x="8188362" y="0"/>
                  </a:lnTo>
                  <a:lnTo>
                    <a:pt x="8188487" y="0"/>
                  </a:lnTo>
                  <a:lnTo>
                    <a:pt x="8188612" y="0"/>
                  </a:lnTo>
                  <a:lnTo>
                    <a:pt x="8188737" y="0"/>
                  </a:lnTo>
                  <a:lnTo>
                    <a:pt x="8188862" y="0"/>
                  </a:lnTo>
                  <a:lnTo>
                    <a:pt x="8188987" y="0"/>
                  </a:lnTo>
                  <a:lnTo>
                    <a:pt x="8189112" y="0"/>
                  </a:lnTo>
                  <a:lnTo>
                    <a:pt x="8189237" y="0"/>
                  </a:lnTo>
                  <a:lnTo>
                    <a:pt x="8189362" y="0"/>
                  </a:lnTo>
                  <a:lnTo>
                    <a:pt x="8189487" y="0"/>
                  </a:lnTo>
                  <a:lnTo>
                    <a:pt x="8189612" y="0"/>
                  </a:lnTo>
                  <a:lnTo>
                    <a:pt x="8189737" y="0"/>
                  </a:lnTo>
                  <a:lnTo>
                    <a:pt x="8189862" y="0"/>
                  </a:lnTo>
                  <a:lnTo>
                    <a:pt x="8189987" y="0"/>
                  </a:lnTo>
                  <a:lnTo>
                    <a:pt x="8190112" y="0"/>
                  </a:lnTo>
                  <a:lnTo>
                    <a:pt x="8190237" y="0"/>
                  </a:lnTo>
                  <a:lnTo>
                    <a:pt x="8190363" y="0"/>
                  </a:lnTo>
                  <a:lnTo>
                    <a:pt x="8190488" y="0"/>
                  </a:lnTo>
                  <a:lnTo>
                    <a:pt x="8190613" y="0"/>
                  </a:lnTo>
                  <a:lnTo>
                    <a:pt x="8190738" y="0"/>
                  </a:lnTo>
                  <a:lnTo>
                    <a:pt x="8190863" y="0"/>
                  </a:lnTo>
                  <a:lnTo>
                    <a:pt x="8190988" y="0"/>
                  </a:lnTo>
                  <a:lnTo>
                    <a:pt x="8191113" y="0"/>
                  </a:lnTo>
                  <a:lnTo>
                    <a:pt x="8191238" y="0"/>
                  </a:lnTo>
                  <a:lnTo>
                    <a:pt x="8191363" y="0"/>
                  </a:lnTo>
                  <a:lnTo>
                    <a:pt x="8191488" y="0"/>
                  </a:lnTo>
                  <a:lnTo>
                    <a:pt x="8191613" y="0"/>
                  </a:lnTo>
                  <a:lnTo>
                    <a:pt x="8191738" y="0"/>
                  </a:lnTo>
                  <a:lnTo>
                    <a:pt x="8191863" y="0"/>
                  </a:lnTo>
                  <a:lnTo>
                    <a:pt x="8191988" y="0"/>
                  </a:lnTo>
                  <a:lnTo>
                    <a:pt x="8192113" y="0"/>
                  </a:lnTo>
                  <a:lnTo>
                    <a:pt x="8192238" y="0"/>
                  </a:lnTo>
                  <a:lnTo>
                    <a:pt x="8192363" y="0"/>
                  </a:lnTo>
                  <a:lnTo>
                    <a:pt x="8192488" y="0"/>
                  </a:lnTo>
                  <a:lnTo>
                    <a:pt x="8192613" y="0"/>
                  </a:lnTo>
                  <a:lnTo>
                    <a:pt x="8192738" y="0"/>
                  </a:lnTo>
                  <a:lnTo>
                    <a:pt x="8192863" y="0"/>
                  </a:lnTo>
                  <a:lnTo>
                    <a:pt x="8192988" y="0"/>
                  </a:lnTo>
                  <a:lnTo>
                    <a:pt x="8193113" y="0"/>
                  </a:lnTo>
                  <a:lnTo>
                    <a:pt x="8193238" y="0"/>
                  </a:lnTo>
                  <a:lnTo>
                    <a:pt x="8193364" y="0"/>
                  </a:lnTo>
                  <a:lnTo>
                    <a:pt x="8193489" y="0"/>
                  </a:lnTo>
                  <a:lnTo>
                    <a:pt x="8193614" y="0"/>
                  </a:lnTo>
                  <a:lnTo>
                    <a:pt x="8193739" y="0"/>
                  </a:lnTo>
                  <a:lnTo>
                    <a:pt x="8193864" y="0"/>
                  </a:lnTo>
                  <a:lnTo>
                    <a:pt x="8193989" y="0"/>
                  </a:lnTo>
                  <a:lnTo>
                    <a:pt x="8194114" y="0"/>
                  </a:lnTo>
                  <a:lnTo>
                    <a:pt x="8194239" y="0"/>
                  </a:lnTo>
                  <a:lnTo>
                    <a:pt x="8194364" y="0"/>
                  </a:lnTo>
                  <a:lnTo>
                    <a:pt x="8194489" y="0"/>
                  </a:lnTo>
                  <a:lnTo>
                    <a:pt x="8194614" y="0"/>
                  </a:lnTo>
                  <a:lnTo>
                    <a:pt x="8194739" y="0"/>
                  </a:lnTo>
                  <a:lnTo>
                    <a:pt x="8194864" y="0"/>
                  </a:lnTo>
                  <a:lnTo>
                    <a:pt x="8194989" y="0"/>
                  </a:lnTo>
                  <a:lnTo>
                    <a:pt x="8195114" y="0"/>
                  </a:lnTo>
                  <a:lnTo>
                    <a:pt x="8195239" y="0"/>
                  </a:lnTo>
                  <a:lnTo>
                    <a:pt x="8195364" y="0"/>
                  </a:lnTo>
                  <a:lnTo>
                    <a:pt x="8195489" y="0"/>
                  </a:lnTo>
                  <a:lnTo>
                    <a:pt x="8195614" y="0"/>
                  </a:lnTo>
                  <a:lnTo>
                    <a:pt x="8195739" y="0"/>
                  </a:lnTo>
                  <a:lnTo>
                    <a:pt x="8195864" y="0"/>
                  </a:lnTo>
                  <a:lnTo>
                    <a:pt x="8195989" y="0"/>
                  </a:lnTo>
                  <a:lnTo>
                    <a:pt x="8196114" y="0"/>
                  </a:lnTo>
                  <a:lnTo>
                    <a:pt x="8196239" y="0"/>
                  </a:lnTo>
                  <a:lnTo>
                    <a:pt x="8196365" y="0"/>
                  </a:lnTo>
                  <a:lnTo>
                    <a:pt x="8196490" y="0"/>
                  </a:lnTo>
                  <a:lnTo>
                    <a:pt x="8196615" y="0"/>
                  </a:lnTo>
                  <a:lnTo>
                    <a:pt x="8196740" y="0"/>
                  </a:lnTo>
                  <a:lnTo>
                    <a:pt x="8196865" y="0"/>
                  </a:lnTo>
                  <a:lnTo>
                    <a:pt x="8196990" y="0"/>
                  </a:lnTo>
                  <a:lnTo>
                    <a:pt x="8197115" y="0"/>
                  </a:lnTo>
                  <a:lnTo>
                    <a:pt x="8197240" y="0"/>
                  </a:lnTo>
                  <a:lnTo>
                    <a:pt x="8197365" y="0"/>
                  </a:lnTo>
                  <a:lnTo>
                    <a:pt x="8197490" y="0"/>
                  </a:lnTo>
                  <a:lnTo>
                    <a:pt x="8197615" y="0"/>
                  </a:lnTo>
                  <a:lnTo>
                    <a:pt x="8197740" y="0"/>
                  </a:lnTo>
                  <a:lnTo>
                    <a:pt x="8197865" y="0"/>
                  </a:lnTo>
                  <a:lnTo>
                    <a:pt x="8197990" y="0"/>
                  </a:lnTo>
                  <a:lnTo>
                    <a:pt x="8198115" y="0"/>
                  </a:lnTo>
                  <a:lnTo>
                    <a:pt x="8198240" y="0"/>
                  </a:lnTo>
                  <a:lnTo>
                    <a:pt x="8198365" y="0"/>
                  </a:lnTo>
                  <a:lnTo>
                    <a:pt x="8198490" y="0"/>
                  </a:lnTo>
                  <a:lnTo>
                    <a:pt x="8198615" y="0"/>
                  </a:lnTo>
                  <a:lnTo>
                    <a:pt x="8198740" y="0"/>
                  </a:lnTo>
                  <a:lnTo>
                    <a:pt x="8198865" y="0"/>
                  </a:lnTo>
                  <a:lnTo>
                    <a:pt x="8198990" y="0"/>
                  </a:lnTo>
                  <a:lnTo>
                    <a:pt x="8199115" y="0"/>
                  </a:lnTo>
                  <a:lnTo>
                    <a:pt x="8199240" y="0"/>
                  </a:lnTo>
                  <a:lnTo>
                    <a:pt x="8199366" y="0"/>
                  </a:lnTo>
                  <a:lnTo>
                    <a:pt x="8199491" y="0"/>
                  </a:lnTo>
                  <a:lnTo>
                    <a:pt x="8199616" y="0"/>
                  </a:lnTo>
                  <a:lnTo>
                    <a:pt x="8199741" y="0"/>
                  </a:lnTo>
                  <a:lnTo>
                    <a:pt x="8199866" y="0"/>
                  </a:lnTo>
                  <a:lnTo>
                    <a:pt x="8199991" y="0"/>
                  </a:lnTo>
                  <a:lnTo>
                    <a:pt x="8200116" y="0"/>
                  </a:lnTo>
                  <a:lnTo>
                    <a:pt x="8200241" y="0"/>
                  </a:lnTo>
                  <a:lnTo>
                    <a:pt x="8200366" y="0"/>
                  </a:lnTo>
                  <a:lnTo>
                    <a:pt x="8200491" y="0"/>
                  </a:lnTo>
                  <a:lnTo>
                    <a:pt x="8200616" y="0"/>
                  </a:lnTo>
                  <a:lnTo>
                    <a:pt x="8200741" y="0"/>
                  </a:lnTo>
                  <a:lnTo>
                    <a:pt x="8200866" y="0"/>
                  </a:lnTo>
                  <a:lnTo>
                    <a:pt x="8200991" y="0"/>
                  </a:lnTo>
                  <a:lnTo>
                    <a:pt x="8201116" y="0"/>
                  </a:lnTo>
                  <a:lnTo>
                    <a:pt x="8201241" y="0"/>
                  </a:lnTo>
                  <a:lnTo>
                    <a:pt x="8201366" y="0"/>
                  </a:lnTo>
                  <a:lnTo>
                    <a:pt x="8201491" y="0"/>
                  </a:lnTo>
                  <a:lnTo>
                    <a:pt x="8201616" y="0"/>
                  </a:lnTo>
                  <a:lnTo>
                    <a:pt x="8201741" y="0"/>
                  </a:lnTo>
                  <a:lnTo>
                    <a:pt x="8201866" y="0"/>
                  </a:lnTo>
                  <a:lnTo>
                    <a:pt x="8201991" y="0"/>
                  </a:lnTo>
                  <a:lnTo>
                    <a:pt x="8202116" y="0"/>
                  </a:lnTo>
                  <a:lnTo>
                    <a:pt x="8202241" y="0"/>
                  </a:lnTo>
                  <a:lnTo>
                    <a:pt x="8202367" y="0"/>
                  </a:lnTo>
                  <a:lnTo>
                    <a:pt x="8202492" y="0"/>
                  </a:lnTo>
                  <a:lnTo>
                    <a:pt x="8202617" y="0"/>
                  </a:lnTo>
                  <a:lnTo>
                    <a:pt x="8202742" y="0"/>
                  </a:lnTo>
                  <a:lnTo>
                    <a:pt x="8202867" y="0"/>
                  </a:lnTo>
                  <a:lnTo>
                    <a:pt x="8202992" y="0"/>
                  </a:lnTo>
                  <a:lnTo>
                    <a:pt x="8203117" y="0"/>
                  </a:lnTo>
                  <a:lnTo>
                    <a:pt x="8203242" y="0"/>
                  </a:lnTo>
                  <a:lnTo>
                    <a:pt x="8203367" y="0"/>
                  </a:lnTo>
                  <a:lnTo>
                    <a:pt x="8203492" y="0"/>
                  </a:lnTo>
                  <a:lnTo>
                    <a:pt x="8203617" y="0"/>
                  </a:lnTo>
                  <a:lnTo>
                    <a:pt x="8203742" y="0"/>
                  </a:lnTo>
                  <a:lnTo>
                    <a:pt x="8203867" y="0"/>
                  </a:lnTo>
                  <a:lnTo>
                    <a:pt x="8203992" y="0"/>
                  </a:lnTo>
                  <a:lnTo>
                    <a:pt x="8204117" y="0"/>
                  </a:lnTo>
                  <a:lnTo>
                    <a:pt x="8204242" y="0"/>
                  </a:lnTo>
                  <a:lnTo>
                    <a:pt x="8204367" y="0"/>
                  </a:lnTo>
                  <a:lnTo>
                    <a:pt x="8204492" y="0"/>
                  </a:lnTo>
                  <a:lnTo>
                    <a:pt x="8204617" y="0"/>
                  </a:lnTo>
                  <a:lnTo>
                    <a:pt x="8204742" y="0"/>
                  </a:lnTo>
                  <a:lnTo>
                    <a:pt x="8204867" y="0"/>
                  </a:lnTo>
                  <a:lnTo>
                    <a:pt x="8204992" y="0"/>
                  </a:lnTo>
                  <a:lnTo>
                    <a:pt x="8205117" y="0"/>
                  </a:lnTo>
                  <a:lnTo>
                    <a:pt x="8205242" y="0"/>
                  </a:lnTo>
                  <a:lnTo>
                    <a:pt x="8205368" y="0"/>
                  </a:lnTo>
                  <a:lnTo>
                    <a:pt x="8205493" y="0"/>
                  </a:lnTo>
                  <a:lnTo>
                    <a:pt x="8205618" y="0"/>
                  </a:lnTo>
                  <a:lnTo>
                    <a:pt x="8205743" y="0"/>
                  </a:lnTo>
                  <a:lnTo>
                    <a:pt x="8205868" y="0"/>
                  </a:lnTo>
                  <a:lnTo>
                    <a:pt x="8205993" y="0"/>
                  </a:lnTo>
                  <a:lnTo>
                    <a:pt x="8206118" y="0"/>
                  </a:lnTo>
                  <a:lnTo>
                    <a:pt x="8206243" y="0"/>
                  </a:lnTo>
                  <a:lnTo>
                    <a:pt x="8206368" y="0"/>
                  </a:lnTo>
                  <a:lnTo>
                    <a:pt x="8206493" y="0"/>
                  </a:lnTo>
                  <a:lnTo>
                    <a:pt x="8206618" y="0"/>
                  </a:lnTo>
                  <a:lnTo>
                    <a:pt x="8206743" y="0"/>
                  </a:lnTo>
                  <a:lnTo>
                    <a:pt x="8206868" y="0"/>
                  </a:lnTo>
                  <a:lnTo>
                    <a:pt x="8206993" y="0"/>
                  </a:lnTo>
                  <a:lnTo>
                    <a:pt x="8207118" y="0"/>
                  </a:lnTo>
                  <a:lnTo>
                    <a:pt x="8207243" y="0"/>
                  </a:lnTo>
                  <a:lnTo>
                    <a:pt x="8207368" y="0"/>
                  </a:lnTo>
                  <a:lnTo>
                    <a:pt x="8207493" y="0"/>
                  </a:lnTo>
                  <a:lnTo>
                    <a:pt x="8207618" y="0"/>
                  </a:lnTo>
                  <a:lnTo>
                    <a:pt x="8207743" y="0"/>
                  </a:lnTo>
                  <a:lnTo>
                    <a:pt x="8207868" y="0"/>
                  </a:lnTo>
                  <a:lnTo>
                    <a:pt x="8207993" y="0"/>
                  </a:lnTo>
                  <a:lnTo>
                    <a:pt x="8208118" y="0"/>
                  </a:lnTo>
                  <a:lnTo>
                    <a:pt x="8208243" y="0"/>
                  </a:lnTo>
                  <a:lnTo>
                    <a:pt x="8208369" y="0"/>
                  </a:lnTo>
                  <a:lnTo>
                    <a:pt x="8208494" y="0"/>
                  </a:lnTo>
                  <a:lnTo>
                    <a:pt x="8208619" y="0"/>
                  </a:lnTo>
                  <a:lnTo>
                    <a:pt x="8208744" y="0"/>
                  </a:lnTo>
                  <a:lnTo>
                    <a:pt x="8208869" y="0"/>
                  </a:lnTo>
                  <a:lnTo>
                    <a:pt x="8208994" y="0"/>
                  </a:lnTo>
                  <a:lnTo>
                    <a:pt x="8209119" y="0"/>
                  </a:lnTo>
                  <a:lnTo>
                    <a:pt x="8209244" y="0"/>
                  </a:lnTo>
                  <a:lnTo>
                    <a:pt x="8209369" y="0"/>
                  </a:lnTo>
                  <a:lnTo>
                    <a:pt x="8209494" y="0"/>
                  </a:lnTo>
                  <a:lnTo>
                    <a:pt x="8209619" y="0"/>
                  </a:lnTo>
                  <a:lnTo>
                    <a:pt x="8209744" y="0"/>
                  </a:lnTo>
                  <a:lnTo>
                    <a:pt x="8209869" y="0"/>
                  </a:lnTo>
                  <a:lnTo>
                    <a:pt x="8209994" y="0"/>
                  </a:lnTo>
                  <a:lnTo>
                    <a:pt x="8210119" y="0"/>
                  </a:lnTo>
                  <a:lnTo>
                    <a:pt x="8210244" y="0"/>
                  </a:lnTo>
                  <a:lnTo>
                    <a:pt x="8210369" y="0"/>
                  </a:lnTo>
                  <a:lnTo>
                    <a:pt x="8210494" y="0"/>
                  </a:lnTo>
                  <a:lnTo>
                    <a:pt x="8210619" y="0"/>
                  </a:lnTo>
                  <a:lnTo>
                    <a:pt x="8210744" y="0"/>
                  </a:lnTo>
                  <a:lnTo>
                    <a:pt x="8210869" y="0"/>
                  </a:lnTo>
                  <a:lnTo>
                    <a:pt x="8210994" y="0"/>
                  </a:lnTo>
                  <a:lnTo>
                    <a:pt x="8211119" y="0"/>
                  </a:lnTo>
                  <a:lnTo>
                    <a:pt x="8211244" y="0"/>
                  </a:lnTo>
                  <a:lnTo>
                    <a:pt x="8211370" y="0"/>
                  </a:lnTo>
                  <a:lnTo>
                    <a:pt x="8211495" y="0"/>
                  </a:lnTo>
                  <a:lnTo>
                    <a:pt x="8211620" y="0"/>
                  </a:lnTo>
                  <a:lnTo>
                    <a:pt x="8211745" y="0"/>
                  </a:lnTo>
                  <a:lnTo>
                    <a:pt x="8211870" y="0"/>
                  </a:lnTo>
                  <a:lnTo>
                    <a:pt x="8211995" y="0"/>
                  </a:lnTo>
                  <a:lnTo>
                    <a:pt x="8212120" y="0"/>
                  </a:lnTo>
                  <a:lnTo>
                    <a:pt x="8212245" y="0"/>
                  </a:lnTo>
                  <a:lnTo>
                    <a:pt x="8212370" y="0"/>
                  </a:lnTo>
                  <a:lnTo>
                    <a:pt x="8212495" y="0"/>
                  </a:lnTo>
                  <a:lnTo>
                    <a:pt x="8212620" y="0"/>
                  </a:lnTo>
                  <a:lnTo>
                    <a:pt x="8212745" y="0"/>
                  </a:lnTo>
                  <a:lnTo>
                    <a:pt x="8212870" y="0"/>
                  </a:lnTo>
                  <a:lnTo>
                    <a:pt x="8212995" y="0"/>
                  </a:lnTo>
                  <a:lnTo>
                    <a:pt x="8213120" y="0"/>
                  </a:lnTo>
                  <a:lnTo>
                    <a:pt x="8213245" y="0"/>
                  </a:lnTo>
                  <a:lnTo>
                    <a:pt x="8213370" y="0"/>
                  </a:lnTo>
                  <a:lnTo>
                    <a:pt x="8213495" y="0"/>
                  </a:lnTo>
                  <a:lnTo>
                    <a:pt x="8213620" y="0"/>
                  </a:lnTo>
                  <a:lnTo>
                    <a:pt x="8213745" y="0"/>
                  </a:lnTo>
                  <a:lnTo>
                    <a:pt x="8213870" y="0"/>
                  </a:lnTo>
                  <a:lnTo>
                    <a:pt x="8213995" y="0"/>
                  </a:lnTo>
                  <a:lnTo>
                    <a:pt x="8214120" y="0"/>
                  </a:lnTo>
                  <a:lnTo>
                    <a:pt x="8214245" y="0"/>
                  </a:lnTo>
                  <a:lnTo>
                    <a:pt x="8214371" y="0"/>
                  </a:lnTo>
                  <a:lnTo>
                    <a:pt x="8214496" y="0"/>
                  </a:lnTo>
                  <a:lnTo>
                    <a:pt x="8214621" y="0"/>
                  </a:lnTo>
                  <a:lnTo>
                    <a:pt x="8214746" y="0"/>
                  </a:lnTo>
                  <a:lnTo>
                    <a:pt x="8214871" y="0"/>
                  </a:lnTo>
                  <a:lnTo>
                    <a:pt x="8214996" y="0"/>
                  </a:lnTo>
                  <a:lnTo>
                    <a:pt x="8215121" y="0"/>
                  </a:lnTo>
                  <a:lnTo>
                    <a:pt x="8215246" y="0"/>
                  </a:lnTo>
                  <a:lnTo>
                    <a:pt x="8215371" y="0"/>
                  </a:lnTo>
                  <a:lnTo>
                    <a:pt x="8215496" y="0"/>
                  </a:lnTo>
                  <a:lnTo>
                    <a:pt x="8215621" y="0"/>
                  </a:lnTo>
                  <a:lnTo>
                    <a:pt x="8215746" y="0"/>
                  </a:lnTo>
                  <a:lnTo>
                    <a:pt x="8215871" y="0"/>
                  </a:lnTo>
                  <a:lnTo>
                    <a:pt x="8215996" y="0"/>
                  </a:lnTo>
                  <a:lnTo>
                    <a:pt x="8216121" y="0"/>
                  </a:lnTo>
                  <a:lnTo>
                    <a:pt x="8216246" y="0"/>
                  </a:lnTo>
                  <a:lnTo>
                    <a:pt x="8216371" y="0"/>
                  </a:lnTo>
                  <a:lnTo>
                    <a:pt x="8216496" y="0"/>
                  </a:lnTo>
                  <a:lnTo>
                    <a:pt x="8216621" y="0"/>
                  </a:lnTo>
                  <a:lnTo>
                    <a:pt x="8216746" y="0"/>
                  </a:lnTo>
                  <a:lnTo>
                    <a:pt x="8216871" y="0"/>
                  </a:lnTo>
                  <a:lnTo>
                    <a:pt x="8216996" y="0"/>
                  </a:lnTo>
                  <a:lnTo>
                    <a:pt x="8217121" y="0"/>
                  </a:lnTo>
                  <a:lnTo>
                    <a:pt x="8217246" y="0"/>
                  </a:lnTo>
                  <a:lnTo>
                    <a:pt x="8217372" y="0"/>
                  </a:lnTo>
                  <a:lnTo>
                    <a:pt x="8217497" y="0"/>
                  </a:lnTo>
                  <a:lnTo>
                    <a:pt x="8217622" y="0"/>
                  </a:lnTo>
                  <a:lnTo>
                    <a:pt x="8217747" y="0"/>
                  </a:lnTo>
                  <a:lnTo>
                    <a:pt x="8217872" y="0"/>
                  </a:lnTo>
                  <a:lnTo>
                    <a:pt x="8217997" y="0"/>
                  </a:lnTo>
                  <a:lnTo>
                    <a:pt x="8218122" y="0"/>
                  </a:lnTo>
                  <a:lnTo>
                    <a:pt x="8218247" y="0"/>
                  </a:lnTo>
                  <a:lnTo>
                    <a:pt x="8218372" y="0"/>
                  </a:lnTo>
                  <a:lnTo>
                    <a:pt x="8218497" y="0"/>
                  </a:lnTo>
                  <a:lnTo>
                    <a:pt x="8218622" y="0"/>
                  </a:lnTo>
                  <a:lnTo>
                    <a:pt x="8218747" y="0"/>
                  </a:lnTo>
                  <a:lnTo>
                    <a:pt x="8218872" y="0"/>
                  </a:lnTo>
                  <a:lnTo>
                    <a:pt x="8218997" y="0"/>
                  </a:lnTo>
                  <a:lnTo>
                    <a:pt x="8219122" y="0"/>
                  </a:lnTo>
                  <a:lnTo>
                    <a:pt x="8219247" y="0"/>
                  </a:lnTo>
                  <a:lnTo>
                    <a:pt x="8219372" y="0"/>
                  </a:lnTo>
                  <a:lnTo>
                    <a:pt x="8219497" y="0"/>
                  </a:lnTo>
                  <a:lnTo>
                    <a:pt x="8219622" y="0"/>
                  </a:lnTo>
                  <a:lnTo>
                    <a:pt x="8219747" y="0"/>
                  </a:lnTo>
                  <a:lnTo>
                    <a:pt x="8219872" y="0"/>
                  </a:lnTo>
                  <a:lnTo>
                    <a:pt x="8219997" y="0"/>
                  </a:lnTo>
                  <a:lnTo>
                    <a:pt x="8220122" y="0"/>
                  </a:lnTo>
                  <a:lnTo>
                    <a:pt x="8220247" y="0"/>
                  </a:lnTo>
                  <a:lnTo>
                    <a:pt x="8220373" y="0"/>
                  </a:lnTo>
                  <a:lnTo>
                    <a:pt x="8220498" y="0"/>
                  </a:lnTo>
                  <a:lnTo>
                    <a:pt x="8220623" y="0"/>
                  </a:lnTo>
                  <a:lnTo>
                    <a:pt x="8220748" y="0"/>
                  </a:lnTo>
                  <a:lnTo>
                    <a:pt x="8220873" y="0"/>
                  </a:lnTo>
                  <a:lnTo>
                    <a:pt x="8220998" y="0"/>
                  </a:lnTo>
                  <a:lnTo>
                    <a:pt x="8221123" y="0"/>
                  </a:lnTo>
                  <a:lnTo>
                    <a:pt x="8221248" y="0"/>
                  </a:lnTo>
                  <a:lnTo>
                    <a:pt x="8221373" y="0"/>
                  </a:lnTo>
                  <a:lnTo>
                    <a:pt x="8221498" y="0"/>
                  </a:lnTo>
                  <a:lnTo>
                    <a:pt x="8221623" y="0"/>
                  </a:lnTo>
                  <a:lnTo>
                    <a:pt x="8221748" y="0"/>
                  </a:lnTo>
                  <a:lnTo>
                    <a:pt x="8221873" y="0"/>
                  </a:lnTo>
                  <a:lnTo>
                    <a:pt x="8221998" y="0"/>
                  </a:lnTo>
                  <a:lnTo>
                    <a:pt x="8222123" y="0"/>
                  </a:lnTo>
                  <a:lnTo>
                    <a:pt x="8222248" y="0"/>
                  </a:lnTo>
                  <a:lnTo>
                    <a:pt x="8222373" y="0"/>
                  </a:lnTo>
                  <a:lnTo>
                    <a:pt x="8222498" y="0"/>
                  </a:lnTo>
                  <a:lnTo>
                    <a:pt x="8222623" y="0"/>
                  </a:lnTo>
                  <a:lnTo>
                    <a:pt x="8222748" y="0"/>
                  </a:lnTo>
                  <a:lnTo>
                    <a:pt x="8222873" y="0"/>
                  </a:lnTo>
                  <a:lnTo>
                    <a:pt x="8222998" y="0"/>
                  </a:lnTo>
                  <a:lnTo>
                    <a:pt x="8223123" y="0"/>
                  </a:lnTo>
                  <a:lnTo>
                    <a:pt x="8223248" y="0"/>
                  </a:lnTo>
                  <a:lnTo>
                    <a:pt x="8223374" y="0"/>
                  </a:lnTo>
                  <a:lnTo>
                    <a:pt x="8223499" y="0"/>
                  </a:lnTo>
                  <a:lnTo>
                    <a:pt x="8223624" y="0"/>
                  </a:lnTo>
                  <a:lnTo>
                    <a:pt x="8223749" y="0"/>
                  </a:lnTo>
                  <a:lnTo>
                    <a:pt x="8223874" y="0"/>
                  </a:lnTo>
                  <a:lnTo>
                    <a:pt x="8223999" y="0"/>
                  </a:lnTo>
                  <a:lnTo>
                    <a:pt x="8224124" y="0"/>
                  </a:lnTo>
                  <a:lnTo>
                    <a:pt x="8224249" y="0"/>
                  </a:lnTo>
                  <a:lnTo>
                    <a:pt x="8224374" y="0"/>
                  </a:lnTo>
                  <a:lnTo>
                    <a:pt x="8224499" y="0"/>
                  </a:lnTo>
                  <a:lnTo>
                    <a:pt x="8224624" y="0"/>
                  </a:lnTo>
                  <a:lnTo>
                    <a:pt x="8224749" y="0"/>
                  </a:lnTo>
                  <a:lnTo>
                    <a:pt x="8224874" y="0"/>
                  </a:lnTo>
                  <a:lnTo>
                    <a:pt x="8224999" y="0"/>
                  </a:lnTo>
                  <a:lnTo>
                    <a:pt x="8225124" y="0"/>
                  </a:lnTo>
                  <a:lnTo>
                    <a:pt x="8225249" y="0"/>
                  </a:lnTo>
                  <a:lnTo>
                    <a:pt x="8225374" y="0"/>
                  </a:lnTo>
                  <a:lnTo>
                    <a:pt x="8225499" y="0"/>
                  </a:lnTo>
                  <a:lnTo>
                    <a:pt x="8225624" y="0"/>
                  </a:lnTo>
                  <a:lnTo>
                    <a:pt x="8225749" y="0"/>
                  </a:lnTo>
                  <a:lnTo>
                    <a:pt x="8225874" y="0"/>
                  </a:lnTo>
                  <a:lnTo>
                    <a:pt x="8225999" y="0"/>
                  </a:lnTo>
                  <a:lnTo>
                    <a:pt x="8226124" y="0"/>
                  </a:lnTo>
                  <a:lnTo>
                    <a:pt x="8226250" y="0"/>
                  </a:lnTo>
                  <a:lnTo>
                    <a:pt x="8226375" y="0"/>
                  </a:lnTo>
                  <a:lnTo>
                    <a:pt x="8226500" y="0"/>
                  </a:lnTo>
                  <a:lnTo>
                    <a:pt x="8226625" y="0"/>
                  </a:lnTo>
                  <a:lnTo>
                    <a:pt x="8226750" y="0"/>
                  </a:lnTo>
                  <a:lnTo>
                    <a:pt x="8226875" y="0"/>
                  </a:lnTo>
                  <a:lnTo>
                    <a:pt x="8227000" y="0"/>
                  </a:lnTo>
                  <a:lnTo>
                    <a:pt x="8227125" y="0"/>
                  </a:lnTo>
                  <a:lnTo>
                    <a:pt x="8227250" y="0"/>
                  </a:lnTo>
                  <a:lnTo>
                    <a:pt x="8227375" y="0"/>
                  </a:lnTo>
                  <a:lnTo>
                    <a:pt x="8227500" y="0"/>
                  </a:lnTo>
                  <a:lnTo>
                    <a:pt x="8227625" y="0"/>
                  </a:lnTo>
                  <a:lnTo>
                    <a:pt x="8227750" y="0"/>
                  </a:lnTo>
                  <a:lnTo>
                    <a:pt x="8227875" y="0"/>
                  </a:lnTo>
                  <a:lnTo>
                    <a:pt x="8228000" y="0"/>
                  </a:lnTo>
                  <a:lnTo>
                    <a:pt x="8228125" y="0"/>
                  </a:lnTo>
                  <a:lnTo>
                    <a:pt x="8228250" y="0"/>
                  </a:lnTo>
                  <a:lnTo>
                    <a:pt x="8228375" y="0"/>
                  </a:lnTo>
                  <a:lnTo>
                    <a:pt x="8228500" y="0"/>
                  </a:lnTo>
                  <a:lnTo>
                    <a:pt x="8228625" y="0"/>
                  </a:lnTo>
                  <a:lnTo>
                    <a:pt x="8228750" y="0"/>
                  </a:lnTo>
                  <a:lnTo>
                    <a:pt x="8228875" y="0"/>
                  </a:lnTo>
                  <a:lnTo>
                    <a:pt x="8229000" y="0"/>
                  </a:lnTo>
                  <a:lnTo>
                    <a:pt x="8229125" y="0"/>
                  </a:lnTo>
                  <a:lnTo>
                    <a:pt x="8229251" y="0"/>
                  </a:lnTo>
                  <a:lnTo>
                    <a:pt x="8229376" y="0"/>
                  </a:lnTo>
                  <a:lnTo>
                    <a:pt x="8229501" y="0"/>
                  </a:lnTo>
                  <a:lnTo>
                    <a:pt x="8229626" y="0"/>
                  </a:lnTo>
                  <a:lnTo>
                    <a:pt x="8229751" y="0"/>
                  </a:lnTo>
                  <a:lnTo>
                    <a:pt x="8229876" y="0"/>
                  </a:lnTo>
                  <a:lnTo>
                    <a:pt x="8230001" y="0"/>
                  </a:lnTo>
                  <a:lnTo>
                    <a:pt x="8230126" y="0"/>
                  </a:lnTo>
                  <a:lnTo>
                    <a:pt x="8230251" y="0"/>
                  </a:lnTo>
                  <a:lnTo>
                    <a:pt x="8230376" y="0"/>
                  </a:lnTo>
                  <a:lnTo>
                    <a:pt x="8230501" y="0"/>
                  </a:lnTo>
                  <a:lnTo>
                    <a:pt x="8230626" y="0"/>
                  </a:lnTo>
                  <a:lnTo>
                    <a:pt x="8230751" y="0"/>
                  </a:lnTo>
                  <a:lnTo>
                    <a:pt x="8230876" y="0"/>
                  </a:lnTo>
                  <a:lnTo>
                    <a:pt x="8231001" y="0"/>
                  </a:lnTo>
                  <a:lnTo>
                    <a:pt x="8231126" y="0"/>
                  </a:lnTo>
                  <a:lnTo>
                    <a:pt x="8231251" y="0"/>
                  </a:lnTo>
                  <a:lnTo>
                    <a:pt x="8231376" y="0"/>
                  </a:lnTo>
                  <a:lnTo>
                    <a:pt x="8231501" y="0"/>
                  </a:lnTo>
                  <a:lnTo>
                    <a:pt x="8231626" y="0"/>
                  </a:lnTo>
                  <a:lnTo>
                    <a:pt x="8231751" y="0"/>
                  </a:lnTo>
                  <a:lnTo>
                    <a:pt x="8231876" y="0"/>
                  </a:lnTo>
                  <a:lnTo>
                    <a:pt x="8232001" y="0"/>
                  </a:lnTo>
                  <a:lnTo>
                    <a:pt x="8232126" y="0"/>
                  </a:lnTo>
                  <a:lnTo>
                    <a:pt x="8232252" y="0"/>
                  </a:lnTo>
                  <a:lnTo>
                    <a:pt x="8232377" y="0"/>
                  </a:lnTo>
                  <a:lnTo>
                    <a:pt x="8232502" y="0"/>
                  </a:lnTo>
                  <a:lnTo>
                    <a:pt x="8232627" y="0"/>
                  </a:lnTo>
                  <a:lnTo>
                    <a:pt x="8232752" y="0"/>
                  </a:lnTo>
                  <a:lnTo>
                    <a:pt x="8232877" y="0"/>
                  </a:lnTo>
                  <a:lnTo>
                    <a:pt x="8233002" y="0"/>
                  </a:lnTo>
                  <a:lnTo>
                    <a:pt x="8233127" y="0"/>
                  </a:lnTo>
                  <a:lnTo>
                    <a:pt x="8233252" y="0"/>
                  </a:lnTo>
                  <a:lnTo>
                    <a:pt x="8233377" y="0"/>
                  </a:lnTo>
                  <a:lnTo>
                    <a:pt x="8233502" y="0"/>
                  </a:lnTo>
                  <a:lnTo>
                    <a:pt x="8233627" y="0"/>
                  </a:lnTo>
                  <a:lnTo>
                    <a:pt x="8233752" y="0"/>
                  </a:lnTo>
                  <a:lnTo>
                    <a:pt x="8233877" y="0"/>
                  </a:lnTo>
                  <a:lnTo>
                    <a:pt x="8234002" y="0"/>
                  </a:lnTo>
                  <a:lnTo>
                    <a:pt x="8234127" y="0"/>
                  </a:lnTo>
                  <a:lnTo>
                    <a:pt x="8234252" y="0"/>
                  </a:lnTo>
                  <a:lnTo>
                    <a:pt x="8234377" y="0"/>
                  </a:lnTo>
                  <a:lnTo>
                    <a:pt x="8234502" y="0"/>
                  </a:lnTo>
                  <a:lnTo>
                    <a:pt x="8234627" y="0"/>
                  </a:lnTo>
                  <a:lnTo>
                    <a:pt x="8234752" y="0"/>
                  </a:lnTo>
                  <a:lnTo>
                    <a:pt x="8234877" y="0"/>
                  </a:lnTo>
                  <a:lnTo>
                    <a:pt x="8235002" y="0"/>
                  </a:lnTo>
                  <a:lnTo>
                    <a:pt x="8235127" y="0"/>
                  </a:lnTo>
                  <a:lnTo>
                    <a:pt x="8235253" y="0"/>
                  </a:lnTo>
                  <a:lnTo>
                    <a:pt x="8235378" y="0"/>
                  </a:lnTo>
                  <a:lnTo>
                    <a:pt x="8235503" y="0"/>
                  </a:lnTo>
                  <a:lnTo>
                    <a:pt x="8235628" y="0"/>
                  </a:lnTo>
                  <a:lnTo>
                    <a:pt x="8235753" y="0"/>
                  </a:lnTo>
                  <a:lnTo>
                    <a:pt x="8235878" y="0"/>
                  </a:lnTo>
                  <a:lnTo>
                    <a:pt x="8236003" y="0"/>
                  </a:lnTo>
                  <a:lnTo>
                    <a:pt x="8236128" y="0"/>
                  </a:lnTo>
                  <a:lnTo>
                    <a:pt x="8236253" y="0"/>
                  </a:lnTo>
                  <a:lnTo>
                    <a:pt x="8236378" y="0"/>
                  </a:lnTo>
                  <a:lnTo>
                    <a:pt x="8236503" y="0"/>
                  </a:lnTo>
                  <a:lnTo>
                    <a:pt x="8236628" y="0"/>
                  </a:lnTo>
                  <a:lnTo>
                    <a:pt x="8236753" y="0"/>
                  </a:lnTo>
                  <a:lnTo>
                    <a:pt x="8236878" y="0"/>
                  </a:lnTo>
                  <a:lnTo>
                    <a:pt x="8237003" y="0"/>
                  </a:lnTo>
                  <a:lnTo>
                    <a:pt x="8237128" y="0"/>
                  </a:lnTo>
                  <a:lnTo>
                    <a:pt x="8237253" y="0"/>
                  </a:lnTo>
                  <a:lnTo>
                    <a:pt x="8237378" y="0"/>
                  </a:lnTo>
                  <a:lnTo>
                    <a:pt x="8237503" y="0"/>
                  </a:lnTo>
                  <a:lnTo>
                    <a:pt x="8237628" y="0"/>
                  </a:lnTo>
                  <a:lnTo>
                    <a:pt x="8237753" y="0"/>
                  </a:lnTo>
                  <a:lnTo>
                    <a:pt x="8237878" y="0"/>
                  </a:lnTo>
                  <a:lnTo>
                    <a:pt x="8238003" y="0"/>
                  </a:lnTo>
                  <a:lnTo>
                    <a:pt x="8238128" y="0"/>
                  </a:lnTo>
                  <a:lnTo>
                    <a:pt x="8238254" y="0"/>
                  </a:lnTo>
                  <a:lnTo>
                    <a:pt x="8238379" y="0"/>
                  </a:lnTo>
                  <a:lnTo>
                    <a:pt x="8238504" y="0"/>
                  </a:lnTo>
                  <a:lnTo>
                    <a:pt x="8238629" y="0"/>
                  </a:lnTo>
                  <a:lnTo>
                    <a:pt x="8238754" y="0"/>
                  </a:lnTo>
                  <a:lnTo>
                    <a:pt x="8238879" y="0"/>
                  </a:lnTo>
                  <a:lnTo>
                    <a:pt x="8239004" y="0"/>
                  </a:lnTo>
                  <a:lnTo>
                    <a:pt x="8239129" y="0"/>
                  </a:lnTo>
                  <a:lnTo>
                    <a:pt x="8239254" y="0"/>
                  </a:lnTo>
                  <a:lnTo>
                    <a:pt x="8239379" y="0"/>
                  </a:lnTo>
                  <a:lnTo>
                    <a:pt x="8239504" y="0"/>
                  </a:lnTo>
                  <a:lnTo>
                    <a:pt x="8239629" y="0"/>
                  </a:lnTo>
                  <a:lnTo>
                    <a:pt x="8239754" y="0"/>
                  </a:lnTo>
                  <a:lnTo>
                    <a:pt x="8239879" y="0"/>
                  </a:lnTo>
                  <a:lnTo>
                    <a:pt x="8240004" y="0"/>
                  </a:lnTo>
                  <a:lnTo>
                    <a:pt x="8240129" y="0"/>
                  </a:lnTo>
                  <a:lnTo>
                    <a:pt x="8240254" y="0"/>
                  </a:lnTo>
                  <a:lnTo>
                    <a:pt x="8240379" y="0"/>
                  </a:lnTo>
                  <a:lnTo>
                    <a:pt x="8240504" y="0"/>
                  </a:lnTo>
                  <a:lnTo>
                    <a:pt x="8240629" y="0"/>
                  </a:lnTo>
                  <a:lnTo>
                    <a:pt x="8240754" y="0"/>
                  </a:lnTo>
                  <a:lnTo>
                    <a:pt x="8240879" y="0"/>
                  </a:lnTo>
                  <a:lnTo>
                    <a:pt x="8241004" y="0"/>
                  </a:lnTo>
                  <a:lnTo>
                    <a:pt x="8241129" y="0"/>
                  </a:lnTo>
                  <a:lnTo>
                    <a:pt x="8241255" y="0"/>
                  </a:lnTo>
                  <a:lnTo>
                    <a:pt x="8241380" y="0"/>
                  </a:lnTo>
                  <a:lnTo>
                    <a:pt x="8241505" y="0"/>
                  </a:lnTo>
                  <a:lnTo>
                    <a:pt x="8241630" y="0"/>
                  </a:lnTo>
                  <a:lnTo>
                    <a:pt x="8241755" y="0"/>
                  </a:lnTo>
                  <a:lnTo>
                    <a:pt x="8241880" y="0"/>
                  </a:lnTo>
                  <a:lnTo>
                    <a:pt x="8242005" y="0"/>
                  </a:lnTo>
                  <a:lnTo>
                    <a:pt x="8242130" y="0"/>
                  </a:lnTo>
                  <a:lnTo>
                    <a:pt x="8242255" y="0"/>
                  </a:lnTo>
                  <a:lnTo>
                    <a:pt x="8242380" y="0"/>
                  </a:lnTo>
                  <a:lnTo>
                    <a:pt x="8242505" y="0"/>
                  </a:lnTo>
                  <a:lnTo>
                    <a:pt x="8242630" y="0"/>
                  </a:lnTo>
                  <a:lnTo>
                    <a:pt x="8242755" y="0"/>
                  </a:lnTo>
                  <a:lnTo>
                    <a:pt x="8242880" y="0"/>
                  </a:lnTo>
                  <a:lnTo>
                    <a:pt x="8243005" y="0"/>
                  </a:lnTo>
                  <a:lnTo>
                    <a:pt x="8243130" y="0"/>
                  </a:lnTo>
                  <a:lnTo>
                    <a:pt x="8243255" y="0"/>
                  </a:lnTo>
                  <a:lnTo>
                    <a:pt x="8243380" y="0"/>
                  </a:lnTo>
                  <a:lnTo>
                    <a:pt x="8243505" y="0"/>
                  </a:lnTo>
                  <a:lnTo>
                    <a:pt x="8243630" y="0"/>
                  </a:lnTo>
                  <a:lnTo>
                    <a:pt x="8243755" y="0"/>
                  </a:lnTo>
                  <a:lnTo>
                    <a:pt x="8243880" y="0"/>
                  </a:lnTo>
                  <a:lnTo>
                    <a:pt x="8244005" y="0"/>
                  </a:lnTo>
                  <a:lnTo>
                    <a:pt x="8244130" y="0"/>
                  </a:lnTo>
                  <a:lnTo>
                    <a:pt x="8244256" y="0"/>
                  </a:lnTo>
                  <a:lnTo>
                    <a:pt x="8244381" y="0"/>
                  </a:lnTo>
                  <a:lnTo>
                    <a:pt x="8244506" y="0"/>
                  </a:lnTo>
                  <a:lnTo>
                    <a:pt x="8244631" y="0"/>
                  </a:lnTo>
                  <a:lnTo>
                    <a:pt x="8244756" y="0"/>
                  </a:lnTo>
                  <a:lnTo>
                    <a:pt x="8244881" y="0"/>
                  </a:lnTo>
                  <a:lnTo>
                    <a:pt x="8245006" y="0"/>
                  </a:lnTo>
                  <a:lnTo>
                    <a:pt x="8245131" y="0"/>
                  </a:lnTo>
                  <a:lnTo>
                    <a:pt x="8245256" y="0"/>
                  </a:lnTo>
                  <a:lnTo>
                    <a:pt x="8245381" y="0"/>
                  </a:lnTo>
                  <a:lnTo>
                    <a:pt x="8245506" y="0"/>
                  </a:lnTo>
                  <a:lnTo>
                    <a:pt x="8245631" y="0"/>
                  </a:lnTo>
                  <a:lnTo>
                    <a:pt x="8245756" y="0"/>
                  </a:lnTo>
                  <a:lnTo>
                    <a:pt x="8245881" y="0"/>
                  </a:lnTo>
                  <a:lnTo>
                    <a:pt x="8246006" y="0"/>
                  </a:lnTo>
                  <a:lnTo>
                    <a:pt x="8246131" y="0"/>
                  </a:lnTo>
                  <a:lnTo>
                    <a:pt x="8246256" y="0"/>
                  </a:lnTo>
                  <a:lnTo>
                    <a:pt x="8246381" y="0"/>
                  </a:lnTo>
                  <a:lnTo>
                    <a:pt x="8246506" y="0"/>
                  </a:lnTo>
                  <a:lnTo>
                    <a:pt x="8246631" y="0"/>
                  </a:lnTo>
                  <a:lnTo>
                    <a:pt x="8246756" y="0"/>
                  </a:lnTo>
                  <a:lnTo>
                    <a:pt x="8246881" y="0"/>
                  </a:lnTo>
                  <a:lnTo>
                    <a:pt x="8247006" y="0"/>
                  </a:lnTo>
                  <a:lnTo>
                    <a:pt x="8247131" y="0"/>
                  </a:lnTo>
                  <a:lnTo>
                    <a:pt x="8247257" y="0"/>
                  </a:lnTo>
                  <a:lnTo>
                    <a:pt x="8247382" y="0"/>
                  </a:lnTo>
                  <a:lnTo>
                    <a:pt x="8247507" y="0"/>
                  </a:lnTo>
                  <a:lnTo>
                    <a:pt x="8247632" y="0"/>
                  </a:lnTo>
                  <a:lnTo>
                    <a:pt x="8247757" y="0"/>
                  </a:lnTo>
                  <a:lnTo>
                    <a:pt x="8247882" y="0"/>
                  </a:lnTo>
                  <a:lnTo>
                    <a:pt x="8248007" y="0"/>
                  </a:lnTo>
                  <a:lnTo>
                    <a:pt x="8248132" y="0"/>
                  </a:lnTo>
                  <a:lnTo>
                    <a:pt x="8248257" y="0"/>
                  </a:lnTo>
                  <a:lnTo>
                    <a:pt x="8248382" y="0"/>
                  </a:lnTo>
                  <a:lnTo>
                    <a:pt x="8248507" y="0"/>
                  </a:lnTo>
                  <a:lnTo>
                    <a:pt x="8248632" y="0"/>
                  </a:lnTo>
                  <a:lnTo>
                    <a:pt x="8248757" y="0"/>
                  </a:lnTo>
                  <a:lnTo>
                    <a:pt x="8248882" y="0"/>
                  </a:lnTo>
                  <a:lnTo>
                    <a:pt x="8249007" y="0"/>
                  </a:lnTo>
                  <a:lnTo>
                    <a:pt x="8249132" y="0"/>
                  </a:lnTo>
                  <a:lnTo>
                    <a:pt x="8249257" y="0"/>
                  </a:lnTo>
                  <a:lnTo>
                    <a:pt x="8249382" y="0"/>
                  </a:lnTo>
                  <a:lnTo>
                    <a:pt x="8249507" y="0"/>
                  </a:lnTo>
                  <a:lnTo>
                    <a:pt x="8249632" y="0"/>
                  </a:lnTo>
                  <a:lnTo>
                    <a:pt x="8249757" y="0"/>
                  </a:lnTo>
                  <a:lnTo>
                    <a:pt x="8249882" y="0"/>
                  </a:lnTo>
                  <a:lnTo>
                    <a:pt x="8250007" y="0"/>
                  </a:lnTo>
                  <a:lnTo>
                    <a:pt x="8250132" y="0"/>
                  </a:lnTo>
                  <a:lnTo>
                    <a:pt x="8250258" y="0"/>
                  </a:lnTo>
                  <a:lnTo>
                    <a:pt x="8250383" y="0"/>
                  </a:lnTo>
                  <a:lnTo>
                    <a:pt x="8250508" y="0"/>
                  </a:lnTo>
                  <a:lnTo>
                    <a:pt x="8250633" y="0"/>
                  </a:lnTo>
                  <a:lnTo>
                    <a:pt x="8250758" y="0"/>
                  </a:lnTo>
                  <a:lnTo>
                    <a:pt x="8250883" y="0"/>
                  </a:lnTo>
                  <a:lnTo>
                    <a:pt x="8251008" y="0"/>
                  </a:lnTo>
                  <a:lnTo>
                    <a:pt x="8251133" y="0"/>
                  </a:lnTo>
                  <a:lnTo>
                    <a:pt x="8251258" y="0"/>
                  </a:lnTo>
                  <a:lnTo>
                    <a:pt x="8251383" y="0"/>
                  </a:lnTo>
                  <a:lnTo>
                    <a:pt x="8251508" y="0"/>
                  </a:lnTo>
                  <a:lnTo>
                    <a:pt x="8251633" y="0"/>
                  </a:lnTo>
                  <a:lnTo>
                    <a:pt x="8251758" y="0"/>
                  </a:lnTo>
                  <a:lnTo>
                    <a:pt x="8251883" y="0"/>
                  </a:lnTo>
                  <a:lnTo>
                    <a:pt x="8252008" y="0"/>
                  </a:lnTo>
                  <a:lnTo>
                    <a:pt x="8252133" y="0"/>
                  </a:lnTo>
                  <a:lnTo>
                    <a:pt x="8252258" y="0"/>
                  </a:lnTo>
                  <a:lnTo>
                    <a:pt x="8252383" y="0"/>
                  </a:lnTo>
                  <a:lnTo>
                    <a:pt x="8252508" y="0"/>
                  </a:lnTo>
                  <a:lnTo>
                    <a:pt x="8252633" y="0"/>
                  </a:lnTo>
                  <a:lnTo>
                    <a:pt x="8252758" y="0"/>
                  </a:lnTo>
                  <a:lnTo>
                    <a:pt x="8252883" y="0"/>
                  </a:lnTo>
                  <a:lnTo>
                    <a:pt x="8253008" y="0"/>
                  </a:lnTo>
                  <a:lnTo>
                    <a:pt x="8253133" y="0"/>
                  </a:lnTo>
                  <a:lnTo>
                    <a:pt x="8253259" y="0"/>
                  </a:lnTo>
                  <a:lnTo>
                    <a:pt x="8253384" y="0"/>
                  </a:lnTo>
                  <a:lnTo>
                    <a:pt x="8253509" y="0"/>
                  </a:lnTo>
                  <a:lnTo>
                    <a:pt x="8253634" y="0"/>
                  </a:lnTo>
                  <a:lnTo>
                    <a:pt x="8253759" y="0"/>
                  </a:lnTo>
                  <a:lnTo>
                    <a:pt x="8253884" y="0"/>
                  </a:lnTo>
                  <a:lnTo>
                    <a:pt x="8254009" y="0"/>
                  </a:lnTo>
                  <a:lnTo>
                    <a:pt x="8254134" y="0"/>
                  </a:lnTo>
                  <a:lnTo>
                    <a:pt x="8254259" y="0"/>
                  </a:lnTo>
                  <a:lnTo>
                    <a:pt x="8254384" y="0"/>
                  </a:lnTo>
                  <a:lnTo>
                    <a:pt x="8254509" y="0"/>
                  </a:lnTo>
                  <a:lnTo>
                    <a:pt x="8254634" y="0"/>
                  </a:lnTo>
                  <a:lnTo>
                    <a:pt x="8254759" y="0"/>
                  </a:lnTo>
                  <a:lnTo>
                    <a:pt x="8254884" y="0"/>
                  </a:lnTo>
                  <a:lnTo>
                    <a:pt x="8255009" y="0"/>
                  </a:lnTo>
                  <a:lnTo>
                    <a:pt x="8255134" y="0"/>
                  </a:lnTo>
                  <a:lnTo>
                    <a:pt x="8255259" y="0"/>
                  </a:lnTo>
                  <a:lnTo>
                    <a:pt x="8255384" y="0"/>
                  </a:lnTo>
                  <a:lnTo>
                    <a:pt x="8255509" y="0"/>
                  </a:lnTo>
                  <a:lnTo>
                    <a:pt x="8255634" y="0"/>
                  </a:lnTo>
                  <a:lnTo>
                    <a:pt x="8255759" y="0"/>
                  </a:lnTo>
                  <a:lnTo>
                    <a:pt x="8255884" y="0"/>
                  </a:lnTo>
                  <a:lnTo>
                    <a:pt x="8256009" y="0"/>
                  </a:lnTo>
                  <a:lnTo>
                    <a:pt x="8256134" y="0"/>
                  </a:lnTo>
                  <a:lnTo>
                    <a:pt x="8256260" y="0"/>
                  </a:lnTo>
                  <a:lnTo>
                    <a:pt x="8256385" y="0"/>
                  </a:lnTo>
                  <a:lnTo>
                    <a:pt x="8256510" y="0"/>
                  </a:lnTo>
                  <a:lnTo>
                    <a:pt x="8256635" y="0"/>
                  </a:lnTo>
                  <a:lnTo>
                    <a:pt x="8256760" y="0"/>
                  </a:lnTo>
                  <a:lnTo>
                    <a:pt x="8256885" y="0"/>
                  </a:lnTo>
                  <a:lnTo>
                    <a:pt x="8257010" y="0"/>
                  </a:lnTo>
                  <a:lnTo>
                    <a:pt x="8257135" y="0"/>
                  </a:lnTo>
                  <a:lnTo>
                    <a:pt x="8257260" y="0"/>
                  </a:lnTo>
                  <a:lnTo>
                    <a:pt x="8257385" y="0"/>
                  </a:lnTo>
                  <a:lnTo>
                    <a:pt x="8257510" y="0"/>
                  </a:lnTo>
                  <a:lnTo>
                    <a:pt x="8257635" y="0"/>
                  </a:lnTo>
                  <a:lnTo>
                    <a:pt x="8257760" y="0"/>
                  </a:lnTo>
                  <a:lnTo>
                    <a:pt x="8257885" y="0"/>
                  </a:lnTo>
                  <a:lnTo>
                    <a:pt x="8258010" y="0"/>
                  </a:lnTo>
                  <a:lnTo>
                    <a:pt x="8258135" y="0"/>
                  </a:lnTo>
                  <a:lnTo>
                    <a:pt x="8258260" y="0"/>
                  </a:lnTo>
                  <a:lnTo>
                    <a:pt x="8258385" y="0"/>
                  </a:lnTo>
                  <a:lnTo>
                    <a:pt x="8258510" y="0"/>
                  </a:lnTo>
                  <a:lnTo>
                    <a:pt x="8258635" y="0"/>
                  </a:lnTo>
                  <a:lnTo>
                    <a:pt x="8258760" y="0"/>
                  </a:lnTo>
                  <a:lnTo>
                    <a:pt x="8258885" y="0"/>
                  </a:lnTo>
                  <a:lnTo>
                    <a:pt x="8259010" y="0"/>
                  </a:lnTo>
                  <a:lnTo>
                    <a:pt x="8259135" y="0"/>
                  </a:lnTo>
                  <a:lnTo>
                    <a:pt x="8259261" y="0"/>
                  </a:lnTo>
                  <a:lnTo>
                    <a:pt x="8259386" y="0"/>
                  </a:lnTo>
                  <a:lnTo>
                    <a:pt x="8259511" y="0"/>
                  </a:lnTo>
                  <a:lnTo>
                    <a:pt x="8259636" y="0"/>
                  </a:lnTo>
                  <a:lnTo>
                    <a:pt x="8259761" y="0"/>
                  </a:lnTo>
                  <a:lnTo>
                    <a:pt x="8259886" y="0"/>
                  </a:lnTo>
                  <a:lnTo>
                    <a:pt x="8260011" y="0"/>
                  </a:lnTo>
                  <a:lnTo>
                    <a:pt x="8260136" y="0"/>
                  </a:lnTo>
                  <a:lnTo>
                    <a:pt x="8260261" y="0"/>
                  </a:lnTo>
                  <a:lnTo>
                    <a:pt x="8260386" y="0"/>
                  </a:lnTo>
                  <a:lnTo>
                    <a:pt x="8260511" y="0"/>
                  </a:lnTo>
                  <a:lnTo>
                    <a:pt x="8260636" y="0"/>
                  </a:lnTo>
                  <a:lnTo>
                    <a:pt x="8260761" y="0"/>
                  </a:lnTo>
                  <a:lnTo>
                    <a:pt x="8260886" y="0"/>
                  </a:lnTo>
                  <a:lnTo>
                    <a:pt x="8261011" y="0"/>
                  </a:lnTo>
                  <a:lnTo>
                    <a:pt x="8261136" y="0"/>
                  </a:lnTo>
                  <a:lnTo>
                    <a:pt x="8261261" y="0"/>
                  </a:lnTo>
                  <a:lnTo>
                    <a:pt x="8261386" y="0"/>
                  </a:lnTo>
                  <a:lnTo>
                    <a:pt x="8261511" y="0"/>
                  </a:lnTo>
                  <a:lnTo>
                    <a:pt x="8261636" y="0"/>
                  </a:lnTo>
                  <a:lnTo>
                    <a:pt x="8261761" y="0"/>
                  </a:lnTo>
                  <a:lnTo>
                    <a:pt x="8261886" y="0"/>
                  </a:lnTo>
                  <a:lnTo>
                    <a:pt x="8262011" y="0"/>
                  </a:lnTo>
                  <a:lnTo>
                    <a:pt x="8262136" y="0"/>
                  </a:lnTo>
                  <a:lnTo>
                    <a:pt x="8262262" y="0"/>
                  </a:lnTo>
                  <a:lnTo>
                    <a:pt x="8262387" y="0"/>
                  </a:lnTo>
                  <a:lnTo>
                    <a:pt x="8262512" y="0"/>
                  </a:lnTo>
                  <a:lnTo>
                    <a:pt x="8262637" y="0"/>
                  </a:lnTo>
                  <a:lnTo>
                    <a:pt x="8262762" y="0"/>
                  </a:lnTo>
                  <a:lnTo>
                    <a:pt x="8262887" y="0"/>
                  </a:lnTo>
                  <a:lnTo>
                    <a:pt x="8263012" y="0"/>
                  </a:lnTo>
                  <a:lnTo>
                    <a:pt x="8263137" y="0"/>
                  </a:lnTo>
                  <a:lnTo>
                    <a:pt x="8263262" y="0"/>
                  </a:lnTo>
                  <a:lnTo>
                    <a:pt x="8263387" y="0"/>
                  </a:lnTo>
                  <a:lnTo>
                    <a:pt x="8263512" y="0"/>
                  </a:lnTo>
                  <a:lnTo>
                    <a:pt x="8263637" y="0"/>
                  </a:lnTo>
                  <a:lnTo>
                    <a:pt x="8263762" y="0"/>
                  </a:lnTo>
                  <a:lnTo>
                    <a:pt x="8263887" y="0"/>
                  </a:lnTo>
                  <a:lnTo>
                    <a:pt x="8264012" y="0"/>
                  </a:lnTo>
                  <a:lnTo>
                    <a:pt x="8264137" y="0"/>
                  </a:lnTo>
                  <a:lnTo>
                    <a:pt x="8264262" y="0"/>
                  </a:lnTo>
                  <a:lnTo>
                    <a:pt x="8264387" y="0"/>
                  </a:lnTo>
                  <a:lnTo>
                    <a:pt x="8264512" y="0"/>
                  </a:lnTo>
                  <a:lnTo>
                    <a:pt x="8264637" y="0"/>
                  </a:lnTo>
                  <a:lnTo>
                    <a:pt x="8264762" y="0"/>
                  </a:lnTo>
                  <a:lnTo>
                    <a:pt x="8264887" y="0"/>
                  </a:lnTo>
                  <a:lnTo>
                    <a:pt x="8265012" y="0"/>
                  </a:lnTo>
                  <a:lnTo>
                    <a:pt x="8265138" y="0"/>
                  </a:lnTo>
                  <a:lnTo>
                    <a:pt x="8265263" y="0"/>
                  </a:lnTo>
                  <a:lnTo>
                    <a:pt x="8265388" y="0"/>
                  </a:lnTo>
                  <a:lnTo>
                    <a:pt x="8265513" y="0"/>
                  </a:lnTo>
                  <a:lnTo>
                    <a:pt x="8265638" y="0"/>
                  </a:lnTo>
                  <a:lnTo>
                    <a:pt x="8265763" y="0"/>
                  </a:lnTo>
                  <a:lnTo>
                    <a:pt x="8265888" y="0"/>
                  </a:lnTo>
                  <a:lnTo>
                    <a:pt x="8266013" y="0"/>
                  </a:lnTo>
                  <a:lnTo>
                    <a:pt x="8266138" y="0"/>
                  </a:lnTo>
                  <a:lnTo>
                    <a:pt x="8266263" y="0"/>
                  </a:lnTo>
                  <a:lnTo>
                    <a:pt x="8266388" y="0"/>
                  </a:lnTo>
                  <a:lnTo>
                    <a:pt x="8266513" y="0"/>
                  </a:lnTo>
                  <a:lnTo>
                    <a:pt x="8266638" y="0"/>
                  </a:lnTo>
                  <a:lnTo>
                    <a:pt x="8266763" y="0"/>
                  </a:lnTo>
                  <a:lnTo>
                    <a:pt x="8266888" y="0"/>
                  </a:lnTo>
                  <a:lnTo>
                    <a:pt x="8267013" y="0"/>
                  </a:lnTo>
                  <a:lnTo>
                    <a:pt x="8267138" y="0"/>
                  </a:lnTo>
                  <a:lnTo>
                    <a:pt x="8267263" y="0"/>
                  </a:lnTo>
                  <a:lnTo>
                    <a:pt x="8267388" y="0"/>
                  </a:lnTo>
                  <a:lnTo>
                    <a:pt x="8267513" y="0"/>
                  </a:lnTo>
                  <a:lnTo>
                    <a:pt x="8267638" y="0"/>
                  </a:lnTo>
                  <a:lnTo>
                    <a:pt x="8267763" y="0"/>
                  </a:lnTo>
                  <a:lnTo>
                    <a:pt x="8267888" y="0"/>
                  </a:lnTo>
                  <a:lnTo>
                    <a:pt x="8268013" y="0"/>
                  </a:lnTo>
                  <a:lnTo>
                    <a:pt x="8268139" y="0"/>
                  </a:lnTo>
                  <a:lnTo>
                    <a:pt x="8268264" y="0"/>
                  </a:lnTo>
                  <a:lnTo>
                    <a:pt x="8268389" y="0"/>
                  </a:lnTo>
                  <a:lnTo>
                    <a:pt x="8268514" y="0"/>
                  </a:lnTo>
                  <a:lnTo>
                    <a:pt x="8268639" y="0"/>
                  </a:lnTo>
                  <a:lnTo>
                    <a:pt x="8268764" y="0"/>
                  </a:lnTo>
                  <a:lnTo>
                    <a:pt x="8268889" y="0"/>
                  </a:lnTo>
                  <a:lnTo>
                    <a:pt x="8269014" y="0"/>
                  </a:lnTo>
                  <a:lnTo>
                    <a:pt x="8269139" y="0"/>
                  </a:lnTo>
                  <a:lnTo>
                    <a:pt x="8269264" y="0"/>
                  </a:lnTo>
                  <a:lnTo>
                    <a:pt x="8269389" y="0"/>
                  </a:lnTo>
                  <a:lnTo>
                    <a:pt x="8269514" y="0"/>
                  </a:lnTo>
                  <a:lnTo>
                    <a:pt x="8269639" y="0"/>
                  </a:lnTo>
                  <a:lnTo>
                    <a:pt x="8269764" y="0"/>
                  </a:lnTo>
                  <a:lnTo>
                    <a:pt x="8269889" y="0"/>
                  </a:lnTo>
                  <a:lnTo>
                    <a:pt x="8270014" y="0"/>
                  </a:lnTo>
                  <a:lnTo>
                    <a:pt x="8270139" y="0"/>
                  </a:lnTo>
                  <a:lnTo>
                    <a:pt x="8270264" y="0"/>
                  </a:lnTo>
                  <a:lnTo>
                    <a:pt x="8270389" y="0"/>
                  </a:lnTo>
                  <a:lnTo>
                    <a:pt x="8270514" y="0"/>
                  </a:lnTo>
                  <a:lnTo>
                    <a:pt x="8270639" y="0"/>
                  </a:lnTo>
                  <a:lnTo>
                    <a:pt x="8270764" y="0"/>
                  </a:lnTo>
                  <a:lnTo>
                    <a:pt x="8270889" y="0"/>
                  </a:lnTo>
                  <a:lnTo>
                    <a:pt x="8271014" y="0"/>
                  </a:lnTo>
                  <a:lnTo>
                    <a:pt x="8271140" y="0"/>
                  </a:lnTo>
                  <a:lnTo>
                    <a:pt x="8271265" y="0"/>
                  </a:lnTo>
                  <a:lnTo>
                    <a:pt x="8271390" y="0"/>
                  </a:lnTo>
                  <a:lnTo>
                    <a:pt x="8271515" y="0"/>
                  </a:lnTo>
                  <a:lnTo>
                    <a:pt x="8271640" y="0"/>
                  </a:lnTo>
                  <a:lnTo>
                    <a:pt x="8271765" y="0"/>
                  </a:lnTo>
                  <a:lnTo>
                    <a:pt x="8271890" y="0"/>
                  </a:lnTo>
                  <a:lnTo>
                    <a:pt x="8272015" y="0"/>
                  </a:lnTo>
                  <a:lnTo>
                    <a:pt x="8272140" y="0"/>
                  </a:lnTo>
                  <a:lnTo>
                    <a:pt x="8272265" y="0"/>
                  </a:lnTo>
                  <a:lnTo>
                    <a:pt x="8272390" y="0"/>
                  </a:lnTo>
                  <a:lnTo>
                    <a:pt x="8272515" y="0"/>
                  </a:lnTo>
                  <a:lnTo>
                    <a:pt x="8272640" y="0"/>
                  </a:lnTo>
                  <a:lnTo>
                    <a:pt x="8272765" y="0"/>
                  </a:lnTo>
                  <a:lnTo>
                    <a:pt x="8272890" y="0"/>
                  </a:lnTo>
                  <a:lnTo>
                    <a:pt x="8273015" y="0"/>
                  </a:lnTo>
                  <a:lnTo>
                    <a:pt x="8273140" y="0"/>
                  </a:lnTo>
                  <a:lnTo>
                    <a:pt x="8273265" y="0"/>
                  </a:lnTo>
                  <a:lnTo>
                    <a:pt x="8273390" y="0"/>
                  </a:lnTo>
                  <a:lnTo>
                    <a:pt x="8273515" y="0"/>
                  </a:lnTo>
                  <a:lnTo>
                    <a:pt x="8273640" y="0"/>
                  </a:lnTo>
                  <a:lnTo>
                    <a:pt x="8273765" y="0"/>
                  </a:lnTo>
                  <a:lnTo>
                    <a:pt x="8273890" y="0"/>
                  </a:lnTo>
                  <a:lnTo>
                    <a:pt x="8274015" y="0"/>
                  </a:lnTo>
                  <a:lnTo>
                    <a:pt x="8274141" y="0"/>
                  </a:lnTo>
                  <a:lnTo>
                    <a:pt x="8274266" y="0"/>
                  </a:lnTo>
                  <a:lnTo>
                    <a:pt x="8274391" y="0"/>
                  </a:lnTo>
                  <a:lnTo>
                    <a:pt x="8274516" y="0"/>
                  </a:lnTo>
                  <a:lnTo>
                    <a:pt x="8274641" y="0"/>
                  </a:lnTo>
                  <a:lnTo>
                    <a:pt x="8274766" y="0"/>
                  </a:lnTo>
                  <a:lnTo>
                    <a:pt x="8274891" y="0"/>
                  </a:lnTo>
                  <a:lnTo>
                    <a:pt x="8275016" y="0"/>
                  </a:lnTo>
                  <a:lnTo>
                    <a:pt x="8275141" y="0"/>
                  </a:lnTo>
                  <a:lnTo>
                    <a:pt x="8275266" y="0"/>
                  </a:lnTo>
                  <a:lnTo>
                    <a:pt x="8275391" y="0"/>
                  </a:lnTo>
                  <a:lnTo>
                    <a:pt x="8275516" y="0"/>
                  </a:lnTo>
                  <a:lnTo>
                    <a:pt x="8275641" y="0"/>
                  </a:lnTo>
                  <a:lnTo>
                    <a:pt x="8275766" y="0"/>
                  </a:lnTo>
                  <a:lnTo>
                    <a:pt x="8275891" y="0"/>
                  </a:lnTo>
                  <a:lnTo>
                    <a:pt x="8276016" y="0"/>
                  </a:lnTo>
                  <a:lnTo>
                    <a:pt x="8276141" y="0"/>
                  </a:lnTo>
                  <a:lnTo>
                    <a:pt x="8276266" y="0"/>
                  </a:lnTo>
                  <a:lnTo>
                    <a:pt x="8276391" y="0"/>
                  </a:lnTo>
                  <a:lnTo>
                    <a:pt x="8276516" y="0"/>
                  </a:lnTo>
                  <a:lnTo>
                    <a:pt x="8276641" y="0"/>
                  </a:lnTo>
                  <a:lnTo>
                    <a:pt x="8276766" y="0"/>
                  </a:lnTo>
                  <a:lnTo>
                    <a:pt x="8276891" y="0"/>
                  </a:lnTo>
                  <a:lnTo>
                    <a:pt x="8277016" y="0"/>
                  </a:lnTo>
                  <a:lnTo>
                    <a:pt x="8277142" y="0"/>
                  </a:lnTo>
                  <a:lnTo>
                    <a:pt x="8277267" y="0"/>
                  </a:lnTo>
                  <a:lnTo>
                    <a:pt x="8277392" y="0"/>
                  </a:lnTo>
                  <a:lnTo>
                    <a:pt x="8277517" y="0"/>
                  </a:lnTo>
                  <a:lnTo>
                    <a:pt x="8277642" y="0"/>
                  </a:lnTo>
                  <a:lnTo>
                    <a:pt x="8277767" y="0"/>
                  </a:lnTo>
                  <a:lnTo>
                    <a:pt x="8277892" y="0"/>
                  </a:lnTo>
                  <a:lnTo>
                    <a:pt x="8278017" y="0"/>
                  </a:lnTo>
                  <a:lnTo>
                    <a:pt x="8278142" y="0"/>
                  </a:lnTo>
                  <a:lnTo>
                    <a:pt x="8278267" y="0"/>
                  </a:lnTo>
                  <a:lnTo>
                    <a:pt x="8278392" y="0"/>
                  </a:lnTo>
                  <a:lnTo>
                    <a:pt x="8278517" y="0"/>
                  </a:lnTo>
                  <a:lnTo>
                    <a:pt x="8278642" y="0"/>
                  </a:lnTo>
                  <a:lnTo>
                    <a:pt x="8278767" y="0"/>
                  </a:lnTo>
                  <a:lnTo>
                    <a:pt x="8278892" y="0"/>
                  </a:lnTo>
                  <a:lnTo>
                    <a:pt x="8279017" y="0"/>
                  </a:lnTo>
                  <a:lnTo>
                    <a:pt x="8279142" y="0"/>
                  </a:lnTo>
                  <a:lnTo>
                    <a:pt x="8279267" y="0"/>
                  </a:lnTo>
                  <a:lnTo>
                    <a:pt x="8279392" y="0"/>
                  </a:lnTo>
                  <a:lnTo>
                    <a:pt x="8279517" y="0"/>
                  </a:lnTo>
                  <a:lnTo>
                    <a:pt x="8279642" y="0"/>
                  </a:lnTo>
                  <a:lnTo>
                    <a:pt x="8279767" y="0"/>
                  </a:lnTo>
                  <a:lnTo>
                    <a:pt x="8279892" y="0"/>
                  </a:lnTo>
                  <a:lnTo>
                    <a:pt x="8280017" y="0"/>
                  </a:lnTo>
                  <a:lnTo>
                    <a:pt x="8280143" y="0"/>
                  </a:lnTo>
                  <a:lnTo>
                    <a:pt x="8280268" y="0"/>
                  </a:lnTo>
                  <a:lnTo>
                    <a:pt x="8280393" y="0"/>
                  </a:lnTo>
                  <a:lnTo>
                    <a:pt x="8280518" y="0"/>
                  </a:lnTo>
                  <a:lnTo>
                    <a:pt x="8280643" y="0"/>
                  </a:lnTo>
                  <a:lnTo>
                    <a:pt x="8280768" y="0"/>
                  </a:lnTo>
                  <a:lnTo>
                    <a:pt x="8280893" y="0"/>
                  </a:lnTo>
                  <a:lnTo>
                    <a:pt x="8281018" y="0"/>
                  </a:lnTo>
                  <a:lnTo>
                    <a:pt x="8281143" y="0"/>
                  </a:lnTo>
                  <a:lnTo>
                    <a:pt x="8281268" y="0"/>
                  </a:lnTo>
                  <a:lnTo>
                    <a:pt x="8281393" y="0"/>
                  </a:lnTo>
                  <a:lnTo>
                    <a:pt x="8281518" y="0"/>
                  </a:lnTo>
                  <a:lnTo>
                    <a:pt x="8281643" y="0"/>
                  </a:lnTo>
                  <a:lnTo>
                    <a:pt x="8281768" y="0"/>
                  </a:lnTo>
                  <a:lnTo>
                    <a:pt x="8281893" y="0"/>
                  </a:lnTo>
                  <a:lnTo>
                    <a:pt x="8282018" y="0"/>
                  </a:lnTo>
                  <a:lnTo>
                    <a:pt x="8282143" y="0"/>
                  </a:lnTo>
                  <a:lnTo>
                    <a:pt x="8282268" y="0"/>
                  </a:lnTo>
                  <a:lnTo>
                    <a:pt x="8282393" y="0"/>
                  </a:lnTo>
                  <a:lnTo>
                    <a:pt x="8282518" y="0"/>
                  </a:lnTo>
                  <a:lnTo>
                    <a:pt x="8282643" y="0"/>
                  </a:lnTo>
                  <a:lnTo>
                    <a:pt x="8282768" y="0"/>
                  </a:lnTo>
                  <a:lnTo>
                    <a:pt x="8282893" y="0"/>
                  </a:lnTo>
                  <a:lnTo>
                    <a:pt x="8283018" y="0"/>
                  </a:lnTo>
                  <a:lnTo>
                    <a:pt x="8283144" y="0"/>
                  </a:lnTo>
                  <a:lnTo>
                    <a:pt x="8283269" y="0"/>
                  </a:lnTo>
                  <a:lnTo>
                    <a:pt x="8283394" y="0"/>
                  </a:lnTo>
                  <a:lnTo>
                    <a:pt x="8283519" y="0"/>
                  </a:lnTo>
                  <a:lnTo>
                    <a:pt x="8283644" y="0"/>
                  </a:lnTo>
                  <a:lnTo>
                    <a:pt x="8283769" y="0"/>
                  </a:lnTo>
                  <a:lnTo>
                    <a:pt x="8283894" y="0"/>
                  </a:lnTo>
                  <a:lnTo>
                    <a:pt x="8284019" y="0"/>
                  </a:lnTo>
                  <a:lnTo>
                    <a:pt x="8284144" y="0"/>
                  </a:lnTo>
                  <a:lnTo>
                    <a:pt x="8284269" y="0"/>
                  </a:lnTo>
                  <a:lnTo>
                    <a:pt x="8284394" y="0"/>
                  </a:lnTo>
                  <a:lnTo>
                    <a:pt x="8284519" y="0"/>
                  </a:lnTo>
                  <a:lnTo>
                    <a:pt x="8284644" y="0"/>
                  </a:lnTo>
                  <a:lnTo>
                    <a:pt x="8284769" y="0"/>
                  </a:lnTo>
                  <a:lnTo>
                    <a:pt x="8284894" y="0"/>
                  </a:lnTo>
                  <a:lnTo>
                    <a:pt x="8285019" y="0"/>
                  </a:lnTo>
                  <a:lnTo>
                    <a:pt x="8285144" y="0"/>
                  </a:lnTo>
                  <a:lnTo>
                    <a:pt x="8285269" y="0"/>
                  </a:lnTo>
                  <a:lnTo>
                    <a:pt x="8285394" y="0"/>
                  </a:lnTo>
                  <a:lnTo>
                    <a:pt x="8285519" y="0"/>
                  </a:lnTo>
                  <a:lnTo>
                    <a:pt x="8285644" y="0"/>
                  </a:lnTo>
                  <a:lnTo>
                    <a:pt x="8285769" y="0"/>
                  </a:lnTo>
                  <a:lnTo>
                    <a:pt x="8285894" y="0"/>
                  </a:lnTo>
                  <a:lnTo>
                    <a:pt x="8286019" y="0"/>
                  </a:lnTo>
                  <a:lnTo>
                    <a:pt x="8286145" y="0"/>
                  </a:lnTo>
                  <a:lnTo>
                    <a:pt x="8286270" y="0"/>
                  </a:lnTo>
                  <a:lnTo>
                    <a:pt x="8286395" y="0"/>
                  </a:lnTo>
                  <a:lnTo>
                    <a:pt x="8286520" y="0"/>
                  </a:lnTo>
                  <a:lnTo>
                    <a:pt x="8286645" y="0"/>
                  </a:lnTo>
                  <a:lnTo>
                    <a:pt x="8286770" y="0"/>
                  </a:lnTo>
                  <a:lnTo>
                    <a:pt x="8286895" y="0"/>
                  </a:lnTo>
                  <a:lnTo>
                    <a:pt x="8287020" y="0"/>
                  </a:lnTo>
                  <a:lnTo>
                    <a:pt x="8287145" y="0"/>
                  </a:lnTo>
                  <a:lnTo>
                    <a:pt x="8287270" y="0"/>
                  </a:lnTo>
                  <a:lnTo>
                    <a:pt x="8287395" y="0"/>
                  </a:lnTo>
                  <a:lnTo>
                    <a:pt x="8287520" y="0"/>
                  </a:lnTo>
                  <a:lnTo>
                    <a:pt x="8287645" y="0"/>
                  </a:lnTo>
                  <a:lnTo>
                    <a:pt x="8287770" y="0"/>
                  </a:lnTo>
                  <a:lnTo>
                    <a:pt x="8287895" y="0"/>
                  </a:lnTo>
                  <a:lnTo>
                    <a:pt x="8288020" y="0"/>
                  </a:lnTo>
                  <a:lnTo>
                    <a:pt x="8288145" y="0"/>
                  </a:lnTo>
                  <a:lnTo>
                    <a:pt x="8288270" y="0"/>
                  </a:lnTo>
                  <a:lnTo>
                    <a:pt x="8288395" y="0"/>
                  </a:lnTo>
                  <a:lnTo>
                    <a:pt x="8288520" y="0"/>
                  </a:lnTo>
                  <a:lnTo>
                    <a:pt x="8288645" y="0"/>
                  </a:lnTo>
                  <a:lnTo>
                    <a:pt x="8288770" y="0"/>
                  </a:lnTo>
                  <a:lnTo>
                    <a:pt x="8288895" y="0"/>
                  </a:lnTo>
                  <a:lnTo>
                    <a:pt x="8289020" y="0"/>
                  </a:lnTo>
                  <a:lnTo>
                    <a:pt x="8289146" y="0"/>
                  </a:lnTo>
                  <a:lnTo>
                    <a:pt x="8289271" y="0"/>
                  </a:lnTo>
                  <a:lnTo>
                    <a:pt x="8289396" y="0"/>
                  </a:lnTo>
                  <a:lnTo>
                    <a:pt x="8289521" y="0"/>
                  </a:lnTo>
                  <a:lnTo>
                    <a:pt x="8289646" y="0"/>
                  </a:lnTo>
                  <a:lnTo>
                    <a:pt x="8289771" y="0"/>
                  </a:lnTo>
                  <a:lnTo>
                    <a:pt x="8289896" y="0"/>
                  </a:lnTo>
                  <a:lnTo>
                    <a:pt x="8290021" y="0"/>
                  </a:lnTo>
                  <a:lnTo>
                    <a:pt x="8290146" y="0"/>
                  </a:lnTo>
                  <a:lnTo>
                    <a:pt x="8290271" y="0"/>
                  </a:lnTo>
                  <a:lnTo>
                    <a:pt x="8290396" y="0"/>
                  </a:lnTo>
                  <a:lnTo>
                    <a:pt x="8290521" y="0"/>
                  </a:lnTo>
                  <a:lnTo>
                    <a:pt x="8290646" y="0"/>
                  </a:lnTo>
                  <a:lnTo>
                    <a:pt x="8290771" y="0"/>
                  </a:lnTo>
                  <a:lnTo>
                    <a:pt x="8290896" y="0"/>
                  </a:lnTo>
                  <a:lnTo>
                    <a:pt x="8291021" y="0"/>
                  </a:lnTo>
                  <a:lnTo>
                    <a:pt x="8291146" y="0"/>
                  </a:lnTo>
                  <a:lnTo>
                    <a:pt x="8291271" y="0"/>
                  </a:lnTo>
                  <a:lnTo>
                    <a:pt x="8291396" y="0"/>
                  </a:lnTo>
                  <a:lnTo>
                    <a:pt x="8291521" y="0"/>
                  </a:lnTo>
                  <a:lnTo>
                    <a:pt x="8291646" y="0"/>
                  </a:lnTo>
                  <a:lnTo>
                    <a:pt x="8291771" y="0"/>
                  </a:lnTo>
                  <a:lnTo>
                    <a:pt x="8291896" y="0"/>
                  </a:lnTo>
                  <a:lnTo>
                    <a:pt x="8292021" y="0"/>
                  </a:lnTo>
                  <a:lnTo>
                    <a:pt x="8292147" y="0"/>
                  </a:lnTo>
                  <a:lnTo>
                    <a:pt x="8292272" y="0"/>
                  </a:lnTo>
                  <a:lnTo>
                    <a:pt x="8292397" y="0"/>
                  </a:lnTo>
                  <a:lnTo>
                    <a:pt x="8292522" y="0"/>
                  </a:lnTo>
                  <a:lnTo>
                    <a:pt x="8292647" y="0"/>
                  </a:lnTo>
                  <a:lnTo>
                    <a:pt x="8292772" y="0"/>
                  </a:lnTo>
                  <a:lnTo>
                    <a:pt x="8292897" y="0"/>
                  </a:lnTo>
                  <a:lnTo>
                    <a:pt x="8293022" y="0"/>
                  </a:lnTo>
                  <a:lnTo>
                    <a:pt x="8293147" y="0"/>
                  </a:lnTo>
                  <a:lnTo>
                    <a:pt x="8293272" y="0"/>
                  </a:lnTo>
                  <a:lnTo>
                    <a:pt x="8293397" y="0"/>
                  </a:lnTo>
                  <a:lnTo>
                    <a:pt x="8293522" y="0"/>
                  </a:lnTo>
                  <a:lnTo>
                    <a:pt x="8293647" y="0"/>
                  </a:lnTo>
                  <a:lnTo>
                    <a:pt x="8293772" y="0"/>
                  </a:lnTo>
                  <a:lnTo>
                    <a:pt x="8293897" y="0"/>
                  </a:lnTo>
                  <a:lnTo>
                    <a:pt x="8294022" y="0"/>
                  </a:lnTo>
                  <a:lnTo>
                    <a:pt x="8294147" y="0"/>
                  </a:lnTo>
                  <a:lnTo>
                    <a:pt x="8294272" y="0"/>
                  </a:lnTo>
                  <a:lnTo>
                    <a:pt x="8294397" y="0"/>
                  </a:lnTo>
                  <a:lnTo>
                    <a:pt x="8294522" y="0"/>
                  </a:lnTo>
                  <a:lnTo>
                    <a:pt x="8294647" y="0"/>
                  </a:lnTo>
                  <a:lnTo>
                    <a:pt x="8294772" y="0"/>
                  </a:lnTo>
                  <a:lnTo>
                    <a:pt x="8294897" y="0"/>
                  </a:lnTo>
                  <a:lnTo>
                    <a:pt x="8295022" y="0"/>
                  </a:lnTo>
                  <a:lnTo>
                    <a:pt x="8295148" y="0"/>
                  </a:lnTo>
                  <a:lnTo>
                    <a:pt x="8295273" y="0"/>
                  </a:lnTo>
                  <a:lnTo>
                    <a:pt x="8295398" y="0"/>
                  </a:lnTo>
                  <a:lnTo>
                    <a:pt x="8295523" y="0"/>
                  </a:lnTo>
                  <a:lnTo>
                    <a:pt x="8295648" y="0"/>
                  </a:lnTo>
                  <a:lnTo>
                    <a:pt x="8295773" y="0"/>
                  </a:lnTo>
                  <a:lnTo>
                    <a:pt x="8295898" y="0"/>
                  </a:lnTo>
                  <a:lnTo>
                    <a:pt x="8296023" y="0"/>
                  </a:lnTo>
                  <a:lnTo>
                    <a:pt x="8296148" y="0"/>
                  </a:lnTo>
                  <a:lnTo>
                    <a:pt x="8296273" y="0"/>
                  </a:lnTo>
                  <a:lnTo>
                    <a:pt x="8296398" y="0"/>
                  </a:lnTo>
                  <a:lnTo>
                    <a:pt x="8296523" y="0"/>
                  </a:lnTo>
                  <a:lnTo>
                    <a:pt x="8296648" y="0"/>
                  </a:lnTo>
                  <a:lnTo>
                    <a:pt x="8296773" y="0"/>
                  </a:lnTo>
                  <a:lnTo>
                    <a:pt x="8296898" y="0"/>
                  </a:lnTo>
                  <a:lnTo>
                    <a:pt x="8297023" y="0"/>
                  </a:lnTo>
                  <a:lnTo>
                    <a:pt x="8297148" y="0"/>
                  </a:lnTo>
                  <a:lnTo>
                    <a:pt x="8297273" y="0"/>
                  </a:lnTo>
                  <a:lnTo>
                    <a:pt x="8297398" y="0"/>
                  </a:lnTo>
                  <a:lnTo>
                    <a:pt x="8297523" y="0"/>
                  </a:lnTo>
                  <a:lnTo>
                    <a:pt x="8297648" y="0"/>
                  </a:lnTo>
                  <a:lnTo>
                    <a:pt x="8297773" y="0"/>
                  </a:lnTo>
                  <a:lnTo>
                    <a:pt x="8297898" y="0"/>
                  </a:lnTo>
                  <a:lnTo>
                    <a:pt x="8298023" y="0"/>
                  </a:lnTo>
                  <a:lnTo>
                    <a:pt x="8298149" y="0"/>
                  </a:lnTo>
                  <a:lnTo>
                    <a:pt x="8298274" y="0"/>
                  </a:lnTo>
                  <a:lnTo>
                    <a:pt x="8298399" y="0"/>
                  </a:lnTo>
                  <a:lnTo>
                    <a:pt x="8298524" y="0"/>
                  </a:lnTo>
                  <a:lnTo>
                    <a:pt x="8298649" y="0"/>
                  </a:lnTo>
                  <a:lnTo>
                    <a:pt x="8298774" y="0"/>
                  </a:lnTo>
                  <a:lnTo>
                    <a:pt x="8298899" y="0"/>
                  </a:lnTo>
                  <a:lnTo>
                    <a:pt x="8299024" y="0"/>
                  </a:lnTo>
                  <a:lnTo>
                    <a:pt x="8299149" y="0"/>
                  </a:lnTo>
                  <a:lnTo>
                    <a:pt x="8299274" y="0"/>
                  </a:lnTo>
                  <a:lnTo>
                    <a:pt x="8299399" y="0"/>
                  </a:lnTo>
                  <a:lnTo>
                    <a:pt x="8299524" y="0"/>
                  </a:lnTo>
                  <a:lnTo>
                    <a:pt x="8299649" y="0"/>
                  </a:lnTo>
                  <a:lnTo>
                    <a:pt x="8299774" y="0"/>
                  </a:lnTo>
                  <a:lnTo>
                    <a:pt x="8299899" y="0"/>
                  </a:lnTo>
                  <a:lnTo>
                    <a:pt x="8300024" y="0"/>
                  </a:lnTo>
                  <a:lnTo>
                    <a:pt x="8300149" y="0"/>
                  </a:lnTo>
                  <a:lnTo>
                    <a:pt x="8300274" y="0"/>
                  </a:lnTo>
                  <a:lnTo>
                    <a:pt x="8300399" y="0"/>
                  </a:lnTo>
                  <a:lnTo>
                    <a:pt x="8300524" y="0"/>
                  </a:lnTo>
                  <a:lnTo>
                    <a:pt x="8300649" y="0"/>
                  </a:lnTo>
                  <a:lnTo>
                    <a:pt x="8300774" y="0"/>
                  </a:lnTo>
                  <a:lnTo>
                    <a:pt x="8300899" y="0"/>
                  </a:lnTo>
                  <a:lnTo>
                    <a:pt x="8301024" y="0"/>
                  </a:lnTo>
                  <a:lnTo>
                    <a:pt x="8301150" y="0"/>
                  </a:lnTo>
                  <a:lnTo>
                    <a:pt x="8301275" y="0"/>
                  </a:lnTo>
                  <a:lnTo>
                    <a:pt x="8301400" y="0"/>
                  </a:lnTo>
                  <a:lnTo>
                    <a:pt x="8301525" y="0"/>
                  </a:lnTo>
                  <a:lnTo>
                    <a:pt x="8301650" y="0"/>
                  </a:lnTo>
                  <a:lnTo>
                    <a:pt x="8301775" y="0"/>
                  </a:lnTo>
                  <a:lnTo>
                    <a:pt x="8301900" y="0"/>
                  </a:lnTo>
                  <a:lnTo>
                    <a:pt x="8302025" y="0"/>
                  </a:lnTo>
                  <a:lnTo>
                    <a:pt x="8302150" y="0"/>
                  </a:lnTo>
                  <a:lnTo>
                    <a:pt x="8302275" y="0"/>
                  </a:lnTo>
                  <a:lnTo>
                    <a:pt x="8302400" y="0"/>
                  </a:lnTo>
                  <a:lnTo>
                    <a:pt x="8302525" y="0"/>
                  </a:lnTo>
                  <a:lnTo>
                    <a:pt x="8302650" y="0"/>
                  </a:lnTo>
                  <a:lnTo>
                    <a:pt x="8302775" y="0"/>
                  </a:lnTo>
                  <a:lnTo>
                    <a:pt x="8302900" y="0"/>
                  </a:lnTo>
                  <a:lnTo>
                    <a:pt x="8303025" y="0"/>
                  </a:lnTo>
                  <a:lnTo>
                    <a:pt x="8303150" y="0"/>
                  </a:lnTo>
                  <a:lnTo>
                    <a:pt x="8303275" y="0"/>
                  </a:lnTo>
                  <a:lnTo>
                    <a:pt x="8303400" y="0"/>
                  </a:lnTo>
                  <a:lnTo>
                    <a:pt x="8303525" y="0"/>
                  </a:lnTo>
                  <a:lnTo>
                    <a:pt x="8303650" y="0"/>
                  </a:lnTo>
                  <a:lnTo>
                    <a:pt x="8303775" y="0"/>
                  </a:lnTo>
                  <a:lnTo>
                    <a:pt x="8303900" y="0"/>
                  </a:lnTo>
                  <a:lnTo>
                    <a:pt x="8304026" y="0"/>
                  </a:lnTo>
                  <a:lnTo>
                    <a:pt x="8304151" y="0"/>
                  </a:lnTo>
                  <a:lnTo>
                    <a:pt x="8304276" y="0"/>
                  </a:lnTo>
                  <a:lnTo>
                    <a:pt x="8304401" y="0"/>
                  </a:lnTo>
                  <a:lnTo>
                    <a:pt x="8304526" y="0"/>
                  </a:lnTo>
                  <a:lnTo>
                    <a:pt x="8304651" y="0"/>
                  </a:lnTo>
                  <a:lnTo>
                    <a:pt x="8304776" y="0"/>
                  </a:lnTo>
                  <a:lnTo>
                    <a:pt x="8304901" y="0"/>
                  </a:lnTo>
                  <a:lnTo>
                    <a:pt x="8305026" y="0"/>
                  </a:lnTo>
                  <a:lnTo>
                    <a:pt x="8305151" y="0"/>
                  </a:lnTo>
                  <a:lnTo>
                    <a:pt x="8305276" y="0"/>
                  </a:lnTo>
                  <a:lnTo>
                    <a:pt x="8305401" y="0"/>
                  </a:lnTo>
                  <a:lnTo>
                    <a:pt x="8305526" y="0"/>
                  </a:lnTo>
                  <a:lnTo>
                    <a:pt x="8305651" y="0"/>
                  </a:lnTo>
                  <a:lnTo>
                    <a:pt x="8305776" y="0"/>
                  </a:lnTo>
                  <a:lnTo>
                    <a:pt x="8305901" y="0"/>
                  </a:lnTo>
                  <a:lnTo>
                    <a:pt x="8306026" y="0"/>
                  </a:lnTo>
                  <a:lnTo>
                    <a:pt x="8306151" y="0"/>
                  </a:lnTo>
                  <a:lnTo>
                    <a:pt x="8306276" y="0"/>
                  </a:lnTo>
                  <a:lnTo>
                    <a:pt x="8306401" y="0"/>
                  </a:lnTo>
                  <a:lnTo>
                    <a:pt x="8306526" y="0"/>
                  </a:lnTo>
                  <a:lnTo>
                    <a:pt x="8306651" y="0"/>
                  </a:lnTo>
                  <a:lnTo>
                    <a:pt x="8306776" y="0"/>
                  </a:lnTo>
                  <a:lnTo>
                    <a:pt x="8306901" y="0"/>
                  </a:lnTo>
                  <a:lnTo>
                    <a:pt x="8307027" y="0"/>
                  </a:lnTo>
                  <a:lnTo>
                    <a:pt x="8307152" y="0"/>
                  </a:lnTo>
                  <a:lnTo>
                    <a:pt x="8307277" y="0"/>
                  </a:lnTo>
                  <a:lnTo>
                    <a:pt x="8307402" y="0"/>
                  </a:lnTo>
                  <a:lnTo>
                    <a:pt x="8307527" y="0"/>
                  </a:lnTo>
                  <a:lnTo>
                    <a:pt x="8307652" y="0"/>
                  </a:lnTo>
                  <a:lnTo>
                    <a:pt x="8307777" y="0"/>
                  </a:lnTo>
                  <a:lnTo>
                    <a:pt x="8307902" y="0"/>
                  </a:lnTo>
                  <a:lnTo>
                    <a:pt x="8308027" y="0"/>
                  </a:lnTo>
                  <a:lnTo>
                    <a:pt x="8308152" y="0"/>
                  </a:lnTo>
                  <a:lnTo>
                    <a:pt x="8308277" y="0"/>
                  </a:lnTo>
                  <a:lnTo>
                    <a:pt x="8308402" y="0"/>
                  </a:lnTo>
                  <a:lnTo>
                    <a:pt x="8308527" y="0"/>
                  </a:lnTo>
                  <a:lnTo>
                    <a:pt x="8308652" y="0"/>
                  </a:lnTo>
                  <a:lnTo>
                    <a:pt x="8308777" y="0"/>
                  </a:lnTo>
                  <a:lnTo>
                    <a:pt x="8308902" y="0"/>
                  </a:lnTo>
                  <a:lnTo>
                    <a:pt x="8309027" y="0"/>
                  </a:lnTo>
                  <a:lnTo>
                    <a:pt x="8309152" y="0"/>
                  </a:lnTo>
                  <a:lnTo>
                    <a:pt x="8309277" y="0"/>
                  </a:lnTo>
                  <a:lnTo>
                    <a:pt x="8309402" y="0"/>
                  </a:lnTo>
                  <a:lnTo>
                    <a:pt x="8309527" y="0"/>
                  </a:lnTo>
                  <a:lnTo>
                    <a:pt x="8309652" y="0"/>
                  </a:lnTo>
                  <a:lnTo>
                    <a:pt x="8309777" y="0"/>
                  </a:lnTo>
                  <a:lnTo>
                    <a:pt x="8309902" y="0"/>
                  </a:lnTo>
                  <a:lnTo>
                    <a:pt x="8310028" y="0"/>
                  </a:lnTo>
                  <a:lnTo>
                    <a:pt x="8310153" y="0"/>
                  </a:lnTo>
                  <a:lnTo>
                    <a:pt x="8310278" y="0"/>
                  </a:lnTo>
                  <a:lnTo>
                    <a:pt x="8310403" y="0"/>
                  </a:lnTo>
                  <a:lnTo>
                    <a:pt x="8310528" y="0"/>
                  </a:lnTo>
                  <a:lnTo>
                    <a:pt x="8310653" y="0"/>
                  </a:lnTo>
                  <a:lnTo>
                    <a:pt x="8310778" y="0"/>
                  </a:lnTo>
                  <a:lnTo>
                    <a:pt x="8310903" y="0"/>
                  </a:lnTo>
                  <a:lnTo>
                    <a:pt x="8311028" y="0"/>
                  </a:lnTo>
                  <a:lnTo>
                    <a:pt x="8311153" y="0"/>
                  </a:lnTo>
                  <a:lnTo>
                    <a:pt x="8311278" y="0"/>
                  </a:lnTo>
                  <a:lnTo>
                    <a:pt x="8311403" y="0"/>
                  </a:lnTo>
                  <a:lnTo>
                    <a:pt x="8311528" y="0"/>
                  </a:lnTo>
                  <a:lnTo>
                    <a:pt x="8311653" y="0"/>
                  </a:lnTo>
                  <a:lnTo>
                    <a:pt x="8311778" y="0"/>
                  </a:lnTo>
                  <a:lnTo>
                    <a:pt x="8311903" y="0"/>
                  </a:lnTo>
                  <a:lnTo>
                    <a:pt x="8312028" y="0"/>
                  </a:lnTo>
                  <a:lnTo>
                    <a:pt x="8312153" y="0"/>
                  </a:lnTo>
                  <a:lnTo>
                    <a:pt x="8312278" y="0"/>
                  </a:lnTo>
                  <a:lnTo>
                    <a:pt x="8312403" y="0"/>
                  </a:lnTo>
                  <a:lnTo>
                    <a:pt x="8312528" y="0"/>
                  </a:lnTo>
                  <a:lnTo>
                    <a:pt x="8312653" y="0"/>
                  </a:lnTo>
                  <a:lnTo>
                    <a:pt x="8312778" y="0"/>
                  </a:lnTo>
                  <a:lnTo>
                    <a:pt x="8312903" y="0"/>
                  </a:lnTo>
                  <a:lnTo>
                    <a:pt x="8313029" y="0"/>
                  </a:lnTo>
                  <a:lnTo>
                    <a:pt x="8313154" y="0"/>
                  </a:lnTo>
                  <a:lnTo>
                    <a:pt x="8313279" y="0"/>
                  </a:lnTo>
                  <a:lnTo>
                    <a:pt x="8313404" y="0"/>
                  </a:lnTo>
                  <a:lnTo>
                    <a:pt x="8313529" y="0"/>
                  </a:lnTo>
                  <a:lnTo>
                    <a:pt x="8313654" y="0"/>
                  </a:lnTo>
                  <a:lnTo>
                    <a:pt x="8313779" y="0"/>
                  </a:lnTo>
                  <a:lnTo>
                    <a:pt x="8313904" y="0"/>
                  </a:lnTo>
                  <a:lnTo>
                    <a:pt x="8314029" y="0"/>
                  </a:lnTo>
                  <a:lnTo>
                    <a:pt x="8314154" y="0"/>
                  </a:lnTo>
                  <a:lnTo>
                    <a:pt x="8314279" y="0"/>
                  </a:lnTo>
                  <a:lnTo>
                    <a:pt x="8314404" y="0"/>
                  </a:lnTo>
                  <a:lnTo>
                    <a:pt x="8314529" y="0"/>
                  </a:lnTo>
                  <a:lnTo>
                    <a:pt x="8314654" y="0"/>
                  </a:lnTo>
                  <a:lnTo>
                    <a:pt x="8314779" y="0"/>
                  </a:lnTo>
                  <a:lnTo>
                    <a:pt x="8314904" y="0"/>
                  </a:lnTo>
                  <a:lnTo>
                    <a:pt x="8315029" y="0"/>
                  </a:lnTo>
                  <a:lnTo>
                    <a:pt x="8315154" y="0"/>
                  </a:lnTo>
                  <a:lnTo>
                    <a:pt x="8315279" y="0"/>
                  </a:lnTo>
                  <a:lnTo>
                    <a:pt x="8315404" y="0"/>
                  </a:lnTo>
                  <a:lnTo>
                    <a:pt x="8315529" y="0"/>
                  </a:lnTo>
                  <a:lnTo>
                    <a:pt x="8315654" y="0"/>
                  </a:lnTo>
                  <a:lnTo>
                    <a:pt x="8315779" y="0"/>
                  </a:lnTo>
                  <a:lnTo>
                    <a:pt x="8315904" y="0"/>
                  </a:lnTo>
                  <a:lnTo>
                    <a:pt x="8316030" y="0"/>
                  </a:lnTo>
                  <a:lnTo>
                    <a:pt x="8316155" y="0"/>
                  </a:lnTo>
                  <a:lnTo>
                    <a:pt x="8316280" y="0"/>
                  </a:lnTo>
                  <a:lnTo>
                    <a:pt x="8316405" y="0"/>
                  </a:lnTo>
                  <a:lnTo>
                    <a:pt x="8316530" y="0"/>
                  </a:lnTo>
                  <a:lnTo>
                    <a:pt x="8316655" y="0"/>
                  </a:lnTo>
                  <a:lnTo>
                    <a:pt x="8316780" y="0"/>
                  </a:lnTo>
                  <a:lnTo>
                    <a:pt x="8316905" y="0"/>
                  </a:lnTo>
                  <a:lnTo>
                    <a:pt x="8317030" y="0"/>
                  </a:lnTo>
                  <a:lnTo>
                    <a:pt x="8317155" y="0"/>
                  </a:lnTo>
                  <a:lnTo>
                    <a:pt x="8317280" y="0"/>
                  </a:lnTo>
                  <a:lnTo>
                    <a:pt x="8317405" y="0"/>
                  </a:lnTo>
                  <a:lnTo>
                    <a:pt x="8317530" y="0"/>
                  </a:lnTo>
                  <a:lnTo>
                    <a:pt x="8317655" y="0"/>
                  </a:lnTo>
                  <a:lnTo>
                    <a:pt x="8317780" y="0"/>
                  </a:lnTo>
                  <a:lnTo>
                    <a:pt x="8317905" y="0"/>
                  </a:lnTo>
                  <a:lnTo>
                    <a:pt x="8318030" y="0"/>
                  </a:lnTo>
                  <a:lnTo>
                    <a:pt x="8318155" y="0"/>
                  </a:lnTo>
                  <a:lnTo>
                    <a:pt x="8318280" y="0"/>
                  </a:lnTo>
                  <a:lnTo>
                    <a:pt x="8318405" y="0"/>
                  </a:lnTo>
                  <a:lnTo>
                    <a:pt x="8318530" y="0"/>
                  </a:lnTo>
                  <a:lnTo>
                    <a:pt x="8318655" y="0"/>
                  </a:lnTo>
                  <a:lnTo>
                    <a:pt x="8318780" y="0"/>
                  </a:lnTo>
                  <a:lnTo>
                    <a:pt x="8318905" y="0"/>
                  </a:lnTo>
                  <a:lnTo>
                    <a:pt x="8319031" y="0"/>
                  </a:lnTo>
                  <a:lnTo>
                    <a:pt x="8319156" y="0"/>
                  </a:lnTo>
                  <a:lnTo>
                    <a:pt x="8319281" y="0"/>
                  </a:lnTo>
                  <a:lnTo>
                    <a:pt x="8319406" y="0"/>
                  </a:lnTo>
                  <a:lnTo>
                    <a:pt x="8319531" y="0"/>
                  </a:lnTo>
                  <a:lnTo>
                    <a:pt x="8319656" y="0"/>
                  </a:lnTo>
                  <a:lnTo>
                    <a:pt x="8319781" y="0"/>
                  </a:lnTo>
                  <a:lnTo>
                    <a:pt x="8319906" y="0"/>
                  </a:lnTo>
                  <a:lnTo>
                    <a:pt x="8320031" y="0"/>
                  </a:lnTo>
                  <a:lnTo>
                    <a:pt x="8320156" y="0"/>
                  </a:lnTo>
                  <a:lnTo>
                    <a:pt x="8320281" y="0"/>
                  </a:lnTo>
                  <a:lnTo>
                    <a:pt x="8320406" y="0"/>
                  </a:lnTo>
                  <a:lnTo>
                    <a:pt x="8320531" y="0"/>
                  </a:lnTo>
                  <a:lnTo>
                    <a:pt x="8320656" y="0"/>
                  </a:lnTo>
                  <a:lnTo>
                    <a:pt x="8320781" y="0"/>
                  </a:lnTo>
                  <a:lnTo>
                    <a:pt x="8320906" y="0"/>
                  </a:lnTo>
                  <a:lnTo>
                    <a:pt x="8321031" y="0"/>
                  </a:lnTo>
                  <a:lnTo>
                    <a:pt x="8321156" y="0"/>
                  </a:lnTo>
                  <a:lnTo>
                    <a:pt x="8321281" y="0"/>
                  </a:lnTo>
                  <a:lnTo>
                    <a:pt x="8321406" y="0"/>
                  </a:lnTo>
                  <a:lnTo>
                    <a:pt x="8321531" y="0"/>
                  </a:lnTo>
                  <a:lnTo>
                    <a:pt x="8321656" y="0"/>
                  </a:lnTo>
                  <a:lnTo>
                    <a:pt x="8321781" y="0"/>
                  </a:lnTo>
                  <a:lnTo>
                    <a:pt x="8321906" y="0"/>
                  </a:lnTo>
                  <a:lnTo>
                    <a:pt x="8322032" y="0"/>
                  </a:lnTo>
                  <a:lnTo>
                    <a:pt x="8322157" y="0"/>
                  </a:lnTo>
                  <a:lnTo>
                    <a:pt x="8322282" y="0"/>
                  </a:lnTo>
                  <a:lnTo>
                    <a:pt x="8322407" y="0"/>
                  </a:lnTo>
                  <a:lnTo>
                    <a:pt x="8322532" y="0"/>
                  </a:lnTo>
                  <a:lnTo>
                    <a:pt x="8322657" y="0"/>
                  </a:lnTo>
                  <a:lnTo>
                    <a:pt x="8322782" y="0"/>
                  </a:lnTo>
                  <a:lnTo>
                    <a:pt x="8322907" y="0"/>
                  </a:lnTo>
                  <a:lnTo>
                    <a:pt x="8323032" y="0"/>
                  </a:lnTo>
                  <a:lnTo>
                    <a:pt x="8323157" y="0"/>
                  </a:lnTo>
                  <a:lnTo>
                    <a:pt x="8323282" y="0"/>
                  </a:lnTo>
                  <a:lnTo>
                    <a:pt x="8323407" y="0"/>
                  </a:lnTo>
                  <a:lnTo>
                    <a:pt x="8323532" y="0"/>
                  </a:lnTo>
                  <a:lnTo>
                    <a:pt x="8323657" y="0"/>
                  </a:lnTo>
                  <a:lnTo>
                    <a:pt x="8323782" y="0"/>
                  </a:lnTo>
                  <a:lnTo>
                    <a:pt x="8323907" y="0"/>
                  </a:lnTo>
                  <a:lnTo>
                    <a:pt x="8324032" y="0"/>
                  </a:lnTo>
                  <a:lnTo>
                    <a:pt x="8324157" y="0"/>
                  </a:lnTo>
                  <a:lnTo>
                    <a:pt x="8324282" y="0"/>
                  </a:lnTo>
                  <a:lnTo>
                    <a:pt x="8324407" y="0"/>
                  </a:lnTo>
                  <a:lnTo>
                    <a:pt x="8324532" y="0"/>
                  </a:lnTo>
                  <a:lnTo>
                    <a:pt x="8324657" y="0"/>
                  </a:lnTo>
                  <a:lnTo>
                    <a:pt x="8324782" y="0"/>
                  </a:lnTo>
                  <a:lnTo>
                    <a:pt x="8324907" y="0"/>
                  </a:lnTo>
                  <a:lnTo>
                    <a:pt x="8325033" y="0"/>
                  </a:lnTo>
                  <a:lnTo>
                    <a:pt x="8325158" y="0"/>
                  </a:lnTo>
                  <a:lnTo>
                    <a:pt x="8325283" y="0"/>
                  </a:lnTo>
                  <a:lnTo>
                    <a:pt x="8325408" y="0"/>
                  </a:lnTo>
                  <a:lnTo>
                    <a:pt x="8325533" y="0"/>
                  </a:lnTo>
                  <a:lnTo>
                    <a:pt x="8325658" y="0"/>
                  </a:lnTo>
                  <a:lnTo>
                    <a:pt x="8325783" y="0"/>
                  </a:lnTo>
                  <a:lnTo>
                    <a:pt x="8325908" y="0"/>
                  </a:lnTo>
                  <a:lnTo>
                    <a:pt x="8326033" y="0"/>
                  </a:lnTo>
                  <a:lnTo>
                    <a:pt x="8326158" y="0"/>
                  </a:lnTo>
                  <a:lnTo>
                    <a:pt x="8326283" y="0"/>
                  </a:lnTo>
                  <a:lnTo>
                    <a:pt x="8326408" y="0"/>
                  </a:lnTo>
                  <a:lnTo>
                    <a:pt x="8326533" y="0"/>
                  </a:lnTo>
                  <a:lnTo>
                    <a:pt x="8326658" y="0"/>
                  </a:lnTo>
                  <a:lnTo>
                    <a:pt x="8326783" y="0"/>
                  </a:lnTo>
                  <a:lnTo>
                    <a:pt x="8326908" y="0"/>
                  </a:lnTo>
                  <a:lnTo>
                    <a:pt x="8327033" y="0"/>
                  </a:lnTo>
                  <a:lnTo>
                    <a:pt x="8327158" y="0"/>
                  </a:lnTo>
                  <a:lnTo>
                    <a:pt x="8327283" y="0"/>
                  </a:lnTo>
                  <a:lnTo>
                    <a:pt x="8327408" y="0"/>
                  </a:lnTo>
                  <a:lnTo>
                    <a:pt x="8327533" y="0"/>
                  </a:lnTo>
                  <a:lnTo>
                    <a:pt x="8327658" y="0"/>
                  </a:lnTo>
                  <a:lnTo>
                    <a:pt x="8327783" y="0"/>
                  </a:lnTo>
                  <a:lnTo>
                    <a:pt x="8327908" y="0"/>
                  </a:lnTo>
                  <a:lnTo>
                    <a:pt x="8328034" y="0"/>
                  </a:lnTo>
                  <a:lnTo>
                    <a:pt x="8328159" y="0"/>
                  </a:lnTo>
                  <a:lnTo>
                    <a:pt x="8328284" y="0"/>
                  </a:lnTo>
                  <a:lnTo>
                    <a:pt x="8328409" y="0"/>
                  </a:lnTo>
                  <a:lnTo>
                    <a:pt x="8328534" y="0"/>
                  </a:lnTo>
                  <a:lnTo>
                    <a:pt x="8328659" y="0"/>
                  </a:lnTo>
                  <a:lnTo>
                    <a:pt x="8328784" y="0"/>
                  </a:lnTo>
                  <a:lnTo>
                    <a:pt x="8328909" y="0"/>
                  </a:lnTo>
                  <a:lnTo>
                    <a:pt x="8329034" y="0"/>
                  </a:lnTo>
                  <a:lnTo>
                    <a:pt x="8329159" y="0"/>
                  </a:lnTo>
                  <a:lnTo>
                    <a:pt x="8329284" y="0"/>
                  </a:lnTo>
                  <a:lnTo>
                    <a:pt x="8329409" y="0"/>
                  </a:lnTo>
                  <a:lnTo>
                    <a:pt x="8329534" y="0"/>
                  </a:lnTo>
                  <a:lnTo>
                    <a:pt x="8329659" y="0"/>
                  </a:lnTo>
                  <a:lnTo>
                    <a:pt x="8329784" y="0"/>
                  </a:lnTo>
                  <a:lnTo>
                    <a:pt x="8329909" y="0"/>
                  </a:lnTo>
                  <a:lnTo>
                    <a:pt x="8330034" y="0"/>
                  </a:lnTo>
                  <a:lnTo>
                    <a:pt x="8330159" y="0"/>
                  </a:lnTo>
                  <a:lnTo>
                    <a:pt x="8330284" y="0"/>
                  </a:lnTo>
                  <a:lnTo>
                    <a:pt x="8330409" y="0"/>
                  </a:lnTo>
                  <a:lnTo>
                    <a:pt x="8330534" y="0"/>
                  </a:lnTo>
                  <a:lnTo>
                    <a:pt x="8330659" y="0"/>
                  </a:lnTo>
                  <a:lnTo>
                    <a:pt x="8330784" y="0"/>
                  </a:lnTo>
                  <a:lnTo>
                    <a:pt x="8330909" y="0"/>
                  </a:lnTo>
                  <a:lnTo>
                    <a:pt x="8331035" y="0"/>
                  </a:lnTo>
                  <a:lnTo>
                    <a:pt x="8331160" y="0"/>
                  </a:lnTo>
                  <a:lnTo>
                    <a:pt x="8331285" y="0"/>
                  </a:lnTo>
                  <a:lnTo>
                    <a:pt x="8331410" y="0"/>
                  </a:lnTo>
                  <a:lnTo>
                    <a:pt x="8331535" y="0"/>
                  </a:lnTo>
                  <a:lnTo>
                    <a:pt x="8331660" y="0"/>
                  </a:lnTo>
                  <a:lnTo>
                    <a:pt x="8331785" y="0"/>
                  </a:lnTo>
                  <a:lnTo>
                    <a:pt x="8331910" y="0"/>
                  </a:lnTo>
                  <a:lnTo>
                    <a:pt x="8332035" y="0"/>
                  </a:lnTo>
                  <a:lnTo>
                    <a:pt x="8332160" y="0"/>
                  </a:lnTo>
                  <a:lnTo>
                    <a:pt x="8332285" y="0"/>
                  </a:lnTo>
                  <a:lnTo>
                    <a:pt x="8332410" y="0"/>
                  </a:lnTo>
                  <a:lnTo>
                    <a:pt x="8332535" y="0"/>
                  </a:lnTo>
                  <a:lnTo>
                    <a:pt x="8332660" y="0"/>
                  </a:lnTo>
                  <a:lnTo>
                    <a:pt x="8332785" y="0"/>
                  </a:lnTo>
                  <a:lnTo>
                    <a:pt x="8332910" y="0"/>
                  </a:lnTo>
                  <a:lnTo>
                    <a:pt x="8333035" y="0"/>
                  </a:lnTo>
                  <a:lnTo>
                    <a:pt x="8333160" y="0"/>
                  </a:lnTo>
                  <a:lnTo>
                    <a:pt x="8333285" y="0"/>
                  </a:lnTo>
                  <a:lnTo>
                    <a:pt x="8333410" y="0"/>
                  </a:lnTo>
                  <a:lnTo>
                    <a:pt x="8333535" y="0"/>
                  </a:lnTo>
                  <a:lnTo>
                    <a:pt x="8333660" y="0"/>
                  </a:lnTo>
                  <a:lnTo>
                    <a:pt x="8333785" y="0"/>
                  </a:lnTo>
                  <a:lnTo>
                    <a:pt x="8333910" y="0"/>
                  </a:lnTo>
                  <a:lnTo>
                    <a:pt x="8334036" y="0"/>
                  </a:lnTo>
                  <a:lnTo>
                    <a:pt x="8334161" y="0"/>
                  </a:lnTo>
                  <a:lnTo>
                    <a:pt x="8334286" y="0"/>
                  </a:lnTo>
                  <a:lnTo>
                    <a:pt x="8334411" y="0"/>
                  </a:lnTo>
                  <a:lnTo>
                    <a:pt x="8334536" y="0"/>
                  </a:lnTo>
                  <a:lnTo>
                    <a:pt x="8334661" y="0"/>
                  </a:lnTo>
                  <a:lnTo>
                    <a:pt x="8334786" y="0"/>
                  </a:lnTo>
                  <a:lnTo>
                    <a:pt x="8334911" y="0"/>
                  </a:lnTo>
                  <a:lnTo>
                    <a:pt x="8335036" y="0"/>
                  </a:lnTo>
                  <a:lnTo>
                    <a:pt x="8335161" y="0"/>
                  </a:lnTo>
                  <a:lnTo>
                    <a:pt x="8335286" y="0"/>
                  </a:lnTo>
                  <a:lnTo>
                    <a:pt x="8335411" y="0"/>
                  </a:lnTo>
                  <a:lnTo>
                    <a:pt x="8335536" y="0"/>
                  </a:lnTo>
                  <a:lnTo>
                    <a:pt x="8335661" y="0"/>
                  </a:lnTo>
                  <a:lnTo>
                    <a:pt x="8335786" y="0"/>
                  </a:lnTo>
                  <a:lnTo>
                    <a:pt x="8335911" y="0"/>
                  </a:lnTo>
                  <a:lnTo>
                    <a:pt x="8336036" y="0"/>
                  </a:lnTo>
                  <a:lnTo>
                    <a:pt x="8336161" y="0"/>
                  </a:lnTo>
                  <a:lnTo>
                    <a:pt x="8336286" y="0"/>
                  </a:lnTo>
                  <a:lnTo>
                    <a:pt x="8336411" y="0"/>
                  </a:lnTo>
                  <a:lnTo>
                    <a:pt x="8336536" y="0"/>
                  </a:lnTo>
                  <a:lnTo>
                    <a:pt x="8336661" y="0"/>
                  </a:lnTo>
                  <a:lnTo>
                    <a:pt x="8336786" y="0"/>
                  </a:lnTo>
                  <a:lnTo>
                    <a:pt x="8336911" y="0"/>
                  </a:lnTo>
                  <a:lnTo>
                    <a:pt x="8337037" y="0"/>
                  </a:lnTo>
                  <a:lnTo>
                    <a:pt x="8337162" y="0"/>
                  </a:lnTo>
                  <a:lnTo>
                    <a:pt x="8337287" y="0"/>
                  </a:lnTo>
                  <a:lnTo>
                    <a:pt x="8337412" y="0"/>
                  </a:lnTo>
                  <a:lnTo>
                    <a:pt x="8337537" y="0"/>
                  </a:lnTo>
                  <a:lnTo>
                    <a:pt x="8337662" y="0"/>
                  </a:lnTo>
                  <a:lnTo>
                    <a:pt x="8337787" y="0"/>
                  </a:lnTo>
                  <a:lnTo>
                    <a:pt x="8337912" y="0"/>
                  </a:lnTo>
                  <a:lnTo>
                    <a:pt x="8338037" y="0"/>
                  </a:lnTo>
                  <a:lnTo>
                    <a:pt x="8338162" y="0"/>
                  </a:lnTo>
                  <a:lnTo>
                    <a:pt x="8338287" y="0"/>
                  </a:lnTo>
                  <a:lnTo>
                    <a:pt x="8338412" y="0"/>
                  </a:lnTo>
                  <a:lnTo>
                    <a:pt x="8338537" y="0"/>
                  </a:lnTo>
                  <a:lnTo>
                    <a:pt x="8338662" y="0"/>
                  </a:lnTo>
                  <a:lnTo>
                    <a:pt x="8338787" y="0"/>
                  </a:lnTo>
                  <a:lnTo>
                    <a:pt x="8338912" y="0"/>
                  </a:lnTo>
                  <a:lnTo>
                    <a:pt x="8339037" y="0"/>
                  </a:lnTo>
                  <a:lnTo>
                    <a:pt x="8339162" y="0"/>
                  </a:lnTo>
                  <a:lnTo>
                    <a:pt x="8339287" y="0"/>
                  </a:lnTo>
                  <a:lnTo>
                    <a:pt x="8339412" y="0"/>
                  </a:lnTo>
                  <a:lnTo>
                    <a:pt x="8339537" y="0"/>
                  </a:lnTo>
                  <a:lnTo>
                    <a:pt x="8339662" y="0"/>
                  </a:lnTo>
                  <a:lnTo>
                    <a:pt x="8339787" y="0"/>
                  </a:lnTo>
                  <a:lnTo>
                    <a:pt x="8339912" y="0"/>
                  </a:lnTo>
                  <a:lnTo>
                    <a:pt x="8340038" y="0"/>
                  </a:lnTo>
                  <a:lnTo>
                    <a:pt x="8340163" y="0"/>
                  </a:lnTo>
                  <a:lnTo>
                    <a:pt x="8340288" y="0"/>
                  </a:lnTo>
                  <a:lnTo>
                    <a:pt x="8340413" y="0"/>
                  </a:lnTo>
                  <a:lnTo>
                    <a:pt x="8340538" y="0"/>
                  </a:lnTo>
                  <a:lnTo>
                    <a:pt x="8340663" y="0"/>
                  </a:lnTo>
                  <a:lnTo>
                    <a:pt x="8340788" y="0"/>
                  </a:lnTo>
                  <a:lnTo>
                    <a:pt x="8340913" y="0"/>
                  </a:lnTo>
                  <a:lnTo>
                    <a:pt x="8341038" y="0"/>
                  </a:lnTo>
                  <a:lnTo>
                    <a:pt x="8341163" y="0"/>
                  </a:lnTo>
                  <a:lnTo>
                    <a:pt x="8341288" y="0"/>
                  </a:lnTo>
                  <a:lnTo>
                    <a:pt x="8341413" y="0"/>
                  </a:lnTo>
                  <a:lnTo>
                    <a:pt x="8341538" y="0"/>
                  </a:lnTo>
                  <a:lnTo>
                    <a:pt x="8341663" y="0"/>
                  </a:lnTo>
                  <a:lnTo>
                    <a:pt x="8341788" y="0"/>
                  </a:lnTo>
                  <a:lnTo>
                    <a:pt x="8341913" y="0"/>
                  </a:lnTo>
                  <a:lnTo>
                    <a:pt x="8342038" y="0"/>
                  </a:lnTo>
                  <a:lnTo>
                    <a:pt x="8342163" y="0"/>
                  </a:lnTo>
                  <a:lnTo>
                    <a:pt x="8342288" y="0"/>
                  </a:lnTo>
                  <a:lnTo>
                    <a:pt x="8342413" y="0"/>
                  </a:lnTo>
                  <a:lnTo>
                    <a:pt x="8342538" y="0"/>
                  </a:lnTo>
                  <a:lnTo>
                    <a:pt x="8342663" y="0"/>
                  </a:lnTo>
                  <a:lnTo>
                    <a:pt x="8342788" y="0"/>
                  </a:lnTo>
                  <a:lnTo>
                    <a:pt x="8342914" y="0"/>
                  </a:lnTo>
                  <a:lnTo>
                    <a:pt x="8343039" y="0"/>
                  </a:lnTo>
                  <a:lnTo>
                    <a:pt x="8343164" y="0"/>
                  </a:lnTo>
                  <a:lnTo>
                    <a:pt x="8343289" y="0"/>
                  </a:lnTo>
                  <a:lnTo>
                    <a:pt x="8343414" y="0"/>
                  </a:lnTo>
                  <a:lnTo>
                    <a:pt x="8343539" y="0"/>
                  </a:lnTo>
                  <a:lnTo>
                    <a:pt x="8343664" y="0"/>
                  </a:lnTo>
                  <a:lnTo>
                    <a:pt x="8343789" y="0"/>
                  </a:lnTo>
                  <a:lnTo>
                    <a:pt x="8343914" y="0"/>
                  </a:lnTo>
                  <a:lnTo>
                    <a:pt x="8344039" y="0"/>
                  </a:lnTo>
                  <a:lnTo>
                    <a:pt x="8344164" y="0"/>
                  </a:lnTo>
                  <a:lnTo>
                    <a:pt x="8344289" y="0"/>
                  </a:lnTo>
                  <a:lnTo>
                    <a:pt x="8344414" y="0"/>
                  </a:lnTo>
                  <a:lnTo>
                    <a:pt x="8344539" y="0"/>
                  </a:lnTo>
                  <a:lnTo>
                    <a:pt x="8344664" y="0"/>
                  </a:lnTo>
                  <a:lnTo>
                    <a:pt x="8344789" y="0"/>
                  </a:lnTo>
                  <a:lnTo>
                    <a:pt x="8344914" y="0"/>
                  </a:lnTo>
                  <a:lnTo>
                    <a:pt x="8345039" y="0"/>
                  </a:lnTo>
                  <a:lnTo>
                    <a:pt x="8345164" y="0"/>
                  </a:lnTo>
                  <a:lnTo>
                    <a:pt x="8345289" y="0"/>
                  </a:lnTo>
                  <a:lnTo>
                    <a:pt x="8345414" y="0"/>
                  </a:lnTo>
                  <a:lnTo>
                    <a:pt x="8345539" y="0"/>
                  </a:lnTo>
                  <a:lnTo>
                    <a:pt x="8345664" y="0"/>
                  </a:lnTo>
                  <a:lnTo>
                    <a:pt x="8345789" y="0"/>
                  </a:lnTo>
                  <a:lnTo>
                    <a:pt x="8345915" y="0"/>
                  </a:lnTo>
                  <a:lnTo>
                    <a:pt x="8346040" y="0"/>
                  </a:lnTo>
                  <a:lnTo>
                    <a:pt x="8346165" y="0"/>
                  </a:lnTo>
                  <a:lnTo>
                    <a:pt x="8346290" y="0"/>
                  </a:lnTo>
                  <a:lnTo>
                    <a:pt x="8346415" y="0"/>
                  </a:lnTo>
                  <a:lnTo>
                    <a:pt x="8346540" y="0"/>
                  </a:lnTo>
                  <a:lnTo>
                    <a:pt x="8346665" y="0"/>
                  </a:lnTo>
                  <a:lnTo>
                    <a:pt x="8346790" y="0"/>
                  </a:lnTo>
                  <a:lnTo>
                    <a:pt x="8346915" y="0"/>
                  </a:lnTo>
                  <a:lnTo>
                    <a:pt x="8347040" y="0"/>
                  </a:lnTo>
                  <a:lnTo>
                    <a:pt x="8347165" y="0"/>
                  </a:lnTo>
                  <a:lnTo>
                    <a:pt x="8347290" y="0"/>
                  </a:lnTo>
                  <a:lnTo>
                    <a:pt x="8347415" y="0"/>
                  </a:lnTo>
                  <a:lnTo>
                    <a:pt x="8347540" y="0"/>
                  </a:lnTo>
                  <a:lnTo>
                    <a:pt x="8347665" y="0"/>
                  </a:lnTo>
                  <a:lnTo>
                    <a:pt x="8347790" y="0"/>
                  </a:lnTo>
                  <a:lnTo>
                    <a:pt x="8347915" y="0"/>
                  </a:lnTo>
                  <a:lnTo>
                    <a:pt x="8348040" y="0"/>
                  </a:lnTo>
                  <a:lnTo>
                    <a:pt x="8348165" y="0"/>
                  </a:lnTo>
                  <a:lnTo>
                    <a:pt x="8348290" y="0"/>
                  </a:lnTo>
                  <a:lnTo>
                    <a:pt x="8348415" y="0"/>
                  </a:lnTo>
                  <a:lnTo>
                    <a:pt x="8348540" y="0"/>
                  </a:lnTo>
                  <a:lnTo>
                    <a:pt x="8348665" y="0"/>
                  </a:lnTo>
                  <a:lnTo>
                    <a:pt x="8348790" y="0"/>
                  </a:lnTo>
                  <a:lnTo>
                    <a:pt x="8348916" y="0"/>
                  </a:lnTo>
                  <a:lnTo>
                    <a:pt x="8349041" y="0"/>
                  </a:lnTo>
                  <a:lnTo>
                    <a:pt x="8349166" y="0"/>
                  </a:lnTo>
                  <a:lnTo>
                    <a:pt x="8349291" y="0"/>
                  </a:lnTo>
                  <a:lnTo>
                    <a:pt x="8349416" y="0"/>
                  </a:lnTo>
                  <a:lnTo>
                    <a:pt x="8349541" y="0"/>
                  </a:lnTo>
                  <a:lnTo>
                    <a:pt x="8349666" y="0"/>
                  </a:lnTo>
                  <a:lnTo>
                    <a:pt x="8349791" y="0"/>
                  </a:lnTo>
                  <a:lnTo>
                    <a:pt x="8349916" y="0"/>
                  </a:lnTo>
                  <a:lnTo>
                    <a:pt x="8350041" y="0"/>
                  </a:lnTo>
                  <a:lnTo>
                    <a:pt x="8350166" y="0"/>
                  </a:lnTo>
                  <a:lnTo>
                    <a:pt x="8350291" y="0"/>
                  </a:lnTo>
                  <a:lnTo>
                    <a:pt x="8350416" y="0"/>
                  </a:lnTo>
                  <a:lnTo>
                    <a:pt x="8350541" y="0"/>
                  </a:lnTo>
                  <a:lnTo>
                    <a:pt x="8350666" y="0"/>
                  </a:lnTo>
                  <a:lnTo>
                    <a:pt x="8350791" y="0"/>
                  </a:lnTo>
                  <a:lnTo>
                    <a:pt x="8350916" y="0"/>
                  </a:lnTo>
                  <a:lnTo>
                    <a:pt x="8351041" y="0"/>
                  </a:lnTo>
                  <a:lnTo>
                    <a:pt x="8351166" y="0"/>
                  </a:lnTo>
                  <a:lnTo>
                    <a:pt x="8351291" y="0"/>
                  </a:lnTo>
                  <a:lnTo>
                    <a:pt x="8351416" y="0"/>
                  </a:lnTo>
                  <a:lnTo>
                    <a:pt x="8351541" y="0"/>
                  </a:lnTo>
                  <a:lnTo>
                    <a:pt x="8351666" y="0"/>
                  </a:lnTo>
                  <a:lnTo>
                    <a:pt x="8351791" y="0"/>
                  </a:lnTo>
                  <a:lnTo>
                    <a:pt x="8351917" y="0"/>
                  </a:lnTo>
                  <a:lnTo>
                    <a:pt x="8352042" y="0"/>
                  </a:lnTo>
                  <a:lnTo>
                    <a:pt x="8352167" y="0"/>
                  </a:lnTo>
                  <a:lnTo>
                    <a:pt x="8352292" y="0"/>
                  </a:lnTo>
                  <a:lnTo>
                    <a:pt x="8352417" y="0"/>
                  </a:lnTo>
                  <a:lnTo>
                    <a:pt x="8352542" y="0"/>
                  </a:lnTo>
                  <a:lnTo>
                    <a:pt x="8352667" y="0"/>
                  </a:lnTo>
                  <a:lnTo>
                    <a:pt x="8352792" y="0"/>
                  </a:lnTo>
                  <a:lnTo>
                    <a:pt x="8352917" y="0"/>
                  </a:lnTo>
                  <a:lnTo>
                    <a:pt x="8353042" y="0"/>
                  </a:lnTo>
                  <a:lnTo>
                    <a:pt x="8353167" y="0"/>
                  </a:lnTo>
                  <a:lnTo>
                    <a:pt x="8353292" y="0"/>
                  </a:lnTo>
                  <a:lnTo>
                    <a:pt x="8353417" y="0"/>
                  </a:lnTo>
                  <a:lnTo>
                    <a:pt x="8353542" y="0"/>
                  </a:lnTo>
                  <a:lnTo>
                    <a:pt x="8353667" y="0"/>
                  </a:lnTo>
                  <a:lnTo>
                    <a:pt x="8353792" y="0"/>
                  </a:lnTo>
                  <a:lnTo>
                    <a:pt x="8353917" y="0"/>
                  </a:lnTo>
                  <a:lnTo>
                    <a:pt x="8354042" y="0"/>
                  </a:lnTo>
                  <a:lnTo>
                    <a:pt x="8354167" y="0"/>
                  </a:lnTo>
                  <a:lnTo>
                    <a:pt x="8354292" y="0"/>
                  </a:lnTo>
                  <a:lnTo>
                    <a:pt x="8354417" y="0"/>
                  </a:lnTo>
                  <a:lnTo>
                    <a:pt x="8354542" y="0"/>
                  </a:lnTo>
                  <a:lnTo>
                    <a:pt x="8354667" y="0"/>
                  </a:lnTo>
                  <a:lnTo>
                    <a:pt x="8354792" y="0"/>
                  </a:lnTo>
                  <a:lnTo>
                    <a:pt x="8354918" y="0"/>
                  </a:lnTo>
                  <a:lnTo>
                    <a:pt x="8355043" y="0"/>
                  </a:lnTo>
                  <a:lnTo>
                    <a:pt x="8355168" y="0"/>
                  </a:lnTo>
                  <a:lnTo>
                    <a:pt x="8355293" y="0"/>
                  </a:lnTo>
                  <a:lnTo>
                    <a:pt x="8355418" y="0"/>
                  </a:lnTo>
                  <a:lnTo>
                    <a:pt x="8355543" y="0"/>
                  </a:lnTo>
                  <a:lnTo>
                    <a:pt x="8355668" y="0"/>
                  </a:lnTo>
                  <a:lnTo>
                    <a:pt x="8355793" y="0"/>
                  </a:lnTo>
                  <a:lnTo>
                    <a:pt x="8355918" y="0"/>
                  </a:lnTo>
                  <a:lnTo>
                    <a:pt x="8356043" y="0"/>
                  </a:lnTo>
                  <a:lnTo>
                    <a:pt x="8356168" y="0"/>
                  </a:lnTo>
                  <a:lnTo>
                    <a:pt x="8356293" y="0"/>
                  </a:lnTo>
                  <a:lnTo>
                    <a:pt x="8356418" y="0"/>
                  </a:lnTo>
                  <a:lnTo>
                    <a:pt x="8356543" y="0"/>
                  </a:lnTo>
                  <a:lnTo>
                    <a:pt x="8356668" y="0"/>
                  </a:lnTo>
                  <a:lnTo>
                    <a:pt x="8356793" y="0"/>
                  </a:lnTo>
                  <a:lnTo>
                    <a:pt x="8356918" y="0"/>
                  </a:lnTo>
                  <a:lnTo>
                    <a:pt x="8357043" y="0"/>
                  </a:lnTo>
                  <a:lnTo>
                    <a:pt x="8357168" y="0"/>
                  </a:lnTo>
                  <a:lnTo>
                    <a:pt x="8357293" y="0"/>
                  </a:lnTo>
                  <a:lnTo>
                    <a:pt x="8357418" y="0"/>
                  </a:lnTo>
                  <a:lnTo>
                    <a:pt x="8357543" y="0"/>
                  </a:lnTo>
                  <a:lnTo>
                    <a:pt x="8357668" y="0"/>
                  </a:lnTo>
                  <a:lnTo>
                    <a:pt x="8357793" y="0"/>
                  </a:lnTo>
                  <a:lnTo>
                    <a:pt x="8357919" y="0"/>
                  </a:lnTo>
                  <a:lnTo>
                    <a:pt x="8358044" y="0"/>
                  </a:lnTo>
                  <a:lnTo>
                    <a:pt x="8358169" y="0"/>
                  </a:lnTo>
                  <a:lnTo>
                    <a:pt x="8358294" y="0"/>
                  </a:lnTo>
                  <a:lnTo>
                    <a:pt x="8358419" y="0"/>
                  </a:lnTo>
                  <a:lnTo>
                    <a:pt x="8358544" y="0"/>
                  </a:lnTo>
                  <a:lnTo>
                    <a:pt x="8358669" y="0"/>
                  </a:lnTo>
                  <a:lnTo>
                    <a:pt x="8358794" y="0"/>
                  </a:lnTo>
                  <a:lnTo>
                    <a:pt x="8358919" y="0"/>
                  </a:lnTo>
                  <a:lnTo>
                    <a:pt x="8359044" y="0"/>
                  </a:lnTo>
                  <a:lnTo>
                    <a:pt x="8359169" y="0"/>
                  </a:lnTo>
                  <a:lnTo>
                    <a:pt x="8359294" y="0"/>
                  </a:lnTo>
                  <a:lnTo>
                    <a:pt x="8359419" y="0"/>
                  </a:lnTo>
                  <a:lnTo>
                    <a:pt x="8359544" y="0"/>
                  </a:lnTo>
                  <a:lnTo>
                    <a:pt x="8359669" y="0"/>
                  </a:lnTo>
                  <a:lnTo>
                    <a:pt x="8359794" y="0"/>
                  </a:lnTo>
                  <a:lnTo>
                    <a:pt x="8359919" y="0"/>
                  </a:lnTo>
                  <a:lnTo>
                    <a:pt x="8360044" y="0"/>
                  </a:lnTo>
                  <a:lnTo>
                    <a:pt x="8360169" y="0"/>
                  </a:lnTo>
                  <a:lnTo>
                    <a:pt x="8360294" y="0"/>
                  </a:lnTo>
                  <a:lnTo>
                    <a:pt x="8360419" y="0"/>
                  </a:lnTo>
                  <a:lnTo>
                    <a:pt x="8360544" y="0"/>
                  </a:lnTo>
                  <a:lnTo>
                    <a:pt x="8360669" y="0"/>
                  </a:lnTo>
                  <a:lnTo>
                    <a:pt x="8360794" y="0"/>
                  </a:lnTo>
                  <a:lnTo>
                    <a:pt x="8360920" y="0"/>
                  </a:lnTo>
                  <a:lnTo>
                    <a:pt x="8361045" y="0"/>
                  </a:lnTo>
                  <a:lnTo>
                    <a:pt x="8361170" y="0"/>
                  </a:lnTo>
                  <a:lnTo>
                    <a:pt x="8361295" y="0"/>
                  </a:lnTo>
                  <a:lnTo>
                    <a:pt x="8361420" y="0"/>
                  </a:lnTo>
                  <a:lnTo>
                    <a:pt x="8361545" y="0"/>
                  </a:lnTo>
                  <a:lnTo>
                    <a:pt x="8361670" y="0"/>
                  </a:lnTo>
                  <a:lnTo>
                    <a:pt x="8361795" y="0"/>
                  </a:lnTo>
                  <a:lnTo>
                    <a:pt x="8361920" y="0"/>
                  </a:lnTo>
                  <a:lnTo>
                    <a:pt x="8362045" y="0"/>
                  </a:lnTo>
                  <a:lnTo>
                    <a:pt x="8362170" y="0"/>
                  </a:lnTo>
                  <a:lnTo>
                    <a:pt x="8362295" y="0"/>
                  </a:lnTo>
                  <a:lnTo>
                    <a:pt x="8362420" y="0"/>
                  </a:lnTo>
                  <a:lnTo>
                    <a:pt x="8362545" y="0"/>
                  </a:lnTo>
                  <a:lnTo>
                    <a:pt x="8362670" y="0"/>
                  </a:lnTo>
                  <a:lnTo>
                    <a:pt x="8362795" y="0"/>
                  </a:lnTo>
                  <a:lnTo>
                    <a:pt x="8362920" y="0"/>
                  </a:lnTo>
                  <a:lnTo>
                    <a:pt x="8363045" y="0"/>
                  </a:lnTo>
                  <a:lnTo>
                    <a:pt x="8363170" y="0"/>
                  </a:lnTo>
                  <a:lnTo>
                    <a:pt x="8363295" y="0"/>
                  </a:lnTo>
                  <a:lnTo>
                    <a:pt x="8363420" y="0"/>
                  </a:lnTo>
                  <a:lnTo>
                    <a:pt x="8363545" y="0"/>
                  </a:lnTo>
                  <a:lnTo>
                    <a:pt x="8363670" y="0"/>
                  </a:lnTo>
                  <a:lnTo>
                    <a:pt x="8363795" y="0"/>
                  </a:lnTo>
                  <a:lnTo>
                    <a:pt x="8363921" y="0"/>
                  </a:lnTo>
                  <a:lnTo>
                    <a:pt x="8364046" y="0"/>
                  </a:lnTo>
                  <a:lnTo>
                    <a:pt x="8364171" y="0"/>
                  </a:lnTo>
                  <a:lnTo>
                    <a:pt x="8364296" y="0"/>
                  </a:lnTo>
                  <a:lnTo>
                    <a:pt x="8364421" y="0"/>
                  </a:lnTo>
                  <a:lnTo>
                    <a:pt x="8364546" y="0"/>
                  </a:lnTo>
                  <a:lnTo>
                    <a:pt x="8364671" y="0"/>
                  </a:lnTo>
                  <a:lnTo>
                    <a:pt x="8364796" y="0"/>
                  </a:lnTo>
                  <a:lnTo>
                    <a:pt x="8364921" y="0"/>
                  </a:lnTo>
                  <a:lnTo>
                    <a:pt x="8365046" y="0"/>
                  </a:lnTo>
                  <a:lnTo>
                    <a:pt x="8365171" y="0"/>
                  </a:lnTo>
                  <a:lnTo>
                    <a:pt x="8365296" y="0"/>
                  </a:lnTo>
                  <a:lnTo>
                    <a:pt x="8365421" y="0"/>
                  </a:lnTo>
                  <a:lnTo>
                    <a:pt x="8365546" y="0"/>
                  </a:lnTo>
                  <a:lnTo>
                    <a:pt x="8365671" y="0"/>
                  </a:lnTo>
                  <a:lnTo>
                    <a:pt x="8365796" y="0"/>
                  </a:lnTo>
                  <a:lnTo>
                    <a:pt x="8365921" y="0"/>
                  </a:lnTo>
                  <a:lnTo>
                    <a:pt x="8366046" y="0"/>
                  </a:lnTo>
                  <a:lnTo>
                    <a:pt x="8366171" y="0"/>
                  </a:lnTo>
                  <a:lnTo>
                    <a:pt x="8366296" y="0"/>
                  </a:lnTo>
                  <a:lnTo>
                    <a:pt x="8366421" y="0"/>
                  </a:lnTo>
                  <a:lnTo>
                    <a:pt x="8366546" y="0"/>
                  </a:lnTo>
                  <a:lnTo>
                    <a:pt x="8366671" y="0"/>
                  </a:lnTo>
                  <a:lnTo>
                    <a:pt x="8366796" y="0"/>
                  </a:lnTo>
                  <a:lnTo>
                    <a:pt x="8366922" y="0"/>
                  </a:lnTo>
                  <a:lnTo>
                    <a:pt x="8367047" y="0"/>
                  </a:lnTo>
                  <a:lnTo>
                    <a:pt x="8367172" y="0"/>
                  </a:lnTo>
                  <a:lnTo>
                    <a:pt x="8367297" y="0"/>
                  </a:lnTo>
                  <a:lnTo>
                    <a:pt x="8367422" y="0"/>
                  </a:lnTo>
                  <a:lnTo>
                    <a:pt x="8367547" y="0"/>
                  </a:lnTo>
                  <a:lnTo>
                    <a:pt x="8367672" y="0"/>
                  </a:lnTo>
                  <a:lnTo>
                    <a:pt x="8367797" y="0"/>
                  </a:lnTo>
                  <a:lnTo>
                    <a:pt x="8367922" y="0"/>
                  </a:lnTo>
                  <a:lnTo>
                    <a:pt x="8368047" y="0"/>
                  </a:lnTo>
                  <a:lnTo>
                    <a:pt x="8368172" y="0"/>
                  </a:lnTo>
                  <a:lnTo>
                    <a:pt x="8368297" y="0"/>
                  </a:lnTo>
                  <a:lnTo>
                    <a:pt x="8368422" y="0"/>
                  </a:lnTo>
                  <a:lnTo>
                    <a:pt x="8368547" y="0"/>
                  </a:lnTo>
                  <a:lnTo>
                    <a:pt x="8368672" y="0"/>
                  </a:lnTo>
                  <a:lnTo>
                    <a:pt x="8368797" y="0"/>
                  </a:lnTo>
                  <a:lnTo>
                    <a:pt x="8368922" y="0"/>
                  </a:lnTo>
                  <a:lnTo>
                    <a:pt x="8369047" y="0"/>
                  </a:lnTo>
                  <a:lnTo>
                    <a:pt x="8369172" y="0"/>
                  </a:lnTo>
                  <a:lnTo>
                    <a:pt x="8369297" y="0"/>
                  </a:lnTo>
                  <a:lnTo>
                    <a:pt x="8369422" y="0"/>
                  </a:lnTo>
                  <a:lnTo>
                    <a:pt x="8369547" y="0"/>
                  </a:lnTo>
                  <a:lnTo>
                    <a:pt x="8369672" y="0"/>
                  </a:lnTo>
                  <a:lnTo>
                    <a:pt x="8369797" y="0"/>
                  </a:lnTo>
                  <a:lnTo>
                    <a:pt x="8369923" y="0"/>
                  </a:lnTo>
                  <a:lnTo>
                    <a:pt x="8370048" y="0"/>
                  </a:lnTo>
                  <a:lnTo>
                    <a:pt x="8370173" y="0"/>
                  </a:lnTo>
                  <a:lnTo>
                    <a:pt x="8370298" y="0"/>
                  </a:lnTo>
                  <a:lnTo>
                    <a:pt x="8370423" y="0"/>
                  </a:lnTo>
                  <a:lnTo>
                    <a:pt x="8370548" y="0"/>
                  </a:lnTo>
                  <a:lnTo>
                    <a:pt x="8370673" y="0"/>
                  </a:lnTo>
                  <a:lnTo>
                    <a:pt x="8370798" y="0"/>
                  </a:lnTo>
                  <a:lnTo>
                    <a:pt x="8370923" y="0"/>
                  </a:lnTo>
                  <a:lnTo>
                    <a:pt x="8371048" y="0"/>
                  </a:lnTo>
                  <a:lnTo>
                    <a:pt x="8371173" y="0"/>
                  </a:lnTo>
                  <a:lnTo>
                    <a:pt x="8371298" y="0"/>
                  </a:lnTo>
                  <a:lnTo>
                    <a:pt x="8371423" y="0"/>
                  </a:lnTo>
                  <a:lnTo>
                    <a:pt x="8371548" y="0"/>
                  </a:lnTo>
                  <a:lnTo>
                    <a:pt x="8371673" y="0"/>
                  </a:lnTo>
                  <a:lnTo>
                    <a:pt x="8371798" y="0"/>
                  </a:lnTo>
                  <a:lnTo>
                    <a:pt x="8371923" y="0"/>
                  </a:lnTo>
                  <a:lnTo>
                    <a:pt x="8372048" y="0"/>
                  </a:lnTo>
                  <a:lnTo>
                    <a:pt x="8372173" y="0"/>
                  </a:lnTo>
                  <a:lnTo>
                    <a:pt x="8372298" y="0"/>
                  </a:lnTo>
                  <a:lnTo>
                    <a:pt x="8372423" y="0"/>
                  </a:lnTo>
                  <a:lnTo>
                    <a:pt x="8372548" y="0"/>
                  </a:lnTo>
                  <a:lnTo>
                    <a:pt x="8372673" y="0"/>
                  </a:lnTo>
                  <a:lnTo>
                    <a:pt x="8372798" y="0"/>
                  </a:lnTo>
                  <a:lnTo>
                    <a:pt x="8372924" y="0"/>
                  </a:lnTo>
                  <a:lnTo>
                    <a:pt x="8373049" y="0"/>
                  </a:lnTo>
                  <a:lnTo>
                    <a:pt x="8373174" y="0"/>
                  </a:lnTo>
                  <a:lnTo>
                    <a:pt x="8373299" y="0"/>
                  </a:lnTo>
                  <a:lnTo>
                    <a:pt x="8373424" y="0"/>
                  </a:lnTo>
                  <a:lnTo>
                    <a:pt x="8373549" y="0"/>
                  </a:lnTo>
                  <a:lnTo>
                    <a:pt x="8373674" y="0"/>
                  </a:lnTo>
                  <a:lnTo>
                    <a:pt x="8373799" y="0"/>
                  </a:lnTo>
                  <a:lnTo>
                    <a:pt x="8373924" y="0"/>
                  </a:lnTo>
                  <a:lnTo>
                    <a:pt x="8374049" y="0"/>
                  </a:lnTo>
                  <a:lnTo>
                    <a:pt x="8374174" y="0"/>
                  </a:lnTo>
                  <a:lnTo>
                    <a:pt x="8374299" y="0"/>
                  </a:lnTo>
                  <a:lnTo>
                    <a:pt x="8374424" y="0"/>
                  </a:lnTo>
                  <a:lnTo>
                    <a:pt x="8374549" y="0"/>
                  </a:lnTo>
                  <a:lnTo>
                    <a:pt x="8374674" y="0"/>
                  </a:lnTo>
                  <a:lnTo>
                    <a:pt x="8374799" y="0"/>
                  </a:lnTo>
                  <a:lnTo>
                    <a:pt x="8374924" y="0"/>
                  </a:lnTo>
                  <a:lnTo>
                    <a:pt x="8375049" y="0"/>
                  </a:lnTo>
                  <a:lnTo>
                    <a:pt x="8375174" y="0"/>
                  </a:lnTo>
                  <a:lnTo>
                    <a:pt x="8375299" y="0"/>
                  </a:lnTo>
                  <a:lnTo>
                    <a:pt x="8375424" y="0"/>
                  </a:lnTo>
                  <a:lnTo>
                    <a:pt x="8375549" y="0"/>
                  </a:lnTo>
                  <a:lnTo>
                    <a:pt x="8375674" y="0"/>
                  </a:lnTo>
                  <a:lnTo>
                    <a:pt x="8375799" y="0"/>
                  </a:lnTo>
                  <a:lnTo>
                    <a:pt x="8375925" y="0"/>
                  </a:lnTo>
                  <a:lnTo>
                    <a:pt x="8376050" y="0"/>
                  </a:lnTo>
                  <a:lnTo>
                    <a:pt x="8376175" y="0"/>
                  </a:lnTo>
                  <a:lnTo>
                    <a:pt x="8376300" y="0"/>
                  </a:lnTo>
                  <a:lnTo>
                    <a:pt x="8376425" y="0"/>
                  </a:lnTo>
                  <a:lnTo>
                    <a:pt x="8376550" y="0"/>
                  </a:lnTo>
                  <a:lnTo>
                    <a:pt x="8376675" y="0"/>
                  </a:lnTo>
                  <a:lnTo>
                    <a:pt x="8376800" y="0"/>
                  </a:lnTo>
                  <a:lnTo>
                    <a:pt x="8376925" y="0"/>
                  </a:lnTo>
                  <a:lnTo>
                    <a:pt x="8377050" y="0"/>
                  </a:lnTo>
                  <a:lnTo>
                    <a:pt x="8377175" y="0"/>
                  </a:lnTo>
                  <a:lnTo>
                    <a:pt x="8377300" y="0"/>
                  </a:lnTo>
                  <a:lnTo>
                    <a:pt x="8377425" y="0"/>
                  </a:lnTo>
                  <a:lnTo>
                    <a:pt x="8377550" y="0"/>
                  </a:lnTo>
                  <a:lnTo>
                    <a:pt x="8377675" y="0"/>
                  </a:lnTo>
                  <a:lnTo>
                    <a:pt x="8377800" y="0"/>
                  </a:lnTo>
                  <a:lnTo>
                    <a:pt x="8377925" y="0"/>
                  </a:lnTo>
                  <a:lnTo>
                    <a:pt x="8378050" y="0"/>
                  </a:lnTo>
                  <a:lnTo>
                    <a:pt x="8378175" y="0"/>
                  </a:lnTo>
                  <a:lnTo>
                    <a:pt x="8378300" y="0"/>
                  </a:lnTo>
                  <a:lnTo>
                    <a:pt x="8378425" y="0"/>
                  </a:lnTo>
                  <a:lnTo>
                    <a:pt x="8378550" y="0"/>
                  </a:lnTo>
                  <a:lnTo>
                    <a:pt x="8378675" y="0"/>
                  </a:lnTo>
                  <a:lnTo>
                    <a:pt x="8378800" y="0"/>
                  </a:lnTo>
                  <a:lnTo>
                    <a:pt x="8378926" y="0"/>
                  </a:lnTo>
                  <a:lnTo>
                    <a:pt x="8379051" y="0"/>
                  </a:lnTo>
                  <a:lnTo>
                    <a:pt x="8379176" y="0"/>
                  </a:lnTo>
                  <a:lnTo>
                    <a:pt x="8379301" y="0"/>
                  </a:lnTo>
                  <a:lnTo>
                    <a:pt x="8379426" y="0"/>
                  </a:lnTo>
                  <a:lnTo>
                    <a:pt x="8379551" y="0"/>
                  </a:lnTo>
                  <a:lnTo>
                    <a:pt x="8379676" y="0"/>
                  </a:lnTo>
                  <a:lnTo>
                    <a:pt x="8379801" y="0"/>
                  </a:lnTo>
                  <a:lnTo>
                    <a:pt x="8379926" y="0"/>
                  </a:lnTo>
                  <a:lnTo>
                    <a:pt x="8380051" y="0"/>
                  </a:lnTo>
                  <a:lnTo>
                    <a:pt x="8380176" y="0"/>
                  </a:lnTo>
                  <a:lnTo>
                    <a:pt x="8380301" y="0"/>
                  </a:lnTo>
                  <a:lnTo>
                    <a:pt x="8380426" y="0"/>
                  </a:lnTo>
                  <a:lnTo>
                    <a:pt x="8380551" y="0"/>
                  </a:lnTo>
                  <a:lnTo>
                    <a:pt x="8380676" y="0"/>
                  </a:lnTo>
                  <a:lnTo>
                    <a:pt x="8380801" y="0"/>
                  </a:lnTo>
                  <a:lnTo>
                    <a:pt x="8380926" y="0"/>
                  </a:lnTo>
                  <a:lnTo>
                    <a:pt x="8381051" y="0"/>
                  </a:lnTo>
                  <a:lnTo>
                    <a:pt x="8381176" y="0"/>
                  </a:lnTo>
                  <a:lnTo>
                    <a:pt x="8381301" y="0"/>
                  </a:lnTo>
                  <a:lnTo>
                    <a:pt x="8381426" y="0"/>
                  </a:lnTo>
                  <a:lnTo>
                    <a:pt x="8381551" y="0"/>
                  </a:lnTo>
                  <a:lnTo>
                    <a:pt x="8381676" y="0"/>
                  </a:lnTo>
                  <a:lnTo>
                    <a:pt x="8381802" y="0"/>
                  </a:lnTo>
                  <a:lnTo>
                    <a:pt x="8381927" y="0"/>
                  </a:lnTo>
                  <a:lnTo>
                    <a:pt x="8382052" y="0"/>
                  </a:lnTo>
                  <a:lnTo>
                    <a:pt x="8382177" y="0"/>
                  </a:lnTo>
                  <a:lnTo>
                    <a:pt x="8382302" y="0"/>
                  </a:lnTo>
                  <a:lnTo>
                    <a:pt x="8382427" y="0"/>
                  </a:lnTo>
                  <a:lnTo>
                    <a:pt x="8382552" y="0"/>
                  </a:lnTo>
                  <a:lnTo>
                    <a:pt x="8382677" y="0"/>
                  </a:lnTo>
                  <a:lnTo>
                    <a:pt x="8382802" y="0"/>
                  </a:lnTo>
                  <a:lnTo>
                    <a:pt x="8382927" y="0"/>
                  </a:lnTo>
                  <a:lnTo>
                    <a:pt x="8383052" y="0"/>
                  </a:lnTo>
                  <a:lnTo>
                    <a:pt x="8383177" y="0"/>
                  </a:lnTo>
                  <a:lnTo>
                    <a:pt x="8383302" y="0"/>
                  </a:lnTo>
                  <a:lnTo>
                    <a:pt x="8383427" y="0"/>
                  </a:lnTo>
                  <a:lnTo>
                    <a:pt x="8383552" y="0"/>
                  </a:lnTo>
                  <a:lnTo>
                    <a:pt x="8383677" y="0"/>
                  </a:lnTo>
                  <a:lnTo>
                    <a:pt x="8383802" y="0"/>
                  </a:lnTo>
                  <a:lnTo>
                    <a:pt x="8383927" y="0"/>
                  </a:lnTo>
                  <a:lnTo>
                    <a:pt x="8384052" y="0"/>
                  </a:lnTo>
                  <a:lnTo>
                    <a:pt x="8384177" y="0"/>
                  </a:lnTo>
                  <a:lnTo>
                    <a:pt x="8384302" y="0"/>
                  </a:lnTo>
                  <a:lnTo>
                    <a:pt x="8384427" y="0"/>
                  </a:lnTo>
                  <a:lnTo>
                    <a:pt x="8384552" y="0"/>
                  </a:lnTo>
                  <a:lnTo>
                    <a:pt x="8384677" y="0"/>
                  </a:lnTo>
                  <a:lnTo>
                    <a:pt x="8384803" y="0"/>
                  </a:lnTo>
                  <a:lnTo>
                    <a:pt x="8384928" y="0"/>
                  </a:lnTo>
                  <a:lnTo>
                    <a:pt x="8385053" y="0"/>
                  </a:lnTo>
                  <a:lnTo>
                    <a:pt x="8385178" y="0"/>
                  </a:lnTo>
                  <a:lnTo>
                    <a:pt x="8385303" y="0"/>
                  </a:lnTo>
                  <a:lnTo>
                    <a:pt x="8385428" y="0"/>
                  </a:lnTo>
                  <a:lnTo>
                    <a:pt x="8385553" y="0"/>
                  </a:lnTo>
                  <a:lnTo>
                    <a:pt x="8385678" y="0"/>
                  </a:lnTo>
                  <a:lnTo>
                    <a:pt x="8385803" y="0"/>
                  </a:lnTo>
                  <a:lnTo>
                    <a:pt x="8385928" y="0"/>
                  </a:lnTo>
                  <a:lnTo>
                    <a:pt x="8386053" y="0"/>
                  </a:lnTo>
                  <a:lnTo>
                    <a:pt x="8386178" y="0"/>
                  </a:lnTo>
                  <a:lnTo>
                    <a:pt x="8386303" y="0"/>
                  </a:lnTo>
                  <a:lnTo>
                    <a:pt x="8386428" y="0"/>
                  </a:lnTo>
                  <a:lnTo>
                    <a:pt x="8386553" y="0"/>
                  </a:lnTo>
                  <a:lnTo>
                    <a:pt x="8386678" y="0"/>
                  </a:lnTo>
                  <a:lnTo>
                    <a:pt x="8386803" y="0"/>
                  </a:lnTo>
                  <a:lnTo>
                    <a:pt x="8386928" y="0"/>
                  </a:lnTo>
                  <a:lnTo>
                    <a:pt x="8387053" y="0"/>
                  </a:lnTo>
                  <a:lnTo>
                    <a:pt x="8387178" y="0"/>
                  </a:lnTo>
                  <a:lnTo>
                    <a:pt x="8387303" y="0"/>
                  </a:lnTo>
                  <a:lnTo>
                    <a:pt x="8387428" y="0"/>
                  </a:lnTo>
                  <a:lnTo>
                    <a:pt x="8387553" y="0"/>
                  </a:lnTo>
                  <a:lnTo>
                    <a:pt x="8387678" y="0"/>
                  </a:lnTo>
                  <a:lnTo>
                    <a:pt x="8387804" y="0"/>
                  </a:lnTo>
                  <a:lnTo>
                    <a:pt x="8387929" y="0"/>
                  </a:lnTo>
                  <a:lnTo>
                    <a:pt x="8388054" y="0"/>
                  </a:lnTo>
                  <a:lnTo>
                    <a:pt x="8388179" y="0"/>
                  </a:lnTo>
                  <a:lnTo>
                    <a:pt x="8388304" y="0"/>
                  </a:lnTo>
                  <a:lnTo>
                    <a:pt x="8388429" y="0"/>
                  </a:lnTo>
                  <a:lnTo>
                    <a:pt x="8388554" y="0"/>
                  </a:lnTo>
                  <a:lnTo>
                    <a:pt x="8388679" y="0"/>
                  </a:lnTo>
                  <a:lnTo>
                    <a:pt x="8388804" y="0"/>
                  </a:lnTo>
                  <a:lnTo>
                    <a:pt x="8388929" y="0"/>
                  </a:lnTo>
                  <a:lnTo>
                    <a:pt x="8389054" y="0"/>
                  </a:lnTo>
                  <a:lnTo>
                    <a:pt x="8389179" y="0"/>
                  </a:lnTo>
                  <a:lnTo>
                    <a:pt x="8389304" y="0"/>
                  </a:lnTo>
                  <a:lnTo>
                    <a:pt x="8389429" y="0"/>
                  </a:lnTo>
                  <a:lnTo>
                    <a:pt x="8389554" y="0"/>
                  </a:lnTo>
                  <a:lnTo>
                    <a:pt x="8389679" y="0"/>
                  </a:lnTo>
                  <a:lnTo>
                    <a:pt x="8389804" y="0"/>
                  </a:lnTo>
                  <a:lnTo>
                    <a:pt x="8389929" y="0"/>
                  </a:lnTo>
                  <a:lnTo>
                    <a:pt x="8390054" y="0"/>
                  </a:lnTo>
                  <a:lnTo>
                    <a:pt x="8390179" y="0"/>
                  </a:lnTo>
                  <a:lnTo>
                    <a:pt x="8390304" y="0"/>
                  </a:lnTo>
                  <a:lnTo>
                    <a:pt x="8390429" y="0"/>
                  </a:lnTo>
                  <a:lnTo>
                    <a:pt x="8390554" y="0"/>
                  </a:lnTo>
                  <a:lnTo>
                    <a:pt x="8390679" y="0"/>
                  </a:lnTo>
                  <a:lnTo>
                    <a:pt x="8390805" y="0"/>
                  </a:lnTo>
                  <a:lnTo>
                    <a:pt x="8390930" y="0"/>
                  </a:lnTo>
                  <a:lnTo>
                    <a:pt x="8391055" y="0"/>
                  </a:lnTo>
                  <a:lnTo>
                    <a:pt x="8391180" y="0"/>
                  </a:lnTo>
                  <a:lnTo>
                    <a:pt x="8391305" y="0"/>
                  </a:lnTo>
                  <a:lnTo>
                    <a:pt x="8391430" y="0"/>
                  </a:lnTo>
                  <a:lnTo>
                    <a:pt x="8391555" y="0"/>
                  </a:lnTo>
                  <a:lnTo>
                    <a:pt x="8391680" y="0"/>
                  </a:lnTo>
                  <a:lnTo>
                    <a:pt x="8391805" y="0"/>
                  </a:lnTo>
                  <a:lnTo>
                    <a:pt x="8391930" y="0"/>
                  </a:lnTo>
                  <a:lnTo>
                    <a:pt x="8392055" y="0"/>
                  </a:lnTo>
                  <a:lnTo>
                    <a:pt x="8392180" y="0"/>
                  </a:lnTo>
                  <a:lnTo>
                    <a:pt x="8392305" y="0"/>
                  </a:lnTo>
                  <a:lnTo>
                    <a:pt x="8392430" y="0"/>
                  </a:lnTo>
                  <a:lnTo>
                    <a:pt x="8392555" y="0"/>
                  </a:lnTo>
                  <a:lnTo>
                    <a:pt x="8392680" y="0"/>
                  </a:lnTo>
                  <a:lnTo>
                    <a:pt x="8392805" y="0"/>
                  </a:lnTo>
                  <a:lnTo>
                    <a:pt x="8392930" y="0"/>
                  </a:lnTo>
                  <a:lnTo>
                    <a:pt x="8393055" y="0"/>
                  </a:lnTo>
                  <a:lnTo>
                    <a:pt x="8393180" y="0"/>
                  </a:lnTo>
                  <a:lnTo>
                    <a:pt x="8393305" y="0"/>
                  </a:lnTo>
                  <a:lnTo>
                    <a:pt x="8393430" y="0"/>
                  </a:lnTo>
                  <a:lnTo>
                    <a:pt x="8393555" y="0"/>
                  </a:lnTo>
                  <a:lnTo>
                    <a:pt x="8393680" y="0"/>
                  </a:lnTo>
                  <a:lnTo>
                    <a:pt x="8393806" y="0"/>
                  </a:lnTo>
                  <a:lnTo>
                    <a:pt x="8393931" y="0"/>
                  </a:lnTo>
                  <a:lnTo>
                    <a:pt x="8394056" y="0"/>
                  </a:lnTo>
                  <a:lnTo>
                    <a:pt x="8394181" y="0"/>
                  </a:lnTo>
                  <a:lnTo>
                    <a:pt x="8394306" y="0"/>
                  </a:lnTo>
                  <a:lnTo>
                    <a:pt x="8394431" y="0"/>
                  </a:lnTo>
                  <a:lnTo>
                    <a:pt x="8394556" y="0"/>
                  </a:lnTo>
                  <a:lnTo>
                    <a:pt x="8394681" y="0"/>
                  </a:lnTo>
                  <a:lnTo>
                    <a:pt x="8394806" y="0"/>
                  </a:lnTo>
                  <a:lnTo>
                    <a:pt x="8394931" y="0"/>
                  </a:lnTo>
                  <a:lnTo>
                    <a:pt x="8395056" y="0"/>
                  </a:lnTo>
                  <a:lnTo>
                    <a:pt x="8395181" y="0"/>
                  </a:lnTo>
                  <a:lnTo>
                    <a:pt x="8395306" y="0"/>
                  </a:lnTo>
                  <a:lnTo>
                    <a:pt x="8395431" y="0"/>
                  </a:lnTo>
                  <a:lnTo>
                    <a:pt x="8395556" y="0"/>
                  </a:lnTo>
                  <a:lnTo>
                    <a:pt x="8395681" y="0"/>
                  </a:lnTo>
                  <a:lnTo>
                    <a:pt x="8395806" y="0"/>
                  </a:lnTo>
                  <a:lnTo>
                    <a:pt x="8395931" y="0"/>
                  </a:lnTo>
                  <a:lnTo>
                    <a:pt x="8396056" y="0"/>
                  </a:lnTo>
                  <a:lnTo>
                    <a:pt x="8396181" y="0"/>
                  </a:lnTo>
                  <a:lnTo>
                    <a:pt x="8396306" y="0"/>
                  </a:lnTo>
                  <a:lnTo>
                    <a:pt x="8396431" y="0"/>
                  </a:lnTo>
                  <a:lnTo>
                    <a:pt x="8396556" y="0"/>
                  </a:lnTo>
                  <a:lnTo>
                    <a:pt x="8396681" y="0"/>
                  </a:lnTo>
                  <a:lnTo>
                    <a:pt x="8396807" y="0"/>
                  </a:lnTo>
                  <a:lnTo>
                    <a:pt x="8396932" y="0"/>
                  </a:lnTo>
                  <a:lnTo>
                    <a:pt x="8397057" y="0"/>
                  </a:lnTo>
                  <a:lnTo>
                    <a:pt x="8397182" y="0"/>
                  </a:lnTo>
                  <a:lnTo>
                    <a:pt x="8397307" y="0"/>
                  </a:lnTo>
                  <a:lnTo>
                    <a:pt x="8397432" y="0"/>
                  </a:lnTo>
                  <a:lnTo>
                    <a:pt x="8397557" y="0"/>
                  </a:lnTo>
                  <a:lnTo>
                    <a:pt x="8397682" y="0"/>
                  </a:lnTo>
                  <a:lnTo>
                    <a:pt x="8397807" y="0"/>
                  </a:lnTo>
                  <a:lnTo>
                    <a:pt x="8397932" y="0"/>
                  </a:lnTo>
                  <a:lnTo>
                    <a:pt x="8398057" y="0"/>
                  </a:lnTo>
                  <a:lnTo>
                    <a:pt x="8398182" y="0"/>
                  </a:lnTo>
                  <a:lnTo>
                    <a:pt x="8398307" y="0"/>
                  </a:lnTo>
                  <a:lnTo>
                    <a:pt x="8398432" y="0"/>
                  </a:lnTo>
                  <a:lnTo>
                    <a:pt x="8398557" y="0"/>
                  </a:lnTo>
                  <a:lnTo>
                    <a:pt x="8398682" y="0"/>
                  </a:lnTo>
                  <a:lnTo>
                    <a:pt x="8398807" y="0"/>
                  </a:lnTo>
                  <a:lnTo>
                    <a:pt x="8398932" y="0"/>
                  </a:lnTo>
                  <a:lnTo>
                    <a:pt x="8399057" y="0"/>
                  </a:lnTo>
                  <a:lnTo>
                    <a:pt x="8399182" y="0"/>
                  </a:lnTo>
                  <a:lnTo>
                    <a:pt x="8399307" y="0"/>
                  </a:lnTo>
                  <a:lnTo>
                    <a:pt x="8399432" y="0"/>
                  </a:lnTo>
                  <a:lnTo>
                    <a:pt x="8399557" y="0"/>
                  </a:lnTo>
                  <a:lnTo>
                    <a:pt x="8399682" y="0"/>
                  </a:lnTo>
                  <a:lnTo>
                    <a:pt x="8399808" y="0"/>
                  </a:lnTo>
                  <a:lnTo>
                    <a:pt x="8399933" y="0"/>
                  </a:lnTo>
                  <a:lnTo>
                    <a:pt x="8400058" y="0"/>
                  </a:lnTo>
                  <a:lnTo>
                    <a:pt x="8400183" y="0"/>
                  </a:lnTo>
                  <a:lnTo>
                    <a:pt x="8400308" y="0"/>
                  </a:lnTo>
                  <a:lnTo>
                    <a:pt x="8400433" y="0"/>
                  </a:lnTo>
                  <a:lnTo>
                    <a:pt x="8400558" y="0"/>
                  </a:lnTo>
                  <a:lnTo>
                    <a:pt x="8400683" y="0"/>
                  </a:lnTo>
                  <a:lnTo>
                    <a:pt x="8400808" y="0"/>
                  </a:lnTo>
                  <a:lnTo>
                    <a:pt x="8400933" y="0"/>
                  </a:lnTo>
                  <a:lnTo>
                    <a:pt x="8401058" y="0"/>
                  </a:lnTo>
                  <a:lnTo>
                    <a:pt x="8401183" y="0"/>
                  </a:lnTo>
                  <a:lnTo>
                    <a:pt x="8401308" y="0"/>
                  </a:lnTo>
                  <a:lnTo>
                    <a:pt x="8401433" y="0"/>
                  </a:lnTo>
                  <a:lnTo>
                    <a:pt x="8401558" y="0"/>
                  </a:lnTo>
                  <a:lnTo>
                    <a:pt x="8401683" y="0"/>
                  </a:lnTo>
                  <a:lnTo>
                    <a:pt x="8401808" y="0"/>
                  </a:lnTo>
                  <a:lnTo>
                    <a:pt x="8401933" y="0"/>
                  </a:lnTo>
                  <a:lnTo>
                    <a:pt x="8402058" y="0"/>
                  </a:lnTo>
                  <a:lnTo>
                    <a:pt x="8402183" y="0"/>
                  </a:lnTo>
                  <a:lnTo>
                    <a:pt x="8402308" y="0"/>
                  </a:lnTo>
                  <a:lnTo>
                    <a:pt x="8402433" y="0"/>
                  </a:lnTo>
                  <a:lnTo>
                    <a:pt x="8402558" y="0"/>
                  </a:lnTo>
                  <a:lnTo>
                    <a:pt x="8402683" y="0"/>
                  </a:lnTo>
                  <a:lnTo>
                    <a:pt x="8402809" y="0"/>
                  </a:lnTo>
                  <a:lnTo>
                    <a:pt x="8402934" y="0"/>
                  </a:lnTo>
                  <a:lnTo>
                    <a:pt x="8403059" y="0"/>
                  </a:lnTo>
                  <a:lnTo>
                    <a:pt x="8403184" y="0"/>
                  </a:lnTo>
                  <a:lnTo>
                    <a:pt x="8403309" y="0"/>
                  </a:lnTo>
                  <a:lnTo>
                    <a:pt x="8403434" y="0"/>
                  </a:lnTo>
                  <a:lnTo>
                    <a:pt x="8403559" y="0"/>
                  </a:lnTo>
                  <a:lnTo>
                    <a:pt x="8403684" y="0"/>
                  </a:lnTo>
                  <a:lnTo>
                    <a:pt x="8403809" y="0"/>
                  </a:lnTo>
                  <a:lnTo>
                    <a:pt x="8403934" y="0"/>
                  </a:lnTo>
                  <a:lnTo>
                    <a:pt x="8404059" y="0"/>
                  </a:lnTo>
                  <a:lnTo>
                    <a:pt x="8404184" y="0"/>
                  </a:lnTo>
                  <a:lnTo>
                    <a:pt x="8404309" y="0"/>
                  </a:lnTo>
                  <a:lnTo>
                    <a:pt x="8404434" y="0"/>
                  </a:lnTo>
                  <a:lnTo>
                    <a:pt x="8404559" y="0"/>
                  </a:lnTo>
                  <a:lnTo>
                    <a:pt x="8404684" y="0"/>
                  </a:lnTo>
                  <a:lnTo>
                    <a:pt x="8404809" y="0"/>
                  </a:lnTo>
                  <a:lnTo>
                    <a:pt x="8404934" y="0"/>
                  </a:lnTo>
                  <a:lnTo>
                    <a:pt x="8405059" y="0"/>
                  </a:lnTo>
                  <a:lnTo>
                    <a:pt x="8405184" y="0"/>
                  </a:lnTo>
                  <a:lnTo>
                    <a:pt x="8405309" y="0"/>
                  </a:lnTo>
                  <a:lnTo>
                    <a:pt x="8405434" y="0"/>
                  </a:lnTo>
                  <a:lnTo>
                    <a:pt x="8405559" y="0"/>
                  </a:lnTo>
                  <a:lnTo>
                    <a:pt x="8405684" y="0"/>
                  </a:lnTo>
                  <a:lnTo>
                    <a:pt x="8405810" y="0"/>
                  </a:lnTo>
                  <a:lnTo>
                    <a:pt x="8405935" y="0"/>
                  </a:lnTo>
                  <a:lnTo>
                    <a:pt x="8406060" y="0"/>
                  </a:lnTo>
                  <a:lnTo>
                    <a:pt x="8406185" y="0"/>
                  </a:lnTo>
                  <a:lnTo>
                    <a:pt x="8406310" y="0"/>
                  </a:lnTo>
                  <a:lnTo>
                    <a:pt x="8406435" y="0"/>
                  </a:lnTo>
                  <a:lnTo>
                    <a:pt x="8406560" y="0"/>
                  </a:lnTo>
                  <a:lnTo>
                    <a:pt x="8406685" y="0"/>
                  </a:lnTo>
                  <a:lnTo>
                    <a:pt x="8406810" y="0"/>
                  </a:lnTo>
                  <a:lnTo>
                    <a:pt x="8406935" y="0"/>
                  </a:lnTo>
                  <a:lnTo>
                    <a:pt x="8407060" y="0"/>
                  </a:lnTo>
                  <a:lnTo>
                    <a:pt x="8407185" y="0"/>
                  </a:lnTo>
                  <a:lnTo>
                    <a:pt x="8407310" y="0"/>
                  </a:lnTo>
                  <a:lnTo>
                    <a:pt x="8407435" y="0"/>
                  </a:lnTo>
                  <a:lnTo>
                    <a:pt x="8407560" y="0"/>
                  </a:lnTo>
                  <a:lnTo>
                    <a:pt x="8407685" y="0"/>
                  </a:lnTo>
                  <a:lnTo>
                    <a:pt x="8407810" y="0"/>
                  </a:lnTo>
                  <a:lnTo>
                    <a:pt x="8407935" y="0"/>
                  </a:lnTo>
                  <a:lnTo>
                    <a:pt x="8408060" y="0"/>
                  </a:lnTo>
                  <a:lnTo>
                    <a:pt x="8408185" y="0"/>
                  </a:lnTo>
                  <a:lnTo>
                    <a:pt x="8408310" y="0"/>
                  </a:lnTo>
                  <a:lnTo>
                    <a:pt x="8408435" y="0"/>
                  </a:lnTo>
                  <a:lnTo>
                    <a:pt x="8408560" y="0"/>
                  </a:lnTo>
                  <a:lnTo>
                    <a:pt x="8408685" y="0"/>
                  </a:lnTo>
                  <a:lnTo>
                    <a:pt x="8408811" y="0"/>
                  </a:lnTo>
                  <a:lnTo>
                    <a:pt x="8408936" y="0"/>
                  </a:lnTo>
                  <a:lnTo>
                    <a:pt x="8409061" y="0"/>
                  </a:lnTo>
                  <a:lnTo>
                    <a:pt x="8409186" y="0"/>
                  </a:lnTo>
                  <a:lnTo>
                    <a:pt x="8409311" y="0"/>
                  </a:lnTo>
                  <a:lnTo>
                    <a:pt x="8409436" y="0"/>
                  </a:lnTo>
                  <a:lnTo>
                    <a:pt x="8409561" y="0"/>
                  </a:lnTo>
                  <a:lnTo>
                    <a:pt x="8409686" y="0"/>
                  </a:lnTo>
                  <a:lnTo>
                    <a:pt x="8409811" y="0"/>
                  </a:lnTo>
                  <a:lnTo>
                    <a:pt x="8409936" y="0"/>
                  </a:lnTo>
                  <a:lnTo>
                    <a:pt x="8410061" y="0"/>
                  </a:lnTo>
                  <a:lnTo>
                    <a:pt x="8410186" y="0"/>
                  </a:lnTo>
                  <a:lnTo>
                    <a:pt x="8410311" y="0"/>
                  </a:lnTo>
                  <a:lnTo>
                    <a:pt x="8410436" y="0"/>
                  </a:lnTo>
                  <a:lnTo>
                    <a:pt x="8410561" y="0"/>
                  </a:lnTo>
                  <a:lnTo>
                    <a:pt x="8410686" y="0"/>
                  </a:lnTo>
                  <a:lnTo>
                    <a:pt x="8410811" y="0"/>
                  </a:lnTo>
                  <a:lnTo>
                    <a:pt x="8410936" y="0"/>
                  </a:lnTo>
                  <a:lnTo>
                    <a:pt x="8411061" y="0"/>
                  </a:lnTo>
                  <a:lnTo>
                    <a:pt x="8411186" y="0"/>
                  </a:lnTo>
                  <a:lnTo>
                    <a:pt x="8411311" y="0"/>
                  </a:lnTo>
                  <a:lnTo>
                    <a:pt x="8411436" y="0"/>
                  </a:lnTo>
                  <a:lnTo>
                    <a:pt x="8411561" y="0"/>
                  </a:lnTo>
                  <a:lnTo>
                    <a:pt x="8411686" y="0"/>
                  </a:lnTo>
                  <a:lnTo>
                    <a:pt x="8411812" y="0"/>
                  </a:lnTo>
                  <a:lnTo>
                    <a:pt x="8411937" y="0"/>
                  </a:lnTo>
                  <a:lnTo>
                    <a:pt x="8412062" y="0"/>
                  </a:lnTo>
                  <a:lnTo>
                    <a:pt x="8412187" y="0"/>
                  </a:lnTo>
                  <a:lnTo>
                    <a:pt x="8412312" y="0"/>
                  </a:lnTo>
                  <a:lnTo>
                    <a:pt x="8412437" y="0"/>
                  </a:lnTo>
                  <a:lnTo>
                    <a:pt x="8412562" y="0"/>
                  </a:lnTo>
                  <a:lnTo>
                    <a:pt x="8412687" y="0"/>
                  </a:lnTo>
                  <a:lnTo>
                    <a:pt x="8412812" y="0"/>
                  </a:lnTo>
                  <a:lnTo>
                    <a:pt x="8412937" y="0"/>
                  </a:lnTo>
                  <a:lnTo>
                    <a:pt x="8413062" y="0"/>
                  </a:lnTo>
                  <a:lnTo>
                    <a:pt x="8413187" y="0"/>
                  </a:lnTo>
                  <a:lnTo>
                    <a:pt x="8413312" y="0"/>
                  </a:lnTo>
                  <a:lnTo>
                    <a:pt x="8413437" y="0"/>
                  </a:lnTo>
                  <a:lnTo>
                    <a:pt x="8413562" y="0"/>
                  </a:lnTo>
                  <a:lnTo>
                    <a:pt x="8413687" y="0"/>
                  </a:lnTo>
                  <a:lnTo>
                    <a:pt x="8413812" y="0"/>
                  </a:lnTo>
                  <a:lnTo>
                    <a:pt x="8413937" y="0"/>
                  </a:lnTo>
                  <a:lnTo>
                    <a:pt x="8414062" y="0"/>
                  </a:lnTo>
                  <a:lnTo>
                    <a:pt x="8414187" y="0"/>
                  </a:lnTo>
                  <a:lnTo>
                    <a:pt x="8414312" y="0"/>
                  </a:lnTo>
                  <a:lnTo>
                    <a:pt x="8414437" y="0"/>
                  </a:lnTo>
                  <a:lnTo>
                    <a:pt x="8414562" y="0"/>
                  </a:lnTo>
                  <a:lnTo>
                    <a:pt x="8414687" y="0"/>
                  </a:lnTo>
                  <a:lnTo>
                    <a:pt x="8414813" y="0"/>
                  </a:lnTo>
                  <a:lnTo>
                    <a:pt x="8414938" y="0"/>
                  </a:lnTo>
                  <a:lnTo>
                    <a:pt x="8415063" y="0"/>
                  </a:lnTo>
                  <a:lnTo>
                    <a:pt x="8415188" y="0"/>
                  </a:lnTo>
                  <a:lnTo>
                    <a:pt x="8415313" y="0"/>
                  </a:lnTo>
                  <a:lnTo>
                    <a:pt x="8415438" y="0"/>
                  </a:lnTo>
                  <a:lnTo>
                    <a:pt x="8415563" y="0"/>
                  </a:lnTo>
                  <a:lnTo>
                    <a:pt x="8415688" y="0"/>
                  </a:lnTo>
                  <a:lnTo>
                    <a:pt x="8415813" y="0"/>
                  </a:lnTo>
                  <a:lnTo>
                    <a:pt x="8415938" y="0"/>
                  </a:lnTo>
                  <a:lnTo>
                    <a:pt x="8416063" y="0"/>
                  </a:lnTo>
                  <a:lnTo>
                    <a:pt x="8416188" y="0"/>
                  </a:lnTo>
                  <a:lnTo>
                    <a:pt x="8416313" y="0"/>
                  </a:lnTo>
                  <a:lnTo>
                    <a:pt x="8416438" y="0"/>
                  </a:lnTo>
                  <a:lnTo>
                    <a:pt x="8416563" y="0"/>
                  </a:lnTo>
                  <a:lnTo>
                    <a:pt x="8416688" y="0"/>
                  </a:lnTo>
                  <a:lnTo>
                    <a:pt x="8416813" y="0"/>
                  </a:lnTo>
                  <a:lnTo>
                    <a:pt x="8416938" y="0"/>
                  </a:lnTo>
                  <a:lnTo>
                    <a:pt x="8417063" y="0"/>
                  </a:lnTo>
                  <a:lnTo>
                    <a:pt x="8417188" y="0"/>
                  </a:lnTo>
                  <a:lnTo>
                    <a:pt x="8417313" y="0"/>
                  </a:lnTo>
                  <a:lnTo>
                    <a:pt x="8417438" y="0"/>
                  </a:lnTo>
                  <a:lnTo>
                    <a:pt x="8417563" y="0"/>
                  </a:lnTo>
                  <a:lnTo>
                    <a:pt x="8417688" y="0"/>
                  </a:lnTo>
                  <a:lnTo>
                    <a:pt x="8417814" y="0"/>
                  </a:lnTo>
                  <a:lnTo>
                    <a:pt x="8417939" y="0"/>
                  </a:lnTo>
                  <a:lnTo>
                    <a:pt x="8418064" y="0"/>
                  </a:lnTo>
                  <a:lnTo>
                    <a:pt x="8418189" y="0"/>
                  </a:lnTo>
                  <a:lnTo>
                    <a:pt x="8418314" y="0"/>
                  </a:lnTo>
                  <a:lnTo>
                    <a:pt x="8418439" y="0"/>
                  </a:lnTo>
                  <a:lnTo>
                    <a:pt x="8418564" y="0"/>
                  </a:lnTo>
                  <a:lnTo>
                    <a:pt x="8418689" y="0"/>
                  </a:lnTo>
                  <a:lnTo>
                    <a:pt x="8418814" y="0"/>
                  </a:lnTo>
                  <a:lnTo>
                    <a:pt x="8418939" y="0"/>
                  </a:lnTo>
                  <a:lnTo>
                    <a:pt x="8419064" y="0"/>
                  </a:lnTo>
                  <a:lnTo>
                    <a:pt x="8419189" y="0"/>
                  </a:lnTo>
                  <a:lnTo>
                    <a:pt x="8419314" y="0"/>
                  </a:lnTo>
                  <a:lnTo>
                    <a:pt x="8419439" y="0"/>
                  </a:lnTo>
                  <a:lnTo>
                    <a:pt x="8419564" y="0"/>
                  </a:lnTo>
                  <a:lnTo>
                    <a:pt x="8419689" y="0"/>
                  </a:lnTo>
                  <a:lnTo>
                    <a:pt x="8419814" y="0"/>
                  </a:lnTo>
                  <a:lnTo>
                    <a:pt x="8419939" y="0"/>
                  </a:lnTo>
                  <a:lnTo>
                    <a:pt x="8420064" y="0"/>
                  </a:lnTo>
                  <a:lnTo>
                    <a:pt x="8420189" y="0"/>
                  </a:lnTo>
                  <a:lnTo>
                    <a:pt x="8420314" y="0"/>
                  </a:lnTo>
                  <a:lnTo>
                    <a:pt x="8420439" y="0"/>
                  </a:lnTo>
                  <a:lnTo>
                    <a:pt x="8420564" y="0"/>
                  </a:lnTo>
                  <a:lnTo>
                    <a:pt x="8420690" y="0"/>
                  </a:lnTo>
                  <a:lnTo>
                    <a:pt x="8420815" y="0"/>
                  </a:lnTo>
                  <a:lnTo>
                    <a:pt x="8420940" y="0"/>
                  </a:lnTo>
                  <a:lnTo>
                    <a:pt x="8421065" y="0"/>
                  </a:lnTo>
                  <a:lnTo>
                    <a:pt x="8421190" y="0"/>
                  </a:lnTo>
                  <a:lnTo>
                    <a:pt x="8421315" y="0"/>
                  </a:lnTo>
                  <a:lnTo>
                    <a:pt x="8421440" y="0"/>
                  </a:lnTo>
                  <a:lnTo>
                    <a:pt x="8421565" y="0"/>
                  </a:lnTo>
                  <a:lnTo>
                    <a:pt x="8421690" y="0"/>
                  </a:lnTo>
                  <a:lnTo>
                    <a:pt x="8421815" y="0"/>
                  </a:lnTo>
                  <a:lnTo>
                    <a:pt x="8421940" y="0"/>
                  </a:lnTo>
                  <a:lnTo>
                    <a:pt x="8422065" y="0"/>
                  </a:lnTo>
                  <a:lnTo>
                    <a:pt x="8422190" y="0"/>
                  </a:lnTo>
                  <a:lnTo>
                    <a:pt x="8422315" y="0"/>
                  </a:lnTo>
                  <a:lnTo>
                    <a:pt x="8422440" y="0"/>
                  </a:lnTo>
                  <a:lnTo>
                    <a:pt x="8422565" y="0"/>
                  </a:lnTo>
                  <a:lnTo>
                    <a:pt x="8422690" y="0"/>
                  </a:lnTo>
                  <a:lnTo>
                    <a:pt x="8422815" y="0"/>
                  </a:lnTo>
                  <a:lnTo>
                    <a:pt x="8422940" y="0"/>
                  </a:lnTo>
                  <a:lnTo>
                    <a:pt x="8423065" y="0"/>
                  </a:lnTo>
                  <a:lnTo>
                    <a:pt x="8423190" y="0"/>
                  </a:lnTo>
                  <a:lnTo>
                    <a:pt x="8423315" y="0"/>
                  </a:lnTo>
                  <a:lnTo>
                    <a:pt x="8423440" y="0"/>
                  </a:lnTo>
                  <a:lnTo>
                    <a:pt x="8423565" y="0"/>
                  </a:lnTo>
                  <a:lnTo>
                    <a:pt x="8423691" y="0"/>
                  </a:lnTo>
                  <a:lnTo>
                    <a:pt x="8423816" y="0"/>
                  </a:lnTo>
                  <a:lnTo>
                    <a:pt x="8423941" y="0"/>
                  </a:lnTo>
                  <a:lnTo>
                    <a:pt x="8424066" y="0"/>
                  </a:lnTo>
                  <a:lnTo>
                    <a:pt x="8424191" y="0"/>
                  </a:lnTo>
                  <a:lnTo>
                    <a:pt x="8424316" y="0"/>
                  </a:lnTo>
                  <a:lnTo>
                    <a:pt x="8424441" y="0"/>
                  </a:lnTo>
                  <a:lnTo>
                    <a:pt x="8424566" y="0"/>
                  </a:lnTo>
                  <a:lnTo>
                    <a:pt x="8424691" y="0"/>
                  </a:lnTo>
                  <a:lnTo>
                    <a:pt x="8424816" y="0"/>
                  </a:lnTo>
                  <a:lnTo>
                    <a:pt x="8424941" y="0"/>
                  </a:lnTo>
                  <a:lnTo>
                    <a:pt x="8425066" y="0"/>
                  </a:lnTo>
                  <a:lnTo>
                    <a:pt x="8425191" y="0"/>
                  </a:lnTo>
                  <a:lnTo>
                    <a:pt x="8425316" y="0"/>
                  </a:lnTo>
                  <a:lnTo>
                    <a:pt x="8425441" y="0"/>
                  </a:lnTo>
                  <a:lnTo>
                    <a:pt x="8425566" y="0"/>
                  </a:lnTo>
                  <a:lnTo>
                    <a:pt x="8425691" y="0"/>
                  </a:lnTo>
                  <a:lnTo>
                    <a:pt x="8425816" y="0"/>
                  </a:lnTo>
                  <a:lnTo>
                    <a:pt x="8425941" y="0"/>
                  </a:lnTo>
                  <a:lnTo>
                    <a:pt x="8426066" y="0"/>
                  </a:lnTo>
                  <a:lnTo>
                    <a:pt x="8426191" y="0"/>
                  </a:lnTo>
                  <a:lnTo>
                    <a:pt x="8426316" y="0"/>
                  </a:lnTo>
                  <a:lnTo>
                    <a:pt x="8426441" y="0"/>
                  </a:lnTo>
                  <a:lnTo>
                    <a:pt x="8426566" y="0"/>
                  </a:lnTo>
                  <a:lnTo>
                    <a:pt x="8426692" y="0"/>
                  </a:lnTo>
                  <a:lnTo>
                    <a:pt x="8426817" y="0"/>
                  </a:lnTo>
                  <a:lnTo>
                    <a:pt x="8426942" y="0"/>
                  </a:lnTo>
                  <a:lnTo>
                    <a:pt x="8427067" y="0"/>
                  </a:lnTo>
                  <a:lnTo>
                    <a:pt x="8427192" y="0"/>
                  </a:lnTo>
                  <a:lnTo>
                    <a:pt x="8427317" y="0"/>
                  </a:lnTo>
                  <a:lnTo>
                    <a:pt x="8427442" y="0"/>
                  </a:lnTo>
                  <a:lnTo>
                    <a:pt x="8427567" y="0"/>
                  </a:lnTo>
                  <a:lnTo>
                    <a:pt x="8427692" y="0"/>
                  </a:lnTo>
                  <a:lnTo>
                    <a:pt x="8427817" y="0"/>
                  </a:lnTo>
                  <a:lnTo>
                    <a:pt x="8427942" y="0"/>
                  </a:lnTo>
                  <a:lnTo>
                    <a:pt x="8428067" y="0"/>
                  </a:lnTo>
                  <a:lnTo>
                    <a:pt x="8428192" y="0"/>
                  </a:lnTo>
                  <a:lnTo>
                    <a:pt x="8428317" y="0"/>
                  </a:lnTo>
                  <a:lnTo>
                    <a:pt x="8428442" y="0"/>
                  </a:lnTo>
                  <a:lnTo>
                    <a:pt x="8428567" y="0"/>
                  </a:lnTo>
                  <a:lnTo>
                    <a:pt x="8428692" y="0"/>
                  </a:lnTo>
                  <a:lnTo>
                    <a:pt x="8428817" y="0"/>
                  </a:lnTo>
                  <a:lnTo>
                    <a:pt x="8428942" y="0"/>
                  </a:lnTo>
                  <a:lnTo>
                    <a:pt x="8429067" y="0"/>
                  </a:lnTo>
                  <a:lnTo>
                    <a:pt x="8429192" y="0"/>
                  </a:lnTo>
                  <a:lnTo>
                    <a:pt x="8429317" y="0"/>
                  </a:lnTo>
                  <a:lnTo>
                    <a:pt x="8429442" y="0"/>
                  </a:lnTo>
                  <a:lnTo>
                    <a:pt x="8429567" y="0"/>
                  </a:lnTo>
                  <a:lnTo>
                    <a:pt x="8429693" y="0"/>
                  </a:lnTo>
                  <a:lnTo>
                    <a:pt x="8429818" y="0"/>
                  </a:lnTo>
                  <a:lnTo>
                    <a:pt x="8429943" y="0"/>
                  </a:lnTo>
                  <a:lnTo>
                    <a:pt x="8430068" y="0"/>
                  </a:lnTo>
                  <a:lnTo>
                    <a:pt x="8430193" y="0"/>
                  </a:lnTo>
                  <a:lnTo>
                    <a:pt x="8430318" y="0"/>
                  </a:lnTo>
                  <a:lnTo>
                    <a:pt x="8430443" y="0"/>
                  </a:lnTo>
                  <a:lnTo>
                    <a:pt x="8430568" y="0"/>
                  </a:lnTo>
                  <a:lnTo>
                    <a:pt x="8430693" y="0"/>
                  </a:lnTo>
                  <a:lnTo>
                    <a:pt x="8430818" y="0"/>
                  </a:lnTo>
                  <a:lnTo>
                    <a:pt x="8430943" y="0"/>
                  </a:lnTo>
                  <a:lnTo>
                    <a:pt x="8431068" y="0"/>
                  </a:lnTo>
                  <a:lnTo>
                    <a:pt x="8431193" y="0"/>
                  </a:lnTo>
                  <a:lnTo>
                    <a:pt x="8431318" y="0"/>
                  </a:lnTo>
                  <a:lnTo>
                    <a:pt x="8431443" y="0"/>
                  </a:lnTo>
                  <a:lnTo>
                    <a:pt x="8431568" y="0"/>
                  </a:lnTo>
                  <a:lnTo>
                    <a:pt x="8431693" y="0"/>
                  </a:lnTo>
                  <a:lnTo>
                    <a:pt x="8431818" y="0"/>
                  </a:lnTo>
                  <a:lnTo>
                    <a:pt x="8431943" y="0"/>
                  </a:lnTo>
                  <a:lnTo>
                    <a:pt x="8432068" y="0"/>
                  </a:lnTo>
                  <a:lnTo>
                    <a:pt x="8432193" y="0"/>
                  </a:lnTo>
                  <a:lnTo>
                    <a:pt x="8432318" y="0"/>
                  </a:lnTo>
                  <a:lnTo>
                    <a:pt x="8432443" y="0"/>
                  </a:lnTo>
                  <a:lnTo>
                    <a:pt x="8432568" y="0"/>
                  </a:lnTo>
                  <a:lnTo>
                    <a:pt x="8432694" y="0"/>
                  </a:lnTo>
                  <a:lnTo>
                    <a:pt x="8432819" y="0"/>
                  </a:lnTo>
                  <a:lnTo>
                    <a:pt x="8432944" y="0"/>
                  </a:lnTo>
                  <a:lnTo>
                    <a:pt x="8433069" y="0"/>
                  </a:lnTo>
                  <a:lnTo>
                    <a:pt x="8433194" y="0"/>
                  </a:lnTo>
                  <a:lnTo>
                    <a:pt x="8433319" y="0"/>
                  </a:lnTo>
                  <a:lnTo>
                    <a:pt x="8433444" y="0"/>
                  </a:lnTo>
                  <a:lnTo>
                    <a:pt x="8433569" y="0"/>
                  </a:lnTo>
                  <a:lnTo>
                    <a:pt x="8433694" y="0"/>
                  </a:lnTo>
                  <a:lnTo>
                    <a:pt x="8433819" y="0"/>
                  </a:lnTo>
                  <a:lnTo>
                    <a:pt x="8433944" y="0"/>
                  </a:lnTo>
                  <a:lnTo>
                    <a:pt x="8434069" y="0"/>
                  </a:lnTo>
                  <a:lnTo>
                    <a:pt x="8434194" y="0"/>
                  </a:lnTo>
                  <a:lnTo>
                    <a:pt x="8434319" y="0"/>
                  </a:lnTo>
                  <a:lnTo>
                    <a:pt x="8434444" y="0"/>
                  </a:lnTo>
                  <a:lnTo>
                    <a:pt x="8434569" y="0"/>
                  </a:lnTo>
                  <a:lnTo>
                    <a:pt x="8434694" y="0"/>
                  </a:lnTo>
                  <a:lnTo>
                    <a:pt x="8434819" y="0"/>
                  </a:lnTo>
                  <a:lnTo>
                    <a:pt x="8434944" y="0"/>
                  </a:lnTo>
                  <a:lnTo>
                    <a:pt x="8435069" y="0"/>
                  </a:lnTo>
                  <a:lnTo>
                    <a:pt x="8435194" y="0"/>
                  </a:lnTo>
                  <a:lnTo>
                    <a:pt x="8435319" y="0"/>
                  </a:lnTo>
                  <a:lnTo>
                    <a:pt x="8435444" y="0"/>
                  </a:lnTo>
                  <a:lnTo>
                    <a:pt x="8435569" y="0"/>
                  </a:lnTo>
                  <a:lnTo>
                    <a:pt x="8435695" y="0"/>
                  </a:lnTo>
                  <a:lnTo>
                    <a:pt x="8435820" y="0"/>
                  </a:lnTo>
                  <a:lnTo>
                    <a:pt x="8435945" y="0"/>
                  </a:lnTo>
                  <a:lnTo>
                    <a:pt x="8436070" y="0"/>
                  </a:lnTo>
                  <a:lnTo>
                    <a:pt x="8436195" y="0"/>
                  </a:lnTo>
                  <a:lnTo>
                    <a:pt x="8436320" y="0"/>
                  </a:lnTo>
                  <a:lnTo>
                    <a:pt x="8436445" y="0"/>
                  </a:lnTo>
                  <a:lnTo>
                    <a:pt x="8436570" y="0"/>
                  </a:lnTo>
                  <a:lnTo>
                    <a:pt x="8436695" y="0"/>
                  </a:lnTo>
                  <a:lnTo>
                    <a:pt x="8436820" y="0"/>
                  </a:lnTo>
                  <a:lnTo>
                    <a:pt x="8436945" y="0"/>
                  </a:lnTo>
                  <a:lnTo>
                    <a:pt x="8437070" y="0"/>
                  </a:lnTo>
                  <a:lnTo>
                    <a:pt x="8437195" y="0"/>
                  </a:lnTo>
                  <a:lnTo>
                    <a:pt x="8437320" y="0"/>
                  </a:lnTo>
                  <a:lnTo>
                    <a:pt x="8437445" y="0"/>
                  </a:lnTo>
                  <a:lnTo>
                    <a:pt x="8437570" y="0"/>
                  </a:lnTo>
                  <a:lnTo>
                    <a:pt x="8437695" y="0"/>
                  </a:lnTo>
                  <a:lnTo>
                    <a:pt x="8437820" y="0"/>
                  </a:lnTo>
                  <a:lnTo>
                    <a:pt x="8437945" y="0"/>
                  </a:lnTo>
                  <a:lnTo>
                    <a:pt x="8438070" y="0"/>
                  </a:lnTo>
                  <a:lnTo>
                    <a:pt x="8438195" y="0"/>
                  </a:lnTo>
                  <a:lnTo>
                    <a:pt x="8438320" y="0"/>
                  </a:lnTo>
                  <a:lnTo>
                    <a:pt x="8438445" y="0"/>
                  </a:lnTo>
                  <a:lnTo>
                    <a:pt x="8438570" y="0"/>
                  </a:lnTo>
                  <a:lnTo>
                    <a:pt x="8438696" y="0"/>
                  </a:lnTo>
                  <a:lnTo>
                    <a:pt x="8438821" y="0"/>
                  </a:lnTo>
                  <a:lnTo>
                    <a:pt x="8438946" y="0"/>
                  </a:lnTo>
                  <a:lnTo>
                    <a:pt x="8439071" y="0"/>
                  </a:lnTo>
                  <a:lnTo>
                    <a:pt x="8439196" y="0"/>
                  </a:lnTo>
                  <a:lnTo>
                    <a:pt x="8439321" y="0"/>
                  </a:lnTo>
                  <a:lnTo>
                    <a:pt x="8439446" y="0"/>
                  </a:lnTo>
                  <a:lnTo>
                    <a:pt x="8439571" y="0"/>
                  </a:lnTo>
                  <a:lnTo>
                    <a:pt x="8439696" y="0"/>
                  </a:lnTo>
                  <a:lnTo>
                    <a:pt x="8439821" y="0"/>
                  </a:lnTo>
                  <a:lnTo>
                    <a:pt x="8439946" y="0"/>
                  </a:lnTo>
                  <a:lnTo>
                    <a:pt x="8440071" y="0"/>
                  </a:lnTo>
                  <a:lnTo>
                    <a:pt x="8440196" y="0"/>
                  </a:lnTo>
                  <a:lnTo>
                    <a:pt x="8440321" y="0"/>
                  </a:lnTo>
                  <a:lnTo>
                    <a:pt x="8440446" y="0"/>
                  </a:lnTo>
                  <a:lnTo>
                    <a:pt x="8440571" y="0"/>
                  </a:lnTo>
                  <a:lnTo>
                    <a:pt x="8440696" y="0"/>
                  </a:lnTo>
                  <a:lnTo>
                    <a:pt x="8440821" y="0"/>
                  </a:lnTo>
                  <a:lnTo>
                    <a:pt x="8440946" y="0"/>
                  </a:lnTo>
                  <a:lnTo>
                    <a:pt x="8441071" y="0"/>
                  </a:lnTo>
                  <a:lnTo>
                    <a:pt x="8441196" y="0"/>
                  </a:lnTo>
                  <a:lnTo>
                    <a:pt x="8441321" y="0"/>
                  </a:lnTo>
                  <a:lnTo>
                    <a:pt x="8441446" y="0"/>
                  </a:lnTo>
                  <a:lnTo>
                    <a:pt x="8441571" y="0"/>
                  </a:lnTo>
                  <a:lnTo>
                    <a:pt x="8441697" y="0"/>
                  </a:lnTo>
                  <a:lnTo>
                    <a:pt x="8441822" y="0"/>
                  </a:lnTo>
                  <a:lnTo>
                    <a:pt x="8441947" y="0"/>
                  </a:lnTo>
                  <a:lnTo>
                    <a:pt x="8442072" y="0"/>
                  </a:lnTo>
                  <a:lnTo>
                    <a:pt x="8442197" y="0"/>
                  </a:lnTo>
                  <a:lnTo>
                    <a:pt x="8442322" y="0"/>
                  </a:lnTo>
                  <a:lnTo>
                    <a:pt x="8442447" y="0"/>
                  </a:lnTo>
                  <a:lnTo>
                    <a:pt x="8442572" y="0"/>
                  </a:lnTo>
                  <a:lnTo>
                    <a:pt x="8442697" y="0"/>
                  </a:lnTo>
                  <a:lnTo>
                    <a:pt x="8442822" y="0"/>
                  </a:lnTo>
                  <a:lnTo>
                    <a:pt x="8442947" y="0"/>
                  </a:lnTo>
                  <a:lnTo>
                    <a:pt x="8443072" y="0"/>
                  </a:lnTo>
                  <a:lnTo>
                    <a:pt x="8443197" y="0"/>
                  </a:lnTo>
                  <a:lnTo>
                    <a:pt x="8443322" y="0"/>
                  </a:lnTo>
                  <a:lnTo>
                    <a:pt x="8443447" y="0"/>
                  </a:lnTo>
                  <a:lnTo>
                    <a:pt x="8443572" y="0"/>
                  </a:lnTo>
                  <a:lnTo>
                    <a:pt x="8443697" y="0"/>
                  </a:lnTo>
                  <a:lnTo>
                    <a:pt x="8443822" y="0"/>
                  </a:lnTo>
                  <a:lnTo>
                    <a:pt x="8443947" y="0"/>
                  </a:lnTo>
                  <a:lnTo>
                    <a:pt x="8444072" y="0"/>
                  </a:lnTo>
                  <a:lnTo>
                    <a:pt x="8444197" y="0"/>
                  </a:lnTo>
                  <a:lnTo>
                    <a:pt x="8444322" y="0"/>
                  </a:lnTo>
                  <a:lnTo>
                    <a:pt x="8444447" y="0"/>
                  </a:lnTo>
                  <a:lnTo>
                    <a:pt x="8444572" y="0"/>
                  </a:lnTo>
                  <a:lnTo>
                    <a:pt x="8444698" y="0"/>
                  </a:lnTo>
                  <a:lnTo>
                    <a:pt x="8444823" y="0"/>
                  </a:lnTo>
                  <a:lnTo>
                    <a:pt x="8444948" y="0"/>
                  </a:lnTo>
                  <a:lnTo>
                    <a:pt x="8445073" y="0"/>
                  </a:lnTo>
                  <a:lnTo>
                    <a:pt x="8445198" y="0"/>
                  </a:lnTo>
                  <a:lnTo>
                    <a:pt x="8445323" y="0"/>
                  </a:lnTo>
                  <a:lnTo>
                    <a:pt x="8445448" y="0"/>
                  </a:lnTo>
                  <a:lnTo>
                    <a:pt x="8445573" y="0"/>
                  </a:lnTo>
                  <a:lnTo>
                    <a:pt x="8445698" y="0"/>
                  </a:lnTo>
                  <a:lnTo>
                    <a:pt x="8445823" y="0"/>
                  </a:lnTo>
                  <a:lnTo>
                    <a:pt x="8445948" y="0"/>
                  </a:lnTo>
                  <a:lnTo>
                    <a:pt x="8446073" y="0"/>
                  </a:lnTo>
                  <a:lnTo>
                    <a:pt x="8446198" y="0"/>
                  </a:lnTo>
                  <a:lnTo>
                    <a:pt x="8446323" y="0"/>
                  </a:lnTo>
                  <a:lnTo>
                    <a:pt x="8446448" y="0"/>
                  </a:lnTo>
                  <a:lnTo>
                    <a:pt x="8446573" y="0"/>
                  </a:lnTo>
                  <a:lnTo>
                    <a:pt x="8446698" y="0"/>
                  </a:lnTo>
                  <a:lnTo>
                    <a:pt x="8446823" y="0"/>
                  </a:lnTo>
                  <a:lnTo>
                    <a:pt x="8446948" y="0"/>
                  </a:lnTo>
                  <a:lnTo>
                    <a:pt x="8447073" y="0"/>
                  </a:lnTo>
                  <a:lnTo>
                    <a:pt x="8447198" y="0"/>
                  </a:lnTo>
                  <a:lnTo>
                    <a:pt x="8447323" y="0"/>
                  </a:lnTo>
                  <a:lnTo>
                    <a:pt x="8447448" y="0"/>
                  </a:lnTo>
                  <a:lnTo>
                    <a:pt x="8447573" y="0"/>
                  </a:lnTo>
                  <a:lnTo>
                    <a:pt x="8447699" y="0"/>
                  </a:lnTo>
                  <a:lnTo>
                    <a:pt x="8447824" y="0"/>
                  </a:lnTo>
                  <a:lnTo>
                    <a:pt x="8447949" y="0"/>
                  </a:lnTo>
                  <a:lnTo>
                    <a:pt x="8448074" y="0"/>
                  </a:lnTo>
                  <a:lnTo>
                    <a:pt x="8448199" y="0"/>
                  </a:lnTo>
                  <a:lnTo>
                    <a:pt x="8448324" y="0"/>
                  </a:lnTo>
                  <a:lnTo>
                    <a:pt x="8448449" y="0"/>
                  </a:lnTo>
                  <a:lnTo>
                    <a:pt x="8448574" y="0"/>
                  </a:lnTo>
                  <a:lnTo>
                    <a:pt x="8448699" y="0"/>
                  </a:lnTo>
                  <a:lnTo>
                    <a:pt x="8448824" y="0"/>
                  </a:lnTo>
                  <a:lnTo>
                    <a:pt x="8448949" y="0"/>
                  </a:lnTo>
                  <a:lnTo>
                    <a:pt x="8449074" y="0"/>
                  </a:lnTo>
                  <a:lnTo>
                    <a:pt x="8449199" y="0"/>
                  </a:lnTo>
                  <a:lnTo>
                    <a:pt x="8449324" y="0"/>
                  </a:lnTo>
                  <a:lnTo>
                    <a:pt x="8449449" y="0"/>
                  </a:lnTo>
                  <a:lnTo>
                    <a:pt x="8449574" y="0"/>
                  </a:lnTo>
                  <a:lnTo>
                    <a:pt x="8449699" y="0"/>
                  </a:lnTo>
                  <a:lnTo>
                    <a:pt x="8449824" y="0"/>
                  </a:lnTo>
                  <a:lnTo>
                    <a:pt x="8449949" y="0"/>
                  </a:lnTo>
                  <a:lnTo>
                    <a:pt x="8450074" y="0"/>
                  </a:lnTo>
                  <a:lnTo>
                    <a:pt x="8450199" y="0"/>
                  </a:lnTo>
                  <a:lnTo>
                    <a:pt x="8450324" y="0"/>
                  </a:lnTo>
                  <a:lnTo>
                    <a:pt x="8450449" y="0"/>
                  </a:lnTo>
                  <a:lnTo>
                    <a:pt x="8450574" y="0"/>
                  </a:lnTo>
                  <a:lnTo>
                    <a:pt x="8450700" y="0"/>
                  </a:lnTo>
                  <a:lnTo>
                    <a:pt x="8450825" y="0"/>
                  </a:lnTo>
                  <a:lnTo>
                    <a:pt x="8450950" y="0"/>
                  </a:lnTo>
                  <a:lnTo>
                    <a:pt x="8451075" y="0"/>
                  </a:lnTo>
                  <a:lnTo>
                    <a:pt x="8451200" y="0"/>
                  </a:lnTo>
                  <a:lnTo>
                    <a:pt x="8451325" y="0"/>
                  </a:lnTo>
                  <a:lnTo>
                    <a:pt x="8451450" y="0"/>
                  </a:lnTo>
                  <a:lnTo>
                    <a:pt x="8451575" y="0"/>
                  </a:lnTo>
                  <a:lnTo>
                    <a:pt x="8451700" y="0"/>
                  </a:lnTo>
                  <a:lnTo>
                    <a:pt x="8451825" y="0"/>
                  </a:lnTo>
                  <a:lnTo>
                    <a:pt x="8451950" y="0"/>
                  </a:lnTo>
                  <a:lnTo>
                    <a:pt x="8452075" y="0"/>
                  </a:lnTo>
                  <a:lnTo>
                    <a:pt x="8452200" y="0"/>
                  </a:lnTo>
                  <a:lnTo>
                    <a:pt x="8452325" y="0"/>
                  </a:lnTo>
                  <a:lnTo>
                    <a:pt x="8452450" y="0"/>
                  </a:lnTo>
                  <a:lnTo>
                    <a:pt x="8452575" y="0"/>
                  </a:lnTo>
                  <a:lnTo>
                    <a:pt x="8452700" y="0"/>
                  </a:lnTo>
                  <a:lnTo>
                    <a:pt x="8452825" y="0"/>
                  </a:lnTo>
                  <a:lnTo>
                    <a:pt x="8452950" y="0"/>
                  </a:lnTo>
                  <a:lnTo>
                    <a:pt x="8453075" y="0"/>
                  </a:lnTo>
                  <a:lnTo>
                    <a:pt x="8453200" y="0"/>
                  </a:lnTo>
                  <a:lnTo>
                    <a:pt x="8453325" y="0"/>
                  </a:lnTo>
                  <a:lnTo>
                    <a:pt x="8453450" y="0"/>
                  </a:lnTo>
                  <a:lnTo>
                    <a:pt x="8453575" y="0"/>
                  </a:lnTo>
                  <a:lnTo>
                    <a:pt x="8453701" y="0"/>
                  </a:lnTo>
                  <a:lnTo>
                    <a:pt x="8453826" y="0"/>
                  </a:lnTo>
                  <a:lnTo>
                    <a:pt x="8453951" y="0"/>
                  </a:lnTo>
                  <a:lnTo>
                    <a:pt x="8454076" y="0"/>
                  </a:lnTo>
                  <a:lnTo>
                    <a:pt x="8454201" y="0"/>
                  </a:lnTo>
                  <a:lnTo>
                    <a:pt x="8454326" y="0"/>
                  </a:lnTo>
                  <a:lnTo>
                    <a:pt x="8454451" y="0"/>
                  </a:lnTo>
                  <a:lnTo>
                    <a:pt x="8454576" y="0"/>
                  </a:lnTo>
                  <a:lnTo>
                    <a:pt x="8454701" y="0"/>
                  </a:lnTo>
                  <a:lnTo>
                    <a:pt x="8454826" y="0"/>
                  </a:lnTo>
                  <a:lnTo>
                    <a:pt x="8454951" y="0"/>
                  </a:lnTo>
                  <a:lnTo>
                    <a:pt x="8455076" y="0"/>
                  </a:lnTo>
                  <a:lnTo>
                    <a:pt x="8455201" y="0"/>
                  </a:lnTo>
                  <a:lnTo>
                    <a:pt x="8455326" y="0"/>
                  </a:lnTo>
                  <a:lnTo>
                    <a:pt x="8455451" y="0"/>
                  </a:lnTo>
                  <a:lnTo>
                    <a:pt x="8455576" y="0"/>
                  </a:lnTo>
                  <a:lnTo>
                    <a:pt x="8455701" y="0"/>
                  </a:lnTo>
                  <a:lnTo>
                    <a:pt x="8455826" y="0"/>
                  </a:lnTo>
                  <a:lnTo>
                    <a:pt x="8455951" y="0"/>
                  </a:lnTo>
                  <a:lnTo>
                    <a:pt x="8456076" y="0"/>
                  </a:lnTo>
                  <a:lnTo>
                    <a:pt x="8456201" y="0"/>
                  </a:lnTo>
                  <a:lnTo>
                    <a:pt x="8456326" y="0"/>
                  </a:lnTo>
                  <a:lnTo>
                    <a:pt x="8456451" y="0"/>
                  </a:lnTo>
                  <a:lnTo>
                    <a:pt x="8456576" y="0"/>
                  </a:lnTo>
                  <a:lnTo>
                    <a:pt x="8456702" y="0"/>
                  </a:lnTo>
                  <a:lnTo>
                    <a:pt x="8456827" y="0"/>
                  </a:lnTo>
                  <a:lnTo>
                    <a:pt x="8456952" y="0"/>
                  </a:lnTo>
                  <a:lnTo>
                    <a:pt x="8457077" y="0"/>
                  </a:lnTo>
                  <a:lnTo>
                    <a:pt x="8457202" y="0"/>
                  </a:lnTo>
                  <a:lnTo>
                    <a:pt x="8457327" y="0"/>
                  </a:lnTo>
                  <a:lnTo>
                    <a:pt x="8457452" y="0"/>
                  </a:lnTo>
                  <a:lnTo>
                    <a:pt x="8457577" y="0"/>
                  </a:lnTo>
                  <a:lnTo>
                    <a:pt x="8457702" y="0"/>
                  </a:lnTo>
                  <a:lnTo>
                    <a:pt x="8457827" y="0"/>
                  </a:lnTo>
                  <a:lnTo>
                    <a:pt x="8457952" y="0"/>
                  </a:lnTo>
                  <a:lnTo>
                    <a:pt x="8458077" y="0"/>
                  </a:lnTo>
                  <a:lnTo>
                    <a:pt x="8458202" y="0"/>
                  </a:lnTo>
                  <a:lnTo>
                    <a:pt x="8458327" y="0"/>
                  </a:lnTo>
                  <a:lnTo>
                    <a:pt x="8458452" y="0"/>
                  </a:lnTo>
                  <a:lnTo>
                    <a:pt x="8458577" y="0"/>
                  </a:lnTo>
                  <a:lnTo>
                    <a:pt x="8458702" y="0"/>
                  </a:lnTo>
                  <a:lnTo>
                    <a:pt x="8458827" y="0"/>
                  </a:lnTo>
                  <a:lnTo>
                    <a:pt x="8458952" y="0"/>
                  </a:lnTo>
                  <a:lnTo>
                    <a:pt x="8459077" y="0"/>
                  </a:lnTo>
                  <a:lnTo>
                    <a:pt x="8459202" y="0"/>
                  </a:lnTo>
                  <a:lnTo>
                    <a:pt x="8459327" y="0"/>
                  </a:lnTo>
                  <a:lnTo>
                    <a:pt x="8459452" y="0"/>
                  </a:lnTo>
                  <a:lnTo>
                    <a:pt x="8459578" y="0"/>
                  </a:lnTo>
                  <a:lnTo>
                    <a:pt x="8459703" y="0"/>
                  </a:lnTo>
                  <a:lnTo>
                    <a:pt x="8459828" y="0"/>
                  </a:lnTo>
                  <a:lnTo>
                    <a:pt x="8459953" y="0"/>
                  </a:lnTo>
                  <a:lnTo>
                    <a:pt x="8460078" y="0"/>
                  </a:lnTo>
                  <a:lnTo>
                    <a:pt x="8460203" y="0"/>
                  </a:lnTo>
                  <a:lnTo>
                    <a:pt x="8460328" y="0"/>
                  </a:lnTo>
                  <a:lnTo>
                    <a:pt x="8460453" y="0"/>
                  </a:lnTo>
                  <a:lnTo>
                    <a:pt x="8460578" y="0"/>
                  </a:lnTo>
                  <a:lnTo>
                    <a:pt x="8460703" y="0"/>
                  </a:lnTo>
                  <a:lnTo>
                    <a:pt x="8460828" y="0"/>
                  </a:lnTo>
                  <a:lnTo>
                    <a:pt x="8460953" y="0"/>
                  </a:lnTo>
                  <a:lnTo>
                    <a:pt x="8461078" y="0"/>
                  </a:lnTo>
                  <a:lnTo>
                    <a:pt x="8461203" y="0"/>
                  </a:lnTo>
                  <a:lnTo>
                    <a:pt x="8461328" y="0"/>
                  </a:lnTo>
                  <a:lnTo>
                    <a:pt x="8461453" y="0"/>
                  </a:lnTo>
                  <a:lnTo>
                    <a:pt x="8461578" y="0"/>
                  </a:lnTo>
                  <a:lnTo>
                    <a:pt x="8461703" y="0"/>
                  </a:lnTo>
                  <a:lnTo>
                    <a:pt x="8461828" y="0"/>
                  </a:lnTo>
                  <a:lnTo>
                    <a:pt x="8461953" y="0"/>
                  </a:lnTo>
                  <a:lnTo>
                    <a:pt x="8462078" y="0"/>
                  </a:lnTo>
                  <a:lnTo>
                    <a:pt x="8462203" y="0"/>
                  </a:lnTo>
                  <a:lnTo>
                    <a:pt x="8462328" y="0"/>
                  </a:lnTo>
                  <a:lnTo>
                    <a:pt x="8462453" y="0"/>
                  </a:lnTo>
                  <a:lnTo>
                    <a:pt x="8462579" y="0"/>
                  </a:lnTo>
                  <a:lnTo>
                    <a:pt x="8462704" y="0"/>
                  </a:lnTo>
                  <a:lnTo>
                    <a:pt x="8462829" y="0"/>
                  </a:lnTo>
                  <a:lnTo>
                    <a:pt x="8462954" y="0"/>
                  </a:lnTo>
                  <a:lnTo>
                    <a:pt x="8463079" y="0"/>
                  </a:lnTo>
                  <a:lnTo>
                    <a:pt x="8463204" y="0"/>
                  </a:lnTo>
                  <a:lnTo>
                    <a:pt x="8463329" y="0"/>
                  </a:lnTo>
                  <a:lnTo>
                    <a:pt x="8463454" y="0"/>
                  </a:lnTo>
                  <a:lnTo>
                    <a:pt x="8463579" y="0"/>
                  </a:lnTo>
                  <a:lnTo>
                    <a:pt x="8463704" y="0"/>
                  </a:lnTo>
                  <a:lnTo>
                    <a:pt x="8463829" y="0"/>
                  </a:lnTo>
                  <a:lnTo>
                    <a:pt x="8463954" y="0"/>
                  </a:lnTo>
                  <a:lnTo>
                    <a:pt x="8464079" y="0"/>
                  </a:lnTo>
                  <a:lnTo>
                    <a:pt x="8464204" y="0"/>
                  </a:lnTo>
                  <a:lnTo>
                    <a:pt x="8464329" y="0"/>
                  </a:lnTo>
                  <a:lnTo>
                    <a:pt x="8464454" y="0"/>
                  </a:lnTo>
                  <a:lnTo>
                    <a:pt x="8464579" y="0"/>
                  </a:lnTo>
                  <a:lnTo>
                    <a:pt x="8464704" y="0"/>
                  </a:lnTo>
                  <a:lnTo>
                    <a:pt x="8464829" y="0"/>
                  </a:lnTo>
                  <a:lnTo>
                    <a:pt x="8464954" y="0"/>
                  </a:lnTo>
                  <a:lnTo>
                    <a:pt x="8465079" y="0"/>
                  </a:lnTo>
                  <a:lnTo>
                    <a:pt x="8465204" y="0"/>
                  </a:lnTo>
                  <a:lnTo>
                    <a:pt x="8465329" y="0"/>
                  </a:lnTo>
                  <a:lnTo>
                    <a:pt x="8465454" y="0"/>
                  </a:lnTo>
                  <a:lnTo>
                    <a:pt x="8465580" y="0"/>
                  </a:lnTo>
                  <a:lnTo>
                    <a:pt x="8465705" y="0"/>
                  </a:lnTo>
                  <a:lnTo>
                    <a:pt x="8465830" y="0"/>
                  </a:lnTo>
                  <a:lnTo>
                    <a:pt x="8465955" y="0"/>
                  </a:lnTo>
                  <a:lnTo>
                    <a:pt x="8466080" y="0"/>
                  </a:lnTo>
                  <a:lnTo>
                    <a:pt x="8466205" y="0"/>
                  </a:lnTo>
                  <a:lnTo>
                    <a:pt x="8466330" y="0"/>
                  </a:lnTo>
                  <a:lnTo>
                    <a:pt x="8466455" y="0"/>
                  </a:lnTo>
                  <a:lnTo>
                    <a:pt x="8466580" y="0"/>
                  </a:lnTo>
                  <a:lnTo>
                    <a:pt x="8466705" y="0"/>
                  </a:lnTo>
                  <a:lnTo>
                    <a:pt x="8466830" y="0"/>
                  </a:lnTo>
                  <a:lnTo>
                    <a:pt x="8466955" y="0"/>
                  </a:lnTo>
                  <a:lnTo>
                    <a:pt x="8467080" y="0"/>
                  </a:lnTo>
                  <a:lnTo>
                    <a:pt x="8467205" y="0"/>
                  </a:lnTo>
                  <a:lnTo>
                    <a:pt x="8467330" y="0"/>
                  </a:lnTo>
                  <a:lnTo>
                    <a:pt x="8467455" y="0"/>
                  </a:lnTo>
                  <a:lnTo>
                    <a:pt x="8467580" y="0"/>
                  </a:lnTo>
                  <a:lnTo>
                    <a:pt x="8467705" y="0"/>
                  </a:lnTo>
                  <a:lnTo>
                    <a:pt x="8467830" y="0"/>
                  </a:lnTo>
                  <a:lnTo>
                    <a:pt x="8467955" y="0"/>
                  </a:lnTo>
                  <a:lnTo>
                    <a:pt x="8468080" y="0"/>
                  </a:lnTo>
                  <a:lnTo>
                    <a:pt x="8468205" y="0"/>
                  </a:lnTo>
                  <a:lnTo>
                    <a:pt x="8468330" y="0"/>
                  </a:lnTo>
                  <a:lnTo>
                    <a:pt x="8468455" y="0"/>
                  </a:lnTo>
                  <a:lnTo>
                    <a:pt x="8468581" y="0"/>
                  </a:lnTo>
                  <a:lnTo>
                    <a:pt x="8468706" y="0"/>
                  </a:lnTo>
                  <a:lnTo>
                    <a:pt x="8468831" y="0"/>
                  </a:lnTo>
                  <a:lnTo>
                    <a:pt x="8468956" y="0"/>
                  </a:lnTo>
                  <a:lnTo>
                    <a:pt x="8469081" y="0"/>
                  </a:lnTo>
                  <a:lnTo>
                    <a:pt x="8469206" y="0"/>
                  </a:lnTo>
                  <a:lnTo>
                    <a:pt x="8469331" y="0"/>
                  </a:lnTo>
                  <a:lnTo>
                    <a:pt x="8469456" y="0"/>
                  </a:lnTo>
                  <a:lnTo>
                    <a:pt x="8469581" y="0"/>
                  </a:lnTo>
                  <a:lnTo>
                    <a:pt x="8469706" y="0"/>
                  </a:lnTo>
                  <a:lnTo>
                    <a:pt x="8469831" y="0"/>
                  </a:lnTo>
                  <a:lnTo>
                    <a:pt x="8469956" y="0"/>
                  </a:lnTo>
                  <a:lnTo>
                    <a:pt x="8470081" y="0"/>
                  </a:lnTo>
                  <a:lnTo>
                    <a:pt x="8470206" y="0"/>
                  </a:lnTo>
                  <a:lnTo>
                    <a:pt x="8470331" y="0"/>
                  </a:lnTo>
                  <a:lnTo>
                    <a:pt x="8470456" y="0"/>
                  </a:lnTo>
                  <a:lnTo>
                    <a:pt x="8470581" y="0"/>
                  </a:lnTo>
                  <a:lnTo>
                    <a:pt x="8470706" y="0"/>
                  </a:lnTo>
                  <a:lnTo>
                    <a:pt x="8470831" y="0"/>
                  </a:lnTo>
                  <a:lnTo>
                    <a:pt x="8470956" y="0"/>
                  </a:lnTo>
                  <a:lnTo>
                    <a:pt x="8471081" y="0"/>
                  </a:lnTo>
                  <a:lnTo>
                    <a:pt x="8471206" y="0"/>
                  </a:lnTo>
                  <a:lnTo>
                    <a:pt x="8471331" y="0"/>
                  </a:lnTo>
                  <a:lnTo>
                    <a:pt x="8471456" y="0"/>
                  </a:lnTo>
                  <a:lnTo>
                    <a:pt x="8471582" y="0"/>
                  </a:lnTo>
                  <a:lnTo>
                    <a:pt x="8471707" y="0"/>
                  </a:lnTo>
                  <a:lnTo>
                    <a:pt x="8471832" y="0"/>
                  </a:lnTo>
                  <a:lnTo>
                    <a:pt x="8471957" y="0"/>
                  </a:lnTo>
                  <a:lnTo>
                    <a:pt x="8472082" y="0"/>
                  </a:lnTo>
                  <a:lnTo>
                    <a:pt x="8472207" y="0"/>
                  </a:lnTo>
                  <a:lnTo>
                    <a:pt x="8472332" y="0"/>
                  </a:lnTo>
                  <a:lnTo>
                    <a:pt x="8472457" y="0"/>
                  </a:lnTo>
                  <a:lnTo>
                    <a:pt x="8472582" y="0"/>
                  </a:lnTo>
                  <a:lnTo>
                    <a:pt x="8472707" y="0"/>
                  </a:lnTo>
                  <a:lnTo>
                    <a:pt x="8472832" y="0"/>
                  </a:lnTo>
                  <a:lnTo>
                    <a:pt x="8472957" y="0"/>
                  </a:lnTo>
                  <a:lnTo>
                    <a:pt x="8473082" y="0"/>
                  </a:lnTo>
                  <a:lnTo>
                    <a:pt x="8473207" y="0"/>
                  </a:lnTo>
                  <a:lnTo>
                    <a:pt x="8473332" y="0"/>
                  </a:lnTo>
                  <a:lnTo>
                    <a:pt x="8473457" y="0"/>
                  </a:lnTo>
                  <a:lnTo>
                    <a:pt x="8473582" y="0"/>
                  </a:lnTo>
                  <a:lnTo>
                    <a:pt x="8473707" y="0"/>
                  </a:lnTo>
                  <a:lnTo>
                    <a:pt x="8473832" y="0"/>
                  </a:lnTo>
                  <a:lnTo>
                    <a:pt x="8473957" y="0"/>
                  </a:lnTo>
                  <a:lnTo>
                    <a:pt x="8474082" y="0"/>
                  </a:lnTo>
                  <a:lnTo>
                    <a:pt x="8474207" y="0"/>
                  </a:lnTo>
                  <a:lnTo>
                    <a:pt x="8474332" y="0"/>
                  </a:lnTo>
                  <a:lnTo>
                    <a:pt x="8474457" y="0"/>
                  </a:lnTo>
                  <a:lnTo>
                    <a:pt x="8474583" y="0"/>
                  </a:lnTo>
                  <a:lnTo>
                    <a:pt x="8474708" y="0"/>
                  </a:lnTo>
                  <a:lnTo>
                    <a:pt x="8474833" y="0"/>
                  </a:lnTo>
                  <a:lnTo>
                    <a:pt x="8474958" y="0"/>
                  </a:lnTo>
                  <a:lnTo>
                    <a:pt x="8475083" y="0"/>
                  </a:lnTo>
                  <a:lnTo>
                    <a:pt x="8475208" y="0"/>
                  </a:lnTo>
                  <a:lnTo>
                    <a:pt x="8475333" y="0"/>
                  </a:lnTo>
                  <a:lnTo>
                    <a:pt x="8475458" y="0"/>
                  </a:lnTo>
                  <a:lnTo>
                    <a:pt x="8475583" y="0"/>
                  </a:lnTo>
                  <a:lnTo>
                    <a:pt x="8475708" y="0"/>
                  </a:lnTo>
                  <a:lnTo>
                    <a:pt x="8475833" y="0"/>
                  </a:lnTo>
                  <a:lnTo>
                    <a:pt x="8475958" y="0"/>
                  </a:lnTo>
                  <a:lnTo>
                    <a:pt x="8476083" y="0"/>
                  </a:lnTo>
                  <a:lnTo>
                    <a:pt x="8476208" y="0"/>
                  </a:lnTo>
                  <a:lnTo>
                    <a:pt x="8476333" y="0"/>
                  </a:lnTo>
                  <a:lnTo>
                    <a:pt x="8476458" y="0"/>
                  </a:lnTo>
                  <a:lnTo>
                    <a:pt x="8476583" y="0"/>
                  </a:lnTo>
                  <a:lnTo>
                    <a:pt x="8476708" y="0"/>
                  </a:lnTo>
                  <a:lnTo>
                    <a:pt x="8476833" y="0"/>
                  </a:lnTo>
                  <a:lnTo>
                    <a:pt x="8476958" y="0"/>
                  </a:lnTo>
                  <a:lnTo>
                    <a:pt x="8477083" y="0"/>
                  </a:lnTo>
                  <a:lnTo>
                    <a:pt x="8477208" y="0"/>
                  </a:lnTo>
                  <a:lnTo>
                    <a:pt x="8477333" y="0"/>
                  </a:lnTo>
                  <a:lnTo>
                    <a:pt x="8477458" y="0"/>
                  </a:lnTo>
                  <a:lnTo>
                    <a:pt x="8477584" y="0"/>
                  </a:lnTo>
                  <a:lnTo>
                    <a:pt x="8477709" y="0"/>
                  </a:lnTo>
                  <a:lnTo>
                    <a:pt x="8477834" y="0"/>
                  </a:lnTo>
                  <a:lnTo>
                    <a:pt x="8477959" y="0"/>
                  </a:lnTo>
                  <a:lnTo>
                    <a:pt x="8478084" y="0"/>
                  </a:lnTo>
                  <a:lnTo>
                    <a:pt x="8478209" y="0"/>
                  </a:lnTo>
                  <a:lnTo>
                    <a:pt x="8478334" y="0"/>
                  </a:lnTo>
                  <a:lnTo>
                    <a:pt x="8478459" y="0"/>
                  </a:lnTo>
                  <a:lnTo>
                    <a:pt x="8478584" y="0"/>
                  </a:lnTo>
                  <a:lnTo>
                    <a:pt x="8478709" y="0"/>
                  </a:lnTo>
                  <a:lnTo>
                    <a:pt x="8478834" y="0"/>
                  </a:lnTo>
                  <a:lnTo>
                    <a:pt x="8478959" y="0"/>
                  </a:lnTo>
                  <a:lnTo>
                    <a:pt x="8479084" y="0"/>
                  </a:lnTo>
                  <a:lnTo>
                    <a:pt x="8479209" y="0"/>
                  </a:lnTo>
                  <a:lnTo>
                    <a:pt x="8479334" y="0"/>
                  </a:lnTo>
                  <a:lnTo>
                    <a:pt x="8479459" y="0"/>
                  </a:lnTo>
                  <a:lnTo>
                    <a:pt x="8479584" y="0"/>
                  </a:lnTo>
                  <a:lnTo>
                    <a:pt x="8479709" y="0"/>
                  </a:lnTo>
                  <a:lnTo>
                    <a:pt x="8479834" y="0"/>
                  </a:lnTo>
                  <a:lnTo>
                    <a:pt x="8479959" y="0"/>
                  </a:lnTo>
                  <a:lnTo>
                    <a:pt x="8480084" y="0"/>
                  </a:lnTo>
                  <a:lnTo>
                    <a:pt x="8480209" y="0"/>
                  </a:lnTo>
                  <a:lnTo>
                    <a:pt x="8480334" y="0"/>
                  </a:lnTo>
                  <a:lnTo>
                    <a:pt x="8480459" y="0"/>
                  </a:lnTo>
                  <a:lnTo>
                    <a:pt x="8480585" y="0"/>
                  </a:lnTo>
                  <a:lnTo>
                    <a:pt x="8480710" y="0"/>
                  </a:lnTo>
                  <a:lnTo>
                    <a:pt x="8480835" y="0"/>
                  </a:lnTo>
                  <a:lnTo>
                    <a:pt x="8480960" y="0"/>
                  </a:lnTo>
                  <a:lnTo>
                    <a:pt x="8481085" y="0"/>
                  </a:lnTo>
                  <a:lnTo>
                    <a:pt x="8481210" y="0"/>
                  </a:lnTo>
                  <a:lnTo>
                    <a:pt x="8481335" y="0"/>
                  </a:lnTo>
                  <a:lnTo>
                    <a:pt x="8481460" y="0"/>
                  </a:lnTo>
                  <a:lnTo>
                    <a:pt x="8481585" y="0"/>
                  </a:lnTo>
                  <a:lnTo>
                    <a:pt x="8481710" y="0"/>
                  </a:lnTo>
                  <a:lnTo>
                    <a:pt x="8481835" y="0"/>
                  </a:lnTo>
                  <a:lnTo>
                    <a:pt x="8481960" y="0"/>
                  </a:lnTo>
                  <a:lnTo>
                    <a:pt x="8482085" y="0"/>
                  </a:lnTo>
                  <a:lnTo>
                    <a:pt x="8482210" y="0"/>
                  </a:lnTo>
                  <a:lnTo>
                    <a:pt x="8482335" y="0"/>
                  </a:lnTo>
                  <a:lnTo>
                    <a:pt x="8482460" y="0"/>
                  </a:lnTo>
                  <a:lnTo>
                    <a:pt x="8482585" y="0"/>
                  </a:lnTo>
                  <a:lnTo>
                    <a:pt x="8482710" y="0"/>
                  </a:lnTo>
                  <a:lnTo>
                    <a:pt x="8482835" y="0"/>
                  </a:lnTo>
                  <a:lnTo>
                    <a:pt x="8482960" y="0"/>
                  </a:lnTo>
                  <a:lnTo>
                    <a:pt x="8483085" y="0"/>
                  </a:lnTo>
                  <a:lnTo>
                    <a:pt x="8483210" y="0"/>
                  </a:lnTo>
                  <a:lnTo>
                    <a:pt x="8483335" y="0"/>
                  </a:lnTo>
                  <a:lnTo>
                    <a:pt x="8483460" y="0"/>
                  </a:lnTo>
                  <a:lnTo>
                    <a:pt x="8483586" y="0"/>
                  </a:lnTo>
                  <a:lnTo>
                    <a:pt x="8483711" y="0"/>
                  </a:lnTo>
                  <a:lnTo>
                    <a:pt x="8483836" y="0"/>
                  </a:lnTo>
                  <a:lnTo>
                    <a:pt x="8483961" y="0"/>
                  </a:lnTo>
                  <a:lnTo>
                    <a:pt x="8484086" y="0"/>
                  </a:lnTo>
                  <a:lnTo>
                    <a:pt x="8484211" y="0"/>
                  </a:lnTo>
                  <a:lnTo>
                    <a:pt x="8484336" y="0"/>
                  </a:lnTo>
                  <a:lnTo>
                    <a:pt x="8484461" y="0"/>
                  </a:lnTo>
                  <a:lnTo>
                    <a:pt x="8484586" y="0"/>
                  </a:lnTo>
                  <a:lnTo>
                    <a:pt x="8484711" y="0"/>
                  </a:lnTo>
                  <a:lnTo>
                    <a:pt x="8484836" y="0"/>
                  </a:lnTo>
                  <a:lnTo>
                    <a:pt x="8484961" y="0"/>
                  </a:lnTo>
                  <a:lnTo>
                    <a:pt x="8485086" y="0"/>
                  </a:lnTo>
                  <a:lnTo>
                    <a:pt x="8485211" y="0"/>
                  </a:lnTo>
                  <a:lnTo>
                    <a:pt x="8485336" y="0"/>
                  </a:lnTo>
                  <a:lnTo>
                    <a:pt x="8485461" y="0"/>
                  </a:lnTo>
                  <a:lnTo>
                    <a:pt x="8485586" y="0"/>
                  </a:lnTo>
                  <a:lnTo>
                    <a:pt x="8485711" y="0"/>
                  </a:lnTo>
                  <a:lnTo>
                    <a:pt x="8485836" y="0"/>
                  </a:lnTo>
                  <a:lnTo>
                    <a:pt x="8485961" y="0"/>
                  </a:lnTo>
                  <a:lnTo>
                    <a:pt x="8486086" y="0"/>
                  </a:lnTo>
                  <a:lnTo>
                    <a:pt x="8486211" y="0"/>
                  </a:lnTo>
                  <a:lnTo>
                    <a:pt x="8486336" y="0"/>
                  </a:lnTo>
                  <a:lnTo>
                    <a:pt x="8486461" y="0"/>
                  </a:lnTo>
                  <a:lnTo>
                    <a:pt x="8486587" y="0"/>
                  </a:lnTo>
                  <a:lnTo>
                    <a:pt x="8486712" y="0"/>
                  </a:lnTo>
                  <a:lnTo>
                    <a:pt x="8486837" y="0"/>
                  </a:lnTo>
                  <a:lnTo>
                    <a:pt x="8486962" y="0"/>
                  </a:lnTo>
                  <a:lnTo>
                    <a:pt x="8487087" y="0"/>
                  </a:lnTo>
                  <a:lnTo>
                    <a:pt x="8487212" y="0"/>
                  </a:lnTo>
                  <a:lnTo>
                    <a:pt x="8487337" y="0"/>
                  </a:lnTo>
                  <a:lnTo>
                    <a:pt x="8487462" y="0"/>
                  </a:lnTo>
                  <a:lnTo>
                    <a:pt x="8487587" y="0"/>
                  </a:lnTo>
                  <a:lnTo>
                    <a:pt x="8487712" y="0"/>
                  </a:lnTo>
                  <a:lnTo>
                    <a:pt x="8487837" y="0"/>
                  </a:lnTo>
                  <a:lnTo>
                    <a:pt x="8487962" y="0"/>
                  </a:lnTo>
                  <a:lnTo>
                    <a:pt x="8488087" y="0"/>
                  </a:lnTo>
                  <a:lnTo>
                    <a:pt x="8488212" y="0"/>
                  </a:lnTo>
                  <a:lnTo>
                    <a:pt x="8488337" y="0"/>
                  </a:lnTo>
                  <a:lnTo>
                    <a:pt x="8488462" y="0"/>
                  </a:lnTo>
                  <a:lnTo>
                    <a:pt x="8488587" y="0"/>
                  </a:lnTo>
                  <a:lnTo>
                    <a:pt x="8488712" y="0"/>
                  </a:lnTo>
                  <a:lnTo>
                    <a:pt x="8488837" y="0"/>
                  </a:lnTo>
                  <a:lnTo>
                    <a:pt x="8488962" y="0"/>
                  </a:lnTo>
                  <a:lnTo>
                    <a:pt x="8489087" y="0"/>
                  </a:lnTo>
                  <a:lnTo>
                    <a:pt x="8489212" y="0"/>
                  </a:lnTo>
                  <a:lnTo>
                    <a:pt x="8489337" y="0"/>
                  </a:lnTo>
                  <a:lnTo>
                    <a:pt x="8489462" y="0"/>
                  </a:lnTo>
                  <a:lnTo>
                    <a:pt x="8489588" y="0"/>
                  </a:lnTo>
                  <a:lnTo>
                    <a:pt x="8489713" y="0"/>
                  </a:lnTo>
                  <a:lnTo>
                    <a:pt x="8489838" y="0"/>
                  </a:lnTo>
                  <a:lnTo>
                    <a:pt x="8489963" y="0"/>
                  </a:lnTo>
                  <a:lnTo>
                    <a:pt x="8490088" y="0"/>
                  </a:lnTo>
                  <a:lnTo>
                    <a:pt x="8490213" y="0"/>
                  </a:lnTo>
                  <a:lnTo>
                    <a:pt x="8490338" y="0"/>
                  </a:lnTo>
                  <a:lnTo>
                    <a:pt x="8490463" y="0"/>
                  </a:lnTo>
                  <a:lnTo>
                    <a:pt x="8490588" y="0"/>
                  </a:lnTo>
                  <a:lnTo>
                    <a:pt x="8490713" y="0"/>
                  </a:lnTo>
                  <a:lnTo>
                    <a:pt x="8490838" y="0"/>
                  </a:lnTo>
                  <a:lnTo>
                    <a:pt x="8490963" y="0"/>
                  </a:lnTo>
                  <a:lnTo>
                    <a:pt x="8491088" y="0"/>
                  </a:lnTo>
                  <a:lnTo>
                    <a:pt x="8491213" y="0"/>
                  </a:lnTo>
                  <a:lnTo>
                    <a:pt x="8491338" y="0"/>
                  </a:lnTo>
                  <a:lnTo>
                    <a:pt x="8491463" y="0"/>
                  </a:lnTo>
                  <a:lnTo>
                    <a:pt x="8491588" y="0"/>
                  </a:lnTo>
                  <a:lnTo>
                    <a:pt x="8491713" y="0"/>
                  </a:lnTo>
                  <a:lnTo>
                    <a:pt x="8491838" y="0"/>
                  </a:lnTo>
                  <a:lnTo>
                    <a:pt x="8491963" y="0"/>
                  </a:lnTo>
                  <a:lnTo>
                    <a:pt x="8492088" y="0"/>
                  </a:lnTo>
                  <a:lnTo>
                    <a:pt x="8492213" y="0"/>
                  </a:lnTo>
                  <a:lnTo>
                    <a:pt x="8492338" y="0"/>
                  </a:lnTo>
                  <a:lnTo>
                    <a:pt x="8492463" y="0"/>
                  </a:lnTo>
                  <a:lnTo>
                    <a:pt x="8492589" y="0"/>
                  </a:lnTo>
                  <a:lnTo>
                    <a:pt x="8492714" y="0"/>
                  </a:lnTo>
                  <a:lnTo>
                    <a:pt x="8492839" y="0"/>
                  </a:lnTo>
                  <a:lnTo>
                    <a:pt x="8492964" y="0"/>
                  </a:lnTo>
                  <a:lnTo>
                    <a:pt x="8493089" y="0"/>
                  </a:lnTo>
                  <a:lnTo>
                    <a:pt x="8493214" y="0"/>
                  </a:lnTo>
                  <a:lnTo>
                    <a:pt x="8493339" y="0"/>
                  </a:lnTo>
                  <a:lnTo>
                    <a:pt x="8493464" y="0"/>
                  </a:lnTo>
                  <a:lnTo>
                    <a:pt x="8493589" y="0"/>
                  </a:lnTo>
                  <a:lnTo>
                    <a:pt x="8493714" y="0"/>
                  </a:lnTo>
                  <a:lnTo>
                    <a:pt x="8493839" y="0"/>
                  </a:lnTo>
                  <a:lnTo>
                    <a:pt x="8493964" y="0"/>
                  </a:lnTo>
                  <a:lnTo>
                    <a:pt x="8494089" y="0"/>
                  </a:lnTo>
                  <a:lnTo>
                    <a:pt x="8494214" y="0"/>
                  </a:lnTo>
                  <a:lnTo>
                    <a:pt x="8494339" y="0"/>
                  </a:lnTo>
                  <a:lnTo>
                    <a:pt x="8494464" y="0"/>
                  </a:lnTo>
                  <a:lnTo>
                    <a:pt x="8494589" y="0"/>
                  </a:lnTo>
                  <a:lnTo>
                    <a:pt x="8494714" y="0"/>
                  </a:lnTo>
                  <a:lnTo>
                    <a:pt x="8494839" y="0"/>
                  </a:lnTo>
                  <a:lnTo>
                    <a:pt x="8494964" y="0"/>
                  </a:lnTo>
                  <a:lnTo>
                    <a:pt x="8495089" y="0"/>
                  </a:lnTo>
                  <a:lnTo>
                    <a:pt x="8495214" y="0"/>
                  </a:lnTo>
                  <a:lnTo>
                    <a:pt x="8495339" y="0"/>
                  </a:lnTo>
                  <a:lnTo>
                    <a:pt x="8495464" y="0"/>
                  </a:lnTo>
                  <a:lnTo>
                    <a:pt x="8495590" y="0"/>
                  </a:lnTo>
                  <a:lnTo>
                    <a:pt x="8495715" y="0"/>
                  </a:lnTo>
                  <a:lnTo>
                    <a:pt x="8495840" y="0"/>
                  </a:lnTo>
                  <a:lnTo>
                    <a:pt x="8495965" y="0"/>
                  </a:lnTo>
                  <a:lnTo>
                    <a:pt x="8496090" y="0"/>
                  </a:lnTo>
                  <a:lnTo>
                    <a:pt x="8496215" y="0"/>
                  </a:lnTo>
                  <a:lnTo>
                    <a:pt x="8496340" y="0"/>
                  </a:lnTo>
                  <a:lnTo>
                    <a:pt x="8496465" y="0"/>
                  </a:lnTo>
                  <a:lnTo>
                    <a:pt x="8496590" y="0"/>
                  </a:lnTo>
                  <a:lnTo>
                    <a:pt x="8496715" y="0"/>
                  </a:lnTo>
                  <a:lnTo>
                    <a:pt x="8496840" y="0"/>
                  </a:lnTo>
                  <a:lnTo>
                    <a:pt x="8496965" y="0"/>
                  </a:lnTo>
                  <a:lnTo>
                    <a:pt x="8497090" y="0"/>
                  </a:lnTo>
                  <a:lnTo>
                    <a:pt x="8497215" y="0"/>
                  </a:lnTo>
                  <a:lnTo>
                    <a:pt x="8497340" y="0"/>
                  </a:lnTo>
                  <a:lnTo>
                    <a:pt x="8497465" y="0"/>
                  </a:lnTo>
                  <a:lnTo>
                    <a:pt x="8497590" y="0"/>
                  </a:lnTo>
                  <a:lnTo>
                    <a:pt x="8497715" y="0"/>
                  </a:lnTo>
                  <a:lnTo>
                    <a:pt x="8497840" y="0"/>
                  </a:lnTo>
                  <a:lnTo>
                    <a:pt x="8497965" y="0"/>
                  </a:lnTo>
                  <a:lnTo>
                    <a:pt x="8498090" y="0"/>
                  </a:lnTo>
                  <a:lnTo>
                    <a:pt x="8498215" y="0"/>
                  </a:lnTo>
                  <a:lnTo>
                    <a:pt x="8498340" y="0"/>
                  </a:lnTo>
                  <a:lnTo>
                    <a:pt x="8498466" y="0"/>
                  </a:lnTo>
                  <a:lnTo>
                    <a:pt x="8498591" y="0"/>
                  </a:lnTo>
                  <a:lnTo>
                    <a:pt x="8498716" y="0"/>
                  </a:lnTo>
                  <a:lnTo>
                    <a:pt x="8498841" y="0"/>
                  </a:lnTo>
                  <a:lnTo>
                    <a:pt x="8498966" y="0"/>
                  </a:lnTo>
                  <a:lnTo>
                    <a:pt x="8499091" y="0"/>
                  </a:lnTo>
                  <a:lnTo>
                    <a:pt x="8499216" y="0"/>
                  </a:lnTo>
                  <a:lnTo>
                    <a:pt x="8499341" y="0"/>
                  </a:lnTo>
                  <a:lnTo>
                    <a:pt x="8499466" y="0"/>
                  </a:lnTo>
                  <a:lnTo>
                    <a:pt x="8499591" y="0"/>
                  </a:lnTo>
                  <a:lnTo>
                    <a:pt x="8499716" y="0"/>
                  </a:lnTo>
                  <a:lnTo>
                    <a:pt x="8499841" y="0"/>
                  </a:lnTo>
                  <a:lnTo>
                    <a:pt x="8499966" y="0"/>
                  </a:lnTo>
                  <a:lnTo>
                    <a:pt x="8500091" y="0"/>
                  </a:lnTo>
                  <a:lnTo>
                    <a:pt x="8500216" y="0"/>
                  </a:lnTo>
                  <a:lnTo>
                    <a:pt x="8500341" y="0"/>
                  </a:lnTo>
                  <a:lnTo>
                    <a:pt x="8500466" y="0"/>
                  </a:lnTo>
                  <a:lnTo>
                    <a:pt x="8500591" y="0"/>
                  </a:lnTo>
                  <a:lnTo>
                    <a:pt x="8500716" y="0"/>
                  </a:lnTo>
                  <a:lnTo>
                    <a:pt x="8500841" y="0"/>
                  </a:lnTo>
                  <a:lnTo>
                    <a:pt x="8500966" y="0"/>
                  </a:lnTo>
                  <a:lnTo>
                    <a:pt x="8501091" y="0"/>
                  </a:lnTo>
                  <a:lnTo>
                    <a:pt x="8501216" y="0"/>
                  </a:lnTo>
                  <a:lnTo>
                    <a:pt x="8501341" y="0"/>
                  </a:lnTo>
                  <a:lnTo>
                    <a:pt x="8501467" y="0"/>
                  </a:lnTo>
                  <a:lnTo>
                    <a:pt x="8501592" y="0"/>
                  </a:lnTo>
                  <a:lnTo>
                    <a:pt x="8501717" y="0"/>
                  </a:lnTo>
                  <a:lnTo>
                    <a:pt x="8501842" y="0"/>
                  </a:lnTo>
                  <a:lnTo>
                    <a:pt x="8501967" y="0"/>
                  </a:lnTo>
                  <a:lnTo>
                    <a:pt x="8502092" y="0"/>
                  </a:lnTo>
                  <a:lnTo>
                    <a:pt x="8502217" y="0"/>
                  </a:lnTo>
                  <a:lnTo>
                    <a:pt x="8502342" y="0"/>
                  </a:lnTo>
                  <a:lnTo>
                    <a:pt x="8502467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5" y="6340585"/>
                  </a:lnTo>
                  <a:lnTo>
                    <a:pt x="250" y="6340585"/>
                  </a:lnTo>
                  <a:lnTo>
                    <a:pt x="375" y="6340585"/>
                  </a:lnTo>
                  <a:lnTo>
                    <a:pt x="500" y="6340585"/>
                  </a:lnTo>
                  <a:lnTo>
                    <a:pt x="625" y="6340585"/>
                  </a:lnTo>
                  <a:lnTo>
                    <a:pt x="750" y="6340585"/>
                  </a:lnTo>
                  <a:lnTo>
                    <a:pt x="875" y="6340585"/>
                  </a:lnTo>
                  <a:lnTo>
                    <a:pt x="1000" y="6340585"/>
                  </a:lnTo>
                  <a:lnTo>
                    <a:pt x="1125" y="6340585"/>
                  </a:lnTo>
                  <a:lnTo>
                    <a:pt x="1250" y="6340585"/>
                  </a:lnTo>
                  <a:lnTo>
                    <a:pt x="1375" y="6340585"/>
                  </a:lnTo>
                  <a:lnTo>
                    <a:pt x="1500" y="6340585"/>
                  </a:lnTo>
                  <a:lnTo>
                    <a:pt x="1625" y="6340585"/>
                  </a:lnTo>
                  <a:lnTo>
                    <a:pt x="1750" y="6340585"/>
                  </a:lnTo>
                  <a:lnTo>
                    <a:pt x="1875" y="6340585"/>
                  </a:lnTo>
                  <a:lnTo>
                    <a:pt x="2000" y="6340585"/>
                  </a:lnTo>
                  <a:lnTo>
                    <a:pt x="2125" y="6340585"/>
                  </a:lnTo>
                  <a:lnTo>
                    <a:pt x="2250" y="6340585"/>
                  </a:lnTo>
                  <a:lnTo>
                    <a:pt x="2375" y="6340585"/>
                  </a:lnTo>
                  <a:lnTo>
                    <a:pt x="2500" y="6340585"/>
                  </a:lnTo>
                  <a:lnTo>
                    <a:pt x="2625" y="6340585"/>
                  </a:lnTo>
                  <a:lnTo>
                    <a:pt x="2750" y="6340585"/>
                  </a:lnTo>
                  <a:lnTo>
                    <a:pt x="2875" y="6340585"/>
                  </a:lnTo>
                  <a:lnTo>
                    <a:pt x="3001" y="6340585"/>
                  </a:lnTo>
                  <a:lnTo>
                    <a:pt x="3126" y="6340585"/>
                  </a:lnTo>
                  <a:lnTo>
                    <a:pt x="3251" y="6340585"/>
                  </a:lnTo>
                  <a:lnTo>
                    <a:pt x="3376" y="6340585"/>
                  </a:lnTo>
                  <a:lnTo>
                    <a:pt x="3501" y="6340585"/>
                  </a:lnTo>
                  <a:lnTo>
                    <a:pt x="3626" y="6340585"/>
                  </a:lnTo>
                  <a:lnTo>
                    <a:pt x="3751" y="6340585"/>
                  </a:lnTo>
                  <a:lnTo>
                    <a:pt x="3876" y="6340585"/>
                  </a:lnTo>
                  <a:lnTo>
                    <a:pt x="4001" y="6340585"/>
                  </a:lnTo>
                  <a:lnTo>
                    <a:pt x="4126" y="6340585"/>
                  </a:lnTo>
                  <a:lnTo>
                    <a:pt x="4251" y="6340585"/>
                  </a:lnTo>
                  <a:lnTo>
                    <a:pt x="4376" y="6340585"/>
                  </a:lnTo>
                  <a:lnTo>
                    <a:pt x="4501" y="6340585"/>
                  </a:lnTo>
                  <a:lnTo>
                    <a:pt x="4626" y="6340585"/>
                  </a:lnTo>
                  <a:lnTo>
                    <a:pt x="4751" y="6340585"/>
                  </a:lnTo>
                  <a:lnTo>
                    <a:pt x="4876" y="6340585"/>
                  </a:lnTo>
                  <a:lnTo>
                    <a:pt x="5001" y="6340585"/>
                  </a:lnTo>
                  <a:lnTo>
                    <a:pt x="5126" y="6340585"/>
                  </a:lnTo>
                  <a:lnTo>
                    <a:pt x="5251" y="6340585"/>
                  </a:lnTo>
                  <a:lnTo>
                    <a:pt x="5376" y="6340585"/>
                  </a:lnTo>
                  <a:lnTo>
                    <a:pt x="5501" y="6340585"/>
                  </a:lnTo>
                  <a:lnTo>
                    <a:pt x="5626" y="6340585"/>
                  </a:lnTo>
                  <a:lnTo>
                    <a:pt x="5751" y="6340585"/>
                  </a:lnTo>
                  <a:lnTo>
                    <a:pt x="5876" y="6340585"/>
                  </a:lnTo>
                  <a:lnTo>
                    <a:pt x="6002" y="6340585"/>
                  </a:lnTo>
                  <a:lnTo>
                    <a:pt x="6127" y="6340585"/>
                  </a:lnTo>
                  <a:lnTo>
                    <a:pt x="6252" y="6340585"/>
                  </a:lnTo>
                  <a:lnTo>
                    <a:pt x="6377" y="6340585"/>
                  </a:lnTo>
                  <a:lnTo>
                    <a:pt x="6502" y="6340585"/>
                  </a:lnTo>
                  <a:lnTo>
                    <a:pt x="6627" y="6340585"/>
                  </a:lnTo>
                  <a:lnTo>
                    <a:pt x="6752" y="6340585"/>
                  </a:lnTo>
                  <a:lnTo>
                    <a:pt x="6877" y="6340585"/>
                  </a:lnTo>
                  <a:lnTo>
                    <a:pt x="7002" y="6340585"/>
                  </a:lnTo>
                  <a:lnTo>
                    <a:pt x="7127" y="6340585"/>
                  </a:lnTo>
                  <a:lnTo>
                    <a:pt x="7252" y="6340585"/>
                  </a:lnTo>
                  <a:lnTo>
                    <a:pt x="7377" y="6340585"/>
                  </a:lnTo>
                  <a:lnTo>
                    <a:pt x="7502" y="6340585"/>
                  </a:lnTo>
                  <a:lnTo>
                    <a:pt x="7627" y="6340585"/>
                  </a:lnTo>
                  <a:lnTo>
                    <a:pt x="7752" y="6340585"/>
                  </a:lnTo>
                  <a:lnTo>
                    <a:pt x="7877" y="6340585"/>
                  </a:lnTo>
                  <a:lnTo>
                    <a:pt x="8002" y="6340585"/>
                  </a:lnTo>
                  <a:lnTo>
                    <a:pt x="8127" y="6340585"/>
                  </a:lnTo>
                  <a:lnTo>
                    <a:pt x="8252" y="6340585"/>
                  </a:lnTo>
                  <a:lnTo>
                    <a:pt x="8377" y="6340585"/>
                  </a:lnTo>
                  <a:lnTo>
                    <a:pt x="8502" y="6340585"/>
                  </a:lnTo>
                  <a:lnTo>
                    <a:pt x="8627" y="6340585"/>
                  </a:lnTo>
                  <a:lnTo>
                    <a:pt x="8752" y="6340585"/>
                  </a:lnTo>
                  <a:lnTo>
                    <a:pt x="8877" y="6340585"/>
                  </a:lnTo>
                  <a:lnTo>
                    <a:pt x="9003" y="6340585"/>
                  </a:lnTo>
                  <a:lnTo>
                    <a:pt x="9128" y="6340585"/>
                  </a:lnTo>
                  <a:lnTo>
                    <a:pt x="9253" y="6340585"/>
                  </a:lnTo>
                  <a:lnTo>
                    <a:pt x="9378" y="6340585"/>
                  </a:lnTo>
                  <a:lnTo>
                    <a:pt x="9503" y="6340585"/>
                  </a:lnTo>
                  <a:lnTo>
                    <a:pt x="9628" y="6340585"/>
                  </a:lnTo>
                  <a:lnTo>
                    <a:pt x="9753" y="6340585"/>
                  </a:lnTo>
                  <a:lnTo>
                    <a:pt x="9878" y="6340585"/>
                  </a:lnTo>
                  <a:lnTo>
                    <a:pt x="10003" y="6340585"/>
                  </a:lnTo>
                  <a:lnTo>
                    <a:pt x="10128" y="6340585"/>
                  </a:lnTo>
                  <a:lnTo>
                    <a:pt x="10253" y="6340585"/>
                  </a:lnTo>
                  <a:lnTo>
                    <a:pt x="10378" y="6340585"/>
                  </a:lnTo>
                  <a:lnTo>
                    <a:pt x="10503" y="6340585"/>
                  </a:lnTo>
                  <a:lnTo>
                    <a:pt x="10628" y="6340585"/>
                  </a:lnTo>
                  <a:lnTo>
                    <a:pt x="10753" y="6340585"/>
                  </a:lnTo>
                  <a:lnTo>
                    <a:pt x="10878" y="6340585"/>
                  </a:lnTo>
                  <a:lnTo>
                    <a:pt x="11003" y="6340585"/>
                  </a:lnTo>
                  <a:lnTo>
                    <a:pt x="11128" y="6340585"/>
                  </a:lnTo>
                  <a:lnTo>
                    <a:pt x="11253" y="6340585"/>
                  </a:lnTo>
                  <a:lnTo>
                    <a:pt x="11378" y="6340585"/>
                  </a:lnTo>
                  <a:lnTo>
                    <a:pt x="11503" y="6340585"/>
                  </a:lnTo>
                  <a:lnTo>
                    <a:pt x="11628" y="6340585"/>
                  </a:lnTo>
                  <a:lnTo>
                    <a:pt x="11753" y="6340585"/>
                  </a:lnTo>
                  <a:lnTo>
                    <a:pt x="11878" y="6340585"/>
                  </a:lnTo>
                  <a:lnTo>
                    <a:pt x="12004" y="6340585"/>
                  </a:lnTo>
                  <a:lnTo>
                    <a:pt x="12129" y="6340585"/>
                  </a:lnTo>
                  <a:lnTo>
                    <a:pt x="12254" y="6340585"/>
                  </a:lnTo>
                  <a:lnTo>
                    <a:pt x="12379" y="6340585"/>
                  </a:lnTo>
                  <a:lnTo>
                    <a:pt x="12504" y="6340585"/>
                  </a:lnTo>
                  <a:lnTo>
                    <a:pt x="12629" y="6340585"/>
                  </a:lnTo>
                  <a:lnTo>
                    <a:pt x="12754" y="6340585"/>
                  </a:lnTo>
                  <a:lnTo>
                    <a:pt x="12879" y="6340585"/>
                  </a:lnTo>
                  <a:lnTo>
                    <a:pt x="13004" y="6340585"/>
                  </a:lnTo>
                  <a:lnTo>
                    <a:pt x="13129" y="6340585"/>
                  </a:lnTo>
                  <a:lnTo>
                    <a:pt x="13254" y="6340585"/>
                  </a:lnTo>
                  <a:lnTo>
                    <a:pt x="13379" y="6340585"/>
                  </a:lnTo>
                  <a:lnTo>
                    <a:pt x="13504" y="6340585"/>
                  </a:lnTo>
                  <a:lnTo>
                    <a:pt x="13629" y="6340585"/>
                  </a:lnTo>
                  <a:lnTo>
                    <a:pt x="13754" y="6340585"/>
                  </a:lnTo>
                  <a:lnTo>
                    <a:pt x="13879" y="6340585"/>
                  </a:lnTo>
                  <a:lnTo>
                    <a:pt x="14004" y="6340585"/>
                  </a:lnTo>
                  <a:lnTo>
                    <a:pt x="14129" y="6340585"/>
                  </a:lnTo>
                  <a:lnTo>
                    <a:pt x="14254" y="6340585"/>
                  </a:lnTo>
                  <a:lnTo>
                    <a:pt x="14379" y="6340585"/>
                  </a:lnTo>
                  <a:lnTo>
                    <a:pt x="14504" y="6340585"/>
                  </a:lnTo>
                  <a:lnTo>
                    <a:pt x="14629" y="6340585"/>
                  </a:lnTo>
                  <a:lnTo>
                    <a:pt x="14754" y="6340585"/>
                  </a:lnTo>
                  <a:lnTo>
                    <a:pt x="14879" y="6340585"/>
                  </a:lnTo>
                  <a:lnTo>
                    <a:pt x="15005" y="6340585"/>
                  </a:lnTo>
                  <a:lnTo>
                    <a:pt x="15130" y="6340585"/>
                  </a:lnTo>
                  <a:lnTo>
                    <a:pt x="15255" y="6340585"/>
                  </a:lnTo>
                  <a:lnTo>
                    <a:pt x="15380" y="6340585"/>
                  </a:lnTo>
                  <a:lnTo>
                    <a:pt x="15630" y="6340585"/>
                  </a:lnTo>
                  <a:lnTo>
                    <a:pt x="15755" y="6340585"/>
                  </a:lnTo>
                  <a:lnTo>
                    <a:pt x="15880" y="6340585"/>
                  </a:lnTo>
                  <a:lnTo>
                    <a:pt x="16005" y="6340585"/>
                  </a:lnTo>
                  <a:lnTo>
                    <a:pt x="16130" y="6340585"/>
                  </a:lnTo>
                  <a:lnTo>
                    <a:pt x="16255" y="6340585"/>
                  </a:lnTo>
                  <a:lnTo>
                    <a:pt x="16380" y="6340585"/>
                  </a:lnTo>
                  <a:lnTo>
                    <a:pt x="16505" y="6340585"/>
                  </a:lnTo>
                  <a:lnTo>
                    <a:pt x="16630" y="6340585"/>
                  </a:lnTo>
                  <a:lnTo>
                    <a:pt x="16755" y="6340585"/>
                  </a:lnTo>
                  <a:lnTo>
                    <a:pt x="16880" y="6340585"/>
                  </a:lnTo>
                  <a:lnTo>
                    <a:pt x="17005" y="6340585"/>
                  </a:lnTo>
                  <a:lnTo>
                    <a:pt x="17130" y="6340585"/>
                  </a:lnTo>
                  <a:lnTo>
                    <a:pt x="17255" y="6340585"/>
                  </a:lnTo>
                  <a:lnTo>
                    <a:pt x="17380" y="6340585"/>
                  </a:lnTo>
                  <a:lnTo>
                    <a:pt x="17505" y="6340585"/>
                  </a:lnTo>
                  <a:lnTo>
                    <a:pt x="17630" y="6340585"/>
                  </a:lnTo>
                  <a:lnTo>
                    <a:pt x="17755" y="6340585"/>
                  </a:lnTo>
                  <a:lnTo>
                    <a:pt x="17880" y="6340585"/>
                  </a:lnTo>
                  <a:lnTo>
                    <a:pt x="18006" y="6340585"/>
                  </a:lnTo>
                  <a:lnTo>
                    <a:pt x="18131" y="6340585"/>
                  </a:lnTo>
                  <a:lnTo>
                    <a:pt x="18256" y="6340585"/>
                  </a:lnTo>
                  <a:lnTo>
                    <a:pt x="18381" y="6340585"/>
                  </a:lnTo>
                  <a:lnTo>
                    <a:pt x="18506" y="6340585"/>
                  </a:lnTo>
                  <a:lnTo>
                    <a:pt x="18631" y="6340585"/>
                  </a:lnTo>
                  <a:lnTo>
                    <a:pt x="18756" y="6340585"/>
                  </a:lnTo>
                  <a:lnTo>
                    <a:pt x="18881" y="6340585"/>
                  </a:lnTo>
                  <a:lnTo>
                    <a:pt x="19006" y="6340585"/>
                  </a:lnTo>
                  <a:lnTo>
                    <a:pt x="19131" y="6340585"/>
                  </a:lnTo>
                  <a:lnTo>
                    <a:pt x="19256" y="6340585"/>
                  </a:lnTo>
                  <a:lnTo>
                    <a:pt x="19381" y="6340585"/>
                  </a:lnTo>
                  <a:lnTo>
                    <a:pt x="19506" y="6340585"/>
                  </a:lnTo>
                  <a:lnTo>
                    <a:pt x="19631" y="6340585"/>
                  </a:lnTo>
                  <a:lnTo>
                    <a:pt x="19756" y="6340585"/>
                  </a:lnTo>
                  <a:lnTo>
                    <a:pt x="19881" y="6340585"/>
                  </a:lnTo>
                  <a:lnTo>
                    <a:pt x="20006" y="6340585"/>
                  </a:lnTo>
                  <a:lnTo>
                    <a:pt x="20131" y="6340585"/>
                  </a:lnTo>
                  <a:lnTo>
                    <a:pt x="20256" y="6340585"/>
                  </a:lnTo>
                  <a:lnTo>
                    <a:pt x="20381" y="6340585"/>
                  </a:lnTo>
                  <a:lnTo>
                    <a:pt x="20506" y="6340585"/>
                  </a:lnTo>
                  <a:lnTo>
                    <a:pt x="20631" y="6340585"/>
                  </a:lnTo>
                  <a:lnTo>
                    <a:pt x="20756" y="6340585"/>
                  </a:lnTo>
                  <a:lnTo>
                    <a:pt x="20881" y="6340585"/>
                  </a:lnTo>
                  <a:lnTo>
                    <a:pt x="21007" y="6340585"/>
                  </a:lnTo>
                  <a:lnTo>
                    <a:pt x="21132" y="6340585"/>
                  </a:lnTo>
                  <a:lnTo>
                    <a:pt x="21257" y="6340585"/>
                  </a:lnTo>
                  <a:lnTo>
                    <a:pt x="21382" y="6340585"/>
                  </a:lnTo>
                  <a:lnTo>
                    <a:pt x="21507" y="6340585"/>
                  </a:lnTo>
                  <a:lnTo>
                    <a:pt x="21632" y="6340585"/>
                  </a:lnTo>
                  <a:lnTo>
                    <a:pt x="21757" y="6340585"/>
                  </a:lnTo>
                  <a:lnTo>
                    <a:pt x="21882" y="6340585"/>
                  </a:lnTo>
                  <a:lnTo>
                    <a:pt x="22007" y="6340585"/>
                  </a:lnTo>
                  <a:lnTo>
                    <a:pt x="22132" y="6340585"/>
                  </a:lnTo>
                  <a:lnTo>
                    <a:pt x="22257" y="6340585"/>
                  </a:lnTo>
                  <a:lnTo>
                    <a:pt x="22382" y="6340585"/>
                  </a:lnTo>
                  <a:lnTo>
                    <a:pt x="22507" y="6340585"/>
                  </a:lnTo>
                  <a:lnTo>
                    <a:pt x="22632" y="6340585"/>
                  </a:lnTo>
                  <a:lnTo>
                    <a:pt x="22757" y="6340585"/>
                  </a:lnTo>
                  <a:lnTo>
                    <a:pt x="22882" y="6340585"/>
                  </a:lnTo>
                  <a:lnTo>
                    <a:pt x="23007" y="6340585"/>
                  </a:lnTo>
                  <a:lnTo>
                    <a:pt x="23132" y="6340585"/>
                  </a:lnTo>
                  <a:lnTo>
                    <a:pt x="23257" y="6340585"/>
                  </a:lnTo>
                  <a:lnTo>
                    <a:pt x="23382" y="6340585"/>
                  </a:lnTo>
                  <a:lnTo>
                    <a:pt x="23507" y="6340585"/>
                  </a:lnTo>
                  <a:lnTo>
                    <a:pt x="23632" y="6340585"/>
                  </a:lnTo>
                  <a:lnTo>
                    <a:pt x="23757" y="6340585"/>
                  </a:lnTo>
                  <a:lnTo>
                    <a:pt x="23882" y="6340585"/>
                  </a:lnTo>
                  <a:lnTo>
                    <a:pt x="24008" y="6340585"/>
                  </a:lnTo>
                  <a:lnTo>
                    <a:pt x="24133" y="6340585"/>
                  </a:lnTo>
                  <a:lnTo>
                    <a:pt x="24258" y="6340585"/>
                  </a:lnTo>
                  <a:lnTo>
                    <a:pt x="24383" y="6340585"/>
                  </a:lnTo>
                  <a:lnTo>
                    <a:pt x="24508" y="6340585"/>
                  </a:lnTo>
                  <a:lnTo>
                    <a:pt x="24633" y="6340585"/>
                  </a:lnTo>
                  <a:lnTo>
                    <a:pt x="24758" y="6340585"/>
                  </a:lnTo>
                  <a:lnTo>
                    <a:pt x="24883" y="6340585"/>
                  </a:lnTo>
                  <a:lnTo>
                    <a:pt x="25008" y="6340585"/>
                  </a:lnTo>
                  <a:lnTo>
                    <a:pt x="25133" y="6340585"/>
                  </a:lnTo>
                  <a:lnTo>
                    <a:pt x="25258" y="6340585"/>
                  </a:lnTo>
                  <a:lnTo>
                    <a:pt x="25383" y="6340585"/>
                  </a:lnTo>
                  <a:lnTo>
                    <a:pt x="25508" y="6340585"/>
                  </a:lnTo>
                  <a:lnTo>
                    <a:pt x="25633" y="6340585"/>
                  </a:lnTo>
                  <a:lnTo>
                    <a:pt x="25758" y="6340585"/>
                  </a:lnTo>
                  <a:lnTo>
                    <a:pt x="25883" y="6340585"/>
                  </a:lnTo>
                  <a:lnTo>
                    <a:pt x="26008" y="6340585"/>
                  </a:lnTo>
                  <a:lnTo>
                    <a:pt x="26133" y="6340585"/>
                  </a:lnTo>
                  <a:lnTo>
                    <a:pt x="26258" y="6340585"/>
                  </a:lnTo>
                  <a:lnTo>
                    <a:pt x="26383" y="6340585"/>
                  </a:lnTo>
                  <a:lnTo>
                    <a:pt x="26508" y="6340585"/>
                  </a:lnTo>
                  <a:lnTo>
                    <a:pt x="26633" y="6340585"/>
                  </a:lnTo>
                  <a:lnTo>
                    <a:pt x="26758" y="6340585"/>
                  </a:lnTo>
                  <a:lnTo>
                    <a:pt x="27009" y="6340585"/>
                  </a:lnTo>
                  <a:lnTo>
                    <a:pt x="27134" y="6340585"/>
                  </a:lnTo>
                  <a:lnTo>
                    <a:pt x="27259" y="6340585"/>
                  </a:lnTo>
                  <a:lnTo>
                    <a:pt x="27384" y="6340585"/>
                  </a:lnTo>
                  <a:lnTo>
                    <a:pt x="27509" y="6340585"/>
                  </a:lnTo>
                  <a:lnTo>
                    <a:pt x="27634" y="6340585"/>
                  </a:lnTo>
                  <a:lnTo>
                    <a:pt x="27759" y="6340585"/>
                  </a:lnTo>
                  <a:lnTo>
                    <a:pt x="27884" y="6340585"/>
                  </a:lnTo>
                  <a:lnTo>
                    <a:pt x="28009" y="6340585"/>
                  </a:lnTo>
                  <a:lnTo>
                    <a:pt x="28134" y="6340585"/>
                  </a:lnTo>
                  <a:lnTo>
                    <a:pt x="28259" y="6340585"/>
                  </a:lnTo>
                  <a:lnTo>
                    <a:pt x="28384" y="6340585"/>
                  </a:lnTo>
                  <a:lnTo>
                    <a:pt x="28509" y="6340585"/>
                  </a:lnTo>
                  <a:lnTo>
                    <a:pt x="28634" y="6340585"/>
                  </a:lnTo>
                  <a:lnTo>
                    <a:pt x="28759" y="6340585"/>
                  </a:lnTo>
                  <a:lnTo>
                    <a:pt x="28884" y="6340585"/>
                  </a:lnTo>
                  <a:lnTo>
                    <a:pt x="29009" y="6340585"/>
                  </a:lnTo>
                  <a:lnTo>
                    <a:pt x="29134" y="6340585"/>
                  </a:lnTo>
                  <a:lnTo>
                    <a:pt x="29259" y="6340585"/>
                  </a:lnTo>
                  <a:lnTo>
                    <a:pt x="29384" y="6340585"/>
                  </a:lnTo>
                  <a:lnTo>
                    <a:pt x="29509" y="6340585"/>
                  </a:lnTo>
                  <a:lnTo>
                    <a:pt x="29634" y="6340585"/>
                  </a:lnTo>
                  <a:lnTo>
                    <a:pt x="29759" y="6340585"/>
                  </a:lnTo>
                  <a:lnTo>
                    <a:pt x="29884" y="6340585"/>
                  </a:lnTo>
                  <a:lnTo>
                    <a:pt x="30010" y="6340585"/>
                  </a:lnTo>
                  <a:lnTo>
                    <a:pt x="30135" y="6340585"/>
                  </a:lnTo>
                  <a:lnTo>
                    <a:pt x="30260" y="6340585"/>
                  </a:lnTo>
                  <a:lnTo>
                    <a:pt x="30385" y="6340585"/>
                  </a:lnTo>
                  <a:lnTo>
                    <a:pt x="30510" y="6340585"/>
                  </a:lnTo>
                  <a:lnTo>
                    <a:pt x="30635" y="6340585"/>
                  </a:lnTo>
                  <a:lnTo>
                    <a:pt x="30760" y="6340585"/>
                  </a:lnTo>
                  <a:lnTo>
                    <a:pt x="30885" y="6340585"/>
                  </a:lnTo>
                  <a:lnTo>
                    <a:pt x="31010" y="6340585"/>
                  </a:lnTo>
                  <a:lnTo>
                    <a:pt x="31135" y="6340585"/>
                  </a:lnTo>
                  <a:lnTo>
                    <a:pt x="31260" y="6340585"/>
                  </a:lnTo>
                  <a:lnTo>
                    <a:pt x="31385" y="6340585"/>
                  </a:lnTo>
                  <a:lnTo>
                    <a:pt x="31510" y="6340585"/>
                  </a:lnTo>
                  <a:lnTo>
                    <a:pt x="31635" y="6340585"/>
                  </a:lnTo>
                  <a:lnTo>
                    <a:pt x="31760" y="6340585"/>
                  </a:lnTo>
                  <a:lnTo>
                    <a:pt x="31885" y="6340585"/>
                  </a:lnTo>
                  <a:lnTo>
                    <a:pt x="32010" y="6340585"/>
                  </a:lnTo>
                  <a:lnTo>
                    <a:pt x="32135" y="6340585"/>
                  </a:lnTo>
                  <a:lnTo>
                    <a:pt x="32260" y="6340585"/>
                  </a:lnTo>
                  <a:lnTo>
                    <a:pt x="32385" y="6340585"/>
                  </a:lnTo>
                  <a:lnTo>
                    <a:pt x="32510" y="6340585"/>
                  </a:lnTo>
                  <a:lnTo>
                    <a:pt x="32635" y="6340585"/>
                  </a:lnTo>
                  <a:lnTo>
                    <a:pt x="32760" y="6340585"/>
                  </a:lnTo>
                  <a:lnTo>
                    <a:pt x="32885" y="6340585"/>
                  </a:lnTo>
                  <a:lnTo>
                    <a:pt x="33011" y="6340585"/>
                  </a:lnTo>
                  <a:lnTo>
                    <a:pt x="33136" y="6340585"/>
                  </a:lnTo>
                  <a:lnTo>
                    <a:pt x="33261" y="6340585"/>
                  </a:lnTo>
                  <a:lnTo>
                    <a:pt x="33386" y="6340585"/>
                  </a:lnTo>
                  <a:lnTo>
                    <a:pt x="33511" y="6340585"/>
                  </a:lnTo>
                  <a:lnTo>
                    <a:pt x="33636" y="6340585"/>
                  </a:lnTo>
                  <a:lnTo>
                    <a:pt x="33761" y="6340585"/>
                  </a:lnTo>
                  <a:lnTo>
                    <a:pt x="33886" y="6340585"/>
                  </a:lnTo>
                  <a:lnTo>
                    <a:pt x="34011" y="6340585"/>
                  </a:lnTo>
                  <a:lnTo>
                    <a:pt x="34136" y="6340585"/>
                  </a:lnTo>
                  <a:lnTo>
                    <a:pt x="34261" y="6340585"/>
                  </a:lnTo>
                  <a:lnTo>
                    <a:pt x="34386" y="6340585"/>
                  </a:lnTo>
                  <a:lnTo>
                    <a:pt x="34511" y="6340585"/>
                  </a:lnTo>
                  <a:lnTo>
                    <a:pt x="34636" y="6340585"/>
                  </a:lnTo>
                  <a:lnTo>
                    <a:pt x="34761" y="6340585"/>
                  </a:lnTo>
                  <a:lnTo>
                    <a:pt x="34886" y="6340585"/>
                  </a:lnTo>
                  <a:lnTo>
                    <a:pt x="35011" y="6340585"/>
                  </a:lnTo>
                  <a:lnTo>
                    <a:pt x="35136" y="6340585"/>
                  </a:lnTo>
                  <a:lnTo>
                    <a:pt x="35261" y="6340585"/>
                  </a:lnTo>
                  <a:lnTo>
                    <a:pt x="35386" y="6340585"/>
                  </a:lnTo>
                  <a:lnTo>
                    <a:pt x="35511" y="6340585"/>
                  </a:lnTo>
                  <a:lnTo>
                    <a:pt x="35636" y="6340585"/>
                  </a:lnTo>
                  <a:lnTo>
                    <a:pt x="35761" y="6340585"/>
                  </a:lnTo>
                  <a:lnTo>
                    <a:pt x="35886" y="6340585"/>
                  </a:lnTo>
                  <a:lnTo>
                    <a:pt x="36012" y="6340585"/>
                  </a:lnTo>
                  <a:lnTo>
                    <a:pt x="36137" y="6340585"/>
                  </a:lnTo>
                  <a:lnTo>
                    <a:pt x="36262" y="6340585"/>
                  </a:lnTo>
                  <a:lnTo>
                    <a:pt x="36387" y="6340585"/>
                  </a:lnTo>
                  <a:lnTo>
                    <a:pt x="36512" y="6340585"/>
                  </a:lnTo>
                  <a:lnTo>
                    <a:pt x="36637" y="6340585"/>
                  </a:lnTo>
                  <a:lnTo>
                    <a:pt x="36762" y="6340585"/>
                  </a:lnTo>
                  <a:lnTo>
                    <a:pt x="36887" y="6340585"/>
                  </a:lnTo>
                  <a:lnTo>
                    <a:pt x="37012" y="6340585"/>
                  </a:lnTo>
                  <a:lnTo>
                    <a:pt x="37137" y="6340585"/>
                  </a:lnTo>
                  <a:lnTo>
                    <a:pt x="37262" y="6340585"/>
                  </a:lnTo>
                  <a:lnTo>
                    <a:pt x="37262" y="6330631"/>
                  </a:lnTo>
                  <a:lnTo>
                    <a:pt x="37387" y="6330631"/>
                  </a:lnTo>
                  <a:lnTo>
                    <a:pt x="37512" y="6330631"/>
                  </a:lnTo>
                  <a:lnTo>
                    <a:pt x="37637" y="6330631"/>
                  </a:lnTo>
                  <a:lnTo>
                    <a:pt x="37762" y="6330631"/>
                  </a:lnTo>
                  <a:lnTo>
                    <a:pt x="37887" y="6330631"/>
                  </a:lnTo>
                  <a:lnTo>
                    <a:pt x="38012" y="6330631"/>
                  </a:lnTo>
                  <a:lnTo>
                    <a:pt x="38137" y="6330631"/>
                  </a:lnTo>
                  <a:lnTo>
                    <a:pt x="38262" y="6330631"/>
                  </a:lnTo>
                  <a:lnTo>
                    <a:pt x="38387" y="6330631"/>
                  </a:lnTo>
                  <a:lnTo>
                    <a:pt x="38512" y="6330631"/>
                  </a:lnTo>
                  <a:lnTo>
                    <a:pt x="38637" y="6330631"/>
                  </a:lnTo>
                  <a:lnTo>
                    <a:pt x="38762" y="6330631"/>
                  </a:lnTo>
                  <a:lnTo>
                    <a:pt x="38888" y="6330631"/>
                  </a:lnTo>
                  <a:lnTo>
                    <a:pt x="39013" y="6330631"/>
                  </a:lnTo>
                  <a:lnTo>
                    <a:pt x="39138" y="6330631"/>
                  </a:lnTo>
                  <a:lnTo>
                    <a:pt x="39263" y="6330631"/>
                  </a:lnTo>
                  <a:lnTo>
                    <a:pt x="39388" y="6330631"/>
                  </a:lnTo>
                  <a:lnTo>
                    <a:pt x="39513" y="6330631"/>
                  </a:lnTo>
                  <a:lnTo>
                    <a:pt x="39638" y="6330631"/>
                  </a:lnTo>
                  <a:lnTo>
                    <a:pt x="39763" y="6330631"/>
                  </a:lnTo>
                  <a:lnTo>
                    <a:pt x="39888" y="6330631"/>
                  </a:lnTo>
                  <a:lnTo>
                    <a:pt x="40013" y="6330631"/>
                  </a:lnTo>
                  <a:lnTo>
                    <a:pt x="40138" y="6330631"/>
                  </a:lnTo>
                  <a:lnTo>
                    <a:pt x="40263" y="6330631"/>
                  </a:lnTo>
                  <a:lnTo>
                    <a:pt x="40388" y="6330631"/>
                  </a:lnTo>
                  <a:lnTo>
                    <a:pt x="40513" y="6330631"/>
                  </a:lnTo>
                  <a:lnTo>
                    <a:pt x="40638" y="6330631"/>
                  </a:lnTo>
                  <a:lnTo>
                    <a:pt x="40763" y="6330631"/>
                  </a:lnTo>
                  <a:lnTo>
                    <a:pt x="40888" y="6330631"/>
                  </a:lnTo>
                  <a:lnTo>
                    <a:pt x="41013" y="6330631"/>
                  </a:lnTo>
                  <a:lnTo>
                    <a:pt x="41138" y="6330631"/>
                  </a:lnTo>
                  <a:lnTo>
                    <a:pt x="41263" y="6330631"/>
                  </a:lnTo>
                  <a:lnTo>
                    <a:pt x="41388" y="6330631"/>
                  </a:lnTo>
                  <a:lnTo>
                    <a:pt x="41513" y="6330631"/>
                  </a:lnTo>
                  <a:lnTo>
                    <a:pt x="41638" y="6330631"/>
                  </a:lnTo>
                  <a:lnTo>
                    <a:pt x="41763" y="6330631"/>
                  </a:lnTo>
                  <a:lnTo>
                    <a:pt x="41889" y="6330631"/>
                  </a:lnTo>
                  <a:lnTo>
                    <a:pt x="42014" y="6330631"/>
                  </a:lnTo>
                  <a:lnTo>
                    <a:pt x="42139" y="6330631"/>
                  </a:lnTo>
                  <a:lnTo>
                    <a:pt x="42264" y="6330631"/>
                  </a:lnTo>
                  <a:lnTo>
                    <a:pt x="42639" y="6330631"/>
                  </a:lnTo>
                  <a:lnTo>
                    <a:pt x="42764" y="6330631"/>
                  </a:lnTo>
                  <a:lnTo>
                    <a:pt x="42889" y="6330631"/>
                  </a:lnTo>
                  <a:lnTo>
                    <a:pt x="43014" y="6330631"/>
                  </a:lnTo>
                  <a:lnTo>
                    <a:pt x="43139" y="6330631"/>
                  </a:lnTo>
                  <a:lnTo>
                    <a:pt x="43264" y="6330631"/>
                  </a:lnTo>
                  <a:lnTo>
                    <a:pt x="43389" y="6330631"/>
                  </a:lnTo>
                  <a:lnTo>
                    <a:pt x="43514" y="6330631"/>
                  </a:lnTo>
                  <a:lnTo>
                    <a:pt x="43639" y="6330631"/>
                  </a:lnTo>
                  <a:lnTo>
                    <a:pt x="43764" y="6330631"/>
                  </a:lnTo>
                  <a:lnTo>
                    <a:pt x="43889" y="6330631"/>
                  </a:lnTo>
                  <a:lnTo>
                    <a:pt x="44014" y="6330631"/>
                  </a:lnTo>
                  <a:lnTo>
                    <a:pt x="44139" y="6330631"/>
                  </a:lnTo>
                  <a:lnTo>
                    <a:pt x="44264" y="6330631"/>
                  </a:lnTo>
                  <a:lnTo>
                    <a:pt x="44389" y="6330631"/>
                  </a:lnTo>
                  <a:lnTo>
                    <a:pt x="44514" y="6330631"/>
                  </a:lnTo>
                  <a:lnTo>
                    <a:pt x="44639" y="6330631"/>
                  </a:lnTo>
                  <a:lnTo>
                    <a:pt x="44764" y="6330631"/>
                  </a:lnTo>
                  <a:lnTo>
                    <a:pt x="44890" y="6330631"/>
                  </a:lnTo>
                  <a:lnTo>
                    <a:pt x="45015" y="6330631"/>
                  </a:lnTo>
                  <a:lnTo>
                    <a:pt x="45140" y="6330631"/>
                  </a:lnTo>
                  <a:lnTo>
                    <a:pt x="45265" y="6330631"/>
                  </a:lnTo>
                  <a:lnTo>
                    <a:pt x="45390" y="6330631"/>
                  </a:lnTo>
                  <a:lnTo>
                    <a:pt x="45515" y="6330631"/>
                  </a:lnTo>
                  <a:lnTo>
                    <a:pt x="45640" y="6330631"/>
                  </a:lnTo>
                  <a:lnTo>
                    <a:pt x="45765" y="6330631"/>
                  </a:lnTo>
                  <a:lnTo>
                    <a:pt x="45890" y="6330631"/>
                  </a:lnTo>
                  <a:lnTo>
                    <a:pt x="46015" y="6330631"/>
                  </a:lnTo>
                  <a:lnTo>
                    <a:pt x="46140" y="6330631"/>
                  </a:lnTo>
                  <a:lnTo>
                    <a:pt x="46265" y="6330631"/>
                  </a:lnTo>
                  <a:lnTo>
                    <a:pt x="46390" y="6330631"/>
                  </a:lnTo>
                  <a:lnTo>
                    <a:pt x="46515" y="6330631"/>
                  </a:lnTo>
                  <a:lnTo>
                    <a:pt x="46640" y="6330631"/>
                  </a:lnTo>
                  <a:lnTo>
                    <a:pt x="46765" y="6330631"/>
                  </a:lnTo>
                  <a:lnTo>
                    <a:pt x="46890" y="6330631"/>
                  </a:lnTo>
                  <a:lnTo>
                    <a:pt x="47015" y="6330631"/>
                  </a:lnTo>
                  <a:lnTo>
                    <a:pt x="47140" y="6330631"/>
                  </a:lnTo>
                  <a:lnTo>
                    <a:pt x="47265" y="6330631"/>
                  </a:lnTo>
                  <a:lnTo>
                    <a:pt x="47390" y="6330631"/>
                  </a:lnTo>
                  <a:lnTo>
                    <a:pt x="47515" y="6330631"/>
                  </a:lnTo>
                  <a:lnTo>
                    <a:pt x="47640" y="6330631"/>
                  </a:lnTo>
                  <a:lnTo>
                    <a:pt x="47765" y="6330631"/>
                  </a:lnTo>
                  <a:lnTo>
                    <a:pt x="47891" y="6330631"/>
                  </a:lnTo>
                  <a:lnTo>
                    <a:pt x="48016" y="6330631"/>
                  </a:lnTo>
                  <a:lnTo>
                    <a:pt x="48141" y="6330631"/>
                  </a:lnTo>
                  <a:lnTo>
                    <a:pt x="48266" y="6330631"/>
                  </a:lnTo>
                  <a:lnTo>
                    <a:pt x="48391" y="6330631"/>
                  </a:lnTo>
                  <a:lnTo>
                    <a:pt x="48516" y="6330631"/>
                  </a:lnTo>
                  <a:lnTo>
                    <a:pt x="48641" y="6330631"/>
                  </a:lnTo>
                  <a:lnTo>
                    <a:pt x="48766" y="6330631"/>
                  </a:lnTo>
                  <a:lnTo>
                    <a:pt x="48891" y="6330631"/>
                  </a:lnTo>
                  <a:lnTo>
                    <a:pt x="49016" y="6330631"/>
                  </a:lnTo>
                  <a:lnTo>
                    <a:pt x="49141" y="6330631"/>
                  </a:lnTo>
                  <a:lnTo>
                    <a:pt x="49266" y="6330631"/>
                  </a:lnTo>
                  <a:lnTo>
                    <a:pt x="49391" y="6330631"/>
                  </a:lnTo>
                  <a:lnTo>
                    <a:pt x="49516" y="6330631"/>
                  </a:lnTo>
                  <a:lnTo>
                    <a:pt x="49641" y="6330631"/>
                  </a:lnTo>
                  <a:lnTo>
                    <a:pt x="49766" y="6330631"/>
                  </a:lnTo>
                  <a:lnTo>
                    <a:pt x="49891" y="6330631"/>
                  </a:lnTo>
                  <a:lnTo>
                    <a:pt x="50016" y="6330631"/>
                  </a:lnTo>
                  <a:lnTo>
                    <a:pt x="50141" y="6330631"/>
                  </a:lnTo>
                  <a:lnTo>
                    <a:pt x="50266" y="6330631"/>
                  </a:lnTo>
                  <a:lnTo>
                    <a:pt x="50391" y="6330631"/>
                  </a:lnTo>
                  <a:lnTo>
                    <a:pt x="50516" y="6330631"/>
                  </a:lnTo>
                  <a:lnTo>
                    <a:pt x="50641" y="6330631"/>
                  </a:lnTo>
                  <a:lnTo>
                    <a:pt x="50766" y="6330631"/>
                  </a:lnTo>
                  <a:lnTo>
                    <a:pt x="50892" y="6330631"/>
                  </a:lnTo>
                  <a:lnTo>
                    <a:pt x="51017" y="6330631"/>
                  </a:lnTo>
                  <a:lnTo>
                    <a:pt x="51142" y="6330631"/>
                  </a:lnTo>
                  <a:lnTo>
                    <a:pt x="51267" y="6330631"/>
                  </a:lnTo>
                  <a:lnTo>
                    <a:pt x="51392" y="6330631"/>
                  </a:lnTo>
                  <a:lnTo>
                    <a:pt x="51517" y="6330631"/>
                  </a:lnTo>
                  <a:lnTo>
                    <a:pt x="51642" y="6330631"/>
                  </a:lnTo>
                  <a:lnTo>
                    <a:pt x="51767" y="6330631"/>
                  </a:lnTo>
                  <a:lnTo>
                    <a:pt x="51892" y="6330631"/>
                  </a:lnTo>
                  <a:lnTo>
                    <a:pt x="52017" y="6330631"/>
                  </a:lnTo>
                  <a:lnTo>
                    <a:pt x="52142" y="6330631"/>
                  </a:lnTo>
                  <a:lnTo>
                    <a:pt x="52267" y="6330631"/>
                  </a:lnTo>
                  <a:lnTo>
                    <a:pt x="52392" y="6330631"/>
                  </a:lnTo>
                  <a:lnTo>
                    <a:pt x="52517" y="6330631"/>
                  </a:lnTo>
                  <a:lnTo>
                    <a:pt x="52642" y="6330631"/>
                  </a:lnTo>
                  <a:lnTo>
                    <a:pt x="52767" y="6330631"/>
                  </a:lnTo>
                  <a:lnTo>
                    <a:pt x="52892" y="6330631"/>
                  </a:lnTo>
                  <a:lnTo>
                    <a:pt x="53017" y="6330631"/>
                  </a:lnTo>
                  <a:lnTo>
                    <a:pt x="53267" y="6330631"/>
                  </a:lnTo>
                  <a:lnTo>
                    <a:pt x="53392" y="6330631"/>
                  </a:lnTo>
                  <a:lnTo>
                    <a:pt x="53517" y="6330631"/>
                  </a:lnTo>
                  <a:lnTo>
                    <a:pt x="53642" y="6330631"/>
                  </a:lnTo>
                  <a:lnTo>
                    <a:pt x="53767" y="6330631"/>
                  </a:lnTo>
                  <a:lnTo>
                    <a:pt x="53893" y="6330631"/>
                  </a:lnTo>
                  <a:lnTo>
                    <a:pt x="53893" y="6320677"/>
                  </a:lnTo>
                  <a:lnTo>
                    <a:pt x="54018" y="6320677"/>
                  </a:lnTo>
                  <a:lnTo>
                    <a:pt x="54143" y="6320677"/>
                  </a:lnTo>
                  <a:lnTo>
                    <a:pt x="54268" y="6320677"/>
                  </a:lnTo>
                  <a:lnTo>
                    <a:pt x="54393" y="6320677"/>
                  </a:lnTo>
                  <a:lnTo>
                    <a:pt x="54518" y="6320677"/>
                  </a:lnTo>
                  <a:lnTo>
                    <a:pt x="54643" y="6320677"/>
                  </a:lnTo>
                  <a:lnTo>
                    <a:pt x="54768" y="6320677"/>
                  </a:lnTo>
                  <a:lnTo>
                    <a:pt x="54893" y="6320677"/>
                  </a:lnTo>
                  <a:lnTo>
                    <a:pt x="55018" y="6320677"/>
                  </a:lnTo>
                  <a:lnTo>
                    <a:pt x="55143" y="6320677"/>
                  </a:lnTo>
                  <a:lnTo>
                    <a:pt x="55268" y="6320677"/>
                  </a:lnTo>
                  <a:lnTo>
                    <a:pt x="55393" y="6320677"/>
                  </a:lnTo>
                  <a:lnTo>
                    <a:pt x="55518" y="6320677"/>
                  </a:lnTo>
                  <a:lnTo>
                    <a:pt x="55643" y="6320677"/>
                  </a:lnTo>
                  <a:lnTo>
                    <a:pt x="55768" y="6320677"/>
                  </a:lnTo>
                  <a:lnTo>
                    <a:pt x="55893" y="6320677"/>
                  </a:lnTo>
                  <a:lnTo>
                    <a:pt x="56018" y="6320677"/>
                  </a:lnTo>
                  <a:lnTo>
                    <a:pt x="56143" y="6320677"/>
                  </a:lnTo>
                  <a:lnTo>
                    <a:pt x="56268" y="6320677"/>
                  </a:lnTo>
                  <a:lnTo>
                    <a:pt x="56268" y="6310723"/>
                  </a:lnTo>
                  <a:lnTo>
                    <a:pt x="56393" y="6310723"/>
                  </a:lnTo>
                  <a:lnTo>
                    <a:pt x="56518" y="6310723"/>
                  </a:lnTo>
                  <a:lnTo>
                    <a:pt x="56643" y="6310723"/>
                  </a:lnTo>
                  <a:lnTo>
                    <a:pt x="56768" y="6310723"/>
                  </a:lnTo>
                  <a:lnTo>
                    <a:pt x="56894" y="6310723"/>
                  </a:lnTo>
                  <a:lnTo>
                    <a:pt x="57019" y="6310723"/>
                  </a:lnTo>
                  <a:lnTo>
                    <a:pt x="57144" y="6310723"/>
                  </a:lnTo>
                  <a:lnTo>
                    <a:pt x="57269" y="6310723"/>
                  </a:lnTo>
                  <a:lnTo>
                    <a:pt x="57394" y="6310723"/>
                  </a:lnTo>
                  <a:lnTo>
                    <a:pt x="57519" y="6310723"/>
                  </a:lnTo>
                  <a:lnTo>
                    <a:pt x="57644" y="6310723"/>
                  </a:lnTo>
                  <a:lnTo>
                    <a:pt x="57769" y="6310723"/>
                  </a:lnTo>
                  <a:lnTo>
                    <a:pt x="57894" y="6310723"/>
                  </a:lnTo>
                  <a:lnTo>
                    <a:pt x="58019" y="6310723"/>
                  </a:lnTo>
                  <a:lnTo>
                    <a:pt x="58144" y="6310723"/>
                  </a:lnTo>
                  <a:lnTo>
                    <a:pt x="58269" y="6310723"/>
                  </a:lnTo>
                  <a:lnTo>
                    <a:pt x="58394" y="6310723"/>
                  </a:lnTo>
                  <a:lnTo>
                    <a:pt x="58519" y="6310723"/>
                  </a:lnTo>
                  <a:lnTo>
                    <a:pt x="58644" y="6310723"/>
                  </a:lnTo>
                  <a:lnTo>
                    <a:pt x="58769" y="6310723"/>
                  </a:lnTo>
                  <a:lnTo>
                    <a:pt x="58894" y="6310723"/>
                  </a:lnTo>
                  <a:lnTo>
                    <a:pt x="59019" y="6310723"/>
                  </a:lnTo>
                  <a:lnTo>
                    <a:pt x="59144" y="6310723"/>
                  </a:lnTo>
                  <a:lnTo>
                    <a:pt x="59269" y="6310723"/>
                  </a:lnTo>
                  <a:lnTo>
                    <a:pt x="59394" y="6310723"/>
                  </a:lnTo>
                  <a:lnTo>
                    <a:pt x="59519" y="6310723"/>
                  </a:lnTo>
                  <a:lnTo>
                    <a:pt x="59644" y="6310723"/>
                  </a:lnTo>
                  <a:lnTo>
                    <a:pt x="59769" y="6310723"/>
                  </a:lnTo>
                  <a:lnTo>
                    <a:pt x="59895" y="6310723"/>
                  </a:lnTo>
                  <a:lnTo>
                    <a:pt x="60020" y="6310723"/>
                  </a:lnTo>
                  <a:lnTo>
                    <a:pt x="60145" y="6310723"/>
                  </a:lnTo>
                  <a:lnTo>
                    <a:pt x="60270" y="6310723"/>
                  </a:lnTo>
                  <a:lnTo>
                    <a:pt x="60395" y="6310723"/>
                  </a:lnTo>
                  <a:lnTo>
                    <a:pt x="60520" y="6310723"/>
                  </a:lnTo>
                  <a:lnTo>
                    <a:pt x="60645" y="6310723"/>
                  </a:lnTo>
                  <a:lnTo>
                    <a:pt x="60770" y="6310723"/>
                  </a:lnTo>
                  <a:lnTo>
                    <a:pt x="60895" y="6310723"/>
                  </a:lnTo>
                  <a:lnTo>
                    <a:pt x="61020" y="6310723"/>
                  </a:lnTo>
                  <a:lnTo>
                    <a:pt x="61145" y="6310723"/>
                  </a:lnTo>
                  <a:lnTo>
                    <a:pt x="61270" y="6310723"/>
                  </a:lnTo>
                  <a:lnTo>
                    <a:pt x="61395" y="6310723"/>
                  </a:lnTo>
                  <a:lnTo>
                    <a:pt x="61520" y="6310723"/>
                  </a:lnTo>
                  <a:lnTo>
                    <a:pt x="61645" y="6310723"/>
                  </a:lnTo>
                  <a:lnTo>
                    <a:pt x="61770" y="6310723"/>
                  </a:lnTo>
                  <a:lnTo>
                    <a:pt x="61895" y="6310723"/>
                  </a:lnTo>
                  <a:lnTo>
                    <a:pt x="62020" y="6310723"/>
                  </a:lnTo>
                  <a:lnTo>
                    <a:pt x="62145" y="6310723"/>
                  </a:lnTo>
                  <a:lnTo>
                    <a:pt x="62270" y="6310723"/>
                  </a:lnTo>
                  <a:lnTo>
                    <a:pt x="62395" y="6310723"/>
                  </a:lnTo>
                  <a:lnTo>
                    <a:pt x="62520" y="6310723"/>
                  </a:lnTo>
                  <a:lnTo>
                    <a:pt x="62645" y="6310723"/>
                  </a:lnTo>
                  <a:lnTo>
                    <a:pt x="62770" y="6310723"/>
                  </a:lnTo>
                  <a:lnTo>
                    <a:pt x="62896" y="6310723"/>
                  </a:lnTo>
                  <a:lnTo>
                    <a:pt x="63021" y="6310723"/>
                  </a:lnTo>
                  <a:lnTo>
                    <a:pt x="63146" y="6310723"/>
                  </a:lnTo>
                  <a:lnTo>
                    <a:pt x="63271" y="6310723"/>
                  </a:lnTo>
                  <a:lnTo>
                    <a:pt x="63396" y="6310723"/>
                  </a:lnTo>
                  <a:lnTo>
                    <a:pt x="63521" y="6310723"/>
                  </a:lnTo>
                  <a:lnTo>
                    <a:pt x="63646" y="6310723"/>
                  </a:lnTo>
                  <a:lnTo>
                    <a:pt x="63771" y="6310723"/>
                  </a:lnTo>
                  <a:lnTo>
                    <a:pt x="63896" y="6310723"/>
                  </a:lnTo>
                  <a:lnTo>
                    <a:pt x="64021" y="6310723"/>
                  </a:lnTo>
                  <a:lnTo>
                    <a:pt x="64146" y="6310723"/>
                  </a:lnTo>
                  <a:lnTo>
                    <a:pt x="64271" y="6310723"/>
                  </a:lnTo>
                  <a:lnTo>
                    <a:pt x="64396" y="6310723"/>
                  </a:lnTo>
                  <a:lnTo>
                    <a:pt x="64521" y="6310723"/>
                  </a:lnTo>
                  <a:lnTo>
                    <a:pt x="64646" y="6310723"/>
                  </a:lnTo>
                  <a:lnTo>
                    <a:pt x="64771" y="6310723"/>
                  </a:lnTo>
                  <a:lnTo>
                    <a:pt x="64896" y="6310723"/>
                  </a:lnTo>
                  <a:lnTo>
                    <a:pt x="65021" y="6310723"/>
                  </a:lnTo>
                  <a:lnTo>
                    <a:pt x="65146" y="6310723"/>
                  </a:lnTo>
                  <a:lnTo>
                    <a:pt x="65271" y="6310723"/>
                  </a:lnTo>
                  <a:lnTo>
                    <a:pt x="65396" y="6310723"/>
                  </a:lnTo>
                  <a:lnTo>
                    <a:pt x="65521" y="6310723"/>
                  </a:lnTo>
                  <a:lnTo>
                    <a:pt x="65646" y="6310723"/>
                  </a:lnTo>
                  <a:lnTo>
                    <a:pt x="65771" y="6310723"/>
                  </a:lnTo>
                  <a:lnTo>
                    <a:pt x="65897" y="6310723"/>
                  </a:lnTo>
                  <a:lnTo>
                    <a:pt x="66022" y="6310723"/>
                  </a:lnTo>
                  <a:lnTo>
                    <a:pt x="66147" y="6310723"/>
                  </a:lnTo>
                  <a:lnTo>
                    <a:pt x="66272" y="6310723"/>
                  </a:lnTo>
                  <a:lnTo>
                    <a:pt x="66397" y="6310723"/>
                  </a:lnTo>
                  <a:lnTo>
                    <a:pt x="66522" y="6310723"/>
                  </a:lnTo>
                  <a:lnTo>
                    <a:pt x="66647" y="6310723"/>
                  </a:lnTo>
                  <a:lnTo>
                    <a:pt x="66772" y="6310723"/>
                  </a:lnTo>
                  <a:lnTo>
                    <a:pt x="66897" y="6310723"/>
                  </a:lnTo>
                  <a:lnTo>
                    <a:pt x="67022" y="6310723"/>
                  </a:lnTo>
                  <a:lnTo>
                    <a:pt x="67147" y="6310723"/>
                  </a:lnTo>
                  <a:lnTo>
                    <a:pt x="67272" y="6310723"/>
                  </a:lnTo>
                  <a:lnTo>
                    <a:pt x="67397" y="6310723"/>
                  </a:lnTo>
                  <a:lnTo>
                    <a:pt x="67522" y="6310723"/>
                  </a:lnTo>
                  <a:lnTo>
                    <a:pt x="67647" y="6310723"/>
                  </a:lnTo>
                  <a:lnTo>
                    <a:pt x="67772" y="6310723"/>
                  </a:lnTo>
                  <a:lnTo>
                    <a:pt x="67897" y="6310723"/>
                  </a:lnTo>
                  <a:lnTo>
                    <a:pt x="68022" y="6310723"/>
                  </a:lnTo>
                  <a:lnTo>
                    <a:pt x="68147" y="6310723"/>
                  </a:lnTo>
                  <a:lnTo>
                    <a:pt x="68272" y="6310723"/>
                  </a:lnTo>
                  <a:lnTo>
                    <a:pt x="68397" y="6310723"/>
                  </a:lnTo>
                  <a:lnTo>
                    <a:pt x="68522" y="6310723"/>
                  </a:lnTo>
                  <a:lnTo>
                    <a:pt x="68647" y="6310723"/>
                  </a:lnTo>
                  <a:lnTo>
                    <a:pt x="68772" y="6310723"/>
                  </a:lnTo>
                  <a:lnTo>
                    <a:pt x="68898" y="6310723"/>
                  </a:lnTo>
                  <a:lnTo>
                    <a:pt x="69023" y="6310723"/>
                  </a:lnTo>
                  <a:lnTo>
                    <a:pt x="69148" y="6310723"/>
                  </a:lnTo>
                  <a:lnTo>
                    <a:pt x="69273" y="6310723"/>
                  </a:lnTo>
                  <a:lnTo>
                    <a:pt x="69398" y="6310723"/>
                  </a:lnTo>
                  <a:lnTo>
                    <a:pt x="69523" y="6310723"/>
                  </a:lnTo>
                  <a:lnTo>
                    <a:pt x="69648" y="6310723"/>
                  </a:lnTo>
                  <a:lnTo>
                    <a:pt x="69773" y="6310723"/>
                  </a:lnTo>
                  <a:lnTo>
                    <a:pt x="70023" y="6310723"/>
                  </a:lnTo>
                  <a:lnTo>
                    <a:pt x="70148" y="6310723"/>
                  </a:lnTo>
                  <a:lnTo>
                    <a:pt x="70273" y="6310723"/>
                  </a:lnTo>
                  <a:lnTo>
                    <a:pt x="70398" y="6310723"/>
                  </a:lnTo>
                  <a:lnTo>
                    <a:pt x="70523" y="6310723"/>
                  </a:lnTo>
                  <a:lnTo>
                    <a:pt x="70648" y="6310723"/>
                  </a:lnTo>
                  <a:lnTo>
                    <a:pt x="70773" y="6310723"/>
                  </a:lnTo>
                  <a:lnTo>
                    <a:pt x="70898" y="6310723"/>
                  </a:lnTo>
                  <a:lnTo>
                    <a:pt x="71023" y="6310723"/>
                  </a:lnTo>
                  <a:lnTo>
                    <a:pt x="71148" y="6310723"/>
                  </a:lnTo>
                  <a:lnTo>
                    <a:pt x="71273" y="6310723"/>
                  </a:lnTo>
                  <a:lnTo>
                    <a:pt x="71398" y="6310723"/>
                  </a:lnTo>
                  <a:lnTo>
                    <a:pt x="71523" y="6310723"/>
                  </a:lnTo>
                  <a:lnTo>
                    <a:pt x="71648" y="6310723"/>
                  </a:lnTo>
                  <a:lnTo>
                    <a:pt x="71773" y="6310723"/>
                  </a:lnTo>
                  <a:lnTo>
                    <a:pt x="71899" y="6310723"/>
                  </a:lnTo>
                  <a:lnTo>
                    <a:pt x="72024" y="6310723"/>
                  </a:lnTo>
                  <a:lnTo>
                    <a:pt x="72149" y="6310723"/>
                  </a:lnTo>
                  <a:lnTo>
                    <a:pt x="72274" y="6310723"/>
                  </a:lnTo>
                  <a:lnTo>
                    <a:pt x="72399" y="6310723"/>
                  </a:lnTo>
                  <a:lnTo>
                    <a:pt x="72524" y="6310723"/>
                  </a:lnTo>
                  <a:lnTo>
                    <a:pt x="72649" y="6310723"/>
                  </a:lnTo>
                  <a:lnTo>
                    <a:pt x="72774" y="6310723"/>
                  </a:lnTo>
                  <a:lnTo>
                    <a:pt x="72899" y="6310723"/>
                  </a:lnTo>
                  <a:lnTo>
                    <a:pt x="73024" y="6310723"/>
                  </a:lnTo>
                  <a:lnTo>
                    <a:pt x="73149" y="6310723"/>
                  </a:lnTo>
                  <a:lnTo>
                    <a:pt x="73274" y="6310723"/>
                  </a:lnTo>
                  <a:lnTo>
                    <a:pt x="73399" y="6310723"/>
                  </a:lnTo>
                  <a:lnTo>
                    <a:pt x="73524" y="6310723"/>
                  </a:lnTo>
                  <a:lnTo>
                    <a:pt x="73649" y="6310723"/>
                  </a:lnTo>
                  <a:lnTo>
                    <a:pt x="73774" y="6310723"/>
                  </a:lnTo>
                  <a:lnTo>
                    <a:pt x="73899" y="6310723"/>
                  </a:lnTo>
                  <a:lnTo>
                    <a:pt x="74024" y="6310723"/>
                  </a:lnTo>
                  <a:lnTo>
                    <a:pt x="74149" y="6310723"/>
                  </a:lnTo>
                  <a:lnTo>
                    <a:pt x="74274" y="6310723"/>
                  </a:lnTo>
                  <a:lnTo>
                    <a:pt x="74399" y="6310723"/>
                  </a:lnTo>
                  <a:lnTo>
                    <a:pt x="74524" y="6310723"/>
                  </a:lnTo>
                  <a:lnTo>
                    <a:pt x="74649" y="6310723"/>
                  </a:lnTo>
                  <a:lnTo>
                    <a:pt x="74774" y="6310723"/>
                  </a:lnTo>
                  <a:lnTo>
                    <a:pt x="75025" y="6310723"/>
                  </a:lnTo>
                  <a:lnTo>
                    <a:pt x="75150" y="6310723"/>
                  </a:lnTo>
                  <a:lnTo>
                    <a:pt x="75275" y="6310723"/>
                  </a:lnTo>
                  <a:lnTo>
                    <a:pt x="75400" y="6310723"/>
                  </a:lnTo>
                  <a:lnTo>
                    <a:pt x="75525" y="6310723"/>
                  </a:lnTo>
                  <a:lnTo>
                    <a:pt x="75650" y="6310723"/>
                  </a:lnTo>
                  <a:lnTo>
                    <a:pt x="75775" y="6310723"/>
                  </a:lnTo>
                  <a:lnTo>
                    <a:pt x="76025" y="6310723"/>
                  </a:lnTo>
                  <a:lnTo>
                    <a:pt x="76150" y="6310723"/>
                  </a:lnTo>
                  <a:lnTo>
                    <a:pt x="76275" y="6310723"/>
                  </a:lnTo>
                  <a:lnTo>
                    <a:pt x="76400" y="6310723"/>
                  </a:lnTo>
                  <a:lnTo>
                    <a:pt x="76525" y="6310723"/>
                  </a:lnTo>
                  <a:lnTo>
                    <a:pt x="76650" y="6310723"/>
                  </a:lnTo>
                  <a:lnTo>
                    <a:pt x="76775" y="6310723"/>
                  </a:lnTo>
                  <a:lnTo>
                    <a:pt x="76900" y="6310723"/>
                  </a:lnTo>
                  <a:lnTo>
                    <a:pt x="77025" y="6310723"/>
                  </a:lnTo>
                  <a:lnTo>
                    <a:pt x="77150" y="6310723"/>
                  </a:lnTo>
                  <a:lnTo>
                    <a:pt x="77275" y="6310723"/>
                  </a:lnTo>
                  <a:lnTo>
                    <a:pt x="77400" y="6310723"/>
                  </a:lnTo>
                  <a:lnTo>
                    <a:pt x="77525" y="6310723"/>
                  </a:lnTo>
                  <a:lnTo>
                    <a:pt x="77650" y="6310723"/>
                  </a:lnTo>
                  <a:lnTo>
                    <a:pt x="77776" y="6310723"/>
                  </a:lnTo>
                  <a:lnTo>
                    <a:pt x="77901" y="6310723"/>
                  </a:lnTo>
                  <a:lnTo>
                    <a:pt x="78026" y="6310723"/>
                  </a:lnTo>
                  <a:lnTo>
                    <a:pt x="78151" y="6310723"/>
                  </a:lnTo>
                  <a:lnTo>
                    <a:pt x="78276" y="6310723"/>
                  </a:lnTo>
                  <a:lnTo>
                    <a:pt x="78401" y="6310723"/>
                  </a:lnTo>
                  <a:lnTo>
                    <a:pt x="78526" y="6310723"/>
                  </a:lnTo>
                  <a:lnTo>
                    <a:pt x="78651" y="6310723"/>
                  </a:lnTo>
                  <a:lnTo>
                    <a:pt x="78776" y="6310723"/>
                  </a:lnTo>
                  <a:lnTo>
                    <a:pt x="78901" y="6310723"/>
                  </a:lnTo>
                  <a:lnTo>
                    <a:pt x="79026" y="6310723"/>
                  </a:lnTo>
                  <a:lnTo>
                    <a:pt x="79151" y="6310723"/>
                  </a:lnTo>
                  <a:lnTo>
                    <a:pt x="79276" y="6310723"/>
                  </a:lnTo>
                  <a:lnTo>
                    <a:pt x="79401" y="6310723"/>
                  </a:lnTo>
                  <a:lnTo>
                    <a:pt x="79651" y="6310723"/>
                  </a:lnTo>
                  <a:lnTo>
                    <a:pt x="79776" y="6310723"/>
                  </a:lnTo>
                  <a:lnTo>
                    <a:pt x="79901" y="6310723"/>
                  </a:lnTo>
                  <a:lnTo>
                    <a:pt x="80026" y="6310723"/>
                  </a:lnTo>
                  <a:lnTo>
                    <a:pt x="80151" y="6310723"/>
                  </a:lnTo>
                  <a:lnTo>
                    <a:pt x="80276" y="6310723"/>
                  </a:lnTo>
                  <a:lnTo>
                    <a:pt x="80401" y="6310723"/>
                  </a:lnTo>
                  <a:lnTo>
                    <a:pt x="80526" y="6310723"/>
                  </a:lnTo>
                  <a:lnTo>
                    <a:pt x="80651" y="6310723"/>
                  </a:lnTo>
                  <a:lnTo>
                    <a:pt x="80777" y="6310723"/>
                  </a:lnTo>
                  <a:lnTo>
                    <a:pt x="80902" y="6310723"/>
                  </a:lnTo>
                  <a:lnTo>
                    <a:pt x="81027" y="6310723"/>
                  </a:lnTo>
                  <a:lnTo>
                    <a:pt x="81152" y="6310723"/>
                  </a:lnTo>
                  <a:lnTo>
                    <a:pt x="81277" y="6310723"/>
                  </a:lnTo>
                  <a:lnTo>
                    <a:pt x="81402" y="6310723"/>
                  </a:lnTo>
                  <a:lnTo>
                    <a:pt x="81527" y="6310723"/>
                  </a:lnTo>
                  <a:lnTo>
                    <a:pt x="81652" y="6310723"/>
                  </a:lnTo>
                  <a:lnTo>
                    <a:pt x="81777" y="6310723"/>
                  </a:lnTo>
                  <a:lnTo>
                    <a:pt x="81902" y="6310723"/>
                  </a:lnTo>
                  <a:lnTo>
                    <a:pt x="82027" y="6310723"/>
                  </a:lnTo>
                  <a:lnTo>
                    <a:pt x="82152" y="6310723"/>
                  </a:lnTo>
                  <a:lnTo>
                    <a:pt x="82277" y="6310723"/>
                  </a:lnTo>
                  <a:lnTo>
                    <a:pt x="82402" y="6310723"/>
                  </a:lnTo>
                  <a:lnTo>
                    <a:pt x="82527" y="6310723"/>
                  </a:lnTo>
                  <a:lnTo>
                    <a:pt x="82652" y="6310723"/>
                  </a:lnTo>
                  <a:lnTo>
                    <a:pt x="82777" y="6310723"/>
                  </a:lnTo>
                  <a:lnTo>
                    <a:pt x="82902" y="6310723"/>
                  </a:lnTo>
                  <a:lnTo>
                    <a:pt x="83027" y="6310723"/>
                  </a:lnTo>
                  <a:lnTo>
                    <a:pt x="83152" y="6310723"/>
                  </a:lnTo>
                  <a:lnTo>
                    <a:pt x="83277" y="6310723"/>
                  </a:lnTo>
                  <a:lnTo>
                    <a:pt x="83402" y="6310723"/>
                  </a:lnTo>
                  <a:lnTo>
                    <a:pt x="83527" y="6310723"/>
                  </a:lnTo>
                  <a:lnTo>
                    <a:pt x="83652" y="6310723"/>
                  </a:lnTo>
                  <a:lnTo>
                    <a:pt x="83778" y="6310723"/>
                  </a:lnTo>
                  <a:lnTo>
                    <a:pt x="83903" y="6310723"/>
                  </a:lnTo>
                  <a:lnTo>
                    <a:pt x="84028" y="6310723"/>
                  </a:lnTo>
                  <a:lnTo>
                    <a:pt x="84153" y="6310723"/>
                  </a:lnTo>
                  <a:lnTo>
                    <a:pt x="84278" y="6310723"/>
                  </a:lnTo>
                  <a:lnTo>
                    <a:pt x="84403" y="6310723"/>
                  </a:lnTo>
                  <a:lnTo>
                    <a:pt x="84528" y="6310723"/>
                  </a:lnTo>
                  <a:lnTo>
                    <a:pt x="84653" y="6310723"/>
                  </a:lnTo>
                  <a:lnTo>
                    <a:pt x="84778" y="6310723"/>
                  </a:lnTo>
                  <a:lnTo>
                    <a:pt x="84903" y="6310723"/>
                  </a:lnTo>
                  <a:lnTo>
                    <a:pt x="85028" y="6310723"/>
                  </a:lnTo>
                  <a:lnTo>
                    <a:pt x="85153" y="6310723"/>
                  </a:lnTo>
                  <a:lnTo>
                    <a:pt x="85278" y="6310723"/>
                  </a:lnTo>
                  <a:lnTo>
                    <a:pt x="85403" y="6310723"/>
                  </a:lnTo>
                  <a:lnTo>
                    <a:pt x="85528" y="6310723"/>
                  </a:lnTo>
                  <a:lnTo>
                    <a:pt x="85653" y="6310723"/>
                  </a:lnTo>
                  <a:lnTo>
                    <a:pt x="85778" y="6310723"/>
                  </a:lnTo>
                  <a:lnTo>
                    <a:pt x="85903" y="6310723"/>
                  </a:lnTo>
                  <a:lnTo>
                    <a:pt x="86028" y="6310723"/>
                  </a:lnTo>
                  <a:lnTo>
                    <a:pt x="86153" y="6310723"/>
                  </a:lnTo>
                  <a:lnTo>
                    <a:pt x="86278" y="6310723"/>
                  </a:lnTo>
                  <a:lnTo>
                    <a:pt x="86403" y="6310723"/>
                  </a:lnTo>
                  <a:lnTo>
                    <a:pt x="86528" y="6310723"/>
                  </a:lnTo>
                  <a:lnTo>
                    <a:pt x="86653" y="6310723"/>
                  </a:lnTo>
                  <a:lnTo>
                    <a:pt x="86904" y="6310723"/>
                  </a:lnTo>
                  <a:lnTo>
                    <a:pt x="87029" y="6310723"/>
                  </a:lnTo>
                  <a:lnTo>
                    <a:pt x="87154" y="6310723"/>
                  </a:lnTo>
                  <a:lnTo>
                    <a:pt x="87279" y="6310723"/>
                  </a:lnTo>
                  <a:lnTo>
                    <a:pt x="87404" y="6310723"/>
                  </a:lnTo>
                  <a:lnTo>
                    <a:pt x="87529" y="6310723"/>
                  </a:lnTo>
                  <a:lnTo>
                    <a:pt x="87654" y="6310723"/>
                  </a:lnTo>
                  <a:lnTo>
                    <a:pt x="87779" y="6310723"/>
                  </a:lnTo>
                  <a:lnTo>
                    <a:pt x="87904" y="6310723"/>
                  </a:lnTo>
                  <a:lnTo>
                    <a:pt x="88029" y="6310723"/>
                  </a:lnTo>
                  <a:lnTo>
                    <a:pt x="88154" y="6310723"/>
                  </a:lnTo>
                  <a:lnTo>
                    <a:pt x="88279" y="6310723"/>
                  </a:lnTo>
                  <a:lnTo>
                    <a:pt x="88404" y="6310723"/>
                  </a:lnTo>
                  <a:lnTo>
                    <a:pt x="88529" y="6310723"/>
                  </a:lnTo>
                  <a:lnTo>
                    <a:pt x="88654" y="6310723"/>
                  </a:lnTo>
                  <a:lnTo>
                    <a:pt x="88779" y="6310723"/>
                  </a:lnTo>
                  <a:lnTo>
                    <a:pt x="88904" y="6310723"/>
                  </a:lnTo>
                  <a:lnTo>
                    <a:pt x="89029" y="6310723"/>
                  </a:lnTo>
                  <a:lnTo>
                    <a:pt x="89154" y="6310723"/>
                  </a:lnTo>
                  <a:lnTo>
                    <a:pt x="89279" y="6310723"/>
                  </a:lnTo>
                  <a:lnTo>
                    <a:pt x="89404" y="6310723"/>
                  </a:lnTo>
                  <a:lnTo>
                    <a:pt x="89529" y="6310723"/>
                  </a:lnTo>
                  <a:lnTo>
                    <a:pt x="89654" y="6310723"/>
                  </a:lnTo>
                  <a:lnTo>
                    <a:pt x="89780" y="6310723"/>
                  </a:lnTo>
                  <a:lnTo>
                    <a:pt x="89905" y="6310723"/>
                  </a:lnTo>
                  <a:lnTo>
                    <a:pt x="90030" y="6310723"/>
                  </a:lnTo>
                  <a:lnTo>
                    <a:pt x="90155" y="6310723"/>
                  </a:lnTo>
                  <a:lnTo>
                    <a:pt x="90280" y="6310723"/>
                  </a:lnTo>
                  <a:lnTo>
                    <a:pt x="90405" y="6310723"/>
                  </a:lnTo>
                  <a:lnTo>
                    <a:pt x="90530" y="6310723"/>
                  </a:lnTo>
                  <a:lnTo>
                    <a:pt x="90655" y="6310723"/>
                  </a:lnTo>
                  <a:lnTo>
                    <a:pt x="90780" y="6310723"/>
                  </a:lnTo>
                  <a:lnTo>
                    <a:pt x="90905" y="6310723"/>
                  </a:lnTo>
                  <a:lnTo>
                    <a:pt x="91030" y="6310723"/>
                  </a:lnTo>
                  <a:lnTo>
                    <a:pt x="91155" y="6310723"/>
                  </a:lnTo>
                  <a:lnTo>
                    <a:pt x="91280" y="6310723"/>
                  </a:lnTo>
                  <a:lnTo>
                    <a:pt x="91405" y="6310723"/>
                  </a:lnTo>
                  <a:lnTo>
                    <a:pt x="91530" y="6310723"/>
                  </a:lnTo>
                  <a:lnTo>
                    <a:pt x="91655" y="6310723"/>
                  </a:lnTo>
                  <a:lnTo>
                    <a:pt x="91905" y="6310723"/>
                  </a:lnTo>
                  <a:lnTo>
                    <a:pt x="92030" y="6310723"/>
                  </a:lnTo>
                  <a:lnTo>
                    <a:pt x="92155" y="6310723"/>
                  </a:lnTo>
                  <a:lnTo>
                    <a:pt x="92280" y="6310723"/>
                  </a:lnTo>
                  <a:lnTo>
                    <a:pt x="92405" y="6310723"/>
                  </a:lnTo>
                  <a:lnTo>
                    <a:pt x="92530" y="6310723"/>
                  </a:lnTo>
                  <a:lnTo>
                    <a:pt x="92655" y="6310723"/>
                  </a:lnTo>
                  <a:lnTo>
                    <a:pt x="92781" y="6310723"/>
                  </a:lnTo>
                  <a:lnTo>
                    <a:pt x="92906" y="6310723"/>
                  </a:lnTo>
                  <a:lnTo>
                    <a:pt x="93031" y="6310723"/>
                  </a:lnTo>
                  <a:lnTo>
                    <a:pt x="93156" y="6310723"/>
                  </a:lnTo>
                  <a:lnTo>
                    <a:pt x="93281" y="6310723"/>
                  </a:lnTo>
                  <a:lnTo>
                    <a:pt x="93406" y="6310723"/>
                  </a:lnTo>
                  <a:lnTo>
                    <a:pt x="93531" y="6310723"/>
                  </a:lnTo>
                  <a:lnTo>
                    <a:pt x="93656" y="6310723"/>
                  </a:lnTo>
                  <a:lnTo>
                    <a:pt x="93781" y="6310723"/>
                  </a:lnTo>
                  <a:lnTo>
                    <a:pt x="93906" y="6310723"/>
                  </a:lnTo>
                  <a:lnTo>
                    <a:pt x="94031" y="6310723"/>
                  </a:lnTo>
                  <a:lnTo>
                    <a:pt x="94156" y="6310723"/>
                  </a:lnTo>
                  <a:lnTo>
                    <a:pt x="94281" y="6310723"/>
                  </a:lnTo>
                  <a:lnTo>
                    <a:pt x="94406" y="6310723"/>
                  </a:lnTo>
                  <a:lnTo>
                    <a:pt x="94531" y="6310723"/>
                  </a:lnTo>
                  <a:lnTo>
                    <a:pt x="94656" y="6310723"/>
                  </a:lnTo>
                  <a:lnTo>
                    <a:pt x="94781" y="6310723"/>
                  </a:lnTo>
                  <a:lnTo>
                    <a:pt x="94906" y="6310723"/>
                  </a:lnTo>
                  <a:lnTo>
                    <a:pt x="95031" y="6310723"/>
                  </a:lnTo>
                  <a:lnTo>
                    <a:pt x="95156" y="6310723"/>
                  </a:lnTo>
                  <a:lnTo>
                    <a:pt x="95281" y="6310723"/>
                  </a:lnTo>
                  <a:lnTo>
                    <a:pt x="95406" y="6310723"/>
                  </a:lnTo>
                  <a:lnTo>
                    <a:pt x="95531" y="6310723"/>
                  </a:lnTo>
                  <a:lnTo>
                    <a:pt x="95656" y="6310723"/>
                  </a:lnTo>
                  <a:lnTo>
                    <a:pt x="95782" y="6310723"/>
                  </a:lnTo>
                  <a:lnTo>
                    <a:pt x="95907" y="6310723"/>
                  </a:lnTo>
                  <a:lnTo>
                    <a:pt x="96032" y="6310723"/>
                  </a:lnTo>
                  <a:lnTo>
                    <a:pt x="96157" y="6310723"/>
                  </a:lnTo>
                  <a:lnTo>
                    <a:pt x="96282" y="6310723"/>
                  </a:lnTo>
                  <a:lnTo>
                    <a:pt x="96407" y="6310723"/>
                  </a:lnTo>
                  <a:lnTo>
                    <a:pt x="96532" y="6310723"/>
                  </a:lnTo>
                  <a:lnTo>
                    <a:pt x="96657" y="6310723"/>
                  </a:lnTo>
                  <a:lnTo>
                    <a:pt x="96782" y="6310723"/>
                  </a:lnTo>
                  <a:lnTo>
                    <a:pt x="96907" y="6310723"/>
                  </a:lnTo>
                  <a:lnTo>
                    <a:pt x="97032" y="6310723"/>
                  </a:lnTo>
                  <a:lnTo>
                    <a:pt x="97157" y="6310723"/>
                  </a:lnTo>
                  <a:lnTo>
                    <a:pt x="97282" y="6310723"/>
                  </a:lnTo>
                  <a:lnTo>
                    <a:pt x="97407" y="6310723"/>
                  </a:lnTo>
                  <a:lnTo>
                    <a:pt x="97532" y="6310723"/>
                  </a:lnTo>
                  <a:lnTo>
                    <a:pt x="97657" y="6310723"/>
                  </a:lnTo>
                  <a:lnTo>
                    <a:pt x="97782" y="6310723"/>
                  </a:lnTo>
                  <a:lnTo>
                    <a:pt x="97907" y="6310723"/>
                  </a:lnTo>
                  <a:lnTo>
                    <a:pt x="98032" y="6310723"/>
                  </a:lnTo>
                  <a:lnTo>
                    <a:pt x="98157" y="6310723"/>
                  </a:lnTo>
                  <a:lnTo>
                    <a:pt x="98282" y="6310723"/>
                  </a:lnTo>
                  <a:lnTo>
                    <a:pt x="98407" y="6310723"/>
                  </a:lnTo>
                  <a:lnTo>
                    <a:pt x="98532" y="6310723"/>
                  </a:lnTo>
                  <a:lnTo>
                    <a:pt x="98657" y="6310723"/>
                  </a:lnTo>
                  <a:lnTo>
                    <a:pt x="98657" y="6300769"/>
                  </a:lnTo>
                  <a:lnTo>
                    <a:pt x="98783" y="6300769"/>
                  </a:lnTo>
                  <a:lnTo>
                    <a:pt x="98908" y="6300769"/>
                  </a:lnTo>
                  <a:lnTo>
                    <a:pt x="99033" y="6300769"/>
                  </a:lnTo>
                  <a:lnTo>
                    <a:pt x="99158" y="6300769"/>
                  </a:lnTo>
                  <a:lnTo>
                    <a:pt x="99283" y="6300769"/>
                  </a:lnTo>
                  <a:lnTo>
                    <a:pt x="99408" y="6300769"/>
                  </a:lnTo>
                  <a:lnTo>
                    <a:pt x="99533" y="6300769"/>
                  </a:lnTo>
                  <a:lnTo>
                    <a:pt x="99658" y="6300769"/>
                  </a:lnTo>
                  <a:lnTo>
                    <a:pt x="99783" y="6300769"/>
                  </a:lnTo>
                  <a:lnTo>
                    <a:pt x="99908" y="6300769"/>
                  </a:lnTo>
                  <a:lnTo>
                    <a:pt x="100033" y="6300769"/>
                  </a:lnTo>
                  <a:lnTo>
                    <a:pt x="100158" y="6300769"/>
                  </a:lnTo>
                  <a:lnTo>
                    <a:pt x="100283" y="6300769"/>
                  </a:lnTo>
                  <a:lnTo>
                    <a:pt x="100408" y="6300769"/>
                  </a:lnTo>
                  <a:lnTo>
                    <a:pt x="100533" y="6300769"/>
                  </a:lnTo>
                  <a:lnTo>
                    <a:pt x="100658" y="6300769"/>
                  </a:lnTo>
                  <a:lnTo>
                    <a:pt x="100783" y="6300769"/>
                  </a:lnTo>
                  <a:lnTo>
                    <a:pt x="100908" y="6300769"/>
                  </a:lnTo>
                  <a:lnTo>
                    <a:pt x="101158" y="6300769"/>
                  </a:lnTo>
                  <a:lnTo>
                    <a:pt x="101283" y="6300769"/>
                  </a:lnTo>
                  <a:lnTo>
                    <a:pt x="101408" y="6300769"/>
                  </a:lnTo>
                  <a:lnTo>
                    <a:pt x="101533" y="6300769"/>
                  </a:lnTo>
                  <a:lnTo>
                    <a:pt x="101658" y="6300769"/>
                  </a:lnTo>
                  <a:lnTo>
                    <a:pt x="101784" y="6300769"/>
                  </a:lnTo>
                  <a:lnTo>
                    <a:pt x="101909" y="6300769"/>
                  </a:lnTo>
                  <a:lnTo>
                    <a:pt x="102034" y="6300769"/>
                  </a:lnTo>
                  <a:lnTo>
                    <a:pt x="102159" y="6300769"/>
                  </a:lnTo>
                  <a:lnTo>
                    <a:pt x="102284" y="6300769"/>
                  </a:lnTo>
                  <a:lnTo>
                    <a:pt x="102409" y="6300769"/>
                  </a:lnTo>
                  <a:lnTo>
                    <a:pt x="102534" y="6300769"/>
                  </a:lnTo>
                  <a:lnTo>
                    <a:pt x="102659" y="6300769"/>
                  </a:lnTo>
                  <a:lnTo>
                    <a:pt x="102784" y="6300769"/>
                  </a:lnTo>
                  <a:lnTo>
                    <a:pt x="102909" y="6300769"/>
                  </a:lnTo>
                  <a:lnTo>
                    <a:pt x="103034" y="6300769"/>
                  </a:lnTo>
                  <a:lnTo>
                    <a:pt x="103159" y="6300769"/>
                  </a:lnTo>
                  <a:lnTo>
                    <a:pt x="103284" y="6300769"/>
                  </a:lnTo>
                  <a:lnTo>
                    <a:pt x="103409" y="6300769"/>
                  </a:lnTo>
                  <a:lnTo>
                    <a:pt x="103534" y="6300769"/>
                  </a:lnTo>
                  <a:lnTo>
                    <a:pt x="103659" y="6300769"/>
                  </a:lnTo>
                  <a:lnTo>
                    <a:pt x="103784" y="6300769"/>
                  </a:lnTo>
                  <a:lnTo>
                    <a:pt x="103909" y="6300769"/>
                  </a:lnTo>
                  <a:lnTo>
                    <a:pt x="104034" y="6300769"/>
                  </a:lnTo>
                  <a:lnTo>
                    <a:pt x="104159" y="6300769"/>
                  </a:lnTo>
                  <a:lnTo>
                    <a:pt x="104284" y="6300769"/>
                  </a:lnTo>
                  <a:lnTo>
                    <a:pt x="104409" y="6300769"/>
                  </a:lnTo>
                  <a:lnTo>
                    <a:pt x="104534" y="6300769"/>
                  </a:lnTo>
                  <a:lnTo>
                    <a:pt x="104659" y="6300769"/>
                  </a:lnTo>
                  <a:lnTo>
                    <a:pt x="104785" y="6300769"/>
                  </a:lnTo>
                  <a:lnTo>
                    <a:pt x="104910" y="6300769"/>
                  </a:lnTo>
                  <a:lnTo>
                    <a:pt x="105035" y="6300769"/>
                  </a:lnTo>
                  <a:lnTo>
                    <a:pt x="105160" y="6300769"/>
                  </a:lnTo>
                  <a:lnTo>
                    <a:pt x="105285" y="6300769"/>
                  </a:lnTo>
                  <a:lnTo>
                    <a:pt x="105410" y="6300769"/>
                  </a:lnTo>
                  <a:lnTo>
                    <a:pt x="105535" y="6300769"/>
                  </a:lnTo>
                  <a:lnTo>
                    <a:pt x="105660" y="6300769"/>
                  </a:lnTo>
                  <a:lnTo>
                    <a:pt x="105785" y="6300769"/>
                  </a:lnTo>
                  <a:lnTo>
                    <a:pt x="105910" y="6300769"/>
                  </a:lnTo>
                  <a:lnTo>
                    <a:pt x="106035" y="6300769"/>
                  </a:lnTo>
                  <a:lnTo>
                    <a:pt x="106160" y="6300769"/>
                  </a:lnTo>
                  <a:lnTo>
                    <a:pt x="106285" y="6300769"/>
                  </a:lnTo>
                  <a:lnTo>
                    <a:pt x="106410" y="6300769"/>
                  </a:lnTo>
                  <a:lnTo>
                    <a:pt x="106535" y="6300769"/>
                  </a:lnTo>
                  <a:lnTo>
                    <a:pt x="106660" y="6300769"/>
                  </a:lnTo>
                  <a:lnTo>
                    <a:pt x="106785" y="6300769"/>
                  </a:lnTo>
                  <a:lnTo>
                    <a:pt x="106910" y="6300769"/>
                  </a:lnTo>
                  <a:lnTo>
                    <a:pt x="107035" y="6300769"/>
                  </a:lnTo>
                  <a:lnTo>
                    <a:pt x="107160" y="6300769"/>
                  </a:lnTo>
                  <a:lnTo>
                    <a:pt x="107285" y="6300769"/>
                  </a:lnTo>
                  <a:lnTo>
                    <a:pt x="107410" y="6300769"/>
                  </a:lnTo>
                  <a:lnTo>
                    <a:pt x="107535" y="6300769"/>
                  </a:lnTo>
                  <a:lnTo>
                    <a:pt x="107660" y="6300769"/>
                  </a:lnTo>
                  <a:lnTo>
                    <a:pt x="107786" y="6300769"/>
                  </a:lnTo>
                  <a:lnTo>
                    <a:pt x="107911" y="6300769"/>
                  </a:lnTo>
                  <a:lnTo>
                    <a:pt x="108036" y="6300769"/>
                  </a:lnTo>
                  <a:lnTo>
                    <a:pt x="108161" y="6300769"/>
                  </a:lnTo>
                  <a:lnTo>
                    <a:pt x="108286" y="6300769"/>
                  </a:lnTo>
                  <a:lnTo>
                    <a:pt x="108411" y="6300769"/>
                  </a:lnTo>
                  <a:lnTo>
                    <a:pt x="108661" y="6300769"/>
                  </a:lnTo>
                  <a:lnTo>
                    <a:pt x="108786" y="6300769"/>
                  </a:lnTo>
                  <a:lnTo>
                    <a:pt x="108911" y="6300769"/>
                  </a:lnTo>
                  <a:lnTo>
                    <a:pt x="109036" y="6300769"/>
                  </a:lnTo>
                  <a:lnTo>
                    <a:pt x="109161" y="6300769"/>
                  </a:lnTo>
                  <a:lnTo>
                    <a:pt x="109286" y="6300769"/>
                  </a:lnTo>
                  <a:lnTo>
                    <a:pt x="109411" y="6300769"/>
                  </a:lnTo>
                  <a:lnTo>
                    <a:pt x="109536" y="6300769"/>
                  </a:lnTo>
                  <a:lnTo>
                    <a:pt x="109661" y="6300769"/>
                  </a:lnTo>
                  <a:lnTo>
                    <a:pt x="109786" y="6300769"/>
                  </a:lnTo>
                  <a:lnTo>
                    <a:pt x="109911" y="6300769"/>
                  </a:lnTo>
                  <a:lnTo>
                    <a:pt x="110036" y="6300769"/>
                  </a:lnTo>
                  <a:lnTo>
                    <a:pt x="110161" y="6300769"/>
                  </a:lnTo>
                  <a:lnTo>
                    <a:pt x="110286" y="6300769"/>
                  </a:lnTo>
                  <a:lnTo>
                    <a:pt x="110411" y="6300769"/>
                  </a:lnTo>
                  <a:lnTo>
                    <a:pt x="110536" y="6300769"/>
                  </a:lnTo>
                  <a:lnTo>
                    <a:pt x="110661" y="6300769"/>
                  </a:lnTo>
                  <a:lnTo>
                    <a:pt x="110787" y="6300769"/>
                  </a:lnTo>
                  <a:lnTo>
                    <a:pt x="110912" y="6300769"/>
                  </a:lnTo>
                  <a:lnTo>
                    <a:pt x="111037" y="6300769"/>
                  </a:lnTo>
                  <a:lnTo>
                    <a:pt x="111162" y="6300769"/>
                  </a:lnTo>
                  <a:lnTo>
                    <a:pt x="111287" y="6300769"/>
                  </a:lnTo>
                  <a:lnTo>
                    <a:pt x="111412" y="6300769"/>
                  </a:lnTo>
                  <a:lnTo>
                    <a:pt x="111537" y="6300769"/>
                  </a:lnTo>
                  <a:lnTo>
                    <a:pt x="111662" y="6300769"/>
                  </a:lnTo>
                  <a:lnTo>
                    <a:pt x="111787" y="6300769"/>
                  </a:lnTo>
                  <a:lnTo>
                    <a:pt x="111912" y="6300769"/>
                  </a:lnTo>
                  <a:lnTo>
                    <a:pt x="112037" y="6300769"/>
                  </a:lnTo>
                  <a:lnTo>
                    <a:pt x="112162" y="6300769"/>
                  </a:lnTo>
                  <a:lnTo>
                    <a:pt x="112287" y="6300769"/>
                  </a:lnTo>
                  <a:lnTo>
                    <a:pt x="112412" y="6300769"/>
                  </a:lnTo>
                  <a:lnTo>
                    <a:pt x="112537" y="6300769"/>
                  </a:lnTo>
                  <a:lnTo>
                    <a:pt x="112662" y="6300769"/>
                  </a:lnTo>
                  <a:lnTo>
                    <a:pt x="112787" y="6300769"/>
                  </a:lnTo>
                  <a:lnTo>
                    <a:pt x="112912" y="6300769"/>
                  </a:lnTo>
                  <a:lnTo>
                    <a:pt x="113037" y="6300769"/>
                  </a:lnTo>
                  <a:lnTo>
                    <a:pt x="113162" y="6300769"/>
                  </a:lnTo>
                  <a:lnTo>
                    <a:pt x="113287" y="6300769"/>
                  </a:lnTo>
                  <a:lnTo>
                    <a:pt x="113412" y="6300769"/>
                  </a:lnTo>
                  <a:lnTo>
                    <a:pt x="113537" y="6300769"/>
                  </a:lnTo>
                  <a:lnTo>
                    <a:pt x="113662" y="6300769"/>
                  </a:lnTo>
                  <a:lnTo>
                    <a:pt x="113788" y="6300769"/>
                  </a:lnTo>
                  <a:lnTo>
                    <a:pt x="113913" y="6300769"/>
                  </a:lnTo>
                  <a:lnTo>
                    <a:pt x="114038" y="6300769"/>
                  </a:lnTo>
                  <a:lnTo>
                    <a:pt x="114163" y="6300769"/>
                  </a:lnTo>
                  <a:lnTo>
                    <a:pt x="114288" y="6300769"/>
                  </a:lnTo>
                  <a:lnTo>
                    <a:pt x="114413" y="6300769"/>
                  </a:lnTo>
                  <a:lnTo>
                    <a:pt x="114538" y="6300769"/>
                  </a:lnTo>
                  <a:lnTo>
                    <a:pt x="114663" y="6300769"/>
                  </a:lnTo>
                  <a:lnTo>
                    <a:pt x="114788" y="6300769"/>
                  </a:lnTo>
                  <a:lnTo>
                    <a:pt x="114913" y="6300769"/>
                  </a:lnTo>
                  <a:lnTo>
                    <a:pt x="115038" y="6300769"/>
                  </a:lnTo>
                  <a:lnTo>
                    <a:pt x="115163" y="6300769"/>
                  </a:lnTo>
                  <a:lnTo>
                    <a:pt x="115288" y="6300769"/>
                  </a:lnTo>
                  <a:lnTo>
                    <a:pt x="115413" y="6300769"/>
                  </a:lnTo>
                  <a:lnTo>
                    <a:pt x="115538" y="6300769"/>
                  </a:lnTo>
                  <a:lnTo>
                    <a:pt x="115663" y="6300769"/>
                  </a:lnTo>
                  <a:lnTo>
                    <a:pt x="115788" y="6300769"/>
                  </a:lnTo>
                  <a:lnTo>
                    <a:pt x="115913" y="6300769"/>
                  </a:lnTo>
                  <a:lnTo>
                    <a:pt x="116038" y="6300769"/>
                  </a:lnTo>
                  <a:lnTo>
                    <a:pt x="116288" y="6300769"/>
                  </a:lnTo>
                  <a:lnTo>
                    <a:pt x="116413" y="6300769"/>
                  </a:lnTo>
                  <a:lnTo>
                    <a:pt x="116538" y="6300769"/>
                  </a:lnTo>
                  <a:lnTo>
                    <a:pt x="116664" y="6300769"/>
                  </a:lnTo>
                  <a:lnTo>
                    <a:pt x="116789" y="6300769"/>
                  </a:lnTo>
                  <a:lnTo>
                    <a:pt x="116914" y="6300769"/>
                  </a:lnTo>
                  <a:lnTo>
                    <a:pt x="117039" y="6300769"/>
                  </a:lnTo>
                  <a:lnTo>
                    <a:pt x="117164" y="6300769"/>
                  </a:lnTo>
                  <a:lnTo>
                    <a:pt x="117289" y="6300769"/>
                  </a:lnTo>
                  <a:lnTo>
                    <a:pt x="117414" y="6300769"/>
                  </a:lnTo>
                  <a:lnTo>
                    <a:pt x="117539" y="6300769"/>
                  </a:lnTo>
                  <a:lnTo>
                    <a:pt x="117539" y="6290815"/>
                  </a:lnTo>
                  <a:lnTo>
                    <a:pt x="117664" y="6290815"/>
                  </a:lnTo>
                  <a:lnTo>
                    <a:pt x="117789" y="6290815"/>
                  </a:lnTo>
                  <a:lnTo>
                    <a:pt x="117914" y="6290815"/>
                  </a:lnTo>
                  <a:lnTo>
                    <a:pt x="118039" y="6290815"/>
                  </a:lnTo>
                  <a:lnTo>
                    <a:pt x="118164" y="6290815"/>
                  </a:lnTo>
                  <a:lnTo>
                    <a:pt x="118289" y="6290815"/>
                  </a:lnTo>
                  <a:lnTo>
                    <a:pt x="118414" y="6290815"/>
                  </a:lnTo>
                  <a:lnTo>
                    <a:pt x="118539" y="6290815"/>
                  </a:lnTo>
                  <a:lnTo>
                    <a:pt x="118664" y="6290815"/>
                  </a:lnTo>
                  <a:lnTo>
                    <a:pt x="118789" y="6290815"/>
                  </a:lnTo>
                  <a:lnTo>
                    <a:pt x="118914" y="6290815"/>
                  </a:lnTo>
                  <a:lnTo>
                    <a:pt x="119164" y="6290815"/>
                  </a:lnTo>
                  <a:lnTo>
                    <a:pt x="119289" y="6290815"/>
                  </a:lnTo>
                  <a:lnTo>
                    <a:pt x="119414" y="6290815"/>
                  </a:lnTo>
                  <a:lnTo>
                    <a:pt x="119539" y="6290815"/>
                  </a:lnTo>
                  <a:lnTo>
                    <a:pt x="119665" y="6290815"/>
                  </a:lnTo>
                  <a:lnTo>
                    <a:pt x="119790" y="6290815"/>
                  </a:lnTo>
                  <a:lnTo>
                    <a:pt x="119915" y="6290815"/>
                  </a:lnTo>
                  <a:lnTo>
                    <a:pt x="120040" y="6290815"/>
                  </a:lnTo>
                  <a:lnTo>
                    <a:pt x="120165" y="6290815"/>
                  </a:lnTo>
                  <a:lnTo>
                    <a:pt x="120290" y="6290815"/>
                  </a:lnTo>
                  <a:lnTo>
                    <a:pt x="120415" y="6290815"/>
                  </a:lnTo>
                  <a:lnTo>
                    <a:pt x="120540" y="6290815"/>
                  </a:lnTo>
                  <a:lnTo>
                    <a:pt x="120665" y="6290815"/>
                  </a:lnTo>
                  <a:lnTo>
                    <a:pt x="120790" y="6290815"/>
                  </a:lnTo>
                  <a:lnTo>
                    <a:pt x="120915" y="6290815"/>
                  </a:lnTo>
                  <a:lnTo>
                    <a:pt x="121040" y="6290815"/>
                  </a:lnTo>
                  <a:lnTo>
                    <a:pt x="121165" y="6290815"/>
                  </a:lnTo>
                  <a:lnTo>
                    <a:pt x="121290" y="6290815"/>
                  </a:lnTo>
                  <a:lnTo>
                    <a:pt x="121415" y="6290815"/>
                  </a:lnTo>
                  <a:lnTo>
                    <a:pt x="121540" y="6290815"/>
                  </a:lnTo>
                  <a:lnTo>
                    <a:pt x="121665" y="6290815"/>
                  </a:lnTo>
                  <a:lnTo>
                    <a:pt x="121790" y="6290815"/>
                  </a:lnTo>
                  <a:lnTo>
                    <a:pt x="121915" y="6290815"/>
                  </a:lnTo>
                  <a:lnTo>
                    <a:pt x="122040" y="6290815"/>
                  </a:lnTo>
                  <a:lnTo>
                    <a:pt x="122165" y="6290815"/>
                  </a:lnTo>
                  <a:lnTo>
                    <a:pt x="122290" y="6290815"/>
                  </a:lnTo>
                  <a:lnTo>
                    <a:pt x="122415" y="6290815"/>
                  </a:lnTo>
                  <a:lnTo>
                    <a:pt x="122540" y="6290815"/>
                  </a:lnTo>
                  <a:lnTo>
                    <a:pt x="122666" y="6290815"/>
                  </a:lnTo>
                  <a:lnTo>
                    <a:pt x="122791" y="6290815"/>
                  </a:lnTo>
                  <a:lnTo>
                    <a:pt x="122916" y="6290815"/>
                  </a:lnTo>
                  <a:lnTo>
                    <a:pt x="123041" y="6290815"/>
                  </a:lnTo>
                  <a:lnTo>
                    <a:pt x="123166" y="6290815"/>
                  </a:lnTo>
                  <a:lnTo>
                    <a:pt x="123291" y="6290815"/>
                  </a:lnTo>
                  <a:lnTo>
                    <a:pt x="123416" y="6290815"/>
                  </a:lnTo>
                  <a:lnTo>
                    <a:pt x="123541" y="6290815"/>
                  </a:lnTo>
                  <a:lnTo>
                    <a:pt x="123666" y="6290815"/>
                  </a:lnTo>
                  <a:lnTo>
                    <a:pt x="123791" y="6290815"/>
                  </a:lnTo>
                  <a:lnTo>
                    <a:pt x="123916" y="6290815"/>
                  </a:lnTo>
                  <a:lnTo>
                    <a:pt x="124041" y="6290815"/>
                  </a:lnTo>
                  <a:lnTo>
                    <a:pt x="124166" y="6290815"/>
                  </a:lnTo>
                  <a:lnTo>
                    <a:pt x="124291" y="6290815"/>
                  </a:lnTo>
                  <a:lnTo>
                    <a:pt x="124416" y="6290815"/>
                  </a:lnTo>
                  <a:lnTo>
                    <a:pt x="124541" y="6290815"/>
                  </a:lnTo>
                  <a:lnTo>
                    <a:pt x="124666" y="6290815"/>
                  </a:lnTo>
                  <a:lnTo>
                    <a:pt x="124791" y="6290815"/>
                  </a:lnTo>
                  <a:lnTo>
                    <a:pt x="124916" y="6290815"/>
                  </a:lnTo>
                  <a:lnTo>
                    <a:pt x="125041" y="6290815"/>
                  </a:lnTo>
                  <a:lnTo>
                    <a:pt x="125166" y="6290815"/>
                  </a:lnTo>
                  <a:lnTo>
                    <a:pt x="125416" y="6290815"/>
                  </a:lnTo>
                  <a:lnTo>
                    <a:pt x="125541" y="6290815"/>
                  </a:lnTo>
                  <a:lnTo>
                    <a:pt x="125667" y="6290815"/>
                  </a:lnTo>
                  <a:lnTo>
                    <a:pt x="125792" y="6290815"/>
                  </a:lnTo>
                  <a:lnTo>
                    <a:pt x="125917" y="6290815"/>
                  </a:lnTo>
                  <a:lnTo>
                    <a:pt x="126042" y="6290815"/>
                  </a:lnTo>
                  <a:lnTo>
                    <a:pt x="126167" y="6290815"/>
                  </a:lnTo>
                  <a:lnTo>
                    <a:pt x="126292" y="6290815"/>
                  </a:lnTo>
                  <a:lnTo>
                    <a:pt x="126417" y="6290815"/>
                  </a:lnTo>
                  <a:lnTo>
                    <a:pt x="126542" y="6290815"/>
                  </a:lnTo>
                  <a:lnTo>
                    <a:pt x="126667" y="6290815"/>
                  </a:lnTo>
                  <a:lnTo>
                    <a:pt x="126792" y="6290815"/>
                  </a:lnTo>
                  <a:lnTo>
                    <a:pt x="126917" y="6290815"/>
                  </a:lnTo>
                  <a:lnTo>
                    <a:pt x="127042" y="6290815"/>
                  </a:lnTo>
                  <a:lnTo>
                    <a:pt x="127167" y="6290815"/>
                  </a:lnTo>
                  <a:lnTo>
                    <a:pt x="127292" y="6290815"/>
                  </a:lnTo>
                  <a:lnTo>
                    <a:pt x="127417" y="6290815"/>
                  </a:lnTo>
                  <a:lnTo>
                    <a:pt x="127542" y="6290815"/>
                  </a:lnTo>
                  <a:lnTo>
                    <a:pt x="127667" y="6290815"/>
                  </a:lnTo>
                  <a:lnTo>
                    <a:pt x="127792" y="6290815"/>
                  </a:lnTo>
                  <a:lnTo>
                    <a:pt x="127917" y="6290815"/>
                  </a:lnTo>
                  <a:lnTo>
                    <a:pt x="128042" y="6290815"/>
                  </a:lnTo>
                  <a:lnTo>
                    <a:pt x="128167" y="6290815"/>
                  </a:lnTo>
                  <a:lnTo>
                    <a:pt x="128292" y="6290815"/>
                  </a:lnTo>
                  <a:lnTo>
                    <a:pt x="128417" y="6290815"/>
                  </a:lnTo>
                  <a:lnTo>
                    <a:pt x="128542" y="6290815"/>
                  </a:lnTo>
                  <a:lnTo>
                    <a:pt x="128668" y="6290815"/>
                  </a:lnTo>
                  <a:lnTo>
                    <a:pt x="128793" y="6290815"/>
                  </a:lnTo>
                  <a:lnTo>
                    <a:pt x="128918" y="6290815"/>
                  </a:lnTo>
                  <a:lnTo>
                    <a:pt x="129043" y="6290815"/>
                  </a:lnTo>
                  <a:lnTo>
                    <a:pt x="129293" y="6290815"/>
                  </a:lnTo>
                  <a:lnTo>
                    <a:pt x="129418" y="6290815"/>
                  </a:lnTo>
                  <a:lnTo>
                    <a:pt x="129543" y="6290815"/>
                  </a:lnTo>
                  <a:lnTo>
                    <a:pt x="129668" y="6290815"/>
                  </a:lnTo>
                  <a:lnTo>
                    <a:pt x="129793" y="6290815"/>
                  </a:lnTo>
                  <a:lnTo>
                    <a:pt x="129918" y="6290815"/>
                  </a:lnTo>
                  <a:lnTo>
                    <a:pt x="130043" y="6290815"/>
                  </a:lnTo>
                  <a:lnTo>
                    <a:pt x="130168" y="6280862"/>
                  </a:lnTo>
                  <a:lnTo>
                    <a:pt x="130293" y="6280862"/>
                  </a:lnTo>
                  <a:lnTo>
                    <a:pt x="130418" y="6280862"/>
                  </a:lnTo>
                  <a:lnTo>
                    <a:pt x="130543" y="6280862"/>
                  </a:lnTo>
                  <a:lnTo>
                    <a:pt x="130668" y="6280862"/>
                  </a:lnTo>
                  <a:lnTo>
                    <a:pt x="130793" y="6280862"/>
                  </a:lnTo>
                  <a:lnTo>
                    <a:pt x="130918" y="6280862"/>
                  </a:lnTo>
                  <a:lnTo>
                    <a:pt x="131043" y="6280862"/>
                  </a:lnTo>
                  <a:lnTo>
                    <a:pt x="131168" y="6280862"/>
                  </a:lnTo>
                  <a:lnTo>
                    <a:pt x="131293" y="6280862"/>
                  </a:lnTo>
                  <a:lnTo>
                    <a:pt x="131418" y="6280862"/>
                  </a:lnTo>
                  <a:lnTo>
                    <a:pt x="131543" y="6280862"/>
                  </a:lnTo>
                  <a:lnTo>
                    <a:pt x="131669" y="6280862"/>
                  </a:lnTo>
                  <a:lnTo>
                    <a:pt x="131794" y="6280862"/>
                  </a:lnTo>
                  <a:lnTo>
                    <a:pt x="131919" y="6280862"/>
                  </a:lnTo>
                  <a:lnTo>
                    <a:pt x="132044" y="6280862"/>
                  </a:lnTo>
                  <a:lnTo>
                    <a:pt x="132169" y="6280862"/>
                  </a:lnTo>
                  <a:lnTo>
                    <a:pt x="132294" y="6280862"/>
                  </a:lnTo>
                  <a:lnTo>
                    <a:pt x="132419" y="6280862"/>
                  </a:lnTo>
                  <a:lnTo>
                    <a:pt x="132544" y="6280862"/>
                  </a:lnTo>
                  <a:lnTo>
                    <a:pt x="132669" y="6280862"/>
                  </a:lnTo>
                  <a:lnTo>
                    <a:pt x="132794" y="6280862"/>
                  </a:lnTo>
                  <a:lnTo>
                    <a:pt x="132919" y="6280862"/>
                  </a:lnTo>
                  <a:lnTo>
                    <a:pt x="133044" y="6280862"/>
                  </a:lnTo>
                  <a:lnTo>
                    <a:pt x="133169" y="6280862"/>
                  </a:lnTo>
                  <a:lnTo>
                    <a:pt x="133294" y="6280862"/>
                  </a:lnTo>
                  <a:lnTo>
                    <a:pt x="133419" y="6280862"/>
                  </a:lnTo>
                  <a:lnTo>
                    <a:pt x="133544" y="6280862"/>
                  </a:lnTo>
                  <a:lnTo>
                    <a:pt x="133669" y="6280862"/>
                  </a:lnTo>
                  <a:lnTo>
                    <a:pt x="133794" y="6280862"/>
                  </a:lnTo>
                  <a:lnTo>
                    <a:pt x="133919" y="6280862"/>
                  </a:lnTo>
                  <a:lnTo>
                    <a:pt x="134044" y="6280862"/>
                  </a:lnTo>
                  <a:lnTo>
                    <a:pt x="134169" y="6280862"/>
                  </a:lnTo>
                  <a:lnTo>
                    <a:pt x="134294" y="6280862"/>
                  </a:lnTo>
                  <a:lnTo>
                    <a:pt x="134419" y="6280862"/>
                  </a:lnTo>
                  <a:lnTo>
                    <a:pt x="134544" y="6280862"/>
                  </a:lnTo>
                  <a:lnTo>
                    <a:pt x="134670" y="6280862"/>
                  </a:lnTo>
                  <a:lnTo>
                    <a:pt x="134795" y="6280862"/>
                  </a:lnTo>
                  <a:lnTo>
                    <a:pt x="134920" y="6280862"/>
                  </a:lnTo>
                  <a:lnTo>
                    <a:pt x="135045" y="6280862"/>
                  </a:lnTo>
                  <a:lnTo>
                    <a:pt x="135170" y="6280862"/>
                  </a:lnTo>
                  <a:lnTo>
                    <a:pt x="135295" y="6280862"/>
                  </a:lnTo>
                  <a:lnTo>
                    <a:pt x="135420" y="6280862"/>
                  </a:lnTo>
                  <a:lnTo>
                    <a:pt x="135545" y="6280862"/>
                  </a:lnTo>
                  <a:lnTo>
                    <a:pt x="135670" y="6280862"/>
                  </a:lnTo>
                  <a:lnTo>
                    <a:pt x="135795" y="6280862"/>
                  </a:lnTo>
                  <a:lnTo>
                    <a:pt x="135920" y="6280862"/>
                  </a:lnTo>
                  <a:lnTo>
                    <a:pt x="136170" y="6280862"/>
                  </a:lnTo>
                  <a:lnTo>
                    <a:pt x="136295" y="6280862"/>
                  </a:lnTo>
                  <a:lnTo>
                    <a:pt x="136420" y="6280862"/>
                  </a:lnTo>
                  <a:lnTo>
                    <a:pt x="136545" y="6280862"/>
                  </a:lnTo>
                  <a:lnTo>
                    <a:pt x="136670" y="6280862"/>
                  </a:lnTo>
                  <a:lnTo>
                    <a:pt x="136795" y="6280862"/>
                  </a:lnTo>
                  <a:lnTo>
                    <a:pt x="136920" y="6280862"/>
                  </a:lnTo>
                  <a:lnTo>
                    <a:pt x="137045" y="6280862"/>
                  </a:lnTo>
                  <a:lnTo>
                    <a:pt x="137170" y="6280862"/>
                  </a:lnTo>
                  <a:lnTo>
                    <a:pt x="137295" y="6280862"/>
                  </a:lnTo>
                  <a:lnTo>
                    <a:pt x="137420" y="6280862"/>
                  </a:lnTo>
                  <a:lnTo>
                    <a:pt x="137545" y="6280862"/>
                  </a:lnTo>
                  <a:lnTo>
                    <a:pt x="137671" y="6280862"/>
                  </a:lnTo>
                  <a:lnTo>
                    <a:pt x="137796" y="6280862"/>
                  </a:lnTo>
                  <a:lnTo>
                    <a:pt x="137921" y="6280862"/>
                  </a:lnTo>
                  <a:lnTo>
                    <a:pt x="138046" y="6280862"/>
                  </a:lnTo>
                  <a:lnTo>
                    <a:pt x="138171" y="6280862"/>
                  </a:lnTo>
                  <a:lnTo>
                    <a:pt x="138296" y="6280862"/>
                  </a:lnTo>
                  <a:lnTo>
                    <a:pt x="138421" y="6280862"/>
                  </a:lnTo>
                  <a:lnTo>
                    <a:pt x="138546" y="6280862"/>
                  </a:lnTo>
                  <a:lnTo>
                    <a:pt x="138671" y="6280862"/>
                  </a:lnTo>
                  <a:lnTo>
                    <a:pt x="138796" y="6280862"/>
                  </a:lnTo>
                  <a:lnTo>
                    <a:pt x="138921" y="6280862"/>
                  </a:lnTo>
                  <a:lnTo>
                    <a:pt x="139171" y="6280862"/>
                  </a:lnTo>
                  <a:lnTo>
                    <a:pt x="139296" y="6280862"/>
                  </a:lnTo>
                  <a:lnTo>
                    <a:pt x="139421" y="6280862"/>
                  </a:lnTo>
                  <a:lnTo>
                    <a:pt x="139546" y="6280862"/>
                  </a:lnTo>
                  <a:lnTo>
                    <a:pt x="139671" y="6280862"/>
                  </a:lnTo>
                  <a:lnTo>
                    <a:pt x="139796" y="6280862"/>
                  </a:lnTo>
                  <a:lnTo>
                    <a:pt x="139921" y="6280862"/>
                  </a:lnTo>
                  <a:lnTo>
                    <a:pt x="140046" y="6280862"/>
                  </a:lnTo>
                  <a:lnTo>
                    <a:pt x="140171" y="6280862"/>
                  </a:lnTo>
                  <a:lnTo>
                    <a:pt x="140296" y="6280862"/>
                  </a:lnTo>
                  <a:lnTo>
                    <a:pt x="140421" y="6280862"/>
                  </a:lnTo>
                  <a:lnTo>
                    <a:pt x="140546" y="6280862"/>
                  </a:lnTo>
                  <a:lnTo>
                    <a:pt x="140672" y="6280862"/>
                  </a:lnTo>
                  <a:lnTo>
                    <a:pt x="140797" y="6280862"/>
                  </a:lnTo>
                  <a:lnTo>
                    <a:pt x="140922" y="6280862"/>
                  </a:lnTo>
                  <a:lnTo>
                    <a:pt x="141047" y="6280862"/>
                  </a:lnTo>
                  <a:lnTo>
                    <a:pt x="141172" y="6280862"/>
                  </a:lnTo>
                  <a:lnTo>
                    <a:pt x="141422" y="6280862"/>
                  </a:lnTo>
                  <a:lnTo>
                    <a:pt x="141547" y="6280862"/>
                  </a:lnTo>
                  <a:lnTo>
                    <a:pt x="141672" y="6280862"/>
                  </a:lnTo>
                  <a:lnTo>
                    <a:pt x="141797" y="6280862"/>
                  </a:lnTo>
                  <a:lnTo>
                    <a:pt x="141922" y="6280862"/>
                  </a:lnTo>
                  <a:lnTo>
                    <a:pt x="142047" y="6280862"/>
                  </a:lnTo>
                  <a:lnTo>
                    <a:pt x="142172" y="6280862"/>
                  </a:lnTo>
                  <a:lnTo>
                    <a:pt x="142297" y="6280862"/>
                  </a:lnTo>
                  <a:lnTo>
                    <a:pt x="142422" y="6280862"/>
                  </a:lnTo>
                  <a:lnTo>
                    <a:pt x="142547" y="6280862"/>
                  </a:lnTo>
                  <a:lnTo>
                    <a:pt x="142672" y="6280862"/>
                  </a:lnTo>
                  <a:lnTo>
                    <a:pt x="142797" y="6280862"/>
                  </a:lnTo>
                  <a:lnTo>
                    <a:pt x="142922" y="6280862"/>
                  </a:lnTo>
                  <a:lnTo>
                    <a:pt x="143047" y="6280862"/>
                  </a:lnTo>
                  <a:lnTo>
                    <a:pt x="143172" y="6280862"/>
                  </a:lnTo>
                  <a:lnTo>
                    <a:pt x="143297" y="6280862"/>
                  </a:lnTo>
                  <a:lnTo>
                    <a:pt x="143422" y="6280862"/>
                  </a:lnTo>
                  <a:lnTo>
                    <a:pt x="143547" y="6280862"/>
                  </a:lnTo>
                  <a:lnTo>
                    <a:pt x="143673" y="6280862"/>
                  </a:lnTo>
                  <a:lnTo>
                    <a:pt x="143798" y="6280862"/>
                  </a:lnTo>
                  <a:lnTo>
                    <a:pt x="143923" y="6280862"/>
                  </a:lnTo>
                  <a:lnTo>
                    <a:pt x="144048" y="6280862"/>
                  </a:lnTo>
                  <a:lnTo>
                    <a:pt x="144173" y="6280862"/>
                  </a:lnTo>
                  <a:lnTo>
                    <a:pt x="144298" y="6280862"/>
                  </a:lnTo>
                  <a:lnTo>
                    <a:pt x="144423" y="6280862"/>
                  </a:lnTo>
                  <a:lnTo>
                    <a:pt x="144548" y="6280862"/>
                  </a:lnTo>
                  <a:lnTo>
                    <a:pt x="144673" y="6280862"/>
                  </a:lnTo>
                  <a:lnTo>
                    <a:pt x="144798" y="6280862"/>
                  </a:lnTo>
                  <a:lnTo>
                    <a:pt x="144923" y="6280862"/>
                  </a:lnTo>
                  <a:lnTo>
                    <a:pt x="145048" y="6280862"/>
                  </a:lnTo>
                  <a:lnTo>
                    <a:pt x="145173" y="6280862"/>
                  </a:lnTo>
                  <a:lnTo>
                    <a:pt x="145423" y="6280862"/>
                  </a:lnTo>
                  <a:lnTo>
                    <a:pt x="145548" y="6280862"/>
                  </a:lnTo>
                  <a:lnTo>
                    <a:pt x="145673" y="6280862"/>
                  </a:lnTo>
                  <a:lnTo>
                    <a:pt x="145798" y="6280862"/>
                  </a:lnTo>
                  <a:lnTo>
                    <a:pt x="145923" y="6280862"/>
                  </a:lnTo>
                  <a:lnTo>
                    <a:pt x="146048" y="6280862"/>
                  </a:lnTo>
                  <a:lnTo>
                    <a:pt x="146173" y="6280862"/>
                  </a:lnTo>
                  <a:lnTo>
                    <a:pt x="146298" y="6280862"/>
                  </a:lnTo>
                  <a:lnTo>
                    <a:pt x="146423" y="6280862"/>
                  </a:lnTo>
                  <a:lnTo>
                    <a:pt x="146548" y="6280862"/>
                  </a:lnTo>
                  <a:lnTo>
                    <a:pt x="147049" y="6280862"/>
                  </a:lnTo>
                  <a:lnTo>
                    <a:pt x="147174" y="6280862"/>
                  </a:lnTo>
                  <a:lnTo>
                    <a:pt x="147299" y="6280862"/>
                  </a:lnTo>
                  <a:lnTo>
                    <a:pt x="147424" y="6280862"/>
                  </a:lnTo>
                  <a:lnTo>
                    <a:pt x="147674" y="6280862"/>
                  </a:lnTo>
                  <a:lnTo>
                    <a:pt x="147799" y="6280862"/>
                  </a:lnTo>
                  <a:lnTo>
                    <a:pt x="147924" y="6280862"/>
                  </a:lnTo>
                  <a:lnTo>
                    <a:pt x="148049" y="6280862"/>
                  </a:lnTo>
                  <a:lnTo>
                    <a:pt x="148174" y="6280862"/>
                  </a:lnTo>
                  <a:lnTo>
                    <a:pt x="148299" y="6280862"/>
                  </a:lnTo>
                  <a:lnTo>
                    <a:pt x="148424" y="6280862"/>
                  </a:lnTo>
                  <a:lnTo>
                    <a:pt x="148424" y="6270908"/>
                  </a:lnTo>
                  <a:lnTo>
                    <a:pt x="148549" y="6270908"/>
                  </a:lnTo>
                  <a:lnTo>
                    <a:pt x="148674" y="6270908"/>
                  </a:lnTo>
                  <a:lnTo>
                    <a:pt x="148799" y="6270908"/>
                  </a:lnTo>
                  <a:lnTo>
                    <a:pt x="148924" y="6270908"/>
                  </a:lnTo>
                  <a:lnTo>
                    <a:pt x="149049" y="6270908"/>
                  </a:lnTo>
                  <a:lnTo>
                    <a:pt x="149174" y="6270908"/>
                  </a:lnTo>
                  <a:lnTo>
                    <a:pt x="149299" y="6270908"/>
                  </a:lnTo>
                  <a:lnTo>
                    <a:pt x="149424" y="6270908"/>
                  </a:lnTo>
                  <a:lnTo>
                    <a:pt x="149549" y="6270908"/>
                  </a:lnTo>
                  <a:lnTo>
                    <a:pt x="149675" y="6270908"/>
                  </a:lnTo>
                  <a:lnTo>
                    <a:pt x="149800" y="6270908"/>
                  </a:lnTo>
                  <a:lnTo>
                    <a:pt x="149925" y="6270908"/>
                  </a:lnTo>
                  <a:lnTo>
                    <a:pt x="150050" y="6270908"/>
                  </a:lnTo>
                  <a:lnTo>
                    <a:pt x="150175" y="6270908"/>
                  </a:lnTo>
                  <a:lnTo>
                    <a:pt x="150300" y="6270908"/>
                  </a:lnTo>
                  <a:lnTo>
                    <a:pt x="150425" y="6270908"/>
                  </a:lnTo>
                  <a:lnTo>
                    <a:pt x="150550" y="6270908"/>
                  </a:lnTo>
                  <a:lnTo>
                    <a:pt x="150675" y="6270908"/>
                  </a:lnTo>
                  <a:lnTo>
                    <a:pt x="150675" y="6260954"/>
                  </a:lnTo>
                  <a:lnTo>
                    <a:pt x="150800" y="6260954"/>
                  </a:lnTo>
                  <a:lnTo>
                    <a:pt x="150925" y="6260954"/>
                  </a:lnTo>
                  <a:lnTo>
                    <a:pt x="151050" y="6260954"/>
                  </a:lnTo>
                  <a:lnTo>
                    <a:pt x="151175" y="6260954"/>
                  </a:lnTo>
                  <a:lnTo>
                    <a:pt x="151300" y="6260954"/>
                  </a:lnTo>
                  <a:lnTo>
                    <a:pt x="151550" y="6260954"/>
                  </a:lnTo>
                  <a:lnTo>
                    <a:pt x="151675" y="6260954"/>
                  </a:lnTo>
                  <a:lnTo>
                    <a:pt x="151800" y="6260954"/>
                  </a:lnTo>
                  <a:lnTo>
                    <a:pt x="151925" y="6260954"/>
                  </a:lnTo>
                  <a:lnTo>
                    <a:pt x="152050" y="6260954"/>
                  </a:lnTo>
                  <a:lnTo>
                    <a:pt x="152175" y="6260954"/>
                  </a:lnTo>
                  <a:lnTo>
                    <a:pt x="152300" y="6260954"/>
                  </a:lnTo>
                  <a:lnTo>
                    <a:pt x="152425" y="6260954"/>
                  </a:lnTo>
                  <a:lnTo>
                    <a:pt x="152550" y="6260954"/>
                  </a:lnTo>
                  <a:lnTo>
                    <a:pt x="152676" y="6260954"/>
                  </a:lnTo>
                  <a:lnTo>
                    <a:pt x="152801" y="6260954"/>
                  </a:lnTo>
                  <a:lnTo>
                    <a:pt x="152926" y="6260954"/>
                  </a:lnTo>
                  <a:lnTo>
                    <a:pt x="153051" y="6260954"/>
                  </a:lnTo>
                  <a:lnTo>
                    <a:pt x="153176" y="6260954"/>
                  </a:lnTo>
                  <a:lnTo>
                    <a:pt x="153301" y="6260954"/>
                  </a:lnTo>
                  <a:lnTo>
                    <a:pt x="153426" y="6260954"/>
                  </a:lnTo>
                  <a:lnTo>
                    <a:pt x="153551" y="6260954"/>
                  </a:lnTo>
                  <a:lnTo>
                    <a:pt x="153676" y="6260954"/>
                  </a:lnTo>
                  <a:lnTo>
                    <a:pt x="153801" y="6260954"/>
                  </a:lnTo>
                  <a:lnTo>
                    <a:pt x="153926" y="6260954"/>
                  </a:lnTo>
                  <a:lnTo>
                    <a:pt x="154051" y="6260954"/>
                  </a:lnTo>
                  <a:lnTo>
                    <a:pt x="154176" y="6260954"/>
                  </a:lnTo>
                  <a:lnTo>
                    <a:pt x="154301" y="6260954"/>
                  </a:lnTo>
                  <a:lnTo>
                    <a:pt x="154426" y="6260954"/>
                  </a:lnTo>
                  <a:lnTo>
                    <a:pt x="154551" y="6260954"/>
                  </a:lnTo>
                  <a:lnTo>
                    <a:pt x="154676" y="6260954"/>
                  </a:lnTo>
                  <a:lnTo>
                    <a:pt x="154926" y="6260954"/>
                  </a:lnTo>
                  <a:lnTo>
                    <a:pt x="155051" y="6260954"/>
                  </a:lnTo>
                  <a:lnTo>
                    <a:pt x="155176" y="6260954"/>
                  </a:lnTo>
                  <a:lnTo>
                    <a:pt x="155301" y="6260954"/>
                  </a:lnTo>
                  <a:lnTo>
                    <a:pt x="155426" y="6260954"/>
                  </a:lnTo>
                  <a:lnTo>
                    <a:pt x="155552" y="6260954"/>
                  </a:lnTo>
                  <a:lnTo>
                    <a:pt x="155677" y="6260954"/>
                  </a:lnTo>
                  <a:lnTo>
                    <a:pt x="155802" y="6260954"/>
                  </a:lnTo>
                  <a:lnTo>
                    <a:pt x="155802" y="6251000"/>
                  </a:lnTo>
                  <a:lnTo>
                    <a:pt x="155927" y="6251000"/>
                  </a:lnTo>
                  <a:lnTo>
                    <a:pt x="156052" y="6251000"/>
                  </a:lnTo>
                  <a:lnTo>
                    <a:pt x="156177" y="6251000"/>
                  </a:lnTo>
                  <a:lnTo>
                    <a:pt x="156302" y="6251000"/>
                  </a:lnTo>
                  <a:lnTo>
                    <a:pt x="156427" y="6251000"/>
                  </a:lnTo>
                  <a:lnTo>
                    <a:pt x="156552" y="6251000"/>
                  </a:lnTo>
                  <a:lnTo>
                    <a:pt x="156677" y="6251000"/>
                  </a:lnTo>
                  <a:lnTo>
                    <a:pt x="156802" y="6251000"/>
                  </a:lnTo>
                  <a:lnTo>
                    <a:pt x="156927" y="6251000"/>
                  </a:lnTo>
                  <a:lnTo>
                    <a:pt x="157052" y="6251000"/>
                  </a:lnTo>
                  <a:lnTo>
                    <a:pt x="157177" y="6251000"/>
                  </a:lnTo>
                  <a:lnTo>
                    <a:pt x="157302" y="6251000"/>
                  </a:lnTo>
                  <a:lnTo>
                    <a:pt x="157427" y="6251000"/>
                  </a:lnTo>
                  <a:lnTo>
                    <a:pt x="157552" y="6251000"/>
                  </a:lnTo>
                  <a:lnTo>
                    <a:pt x="157677" y="6251000"/>
                  </a:lnTo>
                  <a:lnTo>
                    <a:pt x="157802" y="6251000"/>
                  </a:lnTo>
                  <a:lnTo>
                    <a:pt x="157927" y="6251000"/>
                  </a:lnTo>
                  <a:lnTo>
                    <a:pt x="158052" y="6251000"/>
                  </a:lnTo>
                  <a:lnTo>
                    <a:pt x="158177" y="6251000"/>
                  </a:lnTo>
                  <a:lnTo>
                    <a:pt x="158302" y="6251000"/>
                  </a:lnTo>
                  <a:lnTo>
                    <a:pt x="158427" y="6251000"/>
                  </a:lnTo>
                  <a:lnTo>
                    <a:pt x="158553" y="6251000"/>
                  </a:lnTo>
                  <a:lnTo>
                    <a:pt x="158678" y="6251000"/>
                  </a:lnTo>
                  <a:lnTo>
                    <a:pt x="158803" y="6251000"/>
                  </a:lnTo>
                  <a:lnTo>
                    <a:pt x="158803" y="6241046"/>
                  </a:lnTo>
                  <a:lnTo>
                    <a:pt x="158928" y="6241046"/>
                  </a:lnTo>
                  <a:lnTo>
                    <a:pt x="159053" y="6241046"/>
                  </a:lnTo>
                  <a:lnTo>
                    <a:pt x="159178" y="6241046"/>
                  </a:lnTo>
                  <a:lnTo>
                    <a:pt x="159303" y="6241046"/>
                  </a:lnTo>
                  <a:lnTo>
                    <a:pt x="159428" y="6241046"/>
                  </a:lnTo>
                  <a:lnTo>
                    <a:pt x="159553" y="6241046"/>
                  </a:lnTo>
                  <a:lnTo>
                    <a:pt x="159678" y="6241046"/>
                  </a:lnTo>
                  <a:lnTo>
                    <a:pt x="159803" y="6241046"/>
                  </a:lnTo>
                  <a:lnTo>
                    <a:pt x="159928" y="6241046"/>
                  </a:lnTo>
                  <a:lnTo>
                    <a:pt x="160053" y="6241046"/>
                  </a:lnTo>
                  <a:lnTo>
                    <a:pt x="160303" y="6241046"/>
                  </a:lnTo>
                  <a:lnTo>
                    <a:pt x="160428" y="6241046"/>
                  </a:lnTo>
                  <a:lnTo>
                    <a:pt x="160553" y="6241046"/>
                  </a:lnTo>
                  <a:lnTo>
                    <a:pt x="160803" y="6241046"/>
                  </a:lnTo>
                  <a:lnTo>
                    <a:pt x="160928" y="6241046"/>
                  </a:lnTo>
                  <a:lnTo>
                    <a:pt x="161053" y="6241046"/>
                  </a:lnTo>
                  <a:lnTo>
                    <a:pt x="161178" y="6241046"/>
                  </a:lnTo>
                  <a:lnTo>
                    <a:pt x="161303" y="6241046"/>
                  </a:lnTo>
                  <a:lnTo>
                    <a:pt x="161428" y="6241046"/>
                  </a:lnTo>
                  <a:lnTo>
                    <a:pt x="161554" y="6241046"/>
                  </a:lnTo>
                  <a:lnTo>
                    <a:pt x="161679" y="6241046"/>
                  </a:lnTo>
                  <a:lnTo>
                    <a:pt x="161804" y="6241046"/>
                  </a:lnTo>
                  <a:lnTo>
                    <a:pt x="162054" y="6241046"/>
                  </a:lnTo>
                  <a:lnTo>
                    <a:pt x="162179" y="6241046"/>
                  </a:lnTo>
                  <a:lnTo>
                    <a:pt x="162304" y="6241046"/>
                  </a:lnTo>
                  <a:lnTo>
                    <a:pt x="162429" y="6241046"/>
                  </a:lnTo>
                  <a:lnTo>
                    <a:pt x="162554" y="6241046"/>
                  </a:lnTo>
                  <a:lnTo>
                    <a:pt x="162679" y="6241046"/>
                  </a:lnTo>
                  <a:lnTo>
                    <a:pt x="162804" y="6241046"/>
                  </a:lnTo>
                  <a:lnTo>
                    <a:pt x="162929" y="6241046"/>
                  </a:lnTo>
                  <a:lnTo>
                    <a:pt x="163054" y="6241046"/>
                  </a:lnTo>
                  <a:lnTo>
                    <a:pt x="163179" y="6241046"/>
                  </a:lnTo>
                  <a:lnTo>
                    <a:pt x="163304" y="6241046"/>
                  </a:lnTo>
                  <a:lnTo>
                    <a:pt x="163429" y="6241046"/>
                  </a:lnTo>
                  <a:lnTo>
                    <a:pt x="163554" y="6241046"/>
                  </a:lnTo>
                  <a:lnTo>
                    <a:pt x="163679" y="6241046"/>
                  </a:lnTo>
                  <a:lnTo>
                    <a:pt x="163679" y="6231092"/>
                  </a:lnTo>
                  <a:lnTo>
                    <a:pt x="163804" y="6231092"/>
                  </a:lnTo>
                  <a:lnTo>
                    <a:pt x="163929" y="6231092"/>
                  </a:lnTo>
                  <a:lnTo>
                    <a:pt x="164054" y="6231092"/>
                  </a:lnTo>
                  <a:lnTo>
                    <a:pt x="164179" y="6231092"/>
                  </a:lnTo>
                  <a:lnTo>
                    <a:pt x="164304" y="6231092"/>
                  </a:lnTo>
                  <a:lnTo>
                    <a:pt x="164429" y="6231092"/>
                  </a:lnTo>
                  <a:lnTo>
                    <a:pt x="164555" y="6231092"/>
                  </a:lnTo>
                  <a:lnTo>
                    <a:pt x="164680" y="6231092"/>
                  </a:lnTo>
                  <a:lnTo>
                    <a:pt x="164805" y="6231092"/>
                  </a:lnTo>
                  <a:lnTo>
                    <a:pt x="164930" y="6231092"/>
                  </a:lnTo>
                  <a:lnTo>
                    <a:pt x="165305" y="6231092"/>
                  </a:lnTo>
                  <a:lnTo>
                    <a:pt x="165430" y="6231092"/>
                  </a:lnTo>
                  <a:lnTo>
                    <a:pt x="165555" y="6231092"/>
                  </a:lnTo>
                  <a:lnTo>
                    <a:pt x="165680" y="6231092"/>
                  </a:lnTo>
                  <a:lnTo>
                    <a:pt x="165805" y="6231092"/>
                  </a:lnTo>
                  <a:lnTo>
                    <a:pt x="165930" y="6231092"/>
                  </a:lnTo>
                  <a:lnTo>
                    <a:pt x="165930" y="6221139"/>
                  </a:lnTo>
                  <a:lnTo>
                    <a:pt x="166055" y="6221139"/>
                  </a:lnTo>
                  <a:lnTo>
                    <a:pt x="166180" y="6221139"/>
                  </a:lnTo>
                  <a:lnTo>
                    <a:pt x="166305" y="6221139"/>
                  </a:lnTo>
                  <a:lnTo>
                    <a:pt x="166555" y="6221139"/>
                  </a:lnTo>
                  <a:lnTo>
                    <a:pt x="166680" y="6221139"/>
                  </a:lnTo>
                  <a:lnTo>
                    <a:pt x="166805" y="6221139"/>
                  </a:lnTo>
                  <a:lnTo>
                    <a:pt x="166930" y="6221139"/>
                  </a:lnTo>
                  <a:lnTo>
                    <a:pt x="167055" y="6221139"/>
                  </a:lnTo>
                  <a:lnTo>
                    <a:pt x="167305" y="6221139"/>
                  </a:lnTo>
                  <a:lnTo>
                    <a:pt x="167430" y="6221139"/>
                  </a:lnTo>
                  <a:lnTo>
                    <a:pt x="167556" y="6221139"/>
                  </a:lnTo>
                  <a:lnTo>
                    <a:pt x="167681" y="6221139"/>
                  </a:lnTo>
                  <a:lnTo>
                    <a:pt x="167806" y="6221139"/>
                  </a:lnTo>
                  <a:lnTo>
                    <a:pt x="167931" y="6221139"/>
                  </a:lnTo>
                  <a:lnTo>
                    <a:pt x="168056" y="6221139"/>
                  </a:lnTo>
                  <a:lnTo>
                    <a:pt x="168181" y="6221139"/>
                  </a:lnTo>
                  <a:lnTo>
                    <a:pt x="168306" y="6221139"/>
                  </a:lnTo>
                  <a:lnTo>
                    <a:pt x="168431" y="6221139"/>
                  </a:lnTo>
                  <a:lnTo>
                    <a:pt x="168556" y="6221139"/>
                  </a:lnTo>
                  <a:lnTo>
                    <a:pt x="168681" y="6221139"/>
                  </a:lnTo>
                  <a:lnTo>
                    <a:pt x="168806" y="6221139"/>
                  </a:lnTo>
                  <a:lnTo>
                    <a:pt x="168931" y="6221139"/>
                  </a:lnTo>
                  <a:lnTo>
                    <a:pt x="169056" y="6221139"/>
                  </a:lnTo>
                  <a:lnTo>
                    <a:pt x="169181" y="6221139"/>
                  </a:lnTo>
                  <a:lnTo>
                    <a:pt x="169306" y="6221139"/>
                  </a:lnTo>
                  <a:lnTo>
                    <a:pt x="169556" y="6221139"/>
                  </a:lnTo>
                  <a:lnTo>
                    <a:pt x="169681" y="6221139"/>
                  </a:lnTo>
                  <a:lnTo>
                    <a:pt x="169806" y="6221139"/>
                  </a:lnTo>
                  <a:lnTo>
                    <a:pt x="169931" y="6221139"/>
                  </a:lnTo>
                  <a:lnTo>
                    <a:pt x="170056" y="6221139"/>
                  </a:lnTo>
                  <a:lnTo>
                    <a:pt x="170181" y="6221139"/>
                  </a:lnTo>
                  <a:lnTo>
                    <a:pt x="170306" y="6221139"/>
                  </a:lnTo>
                  <a:lnTo>
                    <a:pt x="170431" y="6221139"/>
                  </a:lnTo>
                  <a:lnTo>
                    <a:pt x="170557" y="6221139"/>
                  </a:lnTo>
                  <a:lnTo>
                    <a:pt x="170682" y="6221139"/>
                  </a:lnTo>
                  <a:lnTo>
                    <a:pt x="170807" y="6221139"/>
                  </a:lnTo>
                  <a:lnTo>
                    <a:pt x="170932" y="6221139"/>
                  </a:lnTo>
                  <a:lnTo>
                    <a:pt x="171057" y="6221139"/>
                  </a:lnTo>
                  <a:lnTo>
                    <a:pt x="171182" y="6221139"/>
                  </a:lnTo>
                  <a:lnTo>
                    <a:pt x="171307" y="6221139"/>
                  </a:lnTo>
                  <a:lnTo>
                    <a:pt x="171432" y="6221139"/>
                  </a:lnTo>
                  <a:lnTo>
                    <a:pt x="171557" y="6221139"/>
                  </a:lnTo>
                  <a:lnTo>
                    <a:pt x="171682" y="6221139"/>
                  </a:lnTo>
                  <a:lnTo>
                    <a:pt x="171807" y="6221139"/>
                  </a:lnTo>
                  <a:lnTo>
                    <a:pt x="171932" y="6221139"/>
                  </a:lnTo>
                  <a:lnTo>
                    <a:pt x="172057" y="6221139"/>
                  </a:lnTo>
                  <a:lnTo>
                    <a:pt x="172182" y="6221139"/>
                  </a:lnTo>
                  <a:lnTo>
                    <a:pt x="172307" y="6221139"/>
                  </a:lnTo>
                  <a:lnTo>
                    <a:pt x="172432" y="6221139"/>
                  </a:lnTo>
                  <a:lnTo>
                    <a:pt x="172557" y="6221139"/>
                  </a:lnTo>
                  <a:lnTo>
                    <a:pt x="172682" y="6221139"/>
                  </a:lnTo>
                  <a:lnTo>
                    <a:pt x="172807" y="6221139"/>
                  </a:lnTo>
                  <a:lnTo>
                    <a:pt x="172932" y="6221139"/>
                  </a:lnTo>
                  <a:lnTo>
                    <a:pt x="173057" y="6221139"/>
                  </a:lnTo>
                  <a:lnTo>
                    <a:pt x="173182" y="6221139"/>
                  </a:lnTo>
                  <a:lnTo>
                    <a:pt x="173182" y="6211185"/>
                  </a:lnTo>
                  <a:lnTo>
                    <a:pt x="173307" y="6211185"/>
                  </a:lnTo>
                  <a:lnTo>
                    <a:pt x="173432" y="6211185"/>
                  </a:lnTo>
                  <a:lnTo>
                    <a:pt x="173558" y="6211185"/>
                  </a:lnTo>
                  <a:lnTo>
                    <a:pt x="173683" y="6211185"/>
                  </a:lnTo>
                  <a:lnTo>
                    <a:pt x="173808" y="6211185"/>
                  </a:lnTo>
                  <a:lnTo>
                    <a:pt x="173933" y="6211185"/>
                  </a:lnTo>
                  <a:lnTo>
                    <a:pt x="174058" y="6211185"/>
                  </a:lnTo>
                  <a:lnTo>
                    <a:pt x="174183" y="6211185"/>
                  </a:lnTo>
                  <a:lnTo>
                    <a:pt x="174308" y="6211185"/>
                  </a:lnTo>
                  <a:lnTo>
                    <a:pt x="174433" y="6211185"/>
                  </a:lnTo>
                  <a:lnTo>
                    <a:pt x="174558" y="6211185"/>
                  </a:lnTo>
                  <a:lnTo>
                    <a:pt x="174683" y="6211185"/>
                  </a:lnTo>
                  <a:lnTo>
                    <a:pt x="174808" y="6211185"/>
                  </a:lnTo>
                  <a:lnTo>
                    <a:pt x="174933" y="6211185"/>
                  </a:lnTo>
                  <a:lnTo>
                    <a:pt x="175058" y="6211185"/>
                  </a:lnTo>
                  <a:lnTo>
                    <a:pt x="175183" y="6211185"/>
                  </a:lnTo>
                  <a:lnTo>
                    <a:pt x="175433" y="6211185"/>
                  </a:lnTo>
                  <a:lnTo>
                    <a:pt x="175558" y="6211185"/>
                  </a:lnTo>
                  <a:lnTo>
                    <a:pt x="175683" y="6211185"/>
                  </a:lnTo>
                  <a:lnTo>
                    <a:pt x="175808" y="6211185"/>
                  </a:lnTo>
                  <a:lnTo>
                    <a:pt x="175933" y="6211185"/>
                  </a:lnTo>
                  <a:lnTo>
                    <a:pt x="176058" y="6211185"/>
                  </a:lnTo>
                  <a:lnTo>
                    <a:pt x="176183" y="6211185"/>
                  </a:lnTo>
                  <a:lnTo>
                    <a:pt x="176308" y="6211185"/>
                  </a:lnTo>
                  <a:lnTo>
                    <a:pt x="176433" y="6211185"/>
                  </a:lnTo>
                  <a:lnTo>
                    <a:pt x="176559" y="6211185"/>
                  </a:lnTo>
                  <a:lnTo>
                    <a:pt x="176684" y="6211185"/>
                  </a:lnTo>
                  <a:lnTo>
                    <a:pt x="176809" y="6211185"/>
                  </a:lnTo>
                  <a:lnTo>
                    <a:pt x="176934" y="6211185"/>
                  </a:lnTo>
                  <a:lnTo>
                    <a:pt x="177059" y="6211185"/>
                  </a:lnTo>
                  <a:lnTo>
                    <a:pt x="177184" y="6211185"/>
                  </a:lnTo>
                  <a:lnTo>
                    <a:pt x="177309" y="6211185"/>
                  </a:lnTo>
                  <a:lnTo>
                    <a:pt x="177434" y="6211185"/>
                  </a:lnTo>
                  <a:lnTo>
                    <a:pt x="177434" y="6201231"/>
                  </a:lnTo>
                  <a:lnTo>
                    <a:pt x="177559" y="6201231"/>
                  </a:lnTo>
                  <a:lnTo>
                    <a:pt x="177684" y="6201231"/>
                  </a:lnTo>
                  <a:lnTo>
                    <a:pt x="177809" y="6201231"/>
                  </a:lnTo>
                  <a:lnTo>
                    <a:pt x="177934" y="6201231"/>
                  </a:lnTo>
                  <a:lnTo>
                    <a:pt x="178059" y="6201231"/>
                  </a:lnTo>
                  <a:lnTo>
                    <a:pt x="178184" y="6201231"/>
                  </a:lnTo>
                  <a:lnTo>
                    <a:pt x="178309" y="6201231"/>
                  </a:lnTo>
                  <a:lnTo>
                    <a:pt x="178434" y="6201231"/>
                  </a:lnTo>
                  <a:lnTo>
                    <a:pt x="178559" y="6201231"/>
                  </a:lnTo>
                  <a:lnTo>
                    <a:pt x="178684" y="6201231"/>
                  </a:lnTo>
                  <a:lnTo>
                    <a:pt x="178809" y="6201231"/>
                  </a:lnTo>
                  <a:lnTo>
                    <a:pt x="178934" y="6201231"/>
                  </a:lnTo>
                  <a:lnTo>
                    <a:pt x="178934" y="6191277"/>
                  </a:lnTo>
                  <a:lnTo>
                    <a:pt x="179059" y="6191277"/>
                  </a:lnTo>
                  <a:lnTo>
                    <a:pt x="179184" y="6191277"/>
                  </a:lnTo>
                  <a:lnTo>
                    <a:pt x="179309" y="6191277"/>
                  </a:lnTo>
                  <a:lnTo>
                    <a:pt x="179434" y="6191277"/>
                  </a:lnTo>
                  <a:lnTo>
                    <a:pt x="179685" y="6191277"/>
                  </a:lnTo>
                  <a:lnTo>
                    <a:pt x="179810" y="6191277"/>
                  </a:lnTo>
                  <a:lnTo>
                    <a:pt x="179935" y="6191277"/>
                  </a:lnTo>
                  <a:lnTo>
                    <a:pt x="180060" y="6191277"/>
                  </a:lnTo>
                  <a:lnTo>
                    <a:pt x="180185" y="6191277"/>
                  </a:lnTo>
                  <a:lnTo>
                    <a:pt x="180310" y="6191277"/>
                  </a:lnTo>
                  <a:lnTo>
                    <a:pt x="180435" y="6191277"/>
                  </a:lnTo>
                  <a:lnTo>
                    <a:pt x="180560" y="6191277"/>
                  </a:lnTo>
                  <a:lnTo>
                    <a:pt x="180685" y="6191277"/>
                  </a:lnTo>
                  <a:lnTo>
                    <a:pt x="180810" y="6191277"/>
                  </a:lnTo>
                  <a:lnTo>
                    <a:pt x="180935" y="6191277"/>
                  </a:lnTo>
                  <a:lnTo>
                    <a:pt x="181060" y="6191277"/>
                  </a:lnTo>
                  <a:lnTo>
                    <a:pt x="181185" y="6191277"/>
                  </a:lnTo>
                  <a:lnTo>
                    <a:pt x="181310" y="6191277"/>
                  </a:lnTo>
                  <a:lnTo>
                    <a:pt x="181435" y="6191277"/>
                  </a:lnTo>
                  <a:lnTo>
                    <a:pt x="181560" y="6191277"/>
                  </a:lnTo>
                  <a:lnTo>
                    <a:pt x="181685" y="6191277"/>
                  </a:lnTo>
                  <a:lnTo>
                    <a:pt x="181935" y="6191277"/>
                  </a:lnTo>
                  <a:lnTo>
                    <a:pt x="182060" y="6191277"/>
                  </a:lnTo>
                  <a:lnTo>
                    <a:pt x="182185" y="6191277"/>
                  </a:lnTo>
                  <a:lnTo>
                    <a:pt x="182310" y="6191277"/>
                  </a:lnTo>
                  <a:lnTo>
                    <a:pt x="182435" y="6191277"/>
                  </a:lnTo>
                  <a:lnTo>
                    <a:pt x="182561" y="6191277"/>
                  </a:lnTo>
                  <a:lnTo>
                    <a:pt x="182686" y="6191277"/>
                  </a:lnTo>
                  <a:lnTo>
                    <a:pt x="182811" y="6191277"/>
                  </a:lnTo>
                  <a:lnTo>
                    <a:pt x="182936" y="6191277"/>
                  </a:lnTo>
                  <a:lnTo>
                    <a:pt x="183061" y="6191277"/>
                  </a:lnTo>
                  <a:lnTo>
                    <a:pt x="183186" y="6191277"/>
                  </a:lnTo>
                  <a:lnTo>
                    <a:pt x="183811" y="6191277"/>
                  </a:lnTo>
                  <a:lnTo>
                    <a:pt x="183936" y="6191277"/>
                  </a:lnTo>
                  <a:lnTo>
                    <a:pt x="184061" y="6191277"/>
                  </a:lnTo>
                  <a:lnTo>
                    <a:pt x="184186" y="6191277"/>
                  </a:lnTo>
                  <a:lnTo>
                    <a:pt x="184311" y="6191277"/>
                  </a:lnTo>
                  <a:lnTo>
                    <a:pt x="184436" y="6191277"/>
                  </a:lnTo>
                  <a:lnTo>
                    <a:pt x="184561" y="6191277"/>
                  </a:lnTo>
                  <a:lnTo>
                    <a:pt x="184811" y="6191277"/>
                  </a:lnTo>
                  <a:lnTo>
                    <a:pt x="184936" y="6191277"/>
                  </a:lnTo>
                  <a:lnTo>
                    <a:pt x="185061" y="6191277"/>
                  </a:lnTo>
                  <a:lnTo>
                    <a:pt x="185311" y="6191277"/>
                  </a:lnTo>
                  <a:lnTo>
                    <a:pt x="185436" y="6191277"/>
                  </a:lnTo>
                  <a:lnTo>
                    <a:pt x="185562" y="6191277"/>
                  </a:lnTo>
                  <a:lnTo>
                    <a:pt x="185687" y="6191277"/>
                  </a:lnTo>
                  <a:lnTo>
                    <a:pt x="185812" y="6191277"/>
                  </a:lnTo>
                  <a:lnTo>
                    <a:pt x="185937" y="6191277"/>
                  </a:lnTo>
                  <a:lnTo>
                    <a:pt x="186062" y="6191277"/>
                  </a:lnTo>
                  <a:lnTo>
                    <a:pt x="186312" y="6191277"/>
                  </a:lnTo>
                  <a:lnTo>
                    <a:pt x="186437" y="6191277"/>
                  </a:lnTo>
                  <a:lnTo>
                    <a:pt x="186562" y="6191277"/>
                  </a:lnTo>
                  <a:lnTo>
                    <a:pt x="186687" y="6191277"/>
                  </a:lnTo>
                  <a:lnTo>
                    <a:pt x="186812" y="6191277"/>
                  </a:lnTo>
                  <a:lnTo>
                    <a:pt x="186937" y="6191277"/>
                  </a:lnTo>
                  <a:lnTo>
                    <a:pt x="187062" y="6191277"/>
                  </a:lnTo>
                  <a:lnTo>
                    <a:pt x="187187" y="6191277"/>
                  </a:lnTo>
                  <a:lnTo>
                    <a:pt x="187312" y="6191277"/>
                  </a:lnTo>
                  <a:lnTo>
                    <a:pt x="187437" y="6191277"/>
                  </a:lnTo>
                  <a:lnTo>
                    <a:pt x="187562" y="6191277"/>
                  </a:lnTo>
                  <a:lnTo>
                    <a:pt x="187687" y="6191277"/>
                  </a:lnTo>
                  <a:lnTo>
                    <a:pt x="187812" y="6191277"/>
                  </a:lnTo>
                  <a:lnTo>
                    <a:pt x="187937" y="6191277"/>
                  </a:lnTo>
                  <a:lnTo>
                    <a:pt x="188062" y="6191277"/>
                  </a:lnTo>
                  <a:lnTo>
                    <a:pt x="188187" y="6191277"/>
                  </a:lnTo>
                  <a:lnTo>
                    <a:pt x="188312" y="6191277"/>
                  </a:lnTo>
                  <a:lnTo>
                    <a:pt x="188437" y="6191277"/>
                  </a:lnTo>
                  <a:lnTo>
                    <a:pt x="188563" y="6191277"/>
                  </a:lnTo>
                  <a:lnTo>
                    <a:pt x="188688" y="6191277"/>
                  </a:lnTo>
                  <a:lnTo>
                    <a:pt x="188813" y="6191277"/>
                  </a:lnTo>
                  <a:lnTo>
                    <a:pt x="188938" y="6191277"/>
                  </a:lnTo>
                  <a:lnTo>
                    <a:pt x="189063" y="6191277"/>
                  </a:lnTo>
                  <a:lnTo>
                    <a:pt x="189188" y="6191277"/>
                  </a:lnTo>
                  <a:lnTo>
                    <a:pt x="189313" y="6191277"/>
                  </a:lnTo>
                  <a:lnTo>
                    <a:pt x="189438" y="6191277"/>
                  </a:lnTo>
                  <a:lnTo>
                    <a:pt x="189563" y="6191277"/>
                  </a:lnTo>
                  <a:lnTo>
                    <a:pt x="189688" y="6191277"/>
                  </a:lnTo>
                  <a:lnTo>
                    <a:pt x="189938" y="6191277"/>
                  </a:lnTo>
                  <a:lnTo>
                    <a:pt x="190063" y="6191277"/>
                  </a:lnTo>
                  <a:lnTo>
                    <a:pt x="190313" y="6191277"/>
                  </a:lnTo>
                  <a:lnTo>
                    <a:pt x="190438" y="6191277"/>
                  </a:lnTo>
                  <a:lnTo>
                    <a:pt x="190563" y="6191277"/>
                  </a:lnTo>
                  <a:lnTo>
                    <a:pt x="190688" y="6191277"/>
                  </a:lnTo>
                  <a:lnTo>
                    <a:pt x="190813" y="6191277"/>
                  </a:lnTo>
                  <a:lnTo>
                    <a:pt x="190938" y="6191277"/>
                  </a:lnTo>
                  <a:lnTo>
                    <a:pt x="191063" y="6191277"/>
                  </a:lnTo>
                  <a:lnTo>
                    <a:pt x="191188" y="6191277"/>
                  </a:lnTo>
                  <a:lnTo>
                    <a:pt x="191313" y="6191277"/>
                  </a:lnTo>
                  <a:lnTo>
                    <a:pt x="191564" y="6191277"/>
                  </a:lnTo>
                  <a:lnTo>
                    <a:pt x="191689" y="6191277"/>
                  </a:lnTo>
                  <a:lnTo>
                    <a:pt x="191814" y="6191277"/>
                  </a:lnTo>
                  <a:lnTo>
                    <a:pt x="191939" y="6191277"/>
                  </a:lnTo>
                  <a:lnTo>
                    <a:pt x="192064" y="6191277"/>
                  </a:lnTo>
                  <a:lnTo>
                    <a:pt x="192189" y="6191277"/>
                  </a:lnTo>
                  <a:lnTo>
                    <a:pt x="192314" y="6191277"/>
                  </a:lnTo>
                  <a:lnTo>
                    <a:pt x="192439" y="6191277"/>
                  </a:lnTo>
                  <a:lnTo>
                    <a:pt x="192564" y="6191277"/>
                  </a:lnTo>
                  <a:lnTo>
                    <a:pt x="192689" y="6191277"/>
                  </a:lnTo>
                  <a:lnTo>
                    <a:pt x="192814" y="6191277"/>
                  </a:lnTo>
                  <a:lnTo>
                    <a:pt x="192939" y="6191277"/>
                  </a:lnTo>
                  <a:lnTo>
                    <a:pt x="193064" y="6191277"/>
                  </a:lnTo>
                  <a:lnTo>
                    <a:pt x="193189" y="6191277"/>
                  </a:lnTo>
                  <a:lnTo>
                    <a:pt x="193314" y="6191277"/>
                  </a:lnTo>
                  <a:lnTo>
                    <a:pt x="193439" y="6191277"/>
                  </a:lnTo>
                  <a:lnTo>
                    <a:pt x="193564" y="6191277"/>
                  </a:lnTo>
                  <a:lnTo>
                    <a:pt x="193689" y="6191277"/>
                  </a:lnTo>
                  <a:lnTo>
                    <a:pt x="193814" y="6191277"/>
                  </a:lnTo>
                  <a:lnTo>
                    <a:pt x="193939" y="6191277"/>
                  </a:lnTo>
                  <a:lnTo>
                    <a:pt x="194064" y="6191277"/>
                  </a:lnTo>
                  <a:lnTo>
                    <a:pt x="194189" y="6191277"/>
                  </a:lnTo>
                  <a:lnTo>
                    <a:pt x="194314" y="6191277"/>
                  </a:lnTo>
                  <a:lnTo>
                    <a:pt x="194440" y="6191277"/>
                  </a:lnTo>
                  <a:lnTo>
                    <a:pt x="194690" y="6191277"/>
                  </a:lnTo>
                  <a:lnTo>
                    <a:pt x="194815" y="6191277"/>
                  </a:lnTo>
                  <a:lnTo>
                    <a:pt x="194940" y="6191277"/>
                  </a:lnTo>
                  <a:lnTo>
                    <a:pt x="195065" y="6191277"/>
                  </a:lnTo>
                  <a:lnTo>
                    <a:pt x="195190" y="6191277"/>
                  </a:lnTo>
                  <a:lnTo>
                    <a:pt x="195315" y="6191277"/>
                  </a:lnTo>
                  <a:lnTo>
                    <a:pt x="195440" y="6191277"/>
                  </a:lnTo>
                  <a:lnTo>
                    <a:pt x="195565" y="6191277"/>
                  </a:lnTo>
                  <a:lnTo>
                    <a:pt x="195690" y="6191277"/>
                  </a:lnTo>
                  <a:lnTo>
                    <a:pt x="195940" y="6191277"/>
                  </a:lnTo>
                  <a:lnTo>
                    <a:pt x="196065" y="6191277"/>
                  </a:lnTo>
                  <a:lnTo>
                    <a:pt x="196190" y="6191277"/>
                  </a:lnTo>
                  <a:lnTo>
                    <a:pt x="196315" y="6191277"/>
                  </a:lnTo>
                  <a:lnTo>
                    <a:pt x="196440" y="6191277"/>
                  </a:lnTo>
                  <a:lnTo>
                    <a:pt x="196565" y="6191277"/>
                  </a:lnTo>
                  <a:lnTo>
                    <a:pt x="196690" y="6191277"/>
                  </a:lnTo>
                  <a:lnTo>
                    <a:pt x="196940" y="6191277"/>
                  </a:lnTo>
                  <a:lnTo>
                    <a:pt x="197065" y="6191277"/>
                  </a:lnTo>
                  <a:lnTo>
                    <a:pt x="197190" y="6191277"/>
                  </a:lnTo>
                  <a:lnTo>
                    <a:pt x="197315" y="6191277"/>
                  </a:lnTo>
                  <a:lnTo>
                    <a:pt x="197441" y="6191277"/>
                  </a:lnTo>
                  <a:lnTo>
                    <a:pt x="197566" y="6191277"/>
                  </a:lnTo>
                  <a:lnTo>
                    <a:pt x="197691" y="6191277"/>
                  </a:lnTo>
                  <a:lnTo>
                    <a:pt x="197816" y="6191277"/>
                  </a:lnTo>
                  <a:lnTo>
                    <a:pt x="197941" y="6191277"/>
                  </a:lnTo>
                  <a:lnTo>
                    <a:pt x="198066" y="6191277"/>
                  </a:lnTo>
                  <a:lnTo>
                    <a:pt x="198191" y="6191277"/>
                  </a:lnTo>
                  <a:lnTo>
                    <a:pt x="198316" y="6191277"/>
                  </a:lnTo>
                  <a:lnTo>
                    <a:pt x="198441" y="6191277"/>
                  </a:lnTo>
                  <a:lnTo>
                    <a:pt x="198566" y="6191277"/>
                  </a:lnTo>
                  <a:lnTo>
                    <a:pt x="198691" y="6191277"/>
                  </a:lnTo>
                  <a:lnTo>
                    <a:pt x="198816" y="6191277"/>
                  </a:lnTo>
                  <a:lnTo>
                    <a:pt x="198941" y="6191277"/>
                  </a:lnTo>
                  <a:lnTo>
                    <a:pt x="199066" y="6191277"/>
                  </a:lnTo>
                  <a:lnTo>
                    <a:pt x="199191" y="6191277"/>
                  </a:lnTo>
                  <a:lnTo>
                    <a:pt x="199316" y="6191277"/>
                  </a:lnTo>
                  <a:lnTo>
                    <a:pt x="199441" y="6191277"/>
                  </a:lnTo>
                  <a:lnTo>
                    <a:pt x="199566" y="6191277"/>
                  </a:lnTo>
                  <a:lnTo>
                    <a:pt x="199691" y="6191277"/>
                  </a:lnTo>
                  <a:lnTo>
                    <a:pt x="199816" y="6191277"/>
                  </a:lnTo>
                  <a:lnTo>
                    <a:pt x="200066" y="6191277"/>
                  </a:lnTo>
                  <a:lnTo>
                    <a:pt x="200191" y="6191277"/>
                  </a:lnTo>
                  <a:lnTo>
                    <a:pt x="200316" y="6191277"/>
                  </a:lnTo>
                  <a:lnTo>
                    <a:pt x="200442" y="6191277"/>
                  </a:lnTo>
                  <a:lnTo>
                    <a:pt x="200692" y="6191277"/>
                  </a:lnTo>
                  <a:lnTo>
                    <a:pt x="200817" y="6191277"/>
                  </a:lnTo>
                  <a:lnTo>
                    <a:pt x="200942" y="6191277"/>
                  </a:lnTo>
                  <a:lnTo>
                    <a:pt x="201067" y="6191277"/>
                  </a:lnTo>
                  <a:lnTo>
                    <a:pt x="201192" y="6191277"/>
                  </a:lnTo>
                  <a:lnTo>
                    <a:pt x="201317" y="6191277"/>
                  </a:lnTo>
                  <a:lnTo>
                    <a:pt x="201442" y="6191277"/>
                  </a:lnTo>
                  <a:lnTo>
                    <a:pt x="201567" y="6191277"/>
                  </a:lnTo>
                  <a:lnTo>
                    <a:pt x="201692" y="6191277"/>
                  </a:lnTo>
                  <a:lnTo>
                    <a:pt x="201817" y="6191277"/>
                  </a:lnTo>
                  <a:lnTo>
                    <a:pt x="201942" y="6191277"/>
                  </a:lnTo>
                  <a:lnTo>
                    <a:pt x="202067" y="6191277"/>
                  </a:lnTo>
                  <a:lnTo>
                    <a:pt x="202192" y="6191277"/>
                  </a:lnTo>
                  <a:lnTo>
                    <a:pt x="202317" y="6191277"/>
                  </a:lnTo>
                  <a:lnTo>
                    <a:pt x="202567" y="6191277"/>
                  </a:lnTo>
                  <a:lnTo>
                    <a:pt x="202692" y="6191277"/>
                  </a:lnTo>
                  <a:lnTo>
                    <a:pt x="202817" y="6191277"/>
                  </a:lnTo>
                  <a:lnTo>
                    <a:pt x="202942" y="6191277"/>
                  </a:lnTo>
                  <a:lnTo>
                    <a:pt x="203067" y="6191277"/>
                  </a:lnTo>
                  <a:lnTo>
                    <a:pt x="203192" y="6191277"/>
                  </a:lnTo>
                  <a:lnTo>
                    <a:pt x="203317" y="6191277"/>
                  </a:lnTo>
                  <a:lnTo>
                    <a:pt x="203443" y="6191277"/>
                  </a:lnTo>
                  <a:lnTo>
                    <a:pt x="203568" y="6191277"/>
                  </a:lnTo>
                  <a:lnTo>
                    <a:pt x="203693" y="6191277"/>
                  </a:lnTo>
                  <a:lnTo>
                    <a:pt x="203818" y="6191277"/>
                  </a:lnTo>
                  <a:lnTo>
                    <a:pt x="203943" y="6191277"/>
                  </a:lnTo>
                  <a:lnTo>
                    <a:pt x="204068" y="6191277"/>
                  </a:lnTo>
                  <a:lnTo>
                    <a:pt x="204193" y="6191277"/>
                  </a:lnTo>
                  <a:lnTo>
                    <a:pt x="204318" y="6191277"/>
                  </a:lnTo>
                  <a:lnTo>
                    <a:pt x="204443" y="6191277"/>
                  </a:lnTo>
                  <a:lnTo>
                    <a:pt x="204568" y="6191277"/>
                  </a:lnTo>
                  <a:lnTo>
                    <a:pt x="204693" y="6191277"/>
                  </a:lnTo>
                  <a:lnTo>
                    <a:pt x="204818" y="6191277"/>
                  </a:lnTo>
                  <a:lnTo>
                    <a:pt x="204943" y="6191277"/>
                  </a:lnTo>
                  <a:lnTo>
                    <a:pt x="205068" y="6191277"/>
                  </a:lnTo>
                  <a:lnTo>
                    <a:pt x="205193" y="6191277"/>
                  </a:lnTo>
                  <a:lnTo>
                    <a:pt x="205318" y="6191277"/>
                  </a:lnTo>
                  <a:lnTo>
                    <a:pt x="205568" y="6191277"/>
                  </a:lnTo>
                  <a:lnTo>
                    <a:pt x="205693" y="6191277"/>
                  </a:lnTo>
                  <a:lnTo>
                    <a:pt x="205818" y="6191277"/>
                  </a:lnTo>
                  <a:lnTo>
                    <a:pt x="205943" y="6191277"/>
                  </a:lnTo>
                  <a:lnTo>
                    <a:pt x="206193" y="6191277"/>
                  </a:lnTo>
                  <a:lnTo>
                    <a:pt x="206318" y="6191277"/>
                  </a:lnTo>
                  <a:lnTo>
                    <a:pt x="206444" y="6191277"/>
                  </a:lnTo>
                  <a:lnTo>
                    <a:pt x="206569" y="6191277"/>
                  </a:lnTo>
                  <a:lnTo>
                    <a:pt x="206694" y="6191277"/>
                  </a:lnTo>
                  <a:lnTo>
                    <a:pt x="206819" y="6191277"/>
                  </a:lnTo>
                  <a:lnTo>
                    <a:pt x="206944" y="6191277"/>
                  </a:lnTo>
                  <a:lnTo>
                    <a:pt x="207069" y="6191277"/>
                  </a:lnTo>
                  <a:lnTo>
                    <a:pt x="207194" y="6191277"/>
                  </a:lnTo>
                  <a:lnTo>
                    <a:pt x="207319" y="6191277"/>
                  </a:lnTo>
                  <a:lnTo>
                    <a:pt x="207444" y="6191277"/>
                  </a:lnTo>
                  <a:lnTo>
                    <a:pt x="207569" y="6191277"/>
                  </a:lnTo>
                  <a:lnTo>
                    <a:pt x="207694" y="6191277"/>
                  </a:lnTo>
                  <a:lnTo>
                    <a:pt x="207819" y="6191277"/>
                  </a:lnTo>
                  <a:lnTo>
                    <a:pt x="207944" y="6191277"/>
                  </a:lnTo>
                  <a:lnTo>
                    <a:pt x="208069" y="6191277"/>
                  </a:lnTo>
                  <a:lnTo>
                    <a:pt x="208194" y="6191277"/>
                  </a:lnTo>
                  <a:lnTo>
                    <a:pt x="208319" y="6191277"/>
                  </a:lnTo>
                  <a:lnTo>
                    <a:pt x="208444" y="6191277"/>
                  </a:lnTo>
                  <a:lnTo>
                    <a:pt x="208569" y="6191277"/>
                  </a:lnTo>
                  <a:lnTo>
                    <a:pt x="208694" y="6191277"/>
                  </a:lnTo>
                  <a:lnTo>
                    <a:pt x="208819" y="6191277"/>
                  </a:lnTo>
                  <a:lnTo>
                    <a:pt x="208944" y="6191277"/>
                  </a:lnTo>
                  <a:lnTo>
                    <a:pt x="209069" y="6191277"/>
                  </a:lnTo>
                  <a:lnTo>
                    <a:pt x="209194" y="6191277"/>
                  </a:lnTo>
                  <a:lnTo>
                    <a:pt x="209319" y="6191277"/>
                  </a:lnTo>
                  <a:lnTo>
                    <a:pt x="209445" y="6191277"/>
                  </a:lnTo>
                  <a:lnTo>
                    <a:pt x="209570" y="6191277"/>
                  </a:lnTo>
                  <a:lnTo>
                    <a:pt x="209695" y="6191277"/>
                  </a:lnTo>
                  <a:lnTo>
                    <a:pt x="209820" y="6191277"/>
                  </a:lnTo>
                  <a:lnTo>
                    <a:pt x="209945" y="6191277"/>
                  </a:lnTo>
                  <a:lnTo>
                    <a:pt x="210070" y="6191277"/>
                  </a:lnTo>
                  <a:lnTo>
                    <a:pt x="210195" y="6191277"/>
                  </a:lnTo>
                  <a:lnTo>
                    <a:pt x="210320" y="6191277"/>
                  </a:lnTo>
                  <a:lnTo>
                    <a:pt x="210445" y="6191277"/>
                  </a:lnTo>
                  <a:lnTo>
                    <a:pt x="210570" y="6191277"/>
                  </a:lnTo>
                  <a:lnTo>
                    <a:pt x="210695" y="6191277"/>
                  </a:lnTo>
                  <a:lnTo>
                    <a:pt x="210820" y="6191277"/>
                  </a:lnTo>
                  <a:lnTo>
                    <a:pt x="210945" y="6191277"/>
                  </a:lnTo>
                  <a:lnTo>
                    <a:pt x="211070" y="6191277"/>
                  </a:lnTo>
                  <a:lnTo>
                    <a:pt x="211195" y="6191277"/>
                  </a:lnTo>
                  <a:lnTo>
                    <a:pt x="211320" y="6191277"/>
                  </a:lnTo>
                  <a:lnTo>
                    <a:pt x="211445" y="6191277"/>
                  </a:lnTo>
                  <a:lnTo>
                    <a:pt x="211570" y="6191277"/>
                  </a:lnTo>
                  <a:lnTo>
                    <a:pt x="211695" y="6191277"/>
                  </a:lnTo>
                  <a:lnTo>
                    <a:pt x="211820" y="6191277"/>
                  </a:lnTo>
                  <a:lnTo>
                    <a:pt x="211945" y="6191277"/>
                  </a:lnTo>
                  <a:lnTo>
                    <a:pt x="212070" y="6191277"/>
                  </a:lnTo>
                  <a:lnTo>
                    <a:pt x="212070" y="6181323"/>
                  </a:lnTo>
                  <a:lnTo>
                    <a:pt x="212195" y="6181323"/>
                  </a:lnTo>
                  <a:lnTo>
                    <a:pt x="212320" y="6181323"/>
                  </a:lnTo>
                  <a:lnTo>
                    <a:pt x="212446" y="6181323"/>
                  </a:lnTo>
                  <a:lnTo>
                    <a:pt x="212571" y="6181323"/>
                  </a:lnTo>
                  <a:lnTo>
                    <a:pt x="212696" y="6181323"/>
                  </a:lnTo>
                  <a:lnTo>
                    <a:pt x="212821" y="6181323"/>
                  </a:lnTo>
                  <a:lnTo>
                    <a:pt x="212946" y="6181323"/>
                  </a:lnTo>
                  <a:lnTo>
                    <a:pt x="213071" y="6181323"/>
                  </a:lnTo>
                  <a:lnTo>
                    <a:pt x="213196" y="6181323"/>
                  </a:lnTo>
                  <a:lnTo>
                    <a:pt x="213321" y="6181323"/>
                  </a:lnTo>
                  <a:lnTo>
                    <a:pt x="213446" y="6181323"/>
                  </a:lnTo>
                  <a:lnTo>
                    <a:pt x="213571" y="6181323"/>
                  </a:lnTo>
                  <a:lnTo>
                    <a:pt x="213696" y="6181323"/>
                  </a:lnTo>
                  <a:lnTo>
                    <a:pt x="213821" y="6181323"/>
                  </a:lnTo>
                  <a:lnTo>
                    <a:pt x="213946" y="6181323"/>
                  </a:lnTo>
                  <a:lnTo>
                    <a:pt x="214071" y="6181323"/>
                  </a:lnTo>
                  <a:lnTo>
                    <a:pt x="214196" y="6181323"/>
                  </a:lnTo>
                  <a:lnTo>
                    <a:pt x="214321" y="6181323"/>
                  </a:lnTo>
                  <a:lnTo>
                    <a:pt x="214446" y="6181323"/>
                  </a:lnTo>
                  <a:lnTo>
                    <a:pt x="214571" y="6181323"/>
                  </a:lnTo>
                  <a:lnTo>
                    <a:pt x="214696" y="6181323"/>
                  </a:lnTo>
                  <a:lnTo>
                    <a:pt x="214821" y="6181323"/>
                  </a:lnTo>
                  <a:lnTo>
                    <a:pt x="214946" y="6181323"/>
                  </a:lnTo>
                  <a:lnTo>
                    <a:pt x="215071" y="6181323"/>
                  </a:lnTo>
                  <a:lnTo>
                    <a:pt x="215196" y="6181323"/>
                  </a:lnTo>
                  <a:lnTo>
                    <a:pt x="215321" y="6181323"/>
                  </a:lnTo>
                  <a:lnTo>
                    <a:pt x="215447" y="6181323"/>
                  </a:lnTo>
                  <a:lnTo>
                    <a:pt x="215572" y="6181323"/>
                  </a:lnTo>
                  <a:lnTo>
                    <a:pt x="215697" y="6181323"/>
                  </a:lnTo>
                  <a:lnTo>
                    <a:pt x="215822" y="6181323"/>
                  </a:lnTo>
                  <a:lnTo>
                    <a:pt x="215947" y="6181323"/>
                  </a:lnTo>
                  <a:lnTo>
                    <a:pt x="216072" y="6181323"/>
                  </a:lnTo>
                  <a:lnTo>
                    <a:pt x="216197" y="6181323"/>
                  </a:lnTo>
                  <a:lnTo>
                    <a:pt x="216322" y="6181323"/>
                  </a:lnTo>
                  <a:lnTo>
                    <a:pt x="216572" y="6181323"/>
                  </a:lnTo>
                  <a:lnTo>
                    <a:pt x="216697" y="6181323"/>
                  </a:lnTo>
                  <a:lnTo>
                    <a:pt x="216822" y="6181323"/>
                  </a:lnTo>
                  <a:lnTo>
                    <a:pt x="216947" y="6181323"/>
                  </a:lnTo>
                  <a:lnTo>
                    <a:pt x="217072" y="6181323"/>
                  </a:lnTo>
                  <a:lnTo>
                    <a:pt x="217197" y="6181323"/>
                  </a:lnTo>
                  <a:lnTo>
                    <a:pt x="217322" y="6181323"/>
                  </a:lnTo>
                  <a:lnTo>
                    <a:pt x="217447" y="6181323"/>
                  </a:lnTo>
                  <a:lnTo>
                    <a:pt x="217572" y="6181323"/>
                  </a:lnTo>
                  <a:lnTo>
                    <a:pt x="217697" y="6181323"/>
                  </a:lnTo>
                  <a:lnTo>
                    <a:pt x="217822" y="6181323"/>
                  </a:lnTo>
                  <a:lnTo>
                    <a:pt x="217947" y="6181323"/>
                  </a:lnTo>
                  <a:lnTo>
                    <a:pt x="218072" y="6181323"/>
                  </a:lnTo>
                  <a:lnTo>
                    <a:pt x="218197" y="6181323"/>
                  </a:lnTo>
                  <a:lnTo>
                    <a:pt x="218322" y="6181323"/>
                  </a:lnTo>
                  <a:lnTo>
                    <a:pt x="218448" y="6181323"/>
                  </a:lnTo>
                  <a:lnTo>
                    <a:pt x="218573" y="6181323"/>
                  </a:lnTo>
                  <a:lnTo>
                    <a:pt x="218698" y="6181323"/>
                  </a:lnTo>
                  <a:lnTo>
                    <a:pt x="218823" y="6181323"/>
                  </a:lnTo>
                  <a:lnTo>
                    <a:pt x="218948" y="6181323"/>
                  </a:lnTo>
                  <a:lnTo>
                    <a:pt x="219073" y="6181323"/>
                  </a:lnTo>
                  <a:lnTo>
                    <a:pt x="219198" y="6181323"/>
                  </a:lnTo>
                  <a:lnTo>
                    <a:pt x="219323" y="6181323"/>
                  </a:lnTo>
                  <a:lnTo>
                    <a:pt x="219448" y="6181323"/>
                  </a:lnTo>
                  <a:lnTo>
                    <a:pt x="219573" y="6181323"/>
                  </a:lnTo>
                  <a:lnTo>
                    <a:pt x="219698" y="6181323"/>
                  </a:lnTo>
                  <a:lnTo>
                    <a:pt x="219823" y="6181323"/>
                  </a:lnTo>
                  <a:lnTo>
                    <a:pt x="219948" y="6181323"/>
                  </a:lnTo>
                  <a:lnTo>
                    <a:pt x="220073" y="6181323"/>
                  </a:lnTo>
                  <a:lnTo>
                    <a:pt x="220198" y="6181323"/>
                  </a:lnTo>
                  <a:lnTo>
                    <a:pt x="220323" y="6181323"/>
                  </a:lnTo>
                  <a:lnTo>
                    <a:pt x="220448" y="6181323"/>
                  </a:lnTo>
                  <a:lnTo>
                    <a:pt x="220573" y="6181323"/>
                  </a:lnTo>
                  <a:lnTo>
                    <a:pt x="220698" y="6181323"/>
                  </a:lnTo>
                  <a:lnTo>
                    <a:pt x="220823" y="6181323"/>
                  </a:lnTo>
                  <a:lnTo>
                    <a:pt x="220948" y="6181323"/>
                  </a:lnTo>
                  <a:lnTo>
                    <a:pt x="221073" y="6181323"/>
                  </a:lnTo>
                  <a:lnTo>
                    <a:pt x="221198" y="6181323"/>
                  </a:lnTo>
                  <a:lnTo>
                    <a:pt x="221323" y="6181323"/>
                  </a:lnTo>
                  <a:lnTo>
                    <a:pt x="221449" y="6181323"/>
                  </a:lnTo>
                  <a:lnTo>
                    <a:pt x="221574" y="6181323"/>
                  </a:lnTo>
                  <a:lnTo>
                    <a:pt x="221699" y="6181323"/>
                  </a:lnTo>
                  <a:lnTo>
                    <a:pt x="221824" y="6181323"/>
                  </a:lnTo>
                  <a:lnTo>
                    <a:pt x="221949" y="6181323"/>
                  </a:lnTo>
                  <a:lnTo>
                    <a:pt x="222074" y="6181323"/>
                  </a:lnTo>
                  <a:lnTo>
                    <a:pt x="222199" y="6181323"/>
                  </a:lnTo>
                  <a:lnTo>
                    <a:pt x="222324" y="6181323"/>
                  </a:lnTo>
                  <a:lnTo>
                    <a:pt x="222449" y="6181323"/>
                  </a:lnTo>
                  <a:lnTo>
                    <a:pt x="222574" y="6181323"/>
                  </a:lnTo>
                  <a:lnTo>
                    <a:pt x="222699" y="6181323"/>
                  </a:lnTo>
                  <a:lnTo>
                    <a:pt x="222824" y="6181323"/>
                  </a:lnTo>
                  <a:lnTo>
                    <a:pt x="222949" y="6181323"/>
                  </a:lnTo>
                  <a:lnTo>
                    <a:pt x="223074" y="6181323"/>
                  </a:lnTo>
                  <a:lnTo>
                    <a:pt x="223199" y="6181323"/>
                  </a:lnTo>
                  <a:lnTo>
                    <a:pt x="223324" y="6181323"/>
                  </a:lnTo>
                  <a:lnTo>
                    <a:pt x="223449" y="6181323"/>
                  </a:lnTo>
                  <a:lnTo>
                    <a:pt x="223574" y="6181323"/>
                  </a:lnTo>
                  <a:lnTo>
                    <a:pt x="223699" y="6181323"/>
                  </a:lnTo>
                  <a:lnTo>
                    <a:pt x="223824" y="6181323"/>
                  </a:lnTo>
                  <a:lnTo>
                    <a:pt x="224074" y="6181323"/>
                  </a:lnTo>
                  <a:lnTo>
                    <a:pt x="224324" y="6181323"/>
                  </a:lnTo>
                  <a:lnTo>
                    <a:pt x="224450" y="6181323"/>
                  </a:lnTo>
                  <a:lnTo>
                    <a:pt x="224575" y="6181323"/>
                  </a:lnTo>
                  <a:lnTo>
                    <a:pt x="224700" y="6181323"/>
                  </a:lnTo>
                  <a:lnTo>
                    <a:pt x="224825" y="6181323"/>
                  </a:lnTo>
                  <a:lnTo>
                    <a:pt x="224950" y="6181323"/>
                  </a:lnTo>
                  <a:lnTo>
                    <a:pt x="225075" y="6181323"/>
                  </a:lnTo>
                  <a:lnTo>
                    <a:pt x="225200" y="6181323"/>
                  </a:lnTo>
                  <a:lnTo>
                    <a:pt x="225450" y="6181323"/>
                  </a:lnTo>
                  <a:lnTo>
                    <a:pt x="225575" y="6181323"/>
                  </a:lnTo>
                  <a:lnTo>
                    <a:pt x="225700" y="6181323"/>
                  </a:lnTo>
                  <a:lnTo>
                    <a:pt x="225825" y="6181323"/>
                  </a:lnTo>
                  <a:lnTo>
                    <a:pt x="225950" y="6181323"/>
                  </a:lnTo>
                  <a:lnTo>
                    <a:pt x="226075" y="6181323"/>
                  </a:lnTo>
                  <a:lnTo>
                    <a:pt x="226450" y="6181323"/>
                  </a:lnTo>
                  <a:lnTo>
                    <a:pt x="226575" y="6181323"/>
                  </a:lnTo>
                  <a:lnTo>
                    <a:pt x="226700" y="6181323"/>
                  </a:lnTo>
                  <a:lnTo>
                    <a:pt x="226825" y="6181323"/>
                  </a:lnTo>
                  <a:lnTo>
                    <a:pt x="226950" y="6181323"/>
                  </a:lnTo>
                  <a:lnTo>
                    <a:pt x="227075" y="6181323"/>
                  </a:lnTo>
                  <a:lnTo>
                    <a:pt x="227200" y="6181323"/>
                  </a:lnTo>
                  <a:lnTo>
                    <a:pt x="227325" y="6181323"/>
                  </a:lnTo>
                  <a:lnTo>
                    <a:pt x="227451" y="6181323"/>
                  </a:lnTo>
                  <a:lnTo>
                    <a:pt x="227576" y="6181323"/>
                  </a:lnTo>
                  <a:lnTo>
                    <a:pt x="227701" y="6181323"/>
                  </a:lnTo>
                  <a:lnTo>
                    <a:pt x="227826" y="6181323"/>
                  </a:lnTo>
                  <a:lnTo>
                    <a:pt x="227951" y="6181323"/>
                  </a:lnTo>
                  <a:lnTo>
                    <a:pt x="228201" y="6181323"/>
                  </a:lnTo>
                  <a:lnTo>
                    <a:pt x="228326" y="6181323"/>
                  </a:lnTo>
                  <a:lnTo>
                    <a:pt x="228451" y="6181323"/>
                  </a:lnTo>
                  <a:lnTo>
                    <a:pt x="228576" y="6181323"/>
                  </a:lnTo>
                  <a:lnTo>
                    <a:pt x="228701" y="6181323"/>
                  </a:lnTo>
                  <a:lnTo>
                    <a:pt x="228826" y="6181323"/>
                  </a:lnTo>
                  <a:lnTo>
                    <a:pt x="228951" y="6181323"/>
                  </a:lnTo>
                  <a:lnTo>
                    <a:pt x="229076" y="6181323"/>
                  </a:lnTo>
                  <a:lnTo>
                    <a:pt x="229201" y="6181323"/>
                  </a:lnTo>
                  <a:lnTo>
                    <a:pt x="229326" y="6181323"/>
                  </a:lnTo>
                  <a:lnTo>
                    <a:pt x="229451" y="6181323"/>
                  </a:lnTo>
                  <a:lnTo>
                    <a:pt x="229576" y="6181323"/>
                  </a:lnTo>
                  <a:lnTo>
                    <a:pt x="229701" y="6181323"/>
                  </a:lnTo>
                  <a:lnTo>
                    <a:pt x="229826" y="6181323"/>
                  </a:lnTo>
                  <a:lnTo>
                    <a:pt x="229951" y="6181323"/>
                  </a:lnTo>
                  <a:lnTo>
                    <a:pt x="230076" y="6181323"/>
                  </a:lnTo>
                  <a:lnTo>
                    <a:pt x="230201" y="6181323"/>
                  </a:lnTo>
                  <a:lnTo>
                    <a:pt x="230326" y="6181323"/>
                  </a:lnTo>
                  <a:lnTo>
                    <a:pt x="230452" y="6181323"/>
                  </a:lnTo>
                  <a:lnTo>
                    <a:pt x="230577" y="6181323"/>
                  </a:lnTo>
                  <a:lnTo>
                    <a:pt x="230702" y="6181323"/>
                  </a:lnTo>
                  <a:lnTo>
                    <a:pt x="230827" y="6181323"/>
                  </a:lnTo>
                  <a:lnTo>
                    <a:pt x="230952" y="6181323"/>
                  </a:lnTo>
                  <a:lnTo>
                    <a:pt x="231077" y="6181323"/>
                  </a:lnTo>
                  <a:lnTo>
                    <a:pt x="231202" y="6181323"/>
                  </a:lnTo>
                  <a:lnTo>
                    <a:pt x="231327" y="6181323"/>
                  </a:lnTo>
                  <a:lnTo>
                    <a:pt x="231452" y="6181323"/>
                  </a:lnTo>
                  <a:lnTo>
                    <a:pt x="231577" y="6181323"/>
                  </a:lnTo>
                  <a:lnTo>
                    <a:pt x="231702" y="6181323"/>
                  </a:lnTo>
                  <a:lnTo>
                    <a:pt x="231827" y="6181323"/>
                  </a:lnTo>
                  <a:lnTo>
                    <a:pt x="231952" y="6181323"/>
                  </a:lnTo>
                  <a:lnTo>
                    <a:pt x="232077" y="6181323"/>
                  </a:lnTo>
                  <a:lnTo>
                    <a:pt x="232202" y="6181323"/>
                  </a:lnTo>
                  <a:lnTo>
                    <a:pt x="232327" y="6181323"/>
                  </a:lnTo>
                  <a:lnTo>
                    <a:pt x="232452" y="6181323"/>
                  </a:lnTo>
                  <a:lnTo>
                    <a:pt x="232577" y="6181323"/>
                  </a:lnTo>
                  <a:lnTo>
                    <a:pt x="232702" y="6181323"/>
                  </a:lnTo>
                  <a:lnTo>
                    <a:pt x="232827" y="6181323"/>
                  </a:lnTo>
                  <a:lnTo>
                    <a:pt x="232952" y="6181323"/>
                  </a:lnTo>
                  <a:lnTo>
                    <a:pt x="233202" y="6181323"/>
                  </a:lnTo>
                  <a:lnTo>
                    <a:pt x="233328" y="6181323"/>
                  </a:lnTo>
                  <a:lnTo>
                    <a:pt x="233453" y="6181323"/>
                  </a:lnTo>
                  <a:lnTo>
                    <a:pt x="233578" y="6181323"/>
                  </a:lnTo>
                  <a:lnTo>
                    <a:pt x="233703" y="6181323"/>
                  </a:lnTo>
                  <a:lnTo>
                    <a:pt x="233828" y="6181323"/>
                  </a:lnTo>
                  <a:lnTo>
                    <a:pt x="233953" y="6181323"/>
                  </a:lnTo>
                  <a:lnTo>
                    <a:pt x="234078" y="6181323"/>
                  </a:lnTo>
                  <a:lnTo>
                    <a:pt x="234203" y="6181323"/>
                  </a:lnTo>
                  <a:lnTo>
                    <a:pt x="234328" y="6181323"/>
                  </a:lnTo>
                  <a:lnTo>
                    <a:pt x="234453" y="6181323"/>
                  </a:lnTo>
                  <a:lnTo>
                    <a:pt x="234703" y="6181323"/>
                  </a:lnTo>
                  <a:lnTo>
                    <a:pt x="234828" y="6181323"/>
                  </a:lnTo>
                  <a:lnTo>
                    <a:pt x="234953" y="6181323"/>
                  </a:lnTo>
                  <a:lnTo>
                    <a:pt x="235078" y="6181323"/>
                  </a:lnTo>
                  <a:lnTo>
                    <a:pt x="235203" y="6181323"/>
                  </a:lnTo>
                  <a:lnTo>
                    <a:pt x="235328" y="6181323"/>
                  </a:lnTo>
                  <a:lnTo>
                    <a:pt x="235453" y="6181323"/>
                  </a:lnTo>
                  <a:lnTo>
                    <a:pt x="235578" y="6181323"/>
                  </a:lnTo>
                  <a:lnTo>
                    <a:pt x="235703" y="6181323"/>
                  </a:lnTo>
                  <a:lnTo>
                    <a:pt x="235828" y="6181323"/>
                  </a:lnTo>
                  <a:lnTo>
                    <a:pt x="235953" y="6181323"/>
                  </a:lnTo>
                  <a:lnTo>
                    <a:pt x="236078" y="6181323"/>
                  </a:lnTo>
                  <a:lnTo>
                    <a:pt x="236203" y="6181323"/>
                  </a:lnTo>
                  <a:lnTo>
                    <a:pt x="236329" y="6181323"/>
                  </a:lnTo>
                  <a:lnTo>
                    <a:pt x="236454" y="6181323"/>
                  </a:lnTo>
                  <a:lnTo>
                    <a:pt x="236579" y="6181323"/>
                  </a:lnTo>
                  <a:lnTo>
                    <a:pt x="236704" y="6181323"/>
                  </a:lnTo>
                  <a:lnTo>
                    <a:pt x="236829" y="6181323"/>
                  </a:lnTo>
                  <a:lnTo>
                    <a:pt x="236954" y="6181323"/>
                  </a:lnTo>
                  <a:lnTo>
                    <a:pt x="237079" y="6181323"/>
                  </a:lnTo>
                  <a:lnTo>
                    <a:pt x="237204" y="6181323"/>
                  </a:lnTo>
                  <a:lnTo>
                    <a:pt x="237329" y="6181323"/>
                  </a:lnTo>
                  <a:lnTo>
                    <a:pt x="237454" y="6181323"/>
                  </a:lnTo>
                  <a:lnTo>
                    <a:pt x="237579" y="6181323"/>
                  </a:lnTo>
                  <a:lnTo>
                    <a:pt x="237704" y="6181323"/>
                  </a:lnTo>
                  <a:lnTo>
                    <a:pt x="237829" y="6181323"/>
                  </a:lnTo>
                  <a:lnTo>
                    <a:pt x="237954" y="6181323"/>
                  </a:lnTo>
                  <a:lnTo>
                    <a:pt x="238079" y="6181323"/>
                  </a:lnTo>
                  <a:lnTo>
                    <a:pt x="238204" y="6181323"/>
                  </a:lnTo>
                  <a:lnTo>
                    <a:pt x="238329" y="6181323"/>
                  </a:lnTo>
                  <a:lnTo>
                    <a:pt x="238454" y="6181323"/>
                  </a:lnTo>
                  <a:lnTo>
                    <a:pt x="238579" y="6181323"/>
                  </a:lnTo>
                  <a:lnTo>
                    <a:pt x="238704" y="6181323"/>
                  </a:lnTo>
                  <a:lnTo>
                    <a:pt x="238829" y="6181323"/>
                  </a:lnTo>
                  <a:lnTo>
                    <a:pt x="238954" y="6181323"/>
                  </a:lnTo>
                  <a:lnTo>
                    <a:pt x="239079" y="6181323"/>
                  </a:lnTo>
                  <a:lnTo>
                    <a:pt x="239204" y="6181323"/>
                  </a:lnTo>
                  <a:lnTo>
                    <a:pt x="239330" y="6181323"/>
                  </a:lnTo>
                  <a:lnTo>
                    <a:pt x="239455" y="6181323"/>
                  </a:lnTo>
                  <a:lnTo>
                    <a:pt x="239580" y="6181323"/>
                  </a:lnTo>
                  <a:lnTo>
                    <a:pt x="239705" y="6181323"/>
                  </a:lnTo>
                  <a:lnTo>
                    <a:pt x="239830" y="6181323"/>
                  </a:lnTo>
                  <a:lnTo>
                    <a:pt x="239955" y="6181323"/>
                  </a:lnTo>
                  <a:lnTo>
                    <a:pt x="240080" y="6181323"/>
                  </a:lnTo>
                  <a:lnTo>
                    <a:pt x="240205" y="6181323"/>
                  </a:lnTo>
                  <a:lnTo>
                    <a:pt x="240330" y="6181323"/>
                  </a:lnTo>
                  <a:lnTo>
                    <a:pt x="240580" y="6181323"/>
                  </a:lnTo>
                  <a:lnTo>
                    <a:pt x="240705" y="6181323"/>
                  </a:lnTo>
                  <a:lnTo>
                    <a:pt x="240830" y="6181323"/>
                  </a:lnTo>
                  <a:lnTo>
                    <a:pt x="240955" y="6181323"/>
                  </a:lnTo>
                  <a:lnTo>
                    <a:pt x="241080" y="6181323"/>
                  </a:lnTo>
                  <a:lnTo>
                    <a:pt x="241330" y="6181323"/>
                  </a:lnTo>
                  <a:lnTo>
                    <a:pt x="241455" y="6181323"/>
                  </a:lnTo>
                  <a:lnTo>
                    <a:pt x="241580" y="6181323"/>
                  </a:lnTo>
                  <a:lnTo>
                    <a:pt x="241705" y="6181323"/>
                  </a:lnTo>
                  <a:lnTo>
                    <a:pt x="241830" y="6181323"/>
                  </a:lnTo>
                  <a:lnTo>
                    <a:pt x="241955" y="6181323"/>
                  </a:lnTo>
                  <a:lnTo>
                    <a:pt x="242080" y="6181323"/>
                  </a:lnTo>
                  <a:lnTo>
                    <a:pt x="242205" y="6181323"/>
                  </a:lnTo>
                  <a:lnTo>
                    <a:pt x="242331" y="6181323"/>
                  </a:lnTo>
                  <a:lnTo>
                    <a:pt x="242581" y="6181323"/>
                  </a:lnTo>
                  <a:lnTo>
                    <a:pt x="242706" y="6181323"/>
                  </a:lnTo>
                  <a:lnTo>
                    <a:pt x="242831" y="6181323"/>
                  </a:lnTo>
                  <a:lnTo>
                    <a:pt x="242956" y="6181323"/>
                  </a:lnTo>
                  <a:lnTo>
                    <a:pt x="243081" y="6181323"/>
                  </a:lnTo>
                  <a:lnTo>
                    <a:pt x="243206" y="6181323"/>
                  </a:lnTo>
                  <a:lnTo>
                    <a:pt x="243331" y="6181323"/>
                  </a:lnTo>
                  <a:lnTo>
                    <a:pt x="243456" y="6181323"/>
                  </a:lnTo>
                  <a:lnTo>
                    <a:pt x="243581" y="6181323"/>
                  </a:lnTo>
                  <a:lnTo>
                    <a:pt x="243706" y="6181323"/>
                  </a:lnTo>
                  <a:lnTo>
                    <a:pt x="243831" y="6181323"/>
                  </a:lnTo>
                  <a:lnTo>
                    <a:pt x="243956" y="6181323"/>
                  </a:lnTo>
                  <a:lnTo>
                    <a:pt x="244081" y="6181323"/>
                  </a:lnTo>
                  <a:lnTo>
                    <a:pt x="244206" y="6181323"/>
                  </a:lnTo>
                  <a:lnTo>
                    <a:pt x="244331" y="6181323"/>
                  </a:lnTo>
                  <a:lnTo>
                    <a:pt x="244456" y="6181323"/>
                  </a:lnTo>
                  <a:lnTo>
                    <a:pt x="244581" y="6181323"/>
                  </a:lnTo>
                  <a:lnTo>
                    <a:pt x="244706" y="6181323"/>
                  </a:lnTo>
                  <a:lnTo>
                    <a:pt x="244831" y="6181323"/>
                  </a:lnTo>
                  <a:lnTo>
                    <a:pt x="244956" y="6181323"/>
                  </a:lnTo>
                  <a:lnTo>
                    <a:pt x="245081" y="6181323"/>
                  </a:lnTo>
                  <a:lnTo>
                    <a:pt x="245206" y="6181323"/>
                  </a:lnTo>
                  <a:lnTo>
                    <a:pt x="245332" y="6181323"/>
                  </a:lnTo>
                  <a:lnTo>
                    <a:pt x="245457" y="6181323"/>
                  </a:lnTo>
                  <a:lnTo>
                    <a:pt x="245582" y="6181323"/>
                  </a:lnTo>
                  <a:lnTo>
                    <a:pt x="245707" y="6181323"/>
                  </a:lnTo>
                  <a:lnTo>
                    <a:pt x="245832" y="6181323"/>
                  </a:lnTo>
                  <a:lnTo>
                    <a:pt x="245957" y="6181323"/>
                  </a:lnTo>
                  <a:lnTo>
                    <a:pt x="246082" y="6181323"/>
                  </a:lnTo>
                  <a:lnTo>
                    <a:pt x="246207" y="6181323"/>
                  </a:lnTo>
                  <a:lnTo>
                    <a:pt x="246332" y="6181323"/>
                  </a:lnTo>
                  <a:lnTo>
                    <a:pt x="246457" y="6181323"/>
                  </a:lnTo>
                  <a:lnTo>
                    <a:pt x="246582" y="6181323"/>
                  </a:lnTo>
                  <a:lnTo>
                    <a:pt x="246707" y="6181323"/>
                  </a:lnTo>
                  <a:lnTo>
                    <a:pt x="246832" y="6181323"/>
                  </a:lnTo>
                  <a:lnTo>
                    <a:pt x="246957" y="6181323"/>
                  </a:lnTo>
                  <a:lnTo>
                    <a:pt x="247082" y="6181323"/>
                  </a:lnTo>
                  <a:lnTo>
                    <a:pt x="247207" y="6181323"/>
                  </a:lnTo>
                  <a:lnTo>
                    <a:pt x="247332" y="6181323"/>
                  </a:lnTo>
                  <a:lnTo>
                    <a:pt x="247457" y="6181323"/>
                  </a:lnTo>
                  <a:lnTo>
                    <a:pt x="247582" y="6181323"/>
                  </a:lnTo>
                  <a:lnTo>
                    <a:pt x="247832" y="6181323"/>
                  </a:lnTo>
                  <a:lnTo>
                    <a:pt x="247957" y="6181323"/>
                  </a:lnTo>
                  <a:lnTo>
                    <a:pt x="248082" y="6181323"/>
                  </a:lnTo>
                  <a:lnTo>
                    <a:pt x="248207" y="6181323"/>
                  </a:lnTo>
                  <a:lnTo>
                    <a:pt x="248333" y="6181323"/>
                  </a:lnTo>
                  <a:lnTo>
                    <a:pt x="248458" y="6181323"/>
                  </a:lnTo>
                  <a:lnTo>
                    <a:pt x="248583" y="6181323"/>
                  </a:lnTo>
                  <a:lnTo>
                    <a:pt x="248708" y="6181323"/>
                  </a:lnTo>
                  <a:lnTo>
                    <a:pt x="248833" y="6181323"/>
                  </a:lnTo>
                  <a:lnTo>
                    <a:pt x="248958" y="6181323"/>
                  </a:lnTo>
                  <a:lnTo>
                    <a:pt x="249083" y="6181323"/>
                  </a:lnTo>
                  <a:lnTo>
                    <a:pt x="249208" y="6181323"/>
                  </a:lnTo>
                  <a:lnTo>
                    <a:pt x="249458" y="6181323"/>
                  </a:lnTo>
                  <a:lnTo>
                    <a:pt x="249583" y="6181323"/>
                  </a:lnTo>
                  <a:lnTo>
                    <a:pt x="249708" y="6181323"/>
                  </a:lnTo>
                  <a:lnTo>
                    <a:pt x="249833" y="6181323"/>
                  </a:lnTo>
                  <a:lnTo>
                    <a:pt x="249958" y="6181323"/>
                  </a:lnTo>
                  <a:lnTo>
                    <a:pt x="250083" y="6181323"/>
                  </a:lnTo>
                  <a:lnTo>
                    <a:pt x="250208" y="6181323"/>
                  </a:lnTo>
                  <a:lnTo>
                    <a:pt x="250333" y="6181323"/>
                  </a:lnTo>
                  <a:lnTo>
                    <a:pt x="250708" y="6181323"/>
                  </a:lnTo>
                  <a:lnTo>
                    <a:pt x="250833" y="6181323"/>
                  </a:lnTo>
                  <a:lnTo>
                    <a:pt x="250958" y="6181323"/>
                  </a:lnTo>
                  <a:lnTo>
                    <a:pt x="251083" y="6181323"/>
                  </a:lnTo>
                  <a:lnTo>
                    <a:pt x="251459" y="6181323"/>
                  </a:lnTo>
                  <a:lnTo>
                    <a:pt x="251584" y="6181323"/>
                  </a:lnTo>
                  <a:lnTo>
                    <a:pt x="251709" y="6181323"/>
                  </a:lnTo>
                  <a:lnTo>
                    <a:pt x="251834" y="6181323"/>
                  </a:lnTo>
                  <a:lnTo>
                    <a:pt x="251959" y="6181323"/>
                  </a:lnTo>
                  <a:lnTo>
                    <a:pt x="252084" y="6181323"/>
                  </a:lnTo>
                  <a:lnTo>
                    <a:pt x="252209" y="6181323"/>
                  </a:lnTo>
                  <a:lnTo>
                    <a:pt x="252334" y="6181323"/>
                  </a:lnTo>
                  <a:lnTo>
                    <a:pt x="252584" y="6181323"/>
                  </a:lnTo>
                  <a:lnTo>
                    <a:pt x="252709" y="6181323"/>
                  </a:lnTo>
                  <a:lnTo>
                    <a:pt x="252834" y="6181323"/>
                  </a:lnTo>
                  <a:lnTo>
                    <a:pt x="252959" y="6181323"/>
                  </a:lnTo>
                  <a:lnTo>
                    <a:pt x="253084" y="6181323"/>
                  </a:lnTo>
                  <a:lnTo>
                    <a:pt x="253334" y="6181323"/>
                  </a:lnTo>
                  <a:lnTo>
                    <a:pt x="253459" y="6181323"/>
                  </a:lnTo>
                  <a:lnTo>
                    <a:pt x="253459" y="6171370"/>
                  </a:lnTo>
                  <a:lnTo>
                    <a:pt x="253584" y="6171370"/>
                  </a:lnTo>
                  <a:lnTo>
                    <a:pt x="253709" y="6171370"/>
                  </a:lnTo>
                  <a:lnTo>
                    <a:pt x="253834" y="6171370"/>
                  </a:lnTo>
                  <a:lnTo>
                    <a:pt x="254084" y="6171370"/>
                  </a:lnTo>
                  <a:lnTo>
                    <a:pt x="254209" y="6171370"/>
                  </a:lnTo>
                  <a:lnTo>
                    <a:pt x="254335" y="6171370"/>
                  </a:lnTo>
                  <a:lnTo>
                    <a:pt x="254460" y="6171370"/>
                  </a:lnTo>
                  <a:lnTo>
                    <a:pt x="254585" y="6171370"/>
                  </a:lnTo>
                  <a:lnTo>
                    <a:pt x="254710" y="6171370"/>
                  </a:lnTo>
                  <a:lnTo>
                    <a:pt x="254960" y="6171370"/>
                  </a:lnTo>
                  <a:lnTo>
                    <a:pt x="255085" y="6171370"/>
                  </a:lnTo>
                  <a:lnTo>
                    <a:pt x="255210" y="6171370"/>
                  </a:lnTo>
                  <a:lnTo>
                    <a:pt x="255335" y="6171370"/>
                  </a:lnTo>
                  <a:lnTo>
                    <a:pt x="255585" y="6171370"/>
                  </a:lnTo>
                  <a:lnTo>
                    <a:pt x="255710" y="6171370"/>
                  </a:lnTo>
                  <a:lnTo>
                    <a:pt x="255835" y="6171370"/>
                  </a:lnTo>
                  <a:lnTo>
                    <a:pt x="255960" y="6171370"/>
                  </a:lnTo>
                  <a:lnTo>
                    <a:pt x="256085" y="6171370"/>
                  </a:lnTo>
                  <a:lnTo>
                    <a:pt x="256210" y="6171370"/>
                  </a:lnTo>
                  <a:lnTo>
                    <a:pt x="256335" y="6171370"/>
                  </a:lnTo>
                  <a:lnTo>
                    <a:pt x="256460" y="6171370"/>
                  </a:lnTo>
                  <a:lnTo>
                    <a:pt x="256585" y="6171370"/>
                  </a:lnTo>
                  <a:lnTo>
                    <a:pt x="256710" y="6171370"/>
                  </a:lnTo>
                  <a:lnTo>
                    <a:pt x="256960" y="6171370"/>
                  </a:lnTo>
                  <a:lnTo>
                    <a:pt x="257085" y="6171370"/>
                  </a:lnTo>
                  <a:lnTo>
                    <a:pt x="257210" y="6171370"/>
                  </a:lnTo>
                  <a:lnTo>
                    <a:pt x="257336" y="6171370"/>
                  </a:lnTo>
                  <a:lnTo>
                    <a:pt x="257461" y="6171370"/>
                  </a:lnTo>
                  <a:lnTo>
                    <a:pt x="257586" y="6171370"/>
                  </a:lnTo>
                  <a:lnTo>
                    <a:pt x="257711" y="6171370"/>
                  </a:lnTo>
                  <a:lnTo>
                    <a:pt x="257836" y="6171370"/>
                  </a:lnTo>
                  <a:lnTo>
                    <a:pt x="257961" y="6171370"/>
                  </a:lnTo>
                  <a:lnTo>
                    <a:pt x="258086" y="6171370"/>
                  </a:lnTo>
                  <a:lnTo>
                    <a:pt x="258211" y="6171370"/>
                  </a:lnTo>
                  <a:lnTo>
                    <a:pt x="258336" y="6171370"/>
                  </a:lnTo>
                  <a:lnTo>
                    <a:pt x="258461" y="6171370"/>
                  </a:lnTo>
                  <a:lnTo>
                    <a:pt x="258711" y="6171370"/>
                  </a:lnTo>
                  <a:lnTo>
                    <a:pt x="258961" y="6171370"/>
                  </a:lnTo>
                  <a:lnTo>
                    <a:pt x="259086" y="6171370"/>
                  </a:lnTo>
                  <a:lnTo>
                    <a:pt x="259211" y="6171370"/>
                  </a:lnTo>
                  <a:lnTo>
                    <a:pt x="259336" y="6171370"/>
                  </a:lnTo>
                  <a:lnTo>
                    <a:pt x="259461" y="6171370"/>
                  </a:lnTo>
                  <a:lnTo>
                    <a:pt x="259586" y="6171370"/>
                  </a:lnTo>
                  <a:lnTo>
                    <a:pt x="259711" y="6171370"/>
                  </a:lnTo>
                  <a:lnTo>
                    <a:pt x="259836" y="6171370"/>
                  </a:lnTo>
                  <a:lnTo>
                    <a:pt x="259961" y="6171370"/>
                  </a:lnTo>
                  <a:lnTo>
                    <a:pt x="260086" y="6171370"/>
                  </a:lnTo>
                  <a:lnTo>
                    <a:pt x="260211" y="6171370"/>
                  </a:lnTo>
                  <a:lnTo>
                    <a:pt x="260337" y="6171370"/>
                  </a:lnTo>
                  <a:lnTo>
                    <a:pt x="260462" y="6171370"/>
                  </a:lnTo>
                  <a:lnTo>
                    <a:pt x="260587" y="6171370"/>
                  </a:lnTo>
                  <a:lnTo>
                    <a:pt x="260712" y="6171370"/>
                  </a:lnTo>
                  <a:lnTo>
                    <a:pt x="260962" y="6171370"/>
                  </a:lnTo>
                  <a:lnTo>
                    <a:pt x="261087" y="6171370"/>
                  </a:lnTo>
                  <a:lnTo>
                    <a:pt x="261212" y="6171370"/>
                  </a:lnTo>
                  <a:lnTo>
                    <a:pt x="261587" y="6171370"/>
                  </a:lnTo>
                  <a:lnTo>
                    <a:pt x="261712" y="6171370"/>
                  </a:lnTo>
                  <a:lnTo>
                    <a:pt x="261837" y="6171370"/>
                  </a:lnTo>
                  <a:lnTo>
                    <a:pt x="261962" y="6171370"/>
                  </a:lnTo>
                  <a:lnTo>
                    <a:pt x="262087" y="6171370"/>
                  </a:lnTo>
                  <a:lnTo>
                    <a:pt x="262212" y="6171370"/>
                  </a:lnTo>
                  <a:lnTo>
                    <a:pt x="262337" y="6171370"/>
                  </a:lnTo>
                  <a:lnTo>
                    <a:pt x="262462" y="6171370"/>
                  </a:lnTo>
                  <a:lnTo>
                    <a:pt x="262587" y="6171370"/>
                  </a:lnTo>
                  <a:lnTo>
                    <a:pt x="262712" y="6171370"/>
                  </a:lnTo>
                  <a:lnTo>
                    <a:pt x="262962" y="6171370"/>
                  </a:lnTo>
                  <a:lnTo>
                    <a:pt x="263087" y="6171370"/>
                  </a:lnTo>
                  <a:lnTo>
                    <a:pt x="263212" y="6171370"/>
                  </a:lnTo>
                  <a:lnTo>
                    <a:pt x="263338" y="6171370"/>
                  </a:lnTo>
                  <a:lnTo>
                    <a:pt x="263463" y="6171370"/>
                  </a:lnTo>
                  <a:lnTo>
                    <a:pt x="263588" y="6171370"/>
                  </a:lnTo>
                  <a:lnTo>
                    <a:pt x="263713" y="6171370"/>
                  </a:lnTo>
                  <a:lnTo>
                    <a:pt x="263838" y="6171370"/>
                  </a:lnTo>
                  <a:lnTo>
                    <a:pt x="263963" y="6171370"/>
                  </a:lnTo>
                  <a:lnTo>
                    <a:pt x="264088" y="6171370"/>
                  </a:lnTo>
                  <a:lnTo>
                    <a:pt x="264213" y="6171370"/>
                  </a:lnTo>
                  <a:lnTo>
                    <a:pt x="264338" y="6171370"/>
                  </a:lnTo>
                  <a:lnTo>
                    <a:pt x="264463" y="6171370"/>
                  </a:lnTo>
                  <a:lnTo>
                    <a:pt x="264588" y="6171370"/>
                  </a:lnTo>
                  <a:lnTo>
                    <a:pt x="264713" y="6171370"/>
                  </a:lnTo>
                  <a:lnTo>
                    <a:pt x="264838" y="6171370"/>
                  </a:lnTo>
                  <a:lnTo>
                    <a:pt x="264963" y="6171370"/>
                  </a:lnTo>
                  <a:lnTo>
                    <a:pt x="265088" y="6171370"/>
                  </a:lnTo>
                  <a:lnTo>
                    <a:pt x="265338" y="6171370"/>
                  </a:lnTo>
                  <a:lnTo>
                    <a:pt x="265463" y="6171370"/>
                  </a:lnTo>
                  <a:lnTo>
                    <a:pt x="265588" y="6171370"/>
                  </a:lnTo>
                  <a:lnTo>
                    <a:pt x="265713" y="6171370"/>
                  </a:lnTo>
                  <a:lnTo>
                    <a:pt x="265838" y="6171370"/>
                  </a:lnTo>
                  <a:lnTo>
                    <a:pt x="265963" y="6171370"/>
                  </a:lnTo>
                  <a:lnTo>
                    <a:pt x="266088" y="6171370"/>
                  </a:lnTo>
                  <a:lnTo>
                    <a:pt x="266213" y="6171370"/>
                  </a:lnTo>
                  <a:lnTo>
                    <a:pt x="266339" y="6171370"/>
                  </a:lnTo>
                  <a:lnTo>
                    <a:pt x="266464" y="6171370"/>
                  </a:lnTo>
                  <a:lnTo>
                    <a:pt x="266589" y="6171370"/>
                  </a:lnTo>
                  <a:lnTo>
                    <a:pt x="266714" y="6171370"/>
                  </a:lnTo>
                  <a:lnTo>
                    <a:pt x="266839" y="6171370"/>
                  </a:lnTo>
                  <a:lnTo>
                    <a:pt x="266964" y="6171370"/>
                  </a:lnTo>
                  <a:lnTo>
                    <a:pt x="267089" y="6171370"/>
                  </a:lnTo>
                  <a:lnTo>
                    <a:pt x="267214" y="6171370"/>
                  </a:lnTo>
                  <a:lnTo>
                    <a:pt x="267214" y="6161416"/>
                  </a:lnTo>
                  <a:lnTo>
                    <a:pt x="267339" y="6161416"/>
                  </a:lnTo>
                  <a:lnTo>
                    <a:pt x="267464" y="6161416"/>
                  </a:lnTo>
                  <a:lnTo>
                    <a:pt x="267589" y="6161416"/>
                  </a:lnTo>
                  <a:lnTo>
                    <a:pt x="267714" y="6161416"/>
                  </a:lnTo>
                  <a:lnTo>
                    <a:pt x="267839" y="6161416"/>
                  </a:lnTo>
                  <a:lnTo>
                    <a:pt x="267964" y="6161416"/>
                  </a:lnTo>
                  <a:lnTo>
                    <a:pt x="268089" y="6161416"/>
                  </a:lnTo>
                  <a:lnTo>
                    <a:pt x="268339" y="6161416"/>
                  </a:lnTo>
                  <a:lnTo>
                    <a:pt x="268464" y="6161416"/>
                  </a:lnTo>
                  <a:lnTo>
                    <a:pt x="268589" y="6161416"/>
                  </a:lnTo>
                  <a:lnTo>
                    <a:pt x="268714" y="6161416"/>
                  </a:lnTo>
                  <a:lnTo>
                    <a:pt x="268839" y="6161416"/>
                  </a:lnTo>
                  <a:lnTo>
                    <a:pt x="268964" y="6161416"/>
                  </a:lnTo>
                  <a:lnTo>
                    <a:pt x="269089" y="6161416"/>
                  </a:lnTo>
                  <a:lnTo>
                    <a:pt x="269214" y="6161416"/>
                  </a:lnTo>
                  <a:lnTo>
                    <a:pt x="269340" y="6161416"/>
                  </a:lnTo>
                  <a:lnTo>
                    <a:pt x="269465" y="6161416"/>
                  </a:lnTo>
                  <a:lnTo>
                    <a:pt x="269590" y="6161416"/>
                  </a:lnTo>
                  <a:lnTo>
                    <a:pt x="269715" y="6161416"/>
                  </a:lnTo>
                  <a:lnTo>
                    <a:pt x="269840" y="6161416"/>
                  </a:lnTo>
                  <a:lnTo>
                    <a:pt x="270090" y="6161416"/>
                  </a:lnTo>
                  <a:lnTo>
                    <a:pt x="270215" y="6161416"/>
                  </a:lnTo>
                  <a:lnTo>
                    <a:pt x="270340" y="6161416"/>
                  </a:lnTo>
                  <a:lnTo>
                    <a:pt x="270465" y="6161416"/>
                  </a:lnTo>
                  <a:lnTo>
                    <a:pt x="270590" y="6161416"/>
                  </a:lnTo>
                  <a:lnTo>
                    <a:pt x="270715" y="6161416"/>
                  </a:lnTo>
                  <a:lnTo>
                    <a:pt x="270840" y="6161416"/>
                  </a:lnTo>
                  <a:lnTo>
                    <a:pt x="270965" y="6161416"/>
                  </a:lnTo>
                  <a:lnTo>
                    <a:pt x="271090" y="6161416"/>
                  </a:lnTo>
                  <a:lnTo>
                    <a:pt x="271215" y="6161416"/>
                  </a:lnTo>
                  <a:lnTo>
                    <a:pt x="271340" y="6161416"/>
                  </a:lnTo>
                  <a:lnTo>
                    <a:pt x="271465" y="6161416"/>
                  </a:lnTo>
                  <a:lnTo>
                    <a:pt x="271590" y="6161416"/>
                  </a:lnTo>
                  <a:lnTo>
                    <a:pt x="271715" y="6161416"/>
                  </a:lnTo>
                  <a:lnTo>
                    <a:pt x="271965" y="6161416"/>
                  </a:lnTo>
                  <a:lnTo>
                    <a:pt x="272216" y="6161416"/>
                  </a:lnTo>
                  <a:lnTo>
                    <a:pt x="272341" y="6161416"/>
                  </a:lnTo>
                  <a:lnTo>
                    <a:pt x="272341" y="6151462"/>
                  </a:lnTo>
                  <a:lnTo>
                    <a:pt x="272591" y="6151462"/>
                  </a:lnTo>
                  <a:lnTo>
                    <a:pt x="272716" y="6151462"/>
                  </a:lnTo>
                  <a:lnTo>
                    <a:pt x="272841" y="6151462"/>
                  </a:lnTo>
                  <a:lnTo>
                    <a:pt x="272966" y="6151462"/>
                  </a:lnTo>
                  <a:lnTo>
                    <a:pt x="273091" y="6151462"/>
                  </a:lnTo>
                  <a:lnTo>
                    <a:pt x="273216" y="6151462"/>
                  </a:lnTo>
                  <a:lnTo>
                    <a:pt x="273341" y="6151462"/>
                  </a:lnTo>
                  <a:lnTo>
                    <a:pt x="273466" y="6151462"/>
                  </a:lnTo>
                  <a:lnTo>
                    <a:pt x="273841" y="6151462"/>
                  </a:lnTo>
                  <a:lnTo>
                    <a:pt x="274091" y="6151462"/>
                  </a:lnTo>
                  <a:lnTo>
                    <a:pt x="274216" y="6151462"/>
                  </a:lnTo>
                  <a:lnTo>
                    <a:pt x="274341" y="6151462"/>
                  </a:lnTo>
                  <a:lnTo>
                    <a:pt x="274466" y="6151462"/>
                  </a:lnTo>
                  <a:lnTo>
                    <a:pt x="274591" y="6151462"/>
                  </a:lnTo>
                  <a:lnTo>
                    <a:pt x="274716" y="6151462"/>
                  </a:lnTo>
                  <a:lnTo>
                    <a:pt x="274966" y="6151462"/>
                  </a:lnTo>
                  <a:lnTo>
                    <a:pt x="275091" y="6151462"/>
                  </a:lnTo>
                  <a:lnTo>
                    <a:pt x="275217" y="6151462"/>
                  </a:lnTo>
                  <a:lnTo>
                    <a:pt x="275342" y="6151462"/>
                  </a:lnTo>
                  <a:lnTo>
                    <a:pt x="275467" y="6151462"/>
                  </a:lnTo>
                  <a:lnTo>
                    <a:pt x="275592" y="6151462"/>
                  </a:lnTo>
                  <a:lnTo>
                    <a:pt x="275717" y="6151462"/>
                  </a:lnTo>
                  <a:lnTo>
                    <a:pt x="275717" y="6141508"/>
                  </a:lnTo>
                  <a:lnTo>
                    <a:pt x="275842" y="6141508"/>
                  </a:lnTo>
                  <a:lnTo>
                    <a:pt x="275967" y="6141508"/>
                  </a:lnTo>
                  <a:lnTo>
                    <a:pt x="276092" y="6141508"/>
                  </a:lnTo>
                  <a:lnTo>
                    <a:pt x="276342" y="6141508"/>
                  </a:lnTo>
                  <a:lnTo>
                    <a:pt x="276467" y="6141508"/>
                  </a:lnTo>
                  <a:lnTo>
                    <a:pt x="276592" y="6141508"/>
                  </a:lnTo>
                  <a:lnTo>
                    <a:pt x="276717" y="6141508"/>
                  </a:lnTo>
                  <a:lnTo>
                    <a:pt x="276842" y="6141508"/>
                  </a:lnTo>
                  <a:lnTo>
                    <a:pt x="276967" y="6141508"/>
                  </a:lnTo>
                  <a:lnTo>
                    <a:pt x="277092" y="6141508"/>
                  </a:lnTo>
                  <a:lnTo>
                    <a:pt x="277217" y="6141508"/>
                  </a:lnTo>
                  <a:lnTo>
                    <a:pt x="277342" y="6141508"/>
                  </a:lnTo>
                  <a:lnTo>
                    <a:pt x="277467" y="6141508"/>
                  </a:lnTo>
                  <a:lnTo>
                    <a:pt x="277592" y="6141508"/>
                  </a:lnTo>
                  <a:lnTo>
                    <a:pt x="277717" y="6141508"/>
                  </a:lnTo>
                  <a:lnTo>
                    <a:pt x="277842" y="6141508"/>
                  </a:lnTo>
                  <a:lnTo>
                    <a:pt x="277967" y="6141508"/>
                  </a:lnTo>
                  <a:lnTo>
                    <a:pt x="278218" y="6141508"/>
                  </a:lnTo>
                  <a:lnTo>
                    <a:pt x="278343" y="6141508"/>
                  </a:lnTo>
                  <a:lnTo>
                    <a:pt x="278468" y="6141508"/>
                  </a:lnTo>
                  <a:lnTo>
                    <a:pt x="278593" y="6141508"/>
                  </a:lnTo>
                  <a:lnTo>
                    <a:pt x="278718" y="6141508"/>
                  </a:lnTo>
                  <a:lnTo>
                    <a:pt x="278843" y="6141508"/>
                  </a:lnTo>
                  <a:lnTo>
                    <a:pt x="279093" y="6141508"/>
                  </a:lnTo>
                  <a:lnTo>
                    <a:pt x="279218" y="6141508"/>
                  </a:lnTo>
                  <a:lnTo>
                    <a:pt x="279343" y="6141508"/>
                  </a:lnTo>
                  <a:lnTo>
                    <a:pt x="279468" y="6141508"/>
                  </a:lnTo>
                  <a:lnTo>
                    <a:pt x="279593" y="6141508"/>
                  </a:lnTo>
                  <a:lnTo>
                    <a:pt x="279718" y="6141508"/>
                  </a:lnTo>
                  <a:lnTo>
                    <a:pt x="279968" y="6141508"/>
                  </a:lnTo>
                  <a:lnTo>
                    <a:pt x="280093" y="6141508"/>
                  </a:lnTo>
                  <a:lnTo>
                    <a:pt x="280218" y="6141508"/>
                  </a:lnTo>
                  <a:lnTo>
                    <a:pt x="280343" y="6141508"/>
                  </a:lnTo>
                  <a:lnTo>
                    <a:pt x="280468" y="6141508"/>
                  </a:lnTo>
                  <a:lnTo>
                    <a:pt x="280593" y="6141508"/>
                  </a:lnTo>
                  <a:lnTo>
                    <a:pt x="280718" y="6141508"/>
                  </a:lnTo>
                  <a:lnTo>
                    <a:pt x="280843" y="6141508"/>
                  </a:lnTo>
                  <a:lnTo>
                    <a:pt x="280968" y="6141508"/>
                  </a:lnTo>
                  <a:lnTo>
                    <a:pt x="281093" y="6141508"/>
                  </a:lnTo>
                  <a:lnTo>
                    <a:pt x="281219" y="6141508"/>
                  </a:lnTo>
                  <a:lnTo>
                    <a:pt x="281344" y="6141508"/>
                  </a:lnTo>
                  <a:lnTo>
                    <a:pt x="281469" y="6141508"/>
                  </a:lnTo>
                  <a:lnTo>
                    <a:pt x="281594" y="6141508"/>
                  </a:lnTo>
                  <a:lnTo>
                    <a:pt x="281719" y="6141508"/>
                  </a:lnTo>
                  <a:lnTo>
                    <a:pt x="281844" y="6141508"/>
                  </a:lnTo>
                  <a:lnTo>
                    <a:pt x="281969" y="6141508"/>
                  </a:lnTo>
                  <a:lnTo>
                    <a:pt x="282094" y="6141508"/>
                  </a:lnTo>
                  <a:lnTo>
                    <a:pt x="282344" y="6141508"/>
                  </a:lnTo>
                  <a:lnTo>
                    <a:pt x="282594" y="6141508"/>
                  </a:lnTo>
                  <a:lnTo>
                    <a:pt x="282719" y="6141508"/>
                  </a:lnTo>
                  <a:lnTo>
                    <a:pt x="282844" y="6141508"/>
                  </a:lnTo>
                  <a:lnTo>
                    <a:pt x="282969" y="6141508"/>
                  </a:lnTo>
                  <a:lnTo>
                    <a:pt x="283094" y="6141508"/>
                  </a:lnTo>
                  <a:lnTo>
                    <a:pt x="283219" y="6141508"/>
                  </a:lnTo>
                  <a:lnTo>
                    <a:pt x="283344" y="6141508"/>
                  </a:lnTo>
                  <a:lnTo>
                    <a:pt x="283469" y="6141508"/>
                  </a:lnTo>
                  <a:lnTo>
                    <a:pt x="283594" y="6141508"/>
                  </a:lnTo>
                  <a:lnTo>
                    <a:pt x="283719" y="6141508"/>
                  </a:lnTo>
                  <a:lnTo>
                    <a:pt x="283844" y="6141508"/>
                  </a:lnTo>
                  <a:lnTo>
                    <a:pt x="283844" y="6131554"/>
                  </a:lnTo>
                  <a:lnTo>
                    <a:pt x="283969" y="6131554"/>
                  </a:lnTo>
                  <a:lnTo>
                    <a:pt x="284094" y="6131554"/>
                  </a:lnTo>
                  <a:lnTo>
                    <a:pt x="284220" y="6131554"/>
                  </a:lnTo>
                  <a:lnTo>
                    <a:pt x="284345" y="6131554"/>
                  </a:lnTo>
                  <a:lnTo>
                    <a:pt x="284470" y="6131554"/>
                  </a:lnTo>
                  <a:lnTo>
                    <a:pt x="284595" y="6131554"/>
                  </a:lnTo>
                  <a:lnTo>
                    <a:pt x="284720" y="6131554"/>
                  </a:lnTo>
                  <a:lnTo>
                    <a:pt x="284970" y="6131554"/>
                  </a:lnTo>
                  <a:lnTo>
                    <a:pt x="285095" y="6131554"/>
                  </a:lnTo>
                  <a:lnTo>
                    <a:pt x="285220" y="6131554"/>
                  </a:lnTo>
                  <a:lnTo>
                    <a:pt x="285345" y="6131554"/>
                  </a:lnTo>
                  <a:lnTo>
                    <a:pt x="285595" y="6131554"/>
                  </a:lnTo>
                  <a:lnTo>
                    <a:pt x="285720" y="6131554"/>
                  </a:lnTo>
                  <a:lnTo>
                    <a:pt x="285845" y="6131554"/>
                  </a:lnTo>
                  <a:lnTo>
                    <a:pt x="285970" y="6131554"/>
                  </a:lnTo>
                  <a:lnTo>
                    <a:pt x="286095" y="6131554"/>
                  </a:lnTo>
                  <a:lnTo>
                    <a:pt x="286220" y="6131554"/>
                  </a:lnTo>
                  <a:lnTo>
                    <a:pt x="286345" y="6131554"/>
                  </a:lnTo>
                  <a:lnTo>
                    <a:pt x="286470" y="6131554"/>
                  </a:lnTo>
                  <a:lnTo>
                    <a:pt x="286720" y="6131554"/>
                  </a:lnTo>
                  <a:lnTo>
                    <a:pt x="286845" y="6131554"/>
                  </a:lnTo>
                  <a:lnTo>
                    <a:pt x="286970" y="6131554"/>
                  </a:lnTo>
                  <a:lnTo>
                    <a:pt x="287346" y="6131554"/>
                  </a:lnTo>
                  <a:lnTo>
                    <a:pt x="287471" y="6131554"/>
                  </a:lnTo>
                  <a:lnTo>
                    <a:pt x="287596" y="6131554"/>
                  </a:lnTo>
                  <a:lnTo>
                    <a:pt x="287721" y="6131554"/>
                  </a:lnTo>
                  <a:lnTo>
                    <a:pt x="287846" y="6131554"/>
                  </a:lnTo>
                  <a:lnTo>
                    <a:pt x="287971" y="6131554"/>
                  </a:lnTo>
                  <a:lnTo>
                    <a:pt x="288096" y="6131554"/>
                  </a:lnTo>
                  <a:lnTo>
                    <a:pt x="288221" y="6131554"/>
                  </a:lnTo>
                  <a:lnTo>
                    <a:pt x="288596" y="6131554"/>
                  </a:lnTo>
                  <a:lnTo>
                    <a:pt x="288721" y="6131554"/>
                  </a:lnTo>
                  <a:lnTo>
                    <a:pt x="288846" y="6131554"/>
                  </a:lnTo>
                  <a:lnTo>
                    <a:pt x="288971" y="6131554"/>
                  </a:lnTo>
                  <a:lnTo>
                    <a:pt x="289096" y="6131554"/>
                  </a:lnTo>
                  <a:lnTo>
                    <a:pt x="289221" y="6131554"/>
                  </a:lnTo>
                  <a:lnTo>
                    <a:pt x="289346" y="6131554"/>
                  </a:lnTo>
                  <a:lnTo>
                    <a:pt x="289471" y="6131554"/>
                  </a:lnTo>
                  <a:lnTo>
                    <a:pt x="289596" y="6131554"/>
                  </a:lnTo>
                  <a:lnTo>
                    <a:pt x="289846" y="6131554"/>
                  </a:lnTo>
                  <a:lnTo>
                    <a:pt x="289971" y="6131554"/>
                  </a:lnTo>
                  <a:lnTo>
                    <a:pt x="290096" y="6131554"/>
                  </a:lnTo>
                  <a:lnTo>
                    <a:pt x="290222" y="6131554"/>
                  </a:lnTo>
                  <a:lnTo>
                    <a:pt x="290347" y="6131554"/>
                  </a:lnTo>
                  <a:lnTo>
                    <a:pt x="290597" y="6131554"/>
                  </a:lnTo>
                  <a:lnTo>
                    <a:pt x="290722" y="6131554"/>
                  </a:lnTo>
                  <a:lnTo>
                    <a:pt x="290847" y="6131554"/>
                  </a:lnTo>
                  <a:lnTo>
                    <a:pt x="290972" y="6131554"/>
                  </a:lnTo>
                  <a:lnTo>
                    <a:pt x="291097" y="6131554"/>
                  </a:lnTo>
                  <a:lnTo>
                    <a:pt x="291222" y="6131554"/>
                  </a:lnTo>
                  <a:lnTo>
                    <a:pt x="291347" y="6131554"/>
                  </a:lnTo>
                  <a:lnTo>
                    <a:pt x="291472" y="6131554"/>
                  </a:lnTo>
                  <a:lnTo>
                    <a:pt x="291597" y="6131554"/>
                  </a:lnTo>
                  <a:lnTo>
                    <a:pt x="291722" y="6131554"/>
                  </a:lnTo>
                  <a:lnTo>
                    <a:pt x="291847" y="6131554"/>
                  </a:lnTo>
                  <a:lnTo>
                    <a:pt x="291972" y="6131554"/>
                  </a:lnTo>
                  <a:lnTo>
                    <a:pt x="292097" y="6131554"/>
                  </a:lnTo>
                  <a:lnTo>
                    <a:pt x="292222" y="6131554"/>
                  </a:lnTo>
                  <a:lnTo>
                    <a:pt x="292347" y="6131554"/>
                  </a:lnTo>
                  <a:lnTo>
                    <a:pt x="292722" y="6131554"/>
                  </a:lnTo>
                  <a:lnTo>
                    <a:pt x="292972" y="6131554"/>
                  </a:lnTo>
                  <a:lnTo>
                    <a:pt x="293097" y="6131554"/>
                  </a:lnTo>
                  <a:lnTo>
                    <a:pt x="293223" y="6131554"/>
                  </a:lnTo>
                  <a:lnTo>
                    <a:pt x="293473" y="6131554"/>
                  </a:lnTo>
                  <a:lnTo>
                    <a:pt x="293598" y="6131554"/>
                  </a:lnTo>
                  <a:lnTo>
                    <a:pt x="293723" y="6131554"/>
                  </a:lnTo>
                  <a:lnTo>
                    <a:pt x="293848" y="6131554"/>
                  </a:lnTo>
                  <a:lnTo>
                    <a:pt x="293973" y="6131554"/>
                  </a:lnTo>
                  <a:lnTo>
                    <a:pt x="294098" y="6131554"/>
                  </a:lnTo>
                  <a:lnTo>
                    <a:pt x="294223" y="6131554"/>
                  </a:lnTo>
                  <a:lnTo>
                    <a:pt x="294348" y="6131554"/>
                  </a:lnTo>
                  <a:lnTo>
                    <a:pt x="294598" y="6131554"/>
                  </a:lnTo>
                  <a:lnTo>
                    <a:pt x="294723" y="6131554"/>
                  </a:lnTo>
                  <a:lnTo>
                    <a:pt x="294848" y="6131554"/>
                  </a:lnTo>
                  <a:lnTo>
                    <a:pt x="294973" y="6131554"/>
                  </a:lnTo>
                  <a:lnTo>
                    <a:pt x="295098" y="6131554"/>
                  </a:lnTo>
                  <a:lnTo>
                    <a:pt x="295223" y="6131554"/>
                  </a:lnTo>
                  <a:lnTo>
                    <a:pt x="295348" y="6131554"/>
                  </a:lnTo>
                  <a:lnTo>
                    <a:pt x="295598" y="6131554"/>
                  </a:lnTo>
                  <a:lnTo>
                    <a:pt x="295723" y="6131554"/>
                  </a:lnTo>
                  <a:lnTo>
                    <a:pt x="295973" y="6131554"/>
                  </a:lnTo>
                  <a:lnTo>
                    <a:pt x="296098" y="6131554"/>
                  </a:lnTo>
                  <a:lnTo>
                    <a:pt x="296224" y="6131554"/>
                  </a:lnTo>
                  <a:lnTo>
                    <a:pt x="296474" y="6131554"/>
                  </a:lnTo>
                  <a:lnTo>
                    <a:pt x="296599" y="6131554"/>
                  </a:lnTo>
                  <a:lnTo>
                    <a:pt x="296724" y="6131554"/>
                  </a:lnTo>
                  <a:lnTo>
                    <a:pt x="296849" y="6131554"/>
                  </a:lnTo>
                  <a:lnTo>
                    <a:pt x="296974" y="6131554"/>
                  </a:lnTo>
                  <a:lnTo>
                    <a:pt x="297099" y="6131554"/>
                  </a:lnTo>
                  <a:lnTo>
                    <a:pt x="297224" y="6131554"/>
                  </a:lnTo>
                  <a:lnTo>
                    <a:pt x="297349" y="6131554"/>
                  </a:lnTo>
                  <a:lnTo>
                    <a:pt x="297474" y="6131554"/>
                  </a:lnTo>
                  <a:lnTo>
                    <a:pt x="297724" y="6131554"/>
                  </a:lnTo>
                  <a:lnTo>
                    <a:pt x="297849" y="6131554"/>
                  </a:lnTo>
                  <a:lnTo>
                    <a:pt x="297974" y="6131554"/>
                  </a:lnTo>
                  <a:lnTo>
                    <a:pt x="298099" y="6131554"/>
                  </a:lnTo>
                  <a:lnTo>
                    <a:pt x="298224" y="6131554"/>
                  </a:lnTo>
                  <a:lnTo>
                    <a:pt x="298349" y="6131554"/>
                  </a:lnTo>
                  <a:lnTo>
                    <a:pt x="298474" y="6131554"/>
                  </a:lnTo>
                  <a:lnTo>
                    <a:pt x="298599" y="6131554"/>
                  </a:lnTo>
                  <a:lnTo>
                    <a:pt x="298724" y="6131554"/>
                  </a:lnTo>
                  <a:lnTo>
                    <a:pt x="298849" y="6131554"/>
                  </a:lnTo>
                  <a:lnTo>
                    <a:pt x="298974" y="6131554"/>
                  </a:lnTo>
                  <a:lnTo>
                    <a:pt x="299099" y="6131554"/>
                  </a:lnTo>
                  <a:lnTo>
                    <a:pt x="299225" y="6131554"/>
                  </a:lnTo>
                  <a:lnTo>
                    <a:pt x="299350" y="6131554"/>
                  </a:lnTo>
                  <a:lnTo>
                    <a:pt x="299475" y="6131554"/>
                  </a:lnTo>
                  <a:lnTo>
                    <a:pt x="299600" y="6131554"/>
                  </a:lnTo>
                  <a:lnTo>
                    <a:pt x="299725" y="6131554"/>
                  </a:lnTo>
                  <a:lnTo>
                    <a:pt x="299975" y="6131554"/>
                  </a:lnTo>
                  <a:lnTo>
                    <a:pt x="300100" y="6131554"/>
                  </a:lnTo>
                  <a:lnTo>
                    <a:pt x="300225" y="6131554"/>
                  </a:lnTo>
                  <a:lnTo>
                    <a:pt x="300350" y="6131554"/>
                  </a:lnTo>
                  <a:lnTo>
                    <a:pt x="300600" y="6131554"/>
                  </a:lnTo>
                  <a:lnTo>
                    <a:pt x="300725" y="6131554"/>
                  </a:lnTo>
                  <a:lnTo>
                    <a:pt x="300850" y="6131554"/>
                  </a:lnTo>
                  <a:lnTo>
                    <a:pt x="301850" y="6131554"/>
                  </a:lnTo>
                  <a:lnTo>
                    <a:pt x="302100" y="6131554"/>
                  </a:lnTo>
                  <a:lnTo>
                    <a:pt x="302226" y="6131554"/>
                  </a:lnTo>
                  <a:lnTo>
                    <a:pt x="302351" y="6131554"/>
                  </a:lnTo>
                  <a:lnTo>
                    <a:pt x="302476" y="6131554"/>
                  </a:lnTo>
                  <a:lnTo>
                    <a:pt x="302601" y="6131554"/>
                  </a:lnTo>
                  <a:lnTo>
                    <a:pt x="302726" y="6131554"/>
                  </a:lnTo>
                  <a:lnTo>
                    <a:pt x="302851" y="6131554"/>
                  </a:lnTo>
                  <a:lnTo>
                    <a:pt x="302976" y="6131554"/>
                  </a:lnTo>
                  <a:lnTo>
                    <a:pt x="303101" y="6131554"/>
                  </a:lnTo>
                  <a:lnTo>
                    <a:pt x="303226" y="6131554"/>
                  </a:lnTo>
                  <a:lnTo>
                    <a:pt x="303351" y="6131554"/>
                  </a:lnTo>
                  <a:lnTo>
                    <a:pt x="303476" y="6131554"/>
                  </a:lnTo>
                  <a:lnTo>
                    <a:pt x="303601" y="6131554"/>
                  </a:lnTo>
                  <a:lnTo>
                    <a:pt x="303726" y="6131554"/>
                  </a:lnTo>
                  <a:lnTo>
                    <a:pt x="303851" y="6131554"/>
                  </a:lnTo>
                  <a:lnTo>
                    <a:pt x="303976" y="6131554"/>
                  </a:lnTo>
                  <a:lnTo>
                    <a:pt x="304101" y="6131554"/>
                  </a:lnTo>
                  <a:lnTo>
                    <a:pt x="304351" y="6131554"/>
                  </a:lnTo>
                  <a:lnTo>
                    <a:pt x="304476" y="6131554"/>
                  </a:lnTo>
                  <a:lnTo>
                    <a:pt x="304601" y="6131554"/>
                  </a:lnTo>
                  <a:lnTo>
                    <a:pt x="304726" y="6131554"/>
                  </a:lnTo>
                  <a:lnTo>
                    <a:pt x="304851" y="6131554"/>
                  </a:lnTo>
                  <a:lnTo>
                    <a:pt x="304976" y="6131554"/>
                  </a:lnTo>
                  <a:lnTo>
                    <a:pt x="305101" y="6131554"/>
                  </a:lnTo>
                  <a:lnTo>
                    <a:pt x="305227" y="6131554"/>
                  </a:lnTo>
                  <a:lnTo>
                    <a:pt x="305352" y="6131554"/>
                  </a:lnTo>
                  <a:lnTo>
                    <a:pt x="305477" y="6131554"/>
                  </a:lnTo>
                  <a:lnTo>
                    <a:pt x="305602" y="6131554"/>
                  </a:lnTo>
                  <a:lnTo>
                    <a:pt x="305727" y="6131554"/>
                  </a:lnTo>
                  <a:lnTo>
                    <a:pt x="305977" y="6131554"/>
                  </a:lnTo>
                  <a:lnTo>
                    <a:pt x="306102" y="6131554"/>
                  </a:lnTo>
                  <a:lnTo>
                    <a:pt x="306227" y="6131554"/>
                  </a:lnTo>
                  <a:lnTo>
                    <a:pt x="306352" y="6131554"/>
                  </a:lnTo>
                  <a:lnTo>
                    <a:pt x="306477" y="6131554"/>
                  </a:lnTo>
                  <a:lnTo>
                    <a:pt x="306602" y="6131554"/>
                  </a:lnTo>
                  <a:lnTo>
                    <a:pt x="306727" y="6131554"/>
                  </a:lnTo>
                  <a:lnTo>
                    <a:pt x="306852" y="6131554"/>
                  </a:lnTo>
                  <a:lnTo>
                    <a:pt x="306977" y="6131554"/>
                  </a:lnTo>
                  <a:lnTo>
                    <a:pt x="307102" y="6131554"/>
                  </a:lnTo>
                  <a:lnTo>
                    <a:pt x="307227" y="6131554"/>
                  </a:lnTo>
                  <a:lnTo>
                    <a:pt x="307352" y="6131554"/>
                  </a:lnTo>
                  <a:lnTo>
                    <a:pt x="307477" y="6131554"/>
                  </a:lnTo>
                  <a:lnTo>
                    <a:pt x="307602" y="6131554"/>
                  </a:lnTo>
                  <a:lnTo>
                    <a:pt x="307727" y="6131554"/>
                  </a:lnTo>
                  <a:lnTo>
                    <a:pt x="307852" y="6131554"/>
                  </a:lnTo>
                  <a:lnTo>
                    <a:pt x="307977" y="6131554"/>
                  </a:lnTo>
                  <a:lnTo>
                    <a:pt x="308102" y="6131554"/>
                  </a:lnTo>
                  <a:lnTo>
                    <a:pt x="308228" y="6131554"/>
                  </a:lnTo>
                  <a:lnTo>
                    <a:pt x="308478" y="6131554"/>
                  </a:lnTo>
                  <a:lnTo>
                    <a:pt x="308603" y="6131554"/>
                  </a:lnTo>
                  <a:lnTo>
                    <a:pt x="308728" y="6131554"/>
                  </a:lnTo>
                  <a:lnTo>
                    <a:pt x="308853" y="6131554"/>
                  </a:lnTo>
                  <a:lnTo>
                    <a:pt x="308978" y="6131554"/>
                  </a:lnTo>
                  <a:lnTo>
                    <a:pt x="309228" y="6131554"/>
                  </a:lnTo>
                  <a:lnTo>
                    <a:pt x="309478" y="6131554"/>
                  </a:lnTo>
                  <a:lnTo>
                    <a:pt x="309603" y="6131554"/>
                  </a:lnTo>
                  <a:lnTo>
                    <a:pt x="309728" y="6131554"/>
                  </a:lnTo>
                  <a:lnTo>
                    <a:pt x="309853" y="6131554"/>
                  </a:lnTo>
                  <a:lnTo>
                    <a:pt x="309978" y="6131554"/>
                  </a:lnTo>
                  <a:lnTo>
                    <a:pt x="310103" y="6131554"/>
                  </a:lnTo>
                  <a:lnTo>
                    <a:pt x="310228" y="6131554"/>
                  </a:lnTo>
                  <a:lnTo>
                    <a:pt x="310353" y="6131554"/>
                  </a:lnTo>
                  <a:lnTo>
                    <a:pt x="310478" y="6121600"/>
                  </a:lnTo>
                  <a:lnTo>
                    <a:pt x="310603" y="6121600"/>
                  </a:lnTo>
                  <a:lnTo>
                    <a:pt x="310728" y="6121600"/>
                  </a:lnTo>
                  <a:lnTo>
                    <a:pt x="310853" y="6121600"/>
                  </a:lnTo>
                  <a:lnTo>
                    <a:pt x="310978" y="6121600"/>
                  </a:lnTo>
                  <a:lnTo>
                    <a:pt x="311104" y="6121600"/>
                  </a:lnTo>
                  <a:lnTo>
                    <a:pt x="311229" y="6121600"/>
                  </a:lnTo>
                  <a:lnTo>
                    <a:pt x="311354" y="6121600"/>
                  </a:lnTo>
                  <a:lnTo>
                    <a:pt x="311479" y="6121600"/>
                  </a:lnTo>
                  <a:lnTo>
                    <a:pt x="311604" y="6121600"/>
                  </a:lnTo>
                  <a:lnTo>
                    <a:pt x="311729" y="6121600"/>
                  </a:lnTo>
                  <a:lnTo>
                    <a:pt x="311854" y="6121600"/>
                  </a:lnTo>
                  <a:lnTo>
                    <a:pt x="311979" y="6121600"/>
                  </a:lnTo>
                  <a:lnTo>
                    <a:pt x="312104" y="6121600"/>
                  </a:lnTo>
                  <a:lnTo>
                    <a:pt x="312229" y="6121600"/>
                  </a:lnTo>
                  <a:lnTo>
                    <a:pt x="312354" y="6121600"/>
                  </a:lnTo>
                  <a:lnTo>
                    <a:pt x="312604" y="6121600"/>
                  </a:lnTo>
                  <a:lnTo>
                    <a:pt x="312729" y="6121600"/>
                  </a:lnTo>
                  <a:lnTo>
                    <a:pt x="312854" y="6121600"/>
                  </a:lnTo>
                  <a:lnTo>
                    <a:pt x="312979" y="6121600"/>
                  </a:lnTo>
                  <a:lnTo>
                    <a:pt x="313104" y="6121600"/>
                  </a:lnTo>
                  <a:lnTo>
                    <a:pt x="313229" y="6121600"/>
                  </a:lnTo>
                  <a:lnTo>
                    <a:pt x="313354" y="6121600"/>
                  </a:lnTo>
                  <a:lnTo>
                    <a:pt x="313479" y="6121600"/>
                  </a:lnTo>
                  <a:lnTo>
                    <a:pt x="313604" y="6121600"/>
                  </a:lnTo>
                  <a:lnTo>
                    <a:pt x="313729" y="6121600"/>
                  </a:lnTo>
                  <a:lnTo>
                    <a:pt x="313979" y="6121600"/>
                  </a:lnTo>
                  <a:lnTo>
                    <a:pt x="314230" y="6121600"/>
                  </a:lnTo>
                  <a:lnTo>
                    <a:pt x="314355" y="6121600"/>
                  </a:lnTo>
                  <a:lnTo>
                    <a:pt x="314480" y="6121600"/>
                  </a:lnTo>
                  <a:lnTo>
                    <a:pt x="314605" y="6121600"/>
                  </a:lnTo>
                  <a:lnTo>
                    <a:pt x="314730" y="6121600"/>
                  </a:lnTo>
                  <a:lnTo>
                    <a:pt x="314855" y="6121600"/>
                  </a:lnTo>
                  <a:lnTo>
                    <a:pt x="314980" y="6121600"/>
                  </a:lnTo>
                  <a:lnTo>
                    <a:pt x="315105" y="6121600"/>
                  </a:lnTo>
                  <a:lnTo>
                    <a:pt x="315230" y="6121600"/>
                  </a:lnTo>
                  <a:lnTo>
                    <a:pt x="315480" y="6121600"/>
                  </a:lnTo>
                  <a:lnTo>
                    <a:pt x="315605" y="6121600"/>
                  </a:lnTo>
                  <a:lnTo>
                    <a:pt x="315730" y="6121600"/>
                  </a:lnTo>
                  <a:lnTo>
                    <a:pt x="315855" y="6121600"/>
                  </a:lnTo>
                  <a:lnTo>
                    <a:pt x="316105" y="6121600"/>
                  </a:lnTo>
                  <a:lnTo>
                    <a:pt x="316230" y="6121600"/>
                  </a:lnTo>
                  <a:lnTo>
                    <a:pt x="316355" y="6121600"/>
                  </a:lnTo>
                  <a:lnTo>
                    <a:pt x="316480" y="6121600"/>
                  </a:lnTo>
                  <a:lnTo>
                    <a:pt x="316605" y="6121600"/>
                  </a:lnTo>
                  <a:lnTo>
                    <a:pt x="316730" y="6121600"/>
                  </a:lnTo>
                  <a:lnTo>
                    <a:pt x="316855" y="6121600"/>
                  </a:lnTo>
                  <a:lnTo>
                    <a:pt x="316980" y="6121600"/>
                  </a:lnTo>
                  <a:lnTo>
                    <a:pt x="317231" y="6121600"/>
                  </a:lnTo>
                  <a:lnTo>
                    <a:pt x="317356" y="6121600"/>
                  </a:lnTo>
                  <a:lnTo>
                    <a:pt x="317481" y="6121600"/>
                  </a:lnTo>
                  <a:lnTo>
                    <a:pt x="317606" y="6121600"/>
                  </a:lnTo>
                  <a:lnTo>
                    <a:pt x="317731" y="6121600"/>
                  </a:lnTo>
                  <a:lnTo>
                    <a:pt x="318106" y="6121600"/>
                  </a:lnTo>
                  <a:lnTo>
                    <a:pt x="318231" y="6121600"/>
                  </a:lnTo>
                  <a:lnTo>
                    <a:pt x="318356" y="6121600"/>
                  </a:lnTo>
                  <a:lnTo>
                    <a:pt x="318481" y="6121600"/>
                  </a:lnTo>
                  <a:lnTo>
                    <a:pt x="318481" y="6111647"/>
                  </a:lnTo>
                  <a:lnTo>
                    <a:pt x="318606" y="6111647"/>
                  </a:lnTo>
                  <a:lnTo>
                    <a:pt x="318731" y="6111647"/>
                  </a:lnTo>
                  <a:lnTo>
                    <a:pt x="318856" y="6111647"/>
                  </a:lnTo>
                  <a:lnTo>
                    <a:pt x="318981" y="6111647"/>
                  </a:lnTo>
                  <a:lnTo>
                    <a:pt x="319106" y="6111647"/>
                  </a:lnTo>
                  <a:lnTo>
                    <a:pt x="319231" y="6111647"/>
                  </a:lnTo>
                  <a:lnTo>
                    <a:pt x="319356" y="6111647"/>
                  </a:lnTo>
                  <a:lnTo>
                    <a:pt x="319481" y="6111647"/>
                  </a:lnTo>
                  <a:lnTo>
                    <a:pt x="319606" y="6111647"/>
                  </a:lnTo>
                  <a:lnTo>
                    <a:pt x="319731" y="6111647"/>
                  </a:lnTo>
                  <a:lnTo>
                    <a:pt x="319856" y="6111647"/>
                  </a:lnTo>
                  <a:lnTo>
                    <a:pt x="320107" y="6111647"/>
                  </a:lnTo>
                  <a:lnTo>
                    <a:pt x="320232" y="6111647"/>
                  </a:lnTo>
                  <a:lnTo>
                    <a:pt x="320357" y="6111647"/>
                  </a:lnTo>
                  <a:lnTo>
                    <a:pt x="320482" y="6111647"/>
                  </a:lnTo>
                  <a:lnTo>
                    <a:pt x="320607" y="6111647"/>
                  </a:lnTo>
                  <a:lnTo>
                    <a:pt x="320732" y="6111647"/>
                  </a:lnTo>
                  <a:lnTo>
                    <a:pt x="320857" y="6111647"/>
                  </a:lnTo>
                  <a:lnTo>
                    <a:pt x="320982" y="6111647"/>
                  </a:lnTo>
                  <a:lnTo>
                    <a:pt x="321107" y="6111647"/>
                  </a:lnTo>
                  <a:lnTo>
                    <a:pt x="321232" y="6111647"/>
                  </a:lnTo>
                  <a:lnTo>
                    <a:pt x="321607" y="6111647"/>
                  </a:lnTo>
                  <a:lnTo>
                    <a:pt x="321857" y="6111647"/>
                  </a:lnTo>
                  <a:lnTo>
                    <a:pt x="321982" y="6111647"/>
                  </a:lnTo>
                  <a:lnTo>
                    <a:pt x="322107" y="6111647"/>
                  </a:lnTo>
                  <a:lnTo>
                    <a:pt x="322232" y="6111647"/>
                  </a:lnTo>
                  <a:lnTo>
                    <a:pt x="322357" y="6111647"/>
                  </a:lnTo>
                  <a:lnTo>
                    <a:pt x="322482" y="6111647"/>
                  </a:lnTo>
                  <a:lnTo>
                    <a:pt x="322607" y="6111647"/>
                  </a:lnTo>
                  <a:lnTo>
                    <a:pt x="322732" y="6111647"/>
                  </a:lnTo>
                  <a:lnTo>
                    <a:pt x="322857" y="6111647"/>
                  </a:lnTo>
                  <a:lnTo>
                    <a:pt x="322982" y="6111647"/>
                  </a:lnTo>
                  <a:lnTo>
                    <a:pt x="323483" y="6111647"/>
                  </a:lnTo>
                  <a:lnTo>
                    <a:pt x="323608" y="6111647"/>
                  </a:lnTo>
                  <a:lnTo>
                    <a:pt x="323733" y="6111647"/>
                  </a:lnTo>
                  <a:lnTo>
                    <a:pt x="323858" y="6111647"/>
                  </a:lnTo>
                  <a:lnTo>
                    <a:pt x="323983" y="6111647"/>
                  </a:lnTo>
                  <a:lnTo>
                    <a:pt x="324108" y="6111647"/>
                  </a:lnTo>
                  <a:lnTo>
                    <a:pt x="324358" y="6111647"/>
                  </a:lnTo>
                  <a:lnTo>
                    <a:pt x="324483" y="6111647"/>
                  </a:lnTo>
                  <a:lnTo>
                    <a:pt x="324608" y="6111647"/>
                  </a:lnTo>
                  <a:lnTo>
                    <a:pt x="324608" y="6101693"/>
                  </a:lnTo>
                  <a:lnTo>
                    <a:pt x="324733" y="6101693"/>
                  </a:lnTo>
                  <a:lnTo>
                    <a:pt x="324858" y="6101693"/>
                  </a:lnTo>
                  <a:lnTo>
                    <a:pt x="325108" y="6101693"/>
                  </a:lnTo>
                  <a:lnTo>
                    <a:pt x="325233" y="6101693"/>
                  </a:lnTo>
                  <a:lnTo>
                    <a:pt x="325358" y="6101693"/>
                  </a:lnTo>
                  <a:lnTo>
                    <a:pt x="325483" y="6101693"/>
                  </a:lnTo>
                  <a:lnTo>
                    <a:pt x="325608" y="6101693"/>
                  </a:lnTo>
                  <a:lnTo>
                    <a:pt x="325733" y="6101693"/>
                  </a:lnTo>
                  <a:lnTo>
                    <a:pt x="325858" y="6101693"/>
                  </a:lnTo>
                  <a:lnTo>
                    <a:pt x="325983" y="6101693"/>
                  </a:lnTo>
                  <a:lnTo>
                    <a:pt x="326109" y="6101693"/>
                  </a:lnTo>
                  <a:lnTo>
                    <a:pt x="326234" y="6101693"/>
                  </a:lnTo>
                  <a:lnTo>
                    <a:pt x="326359" y="6101693"/>
                  </a:lnTo>
                  <a:lnTo>
                    <a:pt x="326484" y="6101693"/>
                  </a:lnTo>
                  <a:lnTo>
                    <a:pt x="326609" y="6101693"/>
                  </a:lnTo>
                  <a:lnTo>
                    <a:pt x="326734" y="6101693"/>
                  </a:lnTo>
                  <a:lnTo>
                    <a:pt x="326859" y="6101693"/>
                  </a:lnTo>
                  <a:lnTo>
                    <a:pt x="326984" y="6101693"/>
                  </a:lnTo>
                  <a:lnTo>
                    <a:pt x="327234" y="6101693"/>
                  </a:lnTo>
                  <a:lnTo>
                    <a:pt x="327359" y="6101693"/>
                  </a:lnTo>
                  <a:lnTo>
                    <a:pt x="327484" y="6101693"/>
                  </a:lnTo>
                  <a:lnTo>
                    <a:pt x="327609" y="6101693"/>
                  </a:lnTo>
                  <a:lnTo>
                    <a:pt x="327734" y="6101693"/>
                  </a:lnTo>
                  <a:lnTo>
                    <a:pt x="327859" y="6101693"/>
                  </a:lnTo>
                  <a:lnTo>
                    <a:pt x="327984" y="6101693"/>
                  </a:lnTo>
                  <a:lnTo>
                    <a:pt x="328109" y="6101693"/>
                  </a:lnTo>
                  <a:lnTo>
                    <a:pt x="328234" y="6101693"/>
                  </a:lnTo>
                  <a:lnTo>
                    <a:pt x="328359" y="6101693"/>
                  </a:lnTo>
                  <a:lnTo>
                    <a:pt x="328484" y="6101693"/>
                  </a:lnTo>
                  <a:lnTo>
                    <a:pt x="328609" y="6101693"/>
                  </a:lnTo>
                  <a:lnTo>
                    <a:pt x="328734" y="6101693"/>
                  </a:lnTo>
                  <a:lnTo>
                    <a:pt x="328984" y="6101693"/>
                  </a:lnTo>
                  <a:lnTo>
                    <a:pt x="329235" y="6101693"/>
                  </a:lnTo>
                  <a:lnTo>
                    <a:pt x="329360" y="6101693"/>
                  </a:lnTo>
                  <a:lnTo>
                    <a:pt x="329485" y="6101693"/>
                  </a:lnTo>
                  <a:lnTo>
                    <a:pt x="329610" y="6101693"/>
                  </a:lnTo>
                  <a:lnTo>
                    <a:pt x="329735" y="6101693"/>
                  </a:lnTo>
                  <a:lnTo>
                    <a:pt x="329860" y="6101693"/>
                  </a:lnTo>
                  <a:lnTo>
                    <a:pt x="329985" y="6101693"/>
                  </a:lnTo>
                  <a:lnTo>
                    <a:pt x="330110" y="6101693"/>
                  </a:lnTo>
                  <a:lnTo>
                    <a:pt x="330235" y="6101693"/>
                  </a:lnTo>
                  <a:lnTo>
                    <a:pt x="330360" y="6101693"/>
                  </a:lnTo>
                  <a:lnTo>
                    <a:pt x="330485" y="6101693"/>
                  </a:lnTo>
                  <a:lnTo>
                    <a:pt x="330610" y="6101693"/>
                  </a:lnTo>
                  <a:lnTo>
                    <a:pt x="330735" y="6101693"/>
                  </a:lnTo>
                  <a:lnTo>
                    <a:pt x="330860" y="6101693"/>
                  </a:lnTo>
                  <a:lnTo>
                    <a:pt x="330985" y="6101693"/>
                  </a:lnTo>
                  <a:lnTo>
                    <a:pt x="331110" y="6101693"/>
                  </a:lnTo>
                  <a:lnTo>
                    <a:pt x="331235" y="6101693"/>
                  </a:lnTo>
                  <a:lnTo>
                    <a:pt x="331485" y="6101693"/>
                  </a:lnTo>
                  <a:lnTo>
                    <a:pt x="331610" y="6101693"/>
                  </a:lnTo>
                  <a:lnTo>
                    <a:pt x="331735" y="6101693"/>
                  </a:lnTo>
                  <a:lnTo>
                    <a:pt x="331860" y="6101693"/>
                  </a:lnTo>
                  <a:lnTo>
                    <a:pt x="331985" y="6101693"/>
                  </a:lnTo>
                  <a:lnTo>
                    <a:pt x="332111" y="6101693"/>
                  </a:lnTo>
                  <a:lnTo>
                    <a:pt x="332236" y="6101693"/>
                  </a:lnTo>
                  <a:lnTo>
                    <a:pt x="332361" y="6101693"/>
                  </a:lnTo>
                  <a:lnTo>
                    <a:pt x="332486" y="6101693"/>
                  </a:lnTo>
                  <a:lnTo>
                    <a:pt x="332611" y="6101693"/>
                  </a:lnTo>
                  <a:lnTo>
                    <a:pt x="332736" y="6101693"/>
                  </a:lnTo>
                  <a:lnTo>
                    <a:pt x="332861" y="6101693"/>
                  </a:lnTo>
                  <a:lnTo>
                    <a:pt x="332986" y="6101693"/>
                  </a:lnTo>
                  <a:lnTo>
                    <a:pt x="333111" y="6101693"/>
                  </a:lnTo>
                  <a:lnTo>
                    <a:pt x="333236" y="6101693"/>
                  </a:lnTo>
                  <a:lnTo>
                    <a:pt x="333361" y="6101693"/>
                  </a:lnTo>
                  <a:lnTo>
                    <a:pt x="333486" y="6101693"/>
                  </a:lnTo>
                  <a:lnTo>
                    <a:pt x="333861" y="6101693"/>
                  </a:lnTo>
                  <a:lnTo>
                    <a:pt x="333986" y="6101693"/>
                  </a:lnTo>
                  <a:lnTo>
                    <a:pt x="334111" y="6101693"/>
                  </a:lnTo>
                  <a:lnTo>
                    <a:pt x="334236" y="6101693"/>
                  </a:lnTo>
                  <a:lnTo>
                    <a:pt x="334361" y="6101693"/>
                  </a:lnTo>
                  <a:lnTo>
                    <a:pt x="334611" y="6101693"/>
                  </a:lnTo>
                  <a:lnTo>
                    <a:pt x="334736" y="6101693"/>
                  </a:lnTo>
                  <a:lnTo>
                    <a:pt x="334861" y="6101693"/>
                  </a:lnTo>
                  <a:lnTo>
                    <a:pt x="335112" y="6101693"/>
                  </a:lnTo>
                  <a:lnTo>
                    <a:pt x="335237" y="6101693"/>
                  </a:lnTo>
                  <a:lnTo>
                    <a:pt x="335362" y="6101693"/>
                  </a:lnTo>
                  <a:lnTo>
                    <a:pt x="335487" y="6101693"/>
                  </a:lnTo>
                  <a:lnTo>
                    <a:pt x="335612" y="6101693"/>
                  </a:lnTo>
                  <a:lnTo>
                    <a:pt x="335987" y="6101693"/>
                  </a:lnTo>
                  <a:lnTo>
                    <a:pt x="336112" y="6101693"/>
                  </a:lnTo>
                  <a:lnTo>
                    <a:pt x="336237" y="6101693"/>
                  </a:lnTo>
                  <a:lnTo>
                    <a:pt x="336487" y="6101693"/>
                  </a:lnTo>
                  <a:lnTo>
                    <a:pt x="336612" y="6101693"/>
                  </a:lnTo>
                  <a:lnTo>
                    <a:pt x="336737" y="6101693"/>
                  </a:lnTo>
                  <a:lnTo>
                    <a:pt x="336862" y="6101693"/>
                  </a:lnTo>
                  <a:lnTo>
                    <a:pt x="336987" y="6101693"/>
                  </a:lnTo>
                  <a:lnTo>
                    <a:pt x="337112" y="6101693"/>
                  </a:lnTo>
                  <a:lnTo>
                    <a:pt x="337237" y="6101693"/>
                  </a:lnTo>
                  <a:lnTo>
                    <a:pt x="337362" y="6101693"/>
                  </a:lnTo>
                  <a:lnTo>
                    <a:pt x="337487" y="6101693"/>
                  </a:lnTo>
                  <a:lnTo>
                    <a:pt x="337612" y="6101693"/>
                  </a:lnTo>
                  <a:lnTo>
                    <a:pt x="337737" y="6101693"/>
                  </a:lnTo>
                  <a:lnTo>
                    <a:pt x="337862" y="6101693"/>
                  </a:lnTo>
                  <a:lnTo>
                    <a:pt x="337987" y="6101693"/>
                  </a:lnTo>
                  <a:lnTo>
                    <a:pt x="338113" y="6101693"/>
                  </a:lnTo>
                  <a:lnTo>
                    <a:pt x="338238" y="6101693"/>
                  </a:lnTo>
                  <a:lnTo>
                    <a:pt x="338363" y="6101693"/>
                  </a:lnTo>
                  <a:lnTo>
                    <a:pt x="338738" y="6101693"/>
                  </a:lnTo>
                  <a:lnTo>
                    <a:pt x="338863" y="6101693"/>
                  </a:lnTo>
                  <a:lnTo>
                    <a:pt x="338988" y="6101693"/>
                  </a:lnTo>
                  <a:lnTo>
                    <a:pt x="339113" y="6101693"/>
                  </a:lnTo>
                  <a:lnTo>
                    <a:pt x="339238" y="6101693"/>
                  </a:lnTo>
                  <a:lnTo>
                    <a:pt x="339363" y="6101693"/>
                  </a:lnTo>
                  <a:lnTo>
                    <a:pt x="339488" y="6101693"/>
                  </a:lnTo>
                  <a:lnTo>
                    <a:pt x="339613" y="6101693"/>
                  </a:lnTo>
                  <a:lnTo>
                    <a:pt x="339738" y="6101693"/>
                  </a:lnTo>
                  <a:lnTo>
                    <a:pt x="339988" y="6101693"/>
                  </a:lnTo>
                  <a:lnTo>
                    <a:pt x="340113" y="6101693"/>
                  </a:lnTo>
                  <a:lnTo>
                    <a:pt x="340238" y="6101693"/>
                  </a:lnTo>
                  <a:lnTo>
                    <a:pt x="340363" y="6101693"/>
                  </a:lnTo>
                  <a:lnTo>
                    <a:pt x="340488" y="6101693"/>
                  </a:lnTo>
                  <a:lnTo>
                    <a:pt x="340613" y="6101693"/>
                  </a:lnTo>
                  <a:lnTo>
                    <a:pt x="340738" y="6101693"/>
                  </a:lnTo>
                  <a:lnTo>
                    <a:pt x="340863" y="6101693"/>
                  </a:lnTo>
                  <a:lnTo>
                    <a:pt x="340988" y="6101693"/>
                  </a:lnTo>
                  <a:lnTo>
                    <a:pt x="341239" y="6101693"/>
                  </a:lnTo>
                  <a:lnTo>
                    <a:pt x="341364" y="6101693"/>
                  </a:lnTo>
                  <a:lnTo>
                    <a:pt x="341489" y="6101693"/>
                  </a:lnTo>
                  <a:lnTo>
                    <a:pt x="341614" y="6101693"/>
                  </a:lnTo>
                  <a:lnTo>
                    <a:pt x="341739" y="6101693"/>
                  </a:lnTo>
                  <a:lnTo>
                    <a:pt x="341989" y="6101693"/>
                  </a:lnTo>
                  <a:lnTo>
                    <a:pt x="342114" y="6101693"/>
                  </a:lnTo>
                  <a:lnTo>
                    <a:pt x="342239" y="6101693"/>
                  </a:lnTo>
                  <a:lnTo>
                    <a:pt x="342364" y="6101693"/>
                  </a:lnTo>
                  <a:lnTo>
                    <a:pt x="342489" y="6101693"/>
                  </a:lnTo>
                  <a:lnTo>
                    <a:pt x="342614" y="6101693"/>
                  </a:lnTo>
                  <a:lnTo>
                    <a:pt x="342739" y="6101693"/>
                  </a:lnTo>
                  <a:lnTo>
                    <a:pt x="342864" y="6101693"/>
                  </a:lnTo>
                  <a:lnTo>
                    <a:pt x="343114" y="6101693"/>
                  </a:lnTo>
                  <a:lnTo>
                    <a:pt x="343239" y="6101693"/>
                  </a:lnTo>
                  <a:lnTo>
                    <a:pt x="343364" y="6101693"/>
                  </a:lnTo>
                  <a:lnTo>
                    <a:pt x="343489" y="6101693"/>
                  </a:lnTo>
                  <a:lnTo>
                    <a:pt x="343614" y="6101693"/>
                  </a:lnTo>
                  <a:lnTo>
                    <a:pt x="343739" y="6101693"/>
                  </a:lnTo>
                  <a:lnTo>
                    <a:pt x="343864" y="6101693"/>
                  </a:lnTo>
                  <a:lnTo>
                    <a:pt x="343989" y="6101693"/>
                  </a:lnTo>
                  <a:lnTo>
                    <a:pt x="344115" y="6101693"/>
                  </a:lnTo>
                  <a:lnTo>
                    <a:pt x="344240" y="6101693"/>
                  </a:lnTo>
                  <a:lnTo>
                    <a:pt x="344365" y="6101693"/>
                  </a:lnTo>
                  <a:lnTo>
                    <a:pt x="344615" y="6101693"/>
                  </a:lnTo>
                  <a:lnTo>
                    <a:pt x="344740" y="6101693"/>
                  </a:lnTo>
                  <a:lnTo>
                    <a:pt x="344865" y="6101693"/>
                  </a:lnTo>
                  <a:lnTo>
                    <a:pt x="344990" y="6101693"/>
                  </a:lnTo>
                  <a:lnTo>
                    <a:pt x="345115" y="6101693"/>
                  </a:lnTo>
                  <a:lnTo>
                    <a:pt x="345240" y="6101693"/>
                  </a:lnTo>
                  <a:lnTo>
                    <a:pt x="345365" y="6101693"/>
                  </a:lnTo>
                  <a:lnTo>
                    <a:pt x="345490" y="6101693"/>
                  </a:lnTo>
                  <a:lnTo>
                    <a:pt x="345615" y="6101693"/>
                  </a:lnTo>
                  <a:lnTo>
                    <a:pt x="345740" y="6101693"/>
                  </a:lnTo>
                  <a:lnTo>
                    <a:pt x="345865" y="6101693"/>
                  </a:lnTo>
                  <a:lnTo>
                    <a:pt x="345990" y="6101693"/>
                  </a:lnTo>
                  <a:lnTo>
                    <a:pt x="346115" y="6101693"/>
                  </a:lnTo>
                  <a:lnTo>
                    <a:pt x="346240" y="6101693"/>
                  </a:lnTo>
                  <a:lnTo>
                    <a:pt x="346490" y="6101693"/>
                  </a:lnTo>
                  <a:lnTo>
                    <a:pt x="346615" y="6101693"/>
                  </a:lnTo>
                  <a:lnTo>
                    <a:pt x="346865" y="6101693"/>
                  </a:lnTo>
                  <a:lnTo>
                    <a:pt x="346990" y="6101693"/>
                  </a:lnTo>
                  <a:lnTo>
                    <a:pt x="347116" y="6101693"/>
                  </a:lnTo>
                  <a:lnTo>
                    <a:pt x="347366" y="6101693"/>
                  </a:lnTo>
                  <a:lnTo>
                    <a:pt x="347491" y="6101693"/>
                  </a:lnTo>
                  <a:lnTo>
                    <a:pt x="347616" y="6101693"/>
                  </a:lnTo>
                  <a:lnTo>
                    <a:pt x="347741" y="6101693"/>
                  </a:lnTo>
                  <a:lnTo>
                    <a:pt x="348116" y="6101693"/>
                  </a:lnTo>
                  <a:lnTo>
                    <a:pt x="348366" y="6101693"/>
                  </a:lnTo>
                  <a:lnTo>
                    <a:pt x="348616" y="6101693"/>
                  </a:lnTo>
                  <a:lnTo>
                    <a:pt x="348741" y="6101693"/>
                  </a:lnTo>
                  <a:lnTo>
                    <a:pt x="348866" y="6101693"/>
                  </a:lnTo>
                  <a:lnTo>
                    <a:pt x="348991" y="6101693"/>
                  </a:lnTo>
                  <a:lnTo>
                    <a:pt x="349116" y="6101693"/>
                  </a:lnTo>
                  <a:lnTo>
                    <a:pt x="349241" y="6101693"/>
                  </a:lnTo>
                  <a:lnTo>
                    <a:pt x="349366" y="6101693"/>
                  </a:lnTo>
                  <a:lnTo>
                    <a:pt x="349491" y="6101693"/>
                  </a:lnTo>
                  <a:lnTo>
                    <a:pt x="349616" y="6101693"/>
                  </a:lnTo>
                  <a:lnTo>
                    <a:pt x="349741" y="6101693"/>
                  </a:lnTo>
                  <a:lnTo>
                    <a:pt x="349866" y="6101693"/>
                  </a:lnTo>
                  <a:lnTo>
                    <a:pt x="349992" y="6101693"/>
                  </a:lnTo>
                  <a:lnTo>
                    <a:pt x="350117" y="6101693"/>
                  </a:lnTo>
                  <a:lnTo>
                    <a:pt x="350242" y="6101693"/>
                  </a:lnTo>
                  <a:lnTo>
                    <a:pt x="350367" y="6101693"/>
                  </a:lnTo>
                  <a:lnTo>
                    <a:pt x="350492" y="6101693"/>
                  </a:lnTo>
                  <a:lnTo>
                    <a:pt x="350617" y="6101693"/>
                  </a:lnTo>
                  <a:lnTo>
                    <a:pt x="350742" y="6101693"/>
                  </a:lnTo>
                  <a:lnTo>
                    <a:pt x="350867" y="6101693"/>
                  </a:lnTo>
                  <a:lnTo>
                    <a:pt x="350992" y="6101693"/>
                  </a:lnTo>
                  <a:lnTo>
                    <a:pt x="351117" y="6101693"/>
                  </a:lnTo>
                  <a:lnTo>
                    <a:pt x="351242" y="6101693"/>
                  </a:lnTo>
                  <a:lnTo>
                    <a:pt x="351367" y="6101693"/>
                  </a:lnTo>
                  <a:lnTo>
                    <a:pt x="351492" y="6101693"/>
                  </a:lnTo>
                  <a:lnTo>
                    <a:pt x="351617" y="6101693"/>
                  </a:lnTo>
                  <a:lnTo>
                    <a:pt x="351742" y="6101693"/>
                  </a:lnTo>
                  <a:lnTo>
                    <a:pt x="351867" y="6101693"/>
                  </a:lnTo>
                  <a:lnTo>
                    <a:pt x="351992" y="6101693"/>
                  </a:lnTo>
                  <a:lnTo>
                    <a:pt x="352117" y="6101693"/>
                  </a:lnTo>
                  <a:lnTo>
                    <a:pt x="352242" y="6101693"/>
                  </a:lnTo>
                  <a:lnTo>
                    <a:pt x="352367" y="6101693"/>
                  </a:lnTo>
                  <a:lnTo>
                    <a:pt x="352492" y="6101693"/>
                  </a:lnTo>
                  <a:lnTo>
                    <a:pt x="352742" y="6101693"/>
                  </a:lnTo>
                  <a:lnTo>
                    <a:pt x="352867" y="6101693"/>
                  </a:lnTo>
                  <a:lnTo>
                    <a:pt x="352993" y="6101693"/>
                  </a:lnTo>
                  <a:lnTo>
                    <a:pt x="353118" y="6101693"/>
                  </a:lnTo>
                  <a:lnTo>
                    <a:pt x="353243" y="6101693"/>
                  </a:lnTo>
                  <a:lnTo>
                    <a:pt x="353243" y="6091739"/>
                  </a:lnTo>
                  <a:lnTo>
                    <a:pt x="353493" y="6091739"/>
                  </a:lnTo>
                  <a:lnTo>
                    <a:pt x="353618" y="6091739"/>
                  </a:lnTo>
                  <a:lnTo>
                    <a:pt x="353993" y="6091739"/>
                  </a:lnTo>
                  <a:lnTo>
                    <a:pt x="354243" y="6091739"/>
                  </a:lnTo>
                  <a:lnTo>
                    <a:pt x="354368" y="6091739"/>
                  </a:lnTo>
                  <a:lnTo>
                    <a:pt x="354493" y="6091739"/>
                  </a:lnTo>
                  <a:lnTo>
                    <a:pt x="354618" y="6091739"/>
                  </a:lnTo>
                  <a:lnTo>
                    <a:pt x="354743" y="6091739"/>
                  </a:lnTo>
                  <a:lnTo>
                    <a:pt x="354993" y="6091739"/>
                  </a:lnTo>
                  <a:lnTo>
                    <a:pt x="355118" y="6091739"/>
                  </a:lnTo>
                  <a:lnTo>
                    <a:pt x="355243" y="6091739"/>
                  </a:lnTo>
                  <a:lnTo>
                    <a:pt x="355493" y="6091739"/>
                  </a:lnTo>
                  <a:lnTo>
                    <a:pt x="355743" y="6091739"/>
                  </a:lnTo>
                  <a:lnTo>
                    <a:pt x="355868" y="6091739"/>
                  </a:lnTo>
                  <a:lnTo>
                    <a:pt x="356119" y="6091739"/>
                  </a:lnTo>
                  <a:lnTo>
                    <a:pt x="356244" y="6091739"/>
                  </a:lnTo>
                  <a:lnTo>
                    <a:pt x="356369" y="6091739"/>
                  </a:lnTo>
                  <a:lnTo>
                    <a:pt x="356619" y="6091739"/>
                  </a:lnTo>
                  <a:lnTo>
                    <a:pt x="356744" y="6091739"/>
                  </a:lnTo>
                  <a:lnTo>
                    <a:pt x="356869" y="6091739"/>
                  </a:lnTo>
                  <a:lnTo>
                    <a:pt x="356994" y="6091739"/>
                  </a:lnTo>
                  <a:lnTo>
                    <a:pt x="357119" y="6091739"/>
                  </a:lnTo>
                  <a:lnTo>
                    <a:pt x="357369" y="6091739"/>
                  </a:lnTo>
                  <a:lnTo>
                    <a:pt x="357494" y="6091739"/>
                  </a:lnTo>
                  <a:lnTo>
                    <a:pt x="357619" y="6091739"/>
                  </a:lnTo>
                  <a:lnTo>
                    <a:pt x="357744" y="6091739"/>
                  </a:lnTo>
                  <a:lnTo>
                    <a:pt x="357869" y="6091739"/>
                  </a:lnTo>
                  <a:lnTo>
                    <a:pt x="357994" y="6091739"/>
                  </a:lnTo>
                  <a:lnTo>
                    <a:pt x="358119" y="6091739"/>
                  </a:lnTo>
                  <a:lnTo>
                    <a:pt x="358244" y="6091739"/>
                  </a:lnTo>
                  <a:lnTo>
                    <a:pt x="358369" y="6091739"/>
                  </a:lnTo>
                  <a:lnTo>
                    <a:pt x="358494" y="6091739"/>
                  </a:lnTo>
                  <a:lnTo>
                    <a:pt x="358619" y="6091739"/>
                  </a:lnTo>
                  <a:lnTo>
                    <a:pt x="358744" y="6091739"/>
                  </a:lnTo>
                  <a:lnTo>
                    <a:pt x="358869" y="6091739"/>
                  </a:lnTo>
                  <a:lnTo>
                    <a:pt x="358995" y="6091739"/>
                  </a:lnTo>
                  <a:lnTo>
                    <a:pt x="359120" y="6091739"/>
                  </a:lnTo>
                  <a:lnTo>
                    <a:pt x="359245" y="6091739"/>
                  </a:lnTo>
                  <a:lnTo>
                    <a:pt x="359370" y="6091739"/>
                  </a:lnTo>
                  <a:lnTo>
                    <a:pt x="359495" y="6091739"/>
                  </a:lnTo>
                  <a:lnTo>
                    <a:pt x="359620" y="6091739"/>
                  </a:lnTo>
                  <a:lnTo>
                    <a:pt x="359745" y="6091739"/>
                  </a:lnTo>
                  <a:lnTo>
                    <a:pt x="359870" y="6091739"/>
                  </a:lnTo>
                  <a:lnTo>
                    <a:pt x="360120" y="6091739"/>
                  </a:lnTo>
                  <a:lnTo>
                    <a:pt x="360495" y="6091739"/>
                  </a:lnTo>
                  <a:lnTo>
                    <a:pt x="360620" y="6091739"/>
                  </a:lnTo>
                  <a:lnTo>
                    <a:pt x="360745" y="6091739"/>
                  </a:lnTo>
                  <a:lnTo>
                    <a:pt x="360870" y="6091739"/>
                  </a:lnTo>
                  <a:lnTo>
                    <a:pt x="361120" y="6091739"/>
                  </a:lnTo>
                  <a:lnTo>
                    <a:pt x="361245" y="6091739"/>
                  </a:lnTo>
                  <a:lnTo>
                    <a:pt x="361370" y="6091739"/>
                  </a:lnTo>
                  <a:lnTo>
                    <a:pt x="361495" y="6091739"/>
                  </a:lnTo>
                  <a:lnTo>
                    <a:pt x="361745" y="6091739"/>
                  </a:lnTo>
                  <a:lnTo>
                    <a:pt x="361870" y="6091739"/>
                  </a:lnTo>
                  <a:lnTo>
                    <a:pt x="361996" y="6091739"/>
                  </a:lnTo>
                  <a:lnTo>
                    <a:pt x="362121" y="6091739"/>
                  </a:lnTo>
                  <a:lnTo>
                    <a:pt x="362371" y="6091739"/>
                  </a:lnTo>
                  <a:lnTo>
                    <a:pt x="362496" y="6091739"/>
                  </a:lnTo>
                  <a:lnTo>
                    <a:pt x="362746" y="6091739"/>
                  </a:lnTo>
                  <a:lnTo>
                    <a:pt x="362871" y="6091739"/>
                  </a:lnTo>
                  <a:lnTo>
                    <a:pt x="363121" y="6091739"/>
                  </a:lnTo>
                  <a:lnTo>
                    <a:pt x="363246" y="6091739"/>
                  </a:lnTo>
                  <a:lnTo>
                    <a:pt x="363371" y="6091739"/>
                  </a:lnTo>
                  <a:lnTo>
                    <a:pt x="363496" y="6091739"/>
                  </a:lnTo>
                  <a:lnTo>
                    <a:pt x="363621" y="6091739"/>
                  </a:lnTo>
                  <a:lnTo>
                    <a:pt x="363746" y="6091739"/>
                  </a:lnTo>
                  <a:lnTo>
                    <a:pt x="364496" y="6091739"/>
                  </a:lnTo>
                  <a:lnTo>
                    <a:pt x="364871" y="6091739"/>
                  </a:lnTo>
                  <a:lnTo>
                    <a:pt x="364997" y="6091739"/>
                  </a:lnTo>
                  <a:lnTo>
                    <a:pt x="365122" y="6091739"/>
                  </a:lnTo>
                  <a:lnTo>
                    <a:pt x="365247" y="6091739"/>
                  </a:lnTo>
                  <a:lnTo>
                    <a:pt x="365372" y="6091739"/>
                  </a:lnTo>
                  <a:lnTo>
                    <a:pt x="365497" y="6091739"/>
                  </a:lnTo>
                  <a:lnTo>
                    <a:pt x="365622" y="6091739"/>
                  </a:lnTo>
                  <a:lnTo>
                    <a:pt x="365747" y="6091739"/>
                  </a:lnTo>
                  <a:lnTo>
                    <a:pt x="365872" y="6091739"/>
                  </a:lnTo>
                  <a:lnTo>
                    <a:pt x="365997" y="6091739"/>
                  </a:lnTo>
                  <a:lnTo>
                    <a:pt x="366122" y="6091739"/>
                  </a:lnTo>
                  <a:lnTo>
                    <a:pt x="366247" y="6091739"/>
                  </a:lnTo>
                  <a:lnTo>
                    <a:pt x="366372" y="6091739"/>
                  </a:lnTo>
                  <a:lnTo>
                    <a:pt x="366497" y="6091739"/>
                  </a:lnTo>
                  <a:lnTo>
                    <a:pt x="366622" y="6091739"/>
                  </a:lnTo>
                  <a:lnTo>
                    <a:pt x="366747" y="6091739"/>
                  </a:lnTo>
                  <a:lnTo>
                    <a:pt x="366872" y="6091739"/>
                  </a:lnTo>
                  <a:lnTo>
                    <a:pt x="366997" y="6091739"/>
                  </a:lnTo>
                  <a:lnTo>
                    <a:pt x="367122" y="6091739"/>
                  </a:lnTo>
                  <a:lnTo>
                    <a:pt x="367247" y="6091739"/>
                  </a:lnTo>
                  <a:lnTo>
                    <a:pt x="367372" y="6091739"/>
                  </a:lnTo>
                  <a:lnTo>
                    <a:pt x="367497" y="6091739"/>
                  </a:lnTo>
                  <a:lnTo>
                    <a:pt x="367747" y="6091739"/>
                  </a:lnTo>
                  <a:lnTo>
                    <a:pt x="367872" y="6091739"/>
                  </a:lnTo>
                  <a:lnTo>
                    <a:pt x="367998" y="6091739"/>
                  </a:lnTo>
                  <a:lnTo>
                    <a:pt x="368248" y="6091739"/>
                  </a:lnTo>
                  <a:lnTo>
                    <a:pt x="368373" y="6091739"/>
                  </a:lnTo>
                  <a:lnTo>
                    <a:pt x="368498" y="6091739"/>
                  </a:lnTo>
                  <a:lnTo>
                    <a:pt x="368623" y="6091739"/>
                  </a:lnTo>
                  <a:lnTo>
                    <a:pt x="368748" y="6091739"/>
                  </a:lnTo>
                  <a:lnTo>
                    <a:pt x="368998" y="6091739"/>
                  </a:lnTo>
                  <a:lnTo>
                    <a:pt x="369248" y="6091739"/>
                  </a:lnTo>
                  <a:lnTo>
                    <a:pt x="369373" y="6091739"/>
                  </a:lnTo>
                  <a:lnTo>
                    <a:pt x="369498" y="6091739"/>
                  </a:lnTo>
                  <a:lnTo>
                    <a:pt x="369623" y="6091739"/>
                  </a:lnTo>
                  <a:lnTo>
                    <a:pt x="369873" y="6091739"/>
                  </a:lnTo>
                  <a:lnTo>
                    <a:pt x="369998" y="6091739"/>
                  </a:lnTo>
                  <a:lnTo>
                    <a:pt x="370123" y="6091739"/>
                  </a:lnTo>
                  <a:lnTo>
                    <a:pt x="370373" y="6091739"/>
                  </a:lnTo>
                  <a:lnTo>
                    <a:pt x="370498" y="6091739"/>
                  </a:lnTo>
                  <a:lnTo>
                    <a:pt x="370623" y="6091739"/>
                  </a:lnTo>
                  <a:lnTo>
                    <a:pt x="370748" y="6091739"/>
                  </a:lnTo>
                  <a:lnTo>
                    <a:pt x="370873" y="6091739"/>
                  </a:lnTo>
                  <a:lnTo>
                    <a:pt x="370999" y="6091739"/>
                  </a:lnTo>
                  <a:lnTo>
                    <a:pt x="371249" y="6091739"/>
                  </a:lnTo>
                  <a:lnTo>
                    <a:pt x="371374" y="6091739"/>
                  </a:lnTo>
                  <a:lnTo>
                    <a:pt x="371499" y="6091739"/>
                  </a:lnTo>
                  <a:lnTo>
                    <a:pt x="371624" y="6091739"/>
                  </a:lnTo>
                  <a:lnTo>
                    <a:pt x="371749" y="6091739"/>
                  </a:lnTo>
                  <a:lnTo>
                    <a:pt x="371874" y="6091739"/>
                  </a:lnTo>
                  <a:lnTo>
                    <a:pt x="371999" y="6091739"/>
                  </a:lnTo>
                  <a:lnTo>
                    <a:pt x="372249" y="6091739"/>
                  </a:lnTo>
                  <a:lnTo>
                    <a:pt x="372374" y="6091739"/>
                  </a:lnTo>
                  <a:lnTo>
                    <a:pt x="372624" y="6091739"/>
                  </a:lnTo>
                  <a:lnTo>
                    <a:pt x="372749" y="6091739"/>
                  </a:lnTo>
                  <a:lnTo>
                    <a:pt x="372874" y="6091739"/>
                  </a:lnTo>
                  <a:lnTo>
                    <a:pt x="372999" y="6091739"/>
                  </a:lnTo>
                  <a:lnTo>
                    <a:pt x="373249" y="6091739"/>
                  </a:lnTo>
                  <a:lnTo>
                    <a:pt x="373499" y="6091739"/>
                  </a:lnTo>
                  <a:lnTo>
                    <a:pt x="373749" y="6091739"/>
                  </a:lnTo>
                  <a:lnTo>
                    <a:pt x="373874" y="6091739"/>
                  </a:lnTo>
                  <a:lnTo>
                    <a:pt x="374000" y="6091739"/>
                  </a:lnTo>
                  <a:lnTo>
                    <a:pt x="374125" y="6091739"/>
                  </a:lnTo>
                  <a:lnTo>
                    <a:pt x="374250" y="6091739"/>
                  </a:lnTo>
                  <a:lnTo>
                    <a:pt x="374375" y="6091739"/>
                  </a:lnTo>
                  <a:lnTo>
                    <a:pt x="374500" y="6091739"/>
                  </a:lnTo>
                  <a:lnTo>
                    <a:pt x="374625" y="6091739"/>
                  </a:lnTo>
                  <a:lnTo>
                    <a:pt x="374750" y="6091739"/>
                  </a:lnTo>
                  <a:lnTo>
                    <a:pt x="374875" y="6091739"/>
                  </a:lnTo>
                  <a:lnTo>
                    <a:pt x="375000" y="6091739"/>
                  </a:lnTo>
                  <a:lnTo>
                    <a:pt x="375125" y="6091739"/>
                  </a:lnTo>
                  <a:lnTo>
                    <a:pt x="375250" y="6091739"/>
                  </a:lnTo>
                  <a:lnTo>
                    <a:pt x="375500" y="6091739"/>
                  </a:lnTo>
                  <a:lnTo>
                    <a:pt x="375625" y="6091739"/>
                  </a:lnTo>
                  <a:lnTo>
                    <a:pt x="375750" y="6091739"/>
                  </a:lnTo>
                  <a:lnTo>
                    <a:pt x="375875" y="6091739"/>
                  </a:lnTo>
                  <a:lnTo>
                    <a:pt x="376000" y="6091739"/>
                  </a:lnTo>
                  <a:lnTo>
                    <a:pt x="376125" y="6091739"/>
                  </a:lnTo>
                  <a:lnTo>
                    <a:pt x="376250" y="6091739"/>
                  </a:lnTo>
                  <a:lnTo>
                    <a:pt x="376375" y="6091739"/>
                  </a:lnTo>
                  <a:lnTo>
                    <a:pt x="376500" y="6091739"/>
                  </a:lnTo>
                  <a:lnTo>
                    <a:pt x="376625" y="6091739"/>
                  </a:lnTo>
                  <a:lnTo>
                    <a:pt x="376750" y="6091739"/>
                  </a:lnTo>
                  <a:lnTo>
                    <a:pt x="376875" y="6091739"/>
                  </a:lnTo>
                  <a:lnTo>
                    <a:pt x="377001" y="6091739"/>
                  </a:lnTo>
                  <a:lnTo>
                    <a:pt x="377126" y="6091739"/>
                  </a:lnTo>
                  <a:lnTo>
                    <a:pt x="377251" y="6091739"/>
                  </a:lnTo>
                  <a:lnTo>
                    <a:pt x="377376" y="6091739"/>
                  </a:lnTo>
                  <a:lnTo>
                    <a:pt x="377501" y="6091739"/>
                  </a:lnTo>
                  <a:lnTo>
                    <a:pt x="377626" y="6091739"/>
                  </a:lnTo>
                  <a:lnTo>
                    <a:pt x="377751" y="6091739"/>
                  </a:lnTo>
                  <a:lnTo>
                    <a:pt x="377876" y="6091739"/>
                  </a:lnTo>
                  <a:lnTo>
                    <a:pt x="378001" y="6091739"/>
                  </a:lnTo>
                  <a:lnTo>
                    <a:pt x="378126" y="6091739"/>
                  </a:lnTo>
                  <a:lnTo>
                    <a:pt x="378251" y="6091739"/>
                  </a:lnTo>
                  <a:lnTo>
                    <a:pt x="378376" y="6091739"/>
                  </a:lnTo>
                  <a:lnTo>
                    <a:pt x="378501" y="6091739"/>
                  </a:lnTo>
                  <a:lnTo>
                    <a:pt x="378626" y="6091739"/>
                  </a:lnTo>
                  <a:lnTo>
                    <a:pt x="378751" y="6091739"/>
                  </a:lnTo>
                  <a:lnTo>
                    <a:pt x="379001" y="6091739"/>
                  </a:lnTo>
                  <a:lnTo>
                    <a:pt x="379126" y="6091739"/>
                  </a:lnTo>
                  <a:lnTo>
                    <a:pt x="379251" y="6091739"/>
                  </a:lnTo>
                  <a:lnTo>
                    <a:pt x="379501" y="6091739"/>
                  </a:lnTo>
                  <a:lnTo>
                    <a:pt x="379626" y="6091739"/>
                  </a:lnTo>
                  <a:lnTo>
                    <a:pt x="380002" y="6091739"/>
                  </a:lnTo>
                  <a:lnTo>
                    <a:pt x="380127" y="6091739"/>
                  </a:lnTo>
                  <a:lnTo>
                    <a:pt x="380252" y="6091739"/>
                  </a:lnTo>
                  <a:lnTo>
                    <a:pt x="380502" y="6091739"/>
                  </a:lnTo>
                  <a:lnTo>
                    <a:pt x="380627" y="6091739"/>
                  </a:lnTo>
                  <a:lnTo>
                    <a:pt x="380752" y="6091739"/>
                  </a:lnTo>
                  <a:lnTo>
                    <a:pt x="380877" y="6091739"/>
                  </a:lnTo>
                  <a:lnTo>
                    <a:pt x="381127" y="6091739"/>
                  </a:lnTo>
                  <a:lnTo>
                    <a:pt x="381252" y="6091739"/>
                  </a:lnTo>
                  <a:lnTo>
                    <a:pt x="381377" y="6091739"/>
                  </a:lnTo>
                  <a:lnTo>
                    <a:pt x="381502" y="6091739"/>
                  </a:lnTo>
                  <a:lnTo>
                    <a:pt x="381627" y="6091739"/>
                  </a:lnTo>
                  <a:lnTo>
                    <a:pt x="381752" y="6091739"/>
                  </a:lnTo>
                  <a:lnTo>
                    <a:pt x="381877" y="6091739"/>
                  </a:lnTo>
                  <a:lnTo>
                    <a:pt x="382002" y="6091739"/>
                  </a:lnTo>
                  <a:lnTo>
                    <a:pt x="382127" y="6091739"/>
                  </a:lnTo>
                  <a:lnTo>
                    <a:pt x="382252" y="6091739"/>
                  </a:lnTo>
                  <a:lnTo>
                    <a:pt x="382377" y="6091739"/>
                  </a:lnTo>
                  <a:lnTo>
                    <a:pt x="382502" y="6091739"/>
                  </a:lnTo>
                  <a:lnTo>
                    <a:pt x="382627" y="6091739"/>
                  </a:lnTo>
                  <a:lnTo>
                    <a:pt x="382752" y="6091739"/>
                  </a:lnTo>
                  <a:lnTo>
                    <a:pt x="382877" y="6091739"/>
                  </a:lnTo>
                  <a:lnTo>
                    <a:pt x="383003" y="6091739"/>
                  </a:lnTo>
                  <a:lnTo>
                    <a:pt x="383128" y="6091739"/>
                  </a:lnTo>
                  <a:lnTo>
                    <a:pt x="383253" y="6091739"/>
                  </a:lnTo>
                  <a:lnTo>
                    <a:pt x="383378" y="6091739"/>
                  </a:lnTo>
                  <a:lnTo>
                    <a:pt x="383628" y="6091739"/>
                  </a:lnTo>
                  <a:lnTo>
                    <a:pt x="383753" y="6091739"/>
                  </a:lnTo>
                  <a:lnTo>
                    <a:pt x="383878" y="6091739"/>
                  </a:lnTo>
                  <a:lnTo>
                    <a:pt x="384128" y="6091739"/>
                  </a:lnTo>
                  <a:lnTo>
                    <a:pt x="384253" y="6091739"/>
                  </a:lnTo>
                  <a:lnTo>
                    <a:pt x="384378" y="6091739"/>
                  </a:lnTo>
                  <a:lnTo>
                    <a:pt x="384503" y="6091739"/>
                  </a:lnTo>
                  <a:lnTo>
                    <a:pt x="384628" y="6091739"/>
                  </a:lnTo>
                  <a:lnTo>
                    <a:pt x="384753" y="6091739"/>
                  </a:lnTo>
                  <a:lnTo>
                    <a:pt x="385003" y="6091739"/>
                  </a:lnTo>
                  <a:lnTo>
                    <a:pt x="385128" y="6091739"/>
                  </a:lnTo>
                  <a:lnTo>
                    <a:pt x="385253" y="6091739"/>
                  </a:lnTo>
                  <a:lnTo>
                    <a:pt x="385378" y="6091739"/>
                  </a:lnTo>
                  <a:lnTo>
                    <a:pt x="385628" y="6091739"/>
                  </a:lnTo>
                  <a:lnTo>
                    <a:pt x="385753" y="6091739"/>
                  </a:lnTo>
                  <a:lnTo>
                    <a:pt x="386129" y="6091739"/>
                  </a:lnTo>
                  <a:lnTo>
                    <a:pt x="386254" y="6091739"/>
                  </a:lnTo>
                  <a:lnTo>
                    <a:pt x="386379" y="6091739"/>
                  </a:lnTo>
                  <a:lnTo>
                    <a:pt x="386504" y="6091739"/>
                  </a:lnTo>
                  <a:lnTo>
                    <a:pt x="386629" y="6091739"/>
                  </a:lnTo>
                  <a:lnTo>
                    <a:pt x="386754" y="6091739"/>
                  </a:lnTo>
                  <a:lnTo>
                    <a:pt x="386879" y="6091739"/>
                  </a:lnTo>
                  <a:lnTo>
                    <a:pt x="387004" y="6091739"/>
                  </a:lnTo>
                  <a:lnTo>
                    <a:pt x="387129" y="6091739"/>
                  </a:lnTo>
                  <a:lnTo>
                    <a:pt x="387254" y="6091739"/>
                  </a:lnTo>
                  <a:lnTo>
                    <a:pt x="387379" y="6091739"/>
                  </a:lnTo>
                  <a:lnTo>
                    <a:pt x="387504" y="6091739"/>
                  </a:lnTo>
                  <a:lnTo>
                    <a:pt x="387629" y="6091739"/>
                  </a:lnTo>
                  <a:lnTo>
                    <a:pt x="387754" y="6091739"/>
                  </a:lnTo>
                  <a:lnTo>
                    <a:pt x="387754" y="6081785"/>
                  </a:lnTo>
                  <a:lnTo>
                    <a:pt x="387879" y="6081785"/>
                  </a:lnTo>
                  <a:lnTo>
                    <a:pt x="388129" y="6081785"/>
                  </a:lnTo>
                  <a:lnTo>
                    <a:pt x="388254" y="6081785"/>
                  </a:lnTo>
                  <a:lnTo>
                    <a:pt x="388379" y="6081785"/>
                  </a:lnTo>
                  <a:lnTo>
                    <a:pt x="388629" y="6081785"/>
                  </a:lnTo>
                  <a:lnTo>
                    <a:pt x="388880" y="6081785"/>
                  </a:lnTo>
                  <a:lnTo>
                    <a:pt x="389005" y="6081785"/>
                  </a:lnTo>
                  <a:lnTo>
                    <a:pt x="389130" y="6081785"/>
                  </a:lnTo>
                  <a:lnTo>
                    <a:pt x="389505" y="6081785"/>
                  </a:lnTo>
                  <a:lnTo>
                    <a:pt x="389630" y="6081785"/>
                  </a:lnTo>
                  <a:lnTo>
                    <a:pt x="389755" y="6081785"/>
                  </a:lnTo>
                  <a:lnTo>
                    <a:pt x="389880" y="6081785"/>
                  </a:lnTo>
                  <a:lnTo>
                    <a:pt x="390005" y="6081785"/>
                  </a:lnTo>
                  <a:lnTo>
                    <a:pt x="390130" y="6081785"/>
                  </a:lnTo>
                  <a:lnTo>
                    <a:pt x="390255" y="6081785"/>
                  </a:lnTo>
                  <a:lnTo>
                    <a:pt x="390380" y="6081785"/>
                  </a:lnTo>
                  <a:lnTo>
                    <a:pt x="390630" y="6081785"/>
                  </a:lnTo>
                  <a:lnTo>
                    <a:pt x="390755" y="6081785"/>
                  </a:lnTo>
                  <a:lnTo>
                    <a:pt x="390880" y="6081785"/>
                  </a:lnTo>
                  <a:lnTo>
                    <a:pt x="391005" y="6081785"/>
                  </a:lnTo>
                  <a:lnTo>
                    <a:pt x="391130" y="6081785"/>
                  </a:lnTo>
                  <a:lnTo>
                    <a:pt x="391255" y="6081785"/>
                  </a:lnTo>
                  <a:lnTo>
                    <a:pt x="391380" y="6081785"/>
                  </a:lnTo>
                  <a:lnTo>
                    <a:pt x="391505" y="6081785"/>
                  </a:lnTo>
                  <a:lnTo>
                    <a:pt x="391755" y="6081785"/>
                  </a:lnTo>
                  <a:lnTo>
                    <a:pt x="391881" y="6081785"/>
                  </a:lnTo>
                  <a:lnTo>
                    <a:pt x="392006" y="6081785"/>
                  </a:lnTo>
                  <a:lnTo>
                    <a:pt x="392131" y="6081785"/>
                  </a:lnTo>
                  <a:lnTo>
                    <a:pt x="392256" y="6081785"/>
                  </a:lnTo>
                  <a:lnTo>
                    <a:pt x="392506" y="6081785"/>
                  </a:lnTo>
                  <a:lnTo>
                    <a:pt x="392631" y="6081785"/>
                  </a:lnTo>
                  <a:lnTo>
                    <a:pt x="392756" y="6081785"/>
                  </a:lnTo>
                  <a:lnTo>
                    <a:pt x="393006" y="6081785"/>
                  </a:lnTo>
                  <a:lnTo>
                    <a:pt x="393131" y="6081785"/>
                  </a:lnTo>
                  <a:lnTo>
                    <a:pt x="393256" y="6081785"/>
                  </a:lnTo>
                  <a:lnTo>
                    <a:pt x="393381" y="6071831"/>
                  </a:lnTo>
                  <a:lnTo>
                    <a:pt x="393506" y="6071831"/>
                  </a:lnTo>
                  <a:lnTo>
                    <a:pt x="393631" y="6071831"/>
                  </a:lnTo>
                  <a:lnTo>
                    <a:pt x="393756" y="6071831"/>
                  </a:lnTo>
                  <a:lnTo>
                    <a:pt x="393881" y="6071831"/>
                  </a:lnTo>
                  <a:lnTo>
                    <a:pt x="394006" y="6071831"/>
                  </a:lnTo>
                  <a:lnTo>
                    <a:pt x="394131" y="6071831"/>
                  </a:lnTo>
                  <a:lnTo>
                    <a:pt x="394256" y="6071831"/>
                  </a:lnTo>
                  <a:lnTo>
                    <a:pt x="394381" y="6071831"/>
                  </a:lnTo>
                  <a:lnTo>
                    <a:pt x="394506" y="6071831"/>
                  </a:lnTo>
                  <a:lnTo>
                    <a:pt x="394631" y="6071831"/>
                  </a:lnTo>
                  <a:lnTo>
                    <a:pt x="394756" y="6071831"/>
                  </a:lnTo>
                  <a:lnTo>
                    <a:pt x="395007" y="6071831"/>
                  </a:lnTo>
                  <a:lnTo>
                    <a:pt x="395132" y="6071831"/>
                  </a:lnTo>
                  <a:lnTo>
                    <a:pt x="395257" y="6071831"/>
                  </a:lnTo>
                  <a:lnTo>
                    <a:pt x="395382" y="6071831"/>
                  </a:lnTo>
                  <a:lnTo>
                    <a:pt x="395507" y="6071831"/>
                  </a:lnTo>
                  <a:lnTo>
                    <a:pt x="395632" y="6071831"/>
                  </a:lnTo>
                  <a:lnTo>
                    <a:pt x="395757" y="6071831"/>
                  </a:lnTo>
                  <a:lnTo>
                    <a:pt x="395882" y="6071831"/>
                  </a:lnTo>
                  <a:lnTo>
                    <a:pt x="396007" y="6071831"/>
                  </a:lnTo>
                  <a:lnTo>
                    <a:pt x="396132" y="6071831"/>
                  </a:lnTo>
                  <a:lnTo>
                    <a:pt x="396257" y="6071831"/>
                  </a:lnTo>
                  <a:lnTo>
                    <a:pt x="396382" y="6071831"/>
                  </a:lnTo>
                  <a:lnTo>
                    <a:pt x="396632" y="6071831"/>
                  </a:lnTo>
                  <a:lnTo>
                    <a:pt x="396757" y="6071831"/>
                  </a:lnTo>
                  <a:lnTo>
                    <a:pt x="396882" y="6071831"/>
                  </a:lnTo>
                  <a:lnTo>
                    <a:pt x="397007" y="6071831"/>
                  </a:lnTo>
                  <a:lnTo>
                    <a:pt x="397132" y="6071831"/>
                  </a:lnTo>
                  <a:lnTo>
                    <a:pt x="397257" y="6071831"/>
                  </a:lnTo>
                  <a:lnTo>
                    <a:pt x="397382" y="6071831"/>
                  </a:lnTo>
                  <a:lnTo>
                    <a:pt x="397632" y="6071831"/>
                  </a:lnTo>
                  <a:lnTo>
                    <a:pt x="397757" y="6071831"/>
                  </a:lnTo>
                  <a:lnTo>
                    <a:pt x="397883" y="6071831"/>
                  </a:lnTo>
                  <a:lnTo>
                    <a:pt x="398008" y="6071831"/>
                  </a:lnTo>
                  <a:lnTo>
                    <a:pt x="398133" y="6071831"/>
                  </a:lnTo>
                  <a:lnTo>
                    <a:pt x="398383" y="6071831"/>
                  </a:lnTo>
                  <a:lnTo>
                    <a:pt x="398508" y="6071831"/>
                  </a:lnTo>
                  <a:lnTo>
                    <a:pt x="398633" y="6071831"/>
                  </a:lnTo>
                  <a:lnTo>
                    <a:pt x="398758" y="6071831"/>
                  </a:lnTo>
                  <a:lnTo>
                    <a:pt x="398883" y="6071831"/>
                  </a:lnTo>
                  <a:lnTo>
                    <a:pt x="399008" y="6071831"/>
                  </a:lnTo>
                  <a:lnTo>
                    <a:pt x="399383" y="6071831"/>
                  </a:lnTo>
                  <a:lnTo>
                    <a:pt x="399508" y="6071831"/>
                  </a:lnTo>
                  <a:lnTo>
                    <a:pt x="399633" y="6071831"/>
                  </a:lnTo>
                  <a:lnTo>
                    <a:pt x="399758" y="6071831"/>
                  </a:lnTo>
                  <a:lnTo>
                    <a:pt x="399883" y="6071831"/>
                  </a:lnTo>
                  <a:lnTo>
                    <a:pt x="400008" y="6071831"/>
                  </a:lnTo>
                  <a:lnTo>
                    <a:pt x="400133" y="6071831"/>
                  </a:lnTo>
                  <a:lnTo>
                    <a:pt x="400258" y="6071831"/>
                  </a:lnTo>
                  <a:lnTo>
                    <a:pt x="400508" y="6071831"/>
                  </a:lnTo>
                  <a:lnTo>
                    <a:pt x="400633" y="6071831"/>
                  </a:lnTo>
                  <a:lnTo>
                    <a:pt x="400758" y="6071831"/>
                  </a:lnTo>
                  <a:lnTo>
                    <a:pt x="400884" y="6071831"/>
                  </a:lnTo>
                  <a:lnTo>
                    <a:pt x="401134" y="6071831"/>
                  </a:lnTo>
                  <a:lnTo>
                    <a:pt x="401259" y="6071831"/>
                  </a:lnTo>
                  <a:lnTo>
                    <a:pt x="401384" y="6071831"/>
                  </a:lnTo>
                  <a:lnTo>
                    <a:pt x="401509" y="6071831"/>
                  </a:lnTo>
                  <a:lnTo>
                    <a:pt x="401634" y="6071831"/>
                  </a:lnTo>
                  <a:lnTo>
                    <a:pt x="401759" y="6071831"/>
                  </a:lnTo>
                  <a:lnTo>
                    <a:pt x="402009" y="6071831"/>
                  </a:lnTo>
                  <a:lnTo>
                    <a:pt x="402134" y="6071831"/>
                  </a:lnTo>
                  <a:lnTo>
                    <a:pt x="402259" y="6071831"/>
                  </a:lnTo>
                  <a:lnTo>
                    <a:pt x="402384" y="6071831"/>
                  </a:lnTo>
                  <a:lnTo>
                    <a:pt x="402509" y="6071831"/>
                  </a:lnTo>
                  <a:lnTo>
                    <a:pt x="402634" y="6071831"/>
                  </a:lnTo>
                  <a:lnTo>
                    <a:pt x="402759" y="6071831"/>
                  </a:lnTo>
                  <a:lnTo>
                    <a:pt x="403634" y="6071831"/>
                  </a:lnTo>
                  <a:lnTo>
                    <a:pt x="403759" y="6071831"/>
                  </a:lnTo>
                  <a:lnTo>
                    <a:pt x="403885" y="6071831"/>
                  </a:lnTo>
                  <a:lnTo>
                    <a:pt x="404010" y="6071831"/>
                  </a:lnTo>
                  <a:lnTo>
                    <a:pt x="404260" y="6071831"/>
                  </a:lnTo>
                  <a:lnTo>
                    <a:pt x="404385" y="6071831"/>
                  </a:lnTo>
                  <a:lnTo>
                    <a:pt x="404510" y="6071831"/>
                  </a:lnTo>
                  <a:lnTo>
                    <a:pt x="404635" y="6071831"/>
                  </a:lnTo>
                  <a:lnTo>
                    <a:pt x="404760" y="6071831"/>
                  </a:lnTo>
                  <a:lnTo>
                    <a:pt x="404885" y="6071831"/>
                  </a:lnTo>
                  <a:lnTo>
                    <a:pt x="405010" y="6071831"/>
                  </a:lnTo>
                  <a:lnTo>
                    <a:pt x="405135" y="6071831"/>
                  </a:lnTo>
                  <a:lnTo>
                    <a:pt x="405260" y="6071831"/>
                  </a:lnTo>
                  <a:lnTo>
                    <a:pt x="405385" y="6071831"/>
                  </a:lnTo>
                  <a:lnTo>
                    <a:pt x="405510" y="6071831"/>
                  </a:lnTo>
                  <a:lnTo>
                    <a:pt x="405510" y="6061877"/>
                  </a:lnTo>
                  <a:lnTo>
                    <a:pt x="405635" y="6061877"/>
                  </a:lnTo>
                  <a:lnTo>
                    <a:pt x="405760" y="6061877"/>
                  </a:lnTo>
                  <a:lnTo>
                    <a:pt x="405885" y="6061877"/>
                  </a:lnTo>
                  <a:lnTo>
                    <a:pt x="406010" y="6061877"/>
                  </a:lnTo>
                  <a:lnTo>
                    <a:pt x="406260" y="6061877"/>
                  </a:lnTo>
                  <a:lnTo>
                    <a:pt x="406385" y="6061877"/>
                  </a:lnTo>
                  <a:lnTo>
                    <a:pt x="406510" y="6061877"/>
                  </a:lnTo>
                  <a:lnTo>
                    <a:pt x="406635" y="6061877"/>
                  </a:lnTo>
                  <a:lnTo>
                    <a:pt x="406760" y="6061877"/>
                  </a:lnTo>
                  <a:lnTo>
                    <a:pt x="406886" y="6061877"/>
                  </a:lnTo>
                  <a:lnTo>
                    <a:pt x="407136" y="6061877"/>
                  </a:lnTo>
                  <a:lnTo>
                    <a:pt x="407261" y="6061877"/>
                  </a:lnTo>
                  <a:lnTo>
                    <a:pt x="407511" y="6061877"/>
                  </a:lnTo>
                  <a:lnTo>
                    <a:pt x="407636" y="6061877"/>
                  </a:lnTo>
                  <a:lnTo>
                    <a:pt x="407761" y="6061877"/>
                  </a:lnTo>
                  <a:lnTo>
                    <a:pt x="407886" y="6061877"/>
                  </a:lnTo>
                  <a:lnTo>
                    <a:pt x="408136" y="6061877"/>
                  </a:lnTo>
                  <a:lnTo>
                    <a:pt x="408261" y="6061877"/>
                  </a:lnTo>
                  <a:lnTo>
                    <a:pt x="408386" y="6061877"/>
                  </a:lnTo>
                  <a:lnTo>
                    <a:pt x="408511" y="6061877"/>
                  </a:lnTo>
                  <a:lnTo>
                    <a:pt x="408636" y="6061877"/>
                  </a:lnTo>
                  <a:lnTo>
                    <a:pt x="408761" y="6061877"/>
                  </a:lnTo>
                  <a:lnTo>
                    <a:pt x="408886" y="6061877"/>
                  </a:lnTo>
                  <a:lnTo>
                    <a:pt x="409011" y="6061877"/>
                  </a:lnTo>
                  <a:lnTo>
                    <a:pt x="409136" y="6061877"/>
                  </a:lnTo>
                  <a:lnTo>
                    <a:pt x="409261" y="6061877"/>
                  </a:lnTo>
                  <a:lnTo>
                    <a:pt x="409386" y="6061877"/>
                  </a:lnTo>
                  <a:lnTo>
                    <a:pt x="409511" y="6061877"/>
                  </a:lnTo>
                  <a:lnTo>
                    <a:pt x="409636" y="6061877"/>
                  </a:lnTo>
                  <a:lnTo>
                    <a:pt x="409761" y="6061877"/>
                  </a:lnTo>
                  <a:lnTo>
                    <a:pt x="409887" y="6061877"/>
                  </a:lnTo>
                  <a:lnTo>
                    <a:pt x="410012" y="6061877"/>
                  </a:lnTo>
                  <a:lnTo>
                    <a:pt x="410137" y="6061877"/>
                  </a:lnTo>
                  <a:lnTo>
                    <a:pt x="410262" y="6061877"/>
                  </a:lnTo>
                  <a:lnTo>
                    <a:pt x="410387" y="6061877"/>
                  </a:lnTo>
                  <a:lnTo>
                    <a:pt x="410512" y="6061877"/>
                  </a:lnTo>
                  <a:lnTo>
                    <a:pt x="410637" y="6061877"/>
                  </a:lnTo>
                  <a:lnTo>
                    <a:pt x="410762" y="6061877"/>
                  </a:lnTo>
                  <a:lnTo>
                    <a:pt x="410887" y="6061877"/>
                  </a:lnTo>
                  <a:lnTo>
                    <a:pt x="411137" y="6061877"/>
                  </a:lnTo>
                  <a:lnTo>
                    <a:pt x="411262" y="6061877"/>
                  </a:lnTo>
                  <a:lnTo>
                    <a:pt x="411387" y="6061877"/>
                  </a:lnTo>
                  <a:lnTo>
                    <a:pt x="411512" y="6061877"/>
                  </a:lnTo>
                  <a:lnTo>
                    <a:pt x="411762" y="6061877"/>
                  </a:lnTo>
                  <a:lnTo>
                    <a:pt x="411887" y="6061877"/>
                  </a:lnTo>
                  <a:lnTo>
                    <a:pt x="412137" y="6061877"/>
                  </a:lnTo>
                  <a:lnTo>
                    <a:pt x="412262" y="6061877"/>
                  </a:lnTo>
                  <a:lnTo>
                    <a:pt x="412387" y="6061877"/>
                  </a:lnTo>
                  <a:lnTo>
                    <a:pt x="412637" y="6061877"/>
                  </a:lnTo>
                  <a:lnTo>
                    <a:pt x="412888" y="6061877"/>
                  </a:lnTo>
                  <a:lnTo>
                    <a:pt x="413013" y="6061877"/>
                  </a:lnTo>
                  <a:lnTo>
                    <a:pt x="413138" y="6061877"/>
                  </a:lnTo>
                  <a:lnTo>
                    <a:pt x="413263" y="6061877"/>
                  </a:lnTo>
                  <a:lnTo>
                    <a:pt x="413388" y="6061877"/>
                  </a:lnTo>
                  <a:lnTo>
                    <a:pt x="413513" y="6061877"/>
                  </a:lnTo>
                  <a:lnTo>
                    <a:pt x="413638" y="6061877"/>
                  </a:lnTo>
                  <a:lnTo>
                    <a:pt x="413763" y="6061877"/>
                  </a:lnTo>
                  <a:lnTo>
                    <a:pt x="413888" y="6061877"/>
                  </a:lnTo>
                  <a:lnTo>
                    <a:pt x="414013" y="6061877"/>
                  </a:lnTo>
                  <a:lnTo>
                    <a:pt x="414138" y="6061877"/>
                  </a:lnTo>
                  <a:lnTo>
                    <a:pt x="414263" y="6061877"/>
                  </a:lnTo>
                  <a:lnTo>
                    <a:pt x="414388" y="6061877"/>
                  </a:lnTo>
                  <a:lnTo>
                    <a:pt x="414513" y="6061877"/>
                  </a:lnTo>
                  <a:lnTo>
                    <a:pt x="414638" y="6061877"/>
                  </a:lnTo>
                  <a:lnTo>
                    <a:pt x="414763" y="6061877"/>
                  </a:lnTo>
                  <a:lnTo>
                    <a:pt x="414888" y="6061877"/>
                  </a:lnTo>
                  <a:lnTo>
                    <a:pt x="415013" y="6061877"/>
                  </a:lnTo>
                  <a:lnTo>
                    <a:pt x="415138" y="6061877"/>
                  </a:lnTo>
                  <a:lnTo>
                    <a:pt x="415388" y="6061877"/>
                  </a:lnTo>
                  <a:lnTo>
                    <a:pt x="415513" y="6061877"/>
                  </a:lnTo>
                  <a:lnTo>
                    <a:pt x="415638" y="6061877"/>
                  </a:lnTo>
                  <a:lnTo>
                    <a:pt x="415763" y="6061877"/>
                  </a:lnTo>
                  <a:lnTo>
                    <a:pt x="415889" y="6061877"/>
                  </a:lnTo>
                  <a:lnTo>
                    <a:pt x="416014" y="6061877"/>
                  </a:lnTo>
                  <a:lnTo>
                    <a:pt x="416139" y="6061877"/>
                  </a:lnTo>
                  <a:lnTo>
                    <a:pt x="416264" y="6061877"/>
                  </a:lnTo>
                  <a:lnTo>
                    <a:pt x="416639" y="6061877"/>
                  </a:lnTo>
                  <a:lnTo>
                    <a:pt x="416764" y="6061877"/>
                  </a:lnTo>
                  <a:lnTo>
                    <a:pt x="416889" y="6061877"/>
                  </a:lnTo>
                  <a:lnTo>
                    <a:pt x="417014" y="6061877"/>
                  </a:lnTo>
                  <a:lnTo>
                    <a:pt x="417139" y="6061877"/>
                  </a:lnTo>
                  <a:lnTo>
                    <a:pt x="417514" y="6061877"/>
                  </a:lnTo>
                  <a:lnTo>
                    <a:pt x="417639" y="6061877"/>
                  </a:lnTo>
                  <a:lnTo>
                    <a:pt x="417764" y="6061877"/>
                  </a:lnTo>
                  <a:lnTo>
                    <a:pt x="417889" y="6061877"/>
                  </a:lnTo>
                  <a:lnTo>
                    <a:pt x="418014" y="6061877"/>
                  </a:lnTo>
                  <a:lnTo>
                    <a:pt x="418139" y="6061877"/>
                  </a:lnTo>
                  <a:lnTo>
                    <a:pt x="418264" y="6061877"/>
                  </a:lnTo>
                  <a:lnTo>
                    <a:pt x="418389" y="6061877"/>
                  </a:lnTo>
                  <a:lnTo>
                    <a:pt x="418514" y="6061877"/>
                  </a:lnTo>
                  <a:lnTo>
                    <a:pt x="418639" y="6061877"/>
                  </a:lnTo>
                  <a:lnTo>
                    <a:pt x="418764" y="6061877"/>
                  </a:lnTo>
                  <a:lnTo>
                    <a:pt x="418890" y="6061877"/>
                  </a:lnTo>
                  <a:lnTo>
                    <a:pt x="419265" y="6061877"/>
                  </a:lnTo>
                  <a:lnTo>
                    <a:pt x="419390" y="6061877"/>
                  </a:lnTo>
                  <a:lnTo>
                    <a:pt x="419515" y="6061877"/>
                  </a:lnTo>
                  <a:lnTo>
                    <a:pt x="419640" y="6061877"/>
                  </a:lnTo>
                  <a:lnTo>
                    <a:pt x="419765" y="6061877"/>
                  </a:lnTo>
                  <a:lnTo>
                    <a:pt x="419890" y="6061877"/>
                  </a:lnTo>
                  <a:lnTo>
                    <a:pt x="420015" y="6061877"/>
                  </a:lnTo>
                  <a:lnTo>
                    <a:pt x="420265" y="6061877"/>
                  </a:lnTo>
                  <a:lnTo>
                    <a:pt x="420765" y="6061877"/>
                  </a:lnTo>
                  <a:lnTo>
                    <a:pt x="420890" y="6061877"/>
                  </a:lnTo>
                  <a:lnTo>
                    <a:pt x="420890" y="6051924"/>
                  </a:lnTo>
                  <a:lnTo>
                    <a:pt x="421015" y="6051924"/>
                  </a:lnTo>
                  <a:lnTo>
                    <a:pt x="421265" y="6051924"/>
                  </a:lnTo>
                  <a:lnTo>
                    <a:pt x="421390" y="6051924"/>
                  </a:lnTo>
                  <a:lnTo>
                    <a:pt x="421515" y="6051924"/>
                  </a:lnTo>
                  <a:lnTo>
                    <a:pt x="421640" y="6051924"/>
                  </a:lnTo>
                  <a:lnTo>
                    <a:pt x="421765" y="6051924"/>
                  </a:lnTo>
                  <a:lnTo>
                    <a:pt x="421891" y="6051924"/>
                  </a:lnTo>
                  <a:lnTo>
                    <a:pt x="422016" y="6051924"/>
                  </a:lnTo>
                  <a:lnTo>
                    <a:pt x="422141" y="6051924"/>
                  </a:lnTo>
                  <a:lnTo>
                    <a:pt x="422266" y="6051924"/>
                  </a:lnTo>
                  <a:lnTo>
                    <a:pt x="422391" y="6051924"/>
                  </a:lnTo>
                  <a:lnTo>
                    <a:pt x="422641" y="6051924"/>
                  </a:lnTo>
                  <a:lnTo>
                    <a:pt x="422766" y="6051924"/>
                  </a:lnTo>
                  <a:lnTo>
                    <a:pt x="422891" y="6051924"/>
                  </a:lnTo>
                  <a:lnTo>
                    <a:pt x="423016" y="6051924"/>
                  </a:lnTo>
                  <a:lnTo>
                    <a:pt x="423141" y="6051924"/>
                  </a:lnTo>
                  <a:lnTo>
                    <a:pt x="423266" y="6051924"/>
                  </a:lnTo>
                  <a:lnTo>
                    <a:pt x="423391" y="6051924"/>
                  </a:lnTo>
                  <a:lnTo>
                    <a:pt x="423516" y="6051924"/>
                  </a:lnTo>
                  <a:lnTo>
                    <a:pt x="423766" y="6051924"/>
                  </a:lnTo>
                  <a:lnTo>
                    <a:pt x="423891" y="6051924"/>
                  </a:lnTo>
                  <a:lnTo>
                    <a:pt x="424016" y="6051924"/>
                  </a:lnTo>
                  <a:lnTo>
                    <a:pt x="424141" y="6051924"/>
                  </a:lnTo>
                  <a:lnTo>
                    <a:pt x="424391" y="6051924"/>
                  </a:lnTo>
                  <a:lnTo>
                    <a:pt x="424766" y="6051924"/>
                  </a:lnTo>
                  <a:lnTo>
                    <a:pt x="424892" y="6051924"/>
                  </a:lnTo>
                  <a:lnTo>
                    <a:pt x="425017" y="6051924"/>
                  </a:lnTo>
                  <a:lnTo>
                    <a:pt x="425142" y="6051924"/>
                  </a:lnTo>
                  <a:lnTo>
                    <a:pt x="425267" y="6051924"/>
                  </a:lnTo>
                  <a:lnTo>
                    <a:pt x="425392" y="6051924"/>
                  </a:lnTo>
                  <a:lnTo>
                    <a:pt x="425517" y="6051924"/>
                  </a:lnTo>
                  <a:lnTo>
                    <a:pt x="425642" y="6051924"/>
                  </a:lnTo>
                  <a:lnTo>
                    <a:pt x="425767" y="6051924"/>
                  </a:lnTo>
                  <a:lnTo>
                    <a:pt x="425892" y="6051924"/>
                  </a:lnTo>
                  <a:lnTo>
                    <a:pt x="426017" y="6051924"/>
                  </a:lnTo>
                  <a:lnTo>
                    <a:pt x="426142" y="6051924"/>
                  </a:lnTo>
                  <a:lnTo>
                    <a:pt x="426392" y="6051924"/>
                  </a:lnTo>
                  <a:lnTo>
                    <a:pt x="426642" y="6051924"/>
                  </a:lnTo>
                  <a:lnTo>
                    <a:pt x="426892" y="6051924"/>
                  </a:lnTo>
                  <a:lnTo>
                    <a:pt x="427017" y="6051924"/>
                  </a:lnTo>
                  <a:lnTo>
                    <a:pt x="427142" y="6051924"/>
                  </a:lnTo>
                  <a:lnTo>
                    <a:pt x="427267" y="6051924"/>
                  </a:lnTo>
                  <a:lnTo>
                    <a:pt x="427392" y="6051924"/>
                  </a:lnTo>
                  <a:lnTo>
                    <a:pt x="427517" y="6051924"/>
                  </a:lnTo>
                  <a:lnTo>
                    <a:pt x="427642" y="6051924"/>
                  </a:lnTo>
                  <a:lnTo>
                    <a:pt x="427768" y="6051924"/>
                  </a:lnTo>
                  <a:lnTo>
                    <a:pt x="427893" y="6051924"/>
                  </a:lnTo>
                  <a:lnTo>
                    <a:pt x="428018" y="6051924"/>
                  </a:lnTo>
                  <a:lnTo>
                    <a:pt x="428143" y="6051924"/>
                  </a:lnTo>
                  <a:lnTo>
                    <a:pt x="428268" y="6051924"/>
                  </a:lnTo>
                  <a:lnTo>
                    <a:pt x="428393" y="6051924"/>
                  </a:lnTo>
                  <a:lnTo>
                    <a:pt x="428518" y="6051924"/>
                  </a:lnTo>
                  <a:lnTo>
                    <a:pt x="428643" y="6051924"/>
                  </a:lnTo>
                  <a:lnTo>
                    <a:pt x="428768" y="6051924"/>
                  </a:lnTo>
                  <a:lnTo>
                    <a:pt x="428893" y="6051924"/>
                  </a:lnTo>
                  <a:lnTo>
                    <a:pt x="429018" y="6051924"/>
                  </a:lnTo>
                  <a:lnTo>
                    <a:pt x="429143" y="6051924"/>
                  </a:lnTo>
                  <a:lnTo>
                    <a:pt x="429268" y="6051924"/>
                  </a:lnTo>
                  <a:lnTo>
                    <a:pt x="429393" y="6051924"/>
                  </a:lnTo>
                  <a:lnTo>
                    <a:pt x="429518" y="6051924"/>
                  </a:lnTo>
                  <a:lnTo>
                    <a:pt x="429643" y="6051924"/>
                  </a:lnTo>
                  <a:lnTo>
                    <a:pt x="429768" y="6051924"/>
                  </a:lnTo>
                  <a:lnTo>
                    <a:pt x="429893" y="6051924"/>
                  </a:lnTo>
                  <a:lnTo>
                    <a:pt x="430018" y="6051924"/>
                  </a:lnTo>
                  <a:lnTo>
                    <a:pt x="430143" y="6051924"/>
                  </a:lnTo>
                  <a:lnTo>
                    <a:pt x="430268" y="6051924"/>
                  </a:lnTo>
                  <a:lnTo>
                    <a:pt x="430518" y="6051924"/>
                  </a:lnTo>
                  <a:lnTo>
                    <a:pt x="430643" y="6051924"/>
                  </a:lnTo>
                  <a:lnTo>
                    <a:pt x="430769" y="6051924"/>
                  </a:lnTo>
                  <a:lnTo>
                    <a:pt x="430894" y="6051924"/>
                  </a:lnTo>
                  <a:lnTo>
                    <a:pt x="431144" y="6051924"/>
                  </a:lnTo>
                  <a:lnTo>
                    <a:pt x="431269" y="6051924"/>
                  </a:lnTo>
                  <a:lnTo>
                    <a:pt x="431394" y="6051924"/>
                  </a:lnTo>
                  <a:lnTo>
                    <a:pt x="431519" y="6051924"/>
                  </a:lnTo>
                  <a:lnTo>
                    <a:pt x="431644" y="6051924"/>
                  </a:lnTo>
                  <a:lnTo>
                    <a:pt x="431769" y="6051924"/>
                  </a:lnTo>
                  <a:lnTo>
                    <a:pt x="431894" y="6051924"/>
                  </a:lnTo>
                  <a:lnTo>
                    <a:pt x="432019" y="6051924"/>
                  </a:lnTo>
                  <a:lnTo>
                    <a:pt x="432144" y="6051924"/>
                  </a:lnTo>
                  <a:lnTo>
                    <a:pt x="432394" y="6051924"/>
                  </a:lnTo>
                  <a:lnTo>
                    <a:pt x="432644" y="6051924"/>
                  </a:lnTo>
                  <a:lnTo>
                    <a:pt x="432769" y="6051924"/>
                  </a:lnTo>
                  <a:lnTo>
                    <a:pt x="433019" y="6051924"/>
                  </a:lnTo>
                  <a:lnTo>
                    <a:pt x="433269" y="6051924"/>
                  </a:lnTo>
                  <a:lnTo>
                    <a:pt x="433394" y="6051924"/>
                  </a:lnTo>
                  <a:lnTo>
                    <a:pt x="433519" y="6051924"/>
                  </a:lnTo>
                  <a:lnTo>
                    <a:pt x="433644" y="6051924"/>
                  </a:lnTo>
                  <a:lnTo>
                    <a:pt x="433770" y="6051924"/>
                  </a:lnTo>
                  <a:lnTo>
                    <a:pt x="433895" y="6051924"/>
                  </a:lnTo>
                  <a:lnTo>
                    <a:pt x="434020" y="6051924"/>
                  </a:lnTo>
                  <a:lnTo>
                    <a:pt x="434145" y="6051924"/>
                  </a:lnTo>
                  <a:lnTo>
                    <a:pt x="434270" y="6051924"/>
                  </a:lnTo>
                  <a:lnTo>
                    <a:pt x="434395" y="6051924"/>
                  </a:lnTo>
                  <a:lnTo>
                    <a:pt x="434520" y="6051924"/>
                  </a:lnTo>
                  <a:lnTo>
                    <a:pt x="434645" y="6051924"/>
                  </a:lnTo>
                  <a:lnTo>
                    <a:pt x="434895" y="6051924"/>
                  </a:lnTo>
                  <a:lnTo>
                    <a:pt x="435020" y="6051924"/>
                  </a:lnTo>
                  <a:lnTo>
                    <a:pt x="435145" y="6051924"/>
                  </a:lnTo>
                  <a:lnTo>
                    <a:pt x="435395" y="6051924"/>
                  </a:lnTo>
                  <a:lnTo>
                    <a:pt x="435395" y="6041970"/>
                  </a:lnTo>
                  <a:lnTo>
                    <a:pt x="435520" y="6041970"/>
                  </a:lnTo>
                  <a:lnTo>
                    <a:pt x="436020" y="6041970"/>
                  </a:lnTo>
                  <a:lnTo>
                    <a:pt x="436145" y="6041970"/>
                  </a:lnTo>
                  <a:lnTo>
                    <a:pt x="436270" y="6041970"/>
                  </a:lnTo>
                  <a:lnTo>
                    <a:pt x="436395" y="6041970"/>
                  </a:lnTo>
                  <a:lnTo>
                    <a:pt x="436520" y="6041970"/>
                  </a:lnTo>
                  <a:lnTo>
                    <a:pt x="436645" y="6041970"/>
                  </a:lnTo>
                  <a:lnTo>
                    <a:pt x="436771" y="6041970"/>
                  </a:lnTo>
                  <a:lnTo>
                    <a:pt x="436896" y="6041970"/>
                  </a:lnTo>
                  <a:lnTo>
                    <a:pt x="437021" y="6041970"/>
                  </a:lnTo>
                  <a:lnTo>
                    <a:pt x="437146" y="6041970"/>
                  </a:lnTo>
                  <a:lnTo>
                    <a:pt x="437271" y="6041970"/>
                  </a:lnTo>
                  <a:lnTo>
                    <a:pt x="437396" y="6041970"/>
                  </a:lnTo>
                  <a:lnTo>
                    <a:pt x="437521" y="6041970"/>
                  </a:lnTo>
                  <a:lnTo>
                    <a:pt x="437646" y="6041970"/>
                  </a:lnTo>
                  <a:lnTo>
                    <a:pt x="437896" y="6041970"/>
                  </a:lnTo>
                  <a:lnTo>
                    <a:pt x="438021" y="6041970"/>
                  </a:lnTo>
                  <a:lnTo>
                    <a:pt x="438146" y="6041970"/>
                  </a:lnTo>
                  <a:lnTo>
                    <a:pt x="438271" y="6041970"/>
                  </a:lnTo>
                  <a:lnTo>
                    <a:pt x="438396" y="6041970"/>
                  </a:lnTo>
                  <a:lnTo>
                    <a:pt x="438646" y="6041970"/>
                  </a:lnTo>
                  <a:lnTo>
                    <a:pt x="438771" y="6041970"/>
                  </a:lnTo>
                  <a:lnTo>
                    <a:pt x="438896" y="6041970"/>
                  </a:lnTo>
                  <a:lnTo>
                    <a:pt x="439021" y="6041970"/>
                  </a:lnTo>
                  <a:lnTo>
                    <a:pt x="439146" y="6041970"/>
                  </a:lnTo>
                  <a:lnTo>
                    <a:pt x="439271" y="6041970"/>
                  </a:lnTo>
                  <a:lnTo>
                    <a:pt x="439396" y="6041970"/>
                  </a:lnTo>
                  <a:lnTo>
                    <a:pt x="439521" y="6041970"/>
                  </a:lnTo>
                  <a:lnTo>
                    <a:pt x="439646" y="6041970"/>
                  </a:lnTo>
                  <a:lnTo>
                    <a:pt x="439772" y="6041970"/>
                  </a:lnTo>
                  <a:lnTo>
                    <a:pt x="440022" y="6041970"/>
                  </a:lnTo>
                  <a:lnTo>
                    <a:pt x="440147" y="6041970"/>
                  </a:lnTo>
                  <a:lnTo>
                    <a:pt x="440272" y="6041970"/>
                  </a:lnTo>
                  <a:lnTo>
                    <a:pt x="440397" y="6041970"/>
                  </a:lnTo>
                  <a:lnTo>
                    <a:pt x="440522" y="6041970"/>
                  </a:lnTo>
                  <a:lnTo>
                    <a:pt x="440647" y="6041970"/>
                  </a:lnTo>
                  <a:lnTo>
                    <a:pt x="440772" y="6041970"/>
                  </a:lnTo>
                  <a:lnTo>
                    <a:pt x="440897" y="6041970"/>
                  </a:lnTo>
                  <a:lnTo>
                    <a:pt x="441147" y="6041970"/>
                  </a:lnTo>
                  <a:lnTo>
                    <a:pt x="441397" y="6041970"/>
                  </a:lnTo>
                  <a:lnTo>
                    <a:pt x="441522" y="6041970"/>
                  </a:lnTo>
                  <a:lnTo>
                    <a:pt x="441647" y="6041970"/>
                  </a:lnTo>
                  <a:lnTo>
                    <a:pt x="441772" y="6041970"/>
                  </a:lnTo>
                  <a:lnTo>
                    <a:pt x="441897" y="6041970"/>
                  </a:lnTo>
                  <a:lnTo>
                    <a:pt x="442022" y="6041970"/>
                  </a:lnTo>
                  <a:lnTo>
                    <a:pt x="442147" y="6041970"/>
                  </a:lnTo>
                  <a:lnTo>
                    <a:pt x="442272" y="6041970"/>
                  </a:lnTo>
                  <a:lnTo>
                    <a:pt x="442397" y="6041970"/>
                  </a:lnTo>
                  <a:lnTo>
                    <a:pt x="442522" y="6041970"/>
                  </a:lnTo>
                  <a:lnTo>
                    <a:pt x="442647" y="6041970"/>
                  </a:lnTo>
                  <a:lnTo>
                    <a:pt x="442773" y="6041970"/>
                  </a:lnTo>
                  <a:lnTo>
                    <a:pt x="443023" y="6041970"/>
                  </a:lnTo>
                  <a:lnTo>
                    <a:pt x="443148" y="6041970"/>
                  </a:lnTo>
                  <a:lnTo>
                    <a:pt x="443398" y="6041970"/>
                  </a:lnTo>
                  <a:lnTo>
                    <a:pt x="443523" y="6041970"/>
                  </a:lnTo>
                  <a:lnTo>
                    <a:pt x="443648" y="6041970"/>
                  </a:lnTo>
                  <a:lnTo>
                    <a:pt x="443773" y="6041970"/>
                  </a:lnTo>
                  <a:lnTo>
                    <a:pt x="443773" y="6032016"/>
                  </a:lnTo>
                  <a:lnTo>
                    <a:pt x="443898" y="6032016"/>
                  </a:lnTo>
                  <a:lnTo>
                    <a:pt x="444023" y="6032016"/>
                  </a:lnTo>
                  <a:lnTo>
                    <a:pt x="444148" y="6032016"/>
                  </a:lnTo>
                  <a:lnTo>
                    <a:pt x="444398" y="6032016"/>
                  </a:lnTo>
                  <a:lnTo>
                    <a:pt x="444523" y="6032016"/>
                  </a:lnTo>
                  <a:lnTo>
                    <a:pt x="444648" y="6032016"/>
                  </a:lnTo>
                  <a:lnTo>
                    <a:pt x="444773" y="6032016"/>
                  </a:lnTo>
                  <a:lnTo>
                    <a:pt x="444898" y="6032016"/>
                  </a:lnTo>
                  <a:lnTo>
                    <a:pt x="445023" y="6032016"/>
                  </a:lnTo>
                  <a:lnTo>
                    <a:pt x="445148" y="6032016"/>
                  </a:lnTo>
                  <a:lnTo>
                    <a:pt x="445273" y="6032016"/>
                  </a:lnTo>
                  <a:lnTo>
                    <a:pt x="445398" y="6032016"/>
                  </a:lnTo>
                  <a:lnTo>
                    <a:pt x="445648" y="6032016"/>
                  </a:lnTo>
                  <a:lnTo>
                    <a:pt x="445774" y="6032016"/>
                  </a:lnTo>
                  <a:lnTo>
                    <a:pt x="445899" y="6032016"/>
                  </a:lnTo>
                  <a:lnTo>
                    <a:pt x="446024" y="6032016"/>
                  </a:lnTo>
                  <a:lnTo>
                    <a:pt x="446149" y="6032016"/>
                  </a:lnTo>
                  <a:lnTo>
                    <a:pt x="446274" y="6032016"/>
                  </a:lnTo>
                  <a:lnTo>
                    <a:pt x="446399" y="6032016"/>
                  </a:lnTo>
                  <a:lnTo>
                    <a:pt x="446524" y="6032016"/>
                  </a:lnTo>
                  <a:lnTo>
                    <a:pt x="446774" y="6032016"/>
                  </a:lnTo>
                  <a:lnTo>
                    <a:pt x="446899" y="6032016"/>
                  </a:lnTo>
                  <a:lnTo>
                    <a:pt x="447024" y="6032016"/>
                  </a:lnTo>
                  <a:lnTo>
                    <a:pt x="447149" y="6032016"/>
                  </a:lnTo>
                  <a:lnTo>
                    <a:pt x="447274" y="6032016"/>
                  </a:lnTo>
                  <a:lnTo>
                    <a:pt x="447399" y="6032016"/>
                  </a:lnTo>
                  <a:lnTo>
                    <a:pt x="447524" y="6032016"/>
                  </a:lnTo>
                  <a:lnTo>
                    <a:pt x="447774" y="6032016"/>
                  </a:lnTo>
                  <a:lnTo>
                    <a:pt x="447899" y="6032016"/>
                  </a:lnTo>
                  <a:lnTo>
                    <a:pt x="448024" y="6032016"/>
                  </a:lnTo>
                  <a:lnTo>
                    <a:pt x="448149" y="6032016"/>
                  </a:lnTo>
                  <a:lnTo>
                    <a:pt x="448149" y="6022062"/>
                  </a:lnTo>
                  <a:lnTo>
                    <a:pt x="448399" y="6022062"/>
                  </a:lnTo>
                  <a:lnTo>
                    <a:pt x="448524" y="6022062"/>
                  </a:lnTo>
                  <a:lnTo>
                    <a:pt x="448649" y="6022062"/>
                  </a:lnTo>
                  <a:lnTo>
                    <a:pt x="448775" y="6022062"/>
                  </a:lnTo>
                  <a:lnTo>
                    <a:pt x="448900" y="6022062"/>
                  </a:lnTo>
                  <a:lnTo>
                    <a:pt x="449025" y="6022062"/>
                  </a:lnTo>
                  <a:lnTo>
                    <a:pt x="449150" y="6022062"/>
                  </a:lnTo>
                  <a:lnTo>
                    <a:pt x="449275" y="6022062"/>
                  </a:lnTo>
                  <a:lnTo>
                    <a:pt x="449400" y="6022062"/>
                  </a:lnTo>
                  <a:lnTo>
                    <a:pt x="449525" y="6022062"/>
                  </a:lnTo>
                  <a:lnTo>
                    <a:pt x="449650" y="6022062"/>
                  </a:lnTo>
                  <a:lnTo>
                    <a:pt x="450025" y="6022062"/>
                  </a:lnTo>
                  <a:lnTo>
                    <a:pt x="450275" y="6022062"/>
                  </a:lnTo>
                  <a:lnTo>
                    <a:pt x="450400" y="6022062"/>
                  </a:lnTo>
                  <a:lnTo>
                    <a:pt x="450650" y="6022062"/>
                  </a:lnTo>
                  <a:lnTo>
                    <a:pt x="450775" y="6022062"/>
                  </a:lnTo>
                  <a:lnTo>
                    <a:pt x="450900" y="6022062"/>
                  </a:lnTo>
                  <a:lnTo>
                    <a:pt x="451025" y="6022062"/>
                  </a:lnTo>
                  <a:lnTo>
                    <a:pt x="451150" y="6022062"/>
                  </a:lnTo>
                  <a:lnTo>
                    <a:pt x="451275" y="6022062"/>
                  </a:lnTo>
                  <a:lnTo>
                    <a:pt x="451400" y="6022062"/>
                  </a:lnTo>
                  <a:lnTo>
                    <a:pt x="451525" y="6022062"/>
                  </a:lnTo>
                  <a:lnTo>
                    <a:pt x="451776" y="6022062"/>
                  </a:lnTo>
                  <a:lnTo>
                    <a:pt x="451901" y="6022062"/>
                  </a:lnTo>
                  <a:lnTo>
                    <a:pt x="452026" y="6022062"/>
                  </a:lnTo>
                  <a:lnTo>
                    <a:pt x="452151" y="6022062"/>
                  </a:lnTo>
                  <a:lnTo>
                    <a:pt x="452276" y="6022062"/>
                  </a:lnTo>
                  <a:lnTo>
                    <a:pt x="452526" y="6022062"/>
                  </a:lnTo>
                  <a:lnTo>
                    <a:pt x="452776" y="6022062"/>
                  </a:lnTo>
                  <a:lnTo>
                    <a:pt x="452901" y="6022062"/>
                  </a:lnTo>
                  <a:lnTo>
                    <a:pt x="453026" y="6022062"/>
                  </a:lnTo>
                  <a:lnTo>
                    <a:pt x="453151" y="6022062"/>
                  </a:lnTo>
                  <a:lnTo>
                    <a:pt x="453276" y="6022062"/>
                  </a:lnTo>
                  <a:lnTo>
                    <a:pt x="453401" y="6022062"/>
                  </a:lnTo>
                  <a:lnTo>
                    <a:pt x="453526" y="6022062"/>
                  </a:lnTo>
                  <a:lnTo>
                    <a:pt x="453651" y="6022062"/>
                  </a:lnTo>
                  <a:lnTo>
                    <a:pt x="453776" y="6022062"/>
                  </a:lnTo>
                  <a:lnTo>
                    <a:pt x="454026" y="6022062"/>
                  </a:lnTo>
                  <a:lnTo>
                    <a:pt x="454151" y="6022062"/>
                  </a:lnTo>
                  <a:lnTo>
                    <a:pt x="454276" y="6022062"/>
                  </a:lnTo>
                  <a:lnTo>
                    <a:pt x="454401" y="6022062"/>
                  </a:lnTo>
                  <a:lnTo>
                    <a:pt x="454651" y="6022062"/>
                  </a:lnTo>
                  <a:lnTo>
                    <a:pt x="454777" y="6022062"/>
                  </a:lnTo>
                  <a:lnTo>
                    <a:pt x="454902" y="6022062"/>
                  </a:lnTo>
                  <a:lnTo>
                    <a:pt x="455152" y="6022062"/>
                  </a:lnTo>
                  <a:lnTo>
                    <a:pt x="455402" y="6022062"/>
                  </a:lnTo>
                  <a:lnTo>
                    <a:pt x="455527" y="6022062"/>
                  </a:lnTo>
                  <a:lnTo>
                    <a:pt x="455777" y="6022062"/>
                  </a:lnTo>
                  <a:lnTo>
                    <a:pt x="456152" y="6022062"/>
                  </a:lnTo>
                  <a:lnTo>
                    <a:pt x="456277" y="6022062"/>
                  </a:lnTo>
                  <a:lnTo>
                    <a:pt x="456402" y="6022062"/>
                  </a:lnTo>
                  <a:lnTo>
                    <a:pt x="456527" y="6022062"/>
                  </a:lnTo>
                  <a:lnTo>
                    <a:pt x="456652" y="6022062"/>
                  </a:lnTo>
                  <a:lnTo>
                    <a:pt x="456777" y="6022062"/>
                  </a:lnTo>
                  <a:lnTo>
                    <a:pt x="456902" y="6022062"/>
                  </a:lnTo>
                  <a:lnTo>
                    <a:pt x="457027" y="6022062"/>
                  </a:lnTo>
                  <a:lnTo>
                    <a:pt x="457152" y="6022062"/>
                  </a:lnTo>
                  <a:lnTo>
                    <a:pt x="457277" y="6022062"/>
                  </a:lnTo>
                  <a:lnTo>
                    <a:pt x="457402" y="6022062"/>
                  </a:lnTo>
                  <a:lnTo>
                    <a:pt x="457527" y="6022062"/>
                  </a:lnTo>
                  <a:lnTo>
                    <a:pt x="457778" y="6022062"/>
                  </a:lnTo>
                  <a:lnTo>
                    <a:pt x="457903" y="6022062"/>
                  </a:lnTo>
                  <a:lnTo>
                    <a:pt x="458028" y="6022062"/>
                  </a:lnTo>
                  <a:lnTo>
                    <a:pt x="458153" y="6022062"/>
                  </a:lnTo>
                  <a:lnTo>
                    <a:pt x="458403" y="6022062"/>
                  </a:lnTo>
                  <a:lnTo>
                    <a:pt x="458528" y="6022062"/>
                  </a:lnTo>
                  <a:lnTo>
                    <a:pt x="458653" y="6022062"/>
                  </a:lnTo>
                  <a:lnTo>
                    <a:pt x="458778" y="6022062"/>
                  </a:lnTo>
                  <a:lnTo>
                    <a:pt x="459153" y="6022062"/>
                  </a:lnTo>
                  <a:lnTo>
                    <a:pt x="459278" y="6022062"/>
                  </a:lnTo>
                  <a:lnTo>
                    <a:pt x="459403" y="6022062"/>
                  </a:lnTo>
                  <a:lnTo>
                    <a:pt x="459528" y="6022062"/>
                  </a:lnTo>
                  <a:lnTo>
                    <a:pt x="459653" y="6022062"/>
                  </a:lnTo>
                  <a:lnTo>
                    <a:pt x="459778" y="6022062"/>
                  </a:lnTo>
                  <a:lnTo>
                    <a:pt x="460028" y="6022062"/>
                  </a:lnTo>
                  <a:lnTo>
                    <a:pt x="460278" y="6022062"/>
                  </a:lnTo>
                  <a:lnTo>
                    <a:pt x="460403" y="6022062"/>
                  </a:lnTo>
                  <a:lnTo>
                    <a:pt x="460528" y="6022062"/>
                  </a:lnTo>
                  <a:lnTo>
                    <a:pt x="460779" y="6022062"/>
                  </a:lnTo>
                  <a:lnTo>
                    <a:pt x="460904" y="6022062"/>
                  </a:lnTo>
                  <a:lnTo>
                    <a:pt x="461029" y="6022062"/>
                  </a:lnTo>
                  <a:lnTo>
                    <a:pt x="461154" y="6022062"/>
                  </a:lnTo>
                  <a:lnTo>
                    <a:pt x="461279" y="6022062"/>
                  </a:lnTo>
                  <a:lnTo>
                    <a:pt x="461404" y="6022062"/>
                  </a:lnTo>
                  <a:lnTo>
                    <a:pt x="461529" y="6022062"/>
                  </a:lnTo>
                  <a:lnTo>
                    <a:pt x="461654" y="6022062"/>
                  </a:lnTo>
                  <a:lnTo>
                    <a:pt x="461779" y="6022062"/>
                  </a:lnTo>
                  <a:lnTo>
                    <a:pt x="461904" y="6022062"/>
                  </a:lnTo>
                  <a:lnTo>
                    <a:pt x="462029" y="6022062"/>
                  </a:lnTo>
                  <a:lnTo>
                    <a:pt x="462154" y="6022062"/>
                  </a:lnTo>
                  <a:lnTo>
                    <a:pt x="462404" y="6022062"/>
                  </a:lnTo>
                  <a:lnTo>
                    <a:pt x="462654" y="6022062"/>
                  </a:lnTo>
                  <a:lnTo>
                    <a:pt x="462904" y="6022062"/>
                  </a:lnTo>
                  <a:lnTo>
                    <a:pt x="463029" y="6022062"/>
                  </a:lnTo>
                  <a:lnTo>
                    <a:pt x="463154" y="6022062"/>
                  </a:lnTo>
                  <a:lnTo>
                    <a:pt x="463279" y="6022062"/>
                  </a:lnTo>
                  <a:lnTo>
                    <a:pt x="463404" y="6022062"/>
                  </a:lnTo>
                  <a:lnTo>
                    <a:pt x="463529" y="6022062"/>
                  </a:lnTo>
                  <a:lnTo>
                    <a:pt x="463780" y="6022062"/>
                  </a:lnTo>
                  <a:lnTo>
                    <a:pt x="463905" y="6022062"/>
                  </a:lnTo>
                  <a:lnTo>
                    <a:pt x="464155" y="6022062"/>
                  </a:lnTo>
                  <a:lnTo>
                    <a:pt x="464280" y="6022062"/>
                  </a:lnTo>
                  <a:lnTo>
                    <a:pt x="464405" y="6022062"/>
                  </a:lnTo>
                  <a:lnTo>
                    <a:pt x="464530" y="6022062"/>
                  </a:lnTo>
                  <a:lnTo>
                    <a:pt x="464655" y="6022062"/>
                  </a:lnTo>
                  <a:lnTo>
                    <a:pt x="464905" y="6022062"/>
                  </a:lnTo>
                  <a:lnTo>
                    <a:pt x="465155" y="6022062"/>
                  </a:lnTo>
                  <a:lnTo>
                    <a:pt x="465280" y="6022062"/>
                  </a:lnTo>
                  <a:lnTo>
                    <a:pt x="465405" y="6022062"/>
                  </a:lnTo>
                  <a:lnTo>
                    <a:pt x="465530" y="6022062"/>
                  </a:lnTo>
                  <a:lnTo>
                    <a:pt x="465655" y="6022062"/>
                  </a:lnTo>
                  <a:lnTo>
                    <a:pt x="465780" y="6022062"/>
                  </a:lnTo>
                  <a:lnTo>
                    <a:pt x="465905" y="6022062"/>
                  </a:lnTo>
                  <a:lnTo>
                    <a:pt x="466030" y="6022062"/>
                  </a:lnTo>
                  <a:lnTo>
                    <a:pt x="466155" y="6022062"/>
                  </a:lnTo>
                  <a:lnTo>
                    <a:pt x="466280" y="6022062"/>
                  </a:lnTo>
                  <a:lnTo>
                    <a:pt x="466405" y="6022062"/>
                  </a:lnTo>
                  <a:lnTo>
                    <a:pt x="466530" y="6022062"/>
                  </a:lnTo>
                  <a:lnTo>
                    <a:pt x="466656" y="6022062"/>
                  </a:lnTo>
                  <a:lnTo>
                    <a:pt x="466781" y="6022062"/>
                  </a:lnTo>
                  <a:lnTo>
                    <a:pt x="466906" y="6022062"/>
                  </a:lnTo>
                  <a:lnTo>
                    <a:pt x="467031" y="6022062"/>
                  </a:lnTo>
                  <a:lnTo>
                    <a:pt x="467156" y="6022062"/>
                  </a:lnTo>
                  <a:lnTo>
                    <a:pt x="467281" y="6022062"/>
                  </a:lnTo>
                  <a:lnTo>
                    <a:pt x="467406" y="6022062"/>
                  </a:lnTo>
                  <a:lnTo>
                    <a:pt x="467531" y="6022062"/>
                  </a:lnTo>
                  <a:lnTo>
                    <a:pt x="467781" y="6022062"/>
                  </a:lnTo>
                  <a:lnTo>
                    <a:pt x="467906" y="6022062"/>
                  </a:lnTo>
                  <a:lnTo>
                    <a:pt x="468031" y="6022062"/>
                  </a:lnTo>
                  <a:lnTo>
                    <a:pt x="468156" y="6022062"/>
                  </a:lnTo>
                  <a:lnTo>
                    <a:pt x="468281" y="6022062"/>
                  </a:lnTo>
                  <a:lnTo>
                    <a:pt x="468531" y="6022062"/>
                  </a:lnTo>
                  <a:lnTo>
                    <a:pt x="468656" y="6022062"/>
                  </a:lnTo>
                  <a:lnTo>
                    <a:pt x="468781" y="6022062"/>
                  </a:lnTo>
                  <a:lnTo>
                    <a:pt x="468906" y="6022062"/>
                  </a:lnTo>
                  <a:lnTo>
                    <a:pt x="469031" y="6022062"/>
                  </a:lnTo>
                  <a:lnTo>
                    <a:pt x="469156" y="6022062"/>
                  </a:lnTo>
                  <a:lnTo>
                    <a:pt x="469281" y="6022062"/>
                  </a:lnTo>
                  <a:lnTo>
                    <a:pt x="469406" y="6022062"/>
                  </a:lnTo>
                  <a:lnTo>
                    <a:pt x="469406" y="6012108"/>
                  </a:lnTo>
                  <a:lnTo>
                    <a:pt x="469531" y="6012108"/>
                  </a:lnTo>
                  <a:lnTo>
                    <a:pt x="469657" y="6012108"/>
                  </a:lnTo>
                  <a:lnTo>
                    <a:pt x="469782" y="6012108"/>
                  </a:lnTo>
                  <a:lnTo>
                    <a:pt x="470032" y="6012108"/>
                  </a:lnTo>
                  <a:lnTo>
                    <a:pt x="470157" y="6012108"/>
                  </a:lnTo>
                  <a:lnTo>
                    <a:pt x="470282" y="6012108"/>
                  </a:lnTo>
                  <a:lnTo>
                    <a:pt x="470407" y="6012108"/>
                  </a:lnTo>
                  <a:lnTo>
                    <a:pt x="470532" y="6012108"/>
                  </a:lnTo>
                  <a:lnTo>
                    <a:pt x="470657" y="6012108"/>
                  </a:lnTo>
                  <a:lnTo>
                    <a:pt x="470782" y="6012108"/>
                  </a:lnTo>
                  <a:lnTo>
                    <a:pt x="470907" y="6012108"/>
                  </a:lnTo>
                  <a:lnTo>
                    <a:pt x="471032" y="6012108"/>
                  </a:lnTo>
                  <a:lnTo>
                    <a:pt x="471157" y="6012108"/>
                  </a:lnTo>
                  <a:lnTo>
                    <a:pt x="471282" y="6012108"/>
                  </a:lnTo>
                  <a:lnTo>
                    <a:pt x="471407" y="6012108"/>
                  </a:lnTo>
                  <a:lnTo>
                    <a:pt x="471532" y="6012108"/>
                  </a:lnTo>
                  <a:lnTo>
                    <a:pt x="471657" y="6012108"/>
                  </a:lnTo>
                  <a:lnTo>
                    <a:pt x="471907" y="6012108"/>
                  </a:lnTo>
                  <a:lnTo>
                    <a:pt x="472032" y="6012108"/>
                  </a:lnTo>
                  <a:lnTo>
                    <a:pt x="472157" y="6012108"/>
                  </a:lnTo>
                  <a:lnTo>
                    <a:pt x="472282" y="6012108"/>
                  </a:lnTo>
                  <a:lnTo>
                    <a:pt x="472407" y="6012108"/>
                  </a:lnTo>
                  <a:lnTo>
                    <a:pt x="472532" y="6012108"/>
                  </a:lnTo>
                  <a:lnTo>
                    <a:pt x="472532" y="6002155"/>
                  </a:lnTo>
                  <a:lnTo>
                    <a:pt x="472658" y="6002155"/>
                  </a:lnTo>
                  <a:lnTo>
                    <a:pt x="472783" y="6002155"/>
                  </a:lnTo>
                  <a:lnTo>
                    <a:pt x="472908" y="6002155"/>
                  </a:lnTo>
                  <a:lnTo>
                    <a:pt x="473033" y="6002155"/>
                  </a:lnTo>
                  <a:lnTo>
                    <a:pt x="473158" y="6002155"/>
                  </a:lnTo>
                  <a:lnTo>
                    <a:pt x="473283" y="6002155"/>
                  </a:lnTo>
                  <a:lnTo>
                    <a:pt x="473408" y="6002155"/>
                  </a:lnTo>
                  <a:lnTo>
                    <a:pt x="473533" y="6002155"/>
                  </a:lnTo>
                  <a:lnTo>
                    <a:pt x="473658" y="6002155"/>
                  </a:lnTo>
                  <a:lnTo>
                    <a:pt x="473783" y="6002155"/>
                  </a:lnTo>
                  <a:lnTo>
                    <a:pt x="473908" y="6002155"/>
                  </a:lnTo>
                  <a:lnTo>
                    <a:pt x="474033" y="6002155"/>
                  </a:lnTo>
                  <a:lnTo>
                    <a:pt x="474158" y="6002155"/>
                  </a:lnTo>
                  <a:lnTo>
                    <a:pt x="474283" y="6002155"/>
                  </a:lnTo>
                  <a:lnTo>
                    <a:pt x="474408" y="6002155"/>
                  </a:lnTo>
                  <a:lnTo>
                    <a:pt x="474533" y="6002155"/>
                  </a:lnTo>
                  <a:lnTo>
                    <a:pt x="474658" y="6002155"/>
                  </a:lnTo>
                  <a:lnTo>
                    <a:pt x="474908" y="6002155"/>
                  </a:lnTo>
                  <a:lnTo>
                    <a:pt x="475033" y="6002155"/>
                  </a:lnTo>
                  <a:lnTo>
                    <a:pt x="475158" y="6002155"/>
                  </a:lnTo>
                  <a:lnTo>
                    <a:pt x="475283" y="6002155"/>
                  </a:lnTo>
                  <a:lnTo>
                    <a:pt x="475408" y="6002155"/>
                  </a:lnTo>
                  <a:lnTo>
                    <a:pt x="475533" y="6002155"/>
                  </a:lnTo>
                  <a:lnTo>
                    <a:pt x="475659" y="6002155"/>
                  </a:lnTo>
                  <a:lnTo>
                    <a:pt x="475784" y="6002155"/>
                  </a:lnTo>
                  <a:lnTo>
                    <a:pt x="475909" y="6002155"/>
                  </a:lnTo>
                  <a:lnTo>
                    <a:pt x="476034" y="6002155"/>
                  </a:lnTo>
                  <a:lnTo>
                    <a:pt x="476159" y="6002155"/>
                  </a:lnTo>
                  <a:lnTo>
                    <a:pt x="476284" y="6002155"/>
                  </a:lnTo>
                  <a:lnTo>
                    <a:pt x="476409" y="6002155"/>
                  </a:lnTo>
                  <a:lnTo>
                    <a:pt x="476534" y="6002155"/>
                  </a:lnTo>
                  <a:lnTo>
                    <a:pt x="476659" y="6002155"/>
                  </a:lnTo>
                  <a:lnTo>
                    <a:pt x="476784" y="6002155"/>
                  </a:lnTo>
                  <a:lnTo>
                    <a:pt x="476909" y="6002155"/>
                  </a:lnTo>
                  <a:lnTo>
                    <a:pt x="477034" y="6002155"/>
                  </a:lnTo>
                  <a:lnTo>
                    <a:pt x="477159" y="6002155"/>
                  </a:lnTo>
                  <a:lnTo>
                    <a:pt x="477284" y="6002155"/>
                  </a:lnTo>
                  <a:lnTo>
                    <a:pt x="477409" y="6002155"/>
                  </a:lnTo>
                  <a:lnTo>
                    <a:pt x="477534" y="6002155"/>
                  </a:lnTo>
                  <a:lnTo>
                    <a:pt x="477659" y="6002155"/>
                  </a:lnTo>
                  <a:lnTo>
                    <a:pt x="477784" y="6002155"/>
                  </a:lnTo>
                  <a:lnTo>
                    <a:pt x="477909" y="6002155"/>
                  </a:lnTo>
                  <a:lnTo>
                    <a:pt x="478284" y="6002155"/>
                  </a:lnTo>
                  <a:lnTo>
                    <a:pt x="478409" y="6002155"/>
                  </a:lnTo>
                  <a:lnTo>
                    <a:pt x="478534" y="6002155"/>
                  </a:lnTo>
                  <a:lnTo>
                    <a:pt x="478660" y="6002155"/>
                  </a:lnTo>
                  <a:lnTo>
                    <a:pt x="478785" y="6002155"/>
                  </a:lnTo>
                  <a:lnTo>
                    <a:pt x="478910" y="6002155"/>
                  </a:lnTo>
                  <a:lnTo>
                    <a:pt x="479035" y="6002155"/>
                  </a:lnTo>
                  <a:lnTo>
                    <a:pt x="479660" y="6002155"/>
                  </a:lnTo>
                  <a:lnTo>
                    <a:pt x="479785" y="6002155"/>
                  </a:lnTo>
                  <a:lnTo>
                    <a:pt x="479910" y="6002155"/>
                  </a:lnTo>
                  <a:lnTo>
                    <a:pt x="480035" y="6002155"/>
                  </a:lnTo>
                  <a:lnTo>
                    <a:pt x="480160" y="6002155"/>
                  </a:lnTo>
                  <a:lnTo>
                    <a:pt x="480285" y="6002155"/>
                  </a:lnTo>
                  <a:lnTo>
                    <a:pt x="480410" y="6002155"/>
                  </a:lnTo>
                  <a:lnTo>
                    <a:pt x="480535" y="6002155"/>
                  </a:lnTo>
                  <a:lnTo>
                    <a:pt x="480660" y="6002155"/>
                  </a:lnTo>
                  <a:lnTo>
                    <a:pt x="480785" y="6002155"/>
                  </a:lnTo>
                  <a:lnTo>
                    <a:pt x="480910" y="6002155"/>
                  </a:lnTo>
                  <a:lnTo>
                    <a:pt x="481035" y="6002155"/>
                  </a:lnTo>
                  <a:lnTo>
                    <a:pt x="481160" y="6002155"/>
                  </a:lnTo>
                  <a:lnTo>
                    <a:pt x="481285" y="6002155"/>
                  </a:lnTo>
                  <a:lnTo>
                    <a:pt x="481410" y="6002155"/>
                  </a:lnTo>
                  <a:lnTo>
                    <a:pt x="481535" y="6002155"/>
                  </a:lnTo>
                  <a:lnTo>
                    <a:pt x="481661" y="6002155"/>
                  </a:lnTo>
                  <a:lnTo>
                    <a:pt x="481786" y="6002155"/>
                  </a:lnTo>
                  <a:lnTo>
                    <a:pt x="482036" y="6002155"/>
                  </a:lnTo>
                  <a:lnTo>
                    <a:pt x="482161" y="6002155"/>
                  </a:lnTo>
                  <a:lnTo>
                    <a:pt x="482286" y="6002155"/>
                  </a:lnTo>
                  <a:lnTo>
                    <a:pt x="482536" y="6002155"/>
                  </a:lnTo>
                  <a:lnTo>
                    <a:pt x="482786" y="6002155"/>
                  </a:lnTo>
                  <a:lnTo>
                    <a:pt x="482911" y="6002155"/>
                  </a:lnTo>
                  <a:lnTo>
                    <a:pt x="483036" y="6002155"/>
                  </a:lnTo>
                  <a:lnTo>
                    <a:pt x="483661" y="6002155"/>
                  </a:lnTo>
                  <a:lnTo>
                    <a:pt x="483911" y="5992201"/>
                  </a:lnTo>
                  <a:lnTo>
                    <a:pt x="484036" y="5992201"/>
                  </a:lnTo>
                  <a:lnTo>
                    <a:pt x="484161" y="5992201"/>
                  </a:lnTo>
                  <a:lnTo>
                    <a:pt x="484286" y="5992201"/>
                  </a:lnTo>
                  <a:lnTo>
                    <a:pt x="484411" y="5992201"/>
                  </a:lnTo>
                  <a:lnTo>
                    <a:pt x="484536" y="5992201"/>
                  </a:lnTo>
                  <a:lnTo>
                    <a:pt x="484787" y="5992201"/>
                  </a:lnTo>
                  <a:lnTo>
                    <a:pt x="484912" y="5992201"/>
                  </a:lnTo>
                  <a:lnTo>
                    <a:pt x="485037" y="5992201"/>
                  </a:lnTo>
                  <a:lnTo>
                    <a:pt x="485162" y="5992201"/>
                  </a:lnTo>
                  <a:lnTo>
                    <a:pt x="485287" y="5992201"/>
                  </a:lnTo>
                  <a:lnTo>
                    <a:pt x="485412" y="5992201"/>
                  </a:lnTo>
                  <a:lnTo>
                    <a:pt x="485537" y="5992201"/>
                  </a:lnTo>
                  <a:lnTo>
                    <a:pt x="485662" y="5992201"/>
                  </a:lnTo>
                  <a:lnTo>
                    <a:pt x="485787" y="5992201"/>
                  </a:lnTo>
                  <a:lnTo>
                    <a:pt x="485912" y="5992201"/>
                  </a:lnTo>
                  <a:lnTo>
                    <a:pt x="486162" y="5992201"/>
                  </a:lnTo>
                  <a:lnTo>
                    <a:pt x="486287" y="5992201"/>
                  </a:lnTo>
                  <a:lnTo>
                    <a:pt x="486412" y="5992201"/>
                  </a:lnTo>
                  <a:lnTo>
                    <a:pt x="486537" y="5992201"/>
                  </a:lnTo>
                  <a:lnTo>
                    <a:pt x="486787" y="5992201"/>
                  </a:lnTo>
                  <a:lnTo>
                    <a:pt x="487037" y="5992201"/>
                  </a:lnTo>
                  <a:lnTo>
                    <a:pt x="487162" y="5992201"/>
                  </a:lnTo>
                  <a:lnTo>
                    <a:pt x="487287" y="5992201"/>
                  </a:lnTo>
                  <a:lnTo>
                    <a:pt x="487412" y="5992201"/>
                  </a:lnTo>
                  <a:lnTo>
                    <a:pt x="487537" y="5992201"/>
                  </a:lnTo>
                  <a:lnTo>
                    <a:pt x="487663" y="5992201"/>
                  </a:lnTo>
                  <a:lnTo>
                    <a:pt x="488038" y="5992201"/>
                  </a:lnTo>
                  <a:lnTo>
                    <a:pt x="488163" y="5992201"/>
                  </a:lnTo>
                  <a:lnTo>
                    <a:pt x="488288" y="5992201"/>
                  </a:lnTo>
                  <a:lnTo>
                    <a:pt x="488413" y="5992201"/>
                  </a:lnTo>
                  <a:lnTo>
                    <a:pt x="488538" y="5992201"/>
                  </a:lnTo>
                  <a:lnTo>
                    <a:pt x="488663" y="5992201"/>
                  </a:lnTo>
                  <a:lnTo>
                    <a:pt x="488788" y="5992201"/>
                  </a:lnTo>
                  <a:lnTo>
                    <a:pt x="488913" y="5992201"/>
                  </a:lnTo>
                  <a:lnTo>
                    <a:pt x="489038" y="5992201"/>
                  </a:lnTo>
                  <a:lnTo>
                    <a:pt x="489288" y="5992201"/>
                  </a:lnTo>
                  <a:lnTo>
                    <a:pt x="489413" y="5992201"/>
                  </a:lnTo>
                  <a:lnTo>
                    <a:pt x="489538" y="5992201"/>
                  </a:lnTo>
                  <a:lnTo>
                    <a:pt x="489663" y="5992201"/>
                  </a:lnTo>
                  <a:lnTo>
                    <a:pt x="489913" y="5992201"/>
                  </a:lnTo>
                  <a:lnTo>
                    <a:pt x="490038" y="5992201"/>
                  </a:lnTo>
                  <a:lnTo>
                    <a:pt x="490163" y="5992201"/>
                  </a:lnTo>
                  <a:lnTo>
                    <a:pt x="490288" y="5992201"/>
                  </a:lnTo>
                  <a:lnTo>
                    <a:pt x="490413" y="5992201"/>
                  </a:lnTo>
                  <a:lnTo>
                    <a:pt x="490538" y="5992201"/>
                  </a:lnTo>
                  <a:lnTo>
                    <a:pt x="490664" y="5992201"/>
                  </a:lnTo>
                  <a:lnTo>
                    <a:pt x="490789" y="5992201"/>
                  </a:lnTo>
                  <a:lnTo>
                    <a:pt x="490914" y="5992201"/>
                  </a:lnTo>
                  <a:lnTo>
                    <a:pt x="491039" y="5992201"/>
                  </a:lnTo>
                  <a:lnTo>
                    <a:pt x="491164" y="5992201"/>
                  </a:lnTo>
                  <a:lnTo>
                    <a:pt x="491289" y="5992201"/>
                  </a:lnTo>
                  <a:lnTo>
                    <a:pt x="491414" y="5992201"/>
                  </a:lnTo>
                  <a:lnTo>
                    <a:pt x="491539" y="5992201"/>
                  </a:lnTo>
                  <a:lnTo>
                    <a:pt x="491664" y="5992201"/>
                  </a:lnTo>
                  <a:lnTo>
                    <a:pt x="492039" y="5992201"/>
                  </a:lnTo>
                  <a:lnTo>
                    <a:pt x="492164" y="5992201"/>
                  </a:lnTo>
                  <a:lnTo>
                    <a:pt x="492414" y="5992201"/>
                  </a:lnTo>
                  <a:lnTo>
                    <a:pt x="492539" y="5992201"/>
                  </a:lnTo>
                  <a:lnTo>
                    <a:pt x="492664" y="5992201"/>
                  </a:lnTo>
                  <a:lnTo>
                    <a:pt x="492789" y="5992201"/>
                  </a:lnTo>
                  <a:lnTo>
                    <a:pt x="492914" y="5992201"/>
                  </a:lnTo>
                  <a:lnTo>
                    <a:pt x="493039" y="5992201"/>
                  </a:lnTo>
                  <a:lnTo>
                    <a:pt x="493164" y="5992201"/>
                  </a:lnTo>
                  <a:lnTo>
                    <a:pt x="493289" y="5992201"/>
                  </a:lnTo>
                  <a:lnTo>
                    <a:pt x="493414" y="5992201"/>
                  </a:lnTo>
                  <a:lnTo>
                    <a:pt x="493539" y="5992201"/>
                  </a:lnTo>
                  <a:lnTo>
                    <a:pt x="493665" y="5992201"/>
                  </a:lnTo>
                  <a:lnTo>
                    <a:pt x="493790" y="5992201"/>
                  </a:lnTo>
                  <a:lnTo>
                    <a:pt x="493915" y="5992201"/>
                  </a:lnTo>
                  <a:lnTo>
                    <a:pt x="494040" y="5992201"/>
                  </a:lnTo>
                  <a:lnTo>
                    <a:pt x="494165" y="5992201"/>
                  </a:lnTo>
                  <a:lnTo>
                    <a:pt x="494290" y="5992201"/>
                  </a:lnTo>
                  <a:lnTo>
                    <a:pt x="494415" y="5992201"/>
                  </a:lnTo>
                  <a:lnTo>
                    <a:pt x="494540" y="5992201"/>
                  </a:lnTo>
                  <a:lnTo>
                    <a:pt x="494665" y="5992201"/>
                  </a:lnTo>
                  <a:lnTo>
                    <a:pt x="495165" y="5992201"/>
                  </a:lnTo>
                  <a:lnTo>
                    <a:pt x="495290" y="5992201"/>
                  </a:lnTo>
                  <a:lnTo>
                    <a:pt x="495415" y="5992201"/>
                  </a:lnTo>
                  <a:lnTo>
                    <a:pt x="495415" y="5982247"/>
                  </a:lnTo>
                  <a:lnTo>
                    <a:pt x="495540" y="5982247"/>
                  </a:lnTo>
                  <a:lnTo>
                    <a:pt x="495790" y="5982247"/>
                  </a:lnTo>
                  <a:lnTo>
                    <a:pt x="495915" y="5982247"/>
                  </a:lnTo>
                  <a:lnTo>
                    <a:pt x="496040" y="5982247"/>
                  </a:lnTo>
                  <a:lnTo>
                    <a:pt x="496165" y="5982247"/>
                  </a:lnTo>
                  <a:lnTo>
                    <a:pt x="496290" y="5982247"/>
                  </a:lnTo>
                  <a:lnTo>
                    <a:pt x="496415" y="5982247"/>
                  </a:lnTo>
                  <a:lnTo>
                    <a:pt x="496540" y="5982247"/>
                  </a:lnTo>
                  <a:lnTo>
                    <a:pt x="496666" y="5982247"/>
                  </a:lnTo>
                  <a:lnTo>
                    <a:pt x="496791" y="5982247"/>
                  </a:lnTo>
                  <a:lnTo>
                    <a:pt x="496916" y="5982247"/>
                  </a:lnTo>
                  <a:lnTo>
                    <a:pt x="497041" y="5982247"/>
                  </a:lnTo>
                  <a:lnTo>
                    <a:pt x="497166" y="5982247"/>
                  </a:lnTo>
                  <a:lnTo>
                    <a:pt x="497291" y="5982247"/>
                  </a:lnTo>
                  <a:lnTo>
                    <a:pt x="497666" y="5982247"/>
                  </a:lnTo>
                  <a:lnTo>
                    <a:pt x="497791" y="5982247"/>
                  </a:lnTo>
                  <a:lnTo>
                    <a:pt x="497916" y="5982247"/>
                  </a:lnTo>
                  <a:lnTo>
                    <a:pt x="498041" y="5982247"/>
                  </a:lnTo>
                  <a:lnTo>
                    <a:pt x="498166" y="5982247"/>
                  </a:lnTo>
                  <a:lnTo>
                    <a:pt x="498291" y="5982247"/>
                  </a:lnTo>
                  <a:lnTo>
                    <a:pt x="498541" y="5982247"/>
                  </a:lnTo>
                  <a:lnTo>
                    <a:pt x="498791" y="5982247"/>
                  </a:lnTo>
                  <a:lnTo>
                    <a:pt x="499041" y="5982247"/>
                  </a:lnTo>
                  <a:lnTo>
                    <a:pt x="499166" y="5982247"/>
                  </a:lnTo>
                  <a:lnTo>
                    <a:pt x="499291" y="5982247"/>
                  </a:lnTo>
                  <a:lnTo>
                    <a:pt x="499416" y="5982247"/>
                  </a:lnTo>
                  <a:lnTo>
                    <a:pt x="499541" y="5982247"/>
                  </a:lnTo>
                  <a:lnTo>
                    <a:pt x="499667" y="5982247"/>
                  </a:lnTo>
                  <a:lnTo>
                    <a:pt x="499792" y="5982247"/>
                  </a:lnTo>
                  <a:lnTo>
                    <a:pt x="499917" y="5982247"/>
                  </a:lnTo>
                  <a:lnTo>
                    <a:pt x="500042" y="5982247"/>
                  </a:lnTo>
                  <a:lnTo>
                    <a:pt x="500167" y="5982247"/>
                  </a:lnTo>
                  <a:lnTo>
                    <a:pt x="500292" y="5982247"/>
                  </a:lnTo>
                  <a:lnTo>
                    <a:pt x="500542" y="5982247"/>
                  </a:lnTo>
                  <a:lnTo>
                    <a:pt x="500667" y="5982247"/>
                  </a:lnTo>
                  <a:lnTo>
                    <a:pt x="500792" y="5982247"/>
                  </a:lnTo>
                  <a:lnTo>
                    <a:pt x="500917" y="5982247"/>
                  </a:lnTo>
                  <a:lnTo>
                    <a:pt x="501042" y="5982247"/>
                  </a:lnTo>
                  <a:lnTo>
                    <a:pt x="501167" y="5982247"/>
                  </a:lnTo>
                  <a:lnTo>
                    <a:pt x="501292" y="5982247"/>
                  </a:lnTo>
                  <a:lnTo>
                    <a:pt x="501417" y="5982247"/>
                  </a:lnTo>
                  <a:lnTo>
                    <a:pt x="501542" y="5982247"/>
                  </a:lnTo>
                  <a:lnTo>
                    <a:pt x="501667" y="5982247"/>
                  </a:lnTo>
                  <a:lnTo>
                    <a:pt x="501792" y="5982247"/>
                  </a:lnTo>
                  <a:lnTo>
                    <a:pt x="501917" y="5982247"/>
                  </a:lnTo>
                  <a:lnTo>
                    <a:pt x="502042" y="5982247"/>
                  </a:lnTo>
                  <a:lnTo>
                    <a:pt x="502167" y="5982247"/>
                  </a:lnTo>
                  <a:lnTo>
                    <a:pt x="502292" y="5982247"/>
                  </a:lnTo>
                  <a:lnTo>
                    <a:pt x="502542" y="5982247"/>
                  </a:lnTo>
                  <a:lnTo>
                    <a:pt x="502668" y="5982247"/>
                  </a:lnTo>
                  <a:lnTo>
                    <a:pt x="502793" y="5982247"/>
                  </a:lnTo>
                  <a:lnTo>
                    <a:pt x="502918" y="5982247"/>
                  </a:lnTo>
                  <a:lnTo>
                    <a:pt x="503043" y="5982247"/>
                  </a:lnTo>
                  <a:lnTo>
                    <a:pt x="503168" y="5982247"/>
                  </a:lnTo>
                  <a:lnTo>
                    <a:pt x="503293" y="5982247"/>
                  </a:lnTo>
                  <a:lnTo>
                    <a:pt x="503418" y="5982247"/>
                  </a:lnTo>
                  <a:lnTo>
                    <a:pt x="503543" y="5982247"/>
                  </a:lnTo>
                  <a:lnTo>
                    <a:pt x="503668" y="5982247"/>
                  </a:lnTo>
                  <a:lnTo>
                    <a:pt x="503793" y="5982247"/>
                  </a:lnTo>
                  <a:lnTo>
                    <a:pt x="503918" y="5982247"/>
                  </a:lnTo>
                  <a:lnTo>
                    <a:pt x="504043" y="5982247"/>
                  </a:lnTo>
                  <a:lnTo>
                    <a:pt x="504168" y="5982247"/>
                  </a:lnTo>
                  <a:lnTo>
                    <a:pt x="504293" y="5982247"/>
                  </a:lnTo>
                  <a:lnTo>
                    <a:pt x="504418" y="5982247"/>
                  </a:lnTo>
                  <a:lnTo>
                    <a:pt x="504543" y="5982247"/>
                  </a:lnTo>
                  <a:lnTo>
                    <a:pt x="504918" y="5982247"/>
                  </a:lnTo>
                  <a:lnTo>
                    <a:pt x="505043" y="5982247"/>
                  </a:lnTo>
                  <a:lnTo>
                    <a:pt x="505168" y="5982247"/>
                  </a:lnTo>
                  <a:lnTo>
                    <a:pt x="505293" y="5982247"/>
                  </a:lnTo>
                  <a:lnTo>
                    <a:pt x="505418" y="5982247"/>
                  </a:lnTo>
                  <a:lnTo>
                    <a:pt x="505544" y="5982247"/>
                  </a:lnTo>
                  <a:lnTo>
                    <a:pt x="505669" y="5982247"/>
                  </a:lnTo>
                  <a:lnTo>
                    <a:pt x="505919" y="5982247"/>
                  </a:lnTo>
                  <a:lnTo>
                    <a:pt x="506044" y="5982247"/>
                  </a:lnTo>
                  <a:lnTo>
                    <a:pt x="506169" y="5982247"/>
                  </a:lnTo>
                  <a:lnTo>
                    <a:pt x="506669" y="5982247"/>
                  </a:lnTo>
                  <a:lnTo>
                    <a:pt x="506794" y="5982247"/>
                  </a:lnTo>
                  <a:lnTo>
                    <a:pt x="506919" y="5982247"/>
                  </a:lnTo>
                  <a:lnTo>
                    <a:pt x="507044" y="5982247"/>
                  </a:lnTo>
                  <a:lnTo>
                    <a:pt x="507169" y="5982247"/>
                  </a:lnTo>
                  <a:lnTo>
                    <a:pt x="507294" y="5982247"/>
                  </a:lnTo>
                  <a:lnTo>
                    <a:pt x="507544" y="5982247"/>
                  </a:lnTo>
                  <a:lnTo>
                    <a:pt x="507669" y="5982247"/>
                  </a:lnTo>
                  <a:lnTo>
                    <a:pt x="507794" y="5982247"/>
                  </a:lnTo>
                  <a:lnTo>
                    <a:pt x="507919" y="5982247"/>
                  </a:lnTo>
                  <a:lnTo>
                    <a:pt x="508044" y="5982247"/>
                  </a:lnTo>
                  <a:lnTo>
                    <a:pt x="508169" y="5982247"/>
                  </a:lnTo>
                  <a:lnTo>
                    <a:pt x="508294" y="5982247"/>
                  </a:lnTo>
                  <a:lnTo>
                    <a:pt x="508419" y="5982247"/>
                  </a:lnTo>
                  <a:lnTo>
                    <a:pt x="508545" y="5982247"/>
                  </a:lnTo>
                  <a:lnTo>
                    <a:pt x="508795" y="5982247"/>
                  </a:lnTo>
                  <a:lnTo>
                    <a:pt x="509295" y="5982247"/>
                  </a:lnTo>
                  <a:lnTo>
                    <a:pt x="509420" y="5982247"/>
                  </a:lnTo>
                  <a:lnTo>
                    <a:pt x="509545" y="5982247"/>
                  </a:lnTo>
                  <a:lnTo>
                    <a:pt x="509670" y="5982247"/>
                  </a:lnTo>
                  <a:lnTo>
                    <a:pt x="509920" y="5982247"/>
                  </a:lnTo>
                  <a:lnTo>
                    <a:pt x="510045" y="5982247"/>
                  </a:lnTo>
                  <a:lnTo>
                    <a:pt x="510170" y="5982247"/>
                  </a:lnTo>
                  <a:lnTo>
                    <a:pt x="510295" y="5982247"/>
                  </a:lnTo>
                  <a:lnTo>
                    <a:pt x="510420" y="5982247"/>
                  </a:lnTo>
                  <a:lnTo>
                    <a:pt x="510545" y="5982247"/>
                  </a:lnTo>
                  <a:lnTo>
                    <a:pt x="510670" y="5982247"/>
                  </a:lnTo>
                  <a:lnTo>
                    <a:pt x="510795" y="5982247"/>
                  </a:lnTo>
                  <a:lnTo>
                    <a:pt x="510920" y="5982247"/>
                  </a:lnTo>
                  <a:lnTo>
                    <a:pt x="511045" y="5982247"/>
                  </a:lnTo>
                  <a:lnTo>
                    <a:pt x="511170" y="5982247"/>
                  </a:lnTo>
                  <a:lnTo>
                    <a:pt x="511295" y="5982247"/>
                  </a:lnTo>
                  <a:lnTo>
                    <a:pt x="511546" y="5982247"/>
                  </a:lnTo>
                  <a:lnTo>
                    <a:pt x="511671" y="5982247"/>
                  </a:lnTo>
                  <a:lnTo>
                    <a:pt x="511921" y="5982247"/>
                  </a:lnTo>
                  <a:lnTo>
                    <a:pt x="512046" y="5982247"/>
                  </a:lnTo>
                  <a:lnTo>
                    <a:pt x="512171" y="5982247"/>
                  </a:lnTo>
                  <a:lnTo>
                    <a:pt x="512296" y="5982247"/>
                  </a:lnTo>
                  <a:lnTo>
                    <a:pt x="512421" y="5982247"/>
                  </a:lnTo>
                  <a:lnTo>
                    <a:pt x="512546" y="5982247"/>
                  </a:lnTo>
                  <a:lnTo>
                    <a:pt x="512671" y="5982247"/>
                  </a:lnTo>
                  <a:lnTo>
                    <a:pt x="512796" y="5982247"/>
                  </a:lnTo>
                  <a:lnTo>
                    <a:pt x="513046" y="5982247"/>
                  </a:lnTo>
                  <a:lnTo>
                    <a:pt x="513671" y="5982247"/>
                  </a:lnTo>
                  <a:lnTo>
                    <a:pt x="513796" y="5982247"/>
                  </a:lnTo>
                  <a:lnTo>
                    <a:pt x="513921" y="5982247"/>
                  </a:lnTo>
                  <a:lnTo>
                    <a:pt x="514046" y="5982247"/>
                  </a:lnTo>
                  <a:lnTo>
                    <a:pt x="514171" y="5982247"/>
                  </a:lnTo>
                  <a:lnTo>
                    <a:pt x="514296" y="5982247"/>
                  </a:lnTo>
                  <a:lnTo>
                    <a:pt x="514421" y="5982247"/>
                  </a:lnTo>
                  <a:lnTo>
                    <a:pt x="514547" y="5982247"/>
                  </a:lnTo>
                  <a:lnTo>
                    <a:pt x="514672" y="5982247"/>
                  </a:lnTo>
                  <a:lnTo>
                    <a:pt x="514797" y="5982247"/>
                  </a:lnTo>
                  <a:lnTo>
                    <a:pt x="514922" y="5982247"/>
                  </a:lnTo>
                  <a:lnTo>
                    <a:pt x="515047" y="5982247"/>
                  </a:lnTo>
                  <a:lnTo>
                    <a:pt x="515172" y="5982247"/>
                  </a:lnTo>
                  <a:lnTo>
                    <a:pt x="515297" y="5982247"/>
                  </a:lnTo>
                  <a:lnTo>
                    <a:pt x="515422" y="5982247"/>
                  </a:lnTo>
                  <a:lnTo>
                    <a:pt x="515547" y="5982247"/>
                  </a:lnTo>
                  <a:lnTo>
                    <a:pt x="515672" y="5982247"/>
                  </a:lnTo>
                  <a:lnTo>
                    <a:pt x="515922" y="5982247"/>
                  </a:lnTo>
                  <a:lnTo>
                    <a:pt x="516047" y="5982247"/>
                  </a:lnTo>
                  <a:lnTo>
                    <a:pt x="516172" y="5982247"/>
                  </a:lnTo>
                  <a:lnTo>
                    <a:pt x="516297" y="5982247"/>
                  </a:lnTo>
                  <a:lnTo>
                    <a:pt x="516422" y="5982247"/>
                  </a:lnTo>
                  <a:lnTo>
                    <a:pt x="516547" y="5982247"/>
                  </a:lnTo>
                  <a:lnTo>
                    <a:pt x="516672" y="5982247"/>
                  </a:lnTo>
                  <a:lnTo>
                    <a:pt x="516922" y="5982247"/>
                  </a:lnTo>
                  <a:lnTo>
                    <a:pt x="517047" y="5982247"/>
                  </a:lnTo>
                  <a:lnTo>
                    <a:pt x="517172" y="5982247"/>
                  </a:lnTo>
                  <a:lnTo>
                    <a:pt x="517297" y="5982247"/>
                  </a:lnTo>
                  <a:lnTo>
                    <a:pt x="517422" y="5982247"/>
                  </a:lnTo>
                  <a:lnTo>
                    <a:pt x="517548" y="5982247"/>
                  </a:lnTo>
                  <a:lnTo>
                    <a:pt x="517673" y="5982247"/>
                  </a:lnTo>
                  <a:lnTo>
                    <a:pt x="517798" y="5982247"/>
                  </a:lnTo>
                  <a:lnTo>
                    <a:pt x="517923" y="5982247"/>
                  </a:lnTo>
                  <a:lnTo>
                    <a:pt x="518048" y="5982247"/>
                  </a:lnTo>
                  <a:lnTo>
                    <a:pt x="518548" y="5982247"/>
                  </a:lnTo>
                  <a:lnTo>
                    <a:pt x="518673" y="5982247"/>
                  </a:lnTo>
                  <a:lnTo>
                    <a:pt x="518798" y="5982247"/>
                  </a:lnTo>
                  <a:lnTo>
                    <a:pt x="518923" y="5982247"/>
                  </a:lnTo>
                  <a:lnTo>
                    <a:pt x="519048" y="5982247"/>
                  </a:lnTo>
                  <a:lnTo>
                    <a:pt x="519173" y="5982247"/>
                  </a:lnTo>
                  <a:lnTo>
                    <a:pt x="519298" y="5982247"/>
                  </a:lnTo>
                  <a:lnTo>
                    <a:pt x="519423" y="5982247"/>
                  </a:lnTo>
                  <a:lnTo>
                    <a:pt x="519548" y="5982247"/>
                  </a:lnTo>
                  <a:lnTo>
                    <a:pt x="519673" y="5982247"/>
                  </a:lnTo>
                  <a:lnTo>
                    <a:pt x="519923" y="5982247"/>
                  </a:lnTo>
                  <a:lnTo>
                    <a:pt x="520048" y="5982247"/>
                  </a:lnTo>
                  <a:lnTo>
                    <a:pt x="520173" y="5982247"/>
                  </a:lnTo>
                  <a:lnTo>
                    <a:pt x="520298" y="5982247"/>
                  </a:lnTo>
                  <a:lnTo>
                    <a:pt x="520423" y="5982247"/>
                  </a:lnTo>
                  <a:lnTo>
                    <a:pt x="520924" y="5982247"/>
                  </a:lnTo>
                  <a:lnTo>
                    <a:pt x="521049" y="5982247"/>
                  </a:lnTo>
                  <a:lnTo>
                    <a:pt x="521174" y="5982247"/>
                  </a:lnTo>
                  <a:lnTo>
                    <a:pt x="521299" y="5982247"/>
                  </a:lnTo>
                  <a:lnTo>
                    <a:pt x="521424" y="5982247"/>
                  </a:lnTo>
                  <a:lnTo>
                    <a:pt x="521674" y="5982247"/>
                  </a:lnTo>
                  <a:lnTo>
                    <a:pt x="521799" y="5982247"/>
                  </a:lnTo>
                  <a:lnTo>
                    <a:pt x="521924" y="5982247"/>
                  </a:lnTo>
                  <a:lnTo>
                    <a:pt x="522049" y="5982247"/>
                  </a:lnTo>
                  <a:lnTo>
                    <a:pt x="522174" y="5982247"/>
                  </a:lnTo>
                  <a:lnTo>
                    <a:pt x="522424" y="5982247"/>
                  </a:lnTo>
                  <a:lnTo>
                    <a:pt x="522549" y="5982247"/>
                  </a:lnTo>
                  <a:lnTo>
                    <a:pt x="522674" y="5982247"/>
                  </a:lnTo>
                  <a:lnTo>
                    <a:pt x="522799" y="5982247"/>
                  </a:lnTo>
                  <a:lnTo>
                    <a:pt x="522924" y="5982247"/>
                  </a:lnTo>
                  <a:lnTo>
                    <a:pt x="523049" y="5982247"/>
                  </a:lnTo>
                  <a:lnTo>
                    <a:pt x="523299" y="5982247"/>
                  </a:lnTo>
                  <a:lnTo>
                    <a:pt x="523424" y="5982247"/>
                  </a:lnTo>
                  <a:lnTo>
                    <a:pt x="523550" y="5982247"/>
                  </a:lnTo>
                  <a:lnTo>
                    <a:pt x="523925" y="5982247"/>
                  </a:lnTo>
                  <a:lnTo>
                    <a:pt x="524050" y="5982247"/>
                  </a:lnTo>
                  <a:lnTo>
                    <a:pt x="524300" y="5982247"/>
                  </a:lnTo>
                  <a:lnTo>
                    <a:pt x="524425" y="5982247"/>
                  </a:lnTo>
                  <a:lnTo>
                    <a:pt x="524550" y="5982247"/>
                  </a:lnTo>
                  <a:lnTo>
                    <a:pt x="524675" y="5982247"/>
                  </a:lnTo>
                  <a:lnTo>
                    <a:pt x="524800" y="5982247"/>
                  </a:lnTo>
                  <a:lnTo>
                    <a:pt x="525050" y="5982247"/>
                  </a:lnTo>
                  <a:lnTo>
                    <a:pt x="525175" y="5982247"/>
                  </a:lnTo>
                  <a:lnTo>
                    <a:pt x="525425" y="5982247"/>
                  </a:lnTo>
                  <a:lnTo>
                    <a:pt x="525550" y="5982247"/>
                  </a:lnTo>
                  <a:lnTo>
                    <a:pt x="525550" y="5972293"/>
                  </a:lnTo>
                  <a:lnTo>
                    <a:pt x="525675" y="5972293"/>
                  </a:lnTo>
                  <a:lnTo>
                    <a:pt x="525800" y="5972293"/>
                  </a:lnTo>
                  <a:lnTo>
                    <a:pt x="525925" y="5972293"/>
                  </a:lnTo>
                  <a:lnTo>
                    <a:pt x="526175" y="5972293"/>
                  </a:lnTo>
                  <a:lnTo>
                    <a:pt x="526425" y="5972293"/>
                  </a:lnTo>
                  <a:lnTo>
                    <a:pt x="526551" y="5972293"/>
                  </a:lnTo>
                  <a:lnTo>
                    <a:pt x="526676" y="5972293"/>
                  </a:lnTo>
                  <a:lnTo>
                    <a:pt x="526801" y="5972293"/>
                  </a:lnTo>
                  <a:lnTo>
                    <a:pt x="526926" y="5972293"/>
                  </a:lnTo>
                  <a:lnTo>
                    <a:pt x="527051" y="5972293"/>
                  </a:lnTo>
                  <a:lnTo>
                    <a:pt x="527301" y="5972293"/>
                  </a:lnTo>
                  <a:lnTo>
                    <a:pt x="527426" y="5972293"/>
                  </a:lnTo>
                  <a:lnTo>
                    <a:pt x="527551" y="5972293"/>
                  </a:lnTo>
                  <a:lnTo>
                    <a:pt x="527676" y="5972293"/>
                  </a:lnTo>
                  <a:lnTo>
                    <a:pt x="527801" y="5962339"/>
                  </a:lnTo>
                  <a:lnTo>
                    <a:pt x="528176" y="5962339"/>
                  </a:lnTo>
                  <a:lnTo>
                    <a:pt x="528301" y="5962339"/>
                  </a:lnTo>
                  <a:lnTo>
                    <a:pt x="528426" y="5962339"/>
                  </a:lnTo>
                  <a:lnTo>
                    <a:pt x="528551" y="5962339"/>
                  </a:lnTo>
                  <a:lnTo>
                    <a:pt x="528676" y="5962339"/>
                  </a:lnTo>
                  <a:lnTo>
                    <a:pt x="529051" y="5962339"/>
                  </a:lnTo>
                  <a:lnTo>
                    <a:pt x="529176" y="5962339"/>
                  </a:lnTo>
                  <a:lnTo>
                    <a:pt x="529301" y="5962339"/>
                  </a:lnTo>
                  <a:lnTo>
                    <a:pt x="529426" y="5962339"/>
                  </a:lnTo>
                  <a:lnTo>
                    <a:pt x="529552" y="5962339"/>
                  </a:lnTo>
                  <a:lnTo>
                    <a:pt x="529677" y="5962339"/>
                  </a:lnTo>
                  <a:lnTo>
                    <a:pt x="529802" y="5962339"/>
                  </a:lnTo>
                  <a:lnTo>
                    <a:pt x="529927" y="5962339"/>
                  </a:lnTo>
                  <a:lnTo>
                    <a:pt x="530052" y="5962339"/>
                  </a:lnTo>
                  <a:lnTo>
                    <a:pt x="530177" y="5962339"/>
                  </a:lnTo>
                  <a:lnTo>
                    <a:pt x="530302" y="5962339"/>
                  </a:lnTo>
                  <a:lnTo>
                    <a:pt x="530427" y="5962339"/>
                  </a:lnTo>
                  <a:lnTo>
                    <a:pt x="530677" y="5962339"/>
                  </a:lnTo>
                  <a:lnTo>
                    <a:pt x="530802" y="5962339"/>
                  </a:lnTo>
                  <a:lnTo>
                    <a:pt x="530927" y="5962339"/>
                  </a:lnTo>
                  <a:lnTo>
                    <a:pt x="531177" y="5962339"/>
                  </a:lnTo>
                  <a:lnTo>
                    <a:pt x="531302" y="5962339"/>
                  </a:lnTo>
                  <a:lnTo>
                    <a:pt x="531677" y="5962339"/>
                  </a:lnTo>
                  <a:lnTo>
                    <a:pt x="531802" y="5962339"/>
                  </a:lnTo>
                  <a:lnTo>
                    <a:pt x="531927" y="5962339"/>
                  </a:lnTo>
                  <a:lnTo>
                    <a:pt x="532052" y="5962339"/>
                  </a:lnTo>
                  <a:lnTo>
                    <a:pt x="532177" y="5962339"/>
                  </a:lnTo>
                  <a:lnTo>
                    <a:pt x="532302" y="5962339"/>
                  </a:lnTo>
                  <a:lnTo>
                    <a:pt x="532427" y="5962339"/>
                  </a:lnTo>
                  <a:lnTo>
                    <a:pt x="532553" y="5962339"/>
                  </a:lnTo>
                  <a:lnTo>
                    <a:pt x="532678" y="5962339"/>
                  </a:lnTo>
                  <a:lnTo>
                    <a:pt x="532803" y="5962339"/>
                  </a:lnTo>
                  <a:lnTo>
                    <a:pt x="532928" y="5962339"/>
                  </a:lnTo>
                  <a:lnTo>
                    <a:pt x="533053" y="5962339"/>
                  </a:lnTo>
                  <a:lnTo>
                    <a:pt x="533303" y="5962339"/>
                  </a:lnTo>
                  <a:lnTo>
                    <a:pt x="533428" y="5962339"/>
                  </a:lnTo>
                  <a:lnTo>
                    <a:pt x="533553" y="5962339"/>
                  </a:lnTo>
                  <a:lnTo>
                    <a:pt x="533678" y="5962339"/>
                  </a:lnTo>
                  <a:lnTo>
                    <a:pt x="533803" y="5962339"/>
                  </a:lnTo>
                  <a:lnTo>
                    <a:pt x="533928" y="5962339"/>
                  </a:lnTo>
                  <a:lnTo>
                    <a:pt x="534053" y="5962339"/>
                  </a:lnTo>
                  <a:lnTo>
                    <a:pt x="534178" y="5962339"/>
                  </a:lnTo>
                  <a:lnTo>
                    <a:pt x="534303" y="5962339"/>
                  </a:lnTo>
                  <a:lnTo>
                    <a:pt x="534428" y="5962339"/>
                  </a:lnTo>
                  <a:lnTo>
                    <a:pt x="534553" y="5962339"/>
                  </a:lnTo>
                  <a:lnTo>
                    <a:pt x="534678" y="5962339"/>
                  </a:lnTo>
                  <a:lnTo>
                    <a:pt x="534803" y="5962339"/>
                  </a:lnTo>
                  <a:lnTo>
                    <a:pt x="534928" y="5962339"/>
                  </a:lnTo>
                  <a:lnTo>
                    <a:pt x="535053" y="5962339"/>
                  </a:lnTo>
                  <a:lnTo>
                    <a:pt x="535178" y="5962339"/>
                  </a:lnTo>
                  <a:lnTo>
                    <a:pt x="535178" y="5952385"/>
                  </a:lnTo>
                  <a:lnTo>
                    <a:pt x="535303" y="5952385"/>
                  </a:lnTo>
                  <a:lnTo>
                    <a:pt x="535428" y="5952385"/>
                  </a:lnTo>
                  <a:lnTo>
                    <a:pt x="535554" y="5952385"/>
                  </a:lnTo>
                  <a:lnTo>
                    <a:pt x="535679" y="5952385"/>
                  </a:lnTo>
                  <a:lnTo>
                    <a:pt x="535929" y="5952385"/>
                  </a:lnTo>
                  <a:lnTo>
                    <a:pt x="536054" y="5952385"/>
                  </a:lnTo>
                  <a:lnTo>
                    <a:pt x="536179" y="5952385"/>
                  </a:lnTo>
                  <a:lnTo>
                    <a:pt x="536429" y="5952385"/>
                  </a:lnTo>
                  <a:lnTo>
                    <a:pt x="536554" y="5952385"/>
                  </a:lnTo>
                  <a:lnTo>
                    <a:pt x="536679" y="5952385"/>
                  </a:lnTo>
                  <a:lnTo>
                    <a:pt x="536804" y="5952385"/>
                  </a:lnTo>
                  <a:lnTo>
                    <a:pt x="536929" y="5952385"/>
                  </a:lnTo>
                  <a:lnTo>
                    <a:pt x="537179" y="5952385"/>
                  </a:lnTo>
                  <a:lnTo>
                    <a:pt x="537304" y="5952385"/>
                  </a:lnTo>
                  <a:lnTo>
                    <a:pt x="537554" y="5952385"/>
                  </a:lnTo>
                  <a:lnTo>
                    <a:pt x="537679" y="5952385"/>
                  </a:lnTo>
                  <a:lnTo>
                    <a:pt x="537804" y="5952385"/>
                  </a:lnTo>
                  <a:lnTo>
                    <a:pt x="537929" y="5952385"/>
                  </a:lnTo>
                  <a:lnTo>
                    <a:pt x="538054" y="5952385"/>
                  </a:lnTo>
                  <a:lnTo>
                    <a:pt x="538179" y="5952385"/>
                  </a:lnTo>
                  <a:lnTo>
                    <a:pt x="538304" y="5952385"/>
                  </a:lnTo>
                  <a:lnTo>
                    <a:pt x="538304" y="5942432"/>
                  </a:lnTo>
                  <a:lnTo>
                    <a:pt x="538429" y="5942432"/>
                  </a:lnTo>
                  <a:lnTo>
                    <a:pt x="538555" y="5942432"/>
                  </a:lnTo>
                  <a:lnTo>
                    <a:pt x="538680" y="5942432"/>
                  </a:lnTo>
                  <a:lnTo>
                    <a:pt x="538805" y="5942432"/>
                  </a:lnTo>
                  <a:lnTo>
                    <a:pt x="538930" y="5942432"/>
                  </a:lnTo>
                  <a:lnTo>
                    <a:pt x="539055" y="5942432"/>
                  </a:lnTo>
                  <a:lnTo>
                    <a:pt x="539180" y="5942432"/>
                  </a:lnTo>
                  <a:lnTo>
                    <a:pt x="539305" y="5942432"/>
                  </a:lnTo>
                  <a:lnTo>
                    <a:pt x="539430" y="5942432"/>
                  </a:lnTo>
                  <a:lnTo>
                    <a:pt x="539555" y="5942432"/>
                  </a:lnTo>
                  <a:lnTo>
                    <a:pt x="539680" y="5942432"/>
                  </a:lnTo>
                  <a:lnTo>
                    <a:pt x="539805" y="5942432"/>
                  </a:lnTo>
                  <a:lnTo>
                    <a:pt x="539930" y="5942432"/>
                  </a:lnTo>
                  <a:lnTo>
                    <a:pt x="540055" y="5942432"/>
                  </a:lnTo>
                  <a:lnTo>
                    <a:pt x="540180" y="5942432"/>
                  </a:lnTo>
                  <a:lnTo>
                    <a:pt x="540305" y="5942432"/>
                  </a:lnTo>
                  <a:lnTo>
                    <a:pt x="540555" y="5942432"/>
                  </a:lnTo>
                  <a:lnTo>
                    <a:pt x="540680" y="5942432"/>
                  </a:lnTo>
                  <a:lnTo>
                    <a:pt x="540805" y="5942432"/>
                  </a:lnTo>
                  <a:lnTo>
                    <a:pt x="540930" y="5942432"/>
                  </a:lnTo>
                  <a:lnTo>
                    <a:pt x="541055" y="5942432"/>
                  </a:lnTo>
                  <a:lnTo>
                    <a:pt x="541305" y="5942432"/>
                  </a:lnTo>
                  <a:lnTo>
                    <a:pt x="541430" y="5942432"/>
                  </a:lnTo>
                  <a:lnTo>
                    <a:pt x="541556" y="5942432"/>
                  </a:lnTo>
                  <a:lnTo>
                    <a:pt x="541681" y="5942432"/>
                  </a:lnTo>
                  <a:lnTo>
                    <a:pt x="541806" y="5942432"/>
                  </a:lnTo>
                  <a:lnTo>
                    <a:pt x="541931" y="5942432"/>
                  </a:lnTo>
                  <a:lnTo>
                    <a:pt x="542056" y="5942432"/>
                  </a:lnTo>
                  <a:lnTo>
                    <a:pt x="542306" y="5942432"/>
                  </a:lnTo>
                  <a:lnTo>
                    <a:pt x="542431" y="5942432"/>
                  </a:lnTo>
                  <a:lnTo>
                    <a:pt x="542556" y="5942432"/>
                  </a:lnTo>
                  <a:lnTo>
                    <a:pt x="542556" y="5932478"/>
                  </a:lnTo>
                  <a:lnTo>
                    <a:pt x="542681" y="5932478"/>
                  </a:lnTo>
                  <a:lnTo>
                    <a:pt x="542806" y="5932478"/>
                  </a:lnTo>
                  <a:lnTo>
                    <a:pt x="542931" y="5932478"/>
                  </a:lnTo>
                  <a:lnTo>
                    <a:pt x="543181" y="5932478"/>
                  </a:lnTo>
                  <a:lnTo>
                    <a:pt x="543306" y="5932478"/>
                  </a:lnTo>
                  <a:lnTo>
                    <a:pt x="543431" y="5932478"/>
                  </a:lnTo>
                  <a:lnTo>
                    <a:pt x="543556" y="5932478"/>
                  </a:lnTo>
                  <a:lnTo>
                    <a:pt x="543681" y="5932478"/>
                  </a:lnTo>
                  <a:lnTo>
                    <a:pt x="543806" y="5932478"/>
                  </a:lnTo>
                  <a:lnTo>
                    <a:pt x="543931" y="5932478"/>
                  </a:lnTo>
                  <a:lnTo>
                    <a:pt x="544056" y="5932478"/>
                  </a:lnTo>
                  <a:lnTo>
                    <a:pt x="544181" y="5932478"/>
                  </a:lnTo>
                  <a:lnTo>
                    <a:pt x="544306" y="5932478"/>
                  </a:lnTo>
                  <a:lnTo>
                    <a:pt x="544432" y="5932478"/>
                  </a:lnTo>
                  <a:lnTo>
                    <a:pt x="544557" y="5932478"/>
                  </a:lnTo>
                  <a:lnTo>
                    <a:pt x="544932" y="5932478"/>
                  </a:lnTo>
                  <a:lnTo>
                    <a:pt x="545057" y="5932478"/>
                  </a:lnTo>
                  <a:lnTo>
                    <a:pt x="545182" y="5932478"/>
                  </a:lnTo>
                  <a:lnTo>
                    <a:pt x="545432" y="5932478"/>
                  </a:lnTo>
                  <a:lnTo>
                    <a:pt x="545682" y="5932478"/>
                  </a:lnTo>
                  <a:lnTo>
                    <a:pt x="545807" y="5932478"/>
                  </a:lnTo>
                  <a:lnTo>
                    <a:pt x="545932" y="5932478"/>
                  </a:lnTo>
                  <a:lnTo>
                    <a:pt x="546057" y="5932478"/>
                  </a:lnTo>
                  <a:lnTo>
                    <a:pt x="546182" y="5932478"/>
                  </a:lnTo>
                  <a:lnTo>
                    <a:pt x="546307" y="5932478"/>
                  </a:lnTo>
                  <a:lnTo>
                    <a:pt x="546432" y="5932478"/>
                  </a:lnTo>
                  <a:lnTo>
                    <a:pt x="546557" y="5932478"/>
                  </a:lnTo>
                  <a:lnTo>
                    <a:pt x="547558" y="5932478"/>
                  </a:lnTo>
                  <a:lnTo>
                    <a:pt x="547683" y="5932478"/>
                  </a:lnTo>
                  <a:lnTo>
                    <a:pt x="547808" y="5932478"/>
                  </a:lnTo>
                  <a:lnTo>
                    <a:pt x="547933" y="5932478"/>
                  </a:lnTo>
                  <a:lnTo>
                    <a:pt x="548058" y="5932478"/>
                  </a:lnTo>
                  <a:lnTo>
                    <a:pt x="548183" y="5932478"/>
                  </a:lnTo>
                  <a:lnTo>
                    <a:pt x="548308" y="5932478"/>
                  </a:lnTo>
                  <a:lnTo>
                    <a:pt x="548433" y="5932478"/>
                  </a:lnTo>
                  <a:lnTo>
                    <a:pt x="548558" y="5932478"/>
                  </a:lnTo>
                  <a:lnTo>
                    <a:pt x="548683" y="5932478"/>
                  </a:lnTo>
                  <a:lnTo>
                    <a:pt x="548808" y="5932478"/>
                  </a:lnTo>
                  <a:lnTo>
                    <a:pt x="549058" y="5932478"/>
                  </a:lnTo>
                  <a:lnTo>
                    <a:pt x="549183" y="5932478"/>
                  </a:lnTo>
                  <a:lnTo>
                    <a:pt x="549308" y="5932478"/>
                  </a:lnTo>
                  <a:lnTo>
                    <a:pt x="549683" y="5932478"/>
                  </a:lnTo>
                  <a:lnTo>
                    <a:pt x="549808" y="5932478"/>
                  </a:lnTo>
                  <a:lnTo>
                    <a:pt x="549933" y="5932478"/>
                  </a:lnTo>
                  <a:lnTo>
                    <a:pt x="550183" y="5932478"/>
                  </a:lnTo>
                  <a:lnTo>
                    <a:pt x="550684" y="5932478"/>
                  </a:lnTo>
                  <a:lnTo>
                    <a:pt x="550809" y="5932478"/>
                  </a:lnTo>
                  <a:lnTo>
                    <a:pt x="551059" y="5932478"/>
                  </a:lnTo>
                  <a:lnTo>
                    <a:pt x="551434" y="5932478"/>
                  </a:lnTo>
                  <a:lnTo>
                    <a:pt x="551559" y="5932478"/>
                  </a:lnTo>
                  <a:lnTo>
                    <a:pt x="551684" y="5932478"/>
                  </a:lnTo>
                  <a:lnTo>
                    <a:pt x="551809" y="5932478"/>
                  </a:lnTo>
                  <a:lnTo>
                    <a:pt x="552059" y="5932478"/>
                  </a:lnTo>
                  <a:lnTo>
                    <a:pt x="552184" y="5932478"/>
                  </a:lnTo>
                  <a:lnTo>
                    <a:pt x="552309" y="5932478"/>
                  </a:lnTo>
                  <a:lnTo>
                    <a:pt x="552434" y="5932478"/>
                  </a:lnTo>
                  <a:lnTo>
                    <a:pt x="552559" y="5932478"/>
                  </a:lnTo>
                  <a:lnTo>
                    <a:pt x="552684" y="5932478"/>
                  </a:lnTo>
                  <a:lnTo>
                    <a:pt x="552809" y="5932478"/>
                  </a:lnTo>
                  <a:lnTo>
                    <a:pt x="553059" y="5932478"/>
                  </a:lnTo>
                  <a:lnTo>
                    <a:pt x="553184" y="5932478"/>
                  </a:lnTo>
                  <a:lnTo>
                    <a:pt x="553309" y="5932478"/>
                  </a:lnTo>
                  <a:lnTo>
                    <a:pt x="553435" y="5932478"/>
                  </a:lnTo>
                  <a:lnTo>
                    <a:pt x="553685" y="5932478"/>
                  </a:lnTo>
                  <a:lnTo>
                    <a:pt x="553935" y="5932478"/>
                  </a:lnTo>
                  <a:lnTo>
                    <a:pt x="554060" y="5932478"/>
                  </a:lnTo>
                  <a:lnTo>
                    <a:pt x="554185" y="5932478"/>
                  </a:lnTo>
                  <a:lnTo>
                    <a:pt x="554310" y="5932478"/>
                  </a:lnTo>
                  <a:lnTo>
                    <a:pt x="554435" y="5932478"/>
                  </a:lnTo>
                  <a:lnTo>
                    <a:pt x="554560" y="5932478"/>
                  </a:lnTo>
                  <a:lnTo>
                    <a:pt x="554685" y="5932478"/>
                  </a:lnTo>
                  <a:lnTo>
                    <a:pt x="554810" y="5932478"/>
                  </a:lnTo>
                  <a:lnTo>
                    <a:pt x="554935" y="5932478"/>
                  </a:lnTo>
                  <a:lnTo>
                    <a:pt x="555060" y="5932478"/>
                  </a:lnTo>
                  <a:lnTo>
                    <a:pt x="555310" y="5932478"/>
                  </a:lnTo>
                  <a:lnTo>
                    <a:pt x="555435" y="5932478"/>
                  </a:lnTo>
                  <a:lnTo>
                    <a:pt x="555560" y="5932478"/>
                  </a:lnTo>
                  <a:lnTo>
                    <a:pt x="555810" y="5932478"/>
                  </a:lnTo>
                  <a:lnTo>
                    <a:pt x="555935" y="5932478"/>
                  </a:lnTo>
                  <a:lnTo>
                    <a:pt x="556060" y="5932478"/>
                  </a:lnTo>
                  <a:lnTo>
                    <a:pt x="556185" y="5932478"/>
                  </a:lnTo>
                  <a:lnTo>
                    <a:pt x="556310" y="5932478"/>
                  </a:lnTo>
                  <a:lnTo>
                    <a:pt x="556561" y="5932478"/>
                  </a:lnTo>
                  <a:lnTo>
                    <a:pt x="556686" y="5932478"/>
                  </a:lnTo>
                  <a:lnTo>
                    <a:pt x="556811" y="5932478"/>
                  </a:lnTo>
                  <a:lnTo>
                    <a:pt x="556936" y="5932478"/>
                  </a:lnTo>
                  <a:lnTo>
                    <a:pt x="557186" y="5932478"/>
                  </a:lnTo>
                  <a:lnTo>
                    <a:pt x="557311" y="5932478"/>
                  </a:lnTo>
                  <a:lnTo>
                    <a:pt x="557561" y="5932478"/>
                  </a:lnTo>
                  <a:lnTo>
                    <a:pt x="557686" y="5932478"/>
                  </a:lnTo>
                  <a:lnTo>
                    <a:pt x="557811" y="5932478"/>
                  </a:lnTo>
                  <a:lnTo>
                    <a:pt x="557936" y="5932478"/>
                  </a:lnTo>
                  <a:lnTo>
                    <a:pt x="558061" y="5932478"/>
                  </a:lnTo>
                  <a:lnTo>
                    <a:pt x="558186" y="5932478"/>
                  </a:lnTo>
                  <a:lnTo>
                    <a:pt x="558311" y="5932478"/>
                  </a:lnTo>
                  <a:lnTo>
                    <a:pt x="558436" y="5932478"/>
                  </a:lnTo>
                  <a:lnTo>
                    <a:pt x="558561" y="5932478"/>
                  </a:lnTo>
                  <a:lnTo>
                    <a:pt x="558686" y="5932478"/>
                  </a:lnTo>
                  <a:lnTo>
                    <a:pt x="558811" y="5932478"/>
                  </a:lnTo>
                  <a:lnTo>
                    <a:pt x="558936" y="5932478"/>
                  </a:lnTo>
                  <a:lnTo>
                    <a:pt x="559061" y="5932478"/>
                  </a:lnTo>
                  <a:lnTo>
                    <a:pt x="559186" y="5932478"/>
                  </a:lnTo>
                  <a:lnTo>
                    <a:pt x="559311" y="5932478"/>
                  </a:lnTo>
                  <a:lnTo>
                    <a:pt x="559437" y="5932478"/>
                  </a:lnTo>
                  <a:lnTo>
                    <a:pt x="559562" y="5932478"/>
                  </a:lnTo>
                  <a:lnTo>
                    <a:pt x="559687" y="5932478"/>
                  </a:lnTo>
                  <a:lnTo>
                    <a:pt x="559812" y="5932478"/>
                  </a:lnTo>
                  <a:lnTo>
                    <a:pt x="559937" y="5932478"/>
                  </a:lnTo>
                  <a:lnTo>
                    <a:pt x="560062" y="5932478"/>
                  </a:lnTo>
                  <a:lnTo>
                    <a:pt x="560312" y="5932478"/>
                  </a:lnTo>
                  <a:lnTo>
                    <a:pt x="560437" y="5932478"/>
                  </a:lnTo>
                  <a:lnTo>
                    <a:pt x="560562" y="5932478"/>
                  </a:lnTo>
                  <a:lnTo>
                    <a:pt x="560687" y="5932478"/>
                  </a:lnTo>
                  <a:lnTo>
                    <a:pt x="560812" y="5932478"/>
                  </a:lnTo>
                  <a:lnTo>
                    <a:pt x="560937" y="5932478"/>
                  </a:lnTo>
                  <a:lnTo>
                    <a:pt x="561062" y="5932478"/>
                  </a:lnTo>
                  <a:lnTo>
                    <a:pt x="561187" y="5932478"/>
                  </a:lnTo>
                  <a:lnTo>
                    <a:pt x="561312" y="5932478"/>
                  </a:lnTo>
                  <a:lnTo>
                    <a:pt x="561437" y="5932478"/>
                  </a:lnTo>
                  <a:lnTo>
                    <a:pt x="561562" y="5932478"/>
                  </a:lnTo>
                  <a:lnTo>
                    <a:pt x="561687" y="5932478"/>
                  </a:lnTo>
                  <a:lnTo>
                    <a:pt x="561812" y="5932478"/>
                  </a:lnTo>
                  <a:lnTo>
                    <a:pt x="562062" y="5932478"/>
                  </a:lnTo>
                  <a:lnTo>
                    <a:pt x="562187" y="5932478"/>
                  </a:lnTo>
                  <a:lnTo>
                    <a:pt x="562438" y="5932478"/>
                  </a:lnTo>
                  <a:lnTo>
                    <a:pt x="562563" y="5932478"/>
                  </a:lnTo>
                  <a:lnTo>
                    <a:pt x="562688" y="5932478"/>
                  </a:lnTo>
                  <a:lnTo>
                    <a:pt x="562813" y="5932478"/>
                  </a:lnTo>
                  <a:lnTo>
                    <a:pt x="562938" y="5932478"/>
                  </a:lnTo>
                  <a:lnTo>
                    <a:pt x="563188" y="5932478"/>
                  </a:lnTo>
                  <a:lnTo>
                    <a:pt x="563313" y="5932478"/>
                  </a:lnTo>
                  <a:lnTo>
                    <a:pt x="563438" y="5932478"/>
                  </a:lnTo>
                  <a:lnTo>
                    <a:pt x="563813" y="5932478"/>
                  </a:lnTo>
                  <a:lnTo>
                    <a:pt x="563938" y="5932478"/>
                  </a:lnTo>
                  <a:lnTo>
                    <a:pt x="564063" y="5932478"/>
                  </a:lnTo>
                  <a:lnTo>
                    <a:pt x="564188" y="5932478"/>
                  </a:lnTo>
                  <a:lnTo>
                    <a:pt x="564313" y="5932478"/>
                  </a:lnTo>
                  <a:lnTo>
                    <a:pt x="564438" y="5932478"/>
                  </a:lnTo>
                  <a:lnTo>
                    <a:pt x="564563" y="5932478"/>
                  </a:lnTo>
                  <a:lnTo>
                    <a:pt x="564688" y="5932478"/>
                  </a:lnTo>
                  <a:lnTo>
                    <a:pt x="564813" y="5932478"/>
                  </a:lnTo>
                  <a:lnTo>
                    <a:pt x="564938" y="5932478"/>
                  </a:lnTo>
                  <a:lnTo>
                    <a:pt x="565063" y="5932478"/>
                  </a:lnTo>
                  <a:lnTo>
                    <a:pt x="565188" y="5932478"/>
                  </a:lnTo>
                  <a:lnTo>
                    <a:pt x="565313" y="5932478"/>
                  </a:lnTo>
                  <a:lnTo>
                    <a:pt x="565439" y="5932478"/>
                  </a:lnTo>
                  <a:lnTo>
                    <a:pt x="565564" y="5922524"/>
                  </a:lnTo>
                  <a:lnTo>
                    <a:pt x="565689" y="5922524"/>
                  </a:lnTo>
                  <a:lnTo>
                    <a:pt x="565939" y="5922524"/>
                  </a:lnTo>
                  <a:lnTo>
                    <a:pt x="566189" y="5922524"/>
                  </a:lnTo>
                  <a:lnTo>
                    <a:pt x="566439" y="5922524"/>
                  </a:lnTo>
                  <a:lnTo>
                    <a:pt x="566564" y="5922524"/>
                  </a:lnTo>
                  <a:lnTo>
                    <a:pt x="566689" y="5912570"/>
                  </a:lnTo>
                  <a:lnTo>
                    <a:pt x="566814" y="5912570"/>
                  </a:lnTo>
                  <a:lnTo>
                    <a:pt x="566939" y="5912570"/>
                  </a:lnTo>
                  <a:lnTo>
                    <a:pt x="567064" y="5912570"/>
                  </a:lnTo>
                  <a:lnTo>
                    <a:pt x="567189" y="5912570"/>
                  </a:lnTo>
                  <a:lnTo>
                    <a:pt x="567439" y="5912570"/>
                  </a:lnTo>
                  <a:lnTo>
                    <a:pt x="567564" y="5912570"/>
                  </a:lnTo>
                  <a:lnTo>
                    <a:pt x="567689" y="5912570"/>
                  </a:lnTo>
                  <a:lnTo>
                    <a:pt x="568064" y="5912570"/>
                  </a:lnTo>
                  <a:lnTo>
                    <a:pt x="568314" y="5912570"/>
                  </a:lnTo>
                  <a:lnTo>
                    <a:pt x="568440" y="5912570"/>
                  </a:lnTo>
                  <a:lnTo>
                    <a:pt x="568565" y="5912570"/>
                  </a:lnTo>
                  <a:lnTo>
                    <a:pt x="568690" y="5912570"/>
                  </a:lnTo>
                  <a:lnTo>
                    <a:pt x="568815" y="5912570"/>
                  </a:lnTo>
                  <a:lnTo>
                    <a:pt x="568940" y="5912570"/>
                  </a:lnTo>
                  <a:lnTo>
                    <a:pt x="569065" y="5912570"/>
                  </a:lnTo>
                  <a:lnTo>
                    <a:pt x="569190" y="5912570"/>
                  </a:lnTo>
                  <a:lnTo>
                    <a:pt x="569315" y="5912570"/>
                  </a:lnTo>
                  <a:lnTo>
                    <a:pt x="569440" y="5912570"/>
                  </a:lnTo>
                  <a:lnTo>
                    <a:pt x="569565" y="5912570"/>
                  </a:lnTo>
                  <a:lnTo>
                    <a:pt x="569690" y="5912570"/>
                  </a:lnTo>
                  <a:lnTo>
                    <a:pt x="569815" y="5912570"/>
                  </a:lnTo>
                  <a:lnTo>
                    <a:pt x="569940" y="5912570"/>
                  </a:lnTo>
                  <a:lnTo>
                    <a:pt x="570065" y="5912570"/>
                  </a:lnTo>
                  <a:lnTo>
                    <a:pt x="570190" y="5912570"/>
                  </a:lnTo>
                  <a:lnTo>
                    <a:pt x="570315" y="5912570"/>
                  </a:lnTo>
                  <a:lnTo>
                    <a:pt x="570565" y="5912570"/>
                  </a:lnTo>
                  <a:lnTo>
                    <a:pt x="570690" y="5912570"/>
                  </a:lnTo>
                  <a:lnTo>
                    <a:pt x="570815" y="5912570"/>
                  </a:lnTo>
                  <a:lnTo>
                    <a:pt x="571065" y="5912570"/>
                  </a:lnTo>
                  <a:lnTo>
                    <a:pt x="571190" y="5912570"/>
                  </a:lnTo>
                  <a:lnTo>
                    <a:pt x="571315" y="5912570"/>
                  </a:lnTo>
                  <a:lnTo>
                    <a:pt x="571315" y="5902616"/>
                  </a:lnTo>
                  <a:lnTo>
                    <a:pt x="571441" y="5902616"/>
                  </a:lnTo>
                  <a:lnTo>
                    <a:pt x="571566" y="5902616"/>
                  </a:lnTo>
                  <a:lnTo>
                    <a:pt x="571566" y="5892663"/>
                  </a:lnTo>
                  <a:lnTo>
                    <a:pt x="571691" y="5892663"/>
                  </a:lnTo>
                  <a:lnTo>
                    <a:pt x="571816" y="5892663"/>
                  </a:lnTo>
                  <a:lnTo>
                    <a:pt x="571941" y="5892663"/>
                  </a:lnTo>
                  <a:lnTo>
                    <a:pt x="572066" y="5892663"/>
                  </a:lnTo>
                  <a:lnTo>
                    <a:pt x="572191" y="5892663"/>
                  </a:lnTo>
                  <a:lnTo>
                    <a:pt x="572316" y="5892663"/>
                  </a:lnTo>
                  <a:lnTo>
                    <a:pt x="572441" y="5892663"/>
                  </a:lnTo>
                  <a:lnTo>
                    <a:pt x="572566" y="5892663"/>
                  </a:lnTo>
                  <a:lnTo>
                    <a:pt x="572691" y="5892663"/>
                  </a:lnTo>
                  <a:lnTo>
                    <a:pt x="572816" y="5892663"/>
                  </a:lnTo>
                  <a:lnTo>
                    <a:pt x="572941" y="5892663"/>
                  </a:lnTo>
                  <a:lnTo>
                    <a:pt x="573441" y="5892663"/>
                  </a:lnTo>
                  <a:lnTo>
                    <a:pt x="573566" y="5892663"/>
                  </a:lnTo>
                  <a:lnTo>
                    <a:pt x="573691" y="5892663"/>
                  </a:lnTo>
                  <a:lnTo>
                    <a:pt x="573816" y="5892663"/>
                  </a:lnTo>
                  <a:lnTo>
                    <a:pt x="573941" y="5892663"/>
                  </a:lnTo>
                  <a:lnTo>
                    <a:pt x="574066" y="5892663"/>
                  </a:lnTo>
                  <a:lnTo>
                    <a:pt x="574316" y="5892663"/>
                  </a:lnTo>
                  <a:lnTo>
                    <a:pt x="574442" y="5892663"/>
                  </a:lnTo>
                  <a:lnTo>
                    <a:pt x="574567" y="5892663"/>
                  </a:lnTo>
                  <a:lnTo>
                    <a:pt x="574692" y="5892663"/>
                  </a:lnTo>
                  <a:lnTo>
                    <a:pt x="574942" y="5892663"/>
                  </a:lnTo>
                  <a:lnTo>
                    <a:pt x="575067" y="5892663"/>
                  </a:lnTo>
                  <a:lnTo>
                    <a:pt x="575192" y="5892663"/>
                  </a:lnTo>
                  <a:lnTo>
                    <a:pt x="575317" y="5882709"/>
                  </a:lnTo>
                  <a:lnTo>
                    <a:pt x="575442" y="5882709"/>
                  </a:lnTo>
                  <a:lnTo>
                    <a:pt x="575567" y="5882709"/>
                  </a:lnTo>
                  <a:lnTo>
                    <a:pt x="575942" y="5882709"/>
                  </a:lnTo>
                  <a:lnTo>
                    <a:pt x="576067" y="5882709"/>
                  </a:lnTo>
                  <a:lnTo>
                    <a:pt x="576192" y="5882709"/>
                  </a:lnTo>
                  <a:lnTo>
                    <a:pt x="576317" y="5882709"/>
                  </a:lnTo>
                  <a:lnTo>
                    <a:pt x="576442" y="5882709"/>
                  </a:lnTo>
                  <a:lnTo>
                    <a:pt x="576567" y="5882709"/>
                  </a:lnTo>
                  <a:lnTo>
                    <a:pt x="576942" y="5882709"/>
                  </a:lnTo>
                  <a:lnTo>
                    <a:pt x="577317" y="5882709"/>
                  </a:lnTo>
                  <a:lnTo>
                    <a:pt x="577443" y="5882709"/>
                  </a:lnTo>
                  <a:lnTo>
                    <a:pt x="577568" y="5882709"/>
                  </a:lnTo>
                  <a:lnTo>
                    <a:pt x="577818" y="5882709"/>
                  </a:lnTo>
                  <a:lnTo>
                    <a:pt x="577943" y="5882709"/>
                  </a:lnTo>
                  <a:lnTo>
                    <a:pt x="578068" y="5882709"/>
                  </a:lnTo>
                  <a:lnTo>
                    <a:pt x="578193" y="5882709"/>
                  </a:lnTo>
                  <a:lnTo>
                    <a:pt x="578443" y="5882709"/>
                  </a:lnTo>
                  <a:lnTo>
                    <a:pt x="578568" y="5882709"/>
                  </a:lnTo>
                  <a:lnTo>
                    <a:pt x="578693" y="5882709"/>
                  </a:lnTo>
                  <a:lnTo>
                    <a:pt x="578693" y="5872755"/>
                  </a:lnTo>
                  <a:lnTo>
                    <a:pt x="579068" y="5872755"/>
                  </a:lnTo>
                  <a:lnTo>
                    <a:pt x="579193" y="5872755"/>
                  </a:lnTo>
                  <a:lnTo>
                    <a:pt x="579318" y="5872755"/>
                  </a:lnTo>
                  <a:lnTo>
                    <a:pt x="579443" y="5872755"/>
                  </a:lnTo>
                  <a:lnTo>
                    <a:pt x="579693" y="5872755"/>
                  </a:lnTo>
                  <a:lnTo>
                    <a:pt x="579818" y="5872755"/>
                  </a:lnTo>
                  <a:lnTo>
                    <a:pt x="580068" y="5872755"/>
                  </a:lnTo>
                  <a:lnTo>
                    <a:pt x="580193" y="5872755"/>
                  </a:lnTo>
                  <a:lnTo>
                    <a:pt x="580318" y="5872755"/>
                  </a:lnTo>
                  <a:lnTo>
                    <a:pt x="580444" y="5872755"/>
                  </a:lnTo>
                  <a:lnTo>
                    <a:pt x="580569" y="5872755"/>
                  </a:lnTo>
                  <a:lnTo>
                    <a:pt x="580694" y="5872755"/>
                  </a:lnTo>
                  <a:lnTo>
                    <a:pt x="580944" y="5872755"/>
                  </a:lnTo>
                  <a:lnTo>
                    <a:pt x="581069" y="5872755"/>
                  </a:lnTo>
                  <a:lnTo>
                    <a:pt x="581194" y="5872755"/>
                  </a:lnTo>
                  <a:lnTo>
                    <a:pt x="581319" y="5872755"/>
                  </a:lnTo>
                  <a:lnTo>
                    <a:pt x="581444" y="5872755"/>
                  </a:lnTo>
                  <a:lnTo>
                    <a:pt x="581569" y="5872755"/>
                  </a:lnTo>
                  <a:lnTo>
                    <a:pt x="581819" y="5872755"/>
                  </a:lnTo>
                  <a:lnTo>
                    <a:pt x="581944" y="5872755"/>
                  </a:lnTo>
                  <a:lnTo>
                    <a:pt x="582069" y="5872755"/>
                  </a:lnTo>
                  <a:lnTo>
                    <a:pt x="582444" y="5872755"/>
                  </a:lnTo>
                  <a:lnTo>
                    <a:pt x="582694" y="5872755"/>
                  </a:lnTo>
                  <a:lnTo>
                    <a:pt x="583069" y="5872755"/>
                  </a:lnTo>
                  <a:lnTo>
                    <a:pt x="583194" y="5862801"/>
                  </a:lnTo>
                  <a:lnTo>
                    <a:pt x="583320" y="5862801"/>
                  </a:lnTo>
                  <a:lnTo>
                    <a:pt x="583570" y="5862801"/>
                  </a:lnTo>
                  <a:lnTo>
                    <a:pt x="583695" y="5862801"/>
                  </a:lnTo>
                  <a:lnTo>
                    <a:pt x="583820" y="5862801"/>
                  </a:lnTo>
                  <a:lnTo>
                    <a:pt x="584070" y="5862801"/>
                  </a:lnTo>
                  <a:lnTo>
                    <a:pt x="584195" y="5862801"/>
                  </a:lnTo>
                  <a:lnTo>
                    <a:pt x="584320" y="5862801"/>
                  </a:lnTo>
                  <a:lnTo>
                    <a:pt x="584445" y="5862801"/>
                  </a:lnTo>
                  <a:lnTo>
                    <a:pt x="584695" y="5862801"/>
                  </a:lnTo>
                  <a:lnTo>
                    <a:pt x="584820" y="5862801"/>
                  </a:lnTo>
                  <a:lnTo>
                    <a:pt x="584945" y="5862801"/>
                  </a:lnTo>
                  <a:lnTo>
                    <a:pt x="585070" y="5862801"/>
                  </a:lnTo>
                  <a:lnTo>
                    <a:pt x="585195" y="5862801"/>
                  </a:lnTo>
                  <a:lnTo>
                    <a:pt x="585320" y="5862801"/>
                  </a:lnTo>
                  <a:lnTo>
                    <a:pt x="585445" y="5862801"/>
                  </a:lnTo>
                  <a:lnTo>
                    <a:pt x="585695" y="5862801"/>
                  </a:lnTo>
                  <a:lnTo>
                    <a:pt x="585820" y="5862801"/>
                  </a:lnTo>
                  <a:lnTo>
                    <a:pt x="585945" y="5862801"/>
                  </a:lnTo>
                  <a:lnTo>
                    <a:pt x="586070" y="5862801"/>
                  </a:lnTo>
                  <a:lnTo>
                    <a:pt x="586195" y="5862801"/>
                  </a:lnTo>
                  <a:lnTo>
                    <a:pt x="586195" y="5852847"/>
                  </a:lnTo>
                  <a:lnTo>
                    <a:pt x="586571" y="5852847"/>
                  </a:lnTo>
                  <a:lnTo>
                    <a:pt x="586821" y="5852847"/>
                  </a:lnTo>
                  <a:lnTo>
                    <a:pt x="586946" y="5852847"/>
                  </a:lnTo>
                  <a:lnTo>
                    <a:pt x="587071" y="5852847"/>
                  </a:lnTo>
                  <a:lnTo>
                    <a:pt x="587196" y="5852847"/>
                  </a:lnTo>
                  <a:lnTo>
                    <a:pt x="587321" y="5852847"/>
                  </a:lnTo>
                  <a:lnTo>
                    <a:pt x="587446" y="5852847"/>
                  </a:lnTo>
                  <a:lnTo>
                    <a:pt x="587946" y="5852847"/>
                  </a:lnTo>
                  <a:lnTo>
                    <a:pt x="588196" y="5852847"/>
                  </a:lnTo>
                  <a:lnTo>
                    <a:pt x="588321" y="5852847"/>
                  </a:lnTo>
                  <a:lnTo>
                    <a:pt x="588446" y="5852847"/>
                  </a:lnTo>
                  <a:lnTo>
                    <a:pt x="588571" y="5852847"/>
                  </a:lnTo>
                  <a:lnTo>
                    <a:pt x="588696" y="5852847"/>
                  </a:lnTo>
                  <a:lnTo>
                    <a:pt x="588821" y="5852847"/>
                  </a:lnTo>
                  <a:lnTo>
                    <a:pt x="589071" y="5852847"/>
                  </a:lnTo>
                  <a:lnTo>
                    <a:pt x="589196" y="5852847"/>
                  </a:lnTo>
                  <a:lnTo>
                    <a:pt x="589322" y="5852847"/>
                  </a:lnTo>
                  <a:lnTo>
                    <a:pt x="589447" y="5852847"/>
                  </a:lnTo>
                  <a:lnTo>
                    <a:pt x="589572" y="5852847"/>
                  </a:lnTo>
                  <a:lnTo>
                    <a:pt x="589697" y="5852847"/>
                  </a:lnTo>
                  <a:lnTo>
                    <a:pt x="589822" y="5852847"/>
                  </a:lnTo>
                  <a:lnTo>
                    <a:pt x="590072" y="5852847"/>
                  </a:lnTo>
                  <a:lnTo>
                    <a:pt x="590197" y="5852847"/>
                  </a:lnTo>
                  <a:lnTo>
                    <a:pt x="590322" y="5852847"/>
                  </a:lnTo>
                  <a:lnTo>
                    <a:pt x="590447" y="5852847"/>
                  </a:lnTo>
                  <a:lnTo>
                    <a:pt x="590572" y="5852847"/>
                  </a:lnTo>
                  <a:lnTo>
                    <a:pt x="590697" y="5852847"/>
                  </a:lnTo>
                  <a:lnTo>
                    <a:pt x="590822" y="5852847"/>
                  </a:lnTo>
                  <a:lnTo>
                    <a:pt x="590947" y="5852847"/>
                  </a:lnTo>
                  <a:lnTo>
                    <a:pt x="591072" y="5852847"/>
                  </a:lnTo>
                  <a:lnTo>
                    <a:pt x="591197" y="5852847"/>
                  </a:lnTo>
                  <a:lnTo>
                    <a:pt x="591322" y="5852847"/>
                  </a:lnTo>
                  <a:lnTo>
                    <a:pt x="591447" y="5852847"/>
                  </a:lnTo>
                  <a:lnTo>
                    <a:pt x="591697" y="5852847"/>
                  </a:lnTo>
                  <a:lnTo>
                    <a:pt x="591822" y="5852847"/>
                  </a:lnTo>
                  <a:lnTo>
                    <a:pt x="591947" y="5852847"/>
                  </a:lnTo>
                  <a:lnTo>
                    <a:pt x="592072" y="5852847"/>
                  </a:lnTo>
                  <a:lnTo>
                    <a:pt x="592197" y="5852847"/>
                  </a:lnTo>
                  <a:lnTo>
                    <a:pt x="592323" y="5852847"/>
                  </a:lnTo>
                  <a:lnTo>
                    <a:pt x="592448" y="5852847"/>
                  </a:lnTo>
                  <a:lnTo>
                    <a:pt x="592573" y="5852847"/>
                  </a:lnTo>
                  <a:lnTo>
                    <a:pt x="592698" y="5852847"/>
                  </a:lnTo>
                  <a:lnTo>
                    <a:pt x="592823" y="5852847"/>
                  </a:lnTo>
                  <a:lnTo>
                    <a:pt x="592948" y="5852847"/>
                  </a:lnTo>
                  <a:lnTo>
                    <a:pt x="593073" y="5852847"/>
                  </a:lnTo>
                  <a:lnTo>
                    <a:pt x="593198" y="5852847"/>
                  </a:lnTo>
                  <a:lnTo>
                    <a:pt x="593323" y="5852847"/>
                  </a:lnTo>
                  <a:lnTo>
                    <a:pt x="593448" y="5852847"/>
                  </a:lnTo>
                  <a:lnTo>
                    <a:pt x="593573" y="5852847"/>
                  </a:lnTo>
                  <a:lnTo>
                    <a:pt x="593698" y="5852847"/>
                  </a:lnTo>
                  <a:lnTo>
                    <a:pt x="593823" y="5852847"/>
                  </a:lnTo>
                  <a:lnTo>
                    <a:pt x="593948" y="5852847"/>
                  </a:lnTo>
                  <a:lnTo>
                    <a:pt x="594198" y="5852847"/>
                  </a:lnTo>
                  <a:lnTo>
                    <a:pt x="594323" y="5852847"/>
                  </a:lnTo>
                  <a:lnTo>
                    <a:pt x="594448" y="5852847"/>
                  </a:lnTo>
                  <a:lnTo>
                    <a:pt x="594573" y="5852847"/>
                  </a:lnTo>
                  <a:lnTo>
                    <a:pt x="594698" y="5852847"/>
                  </a:lnTo>
                  <a:lnTo>
                    <a:pt x="594823" y="5852847"/>
                  </a:lnTo>
                  <a:lnTo>
                    <a:pt x="595073" y="5852847"/>
                  </a:lnTo>
                  <a:lnTo>
                    <a:pt x="595324" y="5852847"/>
                  </a:lnTo>
                  <a:lnTo>
                    <a:pt x="595574" y="5852847"/>
                  </a:lnTo>
                  <a:lnTo>
                    <a:pt x="595699" y="5852847"/>
                  </a:lnTo>
                  <a:lnTo>
                    <a:pt x="595824" y="5852847"/>
                  </a:lnTo>
                  <a:lnTo>
                    <a:pt x="596199" y="5852847"/>
                  </a:lnTo>
                  <a:lnTo>
                    <a:pt x="596324" y="5852847"/>
                  </a:lnTo>
                  <a:lnTo>
                    <a:pt x="596449" y="5852847"/>
                  </a:lnTo>
                  <a:lnTo>
                    <a:pt x="596699" y="5852847"/>
                  </a:lnTo>
                  <a:lnTo>
                    <a:pt x="596949" y="5852847"/>
                  </a:lnTo>
                  <a:lnTo>
                    <a:pt x="597449" y="5852847"/>
                  </a:lnTo>
                  <a:lnTo>
                    <a:pt x="597574" y="5852847"/>
                  </a:lnTo>
                  <a:lnTo>
                    <a:pt x="597699" y="5852847"/>
                  </a:lnTo>
                  <a:lnTo>
                    <a:pt x="597824" y="5852847"/>
                  </a:lnTo>
                  <a:lnTo>
                    <a:pt x="597949" y="5852847"/>
                  </a:lnTo>
                  <a:lnTo>
                    <a:pt x="598074" y="5852847"/>
                  </a:lnTo>
                  <a:lnTo>
                    <a:pt x="598450" y="5852847"/>
                  </a:lnTo>
                  <a:lnTo>
                    <a:pt x="598700" y="5852847"/>
                  </a:lnTo>
                  <a:lnTo>
                    <a:pt x="598825" y="5852847"/>
                  </a:lnTo>
                  <a:lnTo>
                    <a:pt x="599450" y="5852847"/>
                  </a:lnTo>
                  <a:lnTo>
                    <a:pt x="599700" y="5852847"/>
                  </a:lnTo>
                  <a:lnTo>
                    <a:pt x="599825" y="5852847"/>
                  </a:lnTo>
                  <a:lnTo>
                    <a:pt x="599950" y="5852847"/>
                  </a:lnTo>
                  <a:lnTo>
                    <a:pt x="600075" y="5852847"/>
                  </a:lnTo>
                  <a:lnTo>
                    <a:pt x="600200" y="5852847"/>
                  </a:lnTo>
                  <a:lnTo>
                    <a:pt x="600325" y="5852847"/>
                  </a:lnTo>
                  <a:lnTo>
                    <a:pt x="600450" y="5852847"/>
                  </a:lnTo>
                  <a:lnTo>
                    <a:pt x="600700" y="5852847"/>
                  </a:lnTo>
                  <a:lnTo>
                    <a:pt x="600950" y="5842893"/>
                  </a:lnTo>
                  <a:lnTo>
                    <a:pt x="601075" y="5842893"/>
                  </a:lnTo>
                  <a:lnTo>
                    <a:pt x="601200" y="5842893"/>
                  </a:lnTo>
                  <a:lnTo>
                    <a:pt x="601326" y="5842893"/>
                  </a:lnTo>
                  <a:lnTo>
                    <a:pt x="601451" y="5842893"/>
                  </a:lnTo>
                  <a:lnTo>
                    <a:pt x="601576" y="5842893"/>
                  </a:lnTo>
                  <a:lnTo>
                    <a:pt x="601701" y="5842893"/>
                  </a:lnTo>
                  <a:lnTo>
                    <a:pt x="601826" y="5842893"/>
                  </a:lnTo>
                  <a:lnTo>
                    <a:pt x="601951" y="5842893"/>
                  </a:lnTo>
                  <a:lnTo>
                    <a:pt x="602076" y="5842893"/>
                  </a:lnTo>
                  <a:lnTo>
                    <a:pt x="602201" y="5842893"/>
                  </a:lnTo>
                  <a:lnTo>
                    <a:pt x="602326" y="5842893"/>
                  </a:lnTo>
                  <a:lnTo>
                    <a:pt x="602451" y="5842893"/>
                  </a:lnTo>
                  <a:lnTo>
                    <a:pt x="602701" y="5842893"/>
                  </a:lnTo>
                  <a:lnTo>
                    <a:pt x="602951" y="5842893"/>
                  </a:lnTo>
                  <a:lnTo>
                    <a:pt x="603201" y="5842893"/>
                  </a:lnTo>
                  <a:lnTo>
                    <a:pt x="603326" y="5842893"/>
                  </a:lnTo>
                  <a:lnTo>
                    <a:pt x="603451" y="5842893"/>
                  </a:lnTo>
                  <a:lnTo>
                    <a:pt x="603701" y="5842893"/>
                  </a:lnTo>
                  <a:lnTo>
                    <a:pt x="603826" y="5842893"/>
                  </a:lnTo>
                  <a:lnTo>
                    <a:pt x="604076" y="5842893"/>
                  </a:lnTo>
                  <a:lnTo>
                    <a:pt x="604201" y="5842893"/>
                  </a:lnTo>
                  <a:lnTo>
                    <a:pt x="604327" y="5842893"/>
                  </a:lnTo>
                  <a:lnTo>
                    <a:pt x="604452" y="5842893"/>
                  </a:lnTo>
                  <a:lnTo>
                    <a:pt x="604577" y="5842893"/>
                  </a:lnTo>
                  <a:lnTo>
                    <a:pt x="604702" y="5842893"/>
                  </a:lnTo>
                  <a:lnTo>
                    <a:pt x="604827" y="5842893"/>
                  </a:lnTo>
                  <a:lnTo>
                    <a:pt x="605077" y="5842893"/>
                  </a:lnTo>
                  <a:lnTo>
                    <a:pt x="605202" y="5842893"/>
                  </a:lnTo>
                  <a:lnTo>
                    <a:pt x="605327" y="5842893"/>
                  </a:lnTo>
                  <a:lnTo>
                    <a:pt x="605452" y="5842893"/>
                  </a:lnTo>
                  <a:lnTo>
                    <a:pt x="605577" y="5842893"/>
                  </a:lnTo>
                  <a:lnTo>
                    <a:pt x="605702" y="5842893"/>
                  </a:lnTo>
                  <a:lnTo>
                    <a:pt x="605827" y="5842893"/>
                  </a:lnTo>
                  <a:lnTo>
                    <a:pt x="606077" y="5842893"/>
                  </a:lnTo>
                  <a:lnTo>
                    <a:pt x="606202" y="5842893"/>
                  </a:lnTo>
                  <a:lnTo>
                    <a:pt x="606327" y="5842893"/>
                  </a:lnTo>
                  <a:lnTo>
                    <a:pt x="606577" y="5842893"/>
                  </a:lnTo>
                  <a:lnTo>
                    <a:pt x="606702" y="5842893"/>
                  </a:lnTo>
                  <a:lnTo>
                    <a:pt x="606827" y="5842893"/>
                  </a:lnTo>
                  <a:lnTo>
                    <a:pt x="607202" y="5842893"/>
                  </a:lnTo>
                  <a:lnTo>
                    <a:pt x="607453" y="5842893"/>
                  </a:lnTo>
                  <a:lnTo>
                    <a:pt x="607703" y="5842893"/>
                  </a:lnTo>
                  <a:lnTo>
                    <a:pt x="607828" y="5842893"/>
                  </a:lnTo>
                  <a:lnTo>
                    <a:pt x="608078" y="5842893"/>
                  </a:lnTo>
                  <a:lnTo>
                    <a:pt x="608203" y="5842893"/>
                  </a:lnTo>
                  <a:lnTo>
                    <a:pt x="608578" y="5842893"/>
                  </a:lnTo>
                  <a:lnTo>
                    <a:pt x="608828" y="5842893"/>
                  </a:lnTo>
                  <a:lnTo>
                    <a:pt x="608953" y="5842893"/>
                  </a:lnTo>
                  <a:lnTo>
                    <a:pt x="609078" y="5842893"/>
                  </a:lnTo>
                  <a:lnTo>
                    <a:pt x="609203" y="5842893"/>
                  </a:lnTo>
                  <a:lnTo>
                    <a:pt x="609328" y="5842893"/>
                  </a:lnTo>
                  <a:lnTo>
                    <a:pt x="609453" y="5842893"/>
                  </a:lnTo>
                  <a:lnTo>
                    <a:pt x="609578" y="5842893"/>
                  </a:lnTo>
                  <a:lnTo>
                    <a:pt x="609703" y="5842893"/>
                  </a:lnTo>
                  <a:lnTo>
                    <a:pt x="609828" y="5842893"/>
                  </a:lnTo>
                  <a:lnTo>
                    <a:pt x="609953" y="5842893"/>
                  </a:lnTo>
                  <a:lnTo>
                    <a:pt x="610203" y="5842893"/>
                  </a:lnTo>
                  <a:lnTo>
                    <a:pt x="610329" y="5842893"/>
                  </a:lnTo>
                  <a:lnTo>
                    <a:pt x="610454" y="5842893"/>
                  </a:lnTo>
                  <a:lnTo>
                    <a:pt x="610579" y="5842893"/>
                  </a:lnTo>
                  <a:lnTo>
                    <a:pt x="610704" y="5842893"/>
                  </a:lnTo>
                  <a:lnTo>
                    <a:pt x="610829" y="5842893"/>
                  </a:lnTo>
                  <a:lnTo>
                    <a:pt x="610954" y="5842893"/>
                  </a:lnTo>
                  <a:lnTo>
                    <a:pt x="611079" y="5842893"/>
                  </a:lnTo>
                  <a:lnTo>
                    <a:pt x="611204" y="5842893"/>
                  </a:lnTo>
                  <a:lnTo>
                    <a:pt x="611579" y="5842893"/>
                  </a:lnTo>
                  <a:lnTo>
                    <a:pt x="611704" y="5842893"/>
                  </a:lnTo>
                  <a:lnTo>
                    <a:pt x="611829" y="5842893"/>
                  </a:lnTo>
                  <a:lnTo>
                    <a:pt x="611954" y="5842893"/>
                  </a:lnTo>
                  <a:lnTo>
                    <a:pt x="612079" y="5842893"/>
                  </a:lnTo>
                  <a:lnTo>
                    <a:pt x="612204" y="5842893"/>
                  </a:lnTo>
                  <a:lnTo>
                    <a:pt x="612204" y="5832940"/>
                  </a:lnTo>
                  <a:lnTo>
                    <a:pt x="612329" y="5832940"/>
                  </a:lnTo>
                  <a:lnTo>
                    <a:pt x="612454" y="5832940"/>
                  </a:lnTo>
                  <a:lnTo>
                    <a:pt x="612579" y="5832940"/>
                  </a:lnTo>
                  <a:lnTo>
                    <a:pt x="612704" y="5832940"/>
                  </a:lnTo>
                  <a:lnTo>
                    <a:pt x="612829" y="5832940"/>
                  </a:lnTo>
                  <a:lnTo>
                    <a:pt x="612954" y="5832940"/>
                  </a:lnTo>
                  <a:lnTo>
                    <a:pt x="613079" y="5832940"/>
                  </a:lnTo>
                  <a:lnTo>
                    <a:pt x="613079" y="5822986"/>
                  </a:lnTo>
                  <a:lnTo>
                    <a:pt x="613204" y="5822986"/>
                  </a:lnTo>
                  <a:lnTo>
                    <a:pt x="613455" y="5822986"/>
                  </a:lnTo>
                  <a:lnTo>
                    <a:pt x="613705" y="5822986"/>
                  </a:lnTo>
                  <a:lnTo>
                    <a:pt x="613955" y="5822986"/>
                  </a:lnTo>
                  <a:lnTo>
                    <a:pt x="614080" y="5822986"/>
                  </a:lnTo>
                  <a:lnTo>
                    <a:pt x="614455" y="5822986"/>
                  </a:lnTo>
                  <a:lnTo>
                    <a:pt x="614580" y="5822986"/>
                  </a:lnTo>
                  <a:lnTo>
                    <a:pt x="614705" y="5822986"/>
                  </a:lnTo>
                  <a:lnTo>
                    <a:pt x="614830" y="5822986"/>
                  </a:lnTo>
                  <a:lnTo>
                    <a:pt x="614955" y="5822986"/>
                  </a:lnTo>
                  <a:lnTo>
                    <a:pt x="615080" y="5822986"/>
                  </a:lnTo>
                  <a:lnTo>
                    <a:pt x="615330" y="5822986"/>
                  </a:lnTo>
                  <a:lnTo>
                    <a:pt x="615580" y="5822986"/>
                  </a:lnTo>
                  <a:lnTo>
                    <a:pt x="615705" y="5822986"/>
                  </a:lnTo>
                  <a:lnTo>
                    <a:pt x="616080" y="5822986"/>
                  </a:lnTo>
                  <a:lnTo>
                    <a:pt x="616205" y="5822986"/>
                  </a:lnTo>
                  <a:lnTo>
                    <a:pt x="616331" y="5822986"/>
                  </a:lnTo>
                  <a:lnTo>
                    <a:pt x="616456" y="5822986"/>
                  </a:lnTo>
                  <a:lnTo>
                    <a:pt x="616581" y="5822986"/>
                  </a:lnTo>
                  <a:lnTo>
                    <a:pt x="616706" y="5822986"/>
                  </a:lnTo>
                  <a:lnTo>
                    <a:pt x="616831" y="5822986"/>
                  </a:lnTo>
                  <a:lnTo>
                    <a:pt x="616956" y="5822986"/>
                  </a:lnTo>
                  <a:lnTo>
                    <a:pt x="617081" y="5822986"/>
                  </a:lnTo>
                  <a:lnTo>
                    <a:pt x="617206" y="5822986"/>
                  </a:lnTo>
                  <a:lnTo>
                    <a:pt x="617331" y="5822986"/>
                  </a:lnTo>
                  <a:lnTo>
                    <a:pt x="617456" y="5822986"/>
                  </a:lnTo>
                  <a:lnTo>
                    <a:pt x="617581" y="5822986"/>
                  </a:lnTo>
                  <a:lnTo>
                    <a:pt x="617706" y="5822986"/>
                  </a:lnTo>
                  <a:lnTo>
                    <a:pt x="617831" y="5822986"/>
                  </a:lnTo>
                  <a:lnTo>
                    <a:pt x="617956" y="5822986"/>
                  </a:lnTo>
                  <a:lnTo>
                    <a:pt x="618081" y="5822986"/>
                  </a:lnTo>
                  <a:lnTo>
                    <a:pt x="618206" y="5822986"/>
                  </a:lnTo>
                  <a:lnTo>
                    <a:pt x="618331" y="5822986"/>
                  </a:lnTo>
                  <a:lnTo>
                    <a:pt x="618456" y="5822986"/>
                  </a:lnTo>
                  <a:lnTo>
                    <a:pt x="618581" y="5822986"/>
                  </a:lnTo>
                  <a:lnTo>
                    <a:pt x="618581" y="5813032"/>
                  </a:lnTo>
                  <a:lnTo>
                    <a:pt x="618831" y="5813032"/>
                  </a:lnTo>
                  <a:lnTo>
                    <a:pt x="619707" y="5813032"/>
                  </a:lnTo>
                  <a:lnTo>
                    <a:pt x="619832" y="5813032"/>
                  </a:lnTo>
                  <a:lnTo>
                    <a:pt x="619957" y="5813032"/>
                  </a:lnTo>
                  <a:lnTo>
                    <a:pt x="620082" y="5813032"/>
                  </a:lnTo>
                  <a:lnTo>
                    <a:pt x="620332" y="5813032"/>
                  </a:lnTo>
                  <a:lnTo>
                    <a:pt x="620582" y="5813032"/>
                  </a:lnTo>
                  <a:lnTo>
                    <a:pt x="620707" y="5813032"/>
                  </a:lnTo>
                  <a:lnTo>
                    <a:pt x="620832" y="5813032"/>
                  </a:lnTo>
                  <a:lnTo>
                    <a:pt x="620957" y="5813032"/>
                  </a:lnTo>
                  <a:lnTo>
                    <a:pt x="621207" y="5813032"/>
                  </a:lnTo>
                  <a:lnTo>
                    <a:pt x="621457" y="5813032"/>
                  </a:lnTo>
                  <a:lnTo>
                    <a:pt x="621582" y="5813032"/>
                  </a:lnTo>
                  <a:lnTo>
                    <a:pt x="621707" y="5813032"/>
                  </a:lnTo>
                  <a:lnTo>
                    <a:pt x="621832" y="5813032"/>
                  </a:lnTo>
                  <a:lnTo>
                    <a:pt x="621957" y="5813032"/>
                  </a:lnTo>
                  <a:lnTo>
                    <a:pt x="622082" y="5813032"/>
                  </a:lnTo>
                  <a:lnTo>
                    <a:pt x="622208" y="5813032"/>
                  </a:lnTo>
                  <a:lnTo>
                    <a:pt x="622333" y="5813032"/>
                  </a:lnTo>
                  <a:lnTo>
                    <a:pt x="622458" y="5813032"/>
                  </a:lnTo>
                  <a:lnTo>
                    <a:pt x="622583" y="5813032"/>
                  </a:lnTo>
                  <a:lnTo>
                    <a:pt x="622708" y="5813032"/>
                  </a:lnTo>
                  <a:lnTo>
                    <a:pt x="622833" y="5813032"/>
                  </a:lnTo>
                  <a:lnTo>
                    <a:pt x="622958" y="5813032"/>
                  </a:lnTo>
                  <a:lnTo>
                    <a:pt x="623083" y="5813032"/>
                  </a:lnTo>
                  <a:lnTo>
                    <a:pt x="623208" y="5813032"/>
                  </a:lnTo>
                  <a:lnTo>
                    <a:pt x="623333" y="5813032"/>
                  </a:lnTo>
                  <a:lnTo>
                    <a:pt x="623458" y="5813032"/>
                  </a:lnTo>
                  <a:lnTo>
                    <a:pt x="623583" y="5813032"/>
                  </a:lnTo>
                  <a:lnTo>
                    <a:pt x="623708" y="5813032"/>
                  </a:lnTo>
                  <a:lnTo>
                    <a:pt x="623958" y="5813032"/>
                  </a:lnTo>
                  <a:lnTo>
                    <a:pt x="624083" y="5813032"/>
                  </a:lnTo>
                  <a:lnTo>
                    <a:pt x="624208" y="5813032"/>
                  </a:lnTo>
                  <a:lnTo>
                    <a:pt x="624333" y="5813032"/>
                  </a:lnTo>
                  <a:lnTo>
                    <a:pt x="624458" y="5813032"/>
                  </a:lnTo>
                  <a:lnTo>
                    <a:pt x="624833" y="5813032"/>
                  </a:lnTo>
                  <a:lnTo>
                    <a:pt x="624958" y="5813032"/>
                  </a:lnTo>
                  <a:lnTo>
                    <a:pt x="625083" y="5813032"/>
                  </a:lnTo>
                  <a:lnTo>
                    <a:pt x="625209" y="5813032"/>
                  </a:lnTo>
                  <a:lnTo>
                    <a:pt x="625334" y="5813032"/>
                  </a:lnTo>
                  <a:lnTo>
                    <a:pt x="625459" y="5813032"/>
                  </a:lnTo>
                  <a:lnTo>
                    <a:pt x="625584" y="5813032"/>
                  </a:lnTo>
                  <a:lnTo>
                    <a:pt x="625834" y="5813032"/>
                  </a:lnTo>
                  <a:lnTo>
                    <a:pt x="625959" y="5813032"/>
                  </a:lnTo>
                  <a:lnTo>
                    <a:pt x="626084" y="5813032"/>
                  </a:lnTo>
                  <a:lnTo>
                    <a:pt x="626209" y="5813032"/>
                  </a:lnTo>
                  <a:lnTo>
                    <a:pt x="626334" y="5813032"/>
                  </a:lnTo>
                  <a:lnTo>
                    <a:pt x="626459" y="5813032"/>
                  </a:lnTo>
                  <a:lnTo>
                    <a:pt x="626584" y="5813032"/>
                  </a:lnTo>
                  <a:lnTo>
                    <a:pt x="626709" y="5813032"/>
                  </a:lnTo>
                  <a:lnTo>
                    <a:pt x="626834" y="5813032"/>
                  </a:lnTo>
                  <a:lnTo>
                    <a:pt x="627084" y="5813032"/>
                  </a:lnTo>
                  <a:lnTo>
                    <a:pt x="627209" y="5813032"/>
                  </a:lnTo>
                  <a:lnTo>
                    <a:pt x="627459" y="5813032"/>
                  </a:lnTo>
                  <a:lnTo>
                    <a:pt x="627959" y="5813032"/>
                  </a:lnTo>
                  <a:lnTo>
                    <a:pt x="628084" y="5813032"/>
                  </a:lnTo>
                  <a:lnTo>
                    <a:pt x="628210" y="5813032"/>
                  </a:lnTo>
                  <a:lnTo>
                    <a:pt x="628585" y="5813032"/>
                  </a:lnTo>
                  <a:lnTo>
                    <a:pt x="628710" y="5813032"/>
                  </a:lnTo>
                  <a:lnTo>
                    <a:pt x="628835" y="5813032"/>
                  </a:lnTo>
                  <a:lnTo>
                    <a:pt x="628960" y="5813032"/>
                  </a:lnTo>
                  <a:lnTo>
                    <a:pt x="629085" y="5813032"/>
                  </a:lnTo>
                  <a:lnTo>
                    <a:pt x="629460" y="5813032"/>
                  </a:lnTo>
                  <a:lnTo>
                    <a:pt x="629835" y="5813032"/>
                  </a:lnTo>
                  <a:lnTo>
                    <a:pt x="630085" y="5813032"/>
                  </a:lnTo>
                  <a:lnTo>
                    <a:pt x="630210" y="5813032"/>
                  </a:lnTo>
                  <a:lnTo>
                    <a:pt x="630335" y="5813032"/>
                  </a:lnTo>
                  <a:lnTo>
                    <a:pt x="630460" y="5813032"/>
                  </a:lnTo>
                  <a:lnTo>
                    <a:pt x="630585" y="5813032"/>
                  </a:lnTo>
                  <a:lnTo>
                    <a:pt x="630710" y="5813032"/>
                  </a:lnTo>
                  <a:lnTo>
                    <a:pt x="630835" y="5813032"/>
                  </a:lnTo>
                  <a:lnTo>
                    <a:pt x="630960" y="5813032"/>
                  </a:lnTo>
                  <a:lnTo>
                    <a:pt x="631085" y="5813032"/>
                  </a:lnTo>
                  <a:lnTo>
                    <a:pt x="631211" y="5813032"/>
                  </a:lnTo>
                  <a:lnTo>
                    <a:pt x="631336" y="5813032"/>
                  </a:lnTo>
                  <a:lnTo>
                    <a:pt x="631461" y="5813032"/>
                  </a:lnTo>
                  <a:lnTo>
                    <a:pt x="631586" y="5813032"/>
                  </a:lnTo>
                  <a:lnTo>
                    <a:pt x="631711" y="5813032"/>
                  </a:lnTo>
                  <a:lnTo>
                    <a:pt x="631836" y="5813032"/>
                  </a:lnTo>
                  <a:lnTo>
                    <a:pt x="631961" y="5813032"/>
                  </a:lnTo>
                  <a:lnTo>
                    <a:pt x="632086" y="5813032"/>
                  </a:lnTo>
                  <a:lnTo>
                    <a:pt x="632211" y="5813032"/>
                  </a:lnTo>
                  <a:lnTo>
                    <a:pt x="632336" y="5813032"/>
                  </a:lnTo>
                  <a:lnTo>
                    <a:pt x="632461" y="5813032"/>
                  </a:lnTo>
                  <a:lnTo>
                    <a:pt x="632586" y="5813032"/>
                  </a:lnTo>
                  <a:lnTo>
                    <a:pt x="632711" y="5813032"/>
                  </a:lnTo>
                  <a:lnTo>
                    <a:pt x="632836" y="5813032"/>
                  </a:lnTo>
                  <a:lnTo>
                    <a:pt x="632961" y="5813032"/>
                  </a:lnTo>
                  <a:lnTo>
                    <a:pt x="633086" y="5813032"/>
                  </a:lnTo>
                  <a:lnTo>
                    <a:pt x="633336" y="5813032"/>
                  </a:lnTo>
                  <a:lnTo>
                    <a:pt x="633461" y="5813032"/>
                  </a:lnTo>
                  <a:lnTo>
                    <a:pt x="633586" y="5813032"/>
                  </a:lnTo>
                  <a:lnTo>
                    <a:pt x="633711" y="5813032"/>
                  </a:lnTo>
                  <a:lnTo>
                    <a:pt x="633836" y="5813032"/>
                  </a:lnTo>
                  <a:lnTo>
                    <a:pt x="633961" y="5813032"/>
                  </a:lnTo>
                  <a:lnTo>
                    <a:pt x="634086" y="5813032"/>
                  </a:lnTo>
                  <a:lnTo>
                    <a:pt x="634212" y="5813032"/>
                  </a:lnTo>
                  <a:lnTo>
                    <a:pt x="634462" y="5813032"/>
                  </a:lnTo>
                  <a:lnTo>
                    <a:pt x="634587" y="5813032"/>
                  </a:lnTo>
                  <a:lnTo>
                    <a:pt x="634712" y="5813032"/>
                  </a:lnTo>
                  <a:lnTo>
                    <a:pt x="634837" y="5813032"/>
                  </a:lnTo>
                  <a:lnTo>
                    <a:pt x="634962" y="5813032"/>
                  </a:lnTo>
                  <a:lnTo>
                    <a:pt x="635087" y="5813032"/>
                  </a:lnTo>
                  <a:lnTo>
                    <a:pt x="635212" y="5813032"/>
                  </a:lnTo>
                  <a:lnTo>
                    <a:pt x="635337" y="5813032"/>
                  </a:lnTo>
                  <a:lnTo>
                    <a:pt x="635587" y="5813032"/>
                  </a:lnTo>
                  <a:lnTo>
                    <a:pt x="635712" y="5813032"/>
                  </a:lnTo>
                  <a:lnTo>
                    <a:pt x="635837" y="5813032"/>
                  </a:lnTo>
                  <a:lnTo>
                    <a:pt x="635962" y="5813032"/>
                  </a:lnTo>
                  <a:lnTo>
                    <a:pt x="636087" y="5813032"/>
                  </a:lnTo>
                  <a:lnTo>
                    <a:pt x="636212" y="5813032"/>
                  </a:lnTo>
                  <a:lnTo>
                    <a:pt x="636337" y="5813032"/>
                  </a:lnTo>
                  <a:lnTo>
                    <a:pt x="636462" y="5813032"/>
                  </a:lnTo>
                  <a:lnTo>
                    <a:pt x="636587" y="5813032"/>
                  </a:lnTo>
                  <a:lnTo>
                    <a:pt x="636712" y="5813032"/>
                  </a:lnTo>
                  <a:lnTo>
                    <a:pt x="636962" y="5813032"/>
                  </a:lnTo>
                  <a:lnTo>
                    <a:pt x="637087" y="5813032"/>
                  </a:lnTo>
                  <a:lnTo>
                    <a:pt x="637213" y="5813032"/>
                  </a:lnTo>
                  <a:lnTo>
                    <a:pt x="637463" y="5813032"/>
                  </a:lnTo>
                  <a:lnTo>
                    <a:pt x="637713" y="5813032"/>
                  </a:lnTo>
                  <a:lnTo>
                    <a:pt x="637838" y="5813032"/>
                  </a:lnTo>
                  <a:lnTo>
                    <a:pt x="637963" y="5813032"/>
                  </a:lnTo>
                  <a:lnTo>
                    <a:pt x="638088" y="5813032"/>
                  </a:lnTo>
                  <a:lnTo>
                    <a:pt x="638213" y="5813032"/>
                  </a:lnTo>
                  <a:lnTo>
                    <a:pt x="638338" y="5813032"/>
                  </a:lnTo>
                  <a:lnTo>
                    <a:pt x="638463" y="5813032"/>
                  </a:lnTo>
                  <a:lnTo>
                    <a:pt x="638588" y="5813032"/>
                  </a:lnTo>
                  <a:lnTo>
                    <a:pt x="639088" y="5813032"/>
                  </a:lnTo>
                  <a:lnTo>
                    <a:pt x="639213" y="5813032"/>
                  </a:lnTo>
                  <a:lnTo>
                    <a:pt x="639338" y="5813032"/>
                  </a:lnTo>
                  <a:lnTo>
                    <a:pt x="639463" y="5813032"/>
                  </a:lnTo>
                  <a:lnTo>
                    <a:pt x="639588" y="5813032"/>
                  </a:lnTo>
                  <a:lnTo>
                    <a:pt x="639713" y="5813032"/>
                  </a:lnTo>
                  <a:lnTo>
                    <a:pt x="639963" y="5813032"/>
                  </a:lnTo>
                  <a:lnTo>
                    <a:pt x="640088" y="5813032"/>
                  </a:lnTo>
                  <a:lnTo>
                    <a:pt x="640214" y="5813032"/>
                  </a:lnTo>
                  <a:lnTo>
                    <a:pt x="640339" y="5813032"/>
                  </a:lnTo>
                  <a:lnTo>
                    <a:pt x="640464" y="5813032"/>
                  </a:lnTo>
                  <a:lnTo>
                    <a:pt x="640589" y="5813032"/>
                  </a:lnTo>
                  <a:lnTo>
                    <a:pt x="640714" y="5813032"/>
                  </a:lnTo>
                  <a:lnTo>
                    <a:pt x="640839" y="5813032"/>
                  </a:lnTo>
                  <a:lnTo>
                    <a:pt x="640964" y="5813032"/>
                  </a:lnTo>
                  <a:lnTo>
                    <a:pt x="641089" y="5813032"/>
                  </a:lnTo>
                  <a:lnTo>
                    <a:pt x="641214" y="5813032"/>
                  </a:lnTo>
                  <a:lnTo>
                    <a:pt x="641464" y="5813032"/>
                  </a:lnTo>
                  <a:lnTo>
                    <a:pt x="641589" y="5803078"/>
                  </a:lnTo>
                  <a:lnTo>
                    <a:pt x="641714" y="5803078"/>
                  </a:lnTo>
                  <a:lnTo>
                    <a:pt x="641839" y="5803078"/>
                  </a:lnTo>
                  <a:lnTo>
                    <a:pt x="641964" y="5803078"/>
                  </a:lnTo>
                  <a:lnTo>
                    <a:pt x="642089" y="5803078"/>
                  </a:lnTo>
                  <a:lnTo>
                    <a:pt x="642214" y="5803078"/>
                  </a:lnTo>
                  <a:lnTo>
                    <a:pt x="642339" y="5803078"/>
                  </a:lnTo>
                  <a:lnTo>
                    <a:pt x="642464" y="5803078"/>
                  </a:lnTo>
                  <a:lnTo>
                    <a:pt x="642714" y="5803078"/>
                  </a:lnTo>
                  <a:lnTo>
                    <a:pt x="642839" y="5803078"/>
                  </a:lnTo>
                  <a:lnTo>
                    <a:pt x="642964" y="5803078"/>
                  </a:lnTo>
                  <a:lnTo>
                    <a:pt x="643215" y="5803078"/>
                  </a:lnTo>
                  <a:lnTo>
                    <a:pt x="643465" y="5803078"/>
                  </a:lnTo>
                  <a:lnTo>
                    <a:pt x="643590" y="5803078"/>
                  </a:lnTo>
                  <a:lnTo>
                    <a:pt x="643715" y="5803078"/>
                  </a:lnTo>
                  <a:lnTo>
                    <a:pt x="643840" y="5803078"/>
                  </a:lnTo>
                  <a:lnTo>
                    <a:pt x="644465" y="5803078"/>
                  </a:lnTo>
                  <a:lnTo>
                    <a:pt x="644590" y="5803078"/>
                  </a:lnTo>
                  <a:lnTo>
                    <a:pt x="644840" y="5803078"/>
                  </a:lnTo>
                  <a:lnTo>
                    <a:pt x="644965" y="5803078"/>
                  </a:lnTo>
                  <a:lnTo>
                    <a:pt x="645090" y="5803078"/>
                  </a:lnTo>
                  <a:lnTo>
                    <a:pt x="645215" y="5803078"/>
                  </a:lnTo>
                  <a:lnTo>
                    <a:pt x="645590" y="5803078"/>
                  </a:lnTo>
                  <a:lnTo>
                    <a:pt x="645715" y="5803078"/>
                  </a:lnTo>
                  <a:lnTo>
                    <a:pt x="645840" y="5803078"/>
                  </a:lnTo>
                  <a:lnTo>
                    <a:pt x="645965" y="5803078"/>
                  </a:lnTo>
                  <a:lnTo>
                    <a:pt x="646216" y="5803078"/>
                  </a:lnTo>
                  <a:lnTo>
                    <a:pt x="646341" y="5803078"/>
                  </a:lnTo>
                  <a:lnTo>
                    <a:pt x="646466" y="5803078"/>
                  </a:lnTo>
                  <a:lnTo>
                    <a:pt x="646716" y="5803078"/>
                  </a:lnTo>
                  <a:lnTo>
                    <a:pt x="646841" y="5803078"/>
                  </a:lnTo>
                  <a:lnTo>
                    <a:pt x="646966" y="5803078"/>
                  </a:lnTo>
                  <a:lnTo>
                    <a:pt x="647091" y="5803078"/>
                  </a:lnTo>
                  <a:lnTo>
                    <a:pt x="647216" y="5803078"/>
                  </a:lnTo>
                  <a:lnTo>
                    <a:pt x="647341" y="5803078"/>
                  </a:lnTo>
                  <a:lnTo>
                    <a:pt x="647466" y="5803078"/>
                  </a:lnTo>
                  <a:lnTo>
                    <a:pt x="647591" y="5803078"/>
                  </a:lnTo>
                  <a:lnTo>
                    <a:pt x="647716" y="5803078"/>
                  </a:lnTo>
                  <a:lnTo>
                    <a:pt x="647841" y="5803078"/>
                  </a:lnTo>
                  <a:lnTo>
                    <a:pt x="647966" y="5803078"/>
                  </a:lnTo>
                  <a:lnTo>
                    <a:pt x="648091" y="5803078"/>
                  </a:lnTo>
                  <a:lnTo>
                    <a:pt x="648591" y="5803078"/>
                  </a:lnTo>
                  <a:lnTo>
                    <a:pt x="648716" y="5803078"/>
                  </a:lnTo>
                  <a:lnTo>
                    <a:pt x="649091" y="5803078"/>
                  </a:lnTo>
                  <a:lnTo>
                    <a:pt x="649217" y="5803078"/>
                  </a:lnTo>
                  <a:lnTo>
                    <a:pt x="649467" y="5803078"/>
                  </a:lnTo>
                  <a:lnTo>
                    <a:pt x="649592" y="5803078"/>
                  </a:lnTo>
                  <a:lnTo>
                    <a:pt x="649717" y="5803078"/>
                  </a:lnTo>
                  <a:lnTo>
                    <a:pt x="649842" y="5803078"/>
                  </a:lnTo>
                  <a:lnTo>
                    <a:pt x="649967" y="5803078"/>
                  </a:lnTo>
                  <a:lnTo>
                    <a:pt x="650092" y="5803078"/>
                  </a:lnTo>
                  <a:lnTo>
                    <a:pt x="650217" y="5803078"/>
                  </a:lnTo>
                  <a:lnTo>
                    <a:pt x="650342" y="5803078"/>
                  </a:lnTo>
                  <a:lnTo>
                    <a:pt x="650592" y="5803078"/>
                  </a:lnTo>
                  <a:lnTo>
                    <a:pt x="650717" y="5803078"/>
                  </a:lnTo>
                  <a:lnTo>
                    <a:pt x="650842" y="5803078"/>
                  </a:lnTo>
                  <a:lnTo>
                    <a:pt x="650967" y="5803078"/>
                  </a:lnTo>
                  <a:lnTo>
                    <a:pt x="651092" y="5803078"/>
                  </a:lnTo>
                  <a:lnTo>
                    <a:pt x="651217" y="5803078"/>
                  </a:lnTo>
                  <a:lnTo>
                    <a:pt x="651342" y="5803078"/>
                  </a:lnTo>
                  <a:lnTo>
                    <a:pt x="651467" y="5803078"/>
                  </a:lnTo>
                  <a:lnTo>
                    <a:pt x="651717" y="5803078"/>
                  </a:lnTo>
                  <a:lnTo>
                    <a:pt x="651842" y="5803078"/>
                  </a:lnTo>
                  <a:lnTo>
                    <a:pt x="651967" y="5803078"/>
                  </a:lnTo>
                  <a:lnTo>
                    <a:pt x="652092" y="5803078"/>
                  </a:lnTo>
                  <a:lnTo>
                    <a:pt x="652218" y="5803078"/>
                  </a:lnTo>
                  <a:lnTo>
                    <a:pt x="652343" y="5803078"/>
                  </a:lnTo>
                  <a:lnTo>
                    <a:pt x="652468" y="5803078"/>
                  </a:lnTo>
                  <a:lnTo>
                    <a:pt x="652718" y="5803078"/>
                  </a:lnTo>
                  <a:lnTo>
                    <a:pt x="652843" y="5803078"/>
                  </a:lnTo>
                  <a:lnTo>
                    <a:pt x="652968" y="5803078"/>
                  </a:lnTo>
                  <a:lnTo>
                    <a:pt x="653093" y="5803078"/>
                  </a:lnTo>
                  <a:lnTo>
                    <a:pt x="653218" y="5803078"/>
                  </a:lnTo>
                  <a:lnTo>
                    <a:pt x="653343" y="5803078"/>
                  </a:lnTo>
                  <a:lnTo>
                    <a:pt x="653468" y="5803078"/>
                  </a:lnTo>
                  <a:lnTo>
                    <a:pt x="653593" y="5803078"/>
                  </a:lnTo>
                  <a:lnTo>
                    <a:pt x="653718" y="5803078"/>
                  </a:lnTo>
                  <a:lnTo>
                    <a:pt x="653843" y="5803078"/>
                  </a:lnTo>
                  <a:lnTo>
                    <a:pt x="653968" y="5803078"/>
                  </a:lnTo>
                  <a:lnTo>
                    <a:pt x="654093" y="5803078"/>
                  </a:lnTo>
                  <a:lnTo>
                    <a:pt x="654218" y="5803078"/>
                  </a:lnTo>
                  <a:lnTo>
                    <a:pt x="654343" y="5793124"/>
                  </a:lnTo>
                  <a:lnTo>
                    <a:pt x="654468" y="5793124"/>
                  </a:lnTo>
                  <a:lnTo>
                    <a:pt x="654593" y="5793124"/>
                  </a:lnTo>
                  <a:lnTo>
                    <a:pt x="654718" y="5793124"/>
                  </a:lnTo>
                  <a:lnTo>
                    <a:pt x="654968" y="5793124"/>
                  </a:lnTo>
                  <a:lnTo>
                    <a:pt x="655093" y="5793124"/>
                  </a:lnTo>
                  <a:lnTo>
                    <a:pt x="655219" y="5793124"/>
                  </a:lnTo>
                  <a:lnTo>
                    <a:pt x="655344" y="5793124"/>
                  </a:lnTo>
                  <a:lnTo>
                    <a:pt x="655469" y="5793124"/>
                  </a:lnTo>
                  <a:lnTo>
                    <a:pt x="655594" y="5793124"/>
                  </a:lnTo>
                  <a:lnTo>
                    <a:pt x="655969" y="5793124"/>
                  </a:lnTo>
                  <a:lnTo>
                    <a:pt x="656219" y="5793124"/>
                  </a:lnTo>
                  <a:lnTo>
                    <a:pt x="656344" y="5793124"/>
                  </a:lnTo>
                  <a:lnTo>
                    <a:pt x="656469" y="5793124"/>
                  </a:lnTo>
                  <a:lnTo>
                    <a:pt x="656594" y="5793124"/>
                  </a:lnTo>
                  <a:lnTo>
                    <a:pt x="656719" y="5793124"/>
                  </a:lnTo>
                  <a:lnTo>
                    <a:pt x="656844" y="5793124"/>
                  </a:lnTo>
                  <a:lnTo>
                    <a:pt x="656969" y="5793124"/>
                  </a:lnTo>
                  <a:lnTo>
                    <a:pt x="657094" y="5793124"/>
                  </a:lnTo>
                  <a:lnTo>
                    <a:pt x="657344" y="5793124"/>
                  </a:lnTo>
                  <a:lnTo>
                    <a:pt x="657469" y="5793124"/>
                  </a:lnTo>
                  <a:lnTo>
                    <a:pt x="657594" y="5793124"/>
                  </a:lnTo>
                  <a:lnTo>
                    <a:pt x="657719" y="5793124"/>
                  </a:lnTo>
                  <a:lnTo>
                    <a:pt x="657844" y="5793124"/>
                  </a:lnTo>
                  <a:lnTo>
                    <a:pt x="657969" y="5793124"/>
                  </a:lnTo>
                  <a:lnTo>
                    <a:pt x="658094" y="5793124"/>
                  </a:lnTo>
                  <a:lnTo>
                    <a:pt x="658220" y="5793124"/>
                  </a:lnTo>
                  <a:lnTo>
                    <a:pt x="658345" y="5793124"/>
                  </a:lnTo>
                  <a:lnTo>
                    <a:pt x="658470" y="5793124"/>
                  </a:lnTo>
                  <a:lnTo>
                    <a:pt x="658595" y="5793124"/>
                  </a:lnTo>
                  <a:lnTo>
                    <a:pt x="658720" y="5793124"/>
                  </a:lnTo>
                  <a:lnTo>
                    <a:pt x="658970" y="5793124"/>
                  </a:lnTo>
                  <a:lnTo>
                    <a:pt x="659095" y="5793124"/>
                  </a:lnTo>
                  <a:lnTo>
                    <a:pt x="659220" y="5793124"/>
                  </a:lnTo>
                  <a:lnTo>
                    <a:pt x="659345" y="5793124"/>
                  </a:lnTo>
                  <a:lnTo>
                    <a:pt x="659470" y="5793124"/>
                  </a:lnTo>
                  <a:lnTo>
                    <a:pt x="659595" y="5793124"/>
                  </a:lnTo>
                  <a:lnTo>
                    <a:pt x="659720" y="5793124"/>
                  </a:lnTo>
                  <a:lnTo>
                    <a:pt x="659845" y="5793124"/>
                  </a:lnTo>
                  <a:lnTo>
                    <a:pt x="660220" y="5793124"/>
                  </a:lnTo>
                  <a:lnTo>
                    <a:pt x="660345" y="5793124"/>
                  </a:lnTo>
                  <a:lnTo>
                    <a:pt x="660470" y="5793124"/>
                  </a:lnTo>
                  <a:lnTo>
                    <a:pt x="660720" y="5793124"/>
                  </a:lnTo>
                  <a:lnTo>
                    <a:pt x="660845" y="5793124"/>
                  </a:lnTo>
                  <a:lnTo>
                    <a:pt x="661096" y="5793124"/>
                  </a:lnTo>
                  <a:lnTo>
                    <a:pt x="661221" y="5793124"/>
                  </a:lnTo>
                  <a:lnTo>
                    <a:pt x="661346" y="5793124"/>
                  </a:lnTo>
                  <a:lnTo>
                    <a:pt x="661471" y="5793124"/>
                  </a:lnTo>
                  <a:lnTo>
                    <a:pt x="661596" y="5793124"/>
                  </a:lnTo>
                  <a:lnTo>
                    <a:pt x="661846" y="5793124"/>
                  </a:lnTo>
                  <a:lnTo>
                    <a:pt x="661971" y="5793124"/>
                  </a:lnTo>
                  <a:lnTo>
                    <a:pt x="662096" y="5793124"/>
                  </a:lnTo>
                  <a:lnTo>
                    <a:pt x="662221" y="5793124"/>
                  </a:lnTo>
                  <a:lnTo>
                    <a:pt x="662346" y="5793124"/>
                  </a:lnTo>
                  <a:lnTo>
                    <a:pt x="662471" y="5793124"/>
                  </a:lnTo>
                  <a:lnTo>
                    <a:pt x="662596" y="5793124"/>
                  </a:lnTo>
                  <a:lnTo>
                    <a:pt x="662721" y="5793124"/>
                  </a:lnTo>
                  <a:lnTo>
                    <a:pt x="662846" y="5793124"/>
                  </a:lnTo>
                  <a:lnTo>
                    <a:pt x="662971" y="5793124"/>
                  </a:lnTo>
                  <a:lnTo>
                    <a:pt x="663096" y="5793124"/>
                  </a:lnTo>
                  <a:lnTo>
                    <a:pt x="663221" y="5793124"/>
                  </a:lnTo>
                  <a:lnTo>
                    <a:pt x="663346" y="5793124"/>
                  </a:lnTo>
                  <a:lnTo>
                    <a:pt x="663471" y="5793124"/>
                  </a:lnTo>
                  <a:lnTo>
                    <a:pt x="663596" y="5793124"/>
                  </a:lnTo>
                  <a:lnTo>
                    <a:pt x="663721" y="5793124"/>
                  </a:lnTo>
                  <a:lnTo>
                    <a:pt x="663846" y="5793124"/>
                  </a:lnTo>
                  <a:lnTo>
                    <a:pt x="664097" y="5793124"/>
                  </a:lnTo>
                  <a:lnTo>
                    <a:pt x="664222" y="5793124"/>
                  </a:lnTo>
                  <a:lnTo>
                    <a:pt x="664347" y="5793124"/>
                  </a:lnTo>
                  <a:lnTo>
                    <a:pt x="664597" y="5793124"/>
                  </a:lnTo>
                  <a:lnTo>
                    <a:pt x="664847" y="5793124"/>
                  </a:lnTo>
                  <a:lnTo>
                    <a:pt x="664972" y="5793124"/>
                  </a:lnTo>
                  <a:lnTo>
                    <a:pt x="665097" y="5793124"/>
                  </a:lnTo>
                  <a:lnTo>
                    <a:pt x="665347" y="5793124"/>
                  </a:lnTo>
                  <a:lnTo>
                    <a:pt x="665472" y="5793124"/>
                  </a:lnTo>
                  <a:lnTo>
                    <a:pt x="665597" y="5793124"/>
                  </a:lnTo>
                  <a:lnTo>
                    <a:pt x="665722" y="5793124"/>
                  </a:lnTo>
                  <a:lnTo>
                    <a:pt x="665847" y="5793124"/>
                  </a:lnTo>
                  <a:lnTo>
                    <a:pt x="665972" y="5793124"/>
                  </a:lnTo>
                  <a:lnTo>
                    <a:pt x="666222" y="5793124"/>
                  </a:lnTo>
                  <a:lnTo>
                    <a:pt x="666347" y="5793124"/>
                  </a:lnTo>
                  <a:lnTo>
                    <a:pt x="666472" y="5793124"/>
                  </a:lnTo>
                  <a:lnTo>
                    <a:pt x="666597" y="5793124"/>
                  </a:lnTo>
                  <a:lnTo>
                    <a:pt x="666722" y="5793124"/>
                  </a:lnTo>
                  <a:lnTo>
                    <a:pt x="666847" y="5793124"/>
                  </a:lnTo>
                  <a:lnTo>
                    <a:pt x="666972" y="5793124"/>
                  </a:lnTo>
                  <a:lnTo>
                    <a:pt x="667098" y="5793124"/>
                  </a:lnTo>
                  <a:lnTo>
                    <a:pt x="667473" y="5793124"/>
                  </a:lnTo>
                  <a:lnTo>
                    <a:pt x="667598" y="5793124"/>
                  </a:lnTo>
                  <a:lnTo>
                    <a:pt x="667598" y="5783170"/>
                  </a:lnTo>
                  <a:lnTo>
                    <a:pt x="667723" y="5783170"/>
                  </a:lnTo>
                  <a:lnTo>
                    <a:pt x="667848" y="5783170"/>
                  </a:lnTo>
                  <a:lnTo>
                    <a:pt x="667973" y="5783170"/>
                  </a:lnTo>
                  <a:lnTo>
                    <a:pt x="668098" y="5783170"/>
                  </a:lnTo>
                  <a:lnTo>
                    <a:pt x="668223" y="5783170"/>
                  </a:lnTo>
                  <a:lnTo>
                    <a:pt x="668348" y="5783170"/>
                  </a:lnTo>
                  <a:lnTo>
                    <a:pt x="668473" y="5783170"/>
                  </a:lnTo>
                  <a:lnTo>
                    <a:pt x="668598" y="5783170"/>
                  </a:lnTo>
                  <a:lnTo>
                    <a:pt x="668723" y="5783170"/>
                  </a:lnTo>
                  <a:lnTo>
                    <a:pt x="668848" y="5783170"/>
                  </a:lnTo>
                  <a:lnTo>
                    <a:pt x="669098" y="5783170"/>
                  </a:lnTo>
                  <a:lnTo>
                    <a:pt x="669598" y="5783170"/>
                  </a:lnTo>
                  <a:lnTo>
                    <a:pt x="669723" y="5783170"/>
                  </a:lnTo>
                  <a:lnTo>
                    <a:pt x="669848" y="5783170"/>
                  </a:lnTo>
                  <a:lnTo>
                    <a:pt x="670099" y="5783170"/>
                  </a:lnTo>
                  <a:lnTo>
                    <a:pt x="670224" y="5783170"/>
                  </a:lnTo>
                  <a:lnTo>
                    <a:pt x="670474" y="5783170"/>
                  </a:lnTo>
                  <a:lnTo>
                    <a:pt x="670599" y="5783170"/>
                  </a:lnTo>
                  <a:lnTo>
                    <a:pt x="670724" y="5783170"/>
                  </a:lnTo>
                  <a:lnTo>
                    <a:pt x="670974" y="5783170"/>
                  </a:lnTo>
                  <a:lnTo>
                    <a:pt x="671224" y="5783170"/>
                  </a:lnTo>
                  <a:lnTo>
                    <a:pt x="671349" y="5783170"/>
                  </a:lnTo>
                  <a:lnTo>
                    <a:pt x="671474" y="5783170"/>
                  </a:lnTo>
                  <a:lnTo>
                    <a:pt x="671599" y="5783170"/>
                  </a:lnTo>
                  <a:lnTo>
                    <a:pt x="671724" y="5783170"/>
                  </a:lnTo>
                  <a:lnTo>
                    <a:pt x="671974" y="5783170"/>
                  </a:lnTo>
                  <a:lnTo>
                    <a:pt x="672099" y="5783170"/>
                  </a:lnTo>
                  <a:lnTo>
                    <a:pt x="672224" y="5783170"/>
                  </a:lnTo>
                  <a:lnTo>
                    <a:pt x="672349" y="5783170"/>
                  </a:lnTo>
                  <a:lnTo>
                    <a:pt x="672724" y="5783170"/>
                  </a:lnTo>
                  <a:lnTo>
                    <a:pt x="672974" y="5783170"/>
                  </a:lnTo>
                  <a:lnTo>
                    <a:pt x="673225" y="5783170"/>
                  </a:lnTo>
                  <a:lnTo>
                    <a:pt x="673475" y="5783170"/>
                  </a:lnTo>
                  <a:lnTo>
                    <a:pt x="673600" y="5783170"/>
                  </a:lnTo>
                  <a:lnTo>
                    <a:pt x="673725" y="5783170"/>
                  </a:lnTo>
                  <a:lnTo>
                    <a:pt x="673975" y="5783170"/>
                  </a:lnTo>
                  <a:lnTo>
                    <a:pt x="674100" y="5783170"/>
                  </a:lnTo>
                  <a:lnTo>
                    <a:pt x="674100" y="5773217"/>
                  </a:lnTo>
                  <a:lnTo>
                    <a:pt x="674225" y="5773217"/>
                  </a:lnTo>
                  <a:lnTo>
                    <a:pt x="674350" y="5773217"/>
                  </a:lnTo>
                  <a:lnTo>
                    <a:pt x="674475" y="5773217"/>
                  </a:lnTo>
                  <a:lnTo>
                    <a:pt x="674600" y="5773217"/>
                  </a:lnTo>
                  <a:lnTo>
                    <a:pt x="674725" y="5773217"/>
                  </a:lnTo>
                  <a:lnTo>
                    <a:pt x="674975" y="5773217"/>
                  </a:lnTo>
                  <a:lnTo>
                    <a:pt x="675100" y="5773217"/>
                  </a:lnTo>
                  <a:lnTo>
                    <a:pt x="675225" y="5773217"/>
                  </a:lnTo>
                  <a:lnTo>
                    <a:pt x="675350" y="5773217"/>
                  </a:lnTo>
                  <a:lnTo>
                    <a:pt x="675475" y="5773217"/>
                  </a:lnTo>
                  <a:lnTo>
                    <a:pt x="675725" y="5773217"/>
                  </a:lnTo>
                  <a:lnTo>
                    <a:pt x="675850" y="5763263"/>
                  </a:lnTo>
                  <a:lnTo>
                    <a:pt x="675975" y="5763263"/>
                  </a:lnTo>
                  <a:lnTo>
                    <a:pt x="676226" y="5763263"/>
                  </a:lnTo>
                  <a:lnTo>
                    <a:pt x="676351" y="5763263"/>
                  </a:lnTo>
                  <a:lnTo>
                    <a:pt x="676476" y="5763263"/>
                  </a:lnTo>
                  <a:lnTo>
                    <a:pt x="676726" y="5763263"/>
                  </a:lnTo>
                  <a:lnTo>
                    <a:pt x="676851" y="5763263"/>
                  </a:lnTo>
                  <a:lnTo>
                    <a:pt x="676976" y="5763263"/>
                  </a:lnTo>
                  <a:lnTo>
                    <a:pt x="677101" y="5763263"/>
                  </a:lnTo>
                  <a:lnTo>
                    <a:pt x="677226" y="5763263"/>
                  </a:lnTo>
                  <a:lnTo>
                    <a:pt x="677351" y="5763263"/>
                  </a:lnTo>
                  <a:lnTo>
                    <a:pt x="677476" y="5763263"/>
                  </a:lnTo>
                  <a:lnTo>
                    <a:pt x="677726" y="5763263"/>
                  </a:lnTo>
                  <a:lnTo>
                    <a:pt x="677851" y="5763263"/>
                  </a:lnTo>
                  <a:lnTo>
                    <a:pt x="677976" y="5763263"/>
                  </a:lnTo>
                  <a:lnTo>
                    <a:pt x="678226" y="5763263"/>
                  </a:lnTo>
                  <a:lnTo>
                    <a:pt x="678351" y="5763263"/>
                  </a:lnTo>
                  <a:lnTo>
                    <a:pt x="678476" y="5763263"/>
                  </a:lnTo>
                  <a:lnTo>
                    <a:pt x="678601" y="5763263"/>
                  </a:lnTo>
                  <a:lnTo>
                    <a:pt x="679352" y="5763263"/>
                  </a:lnTo>
                  <a:lnTo>
                    <a:pt x="679477" y="5763263"/>
                  </a:lnTo>
                  <a:lnTo>
                    <a:pt x="679602" y="5763263"/>
                  </a:lnTo>
                  <a:lnTo>
                    <a:pt x="679727" y="5763263"/>
                  </a:lnTo>
                  <a:lnTo>
                    <a:pt x="680102" y="5763263"/>
                  </a:lnTo>
                  <a:lnTo>
                    <a:pt x="680227" y="5763263"/>
                  </a:lnTo>
                  <a:lnTo>
                    <a:pt x="680352" y="5763263"/>
                  </a:lnTo>
                  <a:lnTo>
                    <a:pt x="680602" y="5763263"/>
                  </a:lnTo>
                  <a:lnTo>
                    <a:pt x="680727" y="5763263"/>
                  </a:lnTo>
                  <a:lnTo>
                    <a:pt x="680852" y="5763263"/>
                  </a:lnTo>
                  <a:lnTo>
                    <a:pt x="681227" y="5763263"/>
                  </a:lnTo>
                  <a:lnTo>
                    <a:pt x="681352" y="5763263"/>
                  </a:lnTo>
                  <a:lnTo>
                    <a:pt x="681477" y="5763263"/>
                  </a:lnTo>
                  <a:lnTo>
                    <a:pt x="681602" y="5763263"/>
                  </a:lnTo>
                  <a:lnTo>
                    <a:pt x="681727" y="5763263"/>
                  </a:lnTo>
                  <a:lnTo>
                    <a:pt x="681852" y="5763263"/>
                  </a:lnTo>
                  <a:lnTo>
                    <a:pt x="681977" y="5763263"/>
                  </a:lnTo>
                  <a:lnTo>
                    <a:pt x="682228" y="5763263"/>
                  </a:lnTo>
                  <a:lnTo>
                    <a:pt x="682853" y="5763263"/>
                  </a:lnTo>
                  <a:lnTo>
                    <a:pt x="682978" y="5763263"/>
                  </a:lnTo>
                  <a:lnTo>
                    <a:pt x="683103" y="5763263"/>
                  </a:lnTo>
                  <a:lnTo>
                    <a:pt x="683228" y="5763263"/>
                  </a:lnTo>
                  <a:lnTo>
                    <a:pt x="683353" y="5763263"/>
                  </a:lnTo>
                  <a:lnTo>
                    <a:pt x="683478" y="5753309"/>
                  </a:lnTo>
                  <a:lnTo>
                    <a:pt x="683728" y="5753309"/>
                  </a:lnTo>
                  <a:lnTo>
                    <a:pt x="683853" y="5753309"/>
                  </a:lnTo>
                  <a:lnTo>
                    <a:pt x="684103" y="5753309"/>
                  </a:lnTo>
                  <a:lnTo>
                    <a:pt x="684228" y="5753309"/>
                  </a:lnTo>
                  <a:lnTo>
                    <a:pt x="684353" y="5753309"/>
                  </a:lnTo>
                  <a:lnTo>
                    <a:pt x="684478" y="5753309"/>
                  </a:lnTo>
                  <a:lnTo>
                    <a:pt x="684603" y="5753309"/>
                  </a:lnTo>
                  <a:lnTo>
                    <a:pt x="684728" y="5753309"/>
                  </a:lnTo>
                  <a:lnTo>
                    <a:pt x="684728" y="5743355"/>
                  </a:lnTo>
                  <a:lnTo>
                    <a:pt x="684853" y="5743355"/>
                  </a:lnTo>
                  <a:lnTo>
                    <a:pt x="684978" y="5743355"/>
                  </a:lnTo>
                  <a:lnTo>
                    <a:pt x="685104" y="5743355"/>
                  </a:lnTo>
                  <a:lnTo>
                    <a:pt x="685229" y="5743355"/>
                  </a:lnTo>
                  <a:lnTo>
                    <a:pt x="685479" y="5743355"/>
                  </a:lnTo>
                  <a:lnTo>
                    <a:pt x="685604" y="5743355"/>
                  </a:lnTo>
                  <a:lnTo>
                    <a:pt x="685729" y="5743355"/>
                  </a:lnTo>
                  <a:lnTo>
                    <a:pt x="685979" y="5743355"/>
                  </a:lnTo>
                  <a:lnTo>
                    <a:pt x="686104" y="5743355"/>
                  </a:lnTo>
                  <a:lnTo>
                    <a:pt x="686229" y="5743355"/>
                  </a:lnTo>
                  <a:lnTo>
                    <a:pt x="686354" y="5743355"/>
                  </a:lnTo>
                  <a:lnTo>
                    <a:pt x="686479" y="5743355"/>
                  </a:lnTo>
                  <a:lnTo>
                    <a:pt x="686604" y="5743355"/>
                  </a:lnTo>
                  <a:lnTo>
                    <a:pt x="686729" y="5743355"/>
                  </a:lnTo>
                  <a:lnTo>
                    <a:pt x="686854" y="5743355"/>
                  </a:lnTo>
                  <a:lnTo>
                    <a:pt x="686979" y="5743355"/>
                  </a:lnTo>
                  <a:lnTo>
                    <a:pt x="687104" y="5743355"/>
                  </a:lnTo>
                  <a:lnTo>
                    <a:pt x="687354" y="5743355"/>
                  </a:lnTo>
                  <a:lnTo>
                    <a:pt x="687479" y="5743355"/>
                  </a:lnTo>
                  <a:lnTo>
                    <a:pt x="687854" y="5743355"/>
                  </a:lnTo>
                  <a:lnTo>
                    <a:pt x="687979" y="5743355"/>
                  </a:lnTo>
                  <a:lnTo>
                    <a:pt x="688105" y="5743355"/>
                  </a:lnTo>
                  <a:lnTo>
                    <a:pt x="688355" y="5743355"/>
                  </a:lnTo>
                  <a:lnTo>
                    <a:pt x="688730" y="5743355"/>
                  </a:lnTo>
                  <a:lnTo>
                    <a:pt x="688855" y="5743355"/>
                  </a:lnTo>
                  <a:lnTo>
                    <a:pt x="688980" y="5743355"/>
                  </a:lnTo>
                  <a:lnTo>
                    <a:pt x="689105" y="5743355"/>
                  </a:lnTo>
                  <a:lnTo>
                    <a:pt x="689230" y="5743355"/>
                  </a:lnTo>
                  <a:lnTo>
                    <a:pt x="689480" y="5743355"/>
                  </a:lnTo>
                  <a:lnTo>
                    <a:pt x="689730" y="5743355"/>
                  </a:lnTo>
                  <a:lnTo>
                    <a:pt x="689855" y="5743355"/>
                  </a:lnTo>
                  <a:lnTo>
                    <a:pt x="689980" y="5743355"/>
                  </a:lnTo>
                  <a:lnTo>
                    <a:pt x="690230" y="5743355"/>
                  </a:lnTo>
                  <a:lnTo>
                    <a:pt x="690355" y="5743355"/>
                  </a:lnTo>
                  <a:lnTo>
                    <a:pt x="690480" y="5743355"/>
                  </a:lnTo>
                  <a:lnTo>
                    <a:pt x="690730" y="5743355"/>
                  </a:lnTo>
                  <a:lnTo>
                    <a:pt x="690855" y="5743355"/>
                  </a:lnTo>
                  <a:lnTo>
                    <a:pt x="690980" y="5743355"/>
                  </a:lnTo>
                  <a:lnTo>
                    <a:pt x="691481" y="5743355"/>
                  </a:lnTo>
                  <a:lnTo>
                    <a:pt x="691606" y="5743355"/>
                  </a:lnTo>
                  <a:lnTo>
                    <a:pt x="691856" y="5743355"/>
                  </a:lnTo>
                  <a:lnTo>
                    <a:pt x="692106" y="5743355"/>
                  </a:lnTo>
                  <a:lnTo>
                    <a:pt x="692231" y="5743355"/>
                  </a:lnTo>
                  <a:lnTo>
                    <a:pt x="692356" y="5743355"/>
                  </a:lnTo>
                  <a:lnTo>
                    <a:pt x="692731" y="5743355"/>
                  </a:lnTo>
                  <a:lnTo>
                    <a:pt x="692856" y="5743355"/>
                  </a:lnTo>
                  <a:lnTo>
                    <a:pt x="692981" y="5743355"/>
                  </a:lnTo>
                  <a:lnTo>
                    <a:pt x="693106" y="5743355"/>
                  </a:lnTo>
                  <a:lnTo>
                    <a:pt x="693231" y="5743355"/>
                  </a:lnTo>
                  <a:lnTo>
                    <a:pt x="693356" y="5743355"/>
                  </a:lnTo>
                  <a:lnTo>
                    <a:pt x="693481" y="5743355"/>
                  </a:lnTo>
                  <a:lnTo>
                    <a:pt x="693606" y="5743355"/>
                  </a:lnTo>
                  <a:lnTo>
                    <a:pt x="693731" y="5743355"/>
                  </a:lnTo>
                  <a:lnTo>
                    <a:pt x="693856" y="5743355"/>
                  </a:lnTo>
                  <a:lnTo>
                    <a:pt x="693981" y="5743355"/>
                  </a:lnTo>
                  <a:lnTo>
                    <a:pt x="694107" y="5743355"/>
                  </a:lnTo>
                  <a:lnTo>
                    <a:pt x="694232" y="5743355"/>
                  </a:lnTo>
                  <a:lnTo>
                    <a:pt x="694357" y="5743355"/>
                  </a:lnTo>
                  <a:lnTo>
                    <a:pt x="694482" y="5743355"/>
                  </a:lnTo>
                  <a:lnTo>
                    <a:pt x="694607" y="5743355"/>
                  </a:lnTo>
                  <a:lnTo>
                    <a:pt x="694732" y="5743355"/>
                  </a:lnTo>
                  <a:lnTo>
                    <a:pt x="694857" y="5743355"/>
                  </a:lnTo>
                  <a:lnTo>
                    <a:pt x="694982" y="5743355"/>
                  </a:lnTo>
                  <a:lnTo>
                    <a:pt x="695607" y="5743355"/>
                  </a:lnTo>
                  <a:lnTo>
                    <a:pt x="695732" y="5743355"/>
                  </a:lnTo>
                  <a:lnTo>
                    <a:pt x="695857" y="5743355"/>
                  </a:lnTo>
                  <a:lnTo>
                    <a:pt x="695982" y="5743355"/>
                  </a:lnTo>
                  <a:lnTo>
                    <a:pt x="696107" y="5743355"/>
                  </a:lnTo>
                  <a:lnTo>
                    <a:pt x="696232" y="5743355"/>
                  </a:lnTo>
                  <a:lnTo>
                    <a:pt x="696482" y="5743355"/>
                  </a:lnTo>
                  <a:lnTo>
                    <a:pt x="696732" y="5743355"/>
                  </a:lnTo>
                  <a:lnTo>
                    <a:pt x="697233" y="5743355"/>
                  </a:lnTo>
                  <a:lnTo>
                    <a:pt x="697358" y="5743355"/>
                  </a:lnTo>
                  <a:lnTo>
                    <a:pt x="697483" y="5743355"/>
                  </a:lnTo>
                  <a:lnTo>
                    <a:pt x="697483" y="5733401"/>
                  </a:lnTo>
                  <a:lnTo>
                    <a:pt x="697608" y="5733401"/>
                  </a:lnTo>
                  <a:lnTo>
                    <a:pt x="697733" y="5733401"/>
                  </a:lnTo>
                  <a:lnTo>
                    <a:pt x="697983" y="5733401"/>
                  </a:lnTo>
                  <a:lnTo>
                    <a:pt x="698358" y="5733401"/>
                  </a:lnTo>
                  <a:lnTo>
                    <a:pt x="698483" y="5733401"/>
                  </a:lnTo>
                  <a:lnTo>
                    <a:pt x="698483" y="5723448"/>
                  </a:lnTo>
                  <a:lnTo>
                    <a:pt x="698608" y="5723448"/>
                  </a:lnTo>
                  <a:lnTo>
                    <a:pt x="698733" y="5723448"/>
                  </a:lnTo>
                  <a:lnTo>
                    <a:pt x="698858" y="5723448"/>
                  </a:lnTo>
                  <a:lnTo>
                    <a:pt x="698983" y="5723448"/>
                  </a:lnTo>
                  <a:lnTo>
                    <a:pt x="699108" y="5723448"/>
                  </a:lnTo>
                  <a:lnTo>
                    <a:pt x="699358" y="5723448"/>
                  </a:lnTo>
                  <a:lnTo>
                    <a:pt x="699483" y="5723448"/>
                  </a:lnTo>
                  <a:lnTo>
                    <a:pt x="699608" y="5723448"/>
                  </a:lnTo>
                  <a:lnTo>
                    <a:pt x="699733" y="5723448"/>
                  </a:lnTo>
                  <a:lnTo>
                    <a:pt x="699858" y="5723448"/>
                  </a:lnTo>
                  <a:lnTo>
                    <a:pt x="699984" y="5723448"/>
                  </a:lnTo>
                  <a:lnTo>
                    <a:pt x="700109" y="5723448"/>
                  </a:lnTo>
                  <a:lnTo>
                    <a:pt x="700359" y="5723448"/>
                  </a:lnTo>
                  <a:lnTo>
                    <a:pt x="700609" y="5723448"/>
                  </a:lnTo>
                  <a:lnTo>
                    <a:pt x="700734" y="5723448"/>
                  </a:lnTo>
                  <a:lnTo>
                    <a:pt x="700859" y="5723448"/>
                  </a:lnTo>
                  <a:lnTo>
                    <a:pt x="700984" y="5723448"/>
                  </a:lnTo>
                  <a:lnTo>
                    <a:pt x="701109" y="5723448"/>
                  </a:lnTo>
                  <a:lnTo>
                    <a:pt x="701234" y="5723448"/>
                  </a:lnTo>
                  <a:lnTo>
                    <a:pt x="701359" y="5723448"/>
                  </a:lnTo>
                  <a:lnTo>
                    <a:pt x="701484" y="5713494"/>
                  </a:lnTo>
                  <a:lnTo>
                    <a:pt x="701734" y="5713494"/>
                  </a:lnTo>
                  <a:lnTo>
                    <a:pt x="701859" y="5713494"/>
                  </a:lnTo>
                  <a:lnTo>
                    <a:pt x="701984" y="5713494"/>
                  </a:lnTo>
                  <a:lnTo>
                    <a:pt x="702109" y="5713494"/>
                  </a:lnTo>
                  <a:lnTo>
                    <a:pt x="702484" y="5713494"/>
                  </a:lnTo>
                  <a:lnTo>
                    <a:pt x="702609" y="5713494"/>
                  </a:lnTo>
                  <a:lnTo>
                    <a:pt x="702734" y="5713494"/>
                  </a:lnTo>
                  <a:lnTo>
                    <a:pt x="703110" y="5713494"/>
                  </a:lnTo>
                  <a:lnTo>
                    <a:pt x="703235" y="5713494"/>
                  </a:lnTo>
                  <a:lnTo>
                    <a:pt x="703360" y="5713494"/>
                  </a:lnTo>
                  <a:lnTo>
                    <a:pt x="703485" y="5713494"/>
                  </a:lnTo>
                  <a:lnTo>
                    <a:pt x="703610" y="5713494"/>
                  </a:lnTo>
                  <a:lnTo>
                    <a:pt x="703735" y="5713494"/>
                  </a:lnTo>
                  <a:lnTo>
                    <a:pt x="703860" y="5713494"/>
                  </a:lnTo>
                  <a:lnTo>
                    <a:pt x="703985" y="5713494"/>
                  </a:lnTo>
                  <a:lnTo>
                    <a:pt x="704110" y="5713494"/>
                  </a:lnTo>
                  <a:lnTo>
                    <a:pt x="704360" y="5713494"/>
                  </a:lnTo>
                  <a:lnTo>
                    <a:pt x="704485" y="5713494"/>
                  </a:lnTo>
                  <a:lnTo>
                    <a:pt x="704610" y="5713494"/>
                  </a:lnTo>
                  <a:lnTo>
                    <a:pt x="704735" y="5713494"/>
                  </a:lnTo>
                  <a:lnTo>
                    <a:pt x="704985" y="5713494"/>
                  </a:lnTo>
                  <a:lnTo>
                    <a:pt x="705110" y="5713494"/>
                  </a:lnTo>
                  <a:lnTo>
                    <a:pt x="705235" y="5713494"/>
                  </a:lnTo>
                  <a:lnTo>
                    <a:pt x="705860" y="5713494"/>
                  </a:lnTo>
                  <a:lnTo>
                    <a:pt x="705986" y="5713494"/>
                  </a:lnTo>
                  <a:lnTo>
                    <a:pt x="706111" y="5713494"/>
                  </a:lnTo>
                  <a:lnTo>
                    <a:pt x="706236" y="5713494"/>
                  </a:lnTo>
                  <a:lnTo>
                    <a:pt x="706361" y="5713494"/>
                  </a:lnTo>
                  <a:lnTo>
                    <a:pt x="706486" y="5713494"/>
                  </a:lnTo>
                  <a:lnTo>
                    <a:pt x="706611" y="5713494"/>
                  </a:lnTo>
                  <a:lnTo>
                    <a:pt x="706736" y="5713494"/>
                  </a:lnTo>
                  <a:lnTo>
                    <a:pt x="706986" y="5713494"/>
                  </a:lnTo>
                  <a:lnTo>
                    <a:pt x="707361" y="5713494"/>
                  </a:lnTo>
                  <a:lnTo>
                    <a:pt x="707486" y="5713494"/>
                  </a:lnTo>
                  <a:lnTo>
                    <a:pt x="707736" y="5713494"/>
                  </a:lnTo>
                  <a:lnTo>
                    <a:pt x="707986" y="5713494"/>
                  </a:lnTo>
                  <a:lnTo>
                    <a:pt x="708111" y="5713494"/>
                  </a:lnTo>
                  <a:lnTo>
                    <a:pt x="708486" y="5713494"/>
                  </a:lnTo>
                  <a:lnTo>
                    <a:pt x="708611" y="5713494"/>
                  </a:lnTo>
                  <a:lnTo>
                    <a:pt x="708736" y="5713494"/>
                  </a:lnTo>
                  <a:lnTo>
                    <a:pt x="708861" y="5713494"/>
                  </a:lnTo>
                  <a:lnTo>
                    <a:pt x="709112" y="5713494"/>
                  </a:lnTo>
                  <a:lnTo>
                    <a:pt x="709237" y="5713494"/>
                  </a:lnTo>
                  <a:lnTo>
                    <a:pt x="709362" y="5713494"/>
                  </a:lnTo>
                  <a:lnTo>
                    <a:pt x="709487" y="5713494"/>
                  </a:lnTo>
                  <a:lnTo>
                    <a:pt x="709612" y="5713494"/>
                  </a:lnTo>
                  <a:lnTo>
                    <a:pt x="709987" y="5713494"/>
                  </a:lnTo>
                  <a:lnTo>
                    <a:pt x="710362" y="5713494"/>
                  </a:lnTo>
                  <a:lnTo>
                    <a:pt x="710612" y="5713494"/>
                  </a:lnTo>
                  <a:lnTo>
                    <a:pt x="710737" y="5713494"/>
                  </a:lnTo>
                  <a:lnTo>
                    <a:pt x="710862" y="5713494"/>
                  </a:lnTo>
                  <a:lnTo>
                    <a:pt x="710987" y="5713494"/>
                  </a:lnTo>
                  <a:lnTo>
                    <a:pt x="711237" y="5713494"/>
                  </a:lnTo>
                  <a:lnTo>
                    <a:pt x="711487" y="5713494"/>
                  </a:lnTo>
                  <a:lnTo>
                    <a:pt x="711862" y="5713494"/>
                  </a:lnTo>
                  <a:lnTo>
                    <a:pt x="712113" y="5713494"/>
                  </a:lnTo>
                  <a:lnTo>
                    <a:pt x="712238" y="5713494"/>
                  </a:lnTo>
                  <a:lnTo>
                    <a:pt x="712363" y="5713494"/>
                  </a:lnTo>
                  <a:lnTo>
                    <a:pt x="712488" y="5713494"/>
                  </a:lnTo>
                  <a:lnTo>
                    <a:pt x="712613" y="5713494"/>
                  </a:lnTo>
                  <a:lnTo>
                    <a:pt x="712738" y="5713494"/>
                  </a:lnTo>
                  <a:lnTo>
                    <a:pt x="712863" y="5713494"/>
                  </a:lnTo>
                  <a:lnTo>
                    <a:pt x="712988" y="5713494"/>
                  </a:lnTo>
                  <a:lnTo>
                    <a:pt x="713113" y="5713494"/>
                  </a:lnTo>
                  <a:lnTo>
                    <a:pt x="713238" y="5713494"/>
                  </a:lnTo>
                  <a:lnTo>
                    <a:pt x="713363" y="5713494"/>
                  </a:lnTo>
                  <a:lnTo>
                    <a:pt x="713488" y="5713494"/>
                  </a:lnTo>
                  <a:lnTo>
                    <a:pt x="713613" y="5713494"/>
                  </a:lnTo>
                  <a:lnTo>
                    <a:pt x="713738" y="5713494"/>
                  </a:lnTo>
                  <a:lnTo>
                    <a:pt x="713863" y="5713494"/>
                  </a:lnTo>
                  <a:lnTo>
                    <a:pt x="713988" y="5713494"/>
                  </a:lnTo>
                  <a:lnTo>
                    <a:pt x="714113" y="5713494"/>
                  </a:lnTo>
                  <a:lnTo>
                    <a:pt x="714238" y="5713494"/>
                  </a:lnTo>
                  <a:lnTo>
                    <a:pt x="714363" y="5713494"/>
                  </a:lnTo>
                  <a:lnTo>
                    <a:pt x="714613" y="5713494"/>
                  </a:lnTo>
                  <a:lnTo>
                    <a:pt x="714738" y="5713494"/>
                  </a:lnTo>
                  <a:lnTo>
                    <a:pt x="714863" y="5713494"/>
                  </a:lnTo>
                  <a:lnTo>
                    <a:pt x="714989" y="5713494"/>
                  </a:lnTo>
                  <a:lnTo>
                    <a:pt x="715114" y="5713494"/>
                  </a:lnTo>
                  <a:lnTo>
                    <a:pt x="715614" y="5713494"/>
                  </a:lnTo>
                  <a:lnTo>
                    <a:pt x="715739" y="5713494"/>
                  </a:lnTo>
                  <a:lnTo>
                    <a:pt x="715989" y="5713494"/>
                  </a:lnTo>
                  <a:lnTo>
                    <a:pt x="716114" y="5713494"/>
                  </a:lnTo>
                  <a:lnTo>
                    <a:pt x="716239" y="5713494"/>
                  </a:lnTo>
                  <a:lnTo>
                    <a:pt x="716489" y="5713494"/>
                  </a:lnTo>
                  <a:lnTo>
                    <a:pt x="716614" y="5713494"/>
                  </a:lnTo>
                  <a:lnTo>
                    <a:pt x="716739" y="5713494"/>
                  </a:lnTo>
                  <a:lnTo>
                    <a:pt x="716864" y="5713494"/>
                  </a:lnTo>
                  <a:lnTo>
                    <a:pt x="716989" y="5713494"/>
                  </a:lnTo>
                  <a:lnTo>
                    <a:pt x="717114" y="5713494"/>
                  </a:lnTo>
                  <a:lnTo>
                    <a:pt x="717239" y="5713494"/>
                  </a:lnTo>
                  <a:lnTo>
                    <a:pt x="717364" y="5713494"/>
                  </a:lnTo>
                  <a:lnTo>
                    <a:pt x="717739" y="5713494"/>
                  </a:lnTo>
                  <a:lnTo>
                    <a:pt x="717864" y="5713494"/>
                  </a:lnTo>
                  <a:lnTo>
                    <a:pt x="717990" y="5713494"/>
                  </a:lnTo>
                  <a:lnTo>
                    <a:pt x="718115" y="5713494"/>
                  </a:lnTo>
                  <a:lnTo>
                    <a:pt x="718240" y="5713494"/>
                  </a:lnTo>
                  <a:lnTo>
                    <a:pt x="718490" y="5713494"/>
                  </a:lnTo>
                  <a:lnTo>
                    <a:pt x="718615" y="5713494"/>
                  </a:lnTo>
                  <a:lnTo>
                    <a:pt x="718740" y="5713494"/>
                  </a:lnTo>
                  <a:lnTo>
                    <a:pt x="718865" y="5713494"/>
                  </a:lnTo>
                  <a:lnTo>
                    <a:pt x="719115" y="5713494"/>
                  </a:lnTo>
                  <a:lnTo>
                    <a:pt x="719365" y="5713494"/>
                  </a:lnTo>
                  <a:lnTo>
                    <a:pt x="719615" y="5713494"/>
                  </a:lnTo>
                  <a:lnTo>
                    <a:pt x="719740" y="5713494"/>
                  </a:lnTo>
                  <a:lnTo>
                    <a:pt x="719865" y="5713494"/>
                  </a:lnTo>
                  <a:lnTo>
                    <a:pt x="719990" y="5713494"/>
                  </a:lnTo>
                  <a:lnTo>
                    <a:pt x="720240" y="5713494"/>
                  </a:lnTo>
                  <a:lnTo>
                    <a:pt x="720365" y="5713494"/>
                  </a:lnTo>
                  <a:lnTo>
                    <a:pt x="720490" y="5713494"/>
                  </a:lnTo>
                  <a:lnTo>
                    <a:pt x="720740" y="5713494"/>
                  </a:lnTo>
                  <a:lnTo>
                    <a:pt x="720865" y="5713494"/>
                  </a:lnTo>
                  <a:lnTo>
                    <a:pt x="720991" y="5713494"/>
                  </a:lnTo>
                  <a:lnTo>
                    <a:pt x="721116" y="5713494"/>
                  </a:lnTo>
                  <a:lnTo>
                    <a:pt x="721241" y="5713494"/>
                  </a:lnTo>
                  <a:lnTo>
                    <a:pt x="721366" y="5713494"/>
                  </a:lnTo>
                  <a:lnTo>
                    <a:pt x="721616" y="5713494"/>
                  </a:lnTo>
                  <a:lnTo>
                    <a:pt x="721741" y="5713494"/>
                  </a:lnTo>
                  <a:lnTo>
                    <a:pt x="721866" y="5713494"/>
                  </a:lnTo>
                  <a:lnTo>
                    <a:pt x="722241" y="5713494"/>
                  </a:lnTo>
                  <a:lnTo>
                    <a:pt x="722366" y="5713494"/>
                  </a:lnTo>
                  <a:lnTo>
                    <a:pt x="722491" y="5713494"/>
                  </a:lnTo>
                  <a:lnTo>
                    <a:pt x="722616" y="5713494"/>
                  </a:lnTo>
                  <a:lnTo>
                    <a:pt x="723241" y="5713494"/>
                  </a:lnTo>
                  <a:lnTo>
                    <a:pt x="723491" y="5713494"/>
                  </a:lnTo>
                  <a:lnTo>
                    <a:pt x="723866" y="5713494"/>
                  </a:lnTo>
                  <a:lnTo>
                    <a:pt x="723992" y="5713494"/>
                  </a:lnTo>
                  <a:lnTo>
                    <a:pt x="724367" y="5713494"/>
                  </a:lnTo>
                  <a:lnTo>
                    <a:pt x="724617" y="5713494"/>
                  </a:lnTo>
                  <a:lnTo>
                    <a:pt x="724742" y="5713494"/>
                  </a:lnTo>
                  <a:lnTo>
                    <a:pt x="724867" y="5713494"/>
                  </a:lnTo>
                  <a:lnTo>
                    <a:pt x="725242" y="5713494"/>
                  </a:lnTo>
                  <a:lnTo>
                    <a:pt x="725617" y="5713494"/>
                  </a:lnTo>
                  <a:lnTo>
                    <a:pt x="725867" y="5713494"/>
                  </a:lnTo>
                  <a:lnTo>
                    <a:pt x="726117" y="5713494"/>
                  </a:lnTo>
                  <a:lnTo>
                    <a:pt x="726242" y="5713494"/>
                  </a:lnTo>
                  <a:lnTo>
                    <a:pt x="726367" y="5713494"/>
                  </a:lnTo>
                  <a:lnTo>
                    <a:pt x="726492" y="5713494"/>
                  </a:lnTo>
                  <a:lnTo>
                    <a:pt x="726742" y="5713494"/>
                  </a:lnTo>
                  <a:lnTo>
                    <a:pt x="726867" y="5713494"/>
                  </a:lnTo>
                  <a:lnTo>
                    <a:pt x="727118" y="5713494"/>
                  </a:lnTo>
                  <a:lnTo>
                    <a:pt x="727243" y="5713494"/>
                  </a:lnTo>
                  <a:lnTo>
                    <a:pt x="727368" y="5713494"/>
                  </a:lnTo>
                  <a:lnTo>
                    <a:pt x="727493" y="5713494"/>
                  </a:lnTo>
                  <a:lnTo>
                    <a:pt x="727618" y="5713494"/>
                  </a:lnTo>
                  <a:lnTo>
                    <a:pt x="727743" y="5713494"/>
                  </a:lnTo>
                  <a:lnTo>
                    <a:pt x="727868" y="5713494"/>
                  </a:lnTo>
                  <a:lnTo>
                    <a:pt x="727993" y="5713494"/>
                  </a:lnTo>
                  <a:lnTo>
                    <a:pt x="728118" y="5713494"/>
                  </a:lnTo>
                  <a:lnTo>
                    <a:pt x="728243" y="5713494"/>
                  </a:lnTo>
                  <a:lnTo>
                    <a:pt x="728368" y="5713494"/>
                  </a:lnTo>
                  <a:lnTo>
                    <a:pt x="728493" y="5713494"/>
                  </a:lnTo>
                  <a:lnTo>
                    <a:pt x="728618" y="5713494"/>
                  </a:lnTo>
                  <a:lnTo>
                    <a:pt x="728743" y="5713494"/>
                  </a:lnTo>
                  <a:lnTo>
                    <a:pt x="728868" y="5713494"/>
                  </a:lnTo>
                  <a:lnTo>
                    <a:pt x="728868" y="5703540"/>
                  </a:lnTo>
                  <a:lnTo>
                    <a:pt x="728993" y="5703540"/>
                  </a:lnTo>
                  <a:lnTo>
                    <a:pt x="729243" y="5703540"/>
                  </a:lnTo>
                  <a:lnTo>
                    <a:pt x="729368" y="5703540"/>
                  </a:lnTo>
                  <a:lnTo>
                    <a:pt x="729618" y="5703540"/>
                  </a:lnTo>
                  <a:lnTo>
                    <a:pt x="729743" y="5703540"/>
                  </a:lnTo>
                  <a:lnTo>
                    <a:pt x="729868" y="5703540"/>
                  </a:lnTo>
                  <a:lnTo>
                    <a:pt x="729994" y="5703540"/>
                  </a:lnTo>
                  <a:lnTo>
                    <a:pt x="730119" y="5703540"/>
                  </a:lnTo>
                  <a:lnTo>
                    <a:pt x="730244" y="5703540"/>
                  </a:lnTo>
                  <a:lnTo>
                    <a:pt x="730369" y="5703540"/>
                  </a:lnTo>
                  <a:lnTo>
                    <a:pt x="730744" y="5703540"/>
                  </a:lnTo>
                  <a:lnTo>
                    <a:pt x="730869" y="5703540"/>
                  </a:lnTo>
                  <a:lnTo>
                    <a:pt x="730994" y="5703540"/>
                  </a:lnTo>
                  <a:lnTo>
                    <a:pt x="731119" y="5703540"/>
                  </a:lnTo>
                  <a:lnTo>
                    <a:pt x="731244" y="5703540"/>
                  </a:lnTo>
                  <a:lnTo>
                    <a:pt x="731494" y="5703540"/>
                  </a:lnTo>
                  <a:lnTo>
                    <a:pt x="731619" y="5703540"/>
                  </a:lnTo>
                  <a:lnTo>
                    <a:pt x="731869" y="5703540"/>
                  </a:lnTo>
                  <a:lnTo>
                    <a:pt x="731994" y="5703540"/>
                  </a:lnTo>
                  <a:lnTo>
                    <a:pt x="732119" y="5703540"/>
                  </a:lnTo>
                  <a:lnTo>
                    <a:pt x="732369" y="5693586"/>
                  </a:lnTo>
                  <a:lnTo>
                    <a:pt x="732494" y="5693586"/>
                  </a:lnTo>
                  <a:lnTo>
                    <a:pt x="732869" y="5693586"/>
                  </a:lnTo>
                  <a:lnTo>
                    <a:pt x="732995" y="5693586"/>
                  </a:lnTo>
                  <a:lnTo>
                    <a:pt x="733120" y="5693586"/>
                  </a:lnTo>
                  <a:lnTo>
                    <a:pt x="733495" y="5693586"/>
                  </a:lnTo>
                  <a:lnTo>
                    <a:pt x="733620" y="5693586"/>
                  </a:lnTo>
                  <a:lnTo>
                    <a:pt x="733745" y="5693586"/>
                  </a:lnTo>
                  <a:lnTo>
                    <a:pt x="733870" y="5693586"/>
                  </a:lnTo>
                  <a:lnTo>
                    <a:pt x="734245" y="5693586"/>
                  </a:lnTo>
                  <a:lnTo>
                    <a:pt x="734370" y="5693586"/>
                  </a:lnTo>
                  <a:lnTo>
                    <a:pt x="734495" y="5693586"/>
                  </a:lnTo>
                  <a:lnTo>
                    <a:pt x="734745" y="5693586"/>
                  </a:lnTo>
                  <a:lnTo>
                    <a:pt x="734870" y="5693586"/>
                  </a:lnTo>
                  <a:lnTo>
                    <a:pt x="735120" y="5693586"/>
                  </a:lnTo>
                  <a:lnTo>
                    <a:pt x="735245" y="5693586"/>
                  </a:lnTo>
                  <a:lnTo>
                    <a:pt x="735370" y="5693586"/>
                  </a:lnTo>
                  <a:lnTo>
                    <a:pt x="735745" y="5693586"/>
                  </a:lnTo>
                  <a:lnTo>
                    <a:pt x="735870" y="5693586"/>
                  </a:lnTo>
                  <a:lnTo>
                    <a:pt x="735996" y="5693586"/>
                  </a:lnTo>
                  <a:lnTo>
                    <a:pt x="735996" y="5683632"/>
                  </a:lnTo>
                  <a:lnTo>
                    <a:pt x="736121" y="5683632"/>
                  </a:lnTo>
                  <a:lnTo>
                    <a:pt x="736496" y="5683632"/>
                  </a:lnTo>
                  <a:lnTo>
                    <a:pt x="736746" y="5683632"/>
                  </a:lnTo>
                  <a:lnTo>
                    <a:pt x="736871" y="5683632"/>
                  </a:lnTo>
                  <a:lnTo>
                    <a:pt x="736996" y="5683632"/>
                  </a:lnTo>
                  <a:lnTo>
                    <a:pt x="736996" y="5673678"/>
                  </a:lnTo>
                  <a:lnTo>
                    <a:pt x="737121" y="5673678"/>
                  </a:lnTo>
                  <a:lnTo>
                    <a:pt x="737246" y="5673678"/>
                  </a:lnTo>
                  <a:lnTo>
                    <a:pt x="737371" y="5673678"/>
                  </a:lnTo>
                  <a:lnTo>
                    <a:pt x="737621" y="5673678"/>
                  </a:lnTo>
                  <a:lnTo>
                    <a:pt x="737746" y="5673678"/>
                  </a:lnTo>
                  <a:lnTo>
                    <a:pt x="737871" y="5673678"/>
                  </a:lnTo>
                  <a:lnTo>
                    <a:pt x="737871" y="5663725"/>
                  </a:lnTo>
                  <a:lnTo>
                    <a:pt x="737996" y="5663725"/>
                  </a:lnTo>
                  <a:lnTo>
                    <a:pt x="738121" y="5663725"/>
                  </a:lnTo>
                  <a:lnTo>
                    <a:pt x="738246" y="5663725"/>
                  </a:lnTo>
                  <a:lnTo>
                    <a:pt x="738371" y="5663725"/>
                  </a:lnTo>
                  <a:lnTo>
                    <a:pt x="738621" y="5663725"/>
                  </a:lnTo>
                  <a:lnTo>
                    <a:pt x="738872" y="5663725"/>
                  </a:lnTo>
                  <a:lnTo>
                    <a:pt x="738997" y="5663725"/>
                  </a:lnTo>
                  <a:lnTo>
                    <a:pt x="739122" y="5663725"/>
                  </a:lnTo>
                  <a:lnTo>
                    <a:pt x="739247" y="5663725"/>
                  </a:lnTo>
                  <a:lnTo>
                    <a:pt x="739372" y="5663725"/>
                  </a:lnTo>
                  <a:lnTo>
                    <a:pt x="739497" y="5663725"/>
                  </a:lnTo>
                  <a:lnTo>
                    <a:pt x="739622" y="5663725"/>
                  </a:lnTo>
                  <a:lnTo>
                    <a:pt x="739747" y="5663725"/>
                  </a:lnTo>
                  <a:lnTo>
                    <a:pt x="739872" y="5663725"/>
                  </a:lnTo>
                  <a:lnTo>
                    <a:pt x="740122" y="5663725"/>
                  </a:lnTo>
                  <a:lnTo>
                    <a:pt x="740372" y="5663725"/>
                  </a:lnTo>
                  <a:lnTo>
                    <a:pt x="740497" y="5663725"/>
                  </a:lnTo>
                  <a:lnTo>
                    <a:pt x="740622" y="5663725"/>
                  </a:lnTo>
                  <a:lnTo>
                    <a:pt x="740747" y="5663725"/>
                  </a:lnTo>
                  <a:lnTo>
                    <a:pt x="740872" y="5663725"/>
                  </a:lnTo>
                  <a:lnTo>
                    <a:pt x="741372" y="5663725"/>
                  </a:lnTo>
                  <a:lnTo>
                    <a:pt x="741497" y="5663725"/>
                  </a:lnTo>
                  <a:lnTo>
                    <a:pt x="741622" y="5663725"/>
                  </a:lnTo>
                  <a:lnTo>
                    <a:pt x="741747" y="5663725"/>
                  </a:lnTo>
                  <a:lnTo>
                    <a:pt x="741873" y="5663725"/>
                  </a:lnTo>
                  <a:lnTo>
                    <a:pt x="741998" y="5663725"/>
                  </a:lnTo>
                  <a:lnTo>
                    <a:pt x="742123" y="5663725"/>
                  </a:lnTo>
                  <a:lnTo>
                    <a:pt x="742248" y="5663725"/>
                  </a:lnTo>
                  <a:lnTo>
                    <a:pt x="742373" y="5663725"/>
                  </a:lnTo>
                  <a:lnTo>
                    <a:pt x="742498" y="5663725"/>
                  </a:lnTo>
                  <a:lnTo>
                    <a:pt x="742623" y="5663725"/>
                  </a:lnTo>
                  <a:lnTo>
                    <a:pt x="742748" y="5663725"/>
                  </a:lnTo>
                  <a:lnTo>
                    <a:pt x="742873" y="5663725"/>
                  </a:lnTo>
                  <a:lnTo>
                    <a:pt x="742998" y="5663725"/>
                  </a:lnTo>
                  <a:lnTo>
                    <a:pt x="743248" y="5663725"/>
                  </a:lnTo>
                  <a:lnTo>
                    <a:pt x="743373" y="5663725"/>
                  </a:lnTo>
                  <a:lnTo>
                    <a:pt x="743498" y="5663725"/>
                  </a:lnTo>
                  <a:lnTo>
                    <a:pt x="743998" y="5663725"/>
                  </a:lnTo>
                  <a:lnTo>
                    <a:pt x="744123" y="5663725"/>
                  </a:lnTo>
                  <a:lnTo>
                    <a:pt x="744248" y="5663725"/>
                  </a:lnTo>
                  <a:lnTo>
                    <a:pt x="744373" y="5663725"/>
                  </a:lnTo>
                  <a:lnTo>
                    <a:pt x="744498" y="5663725"/>
                  </a:lnTo>
                  <a:lnTo>
                    <a:pt x="744623" y="5663725"/>
                  </a:lnTo>
                  <a:lnTo>
                    <a:pt x="744874" y="5663725"/>
                  </a:lnTo>
                  <a:lnTo>
                    <a:pt x="744999" y="5663725"/>
                  </a:lnTo>
                  <a:lnTo>
                    <a:pt x="745124" y="5663725"/>
                  </a:lnTo>
                  <a:lnTo>
                    <a:pt x="745249" y="5663725"/>
                  </a:lnTo>
                  <a:lnTo>
                    <a:pt x="745374" y="5663725"/>
                  </a:lnTo>
                  <a:lnTo>
                    <a:pt x="745499" y="5663725"/>
                  </a:lnTo>
                  <a:lnTo>
                    <a:pt x="745624" y="5663725"/>
                  </a:lnTo>
                  <a:lnTo>
                    <a:pt x="745749" y="5663725"/>
                  </a:lnTo>
                  <a:lnTo>
                    <a:pt x="745874" y="5663725"/>
                  </a:lnTo>
                  <a:lnTo>
                    <a:pt x="745999" y="5663725"/>
                  </a:lnTo>
                  <a:lnTo>
                    <a:pt x="746124" y="5663725"/>
                  </a:lnTo>
                  <a:lnTo>
                    <a:pt x="746249" y="5663725"/>
                  </a:lnTo>
                  <a:lnTo>
                    <a:pt x="746374" y="5663725"/>
                  </a:lnTo>
                  <a:lnTo>
                    <a:pt x="746499" y="5663725"/>
                  </a:lnTo>
                  <a:lnTo>
                    <a:pt x="746624" y="5663725"/>
                  </a:lnTo>
                  <a:lnTo>
                    <a:pt x="746749" y="5663725"/>
                  </a:lnTo>
                  <a:lnTo>
                    <a:pt x="746874" y="5663725"/>
                  </a:lnTo>
                  <a:lnTo>
                    <a:pt x="746999" y="5663725"/>
                  </a:lnTo>
                  <a:lnTo>
                    <a:pt x="747124" y="5663725"/>
                  </a:lnTo>
                  <a:lnTo>
                    <a:pt x="747249" y="5663725"/>
                  </a:lnTo>
                  <a:lnTo>
                    <a:pt x="747374" y="5663725"/>
                  </a:lnTo>
                  <a:lnTo>
                    <a:pt x="747499" y="5663725"/>
                  </a:lnTo>
                  <a:lnTo>
                    <a:pt x="747624" y="5663725"/>
                  </a:lnTo>
                  <a:lnTo>
                    <a:pt x="748000" y="5663725"/>
                  </a:lnTo>
                  <a:lnTo>
                    <a:pt x="748250" y="5663725"/>
                  </a:lnTo>
                  <a:lnTo>
                    <a:pt x="748500" y="5663725"/>
                  </a:lnTo>
                  <a:lnTo>
                    <a:pt x="748625" y="5663725"/>
                  </a:lnTo>
                  <a:lnTo>
                    <a:pt x="748875" y="5663725"/>
                  </a:lnTo>
                  <a:lnTo>
                    <a:pt x="749000" y="5663725"/>
                  </a:lnTo>
                  <a:lnTo>
                    <a:pt x="749125" y="5663725"/>
                  </a:lnTo>
                  <a:lnTo>
                    <a:pt x="749250" y="5663725"/>
                  </a:lnTo>
                  <a:lnTo>
                    <a:pt x="749500" y="5663725"/>
                  </a:lnTo>
                  <a:lnTo>
                    <a:pt x="749750" y="5663725"/>
                  </a:lnTo>
                  <a:lnTo>
                    <a:pt x="750000" y="5663725"/>
                  </a:lnTo>
                  <a:lnTo>
                    <a:pt x="750125" y="5663725"/>
                  </a:lnTo>
                  <a:lnTo>
                    <a:pt x="750250" y="5663725"/>
                  </a:lnTo>
                  <a:lnTo>
                    <a:pt x="750375" y="5663725"/>
                  </a:lnTo>
                  <a:lnTo>
                    <a:pt x="750625" y="5663725"/>
                  </a:lnTo>
                  <a:lnTo>
                    <a:pt x="750876" y="5663725"/>
                  </a:lnTo>
                  <a:lnTo>
                    <a:pt x="751126" y="5663725"/>
                  </a:lnTo>
                  <a:lnTo>
                    <a:pt x="751251" y="5663725"/>
                  </a:lnTo>
                  <a:lnTo>
                    <a:pt x="751376" y="5663725"/>
                  </a:lnTo>
                  <a:lnTo>
                    <a:pt x="751501" y="5663725"/>
                  </a:lnTo>
                  <a:lnTo>
                    <a:pt x="751626" y="5663725"/>
                  </a:lnTo>
                  <a:lnTo>
                    <a:pt x="752001" y="5663725"/>
                  </a:lnTo>
                  <a:lnTo>
                    <a:pt x="752126" y="5663725"/>
                  </a:lnTo>
                  <a:lnTo>
                    <a:pt x="752251" y="5663725"/>
                  </a:lnTo>
                  <a:lnTo>
                    <a:pt x="752376" y="5663725"/>
                  </a:lnTo>
                  <a:lnTo>
                    <a:pt x="752501" y="5663725"/>
                  </a:lnTo>
                  <a:lnTo>
                    <a:pt x="752751" y="5663725"/>
                  </a:lnTo>
                  <a:lnTo>
                    <a:pt x="753001" y="5663725"/>
                  </a:lnTo>
                  <a:lnTo>
                    <a:pt x="753126" y="5663725"/>
                  </a:lnTo>
                  <a:lnTo>
                    <a:pt x="753251" y="5663725"/>
                  </a:lnTo>
                  <a:lnTo>
                    <a:pt x="753376" y="5663725"/>
                  </a:lnTo>
                  <a:lnTo>
                    <a:pt x="753501" y="5663725"/>
                  </a:lnTo>
                  <a:lnTo>
                    <a:pt x="753626" y="5663725"/>
                  </a:lnTo>
                  <a:lnTo>
                    <a:pt x="753751" y="5663725"/>
                  </a:lnTo>
                  <a:lnTo>
                    <a:pt x="754002" y="5663725"/>
                  </a:lnTo>
                  <a:lnTo>
                    <a:pt x="754252" y="5663725"/>
                  </a:lnTo>
                  <a:lnTo>
                    <a:pt x="754377" y="5663725"/>
                  </a:lnTo>
                  <a:lnTo>
                    <a:pt x="754502" y="5663725"/>
                  </a:lnTo>
                  <a:lnTo>
                    <a:pt x="754627" y="5663725"/>
                  </a:lnTo>
                  <a:lnTo>
                    <a:pt x="754752" y="5663725"/>
                  </a:lnTo>
                  <a:lnTo>
                    <a:pt x="755502" y="5663725"/>
                  </a:lnTo>
                  <a:lnTo>
                    <a:pt x="755627" y="5663725"/>
                  </a:lnTo>
                  <a:lnTo>
                    <a:pt x="755752" y="5663725"/>
                  </a:lnTo>
                  <a:lnTo>
                    <a:pt x="755877" y="5663725"/>
                  </a:lnTo>
                  <a:lnTo>
                    <a:pt x="756002" y="5663725"/>
                  </a:lnTo>
                  <a:lnTo>
                    <a:pt x="756377" y="5663725"/>
                  </a:lnTo>
                  <a:lnTo>
                    <a:pt x="756627" y="5663725"/>
                  </a:lnTo>
                  <a:lnTo>
                    <a:pt x="756752" y="5663725"/>
                  </a:lnTo>
                  <a:lnTo>
                    <a:pt x="757128" y="5663725"/>
                  </a:lnTo>
                  <a:lnTo>
                    <a:pt x="757503" y="5663725"/>
                  </a:lnTo>
                  <a:lnTo>
                    <a:pt x="757628" y="5663725"/>
                  </a:lnTo>
                  <a:lnTo>
                    <a:pt x="757753" y="5663725"/>
                  </a:lnTo>
                  <a:lnTo>
                    <a:pt x="757878" y="5663725"/>
                  </a:lnTo>
                  <a:lnTo>
                    <a:pt x="758128" y="5663725"/>
                  </a:lnTo>
                  <a:lnTo>
                    <a:pt x="758378" y="5663725"/>
                  </a:lnTo>
                  <a:lnTo>
                    <a:pt x="758503" y="5663725"/>
                  </a:lnTo>
                  <a:lnTo>
                    <a:pt x="758628" y="5663725"/>
                  </a:lnTo>
                  <a:lnTo>
                    <a:pt x="758753" y="5663725"/>
                  </a:lnTo>
                  <a:lnTo>
                    <a:pt x="758878" y="5663725"/>
                  </a:lnTo>
                  <a:lnTo>
                    <a:pt x="759003" y="5663725"/>
                  </a:lnTo>
                  <a:lnTo>
                    <a:pt x="759128" y="5663725"/>
                  </a:lnTo>
                  <a:lnTo>
                    <a:pt x="759253" y="5663725"/>
                  </a:lnTo>
                  <a:lnTo>
                    <a:pt x="759378" y="5663725"/>
                  </a:lnTo>
                  <a:lnTo>
                    <a:pt x="759503" y="5663725"/>
                  </a:lnTo>
                  <a:lnTo>
                    <a:pt x="759628" y="5663725"/>
                  </a:lnTo>
                  <a:lnTo>
                    <a:pt x="759753" y="5663725"/>
                  </a:lnTo>
                  <a:lnTo>
                    <a:pt x="760129" y="5663725"/>
                  </a:lnTo>
                  <a:lnTo>
                    <a:pt x="760254" y="5663725"/>
                  </a:lnTo>
                  <a:lnTo>
                    <a:pt x="760379" y="5663725"/>
                  </a:lnTo>
                  <a:lnTo>
                    <a:pt x="760629" y="5663725"/>
                  </a:lnTo>
                  <a:lnTo>
                    <a:pt x="760754" y="5663725"/>
                  </a:lnTo>
                  <a:lnTo>
                    <a:pt x="760879" y="5663725"/>
                  </a:lnTo>
                  <a:lnTo>
                    <a:pt x="761004" y="5663725"/>
                  </a:lnTo>
                  <a:lnTo>
                    <a:pt x="761129" y="5663725"/>
                  </a:lnTo>
                  <a:lnTo>
                    <a:pt x="761379" y="5663725"/>
                  </a:lnTo>
                  <a:lnTo>
                    <a:pt x="761504" y="5663725"/>
                  </a:lnTo>
                  <a:lnTo>
                    <a:pt x="761754" y="5663725"/>
                  </a:lnTo>
                  <a:lnTo>
                    <a:pt x="761879" y="5663725"/>
                  </a:lnTo>
                  <a:lnTo>
                    <a:pt x="762129" y="5663725"/>
                  </a:lnTo>
                  <a:lnTo>
                    <a:pt x="762379" y="5663725"/>
                  </a:lnTo>
                  <a:lnTo>
                    <a:pt x="762504" y="5663725"/>
                  </a:lnTo>
                  <a:lnTo>
                    <a:pt x="762629" y="5663725"/>
                  </a:lnTo>
                  <a:lnTo>
                    <a:pt x="762754" y="5663725"/>
                  </a:lnTo>
                  <a:lnTo>
                    <a:pt x="762880" y="5663725"/>
                  </a:lnTo>
                  <a:lnTo>
                    <a:pt x="763130" y="5663725"/>
                  </a:lnTo>
                  <a:lnTo>
                    <a:pt x="763380" y="5663725"/>
                  </a:lnTo>
                  <a:lnTo>
                    <a:pt x="763505" y="5663725"/>
                  </a:lnTo>
                  <a:lnTo>
                    <a:pt x="763630" y="5663725"/>
                  </a:lnTo>
                  <a:lnTo>
                    <a:pt x="763755" y="5663725"/>
                  </a:lnTo>
                  <a:lnTo>
                    <a:pt x="763880" y="5663725"/>
                  </a:lnTo>
                  <a:lnTo>
                    <a:pt x="764005" y="5663725"/>
                  </a:lnTo>
                  <a:lnTo>
                    <a:pt x="764130" y="5663725"/>
                  </a:lnTo>
                  <a:lnTo>
                    <a:pt x="764255" y="5663725"/>
                  </a:lnTo>
                  <a:lnTo>
                    <a:pt x="764380" y="5663725"/>
                  </a:lnTo>
                  <a:lnTo>
                    <a:pt x="764630" y="5663725"/>
                  </a:lnTo>
                  <a:lnTo>
                    <a:pt x="764755" y="5653771"/>
                  </a:lnTo>
                  <a:lnTo>
                    <a:pt x="765130" y="5653771"/>
                  </a:lnTo>
                  <a:lnTo>
                    <a:pt x="765255" y="5653771"/>
                  </a:lnTo>
                  <a:lnTo>
                    <a:pt x="765380" y="5653771"/>
                  </a:lnTo>
                  <a:lnTo>
                    <a:pt x="765505" y="5653771"/>
                  </a:lnTo>
                  <a:lnTo>
                    <a:pt x="765630" y="5653771"/>
                  </a:lnTo>
                  <a:lnTo>
                    <a:pt x="765755" y="5653771"/>
                  </a:lnTo>
                  <a:lnTo>
                    <a:pt x="766131" y="5653771"/>
                  </a:lnTo>
                  <a:lnTo>
                    <a:pt x="766256" y="5653771"/>
                  </a:lnTo>
                  <a:lnTo>
                    <a:pt x="766381" y="5653771"/>
                  </a:lnTo>
                  <a:lnTo>
                    <a:pt x="766506" y="5653771"/>
                  </a:lnTo>
                  <a:lnTo>
                    <a:pt x="766631" y="5653771"/>
                  </a:lnTo>
                  <a:lnTo>
                    <a:pt x="766756" y="5653771"/>
                  </a:lnTo>
                  <a:lnTo>
                    <a:pt x="766881" y="5653771"/>
                  </a:lnTo>
                  <a:lnTo>
                    <a:pt x="767006" y="5653771"/>
                  </a:lnTo>
                  <a:lnTo>
                    <a:pt x="767131" y="5653771"/>
                  </a:lnTo>
                  <a:lnTo>
                    <a:pt x="767256" y="5653771"/>
                  </a:lnTo>
                  <a:lnTo>
                    <a:pt x="767381" y="5653771"/>
                  </a:lnTo>
                  <a:lnTo>
                    <a:pt x="767381" y="5643817"/>
                  </a:lnTo>
                  <a:lnTo>
                    <a:pt x="767756" y="5643817"/>
                  </a:lnTo>
                  <a:lnTo>
                    <a:pt x="767881" y="5643817"/>
                  </a:lnTo>
                  <a:lnTo>
                    <a:pt x="767881" y="5633863"/>
                  </a:lnTo>
                  <a:lnTo>
                    <a:pt x="768006" y="5633863"/>
                  </a:lnTo>
                  <a:lnTo>
                    <a:pt x="768131" y="5633863"/>
                  </a:lnTo>
                  <a:lnTo>
                    <a:pt x="768256" y="5633863"/>
                  </a:lnTo>
                  <a:lnTo>
                    <a:pt x="768381" y="5633863"/>
                  </a:lnTo>
                  <a:lnTo>
                    <a:pt x="768631" y="5633863"/>
                  </a:lnTo>
                  <a:lnTo>
                    <a:pt x="768756" y="5633863"/>
                  </a:lnTo>
                  <a:lnTo>
                    <a:pt x="768882" y="5633863"/>
                  </a:lnTo>
                  <a:lnTo>
                    <a:pt x="769257" y="5633863"/>
                  </a:lnTo>
                  <a:lnTo>
                    <a:pt x="769632" y="5633863"/>
                  </a:lnTo>
                  <a:lnTo>
                    <a:pt x="769757" y="5633863"/>
                  </a:lnTo>
                  <a:lnTo>
                    <a:pt x="769882" y="5633863"/>
                  </a:lnTo>
                  <a:lnTo>
                    <a:pt x="770007" y="5633863"/>
                  </a:lnTo>
                  <a:lnTo>
                    <a:pt x="770132" y="5633863"/>
                  </a:lnTo>
                  <a:lnTo>
                    <a:pt x="770257" y="5633863"/>
                  </a:lnTo>
                  <a:lnTo>
                    <a:pt x="770507" y="5633863"/>
                  </a:lnTo>
                  <a:lnTo>
                    <a:pt x="770757" y="5633863"/>
                  </a:lnTo>
                  <a:lnTo>
                    <a:pt x="770882" y="5633863"/>
                  </a:lnTo>
                  <a:lnTo>
                    <a:pt x="771007" y="5633863"/>
                  </a:lnTo>
                  <a:lnTo>
                    <a:pt x="771257" y="5633863"/>
                  </a:lnTo>
                  <a:lnTo>
                    <a:pt x="771382" y="5633863"/>
                  </a:lnTo>
                  <a:lnTo>
                    <a:pt x="771507" y="5633863"/>
                  </a:lnTo>
                  <a:lnTo>
                    <a:pt x="771632" y="5633863"/>
                  </a:lnTo>
                  <a:lnTo>
                    <a:pt x="771883" y="5633863"/>
                  </a:lnTo>
                  <a:lnTo>
                    <a:pt x="772008" y="5633863"/>
                  </a:lnTo>
                  <a:lnTo>
                    <a:pt x="772133" y="5633863"/>
                  </a:lnTo>
                  <a:lnTo>
                    <a:pt x="772258" y="5633863"/>
                  </a:lnTo>
                  <a:lnTo>
                    <a:pt x="772383" y="5633863"/>
                  </a:lnTo>
                  <a:lnTo>
                    <a:pt x="772508" y="5633863"/>
                  </a:lnTo>
                  <a:lnTo>
                    <a:pt x="772633" y="5633863"/>
                  </a:lnTo>
                  <a:lnTo>
                    <a:pt x="772758" y="5633863"/>
                  </a:lnTo>
                  <a:lnTo>
                    <a:pt x="772883" y="5633863"/>
                  </a:lnTo>
                  <a:lnTo>
                    <a:pt x="773008" y="5633863"/>
                  </a:lnTo>
                  <a:lnTo>
                    <a:pt x="773133" y="5633863"/>
                  </a:lnTo>
                  <a:lnTo>
                    <a:pt x="773258" y="5633863"/>
                  </a:lnTo>
                  <a:lnTo>
                    <a:pt x="773383" y="5633863"/>
                  </a:lnTo>
                  <a:lnTo>
                    <a:pt x="773508" y="5633863"/>
                  </a:lnTo>
                  <a:lnTo>
                    <a:pt x="773633" y="5633863"/>
                  </a:lnTo>
                  <a:lnTo>
                    <a:pt x="773758" y="5633863"/>
                  </a:lnTo>
                  <a:lnTo>
                    <a:pt x="774008" y="5633863"/>
                  </a:lnTo>
                  <a:lnTo>
                    <a:pt x="774133" y="5633863"/>
                  </a:lnTo>
                  <a:lnTo>
                    <a:pt x="774258" y="5633863"/>
                  </a:lnTo>
                  <a:lnTo>
                    <a:pt x="774383" y="5633863"/>
                  </a:lnTo>
                  <a:lnTo>
                    <a:pt x="774508" y="5633863"/>
                  </a:lnTo>
                  <a:lnTo>
                    <a:pt x="774633" y="5633863"/>
                  </a:lnTo>
                  <a:lnTo>
                    <a:pt x="774884" y="5633863"/>
                  </a:lnTo>
                  <a:lnTo>
                    <a:pt x="775009" y="5633863"/>
                  </a:lnTo>
                  <a:lnTo>
                    <a:pt x="775134" y="5633863"/>
                  </a:lnTo>
                  <a:lnTo>
                    <a:pt x="775384" y="5633863"/>
                  </a:lnTo>
                  <a:lnTo>
                    <a:pt x="775509" y="5633863"/>
                  </a:lnTo>
                  <a:lnTo>
                    <a:pt x="775634" y="5633863"/>
                  </a:lnTo>
                  <a:lnTo>
                    <a:pt x="775759" y="5633863"/>
                  </a:lnTo>
                  <a:lnTo>
                    <a:pt x="776009" y="5633863"/>
                  </a:lnTo>
                  <a:lnTo>
                    <a:pt x="776134" y="5633863"/>
                  </a:lnTo>
                  <a:lnTo>
                    <a:pt x="776259" y="5633863"/>
                  </a:lnTo>
                  <a:lnTo>
                    <a:pt x="776384" y="5623909"/>
                  </a:lnTo>
                  <a:lnTo>
                    <a:pt x="776509" y="5623909"/>
                  </a:lnTo>
                  <a:lnTo>
                    <a:pt x="776634" y="5623909"/>
                  </a:lnTo>
                  <a:lnTo>
                    <a:pt x="777009" y="5623909"/>
                  </a:lnTo>
                  <a:lnTo>
                    <a:pt x="777134" y="5623909"/>
                  </a:lnTo>
                  <a:lnTo>
                    <a:pt x="777259" y="5623909"/>
                  </a:lnTo>
                  <a:lnTo>
                    <a:pt x="777384" y="5623909"/>
                  </a:lnTo>
                  <a:lnTo>
                    <a:pt x="777509" y="5623909"/>
                  </a:lnTo>
                  <a:lnTo>
                    <a:pt x="777634" y="5623909"/>
                  </a:lnTo>
                  <a:lnTo>
                    <a:pt x="777760" y="5623909"/>
                  </a:lnTo>
                  <a:lnTo>
                    <a:pt x="777885" y="5623909"/>
                  </a:lnTo>
                  <a:lnTo>
                    <a:pt x="778010" y="5623909"/>
                  </a:lnTo>
                  <a:lnTo>
                    <a:pt x="778260" y="5623909"/>
                  </a:lnTo>
                  <a:lnTo>
                    <a:pt x="778385" y="5623909"/>
                  </a:lnTo>
                  <a:lnTo>
                    <a:pt x="778510" y="5623909"/>
                  </a:lnTo>
                  <a:lnTo>
                    <a:pt x="778635" y="5623909"/>
                  </a:lnTo>
                  <a:lnTo>
                    <a:pt x="778760" y="5623909"/>
                  </a:lnTo>
                  <a:lnTo>
                    <a:pt x="779010" y="5623909"/>
                  </a:lnTo>
                  <a:lnTo>
                    <a:pt x="779135" y="5623909"/>
                  </a:lnTo>
                  <a:lnTo>
                    <a:pt x="779260" y="5623909"/>
                  </a:lnTo>
                  <a:lnTo>
                    <a:pt x="779510" y="5623909"/>
                  </a:lnTo>
                  <a:lnTo>
                    <a:pt x="779635" y="5623909"/>
                  </a:lnTo>
                  <a:lnTo>
                    <a:pt x="779760" y="5623909"/>
                  </a:lnTo>
                  <a:lnTo>
                    <a:pt x="779885" y="5623909"/>
                  </a:lnTo>
                  <a:lnTo>
                    <a:pt x="780010" y="5623909"/>
                  </a:lnTo>
                  <a:lnTo>
                    <a:pt x="780135" y="5623909"/>
                  </a:lnTo>
                  <a:lnTo>
                    <a:pt x="780385" y="5623909"/>
                  </a:lnTo>
                  <a:lnTo>
                    <a:pt x="780510" y="5623909"/>
                  </a:lnTo>
                  <a:lnTo>
                    <a:pt x="780635" y="5623909"/>
                  </a:lnTo>
                  <a:lnTo>
                    <a:pt x="780761" y="5623909"/>
                  </a:lnTo>
                  <a:lnTo>
                    <a:pt x="780886" y="5623909"/>
                  </a:lnTo>
                  <a:lnTo>
                    <a:pt x="781011" y="5623909"/>
                  </a:lnTo>
                  <a:lnTo>
                    <a:pt x="781136" y="5623909"/>
                  </a:lnTo>
                  <a:lnTo>
                    <a:pt x="783887" y="5623909"/>
                  </a:lnTo>
                  <a:lnTo>
                    <a:pt x="783887" y="5613955"/>
                  </a:lnTo>
                  <a:lnTo>
                    <a:pt x="784012" y="5613955"/>
                  </a:lnTo>
                  <a:lnTo>
                    <a:pt x="784137" y="5613955"/>
                  </a:lnTo>
                  <a:lnTo>
                    <a:pt x="784262" y="5613955"/>
                  </a:lnTo>
                  <a:lnTo>
                    <a:pt x="784512" y="5613955"/>
                  </a:lnTo>
                  <a:lnTo>
                    <a:pt x="784637" y="5613955"/>
                  </a:lnTo>
                  <a:lnTo>
                    <a:pt x="784762" y="5613955"/>
                  </a:lnTo>
                  <a:lnTo>
                    <a:pt x="784887" y="5613955"/>
                  </a:lnTo>
                  <a:lnTo>
                    <a:pt x="785012" y="5613955"/>
                  </a:lnTo>
                  <a:lnTo>
                    <a:pt x="785387" y="5613955"/>
                  </a:lnTo>
                  <a:lnTo>
                    <a:pt x="785512" y="5613955"/>
                  </a:lnTo>
                  <a:lnTo>
                    <a:pt x="785637" y="5613955"/>
                  </a:lnTo>
                  <a:lnTo>
                    <a:pt x="785887" y="5613955"/>
                  </a:lnTo>
                  <a:lnTo>
                    <a:pt x="786137" y="5613955"/>
                  </a:lnTo>
                  <a:lnTo>
                    <a:pt x="786262" y="5613955"/>
                  </a:lnTo>
                  <a:lnTo>
                    <a:pt x="786387" y="5613955"/>
                  </a:lnTo>
                  <a:lnTo>
                    <a:pt x="786512" y="5613955"/>
                  </a:lnTo>
                  <a:lnTo>
                    <a:pt x="786637" y="5613955"/>
                  </a:lnTo>
                  <a:lnTo>
                    <a:pt x="786763" y="5613955"/>
                  </a:lnTo>
                  <a:lnTo>
                    <a:pt x="786888" y="5613955"/>
                  </a:lnTo>
                  <a:lnTo>
                    <a:pt x="787013" y="5613955"/>
                  </a:lnTo>
                  <a:lnTo>
                    <a:pt x="787263" y="5613955"/>
                  </a:lnTo>
                  <a:lnTo>
                    <a:pt x="787388" y="5613955"/>
                  </a:lnTo>
                  <a:lnTo>
                    <a:pt x="787513" y="5613955"/>
                  </a:lnTo>
                  <a:lnTo>
                    <a:pt x="787638" y="5613955"/>
                  </a:lnTo>
                  <a:lnTo>
                    <a:pt x="787763" y="5613955"/>
                  </a:lnTo>
                  <a:lnTo>
                    <a:pt x="787888" y="5613955"/>
                  </a:lnTo>
                  <a:lnTo>
                    <a:pt x="788013" y="5613955"/>
                  </a:lnTo>
                  <a:lnTo>
                    <a:pt x="788138" y="5613955"/>
                  </a:lnTo>
                  <a:lnTo>
                    <a:pt x="788263" y="5613955"/>
                  </a:lnTo>
                  <a:lnTo>
                    <a:pt x="788388" y="5613955"/>
                  </a:lnTo>
                  <a:lnTo>
                    <a:pt x="788513" y="5613955"/>
                  </a:lnTo>
                  <a:lnTo>
                    <a:pt x="788638" y="5613955"/>
                  </a:lnTo>
                  <a:lnTo>
                    <a:pt x="789013" y="5613955"/>
                  </a:lnTo>
                  <a:lnTo>
                    <a:pt x="789138" y="5613955"/>
                  </a:lnTo>
                  <a:lnTo>
                    <a:pt x="789263" y="5613955"/>
                  </a:lnTo>
                  <a:lnTo>
                    <a:pt x="789388" y="5613955"/>
                  </a:lnTo>
                  <a:lnTo>
                    <a:pt x="789764" y="5613955"/>
                  </a:lnTo>
                  <a:lnTo>
                    <a:pt x="790139" y="5613955"/>
                  </a:lnTo>
                  <a:lnTo>
                    <a:pt x="790264" y="5613955"/>
                  </a:lnTo>
                  <a:lnTo>
                    <a:pt x="790389" y="5613955"/>
                  </a:lnTo>
                  <a:lnTo>
                    <a:pt x="790639" y="5613955"/>
                  </a:lnTo>
                  <a:lnTo>
                    <a:pt x="790764" y="5613955"/>
                  </a:lnTo>
                  <a:lnTo>
                    <a:pt x="790889" y="5613955"/>
                  </a:lnTo>
                  <a:lnTo>
                    <a:pt x="791264" y="5613955"/>
                  </a:lnTo>
                  <a:lnTo>
                    <a:pt x="791389" y="5613955"/>
                  </a:lnTo>
                  <a:lnTo>
                    <a:pt x="791514" y="5613955"/>
                  </a:lnTo>
                  <a:lnTo>
                    <a:pt x="791639" y="5613955"/>
                  </a:lnTo>
                  <a:lnTo>
                    <a:pt x="791889" y="5613955"/>
                  </a:lnTo>
                  <a:lnTo>
                    <a:pt x="792139" y="5604002"/>
                  </a:lnTo>
                  <a:lnTo>
                    <a:pt x="792264" y="5604002"/>
                  </a:lnTo>
                  <a:lnTo>
                    <a:pt x="792389" y="5604002"/>
                  </a:lnTo>
                  <a:lnTo>
                    <a:pt x="792514" y="5604002"/>
                  </a:lnTo>
                  <a:lnTo>
                    <a:pt x="792639" y="5604002"/>
                  </a:lnTo>
                  <a:lnTo>
                    <a:pt x="792890" y="5604002"/>
                  </a:lnTo>
                  <a:lnTo>
                    <a:pt x="793015" y="5604002"/>
                  </a:lnTo>
                  <a:lnTo>
                    <a:pt x="793140" y="5604002"/>
                  </a:lnTo>
                  <a:lnTo>
                    <a:pt x="793265" y="5604002"/>
                  </a:lnTo>
                  <a:lnTo>
                    <a:pt x="793390" y="5604002"/>
                  </a:lnTo>
                  <a:lnTo>
                    <a:pt x="793515" y="5604002"/>
                  </a:lnTo>
                  <a:lnTo>
                    <a:pt x="793640" y="5604002"/>
                  </a:lnTo>
                  <a:lnTo>
                    <a:pt x="793765" y="5604002"/>
                  </a:lnTo>
                  <a:lnTo>
                    <a:pt x="793890" y="5604002"/>
                  </a:lnTo>
                  <a:lnTo>
                    <a:pt x="794140" y="5604002"/>
                  </a:lnTo>
                  <a:lnTo>
                    <a:pt x="794265" y="5604002"/>
                  </a:lnTo>
                  <a:lnTo>
                    <a:pt x="794390" y="5604002"/>
                  </a:lnTo>
                  <a:lnTo>
                    <a:pt x="794515" y="5604002"/>
                  </a:lnTo>
                  <a:lnTo>
                    <a:pt x="794765" y="5604002"/>
                  </a:lnTo>
                  <a:lnTo>
                    <a:pt x="794890" y="5604002"/>
                  </a:lnTo>
                  <a:lnTo>
                    <a:pt x="795015" y="5604002"/>
                  </a:lnTo>
                  <a:lnTo>
                    <a:pt x="795140" y="5604002"/>
                  </a:lnTo>
                  <a:lnTo>
                    <a:pt x="795265" y="5604002"/>
                  </a:lnTo>
                  <a:lnTo>
                    <a:pt x="795390" y="5604002"/>
                  </a:lnTo>
                  <a:lnTo>
                    <a:pt x="795640" y="5604002"/>
                  </a:lnTo>
                  <a:lnTo>
                    <a:pt x="795891" y="5604002"/>
                  </a:lnTo>
                  <a:lnTo>
                    <a:pt x="796016" y="5604002"/>
                  </a:lnTo>
                  <a:lnTo>
                    <a:pt x="796266" y="5604002"/>
                  </a:lnTo>
                  <a:lnTo>
                    <a:pt x="796391" y="5604002"/>
                  </a:lnTo>
                  <a:lnTo>
                    <a:pt x="796516" y="5604002"/>
                  </a:lnTo>
                  <a:lnTo>
                    <a:pt x="796891" y="5604002"/>
                  </a:lnTo>
                  <a:lnTo>
                    <a:pt x="797016" y="5604002"/>
                  </a:lnTo>
                  <a:lnTo>
                    <a:pt x="797266" y="5604002"/>
                  </a:lnTo>
                  <a:lnTo>
                    <a:pt x="797516" y="5604002"/>
                  </a:lnTo>
                  <a:lnTo>
                    <a:pt x="797641" y="5604002"/>
                  </a:lnTo>
                  <a:lnTo>
                    <a:pt x="797766" y="5604002"/>
                  </a:lnTo>
                  <a:lnTo>
                    <a:pt x="797891" y="5604002"/>
                  </a:lnTo>
                  <a:lnTo>
                    <a:pt x="798141" y="5604002"/>
                  </a:lnTo>
                  <a:lnTo>
                    <a:pt x="798266" y="5604002"/>
                  </a:lnTo>
                  <a:lnTo>
                    <a:pt x="798391" y="5604002"/>
                  </a:lnTo>
                  <a:lnTo>
                    <a:pt x="798516" y="5604002"/>
                  </a:lnTo>
                  <a:lnTo>
                    <a:pt x="798641" y="5604002"/>
                  </a:lnTo>
                  <a:lnTo>
                    <a:pt x="798767" y="5604002"/>
                  </a:lnTo>
                  <a:lnTo>
                    <a:pt x="798892" y="5604002"/>
                  </a:lnTo>
                  <a:lnTo>
                    <a:pt x="799017" y="5604002"/>
                  </a:lnTo>
                  <a:lnTo>
                    <a:pt x="799267" y="5604002"/>
                  </a:lnTo>
                  <a:lnTo>
                    <a:pt x="799392" y="5604002"/>
                  </a:lnTo>
                  <a:lnTo>
                    <a:pt x="799517" y="5604002"/>
                  </a:lnTo>
                  <a:lnTo>
                    <a:pt x="799767" y="5604002"/>
                  </a:lnTo>
                  <a:lnTo>
                    <a:pt x="799892" y="5604002"/>
                  </a:lnTo>
                  <a:lnTo>
                    <a:pt x="800017" y="5604002"/>
                  </a:lnTo>
                  <a:lnTo>
                    <a:pt x="800142" y="5604002"/>
                  </a:lnTo>
                  <a:lnTo>
                    <a:pt x="800267" y="5604002"/>
                  </a:lnTo>
                  <a:lnTo>
                    <a:pt x="800517" y="5604002"/>
                  </a:lnTo>
                  <a:lnTo>
                    <a:pt x="800767" y="5604002"/>
                  </a:lnTo>
                  <a:lnTo>
                    <a:pt x="800892" y="5604002"/>
                  </a:lnTo>
                  <a:lnTo>
                    <a:pt x="801017" y="5604002"/>
                  </a:lnTo>
                  <a:lnTo>
                    <a:pt x="801267" y="5604002"/>
                  </a:lnTo>
                  <a:lnTo>
                    <a:pt x="801893" y="5604002"/>
                  </a:lnTo>
                  <a:lnTo>
                    <a:pt x="802018" y="5604002"/>
                  </a:lnTo>
                  <a:lnTo>
                    <a:pt x="802268" y="5604002"/>
                  </a:lnTo>
                  <a:lnTo>
                    <a:pt x="802393" y="5604002"/>
                  </a:lnTo>
                  <a:lnTo>
                    <a:pt x="802518" y="5604002"/>
                  </a:lnTo>
                  <a:lnTo>
                    <a:pt x="802643" y="5604002"/>
                  </a:lnTo>
                  <a:lnTo>
                    <a:pt x="802768" y="5604002"/>
                  </a:lnTo>
                  <a:lnTo>
                    <a:pt x="802893" y="5604002"/>
                  </a:lnTo>
                  <a:lnTo>
                    <a:pt x="803143" y="5604002"/>
                  </a:lnTo>
                  <a:lnTo>
                    <a:pt x="803268" y="5604002"/>
                  </a:lnTo>
                  <a:lnTo>
                    <a:pt x="803518" y="5604002"/>
                  </a:lnTo>
                  <a:lnTo>
                    <a:pt x="803643" y="5604002"/>
                  </a:lnTo>
                  <a:lnTo>
                    <a:pt x="804018" y="5604002"/>
                  </a:lnTo>
                  <a:lnTo>
                    <a:pt x="804393" y="5604002"/>
                  </a:lnTo>
                  <a:lnTo>
                    <a:pt x="804518" y="5604002"/>
                  </a:lnTo>
                  <a:lnTo>
                    <a:pt x="804643" y="5604002"/>
                  </a:lnTo>
                  <a:lnTo>
                    <a:pt x="804769" y="5604002"/>
                  </a:lnTo>
                  <a:lnTo>
                    <a:pt x="804894" y="5604002"/>
                  </a:lnTo>
                  <a:lnTo>
                    <a:pt x="805019" y="5604002"/>
                  </a:lnTo>
                  <a:lnTo>
                    <a:pt x="805394" y="5604002"/>
                  </a:lnTo>
                  <a:lnTo>
                    <a:pt x="805644" y="5604002"/>
                  </a:lnTo>
                  <a:lnTo>
                    <a:pt x="806019" y="5604002"/>
                  </a:lnTo>
                  <a:lnTo>
                    <a:pt x="806144" y="5604002"/>
                  </a:lnTo>
                  <a:lnTo>
                    <a:pt x="806269" y="5604002"/>
                  </a:lnTo>
                  <a:lnTo>
                    <a:pt x="806394" y="5604002"/>
                  </a:lnTo>
                  <a:lnTo>
                    <a:pt x="806519" y="5604002"/>
                  </a:lnTo>
                  <a:lnTo>
                    <a:pt x="806644" y="5604002"/>
                  </a:lnTo>
                  <a:lnTo>
                    <a:pt x="806769" y="5604002"/>
                  </a:lnTo>
                  <a:lnTo>
                    <a:pt x="806894" y="5604002"/>
                  </a:lnTo>
                  <a:lnTo>
                    <a:pt x="807269" y="5604002"/>
                  </a:lnTo>
                  <a:lnTo>
                    <a:pt x="807394" y="5604002"/>
                  </a:lnTo>
                  <a:lnTo>
                    <a:pt x="807519" y="5604002"/>
                  </a:lnTo>
                  <a:lnTo>
                    <a:pt x="807644" y="5604002"/>
                  </a:lnTo>
                  <a:lnTo>
                    <a:pt x="807770" y="5604002"/>
                  </a:lnTo>
                  <a:lnTo>
                    <a:pt x="807895" y="5604002"/>
                  </a:lnTo>
                  <a:lnTo>
                    <a:pt x="808270" y="5604002"/>
                  </a:lnTo>
                  <a:lnTo>
                    <a:pt x="808395" y="5604002"/>
                  </a:lnTo>
                  <a:lnTo>
                    <a:pt x="808520" y="5604002"/>
                  </a:lnTo>
                  <a:lnTo>
                    <a:pt x="808645" y="5604002"/>
                  </a:lnTo>
                  <a:lnTo>
                    <a:pt x="808895" y="5604002"/>
                  </a:lnTo>
                  <a:lnTo>
                    <a:pt x="809020" y="5604002"/>
                  </a:lnTo>
                  <a:lnTo>
                    <a:pt x="809270" y="5604002"/>
                  </a:lnTo>
                  <a:lnTo>
                    <a:pt x="809395" y="5604002"/>
                  </a:lnTo>
                  <a:lnTo>
                    <a:pt x="809520" y="5604002"/>
                  </a:lnTo>
                  <a:lnTo>
                    <a:pt x="809645" y="5604002"/>
                  </a:lnTo>
                  <a:lnTo>
                    <a:pt x="809770" y="5604002"/>
                  </a:lnTo>
                  <a:lnTo>
                    <a:pt x="810020" y="5604002"/>
                  </a:lnTo>
                  <a:lnTo>
                    <a:pt x="810270" y="5604002"/>
                  </a:lnTo>
                  <a:lnTo>
                    <a:pt x="810520" y="5604002"/>
                  </a:lnTo>
                  <a:lnTo>
                    <a:pt x="810645" y="5604002"/>
                  </a:lnTo>
                  <a:lnTo>
                    <a:pt x="810896" y="5604002"/>
                  </a:lnTo>
                  <a:lnTo>
                    <a:pt x="811021" y="5604002"/>
                  </a:lnTo>
                  <a:lnTo>
                    <a:pt x="811271" y="5604002"/>
                  </a:lnTo>
                  <a:lnTo>
                    <a:pt x="811396" y="5604002"/>
                  </a:lnTo>
                  <a:lnTo>
                    <a:pt x="811521" y="5604002"/>
                  </a:lnTo>
                  <a:lnTo>
                    <a:pt x="811646" y="5604002"/>
                  </a:lnTo>
                  <a:lnTo>
                    <a:pt x="812021" y="5604002"/>
                  </a:lnTo>
                  <a:lnTo>
                    <a:pt x="812396" y="5604002"/>
                  </a:lnTo>
                  <a:lnTo>
                    <a:pt x="812646" y="5604002"/>
                  </a:lnTo>
                  <a:lnTo>
                    <a:pt x="812771" y="5604002"/>
                  </a:lnTo>
                  <a:lnTo>
                    <a:pt x="812896" y="5604002"/>
                  </a:lnTo>
                  <a:lnTo>
                    <a:pt x="813021" y="5604002"/>
                  </a:lnTo>
                  <a:lnTo>
                    <a:pt x="813146" y="5604002"/>
                  </a:lnTo>
                  <a:lnTo>
                    <a:pt x="813271" y="5604002"/>
                  </a:lnTo>
                  <a:lnTo>
                    <a:pt x="813396" y="5604002"/>
                  </a:lnTo>
                  <a:lnTo>
                    <a:pt x="813646" y="5604002"/>
                  </a:lnTo>
                  <a:lnTo>
                    <a:pt x="813772" y="5604002"/>
                  </a:lnTo>
                  <a:lnTo>
                    <a:pt x="814022" y="5604002"/>
                  </a:lnTo>
                  <a:lnTo>
                    <a:pt x="814147" y="5604002"/>
                  </a:lnTo>
                  <a:lnTo>
                    <a:pt x="814272" y="5604002"/>
                  </a:lnTo>
                  <a:lnTo>
                    <a:pt x="814522" y="5604002"/>
                  </a:lnTo>
                  <a:lnTo>
                    <a:pt x="814647" y="5604002"/>
                  </a:lnTo>
                  <a:lnTo>
                    <a:pt x="814897" y="5604002"/>
                  </a:lnTo>
                  <a:lnTo>
                    <a:pt x="815022" y="5604002"/>
                  </a:lnTo>
                  <a:lnTo>
                    <a:pt x="815147" y="5604002"/>
                  </a:lnTo>
                  <a:lnTo>
                    <a:pt x="815397" y="5604002"/>
                  </a:lnTo>
                  <a:lnTo>
                    <a:pt x="815522" y="5604002"/>
                  </a:lnTo>
                  <a:lnTo>
                    <a:pt x="815647" y="5604002"/>
                  </a:lnTo>
                  <a:lnTo>
                    <a:pt x="815897" y="5604002"/>
                  </a:lnTo>
                  <a:lnTo>
                    <a:pt x="816147" y="5604002"/>
                  </a:lnTo>
                  <a:lnTo>
                    <a:pt x="816272" y="5604002"/>
                  </a:lnTo>
                  <a:lnTo>
                    <a:pt x="816397" y="5604002"/>
                  </a:lnTo>
                  <a:lnTo>
                    <a:pt x="816648" y="5604002"/>
                  </a:lnTo>
                  <a:lnTo>
                    <a:pt x="816773" y="5604002"/>
                  </a:lnTo>
                  <a:lnTo>
                    <a:pt x="816898" y="5604002"/>
                  </a:lnTo>
                  <a:lnTo>
                    <a:pt x="817148" y="5604002"/>
                  </a:lnTo>
                  <a:lnTo>
                    <a:pt x="817273" y="5604002"/>
                  </a:lnTo>
                  <a:lnTo>
                    <a:pt x="817898" y="5604002"/>
                  </a:lnTo>
                  <a:lnTo>
                    <a:pt x="818023" y="5604002"/>
                  </a:lnTo>
                  <a:lnTo>
                    <a:pt x="818148" y="5604002"/>
                  </a:lnTo>
                  <a:lnTo>
                    <a:pt x="818398" y="5604002"/>
                  </a:lnTo>
                  <a:lnTo>
                    <a:pt x="818523" y="5604002"/>
                  </a:lnTo>
                  <a:lnTo>
                    <a:pt x="818648" y="5604002"/>
                  </a:lnTo>
                  <a:lnTo>
                    <a:pt x="818898" y="5604002"/>
                  </a:lnTo>
                  <a:lnTo>
                    <a:pt x="819148" y="5604002"/>
                  </a:lnTo>
                  <a:lnTo>
                    <a:pt x="819398" y="5604002"/>
                  </a:lnTo>
                  <a:lnTo>
                    <a:pt x="819523" y="5604002"/>
                  </a:lnTo>
                  <a:lnTo>
                    <a:pt x="820024" y="5604002"/>
                  </a:lnTo>
                  <a:lnTo>
                    <a:pt x="820149" y="5604002"/>
                  </a:lnTo>
                  <a:lnTo>
                    <a:pt x="820399" y="5604002"/>
                  </a:lnTo>
                  <a:lnTo>
                    <a:pt x="820899" y="5604002"/>
                  </a:lnTo>
                  <a:lnTo>
                    <a:pt x="821024" y="5604002"/>
                  </a:lnTo>
                  <a:lnTo>
                    <a:pt x="821149" y="5604002"/>
                  </a:lnTo>
                  <a:lnTo>
                    <a:pt x="821274" y="5604002"/>
                  </a:lnTo>
                  <a:lnTo>
                    <a:pt x="821399" y="5604002"/>
                  </a:lnTo>
                  <a:lnTo>
                    <a:pt x="821524" y="5604002"/>
                  </a:lnTo>
                  <a:lnTo>
                    <a:pt x="821774" y="5604002"/>
                  </a:lnTo>
                  <a:lnTo>
                    <a:pt x="822024" y="5604002"/>
                  </a:lnTo>
                  <a:lnTo>
                    <a:pt x="822399" y="5604002"/>
                  </a:lnTo>
                  <a:lnTo>
                    <a:pt x="822524" y="5604002"/>
                  </a:lnTo>
                  <a:lnTo>
                    <a:pt x="822650" y="5604002"/>
                  </a:lnTo>
                  <a:lnTo>
                    <a:pt x="822775" y="5604002"/>
                  </a:lnTo>
                  <a:lnTo>
                    <a:pt x="822900" y="5604002"/>
                  </a:lnTo>
                  <a:lnTo>
                    <a:pt x="822900" y="5594048"/>
                  </a:lnTo>
                  <a:lnTo>
                    <a:pt x="823025" y="5594048"/>
                  </a:lnTo>
                  <a:lnTo>
                    <a:pt x="823150" y="5594048"/>
                  </a:lnTo>
                  <a:lnTo>
                    <a:pt x="823275" y="5594048"/>
                  </a:lnTo>
                  <a:lnTo>
                    <a:pt x="823400" y="5594048"/>
                  </a:lnTo>
                  <a:lnTo>
                    <a:pt x="823525" y="5594048"/>
                  </a:lnTo>
                  <a:lnTo>
                    <a:pt x="823650" y="5594048"/>
                  </a:lnTo>
                  <a:lnTo>
                    <a:pt x="823775" y="5594048"/>
                  </a:lnTo>
                  <a:lnTo>
                    <a:pt x="823900" y="5594048"/>
                  </a:lnTo>
                  <a:lnTo>
                    <a:pt x="824025" y="5594048"/>
                  </a:lnTo>
                  <a:lnTo>
                    <a:pt x="824275" y="5594048"/>
                  </a:lnTo>
                  <a:lnTo>
                    <a:pt x="824400" y="5594048"/>
                  </a:lnTo>
                  <a:lnTo>
                    <a:pt x="824525" y="5594048"/>
                  </a:lnTo>
                  <a:lnTo>
                    <a:pt x="824650" y="5594048"/>
                  </a:lnTo>
                  <a:lnTo>
                    <a:pt x="824775" y="5594048"/>
                  </a:lnTo>
                  <a:lnTo>
                    <a:pt x="824900" y="5594048"/>
                  </a:lnTo>
                  <a:lnTo>
                    <a:pt x="825025" y="5594048"/>
                  </a:lnTo>
                  <a:lnTo>
                    <a:pt x="825400" y="5594048"/>
                  </a:lnTo>
                  <a:lnTo>
                    <a:pt x="825525" y="5594048"/>
                  </a:lnTo>
                  <a:lnTo>
                    <a:pt x="825776" y="5594048"/>
                  </a:lnTo>
                  <a:lnTo>
                    <a:pt x="825901" y="5594048"/>
                  </a:lnTo>
                  <a:lnTo>
                    <a:pt x="826026" y="5594048"/>
                  </a:lnTo>
                  <a:lnTo>
                    <a:pt x="826151" y="5594048"/>
                  </a:lnTo>
                  <a:lnTo>
                    <a:pt x="826276" y="5594048"/>
                  </a:lnTo>
                  <a:lnTo>
                    <a:pt x="826401" y="5594048"/>
                  </a:lnTo>
                  <a:lnTo>
                    <a:pt x="826901" y="5594048"/>
                  </a:lnTo>
                  <a:lnTo>
                    <a:pt x="827026" y="5594048"/>
                  </a:lnTo>
                  <a:lnTo>
                    <a:pt x="827151" y="5594048"/>
                  </a:lnTo>
                  <a:lnTo>
                    <a:pt x="827526" y="5594048"/>
                  </a:lnTo>
                  <a:lnTo>
                    <a:pt x="827776" y="5594048"/>
                  </a:lnTo>
                  <a:lnTo>
                    <a:pt x="827901" y="5594048"/>
                  </a:lnTo>
                  <a:lnTo>
                    <a:pt x="828652" y="5594048"/>
                  </a:lnTo>
                  <a:lnTo>
                    <a:pt x="828777" y="5594048"/>
                  </a:lnTo>
                  <a:lnTo>
                    <a:pt x="828902" y="5594048"/>
                  </a:lnTo>
                  <a:lnTo>
                    <a:pt x="829027" y="5594048"/>
                  </a:lnTo>
                  <a:lnTo>
                    <a:pt x="829152" y="5594048"/>
                  </a:lnTo>
                  <a:lnTo>
                    <a:pt x="829277" y="5594048"/>
                  </a:lnTo>
                  <a:lnTo>
                    <a:pt x="829402" y="5594048"/>
                  </a:lnTo>
                  <a:lnTo>
                    <a:pt x="829527" y="5594048"/>
                  </a:lnTo>
                  <a:lnTo>
                    <a:pt x="829777" y="5594048"/>
                  </a:lnTo>
                  <a:lnTo>
                    <a:pt x="829902" y="5594048"/>
                  </a:lnTo>
                  <a:lnTo>
                    <a:pt x="830027" y="5594048"/>
                  </a:lnTo>
                  <a:lnTo>
                    <a:pt x="830402" y="5594048"/>
                  </a:lnTo>
                  <a:lnTo>
                    <a:pt x="830652" y="5594048"/>
                  </a:lnTo>
                  <a:lnTo>
                    <a:pt x="831027" y="5594048"/>
                  </a:lnTo>
                  <a:lnTo>
                    <a:pt x="831152" y="5594048"/>
                  </a:lnTo>
                  <a:lnTo>
                    <a:pt x="831277" y="5594048"/>
                  </a:lnTo>
                  <a:lnTo>
                    <a:pt x="831527" y="5594048"/>
                  </a:lnTo>
                  <a:lnTo>
                    <a:pt x="831778" y="5594048"/>
                  </a:lnTo>
                  <a:lnTo>
                    <a:pt x="831903" y="5594048"/>
                  </a:lnTo>
                  <a:lnTo>
                    <a:pt x="832028" y="5594048"/>
                  </a:lnTo>
                  <a:lnTo>
                    <a:pt x="832278" y="5594048"/>
                  </a:lnTo>
                  <a:lnTo>
                    <a:pt x="832403" y="5594048"/>
                  </a:lnTo>
                  <a:lnTo>
                    <a:pt x="832528" y="5594048"/>
                  </a:lnTo>
                  <a:lnTo>
                    <a:pt x="832778" y="5594048"/>
                  </a:lnTo>
                  <a:lnTo>
                    <a:pt x="832903" y="5594048"/>
                  </a:lnTo>
                  <a:lnTo>
                    <a:pt x="833028" y="5594048"/>
                  </a:lnTo>
                  <a:lnTo>
                    <a:pt x="833278" y="5594048"/>
                  </a:lnTo>
                  <a:lnTo>
                    <a:pt x="833403" y="5594048"/>
                  </a:lnTo>
                  <a:lnTo>
                    <a:pt x="833528" y="5594048"/>
                  </a:lnTo>
                  <a:lnTo>
                    <a:pt x="833653" y="5594048"/>
                  </a:lnTo>
                  <a:lnTo>
                    <a:pt x="834028" y="5594048"/>
                  </a:lnTo>
                  <a:lnTo>
                    <a:pt x="834278" y="5594048"/>
                  </a:lnTo>
                  <a:lnTo>
                    <a:pt x="834403" y="5594048"/>
                  </a:lnTo>
                  <a:lnTo>
                    <a:pt x="834779" y="5594048"/>
                  </a:lnTo>
                  <a:lnTo>
                    <a:pt x="834904" y="5594048"/>
                  </a:lnTo>
                  <a:lnTo>
                    <a:pt x="835154" y="5594048"/>
                  </a:lnTo>
                  <a:lnTo>
                    <a:pt x="835279" y="5594048"/>
                  </a:lnTo>
                  <a:lnTo>
                    <a:pt x="835404" y="5594048"/>
                  </a:lnTo>
                  <a:lnTo>
                    <a:pt x="835529" y="5594048"/>
                  </a:lnTo>
                  <a:lnTo>
                    <a:pt x="835654" y="5594048"/>
                  </a:lnTo>
                  <a:lnTo>
                    <a:pt x="835779" y="5594048"/>
                  </a:lnTo>
                  <a:lnTo>
                    <a:pt x="835904" y="5594048"/>
                  </a:lnTo>
                  <a:lnTo>
                    <a:pt x="836154" y="5594048"/>
                  </a:lnTo>
                  <a:lnTo>
                    <a:pt x="836404" y="5594048"/>
                  </a:lnTo>
                  <a:lnTo>
                    <a:pt x="836529" y="5594048"/>
                  </a:lnTo>
                  <a:lnTo>
                    <a:pt x="836654" y="5594048"/>
                  </a:lnTo>
                  <a:lnTo>
                    <a:pt x="837029" y="5594048"/>
                  </a:lnTo>
                  <a:lnTo>
                    <a:pt x="837154" y="5594048"/>
                  </a:lnTo>
                  <a:lnTo>
                    <a:pt x="837279" y="5594048"/>
                  </a:lnTo>
                  <a:lnTo>
                    <a:pt x="837404" y="5594048"/>
                  </a:lnTo>
                  <a:lnTo>
                    <a:pt x="837529" y="5594048"/>
                  </a:lnTo>
                  <a:lnTo>
                    <a:pt x="837655" y="5594048"/>
                  </a:lnTo>
                  <a:lnTo>
                    <a:pt x="837780" y="5584094"/>
                  </a:lnTo>
                  <a:lnTo>
                    <a:pt x="837905" y="5584094"/>
                  </a:lnTo>
                  <a:lnTo>
                    <a:pt x="838030" y="5584094"/>
                  </a:lnTo>
                  <a:lnTo>
                    <a:pt x="838155" y="5584094"/>
                  </a:lnTo>
                  <a:lnTo>
                    <a:pt x="838280" y="5584094"/>
                  </a:lnTo>
                  <a:lnTo>
                    <a:pt x="838655" y="5584094"/>
                  </a:lnTo>
                  <a:lnTo>
                    <a:pt x="839155" y="5584094"/>
                  </a:lnTo>
                  <a:lnTo>
                    <a:pt x="839530" y="5584094"/>
                  </a:lnTo>
                  <a:lnTo>
                    <a:pt x="839780" y="5584094"/>
                  </a:lnTo>
                  <a:lnTo>
                    <a:pt x="839905" y="5584094"/>
                  </a:lnTo>
                  <a:lnTo>
                    <a:pt x="840030" y="5584094"/>
                  </a:lnTo>
                  <a:lnTo>
                    <a:pt x="840155" y="5584094"/>
                  </a:lnTo>
                  <a:lnTo>
                    <a:pt x="840405" y="5584094"/>
                  </a:lnTo>
                  <a:lnTo>
                    <a:pt x="840530" y="5584094"/>
                  </a:lnTo>
                  <a:lnTo>
                    <a:pt x="840781" y="5584094"/>
                  </a:lnTo>
                  <a:lnTo>
                    <a:pt x="841031" y="5584094"/>
                  </a:lnTo>
                  <a:lnTo>
                    <a:pt x="841281" y="5584094"/>
                  </a:lnTo>
                  <a:lnTo>
                    <a:pt x="841406" y="5584094"/>
                  </a:lnTo>
                  <a:lnTo>
                    <a:pt x="841781" y="5584094"/>
                  </a:lnTo>
                  <a:lnTo>
                    <a:pt x="842031" y="5584094"/>
                  </a:lnTo>
                  <a:lnTo>
                    <a:pt x="842156" y="5584094"/>
                  </a:lnTo>
                  <a:lnTo>
                    <a:pt x="842281" y="5584094"/>
                  </a:lnTo>
                  <a:lnTo>
                    <a:pt x="842406" y="5584094"/>
                  </a:lnTo>
                  <a:lnTo>
                    <a:pt x="842906" y="5584094"/>
                  </a:lnTo>
                  <a:lnTo>
                    <a:pt x="843031" y="5584094"/>
                  </a:lnTo>
                  <a:lnTo>
                    <a:pt x="843156" y="5584094"/>
                  </a:lnTo>
                  <a:lnTo>
                    <a:pt x="843281" y="5584094"/>
                  </a:lnTo>
                  <a:lnTo>
                    <a:pt x="843406" y="5584094"/>
                  </a:lnTo>
                  <a:lnTo>
                    <a:pt x="843657" y="5584094"/>
                  </a:lnTo>
                  <a:lnTo>
                    <a:pt x="843782" y="5584094"/>
                  </a:lnTo>
                  <a:lnTo>
                    <a:pt x="844032" y="5584094"/>
                  </a:lnTo>
                  <a:lnTo>
                    <a:pt x="844157" y="5584094"/>
                  </a:lnTo>
                  <a:lnTo>
                    <a:pt x="844282" y="5584094"/>
                  </a:lnTo>
                  <a:lnTo>
                    <a:pt x="844532" y="5584094"/>
                  </a:lnTo>
                  <a:lnTo>
                    <a:pt x="844657" y="5584094"/>
                  </a:lnTo>
                  <a:lnTo>
                    <a:pt x="844782" y="5584094"/>
                  </a:lnTo>
                  <a:lnTo>
                    <a:pt x="844907" y="5584094"/>
                  </a:lnTo>
                  <a:lnTo>
                    <a:pt x="845157" y="5584094"/>
                  </a:lnTo>
                  <a:lnTo>
                    <a:pt x="845282" y="5584094"/>
                  </a:lnTo>
                  <a:lnTo>
                    <a:pt x="845532" y="5584094"/>
                  </a:lnTo>
                  <a:lnTo>
                    <a:pt x="845657" y="5584094"/>
                  </a:lnTo>
                  <a:lnTo>
                    <a:pt x="846032" y="5584094"/>
                  </a:lnTo>
                  <a:lnTo>
                    <a:pt x="846157" y="5584094"/>
                  </a:lnTo>
                  <a:lnTo>
                    <a:pt x="846407" y="5584094"/>
                  </a:lnTo>
                  <a:lnTo>
                    <a:pt x="846532" y="5584094"/>
                  </a:lnTo>
                  <a:lnTo>
                    <a:pt x="846658" y="5584094"/>
                  </a:lnTo>
                  <a:lnTo>
                    <a:pt x="846908" y="5584094"/>
                  </a:lnTo>
                  <a:lnTo>
                    <a:pt x="847033" y="5584094"/>
                  </a:lnTo>
                  <a:lnTo>
                    <a:pt x="847158" y="5584094"/>
                  </a:lnTo>
                  <a:lnTo>
                    <a:pt x="847283" y="5584094"/>
                  </a:lnTo>
                  <a:lnTo>
                    <a:pt x="847408" y="5584094"/>
                  </a:lnTo>
                  <a:lnTo>
                    <a:pt x="847658" y="5584094"/>
                  </a:lnTo>
                  <a:lnTo>
                    <a:pt x="847783" y="5584094"/>
                  </a:lnTo>
                  <a:lnTo>
                    <a:pt x="847908" y="5584094"/>
                  </a:lnTo>
                  <a:lnTo>
                    <a:pt x="848033" y="5584094"/>
                  </a:lnTo>
                  <a:lnTo>
                    <a:pt x="848283" y="5584094"/>
                  </a:lnTo>
                  <a:lnTo>
                    <a:pt x="848408" y="5584094"/>
                  </a:lnTo>
                  <a:lnTo>
                    <a:pt x="848533" y="5584094"/>
                  </a:lnTo>
                  <a:lnTo>
                    <a:pt x="848658" y="5584094"/>
                  </a:lnTo>
                  <a:lnTo>
                    <a:pt x="848908" y="5584094"/>
                  </a:lnTo>
                  <a:lnTo>
                    <a:pt x="849283" y="5584094"/>
                  </a:lnTo>
                  <a:lnTo>
                    <a:pt x="849533" y="5584094"/>
                  </a:lnTo>
                  <a:lnTo>
                    <a:pt x="849659" y="5584094"/>
                  </a:lnTo>
                  <a:lnTo>
                    <a:pt x="849784" y="5584094"/>
                  </a:lnTo>
                  <a:lnTo>
                    <a:pt x="849909" y="5584094"/>
                  </a:lnTo>
                  <a:lnTo>
                    <a:pt x="850034" y="5584094"/>
                  </a:lnTo>
                  <a:lnTo>
                    <a:pt x="850159" y="5584094"/>
                  </a:lnTo>
                  <a:lnTo>
                    <a:pt x="850284" y="5584094"/>
                  </a:lnTo>
                  <a:lnTo>
                    <a:pt x="850409" y="5584094"/>
                  </a:lnTo>
                  <a:lnTo>
                    <a:pt x="850534" y="5584094"/>
                  </a:lnTo>
                  <a:lnTo>
                    <a:pt x="850784" y="5584094"/>
                  </a:lnTo>
                  <a:lnTo>
                    <a:pt x="850909" y="5584094"/>
                  </a:lnTo>
                  <a:lnTo>
                    <a:pt x="851159" y="5584094"/>
                  </a:lnTo>
                  <a:lnTo>
                    <a:pt x="851284" y="5584094"/>
                  </a:lnTo>
                  <a:lnTo>
                    <a:pt x="851409" y="5584094"/>
                  </a:lnTo>
                  <a:lnTo>
                    <a:pt x="851534" y="5584094"/>
                  </a:lnTo>
                  <a:lnTo>
                    <a:pt x="851784" y="5584094"/>
                  </a:lnTo>
                  <a:lnTo>
                    <a:pt x="851909" y="5584094"/>
                  </a:lnTo>
                  <a:lnTo>
                    <a:pt x="852159" y="5584094"/>
                  </a:lnTo>
                  <a:lnTo>
                    <a:pt x="852284" y="5584094"/>
                  </a:lnTo>
                  <a:lnTo>
                    <a:pt x="852409" y="5584094"/>
                  </a:lnTo>
                  <a:lnTo>
                    <a:pt x="852534" y="5584094"/>
                  </a:lnTo>
                  <a:lnTo>
                    <a:pt x="852660" y="5584094"/>
                  </a:lnTo>
                  <a:lnTo>
                    <a:pt x="852910" y="5584094"/>
                  </a:lnTo>
                  <a:lnTo>
                    <a:pt x="853035" y="5584094"/>
                  </a:lnTo>
                  <a:lnTo>
                    <a:pt x="853285" y="5584094"/>
                  </a:lnTo>
                  <a:lnTo>
                    <a:pt x="853410" y="5584094"/>
                  </a:lnTo>
                  <a:lnTo>
                    <a:pt x="853535" y="5584094"/>
                  </a:lnTo>
                  <a:lnTo>
                    <a:pt x="853660" y="5584094"/>
                  </a:lnTo>
                  <a:lnTo>
                    <a:pt x="853785" y="5584094"/>
                  </a:lnTo>
                  <a:lnTo>
                    <a:pt x="853910" y="5584094"/>
                  </a:lnTo>
                  <a:lnTo>
                    <a:pt x="854410" y="5584094"/>
                  </a:lnTo>
                  <a:lnTo>
                    <a:pt x="854660" y="5584094"/>
                  </a:lnTo>
                  <a:lnTo>
                    <a:pt x="854785" y="5584094"/>
                  </a:lnTo>
                  <a:lnTo>
                    <a:pt x="855035" y="5584094"/>
                  </a:lnTo>
                  <a:lnTo>
                    <a:pt x="855160" y="5584094"/>
                  </a:lnTo>
                  <a:lnTo>
                    <a:pt x="855285" y="5584094"/>
                  </a:lnTo>
                  <a:lnTo>
                    <a:pt x="855410" y="5584094"/>
                  </a:lnTo>
                  <a:lnTo>
                    <a:pt x="855536" y="5584094"/>
                  </a:lnTo>
                  <a:lnTo>
                    <a:pt x="855661" y="5584094"/>
                  </a:lnTo>
                  <a:lnTo>
                    <a:pt x="855786" y="5584094"/>
                  </a:lnTo>
                  <a:lnTo>
                    <a:pt x="856161" y="5584094"/>
                  </a:lnTo>
                  <a:lnTo>
                    <a:pt x="856411" y="5584094"/>
                  </a:lnTo>
                  <a:lnTo>
                    <a:pt x="856536" y="5584094"/>
                  </a:lnTo>
                  <a:lnTo>
                    <a:pt x="856661" y="5584094"/>
                  </a:lnTo>
                  <a:lnTo>
                    <a:pt x="856786" y="5584094"/>
                  </a:lnTo>
                  <a:lnTo>
                    <a:pt x="857036" y="5584094"/>
                  </a:lnTo>
                  <a:lnTo>
                    <a:pt x="857911" y="5584094"/>
                  </a:lnTo>
                  <a:lnTo>
                    <a:pt x="858036" y="5584094"/>
                  </a:lnTo>
                  <a:lnTo>
                    <a:pt x="858286" y="5584094"/>
                  </a:lnTo>
                  <a:lnTo>
                    <a:pt x="858411" y="5584094"/>
                  </a:lnTo>
                  <a:lnTo>
                    <a:pt x="858537" y="5584094"/>
                  </a:lnTo>
                  <a:lnTo>
                    <a:pt x="858787" y="5584094"/>
                  </a:lnTo>
                  <a:lnTo>
                    <a:pt x="859037" y="5584094"/>
                  </a:lnTo>
                  <a:lnTo>
                    <a:pt x="859162" y="5584094"/>
                  </a:lnTo>
                  <a:lnTo>
                    <a:pt x="859412" y="5584094"/>
                  </a:lnTo>
                  <a:lnTo>
                    <a:pt x="859537" y="5584094"/>
                  </a:lnTo>
                  <a:lnTo>
                    <a:pt x="859662" y="5584094"/>
                  </a:lnTo>
                  <a:lnTo>
                    <a:pt x="859787" y="5584094"/>
                  </a:lnTo>
                  <a:lnTo>
                    <a:pt x="859912" y="5584094"/>
                  </a:lnTo>
                  <a:lnTo>
                    <a:pt x="859912" y="5574140"/>
                  </a:lnTo>
                  <a:lnTo>
                    <a:pt x="860037" y="5574140"/>
                  </a:lnTo>
                  <a:lnTo>
                    <a:pt x="860162" y="5574140"/>
                  </a:lnTo>
                  <a:lnTo>
                    <a:pt x="860287" y="5574140"/>
                  </a:lnTo>
                  <a:lnTo>
                    <a:pt x="860412" y="5574140"/>
                  </a:lnTo>
                  <a:lnTo>
                    <a:pt x="860662" y="5574140"/>
                  </a:lnTo>
                  <a:lnTo>
                    <a:pt x="860787" y="5574140"/>
                  </a:lnTo>
                  <a:lnTo>
                    <a:pt x="860912" y="5574140"/>
                  </a:lnTo>
                  <a:lnTo>
                    <a:pt x="861037" y="5574140"/>
                  </a:lnTo>
                  <a:lnTo>
                    <a:pt x="861162" y="5574140"/>
                  </a:lnTo>
                  <a:lnTo>
                    <a:pt x="861287" y="5574140"/>
                  </a:lnTo>
                  <a:lnTo>
                    <a:pt x="861412" y="5574140"/>
                  </a:lnTo>
                  <a:lnTo>
                    <a:pt x="861538" y="5574140"/>
                  </a:lnTo>
                  <a:lnTo>
                    <a:pt x="861788" y="5574140"/>
                  </a:lnTo>
                  <a:lnTo>
                    <a:pt x="861913" y="5574140"/>
                  </a:lnTo>
                  <a:lnTo>
                    <a:pt x="862288" y="5574140"/>
                  </a:lnTo>
                  <a:lnTo>
                    <a:pt x="862538" y="5574140"/>
                  </a:lnTo>
                  <a:lnTo>
                    <a:pt x="862788" y="5574140"/>
                  </a:lnTo>
                  <a:lnTo>
                    <a:pt x="863038" y="5574140"/>
                  </a:lnTo>
                  <a:lnTo>
                    <a:pt x="863163" y="5574140"/>
                  </a:lnTo>
                  <a:lnTo>
                    <a:pt x="863288" y="5574140"/>
                  </a:lnTo>
                  <a:lnTo>
                    <a:pt x="863413" y="5574140"/>
                  </a:lnTo>
                  <a:lnTo>
                    <a:pt x="863538" y="5574140"/>
                  </a:lnTo>
                  <a:lnTo>
                    <a:pt x="863663" y="5574140"/>
                  </a:lnTo>
                  <a:lnTo>
                    <a:pt x="863788" y="5574140"/>
                  </a:lnTo>
                  <a:lnTo>
                    <a:pt x="863913" y="5574140"/>
                  </a:lnTo>
                  <a:lnTo>
                    <a:pt x="865164" y="5574140"/>
                  </a:lnTo>
                  <a:lnTo>
                    <a:pt x="865289" y="5574140"/>
                  </a:lnTo>
                  <a:lnTo>
                    <a:pt x="865414" y="5574140"/>
                  </a:lnTo>
                  <a:lnTo>
                    <a:pt x="865414" y="5564186"/>
                  </a:lnTo>
                  <a:lnTo>
                    <a:pt x="865539" y="5564186"/>
                  </a:lnTo>
                  <a:lnTo>
                    <a:pt x="865664" y="5564186"/>
                  </a:lnTo>
                  <a:lnTo>
                    <a:pt x="865789" y="5564186"/>
                  </a:lnTo>
                  <a:lnTo>
                    <a:pt x="865914" y="5564186"/>
                  </a:lnTo>
                  <a:lnTo>
                    <a:pt x="866039" y="5564186"/>
                  </a:lnTo>
                  <a:lnTo>
                    <a:pt x="866289" y="5564186"/>
                  </a:lnTo>
                  <a:lnTo>
                    <a:pt x="866414" y="5564186"/>
                  </a:lnTo>
                  <a:lnTo>
                    <a:pt x="866539" y="5564186"/>
                  </a:lnTo>
                  <a:lnTo>
                    <a:pt x="866664" y="5564186"/>
                  </a:lnTo>
                  <a:lnTo>
                    <a:pt x="866789" y="5564186"/>
                  </a:lnTo>
                  <a:lnTo>
                    <a:pt x="867164" y="5564186"/>
                  </a:lnTo>
                  <a:lnTo>
                    <a:pt x="867289" y="5564186"/>
                  </a:lnTo>
                  <a:lnTo>
                    <a:pt x="867414" y="5564186"/>
                  </a:lnTo>
                  <a:lnTo>
                    <a:pt x="867540" y="5564186"/>
                  </a:lnTo>
                  <a:lnTo>
                    <a:pt x="867915" y="5564186"/>
                  </a:lnTo>
                  <a:lnTo>
                    <a:pt x="868040" y="5564186"/>
                  </a:lnTo>
                  <a:lnTo>
                    <a:pt x="868165" y="5564186"/>
                  </a:lnTo>
                  <a:lnTo>
                    <a:pt x="868290" y="5564186"/>
                  </a:lnTo>
                  <a:lnTo>
                    <a:pt x="868415" y="5564186"/>
                  </a:lnTo>
                  <a:lnTo>
                    <a:pt x="868540" y="5564186"/>
                  </a:lnTo>
                  <a:lnTo>
                    <a:pt x="868915" y="5564186"/>
                  </a:lnTo>
                  <a:lnTo>
                    <a:pt x="869040" y="5564186"/>
                  </a:lnTo>
                  <a:lnTo>
                    <a:pt x="869165" y="5564186"/>
                  </a:lnTo>
                  <a:lnTo>
                    <a:pt x="869415" y="5564186"/>
                  </a:lnTo>
                  <a:lnTo>
                    <a:pt x="869540" y="5564186"/>
                  </a:lnTo>
                  <a:lnTo>
                    <a:pt x="869790" y="5564186"/>
                  </a:lnTo>
                  <a:lnTo>
                    <a:pt x="869915" y="5564186"/>
                  </a:lnTo>
                  <a:lnTo>
                    <a:pt x="870040" y="5564186"/>
                  </a:lnTo>
                  <a:lnTo>
                    <a:pt x="870290" y="5564186"/>
                  </a:lnTo>
                  <a:lnTo>
                    <a:pt x="870541" y="5564186"/>
                  </a:lnTo>
                  <a:lnTo>
                    <a:pt x="870666" y="5564186"/>
                  </a:lnTo>
                  <a:lnTo>
                    <a:pt x="870791" y="5564186"/>
                  </a:lnTo>
                  <a:lnTo>
                    <a:pt x="870916" y="5564186"/>
                  </a:lnTo>
                  <a:lnTo>
                    <a:pt x="871291" y="5564186"/>
                  </a:lnTo>
                  <a:lnTo>
                    <a:pt x="871541" y="5564186"/>
                  </a:lnTo>
                  <a:lnTo>
                    <a:pt x="871666" y="5564186"/>
                  </a:lnTo>
                  <a:lnTo>
                    <a:pt x="871791" y="5564186"/>
                  </a:lnTo>
                  <a:lnTo>
                    <a:pt x="871916" y="5564186"/>
                  </a:lnTo>
                  <a:lnTo>
                    <a:pt x="872041" y="5564186"/>
                  </a:lnTo>
                  <a:lnTo>
                    <a:pt x="872291" y="5564186"/>
                  </a:lnTo>
                  <a:lnTo>
                    <a:pt x="872416" y="5564186"/>
                  </a:lnTo>
                  <a:lnTo>
                    <a:pt x="872666" y="5564186"/>
                  </a:lnTo>
                  <a:lnTo>
                    <a:pt x="872791" y="5564186"/>
                  </a:lnTo>
                  <a:lnTo>
                    <a:pt x="872916" y="5564186"/>
                  </a:lnTo>
                  <a:lnTo>
                    <a:pt x="873041" y="5564186"/>
                  </a:lnTo>
                  <a:lnTo>
                    <a:pt x="873416" y="5564186"/>
                  </a:lnTo>
                  <a:lnTo>
                    <a:pt x="873542" y="5564186"/>
                  </a:lnTo>
                  <a:lnTo>
                    <a:pt x="873792" y="5564186"/>
                  </a:lnTo>
                  <a:lnTo>
                    <a:pt x="873917" y="5564186"/>
                  </a:lnTo>
                  <a:lnTo>
                    <a:pt x="874042" y="5564186"/>
                  </a:lnTo>
                  <a:lnTo>
                    <a:pt x="874292" y="5564186"/>
                  </a:lnTo>
                  <a:lnTo>
                    <a:pt x="874417" y="5564186"/>
                  </a:lnTo>
                  <a:lnTo>
                    <a:pt x="874417" y="5554233"/>
                  </a:lnTo>
                  <a:lnTo>
                    <a:pt x="874917" y="5554233"/>
                  </a:lnTo>
                  <a:lnTo>
                    <a:pt x="874917" y="5544279"/>
                  </a:lnTo>
                  <a:lnTo>
                    <a:pt x="875042" y="5544279"/>
                  </a:lnTo>
                  <a:lnTo>
                    <a:pt x="875292" y="5544279"/>
                  </a:lnTo>
                  <a:lnTo>
                    <a:pt x="875417" y="5544279"/>
                  </a:lnTo>
                  <a:lnTo>
                    <a:pt x="875542" y="5544279"/>
                  </a:lnTo>
                  <a:lnTo>
                    <a:pt x="875667" y="5544279"/>
                  </a:lnTo>
                  <a:lnTo>
                    <a:pt x="875917" y="5544279"/>
                  </a:lnTo>
                  <a:lnTo>
                    <a:pt x="876042" y="5544279"/>
                  </a:lnTo>
                  <a:lnTo>
                    <a:pt x="876167" y="5544279"/>
                  </a:lnTo>
                  <a:lnTo>
                    <a:pt x="876417" y="5544279"/>
                  </a:lnTo>
                  <a:lnTo>
                    <a:pt x="876543" y="5544279"/>
                  </a:lnTo>
                  <a:lnTo>
                    <a:pt x="876793" y="5544279"/>
                  </a:lnTo>
                  <a:lnTo>
                    <a:pt x="876918" y="5544279"/>
                  </a:lnTo>
                  <a:lnTo>
                    <a:pt x="877043" y="5544279"/>
                  </a:lnTo>
                  <a:lnTo>
                    <a:pt x="877168" y="5544279"/>
                  </a:lnTo>
                  <a:lnTo>
                    <a:pt x="877418" y="5544279"/>
                  </a:lnTo>
                  <a:lnTo>
                    <a:pt x="877543" y="5544279"/>
                  </a:lnTo>
                  <a:lnTo>
                    <a:pt x="877668" y="5544279"/>
                  </a:lnTo>
                  <a:lnTo>
                    <a:pt x="877918" y="5544279"/>
                  </a:lnTo>
                  <a:lnTo>
                    <a:pt x="878043" y="5544279"/>
                  </a:lnTo>
                  <a:lnTo>
                    <a:pt x="878293" y="5544279"/>
                  </a:lnTo>
                  <a:lnTo>
                    <a:pt x="878418" y="5544279"/>
                  </a:lnTo>
                  <a:lnTo>
                    <a:pt x="878543" y="5544279"/>
                  </a:lnTo>
                  <a:lnTo>
                    <a:pt x="878668" y="5544279"/>
                  </a:lnTo>
                  <a:lnTo>
                    <a:pt x="878793" y="5544279"/>
                  </a:lnTo>
                  <a:lnTo>
                    <a:pt x="878918" y="5544279"/>
                  </a:lnTo>
                  <a:lnTo>
                    <a:pt x="879168" y="5544279"/>
                  </a:lnTo>
                  <a:lnTo>
                    <a:pt x="879293" y="5544279"/>
                  </a:lnTo>
                  <a:lnTo>
                    <a:pt x="879418" y="5544279"/>
                  </a:lnTo>
                  <a:lnTo>
                    <a:pt x="879544" y="5544279"/>
                  </a:lnTo>
                  <a:lnTo>
                    <a:pt x="879669" y="5544279"/>
                  </a:lnTo>
                  <a:lnTo>
                    <a:pt x="879794" y="5544279"/>
                  </a:lnTo>
                  <a:lnTo>
                    <a:pt x="879919" y="5544279"/>
                  </a:lnTo>
                  <a:lnTo>
                    <a:pt x="880169" y="5544279"/>
                  </a:lnTo>
                  <a:lnTo>
                    <a:pt x="880294" y="5544279"/>
                  </a:lnTo>
                  <a:lnTo>
                    <a:pt x="880669" y="5544279"/>
                  </a:lnTo>
                  <a:lnTo>
                    <a:pt x="880794" y="5544279"/>
                  </a:lnTo>
                  <a:lnTo>
                    <a:pt x="880919" y="5544279"/>
                  </a:lnTo>
                  <a:lnTo>
                    <a:pt x="881044" y="5544279"/>
                  </a:lnTo>
                  <a:lnTo>
                    <a:pt x="881294" y="5544279"/>
                  </a:lnTo>
                  <a:lnTo>
                    <a:pt x="881419" y="5544279"/>
                  </a:lnTo>
                  <a:lnTo>
                    <a:pt x="881669" y="5544279"/>
                  </a:lnTo>
                  <a:lnTo>
                    <a:pt x="881794" y="5544279"/>
                  </a:lnTo>
                  <a:lnTo>
                    <a:pt x="882044" y="5544279"/>
                  </a:lnTo>
                  <a:lnTo>
                    <a:pt x="882169" y="5544279"/>
                  </a:lnTo>
                  <a:lnTo>
                    <a:pt x="882294" y="5544279"/>
                  </a:lnTo>
                  <a:lnTo>
                    <a:pt x="882545" y="5544279"/>
                  </a:lnTo>
                  <a:lnTo>
                    <a:pt x="882670" y="5544279"/>
                  </a:lnTo>
                  <a:lnTo>
                    <a:pt x="882795" y="5544279"/>
                  </a:lnTo>
                  <a:lnTo>
                    <a:pt x="883170" y="5544279"/>
                  </a:lnTo>
                  <a:lnTo>
                    <a:pt x="883295" y="5544279"/>
                  </a:lnTo>
                  <a:lnTo>
                    <a:pt x="883420" y="5544279"/>
                  </a:lnTo>
                  <a:lnTo>
                    <a:pt x="883670" y="5544279"/>
                  </a:lnTo>
                  <a:lnTo>
                    <a:pt x="883795" y="5544279"/>
                  </a:lnTo>
                  <a:lnTo>
                    <a:pt x="883920" y="5544279"/>
                  </a:lnTo>
                  <a:lnTo>
                    <a:pt x="884170" y="5544279"/>
                  </a:lnTo>
                  <a:lnTo>
                    <a:pt x="884295" y="5544279"/>
                  </a:lnTo>
                  <a:lnTo>
                    <a:pt x="884420" y="5544279"/>
                  </a:lnTo>
                  <a:lnTo>
                    <a:pt x="884545" y="5544279"/>
                  </a:lnTo>
                  <a:lnTo>
                    <a:pt x="884795" y="5544279"/>
                  </a:lnTo>
                  <a:lnTo>
                    <a:pt x="884920" y="5544279"/>
                  </a:lnTo>
                  <a:lnTo>
                    <a:pt x="885045" y="5544279"/>
                  </a:lnTo>
                  <a:lnTo>
                    <a:pt x="885170" y="5544279"/>
                  </a:lnTo>
                  <a:lnTo>
                    <a:pt x="885295" y="5544279"/>
                  </a:lnTo>
                  <a:lnTo>
                    <a:pt x="885546" y="5544279"/>
                  </a:lnTo>
                  <a:lnTo>
                    <a:pt x="885671" y="5544279"/>
                  </a:lnTo>
                  <a:lnTo>
                    <a:pt x="885796" y="5544279"/>
                  </a:lnTo>
                  <a:lnTo>
                    <a:pt x="885921" y="5544279"/>
                  </a:lnTo>
                  <a:lnTo>
                    <a:pt x="886046" y="5544279"/>
                  </a:lnTo>
                  <a:lnTo>
                    <a:pt x="886171" y="5544279"/>
                  </a:lnTo>
                  <a:lnTo>
                    <a:pt x="886296" y="5544279"/>
                  </a:lnTo>
                  <a:lnTo>
                    <a:pt x="886421" y="5544279"/>
                  </a:lnTo>
                  <a:lnTo>
                    <a:pt x="886546" y="5544279"/>
                  </a:lnTo>
                  <a:lnTo>
                    <a:pt x="886671" y="5544279"/>
                  </a:lnTo>
                  <a:lnTo>
                    <a:pt x="886796" y="5544279"/>
                  </a:lnTo>
                  <a:lnTo>
                    <a:pt x="887046" y="5544279"/>
                  </a:lnTo>
                  <a:lnTo>
                    <a:pt x="887171" y="5544279"/>
                  </a:lnTo>
                  <a:lnTo>
                    <a:pt x="887421" y="5544279"/>
                  </a:lnTo>
                  <a:lnTo>
                    <a:pt x="887671" y="5544279"/>
                  </a:lnTo>
                  <a:lnTo>
                    <a:pt x="887796" y="5544279"/>
                  </a:lnTo>
                  <a:lnTo>
                    <a:pt x="888046" y="5544279"/>
                  </a:lnTo>
                  <a:lnTo>
                    <a:pt x="888171" y="5544279"/>
                  </a:lnTo>
                  <a:lnTo>
                    <a:pt x="888296" y="5544279"/>
                  </a:lnTo>
                  <a:lnTo>
                    <a:pt x="888421" y="5544279"/>
                  </a:lnTo>
                  <a:lnTo>
                    <a:pt x="889297" y="5544279"/>
                  </a:lnTo>
                  <a:lnTo>
                    <a:pt x="889422" y="5544279"/>
                  </a:lnTo>
                  <a:lnTo>
                    <a:pt x="889547" y="5544279"/>
                  </a:lnTo>
                  <a:lnTo>
                    <a:pt x="889672" y="5544279"/>
                  </a:lnTo>
                  <a:lnTo>
                    <a:pt x="889797" y="5544279"/>
                  </a:lnTo>
                  <a:lnTo>
                    <a:pt x="889922" y="5544279"/>
                  </a:lnTo>
                  <a:lnTo>
                    <a:pt x="890172" y="5544279"/>
                  </a:lnTo>
                  <a:lnTo>
                    <a:pt x="890297" y="5544279"/>
                  </a:lnTo>
                  <a:lnTo>
                    <a:pt x="890422" y="5544279"/>
                  </a:lnTo>
                  <a:lnTo>
                    <a:pt x="890672" y="5544279"/>
                  </a:lnTo>
                  <a:lnTo>
                    <a:pt x="890797" y="5544279"/>
                  </a:lnTo>
                  <a:lnTo>
                    <a:pt x="890922" y="5544279"/>
                  </a:lnTo>
                  <a:lnTo>
                    <a:pt x="891047" y="5544279"/>
                  </a:lnTo>
                  <a:lnTo>
                    <a:pt x="891297" y="5544279"/>
                  </a:lnTo>
                  <a:lnTo>
                    <a:pt x="891422" y="5544279"/>
                  </a:lnTo>
                  <a:lnTo>
                    <a:pt x="891548" y="5544279"/>
                  </a:lnTo>
                  <a:lnTo>
                    <a:pt x="891673" y="5544279"/>
                  </a:lnTo>
                  <a:lnTo>
                    <a:pt x="891798" y="5544279"/>
                  </a:lnTo>
                  <a:lnTo>
                    <a:pt x="891923" y="5544279"/>
                  </a:lnTo>
                  <a:lnTo>
                    <a:pt x="892048" y="5544279"/>
                  </a:lnTo>
                  <a:lnTo>
                    <a:pt x="892173" y="5544279"/>
                  </a:lnTo>
                  <a:lnTo>
                    <a:pt x="892298" y="5544279"/>
                  </a:lnTo>
                  <a:lnTo>
                    <a:pt x="892423" y="5544279"/>
                  </a:lnTo>
                  <a:lnTo>
                    <a:pt x="892548" y="5544279"/>
                  </a:lnTo>
                  <a:lnTo>
                    <a:pt x="892673" y="5544279"/>
                  </a:lnTo>
                  <a:lnTo>
                    <a:pt x="893423" y="5534325"/>
                  </a:lnTo>
                  <a:lnTo>
                    <a:pt x="893548" y="5534325"/>
                  </a:lnTo>
                  <a:lnTo>
                    <a:pt x="893673" y="5534325"/>
                  </a:lnTo>
                  <a:lnTo>
                    <a:pt x="893798" y="5534325"/>
                  </a:lnTo>
                  <a:lnTo>
                    <a:pt x="893923" y="5534325"/>
                  </a:lnTo>
                  <a:lnTo>
                    <a:pt x="894048" y="5534325"/>
                  </a:lnTo>
                  <a:lnTo>
                    <a:pt x="894173" y="5534325"/>
                  </a:lnTo>
                  <a:lnTo>
                    <a:pt x="894298" y="5534325"/>
                  </a:lnTo>
                  <a:lnTo>
                    <a:pt x="894424" y="5534325"/>
                  </a:lnTo>
                  <a:lnTo>
                    <a:pt x="894424" y="5524371"/>
                  </a:lnTo>
                  <a:lnTo>
                    <a:pt x="894549" y="5524371"/>
                  </a:lnTo>
                  <a:lnTo>
                    <a:pt x="894674" y="5524371"/>
                  </a:lnTo>
                  <a:lnTo>
                    <a:pt x="894799" y="5524371"/>
                  </a:lnTo>
                  <a:lnTo>
                    <a:pt x="894924" y="5524371"/>
                  </a:lnTo>
                  <a:lnTo>
                    <a:pt x="895049" y="5524371"/>
                  </a:lnTo>
                  <a:lnTo>
                    <a:pt x="895299" y="5524371"/>
                  </a:lnTo>
                  <a:lnTo>
                    <a:pt x="895549" y="5524371"/>
                  </a:lnTo>
                  <a:lnTo>
                    <a:pt x="895924" y="5524371"/>
                  </a:lnTo>
                  <a:lnTo>
                    <a:pt x="896049" y="5524371"/>
                  </a:lnTo>
                  <a:lnTo>
                    <a:pt x="896174" y="5524371"/>
                  </a:lnTo>
                  <a:lnTo>
                    <a:pt x="896299" y="5524371"/>
                  </a:lnTo>
                  <a:lnTo>
                    <a:pt x="896549" y="5524371"/>
                  </a:lnTo>
                  <a:lnTo>
                    <a:pt x="896674" y="5524371"/>
                  </a:lnTo>
                  <a:lnTo>
                    <a:pt x="896799" y="5524371"/>
                  </a:lnTo>
                  <a:lnTo>
                    <a:pt x="896924" y="5524371"/>
                  </a:lnTo>
                  <a:lnTo>
                    <a:pt x="897049" y="5524371"/>
                  </a:lnTo>
                  <a:lnTo>
                    <a:pt x="897174" y="5524371"/>
                  </a:lnTo>
                  <a:lnTo>
                    <a:pt x="897299" y="5524371"/>
                  </a:lnTo>
                  <a:lnTo>
                    <a:pt x="897800" y="5524371"/>
                  </a:lnTo>
                  <a:lnTo>
                    <a:pt x="898175" y="5524371"/>
                  </a:lnTo>
                  <a:lnTo>
                    <a:pt x="898300" y="5524371"/>
                  </a:lnTo>
                  <a:lnTo>
                    <a:pt x="898425" y="5524371"/>
                  </a:lnTo>
                  <a:lnTo>
                    <a:pt x="898550" y="5524371"/>
                  </a:lnTo>
                  <a:lnTo>
                    <a:pt x="898925" y="5524371"/>
                  </a:lnTo>
                  <a:lnTo>
                    <a:pt x="899050" y="5524371"/>
                  </a:lnTo>
                  <a:lnTo>
                    <a:pt x="899175" y="5524371"/>
                  </a:lnTo>
                  <a:lnTo>
                    <a:pt x="899300" y="5524371"/>
                  </a:lnTo>
                  <a:lnTo>
                    <a:pt x="899425" y="5524371"/>
                  </a:lnTo>
                  <a:lnTo>
                    <a:pt x="899550" y="5524371"/>
                  </a:lnTo>
                  <a:lnTo>
                    <a:pt x="899675" y="5524371"/>
                  </a:lnTo>
                  <a:lnTo>
                    <a:pt x="899800" y="5524371"/>
                  </a:lnTo>
                  <a:lnTo>
                    <a:pt x="900175" y="5524371"/>
                  </a:lnTo>
                  <a:lnTo>
                    <a:pt x="900300" y="5524371"/>
                  </a:lnTo>
                  <a:lnTo>
                    <a:pt x="900551" y="5524371"/>
                  </a:lnTo>
                  <a:lnTo>
                    <a:pt x="900676" y="5524371"/>
                  </a:lnTo>
                  <a:lnTo>
                    <a:pt x="900926" y="5524371"/>
                  </a:lnTo>
                  <a:lnTo>
                    <a:pt x="901176" y="5524371"/>
                  </a:lnTo>
                  <a:lnTo>
                    <a:pt x="901176" y="5514417"/>
                  </a:lnTo>
                  <a:lnTo>
                    <a:pt x="901301" y="5514417"/>
                  </a:lnTo>
                  <a:lnTo>
                    <a:pt x="901551" y="5514417"/>
                  </a:lnTo>
                  <a:lnTo>
                    <a:pt x="901676" y="5514417"/>
                  </a:lnTo>
                  <a:lnTo>
                    <a:pt x="901801" y="5514417"/>
                  </a:lnTo>
                  <a:lnTo>
                    <a:pt x="901926" y="5514417"/>
                  </a:lnTo>
                  <a:lnTo>
                    <a:pt x="902176" y="5514417"/>
                  </a:lnTo>
                  <a:lnTo>
                    <a:pt x="902551" y="5514417"/>
                  </a:lnTo>
                  <a:lnTo>
                    <a:pt x="902801" y="5514417"/>
                  </a:lnTo>
                  <a:lnTo>
                    <a:pt x="902926" y="5514417"/>
                  </a:lnTo>
                  <a:lnTo>
                    <a:pt x="903176" y="5514417"/>
                  </a:lnTo>
                  <a:lnTo>
                    <a:pt x="903301" y="5514417"/>
                  </a:lnTo>
                  <a:lnTo>
                    <a:pt x="903677" y="5514417"/>
                  </a:lnTo>
                  <a:lnTo>
                    <a:pt x="903802" y="5514417"/>
                  </a:lnTo>
                  <a:lnTo>
                    <a:pt x="903927" y="5514417"/>
                  </a:lnTo>
                  <a:lnTo>
                    <a:pt x="904302" y="5514417"/>
                  </a:lnTo>
                  <a:lnTo>
                    <a:pt x="904427" y="5514417"/>
                  </a:lnTo>
                  <a:lnTo>
                    <a:pt x="904552" y="5514417"/>
                  </a:lnTo>
                  <a:lnTo>
                    <a:pt x="904802" y="5514417"/>
                  </a:lnTo>
                  <a:lnTo>
                    <a:pt x="904927" y="5514417"/>
                  </a:lnTo>
                  <a:lnTo>
                    <a:pt x="905177" y="5514417"/>
                  </a:lnTo>
                  <a:lnTo>
                    <a:pt x="905427" y="5514417"/>
                  </a:lnTo>
                  <a:lnTo>
                    <a:pt x="905802" y="5514417"/>
                  </a:lnTo>
                  <a:lnTo>
                    <a:pt x="906052" y="5514417"/>
                  </a:lnTo>
                  <a:lnTo>
                    <a:pt x="906177" y="5514417"/>
                  </a:lnTo>
                  <a:lnTo>
                    <a:pt x="906428" y="5514417"/>
                  </a:lnTo>
                  <a:lnTo>
                    <a:pt x="906553" y="5514417"/>
                  </a:lnTo>
                  <a:lnTo>
                    <a:pt x="906803" y="5514417"/>
                  </a:lnTo>
                  <a:lnTo>
                    <a:pt x="906928" y="5514417"/>
                  </a:lnTo>
                  <a:lnTo>
                    <a:pt x="907053" y="5514417"/>
                  </a:lnTo>
                  <a:lnTo>
                    <a:pt x="907178" y="5514417"/>
                  </a:lnTo>
                  <a:lnTo>
                    <a:pt x="907428" y="5514417"/>
                  </a:lnTo>
                  <a:lnTo>
                    <a:pt x="907803" y="5514417"/>
                  </a:lnTo>
                  <a:lnTo>
                    <a:pt x="907928" y="5514417"/>
                  </a:lnTo>
                  <a:lnTo>
                    <a:pt x="908053" y="5514417"/>
                  </a:lnTo>
                  <a:lnTo>
                    <a:pt x="908178" y="5514417"/>
                  </a:lnTo>
                  <a:lnTo>
                    <a:pt x="908303" y="5514417"/>
                  </a:lnTo>
                  <a:lnTo>
                    <a:pt x="908428" y="5514417"/>
                  </a:lnTo>
                  <a:lnTo>
                    <a:pt x="908553" y="5514417"/>
                  </a:lnTo>
                  <a:lnTo>
                    <a:pt x="908678" y="5514417"/>
                  </a:lnTo>
                  <a:lnTo>
                    <a:pt x="908928" y="5514417"/>
                  </a:lnTo>
                  <a:lnTo>
                    <a:pt x="909053" y="5514417"/>
                  </a:lnTo>
                  <a:lnTo>
                    <a:pt x="909178" y="5514417"/>
                  </a:lnTo>
                  <a:lnTo>
                    <a:pt x="909303" y="5514417"/>
                  </a:lnTo>
                  <a:lnTo>
                    <a:pt x="909554" y="5514417"/>
                  </a:lnTo>
                  <a:lnTo>
                    <a:pt x="909929" y="5514417"/>
                  </a:lnTo>
                  <a:lnTo>
                    <a:pt x="910054" y="5514417"/>
                  </a:lnTo>
                  <a:lnTo>
                    <a:pt x="910179" y="5514417"/>
                  </a:lnTo>
                  <a:lnTo>
                    <a:pt x="910304" y="5514417"/>
                  </a:lnTo>
                  <a:lnTo>
                    <a:pt x="910429" y="5514417"/>
                  </a:lnTo>
                  <a:lnTo>
                    <a:pt x="910554" y="5514417"/>
                  </a:lnTo>
                  <a:lnTo>
                    <a:pt x="910679" y="5514417"/>
                  </a:lnTo>
                  <a:lnTo>
                    <a:pt x="910804" y="5514417"/>
                  </a:lnTo>
                  <a:lnTo>
                    <a:pt x="910929" y="5514417"/>
                  </a:lnTo>
                  <a:lnTo>
                    <a:pt x="911054" y="5514417"/>
                  </a:lnTo>
                  <a:lnTo>
                    <a:pt x="911179" y="5514417"/>
                  </a:lnTo>
                  <a:lnTo>
                    <a:pt x="911554" y="5514417"/>
                  </a:lnTo>
                  <a:lnTo>
                    <a:pt x="911679" y="5514417"/>
                  </a:lnTo>
                  <a:lnTo>
                    <a:pt x="911804" y="5514417"/>
                  </a:lnTo>
                  <a:lnTo>
                    <a:pt x="911804" y="5504463"/>
                  </a:lnTo>
                  <a:lnTo>
                    <a:pt x="911929" y="5494510"/>
                  </a:lnTo>
                  <a:lnTo>
                    <a:pt x="912179" y="5494510"/>
                  </a:lnTo>
                  <a:lnTo>
                    <a:pt x="912304" y="5494510"/>
                  </a:lnTo>
                  <a:lnTo>
                    <a:pt x="912430" y="5494510"/>
                  </a:lnTo>
                  <a:lnTo>
                    <a:pt x="912555" y="5494510"/>
                  </a:lnTo>
                  <a:lnTo>
                    <a:pt x="912680" y="5494510"/>
                  </a:lnTo>
                  <a:lnTo>
                    <a:pt x="912805" y="5494510"/>
                  </a:lnTo>
                  <a:lnTo>
                    <a:pt x="912930" y="5494510"/>
                  </a:lnTo>
                  <a:lnTo>
                    <a:pt x="913180" y="5494510"/>
                  </a:lnTo>
                  <a:lnTo>
                    <a:pt x="913305" y="5494510"/>
                  </a:lnTo>
                  <a:lnTo>
                    <a:pt x="913430" y="5494510"/>
                  </a:lnTo>
                  <a:lnTo>
                    <a:pt x="913555" y="5494510"/>
                  </a:lnTo>
                  <a:lnTo>
                    <a:pt x="913680" y="5494510"/>
                  </a:lnTo>
                  <a:lnTo>
                    <a:pt x="913805" y="5494510"/>
                  </a:lnTo>
                  <a:lnTo>
                    <a:pt x="914305" y="5494510"/>
                  </a:lnTo>
                  <a:lnTo>
                    <a:pt x="914430" y="5494510"/>
                  </a:lnTo>
                  <a:lnTo>
                    <a:pt x="914555" y="5494510"/>
                  </a:lnTo>
                  <a:lnTo>
                    <a:pt x="914680" y="5494510"/>
                  </a:lnTo>
                  <a:lnTo>
                    <a:pt x="914805" y="5494510"/>
                  </a:lnTo>
                  <a:lnTo>
                    <a:pt x="914930" y="5494510"/>
                  </a:lnTo>
                  <a:lnTo>
                    <a:pt x="915055" y="5494510"/>
                  </a:lnTo>
                  <a:lnTo>
                    <a:pt x="915431" y="5484556"/>
                  </a:lnTo>
                  <a:lnTo>
                    <a:pt x="915806" y="5484556"/>
                  </a:lnTo>
                  <a:lnTo>
                    <a:pt x="915931" y="5484556"/>
                  </a:lnTo>
                  <a:lnTo>
                    <a:pt x="916056" y="5484556"/>
                  </a:lnTo>
                  <a:lnTo>
                    <a:pt x="916181" y="5484556"/>
                  </a:lnTo>
                  <a:lnTo>
                    <a:pt x="916306" y="5484556"/>
                  </a:lnTo>
                  <a:lnTo>
                    <a:pt x="916431" y="5484556"/>
                  </a:lnTo>
                  <a:lnTo>
                    <a:pt x="916556" y="5484556"/>
                  </a:lnTo>
                  <a:lnTo>
                    <a:pt x="916681" y="5484556"/>
                  </a:lnTo>
                  <a:lnTo>
                    <a:pt x="916931" y="5484556"/>
                  </a:lnTo>
                  <a:lnTo>
                    <a:pt x="917056" y="5484556"/>
                  </a:lnTo>
                  <a:lnTo>
                    <a:pt x="917306" y="5484556"/>
                  </a:lnTo>
                  <a:lnTo>
                    <a:pt x="917431" y="5484556"/>
                  </a:lnTo>
                  <a:lnTo>
                    <a:pt x="917556" y="5484556"/>
                  </a:lnTo>
                  <a:lnTo>
                    <a:pt x="917681" y="5484556"/>
                  </a:lnTo>
                  <a:lnTo>
                    <a:pt x="917931" y="5484556"/>
                  </a:lnTo>
                  <a:lnTo>
                    <a:pt x="918181" y="5484556"/>
                  </a:lnTo>
                  <a:lnTo>
                    <a:pt x="918306" y="5484556"/>
                  </a:lnTo>
                  <a:lnTo>
                    <a:pt x="918557" y="5484556"/>
                  </a:lnTo>
                  <a:lnTo>
                    <a:pt x="918682" y="5484556"/>
                  </a:lnTo>
                  <a:lnTo>
                    <a:pt x="918932" y="5484556"/>
                  </a:lnTo>
                  <a:lnTo>
                    <a:pt x="919057" y="5484556"/>
                  </a:lnTo>
                  <a:lnTo>
                    <a:pt x="919307" y="5484556"/>
                  </a:lnTo>
                  <a:lnTo>
                    <a:pt x="919432" y="5484556"/>
                  </a:lnTo>
                  <a:lnTo>
                    <a:pt x="919682" y="5484556"/>
                  </a:lnTo>
                  <a:lnTo>
                    <a:pt x="919807" y="5484556"/>
                  </a:lnTo>
                  <a:lnTo>
                    <a:pt x="919932" y="5484556"/>
                  </a:lnTo>
                  <a:lnTo>
                    <a:pt x="920057" y="5484556"/>
                  </a:lnTo>
                  <a:lnTo>
                    <a:pt x="920307" y="5484556"/>
                  </a:lnTo>
                  <a:lnTo>
                    <a:pt x="920432" y="5484556"/>
                  </a:lnTo>
                  <a:lnTo>
                    <a:pt x="920682" y="5484556"/>
                  </a:lnTo>
                  <a:lnTo>
                    <a:pt x="920807" y="5484556"/>
                  </a:lnTo>
                  <a:lnTo>
                    <a:pt x="920932" y="5484556"/>
                  </a:lnTo>
                  <a:lnTo>
                    <a:pt x="921057" y="5484556"/>
                  </a:lnTo>
                  <a:lnTo>
                    <a:pt x="921182" y="5484556"/>
                  </a:lnTo>
                  <a:lnTo>
                    <a:pt x="921683" y="5484556"/>
                  </a:lnTo>
                  <a:lnTo>
                    <a:pt x="921808" y="5484556"/>
                  </a:lnTo>
                  <a:lnTo>
                    <a:pt x="922058" y="5484556"/>
                  </a:lnTo>
                  <a:lnTo>
                    <a:pt x="922183" y="5484556"/>
                  </a:lnTo>
                  <a:lnTo>
                    <a:pt x="922433" y="5484556"/>
                  </a:lnTo>
                  <a:lnTo>
                    <a:pt x="922558" y="5484556"/>
                  </a:lnTo>
                  <a:lnTo>
                    <a:pt x="922683" y="5484556"/>
                  </a:lnTo>
                  <a:lnTo>
                    <a:pt x="922808" y="5484556"/>
                  </a:lnTo>
                  <a:lnTo>
                    <a:pt x="922933" y="5484556"/>
                  </a:lnTo>
                  <a:lnTo>
                    <a:pt x="923058" y="5484556"/>
                  </a:lnTo>
                  <a:lnTo>
                    <a:pt x="923808" y="5484556"/>
                  </a:lnTo>
                  <a:lnTo>
                    <a:pt x="923933" y="5484556"/>
                  </a:lnTo>
                  <a:lnTo>
                    <a:pt x="924058" y="5484556"/>
                  </a:lnTo>
                  <a:lnTo>
                    <a:pt x="924183" y="5484556"/>
                  </a:lnTo>
                  <a:lnTo>
                    <a:pt x="924434" y="5484556"/>
                  </a:lnTo>
                  <a:lnTo>
                    <a:pt x="924559" y="5484556"/>
                  </a:lnTo>
                  <a:lnTo>
                    <a:pt x="924684" y="5484556"/>
                  </a:lnTo>
                  <a:lnTo>
                    <a:pt x="924809" y="5484556"/>
                  </a:lnTo>
                  <a:lnTo>
                    <a:pt x="924934" y="5484556"/>
                  </a:lnTo>
                  <a:lnTo>
                    <a:pt x="925184" y="5484556"/>
                  </a:lnTo>
                  <a:lnTo>
                    <a:pt x="925309" y="5484556"/>
                  </a:lnTo>
                  <a:lnTo>
                    <a:pt x="925559" y="5484556"/>
                  </a:lnTo>
                  <a:lnTo>
                    <a:pt x="925809" y="5484556"/>
                  </a:lnTo>
                  <a:lnTo>
                    <a:pt x="925934" y="5484556"/>
                  </a:lnTo>
                  <a:lnTo>
                    <a:pt x="926434" y="5484556"/>
                  </a:lnTo>
                  <a:lnTo>
                    <a:pt x="926934" y="5484556"/>
                  </a:lnTo>
                  <a:lnTo>
                    <a:pt x="927059" y="5484556"/>
                  </a:lnTo>
                  <a:lnTo>
                    <a:pt x="927309" y="5484556"/>
                  </a:lnTo>
                  <a:lnTo>
                    <a:pt x="927435" y="5484556"/>
                  </a:lnTo>
                  <a:lnTo>
                    <a:pt x="927560" y="5484556"/>
                  </a:lnTo>
                  <a:lnTo>
                    <a:pt x="927685" y="5484556"/>
                  </a:lnTo>
                  <a:lnTo>
                    <a:pt x="927810" y="5484556"/>
                  </a:lnTo>
                  <a:lnTo>
                    <a:pt x="927935" y="5484556"/>
                  </a:lnTo>
                  <a:lnTo>
                    <a:pt x="928060" y="5484556"/>
                  </a:lnTo>
                  <a:lnTo>
                    <a:pt x="928310" y="5484556"/>
                  </a:lnTo>
                  <a:lnTo>
                    <a:pt x="928435" y="5484556"/>
                  </a:lnTo>
                  <a:lnTo>
                    <a:pt x="928560" y="5484556"/>
                  </a:lnTo>
                  <a:lnTo>
                    <a:pt x="928685" y="5484556"/>
                  </a:lnTo>
                  <a:lnTo>
                    <a:pt x="929060" y="5484556"/>
                  </a:lnTo>
                  <a:lnTo>
                    <a:pt x="929185" y="5484556"/>
                  </a:lnTo>
                  <a:lnTo>
                    <a:pt x="929310" y="5484556"/>
                  </a:lnTo>
                  <a:lnTo>
                    <a:pt x="929435" y="5484556"/>
                  </a:lnTo>
                  <a:lnTo>
                    <a:pt x="929560" y="5484556"/>
                  </a:lnTo>
                  <a:lnTo>
                    <a:pt x="929685" y="5484556"/>
                  </a:lnTo>
                  <a:lnTo>
                    <a:pt x="929810" y="5484556"/>
                  </a:lnTo>
                  <a:lnTo>
                    <a:pt x="930185" y="5474602"/>
                  </a:lnTo>
                  <a:lnTo>
                    <a:pt x="930436" y="5474602"/>
                  </a:lnTo>
                  <a:lnTo>
                    <a:pt x="930561" y="5474602"/>
                  </a:lnTo>
                  <a:lnTo>
                    <a:pt x="930936" y="5474602"/>
                  </a:lnTo>
                  <a:lnTo>
                    <a:pt x="931061" y="5474602"/>
                  </a:lnTo>
                  <a:lnTo>
                    <a:pt x="931311" y="5474602"/>
                  </a:lnTo>
                  <a:lnTo>
                    <a:pt x="931561" y="5474602"/>
                  </a:lnTo>
                  <a:lnTo>
                    <a:pt x="931686" y="5474602"/>
                  </a:lnTo>
                  <a:lnTo>
                    <a:pt x="931811" y="5474602"/>
                  </a:lnTo>
                  <a:lnTo>
                    <a:pt x="931936" y="5474602"/>
                  </a:lnTo>
                  <a:lnTo>
                    <a:pt x="932186" y="5474602"/>
                  </a:lnTo>
                  <a:lnTo>
                    <a:pt x="932311" y="5474602"/>
                  </a:lnTo>
                  <a:lnTo>
                    <a:pt x="932436" y="5474602"/>
                  </a:lnTo>
                  <a:lnTo>
                    <a:pt x="932561" y="5474602"/>
                  </a:lnTo>
                  <a:lnTo>
                    <a:pt x="932811" y="5474602"/>
                  </a:lnTo>
                  <a:lnTo>
                    <a:pt x="932936" y="5474602"/>
                  </a:lnTo>
                  <a:lnTo>
                    <a:pt x="933061" y="5474602"/>
                  </a:lnTo>
                  <a:lnTo>
                    <a:pt x="933186" y="5474602"/>
                  </a:lnTo>
                  <a:lnTo>
                    <a:pt x="933312" y="5474602"/>
                  </a:lnTo>
                  <a:lnTo>
                    <a:pt x="933437" y="5474602"/>
                  </a:lnTo>
                  <a:lnTo>
                    <a:pt x="933562" y="5474602"/>
                  </a:lnTo>
                  <a:lnTo>
                    <a:pt x="933687" y="5474602"/>
                  </a:lnTo>
                  <a:lnTo>
                    <a:pt x="933812" y="5474602"/>
                  </a:lnTo>
                  <a:lnTo>
                    <a:pt x="933937" y="5474602"/>
                  </a:lnTo>
                  <a:lnTo>
                    <a:pt x="934062" y="5474602"/>
                  </a:lnTo>
                  <a:lnTo>
                    <a:pt x="934187" y="5474602"/>
                  </a:lnTo>
                  <a:lnTo>
                    <a:pt x="934562" y="5474602"/>
                  </a:lnTo>
                  <a:lnTo>
                    <a:pt x="935062" y="5474602"/>
                  </a:lnTo>
                  <a:lnTo>
                    <a:pt x="935187" y="5474602"/>
                  </a:lnTo>
                  <a:lnTo>
                    <a:pt x="935312" y="5474602"/>
                  </a:lnTo>
                  <a:lnTo>
                    <a:pt x="935562" y="5474602"/>
                  </a:lnTo>
                  <a:lnTo>
                    <a:pt x="935687" y="5474602"/>
                  </a:lnTo>
                  <a:lnTo>
                    <a:pt x="935812" y="5474602"/>
                  </a:lnTo>
                  <a:lnTo>
                    <a:pt x="935937" y="5474602"/>
                  </a:lnTo>
                  <a:lnTo>
                    <a:pt x="936187" y="5474602"/>
                  </a:lnTo>
                  <a:lnTo>
                    <a:pt x="936313" y="5474602"/>
                  </a:lnTo>
                  <a:lnTo>
                    <a:pt x="936438" y="5474602"/>
                  </a:lnTo>
                  <a:lnTo>
                    <a:pt x="936563" y="5474602"/>
                  </a:lnTo>
                  <a:lnTo>
                    <a:pt x="936688" y="5474602"/>
                  </a:lnTo>
                  <a:lnTo>
                    <a:pt x="936813" y="5474602"/>
                  </a:lnTo>
                  <a:lnTo>
                    <a:pt x="936938" y="5474602"/>
                  </a:lnTo>
                  <a:lnTo>
                    <a:pt x="937063" y="5474602"/>
                  </a:lnTo>
                  <a:lnTo>
                    <a:pt x="937188" y="5474602"/>
                  </a:lnTo>
                  <a:lnTo>
                    <a:pt x="937313" y="5474602"/>
                  </a:lnTo>
                  <a:lnTo>
                    <a:pt x="937563" y="5474602"/>
                  </a:lnTo>
                  <a:lnTo>
                    <a:pt x="937688" y="5474602"/>
                  </a:lnTo>
                  <a:lnTo>
                    <a:pt x="938188" y="5464648"/>
                  </a:lnTo>
                  <a:lnTo>
                    <a:pt x="938313" y="5464648"/>
                  </a:lnTo>
                  <a:lnTo>
                    <a:pt x="938438" y="5464648"/>
                  </a:lnTo>
                  <a:lnTo>
                    <a:pt x="938563" y="5464648"/>
                  </a:lnTo>
                  <a:lnTo>
                    <a:pt x="938688" y="5464648"/>
                  </a:lnTo>
                  <a:lnTo>
                    <a:pt x="938938" y="5464648"/>
                  </a:lnTo>
                  <a:lnTo>
                    <a:pt x="939063" y="5464648"/>
                  </a:lnTo>
                  <a:lnTo>
                    <a:pt x="939188" y="5464648"/>
                  </a:lnTo>
                  <a:lnTo>
                    <a:pt x="939439" y="5464648"/>
                  </a:lnTo>
                  <a:lnTo>
                    <a:pt x="939564" y="5464648"/>
                  </a:lnTo>
                  <a:lnTo>
                    <a:pt x="940064" y="5464648"/>
                  </a:lnTo>
                  <a:lnTo>
                    <a:pt x="940189" y="5464648"/>
                  </a:lnTo>
                  <a:lnTo>
                    <a:pt x="940314" y="5464648"/>
                  </a:lnTo>
                  <a:lnTo>
                    <a:pt x="940564" y="5464648"/>
                  </a:lnTo>
                  <a:lnTo>
                    <a:pt x="940689" y="5454694"/>
                  </a:lnTo>
                  <a:lnTo>
                    <a:pt x="941064" y="5454694"/>
                  </a:lnTo>
                  <a:lnTo>
                    <a:pt x="941189" y="5454694"/>
                  </a:lnTo>
                  <a:lnTo>
                    <a:pt x="941314" y="5454694"/>
                  </a:lnTo>
                  <a:lnTo>
                    <a:pt x="941439" y="5454694"/>
                  </a:lnTo>
                  <a:lnTo>
                    <a:pt x="941564" y="5454694"/>
                  </a:lnTo>
                  <a:lnTo>
                    <a:pt x="941689" y="5454694"/>
                  </a:lnTo>
                  <a:lnTo>
                    <a:pt x="941814" y="5454694"/>
                  </a:lnTo>
                  <a:lnTo>
                    <a:pt x="942189" y="5454694"/>
                  </a:lnTo>
                  <a:lnTo>
                    <a:pt x="942315" y="5454694"/>
                  </a:lnTo>
                  <a:lnTo>
                    <a:pt x="942440" y="5454694"/>
                  </a:lnTo>
                  <a:lnTo>
                    <a:pt x="942565" y="5454694"/>
                  </a:lnTo>
                  <a:lnTo>
                    <a:pt x="943190" y="5454694"/>
                  </a:lnTo>
                  <a:lnTo>
                    <a:pt x="943315" y="5454694"/>
                  </a:lnTo>
                  <a:lnTo>
                    <a:pt x="943440" y="5454694"/>
                  </a:lnTo>
                  <a:lnTo>
                    <a:pt x="943690" y="5454694"/>
                  </a:lnTo>
                  <a:lnTo>
                    <a:pt x="943815" y="5454694"/>
                  </a:lnTo>
                  <a:lnTo>
                    <a:pt x="943940" y="5454694"/>
                  </a:lnTo>
                  <a:lnTo>
                    <a:pt x="944065" y="5454694"/>
                  </a:lnTo>
                  <a:lnTo>
                    <a:pt x="944190" y="5454694"/>
                  </a:lnTo>
                  <a:lnTo>
                    <a:pt x="944315" y="5454694"/>
                  </a:lnTo>
                  <a:lnTo>
                    <a:pt x="944440" y="5454694"/>
                  </a:lnTo>
                  <a:lnTo>
                    <a:pt x="944565" y="5454694"/>
                  </a:lnTo>
                  <a:lnTo>
                    <a:pt x="944690" y="5454694"/>
                  </a:lnTo>
                  <a:lnTo>
                    <a:pt x="944815" y="5444740"/>
                  </a:lnTo>
                  <a:lnTo>
                    <a:pt x="945065" y="5444740"/>
                  </a:lnTo>
                  <a:lnTo>
                    <a:pt x="945190" y="5444740"/>
                  </a:lnTo>
                  <a:lnTo>
                    <a:pt x="945316" y="5444740"/>
                  </a:lnTo>
                  <a:lnTo>
                    <a:pt x="945816" y="5444740"/>
                  </a:lnTo>
                  <a:lnTo>
                    <a:pt x="945941" y="5444740"/>
                  </a:lnTo>
                  <a:lnTo>
                    <a:pt x="946191" y="5444740"/>
                  </a:lnTo>
                  <a:lnTo>
                    <a:pt x="946316" y="5444740"/>
                  </a:lnTo>
                  <a:lnTo>
                    <a:pt x="946441" y="5444740"/>
                  </a:lnTo>
                  <a:lnTo>
                    <a:pt x="946691" y="5444740"/>
                  </a:lnTo>
                  <a:lnTo>
                    <a:pt x="946816" y="5444740"/>
                  </a:lnTo>
                  <a:lnTo>
                    <a:pt x="946941" y="5444740"/>
                  </a:lnTo>
                  <a:lnTo>
                    <a:pt x="947066" y="5444740"/>
                  </a:lnTo>
                  <a:lnTo>
                    <a:pt x="947191" y="5444740"/>
                  </a:lnTo>
                  <a:lnTo>
                    <a:pt x="947316" y="5444740"/>
                  </a:lnTo>
                  <a:lnTo>
                    <a:pt x="947441" y="5444740"/>
                  </a:lnTo>
                  <a:lnTo>
                    <a:pt x="947566" y="5444740"/>
                  </a:lnTo>
                  <a:lnTo>
                    <a:pt x="947691" y="5444740"/>
                  </a:lnTo>
                  <a:lnTo>
                    <a:pt x="947816" y="5444740"/>
                  </a:lnTo>
                  <a:lnTo>
                    <a:pt x="949317" y="5444740"/>
                  </a:lnTo>
                  <a:lnTo>
                    <a:pt x="949442" y="5444740"/>
                  </a:lnTo>
                  <a:lnTo>
                    <a:pt x="949567" y="5444740"/>
                  </a:lnTo>
                  <a:lnTo>
                    <a:pt x="949692" y="5444740"/>
                  </a:lnTo>
                  <a:lnTo>
                    <a:pt x="949817" y="5444740"/>
                  </a:lnTo>
                  <a:lnTo>
                    <a:pt x="949942" y="5444740"/>
                  </a:lnTo>
                  <a:lnTo>
                    <a:pt x="950067" y="5444740"/>
                  </a:lnTo>
                  <a:lnTo>
                    <a:pt x="950192" y="5444740"/>
                  </a:lnTo>
                  <a:lnTo>
                    <a:pt x="950317" y="5444740"/>
                  </a:lnTo>
                  <a:lnTo>
                    <a:pt x="950442" y="5444740"/>
                  </a:lnTo>
                  <a:lnTo>
                    <a:pt x="950567" y="5444740"/>
                  </a:lnTo>
                  <a:lnTo>
                    <a:pt x="950692" y="5444740"/>
                  </a:lnTo>
                  <a:lnTo>
                    <a:pt x="950817" y="5444740"/>
                  </a:lnTo>
                  <a:lnTo>
                    <a:pt x="951067" y="5444740"/>
                  </a:lnTo>
                  <a:lnTo>
                    <a:pt x="951192" y="5444740"/>
                  </a:lnTo>
                  <a:lnTo>
                    <a:pt x="951318" y="5444740"/>
                  </a:lnTo>
                  <a:lnTo>
                    <a:pt x="951443" y="5444740"/>
                  </a:lnTo>
                  <a:lnTo>
                    <a:pt x="951568" y="5444740"/>
                  </a:lnTo>
                  <a:lnTo>
                    <a:pt x="951693" y="5444740"/>
                  </a:lnTo>
                  <a:lnTo>
                    <a:pt x="951943" y="5444740"/>
                  </a:lnTo>
                  <a:lnTo>
                    <a:pt x="952693" y="5444740"/>
                  </a:lnTo>
                  <a:lnTo>
                    <a:pt x="952943" y="5444740"/>
                  </a:lnTo>
                  <a:lnTo>
                    <a:pt x="953068" y="5434787"/>
                  </a:lnTo>
                  <a:lnTo>
                    <a:pt x="953193" y="5434787"/>
                  </a:lnTo>
                  <a:lnTo>
                    <a:pt x="953443" y="5434787"/>
                  </a:lnTo>
                  <a:lnTo>
                    <a:pt x="953693" y="5434787"/>
                  </a:lnTo>
                  <a:lnTo>
                    <a:pt x="953818" y="5434787"/>
                  </a:lnTo>
                  <a:lnTo>
                    <a:pt x="954068" y="5434787"/>
                  </a:lnTo>
                  <a:lnTo>
                    <a:pt x="954319" y="5434787"/>
                  </a:lnTo>
                  <a:lnTo>
                    <a:pt x="954694" y="5434787"/>
                  </a:lnTo>
                  <a:lnTo>
                    <a:pt x="954819" y="5434787"/>
                  </a:lnTo>
                  <a:lnTo>
                    <a:pt x="955069" y="5434787"/>
                  </a:lnTo>
                  <a:lnTo>
                    <a:pt x="955194" y="5434787"/>
                  </a:lnTo>
                  <a:lnTo>
                    <a:pt x="955319" y="5434787"/>
                  </a:lnTo>
                  <a:lnTo>
                    <a:pt x="955319" y="5424833"/>
                  </a:lnTo>
                  <a:lnTo>
                    <a:pt x="955444" y="5424833"/>
                  </a:lnTo>
                  <a:lnTo>
                    <a:pt x="955694" y="5424833"/>
                  </a:lnTo>
                  <a:lnTo>
                    <a:pt x="955819" y="5424833"/>
                  </a:lnTo>
                  <a:lnTo>
                    <a:pt x="955944" y="5424833"/>
                  </a:lnTo>
                  <a:lnTo>
                    <a:pt x="956069" y="5424833"/>
                  </a:lnTo>
                  <a:lnTo>
                    <a:pt x="956319" y="5424833"/>
                  </a:lnTo>
                  <a:lnTo>
                    <a:pt x="956444" y="5424833"/>
                  </a:lnTo>
                  <a:lnTo>
                    <a:pt x="956569" y="5424833"/>
                  </a:lnTo>
                  <a:lnTo>
                    <a:pt x="956694" y="5424833"/>
                  </a:lnTo>
                  <a:lnTo>
                    <a:pt x="956819" y="5424833"/>
                  </a:lnTo>
                  <a:lnTo>
                    <a:pt x="956944" y="5424833"/>
                  </a:lnTo>
                  <a:lnTo>
                    <a:pt x="957194" y="5424833"/>
                  </a:lnTo>
                  <a:lnTo>
                    <a:pt x="957570" y="5424833"/>
                  </a:lnTo>
                  <a:lnTo>
                    <a:pt x="957695" y="5424833"/>
                  </a:lnTo>
                  <a:lnTo>
                    <a:pt x="957820" y="5424833"/>
                  </a:lnTo>
                  <a:lnTo>
                    <a:pt x="958070" y="5424833"/>
                  </a:lnTo>
                  <a:lnTo>
                    <a:pt x="958195" y="5424833"/>
                  </a:lnTo>
                  <a:lnTo>
                    <a:pt x="958445" y="5424833"/>
                  </a:lnTo>
                  <a:lnTo>
                    <a:pt x="958695" y="5424833"/>
                  </a:lnTo>
                  <a:lnTo>
                    <a:pt x="959070" y="5424833"/>
                  </a:lnTo>
                  <a:lnTo>
                    <a:pt x="959195" y="5424833"/>
                  </a:lnTo>
                  <a:lnTo>
                    <a:pt x="959320" y="5424833"/>
                  </a:lnTo>
                  <a:lnTo>
                    <a:pt x="959445" y="5424833"/>
                  </a:lnTo>
                  <a:lnTo>
                    <a:pt x="959570" y="5424833"/>
                  </a:lnTo>
                  <a:lnTo>
                    <a:pt x="959695" y="5424833"/>
                  </a:lnTo>
                  <a:lnTo>
                    <a:pt x="959945" y="5424833"/>
                  </a:lnTo>
                  <a:lnTo>
                    <a:pt x="960070" y="5424833"/>
                  </a:lnTo>
                  <a:lnTo>
                    <a:pt x="960195" y="5424833"/>
                  </a:lnTo>
                  <a:lnTo>
                    <a:pt x="960321" y="5424833"/>
                  </a:lnTo>
                  <a:lnTo>
                    <a:pt x="960696" y="5424833"/>
                  </a:lnTo>
                  <a:lnTo>
                    <a:pt x="960821" y="5424833"/>
                  </a:lnTo>
                  <a:lnTo>
                    <a:pt x="960946" y="5424833"/>
                  </a:lnTo>
                  <a:lnTo>
                    <a:pt x="961071" y="5424833"/>
                  </a:lnTo>
                  <a:lnTo>
                    <a:pt x="961196" y="5424833"/>
                  </a:lnTo>
                  <a:lnTo>
                    <a:pt x="961321" y="5424833"/>
                  </a:lnTo>
                  <a:lnTo>
                    <a:pt x="961446" y="5424833"/>
                  </a:lnTo>
                  <a:lnTo>
                    <a:pt x="961696" y="5424833"/>
                  </a:lnTo>
                  <a:lnTo>
                    <a:pt x="961821" y="5424833"/>
                  </a:lnTo>
                  <a:lnTo>
                    <a:pt x="962196" y="5424833"/>
                  </a:lnTo>
                  <a:lnTo>
                    <a:pt x="962571" y="5424833"/>
                  </a:lnTo>
                  <a:lnTo>
                    <a:pt x="962696" y="5424833"/>
                  </a:lnTo>
                  <a:lnTo>
                    <a:pt x="962821" y="5424833"/>
                  </a:lnTo>
                  <a:lnTo>
                    <a:pt x="963071" y="5424833"/>
                  </a:lnTo>
                  <a:lnTo>
                    <a:pt x="963196" y="5424833"/>
                  </a:lnTo>
                  <a:lnTo>
                    <a:pt x="963322" y="5424833"/>
                  </a:lnTo>
                  <a:lnTo>
                    <a:pt x="963822" y="5414879"/>
                  </a:lnTo>
                  <a:lnTo>
                    <a:pt x="963947" y="5414879"/>
                  </a:lnTo>
                  <a:lnTo>
                    <a:pt x="964197" y="5414879"/>
                  </a:lnTo>
                  <a:lnTo>
                    <a:pt x="964322" y="5414879"/>
                  </a:lnTo>
                  <a:lnTo>
                    <a:pt x="964447" y="5414879"/>
                  </a:lnTo>
                  <a:lnTo>
                    <a:pt x="964572" y="5414879"/>
                  </a:lnTo>
                  <a:lnTo>
                    <a:pt x="965072" y="5414879"/>
                  </a:lnTo>
                  <a:lnTo>
                    <a:pt x="965197" y="5414879"/>
                  </a:lnTo>
                  <a:lnTo>
                    <a:pt x="965447" y="5414879"/>
                  </a:lnTo>
                  <a:lnTo>
                    <a:pt x="965572" y="5414879"/>
                  </a:lnTo>
                  <a:lnTo>
                    <a:pt x="965697" y="5414879"/>
                  </a:lnTo>
                  <a:lnTo>
                    <a:pt x="965822" y="5404925"/>
                  </a:lnTo>
                  <a:lnTo>
                    <a:pt x="966197" y="5404925"/>
                  </a:lnTo>
                  <a:lnTo>
                    <a:pt x="966448" y="5404925"/>
                  </a:lnTo>
                  <a:lnTo>
                    <a:pt x="966573" y="5404925"/>
                  </a:lnTo>
                  <a:lnTo>
                    <a:pt x="966823" y="5404925"/>
                  </a:lnTo>
                  <a:lnTo>
                    <a:pt x="966948" y="5404925"/>
                  </a:lnTo>
                  <a:lnTo>
                    <a:pt x="967073" y="5404925"/>
                  </a:lnTo>
                  <a:lnTo>
                    <a:pt x="967323" y="5404925"/>
                  </a:lnTo>
                  <a:lnTo>
                    <a:pt x="967448" y="5404925"/>
                  </a:lnTo>
                  <a:lnTo>
                    <a:pt x="967573" y="5404925"/>
                  </a:lnTo>
                  <a:lnTo>
                    <a:pt x="967698" y="5404925"/>
                  </a:lnTo>
                  <a:lnTo>
                    <a:pt x="967823" y="5404925"/>
                  </a:lnTo>
                  <a:lnTo>
                    <a:pt x="967948" y="5404925"/>
                  </a:lnTo>
                  <a:lnTo>
                    <a:pt x="968073" y="5404925"/>
                  </a:lnTo>
                  <a:lnTo>
                    <a:pt x="968323" y="5404925"/>
                  </a:lnTo>
                  <a:lnTo>
                    <a:pt x="968448" y="5404925"/>
                  </a:lnTo>
                  <a:lnTo>
                    <a:pt x="968573" y="5404925"/>
                  </a:lnTo>
                  <a:lnTo>
                    <a:pt x="968698" y="5404925"/>
                  </a:lnTo>
                  <a:lnTo>
                    <a:pt x="968823" y="5404925"/>
                  </a:lnTo>
                  <a:lnTo>
                    <a:pt x="969324" y="5404925"/>
                  </a:lnTo>
                  <a:lnTo>
                    <a:pt x="969449" y="5404925"/>
                  </a:lnTo>
                  <a:lnTo>
                    <a:pt x="969824" y="5404925"/>
                  </a:lnTo>
                  <a:lnTo>
                    <a:pt x="969949" y="5404925"/>
                  </a:lnTo>
                  <a:lnTo>
                    <a:pt x="970074" y="5404925"/>
                  </a:lnTo>
                  <a:lnTo>
                    <a:pt x="970199" y="5404925"/>
                  </a:lnTo>
                  <a:lnTo>
                    <a:pt x="970324" y="5404925"/>
                  </a:lnTo>
                  <a:lnTo>
                    <a:pt x="970449" y="5404925"/>
                  </a:lnTo>
                  <a:lnTo>
                    <a:pt x="970574" y="5404925"/>
                  </a:lnTo>
                  <a:lnTo>
                    <a:pt x="970699" y="5404925"/>
                  </a:lnTo>
                  <a:lnTo>
                    <a:pt x="970949" y="5404925"/>
                  </a:lnTo>
                  <a:lnTo>
                    <a:pt x="971074" y="5404925"/>
                  </a:lnTo>
                  <a:lnTo>
                    <a:pt x="971324" y="5404925"/>
                  </a:lnTo>
                  <a:lnTo>
                    <a:pt x="971449" y="5404925"/>
                  </a:lnTo>
                  <a:lnTo>
                    <a:pt x="971574" y="5404925"/>
                  </a:lnTo>
                  <a:lnTo>
                    <a:pt x="971699" y="5404925"/>
                  </a:lnTo>
                  <a:lnTo>
                    <a:pt x="971824" y="5404925"/>
                  </a:lnTo>
                  <a:lnTo>
                    <a:pt x="971949" y="5404925"/>
                  </a:lnTo>
                  <a:lnTo>
                    <a:pt x="972074" y="5404925"/>
                  </a:lnTo>
                  <a:lnTo>
                    <a:pt x="972325" y="5404925"/>
                  </a:lnTo>
                  <a:lnTo>
                    <a:pt x="972450" y="5404925"/>
                  </a:lnTo>
                  <a:lnTo>
                    <a:pt x="972700" y="5404925"/>
                  </a:lnTo>
                  <a:lnTo>
                    <a:pt x="972950" y="5404925"/>
                  </a:lnTo>
                  <a:lnTo>
                    <a:pt x="973325" y="5404925"/>
                  </a:lnTo>
                  <a:lnTo>
                    <a:pt x="973450" y="5404925"/>
                  </a:lnTo>
                  <a:lnTo>
                    <a:pt x="973700" y="5404925"/>
                  </a:lnTo>
                  <a:lnTo>
                    <a:pt x="973825" y="5404925"/>
                  </a:lnTo>
                  <a:lnTo>
                    <a:pt x="973950" y="5404925"/>
                  </a:lnTo>
                  <a:lnTo>
                    <a:pt x="974075" y="5404925"/>
                  </a:lnTo>
                  <a:lnTo>
                    <a:pt x="974200" y="5404925"/>
                  </a:lnTo>
                  <a:lnTo>
                    <a:pt x="974450" y="5404925"/>
                  </a:lnTo>
                  <a:lnTo>
                    <a:pt x="974575" y="5404925"/>
                  </a:lnTo>
                  <a:lnTo>
                    <a:pt x="974700" y="5404925"/>
                  </a:lnTo>
                  <a:lnTo>
                    <a:pt x="974825" y="5404925"/>
                  </a:lnTo>
                  <a:lnTo>
                    <a:pt x="974950" y="5404925"/>
                  </a:lnTo>
                  <a:lnTo>
                    <a:pt x="975075" y="5404925"/>
                  </a:lnTo>
                  <a:lnTo>
                    <a:pt x="975201" y="5404925"/>
                  </a:lnTo>
                  <a:lnTo>
                    <a:pt x="975326" y="5404925"/>
                  </a:lnTo>
                  <a:lnTo>
                    <a:pt x="975951" y="5404925"/>
                  </a:lnTo>
                  <a:lnTo>
                    <a:pt x="976076" y="5404925"/>
                  </a:lnTo>
                  <a:lnTo>
                    <a:pt x="976326" y="5404925"/>
                  </a:lnTo>
                  <a:lnTo>
                    <a:pt x="976451" y="5404925"/>
                  </a:lnTo>
                  <a:lnTo>
                    <a:pt x="976576" y="5404925"/>
                  </a:lnTo>
                  <a:lnTo>
                    <a:pt x="976826" y="5404925"/>
                  </a:lnTo>
                  <a:lnTo>
                    <a:pt x="977076" y="5404925"/>
                  </a:lnTo>
                  <a:lnTo>
                    <a:pt x="977201" y="5404925"/>
                  </a:lnTo>
                  <a:lnTo>
                    <a:pt x="977326" y="5404925"/>
                  </a:lnTo>
                  <a:lnTo>
                    <a:pt x="977451" y="5404925"/>
                  </a:lnTo>
                  <a:lnTo>
                    <a:pt x="977701" y="5404925"/>
                  </a:lnTo>
                  <a:lnTo>
                    <a:pt x="977826" y="5404925"/>
                  </a:lnTo>
                  <a:lnTo>
                    <a:pt x="978076" y="5404925"/>
                  </a:lnTo>
                  <a:lnTo>
                    <a:pt x="978202" y="5404925"/>
                  </a:lnTo>
                  <a:lnTo>
                    <a:pt x="978327" y="5404925"/>
                  </a:lnTo>
                  <a:lnTo>
                    <a:pt x="978577" y="5404925"/>
                  </a:lnTo>
                  <a:lnTo>
                    <a:pt x="978827" y="5404925"/>
                  </a:lnTo>
                  <a:lnTo>
                    <a:pt x="978952" y="5404925"/>
                  </a:lnTo>
                  <a:lnTo>
                    <a:pt x="979702" y="5404925"/>
                  </a:lnTo>
                  <a:lnTo>
                    <a:pt x="980202" y="5404925"/>
                  </a:lnTo>
                  <a:lnTo>
                    <a:pt x="980452" y="5404925"/>
                  </a:lnTo>
                  <a:lnTo>
                    <a:pt x="980577" y="5404925"/>
                  </a:lnTo>
                  <a:lnTo>
                    <a:pt x="980702" y="5404925"/>
                  </a:lnTo>
                  <a:lnTo>
                    <a:pt x="980827" y="5404925"/>
                  </a:lnTo>
                  <a:lnTo>
                    <a:pt x="981203" y="5404925"/>
                  </a:lnTo>
                  <a:lnTo>
                    <a:pt x="981328" y="5404925"/>
                  </a:lnTo>
                  <a:lnTo>
                    <a:pt x="981453" y="5404925"/>
                  </a:lnTo>
                  <a:lnTo>
                    <a:pt x="981578" y="5404925"/>
                  </a:lnTo>
                  <a:lnTo>
                    <a:pt x="981828" y="5404925"/>
                  </a:lnTo>
                  <a:lnTo>
                    <a:pt x="981953" y="5404925"/>
                  </a:lnTo>
                  <a:lnTo>
                    <a:pt x="982078" y="5404925"/>
                  </a:lnTo>
                  <a:lnTo>
                    <a:pt x="983078" y="5404925"/>
                  </a:lnTo>
                  <a:lnTo>
                    <a:pt x="983203" y="5404925"/>
                  </a:lnTo>
                  <a:lnTo>
                    <a:pt x="983328" y="5404925"/>
                  </a:lnTo>
                  <a:lnTo>
                    <a:pt x="983578" y="5404925"/>
                  </a:lnTo>
                  <a:lnTo>
                    <a:pt x="983828" y="5404925"/>
                  </a:lnTo>
                  <a:lnTo>
                    <a:pt x="984204" y="5404925"/>
                  </a:lnTo>
                  <a:lnTo>
                    <a:pt x="984454" y="5404925"/>
                  </a:lnTo>
                  <a:lnTo>
                    <a:pt x="984704" y="5404925"/>
                  </a:lnTo>
                  <a:lnTo>
                    <a:pt x="984829" y="5404925"/>
                  </a:lnTo>
                  <a:lnTo>
                    <a:pt x="984954" y="5404925"/>
                  </a:lnTo>
                  <a:lnTo>
                    <a:pt x="985079" y="5404925"/>
                  </a:lnTo>
                  <a:lnTo>
                    <a:pt x="985329" y="5404925"/>
                  </a:lnTo>
                  <a:lnTo>
                    <a:pt x="985704" y="5404925"/>
                  </a:lnTo>
                  <a:lnTo>
                    <a:pt x="985829" y="5404925"/>
                  </a:lnTo>
                  <a:lnTo>
                    <a:pt x="985954" y="5404925"/>
                  </a:lnTo>
                  <a:lnTo>
                    <a:pt x="986079" y="5404925"/>
                  </a:lnTo>
                  <a:lnTo>
                    <a:pt x="986704" y="5404925"/>
                  </a:lnTo>
                  <a:lnTo>
                    <a:pt x="986829" y="5404925"/>
                  </a:lnTo>
                  <a:lnTo>
                    <a:pt x="986954" y="5404925"/>
                  </a:lnTo>
                  <a:lnTo>
                    <a:pt x="987705" y="5404925"/>
                  </a:lnTo>
                  <a:lnTo>
                    <a:pt x="987830" y="5404925"/>
                  </a:lnTo>
                  <a:lnTo>
                    <a:pt x="988330" y="5404925"/>
                  </a:lnTo>
                  <a:lnTo>
                    <a:pt x="988455" y="5404925"/>
                  </a:lnTo>
                  <a:lnTo>
                    <a:pt x="988580" y="5404925"/>
                  </a:lnTo>
                  <a:lnTo>
                    <a:pt x="988705" y="5404925"/>
                  </a:lnTo>
                  <a:lnTo>
                    <a:pt x="988830" y="5404925"/>
                  </a:lnTo>
                  <a:lnTo>
                    <a:pt x="989080" y="5404925"/>
                  </a:lnTo>
                  <a:lnTo>
                    <a:pt x="989205" y="5404925"/>
                  </a:lnTo>
                  <a:lnTo>
                    <a:pt x="989330" y="5404925"/>
                  </a:lnTo>
                  <a:lnTo>
                    <a:pt x="989455" y="5404925"/>
                  </a:lnTo>
                  <a:lnTo>
                    <a:pt x="989580" y="5404925"/>
                  </a:lnTo>
                  <a:lnTo>
                    <a:pt x="989705" y="5404925"/>
                  </a:lnTo>
                  <a:lnTo>
                    <a:pt x="989830" y="5404925"/>
                  </a:lnTo>
                  <a:lnTo>
                    <a:pt x="989955" y="5404925"/>
                  </a:lnTo>
                  <a:lnTo>
                    <a:pt x="990080" y="5404925"/>
                  </a:lnTo>
                  <a:lnTo>
                    <a:pt x="990206" y="5404925"/>
                  </a:lnTo>
                  <a:lnTo>
                    <a:pt x="990581" y="5404925"/>
                  </a:lnTo>
                  <a:lnTo>
                    <a:pt x="990706" y="5404925"/>
                  </a:lnTo>
                  <a:lnTo>
                    <a:pt x="990831" y="5404925"/>
                  </a:lnTo>
                  <a:lnTo>
                    <a:pt x="990956" y="5404925"/>
                  </a:lnTo>
                  <a:lnTo>
                    <a:pt x="991081" y="5404925"/>
                  </a:lnTo>
                  <a:lnTo>
                    <a:pt x="991706" y="5404925"/>
                  </a:lnTo>
                  <a:lnTo>
                    <a:pt x="991831" y="5404925"/>
                  </a:lnTo>
                  <a:lnTo>
                    <a:pt x="991956" y="5404925"/>
                  </a:lnTo>
                  <a:lnTo>
                    <a:pt x="992081" y="5404925"/>
                  </a:lnTo>
                  <a:lnTo>
                    <a:pt x="992206" y="5404925"/>
                  </a:lnTo>
                  <a:lnTo>
                    <a:pt x="992331" y="5404925"/>
                  </a:lnTo>
                  <a:lnTo>
                    <a:pt x="992706" y="5404925"/>
                  </a:lnTo>
                  <a:lnTo>
                    <a:pt x="992831" y="5404925"/>
                  </a:lnTo>
                  <a:lnTo>
                    <a:pt x="992956" y="5404925"/>
                  </a:lnTo>
                  <a:lnTo>
                    <a:pt x="993582" y="5404925"/>
                  </a:lnTo>
                  <a:lnTo>
                    <a:pt x="993832" y="5404925"/>
                  </a:lnTo>
                  <a:lnTo>
                    <a:pt x="993957" y="5404925"/>
                  </a:lnTo>
                  <a:lnTo>
                    <a:pt x="994457" y="5404925"/>
                  </a:lnTo>
                  <a:lnTo>
                    <a:pt x="994582" y="5404925"/>
                  </a:lnTo>
                  <a:lnTo>
                    <a:pt x="994707" y="5404925"/>
                  </a:lnTo>
                  <a:lnTo>
                    <a:pt x="994832" y="5404925"/>
                  </a:lnTo>
                  <a:lnTo>
                    <a:pt x="995207" y="5404925"/>
                  </a:lnTo>
                  <a:lnTo>
                    <a:pt x="995332" y="5404925"/>
                  </a:lnTo>
                  <a:lnTo>
                    <a:pt x="995457" y="5404925"/>
                  </a:lnTo>
                  <a:lnTo>
                    <a:pt x="995832" y="5404925"/>
                  </a:lnTo>
                  <a:lnTo>
                    <a:pt x="995957" y="5404925"/>
                  </a:lnTo>
                  <a:lnTo>
                    <a:pt x="996082" y="5404925"/>
                  </a:lnTo>
                  <a:lnTo>
                    <a:pt x="996208" y="5404925"/>
                  </a:lnTo>
                  <a:lnTo>
                    <a:pt x="996333" y="5404925"/>
                  </a:lnTo>
                  <a:lnTo>
                    <a:pt x="996458" y="5404925"/>
                  </a:lnTo>
                  <a:lnTo>
                    <a:pt x="996708" y="5404925"/>
                  </a:lnTo>
                  <a:lnTo>
                    <a:pt x="996833" y="5404925"/>
                  </a:lnTo>
                  <a:lnTo>
                    <a:pt x="997208" y="5404925"/>
                  </a:lnTo>
                  <a:lnTo>
                    <a:pt x="997333" y="5404925"/>
                  </a:lnTo>
                  <a:lnTo>
                    <a:pt x="997458" y="5404925"/>
                  </a:lnTo>
                  <a:lnTo>
                    <a:pt x="998083" y="5404925"/>
                  </a:lnTo>
                  <a:lnTo>
                    <a:pt x="998208" y="5404925"/>
                  </a:lnTo>
                  <a:lnTo>
                    <a:pt x="998333" y="5404925"/>
                  </a:lnTo>
                  <a:lnTo>
                    <a:pt x="998458" y="5404925"/>
                  </a:lnTo>
                  <a:lnTo>
                    <a:pt x="998583" y="5404925"/>
                  </a:lnTo>
                  <a:lnTo>
                    <a:pt x="998708" y="5404925"/>
                  </a:lnTo>
                  <a:lnTo>
                    <a:pt x="999209" y="5404925"/>
                  </a:lnTo>
                  <a:lnTo>
                    <a:pt x="999459" y="5404925"/>
                  </a:lnTo>
                  <a:lnTo>
                    <a:pt x="999584" y="5404925"/>
                  </a:lnTo>
                  <a:lnTo>
                    <a:pt x="999709" y="5404925"/>
                  </a:lnTo>
                  <a:lnTo>
                    <a:pt x="999834" y="5404925"/>
                  </a:lnTo>
                  <a:lnTo>
                    <a:pt x="999959" y="5404925"/>
                  </a:lnTo>
                  <a:lnTo>
                    <a:pt x="1000084" y="5404925"/>
                  </a:lnTo>
                  <a:lnTo>
                    <a:pt x="1000334" y="5404925"/>
                  </a:lnTo>
                  <a:lnTo>
                    <a:pt x="1001084" y="5404925"/>
                  </a:lnTo>
                  <a:lnTo>
                    <a:pt x="1001334" y="5404925"/>
                  </a:lnTo>
                  <a:lnTo>
                    <a:pt x="1001584" y="5404925"/>
                  </a:lnTo>
                  <a:lnTo>
                    <a:pt x="1001834" y="5404925"/>
                  </a:lnTo>
                  <a:lnTo>
                    <a:pt x="1002084" y="5404925"/>
                  </a:lnTo>
                  <a:lnTo>
                    <a:pt x="1002210" y="5404925"/>
                  </a:lnTo>
                  <a:lnTo>
                    <a:pt x="1002335" y="5404925"/>
                  </a:lnTo>
                  <a:lnTo>
                    <a:pt x="1002460" y="5404925"/>
                  </a:lnTo>
                  <a:lnTo>
                    <a:pt x="1002585" y="5404925"/>
                  </a:lnTo>
                  <a:lnTo>
                    <a:pt x="1002710" y="5404925"/>
                  </a:lnTo>
                  <a:lnTo>
                    <a:pt x="1002835" y="5404925"/>
                  </a:lnTo>
                  <a:lnTo>
                    <a:pt x="1003085" y="5404925"/>
                  </a:lnTo>
                  <a:lnTo>
                    <a:pt x="1003210" y="5404925"/>
                  </a:lnTo>
                  <a:lnTo>
                    <a:pt x="1003335" y="5404925"/>
                  </a:lnTo>
                  <a:lnTo>
                    <a:pt x="1003460" y="5404925"/>
                  </a:lnTo>
                  <a:lnTo>
                    <a:pt x="1003710" y="5404925"/>
                  </a:lnTo>
                  <a:lnTo>
                    <a:pt x="1003835" y="5404925"/>
                  </a:lnTo>
                  <a:lnTo>
                    <a:pt x="1003960" y="5404925"/>
                  </a:lnTo>
                  <a:lnTo>
                    <a:pt x="1004210" y="5404925"/>
                  </a:lnTo>
                  <a:lnTo>
                    <a:pt x="1004460" y="5404925"/>
                  </a:lnTo>
                  <a:lnTo>
                    <a:pt x="1004585" y="5404925"/>
                  </a:lnTo>
                  <a:lnTo>
                    <a:pt x="1004835" y="5404925"/>
                  </a:lnTo>
                  <a:lnTo>
                    <a:pt x="1004960" y="5404925"/>
                  </a:lnTo>
                  <a:lnTo>
                    <a:pt x="1005085" y="5404925"/>
                  </a:lnTo>
                  <a:lnTo>
                    <a:pt x="1005211" y="5404925"/>
                  </a:lnTo>
                  <a:lnTo>
                    <a:pt x="1005461" y="5404925"/>
                  </a:lnTo>
                  <a:lnTo>
                    <a:pt x="1005586" y="5404925"/>
                  </a:lnTo>
                  <a:lnTo>
                    <a:pt x="1005961" y="5404925"/>
                  </a:lnTo>
                  <a:lnTo>
                    <a:pt x="1006086" y="5404925"/>
                  </a:lnTo>
                  <a:lnTo>
                    <a:pt x="1006211" y="5404925"/>
                  </a:lnTo>
                  <a:lnTo>
                    <a:pt x="1006336" y="5404925"/>
                  </a:lnTo>
                  <a:lnTo>
                    <a:pt x="1006461" y="5404925"/>
                  </a:lnTo>
                  <a:lnTo>
                    <a:pt x="1006586" y="5404925"/>
                  </a:lnTo>
                  <a:lnTo>
                    <a:pt x="1006711" y="5404925"/>
                  </a:lnTo>
                  <a:lnTo>
                    <a:pt x="1006961" y="5404925"/>
                  </a:lnTo>
                  <a:lnTo>
                    <a:pt x="1007086" y="5404925"/>
                  </a:lnTo>
                  <a:lnTo>
                    <a:pt x="1007211" y="5404925"/>
                  </a:lnTo>
                  <a:lnTo>
                    <a:pt x="1007336" y="5404925"/>
                  </a:lnTo>
                  <a:lnTo>
                    <a:pt x="1007586" y="5404925"/>
                  </a:lnTo>
                  <a:lnTo>
                    <a:pt x="1007711" y="5404925"/>
                  </a:lnTo>
                  <a:lnTo>
                    <a:pt x="1007836" y="5394971"/>
                  </a:lnTo>
                  <a:lnTo>
                    <a:pt x="1007961" y="5394971"/>
                  </a:lnTo>
                  <a:lnTo>
                    <a:pt x="1008086" y="5394971"/>
                  </a:lnTo>
                  <a:lnTo>
                    <a:pt x="1008212" y="5394971"/>
                  </a:lnTo>
                  <a:lnTo>
                    <a:pt x="1008337" y="5394971"/>
                  </a:lnTo>
                  <a:lnTo>
                    <a:pt x="1008837" y="5394971"/>
                  </a:lnTo>
                  <a:lnTo>
                    <a:pt x="1009087" y="5394971"/>
                  </a:lnTo>
                  <a:lnTo>
                    <a:pt x="1009212" y="5394971"/>
                  </a:lnTo>
                  <a:lnTo>
                    <a:pt x="1009337" y="5394971"/>
                  </a:lnTo>
                  <a:lnTo>
                    <a:pt x="1009462" y="5394971"/>
                  </a:lnTo>
                  <a:lnTo>
                    <a:pt x="1009587" y="5394971"/>
                  </a:lnTo>
                  <a:lnTo>
                    <a:pt x="1009712" y="5394971"/>
                  </a:lnTo>
                  <a:lnTo>
                    <a:pt x="1009837" y="5394971"/>
                  </a:lnTo>
                  <a:lnTo>
                    <a:pt x="1009962" y="5394971"/>
                  </a:lnTo>
                  <a:lnTo>
                    <a:pt x="1010212" y="5394971"/>
                  </a:lnTo>
                  <a:lnTo>
                    <a:pt x="1010337" y="5394971"/>
                  </a:lnTo>
                  <a:lnTo>
                    <a:pt x="1010462" y="5394971"/>
                  </a:lnTo>
                  <a:lnTo>
                    <a:pt x="1010712" y="5394971"/>
                  </a:lnTo>
                  <a:lnTo>
                    <a:pt x="1010837" y="5394971"/>
                  </a:lnTo>
                  <a:lnTo>
                    <a:pt x="1010962" y="5394971"/>
                  </a:lnTo>
                  <a:lnTo>
                    <a:pt x="1011088" y="5394971"/>
                  </a:lnTo>
                  <a:lnTo>
                    <a:pt x="1011463" y="5394971"/>
                  </a:lnTo>
                  <a:lnTo>
                    <a:pt x="1011588" y="5394971"/>
                  </a:lnTo>
                  <a:lnTo>
                    <a:pt x="1011713" y="5394971"/>
                  </a:lnTo>
                  <a:lnTo>
                    <a:pt x="1011963" y="5394971"/>
                  </a:lnTo>
                  <a:lnTo>
                    <a:pt x="1012088" y="5394971"/>
                  </a:lnTo>
                  <a:lnTo>
                    <a:pt x="1012213" y="5394971"/>
                  </a:lnTo>
                  <a:lnTo>
                    <a:pt x="1012463" y="5394971"/>
                  </a:lnTo>
                  <a:lnTo>
                    <a:pt x="1012588" y="5394971"/>
                  </a:lnTo>
                  <a:lnTo>
                    <a:pt x="1012713" y="5394971"/>
                  </a:lnTo>
                  <a:lnTo>
                    <a:pt x="1012838" y="5394971"/>
                  </a:lnTo>
                  <a:lnTo>
                    <a:pt x="1012963" y="5394971"/>
                  </a:lnTo>
                  <a:lnTo>
                    <a:pt x="1013213" y="5394971"/>
                  </a:lnTo>
                  <a:lnTo>
                    <a:pt x="1013338" y="5394971"/>
                  </a:lnTo>
                  <a:lnTo>
                    <a:pt x="1013588" y="5394971"/>
                  </a:lnTo>
                  <a:lnTo>
                    <a:pt x="1013713" y="5394971"/>
                  </a:lnTo>
                  <a:lnTo>
                    <a:pt x="1014214" y="5394971"/>
                  </a:lnTo>
                  <a:lnTo>
                    <a:pt x="1014339" y="5394971"/>
                  </a:lnTo>
                  <a:lnTo>
                    <a:pt x="1014589" y="5394971"/>
                  </a:lnTo>
                  <a:lnTo>
                    <a:pt x="1014714" y="5394971"/>
                  </a:lnTo>
                  <a:lnTo>
                    <a:pt x="1014839" y="5394971"/>
                  </a:lnTo>
                  <a:lnTo>
                    <a:pt x="1014964" y="5394971"/>
                  </a:lnTo>
                  <a:lnTo>
                    <a:pt x="1015089" y="5394971"/>
                  </a:lnTo>
                  <a:lnTo>
                    <a:pt x="1015339" y="5394971"/>
                  </a:lnTo>
                  <a:lnTo>
                    <a:pt x="1015714" y="5394971"/>
                  </a:lnTo>
                  <a:lnTo>
                    <a:pt x="1015964" y="5394971"/>
                  </a:lnTo>
                  <a:lnTo>
                    <a:pt x="1016089" y="5394971"/>
                  </a:lnTo>
                  <a:lnTo>
                    <a:pt x="1016464" y="5394971"/>
                  </a:lnTo>
                  <a:lnTo>
                    <a:pt x="1016839" y="5394971"/>
                  </a:lnTo>
                  <a:lnTo>
                    <a:pt x="1016964" y="5394971"/>
                  </a:lnTo>
                  <a:lnTo>
                    <a:pt x="1017215" y="5394971"/>
                  </a:lnTo>
                  <a:lnTo>
                    <a:pt x="1017465" y="5394971"/>
                  </a:lnTo>
                  <a:lnTo>
                    <a:pt x="1017590" y="5394971"/>
                  </a:lnTo>
                  <a:lnTo>
                    <a:pt x="1017715" y="5394971"/>
                  </a:lnTo>
                  <a:lnTo>
                    <a:pt x="1017840" y="5394971"/>
                  </a:lnTo>
                  <a:lnTo>
                    <a:pt x="1018215" y="5394971"/>
                  </a:lnTo>
                  <a:lnTo>
                    <a:pt x="1018340" y="5394971"/>
                  </a:lnTo>
                  <a:lnTo>
                    <a:pt x="1018465" y="5394971"/>
                  </a:lnTo>
                  <a:lnTo>
                    <a:pt x="1018715" y="5394971"/>
                  </a:lnTo>
                  <a:lnTo>
                    <a:pt x="1018840" y="5394971"/>
                  </a:lnTo>
                  <a:lnTo>
                    <a:pt x="1019090" y="5394971"/>
                  </a:lnTo>
                  <a:lnTo>
                    <a:pt x="1019590" y="5394971"/>
                  </a:lnTo>
                  <a:lnTo>
                    <a:pt x="1019715" y="5394971"/>
                  </a:lnTo>
                  <a:lnTo>
                    <a:pt x="1019840" y="5394971"/>
                  </a:lnTo>
                  <a:lnTo>
                    <a:pt x="1019965" y="5394971"/>
                  </a:lnTo>
                  <a:lnTo>
                    <a:pt x="1020091" y="5394971"/>
                  </a:lnTo>
                  <a:lnTo>
                    <a:pt x="1020341" y="5394971"/>
                  </a:lnTo>
                  <a:lnTo>
                    <a:pt x="1020466" y="5394971"/>
                  </a:lnTo>
                  <a:lnTo>
                    <a:pt x="1020466" y="5385018"/>
                  </a:lnTo>
                  <a:lnTo>
                    <a:pt x="1020716" y="5385018"/>
                  </a:lnTo>
                  <a:lnTo>
                    <a:pt x="1020841" y="5385018"/>
                  </a:lnTo>
                  <a:lnTo>
                    <a:pt x="1020966" y="5385018"/>
                  </a:lnTo>
                  <a:lnTo>
                    <a:pt x="1021216" y="5385018"/>
                  </a:lnTo>
                  <a:lnTo>
                    <a:pt x="1021341" y="5385018"/>
                  </a:lnTo>
                  <a:lnTo>
                    <a:pt x="1021466" y="5385018"/>
                  </a:lnTo>
                  <a:lnTo>
                    <a:pt x="1021591" y="5385018"/>
                  </a:lnTo>
                  <a:lnTo>
                    <a:pt x="1021716" y="5385018"/>
                  </a:lnTo>
                  <a:lnTo>
                    <a:pt x="1021841" y="5385018"/>
                  </a:lnTo>
                  <a:lnTo>
                    <a:pt x="1022091" y="5385018"/>
                  </a:lnTo>
                  <a:lnTo>
                    <a:pt x="1022466" y="5385018"/>
                  </a:lnTo>
                  <a:lnTo>
                    <a:pt x="1022591" y="5385018"/>
                  </a:lnTo>
                  <a:lnTo>
                    <a:pt x="1022716" y="5385018"/>
                  </a:lnTo>
                  <a:lnTo>
                    <a:pt x="1022966" y="5385018"/>
                  </a:lnTo>
                  <a:lnTo>
                    <a:pt x="1023217" y="5385018"/>
                  </a:lnTo>
                  <a:lnTo>
                    <a:pt x="1023342" y="5385018"/>
                  </a:lnTo>
                  <a:lnTo>
                    <a:pt x="1023967" y="5385018"/>
                  </a:lnTo>
                  <a:lnTo>
                    <a:pt x="1024092" y="5385018"/>
                  </a:lnTo>
                  <a:lnTo>
                    <a:pt x="1024217" y="5385018"/>
                  </a:lnTo>
                  <a:lnTo>
                    <a:pt x="1024467" y="5385018"/>
                  </a:lnTo>
                  <a:lnTo>
                    <a:pt x="1024592" y="5385018"/>
                  </a:lnTo>
                  <a:lnTo>
                    <a:pt x="1024717" y="5385018"/>
                  </a:lnTo>
                  <a:lnTo>
                    <a:pt x="1025342" y="5385018"/>
                  </a:lnTo>
                  <a:lnTo>
                    <a:pt x="1025467" y="5385018"/>
                  </a:lnTo>
                  <a:lnTo>
                    <a:pt x="1025592" y="5385018"/>
                  </a:lnTo>
                  <a:lnTo>
                    <a:pt x="1025717" y="5385018"/>
                  </a:lnTo>
                  <a:lnTo>
                    <a:pt x="1025842" y="5385018"/>
                  </a:lnTo>
                  <a:lnTo>
                    <a:pt x="1025967" y="5385018"/>
                  </a:lnTo>
                  <a:lnTo>
                    <a:pt x="1026093" y="5385018"/>
                  </a:lnTo>
                  <a:lnTo>
                    <a:pt x="1026218" y="5385018"/>
                  </a:lnTo>
                  <a:lnTo>
                    <a:pt x="1026343" y="5385018"/>
                  </a:lnTo>
                  <a:lnTo>
                    <a:pt x="1026468" y="5385018"/>
                  </a:lnTo>
                  <a:lnTo>
                    <a:pt x="1026593" y="5385018"/>
                  </a:lnTo>
                  <a:lnTo>
                    <a:pt x="1026718" y="5385018"/>
                  </a:lnTo>
                  <a:lnTo>
                    <a:pt x="1026968" y="5385018"/>
                  </a:lnTo>
                  <a:lnTo>
                    <a:pt x="1027093" y="5385018"/>
                  </a:lnTo>
                  <a:lnTo>
                    <a:pt x="1027218" y="5385018"/>
                  </a:lnTo>
                  <a:lnTo>
                    <a:pt x="1027343" y="5385018"/>
                  </a:lnTo>
                  <a:lnTo>
                    <a:pt x="1027843" y="5375064"/>
                  </a:lnTo>
                  <a:lnTo>
                    <a:pt x="1027968" y="5375064"/>
                  </a:lnTo>
                  <a:lnTo>
                    <a:pt x="1028093" y="5375064"/>
                  </a:lnTo>
                  <a:lnTo>
                    <a:pt x="1028218" y="5375064"/>
                  </a:lnTo>
                  <a:lnTo>
                    <a:pt x="1028468" y="5375064"/>
                  </a:lnTo>
                  <a:lnTo>
                    <a:pt x="1028593" y="5375064"/>
                  </a:lnTo>
                  <a:lnTo>
                    <a:pt x="1028843" y="5375064"/>
                  </a:lnTo>
                  <a:lnTo>
                    <a:pt x="1029094" y="5375064"/>
                  </a:lnTo>
                  <a:lnTo>
                    <a:pt x="1029219" y="5375064"/>
                  </a:lnTo>
                  <a:lnTo>
                    <a:pt x="1029344" y="5375064"/>
                  </a:lnTo>
                  <a:lnTo>
                    <a:pt x="1029469" y="5375064"/>
                  </a:lnTo>
                  <a:lnTo>
                    <a:pt x="1029594" y="5375064"/>
                  </a:lnTo>
                  <a:lnTo>
                    <a:pt x="1029719" y="5375064"/>
                  </a:lnTo>
                  <a:lnTo>
                    <a:pt x="1029844" y="5375064"/>
                  </a:lnTo>
                  <a:lnTo>
                    <a:pt x="1029969" y="5375064"/>
                  </a:lnTo>
                  <a:lnTo>
                    <a:pt x="1030219" y="5375064"/>
                  </a:lnTo>
                  <a:lnTo>
                    <a:pt x="1030344" y="5375064"/>
                  </a:lnTo>
                  <a:lnTo>
                    <a:pt x="1030469" y="5375064"/>
                  </a:lnTo>
                  <a:lnTo>
                    <a:pt x="1030594" y="5375064"/>
                  </a:lnTo>
                  <a:lnTo>
                    <a:pt x="1030719" y="5375064"/>
                  </a:lnTo>
                  <a:lnTo>
                    <a:pt x="1030844" y="5375064"/>
                  </a:lnTo>
                  <a:lnTo>
                    <a:pt x="1031594" y="5375064"/>
                  </a:lnTo>
                  <a:lnTo>
                    <a:pt x="1031719" y="5375064"/>
                  </a:lnTo>
                  <a:lnTo>
                    <a:pt x="1031844" y="5375064"/>
                  </a:lnTo>
                  <a:lnTo>
                    <a:pt x="1031969" y="5375064"/>
                  </a:lnTo>
                  <a:lnTo>
                    <a:pt x="1031969" y="5365110"/>
                  </a:lnTo>
                  <a:lnTo>
                    <a:pt x="1032220" y="5365110"/>
                  </a:lnTo>
                  <a:lnTo>
                    <a:pt x="1032345" y="5365110"/>
                  </a:lnTo>
                  <a:lnTo>
                    <a:pt x="1032470" y="5365110"/>
                  </a:lnTo>
                  <a:lnTo>
                    <a:pt x="1032595" y="5365110"/>
                  </a:lnTo>
                  <a:lnTo>
                    <a:pt x="1032845" y="5365110"/>
                  </a:lnTo>
                  <a:lnTo>
                    <a:pt x="1032970" y="5365110"/>
                  </a:lnTo>
                  <a:lnTo>
                    <a:pt x="1033095" y="5365110"/>
                  </a:lnTo>
                  <a:lnTo>
                    <a:pt x="1033345" y="5365110"/>
                  </a:lnTo>
                  <a:lnTo>
                    <a:pt x="1033470" y="5365110"/>
                  </a:lnTo>
                  <a:lnTo>
                    <a:pt x="1033595" y="5365110"/>
                  </a:lnTo>
                  <a:lnTo>
                    <a:pt x="1033720" y="5365110"/>
                  </a:lnTo>
                  <a:lnTo>
                    <a:pt x="1033845" y="5365110"/>
                  </a:lnTo>
                  <a:lnTo>
                    <a:pt x="1033970" y="5365110"/>
                  </a:lnTo>
                  <a:lnTo>
                    <a:pt x="1034220" y="5365110"/>
                  </a:lnTo>
                  <a:lnTo>
                    <a:pt x="1034345" y="5365110"/>
                  </a:lnTo>
                  <a:lnTo>
                    <a:pt x="1034470" y="5365110"/>
                  </a:lnTo>
                  <a:lnTo>
                    <a:pt x="1034595" y="5365110"/>
                  </a:lnTo>
                  <a:lnTo>
                    <a:pt x="1035596" y="5365110"/>
                  </a:lnTo>
                  <a:lnTo>
                    <a:pt x="1035721" y="5365110"/>
                  </a:lnTo>
                  <a:lnTo>
                    <a:pt x="1035846" y="5365110"/>
                  </a:lnTo>
                  <a:lnTo>
                    <a:pt x="1035971" y="5365110"/>
                  </a:lnTo>
                  <a:lnTo>
                    <a:pt x="1036096" y="5365110"/>
                  </a:lnTo>
                  <a:lnTo>
                    <a:pt x="1036221" y="5365110"/>
                  </a:lnTo>
                  <a:lnTo>
                    <a:pt x="1036346" y="5365110"/>
                  </a:lnTo>
                  <a:lnTo>
                    <a:pt x="1036471" y="5365110"/>
                  </a:lnTo>
                  <a:lnTo>
                    <a:pt x="1036721" y="5365110"/>
                  </a:lnTo>
                  <a:lnTo>
                    <a:pt x="1036846" y="5365110"/>
                  </a:lnTo>
                  <a:lnTo>
                    <a:pt x="1037346" y="5365110"/>
                  </a:lnTo>
                  <a:lnTo>
                    <a:pt x="1037471" y="5365110"/>
                  </a:lnTo>
                  <a:lnTo>
                    <a:pt x="1037596" y="5365110"/>
                  </a:lnTo>
                  <a:lnTo>
                    <a:pt x="1037721" y="5365110"/>
                  </a:lnTo>
                  <a:lnTo>
                    <a:pt x="1037846" y="5365110"/>
                  </a:lnTo>
                  <a:lnTo>
                    <a:pt x="1037971" y="5365110"/>
                  </a:lnTo>
                  <a:lnTo>
                    <a:pt x="1038222" y="5365110"/>
                  </a:lnTo>
                  <a:lnTo>
                    <a:pt x="1038347" y="5365110"/>
                  </a:lnTo>
                  <a:lnTo>
                    <a:pt x="1038597" y="5365110"/>
                  </a:lnTo>
                  <a:lnTo>
                    <a:pt x="1038722" y="5365110"/>
                  </a:lnTo>
                  <a:lnTo>
                    <a:pt x="1038847" y="5365110"/>
                  </a:lnTo>
                  <a:lnTo>
                    <a:pt x="1038972" y="5365110"/>
                  </a:lnTo>
                  <a:lnTo>
                    <a:pt x="1039097" y="5365110"/>
                  </a:lnTo>
                  <a:lnTo>
                    <a:pt x="1039347" y="5365110"/>
                  </a:lnTo>
                  <a:lnTo>
                    <a:pt x="1039472" y="5365110"/>
                  </a:lnTo>
                  <a:lnTo>
                    <a:pt x="1039597" y="5365110"/>
                  </a:lnTo>
                  <a:lnTo>
                    <a:pt x="1039972" y="5365110"/>
                  </a:lnTo>
                  <a:lnTo>
                    <a:pt x="1040097" y="5365110"/>
                  </a:lnTo>
                  <a:lnTo>
                    <a:pt x="1040222" y="5365110"/>
                  </a:lnTo>
                  <a:lnTo>
                    <a:pt x="1040472" y="5365110"/>
                  </a:lnTo>
                  <a:lnTo>
                    <a:pt x="1040722" y="5365110"/>
                  </a:lnTo>
                  <a:lnTo>
                    <a:pt x="1040847" y="5365110"/>
                  </a:lnTo>
                  <a:lnTo>
                    <a:pt x="1040972" y="5365110"/>
                  </a:lnTo>
                  <a:lnTo>
                    <a:pt x="1041098" y="5365110"/>
                  </a:lnTo>
                  <a:lnTo>
                    <a:pt x="1041223" y="5365110"/>
                  </a:lnTo>
                  <a:lnTo>
                    <a:pt x="1041348" y="5365110"/>
                  </a:lnTo>
                  <a:lnTo>
                    <a:pt x="1041598" y="5365110"/>
                  </a:lnTo>
                  <a:lnTo>
                    <a:pt x="1041848" y="5365110"/>
                  </a:lnTo>
                  <a:lnTo>
                    <a:pt x="1042348" y="5365110"/>
                  </a:lnTo>
                  <a:lnTo>
                    <a:pt x="1042473" y="5365110"/>
                  </a:lnTo>
                  <a:lnTo>
                    <a:pt x="1042598" y="5365110"/>
                  </a:lnTo>
                  <a:lnTo>
                    <a:pt x="1042973" y="5365110"/>
                  </a:lnTo>
                  <a:lnTo>
                    <a:pt x="1043223" y="5365110"/>
                  </a:lnTo>
                  <a:lnTo>
                    <a:pt x="1043348" y="5365110"/>
                  </a:lnTo>
                  <a:lnTo>
                    <a:pt x="1043473" y="5365110"/>
                  </a:lnTo>
                  <a:lnTo>
                    <a:pt x="1043598" y="5365110"/>
                  </a:lnTo>
                  <a:lnTo>
                    <a:pt x="1043723" y="5365110"/>
                  </a:lnTo>
                  <a:lnTo>
                    <a:pt x="1044474" y="5365110"/>
                  </a:lnTo>
                  <a:lnTo>
                    <a:pt x="1044599" y="5365110"/>
                  </a:lnTo>
                  <a:lnTo>
                    <a:pt x="1044724" y="5365110"/>
                  </a:lnTo>
                  <a:lnTo>
                    <a:pt x="1044974" y="5365110"/>
                  </a:lnTo>
                  <a:lnTo>
                    <a:pt x="1045224" y="5365110"/>
                  </a:lnTo>
                  <a:lnTo>
                    <a:pt x="1045349" y="5365110"/>
                  </a:lnTo>
                  <a:lnTo>
                    <a:pt x="1045474" y="5365110"/>
                  </a:lnTo>
                  <a:lnTo>
                    <a:pt x="1045599" y="5365110"/>
                  </a:lnTo>
                  <a:lnTo>
                    <a:pt x="1045724" y="5365110"/>
                  </a:lnTo>
                  <a:lnTo>
                    <a:pt x="1045849" y="5365110"/>
                  </a:lnTo>
                  <a:lnTo>
                    <a:pt x="1045974" y="5365110"/>
                  </a:lnTo>
                  <a:lnTo>
                    <a:pt x="1046099" y="5365110"/>
                  </a:lnTo>
                  <a:lnTo>
                    <a:pt x="1046224" y="5365110"/>
                  </a:lnTo>
                  <a:lnTo>
                    <a:pt x="1046349" y="5365110"/>
                  </a:lnTo>
                  <a:lnTo>
                    <a:pt x="1046599" y="5365110"/>
                  </a:lnTo>
                  <a:lnTo>
                    <a:pt x="1046724" y="5365110"/>
                  </a:lnTo>
                  <a:lnTo>
                    <a:pt x="1046849" y="5365110"/>
                  </a:lnTo>
                  <a:lnTo>
                    <a:pt x="1047225" y="5365110"/>
                  </a:lnTo>
                  <a:lnTo>
                    <a:pt x="1047350" y="5365110"/>
                  </a:lnTo>
                  <a:lnTo>
                    <a:pt x="1047475" y="5365110"/>
                  </a:lnTo>
                  <a:lnTo>
                    <a:pt x="1047725" y="5365110"/>
                  </a:lnTo>
                  <a:lnTo>
                    <a:pt x="1047850" y="5365110"/>
                  </a:lnTo>
                  <a:lnTo>
                    <a:pt x="1047975" y="5365110"/>
                  </a:lnTo>
                  <a:lnTo>
                    <a:pt x="1048100" y="5365110"/>
                  </a:lnTo>
                  <a:lnTo>
                    <a:pt x="1048225" y="5365110"/>
                  </a:lnTo>
                  <a:lnTo>
                    <a:pt x="1048600" y="5365110"/>
                  </a:lnTo>
                  <a:lnTo>
                    <a:pt x="1048725" y="5365110"/>
                  </a:lnTo>
                  <a:lnTo>
                    <a:pt x="1048850" y="5365110"/>
                  </a:lnTo>
                  <a:lnTo>
                    <a:pt x="1049100" y="5365110"/>
                  </a:lnTo>
                  <a:lnTo>
                    <a:pt x="1049225" y="5365110"/>
                  </a:lnTo>
                  <a:lnTo>
                    <a:pt x="1049350" y="5365110"/>
                  </a:lnTo>
                  <a:lnTo>
                    <a:pt x="1049475" y="5365110"/>
                  </a:lnTo>
                  <a:lnTo>
                    <a:pt x="1049600" y="5365110"/>
                  </a:lnTo>
                  <a:lnTo>
                    <a:pt x="1049725" y="5365110"/>
                  </a:lnTo>
                  <a:lnTo>
                    <a:pt x="1049976" y="5365110"/>
                  </a:lnTo>
                  <a:lnTo>
                    <a:pt x="1050226" y="5365110"/>
                  </a:lnTo>
                  <a:lnTo>
                    <a:pt x="1050351" y="5365110"/>
                  </a:lnTo>
                  <a:lnTo>
                    <a:pt x="1050601" y="5365110"/>
                  </a:lnTo>
                  <a:lnTo>
                    <a:pt x="1050726" y="5365110"/>
                  </a:lnTo>
                  <a:lnTo>
                    <a:pt x="1050851" y="5365110"/>
                  </a:lnTo>
                  <a:lnTo>
                    <a:pt x="1050976" y="5365110"/>
                  </a:lnTo>
                  <a:lnTo>
                    <a:pt x="1051226" y="5365110"/>
                  </a:lnTo>
                  <a:lnTo>
                    <a:pt x="1051601" y="5365110"/>
                  </a:lnTo>
                  <a:lnTo>
                    <a:pt x="1051726" y="5365110"/>
                  </a:lnTo>
                  <a:lnTo>
                    <a:pt x="1051851" y="5365110"/>
                  </a:lnTo>
                  <a:lnTo>
                    <a:pt x="1052226" y="5365110"/>
                  </a:lnTo>
                  <a:lnTo>
                    <a:pt x="1052351" y="5365110"/>
                  </a:lnTo>
                  <a:lnTo>
                    <a:pt x="1052601" y="5365110"/>
                  </a:lnTo>
                  <a:lnTo>
                    <a:pt x="1052851" y="5365110"/>
                  </a:lnTo>
                  <a:lnTo>
                    <a:pt x="1052977" y="5365110"/>
                  </a:lnTo>
                  <a:lnTo>
                    <a:pt x="1053102" y="5365110"/>
                  </a:lnTo>
                  <a:lnTo>
                    <a:pt x="1053477" y="5365110"/>
                  </a:lnTo>
                  <a:lnTo>
                    <a:pt x="1053852" y="5365110"/>
                  </a:lnTo>
                  <a:lnTo>
                    <a:pt x="1053977" y="5365110"/>
                  </a:lnTo>
                  <a:lnTo>
                    <a:pt x="1054102" y="5365110"/>
                  </a:lnTo>
                  <a:lnTo>
                    <a:pt x="1054227" y="5365110"/>
                  </a:lnTo>
                  <a:lnTo>
                    <a:pt x="1054352" y="5365110"/>
                  </a:lnTo>
                  <a:lnTo>
                    <a:pt x="1054477" y="5365110"/>
                  </a:lnTo>
                  <a:lnTo>
                    <a:pt x="1054602" y="5365110"/>
                  </a:lnTo>
                  <a:lnTo>
                    <a:pt x="1054727" y="5355156"/>
                  </a:lnTo>
                  <a:lnTo>
                    <a:pt x="1054852" y="5355156"/>
                  </a:lnTo>
                  <a:lnTo>
                    <a:pt x="1054977" y="5355156"/>
                  </a:lnTo>
                  <a:lnTo>
                    <a:pt x="1055102" y="5355156"/>
                  </a:lnTo>
                  <a:lnTo>
                    <a:pt x="1055227" y="5355156"/>
                  </a:lnTo>
                  <a:lnTo>
                    <a:pt x="1055978" y="5355156"/>
                  </a:lnTo>
                  <a:lnTo>
                    <a:pt x="1056103" y="5355156"/>
                  </a:lnTo>
                  <a:lnTo>
                    <a:pt x="1056228" y="5355156"/>
                  </a:lnTo>
                  <a:lnTo>
                    <a:pt x="1056478" y="5355156"/>
                  </a:lnTo>
                  <a:lnTo>
                    <a:pt x="1056603" y="5355156"/>
                  </a:lnTo>
                  <a:lnTo>
                    <a:pt x="1056728" y="5355156"/>
                  </a:lnTo>
                  <a:lnTo>
                    <a:pt x="1056978" y="5355156"/>
                  </a:lnTo>
                  <a:lnTo>
                    <a:pt x="1057103" y="5355156"/>
                  </a:lnTo>
                  <a:lnTo>
                    <a:pt x="1057728" y="5355156"/>
                  </a:lnTo>
                  <a:lnTo>
                    <a:pt x="1057853" y="5355156"/>
                  </a:lnTo>
                  <a:lnTo>
                    <a:pt x="1057978" y="5355156"/>
                  </a:lnTo>
                  <a:lnTo>
                    <a:pt x="1058103" y="5355156"/>
                  </a:lnTo>
                  <a:lnTo>
                    <a:pt x="1058228" y="5355156"/>
                  </a:lnTo>
                  <a:lnTo>
                    <a:pt x="1058478" y="5355156"/>
                  </a:lnTo>
                  <a:lnTo>
                    <a:pt x="1058603" y="5355156"/>
                  </a:lnTo>
                  <a:lnTo>
                    <a:pt x="1058853" y="5355156"/>
                  </a:lnTo>
                  <a:lnTo>
                    <a:pt x="1058979" y="5355156"/>
                  </a:lnTo>
                  <a:lnTo>
                    <a:pt x="1059104" y="5355156"/>
                  </a:lnTo>
                  <a:lnTo>
                    <a:pt x="1059229" y="5355156"/>
                  </a:lnTo>
                  <a:lnTo>
                    <a:pt x="1059354" y="5355156"/>
                  </a:lnTo>
                  <a:lnTo>
                    <a:pt x="1059479" y="5355156"/>
                  </a:lnTo>
                  <a:lnTo>
                    <a:pt x="1059979" y="5355156"/>
                  </a:lnTo>
                  <a:lnTo>
                    <a:pt x="1060229" y="5355156"/>
                  </a:lnTo>
                  <a:lnTo>
                    <a:pt x="1060729" y="5355156"/>
                  </a:lnTo>
                  <a:lnTo>
                    <a:pt x="1060854" y="5355156"/>
                  </a:lnTo>
                  <a:lnTo>
                    <a:pt x="1061104" y="5355156"/>
                  </a:lnTo>
                  <a:lnTo>
                    <a:pt x="1061354" y="5355156"/>
                  </a:lnTo>
                  <a:lnTo>
                    <a:pt x="1061604" y="5355156"/>
                  </a:lnTo>
                  <a:lnTo>
                    <a:pt x="1061729" y="5355156"/>
                  </a:lnTo>
                  <a:lnTo>
                    <a:pt x="1061854" y="5355156"/>
                  </a:lnTo>
                  <a:lnTo>
                    <a:pt x="1061980" y="5355156"/>
                  </a:lnTo>
                  <a:lnTo>
                    <a:pt x="1062105" y="5355156"/>
                  </a:lnTo>
                  <a:lnTo>
                    <a:pt x="1062355" y="5355156"/>
                  </a:lnTo>
                  <a:lnTo>
                    <a:pt x="1062605" y="5355156"/>
                  </a:lnTo>
                  <a:lnTo>
                    <a:pt x="1062980" y="5355156"/>
                  </a:lnTo>
                  <a:lnTo>
                    <a:pt x="1063105" y="5355156"/>
                  </a:lnTo>
                  <a:lnTo>
                    <a:pt x="1063355" y="5355156"/>
                  </a:lnTo>
                  <a:lnTo>
                    <a:pt x="1063480" y="5355156"/>
                  </a:lnTo>
                  <a:lnTo>
                    <a:pt x="1063605" y="5355156"/>
                  </a:lnTo>
                  <a:lnTo>
                    <a:pt x="1063730" y="5355156"/>
                  </a:lnTo>
                  <a:lnTo>
                    <a:pt x="1063980" y="5355156"/>
                  </a:lnTo>
                  <a:lnTo>
                    <a:pt x="1064230" y="5355156"/>
                  </a:lnTo>
                  <a:lnTo>
                    <a:pt x="1064605" y="5355156"/>
                  </a:lnTo>
                  <a:lnTo>
                    <a:pt x="1064855" y="5355156"/>
                  </a:lnTo>
                  <a:lnTo>
                    <a:pt x="1064981" y="5355156"/>
                  </a:lnTo>
                  <a:lnTo>
                    <a:pt x="1065231" y="5355156"/>
                  </a:lnTo>
                  <a:lnTo>
                    <a:pt x="1065481" y="5355156"/>
                  </a:lnTo>
                  <a:lnTo>
                    <a:pt x="1065606" y="5355156"/>
                  </a:lnTo>
                  <a:lnTo>
                    <a:pt x="1065731" y="5355156"/>
                  </a:lnTo>
                  <a:lnTo>
                    <a:pt x="1065856" y="5355156"/>
                  </a:lnTo>
                  <a:lnTo>
                    <a:pt x="1065981" y="5355156"/>
                  </a:lnTo>
                  <a:lnTo>
                    <a:pt x="1066356" y="5355156"/>
                  </a:lnTo>
                  <a:lnTo>
                    <a:pt x="1066481" y="5355156"/>
                  </a:lnTo>
                  <a:lnTo>
                    <a:pt x="1066856" y="5355156"/>
                  </a:lnTo>
                  <a:lnTo>
                    <a:pt x="1067106" y="5355156"/>
                  </a:lnTo>
                  <a:lnTo>
                    <a:pt x="1067231" y="5355156"/>
                  </a:lnTo>
                  <a:lnTo>
                    <a:pt x="1067481" y="5355156"/>
                  </a:lnTo>
                  <a:lnTo>
                    <a:pt x="1067606" y="5355156"/>
                  </a:lnTo>
                  <a:lnTo>
                    <a:pt x="1067731" y="5345202"/>
                  </a:lnTo>
                  <a:lnTo>
                    <a:pt x="1067856" y="5345202"/>
                  </a:lnTo>
                  <a:lnTo>
                    <a:pt x="1067982" y="5345202"/>
                  </a:lnTo>
                  <a:lnTo>
                    <a:pt x="1068107" y="5345202"/>
                  </a:lnTo>
                  <a:lnTo>
                    <a:pt x="1068232" y="5345202"/>
                  </a:lnTo>
                  <a:lnTo>
                    <a:pt x="1068357" y="5345202"/>
                  </a:lnTo>
                  <a:lnTo>
                    <a:pt x="1068607" y="5345202"/>
                  </a:lnTo>
                  <a:lnTo>
                    <a:pt x="1068857" y="5345202"/>
                  </a:lnTo>
                  <a:lnTo>
                    <a:pt x="1069107" y="5345202"/>
                  </a:lnTo>
                  <a:lnTo>
                    <a:pt x="1069232" y="5345202"/>
                  </a:lnTo>
                  <a:lnTo>
                    <a:pt x="1069482" y="5345202"/>
                  </a:lnTo>
                  <a:lnTo>
                    <a:pt x="1069607" y="5345202"/>
                  </a:lnTo>
                  <a:lnTo>
                    <a:pt x="1069857" y="5345202"/>
                  </a:lnTo>
                  <a:lnTo>
                    <a:pt x="1069982" y="5345202"/>
                  </a:lnTo>
                  <a:lnTo>
                    <a:pt x="1070107" y="5345202"/>
                  </a:lnTo>
                  <a:lnTo>
                    <a:pt x="1070232" y="5345202"/>
                  </a:lnTo>
                  <a:lnTo>
                    <a:pt x="1070357" y="5345202"/>
                  </a:lnTo>
                  <a:lnTo>
                    <a:pt x="1070482" y="5345202"/>
                  </a:lnTo>
                  <a:lnTo>
                    <a:pt x="1070607" y="5345202"/>
                  </a:lnTo>
                  <a:lnTo>
                    <a:pt x="1070732" y="5345202"/>
                  </a:lnTo>
                  <a:lnTo>
                    <a:pt x="1070857" y="5345202"/>
                  </a:lnTo>
                  <a:lnTo>
                    <a:pt x="1070857" y="5335248"/>
                  </a:lnTo>
                  <a:lnTo>
                    <a:pt x="1070983" y="5335248"/>
                  </a:lnTo>
                  <a:lnTo>
                    <a:pt x="1071233" y="5335248"/>
                  </a:lnTo>
                  <a:lnTo>
                    <a:pt x="1071358" y="5335248"/>
                  </a:lnTo>
                  <a:lnTo>
                    <a:pt x="1071483" y="5335248"/>
                  </a:lnTo>
                  <a:lnTo>
                    <a:pt x="1071608" y="5335248"/>
                  </a:lnTo>
                  <a:lnTo>
                    <a:pt x="1071983" y="5335248"/>
                  </a:lnTo>
                  <a:lnTo>
                    <a:pt x="1072108" y="5335248"/>
                  </a:lnTo>
                  <a:lnTo>
                    <a:pt x="1072483" y="5335248"/>
                  </a:lnTo>
                  <a:lnTo>
                    <a:pt x="1072608" y="5335248"/>
                  </a:lnTo>
                  <a:lnTo>
                    <a:pt x="1072733" y="5335248"/>
                  </a:lnTo>
                  <a:lnTo>
                    <a:pt x="1072858" y="5335248"/>
                  </a:lnTo>
                  <a:lnTo>
                    <a:pt x="1072983" y="5335248"/>
                  </a:lnTo>
                  <a:lnTo>
                    <a:pt x="1073233" y="5335248"/>
                  </a:lnTo>
                  <a:lnTo>
                    <a:pt x="1073358" y="5335248"/>
                  </a:lnTo>
                  <a:lnTo>
                    <a:pt x="1073483" y="5335248"/>
                  </a:lnTo>
                  <a:lnTo>
                    <a:pt x="1073608" y="5335248"/>
                  </a:lnTo>
                  <a:lnTo>
                    <a:pt x="1073733" y="5335248"/>
                  </a:lnTo>
                  <a:lnTo>
                    <a:pt x="1073858" y="5335248"/>
                  </a:lnTo>
                  <a:lnTo>
                    <a:pt x="1074109" y="5335248"/>
                  </a:lnTo>
                  <a:lnTo>
                    <a:pt x="1074234" y="5335248"/>
                  </a:lnTo>
                  <a:lnTo>
                    <a:pt x="1074359" y="5335248"/>
                  </a:lnTo>
                  <a:lnTo>
                    <a:pt x="1074484" y="5335248"/>
                  </a:lnTo>
                  <a:lnTo>
                    <a:pt x="1074609" y="5335248"/>
                  </a:lnTo>
                  <a:lnTo>
                    <a:pt x="1074734" y="5335248"/>
                  </a:lnTo>
                  <a:lnTo>
                    <a:pt x="1074984" y="5335248"/>
                  </a:lnTo>
                  <a:lnTo>
                    <a:pt x="1075109" y="5335248"/>
                  </a:lnTo>
                  <a:lnTo>
                    <a:pt x="1075484" y="5335248"/>
                  </a:lnTo>
                  <a:lnTo>
                    <a:pt x="1075734" y="5335248"/>
                  </a:lnTo>
                  <a:lnTo>
                    <a:pt x="1075859" y="5335248"/>
                  </a:lnTo>
                  <a:lnTo>
                    <a:pt x="1076109" y="5335248"/>
                  </a:lnTo>
                  <a:lnTo>
                    <a:pt x="1076359" y="5335248"/>
                  </a:lnTo>
                  <a:lnTo>
                    <a:pt x="1076484" y="5335248"/>
                  </a:lnTo>
                  <a:lnTo>
                    <a:pt x="1076609" y="5335248"/>
                  </a:lnTo>
                  <a:lnTo>
                    <a:pt x="1076859" y="5335248"/>
                  </a:lnTo>
                  <a:lnTo>
                    <a:pt x="1077235" y="5335248"/>
                  </a:lnTo>
                  <a:lnTo>
                    <a:pt x="1077360" y="5335248"/>
                  </a:lnTo>
                  <a:lnTo>
                    <a:pt x="1077485" y="5335248"/>
                  </a:lnTo>
                  <a:lnTo>
                    <a:pt x="1077735" y="5335248"/>
                  </a:lnTo>
                  <a:lnTo>
                    <a:pt x="1077860" y="5335248"/>
                  </a:lnTo>
                  <a:lnTo>
                    <a:pt x="1078110" y="5335248"/>
                  </a:lnTo>
                  <a:lnTo>
                    <a:pt x="1078235" y="5335248"/>
                  </a:lnTo>
                  <a:lnTo>
                    <a:pt x="1078360" y="5335248"/>
                  </a:lnTo>
                  <a:lnTo>
                    <a:pt x="1078860" y="5335248"/>
                  </a:lnTo>
                  <a:lnTo>
                    <a:pt x="1078985" y="5335248"/>
                  </a:lnTo>
                  <a:lnTo>
                    <a:pt x="1079235" y="5335248"/>
                  </a:lnTo>
                  <a:lnTo>
                    <a:pt x="1079485" y="5335248"/>
                  </a:lnTo>
                  <a:lnTo>
                    <a:pt x="1079735" y="5335248"/>
                  </a:lnTo>
                  <a:lnTo>
                    <a:pt x="1079860" y="5335248"/>
                  </a:lnTo>
                  <a:lnTo>
                    <a:pt x="1079986" y="5335248"/>
                  </a:lnTo>
                  <a:lnTo>
                    <a:pt x="1080111" y="5335248"/>
                  </a:lnTo>
                  <a:lnTo>
                    <a:pt x="1080236" y="5335248"/>
                  </a:lnTo>
                  <a:lnTo>
                    <a:pt x="1080611" y="5335248"/>
                  </a:lnTo>
                  <a:lnTo>
                    <a:pt x="1080986" y="5335248"/>
                  </a:lnTo>
                  <a:lnTo>
                    <a:pt x="1081111" y="5335248"/>
                  </a:lnTo>
                  <a:lnTo>
                    <a:pt x="1081236" y="5335248"/>
                  </a:lnTo>
                  <a:lnTo>
                    <a:pt x="1081361" y="5335248"/>
                  </a:lnTo>
                  <a:lnTo>
                    <a:pt x="1081611" y="5335248"/>
                  </a:lnTo>
                  <a:lnTo>
                    <a:pt x="1081736" y="5335248"/>
                  </a:lnTo>
                  <a:lnTo>
                    <a:pt x="1081986" y="5335248"/>
                  </a:lnTo>
                  <a:lnTo>
                    <a:pt x="1082236" y="5335248"/>
                  </a:lnTo>
                  <a:lnTo>
                    <a:pt x="1082611" y="5335248"/>
                  </a:lnTo>
                  <a:lnTo>
                    <a:pt x="1082736" y="5335248"/>
                  </a:lnTo>
                  <a:lnTo>
                    <a:pt x="1082861" y="5335248"/>
                  </a:lnTo>
                  <a:lnTo>
                    <a:pt x="1082987" y="5335248"/>
                  </a:lnTo>
                  <a:lnTo>
                    <a:pt x="1083112" y="5335248"/>
                  </a:lnTo>
                  <a:lnTo>
                    <a:pt x="1083362" y="5335248"/>
                  </a:lnTo>
                  <a:lnTo>
                    <a:pt x="1083737" y="5335248"/>
                  </a:lnTo>
                  <a:lnTo>
                    <a:pt x="1083987" y="5335248"/>
                  </a:lnTo>
                  <a:lnTo>
                    <a:pt x="1084112" y="5335248"/>
                  </a:lnTo>
                  <a:lnTo>
                    <a:pt x="1084362" y="5335248"/>
                  </a:lnTo>
                  <a:lnTo>
                    <a:pt x="1084487" y="5335248"/>
                  </a:lnTo>
                  <a:lnTo>
                    <a:pt x="1084612" y="5335248"/>
                  </a:lnTo>
                  <a:lnTo>
                    <a:pt x="1084737" y="5335248"/>
                  </a:lnTo>
                  <a:lnTo>
                    <a:pt x="1084987" y="5335248"/>
                  </a:lnTo>
                  <a:lnTo>
                    <a:pt x="1085112" y="5335248"/>
                  </a:lnTo>
                  <a:lnTo>
                    <a:pt x="1085362" y="5335248"/>
                  </a:lnTo>
                  <a:lnTo>
                    <a:pt x="1085487" y="5335248"/>
                  </a:lnTo>
                  <a:lnTo>
                    <a:pt x="1085612" y="5335248"/>
                  </a:lnTo>
                  <a:lnTo>
                    <a:pt x="1085862" y="5335248"/>
                  </a:lnTo>
                  <a:lnTo>
                    <a:pt x="1085988" y="5335248"/>
                  </a:lnTo>
                  <a:lnTo>
                    <a:pt x="1086113" y="5335248"/>
                  </a:lnTo>
                  <a:lnTo>
                    <a:pt x="1086613" y="5335248"/>
                  </a:lnTo>
                  <a:lnTo>
                    <a:pt x="1086738" y="5335248"/>
                  </a:lnTo>
                  <a:lnTo>
                    <a:pt x="1086988" y="5335248"/>
                  </a:lnTo>
                  <a:lnTo>
                    <a:pt x="1087238" y="5335248"/>
                  </a:lnTo>
                  <a:lnTo>
                    <a:pt x="1087363" y="5335248"/>
                  </a:lnTo>
                  <a:lnTo>
                    <a:pt x="1087488" y="5335248"/>
                  </a:lnTo>
                  <a:lnTo>
                    <a:pt x="1087613" y="5335248"/>
                  </a:lnTo>
                  <a:lnTo>
                    <a:pt x="1087738" y="5335248"/>
                  </a:lnTo>
                  <a:lnTo>
                    <a:pt x="1087988" y="5335248"/>
                  </a:lnTo>
                  <a:lnTo>
                    <a:pt x="1088113" y="5335248"/>
                  </a:lnTo>
                  <a:lnTo>
                    <a:pt x="1088363" y="5335248"/>
                  </a:lnTo>
                  <a:lnTo>
                    <a:pt x="1088488" y="5335248"/>
                  </a:lnTo>
                  <a:lnTo>
                    <a:pt x="1088613" y="5335248"/>
                  </a:lnTo>
                  <a:lnTo>
                    <a:pt x="1088738" y="5325295"/>
                  </a:lnTo>
                  <a:lnTo>
                    <a:pt x="1088864" y="5325295"/>
                  </a:lnTo>
                  <a:lnTo>
                    <a:pt x="1088989" y="5325295"/>
                  </a:lnTo>
                  <a:lnTo>
                    <a:pt x="1089489" y="5325295"/>
                  </a:lnTo>
                  <a:lnTo>
                    <a:pt x="1089614" y="5325295"/>
                  </a:lnTo>
                  <a:lnTo>
                    <a:pt x="1089739" y="5325295"/>
                  </a:lnTo>
                  <a:lnTo>
                    <a:pt x="1089864" y="5325295"/>
                  </a:lnTo>
                  <a:lnTo>
                    <a:pt x="1089989" y="5325295"/>
                  </a:lnTo>
                  <a:lnTo>
                    <a:pt x="1090114" y="5325295"/>
                  </a:lnTo>
                  <a:lnTo>
                    <a:pt x="1090239" y="5325295"/>
                  </a:lnTo>
                  <a:lnTo>
                    <a:pt x="1090364" y="5325295"/>
                  </a:lnTo>
                  <a:lnTo>
                    <a:pt x="1090489" y="5325295"/>
                  </a:lnTo>
                  <a:lnTo>
                    <a:pt x="1090614" y="5325295"/>
                  </a:lnTo>
                  <a:lnTo>
                    <a:pt x="1090739" y="5325295"/>
                  </a:lnTo>
                  <a:lnTo>
                    <a:pt x="1090864" y="5325295"/>
                  </a:lnTo>
                  <a:lnTo>
                    <a:pt x="1091114" y="5325295"/>
                  </a:lnTo>
                  <a:lnTo>
                    <a:pt x="1091364" y="5325295"/>
                  </a:lnTo>
                  <a:lnTo>
                    <a:pt x="1091489" y="5325295"/>
                  </a:lnTo>
                  <a:lnTo>
                    <a:pt x="1091614" y="5325295"/>
                  </a:lnTo>
                  <a:lnTo>
                    <a:pt x="1091739" y="5325295"/>
                  </a:lnTo>
                  <a:lnTo>
                    <a:pt x="1091865" y="5325295"/>
                  </a:lnTo>
                  <a:lnTo>
                    <a:pt x="1091990" y="5325295"/>
                  </a:lnTo>
                  <a:lnTo>
                    <a:pt x="1092115" y="5325295"/>
                  </a:lnTo>
                  <a:lnTo>
                    <a:pt x="1092240" y="5325295"/>
                  </a:lnTo>
                  <a:lnTo>
                    <a:pt x="1092365" y="5325295"/>
                  </a:lnTo>
                  <a:lnTo>
                    <a:pt x="1092490" y="5325295"/>
                  </a:lnTo>
                  <a:lnTo>
                    <a:pt x="1092740" y="5325295"/>
                  </a:lnTo>
                  <a:lnTo>
                    <a:pt x="1092865" y="5325295"/>
                  </a:lnTo>
                  <a:lnTo>
                    <a:pt x="1092990" y="5325295"/>
                  </a:lnTo>
                  <a:lnTo>
                    <a:pt x="1093115" y="5325295"/>
                  </a:lnTo>
                  <a:lnTo>
                    <a:pt x="1093615" y="5325295"/>
                  </a:lnTo>
                  <a:lnTo>
                    <a:pt x="1093740" y="5325295"/>
                  </a:lnTo>
                  <a:lnTo>
                    <a:pt x="1093990" y="5325295"/>
                  </a:lnTo>
                  <a:lnTo>
                    <a:pt x="1094115" y="5325295"/>
                  </a:lnTo>
                  <a:lnTo>
                    <a:pt x="1094240" y="5325295"/>
                  </a:lnTo>
                  <a:lnTo>
                    <a:pt x="1094365" y="5325295"/>
                  </a:lnTo>
                  <a:lnTo>
                    <a:pt x="1094490" y="5325295"/>
                  </a:lnTo>
                  <a:lnTo>
                    <a:pt x="1094615" y="5325295"/>
                  </a:lnTo>
                  <a:lnTo>
                    <a:pt x="1094740" y="5325295"/>
                  </a:lnTo>
                  <a:lnTo>
                    <a:pt x="1094866" y="5325295"/>
                  </a:lnTo>
                  <a:lnTo>
                    <a:pt x="1094991" y="5325295"/>
                  </a:lnTo>
                  <a:lnTo>
                    <a:pt x="1095116" y="5325295"/>
                  </a:lnTo>
                  <a:lnTo>
                    <a:pt x="1095241" y="5325295"/>
                  </a:lnTo>
                  <a:lnTo>
                    <a:pt x="1095491" y="5325295"/>
                  </a:lnTo>
                  <a:lnTo>
                    <a:pt x="1095616" y="5325295"/>
                  </a:lnTo>
                  <a:lnTo>
                    <a:pt x="1096366" y="5325295"/>
                  </a:lnTo>
                  <a:lnTo>
                    <a:pt x="1096616" y="5325295"/>
                  </a:lnTo>
                  <a:lnTo>
                    <a:pt x="1096741" y="5325295"/>
                  </a:lnTo>
                  <a:lnTo>
                    <a:pt x="1096866" y="5325295"/>
                  </a:lnTo>
                  <a:lnTo>
                    <a:pt x="1096991" y="5325295"/>
                  </a:lnTo>
                  <a:lnTo>
                    <a:pt x="1097241" y="5325295"/>
                  </a:lnTo>
                  <a:lnTo>
                    <a:pt x="1097366" y="5325295"/>
                  </a:lnTo>
                  <a:lnTo>
                    <a:pt x="1097491" y="5325295"/>
                  </a:lnTo>
                  <a:lnTo>
                    <a:pt x="1097616" y="5325295"/>
                  </a:lnTo>
                  <a:lnTo>
                    <a:pt x="1097741" y="5325295"/>
                  </a:lnTo>
                  <a:lnTo>
                    <a:pt x="1097867" y="5325295"/>
                  </a:lnTo>
                  <a:lnTo>
                    <a:pt x="1098117" y="5325295"/>
                  </a:lnTo>
                  <a:lnTo>
                    <a:pt x="1098242" y="5325295"/>
                  </a:lnTo>
                  <a:lnTo>
                    <a:pt x="1098367" y="5325295"/>
                  </a:lnTo>
                  <a:lnTo>
                    <a:pt x="1098617" y="5325295"/>
                  </a:lnTo>
                  <a:lnTo>
                    <a:pt x="1098992" y="5325295"/>
                  </a:lnTo>
                  <a:lnTo>
                    <a:pt x="1099117" y="5325295"/>
                  </a:lnTo>
                  <a:lnTo>
                    <a:pt x="1099242" y="5325295"/>
                  </a:lnTo>
                  <a:lnTo>
                    <a:pt x="1099367" y="5325295"/>
                  </a:lnTo>
                  <a:lnTo>
                    <a:pt x="1099492" y="5325295"/>
                  </a:lnTo>
                  <a:lnTo>
                    <a:pt x="1099617" y="5325295"/>
                  </a:lnTo>
                  <a:lnTo>
                    <a:pt x="1099742" y="5325295"/>
                  </a:lnTo>
                  <a:lnTo>
                    <a:pt x="1099992" y="5325295"/>
                  </a:lnTo>
                  <a:lnTo>
                    <a:pt x="1100117" y="5325295"/>
                  </a:lnTo>
                  <a:lnTo>
                    <a:pt x="1100242" y="5325295"/>
                  </a:lnTo>
                  <a:lnTo>
                    <a:pt x="1100367" y="5325295"/>
                  </a:lnTo>
                  <a:lnTo>
                    <a:pt x="1100617" y="5325295"/>
                  </a:lnTo>
                  <a:lnTo>
                    <a:pt x="1100742" y="5325295"/>
                  </a:lnTo>
                  <a:lnTo>
                    <a:pt x="1100993" y="5325295"/>
                  </a:lnTo>
                  <a:lnTo>
                    <a:pt x="1101118" y="5325295"/>
                  </a:lnTo>
                  <a:lnTo>
                    <a:pt x="1101243" y="5325295"/>
                  </a:lnTo>
                  <a:lnTo>
                    <a:pt x="1101493" y="5325295"/>
                  </a:lnTo>
                  <a:lnTo>
                    <a:pt x="1101618" y="5325295"/>
                  </a:lnTo>
                  <a:lnTo>
                    <a:pt x="1101743" y="5325295"/>
                  </a:lnTo>
                  <a:lnTo>
                    <a:pt x="1101868" y="5325295"/>
                  </a:lnTo>
                  <a:lnTo>
                    <a:pt x="1101993" y="5325295"/>
                  </a:lnTo>
                  <a:lnTo>
                    <a:pt x="1102118" y="5325295"/>
                  </a:lnTo>
                  <a:lnTo>
                    <a:pt x="1102243" y="5325295"/>
                  </a:lnTo>
                  <a:lnTo>
                    <a:pt x="1102368" y="5325295"/>
                  </a:lnTo>
                  <a:lnTo>
                    <a:pt x="1102493" y="5325295"/>
                  </a:lnTo>
                  <a:lnTo>
                    <a:pt x="1102618" y="5325295"/>
                  </a:lnTo>
                  <a:lnTo>
                    <a:pt x="1102868" y="5325295"/>
                  </a:lnTo>
                  <a:lnTo>
                    <a:pt x="1102993" y="5325295"/>
                  </a:lnTo>
                  <a:lnTo>
                    <a:pt x="1103118" y="5325295"/>
                  </a:lnTo>
                  <a:lnTo>
                    <a:pt x="1103243" y="5325295"/>
                  </a:lnTo>
                  <a:lnTo>
                    <a:pt x="1103493" y="5325295"/>
                  </a:lnTo>
                  <a:lnTo>
                    <a:pt x="1103618" y="5325295"/>
                  </a:lnTo>
                  <a:lnTo>
                    <a:pt x="1103743" y="5325295"/>
                  </a:lnTo>
                  <a:lnTo>
                    <a:pt x="1103869" y="5325295"/>
                  </a:lnTo>
                  <a:lnTo>
                    <a:pt x="1104119" y="5325295"/>
                  </a:lnTo>
                  <a:lnTo>
                    <a:pt x="1104244" y="5325295"/>
                  </a:lnTo>
                  <a:lnTo>
                    <a:pt x="1104369" y="5325295"/>
                  </a:lnTo>
                  <a:lnTo>
                    <a:pt x="1104494" y="5325295"/>
                  </a:lnTo>
                  <a:lnTo>
                    <a:pt x="1104619" y="5325295"/>
                  </a:lnTo>
                  <a:lnTo>
                    <a:pt x="1104744" y="5325295"/>
                  </a:lnTo>
                  <a:lnTo>
                    <a:pt x="1104994" y="5325295"/>
                  </a:lnTo>
                  <a:lnTo>
                    <a:pt x="1105369" y="5325295"/>
                  </a:lnTo>
                  <a:lnTo>
                    <a:pt x="1105619" y="5325295"/>
                  </a:lnTo>
                  <a:lnTo>
                    <a:pt x="1106244" y="5325295"/>
                  </a:lnTo>
                  <a:lnTo>
                    <a:pt x="1106369" y="5325295"/>
                  </a:lnTo>
                  <a:lnTo>
                    <a:pt x="1106494" y="5325295"/>
                  </a:lnTo>
                  <a:lnTo>
                    <a:pt x="1106619" y="5325295"/>
                  </a:lnTo>
                  <a:lnTo>
                    <a:pt x="1106744" y="5325295"/>
                  </a:lnTo>
                  <a:lnTo>
                    <a:pt x="1106870" y="5325295"/>
                  </a:lnTo>
                  <a:lnTo>
                    <a:pt x="1106995" y="5325295"/>
                  </a:lnTo>
                  <a:lnTo>
                    <a:pt x="1107120" y="5325295"/>
                  </a:lnTo>
                  <a:lnTo>
                    <a:pt x="1107245" y="5325295"/>
                  </a:lnTo>
                  <a:lnTo>
                    <a:pt x="1107370" y="5325295"/>
                  </a:lnTo>
                  <a:lnTo>
                    <a:pt x="1107495" y="5325295"/>
                  </a:lnTo>
                  <a:lnTo>
                    <a:pt x="1107620" y="5325295"/>
                  </a:lnTo>
                  <a:lnTo>
                    <a:pt x="1107745" y="5325295"/>
                  </a:lnTo>
                  <a:lnTo>
                    <a:pt x="1107870" y="5325295"/>
                  </a:lnTo>
                  <a:lnTo>
                    <a:pt x="1107995" y="5325295"/>
                  </a:lnTo>
                  <a:lnTo>
                    <a:pt x="1108120" y="5325295"/>
                  </a:lnTo>
                  <a:lnTo>
                    <a:pt x="1108245" y="5325295"/>
                  </a:lnTo>
                  <a:lnTo>
                    <a:pt x="1108495" y="5325295"/>
                  </a:lnTo>
                  <a:lnTo>
                    <a:pt x="1108620" y="5325295"/>
                  </a:lnTo>
                  <a:lnTo>
                    <a:pt x="1109120" y="5325295"/>
                  </a:lnTo>
                  <a:lnTo>
                    <a:pt x="1109245" y="5325295"/>
                  </a:lnTo>
                  <a:lnTo>
                    <a:pt x="1109620" y="5325295"/>
                  </a:lnTo>
                  <a:lnTo>
                    <a:pt x="1109745" y="5325295"/>
                  </a:lnTo>
                  <a:lnTo>
                    <a:pt x="1109871" y="5325295"/>
                  </a:lnTo>
                  <a:lnTo>
                    <a:pt x="1109996" y="5325295"/>
                  </a:lnTo>
                  <a:lnTo>
                    <a:pt x="1110121" y="5325295"/>
                  </a:lnTo>
                  <a:lnTo>
                    <a:pt x="1110621" y="5325295"/>
                  </a:lnTo>
                  <a:lnTo>
                    <a:pt x="1110746" y="5325295"/>
                  </a:lnTo>
                  <a:lnTo>
                    <a:pt x="1110871" y="5325295"/>
                  </a:lnTo>
                  <a:lnTo>
                    <a:pt x="1111121" y="5325295"/>
                  </a:lnTo>
                  <a:lnTo>
                    <a:pt x="1111371" y="5325295"/>
                  </a:lnTo>
                  <a:lnTo>
                    <a:pt x="1111496" y="5325295"/>
                  </a:lnTo>
                  <a:lnTo>
                    <a:pt x="1111621" y="5325295"/>
                  </a:lnTo>
                  <a:lnTo>
                    <a:pt x="1111746" y="5325295"/>
                  </a:lnTo>
                  <a:lnTo>
                    <a:pt x="1111871" y="5325295"/>
                  </a:lnTo>
                  <a:lnTo>
                    <a:pt x="1111996" y="5325295"/>
                  </a:lnTo>
                  <a:lnTo>
                    <a:pt x="1112121" y="5325295"/>
                  </a:lnTo>
                  <a:lnTo>
                    <a:pt x="1112246" y="5325295"/>
                  </a:lnTo>
                  <a:lnTo>
                    <a:pt x="1112621" y="5325295"/>
                  </a:lnTo>
                  <a:lnTo>
                    <a:pt x="1112746" y="5325295"/>
                  </a:lnTo>
                  <a:lnTo>
                    <a:pt x="1112872" y="5325295"/>
                  </a:lnTo>
                  <a:lnTo>
                    <a:pt x="1112997" y="5325295"/>
                  </a:lnTo>
                  <a:lnTo>
                    <a:pt x="1112997" y="5315341"/>
                  </a:lnTo>
                  <a:lnTo>
                    <a:pt x="1113122" y="5315341"/>
                  </a:lnTo>
                  <a:lnTo>
                    <a:pt x="1113372" y="5315341"/>
                  </a:lnTo>
                  <a:lnTo>
                    <a:pt x="1113622" y="5315341"/>
                  </a:lnTo>
                  <a:lnTo>
                    <a:pt x="1113747" y="5315341"/>
                  </a:lnTo>
                  <a:lnTo>
                    <a:pt x="1113872" y="5315341"/>
                  </a:lnTo>
                  <a:lnTo>
                    <a:pt x="1113997" y="5315341"/>
                  </a:lnTo>
                  <a:lnTo>
                    <a:pt x="1114497" y="5315341"/>
                  </a:lnTo>
                  <a:lnTo>
                    <a:pt x="1114497" y="5305387"/>
                  </a:lnTo>
                  <a:lnTo>
                    <a:pt x="1114747" y="5305387"/>
                  </a:lnTo>
                  <a:lnTo>
                    <a:pt x="1114872" y="5305387"/>
                  </a:lnTo>
                  <a:lnTo>
                    <a:pt x="1114997" y="5305387"/>
                  </a:lnTo>
                  <a:lnTo>
                    <a:pt x="1115122" y="5305387"/>
                  </a:lnTo>
                  <a:lnTo>
                    <a:pt x="1115247" y="5305387"/>
                  </a:lnTo>
                  <a:lnTo>
                    <a:pt x="1115372" y="5305387"/>
                  </a:lnTo>
                  <a:lnTo>
                    <a:pt x="1115497" y="5305387"/>
                  </a:lnTo>
                  <a:lnTo>
                    <a:pt x="1115622" y="5305387"/>
                  </a:lnTo>
                  <a:lnTo>
                    <a:pt x="1115747" y="5305387"/>
                  </a:lnTo>
                  <a:lnTo>
                    <a:pt x="1115873" y="5305387"/>
                  </a:lnTo>
                  <a:lnTo>
                    <a:pt x="1115998" y="5305387"/>
                  </a:lnTo>
                  <a:lnTo>
                    <a:pt x="1116123" y="5305387"/>
                  </a:lnTo>
                  <a:lnTo>
                    <a:pt x="1116248" y="5305387"/>
                  </a:lnTo>
                  <a:lnTo>
                    <a:pt x="1116498" y="5305387"/>
                  </a:lnTo>
                  <a:lnTo>
                    <a:pt x="1116623" y="5305387"/>
                  </a:lnTo>
                  <a:lnTo>
                    <a:pt x="1116748" y="5305387"/>
                  </a:lnTo>
                  <a:lnTo>
                    <a:pt x="1116998" y="5305387"/>
                  </a:lnTo>
                  <a:lnTo>
                    <a:pt x="1117123" y="5305387"/>
                  </a:lnTo>
                  <a:lnTo>
                    <a:pt x="1117248" y="5305387"/>
                  </a:lnTo>
                  <a:lnTo>
                    <a:pt x="1117373" y="5305387"/>
                  </a:lnTo>
                  <a:lnTo>
                    <a:pt x="1117498" y="5305387"/>
                  </a:lnTo>
                  <a:lnTo>
                    <a:pt x="1117623" y="5305387"/>
                  </a:lnTo>
                  <a:lnTo>
                    <a:pt x="1117748" y="5305387"/>
                  </a:lnTo>
                  <a:lnTo>
                    <a:pt x="1117998" y="5305387"/>
                  </a:lnTo>
                  <a:lnTo>
                    <a:pt x="1118123" y="5305387"/>
                  </a:lnTo>
                  <a:lnTo>
                    <a:pt x="1118248" y="5305387"/>
                  </a:lnTo>
                  <a:lnTo>
                    <a:pt x="1118373" y="5305387"/>
                  </a:lnTo>
                  <a:lnTo>
                    <a:pt x="1118498" y="5305387"/>
                  </a:lnTo>
                  <a:lnTo>
                    <a:pt x="1118623" y="5305387"/>
                  </a:lnTo>
                  <a:lnTo>
                    <a:pt x="1118748" y="5305387"/>
                  </a:lnTo>
                  <a:lnTo>
                    <a:pt x="1118874" y="5305387"/>
                  </a:lnTo>
                  <a:lnTo>
                    <a:pt x="1119124" y="5305387"/>
                  </a:lnTo>
                  <a:lnTo>
                    <a:pt x="1119249" y="5305387"/>
                  </a:lnTo>
                  <a:lnTo>
                    <a:pt x="1119374" y="5305387"/>
                  </a:lnTo>
                  <a:lnTo>
                    <a:pt x="1119499" y="5305387"/>
                  </a:lnTo>
                  <a:lnTo>
                    <a:pt x="1119749" y="5305387"/>
                  </a:lnTo>
                  <a:lnTo>
                    <a:pt x="1119874" y="5305387"/>
                  </a:lnTo>
                  <a:lnTo>
                    <a:pt x="1120124" y="5305387"/>
                  </a:lnTo>
                  <a:lnTo>
                    <a:pt x="1120374" y="5305387"/>
                  </a:lnTo>
                  <a:lnTo>
                    <a:pt x="1120624" y="5305387"/>
                  </a:lnTo>
                  <a:lnTo>
                    <a:pt x="1120749" y="5305387"/>
                  </a:lnTo>
                  <a:lnTo>
                    <a:pt x="1120874" y="5305387"/>
                  </a:lnTo>
                  <a:lnTo>
                    <a:pt x="1120999" y="5305387"/>
                  </a:lnTo>
                  <a:lnTo>
                    <a:pt x="1121249" y="5295433"/>
                  </a:lnTo>
                  <a:lnTo>
                    <a:pt x="1121374" y="5295433"/>
                  </a:lnTo>
                  <a:lnTo>
                    <a:pt x="1121624" y="5295433"/>
                  </a:lnTo>
                  <a:lnTo>
                    <a:pt x="1121749" y="5295433"/>
                  </a:lnTo>
                  <a:lnTo>
                    <a:pt x="1121875" y="5295433"/>
                  </a:lnTo>
                  <a:lnTo>
                    <a:pt x="1122250" y="5295433"/>
                  </a:lnTo>
                  <a:lnTo>
                    <a:pt x="1122375" y="5295433"/>
                  </a:lnTo>
                  <a:lnTo>
                    <a:pt x="1122625" y="5295433"/>
                  </a:lnTo>
                  <a:lnTo>
                    <a:pt x="1122750" y="5295433"/>
                  </a:lnTo>
                  <a:lnTo>
                    <a:pt x="1123125" y="5295433"/>
                  </a:lnTo>
                  <a:lnTo>
                    <a:pt x="1123375" y="5295433"/>
                  </a:lnTo>
                  <a:lnTo>
                    <a:pt x="1123625" y="5295433"/>
                  </a:lnTo>
                  <a:lnTo>
                    <a:pt x="1123750" y="5295433"/>
                  </a:lnTo>
                  <a:lnTo>
                    <a:pt x="1123875" y="5295433"/>
                  </a:lnTo>
                  <a:lnTo>
                    <a:pt x="1124125" y="5295433"/>
                  </a:lnTo>
                  <a:lnTo>
                    <a:pt x="1124250" y="5295433"/>
                  </a:lnTo>
                  <a:lnTo>
                    <a:pt x="1124375" y="5295433"/>
                  </a:lnTo>
                  <a:lnTo>
                    <a:pt x="1124500" y="5295433"/>
                  </a:lnTo>
                  <a:lnTo>
                    <a:pt x="1124625" y="5295433"/>
                  </a:lnTo>
                  <a:lnTo>
                    <a:pt x="1124750" y="5295433"/>
                  </a:lnTo>
                  <a:lnTo>
                    <a:pt x="1124876" y="5295433"/>
                  </a:lnTo>
                  <a:lnTo>
                    <a:pt x="1125251" y="5295433"/>
                  </a:lnTo>
                  <a:lnTo>
                    <a:pt x="1125626" y="5295433"/>
                  </a:lnTo>
                  <a:lnTo>
                    <a:pt x="1125751" y="5295433"/>
                  </a:lnTo>
                  <a:lnTo>
                    <a:pt x="1126001" y="5295433"/>
                  </a:lnTo>
                  <a:lnTo>
                    <a:pt x="1126126" y="5295433"/>
                  </a:lnTo>
                  <a:lnTo>
                    <a:pt x="1126501" y="5295433"/>
                  </a:lnTo>
                  <a:lnTo>
                    <a:pt x="1126626" y="5295433"/>
                  </a:lnTo>
                  <a:lnTo>
                    <a:pt x="1126751" y="5295433"/>
                  </a:lnTo>
                  <a:lnTo>
                    <a:pt x="1126876" y="5295433"/>
                  </a:lnTo>
                  <a:lnTo>
                    <a:pt x="1127126" y="5295433"/>
                  </a:lnTo>
                  <a:lnTo>
                    <a:pt x="1127376" y="5295433"/>
                  </a:lnTo>
                  <a:lnTo>
                    <a:pt x="1127501" y="5295433"/>
                  </a:lnTo>
                  <a:lnTo>
                    <a:pt x="1127626" y="5295433"/>
                  </a:lnTo>
                  <a:lnTo>
                    <a:pt x="1127877" y="5295433"/>
                  </a:lnTo>
                  <a:lnTo>
                    <a:pt x="1128127" y="5295433"/>
                  </a:lnTo>
                  <a:lnTo>
                    <a:pt x="1128252" y="5295433"/>
                  </a:lnTo>
                  <a:lnTo>
                    <a:pt x="1128627" y="5295433"/>
                  </a:lnTo>
                  <a:lnTo>
                    <a:pt x="1128752" y="5295433"/>
                  </a:lnTo>
                  <a:lnTo>
                    <a:pt x="1128877" y="5295433"/>
                  </a:lnTo>
                  <a:lnTo>
                    <a:pt x="1129002" y="5295433"/>
                  </a:lnTo>
                  <a:lnTo>
                    <a:pt x="1129377" y="5295433"/>
                  </a:lnTo>
                  <a:lnTo>
                    <a:pt x="1129502" y="5295433"/>
                  </a:lnTo>
                  <a:lnTo>
                    <a:pt x="1129627" y="5295433"/>
                  </a:lnTo>
                  <a:lnTo>
                    <a:pt x="1129752" y="5295433"/>
                  </a:lnTo>
                  <a:lnTo>
                    <a:pt x="1129877" y="5295433"/>
                  </a:lnTo>
                  <a:lnTo>
                    <a:pt x="1130002" y="5295433"/>
                  </a:lnTo>
                  <a:lnTo>
                    <a:pt x="1130127" y="5295433"/>
                  </a:lnTo>
                  <a:lnTo>
                    <a:pt x="1130252" y="5295433"/>
                  </a:lnTo>
                  <a:lnTo>
                    <a:pt x="1130377" y="5295433"/>
                  </a:lnTo>
                  <a:lnTo>
                    <a:pt x="1130502" y="5295433"/>
                  </a:lnTo>
                  <a:lnTo>
                    <a:pt x="1130627" y="5295433"/>
                  </a:lnTo>
                  <a:lnTo>
                    <a:pt x="1130753" y="5295433"/>
                  </a:lnTo>
                  <a:lnTo>
                    <a:pt x="1130878" y="5295433"/>
                  </a:lnTo>
                  <a:lnTo>
                    <a:pt x="1131003" y="5295433"/>
                  </a:lnTo>
                  <a:lnTo>
                    <a:pt x="1131503" y="5295433"/>
                  </a:lnTo>
                  <a:lnTo>
                    <a:pt x="1131628" y="5295433"/>
                  </a:lnTo>
                  <a:lnTo>
                    <a:pt x="1131753" y="5295433"/>
                  </a:lnTo>
                  <a:lnTo>
                    <a:pt x="1131878" y="5295433"/>
                  </a:lnTo>
                  <a:lnTo>
                    <a:pt x="1132003" y="5295433"/>
                  </a:lnTo>
                  <a:lnTo>
                    <a:pt x="1132128" y="5295433"/>
                  </a:lnTo>
                  <a:lnTo>
                    <a:pt x="1132253" y="5295433"/>
                  </a:lnTo>
                  <a:lnTo>
                    <a:pt x="1132378" y="5295433"/>
                  </a:lnTo>
                  <a:lnTo>
                    <a:pt x="1132503" y="5295433"/>
                  </a:lnTo>
                  <a:lnTo>
                    <a:pt x="1132753" y="5295433"/>
                  </a:lnTo>
                  <a:lnTo>
                    <a:pt x="1132878" y="5295433"/>
                  </a:lnTo>
                  <a:lnTo>
                    <a:pt x="1133003" y="5295433"/>
                  </a:lnTo>
                  <a:lnTo>
                    <a:pt x="1133128" y="5295433"/>
                  </a:lnTo>
                  <a:lnTo>
                    <a:pt x="1133253" y="5295433"/>
                  </a:lnTo>
                  <a:lnTo>
                    <a:pt x="1133378" y="5295433"/>
                  </a:lnTo>
                  <a:lnTo>
                    <a:pt x="1133503" y="5295433"/>
                  </a:lnTo>
                  <a:lnTo>
                    <a:pt x="1133628" y="5295433"/>
                  </a:lnTo>
                  <a:lnTo>
                    <a:pt x="1133754" y="5295433"/>
                  </a:lnTo>
                  <a:lnTo>
                    <a:pt x="1133879" y="5295433"/>
                  </a:lnTo>
                  <a:lnTo>
                    <a:pt x="1134004" y="5295433"/>
                  </a:lnTo>
                  <a:lnTo>
                    <a:pt x="1134129" y="5295433"/>
                  </a:lnTo>
                  <a:lnTo>
                    <a:pt x="1134254" y="5295433"/>
                  </a:lnTo>
                  <a:lnTo>
                    <a:pt x="1134379" y="5295433"/>
                  </a:lnTo>
                  <a:lnTo>
                    <a:pt x="1134504" y="5295433"/>
                  </a:lnTo>
                  <a:lnTo>
                    <a:pt x="1134754" y="5295433"/>
                  </a:lnTo>
                  <a:lnTo>
                    <a:pt x="1134879" y="5295433"/>
                  </a:lnTo>
                  <a:lnTo>
                    <a:pt x="1135004" y="5295433"/>
                  </a:lnTo>
                  <a:lnTo>
                    <a:pt x="1135129" y="5295433"/>
                  </a:lnTo>
                  <a:lnTo>
                    <a:pt x="1135129" y="5285479"/>
                  </a:lnTo>
                  <a:lnTo>
                    <a:pt x="1135379" y="5285479"/>
                  </a:lnTo>
                  <a:lnTo>
                    <a:pt x="1135629" y="5285479"/>
                  </a:lnTo>
                  <a:lnTo>
                    <a:pt x="1135754" y="5285479"/>
                  </a:lnTo>
                  <a:lnTo>
                    <a:pt x="1135879" y="5285479"/>
                  </a:lnTo>
                  <a:lnTo>
                    <a:pt x="1136004" y="5285479"/>
                  </a:lnTo>
                  <a:lnTo>
                    <a:pt x="1136129" y="5285479"/>
                  </a:lnTo>
                  <a:lnTo>
                    <a:pt x="1136504" y="5285479"/>
                  </a:lnTo>
                  <a:lnTo>
                    <a:pt x="1136880" y="5285479"/>
                  </a:lnTo>
                  <a:lnTo>
                    <a:pt x="1137255" y="5285479"/>
                  </a:lnTo>
                  <a:lnTo>
                    <a:pt x="1137380" y="5285479"/>
                  </a:lnTo>
                  <a:lnTo>
                    <a:pt x="1137505" y="5285479"/>
                  </a:lnTo>
                  <a:lnTo>
                    <a:pt x="1138255" y="5285479"/>
                  </a:lnTo>
                  <a:lnTo>
                    <a:pt x="1138380" y="5285479"/>
                  </a:lnTo>
                  <a:lnTo>
                    <a:pt x="1138630" y="5285479"/>
                  </a:lnTo>
                  <a:lnTo>
                    <a:pt x="1139005" y="5285479"/>
                  </a:lnTo>
                  <a:lnTo>
                    <a:pt x="1139255" y="5285479"/>
                  </a:lnTo>
                  <a:lnTo>
                    <a:pt x="1139756" y="5285479"/>
                  </a:lnTo>
                  <a:lnTo>
                    <a:pt x="1139881" y="5285479"/>
                  </a:lnTo>
                  <a:lnTo>
                    <a:pt x="1140256" y="5285479"/>
                  </a:lnTo>
                  <a:lnTo>
                    <a:pt x="1140381" y="5285479"/>
                  </a:lnTo>
                  <a:lnTo>
                    <a:pt x="1140631" y="5285479"/>
                  </a:lnTo>
                  <a:lnTo>
                    <a:pt x="1140881" y="5285479"/>
                  </a:lnTo>
                  <a:lnTo>
                    <a:pt x="1141506" y="5285479"/>
                  </a:lnTo>
                  <a:lnTo>
                    <a:pt x="1142006" y="5285479"/>
                  </a:lnTo>
                  <a:lnTo>
                    <a:pt x="1142131" y="5285479"/>
                  </a:lnTo>
                  <a:lnTo>
                    <a:pt x="1142381" y="5285479"/>
                  </a:lnTo>
                  <a:lnTo>
                    <a:pt x="1142506" y="5285479"/>
                  </a:lnTo>
                  <a:lnTo>
                    <a:pt x="1142631" y="5285479"/>
                  </a:lnTo>
                  <a:lnTo>
                    <a:pt x="1142757" y="5285479"/>
                  </a:lnTo>
                  <a:lnTo>
                    <a:pt x="1142882" y="5285479"/>
                  </a:lnTo>
                  <a:lnTo>
                    <a:pt x="1143132" y="5285479"/>
                  </a:lnTo>
                  <a:lnTo>
                    <a:pt x="1143257" y="5285479"/>
                  </a:lnTo>
                  <a:lnTo>
                    <a:pt x="1143507" y="5285479"/>
                  </a:lnTo>
                  <a:lnTo>
                    <a:pt x="1143632" y="5285479"/>
                  </a:lnTo>
                  <a:lnTo>
                    <a:pt x="1143882" y="5285479"/>
                  </a:lnTo>
                  <a:lnTo>
                    <a:pt x="1144007" y="5285479"/>
                  </a:lnTo>
                  <a:lnTo>
                    <a:pt x="1144132" y="5285479"/>
                  </a:lnTo>
                  <a:lnTo>
                    <a:pt x="1144257" y="5285479"/>
                  </a:lnTo>
                  <a:lnTo>
                    <a:pt x="1144507" y="5285479"/>
                  </a:lnTo>
                  <a:lnTo>
                    <a:pt x="1144632" y="5285479"/>
                  </a:lnTo>
                  <a:lnTo>
                    <a:pt x="1144757" y="5285479"/>
                  </a:lnTo>
                  <a:lnTo>
                    <a:pt x="1145007" y="5285479"/>
                  </a:lnTo>
                  <a:lnTo>
                    <a:pt x="1145132" y="5285479"/>
                  </a:lnTo>
                  <a:lnTo>
                    <a:pt x="1145382" y="5285479"/>
                  </a:lnTo>
                  <a:lnTo>
                    <a:pt x="1145507" y="5285479"/>
                  </a:lnTo>
                  <a:lnTo>
                    <a:pt x="1145632" y="5285479"/>
                  </a:lnTo>
                  <a:lnTo>
                    <a:pt x="1146008" y="5285479"/>
                  </a:lnTo>
                  <a:lnTo>
                    <a:pt x="1146133" y="5285479"/>
                  </a:lnTo>
                  <a:lnTo>
                    <a:pt x="1146258" y="5285479"/>
                  </a:lnTo>
                  <a:lnTo>
                    <a:pt x="1146383" y="5285479"/>
                  </a:lnTo>
                  <a:lnTo>
                    <a:pt x="1146508" y="5285479"/>
                  </a:lnTo>
                  <a:lnTo>
                    <a:pt x="1146633" y="5285479"/>
                  </a:lnTo>
                  <a:lnTo>
                    <a:pt x="1146758" y="5285479"/>
                  </a:lnTo>
                  <a:lnTo>
                    <a:pt x="1147008" y="5285479"/>
                  </a:lnTo>
                  <a:lnTo>
                    <a:pt x="1147133" y="5285479"/>
                  </a:lnTo>
                  <a:lnTo>
                    <a:pt x="1147258" y="5285479"/>
                  </a:lnTo>
                  <a:lnTo>
                    <a:pt x="1147383" y="5285479"/>
                  </a:lnTo>
                  <a:lnTo>
                    <a:pt x="1147508" y="5285479"/>
                  </a:lnTo>
                  <a:lnTo>
                    <a:pt x="1147633" y="5285479"/>
                  </a:lnTo>
                  <a:lnTo>
                    <a:pt x="1147758" y="5285479"/>
                  </a:lnTo>
                  <a:lnTo>
                    <a:pt x="1147883" y="5285479"/>
                  </a:lnTo>
                  <a:lnTo>
                    <a:pt x="1148008" y="5285479"/>
                  </a:lnTo>
                  <a:lnTo>
                    <a:pt x="1148258" y="5285479"/>
                  </a:lnTo>
                  <a:lnTo>
                    <a:pt x="1148383" y="5285479"/>
                  </a:lnTo>
                  <a:lnTo>
                    <a:pt x="1148508" y="5285479"/>
                  </a:lnTo>
                  <a:lnTo>
                    <a:pt x="1148633" y="5285479"/>
                  </a:lnTo>
                  <a:lnTo>
                    <a:pt x="1148884" y="5285479"/>
                  </a:lnTo>
                  <a:lnTo>
                    <a:pt x="1149259" y="5285479"/>
                  </a:lnTo>
                  <a:lnTo>
                    <a:pt x="1149384" y="5285479"/>
                  </a:lnTo>
                  <a:lnTo>
                    <a:pt x="1149509" y="5285479"/>
                  </a:lnTo>
                  <a:lnTo>
                    <a:pt x="1149634" y="5285479"/>
                  </a:lnTo>
                  <a:lnTo>
                    <a:pt x="1149759" y="5285479"/>
                  </a:lnTo>
                  <a:lnTo>
                    <a:pt x="1149884" y="5285479"/>
                  </a:lnTo>
                  <a:lnTo>
                    <a:pt x="1154260" y="5285479"/>
                  </a:lnTo>
                  <a:lnTo>
                    <a:pt x="1154385" y="5285479"/>
                  </a:lnTo>
                  <a:lnTo>
                    <a:pt x="1154510" y="5285479"/>
                  </a:lnTo>
                  <a:lnTo>
                    <a:pt x="1154635" y="5285479"/>
                  </a:lnTo>
                  <a:lnTo>
                    <a:pt x="1154761" y="5285479"/>
                  </a:lnTo>
                  <a:lnTo>
                    <a:pt x="1154886" y="5285479"/>
                  </a:lnTo>
                  <a:lnTo>
                    <a:pt x="1155136" y="5285479"/>
                  </a:lnTo>
                  <a:lnTo>
                    <a:pt x="1155261" y="5285479"/>
                  </a:lnTo>
                  <a:lnTo>
                    <a:pt x="1155386" y="5285479"/>
                  </a:lnTo>
                  <a:lnTo>
                    <a:pt x="1155761" y="5285479"/>
                  </a:lnTo>
                  <a:lnTo>
                    <a:pt x="1155886" y="5285479"/>
                  </a:lnTo>
                  <a:lnTo>
                    <a:pt x="1156136" y="5285479"/>
                  </a:lnTo>
                  <a:lnTo>
                    <a:pt x="1156261" y="5285479"/>
                  </a:lnTo>
                  <a:lnTo>
                    <a:pt x="1156386" y="5285479"/>
                  </a:lnTo>
                  <a:lnTo>
                    <a:pt x="1156511" y="5285479"/>
                  </a:lnTo>
                  <a:lnTo>
                    <a:pt x="1156636" y="5285479"/>
                  </a:lnTo>
                  <a:lnTo>
                    <a:pt x="1156761" y="5285479"/>
                  </a:lnTo>
                  <a:lnTo>
                    <a:pt x="1157261" y="5285479"/>
                  </a:lnTo>
                  <a:lnTo>
                    <a:pt x="1157386" y="5285479"/>
                  </a:lnTo>
                  <a:lnTo>
                    <a:pt x="1157511" y="5285479"/>
                  </a:lnTo>
                  <a:lnTo>
                    <a:pt x="1157636" y="5285479"/>
                  </a:lnTo>
                  <a:lnTo>
                    <a:pt x="1157762" y="5285479"/>
                  </a:lnTo>
                  <a:lnTo>
                    <a:pt x="1157887" y="5285479"/>
                  </a:lnTo>
                  <a:lnTo>
                    <a:pt x="1158137" y="5285479"/>
                  </a:lnTo>
                  <a:lnTo>
                    <a:pt x="1158262" y="5285479"/>
                  </a:lnTo>
                  <a:lnTo>
                    <a:pt x="1158387" y="5285479"/>
                  </a:lnTo>
                  <a:lnTo>
                    <a:pt x="1158512" y="5285479"/>
                  </a:lnTo>
                  <a:lnTo>
                    <a:pt x="1158762" y="5285479"/>
                  </a:lnTo>
                  <a:lnTo>
                    <a:pt x="1158887" y="5285479"/>
                  </a:lnTo>
                  <a:lnTo>
                    <a:pt x="1159012" y="5285479"/>
                  </a:lnTo>
                  <a:lnTo>
                    <a:pt x="1159137" y="5285479"/>
                  </a:lnTo>
                  <a:lnTo>
                    <a:pt x="1159262" y="5285479"/>
                  </a:lnTo>
                  <a:lnTo>
                    <a:pt x="1159387" y="5285479"/>
                  </a:lnTo>
                  <a:lnTo>
                    <a:pt x="1159637" y="5285479"/>
                  </a:lnTo>
                  <a:lnTo>
                    <a:pt x="1159762" y="5285479"/>
                  </a:lnTo>
                  <a:lnTo>
                    <a:pt x="1160012" y="5285479"/>
                  </a:lnTo>
                  <a:lnTo>
                    <a:pt x="1160137" y="5285479"/>
                  </a:lnTo>
                  <a:lnTo>
                    <a:pt x="1160262" y="5285479"/>
                  </a:lnTo>
                  <a:lnTo>
                    <a:pt x="1160387" y="5285479"/>
                  </a:lnTo>
                  <a:lnTo>
                    <a:pt x="1160763" y="5285479"/>
                  </a:lnTo>
                  <a:lnTo>
                    <a:pt x="1160888" y="5285479"/>
                  </a:lnTo>
                  <a:lnTo>
                    <a:pt x="1161013" y="5285479"/>
                  </a:lnTo>
                  <a:lnTo>
                    <a:pt x="1161138" y="5285479"/>
                  </a:lnTo>
                  <a:lnTo>
                    <a:pt x="1161263" y="5285479"/>
                  </a:lnTo>
                  <a:lnTo>
                    <a:pt x="1161388" y="5285479"/>
                  </a:lnTo>
                  <a:lnTo>
                    <a:pt x="1161638" y="5285479"/>
                  </a:lnTo>
                  <a:lnTo>
                    <a:pt x="1161763" y="5285479"/>
                  </a:lnTo>
                  <a:lnTo>
                    <a:pt x="1162013" y="5285479"/>
                  </a:lnTo>
                  <a:lnTo>
                    <a:pt x="1162138" y="5285479"/>
                  </a:lnTo>
                  <a:lnTo>
                    <a:pt x="1162263" y="5285479"/>
                  </a:lnTo>
                  <a:lnTo>
                    <a:pt x="1162388" y="5285479"/>
                  </a:lnTo>
                  <a:lnTo>
                    <a:pt x="1162513" y="5285479"/>
                  </a:lnTo>
                  <a:lnTo>
                    <a:pt x="1162888" y="5285479"/>
                  </a:lnTo>
                  <a:lnTo>
                    <a:pt x="1163263" y="5285479"/>
                  </a:lnTo>
                  <a:lnTo>
                    <a:pt x="1163388" y="5285479"/>
                  </a:lnTo>
                  <a:lnTo>
                    <a:pt x="1163513" y="5285479"/>
                  </a:lnTo>
                  <a:lnTo>
                    <a:pt x="1163764" y="5285479"/>
                  </a:lnTo>
                  <a:lnTo>
                    <a:pt x="1163889" y="5285479"/>
                  </a:lnTo>
                  <a:lnTo>
                    <a:pt x="1164014" y="5285479"/>
                  </a:lnTo>
                  <a:lnTo>
                    <a:pt x="1164139" y="5285479"/>
                  </a:lnTo>
                  <a:lnTo>
                    <a:pt x="1164389" y="5285479"/>
                  </a:lnTo>
                  <a:lnTo>
                    <a:pt x="1164514" y="5285479"/>
                  </a:lnTo>
                  <a:lnTo>
                    <a:pt x="1164764" y="5285479"/>
                  </a:lnTo>
                  <a:lnTo>
                    <a:pt x="1164889" y="5285479"/>
                  </a:lnTo>
                  <a:lnTo>
                    <a:pt x="1165139" y="5285479"/>
                  </a:lnTo>
                  <a:lnTo>
                    <a:pt x="1165264" y="5285479"/>
                  </a:lnTo>
                  <a:lnTo>
                    <a:pt x="1165514" y="5285479"/>
                  </a:lnTo>
                  <a:lnTo>
                    <a:pt x="1165639" y="5285479"/>
                  </a:lnTo>
                  <a:lnTo>
                    <a:pt x="1165764" y="5285479"/>
                  </a:lnTo>
                  <a:lnTo>
                    <a:pt x="1166014" y="5285479"/>
                  </a:lnTo>
                  <a:lnTo>
                    <a:pt x="1166264" y="5285479"/>
                  </a:lnTo>
                  <a:lnTo>
                    <a:pt x="1166514" y="5285479"/>
                  </a:lnTo>
                  <a:lnTo>
                    <a:pt x="1166640" y="5285479"/>
                  </a:lnTo>
                  <a:lnTo>
                    <a:pt x="1166765" y="5285479"/>
                  </a:lnTo>
                  <a:lnTo>
                    <a:pt x="1166890" y="5285479"/>
                  </a:lnTo>
                  <a:lnTo>
                    <a:pt x="1167140" y="5285479"/>
                  </a:lnTo>
                  <a:lnTo>
                    <a:pt x="1167390" y="5285479"/>
                  </a:lnTo>
                  <a:lnTo>
                    <a:pt x="1167640" y="5285479"/>
                  </a:lnTo>
                  <a:lnTo>
                    <a:pt x="1167890" y="5285479"/>
                  </a:lnTo>
                  <a:lnTo>
                    <a:pt x="1168015" y="5285479"/>
                  </a:lnTo>
                  <a:lnTo>
                    <a:pt x="1168140" y="5285479"/>
                  </a:lnTo>
                  <a:lnTo>
                    <a:pt x="1168265" y="5285479"/>
                  </a:lnTo>
                  <a:lnTo>
                    <a:pt x="1168390" y="5285479"/>
                  </a:lnTo>
                  <a:lnTo>
                    <a:pt x="1168515" y="5285479"/>
                  </a:lnTo>
                  <a:lnTo>
                    <a:pt x="1168640" y="5285479"/>
                  </a:lnTo>
                  <a:lnTo>
                    <a:pt x="1169015" y="5285479"/>
                  </a:lnTo>
                  <a:lnTo>
                    <a:pt x="1169140" y="5285479"/>
                  </a:lnTo>
                  <a:lnTo>
                    <a:pt x="1169265" y="5285479"/>
                  </a:lnTo>
                  <a:lnTo>
                    <a:pt x="1169390" y="5285479"/>
                  </a:lnTo>
                  <a:lnTo>
                    <a:pt x="1169515" y="5285479"/>
                  </a:lnTo>
                  <a:lnTo>
                    <a:pt x="1169641" y="5285479"/>
                  </a:lnTo>
                  <a:lnTo>
                    <a:pt x="1169766" y="5285479"/>
                  </a:lnTo>
                  <a:lnTo>
                    <a:pt x="1169891" y="5285479"/>
                  </a:lnTo>
                  <a:lnTo>
                    <a:pt x="1170016" y="5285479"/>
                  </a:lnTo>
                  <a:lnTo>
                    <a:pt x="1170141" y="5285479"/>
                  </a:lnTo>
                  <a:lnTo>
                    <a:pt x="1170266" y="5285479"/>
                  </a:lnTo>
                  <a:lnTo>
                    <a:pt x="1170766" y="5285479"/>
                  </a:lnTo>
                  <a:lnTo>
                    <a:pt x="1170891" y="5285479"/>
                  </a:lnTo>
                  <a:lnTo>
                    <a:pt x="1171016" y="5285479"/>
                  </a:lnTo>
                  <a:lnTo>
                    <a:pt x="1171391" y="5285479"/>
                  </a:lnTo>
                  <a:lnTo>
                    <a:pt x="1171641" y="5285479"/>
                  </a:lnTo>
                  <a:lnTo>
                    <a:pt x="1171766" y="5285479"/>
                  </a:lnTo>
                  <a:lnTo>
                    <a:pt x="1172141" y="5285479"/>
                  </a:lnTo>
                  <a:lnTo>
                    <a:pt x="1172767" y="5285479"/>
                  </a:lnTo>
                  <a:lnTo>
                    <a:pt x="1172892" y="5285479"/>
                  </a:lnTo>
                  <a:lnTo>
                    <a:pt x="1173142" y="5285479"/>
                  </a:lnTo>
                  <a:lnTo>
                    <a:pt x="1173267" y="5285479"/>
                  </a:lnTo>
                  <a:lnTo>
                    <a:pt x="1173392" y="5285479"/>
                  </a:lnTo>
                  <a:lnTo>
                    <a:pt x="1173517" y="5285479"/>
                  </a:lnTo>
                  <a:lnTo>
                    <a:pt x="1173767" y="5285479"/>
                  </a:lnTo>
                  <a:lnTo>
                    <a:pt x="1173892" y="5285479"/>
                  </a:lnTo>
                  <a:lnTo>
                    <a:pt x="1174267" y="5285479"/>
                  </a:lnTo>
                  <a:lnTo>
                    <a:pt x="1174392" y="5285479"/>
                  </a:lnTo>
                  <a:lnTo>
                    <a:pt x="1174517" y="5285479"/>
                  </a:lnTo>
                  <a:lnTo>
                    <a:pt x="1174642" y="5285479"/>
                  </a:lnTo>
                  <a:lnTo>
                    <a:pt x="1174892" y="5285479"/>
                  </a:lnTo>
                  <a:lnTo>
                    <a:pt x="1175142" y="5285479"/>
                  </a:lnTo>
                  <a:lnTo>
                    <a:pt x="1175517" y="5285479"/>
                  </a:lnTo>
                  <a:lnTo>
                    <a:pt x="1175768" y="5285479"/>
                  </a:lnTo>
                  <a:lnTo>
                    <a:pt x="1176143" y="5285479"/>
                  </a:lnTo>
                  <a:lnTo>
                    <a:pt x="1176518" y="5285479"/>
                  </a:lnTo>
                  <a:lnTo>
                    <a:pt x="1176768" y="5285479"/>
                  </a:lnTo>
                  <a:lnTo>
                    <a:pt x="1176893" y="5285479"/>
                  </a:lnTo>
                  <a:lnTo>
                    <a:pt x="1177018" y="5285479"/>
                  </a:lnTo>
                  <a:lnTo>
                    <a:pt x="1177143" y="5285479"/>
                  </a:lnTo>
                  <a:lnTo>
                    <a:pt x="1177393" y="5285479"/>
                  </a:lnTo>
                  <a:lnTo>
                    <a:pt x="1177643" y="5285479"/>
                  </a:lnTo>
                  <a:lnTo>
                    <a:pt x="1178018" y="5285479"/>
                  </a:lnTo>
                  <a:lnTo>
                    <a:pt x="1178143" y="5285479"/>
                  </a:lnTo>
                  <a:lnTo>
                    <a:pt x="1178393" y="5285479"/>
                  </a:lnTo>
                  <a:lnTo>
                    <a:pt x="1178518" y="5285479"/>
                  </a:lnTo>
                  <a:lnTo>
                    <a:pt x="1179019" y="5285479"/>
                  </a:lnTo>
                  <a:lnTo>
                    <a:pt x="1179394" y="5285479"/>
                  </a:lnTo>
                  <a:lnTo>
                    <a:pt x="1179519" y="5285479"/>
                  </a:lnTo>
                  <a:lnTo>
                    <a:pt x="1179644" y="5285479"/>
                  </a:lnTo>
                  <a:lnTo>
                    <a:pt x="1179769" y="5285479"/>
                  </a:lnTo>
                  <a:lnTo>
                    <a:pt x="1179894" y="5285479"/>
                  </a:lnTo>
                  <a:lnTo>
                    <a:pt x="1180019" y="5285479"/>
                  </a:lnTo>
                  <a:lnTo>
                    <a:pt x="1180144" y="5285479"/>
                  </a:lnTo>
                  <a:lnTo>
                    <a:pt x="1180269" y="5285479"/>
                  </a:lnTo>
                  <a:lnTo>
                    <a:pt x="1180519" y="5285479"/>
                  </a:lnTo>
                  <a:lnTo>
                    <a:pt x="1180644" y="5285479"/>
                  </a:lnTo>
                  <a:lnTo>
                    <a:pt x="1180769" y="5285479"/>
                  </a:lnTo>
                  <a:lnTo>
                    <a:pt x="1180894" y="5285479"/>
                  </a:lnTo>
                  <a:lnTo>
                    <a:pt x="1181019" y="5285479"/>
                  </a:lnTo>
                  <a:lnTo>
                    <a:pt x="1181269" y="5285479"/>
                  </a:lnTo>
                  <a:lnTo>
                    <a:pt x="1181519" y="5285479"/>
                  </a:lnTo>
                  <a:lnTo>
                    <a:pt x="1181770" y="5285479"/>
                  </a:lnTo>
                  <a:lnTo>
                    <a:pt x="1181895" y="5285479"/>
                  </a:lnTo>
                  <a:lnTo>
                    <a:pt x="1182020" y="5285479"/>
                  </a:lnTo>
                  <a:lnTo>
                    <a:pt x="1182145" y="5285479"/>
                  </a:lnTo>
                  <a:lnTo>
                    <a:pt x="1182395" y="5285479"/>
                  </a:lnTo>
                  <a:lnTo>
                    <a:pt x="1182645" y="5285479"/>
                  </a:lnTo>
                  <a:lnTo>
                    <a:pt x="1182895" y="5285479"/>
                  </a:lnTo>
                  <a:lnTo>
                    <a:pt x="1183020" y="5285479"/>
                  </a:lnTo>
                  <a:lnTo>
                    <a:pt x="1183270" y="5285479"/>
                  </a:lnTo>
                  <a:lnTo>
                    <a:pt x="1183395" y="5285479"/>
                  </a:lnTo>
                  <a:lnTo>
                    <a:pt x="1183520" y="5285479"/>
                  </a:lnTo>
                  <a:lnTo>
                    <a:pt x="1183770" y="5285479"/>
                  </a:lnTo>
                  <a:lnTo>
                    <a:pt x="1183895" y="5285479"/>
                  </a:lnTo>
                  <a:lnTo>
                    <a:pt x="1184020" y="5285479"/>
                  </a:lnTo>
                  <a:lnTo>
                    <a:pt x="1184270" y="5285479"/>
                  </a:lnTo>
                  <a:lnTo>
                    <a:pt x="1184520" y="5285479"/>
                  </a:lnTo>
                  <a:lnTo>
                    <a:pt x="1184646" y="5285479"/>
                  </a:lnTo>
                  <a:lnTo>
                    <a:pt x="1184771" y="5285479"/>
                  </a:lnTo>
                  <a:lnTo>
                    <a:pt x="1185271" y="5285479"/>
                  </a:lnTo>
                  <a:lnTo>
                    <a:pt x="1185396" y="5285479"/>
                  </a:lnTo>
                  <a:lnTo>
                    <a:pt x="1185521" y="5285479"/>
                  </a:lnTo>
                  <a:lnTo>
                    <a:pt x="1185646" y="5285479"/>
                  </a:lnTo>
                  <a:lnTo>
                    <a:pt x="1185771" y="5285479"/>
                  </a:lnTo>
                  <a:lnTo>
                    <a:pt x="1185896" y="5285479"/>
                  </a:lnTo>
                  <a:lnTo>
                    <a:pt x="1186021" y="5285479"/>
                  </a:lnTo>
                  <a:lnTo>
                    <a:pt x="1186146" y="5285479"/>
                  </a:lnTo>
                  <a:lnTo>
                    <a:pt x="1186396" y="5285479"/>
                  </a:lnTo>
                  <a:lnTo>
                    <a:pt x="1186521" y="5285479"/>
                  </a:lnTo>
                  <a:lnTo>
                    <a:pt x="1186646" y="5285479"/>
                  </a:lnTo>
                  <a:lnTo>
                    <a:pt x="1186896" y="5285479"/>
                  </a:lnTo>
                  <a:lnTo>
                    <a:pt x="1187146" y="5285479"/>
                  </a:lnTo>
                  <a:lnTo>
                    <a:pt x="1187396" y="5285479"/>
                  </a:lnTo>
                  <a:lnTo>
                    <a:pt x="1187521" y="5285479"/>
                  </a:lnTo>
                  <a:lnTo>
                    <a:pt x="1187772" y="5285479"/>
                  </a:lnTo>
                  <a:lnTo>
                    <a:pt x="1188272" y="5285479"/>
                  </a:lnTo>
                  <a:lnTo>
                    <a:pt x="1188522" y="5285479"/>
                  </a:lnTo>
                  <a:lnTo>
                    <a:pt x="1188647" y="5285479"/>
                  </a:lnTo>
                  <a:lnTo>
                    <a:pt x="1188772" y="5285479"/>
                  </a:lnTo>
                  <a:lnTo>
                    <a:pt x="1189022" y="5285479"/>
                  </a:lnTo>
                  <a:lnTo>
                    <a:pt x="1189272" y="5285479"/>
                  </a:lnTo>
                  <a:lnTo>
                    <a:pt x="1189397" y="5285479"/>
                  </a:lnTo>
                  <a:lnTo>
                    <a:pt x="1189397" y="5275525"/>
                  </a:lnTo>
                  <a:lnTo>
                    <a:pt x="1189522" y="5275525"/>
                  </a:lnTo>
                  <a:lnTo>
                    <a:pt x="1189647" y="5275525"/>
                  </a:lnTo>
                  <a:lnTo>
                    <a:pt x="1189772" y="5275525"/>
                  </a:lnTo>
                  <a:lnTo>
                    <a:pt x="1189897" y="5275525"/>
                  </a:lnTo>
                  <a:lnTo>
                    <a:pt x="1190272" y="5275525"/>
                  </a:lnTo>
                  <a:lnTo>
                    <a:pt x="1190397" y="5275525"/>
                  </a:lnTo>
                  <a:lnTo>
                    <a:pt x="1190648" y="5275525"/>
                  </a:lnTo>
                  <a:lnTo>
                    <a:pt x="1191023" y="5275525"/>
                  </a:lnTo>
                  <a:lnTo>
                    <a:pt x="1191148" y="5275525"/>
                  </a:lnTo>
                  <a:lnTo>
                    <a:pt x="1191273" y="5275525"/>
                  </a:lnTo>
                  <a:lnTo>
                    <a:pt x="1191398" y="5275525"/>
                  </a:lnTo>
                  <a:lnTo>
                    <a:pt x="1191523" y="5275525"/>
                  </a:lnTo>
                  <a:lnTo>
                    <a:pt x="1191648" y="5275525"/>
                  </a:lnTo>
                  <a:lnTo>
                    <a:pt x="1191773" y="5275525"/>
                  </a:lnTo>
                  <a:lnTo>
                    <a:pt x="1191898" y="5275525"/>
                  </a:lnTo>
                  <a:lnTo>
                    <a:pt x="1192273" y="5275525"/>
                  </a:lnTo>
                  <a:lnTo>
                    <a:pt x="1192398" y="5275525"/>
                  </a:lnTo>
                  <a:lnTo>
                    <a:pt x="1192773" y="5275525"/>
                  </a:lnTo>
                  <a:lnTo>
                    <a:pt x="1192898" y="5275525"/>
                  </a:lnTo>
                  <a:lnTo>
                    <a:pt x="1193023" y="5275525"/>
                  </a:lnTo>
                  <a:lnTo>
                    <a:pt x="1193148" y="5275525"/>
                  </a:lnTo>
                  <a:lnTo>
                    <a:pt x="1193273" y="5275525"/>
                  </a:lnTo>
                  <a:lnTo>
                    <a:pt x="1193523" y="5275525"/>
                  </a:lnTo>
                  <a:lnTo>
                    <a:pt x="1193649" y="5275525"/>
                  </a:lnTo>
                  <a:lnTo>
                    <a:pt x="1193774" y="5275525"/>
                  </a:lnTo>
                  <a:lnTo>
                    <a:pt x="1194524" y="5275525"/>
                  </a:lnTo>
                  <a:lnTo>
                    <a:pt x="1194649" y="5275525"/>
                  </a:lnTo>
                  <a:lnTo>
                    <a:pt x="1194774" y="5275525"/>
                  </a:lnTo>
                  <a:lnTo>
                    <a:pt x="1195024" y="5275525"/>
                  </a:lnTo>
                  <a:lnTo>
                    <a:pt x="1195149" y="5275525"/>
                  </a:lnTo>
                  <a:lnTo>
                    <a:pt x="1195274" y="5275525"/>
                  </a:lnTo>
                  <a:lnTo>
                    <a:pt x="1195399" y="5275525"/>
                  </a:lnTo>
                  <a:lnTo>
                    <a:pt x="1195524" y="5275525"/>
                  </a:lnTo>
                  <a:lnTo>
                    <a:pt x="1195649" y="5275525"/>
                  </a:lnTo>
                  <a:lnTo>
                    <a:pt x="1195774" y="5275525"/>
                  </a:lnTo>
                  <a:lnTo>
                    <a:pt x="1195899" y="5275525"/>
                  </a:lnTo>
                  <a:lnTo>
                    <a:pt x="1196024" y="5275525"/>
                  </a:lnTo>
                  <a:lnTo>
                    <a:pt x="1196149" y="5275525"/>
                  </a:lnTo>
                  <a:lnTo>
                    <a:pt x="1196399" y="5275525"/>
                  </a:lnTo>
                  <a:lnTo>
                    <a:pt x="1196650" y="5265572"/>
                  </a:lnTo>
                  <a:lnTo>
                    <a:pt x="1196775" y="5265572"/>
                  </a:lnTo>
                  <a:lnTo>
                    <a:pt x="1196900" y="5265572"/>
                  </a:lnTo>
                  <a:lnTo>
                    <a:pt x="1197025" y="5265572"/>
                  </a:lnTo>
                  <a:lnTo>
                    <a:pt x="1197150" y="5265572"/>
                  </a:lnTo>
                  <a:lnTo>
                    <a:pt x="1197400" y="5265572"/>
                  </a:lnTo>
                  <a:lnTo>
                    <a:pt x="1197525" y="5265572"/>
                  </a:lnTo>
                  <a:lnTo>
                    <a:pt x="1197650" y="5265572"/>
                  </a:lnTo>
                  <a:lnTo>
                    <a:pt x="1197775" y="5265572"/>
                  </a:lnTo>
                  <a:lnTo>
                    <a:pt x="1197900" y="5265572"/>
                  </a:lnTo>
                  <a:lnTo>
                    <a:pt x="1198025" y="5265572"/>
                  </a:lnTo>
                  <a:lnTo>
                    <a:pt x="1198150" y="5265572"/>
                  </a:lnTo>
                  <a:lnTo>
                    <a:pt x="1198275" y="5265572"/>
                  </a:lnTo>
                  <a:lnTo>
                    <a:pt x="1198650" y="5255618"/>
                  </a:lnTo>
                  <a:lnTo>
                    <a:pt x="1198775" y="5255618"/>
                  </a:lnTo>
                  <a:lnTo>
                    <a:pt x="1198900" y="5255618"/>
                  </a:lnTo>
                  <a:lnTo>
                    <a:pt x="1199275" y="5255618"/>
                  </a:lnTo>
                  <a:lnTo>
                    <a:pt x="1199776" y="5255618"/>
                  </a:lnTo>
                  <a:lnTo>
                    <a:pt x="1199901" y="5255618"/>
                  </a:lnTo>
                  <a:lnTo>
                    <a:pt x="1200026" y="5255618"/>
                  </a:lnTo>
                  <a:lnTo>
                    <a:pt x="1200151" y="5255618"/>
                  </a:lnTo>
                  <a:lnTo>
                    <a:pt x="1200401" y="5255618"/>
                  </a:lnTo>
                  <a:lnTo>
                    <a:pt x="1200651" y="5255618"/>
                  </a:lnTo>
                  <a:lnTo>
                    <a:pt x="1200901" y="5255618"/>
                  </a:lnTo>
                  <a:lnTo>
                    <a:pt x="1201026" y="5255618"/>
                  </a:lnTo>
                  <a:lnTo>
                    <a:pt x="1201151" y="5255618"/>
                  </a:lnTo>
                  <a:lnTo>
                    <a:pt x="1201526" y="5255618"/>
                  </a:lnTo>
                  <a:lnTo>
                    <a:pt x="1201776" y="5255618"/>
                  </a:lnTo>
                  <a:lnTo>
                    <a:pt x="1201901" y="5255618"/>
                  </a:lnTo>
                  <a:lnTo>
                    <a:pt x="1202026" y="5255618"/>
                  </a:lnTo>
                  <a:lnTo>
                    <a:pt x="1202151" y="5255618"/>
                  </a:lnTo>
                  <a:lnTo>
                    <a:pt x="1202276" y="5255618"/>
                  </a:lnTo>
                  <a:lnTo>
                    <a:pt x="1202401" y="5255618"/>
                  </a:lnTo>
                  <a:lnTo>
                    <a:pt x="1203027" y="5255618"/>
                  </a:lnTo>
                  <a:lnTo>
                    <a:pt x="1203277" y="5255618"/>
                  </a:lnTo>
                  <a:lnTo>
                    <a:pt x="1203402" y="5255618"/>
                  </a:lnTo>
                  <a:lnTo>
                    <a:pt x="1203527" y="5255618"/>
                  </a:lnTo>
                  <a:lnTo>
                    <a:pt x="1203652" y="5255618"/>
                  </a:lnTo>
                  <a:lnTo>
                    <a:pt x="1203902" y="5255618"/>
                  </a:lnTo>
                  <a:lnTo>
                    <a:pt x="1204152" y="5255618"/>
                  </a:lnTo>
                  <a:lnTo>
                    <a:pt x="1204277" y="5255618"/>
                  </a:lnTo>
                  <a:lnTo>
                    <a:pt x="1204402" y="5255618"/>
                  </a:lnTo>
                  <a:lnTo>
                    <a:pt x="1204652" y="5255618"/>
                  </a:lnTo>
                  <a:lnTo>
                    <a:pt x="1205402" y="5255618"/>
                  </a:lnTo>
                  <a:lnTo>
                    <a:pt x="1205653" y="5255618"/>
                  </a:lnTo>
                  <a:lnTo>
                    <a:pt x="1205778" y="5255618"/>
                  </a:lnTo>
                  <a:lnTo>
                    <a:pt x="1205903" y="5255618"/>
                  </a:lnTo>
                  <a:lnTo>
                    <a:pt x="1206278" y="5255618"/>
                  </a:lnTo>
                  <a:lnTo>
                    <a:pt x="1206403" y="5255618"/>
                  </a:lnTo>
                  <a:lnTo>
                    <a:pt x="1206653" y="5255618"/>
                  </a:lnTo>
                  <a:lnTo>
                    <a:pt x="1206778" y="5255618"/>
                  </a:lnTo>
                  <a:lnTo>
                    <a:pt x="1206903" y="5255618"/>
                  </a:lnTo>
                  <a:lnTo>
                    <a:pt x="1207028" y="5255618"/>
                  </a:lnTo>
                  <a:lnTo>
                    <a:pt x="1207278" y="5255618"/>
                  </a:lnTo>
                  <a:lnTo>
                    <a:pt x="1207528" y="5255618"/>
                  </a:lnTo>
                  <a:lnTo>
                    <a:pt x="1207778" y="5255618"/>
                  </a:lnTo>
                  <a:lnTo>
                    <a:pt x="1207903" y="5255618"/>
                  </a:lnTo>
                  <a:lnTo>
                    <a:pt x="1208028" y="5255618"/>
                  </a:lnTo>
                  <a:lnTo>
                    <a:pt x="1208278" y="5255618"/>
                  </a:lnTo>
                  <a:lnTo>
                    <a:pt x="1208529" y="5255618"/>
                  </a:lnTo>
                  <a:lnTo>
                    <a:pt x="1208654" y="5255618"/>
                  </a:lnTo>
                  <a:lnTo>
                    <a:pt x="1208779" y="5255618"/>
                  </a:lnTo>
                  <a:lnTo>
                    <a:pt x="1209029" y="5255618"/>
                  </a:lnTo>
                  <a:lnTo>
                    <a:pt x="1209154" y="5255618"/>
                  </a:lnTo>
                  <a:lnTo>
                    <a:pt x="1209279" y="5255618"/>
                  </a:lnTo>
                  <a:lnTo>
                    <a:pt x="1209404" y="5255618"/>
                  </a:lnTo>
                  <a:lnTo>
                    <a:pt x="1209529" y="5255618"/>
                  </a:lnTo>
                  <a:lnTo>
                    <a:pt x="1209904" y="5255618"/>
                  </a:lnTo>
                  <a:lnTo>
                    <a:pt x="1210154" y="5255618"/>
                  </a:lnTo>
                  <a:lnTo>
                    <a:pt x="1210404" y="5255618"/>
                  </a:lnTo>
                  <a:lnTo>
                    <a:pt x="1210529" y="5255618"/>
                  </a:lnTo>
                  <a:lnTo>
                    <a:pt x="1210654" y="5255618"/>
                  </a:lnTo>
                  <a:lnTo>
                    <a:pt x="1210779" y="5255618"/>
                  </a:lnTo>
                  <a:lnTo>
                    <a:pt x="1210904" y="5255618"/>
                  </a:lnTo>
                  <a:lnTo>
                    <a:pt x="1211154" y="5255618"/>
                  </a:lnTo>
                  <a:lnTo>
                    <a:pt x="1211279" y="5255618"/>
                  </a:lnTo>
                  <a:lnTo>
                    <a:pt x="1211530" y="5255618"/>
                  </a:lnTo>
                  <a:lnTo>
                    <a:pt x="1211655" y="5255618"/>
                  </a:lnTo>
                  <a:lnTo>
                    <a:pt x="1211780" y="5255618"/>
                  </a:lnTo>
                  <a:lnTo>
                    <a:pt x="1211905" y="5255618"/>
                  </a:lnTo>
                  <a:lnTo>
                    <a:pt x="1212155" y="5255618"/>
                  </a:lnTo>
                  <a:lnTo>
                    <a:pt x="1212280" y="5255618"/>
                  </a:lnTo>
                  <a:lnTo>
                    <a:pt x="1212530" y="5255618"/>
                  </a:lnTo>
                  <a:lnTo>
                    <a:pt x="1212655" y="5255618"/>
                  </a:lnTo>
                  <a:lnTo>
                    <a:pt x="1212780" y="5255618"/>
                  </a:lnTo>
                  <a:lnTo>
                    <a:pt x="1213030" y="5255618"/>
                  </a:lnTo>
                  <a:lnTo>
                    <a:pt x="1213155" y="5255618"/>
                  </a:lnTo>
                  <a:lnTo>
                    <a:pt x="1213280" y="5255618"/>
                  </a:lnTo>
                  <a:lnTo>
                    <a:pt x="1213405" y="5255618"/>
                  </a:lnTo>
                  <a:lnTo>
                    <a:pt x="1213655" y="5255618"/>
                  </a:lnTo>
                  <a:lnTo>
                    <a:pt x="1213780" y="5255618"/>
                  </a:lnTo>
                  <a:lnTo>
                    <a:pt x="1213905" y="5255618"/>
                  </a:lnTo>
                  <a:lnTo>
                    <a:pt x="1214030" y="5255618"/>
                  </a:lnTo>
                  <a:lnTo>
                    <a:pt x="1214155" y="5255618"/>
                  </a:lnTo>
                  <a:lnTo>
                    <a:pt x="1214405" y="5255618"/>
                  </a:lnTo>
                  <a:lnTo>
                    <a:pt x="1214531" y="5255618"/>
                  </a:lnTo>
                  <a:lnTo>
                    <a:pt x="1214656" y="5255618"/>
                  </a:lnTo>
                  <a:lnTo>
                    <a:pt x="1214906" y="5255618"/>
                  </a:lnTo>
                  <a:lnTo>
                    <a:pt x="1215656" y="5255618"/>
                  </a:lnTo>
                  <a:lnTo>
                    <a:pt x="1215781" y="5255618"/>
                  </a:lnTo>
                  <a:lnTo>
                    <a:pt x="1216031" y="5255618"/>
                  </a:lnTo>
                  <a:lnTo>
                    <a:pt x="1216156" y="5255618"/>
                  </a:lnTo>
                  <a:lnTo>
                    <a:pt x="1216406" y="5255618"/>
                  </a:lnTo>
                  <a:lnTo>
                    <a:pt x="1216531" y="5255618"/>
                  </a:lnTo>
                  <a:lnTo>
                    <a:pt x="1216656" y="5255618"/>
                  </a:lnTo>
                  <a:lnTo>
                    <a:pt x="1216781" y="5255618"/>
                  </a:lnTo>
                  <a:lnTo>
                    <a:pt x="1216906" y="5255618"/>
                  </a:lnTo>
                  <a:lnTo>
                    <a:pt x="1217156" y="5255618"/>
                  </a:lnTo>
                  <a:lnTo>
                    <a:pt x="1217532" y="5255618"/>
                  </a:lnTo>
                  <a:lnTo>
                    <a:pt x="1217657" y="5255618"/>
                  </a:lnTo>
                  <a:lnTo>
                    <a:pt x="1217782" y="5255618"/>
                  </a:lnTo>
                  <a:lnTo>
                    <a:pt x="1218032" y="5255618"/>
                  </a:lnTo>
                  <a:lnTo>
                    <a:pt x="1218157" y="5255618"/>
                  </a:lnTo>
                  <a:lnTo>
                    <a:pt x="1218407" y="5255618"/>
                  </a:lnTo>
                  <a:lnTo>
                    <a:pt x="1218532" y="5255618"/>
                  </a:lnTo>
                  <a:lnTo>
                    <a:pt x="1218657" y="5255618"/>
                  </a:lnTo>
                  <a:lnTo>
                    <a:pt x="1219407" y="5255618"/>
                  </a:lnTo>
                  <a:lnTo>
                    <a:pt x="1219532" y="5255618"/>
                  </a:lnTo>
                  <a:lnTo>
                    <a:pt x="1219657" y="5255618"/>
                  </a:lnTo>
                  <a:lnTo>
                    <a:pt x="1219907" y="5255618"/>
                  </a:lnTo>
                  <a:lnTo>
                    <a:pt x="1220032" y="5255618"/>
                  </a:lnTo>
                  <a:lnTo>
                    <a:pt x="1220282" y="5255618"/>
                  </a:lnTo>
                  <a:lnTo>
                    <a:pt x="1220533" y="5255618"/>
                  </a:lnTo>
                  <a:lnTo>
                    <a:pt x="1220783" y="5255618"/>
                  </a:lnTo>
                  <a:lnTo>
                    <a:pt x="1220908" y="5255618"/>
                  </a:lnTo>
                  <a:lnTo>
                    <a:pt x="1221283" y="5255618"/>
                  </a:lnTo>
                  <a:lnTo>
                    <a:pt x="1221408" y="5255618"/>
                  </a:lnTo>
                  <a:lnTo>
                    <a:pt x="1221533" y="5255618"/>
                  </a:lnTo>
                  <a:lnTo>
                    <a:pt x="1221533" y="5245664"/>
                  </a:lnTo>
                  <a:lnTo>
                    <a:pt x="1221658" y="5245664"/>
                  </a:lnTo>
                  <a:lnTo>
                    <a:pt x="1221783" y="5245664"/>
                  </a:lnTo>
                  <a:lnTo>
                    <a:pt x="1221908" y="5245664"/>
                  </a:lnTo>
                  <a:lnTo>
                    <a:pt x="1222158" y="5245664"/>
                  </a:lnTo>
                  <a:lnTo>
                    <a:pt x="1222408" y="5245664"/>
                  </a:lnTo>
                  <a:lnTo>
                    <a:pt x="1222533" y="5245664"/>
                  </a:lnTo>
                  <a:lnTo>
                    <a:pt x="1222783" y="5245664"/>
                  </a:lnTo>
                  <a:lnTo>
                    <a:pt x="1223033" y="5245664"/>
                  </a:lnTo>
                  <a:lnTo>
                    <a:pt x="1223283" y="5245664"/>
                  </a:lnTo>
                  <a:lnTo>
                    <a:pt x="1223534" y="5245664"/>
                  </a:lnTo>
                  <a:lnTo>
                    <a:pt x="1223659" y="5245664"/>
                  </a:lnTo>
                  <a:lnTo>
                    <a:pt x="1223784" y="5245664"/>
                  </a:lnTo>
                  <a:lnTo>
                    <a:pt x="1224034" y="5245664"/>
                  </a:lnTo>
                  <a:lnTo>
                    <a:pt x="1224159" y="5245664"/>
                  </a:lnTo>
                  <a:lnTo>
                    <a:pt x="1224284" y="5245664"/>
                  </a:lnTo>
                  <a:lnTo>
                    <a:pt x="1224784" y="5245664"/>
                  </a:lnTo>
                  <a:lnTo>
                    <a:pt x="1224909" y="5245664"/>
                  </a:lnTo>
                  <a:lnTo>
                    <a:pt x="1225534" y="5245664"/>
                  </a:lnTo>
                  <a:lnTo>
                    <a:pt x="1225659" y="5245664"/>
                  </a:lnTo>
                  <a:lnTo>
                    <a:pt x="1225784" y="5245664"/>
                  </a:lnTo>
                  <a:lnTo>
                    <a:pt x="1225909" y="5245664"/>
                  </a:lnTo>
                  <a:lnTo>
                    <a:pt x="1226034" y="5245664"/>
                  </a:lnTo>
                  <a:lnTo>
                    <a:pt x="1226284" y="5245664"/>
                  </a:lnTo>
                  <a:lnTo>
                    <a:pt x="1226535" y="5245664"/>
                  </a:lnTo>
                  <a:lnTo>
                    <a:pt x="1226785" y="5245664"/>
                  </a:lnTo>
                  <a:lnTo>
                    <a:pt x="1227035" y="5245664"/>
                  </a:lnTo>
                  <a:lnTo>
                    <a:pt x="1227160" y="5245664"/>
                  </a:lnTo>
                  <a:lnTo>
                    <a:pt x="1227410" y="5245664"/>
                  </a:lnTo>
                  <a:lnTo>
                    <a:pt x="1227535" y="5245664"/>
                  </a:lnTo>
                  <a:lnTo>
                    <a:pt x="1227660" y="5245664"/>
                  </a:lnTo>
                  <a:lnTo>
                    <a:pt x="1227785" y="5245664"/>
                  </a:lnTo>
                  <a:lnTo>
                    <a:pt x="1228160" y="5245664"/>
                  </a:lnTo>
                  <a:lnTo>
                    <a:pt x="1228410" y="5245664"/>
                  </a:lnTo>
                  <a:lnTo>
                    <a:pt x="1228535" y="5245664"/>
                  </a:lnTo>
                  <a:lnTo>
                    <a:pt x="1228660" y="5245664"/>
                  </a:lnTo>
                  <a:lnTo>
                    <a:pt x="1228785" y="5245664"/>
                  </a:lnTo>
                  <a:lnTo>
                    <a:pt x="1229035" y="5245664"/>
                  </a:lnTo>
                  <a:lnTo>
                    <a:pt x="1229160" y="5245664"/>
                  </a:lnTo>
                  <a:lnTo>
                    <a:pt x="1229285" y="5245664"/>
                  </a:lnTo>
                  <a:lnTo>
                    <a:pt x="1229410" y="5245664"/>
                  </a:lnTo>
                  <a:lnTo>
                    <a:pt x="1229536" y="5245664"/>
                  </a:lnTo>
                  <a:lnTo>
                    <a:pt x="1229661" y="5245664"/>
                  </a:lnTo>
                  <a:lnTo>
                    <a:pt x="1229911" y="5245664"/>
                  </a:lnTo>
                  <a:lnTo>
                    <a:pt x="1230036" y="5245664"/>
                  </a:lnTo>
                  <a:lnTo>
                    <a:pt x="1230161" y="5245664"/>
                  </a:lnTo>
                  <a:lnTo>
                    <a:pt x="1230286" y="5245664"/>
                  </a:lnTo>
                  <a:lnTo>
                    <a:pt x="1230411" y="5245664"/>
                  </a:lnTo>
                  <a:lnTo>
                    <a:pt x="1230536" y="5245664"/>
                  </a:lnTo>
                  <a:lnTo>
                    <a:pt x="1230661" y="5245664"/>
                  </a:lnTo>
                  <a:lnTo>
                    <a:pt x="1230786" y="5245664"/>
                  </a:lnTo>
                  <a:lnTo>
                    <a:pt x="1230911" y="5245664"/>
                  </a:lnTo>
                  <a:lnTo>
                    <a:pt x="1231036" y="5245664"/>
                  </a:lnTo>
                  <a:lnTo>
                    <a:pt x="1231536" y="5245664"/>
                  </a:lnTo>
                  <a:lnTo>
                    <a:pt x="1231661" y="5245664"/>
                  </a:lnTo>
                  <a:lnTo>
                    <a:pt x="1232036" y="5245664"/>
                  </a:lnTo>
                  <a:lnTo>
                    <a:pt x="1232286" y="5245664"/>
                  </a:lnTo>
                  <a:lnTo>
                    <a:pt x="1232411" y="5245664"/>
                  </a:lnTo>
                  <a:lnTo>
                    <a:pt x="1232537" y="5245664"/>
                  </a:lnTo>
                  <a:lnTo>
                    <a:pt x="1232662" y="5245664"/>
                  </a:lnTo>
                  <a:lnTo>
                    <a:pt x="1232787" y="5245664"/>
                  </a:lnTo>
                  <a:lnTo>
                    <a:pt x="1232912" y="5245664"/>
                  </a:lnTo>
                  <a:lnTo>
                    <a:pt x="1233287" y="5245664"/>
                  </a:lnTo>
                  <a:lnTo>
                    <a:pt x="1233662" y="5245664"/>
                  </a:lnTo>
                  <a:lnTo>
                    <a:pt x="1233787" y="5245664"/>
                  </a:lnTo>
                  <a:lnTo>
                    <a:pt x="1233912" y="5245664"/>
                  </a:lnTo>
                  <a:lnTo>
                    <a:pt x="1234037" y="5245664"/>
                  </a:lnTo>
                  <a:lnTo>
                    <a:pt x="1234162" y="5245664"/>
                  </a:lnTo>
                  <a:lnTo>
                    <a:pt x="1234287" y="5245664"/>
                  </a:lnTo>
                  <a:lnTo>
                    <a:pt x="1234537" y="5245664"/>
                  </a:lnTo>
                  <a:lnTo>
                    <a:pt x="1234662" y="5245664"/>
                  </a:lnTo>
                  <a:lnTo>
                    <a:pt x="1234787" y="5245664"/>
                  </a:lnTo>
                  <a:lnTo>
                    <a:pt x="1234912" y="5245664"/>
                  </a:lnTo>
                  <a:lnTo>
                    <a:pt x="1235037" y="5245664"/>
                  </a:lnTo>
                  <a:lnTo>
                    <a:pt x="1235412" y="5245664"/>
                  </a:lnTo>
                  <a:lnTo>
                    <a:pt x="1235663" y="5245664"/>
                  </a:lnTo>
                  <a:lnTo>
                    <a:pt x="1235913" y="5245664"/>
                  </a:lnTo>
                  <a:lnTo>
                    <a:pt x="1236038" y="5245664"/>
                  </a:lnTo>
                  <a:lnTo>
                    <a:pt x="1236288" y="5245664"/>
                  </a:lnTo>
                  <a:lnTo>
                    <a:pt x="1236413" y="5245664"/>
                  </a:lnTo>
                  <a:lnTo>
                    <a:pt x="1236538" y="5245664"/>
                  </a:lnTo>
                  <a:lnTo>
                    <a:pt x="1236663" y="5245664"/>
                  </a:lnTo>
                  <a:lnTo>
                    <a:pt x="1236788" y="5245664"/>
                  </a:lnTo>
                  <a:lnTo>
                    <a:pt x="1237288" y="5245664"/>
                  </a:lnTo>
                  <a:lnTo>
                    <a:pt x="1237413" y="5245664"/>
                  </a:lnTo>
                  <a:lnTo>
                    <a:pt x="1237538" y="5245664"/>
                  </a:lnTo>
                  <a:lnTo>
                    <a:pt x="1237663" y="5245664"/>
                  </a:lnTo>
                  <a:lnTo>
                    <a:pt x="1237913" y="5245664"/>
                  </a:lnTo>
                  <a:lnTo>
                    <a:pt x="1238038" y="5245664"/>
                  </a:lnTo>
                  <a:lnTo>
                    <a:pt x="1238163" y="5245664"/>
                  </a:lnTo>
                  <a:lnTo>
                    <a:pt x="1238413" y="5245664"/>
                  </a:lnTo>
                  <a:lnTo>
                    <a:pt x="1238539" y="5245664"/>
                  </a:lnTo>
                  <a:lnTo>
                    <a:pt x="1238789" y="5245664"/>
                  </a:lnTo>
                  <a:lnTo>
                    <a:pt x="1238914" y="5245664"/>
                  </a:lnTo>
                  <a:lnTo>
                    <a:pt x="1239039" y="5245664"/>
                  </a:lnTo>
                  <a:lnTo>
                    <a:pt x="1239914" y="5245664"/>
                  </a:lnTo>
                  <a:lnTo>
                    <a:pt x="1240039" y="5245664"/>
                  </a:lnTo>
                  <a:lnTo>
                    <a:pt x="1240164" y="5245664"/>
                  </a:lnTo>
                  <a:lnTo>
                    <a:pt x="1240289" y="5245664"/>
                  </a:lnTo>
                  <a:lnTo>
                    <a:pt x="1240414" y="5245664"/>
                  </a:lnTo>
                  <a:lnTo>
                    <a:pt x="1240539" y="5245664"/>
                  </a:lnTo>
                  <a:lnTo>
                    <a:pt x="1240789" y="5245664"/>
                  </a:lnTo>
                  <a:lnTo>
                    <a:pt x="1241039" y="5245664"/>
                  </a:lnTo>
                  <a:lnTo>
                    <a:pt x="1241164" y="5245664"/>
                  </a:lnTo>
                  <a:lnTo>
                    <a:pt x="1241289" y="5245664"/>
                  </a:lnTo>
                  <a:lnTo>
                    <a:pt x="1241414" y="5245664"/>
                  </a:lnTo>
                  <a:lnTo>
                    <a:pt x="1241540" y="5245664"/>
                  </a:lnTo>
                  <a:lnTo>
                    <a:pt x="1241665" y="5245664"/>
                  </a:lnTo>
                  <a:lnTo>
                    <a:pt x="1242040" y="5245664"/>
                  </a:lnTo>
                  <a:lnTo>
                    <a:pt x="1242415" y="5245664"/>
                  </a:lnTo>
                  <a:lnTo>
                    <a:pt x="1242540" y="5245664"/>
                  </a:lnTo>
                  <a:lnTo>
                    <a:pt x="1242665" y="5245664"/>
                  </a:lnTo>
                  <a:lnTo>
                    <a:pt x="1242790" y="5245664"/>
                  </a:lnTo>
                  <a:lnTo>
                    <a:pt x="1243165" y="5245664"/>
                  </a:lnTo>
                  <a:lnTo>
                    <a:pt x="1243540" y="5245664"/>
                  </a:lnTo>
                  <a:lnTo>
                    <a:pt x="1243665" y="5245664"/>
                  </a:lnTo>
                  <a:lnTo>
                    <a:pt x="1244040" y="5245664"/>
                  </a:lnTo>
                  <a:lnTo>
                    <a:pt x="1244290" y="5245664"/>
                  </a:lnTo>
                  <a:lnTo>
                    <a:pt x="1244416" y="5245664"/>
                  </a:lnTo>
                  <a:lnTo>
                    <a:pt x="1244541" y="5245664"/>
                  </a:lnTo>
                  <a:lnTo>
                    <a:pt x="1244666" y="5245664"/>
                  </a:lnTo>
                  <a:lnTo>
                    <a:pt x="1244791" y="5245664"/>
                  </a:lnTo>
                  <a:lnTo>
                    <a:pt x="1244916" y="5245664"/>
                  </a:lnTo>
                  <a:lnTo>
                    <a:pt x="1245041" y="5245664"/>
                  </a:lnTo>
                  <a:lnTo>
                    <a:pt x="1245166" y="5245664"/>
                  </a:lnTo>
                  <a:lnTo>
                    <a:pt x="1245541" y="5245664"/>
                  </a:lnTo>
                  <a:lnTo>
                    <a:pt x="1245666" y="5245664"/>
                  </a:lnTo>
                  <a:lnTo>
                    <a:pt x="1245916" y="5245664"/>
                  </a:lnTo>
                  <a:lnTo>
                    <a:pt x="1246291" y="5245664"/>
                  </a:lnTo>
                  <a:lnTo>
                    <a:pt x="1246416" y="5245664"/>
                  </a:lnTo>
                  <a:lnTo>
                    <a:pt x="1246541" y="5245664"/>
                  </a:lnTo>
                  <a:lnTo>
                    <a:pt x="1247291" y="5245664"/>
                  </a:lnTo>
                  <a:lnTo>
                    <a:pt x="1247542" y="5245664"/>
                  </a:lnTo>
                  <a:lnTo>
                    <a:pt x="1248042" y="5245664"/>
                  </a:lnTo>
                  <a:lnTo>
                    <a:pt x="1248167" y="5245664"/>
                  </a:lnTo>
                  <a:lnTo>
                    <a:pt x="1248292" y="5245664"/>
                  </a:lnTo>
                  <a:lnTo>
                    <a:pt x="1248417" y="5245664"/>
                  </a:lnTo>
                  <a:lnTo>
                    <a:pt x="1248667" y="5245664"/>
                  </a:lnTo>
                  <a:lnTo>
                    <a:pt x="1248917" y="5245664"/>
                  </a:lnTo>
                  <a:lnTo>
                    <a:pt x="1249167" y="5245664"/>
                  </a:lnTo>
                  <a:lnTo>
                    <a:pt x="1249417" y="5245664"/>
                  </a:lnTo>
                  <a:lnTo>
                    <a:pt x="1249542" y="5245664"/>
                  </a:lnTo>
                  <a:lnTo>
                    <a:pt x="1249917" y="5245664"/>
                  </a:lnTo>
                  <a:lnTo>
                    <a:pt x="1250167" y="5245664"/>
                  </a:lnTo>
                  <a:lnTo>
                    <a:pt x="1250292" y="5245664"/>
                  </a:lnTo>
                  <a:lnTo>
                    <a:pt x="1250418" y="5245664"/>
                  </a:lnTo>
                  <a:lnTo>
                    <a:pt x="1251043" y="5245664"/>
                  </a:lnTo>
                  <a:lnTo>
                    <a:pt x="1251168" y="5245664"/>
                  </a:lnTo>
                  <a:lnTo>
                    <a:pt x="1251293" y="5245664"/>
                  </a:lnTo>
                  <a:lnTo>
                    <a:pt x="1251418" y="5245664"/>
                  </a:lnTo>
                  <a:lnTo>
                    <a:pt x="1251668" y="5245664"/>
                  </a:lnTo>
                  <a:lnTo>
                    <a:pt x="1251793" y="5245664"/>
                  </a:lnTo>
                  <a:lnTo>
                    <a:pt x="1251918" y="5245664"/>
                  </a:lnTo>
                  <a:lnTo>
                    <a:pt x="1252043" y="5245664"/>
                  </a:lnTo>
                  <a:lnTo>
                    <a:pt x="1252168" y="5245664"/>
                  </a:lnTo>
                  <a:lnTo>
                    <a:pt x="1252293" y="5245664"/>
                  </a:lnTo>
                  <a:lnTo>
                    <a:pt x="1252418" y="5245664"/>
                  </a:lnTo>
                  <a:lnTo>
                    <a:pt x="1252793" y="5245664"/>
                  </a:lnTo>
                  <a:lnTo>
                    <a:pt x="1252918" y="5245664"/>
                  </a:lnTo>
                  <a:lnTo>
                    <a:pt x="1253043" y="5245664"/>
                  </a:lnTo>
                  <a:lnTo>
                    <a:pt x="1253419" y="5245664"/>
                  </a:lnTo>
                  <a:lnTo>
                    <a:pt x="1254544" y="5245664"/>
                  </a:lnTo>
                  <a:lnTo>
                    <a:pt x="1254669" y="5245664"/>
                  </a:lnTo>
                  <a:lnTo>
                    <a:pt x="1254794" y="5245664"/>
                  </a:lnTo>
                  <a:lnTo>
                    <a:pt x="1255169" y="5245664"/>
                  </a:lnTo>
                  <a:lnTo>
                    <a:pt x="1255419" y="5245664"/>
                  </a:lnTo>
                  <a:lnTo>
                    <a:pt x="1255544" y="5245664"/>
                  </a:lnTo>
                  <a:lnTo>
                    <a:pt x="1255794" y="5245664"/>
                  </a:lnTo>
                  <a:lnTo>
                    <a:pt x="1256044" y="5245664"/>
                  </a:lnTo>
                  <a:lnTo>
                    <a:pt x="1256169" y="5245664"/>
                  </a:lnTo>
                  <a:lnTo>
                    <a:pt x="1256294" y="5245664"/>
                  </a:lnTo>
                  <a:lnTo>
                    <a:pt x="1256420" y="5245664"/>
                  </a:lnTo>
                  <a:lnTo>
                    <a:pt x="1256545" y="5245664"/>
                  </a:lnTo>
                  <a:lnTo>
                    <a:pt x="1256670" y="5245664"/>
                  </a:lnTo>
                  <a:lnTo>
                    <a:pt x="1257170" y="5245664"/>
                  </a:lnTo>
                  <a:lnTo>
                    <a:pt x="1257295" y="5245664"/>
                  </a:lnTo>
                  <a:lnTo>
                    <a:pt x="1257420" y="5245664"/>
                  </a:lnTo>
                  <a:lnTo>
                    <a:pt x="1257545" y="5245664"/>
                  </a:lnTo>
                  <a:lnTo>
                    <a:pt x="1257920" y="5245664"/>
                  </a:lnTo>
                  <a:lnTo>
                    <a:pt x="1258045" y="5245664"/>
                  </a:lnTo>
                  <a:lnTo>
                    <a:pt x="1258170" y="5245664"/>
                  </a:lnTo>
                  <a:lnTo>
                    <a:pt x="1258420" y="5245664"/>
                  </a:lnTo>
                  <a:lnTo>
                    <a:pt x="1258670" y="5245664"/>
                  </a:lnTo>
                  <a:lnTo>
                    <a:pt x="1258795" y="5245664"/>
                  </a:lnTo>
                  <a:lnTo>
                    <a:pt x="1259045" y="5245664"/>
                  </a:lnTo>
                  <a:lnTo>
                    <a:pt x="1259170" y="5245664"/>
                  </a:lnTo>
                  <a:lnTo>
                    <a:pt x="1259295" y="5245664"/>
                  </a:lnTo>
                  <a:lnTo>
                    <a:pt x="1259546" y="5245664"/>
                  </a:lnTo>
                  <a:lnTo>
                    <a:pt x="1259796" y="5245664"/>
                  </a:lnTo>
                  <a:lnTo>
                    <a:pt x="1260046" y="5245664"/>
                  </a:lnTo>
                  <a:lnTo>
                    <a:pt x="1260421" y="5245664"/>
                  </a:lnTo>
                  <a:lnTo>
                    <a:pt x="1260671" y="5245664"/>
                  </a:lnTo>
                  <a:lnTo>
                    <a:pt x="1261046" y="5245664"/>
                  </a:lnTo>
                  <a:lnTo>
                    <a:pt x="1261171" y="5245664"/>
                  </a:lnTo>
                  <a:lnTo>
                    <a:pt x="1261671" y="5245664"/>
                  </a:lnTo>
                  <a:lnTo>
                    <a:pt x="1261921" y="5245664"/>
                  </a:lnTo>
                  <a:lnTo>
                    <a:pt x="1262171" y="5245664"/>
                  </a:lnTo>
                  <a:lnTo>
                    <a:pt x="1262422" y="5245664"/>
                  </a:lnTo>
                  <a:lnTo>
                    <a:pt x="1262547" y="5245664"/>
                  </a:lnTo>
                  <a:lnTo>
                    <a:pt x="1262672" y="5245664"/>
                  </a:lnTo>
                  <a:lnTo>
                    <a:pt x="1262797" y="5245664"/>
                  </a:lnTo>
                  <a:lnTo>
                    <a:pt x="1263172" y="5245664"/>
                  </a:lnTo>
                  <a:lnTo>
                    <a:pt x="1263172" y="5235710"/>
                  </a:lnTo>
                  <a:lnTo>
                    <a:pt x="1263422" y="5235710"/>
                  </a:lnTo>
                  <a:lnTo>
                    <a:pt x="1263547" y="5235710"/>
                  </a:lnTo>
                  <a:lnTo>
                    <a:pt x="1263797" y="5235710"/>
                  </a:lnTo>
                  <a:lnTo>
                    <a:pt x="1263922" y="5235710"/>
                  </a:lnTo>
                  <a:lnTo>
                    <a:pt x="1264047" y="5235710"/>
                  </a:lnTo>
                  <a:lnTo>
                    <a:pt x="1264172" y="5235710"/>
                  </a:lnTo>
                  <a:lnTo>
                    <a:pt x="1264297" y="5235710"/>
                  </a:lnTo>
                  <a:lnTo>
                    <a:pt x="1264422" y="5235710"/>
                  </a:lnTo>
                  <a:lnTo>
                    <a:pt x="1264547" y="5235710"/>
                  </a:lnTo>
                  <a:lnTo>
                    <a:pt x="1264672" y="5235710"/>
                  </a:lnTo>
                  <a:lnTo>
                    <a:pt x="1264797" y="5235710"/>
                  </a:lnTo>
                  <a:lnTo>
                    <a:pt x="1264922" y="5235710"/>
                  </a:lnTo>
                  <a:lnTo>
                    <a:pt x="1265047" y="5235710"/>
                  </a:lnTo>
                  <a:lnTo>
                    <a:pt x="1265297" y="5235710"/>
                  </a:lnTo>
                  <a:lnTo>
                    <a:pt x="1265423" y="5235710"/>
                  </a:lnTo>
                  <a:lnTo>
                    <a:pt x="1265548" y="5235710"/>
                  </a:lnTo>
                  <a:lnTo>
                    <a:pt x="1266048" y="5235710"/>
                  </a:lnTo>
                  <a:lnTo>
                    <a:pt x="1266173" y="5235710"/>
                  </a:lnTo>
                  <a:lnTo>
                    <a:pt x="1266298" y="5235710"/>
                  </a:lnTo>
                  <a:lnTo>
                    <a:pt x="1266423" y="5235710"/>
                  </a:lnTo>
                  <a:lnTo>
                    <a:pt x="1266673" y="5235710"/>
                  </a:lnTo>
                  <a:lnTo>
                    <a:pt x="1266798" y="5235710"/>
                  </a:lnTo>
                  <a:lnTo>
                    <a:pt x="1266923" y="5235710"/>
                  </a:lnTo>
                  <a:lnTo>
                    <a:pt x="1267048" y="5235710"/>
                  </a:lnTo>
                  <a:lnTo>
                    <a:pt x="1267298" y="5235710"/>
                  </a:lnTo>
                  <a:lnTo>
                    <a:pt x="1267548" y="5235710"/>
                  </a:lnTo>
                  <a:lnTo>
                    <a:pt x="1267673" y="5235710"/>
                  </a:lnTo>
                  <a:lnTo>
                    <a:pt x="1267798" y="5235710"/>
                  </a:lnTo>
                  <a:lnTo>
                    <a:pt x="1268048" y="5235710"/>
                  </a:lnTo>
                  <a:lnTo>
                    <a:pt x="1268424" y="5235710"/>
                  </a:lnTo>
                  <a:lnTo>
                    <a:pt x="1268674" y="5235710"/>
                  </a:lnTo>
                  <a:lnTo>
                    <a:pt x="1268799" y="5235710"/>
                  </a:lnTo>
                  <a:lnTo>
                    <a:pt x="1269049" y="5235710"/>
                  </a:lnTo>
                  <a:lnTo>
                    <a:pt x="1269299" y="5235710"/>
                  </a:lnTo>
                  <a:lnTo>
                    <a:pt x="1269424" y="5235710"/>
                  </a:lnTo>
                  <a:lnTo>
                    <a:pt x="1269549" y="5235710"/>
                  </a:lnTo>
                  <a:lnTo>
                    <a:pt x="1269674" y="5235710"/>
                  </a:lnTo>
                  <a:lnTo>
                    <a:pt x="1269799" y="5235710"/>
                  </a:lnTo>
                  <a:lnTo>
                    <a:pt x="1270049" y="5235710"/>
                  </a:lnTo>
                  <a:lnTo>
                    <a:pt x="1270174" y="5235710"/>
                  </a:lnTo>
                  <a:lnTo>
                    <a:pt x="1270299" y="5235710"/>
                  </a:lnTo>
                  <a:lnTo>
                    <a:pt x="1270424" y="5235710"/>
                  </a:lnTo>
                  <a:lnTo>
                    <a:pt x="1270549" y="5235710"/>
                  </a:lnTo>
                  <a:lnTo>
                    <a:pt x="1270674" y="5235710"/>
                  </a:lnTo>
                  <a:lnTo>
                    <a:pt x="1270799" y="5235710"/>
                  </a:lnTo>
                  <a:lnTo>
                    <a:pt x="1270924" y="5235710"/>
                  </a:lnTo>
                  <a:lnTo>
                    <a:pt x="1271049" y="5235710"/>
                  </a:lnTo>
                  <a:lnTo>
                    <a:pt x="1271174" y="5235710"/>
                  </a:lnTo>
                  <a:lnTo>
                    <a:pt x="1271299" y="5235710"/>
                  </a:lnTo>
                  <a:lnTo>
                    <a:pt x="1271550" y="5235710"/>
                  </a:lnTo>
                  <a:lnTo>
                    <a:pt x="1271675" y="5235710"/>
                  </a:lnTo>
                  <a:lnTo>
                    <a:pt x="1271800" y="5235710"/>
                  </a:lnTo>
                  <a:lnTo>
                    <a:pt x="1271925" y="5235710"/>
                  </a:lnTo>
                  <a:lnTo>
                    <a:pt x="1272050" y="5235710"/>
                  </a:lnTo>
                  <a:lnTo>
                    <a:pt x="1272175" y="5235710"/>
                  </a:lnTo>
                  <a:lnTo>
                    <a:pt x="1272300" y="5235710"/>
                  </a:lnTo>
                  <a:lnTo>
                    <a:pt x="1272425" y="5235710"/>
                  </a:lnTo>
                  <a:lnTo>
                    <a:pt x="1272675" y="5235710"/>
                  </a:lnTo>
                  <a:lnTo>
                    <a:pt x="1273175" y="5235710"/>
                  </a:lnTo>
                  <a:lnTo>
                    <a:pt x="1273300" y="5235710"/>
                  </a:lnTo>
                  <a:lnTo>
                    <a:pt x="1273675" y="5235710"/>
                  </a:lnTo>
                  <a:lnTo>
                    <a:pt x="1273800" y="5235710"/>
                  </a:lnTo>
                  <a:lnTo>
                    <a:pt x="1273925" y="5235710"/>
                  </a:lnTo>
                  <a:lnTo>
                    <a:pt x="1274175" y="5235710"/>
                  </a:lnTo>
                  <a:lnTo>
                    <a:pt x="1274300" y="5235710"/>
                  </a:lnTo>
                  <a:lnTo>
                    <a:pt x="1274426" y="5235710"/>
                  </a:lnTo>
                  <a:lnTo>
                    <a:pt x="1274676" y="5235710"/>
                  </a:lnTo>
                  <a:lnTo>
                    <a:pt x="1274801" y="5235710"/>
                  </a:lnTo>
                  <a:lnTo>
                    <a:pt x="1274926" y="5235710"/>
                  </a:lnTo>
                  <a:lnTo>
                    <a:pt x="1275051" y="5235710"/>
                  </a:lnTo>
                  <a:lnTo>
                    <a:pt x="1275176" y="5235710"/>
                  </a:lnTo>
                  <a:lnTo>
                    <a:pt x="1275301" y="5235710"/>
                  </a:lnTo>
                  <a:lnTo>
                    <a:pt x="1275426" y="5235710"/>
                  </a:lnTo>
                  <a:lnTo>
                    <a:pt x="1275551" y="5235710"/>
                  </a:lnTo>
                  <a:lnTo>
                    <a:pt x="1275676" y="5235710"/>
                  </a:lnTo>
                  <a:lnTo>
                    <a:pt x="1275801" y="5235710"/>
                  </a:lnTo>
                  <a:lnTo>
                    <a:pt x="1275926" y="5235710"/>
                  </a:lnTo>
                  <a:lnTo>
                    <a:pt x="1276176" y="5235710"/>
                  </a:lnTo>
                  <a:lnTo>
                    <a:pt x="1276301" y="5235710"/>
                  </a:lnTo>
                  <a:lnTo>
                    <a:pt x="1276426" y="5235710"/>
                  </a:lnTo>
                  <a:lnTo>
                    <a:pt x="1278052" y="5235710"/>
                  </a:lnTo>
                  <a:lnTo>
                    <a:pt x="1278177" y="5235710"/>
                  </a:lnTo>
                  <a:lnTo>
                    <a:pt x="1278302" y="5235710"/>
                  </a:lnTo>
                  <a:lnTo>
                    <a:pt x="1278552" y="5235710"/>
                  </a:lnTo>
                  <a:lnTo>
                    <a:pt x="1278677" y="5235710"/>
                  </a:lnTo>
                  <a:lnTo>
                    <a:pt x="1278802" y="5235710"/>
                  </a:lnTo>
                  <a:lnTo>
                    <a:pt x="1278927" y="5235710"/>
                  </a:lnTo>
                  <a:lnTo>
                    <a:pt x="1279052" y="5235710"/>
                  </a:lnTo>
                  <a:lnTo>
                    <a:pt x="1279177" y="5235710"/>
                  </a:lnTo>
                  <a:lnTo>
                    <a:pt x="1279427" y="5235710"/>
                  </a:lnTo>
                  <a:lnTo>
                    <a:pt x="1279677" y="5235710"/>
                  </a:lnTo>
                  <a:lnTo>
                    <a:pt x="1279802" y="5235710"/>
                  </a:lnTo>
                  <a:lnTo>
                    <a:pt x="1279927" y="5235710"/>
                  </a:lnTo>
                  <a:lnTo>
                    <a:pt x="1280052" y="5235710"/>
                  </a:lnTo>
                  <a:lnTo>
                    <a:pt x="1280302" y="5235710"/>
                  </a:lnTo>
                  <a:lnTo>
                    <a:pt x="1280428" y="5235710"/>
                  </a:lnTo>
                  <a:lnTo>
                    <a:pt x="1280553" y="5235710"/>
                  </a:lnTo>
                  <a:lnTo>
                    <a:pt x="1280803" y="5235710"/>
                  </a:lnTo>
                  <a:lnTo>
                    <a:pt x="1280928" y="5235710"/>
                  </a:lnTo>
                  <a:lnTo>
                    <a:pt x="1281053" y="5235710"/>
                  </a:lnTo>
                  <a:lnTo>
                    <a:pt x="1281178" y="5235710"/>
                  </a:lnTo>
                  <a:lnTo>
                    <a:pt x="1281303" y="5235710"/>
                  </a:lnTo>
                  <a:lnTo>
                    <a:pt x="1281553" y="5235710"/>
                  </a:lnTo>
                  <a:lnTo>
                    <a:pt x="1281678" y="5235710"/>
                  </a:lnTo>
                  <a:lnTo>
                    <a:pt x="1282053" y="5235710"/>
                  </a:lnTo>
                  <a:lnTo>
                    <a:pt x="1282303" y="5225756"/>
                  </a:lnTo>
                  <a:lnTo>
                    <a:pt x="1282428" y="5225756"/>
                  </a:lnTo>
                  <a:lnTo>
                    <a:pt x="1282678" y="5225756"/>
                  </a:lnTo>
                  <a:lnTo>
                    <a:pt x="1282928" y="5225756"/>
                  </a:lnTo>
                  <a:lnTo>
                    <a:pt x="1283053" y="5225756"/>
                  </a:lnTo>
                  <a:lnTo>
                    <a:pt x="1283178" y="5225756"/>
                  </a:lnTo>
                  <a:lnTo>
                    <a:pt x="1283304" y="5225756"/>
                  </a:lnTo>
                  <a:lnTo>
                    <a:pt x="1283429" y="5225756"/>
                  </a:lnTo>
                  <a:lnTo>
                    <a:pt x="1283679" y="5225756"/>
                  </a:lnTo>
                  <a:lnTo>
                    <a:pt x="1283804" y="5225756"/>
                  </a:lnTo>
                  <a:lnTo>
                    <a:pt x="1284179" y="5225756"/>
                  </a:lnTo>
                  <a:lnTo>
                    <a:pt x="1284429" y="5225756"/>
                  </a:lnTo>
                  <a:lnTo>
                    <a:pt x="1284554" y="5225756"/>
                  </a:lnTo>
                  <a:lnTo>
                    <a:pt x="1284679" y="5225756"/>
                  </a:lnTo>
                  <a:lnTo>
                    <a:pt x="1284929" y="5225756"/>
                  </a:lnTo>
                  <a:lnTo>
                    <a:pt x="1285304" y="5225756"/>
                  </a:lnTo>
                  <a:lnTo>
                    <a:pt x="1285429" y="5225756"/>
                  </a:lnTo>
                  <a:lnTo>
                    <a:pt x="1285554" y="5225756"/>
                  </a:lnTo>
                  <a:lnTo>
                    <a:pt x="1285679" y="5225756"/>
                  </a:lnTo>
                  <a:lnTo>
                    <a:pt x="1285929" y="5225756"/>
                  </a:lnTo>
                  <a:lnTo>
                    <a:pt x="1286179" y="5225756"/>
                  </a:lnTo>
                  <a:lnTo>
                    <a:pt x="1286430" y="5225756"/>
                  </a:lnTo>
                  <a:lnTo>
                    <a:pt x="1286555" y="5225756"/>
                  </a:lnTo>
                  <a:lnTo>
                    <a:pt x="1286680" y="5225756"/>
                  </a:lnTo>
                  <a:lnTo>
                    <a:pt x="1287055" y="5225756"/>
                  </a:lnTo>
                  <a:lnTo>
                    <a:pt x="1287305" y="5225756"/>
                  </a:lnTo>
                  <a:lnTo>
                    <a:pt x="1287680" y="5225756"/>
                  </a:lnTo>
                  <a:lnTo>
                    <a:pt x="1287805" y="5225756"/>
                  </a:lnTo>
                  <a:lnTo>
                    <a:pt x="1287930" y="5225756"/>
                  </a:lnTo>
                  <a:lnTo>
                    <a:pt x="1288180" y="5225756"/>
                  </a:lnTo>
                  <a:lnTo>
                    <a:pt x="1288305" y="5225756"/>
                  </a:lnTo>
                  <a:lnTo>
                    <a:pt x="1288555" y="5225756"/>
                  </a:lnTo>
                  <a:lnTo>
                    <a:pt x="1288680" y="5225756"/>
                  </a:lnTo>
                  <a:lnTo>
                    <a:pt x="1289180" y="5225756"/>
                  </a:lnTo>
                  <a:lnTo>
                    <a:pt x="1289306" y="5225756"/>
                  </a:lnTo>
                  <a:lnTo>
                    <a:pt x="1289431" y="5225756"/>
                  </a:lnTo>
                  <a:lnTo>
                    <a:pt x="1289556" y="5225756"/>
                  </a:lnTo>
                  <a:lnTo>
                    <a:pt x="1289681" y="5225756"/>
                  </a:lnTo>
                  <a:lnTo>
                    <a:pt x="1289931" y="5225756"/>
                  </a:lnTo>
                  <a:lnTo>
                    <a:pt x="1290056" y="5225756"/>
                  </a:lnTo>
                  <a:lnTo>
                    <a:pt x="1290181" y="5225756"/>
                  </a:lnTo>
                  <a:lnTo>
                    <a:pt x="1290306" y="5225756"/>
                  </a:lnTo>
                  <a:lnTo>
                    <a:pt x="1290431" y="5225756"/>
                  </a:lnTo>
                  <a:lnTo>
                    <a:pt x="1290681" y="5225756"/>
                  </a:lnTo>
                  <a:lnTo>
                    <a:pt x="1291056" y="5225756"/>
                  </a:lnTo>
                  <a:lnTo>
                    <a:pt x="1291181" y="5225756"/>
                  </a:lnTo>
                  <a:lnTo>
                    <a:pt x="1291556" y="5225756"/>
                  </a:lnTo>
                  <a:lnTo>
                    <a:pt x="1291806" y="5225756"/>
                  </a:lnTo>
                  <a:lnTo>
                    <a:pt x="1292056" y="5225756"/>
                  </a:lnTo>
                  <a:lnTo>
                    <a:pt x="1292181" y="5225756"/>
                  </a:lnTo>
                  <a:lnTo>
                    <a:pt x="1292432" y="5225756"/>
                  </a:lnTo>
                  <a:lnTo>
                    <a:pt x="1292682" y="5225756"/>
                  </a:lnTo>
                  <a:lnTo>
                    <a:pt x="1292807" y="5225756"/>
                  </a:lnTo>
                  <a:lnTo>
                    <a:pt x="1292932" y="5225756"/>
                  </a:lnTo>
                  <a:lnTo>
                    <a:pt x="1293057" y="5225756"/>
                  </a:lnTo>
                  <a:lnTo>
                    <a:pt x="1293307" y="5225756"/>
                  </a:lnTo>
                  <a:lnTo>
                    <a:pt x="1293807" y="5225756"/>
                  </a:lnTo>
                  <a:lnTo>
                    <a:pt x="1294057" y="5225756"/>
                  </a:lnTo>
                  <a:lnTo>
                    <a:pt x="1294182" y="5225756"/>
                  </a:lnTo>
                  <a:lnTo>
                    <a:pt x="1294307" y="5225756"/>
                  </a:lnTo>
                  <a:lnTo>
                    <a:pt x="1294557" y="5225756"/>
                  </a:lnTo>
                  <a:lnTo>
                    <a:pt x="1294807" y="5225756"/>
                  </a:lnTo>
                  <a:lnTo>
                    <a:pt x="1294932" y="5225756"/>
                  </a:lnTo>
                  <a:lnTo>
                    <a:pt x="1295182" y="5225756"/>
                  </a:lnTo>
                  <a:lnTo>
                    <a:pt x="1295308" y="5225756"/>
                  </a:lnTo>
                  <a:lnTo>
                    <a:pt x="1295558" y="5225756"/>
                  </a:lnTo>
                  <a:lnTo>
                    <a:pt x="1295808" y="5225756"/>
                  </a:lnTo>
                  <a:lnTo>
                    <a:pt x="1296183" y="5225756"/>
                  </a:lnTo>
                  <a:lnTo>
                    <a:pt x="1296308" y="5225756"/>
                  </a:lnTo>
                  <a:lnTo>
                    <a:pt x="1296683" y="5225756"/>
                  </a:lnTo>
                  <a:lnTo>
                    <a:pt x="1296808" y="5225756"/>
                  </a:lnTo>
                  <a:lnTo>
                    <a:pt x="1296933" y="5225756"/>
                  </a:lnTo>
                  <a:lnTo>
                    <a:pt x="1297058" y="5225756"/>
                  </a:lnTo>
                  <a:lnTo>
                    <a:pt x="1297433" y="5225756"/>
                  </a:lnTo>
                  <a:lnTo>
                    <a:pt x="1297558" y="5225756"/>
                  </a:lnTo>
                  <a:lnTo>
                    <a:pt x="1297683" y="5225756"/>
                  </a:lnTo>
                  <a:lnTo>
                    <a:pt x="1297933" y="5225756"/>
                  </a:lnTo>
                  <a:lnTo>
                    <a:pt x="1298058" y="5225756"/>
                  </a:lnTo>
                  <a:lnTo>
                    <a:pt x="1298183" y="5225756"/>
                  </a:lnTo>
                  <a:lnTo>
                    <a:pt x="1298309" y="5225756"/>
                  </a:lnTo>
                  <a:lnTo>
                    <a:pt x="1298559" y="5225756"/>
                  </a:lnTo>
                  <a:lnTo>
                    <a:pt x="1298684" y="5225756"/>
                  </a:lnTo>
                  <a:lnTo>
                    <a:pt x="1298934" y="5225756"/>
                  </a:lnTo>
                  <a:lnTo>
                    <a:pt x="1299184" y="5225756"/>
                  </a:lnTo>
                  <a:lnTo>
                    <a:pt x="1299309" y="5225756"/>
                  </a:lnTo>
                  <a:lnTo>
                    <a:pt x="1299434" y="5225756"/>
                  </a:lnTo>
                  <a:lnTo>
                    <a:pt x="1299559" y="5225756"/>
                  </a:lnTo>
                  <a:lnTo>
                    <a:pt x="1299684" y="5225756"/>
                  </a:lnTo>
                  <a:lnTo>
                    <a:pt x="1299809" y="5225756"/>
                  </a:lnTo>
                  <a:lnTo>
                    <a:pt x="1300559" y="5225756"/>
                  </a:lnTo>
                  <a:lnTo>
                    <a:pt x="1300809" y="5225756"/>
                  </a:lnTo>
                  <a:lnTo>
                    <a:pt x="1301059" y="5225756"/>
                  </a:lnTo>
                  <a:lnTo>
                    <a:pt x="1301184" y="5225756"/>
                  </a:lnTo>
                  <a:lnTo>
                    <a:pt x="1301435" y="5225756"/>
                  </a:lnTo>
                  <a:lnTo>
                    <a:pt x="1301560" y="5225756"/>
                  </a:lnTo>
                  <a:lnTo>
                    <a:pt x="1301810" y="5225756"/>
                  </a:lnTo>
                  <a:lnTo>
                    <a:pt x="1302060" y="5225756"/>
                  </a:lnTo>
                  <a:lnTo>
                    <a:pt x="1302185" y="5225756"/>
                  </a:lnTo>
                  <a:lnTo>
                    <a:pt x="1302560" y="5225756"/>
                  </a:lnTo>
                  <a:lnTo>
                    <a:pt x="1302685" y="5225756"/>
                  </a:lnTo>
                  <a:lnTo>
                    <a:pt x="1303060" y="5225756"/>
                  </a:lnTo>
                  <a:lnTo>
                    <a:pt x="1303185" y="5225756"/>
                  </a:lnTo>
                  <a:lnTo>
                    <a:pt x="1303435" y="5225756"/>
                  </a:lnTo>
                  <a:lnTo>
                    <a:pt x="1303685" y="5225756"/>
                  </a:lnTo>
                  <a:lnTo>
                    <a:pt x="1303810" y="5225756"/>
                  </a:lnTo>
                  <a:lnTo>
                    <a:pt x="1303935" y="5225756"/>
                  </a:lnTo>
                  <a:lnTo>
                    <a:pt x="1304060" y="5225756"/>
                  </a:lnTo>
                  <a:lnTo>
                    <a:pt x="1304185" y="5225756"/>
                  </a:lnTo>
                  <a:lnTo>
                    <a:pt x="1304436" y="5225756"/>
                  </a:lnTo>
                  <a:lnTo>
                    <a:pt x="1304561" y="5225756"/>
                  </a:lnTo>
                  <a:lnTo>
                    <a:pt x="1304686" y="5225756"/>
                  </a:lnTo>
                  <a:lnTo>
                    <a:pt x="1304811" y="5225756"/>
                  </a:lnTo>
                  <a:lnTo>
                    <a:pt x="1305311" y="5225756"/>
                  </a:lnTo>
                  <a:lnTo>
                    <a:pt x="1305436" y="5225756"/>
                  </a:lnTo>
                  <a:lnTo>
                    <a:pt x="1305936" y="5225756"/>
                  </a:lnTo>
                  <a:lnTo>
                    <a:pt x="1306311" y="5225756"/>
                  </a:lnTo>
                  <a:lnTo>
                    <a:pt x="1306436" y="5225756"/>
                  </a:lnTo>
                  <a:lnTo>
                    <a:pt x="1306561" y="5215803"/>
                  </a:lnTo>
                  <a:lnTo>
                    <a:pt x="1306686" y="5215803"/>
                  </a:lnTo>
                  <a:lnTo>
                    <a:pt x="1306811" y="5215803"/>
                  </a:lnTo>
                  <a:lnTo>
                    <a:pt x="1306936" y="5215803"/>
                  </a:lnTo>
                  <a:lnTo>
                    <a:pt x="1307186" y="5215803"/>
                  </a:lnTo>
                  <a:lnTo>
                    <a:pt x="1307437" y="5215803"/>
                  </a:lnTo>
                  <a:lnTo>
                    <a:pt x="1307562" y="5215803"/>
                  </a:lnTo>
                  <a:lnTo>
                    <a:pt x="1307687" y="5215803"/>
                  </a:lnTo>
                  <a:lnTo>
                    <a:pt x="1308312" y="5215803"/>
                  </a:lnTo>
                  <a:lnTo>
                    <a:pt x="1308562" y="5215803"/>
                  </a:lnTo>
                  <a:lnTo>
                    <a:pt x="1308687" y="5215803"/>
                  </a:lnTo>
                  <a:lnTo>
                    <a:pt x="1308812" y="5215803"/>
                  </a:lnTo>
                  <a:lnTo>
                    <a:pt x="1308937" y="5215803"/>
                  </a:lnTo>
                  <a:lnTo>
                    <a:pt x="1309062" y="5215803"/>
                  </a:lnTo>
                  <a:lnTo>
                    <a:pt x="1309437" y="5215803"/>
                  </a:lnTo>
                  <a:lnTo>
                    <a:pt x="1309687" y="5215803"/>
                  </a:lnTo>
                  <a:lnTo>
                    <a:pt x="1310187" y="5215803"/>
                  </a:lnTo>
                  <a:lnTo>
                    <a:pt x="1310313" y="5215803"/>
                  </a:lnTo>
                  <a:lnTo>
                    <a:pt x="1310438" y="5215803"/>
                  </a:lnTo>
                  <a:lnTo>
                    <a:pt x="1310563" y="5215803"/>
                  </a:lnTo>
                  <a:lnTo>
                    <a:pt x="1310688" y="5215803"/>
                  </a:lnTo>
                  <a:lnTo>
                    <a:pt x="1310938" y="5215803"/>
                  </a:lnTo>
                  <a:lnTo>
                    <a:pt x="1311188" y="5215803"/>
                  </a:lnTo>
                  <a:lnTo>
                    <a:pt x="1311313" y="5215803"/>
                  </a:lnTo>
                  <a:lnTo>
                    <a:pt x="1311438" y="5215803"/>
                  </a:lnTo>
                  <a:lnTo>
                    <a:pt x="1311813" y="5215803"/>
                  </a:lnTo>
                  <a:lnTo>
                    <a:pt x="1311938" y="5215803"/>
                  </a:lnTo>
                  <a:lnTo>
                    <a:pt x="1312063" y="5215803"/>
                  </a:lnTo>
                  <a:lnTo>
                    <a:pt x="1312313" y="5215803"/>
                  </a:lnTo>
                  <a:lnTo>
                    <a:pt x="1312438" y="5215803"/>
                  </a:lnTo>
                  <a:lnTo>
                    <a:pt x="1312563" y="5215803"/>
                  </a:lnTo>
                  <a:lnTo>
                    <a:pt x="1312688" y="5215803"/>
                  </a:lnTo>
                  <a:lnTo>
                    <a:pt x="1312938" y="5215803"/>
                  </a:lnTo>
                  <a:lnTo>
                    <a:pt x="1313063" y="5215803"/>
                  </a:lnTo>
                  <a:lnTo>
                    <a:pt x="1313439" y="5215803"/>
                  </a:lnTo>
                  <a:lnTo>
                    <a:pt x="1313564" y="5215803"/>
                  </a:lnTo>
                  <a:lnTo>
                    <a:pt x="1313814" y="5215803"/>
                  </a:lnTo>
                  <a:lnTo>
                    <a:pt x="1314064" y="5215803"/>
                  </a:lnTo>
                  <a:lnTo>
                    <a:pt x="1314314" y="5215803"/>
                  </a:lnTo>
                  <a:lnTo>
                    <a:pt x="1314689" y="5215803"/>
                  </a:lnTo>
                  <a:lnTo>
                    <a:pt x="1314814" y="5215803"/>
                  </a:lnTo>
                  <a:lnTo>
                    <a:pt x="1315189" y="5215803"/>
                  </a:lnTo>
                  <a:lnTo>
                    <a:pt x="1315314" y="5215803"/>
                  </a:lnTo>
                  <a:lnTo>
                    <a:pt x="1315439" y="5215803"/>
                  </a:lnTo>
                  <a:lnTo>
                    <a:pt x="1315564" y="5215803"/>
                  </a:lnTo>
                  <a:lnTo>
                    <a:pt x="1315689" y="5215803"/>
                  </a:lnTo>
                  <a:lnTo>
                    <a:pt x="1316315" y="5215803"/>
                  </a:lnTo>
                  <a:lnTo>
                    <a:pt x="1316440" y="5215803"/>
                  </a:lnTo>
                  <a:lnTo>
                    <a:pt x="1316565" y="5205849"/>
                  </a:lnTo>
                  <a:lnTo>
                    <a:pt x="1316690" y="5205849"/>
                  </a:lnTo>
                  <a:lnTo>
                    <a:pt x="1316815" y="5205849"/>
                  </a:lnTo>
                  <a:lnTo>
                    <a:pt x="1316940" y="5205849"/>
                  </a:lnTo>
                  <a:lnTo>
                    <a:pt x="1317190" y="5205849"/>
                  </a:lnTo>
                  <a:lnTo>
                    <a:pt x="1317440" y="5205849"/>
                  </a:lnTo>
                  <a:lnTo>
                    <a:pt x="1317565" y="5205849"/>
                  </a:lnTo>
                  <a:lnTo>
                    <a:pt x="1317690" y="5205849"/>
                  </a:lnTo>
                  <a:lnTo>
                    <a:pt x="1317940" y="5205849"/>
                  </a:lnTo>
                  <a:lnTo>
                    <a:pt x="1318065" y="5205849"/>
                  </a:lnTo>
                  <a:lnTo>
                    <a:pt x="1318190" y="5205849"/>
                  </a:lnTo>
                  <a:lnTo>
                    <a:pt x="1318315" y="5205849"/>
                  </a:lnTo>
                  <a:lnTo>
                    <a:pt x="1318565" y="5205849"/>
                  </a:lnTo>
                  <a:lnTo>
                    <a:pt x="1318940" y="5205849"/>
                  </a:lnTo>
                  <a:lnTo>
                    <a:pt x="1319065" y="5205849"/>
                  </a:lnTo>
                  <a:lnTo>
                    <a:pt x="1319190" y="5205849"/>
                  </a:lnTo>
                  <a:lnTo>
                    <a:pt x="1319316" y="5205849"/>
                  </a:lnTo>
                  <a:lnTo>
                    <a:pt x="1319441" y="5205849"/>
                  </a:lnTo>
                  <a:lnTo>
                    <a:pt x="1319566" y="5205849"/>
                  </a:lnTo>
                  <a:lnTo>
                    <a:pt x="1319816" y="5205849"/>
                  </a:lnTo>
                  <a:lnTo>
                    <a:pt x="1319941" y="5205849"/>
                  </a:lnTo>
                  <a:lnTo>
                    <a:pt x="1320066" y="5205849"/>
                  </a:lnTo>
                  <a:lnTo>
                    <a:pt x="1320191" y="5205849"/>
                  </a:lnTo>
                  <a:lnTo>
                    <a:pt x="1320316" y="5205849"/>
                  </a:lnTo>
                  <a:lnTo>
                    <a:pt x="1320566" y="5205849"/>
                  </a:lnTo>
                  <a:lnTo>
                    <a:pt x="1320691" y="5205849"/>
                  </a:lnTo>
                  <a:lnTo>
                    <a:pt x="1320941" y="5205849"/>
                  </a:lnTo>
                  <a:lnTo>
                    <a:pt x="1321191" y="5205849"/>
                  </a:lnTo>
                  <a:lnTo>
                    <a:pt x="1321316" y="5205849"/>
                  </a:lnTo>
                  <a:lnTo>
                    <a:pt x="1321441" y="5205849"/>
                  </a:lnTo>
                  <a:lnTo>
                    <a:pt x="1321566" y="5205849"/>
                  </a:lnTo>
                  <a:lnTo>
                    <a:pt x="1321691" y="5205849"/>
                  </a:lnTo>
                  <a:lnTo>
                    <a:pt x="1321816" y="5205849"/>
                  </a:lnTo>
                  <a:lnTo>
                    <a:pt x="1322066" y="5205849"/>
                  </a:lnTo>
                  <a:lnTo>
                    <a:pt x="1322192" y="5205849"/>
                  </a:lnTo>
                  <a:lnTo>
                    <a:pt x="1322317" y="5205849"/>
                  </a:lnTo>
                  <a:lnTo>
                    <a:pt x="1322442" y="5205849"/>
                  </a:lnTo>
                  <a:lnTo>
                    <a:pt x="1322567" y="5205849"/>
                  </a:lnTo>
                  <a:lnTo>
                    <a:pt x="1322692" y="5205849"/>
                  </a:lnTo>
                  <a:lnTo>
                    <a:pt x="1322817" y="5205849"/>
                  </a:lnTo>
                  <a:lnTo>
                    <a:pt x="1322942" y="5205849"/>
                  </a:lnTo>
                  <a:lnTo>
                    <a:pt x="1324692" y="5195895"/>
                  </a:lnTo>
                  <a:lnTo>
                    <a:pt x="1324817" y="5195895"/>
                  </a:lnTo>
                  <a:lnTo>
                    <a:pt x="1324942" y="5195895"/>
                  </a:lnTo>
                  <a:lnTo>
                    <a:pt x="1325067" y="5195895"/>
                  </a:lnTo>
                  <a:lnTo>
                    <a:pt x="1325193" y="5195895"/>
                  </a:lnTo>
                  <a:lnTo>
                    <a:pt x="1325443" y="5195895"/>
                  </a:lnTo>
                  <a:lnTo>
                    <a:pt x="1325568" y="5195895"/>
                  </a:lnTo>
                  <a:lnTo>
                    <a:pt x="1325818" y="5195895"/>
                  </a:lnTo>
                  <a:lnTo>
                    <a:pt x="1325943" y="5195895"/>
                  </a:lnTo>
                  <a:lnTo>
                    <a:pt x="1326068" y="5195895"/>
                  </a:lnTo>
                  <a:lnTo>
                    <a:pt x="1326318" y="5195895"/>
                  </a:lnTo>
                  <a:lnTo>
                    <a:pt x="1326443" y="5195895"/>
                  </a:lnTo>
                  <a:lnTo>
                    <a:pt x="1326568" y="5195895"/>
                  </a:lnTo>
                  <a:lnTo>
                    <a:pt x="1326693" y="5195895"/>
                  </a:lnTo>
                  <a:lnTo>
                    <a:pt x="1326943" y="5195895"/>
                  </a:lnTo>
                  <a:lnTo>
                    <a:pt x="1327068" y="5195895"/>
                  </a:lnTo>
                  <a:lnTo>
                    <a:pt x="1327193" y="5195895"/>
                  </a:lnTo>
                  <a:lnTo>
                    <a:pt x="1327318" y="5195895"/>
                  </a:lnTo>
                  <a:lnTo>
                    <a:pt x="1327568" y="5195895"/>
                  </a:lnTo>
                  <a:lnTo>
                    <a:pt x="1327943" y="5195895"/>
                  </a:lnTo>
                  <a:lnTo>
                    <a:pt x="1328068" y="5195895"/>
                  </a:lnTo>
                  <a:lnTo>
                    <a:pt x="1328194" y="5195895"/>
                  </a:lnTo>
                  <a:lnTo>
                    <a:pt x="1328694" y="5195895"/>
                  </a:lnTo>
                  <a:lnTo>
                    <a:pt x="1328819" y="5195895"/>
                  </a:lnTo>
                  <a:lnTo>
                    <a:pt x="1328944" y="5195895"/>
                  </a:lnTo>
                  <a:lnTo>
                    <a:pt x="1329069" y="5195895"/>
                  </a:lnTo>
                  <a:lnTo>
                    <a:pt x="1329194" y="5195895"/>
                  </a:lnTo>
                  <a:lnTo>
                    <a:pt x="1329319" y="5195895"/>
                  </a:lnTo>
                  <a:lnTo>
                    <a:pt x="1329444" y="5195895"/>
                  </a:lnTo>
                  <a:lnTo>
                    <a:pt x="1329694" y="5195895"/>
                  </a:lnTo>
                  <a:lnTo>
                    <a:pt x="1329819" y="5195895"/>
                  </a:lnTo>
                  <a:lnTo>
                    <a:pt x="1330069" y="5195895"/>
                  </a:lnTo>
                  <a:lnTo>
                    <a:pt x="1330194" y="5195895"/>
                  </a:lnTo>
                  <a:lnTo>
                    <a:pt x="1330569" y="5195895"/>
                  </a:lnTo>
                  <a:lnTo>
                    <a:pt x="1330694" y="5195895"/>
                  </a:lnTo>
                  <a:lnTo>
                    <a:pt x="1330819" y="5195895"/>
                  </a:lnTo>
                  <a:lnTo>
                    <a:pt x="1330944" y="5195895"/>
                  </a:lnTo>
                  <a:lnTo>
                    <a:pt x="1331069" y="5195895"/>
                  </a:lnTo>
                  <a:lnTo>
                    <a:pt x="1331320" y="5195895"/>
                  </a:lnTo>
                  <a:lnTo>
                    <a:pt x="1331445" y="5195895"/>
                  </a:lnTo>
                  <a:lnTo>
                    <a:pt x="1331570" y="5195895"/>
                  </a:lnTo>
                  <a:lnTo>
                    <a:pt x="1331695" y="5195895"/>
                  </a:lnTo>
                  <a:lnTo>
                    <a:pt x="1331820" y="5195895"/>
                  </a:lnTo>
                  <a:lnTo>
                    <a:pt x="1332195" y="5195895"/>
                  </a:lnTo>
                  <a:lnTo>
                    <a:pt x="1332320" y="5195895"/>
                  </a:lnTo>
                  <a:lnTo>
                    <a:pt x="1332445" y="5195895"/>
                  </a:lnTo>
                  <a:lnTo>
                    <a:pt x="1332695" y="5195895"/>
                  </a:lnTo>
                  <a:lnTo>
                    <a:pt x="1332820" y="5195895"/>
                  </a:lnTo>
                  <a:lnTo>
                    <a:pt x="1333195" y="5195895"/>
                  </a:lnTo>
                  <a:lnTo>
                    <a:pt x="1333320" y="5195895"/>
                  </a:lnTo>
                  <a:lnTo>
                    <a:pt x="1333695" y="5195895"/>
                  </a:lnTo>
                  <a:lnTo>
                    <a:pt x="1333945" y="5195895"/>
                  </a:lnTo>
                  <a:lnTo>
                    <a:pt x="1334070" y="5195895"/>
                  </a:lnTo>
                  <a:lnTo>
                    <a:pt x="1334196" y="5195895"/>
                  </a:lnTo>
                  <a:lnTo>
                    <a:pt x="1334321" y="5195895"/>
                  </a:lnTo>
                  <a:lnTo>
                    <a:pt x="1334446" y="5195895"/>
                  </a:lnTo>
                  <a:lnTo>
                    <a:pt x="1334696" y="5195895"/>
                  </a:lnTo>
                  <a:lnTo>
                    <a:pt x="1334821" y="5195895"/>
                  </a:lnTo>
                  <a:lnTo>
                    <a:pt x="1334946" y="5195895"/>
                  </a:lnTo>
                  <a:lnTo>
                    <a:pt x="1335071" y="5195895"/>
                  </a:lnTo>
                  <a:lnTo>
                    <a:pt x="1335196" y="5195895"/>
                  </a:lnTo>
                  <a:lnTo>
                    <a:pt x="1335446" y="5195895"/>
                  </a:lnTo>
                  <a:lnTo>
                    <a:pt x="1335696" y="5195895"/>
                  </a:lnTo>
                  <a:lnTo>
                    <a:pt x="1335821" y="5195895"/>
                  </a:lnTo>
                  <a:lnTo>
                    <a:pt x="1335946" y="5195895"/>
                  </a:lnTo>
                  <a:lnTo>
                    <a:pt x="1336071" y="5195895"/>
                  </a:lnTo>
                  <a:lnTo>
                    <a:pt x="1336446" y="5195895"/>
                  </a:lnTo>
                  <a:lnTo>
                    <a:pt x="1336571" y="5195895"/>
                  </a:lnTo>
                  <a:lnTo>
                    <a:pt x="1336696" y="5195895"/>
                  </a:lnTo>
                  <a:lnTo>
                    <a:pt x="1336946" y="5195895"/>
                  </a:lnTo>
                  <a:lnTo>
                    <a:pt x="1337197" y="5195895"/>
                  </a:lnTo>
                  <a:lnTo>
                    <a:pt x="1337322" y="5195895"/>
                  </a:lnTo>
                  <a:lnTo>
                    <a:pt x="1337447" y="5195895"/>
                  </a:lnTo>
                  <a:lnTo>
                    <a:pt x="1337572" y="5195895"/>
                  </a:lnTo>
                  <a:lnTo>
                    <a:pt x="1337697" y="5195895"/>
                  </a:lnTo>
                  <a:lnTo>
                    <a:pt x="1337822" y="5195895"/>
                  </a:lnTo>
                  <a:lnTo>
                    <a:pt x="1337947" y="5195895"/>
                  </a:lnTo>
                  <a:lnTo>
                    <a:pt x="1338572" y="5195895"/>
                  </a:lnTo>
                  <a:lnTo>
                    <a:pt x="1338697" y="5195895"/>
                  </a:lnTo>
                  <a:lnTo>
                    <a:pt x="1338822" y="5195895"/>
                  </a:lnTo>
                  <a:lnTo>
                    <a:pt x="1339072" y="5195895"/>
                  </a:lnTo>
                  <a:lnTo>
                    <a:pt x="1339197" y="5195895"/>
                  </a:lnTo>
                  <a:lnTo>
                    <a:pt x="1339322" y="5195895"/>
                  </a:lnTo>
                  <a:lnTo>
                    <a:pt x="1339447" y="5195895"/>
                  </a:lnTo>
                  <a:lnTo>
                    <a:pt x="1339697" y="5195895"/>
                  </a:lnTo>
                  <a:lnTo>
                    <a:pt x="1340323" y="5195895"/>
                  </a:lnTo>
                  <a:lnTo>
                    <a:pt x="1340448" y="5195895"/>
                  </a:lnTo>
                  <a:lnTo>
                    <a:pt x="1340573" y="5195895"/>
                  </a:lnTo>
                  <a:lnTo>
                    <a:pt x="1340823" y="5195895"/>
                  </a:lnTo>
                  <a:lnTo>
                    <a:pt x="1341073" y="5195895"/>
                  </a:lnTo>
                  <a:lnTo>
                    <a:pt x="1341198" y="5195895"/>
                  </a:lnTo>
                  <a:lnTo>
                    <a:pt x="1341448" y="5195895"/>
                  </a:lnTo>
                  <a:lnTo>
                    <a:pt x="1341698" y="5195895"/>
                  </a:lnTo>
                  <a:lnTo>
                    <a:pt x="1341948" y="5195895"/>
                  </a:lnTo>
                  <a:lnTo>
                    <a:pt x="1342323" y="5195895"/>
                  </a:lnTo>
                  <a:lnTo>
                    <a:pt x="1342448" y="5195895"/>
                  </a:lnTo>
                  <a:lnTo>
                    <a:pt x="1342573" y="5195895"/>
                  </a:lnTo>
                  <a:lnTo>
                    <a:pt x="1342823" y="5195895"/>
                  </a:lnTo>
                  <a:lnTo>
                    <a:pt x="1343324" y="5195895"/>
                  </a:lnTo>
                  <a:lnTo>
                    <a:pt x="1343699" y="5195895"/>
                  </a:lnTo>
                  <a:lnTo>
                    <a:pt x="1343824" y="5195895"/>
                  </a:lnTo>
                  <a:lnTo>
                    <a:pt x="1344199" y="5195895"/>
                  </a:lnTo>
                  <a:lnTo>
                    <a:pt x="1344324" y="5195895"/>
                  </a:lnTo>
                  <a:lnTo>
                    <a:pt x="1344574" y="5195895"/>
                  </a:lnTo>
                  <a:lnTo>
                    <a:pt x="1344699" y="5195895"/>
                  </a:lnTo>
                  <a:lnTo>
                    <a:pt x="1344824" y="5195895"/>
                  </a:lnTo>
                  <a:lnTo>
                    <a:pt x="1345074" y="5195895"/>
                  </a:lnTo>
                  <a:lnTo>
                    <a:pt x="1345199" y="5195895"/>
                  </a:lnTo>
                  <a:lnTo>
                    <a:pt x="1345449" y="5195895"/>
                  </a:lnTo>
                  <a:lnTo>
                    <a:pt x="1345574" y="5195895"/>
                  </a:lnTo>
                  <a:lnTo>
                    <a:pt x="1345824" y="5195895"/>
                  </a:lnTo>
                  <a:lnTo>
                    <a:pt x="1346074" y="5195895"/>
                  </a:lnTo>
                  <a:lnTo>
                    <a:pt x="1346200" y="5195895"/>
                  </a:lnTo>
                  <a:lnTo>
                    <a:pt x="1346325" y="5195895"/>
                  </a:lnTo>
                  <a:lnTo>
                    <a:pt x="1346450" y="5195895"/>
                  </a:lnTo>
                  <a:lnTo>
                    <a:pt x="1346575" y="5195895"/>
                  </a:lnTo>
                  <a:lnTo>
                    <a:pt x="1346700" y="5195895"/>
                  </a:lnTo>
                  <a:lnTo>
                    <a:pt x="1347075" y="5195895"/>
                  </a:lnTo>
                  <a:lnTo>
                    <a:pt x="1347200" y="5195895"/>
                  </a:lnTo>
                  <a:lnTo>
                    <a:pt x="1347450" y="5195895"/>
                  </a:lnTo>
                  <a:lnTo>
                    <a:pt x="1348325" y="5195895"/>
                  </a:lnTo>
                  <a:lnTo>
                    <a:pt x="1348450" y="5195895"/>
                  </a:lnTo>
                  <a:lnTo>
                    <a:pt x="1348575" y="5195895"/>
                  </a:lnTo>
                  <a:lnTo>
                    <a:pt x="1348700" y="5195895"/>
                  </a:lnTo>
                  <a:lnTo>
                    <a:pt x="1349075" y="5195895"/>
                  </a:lnTo>
                  <a:lnTo>
                    <a:pt x="1349326" y="5195895"/>
                  </a:lnTo>
                  <a:lnTo>
                    <a:pt x="1349451" y="5195895"/>
                  </a:lnTo>
                  <a:lnTo>
                    <a:pt x="1349701" y="5195895"/>
                  </a:lnTo>
                  <a:lnTo>
                    <a:pt x="1349951" y="5195895"/>
                  </a:lnTo>
                  <a:lnTo>
                    <a:pt x="1350076" y="5195895"/>
                  </a:lnTo>
                  <a:lnTo>
                    <a:pt x="1350201" y="5195895"/>
                  </a:lnTo>
                  <a:lnTo>
                    <a:pt x="1350326" y="5195895"/>
                  </a:lnTo>
                  <a:lnTo>
                    <a:pt x="1350451" y="5195895"/>
                  </a:lnTo>
                  <a:lnTo>
                    <a:pt x="1350701" y="5195895"/>
                  </a:lnTo>
                  <a:lnTo>
                    <a:pt x="1350826" y="5195895"/>
                  </a:lnTo>
                  <a:lnTo>
                    <a:pt x="1350951" y="5195895"/>
                  </a:lnTo>
                  <a:lnTo>
                    <a:pt x="1351076" y="5195895"/>
                  </a:lnTo>
                  <a:lnTo>
                    <a:pt x="1351201" y="5195895"/>
                  </a:lnTo>
                  <a:lnTo>
                    <a:pt x="1351451" y="5195895"/>
                  </a:lnTo>
                  <a:lnTo>
                    <a:pt x="1351576" y="5195895"/>
                  </a:lnTo>
                  <a:lnTo>
                    <a:pt x="1351701" y="5195895"/>
                  </a:lnTo>
                  <a:lnTo>
                    <a:pt x="1352202" y="5195895"/>
                  </a:lnTo>
                  <a:lnTo>
                    <a:pt x="1352327" y="5195895"/>
                  </a:lnTo>
                  <a:lnTo>
                    <a:pt x="1352452" y="5195895"/>
                  </a:lnTo>
                  <a:lnTo>
                    <a:pt x="1352577" y="5195895"/>
                  </a:lnTo>
                  <a:lnTo>
                    <a:pt x="1352702" y="5195895"/>
                  </a:lnTo>
                  <a:lnTo>
                    <a:pt x="1353077" y="5195895"/>
                  </a:lnTo>
                  <a:lnTo>
                    <a:pt x="1353202" y="5195895"/>
                  </a:lnTo>
                  <a:lnTo>
                    <a:pt x="1353327" y="5195895"/>
                  </a:lnTo>
                  <a:lnTo>
                    <a:pt x="1353452" y="5195895"/>
                  </a:lnTo>
                  <a:lnTo>
                    <a:pt x="1353577" y="5195895"/>
                  </a:lnTo>
                  <a:lnTo>
                    <a:pt x="1353702" y="5195895"/>
                  </a:lnTo>
                  <a:lnTo>
                    <a:pt x="1353827" y="5195895"/>
                  </a:lnTo>
                  <a:lnTo>
                    <a:pt x="1354077" y="5195895"/>
                  </a:lnTo>
                  <a:lnTo>
                    <a:pt x="1354202" y="5195895"/>
                  </a:lnTo>
                  <a:lnTo>
                    <a:pt x="1354327" y="5195895"/>
                  </a:lnTo>
                  <a:lnTo>
                    <a:pt x="1354577" y="5195895"/>
                  </a:lnTo>
                  <a:lnTo>
                    <a:pt x="1354702" y="5195895"/>
                  </a:lnTo>
                  <a:lnTo>
                    <a:pt x="1354827" y="5195895"/>
                  </a:lnTo>
                  <a:lnTo>
                    <a:pt x="1355203" y="5195895"/>
                  </a:lnTo>
                  <a:lnTo>
                    <a:pt x="1355453" y="5195895"/>
                  </a:lnTo>
                  <a:lnTo>
                    <a:pt x="1355578" y="5195895"/>
                  </a:lnTo>
                  <a:lnTo>
                    <a:pt x="1355828" y="5195895"/>
                  </a:lnTo>
                  <a:lnTo>
                    <a:pt x="1355953" y="5195895"/>
                  </a:lnTo>
                  <a:lnTo>
                    <a:pt x="1356203" y="5195895"/>
                  </a:lnTo>
                  <a:lnTo>
                    <a:pt x="1356328" y="5195895"/>
                  </a:lnTo>
                  <a:lnTo>
                    <a:pt x="1356578" y="5195895"/>
                  </a:lnTo>
                  <a:lnTo>
                    <a:pt x="1356828" y="5195895"/>
                  </a:lnTo>
                  <a:lnTo>
                    <a:pt x="1356953" y="5195895"/>
                  </a:lnTo>
                  <a:lnTo>
                    <a:pt x="1357203" y="5195895"/>
                  </a:lnTo>
                  <a:lnTo>
                    <a:pt x="1357578" y="5195895"/>
                  </a:lnTo>
                  <a:lnTo>
                    <a:pt x="1357953" y="5195895"/>
                  </a:lnTo>
                  <a:lnTo>
                    <a:pt x="1358079" y="5195895"/>
                  </a:lnTo>
                  <a:lnTo>
                    <a:pt x="1358454" y="5195895"/>
                  </a:lnTo>
                  <a:lnTo>
                    <a:pt x="1358704" y="5195895"/>
                  </a:lnTo>
                  <a:lnTo>
                    <a:pt x="1358954" y="5195895"/>
                  </a:lnTo>
                  <a:lnTo>
                    <a:pt x="1359329" y="5195895"/>
                  </a:lnTo>
                  <a:lnTo>
                    <a:pt x="1359454" y="5195895"/>
                  </a:lnTo>
                  <a:lnTo>
                    <a:pt x="1359704" y="5195895"/>
                  </a:lnTo>
                  <a:lnTo>
                    <a:pt x="1360204" y="5195895"/>
                  </a:lnTo>
                  <a:lnTo>
                    <a:pt x="1360454" y="5195895"/>
                  </a:lnTo>
                  <a:lnTo>
                    <a:pt x="1360579" y="5195895"/>
                  </a:lnTo>
                  <a:lnTo>
                    <a:pt x="1360954" y="5195895"/>
                  </a:lnTo>
                  <a:lnTo>
                    <a:pt x="1361205" y="5195895"/>
                  </a:lnTo>
                  <a:lnTo>
                    <a:pt x="1361330" y="5195895"/>
                  </a:lnTo>
                  <a:lnTo>
                    <a:pt x="1361455" y="5185941"/>
                  </a:lnTo>
                  <a:lnTo>
                    <a:pt x="1361580" y="5185941"/>
                  </a:lnTo>
                  <a:lnTo>
                    <a:pt x="1361705" y="5185941"/>
                  </a:lnTo>
                  <a:lnTo>
                    <a:pt x="1361830" y="5185941"/>
                  </a:lnTo>
                  <a:lnTo>
                    <a:pt x="1361955" y="5185941"/>
                  </a:lnTo>
                  <a:lnTo>
                    <a:pt x="1362080" y="5185941"/>
                  </a:lnTo>
                  <a:lnTo>
                    <a:pt x="1362330" y="5185941"/>
                  </a:lnTo>
                  <a:lnTo>
                    <a:pt x="1362580" y="5185941"/>
                  </a:lnTo>
                  <a:lnTo>
                    <a:pt x="1362705" y="5185941"/>
                  </a:lnTo>
                  <a:lnTo>
                    <a:pt x="1363205" y="5185941"/>
                  </a:lnTo>
                  <a:lnTo>
                    <a:pt x="1363330" y="5185941"/>
                  </a:lnTo>
                  <a:lnTo>
                    <a:pt x="1363455" y="5185941"/>
                  </a:lnTo>
                  <a:lnTo>
                    <a:pt x="1363580" y="5185941"/>
                  </a:lnTo>
                  <a:lnTo>
                    <a:pt x="1363705" y="5185941"/>
                  </a:lnTo>
                  <a:lnTo>
                    <a:pt x="1363830" y="5185941"/>
                  </a:lnTo>
                  <a:lnTo>
                    <a:pt x="1363955" y="5185941"/>
                  </a:lnTo>
                  <a:lnTo>
                    <a:pt x="1364081" y="5185941"/>
                  </a:lnTo>
                  <a:lnTo>
                    <a:pt x="1364206" y="5185941"/>
                  </a:lnTo>
                  <a:lnTo>
                    <a:pt x="1364331" y="5185941"/>
                  </a:lnTo>
                  <a:lnTo>
                    <a:pt x="1364456" y="5185941"/>
                  </a:lnTo>
                  <a:lnTo>
                    <a:pt x="1364581" y="5185941"/>
                  </a:lnTo>
                  <a:lnTo>
                    <a:pt x="1364706" y="5185941"/>
                  </a:lnTo>
                  <a:lnTo>
                    <a:pt x="1364831" y="5185941"/>
                  </a:lnTo>
                  <a:lnTo>
                    <a:pt x="1365081" y="5185941"/>
                  </a:lnTo>
                  <a:lnTo>
                    <a:pt x="1365581" y="5185941"/>
                  </a:lnTo>
                  <a:lnTo>
                    <a:pt x="1365706" y="5185941"/>
                  </a:lnTo>
                  <a:lnTo>
                    <a:pt x="1365831" y="5185941"/>
                  </a:lnTo>
                  <a:lnTo>
                    <a:pt x="1365956" y="5185941"/>
                  </a:lnTo>
                  <a:lnTo>
                    <a:pt x="1366081" y="5185941"/>
                  </a:lnTo>
                  <a:lnTo>
                    <a:pt x="1366206" y="5185941"/>
                  </a:lnTo>
                  <a:lnTo>
                    <a:pt x="1366331" y="5185941"/>
                  </a:lnTo>
                  <a:lnTo>
                    <a:pt x="1366831" y="5185941"/>
                  </a:lnTo>
                  <a:lnTo>
                    <a:pt x="1367207" y="5185941"/>
                  </a:lnTo>
                  <a:lnTo>
                    <a:pt x="1367332" y="5185941"/>
                  </a:lnTo>
                  <a:lnTo>
                    <a:pt x="1367457" y="5185941"/>
                  </a:lnTo>
                  <a:lnTo>
                    <a:pt x="1367582" y="5185941"/>
                  </a:lnTo>
                  <a:lnTo>
                    <a:pt x="1367707" y="5185941"/>
                  </a:lnTo>
                  <a:lnTo>
                    <a:pt x="1367957" y="5185941"/>
                  </a:lnTo>
                  <a:lnTo>
                    <a:pt x="1368707" y="5175987"/>
                  </a:lnTo>
                  <a:lnTo>
                    <a:pt x="1368832" y="5175987"/>
                  </a:lnTo>
                  <a:lnTo>
                    <a:pt x="1368957" y="5175987"/>
                  </a:lnTo>
                  <a:lnTo>
                    <a:pt x="1369082" y="5175987"/>
                  </a:lnTo>
                  <a:lnTo>
                    <a:pt x="1369207" y="5175987"/>
                  </a:lnTo>
                  <a:lnTo>
                    <a:pt x="1369582" y="5175987"/>
                  </a:lnTo>
                  <a:lnTo>
                    <a:pt x="1369707" y="5175987"/>
                  </a:lnTo>
                  <a:lnTo>
                    <a:pt x="1370083" y="5175987"/>
                  </a:lnTo>
                  <a:lnTo>
                    <a:pt x="1370333" y="5175987"/>
                  </a:lnTo>
                  <a:lnTo>
                    <a:pt x="1370458" y="5175987"/>
                  </a:lnTo>
                  <a:lnTo>
                    <a:pt x="1370708" y="5175987"/>
                  </a:lnTo>
                  <a:lnTo>
                    <a:pt x="1370833" y="5175987"/>
                  </a:lnTo>
                  <a:lnTo>
                    <a:pt x="1370958" y="5175987"/>
                  </a:lnTo>
                  <a:lnTo>
                    <a:pt x="1371083" y="5175987"/>
                  </a:lnTo>
                  <a:lnTo>
                    <a:pt x="1371208" y="5175987"/>
                  </a:lnTo>
                  <a:lnTo>
                    <a:pt x="1371333" y="5175987"/>
                  </a:lnTo>
                  <a:lnTo>
                    <a:pt x="1371583" y="5175987"/>
                  </a:lnTo>
                  <a:lnTo>
                    <a:pt x="1371958" y="5175987"/>
                  </a:lnTo>
                  <a:lnTo>
                    <a:pt x="1372083" y="5175987"/>
                  </a:lnTo>
                  <a:lnTo>
                    <a:pt x="1372333" y="5175987"/>
                  </a:lnTo>
                  <a:lnTo>
                    <a:pt x="1372583" y="5175987"/>
                  </a:lnTo>
                  <a:lnTo>
                    <a:pt x="1372708" y="5175987"/>
                  </a:lnTo>
                  <a:lnTo>
                    <a:pt x="1372958" y="5175987"/>
                  </a:lnTo>
                  <a:lnTo>
                    <a:pt x="1373084" y="5166033"/>
                  </a:lnTo>
                  <a:lnTo>
                    <a:pt x="1373209" y="5166033"/>
                  </a:lnTo>
                  <a:lnTo>
                    <a:pt x="1373709" y="5166033"/>
                  </a:lnTo>
                  <a:lnTo>
                    <a:pt x="1373834" y="5166033"/>
                  </a:lnTo>
                  <a:lnTo>
                    <a:pt x="1374084" y="5166033"/>
                  </a:lnTo>
                  <a:lnTo>
                    <a:pt x="1374209" y="5166033"/>
                  </a:lnTo>
                  <a:lnTo>
                    <a:pt x="1374584" y="5166033"/>
                  </a:lnTo>
                  <a:lnTo>
                    <a:pt x="1374834" y="5166033"/>
                  </a:lnTo>
                  <a:lnTo>
                    <a:pt x="1375084" y="5156080"/>
                  </a:lnTo>
                  <a:lnTo>
                    <a:pt x="1375209" y="5156080"/>
                  </a:lnTo>
                  <a:lnTo>
                    <a:pt x="1375584" y="5156080"/>
                  </a:lnTo>
                  <a:lnTo>
                    <a:pt x="1375834" y="5156080"/>
                  </a:lnTo>
                  <a:lnTo>
                    <a:pt x="1375959" y="5156080"/>
                  </a:lnTo>
                  <a:lnTo>
                    <a:pt x="1376210" y="5156080"/>
                  </a:lnTo>
                  <a:lnTo>
                    <a:pt x="1376460" y="5156080"/>
                  </a:lnTo>
                  <a:lnTo>
                    <a:pt x="1376585" y="5156080"/>
                  </a:lnTo>
                  <a:lnTo>
                    <a:pt x="1376960" y="5156080"/>
                  </a:lnTo>
                  <a:lnTo>
                    <a:pt x="1377085" y="5156080"/>
                  </a:lnTo>
                  <a:lnTo>
                    <a:pt x="1377210" y="5156080"/>
                  </a:lnTo>
                  <a:lnTo>
                    <a:pt x="1377335" y="5156080"/>
                  </a:lnTo>
                  <a:lnTo>
                    <a:pt x="1377460" y="5156080"/>
                  </a:lnTo>
                  <a:lnTo>
                    <a:pt x="1377585" y="5156080"/>
                  </a:lnTo>
                  <a:lnTo>
                    <a:pt x="1378210" y="5156080"/>
                  </a:lnTo>
                  <a:lnTo>
                    <a:pt x="1378335" y="5156080"/>
                  </a:lnTo>
                  <a:lnTo>
                    <a:pt x="1378585" y="5156080"/>
                  </a:lnTo>
                  <a:lnTo>
                    <a:pt x="1378710" y="5156080"/>
                  </a:lnTo>
                  <a:lnTo>
                    <a:pt x="1378960" y="5156080"/>
                  </a:lnTo>
                  <a:lnTo>
                    <a:pt x="1379211" y="5156080"/>
                  </a:lnTo>
                  <a:lnTo>
                    <a:pt x="1379461" y="5156080"/>
                  </a:lnTo>
                  <a:lnTo>
                    <a:pt x="1379586" y="5156080"/>
                  </a:lnTo>
                  <a:lnTo>
                    <a:pt x="1379961" y="5156080"/>
                  </a:lnTo>
                  <a:lnTo>
                    <a:pt x="1380086" y="5156080"/>
                  </a:lnTo>
                  <a:lnTo>
                    <a:pt x="1380211" y="5156080"/>
                  </a:lnTo>
                  <a:lnTo>
                    <a:pt x="1380336" y="5156080"/>
                  </a:lnTo>
                  <a:lnTo>
                    <a:pt x="1380461" y="5156080"/>
                  </a:lnTo>
                  <a:lnTo>
                    <a:pt x="1380586" y="5156080"/>
                  </a:lnTo>
                  <a:lnTo>
                    <a:pt x="1380711" y="5156080"/>
                  </a:lnTo>
                  <a:lnTo>
                    <a:pt x="1380836" y="5156080"/>
                  </a:lnTo>
                  <a:lnTo>
                    <a:pt x="1381086" y="5156080"/>
                  </a:lnTo>
                  <a:lnTo>
                    <a:pt x="1381211" y="5156080"/>
                  </a:lnTo>
                  <a:lnTo>
                    <a:pt x="1381461" y="5156080"/>
                  </a:lnTo>
                  <a:lnTo>
                    <a:pt x="1381711" y="5156080"/>
                  </a:lnTo>
                  <a:lnTo>
                    <a:pt x="1381836" y="5156080"/>
                  </a:lnTo>
                  <a:lnTo>
                    <a:pt x="1381961" y="5156080"/>
                  </a:lnTo>
                  <a:lnTo>
                    <a:pt x="1382087" y="5156080"/>
                  </a:lnTo>
                  <a:lnTo>
                    <a:pt x="1382337" y="5156080"/>
                  </a:lnTo>
                  <a:lnTo>
                    <a:pt x="1382462" y="5156080"/>
                  </a:lnTo>
                  <a:lnTo>
                    <a:pt x="1382962" y="5156080"/>
                  </a:lnTo>
                  <a:lnTo>
                    <a:pt x="1383087" y="5156080"/>
                  </a:lnTo>
                  <a:lnTo>
                    <a:pt x="1383587" y="5156080"/>
                  </a:lnTo>
                  <a:lnTo>
                    <a:pt x="1383712" y="5156080"/>
                  </a:lnTo>
                  <a:lnTo>
                    <a:pt x="1383712" y="5146126"/>
                  </a:lnTo>
                  <a:lnTo>
                    <a:pt x="1383962" y="5146126"/>
                  </a:lnTo>
                  <a:lnTo>
                    <a:pt x="1384087" y="5146126"/>
                  </a:lnTo>
                  <a:lnTo>
                    <a:pt x="1384212" y="5146126"/>
                  </a:lnTo>
                  <a:lnTo>
                    <a:pt x="1384337" y="5146126"/>
                  </a:lnTo>
                  <a:lnTo>
                    <a:pt x="1384462" y="5146126"/>
                  </a:lnTo>
                  <a:lnTo>
                    <a:pt x="1384712" y="5146126"/>
                  </a:lnTo>
                  <a:lnTo>
                    <a:pt x="1384837" y="5146126"/>
                  </a:lnTo>
                  <a:lnTo>
                    <a:pt x="1384962" y="5146126"/>
                  </a:lnTo>
                  <a:lnTo>
                    <a:pt x="1385088" y="5146126"/>
                  </a:lnTo>
                  <a:lnTo>
                    <a:pt x="1385338" y="5146126"/>
                  </a:lnTo>
                  <a:lnTo>
                    <a:pt x="1385463" y="5146126"/>
                  </a:lnTo>
                  <a:lnTo>
                    <a:pt x="1385588" y="5146126"/>
                  </a:lnTo>
                  <a:lnTo>
                    <a:pt x="1385713" y="5146126"/>
                  </a:lnTo>
                  <a:lnTo>
                    <a:pt x="1385838" y="5146126"/>
                  </a:lnTo>
                  <a:lnTo>
                    <a:pt x="1385963" y="5146126"/>
                  </a:lnTo>
                  <a:lnTo>
                    <a:pt x="1386088" y="5146126"/>
                  </a:lnTo>
                  <a:lnTo>
                    <a:pt x="1386338" y="5146126"/>
                  </a:lnTo>
                  <a:lnTo>
                    <a:pt x="1386463" y="5146126"/>
                  </a:lnTo>
                  <a:lnTo>
                    <a:pt x="1386963" y="5146126"/>
                  </a:lnTo>
                  <a:lnTo>
                    <a:pt x="1387088" y="5146126"/>
                  </a:lnTo>
                  <a:lnTo>
                    <a:pt x="1387213" y="5146126"/>
                  </a:lnTo>
                  <a:lnTo>
                    <a:pt x="1387338" y="5136172"/>
                  </a:lnTo>
                  <a:lnTo>
                    <a:pt x="1387463" y="5136172"/>
                  </a:lnTo>
                  <a:lnTo>
                    <a:pt x="1387713" y="5136172"/>
                  </a:lnTo>
                  <a:lnTo>
                    <a:pt x="1387713" y="5126218"/>
                  </a:lnTo>
                  <a:lnTo>
                    <a:pt x="1387963" y="5126218"/>
                  </a:lnTo>
                  <a:lnTo>
                    <a:pt x="1388089" y="5126218"/>
                  </a:lnTo>
                  <a:lnTo>
                    <a:pt x="1388214" y="5126218"/>
                  </a:lnTo>
                  <a:lnTo>
                    <a:pt x="1388464" y="5126218"/>
                  </a:lnTo>
                  <a:lnTo>
                    <a:pt x="1388589" y="5126218"/>
                  </a:lnTo>
                  <a:lnTo>
                    <a:pt x="1388714" y="5126218"/>
                  </a:lnTo>
                  <a:lnTo>
                    <a:pt x="1389089" y="5126218"/>
                  </a:lnTo>
                  <a:lnTo>
                    <a:pt x="1389214" y="5126218"/>
                  </a:lnTo>
                  <a:lnTo>
                    <a:pt x="1389339" y="5126218"/>
                  </a:lnTo>
                  <a:lnTo>
                    <a:pt x="1389464" y="5126218"/>
                  </a:lnTo>
                  <a:lnTo>
                    <a:pt x="1389714" y="5126218"/>
                  </a:lnTo>
                  <a:lnTo>
                    <a:pt x="1389839" y="5126218"/>
                  </a:lnTo>
                  <a:lnTo>
                    <a:pt x="1390089" y="5126218"/>
                  </a:lnTo>
                  <a:lnTo>
                    <a:pt x="1390214" y="5126218"/>
                  </a:lnTo>
                  <a:lnTo>
                    <a:pt x="1390339" y="5126218"/>
                  </a:lnTo>
                  <a:lnTo>
                    <a:pt x="1390464" y="5126218"/>
                  </a:lnTo>
                  <a:lnTo>
                    <a:pt x="1390589" y="5126218"/>
                  </a:lnTo>
                  <a:lnTo>
                    <a:pt x="1390964" y="5126218"/>
                  </a:lnTo>
                  <a:lnTo>
                    <a:pt x="1391090" y="5126218"/>
                  </a:lnTo>
                  <a:lnTo>
                    <a:pt x="1391465" y="5126218"/>
                  </a:lnTo>
                  <a:lnTo>
                    <a:pt x="1391590" y="5126218"/>
                  </a:lnTo>
                  <a:lnTo>
                    <a:pt x="1392090" y="5126218"/>
                  </a:lnTo>
                  <a:lnTo>
                    <a:pt x="1392340" y="5126218"/>
                  </a:lnTo>
                  <a:lnTo>
                    <a:pt x="1392465" y="5126218"/>
                  </a:lnTo>
                  <a:lnTo>
                    <a:pt x="1392590" y="5126218"/>
                  </a:lnTo>
                  <a:lnTo>
                    <a:pt x="1393215" y="5126218"/>
                  </a:lnTo>
                  <a:lnTo>
                    <a:pt x="1393465" y="5126218"/>
                  </a:lnTo>
                  <a:lnTo>
                    <a:pt x="1393590" y="5126218"/>
                  </a:lnTo>
                  <a:lnTo>
                    <a:pt x="1393840" y="5126218"/>
                  </a:lnTo>
                  <a:lnTo>
                    <a:pt x="1394341" y="5126218"/>
                  </a:lnTo>
                  <a:lnTo>
                    <a:pt x="1394591" y="5126218"/>
                  </a:lnTo>
                  <a:lnTo>
                    <a:pt x="1394841" y="5126218"/>
                  </a:lnTo>
                  <a:lnTo>
                    <a:pt x="1394966" y="5126218"/>
                  </a:lnTo>
                  <a:lnTo>
                    <a:pt x="1395341" y="5126218"/>
                  </a:lnTo>
                  <a:lnTo>
                    <a:pt x="1395591" y="5126218"/>
                  </a:lnTo>
                  <a:lnTo>
                    <a:pt x="1395716" y="5126218"/>
                  </a:lnTo>
                  <a:lnTo>
                    <a:pt x="1395966" y="5126218"/>
                  </a:lnTo>
                  <a:lnTo>
                    <a:pt x="1396216" y="5126218"/>
                  </a:lnTo>
                  <a:lnTo>
                    <a:pt x="1396466" y="5126218"/>
                  </a:lnTo>
                  <a:lnTo>
                    <a:pt x="1396591" y="5126218"/>
                  </a:lnTo>
                  <a:lnTo>
                    <a:pt x="1396841" y="5126218"/>
                  </a:lnTo>
                  <a:lnTo>
                    <a:pt x="1396841" y="5116264"/>
                  </a:lnTo>
                  <a:lnTo>
                    <a:pt x="1397092" y="5116264"/>
                  </a:lnTo>
                  <a:lnTo>
                    <a:pt x="1397217" y="5116264"/>
                  </a:lnTo>
                  <a:lnTo>
                    <a:pt x="1397342" y="5116264"/>
                  </a:lnTo>
                  <a:lnTo>
                    <a:pt x="1397467" y="5116264"/>
                  </a:lnTo>
                  <a:lnTo>
                    <a:pt x="1397592" y="5116264"/>
                  </a:lnTo>
                  <a:lnTo>
                    <a:pt x="1397842" y="5116264"/>
                  </a:lnTo>
                  <a:lnTo>
                    <a:pt x="1398092" y="5116264"/>
                  </a:lnTo>
                  <a:lnTo>
                    <a:pt x="1398467" y="5116264"/>
                  </a:lnTo>
                  <a:lnTo>
                    <a:pt x="1398967" y="5116264"/>
                  </a:lnTo>
                  <a:lnTo>
                    <a:pt x="1399342" y="5116264"/>
                  </a:lnTo>
                  <a:lnTo>
                    <a:pt x="1399467" y="5116264"/>
                  </a:lnTo>
                  <a:lnTo>
                    <a:pt x="1399717" y="5116264"/>
                  </a:lnTo>
                  <a:lnTo>
                    <a:pt x="1399842" y="5116264"/>
                  </a:lnTo>
                  <a:lnTo>
                    <a:pt x="1399968" y="5116264"/>
                  </a:lnTo>
                  <a:lnTo>
                    <a:pt x="1400218" y="5116264"/>
                  </a:lnTo>
                  <a:lnTo>
                    <a:pt x="1400343" y="5116264"/>
                  </a:lnTo>
                  <a:lnTo>
                    <a:pt x="1400468" y="5116264"/>
                  </a:lnTo>
                  <a:lnTo>
                    <a:pt x="1400593" y="5116264"/>
                  </a:lnTo>
                  <a:lnTo>
                    <a:pt x="1400843" y="5116264"/>
                  </a:lnTo>
                  <a:lnTo>
                    <a:pt x="1401343" y="5116264"/>
                  </a:lnTo>
                  <a:lnTo>
                    <a:pt x="1401593" y="5116264"/>
                  </a:lnTo>
                  <a:lnTo>
                    <a:pt x="1401718" y="5116264"/>
                  </a:lnTo>
                  <a:lnTo>
                    <a:pt x="1401968" y="5116264"/>
                  </a:lnTo>
                  <a:lnTo>
                    <a:pt x="1402093" y="5116264"/>
                  </a:lnTo>
                  <a:lnTo>
                    <a:pt x="1402218" y="5116264"/>
                  </a:lnTo>
                  <a:lnTo>
                    <a:pt x="1402468" y="5116264"/>
                  </a:lnTo>
                  <a:lnTo>
                    <a:pt x="1402593" y="5116264"/>
                  </a:lnTo>
                  <a:lnTo>
                    <a:pt x="1402969" y="5116264"/>
                  </a:lnTo>
                  <a:lnTo>
                    <a:pt x="1403094" y="5116264"/>
                  </a:lnTo>
                  <a:lnTo>
                    <a:pt x="1403219" y="5116264"/>
                  </a:lnTo>
                  <a:lnTo>
                    <a:pt x="1403344" y="5116264"/>
                  </a:lnTo>
                  <a:lnTo>
                    <a:pt x="1403969" y="5116264"/>
                  </a:lnTo>
                  <a:lnTo>
                    <a:pt x="1404094" y="5116264"/>
                  </a:lnTo>
                  <a:lnTo>
                    <a:pt x="1404469" y="5116264"/>
                  </a:lnTo>
                  <a:lnTo>
                    <a:pt x="1404844" y="5116264"/>
                  </a:lnTo>
                  <a:lnTo>
                    <a:pt x="1404969" y="5116264"/>
                  </a:lnTo>
                  <a:lnTo>
                    <a:pt x="1405094" y="5116264"/>
                  </a:lnTo>
                  <a:lnTo>
                    <a:pt x="1405094" y="5106311"/>
                  </a:lnTo>
                  <a:lnTo>
                    <a:pt x="1405219" y="5106311"/>
                  </a:lnTo>
                  <a:lnTo>
                    <a:pt x="1405344" y="5106311"/>
                  </a:lnTo>
                  <a:lnTo>
                    <a:pt x="1405970" y="5106311"/>
                  </a:lnTo>
                  <a:lnTo>
                    <a:pt x="1406470" y="5106311"/>
                  </a:lnTo>
                  <a:lnTo>
                    <a:pt x="1406595" y="5106311"/>
                  </a:lnTo>
                  <a:lnTo>
                    <a:pt x="1406720" y="5106311"/>
                  </a:lnTo>
                  <a:lnTo>
                    <a:pt x="1406845" y="5106311"/>
                  </a:lnTo>
                  <a:lnTo>
                    <a:pt x="1406970" y="5106311"/>
                  </a:lnTo>
                  <a:lnTo>
                    <a:pt x="1407345" y="5106311"/>
                  </a:lnTo>
                  <a:lnTo>
                    <a:pt x="1407470" y="5106311"/>
                  </a:lnTo>
                  <a:lnTo>
                    <a:pt x="1407720" y="5106311"/>
                  </a:lnTo>
                  <a:lnTo>
                    <a:pt x="1407845" y="5106311"/>
                  </a:lnTo>
                  <a:lnTo>
                    <a:pt x="1407970" y="5106311"/>
                  </a:lnTo>
                  <a:lnTo>
                    <a:pt x="1408095" y="5106311"/>
                  </a:lnTo>
                  <a:lnTo>
                    <a:pt x="1408220" y="5106311"/>
                  </a:lnTo>
                  <a:lnTo>
                    <a:pt x="1408595" y="5106311"/>
                  </a:lnTo>
                  <a:lnTo>
                    <a:pt x="1408720" y="5106311"/>
                  </a:lnTo>
                  <a:lnTo>
                    <a:pt x="1408845" y="5106311"/>
                  </a:lnTo>
                  <a:lnTo>
                    <a:pt x="1409221" y="5106311"/>
                  </a:lnTo>
                  <a:lnTo>
                    <a:pt x="1409346" y="5106311"/>
                  </a:lnTo>
                  <a:lnTo>
                    <a:pt x="1409471" y="5106311"/>
                  </a:lnTo>
                  <a:lnTo>
                    <a:pt x="1409596" y="5106311"/>
                  </a:lnTo>
                  <a:lnTo>
                    <a:pt x="1409971" y="5106311"/>
                  </a:lnTo>
                  <a:lnTo>
                    <a:pt x="1410221" y="5106311"/>
                  </a:lnTo>
                  <a:lnTo>
                    <a:pt x="1410346" y="5106311"/>
                  </a:lnTo>
                  <a:lnTo>
                    <a:pt x="1410471" y="5106311"/>
                  </a:lnTo>
                  <a:lnTo>
                    <a:pt x="1410721" y="5106311"/>
                  </a:lnTo>
                  <a:lnTo>
                    <a:pt x="1410846" y="5106311"/>
                  </a:lnTo>
                  <a:lnTo>
                    <a:pt x="1410971" y="5106311"/>
                  </a:lnTo>
                  <a:lnTo>
                    <a:pt x="1411096" y="5106311"/>
                  </a:lnTo>
                  <a:lnTo>
                    <a:pt x="1411346" y="5106311"/>
                  </a:lnTo>
                  <a:lnTo>
                    <a:pt x="1411471" y="5106311"/>
                  </a:lnTo>
                  <a:lnTo>
                    <a:pt x="1411596" y="5106311"/>
                  </a:lnTo>
                  <a:lnTo>
                    <a:pt x="1411721" y="5106311"/>
                  </a:lnTo>
                  <a:lnTo>
                    <a:pt x="1411846" y="5106311"/>
                  </a:lnTo>
                  <a:lnTo>
                    <a:pt x="1412097" y="5106311"/>
                  </a:lnTo>
                  <a:lnTo>
                    <a:pt x="1412222" y="5106311"/>
                  </a:lnTo>
                  <a:lnTo>
                    <a:pt x="1412597" y="5106311"/>
                  </a:lnTo>
                  <a:lnTo>
                    <a:pt x="1412847" y="5106311"/>
                  </a:lnTo>
                  <a:lnTo>
                    <a:pt x="1412972" y="5106311"/>
                  </a:lnTo>
                  <a:lnTo>
                    <a:pt x="1413222" y="5106311"/>
                  </a:lnTo>
                  <a:lnTo>
                    <a:pt x="1413347" y="5106311"/>
                  </a:lnTo>
                  <a:lnTo>
                    <a:pt x="1413472" y="5106311"/>
                  </a:lnTo>
                  <a:lnTo>
                    <a:pt x="1413847" y="5106311"/>
                  </a:lnTo>
                  <a:lnTo>
                    <a:pt x="1413972" y="5106311"/>
                  </a:lnTo>
                  <a:lnTo>
                    <a:pt x="1414097" y="5106311"/>
                  </a:lnTo>
                  <a:lnTo>
                    <a:pt x="1414347" y="5106311"/>
                  </a:lnTo>
                  <a:lnTo>
                    <a:pt x="1414597" y="5106311"/>
                  </a:lnTo>
                  <a:lnTo>
                    <a:pt x="1414722" y="5106311"/>
                  </a:lnTo>
                  <a:lnTo>
                    <a:pt x="1414847" y="5106311"/>
                  </a:lnTo>
                  <a:lnTo>
                    <a:pt x="1415098" y="5106311"/>
                  </a:lnTo>
                  <a:lnTo>
                    <a:pt x="1415223" y="5106311"/>
                  </a:lnTo>
                  <a:lnTo>
                    <a:pt x="1415348" y="5106311"/>
                  </a:lnTo>
                  <a:lnTo>
                    <a:pt x="1415473" y="5106311"/>
                  </a:lnTo>
                  <a:lnTo>
                    <a:pt x="1416098" y="5106311"/>
                  </a:lnTo>
                  <a:lnTo>
                    <a:pt x="1416348" y="5106311"/>
                  </a:lnTo>
                  <a:lnTo>
                    <a:pt x="1416473" y="5106311"/>
                  </a:lnTo>
                  <a:lnTo>
                    <a:pt x="1416598" y="5106311"/>
                  </a:lnTo>
                  <a:lnTo>
                    <a:pt x="1416723" y="5106311"/>
                  </a:lnTo>
                  <a:lnTo>
                    <a:pt x="1416848" y="5106311"/>
                  </a:lnTo>
                  <a:lnTo>
                    <a:pt x="1416973" y="5106311"/>
                  </a:lnTo>
                  <a:lnTo>
                    <a:pt x="1417098" y="5106311"/>
                  </a:lnTo>
                  <a:lnTo>
                    <a:pt x="1417223" y="5106311"/>
                  </a:lnTo>
                  <a:lnTo>
                    <a:pt x="1417348" y="5106311"/>
                  </a:lnTo>
                  <a:lnTo>
                    <a:pt x="1417473" y="5106311"/>
                  </a:lnTo>
                  <a:lnTo>
                    <a:pt x="1417723" y="5106311"/>
                  </a:lnTo>
                  <a:lnTo>
                    <a:pt x="1417848" y="5106311"/>
                  </a:lnTo>
                  <a:lnTo>
                    <a:pt x="1417974" y="5106311"/>
                  </a:lnTo>
                  <a:lnTo>
                    <a:pt x="1418099" y="5106311"/>
                  </a:lnTo>
                  <a:lnTo>
                    <a:pt x="1418349" y="5106311"/>
                  </a:lnTo>
                  <a:lnTo>
                    <a:pt x="1418474" y="5106311"/>
                  </a:lnTo>
                  <a:lnTo>
                    <a:pt x="1418724" y="5106311"/>
                  </a:lnTo>
                  <a:lnTo>
                    <a:pt x="1418974" y="5106311"/>
                  </a:lnTo>
                  <a:lnTo>
                    <a:pt x="1419224" y="5106311"/>
                  </a:lnTo>
                  <a:lnTo>
                    <a:pt x="1419474" y="5106311"/>
                  </a:lnTo>
                  <a:lnTo>
                    <a:pt x="1419724" y="5106311"/>
                  </a:lnTo>
                  <a:lnTo>
                    <a:pt x="1420224" y="5106311"/>
                  </a:lnTo>
                  <a:lnTo>
                    <a:pt x="1420349" y="5106311"/>
                  </a:lnTo>
                  <a:lnTo>
                    <a:pt x="1420474" y="5106311"/>
                  </a:lnTo>
                  <a:lnTo>
                    <a:pt x="1420599" y="5106311"/>
                  </a:lnTo>
                  <a:lnTo>
                    <a:pt x="1420975" y="5106311"/>
                  </a:lnTo>
                  <a:lnTo>
                    <a:pt x="1421100" y="5106311"/>
                  </a:lnTo>
                  <a:lnTo>
                    <a:pt x="1421225" y="5106311"/>
                  </a:lnTo>
                  <a:lnTo>
                    <a:pt x="1421350" y="5106311"/>
                  </a:lnTo>
                  <a:lnTo>
                    <a:pt x="1421475" y="5106311"/>
                  </a:lnTo>
                  <a:lnTo>
                    <a:pt x="1421600" y="5096357"/>
                  </a:lnTo>
                  <a:lnTo>
                    <a:pt x="1421725" y="5096357"/>
                  </a:lnTo>
                  <a:lnTo>
                    <a:pt x="1423725" y="5096357"/>
                  </a:lnTo>
                  <a:lnTo>
                    <a:pt x="1424226" y="5096357"/>
                  </a:lnTo>
                  <a:lnTo>
                    <a:pt x="1424351" y="5096357"/>
                  </a:lnTo>
                  <a:lnTo>
                    <a:pt x="1424601" y="5096357"/>
                  </a:lnTo>
                  <a:lnTo>
                    <a:pt x="1424726" y="5096357"/>
                  </a:lnTo>
                  <a:lnTo>
                    <a:pt x="1424851" y="5096357"/>
                  </a:lnTo>
                  <a:lnTo>
                    <a:pt x="1424976" y="5096357"/>
                  </a:lnTo>
                  <a:lnTo>
                    <a:pt x="1425226" y="5096357"/>
                  </a:lnTo>
                  <a:lnTo>
                    <a:pt x="1425351" y="5096357"/>
                  </a:lnTo>
                  <a:lnTo>
                    <a:pt x="1425601" y="5096357"/>
                  </a:lnTo>
                  <a:lnTo>
                    <a:pt x="1425726" y="5096357"/>
                  </a:lnTo>
                  <a:lnTo>
                    <a:pt x="1425851" y="5096357"/>
                  </a:lnTo>
                  <a:lnTo>
                    <a:pt x="1425976" y="5096357"/>
                  </a:lnTo>
                  <a:lnTo>
                    <a:pt x="1426226" y="5096357"/>
                  </a:lnTo>
                  <a:lnTo>
                    <a:pt x="1426351" y="5096357"/>
                  </a:lnTo>
                  <a:lnTo>
                    <a:pt x="1426601" y="5096357"/>
                  </a:lnTo>
                  <a:lnTo>
                    <a:pt x="1426726" y="5096357"/>
                  </a:lnTo>
                  <a:lnTo>
                    <a:pt x="1426851" y="5096357"/>
                  </a:lnTo>
                  <a:lnTo>
                    <a:pt x="1426977" y="5096357"/>
                  </a:lnTo>
                  <a:lnTo>
                    <a:pt x="1427227" y="5096357"/>
                  </a:lnTo>
                  <a:lnTo>
                    <a:pt x="1427477" y="5096357"/>
                  </a:lnTo>
                  <a:lnTo>
                    <a:pt x="1427602" y="5096357"/>
                  </a:lnTo>
                  <a:lnTo>
                    <a:pt x="1427852" y="5096357"/>
                  </a:lnTo>
                  <a:lnTo>
                    <a:pt x="1427977" y="5096357"/>
                  </a:lnTo>
                  <a:lnTo>
                    <a:pt x="1428102" y="5096357"/>
                  </a:lnTo>
                  <a:lnTo>
                    <a:pt x="1428227" y="5096357"/>
                  </a:lnTo>
                  <a:lnTo>
                    <a:pt x="1428477" y="5096357"/>
                  </a:lnTo>
                  <a:lnTo>
                    <a:pt x="1428602" y="5096357"/>
                  </a:lnTo>
                  <a:lnTo>
                    <a:pt x="1428852" y="5096357"/>
                  </a:lnTo>
                  <a:lnTo>
                    <a:pt x="1429102" y="5096357"/>
                  </a:lnTo>
                  <a:lnTo>
                    <a:pt x="1429352" y="5096357"/>
                  </a:lnTo>
                  <a:lnTo>
                    <a:pt x="1429477" y="5096357"/>
                  </a:lnTo>
                  <a:lnTo>
                    <a:pt x="1429602" y="5096357"/>
                  </a:lnTo>
                  <a:lnTo>
                    <a:pt x="1429978" y="5096357"/>
                  </a:lnTo>
                  <a:lnTo>
                    <a:pt x="1430353" y="5096357"/>
                  </a:lnTo>
                  <a:lnTo>
                    <a:pt x="1430478" y="5096357"/>
                  </a:lnTo>
                  <a:lnTo>
                    <a:pt x="1430603" y="5096357"/>
                  </a:lnTo>
                  <a:lnTo>
                    <a:pt x="1430728" y="5096357"/>
                  </a:lnTo>
                  <a:lnTo>
                    <a:pt x="1431353" y="5096357"/>
                  </a:lnTo>
                  <a:lnTo>
                    <a:pt x="1431478" y="5096357"/>
                  </a:lnTo>
                  <a:lnTo>
                    <a:pt x="1431603" y="5096357"/>
                  </a:lnTo>
                  <a:lnTo>
                    <a:pt x="1431978" y="5096357"/>
                  </a:lnTo>
                  <a:lnTo>
                    <a:pt x="1432103" y="5096357"/>
                  </a:lnTo>
                  <a:lnTo>
                    <a:pt x="1432353" y="5096357"/>
                  </a:lnTo>
                  <a:lnTo>
                    <a:pt x="1432603" y="5096357"/>
                  </a:lnTo>
                  <a:lnTo>
                    <a:pt x="1432728" y="5096357"/>
                  </a:lnTo>
                  <a:lnTo>
                    <a:pt x="1432979" y="5096357"/>
                  </a:lnTo>
                  <a:lnTo>
                    <a:pt x="1433229" y="5096357"/>
                  </a:lnTo>
                  <a:lnTo>
                    <a:pt x="1433479" y="5096357"/>
                  </a:lnTo>
                  <a:lnTo>
                    <a:pt x="1433604" y="5096357"/>
                  </a:lnTo>
                  <a:lnTo>
                    <a:pt x="1433729" y="5096357"/>
                  </a:lnTo>
                  <a:lnTo>
                    <a:pt x="1433854" y="5096357"/>
                  </a:lnTo>
                  <a:lnTo>
                    <a:pt x="1434104" y="5096357"/>
                  </a:lnTo>
                  <a:lnTo>
                    <a:pt x="1434229" y="5096357"/>
                  </a:lnTo>
                  <a:lnTo>
                    <a:pt x="1434354" y="5096357"/>
                  </a:lnTo>
                  <a:lnTo>
                    <a:pt x="1434479" y="5096357"/>
                  </a:lnTo>
                  <a:lnTo>
                    <a:pt x="1434604" y="5096357"/>
                  </a:lnTo>
                  <a:lnTo>
                    <a:pt x="1434729" y="5096357"/>
                  </a:lnTo>
                  <a:lnTo>
                    <a:pt x="1434979" y="5096357"/>
                  </a:lnTo>
                  <a:lnTo>
                    <a:pt x="1435104" y="5096357"/>
                  </a:lnTo>
                  <a:lnTo>
                    <a:pt x="1435479" y="5096357"/>
                  </a:lnTo>
                  <a:lnTo>
                    <a:pt x="1435604" y="5096357"/>
                  </a:lnTo>
                  <a:lnTo>
                    <a:pt x="1435729" y="5096357"/>
                  </a:lnTo>
                  <a:lnTo>
                    <a:pt x="1435855" y="5096357"/>
                  </a:lnTo>
                  <a:lnTo>
                    <a:pt x="1435980" y="5096357"/>
                  </a:lnTo>
                  <a:lnTo>
                    <a:pt x="1436105" y="5096357"/>
                  </a:lnTo>
                  <a:lnTo>
                    <a:pt x="1436230" y="5096357"/>
                  </a:lnTo>
                  <a:lnTo>
                    <a:pt x="1436355" y="5096357"/>
                  </a:lnTo>
                  <a:lnTo>
                    <a:pt x="1436605" y="5096357"/>
                  </a:lnTo>
                  <a:lnTo>
                    <a:pt x="1436730" y="5096357"/>
                  </a:lnTo>
                  <a:lnTo>
                    <a:pt x="1437355" y="5096357"/>
                  </a:lnTo>
                  <a:lnTo>
                    <a:pt x="1437480" y="5096357"/>
                  </a:lnTo>
                  <a:lnTo>
                    <a:pt x="1437605" y="5096357"/>
                  </a:lnTo>
                  <a:lnTo>
                    <a:pt x="1438230" y="5096357"/>
                  </a:lnTo>
                  <a:lnTo>
                    <a:pt x="1438355" y="5096357"/>
                  </a:lnTo>
                  <a:lnTo>
                    <a:pt x="1438480" y="5096357"/>
                  </a:lnTo>
                  <a:lnTo>
                    <a:pt x="1438856" y="5096357"/>
                  </a:lnTo>
                  <a:lnTo>
                    <a:pt x="1438981" y="5096357"/>
                  </a:lnTo>
                  <a:lnTo>
                    <a:pt x="1439106" y="5096357"/>
                  </a:lnTo>
                  <a:lnTo>
                    <a:pt x="1439231" y="5096357"/>
                  </a:lnTo>
                  <a:lnTo>
                    <a:pt x="1439356" y="5096357"/>
                  </a:lnTo>
                  <a:lnTo>
                    <a:pt x="1439481" y="5096357"/>
                  </a:lnTo>
                  <a:lnTo>
                    <a:pt x="1439731" y="5096357"/>
                  </a:lnTo>
                  <a:lnTo>
                    <a:pt x="1440356" y="5096357"/>
                  </a:lnTo>
                  <a:lnTo>
                    <a:pt x="1440481" y="5096357"/>
                  </a:lnTo>
                  <a:lnTo>
                    <a:pt x="1440731" y="5096357"/>
                  </a:lnTo>
                  <a:lnTo>
                    <a:pt x="1441106" y="5096357"/>
                  </a:lnTo>
                  <a:lnTo>
                    <a:pt x="1441231" y="5096357"/>
                  </a:lnTo>
                  <a:lnTo>
                    <a:pt x="1441356" y="5096357"/>
                  </a:lnTo>
                  <a:lnTo>
                    <a:pt x="1441731" y="5096357"/>
                  </a:lnTo>
                  <a:lnTo>
                    <a:pt x="1441857" y="5096357"/>
                  </a:lnTo>
                  <a:lnTo>
                    <a:pt x="1441982" y="5096357"/>
                  </a:lnTo>
                  <a:lnTo>
                    <a:pt x="1442232" y="5096357"/>
                  </a:lnTo>
                  <a:lnTo>
                    <a:pt x="1442482" y="5096357"/>
                  </a:lnTo>
                  <a:lnTo>
                    <a:pt x="1443232" y="5096357"/>
                  </a:lnTo>
                  <a:lnTo>
                    <a:pt x="1443482" y="5096357"/>
                  </a:lnTo>
                  <a:lnTo>
                    <a:pt x="1443607" y="5096357"/>
                  </a:lnTo>
                  <a:lnTo>
                    <a:pt x="1443857" y="5096357"/>
                  </a:lnTo>
                  <a:lnTo>
                    <a:pt x="1443982" y="5096357"/>
                  </a:lnTo>
                  <a:lnTo>
                    <a:pt x="1444107" y="5096357"/>
                  </a:lnTo>
                  <a:lnTo>
                    <a:pt x="1444357" y="5096357"/>
                  </a:lnTo>
                  <a:lnTo>
                    <a:pt x="1444482" y="5096357"/>
                  </a:lnTo>
                  <a:lnTo>
                    <a:pt x="1444607" y="5096357"/>
                  </a:lnTo>
                  <a:lnTo>
                    <a:pt x="1444732" y="5096357"/>
                  </a:lnTo>
                  <a:lnTo>
                    <a:pt x="1444858" y="5096357"/>
                  </a:lnTo>
                  <a:lnTo>
                    <a:pt x="1444983" y="5096357"/>
                  </a:lnTo>
                  <a:lnTo>
                    <a:pt x="1445108" y="5096357"/>
                  </a:lnTo>
                  <a:lnTo>
                    <a:pt x="1445358" y="5096357"/>
                  </a:lnTo>
                  <a:lnTo>
                    <a:pt x="1445483" y="5096357"/>
                  </a:lnTo>
                  <a:lnTo>
                    <a:pt x="1445733" y="5096357"/>
                  </a:lnTo>
                  <a:lnTo>
                    <a:pt x="1445858" y="5096357"/>
                  </a:lnTo>
                  <a:lnTo>
                    <a:pt x="1446358" y="5096357"/>
                  </a:lnTo>
                  <a:lnTo>
                    <a:pt x="1446483" y="5096357"/>
                  </a:lnTo>
                  <a:lnTo>
                    <a:pt x="1446608" y="5096357"/>
                  </a:lnTo>
                  <a:lnTo>
                    <a:pt x="1446733" y="5096357"/>
                  </a:lnTo>
                  <a:lnTo>
                    <a:pt x="1446983" y="5096357"/>
                  </a:lnTo>
                  <a:lnTo>
                    <a:pt x="1447233" y="5096357"/>
                  </a:lnTo>
                  <a:lnTo>
                    <a:pt x="1447608" y="5086403"/>
                  </a:lnTo>
                  <a:lnTo>
                    <a:pt x="1447733" y="5086403"/>
                  </a:lnTo>
                  <a:lnTo>
                    <a:pt x="1448359" y="5086403"/>
                  </a:lnTo>
                  <a:lnTo>
                    <a:pt x="1448484" y="5086403"/>
                  </a:lnTo>
                  <a:lnTo>
                    <a:pt x="1448609" y="5086403"/>
                  </a:lnTo>
                  <a:lnTo>
                    <a:pt x="1448734" y="5086403"/>
                  </a:lnTo>
                  <a:lnTo>
                    <a:pt x="1448859" y="5086403"/>
                  </a:lnTo>
                  <a:lnTo>
                    <a:pt x="1449234" y="5086403"/>
                  </a:lnTo>
                  <a:lnTo>
                    <a:pt x="1449359" y="5086403"/>
                  </a:lnTo>
                  <a:lnTo>
                    <a:pt x="1449609" y="5086403"/>
                  </a:lnTo>
                  <a:lnTo>
                    <a:pt x="1450109" y="5086403"/>
                  </a:lnTo>
                  <a:lnTo>
                    <a:pt x="1450359" y="5086403"/>
                  </a:lnTo>
                  <a:lnTo>
                    <a:pt x="1450484" y="5086403"/>
                  </a:lnTo>
                  <a:lnTo>
                    <a:pt x="1450609" y="5086403"/>
                  </a:lnTo>
                  <a:lnTo>
                    <a:pt x="1450734" y="5086403"/>
                  </a:lnTo>
                  <a:lnTo>
                    <a:pt x="1450860" y="5086403"/>
                  </a:lnTo>
                  <a:lnTo>
                    <a:pt x="1450985" y="5086403"/>
                  </a:lnTo>
                  <a:lnTo>
                    <a:pt x="1451110" y="5086403"/>
                  </a:lnTo>
                  <a:lnTo>
                    <a:pt x="1451360" y="5076449"/>
                  </a:lnTo>
                  <a:lnTo>
                    <a:pt x="1451485" y="5076449"/>
                  </a:lnTo>
                  <a:lnTo>
                    <a:pt x="1451610" y="5076449"/>
                  </a:lnTo>
                  <a:lnTo>
                    <a:pt x="1451735" y="5076449"/>
                  </a:lnTo>
                  <a:lnTo>
                    <a:pt x="1452110" y="5076449"/>
                  </a:lnTo>
                  <a:lnTo>
                    <a:pt x="1452235" y="5076449"/>
                  </a:lnTo>
                  <a:lnTo>
                    <a:pt x="1452360" y="5066495"/>
                  </a:lnTo>
                  <a:lnTo>
                    <a:pt x="1452610" y="5066495"/>
                  </a:lnTo>
                  <a:lnTo>
                    <a:pt x="1452985" y="5066495"/>
                  </a:lnTo>
                  <a:lnTo>
                    <a:pt x="1453110" y="5066495"/>
                  </a:lnTo>
                  <a:lnTo>
                    <a:pt x="1453235" y="5066495"/>
                  </a:lnTo>
                  <a:lnTo>
                    <a:pt x="1453360" y="5066495"/>
                  </a:lnTo>
                  <a:lnTo>
                    <a:pt x="1453986" y="5066495"/>
                  </a:lnTo>
                  <a:lnTo>
                    <a:pt x="1454111" y="5066495"/>
                  </a:lnTo>
                  <a:lnTo>
                    <a:pt x="1454236" y="5066495"/>
                  </a:lnTo>
                  <a:lnTo>
                    <a:pt x="1454361" y="5066495"/>
                  </a:lnTo>
                  <a:lnTo>
                    <a:pt x="1454611" y="5066495"/>
                  </a:lnTo>
                  <a:lnTo>
                    <a:pt x="1454736" y="5066495"/>
                  </a:lnTo>
                  <a:lnTo>
                    <a:pt x="1454986" y="5066495"/>
                  </a:lnTo>
                  <a:lnTo>
                    <a:pt x="1455236" y="5066495"/>
                  </a:lnTo>
                  <a:lnTo>
                    <a:pt x="1455361" y="5066495"/>
                  </a:lnTo>
                  <a:lnTo>
                    <a:pt x="1455486" y="5066495"/>
                  </a:lnTo>
                  <a:lnTo>
                    <a:pt x="1455611" y="5066495"/>
                  </a:lnTo>
                  <a:lnTo>
                    <a:pt x="1455736" y="5066495"/>
                  </a:lnTo>
                  <a:lnTo>
                    <a:pt x="1456236" y="5066495"/>
                  </a:lnTo>
                  <a:lnTo>
                    <a:pt x="1456486" y="5066495"/>
                  </a:lnTo>
                  <a:lnTo>
                    <a:pt x="1456611" y="5066495"/>
                  </a:lnTo>
                  <a:lnTo>
                    <a:pt x="1456862" y="5066495"/>
                  </a:lnTo>
                  <a:lnTo>
                    <a:pt x="1457237" y="5066495"/>
                  </a:lnTo>
                  <a:lnTo>
                    <a:pt x="1457362" y="5066495"/>
                  </a:lnTo>
                  <a:lnTo>
                    <a:pt x="1457487" y="5066495"/>
                  </a:lnTo>
                  <a:lnTo>
                    <a:pt x="1457737" y="5066495"/>
                  </a:lnTo>
                  <a:lnTo>
                    <a:pt x="1457862" y="5066495"/>
                  </a:lnTo>
                  <a:lnTo>
                    <a:pt x="1458112" y="5066495"/>
                  </a:lnTo>
                  <a:lnTo>
                    <a:pt x="1458237" y="5066495"/>
                  </a:lnTo>
                  <a:lnTo>
                    <a:pt x="1458362" y="5066495"/>
                  </a:lnTo>
                  <a:lnTo>
                    <a:pt x="1458487" y="5066495"/>
                  </a:lnTo>
                  <a:lnTo>
                    <a:pt x="1458862" y="5066495"/>
                  </a:lnTo>
                  <a:lnTo>
                    <a:pt x="1458987" y="5066495"/>
                  </a:lnTo>
                  <a:lnTo>
                    <a:pt x="1459112" y="5066495"/>
                  </a:lnTo>
                  <a:lnTo>
                    <a:pt x="1459237" y="5066495"/>
                  </a:lnTo>
                  <a:lnTo>
                    <a:pt x="1459612" y="5066495"/>
                  </a:lnTo>
                  <a:lnTo>
                    <a:pt x="1459737" y="5066495"/>
                  </a:lnTo>
                  <a:lnTo>
                    <a:pt x="1459863" y="5056541"/>
                  </a:lnTo>
                  <a:lnTo>
                    <a:pt x="1459988" y="5056541"/>
                  </a:lnTo>
                  <a:lnTo>
                    <a:pt x="1460488" y="5056541"/>
                  </a:lnTo>
                  <a:lnTo>
                    <a:pt x="1460613" y="5056541"/>
                  </a:lnTo>
                  <a:lnTo>
                    <a:pt x="1460738" y="5056541"/>
                  </a:lnTo>
                  <a:lnTo>
                    <a:pt x="1460863" y="5056541"/>
                  </a:lnTo>
                  <a:lnTo>
                    <a:pt x="1460988" y="5056541"/>
                  </a:lnTo>
                  <a:lnTo>
                    <a:pt x="1461238" y="5056541"/>
                  </a:lnTo>
                  <a:lnTo>
                    <a:pt x="1461738" y="5056541"/>
                  </a:lnTo>
                  <a:lnTo>
                    <a:pt x="1461988" y="5056541"/>
                  </a:lnTo>
                  <a:lnTo>
                    <a:pt x="1462238" y="5056541"/>
                  </a:lnTo>
                  <a:lnTo>
                    <a:pt x="1462363" y="5056541"/>
                  </a:lnTo>
                  <a:lnTo>
                    <a:pt x="1462488" y="5056541"/>
                  </a:lnTo>
                  <a:lnTo>
                    <a:pt x="1462864" y="5056541"/>
                  </a:lnTo>
                  <a:lnTo>
                    <a:pt x="1463114" y="5056541"/>
                  </a:lnTo>
                  <a:lnTo>
                    <a:pt x="1463364" y="5046588"/>
                  </a:lnTo>
                  <a:lnTo>
                    <a:pt x="1463614" y="5046588"/>
                  </a:lnTo>
                  <a:lnTo>
                    <a:pt x="1463739" y="5046588"/>
                  </a:lnTo>
                  <a:lnTo>
                    <a:pt x="1463864" y="5046588"/>
                  </a:lnTo>
                  <a:lnTo>
                    <a:pt x="1463989" y="5046588"/>
                  </a:lnTo>
                  <a:lnTo>
                    <a:pt x="1464114" y="5046588"/>
                  </a:lnTo>
                  <a:lnTo>
                    <a:pt x="1464239" y="5046588"/>
                  </a:lnTo>
                  <a:lnTo>
                    <a:pt x="1464489" y="5046588"/>
                  </a:lnTo>
                  <a:lnTo>
                    <a:pt x="1464614" y="5046588"/>
                  </a:lnTo>
                  <a:lnTo>
                    <a:pt x="1464864" y="5036634"/>
                  </a:lnTo>
                  <a:lnTo>
                    <a:pt x="1464989" y="5036634"/>
                  </a:lnTo>
                  <a:lnTo>
                    <a:pt x="1465114" y="5036634"/>
                  </a:lnTo>
                  <a:lnTo>
                    <a:pt x="1465364" y="5036634"/>
                  </a:lnTo>
                  <a:lnTo>
                    <a:pt x="1465614" y="5036634"/>
                  </a:lnTo>
                  <a:lnTo>
                    <a:pt x="1465739" y="5036634"/>
                  </a:lnTo>
                  <a:lnTo>
                    <a:pt x="1465865" y="5036634"/>
                  </a:lnTo>
                  <a:lnTo>
                    <a:pt x="1466115" y="5036634"/>
                  </a:lnTo>
                  <a:lnTo>
                    <a:pt x="1466240" y="5036634"/>
                  </a:lnTo>
                  <a:lnTo>
                    <a:pt x="1466740" y="5026680"/>
                  </a:lnTo>
                  <a:lnTo>
                    <a:pt x="1466990" y="5026680"/>
                  </a:lnTo>
                  <a:lnTo>
                    <a:pt x="1467115" y="5026680"/>
                  </a:lnTo>
                  <a:lnTo>
                    <a:pt x="1467615" y="5026680"/>
                  </a:lnTo>
                  <a:lnTo>
                    <a:pt x="1468240" y="5026680"/>
                  </a:lnTo>
                  <a:lnTo>
                    <a:pt x="1468365" y="5026680"/>
                  </a:lnTo>
                  <a:lnTo>
                    <a:pt x="1468490" y="5026680"/>
                  </a:lnTo>
                  <a:lnTo>
                    <a:pt x="1468615" y="5026680"/>
                  </a:lnTo>
                  <a:lnTo>
                    <a:pt x="1468740" y="5026680"/>
                  </a:lnTo>
                  <a:lnTo>
                    <a:pt x="1468991" y="5026680"/>
                  </a:lnTo>
                  <a:lnTo>
                    <a:pt x="1469116" y="5026680"/>
                  </a:lnTo>
                  <a:lnTo>
                    <a:pt x="1470116" y="5026680"/>
                  </a:lnTo>
                  <a:lnTo>
                    <a:pt x="1470241" y="5026680"/>
                  </a:lnTo>
                  <a:lnTo>
                    <a:pt x="1470366" y="5026680"/>
                  </a:lnTo>
                  <a:lnTo>
                    <a:pt x="1470491" y="5026680"/>
                  </a:lnTo>
                  <a:lnTo>
                    <a:pt x="1470616" y="5026680"/>
                  </a:lnTo>
                  <a:lnTo>
                    <a:pt x="1470866" y="5026680"/>
                  </a:lnTo>
                  <a:lnTo>
                    <a:pt x="1471116" y="5026680"/>
                  </a:lnTo>
                  <a:lnTo>
                    <a:pt x="1471241" y="5026680"/>
                  </a:lnTo>
                  <a:lnTo>
                    <a:pt x="1471491" y="5026680"/>
                  </a:lnTo>
                  <a:lnTo>
                    <a:pt x="1471616" y="5026680"/>
                  </a:lnTo>
                  <a:lnTo>
                    <a:pt x="1471741" y="5026680"/>
                  </a:lnTo>
                  <a:lnTo>
                    <a:pt x="1472242" y="5026680"/>
                  </a:lnTo>
                  <a:lnTo>
                    <a:pt x="1472367" y="5026680"/>
                  </a:lnTo>
                  <a:lnTo>
                    <a:pt x="1472492" y="5026680"/>
                  </a:lnTo>
                  <a:lnTo>
                    <a:pt x="1472617" y="5026680"/>
                  </a:lnTo>
                  <a:lnTo>
                    <a:pt x="1472867" y="5026680"/>
                  </a:lnTo>
                  <a:lnTo>
                    <a:pt x="1473117" y="5026680"/>
                  </a:lnTo>
                  <a:lnTo>
                    <a:pt x="1473242" y="5026680"/>
                  </a:lnTo>
                  <a:lnTo>
                    <a:pt x="1473492" y="5026680"/>
                  </a:lnTo>
                  <a:lnTo>
                    <a:pt x="1473742" y="5026680"/>
                  </a:lnTo>
                  <a:lnTo>
                    <a:pt x="1473867" y="5026680"/>
                  </a:lnTo>
                  <a:lnTo>
                    <a:pt x="1473992" y="5026680"/>
                  </a:lnTo>
                  <a:lnTo>
                    <a:pt x="1474242" y="5016726"/>
                  </a:lnTo>
                  <a:lnTo>
                    <a:pt x="1474367" y="5016726"/>
                  </a:lnTo>
                  <a:lnTo>
                    <a:pt x="1474492" y="5016726"/>
                  </a:lnTo>
                  <a:lnTo>
                    <a:pt x="1474743" y="5016726"/>
                  </a:lnTo>
                  <a:lnTo>
                    <a:pt x="1475368" y="5016726"/>
                  </a:lnTo>
                  <a:lnTo>
                    <a:pt x="1475493" y="5016726"/>
                  </a:lnTo>
                  <a:lnTo>
                    <a:pt x="1475618" y="5016726"/>
                  </a:lnTo>
                  <a:lnTo>
                    <a:pt x="1476118" y="5016726"/>
                  </a:lnTo>
                  <a:lnTo>
                    <a:pt x="1476368" y="5016726"/>
                  </a:lnTo>
                  <a:lnTo>
                    <a:pt x="1476868" y="5016726"/>
                  </a:lnTo>
                  <a:lnTo>
                    <a:pt x="1477118" y="5016726"/>
                  </a:lnTo>
                  <a:lnTo>
                    <a:pt x="1477243" y="5016726"/>
                  </a:lnTo>
                  <a:lnTo>
                    <a:pt x="1477618" y="5016726"/>
                  </a:lnTo>
                  <a:lnTo>
                    <a:pt x="1477744" y="5016726"/>
                  </a:lnTo>
                  <a:lnTo>
                    <a:pt x="1477869" y="5016726"/>
                  </a:lnTo>
                  <a:lnTo>
                    <a:pt x="1477994" y="5016726"/>
                  </a:lnTo>
                  <a:lnTo>
                    <a:pt x="1478244" y="5016726"/>
                  </a:lnTo>
                  <a:lnTo>
                    <a:pt x="1478369" y="5016726"/>
                  </a:lnTo>
                  <a:lnTo>
                    <a:pt x="1478494" y="5016726"/>
                  </a:lnTo>
                  <a:lnTo>
                    <a:pt x="1478619" y="5016726"/>
                  </a:lnTo>
                  <a:lnTo>
                    <a:pt x="1478744" y="5016726"/>
                  </a:lnTo>
                  <a:lnTo>
                    <a:pt x="1478869" y="5016726"/>
                  </a:lnTo>
                  <a:lnTo>
                    <a:pt x="1479244" y="5016726"/>
                  </a:lnTo>
                  <a:lnTo>
                    <a:pt x="1479369" y="5016726"/>
                  </a:lnTo>
                  <a:lnTo>
                    <a:pt x="1479869" y="5016726"/>
                  </a:lnTo>
                  <a:lnTo>
                    <a:pt x="1479994" y="5006772"/>
                  </a:lnTo>
                  <a:lnTo>
                    <a:pt x="1480244" y="5006772"/>
                  </a:lnTo>
                  <a:lnTo>
                    <a:pt x="1480369" y="5006772"/>
                  </a:lnTo>
                  <a:lnTo>
                    <a:pt x="1480494" y="5006772"/>
                  </a:lnTo>
                  <a:lnTo>
                    <a:pt x="1480745" y="5006772"/>
                  </a:lnTo>
                  <a:lnTo>
                    <a:pt x="1480870" y="5006772"/>
                  </a:lnTo>
                  <a:lnTo>
                    <a:pt x="1480995" y="5006772"/>
                  </a:lnTo>
                  <a:lnTo>
                    <a:pt x="1481120" y="5006772"/>
                  </a:lnTo>
                  <a:lnTo>
                    <a:pt x="1481245" y="5006772"/>
                  </a:lnTo>
                  <a:lnTo>
                    <a:pt x="1481495" y="5006772"/>
                  </a:lnTo>
                  <a:lnTo>
                    <a:pt x="1481745" y="5006772"/>
                  </a:lnTo>
                  <a:lnTo>
                    <a:pt x="1481870" y="5006772"/>
                  </a:lnTo>
                  <a:lnTo>
                    <a:pt x="1481995" y="5006772"/>
                  </a:lnTo>
                  <a:lnTo>
                    <a:pt x="1482120" y="5006772"/>
                  </a:lnTo>
                  <a:lnTo>
                    <a:pt x="1482370" y="5006772"/>
                  </a:lnTo>
                  <a:lnTo>
                    <a:pt x="1482620" y="5006772"/>
                  </a:lnTo>
                  <a:lnTo>
                    <a:pt x="1482870" y="5006772"/>
                  </a:lnTo>
                  <a:lnTo>
                    <a:pt x="1482995" y="5006772"/>
                  </a:lnTo>
                  <a:lnTo>
                    <a:pt x="1483245" y="5006772"/>
                  </a:lnTo>
                  <a:lnTo>
                    <a:pt x="1483370" y="5006772"/>
                  </a:lnTo>
                  <a:lnTo>
                    <a:pt x="1483495" y="5006772"/>
                  </a:lnTo>
                  <a:lnTo>
                    <a:pt x="1483620" y="5006772"/>
                  </a:lnTo>
                  <a:lnTo>
                    <a:pt x="1483871" y="5006772"/>
                  </a:lnTo>
                  <a:lnTo>
                    <a:pt x="1484121" y="5006772"/>
                  </a:lnTo>
                  <a:lnTo>
                    <a:pt x="1484246" y="5006772"/>
                  </a:lnTo>
                  <a:lnTo>
                    <a:pt x="1484371" y="5006772"/>
                  </a:lnTo>
                  <a:lnTo>
                    <a:pt x="1484746" y="5006772"/>
                  </a:lnTo>
                  <a:lnTo>
                    <a:pt x="1484871" y="5006772"/>
                  </a:lnTo>
                  <a:lnTo>
                    <a:pt x="1484996" y="5006772"/>
                  </a:lnTo>
                  <a:lnTo>
                    <a:pt x="1485121" y="5006772"/>
                  </a:lnTo>
                  <a:lnTo>
                    <a:pt x="1485246" y="5006772"/>
                  </a:lnTo>
                  <a:lnTo>
                    <a:pt x="1485496" y="5006772"/>
                  </a:lnTo>
                  <a:lnTo>
                    <a:pt x="1485996" y="5006772"/>
                  </a:lnTo>
                  <a:lnTo>
                    <a:pt x="1486121" y="5006772"/>
                  </a:lnTo>
                  <a:lnTo>
                    <a:pt x="1486246" y="5006772"/>
                  </a:lnTo>
                  <a:lnTo>
                    <a:pt x="1486371" y="5006772"/>
                  </a:lnTo>
                  <a:lnTo>
                    <a:pt x="1486496" y="5006772"/>
                  </a:lnTo>
                  <a:lnTo>
                    <a:pt x="1486621" y="5006772"/>
                  </a:lnTo>
                  <a:lnTo>
                    <a:pt x="1486872" y="5006772"/>
                  </a:lnTo>
                  <a:lnTo>
                    <a:pt x="1486997" y="5006772"/>
                  </a:lnTo>
                  <a:lnTo>
                    <a:pt x="1487622" y="5006772"/>
                  </a:lnTo>
                  <a:lnTo>
                    <a:pt x="1487747" y="5006772"/>
                  </a:lnTo>
                  <a:lnTo>
                    <a:pt x="1488122" y="5006772"/>
                  </a:lnTo>
                  <a:lnTo>
                    <a:pt x="1488247" y="5006772"/>
                  </a:lnTo>
                  <a:lnTo>
                    <a:pt x="1488747" y="5006772"/>
                  </a:lnTo>
                  <a:lnTo>
                    <a:pt x="1488872" y="5006772"/>
                  </a:lnTo>
                  <a:lnTo>
                    <a:pt x="1488997" y="5006772"/>
                  </a:lnTo>
                  <a:lnTo>
                    <a:pt x="1489247" y="5006772"/>
                  </a:lnTo>
                  <a:lnTo>
                    <a:pt x="1489372" y="5006772"/>
                  </a:lnTo>
                  <a:lnTo>
                    <a:pt x="1489497" y="5006772"/>
                  </a:lnTo>
                  <a:lnTo>
                    <a:pt x="1489622" y="5006772"/>
                  </a:lnTo>
                  <a:lnTo>
                    <a:pt x="1490623" y="4996818"/>
                  </a:lnTo>
                  <a:lnTo>
                    <a:pt x="1490748" y="4996818"/>
                  </a:lnTo>
                  <a:lnTo>
                    <a:pt x="1490873" y="4996818"/>
                  </a:lnTo>
                  <a:lnTo>
                    <a:pt x="1490998" y="4996818"/>
                  </a:lnTo>
                  <a:lnTo>
                    <a:pt x="1491123" y="4996818"/>
                  </a:lnTo>
                  <a:lnTo>
                    <a:pt x="1491248" y="4996818"/>
                  </a:lnTo>
                  <a:lnTo>
                    <a:pt x="1491373" y="4996818"/>
                  </a:lnTo>
                  <a:lnTo>
                    <a:pt x="1491498" y="4996818"/>
                  </a:lnTo>
                  <a:lnTo>
                    <a:pt x="1491748" y="4996818"/>
                  </a:lnTo>
                  <a:lnTo>
                    <a:pt x="1491873" y="4996818"/>
                  </a:lnTo>
                  <a:lnTo>
                    <a:pt x="1491998" y="4996818"/>
                  </a:lnTo>
                  <a:lnTo>
                    <a:pt x="1492123" y="4996818"/>
                  </a:lnTo>
                  <a:lnTo>
                    <a:pt x="1492373" y="4996818"/>
                  </a:lnTo>
                  <a:lnTo>
                    <a:pt x="1492498" y="4996818"/>
                  </a:lnTo>
                  <a:lnTo>
                    <a:pt x="1492623" y="4996818"/>
                  </a:lnTo>
                  <a:lnTo>
                    <a:pt x="1492749" y="4996818"/>
                  </a:lnTo>
                  <a:lnTo>
                    <a:pt x="1492999" y="4996818"/>
                  </a:lnTo>
                  <a:lnTo>
                    <a:pt x="1493124" y="4996818"/>
                  </a:lnTo>
                  <a:lnTo>
                    <a:pt x="1493249" y="4996818"/>
                  </a:lnTo>
                  <a:lnTo>
                    <a:pt x="1493374" y="4996818"/>
                  </a:lnTo>
                  <a:lnTo>
                    <a:pt x="1493499" y="4996818"/>
                  </a:lnTo>
                  <a:lnTo>
                    <a:pt x="1493874" y="4996818"/>
                  </a:lnTo>
                  <a:lnTo>
                    <a:pt x="1494249" y="4996818"/>
                  </a:lnTo>
                  <a:lnTo>
                    <a:pt x="1494499" y="4996818"/>
                  </a:lnTo>
                  <a:lnTo>
                    <a:pt x="1494624" y="4996818"/>
                  </a:lnTo>
                  <a:lnTo>
                    <a:pt x="1494749" y="4996818"/>
                  </a:lnTo>
                  <a:lnTo>
                    <a:pt x="1494999" y="4996818"/>
                  </a:lnTo>
                  <a:lnTo>
                    <a:pt x="1495124" y="4996818"/>
                  </a:lnTo>
                  <a:lnTo>
                    <a:pt x="1495374" y="4996818"/>
                  </a:lnTo>
                  <a:lnTo>
                    <a:pt x="1495499" y="4996818"/>
                  </a:lnTo>
                  <a:lnTo>
                    <a:pt x="1495875" y="4996818"/>
                  </a:lnTo>
                  <a:lnTo>
                    <a:pt x="1496000" y="4996818"/>
                  </a:lnTo>
                  <a:lnTo>
                    <a:pt x="1496125" y="4996818"/>
                  </a:lnTo>
                  <a:lnTo>
                    <a:pt x="1496625" y="4996818"/>
                  </a:lnTo>
                  <a:lnTo>
                    <a:pt x="1496750" y="4996818"/>
                  </a:lnTo>
                  <a:lnTo>
                    <a:pt x="1496875" y="4996818"/>
                  </a:lnTo>
                  <a:lnTo>
                    <a:pt x="1497000" y="4996818"/>
                  </a:lnTo>
                  <a:lnTo>
                    <a:pt x="1497125" y="4996818"/>
                  </a:lnTo>
                  <a:lnTo>
                    <a:pt x="1497250" y="4996818"/>
                  </a:lnTo>
                  <a:lnTo>
                    <a:pt x="1497500" y="4996818"/>
                  </a:lnTo>
                  <a:lnTo>
                    <a:pt x="1498000" y="4996818"/>
                  </a:lnTo>
                  <a:lnTo>
                    <a:pt x="1498125" y="4996818"/>
                  </a:lnTo>
                  <a:lnTo>
                    <a:pt x="1498375" y="4996818"/>
                  </a:lnTo>
                  <a:lnTo>
                    <a:pt x="1498876" y="4996818"/>
                  </a:lnTo>
                  <a:lnTo>
                    <a:pt x="1499001" y="4996818"/>
                  </a:lnTo>
                  <a:lnTo>
                    <a:pt x="1499251" y="4996818"/>
                  </a:lnTo>
                  <a:lnTo>
                    <a:pt x="1499626" y="4996818"/>
                  </a:lnTo>
                  <a:lnTo>
                    <a:pt x="1500126" y="4996818"/>
                  </a:lnTo>
                  <a:lnTo>
                    <a:pt x="1500251" y="4996818"/>
                  </a:lnTo>
                  <a:lnTo>
                    <a:pt x="1500501" y="4996818"/>
                  </a:lnTo>
                  <a:lnTo>
                    <a:pt x="1500626" y="4996818"/>
                  </a:lnTo>
                  <a:lnTo>
                    <a:pt x="1501001" y="4996818"/>
                  </a:lnTo>
                  <a:lnTo>
                    <a:pt x="1501126" y="4996818"/>
                  </a:lnTo>
                  <a:lnTo>
                    <a:pt x="1501501" y="4996818"/>
                  </a:lnTo>
                  <a:lnTo>
                    <a:pt x="1501626" y="4996818"/>
                  </a:lnTo>
                  <a:lnTo>
                    <a:pt x="1501752" y="4996818"/>
                  </a:lnTo>
                  <a:lnTo>
                    <a:pt x="1502002" y="4996818"/>
                  </a:lnTo>
                  <a:lnTo>
                    <a:pt x="1502377" y="4996818"/>
                  </a:lnTo>
                  <a:lnTo>
                    <a:pt x="1502502" y="4996818"/>
                  </a:lnTo>
                  <a:lnTo>
                    <a:pt x="1503002" y="4996818"/>
                  </a:lnTo>
                  <a:lnTo>
                    <a:pt x="1503127" y="4996818"/>
                  </a:lnTo>
                  <a:lnTo>
                    <a:pt x="1503252" y="4996818"/>
                  </a:lnTo>
                  <a:lnTo>
                    <a:pt x="1503877" y="4996818"/>
                  </a:lnTo>
                  <a:lnTo>
                    <a:pt x="1504127" y="4996818"/>
                  </a:lnTo>
                  <a:lnTo>
                    <a:pt x="1504252" y="4996818"/>
                  </a:lnTo>
                  <a:lnTo>
                    <a:pt x="1504377" y="4996818"/>
                  </a:lnTo>
                  <a:lnTo>
                    <a:pt x="1504627" y="4996818"/>
                  </a:lnTo>
                  <a:lnTo>
                    <a:pt x="1504753" y="4996818"/>
                  </a:lnTo>
                  <a:lnTo>
                    <a:pt x="1504878" y="4986865"/>
                  </a:lnTo>
                  <a:lnTo>
                    <a:pt x="1505253" y="4986865"/>
                  </a:lnTo>
                  <a:lnTo>
                    <a:pt x="1506378" y="4986865"/>
                  </a:lnTo>
                  <a:lnTo>
                    <a:pt x="1506503" y="4986865"/>
                  </a:lnTo>
                  <a:lnTo>
                    <a:pt x="1506628" y="4986865"/>
                  </a:lnTo>
                  <a:lnTo>
                    <a:pt x="1506878" y="4986865"/>
                  </a:lnTo>
                  <a:lnTo>
                    <a:pt x="1507003" y="4986865"/>
                  </a:lnTo>
                  <a:lnTo>
                    <a:pt x="1507128" y="4986865"/>
                  </a:lnTo>
                  <a:lnTo>
                    <a:pt x="1507253" y="4986865"/>
                  </a:lnTo>
                  <a:lnTo>
                    <a:pt x="1507378" y="4986865"/>
                  </a:lnTo>
                  <a:lnTo>
                    <a:pt x="1507628" y="4986865"/>
                  </a:lnTo>
                  <a:lnTo>
                    <a:pt x="1507754" y="4986865"/>
                  </a:lnTo>
                  <a:lnTo>
                    <a:pt x="1507879" y="4986865"/>
                  </a:lnTo>
                  <a:lnTo>
                    <a:pt x="1508254" y="4986865"/>
                  </a:lnTo>
                  <a:lnTo>
                    <a:pt x="1508379" y="4986865"/>
                  </a:lnTo>
                  <a:lnTo>
                    <a:pt x="1508504" y="4986865"/>
                  </a:lnTo>
                  <a:lnTo>
                    <a:pt x="1508629" y="4986865"/>
                  </a:lnTo>
                  <a:lnTo>
                    <a:pt x="1508879" y="4986865"/>
                  </a:lnTo>
                  <a:lnTo>
                    <a:pt x="1509004" y="4986865"/>
                  </a:lnTo>
                  <a:lnTo>
                    <a:pt x="1509254" y="4986865"/>
                  </a:lnTo>
                  <a:lnTo>
                    <a:pt x="1509504" y="4986865"/>
                  </a:lnTo>
                  <a:lnTo>
                    <a:pt x="1509754" y="4986865"/>
                  </a:lnTo>
                  <a:lnTo>
                    <a:pt x="1509879" y="4986865"/>
                  </a:lnTo>
                  <a:lnTo>
                    <a:pt x="1510004" y="4986865"/>
                  </a:lnTo>
                  <a:lnTo>
                    <a:pt x="1510129" y="4986865"/>
                  </a:lnTo>
                  <a:lnTo>
                    <a:pt x="1510379" y="4986865"/>
                  </a:lnTo>
                  <a:lnTo>
                    <a:pt x="1510504" y="4986865"/>
                  </a:lnTo>
                  <a:lnTo>
                    <a:pt x="1510629" y="4986865"/>
                  </a:lnTo>
                  <a:lnTo>
                    <a:pt x="1510755" y="4986865"/>
                  </a:lnTo>
                  <a:lnTo>
                    <a:pt x="1510880" y="4986865"/>
                  </a:lnTo>
                  <a:lnTo>
                    <a:pt x="1511255" y="4986865"/>
                  </a:lnTo>
                  <a:lnTo>
                    <a:pt x="1511380" y="4986865"/>
                  </a:lnTo>
                  <a:lnTo>
                    <a:pt x="1511505" y="4986865"/>
                  </a:lnTo>
                  <a:lnTo>
                    <a:pt x="1512005" y="4986865"/>
                  </a:lnTo>
                  <a:lnTo>
                    <a:pt x="1512130" y="4976911"/>
                  </a:lnTo>
                  <a:lnTo>
                    <a:pt x="1512380" y="4976911"/>
                  </a:lnTo>
                  <a:lnTo>
                    <a:pt x="1512505" y="4976911"/>
                  </a:lnTo>
                  <a:lnTo>
                    <a:pt x="1512630" y="4976911"/>
                  </a:lnTo>
                  <a:lnTo>
                    <a:pt x="1512880" y="4976911"/>
                  </a:lnTo>
                  <a:lnTo>
                    <a:pt x="1513005" y="4976911"/>
                  </a:lnTo>
                  <a:lnTo>
                    <a:pt x="1513130" y="4976911"/>
                  </a:lnTo>
                  <a:lnTo>
                    <a:pt x="1513380" y="4976911"/>
                  </a:lnTo>
                  <a:lnTo>
                    <a:pt x="1513756" y="4976911"/>
                  </a:lnTo>
                  <a:lnTo>
                    <a:pt x="1514131" y="4976911"/>
                  </a:lnTo>
                  <a:lnTo>
                    <a:pt x="1514381" y="4976911"/>
                  </a:lnTo>
                  <a:lnTo>
                    <a:pt x="1515006" y="4966957"/>
                  </a:lnTo>
                  <a:lnTo>
                    <a:pt x="1515256" y="4966957"/>
                  </a:lnTo>
                  <a:lnTo>
                    <a:pt x="1515381" y="4966957"/>
                  </a:lnTo>
                  <a:lnTo>
                    <a:pt x="1515631" y="4966957"/>
                  </a:lnTo>
                  <a:lnTo>
                    <a:pt x="1516131" y="4966957"/>
                  </a:lnTo>
                  <a:lnTo>
                    <a:pt x="1516381" y="4966957"/>
                  </a:lnTo>
                  <a:lnTo>
                    <a:pt x="1516757" y="4966957"/>
                  </a:lnTo>
                  <a:lnTo>
                    <a:pt x="1516882" y="4966957"/>
                  </a:lnTo>
                  <a:lnTo>
                    <a:pt x="1517257" y="4966957"/>
                  </a:lnTo>
                  <a:lnTo>
                    <a:pt x="1517382" y="4966957"/>
                  </a:lnTo>
                  <a:lnTo>
                    <a:pt x="1517507" y="4966957"/>
                  </a:lnTo>
                  <a:lnTo>
                    <a:pt x="1517757" y="4966957"/>
                  </a:lnTo>
                  <a:lnTo>
                    <a:pt x="1517882" y="4966957"/>
                  </a:lnTo>
                  <a:lnTo>
                    <a:pt x="1518132" y="4966957"/>
                  </a:lnTo>
                  <a:lnTo>
                    <a:pt x="1518257" y="4966957"/>
                  </a:lnTo>
                  <a:lnTo>
                    <a:pt x="1518507" y="4966957"/>
                  </a:lnTo>
                  <a:lnTo>
                    <a:pt x="1518632" y="4966957"/>
                  </a:lnTo>
                  <a:lnTo>
                    <a:pt x="1518757" y="4966957"/>
                  </a:lnTo>
                  <a:lnTo>
                    <a:pt x="1519007" y="4966957"/>
                  </a:lnTo>
                  <a:lnTo>
                    <a:pt x="1519132" y="4966957"/>
                  </a:lnTo>
                  <a:lnTo>
                    <a:pt x="1519257" y="4966957"/>
                  </a:lnTo>
                  <a:lnTo>
                    <a:pt x="1519633" y="4966957"/>
                  </a:lnTo>
                  <a:lnTo>
                    <a:pt x="1519758" y="4966957"/>
                  </a:lnTo>
                  <a:lnTo>
                    <a:pt x="1519883" y="4966957"/>
                  </a:lnTo>
                  <a:lnTo>
                    <a:pt x="1520008" y="4966957"/>
                  </a:lnTo>
                  <a:lnTo>
                    <a:pt x="1520133" y="4966957"/>
                  </a:lnTo>
                  <a:lnTo>
                    <a:pt x="1520383" y="4966957"/>
                  </a:lnTo>
                  <a:lnTo>
                    <a:pt x="1520633" y="4966957"/>
                  </a:lnTo>
                  <a:lnTo>
                    <a:pt x="1521133" y="4966957"/>
                  </a:lnTo>
                  <a:lnTo>
                    <a:pt x="1521508" y="4966957"/>
                  </a:lnTo>
                  <a:lnTo>
                    <a:pt x="1521633" y="4966957"/>
                  </a:lnTo>
                  <a:lnTo>
                    <a:pt x="1521758" y="4966957"/>
                  </a:lnTo>
                  <a:lnTo>
                    <a:pt x="1521883" y="4966957"/>
                  </a:lnTo>
                  <a:lnTo>
                    <a:pt x="1522008" y="4966957"/>
                  </a:lnTo>
                  <a:lnTo>
                    <a:pt x="1522258" y="4966957"/>
                  </a:lnTo>
                  <a:lnTo>
                    <a:pt x="1522383" y="4966957"/>
                  </a:lnTo>
                  <a:lnTo>
                    <a:pt x="1522634" y="4966957"/>
                  </a:lnTo>
                  <a:lnTo>
                    <a:pt x="1522884" y="4966957"/>
                  </a:lnTo>
                  <a:lnTo>
                    <a:pt x="1523009" y="4966957"/>
                  </a:lnTo>
                  <a:lnTo>
                    <a:pt x="1523134" y="4966957"/>
                  </a:lnTo>
                  <a:lnTo>
                    <a:pt x="1523259" y="4966957"/>
                  </a:lnTo>
                  <a:lnTo>
                    <a:pt x="1523384" y="4966957"/>
                  </a:lnTo>
                  <a:lnTo>
                    <a:pt x="1523634" y="4966957"/>
                  </a:lnTo>
                  <a:lnTo>
                    <a:pt x="1523759" y="4966957"/>
                  </a:lnTo>
                  <a:lnTo>
                    <a:pt x="1524009" y="4966957"/>
                  </a:lnTo>
                  <a:lnTo>
                    <a:pt x="1524134" y="4966957"/>
                  </a:lnTo>
                  <a:lnTo>
                    <a:pt x="1524759" y="4966957"/>
                  </a:lnTo>
                  <a:lnTo>
                    <a:pt x="1524884" y="4966957"/>
                  </a:lnTo>
                  <a:lnTo>
                    <a:pt x="1525134" y="4966957"/>
                  </a:lnTo>
                  <a:lnTo>
                    <a:pt x="1525259" y="4966957"/>
                  </a:lnTo>
                  <a:lnTo>
                    <a:pt x="1525384" y="4966957"/>
                  </a:lnTo>
                  <a:lnTo>
                    <a:pt x="1525509" y="4966957"/>
                  </a:lnTo>
                  <a:lnTo>
                    <a:pt x="1525760" y="4966957"/>
                  </a:lnTo>
                  <a:lnTo>
                    <a:pt x="1525885" y="4966957"/>
                  </a:lnTo>
                  <a:lnTo>
                    <a:pt x="1526260" y="4966957"/>
                  </a:lnTo>
                  <a:lnTo>
                    <a:pt x="1526385" y="4966957"/>
                  </a:lnTo>
                  <a:lnTo>
                    <a:pt x="1526510" y="4966957"/>
                  </a:lnTo>
                  <a:lnTo>
                    <a:pt x="1526635" y="4966957"/>
                  </a:lnTo>
                  <a:lnTo>
                    <a:pt x="1527010" y="4966957"/>
                  </a:lnTo>
                  <a:lnTo>
                    <a:pt x="1527135" y="4966957"/>
                  </a:lnTo>
                  <a:lnTo>
                    <a:pt x="1527260" y="4966957"/>
                  </a:lnTo>
                  <a:lnTo>
                    <a:pt x="1527510" y="4966957"/>
                  </a:lnTo>
                  <a:lnTo>
                    <a:pt x="1527760" y="4966957"/>
                  </a:lnTo>
                  <a:lnTo>
                    <a:pt x="1528010" y="4966957"/>
                  </a:lnTo>
                  <a:lnTo>
                    <a:pt x="1528135" y="4966957"/>
                  </a:lnTo>
                  <a:lnTo>
                    <a:pt x="1528260" y="4966957"/>
                  </a:lnTo>
                  <a:lnTo>
                    <a:pt x="1528385" y="4966957"/>
                  </a:lnTo>
                  <a:lnTo>
                    <a:pt x="1528636" y="4966957"/>
                  </a:lnTo>
                  <a:lnTo>
                    <a:pt x="1528886" y="4966957"/>
                  </a:lnTo>
                  <a:lnTo>
                    <a:pt x="1529386" y="4966957"/>
                  </a:lnTo>
                  <a:lnTo>
                    <a:pt x="1529761" y="4966957"/>
                  </a:lnTo>
                  <a:lnTo>
                    <a:pt x="1529886" y="4966957"/>
                  </a:lnTo>
                  <a:lnTo>
                    <a:pt x="1530011" y="4966957"/>
                  </a:lnTo>
                  <a:lnTo>
                    <a:pt x="1530136" y="4966957"/>
                  </a:lnTo>
                  <a:lnTo>
                    <a:pt x="1530386" y="4966957"/>
                  </a:lnTo>
                  <a:lnTo>
                    <a:pt x="1530511" y="4966957"/>
                  </a:lnTo>
                  <a:lnTo>
                    <a:pt x="1530636" y="4966957"/>
                  </a:lnTo>
                  <a:lnTo>
                    <a:pt x="1530886" y="4966957"/>
                  </a:lnTo>
                  <a:lnTo>
                    <a:pt x="1531011" y="4966957"/>
                  </a:lnTo>
                  <a:lnTo>
                    <a:pt x="1531136" y="4966957"/>
                  </a:lnTo>
                  <a:lnTo>
                    <a:pt x="1531261" y="4966957"/>
                  </a:lnTo>
                  <a:lnTo>
                    <a:pt x="1531386" y="4966957"/>
                  </a:lnTo>
                  <a:lnTo>
                    <a:pt x="1531511" y="4966957"/>
                  </a:lnTo>
                  <a:lnTo>
                    <a:pt x="1531637" y="4966957"/>
                  </a:lnTo>
                  <a:lnTo>
                    <a:pt x="1531762" y="4966957"/>
                  </a:lnTo>
                  <a:lnTo>
                    <a:pt x="1532262" y="4966957"/>
                  </a:lnTo>
                  <a:lnTo>
                    <a:pt x="1532387" y="4966957"/>
                  </a:lnTo>
                  <a:lnTo>
                    <a:pt x="1532512" y="4966957"/>
                  </a:lnTo>
                  <a:lnTo>
                    <a:pt x="1535138" y="4966957"/>
                  </a:lnTo>
                  <a:lnTo>
                    <a:pt x="1535638" y="4966957"/>
                  </a:lnTo>
                  <a:lnTo>
                    <a:pt x="1535888" y="4966957"/>
                  </a:lnTo>
                  <a:lnTo>
                    <a:pt x="1536013" y="4966957"/>
                  </a:lnTo>
                  <a:lnTo>
                    <a:pt x="1536138" y="4966957"/>
                  </a:lnTo>
                  <a:lnTo>
                    <a:pt x="1536263" y="4966957"/>
                  </a:lnTo>
                  <a:lnTo>
                    <a:pt x="1536388" y="4966957"/>
                  </a:lnTo>
                  <a:lnTo>
                    <a:pt x="1536513" y="4966957"/>
                  </a:lnTo>
                  <a:lnTo>
                    <a:pt x="1536638" y="4966957"/>
                  </a:lnTo>
                  <a:lnTo>
                    <a:pt x="1536763" y="4966957"/>
                  </a:lnTo>
                  <a:lnTo>
                    <a:pt x="1536888" y="4966957"/>
                  </a:lnTo>
                  <a:lnTo>
                    <a:pt x="1537013" y="4966957"/>
                  </a:lnTo>
                  <a:lnTo>
                    <a:pt x="1537138" y="4966957"/>
                  </a:lnTo>
                  <a:lnTo>
                    <a:pt x="1537263" y="4966957"/>
                  </a:lnTo>
                  <a:lnTo>
                    <a:pt x="1537388" y="4966957"/>
                  </a:lnTo>
                  <a:lnTo>
                    <a:pt x="1537889" y="4966957"/>
                  </a:lnTo>
                  <a:lnTo>
                    <a:pt x="1538139" y="4966957"/>
                  </a:lnTo>
                  <a:lnTo>
                    <a:pt x="1538264" y="4966957"/>
                  </a:lnTo>
                  <a:lnTo>
                    <a:pt x="1538389" y="4966957"/>
                  </a:lnTo>
                  <a:lnTo>
                    <a:pt x="1538514" y="4966957"/>
                  </a:lnTo>
                  <a:lnTo>
                    <a:pt x="1538764" y="4966957"/>
                  </a:lnTo>
                  <a:lnTo>
                    <a:pt x="1539139" y="4966957"/>
                  </a:lnTo>
                  <a:lnTo>
                    <a:pt x="1539389" y="4966957"/>
                  </a:lnTo>
                  <a:lnTo>
                    <a:pt x="1539514" y="4966957"/>
                  </a:lnTo>
                  <a:lnTo>
                    <a:pt x="1539639" y="4966957"/>
                  </a:lnTo>
                  <a:lnTo>
                    <a:pt x="1539889" y="4966957"/>
                  </a:lnTo>
                  <a:lnTo>
                    <a:pt x="1540014" y="4966957"/>
                  </a:lnTo>
                  <a:lnTo>
                    <a:pt x="1540139" y="4966957"/>
                  </a:lnTo>
                  <a:lnTo>
                    <a:pt x="1540264" y="4966957"/>
                  </a:lnTo>
                  <a:lnTo>
                    <a:pt x="1540514" y="4966957"/>
                  </a:lnTo>
                  <a:lnTo>
                    <a:pt x="1540640" y="4966957"/>
                  </a:lnTo>
                  <a:lnTo>
                    <a:pt x="1540765" y="4966957"/>
                  </a:lnTo>
                  <a:lnTo>
                    <a:pt x="1540890" y="4966957"/>
                  </a:lnTo>
                  <a:lnTo>
                    <a:pt x="1541140" y="4966957"/>
                  </a:lnTo>
                  <a:lnTo>
                    <a:pt x="1541265" y="4966957"/>
                  </a:lnTo>
                  <a:lnTo>
                    <a:pt x="1541515" y="4966957"/>
                  </a:lnTo>
                  <a:lnTo>
                    <a:pt x="1541765" y="4966957"/>
                  </a:lnTo>
                  <a:lnTo>
                    <a:pt x="1541890" y="4966957"/>
                  </a:lnTo>
                  <a:lnTo>
                    <a:pt x="1542015" y="4966957"/>
                  </a:lnTo>
                  <a:lnTo>
                    <a:pt x="1542265" y="4966957"/>
                  </a:lnTo>
                  <a:lnTo>
                    <a:pt x="1542390" y="4966957"/>
                  </a:lnTo>
                  <a:lnTo>
                    <a:pt x="1542515" y="4966957"/>
                  </a:lnTo>
                  <a:lnTo>
                    <a:pt x="1542640" y="4966957"/>
                  </a:lnTo>
                  <a:lnTo>
                    <a:pt x="1542765" y="4966957"/>
                  </a:lnTo>
                  <a:lnTo>
                    <a:pt x="1542890" y="4966957"/>
                  </a:lnTo>
                  <a:lnTo>
                    <a:pt x="1543015" y="4966957"/>
                  </a:lnTo>
                  <a:lnTo>
                    <a:pt x="1543390" y="4966957"/>
                  </a:lnTo>
                  <a:lnTo>
                    <a:pt x="1543515" y="4966957"/>
                  </a:lnTo>
                  <a:lnTo>
                    <a:pt x="1543641" y="4966957"/>
                  </a:lnTo>
                  <a:lnTo>
                    <a:pt x="1544266" y="4957003"/>
                  </a:lnTo>
                  <a:lnTo>
                    <a:pt x="1544516" y="4957003"/>
                  </a:lnTo>
                  <a:lnTo>
                    <a:pt x="1544891" y="4957003"/>
                  </a:lnTo>
                  <a:lnTo>
                    <a:pt x="1545016" y="4957003"/>
                  </a:lnTo>
                  <a:lnTo>
                    <a:pt x="1545641" y="4957003"/>
                  </a:lnTo>
                  <a:lnTo>
                    <a:pt x="1545766" y="4957003"/>
                  </a:lnTo>
                  <a:lnTo>
                    <a:pt x="1546016" y="4957003"/>
                  </a:lnTo>
                  <a:lnTo>
                    <a:pt x="1546266" y="4957003"/>
                  </a:lnTo>
                  <a:lnTo>
                    <a:pt x="1546391" y="4957003"/>
                  </a:lnTo>
                  <a:lnTo>
                    <a:pt x="1546516" y="4957003"/>
                  </a:lnTo>
                  <a:lnTo>
                    <a:pt x="1546642" y="4957003"/>
                  </a:lnTo>
                  <a:lnTo>
                    <a:pt x="1546767" y="4957003"/>
                  </a:lnTo>
                  <a:lnTo>
                    <a:pt x="1546892" y="4957003"/>
                  </a:lnTo>
                  <a:lnTo>
                    <a:pt x="1547017" y="4957003"/>
                  </a:lnTo>
                  <a:lnTo>
                    <a:pt x="1547142" y="4957003"/>
                  </a:lnTo>
                  <a:lnTo>
                    <a:pt x="1547517" y="4957003"/>
                  </a:lnTo>
                  <a:lnTo>
                    <a:pt x="1547642" y="4957003"/>
                  </a:lnTo>
                  <a:lnTo>
                    <a:pt x="1547767" y="4957003"/>
                  </a:lnTo>
                  <a:lnTo>
                    <a:pt x="1547892" y="4957003"/>
                  </a:lnTo>
                  <a:lnTo>
                    <a:pt x="1548267" y="4957003"/>
                  </a:lnTo>
                  <a:lnTo>
                    <a:pt x="1548392" y="4957003"/>
                  </a:lnTo>
                  <a:lnTo>
                    <a:pt x="1548517" y="4957003"/>
                  </a:lnTo>
                  <a:lnTo>
                    <a:pt x="1548642" y="4957003"/>
                  </a:lnTo>
                  <a:lnTo>
                    <a:pt x="1548767" y="4957003"/>
                  </a:lnTo>
                  <a:lnTo>
                    <a:pt x="1549142" y="4957003"/>
                  </a:lnTo>
                  <a:lnTo>
                    <a:pt x="1549267" y="4957003"/>
                  </a:lnTo>
                  <a:lnTo>
                    <a:pt x="1549392" y="4957003"/>
                  </a:lnTo>
                  <a:lnTo>
                    <a:pt x="1549517" y="4957003"/>
                  </a:lnTo>
                  <a:lnTo>
                    <a:pt x="1549643" y="4957003"/>
                  </a:lnTo>
                  <a:lnTo>
                    <a:pt x="1549768" y="4957003"/>
                  </a:lnTo>
                  <a:lnTo>
                    <a:pt x="1549893" y="4957003"/>
                  </a:lnTo>
                  <a:lnTo>
                    <a:pt x="1550268" y="4957003"/>
                  </a:lnTo>
                  <a:lnTo>
                    <a:pt x="1550643" y="4957003"/>
                  </a:lnTo>
                  <a:lnTo>
                    <a:pt x="1550768" y="4957003"/>
                  </a:lnTo>
                  <a:lnTo>
                    <a:pt x="1551018" y="4957003"/>
                  </a:lnTo>
                  <a:lnTo>
                    <a:pt x="1551143" y="4947049"/>
                  </a:lnTo>
                  <a:lnTo>
                    <a:pt x="1551518" y="4947049"/>
                  </a:lnTo>
                  <a:lnTo>
                    <a:pt x="1551643" y="4947049"/>
                  </a:lnTo>
                  <a:lnTo>
                    <a:pt x="1552018" y="4947049"/>
                  </a:lnTo>
                  <a:lnTo>
                    <a:pt x="1552143" y="4947049"/>
                  </a:lnTo>
                  <a:lnTo>
                    <a:pt x="1552268" y="4947049"/>
                  </a:lnTo>
                  <a:lnTo>
                    <a:pt x="1552644" y="4947049"/>
                  </a:lnTo>
                  <a:lnTo>
                    <a:pt x="1552894" y="4947049"/>
                  </a:lnTo>
                  <a:lnTo>
                    <a:pt x="1553394" y="4947049"/>
                  </a:lnTo>
                  <a:lnTo>
                    <a:pt x="1553644" y="4947049"/>
                  </a:lnTo>
                  <a:lnTo>
                    <a:pt x="1553769" y="4947049"/>
                  </a:lnTo>
                  <a:lnTo>
                    <a:pt x="1553894" y="4947049"/>
                  </a:lnTo>
                  <a:lnTo>
                    <a:pt x="1554019" y="4947049"/>
                  </a:lnTo>
                  <a:lnTo>
                    <a:pt x="1554394" y="4947049"/>
                  </a:lnTo>
                  <a:lnTo>
                    <a:pt x="1554519" y="4947049"/>
                  </a:lnTo>
                  <a:lnTo>
                    <a:pt x="1554644" y="4947049"/>
                  </a:lnTo>
                  <a:lnTo>
                    <a:pt x="1555520" y="4947049"/>
                  </a:lnTo>
                  <a:lnTo>
                    <a:pt x="1555645" y="4947049"/>
                  </a:lnTo>
                  <a:lnTo>
                    <a:pt x="1555770" y="4947049"/>
                  </a:lnTo>
                  <a:lnTo>
                    <a:pt x="1555895" y="4947049"/>
                  </a:lnTo>
                  <a:lnTo>
                    <a:pt x="1556145" y="4947049"/>
                  </a:lnTo>
                  <a:lnTo>
                    <a:pt x="1556270" y="4947049"/>
                  </a:lnTo>
                  <a:lnTo>
                    <a:pt x="1556395" y="4947049"/>
                  </a:lnTo>
                  <a:lnTo>
                    <a:pt x="1556770" y="4947049"/>
                  </a:lnTo>
                  <a:lnTo>
                    <a:pt x="1557020" y="4947049"/>
                  </a:lnTo>
                  <a:lnTo>
                    <a:pt x="1557145" y="4947049"/>
                  </a:lnTo>
                  <a:lnTo>
                    <a:pt x="1557270" y="4947049"/>
                  </a:lnTo>
                  <a:lnTo>
                    <a:pt x="1557395" y="4947049"/>
                  </a:lnTo>
                  <a:lnTo>
                    <a:pt x="1557520" y="4947049"/>
                  </a:lnTo>
                  <a:lnTo>
                    <a:pt x="1558145" y="4947049"/>
                  </a:lnTo>
                  <a:lnTo>
                    <a:pt x="1558270" y="4947049"/>
                  </a:lnTo>
                  <a:lnTo>
                    <a:pt x="1558395" y="4947049"/>
                  </a:lnTo>
                  <a:lnTo>
                    <a:pt x="1558521" y="4947049"/>
                  </a:lnTo>
                  <a:lnTo>
                    <a:pt x="1558646" y="4947049"/>
                  </a:lnTo>
                  <a:lnTo>
                    <a:pt x="1558771" y="4947049"/>
                  </a:lnTo>
                  <a:lnTo>
                    <a:pt x="1558896" y="4947049"/>
                  </a:lnTo>
                  <a:lnTo>
                    <a:pt x="1559146" y="4947049"/>
                  </a:lnTo>
                  <a:lnTo>
                    <a:pt x="1559271" y="4947049"/>
                  </a:lnTo>
                  <a:lnTo>
                    <a:pt x="1559396" y="4947049"/>
                  </a:lnTo>
                  <a:lnTo>
                    <a:pt x="1559646" y="4947049"/>
                  </a:lnTo>
                  <a:lnTo>
                    <a:pt x="1559771" y="4947049"/>
                  </a:lnTo>
                  <a:lnTo>
                    <a:pt x="1559896" y="4947049"/>
                  </a:lnTo>
                  <a:lnTo>
                    <a:pt x="1560021" y="4947049"/>
                  </a:lnTo>
                  <a:lnTo>
                    <a:pt x="1560146" y="4947049"/>
                  </a:lnTo>
                  <a:lnTo>
                    <a:pt x="1560521" y="4947049"/>
                  </a:lnTo>
                  <a:lnTo>
                    <a:pt x="1560646" y="4947049"/>
                  </a:lnTo>
                  <a:lnTo>
                    <a:pt x="1560896" y="4947049"/>
                  </a:lnTo>
                  <a:lnTo>
                    <a:pt x="1561146" y="4947049"/>
                  </a:lnTo>
                  <a:lnTo>
                    <a:pt x="1561647" y="4947049"/>
                  </a:lnTo>
                  <a:lnTo>
                    <a:pt x="1561897" y="4947049"/>
                  </a:lnTo>
                  <a:lnTo>
                    <a:pt x="1562147" y="4947049"/>
                  </a:lnTo>
                  <a:lnTo>
                    <a:pt x="1562272" y="4947049"/>
                  </a:lnTo>
                  <a:lnTo>
                    <a:pt x="1562397" y="4947049"/>
                  </a:lnTo>
                  <a:lnTo>
                    <a:pt x="1562647" y="4947049"/>
                  </a:lnTo>
                  <a:lnTo>
                    <a:pt x="1562772" y="4947049"/>
                  </a:lnTo>
                  <a:lnTo>
                    <a:pt x="1563022" y="4947049"/>
                  </a:lnTo>
                  <a:lnTo>
                    <a:pt x="1563397" y="4947049"/>
                  </a:lnTo>
                  <a:lnTo>
                    <a:pt x="1563647" y="4947049"/>
                  </a:lnTo>
                  <a:lnTo>
                    <a:pt x="1563772" y="4947049"/>
                  </a:lnTo>
                  <a:lnTo>
                    <a:pt x="1563897" y="4947049"/>
                  </a:lnTo>
                  <a:lnTo>
                    <a:pt x="1564022" y="4947049"/>
                  </a:lnTo>
                  <a:lnTo>
                    <a:pt x="1564147" y="4947049"/>
                  </a:lnTo>
                  <a:lnTo>
                    <a:pt x="1564397" y="4947049"/>
                  </a:lnTo>
                  <a:lnTo>
                    <a:pt x="1564523" y="4947049"/>
                  </a:lnTo>
                  <a:lnTo>
                    <a:pt x="1564648" y="4947049"/>
                  </a:lnTo>
                  <a:lnTo>
                    <a:pt x="1564773" y="4947049"/>
                  </a:lnTo>
                  <a:lnTo>
                    <a:pt x="1565148" y="4947049"/>
                  </a:lnTo>
                  <a:lnTo>
                    <a:pt x="1565273" y="4947049"/>
                  </a:lnTo>
                  <a:lnTo>
                    <a:pt x="1566148" y="4947049"/>
                  </a:lnTo>
                  <a:lnTo>
                    <a:pt x="1566273" y="4947049"/>
                  </a:lnTo>
                  <a:lnTo>
                    <a:pt x="1566523" y="4947049"/>
                  </a:lnTo>
                  <a:lnTo>
                    <a:pt x="1566648" y="4947049"/>
                  </a:lnTo>
                  <a:lnTo>
                    <a:pt x="1566773" y="4947049"/>
                  </a:lnTo>
                  <a:lnTo>
                    <a:pt x="1566898" y="4947049"/>
                  </a:lnTo>
                  <a:lnTo>
                    <a:pt x="1567023" y="4947049"/>
                  </a:lnTo>
                  <a:lnTo>
                    <a:pt x="1567148" y="4947049"/>
                  </a:lnTo>
                  <a:lnTo>
                    <a:pt x="1567273" y="4947049"/>
                  </a:lnTo>
                  <a:lnTo>
                    <a:pt x="1567649" y="4947049"/>
                  </a:lnTo>
                  <a:lnTo>
                    <a:pt x="1568024" y="4947049"/>
                  </a:lnTo>
                  <a:lnTo>
                    <a:pt x="1568274" y="4947049"/>
                  </a:lnTo>
                  <a:lnTo>
                    <a:pt x="1568649" y="4947049"/>
                  </a:lnTo>
                  <a:lnTo>
                    <a:pt x="1569024" y="4947049"/>
                  </a:lnTo>
                  <a:lnTo>
                    <a:pt x="1569149" y="4947049"/>
                  </a:lnTo>
                  <a:lnTo>
                    <a:pt x="1569274" y="4947049"/>
                  </a:lnTo>
                  <a:lnTo>
                    <a:pt x="1569399" y="4947049"/>
                  </a:lnTo>
                  <a:lnTo>
                    <a:pt x="1569524" y="4947049"/>
                  </a:lnTo>
                  <a:lnTo>
                    <a:pt x="1569774" y="4947049"/>
                  </a:lnTo>
                  <a:lnTo>
                    <a:pt x="1570149" y="4947049"/>
                  </a:lnTo>
                  <a:lnTo>
                    <a:pt x="1570399" y="4947049"/>
                  </a:lnTo>
                  <a:lnTo>
                    <a:pt x="1570525" y="4947049"/>
                  </a:lnTo>
                  <a:lnTo>
                    <a:pt x="1570650" y="4947049"/>
                  </a:lnTo>
                  <a:lnTo>
                    <a:pt x="1570650" y="4937096"/>
                  </a:lnTo>
                  <a:lnTo>
                    <a:pt x="1571025" y="4937096"/>
                  </a:lnTo>
                  <a:lnTo>
                    <a:pt x="1571400" y="4937096"/>
                  </a:lnTo>
                  <a:lnTo>
                    <a:pt x="1571525" y="4937096"/>
                  </a:lnTo>
                  <a:lnTo>
                    <a:pt x="1571650" y="4937096"/>
                  </a:lnTo>
                  <a:lnTo>
                    <a:pt x="1572025" y="4937096"/>
                  </a:lnTo>
                  <a:lnTo>
                    <a:pt x="1572150" y="4937096"/>
                  </a:lnTo>
                  <a:lnTo>
                    <a:pt x="1572525" y="4937096"/>
                  </a:lnTo>
                  <a:lnTo>
                    <a:pt x="1572650" y="4937096"/>
                  </a:lnTo>
                  <a:lnTo>
                    <a:pt x="1572900" y="4937096"/>
                  </a:lnTo>
                  <a:lnTo>
                    <a:pt x="1573651" y="4937096"/>
                  </a:lnTo>
                  <a:lnTo>
                    <a:pt x="1574026" y="4937096"/>
                  </a:lnTo>
                  <a:lnTo>
                    <a:pt x="1574151" y="4937096"/>
                  </a:lnTo>
                  <a:lnTo>
                    <a:pt x="1574276" y="4937096"/>
                  </a:lnTo>
                  <a:lnTo>
                    <a:pt x="1574401" y="4937096"/>
                  </a:lnTo>
                  <a:lnTo>
                    <a:pt x="1575151" y="4937096"/>
                  </a:lnTo>
                  <a:lnTo>
                    <a:pt x="1575276" y="4937096"/>
                  </a:lnTo>
                  <a:lnTo>
                    <a:pt x="1575401" y="4937096"/>
                  </a:lnTo>
                  <a:lnTo>
                    <a:pt x="1575651" y="4937096"/>
                  </a:lnTo>
                  <a:lnTo>
                    <a:pt x="1575776" y="4937096"/>
                  </a:lnTo>
                  <a:lnTo>
                    <a:pt x="1575901" y="4937096"/>
                  </a:lnTo>
                  <a:lnTo>
                    <a:pt x="1576151" y="4937096"/>
                  </a:lnTo>
                  <a:lnTo>
                    <a:pt x="1576527" y="4937096"/>
                  </a:lnTo>
                  <a:lnTo>
                    <a:pt x="1576902" y="4937096"/>
                  </a:lnTo>
                  <a:lnTo>
                    <a:pt x="1577152" y="4937096"/>
                  </a:lnTo>
                  <a:lnTo>
                    <a:pt x="1577277" y="4937096"/>
                  </a:lnTo>
                  <a:lnTo>
                    <a:pt x="1577402" y="4937096"/>
                  </a:lnTo>
                  <a:lnTo>
                    <a:pt x="1577527" y="4937096"/>
                  </a:lnTo>
                  <a:lnTo>
                    <a:pt x="1577777" y="4937096"/>
                  </a:lnTo>
                  <a:lnTo>
                    <a:pt x="1578027" y="4937096"/>
                  </a:lnTo>
                  <a:lnTo>
                    <a:pt x="1578527" y="4937096"/>
                  </a:lnTo>
                  <a:lnTo>
                    <a:pt x="1578652" y="4937096"/>
                  </a:lnTo>
                  <a:lnTo>
                    <a:pt x="1578777" y="4937096"/>
                  </a:lnTo>
                  <a:lnTo>
                    <a:pt x="1579027" y="4937096"/>
                  </a:lnTo>
                  <a:lnTo>
                    <a:pt x="1579778" y="4937096"/>
                  </a:lnTo>
                  <a:lnTo>
                    <a:pt x="1580028" y="4937096"/>
                  </a:lnTo>
                  <a:lnTo>
                    <a:pt x="1580153" y="4937096"/>
                  </a:lnTo>
                  <a:lnTo>
                    <a:pt x="1580278" y="4937096"/>
                  </a:lnTo>
                  <a:lnTo>
                    <a:pt x="1580403" y="4937096"/>
                  </a:lnTo>
                  <a:lnTo>
                    <a:pt x="1580653" y="4937096"/>
                  </a:lnTo>
                  <a:lnTo>
                    <a:pt x="1581028" y="4937096"/>
                  </a:lnTo>
                  <a:lnTo>
                    <a:pt x="1581528" y="4937096"/>
                  </a:lnTo>
                  <a:lnTo>
                    <a:pt x="1581653" y="4937096"/>
                  </a:lnTo>
                  <a:lnTo>
                    <a:pt x="1581778" y="4937096"/>
                  </a:lnTo>
                  <a:lnTo>
                    <a:pt x="1581903" y="4937096"/>
                  </a:lnTo>
                  <a:lnTo>
                    <a:pt x="1582153" y="4937096"/>
                  </a:lnTo>
                  <a:lnTo>
                    <a:pt x="1582278" y="4937096"/>
                  </a:lnTo>
                  <a:lnTo>
                    <a:pt x="1582529" y="4937096"/>
                  </a:lnTo>
                  <a:lnTo>
                    <a:pt x="1582779" y="4937096"/>
                  </a:lnTo>
                  <a:lnTo>
                    <a:pt x="1583029" y="4937096"/>
                  </a:lnTo>
                  <a:lnTo>
                    <a:pt x="1583154" y="4937096"/>
                  </a:lnTo>
                  <a:lnTo>
                    <a:pt x="1583279" y="4937096"/>
                  </a:lnTo>
                  <a:lnTo>
                    <a:pt x="1583404" y="4937096"/>
                  </a:lnTo>
                  <a:lnTo>
                    <a:pt x="1583529" y="4937096"/>
                  </a:lnTo>
                  <a:lnTo>
                    <a:pt x="1583654" y="4937096"/>
                  </a:lnTo>
                  <a:lnTo>
                    <a:pt x="1583779" y="4937096"/>
                  </a:lnTo>
                  <a:lnTo>
                    <a:pt x="1584029" y="4937096"/>
                  </a:lnTo>
                  <a:lnTo>
                    <a:pt x="1584529" y="4937096"/>
                  </a:lnTo>
                  <a:lnTo>
                    <a:pt x="1584779" y="4937096"/>
                  </a:lnTo>
                  <a:lnTo>
                    <a:pt x="1585029" y="4937096"/>
                  </a:lnTo>
                  <a:lnTo>
                    <a:pt x="1585154" y="4937096"/>
                  </a:lnTo>
                  <a:lnTo>
                    <a:pt x="1585279" y="4937096"/>
                  </a:lnTo>
                  <a:lnTo>
                    <a:pt x="1585530" y="4937096"/>
                  </a:lnTo>
                  <a:lnTo>
                    <a:pt x="1585655" y="4937096"/>
                  </a:lnTo>
                  <a:lnTo>
                    <a:pt x="1585780" y="4937096"/>
                  </a:lnTo>
                  <a:lnTo>
                    <a:pt x="1586405" y="4937096"/>
                  </a:lnTo>
                  <a:lnTo>
                    <a:pt x="1586530" y="4937096"/>
                  </a:lnTo>
                  <a:lnTo>
                    <a:pt x="1586655" y="4937096"/>
                  </a:lnTo>
                  <a:lnTo>
                    <a:pt x="1586780" y="4937096"/>
                  </a:lnTo>
                  <a:lnTo>
                    <a:pt x="1587030" y="4937096"/>
                  </a:lnTo>
                  <a:lnTo>
                    <a:pt x="1587155" y="4937096"/>
                  </a:lnTo>
                  <a:lnTo>
                    <a:pt x="1587280" y="4937096"/>
                  </a:lnTo>
                  <a:lnTo>
                    <a:pt x="1587655" y="4937096"/>
                  </a:lnTo>
                  <a:lnTo>
                    <a:pt x="1587780" y="4937096"/>
                  </a:lnTo>
                  <a:lnTo>
                    <a:pt x="1587905" y="4937096"/>
                  </a:lnTo>
                  <a:lnTo>
                    <a:pt x="1588030" y="4937096"/>
                  </a:lnTo>
                  <a:lnTo>
                    <a:pt x="1588155" y="4937096"/>
                  </a:lnTo>
                  <a:lnTo>
                    <a:pt x="1588405" y="4937096"/>
                  </a:lnTo>
                  <a:lnTo>
                    <a:pt x="1588531" y="4937096"/>
                  </a:lnTo>
                  <a:lnTo>
                    <a:pt x="1588656" y="4937096"/>
                  </a:lnTo>
                  <a:lnTo>
                    <a:pt x="1588781" y="4937096"/>
                  </a:lnTo>
                  <a:lnTo>
                    <a:pt x="1588906" y="4937096"/>
                  </a:lnTo>
                  <a:lnTo>
                    <a:pt x="1589156" y="4937096"/>
                  </a:lnTo>
                  <a:lnTo>
                    <a:pt x="1589406" y="4937096"/>
                  </a:lnTo>
                  <a:lnTo>
                    <a:pt x="1590031" y="4937096"/>
                  </a:lnTo>
                  <a:lnTo>
                    <a:pt x="1590281" y="4937096"/>
                  </a:lnTo>
                  <a:lnTo>
                    <a:pt x="1590531" y="4937096"/>
                  </a:lnTo>
                  <a:lnTo>
                    <a:pt x="1590656" y="4937096"/>
                  </a:lnTo>
                  <a:lnTo>
                    <a:pt x="1590781" y="4937096"/>
                  </a:lnTo>
                  <a:lnTo>
                    <a:pt x="1591031" y="4937096"/>
                  </a:lnTo>
                  <a:lnTo>
                    <a:pt x="1591156" y="4937096"/>
                  </a:lnTo>
                  <a:lnTo>
                    <a:pt x="1591281" y="4937096"/>
                  </a:lnTo>
                  <a:lnTo>
                    <a:pt x="1591407" y="4937096"/>
                  </a:lnTo>
                  <a:lnTo>
                    <a:pt x="1591532" y="4937096"/>
                  </a:lnTo>
                  <a:lnTo>
                    <a:pt x="1591657" y="4937096"/>
                  </a:lnTo>
                  <a:lnTo>
                    <a:pt x="1592032" y="4937096"/>
                  </a:lnTo>
                  <a:lnTo>
                    <a:pt x="1592157" y="4937096"/>
                  </a:lnTo>
                  <a:lnTo>
                    <a:pt x="1592282" y="4937096"/>
                  </a:lnTo>
                  <a:lnTo>
                    <a:pt x="1592407" y="4937096"/>
                  </a:lnTo>
                  <a:lnTo>
                    <a:pt x="1593157" y="4937096"/>
                  </a:lnTo>
                  <a:lnTo>
                    <a:pt x="1593282" y="4937096"/>
                  </a:lnTo>
                  <a:lnTo>
                    <a:pt x="1593407" y="4937096"/>
                  </a:lnTo>
                  <a:lnTo>
                    <a:pt x="1593532" y="4937096"/>
                  </a:lnTo>
                  <a:lnTo>
                    <a:pt x="1593657" y="4937096"/>
                  </a:lnTo>
                  <a:lnTo>
                    <a:pt x="1593782" y="4937096"/>
                  </a:lnTo>
                  <a:lnTo>
                    <a:pt x="1593907" y="4937096"/>
                  </a:lnTo>
                  <a:lnTo>
                    <a:pt x="1594282" y="4937096"/>
                  </a:lnTo>
                  <a:lnTo>
                    <a:pt x="1594408" y="4937096"/>
                  </a:lnTo>
                  <a:lnTo>
                    <a:pt x="1594533" y="4937096"/>
                  </a:lnTo>
                  <a:lnTo>
                    <a:pt x="1594658" y="4937096"/>
                  </a:lnTo>
                  <a:lnTo>
                    <a:pt x="1594783" y="4937096"/>
                  </a:lnTo>
                  <a:lnTo>
                    <a:pt x="1594908" y="4937096"/>
                  </a:lnTo>
                  <a:lnTo>
                    <a:pt x="1595033" y="4937096"/>
                  </a:lnTo>
                  <a:lnTo>
                    <a:pt x="1595158" y="4937096"/>
                  </a:lnTo>
                  <a:lnTo>
                    <a:pt x="1595533" y="4937096"/>
                  </a:lnTo>
                  <a:lnTo>
                    <a:pt x="1595908" y="4937096"/>
                  </a:lnTo>
                  <a:lnTo>
                    <a:pt x="1596033" y="4937096"/>
                  </a:lnTo>
                  <a:lnTo>
                    <a:pt x="1596158" y="4937096"/>
                  </a:lnTo>
                  <a:lnTo>
                    <a:pt x="1596408" y="4937096"/>
                  </a:lnTo>
                  <a:lnTo>
                    <a:pt x="1596533" y="4937096"/>
                  </a:lnTo>
                  <a:lnTo>
                    <a:pt x="1596908" y="4937096"/>
                  </a:lnTo>
                  <a:lnTo>
                    <a:pt x="1597409" y="4937096"/>
                  </a:lnTo>
                  <a:lnTo>
                    <a:pt x="1597534" y="4937096"/>
                  </a:lnTo>
                  <a:lnTo>
                    <a:pt x="1597784" y="4937096"/>
                  </a:lnTo>
                  <a:lnTo>
                    <a:pt x="1597909" y="4937096"/>
                  </a:lnTo>
                  <a:lnTo>
                    <a:pt x="1598034" y="4937096"/>
                  </a:lnTo>
                  <a:lnTo>
                    <a:pt x="1598159" y="4937096"/>
                  </a:lnTo>
                  <a:lnTo>
                    <a:pt x="1598534" y="4937096"/>
                  </a:lnTo>
                  <a:lnTo>
                    <a:pt x="1598659" y="4937096"/>
                  </a:lnTo>
                  <a:lnTo>
                    <a:pt x="1599034" y="4937096"/>
                  </a:lnTo>
                  <a:lnTo>
                    <a:pt x="1599159" y="4937096"/>
                  </a:lnTo>
                  <a:lnTo>
                    <a:pt x="1599409" y="4927142"/>
                  </a:lnTo>
                  <a:lnTo>
                    <a:pt x="1599534" y="4927142"/>
                  </a:lnTo>
                  <a:lnTo>
                    <a:pt x="1599784" y="4927142"/>
                  </a:lnTo>
                  <a:lnTo>
                    <a:pt x="1600034" y="4927142"/>
                  </a:lnTo>
                  <a:lnTo>
                    <a:pt x="1600284" y="4927142"/>
                  </a:lnTo>
                  <a:lnTo>
                    <a:pt x="1600410" y="4927142"/>
                  </a:lnTo>
                  <a:lnTo>
                    <a:pt x="1600535" y="4927142"/>
                  </a:lnTo>
                  <a:lnTo>
                    <a:pt x="1601160" y="4927142"/>
                  </a:lnTo>
                  <a:lnTo>
                    <a:pt x="1601285" y="4927142"/>
                  </a:lnTo>
                  <a:lnTo>
                    <a:pt x="1601785" y="4927142"/>
                  </a:lnTo>
                  <a:lnTo>
                    <a:pt x="1601910" y="4927142"/>
                  </a:lnTo>
                  <a:lnTo>
                    <a:pt x="1602035" y="4927142"/>
                  </a:lnTo>
                  <a:lnTo>
                    <a:pt x="1602160" y="4927142"/>
                  </a:lnTo>
                  <a:lnTo>
                    <a:pt x="1602285" y="4927142"/>
                  </a:lnTo>
                  <a:lnTo>
                    <a:pt x="1602660" y="4927142"/>
                  </a:lnTo>
                  <a:lnTo>
                    <a:pt x="1602910" y="4927142"/>
                  </a:lnTo>
                  <a:lnTo>
                    <a:pt x="1603035" y="4927142"/>
                  </a:lnTo>
                  <a:lnTo>
                    <a:pt x="1603285" y="4927142"/>
                  </a:lnTo>
                  <a:lnTo>
                    <a:pt x="1603911" y="4927142"/>
                  </a:lnTo>
                  <a:lnTo>
                    <a:pt x="1604036" y="4927142"/>
                  </a:lnTo>
                  <a:lnTo>
                    <a:pt x="1604161" y="4927142"/>
                  </a:lnTo>
                  <a:lnTo>
                    <a:pt x="1604286" y="4927142"/>
                  </a:lnTo>
                  <a:lnTo>
                    <a:pt x="1604661" y="4927142"/>
                  </a:lnTo>
                  <a:lnTo>
                    <a:pt x="1604911" y="4927142"/>
                  </a:lnTo>
                  <a:lnTo>
                    <a:pt x="1605161" y="4927142"/>
                  </a:lnTo>
                  <a:lnTo>
                    <a:pt x="1605411" y="4927142"/>
                  </a:lnTo>
                  <a:lnTo>
                    <a:pt x="1605536" y="4927142"/>
                  </a:lnTo>
                  <a:lnTo>
                    <a:pt x="1605661" y="4927142"/>
                  </a:lnTo>
                  <a:lnTo>
                    <a:pt x="1606036" y="4927142"/>
                  </a:lnTo>
                  <a:lnTo>
                    <a:pt x="1606161" y="4927142"/>
                  </a:lnTo>
                  <a:lnTo>
                    <a:pt x="1606412" y="4927142"/>
                  </a:lnTo>
                  <a:lnTo>
                    <a:pt x="1606662" y="4927142"/>
                  </a:lnTo>
                  <a:lnTo>
                    <a:pt x="1606787" y="4927142"/>
                  </a:lnTo>
                  <a:lnTo>
                    <a:pt x="1606912" y="4927142"/>
                  </a:lnTo>
                  <a:lnTo>
                    <a:pt x="1607162" y="4927142"/>
                  </a:lnTo>
                  <a:lnTo>
                    <a:pt x="1607912" y="4927142"/>
                  </a:lnTo>
                  <a:lnTo>
                    <a:pt x="1608037" y="4927142"/>
                  </a:lnTo>
                  <a:lnTo>
                    <a:pt x="1608412" y="4927142"/>
                  </a:lnTo>
                  <a:lnTo>
                    <a:pt x="1608537" y="4927142"/>
                  </a:lnTo>
                  <a:lnTo>
                    <a:pt x="1608787" y="4927142"/>
                  </a:lnTo>
                  <a:lnTo>
                    <a:pt x="1608912" y="4927142"/>
                  </a:lnTo>
                  <a:lnTo>
                    <a:pt x="1609037" y="4927142"/>
                  </a:lnTo>
                  <a:lnTo>
                    <a:pt x="1609162" y="4927142"/>
                  </a:lnTo>
                  <a:lnTo>
                    <a:pt x="1609287" y="4927142"/>
                  </a:lnTo>
                  <a:lnTo>
                    <a:pt x="1609413" y="4917188"/>
                  </a:lnTo>
                  <a:lnTo>
                    <a:pt x="1609538" y="4917188"/>
                  </a:lnTo>
                  <a:lnTo>
                    <a:pt x="1609663" y="4917188"/>
                  </a:lnTo>
                  <a:lnTo>
                    <a:pt x="1609788" y="4917188"/>
                  </a:lnTo>
                  <a:lnTo>
                    <a:pt x="1609913" y="4917188"/>
                  </a:lnTo>
                  <a:lnTo>
                    <a:pt x="1610163" y="4917188"/>
                  </a:lnTo>
                  <a:lnTo>
                    <a:pt x="1610288" y="4917188"/>
                  </a:lnTo>
                  <a:lnTo>
                    <a:pt x="1610413" y="4917188"/>
                  </a:lnTo>
                  <a:lnTo>
                    <a:pt x="1610538" y="4917188"/>
                  </a:lnTo>
                  <a:lnTo>
                    <a:pt x="1610788" y="4917188"/>
                  </a:lnTo>
                  <a:lnTo>
                    <a:pt x="1611038" y="4917188"/>
                  </a:lnTo>
                  <a:lnTo>
                    <a:pt x="1611413" y="4917188"/>
                  </a:lnTo>
                  <a:lnTo>
                    <a:pt x="1611538" y="4917188"/>
                  </a:lnTo>
                  <a:lnTo>
                    <a:pt x="1611788" y="4917188"/>
                  </a:lnTo>
                  <a:lnTo>
                    <a:pt x="1612038" y="4917188"/>
                  </a:lnTo>
                  <a:lnTo>
                    <a:pt x="1612163" y="4917188"/>
                  </a:lnTo>
                  <a:lnTo>
                    <a:pt x="1612539" y="4917188"/>
                  </a:lnTo>
                  <a:lnTo>
                    <a:pt x="1612664" y="4917188"/>
                  </a:lnTo>
                  <a:lnTo>
                    <a:pt x="1612914" y="4917188"/>
                  </a:lnTo>
                  <a:lnTo>
                    <a:pt x="1613039" y="4917188"/>
                  </a:lnTo>
                  <a:lnTo>
                    <a:pt x="1613164" y="4917188"/>
                  </a:lnTo>
                  <a:lnTo>
                    <a:pt x="1613289" y="4917188"/>
                  </a:lnTo>
                  <a:lnTo>
                    <a:pt x="1613414" y="4917188"/>
                  </a:lnTo>
                  <a:lnTo>
                    <a:pt x="1613539" y="4917188"/>
                  </a:lnTo>
                  <a:lnTo>
                    <a:pt x="1613789" y="4917188"/>
                  </a:lnTo>
                  <a:lnTo>
                    <a:pt x="1613914" y="4917188"/>
                  </a:lnTo>
                  <a:lnTo>
                    <a:pt x="1614039" y="4917188"/>
                  </a:lnTo>
                  <a:lnTo>
                    <a:pt x="1614414" y="4917188"/>
                  </a:lnTo>
                  <a:lnTo>
                    <a:pt x="1614664" y="4917188"/>
                  </a:lnTo>
                  <a:lnTo>
                    <a:pt x="1614914" y="4917188"/>
                  </a:lnTo>
                  <a:lnTo>
                    <a:pt x="1615039" y="4917188"/>
                  </a:lnTo>
                  <a:lnTo>
                    <a:pt x="1615164" y="4917188"/>
                  </a:lnTo>
                  <a:lnTo>
                    <a:pt x="1615289" y="4917188"/>
                  </a:lnTo>
                  <a:lnTo>
                    <a:pt x="1615665" y="4917188"/>
                  </a:lnTo>
                  <a:lnTo>
                    <a:pt x="1615790" y="4917188"/>
                  </a:lnTo>
                  <a:lnTo>
                    <a:pt x="1616415" y="4907234"/>
                  </a:lnTo>
                  <a:lnTo>
                    <a:pt x="1616790" y="4907234"/>
                  </a:lnTo>
                  <a:lnTo>
                    <a:pt x="1617040" y="4907234"/>
                  </a:lnTo>
                  <a:lnTo>
                    <a:pt x="1617165" y="4907234"/>
                  </a:lnTo>
                  <a:lnTo>
                    <a:pt x="1617415" y="4907234"/>
                  </a:lnTo>
                  <a:lnTo>
                    <a:pt x="1617540" y="4907234"/>
                  </a:lnTo>
                  <a:lnTo>
                    <a:pt x="1617665" y="4907234"/>
                  </a:lnTo>
                  <a:lnTo>
                    <a:pt x="1617790" y="4907234"/>
                  </a:lnTo>
                  <a:lnTo>
                    <a:pt x="1617915" y="4907234"/>
                  </a:lnTo>
                  <a:lnTo>
                    <a:pt x="1618040" y="4907234"/>
                  </a:lnTo>
                  <a:lnTo>
                    <a:pt x="1618165" y="4907234"/>
                  </a:lnTo>
                  <a:lnTo>
                    <a:pt x="1618290" y="4907234"/>
                  </a:lnTo>
                  <a:lnTo>
                    <a:pt x="1618416" y="4907234"/>
                  </a:lnTo>
                  <a:lnTo>
                    <a:pt x="1618541" y="4907234"/>
                  </a:lnTo>
                  <a:lnTo>
                    <a:pt x="1618666" y="4907234"/>
                  </a:lnTo>
                  <a:lnTo>
                    <a:pt x="1618791" y="4907234"/>
                  </a:lnTo>
                  <a:lnTo>
                    <a:pt x="1619041" y="4907234"/>
                  </a:lnTo>
                  <a:lnTo>
                    <a:pt x="1619416" y="4907234"/>
                  </a:lnTo>
                  <a:lnTo>
                    <a:pt x="1619541" y="4907234"/>
                  </a:lnTo>
                  <a:lnTo>
                    <a:pt x="1619666" y="4907234"/>
                  </a:lnTo>
                  <a:lnTo>
                    <a:pt x="1619791" y="4907234"/>
                  </a:lnTo>
                  <a:lnTo>
                    <a:pt x="1619916" y="4907234"/>
                  </a:lnTo>
                  <a:lnTo>
                    <a:pt x="1620041" y="4907234"/>
                  </a:lnTo>
                  <a:lnTo>
                    <a:pt x="1620166" y="4907234"/>
                  </a:lnTo>
                  <a:lnTo>
                    <a:pt x="1620666" y="4907234"/>
                  </a:lnTo>
                  <a:lnTo>
                    <a:pt x="1620791" y="4907234"/>
                  </a:lnTo>
                  <a:lnTo>
                    <a:pt x="1621166" y="4907234"/>
                  </a:lnTo>
                  <a:lnTo>
                    <a:pt x="1621291" y="4907234"/>
                  </a:lnTo>
                  <a:lnTo>
                    <a:pt x="1621542" y="4907234"/>
                  </a:lnTo>
                  <a:lnTo>
                    <a:pt x="1621667" y="4907234"/>
                  </a:lnTo>
                  <a:lnTo>
                    <a:pt x="1621792" y="4907234"/>
                  </a:lnTo>
                  <a:lnTo>
                    <a:pt x="1622042" y="4907234"/>
                  </a:lnTo>
                  <a:lnTo>
                    <a:pt x="1622167" y="4907234"/>
                  </a:lnTo>
                  <a:lnTo>
                    <a:pt x="1624042" y="4897280"/>
                  </a:lnTo>
                  <a:lnTo>
                    <a:pt x="1624167" y="4897280"/>
                  </a:lnTo>
                  <a:lnTo>
                    <a:pt x="1624292" y="4897280"/>
                  </a:lnTo>
                  <a:lnTo>
                    <a:pt x="1624418" y="4897280"/>
                  </a:lnTo>
                  <a:lnTo>
                    <a:pt x="1624668" y="4897280"/>
                  </a:lnTo>
                  <a:lnTo>
                    <a:pt x="1624793" y="4897280"/>
                  </a:lnTo>
                  <a:lnTo>
                    <a:pt x="1624918" y="4897280"/>
                  </a:lnTo>
                  <a:lnTo>
                    <a:pt x="1625168" y="4897280"/>
                  </a:lnTo>
                  <a:lnTo>
                    <a:pt x="1625543" y="4897280"/>
                  </a:lnTo>
                  <a:lnTo>
                    <a:pt x="1625668" y="4897280"/>
                  </a:lnTo>
                  <a:lnTo>
                    <a:pt x="1626293" y="4897280"/>
                  </a:lnTo>
                  <a:lnTo>
                    <a:pt x="1626543" y="4897280"/>
                  </a:lnTo>
                  <a:lnTo>
                    <a:pt x="1626918" y="4897280"/>
                  </a:lnTo>
                  <a:lnTo>
                    <a:pt x="1627043" y="4897280"/>
                  </a:lnTo>
                  <a:lnTo>
                    <a:pt x="1627168" y="4897280"/>
                  </a:lnTo>
                  <a:lnTo>
                    <a:pt x="1627544" y="4897280"/>
                  </a:lnTo>
                  <a:lnTo>
                    <a:pt x="1627669" y="4897280"/>
                  </a:lnTo>
                  <a:lnTo>
                    <a:pt x="1627794" y="4897280"/>
                  </a:lnTo>
                  <a:lnTo>
                    <a:pt x="1627919" y="4897280"/>
                  </a:lnTo>
                  <a:lnTo>
                    <a:pt x="1628044" y="4897280"/>
                  </a:lnTo>
                  <a:lnTo>
                    <a:pt x="1628169" y="4897280"/>
                  </a:lnTo>
                  <a:lnTo>
                    <a:pt x="1628294" y="4897280"/>
                  </a:lnTo>
                  <a:lnTo>
                    <a:pt x="1628419" y="4897280"/>
                  </a:lnTo>
                  <a:lnTo>
                    <a:pt x="1628544" y="4897280"/>
                  </a:lnTo>
                  <a:lnTo>
                    <a:pt x="1628919" y="4897280"/>
                  </a:lnTo>
                  <a:lnTo>
                    <a:pt x="1629044" y="4897280"/>
                  </a:lnTo>
                  <a:lnTo>
                    <a:pt x="1629169" y="4897280"/>
                  </a:lnTo>
                  <a:lnTo>
                    <a:pt x="1629294" y="4897280"/>
                  </a:lnTo>
                  <a:lnTo>
                    <a:pt x="1629419" y="4897280"/>
                  </a:lnTo>
                  <a:lnTo>
                    <a:pt x="1629669" y="4897280"/>
                  </a:lnTo>
                  <a:lnTo>
                    <a:pt x="1629794" y="4897280"/>
                  </a:lnTo>
                  <a:lnTo>
                    <a:pt x="1629919" y="4887326"/>
                  </a:lnTo>
                  <a:lnTo>
                    <a:pt x="1630169" y="4887326"/>
                  </a:lnTo>
                  <a:lnTo>
                    <a:pt x="1630295" y="4887326"/>
                  </a:lnTo>
                  <a:lnTo>
                    <a:pt x="1630420" y="4887326"/>
                  </a:lnTo>
                  <a:lnTo>
                    <a:pt x="1630545" y="4887326"/>
                  </a:lnTo>
                  <a:lnTo>
                    <a:pt x="1630670" y="4887326"/>
                  </a:lnTo>
                  <a:lnTo>
                    <a:pt x="1630920" y="4887326"/>
                  </a:lnTo>
                  <a:lnTo>
                    <a:pt x="1631045" y="4887326"/>
                  </a:lnTo>
                  <a:lnTo>
                    <a:pt x="1631545" y="4887326"/>
                  </a:lnTo>
                  <a:lnTo>
                    <a:pt x="1631795" y="4887326"/>
                  </a:lnTo>
                  <a:lnTo>
                    <a:pt x="1631920" y="4887326"/>
                  </a:lnTo>
                  <a:lnTo>
                    <a:pt x="1632295" y="4887326"/>
                  </a:lnTo>
                  <a:lnTo>
                    <a:pt x="1632795" y="4887326"/>
                  </a:lnTo>
                  <a:lnTo>
                    <a:pt x="1633045" y="4887326"/>
                  </a:lnTo>
                  <a:lnTo>
                    <a:pt x="1633296" y="4887326"/>
                  </a:lnTo>
                  <a:lnTo>
                    <a:pt x="1633546" y="4887326"/>
                  </a:lnTo>
                  <a:lnTo>
                    <a:pt x="1633671" y="4887326"/>
                  </a:lnTo>
                  <a:lnTo>
                    <a:pt x="1633796" y="4887326"/>
                  </a:lnTo>
                  <a:lnTo>
                    <a:pt x="1633921" y="4887326"/>
                  </a:lnTo>
                  <a:lnTo>
                    <a:pt x="1634171" y="4887326"/>
                  </a:lnTo>
                  <a:lnTo>
                    <a:pt x="1634546" y="4887326"/>
                  </a:lnTo>
                  <a:lnTo>
                    <a:pt x="1634796" y="4887326"/>
                  </a:lnTo>
                  <a:lnTo>
                    <a:pt x="1634921" y="4887326"/>
                  </a:lnTo>
                  <a:lnTo>
                    <a:pt x="1635046" y="4887326"/>
                  </a:lnTo>
                  <a:lnTo>
                    <a:pt x="1635171" y="4887326"/>
                  </a:lnTo>
                  <a:lnTo>
                    <a:pt x="1635671" y="4887326"/>
                  </a:lnTo>
                  <a:lnTo>
                    <a:pt x="1635796" y="4887326"/>
                  </a:lnTo>
                  <a:lnTo>
                    <a:pt x="1636046" y="4887326"/>
                  </a:lnTo>
                  <a:lnTo>
                    <a:pt x="1636171" y="4887326"/>
                  </a:lnTo>
                  <a:lnTo>
                    <a:pt x="1636297" y="4887326"/>
                  </a:lnTo>
                  <a:lnTo>
                    <a:pt x="1636422" y="4887326"/>
                  </a:lnTo>
                  <a:lnTo>
                    <a:pt x="1636797" y="4887326"/>
                  </a:lnTo>
                  <a:lnTo>
                    <a:pt x="1637422" y="4887326"/>
                  </a:lnTo>
                  <a:lnTo>
                    <a:pt x="1637547" y="4887326"/>
                  </a:lnTo>
                  <a:lnTo>
                    <a:pt x="1637672" y="4887326"/>
                  </a:lnTo>
                  <a:lnTo>
                    <a:pt x="1637797" y="4887326"/>
                  </a:lnTo>
                  <a:lnTo>
                    <a:pt x="1637922" y="4887326"/>
                  </a:lnTo>
                  <a:lnTo>
                    <a:pt x="1638172" y="4887326"/>
                  </a:lnTo>
                  <a:lnTo>
                    <a:pt x="1638797" y="4887326"/>
                  </a:lnTo>
                  <a:lnTo>
                    <a:pt x="1638922" y="4887326"/>
                  </a:lnTo>
                  <a:lnTo>
                    <a:pt x="1639172" y="4887326"/>
                  </a:lnTo>
                  <a:lnTo>
                    <a:pt x="1639298" y="4887326"/>
                  </a:lnTo>
                  <a:lnTo>
                    <a:pt x="1639548" y="4887326"/>
                  </a:lnTo>
                  <a:lnTo>
                    <a:pt x="1639673" y="4887326"/>
                  </a:lnTo>
                  <a:lnTo>
                    <a:pt x="1639923" y="4887326"/>
                  </a:lnTo>
                  <a:lnTo>
                    <a:pt x="1640048" y="4887326"/>
                  </a:lnTo>
                  <a:lnTo>
                    <a:pt x="1640173" y="4887326"/>
                  </a:lnTo>
                  <a:lnTo>
                    <a:pt x="1640173" y="4877373"/>
                  </a:lnTo>
                  <a:lnTo>
                    <a:pt x="1641048" y="4877373"/>
                  </a:lnTo>
                  <a:lnTo>
                    <a:pt x="1641173" y="4877373"/>
                  </a:lnTo>
                  <a:lnTo>
                    <a:pt x="1641298" y="4877373"/>
                  </a:lnTo>
                  <a:lnTo>
                    <a:pt x="1641798" y="4877373"/>
                  </a:lnTo>
                  <a:lnTo>
                    <a:pt x="1642173" y="4877373"/>
                  </a:lnTo>
                  <a:lnTo>
                    <a:pt x="1642299" y="4877373"/>
                  </a:lnTo>
                  <a:lnTo>
                    <a:pt x="1642549" y="4877373"/>
                  </a:lnTo>
                  <a:lnTo>
                    <a:pt x="1642799" y="4877373"/>
                  </a:lnTo>
                  <a:lnTo>
                    <a:pt x="1642924" y="4877373"/>
                  </a:lnTo>
                  <a:lnTo>
                    <a:pt x="1643299" y="4877373"/>
                  </a:lnTo>
                  <a:lnTo>
                    <a:pt x="1643549" y="4877373"/>
                  </a:lnTo>
                  <a:lnTo>
                    <a:pt x="1643799" y="4877373"/>
                  </a:lnTo>
                  <a:lnTo>
                    <a:pt x="1643924" y="4877373"/>
                  </a:lnTo>
                  <a:lnTo>
                    <a:pt x="1644049" y="4877373"/>
                  </a:lnTo>
                  <a:lnTo>
                    <a:pt x="1644549" y="4877373"/>
                  </a:lnTo>
                  <a:lnTo>
                    <a:pt x="1644674" y="4877373"/>
                  </a:lnTo>
                  <a:lnTo>
                    <a:pt x="1644799" y="4877373"/>
                  </a:lnTo>
                  <a:lnTo>
                    <a:pt x="1644924" y="4877373"/>
                  </a:lnTo>
                  <a:lnTo>
                    <a:pt x="1645425" y="4877373"/>
                  </a:lnTo>
                  <a:lnTo>
                    <a:pt x="1645550" y="4877373"/>
                  </a:lnTo>
                  <a:lnTo>
                    <a:pt x="1645800" y="4877373"/>
                  </a:lnTo>
                  <a:lnTo>
                    <a:pt x="1645925" y="4877373"/>
                  </a:lnTo>
                  <a:lnTo>
                    <a:pt x="1646050" y="4877373"/>
                  </a:lnTo>
                  <a:lnTo>
                    <a:pt x="1646175" y="4877373"/>
                  </a:lnTo>
                  <a:lnTo>
                    <a:pt x="1646300" y="4877373"/>
                  </a:lnTo>
                  <a:lnTo>
                    <a:pt x="1646425" y="4877373"/>
                  </a:lnTo>
                  <a:lnTo>
                    <a:pt x="1646675" y="4877373"/>
                  </a:lnTo>
                  <a:lnTo>
                    <a:pt x="1646925" y="4877373"/>
                  </a:lnTo>
                  <a:lnTo>
                    <a:pt x="1648050" y="4877373"/>
                  </a:lnTo>
                  <a:lnTo>
                    <a:pt x="1648301" y="4877373"/>
                  </a:lnTo>
                  <a:lnTo>
                    <a:pt x="1648426" y="4877373"/>
                  </a:lnTo>
                  <a:lnTo>
                    <a:pt x="1648676" y="4877373"/>
                  </a:lnTo>
                  <a:lnTo>
                    <a:pt x="1648801" y="4877373"/>
                  </a:lnTo>
                  <a:lnTo>
                    <a:pt x="1649051" y="4877373"/>
                  </a:lnTo>
                  <a:lnTo>
                    <a:pt x="1649426" y="4877373"/>
                  </a:lnTo>
                  <a:lnTo>
                    <a:pt x="1649551" y="4877373"/>
                  </a:lnTo>
                  <a:lnTo>
                    <a:pt x="1649926" y="4877373"/>
                  </a:lnTo>
                  <a:lnTo>
                    <a:pt x="1650176" y="4877373"/>
                  </a:lnTo>
                  <a:lnTo>
                    <a:pt x="1650676" y="4877373"/>
                  </a:lnTo>
                  <a:lnTo>
                    <a:pt x="1650801" y="4877373"/>
                  </a:lnTo>
                  <a:lnTo>
                    <a:pt x="1651051" y="4877373"/>
                  </a:lnTo>
                  <a:lnTo>
                    <a:pt x="1651427" y="4877373"/>
                  </a:lnTo>
                  <a:lnTo>
                    <a:pt x="1651552" y="4877373"/>
                  </a:lnTo>
                  <a:lnTo>
                    <a:pt x="1651677" y="4877373"/>
                  </a:lnTo>
                  <a:lnTo>
                    <a:pt x="1651927" y="4877373"/>
                  </a:lnTo>
                  <a:lnTo>
                    <a:pt x="1652052" y="4877373"/>
                  </a:lnTo>
                  <a:lnTo>
                    <a:pt x="1652177" y="4877373"/>
                  </a:lnTo>
                  <a:lnTo>
                    <a:pt x="1652427" y="4877373"/>
                  </a:lnTo>
                  <a:lnTo>
                    <a:pt x="1652677" y="4877373"/>
                  </a:lnTo>
                  <a:lnTo>
                    <a:pt x="1652802" y="4877373"/>
                  </a:lnTo>
                  <a:lnTo>
                    <a:pt x="1652927" y="4877373"/>
                  </a:lnTo>
                  <a:lnTo>
                    <a:pt x="1653177" y="4877373"/>
                  </a:lnTo>
                  <a:lnTo>
                    <a:pt x="1653302" y="4877373"/>
                  </a:lnTo>
                  <a:lnTo>
                    <a:pt x="1653427" y="4877373"/>
                  </a:lnTo>
                  <a:lnTo>
                    <a:pt x="1653552" y="4877373"/>
                  </a:lnTo>
                  <a:lnTo>
                    <a:pt x="1653552" y="4867419"/>
                  </a:lnTo>
                  <a:lnTo>
                    <a:pt x="1653677" y="4867419"/>
                  </a:lnTo>
                  <a:lnTo>
                    <a:pt x="1654052" y="4867419"/>
                  </a:lnTo>
                  <a:lnTo>
                    <a:pt x="1654428" y="4867419"/>
                  </a:lnTo>
                  <a:lnTo>
                    <a:pt x="1654553" y="4867419"/>
                  </a:lnTo>
                  <a:lnTo>
                    <a:pt x="1655053" y="4867419"/>
                  </a:lnTo>
                  <a:lnTo>
                    <a:pt x="1655178" y="4867419"/>
                  </a:lnTo>
                  <a:lnTo>
                    <a:pt x="1655178" y="4857465"/>
                  </a:lnTo>
                  <a:lnTo>
                    <a:pt x="1655303" y="4857465"/>
                  </a:lnTo>
                  <a:lnTo>
                    <a:pt x="1655428" y="4857465"/>
                  </a:lnTo>
                  <a:lnTo>
                    <a:pt x="1655553" y="4857465"/>
                  </a:lnTo>
                  <a:lnTo>
                    <a:pt x="1655678" y="4857465"/>
                  </a:lnTo>
                  <a:lnTo>
                    <a:pt x="1656178" y="4857465"/>
                  </a:lnTo>
                  <a:lnTo>
                    <a:pt x="1656303" y="4857465"/>
                  </a:lnTo>
                  <a:lnTo>
                    <a:pt x="1656803" y="4857465"/>
                  </a:lnTo>
                  <a:lnTo>
                    <a:pt x="1656928" y="4857465"/>
                  </a:lnTo>
                  <a:lnTo>
                    <a:pt x="1657053" y="4857465"/>
                  </a:lnTo>
                  <a:lnTo>
                    <a:pt x="1657178" y="4857465"/>
                  </a:lnTo>
                  <a:lnTo>
                    <a:pt x="1657304" y="4857465"/>
                  </a:lnTo>
                  <a:lnTo>
                    <a:pt x="1657429" y="4857465"/>
                  </a:lnTo>
                  <a:lnTo>
                    <a:pt x="1658054" y="4857465"/>
                  </a:lnTo>
                  <a:lnTo>
                    <a:pt x="1658304" y="4857465"/>
                  </a:lnTo>
                  <a:lnTo>
                    <a:pt x="1658429" y="4857465"/>
                  </a:lnTo>
                  <a:lnTo>
                    <a:pt x="1659054" y="4857465"/>
                  </a:lnTo>
                  <a:lnTo>
                    <a:pt x="1659179" y="4857465"/>
                  </a:lnTo>
                  <a:lnTo>
                    <a:pt x="1659679" y="4857465"/>
                  </a:lnTo>
                  <a:lnTo>
                    <a:pt x="1659929" y="4857465"/>
                  </a:lnTo>
                  <a:lnTo>
                    <a:pt x="1660054" y="4857465"/>
                  </a:lnTo>
                  <a:lnTo>
                    <a:pt x="1660179" y="4857465"/>
                  </a:lnTo>
                  <a:lnTo>
                    <a:pt x="1660430" y="4857465"/>
                  </a:lnTo>
                  <a:lnTo>
                    <a:pt x="1660555" y="4857465"/>
                  </a:lnTo>
                  <a:lnTo>
                    <a:pt x="1660680" y="4857465"/>
                  </a:lnTo>
                  <a:lnTo>
                    <a:pt x="1660805" y="4857465"/>
                  </a:lnTo>
                  <a:lnTo>
                    <a:pt x="1660930" y="4857465"/>
                  </a:lnTo>
                  <a:lnTo>
                    <a:pt x="1661055" y="4857465"/>
                  </a:lnTo>
                  <a:lnTo>
                    <a:pt x="1661180" y="4857465"/>
                  </a:lnTo>
                  <a:lnTo>
                    <a:pt x="1661305" y="4857465"/>
                  </a:lnTo>
                  <a:lnTo>
                    <a:pt x="1661680" y="4857465"/>
                  </a:lnTo>
                  <a:lnTo>
                    <a:pt x="1661805" y="4857465"/>
                  </a:lnTo>
                  <a:lnTo>
                    <a:pt x="1661930" y="4857465"/>
                  </a:lnTo>
                  <a:lnTo>
                    <a:pt x="1662180" y="4857465"/>
                  </a:lnTo>
                  <a:lnTo>
                    <a:pt x="1662305" y="4857465"/>
                  </a:lnTo>
                  <a:lnTo>
                    <a:pt x="1662430" y="4847511"/>
                  </a:lnTo>
                  <a:lnTo>
                    <a:pt x="1662555" y="4847511"/>
                  </a:lnTo>
                  <a:lnTo>
                    <a:pt x="1662680" y="4847511"/>
                  </a:lnTo>
                  <a:lnTo>
                    <a:pt x="1662805" y="4847511"/>
                  </a:lnTo>
                  <a:lnTo>
                    <a:pt x="1662930" y="4847511"/>
                  </a:lnTo>
                  <a:lnTo>
                    <a:pt x="1663055" y="4847511"/>
                  </a:lnTo>
                  <a:lnTo>
                    <a:pt x="1663180" y="4847511"/>
                  </a:lnTo>
                  <a:lnTo>
                    <a:pt x="1664306" y="4847511"/>
                  </a:lnTo>
                  <a:lnTo>
                    <a:pt x="1664431" y="4847511"/>
                  </a:lnTo>
                  <a:lnTo>
                    <a:pt x="1664806" y="4847511"/>
                  </a:lnTo>
                  <a:lnTo>
                    <a:pt x="1664931" y="4847511"/>
                  </a:lnTo>
                  <a:lnTo>
                    <a:pt x="1665056" y="4847511"/>
                  </a:lnTo>
                  <a:lnTo>
                    <a:pt x="1665181" y="4847511"/>
                  </a:lnTo>
                  <a:lnTo>
                    <a:pt x="1665306" y="4847511"/>
                  </a:lnTo>
                  <a:lnTo>
                    <a:pt x="1665431" y="4847511"/>
                  </a:lnTo>
                  <a:lnTo>
                    <a:pt x="1666307" y="4847511"/>
                  </a:lnTo>
                  <a:lnTo>
                    <a:pt x="1666557" y="4847511"/>
                  </a:lnTo>
                  <a:lnTo>
                    <a:pt x="1666682" y="4847511"/>
                  </a:lnTo>
                  <a:lnTo>
                    <a:pt x="1666932" y="4847511"/>
                  </a:lnTo>
                  <a:lnTo>
                    <a:pt x="1667057" y="4847511"/>
                  </a:lnTo>
                  <a:lnTo>
                    <a:pt x="1667182" y="4847511"/>
                  </a:lnTo>
                  <a:lnTo>
                    <a:pt x="1667807" y="4847511"/>
                  </a:lnTo>
                  <a:lnTo>
                    <a:pt x="1667932" y="4847511"/>
                  </a:lnTo>
                  <a:lnTo>
                    <a:pt x="1668182" y="4847511"/>
                  </a:lnTo>
                  <a:lnTo>
                    <a:pt x="1668682" y="4847511"/>
                  </a:lnTo>
                  <a:lnTo>
                    <a:pt x="1669057" y="4847511"/>
                  </a:lnTo>
                  <a:lnTo>
                    <a:pt x="1669308" y="4847511"/>
                  </a:lnTo>
                  <a:lnTo>
                    <a:pt x="1669433" y="4847511"/>
                  </a:lnTo>
                  <a:lnTo>
                    <a:pt x="1669808" y="4847511"/>
                  </a:lnTo>
                  <a:lnTo>
                    <a:pt x="1669933" y="4847511"/>
                  </a:lnTo>
                  <a:lnTo>
                    <a:pt x="1670058" y="4847511"/>
                  </a:lnTo>
                  <a:lnTo>
                    <a:pt x="1670183" y="4847511"/>
                  </a:lnTo>
                  <a:lnTo>
                    <a:pt x="1670308" y="4847511"/>
                  </a:lnTo>
                  <a:lnTo>
                    <a:pt x="1670433" y="4847511"/>
                  </a:lnTo>
                  <a:lnTo>
                    <a:pt x="1670558" y="4847511"/>
                  </a:lnTo>
                  <a:lnTo>
                    <a:pt x="1670933" y="4847511"/>
                  </a:lnTo>
                  <a:lnTo>
                    <a:pt x="1671058" y="4847511"/>
                  </a:lnTo>
                  <a:lnTo>
                    <a:pt x="1671183" y="4847511"/>
                  </a:lnTo>
                  <a:lnTo>
                    <a:pt x="1671433" y="4847511"/>
                  </a:lnTo>
                  <a:lnTo>
                    <a:pt x="1671808" y="4847511"/>
                  </a:lnTo>
                  <a:lnTo>
                    <a:pt x="1672058" y="4847511"/>
                  </a:lnTo>
                  <a:lnTo>
                    <a:pt x="1672309" y="4847511"/>
                  </a:lnTo>
                  <a:lnTo>
                    <a:pt x="1672434" y="4847511"/>
                  </a:lnTo>
                  <a:lnTo>
                    <a:pt x="1672684" y="4837557"/>
                  </a:lnTo>
                  <a:lnTo>
                    <a:pt x="1672809" y="4837557"/>
                  </a:lnTo>
                  <a:lnTo>
                    <a:pt x="1672934" y="4837557"/>
                  </a:lnTo>
                  <a:lnTo>
                    <a:pt x="1673309" y="4837557"/>
                  </a:lnTo>
                  <a:lnTo>
                    <a:pt x="1673684" y="4837557"/>
                  </a:lnTo>
                  <a:lnTo>
                    <a:pt x="1673809" y="4837557"/>
                  </a:lnTo>
                  <a:lnTo>
                    <a:pt x="1673934" y="4837557"/>
                  </a:lnTo>
                  <a:lnTo>
                    <a:pt x="1674059" y="4837557"/>
                  </a:lnTo>
                  <a:lnTo>
                    <a:pt x="1674434" y="4837557"/>
                  </a:lnTo>
                  <a:lnTo>
                    <a:pt x="1674559" y="4837557"/>
                  </a:lnTo>
                  <a:lnTo>
                    <a:pt x="1674934" y="4837557"/>
                  </a:lnTo>
                  <a:lnTo>
                    <a:pt x="1675185" y="4837557"/>
                  </a:lnTo>
                  <a:lnTo>
                    <a:pt x="1675310" y="4837557"/>
                  </a:lnTo>
                  <a:lnTo>
                    <a:pt x="1675435" y="4837557"/>
                  </a:lnTo>
                  <a:lnTo>
                    <a:pt x="1675935" y="4837557"/>
                  </a:lnTo>
                  <a:lnTo>
                    <a:pt x="1676060" y="4837557"/>
                  </a:lnTo>
                  <a:lnTo>
                    <a:pt x="1676185" y="4837557"/>
                  </a:lnTo>
                  <a:lnTo>
                    <a:pt x="1676435" y="4837557"/>
                  </a:lnTo>
                  <a:lnTo>
                    <a:pt x="1676560" y="4837557"/>
                  </a:lnTo>
                  <a:lnTo>
                    <a:pt x="1677435" y="4837557"/>
                  </a:lnTo>
                  <a:lnTo>
                    <a:pt x="1677560" y="4837557"/>
                  </a:lnTo>
                  <a:lnTo>
                    <a:pt x="1677685" y="4837557"/>
                  </a:lnTo>
                  <a:lnTo>
                    <a:pt x="1677810" y="4837557"/>
                  </a:lnTo>
                  <a:lnTo>
                    <a:pt x="1678060" y="4837557"/>
                  </a:lnTo>
                  <a:lnTo>
                    <a:pt x="1678186" y="4837557"/>
                  </a:lnTo>
                  <a:lnTo>
                    <a:pt x="1678561" y="4837557"/>
                  </a:lnTo>
                  <a:lnTo>
                    <a:pt x="1678686" y="4837557"/>
                  </a:lnTo>
                  <a:lnTo>
                    <a:pt x="1678811" y="4837557"/>
                  </a:lnTo>
                  <a:lnTo>
                    <a:pt x="1678936" y="4837557"/>
                  </a:lnTo>
                  <a:lnTo>
                    <a:pt x="1679186" y="4837557"/>
                  </a:lnTo>
                  <a:lnTo>
                    <a:pt x="1679311" y="4837557"/>
                  </a:lnTo>
                  <a:lnTo>
                    <a:pt x="1679561" y="4837557"/>
                  </a:lnTo>
                  <a:lnTo>
                    <a:pt x="1679686" y="4837557"/>
                  </a:lnTo>
                  <a:lnTo>
                    <a:pt x="1680061" y="4837557"/>
                  </a:lnTo>
                  <a:lnTo>
                    <a:pt x="1680186" y="4837557"/>
                  </a:lnTo>
                  <a:lnTo>
                    <a:pt x="1680311" y="4837557"/>
                  </a:lnTo>
                  <a:lnTo>
                    <a:pt x="1680436" y="4837557"/>
                  </a:lnTo>
                  <a:lnTo>
                    <a:pt x="1680561" y="4837557"/>
                  </a:lnTo>
                  <a:lnTo>
                    <a:pt x="1680686" y="4837557"/>
                  </a:lnTo>
                  <a:lnTo>
                    <a:pt x="1681061" y="4837557"/>
                  </a:lnTo>
                  <a:lnTo>
                    <a:pt x="1681187" y="4837557"/>
                  </a:lnTo>
                  <a:lnTo>
                    <a:pt x="1681312" y="4837557"/>
                  </a:lnTo>
                  <a:lnTo>
                    <a:pt x="1681687" y="4837557"/>
                  </a:lnTo>
                  <a:lnTo>
                    <a:pt x="1681812" y="4837557"/>
                  </a:lnTo>
                  <a:lnTo>
                    <a:pt x="1681937" y="4837557"/>
                  </a:lnTo>
                  <a:lnTo>
                    <a:pt x="1682062" y="4837557"/>
                  </a:lnTo>
                  <a:lnTo>
                    <a:pt x="1682187" y="4837557"/>
                  </a:lnTo>
                  <a:lnTo>
                    <a:pt x="1682687" y="4837557"/>
                  </a:lnTo>
                  <a:lnTo>
                    <a:pt x="1682937" y="4837557"/>
                  </a:lnTo>
                  <a:lnTo>
                    <a:pt x="1683062" y="4837557"/>
                  </a:lnTo>
                  <a:lnTo>
                    <a:pt x="1683437" y="4837557"/>
                  </a:lnTo>
                  <a:lnTo>
                    <a:pt x="1683562" y="4837557"/>
                  </a:lnTo>
                  <a:lnTo>
                    <a:pt x="1683812" y="4837557"/>
                  </a:lnTo>
                  <a:lnTo>
                    <a:pt x="1684188" y="4837557"/>
                  </a:lnTo>
                  <a:lnTo>
                    <a:pt x="1684438" y="4837557"/>
                  </a:lnTo>
                  <a:lnTo>
                    <a:pt x="1684563" y="4837557"/>
                  </a:lnTo>
                  <a:lnTo>
                    <a:pt x="1684813" y="4837557"/>
                  </a:lnTo>
                  <a:lnTo>
                    <a:pt x="1685188" y="4837557"/>
                  </a:lnTo>
                  <a:lnTo>
                    <a:pt x="1685438" y="4837557"/>
                  </a:lnTo>
                  <a:lnTo>
                    <a:pt x="1685563" y="4837557"/>
                  </a:lnTo>
                  <a:lnTo>
                    <a:pt x="1685688" y="4837557"/>
                  </a:lnTo>
                  <a:lnTo>
                    <a:pt x="1686063" y="4837557"/>
                  </a:lnTo>
                  <a:lnTo>
                    <a:pt x="1686188" y="4837557"/>
                  </a:lnTo>
                  <a:lnTo>
                    <a:pt x="1686688" y="4837557"/>
                  </a:lnTo>
                  <a:lnTo>
                    <a:pt x="1686938" y="4837557"/>
                  </a:lnTo>
                  <a:lnTo>
                    <a:pt x="1687063" y="4837557"/>
                  </a:lnTo>
                  <a:lnTo>
                    <a:pt x="1687189" y="4837557"/>
                  </a:lnTo>
                  <a:lnTo>
                    <a:pt x="1687314" y="4837557"/>
                  </a:lnTo>
                  <a:lnTo>
                    <a:pt x="1687814" y="4837557"/>
                  </a:lnTo>
                  <a:lnTo>
                    <a:pt x="1688314" y="4837557"/>
                  </a:lnTo>
                  <a:lnTo>
                    <a:pt x="1688439" y="4837557"/>
                  </a:lnTo>
                  <a:lnTo>
                    <a:pt x="1688689" y="4837557"/>
                  </a:lnTo>
                  <a:lnTo>
                    <a:pt x="1689064" y="4837557"/>
                  </a:lnTo>
                  <a:lnTo>
                    <a:pt x="1689189" y="4837557"/>
                  </a:lnTo>
                  <a:lnTo>
                    <a:pt x="1689689" y="4837557"/>
                  </a:lnTo>
                  <a:lnTo>
                    <a:pt x="1689814" y="4837557"/>
                  </a:lnTo>
                  <a:lnTo>
                    <a:pt x="1689939" y="4837557"/>
                  </a:lnTo>
                  <a:lnTo>
                    <a:pt x="1690064" y="4837557"/>
                  </a:lnTo>
                  <a:lnTo>
                    <a:pt x="1690190" y="4837557"/>
                  </a:lnTo>
                  <a:lnTo>
                    <a:pt x="1690440" y="4837557"/>
                  </a:lnTo>
                  <a:lnTo>
                    <a:pt x="1690815" y="4837557"/>
                  </a:lnTo>
                  <a:lnTo>
                    <a:pt x="1690940" y="4837557"/>
                  </a:lnTo>
                  <a:lnTo>
                    <a:pt x="1691065" y="4837557"/>
                  </a:lnTo>
                  <a:lnTo>
                    <a:pt x="1691190" y="4837557"/>
                  </a:lnTo>
                  <a:lnTo>
                    <a:pt x="1691315" y="4837557"/>
                  </a:lnTo>
                  <a:lnTo>
                    <a:pt x="1691565" y="4837557"/>
                  </a:lnTo>
                  <a:lnTo>
                    <a:pt x="1691690" y="4837557"/>
                  </a:lnTo>
                  <a:lnTo>
                    <a:pt x="1692190" y="4837557"/>
                  </a:lnTo>
                  <a:lnTo>
                    <a:pt x="1692440" y="4837557"/>
                  </a:lnTo>
                  <a:lnTo>
                    <a:pt x="1692815" y="4837557"/>
                  </a:lnTo>
                  <a:lnTo>
                    <a:pt x="1692940" y="4837557"/>
                  </a:lnTo>
                  <a:lnTo>
                    <a:pt x="1693191" y="4837557"/>
                  </a:lnTo>
                  <a:lnTo>
                    <a:pt x="1693441" y="4837557"/>
                  </a:lnTo>
                  <a:lnTo>
                    <a:pt x="1693566" y="4837557"/>
                  </a:lnTo>
                  <a:lnTo>
                    <a:pt x="1693816" y="4837557"/>
                  </a:lnTo>
                  <a:lnTo>
                    <a:pt x="1694066" y="4837557"/>
                  </a:lnTo>
                  <a:lnTo>
                    <a:pt x="1694191" y="4837557"/>
                  </a:lnTo>
                  <a:lnTo>
                    <a:pt x="1694441" y="4837557"/>
                  </a:lnTo>
                  <a:lnTo>
                    <a:pt x="1694691" y="4837557"/>
                  </a:lnTo>
                  <a:lnTo>
                    <a:pt x="1694816" y="4837557"/>
                  </a:lnTo>
                  <a:lnTo>
                    <a:pt x="1694941" y="4837557"/>
                  </a:lnTo>
                  <a:lnTo>
                    <a:pt x="1695066" y="4837557"/>
                  </a:lnTo>
                  <a:lnTo>
                    <a:pt x="1695191" y="4837557"/>
                  </a:lnTo>
                  <a:lnTo>
                    <a:pt x="1695316" y="4837557"/>
                  </a:lnTo>
                  <a:lnTo>
                    <a:pt x="1696066" y="4837557"/>
                  </a:lnTo>
                  <a:lnTo>
                    <a:pt x="1696192" y="4837557"/>
                  </a:lnTo>
                  <a:lnTo>
                    <a:pt x="1696317" y="4837557"/>
                  </a:lnTo>
                  <a:lnTo>
                    <a:pt x="1696442" y="4837557"/>
                  </a:lnTo>
                  <a:lnTo>
                    <a:pt x="1696567" y="4837557"/>
                  </a:lnTo>
                  <a:lnTo>
                    <a:pt x="1696692" y="4837557"/>
                  </a:lnTo>
                  <a:lnTo>
                    <a:pt x="1696817" y="4837557"/>
                  </a:lnTo>
                  <a:lnTo>
                    <a:pt x="1696942" y="4837557"/>
                  </a:lnTo>
                  <a:lnTo>
                    <a:pt x="1697067" y="4837557"/>
                  </a:lnTo>
                  <a:lnTo>
                    <a:pt x="1697192" y="4837557"/>
                  </a:lnTo>
                  <a:lnTo>
                    <a:pt x="1697442" y="4837557"/>
                  </a:lnTo>
                  <a:lnTo>
                    <a:pt x="1697692" y="4837557"/>
                  </a:lnTo>
                  <a:lnTo>
                    <a:pt x="1697817" y="4837557"/>
                  </a:lnTo>
                  <a:lnTo>
                    <a:pt x="1697942" y="4837557"/>
                  </a:lnTo>
                  <a:lnTo>
                    <a:pt x="1698067" y="4837557"/>
                  </a:lnTo>
                  <a:lnTo>
                    <a:pt x="1698692" y="4837557"/>
                  </a:lnTo>
                  <a:lnTo>
                    <a:pt x="1699067" y="4837557"/>
                  </a:lnTo>
                  <a:lnTo>
                    <a:pt x="1699443" y="4837557"/>
                  </a:lnTo>
                  <a:lnTo>
                    <a:pt x="1699818" y="4837557"/>
                  </a:lnTo>
                  <a:lnTo>
                    <a:pt x="1699943" y="4837557"/>
                  </a:lnTo>
                  <a:lnTo>
                    <a:pt x="1700068" y="4837557"/>
                  </a:lnTo>
                  <a:lnTo>
                    <a:pt x="1700318" y="4837557"/>
                  </a:lnTo>
                  <a:lnTo>
                    <a:pt x="1700443" y="4837557"/>
                  </a:lnTo>
                  <a:lnTo>
                    <a:pt x="1700568" y="4837557"/>
                  </a:lnTo>
                  <a:lnTo>
                    <a:pt x="1700693" y="4837557"/>
                  </a:lnTo>
                  <a:lnTo>
                    <a:pt x="1701068" y="4837557"/>
                  </a:lnTo>
                  <a:lnTo>
                    <a:pt x="1701193" y="4837557"/>
                  </a:lnTo>
                  <a:lnTo>
                    <a:pt x="1701693" y="4837557"/>
                  </a:lnTo>
                  <a:lnTo>
                    <a:pt x="1702068" y="4837557"/>
                  </a:lnTo>
                  <a:lnTo>
                    <a:pt x="1702194" y="4837557"/>
                  </a:lnTo>
                  <a:lnTo>
                    <a:pt x="1702444" y="4837557"/>
                  </a:lnTo>
                  <a:lnTo>
                    <a:pt x="1702569" y="4837557"/>
                  </a:lnTo>
                  <a:lnTo>
                    <a:pt x="1702819" y="4837557"/>
                  </a:lnTo>
                  <a:lnTo>
                    <a:pt x="1703069" y="4837557"/>
                  </a:lnTo>
                  <a:lnTo>
                    <a:pt x="1703194" y="4837557"/>
                  </a:lnTo>
                  <a:lnTo>
                    <a:pt x="1703444" y="4837557"/>
                  </a:lnTo>
                  <a:lnTo>
                    <a:pt x="1703944" y="4837557"/>
                  </a:lnTo>
                  <a:lnTo>
                    <a:pt x="1704069" y="4837557"/>
                  </a:lnTo>
                  <a:lnTo>
                    <a:pt x="1704319" y="4837557"/>
                  </a:lnTo>
                  <a:lnTo>
                    <a:pt x="1704444" y="4837557"/>
                  </a:lnTo>
                  <a:lnTo>
                    <a:pt x="1704694" y="4837557"/>
                  </a:lnTo>
                  <a:lnTo>
                    <a:pt x="1704819" y="4837557"/>
                  </a:lnTo>
                  <a:lnTo>
                    <a:pt x="1704944" y="4837557"/>
                  </a:lnTo>
                  <a:lnTo>
                    <a:pt x="1705320" y="4837557"/>
                  </a:lnTo>
                  <a:lnTo>
                    <a:pt x="1705445" y="4837557"/>
                  </a:lnTo>
                  <a:lnTo>
                    <a:pt x="1705570" y="4837557"/>
                  </a:lnTo>
                  <a:lnTo>
                    <a:pt x="1705945" y="4837557"/>
                  </a:lnTo>
                  <a:lnTo>
                    <a:pt x="1706070" y="4837557"/>
                  </a:lnTo>
                  <a:lnTo>
                    <a:pt x="1706195" y="4837557"/>
                  </a:lnTo>
                  <a:lnTo>
                    <a:pt x="1706320" y="4837557"/>
                  </a:lnTo>
                  <a:lnTo>
                    <a:pt x="1706445" y="4837557"/>
                  </a:lnTo>
                  <a:lnTo>
                    <a:pt x="1706695" y="4837557"/>
                  </a:lnTo>
                  <a:lnTo>
                    <a:pt x="1706820" y="4837557"/>
                  </a:lnTo>
                  <a:lnTo>
                    <a:pt x="1706945" y="4837557"/>
                  </a:lnTo>
                  <a:lnTo>
                    <a:pt x="1707070" y="4837557"/>
                  </a:lnTo>
                  <a:lnTo>
                    <a:pt x="1707445" y="4837557"/>
                  </a:lnTo>
                  <a:lnTo>
                    <a:pt x="1707570" y="4837557"/>
                  </a:lnTo>
                  <a:lnTo>
                    <a:pt x="1707695" y="4837557"/>
                  </a:lnTo>
                  <a:lnTo>
                    <a:pt x="1707820" y="4837557"/>
                  </a:lnTo>
                  <a:lnTo>
                    <a:pt x="1707945" y="4837557"/>
                  </a:lnTo>
                  <a:lnTo>
                    <a:pt x="1708071" y="4837557"/>
                  </a:lnTo>
                  <a:lnTo>
                    <a:pt x="1708196" y="4837557"/>
                  </a:lnTo>
                  <a:lnTo>
                    <a:pt x="1708321" y="4817650"/>
                  </a:lnTo>
                  <a:lnTo>
                    <a:pt x="1708446" y="4817650"/>
                  </a:lnTo>
                  <a:lnTo>
                    <a:pt x="1708571" y="4817650"/>
                  </a:lnTo>
                  <a:lnTo>
                    <a:pt x="1708696" y="4817650"/>
                  </a:lnTo>
                  <a:lnTo>
                    <a:pt x="1708946" y="4817650"/>
                  </a:lnTo>
                  <a:lnTo>
                    <a:pt x="1709071" y="4807696"/>
                  </a:lnTo>
                  <a:lnTo>
                    <a:pt x="1709321" y="4807696"/>
                  </a:lnTo>
                  <a:lnTo>
                    <a:pt x="1709446" y="4807696"/>
                  </a:lnTo>
                  <a:lnTo>
                    <a:pt x="1709696" y="4807696"/>
                  </a:lnTo>
                  <a:lnTo>
                    <a:pt x="1710071" y="4807696"/>
                  </a:lnTo>
                  <a:lnTo>
                    <a:pt x="1710696" y="4807696"/>
                  </a:lnTo>
                  <a:lnTo>
                    <a:pt x="1710946" y="4807696"/>
                  </a:lnTo>
                  <a:lnTo>
                    <a:pt x="1711072" y="4807696"/>
                  </a:lnTo>
                  <a:lnTo>
                    <a:pt x="1711322" y="4807696"/>
                  </a:lnTo>
                  <a:lnTo>
                    <a:pt x="1711447" y="4807696"/>
                  </a:lnTo>
                  <a:lnTo>
                    <a:pt x="1711947" y="4807696"/>
                  </a:lnTo>
                  <a:lnTo>
                    <a:pt x="1712072" y="4807696"/>
                  </a:lnTo>
                  <a:lnTo>
                    <a:pt x="1712197" y="4807696"/>
                  </a:lnTo>
                  <a:lnTo>
                    <a:pt x="1712322" y="4807696"/>
                  </a:lnTo>
                  <a:lnTo>
                    <a:pt x="1712572" y="4807696"/>
                  </a:lnTo>
                  <a:lnTo>
                    <a:pt x="1712822" y="4807696"/>
                  </a:lnTo>
                  <a:lnTo>
                    <a:pt x="1712947" y="4807696"/>
                  </a:lnTo>
                  <a:lnTo>
                    <a:pt x="1713072" y="4807696"/>
                  </a:lnTo>
                  <a:lnTo>
                    <a:pt x="1713197" y="4807696"/>
                  </a:lnTo>
                  <a:lnTo>
                    <a:pt x="1713447" y="4807696"/>
                  </a:lnTo>
                  <a:lnTo>
                    <a:pt x="1713572" y="4807696"/>
                  </a:lnTo>
                  <a:lnTo>
                    <a:pt x="1713697" y="4807696"/>
                  </a:lnTo>
                  <a:lnTo>
                    <a:pt x="1713822" y="4807696"/>
                  </a:lnTo>
                  <a:lnTo>
                    <a:pt x="1714198" y="4807696"/>
                  </a:lnTo>
                  <a:lnTo>
                    <a:pt x="1714198" y="4797742"/>
                  </a:lnTo>
                  <a:lnTo>
                    <a:pt x="1714323" y="4797742"/>
                  </a:lnTo>
                  <a:lnTo>
                    <a:pt x="1714573" y="4797742"/>
                  </a:lnTo>
                  <a:lnTo>
                    <a:pt x="1714823" y="4797742"/>
                  </a:lnTo>
                  <a:lnTo>
                    <a:pt x="1714948" y="4797742"/>
                  </a:lnTo>
                  <a:lnTo>
                    <a:pt x="1715073" y="4797742"/>
                  </a:lnTo>
                  <a:lnTo>
                    <a:pt x="1715198" y="4797742"/>
                  </a:lnTo>
                  <a:lnTo>
                    <a:pt x="1715448" y="4797742"/>
                  </a:lnTo>
                  <a:lnTo>
                    <a:pt x="1715573" y="4797742"/>
                  </a:lnTo>
                  <a:lnTo>
                    <a:pt x="1715823" y="4797742"/>
                  </a:lnTo>
                  <a:lnTo>
                    <a:pt x="1716073" y="4797742"/>
                  </a:lnTo>
                  <a:lnTo>
                    <a:pt x="1716198" y="4797742"/>
                  </a:lnTo>
                  <a:lnTo>
                    <a:pt x="1716448" y="4797742"/>
                  </a:lnTo>
                  <a:lnTo>
                    <a:pt x="1717074" y="4797742"/>
                  </a:lnTo>
                  <a:lnTo>
                    <a:pt x="1717199" y="4797742"/>
                  </a:lnTo>
                  <a:lnTo>
                    <a:pt x="1717324" y="4797742"/>
                  </a:lnTo>
                  <a:lnTo>
                    <a:pt x="1717449" y="4797742"/>
                  </a:lnTo>
                  <a:lnTo>
                    <a:pt x="1717699" y="4797742"/>
                  </a:lnTo>
                  <a:lnTo>
                    <a:pt x="1717824" y="4797742"/>
                  </a:lnTo>
                  <a:lnTo>
                    <a:pt x="1717824" y="4787788"/>
                  </a:lnTo>
                  <a:lnTo>
                    <a:pt x="1717949" y="4787788"/>
                  </a:lnTo>
                  <a:lnTo>
                    <a:pt x="1718074" y="4787788"/>
                  </a:lnTo>
                  <a:lnTo>
                    <a:pt x="1718574" y="4787788"/>
                  </a:lnTo>
                  <a:lnTo>
                    <a:pt x="1718699" y="4787788"/>
                  </a:lnTo>
                  <a:lnTo>
                    <a:pt x="1718824" y="4787788"/>
                  </a:lnTo>
                  <a:lnTo>
                    <a:pt x="1719074" y="4787788"/>
                  </a:lnTo>
                  <a:lnTo>
                    <a:pt x="1719324" y="4787788"/>
                  </a:lnTo>
                  <a:lnTo>
                    <a:pt x="1719449" y="4787788"/>
                  </a:lnTo>
                  <a:lnTo>
                    <a:pt x="1719574" y="4787788"/>
                  </a:lnTo>
                  <a:lnTo>
                    <a:pt x="1719949" y="4787788"/>
                  </a:lnTo>
                  <a:lnTo>
                    <a:pt x="1720075" y="4787788"/>
                  </a:lnTo>
                  <a:lnTo>
                    <a:pt x="1720200" y="4787788"/>
                  </a:lnTo>
                  <a:lnTo>
                    <a:pt x="1720325" y="4787788"/>
                  </a:lnTo>
                  <a:lnTo>
                    <a:pt x="1720450" y="4787788"/>
                  </a:lnTo>
                  <a:lnTo>
                    <a:pt x="1720700" y="4787788"/>
                  </a:lnTo>
                  <a:lnTo>
                    <a:pt x="1721200" y="4787788"/>
                  </a:lnTo>
                  <a:lnTo>
                    <a:pt x="1721325" y="4787788"/>
                  </a:lnTo>
                  <a:lnTo>
                    <a:pt x="1721450" y="4787788"/>
                  </a:lnTo>
                  <a:lnTo>
                    <a:pt x="1721950" y="4787788"/>
                  </a:lnTo>
                  <a:lnTo>
                    <a:pt x="1722075" y="4787788"/>
                  </a:lnTo>
                  <a:lnTo>
                    <a:pt x="1722200" y="4787788"/>
                  </a:lnTo>
                  <a:lnTo>
                    <a:pt x="1722450" y="4787788"/>
                  </a:lnTo>
                  <a:lnTo>
                    <a:pt x="1722575" y="4787788"/>
                  </a:lnTo>
                  <a:lnTo>
                    <a:pt x="1722700" y="4787788"/>
                  </a:lnTo>
                  <a:lnTo>
                    <a:pt x="1722825" y="4787788"/>
                  </a:lnTo>
                  <a:lnTo>
                    <a:pt x="1722950" y="4787788"/>
                  </a:lnTo>
                  <a:lnTo>
                    <a:pt x="1723076" y="4787788"/>
                  </a:lnTo>
                  <a:lnTo>
                    <a:pt x="1723201" y="4787788"/>
                  </a:lnTo>
                  <a:lnTo>
                    <a:pt x="1723576" y="4787788"/>
                  </a:lnTo>
                  <a:lnTo>
                    <a:pt x="1723701" y="4787788"/>
                  </a:lnTo>
                  <a:lnTo>
                    <a:pt x="1723826" y="4787788"/>
                  </a:lnTo>
                  <a:lnTo>
                    <a:pt x="1723951" y="4787788"/>
                  </a:lnTo>
                  <a:lnTo>
                    <a:pt x="1724076" y="4787788"/>
                  </a:lnTo>
                  <a:lnTo>
                    <a:pt x="1724326" y="4787788"/>
                  </a:lnTo>
                  <a:lnTo>
                    <a:pt x="1724451" y="4787788"/>
                  </a:lnTo>
                  <a:lnTo>
                    <a:pt x="1724701" y="4787788"/>
                  </a:lnTo>
                  <a:lnTo>
                    <a:pt x="1724826" y="4787788"/>
                  </a:lnTo>
                  <a:lnTo>
                    <a:pt x="1724951" y="4787788"/>
                  </a:lnTo>
                  <a:lnTo>
                    <a:pt x="1725201" y="4787788"/>
                  </a:lnTo>
                  <a:lnTo>
                    <a:pt x="1725576" y="4787788"/>
                  </a:lnTo>
                  <a:lnTo>
                    <a:pt x="1725701" y="4787788"/>
                  </a:lnTo>
                  <a:lnTo>
                    <a:pt x="1725826" y="4787788"/>
                  </a:lnTo>
                  <a:lnTo>
                    <a:pt x="1725951" y="4787788"/>
                  </a:lnTo>
                  <a:lnTo>
                    <a:pt x="1726327" y="4787788"/>
                  </a:lnTo>
                  <a:lnTo>
                    <a:pt x="1726452" y="4787788"/>
                  </a:lnTo>
                  <a:lnTo>
                    <a:pt x="1726577" y="4787788"/>
                  </a:lnTo>
                  <a:lnTo>
                    <a:pt x="1726702" y="4787788"/>
                  </a:lnTo>
                  <a:lnTo>
                    <a:pt x="1726827" y="4787788"/>
                  </a:lnTo>
                  <a:lnTo>
                    <a:pt x="1726952" y="4787788"/>
                  </a:lnTo>
                  <a:lnTo>
                    <a:pt x="1727077" y="4787788"/>
                  </a:lnTo>
                  <a:lnTo>
                    <a:pt x="1727577" y="4787788"/>
                  </a:lnTo>
                  <a:lnTo>
                    <a:pt x="1727702" y="4787788"/>
                  </a:lnTo>
                  <a:lnTo>
                    <a:pt x="1727827" y="4787788"/>
                  </a:lnTo>
                  <a:lnTo>
                    <a:pt x="1727952" y="4787788"/>
                  </a:lnTo>
                  <a:lnTo>
                    <a:pt x="1728202" y="4787788"/>
                  </a:lnTo>
                  <a:lnTo>
                    <a:pt x="1728327" y="4787788"/>
                  </a:lnTo>
                  <a:lnTo>
                    <a:pt x="1728577" y="4787788"/>
                  </a:lnTo>
                  <a:lnTo>
                    <a:pt x="1728702" y="4787788"/>
                  </a:lnTo>
                  <a:lnTo>
                    <a:pt x="1729078" y="4787788"/>
                  </a:lnTo>
                  <a:lnTo>
                    <a:pt x="1729328" y="4787788"/>
                  </a:lnTo>
                  <a:lnTo>
                    <a:pt x="1729828" y="4787788"/>
                  </a:lnTo>
                  <a:lnTo>
                    <a:pt x="1730328" y="4787788"/>
                  </a:lnTo>
                  <a:lnTo>
                    <a:pt x="1730578" y="4787788"/>
                  </a:lnTo>
                  <a:lnTo>
                    <a:pt x="1730828" y="4787788"/>
                  </a:lnTo>
                  <a:lnTo>
                    <a:pt x="1731328" y="4787788"/>
                  </a:lnTo>
                  <a:lnTo>
                    <a:pt x="1731453" y="4787788"/>
                  </a:lnTo>
                  <a:lnTo>
                    <a:pt x="1731703" y="4787788"/>
                  </a:lnTo>
                  <a:lnTo>
                    <a:pt x="1731828" y="4787788"/>
                  </a:lnTo>
                  <a:lnTo>
                    <a:pt x="1732329" y="4787788"/>
                  </a:lnTo>
                  <a:lnTo>
                    <a:pt x="1732579" y="4787788"/>
                  </a:lnTo>
                  <a:lnTo>
                    <a:pt x="1732954" y="4787788"/>
                  </a:lnTo>
                  <a:lnTo>
                    <a:pt x="1733204" y="4787788"/>
                  </a:lnTo>
                  <a:lnTo>
                    <a:pt x="1733329" y="4787788"/>
                  </a:lnTo>
                  <a:lnTo>
                    <a:pt x="1733454" y="4787788"/>
                  </a:lnTo>
                  <a:lnTo>
                    <a:pt x="1733704" y="4787788"/>
                  </a:lnTo>
                  <a:lnTo>
                    <a:pt x="1733954" y="4787788"/>
                  </a:lnTo>
                  <a:lnTo>
                    <a:pt x="1734204" y="4787788"/>
                  </a:lnTo>
                  <a:lnTo>
                    <a:pt x="1735080" y="4787788"/>
                  </a:lnTo>
                  <a:lnTo>
                    <a:pt x="1735205" y="4787788"/>
                  </a:lnTo>
                  <a:lnTo>
                    <a:pt x="1735580" y="4787788"/>
                  </a:lnTo>
                  <a:lnTo>
                    <a:pt x="1735705" y="4787788"/>
                  </a:lnTo>
                  <a:lnTo>
                    <a:pt x="1735830" y="4787788"/>
                  </a:lnTo>
                  <a:lnTo>
                    <a:pt x="1735955" y="4787788"/>
                  </a:lnTo>
                  <a:lnTo>
                    <a:pt x="1736080" y="4787788"/>
                  </a:lnTo>
                  <a:lnTo>
                    <a:pt x="1736205" y="4787788"/>
                  </a:lnTo>
                  <a:lnTo>
                    <a:pt x="1736330" y="4787788"/>
                  </a:lnTo>
                  <a:lnTo>
                    <a:pt x="1736580" y="4787788"/>
                  </a:lnTo>
                  <a:lnTo>
                    <a:pt x="1736955" y="4787788"/>
                  </a:lnTo>
                  <a:lnTo>
                    <a:pt x="1737205" y="4787788"/>
                  </a:lnTo>
                  <a:lnTo>
                    <a:pt x="1737330" y="4787788"/>
                  </a:lnTo>
                  <a:lnTo>
                    <a:pt x="1737580" y="4787788"/>
                  </a:lnTo>
                  <a:lnTo>
                    <a:pt x="1737705" y="4787788"/>
                  </a:lnTo>
                  <a:lnTo>
                    <a:pt x="1738081" y="4787788"/>
                  </a:lnTo>
                  <a:lnTo>
                    <a:pt x="1738206" y="4787788"/>
                  </a:lnTo>
                  <a:lnTo>
                    <a:pt x="1738331" y="4787788"/>
                  </a:lnTo>
                  <a:lnTo>
                    <a:pt x="1738581" y="4787788"/>
                  </a:lnTo>
                  <a:lnTo>
                    <a:pt x="1738706" y="4787788"/>
                  </a:lnTo>
                  <a:lnTo>
                    <a:pt x="1739081" y="4777834"/>
                  </a:lnTo>
                  <a:lnTo>
                    <a:pt x="1739206" y="4777834"/>
                  </a:lnTo>
                  <a:lnTo>
                    <a:pt x="1739331" y="4777834"/>
                  </a:lnTo>
                  <a:lnTo>
                    <a:pt x="1739456" y="4777834"/>
                  </a:lnTo>
                  <a:lnTo>
                    <a:pt x="1739581" y="4777834"/>
                  </a:lnTo>
                  <a:lnTo>
                    <a:pt x="1739831" y="4777834"/>
                  </a:lnTo>
                  <a:lnTo>
                    <a:pt x="1739956" y="4777834"/>
                  </a:lnTo>
                  <a:lnTo>
                    <a:pt x="1740081" y="4777834"/>
                  </a:lnTo>
                  <a:lnTo>
                    <a:pt x="1740206" y="4777834"/>
                  </a:lnTo>
                  <a:lnTo>
                    <a:pt x="1740331" y="4777834"/>
                  </a:lnTo>
                  <a:lnTo>
                    <a:pt x="1740706" y="4777834"/>
                  </a:lnTo>
                  <a:lnTo>
                    <a:pt x="1740831" y="4777834"/>
                  </a:lnTo>
                  <a:lnTo>
                    <a:pt x="1741082" y="4777834"/>
                  </a:lnTo>
                  <a:lnTo>
                    <a:pt x="1741207" y="4777834"/>
                  </a:lnTo>
                  <a:lnTo>
                    <a:pt x="1741332" y="4777834"/>
                  </a:lnTo>
                  <a:lnTo>
                    <a:pt x="1741457" y="4777834"/>
                  </a:lnTo>
                  <a:lnTo>
                    <a:pt x="1741582" y="4777834"/>
                  </a:lnTo>
                  <a:lnTo>
                    <a:pt x="1741832" y="4777834"/>
                  </a:lnTo>
                  <a:lnTo>
                    <a:pt x="1742457" y="4777834"/>
                  </a:lnTo>
                  <a:lnTo>
                    <a:pt x="1742832" y="4777834"/>
                  </a:lnTo>
                  <a:lnTo>
                    <a:pt x="1743082" y="4777834"/>
                  </a:lnTo>
                  <a:lnTo>
                    <a:pt x="1743207" y="4777834"/>
                  </a:lnTo>
                  <a:lnTo>
                    <a:pt x="1743582" y="4777834"/>
                  </a:lnTo>
                  <a:lnTo>
                    <a:pt x="1743707" y="4777834"/>
                  </a:lnTo>
                  <a:lnTo>
                    <a:pt x="1743707" y="4767881"/>
                  </a:lnTo>
                  <a:lnTo>
                    <a:pt x="1744083" y="4767881"/>
                  </a:lnTo>
                  <a:lnTo>
                    <a:pt x="1744208" y="4767881"/>
                  </a:lnTo>
                  <a:lnTo>
                    <a:pt x="1744458" y="4767881"/>
                  </a:lnTo>
                  <a:lnTo>
                    <a:pt x="1744833" y="4767881"/>
                  </a:lnTo>
                  <a:lnTo>
                    <a:pt x="1745083" y="4767881"/>
                  </a:lnTo>
                  <a:lnTo>
                    <a:pt x="1745333" y="4767881"/>
                  </a:lnTo>
                  <a:lnTo>
                    <a:pt x="1745458" y="4767881"/>
                  </a:lnTo>
                  <a:lnTo>
                    <a:pt x="1745583" y="4767881"/>
                  </a:lnTo>
                  <a:lnTo>
                    <a:pt x="1745708" y="4767881"/>
                  </a:lnTo>
                  <a:lnTo>
                    <a:pt x="1745958" y="4757927"/>
                  </a:lnTo>
                  <a:lnTo>
                    <a:pt x="1746583" y="4757927"/>
                  </a:lnTo>
                  <a:lnTo>
                    <a:pt x="1746708" y="4757927"/>
                  </a:lnTo>
                  <a:lnTo>
                    <a:pt x="1746833" y="4747973"/>
                  </a:lnTo>
                  <a:lnTo>
                    <a:pt x="1746959" y="4747973"/>
                  </a:lnTo>
                  <a:lnTo>
                    <a:pt x="1747209" y="4747973"/>
                  </a:lnTo>
                  <a:lnTo>
                    <a:pt x="1747334" y="4747973"/>
                  </a:lnTo>
                  <a:lnTo>
                    <a:pt x="1748209" y="4747973"/>
                  </a:lnTo>
                  <a:lnTo>
                    <a:pt x="1748459" y="4747973"/>
                  </a:lnTo>
                  <a:lnTo>
                    <a:pt x="1748584" y="4747973"/>
                  </a:lnTo>
                  <a:lnTo>
                    <a:pt x="1748709" y="4747973"/>
                  </a:lnTo>
                  <a:lnTo>
                    <a:pt x="1749334" y="4747973"/>
                  </a:lnTo>
                  <a:lnTo>
                    <a:pt x="1749459" y="4747973"/>
                  </a:lnTo>
                  <a:lnTo>
                    <a:pt x="1749834" y="4747973"/>
                  </a:lnTo>
                  <a:lnTo>
                    <a:pt x="1750210" y="4747973"/>
                  </a:lnTo>
                  <a:lnTo>
                    <a:pt x="1750335" y="4747973"/>
                  </a:lnTo>
                  <a:lnTo>
                    <a:pt x="1750460" y="4747973"/>
                  </a:lnTo>
                  <a:lnTo>
                    <a:pt x="1750960" y="4747973"/>
                  </a:lnTo>
                  <a:lnTo>
                    <a:pt x="1751210" y="4747973"/>
                  </a:lnTo>
                  <a:lnTo>
                    <a:pt x="1751460" y="4747973"/>
                  </a:lnTo>
                  <a:lnTo>
                    <a:pt x="1751585" y="4747973"/>
                  </a:lnTo>
                  <a:lnTo>
                    <a:pt x="1752085" y="4747973"/>
                  </a:lnTo>
                  <a:lnTo>
                    <a:pt x="1752210" y="4747973"/>
                  </a:lnTo>
                  <a:lnTo>
                    <a:pt x="1752460" y="4747973"/>
                  </a:lnTo>
                  <a:lnTo>
                    <a:pt x="1752710" y="4747973"/>
                  </a:lnTo>
                  <a:lnTo>
                    <a:pt x="1753211" y="4747973"/>
                  </a:lnTo>
                  <a:lnTo>
                    <a:pt x="1753336" y="4747973"/>
                  </a:lnTo>
                  <a:lnTo>
                    <a:pt x="1753461" y="4747973"/>
                  </a:lnTo>
                  <a:lnTo>
                    <a:pt x="1753711" y="4747973"/>
                  </a:lnTo>
                  <a:lnTo>
                    <a:pt x="1753836" y="4747973"/>
                  </a:lnTo>
                  <a:lnTo>
                    <a:pt x="1753961" y="4747973"/>
                  </a:lnTo>
                  <a:lnTo>
                    <a:pt x="1754211" y="4747973"/>
                  </a:lnTo>
                  <a:lnTo>
                    <a:pt x="1754336" y="4747973"/>
                  </a:lnTo>
                  <a:lnTo>
                    <a:pt x="1754461" y="4747973"/>
                  </a:lnTo>
                  <a:lnTo>
                    <a:pt x="1754586" y="4747973"/>
                  </a:lnTo>
                  <a:lnTo>
                    <a:pt x="1754711" y="4747973"/>
                  </a:lnTo>
                  <a:lnTo>
                    <a:pt x="1754836" y="4747973"/>
                  </a:lnTo>
                  <a:lnTo>
                    <a:pt x="1754961" y="4747973"/>
                  </a:lnTo>
                  <a:lnTo>
                    <a:pt x="1755086" y="4747973"/>
                  </a:lnTo>
                  <a:lnTo>
                    <a:pt x="1755211" y="4747973"/>
                  </a:lnTo>
                  <a:lnTo>
                    <a:pt x="1755336" y="4747973"/>
                  </a:lnTo>
                  <a:lnTo>
                    <a:pt x="1755461" y="4747973"/>
                  </a:lnTo>
                  <a:lnTo>
                    <a:pt x="1755586" y="4747973"/>
                  </a:lnTo>
                  <a:lnTo>
                    <a:pt x="1755836" y="4747973"/>
                  </a:lnTo>
                  <a:lnTo>
                    <a:pt x="1756087" y="4747973"/>
                  </a:lnTo>
                  <a:lnTo>
                    <a:pt x="1756212" y="4747973"/>
                  </a:lnTo>
                  <a:lnTo>
                    <a:pt x="1756337" y="4747973"/>
                  </a:lnTo>
                  <a:lnTo>
                    <a:pt x="1756587" y="4747973"/>
                  </a:lnTo>
                  <a:lnTo>
                    <a:pt x="1756837" y="4747973"/>
                  </a:lnTo>
                  <a:lnTo>
                    <a:pt x="1757212" y="4747973"/>
                  </a:lnTo>
                  <a:lnTo>
                    <a:pt x="1757337" y="4747973"/>
                  </a:lnTo>
                  <a:lnTo>
                    <a:pt x="1757712" y="4747973"/>
                  </a:lnTo>
                  <a:lnTo>
                    <a:pt x="1757837" y="4747973"/>
                  </a:lnTo>
                  <a:lnTo>
                    <a:pt x="1757962" y="4747973"/>
                  </a:lnTo>
                  <a:lnTo>
                    <a:pt x="1758087" y="4747973"/>
                  </a:lnTo>
                  <a:lnTo>
                    <a:pt x="1758212" y="4747973"/>
                  </a:lnTo>
                  <a:lnTo>
                    <a:pt x="1758462" y="4747973"/>
                  </a:lnTo>
                  <a:lnTo>
                    <a:pt x="1758587" y="4747973"/>
                  </a:lnTo>
                  <a:lnTo>
                    <a:pt x="1758837" y="4747973"/>
                  </a:lnTo>
                  <a:lnTo>
                    <a:pt x="1758963" y="4747973"/>
                  </a:lnTo>
                  <a:lnTo>
                    <a:pt x="1759213" y="4747973"/>
                  </a:lnTo>
                  <a:lnTo>
                    <a:pt x="1759463" y="4747973"/>
                  </a:lnTo>
                  <a:lnTo>
                    <a:pt x="1759713" y="4747973"/>
                  </a:lnTo>
                  <a:lnTo>
                    <a:pt x="1759838" y="4747973"/>
                  </a:lnTo>
                  <a:lnTo>
                    <a:pt x="1759963" y="4747973"/>
                  </a:lnTo>
                  <a:lnTo>
                    <a:pt x="1760088" y="4747973"/>
                  </a:lnTo>
                  <a:lnTo>
                    <a:pt x="1760213" y="4747973"/>
                  </a:lnTo>
                  <a:lnTo>
                    <a:pt x="1760338" y="4747973"/>
                  </a:lnTo>
                  <a:lnTo>
                    <a:pt x="1760588" y="4747973"/>
                  </a:lnTo>
                  <a:lnTo>
                    <a:pt x="1760713" y="4747973"/>
                  </a:lnTo>
                  <a:lnTo>
                    <a:pt x="1760963" y="4747973"/>
                  </a:lnTo>
                  <a:lnTo>
                    <a:pt x="1761088" y="4747973"/>
                  </a:lnTo>
                  <a:lnTo>
                    <a:pt x="1761588" y="4747973"/>
                  </a:lnTo>
                  <a:lnTo>
                    <a:pt x="1761838" y="4747973"/>
                  </a:lnTo>
                  <a:lnTo>
                    <a:pt x="1761964" y="4747973"/>
                  </a:lnTo>
                  <a:lnTo>
                    <a:pt x="1762214" y="4747973"/>
                  </a:lnTo>
                  <a:lnTo>
                    <a:pt x="1762464" y="4747973"/>
                  </a:lnTo>
                  <a:lnTo>
                    <a:pt x="1762589" y="4747973"/>
                  </a:lnTo>
                  <a:lnTo>
                    <a:pt x="1762714" y="4747973"/>
                  </a:lnTo>
                  <a:lnTo>
                    <a:pt x="1762964" y="4747973"/>
                  </a:lnTo>
                  <a:lnTo>
                    <a:pt x="1763089" y="4747973"/>
                  </a:lnTo>
                  <a:lnTo>
                    <a:pt x="1763214" y="4747973"/>
                  </a:lnTo>
                  <a:lnTo>
                    <a:pt x="1763339" y="4747973"/>
                  </a:lnTo>
                  <a:lnTo>
                    <a:pt x="1770716" y="4738019"/>
                  </a:lnTo>
                  <a:lnTo>
                    <a:pt x="1770967" y="4728065"/>
                  </a:lnTo>
                  <a:lnTo>
                    <a:pt x="1771092" y="4728065"/>
                  </a:lnTo>
                  <a:lnTo>
                    <a:pt x="1771467" y="4728065"/>
                  </a:lnTo>
                  <a:lnTo>
                    <a:pt x="1771592" y="4728065"/>
                  </a:lnTo>
                  <a:lnTo>
                    <a:pt x="1771967" y="4728065"/>
                  </a:lnTo>
                  <a:lnTo>
                    <a:pt x="1772092" y="4728065"/>
                  </a:lnTo>
                  <a:lnTo>
                    <a:pt x="1772217" y="4728065"/>
                  </a:lnTo>
                  <a:lnTo>
                    <a:pt x="1772342" y="4728065"/>
                  </a:lnTo>
                  <a:lnTo>
                    <a:pt x="1772467" y="4728065"/>
                  </a:lnTo>
                  <a:lnTo>
                    <a:pt x="1772592" y="4728065"/>
                  </a:lnTo>
                  <a:lnTo>
                    <a:pt x="1772717" y="4728065"/>
                  </a:lnTo>
                  <a:lnTo>
                    <a:pt x="1772967" y="4728065"/>
                  </a:lnTo>
                  <a:lnTo>
                    <a:pt x="1773092" y="4728065"/>
                  </a:lnTo>
                  <a:lnTo>
                    <a:pt x="1773217" y="4728065"/>
                  </a:lnTo>
                  <a:lnTo>
                    <a:pt x="1773342" y="4728065"/>
                  </a:lnTo>
                  <a:lnTo>
                    <a:pt x="1773592" y="4728065"/>
                  </a:lnTo>
                  <a:lnTo>
                    <a:pt x="1773717" y="4728065"/>
                  </a:lnTo>
                  <a:lnTo>
                    <a:pt x="1773842" y="4728065"/>
                  </a:lnTo>
                  <a:lnTo>
                    <a:pt x="1773968" y="4728065"/>
                  </a:lnTo>
                  <a:lnTo>
                    <a:pt x="1774468" y="4728065"/>
                  </a:lnTo>
                  <a:lnTo>
                    <a:pt x="1774718" y="4728065"/>
                  </a:lnTo>
                  <a:lnTo>
                    <a:pt x="1775218" y="4728065"/>
                  </a:lnTo>
                  <a:lnTo>
                    <a:pt x="1775343" y="4728065"/>
                  </a:lnTo>
                  <a:lnTo>
                    <a:pt x="1775468" y="4728065"/>
                  </a:lnTo>
                  <a:lnTo>
                    <a:pt x="1775718" y="4728065"/>
                  </a:lnTo>
                  <a:lnTo>
                    <a:pt x="1775843" y="4728065"/>
                  </a:lnTo>
                  <a:lnTo>
                    <a:pt x="1776093" y="4728065"/>
                  </a:lnTo>
                  <a:lnTo>
                    <a:pt x="1776218" y="4728065"/>
                  </a:lnTo>
                  <a:lnTo>
                    <a:pt x="1776343" y="4728065"/>
                  </a:lnTo>
                  <a:lnTo>
                    <a:pt x="1776593" y="4728065"/>
                  </a:lnTo>
                  <a:lnTo>
                    <a:pt x="1776718" y="4728065"/>
                  </a:lnTo>
                  <a:lnTo>
                    <a:pt x="1776843" y="4728065"/>
                  </a:lnTo>
                  <a:lnTo>
                    <a:pt x="1777094" y="4728065"/>
                  </a:lnTo>
                  <a:lnTo>
                    <a:pt x="1777344" y="4728065"/>
                  </a:lnTo>
                  <a:lnTo>
                    <a:pt x="1777594" y="4728065"/>
                  </a:lnTo>
                  <a:lnTo>
                    <a:pt x="1777719" y="4728065"/>
                  </a:lnTo>
                  <a:lnTo>
                    <a:pt x="1777844" y="4728065"/>
                  </a:lnTo>
                  <a:lnTo>
                    <a:pt x="1777969" y="4728065"/>
                  </a:lnTo>
                  <a:lnTo>
                    <a:pt x="1778094" y="4728065"/>
                  </a:lnTo>
                  <a:lnTo>
                    <a:pt x="1778219" y="4728065"/>
                  </a:lnTo>
                  <a:lnTo>
                    <a:pt x="1778344" y="4728065"/>
                  </a:lnTo>
                  <a:lnTo>
                    <a:pt x="1778344" y="4718111"/>
                  </a:lnTo>
                  <a:lnTo>
                    <a:pt x="1778594" y="4718111"/>
                  </a:lnTo>
                  <a:lnTo>
                    <a:pt x="1778719" y="4718111"/>
                  </a:lnTo>
                  <a:lnTo>
                    <a:pt x="1778969" y="4718111"/>
                  </a:lnTo>
                  <a:lnTo>
                    <a:pt x="1779219" y="4718111"/>
                  </a:lnTo>
                  <a:lnTo>
                    <a:pt x="1779594" y="4718111"/>
                  </a:lnTo>
                  <a:lnTo>
                    <a:pt x="1779719" y="4718111"/>
                  </a:lnTo>
                  <a:lnTo>
                    <a:pt x="1779844" y="4718111"/>
                  </a:lnTo>
                  <a:lnTo>
                    <a:pt x="1780095" y="4718111"/>
                  </a:lnTo>
                  <a:lnTo>
                    <a:pt x="1780345" y="4718111"/>
                  </a:lnTo>
                  <a:lnTo>
                    <a:pt x="1780595" y="4718111"/>
                  </a:lnTo>
                  <a:lnTo>
                    <a:pt x="1780720" y="4718111"/>
                  </a:lnTo>
                  <a:lnTo>
                    <a:pt x="1780970" y="4718111"/>
                  </a:lnTo>
                  <a:lnTo>
                    <a:pt x="1781095" y="4718111"/>
                  </a:lnTo>
                  <a:lnTo>
                    <a:pt x="1781345" y="4718111"/>
                  </a:lnTo>
                  <a:lnTo>
                    <a:pt x="1781595" y="4718111"/>
                  </a:lnTo>
                  <a:lnTo>
                    <a:pt x="1781970" y="4718111"/>
                  </a:lnTo>
                  <a:lnTo>
                    <a:pt x="1782220" y="4718111"/>
                  </a:lnTo>
                  <a:lnTo>
                    <a:pt x="1782595" y="4718111"/>
                  </a:lnTo>
                  <a:lnTo>
                    <a:pt x="1782720" y="4718111"/>
                  </a:lnTo>
                  <a:lnTo>
                    <a:pt x="1783221" y="4718111"/>
                  </a:lnTo>
                  <a:lnTo>
                    <a:pt x="1783346" y="4718111"/>
                  </a:lnTo>
                  <a:lnTo>
                    <a:pt x="1783471" y="4718111"/>
                  </a:lnTo>
                  <a:lnTo>
                    <a:pt x="1783596" y="4718111"/>
                  </a:lnTo>
                  <a:lnTo>
                    <a:pt x="1783846" y="4718111"/>
                  </a:lnTo>
                  <a:lnTo>
                    <a:pt x="1784346" y="4718111"/>
                  </a:lnTo>
                  <a:lnTo>
                    <a:pt x="1784471" y="4718111"/>
                  </a:lnTo>
                  <a:lnTo>
                    <a:pt x="1784721" y="4718111"/>
                  </a:lnTo>
                  <a:lnTo>
                    <a:pt x="1784971" y="4718111"/>
                  </a:lnTo>
                  <a:lnTo>
                    <a:pt x="1785096" y="4718111"/>
                  </a:lnTo>
                  <a:lnTo>
                    <a:pt x="1785221" y="4718111"/>
                  </a:lnTo>
                  <a:lnTo>
                    <a:pt x="1785471" y="4718111"/>
                  </a:lnTo>
                  <a:lnTo>
                    <a:pt x="1785721" y="4718111"/>
                  </a:lnTo>
                  <a:lnTo>
                    <a:pt x="1785847" y="4718111"/>
                  </a:lnTo>
                  <a:lnTo>
                    <a:pt x="1786097" y="4718111"/>
                  </a:lnTo>
                  <a:lnTo>
                    <a:pt x="1786722" y="4718111"/>
                  </a:lnTo>
                  <a:lnTo>
                    <a:pt x="1787222" y="4718111"/>
                  </a:lnTo>
                  <a:lnTo>
                    <a:pt x="1787347" y="4718111"/>
                  </a:lnTo>
                  <a:lnTo>
                    <a:pt x="1787597" y="4718111"/>
                  </a:lnTo>
                  <a:lnTo>
                    <a:pt x="1787722" y="4718111"/>
                  </a:lnTo>
                  <a:lnTo>
                    <a:pt x="1787972" y="4718111"/>
                  </a:lnTo>
                  <a:lnTo>
                    <a:pt x="1788347" y="4708158"/>
                  </a:lnTo>
                  <a:lnTo>
                    <a:pt x="1788722" y="4708158"/>
                  </a:lnTo>
                  <a:lnTo>
                    <a:pt x="1789098" y="4708158"/>
                  </a:lnTo>
                  <a:lnTo>
                    <a:pt x="1789723" y="4708158"/>
                  </a:lnTo>
                  <a:lnTo>
                    <a:pt x="1789848" y="4708158"/>
                  </a:lnTo>
                  <a:lnTo>
                    <a:pt x="1790348" y="4708158"/>
                  </a:lnTo>
                  <a:lnTo>
                    <a:pt x="1790598" y="4708158"/>
                  </a:lnTo>
                  <a:lnTo>
                    <a:pt x="1790723" y="4708158"/>
                  </a:lnTo>
                  <a:lnTo>
                    <a:pt x="1790848" y="4708158"/>
                  </a:lnTo>
                  <a:lnTo>
                    <a:pt x="1791098" y="4708158"/>
                  </a:lnTo>
                  <a:lnTo>
                    <a:pt x="1791223" y="4708158"/>
                  </a:lnTo>
                  <a:lnTo>
                    <a:pt x="1791473" y="4708158"/>
                  </a:lnTo>
                  <a:lnTo>
                    <a:pt x="1791974" y="4708158"/>
                  </a:lnTo>
                  <a:lnTo>
                    <a:pt x="1792099" y="4708158"/>
                  </a:lnTo>
                  <a:lnTo>
                    <a:pt x="1792099" y="4698204"/>
                  </a:lnTo>
                  <a:lnTo>
                    <a:pt x="1792349" y="4698204"/>
                  </a:lnTo>
                  <a:lnTo>
                    <a:pt x="1792474" y="4698204"/>
                  </a:lnTo>
                  <a:lnTo>
                    <a:pt x="1792599" y="4698204"/>
                  </a:lnTo>
                  <a:lnTo>
                    <a:pt x="1792849" y="4698204"/>
                  </a:lnTo>
                  <a:lnTo>
                    <a:pt x="1793099" y="4698204"/>
                  </a:lnTo>
                  <a:lnTo>
                    <a:pt x="1793224" y="4698204"/>
                  </a:lnTo>
                  <a:lnTo>
                    <a:pt x="1793349" y="4698204"/>
                  </a:lnTo>
                  <a:lnTo>
                    <a:pt x="1793474" y="4698204"/>
                  </a:lnTo>
                  <a:lnTo>
                    <a:pt x="1793599" y="4698204"/>
                  </a:lnTo>
                  <a:lnTo>
                    <a:pt x="1793849" y="4698204"/>
                  </a:lnTo>
                  <a:lnTo>
                    <a:pt x="1793974" y="4698204"/>
                  </a:lnTo>
                  <a:lnTo>
                    <a:pt x="1794099" y="4698204"/>
                  </a:lnTo>
                  <a:lnTo>
                    <a:pt x="1794224" y="4698204"/>
                  </a:lnTo>
                  <a:lnTo>
                    <a:pt x="1794349" y="4698204"/>
                  </a:lnTo>
                  <a:lnTo>
                    <a:pt x="1794724" y="4698204"/>
                  </a:lnTo>
                  <a:lnTo>
                    <a:pt x="1794975" y="4698204"/>
                  </a:lnTo>
                  <a:lnTo>
                    <a:pt x="1795100" y="4698204"/>
                  </a:lnTo>
                  <a:lnTo>
                    <a:pt x="1795225" y="4698204"/>
                  </a:lnTo>
                  <a:lnTo>
                    <a:pt x="1795475" y="4698204"/>
                  </a:lnTo>
                  <a:lnTo>
                    <a:pt x="1796350" y="4698204"/>
                  </a:lnTo>
                  <a:lnTo>
                    <a:pt x="1796475" y="4698204"/>
                  </a:lnTo>
                  <a:lnTo>
                    <a:pt x="1796600" y="4698204"/>
                  </a:lnTo>
                  <a:lnTo>
                    <a:pt x="1796725" y="4698204"/>
                  </a:lnTo>
                  <a:lnTo>
                    <a:pt x="1796850" y="4698204"/>
                  </a:lnTo>
                  <a:lnTo>
                    <a:pt x="1796975" y="4698204"/>
                  </a:lnTo>
                  <a:lnTo>
                    <a:pt x="1797350" y="4698204"/>
                  </a:lnTo>
                  <a:lnTo>
                    <a:pt x="1797475" y="4698204"/>
                  </a:lnTo>
                  <a:lnTo>
                    <a:pt x="1797725" y="4698204"/>
                  </a:lnTo>
                  <a:lnTo>
                    <a:pt x="1797851" y="4698204"/>
                  </a:lnTo>
                  <a:lnTo>
                    <a:pt x="1797976" y="4698204"/>
                  </a:lnTo>
                  <a:lnTo>
                    <a:pt x="1798101" y="4698204"/>
                  </a:lnTo>
                  <a:lnTo>
                    <a:pt x="1798601" y="4698204"/>
                  </a:lnTo>
                  <a:lnTo>
                    <a:pt x="1798726" y="4698204"/>
                  </a:lnTo>
                  <a:lnTo>
                    <a:pt x="1799101" y="4698204"/>
                  </a:lnTo>
                  <a:lnTo>
                    <a:pt x="1799351" y="4698204"/>
                  </a:lnTo>
                  <a:lnTo>
                    <a:pt x="1799476" y="4698204"/>
                  </a:lnTo>
                  <a:lnTo>
                    <a:pt x="1799726" y="4698204"/>
                  </a:lnTo>
                  <a:lnTo>
                    <a:pt x="1800101" y="4698204"/>
                  </a:lnTo>
                  <a:lnTo>
                    <a:pt x="1800351" y="4698204"/>
                  </a:lnTo>
                  <a:lnTo>
                    <a:pt x="1800476" y="4698204"/>
                  </a:lnTo>
                  <a:lnTo>
                    <a:pt x="1800977" y="4698204"/>
                  </a:lnTo>
                  <a:lnTo>
                    <a:pt x="1801102" y="4698204"/>
                  </a:lnTo>
                  <a:lnTo>
                    <a:pt x="1801227" y="4698204"/>
                  </a:lnTo>
                  <a:lnTo>
                    <a:pt x="1801727" y="4698204"/>
                  </a:lnTo>
                  <a:lnTo>
                    <a:pt x="1801852" y="4698204"/>
                  </a:lnTo>
                  <a:lnTo>
                    <a:pt x="1801977" y="4698204"/>
                  </a:lnTo>
                  <a:lnTo>
                    <a:pt x="1802227" y="4698204"/>
                  </a:lnTo>
                  <a:lnTo>
                    <a:pt x="1802852" y="4698204"/>
                  </a:lnTo>
                  <a:lnTo>
                    <a:pt x="1802977" y="4698204"/>
                  </a:lnTo>
                  <a:lnTo>
                    <a:pt x="1803477" y="4698204"/>
                  </a:lnTo>
                  <a:lnTo>
                    <a:pt x="1803602" y="4698204"/>
                  </a:lnTo>
                  <a:lnTo>
                    <a:pt x="1803853" y="4698204"/>
                  </a:lnTo>
                  <a:lnTo>
                    <a:pt x="1804353" y="4698204"/>
                  </a:lnTo>
                  <a:lnTo>
                    <a:pt x="1804603" y="4698204"/>
                  </a:lnTo>
                  <a:lnTo>
                    <a:pt x="1804728" y="4698204"/>
                  </a:lnTo>
                  <a:lnTo>
                    <a:pt x="1804853" y="4698204"/>
                  </a:lnTo>
                  <a:lnTo>
                    <a:pt x="1805353" y="4698204"/>
                  </a:lnTo>
                  <a:lnTo>
                    <a:pt x="1805478" y="4698204"/>
                  </a:lnTo>
                  <a:lnTo>
                    <a:pt x="1805603" y="4698204"/>
                  </a:lnTo>
                  <a:lnTo>
                    <a:pt x="1806103" y="4698204"/>
                  </a:lnTo>
                  <a:lnTo>
                    <a:pt x="1806353" y="4698204"/>
                  </a:lnTo>
                  <a:lnTo>
                    <a:pt x="1806478" y="4698204"/>
                  </a:lnTo>
                  <a:lnTo>
                    <a:pt x="1806979" y="4698204"/>
                  </a:lnTo>
                  <a:lnTo>
                    <a:pt x="1807104" y="4698204"/>
                  </a:lnTo>
                  <a:lnTo>
                    <a:pt x="1807229" y="4698204"/>
                  </a:lnTo>
                  <a:lnTo>
                    <a:pt x="1807479" y="4698204"/>
                  </a:lnTo>
                  <a:lnTo>
                    <a:pt x="1808229" y="4698204"/>
                  </a:lnTo>
                  <a:lnTo>
                    <a:pt x="1808479" y="4698204"/>
                  </a:lnTo>
                  <a:lnTo>
                    <a:pt x="1808604" y="4698204"/>
                  </a:lnTo>
                  <a:lnTo>
                    <a:pt x="1808729" y="4698204"/>
                  </a:lnTo>
                  <a:lnTo>
                    <a:pt x="1808854" y="4698204"/>
                  </a:lnTo>
                  <a:lnTo>
                    <a:pt x="1808979" y="4698204"/>
                  </a:lnTo>
                  <a:lnTo>
                    <a:pt x="1809104" y="4698204"/>
                  </a:lnTo>
                  <a:lnTo>
                    <a:pt x="1809855" y="4698204"/>
                  </a:lnTo>
                  <a:lnTo>
                    <a:pt x="1810105" y="4698204"/>
                  </a:lnTo>
                  <a:lnTo>
                    <a:pt x="1810230" y="4698204"/>
                  </a:lnTo>
                  <a:lnTo>
                    <a:pt x="1810355" y="4698204"/>
                  </a:lnTo>
                  <a:lnTo>
                    <a:pt x="1810730" y="4698204"/>
                  </a:lnTo>
                  <a:lnTo>
                    <a:pt x="1810855" y="4698204"/>
                  </a:lnTo>
                  <a:lnTo>
                    <a:pt x="1810980" y="4698204"/>
                  </a:lnTo>
                  <a:lnTo>
                    <a:pt x="1811355" y="4698204"/>
                  </a:lnTo>
                  <a:lnTo>
                    <a:pt x="1811730" y="4698204"/>
                  </a:lnTo>
                  <a:lnTo>
                    <a:pt x="1811730" y="4688250"/>
                  </a:lnTo>
                  <a:lnTo>
                    <a:pt x="1811980" y="4688250"/>
                  </a:lnTo>
                  <a:lnTo>
                    <a:pt x="1812230" y="4688250"/>
                  </a:lnTo>
                  <a:lnTo>
                    <a:pt x="1812355" y="4688250"/>
                  </a:lnTo>
                  <a:lnTo>
                    <a:pt x="1812355" y="4678296"/>
                  </a:lnTo>
                  <a:lnTo>
                    <a:pt x="1812480" y="4678296"/>
                  </a:lnTo>
                  <a:lnTo>
                    <a:pt x="1812730" y="4668342"/>
                  </a:lnTo>
                  <a:lnTo>
                    <a:pt x="1812981" y="4668342"/>
                  </a:lnTo>
                  <a:lnTo>
                    <a:pt x="1813106" y="4668342"/>
                  </a:lnTo>
                  <a:lnTo>
                    <a:pt x="1813231" y="4668342"/>
                  </a:lnTo>
                  <a:lnTo>
                    <a:pt x="1813481" y="4668342"/>
                  </a:lnTo>
                  <a:lnTo>
                    <a:pt x="1813606" y="4668342"/>
                  </a:lnTo>
                  <a:lnTo>
                    <a:pt x="1813856" y="4668342"/>
                  </a:lnTo>
                  <a:lnTo>
                    <a:pt x="1813981" y="4668342"/>
                  </a:lnTo>
                  <a:lnTo>
                    <a:pt x="1814106" y="4668342"/>
                  </a:lnTo>
                  <a:lnTo>
                    <a:pt x="1814231" y="4668342"/>
                  </a:lnTo>
                  <a:lnTo>
                    <a:pt x="1814731" y="4668342"/>
                  </a:lnTo>
                  <a:lnTo>
                    <a:pt x="1814981" y="4668342"/>
                  </a:lnTo>
                  <a:lnTo>
                    <a:pt x="1815356" y="4668342"/>
                  </a:lnTo>
                  <a:lnTo>
                    <a:pt x="1815481" y="4668342"/>
                  </a:lnTo>
                  <a:lnTo>
                    <a:pt x="1815731" y="4668342"/>
                  </a:lnTo>
                  <a:lnTo>
                    <a:pt x="1815857" y="4668342"/>
                  </a:lnTo>
                  <a:lnTo>
                    <a:pt x="1816107" y="4668342"/>
                  </a:lnTo>
                  <a:lnTo>
                    <a:pt x="1816232" y="4668342"/>
                  </a:lnTo>
                  <a:lnTo>
                    <a:pt x="1816607" y="4668342"/>
                  </a:lnTo>
                  <a:lnTo>
                    <a:pt x="1816732" y="4668342"/>
                  </a:lnTo>
                  <a:lnTo>
                    <a:pt x="1816982" y="4668342"/>
                  </a:lnTo>
                  <a:lnTo>
                    <a:pt x="1817107" y="4668342"/>
                  </a:lnTo>
                  <a:lnTo>
                    <a:pt x="1817232" y="4668342"/>
                  </a:lnTo>
                  <a:lnTo>
                    <a:pt x="1817357" y="4668342"/>
                  </a:lnTo>
                  <a:lnTo>
                    <a:pt x="1817607" y="4668342"/>
                  </a:lnTo>
                  <a:lnTo>
                    <a:pt x="1818107" y="4648435"/>
                  </a:lnTo>
                  <a:lnTo>
                    <a:pt x="1818232" y="4648435"/>
                  </a:lnTo>
                  <a:lnTo>
                    <a:pt x="1818482" y="4648435"/>
                  </a:lnTo>
                  <a:lnTo>
                    <a:pt x="1818607" y="4648435"/>
                  </a:lnTo>
                  <a:lnTo>
                    <a:pt x="1818732" y="4648435"/>
                  </a:lnTo>
                  <a:lnTo>
                    <a:pt x="1818858" y="4648435"/>
                  </a:lnTo>
                  <a:lnTo>
                    <a:pt x="1819108" y="4648435"/>
                  </a:lnTo>
                  <a:lnTo>
                    <a:pt x="1819233" y="4648435"/>
                  </a:lnTo>
                  <a:lnTo>
                    <a:pt x="1819358" y="4648435"/>
                  </a:lnTo>
                  <a:lnTo>
                    <a:pt x="1819608" y="4648435"/>
                  </a:lnTo>
                  <a:lnTo>
                    <a:pt x="1819858" y="4648435"/>
                  </a:lnTo>
                  <a:lnTo>
                    <a:pt x="1819983" y="4648435"/>
                  </a:lnTo>
                  <a:lnTo>
                    <a:pt x="1820233" y="4648435"/>
                  </a:lnTo>
                  <a:lnTo>
                    <a:pt x="1820483" y="4648435"/>
                  </a:lnTo>
                  <a:lnTo>
                    <a:pt x="1820608" y="4648435"/>
                  </a:lnTo>
                  <a:lnTo>
                    <a:pt x="1820733" y="4648435"/>
                  </a:lnTo>
                  <a:lnTo>
                    <a:pt x="1820858" y="4648435"/>
                  </a:lnTo>
                  <a:lnTo>
                    <a:pt x="1820858" y="4638481"/>
                  </a:lnTo>
                  <a:lnTo>
                    <a:pt x="1821483" y="4638481"/>
                  </a:lnTo>
                  <a:lnTo>
                    <a:pt x="1821984" y="4638481"/>
                  </a:lnTo>
                  <a:lnTo>
                    <a:pt x="1822109" y="4638481"/>
                  </a:lnTo>
                  <a:lnTo>
                    <a:pt x="1822234" y="4638481"/>
                  </a:lnTo>
                  <a:lnTo>
                    <a:pt x="1822359" y="4638481"/>
                  </a:lnTo>
                  <a:lnTo>
                    <a:pt x="1822859" y="4638481"/>
                  </a:lnTo>
                  <a:lnTo>
                    <a:pt x="1822984" y="4638481"/>
                  </a:lnTo>
                  <a:lnTo>
                    <a:pt x="1823109" y="4638481"/>
                  </a:lnTo>
                  <a:lnTo>
                    <a:pt x="1823234" y="4638481"/>
                  </a:lnTo>
                  <a:lnTo>
                    <a:pt x="1823359" y="4638481"/>
                  </a:lnTo>
                  <a:lnTo>
                    <a:pt x="1823609" y="4638481"/>
                  </a:lnTo>
                  <a:lnTo>
                    <a:pt x="1824109" y="4638481"/>
                  </a:lnTo>
                  <a:lnTo>
                    <a:pt x="1824234" y="4638481"/>
                  </a:lnTo>
                  <a:lnTo>
                    <a:pt x="1824609" y="4638481"/>
                  </a:lnTo>
                  <a:lnTo>
                    <a:pt x="1824735" y="4638481"/>
                  </a:lnTo>
                  <a:lnTo>
                    <a:pt x="1824860" y="4638481"/>
                  </a:lnTo>
                  <a:lnTo>
                    <a:pt x="1825485" y="4638481"/>
                  </a:lnTo>
                  <a:lnTo>
                    <a:pt x="1825860" y="4638481"/>
                  </a:lnTo>
                  <a:lnTo>
                    <a:pt x="1825985" y="4638481"/>
                  </a:lnTo>
                  <a:lnTo>
                    <a:pt x="1826110" y="4638481"/>
                  </a:lnTo>
                  <a:lnTo>
                    <a:pt x="1826360" y="4638481"/>
                  </a:lnTo>
                  <a:lnTo>
                    <a:pt x="1826485" y="4638481"/>
                  </a:lnTo>
                  <a:lnTo>
                    <a:pt x="1826610" y="4638481"/>
                  </a:lnTo>
                  <a:lnTo>
                    <a:pt x="1826860" y="4638481"/>
                  </a:lnTo>
                  <a:lnTo>
                    <a:pt x="1826985" y="4638481"/>
                  </a:lnTo>
                  <a:lnTo>
                    <a:pt x="1827360" y="4638481"/>
                  </a:lnTo>
                  <a:lnTo>
                    <a:pt x="1827485" y="4638481"/>
                  </a:lnTo>
                  <a:lnTo>
                    <a:pt x="1827736" y="4638481"/>
                  </a:lnTo>
                  <a:lnTo>
                    <a:pt x="1827986" y="4638481"/>
                  </a:lnTo>
                  <a:lnTo>
                    <a:pt x="1828111" y="4638481"/>
                  </a:lnTo>
                  <a:lnTo>
                    <a:pt x="1828236" y="4638481"/>
                  </a:lnTo>
                  <a:lnTo>
                    <a:pt x="1828361" y="4638481"/>
                  </a:lnTo>
                  <a:lnTo>
                    <a:pt x="1828611" y="4638481"/>
                  </a:lnTo>
                  <a:lnTo>
                    <a:pt x="1829111" y="4638481"/>
                  </a:lnTo>
                  <a:lnTo>
                    <a:pt x="1829486" y="4638481"/>
                  </a:lnTo>
                  <a:lnTo>
                    <a:pt x="1829736" y="4638481"/>
                  </a:lnTo>
                  <a:lnTo>
                    <a:pt x="1829861" y="4638481"/>
                  </a:lnTo>
                  <a:lnTo>
                    <a:pt x="1829986" y="4638481"/>
                  </a:lnTo>
                  <a:lnTo>
                    <a:pt x="1830361" y="4638481"/>
                  </a:lnTo>
                  <a:lnTo>
                    <a:pt x="1830486" y="4638481"/>
                  </a:lnTo>
                  <a:lnTo>
                    <a:pt x="1830611" y="4638481"/>
                  </a:lnTo>
                  <a:lnTo>
                    <a:pt x="1830862" y="4638481"/>
                  </a:lnTo>
                  <a:lnTo>
                    <a:pt x="1830987" y="4638481"/>
                  </a:lnTo>
                  <a:lnTo>
                    <a:pt x="1831612" y="4638481"/>
                  </a:lnTo>
                  <a:lnTo>
                    <a:pt x="1832237" y="4638481"/>
                  </a:lnTo>
                  <a:lnTo>
                    <a:pt x="1832487" y="4638481"/>
                  </a:lnTo>
                  <a:lnTo>
                    <a:pt x="1832737" y="4638481"/>
                  </a:lnTo>
                  <a:lnTo>
                    <a:pt x="1832862" y="4638481"/>
                  </a:lnTo>
                  <a:lnTo>
                    <a:pt x="1832987" y="4638481"/>
                  </a:lnTo>
                  <a:lnTo>
                    <a:pt x="1833237" y="4638481"/>
                  </a:lnTo>
                  <a:lnTo>
                    <a:pt x="1833612" y="4638481"/>
                  </a:lnTo>
                  <a:lnTo>
                    <a:pt x="1833738" y="4638481"/>
                  </a:lnTo>
                  <a:lnTo>
                    <a:pt x="1834363" y="4638481"/>
                  </a:lnTo>
                  <a:lnTo>
                    <a:pt x="1834613" y="4638481"/>
                  </a:lnTo>
                  <a:lnTo>
                    <a:pt x="1834738" y="4638481"/>
                  </a:lnTo>
                  <a:lnTo>
                    <a:pt x="1835363" y="4638481"/>
                  </a:lnTo>
                  <a:lnTo>
                    <a:pt x="1835613" y="4638481"/>
                  </a:lnTo>
                  <a:lnTo>
                    <a:pt x="1835738" y="4638481"/>
                  </a:lnTo>
                  <a:lnTo>
                    <a:pt x="1835988" y="4638481"/>
                  </a:lnTo>
                  <a:lnTo>
                    <a:pt x="1836113" y="4638481"/>
                  </a:lnTo>
                  <a:lnTo>
                    <a:pt x="1836238" y="4638481"/>
                  </a:lnTo>
                  <a:lnTo>
                    <a:pt x="1836363" y="4638481"/>
                  </a:lnTo>
                  <a:lnTo>
                    <a:pt x="1836739" y="4638481"/>
                  </a:lnTo>
                  <a:lnTo>
                    <a:pt x="1836864" y="4638481"/>
                  </a:lnTo>
                  <a:lnTo>
                    <a:pt x="1837114" y="4638481"/>
                  </a:lnTo>
                  <a:lnTo>
                    <a:pt x="1837239" y="4638481"/>
                  </a:lnTo>
                  <a:lnTo>
                    <a:pt x="1837364" y="4638481"/>
                  </a:lnTo>
                  <a:lnTo>
                    <a:pt x="1837739" y="4638481"/>
                  </a:lnTo>
                  <a:lnTo>
                    <a:pt x="1837864" y="4638481"/>
                  </a:lnTo>
                  <a:lnTo>
                    <a:pt x="1837989" y="4638481"/>
                  </a:lnTo>
                  <a:lnTo>
                    <a:pt x="1838114" y="4638481"/>
                  </a:lnTo>
                  <a:lnTo>
                    <a:pt x="1838239" y="4638481"/>
                  </a:lnTo>
                  <a:lnTo>
                    <a:pt x="1838239" y="4628527"/>
                  </a:lnTo>
                  <a:lnTo>
                    <a:pt x="1838364" y="4618573"/>
                  </a:lnTo>
                  <a:lnTo>
                    <a:pt x="1838489" y="4618573"/>
                  </a:lnTo>
                  <a:lnTo>
                    <a:pt x="1838614" y="4618573"/>
                  </a:lnTo>
                  <a:lnTo>
                    <a:pt x="1839489" y="4618573"/>
                  </a:lnTo>
                  <a:lnTo>
                    <a:pt x="1839740" y="4618573"/>
                  </a:lnTo>
                  <a:lnTo>
                    <a:pt x="1839865" y="4618573"/>
                  </a:lnTo>
                  <a:lnTo>
                    <a:pt x="1839990" y="4618573"/>
                  </a:lnTo>
                  <a:lnTo>
                    <a:pt x="1840490" y="4618573"/>
                  </a:lnTo>
                  <a:lnTo>
                    <a:pt x="1840615" y="4618573"/>
                  </a:lnTo>
                  <a:lnTo>
                    <a:pt x="1840865" y="4618573"/>
                  </a:lnTo>
                  <a:lnTo>
                    <a:pt x="1840990" y="4618573"/>
                  </a:lnTo>
                  <a:lnTo>
                    <a:pt x="1841115" y="4618573"/>
                  </a:lnTo>
                  <a:lnTo>
                    <a:pt x="1841240" y="4618573"/>
                  </a:lnTo>
                  <a:lnTo>
                    <a:pt x="1841615" y="4618573"/>
                  </a:lnTo>
                  <a:lnTo>
                    <a:pt x="1841740" y="4618573"/>
                  </a:lnTo>
                  <a:lnTo>
                    <a:pt x="1842240" y="4618573"/>
                  </a:lnTo>
                  <a:lnTo>
                    <a:pt x="1842365" y="4618573"/>
                  </a:lnTo>
                  <a:lnTo>
                    <a:pt x="1842615" y="4618573"/>
                  </a:lnTo>
                  <a:lnTo>
                    <a:pt x="1842866" y="4618573"/>
                  </a:lnTo>
                  <a:lnTo>
                    <a:pt x="1842991" y="4618573"/>
                  </a:lnTo>
                  <a:lnTo>
                    <a:pt x="1843116" y="4618573"/>
                  </a:lnTo>
                  <a:lnTo>
                    <a:pt x="1843241" y="4618573"/>
                  </a:lnTo>
                  <a:lnTo>
                    <a:pt x="1843616" y="4618573"/>
                  </a:lnTo>
                  <a:lnTo>
                    <a:pt x="1843866" y="4618573"/>
                  </a:lnTo>
                  <a:lnTo>
                    <a:pt x="1844241" y="4618573"/>
                  </a:lnTo>
                  <a:lnTo>
                    <a:pt x="1844366" y="4618573"/>
                  </a:lnTo>
                  <a:lnTo>
                    <a:pt x="1844491" y="4618573"/>
                  </a:lnTo>
                  <a:lnTo>
                    <a:pt x="1844616" y="4618573"/>
                  </a:lnTo>
                  <a:lnTo>
                    <a:pt x="1844741" y="4618573"/>
                  </a:lnTo>
                  <a:lnTo>
                    <a:pt x="1844866" y="4618573"/>
                  </a:lnTo>
                  <a:lnTo>
                    <a:pt x="1844991" y="4618573"/>
                  </a:lnTo>
                  <a:lnTo>
                    <a:pt x="1845491" y="4618573"/>
                  </a:lnTo>
                  <a:lnTo>
                    <a:pt x="1845867" y="4618573"/>
                  </a:lnTo>
                  <a:lnTo>
                    <a:pt x="1845992" y="4618573"/>
                  </a:lnTo>
                  <a:lnTo>
                    <a:pt x="1846117" y="4618573"/>
                  </a:lnTo>
                  <a:lnTo>
                    <a:pt x="1846617" y="4618573"/>
                  </a:lnTo>
                  <a:lnTo>
                    <a:pt x="1846742" y="4618573"/>
                  </a:lnTo>
                  <a:lnTo>
                    <a:pt x="1846867" y="4618573"/>
                  </a:lnTo>
                  <a:lnTo>
                    <a:pt x="1846992" y="4618573"/>
                  </a:lnTo>
                  <a:lnTo>
                    <a:pt x="1847117" y="4618573"/>
                  </a:lnTo>
                  <a:lnTo>
                    <a:pt x="1847242" y="4618573"/>
                  </a:lnTo>
                  <a:lnTo>
                    <a:pt x="1847492" y="4618573"/>
                  </a:lnTo>
                  <a:lnTo>
                    <a:pt x="1847617" y="4618573"/>
                  </a:lnTo>
                  <a:lnTo>
                    <a:pt x="1847867" y="4618573"/>
                  </a:lnTo>
                  <a:lnTo>
                    <a:pt x="1848242" y="4618573"/>
                  </a:lnTo>
                  <a:lnTo>
                    <a:pt x="1848617" y="4618573"/>
                  </a:lnTo>
                  <a:lnTo>
                    <a:pt x="1848743" y="4618573"/>
                  </a:lnTo>
                  <a:lnTo>
                    <a:pt x="1848868" y="4618573"/>
                  </a:lnTo>
                  <a:lnTo>
                    <a:pt x="1848993" y="4618573"/>
                  </a:lnTo>
                  <a:lnTo>
                    <a:pt x="1849118" y="4618573"/>
                  </a:lnTo>
                  <a:lnTo>
                    <a:pt x="1849243" y="4618573"/>
                  </a:lnTo>
                  <a:lnTo>
                    <a:pt x="1849493" y="4618573"/>
                  </a:lnTo>
                  <a:lnTo>
                    <a:pt x="1849743" y="4618573"/>
                  </a:lnTo>
                  <a:lnTo>
                    <a:pt x="1850118" y="4618573"/>
                  </a:lnTo>
                  <a:lnTo>
                    <a:pt x="1850243" y="4618573"/>
                  </a:lnTo>
                  <a:lnTo>
                    <a:pt x="1850368" y="4618573"/>
                  </a:lnTo>
                  <a:lnTo>
                    <a:pt x="1850493" y="4618573"/>
                  </a:lnTo>
                  <a:lnTo>
                    <a:pt x="1851118" y="4618573"/>
                  </a:lnTo>
                  <a:lnTo>
                    <a:pt x="1851744" y="4618573"/>
                  </a:lnTo>
                  <a:lnTo>
                    <a:pt x="1851869" y="4618573"/>
                  </a:lnTo>
                  <a:lnTo>
                    <a:pt x="1851994" y="4618573"/>
                  </a:lnTo>
                  <a:lnTo>
                    <a:pt x="1852119" y="4618573"/>
                  </a:lnTo>
                  <a:lnTo>
                    <a:pt x="1852369" y="4618573"/>
                  </a:lnTo>
                  <a:lnTo>
                    <a:pt x="1852494" y="4618573"/>
                  </a:lnTo>
                  <a:lnTo>
                    <a:pt x="1852619" y="4618573"/>
                  </a:lnTo>
                  <a:lnTo>
                    <a:pt x="1852869" y="4618573"/>
                  </a:lnTo>
                  <a:lnTo>
                    <a:pt x="1852994" y="4618573"/>
                  </a:lnTo>
                  <a:lnTo>
                    <a:pt x="1853244" y="4618573"/>
                  </a:lnTo>
                  <a:lnTo>
                    <a:pt x="1853369" y="4618573"/>
                  </a:lnTo>
                  <a:lnTo>
                    <a:pt x="1853619" y="4618573"/>
                  </a:lnTo>
                  <a:lnTo>
                    <a:pt x="1853744" y="4618573"/>
                  </a:lnTo>
                  <a:lnTo>
                    <a:pt x="1854119" y="4618573"/>
                  </a:lnTo>
                  <a:lnTo>
                    <a:pt x="1854244" y="4618573"/>
                  </a:lnTo>
                  <a:lnTo>
                    <a:pt x="1854369" y="4618573"/>
                  </a:lnTo>
                  <a:lnTo>
                    <a:pt x="1854619" y="4618573"/>
                  </a:lnTo>
                  <a:lnTo>
                    <a:pt x="1854745" y="4618573"/>
                  </a:lnTo>
                  <a:lnTo>
                    <a:pt x="1854995" y="4618573"/>
                  </a:lnTo>
                  <a:lnTo>
                    <a:pt x="1855245" y="4618573"/>
                  </a:lnTo>
                  <a:lnTo>
                    <a:pt x="1855745" y="4618573"/>
                  </a:lnTo>
                  <a:lnTo>
                    <a:pt x="1855870" y="4618573"/>
                  </a:lnTo>
                  <a:lnTo>
                    <a:pt x="1855995" y="4618573"/>
                  </a:lnTo>
                  <a:lnTo>
                    <a:pt x="1856245" y="4618573"/>
                  </a:lnTo>
                  <a:lnTo>
                    <a:pt x="1856370" y="4618573"/>
                  </a:lnTo>
                  <a:lnTo>
                    <a:pt x="1856495" y="4618573"/>
                  </a:lnTo>
                  <a:lnTo>
                    <a:pt x="1856620" y="4618573"/>
                  </a:lnTo>
                  <a:lnTo>
                    <a:pt x="1856745" y="4618573"/>
                  </a:lnTo>
                  <a:lnTo>
                    <a:pt x="1856995" y="4618573"/>
                  </a:lnTo>
                  <a:lnTo>
                    <a:pt x="1857120" y="4618573"/>
                  </a:lnTo>
                  <a:lnTo>
                    <a:pt x="1857245" y="4618573"/>
                  </a:lnTo>
                  <a:lnTo>
                    <a:pt x="1857996" y="4618573"/>
                  </a:lnTo>
                  <a:lnTo>
                    <a:pt x="1858371" y="4618573"/>
                  </a:lnTo>
                  <a:lnTo>
                    <a:pt x="1858746" y="4618573"/>
                  </a:lnTo>
                  <a:lnTo>
                    <a:pt x="1858996" y="4618573"/>
                  </a:lnTo>
                  <a:lnTo>
                    <a:pt x="1859121" y="4618573"/>
                  </a:lnTo>
                  <a:lnTo>
                    <a:pt x="1859621" y="4618573"/>
                  </a:lnTo>
                  <a:lnTo>
                    <a:pt x="1859746" y="4618573"/>
                  </a:lnTo>
                  <a:lnTo>
                    <a:pt x="1859871" y="4618573"/>
                  </a:lnTo>
                  <a:lnTo>
                    <a:pt x="1859996" y="4618573"/>
                  </a:lnTo>
                  <a:lnTo>
                    <a:pt x="1860121" y="4618573"/>
                  </a:lnTo>
                  <a:lnTo>
                    <a:pt x="1860246" y="4618573"/>
                  </a:lnTo>
                  <a:lnTo>
                    <a:pt x="1860371" y="4618573"/>
                  </a:lnTo>
                  <a:lnTo>
                    <a:pt x="1860747" y="4618573"/>
                  </a:lnTo>
                  <a:lnTo>
                    <a:pt x="1861247" y="4618573"/>
                  </a:lnTo>
                  <a:lnTo>
                    <a:pt x="1861372" y="4618573"/>
                  </a:lnTo>
                  <a:lnTo>
                    <a:pt x="1861497" y="4618573"/>
                  </a:lnTo>
                  <a:lnTo>
                    <a:pt x="1861747" y="4618573"/>
                  </a:lnTo>
                  <a:lnTo>
                    <a:pt x="1861997" y="4618573"/>
                  </a:lnTo>
                  <a:lnTo>
                    <a:pt x="1862122" y="4618573"/>
                  </a:lnTo>
                  <a:lnTo>
                    <a:pt x="1862497" y="4618573"/>
                  </a:lnTo>
                  <a:lnTo>
                    <a:pt x="1862622" y="4618573"/>
                  </a:lnTo>
                  <a:lnTo>
                    <a:pt x="1862622" y="4608619"/>
                  </a:lnTo>
                  <a:lnTo>
                    <a:pt x="1862747" y="4608619"/>
                  </a:lnTo>
                  <a:lnTo>
                    <a:pt x="1862872" y="4608619"/>
                  </a:lnTo>
                  <a:lnTo>
                    <a:pt x="1863122" y="4608619"/>
                  </a:lnTo>
                  <a:lnTo>
                    <a:pt x="1863372" y="4598666"/>
                  </a:lnTo>
                  <a:lnTo>
                    <a:pt x="1863497" y="4598666"/>
                  </a:lnTo>
                  <a:lnTo>
                    <a:pt x="1863623" y="4598666"/>
                  </a:lnTo>
                  <a:lnTo>
                    <a:pt x="1863748" y="4598666"/>
                  </a:lnTo>
                  <a:lnTo>
                    <a:pt x="1863873" y="4598666"/>
                  </a:lnTo>
                  <a:lnTo>
                    <a:pt x="1864498" y="4598666"/>
                  </a:lnTo>
                  <a:lnTo>
                    <a:pt x="1864873" y="4598666"/>
                  </a:lnTo>
                  <a:lnTo>
                    <a:pt x="1864998" y="4598666"/>
                  </a:lnTo>
                  <a:lnTo>
                    <a:pt x="1865123" y="4598666"/>
                  </a:lnTo>
                  <a:lnTo>
                    <a:pt x="1865373" y="4598666"/>
                  </a:lnTo>
                  <a:lnTo>
                    <a:pt x="1865498" y="4598666"/>
                  </a:lnTo>
                  <a:lnTo>
                    <a:pt x="1865623" y="4598666"/>
                  </a:lnTo>
                  <a:lnTo>
                    <a:pt x="1865748" y="4598666"/>
                  </a:lnTo>
                  <a:lnTo>
                    <a:pt x="1865873" y="4598666"/>
                  </a:lnTo>
                  <a:lnTo>
                    <a:pt x="1866123" y="4598666"/>
                  </a:lnTo>
                  <a:lnTo>
                    <a:pt x="1866874" y="4598666"/>
                  </a:lnTo>
                  <a:lnTo>
                    <a:pt x="1866999" y="4598666"/>
                  </a:lnTo>
                  <a:lnTo>
                    <a:pt x="1867124" y="4598666"/>
                  </a:lnTo>
                  <a:lnTo>
                    <a:pt x="1867249" y="4598666"/>
                  </a:lnTo>
                  <a:lnTo>
                    <a:pt x="1867374" y="4598666"/>
                  </a:lnTo>
                  <a:lnTo>
                    <a:pt x="1867499" y="4598666"/>
                  </a:lnTo>
                  <a:lnTo>
                    <a:pt x="1867624" y="4598666"/>
                  </a:lnTo>
                  <a:lnTo>
                    <a:pt x="1867749" y="4598666"/>
                  </a:lnTo>
                  <a:lnTo>
                    <a:pt x="1867874" y="4598666"/>
                  </a:lnTo>
                  <a:lnTo>
                    <a:pt x="1868249" y="4598666"/>
                  </a:lnTo>
                  <a:lnTo>
                    <a:pt x="1868499" y="4598666"/>
                  </a:lnTo>
                  <a:lnTo>
                    <a:pt x="1868624" y="4598666"/>
                  </a:lnTo>
                  <a:lnTo>
                    <a:pt x="1868749" y="4598666"/>
                  </a:lnTo>
                  <a:lnTo>
                    <a:pt x="1868874" y="4598666"/>
                  </a:lnTo>
                  <a:lnTo>
                    <a:pt x="1868999" y="4598666"/>
                  </a:lnTo>
                  <a:lnTo>
                    <a:pt x="1869249" y="4598666"/>
                  </a:lnTo>
                  <a:lnTo>
                    <a:pt x="1869374" y="4598666"/>
                  </a:lnTo>
                  <a:lnTo>
                    <a:pt x="1869499" y="4598666"/>
                  </a:lnTo>
                  <a:lnTo>
                    <a:pt x="1869750" y="4598666"/>
                  </a:lnTo>
                  <a:lnTo>
                    <a:pt x="1870000" y="4598666"/>
                  </a:lnTo>
                  <a:lnTo>
                    <a:pt x="1870375" y="4598666"/>
                  </a:lnTo>
                  <a:lnTo>
                    <a:pt x="1870500" y="4598666"/>
                  </a:lnTo>
                  <a:lnTo>
                    <a:pt x="1870750" y="4598666"/>
                  </a:lnTo>
                  <a:lnTo>
                    <a:pt x="1871000" y="4598666"/>
                  </a:lnTo>
                  <a:lnTo>
                    <a:pt x="1871250" y="4598666"/>
                  </a:lnTo>
                  <a:lnTo>
                    <a:pt x="1871375" y="4598666"/>
                  </a:lnTo>
                  <a:lnTo>
                    <a:pt x="1871500" y="4598666"/>
                  </a:lnTo>
                  <a:lnTo>
                    <a:pt x="1871625" y="4598666"/>
                  </a:lnTo>
                  <a:lnTo>
                    <a:pt x="1872000" y="4598666"/>
                  </a:lnTo>
                  <a:lnTo>
                    <a:pt x="1872500" y="4598666"/>
                  </a:lnTo>
                  <a:lnTo>
                    <a:pt x="1872626" y="4598666"/>
                  </a:lnTo>
                  <a:lnTo>
                    <a:pt x="1872876" y="4598666"/>
                  </a:lnTo>
                  <a:lnTo>
                    <a:pt x="1873001" y="4598666"/>
                  </a:lnTo>
                  <a:lnTo>
                    <a:pt x="1873251" y="4598666"/>
                  </a:lnTo>
                  <a:lnTo>
                    <a:pt x="1873376" y="4598666"/>
                  </a:lnTo>
                  <a:lnTo>
                    <a:pt x="1873501" y="4598666"/>
                  </a:lnTo>
                  <a:lnTo>
                    <a:pt x="1873626" y="4598666"/>
                  </a:lnTo>
                  <a:lnTo>
                    <a:pt x="1874126" y="4598666"/>
                  </a:lnTo>
                  <a:lnTo>
                    <a:pt x="1874376" y="4598666"/>
                  </a:lnTo>
                  <a:lnTo>
                    <a:pt x="1874626" y="4598666"/>
                  </a:lnTo>
                  <a:lnTo>
                    <a:pt x="1874751" y="4598666"/>
                  </a:lnTo>
                  <a:lnTo>
                    <a:pt x="1875251" y="4598666"/>
                  </a:lnTo>
                  <a:lnTo>
                    <a:pt x="1875376" y="4598666"/>
                  </a:lnTo>
                  <a:lnTo>
                    <a:pt x="1875501" y="4598666"/>
                  </a:lnTo>
                  <a:lnTo>
                    <a:pt x="1875627" y="4598666"/>
                  </a:lnTo>
                  <a:lnTo>
                    <a:pt x="1875752" y="4598666"/>
                  </a:lnTo>
                  <a:lnTo>
                    <a:pt x="1876002" y="4598666"/>
                  </a:lnTo>
                  <a:lnTo>
                    <a:pt x="1876252" y="4598666"/>
                  </a:lnTo>
                  <a:lnTo>
                    <a:pt x="1876502" y="4598666"/>
                  </a:lnTo>
                  <a:lnTo>
                    <a:pt x="1876627" y="4598666"/>
                  </a:lnTo>
                  <a:lnTo>
                    <a:pt x="1876752" y="4598666"/>
                  </a:lnTo>
                  <a:lnTo>
                    <a:pt x="1876877" y="4598666"/>
                  </a:lnTo>
                  <a:lnTo>
                    <a:pt x="1877252" y="4598666"/>
                  </a:lnTo>
                  <a:lnTo>
                    <a:pt x="1877377" y="4598666"/>
                  </a:lnTo>
                  <a:lnTo>
                    <a:pt x="1877502" y="4598666"/>
                  </a:lnTo>
                  <a:lnTo>
                    <a:pt x="1877752" y="4598666"/>
                  </a:lnTo>
                  <a:lnTo>
                    <a:pt x="1877877" y="4598666"/>
                  </a:lnTo>
                  <a:lnTo>
                    <a:pt x="1878002" y="4598666"/>
                  </a:lnTo>
                  <a:lnTo>
                    <a:pt x="1878127" y="4598666"/>
                  </a:lnTo>
                  <a:lnTo>
                    <a:pt x="1878753" y="4598666"/>
                  </a:lnTo>
                  <a:lnTo>
                    <a:pt x="1878878" y="4598666"/>
                  </a:lnTo>
                  <a:lnTo>
                    <a:pt x="1880003" y="4598666"/>
                  </a:lnTo>
                  <a:lnTo>
                    <a:pt x="1880378" y="4598666"/>
                  </a:lnTo>
                  <a:lnTo>
                    <a:pt x="1880753" y="4598666"/>
                  </a:lnTo>
                  <a:lnTo>
                    <a:pt x="1880878" y="4598666"/>
                  </a:lnTo>
                  <a:lnTo>
                    <a:pt x="1881003" y="4598666"/>
                  </a:lnTo>
                  <a:lnTo>
                    <a:pt x="1881128" y="4598666"/>
                  </a:lnTo>
                  <a:lnTo>
                    <a:pt x="1881378" y="4598666"/>
                  </a:lnTo>
                  <a:lnTo>
                    <a:pt x="1881879" y="4598666"/>
                  </a:lnTo>
                  <a:lnTo>
                    <a:pt x="1882004" y="4598666"/>
                  </a:lnTo>
                  <a:lnTo>
                    <a:pt x="1882379" y="4598666"/>
                  </a:lnTo>
                  <a:lnTo>
                    <a:pt x="1882504" y="4598666"/>
                  </a:lnTo>
                  <a:lnTo>
                    <a:pt x="1882629" y="4598666"/>
                  </a:lnTo>
                  <a:lnTo>
                    <a:pt x="1883004" y="4598666"/>
                  </a:lnTo>
                  <a:lnTo>
                    <a:pt x="1883129" y="4598666"/>
                  </a:lnTo>
                  <a:lnTo>
                    <a:pt x="1883254" y="4598666"/>
                  </a:lnTo>
                  <a:lnTo>
                    <a:pt x="1883379" y="4598666"/>
                  </a:lnTo>
                  <a:lnTo>
                    <a:pt x="1883504" y="4598666"/>
                  </a:lnTo>
                  <a:lnTo>
                    <a:pt x="1883754" y="4598666"/>
                  </a:lnTo>
                  <a:lnTo>
                    <a:pt x="1883879" y="4598666"/>
                  </a:lnTo>
                  <a:lnTo>
                    <a:pt x="1884254" y="4598666"/>
                  </a:lnTo>
                  <a:lnTo>
                    <a:pt x="1884379" y="4598666"/>
                  </a:lnTo>
                  <a:lnTo>
                    <a:pt x="1884630" y="4598666"/>
                  </a:lnTo>
                  <a:lnTo>
                    <a:pt x="1884755" y="4598666"/>
                  </a:lnTo>
                  <a:lnTo>
                    <a:pt x="1884880" y="4598666"/>
                  </a:lnTo>
                  <a:lnTo>
                    <a:pt x="1885255" y="4598666"/>
                  </a:lnTo>
                  <a:lnTo>
                    <a:pt x="1885380" y="4598666"/>
                  </a:lnTo>
                  <a:lnTo>
                    <a:pt x="1885380" y="4588712"/>
                  </a:lnTo>
                  <a:lnTo>
                    <a:pt x="1885630" y="4588712"/>
                  </a:lnTo>
                  <a:lnTo>
                    <a:pt x="1885880" y="4588712"/>
                  </a:lnTo>
                  <a:lnTo>
                    <a:pt x="1886255" y="4588712"/>
                  </a:lnTo>
                  <a:lnTo>
                    <a:pt x="1886380" y="4588712"/>
                  </a:lnTo>
                  <a:lnTo>
                    <a:pt x="1886630" y="4588712"/>
                  </a:lnTo>
                  <a:lnTo>
                    <a:pt x="1886755" y="4578758"/>
                  </a:lnTo>
                  <a:lnTo>
                    <a:pt x="1887130" y="4578758"/>
                  </a:lnTo>
                  <a:lnTo>
                    <a:pt x="1887255" y="4578758"/>
                  </a:lnTo>
                  <a:lnTo>
                    <a:pt x="1887380" y="4578758"/>
                  </a:lnTo>
                  <a:lnTo>
                    <a:pt x="1887631" y="4578758"/>
                  </a:lnTo>
                  <a:lnTo>
                    <a:pt x="1887756" y="4578758"/>
                  </a:lnTo>
                  <a:lnTo>
                    <a:pt x="1887881" y="4578758"/>
                  </a:lnTo>
                  <a:lnTo>
                    <a:pt x="1888006" y="4578758"/>
                  </a:lnTo>
                  <a:lnTo>
                    <a:pt x="1888881" y="4578758"/>
                  </a:lnTo>
                  <a:lnTo>
                    <a:pt x="1889006" y="4578758"/>
                  </a:lnTo>
                  <a:lnTo>
                    <a:pt x="1889256" y="4578758"/>
                  </a:lnTo>
                  <a:lnTo>
                    <a:pt x="1889506" y="4578758"/>
                  </a:lnTo>
                  <a:lnTo>
                    <a:pt x="1889631" y="4578758"/>
                  </a:lnTo>
                  <a:lnTo>
                    <a:pt x="1889756" y="4578758"/>
                  </a:lnTo>
                  <a:lnTo>
                    <a:pt x="1889881" y="4578758"/>
                  </a:lnTo>
                  <a:lnTo>
                    <a:pt x="1890006" y="4578758"/>
                  </a:lnTo>
                  <a:lnTo>
                    <a:pt x="1890131" y="4578758"/>
                  </a:lnTo>
                  <a:lnTo>
                    <a:pt x="1890256" y="4578758"/>
                  </a:lnTo>
                  <a:lnTo>
                    <a:pt x="1890381" y="4578758"/>
                  </a:lnTo>
                  <a:lnTo>
                    <a:pt x="1890506" y="4578758"/>
                  </a:lnTo>
                  <a:lnTo>
                    <a:pt x="1890757" y="4578758"/>
                  </a:lnTo>
                  <a:lnTo>
                    <a:pt x="1890882" y="4578758"/>
                  </a:lnTo>
                  <a:lnTo>
                    <a:pt x="1891007" y="4578758"/>
                  </a:lnTo>
                  <a:lnTo>
                    <a:pt x="1891257" y="4568804"/>
                  </a:lnTo>
                  <a:lnTo>
                    <a:pt x="1891382" y="4568804"/>
                  </a:lnTo>
                  <a:lnTo>
                    <a:pt x="1891632" y="4568804"/>
                  </a:lnTo>
                  <a:lnTo>
                    <a:pt x="1891757" y="4568804"/>
                  </a:lnTo>
                  <a:lnTo>
                    <a:pt x="1892007" y="4568804"/>
                  </a:lnTo>
                  <a:lnTo>
                    <a:pt x="1892632" y="4568804"/>
                  </a:lnTo>
                  <a:lnTo>
                    <a:pt x="1892882" y="4568804"/>
                  </a:lnTo>
                  <a:lnTo>
                    <a:pt x="1893007" y="4568804"/>
                  </a:lnTo>
                  <a:lnTo>
                    <a:pt x="1893382" y="4568804"/>
                  </a:lnTo>
                  <a:lnTo>
                    <a:pt x="1893507" y="4568804"/>
                  </a:lnTo>
                  <a:lnTo>
                    <a:pt x="1893633" y="4568804"/>
                  </a:lnTo>
                  <a:lnTo>
                    <a:pt x="1893883" y="4568804"/>
                  </a:lnTo>
                  <a:lnTo>
                    <a:pt x="1894008" y="4568804"/>
                  </a:lnTo>
                  <a:lnTo>
                    <a:pt x="1894133" y="4568804"/>
                  </a:lnTo>
                  <a:lnTo>
                    <a:pt x="1894508" y="4568804"/>
                  </a:lnTo>
                  <a:lnTo>
                    <a:pt x="1894758" y="4568804"/>
                  </a:lnTo>
                  <a:lnTo>
                    <a:pt x="1895133" y="4568804"/>
                  </a:lnTo>
                  <a:lnTo>
                    <a:pt x="1895633" y="4568804"/>
                  </a:lnTo>
                  <a:lnTo>
                    <a:pt x="1895883" y="4568804"/>
                  </a:lnTo>
                  <a:lnTo>
                    <a:pt x="1896008" y="4568804"/>
                  </a:lnTo>
                  <a:lnTo>
                    <a:pt x="1896133" y="4568804"/>
                  </a:lnTo>
                  <a:lnTo>
                    <a:pt x="1896383" y="4568804"/>
                  </a:lnTo>
                  <a:lnTo>
                    <a:pt x="1896508" y="4568804"/>
                  </a:lnTo>
                  <a:lnTo>
                    <a:pt x="1896634" y="4568804"/>
                  </a:lnTo>
                  <a:lnTo>
                    <a:pt x="1896759" y="4568804"/>
                  </a:lnTo>
                  <a:lnTo>
                    <a:pt x="1897009" y="4568804"/>
                  </a:lnTo>
                  <a:lnTo>
                    <a:pt x="1897884" y="4558850"/>
                  </a:lnTo>
                  <a:lnTo>
                    <a:pt x="1898259" y="4558850"/>
                  </a:lnTo>
                  <a:lnTo>
                    <a:pt x="1898384" y="4558850"/>
                  </a:lnTo>
                  <a:lnTo>
                    <a:pt x="1898634" y="4558850"/>
                  </a:lnTo>
                  <a:lnTo>
                    <a:pt x="1898759" y="4558850"/>
                  </a:lnTo>
                  <a:lnTo>
                    <a:pt x="1899134" y="4558850"/>
                  </a:lnTo>
                  <a:lnTo>
                    <a:pt x="1899259" y="4558850"/>
                  </a:lnTo>
                  <a:lnTo>
                    <a:pt x="1899509" y="4558850"/>
                  </a:lnTo>
                  <a:lnTo>
                    <a:pt x="1899635" y="4558850"/>
                  </a:lnTo>
                  <a:lnTo>
                    <a:pt x="1900135" y="4558850"/>
                  </a:lnTo>
                  <a:lnTo>
                    <a:pt x="1900510" y="4558850"/>
                  </a:lnTo>
                  <a:lnTo>
                    <a:pt x="1901135" y="4558850"/>
                  </a:lnTo>
                  <a:lnTo>
                    <a:pt x="1901510" y="4558850"/>
                  </a:lnTo>
                  <a:lnTo>
                    <a:pt x="1901635" y="4558850"/>
                  </a:lnTo>
                  <a:lnTo>
                    <a:pt x="1901760" y="4558850"/>
                  </a:lnTo>
                  <a:lnTo>
                    <a:pt x="1902010" y="4558850"/>
                  </a:lnTo>
                  <a:lnTo>
                    <a:pt x="1902135" y="4558850"/>
                  </a:lnTo>
                  <a:lnTo>
                    <a:pt x="1902260" y="4558850"/>
                  </a:lnTo>
                  <a:lnTo>
                    <a:pt x="1902761" y="4558850"/>
                  </a:lnTo>
                  <a:lnTo>
                    <a:pt x="1902886" y="4558850"/>
                  </a:lnTo>
                  <a:lnTo>
                    <a:pt x="1903136" y="4558850"/>
                  </a:lnTo>
                  <a:lnTo>
                    <a:pt x="1903261" y="4558850"/>
                  </a:lnTo>
                  <a:lnTo>
                    <a:pt x="1903511" y="4558850"/>
                  </a:lnTo>
                  <a:lnTo>
                    <a:pt x="1903636" y="4558850"/>
                  </a:lnTo>
                  <a:lnTo>
                    <a:pt x="1904011" y="4558850"/>
                  </a:lnTo>
                  <a:lnTo>
                    <a:pt x="1904136" y="4558850"/>
                  </a:lnTo>
                  <a:lnTo>
                    <a:pt x="1904261" y="4558850"/>
                  </a:lnTo>
                  <a:lnTo>
                    <a:pt x="1904386" y="4558850"/>
                  </a:lnTo>
                  <a:lnTo>
                    <a:pt x="1904636" y="4558850"/>
                  </a:lnTo>
                  <a:lnTo>
                    <a:pt x="1905386" y="4558850"/>
                  </a:lnTo>
                  <a:lnTo>
                    <a:pt x="1905512" y="4558850"/>
                  </a:lnTo>
                  <a:lnTo>
                    <a:pt x="1905762" y="4558850"/>
                  </a:lnTo>
                  <a:lnTo>
                    <a:pt x="1906137" y="4558850"/>
                  </a:lnTo>
                  <a:lnTo>
                    <a:pt x="1906387" y="4558850"/>
                  </a:lnTo>
                  <a:lnTo>
                    <a:pt x="1906512" y="4558850"/>
                  </a:lnTo>
                  <a:lnTo>
                    <a:pt x="1906887" y="4558850"/>
                  </a:lnTo>
                  <a:lnTo>
                    <a:pt x="1907012" y="4558850"/>
                  </a:lnTo>
                  <a:lnTo>
                    <a:pt x="1907262" y="4558850"/>
                  </a:lnTo>
                  <a:lnTo>
                    <a:pt x="1907512" y="4558850"/>
                  </a:lnTo>
                  <a:lnTo>
                    <a:pt x="1907887" y="4558850"/>
                  </a:lnTo>
                  <a:lnTo>
                    <a:pt x="1908012" y="4558850"/>
                  </a:lnTo>
                  <a:lnTo>
                    <a:pt x="1908137" y="4558850"/>
                  </a:lnTo>
                  <a:lnTo>
                    <a:pt x="1908262" y="4558850"/>
                  </a:lnTo>
                  <a:lnTo>
                    <a:pt x="1908513" y="4558850"/>
                  </a:lnTo>
                  <a:lnTo>
                    <a:pt x="1908888" y="4558850"/>
                  </a:lnTo>
                  <a:lnTo>
                    <a:pt x="1909138" y="4558850"/>
                  </a:lnTo>
                  <a:lnTo>
                    <a:pt x="1909388" y="4558850"/>
                  </a:lnTo>
                  <a:lnTo>
                    <a:pt x="1909638" y="4558850"/>
                  </a:lnTo>
                  <a:lnTo>
                    <a:pt x="1909888" y="4558850"/>
                  </a:lnTo>
                  <a:lnTo>
                    <a:pt x="1910263" y="4558850"/>
                  </a:lnTo>
                  <a:lnTo>
                    <a:pt x="1910513" y="4558850"/>
                  </a:lnTo>
                  <a:lnTo>
                    <a:pt x="1910638" y="4558850"/>
                  </a:lnTo>
                  <a:lnTo>
                    <a:pt x="1910763" y="4558850"/>
                  </a:lnTo>
                  <a:lnTo>
                    <a:pt x="1910888" y="4558850"/>
                  </a:lnTo>
                  <a:lnTo>
                    <a:pt x="1911013" y="4558850"/>
                  </a:lnTo>
                  <a:lnTo>
                    <a:pt x="1911138" y="4558850"/>
                  </a:lnTo>
                  <a:lnTo>
                    <a:pt x="1912014" y="4558850"/>
                  </a:lnTo>
                  <a:lnTo>
                    <a:pt x="1912139" y="4558850"/>
                  </a:lnTo>
                  <a:lnTo>
                    <a:pt x="1912264" y="4558850"/>
                  </a:lnTo>
                  <a:lnTo>
                    <a:pt x="1912389" y="4558850"/>
                  </a:lnTo>
                  <a:lnTo>
                    <a:pt x="1912514" y="4558850"/>
                  </a:lnTo>
                  <a:lnTo>
                    <a:pt x="1912639" y="4558850"/>
                  </a:lnTo>
                  <a:lnTo>
                    <a:pt x="1912764" y="4558850"/>
                  </a:lnTo>
                  <a:lnTo>
                    <a:pt x="1913014" y="4558850"/>
                  </a:lnTo>
                  <a:lnTo>
                    <a:pt x="1913264" y="4558850"/>
                  </a:lnTo>
                  <a:lnTo>
                    <a:pt x="1913514" y="4558850"/>
                  </a:lnTo>
                  <a:lnTo>
                    <a:pt x="1913639" y="4558850"/>
                  </a:lnTo>
                  <a:lnTo>
                    <a:pt x="1913764" y="4558850"/>
                  </a:lnTo>
                  <a:lnTo>
                    <a:pt x="1913889" y="4558850"/>
                  </a:lnTo>
                  <a:lnTo>
                    <a:pt x="1914264" y="4558850"/>
                  </a:lnTo>
                  <a:lnTo>
                    <a:pt x="1914515" y="4558850"/>
                  </a:lnTo>
                  <a:lnTo>
                    <a:pt x="1914640" y="4558850"/>
                  </a:lnTo>
                  <a:lnTo>
                    <a:pt x="1914765" y="4558850"/>
                  </a:lnTo>
                  <a:lnTo>
                    <a:pt x="1915015" y="4558850"/>
                  </a:lnTo>
                  <a:lnTo>
                    <a:pt x="1915140" y="4558850"/>
                  </a:lnTo>
                  <a:lnTo>
                    <a:pt x="1915640" y="4558850"/>
                  </a:lnTo>
                  <a:lnTo>
                    <a:pt x="1915890" y="4558850"/>
                  </a:lnTo>
                  <a:lnTo>
                    <a:pt x="1916015" y="4558850"/>
                  </a:lnTo>
                  <a:lnTo>
                    <a:pt x="1916140" y="4558850"/>
                  </a:lnTo>
                  <a:lnTo>
                    <a:pt x="1916515" y="4558850"/>
                  </a:lnTo>
                  <a:lnTo>
                    <a:pt x="1916640" y="4558850"/>
                  </a:lnTo>
                  <a:lnTo>
                    <a:pt x="1916765" y="4558850"/>
                  </a:lnTo>
                  <a:lnTo>
                    <a:pt x="1916890" y="4558850"/>
                  </a:lnTo>
                  <a:lnTo>
                    <a:pt x="1917015" y="4558850"/>
                  </a:lnTo>
                  <a:lnTo>
                    <a:pt x="1917140" y="4558850"/>
                  </a:lnTo>
                  <a:lnTo>
                    <a:pt x="1917265" y="4558850"/>
                  </a:lnTo>
                  <a:lnTo>
                    <a:pt x="1917641" y="4558850"/>
                  </a:lnTo>
                  <a:lnTo>
                    <a:pt x="1917891" y="4558850"/>
                  </a:lnTo>
                  <a:lnTo>
                    <a:pt x="1918266" y="4558850"/>
                  </a:lnTo>
                  <a:lnTo>
                    <a:pt x="1918391" y="4558850"/>
                  </a:lnTo>
                  <a:lnTo>
                    <a:pt x="1918516" y="4558850"/>
                  </a:lnTo>
                  <a:lnTo>
                    <a:pt x="1918641" y="4558850"/>
                  </a:lnTo>
                  <a:lnTo>
                    <a:pt x="1919016" y="4558850"/>
                  </a:lnTo>
                  <a:lnTo>
                    <a:pt x="1919266" y="4558850"/>
                  </a:lnTo>
                  <a:lnTo>
                    <a:pt x="1919516" y="4558850"/>
                  </a:lnTo>
                  <a:lnTo>
                    <a:pt x="1919641" y="4558850"/>
                  </a:lnTo>
                  <a:lnTo>
                    <a:pt x="1919766" y="4558850"/>
                  </a:lnTo>
                  <a:lnTo>
                    <a:pt x="1920391" y="4558850"/>
                  </a:lnTo>
                  <a:lnTo>
                    <a:pt x="1920517" y="4558850"/>
                  </a:lnTo>
                  <a:lnTo>
                    <a:pt x="1920642" y="4558850"/>
                  </a:lnTo>
                  <a:lnTo>
                    <a:pt x="1921017" y="4558850"/>
                  </a:lnTo>
                  <a:lnTo>
                    <a:pt x="1921142" y="4558850"/>
                  </a:lnTo>
                  <a:lnTo>
                    <a:pt x="1921392" y="4558850"/>
                  </a:lnTo>
                  <a:lnTo>
                    <a:pt x="1921642" y="4558850"/>
                  </a:lnTo>
                  <a:lnTo>
                    <a:pt x="1921767" y="4558850"/>
                  </a:lnTo>
                  <a:lnTo>
                    <a:pt x="1921892" y="4558850"/>
                  </a:lnTo>
                  <a:lnTo>
                    <a:pt x="1922642" y="4558850"/>
                  </a:lnTo>
                  <a:lnTo>
                    <a:pt x="1923142" y="4558850"/>
                  </a:lnTo>
                  <a:lnTo>
                    <a:pt x="1923267" y="4558850"/>
                  </a:lnTo>
                  <a:lnTo>
                    <a:pt x="1923392" y="4558850"/>
                  </a:lnTo>
                  <a:lnTo>
                    <a:pt x="1923768" y="4558850"/>
                  </a:lnTo>
                  <a:lnTo>
                    <a:pt x="1923893" y="4558850"/>
                  </a:lnTo>
                  <a:lnTo>
                    <a:pt x="1924018" y="4548896"/>
                  </a:lnTo>
                  <a:lnTo>
                    <a:pt x="1924143" y="4548896"/>
                  </a:lnTo>
                  <a:lnTo>
                    <a:pt x="1924268" y="4548896"/>
                  </a:lnTo>
                  <a:lnTo>
                    <a:pt x="1924393" y="4548896"/>
                  </a:lnTo>
                  <a:lnTo>
                    <a:pt x="1924893" y="4548896"/>
                  </a:lnTo>
                  <a:lnTo>
                    <a:pt x="1925143" y="4548896"/>
                  </a:lnTo>
                  <a:lnTo>
                    <a:pt x="1925518" y="4548896"/>
                  </a:lnTo>
                  <a:lnTo>
                    <a:pt x="1927144" y="4538943"/>
                  </a:lnTo>
                  <a:lnTo>
                    <a:pt x="1927269" y="4538943"/>
                  </a:lnTo>
                  <a:lnTo>
                    <a:pt x="1927519" y="4538943"/>
                  </a:lnTo>
                  <a:lnTo>
                    <a:pt x="1927644" y="4538943"/>
                  </a:lnTo>
                  <a:lnTo>
                    <a:pt x="1927769" y="4538943"/>
                  </a:lnTo>
                  <a:lnTo>
                    <a:pt x="1928019" y="4538943"/>
                  </a:lnTo>
                  <a:lnTo>
                    <a:pt x="1928144" y="4538943"/>
                  </a:lnTo>
                  <a:lnTo>
                    <a:pt x="1928394" y="4538943"/>
                  </a:lnTo>
                  <a:lnTo>
                    <a:pt x="1928519" y="4538943"/>
                  </a:lnTo>
                  <a:lnTo>
                    <a:pt x="1928519" y="4528989"/>
                  </a:lnTo>
                  <a:lnTo>
                    <a:pt x="1928894" y="4528989"/>
                  </a:lnTo>
                  <a:lnTo>
                    <a:pt x="1929144" y="4528989"/>
                  </a:lnTo>
                  <a:lnTo>
                    <a:pt x="1929269" y="4528989"/>
                  </a:lnTo>
                  <a:lnTo>
                    <a:pt x="1929394" y="4528989"/>
                  </a:lnTo>
                  <a:lnTo>
                    <a:pt x="1929645" y="4528989"/>
                  </a:lnTo>
                  <a:lnTo>
                    <a:pt x="1929895" y="4528989"/>
                  </a:lnTo>
                  <a:lnTo>
                    <a:pt x="1930145" y="4528989"/>
                  </a:lnTo>
                  <a:lnTo>
                    <a:pt x="1930395" y="4528989"/>
                  </a:lnTo>
                  <a:lnTo>
                    <a:pt x="1931020" y="4528989"/>
                  </a:lnTo>
                  <a:lnTo>
                    <a:pt x="1931145" y="4528989"/>
                  </a:lnTo>
                  <a:lnTo>
                    <a:pt x="1931270" y="4528989"/>
                  </a:lnTo>
                  <a:lnTo>
                    <a:pt x="1931645" y="4528989"/>
                  </a:lnTo>
                  <a:lnTo>
                    <a:pt x="1931770" y="4528989"/>
                  </a:lnTo>
                  <a:lnTo>
                    <a:pt x="1931895" y="4528989"/>
                  </a:lnTo>
                  <a:lnTo>
                    <a:pt x="1932020" y="4528989"/>
                  </a:lnTo>
                  <a:lnTo>
                    <a:pt x="1932270" y="4528989"/>
                  </a:lnTo>
                  <a:lnTo>
                    <a:pt x="1932395" y="4528989"/>
                  </a:lnTo>
                  <a:lnTo>
                    <a:pt x="1932521" y="4528989"/>
                  </a:lnTo>
                  <a:lnTo>
                    <a:pt x="1932896" y="4528989"/>
                  </a:lnTo>
                  <a:lnTo>
                    <a:pt x="1933021" y="4528989"/>
                  </a:lnTo>
                  <a:lnTo>
                    <a:pt x="1933146" y="4528989"/>
                  </a:lnTo>
                  <a:lnTo>
                    <a:pt x="1933396" y="4528989"/>
                  </a:lnTo>
                  <a:lnTo>
                    <a:pt x="1933521" y="4528989"/>
                  </a:lnTo>
                  <a:lnTo>
                    <a:pt x="1934146" y="4528989"/>
                  </a:lnTo>
                  <a:lnTo>
                    <a:pt x="1934271" y="4528989"/>
                  </a:lnTo>
                  <a:lnTo>
                    <a:pt x="1934771" y="4528989"/>
                  </a:lnTo>
                  <a:lnTo>
                    <a:pt x="1934896" y="4528989"/>
                  </a:lnTo>
                  <a:lnTo>
                    <a:pt x="1935021" y="4528989"/>
                  </a:lnTo>
                  <a:lnTo>
                    <a:pt x="1935146" y="4528989"/>
                  </a:lnTo>
                  <a:lnTo>
                    <a:pt x="1935897" y="4528989"/>
                  </a:lnTo>
                  <a:lnTo>
                    <a:pt x="1936022" y="4528989"/>
                  </a:lnTo>
                  <a:lnTo>
                    <a:pt x="1936272" y="4528989"/>
                  </a:lnTo>
                  <a:lnTo>
                    <a:pt x="1936397" y="4528989"/>
                  </a:lnTo>
                  <a:lnTo>
                    <a:pt x="1936522" y="4528989"/>
                  </a:lnTo>
                  <a:lnTo>
                    <a:pt x="1936647" y="4528989"/>
                  </a:lnTo>
                  <a:lnTo>
                    <a:pt x="1937272" y="4528989"/>
                  </a:lnTo>
                  <a:lnTo>
                    <a:pt x="1937397" y="4528989"/>
                  </a:lnTo>
                  <a:lnTo>
                    <a:pt x="1937522" y="4528989"/>
                  </a:lnTo>
                  <a:lnTo>
                    <a:pt x="1937772" y="4528989"/>
                  </a:lnTo>
                  <a:lnTo>
                    <a:pt x="1938022" y="4528989"/>
                  </a:lnTo>
                  <a:lnTo>
                    <a:pt x="1938272" y="4528989"/>
                  </a:lnTo>
                  <a:lnTo>
                    <a:pt x="1938397" y="4528989"/>
                  </a:lnTo>
                  <a:lnTo>
                    <a:pt x="1938523" y="4528989"/>
                  </a:lnTo>
                  <a:lnTo>
                    <a:pt x="1938898" y="4528989"/>
                  </a:lnTo>
                  <a:lnTo>
                    <a:pt x="1939148" y="4528989"/>
                  </a:lnTo>
                  <a:lnTo>
                    <a:pt x="1939273" y="4528989"/>
                  </a:lnTo>
                  <a:lnTo>
                    <a:pt x="1939523" y="4528989"/>
                  </a:lnTo>
                  <a:lnTo>
                    <a:pt x="1939773" y="4528989"/>
                  </a:lnTo>
                  <a:lnTo>
                    <a:pt x="1939898" y="4528989"/>
                  </a:lnTo>
                  <a:lnTo>
                    <a:pt x="1940648" y="4528989"/>
                  </a:lnTo>
                  <a:lnTo>
                    <a:pt x="1940773" y="4528989"/>
                  </a:lnTo>
                  <a:lnTo>
                    <a:pt x="1941148" y="4528989"/>
                  </a:lnTo>
                  <a:lnTo>
                    <a:pt x="1941273" y="4528989"/>
                  </a:lnTo>
                  <a:lnTo>
                    <a:pt x="1941649" y="4528989"/>
                  </a:lnTo>
                  <a:lnTo>
                    <a:pt x="1941899" y="4528989"/>
                  </a:lnTo>
                  <a:lnTo>
                    <a:pt x="1942274" y="4528989"/>
                  </a:lnTo>
                  <a:lnTo>
                    <a:pt x="1942524" y="4528989"/>
                  </a:lnTo>
                  <a:lnTo>
                    <a:pt x="1942899" y="4528989"/>
                  </a:lnTo>
                  <a:lnTo>
                    <a:pt x="1943024" y="4528989"/>
                  </a:lnTo>
                  <a:lnTo>
                    <a:pt x="1943149" y="4528989"/>
                  </a:lnTo>
                  <a:lnTo>
                    <a:pt x="1943274" y="4528989"/>
                  </a:lnTo>
                  <a:lnTo>
                    <a:pt x="1943399" y="4528989"/>
                  </a:lnTo>
                  <a:lnTo>
                    <a:pt x="1943524" y="4528989"/>
                  </a:lnTo>
                  <a:lnTo>
                    <a:pt x="1943649" y="4528989"/>
                  </a:lnTo>
                  <a:lnTo>
                    <a:pt x="1943774" y="4528989"/>
                  </a:lnTo>
                  <a:lnTo>
                    <a:pt x="1943899" y="4528989"/>
                  </a:lnTo>
                  <a:lnTo>
                    <a:pt x="1944149" y="4528989"/>
                  </a:lnTo>
                  <a:lnTo>
                    <a:pt x="1944274" y="4528989"/>
                  </a:lnTo>
                  <a:lnTo>
                    <a:pt x="1944400" y="4528989"/>
                  </a:lnTo>
                  <a:lnTo>
                    <a:pt x="1944525" y="4528989"/>
                  </a:lnTo>
                  <a:lnTo>
                    <a:pt x="1944775" y="4528989"/>
                  </a:lnTo>
                  <a:lnTo>
                    <a:pt x="1944900" y="4528989"/>
                  </a:lnTo>
                  <a:lnTo>
                    <a:pt x="1945275" y="4528989"/>
                  </a:lnTo>
                  <a:lnTo>
                    <a:pt x="1945400" y="4528989"/>
                  </a:lnTo>
                  <a:lnTo>
                    <a:pt x="1945525" y="4528989"/>
                  </a:lnTo>
                  <a:lnTo>
                    <a:pt x="1945650" y="4528989"/>
                  </a:lnTo>
                  <a:lnTo>
                    <a:pt x="1945775" y="4528989"/>
                  </a:lnTo>
                  <a:lnTo>
                    <a:pt x="1945900" y="4528989"/>
                  </a:lnTo>
                  <a:lnTo>
                    <a:pt x="1946025" y="4528989"/>
                  </a:lnTo>
                  <a:lnTo>
                    <a:pt x="1946150" y="4528989"/>
                  </a:lnTo>
                  <a:lnTo>
                    <a:pt x="1946525" y="4528989"/>
                  </a:lnTo>
                  <a:lnTo>
                    <a:pt x="1946650" y="4528989"/>
                  </a:lnTo>
                  <a:lnTo>
                    <a:pt x="1946775" y="4519035"/>
                  </a:lnTo>
                  <a:lnTo>
                    <a:pt x="1947401" y="4519035"/>
                  </a:lnTo>
                  <a:lnTo>
                    <a:pt x="1947526" y="4519035"/>
                  </a:lnTo>
                  <a:lnTo>
                    <a:pt x="1947776" y="4519035"/>
                  </a:lnTo>
                  <a:lnTo>
                    <a:pt x="1948026" y="4519035"/>
                  </a:lnTo>
                  <a:lnTo>
                    <a:pt x="1948151" y="4519035"/>
                  </a:lnTo>
                  <a:lnTo>
                    <a:pt x="1948276" y="4519035"/>
                  </a:lnTo>
                  <a:lnTo>
                    <a:pt x="1948526" y="4519035"/>
                  </a:lnTo>
                  <a:lnTo>
                    <a:pt x="1948901" y="4519035"/>
                  </a:lnTo>
                  <a:lnTo>
                    <a:pt x="1949151" y="4519035"/>
                  </a:lnTo>
                  <a:lnTo>
                    <a:pt x="1949401" y="4519035"/>
                  </a:lnTo>
                  <a:lnTo>
                    <a:pt x="1949526" y="4519035"/>
                  </a:lnTo>
                  <a:lnTo>
                    <a:pt x="1949776" y="4519035"/>
                  </a:lnTo>
                  <a:lnTo>
                    <a:pt x="1949901" y="4519035"/>
                  </a:lnTo>
                  <a:lnTo>
                    <a:pt x="1950151" y="4519035"/>
                  </a:lnTo>
                  <a:lnTo>
                    <a:pt x="1950276" y="4519035"/>
                  </a:lnTo>
                  <a:lnTo>
                    <a:pt x="1950652" y="4519035"/>
                  </a:lnTo>
                  <a:lnTo>
                    <a:pt x="1950902" y="4519035"/>
                  </a:lnTo>
                  <a:lnTo>
                    <a:pt x="1951152" y="4519035"/>
                  </a:lnTo>
                  <a:lnTo>
                    <a:pt x="1951277" y="4519035"/>
                  </a:lnTo>
                  <a:lnTo>
                    <a:pt x="1951652" y="4509081"/>
                  </a:lnTo>
                  <a:lnTo>
                    <a:pt x="1952027" y="4499127"/>
                  </a:lnTo>
                  <a:lnTo>
                    <a:pt x="1952152" y="4499127"/>
                  </a:lnTo>
                  <a:lnTo>
                    <a:pt x="1952402" y="4499127"/>
                  </a:lnTo>
                  <a:lnTo>
                    <a:pt x="1952777" y="4499127"/>
                  </a:lnTo>
                  <a:lnTo>
                    <a:pt x="1952902" y="4499127"/>
                  </a:lnTo>
                  <a:lnTo>
                    <a:pt x="1953027" y="4499127"/>
                  </a:lnTo>
                  <a:lnTo>
                    <a:pt x="1953152" y="4499127"/>
                  </a:lnTo>
                  <a:lnTo>
                    <a:pt x="1953403" y="4499127"/>
                  </a:lnTo>
                  <a:lnTo>
                    <a:pt x="1954278" y="4499127"/>
                  </a:lnTo>
                  <a:lnTo>
                    <a:pt x="1954403" y="4499127"/>
                  </a:lnTo>
                  <a:lnTo>
                    <a:pt x="1954653" y="4499127"/>
                  </a:lnTo>
                  <a:lnTo>
                    <a:pt x="1955028" y="4499127"/>
                  </a:lnTo>
                  <a:lnTo>
                    <a:pt x="1955153" y="4499127"/>
                  </a:lnTo>
                  <a:lnTo>
                    <a:pt x="1955403" y="4499127"/>
                  </a:lnTo>
                  <a:lnTo>
                    <a:pt x="1955528" y="4499127"/>
                  </a:lnTo>
                  <a:lnTo>
                    <a:pt x="1955903" y="4499127"/>
                  </a:lnTo>
                  <a:lnTo>
                    <a:pt x="1956153" y="4499127"/>
                  </a:lnTo>
                  <a:lnTo>
                    <a:pt x="1956278" y="4499127"/>
                  </a:lnTo>
                  <a:lnTo>
                    <a:pt x="1956779" y="4499127"/>
                  </a:lnTo>
                  <a:lnTo>
                    <a:pt x="1956904" y="4499127"/>
                  </a:lnTo>
                  <a:lnTo>
                    <a:pt x="1957029" y="4499127"/>
                  </a:lnTo>
                  <a:lnTo>
                    <a:pt x="1957154" y="4499127"/>
                  </a:lnTo>
                  <a:lnTo>
                    <a:pt x="1957279" y="4499127"/>
                  </a:lnTo>
                  <a:lnTo>
                    <a:pt x="1957404" y="4499127"/>
                  </a:lnTo>
                  <a:lnTo>
                    <a:pt x="1957654" y="4499127"/>
                  </a:lnTo>
                  <a:lnTo>
                    <a:pt x="1957779" y="4499127"/>
                  </a:lnTo>
                  <a:lnTo>
                    <a:pt x="1958279" y="4499127"/>
                  </a:lnTo>
                  <a:lnTo>
                    <a:pt x="1958404" y="4499127"/>
                  </a:lnTo>
                  <a:lnTo>
                    <a:pt x="1958529" y="4499127"/>
                  </a:lnTo>
                  <a:lnTo>
                    <a:pt x="1958654" y="4499127"/>
                  </a:lnTo>
                  <a:lnTo>
                    <a:pt x="1958779" y="4499127"/>
                  </a:lnTo>
                  <a:lnTo>
                    <a:pt x="1958904" y="4499127"/>
                  </a:lnTo>
                  <a:lnTo>
                    <a:pt x="1959029" y="4499127"/>
                  </a:lnTo>
                  <a:lnTo>
                    <a:pt x="1959530" y="4499127"/>
                  </a:lnTo>
                  <a:lnTo>
                    <a:pt x="1960030" y="4499127"/>
                  </a:lnTo>
                  <a:lnTo>
                    <a:pt x="1960280" y="4499127"/>
                  </a:lnTo>
                  <a:lnTo>
                    <a:pt x="1960405" y="4499127"/>
                  </a:lnTo>
                  <a:lnTo>
                    <a:pt x="1960780" y="4499127"/>
                  </a:lnTo>
                  <a:lnTo>
                    <a:pt x="1961155" y="4499127"/>
                  </a:lnTo>
                  <a:lnTo>
                    <a:pt x="1961280" y="4499127"/>
                  </a:lnTo>
                  <a:lnTo>
                    <a:pt x="1961530" y="4499127"/>
                  </a:lnTo>
                  <a:lnTo>
                    <a:pt x="1962155" y="4499127"/>
                  </a:lnTo>
                  <a:lnTo>
                    <a:pt x="1962280" y="4499127"/>
                  </a:lnTo>
                  <a:lnTo>
                    <a:pt x="1962406" y="4499127"/>
                  </a:lnTo>
                  <a:lnTo>
                    <a:pt x="1962531" y="4499127"/>
                  </a:lnTo>
                  <a:lnTo>
                    <a:pt x="1962656" y="4499127"/>
                  </a:lnTo>
                  <a:lnTo>
                    <a:pt x="1962656" y="4489174"/>
                  </a:lnTo>
                  <a:lnTo>
                    <a:pt x="1962781" y="4489174"/>
                  </a:lnTo>
                  <a:lnTo>
                    <a:pt x="1962906" y="4489174"/>
                  </a:lnTo>
                  <a:lnTo>
                    <a:pt x="1963031" y="4489174"/>
                  </a:lnTo>
                  <a:lnTo>
                    <a:pt x="1963156" y="4489174"/>
                  </a:lnTo>
                  <a:lnTo>
                    <a:pt x="1963531" y="4489174"/>
                  </a:lnTo>
                  <a:lnTo>
                    <a:pt x="1963656" y="4489174"/>
                  </a:lnTo>
                  <a:lnTo>
                    <a:pt x="1963781" y="4489174"/>
                  </a:lnTo>
                  <a:lnTo>
                    <a:pt x="1963906" y="4489174"/>
                  </a:lnTo>
                  <a:lnTo>
                    <a:pt x="1964156" y="4489174"/>
                  </a:lnTo>
                  <a:lnTo>
                    <a:pt x="1964281" y="4489174"/>
                  </a:lnTo>
                  <a:lnTo>
                    <a:pt x="1964531" y="4489174"/>
                  </a:lnTo>
                  <a:lnTo>
                    <a:pt x="1964781" y="4489174"/>
                  </a:lnTo>
                  <a:lnTo>
                    <a:pt x="1964906" y="4489174"/>
                  </a:lnTo>
                  <a:lnTo>
                    <a:pt x="1965532" y="4489174"/>
                  </a:lnTo>
                  <a:lnTo>
                    <a:pt x="1965782" y="4489174"/>
                  </a:lnTo>
                  <a:lnTo>
                    <a:pt x="1965907" y="4489174"/>
                  </a:lnTo>
                  <a:lnTo>
                    <a:pt x="1966032" y="4489174"/>
                  </a:lnTo>
                  <a:lnTo>
                    <a:pt x="1966282" y="4489174"/>
                  </a:lnTo>
                  <a:lnTo>
                    <a:pt x="1966532" y="4489174"/>
                  </a:lnTo>
                  <a:lnTo>
                    <a:pt x="1967032" y="4489174"/>
                  </a:lnTo>
                  <a:lnTo>
                    <a:pt x="1967282" y="4489174"/>
                  </a:lnTo>
                  <a:lnTo>
                    <a:pt x="1967532" y="4489174"/>
                  </a:lnTo>
                  <a:lnTo>
                    <a:pt x="1967657" y="4489174"/>
                  </a:lnTo>
                  <a:lnTo>
                    <a:pt x="1967657" y="4479220"/>
                  </a:lnTo>
                  <a:lnTo>
                    <a:pt x="1967907" y="4479220"/>
                  </a:lnTo>
                  <a:lnTo>
                    <a:pt x="1968032" y="4479220"/>
                  </a:lnTo>
                  <a:lnTo>
                    <a:pt x="1968408" y="4479220"/>
                  </a:lnTo>
                  <a:lnTo>
                    <a:pt x="1968908" y="4479220"/>
                  </a:lnTo>
                  <a:lnTo>
                    <a:pt x="1969033" y="4479220"/>
                  </a:lnTo>
                  <a:lnTo>
                    <a:pt x="1969283" y="4479220"/>
                  </a:lnTo>
                  <a:lnTo>
                    <a:pt x="1969658" y="4479220"/>
                  </a:lnTo>
                  <a:lnTo>
                    <a:pt x="1969783" y="4479220"/>
                  </a:lnTo>
                  <a:lnTo>
                    <a:pt x="1969908" y="4479220"/>
                  </a:lnTo>
                  <a:lnTo>
                    <a:pt x="1970033" y="4479220"/>
                  </a:lnTo>
                  <a:lnTo>
                    <a:pt x="1970283" y="4479220"/>
                  </a:lnTo>
                  <a:lnTo>
                    <a:pt x="1971784" y="4469266"/>
                  </a:lnTo>
                  <a:lnTo>
                    <a:pt x="1971909" y="4469266"/>
                  </a:lnTo>
                  <a:lnTo>
                    <a:pt x="1972034" y="4469266"/>
                  </a:lnTo>
                  <a:lnTo>
                    <a:pt x="1972159" y="4469266"/>
                  </a:lnTo>
                  <a:lnTo>
                    <a:pt x="1972284" y="4469266"/>
                  </a:lnTo>
                  <a:lnTo>
                    <a:pt x="1972409" y="4469266"/>
                  </a:lnTo>
                  <a:lnTo>
                    <a:pt x="1972534" y="4469266"/>
                  </a:lnTo>
                  <a:lnTo>
                    <a:pt x="1972659" y="4469266"/>
                  </a:lnTo>
                  <a:lnTo>
                    <a:pt x="1972784" y="4469266"/>
                  </a:lnTo>
                  <a:lnTo>
                    <a:pt x="1973034" y="4469266"/>
                  </a:lnTo>
                  <a:lnTo>
                    <a:pt x="1973159" y="4469266"/>
                  </a:lnTo>
                  <a:lnTo>
                    <a:pt x="1973284" y="4469266"/>
                  </a:lnTo>
                  <a:lnTo>
                    <a:pt x="1973409" y="4469266"/>
                  </a:lnTo>
                  <a:lnTo>
                    <a:pt x="1973534" y="4469266"/>
                  </a:lnTo>
                  <a:lnTo>
                    <a:pt x="1973659" y="4469266"/>
                  </a:lnTo>
                  <a:lnTo>
                    <a:pt x="1973909" y="4469266"/>
                  </a:lnTo>
                  <a:lnTo>
                    <a:pt x="1974159" y="4469266"/>
                  </a:lnTo>
                  <a:lnTo>
                    <a:pt x="1974284" y="4469266"/>
                  </a:lnTo>
                  <a:lnTo>
                    <a:pt x="1974410" y="4469266"/>
                  </a:lnTo>
                  <a:lnTo>
                    <a:pt x="1974535" y="4469266"/>
                  </a:lnTo>
                  <a:lnTo>
                    <a:pt x="1974660" y="4469266"/>
                  </a:lnTo>
                  <a:lnTo>
                    <a:pt x="1974785" y="4469266"/>
                  </a:lnTo>
                  <a:lnTo>
                    <a:pt x="1974910" y="4469266"/>
                  </a:lnTo>
                  <a:lnTo>
                    <a:pt x="1975035" y="4469266"/>
                  </a:lnTo>
                  <a:lnTo>
                    <a:pt x="1975285" y="4469266"/>
                  </a:lnTo>
                  <a:lnTo>
                    <a:pt x="1975410" y="4469266"/>
                  </a:lnTo>
                  <a:lnTo>
                    <a:pt x="1975660" y="4469266"/>
                  </a:lnTo>
                  <a:lnTo>
                    <a:pt x="1975785" y="4469266"/>
                  </a:lnTo>
                  <a:lnTo>
                    <a:pt x="1976160" y="4469266"/>
                  </a:lnTo>
                  <a:lnTo>
                    <a:pt x="1976785" y="4469266"/>
                  </a:lnTo>
                  <a:lnTo>
                    <a:pt x="1976910" y="4459312"/>
                  </a:lnTo>
                  <a:lnTo>
                    <a:pt x="1977035" y="4459312"/>
                  </a:lnTo>
                  <a:lnTo>
                    <a:pt x="1977160" y="4459312"/>
                  </a:lnTo>
                  <a:lnTo>
                    <a:pt x="1977536" y="4459312"/>
                  </a:lnTo>
                  <a:lnTo>
                    <a:pt x="1977661" y="4459312"/>
                  </a:lnTo>
                  <a:lnTo>
                    <a:pt x="1977786" y="4459312"/>
                  </a:lnTo>
                  <a:lnTo>
                    <a:pt x="1977911" y="4459312"/>
                  </a:lnTo>
                  <a:lnTo>
                    <a:pt x="1978036" y="4459312"/>
                  </a:lnTo>
                  <a:lnTo>
                    <a:pt x="1978161" y="4459312"/>
                  </a:lnTo>
                  <a:lnTo>
                    <a:pt x="1978286" y="4459312"/>
                  </a:lnTo>
                  <a:lnTo>
                    <a:pt x="1978661" y="4459312"/>
                  </a:lnTo>
                  <a:lnTo>
                    <a:pt x="1978786" y="4459312"/>
                  </a:lnTo>
                  <a:lnTo>
                    <a:pt x="1978911" y="4459312"/>
                  </a:lnTo>
                  <a:lnTo>
                    <a:pt x="1979036" y="4459312"/>
                  </a:lnTo>
                  <a:lnTo>
                    <a:pt x="1979161" y="4459312"/>
                  </a:lnTo>
                  <a:lnTo>
                    <a:pt x="1979286" y="4459312"/>
                  </a:lnTo>
                  <a:lnTo>
                    <a:pt x="1979536" y="4459312"/>
                  </a:lnTo>
                  <a:lnTo>
                    <a:pt x="1979661" y="4459312"/>
                  </a:lnTo>
                  <a:lnTo>
                    <a:pt x="1979786" y="4459312"/>
                  </a:lnTo>
                  <a:lnTo>
                    <a:pt x="1980287" y="4459312"/>
                  </a:lnTo>
                  <a:lnTo>
                    <a:pt x="1980412" y="4459312"/>
                  </a:lnTo>
                  <a:lnTo>
                    <a:pt x="1980537" y="4459312"/>
                  </a:lnTo>
                  <a:lnTo>
                    <a:pt x="1981162" y="4459312"/>
                  </a:lnTo>
                  <a:lnTo>
                    <a:pt x="1981287" y="4459312"/>
                  </a:lnTo>
                  <a:lnTo>
                    <a:pt x="1981537" y="4459312"/>
                  </a:lnTo>
                  <a:lnTo>
                    <a:pt x="1981912" y="4459312"/>
                  </a:lnTo>
                  <a:lnTo>
                    <a:pt x="1982412" y="4459312"/>
                  </a:lnTo>
                  <a:lnTo>
                    <a:pt x="1982537" y="4459312"/>
                  </a:lnTo>
                  <a:lnTo>
                    <a:pt x="1982662" y="4459312"/>
                  </a:lnTo>
                  <a:lnTo>
                    <a:pt x="1982787" y="4459312"/>
                  </a:lnTo>
                  <a:lnTo>
                    <a:pt x="1982912" y="4459312"/>
                  </a:lnTo>
                  <a:lnTo>
                    <a:pt x="1983413" y="4459312"/>
                  </a:lnTo>
                  <a:lnTo>
                    <a:pt x="1983538" y="4459312"/>
                  </a:lnTo>
                  <a:lnTo>
                    <a:pt x="1983663" y="4459312"/>
                  </a:lnTo>
                  <a:lnTo>
                    <a:pt x="1983788" y="4459312"/>
                  </a:lnTo>
                  <a:lnTo>
                    <a:pt x="1984038" y="4459312"/>
                  </a:lnTo>
                  <a:lnTo>
                    <a:pt x="1984288" y="4449358"/>
                  </a:lnTo>
                  <a:lnTo>
                    <a:pt x="1984538" y="4449358"/>
                  </a:lnTo>
                  <a:lnTo>
                    <a:pt x="1984788" y="4449358"/>
                  </a:lnTo>
                  <a:lnTo>
                    <a:pt x="1984913" y="4449358"/>
                  </a:lnTo>
                  <a:lnTo>
                    <a:pt x="1985038" y="4449358"/>
                  </a:lnTo>
                  <a:lnTo>
                    <a:pt x="1985163" y="4449358"/>
                  </a:lnTo>
                  <a:lnTo>
                    <a:pt x="1985788" y="4449358"/>
                  </a:lnTo>
                  <a:lnTo>
                    <a:pt x="1986038" y="4449358"/>
                  </a:lnTo>
                  <a:lnTo>
                    <a:pt x="1986289" y="4449358"/>
                  </a:lnTo>
                  <a:lnTo>
                    <a:pt x="1986414" y="4449358"/>
                  </a:lnTo>
                  <a:lnTo>
                    <a:pt x="1986664" y="4449358"/>
                  </a:lnTo>
                  <a:lnTo>
                    <a:pt x="1986789" y="4449358"/>
                  </a:lnTo>
                  <a:lnTo>
                    <a:pt x="1987164" y="4449358"/>
                  </a:lnTo>
                  <a:lnTo>
                    <a:pt x="1987289" y="4449358"/>
                  </a:lnTo>
                  <a:lnTo>
                    <a:pt x="1987664" y="4449358"/>
                  </a:lnTo>
                  <a:lnTo>
                    <a:pt x="1987789" y="4449358"/>
                  </a:lnTo>
                  <a:lnTo>
                    <a:pt x="1987914" y="4449358"/>
                  </a:lnTo>
                  <a:lnTo>
                    <a:pt x="1988414" y="4449358"/>
                  </a:lnTo>
                  <a:lnTo>
                    <a:pt x="1988789" y="4449358"/>
                  </a:lnTo>
                  <a:lnTo>
                    <a:pt x="1988914" y="4449358"/>
                  </a:lnTo>
                  <a:lnTo>
                    <a:pt x="1989039" y="4449358"/>
                  </a:lnTo>
                  <a:lnTo>
                    <a:pt x="1989164" y="4449358"/>
                  </a:lnTo>
                  <a:lnTo>
                    <a:pt x="1989415" y="4449358"/>
                  </a:lnTo>
                  <a:lnTo>
                    <a:pt x="1989540" y="4449358"/>
                  </a:lnTo>
                  <a:lnTo>
                    <a:pt x="1989665" y="4449358"/>
                  </a:lnTo>
                  <a:lnTo>
                    <a:pt x="1989790" y="4449358"/>
                  </a:lnTo>
                  <a:lnTo>
                    <a:pt x="1989915" y="4449358"/>
                  </a:lnTo>
                  <a:lnTo>
                    <a:pt x="1990415" y="4439404"/>
                  </a:lnTo>
                  <a:lnTo>
                    <a:pt x="1990540" y="4439404"/>
                  </a:lnTo>
                  <a:lnTo>
                    <a:pt x="1990665" y="4439404"/>
                  </a:lnTo>
                  <a:lnTo>
                    <a:pt x="1990915" y="4439404"/>
                  </a:lnTo>
                  <a:lnTo>
                    <a:pt x="1991040" y="4439404"/>
                  </a:lnTo>
                  <a:lnTo>
                    <a:pt x="1991290" y="4439404"/>
                  </a:lnTo>
                  <a:lnTo>
                    <a:pt x="1991415" y="4439404"/>
                  </a:lnTo>
                  <a:lnTo>
                    <a:pt x="1991665" y="4439404"/>
                  </a:lnTo>
                  <a:lnTo>
                    <a:pt x="1991790" y="4439404"/>
                  </a:lnTo>
                  <a:lnTo>
                    <a:pt x="1991915" y="4439404"/>
                  </a:lnTo>
                  <a:lnTo>
                    <a:pt x="1992040" y="4439404"/>
                  </a:lnTo>
                  <a:lnTo>
                    <a:pt x="1992666" y="4439404"/>
                  </a:lnTo>
                  <a:lnTo>
                    <a:pt x="1992791" y="4439404"/>
                  </a:lnTo>
                  <a:lnTo>
                    <a:pt x="1993041" y="4439404"/>
                  </a:lnTo>
                  <a:lnTo>
                    <a:pt x="1993166" y="4439404"/>
                  </a:lnTo>
                  <a:lnTo>
                    <a:pt x="1993416" y="4439404"/>
                  </a:lnTo>
                  <a:lnTo>
                    <a:pt x="1993666" y="4439404"/>
                  </a:lnTo>
                  <a:lnTo>
                    <a:pt x="1993791" y="4439404"/>
                  </a:lnTo>
                  <a:lnTo>
                    <a:pt x="1994041" y="4439404"/>
                  </a:lnTo>
                  <a:lnTo>
                    <a:pt x="1994166" y="4439404"/>
                  </a:lnTo>
                  <a:lnTo>
                    <a:pt x="1994291" y="4439404"/>
                  </a:lnTo>
                  <a:lnTo>
                    <a:pt x="1994416" y="4439404"/>
                  </a:lnTo>
                  <a:lnTo>
                    <a:pt x="1994666" y="4439404"/>
                  </a:lnTo>
                  <a:lnTo>
                    <a:pt x="1995041" y="4439404"/>
                  </a:lnTo>
                  <a:lnTo>
                    <a:pt x="1995166" y="4439404"/>
                  </a:lnTo>
                  <a:lnTo>
                    <a:pt x="1995667" y="4439404"/>
                  </a:lnTo>
                  <a:lnTo>
                    <a:pt x="1996042" y="4439404"/>
                  </a:lnTo>
                  <a:lnTo>
                    <a:pt x="1996167" y="4439404"/>
                  </a:lnTo>
                  <a:lnTo>
                    <a:pt x="1996292" y="4439404"/>
                  </a:lnTo>
                  <a:lnTo>
                    <a:pt x="1996417" y="4439404"/>
                  </a:lnTo>
                  <a:lnTo>
                    <a:pt x="1996542" y="4439404"/>
                  </a:lnTo>
                  <a:lnTo>
                    <a:pt x="1996667" y="4439404"/>
                  </a:lnTo>
                  <a:lnTo>
                    <a:pt x="1996917" y="4439404"/>
                  </a:lnTo>
                  <a:lnTo>
                    <a:pt x="1997042" y="4439404"/>
                  </a:lnTo>
                  <a:lnTo>
                    <a:pt x="1997167" y="4439404"/>
                  </a:lnTo>
                  <a:lnTo>
                    <a:pt x="1997292" y="4439404"/>
                  </a:lnTo>
                  <a:lnTo>
                    <a:pt x="1997542" y="4439404"/>
                  </a:lnTo>
                  <a:lnTo>
                    <a:pt x="1997667" y="4439404"/>
                  </a:lnTo>
                  <a:lnTo>
                    <a:pt x="1998042" y="4439404"/>
                  </a:lnTo>
                  <a:lnTo>
                    <a:pt x="1999043" y="4439404"/>
                  </a:lnTo>
                  <a:lnTo>
                    <a:pt x="1999168" y="4439404"/>
                  </a:lnTo>
                  <a:lnTo>
                    <a:pt x="1999418" y="4439404"/>
                  </a:lnTo>
                  <a:lnTo>
                    <a:pt x="1999543" y="4439404"/>
                  </a:lnTo>
                  <a:lnTo>
                    <a:pt x="1999668" y="4439404"/>
                  </a:lnTo>
                  <a:lnTo>
                    <a:pt x="1999793" y="4439404"/>
                  </a:lnTo>
                  <a:lnTo>
                    <a:pt x="1999918" y="4439404"/>
                  </a:lnTo>
                  <a:lnTo>
                    <a:pt x="2000043" y="4439404"/>
                  </a:lnTo>
                  <a:lnTo>
                    <a:pt x="2000418" y="4439404"/>
                  </a:lnTo>
                  <a:lnTo>
                    <a:pt x="2001794" y="4439404"/>
                  </a:lnTo>
                  <a:lnTo>
                    <a:pt x="2001919" y="4439404"/>
                  </a:lnTo>
                  <a:lnTo>
                    <a:pt x="2002044" y="4439404"/>
                  </a:lnTo>
                  <a:lnTo>
                    <a:pt x="2002169" y="4439404"/>
                  </a:lnTo>
                  <a:lnTo>
                    <a:pt x="2002419" y="4439404"/>
                  </a:lnTo>
                  <a:lnTo>
                    <a:pt x="2002544" y="4439404"/>
                  </a:lnTo>
                  <a:lnTo>
                    <a:pt x="2002669" y="4439404"/>
                  </a:lnTo>
                  <a:lnTo>
                    <a:pt x="2002919" y="4439404"/>
                  </a:lnTo>
                  <a:lnTo>
                    <a:pt x="2003044" y="4439404"/>
                  </a:lnTo>
                  <a:lnTo>
                    <a:pt x="2003169" y="4439404"/>
                  </a:lnTo>
                  <a:lnTo>
                    <a:pt x="2003294" y="4439404"/>
                  </a:lnTo>
                  <a:lnTo>
                    <a:pt x="2003419" y="4439404"/>
                  </a:lnTo>
                  <a:lnTo>
                    <a:pt x="2003544" y="4439404"/>
                  </a:lnTo>
                  <a:lnTo>
                    <a:pt x="2003919" y="4439404"/>
                  </a:lnTo>
                  <a:lnTo>
                    <a:pt x="2004295" y="4439404"/>
                  </a:lnTo>
                  <a:lnTo>
                    <a:pt x="2004670" y="4439404"/>
                  </a:lnTo>
                  <a:lnTo>
                    <a:pt x="2004920" y="4439404"/>
                  </a:lnTo>
                  <a:lnTo>
                    <a:pt x="2005045" y="4439404"/>
                  </a:lnTo>
                  <a:lnTo>
                    <a:pt x="2005170" y="4439404"/>
                  </a:lnTo>
                  <a:lnTo>
                    <a:pt x="2005295" y="4439404"/>
                  </a:lnTo>
                  <a:lnTo>
                    <a:pt x="2005545" y="4439404"/>
                  </a:lnTo>
                  <a:lnTo>
                    <a:pt x="2005670" y="4439404"/>
                  </a:lnTo>
                  <a:lnTo>
                    <a:pt x="2006045" y="4439404"/>
                  </a:lnTo>
                  <a:lnTo>
                    <a:pt x="2006170" y="4439404"/>
                  </a:lnTo>
                  <a:lnTo>
                    <a:pt x="2006420" y="4439404"/>
                  </a:lnTo>
                  <a:lnTo>
                    <a:pt x="2006545" y="4439404"/>
                  </a:lnTo>
                  <a:lnTo>
                    <a:pt x="2006920" y="4429451"/>
                  </a:lnTo>
                  <a:lnTo>
                    <a:pt x="2007045" y="4429451"/>
                  </a:lnTo>
                  <a:lnTo>
                    <a:pt x="2007296" y="4429451"/>
                  </a:lnTo>
                  <a:lnTo>
                    <a:pt x="2007421" y="4429451"/>
                  </a:lnTo>
                  <a:lnTo>
                    <a:pt x="2007671" y="4429451"/>
                  </a:lnTo>
                  <a:lnTo>
                    <a:pt x="2007796" y="4429451"/>
                  </a:lnTo>
                  <a:lnTo>
                    <a:pt x="2007921" y="4429451"/>
                  </a:lnTo>
                  <a:lnTo>
                    <a:pt x="2008296" y="4429451"/>
                  </a:lnTo>
                  <a:lnTo>
                    <a:pt x="2008421" y="4429451"/>
                  </a:lnTo>
                  <a:lnTo>
                    <a:pt x="2008546" y="4429451"/>
                  </a:lnTo>
                  <a:lnTo>
                    <a:pt x="2008671" y="4429451"/>
                  </a:lnTo>
                  <a:lnTo>
                    <a:pt x="2008796" y="4429451"/>
                  </a:lnTo>
                  <a:lnTo>
                    <a:pt x="2009046" y="4429451"/>
                  </a:lnTo>
                  <a:lnTo>
                    <a:pt x="2009171" y="4429451"/>
                  </a:lnTo>
                  <a:lnTo>
                    <a:pt x="2009421" y="4429451"/>
                  </a:lnTo>
                  <a:lnTo>
                    <a:pt x="2009546" y="4429451"/>
                  </a:lnTo>
                  <a:lnTo>
                    <a:pt x="2009671" y="4429451"/>
                  </a:lnTo>
                  <a:lnTo>
                    <a:pt x="2009921" y="4429451"/>
                  </a:lnTo>
                  <a:lnTo>
                    <a:pt x="2010171" y="4429451"/>
                  </a:lnTo>
                  <a:lnTo>
                    <a:pt x="2010297" y="4429451"/>
                  </a:lnTo>
                  <a:lnTo>
                    <a:pt x="2010422" y="4429451"/>
                  </a:lnTo>
                  <a:lnTo>
                    <a:pt x="2010547" y="4429451"/>
                  </a:lnTo>
                  <a:lnTo>
                    <a:pt x="2010672" y="4429451"/>
                  </a:lnTo>
                  <a:lnTo>
                    <a:pt x="2010797" y="4429451"/>
                  </a:lnTo>
                  <a:lnTo>
                    <a:pt x="2010922" y="4429451"/>
                  </a:lnTo>
                  <a:lnTo>
                    <a:pt x="2011172" y="4429451"/>
                  </a:lnTo>
                  <a:lnTo>
                    <a:pt x="2011297" y="4429451"/>
                  </a:lnTo>
                  <a:lnTo>
                    <a:pt x="2011422" y="4429451"/>
                  </a:lnTo>
                  <a:lnTo>
                    <a:pt x="2011922" y="4429451"/>
                  </a:lnTo>
                  <a:lnTo>
                    <a:pt x="2012047" y="4429451"/>
                  </a:lnTo>
                  <a:lnTo>
                    <a:pt x="2012672" y="4429451"/>
                  </a:lnTo>
                  <a:lnTo>
                    <a:pt x="2012797" y="4429451"/>
                  </a:lnTo>
                  <a:lnTo>
                    <a:pt x="2013047" y="4429451"/>
                  </a:lnTo>
                  <a:lnTo>
                    <a:pt x="2013548" y="4429451"/>
                  </a:lnTo>
                  <a:lnTo>
                    <a:pt x="2013923" y="4429451"/>
                  </a:lnTo>
                  <a:lnTo>
                    <a:pt x="2014048" y="4429451"/>
                  </a:lnTo>
                  <a:lnTo>
                    <a:pt x="2014423" y="4429451"/>
                  </a:lnTo>
                  <a:lnTo>
                    <a:pt x="2014548" y="4429451"/>
                  </a:lnTo>
                  <a:lnTo>
                    <a:pt x="2014798" y="4429451"/>
                  </a:lnTo>
                  <a:lnTo>
                    <a:pt x="2015048" y="4429451"/>
                  </a:lnTo>
                  <a:lnTo>
                    <a:pt x="2015298" y="4429451"/>
                  </a:lnTo>
                  <a:lnTo>
                    <a:pt x="2015548" y="4429451"/>
                  </a:lnTo>
                  <a:lnTo>
                    <a:pt x="2015798" y="4429451"/>
                  </a:lnTo>
                  <a:lnTo>
                    <a:pt x="2015923" y="4429451"/>
                  </a:lnTo>
                  <a:lnTo>
                    <a:pt x="2016048" y="4429451"/>
                  </a:lnTo>
                  <a:lnTo>
                    <a:pt x="2016173" y="4429451"/>
                  </a:lnTo>
                  <a:lnTo>
                    <a:pt x="2016549" y="4429451"/>
                  </a:lnTo>
                  <a:lnTo>
                    <a:pt x="2017049" y="4429451"/>
                  </a:lnTo>
                  <a:lnTo>
                    <a:pt x="2017299" y="4429451"/>
                  </a:lnTo>
                  <a:lnTo>
                    <a:pt x="2017424" y="4429451"/>
                  </a:lnTo>
                  <a:lnTo>
                    <a:pt x="2017549" y="4429451"/>
                  </a:lnTo>
                  <a:lnTo>
                    <a:pt x="2017674" y="4429451"/>
                  </a:lnTo>
                  <a:lnTo>
                    <a:pt x="2017799" y="4429451"/>
                  </a:lnTo>
                  <a:lnTo>
                    <a:pt x="2017924" y="4429451"/>
                  </a:lnTo>
                  <a:lnTo>
                    <a:pt x="2018049" y="4429451"/>
                  </a:lnTo>
                  <a:lnTo>
                    <a:pt x="2018174" y="4429451"/>
                  </a:lnTo>
                  <a:lnTo>
                    <a:pt x="2018299" y="4429451"/>
                  </a:lnTo>
                  <a:lnTo>
                    <a:pt x="2018424" y="4429451"/>
                  </a:lnTo>
                  <a:lnTo>
                    <a:pt x="2018799" y="4429451"/>
                  </a:lnTo>
                  <a:lnTo>
                    <a:pt x="2019300" y="4429451"/>
                  </a:lnTo>
                  <a:lnTo>
                    <a:pt x="2019425" y="4429451"/>
                  </a:lnTo>
                  <a:lnTo>
                    <a:pt x="2019425" y="4419497"/>
                  </a:lnTo>
                  <a:lnTo>
                    <a:pt x="2019925" y="4419497"/>
                  </a:lnTo>
                  <a:lnTo>
                    <a:pt x="2020425" y="4419497"/>
                  </a:lnTo>
                  <a:lnTo>
                    <a:pt x="2020550" y="4419497"/>
                  </a:lnTo>
                  <a:lnTo>
                    <a:pt x="2020925" y="4419497"/>
                  </a:lnTo>
                  <a:lnTo>
                    <a:pt x="2021175" y="4419497"/>
                  </a:lnTo>
                  <a:lnTo>
                    <a:pt x="2021300" y="4419497"/>
                  </a:lnTo>
                  <a:lnTo>
                    <a:pt x="2021425" y="4419497"/>
                  </a:lnTo>
                  <a:lnTo>
                    <a:pt x="2021550" y="4419497"/>
                  </a:lnTo>
                  <a:lnTo>
                    <a:pt x="2021800" y="4419497"/>
                  </a:lnTo>
                  <a:lnTo>
                    <a:pt x="2022050" y="4419497"/>
                  </a:lnTo>
                  <a:lnTo>
                    <a:pt x="2022176" y="4419497"/>
                  </a:lnTo>
                  <a:lnTo>
                    <a:pt x="2022301" y="4419497"/>
                  </a:lnTo>
                  <a:lnTo>
                    <a:pt x="2023301" y="4419497"/>
                  </a:lnTo>
                  <a:lnTo>
                    <a:pt x="2023426" y="4419497"/>
                  </a:lnTo>
                  <a:lnTo>
                    <a:pt x="2023551" y="4419497"/>
                  </a:lnTo>
                  <a:lnTo>
                    <a:pt x="2023676" y="4419497"/>
                  </a:lnTo>
                  <a:lnTo>
                    <a:pt x="2023801" y="4419497"/>
                  </a:lnTo>
                  <a:lnTo>
                    <a:pt x="2024176" y="4419497"/>
                  </a:lnTo>
                  <a:lnTo>
                    <a:pt x="2024301" y="4419497"/>
                  </a:lnTo>
                  <a:lnTo>
                    <a:pt x="2024551" y="4419497"/>
                  </a:lnTo>
                  <a:lnTo>
                    <a:pt x="2024801" y="4419497"/>
                  </a:lnTo>
                  <a:lnTo>
                    <a:pt x="2024926" y="4419497"/>
                  </a:lnTo>
                  <a:lnTo>
                    <a:pt x="2025051" y="4419497"/>
                  </a:lnTo>
                  <a:lnTo>
                    <a:pt x="2025427" y="4419497"/>
                  </a:lnTo>
                  <a:lnTo>
                    <a:pt x="2026427" y="4419497"/>
                  </a:lnTo>
                  <a:lnTo>
                    <a:pt x="2026552" y="4419497"/>
                  </a:lnTo>
                  <a:lnTo>
                    <a:pt x="2026802" y="4419497"/>
                  </a:lnTo>
                  <a:lnTo>
                    <a:pt x="2026927" y="4419497"/>
                  </a:lnTo>
                  <a:lnTo>
                    <a:pt x="2027052" y="4419497"/>
                  </a:lnTo>
                  <a:lnTo>
                    <a:pt x="2027177" y="4419497"/>
                  </a:lnTo>
                  <a:lnTo>
                    <a:pt x="2028052" y="4419497"/>
                  </a:lnTo>
                  <a:lnTo>
                    <a:pt x="2028178" y="4419497"/>
                  </a:lnTo>
                  <a:lnTo>
                    <a:pt x="2028678" y="4419497"/>
                  </a:lnTo>
                  <a:lnTo>
                    <a:pt x="2028928" y="4419497"/>
                  </a:lnTo>
                  <a:lnTo>
                    <a:pt x="2029053" y="4419497"/>
                  </a:lnTo>
                  <a:lnTo>
                    <a:pt x="2029178" y="4419497"/>
                  </a:lnTo>
                  <a:lnTo>
                    <a:pt x="2029428" y="4419497"/>
                  </a:lnTo>
                  <a:lnTo>
                    <a:pt x="2029678" y="4419497"/>
                  </a:lnTo>
                  <a:lnTo>
                    <a:pt x="2029803" y="4419497"/>
                  </a:lnTo>
                  <a:lnTo>
                    <a:pt x="2030178" y="4419497"/>
                  </a:lnTo>
                  <a:lnTo>
                    <a:pt x="2030428" y="4419497"/>
                  </a:lnTo>
                  <a:lnTo>
                    <a:pt x="2030678" y="4419497"/>
                  </a:lnTo>
                  <a:lnTo>
                    <a:pt x="2030803" y="4419497"/>
                  </a:lnTo>
                  <a:lnTo>
                    <a:pt x="2030928" y="4419497"/>
                  </a:lnTo>
                  <a:lnTo>
                    <a:pt x="2031053" y="4419497"/>
                  </a:lnTo>
                  <a:lnTo>
                    <a:pt x="2031304" y="4419497"/>
                  </a:lnTo>
                  <a:lnTo>
                    <a:pt x="2031554" y="4419497"/>
                  </a:lnTo>
                  <a:lnTo>
                    <a:pt x="2031679" y="4419497"/>
                  </a:lnTo>
                  <a:lnTo>
                    <a:pt x="2031929" y="4419497"/>
                  </a:lnTo>
                  <a:lnTo>
                    <a:pt x="2032054" y="4419497"/>
                  </a:lnTo>
                  <a:lnTo>
                    <a:pt x="2032304" y="4419497"/>
                  </a:lnTo>
                  <a:lnTo>
                    <a:pt x="2032429" y="4419497"/>
                  </a:lnTo>
                  <a:lnTo>
                    <a:pt x="2032679" y="4409543"/>
                  </a:lnTo>
                  <a:lnTo>
                    <a:pt x="2032929" y="4409543"/>
                  </a:lnTo>
                  <a:lnTo>
                    <a:pt x="2033054" y="4409543"/>
                  </a:lnTo>
                  <a:lnTo>
                    <a:pt x="2033429" y="4409543"/>
                  </a:lnTo>
                  <a:lnTo>
                    <a:pt x="2033554" y="4409543"/>
                  </a:lnTo>
                  <a:lnTo>
                    <a:pt x="2033804" y="4409543"/>
                  </a:lnTo>
                  <a:lnTo>
                    <a:pt x="2033929" y="4409543"/>
                  </a:lnTo>
                  <a:lnTo>
                    <a:pt x="2034305" y="4409543"/>
                  </a:lnTo>
                  <a:lnTo>
                    <a:pt x="2034680" y="4409543"/>
                  </a:lnTo>
                  <a:lnTo>
                    <a:pt x="2034930" y="4409543"/>
                  </a:lnTo>
                  <a:lnTo>
                    <a:pt x="2035180" y="4409543"/>
                  </a:lnTo>
                  <a:lnTo>
                    <a:pt x="2036180" y="4409543"/>
                  </a:lnTo>
                  <a:lnTo>
                    <a:pt x="2036555" y="4409543"/>
                  </a:lnTo>
                  <a:lnTo>
                    <a:pt x="2036805" y="4409543"/>
                  </a:lnTo>
                  <a:lnTo>
                    <a:pt x="2036930" y="4409543"/>
                  </a:lnTo>
                  <a:lnTo>
                    <a:pt x="2037055" y="4409543"/>
                  </a:lnTo>
                  <a:lnTo>
                    <a:pt x="2037181" y="4409543"/>
                  </a:lnTo>
                  <a:lnTo>
                    <a:pt x="2037306" y="4409543"/>
                  </a:lnTo>
                  <a:lnTo>
                    <a:pt x="2037556" y="4409543"/>
                  </a:lnTo>
                  <a:lnTo>
                    <a:pt x="2037931" y="4409543"/>
                  </a:lnTo>
                  <a:lnTo>
                    <a:pt x="2038056" y="4409543"/>
                  </a:lnTo>
                  <a:lnTo>
                    <a:pt x="2038181" y="4409543"/>
                  </a:lnTo>
                  <a:lnTo>
                    <a:pt x="2038306" y="4409543"/>
                  </a:lnTo>
                  <a:lnTo>
                    <a:pt x="2038431" y="4409543"/>
                  </a:lnTo>
                  <a:lnTo>
                    <a:pt x="2038556" y="4409543"/>
                  </a:lnTo>
                  <a:lnTo>
                    <a:pt x="2038681" y="4409543"/>
                  </a:lnTo>
                  <a:lnTo>
                    <a:pt x="2038806" y="4409543"/>
                  </a:lnTo>
                  <a:lnTo>
                    <a:pt x="2038931" y="4409543"/>
                  </a:lnTo>
                  <a:lnTo>
                    <a:pt x="2039181" y="4409543"/>
                  </a:lnTo>
                  <a:lnTo>
                    <a:pt x="2039306" y="4409543"/>
                  </a:lnTo>
                  <a:lnTo>
                    <a:pt x="2039431" y="4409543"/>
                  </a:lnTo>
                  <a:lnTo>
                    <a:pt x="2039556" y="4409543"/>
                  </a:lnTo>
                  <a:lnTo>
                    <a:pt x="2039806" y="4409543"/>
                  </a:lnTo>
                  <a:lnTo>
                    <a:pt x="2040056" y="4409543"/>
                  </a:lnTo>
                  <a:lnTo>
                    <a:pt x="2040182" y="4409543"/>
                  </a:lnTo>
                  <a:lnTo>
                    <a:pt x="2040432" y="4409543"/>
                  </a:lnTo>
                  <a:lnTo>
                    <a:pt x="2040557" y="4409543"/>
                  </a:lnTo>
                  <a:lnTo>
                    <a:pt x="2040807" y="4409543"/>
                  </a:lnTo>
                  <a:lnTo>
                    <a:pt x="2043683" y="4409543"/>
                  </a:lnTo>
                  <a:lnTo>
                    <a:pt x="2043808" y="4409543"/>
                  </a:lnTo>
                  <a:lnTo>
                    <a:pt x="2044058" y="4409543"/>
                  </a:lnTo>
                  <a:lnTo>
                    <a:pt x="2044683" y="4409543"/>
                  </a:lnTo>
                  <a:lnTo>
                    <a:pt x="2045433" y="4409543"/>
                  </a:lnTo>
                  <a:lnTo>
                    <a:pt x="2045808" y="4409543"/>
                  </a:lnTo>
                  <a:lnTo>
                    <a:pt x="2046184" y="4409543"/>
                  </a:lnTo>
                  <a:lnTo>
                    <a:pt x="2046309" y="4409543"/>
                  </a:lnTo>
                  <a:lnTo>
                    <a:pt x="2046434" y="4409543"/>
                  </a:lnTo>
                  <a:lnTo>
                    <a:pt x="2046559" y="4409543"/>
                  </a:lnTo>
                  <a:lnTo>
                    <a:pt x="2046934" y="4409543"/>
                  </a:lnTo>
                  <a:lnTo>
                    <a:pt x="2047059" y="4409543"/>
                  </a:lnTo>
                  <a:lnTo>
                    <a:pt x="2047184" y="4409543"/>
                  </a:lnTo>
                  <a:lnTo>
                    <a:pt x="2047309" y="4409543"/>
                  </a:lnTo>
                  <a:lnTo>
                    <a:pt x="2047434" y="4409543"/>
                  </a:lnTo>
                  <a:lnTo>
                    <a:pt x="2047559" y="4409543"/>
                  </a:lnTo>
                  <a:lnTo>
                    <a:pt x="2047684" y="4409543"/>
                  </a:lnTo>
                  <a:lnTo>
                    <a:pt x="2047809" y="4409543"/>
                  </a:lnTo>
                  <a:lnTo>
                    <a:pt x="2048059" y="4409543"/>
                  </a:lnTo>
                  <a:lnTo>
                    <a:pt x="2048184" y="4409543"/>
                  </a:lnTo>
                  <a:lnTo>
                    <a:pt x="2048934" y="4409543"/>
                  </a:lnTo>
                  <a:lnTo>
                    <a:pt x="2049059" y="4409543"/>
                  </a:lnTo>
                  <a:lnTo>
                    <a:pt x="2049185" y="4409543"/>
                  </a:lnTo>
                  <a:lnTo>
                    <a:pt x="2049435" y="4409543"/>
                  </a:lnTo>
                  <a:lnTo>
                    <a:pt x="2049685" y="4399589"/>
                  </a:lnTo>
                  <a:lnTo>
                    <a:pt x="2049810" y="4399589"/>
                  </a:lnTo>
                  <a:lnTo>
                    <a:pt x="2049935" y="4399589"/>
                  </a:lnTo>
                  <a:lnTo>
                    <a:pt x="2050060" y="4399589"/>
                  </a:lnTo>
                  <a:lnTo>
                    <a:pt x="2050185" y="4399589"/>
                  </a:lnTo>
                  <a:lnTo>
                    <a:pt x="2050560" y="4399589"/>
                  </a:lnTo>
                  <a:lnTo>
                    <a:pt x="2050685" y="4399589"/>
                  </a:lnTo>
                  <a:lnTo>
                    <a:pt x="2050810" y="4399589"/>
                  </a:lnTo>
                  <a:lnTo>
                    <a:pt x="2050935" y="4399589"/>
                  </a:lnTo>
                  <a:lnTo>
                    <a:pt x="2051060" y="4399589"/>
                  </a:lnTo>
                  <a:lnTo>
                    <a:pt x="2051185" y="4399589"/>
                  </a:lnTo>
                  <a:lnTo>
                    <a:pt x="2051310" y="4399589"/>
                  </a:lnTo>
                  <a:lnTo>
                    <a:pt x="2051435" y="4399589"/>
                  </a:lnTo>
                  <a:lnTo>
                    <a:pt x="2051560" y="4399589"/>
                  </a:lnTo>
                  <a:lnTo>
                    <a:pt x="2051685" y="4399589"/>
                  </a:lnTo>
                  <a:lnTo>
                    <a:pt x="2051810" y="4399589"/>
                  </a:lnTo>
                  <a:lnTo>
                    <a:pt x="2052060" y="4399589"/>
                  </a:lnTo>
                  <a:lnTo>
                    <a:pt x="2052186" y="4399589"/>
                  </a:lnTo>
                  <a:lnTo>
                    <a:pt x="2052311" y="4399589"/>
                  </a:lnTo>
                  <a:lnTo>
                    <a:pt x="2052436" y="4399589"/>
                  </a:lnTo>
                  <a:lnTo>
                    <a:pt x="2052936" y="4399589"/>
                  </a:lnTo>
                  <a:lnTo>
                    <a:pt x="2053061" y="4399589"/>
                  </a:lnTo>
                  <a:lnTo>
                    <a:pt x="2053186" y="4399589"/>
                  </a:lnTo>
                  <a:lnTo>
                    <a:pt x="2053436" y="4399589"/>
                  </a:lnTo>
                  <a:lnTo>
                    <a:pt x="2053561" y="4399589"/>
                  </a:lnTo>
                  <a:lnTo>
                    <a:pt x="2053686" y="4399589"/>
                  </a:lnTo>
                  <a:lnTo>
                    <a:pt x="2053936" y="4399589"/>
                  </a:lnTo>
                  <a:lnTo>
                    <a:pt x="2054436" y="4399589"/>
                  </a:lnTo>
                  <a:lnTo>
                    <a:pt x="2054811" y="4399589"/>
                  </a:lnTo>
                  <a:lnTo>
                    <a:pt x="2055187" y="4399589"/>
                  </a:lnTo>
                  <a:lnTo>
                    <a:pt x="2055437" y="4399589"/>
                  </a:lnTo>
                  <a:lnTo>
                    <a:pt x="2055562" y="4399589"/>
                  </a:lnTo>
                  <a:lnTo>
                    <a:pt x="2056062" y="4399589"/>
                  </a:lnTo>
                  <a:lnTo>
                    <a:pt x="2056312" y="4399589"/>
                  </a:lnTo>
                  <a:lnTo>
                    <a:pt x="2056437" y="4399589"/>
                  </a:lnTo>
                  <a:lnTo>
                    <a:pt x="2056562" y="4399589"/>
                  </a:lnTo>
                  <a:lnTo>
                    <a:pt x="2056687" y="4399589"/>
                  </a:lnTo>
                  <a:lnTo>
                    <a:pt x="2056937" y="4399589"/>
                  </a:lnTo>
                  <a:lnTo>
                    <a:pt x="2057062" y="4399589"/>
                  </a:lnTo>
                  <a:lnTo>
                    <a:pt x="2057187" y="4399589"/>
                  </a:lnTo>
                  <a:lnTo>
                    <a:pt x="2057437" y="4399589"/>
                  </a:lnTo>
                  <a:lnTo>
                    <a:pt x="2057937" y="4399589"/>
                  </a:lnTo>
                  <a:lnTo>
                    <a:pt x="2058188" y="4399589"/>
                  </a:lnTo>
                  <a:lnTo>
                    <a:pt x="2058313" y="4399589"/>
                  </a:lnTo>
                  <a:lnTo>
                    <a:pt x="2058438" y="4399589"/>
                  </a:lnTo>
                  <a:lnTo>
                    <a:pt x="2058563" y="4399589"/>
                  </a:lnTo>
                  <a:lnTo>
                    <a:pt x="2058813" y="4399589"/>
                  </a:lnTo>
                  <a:lnTo>
                    <a:pt x="2059188" y="4399589"/>
                  </a:lnTo>
                  <a:lnTo>
                    <a:pt x="2059438" y="4389635"/>
                  </a:lnTo>
                  <a:lnTo>
                    <a:pt x="2059688" y="4389635"/>
                  </a:lnTo>
                  <a:lnTo>
                    <a:pt x="2059938" y="4389635"/>
                  </a:lnTo>
                  <a:lnTo>
                    <a:pt x="2060438" y="4389635"/>
                  </a:lnTo>
                  <a:lnTo>
                    <a:pt x="2060563" y="4389635"/>
                  </a:lnTo>
                  <a:lnTo>
                    <a:pt x="2060688" y="4389635"/>
                  </a:lnTo>
                  <a:lnTo>
                    <a:pt x="2061189" y="4389635"/>
                  </a:lnTo>
                  <a:lnTo>
                    <a:pt x="2061439" y="4389635"/>
                  </a:lnTo>
                  <a:lnTo>
                    <a:pt x="2061564" y="4389635"/>
                  </a:lnTo>
                  <a:lnTo>
                    <a:pt x="2061814" y="4389635"/>
                  </a:lnTo>
                  <a:lnTo>
                    <a:pt x="2061814" y="4379681"/>
                  </a:lnTo>
                  <a:lnTo>
                    <a:pt x="2062064" y="4369728"/>
                  </a:lnTo>
                  <a:lnTo>
                    <a:pt x="2062439" y="4369728"/>
                  </a:lnTo>
                  <a:lnTo>
                    <a:pt x="2062564" y="4369728"/>
                  </a:lnTo>
                  <a:lnTo>
                    <a:pt x="2062689" y="4369728"/>
                  </a:lnTo>
                  <a:lnTo>
                    <a:pt x="2062814" y="4369728"/>
                  </a:lnTo>
                  <a:lnTo>
                    <a:pt x="2063064" y="4369728"/>
                  </a:lnTo>
                  <a:lnTo>
                    <a:pt x="2063314" y="4369728"/>
                  </a:lnTo>
                  <a:lnTo>
                    <a:pt x="2063439" y="4369728"/>
                  </a:lnTo>
                  <a:lnTo>
                    <a:pt x="2063564" y="4369728"/>
                  </a:lnTo>
                  <a:lnTo>
                    <a:pt x="2063689" y="4369728"/>
                  </a:lnTo>
                  <a:lnTo>
                    <a:pt x="2063939" y="4369728"/>
                  </a:lnTo>
                  <a:lnTo>
                    <a:pt x="2064315" y="4369728"/>
                  </a:lnTo>
                  <a:lnTo>
                    <a:pt x="2064690" y="4369728"/>
                  </a:lnTo>
                  <a:lnTo>
                    <a:pt x="2064815" y="4369728"/>
                  </a:lnTo>
                  <a:lnTo>
                    <a:pt x="2065065" y="4369728"/>
                  </a:lnTo>
                  <a:lnTo>
                    <a:pt x="2065440" y="4369728"/>
                  </a:lnTo>
                  <a:lnTo>
                    <a:pt x="2065565" y="4369728"/>
                  </a:lnTo>
                  <a:lnTo>
                    <a:pt x="2065940" y="4369728"/>
                  </a:lnTo>
                  <a:lnTo>
                    <a:pt x="2066065" y="4369728"/>
                  </a:lnTo>
                  <a:lnTo>
                    <a:pt x="2066315" y="4369728"/>
                  </a:lnTo>
                  <a:lnTo>
                    <a:pt x="2066565" y="4359774"/>
                  </a:lnTo>
                  <a:lnTo>
                    <a:pt x="2068316" y="4359774"/>
                  </a:lnTo>
                  <a:lnTo>
                    <a:pt x="2068441" y="4359774"/>
                  </a:lnTo>
                  <a:lnTo>
                    <a:pt x="2068691" y="4359774"/>
                  </a:lnTo>
                  <a:lnTo>
                    <a:pt x="2068816" y="4359774"/>
                  </a:lnTo>
                  <a:lnTo>
                    <a:pt x="2068941" y="4359774"/>
                  </a:lnTo>
                  <a:lnTo>
                    <a:pt x="2069066" y="4359774"/>
                  </a:lnTo>
                  <a:lnTo>
                    <a:pt x="2069316" y="4359774"/>
                  </a:lnTo>
                  <a:lnTo>
                    <a:pt x="2069566" y="4349820"/>
                  </a:lnTo>
                  <a:lnTo>
                    <a:pt x="2069691" y="4349820"/>
                  </a:lnTo>
                  <a:lnTo>
                    <a:pt x="2069816" y="4349820"/>
                  </a:lnTo>
                  <a:lnTo>
                    <a:pt x="2070067" y="4349820"/>
                  </a:lnTo>
                  <a:lnTo>
                    <a:pt x="2070192" y="4349820"/>
                  </a:lnTo>
                  <a:lnTo>
                    <a:pt x="2070317" y="4349820"/>
                  </a:lnTo>
                  <a:lnTo>
                    <a:pt x="2070817" y="4349820"/>
                  </a:lnTo>
                  <a:lnTo>
                    <a:pt x="2071067" y="4349820"/>
                  </a:lnTo>
                  <a:lnTo>
                    <a:pt x="2071192" y="4349820"/>
                  </a:lnTo>
                  <a:lnTo>
                    <a:pt x="2071317" y="4349820"/>
                  </a:lnTo>
                  <a:lnTo>
                    <a:pt x="2071442" y="4349820"/>
                  </a:lnTo>
                  <a:lnTo>
                    <a:pt x="2071942" y="4349820"/>
                  </a:lnTo>
                  <a:lnTo>
                    <a:pt x="2072067" y="4349820"/>
                  </a:lnTo>
                  <a:lnTo>
                    <a:pt x="2072192" y="4349820"/>
                  </a:lnTo>
                  <a:lnTo>
                    <a:pt x="2073318" y="4349820"/>
                  </a:lnTo>
                  <a:lnTo>
                    <a:pt x="2073443" y="4349820"/>
                  </a:lnTo>
                  <a:lnTo>
                    <a:pt x="2073568" y="4349820"/>
                  </a:lnTo>
                  <a:lnTo>
                    <a:pt x="2073693" y="4349820"/>
                  </a:lnTo>
                  <a:lnTo>
                    <a:pt x="2074193" y="4349820"/>
                  </a:lnTo>
                  <a:lnTo>
                    <a:pt x="2074443" y="4349820"/>
                  </a:lnTo>
                  <a:lnTo>
                    <a:pt x="2074568" y="4349820"/>
                  </a:lnTo>
                  <a:lnTo>
                    <a:pt x="2074818" y="4349820"/>
                  </a:lnTo>
                  <a:lnTo>
                    <a:pt x="2074943" y="4349820"/>
                  </a:lnTo>
                  <a:lnTo>
                    <a:pt x="2075318" y="4349820"/>
                  </a:lnTo>
                  <a:lnTo>
                    <a:pt x="2075568" y="4349820"/>
                  </a:lnTo>
                  <a:lnTo>
                    <a:pt x="2075693" y="4349820"/>
                  </a:lnTo>
                  <a:lnTo>
                    <a:pt x="2075943" y="4349820"/>
                  </a:lnTo>
                  <a:lnTo>
                    <a:pt x="2076069" y="4349820"/>
                  </a:lnTo>
                  <a:lnTo>
                    <a:pt x="2076444" y="4349820"/>
                  </a:lnTo>
                  <a:lnTo>
                    <a:pt x="2076569" y="4349820"/>
                  </a:lnTo>
                  <a:lnTo>
                    <a:pt x="2076694" y="4349820"/>
                  </a:lnTo>
                  <a:lnTo>
                    <a:pt x="2076944" y="4349820"/>
                  </a:lnTo>
                  <a:lnTo>
                    <a:pt x="2077069" y="4349820"/>
                  </a:lnTo>
                  <a:lnTo>
                    <a:pt x="2077194" y="4349820"/>
                  </a:lnTo>
                  <a:lnTo>
                    <a:pt x="2077319" y="4349820"/>
                  </a:lnTo>
                  <a:lnTo>
                    <a:pt x="2077569" y="4349820"/>
                  </a:lnTo>
                  <a:lnTo>
                    <a:pt x="2077944" y="4349820"/>
                  </a:lnTo>
                  <a:lnTo>
                    <a:pt x="2078069" y="4349820"/>
                  </a:lnTo>
                  <a:lnTo>
                    <a:pt x="2078319" y="4349820"/>
                  </a:lnTo>
                  <a:lnTo>
                    <a:pt x="2078444" y="4349820"/>
                  </a:lnTo>
                  <a:lnTo>
                    <a:pt x="2078694" y="4349820"/>
                  </a:lnTo>
                  <a:lnTo>
                    <a:pt x="2079195" y="4349820"/>
                  </a:lnTo>
                  <a:lnTo>
                    <a:pt x="2079320" y="4349820"/>
                  </a:lnTo>
                  <a:lnTo>
                    <a:pt x="2079445" y="4349820"/>
                  </a:lnTo>
                  <a:lnTo>
                    <a:pt x="2079445" y="4339866"/>
                  </a:lnTo>
                  <a:lnTo>
                    <a:pt x="2079820" y="4339866"/>
                  </a:lnTo>
                  <a:lnTo>
                    <a:pt x="2079945" y="4339866"/>
                  </a:lnTo>
                  <a:lnTo>
                    <a:pt x="2080070" y="4339866"/>
                  </a:lnTo>
                  <a:lnTo>
                    <a:pt x="2080195" y="4339866"/>
                  </a:lnTo>
                  <a:lnTo>
                    <a:pt x="2080570" y="4339866"/>
                  </a:lnTo>
                  <a:lnTo>
                    <a:pt x="2080820" y="4339866"/>
                  </a:lnTo>
                  <a:lnTo>
                    <a:pt x="2081320" y="4339866"/>
                  </a:lnTo>
                  <a:lnTo>
                    <a:pt x="2081445" y="4339866"/>
                  </a:lnTo>
                  <a:lnTo>
                    <a:pt x="2081695" y="4339866"/>
                  </a:lnTo>
                  <a:lnTo>
                    <a:pt x="2082071" y="4339866"/>
                  </a:lnTo>
                  <a:lnTo>
                    <a:pt x="2082196" y="4339866"/>
                  </a:lnTo>
                  <a:lnTo>
                    <a:pt x="2082696" y="4339866"/>
                  </a:lnTo>
                  <a:lnTo>
                    <a:pt x="2083071" y="4339866"/>
                  </a:lnTo>
                  <a:lnTo>
                    <a:pt x="2083321" y="4339866"/>
                  </a:lnTo>
                  <a:lnTo>
                    <a:pt x="2083571" y="4329912"/>
                  </a:lnTo>
                  <a:lnTo>
                    <a:pt x="2083946" y="4329912"/>
                  </a:lnTo>
                  <a:lnTo>
                    <a:pt x="2084196" y="4329912"/>
                  </a:lnTo>
                  <a:lnTo>
                    <a:pt x="2084571" y="4329912"/>
                  </a:lnTo>
                  <a:lnTo>
                    <a:pt x="2084696" y="4329912"/>
                  </a:lnTo>
                  <a:lnTo>
                    <a:pt x="2084821" y="4329912"/>
                  </a:lnTo>
                  <a:lnTo>
                    <a:pt x="2085072" y="4329912"/>
                  </a:lnTo>
                  <a:lnTo>
                    <a:pt x="2085322" y="4329912"/>
                  </a:lnTo>
                  <a:lnTo>
                    <a:pt x="2085447" y="4329912"/>
                  </a:lnTo>
                  <a:lnTo>
                    <a:pt x="2085572" y="4329912"/>
                  </a:lnTo>
                  <a:lnTo>
                    <a:pt x="2085697" y="4329912"/>
                  </a:lnTo>
                  <a:lnTo>
                    <a:pt x="2085822" y="4329912"/>
                  </a:lnTo>
                  <a:lnTo>
                    <a:pt x="2086197" y="4329912"/>
                  </a:lnTo>
                  <a:lnTo>
                    <a:pt x="2086697" y="4329912"/>
                  </a:lnTo>
                  <a:lnTo>
                    <a:pt x="2086822" y="4329912"/>
                  </a:lnTo>
                  <a:lnTo>
                    <a:pt x="2087197" y="4329912"/>
                  </a:lnTo>
                  <a:lnTo>
                    <a:pt x="2087322" y="4329912"/>
                  </a:lnTo>
                  <a:lnTo>
                    <a:pt x="2087572" y="4329912"/>
                  </a:lnTo>
                  <a:lnTo>
                    <a:pt x="2087947" y="4329912"/>
                  </a:lnTo>
                  <a:lnTo>
                    <a:pt x="2088698" y="4329912"/>
                  </a:lnTo>
                  <a:lnTo>
                    <a:pt x="2089198" y="4329912"/>
                  </a:lnTo>
                  <a:lnTo>
                    <a:pt x="2089448" y="4329912"/>
                  </a:lnTo>
                  <a:lnTo>
                    <a:pt x="2089573" y="4329912"/>
                  </a:lnTo>
                  <a:lnTo>
                    <a:pt x="2090073" y="4329912"/>
                  </a:lnTo>
                  <a:lnTo>
                    <a:pt x="2090198" y="4329912"/>
                  </a:lnTo>
                  <a:lnTo>
                    <a:pt x="2090323" y="4329912"/>
                  </a:lnTo>
                  <a:lnTo>
                    <a:pt x="2090448" y="4329912"/>
                  </a:lnTo>
                  <a:lnTo>
                    <a:pt x="2091074" y="4329912"/>
                  </a:lnTo>
                  <a:lnTo>
                    <a:pt x="2091199" y="4329912"/>
                  </a:lnTo>
                  <a:lnTo>
                    <a:pt x="2091449" y="4329912"/>
                  </a:lnTo>
                  <a:lnTo>
                    <a:pt x="2091699" y="4329912"/>
                  </a:lnTo>
                  <a:lnTo>
                    <a:pt x="2091949" y="4329912"/>
                  </a:lnTo>
                  <a:lnTo>
                    <a:pt x="2092199" y="4319959"/>
                  </a:lnTo>
                  <a:lnTo>
                    <a:pt x="2092324" y="4319959"/>
                  </a:lnTo>
                  <a:lnTo>
                    <a:pt x="2092449" y="4319959"/>
                  </a:lnTo>
                  <a:lnTo>
                    <a:pt x="2092699" y="4319959"/>
                  </a:lnTo>
                  <a:lnTo>
                    <a:pt x="2092824" y="4319959"/>
                  </a:lnTo>
                  <a:lnTo>
                    <a:pt x="2092949" y="4319959"/>
                  </a:lnTo>
                  <a:lnTo>
                    <a:pt x="2093199" y="4319959"/>
                  </a:lnTo>
                  <a:lnTo>
                    <a:pt x="2093324" y="4319959"/>
                  </a:lnTo>
                  <a:lnTo>
                    <a:pt x="2093449" y="4319959"/>
                  </a:lnTo>
                  <a:lnTo>
                    <a:pt x="2093574" y="4319959"/>
                  </a:lnTo>
                  <a:lnTo>
                    <a:pt x="2093824" y="4319959"/>
                  </a:lnTo>
                  <a:lnTo>
                    <a:pt x="2094325" y="4319959"/>
                  </a:lnTo>
                  <a:lnTo>
                    <a:pt x="2094575" y="4319959"/>
                  </a:lnTo>
                  <a:lnTo>
                    <a:pt x="2094700" y="4319959"/>
                  </a:lnTo>
                  <a:lnTo>
                    <a:pt x="2094825" y="4319959"/>
                  </a:lnTo>
                  <a:lnTo>
                    <a:pt x="2095075" y="4319959"/>
                  </a:lnTo>
                  <a:lnTo>
                    <a:pt x="2095325" y="4319959"/>
                  </a:lnTo>
                  <a:lnTo>
                    <a:pt x="2095700" y="4319959"/>
                  </a:lnTo>
                  <a:lnTo>
                    <a:pt x="2095825" y="4319959"/>
                  </a:lnTo>
                  <a:lnTo>
                    <a:pt x="2095950" y="4319959"/>
                  </a:lnTo>
                  <a:lnTo>
                    <a:pt x="2096075" y="4319959"/>
                  </a:lnTo>
                  <a:lnTo>
                    <a:pt x="2096450" y="4319959"/>
                  </a:lnTo>
                  <a:lnTo>
                    <a:pt x="2097326" y="4319959"/>
                  </a:lnTo>
                  <a:lnTo>
                    <a:pt x="2097701" y="4319959"/>
                  </a:lnTo>
                  <a:lnTo>
                    <a:pt x="2097826" y="4319959"/>
                  </a:lnTo>
                  <a:lnTo>
                    <a:pt x="2097951" y="4319959"/>
                  </a:lnTo>
                  <a:lnTo>
                    <a:pt x="2098326" y="4319959"/>
                  </a:lnTo>
                  <a:lnTo>
                    <a:pt x="2098451" y="4319959"/>
                  </a:lnTo>
                  <a:lnTo>
                    <a:pt x="2098576" y="4319959"/>
                  </a:lnTo>
                  <a:lnTo>
                    <a:pt x="2098701" y="4319959"/>
                  </a:lnTo>
                  <a:lnTo>
                    <a:pt x="2098826" y="4319959"/>
                  </a:lnTo>
                  <a:lnTo>
                    <a:pt x="2098951" y="4319959"/>
                  </a:lnTo>
                  <a:lnTo>
                    <a:pt x="2099326" y="4319959"/>
                  </a:lnTo>
                  <a:lnTo>
                    <a:pt x="2100077" y="4319959"/>
                  </a:lnTo>
                  <a:lnTo>
                    <a:pt x="2100202" y="4319959"/>
                  </a:lnTo>
                  <a:lnTo>
                    <a:pt x="2100327" y="4319959"/>
                  </a:lnTo>
                  <a:lnTo>
                    <a:pt x="2100452" y="4319959"/>
                  </a:lnTo>
                  <a:lnTo>
                    <a:pt x="2101327" y="4319959"/>
                  </a:lnTo>
                  <a:lnTo>
                    <a:pt x="2101577" y="4319959"/>
                  </a:lnTo>
                  <a:lnTo>
                    <a:pt x="2101827" y="4319959"/>
                  </a:lnTo>
                  <a:lnTo>
                    <a:pt x="2102202" y="4319959"/>
                  </a:lnTo>
                  <a:lnTo>
                    <a:pt x="2102577" y="4319959"/>
                  </a:lnTo>
                  <a:lnTo>
                    <a:pt x="2102953" y="4319959"/>
                  </a:lnTo>
                  <a:lnTo>
                    <a:pt x="2103078" y="4319959"/>
                  </a:lnTo>
                  <a:lnTo>
                    <a:pt x="2103453" y="4319959"/>
                  </a:lnTo>
                  <a:lnTo>
                    <a:pt x="2103578" y="4319959"/>
                  </a:lnTo>
                  <a:lnTo>
                    <a:pt x="2103703" y="4319959"/>
                  </a:lnTo>
                  <a:lnTo>
                    <a:pt x="2103828" y="4319959"/>
                  </a:lnTo>
                  <a:lnTo>
                    <a:pt x="2103953" y="4319959"/>
                  </a:lnTo>
                  <a:lnTo>
                    <a:pt x="2104328" y="4319959"/>
                  </a:lnTo>
                  <a:lnTo>
                    <a:pt x="2104703" y="4319959"/>
                  </a:lnTo>
                  <a:lnTo>
                    <a:pt x="2104953" y="4319959"/>
                  </a:lnTo>
                  <a:lnTo>
                    <a:pt x="2105078" y="4319959"/>
                  </a:lnTo>
                  <a:lnTo>
                    <a:pt x="2105203" y="4319959"/>
                  </a:lnTo>
                  <a:lnTo>
                    <a:pt x="2105328" y="4319959"/>
                  </a:lnTo>
                  <a:lnTo>
                    <a:pt x="2105453" y="4319959"/>
                  </a:lnTo>
                  <a:lnTo>
                    <a:pt x="2106079" y="4319959"/>
                  </a:lnTo>
                  <a:lnTo>
                    <a:pt x="2106454" y="4319959"/>
                  </a:lnTo>
                  <a:lnTo>
                    <a:pt x="2106954" y="4319959"/>
                  </a:lnTo>
                  <a:lnTo>
                    <a:pt x="2107079" y="4319959"/>
                  </a:lnTo>
                  <a:lnTo>
                    <a:pt x="2107329" y="4319959"/>
                  </a:lnTo>
                  <a:lnTo>
                    <a:pt x="2107454" y="4310005"/>
                  </a:lnTo>
                  <a:lnTo>
                    <a:pt x="2107704" y="4310005"/>
                  </a:lnTo>
                  <a:lnTo>
                    <a:pt x="2107829" y="4310005"/>
                  </a:lnTo>
                  <a:lnTo>
                    <a:pt x="2107954" y="4310005"/>
                  </a:lnTo>
                  <a:lnTo>
                    <a:pt x="2108079" y="4310005"/>
                  </a:lnTo>
                  <a:lnTo>
                    <a:pt x="2108329" y="4310005"/>
                  </a:lnTo>
                  <a:lnTo>
                    <a:pt x="2108454" y="4310005"/>
                  </a:lnTo>
                  <a:lnTo>
                    <a:pt x="2108704" y="4310005"/>
                  </a:lnTo>
                  <a:lnTo>
                    <a:pt x="2108829" y="4310005"/>
                  </a:lnTo>
                  <a:lnTo>
                    <a:pt x="2108955" y="4310005"/>
                  </a:lnTo>
                  <a:lnTo>
                    <a:pt x="2109580" y="4310005"/>
                  </a:lnTo>
                  <a:lnTo>
                    <a:pt x="2109705" y="4310005"/>
                  </a:lnTo>
                  <a:lnTo>
                    <a:pt x="2110205" y="4310005"/>
                  </a:lnTo>
                  <a:lnTo>
                    <a:pt x="2110455" y="4310005"/>
                  </a:lnTo>
                  <a:lnTo>
                    <a:pt x="2111330" y="4310005"/>
                  </a:lnTo>
                  <a:lnTo>
                    <a:pt x="2111705" y="4300051"/>
                  </a:lnTo>
                  <a:lnTo>
                    <a:pt x="2111956" y="4300051"/>
                  </a:lnTo>
                  <a:lnTo>
                    <a:pt x="2112081" y="4300051"/>
                  </a:lnTo>
                  <a:lnTo>
                    <a:pt x="2112206" y="4300051"/>
                  </a:lnTo>
                  <a:lnTo>
                    <a:pt x="2112331" y="4300051"/>
                  </a:lnTo>
                  <a:lnTo>
                    <a:pt x="2112456" y="4300051"/>
                  </a:lnTo>
                  <a:lnTo>
                    <a:pt x="2112831" y="4300051"/>
                  </a:lnTo>
                  <a:lnTo>
                    <a:pt x="2112956" y="4300051"/>
                  </a:lnTo>
                  <a:lnTo>
                    <a:pt x="2113331" y="4300051"/>
                  </a:lnTo>
                  <a:lnTo>
                    <a:pt x="2113581" y="4300051"/>
                  </a:lnTo>
                  <a:lnTo>
                    <a:pt x="2113706" y="4300051"/>
                  </a:lnTo>
                  <a:lnTo>
                    <a:pt x="2114206" y="4300051"/>
                  </a:lnTo>
                  <a:lnTo>
                    <a:pt x="2114331" y="4300051"/>
                  </a:lnTo>
                  <a:lnTo>
                    <a:pt x="2114456" y="4300051"/>
                  </a:lnTo>
                  <a:lnTo>
                    <a:pt x="2114706" y="4300051"/>
                  </a:lnTo>
                  <a:lnTo>
                    <a:pt x="2115207" y="4300051"/>
                  </a:lnTo>
                  <a:lnTo>
                    <a:pt x="2115457" y="4300051"/>
                  </a:lnTo>
                  <a:lnTo>
                    <a:pt x="2115832" y="4300051"/>
                  </a:lnTo>
                  <a:lnTo>
                    <a:pt x="2116082" y="4300051"/>
                  </a:lnTo>
                  <a:lnTo>
                    <a:pt x="2116332" y="4300051"/>
                  </a:lnTo>
                  <a:lnTo>
                    <a:pt x="2116457" y="4290097"/>
                  </a:lnTo>
                  <a:lnTo>
                    <a:pt x="2116582" y="4290097"/>
                  </a:lnTo>
                  <a:lnTo>
                    <a:pt x="2116707" y="4290097"/>
                  </a:lnTo>
                  <a:lnTo>
                    <a:pt x="2117082" y="4290097"/>
                  </a:lnTo>
                  <a:lnTo>
                    <a:pt x="2117332" y="4290097"/>
                  </a:lnTo>
                  <a:lnTo>
                    <a:pt x="2117707" y="4290097"/>
                  </a:lnTo>
                  <a:lnTo>
                    <a:pt x="2117832" y="4290097"/>
                  </a:lnTo>
                  <a:lnTo>
                    <a:pt x="2118083" y="4290097"/>
                  </a:lnTo>
                  <a:lnTo>
                    <a:pt x="2118208" y="4290097"/>
                  </a:lnTo>
                  <a:lnTo>
                    <a:pt x="2118333" y="4290097"/>
                  </a:lnTo>
                  <a:lnTo>
                    <a:pt x="2118458" y="4290097"/>
                  </a:lnTo>
                  <a:lnTo>
                    <a:pt x="2118583" y="4290097"/>
                  </a:lnTo>
                  <a:lnTo>
                    <a:pt x="2118958" y="4290097"/>
                  </a:lnTo>
                  <a:lnTo>
                    <a:pt x="2119333" y="4290097"/>
                  </a:lnTo>
                  <a:lnTo>
                    <a:pt x="2119458" y="4290097"/>
                  </a:lnTo>
                  <a:lnTo>
                    <a:pt x="2119833" y="4290097"/>
                  </a:lnTo>
                  <a:lnTo>
                    <a:pt x="2120458" y="4290097"/>
                  </a:lnTo>
                  <a:lnTo>
                    <a:pt x="2120833" y="4290097"/>
                  </a:lnTo>
                  <a:lnTo>
                    <a:pt x="2121084" y="4280143"/>
                  </a:lnTo>
                  <a:lnTo>
                    <a:pt x="2121209" y="4280143"/>
                  </a:lnTo>
                  <a:lnTo>
                    <a:pt x="2121709" y="4280143"/>
                  </a:lnTo>
                  <a:lnTo>
                    <a:pt x="2121834" y="4280143"/>
                  </a:lnTo>
                  <a:lnTo>
                    <a:pt x="2122084" y="4280143"/>
                  </a:lnTo>
                  <a:lnTo>
                    <a:pt x="2122459" y="4280143"/>
                  </a:lnTo>
                  <a:lnTo>
                    <a:pt x="2122584" y="4280143"/>
                  </a:lnTo>
                  <a:lnTo>
                    <a:pt x="2122834" y="4280143"/>
                  </a:lnTo>
                  <a:lnTo>
                    <a:pt x="2122959" y="4280143"/>
                  </a:lnTo>
                  <a:lnTo>
                    <a:pt x="2123209" y="4280143"/>
                  </a:lnTo>
                  <a:lnTo>
                    <a:pt x="2123334" y="4280143"/>
                  </a:lnTo>
                  <a:lnTo>
                    <a:pt x="2123584" y="4280143"/>
                  </a:lnTo>
                  <a:lnTo>
                    <a:pt x="2123960" y="4280143"/>
                  </a:lnTo>
                  <a:lnTo>
                    <a:pt x="2124335" y="4280143"/>
                  </a:lnTo>
                  <a:lnTo>
                    <a:pt x="2124460" y="4280143"/>
                  </a:lnTo>
                  <a:lnTo>
                    <a:pt x="2124710" y="4280143"/>
                  </a:lnTo>
                  <a:lnTo>
                    <a:pt x="2124960" y="4280143"/>
                  </a:lnTo>
                  <a:lnTo>
                    <a:pt x="2125335" y="4280143"/>
                  </a:lnTo>
                  <a:lnTo>
                    <a:pt x="2125460" y="4280143"/>
                  </a:lnTo>
                  <a:lnTo>
                    <a:pt x="2125585" y="4280143"/>
                  </a:lnTo>
                  <a:lnTo>
                    <a:pt x="2125710" y="4280143"/>
                  </a:lnTo>
                  <a:lnTo>
                    <a:pt x="2125835" y="4280143"/>
                  </a:lnTo>
                  <a:lnTo>
                    <a:pt x="2125960" y="4280143"/>
                  </a:lnTo>
                  <a:lnTo>
                    <a:pt x="2126085" y="4280143"/>
                  </a:lnTo>
                  <a:lnTo>
                    <a:pt x="2126335" y="4280143"/>
                  </a:lnTo>
                  <a:lnTo>
                    <a:pt x="2126710" y="4280143"/>
                  </a:lnTo>
                  <a:lnTo>
                    <a:pt x="2126961" y="4280143"/>
                  </a:lnTo>
                  <a:lnTo>
                    <a:pt x="2127086" y="4280143"/>
                  </a:lnTo>
                  <a:lnTo>
                    <a:pt x="2127211" y="4280143"/>
                  </a:lnTo>
                  <a:lnTo>
                    <a:pt x="2127461" y="4280143"/>
                  </a:lnTo>
                  <a:lnTo>
                    <a:pt x="2127586" y="4280143"/>
                  </a:lnTo>
                  <a:lnTo>
                    <a:pt x="2127711" y="4280143"/>
                  </a:lnTo>
                  <a:lnTo>
                    <a:pt x="2127961" y="4280143"/>
                  </a:lnTo>
                  <a:lnTo>
                    <a:pt x="2128086" y="4280143"/>
                  </a:lnTo>
                  <a:lnTo>
                    <a:pt x="2128211" y="4280143"/>
                  </a:lnTo>
                  <a:lnTo>
                    <a:pt x="2128336" y="4280143"/>
                  </a:lnTo>
                  <a:lnTo>
                    <a:pt x="2128461" y="4280143"/>
                  </a:lnTo>
                  <a:lnTo>
                    <a:pt x="2128586" y="4280143"/>
                  </a:lnTo>
                  <a:lnTo>
                    <a:pt x="2128836" y="4280143"/>
                  </a:lnTo>
                  <a:lnTo>
                    <a:pt x="2128961" y="4280143"/>
                  </a:lnTo>
                  <a:lnTo>
                    <a:pt x="2129461" y="4280143"/>
                  </a:lnTo>
                  <a:lnTo>
                    <a:pt x="2129586" y="4280143"/>
                  </a:lnTo>
                  <a:lnTo>
                    <a:pt x="2131462" y="4280143"/>
                  </a:lnTo>
                  <a:lnTo>
                    <a:pt x="2131712" y="4280143"/>
                  </a:lnTo>
                  <a:lnTo>
                    <a:pt x="2131837" y="4280143"/>
                  </a:lnTo>
                  <a:lnTo>
                    <a:pt x="2131962" y="4280143"/>
                  </a:lnTo>
                  <a:lnTo>
                    <a:pt x="2132337" y="4280143"/>
                  </a:lnTo>
                  <a:lnTo>
                    <a:pt x="2132712" y="4280143"/>
                  </a:lnTo>
                  <a:lnTo>
                    <a:pt x="2132963" y="4280143"/>
                  </a:lnTo>
                  <a:lnTo>
                    <a:pt x="2133213" y="4280143"/>
                  </a:lnTo>
                  <a:lnTo>
                    <a:pt x="2133713" y="4280143"/>
                  </a:lnTo>
                  <a:lnTo>
                    <a:pt x="2133963" y="4280143"/>
                  </a:lnTo>
                  <a:lnTo>
                    <a:pt x="2134088" y="4280143"/>
                  </a:lnTo>
                  <a:lnTo>
                    <a:pt x="2134338" y="4280143"/>
                  </a:lnTo>
                  <a:lnTo>
                    <a:pt x="2134463" y="4280143"/>
                  </a:lnTo>
                  <a:lnTo>
                    <a:pt x="2134713" y="4280143"/>
                  </a:lnTo>
                  <a:lnTo>
                    <a:pt x="2135338" y="4280143"/>
                  </a:lnTo>
                  <a:lnTo>
                    <a:pt x="2135588" y="4280143"/>
                  </a:lnTo>
                  <a:lnTo>
                    <a:pt x="2135964" y="4280143"/>
                  </a:lnTo>
                  <a:lnTo>
                    <a:pt x="2136089" y="4280143"/>
                  </a:lnTo>
                  <a:lnTo>
                    <a:pt x="2136214" y="4280143"/>
                  </a:lnTo>
                  <a:lnTo>
                    <a:pt x="2136464" y="4280143"/>
                  </a:lnTo>
                  <a:lnTo>
                    <a:pt x="2136714" y="4280143"/>
                  </a:lnTo>
                  <a:lnTo>
                    <a:pt x="2136839" y="4280143"/>
                  </a:lnTo>
                  <a:lnTo>
                    <a:pt x="2137214" y="4280143"/>
                  </a:lnTo>
                  <a:lnTo>
                    <a:pt x="2137714" y="4280143"/>
                  </a:lnTo>
                  <a:lnTo>
                    <a:pt x="2137839" y="4280143"/>
                  </a:lnTo>
                  <a:lnTo>
                    <a:pt x="2137964" y="4280143"/>
                  </a:lnTo>
                  <a:lnTo>
                    <a:pt x="2138089" y="4280143"/>
                  </a:lnTo>
                  <a:lnTo>
                    <a:pt x="2138589" y="4280143"/>
                  </a:lnTo>
                  <a:lnTo>
                    <a:pt x="2138714" y="4280143"/>
                  </a:lnTo>
                  <a:lnTo>
                    <a:pt x="2138840" y="4280143"/>
                  </a:lnTo>
                  <a:lnTo>
                    <a:pt x="2139090" y="4280143"/>
                  </a:lnTo>
                  <a:lnTo>
                    <a:pt x="2139215" y="4280143"/>
                  </a:lnTo>
                  <a:lnTo>
                    <a:pt x="2139465" y="4280143"/>
                  </a:lnTo>
                  <a:lnTo>
                    <a:pt x="2139715" y="4280143"/>
                  </a:lnTo>
                  <a:lnTo>
                    <a:pt x="2139840" y="4280143"/>
                  </a:lnTo>
                  <a:lnTo>
                    <a:pt x="2140090" y="4280143"/>
                  </a:lnTo>
                  <a:lnTo>
                    <a:pt x="2140590" y="4280143"/>
                  </a:lnTo>
                  <a:lnTo>
                    <a:pt x="2140715" y="4280143"/>
                  </a:lnTo>
                  <a:lnTo>
                    <a:pt x="2141090" y="4280143"/>
                  </a:lnTo>
                  <a:lnTo>
                    <a:pt x="2141215" y="4280143"/>
                  </a:lnTo>
                  <a:lnTo>
                    <a:pt x="2141340" y="4280143"/>
                  </a:lnTo>
                  <a:lnTo>
                    <a:pt x="2141590" y="4280143"/>
                  </a:lnTo>
                  <a:lnTo>
                    <a:pt x="2141715" y="4280143"/>
                  </a:lnTo>
                  <a:lnTo>
                    <a:pt x="2141841" y="4280143"/>
                  </a:lnTo>
                  <a:lnTo>
                    <a:pt x="2141966" y="4280143"/>
                  </a:lnTo>
                  <a:lnTo>
                    <a:pt x="2142091" y="4280143"/>
                  </a:lnTo>
                  <a:lnTo>
                    <a:pt x="2142341" y="4280143"/>
                  </a:lnTo>
                  <a:lnTo>
                    <a:pt x="2142841" y="4280143"/>
                  </a:lnTo>
                  <a:lnTo>
                    <a:pt x="2142966" y="4280143"/>
                  </a:lnTo>
                  <a:lnTo>
                    <a:pt x="2143216" y="4280143"/>
                  </a:lnTo>
                  <a:lnTo>
                    <a:pt x="2143341" y="4280143"/>
                  </a:lnTo>
                  <a:lnTo>
                    <a:pt x="2143591" y="4280143"/>
                  </a:lnTo>
                  <a:lnTo>
                    <a:pt x="2144466" y="4280143"/>
                  </a:lnTo>
                  <a:lnTo>
                    <a:pt x="2144716" y="4280143"/>
                  </a:lnTo>
                  <a:lnTo>
                    <a:pt x="2144842" y="4280143"/>
                  </a:lnTo>
                  <a:lnTo>
                    <a:pt x="2144967" y="4280143"/>
                  </a:lnTo>
                  <a:lnTo>
                    <a:pt x="2145092" y="4280143"/>
                  </a:lnTo>
                  <a:lnTo>
                    <a:pt x="2145342" y="4280143"/>
                  </a:lnTo>
                  <a:lnTo>
                    <a:pt x="2145592" y="4280143"/>
                  </a:lnTo>
                  <a:lnTo>
                    <a:pt x="2145842" y="4280143"/>
                  </a:lnTo>
                  <a:lnTo>
                    <a:pt x="2146092" y="4280143"/>
                  </a:lnTo>
                  <a:lnTo>
                    <a:pt x="2146592" y="4280143"/>
                  </a:lnTo>
                  <a:lnTo>
                    <a:pt x="2146717" y="4280143"/>
                  </a:lnTo>
                  <a:lnTo>
                    <a:pt x="2147342" y="4270189"/>
                  </a:lnTo>
                  <a:lnTo>
                    <a:pt x="2147467" y="4270189"/>
                  </a:lnTo>
                  <a:lnTo>
                    <a:pt x="2147592" y="4270189"/>
                  </a:lnTo>
                  <a:lnTo>
                    <a:pt x="2147968" y="4270189"/>
                  </a:lnTo>
                  <a:lnTo>
                    <a:pt x="2148093" y="4270189"/>
                  </a:lnTo>
                  <a:lnTo>
                    <a:pt x="2148218" y="4270189"/>
                  </a:lnTo>
                  <a:lnTo>
                    <a:pt x="2148343" y="4270189"/>
                  </a:lnTo>
                  <a:lnTo>
                    <a:pt x="2148468" y="4270189"/>
                  </a:lnTo>
                  <a:lnTo>
                    <a:pt x="2148843" y="4270189"/>
                  </a:lnTo>
                  <a:lnTo>
                    <a:pt x="2149218" y="4270189"/>
                  </a:lnTo>
                  <a:lnTo>
                    <a:pt x="2149718" y="4270189"/>
                  </a:lnTo>
                  <a:lnTo>
                    <a:pt x="2149843" y="4270189"/>
                  </a:lnTo>
                  <a:lnTo>
                    <a:pt x="2150218" y="4270189"/>
                  </a:lnTo>
                  <a:lnTo>
                    <a:pt x="2150343" y="4270189"/>
                  </a:lnTo>
                  <a:lnTo>
                    <a:pt x="2150468" y="4270189"/>
                  </a:lnTo>
                  <a:lnTo>
                    <a:pt x="2150718" y="4270189"/>
                  </a:lnTo>
                  <a:lnTo>
                    <a:pt x="2150969" y="4270189"/>
                  </a:lnTo>
                  <a:lnTo>
                    <a:pt x="2151219" y="4270189"/>
                  </a:lnTo>
                  <a:lnTo>
                    <a:pt x="2151469" y="4270189"/>
                  </a:lnTo>
                  <a:lnTo>
                    <a:pt x="2151594" y="4270189"/>
                  </a:lnTo>
                  <a:lnTo>
                    <a:pt x="2151969" y="4270189"/>
                  </a:lnTo>
                  <a:lnTo>
                    <a:pt x="2152219" y="4270189"/>
                  </a:lnTo>
                  <a:lnTo>
                    <a:pt x="2152469" y="4270189"/>
                  </a:lnTo>
                  <a:lnTo>
                    <a:pt x="2152594" y="4270189"/>
                  </a:lnTo>
                  <a:lnTo>
                    <a:pt x="2152719" y="4270189"/>
                  </a:lnTo>
                  <a:lnTo>
                    <a:pt x="2152844" y="4270189"/>
                  </a:lnTo>
                  <a:lnTo>
                    <a:pt x="2153094" y="4270189"/>
                  </a:lnTo>
                  <a:lnTo>
                    <a:pt x="2153594" y="4270189"/>
                  </a:lnTo>
                  <a:lnTo>
                    <a:pt x="2154845" y="4270189"/>
                  </a:lnTo>
                  <a:lnTo>
                    <a:pt x="2154970" y="4270189"/>
                  </a:lnTo>
                  <a:lnTo>
                    <a:pt x="2155220" y="4270189"/>
                  </a:lnTo>
                  <a:lnTo>
                    <a:pt x="2155470" y="4270189"/>
                  </a:lnTo>
                  <a:lnTo>
                    <a:pt x="2155845" y="4270189"/>
                  </a:lnTo>
                  <a:lnTo>
                    <a:pt x="2156095" y="4270189"/>
                  </a:lnTo>
                  <a:lnTo>
                    <a:pt x="2156220" y="4270189"/>
                  </a:lnTo>
                  <a:lnTo>
                    <a:pt x="2156595" y="4270189"/>
                  </a:lnTo>
                  <a:lnTo>
                    <a:pt x="2156846" y="4270189"/>
                  </a:lnTo>
                  <a:lnTo>
                    <a:pt x="2157096" y="4270189"/>
                  </a:lnTo>
                  <a:lnTo>
                    <a:pt x="2157221" y="4270189"/>
                  </a:lnTo>
                  <a:lnTo>
                    <a:pt x="2157596" y="4270189"/>
                  </a:lnTo>
                  <a:lnTo>
                    <a:pt x="2158096" y="4270189"/>
                  </a:lnTo>
                  <a:lnTo>
                    <a:pt x="2158471" y="4270189"/>
                  </a:lnTo>
                  <a:lnTo>
                    <a:pt x="2158596" y="4270189"/>
                  </a:lnTo>
                  <a:lnTo>
                    <a:pt x="2158721" y="4270189"/>
                  </a:lnTo>
                  <a:lnTo>
                    <a:pt x="2159096" y="4270189"/>
                  </a:lnTo>
                  <a:lnTo>
                    <a:pt x="2159221" y="4270189"/>
                  </a:lnTo>
                  <a:lnTo>
                    <a:pt x="2159346" y="4270189"/>
                  </a:lnTo>
                  <a:lnTo>
                    <a:pt x="2159471" y="4270189"/>
                  </a:lnTo>
                  <a:lnTo>
                    <a:pt x="2159721" y="4270189"/>
                  </a:lnTo>
                  <a:lnTo>
                    <a:pt x="2159972" y="4270189"/>
                  </a:lnTo>
                  <a:lnTo>
                    <a:pt x="2160097" y="4270189"/>
                  </a:lnTo>
                  <a:lnTo>
                    <a:pt x="2160222" y="4270189"/>
                  </a:lnTo>
                  <a:lnTo>
                    <a:pt x="2160472" y="4270189"/>
                  </a:lnTo>
                  <a:lnTo>
                    <a:pt x="2160597" y="4270189"/>
                  </a:lnTo>
                  <a:lnTo>
                    <a:pt x="2160722" y="4270189"/>
                  </a:lnTo>
                  <a:lnTo>
                    <a:pt x="2160847" y="4270189"/>
                  </a:lnTo>
                  <a:lnTo>
                    <a:pt x="2160972" y="4270189"/>
                  </a:lnTo>
                  <a:lnTo>
                    <a:pt x="2161097" y="4270189"/>
                  </a:lnTo>
                  <a:lnTo>
                    <a:pt x="2161222" y="4270189"/>
                  </a:lnTo>
                  <a:lnTo>
                    <a:pt x="2161597" y="4270189"/>
                  </a:lnTo>
                  <a:lnTo>
                    <a:pt x="2162222" y="4270189"/>
                  </a:lnTo>
                  <a:lnTo>
                    <a:pt x="2162347" y="4270189"/>
                  </a:lnTo>
                  <a:lnTo>
                    <a:pt x="2162472" y="4270189"/>
                  </a:lnTo>
                  <a:lnTo>
                    <a:pt x="2162597" y="4270189"/>
                  </a:lnTo>
                  <a:lnTo>
                    <a:pt x="2162973" y="4270189"/>
                  </a:lnTo>
                  <a:lnTo>
                    <a:pt x="2163098" y="4270189"/>
                  </a:lnTo>
                  <a:lnTo>
                    <a:pt x="2163223" y="4270189"/>
                  </a:lnTo>
                  <a:lnTo>
                    <a:pt x="2163473" y="4270189"/>
                  </a:lnTo>
                  <a:lnTo>
                    <a:pt x="2163848" y="4270189"/>
                  </a:lnTo>
                  <a:lnTo>
                    <a:pt x="2164348" y="4270189"/>
                  </a:lnTo>
                  <a:lnTo>
                    <a:pt x="2164473" y="4270189"/>
                  </a:lnTo>
                  <a:lnTo>
                    <a:pt x="2164598" y="4270189"/>
                  </a:lnTo>
                  <a:lnTo>
                    <a:pt x="2164848" y="4270189"/>
                  </a:lnTo>
                  <a:lnTo>
                    <a:pt x="2165098" y="4270189"/>
                  </a:lnTo>
                  <a:lnTo>
                    <a:pt x="2165598" y="4270189"/>
                  </a:lnTo>
                  <a:lnTo>
                    <a:pt x="2165723" y="4270189"/>
                  </a:lnTo>
                  <a:lnTo>
                    <a:pt x="2165849" y="4270189"/>
                  </a:lnTo>
                  <a:lnTo>
                    <a:pt x="2165974" y="4270189"/>
                  </a:lnTo>
                  <a:lnTo>
                    <a:pt x="2166099" y="4270189"/>
                  </a:lnTo>
                  <a:lnTo>
                    <a:pt x="2166349" y="4270189"/>
                  </a:lnTo>
                  <a:lnTo>
                    <a:pt x="2166599" y="4270189"/>
                  </a:lnTo>
                  <a:lnTo>
                    <a:pt x="2166849" y="4270189"/>
                  </a:lnTo>
                  <a:lnTo>
                    <a:pt x="2166974" y="4270189"/>
                  </a:lnTo>
                  <a:lnTo>
                    <a:pt x="2167099" y="4270189"/>
                  </a:lnTo>
                  <a:lnTo>
                    <a:pt x="2167224" y="4270189"/>
                  </a:lnTo>
                  <a:lnTo>
                    <a:pt x="2167474" y="4270189"/>
                  </a:lnTo>
                  <a:lnTo>
                    <a:pt x="2167974" y="4270189"/>
                  </a:lnTo>
                  <a:lnTo>
                    <a:pt x="2168099" y="4270189"/>
                  </a:lnTo>
                  <a:lnTo>
                    <a:pt x="2168224" y="4270189"/>
                  </a:lnTo>
                  <a:lnTo>
                    <a:pt x="2168349" y="4270189"/>
                  </a:lnTo>
                  <a:lnTo>
                    <a:pt x="2168599" y="4270189"/>
                  </a:lnTo>
                  <a:lnTo>
                    <a:pt x="2168724" y="4270189"/>
                  </a:lnTo>
                  <a:lnTo>
                    <a:pt x="2168975" y="4270189"/>
                  </a:lnTo>
                  <a:lnTo>
                    <a:pt x="2169100" y="4270189"/>
                  </a:lnTo>
                  <a:lnTo>
                    <a:pt x="2169225" y="4270189"/>
                  </a:lnTo>
                  <a:lnTo>
                    <a:pt x="2169350" y="4270189"/>
                  </a:lnTo>
                  <a:lnTo>
                    <a:pt x="2169600" y="4270189"/>
                  </a:lnTo>
                  <a:lnTo>
                    <a:pt x="2169725" y="4270189"/>
                  </a:lnTo>
                  <a:lnTo>
                    <a:pt x="2169850" y="4270189"/>
                  </a:lnTo>
                  <a:lnTo>
                    <a:pt x="2169975" y="4270189"/>
                  </a:lnTo>
                  <a:lnTo>
                    <a:pt x="2170225" y="4270189"/>
                  </a:lnTo>
                  <a:lnTo>
                    <a:pt x="2170475" y="4270189"/>
                  </a:lnTo>
                  <a:lnTo>
                    <a:pt x="2170600" y="4270189"/>
                  </a:lnTo>
                  <a:lnTo>
                    <a:pt x="2170725" y="4270189"/>
                  </a:lnTo>
                  <a:lnTo>
                    <a:pt x="2170975" y="4270189"/>
                  </a:lnTo>
                  <a:lnTo>
                    <a:pt x="2171350" y="4270189"/>
                  </a:lnTo>
                  <a:lnTo>
                    <a:pt x="2171475" y="4270189"/>
                  </a:lnTo>
                  <a:lnTo>
                    <a:pt x="2171600" y="4270189"/>
                  </a:lnTo>
                  <a:lnTo>
                    <a:pt x="2172101" y="4270189"/>
                  </a:lnTo>
                  <a:lnTo>
                    <a:pt x="2172601" y="4270189"/>
                  </a:lnTo>
                  <a:lnTo>
                    <a:pt x="2172726" y="4270189"/>
                  </a:lnTo>
                  <a:lnTo>
                    <a:pt x="2172851" y="4270189"/>
                  </a:lnTo>
                  <a:lnTo>
                    <a:pt x="2172976" y="4270189"/>
                  </a:lnTo>
                  <a:lnTo>
                    <a:pt x="2173851" y="4270189"/>
                  </a:lnTo>
                  <a:lnTo>
                    <a:pt x="2173976" y="4270189"/>
                  </a:lnTo>
                  <a:lnTo>
                    <a:pt x="2174351" y="4270189"/>
                  </a:lnTo>
                  <a:lnTo>
                    <a:pt x="2175102" y="4270189"/>
                  </a:lnTo>
                  <a:lnTo>
                    <a:pt x="2175352" y="4270189"/>
                  </a:lnTo>
                  <a:lnTo>
                    <a:pt x="2175477" y="4270189"/>
                  </a:lnTo>
                  <a:lnTo>
                    <a:pt x="2175727" y="4270189"/>
                  </a:lnTo>
                  <a:lnTo>
                    <a:pt x="2176727" y="4270189"/>
                  </a:lnTo>
                  <a:lnTo>
                    <a:pt x="2176977" y="4270189"/>
                  </a:lnTo>
                  <a:lnTo>
                    <a:pt x="2177102" y="4270189"/>
                  </a:lnTo>
                  <a:lnTo>
                    <a:pt x="2177477" y="4270189"/>
                  </a:lnTo>
                  <a:lnTo>
                    <a:pt x="2177602" y="4270189"/>
                  </a:lnTo>
                  <a:lnTo>
                    <a:pt x="2177728" y="4270189"/>
                  </a:lnTo>
                  <a:lnTo>
                    <a:pt x="2177853" y="4270189"/>
                  </a:lnTo>
                  <a:lnTo>
                    <a:pt x="2177978" y="4270189"/>
                  </a:lnTo>
                  <a:lnTo>
                    <a:pt x="2178103" y="4270189"/>
                  </a:lnTo>
                  <a:lnTo>
                    <a:pt x="2178228" y="4270189"/>
                  </a:lnTo>
                  <a:lnTo>
                    <a:pt x="2178353" y="4270189"/>
                  </a:lnTo>
                  <a:lnTo>
                    <a:pt x="2178853" y="4270189"/>
                  </a:lnTo>
                  <a:lnTo>
                    <a:pt x="2179103" y="4270189"/>
                  </a:lnTo>
                  <a:lnTo>
                    <a:pt x="2179228" y="4270189"/>
                  </a:lnTo>
                  <a:lnTo>
                    <a:pt x="2179478" y="4270189"/>
                  </a:lnTo>
                  <a:lnTo>
                    <a:pt x="2179728" y="4270189"/>
                  </a:lnTo>
                  <a:lnTo>
                    <a:pt x="2180228" y="4270189"/>
                  </a:lnTo>
                  <a:lnTo>
                    <a:pt x="2180478" y="4270189"/>
                  </a:lnTo>
                  <a:lnTo>
                    <a:pt x="2180979" y="4270189"/>
                  </a:lnTo>
                  <a:lnTo>
                    <a:pt x="2180979" y="4260236"/>
                  </a:lnTo>
                  <a:lnTo>
                    <a:pt x="2181104" y="4260236"/>
                  </a:lnTo>
                  <a:lnTo>
                    <a:pt x="2181229" y="4260236"/>
                  </a:lnTo>
                  <a:lnTo>
                    <a:pt x="2181479" y="4260236"/>
                  </a:lnTo>
                  <a:lnTo>
                    <a:pt x="2181604" y="4260236"/>
                  </a:lnTo>
                  <a:lnTo>
                    <a:pt x="2181854" y="4260236"/>
                  </a:lnTo>
                  <a:lnTo>
                    <a:pt x="2182354" y="4260236"/>
                  </a:lnTo>
                  <a:lnTo>
                    <a:pt x="2182479" y="4260236"/>
                  </a:lnTo>
                  <a:lnTo>
                    <a:pt x="2182604" y="4260236"/>
                  </a:lnTo>
                  <a:lnTo>
                    <a:pt x="2182854" y="4260236"/>
                  </a:lnTo>
                  <a:lnTo>
                    <a:pt x="2182979" y="4260236"/>
                  </a:lnTo>
                  <a:lnTo>
                    <a:pt x="2183229" y="4260236"/>
                  </a:lnTo>
                  <a:lnTo>
                    <a:pt x="2183354" y="4260236"/>
                  </a:lnTo>
                  <a:lnTo>
                    <a:pt x="2183479" y="4260236"/>
                  </a:lnTo>
                  <a:lnTo>
                    <a:pt x="2183730" y="4260236"/>
                  </a:lnTo>
                  <a:lnTo>
                    <a:pt x="2183855" y="4260236"/>
                  </a:lnTo>
                  <a:lnTo>
                    <a:pt x="2183980" y="4260236"/>
                  </a:lnTo>
                  <a:lnTo>
                    <a:pt x="2184105" y="4260236"/>
                  </a:lnTo>
                  <a:lnTo>
                    <a:pt x="2184230" y="4260236"/>
                  </a:lnTo>
                  <a:lnTo>
                    <a:pt x="2184480" y="4260236"/>
                  </a:lnTo>
                  <a:lnTo>
                    <a:pt x="2184980" y="4260236"/>
                  </a:lnTo>
                  <a:lnTo>
                    <a:pt x="2185730" y="4260236"/>
                  </a:lnTo>
                  <a:lnTo>
                    <a:pt x="2185855" y="4260236"/>
                  </a:lnTo>
                  <a:lnTo>
                    <a:pt x="2186105" y="4260236"/>
                  </a:lnTo>
                  <a:lnTo>
                    <a:pt x="2186355" y="4260236"/>
                  </a:lnTo>
                  <a:lnTo>
                    <a:pt x="2186605" y="4260236"/>
                  </a:lnTo>
                  <a:lnTo>
                    <a:pt x="2186981" y="4260236"/>
                  </a:lnTo>
                  <a:lnTo>
                    <a:pt x="2187481" y="4260236"/>
                  </a:lnTo>
                  <a:lnTo>
                    <a:pt x="2187606" y="4260236"/>
                  </a:lnTo>
                  <a:lnTo>
                    <a:pt x="2188106" y="4260236"/>
                  </a:lnTo>
                  <a:lnTo>
                    <a:pt x="2188231" y="4260236"/>
                  </a:lnTo>
                  <a:lnTo>
                    <a:pt x="2188856" y="4260236"/>
                  </a:lnTo>
                  <a:lnTo>
                    <a:pt x="2189106" y="4260236"/>
                  </a:lnTo>
                  <a:lnTo>
                    <a:pt x="2189606" y="4260236"/>
                  </a:lnTo>
                  <a:lnTo>
                    <a:pt x="2189732" y="4260236"/>
                  </a:lnTo>
                  <a:lnTo>
                    <a:pt x="2189857" y="4260236"/>
                  </a:lnTo>
                  <a:lnTo>
                    <a:pt x="2190107" y="4260236"/>
                  </a:lnTo>
                  <a:lnTo>
                    <a:pt x="2190232" y="4260236"/>
                  </a:lnTo>
                  <a:lnTo>
                    <a:pt x="2190482" y="4260236"/>
                  </a:lnTo>
                  <a:lnTo>
                    <a:pt x="2190607" y="4260236"/>
                  </a:lnTo>
                  <a:lnTo>
                    <a:pt x="2191107" y="4260236"/>
                  </a:lnTo>
                  <a:lnTo>
                    <a:pt x="2191232" y="4260236"/>
                  </a:lnTo>
                  <a:lnTo>
                    <a:pt x="2191732" y="4260236"/>
                  </a:lnTo>
                  <a:lnTo>
                    <a:pt x="2192107" y="4260236"/>
                  </a:lnTo>
                  <a:lnTo>
                    <a:pt x="2192232" y="4260236"/>
                  </a:lnTo>
                  <a:lnTo>
                    <a:pt x="2192482" y="4260236"/>
                  </a:lnTo>
                  <a:lnTo>
                    <a:pt x="2192607" y="4260236"/>
                  </a:lnTo>
                  <a:lnTo>
                    <a:pt x="2192733" y="4260236"/>
                  </a:lnTo>
                  <a:lnTo>
                    <a:pt x="2193233" y="4260236"/>
                  </a:lnTo>
                  <a:lnTo>
                    <a:pt x="2193358" y="4260236"/>
                  </a:lnTo>
                  <a:lnTo>
                    <a:pt x="2193483" y="4260236"/>
                  </a:lnTo>
                  <a:lnTo>
                    <a:pt x="2193483" y="4250282"/>
                  </a:lnTo>
                  <a:lnTo>
                    <a:pt x="2193858" y="4250282"/>
                  </a:lnTo>
                  <a:lnTo>
                    <a:pt x="2193983" y="4250282"/>
                  </a:lnTo>
                  <a:lnTo>
                    <a:pt x="2194108" y="4250282"/>
                  </a:lnTo>
                  <a:lnTo>
                    <a:pt x="2194233" y="4250282"/>
                  </a:lnTo>
                  <a:lnTo>
                    <a:pt x="2194358" y="4250282"/>
                  </a:lnTo>
                  <a:lnTo>
                    <a:pt x="2194608" y="4250282"/>
                  </a:lnTo>
                  <a:lnTo>
                    <a:pt x="2194983" y="4250282"/>
                  </a:lnTo>
                  <a:lnTo>
                    <a:pt x="2195108" y="4250282"/>
                  </a:lnTo>
                  <a:lnTo>
                    <a:pt x="2195483" y="4250282"/>
                  </a:lnTo>
                  <a:lnTo>
                    <a:pt x="2195734" y="4250282"/>
                  </a:lnTo>
                  <a:lnTo>
                    <a:pt x="2195859" y="4250282"/>
                  </a:lnTo>
                  <a:lnTo>
                    <a:pt x="2196484" y="4250282"/>
                  </a:lnTo>
                  <a:lnTo>
                    <a:pt x="2197109" y="4250282"/>
                  </a:lnTo>
                  <a:lnTo>
                    <a:pt x="2197234" y="4250282"/>
                  </a:lnTo>
                  <a:lnTo>
                    <a:pt x="2197484" y="4250282"/>
                  </a:lnTo>
                  <a:lnTo>
                    <a:pt x="2197734" y="4250282"/>
                  </a:lnTo>
                  <a:lnTo>
                    <a:pt x="2200735" y="4240328"/>
                  </a:lnTo>
                  <a:lnTo>
                    <a:pt x="2201110" y="4240328"/>
                  </a:lnTo>
                  <a:lnTo>
                    <a:pt x="2201235" y="4240328"/>
                  </a:lnTo>
                  <a:lnTo>
                    <a:pt x="2201485" y="4240328"/>
                  </a:lnTo>
                  <a:lnTo>
                    <a:pt x="2201610" y="4240328"/>
                  </a:lnTo>
                  <a:lnTo>
                    <a:pt x="2201861" y="4240328"/>
                  </a:lnTo>
                  <a:lnTo>
                    <a:pt x="2202111" y="4240328"/>
                  </a:lnTo>
                  <a:lnTo>
                    <a:pt x="2202236" y="4240328"/>
                  </a:lnTo>
                  <a:lnTo>
                    <a:pt x="2202736" y="4240328"/>
                  </a:lnTo>
                  <a:lnTo>
                    <a:pt x="2203236" y="4240328"/>
                  </a:lnTo>
                  <a:lnTo>
                    <a:pt x="2203486" y="4240328"/>
                  </a:lnTo>
                  <a:lnTo>
                    <a:pt x="2203986" y="4240328"/>
                  </a:lnTo>
                  <a:lnTo>
                    <a:pt x="2204111" y="4240328"/>
                  </a:lnTo>
                  <a:lnTo>
                    <a:pt x="2204236" y="4240328"/>
                  </a:lnTo>
                  <a:lnTo>
                    <a:pt x="2204611" y="4240328"/>
                  </a:lnTo>
                  <a:lnTo>
                    <a:pt x="2204737" y="4240328"/>
                  </a:lnTo>
                  <a:lnTo>
                    <a:pt x="2204862" y="4240328"/>
                  </a:lnTo>
                  <a:lnTo>
                    <a:pt x="2205112" y="4240328"/>
                  </a:lnTo>
                  <a:lnTo>
                    <a:pt x="2205362" y="4240328"/>
                  </a:lnTo>
                  <a:lnTo>
                    <a:pt x="2205487" y="4240328"/>
                  </a:lnTo>
                  <a:lnTo>
                    <a:pt x="2205862" y="4240328"/>
                  </a:lnTo>
                  <a:lnTo>
                    <a:pt x="2205987" y="4240328"/>
                  </a:lnTo>
                  <a:lnTo>
                    <a:pt x="2206112" y="4240328"/>
                  </a:lnTo>
                  <a:lnTo>
                    <a:pt x="2206237" y="4240328"/>
                  </a:lnTo>
                  <a:lnTo>
                    <a:pt x="2206362" y="4240328"/>
                  </a:lnTo>
                  <a:lnTo>
                    <a:pt x="2206487" y="4240328"/>
                  </a:lnTo>
                  <a:lnTo>
                    <a:pt x="2206737" y="4240328"/>
                  </a:lnTo>
                  <a:lnTo>
                    <a:pt x="2206862" y="4240328"/>
                  </a:lnTo>
                  <a:lnTo>
                    <a:pt x="2206987" y="4240328"/>
                  </a:lnTo>
                  <a:lnTo>
                    <a:pt x="2207112" y="4240328"/>
                  </a:lnTo>
                  <a:lnTo>
                    <a:pt x="2207362" y="4240328"/>
                  </a:lnTo>
                  <a:lnTo>
                    <a:pt x="2207612" y="4240328"/>
                  </a:lnTo>
                  <a:lnTo>
                    <a:pt x="2207738" y="4240328"/>
                  </a:lnTo>
                  <a:lnTo>
                    <a:pt x="2207738" y="4230374"/>
                  </a:lnTo>
                  <a:lnTo>
                    <a:pt x="2207863" y="4230374"/>
                  </a:lnTo>
                  <a:lnTo>
                    <a:pt x="2207988" y="4230374"/>
                  </a:lnTo>
                  <a:lnTo>
                    <a:pt x="2208113" y="4230374"/>
                  </a:lnTo>
                  <a:lnTo>
                    <a:pt x="2208363" y="4230374"/>
                  </a:lnTo>
                  <a:lnTo>
                    <a:pt x="2208738" y="4230374"/>
                  </a:lnTo>
                  <a:lnTo>
                    <a:pt x="2208863" y="4230374"/>
                  </a:lnTo>
                  <a:lnTo>
                    <a:pt x="2208988" y="4230374"/>
                  </a:lnTo>
                  <a:lnTo>
                    <a:pt x="2209113" y="4230374"/>
                  </a:lnTo>
                  <a:lnTo>
                    <a:pt x="2209238" y="4230374"/>
                  </a:lnTo>
                  <a:lnTo>
                    <a:pt x="2209613" y="4230374"/>
                  </a:lnTo>
                  <a:lnTo>
                    <a:pt x="2209738" y="4230374"/>
                  </a:lnTo>
                  <a:lnTo>
                    <a:pt x="2209988" y="4230374"/>
                  </a:lnTo>
                  <a:lnTo>
                    <a:pt x="2210113" y="4230374"/>
                  </a:lnTo>
                  <a:lnTo>
                    <a:pt x="2210864" y="4230374"/>
                  </a:lnTo>
                  <a:lnTo>
                    <a:pt x="2211114" y="4230374"/>
                  </a:lnTo>
                  <a:lnTo>
                    <a:pt x="2211739" y="4230374"/>
                  </a:lnTo>
                  <a:lnTo>
                    <a:pt x="2211989" y="4230374"/>
                  </a:lnTo>
                  <a:lnTo>
                    <a:pt x="2212489" y="4230374"/>
                  </a:lnTo>
                  <a:lnTo>
                    <a:pt x="2212739" y="4230374"/>
                  </a:lnTo>
                  <a:lnTo>
                    <a:pt x="2212864" y="4230374"/>
                  </a:lnTo>
                  <a:lnTo>
                    <a:pt x="2213364" y="4230374"/>
                  </a:lnTo>
                  <a:lnTo>
                    <a:pt x="2213615" y="4230374"/>
                  </a:lnTo>
                  <a:lnTo>
                    <a:pt x="2213740" y="4230374"/>
                  </a:lnTo>
                  <a:lnTo>
                    <a:pt x="2213990" y="4220420"/>
                  </a:lnTo>
                  <a:lnTo>
                    <a:pt x="2214115" y="4220420"/>
                  </a:lnTo>
                  <a:lnTo>
                    <a:pt x="2214240" y="4220420"/>
                  </a:lnTo>
                  <a:lnTo>
                    <a:pt x="2214490" y="4220420"/>
                  </a:lnTo>
                  <a:lnTo>
                    <a:pt x="2214740" y="4220420"/>
                  </a:lnTo>
                  <a:lnTo>
                    <a:pt x="2214990" y="4220420"/>
                  </a:lnTo>
                  <a:lnTo>
                    <a:pt x="2215115" y="4220420"/>
                  </a:lnTo>
                  <a:lnTo>
                    <a:pt x="2215365" y="4220420"/>
                  </a:lnTo>
                  <a:lnTo>
                    <a:pt x="2215740" y="4220420"/>
                  </a:lnTo>
                  <a:lnTo>
                    <a:pt x="2215865" y="4220420"/>
                  </a:lnTo>
                  <a:lnTo>
                    <a:pt x="2215990" y="4220420"/>
                  </a:lnTo>
                  <a:lnTo>
                    <a:pt x="2216115" y="4220420"/>
                  </a:lnTo>
                  <a:lnTo>
                    <a:pt x="2216240" y="4220420"/>
                  </a:lnTo>
                  <a:lnTo>
                    <a:pt x="2216365" y="4220420"/>
                  </a:lnTo>
                  <a:lnTo>
                    <a:pt x="2216490" y="4220420"/>
                  </a:lnTo>
                  <a:lnTo>
                    <a:pt x="2216616" y="4220420"/>
                  </a:lnTo>
                  <a:lnTo>
                    <a:pt x="2216741" y="4220420"/>
                  </a:lnTo>
                  <a:lnTo>
                    <a:pt x="2216866" y="4220420"/>
                  </a:lnTo>
                  <a:lnTo>
                    <a:pt x="2216991" y="4220420"/>
                  </a:lnTo>
                  <a:lnTo>
                    <a:pt x="2217116" y="4220420"/>
                  </a:lnTo>
                  <a:lnTo>
                    <a:pt x="2217366" y="4220420"/>
                  </a:lnTo>
                  <a:lnTo>
                    <a:pt x="2217616" y="4220420"/>
                  </a:lnTo>
                  <a:lnTo>
                    <a:pt x="2217741" y="4220420"/>
                  </a:lnTo>
                  <a:lnTo>
                    <a:pt x="2217866" y="4220420"/>
                  </a:lnTo>
                  <a:lnTo>
                    <a:pt x="2218116" y="4220420"/>
                  </a:lnTo>
                  <a:lnTo>
                    <a:pt x="2218116" y="4210466"/>
                  </a:lnTo>
                  <a:lnTo>
                    <a:pt x="2218241" y="4210466"/>
                  </a:lnTo>
                  <a:lnTo>
                    <a:pt x="2218366" y="4210466"/>
                  </a:lnTo>
                  <a:lnTo>
                    <a:pt x="2218491" y="4210466"/>
                  </a:lnTo>
                  <a:lnTo>
                    <a:pt x="2218616" y="4210466"/>
                  </a:lnTo>
                  <a:lnTo>
                    <a:pt x="2218741" y="4210466"/>
                  </a:lnTo>
                  <a:lnTo>
                    <a:pt x="2219366" y="4210466"/>
                  </a:lnTo>
                  <a:lnTo>
                    <a:pt x="2219867" y="4210466"/>
                  </a:lnTo>
                  <a:lnTo>
                    <a:pt x="2219867" y="4200513"/>
                  </a:lnTo>
                  <a:lnTo>
                    <a:pt x="2219992" y="4200513"/>
                  </a:lnTo>
                  <a:lnTo>
                    <a:pt x="2220117" y="4200513"/>
                  </a:lnTo>
                  <a:lnTo>
                    <a:pt x="2220242" y="4200513"/>
                  </a:lnTo>
                  <a:lnTo>
                    <a:pt x="2220367" y="4190559"/>
                  </a:lnTo>
                  <a:lnTo>
                    <a:pt x="2220492" y="4190559"/>
                  </a:lnTo>
                  <a:lnTo>
                    <a:pt x="2220617" y="4190559"/>
                  </a:lnTo>
                  <a:lnTo>
                    <a:pt x="2220992" y="4190559"/>
                  </a:lnTo>
                  <a:lnTo>
                    <a:pt x="2222242" y="4190559"/>
                  </a:lnTo>
                  <a:lnTo>
                    <a:pt x="2222618" y="4190559"/>
                  </a:lnTo>
                  <a:lnTo>
                    <a:pt x="2222993" y="4190559"/>
                  </a:lnTo>
                  <a:lnTo>
                    <a:pt x="2223368" y="4190559"/>
                  </a:lnTo>
                  <a:lnTo>
                    <a:pt x="2223493" y="4190559"/>
                  </a:lnTo>
                  <a:lnTo>
                    <a:pt x="2223618" y="4190559"/>
                  </a:lnTo>
                  <a:lnTo>
                    <a:pt x="2223993" y="4190559"/>
                  </a:lnTo>
                  <a:lnTo>
                    <a:pt x="2224118" y="4190559"/>
                  </a:lnTo>
                  <a:lnTo>
                    <a:pt x="2224618" y="4190559"/>
                  </a:lnTo>
                  <a:lnTo>
                    <a:pt x="2224993" y="4190559"/>
                  </a:lnTo>
                  <a:lnTo>
                    <a:pt x="2225368" y="4190559"/>
                  </a:lnTo>
                  <a:lnTo>
                    <a:pt x="2225493" y="4190559"/>
                  </a:lnTo>
                  <a:lnTo>
                    <a:pt x="2225744" y="4190559"/>
                  </a:lnTo>
                  <a:lnTo>
                    <a:pt x="2225869" y="4190559"/>
                  </a:lnTo>
                  <a:lnTo>
                    <a:pt x="2226244" y="4190559"/>
                  </a:lnTo>
                  <a:lnTo>
                    <a:pt x="2226619" y="4190559"/>
                  </a:lnTo>
                  <a:lnTo>
                    <a:pt x="2226869" y="4190559"/>
                  </a:lnTo>
                  <a:lnTo>
                    <a:pt x="2226994" y="4190559"/>
                  </a:lnTo>
                  <a:lnTo>
                    <a:pt x="2227494" y="4190559"/>
                  </a:lnTo>
                  <a:lnTo>
                    <a:pt x="2227619" y="4190559"/>
                  </a:lnTo>
                  <a:lnTo>
                    <a:pt x="2227744" y="4190559"/>
                  </a:lnTo>
                  <a:lnTo>
                    <a:pt x="2228494" y="4190559"/>
                  </a:lnTo>
                  <a:lnTo>
                    <a:pt x="2228995" y="4190559"/>
                  </a:lnTo>
                  <a:lnTo>
                    <a:pt x="2229120" y="4190559"/>
                  </a:lnTo>
                  <a:lnTo>
                    <a:pt x="2229495" y="4190559"/>
                  </a:lnTo>
                  <a:lnTo>
                    <a:pt x="2229620" y="4190559"/>
                  </a:lnTo>
                  <a:lnTo>
                    <a:pt x="2229745" y="4190559"/>
                  </a:lnTo>
                  <a:lnTo>
                    <a:pt x="2229870" y="4190559"/>
                  </a:lnTo>
                  <a:lnTo>
                    <a:pt x="2230370" y="4190559"/>
                  </a:lnTo>
                  <a:lnTo>
                    <a:pt x="2230495" y="4190559"/>
                  </a:lnTo>
                  <a:lnTo>
                    <a:pt x="2230620" y="4190559"/>
                  </a:lnTo>
                  <a:lnTo>
                    <a:pt x="2231120" y="4190559"/>
                  </a:lnTo>
                  <a:lnTo>
                    <a:pt x="2231245" y="4190559"/>
                  </a:lnTo>
                  <a:lnTo>
                    <a:pt x="2231871" y="4190559"/>
                  </a:lnTo>
                  <a:lnTo>
                    <a:pt x="2231996" y="4190559"/>
                  </a:lnTo>
                  <a:lnTo>
                    <a:pt x="2232496" y="4190559"/>
                  </a:lnTo>
                  <a:lnTo>
                    <a:pt x="2232621" y="4190559"/>
                  </a:lnTo>
                  <a:lnTo>
                    <a:pt x="2232746" y="4190559"/>
                  </a:lnTo>
                  <a:lnTo>
                    <a:pt x="2233371" y="4190559"/>
                  </a:lnTo>
                  <a:lnTo>
                    <a:pt x="2233621" y="4190559"/>
                  </a:lnTo>
                  <a:lnTo>
                    <a:pt x="2233871" y="4190559"/>
                  </a:lnTo>
                  <a:lnTo>
                    <a:pt x="2233996" y="4190559"/>
                  </a:lnTo>
                  <a:lnTo>
                    <a:pt x="2234121" y="4190559"/>
                  </a:lnTo>
                  <a:lnTo>
                    <a:pt x="2234246" y="4190559"/>
                  </a:lnTo>
                  <a:lnTo>
                    <a:pt x="2234622" y="4190559"/>
                  </a:lnTo>
                  <a:lnTo>
                    <a:pt x="2234872" y="4190559"/>
                  </a:lnTo>
                  <a:lnTo>
                    <a:pt x="2235122" y="4190559"/>
                  </a:lnTo>
                  <a:lnTo>
                    <a:pt x="2235247" y="4190559"/>
                  </a:lnTo>
                  <a:lnTo>
                    <a:pt x="2235497" y="4190559"/>
                  </a:lnTo>
                  <a:lnTo>
                    <a:pt x="2235622" y="4190559"/>
                  </a:lnTo>
                  <a:lnTo>
                    <a:pt x="2235872" y="4190559"/>
                  </a:lnTo>
                  <a:lnTo>
                    <a:pt x="2235997" y="4190559"/>
                  </a:lnTo>
                  <a:lnTo>
                    <a:pt x="2236372" y="4190559"/>
                  </a:lnTo>
                  <a:lnTo>
                    <a:pt x="2236497" y="4190559"/>
                  </a:lnTo>
                  <a:lnTo>
                    <a:pt x="2236997" y="4190559"/>
                  </a:lnTo>
                  <a:lnTo>
                    <a:pt x="2237247" y="4190559"/>
                  </a:lnTo>
                  <a:lnTo>
                    <a:pt x="2237372" y="4190559"/>
                  </a:lnTo>
                  <a:lnTo>
                    <a:pt x="2238373" y="4190559"/>
                  </a:lnTo>
                  <a:lnTo>
                    <a:pt x="2238498" y="4190559"/>
                  </a:lnTo>
                  <a:lnTo>
                    <a:pt x="2238623" y="4190559"/>
                  </a:lnTo>
                  <a:lnTo>
                    <a:pt x="2238748" y="4190559"/>
                  </a:lnTo>
                  <a:lnTo>
                    <a:pt x="2239248" y="4190559"/>
                  </a:lnTo>
                  <a:lnTo>
                    <a:pt x="2239748" y="4190559"/>
                  </a:lnTo>
                  <a:lnTo>
                    <a:pt x="2240123" y="4190559"/>
                  </a:lnTo>
                  <a:lnTo>
                    <a:pt x="2240248" y="4190559"/>
                  </a:lnTo>
                  <a:lnTo>
                    <a:pt x="2240498" y="4190559"/>
                  </a:lnTo>
                  <a:lnTo>
                    <a:pt x="2240624" y="4190559"/>
                  </a:lnTo>
                  <a:lnTo>
                    <a:pt x="2240749" y="4190559"/>
                  </a:lnTo>
                  <a:lnTo>
                    <a:pt x="2240874" y="4190559"/>
                  </a:lnTo>
                  <a:lnTo>
                    <a:pt x="2240999" y="4190559"/>
                  </a:lnTo>
                  <a:lnTo>
                    <a:pt x="2241249" y="4190559"/>
                  </a:lnTo>
                  <a:lnTo>
                    <a:pt x="2241374" y="4190559"/>
                  </a:lnTo>
                  <a:lnTo>
                    <a:pt x="2241374" y="4180605"/>
                  </a:lnTo>
                  <a:lnTo>
                    <a:pt x="2241749" y="4180605"/>
                  </a:lnTo>
                  <a:lnTo>
                    <a:pt x="2241874" y="4180605"/>
                  </a:lnTo>
                  <a:lnTo>
                    <a:pt x="2241999" y="4180605"/>
                  </a:lnTo>
                  <a:lnTo>
                    <a:pt x="2242124" y="4180605"/>
                  </a:lnTo>
                  <a:lnTo>
                    <a:pt x="2242249" y="4180605"/>
                  </a:lnTo>
                  <a:lnTo>
                    <a:pt x="2242374" y="4180605"/>
                  </a:lnTo>
                  <a:lnTo>
                    <a:pt x="2242499" y="4180605"/>
                  </a:lnTo>
                  <a:lnTo>
                    <a:pt x="2242624" y="4180605"/>
                  </a:lnTo>
                  <a:lnTo>
                    <a:pt x="2242874" y="4180605"/>
                  </a:lnTo>
                  <a:lnTo>
                    <a:pt x="2243124" y="4180605"/>
                  </a:lnTo>
                  <a:lnTo>
                    <a:pt x="2243374" y="4180605"/>
                  </a:lnTo>
                  <a:lnTo>
                    <a:pt x="2243499" y="4180605"/>
                  </a:lnTo>
                  <a:lnTo>
                    <a:pt x="2243625" y="4180605"/>
                  </a:lnTo>
                  <a:lnTo>
                    <a:pt x="2245000" y="4180605"/>
                  </a:lnTo>
                  <a:lnTo>
                    <a:pt x="2245250" y="4180605"/>
                  </a:lnTo>
                  <a:lnTo>
                    <a:pt x="2245375" y="4180605"/>
                  </a:lnTo>
                  <a:lnTo>
                    <a:pt x="2245625" y="4180605"/>
                  </a:lnTo>
                  <a:lnTo>
                    <a:pt x="2245750" y="4180605"/>
                  </a:lnTo>
                  <a:lnTo>
                    <a:pt x="2246125" y="4180605"/>
                  </a:lnTo>
                  <a:lnTo>
                    <a:pt x="2246250" y="4180605"/>
                  </a:lnTo>
                  <a:lnTo>
                    <a:pt x="2246375" y="4180605"/>
                  </a:lnTo>
                  <a:lnTo>
                    <a:pt x="2246500" y="4180605"/>
                  </a:lnTo>
                  <a:lnTo>
                    <a:pt x="2246751" y="4180605"/>
                  </a:lnTo>
                  <a:lnTo>
                    <a:pt x="2246876" y="4180605"/>
                  </a:lnTo>
                  <a:lnTo>
                    <a:pt x="2247251" y="4180605"/>
                  </a:lnTo>
                  <a:lnTo>
                    <a:pt x="2247376" y="4180605"/>
                  </a:lnTo>
                  <a:lnTo>
                    <a:pt x="2247626" y="4180605"/>
                  </a:lnTo>
                  <a:lnTo>
                    <a:pt x="2247751" y="4180605"/>
                  </a:lnTo>
                  <a:lnTo>
                    <a:pt x="2248001" y="4180605"/>
                  </a:lnTo>
                  <a:lnTo>
                    <a:pt x="2248376" y="4180605"/>
                  </a:lnTo>
                  <a:lnTo>
                    <a:pt x="2248501" y="4180605"/>
                  </a:lnTo>
                  <a:lnTo>
                    <a:pt x="2248626" y="4180605"/>
                  </a:lnTo>
                  <a:lnTo>
                    <a:pt x="2248876" y="4180605"/>
                  </a:lnTo>
                  <a:lnTo>
                    <a:pt x="2249001" y="4180605"/>
                  </a:lnTo>
                  <a:lnTo>
                    <a:pt x="2249376" y="4170651"/>
                  </a:lnTo>
                  <a:lnTo>
                    <a:pt x="2249501" y="4170651"/>
                  </a:lnTo>
                  <a:lnTo>
                    <a:pt x="2249627" y="4170651"/>
                  </a:lnTo>
                  <a:lnTo>
                    <a:pt x="2249877" y="4170651"/>
                  </a:lnTo>
                  <a:lnTo>
                    <a:pt x="2250127" y="4170651"/>
                  </a:lnTo>
                  <a:lnTo>
                    <a:pt x="2250252" y="4170651"/>
                  </a:lnTo>
                  <a:lnTo>
                    <a:pt x="2250377" y="4170651"/>
                  </a:lnTo>
                  <a:lnTo>
                    <a:pt x="2250502" y="4170651"/>
                  </a:lnTo>
                  <a:lnTo>
                    <a:pt x="2251252" y="4170651"/>
                  </a:lnTo>
                  <a:lnTo>
                    <a:pt x="2251377" y="4170651"/>
                  </a:lnTo>
                  <a:lnTo>
                    <a:pt x="2251502" y="4170651"/>
                  </a:lnTo>
                  <a:lnTo>
                    <a:pt x="2251627" y="4170651"/>
                  </a:lnTo>
                  <a:lnTo>
                    <a:pt x="2251752" y="4170651"/>
                  </a:lnTo>
                  <a:lnTo>
                    <a:pt x="2251877" y="4170651"/>
                  </a:lnTo>
                  <a:lnTo>
                    <a:pt x="2252377" y="4170651"/>
                  </a:lnTo>
                  <a:lnTo>
                    <a:pt x="2252503" y="4170651"/>
                  </a:lnTo>
                  <a:lnTo>
                    <a:pt x="2252628" y="4170651"/>
                  </a:lnTo>
                  <a:lnTo>
                    <a:pt x="2253253" y="4170651"/>
                  </a:lnTo>
                  <a:lnTo>
                    <a:pt x="2253378" y="4170651"/>
                  </a:lnTo>
                  <a:lnTo>
                    <a:pt x="2253628" y="4170651"/>
                  </a:lnTo>
                  <a:lnTo>
                    <a:pt x="2253753" y="4170651"/>
                  </a:lnTo>
                  <a:lnTo>
                    <a:pt x="2253878" y="4170651"/>
                  </a:lnTo>
                  <a:lnTo>
                    <a:pt x="2254003" y="4170651"/>
                  </a:lnTo>
                  <a:lnTo>
                    <a:pt x="2254128" y="4170651"/>
                  </a:lnTo>
                  <a:lnTo>
                    <a:pt x="2254253" y="4170651"/>
                  </a:lnTo>
                  <a:lnTo>
                    <a:pt x="2255003" y="4170651"/>
                  </a:lnTo>
                  <a:lnTo>
                    <a:pt x="2255128" y="4170651"/>
                  </a:lnTo>
                  <a:lnTo>
                    <a:pt x="2255253" y="4170651"/>
                  </a:lnTo>
                  <a:lnTo>
                    <a:pt x="2256004" y="4170651"/>
                  </a:lnTo>
                  <a:lnTo>
                    <a:pt x="2256629" y="4170651"/>
                  </a:lnTo>
                  <a:lnTo>
                    <a:pt x="2256754" y="4170651"/>
                  </a:lnTo>
                  <a:lnTo>
                    <a:pt x="2257004" y="4170651"/>
                  </a:lnTo>
                  <a:lnTo>
                    <a:pt x="2257254" y="4170651"/>
                  </a:lnTo>
                  <a:lnTo>
                    <a:pt x="2257504" y="4170651"/>
                  </a:lnTo>
                  <a:lnTo>
                    <a:pt x="2257754" y="4170651"/>
                  </a:lnTo>
                  <a:lnTo>
                    <a:pt x="2258379" y="4170651"/>
                  </a:lnTo>
                  <a:lnTo>
                    <a:pt x="2258505" y="4170651"/>
                  </a:lnTo>
                  <a:lnTo>
                    <a:pt x="2258755" y="4170651"/>
                  </a:lnTo>
                  <a:lnTo>
                    <a:pt x="2259005" y="4170651"/>
                  </a:lnTo>
                  <a:lnTo>
                    <a:pt x="2259255" y="4170651"/>
                  </a:lnTo>
                  <a:lnTo>
                    <a:pt x="2259505" y="4170651"/>
                  </a:lnTo>
                  <a:lnTo>
                    <a:pt x="2259630" y="4170651"/>
                  </a:lnTo>
                  <a:lnTo>
                    <a:pt x="2259755" y="4170651"/>
                  </a:lnTo>
                  <a:lnTo>
                    <a:pt x="2259880" y="4170651"/>
                  </a:lnTo>
                  <a:lnTo>
                    <a:pt x="2260005" y="4170651"/>
                  </a:lnTo>
                  <a:lnTo>
                    <a:pt x="2260130" y="4170651"/>
                  </a:lnTo>
                  <a:lnTo>
                    <a:pt x="2260255" y="4170651"/>
                  </a:lnTo>
                  <a:lnTo>
                    <a:pt x="2260380" y="4170651"/>
                  </a:lnTo>
                  <a:lnTo>
                    <a:pt x="2260505" y="4170651"/>
                  </a:lnTo>
                  <a:lnTo>
                    <a:pt x="2260630" y="4170651"/>
                  </a:lnTo>
                  <a:lnTo>
                    <a:pt x="2260755" y="4170651"/>
                  </a:lnTo>
                  <a:lnTo>
                    <a:pt x="2260880" y="4170651"/>
                  </a:lnTo>
                  <a:lnTo>
                    <a:pt x="2261005" y="4170651"/>
                  </a:lnTo>
                  <a:lnTo>
                    <a:pt x="2261130" y="4170651"/>
                  </a:lnTo>
                  <a:lnTo>
                    <a:pt x="2261255" y="4170651"/>
                  </a:lnTo>
                  <a:lnTo>
                    <a:pt x="2261380" y="4170651"/>
                  </a:lnTo>
                  <a:lnTo>
                    <a:pt x="2261506" y="4170651"/>
                  </a:lnTo>
                  <a:lnTo>
                    <a:pt x="2262006" y="4170651"/>
                  </a:lnTo>
                  <a:lnTo>
                    <a:pt x="2262256" y="4170651"/>
                  </a:lnTo>
                  <a:lnTo>
                    <a:pt x="2262381" y="4170651"/>
                  </a:lnTo>
                  <a:lnTo>
                    <a:pt x="2262756" y="4170651"/>
                  </a:lnTo>
                  <a:lnTo>
                    <a:pt x="2262881" y="4160697"/>
                  </a:lnTo>
                  <a:lnTo>
                    <a:pt x="2263256" y="4160697"/>
                  </a:lnTo>
                  <a:lnTo>
                    <a:pt x="2263381" y="4160697"/>
                  </a:lnTo>
                  <a:lnTo>
                    <a:pt x="2263506" y="4160697"/>
                  </a:lnTo>
                  <a:lnTo>
                    <a:pt x="2263881" y="4160697"/>
                  </a:lnTo>
                  <a:lnTo>
                    <a:pt x="2264006" y="4160697"/>
                  </a:lnTo>
                  <a:lnTo>
                    <a:pt x="2264131" y="4160697"/>
                  </a:lnTo>
                  <a:lnTo>
                    <a:pt x="2264381" y="4160697"/>
                  </a:lnTo>
                  <a:lnTo>
                    <a:pt x="2264507" y="4160697"/>
                  </a:lnTo>
                  <a:lnTo>
                    <a:pt x="2265007" y="4160697"/>
                  </a:lnTo>
                  <a:lnTo>
                    <a:pt x="2265132" y="4160697"/>
                  </a:lnTo>
                  <a:lnTo>
                    <a:pt x="2265257" y="4160697"/>
                  </a:lnTo>
                  <a:lnTo>
                    <a:pt x="2265507" y="4160697"/>
                  </a:lnTo>
                  <a:lnTo>
                    <a:pt x="2265632" y="4160697"/>
                  </a:lnTo>
                  <a:lnTo>
                    <a:pt x="2265757" y="4160697"/>
                  </a:lnTo>
                  <a:lnTo>
                    <a:pt x="2265882" y="4160697"/>
                  </a:lnTo>
                  <a:lnTo>
                    <a:pt x="2266132" y="4160697"/>
                  </a:lnTo>
                  <a:lnTo>
                    <a:pt x="2266257" y="4160697"/>
                  </a:lnTo>
                  <a:lnTo>
                    <a:pt x="2266382" y="4160697"/>
                  </a:lnTo>
                  <a:lnTo>
                    <a:pt x="2266632" y="4160697"/>
                  </a:lnTo>
                  <a:lnTo>
                    <a:pt x="2267132" y="4160697"/>
                  </a:lnTo>
                  <a:lnTo>
                    <a:pt x="2267508" y="4160697"/>
                  </a:lnTo>
                  <a:lnTo>
                    <a:pt x="2267758" y="4160697"/>
                  </a:lnTo>
                  <a:lnTo>
                    <a:pt x="2267883" y="4160697"/>
                  </a:lnTo>
                  <a:lnTo>
                    <a:pt x="2268008" y="4160697"/>
                  </a:lnTo>
                  <a:lnTo>
                    <a:pt x="2268258" y="4160697"/>
                  </a:lnTo>
                  <a:lnTo>
                    <a:pt x="2268383" y="4160697"/>
                  </a:lnTo>
                  <a:lnTo>
                    <a:pt x="2268508" y="4160697"/>
                  </a:lnTo>
                  <a:lnTo>
                    <a:pt x="2269133" y="4160697"/>
                  </a:lnTo>
                  <a:lnTo>
                    <a:pt x="2269258" y="4160697"/>
                  </a:lnTo>
                  <a:lnTo>
                    <a:pt x="2269383" y="4160697"/>
                  </a:lnTo>
                  <a:lnTo>
                    <a:pt x="2269508" y="4160697"/>
                  </a:lnTo>
                  <a:lnTo>
                    <a:pt x="2269758" y="4160697"/>
                  </a:lnTo>
                  <a:lnTo>
                    <a:pt x="2270133" y="4160697"/>
                  </a:lnTo>
                  <a:lnTo>
                    <a:pt x="2271134" y="4150744"/>
                  </a:lnTo>
                  <a:lnTo>
                    <a:pt x="2271384" y="4150744"/>
                  </a:lnTo>
                  <a:lnTo>
                    <a:pt x="2271634" y="4150744"/>
                  </a:lnTo>
                  <a:lnTo>
                    <a:pt x="2271884" y="4150744"/>
                  </a:lnTo>
                  <a:lnTo>
                    <a:pt x="2272134" y="4150744"/>
                  </a:lnTo>
                  <a:lnTo>
                    <a:pt x="2272259" y="4150744"/>
                  </a:lnTo>
                  <a:lnTo>
                    <a:pt x="2272384" y="4150744"/>
                  </a:lnTo>
                  <a:lnTo>
                    <a:pt x="2272634" y="4150744"/>
                  </a:lnTo>
                  <a:lnTo>
                    <a:pt x="2272884" y="4150744"/>
                  </a:lnTo>
                  <a:lnTo>
                    <a:pt x="2273134" y="4150744"/>
                  </a:lnTo>
                  <a:lnTo>
                    <a:pt x="2273259" y="4150744"/>
                  </a:lnTo>
                  <a:lnTo>
                    <a:pt x="2273510" y="4150744"/>
                  </a:lnTo>
                  <a:lnTo>
                    <a:pt x="2273760" y="4150744"/>
                  </a:lnTo>
                  <a:lnTo>
                    <a:pt x="2274635" y="4150744"/>
                  </a:lnTo>
                  <a:lnTo>
                    <a:pt x="2275010" y="4150744"/>
                  </a:lnTo>
                  <a:lnTo>
                    <a:pt x="2275135" y="4150744"/>
                  </a:lnTo>
                  <a:lnTo>
                    <a:pt x="2275385" y="4140790"/>
                  </a:lnTo>
                  <a:lnTo>
                    <a:pt x="2275510" y="4140790"/>
                  </a:lnTo>
                  <a:lnTo>
                    <a:pt x="2275635" y="4140790"/>
                  </a:lnTo>
                  <a:lnTo>
                    <a:pt x="2276135" y="4140790"/>
                  </a:lnTo>
                  <a:lnTo>
                    <a:pt x="2276511" y="4140790"/>
                  </a:lnTo>
                  <a:lnTo>
                    <a:pt x="2276761" y="4140790"/>
                  </a:lnTo>
                  <a:lnTo>
                    <a:pt x="2277386" y="4140790"/>
                  </a:lnTo>
                  <a:lnTo>
                    <a:pt x="2277761" y="4140790"/>
                  </a:lnTo>
                  <a:lnTo>
                    <a:pt x="2277886" y="4140790"/>
                  </a:lnTo>
                  <a:lnTo>
                    <a:pt x="2278011" y="4140790"/>
                  </a:lnTo>
                  <a:lnTo>
                    <a:pt x="2278386" y="4140790"/>
                  </a:lnTo>
                  <a:lnTo>
                    <a:pt x="2278511" y="4140790"/>
                  </a:lnTo>
                  <a:lnTo>
                    <a:pt x="2278636" y="4140790"/>
                  </a:lnTo>
                  <a:lnTo>
                    <a:pt x="2278761" y="4140790"/>
                  </a:lnTo>
                  <a:lnTo>
                    <a:pt x="2278886" y="4140790"/>
                  </a:lnTo>
                  <a:lnTo>
                    <a:pt x="2279011" y="4140790"/>
                  </a:lnTo>
                  <a:lnTo>
                    <a:pt x="2279136" y="4140790"/>
                  </a:lnTo>
                  <a:lnTo>
                    <a:pt x="2279762" y="4140790"/>
                  </a:lnTo>
                  <a:lnTo>
                    <a:pt x="2280262" y="4140790"/>
                  </a:lnTo>
                  <a:lnTo>
                    <a:pt x="2280387" y="4130836"/>
                  </a:lnTo>
                  <a:lnTo>
                    <a:pt x="2280637" y="4130836"/>
                  </a:lnTo>
                  <a:lnTo>
                    <a:pt x="2281137" y="4130836"/>
                  </a:lnTo>
                  <a:lnTo>
                    <a:pt x="2281262" y="4130836"/>
                  </a:lnTo>
                  <a:lnTo>
                    <a:pt x="2281387" y="4130836"/>
                  </a:lnTo>
                  <a:lnTo>
                    <a:pt x="2281512" y="4130836"/>
                  </a:lnTo>
                  <a:lnTo>
                    <a:pt x="2282012" y="4130836"/>
                  </a:lnTo>
                  <a:lnTo>
                    <a:pt x="2282137" y="4130836"/>
                  </a:lnTo>
                  <a:lnTo>
                    <a:pt x="2282262" y="4130836"/>
                  </a:lnTo>
                  <a:lnTo>
                    <a:pt x="2282638" y="4130836"/>
                  </a:lnTo>
                  <a:lnTo>
                    <a:pt x="2283263" y="4130836"/>
                  </a:lnTo>
                  <a:lnTo>
                    <a:pt x="2283388" y="4130836"/>
                  </a:lnTo>
                  <a:lnTo>
                    <a:pt x="2283513" y="4130836"/>
                  </a:lnTo>
                  <a:lnTo>
                    <a:pt x="2283638" y="4130836"/>
                  </a:lnTo>
                  <a:lnTo>
                    <a:pt x="2283888" y="4130836"/>
                  </a:lnTo>
                  <a:lnTo>
                    <a:pt x="2284388" y="4130836"/>
                  </a:lnTo>
                  <a:lnTo>
                    <a:pt x="2284513" y="4130836"/>
                  </a:lnTo>
                  <a:lnTo>
                    <a:pt x="2284763" y="4130836"/>
                  </a:lnTo>
                  <a:lnTo>
                    <a:pt x="2285138" y="4130836"/>
                  </a:lnTo>
                  <a:lnTo>
                    <a:pt x="2285263" y="4130836"/>
                  </a:lnTo>
                  <a:lnTo>
                    <a:pt x="2285388" y="4130836"/>
                  </a:lnTo>
                  <a:lnTo>
                    <a:pt x="2285514" y="4130836"/>
                  </a:lnTo>
                  <a:lnTo>
                    <a:pt x="2285889" y="4130836"/>
                  </a:lnTo>
                  <a:lnTo>
                    <a:pt x="2286139" y="4130836"/>
                  </a:lnTo>
                  <a:lnTo>
                    <a:pt x="2286264" y="4130836"/>
                  </a:lnTo>
                  <a:lnTo>
                    <a:pt x="2286389" y="4130836"/>
                  </a:lnTo>
                  <a:lnTo>
                    <a:pt x="2286764" y="4130836"/>
                  </a:lnTo>
                  <a:lnTo>
                    <a:pt x="2286889" y="4130836"/>
                  </a:lnTo>
                  <a:lnTo>
                    <a:pt x="2287014" y="4130836"/>
                  </a:lnTo>
                  <a:lnTo>
                    <a:pt x="2287139" y="4130836"/>
                  </a:lnTo>
                  <a:lnTo>
                    <a:pt x="2287764" y="4130836"/>
                  </a:lnTo>
                  <a:lnTo>
                    <a:pt x="2287889" y="4130836"/>
                  </a:lnTo>
                  <a:lnTo>
                    <a:pt x="2288139" y="4130836"/>
                  </a:lnTo>
                  <a:lnTo>
                    <a:pt x="2288389" y="4130836"/>
                  </a:lnTo>
                  <a:lnTo>
                    <a:pt x="2288640" y="4130836"/>
                  </a:lnTo>
                  <a:lnTo>
                    <a:pt x="2288890" y="4130836"/>
                  </a:lnTo>
                  <a:lnTo>
                    <a:pt x="2289515" y="4130836"/>
                  </a:lnTo>
                  <a:lnTo>
                    <a:pt x="2289640" y="4130836"/>
                  </a:lnTo>
                  <a:lnTo>
                    <a:pt x="2289765" y="4130836"/>
                  </a:lnTo>
                  <a:lnTo>
                    <a:pt x="2290765" y="4120882"/>
                  </a:lnTo>
                  <a:lnTo>
                    <a:pt x="2290890" y="4120882"/>
                  </a:lnTo>
                  <a:lnTo>
                    <a:pt x="2291015" y="4120882"/>
                  </a:lnTo>
                  <a:lnTo>
                    <a:pt x="2291265" y="4120882"/>
                  </a:lnTo>
                  <a:lnTo>
                    <a:pt x="2291391" y="4120882"/>
                  </a:lnTo>
                  <a:lnTo>
                    <a:pt x="2291516" y="4120882"/>
                  </a:lnTo>
                  <a:lnTo>
                    <a:pt x="2291766" y="4120882"/>
                  </a:lnTo>
                  <a:lnTo>
                    <a:pt x="2292016" y="4120882"/>
                  </a:lnTo>
                  <a:lnTo>
                    <a:pt x="2292141" y="4110928"/>
                  </a:lnTo>
                  <a:lnTo>
                    <a:pt x="2292766" y="4110928"/>
                  </a:lnTo>
                  <a:lnTo>
                    <a:pt x="2293266" y="4110928"/>
                  </a:lnTo>
                  <a:lnTo>
                    <a:pt x="2293516" y="4110928"/>
                  </a:lnTo>
                  <a:lnTo>
                    <a:pt x="2293641" y="4110928"/>
                  </a:lnTo>
                  <a:lnTo>
                    <a:pt x="2293891" y="4110928"/>
                  </a:lnTo>
                  <a:lnTo>
                    <a:pt x="2294141" y="4110928"/>
                  </a:lnTo>
                  <a:lnTo>
                    <a:pt x="2294392" y="4110928"/>
                  </a:lnTo>
                  <a:lnTo>
                    <a:pt x="2294517" y="4110928"/>
                  </a:lnTo>
                  <a:lnTo>
                    <a:pt x="2295017" y="4110928"/>
                  </a:lnTo>
                  <a:lnTo>
                    <a:pt x="2295767" y="4110928"/>
                  </a:lnTo>
                  <a:lnTo>
                    <a:pt x="2295892" y="4110928"/>
                  </a:lnTo>
                  <a:lnTo>
                    <a:pt x="2296017" y="4110928"/>
                  </a:lnTo>
                  <a:lnTo>
                    <a:pt x="2296142" y="4110928"/>
                  </a:lnTo>
                  <a:lnTo>
                    <a:pt x="2296392" y="4110928"/>
                  </a:lnTo>
                  <a:lnTo>
                    <a:pt x="2296642" y="4110928"/>
                  </a:lnTo>
                  <a:lnTo>
                    <a:pt x="2296892" y="4110928"/>
                  </a:lnTo>
                  <a:lnTo>
                    <a:pt x="2297017" y="4110928"/>
                  </a:lnTo>
                  <a:lnTo>
                    <a:pt x="2297518" y="4110928"/>
                  </a:lnTo>
                  <a:lnTo>
                    <a:pt x="2297893" y="4110928"/>
                  </a:lnTo>
                  <a:lnTo>
                    <a:pt x="2298268" y="4110928"/>
                  </a:lnTo>
                  <a:lnTo>
                    <a:pt x="2298393" y="4110928"/>
                  </a:lnTo>
                  <a:lnTo>
                    <a:pt x="2298768" y="4110928"/>
                  </a:lnTo>
                  <a:lnTo>
                    <a:pt x="2299143" y="4110928"/>
                  </a:lnTo>
                  <a:lnTo>
                    <a:pt x="2299268" y="4110928"/>
                  </a:lnTo>
                  <a:lnTo>
                    <a:pt x="2299768" y="4110928"/>
                  </a:lnTo>
                  <a:lnTo>
                    <a:pt x="2299893" y="4110928"/>
                  </a:lnTo>
                  <a:lnTo>
                    <a:pt x="2300018" y="4110928"/>
                  </a:lnTo>
                  <a:lnTo>
                    <a:pt x="2300143" y="4110928"/>
                  </a:lnTo>
                  <a:lnTo>
                    <a:pt x="2300268" y="4110928"/>
                  </a:lnTo>
                  <a:lnTo>
                    <a:pt x="2300394" y="4110928"/>
                  </a:lnTo>
                  <a:lnTo>
                    <a:pt x="2300644" y="4110928"/>
                  </a:lnTo>
                  <a:lnTo>
                    <a:pt x="2300769" y="4110928"/>
                  </a:lnTo>
                  <a:lnTo>
                    <a:pt x="2301269" y="4110928"/>
                  </a:lnTo>
                  <a:lnTo>
                    <a:pt x="2301394" y="4110928"/>
                  </a:lnTo>
                  <a:lnTo>
                    <a:pt x="2302894" y="4110928"/>
                  </a:lnTo>
                  <a:lnTo>
                    <a:pt x="2303019" y="4110928"/>
                  </a:lnTo>
                  <a:lnTo>
                    <a:pt x="2303144" y="4110928"/>
                  </a:lnTo>
                  <a:lnTo>
                    <a:pt x="2303269" y="4110928"/>
                  </a:lnTo>
                  <a:lnTo>
                    <a:pt x="2303269" y="4100974"/>
                  </a:lnTo>
                  <a:lnTo>
                    <a:pt x="2303645" y="4100974"/>
                  </a:lnTo>
                  <a:lnTo>
                    <a:pt x="2303895" y="4100974"/>
                  </a:lnTo>
                  <a:lnTo>
                    <a:pt x="2304270" y="4100974"/>
                  </a:lnTo>
                  <a:lnTo>
                    <a:pt x="2304395" y="4100974"/>
                  </a:lnTo>
                  <a:lnTo>
                    <a:pt x="2304520" y="4100974"/>
                  </a:lnTo>
                  <a:lnTo>
                    <a:pt x="2304645" y="4100974"/>
                  </a:lnTo>
                  <a:lnTo>
                    <a:pt x="2304895" y="4100974"/>
                  </a:lnTo>
                  <a:lnTo>
                    <a:pt x="2305145" y="4100974"/>
                  </a:lnTo>
                  <a:lnTo>
                    <a:pt x="2305270" y="4100974"/>
                  </a:lnTo>
                  <a:lnTo>
                    <a:pt x="2305520" y="4100974"/>
                  </a:lnTo>
                  <a:lnTo>
                    <a:pt x="2305645" y="4100974"/>
                  </a:lnTo>
                  <a:lnTo>
                    <a:pt x="2305770" y="4100974"/>
                  </a:lnTo>
                  <a:lnTo>
                    <a:pt x="2305895" y="4100974"/>
                  </a:lnTo>
                  <a:lnTo>
                    <a:pt x="2306145" y="4100974"/>
                  </a:lnTo>
                  <a:lnTo>
                    <a:pt x="2306270" y="4100974"/>
                  </a:lnTo>
                  <a:lnTo>
                    <a:pt x="2306396" y="4100974"/>
                  </a:lnTo>
                  <a:lnTo>
                    <a:pt x="2306521" y="4100974"/>
                  </a:lnTo>
                  <a:lnTo>
                    <a:pt x="2306646" y="4100974"/>
                  </a:lnTo>
                  <a:lnTo>
                    <a:pt x="2306771" y="4100974"/>
                  </a:lnTo>
                  <a:lnTo>
                    <a:pt x="2307271" y="4100974"/>
                  </a:lnTo>
                  <a:lnTo>
                    <a:pt x="2307396" y="4100974"/>
                  </a:lnTo>
                  <a:lnTo>
                    <a:pt x="2307771" y="4100974"/>
                  </a:lnTo>
                  <a:lnTo>
                    <a:pt x="2307896" y="4100974"/>
                  </a:lnTo>
                  <a:lnTo>
                    <a:pt x="2308021" y="4100974"/>
                  </a:lnTo>
                  <a:lnTo>
                    <a:pt x="2308396" y="4100974"/>
                  </a:lnTo>
                  <a:lnTo>
                    <a:pt x="2308521" y="4100974"/>
                  </a:lnTo>
                  <a:lnTo>
                    <a:pt x="2308646" y="4100974"/>
                  </a:lnTo>
                  <a:lnTo>
                    <a:pt x="2308771" y="4100974"/>
                  </a:lnTo>
                  <a:lnTo>
                    <a:pt x="2308896" y="4100974"/>
                  </a:lnTo>
                  <a:lnTo>
                    <a:pt x="2309021" y="4091021"/>
                  </a:lnTo>
                  <a:lnTo>
                    <a:pt x="2309397" y="4091021"/>
                  </a:lnTo>
                  <a:lnTo>
                    <a:pt x="2309772" y="4091021"/>
                  </a:lnTo>
                  <a:lnTo>
                    <a:pt x="2310272" y="4091021"/>
                  </a:lnTo>
                  <a:lnTo>
                    <a:pt x="2310522" y="4091021"/>
                  </a:lnTo>
                  <a:lnTo>
                    <a:pt x="2310647" y="4091021"/>
                  </a:lnTo>
                  <a:lnTo>
                    <a:pt x="2311147" y="4091021"/>
                  </a:lnTo>
                  <a:lnTo>
                    <a:pt x="2311397" y="4091021"/>
                  </a:lnTo>
                  <a:lnTo>
                    <a:pt x="2311897" y="4091021"/>
                  </a:lnTo>
                  <a:lnTo>
                    <a:pt x="2312022" y="4091021"/>
                  </a:lnTo>
                  <a:lnTo>
                    <a:pt x="2312773" y="4091021"/>
                  </a:lnTo>
                  <a:lnTo>
                    <a:pt x="2313273" y="4091021"/>
                  </a:lnTo>
                  <a:lnTo>
                    <a:pt x="2313523" y="4091021"/>
                  </a:lnTo>
                  <a:lnTo>
                    <a:pt x="2313773" y="4091021"/>
                  </a:lnTo>
                  <a:lnTo>
                    <a:pt x="2314148" y="4091021"/>
                  </a:lnTo>
                  <a:lnTo>
                    <a:pt x="2314273" y="4091021"/>
                  </a:lnTo>
                  <a:lnTo>
                    <a:pt x="2314273" y="4081067"/>
                  </a:lnTo>
                  <a:lnTo>
                    <a:pt x="2314523" y="4081067"/>
                  </a:lnTo>
                  <a:lnTo>
                    <a:pt x="2314648" y="4081067"/>
                  </a:lnTo>
                  <a:lnTo>
                    <a:pt x="2315023" y="4081067"/>
                  </a:lnTo>
                  <a:lnTo>
                    <a:pt x="2315524" y="4071113"/>
                  </a:lnTo>
                  <a:lnTo>
                    <a:pt x="2315899" y="4071113"/>
                  </a:lnTo>
                  <a:lnTo>
                    <a:pt x="2316149" y="4071113"/>
                  </a:lnTo>
                  <a:lnTo>
                    <a:pt x="2316399" y="4071113"/>
                  </a:lnTo>
                  <a:lnTo>
                    <a:pt x="2316524" y="4071113"/>
                  </a:lnTo>
                  <a:lnTo>
                    <a:pt x="2316649" y="4071113"/>
                  </a:lnTo>
                  <a:lnTo>
                    <a:pt x="2316899" y="4071113"/>
                  </a:lnTo>
                  <a:lnTo>
                    <a:pt x="2317524" y="4071113"/>
                  </a:lnTo>
                  <a:lnTo>
                    <a:pt x="2317649" y="4071113"/>
                  </a:lnTo>
                  <a:lnTo>
                    <a:pt x="2317774" y="4061159"/>
                  </a:lnTo>
                  <a:lnTo>
                    <a:pt x="2318149" y="4061159"/>
                  </a:lnTo>
                  <a:lnTo>
                    <a:pt x="2318400" y="4061159"/>
                  </a:lnTo>
                  <a:lnTo>
                    <a:pt x="2318525" y="4061159"/>
                  </a:lnTo>
                  <a:lnTo>
                    <a:pt x="2318900" y="4061159"/>
                  </a:lnTo>
                  <a:lnTo>
                    <a:pt x="2319025" y="4061159"/>
                  </a:lnTo>
                  <a:lnTo>
                    <a:pt x="2319150" y="4061159"/>
                  </a:lnTo>
                  <a:lnTo>
                    <a:pt x="2319400" y="4061159"/>
                  </a:lnTo>
                  <a:lnTo>
                    <a:pt x="2319775" y="4061159"/>
                  </a:lnTo>
                  <a:lnTo>
                    <a:pt x="2319900" y="4061159"/>
                  </a:lnTo>
                  <a:lnTo>
                    <a:pt x="2320025" y="4061159"/>
                  </a:lnTo>
                  <a:lnTo>
                    <a:pt x="2320150" y="4061159"/>
                  </a:lnTo>
                  <a:lnTo>
                    <a:pt x="2321150" y="4061159"/>
                  </a:lnTo>
                  <a:lnTo>
                    <a:pt x="2321526" y="4061159"/>
                  </a:lnTo>
                  <a:lnTo>
                    <a:pt x="2321651" y="4061159"/>
                  </a:lnTo>
                  <a:lnTo>
                    <a:pt x="2321901" y="4061159"/>
                  </a:lnTo>
                  <a:lnTo>
                    <a:pt x="2322026" y="4061159"/>
                  </a:lnTo>
                  <a:lnTo>
                    <a:pt x="2322151" y="4061159"/>
                  </a:lnTo>
                  <a:lnTo>
                    <a:pt x="2322276" y="4061159"/>
                  </a:lnTo>
                  <a:lnTo>
                    <a:pt x="2322901" y="4061159"/>
                  </a:lnTo>
                  <a:lnTo>
                    <a:pt x="2323026" y="4061159"/>
                  </a:lnTo>
                  <a:lnTo>
                    <a:pt x="2323526" y="4061159"/>
                  </a:lnTo>
                  <a:lnTo>
                    <a:pt x="2323901" y="4061159"/>
                  </a:lnTo>
                  <a:lnTo>
                    <a:pt x="2324026" y="4061159"/>
                  </a:lnTo>
                  <a:lnTo>
                    <a:pt x="2324151" y="4061159"/>
                  </a:lnTo>
                  <a:lnTo>
                    <a:pt x="2324276" y="4061159"/>
                  </a:lnTo>
                  <a:lnTo>
                    <a:pt x="2324402" y="4061159"/>
                  </a:lnTo>
                  <a:lnTo>
                    <a:pt x="2325027" y="4061159"/>
                  </a:lnTo>
                  <a:lnTo>
                    <a:pt x="2325152" y="4061159"/>
                  </a:lnTo>
                  <a:lnTo>
                    <a:pt x="2325277" y="4061159"/>
                  </a:lnTo>
                  <a:lnTo>
                    <a:pt x="2325402" y="4061159"/>
                  </a:lnTo>
                  <a:lnTo>
                    <a:pt x="2326152" y="4061159"/>
                  </a:lnTo>
                  <a:lnTo>
                    <a:pt x="2326277" y="4061159"/>
                  </a:lnTo>
                  <a:lnTo>
                    <a:pt x="2326777" y="4061159"/>
                  </a:lnTo>
                  <a:lnTo>
                    <a:pt x="2326902" y="4061159"/>
                  </a:lnTo>
                  <a:lnTo>
                    <a:pt x="2327027" y="4061159"/>
                  </a:lnTo>
                  <a:lnTo>
                    <a:pt x="2327152" y="4061159"/>
                  </a:lnTo>
                  <a:lnTo>
                    <a:pt x="2327277" y="4061159"/>
                  </a:lnTo>
                  <a:lnTo>
                    <a:pt x="2327403" y="4061159"/>
                  </a:lnTo>
                  <a:lnTo>
                    <a:pt x="2327903" y="4061159"/>
                  </a:lnTo>
                  <a:lnTo>
                    <a:pt x="2328278" y="4051205"/>
                  </a:lnTo>
                  <a:lnTo>
                    <a:pt x="2328403" y="4051205"/>
                  </a:lnTo>
                  <a:lnTo>
                    <a:pt x="2328778" y="4051205"/>
                  </a:lnTo>
                  <a:lnTo>
                    <a:pt x="2328903" y="4051205"/>
                  </a:lnTo>
                  <a:lnTo>
                    <a:pt x="2329028" y="4051205"/>
                  </a:lnTo>
                  <a:lnTo>
                    <a:pt x="2329403" y="4051205"/>
                  </a:lnTo>
                  <a:lnTo>
                    <a:pt x="2329653" y="4051205"/>
                  </a:lnTo>
                  <a:lnTo>
                    <a:pt x="2330279" y="4051205"/>
                  </a:lnTo>
                  <a:lnTo>
                    <a:pt x="2330529" y="4051205"/>
                  </a:lnTo>
                  <a:lnTo>
                    <a:pt x="2330904" y="4051205"/>
                  </a:lnTo>
                  <a:lnTo>
                    <a:pt x="2331154" y="4051205"/>
                  </a:lnTo>
                  <a:lnTo>
                    <a:pt x="2331529" y="4051205"/>
                  </a:lnTo>
                  <a:lnTo>
                    <a:pt x="2331654" y="4051205"/>
                  </a:lnTo>
                  <a:lnTo>
                    <a:pt x="2331779" y="4051205"/>
                  </a:lnTo>
                  <a:lnTo>
                    <a:pt x="2332029" y="4051205"/>
                  </a:lnTo>
                  <a:lnTo>
                    <a:pt x="2332279" y="4051205"/>
                  </a:lnTo>
                  <a:lnTo>
                    <a:pt x="2332404" y="4051205"/>
                  </a:lnTo>
                  <a:lnTo>
                    <a:pt x="2332904" y="4051205"/>
                  </a:lnTo>
                  <a:lnTo>
                    <a:pt x="2333154" y="4051205"/>
                  </a:lnTo>
                  <a:lnTo>
                    <a:pt x="2333280" y="4051205"/>
                  </a:lnTo>
                  <a:lnTo>
                    <a:pt x="2333655" y="4051205"/>
                  </a:lnTo>
                  <a:lnTo>
                    <a:pt x="2333780" y="4051205"/>
                  </a:lnTo>
                  <a:lnTo>
                    <a:pt x="2334280" y="4051205"/>
                  </a:lnTo>
                  <a:lnTo>
                    <a:pt x="2334655" y="4051205"/>
                  </a:lnTo>
                  <a:lnTo>
                    <a:pt x="2334780" y="4051205"/>
                  </a:lnTo>
                  <a:lnTo>
                    <a:pt x="2335030" y="4051205"/>
                  </a:lnTo>
                  <a:lnTo>
                    <a:pt x="2335280" y="4051205"/>
                  </a:lnTo>
                  <a:lnTo>
                    <a:pt x="2335530" y="4051205"/>
                  </a:lnTo>
                  <a:lnTo>
                    <a:pt x="2335780" y="4051205"/>
                  </a:lnTo>
                  <a:lnTo>
                    <a:pt x="2335905" y="4051205"/>
                  </a:lnTo>
                  <a:lnTo>
                    <a:pt x="2336030" y="4051205"/>
                  </a:lnTo>
                  <a:lnTo>
                    <a:pt x="2336155" y="4051205"/>
                  </a:lnTo>
                  <a:lnTo>
                    <a:pt x="2336656" y="4051205"/>
                  </a:lnTo>
                  <a:lnTo>
                    <a:pt x="2337281" y="4051205"/>
                  </a:lnTo>
                  <a:lnTo>
                    <a:pt x="2337531" y="4051205"/>
                  </a:lnTo>
                  <a:lnTo>
                    <a:pt x="2337656" y="4051205"/>
                  </a:lnTo>
                  <a:lnTo>
                    <a:pt x="2337781" y="4051205"/>
                  </a:lnTo>
                  <a:lnTo>
                    <a:pt x="2337906" y="4051205"/>
                  </a:lnTo>
                  <a:lnTo>
                    <a:pt x="2338156" y="4051205"/>
                  </a:lnTo>
                  <a:lnTo>
                    <a:pt x="2338281" y="4051205"/>
                  </a:lnTo>
                  <a:lnTo>
                    <a:pt x="2338656" y="4051205"/>
                  </a:lnTo>
                  <a:lnTo>
                    <a:pt x="2338781" y="4051205"/>
                  </a:lnTo>
                  <a:lnTo>
                    <a:pt x="2339031" y="4051205"/>
                  </a:lnTo>
                  <a:lnTo>
                    <a:pt x="2339657" y="4051205"/>
                  </a:lnTo>
                  <a:lnTo>
                    <a:pt x="2339782" y="4051205"/>
                  </a:lnTo>
                  <a:lnTo>
                    <a:pt x="2339907" y="4051205"/>
                  </a:lnTo>
                  <a:lnTo>
                    <a:pt x="2340032" y="4051205"/>
                  </a:lnTo>
                  <a:lnTo>
                    <a:pt x="2340282" y="4051205"/>
                  </a:lnTo>
                  <a:lnTo>
                    <a:pt x="2340407" y="4051205"/>
                  </a:lnTo>
                  <a:lnTo>
                    <a:pt x="2340532" y="4051205"/>
                  </a:lnTo>
                  <a:lnTo>
                    <a:pt x="2340782" y="4051205"/>
                  </a:lnTo>
                  <a:lnTo>
                    <a:pt x="2340907" y="4051205"/>
                  </a:lnTo>
                  <a:lnTo>
                    <a:pt x="2341032" y="4051205"/>
                  </a:lnTo>
                  <a:lnTo>
                    <a:pt x="2341282" y="4051205"/>
                  </a:lnTo>
                  <a:lnTo>
                    <a:pt x="2341407" y="4051205"/>
                  </a:lnTo>
                  <a:lnTo>
                    <a:pt x="2341657" y="4051205"/>
                  </a:lnTo>
                  <a:lnTo>
                    <a:pt x="2341782" y="4051205"/>
                  </a:lnTo>
                  <a:lnTo>
                    <a:pt x="2342032" y="4051205"/>
                  </a:lnTo>
                  <a:lnTo>
                    <a:pt x="2342157" y="4051205"/>
                  </a:lnTo>
                  <a:lnTo>
                    <a:pt x="2342408" y="4051205"/>
                  </a:lnTo>
                  <a:lnTo>
                    <a:pt x="2342533" y="4051205"/>
                  </a:lnTo>
                  <a:lnTo>
                    <a:pt x="2342658" y="4051205"/>
                  </a:lnTo>
                  <a:lnTo>
                    <a:pt x="2342783" y="4051205"/>
                  </a:lnTo>
                  <a:lnTo>
                    <a:pt x="2343033" y="4051205"/>
                  </a:lnTo>
                  <a:lnTo>
                    <a:pt x="2343533" y="4051205"/>
                  </a:lnTo>
                  <a:lnTo>
                    <a:pt x="2343658" y="4051205"/>
                  </a:lnTo>
                  <a:lnTo>
                    <a:pt x="2343908" y="4051205"/>
                  </a:lnTo>
                  <a:lnTo>
                    <a:pt x="2344658" y="4051205"/>
                  </a:lnTo>
                  <a:lnTo>
                    <a:pt x="2345158" y="4051205"/>
                  </a:lnTo>
                  <a:lnTo>
                    <a:pt x="2345534" y="4051205"/>
                  </a:lnTo>
                  <a:lnTo>
                    <a:pt x="2345659" y="4051205"/>
                  </a:lnTo>
                  <a:lnTo>
                    <a:pt x="2345909" y="4051205"/>
                  </a:lnTo>
                  <a:lnTo>
                    <a:pt x="2346034" y="4051205"/>
                  </a:lnTo>
                  <a:lnTo>
                    <a:pt x="2346159" y="4051205"/>
                  </a:lnTo>
                  <a:lnTo>
                    <a:pt x="2346284" y="4051205"/>
                  </a:lnTo>
                  <a:lnTo>
                    <a:pt x="2346909" y="4051205"/>
                  </a:lnTo>
                  <a:lnTo>
                    <a:pt x="2347034" y="4051205"/>
                  </a:lnTo>
                  <a:lnTo>
                    <a:pt x="2347159" y="4051205"/>
                  </a:lnTo>
                  <a:lnTo>
                    <a:pt x="2347284" y="4051205"/>
                  </a:lnTo>
                  <a:lnTo>
                    <a:pt x="2347409" y="4051205"/>
                  </a:lnTo>
                  <a:lnTo>
                    <a:pt x="2347534" y="4051205"/>
                  </a:lnTo>
                  <a:lnTo>
                    <a:pt x="2347659" y="4051205"/>
                  </a:lnTo>
                  <a:lnTo>
                    <a:pt x="2347784" y="4051205"/>
                  </a:lnTo>
                  <a:lnTo>
                    <a:pt x="2348034" y="4051205"/>
                  </a:lnTo>
                  <a:lnTo>
                    <a:pt x="2348285" y="4051205"/>
                  </a:lnTo>
                  <a:lnTo>
                    <a:pt x="2348410" y="4051205"/>
                  </a:lnTo>
                  <a:lnTo>
                    <a:pt x="2348535" y="4051205"/>
                  </a:lnTo>
                  <a:lnTo>
                    <a:pt x="2349035" y="4051205"/>
                  </a:lnTo>
                  <a:lnTo>
                    <a:pt x="2349160" y="4051205"/>
                  </a:lnTo>
                  <a:lnTo>
                    <a:pt x="2349285" y="4051205"/>
                  </a:lnTo>
                  <a:lnTo>
                    <a:pt x="2349785" y="4051205"/>
                  </a:lnTo>
                  <a:lnTo>
                    <a:pt x="2350285" y="4051205"/>
                  </a:lnTo>
                  <a:lnTo>
                    <a:pt x="2350535" y="4051205"/>
                  </a:lnTo>
                  <a:lnTo>
                    <a:pt x="2350660" y="4051205"/>
                  </a:lnTo>
                  <a:lnTo>
                    <a:pt x="2350785" y="4051205"/>
                  </a:lnTo>
                  <a:lnTo>
                    <a:pt x="2350910" y="4051205"/>
                  </a:lnTo>
                  <a:lnTo>
                    <a:pt x="2351035" y="4051205"/>
                  </a:lnTo>
                  <a:lnTo>
                    <a:pt x="2351160" y="4051205"/>
                  </a:lnTo>
                  <a:lnTo>
                    <a:pt x="2351286" y="4051205"/>
                  </a:lnTo>
                  <a:lnTo>
                    <a:pt x="2351411" y="4051205"/>
                  </a:lnTo>
                  <a:lnTo>
                    <a:pt x="2351536" y="4051205"/>
                  </a:lnTo>
                  <a:lnTo>
                    <a:pt x="2351786" y="4051205"/>
                  </a:lnTo>
                  <a:lnTo>
                    <a:pt x="2352286" y="4051205"/>
                  </a:lnTo>
                  <a:lnTo>
                    <a:pt x="2352411" y="4051205"/>
                  </a:lnTo>
                  <a:lnTo>
                    <a:pt x="2352661" y="4051205"/>
                  </a:lnTo>
                  <a:lnTo>
                    <a:pt x="2352911" y="4051205"/>
                  </a:lnTo>
                  <a:lnTo>
                    <a:pt x="2353036" y="4051205"/>
                  </a:lnTo>
                  <a:lnTo>
                    <a:pt x="2353411" y="4051205"/>
                  </a:lnTo>
                  <a:lnTo>
                    <a:pt x="2353661" y="4051205"/>
                  </a:lnTo>
                  <a:lnTo>
                    <a:pt x="2353786" y="4051205"/>
                  </a:lnTo>
                  <a:lnTo>
                    <a:pt x="2353911" y="4051205"/>
                  </a:lnTo>
                  <a:lnTo>
                    <a:pt x="2354036" y="4051205"/>
                  </a:lnTo>
                  <a:lnTo>
                    <a:pt x="2354537" y="4051205"/>
                  </a:lnTo>
                  <a:lnTo>
                    <a:pt x="2355162" y="4041251"/>
                  </a:lnTo>
                  <a:lnTo>
                    <a:pt x="2355287" y="4041251"/>
                  </a:lnTo>
                  <a:lnTo>
                    <a:pt x="2355537" y="4041251"/>
                  </a:lnTo>
                  <a:lnTo>
                    <a:pt x="2355662" y="4041251"/>
                  </a:lnTo>
                  <a:lnTo>
                    <a:pt x="2355912" y="4041251"/>
                  </a:lnTo>
                  <a:lnTo>
                    <a:pt x="2356162" y="4041251"/>
                  </a:lnTo>
                  <a:lnTo>
                    <a:pt x="2356287" y="4041251"/>
                  </a:lnTo>
                  <a:lnTo>
                    <a:pt x="2356412" y="4041251"/>
                  </a:lnTo>
                  <a:lnTo>
                    <a:pt x="2356912" y="4041251"/>
                  </a:lnTo>
                  <a:lnTo>
                    <a:pt x="2357037" y="4041251"/>
                  </a:lnTo>
                  <a:lnTo>
                    <a:pt x="2357288" y="4041251"/>
                  </a:lnTo>
                  <a:lnTo>
                    <a:pt x="2357788" y="4031298"/>
                  </a:lnTo>
                  <a:lnTo>
                    <a:pt x="2357913" y="4031298"/>
                  </a:lnTo>
                  <a:lnTo>
                    <a:pt x="2358413" y="4031298"/>
                  </a:lnTo>
                  <a:lnTo>
                    <a:pt x="2358538" y="4031298"/>
                  </a:lnTo>
                  <a:lnTo>
                    <a:pt x="2358913" y="4031298"/>
                  </a:lnTo>
                  <a:lnTo>
                    <a:pt x="2359038" y="4031298"/>
                  </a:lnTo>
                  <a:lnTo>
                    <a:pt x="2359163" y="4031298"/>
                  </a:lnTo>
                  <a:lnTo>
                    <a:pt x="2359788" y="4031298"/>
                  </a:lnTo>
                  <a:lnTo>
                    <a:pt x="2359913" y="4031298"/>
                  </a:lnTo>
                  <a:lnTo>
                    <a:pt x="2360038" y="4031298"/>
                  </a:lnTo>
                  <a:lnTo>
                    <a:pt x="2360163" y="4031298"/>
                  </a:lnTo>
                  <a:lnTo>
                    <a:pt x="2360414" y="4031298"/>
                  </a:lnTo>
                  <a:lnTo>
                    <a:pt x="2360664" y="4021344"/>
                  </a:lnTo>
                  <a:lnTo>
                    <a:pt x="2360789" y="4021344"/>
                  </a:lnTo>
                  <a:lnTo>
                    <a:pt x="2361039" y="4021344"/>
                  </a:lnTo>
                  <a:lnTo>
                    <a:pt x="2361164" y="4021344"/>
                  </a:lnTo>
                  <a:lnTo>
                    <a:pt x="2361289" y="4021344"/>
                  </a:lnTo>
                  <a:lnTo>
                    <a:pt x="2361414" y="4021344"/>
                  </a:lnTo>
                  <a:lnTo>
                    <a:pt x="2361539" y="4021344"/>
                  </a:lnTo>
                  <a:lnTo>
                    <a:pt x="2361664" y="4021344"/>
                  </a:lnTo>
                  <a:lnTo>
                    <a:pt x="2361789" y="4021344"/>
                  </a:lnTo>
                  <a:lnTo>
                    <a:pt x="2362414" y="4021344"/>
                  </a:lnTo>
                  <a:lnTo>
                    <a:pt x="2362539" y="4021344"/>
                  </a:lnTo>
                  <a:lnTo>
                    <a:pt x="2362664" y="4021344"/>
                  </a:lnTo>
                  <a:lnTo>
                    <a:pt x="2363039" y="4021344"/>
                  </a:lnTo>
                  <a:lnTo>
                    <a:pt x="2363164" y="4021344"/>
                  </a:lnTo>
                  <a:lnTo>
                    <a:pt x="2363290" y="4021344"/>
                  </a:lnTo>
                  <a:lnTo>
                    <a:pt x="2363415" y="4021344"/>
                  </a:lnTo>
                  <a:lnTo>
                    <a:pt x="2363790" y="4021344"/>
                  </a:lnTo>
                  <a:lnTo>
                    <a:pt x="2364165" y="4021344"/>
                  </a:lnTo>
                  <a:lnTo>
                    <a:pt x="2364415" y="4021344"/>
                  </a:lnTo>
                  <a:lnTo>
                    <a:pt x="2364540" y="4021344"/>
                  </a:lnTo>
                  <a:lnTo>
                    <a:pt x="2364665" y="4021344"/>
                  </a:lnTo>
                  <a:lnTo>
                    <a:pt x="2364790" y="4021344"/>
                  </a:lnTo>
                  <a:lnTo>
                    <a:pt x="2365040" y="4021344"/>
                  </a:lnTo>
                  <a:lnTo>
                    <a:pt x="2365290" y="4021344"/>
                  </a:lnTo>
                  <a:lnTo>
                    <a:pt x="2365790" y="4021344"/>
                  </a:lnTo>
                  <a:lnTo>
                    <a:pt x="2366040" y="4021344"/>
                  </a:lnTo>
                  <a:lnTo>
                    <a:pt x="2366165" y="4021344"/>
                  </a:lnTo>
                  <a:lnTo>
                    <a:pt x="2366291" y="4021344"/>
                  </a:lnTo>
                  <a:lnTo>
                    <a:pt x="2366416" y="4021344"/>
                  </a:lnTo>
                  <a:lnTo>
                    <a:pt x="2366541" y="4021344"/>
                  </a:lnTo>
                  <a:lnTo>
                    <a:pt x="2366666" y="4021344"/>
                  </a:lnTo>
                  <a:lnTo>
                    <a:pt x="2366791" y="4021344"/>
                  </a:lnTo>
                  <a:lnTo>
                    <a:pt x="2366916" y="4021344"/>
                  </a:lnTo>
                  <a:lnTo>
                    <a:pt x="2367416" y="4021344"/>
                  </a:lnTo>
                  <a:lnTo>
                    <a:pt x="2367791" y="4021344"/>
                  </a:lnTo>
                  <a:lnTo>
                    <a:pt x="2367916" y="4021344"/>
                  </a:lnTo>
                  <a:lnTo>
                    <a:pt x="2368166" y="4021344"/>
                  </a:lnTo>
                  <a:lnTo>
                    <a:pt x="2368791" y="4021344"/>
                  </a:lnTo>
                  <a:lnTo>
                    <a:pt x="2368916" y="4021344"/>
                  </a:lnTo>
                  <a:lnTo>
                    <a:pt x="2369041" y="4021344"/>
                  </a:lnTo>
                  <a:lnTo>
                    <a:pt x="2369417" y="4021344"/>
                  </a:lnTo>
                  <a:lnTo>
                    <a:pt x="2369792" y="4021344"/>
                  </a:lnTo>
                  <a:lnTo>
                    <a:pt x="2369917" y="4021344"/>
                  </a:lnTo>
                  <a:lnTo>
                    <a:pt x="2370042" y="4021344"/>
                  </a:lnTo>
                  <a:lnTo>
                    <a:pt x="2370292" y="4021344"/>
                  </a:lnTo>
                  <a:lnTo>
                    <a:pt x="2370417" y="4021344"/>
                  </a:lnTo>
                  <a:lnTo>
                    <a:pt x="2370542" y="4021344"/>
                  </a:lnTo>
                  <a:lnTo>
                    <a:pt x="2373293" y="4021344"/>
                  </a:lnTo>
                  <a:lnTo>
                    <a:pt x="2373418" y="4021344"/>
                  </a:lnTo>
                  <a:lnTo>
                    <a:pt x="2373543" y="4021344"/>
                  </a:lnTo>
                  <a:lnTo>
                    <a:pt x="2373793" y="4021344"/>
                  </a:lnTo>
                  <a:lnTo>
                    <a:pt x="2374043" y="4021344"/>
                  </a:lnTo>
                  <a:lnTo>
                    <a:pt x="2374293" y="4021344"/>
                  </a:lnTo>
                  <a:lnTo>
                    <a:pt x="2374418" y="4021344"/>
                  </a:lnTo>
                  <a:lnTo>
                    <a:pt x="2374543" y="4021344"/>
                  </a:lnTo>
                  <a:lnTo>
                    <a:pt x="2374668" y="4021344"/>
                  </a:lnTo>
                  <a:lnTo>
                    <a:pt x="2374918" y="4021344"/>
                  </a:lnTo>
                  <a:lnTo>
                    <a:pt x="2375169" y="4021344"/>
                  </a:lnTo>
                  <a:lnTo>
                    <a:pt x="2375294" y="4021344"/>
                  </a:lnTo>
                  <a:lnTo>
                    <a:pt x="2375544" y="4021344"/>
                  </a:lnTo>
                  <a:lnTo>
                    <a:pt x="2375669" y="4021344"/>
                  </a:lnTo>
                  <a:lnTo>
                    <a:pt x="2375794" y="4021344"/>
                  </a:lnTo>
                  <a:lnTo>
                    <a:pt x="2375919" y="4021344"/>
                  </a:lnTo>
                  <a:lnTo>
                    <a:pt x="2375919" y="4011390"/>
                  </a:lnTo>
                  <a:lnTo>
                    <a:pt x="2376169" y="4011390"/>
                  </a:lnTo>
                  <a:lnTo>
                    <a:pt x="2376419" y="4011390"/>
                  </a:lnTo>
                  <a:lnTo>
                    <a:pt x="2376544" y="4011390"/>
                  </a:lnTo>
                  <a:lnTo>
                    <a:pt x="2376794" y="4011390"/>
                  </a:lnTo>
                  <a:lnTo>
                    <a:pt x="2376919" y="4011390"/>
                  </a:lnTo>
                  <a:lnTo>
                    <a:pt x="2377169" y="4011390"/>
                  </a:lnTo>
                  <a:lnTo>
                    <a:pt x="2377419" y="4011390"/>
                  </a:lnTo>
                  <a:lnTo>
                    <a:pt x="2377544" y="4011390"/>
                  </a:lnTo>
                  <a:lnTo>
                    <a:pt x="2378044" y="4011390"/>
                  </a:lnTo>
                  <a:lnTo>
                    <a:pt x="2378545" y="4011390"/>
                  </a:lnTo>
                  <a:lnTo>
                    <a:pt x="2378670" y="4011390"/>
                  </a:lnTo>
                  <a:lnTo>
                    <a:pt x="2379170" y="4011390"/>
                  </a:lnTo>
                  <a:lnTo>
                    <a:pt x="2379420" y="4011390"/>
                  </a:lnTo>
                  <a:lnTo>
                    <a:pt x="2379545" y="4011390"/>
                  </a:lnTo>
                  <a:lnTo>
                    <a:pt x="2380045" y="4011390"/>
                  </a:lnTo>
                  <a:lnTo>
                    <a:pt x="2380545" y="4011390"/>
                  </a:lnTo>
                  <a:lnTo>
                    <a:pt x="2380920" y="4011390"/>
                  </a:lnTo>
                  <a:lnTo>
                    <a:pt x="2381671" y="4011390"/>
                  </a:lnTo>
                  <a:lnTo>
                    <a:pt x="2381921" y="4011390"/>
                  </a:lnTo>
                  <a:lnTo>
                    <a:pt x="2382171" y="4011390"/>
                  </a:lnTo>
                  <a:lnTo>
                    <a:pt x="2382421" y="4011390"/>
                  </a:lnTo>
                  <a:lnTo>
                    <a:pt x="2382796" y="4011390"/>
                  </a:lnTo>
                  <a:lnTo>
                    <a:pt x="2382921" y="4011390"/>
                  </a:lnTo>
                  <a:lnTo>
                    <a:pt x="2383046" y="4011390"/>
                  </a:lnTo>
                  <a:lnTo>
                    <a:pt x="2383296" y="4011390"/>
                  </a:lnTo>
                  <a:lnTo>
                    <a:pt x="2383421" y="4011390"/>
                  </a:lnTo>
                  <a:lnTo>
                    <a:pt x="2383546" y="4011390"/>
                  </a:lnTo>
                  <a:lnTo>
                    <a:pt x="2383796" y="4011390"/>
                  </a:lnTo>
                  <a:lnTo>
                    <a:pt x="2383921" y="4011390"/>
                  </a:lnTo>
                  <a:lnTo>
                    <a:pt x="2384297" y="4011390"/>
                  </a:lnTo>
                  <a:lnTo>
                    <a:pt x="2384547" y="4011390"/>
                  </a:lnTo>
                  <a:lnTo>
                    <a:pt x="2384922" y="4011390"/>
                  </a:lnTo>
                  <a:lnTo>
                    <a:pt x="2385172" y="4011390"/>
                  </a:lnTo>
                  <a:lnTo>
                    <a:pt x="2385297" y="4011390"/>
                  </a:lnTo>
                  <a:lnTo>
                    <a:pt x="2385547" y="4011390"/>
                  </a:lnTo>
                  <a:lnTo>
                    <a:pt x="2386047" y="4011390"/>
                  </a:lnTo>
                  <a:lnTo>
                    <a:pt x="2386172" y="4011390"/>
                  </a:lnTo>
                  <a:lnTo>
                    <a:pt x="2386422" y="4011390"/>
                  </a:lnTo>
                  <a:lnTo>
                    <a:pt x="2386547" y="4011390"/>
                  </a:lnTo>
                  <a:lnTo>
                    <a:pt x="2386672" y="4011390"/>
                  </a:lnTo>
                  <a:lnTo>
                    <a:pt x="2387047" y="4011390"/>
                  </a:lnTo>
                  <a:lnTo>
                    <a:pt x="2387173" y="4011390"/>
                  </a:lnTo>
                  <a:lnTo>
                    <a:pt x="2387923" y="4011390"/>
                  </a:lnTo>
                  <a:lnTo>
                    <a:pt x="2388173" y="4011390"/>
                  </a:lnTo>
                  <a:lnTo>
                    <a:pt x="2388548" y="4011390"/>
                  </a:lnTo>
                  <a:lnTo>
                    <a:pt x="2388798" y="4011390"/>
                  </a:lnTo>
                  <a:lnTo>
                    <a:pt x="2389173" y="4011390"/>
                  </a:lnTo>
                  <a:lnTo>
                    <a:pt x="2389423" y="4011390"/>
                  </a:lnTo>
                  <a:lnTo>
                    <a:pt x="2389798" y="4011390"/>
                  </a:lnTo>
                  <a:lnTo>
                    <a:pt x="2389923" y="4011390"/>
                  </a:lnTo>
                  <a:lnTo>
                    <a:pt x="2390174" y="4011390"/>
                  </a:lnTo>
                  <a:lnTo>
                    <a:pt x="2390299" y="4011390"/>
                  </a:lnTo>
                  <a:lnTo>
                    <a:pt x="2390549" y="4011390"/>
                  </a:lnTo>
                  <a:lnTo>
                    <a:pt x="2390674" y="4011390"/>
                  </a:lnTo>
                  <a:lnTo>
                    <a:pt x="2390799" y="4011390"/>
                  </a:lnTo>
                  <a:lnTo>
                    <a:pt x="2390924" y="4011390"/>
                  </a:lnTo>
                  <a:lnTo>
                    <a:pt x="2391299" y="4011390"/>
                  </a:lnTo>
                  <a:lnTo>
                    <a:pt x="2391674" y="4011390"/>
                  </a:lnTo>
                  <a:lnTo>
                    <a:pt x="2391924" y="4011390"/>
                  </a:lnTo>
                  <a:lnTo>
                    <a:pt x="2392049" y="4011390"/>
                  </a:lnTo>
                  <a:lnTo>
                    <a:pt x="2392174" y="4011390"/>
                  </a:lnTo>
                  <a:lnTo>
                    <a:pt x="2392549" y="4011390"/>
                  </a:lnTo>
                  <a:lnTo>
                    <a:pt x="2392799" y="4011390"/>
                  </a:lnTo>
                  <a:lnTo>
                    <a:pt x="2393049" y="4011390"/>
                  </a:lnTo>
                  <a:lnTo>
                    <a:pt x="2393175" y="4011390"/>
                  </a:lnTo>
                  <a:lnTo>
                    <a:pt x="2393300" y="4011390"/>
                  </a:lnTo>
                  <a:lnTo>
                    <a:pt x="2393800" y="4011390"/>
                  </a:lnTo>
                  <a:lnTo>
                    <a:pt x="2393925" y="4011390"/>
                  </a:lnTo>
                  <a:lnTo>
                    <a:pt x="2394050" y="4011390"/>
                  </a:lnTo>
                  <a:lnTo>
                    <a:pt x="2394175" y="4011390"/>
                  </a:lnTo>
                  <a:lnTo>
                    <a:pt x="2394300" y="4011390"/>
                  </a:lnTo>
                  <a:lnTo>
                    <a:pt x="2394425" y="4011390"/>
                  </a:lnTo>
                  <a:lnTo>
                    <a:pt x="2394675" y="4011390"/>
                  </a:lnTo>
                  <a:lnTo>
                    <a:pt x="2394925" y="4011390"/>
                  </a:lnTo>
                  <a:lnTo>
                    <a:pt x="2395300" y="4011390"/>
                  </a:lnTo>
                  <a:lnTo>
                    <a:pt x="2395675" y="4011390"/>
                  </a:lnTo>
                  <a:lnTo>
                    <a:pt x="2395800" y="4011390"/>
                  </a:lnTo>
                  <a:lnTo>
                    <a:pt x="2395925" y="4011390"/>
                  </a:lnTo>
                  <a:lnTo>
                    <a:pt x="2396050" y="4011390"/>
                  </a:lnTo>
                  <a:lnTo>
                    <a:pt x="2396551" y="4011390"/>
                  </a:lnTo>
                  <a:lnTo>
                    <a:pt x="2397176" y="4011390"/>
                  </a:lnTo>
                  <a:lnTo>
                    <a:pt x="2397551" y="4011390"/>
                  </a:lnTo>
                  <a:lnTo>
                    <a:pt x="2397676" y="4011390"/>
                  </a:lnTo>
                  <a:lnTo>
                    <a:pt x="2398176" y="4011390"/>
                  </a:lnTo>
                  <a:lnTo>
                    <a:pt x="2398301" y="4011390"/>
                  </a:lnTo>
                  <a:lnTo>
                    <a:pt x="2398426" y="4011390"/>
                  </a:lnTo>
                  <a:lnTo>
                    <a:pt x="2398551" y="4011390"/>
                  </a:lnTo>
                  <a:lnTo>
                    <a:pt x="2398801" y="4011390"/>
                  </a:lnTo>
                  <a:lnTo>
                    <a:pt x="2398926" y="4011390"/>
                  </a:lnTo>
                  <a:lnTo>
                    <a:pt x="2399427" y="4011390"/>
                  </a:lnTo>
                  <a:lnTo>
                    <a:pt x="2399552" y="4011390"/>
                  </a:lnTo>
                  <a:lnTo>
                    <a:pt x="2400177" y="4011390"/>
                  </a:lnTo>
                  <a:lnTo>
                    <a:pt x="2400677" y="4011390"/>
                  </a:lnTo>
                  <a:lnTo>
                    <a:pt x="2400802" y="4011390"/>
                  </a:lnTo>
                  <a:lnTo>
                    <a:pt x="2401052" y="4011390"/>
                  </a:lnTo>
                  <a:lnTo>
                    <a:pt x="2401802" y="4011390"/>
                  </a:lnTo>
                  <a:lnTo>
                    <a:pt x="2401927" y="4011390"/>
                  </a:lnTo>
                  <a:lnTo>
                    <a:pt x="2402052" y="4011390"/>
                  </a:lnTo>
                  <a:lnTo>
                    <a:pt x="2402303" y="4011390"/>
                  </a:lnTo>
                  <a:lnTo>
                    <a:pt x="2402428" y="4011390"/>
                  </a:lnTo>
                  <a:lnTo>
                    <a:pt x="2402553" y="4011390"/>
                  </a:lnTo>
                  <a:lnTo>
                    <a:pt x="2402928" y="4011390"/>
                  </a:lnTo>
                  <a:lnTo>
                    <a:pt x="2403053" y="4011390"/>
                  </a:lnTo>
                  <a:lnTo>
                    <a:pt x="2403178" y="4011390"/>
                  </a:lnTo>
                  <a:lnTo>
                    <a:pt x="2403303" y="4011390"/>
                  </a:lnTo>
                  <a:lnTo>
                    <a:pt x="2403678" y="4011390"/>
                  </a:lnTo>
                  <a:lnTo>
                    <a:pt x="2403803" y="4011390"/>
                  </a:lnTo>
                  <a:lnTo>
                    <a:pt x="2404053" y="4011390"/>
                  </a:lnTo>
                  <a:lnTo>
                    <a:pt x="2404303" y="4011390"/>
                  </a:lnTo>
                  <a:lnTo>
                    <a:pt x="2404428" y="4011390"/>
                  </a:lnTo>
                  <a:lnTo>
                    <a:pt x="2404553" y="4011390"/>
                  </a:lnTo>
                  <a:lnTo>
                    <a:pt x="2404803" y="4011390"/>
                  </a:lnTo>
                  <a:lnTo>
                    <a:pt x="2404928" y="4011390"/>
                  </a:lnTo>
                  <a:lnTo>
                    <a:pt x="2405053" y="4011390"/>
                  </a:lnTo>
                  <a:lnTo>
                    <a:pt x="2405554" y="4011390"/>
                  </a:lnTo>
                  <a:lnTo>
                    <a:pt x="2405679" y="4011390"/>
                  </a:lnTo>
                  <a:lnTo>
                    <a:pt x="2405804" y="4011390"/>
                  </a:lnTo>
                  <a:lnTo>
                    <a:pt x="2405929" y="4011390"/>
                  </a:lnTo>
                  <a:lnTo>
                    <a:pt x="2406179" y="4011390"/>
                  </a:lnTo>
                  <a:lnTo>
                    <a:pt x="2406679" y="4011390"/>
                  </a:lnTo>
                  <a:lnTo>
                    <a:pt x="2406804" y="4011390"/>
                  </a:lnTo>
                  <a:lnTo>
                    <a:pt x="2406929" y="4011390"/>
                  </a:lnTo>
                  <a:lnTo>
                    <a:pt x="2407054" y="4011390"/>
                  </a:lnTo>
                  <a:lnTo>
                    <a:pt x="2407304" y="4011390"/>
                  </a:lnTo>
                  <a:lnTo>
                    <a:pt x="2408305" y="4011390"/>
                  </a:lnTo>
                  <a:lnTo>
                    <a:pt x="2408430" y="4011390"/>
                  </a:lnTo>
                  <a:lnTo>
                    <a:pt x="2408555" y="4011390"/>
                  </a:lnTo>
                  <a:lnTo>
                    <a:pt x="2408680" y="4011390"/>
                  </a:lnTo>
                  <a:lnTo>
                    <a:pt x="2408930" y="4011390"/>
                  </a:lnTo>
                  <a:lnTo>
                    <a:pt x="2409180" y="4011390"/>
                  </a:lnTo>
                  <a:lnTo>
                    <a:pt x="2409680" y="4011390"/>
                  </a:lnTo>
                  <a:lnTo>
                    <a:pt x="2409805" y="4011390"/>
                  </a:lnTo>
                  <a:lnTo>
                    <a:pt x="2410305" y="4011390"/>
                  </a:lnTo>
                  <a:lnTo>
                    <a:pt x="2410930" y="4011390"/>
                  </a:lnTo>
                  <a:lnTo>
                    <a:pt x="2411056" y="4011390"/>
                  </a:lnTo>
                  <a:lnTo>
                    <a:pt x="2411306" y="4011390"/>
                  </a:lnTo>
                  <a:lnTo>
                    <a:pt x="2411431" y="4011390"/>
                  </a:lnTo>
                  <a:lnTo>
                    <a:pt x="2411556" y="4011390"/>
                  </a:lnTo>
                  <a:lnTo>
                    <a:pt x="2411681" y="4011390"/>
                  </a:lnTo>
                  <a:lnTo>
                    <a:pt x="2411931" y="4011390"/>
                  </a:lnTo>
                  <a:lnTo>
                    <a:pt x="2412056" y="4011390"/>
                  </a:lnTo>
                  <a:lnTo>
                    <a:pt x="2412181" y="4011390"/>
                  </a:lnTo>
                  <a:lnTo>
                    <a:pt x="2412556" y="4011390"/>
                  </a:lnTo>
                  <a:lnTo>
                    <a:pt x="2413056" y="4011390"/>
                  </a:lnTo>
                  <a:lnTo>
                    <a:pt x="2413431" y="4011390"/>
                  </a:lnTo>
                  <a:lnTo>
                    <a:pt x="2413931" y="4011390"/>
                  </a:lnTo>
                  <a:lnTo>
                    <a:pt x="2414057" y="4011390"/>
                  </a:lnTo>
                  <a:lnTo>
                    <a:pt x="2414182" y="4011390"/>
                  </a:lnTo>
                  <a:lnTo>
                    <a:pt x="2414307" y="4011390"/>
                  </a:lnTo>
                  <a:lnTo>
                    <a:pt x="2414557" y="4011390"/>
                  </a:lnTo>
                  <a:lnTo>
                    <a:pt x="2414932" y="4011390"/>
                  </a:lnTo>
                  <a:lnTo>
                    <a:pt x="2415057" y="4011390"/>
                  </a:lnTo>
                  <a:lnTo>
                    <a:pt x="2415182" y="4011390"/>
                  </a:lnTo>
                  <a:lnTo>
                    <a:pt x="2415557" y="4011390"/>
                  </a:lnTo>
                  <a:lnTo>
                    <a:pt x="2415807" y="4011390"/>
                  </a:lnTo>
                  <a:lnTo>
                    <a:pt x="2416682" y="4011390"/>
                  </a:lnTo>
                  <a:lnTo>
                    <a:pt x="2417058" y="4011390"/>
                  </a:lnTo>
                  <a:lnTo>
                    <a:pt x="2417433" y="4011390"/>
                  </a:lnTo>
                  <a:lnTo>
                    <a:pt x="2417558" y="4011390"/>
                  </a:lnTo>
                  <a:lnTo>
                    <a:pt x="2417683" y="4011390"/>
                  </a:lnTo>
                  <a:lnTo>
                    <a:pt x="2418558" y="4011390"/>
                  </a:lnTo>
                  <a:lnTo>
                    <a:pt x="2418683" y="4011390"/>
                  </a:lnTo>
                  <a:lnTo>
                    <a:pt x="2419183" y="4011390"/>
                  </a:lnTo>
                  <a:lnTo>
                    <a:pt x="2419683" y="4011390"/>
                  </a:lnTo>
                  <a:lnTo>
                    <a:pt x="2420059" y="4011390"/>
                  </a:lnTo>
                  <a:lnTo>
                    <a:pt x="2420184" y="4011390"/>
                  </a:lnTo>
                  <a:lnTo>
                    <a:pt x="2420559" y="4011390"/>
                  </a:lnTo>
                  <a:lnTo>
                    <a:pt x="2420809" y="4011390"/>
                  </a:lnTo>
                  <a:lnTo>
                    <a:pt x="2420934" y="4011390"/>
                  </a:lnTo>
                  <a:lnTo>
                    <a:pt x="2421059" y="4011390"/>
                  </a:lnTo>
                  <a:lnTo>
                    <a:pt x="2421184" y="4011390"/>
                  </a:lnTo>
                  <a:lnTo>
                    <a:pt x="2421559" y="4011390"/>
                  </a:lnTo>
                  <a:lnTo>
                    <a:pt x="2421559" y="4001436"/>
                  </a:lnTo>
                  <a:lnTo>
                    <a:pt x="2422184" y="4001436"/>
                  </a:lnTo>
                  <a:lnTo>
                    <a:pt x="2422434" y="4001436"/>
                  </a:lnTo>
                  <a:lnTo>
                    <a:pt x="2422559" y="4001436"/>
                  </a:lnTo>
                  <a:lnTo>
                    <a:pt x="2423185" y="4001436"/>
                  </a:lnTo>
                  <a:lnTo>
                    <a:pt x="2423435" y="4001436"/>
                  </a:lnTo>
                  <a:lnTo>
                    <a:pt x="2423810" y="4001436"/>
                  </a:lnTo>
                  <a:lnTo>
                    <a:pt x="2424060" y="4001436"/>
                  </a:lnTo>
                  <a:lnTo>
                    <a:pt x="2424185" y="4001436"/>
                  </a:lnTo>
                  <a:lnTo>
                    <a:pt x="2424310" y="4001436"/>
                  </a:lnTo>
                  <a:lnTo>
                    <a:pt x="2424435" y="4001436"/>
                  </a:lnTo>
                  <a:lnTo>
                    <a:pt x="2424560" y="4001436"/>
                  </a:lnTo>
                  <a:lnTo>
                    <a:pt x="2424810" y="4001436"/>
                  </a:lnTo>
                  <a:lnTo>
                    <a:pt x="2424935" y="4001436"/>
                  </a:lnTo>
                  <a:lnTo>
                    <a:pt x="2425060" y="4001436"/>
                  </a:lnTo>
                  <a:lnTo>
                    <a:pt x="2425435" y="4001436"/>
                  </a:lnTo>
                  <a:lnTo>
                    <a:pt x="2425560" y="4001436"/>
                  </a:lnTo>
                  <a:lnTo>
                    <a:pt x="2425685" y="4001436"/>
                  </a:lnTo>
                  <a:lnTo>
                    <a:pt x="2425810" y="4001436"/>
                  </a:lnTo>
                  <a:lnTo>
                    <a:pt x="2426061" y="4001436"/>
                  </a:lnTo>
                  <a:lnTo>
                    <a:pt x="2427936" y="4001436"/>
                  </a:lnTo>
                  <a:lnTo>
                    <a:pt x="2428061" y="4001436"/>
                  </a:lnTo>
                  <a:lnTo>
                    <a:pt x="2428436" y="4001436"/>
                  </a:lnTo>
                  <a:lnTo>
                    <a:pt x="2428811" y="4001436"/>
                  </a:lnTo>
                  <a:lnTo>
                    <a:pt x="2428936" y="4001436"/>
                  </a:lnTo>
                  <a:lnTo>
                    <a:pt x="2429062" y="4001436"/>
                  </a:lnTo>
                  <a:lnTo>
                    <a:pt x="2429312" y="4001436"/>
                  </a:lnTo>
                  <a:lnTo>
                    <a:pt x="2429437" y="4001436"/>
                  </a:lnTo>
                  <a:lnTo>
                    <a:pt x="2429687" y="4001436"/>
                  </a:lnTo>
                  <a:lnTo>
                    <a:pt x="2429812" y="4001436"/>
                  </a:lnTo>
                  <a:lnTo>
                    <a:pt x="2430062" y="4001436"/>
                  </a:lnTo>
                  <a:lnTo>
                    <a:pt x="2430187" y="4001436"/>
                  </a:lnTo>
                  <a:lnTo>
                    <a:pt x="2430312" y="4001436"/>
                  </a:lnTo>
                  <a:lnTo>
                    <a:pt x="2430687" y="3991482"/>
                  </a:lnTo>
                  <a:lnTo>
                    <a:pt x="2431312" y="3991482"/>
                  </a:lnTo>
                  <a:lnTo>
                    <a:pt x="2431437" y="3991482"/>
                  </a:lnTo>
                  <a:lnTo>
                    <a:pt x="2431687" y="3991482"/>
                  </a:lnTo>
                  <a:lnTo>
                    <a:pt x="2432313" y="3991482"/>
                  </a:lnTo>
                  <a:lnTo>
                    <a:pt x="2432438" y="3991482"/>
                  </a:lnTo>
                  <a:lnTo>
                    <a:pt x="2432563" y="3991482"/>
                  </a:lnTo>
                  <a:lnTo>
                    <a:pt x="2432688" y="3991482"/>
                  </a:lnTo>
                  <a:lnTo>
                    <a:pt x="2432813" y="3991482"/>
                  </a:lnTo>
                  <a:lnTo>
                    <a:pt x="2433063" y="3991482"/>
                  </a:lnTo>
                  <a:lnTo>
                    <a:pt x="2433188" y="3991482"/>
                  </a:lnTo>
                  <a:lnTo>
                    <a:pt x="2433563" y="3991482"/>
                  </a:lnTo>
                  <a:lnTo>
                    <a:pt x="2433813" y="3991482"/>
                  </a:lnTo>
                  <a:lnTo>
                    <a:pt x="2434438" y="3991482"/>
                  </a:lnTo>
                  <a:lnTo>
                    <a:pt x="2434563" y="3991482"/>
                  </a:lnTo>
                  <a:lnTo>
                    <a:pt x="2434688" y="3991482"/>
                  </a:lnTo>
                  <a:lnTo>
                    <a:pt x="2435064" y="3991482"/>
                  </a:lnTo>
                  <a:lnTo>
                    <a:pt x="2435314" y="3991482"/>
                  </a:lnTo>
                  <a:lnTo>
                    <a:pt x="2435439" y="3991482"/>
                  </a:lnTo>
                  <a:lnTo>
                    <a:pt x="2435564" y="3991482"/>
                  </a:lnTo>
                  <a:lnTo>
                    <a:pt x="2435689" y="3991482"/>
                  </a:lnTo>
                  <a:lnTo>
                    <a:pt x="2435814" y="3991482"/>
                  </a:lnTo>
                  <a:lnTo>
                    <a:pt x="2436314" y="3991482"/>
                  </a:lnTo>
                  <a:lnTo>
                    <a:pt x="2436439" y="3991482"/>
                  </a:lnTo>
                  <a:lnTo>
                    <a:pt x="2436564" y="3991482"/>
                  </a:lnTo>
                  <a:lnTo>
                    <a:pt x="2437189" y="3991482"/>
                  </a:lnTo>
                  <a:lnTo>
                    <a:pt x="2437314" y="3991482"/>
                  </a:lnTo>
                  <a:lnTo>
                    <a:pt x="2437439" y="3991482"/>
                  </a:lnTo>
                  <a:lnTo>
                    <a:pt x="2437689" y="3991482"/>
                  </a:lnTo>
                  <a:lnTo>
                    <a:pt x="2437814" y="3991482"/>
                  </a:lnTo>
                  <a:lnTo>
                    <a:pt x="2437939" y="3991482"/>
                  </a:lnTo>
                  <a:lnTo>
                    <a:pt x="2438065" y="3991482"/>
                  </a:lnTo>
                  <a:lnTo>
                    <a:pt x="2438190" y="3991482"/>
                  </a:lnTo>
                  <a:lnTo>
                    <a:pt x="2438440" y="3991482"/>
                  </a:lnTo>
                  <a:lnTo>
                    <a:pt x="2438690" y="3981529"/>
                  </a:lnTo>
                  <a:lnTo>
                    <a:pt x="2438815" y="3981529"/>
                  </a:lnTo>
                  <a:lnTo>
                    <a:pt x="2439065" y="3981529"/>
                  </a:lnTo>
                  <a:lnTo>
                    <a:pt x="2439190" y="3981529"/>
                  </a:lnTo>
                  <a:lnTo>
                    <a:pt x="2439315" y="3981529"/>
                  </a:lnTo>
                  <a:lnTo>
                    <a:pt x="2439565" y="3981529"/>
                  </a:lnTo>
                  <a:lnTo>
                    <a:pt x="2439690" y="3981529"/>
                  </a:lnTo>
                  <a:lnTo>
                    <a:pt x="2439815" y="3981529"/>
                  </a:lnTo>
                  <a:lnTo>
                    <a:pt x="2439940" y="3981529"/>
                  </a:lnTo>
                  <a:lnTo>
                    <a:pt x="2440565" y="3981529"/>
                  </a:lnTo>
                  <a:lnTo>
                    <a:pt x="2440690" y="3981529"/>
                  </a:lnTo>
                  <a:lnTo>
                    <a:pt x="2440815" y="3981529"/>
                  </a:lnTo>
                  <a:lnTo>
                    <a:pt x="2440940" y="3981529"/>
                  </a:lnTo>
                  <a:lnTo>
                    <a:pt x="2441066" y="3971575"/>
                  </a:lnTo>
                  <a:lnTo>
                    <a:pt x="2441191" y="3971575"/>
                  </a:lnTo>
                  <a:lnTo>
                    <a:pt x="2441316" y="3971575"/>
                  </a:lnTo>
                  <a:lnTo>
                    <a:pt x="2441441" y="3971575"/>
                  </a:lnTo>
                  <a:lnTo>
                    <a:pt x="2441941" y="3971575"/>
                  </a:lnTo>
                  <a:lnTo>
                    <a:pt x="2442191" y="3971575"/>
                  </a:lnTo>
                  <a:lnTo>
                    <a:pt x="2442316" y="3971575"/>
                  </a:lnTo>
                  <a:lnTo>
                    <a:pt x="2443066" y="3971575"/>
                  </a:lnTo>
                  <a:lnTo>
                    <a:pt x="2443191" y="3971575"/>
                  </a:lnTo>
                  <a:lnTo>
                    <a:pt x="2443566" y="3971575"/>
                  </a:lnTo>
                  <a:lnTo>
                    <a:pt x="2443941" y="3971575"/>
                  </a:lnTo>
                  <a:lnTo>
                    <a:pt x="2443941" y="3961621"/>
                  </a:lnTo>
                  <a:lnTo>
                    <a:pt x="2444067" y="3961621"/>
                  </a:lnTo>
                  <a:lnTo>
                    <a:pt x="2444192" y="3961621"/>
                  </a:lnTo>
                  <a:lnTo>
                    <a:pt x="2444442" y="3961621"/>
                  </a:lnTo>
                  <a:lnTo>
                    <a:pt x="2444567" y="3961621"/>
                  </a:lnTo>
                  <a:lnTo>
                    <a:pt x="2444817" y="3961621"/>
                  </a:lnTo>
                  <a:lnTo>
                    <a:pt x="2444942" y="3961621"/>
                  </a:lnTo>
                  <a:lnTo>
                    <a:pt x="2445817" y="3961621"/>
                  </a:lnTo>
                  <a:lnTo>
                    <a:pt x="2445942" y="3961621"/>
                  </a:lnTo>
                  <a:lnTo>
                    <a:pt x="2446192" y="3961621"/>
                  </a:lnTo>
                  <a:lnTo>
                    <a:pt x="2446317" y="3961621"/>
                  </a:lnTo>
                  <a:lnTo>
                    <a:pt x="2446442" y="3961621"/>
                  </a:lnTo>
                  <a:lnTo>
                    <a:pt x="2446692" y="3961621"/>
                  </a:lnTo>
                  <a:lnTo>
                    <a:pt x="2446943" y="3961621"/>
                  </a:lnTo>
                  <a:lnTo>
                    <a:pt x="2447068" y="3961621"/>
                  </a:lnTo>
                  <a:lnTo>
                    <a:pt x="2447193" y="3961621"/>
                  </a:lnTo>
                  <a:lnTo>
                    <a:pt x="2447443" y="3961621"/>
                  </a:lnTo>
                  <a:lnTo>
                    <a:pt x="2447568" y="3961621"/>
                  </a:lnTo>
                  <a:lnTo>
                    <a:pt x="2447693" y="3961621"/>
                  </a:lnTo>
                  <a:lnTo>
                    <a:pt x="2448193" y="3961621"/>
                  </a:lnTo>
                  <a:lnTo>
                    <a:pt x="2448568" y="3961621"/>
                  </a:lnTo>
                  <a:lnTo>
                    <a:pt x="2448693" y="3961621"/>
                  </a:lnTo>
                  <a:lnTo>
                    <a:pt x="2448943" y="3961621"/>
                  </a:lnTo>
                  <a:lnTo>
                    <a:pt x="2449068" y="3961621"/>
                  </a:lnTo>
                  <a:lnTo>
                    <a:pt x="2449193" y="3961621"/>
                  </a:lnTo>
                  <a:lnTo>
                    <a:pt x="2449568" y="3961621"/>
                  </a:lnTo>
                  <a:lnTo>
                    <a:pt x="2449944" y="3961621"/>
                  </a:lnTo>
                  <a:lnTo>
                    <a:pt x="2450069" y="3961621"/>
                  </a:lnTo>
                  <a:lnTo>
                    <a:pt x="2450194" y="3961621"/>
                  </a:lnTo>
                  <a:lnTo>
                    <a:pt x="2450319" y="3961621"/>
                  </a:lnTo>
                  <a:lnTo>
                    <a:pt x="2450694" y="3961621"/>
                  </a:lnTo>
                  <a:lnTo>
                    <a:pt x="2451444" y="3961621"/>
                  </a:lnTo>
                  <a:lnTo>
                    <a:pt x="2451694" y="3961621"/>
                  </a:lnTo>
                  <a:lnTo>
                    <a:pt x="2451819" y="3961621"/>
                  </a:lnTo>
                  <a:lnTo>
                    <a:pt x="2451944" y="3961621"/>
                  </a:lnTo>
                  <a:lnTo>
                    <a:pt x="2452444" y="3961621"/>
                  </a:lnTo>
                  <a:lnTo>
                    <a:pt x="2452569" y="3961621"/>
                  </a:lnTo>
                  <a:lnTo>
                    <a:pt x="2452694" y="3961621"/>
                  </a:lnTo>
                  <a:lnTo>
                    <a:pt x="2452819" y="3961621"/>
                  </a:lnTo>
                  <a:lnTo>
                    <a:pt x="2453945" y="3961621"/>
                  </a:lnTo>
                  <a:lnTo>
                    <a:pt x="2454070" y="3961621"/>
                  </a:lnTo>
                  <a:lnTo>
                    <a:pt x="2454195" y="3961621"/>
                  </a:lnTo>
                  <a:lnTo>
                    <a:pt x="2454570" y="3961621"/>
                  </a:lnTo>
                  <a:lnTo>
                    <a:pt x="2454820" y="3961621"/>
                  </a:lnTo>
                  <a:lnTo>
                    <a:pt x="2454945" y="3961621"/>
                  </a:lnTo>
                  <a:lnTo>
                    <a:pt x="2455695" y="3951667"/>
                  </a:lnTo>
                  <a:lnTo>
                    <a:pt x="2455820" y="3951667"/>
                  </a:lnTo>
                  <a:lnTo>
                    <a:pt x="2455946" y="3951667"/>
                  </a:lnTo>
                  <a:lnTo>
                    <a:pt x="2456071" y="3951667"/>
                  </a:lnTo>
                  <a:lnTo>
                    <a:pt x="2456196" y="3951667"/>
                  </a:lnTo>
                  <a:lnTo>
                    <a:pt x="2456696" y="3951667"/>
                  </a:lnTo>
                  <a:lnTo>
                    <a:pt x="2457196" y="3951667"/>
                  </a:lnTo>
                  <a:lnTo>
                    <a:pt x="2457446" y="3951667"/>
                  </a:lnTo>
                  <a:lnTo>
                    <a:pt x="2457571" y="3951667"/>
                  </a:lnTo>
                  <a:lnTo>
                    <a:pt x="2457696" y="3951667"/>
                  </a:lnTo>
                  <a:lnTo>
                    <a:pt x="2457821" y="3951667"/>
                  </a:lnTo>
                  <a:lnTo>
                    <a:pt x="2458321" y="3951667"/>
                  </a:lnTo>
                  <a:lnTo>
                    <a:pt x="2458446" y="3951667"/>
                  </a:lnTo>
                  <a:lnTo>
                    <a:pt x="2458571" y="3951667"/>
                  </a:lnTo>
                  <a:lnTo>
                    <a:pt x="2458696" y="3941713"/>
                  </a:lnTo>
                  <a:lnTo>
                    <a:pt x="2458821" y="3941713"/>
                  </a:lnTo>
                  <a:lnTo>
                    <a:pt x="2458947" y="3941713"/>
                  </a:lnTo>
                  <a:lnTo>
                    <a:pt x="2459072" y="3941713"/>
                  </a:lnTo>
                  <a:lnTo>
                    <a:pt x="2459197" y="3941713"/>
                  </a:lnTo>
                  <a:lnTo>
                    <a:pt x="2459447" y="3941713"/>
                  </a:lnTo>
                  <a:lnTo>
                    <a:pt x="2459822" y="3941713"/>
                  </a:lnTo>
                  <a:lnTo>
                    <a:pt x="2459947" y="3941713"/>
                  </a:lnTo>
                  <a:lnTo>
                    <a:pt x="2460197" y="3941713"/>
                  </a:lnTo>
                  <a:lnTo>
                    <a:pt x="2460697" y="3941713"/>
                  </a:lnTo>
                  <a:lnTo>
                    <a:pt x="2460822" y="3941713"/>
                  </a:lnTo>
                  <a:lnTo>
                    <a:pt x="2461072" y="3941713"/>
                  </a:lnTo>
                  <a:lnTo>
                    <a:pt x="2461822" y="3941713"/>
                  </a:lnTo>
                  <a:lnTo>
                    <a:pt x="2461948" y="3941713"/>
                  </a:lnTo>
                  <a:lnTo>
                    <a:pt x="2462073" y="3941713"/>
                  </a:lnTo>
                  <a:lnTo>
                    <a:pt x="2462198" y="3941713"/>
                  </a:lnTo>
                  <a:lnTo>
                    <a:pt x="2462448" y="3941713"/>
                  </a:lnTo>
                  <a:lnTo>
                    <a:pt x="2462948" y="3941713"/>
                  </a:lnTo>
                  <a:lnTo>
                    <a:pt x="2463073" y="3941713"/>
                  </a:lnTo>
                  <a:lnTo>
                    <a:pt x="2463198" y="3941713"/>
                  </a:lnTo>
                  <a:lnTo>
                    <a:pt x="2463323" y="3941713"/>
                  </a:lnTo>
                  <a:lnTo>
                    <a:pt x="2463448" y="3941713"/>
                  </a:lnTo>
                  <a:lnTo>
                    <a:pt x="2463698" y="3941713"/>
                  </a:lnTo>
                  <a:lnTo>
                    <a:pt x="2464323" y="3941713"/>
                  </a:lnTo>
                  <a:lnTo>
                    <a:pt x="2464823" y="3941713"/>
                  </a:lnTo>
                  <a:lnTo>
                    <a:pt x="2465074" y="3941713"/>
                  </a:lnTo>
                  <a:lnTo>
                    <a:pt x="2465449" y="3941713"/>
                  </a:lnTo>
                  <a:lnTo>
                    <a:pt x="2465574" y="3941713"/>
                  </a:lnTo>
                  <a:lnTo>
                    <a:pt x="2465699" y="3941713"/>
                  </a:lnTo>
                  <a:lnTo>
                    <a:pt x="2465949" y="3941713"/>
                  </a:lnTo>
                  <a:lnTo>
                    <a:pt x="2466199" y="3941713"/>
                  </a:lnTo>
                  <a:lnTo>
                    <a:pt x="2466699" y="3941713"/>
                  </a:lnTo>
                  <a:lnTo>
                    <a:pt x="2467074" y="3941713"/>
                  </a:lnTo>
                  <a:lnTo>
                    <a:pt x="2467199" y="3931759"/>
                  </a:lnTo>
                  <a:lnTo>
                    <a:pt x="2470450" y="3931759"/>
                  </a:lnTo>
                  <a:lnTo>
                    <a:pt x="2470700" y="3931759"/>
                  </a:lnTo>
                  <a:lnTo>
                    <a:pt x="2470825" y="3931759"/>
                  </a:lnTo>
                  <a:lnTo>
                    <a:pt x="2470951" y="3931759"/>
                  </a:lnTo>
                  <a:lnTo>
                    <a:pt x="2471201" y="3931759"/>
                  </a:lnTo>
                  <a:lnTo>
                    <a:pt x="2471576" y="3931759"/>
                  </a:lnTo>
                  <a:lnTo>
                    <a:pt x="2471826" y="3931759"/>
                  </a:lnTo>
                  <a:lnTo>
                    <a:pt x="2471951" y="3931759"/>
                  </a:lnTo>
                  <a:lnTo>
                    <a:pt x="2472076" y="3931759"/>
                  </a:lnTo>
                  <a:lnTo>
                    <a:pt x="2472201" y="3931759"/>
                  </a:lnTo>
                  <a:lnTo>
                    <a:pt x="2472576" y="3931759"/>
                  </a:lnTo>
                  <a:lnTo>
                    <a:pt x="2472701" y="3931759"/>
                  </a:lnTo>
                  <a:lnTo>
                    <a:pt x="2472826" y="3931759"/>
                  </a:lnTo>
                  <a:lnTo>
                    <a:pt x="2473076" y="3931759"/>
                  </a:lnTo>
                  <a:lnTo>
                    <a:pt x="2473201" y="3931759"/>
                  </a:lnTo>
                  <a:lnTo>
                    <a:pt x="2473451" y="3931759"/>
                  </a:lnTo>
                  <a:lnTo>
                    <a:pt x="2473576" y="3931759"/>
                  </a:lnTo>
                  <a:lnTo>
                    <a:pt x="2473701" y="3931759"/>
                  </a:lnTo>
                  <a:lnTo>
                    <a:pt x="2474077" y="3931759"/>
                  </a:lnTo>
                  <a:lnTo>
                    <a:pt x="2474202" y="3931759"/>
                  </a:lnTo>
                  <a:lnTo>
                    <a:pt x="2474452" y="3931759"/>
                  </a:lnTo>
                  <a:lnTo>
                    <a:pt x="2474577" y="3931759"/>
                  </a:lnTo>
                  <a:lnTo>
                    <a:pt x="2474702" y="3931759"/>
                  </a:lnTo>
                  <a:lnTo>
                    <a:pt x="2475327" y="3931759"/>
                  </a:lnTo>
                  <a:lnTo>
                    <a:pt x="2476327" y="3931759"/>
                  </a:lnTo>
                  <a:lnTo>
                    <a:pt x="2476702" y="3931759"/>
                  </a:lnTo>
                  <a:lnTo>
                    <a:pt x="2477203" y="3931759"/>
                  </a:lnTo>
                  <a:lnTo>
                    <a:pt x="2477578" y="3931759"/>
                  </a:lnTo>
                  <a:lnTo>
                    <a:pt x="2477703" y="3931759"/>
                  </a:lnTo>
                  <a:lnTo>
                    <a:pt x="2477828" y="3931759"/>
                  </a:lnTo>
                  <a:lnTo>
                    <a:pt x="2478453" y="3921806"/>
                  </a:lnTo>
                  <a:lnTo>
                    <a:pt x="2478578" y="3921806"/>
                  </a:lnTo>
                  <a:lnTo>
                    <a:pt x="2478703" y="3921806"/>
                  </a:lnTo>
                  <a:lnTo>
                    <a:pt x="2478828" y="3921806"/>
                  </a:lnTo>
                  <a:lnTo>
                    <a:pt x="2479203" y="3921806"/>
                  </a:lnTo>
                  <a:lnTo>
                    <a:pt x="2479328" y="3921806"/>
                  </a:lnTo>
                  <a:lnTo>
                    <a:pt x="2479453" y="3911852"/>
                  </a:lnTo>
                  <a:lnTo>
                    <a:pt x="2479828" y="3911852"/>
                  </a:lnTo>
                  <a:lnTo>
                    <a:pt x="2479954" y="3911852"/>
                  </a:lnTo>
                  <a:lnTo>
                    <a:pt x="2480079" y="3911852"/>
                  </a:lnTo>
                  <a:lnTo>
                    <a:pt x="2480579" y="3911852"/>
                  </a:lnTo>
                  <a:lnTo>
                    <a:pt x="2480829" y="3911852"/>
                  </a:lnTo>
                  <a:lnTo>
                    <a:pt x="2481204" y="3911852"/>
                  </a:lnTo>
                  <a:lnTo>
                    <a:pt x="2481329" y="3911852"/>
                  </a:lnTo>
                  <a:lnTo>
                    <a:pt x="2481454" y="3911852"/>
                  </a:lnTo>
                  <a:lnTo>
                    <a:pt x="2481954" y="3911852"/>
                  </a:lnTo>
                  <a:lnTo>
                    <a:pt x="2482329" y="3911852"/>
                  </a:lnTo>
                  <a:lnTo>
                    <a:pt x="2482454" y="3911852"/>
                  </a:lnTo>
                  <a:lnTo>
                    <a:pt x="2482829" y="3911852"/>
                  </a:lnTo>
                  <a:lnTo>
                    <a:pt x="2482955" y="3911852"/>
                  </a:lnTo>
                  <a:lnTo>
                    <a:pt x="2483330" y="3911852"/>
                  </a:lnTo>
                  <a:lnTo>
                    <a:pt x="2483455" y="3911852"/>
                  </a:lnTo>
                  <a:lnTo>
                    <a:pt x="2483830" y="3911852"/>
                  </a:lnTo>
                  <a:lnTo>
                    <a:pt x="2483955" y="3911852"/>
                  </a:lnTo>
                  <a:lnTo>
                    <a:pt x="2484205" y="3911852"/>
                  </a:lnTo>
                  <a:lnTo>
                    <a:pt x="2484580" y="3911852"/>
                  </a:lnTo>
                  <a:lnTo>
                    <a:pt x="2484830" y="3901898"/>
                  </a:lnTo>
                  <a:lnTo>
                    <a:pt x="2485205" y="3901898"/>
                  </a:lnTo>
                  <a:lnTo>
                    <a:pt x="2485330" y="3901898"/>
                  </a:lnTo>
                  <a:lnTo>
                    <a:pt x="2485580" y="3901898"/>
                  </a:lnTo>
                  <a:lnTo>
                    <a:pt x="2485705" y="3901898"/>
                  </a:lnTo>
                  <a:lnTo>
                    <a:pt x="2485831" y="3901898"/>
                  </a:lnTo>
                  <a:lnTo>
                    <a:pt x="2486956" y="3901898"/>
                  </a:lnTo>
                  <a:lnTo>
                    <a:pt x="2487331" y="3901898"/>
                  </a:lnTo>
                  <a:lnTo>
                    <a:pt x="2487456" y="3901898"/>
                  </a:lnTo>
                  <a:lnTo>
                    <a:pt x="2487581" y="3901898"/>
                  </a:lnTo>
                  <a:lnTo>
                    <a:pt x="2487706" y="3901898"/>
                  </a:lnTo>
                  <a:lnTo>
                    <a:pt x="2488081" y="3901898"/>
                  </a:lnTo>
                  <a:lnTo>
                    <a:pt x="2488832" y="3901898"/>
                  </a:lnTo>
                  <a:lnTo>
                    <a:pt x="2489332" y="3901898"/>
                  </a:lnTo>
                  <a:lnTo>
                    <a:pt x="2489457" y="3901898"/>
                  </a:lnTo>
                  <a:lnTo>
                    <a:pt x="2489707" y="3901898"/>
                  </a:lnTo>
                  <a:lnTo>
                    <a:pt x="2490332" y="3901898"/>
                  </a:lnTo>
                  <a:lnTo>
                    <a:pt x="2490582" y="3891944"/>
                  </a:lnTo>
                  <a:lnTo>
                    <a:pt x="2490707" y="3891944"/>
                  </a:lnTo>
                  <a:lnTo>
                    <a:pt x="2490832" y="3891944"/>
                  </a:lnTo>
                  <a:lnTo>
                    <a:pt x="2490957" y="3891944"/>
                  </a:lnTo>
                  <a:lnTo>
                    <a:pt x="2491457" y="3891944"/>
                  </a:lnTo>
                  <a:lnTo>
                    <a:pt x="2491582" y="3891944"/>
                  </a:lnTo>
                  <a:lnTo>
                    <a:pt x="2491958" y="3891944"/>
                  </a:lnTo>
                  <a:lnTo>
                    <a:pt x="2492083" y="3891944"/>
                  </a:lnTo>
                  <a:lnTo>
                    <a:pt x="2492708" y="3891944"/>
                  </a:lnTo>
                  <a:lnTo>
                    <a:pt x="2492833" y="3891944"/>
                  </a:lnTo>
                  <a:lnTo>
                    <a:pt x="2492958" y="3891944"/>
                  </a:lnTo>
                  <a:lnTo>
                    <a:pt x="2493333" y="3891944"/>
                  </a:lnTo>
                  <a:lnTo>
                    <a:pt x="2493458" y="3891944"/>
                  </a:lnTo>
                  <a:lnTo>
                    <a:pt x="2493583" y="3891944"/>
                  </a:lnTo>
                  <a:lnTo>
                    <a:pt x="2493708" y="3891944"/>
                  </a:lnTo>
                  <a:lnTo>
                    <a:pt x="2493958" y="3891944"/>
                  </a:lnTo>
                  <a:lnTo>
                    <a:pt x="2495084" y="3891944"/>
                  </a:lnTo>
                  <a:lnTo>
                    <a:pt x="2495209" y="3891944"/>
                  </a:lnTo>
                  <a:lnTo>
                    <a:pt x="2495459" y="3891944"/>
                  </a:lnTo>
                  <a:lnTo>
                    <a:pt x="2495584" y="3891944"/>
                  </a:lnTo>
                  <a:lnTo>
                    <a:pt x="2495834" y="3891944"/>
                  </a:lnTo>
                  <a:lnTo>
                    <a:pt x="2495959" y="3891944"/>
                  </a:lnTo>
                  <a:lnTo>
                    <a:pt x="2496334" y="3891944"/>
                  </a:lnTo>
                  <a:lnTo>
                    <a:pt x="2496834" y="3891944"/>
                  </a:lnTo>
                  <a:lnTo>
                    <a:pt x="2497960" y="3891944"/>
                  </a:lnTo>
                  <a:lnTo>
                    <a:pt x="2498210" y="3891944"/>
                  </a:lnTo>
                  <a:lnTo>
                    <a:pt x="2498460" y="3891944"/>
                  </a:lnTo>
                  <a:lnTo>
                    <a:pt x="2498710" y="3891944"/>
                  </a:lnTo>
                  <a:lnTo>
                    <a:pt x="2498835" y="3891944"/>
                  </a:lnTo>
                  <a:lnTo>
                    <a:pt x="2498960" y="3891944"/>
                  </a:lnTo>
                  <a:lnTo>
                    <a:pt x="2499085" y="3891944"/>
                  </a:lnTo>
                  <a:lnTo>
                    <a:pt x="2499210" y="3891944"/>
                  </a:lnTo>
                  <a:lnTo>
                    <a:pt x="2499585" y="3891944"/>
                  </a:lnTo>
                  <a:lnTo>
                    <a:pt x="2500210" y="3891944"/>
                  </a:lnTo>
                  <a:lnTo>
                    <a:pt x="2500460" y="3891944"/>
                  </a:lnTo>
                  <a:lnTo>
                    <a:pt x="2501211" y="3891944"/>
                  </a:lnTo>
                  <a:lnTo>
                    <a:pt x="2501336" y="3891944"/>
                  </a:lnTo>
                  <a:lnTo>
                    <a:pt x="2501461" y="3891944"/>
                  </a:lnTo>
                  <a:lnTo>
                    <a:pt x="2501836" y="3891944"/>
                  </a:lnTo>
                  <a:lnTo>
                    <a:pt x="2501961" y="3891944"/>
                  </a:lnTo>
                  <a:lnTo>
                    <a:pt x="2502086" y="3891944"/>
                  </a:lnTo>
                  <a:lnTo>
                    <a:pt x="2502336" y="3891944"/>
                  </a:lnTo>
                  <a:lnTo>
                    <a:pt x="2502461" y="3891944"/>
                  </a:lnTo>
                  <a:lnTo>
                    <a:pt x="2502586" y="3891944"/>
                  </a:lnTo>
                  <a:lnTo>
                    <a:pt x="2503086" y="3891944"/>
                  </a:lnTo>
                  <a:lnTo>
                    <a:pt x="2503211" y="3891944"/>
                  </a:lnTo>
                  <a:lnTo>
                    <a:pt x="2503711" y="3891944"/>
                  </a:lnTo>
                  <a:lnTo>
                    <a:pt x="2503837" y="3891944"/>
                  </a:lnTo>
                  <a:lnTo>
                    <a:pt x="2503962" y="3891944"/>
                  </a:lnTo>
                  <a:lnTo>
                    <a:pt x="2504087" y="3891944"/>
                  </a:lnTo>
                  <a:lnTo>
                    <a:pt x="2504212" y="3891944"/>
                  </a:lnTo>
                  <a:lnTo>
                    <a:pt x="2504337" y="3891944"/>
                  </a:lnTo>
                  <a:lnTo>
                    <a:pt x="2504462" y="3881990"/>
                  </a:lnTo>
                  <a:lnTo>
                    <a:pt x="2504587" y="3881990"/>
                  </a:lnTo>
                  <a:lnTo>
                    <a:pt x="2504712" y="3881990"/>
                  </a:lnTo>
                  <a:lnTo>
                    <a:pt x="2504837" y="3881990"/>
                  </a:lnTo>
                  <a:lnTo>
                    <a:pt x="2505087" y="3881990"/>
                  </a:lnTo>
                  <a:lnTo>
                    <a:pt x="2505462" y="3881990"/>
                  </a:lnTo>
                  <a:lnTo>
                    <a:pt x="2505587" y="3881990"/>
                  </a:lnTo>
                  <a:lnTo>
                    <a:pt x="2505962" y="3881990"/>
                  </a:lnTo>
                  <a:lnTo>
                    <a:pt x="2506212" y="3881990"/>
                  </a:lnTo>
                  <a:lnTo>
                    <a:pt x="2507338" y="3881990"/>
                  </a:lnTo>
                  <a:lnTo>
                    <a:pt x="2507713" y="3881990"/>
                  </a:lnTo>
                  <a:lnTo>
                    <a:pt x="2507963" y="3881990"/>
                  </a:lnTo>
                  <a:lnTo>
                    <a:pt x="2508088" y="3881990"/>
                  </a:lnTo>
                  <a:lnTo>
                    <a:pt x="2508213" y="3881990"/>
                  </a:lnTo>
                  <a:lnTo>
                    <a:pt x="2508588" y="3881990"/>
                  </a:lnTo>
                  <a:lnTo>
                    <a:pt x="2508838" y="3881990"/>
                  </a:lnTo>
                  <a:lnTo>
                    <a:pt x="2508963" y="3881990"/>
                  </a:lnTo>
                  <a:lnTo>
                    <a:pt x="2509338" y="3881990"/>
                  </a:lnTo>
                  <a:lnTo>
                    <a:pt x="2509463" y="3881990"/>
                  </a:lnTo>
                  <a:lnTo>
                    <a:pt x="2509588" y="3881990"/>
                  </a:lnTo>
                  <a:lnTo>
                    <a:pt x="2509713" y="3881990"/>
                  </a:lnTo>
                  <a:lnTo>
                    <a:pt x="2509839" y="3881990"/>
                  </a:lnTo>
                  <a:lnTo>
                    <a:pt x="2510089" y="3881990"/>
                  </a:lnTo>
                  <a:lnTo>
                    <a:pt x="2510214" y="3881990"/>
                  </a:lnTo>
                  <a:lnTo>
                    <a:pt x="2510339" y="3881990"/>
                  </a:lnTo>
                  <a:lnTo>
                    <a:pt x="2510464" y="3881990"/>
                  </a:lnTo>
                  <a:lnTo>
                    <a:pt x="2510839" y="3881990"/>
                  </a:lnTo>
                  <a:lnTo>
                    <a:pt x="2510964" y="3881990"/>
                  </a:lnTo>
                  <a:lnTo>
                    <a:pt x="2511339" y="3881990"/>
                  </a:lnTo>
                  <a:lnTo>
                    <a:pt x="2511714" y="3881990"/>
                  </a:lnTo>
                  <a:lnTo>
                    <a:pt x="2511964" y="3881990"/>
                  </a:lnTo>
                  <a:lnTo>
                    <a:pt x="2512339" y="3881990"/>
                  </a:lnTo>
                  <a:lnTo>
                    <a:pt x="2512589" y="3881990"/>
                  </a:lnTo>
                  <a:lnTo>
                    <a:pt x="2512714" y="3881990"/>
                  </a:lnTo>
                  <a:lnTo>
                    <a:pt x="2512840" y="3881990"/>
                  </a:lnTo>
                  <a:lnTo>
                    <a:pt x="2512965" y="3872037"/>
                  </a:lnTo>
                  <a:lnTo>
                    <a:pt x="2513090" y="3872037"/>
                  </a:lnTo>
                  <a:lnTo>
                    <a:pt x="2513590" y="3872037"/>
                  </a:lnTo>
                  <a:lnTo>
                    <a:pt x="2513715" y="3872037"/>
                  </a:lnTo>
                  <a:lnTo>
                    <a:pt x="2513840" y="3872037"/>
                  </a:lnTo>
                  <a:lnTo>
                    <a:pt x="2514590" y="3872037"/>
                  </a:lnTo>
                  <a:lnTo>
                    <a:pt x="2514715" y="3872037"/>
                  </a:lnTo>
                  <a:lnTo>
                    <a:pt x="2515215" y="3872037"/>
                  </a:lnTo>
                  <a:lnTo>
                    <a:pt x="2515340" y="3872037"/>
                  </a:lnTo>
                  <a:lnTo>
                    <a:pt x="2515715" y="3872037"/>
                  </a:lnTo>
                  <a:lnTo>
                    <a:pt x="2515841" y="3872037"/>
                  </a:lnTo>
                  <a:lnTo>
                    <a:pt x="2516091" y="3872037"/>
                  </a:lnTo>
                  <a:lnTo>
                    <a:pt x="2516466" y="3872037"/>
                  </a:lnTo>
                  <a:lnTo>
                    <a:pt x="2516716" y="3872037"/>
                  </a:lnTo>
                  <a:lnTo>
                    <a:pt x="2516841" y="3872037"/>
                  </a:lnTo>
                  <a:lnTo>
                    <a:pt x="2517341" y="3872037"/>
                  </a:lnTo>
                  <a:lnTo>
                    <a:pt x="2517466" y="3872037"/>
                  </a:lnTo>
                  <a:lnTo>
                    <a:pt x="2517716" y="3872037"/>
                  </a:lnTo>
                  <a:lnTo>
                    <a:pt x="2517966" y="3872037"/>
                  </a:lnTo>
                  <a:lnTo>
                    <a:pt x="2518091" y="3872037"/>
                  </a:lnTo>
                  <a:lnTo>
                    <a:pt x="2518216" y="3872037"/>
                  </a:lnTo>
                  <a:lnTo>
                    <a:pt x="2518341" y="3872037"/>
                  </a:lnTo>
                  <a:lnTo>
                    <a:pt x="2518716" y="3872037"/>
                  </a:lnTo>
                  <a:lnTo>
                    <a:pt x="2518967" y="3872037"/>
                  </a:lnTo>
                  <a:lnTo>
                    <a:pt x="2519092" y="3872037"/>
                  </a:lnTo>
                  <a:lnTo>
                    <a:pt x="2519467" y="3872037"/>
                  </a:lnTo>
                  <a:lnTo>
                    <a:pt x="2519717" y="3872037"/>
                  </a:lnTo>
                  <a:lnTo>
                    <a:pt x="2519842" y="3862083"/>
                  </a:lnTo>
                  <a:lnTo>
                    <a:pt x="2520092" y="3862083"/>
                  </a:lnTo>
                  <a:lnTo>
                    <a:pt x="2520592" y="3862083"/>
                  </a:lnTo>
                  <a:lnTo>
                    <a:pt x="2520717" y="3862083"/>
                  </a:lnTo>
                  <a:lnTo>
                    <a:pt x="2520842" y="3862083"/>
                  </a:lnTo>
                  <a:lnTo>
                    <a:pt x="2521342" y="3862083"/>
                  </a:lnTo>
                  <a:lnTo>
                    <a:pt x="2521843" y="3862083"/>
                  </a:lnTo>
                  <a:lnTo>
                    <a:pt x="2523218" y="3862083"/>
                  </a:lnTo>
                  <a:lnTo>
                    <a:pt x="2523468" y="3862083"/>
                  </a:lnTo>
                  <a:lnTo>
                    <a:pt x="2523593" y="3862083"/>
                  </a:lnTo>
                  <a:lnTo>
                    <a:pt x="2523718" y="3862083"/>
                  </a:lnTo>
                  <a:lnTo>
                    <a:pt x="2523843" y="3862083"/>
                  </a:lnTo>
                  <a:lnTo>
                    <a:pt x="2523968" y="3862083"/>
                  </a:lnTo>
                  <a:lnTo>
                    <a:pt x="2524343" y="3862083"/>
                  </a:lnTo>
                  <a:lnTo>
                    <a:pt x="2524719" y="3862083"/>
                  </a:lnTo>
                  <a:lnTo>
                    <a:pt x="2524969" y="3862083"/>
                  </a:lnTo>
                  <a:lnTo>
                    <a:pt x="2525094" y="3862083"/>
                  </a:lnTo>
                  <a:lnTo>
                    <a:pt x="2525219" y="3862083"/>
                  </a:lnTo>
                  <a:lnTo>
                    <a:pt x="2525344" y="3862083"/>
                  </a:lnTo>
                  <a:lnTo>
                    <a:pt x="2525719" y="3862083"/>
                  </a:lnTo>
                  <a:lnTo>
                    <a:pt x="2525844" y="3862083"/>
                  </a:lnTo>
                  <a:lnTo>
                    <a:pt x="2526344" y="3862083"/>
                  </a:lnTo>
                  <a:lnTo>
                    <a:pt x="2526844" y="3862083"/>
                  </a:lnTo>
                  <a:lnTo>
                    <a:pt x="2527720" y="3862083"/>
                  </a:lnTo>
                  <a:lnTo>
                    <a:pt x="2527970" y="3862083"/>
                  </a:lnTo>
                  <a:lnTo>
                    <a:pt x="2528345" y="3862083"/>
                  </a:lnTo>
                  <a:lnTo>
                    <a:pt x="2528595" y="3862083"/>
                  </a:lnTo>
                  <a:lnTo>
                    <a:pt x="2528845" y="3862083"/>
                  </a:lnTo>
                  <a:lnTo>
                    <a:pt x="2529095" y="3862083"/>
                  </a:lnTo>
                  <a:lnTo>
                    <a:pt x="2529470" y="3862083"/>
                  </a:lnTo>
                  <a:lnTo>
                    <a:pt x="2529720" y="3862083"/>
                  </a:lnTo>
                  <a:lnTo>
                    <a:pt x="2529970" y="3862083"/>
                  </a:lnTo>
                  <a:lnTo>
                    <a:pt x="2530095" y="3862083"/>
                  </a:lnTo>
                  <a:lnTo>
                    <a:pt x="2530470" y="3862083"/>
                  </a:lnTo>
                  <a:lnTo>
                    <a:pt x="2531096" y="3862083"/>
                  </a:lnTo>
                  <a:lnTo>
                    <a:pt x="2531221" y="3862083"/>
                  </a:lnTo>
                  <a:lnTo>
                    <a:pt x="2531346" y="3862083"/>
                  </a:lnTo>
                  <a:lnTo>
                    <a:pt x="2533847" y="3862083"/>
                  </a:lnTo>
                  <a:lnTo>
                    <a:pt x="2533972" y="3862083"/>
                  </a:lnTo>
                  <a:lnTo>
                    <a:pt x="2534097" y="3862083"/>
                  </a:lnTo>
                  <a:lnTo>
                    <a:pt x="2534472" y="3862083"/>
                  </a:lnTo>
                  <a:lnTo>
                    <a:pt x="2534597" y="3862083"/>
                  </a:lnTo>
                  <a:lnTo>
                    <a:pt x="2534722" y="3862083"/>
                  </a:lnTo>
                  <a:lnTo>
                    <a:pt x="2535097" y="3862083"/>
                  </a:lnTo>
                  <a:lnTo>
                    <a:pt x="2535222" y="3862083"/>
                  </a:lnTo>
                  <a:lnTo>
                    <a:pt x="2535347" y="3862083"/>
                  </a:lnTo>
                  <a:lnTo>
                    <a:pt x="2535472" y="3862083"/>
                  </a:lnTo>
                  <a:lnTo>
                    <a:pt x="2535597" y="3862083"/>
                  </a:lnTo>
                  <a:lnTo>
                    <a:pt x="2535722" y="3862083"/>
                  </a:lnTo>
                  <a:lnTo>
                    <a:pt x="2535847" y="3862083"/>
                  </a:lnTo>
                  <a:lnTo>
                    <a:pt x="2535972" y="3862083"/>
                  </a:lnTo>
                  <a:lnTo>
                    <a:pt x="2536097" y="3862083"/>
                  </a:lnTo>
                  <a:lnTo>
                    <a:pt x="2536222" y="3862083"/>
                  </a:lnTo>
                  <a:lnTo>
                    <a:pt x="2536472" y="3862083"/>
                  </a:lnTo>
                  <a:lnTo>
                    <a:pt x="2536848" y="3862083"/>
                  </a:lnTo>
                  <a:lnTo>
                    <a:pt x="2537348" y="3862083"/>
                  </a:lnTo>
                  <a:lnTo>
                    <a:pt x="2537473" y="3862083"/>
                  </a:lnTo>
                  <a:lnTo>
                    <a:pt x="2537598" y="3862083"/>
                  </a:lnTo>
                  <a:lnTo>
                    <a:pt x="2538098" y="3862083"/>
                  </a:lnTo>
                  <a:lnTo>
                    <a:pt x="2538223" y="3862083"/>
                  </a:lnTo>
                  <a:lnTo>
                    <a:pt x="2538348" y="3862083"/>
                  </a:lnTo>
                  <a:lnTo>
                    <a:pt x="2538473" y="3862083"/>
                  </a:lnTo>
                  <a:lnTo>
                    <a:pt x="2538848" y="3862083"/>
                  </a:lnTo>
                  <a:lnTo>
                    <a:pt x="2539223" y="3862083"/>
                  </a:lnTo>
                  <a:lnTo>
                    <a:pt x="2539348" y="3862083"/>
                  </a:lnTo>
                  <a:lnTo>
                    <a:pt x="2539473" y="3862083"/>
                  </a:lnTo>
                  <a:lnTo>
                    <a:pt x="2539598" y="3862083"/>
                  </a:lnTo>
                  <a:lnTo>
                    <a:pt x="2539724" y="3862083"/>
                  </a:lnTo>
                  <a:lnTo>
                    <a:pt x="2539849" y="3862083"/>
                  </a:lnTo>
                  <a:lnTo>
                    <a:pt x="2539974" y="3862083"/>
                  </a:lnTo>
                  <a:lnTo>
                    <a:pt x="2540099" y="3862083"/>
                  </a:lnTo>
                  <a:lnTo>
                    <a:pt x="2540224" y="3862083"/>
                  </a:lnTo>
                  <a:lnTo>
                    <a:pt x="2540349" y="3862083"/>
                  </a:lnTo>
                  <a:lnTo>
                    <a:pt x="2540849" y="3862083"/>
                  </a:lnTo>
                  <a:lnTo>
                    <a:pt x="2540974" y="3862083"/>
                  </a:lnTo>
                  <a:lnTo>
                    <a:pt x="2541349" y="3862083"/>
                  </a:lnTo>
                  <a:lnTo>
                    <a:pt x="2541599" y="3862083"/>
                  </a:lnTo>
                  <a:lnTo>
                    <a:pt x="2541849" y="3862083"/>
                  </a:lnTo>
                  <a:lnTo>
                    <a:pt x="2541974" y="3862083"/>
                  </a:lnTo>
                  <a:lnTo>
                    <a:pt x="2541974" y="3852129"/>
                  </a:lnTo>
                  <a:lnTo>
                    <a:pt x="2542349" y="3852129"/>
                  </a:lnTo>
                  <a:lnTo>
                    <a:pt x="2542599" y="3852129"/>
                  </a:lnTo>
                  <a:lnTo>
                    <a:pt x="2542725" y="3852129"/>
                  </a:lnTo>
                  <a:lnTo>
                    <a:pt x="2543100" y="3852129"/>
                  </a:lnTo>
                  <a:lnTo>
                    <a:pt x="2543975" y="3852129"/>
                  </a:lnTo>
                  <a:lnTo>
                    <a:pt x="2544225" y="3852129"/>
                  </a:lnTo>
                  <a:lnTo>
                    <a:pt x="2544350" y="3852129"/>
                  </a:lnTo>
                  <a:lnTo>
                    <a:pt x="2544475" y="3852129"/>
                  </a:lnTo>
                  <a:lnTo>
                    <a:pt x="2545100" y="3852129"/>
                  </a:lnTo>
                  <a:lnTo>
                    <a:pt x="2545350" y="3852129"/>
                  </a:lnTo>
                  <a:lnTo>
                    <a:pt x="2546226" y="3852129"/>
                  </a:lnTo>
                  <a:lnTo>
                    <a:pt x="2546476" y="3852129"/>
                  </a:lnTo>
                  <a:lnTo>
                    <a:pt x="2546601" y="3852129"/>
                  </a:lnTo>
                  <a:lnTo>
                    <a:pt x="2547101" y="3852129"/>
                  </a:lnTo>
                  <a:lnTo>
                    <a:pt x="2547476" y="3852129"/>
                  </a:lnTo>
                  <a:lnTo>
                    <a:pt x="2547601" y="3852129"/>
                  </a:lnTo>
                  <a:lnTo>
                    <a:pt x="2547726" y="3852129"/>
                  </a:lnTo>
                  <a:lnTo>
                    <a:pt x="2547851" y="3852129"/>
                  </a:lnTo>
                  <a:lnTo>
                    <a:pt x="2547976" y="3852129"/>
                  </a:lnTo>
                  <a:lnTo>
                    <a:pt x="2548351" y="3842175"/>
                  </a:lnTo>
                  <a:lnTo>
                    <a:pt x="2548476" y="3842175"/>
                  </a:lnTo>
                  <a:lnTo>
                    <a:pt x="2548601" y="3842175"/>
                  </a:lnTo>
                  <a:lnTo>
                    <a:pt x="2548727" y="3842175"/>
                  </a:lnTo>
                  <a:lnTo>
                    <a:pt x="2548852" y="3842175"/>
                  </a:lnTo>
                  <a:lnTo>
                    <a:pt x="2548977" y="3842175"/>
                  </a:lnTo>
                  <a:lnTo>
                    <a:pt x="2549102" y="3842175"/>
                  </a:lnTo>
                  <a:lnTo>
                    <a:pt x="2549352" y="3842175"/>
                  </a:lnTo>
                  <a:lnTo>
                    <a:pt x="2549602" y="3842175"/>
                  </a:lnTo>
                  <a:lnTo>
                    <a:pt x="2549852" y="3842175"/>
                  </a:lnTo>
                  <a:lnTo>
                    <a:pt x="2550227" y="3842175"/>
                  </a:lnTo>
                  <a:lnTo>
                    <a:pt x="2550477" y="3842175"/>
                  </a:lnTo>
                  <a:lnTo>
                    <a:pt x="2550602" y="3842175"/>
                  </a:lnTo>
                  <a:lnTo>
                    <a:pt x="2550852" y="3842175"/>
                  </a:lnTo>
                  <a:lnTo>
                    <a:pt x="2551102" y="3842175"/>
                  </a:lnTo>
                  <a:lnTo>
                    <a:pt x="2551477" y="3842175"/>
                  </a:lnTo>
                  <a:lnTo>
                    <a:pt x="2551978" y="3842175"/>
                  </a:lnTo>
                  <a:lnTo>
                    <a:pt x="2552103" y="3842175"/>
                  </a:lnTo>
                  <a:lnTo>
                    <a:pt x="2552228" y="3842175"/>
                  </a:lnTo>
                  <a:lnTo>
                    <a:pt x="2552353" y="3842175"/>
                  </a:lnTo>
                  <a:lnTo>
                    <a:pt x="2552978" y="3842175"/>
                  </a:lnTo>
                  <a:lnTo>
                    <a:pt x="2553353" y="3842175"/>
                  </a:lnTo>
                  <a:lnTo>
                    <a:pt x="2553478" y="3842175"/>
                  </a:lnTo>
                  <a:lnTo>
                    <a:pt x="2553603" y="3842175"/>
                  </a:lnTo>
                  <a:lnTo>
                    <a:pt x="2553728" y="3842175"/>
                  </a:lnTo>
                  <a:lnTo>
                    <a:pt x="2553978" y="3842175"/>
                  </a:lnTo>
                  <a:lnTo>
                    <a:pt x="2554103" y="3842175"/>
                  </a:lnTo>
                  <a:lnTo>
                    <a:pt x="2554228" y="3842175"/>
                  </a:lnTo>
                  <a:lnTo>
                    <a:pt x="2555729" y="3842175"/>
                  </a:lnTo>
                  <a:lnTo>
                    <a:pt x="2556104" y="3842175"/>
                  </a:lnTo>
                  <a:lnTo>
                    <a:pt x="2556229" y="3842175"/>
                  </a:lnTo>
                  <a:lnTo>
                    <a:pt x="2556354" y="3842175"/>
                  </a:lnTo>
                  <a:lnTo>
                    <a:pt x="2556479" y="3842175"/>
                  </a:lnTo>
                  <a:lnTo>
                    <a:pt x="2556604" y="3842175"/>
                  </a:lnTo>
                  <a:lnTo>
                    <a:pt x="2557104" y="3842175"/>
                  </a:lnTo>
                  <a:lnTo>
                    <a:pt x="2557354" y="3842175"/>
                  </a:lnTo>
                  <a:lnTo>
                    <a:pt x="2557980" y="3842175"/>
                  </a:lnTo>
                  <a:lnTo>
                    <a:pt x="2557980" y="3832221"/>
                  </a:lnTo>
                  <a:lnTo>
                    <a:pt x="2558105" y="3832221"/>
                  </a:lnTo>
                  <a:lnTo>
                    <a:pt x="2558230" y="3832221"/>
                  </a:lnTo>
                  <a:lnTo>
                    <a:pt x="2558355" y="3832221"/>
                  </a:lnTo>
                  <a:lnTo>
                    <a:pt x="2558480" y="3832221"/>
                  </a:lnTo>
                  <a:lnTo>
                    <a:pt x="2558855" y="3832221"/>
                  </a:lnTo>
                  <a:lnTo>
                    <a:pt x="2559605" y="3832221"/>
                  </a:lnTo>
                  <a:lnTo>
                    <a:pt x="2559730" y="3832221"/>
                  </a:lnTo>
                  <a:lnTo>
                    <a:pt x="2560105" y="3832221"/>
                  </a:lnTo>
                  <a:lnTo>
                    <a:pt x="2560355" y="3832221"/>
                  </a:lnTo>
                  <a:lnTo>
                    <a:pt x="2561106" y="3832221"/>
                  </a:lnTo>
                  <a:lnTo>
                    <a:pt x="2561356" y="3832221"/>
                  </a:lnTo>
                  <a:lnTo>
                    <a:pt x="2561606" y="3832221"/>
                  </a:lnTo>
                  <a:lnTo>
                    <a:pt x="2561731" y="3832221"/>
                  </a:lnTo>
                  <a:lnTo>
                    <a:pt x="2561981" y="3832221"/>
                  </a:lnTo>
                  <a:lnTo>
                    <a:pt x="2562106" y="3832221"/>
                  </a:lnTo>
                  <a:lnTo>
                    <a:pt x="2562731" y="3832221"/>
                  </a:lnTo>
                  <a:lnTo>
                    <a:pt x="2563106" y="3832221"/>
                  </a:lnTo>
                  <a:lnTo>
                    <a:pt x="2563356" y="3832221"/>
                  </a:lnTo>
                  <a:lnTo>
                    <a:pt x="2563481" y="3832221"/>
                  </a:lnTo>
                  <a:lnTo>
                    <a:pt x="2563607" y="3832221"/>
                  </a:lnTo>
                  <a:lnTo>
                    <a:pt x="2563732" y="3832221"/>
                  </a:lnTo>
                  <a:lnTo>
                    <a:pt x="2564107" y="3832221"/>
                  </a:lnTo>
                  <a:lnTo>
                    <a:pt x="2564857" y="3832221"/>
                  </a:lnTo>
                  <a:lnTo>
                    <a:pt x="2564982" y="3832221"/>
                  </a:lnTo>
                  <a:lnTo>
                    <a:pt x="2565232" y="3832221"/>
                  </a:lnTo>
                  <a:lnTo>
                    <a:pt x="2565607" y="3832221"/>
                  </a:lnTo>
                  <a:lnTo>
                    <a:pt x="2565982" y="3832221"/>
                  </a:lnTo>
                  <a:lnTo>
                    <a:pt x="2566232" y="3832221"/>
                  </a:lnTo>
                  <a:lnTo>
                    <a:pt x="2566482" y="3832221"/>
                  </a:lnTo>
                  <a:lnTo>
                    <a:pt x="2566733" y="3832221"/>
                  </a:lnTo>
                  <a:lnTo>
                    <a:pt x="2566983" y="3832221"/>
                  </a:lnTo>
                  <a:lnTo>
                    <a:pt x="2567108" y="3832221"/>
                  </a:lnTo>
                  <a:lnTo>
                    <a:pt x="2567483" y="3832221"/>
                  </a:lnTo>
                  <a:lnTo>
                    <a:pt x="2567733" y="3832221"/>
                  </a:lnTo>
                  <a:lnTo>
                    <a:pt x="2567858" y="3832221"/>
                  </a:lnTo>
                  <a:lnTo>
                    <a:pt x="2567983" y="3832221"/>
                  </a:lnTo>
                  <a:lnTo>
                    <a:pt x="2568108" y="3832221"/>
                  </a:lnTo>
                  <a:lnTo>
                    <a:pt x="2568233" y="3832221"/>
                  </a:lnTo>
                  <a:lnTo>
                    <a:pt x="2569108" y="3832221"/>
                  </a:lnTo>
                  <a:lnTo>
                    <a:pt x="2569358" y="3832221"/>
                  </a:lnTo>
                  <a:lnTo>
                    <a:pt x="2569859" y="3832221"/>
                  </a:lnTo>
                  <a:lnTo>
                    <a:pt x="2569984" y="3832221"/>
                  </a:lnTo>
                  <a:lnTo>
                    <a:pt x="2570359" y="3832221"/>
                  </a:lnTo>
                  <a:lnTo>
                    <a:pt x="2570484" y="3832221"/>
                  </a:lnTo>
                  <a:lnTo>
                    <a:pt x="2570859" y="3832221"/>
                  </a:lnTo>
                  <a:lnTo>
                    <a:pt x="2570984" y="3832221"/>
                  </a:lnTo>
                  <a:lnTo>
                    <a:pt x="2571234" y="3832221"/>
                  </a:lnTo>
                  <a:lnTo>
                    <a:pt x="2571359" y="3832221"/>
                  </a:lnTo>
                  <a:lnTo>
                    <a:pt x="2571734" y="3832221"/>
                  </a:lnTo>
                  <a:lnTo>
                    <a:pt x="2571984" y="3832221"/>
                  </a:lnTo>
                  <a:lnTo>
                    <a:pt x="2572109" y="3832221"/>
                  </a:lnTo>
                  <a:lnTo>
                    <a:pt x="2572234" y="3832221"/>
                  </a:lnTo>
                  <a:lnTo>
                    <a:pt x="2572484" y="3832221"/>
                  </a:lnTo>
                  <a:lnTo>
                    <a:pt x="2572610" y="3832221"/>
                  </a:lnTo>
                  <a:lnTo>
                    <a:pt x="2573735" y="3832221"/>
                  </a:lnTo>
                  <a:lnTo>
                    <a:pt x="2573985" y="3832221"/>
                  </a:lnTo>
                  <a:lnTo>
                    <a:pt x="2574110" y="3832221"/>
                  </a:lnTo>
                  <a:lnTo>
                    <a:pt x="2574235" y="3832221"/>
                  </a:lnTo>
                  <a:lnTo>
                    <a:pt x="2574360" y="3832221"/>
                  </a:lnTo>
                  <a:lnTo>
                    <a:pt x="2574610" y="3832221"/>
                  </a:lnTo>
                  <a:lnTo>
                    <a:pt x="2575110" y="3832221"/>
                  </a:lnTo>
                  <a:lnTo>
                    <a:pt x="2575736" y="3832221"/>
                  </a:lnTo>
                  <a:lnTo>
                    <a:pt x="2575861" y="3832221"/>
                  </a:lnTo>
                  <a:lnTo>
                    <a:pt x="2575986" y="3822267"/>
                  </a:lnTo>
                  <a:lnTo>
                    <a:pt x="2576236" y="3822267"/>
                  </a:lnTo>
                  <a:lnTo>
                    <a:pt x="2576611" y="3822267"/>
                  </a:lnTo>
                  <a:lnTo>
                    <a:pt x="2576736" y="3822267"/>
                  </a:lnTo>
                  <a:lnTo>
                    <a:pt x="2576861" y="3822267"/>
                  </a:lnTo>
                  <a:lnTo>
                    <a:pt x="2576986" y="3822267"/>
                  </a:lnTo>
                  <a:lnTo>
                    <a:pt x="2577111" y="3822267"/>
                  </a:lnTo>
                  <a:lnTo>
                    <a:pt x="2577361" y="3822267"/>
                  </a:lnTo>
                  <a:lnTo>
                    <a:pt x="2577611" y="3822267"/>
                  </a:lnTo>
                  <a:lnTo>
                    <a:pt x="2577986" y="3822267"/>
                  </a:lnTo>
                  <a:lnTo>
                    <a:pt x="2578361" y="3822267"/>
                  </a:lnTo>
                  <a:lnTo>
                    <a:pt x="2578612" y="3822267"/>
                  </a:lnTo>
                  <a:lnTo>
                    <a:pt x="2578862" y="3822267"/>
                  </a:lnTo>
                  <a:lnTo>
                    <a:pt x="2578987" y="3822267"/>
                  </a:lnTo>
                  <a:lnTo>
                    <a:pt x="2579487" y="3822267"/>
                  </a:lnTo>
                  <a:lnTo>
                    <a:pt x="2579612" y="3822267"/>
                  </a:lnTo>
                  <a:lnTo>
                    <a:pt x="2580112" y="3822267"/>
                  </a:lnTo>
                  <a:lnTo>
                    <a:pt x="2580237" y="3822267"/>
                  </a:lnTo>
                  <a:lnTo>
                    <a:pt x="2580362" y="3822267"/>
                  </a:lnTo>
                  <a:lnTo>
                    <a:pt x="2580487" y="3822267"/>
                  </a:lnTo>
                  <a:lnTo>
                    <a:pt x="2580737" y="3822267"/>
                  </a:lnTo>
                  <a:lnTo>
                    <a:pt x="2580862" y="3822267"/>
                  </a:lnTo>
                  <a:lnTo>
                    <a:pt x="2580987" y="3822267"/>
                  </a:lnTo>
                  <a:lnTo>
                    <a:pt x="2581112" y="3822267"/>
                  </a:lnTo>
                  <a:lnTo>
                    <a:pt x="2581362" y="3822267"/>
                  </a:lnTo>
                  <a:lnTo>
                    <a:pt x="2581613" y="3822267"/>
                  </a:lnTo>
                  <a:lnTo>
                    <a:pt x="2581863" y="3822267"/>
                  </a:lnTo>
                  <a:lnTo>
                    <a:pt x="2581988" y="3822267"/>
                  </a:lnTo>
                  <a:lnTo>
                    <a:pt x="2582238" y="3822267"/>
                  </a:lnTo>
                  <a:lnTo>
                    <a:pt x="2582488" y="3822267"/>
                  </a:lnTo>
                  <a:lnTo>
                    <a:pt x="2582613" y="3822267"/>
                  </a:lnTo>
                  <a:lnTo>
                    <a:pt x="2582738" y="3822267"/>
                  </a:lnTo>
                  <a:lnTo>
                    <a:pt x="2582988" y="3822267"/>
                  </a:lnTo>
                  <a:lnTo>
                    <a:pt x="2583113" y="3822267"/>
                  </a:lnTo>
                  <a:lnTo>
                    <a:pt x="2583488" y="3822267"/>
                  </a:lnTo>
                  <a:lnTo>
                    <a:pt x="2583863" y="3822267"/>
                  </a:lnTo>
                  <a:lnTo>
                    <a:pt x="2583988" y="3822267"/>
                  </a:lnTo>
                  <a:lnTo>
                    <a:pt x="2584238" y="3822267"/>
                  </a:lnTo>
                  <a:lnTo>
                    <a:pt x="2584488" y="3822267"/>
                  </a:lnTo>
                  <a:lnTo>
                    <a:pt x="2584739" y="3822267"/>
                  </a:lnTo>
                  <a:lnTo>
                    <a:pt x="2584864" y="3822267"/>
                  </a:lnTo>
                  <a:lnTo>
                    <a:pt x="2585114" y="3822267"/>
                  </a:lnTo>
                  <a:lnTo>
                    <a:pt x="2585239" y="3822267"/>
                  </a:lnTo>
                  <a:lnTo>
                    <a:pt x="2585489" y="3822267"/>
                  </a:lnTo>
                  <a:lnTo>
                    <a:pt x="2585739" y="3822267"/>
                  </a:lnTo>
                  <a:lnTo>
                    <a:pt x="2586489" y="3822267"/>
                  </a:lnTo>
                  <a:lnTo>
                    <a:pt x="2586989" y="3822267"/>
                  </a:lnTo>
                  <a:lnTo>
                    <a:pt x="2586989" y="3812314"/>
                  </a:lnTo>
                  <a:lnTo>
                    <a:pt x="2587239" y="3812314"/>
                  </a:lnTo>
                  <a:lnTo>
                    <a:pt x="2587990" y="3812314"/>
                  </a:lnTo>
                  <a:lnTo>
                    <a:pt x="2588740" y="3812314"/>
                  </a:lnTo>
                  <a:lnTo>
                    <a:pt x="2588865" y="3812314"/>
                  </a:lnTo>
                  <a:lnTo>
                    <a:pt x="2588990" y="3812314"/>
                  </a:lnTo>
                  <a:lnTo>
                    <a:pt x="2589740" y="3812314"/>
                  </a:lnTo>
                  <a:lnTo>
                    <a:pt x="2590866" y="3812314"/>
                  </a:lnTo>
                  <a:lnTo>
                    <a:pt x="2590991" y="3812314"/>
                  </a:lnTo>
                  <a:lnTo>
                    <a:pt x="2591116" y="3812314"/>
                  </a:lnTo>
                  <a:lnTo>
                    <a:pt x="2591241" y="3812314"/>
                  </a:lnTo>
                  <a:lnTo>
                    <a:pt x="2591366" y="3812314"/>
                  </a:lnTo>
                  <a:lnTo>
                    <a:pt x="2591741" y="3812314"/>
                  </a:lnTo>
                  <a:lnTo>
                    <a:pt x="2591991" y="3812314"/>
                  </a:lnTo>
                  <a:lnTo>
                    <a:pt x="2592116" y="3812314"/>
                  </a:lnTo>
                  <a:lnTo>
                    <a:pt x="2592866" y="3812314"/>
                  </a:lnTo>
                  <a:lnTo>
                    <a:pt x="2593116" y="3812314"/>
                  </a:lnTo>
                  <a:lnTo>
                    <a:pt x="2593241" y="3812314"/>
                  </a:lnTo>
                  <a:lnTo>
                    <a:pt x="2593491" y="3812314"/>
                  </a:lnTo>
                  <a:lnTo>
                    <a:pt x="2593742" y="3812314"/>
                  </a:lnTo>
                  <a:lnTo>
                    <a:pt x="2594242" y="3812314"/>
                  </a:lnTo>
                  <a:lnTo>
                    <a:pt x="2594367" y="3812314"/>
                  </a:lnTo>
                  <a:lnTo>
                    <a:pt x="2594992" y="3812314"/>
                  </a:lnTo>
                  <a:lnTo>
                    <a:pt x="2595117" y="3812314"/>
                  </a:lnTo>
                  <a:lnTo>
                    <a:pt x="2595742" y="3812314"/>
                  </a:lnTo>
                  <a:lnTo>
                    <a:pt x="2595867" y="3812314"/>
                  </a:lnTo>
                  <a:lnTo>
                    <a:pt x="2596242" y="3812314"/>
                  </a:lnTo>
                  <a:lnTo>
                    <a:pt x="2596367" y="3812314"/>
                  </a:lnTo>
                  <a:lnTo>
                    <a:pt x="2596618" y="3812314"/>
                  </a:lnTo>
                  <a:lnTo>
                    <a:pt x="2596743" y="3812314"/>
                  </a:lnTo>
                  <a:lnTo>
                    <a:pt x="2597243" y="3812314"/>
                  </a:lnTo>
                  <a:lnTo>
                    <a:pt x="2597868" y="3812314"/>
                  </a:lnTo>
                  <a:lnTo>
                    <a:pt x="2598368" y="3812314"/>
                  </a:lnTo>
                  <a:lnTo>
                    <a:pt x="2598493" y="3812314"/>
                  </a:lnTo>
                  <a:lnTo>
                    <a:pt x="2598618" y="3812314"/>
                  </a:lnTo>
                  <a:lnTo>
                    <a:pt x="2598743" y="3812314"/>
                  </a:lnTo>
                  <a:lnTo>
                    <a:pt x="2599744" y="3812314"/>
                  </a:lnTo>
                  <a:lnTo>
                    <a:pt x="2599869" y="3812314"/>
                  </a:lnTo>
                  <a:lnTo>
                    <a:pt x="2600119" y="3812314"/>
                  </a:lnTo>
                  <a:lnTo>
                    <a:pt x="2600244" y="3812314"/>
                  </a:lnTo>
                  <a:lnTo>
                    <a:pt x="2600369" y="3812314"/>
                  </a:lnTo>
                  <a:lnTo>
                    <a:pt x="2601369" y="3812314"/>
                  </a:lnTo>
                  <a:lnTo>
                    <a:pt x="2601619" y="3812314"/>
                  </a:lnTo>
                  <a:lnTo>
                    <a:pt x="2601744" y="3812314"/>
                  </a:lnTo>
                  <a:lnTo>
                    <a:pt x="2601869" y="3812314"/>
                  </a:lnTo>
                  <a:lnTo>
                    <a:pt x="2602119" y="3812314"/>
                  </a:lnTo>
                  <a:lnTo>
                    <a:pt x="2602369" y="3812314"/>
                  </a:lnTo>
                  <a:lnTo>
                    <a:pt x="2602620" y="3812314"/>
                  </a:lnTo>
                  <a:lnTo>
                    <a:pt x="2602745" y="3812314"/>
                  </a:lnTo>
                  <a:lnTo>
                    <a:pt x="2602870" y="3812314"/>
                  </a:lnTo>
                  <a:lnTo>
                    <a:pt x="2602995" y="3812314"/>
                  </a:lnTo>
                  <a:lnTo>
                    <a:pt x="2603995" y="3812314"/>
                  </a:lnTo>
                  <a:lnTo>
                    <a:pt x="2604245" y="3812314"/>
                  </a:lnTo>
                  <a:lnTo>
                    <a:pt x="2604370" y="3812314"/>
                  </a:lnTo>
                  <a:lnTo>
                    <a:pt x="2604620" y="3812314"/>
                  </a:lnTo>
                  <a:lnTo>
                    <a:pt x="2605120" y="3812314"/>
                  </a:lnTo>
                  <a:lnTo>
                    <a:pt x="2605245" y="3812314"/>
                  </a:lnTo>
                  <a:lnTo>
                    <a:pt x="2605496" y="3812314"/>
                  </a:lnTo>
                  <a:lnTo>
                    <a:pt x="2605746" y="3812314"/>
                  </a:lnTo>
                  <a:lnTo>
                    <a:pt x="2606121" y="3812314"/>
                  </a:lnTo>
                  <a:lnTo>
                    <a:pt x="2606621" y="3812314"/>
                  </a:lnTo>
                  <a:lnTo>
                    <a:pt x="2607121" y="3812314"/>
                  </a:lnTo>
                  <a:lnTo>
                    <a:pt x="2607371" y="3812314"/>
                  </a:lnTo>
                  <a:lnTo>
                    <a:pt x="2607496" y="3812314"/>
                  </a:lnTo>
                  <a:lnTo>
                    <a:pt x="2607621" y="3812314"/>
                  </a:lnTo>
                  <a:lnTo>
                    <a:pt x="2607746" y="3812314"/>
                  </a:lnTo>
                  <a:lnTo>
                    <a:pt x="2607996" y="3812314"/>
                  </a:lnTo>
                  <a:lnTo>
                    <a:pt x="2608121" y="3812314"/>
                  </a:lnTo>
                  <a:lnTo>
                    <a:pt x="2608246" y="3812314"/>
                  </a:lnTo>
                  <a:lnTo>
                    <a:pt x="2608622" y="3812314"/>
                  </a:lnTo>
                  <a:lnTo>
                    <a:pt x="2609122" y="3812314"/>
                  </a:lnTo>
                  <a:lnTo>
                    <a:pt x="2609372" y="3812314"/>
                  </a:lnTo>
                  <a:lnTo>
                    <a:pt x="2609497" y="3812314"/>
                  </a:lnTo>
                  <a:lnTo>
                    <a:pt x="2609872" y="3812314"/>
                  </a:lnTo>
                  <a:lnTo>
                    <a:pt x="2610622" y="3812314"/>
                  </a:lnTo>
                  <a:lnTo>
                    <a:pt x="2610872" y="3812314"/>
                  </a:lnTo>
                  <a:lnTo>
                    <a:pt x="2610997" y="3812314"/>
                  </a:lnTo>
                  <a:lnTo>
                    <a:pt x="2610997" y="3802360"/>
                  </a:lnTo>
                  <a:lnTo>
                    <a:pt x="2611372" y="3802360"/>
                  </a:lnTo>
                  <a:lnTo>
                    <a:pt x="2611498" y="3802360"/>
                  </a:lnTo>
                  <a:lnTo>
                    <a:pt x="2611623" y="3802360"/>
                  </a:lnTo>
                  <a:lnTo>
                    <a:pt x="2611873" y="3802360"/>
                  </a:lnTo>
                  <a:lnTo>
                    <a:pt x="2611998" y="3802360"/>
                  </a:lnTo>
                  <a:lnTo>
                    <a:pt x="2612123" y="3802360"/>
                  </a:lnTo>
                  <a:lnTo>
                    <a:pt x="2612248" y="3802360"/>
                  </a:lnTo>
                  <a:lnTo>
                    <a:pt x="2612373" y="3802360"/>
                  </a:lnTo>
                  <a:lnTo>
                    <a:pt x="2612498" y="3802360"/>
                  </a:lnTo>
                  <a:lnTo>
                    <a:pt x="2612873" y="3802360"/>
                  </a:lnTo>
                  <a:lnTo>
                    <a:pt x="2613123" y="3802360"/>
                  </a:lnTo>
                  <a:lnTo>
                    <a:pt x="2613498" y="3802360"/>
                  </a:lnTo>
                  <a:lnTo>
                    <a:pt x="2613623" y="3802360"/>
                  </a:lnTo>
                  <a:lnTo>
                    <a:pt x="2613873" y="3802360"/>
                  </a:lnTo>
                  <a:lnTo>
                    <a:pt x="2614123" y="3802360"/>
                  </a:lnTo>
                  <a:lnTo>
                    <a:pt x="2614248" y="3802360"/>
                  </a:lnTo>
                  <a:lnTo>
                    <a:pt x="2614499" y="3792406"/>
                  </a:lnTo>
                  <a:lnTo>
                    <a:pt x="2614624" y="3792406"/>
                  </a:lnTo>
                  <a:lnTo>
                    <a:pt x="2614749" y="3792406"/>
                  </a:lnTo>
                  <a:lnTo>
                    <a:pt x="2614999" y="3792406"/>
                  </a:lnTo>
                  <a:lnTo>
                    <a:pt x="2615749" y="3792406"/>
                  </a:lnTo>
                  <a:lnTo>
                    <a:pt x="2615874" y="3792406"/>
                  </a:lnTo>
                  <a:lnTo>
                    <a:pt x="2616124" y="3792406"/>
                  </a:lnTo>
                  <a:lnTo>
                    <a:pt x="2616249" y="3792406"/>
                  </a:lnTo>
                  <a:lnTo>
                    <a:pt x="2616374" y="3792406"/>
                  </a:lnTo>
                  <a:lnTo>
                    <a:pt x="2616499" y="3792406"/>
                  </a:lnTo>
                  <a:lnTo>
                    <a:pt x="2616624" y="3792406"/>
                  </a:lnTo>
                  <a:lnTo>
                    <a:pt x="2616749" y="3792406"/>
                  </a:lnTo>
                  <a:lnTo>
                    <a:pt x="2617124" y="3792406"/>
                  </a:lnTo>
                  <a:lnTo>
                    <a:pt x="2617500" y="3792406"/>
                  </a:lnTo>
                  <a:lnTo>
                    <a:pt x="2617750" y="3792406"/>
                  </a:lnTo>
                  <a:lnTo>
                    <a:pt x="2617875" y="3792406"/>
                  </a:lnTo>
                  <a:lnTo>
                    <a:pt x="2618250" y="3792406"/>
                  </a:lnTo>
                  <a:lnTo>
                    <a:pt x="2618875" y="3792406"/>
                  </a:lnTo>
                  <a:lnTo>
                    <a:pt x="2619000" y="3792406"/>
                  </a:lnTo>
                  <a:lnTo>
                    <a:pt x="2619625" y="3782452"/>
                  </a:lnTo>
                  <a:lnTo>
                    <a:pt x="2619750" y="3782452"/>
                  </a:lnTo>
                  <a:lnTo>
                    <a:pt x="2620125" y="3782452"/>
                  </a:lnTo>
                  <a:lnTo>
                    <a:pt x="2620250" y="3782452"/>
                  </a:lnTo>
                  <a:lnTo>
                    <a:pt x="2620626" y="3782452"/>
                  </a:lnTo>
                  <a:lnTo>
                    <a:pt x="2621001" y="3782452"/>
                  </a:lnTo>
                  <a:lnTo>
                    <a:pt x="2621126" y="3782452"/>
                  </a:lnTo>
                  <a:lnTo>
                    <a:pt x="2621376" y="3782452"/>
                  </a:lnTo>
                  <a:lnTo>
                    <a:pt x="2621501" y="3782452"/>
                  </a:lnTo>
                  <a:lnTo>
                    <a:pt x="2621626" y="3782452"/>
                  </a:lnTo>
                  <a:lnTo>
                    <a:pt x="2622001" y="3782452"/>
                  </a:lnTo>
                  <a:lnTo>
                    <a:pt x="2622501" y="3782452"/>
                  </a:lnTo>
                  <a:lnTo>
                    <a:pt x="2622626" y="3782452"/>
                  </a:lnTo>
                  <a:lnTo>
                    <a:pt x="2623001" y="3782452"/>
                  </a:lnTo>
                  <a:lnTo>
                    <a:pt x="2623126" y="3782452"/>
                  </a:lnTo>
                  <a:lnTo>
                    <a:pt x="2623251" y="3782452"/>
                  </a:lnTo>
                  <a:lnTo>
                    <a:pt x="2623376" y="3782452"/>
                  </a:lnTo>
                  <a:lnTo>
                    <a:pt x="2623752" y="3782452"/>
                  </a:lnTo>
                  <a:lnTo>
                    <a:pt x="2624002" y="3772498"/>
                  </a:lnTo>
                  <a:lnTo>
                    <a:pt x="2624127" y="3772498"/>
                  </a:lnTo>
                  <a:lnTo>
                    <a:pt x="2624627" y="3772498"/>
                  </a:lnTo>
                  <a:lnTo>
                    <a:pt x="2624752" y="3772498"/>
                  </a:lnTo>
                  <a:lnTo>
                    <a:pt x="2624877" y="3772498"/>
                  </a:lnTo>
                  <a:lnTo>
                    <a:pt x="2625002" y="3772498"/>
                  </a:lnTo>
                  <a:lnTo>
                    <a:pt x="2625252" y="3772498"/>
                  </a:lnTo>
                  <a:lnTo>
                    <a:pt x="2625377" y="3772498"/>
                  </a:lnTo>
                  <a:lnTo>
                    <a:pt x="2626878" y="3772498"/>
                  </a:lnTo>
                  <a:lnTo>
                    <a:pt x="2627003" y="3772498"/>
                  </a:lnTo>
                  <a:lnTo>
                    <a:pt x="2627128" y="3772498"/>
                  </a:lnTo>
                  <a:lnTo>
                    <a:pt x="2627128" y="3762544"/>
                  </a:lnTo>
                  <a:lnTo>
                    <a:pt x="2627253" y="3762544"/>
                  </a:lnTo>
                  <a:lnTo>
                    <a:pt x="2627378" y="3762544"/>
                  </a:lnTo>
                  <a:lnTo>
                    <a:pt x="2627503" y="3762544"/>
                  </a:lnTo>
                  <a:lnTo>
                    <a:pt x="2627628" y="3752591"/>
                  </a:lnTo>
                  <a:lnTo>
                    <a:pt x="2627753" y="3752591"/>
                  </a:lnTo>
                  <a:lnTo>
                    <a:pt x="2627878" y="3752591"/>
                  </a:lnTo>
                  <a:lnTo>
                    <a:pt x="2628003" y="3752591"/>
                  </a:lnTo>
                  <a:lnTo>
                    <a:pt x="2628253" y="3752591"/>
                  </a:lnTo>
                  <a:lnTo>
                    <a:pt x="2628753" y="3752591"/>
                  </a:lnTo>
                  <a:lnTo>
                    <a:pt x="2628878" y="3752591"/>
                  </a:lnTo>
                  <a:lnTo>
                    <a:pt x="2629629" y="3752591"/>
                  </a:lnTo>
                  <a:lnTo>
                    <a:pt x="2630004" y="3752591"/>
                  </a:lnTo>
                  <a:lnTo>
                    <a:pt x="2630129" y="3752591"/>
                  </a:lnTo>
                  <a:lnTo>
                    <a:pt x="2630379" y="3752591"/>
                  </a:lnTo>
                  <a:lnTo>
                    <a:pt x="2630504" y="3752591"/>
                  </a:lnTo>
                  <a:lnTo>
                    <a:pt x="2630879" y="3752591"/>
                  </a:lnTo>
                  <a:lnTo>
                    <a:pt x="2631004" y="3752591"/>
                  </a:lnTo>
                  <a:lnTo>
                    <a:pt x="2631129" y="3752591"/>
                  </a:lnTo>
                  <a:lnTo>
                    <a:pt x="2631254" y="3752591"/>
                  </a:lnTo>
                  <a:lnTo>
                    <a:pt x="2631379" y="3752591"/>
                  </a:lnTo>
                  <a:lnTo>
                    <a:pt x="2631629" y="3752591"/>
                  </a:lnTo>
                  <a:lnTo>
                    <a:pt x="2632004" y="3752591"/>
                  </a:lnTo>
                  <a:lnTo>
                    <a:pt x="2632129" y="3752591"/>
                  </a:lnTo>
                  <a:lnTo>
                    <a:pt x="2632254" y="3752591"/>
                  </a:lnTo>
                  <a:lnTo>
                    <a:pt x="2632379" y="3752591"/>
                  </a:lnTo>
                  <a:lnTo>
                    <a:pt x="2632505" y="3752591"/>
                  </a:lnTo>
                  <a:lnTo>
                    <a:pt x="2632880" y="3752591"/>
                  </a:lnTo>
                  <a:lnTo>
                    <a:pt x="2633005" y="3752591"/>
                  </a:lnTo>
                  <a:lnTo>
                    <a:pt x="2633630" y="3752591"/>
                  </a:lnTo>
                  <a:lnTo>
                    <a:pt x="2633880" y="3752591"/>
                  </a:lnTo>
                  <a:lnTo>
                    <a:pt x="2634005" y="3752591"/>
                  </a:lnTo>
                  <a:lnTo>
                    <a:pt x="2634130" y="3752591"/>
                  </a:lnTo>
                  <a:lnTo>
                    <a:pt x="2634380" y="3752591"/>
                  </a:lnTo>
                  <a:lnTo>
                    <a:pt x="2634755" y="3752591"/>
                  </a:lnTo>
                  <a:lnTo>
                    <a:pt x="2635255" y="3752591"/>
                  </a:lnTo>
                  <a:lnTo>
                    <a:pt x="2635506" y="3752591"/>
                  </a:lnTo>
                  <a:lnTo>
                    <a:pt x="2635631" y="3752591"/>
                  </a:lnTo>
                  <a:lnTo>
                    <a:pt x="2635881" y="3752591"/>
                  </a:lnTo>
                  <a:lnTo>
                    <a:pt x="2636131" y="3752591"/>
                  </a:lnTo>
                  <a:lnTo>
                    <a:pt x="2636506" y="3752591"/>
                  </a:lnTo>
                  <a:lnTo>
                    <a:pt x="2636756" y="3752591"/>
                  </a:lnTo>
                  <a:lnTo>
                    <a:pt x="2636881" y="3752591"/>
                  </a:lnTo>
                  <a:lnTo>
                    <a:pt x="2637006" y="3752591"/>
                  </a:lnTo>
                  <a:lnTo>
                    <a:pt x="2637256" y="3752591"/>
                  </a:lnTo>
                  <a:lnTo>
                    <a:pt x="2637881" y="3752591"/>
                  </a:lnTo>
                  <a:lnTo>
                    <a:pt x="2637881" y="3742637"/>
                  </a:lnTo>
                  <a:lnTo>
                    <a:pt x="2638131" y="3742637"/>
                  </a:lnTo>
                  <a:lnTo>
                    <a:pt x="2638256" y="3742637"/>
                  </a:lnTo>
                  <a:lnTo>
                    <a:pt x="2638381" y="3742637"/>
                  </a:lnTo>
                  <a:lnTo>
                    <a:pt x="2638507" y="3742637"/>
                  </a:lnTo>
                  <a:lnTo>
                    <a:pt x="2638632" y="3722729"/>
                  </a:lnTo>
                  <a:lnTo>
                    <a:pt x="2639132" y="3722729"/>
                  </a:lnTo>
                  <a:lnTo>
                    <a:pt x="2639382" y="3722729"/>
                  </a:lnTo>
                  <a:lnTo>
                    <a:pt x="2639757" y="3722729"/>
                  </a:lnTo>
                  <a:lnTo>
                    <a:pt x="2639882" y="3722729"/>
                  </a:lnTo>
                  <a:lnTo>
                    <a:pt x="2640007" y="3722729"/>
                  </a:lnTo>
                  <a:lnTo>
                    <a:pt x="2640507" y="3722729"/>
                  </a:lnTo>
                  <a:lnTo>
                    <a:pt x="2640632" y="3722729"/>
                  </a:lnTo>
                  <a:lnTo>
                    <a:pt x="2640757" y="3712775"/>
                  </a:lnTo>
                  <a:lnTo>
                    <a:pt x="2640882" y="3712775"/>
                  </a:lnTo>
                  <a:lnTo>
                    <a:pt x="2641007" y="3712775"/>
                  </a:lnTo>
                  <a:lnTo>
                    <a:pt x="2641257" y="3712775"/>
                  </a:lnTo>
                  <a:lnTo>
                    <a:pt x="2641383" y="3712775"/>
                  </a:lnTo>
                  <a:lnTo>
                    <a:pt x="2641633" y="3712775"/>
                  </a:lnTo>
                  <a:lnTo>
                    <a:pt x="2641758" y="3712775"/>
                  </a:lnTo>
                  <a:lnTo>
                    <a:pt x="2641883" y="3712775"/>
                  </a:lnTo>
                  <a:lnTo>
                    <a:pt x="2643258" y="3712775"/>
                  </a:lnTo>
                  <a:lnTo>
                    <a:pt x="2643383" y="3712775"/>
                  </a:lnTo>
                  <a:lnTo>
                    <a:pt x="2643508" y="3712775"/>
                  </a:lnTo>
                  <a:lnTo>
                    <a:pt x="2643758" y="3712775"/>
                  </a:lnTo>
                  <a:lnTo>
                    <a:pt x="2643883" y="3712775"/>
                  </a:lnTo>
                  <a:lnTo>
                    <a:pt x="2644133" y="3712775"/>
                  </a:lnTo>
                  <a:lnTo>
                    <a:pt x="2644258" y="3712775"/>
                  </a:lnTo>
                  <a:lnTo>
                    <a:pt x="2644384" y="3712775"/>
                  </a:lnTo>
                  <a:lnTo>
                    <a:pt x="2644509" y="3712775"/>
                  </a:lnTo>
                  <a:lnTo>
                    <a:pt x="2644884" y="3712775"/>
                  </a:lnTo>
                  <a:lnTo>
                    <a:pt x="2645134" y="3712775"/>
                  </a:lnTo>
                  <a:lnTo>
                    <a:pt x="2645259" y="3712775"/>
                  </a:lnTo>
                  <a:lnTo>
                    <a:pt x="2645759" y="3702822"/>
                  </a:lnTo>
                  <a:lnTo>
                    <a:pt x="2646134" y="3702822"/>
                  </a:lnTo>
                  <a:lnTo>
                    <a:pt x="2646509" y="3702822"/>
                  </a:lnTo>
                  <a:lnTo>
                    <a:pt x="2647009" y="3702822"/>
                  </a:lnTo>
                  <a:lnTo>
                    <a:pt x="2647259" y="3702822"/>
                  </a:lnTo>
                  <a:lnTo>
                    <a:pt x="2647510" y="3702822"/>
                  </a:lnTo>
                  <a:lnTo>
                    <a:pt x="2647635" y="3702822"/>
                  </a:lnTo>
                  <a:lnTo>
                    <a:pt x="2647760" y="3702822"/>
                  </a:lnTo>
                  <a:lnTo>
                    <a:pt x="2648010" y="3702822"/>
                  </a:lnTo>
                  <a:lnTo>
                    <a:pt x="2648135" y="3702822"/>
                  </a:lnTo>
                  <a:lnTo>
                    <a:pt x="2648260" y="3702822"/>
                  </a:lnTo>
                  <a:lnTo>
                    <a:pt x="2648385" y="3702822"/>
                  </a:lnTo>
                  <a:lnTo>
                    <a:pt x="2648510" y="3702822"/>
                  </a:lnTo>
                  <a:lnTo>
                    <a:pt x="2648885" y="3702822"/>
                  </a:lnTo>
                  <a:lnTo>
                    <a:pt x="2649260" y="3702822"/>
                  </a:lnTo>
                  <a:lnTo>
                    <a:pt x="2649385" y="3702822"/>
                  </a:lnTo>
                  <a:lnTo>
                    <a:pt x="2649510" y="3702822"/>
                  </a:lnTo>
                  <a:lnTo>
                    <a:pt x="2650511" y="3702822"/>
                  </a:lnTo>
                  <a:lnTo>
                    <a:pt x="2650636" y="3702822"/>
                  </a:lnTo>
                  <a:lnTo>
                    <a:pt x="2651011" y="3702822"/>
                  </a:lnTo>
                  <a:lnTo>
                    <a:pt x="2651136" y="3702822"/>
                  </a:lnTo>
                  <a:lnTo>
                    <a:pt x="2651761" y="3702822"/>
                  </a:lnTo>
                  <a:lnTo>
                    <a:pt x="2651886" y="3702822"/>
                  </a:lnTo>
                  <a:lnTo>
                    <a:pt x="2652011" y="3702822"/>
                  </a:lnTo>
                  <a:lnTo>
                    <a:pt x="2652136" y="3702822"/>
                  </a:lnTo>
                  <a:lnTo>
                    <a:pt x="2652261" y="3702822"/>
                  </a:lnTo>
                  <a:lnTo>
                    <a:pt x="2652386" y="3702822"/>
                  </a:lnTo>
                  <a:lnTo>
                    <a:pt x="2652511" y="3702822"/>
                  </a:lnTo>
                  <a:lnTo>
                    <a:pt x="2653011" y="3702822"/>
                  </a:lnTo>
                  <a:lnTo>
                    <a:pt x="2653136" y="3702822"/>
                  </a:lnTo>
                  <a:lnTo>
                    <a:pt x="2653512" y="3702822"/>
                  </a:lnTo>
                  <a:lnTo>
                    <a:pt x="2653762" y="3702822"/>
                  </a:lnTo>
                  <a:lnTo>
                    <a:pt x="2654012" y="3702822"/>
                  </a:lnTo>
                  <a:lnTo>
                    <a:pt x="2654137" y="3702822"/>
                  </a:lnTo>
                  <a:lnTo>
                    <a:pt x="2654262" y="3702822"/>
                  </a:lnTo>
                  <a:lnTo>
                    <a:pt x="2654387" y="3702822"/>
                  </a:lnTo>
                  <a:lnTo>
                    <a:pt x="2654512" y="3702822"/>
                  </a:lnTo>
                  <a:lnTo>
                    <a:pt x="2654637" y="3702822"/>
                  </a:lnTo>
                  <a:lnTo>
                    <a:pt x="2655012" y="3702822"/>
                  </a:lnTo>
                  <a:lnTo>
                    <a:pt x="2655262" y="3702822"/>
                  </a:lnTo>
                  <a:lnTo>
                    <a:pt x="2655387" y="3702822"/>
                  </a:lnTo>
                  <a:lnTo>
                    <a:pt x="2657138" y="3702822"/>
                  </a:lnTo>
                  <a:lnTo>
                    <a:pt x="2657638" y="3702822"/>
                  </a:lnTo>
                  <a:lnTo>
                    <a:pt x="2657763" y="3702822"/>
                  </a:lnTo>
                  <a:lnTo>
                    <a:pt x="2657888" y="3702822"/>
                  </a:lnTo>
                  <a:lnTo>
                    <a:pt x="2658013" y="3702822"/>
                  </a:lnTo>
                  <a:lnTo>
                    <a:pt x="2658263" y="3702822"/>
                  </a:lnTo>
                  <a:lnTo>
                    <a:pt x="2658513" y="3702822"/>
                  </a:lnTo>
                  <a:lnTo>
                    <a:pt x="2658638" y="3702822"/>
                  </a:lnTo>
                  <a:lnTo>
                    <a:pt x="2658763" y="3702822"/>
                  </a:lnTo>
                  <a:lnTo>
                    <a:pt x="2658888" y="3692868"/>
                  </a:lnTo>
                  <a:lnTo>
                    <a:pt x="2659013" y="3692868"/>
                  </a:lnTo>
                  <a:lnTo>
                    <a:pt x="2659263" y="3692868"/>
                  </a:lnTo>
                  <a:lnTo>
                    <a:pt x="2659639" y="3692868"/>
                  </a:lnTo>
                  <a:lnTo>
                    <a:pt x="2659764" y="3692868"/>
                  </a:lnTo>
                  <a:lnTo>
                    <a:pt x="2660264" y="3692868"/>
                  </a:lnTo>
                  <a:lnTo>
                    <a:pt x="2660389" y="3692868"/>
                  </a:lnTo>
                  <a:lnTo>
                    <a:pt x="2660514" y="3692868"/>
                  </a:lnTo>
                  <a:lnTo>
                    <a:pt x="2660639" y="3692868"/>
                  </a:lnTo>
                  <a:lnTo>
                    <a:pt x="2660764" y="3692868"/>
                  </a:lnTo>
                  <a:lnTo>
                    <a:pt x="2660889" y="3692868"/>
                  </a:lnTo>
                  <a:lnTo>
                    <a:pt x="2661264" y="3692868"/>
                  </a:lnTo>
                  <a:lnTo>
                    <a:pt x="2661514" y="3692868"/>
                  </a:lnTo>
                  <a:lnTo>
                    <a:pt x="2661764" y="3692868"/>
                  </a:lnTo>
                  <a:lnTo>
                    <a:pt x="2662390" y="3692868"/>
                  </a:lnTo>
                  <a:lnTo>
                    <a:pt x="2663390" y="3692868"/>
                  </a:lnTo>
                  <a:lnTo>
                    <a:pt x="2663515" y="3692868"/>
                  </a:lnTo>
                  <a:lnTo>
                    <a:pt x="2663640" y="3692868"/>
                  </a:lnTo>
                  <a:lnTo>
                    <a:pt x="2664140" y="3692868"/>
                  </a:lnTo>
                  <a:lnTo>
                    <a:pt x="2664515" y="3692868"/>
                  </a:lnTo>
                  <a:lnTo>
                    <a:pt x="2665015" y="3692868"/>
                  </a:lnTo>
                  <a:lnTo>
                    <a:pt x="2665641" y="3692868"/>
                  </a:lnTo>
                  <a:lnTo>
                    <a:pt x="2665766" y="3692868"/>
                  </a:lnTo>
                  <a:lnTo>
                    <a:pt x="2665891" y="3692868"/>
                  </a:lnTo>
                  <a:lnTo>
                    <a:pt x="2666391" y="3692868"/>
                  </a:lnTo>
                  <a:lnTo>
                    <a:pt x="2666641" y="3692868"/>
                  </a:lnTo>
                  <a:lnTo>
                    <a:pt x="2666766" y="3692868"/>
                  </a:lnTo>
                  <a:lnTo>
                    <a:pt x="2666891" y="3692868"/>
                  </a:lnTo>
                  <a:lnTo>
                    <a:pt x="2667016" y="3692868"/>
                  </a:lnTo>
                  <a:lnTo>
                    <a:pt x="2667141" y="3692868"/>
                  </a:lnTo>
                  <a:lnTo>
                    <a:pt x="2667266" y="3692868"/>
                  </a:lnTo>
                  <a:lnTo>
                    <a:pt x="2668392" y="3692868"/>
                  </a:lnTo>
                  <a:lnTo>
                    <a:pt x="2668517" y="3692868"/>
                  </a:lnTo>
                  <a:lnTo>
                    <a:pt x="2669017" y="3692868"/>
                  </a:lnTo>
                  <a:lnTo>
                    <a:pt x="2669142" y="3692868"/>
                  </a:lnTo>
                  <a:lnTo>
                    <a:pt x="2669267" y="3692868"/>
                  </a:lnTo>
                  <a:lnTo>
                    <a:pt x="2669392" y="3692868"/>
                  </a:lnTo>
                  <a:lnTo>
                    <a:pt x="2670017" y="3682914"/>
                  </a:lnTo>
                  <a:lnTo>
                    <a:pt x="2670517" y="3682914"/>
                  </a:lnTo>
                  <a:lnTo>
                    <a:pt x="2670642" y="3682914"/>
                  </a:lnTo>
                  <a:lnTo>
                    <a:pt x="2670767" y="3682914"/>
                  </a:lnTo>
                  <a:lnTo>
                    <a:pt x="2670892" y="3682914"/>
                  </a:lnTo>
                  <a:lnTo>
                    <a:pt x="2671393" y="3682914"/>
                  </a:lnTo>
                  <a:lnTo>
                    <a:pt x="2671768" y="3682914"/>
                  </a:lnTo>
                  <a:lnTo>
                    <a:pt x="2671893" y="3682914"/>
                  </a:lnTo>
                  <a:lnTo>
                    <a:pt x="2672018" y="3682914"/>
                  </a:lnTo>
                  <a:lnTo>
                    <a:pt x="2672268" y="3682914"/>
                  </a:lnTo>
                  <a:lnTo>
                    <a:pt x="2672518" y="3682914"/>
                  </a:lnTo>
                  <a:lnTo>
                    <a:pt x="2673018" y="3682914"/>
                  </a:lnTo>
                  <a:lnTo>
                    <a:pt x="2673143" y="3682914"/>
                  </a:lnTo>
                  <a:lnTo>
                    <a:pt x="2673518" y="3682914"/>
                  </a:lnTo>
                  <a:lnTo>
                    <a:pt x="2673643" y="3682914"/>
                  </a:lnTo>
                  <a:lnTo>
                    <a:pt x="2673893" y="3682914"/>
                  </a:lnTo>
                  <a:lnTo>
                    <a:pt x="2674268" y="3682914"/>
                  </a:lnTo>
                  <a:lnTo>
                    <a:pt x="2674644" y="3682914"/>
                  </a:lnTo>
                  <a:lnTo>
                    <a:pt x="2674769" y="3682914"/>
                  </a:lnTo>
                  <a:lnTo>
                    <a:pt x="2674894" y="3682914"/>
                  </a:lnTo>
                  <a:lnTo>
                    <a:pt x="2675019" y="3682914"/>
                  </a:lnTo>
                  <a:lnTo>
                    <a:pt x="2675144" y="3682914"/>
                  </a:lnTo>
                  <a:lnTo>
                    <a:pt x="2675394" y="3682914"/>
                  </a:lnTo>
                  <a:lnTo>
                    <a:pt x="2675894" y="3682914"/>
                  </a:lnTo>
                  <a:lnTo>
                    <a:pt x="2676644" y="3682914"/>
                  </a:lnTo>
                  <a:lnTo>
                    <a:pt x="2677019" y="3682914"/>
                  </a:lnTo>
                  <a:lnTo>
                    <a:pt x="2677269" y="3682914"/>
                  </a:lnTo>
                  <a:lnTo>
                    <a:pt x="2677645" y="3682914"/>
                  </a:lnTo>
                  <a:lnTo>
                    <a:pt x="2677770" y="3682914"/>
                  </a:lnTo>
                  <a:lnTo>
                    <a:pt x="2678020" y="3682914"/>
                  </a:lnTo>
                  <a:lnTo>
                    <a:pt x="2678145" y="3682914"/>
                  </a:lnTo>
                  <a:lnTo>
                    <a:pt x="2678270" y="3682914"/>
                  </a:lnTo>
                  <a:lnTo>
                    <a:pt x="2678520" y="3682914"/>
                  </a:lnTo>
                  <a:lnTo>
                    <a:pt x="2678770" y="3682914"/>
                  </a:lnTo>
                  <a:lnTo>
                    <a:pt x="2678895" y="3682914"/>
                  </a:lnTo>
                  <a:lnTo>
                    <a:pt x="2679020" y="3682914"/>
                  </a:lnTo>
                  <a:lnTo>
                    <a:pt x="2679145" y="3682914"/>
                  </a:lnTo>
                  <a:lnTo>
                    <a:pt x="2679270" y="3682914"/>
                  </a:lnTo>
                  <a:lnTo>
                    <a:pt x="2679645" y="3682914"/>
                  </a:lnTo>
                  <a:lnTo>
                    <a:pt x="2679895" y="3682914"/>
                  </a:lnTo>
                  <a:lnTo>
                    <a:pt x="2680020" y="3682914"/>
                  </a:lnTo>
                  <a:lnTo>
                    <a:pt x="2680145" y="3682914"/>
                  </a:lnTo>
                  <a:lnTo>
                    <a:pt x="2680271" y="3682914"/>
                  </a:lnTo>
                  <a:lnTo>
                    <a:pt x="2680771" y="3682914"/>
                  </a:lnTo>
                  <a:lnTo>
                    <a:pt x="2680896" y="3682914"/>
                  </a:lnTo>
                  <a:lnTo>
                    <a:pt x="2681021" y="3682914"/>
                  </a:lnTo>
                  <a:lnTo>
                    <a:pt x="2681271" y="3682914"/>
                  </a:lnTo>
                  <a:lnTo>
                    <a:pt x="2681521" y="3682914"/>
                  </a:lnTo>
                  <a:lnTo>
                    <a:pt x="2681646" y="3682914"/>
                  </a:lnTo>
                  <a:lnTo>
                    <a:pt x="2681771" y="3682914"/>
                  </a:lnTo>
                  <a:lnTo>
                    <a:pt x="2682021" y="3682914"/>
                  </a:lnTo>
                  <a:lnTo>
                    <a:pt x="2682146" y="3682914"/>
                  </a:lnTo>
                  <a:lnTo>
                    <a:pt x="2682396" y="3682914"/>
                  </a:lnTo>
                  <a:lnTo>
                    <a:pt x="2682771" y="3682914"/>
                  </a:lnTo>
                  <a:lnTo>
                    <a:pt x="2683272" y="3682914"/>
                  </a:lnTo>
                  <a:lnTo>
                    <a:pt x="2683397" y="3682914"/>
                  </a:lnTo>
                  <a:lnTo>
                    <a:pt x="2683522" y="3682914"/>
                  </a:lnTo>
                  <a:lnTo>
                    <a:pt x="2684022" y="3682914"/>
                  </a:lnTo>
                  <a:lnTo>
                    <a:pt x="2684147" y="3682914"/>
                  </a:lnTo>
                  <a:lnTo>
                    <a:pt x="2684772" y="3682914"/>
                  </a:lnTo>
                  <a:lnTo>
                    <a:pt x="2684897" y="3682914"/>
                  </a:lnTo>
                  <a:lnTo>
                    <a:pt x="2685272" y="3682914"/>
                  </a:lnTo>
                  <a:lnTo>
                    <a:pt x="2686147" y="3682914"/>
                  </a:lnTo>
                  <a:lnTo>
                    <a:pt x="2686523" y="3682914"/>
                  </a:lnTo>
                  <a:lnTo>
                    <a:pt x="2686648" y="3682914"/>
                  </a:lnTo>
                  <a:lnTo>
                    <a:pt x="2686773" y="3682914"/>
                  </a:lnTo>
                  <a:lnTo>
                    <a:pt x="2686898" y="3682914"/>
                  </a:lnTo>
                  <a:lnTo>
                    <a:pt x="2687023" y="3682914"/>
                  </a:lnTo>
                  <a:lnTo>
                    <a:pt x="2687273" y="3682914"/>
                  </a:lnTo>
                  <a:lnTo>
                    <a:pt x="2687398" y="3682914"/>
                  </a:lnTo>
                  <a:lnTo>
                    <a:pt x="2687523" y="3682914"/>
                  </a:lnTo>
                  <a:lnTo>
                    <a:pt x="2687898" y="3682914"/>
                  </a:lnTo>
                  <a:lnTo>
                    <a:pt x="2688273" y="3682914"/>
                  </a:lnTo>
                  <a:lnTo>
                    <a:pt x="2688898" y="3682914"/>
                  </a:lnTo>
                  <a:lnTo>
                    <a:pt x="2689023" y="3682914"/>
                  </a:lnTo>
                  <a:lnTo>
                    <a:pt x="2689148" y="3682914"/>
                  </a:lnTo>
                  <a:lnTo>
                    <a:pt x="2689399" y="3682914"/>
                  </a:lnTo>
                  <a:lnTo>
                    <a:pt x="2689524" y="3682914"/>
                  </a:lnTo>
                  <a:lnTo>
                    <a:pt x="2689649" y="3682914"/>
                  </a:lnTo>
                  <a:lnTo>
                    <a:pt x="2689774" y="3682914"/>
                  </a:lnTo>
                  <a:lnTo>
                    <a:pt x="2690149" y="3682914"/>
                  </a:lnTo>
                  <a:lnTo>
                    <a:pt x="2690274" y="3682914"/>
                  </a:lnTo>
                  <a:lnTo>
                    <a:pt x="2690399" y="3682914"/>
                  </a:lnTo>
                  <a:lnTo>
                    <a:pt x="2690649" y="3682914"/>
                  </a:lnTo>
                  <a:lnTo>
                    <a:pt x="2690774" y="3682914"/>
                  </a:lnTo>
                  <a:lnTo>
                    <a:pt x="2691274" y="3682914"/>
                  </a:lnTo>
                  <a:lnTo>
                    <a:pt x="2691524" y="3682914"/>
                  </a:lnTo>
                  <a:lnTo>
                    <a:pt x="2691774" y="3682914"/>
                  </a:lnTo>
                  <a:lnTo>
                    <a:pt x="2691899" y="3682914"/>
                  </a:lnTo>
                  <a:lnTo>
                    <a:pt x="2693025" y="3682914"/>
                  </a:lnTo>
                  <a:lnTo>
                    <a:pt x="2693525" y="3682914"/>
                  </a:lnTo>
                  <a:lnTo>
                    <a:pt x="2693650" y="3682914"/>
                  </a:lnTo>
                  <a:lnTo>
                    <a:pt x="2693900" y="3682914"/>
                  </a:lnTo>
                  <a:lnTo>
                    <a:pt x="2694150" y="3682914"/>
                  </a:lnTo>
                  <a:lnTo>
                    <a:pt x="2694525" y="3682914"/>
                  </a:lnTo>
                  <a:lnTo>
                    <a:pt x="2694650" y="3682914"/>
                  </a:lnTo>
                  <a:lnTo>
                    <a:pt x="2694775" y="3682914"/>
                  </a:lnTo>
                  <a:lnTo>
                    <a:pt x="2695526" y="3682914"/>
                  </a:lnTo>
                  <a:lnTo>
                    <a:pt x="2695651" y="3682914"/>
                  </a:lnTo>
                  <a:lnTo>
                    <a:pt x="2695776" y="3682914"/>
                  </a:lnTo>
                  <a:lnTo>
                    <a:pt x="2695901" y="3682914"/>
                  </a:lnTo>
                  <a:lnTo>
                    <a:pt x="2696401" y="3682914"/>
                  </a:lnTo>
                  <a:lnTo>
                    <a:pt x="2696526" y="3682914"/>
                  </a:lnTo>
                  <a:lnTo>
                    <a:pt x="2696651" y="3682914"/>
                  </a:lnTo>
                  <a:lnTo>
                    <a:pt x="2696776" y="3682914"/>
                  </a:lnTo>
                  <a:lnTo>
                    <a:pt x="2696901" y="3682914"/>
                  </a:lnTo>
                  <a:lnTo>
                    <a:pt x="2697776" y="3682914"/>
                  </a:lnTo>
                  <a:lnTo>
                    <a:pt x="2697776" y="3672960"/>
                  </a:lnTo>
                  <a:lnTo>
                    <a:pt x="2698151" y="3672960"/>
                  </a:lnTo>
                  <a:lnTo>
                    <a:pt x="2698277" y="3672960"/>
                  </a:lnTo>
                  <a:lnTo>
                    <a:pt x="2698527" y="3672960"/>
                  </a:lnTo>
                  <a:lnTo>
                    <a:pt x="2698652" y="3672960"/>
                  </a:lnTo>
                  <a:lnTo>
                    <a:pt x="2699027" y="3672960"/>
                  </a:lnTo>
                  <a:lnTo>
                    <a:pt x="2699152" y="3672960"/>
                  </a:lnTo>
                  <a:lnTo>
                    <a:pt x="2699527" y="3672960"/>
                  </a:lnTo>
                  <a:lnTo>
                    <a:pt x="2699652" y="3672960"/>
                  </a:lnTo>
                  <a:lnTo>
                    <a:pt x="2700027" y="3672960"/>
                  </a:lnTo>
                  <a:lnTo>
                    <a:pt x="2700152" y="3672960"/>
                  </a:lnTo>
                  <a:lnTo>
                    <a:pt x="2700277" y="3672960"/>
                  </a:lnTo>
                  <a:lnTo>
                    <a:pt x="2700402" y="3672960"/>
                  </a:lnTo>
                  <a:lnTo>
                    <a:pt x="2700652" y="3672960"/>
                  </a:lnTo>
                  <a:lnTo>
                    <a:pt x="2700902" y="3672960"/>
                  </a:lnTo>
                  <a:lnTo>
                    <a:pt x="2701027" y="3672960"/>
                  </a:lnTo>
                  <a:lnTo>
                    <a:pt x="2702153" y="3663006"/>
                  </a:lnTo>
                  <a:lnTo>
                    <a:pt x="2702528" y="3663006"/>
                  </a:lnTo>
                  <a:lnTo>
                    <a:pt x="2702778" y="3663006"/>
                  </a:lnTo>
                  <a:lnTo>
                    <a:pt x="2703153" y="3663006"/>
                  </a:lnTo>
                  <a:lnTo>
                    <a:pt x="2703403" y="3663006"/>
                  </a:lnTo>
                  <a:lnTo>
                    <a:pt x="2703653" y="3663006"/>
                  </a:lnTo>
                  <a:lnTo>
                    <a:pt x="2703778" y="3663006"/>
                  </a:lnTo>
                  <a:lnTo>
                    <a:pt x="2703903" y="3663006"/>
                  </a:lnTo>
                  <a:lnTo>
                    <a:pt x="2704153" y="3663006"/>
                  </a:lnTo>
                  <a:lnTo>
                    <a:pt x="2704404" y="3663006"/>
                  </a:lnTo>
                  <a:lnTo>
                    <a:pt x="2704529" y="3663006"/>
                  </a:lnTo>
                  <a:lnTo>
                    <a:pt x="2704779" y="3663006"/>
                  </a:lnTo>
                  <a:lnTo>
                    <a:pt x="2704904" y="3663006"/>
                  </a:lnTo>
                  <a:lnTo>
                    <a:pt x="2705029" y="3663006"/>
                  </a:lnTo>
                  <a:lnTo>
                    <a:pt x="2705154" y="3663006"/>
                  </a:lnTo>
                  <a:lnTo>
                    <a:pt x="2705279" y="3663006"/>
                  </a:lnTo>
                  <a:lnTo>
                    <a:pt x="2705404" y="3663006"/>
                  </a:lnTo>
                  <a:lnTo>
                    <a:pt x="2705529" y="3663006"/>
                  </a:lnTo>
                  <a:lnTo>
                    <a:pt x="2705779" y="3663006"/>
                  </a:lnTo>
                  <a:lnTo>
                    <a:pt x="2706029" y="3663006"/>
                  </a:lnTo>
                  <a:lnTo>
                    <a:pt x="2706154" y="3663006"/>
                  </a:lnTo>
                  <a:lnTo>
                    <a:pt x="2706279" y="3663006"/>
                  </a:lnTo>
                  <a:lnTo>
                    <a:pt x="2707029" y="3663006"/>
                  </a:lnTo>
                  <a:lnTo>
                    <a:pt x="2707154" y="3663006"/>
                  </a:lnTo>
                  <a:lnTo>
                    <a:pt x="2707655" y="3663006"/>
                  </a:lnTo>
                  <a:lnTo>
                    <a:pt x="2707780" y="3663006"/>
                  </a:lnTo>
                  <a:lnTo>
                    <a:pt x="2707905" y="3663006"/>
                  </a:lnTo>
                  <a:lnTo>
                    <a:pt x="2708030" y="3663006"/>
                  </a:lnTo>
                  <a:lnTo>
                    <a:pt x="2708280" y="3663006"/>
                  </a:lnTo>
                  <a:lnTo>
                    <a:pt x="2708405" y="3663006"/>
                  </a:lnTo>
                  <a:lnTo>
                    <a:pt x="2708905" y="3663006"/>
                  </a:lnTo>
                  <a:lnTo>
                    <a:pt x="2709280" y="3663006"/>
                  </a:lnTo>
                  <a:lnTo>
                    <a:pt x="2709405" y="3663006"/>
                  </a:lnTo>
                  <a:lnTo>
                    <a:pt x="2709530" y="3663006"/>
                  </a:lnTo>
                  <a:lnTo>
                    <a:pt x="2709655" y="3663006"/>
                  </a:lnTo>
                  <a:lnTo>
                    <a:pt x="2710030" y="3663006"/>
                  </a:lnTo>
                  <a:lnTo>
                    <a:pt x="2710281" y="3663006"/>
                  </a:lnTo>
                  <a:lnTo>
                    <a:pt x="2710406" y="3663006"/>
                  </a:lnTo>
                  <a:lnTo>
                    <a:pt x="2710656" y="3663006"/>
                  </a:lnTo>
                  <a:lnTo>
                    <a:pt x="2710781" y="3663006"/>
                  </a:lnTo>
                  <a:lnTo>
                    <a:pt x="2711156" y="3663006"/>
                  </a:lnTo>
                  <a:lnTo>
                    <a:pt x="2711281" y="3663006"/>
                  </a:lnTo>
                  <a:lnTo>
                    <a:pt x="2711531" y="3663006"/>
                  </a:lnTo>
                  <a:lnTo>
                    <a:pt x="2711656" y="3663006"/>
                  </a:lnTo>
                  <a:lnTo>
                    <a:pt x="2711906" y="3663006"/>
                  </a:lnTo>
                  <a:lnTo>
                    <a:pt x="2712156" y="3663006"/>
                  </a:lnTo>
                  <a:lnTo>
                    <a:pt x="2712656" y="3663006"/>
                  </a:lnTo>
                  <a:lnTo>
                    <a:pt x="2712781" y="3663006"/>
                  </a:lnTo>
                  <a:lnTo>
                    <a:pt x="2712906" y="3663006"/>
                  </a:lnTo>
                  <a:lnTo>
                    <a:pt x="2713031" y="3663006"/>
                  </a:lnTo>
                  <a:lnTo>
                    <a:pt x="2713156" y="3663006"/>
                  </a:lnTo>
                  <a:lnTo>
                    <a:pt x="2713532" y="3663006"/>
                  </a:lnTo>
                  <a:lnTo>
                    <a:pt x="2713782" y="3663006"/>
                  </a:lnTo>
                  <a:lnTo>
                    <a:pt x="2713907" y="3663006"/>
                  </a:lnTo>
                  <a:lnTo>
                    <a:pt x="2714032" y="3663006"/>
                  </a:lnTo>
                  <a:lnTo>
                    <a:pt x="2714282" y="3663006"/>
                  </a:lnTo>
                  <a:lnTo>
                    <a:pt x="2714657" y="3663006"/>
                  </a:lnTo>
                  <a:lnTo>
                    <a:pt x="2714907" y="3663006"/>
                  </a:lnTo>
                  <a:lnTo>
                    <a:pt x="2715032" y="3663006"/>
                  </a:lnTo>
                  <a:lnTo>
                    <a:pt x="2715282" y="3663006"/>
                  </a:lnTo>
                  <a:lnTo>
                    <a:pt x="2715782" y="3663006"/>
                  </a:lnTo>
                  <a:lnTo>
                    <a:pt x="2716032" y="3663006"/>
                  </a:lnTo>
                  <a:lnTo>
                    <a:pt x="2716158" y="3663006"/>
                  </a:lnTo>
                  <a:lnTo>
                    <a:pt x="2716283" y="3663006"/>
                  </a:lnTo>
                  <a:lnTo>
                    <a:pt x="2716658" y="3663006"/>
                  </a:lnTo>
                  <a:lnTo>
                    <a:pt x="2717408" y="3663006"/>
                  </a:lnTo>
                  <a:lnTo>
                    <a:pt x="2717658" y="3663006"/>
                  </a:lnTo>
                  <a:lnTo>
                    <a:pt x="2717783" y="3663006"/>
                  </a:lnTo>
                  <a:lnTo>
                    <a:pt x="2717908" y="3663006"/>
                  </a:lnTo>
                  <a:lnTo>
                    <a:pt x="2718033" y="3663006"/>
                  </a:lnTo>
                  <a:lnTo>
                    <a:pt x="2718533" y="3663006"/>
                  </a:lnTo>
                  <a:lnTo>
                    <a:pt x="2718783" y="3663006"/>
                  </a:lnTo>
                  <a:lnTo>
                    <a:pt x="2719033" y="3663006"/>
                  </a:lnTo>
                  <a:lnTo>
                    <a:pt x="2719159" y="3663006"/>
                  </a:lnTo>
                  <a:lnTo>
                    <a:pt x="2719284" y="3663006"/>
                  </a:lnTo>
                  <a:lnTo>
                    <a:pt x="2719909" y="3663006"/>
                  </a:lnTo>
                  <a:lnTo>
                    <a:pt x="2720409" y="3663006"/>
                  </a:lnTo>
                  <a:lnTo>
                    <a:pt x="2720534" y="3663006"/>
                  </a:lnTo>
                  <a:lnTo>
                    <a:pt x="2720909" y="3663006"/>
                  </a:lnTo>
                  <a:lnTo>
                    <a:pt x="2721409" y="3643099"/>
                  </a:lnTo>
                  <a:lnTo>
                    <a:pt x="2721784" y="3643099"/>
                  </a:lnTo>
                  <a:lnTo>
                    <a:pt x="2721909" y="3643099"/>
                  </a:lnTo>
                  <a:lnTo>
                    <a:pt x="2722160" y="3643099"/>
                  </a:lnTo>
                  <a:lnTo>
                    <a:pt x="2722285" y="3643099"/>
                  </a:lnTo>
                  <a:lnTo>
                    <a:pt x="2722535" y="3643099"/>
                  </a:lnTo>
                  <a:lnTo>
                    <a:pt x="2722660" y="3643099"/>
                  </a:lnTo>
                  <a:lnTo>
                    <a:pt x="2723160" y="3643099"/>
                  </a:lnTo>
                  <a:lnTo>
                    <a:pt x="2723535" y="3643099"/>
                  </a:lnTo>
                  <a:lnTo>
                    <a:pt x="2723910" y="3643099"/>
                  </a:lnTo>
                  <a:lnTo>
                    <a:pt x="2724035" y="3643099"/>
                  </a:lnTo>
                  <a:lnTo>
                    <a:pt x="2724535" y="3643099"/>
                  </a:lnTo>
                  <a:lnTo>
                    <a:pt x="2724785" y="3643099"/>
                  </a:lnTo>
                  <a:lnTo>
                    <a:pt x="2724910" y="3643099"/>
                  </a:lnTo>
                  <a:lnTo>
                    <a:pt x="2725035" y="3643099"/>
                  </a:lnTo>
                  <a:lnTo>
                    <a:pt x="2726161" y="3643099"/>
                  </a:lnTo>
                  <a:lnTo>
                    <a:pt x="2726286" y="3643099"/>
                  </a:lnTo>
                  <a:lnTo>
                    <a:pt x="2726286" y="3633145"/>
                  </a:lnTo>
                  <a:lnTo>
                    <a:pt x="2726536" y="3633145"/>
                  </a:lnTo>
                  <a:lnTo>
                    <a:pt x="2726661" y="3633145"/>
                  </a:lnTo>
                  <a:lnTo>
                    <a:pt x="2726786" y="3633145"/>
                  </a:lnTo>
                  <a:lnTo>
                    <a:pt x="2726911" y="3633145"/>
                  </a:lnTo>
                  <a:lnTo>
                    <a:pt x="2727036" y="3633145"/>
                  </a:lnTo>
                  <a:lnTo>
                    <a:pt x="2727411" y="3633145"/>
                  </a:lnTo>
                  <a:lnTo>
                    <a:pt x="2727536" y="3633145"/>
                  </a:lnTo>
                  <a:lnTo>
                    <a:pt x="2727661" y="3633145"/>
                  </a:lnTo>
                  <a:lnTo>
                    <a:pt x="2727911" y="3623191"/>
                  </a:lnTo>
                  <a:lnTo>
                    <a:pt x="2728162" y="3623191"/>
                  </a:lnTo>
                  <a:lnTo>
                    <a:pt x="2728537" y="3623191"/>
                  </a:lnTo>
                  <a:lnTo>
                    <a:pt x="2728787" y="3623191"/>
                  </a:lnTo>
                  <a:lnTo>
                    <a:pt x="2729037" y="3623191"/>
                  </a:lnTo>
                  <a:lnTo>
                    <a:pt x="2729162" y="3623191"/>
                  </a:lnTo>
                  <a:lnTo>
                    <a:pt x="2729537" y="3623191"/>
                  </a:lnTo>
                  <a:lnTo>
                    <a:pt x="2730287" y="3623191"/>
                  </a:lnTo>
                  <a:lnTo>
                    <a:pt x="2730412" y="3623191"/>
                  </a:lnTo>
                  <a:lnTo>
                    <a:pt x="2730787" y="3623191"/>
                  </a:lnTo>
                  <a:lnTo>
                    <a:pt x="2730912" y="3623191"/>
                  </a:lnTo>
                  <a:lnTo>
                    <a:pt x="2731413" y="3623191"/>
                  </a:lnTo>
                  <a:lnTo>
                    <a:pt x="2731663" y="3623191"/>
                  </a:lnTo>
                  <a:lnTo>
                    <a:pt x="2731788" y="3623191"/>
                  </a:lnTo>
                  <a:lnTo>
                    <a:pt x="2731913" y="3623191"/>
                  </a:lnTo>
                  <a:lnTo>
                    <a:pt x="2732038" y="3623191"/>
                  </a:lnTo>
                  <a:lnTo>
                    <a:pt x="2732413" y="3623191"/>
                  </a:lnTo>
                  <a:lnTo>
                    <a:pt x="2732538" y="3623191"/>
                  </a:lnTo>
                  <a:lnTo>
                    <a:pt x="2732913" y="3623191"/>
                  </a:lnTo>
                  <a:lnTo>
                    <a:pt x="2733413" y="3623191"/>
                  </a:lnTo>
                  <a:lnTo>
                    <a:pt x="2733663" y="3623191"/>
                  </a:lnTo>
                  <a:lnTo>
                    <a:pt x="2733788" y="3623191"/>
                  </a:lnTo>
                  <a:lnTo>
                    <a:pt x="2733913" y="3623191"/>
                  </a:lnTo>
                  <a:lnTo>
                    <a:pt x="2734038" y="3623191"/>
                  </a:lnTo>
                  <a:lnTo>
                    <a:pt x="2734164" y="3623191"/>
                  </a:lnTo>
                  <a:lnTo>
                    <a:pt x="2734664" y="3623191"/>
                  </a:lnTo>
                  <a:lnTo>
                    <a:pt x="2735039" y="3623191"/>
                  </a:lnTo>
                  <a:lnTo>
                    <a:pt x="2735289" y="3623191"/>
                  </a:lnTo>
                  <a:lnTo>
                    <a:pt x="2735664" y="3623191"/>
                  </a:lnTo>
                  <a:lnTo>
                    <a:pt x="2735914" y="3623191"/>
                  </a:lnTo>
                  <a:lnTo>
                    <a:pt x="2736039" y="3623191"/>
                  </a:lnTo>
                  <a:lnTo>
                    <a:pt x="2736164" y="3623191"/>
                  </a:lnTo>
                  <a:lnTo>
                    <a:pt x="2736539" y="3623191"/>
                  </a:lnTo>
                  <a:lnTo>
                    <a:pt x="2736789" y="3623191"/>
                  </a:lnTo>
                  <a:lnTo>
                    <a:pt x="2737165" y="3623191"/>
                  </a:lnTo>
                  <a:lnTo>
                    <a:pt x="2737415" y="3623191"/>
                  </a:lnTo>
                  <a:lnTo>
                    <a:pt x="2737540" y="3623191"/>
                  </a:lnTo>
                  <a:lnTo>
                    <a:pt x="2737665" y="3623191"/>
                  </a:lnTo>
                  <a:lnTo>
                    <a:pt x="2737790" y="3623191"/>
                  </a:lnTo>
                  <a:lnTo>
                    <a:pt x="2738415" y="3623191"/>
                  </a:lnTo>
                  <a:lnTo>
                    <a:pt x="2738665" y="3623191"/>
                  </a:lnTo>
                  <a:lnTo>
                    <a:pt x="2739165" y="3623191"/>
                  </a:lnTo>
                  <a:lnTo>
                    <a:pt x="2739415" y="3623191"/>
                  </a:lnTo>
                  <a:lnTo>
                    <a:pt x="2739540" y="3623191"/>
                  </a:lnTo>
                  <a:lnTo>
                    <a:pt x="2739790" y="3623191"/>
                  </a:lnTo>
                  <a:lnTo>
                    <a:pt x="2740040" y="3623191"/>
                  </a:lnTo>
                  <a:lnTo>
                    <a:pt x="2740166" y="3623191"/>
                  </a:lnTo>
                  <a:lnTo>
                    <a:pt x="2740291" y="3623191"/>
                  </a:lnTo>
                  <a:lnTo>
                    <a:pt x="2740666" y="3623191"/>
                  </a:lnTo>
                  <a:lnTo>
                    <a:pt x="2740791" y="3623191"/>
                  </a:lnTo>
                  <a:lnTo>
                    <a:pt x="2741041" y="3623191"/>
                  </a:lnTo>
                  <a:lnTo>
                    <a:pt x="2741166" y="3623191"/>
                  </a:lnTo>
                  <a:lnTo>
                    <a:pt x="2741291" y="3623191"/>
                  </a:lnTo>
                  <a:lnTo>
                    <a:pt x="2741416" y="3623191"/>
                  </a:lnTo>
                  <a:lnTo>
                    <a:pt x="2741791" y="3623191"/>
                  </a:lnTo>
                  <a:lnTo>
                    <a:pt x="2742166" y="3623191"/>
                  </a:lnTo>
                  <a:lnTo>
                    <a:pt x="2742416" y="3623191"/>
                  </a:lnTo>
                  <a:lnTo>
                    <a:pt x="2742666" y="3623191"/>
                  </a:lnTo>
                  <a:lnTo>
                    <a:pt x="2742791" y="3623191"/>
                  </a:lnTo>
                  <a:lnTo>
                    <a:pt x="2742916" y="3623191"/>
                  </a:lnTo>
                  <a:lnTo>
                    <a:pt x="2743167" y="3623191"/>
                  </a:lnTo>
                  <a:lnTo>
                    <a:pt x="2743417" y="3623191"/>
                  </a:lnTo>
                  <a:lnTo>
                    <a:pt x="2743542" y="3623191"/>
                  </a:lnTo>
                  <a:lnTo>
                    <a:pt x="2743667" y="3623191"/>
                  </a:lnTo>
                  <a:lnTo>
                    <a:pt x="2743792" y="3623191"/>
                  </a:lnTo>
                  <a:lnTo>
                    <a:pt x="2744167" y="3623191"/>
                  </a:lnTo>
                  <a:lnTo>
                    <a:pt x="2744292" y="3623191"/>
                  </a:lnTo>
                  <a:lnTo>
                    <a:pt x="2744417" y="3623191"/>
                  </a:lnTo>
                  <a:lnTo>
                    <a:pt x="2744542" y="3623191"/>
                  </a:lnTo>
                  <a:lnTo>
                    <a:pt x="2745167" y="3623191"/>
                  </a:lnTo>
                  <a:lnTo>
                    <a:pt x="2745292" y="3623191"/>
                  </a:lnTo>
                  <a:lnTo>
                    <a:pt x="2745417" y="3623191"/>
                  </a:lnTo>
                  <a:lnTo>
                    <a:pt x="2745667" y="3623191"/>
                  </a:lnTo>
                  <a:lnTo>
                    <a:pt x="2746042" y="3623191"/>
                  </a:lnTo>
                  <a:lnTo>
                    <a:pt x="2746293" y="3623191"/>
                  </a:lnTo>
                  <a:lnTo>
                    <a:pt x="2746418" y="3623191"/>
                  </a:lnTo>
                  <a:lnTo>
                    <a:pt x="2746918" y="3623191"/>
                  </a:lnTo>
                  <a:lnTo>
                    <a:pt x="2747293" y="3623191"/>
                  </a:lnTo>
                  <a:lnTo>
                    <a:pt x="2747418" y="3623191"/>
                  </a:lnTo>
                  <a:lnTo>
                    <a:pt x="2747543" y="3623191"/>
                  </a:lnTo>
                  <a:lnTo>
                    <a:pt x="2748293" y="3623191"/>
                  </a:lnTo>
                  <a:lnTo>
                    <a:pt x="2748543" y="3623191"/>
                  </a:lnTo>
                  <a:lnTo>
                    <a:pt x="2748793" y="3623191"/>
                  </a:lnTo>
                  <a:lnTo>
                    <a:pt x="2749169" y="3623191"/>
                  </a:lnTo>
                  <a:lnTo>
                    <a:pt x="2750044" y="3623191"/>
                  </a:lnTo>
                  <a:lnTo>
                    <a:pt x="2750294" y="3623191"/>
                  </a:lnTo>
                  <a:lnTo>
                    <a:pt x="2750419" y="3623191"/>
                  </a:lnTo>
                  <a:lnTo>
                    <a:pt x="2751169" y="3623191"/>
                  </a:lnTo>
                  <a:lnTo>
                    <a:pt x="2751544" y="3623191"/>
                  </a:lnTo>
                  <a:lnTo>
                    <a:pt x="2751669" y="3623191"/>
                  </a:lnTo>
                  <a:lnTo>
                    <a:pt x="2751794" y="3623191"/>
                  </a:lnTo>
                  <a:lnTo>
                    <a:pt x="2751919" y="3623191"/>
                  </a:lnTo>
                  <a:lnTo>
                    <a:pt x="2752420" y="3623191"/>
                  </a:lnTo>
                  <a:lnTo>
                    <a:pt x="2753045" y="3623191"/>
                  </a:lnTo>
                  <a:lnTo>
                    <a:pt x="2753170" y="3623191"/>
                  </a:lnTo>
                  <a:lnTo>
                    <a:pt x="2753670" y="3623191"/>
                  </a:lnTo>
                  <a:lnTo>
                    <a:pt x="2753920" y="3623191"/>
                  </a:lnTo>
                  <a:lnTo>
                    <a:pt x="2754045" y="3623191"/>
                  </a:lnTo>
                  <a:lnTo>
                    <a:pt x="2754170" y="3623191"/>
                  </a:lnTo>
                  <a:lnTo>
                    <a:pt x="2754545" y="3623191"/>
                  </a:lnTo>
                  <a:lnTo>
                    <a:pt x="2754795" y="3623191"/>
                  </a:lnTo>
                  <a:lnTo>
                    <a:pt x="2755046" y="3613237"/>
                  </a:lnTo>
                  <a:lnTo>
                    <a:pt x="2755296" y="3613237"/>
                  </a:lnTo>
                  <a:lnTo>
                    <a:pt x="2755796" y="3613237"/>
                  </a:lnTo>
                  <a:lnTo>
                    <a:pt x="2756046" y="3613237"/>
                  </a:lnTo>
                  <a:lnTo>
                    <a:pt x="2756171" y="3613237"/>
                  </a:lnTo>
                  <a:lnTo>
                    <a:pt x="2757046" y="3613237"/>
                  </a:lnTo>
                  <a:lnTo>
                    <a:pt x="2757421" y="3613237"/>
                  </a:lnTo>
                  <a:lnTo>
                    <a:pt x="2757671" y="3613237"/>
                  </a:lnTo>
                  <a:lnTo>
                    <a:pt x="2757796" y="3613237"/>
                  </a:lnTo>
                  <a:lnTo>
                    <a:pt x="2758047" y="3613237"/>
                  </a:lnTo>
                  <a:lnTo>
                    <a:pt x="2758547" y="3613237"/>
                  </a:lnTo>
                  <a:lnTo>
                    <a:pt x="2758922" y="3613237"/>
                  </a:lnTo>
                  <a:lnTo>
                    <a:pt x="2759297" y="3613237"/>
                  </a:lnTo>
                  <a:lnTo>
                    <a:pt x="2759547" y="3613237"/>
                  </a:lnTo>
                  <a:lnTo>
                    <a:pt x="2760047" y="3613237"/>
                  </a:lnTo>
                  <a:lnTo>
                    <a:pt x="2760172" y="3613237"/>
                  </a:lnTo>
                  <a:lnTo>
                    <a:pt x="2760422" y="3613237"/>
                  </a:lnTo>
                  <a:lnTo>
                    <a:pt x="2760672" y="3613237"/>
                  </a:lnTo>
                  <a:lnTo>
                    <a:pt x="2761173" y="3613237"/>
                  </a:lnTo>
                  <a:lnTo>
                    <a:pt x="2761298" y="3613237"/>
                  </a:lnTo>
                  <a:lnTo>
                    <a:pt x="2761423" y="3613237"/>
                  </a:lnTo>
                  <a:lnTo>
                    <a:pt x="2761798" y="3613237"/>
                  </a:lnTo>
                  <a:lnTo>
                    <a:pt x="2762048" y="3613237"/>
                  </a:lnTo>
                  <a:lnTo>
                    <a:pt x="2762423" y="3613237"/>
                  </a:lnTo>
                  <a:lnTo>
                    <a:pt x="2762548" y="3613237"/>
                  </a:lnTo>
                  <a:lnTo>
                    <a:pt x="2762798" y="3613237"/>
                  </a:lnTo>
                  <a:lnTo>
                    <a:pt x="2762923" y="3613237"/>
                  </a:lnTo>
                  <a:lnTo>
                    <a:pt x="2763298" y="3613237"/>
                  </a:lnTo>
                  <a:lnTo>
                    <a:pt x="2763423" y="3613237"/>
                  </a:lnTo>
                  <a:lnTo>
                    <a:pt x="2763548" y="3613237"/>
                  </a:lnTo>
                  <a:lnTo>
                    <a:pt x="2763673" y="3613237"/>
                  </a:lnTo>
                  <a:lnTo>
                    <a:pt x="2763923" y="3613237"/>
                  </a:lnTo>
                  <a:lnTo>
                    <a:pt x="2764049" y="3613237"/>
                  </a:lnTo>
                  <a:lnTo>
                    <a:pt x="2764174" y="3613237"/>
                  </a:lnTo>
                  <a:lnTo>
                    <a:pt x="2764299" y="3613237"/>
                  </a:lnTo>
                  <a:lnTo>
                    <a:pt x="2764424" y="3613237"/>
                  </a:lnTo>
                  <a:lnTo>
                    <a:pt x="2764549" y="3613237"/>
                  </a:lnTo>
                  <a:lnTo>
                    <a:pt x="2764799" y="3613237"/>
                  </a:lnTo>
                  <a:lnTo>
                    <a:pt x="2765049" y="3613237"/>
                  </a:lnTo>
                  <a:lnTo>
                    <a:pt x="2765174" y="3613237"/>
                  </a:lnTo>
                  <a:lnTo>
                    <a:pt x="2765424" y="3613237"/>
                  </a:lnTo>
                  <a:lnTo>
                    <a:pt x="2765549" y="3613237"/>
                  </a:lnTo>
                  <a:lnTo>
                    <a:pt x="2765674" y="3613237"/>
                  </a:lnTo>
                  <a:lnTo>
                    <a:pt x="2765924" y="3613237"/>
                  </a:lnTo>
                  <a:lnTo>
                    <a:pt x="2766049" y="3613237"/>
                  </a:lnTo>
                  <a:lnTo>
                    <a:pt x="2766174" y="3613237"/>
                  </a:lnTo>
                  <a:lnTo>
                    <a:pt x="2766299" y="3613237"/>
                  </a:lnTo>
                  <a:lnTo>
                    <a:pt x="2766424" y="3613237"/>
                  </a:lnTo>
                  <a:lnTo>
                    <a:pt x="2766799" y="3603283"/>
                  </a:lnTo>
                  <a:lnTo>
                    <a:pt x="2767050" y="3603283"/>
                  </a:lnTo>
                  <a:lnTo>
                    <a:pt x="2767550" y="3603283"/>
                  </a:lnTo>
                  <a:lnTo>
                    <a:pt x="2767800" y="3603283"/>
                  </a:lnTo>
                  <a:lnTo>
                    <a:pt x="2767925" y="3603283"/>
                  </a:lnTo>
                  <a:lnTo>
                    <a:pt x="2768175" y="3603283"/>
                  </a:lnTo>
                  <a:lnTo>
                    <a:pt x="2768550" y="3603283"/>
                  </a:lnTo>
                  <a:lnTo>
                    <a:pt x="2768675" y="3603283"/>
                  </a:lnTo>
                  <a:lnTo>
                    <a:pt x="2768800" y="3603283"/>
                  </a:lnTo>
                  <a:lnTo>
                    <a:pt x="2769300" y="3603283"/>
                  </a:lnTo>
                  <a:lnTo>
                    <a:pt x="2769425" y="3603283"/>
                  </a:lnTo>
                  <a:lnTo>
                    <a:pt x="2769550" y="3603283"/>
                  </a:lnTo>
                  <a:lnTo>
                    <a:pt x="2769675" y="3603283"/>
                  </a:lnTo>
                  <a:lnTo>
                    <a:pt x="2769800" y="3603283"/>
                  </a:lnTo>
                  <a:lnTo>
                    <a:pt x="2769925" y="3603283"/>
                  </a:lnTo>
                  <a:lnTo>
                    <a:pt x="2770176" y="3603283"/>
                  </a:lnTo>
                  <a:lnTo>
                    <a:pt x="2770301" y="3603283"/>
                  </a:lnTo>
                  <a:lnTo>
                    <a:pt x="2771051" y="3603283"/>
                  </a:lnTo>
                  <a:lnTo>
                    <a:pt x="2771426" y="3603283"/>
                  </a:lnTo>
                  <a:lnTo>
                    <a:pt x="2771676" y="3603283"/>
                  </a:lnTo>
                  <a:lnTo>
                    <a:pt x="2771801" y="3603283"/>
                  </a:lnTo>
                  <a:lnTo>
                    <a:pt x="2772176" y="3603283"/>
                  </a:lnTo>
                  <a:lnTo>
                    <a:pt x="2772301" y="3603283"/>
                  </a:lnTo>
                  <a:lnTo>
                    <a:pt x="2772426" y="3603283"/>
                  </a:lnTo>
                  <a:lnTo>
                    <a:pt x="2772801" y="3603283"/>
                  </a:lnTo>
                  <a:lnTo>
                    <a:pt x="2772926" y="3603283"/>
                  </a:lnTo>
                  <a:lnTo>
                    <a:pt x="2773177" y="3603283"/>
                  </a:lnTo>
                  <a:lnTo>
                    <a:pt x="2773302" y="3603283"/>
                  </a:lnTo>
                  <a:lnTo>
                    <a:pt x="2773677" y="3603283"/>
                  </a:lnTo>
                  <a:lnTo>
                    <a:pt x="2773927" y="3603283"/>
                  </a:lnTo>
                  <a:lnTo>
                    <a:pt x="2774177" y="3603283"/>
                  </a:lnTo>
                  <a:lnTo>
                    <a:pt x="2774677" y="3603283"/>
                  </a:lnTo>
                  <a:lnTo>
                    <a:pt x="2774927" y="3603283"/>
                  </a:lnTo>
                  <a:lnTo>
                    <a:pt x="2775052" y="3603283"/>
                  </a:lnTo>
                  <a:lnTo>
                    <a:pt x="2775177" y="3603283"/>
                  </a:lnTo>
                  <a:lnTo>
                    <a:pt x="2775302" y="3603283"/>
                  </a:lnTo>
                  <a:lnTo>
                    <a:pt x="2775802" y="3603283"/>
                  </a:lnTo>
                  <a:lnTo>
                    <a:pt x="2775927" y="3603283"/>
                  </a:lnTo>
                  <a:lnTo>
                    <a:pt x="2776178" y="3603283"/>
                  </a:lnTo>
                  <a:lnTo>
                    <a:pt x="2776303" y="3603283"/>
                  </a:lnTo>
                  <a:lnTo>
                    <a:pt x="2776553" y="3603283"/>
                  </a:lnTo>
                  <a:lnTo>
                    <a:pt x="2776678" y="3603283"/>
                  </a:lnTo>
                  <a:lnTo>
                    <a:pt x="2776803" y="3603283"/>
                  </a:lnTo>
                  <a:lnTo>
                    <a:pt x="2777178" y="3603283"/>
                  </a:lnTo>
                  <a:lnTo>
                    <a:pt x="2777303" y="3603283"/>
                  </a:lnTo>
                  <a:lnTo>
                    <a:pt x="2777678" y="3603283"/>
                  </a:lnTo>
                  <a:lnTo>
                    <a:pt x="2777928" y="3603283"/>
                  </a:lnTo>
                  <a:lnTo>
                    <a:pt x="2778678" y="3603283"/>
                  </a:lnTo>
                  <a:lnTo>
                    <a:pt x="2789307" y="3583376"/>
                  </a:lnTo>
                  <a:lnTo>
                    <a:pt x="2789432" y="3583376"/>
                  </a:lnTo>
                  <a:lnTo>
                    <a:pt x="2789557" y="3583376"/>
                  </a:lnTo>
                  <a:lnTo>
                    <a:pt x="2789682" y="3583376"/>
                  </a:lnTo>
                  <a:lnTo>
                    <a:pt x="2789807" y="3583376"/>
                  </a:lnTo>
                  <a:lnTo>
                    <a:pt x="2790307" y="3583376"/>
                  </a:lnTo>
                  <a:lnTo>
                    <a:pt x="2790557" y="3583376"/>
                  </a:lnTo>
                  <a:lnTo>
                    <a:pt x="2791058" y="3583376"/>
                  </a:lnTo>
                  <a:lnTo>
                    <a:pt x="2791308" y="3583376"/>
                  </a:lnTo>
                  <a:lnTo>
                    <a:pt x="2791433" y="3583376"/>
                  </a:lnTo>
                  <a:lnTo>
                    <a:pt x="2791808" y="3583376"/>
                  </a:lnTo>
                  <a:lnTo>
                    <a:pt x="2791933" y="3583376"/>
                  </a:lnTo>
                  <a:lnTo>
                    <a:pt x="2792058" y="3583376"/>
                  </a:lnTo>
                  <a:lnTo>
                    <a:pt x="2792183" y="3583376"/>
                  </a:lnTo>
                  <a:lnTo>
                    <a:pt x="2792308" y="3583376"/>
                  </a:lnTo>
                  <a:lnTo>
                    <a:pt x="2792433" y="3583376"/>
                  </a:lnTo>
                  <a:lnTo>
                    <a:pt x="2792558" y="3583376"/>
                  </a:lnTo>
                  <a:lnTo>
                    <a:pt x="2792808" y="3583376"/>
                  </a:lnTo>
                  <a:lnTo>
                    <a:pt x="2792933" y="3583376"/>
                  </a:lnTo>
                  <a:lnTo>
                    <a:pt x="2793308" y="3583376"/>
                  </a:lnTo>
                  <a:lnTo>
                    <a:pt x="2793433" y="3583376"/>
                  </a:lnTo>
                  <a:lnTo>
                    <a:pt x="2793558" y="3583376"/>
                  </a:lnTo>
                  <a:lnTo>
                    <a:pt x="2793808" y="3583376"/>
                  </a:lnTo>
                  <a:lnTo>
                    <a:pt x="2793934" y="3583376"/>
                  </a:lnTo>
                  <a:lnTo>
                    <a:pt x="2794059" y="3583376"/>
                  </a:lnTo>
                  <a:lnTo>
                    <a:pt x="2794434" y="3583376"/>
                  </a:lnTo>
                  <a:lnTo>
                    <a:pt x="2794559" y="3583376"/>
                  </a:lnTo>
                  <a:lnTo>
                    <a:pt x="2794684" y="3583376"/>
                  </a:lnTo>
                  <a:lnTo>
                    <a:pt x="2794809" y="3583376"/>
                  </a:lnTo>
                  <a:lnTo>
                    <a:pt x="2795559" y="3583376"/>
                  </a:lnTo>
                  <a:lnTo>
                    <a:pt x="2796059" y="3583376"/>
                  </a:lnTo>
                  <a:lnTo>
                    <a:pt x="2796184" y="3583376"/>
                  </a:lnTo>
                  <a:lnTo>
                    <a:pt x="2796434" y="3583376"/>
                  </a:lnTo>
                  <a:lnTo>
                    <a:pt x="2796559" y="3583376"/>
                  </a:lnTo>
                  <a:lnTo>
                    <a:pt x="2796684" y="3583376"/>
                  </a:lnTo>
                  <a:lnTo>
                    <a:pt x="2796809" y="3583376"/>
                  </a:lnTo>
                  <a:lnTo>
                    <a:pt x="2797185" y="3583376"/>
                  </a:lnTo>
                  <a:lnTo>
                    <a:pt x="2797310" y="3583376"/>
                  </a:lnTo>
                  <a:lnTo>
                    <a:pt x="2797435" y="3583376"/>
                  </a:lnTo>
                  <a:lnTo>
                    <a:pt x="2797685" y="3583376"/>
                  </a:lnTo>
                  <a:lnTo>
                    <a:pt x="2797810" y="3583376"/>
                  </a:lnTo>
                  <a:lnTo>
                    <a:pt x="2797935" y="3583376"/>
                  </a:lnTo>
                  <a:lnTo>
                    <a:pt x="2797935" y="3573422"/>
                  </a:lnTo>
                  <a:lnTo>
                    <a:pt x="2798185" y="3573422"/>
                  </a:lnTo>
                  <a:lnTo>
                    <a:pt x="2798435" y="3573422"/>
                  </a:lnTo>
                  <a:lnTo>
                    <a:pt x="2798560" y="3573422"/>
                  </a:lnTo>
                  <a:lnTo>
                    <a:pt x="2798810" y="3573422"/>
                  </a:lnTo>
                  <a:lnTo>
                    <a:pt x="2799185" y="3573422"/>
                  </a:lnTo>
                  <a:lnTo>
                    <a:pt x="2799310" y="3573422"/>
                  </a:lnTo>
                  <a:lnTo>
                    <a:pt x="2799435" y="3573422"/>
                  </a:lnTo>
                  <a:lnTo>
                    <a:pt x="2799560" y="3573422"/>
                  </a:lnTo>
                  <a:lnTo>
                    <a:pt x="2799685" y="3573422"/>
                  </a:lnTo>
                  <a:lnTo>
                    <a:pt x="2799810" y="3573422"/>
                  </a:lnTo>
                  <a:lnTo>
                    <a:pt x="2799936" y="3573422"/>
                  </a:lnTo>
                  <a:lnTo>
                    <a:pt x="2800186" y="3573422"/>
                  </a:lnTo>
                  <a:lnTo>
                    <a:pt x="2800311" y="3573422"/>
                  </a:lnTo>
                  <a:lnTo>
                    <a:pt x="2800436" y="3573422"/>
                  </a:lnTo>
                  <a:lnTo>
                    <a:pt x="2800561" y="3573422"/>
                  </a:lnTo>
                  <a:lnTo>
                    <a:pt x="2800686" y="3563468"/>
                  </a:lnTo>
                  <a:lnTo>
                    <a:pt x="2801061" y="3563468"/>
                  </a:lnTo>
                  <a:lnTo>
                    <a:pt x="2801311" y="3563468"/>
                  </a:lnTo>
                  <a:lnTo>
                    <a:pt x="2801436" y="3563468"/>
                  </a:lnTo>
                  <a:lnTo>
                    <a:pt x="2801561" y="3563468"/>
                  </a:lnTo>
                  <a:lnTo>
                    <a:pt x="2801811" y="3553514"/>
                  </a:lnTo>
                  <a:lnTo>
                    <a:pt x="2802311" y="3553514"/>
                  </a:lnTo>
                  <a:lnTo>
                    <a:pt x="2802686" y="3553514"/>
                  </a:lnTo>
                  <a:lnTo>
                    <a:pt x="2803187" y="3553514"/>
                  </a:lnTo>
                  <a:lnTo>
                    <a:pt x="2803312" y="3543560"/>
                  </a:lnTo>
                  <a:lnTo>
                    <a:pt x="2803437" y="3543560"/>
                  </a:lnTo>
                  <a:lnTo>
                    <a:pt x="2803687" y="3543560"/>
                  </a:lnTo>
                  <a:lnTo>
                    <a:pt x="2804187" y="3543560"/>
                  </a:lnTo>
                  <a:lnTo>
                    <a:pt x="2804312" y="3543560"/>
                  </a:lnTo>
                  <a:lnTo>
                    <a:pt x="2804562" y="3543560"/>
                  </a:lnTo>
                  <a:lnTo>
                    <a:pt x="2804812" y="3543560"/>
                  </a:lnTo>
                  <a:lnTo>
                    <a:pt x="2805062" y="3543560"/>
                  </a:lnTo>
                  <a:lnTo>
                    <a:pt x="2805562" y="3543560"/>
                  </a:lnTo>
                  <a:lnTo>
                    <a:pt x="2805687" y="3543560"/>
                  </a:lnTo>
                  <a:lnTo>
                    <a:pt x="2805812" y="3543560"/>
                  </a:lnTo>
                  <a:lnTo>
                    <a:pt x="2806063" y="3543560"/>
                  </a:lnTo>
                  <a:lnTo>
                    <a:pt x="2806188" y="3543560"/>
                  </a:lnTo>
                  <a:lnTo>
                    <a:pt x="2806313" y="3543560"/>
                  </a:lnTo>
                  <a:lnTo>
                    <a:pt x="2806563" y="3543560"/>
                  </a:lnTo>
                  <a:lnTo>
                    <a:pt x="2806938" y="3543560"/>
                  </a:lnTo>
                  <a:lnTo>
                    <a:pt x="2807313" y="3543560"/>
                  </a:lnTo>
                  <a:lnTo>
                    <a:pt x="2807563" y="3543560"/>
                  </a:lnTo>
                  <a:lnTo>
                    <a:pt x="2807688" y="3533607"/>
                  </a:lnTo>
                  <a:lnTo>
                    <a:pt x="2807938" y="3533607"/>
                  </a:lnTo>
                  <a:lnTo>
                    <a:pt x="2808063" y="3533607"/>
                  </a:lnTo>
                  <a:lnTo>
                    <a:pt x="2808563" y="3533607"/>
                  </a:lnTo>
                  <a:lnTo>
                    <a:pt x="2809439" y="3533607"/>
                  </a:lnTo>
                  <a:lnTo>
                    <a:pt x="2809564" y="3533607"/>
                  </a:lnTo>
                  <a:lnTo>
                    <a:pt x="2810439" y="3533607"/>
                  </a:lnTo>
                  <a:lnTo>
                    <a:pt x="2810564" y="3533607"/>
                  </a:lnTo>
                  <a:lnTo>
                    <a:pt x="2810689" y="3533607"/>
                  </a:lnTo>
                  <a:lnTo>
                    <a:pt x="2811064" y="3533607"/>
                  </a:lnTo>
                  <a:lnTo>
                    <a:pt x="2811189" y="3533607"/>
                  </a:lnTo>
                  <a:lnTo>
                    <a:pt x="2811564" y="3533607"/>
                  </a:lnTo>
                  <a:lnTo>
                    <a:pt x="2811689" y="3533607"/>
                  </a:lnTo>
                  <a:lnTo>
                    <a:pt x="2811940" y="3533607"/>
                  </a:lnTo>
                  <a:lnTo>
                    <a:pt x="2812690" y="3533607"/>
                  </a:lnTo>
                  <a:lnTo>
                    <a:pt x="2813315" y="3533607"/>
                  </a:lnTo>
                  <a:lnTo>
                    <a:pt x="2813940" y="3533607"/>
                  </a:lnTo>
                  <a:lnTo>
                    <a:pt x="2814315" y="3533607"/>
                  </a:lnTo>
                  <a:lnTo>
                    <a:pt x="2814440" y="3533607"/>
                  </a:lnTo>
                  <a:lnTo>
                    <a:pt x="2815191" y="3533607"/>
                  </a:lnTo>
                  <a:lnTo>
                    <a:pt x="2815316" y="3533607"/>
                  </a:lnTo>
                  <a:lnTo>
                    <a:pt x="2815441" y="3533607"/>
                  </a:lnTo>
                  <a:lnTo>
                    <a:pt x="2815691" y="3533607"/>
                  </a:lnTo>
                  <a:lnTo>
                    <a:pt x="2815941" y="3533607"/>
                  </a:lnTo>
                  <a:lnTo>
                    <a:pt x="2816191" y="3533607"/>
                  </a:lnTo>
                  <a:lnTo>
                    <a:pt x="2816691" y="3533607"/>
                  </a:lnTo>
                  <a:lnTo>
                    <a:pt x="2816941" y="3533607"/>
                  </a:lnTo>
                  <a:lnTo>
                    <a:pt x="2817066" y="3533607"/>
                  </a:lnTo>
                  <a:lnTo>
                    <a:pt x="2817191" y="3533607"/>
                  </a:lnTo>
                  <a:lnTo>
                    <a:pt x="2817316" y="3533607"/>
                  </a:lnTo>
                  <a:lnTo>
                    <a:pt x="2817441" y="3533607"/>
                  </a:lnTo>
                  <a:lnTo>
                    <a:pt x="2818067" y="3533607"/>
                  </a:lnTo>
                  <a:lnTo>
                    <a:pt x="2818192" y="3533607"/>
                  </a:lnTo>
                  <a:lnTo>
                    <a:pt x="2818942" y="3533607"/>
                  </a:lnTo>
                  <a:lnTo>
                    <a:pt x="2819067" y="3533607"/>
                  </a:lnTo>
                  <a:lnTo>
                    <a:pt x="2819192" y="3533607"/>
                  </a:lnTo>
                  <a:lnTo>
                    <a:pt x="2819442" y="3533607"/>
                  </a:lnTo>
                  <a:lnTo>
                    <a:pt x="2819567" y="3533607"/>
                  </a:lnTo>
                  <a:lnTo>
                    <a:pt x="2819692" y="3533607"/>
                  </a:lnTo>
                  <a:lnTo>
                    <a:pt x="2820442" y="3533607"/>
                  </a:lnTo>
                  <a:lnTo>
                    <a:pt x="2820692" y="3533607"/>
                  </a:lnTo>
                  <a:lnTo>
                    <a:pt x="2820817" y="3533607"/>
                  </a:lnTo>
                  <a:lnTo>
                    <a:pt x="2820943" y="3533607"/>
                  </a:lnTo>
                  <a:lnTo>
                    <a:pt x="2821068" y="3533607"/>
                  </a:lnTo>
                  <a:lnTo>
                    <a:pt x="2821193" y="3533607"/>
                  </a:lnTo>
                  <a:lnTo>
                    <a:pt x="2821318" y="3533607"/>
                  </a:lnTo>
                  <a:lnTo>
                    <a:pt x="2821818" y="3533607"/>
                  </a:lnTo>
                  <a:lnTo>
                    <a:pt x="2821943" y="3533607"/>
                  </a:lnTo>
                  <a:lnTo>
                    <a:pt x="2822318" y="3533607"/>
                  </a:lnTo>
                  <a:lnTo>
                    <a:pt x="2822818" y="3523653"/>
                  </a:lnTo>
                  <a:lnTo>
                    <a:pt x="2823193" y="3523653"/>
                  </a:lnTo>
                  <a:lnTo>
                    <a:pt x="2823318" y="3523653"/>
                  </a:lnTo>
                  <a:lnTo>
                    <a:pt x="2823443" y="3523653"/>
                  </a:lnTo>
                  <a:lnTo>
                    <a:pt x="2823568" y="3523653"/>
                  </a:lnTo>
                  <a:lnTo>
                    <a:pt x="2823818" y="3523653"/>
                  </a:lnTo>
                  <a:lnTo>
                    <a:pt x="2823944" y="3523653"/>
                  </a:lnTo>
                  <a:lnTo>
                    <a:pt x="2824069" y="3523653"/>
                  </a:lnTo>
                  <a:lnTo>
                    <a:pt x="2824194" y="3523653"/>
                  </a:lnTo>
                  <a:lnTo>
                    <a:pt x="2824319" y="3523653"/>
                  </a:lnTo>
                  <a:lnTo>
                    <a:pt x="2824444" y="3523653"/>
                  </a:lnTo>
                  <a:lnTo>
                    <a:pt x="2824569" y="3513699"/>
                  </a:lnTo>
                  <a:lnTo>
                    <a:pt x="2825194" y="3513699"/>
                  </a:lnTo>
                  <a:lnTo>
                    <a:pt x="2825444" y="3513699"/>
                  </a:lnTo>
                  <a:lnTo>
                    <a:pt x="2825569" y="3513699"/>
                  </a:lnTo>
                  <a:lnTo>
                    <a:pt x="2825819" y="3513699"/>
                  </a:lnTo>
                  <a:lnTo>
                    <a:pt x="2826194" y="3513699"/>
                  </a:lnTo>
                  <a:lnTo>
                    <a:pt x="2826319" y="3513699"/>
                  </a:lnTo>
                  <a:lnTo>
                    <a:pt x="2826444" y="3513699"/>
                  </a:lnTo>
                  <a:lnTo>
                    <a:pt x="2826569" y="3513699"/>
                  </a:lnTo>
                  <a:lnTo>
                    <a:pt x="2826694" y="3513699"/>
                  </a:lnTo>
                  <a:lnTo>
                    <a:pt x="2826819" y="3513699"/>
                  </a:lnTo>
                  <a:lnTo>
                    <a:pt x="2826945" y="3513699"/>
                  </a:lnTo>
                  <a:lnTo>
                    <a:pt x="2827195" y="3513699"/>
                  </a:lnTo>
                  <a:lnTo>
                    <a:pt x="2827320" y="3513699"/>
                  </a:lnTo>
                  <a:lnTo>
                    <a:pt x="2827445" y="3513699"/>
                  </a:lnTo>
                  <a:lnTo>
                    <a:pt x="2827570" y="3513699"/>
                  </a:lnTo>
                  <a:lnTo>
                    <a:pt x="2827820" y="3513699"/>
                  </a:lnTo>
                  <a:lnTo>
                    <a:pt x="2827945" y="3513699"/>
                  </a:lnTo>
                  <a:lnTo>
                    <a:pt x="2828070" y="3513699"/>
                  </a:lnTo>
                  <a:lnTo>
                    <a:pt x="2828195" y="3513699"/>
                  </a:lnTo>
                  <a:lnTo>
                    <a:pt x="2828320" y="3513699"/>
                  </a:lnTo>
                  <a:lnTo>
                    <a:pt x="2828695" y="3513699"/>
                  </a:lnTo>
                  <a:lnTo>
                    <a:pt x="2828820" y="3513699"/>
                  </a:lnTo>
                  <a:lnTo>
                    <a:pt x="2829195" y="3513699"/>
                  </a:lnTo>
                  <a:lnTo>
                    <a:pt x="2829445" y="3513699"/>
                  </a:lnTo>
                  <a:lnTo>
                    <a:pt x="2829946" y="3513699"/>
                  </a:lnTo>
                  <a:lnTo>
                    <a:pt x="2830196" y="3513699"/>
                  </a:lnTo>
                  <a:lnTo>
                    <a:pt x="2830571" y="3513699"/>
                  </a:lnTo>
                  <a:lnTo>
                    <a:pt x="2830821" y="3513699"/>
                  </a:lnTo>
                  <a:lnTo>
                    <a:pt x="2830946" y="3513699"/>
                  </a:lnTo>
                  <a:lnTo>
                    <a:pt x="2831196" y="3513699"/>
                  </a:lnTo>
                  <a:lnTo>
                    <a:pt x="2831571" y="3513699"/>
                  </a:lnTo>
                  <a:lnTo>
                    <a:pt x="2831696" y="3513699"/>
                  </a:lnTo>
                  <a:lnTo>
                    <a:pt x="2831821" y="3513699"/>
                  </a:lnTo>
                  <a:lnTo>
                    <a:pt x="2832071" y="3513699"/>
                  </a:lnTo>
                  <a:lnTo>
                    <a:pt x="2832571" y="3513699"/>
                  </a:lnTo>
                  <a:lnTo>
                    <a:pt x="2832696" y="3513699"/>
                  </a:lnTo>
                  <a:lnTo>
                    <a:pt x="2832822" y="3513699"/>
                  </a:lnTo>
                  <a:lnTo>
                    <a:pt x="2832947" y="3513699"/>
                  </a:lnTo>
                  <a:lnTo>
                    <a:pt x="2833072" y="3513699"/>
                  </a:lnTo>
                  <a:lnTo>
                    <a:pt x="2833822" y="3513699"/>
                  </a:lnTo>
                  <a:lnTo>
                    <a:pt x="2834072" y="3513699"/>
                  </a:lnTo>
                  <a:lnTo>
                    <a:pt x="2834197" y="3513699"/>
                  </a:lnTo>
                  <a:lnTo>
                    <a:pt x="2834322" y="3513699"/>
                  </a:lnTo>
                  <a:lnTo>
                    <a:pt x="2834447" y="3513699"/>
                  </a:lnTo>
                  <a:lnTo>
                    <a:pt x="2834572" y="3513699"/>
                  </a:lnTo>
                  <a:lnTo>
                    <a:pt x="2835072" y="3513699"/>
                  </a:lnTo>
                  <a:lnTo>
                    <a:pt x="2835197" y="3513699"/>
                  </a:lnTo>
                  <a:lnTo>
                    <a:pt x="2835447" y="3513699"/>
                  </a:lnTo>
                  <a:lnTo>
                    <a:pt x="2836198" y="3513699"/>
                  </a:lnTo>
                  <a:lnTo>
                    <a:pt x="2836698" y="3513699"/>
                  </a:lnTo>
                  <a:lnTo>
                    <a:pt x="2836823" y="3513699"/>
                  </a:lnTo>
                  <a:lnTo>
                    <a:pt x="2836948" y="3513699"/>
                  </a:lnTo>
                  <a:lnTo>
                    <a:pt x="2837448" y="3513699"/>
                  </a:lnTo>
                  <a:lnTo>
                    <a:pt x="2837698" y="3513699"/>
                  </a:lnTo>
                  <a:lnTo>
                    <a:pt x="2837948" y="3513699"/>
                  </a:lnTo>
                  <a:lnTo>
                    <a:pt x="2838323" y="3513699"/>
                  </a:lnTo>
                  <a:lnTo>
                    <a:pt x="2838573" y="3513699"/>
                  </a:lnTo>
                  <a:lnTo>
                    <a:pt x="2838698" y="3513699"/>
                  </a:lnTo>
                  <a:lnTo>
                    <a:pt x="2838949" y="3513699"/>
                  </a:lnTo>
                  <a:lnTo>
                    <a:pt x="2839199" y="3513699"/>
                  </a:lnTo>
                  <a:lnTo>
                    <a:pt x="2839324" y="3513699"/>
                  </a:lnTo>
                  <a:lnTo>
                    <a:pt x="2839949" y="3513699"/>
                  </a:lnTo>
                  <a:lnTo>
                    <a:pt x="2840199" y="3513699"/>
                  </a:lnTo>
                  <a:lnTo>
                    <a:pt x="2840324" y="3513699"/>
                  </a:lnTo>
                  <a:lnTo>
                    <a:pt x="2840574" y="3513699"/>
                  </a:lnTo>
                  <a:lnTo>
                    <a:pt x="2840699" y="3513699"/>
                  </a:lnTo>
                  <a:lnTo>
                    <a:pt x="2841324" y="3513699"/>
                  </a:lnTo>
                  <a:lnTo>
                    <a:pt x="2841449" y="3513699"/>
                  </a:lnTo>
                  <a:lnTo>
                    <a:pt x="2841574" y="3513699"/>
                  </a:lnTo>
                  <a:lnTo>
                    <a:pt x="2841699" y="3513699"/>
                  </a:lnTo>
                  <a:lnTo>
                    <a:pt x="2841825" y="3513699"/>
                  </a:lnTo>
                  <a:lnTo>
                    <a:pt x="2841950" y="3513699"/>
                  </a:lnTo>
                  <a:lnTo>
                    <a:pt x="2842575" y="3513699"/>
                  </a:lnTo>
                  <a:lnTo>
                    <a:pt x="2842950" y="3513699"/>
                  </a:lnTo>
                  <a:lnTo>
                    <a:pt x="2843450" y="3513699"/>
                  </a:lnTo>
                  <a:lnTo>
                    <a:pt x="2844075" y="3513699"/>
                  </a:lnTo>
                  <a:lnTo>
                    <a:pt x="2844200" y="3513699"/>
                  </a:lnTo>
                  <a:lnTo>
                    <a:pt x="2844575" y="3513699"/>
                  </a:lnTo>
                  <a:lnTo>
                    <a:pt x="2844700" y="3513699"/>
                  </a:lnTo>
                  <a:lnTo>
                    <a:pt x="2844951" y="3513699"/>
                  </a:lnTo>
                  <a:lnTo>
                    <a:pt x="2845326" y="3513699"/>
                  </a:lnTo>
                  <a:lnTo>
                    <a:pt x="2846201" y="3513699"/>
                  </a:lnTo>
                  <a:lnTo>
                    <a:pt x="2846326" y="3513699"/>
                  </a:lnTo>
                  <a:lnTo>
                    <a:pt x="2846576" y="3513699"/>
                  </a:lnTo>
                  <a:lnTo>
                    <a:pt x="2846826" y="3513699"/>
                  </a:lnTo>
                  <a:lnTo>
                    <a:pt x="2847326" y="3513699"/>
                  </a:lnTo>
                  <a:lnTo>
                    <a:pt x="2847827" y="3513699"/>
                  </a:lnTo>
                  <a:lnTo>
                    <a:pt x="2848827" y="3513699"/>
                  </a:lnTo>
                  <a:lnTo>
                    <a:pt x="2848952" y="3513699"/>
                  </a:lnTo>
                  <a:lnTo>
                    <a:pt x="2849077" y="3513699"/>
                  </a:lnTo>
                  <a:lnTo>
                    <a:pt x="2849202" y="3513699"/>
                  </a:lnTo>
                  <a:lnTo>
                    <a:pt x="2849452" y="3513699"/>
                  </a:lnTo>
                  <a:lnTo>
                    <a:pt x="2849827" y="3513699"/>
                  </a:lnTo>
                  <a:lnTo>
                    <a:pt x="2850327" y="3513699"/>
                  </a:lnTo>
                  <a:lnTo>
                    <a:pt x="2850452" y="3513699"/>
                  </a:lnTo>
                  <a:lnTo>
                    <a:pt x="2850577" y="3513699"/>
                  </a:lnTo>
                  <a:lnTo>
                    <a:pt x="2850702" y="3513699"/>
                  </a:lnTo>
                  <a:lnTo>
                    <a:pt x="2850953" y="3513699"/>
                  </a:lnTo>
                  <a:lnTo>
                    <a:pt x="2851078" y="3513699"/>
                  </a:lnTo>
                  <a:lnTo>
                    <a:pt x="2851453" y="3513699"/>
                  </a:lnTo>
                  <a:lnTo>
                    <a:pt x="2852328" y="3513699"/>
                  </a:lnTo>
                  <a:lnTo>
                    <a:pt x="2852453" y="3513699"/>
                  </a:lnTo>
                  <a:lnTo>
                    <a:pt x="2853078" y="3513699"/>
                  </a:lnTo>
                  <a:lnTo>
                    <a:pt x="2853203" y="3513699"/>
                  </a:lnTo>
                  <a:lnTo>
                    <a:pt x="2853453" y="3513699"/>
                  </a:lnTo>
                  <a:lnTo>
                    <a:pt x="2853578" y="3513699"/>
                  </a:lnTo>
                  <a:lnTo>
                    <a:pt x="2853703" y="3513699"/>
                  </a:lnTo>
                  <a:lnTo>
                    <a:pt x="2853829" y="3513699"/>
                  </a:lnTo>
                  <a:lnTo>
                    <a:pt x="2854454" y="3513699"/>
                  </a:lnTo>
                  <a:lnTo>
                    <a:pt x="2854579" y="3513699"/>
                  </a:lnTo>
                  <a:lnTo>
                    <a:pt x="2854704" y="3513699"/>
                  </a:lnTo>
                  <a:lnTo>
                    <a:pt x="2855079" y="3513699"/>
                  </a:lnTo>
                  <a:lnTo>
                    <a:pt x="2855204" y="3513699"/>
                  </a:lnTo>
                  <a:lnTo>
                    <a:pt x="2855454" y="3503745"/>
                  </a:lnTo>
                  <a:lnTo>
                    <a:pt x="2855579" y="3503745"/>
                  </a:lnTo>
                  <a:lnTo>
                    <a:pt x="2855704" y="3503745"/>
                  </a:lnTo>
                  <a:lnTo>
                    <a:pt x="2856079" y="3503745"/>
                  </a:lnTo>
                  <a:lnTo>
                    <a:pt x="2856704" y="3503745"/>
                  </a:lnTo>
                  <a:lnTo>
                    <a:pt x="2856955" y="3503745"/>
                  </a:lnTo>
                  <a:lnTo>
                    <a:pt x="2857080" y="3503745"/>
                  </a:lnTo>
                  <a:lnTo>
                    <a:pt x="2857330" y="3503745"/>
                  </a:lnTo>
                  <a:lnTo>
                    <a:pt x="2857455" y="3503745"/>
                  </a:lnTo>
                  <a:lnTo>
                    <a:pt x="2857705" y="3503745"/>
                  </a:lnTo>
                  <a:lnTo>
                    <a:pt x="2858455" y="3503745"/>
                  </a:lnTo>
                  <a:lnTo>
                    <a:pt x="2858705" y="3503745"/>
                  </a:lnTo>
                  <a:lnTo>
                    <a:pt x="2858830" y="3503745"/>
                  </a:lnTo>
                  <a:lnTo>
                    <a:pt x="2859205" y="3503745"/>
                  </a:lnTo>
                  <a:lnTo>
                    <a:pt x="2859330" y="3503745"/>
                  </a:lnTo>
                  <a:lnTo>
                    <a:pt x="2859455" y="3503745"/>
                  </a:lnTo>
                  <a:lnTo>
                    <a:pt x="2859580" y="3503745"/>
                  </a:lnTo>
                  <a:lnTo>
                    <a:pt x="2859831" y="3503745"/>
                  </a:lnTo>
                  <a:lnTo>
                    <a:pt x="2860206" y="3503745"/>
                  </a:lnTo>
                  <a:lnTo>
                    <a:pt x="2860331" y="3503745"/>
                  </a:lnTo>
                  <a:lnTo>
                    <a:pt x="2860581" y="3503745"/>
                  </a:lnTo>
                  <a:lnTo>
                    <a:pt x="2860706" y="3503745"/>
                  </a:lnTo>
                  <a:lnTo>
                    <a:pt x="2861206" y="3503745"/>
                  </a:lnTo>
                  <a:lnTo>
                    <a:pt x="2861456" y="3503745"/>
                  </a:lnTo>
                  <a:lnTo>
                    <a:pt x="2861831" y="3503745"/>
                  </a:lnTo>
                  <a:lnTo>
                    <a:pt x="2862081" y="3503745"/>
                  </a:lnTo>
                  <a:lnTo>
                    <a:pt x="2862456" y="3503745"/>
                  </a:lnTo>
                  <a:lnTo>
                    <a:pt x="2862581" y="3503745"/>
                  </a:lnTo>
                  <a:lnTo>
                    <a:pt x="2862706" y="3503745"/>
                  </a:lnTo>
                  <a:lnTo>
                    <a:pt x="2862957" y="3503745"/>
                  </a:lnTo>
                  <a:lnTo>
                    <a:pt x="2863457" y="3503745"/>
                  </a:lnTo>
                  <a:lnTo>
                    <a:pt x="2863582" y="3503745"/>
                  </a:lnTo>
                  <a:lnTo>
                    <a:pt x="2864082" y="3503745"/>
                  </a:lnTo>
                  <a:lnTo>
                    <a:pt x="2864332" y="3503745"/>
                  </a:lnTo>
                  <a:lnTo>
                    <a:pt x="2864582" y="3503745"/>
                  </a:lnTo>
                  <a:lnTo>
                    <a:pt x="2864707" y="3503745"/>
                  </a:lnTo>
                  <a:lnTo>
                    <a:pt x="2864832" y="3503745"/>
                  </a:lnTo>
                  <a:lnTo>
                    <a:pt x="2865332" y="3503745"/>
                  </a:lnTo>
                  <a:lnTo>
                    <a:pt x="2865707" y="3503745"/>
                  </a:lnTo>
                  <a:lnTo>
                    <a:pt x="2866208" y="3503745"/>
                  </a:lnTo>
                  <a:lnTo>
                    <a:pt x="2866458" y="3503745"/>
                  </a:lnTo>
                  <a:lnTo>
                    <a:pt x="2866583" y="3503745"/>
                  </a:lnTo>
                  <a:lnTo>
                    <a:pt x="2866708" y="3503745"/>
                  </a:lnTo>
                  <a:lnTo>
                    <a:pt x="2866958" y="3503745"/>
                  </a:lnTo>
                  <a:lnTo>
                    <a:pt x="2867083" y="3503745"/>
                  </a:lnTo>
                  <a:lnTo>
                    <a:pt x="2867333" y="3503745"/>
                  </a:lnTo>
                  <a:lnTo>
                    <a:pt x="2867708" y="3503745"/>
                  </a:lnTo>
                  <a:lnTo>
                    <a:pt x="2868834" y="3503745"/>
                  </a:lnTo>
                  <a:lnTo>
                    <a:pt x="2868959" y="3503745"/>
                  </a:lnTo>
                  <a:lnTo>
                    <a:pt x="2869084" y="3503745"/>
                  </a:lnTo>
                  <a:lnTo>
                    <a:pt x="2869709" y="3503745"/>
                  </a:lnTo>
                  <a:lnTo>
                    <a:pt x="2870459" y="3503745"/>
                  </a:lnTo>
                  <a:lnTo>
                    <a:pt x="2871084" y="3503745"/>
                  </a:lnTo>
                  <a:lnTo>
                    <a:pt x="2871209" y="3503745"/>
                  </a:lnTo>
                  <a:lnTo>
                    <a:pt x="2871584" y="3503745"/>
                  </a:lnTo>
                  <a:lnTo>
                    <a:pt x="2871710" y="3503745"/>
                  </a:lnTo>
                  <a:lnTo>
                    <a:pt x="2871835" y="3503745"/>
                  </a:lnTo>
                  <a:lnTo>
                    <a:pt x="2872335" y="3503745"/>
                  </a:lnTo>
                  <a:lnTo>
                    <a:pt x="2872710" y="3493791"/>
                  </a:lnTo>
                  <a:lnTo>
                    <a:pt x="2872960" y="3493791"/>
                  </a:lnTo>
                  <a:lnTo>
                    <a:pt x="2873210" y="3493791"/>
                  </a:lnTo>
                  <a:lnTo>
                    <a:pt x="2874335" y="3493791"/>
                  </a:lnTo>
                  <a:lnTo>
                    <a:pt x="2874460" y="3493791"/>
                  </a:lnTo>
                  <a:lnTo>
                    <a:pt x="2874711" y="3493791"/>
                  </a:lnTo>
                  <a:lnTo>
                    <a:pt x="2874961" y="3493791"/>
                  </a:lnTo>
                  <a:lnTo>
                    <a:pt x="2875586" y="3493791"/>
                  </a:lnTo>
                  <a:lnTo>
                    <a:pt x="2875711" y="3493791"/>
                  </a:lnTo>
                  <a:lnTo>
                    <a:pt x="2875961" y="3493791"/>
                  </a:lnTo>
                  <a:lnTo>
                    <a:pt x="2876836" y="3493791"/>
                  </a:lnTo>
                  <a:lnTo>
                    <a:pt x="2876961" y="3493791"/>
                  </a:lnTo>
                  <a:lnTo>
                    <a:pt x="2877461" y="3493791"/>
                  </a:lnTo>
                  <a:lnTo>
                    <a:pt x="2877586" y="3493791"/>
                  </a:lnTo>
                  <a:lnTo>
                    <a:pt x="2878212" y="3493791"/>
                  </a:lnTo>
                  <a:lnTo>
                    <a:pt x="2878587" y="3493791"/>
                  </a:lnTo>
                  <a:lnTo>
                    <a:pt x="2878712" y="3493791"/>
                  </a:lnTo>
                  <a:lnTo>
                    <a:pt x="2880087" y="3493791"/>
                  </a:lnTo>
                  <a:lnTo>
                    <a:pt x="2880212" y="3493791"/>
                  </a:lnTo>
                  <a:lnTo>
                    <a:pt x="2880462" y="3493791"/>
                  </a:lnTo>
                  <a:lnTo>
                    <a:pt x="2880587" y="3493791"/>
                  </a:lnTo>
                  <a:lnTo>
                    <a:pt x="2880838" y="3493791"/>
                  </a:lnTo>
                  <a:lnTo>
                    <a:pt x="2881088" y="3493791"/>
                  </a:lnTo>
                  <a:lnTo>
                    <a:pt x="2881463" y="3493791"/>
                  </a:lnTo>
                  <a:lnTo>
                    <a:pt x="2881588" y="3493791"/>
                  </a:lnTo>
                  <a:lnTo>
                    <a:pt x="2881713" y="3493791"/>
                  </a:lnTo>
                  <a:lnTo>
                    <a:pt x="2882338" y="3493791"/>
                  </a:lnTo>
                  <a:lnTo>
                    <a:pt x="2883213" y="3493791"/>
                  </a:lnTo>
                  <a:lnTo>
                    <a:pt x="2883588" y="3493791"/>
                  </a:lnTo>
                  <a:lnTo>
                    <a:pt x="2884089" y="3493791"/>
                  </a:lnTo>
                  <a:lnTo>
                    <a:pt x="2884339" y="3493791"/>
                  </a:lnTo>
                  <a:lnTo>
                    <a:pt x="2884464" y="3493791"/>
                  </a:lnTo>
                  <a:lnTo>
                    <a:pt x="2884589" y="3493791"/>
                  </a:lnTo>
                  <a:lnTo>
                    <a:pt x="2885214" y="3493791"/>
                  </a:lnTo>
                  <a:lnTo>
                    <a:pt x="2885464" y="3493791"/>
                  </a:lnTo>
                  <a:lnTo>
                    <a:pt x="2885589" y="3493791"/>
                  </a:lnTo>
                  <a:lnTo>
                    <a:pt x="2885714" y="3493791"/>
                  </a:lnTo>
                  <a:lnTo>
                    <a:pt x="2886089" y="3493791"/>
                  </a:lnTo>
                  <a:lnTo>
                    <a:pt x="2886464" y="3493791"/>
                  </a:lnTo>
                  <a:lnTo>
                    <a:pt x="2886589" y="3493791"/>
                  </a:lnTo>
                  <a:lnTo>
                    <a:pt x="2886715" y="3493791"/>
                  </a:lnTo>
                  <a:lnTo>
                    <a:pt x="2887340" y="3493791"/>
                  </a:lnTo>
                  <a:lnTo>
                    <a:pt x="2887590" y="3493791"/>
                  </a:lnTo>
                  <a:lnTo>
                    <a:pt x="2887965" y="3493791"/>
                  </a:lnTo>
                  <a:lnTo>
                    <a:pt x="2888090" y="3493791"/>
                  </a:lnTo>
                  <a:lnTo>
                    <a:pt x="2888215" y="3493791"/>
                  </a:lnTo>
                  <a:lnTo>
                    <a:pt x="2888590" y="3493791"/>
                  </a:lnTo>
                  <a:lnTo>
                    <a:pt x="2888715" y="3493791"/>
                  </a:lnTo>
                  <a:lnTo>
                    <a:pt x="2888840" y="3493791"/>
                  </a:lnTo>
                  <a:lnTo>
                    <a:pt x="2889090" y="3493791"/>
                  </a:lnTo>
                  <a:lnTo>
                    <a:pt x="2889215" y="3493791"/>
                  </a:lnTo>
                  <a:lnTo>
                    <a:pt x="2889590" y="3493791"/>
                  </a:lnTo>
                  <a:lnTo>
                    <a:pt x="2889966" y="3493791"/>
                  </a:lnTo>
                  <a:lnTo>
                    <a:pt x="2890091" y="3493791"/>
                  </a:lnTo>
                  <a:lnTo>
                    <a:pt x="2890216" y="3493791"/>
                  </a:lnTo>
                  <a:lnTo>
                    <a:pt x="2890341" y="3493791"/>
                  </a:lnTo>
                  <a:lnTo>
                    <a:pt x="2890466" y="3493791"/>
                  </a:lnTo>
                  <a:lnTo>
                    <a:pt x="2890591" y="3493791"/>
                  </a:lnTo>
                  <a:lnTo>
                    <a:pt x="2890966" y="3493791"/>
                  </a:lnTo>
                  <a:lnTo>
                    <a:pt x="2891341" y="3493791"/>
                  </a:lnTo>
                  <a:lnTo>
                    <a:pt x="2891466" y="3493791"/>
                  </a:lnTo>
                  <a:lnTo>
                    <a:pt x="2891591" y="3483837"/>
                  </a:lnTo>
                  <a:lnTo>
                    <a:pt x="2891841" y="3483837"/>
                  </a:lnTo>
                  <a:lnTo>
                    <a:pt x="2891966" y="3483837"/>
                  </a:lnTo>
                  <a:lnTo>
                    <a:pt x="2892341" y="3483837"/>
                  </a:lnTo>
                  <a:lnTo>
                    <a:pt x="2892341" y="3473884"/>
                  </a:lnTo>
                  <a:lnTo>
                    <a:pt x="2892591" y="3473884"/>
                  </a:lnTo>
                  <a:lnTo>
                    <a:pt x="2892717" y="3473884"/>
                  </a:lnTo>
                  <a:lnTo>
                    <a:pt x="2892842" y="3473884"/>
                  </a:lnTo>
                  <a:lnTo>
                    <a:pt x="2892967" y="3473884"/>
                  </a:lnTo>
                  <a:lnTo>
                    <a:pt x="2893092" y="3473884"/>
                  </a:lnTo>
                  <a:lnTo>
                    <a:pt x="2893217" y="3473884"/>
                  </a:lnTo>
                  <a:lnTo>
                    <a:pt x="2893342" y="3473884"/>
                  </a:lnTo>
                  <a:lnTo>
                    <a:pt x="2893842" y="3473884"/>
                  </a:lnTo>
                  <a:lnTo>
                    <a:pt x="2893967" y="3473884"/>
                  </a:lnTo>
                  <a:lnTo>
                    <a:pt x="2894467" y="3473884"/>
                  </a:lnTo>
                  <a:lnTo>
                    <a:pt x="2894842" y="3473884"/>
                  </a:lnTo>
                  <a:lnTo>
                    <a:pt x="2895092" y="3473884"/>
                  </a:lnTo>
                  <a:lnTo>
                    <a:pt x="2895217" y="3473884"/>
                  </a:lnTo>
                  <a:lnTo>
                    <a:pt x="2895342" y="3463930"/>
                  </a:lnTo>
                  <a:lnTo>
                    <a:pt x="2895467" y="3463930"/>
                  </a:lnTo>
                  <a:lnTo>
                    <a:pt x="2895843" y="3463930"/>
                  </a:lnTo>
                  <a:lnTo>
                    <a:pt x="2896343" y="3463930"/>
                  </a:lnTo>
                  <a:lnTo>
                    <a:pt x="2896468" y="3463930"/>
                  </a:lnTo>
                  <a:lnTo>
                    <a:pt x="2897593" y="3463930"/>
                  </a:lnTo>
                  <a:lnTo>
                    <a:pt x="2897718" y="3463930"/>
                  </a:lnTo>
                  <a:lnTo>
                    <a:pt x="2897843" y="3463930"/>
                  </a:lnTo>
                  <a:lnTo>
                    <a:pt x="2897968" y="3463930"/>
                  </a:lnTo>
                  <a:lnTo>
                    <a:pt x="2898593" y="3463930"/>
                  </a:lnTo>
                  <a:lnTo>
                    <a:pt x="2898719" y="3463930"/>
                  </a:lnTo>
                  <a:lnTo>
                    <a:pt x="2898844" y="3463930"/>
                  </a:lnTo>
                  <a:lnTo>
                    <a:pt x="2898969" y="3463930"/>
                  </a:lnTo>
                  <a:lnTo>
                    <a:pt x="2899094" y="3463930"/>
                  </a:lnTo>
                  <a:lnTo>
                    <a:pt x="2899844" y="3463930"/>
                  </a:lnTo>
                  <a:lnTo>
                    <a:pt x="2900344" y="3463930"/>
                  </a:lnTo>
                  <a:lnTo>
                    <a:pt x="2900469" y="3463930"/>
                  </a:lnTo>
                  <a:lnTo>
                    <a:pt x="2900594" y="3463930"/>
                  </a:lnTo>
                  <a:lnTo>
                    <a:pt x="2900719" y="3463930"/>
                  </a:lnTo>
                  <a:lnTo>
                    <a:pt x="2900969" y="3463930"/>
                  </a:lnTo>
                  <a:lnTo>
                    <a:pt x="2901219" y="3463930"/>
                  </a:lnTo>
                  <a:lnTo>
                    <a:pt x="2901594" y="3463930"/>
                  </a:lnTo>
                  <a:lnTo>
                    <a:pt x="2901720" y="3463930"/>
                  </a:lnTo>
                  <a:lnTo>
                    <a:pt x="2901845" y="3463930"/>
                  </a:lnTo>
                  <a:lnTo>
                    <a:pt x="2901970" y="3463930"/>
                  </a:lnTo>
                  <a:lnTo>
                    <a:pt x="2902595" y="3463930"/>
                  </a:lnTo>
                  <a:lnTo>
                    <a:pt x="2902845" y="3463930"/>
                  </a:lnTo>
                  <a:lnTo>
                    <a:pt x="2902970" y="3463930"/>
                  </a:lnTo>
                  <a:lnTo>
                    <a:pt x="2903095" y="3463930"/>
                  </a:lnTo>
                  <a:lnTo>
                    <a:pt x="2903345" y="3463930"/>
                  </a:lnTo>
                  <a:lnTo>
                    <a:pt x="2903470" y="3463930"/>
                  </a:lnTo>
                  <a:lnTo>
                    <a:pt x="2903595" y="3463930"/>
                  </a:lnTo>
                  <a:lnTo>
                    <a:pt x="2903970" y="3463930"/>
                  </a:lnTo>
                  <a:lnTo>
                    <a:pt x="2904595" y="3463930"/>
                  </a:lnTo>
                  <a:lnTo>
                    <a:pt x="2904846" y="3463930"/>
                  </a:lnTo>
                  <a:lnTo>
                    <a:pt x="2904971" y="3463930"/>
                  </a:lnTo>
                  <a:lnTo>
                    <a:pt x="2905096" y="3463930"/>
                  </a:lnTo>
                  <a:lnTo>
                    <a:pt x="2905471" y="3463930"/>
                  </a:lnTo>
                  <a:lnTo>
                    <a:pt x="2905596" y="3463930"/>
                  </a:lnTo>
                  <a:lnTo>
                    <a:pt x="2905721" y="3463930"/>
                  </a:lnTo>
                  <a:lnTo>
                    <a:pt x="2905846" y="3463930"/>
                  </a:lnTo>
                  <a:lnTo>
                    <a:pt x="2905971" y="3463930"/>
                  </a:lnTo>
                  <a:lnTo>
                    <a:pt x="2906221" y="3463930"/>
                  </a:lnTo>
                  <a:lnTo>
                    <a:pt x="2906346" y="3463930"/>
                  </a:lnTo>
                  <a:lnTo>
                    <a:pt x="2906721" y="3463930"/>
                  </a:lnTo>
                  <a:lnTo>
                    <a:pt x="2906971" y="3463930"/>
                  </a:lnTo>
                  <a:lnTo>
                    <a:pt x="2907221" y="3463930"/>
                  </a:lnTo>
                  <a:lnTo>
                    <a:pt x="2907847" y="3463930"/>
                  </a:lnTo>
                  <a:lnTo>
                    <a:pt x="2908097" y="3463930"/>
                  </a:lnTo>
                  <a:lnTo>
                    <a:pt x="2908472" y="3463930"/>
                  </a:lnTo>
                  <a:lnTo>
                    <a:pt x="2908597" y="3463930"/>
                  </a:lnTo>
                  <a:lnTo>
                    <a:pt x="2908722" y="3463930"/>
                  </a:lnTo>
                  <a:lnTo>
                    <a:pt x="2908847" y="3463930"/>
                  </a:lnTo>
                  <a:lnTo>
                    <a:pt x="2908972" y="3463930"/>
                  </a:lnTo>
                  <a:lnTo>
                    <a:pt x="2909597" y="3463930"/>
                  </a:lnTo>
                  <a:lnTo>
                    <a:pt x="2909722" y="3463930"/>
                  </a:lnTo>
                  <a:lnTo>
                    <a:pt x="2909847" y="3463930"/>
                  </a:lnTo>
                  <a:lnTo>
                    <a:pt x="2909972" y="3463930"/>
                  </a:lnTo>
                  <a:lnTo>
                    <a:pt x="2910222" y="3463930"/>
                  </a:lnTo>
                  <a:lnTo>
                    <a:pt x="2910472" y="3463930"/>
                  </a:lnTo>
                  <a:lnTo>
                    <a:pt x="2910848" y="3463930"/>
                  </a:lnTo>
                  <a:lnTo>
                    <a:pt x="2910973" y="3463930"/>
                  </a:lnTo>
                  <a:lnTo>
                    <a:pt x="2911348" y="3463930"/>
                  </a:lnTo>
                  <a:lnTo>
                    <a:pt x="2911723" y="3463930"/>
                  </a:lnTo>
                  <a:lnTo>
                    <a:pt x="2911848" y="3463930"/>
                  </a:lnTo>
                  <a:lnTo>
                    <a:pt x="2911973" y="3463930"/>
                  </a:lnTo>
                  <a:lnTo>
                    <a:pt x="2912098" y="3463930"/>
                  </a:lnTo>
                  <a:lnTo>
                    <a:pt x="2912598" y="3463930"/>
                  </a:lnTo>
                  <a:lnTo>
                    <a:pt x="2912848" y="3463930"/>
                  </a:lnTo>
                  <a:lnTo>
                    <a:pt x="2913098" y="3463930"/>
                  </a:lnTo>
                  <a:lnTo>
                    <a:pt x="2913849" y="3463930"/>
                  </a:lnTo>
                  <a:lnTo>
                    <a:pt x="2913974" y="3463930"/>
                  </a:lnTo>
                  <a:lnTo>
                    <a:pt x="2914099" y="3463930"/>
                  </a:lnTo>
                  <a:lnTo>
                    <a:pt x="2914474" y="3463930"/>
                  </a:lnTo>
                  <a:lnTo>
                    <a:pt x="2914724" y="3463930"/>
                  </a:lnTo>
                  <a:lnTo>
                    <a:pt x="2914849" y="3463930"/>
                  </a:lnTo>
                  <a:lnTo>
                    <a:pt x="2915224" y="3463930"/>
                  </a:lnTo>
                  <a:lnTo>
                    <a:pt x="2915349" y="3463930"/>
                  </a:lnTo>
                  <a:lnTo>
                    <a:pt x="2915974" y="3463930"/>
                  </a:lnTo>
                  <a:lnTo>
                    <a:pt x="2916099" y="3463930"/>
                  </a:lnTo>
                  <a:lnTo>
                    <a:pt x="2916224" y="3463930"/>
                  </a:lnTo>
                  <a:lnTo>
                    <a:pt x="2916600" y="3463930"/>
                  </a:lnTo>
                  <a:lnTo>
                    <a:pt x="2917725" y="3463930"/>
                  </a:lnTo>
                  <a:lnTo>
                    <a:pt x="2917975" y="3463930"/>
                  </a:lnTo>
                  <a:lnTo>
                    <a:pt x="2918100" y="3463930"/>
                  </a:lnTo>
                  <a:lnTo>
                    <a:pt x="2918225" y="3463930"/>
                  </a:lnTo>
                  <a:lnTo>
                    <a:pt x="2918600" y="3463930"/>
                  </a:lnTo>
                  <a:lnTo>
                    <a:pt x="2918725" y="3463930"/>
                  </a:lnTo>
                  <a:lnTo>
                    <a:pt x="2918850" y="3463930"/>
                  </a:lnTo>
                  <a:lnTo>
                    <a:pt x="2918975" y="3463930"/>
                  </a:lnTo>
                  <a:lnTo>
                    <a:pt x="2919100" y="3463930"/>
                  </a:lnTo>
                  <a:lnTo>
                    <a:pt x="2919976" y="3463930"/>
                  </a:lnTo>
                  <a:lnTo>
                    <a:pt x="2920101" y="3463930"/>
                  </a:lnTo>
                  <a:lnTo>
                    <a:pt x="2920226" y="3463930"/>
                  </a:lnTo>
                  <a:lnTo>
                    <a:pt x="2921351" y="3463930"/>
                  </a:lnTo>
                  <a:lnTo>
                    <a:pt x="2921726" y="3463930"/>
                  </a:lnTo>
                  <a:lnTo>
                    <a:pt x="2921851" y="3463930"/>
                  </a:lnTo>
                  <a:lnTo>
                    <a:pt x="2921976" y="3463930"/>
                  </a:lnTo>
                  <a:lnTo>
                    <a:pt x="2922101" y="3463930"/>
                  </a:lnTo>
                  <a:lnTo>
                    <a:pt x="2922226" y="3463930"/>
                  </a:lnTo>
                  <a:lnTo>
                    <a:pt x="2922351" y="3463930"/>
                  </a:lnTo>
                  <a:lnTo>
                    <a:pt x="2922476" y="3463930"/>
                  </a:lnTo>
                  <a:lnTo>
                    <a:pt x="2922602" y="3463930"/>
                  </a:lnTo>
                  <a:lnTo>
                    <a:pt x="2922852" y="3463930"/>
                  </a:lnTo>
                  <a:lnTo>
                    <a:pt x="2922977" y="3463930"/>
                  </a:lnTo>
                  <a:lnTo>
                    <a:pt x="2923102" y="3463930"/>
                  </a:lnTo>
                  <a:lnTo>
                    <a:pt x="2923352" y="3463930"/>
                  </a:lnTo>
                  <a:lnTo>
                    <a:pt x="2923852" y="3463930"/>
                  </a:lnTo>
                  <a:lnTo>
                    <a:pt x="2924227" y="3463930"/>
                  </a:lnTo>
                  <a:lnTo>
                    <a:pt x="2924602" y="3463930"/>
                  </a:lnTo>
                  <a:lnTo>
                    <a:pt x="2924977" y="3463930"/>
                  </a:lnTo>
                  <a:lnTo>
                    <a:pt x="2925102" y="3463930"/>
                  </a:lnTo>
                  <a:lnTo>
                    <a:pt x="2925227" y="3463930"/>
                  </a:lnTo>
                  <a:lnTo>
                    <a:pt x="2925477" y="3463930"/>
                  </a:lnTo>
                  <a:lnTo>
                    <a:pt x="2925728" y="3463930"/>
                  </a:lnTo>
                  <a:lnTo>
                    <a:pt x="2925978" y="3463930"/>
                  </a:lnTo>
                  <a:lnTo>
                    <a:pt x="2926603" y="3463930"/>
                  </a:lnTo>
                  <a:lnTo>
                    <a:pt x="2926853" y="3463930"/>
                  </a:lnTo>
                  <a:lnTo>
                    <a:pt x="2926978" y="3463930"/>
                  </a:lnTo>
                  <a:lnTo>
                    <a:pt x="2927603" y="3463930"/>
                  </a:lnTo>
                  <a:lnTo>
                    <a:pt x="2927728" y="3463930"/>
                  </a:lnTo>
                  <a:lnTo>
                    <a:pt x="2927978" y="3463930"/>
                  </a:lnTo>
                  <a:lnTo>
                    <a:pt x="2928103" y="3463930"/>
                  </a:lnTo>
                  <a:lnTo>
                    <a:pt x="2928228" y="3463930"/>
                  </a:lnTo>
                  <a:lnTo>
                    <a:pt x="2928353" y="3463930"/>
                  </a:lnTo>
                  <a:lnTo>
                    <a:pt x="2928854" y="3463930"/>
                  </a:lnTo>
                  <a:lnTo>
                    <a:pt x="2928979" y="3463930"/>
                  </a:lnTo>
                  <a:lnTo>
                    <a:pt x="2929104" y="3463930"/>
                  </a:lnTo>
                  <a:lnTo>
                    <a:pt x="2929229" y="3463930"/>
                  </a:lnTo>
                  <a:lnTo>
                    <a:pt x="2929354" y="3463930"/>
                  </a:lnTo>
                  <a:lnTo>
                    <a:pt x="2929479" y="3463930"/>
                  </a:lnTo>
                  <a:lnTo>
                    <a:pt x="2929604" y="3463930"/>
                  </a:lnTo>
                  <a:lnTo>
                    <a:pt x="2930104" y="3463930"/>
                  </a:lnTo>
                  <a:lnTo>
                    <a:pt x="2930229" y="3463930"/>
                  </a:lnTo>
                  <a:lnTo>
                    <a:pt x="2930854" y="3463930"/>
                  </a:lnTo>
                  <a:lnTo>
                    <a:pt x="2931104" y="3463930"/>
                  </a:lnTo>
                  <a:lnTo>
                    <a:pt x="2931229" y="3463930"/>
                  </a:lnTo>
                  <a:lnTo>
                    <a:pt x="2931354" y="3463930"/>
                  </a:lnTo>
                  <a:lnTo>
                    <a:pt x="2931479" y="3463930"/>
                  </a:lnTo>
                  <a:lnTo>
                    <a:pt x="2931605" y="3463930"/>
                  </a:lnTo>
                  <a:lnTo>
                    <a:pt x="2931730" y="3463930"/>
                  </a:lnTo>
                  <a:lnTo>
                    <a:pt x="2931980" y="3463930"/>
                  </a:lnTo>
                  <a:lnTo>
                    <a:pt x="2932105" y="3463930"/>
                  </a:lnTo>
                  <a:lnTo>
                    <a:pt x="2932230" y="3463930"/>
                  </a:lnTo>
                  <a:lnTo>
                    <a:pt x="2932730" y="3463930"/>
                  </a:lnTo>
                  <a:lnTo>
                    <a:pt x="2932855" y="3463930"/>
                  </a:lnTo>
                  <a:lnTo>
                    <a:pt x="2933105" y="3463930"/>
                  </a:lnTo>
                  <a:lnTo>
                    <a:pt x="2933480" y="3463930"/>
                  </a:lnTo>
                  <a:lnTo>
                    <a:pt x="2933980" y="3463930"/>
                  </a:lnTo>
                  <a:lnTo>
                    <a:pt x="2934105" y="3463930"/>
                  </a:lnTo>
                  <a:lnTo>
                    <a:pt x="2935481" y="3463930"/>
                  </a:lnTo>
                  <a:lnTo>
                    <a:pt x="2935606" y="3463930"/>
                  </a:lnTo>
                  <a:lnTo>
                    <a:pt x="2935981" y="3463930"/>
                  </a:lnTo>
                  <a:lnTo>
                    <a:pt x="2936106" y="3463930"/>
                  </a:lnTo>
                  <a:lnTo>
                    <a:pt x="2936606" y="3463930"/>
                  </a:lnTo>
                  <a:lnTo>
                    <a:pt x="2937231" y="3463930"/>
                  </a:lnTo>
                  <a:lnTo>
                    <a:pt x="2937356" y="3463930"/>
                  </a:lnTo>
                  <a:lnTo>
                    <a:pt x="2937481" y="3463930"/>
                  </a:lnTo>
                  <a:lnTo>
                    <a:pt x="2937982" y="3463930"/>
                  </a:lnTo>
                  <a:lnTo>
                    <a:pt x="2938107" y="3463930"/>
                  </a:lnTo>
                  <a:lnTo>
                    <a:pt x="2938232" y="3463930"/>
                  </a:lnTo>
                  <a:lnTo>
                    <a:pt x="2938732" y="3463930"/>
                  </a:lnTo>
                  <a:lnTo>
                    <a:pt x="2938857" y="3463930"/>
                  </a:lnTo>
                  <a:lnTo>
                    <a:pt x="2938982" y="3463930"/>
                  </a:lnTo>
                  <a:lnTo>
                    <a:pt x="2939107" y="3463930"/>
                  </a:lnTo>
                  <a:lnTo>
                    <a:pt x="2939232" y="3463930"/>
                  </a:lnTo>
                  <a:lnTo>
                    <a:pt x="2939482" y="3463930"/>
                  </a:lnTo>
                  <a:lnTo>
                    <a:pt x="2940107" y="3463930"/>
                  </a:lnTo>
                  <a:lnTo>
                    <a:pt x="2940232" y="3463930"/>
                  </a:lnTo>
                  <a:lnTo>
                    <a:pt x="2940357" y="3463930"/>
                  </a:lnTo>
                  <a:lnTo>
                    <a:pt x="2940733" y="3463930"/>
                  </a:lnTo>
                  <a:lnTo>
                    <a:pt x="2940858" y="3463930"/>
                  </a:lnTo>
                  <a:lnTo>
                    <a:pt x="2941358" y="3463930"/>
                  </a:lnTo>
                  <a:lnTo>
                    <a:pt x="2941608" y="3463930"/>
                  </a:lnTo>
                  <a:lnTo>
                    <a:pt x="2941983" y="3463930"/>
                  </a:lnTo>
                  <a:lnTo>
                    <a:pt x="2942608" y="3463930"/>
                  </a:lnTo>
                  <a:lnTo>
                    <a:pt x="2942733" y="3463930"/>
                  </a:lnTo>
                  <a:lnTo>
                    <a:pt x="2942858" y="3463930"/>
                  </a:lnTo>
                  <a:lnTo>
                    <a:pt x="2942983" y="3463930"/>
                  </a:lnTo>
                  <a:lnTo>
                    <a:pt x="2943609" y="3463930"/>
                  </a:lnTo>
                  <a:lnTo>
                    <a:pt x="2944234" y="3463930"/>
                  </a:lnTo>
                  <a:lnTo>
                    <a:pt x="2944359" y="3463930"/>
                  </a:lnTo>
                  <a:lnTo>
                    <a:pt x="2944484" y="3463930"/>
                  </a:lnTo>
                  <a:lnTo>
                    <a:pt x="2944609" y="3463930"/>
                  </a:lnTo>
                  <a:lnTo>
                    <a:pt x="2944734" y="3463930"/>
                  </a:lnTo>
                  <a:lnTo>
                    <a:pt x="2944984" y="3463930"/>
                  </a:lnTo>
                  <a:lnTo>
                    <a:pt x="2945109" y="3463930"/>
                  </a:lnTo>
                  <a:lnTo>
                    <a:pt x="2945484" y="3463930"/>
                  </a:lnTo>
                  <a:lnTo>
                    <a:pt x="2945609" y="3463930"/>
                  </a:lnTo>
                  <a:lnTo>
                    <a:pt x="2945734" y="3463930"/>
                  </a:lnTo>
                  <a:lnTo>
                    <a:pt x="2945859" y="3463930"/>
                  </a:lnTo>
                  <a:lnTo>
                    <a:pt x="2946735" y="3463930"/>
                  </a:lnTo>
                  <a:lnTo>
                    <a:pt x="2946860" y="3463930"/>
                  </a:lnTo>
                  <a:lnTo>
                    <a:pt x="2946985" y="3463930"/>
                  </a:lnTo>
                  <a:lnTo>
                    <a:pt x="2947110" y="3463930"/>
                  </a:lnTo>
                  <a:lnTo>
                    <a:pt x="2947485" y="3463930"/>
                  </a:lnTo>
                  <a:lnTo>
                    <a:pt x="2947610" y="3463930"/>
                  </a:lnTo>
                  <a:lnTo>
                    <a:pt x="2948235" y="3463930"/>
                  </a:lnTo>
                  <a:lnTo>
                    <a:pt x="2948360" y="3463930"/>
                  </a:lnTo>
                  <a:lnTo>
                    <a:pt x="2948735" y="3463930"/>
                  </a:lnTo>
                  <a:lnTo>
                    <a:pt x="2948860" y="3463930"/>
                  </a:lnTo>
                  <a:lnTo>
                    <a:pt x="2949736" y="3463930"/>
                  </a:lnTo>
                  <a:lnTo>
                    <a:pt x="2949861" y="3463930"/>
                  </a:lnTo>
                  <a:lnTo>
                    <a:pt x="2949986" y="3463930"/>
                  </a:lnTo>
                  <a:lnTo>
                    <a:pt x="2950361" y="3463930"/>
                  </a:lnTo>
                  <a:lnTo>
                    <a:pt x="2950486" y="3463930"/>
                  </a:lnTo>
                  <a:lnTo>
                    <a:pt x="2950611" y="3463930"/>
                  </a:lnTo>
                  <a:lnTo>
                    <a:pt x="2950736" y="3463930"/>
                  </a:lnTo>
                  <a:lnTo>
                    <a:pt x="2950986" y="3463930"/>
                  </a:lnTo>
                  <a:lnTo>
                    <a:pt x="2951236" y="3463930"/>
                  </a:lnTo>
                  <a:lnTo>
                    <a:pt x="2951486" y="3463930"/>
                  </a:lnTo>
                  <a:lnTo>
                    <a:pt x="2951736" y="3463930"/>
                  </a:lnTo>
                  <a:lnTo>
                    <a:pt x="2951861" y="3463930"/>
                  </a:lnTo>
                  <a:lnTo>
                    <a:pt x="2952111" y="3463930"/>
                  </a:lnTo>
                  <a:lnTo>
                    <a:pt x="2952612" y="3463930"/>
                  </a:lnTo>
                  <a:lnTo>
                    <a:pt x="2952862" y="3463930"/>
                  </a:lnTo>
                  <a:lnTo>
                    <a:pt x="2953612" y="3463930"/>
                  </a:lnTo>
                  <a:lnTo>
                    <a:pt x="2953987" y="3463930"/>
                  </a:lnTo>
                  <a:lnTo>
                    <a:pt x="2954112" y="3463930"/>
                  </a:lnTo>
                  <a:lnTo>
                    <a:pt x="2954362" y="3453976"/>
                  </a:lnTo>
                  <a:lnTo>
                    <a:pt x="2955237" y="3453976"/>
                  </a:lnTo>
                  <a:lnTo>
                    <a:pt x="2955613" y="3453976"/>
                  </a:lnTo>
                  <a:lnTo>
                    <a:pt x="2955863" y="3453976"/>
                  </a:lnTo>
                  <a:lnTo>
                    <a:pt x="2956113" y="3453976"/>
                  </a:lnTo>
                  <a:lnTo>
                    <a:pt x="2956238" y="3453976"/>
                  </a:lnTo>
                  <a:lnTo>
                    <a:pt x="2956988" y="3453976"/>
                  </a:lnTo>
                  <a:lnTo>
                    <a:pt x="2957613" y="3453976"/>
                  </a:lnTo>
                  <a:lnTo>
                    <a:pt x="2957863" y="3453976"/>
                  </a:lnTo>
                  <a:lnTo>
                    <a:pt x="2958113" y="3453976"/>
                  </a:lnTo>
                  <a:lnTo>
                    <a:pt x="2958238" y="3453976"/>
                  </a:lnTo>
                  <a:lnTo>
                    <a:pt x="2958363" y="3453976"/>
                  </a:lnTo>
                  <a:lnTo>
                    <a:pt x="2958489" y="3453976"/>
                  </a:lnTo>
                  <a:lnTo>
                    <a:pt x="2958739" y="3453976"/>
                  </a:lnTo>
                  <a:lnTo>
                    <a:pt x="2959114" y="3453976"/>
                  </a:lnTo>
                  <a:lnTo>
                    <a:pt x="2959239" y="3453976"/>
                  </a:lnTo>
                  <a:lnTo>
                    <a:pt x="2959364" y="3453976"/>
                  </a:lnTo>
                  <a:lnTo>
                    <a:pt x="2959864" y="3453976"/>
                  </a:lnTo>
                  <a:lnTo>
                    <a:pt x="2960364" y="3453976"/>
                  </a:lnTo>
                  <a:lnTo>
                    <a:pt x="2960489" y="3453976"/>
                  </a:lnTo>
                  <a:lnTo>
                    <a:pt x="2961239" y="3453976"/>
                  </a:lnTo>
                  <a:lnTo>
                    <a:pt x="2961990" y="3453976"/>
                  </a:lnTo>
                  <a:lnTo>
                    <a:pt x="2962115" y="3453976"/>
                  </a:lnTo>
                  <a:lnTo>
                    <a:pt x="2962240" y="3453976"/>
                  </a:lnTo>
                  <a:lnTo>
                    <a:pt x="2962615" y="3453976"/>
                  </a:lnTo>
                  <a:lnTo>
                    <a:pt x="2963115" y="3453976"/>
                  </a:lnTo>
                  <a:lnTo>
                    <a:pt x="2963240" y="3453976"/>
                  </a:lnTo>
                  <a:lnTo>
                    <a:pt x="2963990" y="3453976"/>
                  </a:lnTo>
                  <a:lnTo>
                    <a:pt x="2964240" y="3453976"/>
                  </a:lnTo>
                  <a:lnTo>
                    <a:pt x="2964365" y="3453976"/>
                  </a:lnTo>
                  <a:lnTo>
                    <a:pt x="2964491" y="3453976"/>
                  </a:lnTo>
                  <a:lnTo>
                    <a:pt x="2964616" y="3453976"/>
                  </a:lnTo>
                  <a:lnTo>
                    <a:pt x="2964866" y="3453976"/>
                  </a:lnTo>
                  <a:lnTo>
                    <a:pt x="2965241" y="3453976"/>
                  </a:lnTo>
                  <a:lnTo>
                    <a:pt x="2965491" y="3453976"/>
                  </a:lnTo>
                  <a:lnTo>
                    <a:pt x="2966241" y="3453976"/>
                  </a:lnTo>
                  <a:lnTo>
                    <a:pt x="2966366" y="3453976"/>
                  </a:lnTo>
                  <a:lnTo>
                    <a:pt x="2966491" y="3453976"/>
                  </a:lnTo>
                  <a:lnTo>
                    <a:pt x="2966741" y="3453976"/>
                  </a:lnTo>
                  <a:lnTo>
                    <a:pt x="2966866" y="3453976"/>
                  </a:lnTo>
                  <a:lnTo>
                    <a:pt x="2967116" y="3453976"/>
                  </a:lnTo>
                  <a:lnTo>
                    <a:pt x="2967366" y="3453976"/>
                  </a:lnTo>
                  <a:lnTo>
                    <a:pt x="2968117" y="3453976"/>
                  </a:lnTo>
                  <a:lnTo>
                    <a:pt x="2968242" y="3453976"/>
                  </a:lnTo>
                  <a:lnTo>
                    <a:pt x="2968742" y="3453976"/>
                  </a:lnTo>
                  <a:lnTo>
                    <a:pt x="2968867" y="3453976"/>
                  </a:lnTo>
                  <a:lnTo>
                    <a:pt x="2969492" y="3453976"/>
                  </a:lnTo>
                  <a:lnTo>
                    <a:pt x="2969742" y="3453976"/>
                  </a:lnTo>
                  <a:lnTo>
                    <a:pt x="2970117" y="3453976"/>
                  </a:lnTo>
                  <a:lnTo>
                    <a:pt x="2970493" y="3453976"/>
                  </a:lnTo>
                  <a:lnTo>
                    <a:pt x="2970618" y="3453976"/>
                  </a:lnTo>
                  <a:lnTo>
                    <a:pt x="2970743" y="3453976"/>
                  </a:lnTo>
                  <a:lnTo>
                    <a:pt x="2971243" y="3453976"/>
                  </a:lnTo>
                  <a:lnTo>
                    <a:pt x="2971368" y="3453976"/>
                  </a:lnTo>
                  <a:lnTo>
                    <a:pt x="2971618" y="3453976"/>
                  </a:lnTo>
                  <a:lnTo>
                    <a:pt x="2971743" y="3453976"/>
                  </a:lnTo>
                  <a:lnTo>
                    <a:pt x="2971993" y="3453976"/>
                  </a:lnTo>
                  <a:lnTo>
                    <a:pt x="2972118" y="3453976"/>
                  </a:lnTo>
                  <a:lnTo>
                    <a:pt x="2972243" y="3453976"/>
                  </a:lnTo>
                  <a:lnTo>
                    <a:pt x="2972368" y="3453976"/>
                  </a:lnTo>
                  <a:lnTo>
                    <a:pt x="2972618" y="3453976"/>
                  </a:lnTo>
                  <a:lnTo>
                    <a:pt x="2972743" y="3453976"/>
                  </a:lnTo>
                  <a:lnTo>
                    <a:pt x="2973368" y="3453976"/>
                  </a:lnTo>
                  <a:lnTo>
                    <a:pt x="2973619" y="3453976"/>
                  </a:lnTo>
                  <a:lnTo>
                    <a:pt x="2973744" y="3453976"/>
                  </a:lnTo>
                  <a:lnTo>
                    <a:pt x="2973869" y="3453976"/>
                  </a:lnTo>
                  <a:lnTo>
                    <a:pt x="2974119" y="3453976"/>
                  </a:lnTo>
                  <a:lnTo>
                    <a:pt x="2974244" y="3453976"/>
                  </a:lnTo>
                  <a:lnTo>
                    <a:pt x="2974369" y="3453976"/>
                  </a:lnTo>
                  <a:lnTo>
                    <a:pt x="2974494" y="3453976"/>
                  </a:lnTo>
                  <a:lnTo>
                    <a:pt x="2974744" y="3453976"/>
                  </a:lnTo>
                  <a:lnTo>
                    <a:pt x="2974869" y="3453976"/>
                  </a:lnTo>
                  <a:lnTo>
                    <a:pt x="2975244" y="3453976"/>
                  </a:lnTo>
                  <a:lnTo>
                    <a:pt x="2975369" y="3453976"/>
                  </a:lnTo>
                  <a:lnTo>
                    <a:pt x="2975494" y="3453976"/>
                  </a:lnTo>
                  <a:lnTo>
                    <a:pt x="2975744" y="3453976"/>
                  </a:lnTo>
                  <a:lnTo>
                    <a:pt x="2975869" y="3453976"/>
                  </a:lnTo>
                  <a:lnTo>
                    <a:pt x="2976369" y="3444022"/>
                  </a:lnTo>
                  <a:lnTo>
                    <a:pt x="2976495" y="3444022"/>
                  </a:lnTo>
                  <a:lnTo>
                    <a:pt x="2976745" y="3444022"/>
                  </a:lnTo>
                  <a:lnTo>
                    <a:pt x="2977495" y="3444022"/>
                  </a:lnTo>
                  <a:lnTo>
                    <a:pt x="2977745" y="3444022"/>
                  </a:lnTo>
                  <a:lnTo>
                    <a:pt x="2978245" y="3444022"/>
                  </a:lnTo>
                  <a:lnTo>
                    <a:pt x="2978870" y="3444022"/>
                  </a:lnTo>
                  <a:lnTo>
                    <a:pt x="2979120" y="3444022"/>
                  </a:lnTo>
                  <a:lnTo>
                    <a:pt x="2979245" y="3444022"/>
                  </a:lnTo>
                  <a:lnTo>
                    <a:pt x="2979370" y="3444022"/>
                  </a:lnTo>
                  <a:lnTo>
                    <a:pt x="2979496" y="3444022"/>
                  </a:lnTo>
                  <a:lnTo>
                    <a:pt x="2980121" y="3444022"/>
                  </a:lnTo>
                  <a:lnTo>
                    <a:pt x="2980371" y="3444022"/>
                  </a:lnTo>
                  <a:lnTo>
                    <a:pt x="2980496" y="3444022"/>
                  </a:lnTo>
                  <a:lnTo>
                    <a:pt x="2980996" y="3444022"/>
                  </a:lnTo>
                  <a:lnTo>
                    <a:pt x="2982371" y="3444022"/>
                  </a:lnTo>
                  <a:lnTo>
                    <a:pt x="2982497" y="3444022"/>
                  </a:lnTo>
                  <a:lnTo>
                    <a:pt x="2982622" y="3444022"/>
                  </a:lnTo>
                  <a:lnTo>
                    <a:pt x="2982747" y="3444022"/>
                  </a:lnTo>
                  <a:lnTo>
                    <a:pt x="2983122" y="3444022"/>
                  </a:lnTo>
                  <a:lnTo>
                    <a:pt x="2983247" y="3444022"/>
                  </a:lnTo>
                  <a:lnTo>
                    <a:pt x="2983372" y="3444022"/>
                  </a:lnTo>
                  <a:lnTo>
                    <a:pt x="2983497" y="3444022"/>
                  </a:lnTo>
                  <a:lnTo>
                    <a:pt x="2983747" y="3444022"/>
                  </a:lnTo>
                  <a:lnTo>
                    <a:pt x="2983872" y="3444022"/>
                  </a:lnTo>
                  <a:lnTo>
                    <a:pt x="2984247" y="3444022"/>
                  </a:lnTo>
                  <a:lnTo>
                    <a:pt x="2984622" y="3444022"/>
                  </a:lnTo>
                  <a:lnTo>
                    <a:pt x="2984747" y="3444022"/>
                  </a:lnTo>
                  <a:lnTo>
                    <a:pt x="2984872" y="3444022"/>
                  </a:lnTo>
                  <a:lnTo>
                    <a:pt x="2985122" y="3444022"/>
                  </a:lnTo>
                  <a:lnTo>
                    <a:pt x="2985247" y="3444022"/>
                  </a:lnTo>
                  <a:lnTo>
                    <a:pt x="2985498" y="3444022"/>
                  </a:lnTo>
                  <a:lnTo>
                    <a:pt x="2985873" y="3444022"/>
                  </a:lnTo>
                  <a:lnTo>
                    <a:pt x="2985998" y="3444022"/>
                  </a:lnTo>
                  <a:lnTo>
                    <a:pt x="2986373" y="3444022"/>
                  </a:lnTo>
                  <a:lnTo>
                    <a:pt x="2986498" y="3444022"/>
                  </a:lnTo>
                  <a:lnTo>
                    <a:pt x="2987123" y="3444022"/>
                  </a:lnTo>
                  <a:lnTo>
                    <a:pt x="2987248" y="3444022"/>
                  </a:lnTo>
                  <a:lnTo>
                    <a:pt x="2987873" y="3444022"/>
                  </a:lnTo>
                  <a:lnTo>
                    <a:pt x="2988123" y="3444022"/>
                  </a:lnTo>
                  <a:lnTo>
                    <a:pt x="2988624" y="3444022"/>
                  </a:lnTo>
                  <a:lnTo>
                    <a:pt x="2988999" y="3444022"/>
                  </a:lnTo>
                  <a:lnTo>
                    <a:pt x="2989124" y="3444022"/>
                  </a:lnTo>
                  <a:lnTo>
                    <a:pt x="2989249" y="3444022"/>
                  </a:lnTo>
                  <a:lnTo>
                    <a:pt x="2989374" y="3444022"/>
                  </a:lnTo>
                  <a:lnTo>
                    <a:pt x="2989499" y="3444022"/>
                  </a:lnTo>
                  <a:lnTo>
                    <a:pt x="2989999" y="3444022"/>
                  </a:lnTo>
                  <a:lnTo>
                    <a:pt x="2990249" y="3444022"/>
                  </a:lnTo>
                  <a:lnTo>
                    <a:pt x="2990374" y="3444022"/>
                  </a:lnTo>
                  <a:lnTo>
                    <a:pt x="2990624" y="3444022"/>
                  </a:lnTo>
                  <a:lnTo>
                    <a:pt x="2990874" y="3444022"/>
                  </a:lnTo>
                  <a:lnTo>
                    <a:pt x="2991124" y="3444022"/>
                  </a:lnTo>
                  <a:lnTo>
                    <a:pt x="2991375" y="3444022"/>
                  </a:lnTo>
                  <a:lnTo>
                    <a:pt x="2991750" y="3434068"/>
                  </a:lnTo>
                  <a:lnTo>
                    <a:pt x="2992000" y="3434068"/>
                  </a:lnTo>
                  <a:lnTo>
                    <a:pt x="2992125" y="3434068"/>
                  </a:lnTo>
                  <a:lnTo>
                    <a:pt x="2992375" y="3434068"/>
                  </a:lnTo>
                  <a:lnTo>
                    <a:pt x="2992500" y="3434068"/>
                  </a:lnTo>
                  <a:lnTo>
                    <a:pt x="2992750" y="3434068"/>
                  </a:lnTo>
                  <a:lnTo>
                    <a:pt x="2992875" y="3434068"/>
                  </a:lnTo>
                  <a:lnTo>
                    <a:pt x="2993000" y="3434068"/>
                  </a:lnTo>
                  <a:lnTo>
                    <a:pt x="2993125" y="3434068"/>
                  </a:lnTo>
                  <a:lnTo>
                    <a:pt x="2993250" y="3434068"/>
                  </a:lnTo>
                  <a:lnTo>
                    <a:pt x="2993375" y="3434068"/>
                  </a:lnTo>
                  <a:lnTo>
                    <a:pt x="2993625" y="3434068"/>
                  </a:lnTo>
                  <a:lnTo>
                    <a:pt x="2993750" y="3434068"/>
                  </a:lnTo>
                  <a:lnTo>
                    <a:pt x="2993875" y="3434068"/>
                  </a:lnTo>
                  <a:lnTo>
                    <a:pt x="2994125" y="3434068"/>
                  </a:lnTo>
                  <a:lnTo>
                    <a:pt x="2994626" y="3434068"/>
                  </a:lnTo>
                  <a:lnTo>
                    <a:pt x="2994751" y="3434068"/>
                  </a:lnTo>
                  <a:lnTo>
                    <a:pt x="2994876" y="3434068"/>
                  </a:lnTo>
                  <a:lnTo>
                    <a:pt x="2995001" y="3434068"/>
                  </a:lnTo>
                  <a:lnTo>
                    <a:pt x="2995126" y="3434068"/>
                  </a:lnTo>
                  <a:lnTo>
                    <a:pt x="2995251" y="3434068"/>
                  </a:lnTo>
                  <a:lnTo>
                    <a:pt x="2996001" y="3434068"/>
                  </a:lnTo>
                  <a:lnTo>
                    <a:pt x="2996251" y="3434068"/>
                  </a:lnTo>
                  <a:lnTo>
                    <a:pt x="2996376" y="3434068"/>
                  </a:lnTo>
                  <a:lnTo>
                    <a:pt x="2996626" y="3434068"/>
                  </a:lnTo>
                  <a:lnTo>
                    <a:pt x="2996876" y="3434068"/>
                  </a:lnTo>
                  <a:lnTo>
                    <a:pt x="2997126" y="3434068"/>
                  </a:lnTo>
                  <a:lnTo>
                    <a:pt x="2997251" y="3434068"/>
                  </a:lnTo>
                  <a:lnTo>
                    <a:pt x="2997877" y="3434068"/>
                  </a:lnTo>
                  <a:lnTo>
                    <a:pt x="2998377" y="3434068"/>
                  </a:lnTo>
                  <a:lnTo>
                    <a:pt x="2998502" y="3434068"/>
                  </a:lnTo>
                  <a:lnTo>
                    <a:pt x="2998877" y="3434068"/>
                  </a:lnTo>
                  <a:lnTo>
                    <a:pt x="2999002" y="3434068"/>
                  </a:lnTo>
                  <a:lnTo>
                    <a:pt x="2999127" y="3434068"/>
                  </a:lnTo>
                  <a:lnTo>
                    <a:pt x="2999377" y="3434068"/>
                  </a:lnTo>
                  <a:lnTo>
                    <a:pt x="2999502" y="3434068"/>
                  </a:lnTo>
                  <a:lnTo>
                    <a:pt x="2999627" y="3434068"/>
                  </a:lnTo>
                  <a:lnTo>
                    <a:pt x="3000002" y="3434068"/>
                  </a:lnTo>
                  <a:lnTo>
                    <a:pt x="3000127" y="3434068"/>
                  </a:lnTo>
                  <a:lnTo>
                    <a:pt x="3000628" y="3434068"/>
                  </a:lnTo>
                  <a:lnTo>
                    <a:pt x="3000753" y="3434068"/>
                  </a:lnTo>
                  <a:lnTo>
                    <a:pt x="3000878" y="3434068"/>
                  </a:lnTo>
                  <a:lnTo>
                    <a:pt x="3001128" y="3434068"/>
                  </a:lnTo>
                  <a:lnTo>
                    <a:pt x="3001253" y="3434068"/>
                  </a:lnTo>
                  <a:lnTo>
                    <a:pt x="3001378" y="3434068"/>
                  </a:lnTo>
                  <a:lnTo>
                    <a:pt x="3002003" y="3434068"/>
                  </a:lnTo>
                  <a:lnTo>
                    <a:pt x="3002253" y="3434068"/>
                  </a:lnTo>
                  <a:lnTo>
                    <a:pt x="3002378" y="3434068"/>
                  </a:lnTo>
                  <a:lnTo>
                    <a:pt x="3003128" y="3434068"/>
                  </a:lnTo>
                  <a:lnTo>
                    <a:pt x="3003253" y="3434068"/>
                  </a:lnTo>
                  <a:lnTo>
                    <a:pt x="3003879" y="3434068"/>
                  </a:lnTo>
                  <a:lnTo>
                    <a:pt x="3004004" y="3434068"/>
                  </a:lnTo>
                  <a:lnTo>
                    <a:pt x="3004254" y="3434068"/>
                  </a:lnTo>
                  <a:lnTo>
                    <a:pt x="3004379" y="3434068"/>
                  </a:lnTo>
                  <a:lnTo>
                    <a:pt x="3005379" y="3434068"/>
                  </a:lnTo>
                  <a:lnTo>
                    <a:pt x="3005629" y="3434068"/>
                  </a:lnTo>
                  <a:lnTo>
                    <a:pt x="3005754" y="3434068"/>
                  </a:lnTo>
                  <a:lnTo>
                    <a:pt x="3005879" y="3434068"/>
                  </a:lnTo>
                  <a:lnTo>
                    <a:pt x="3006004" y="3434068"/>
                  </a:lnTo>
                  <a:lnTo>
                    <a:pt x="3006505" y="3434068"/>
                  </a:lnTo>
                  <a:lnTo>
                    <a:pt x="3006755" y="3434068"/>
                  </a:lnTo>
                  <a:lnTo>
                    <a:pt x="3007005" y="3434068"/>
                  </a:lnTo>
                  <a:lnTo>
                    <a:pt x="3007255" y="3434068"/>
                  </a:lnTo>
                  <a:lnTo>
                    <a:pt x="3007630" y="3434068"/>
                  </a:lnTo>
                  <a:lnTo>
                    <a:pt x="3007880" y="3434068"/>
                  </a:lnTo>
                  <a:lnTo>
                    <a:pt x="3008005" y="3434068"/>
                  </a:lnTo>
                  <a:lnTo>
                    <a:pt x="3008255" y="3434068"/>
                  </a:lnTo>
                  <a:lnTo>
                    <a:pt x="3008630" y="3434068"/>
                  </a:lnTo>
                  <a:lnTo>
                    <a:pt x="3008880" y="3434068"/>
                  </a:lnTo>
                  <a:lnTo>
                    <a:pt x="3009005" y="3434068"/>
                  </a:lnTo>
                  <a:lnTo>
                    <a:pt x="3009130" y="3434068"/>
                  </a:lnTo>
                  <a:lnTo>
                    <a:pt x="3009255" y="3434068"/>
                  </a:lnTo>
                  <a:lnTo>
                    <a:pt x="3009381" y="3434068"/>
                  </a:lnTo>
                  <a:lnTo>
                    <a:pt x="3009506" y="3434068"/>
                  </a:lnTo>
                  <a:lnTo>
                    <a:pt x="3009631" y="3434068"/>
                  </a:lnTo>
                  <a:lnTo>
                    <a:pt x="3009756" y="3434068"/>
                  </a:lnTo>
                  <a:lnTo>
                    <a:pt x="3009881" y="3434068"/>
                  </a:lnTo>
                  <a:lnTo>
                    <a:pt x="3010256" y="3434068"/>
                  </a:lnTo>
                  <a:lnTo>
                    <a:pt x="3010631" y="3434068"/>
                  </a:lnTo>
                  <a:lnTo>
                    <a:pt x="3011006" y="3434068"/>
                  </a:lnTo>
                  <a:lnTo>
                    <a:pt x="3011131" y="3434068"/>
                  </a:lnTo>
                  <a:lnTo>
                    <a:pt x="3011256" y="3434068"/>
                  </a:lnTo>
                  <a:lnTo>
                    <a:pt x="3011381" y="3434068"/>
                  </a:lnTo>
                  <a:lnTo>
                    <a:pt x="3011506" y="3434068"/>
                  </a:lnTo>
                  <a:lnTo>
                    <a:pt x="3012131" y="3434068"/>
                  </a:lnTo>
                  <a:lnTo>
                    <a:pt x="3012507" y="3434068"/>
                  </a:lnTo>
                  <a:lnTo>
                    <a:pt x="3012757" y="3434068"/>
                  </a:lnTo>
                  <a:lnTo>
                    <a:pt x="3012882" y="3434068"/>
                  </a:lnTo>
                  <a:lnTo>
                    <a:pt x="3013132" y="3434068"/>
                  </a:lnTo>
                  <a:lnTo>
                    <a:pt x="3013382" y="3434068"/>
                  </a:lnTo>
                  <a:lnTo>
                    <a:pt x="3013507" y="3434068"/>
                  </a:lnTo>
                  <a:lnTo>
                    <a:pt x="3013632" y="3434068"/>
                  </a:lnTo>
                  <a:lnTo>
                    <a:pt x="3013757" y="3434068"/>
                  </a:lnTo>
                  <a:lnTo>
                    <a:pt x="3013882" y="3434068"/>
                  </a:lnTo>
                  <a:lnTo>
                    <a:pt x="3014007" y="3434068"/>
                  </a:lnTo>
                  <a:lnTo>
                    <a:pt x="3014132" y="3434068"/>
                  </a:lnTo>
                  <a:lnTo>
                    <a:pt x="3014257" y="3434068"/>
                  </a:lnTo>
                  <a:lnTo>
                    <a:pt x="3015508" y="3434068"/>
                  </a:lnTo>
                  <a:lnTo>
                    <a:pt x="3015633" y="3434068"/>
                  </a:lnTo>
                  <a:lnTo>
                    <a:pt x="3015758" y="3434068"/>
                  </a:lnTo>
                  <a:lnTo>
                    <a:pt x="3016133" y="3434068"/>
                  </a:lnTo>
                  <a:lnTo>
                    <a:pt x="3016258" y="3434068"/>
                  </a:lnTo>
                  <a:lnTo>
                    <a:pt x="3016383" y="3434068"/>
                  </a:lnTo>
                  <a:lnTo>
                    <a:pt x="3016508" y="3434068"/>
                  </a:lnTo>
                  <a:lnTo>
                    <a:pt x="3017008" y="3434068"/>
                  </a:lnTo>
                  <a:lnTo>
                    <a:pt x="3017258" y="3434068"/>
                  </a:lnTo>
                  <a:lnTo>
                    <a:pt x="3017383" y="3434068"/>
                  </a:lnTo>
                  <a:lnTo>
                    <a:pt x="3017758" y="3434068"/>
                  </a:lnTo>
                  <a:lnTo>
                    <a:pt x="3017883" y="3434068"/>
                  </a:lnTo>
                  <a:lnTo>
                    <a:pt x="3018008" y="3434068"/>
                  </a:lnTo>
                  <a:lnTo>
                    <a:pt x="3018133" y="3434068"/>
                  </a:lnTo>
                  <a:lnTo>
                    <a:pt x="3018258" y="3434068"/>
                  </a:lnTo>
                  <a:lnTo>
                    <a:pt x="3018634" y="3434068"/>
                  </a:lnTo>
                  <a:lnTo>
                    <a:pt x="3019384" y="3434068"/>
                  </a:lnTo>
                  <a:lnTo>
                    <a:pt x="3019509" y="3434068"/>
                  </a:lnTo>
                  <a:lnTo>
                    <a:pt x="3019634" y="3434068"/>
                  </a:lnTo>
                  <a:lnTo>
                    <a:pt x="3019884" y="3434068"/>
                  </a:lnTo>
                  <a:lnTo>
                    <a:pt x="3020634" y="3434068"/>
                  </a:lnTo>
                  <a:lnTo>
                    <a:pt x="3021009" y="3434068"/>
                  </a:lnTo>
                  <a:lnTo>
                    <a:pt x="3021134" y="3434068"/>
                  </a:lnTo>
                  <a:lnTo>
                    <a:pt x="3021385" y="3434068"/>
                  </a:lnTo>
                  <a:lnTo>
                    <a:pt x="3021510" y="3434068"/>
                  </a:lnTo>
                  <a:lnTo>
                    <a:pt x="3021635" y="3434068"/>
                  </a:lnTo>
                  <a:lnTo>
                    <a:pt x="3021760" y="3434068"/>
                  </a:lnTo>
                  <a:lnTo>
                    <a:pt x="3021885" y="3434068"/>
                  </a:lnTo>
                  <a:lnTo>
                    <a:pt x="3022260" y="3434068"/>
                  </a:lnTo>
                  <a:lnTo>
                    <a:pt x="3022510" y="3434068"/>
                  </a:lnTo>
                  <a:lnTo>
                    <a:pt x="3022635" y="3434068"/>
                  </a:lnTo>
                  <a:lnTo>
                    <a:pt x="3023010" y="3434068"/>
                  </a:lnTo>
                  <a:lnTo>
                    <a:pt x="3023135" y="3434068"/>
                  </a:lnTo>
                  <a:lnTo>
                    <a:pt x="3023510" y="3434068"/>
                  </a:lnTo>
                  <a:lnTo>
                    <a:pt x="3023635" y="3434068"/>
                  </a:lnTo>
                  <a:lnTo>
                    <a:pt x="3023760" y="3434068"/>
                  </a:lnTo>
                  <a:lnTo>
                    <a:pt x="3023885" y="3434068"/>
                  </a:lnTo>
                  <a:lnTo>
                    <a:pt x="3024135" y="3434068"/>
                  </a:lnTo>
                  <a:lnTo>
                    <a:pt x="3024511" y="3434068"/>
                  </a:lnTo>
                  <a:lnTo>
                    <a:pt x="3024761" y="3434068"/>
                  </a:lnTo>
                  <a:lnTo>
                    <a:pt x="3024886" y="3434068"/>
                  </a:lnTo>
                  <a:lnTo>
                    <a:pt x="3025261" y="3434068"/>
                  </a:lnTo>
                  <a:lnTo>
                    <a:pt x="3025511" y="3424114"/>
                  </a:lnTo>
                  <a:lnTo>
                    <a:pt x="3025636" y="3424114"/>
                  </a:lnTo>
                  <a:lnTo>
                    <a:pt x="3025761" y="3424114"/>
                  </a:lnTo>
                  <a:lnTo>
                    <a:pt x="3026261" y="3424114"/>
                  </a:lnTo>
                  <a:lnTo>
                    <a:pt x="3026386" y="3424114"/>
                  </a:lnTo>
                  <a:lnTo>
                    <a:pt x="3026511" y="3424114"/>
                  </a:lnTo>
                  <a:lnTo>
                    <a:pt x="3026636" y="3424114"/>
                  </a:lnTo>
                  <a:lnTo>
                    <a:pt x="3026761" y="3424114"/>
                  </a:lnTo>
                  <a:lnTo>
                    <a:pt x="3027011" y="3424114"/>
                  </a:lnTo>
                  <a:lnTo>
                    <a:pt x="3027136" y="3424114"/>
                  </a:lnTo>
                  <a:lnTo>
                    <a:pt x="3027262" y="3424114"/>
                  </a:lnTo>
                  <a:lnTo>
                    <a:pt x="3027512" y="3424114"/>
                  </a:lnTo>
                  <a:lnTo>
                    <a:pt x="3027637" y="3424114"/>
                  </a:lnTo>
                  <a:lnTo>
                    <a:pt x="3028387" y="3424114"/>
                  </a:lnTo>
                  <a:lnTo>
                    <a:pt x="3028512" y="3424114"/>
                  </a:lnTo>
                  <a:lnTo>
                    <a:pt x="3028762" y="3424114"/>
                  </a:lnTo>
                  <a:lnTo>
                    <a:pt x="3028887" y="3424114"/>
                  </a:lnTo>
                  <a:lnTo>
                    <a:pt x="3029012" y="3424114"/>
                  </a:lnTo>
                  <a:lnTo>
                    <a:pt x="3029137" y="3424114"/>
                  </a:lnTo>
                  <a:lnTo>
                    <a:pt x="3029512" y="3424114"/>
                  </a:lnTo>
                  <a:lnTo>
                    <a:pt x="3029637" y="3424114"/>
                  </a:lnTo>
                  <a:lnTo>
                    <a:pt x="3029762" y="3424114"/>
                  </a:lnTo>
                  <a:lnTo>
                    <a:pt x="3030513" y="3424114"/>
                  </a:lnTo>
                  <a:lnTo>
                    <a:pt x="3030888" y="3424114"/>
                  </a:lnTo>
                  <a:lnTo>
                    <a:pt x="3031013" y="3424114"/>
                  </a:lnTo>
                  <a:lnTo>
                    <a:pt x="3031138" y="3424114"/>
                  </a:lnTo>
                  <a:lnTo>
                    <a:pt x="3031263" y="3424114"/>
                  </a:lnTo>
                  <a:lnTo>
                    <a:pt x="3031763" y="3424114"/>
                  </a:lnTo>
                  <a:lnTo>
                    <a:pt x="3031888" y="3424114"/>
                  </a:lnTo>
                  <a:lnTo>
                    <a:pt x="3032013" y="3424114"/>
                  </a:lnTo>
                  <a:lnTo>
                    <a:pt x="3032388" y="3424114"/>
                  </a:lnTo>
                  <a:lnTo>
                    <a:pt x="3032638" y="3424114"/>
                  </a:lnTo>
                  <a:lnTo>
                    <a:pt x="3032888" y="3424114"/>
                  </a:lnTo>
                  <a:lnTo>
                    <a:pt x="3033013" y="3424114"/>
                  </a:lnTo>
                  <a:lnTo>
                    <a:pt x="3033389" y="3424114"/>
                  </a:lnTo>
                  <a:lnTo>
                    <a:pt x="3033514" y="3424114"/>
                  </a:lnTo>
                  <a:lnTo>
                    <a:pt x="3033639" y="3424114"/>
                  </a:lnTo>
                  <a:lnTo>
                    <a:pt x="3033889" y="3424114"/>
                  </a:lnTo>
                  <a:lnTo>
                    <a:pt x="3034014" y="3424114"/>
                  </a:lnTo>
                  <a:lnTo>
                    <a:pt x="3034139" y="3424114"/>
                  </a:lnTo>
                  <a:lnTo>
                    <a:pt x="3034264" y="3424114"/>
                  </a:lnTo>
                  <a:lnTo>
                    <a:pt x="3034764" y="3424114"/>
                  </a:lnTo>
                  <a:lnTo>
                    <a:pt x="3035014" y="3424114"/>
                  </a:lnTo>
                  <a:lnTo>
                    <a:pt x="3035889" y="3424114"/>
                  </a:lnTo>
                  <a:lnTo>
                    <a:pt x="3036014" y="3424114"/>
                  </a:lnTo>
                  <a:lnTo>
                    <a:pt x="3036139" y="3424114"/>
                  </a:lnTo>
                  <a:lnTo>
                    <a:pt x="3036515" y="3424114"/>
                  </a:lnTo>
                  <a:lnTo>
                    <a:pt x="3036765" y="3424114"/>
                  </a:lnTo>
                  <a:lnTo>
                    <a:pt x="3037015" y="3424114"/>
                  </a:lnTo>
                  <a:lnTo>
                    <a:pt x="3037265" y="3424114"/>
                  </a:lnTo>
                  <a:lnTo>
                    <a:pt x="3037390" y="3424114"/>
                  </a:lnTo>
                  <a:lnTo>
                    <a:pt x="3037515" y="3424114"/>
                  </a:lnTo>
                  <a:lnTo>
                    <a:pt x="3037890" y="3424114"/>
                  </a:lnTo>
                  <a:lnTo>
                    <a:pt x="3038015" y="3424114"/>
                  </a:lnTo>
                  <a:lnTo>
                    <a:pt x="3038140" y="3424114"/>
                  </a:lnTo>
                  <a:lnTo>
                    <a:pt x="3038265" y="3424114"/>
                  </a:lnTo>
                  <a:lnTo>
                    <a:pt x="3038515" y="3424114"/>
                  </a:lnTo>
                  <a:lnTo>
                    <a:pt x="3038640" y="3424114"/>
                  </a:lnTo>
                  <a:lnTo>
                    <a:pt x="3038890" y="3424114"/>
                  </a:lnTo>
                  <a:lnTo>
                    <a:pt x="3039391" y="3424114"/>
                  </a:lnTo>
                  <a:lnTo>
                    <a:pt x="3039641" y="3424114"/>
                  </a:lnTo>
                  <a:lnTo>
                    <a:pt x="3039891" y="3424114"/>
                  </a:lnTo>
                  <a:lnTo>
                    <a:pt x="3040016" y="3424114"/>
                  </a:lnTo>
                  <a:lnTo>
                    <a:pt x="3040266" y="3424114"/>
                  </a:lnTo>
                  <a:lnTo>
                    <a:pt x="3040766" y="3424114"/>
                  </a:lnTo>
                  <a:lnTo>
                    <a:pt x="3040891" y="3424114"/>
                  </a:lnTo>
                  <a:lnTo>
                    <a:pt x="3041266" y="3424114"/>
                  </a:lnTo>
                  <a:lnTo>
                    <a:pt x="3041516" y="3424114"/>
                  </a:lnTo>
                  <a:lnTo>
                    <a:pt x="3041641" y="3424114"/>
                  </a:lnTo>
                  <a:lnTo>
                    <a:pt x="3041766" y="3424114"/>
                  </a:lnTo>
                  <a:lnTo>
                    <a:pt x="3041891" y="3424114"/>
                  </a:lnTo>
                  <a:lnTo>
                    <a:pt x="3042892" y="3424114"/>
                  </a:lnTo>
                  <a:lnTo>
                    <a:pt x="3043142" y="3424114"/>
                  </a:lnTo>
                  <a:lnTo>
                    <a:pt x="3043267" y="3424114"/>
                  </a:lnTo>
                  <a:lnTo>
                    <a:pt x="3043517" y="3424114"/>
                  </a:lnTo>
                  <a:lnTo>
                    <a:pt x="3043642" y="3424114"/>
                  </a:lnTo>
                  <a:lnTo>
                    <a:pt x="3044267" y="3424114"/>
                  </a:lnTo>
                  <a:lnTo>
                    <a:pt x="3044517" y="3424114"/>
                  </a:lnTo>
                  <a:lnTo>
                    <a:pt x="3044642" y="3424114"/>
                  </a:lnTo>
                  <a:lnTo>
                    <a:pt x="3044892" y="3424114"/>
                  </a:lnTo>
                  <a:lnTo>
                    <a:pt x="3045017" y="3424114"/>
                  </a:lnTo>
                  <a:lnTo>
                    <a:pt x="3045268" y="3424114"/>
                  </a:lnTo>
                  <a:lnTo>
                    <a:pt x="3045393" y="3424114"/>
                  </a:lnTo>
                  <a:lnTo>
                    <a:pt x="3045518" y="3424114"/>
                  </a:lnTo>
                  <a:lnTo>
                    <a:pt x="3045893" y="3424114"/>
                  </a:lnTo>
                  <a:lnTo>
                    <a:pt x="3046268" y="3424114"/>
                  </a:lnTo>
                  <a:lnTo>
                    <a:pt x="3046518" y="3424114"/>
                  </a:lnTo>
                  <a:lnTo>
                    <a:pt x="3046643" y="3424114"/>
                  </a:lnTo>
                  <a:lnTo>
                    <a:pt x="3046768" y="3424114"/>
                  </a:lnTo>
                  <a:lnTo>
                    <a:pt x="3047018" y="3424114"/>
                  </a:lnTo>
                  <a:lnTo>
                    <a:pt x="3047143" y="3424114"/>
                  </a:lnTo>
                  <a:lnTo>
                    <a:pt x="3047768" y="3424114"/>
                  </a:lnTo>
                  <a:lnTo>
                    <a:pt x="3048143" y="3424114"/>
                  </a:lnTo>
                  <a:lnTo>
                    <a:pt x="3048394" y="3414161"/>
                  </a:lnTo>
                  <a:lnTo>
                    <a:pt x="3048519" y="3414161"/>
                  </a:lnTo>
                  <a:lnTo>
                    <a:pt x="3049019" y="3414161"/>
                  </a:lnTo>
                  <a:lnTo>
                    <a:pt x="3049269" y="3414161"/>
                  </a:lnTo>
                  <a:lnTo>
                    <a:pt x="3050269" y="3414161"/>
                  </a:lnTo>
                  <a:lnTo>
                    <a:pt x="3050394" y="3414161"/>
                  </a:lnTo>
                  <a:lnTo>
                    <a:pt x="3050644" y="3414161"/>
                  </a:lnTo>
                  <a:lnTo>
                    <a:pt x="3051270" y="3414161"/>
                  </a:lnTo>
                  <a:lnTo>
                    <a:pt x="3051520" y="3414161"/>
                  </a:lnTo>
                  <a:lnTo>
                    <a:pt x="3052145" y="3414161"/>
                  </a:lnTo>
                  <a:lnTo>
                    <a:pt x="3052395" y="3414161"/>
                  </a:lnTo>
                  <a:lnTo>
                    <a:pt x="3052520" y="3414161"/>
                  </a:lnTo>
                  <a:lnTo>
                    <a:pt x="3052770" y="3414161"/>
                  </a:lnTo>
                  <a:lnTo>
                    <a:pt x="3053020" y="3414161"/>
                  </a:lnTo>
                  <a:lnTo>
                    <a:pt x="3053145" y="3414161"/>
                  </a:lnTo>
                  <a:lnTo>
                    <a:pt x="3053270" y="3414161"/>
                  </a:lnTo>
                  <a:lnTo>
                    <a:pt x="3053395" y="3414161"/>
                  </a:lnTo>
                  <a:lnTo>
                    <a:pt x="3053645" y="3414161"/>
                  </a:lnTo>
                  <a:lnTo>
                    <a:pt x="3053770" y="3414161"/>
                  </a:lnTo>
                  <a:lnTo>
                    <a:pt x="3053770" y="3404207"/>
                  </a:lnTo>
                  <a:lnTo>
                    <a:pt x="3054020" y="3404207"/>
                  </a:lnTo>
                  <a:lnTo>
                    <a:pt x="3055021" y="3404207"/>
                  </a:lnTo>
                  <a:lnTo>
                    <a:pt x="3055271" y="3404207"/>
                  </a:lnTo>
                  <a:lnTo>
                    <a:pt x="3055646" y="3404207"/>
                  </a:lnTo>
                  <a:lnTo>
                    <a:pt x="3055771" y="3404207"/>
                  </a:lnTo>
                  <a:lnTo>
                    <a:pt x="3055896" y="3404207"/>
                  </a:lnTo>
                  <a:lnTo>
                    <a:pt x="3056271" y="3404207"/>
                  </a:lnTo>
                  <a:lnTo>
                    <a:pt x="3056396" y="3404207"/>
                  </a:lnTo>
                  <a:lnTo>
                    <a:pt x="3056646" y="3404207"/>
                  </a:lnTo>
                  <a:lnTo>
                    <a:pt x="3057021" y="3404207"/>
                  </a:lnTo>
                  <a:lnTo>
                    <a:pt x="3057146" y="3404207"/>
                  </a:lnTo>
                  <a:lnTo>
                    <a:pt x="3057522" y="3394253"/>
                  </a:lnTo>
                  <a:lnTo>
                    <a:pt x="3057647" y="3394253"/>
                  </a:lnTo>
                  <a:lnTo>
                    <a:pt x="3057772" y="3394253"/>
                  </a:lnTo>
                  <a:lnTo>
                    <a:pt x="3058147" y="3394253"/>
                  </a:lnTo>
                  <a:lnTo>
                    <a:pt x="3058272" y="3394253"/>
                  </a:lnTo>
                  <a:lnTo>
                    <a:pt x="3058397" y="3394253"/>
                  </a:lnTo>
                  <a:lnTo>
                    <a:pt x="3058647" y="3394253"/>
                  </a:lnTo>
                  <a:lnTo>
                    <a:pt x="3058897" y="3394253"/>
                  </a:lnTo>
                  <a:lnTo>
                    <a:pt x="3059022" y="3394253"/>
                  </a:lnTo>
                  <a:lnTo>
                    <a:pt x="3059147" y="3394253"/>
                  </a:lnTo>
                  <a:lnTo>
                    <a:pt x="3061523" y="3384299"/>
                  </a:lnTo>
                  <a:lnTo>
                    <a:pt x="3061648" y="3384299"/>
                  </a:lnTo>
                  <a:lnTo>
                    <a:pt x="3061898" y="3384299"/>
                  </a:lnTo>
                  <a:lnTo>
                    <a:pt x="3062148" y="3384299"/>
                  </a:lnTo>
                  <a:lnTo>
                    <a:pt x="3062523" y="3384299"/>
                  </a:lnTo>
                  <a:lnTo>
                    <a:pt x="3062898" y="3384299"/>
                  </a:lnTo>
                  <a:lnTo>
                    <a:pt x="3063399" y="3384299"/>
                  </a:lnTo>
                  <a:lnTo>
                    <a:pt x="3063774" y="3384299"/>
                  </a:lnTo>
                  <a:lnTo>
                    <a:pt x="3064024" y="3384299"/>
                  </a:lnTo>
                  <a:lnTo>
                    <a:pt x="3064149" y="3384299"/>
                  </a:lnTo>
                  <a:lnTo>
                    <a:pt x="3064274" y="3384299"/>
                  </a:lnTo>
                  <a:lnTo>
                    <a:pt x="3064649" y="3384299"/>
                  </a:lnTo>
                  <a:lnTo>
                    <a:pt x="3064899" y="3384299"/>
                  </a:lnTo>
                  <a:lnTo>
                    <a:pt x="3065024" y="3384299"/>
                  </a:lnTo>
                  <a:lnTo>
                    <a:pt x="3065149" y="3384299"/>
                  </a:lnTo>
                  <a:lnTo>
                    <a:pt x="3065399" y="3384299"/>
                  </a:lnTo>
                  <a:lnTo>
                    <a:pt x="3065524" y="3384299"/>
                  </a:lnTo>
                  <a:lnTo>
                    <a:pt x="3065774" y="3384299"/>
                  </a:lnTo>
                  <a:lnTo>
                    <a:pt x="3065899" y="3384299"/>
                  </a:lnTo>
                  <a:lnTo>
                    <a:pt x="3066150" y="3384299"/>
                  </a:lnTo>
                  <a:lnTo>
                    <a:pt x="3066525" y="3384299"/>
                  </a:lnTo>
                  <a:lnTo>
                    <a:pt x="3067275" y="3384299"/>
                  </a:lnTo>
                  <a:lnTo>
                    <a:pt x="3068150" y="3374345"/>
                  </a:lnTo>
                  <a:lnTo>
                    <a:pt x="3068900" y="3374345"/>
                  </a:lnTo>
                  <a:lnTo>
                    <a:pt x="3069276" y="3374345"/>
                  </a:lnTo>
                  <a:lnTo>
                    <a:pt x="3069401" y="3374345"/>
                  </a:lnTo>
                  <a:lnTo>
                    <a:pt x="3069776" y="3374345"/>
                  </a:lnTo>
                  <a:lnTo>
                    <a:pt x="3069901" y="3374345"/>
                  </a:lnTo>
                  <a:lnTo>
                    <a:pt x="3070026" y="3374345"/>
                  </a:lnTo>
                  <a:lnTo>
                    <a:pt x="3070151" y="3374345"/>
                  </a:lnTo>
                  <a:lnTo>
                    <a:pt x="3070276" y="3374345"/>
                  </a:lnTo>
                  <a:lnTo>
                    <a:pt x="3070401" y="3374345"/>
                  </a:lnTo>
                  <a:lnTo>
                    <a:pt x="3070776" y="3374345"/>
                  </a:lnTo>
                  <a:lnTo>
                    <a:pt x="3070901" y="3374345"/>
                  </a:lnTo>
                  <a:lnTo>
                    <a:pt x="3071151" y="3374345"/>
                  </a:lnTo>
                  <a:lnTo>
                    <a:pt x="3071651" y="3374345"/>
                  </a:lnTo>
                  <a:lnTo>
                    <a:pt x="3071776" y="3374345"/>
                  </a:lnTo>
                  <a:lnTo>
                    <a:pt x="3071901" y="3374345"/>
                  </a:lnTo>
                  <a:lnTo>
                    <a:pt x="3072026" y="3374345"/>
                  </a:lnTo>
                  <a:lnTo>
                    <a:pt x="3072277" y="3374345"/>
                  </a:lnTo>
                  <a:lnTo>
                    <a:pt x="3072402" y="3374345"/>
                  </a:lnTo>
                  <a:lnTo>
                    <a:pt x="3072777" y="3374345"/>
                  </a:lnTo>
                  <a:lnTo>
                    <a:pt x="3073027" y="3374345"/>
                  </a:lnTo>
                  <a:lnTo>
                    <a:pt x="3073277" y="3374345"/>
                  </a:lnTo>
                  <a:lnTo>
                    <a:pt x="3073527" y="3374345"/>
                  </a:lnTo>
                  <a:lnTo>
                    <a:pt x="3073902" y="3374345"/>
                  </a:lnTo>
                  <a:lnTo>
                    <a:pt x="3074652" y="3374345"/>
                  </a:lnTo>
                  <a:lnTo>
                    <a:pt x="3074777" y="3374345"/>
                  </a:lnTo>
                  <a:lnTo>
                    <a:pt x="3074902" y="3374345"/>
                  </a:lnTo>
                  <a:lnTo>
                    <a:pt x="3075027" y="3374345"/>
                  </a:lnTo>
                  <a:lnTo>
                    <a:pt x="3075153" y="3374345"/>
                  </a:lnTo>
                  <a:lnTo>
                    <a:pt x="3075278" y="3374345"/>
                  </a:lnTo>
                  <a:lnTo>
                    <a:pt x="3075403" y="3374345"/>
                  </a:lnTo>
                  <a:lnTo>
                    <a:pt x="3075653" y="3364392"/>
                  </a:lnTo>
                  <a:lnTo>
                    <a:pt x="3076153" y="3364392"/>
                  </a:lnTo>
                  <a:lnTo>
                    <a:pt x="3076403" y="3364392"/>
                  </a:lnTo>
                  <a:lnTo>
                    <a:pt x="3076528" y="3364392"/>
                  </a:lnTo>
                  <a:lnTo>
                    <a:pt x="3076903" y="3364392"/>
                  </a:lnTo>
                  <a:lnTo>
                    <a:pt x="3077528" y="3364392"/>
                  </a:lnTo>
                  <a:lnTo>
                    <a:pt x="3077653" y="3364392"/>
                  </a:lnTo>
                  <a:lnTo>
                    <a:pt x="3077778" y="3364392"/>
                  </a:lnTo>
                  <a:lnTo>
                    <a:pt x="3077903" y="3364392"/>
                  </a:lnTo>
                  <a:lnTo>
                    <a:pt x="3078028" y="3364392"/>
                  </a:lnTo>
                  <a:lnTo>
                    <a:pt x="3078279" y="3364392"/>
                  </a:lnTo>
                  <a:lnTo>
                    <a:pt x="3078529" y="3364392"/>
                  </a:lnTo>
                  <a:lnTo>
                    <a:pt x="3079029" y="3364392"/>
                  </a:lnTo>
                  <a:lnTo>
                    <a:pt x="3080279" y="3364392"/>
                  </a:lnTo>
                  <a:lnTo>
                    <a:pt x="3080654" y="3364392"/>
                  </a:lnTo>
                  <a:lnTo>
                    <a:pt x="3080904" y="3364392"/>
                  </a:lnTo>
                  <a:lnTo>
                    <a:pt x="3081155" y="3364392"/>
                  </a:lnTo>
                  <a:lnTo>
                    <a:pt x="3081280" y="3364392"/>
                  </a:lnTo>
                  <a:lnTo>
                    <a:pt x="3081905" y="3364392"/>
                  </a:lnTo>
                  <a:lnTo>
                    <a:pt x="3082155" y="3364392"/>
                  </a:lnTo>
                  <a:lnTo>
                    <a:pt x="3082280" y="3364392"/>
                  </a:lnTo>
                  <a:lnTo>
                    <a:pt x="3082905" y="3364392"/>
                  </a:lnTo>
                  <a:lnTo>
                    <a:pt x="3083280" y="3364392"/>
                  </a:lnTo>
                  <a:lnTo>
                    <a:pt x="3083405" y="3364392"/>
                  </a:lnTo>
                  <a:lnTo>
                    <a:pt x="3083780" y="3364392"/>
                  </a:lnTo>
                  <a:lnTo>
                    <a:pt x="3084030" y="3364392"/>
                  </a:lnTo>
                  <a:lnTo>
                    <a:pt x="3084531" y="3364392"/>
                  </a:lnTo>
                  <a:lnTo>
                    <a:pt x="3084656" y="3364392"/>
                  </a:lnTo>
                  <a:lnTo>
                    <a:pt x="3084781" y="3364392"/>
                  </a:lnTo>
                  <a:lnTo>
                    <a:pt x="3084906" y="3364392"/>
                  </a:lnTo>
                  <a:lnTo>
                    <a:pt x="3085531" y="3364392"/>
                  </a:lnTo>
                  <a:lnTo>
                    <a:pt x="3085656" y="3364392"/>
                  </a:lnTo>
                  <a:lnTo>
                    <a:pt x="3085781" y="3364392"/>
                  </a:lnTo>
                  <a:lnTo>
                    <a:pt x="3086031" y="3364392"/>
                  </a:lnTo>
                  <a:lnTo>
                    <a:pt x="3086156" y="3364392"/>
                  </a:lnTo>
                  <a:lnTo>
                    <a:pt x="3086406" y="3364392"/>
                  </a:lnTo>
                  <a:lnTo>
                    <a:pt x="3087157" y="3364392"/>
                  </a:lnTo>
                  <a:lnTo>
                    <a:pt x="3087282" y="3364392"/>
                  </a:lnTo>
                  <a:lnTo>
                    <a:pt x="3087407" y="3364392"/>
                  </a:lnTo>
                  <a:lnTo>
                    <a:pt x="3087532" y="3364392"/>
                  </a:lnTo>
                  <a:lnTo>
                    <a:pt x="3087907" y="3364392"/>
                  </a:lnTo>
                  <a:lnTo>
                    <a:pt x="3088407" y="3364392"/>
                  </a:lnTo>
                  <a:lnTo>
                    <a:pt x="3089157" y="3364392"/>
                  </a:lnTo>
                  <a:lnTo>
                    <a:pt x="3089407" y="3364392"/>
                  </a:lnTo>
                  <a:lnTo>
                    <a:pt x="3089532" y="3364392"/>
                  </a:lnTo>
                  <a:lnTo>
                    <a:pt x="3089907" y="3364392"/>
                  </a:lnTo>
                  <a:lnTo>
                    <a:pt x="3090158" y="3364392"/>
                  </a:lnTo>
                  <a:lnTo>
                    <a:pt x="3090783" y="3364392"/>
                  </a:lnTo>
                  <a:lnTo>
                    <a:pt x="3090908" y="3364392"/>
                  </a:lnTo>
                  <a:lnTo>
                    <a:pt x="3091283" y="3364392"/>
                  </a:lnTo>
                  <a:lnTo>
                    <a:pt x="3091408" y="3364392"/>
                  </a:lnTo>
                  <a:lnTo>
                    <a:pt x="3091533" y="3364392"/>
                  </a:lnTo>
                  <a:lnTo>
                    <a:pt x="3091658" y="3364392"/>
                  </a:lnTo>
                  <a:lnTo>
                    <a:pt x="3091783" y="3364392"/>
                  </a:lnTo>
                  <a:lnTo>
                    <a:pt x="3091908" y="3364392"/>
                  </a:lnTo>
                  <a:lnTo>
                    <a:pt x="3092158" y="3364392"/>
                  </a:lnTo>
                  <a:lnTo>
                    <a:pt x="3092283" y="3364392"/>
                  </a:lnTo>
                  <a:lnTo>
                    <a:pt x="3092783" y="3364392"/>
                  </a:lnTo>
                  <a:lnTo>
                    <a:pt x="3093159" y="3364392"/>
                  </a:lnTo>
                  <a:lnTo>
                    <a:pt x="3094784" y="3364392"/>
                  </a:lnTo>
                  <a:lnTo>
                    <a:pt x="3094909" y="3364392"/>
                  </a:lnTo>
                  <a:lnTo>
                    <a:pt x="3095159" y="3364392"/>
                  </a:lnTo>
                  <a:lnTo>
                    <a:pt x="3095284" y="3364392"/>
                  </a:lnTo>
                  <a:lnTo>
                    <a:pt x="3095534" y="3364392"/>
                  </a:lnTo>
                  <a:lnTo>
                    <a:pt x="3095659" y="3364392"/>
                  </a:lnTo>
                  <a:lnTo>
                    <a:pt x="3096160" y="3364392"/>
                  </a:lnTo>
                  <a:lnTo>
                    <a:pt x="3096285" y="3364392"/>
                  </a:lnTo>
                  <a:lnTo>
                    <a:pt x="3096410" y="3364392"/>
                  </a:lnTo>
                  <a:lnTo>
                    <a:pt x="3096535" y="3364392"/>
                  </a:lnTo>
                  <a:lnTo>
                    <a:pt x="3096660" y="3364392"/>
                  </a:lnTo>
                  <a:lnTo>
                    <a:pt x="3096785" y="3364392"/>
                  </a:lnTo>
                  <a:lnTo>
                    <a:pt x="3097160" y="3364392"/>
                  </a:lnTo>
                  <a:lnTo>
                    <a:pt x="3097660" y="3364392"/>
                  </a:lnTo>
                  <a:lnTo>
                    <a:pt x="3097785" y="3364392"/>
                  </a:lnTo>
                  <a:lnTo>
                    <a:pt x="3097910" y="3364392"/>
                  </a:lnTo>
                  <a:lnTo>
                    <a:pt x="3098660" y="3364392"/>
                  </a:lnTo>
                  <a:lnTo>
                    <a:pt x="3098785" y="3364392"/>
                  </a:lnTo>
                  <a:lnTo>
                    <a:pt x="3098910" y="3364392"/>
                  </a:lnTo>
                  <a:lnTo>
                    <a:pt x="3099035" y="3364392"/>
                  </a:lnTo>
                  <a:lnTo>
                    <a:pt x="3099411" y="3364392"/>
                  </a:lnTo>
                  <a:lnTo>
                    <a:pt x="3099661" y="3364392"/>
                  </a:lnTo>
                  <a:lnTo>
                    <a:pt x="3099911" y="3364392"/>
                  </a:lnTo>
                  <a:lnTo>
                    <a:pt x="3100786" y="3364392"/>
                  </a:lnTo>
                  <a:lnTo>
                    <a:pt x="3101161" y="3364392"/>
                  </a:lnTo>
                  <a:lnTo>
                    <a:pt x="3101411" y="3364392"/>
                  </a:lnTo>
                  <a:lnTo>
                    <a:pt x="3102036" y="3364392"/>
                  </a:lnTo>
                  <a:lnTo>
                    <a:pt x="3102287" y="3364392"/>
                  </a:lnTo>
                  <a:lnTo>
                    <a:pt x="3102787" y="3364392"/>
                  </a:lnTo>
                  <a:lnTo>
                    <a:pt x="3102912" y="3364392"/>
                  </a:lnTo>
                  <a:lnTo>
                    <a:pt x="3103162" y="3364392"/>
                  </a:lnTo>
                  <a:lnTo>
                    <a:pt x="3103412" y="3364392"/>
                  </a:lnTo>
                  <a:lnTo>
                    <a:pt x="3103662" y="3364392"/>
                  </a:lnTo>
                  <a:lnTo>
                    <a:pt x="3103787" y="3364392"/>
                  </a:lnTo>
                  <a:lnTo>
                    <a:pt x="3104037" y="3364392"/>
                  </a:lnTo>
                  <a:lnTo>
                    <a:pt x="3104162" y="3364392"/>
                  </a:lnTo>
                  <a:lnTo>
                    <a:pt x="3104287" y="3364392"/>
                  </a:lnTo>
                  <a:lnTo>
                    <a:pt x="3104537" y="3364392"/>
                  </a:lnTo>
                  <a:lnTo>
                    <a:pt x="3104662" y="3364392"/>
                  </a:lnTo>
                  <a:lnTo>
                    <a:pt x="3104912" y="3364392"/>
                  </a:lnTo>
                  <a:lnTo>
                    <a:pt x="3105163" y="3364392"/>
                  </a:lnTo>
                  <a:lnTo>
                    <a:pt x="3105288" y="3364392"/>
                  </a:lnTo>
                  <a:lnTo>
                    <a:pt x="3105788" y="3364392"/>
                  </a:lnTo>
                  <a:lnTo>
                    <a:pt x="3107163" y="3364392"/>
                  </a:lnTo>
                  <a:lnTo>
                    <a:pt x="3107413" y="3364392"/>
                  </a:lnTo>
                  <a:lnTo>
                    <a:pt x="3107538" y="3364392"/>
                  </a:lnTo>
                  <a:lnTo>
                    <a:pt x="3107913" y="3364392"/>
                  </a:lnTo>
                  <a:lnTo>
                    <a:pt x="3108039" y="3364392"/>
                  </a:lnTo>
                  <a:lnTo>
                    <a:pt x="3108164" y="3364392"/>
                  </a:lnTo>
                  <a:lnTo>
                    <a:pt x="3108289" y="3364392"/>
                  </a:lnTo>
                  <a:lnTo>
                    <a:pt x="3108789" y="3364392"/>
                  </a:lnTo>
                  <a:lnTo>
                    <a:pt x="3108914" y="3364392"/>
                  </a:lnTo>
                  <a:lnTo>
                    <a:pt x="3109414" y="3364392"/>
                  </a:lnTo>
                  <a:lnTo>
                    <a:pt x="3109789" y="3364392"/>
                  </a:lnTo>
                  <a:lnTo>
                    <a:pt x="3109914" y="3364392"/>
                  </a:lnTo>
                  <a:lnTo>
                    <a:pt x="3110039" y="3364392"/>
                  </a:lnTo>
                  <a:lnTo>
                    <a:pt x="3110164" y="3364392"/>
                  </a:lnTo>
                  <a:lnTo>
                    <a:pt x="3110414" y="3364392"/>
                  </a:lnTo>
                  <a:lnTo>
                    <a:pt x="3110664" y="3364392"/>
                  </a:lnTo>
                  <a:lnTo>
                    <a:pt x="3111415" y="3364392"/>
                  </a:lnTo>
                  <a:lnTo>
                    <a:pt x="3111665" y="3364392"/>
                  </a:lnTo>
                  <a:lnTo>
                    <a:pt x="3111790" y="3364392"/>
                  </a:lnTo>
                  <a:lnTo>
                    <a:pt x="3112540" y="3364392"/>
                  </a:lnTo>
                  <a:lnTo>
                    <a:pt x="3112665" y="3364392"/>
                  </a:lnTo>
                  <a:lnTo>
                    <a:pt x="3112790" y="3364392"/>
                  </a:lnTo>
                  <a:lnTo>
                    <a:pt x="3112915" y="3364392"/>
                  </a:lnTo>
                  <a:lnTo>
                    <a:pt x="3113040" y="3364392"/>
                  </a:lnTo>
                  <a:lnTo>
                    <a:pt x="3113165" y="3364392"/>
                  </a:lnTo>
                  <a:lnTo>
                    <a:pt x="3113415" y="3364392"/>
                  </a:lnTo>
                  <a:lnTo>
                    <a:pt x="3114166" y="3364392"/>
                  </a:lnTo>
                  <a:lnTo>
                    <a:pt x="3114541" y="3364392"/>
                  </a:lnTo>
                  <a:lnTo>
                    <a:pt x="3114666" y="3364392"/>
                  </a:lnTo>
                  <a:lnTo>
                    <a:pt x="3114791" y="3364392"/>
                  </a:lnTo>
                  <a:lnTo>
                    <a:pt x="3115166" y="3364392"/>
                  </a:lnTo>
                  <a:lnTo>
                    <a:pt x="3115291" y="3364392"/>
                  </a:lnTo>
                  <a:lnTo>
                    <a:pt x="3115666" y="3364392"/>
                  </a:lnTo>
                  <a:lnTo>
                    <a:pt x="3115791" y="3364392"/>
                  </a:lnTo>
                  <a:lnTo>
                    <a:pt x="3115916" y="3364392"/>
                  </a:lnTo>
                  <a:lnTo>
                    <a:pt x="3116166" y="3364392"/>
                  </a:lnTo>
                  <a:lnTo>
                    <a:pt x="3116291" y="3364392"/>
                  </a:lnTo>
                  <a:lnTo>
                    <a:pt x="3116416" y="3364392"/>
                  </a:lnTo>
                  <a:lnTo>
                    <a:pt x="3116541" y="3364392"/>
                  </a:lnTo>
                  <a:lnTo>
                    <a:pt x="3116666" y="3364392"/>
                  </a:lnTo>
                  <a:lnTo>
                    <a:pt x="3117167" y="3364392"/>
                  </a:lnTo>
                  <a:lnTo>
                    <a:pt x="3117292" y="3364392"/>
                  </a:lnTo>
                  <a:lnTo>
                    <a:pt x="3117792" y="3364392"/>
                  </a:lnTo>
                  <a:lnTo>
                    <a:pt x="3118042" y="3364392"/>
                  </a:lnTo>
                  <a:lnTo>
                    <a:pt x="3118167" y="3364392"/>
                  </a:lnTo>
                  <a:lnTo>
                    <a:pt x="3118417" y="3364392"/>
                  </a:lnTo>
                  <a:lnTo>
                    <a:pt x="3118667" y="3364392"/>
                  </a:lnTo>
                  <a:lnTo>
                    <a:pt x="3118792" y="3364392"/>
                  </a:lnTo>
                  <a:lnTo>
                    <a:pt x="3119292" y="3364392"/>
                  </a:lnTo>
                  <a:lnTo>
                    <a:pt x="3119417" y="3364392"/>
                  </a:lnTo>
                  <a:lnTo>
                    <a:pt x="3119667" y="3364392"/>
                  </a:lnTo>
                  <a:lnTo>
                    <a:pt x="3120293" y="3364392"/>
                  </a:lnTo>
                  <a:lnTo>
                    <a:pt x="3120418" y="3364392"/>
                  </a:lnTo>
                  <a:lnTo>
                    <a:pt x="3120543" y="3364392"/>
                  </a:lnTo>
                  <a:lnTo>
                    <a:pt x="3120668" y="3364392"/>
                  </a:lnTo>
                  <a:lnTo>
                    <a:pt x="3120918" y="3364392"/>
                  </a:lnTo>
                  <a:lnTo>
                    <a:pt x="3121043" y="3364392"/>
                  </a:lnTo>
                  <a:lnTo>
                    <a:pt x="3121168" y="3364392"/>
                  </a:lnTo>
                  <a:lnTo>
                    <a:pt x="3121293" y="3364392"/>
                  </a:lnTo>
                  <a:lnTo>
                    <a:pt x="3121543" y="3364392"/>
                  </a:lnTo>
                  <a:lnTo>
                    <a:pt x="3121668" y="3364392"/>
                  </a:lnTo>
                  <a:lnTo>
                    <a:pt x="3121918" y="3364392"/>
                  </a:lnTo>
                  <a:lnTo>
                    <a:pt x="3122168" y="3364392"/>
                  </a:lnTo>
                  <a:lnTo>
                    <a:pt x="3122293" y="3364392"/>
                  </a:lnTo>
                  <a:lnTo>
                    <a:pt x="3122543" y="3364392"/>
                  </a:lnTo>
                  <a:lnTo>
                    <a:pt x="3122668" y="3364392"/>
                  </a:lnTo>
                  <a:lnTo>
                    <a:pt x="3122918" y="3364392"/>
                  </a:lnTo>
                  <a:lnTo>
                    <a:pt x="3123044" y="3364392"/>
                  </a:lnTo>
                  <a:lnTo>
                    <a:pt x="3123294" y="3364392"/>
                  </a:lnTo>
                  <a:lnTo>
                    <a:pt x="3123919" y="3364392"/>
                  </a:lnTo>
                  <a:lnTo>
                    <a:pt x="3124044" y="3364392"/>
                  </a:lnTo>
                  <a:lnTo>
                    <a:pt x="3124419" y="3364392"/>
                  </a:lnTo>
                  <a:lnTo>
                    <a:pt x="3124669" y="3364392"/>
                  </a:lnTo>
                  <a:lnTo>
                    <a:pt x="3124794" y="3364392"/>
                  </a:lnTo>
                  <a:lnTo>
                    <a:pt x="3124919" y="3364392"/>
                  </a:lnTo>
                  <a:lnTo>
                    <a:pt x="3125294" y="3364392"/>
                  </a:lnTo>
                  <a:lnTo>
                    <a:pt x="3125669" y="3364392"/>
                  </a:lnTo>
                  <a:lnTo>
                    <a:pt x="3126170" y="3364392"/>
                  </a:lnTo>
                  <a:lnTo>
                    <a:pt x="3128045" y="3364392"/>
                  </a:lnTo>
                  <a:lnTo>
                    <a:pt x="3128170" y="3364392"/>
                  </a:lnTo>
                  <a:lnTo>
                    <a:pt x="3128295" y="3364392"/>
                  </a:lnTo>
                  <a:lnTo>
                    <a:pt x="3128670" y="3364392"/>
                  </a:lnTo>
                  <a:lnTo>
                    <a:pt x="3128920" y="3364392"/>
                  </a:lnTo>
                  <a:lnTo>
                    <a:pt x="3129296" y="3364392"/>
                  </a:lnTo>
                  <a:lnTo>
                    <a:pt x="3129546" y="3364392"/>
                  </a:lnTo>
                  <a:lnTo>
                    <a:pt x="3129671" y="3364392"/>
                  </a:lnTo>
                  <a:lnTo>
                    <a:pt x="3129921" y="3364392"/>
                  </a:lnTo>
                  <a:lnTo>
                    <a:pt x="3130171" y="3364392"/>
                  </a:lnTo>
                  <a:lnTo>
                    <a:pt x="3130796" y="3364392"/>
                  </a:lnTo>
                  <a:lnTo>
                    <a:pt x="3131296" y="3364392"/>
                  </a:lnTo>
                  <a:lnTo>
                    <a:pt x="3131546" y="3364392"/>
                  </a:lnTo>
                  <a:lnTo>
                    <a:pt x="3131921" y="3364392"/>
                  </a:lnTo>
                  <a:lnTo>
                    <a:pt x="3132047" y="3364392"/>
                  </a:lnTo>
                  <a:lnTo>
                    <a:pt x="3132172" y="3364392"/>
                  </a:lnTo>
                  <a:lnTo>
                    <a:pt x="3132297" y="3364392"/>
                  </a:lnTo>
                  <a:lnTo>
                    <a:pt x="3132422" y="3364392"/>
                  </a:lnTo>
                  <a:lnTo>
                    <a:pt x="3132672" y="3354438"/>
                  </a:lnTo>
                  <a:lnTo>
                    <a:pt x="3132922" y="3354438"/>
                  </a:lnTo>
                  <a:lnTo>
                    <a:pt x="3133047" y="3354438"/>
                  </a:lnTo>
                  <a:lnTo>
                    <a:pt x="3133172" y="3354438"/>
                  </a:lnTo>
                  <a:lnTo>
                    <a:pt x="3133297" y="3354438"/>
                  </a:lnTo>
                  <a:lnTo>
                    <a:pt x="3133422" y="3354438"/>
                  </a:lnTo>
                  <a:lnTo>
                    <a:pt x="3133797" y="3354438"/>
                  </a:lnTo>
                  <a:lnTo>
                    <a:pt x="3136798" y="3344484"/>
                  </a:lnTo>
                  <a:lnTo>
                    <a:pt x="3137048" y="3344484"/>
                  </a:lnTo>
                  <a:lnTo>
                    <a:pt x="3137173" y="3344484"/>
                  </a:lnTo>
                  <a:lnTo>
                    <a:pt x="3137298" y="3344484"/>
                  </a:lnTo>
                  <a:lnTo>
                    <a:pt x="3137548" y="3344484"/>
                  </a:lnTo>
                  <a:lnTo>
                    <a:pt x="3137673" y="3344484"/>
                  </a:lnTo>
                  <a:lnTo>
                    <a:pt x="3137798" y="3344484"/>
                  </a:lnTo>
                  <a:lnTo>
                    <a:pt x="3138049" y="3344484"/>
                  </a:lnTo>
                  <a:lnTo>
                    <a:pt x="3138299" y="3344484"/>
                  </a:lnTo>
                  <a:lnTo>
                    <a:pt x="3138549" y="3344484"/>
                  </a:lnTo>
                  <a:lnTo>
                    <a:pt x="3138799" y="3344484"/>
                  </a:lnTo>
                  <a:lnTo>
                    <a:pt x="3139049" y="3344484"/>
                  </a:lnTo>
                  <a:lnTo>
                    <a:pt x="3139424" y="3344484"/>
                  </a:lnTo>
                  <a:lnTo>
                    <a:pt x="3139674" y="3344484"/>
                  </a:lnTo>
                  <a:lnTo>
                    <a:pt x="3139924" y="3344484"/>
                  </a:lnTo>
                  <a:lnTo>
                    <a:pt x="3140174" y="3344484"/>
                  </a:lnTo>
                  <a:lnTo>
                    <a:pt x="3140424" y="3344484"/>
                  </a:lnTo>
                  <a:lnTo>
                    <a:pt x="3140549" y="3344484"/>
                  </a:lnTo>
                  <a:lnTo>
                    <a:pt x="3140674" y="3344484"/>
                  </a:lnTo>
                  <a:lnTo>
                    <a:pt x="3141050" y="3344484"/>
                  </a:lnTo>
                  <a:lnTo>
                    <a:pt x="3141175" y="3344484"/>
                  </a:lnTo>
                  <a:lnTo>
                    <a:pt x="3141300" y="3344484"/>
                  </a:lnTo>
                  <a:lnTo>
                    <a:pt x="3141425" y="3344484"/>
                  </a:lnTo>
                  <a:lnTo>
                    <a:pt x="3141550" y="3344484"/>
                  </a:lnTo>
                  <a:lnTo>
                    <a:pt x="3142175" y="3344484"/>
                  </a:lnTo>
                  <a:lnTo>
                    <a:pt x="3142425" y="3344484"/>
                  </a:lnTo>
                  <a:lnTo>
                    <a:pt x="3143050" y="3344484"/>
                  </a:lnTo>
                  <a:lnTo>
                    <a:pt x="3143300" y="3344484"/>
                  </a:lnTo>
                  <a:lnTo>
                    <a:pt x="3143425" y="3344484"/>
                  </a:lnTo>
                  <a:lnTo>
                    <a:pt x="3143675" y="3344484"/>
                  </a:lnTo>
                  <a:lnTo>
                    <a:pt x="3144551" y="3344484"/>
                  </a:lnTo>
                  <a:lnTo>
                    <a:pt x="3144926" y="3344484"/>
                  </a:lnTo>
                  <a:lnTo>
                    <a:pt x="3145426" y="3344484"/>
                  </a:lnTo>
                  <a:lnTo>
                    <a:pt x="3145926" y="3344484"/>
                  </a:lnTo>
                  <a:lnTo>
                    <a:pt x="3146551" y="3344484"/>
                  </a:lnTo>
                  <a:lnTo>
                    <a:pt x="3146676" y="3344484"/>
                  </a:lnTo>
                  <a:lnTo>
                    <a:pt x="3147177" y="3344484"/>
                  </a:lnTo>
                  <a:lnTo>
                    <a:pt x="3147302" y="3344484"/>
                  </a:lnTo>
                  <a:lnTo>
                    <a:pt x="3147302" y="3334530"/>
                  </a:lnTo>
                  <a:lnTo>
                    <a:pt x="3147552" y="3334530"/>
                  </a:lnTo>
                  <a:lnTo>
                    <a:pt x="3147677" y="3334530"/>
                  </a:lnTo>
                  <a:lnTo>
                    <a:pt x="3148052" y="3334530"/>
                  </a:lnTo>
                  <a:lnTo>
                    <a:pt x="3148177" y="3334530"/>
                  </a:lnTo>
                  <a:lnTo>
                    <a:pt x="3148302" y="3334530"/>
                  </a:lnTo>
                  <a:lnTo>
                    <a:pt x="3148427" y="3334530"/>
                  </a:lnTo>
                  <a:lnTo>
                    <a:pt x="3148802" y="3334530"/>
                  </a:lnTo>
                  <a:lnTo>
                    <a:pt x="3149052" y="3334530"/>
                  </a:lnTo>
                  <a:lnTo>
                    <a:pt x="3149177" y="3334530"/>
                  </a:lnTo>
                  <a:lnTo>
                    <a:pt x="3150053" y="3334530"/>
                  </a:lnTo>
                  <a:lnTo>
                    <a:pt x="3150178" y="3334530"/>
                  </a:lnTo>
                  <a:lnTo>
                    <a:pt x="3150303" y="3334530"/>
                  </a:lnTo>
                  <a:lnTo>
                    <a:pt x="3150428" y="3334530"/>
                  </a:lnTo>
                  <a:lnTo>
                    <a:pt x="3151053" y="3334530"/>
                  </a:lnTo>
                  <a:lnTo>
                    <a:pt x="3151178" y="3334530"/>
                  </a:lnTo>
                  <a:lnTo>
                    <a:pt x="3151303" y="3334530"/>
                  </a:lnTo>
                  <a:lnTo>
                    <a:pt x="3151428" y="3334530"/>
                  </a:lnTo>
                  <a:lnTo>
                    <a:pt x="3151553" y="3334530"/>
                  </a:lnTo>
                  <a:lnTo>
                    <a:pt x="3151678" y="3334530"/>
                  </a:lnTo>
                  <a:lnTo>
                    <a:pt x="3151803" y="3334530"/>
                  </a:lnTo>
                  <a:lnTo>
                    <a:pt x="3152178" y="3334530"/>
                  </a:lnTo>
                  <a:lnTo>
                    <a:pt x="3152803" y="3334530"/>
                  </a:lnTo>
                  <a:lnTo>
                    <a:pt x="3153054" y="3334530"/>
                  </a:lnTo>
                  <a:lnTo>
                    <a:pt x="3153179" y="3334530"/>
                  </a:lnTo>
                  <a:lnTo>
                    <a:pt x="3153304" y="3334530"/>
                  </a:lnTo>
                  <a:lnTo>
                    <a:pt x="3153554" y="3334530"/>
                  </a:lnTo>
                  <a:lnTo>
                    <a:pt x="3154054" y="3334530"/>
                  </a:lnTo>
                  <a:lnTo>
                    <a:pt x="3154179" y="3334530"/>
                  </a:lnTo>
                  <a:lnTo>
                    <a:pt x="3154554" y="3334530"/>
                  </a:lnTo>
                  <a:lnTo>
                    <a:pt x="3154929" y="3334530"/>
                  </a:lnTo>
                  <a:lnTo>
                    <a:pt x="3155179" y="3334530"/>
                  </a:lnTo>
                  <a:lnTo>
                    <a:pt x="3155429" y="3334530"/>
                  </a:lnTo>
                  <a:lnTo>
                    <a:pt x="3155679" y="3334530"/>
                  </a:lnTo>
                  <a:lnTo>
                    <a:pt x="3155804" y="3334530"/>
                  </a:lnTo>
                  <a:lnTo>
                    <a:pt x="3156305" y="3334530"/>
                  </a:lnTo>
                  <a:lnTo>
                    <a:pt x="3156430" y="3334530"/>
                  </a:lnTo>
                  <a:lnTo>
                    <a:pt x="3157055" y="3334530"/>
                  </a:lnTo>
                  <a:lnTo>
                    <a:pt x="3157180" y="3334530"/>
                  </a:lnTo>
                  <a:lnTo>
                    <a:pt x="3157305" y="3334530"/>
                  </a:lnTo>
                  <a:lnTo>
                    <a:pt x="3157555" y="3334530"/>
                  </a:lnTo>
                  <a:lnTo>
                    <a:pt x="3157930" y="3334530"/>
                  </a:lnTo>
                  <a:lnTo>
                    <a:pt x="3158055" y="3334530"/>
                  </a:lnTo>
                  <a:lnTo>
                    <a:pt x="3158430" y="3334530"/>
                  </a:lnTo>
                  <a:lnTo>
                    <a:pt x="3159431" y="3334530"/>
                  </a:lnTo>
                  <a:lnTo>
                    <a:pt x="3159556" y="3334530"/>
                  </a:lnTo>
                  <a:lnTo>
                    <a:pt x="3159681" y="3334530"/>
                  </a:lnTo>
                  <a:lnTo>
                    <a:pt x="3159931" y="3334530"/>
                  </a:lnTo>
                  <a:lnTo>
                    <a:pt x="3160056" y="3334530"/>
                  </a:lnTo>
                  <a:lnTo>
                    <a:pt x="3160306" y="3334530"/>
                  </a:lnTo>
                  <a:lnTo>
                    <a:pt x="3161181" y="3334530"/>
                  </a:lnTo>
                  <a:lnTo>
                    <a:pt x="3161306" y="3334530"/>
                  </a:lnTo>
                  <a:lnTo>
                    <a:pt x="3161431" y="3334530"/>
                  </a:lnTo>
                  <a:lnTo>
                    <a:pt x="3161556" y="3334530"/>
                  </a:lnTo>
                  <a:lnTo>
                    <a:pt x="3161681" y="3334530"/>
                  </a:lnTo>
                  <a:lnTo>
                    <a:pt x="3162057" y="3324576"/>
                  </a:lnTo>
                  <a:lnTo>
                    <a:pt x="3162932" y="3324576"/>
                  </a:lnTo>
                  <a:lnTo>
                    <a:pt x="3163182" y="3324576"/>
                  </a:lnTo>
                  <a:lnTo>
                    <a:pt x="3163557" y="3324576"/>
                  </a:lnTo>
                  <a:lnTo>
                    <a:pt x="3163682" y="3324576"/>
                  </a:lnTo>
                  <a:lnTo>
                    <a:pt x="3163807" y="3324576"/>
                  </a:lnTo>
                  <a:lnTo>
                    <a:pt x="3164057" y="3324576"/>
                  </a:lnTo>
                  <a:lnTo>
                    <a:pt x="3164307" y="3324576"/>
                  </a:lnTo>
                  <a:lnTo>
                    <a:pt x="3164682" y="3324576"/>
                  </a:lnTo>
                  <a:lnTo>
                    <a:pt x="3164807" y="3324576"/>
                  </a:lnTo>
                  <a:lnTo>
                    <a:pt x="3165308" y="3324576"/>
                  </a:lnTo>
                  <a:lnTo>
                    <a:pt x="3165433" y="3324576"/>
                  </a:lnTo>
                  <a:lnTo>
                    <a:pt x="3165683" y="3324576"/>
                  </a:lnTo>
                  <a:lnTo>
                    <a:pt x="3165808" y="3324576"/>
                  </a:lnTo>
                  <a:lnTo>
                    <a:pt x="3166558" y="3324576"/>
                  </a:lnTo>
                  <a:lnTo>
                    <a:pt x="3166683" y="3324576"/>
                  </a:lnTo>
                  <a:lnTo>
                    <a:pt x="3166808" y="3324576"/>
                  </a:lnTo>
                  <a:lnTo>
                    <a:pt x="3167433" y="3324576"/>
                  </a:lnTo>
                  <a:lnTo>
                    <a:pt x="3167558" y="3324576"/>
                  </a:lnTo>
                  <a:lnTo>
                    <a:pt x="3167934" y="3324576"/>
                  </a:lnTo>
                  <a:lnTo>
                    <a:pt x="3168559" y="3324576"/>
                  </a:lnTo>
                  <a:lnTo>
                    <a:pt x="3168684" y="3324576"/>
                  </a:lnTo>
                  <a:lnTo>
                    <a:pt x="3169059" y="3314622"/>
                  </a:lnTo>
                  <a:lnTo>
                    <a:pt x="3169309" y="3314622"/>
                  </a:lnTo>
                  <a:lnTo>
                    <a:pt x="3169434" y="3314622"/>
                  </a:lnTo>
                  <a:lnTo>
                    <a:pt x="3169559" y="3314622"/>
                  </a:lnTo>
                  <a:lnTo>
                    <a:pt x="3169809" y="3314622"/>
                  </a:lnTo>
                  <a:lnTo>
                    <a:pt x="3170184" y="3314622"/>
                  </a:lnTo>
                  <a:lnTo>
                    <a:pt x="3171060" y="3314622"/>
                  </a:lnTo>
                  <a:lnTo>
                    <a:pt x="3171310" y="3314622"/>
                  </a:lnTo>
                  <a:lnTo>
                    <a:pt x="3171435" y="3314622"/>
                  </a:lnTo>
                  <a:lnTo>
                    <a:pt x="3172060" y="3314622"/>
                  </a:lnTo>
                  <a:lnTo>
                    <a:pt x="3172185" y="3314622"/>
                  </a:lnTo>
                  <a:lnTo>
                    <a:pt x="3172435" y="3314622"/>
                  </a:lnTo>
                  <a:lnTo>
                    <a:pt x="3172935" y="3314622"/>
                  </a:lnTo>
                  <a:lnTo>
                    <a:pt x="3173060" y="3314622"/>
                  </a:lnTo>
                  <a:lnTo>
                    <a:pt x="3173310" y="3304669"/>
                  </a:lnTo>
                  <a:lnTo>
                    <a:pt x="3173435" y="3304669"/>
                  </a:lnTo>
                  <a:lnTo>
                    <a:pt x="3173560" y="3304669"/>
                  </a:lnTo>
                  <a:lnTo>
                    <a:pt x="3174061" y="3304669"/>
                  </a:lnTo>
                  <a:lnTo>
                    <a:pt x="3174186" y="3304669"/>
                  </a:lnTo>
                  <a:lnTo>
                    <a:pt x="3175186" y="3304669"/>
                  </a:lnTo>
                  <a:lnTo>
                    <a:pt x="3175311" y="3304669"/>
                  </a:lnTo>
                  <a:lnTo>
                    <a:pt x="3175686" y="3304669"/>
                  </a:lnTo>
                  <a:lnTo>
                    <a:pt x="3175936" y="3304669"/>
                  </a:lnTo>
                  <a:lnTo>
                    <a:pt x="3176686" y="3304669"/>
                  </a:lnTo>
                  <a:lnTo>
                    <a:pt x="3177062" y="3304669"/>
                  </a:lnTo>
                  <a:lnTo>
                    <a:pt x="3177312" y="3304669"/>
                  </a:lnTo>
                  <a:lnTo>
                    <a:pt x="3177437" y="3304669"/>
                  </a:lnTo>
                  <a:lnTo>
                    <a:pt x="3177562" y="3304669"/>
                  </a:lnTo>
                  <a:lnTo>
                    <a:pt x="3177812" y="3304669"/>
                  </a:lnTo>
                  <a:lnTo>
                    <a:pt x="3177937" y="3304669"/>
                  </a:lnTo>
                  <a:lnTo>
                    <a:pt x="3178062" y="3304669"/>
                  </a:lnTo>
                  <a:lnTo>
                    <a:pt x="3178312" y="3304669"/>
                  </a:lnTo>
                  <a:lnTo>
                    <a:pt x="3178437" y="3304669"/>
                  </a:lnTo>
                  <a:lnTo>
                    <a:pt x="3178562" y="3294715"/>
                  </a:lnTo>
                  <a:lnTo>
                    <a:pt x="3178687" y="3294715"/>
                  </a:lnTo>
                  <a:lnTo>
                    <a:pt x="3178812" y="3294715"/>
                  </a:lnTo>
                  <a:lnTo>
                    <a:pt x="3179062" y="3294715"/>
                  </a:lnTo>
                  <a:lnTo>
                    <a:pt x="3179812" y="3294715"/>
                  </a:lnTo>
                  <a:lnTo>
                    <a:pt x="3180063" y="3294715"/>
                  </a:lnTo>
                  <a:lnTo>
                    <a:pt x="3180188" y="3294715"/>
                  </a:lnTo>
                  <a:lnTo>
                    <a:pt x="3180813" y="3294715"/>
                  </a:lnTo>
                  <a:lnTo>
                    <a:pt x="3181063" y="3294715"/>
                  </a:lnTo>
                  <a:lnTo>
                    <a:pt x="3181188" y="3294715"/>
                  </a:lnTo>
                  <a:lnTo>
                    <a:pt x="3181563" y="3294715"/>
                  </a:lnTo>
                  <a:lnTo>
                    <a:pt x="3181938" y="3294715"/>
                  </a:lnTo>
                  <a:lnTo>
                    <a:pt x="3182063" y="3294715"/>
                  </a:lnTo>
                  <a:lnTo>
                    <a:pt x="3182188" y="3294715"/>
                  </a:lnTo>
                  <a:lnTo>
                    <a:pt x="3183314" y="3284761"/>
                  </a:lnTo>
                  <a:lnTo>
                    <a:pt x="3183689" y="3284761"/>
                  </a:lnTo>
                  <a:lnTo>
                    <a:pt x="3184064" y="3284761"/>
                  </a:lnTo>
                  <a:lnTo>
                    <a:pt x="3184189" y="3284761"/>
                  </a:lnTo>
                  <a:lnTo>
                    <a:pt x="3184439" y="3284761"/>
                  </a:lnTo>
                  <a:lnTo>
                    <a:pt x="3184564" y="3284761"/>
                  </a:lnTo>
                  <a:lnTo>
                    <a:pt x="3184814" y="3284761"/>
                  </a:lnTo>
                  <a:lnTo>
                    <a:pt x="3184939" y="3284761"/>
                  </a:lnTo>
                  <a:lnTo>
                    <a:pt x="3185815" y="3284761"/>
                  </a:lnTo>
                  <a:lnTo>
                    <a:pt x="3185940" y="3284761"/>
                  </a:lnTo>
                  <a:lnTo>
                    <a:pt x="3186065" y="3284761"/>
                  </a:lnTo>
                  <a:lnTo>
                    <a:pt x="3186315" y="3284761"/>
                  </a:lnTo>
                  <a:lnTo>
                    <a:pt x="3186440" y="3284761"/>
                  </a:lnTo>
                  <a:lnTo>
                    <a:pt x="3186690" y="3284761"/>
                  </a:lnTo>
                  <a:lnTo>
                    <a:pt x="3186815" y="3284761"/>
                  </a:lnTo>
                  <a:lnTo>
                    <a:pt x="3186940" y="3284761"/>
                  </a:lnTo>
                  <a:lnTo>
                    <a:pt x="3187190" y="3284761"/>
                  </a:lnTo>
                  <a:lnTo>
                    <a:pt x="3187315" y="3284761"/>
                  </a:lnTo>
                  <a:lnTo>
                    <a:pt x="3188941" y="3284761"/>
                  </a:lnTo>
                  <a:lnTo>
                    <a:pt x="3189066" y="3284761"/>
                  </a:lnTo>
                  <a:lnTo>
                    <a:pt x="3189191" y="3284761"/>
                  </a:lnTo>
                  <a:lnTo>
                    <a:pt x="3189316" y="3284761"/>
                  </a:lnTo>
                  <a:lnTo>
                    <a:pt x="3189441" y="3284761"/>
                  </a:lnTo>
                  <a:lnTo>
                    <a:pt x="3189566" y="3284761"/>
                  </a:lnTo>
                  <a:lnTo>
                    <a:pt x="3189691" y="3284761"/>
                  </a:lnTo>
                  <a:lnTo>
                    <a:pt x="3189816" y="3284761"/>
                  </a:lnTo>
                  <a:lnTo>
                    <a:pt x="3190066" y="3284761"/>
                  </a:lnTo>
                  <a:lnTo>
                    <a:pt x="3190316" y="3284761"/>
                  </a:lnTo>
                  <a:lnTo>
                    <a:pt x="3190566" y="3284761"/>
                  </a:lnTo>
                  <a:lnTo>
                    <a:pt x="3190691" y="3284761"/>
                  </a:lnTo>
                  <a:lnTo>
                    <a:pt x="3190816" y="3284761"/>
                  </a:lnTo>
                  <a:lnTo>
                    <a:pt x="3191316" y="3284761"/>
                  </a:lnTo>
                  <a:lnTo>
                    <a:pt x="3191441" y="3284761"/>
                  </a:lnTo>
                  <a:lnTo>
                    <a:pt x="3192067" y="3284761"/>
                  </a:lnTo>
                  <a:lnTo>
                    <a:pt x="3192192" y="3284761"/>
                  </a:lnTo>
                  <a:lnTo>
                    <a:pt x="3192317" y="3284761"/>
                  </a:lnTo>
                  <a:lnTo>
                    <a:pt x="3192692" y="3284761"/>
                  </a:lnTo>
                  <a:lnTo>
                    <a:pt x="3193692" y="3284761"/>
                  </a:lnTo>
                  <a:lnTo>
                    <a:pt x="3193942" y="3284761"/>
                  </a:lnTo>
                  <a:lnTo>
                    <a:pt x="3194067" y="3284761"/>
                  </a:lnTo>
                  <a:lnTo>
                    <a:pt x="3194192" y="3284761"/>
                  </a:lnTo>
                  <a:lnTo>
                    <a:pt x="3194317" y="3284761"/>
                  </a:lnTo>
                  <a:lnTo>
                    <a:pt x="3194442" y="3284761"/>
                  </a:lnTo>
                  <a:lnTo>
                    <a:pt x="3194818" y="3284761"/>
                  </a:lnTo>
                  <a:lnTo>
                    <a:pt x="3194943" y="3284761"/>
                  </a:lnTo>
                  <a:lnTo>
                    <a:pt x="3195693" y="3284761"/>
                  </a:lnTo>
                  <a:lnTo>
                    <a:pt x="3196068" y="3284761"/>
                  </a:lnTo>
                  <a:lnTo>
                    <a:pt x="3196193" y="3284761"/>
                  </a:lnTo>
                  <a:lnTo>
                    <a:pt x="3196443" y="3284761"/>
                  </a:lnTo>
                  <a:lnTo>
                    <a:pt x="3196568" y="3284761"/>
                  </a:lnTo>
                  <a:lnTo>
                    <a:pt x="3196943" y="3284761"/>
                  </a:lnTo>
                  <a:lnTo>
                    <a:pt x="3197068" y="3284761"/>
                  </a:lnTo>
                  <a:lnTo>
                    <a:pt x="3197819" y="3284761"/>
                  </a:lnTo>
                  <a:lnTo>
                    <a:pt x="3199444" y="3284761"/>
                  </a:lnTo>
                  <a:lnTo>
                    <a:pt x="3199569" y="3284761"/>
                  </a:lnTo>
                  <a:lnTo>
                    <a:pt x="3199819" y="3284761"/>
                  </a:lnTo>
                  <a:lnTo>
                    <a:pt x="3200444" y="3284761"/>
                  </a:lnTo>
                  <a:lnTo>
                    <a:pt x="3200694" y="3284761"/>
                  </a:lnTo>
                  <a:lnTo>
                    <a:pt x="3200945" y="3284761"/>
                  </a:lnTo>
                  <a:lnTo>
                    <a:pt x="3201195" y="3284761"/>
                  </a:lnTo>
                  <a:lnTo>
                    <a:pt x="3201320" y="3284761"/>
                  </a:lnTo>
                  <a:lnTo>
                    <a:pt x="3202320" y="3284761"/>
                  </a:lnTo>
                  <a:lnTo>
                    <a:pt x="3202570" y="3284761"/>
                  </a:lnTo>
                  <a:lnTo>
                    <a:pt x="3202695" y="3284761"/>
                  </a:lnTo>
                  <a:lnTo>
                    <a:pt x="3202820" y="3284761"/>
                  </a:lnTo>
                  <a:lnTo>
                    <a:pt x="3202945" y="3284761"/>
                  </a:lnTo>
                  <a:lnTo>
                    <a:pt x="3203070" y="3284761"/>
                  </a:lnTo>
                  <a:lnTo>
                    <a:pt x="3203195" y="3284761"/>
                  </a:lnTo>
                  <a:lnTo>
                    <a:pt x="3203445" y="3284761"/>
                  </a:lnTo>
                  <a:lnTo>
                    <a:pt x="3203821" y="3284761"/>
                  </a:lnTo>
                  <a:lnTo>
                    <a:pt x="3204196" y="3284761"/>
                  </a:lnTo>
                  <a:lnTo>
                    <a:pt x="3204446" y="3284761"/>
                  </a:lnTo>
                  <a:lnTo>
                    <a:pt x="3204821" y="3284761"/>
                  </a:lnTo>
                  <a:lnTo>
                    <a:pt x="3204946" y="3284761"/>
                  </a:lnTo>
                  <a:lnTo>
                    <a:pt x="3205571" y="3284761"/>
                  </a:lnTo>
                  <a:lnTo>
                    <a:pt x="3206071" y="3284761"/>
                  </a:lnTo>
                  <a:lnTo>
                    <a:pt x="3206196" y="3284761"/>
                  </a:lnTo>
                  <a:lnTo>
                    <a:pt x="3206947" y="3284761"/>
                  </a:lnTo>
                  <a:lnTo>
                    <a:pt x="3207072" y="3284761"/>
                  </a:lnTo>
                  <a:lnTo>
                    <a:pt x="3207322" y="3284761"/>
                  </a:lnTo>
                  <a:lnTo>
                    <a:pt x="3207447" y="3284761"/>
                  </a:lnTo>
                  <a:lnTo>
                    <a:pt x="3207572" y="3284761"/>
                  </a:lnTo>
                  <a:lnTo>
                    <a:pt x="3207822" y="3284761"/>
                  </a:lnTo>
                  <a:lnTo>
                    <a:pt x="3207947" y="3284761"/>
                  </a:lnTo>
                  <a:lnTo>
                    <a:pt x="3208197" y="3284761"/>
                  </a:lnTo>
                  <a:lnTo>
                    <a:pt x="3208322" y="3284761"/>
                  </a:lnTo>
                  <a:lnTo>
                    <a:pt x="3208947" y="3284761"/>
                  </a:lnTo>
                  <a:lnTo>
                    <a:pt x="3209197" y="3284761"/>
                  </a:lnTo>
                  <a:lnTo>
                    <a:pt x="3209322" y="3284761"/>
                  </a:lnTo>
                  <a:lnTo>
                    <a:pt x="3209447" y="3284761"/>
                  </a:lnTo>
                  <a:lnTo>
                    <a:pt x="3210073" y="3284761"/>
                  </a:lnTo>
                  <a:lnTo>
                    <a:pt x="3210448" y="3284761"/>
                  </a:lnTo>
                  <a:lnTo>
                    <a:pt x="3210698" y="3284761"/>
                  </a:lnTo>
                  <a:lnTo>
                    <a:pt x="3210948" y="3284761"/>
                  </a:lnTo>
                  <a:lnTo>
                    <a:pt x="3211073" y="3284761"/>
                  </a:lnTo>
                  <a:lnTo>
                    <a:pt x="3211198" y="3284761"/>
                  </a:lnTo>
                  <a:lnTo>
                    <a:pt x="3211323" y="3284761"/>
                  </a:lnTo>
                  <a:lnTo>
                    <a:pt x="3212323" y="3284761"/>
                  </a:lnTo>
                  <a:lnTo>
                    <a:pt x="3212448" y="3284761"/>
                  </a:lnTo>
                  <a:lnTo>
                    <a:pt x="3212573" y="3284761"/>
                  </a:lnTo>
                  <a:lnTo>
                    <a:pt x="3212698" y="3284761"/>
                  </a:lnTo>
                  <a:lnTo>
                    <a:pt x="3212824" y="3284761"/>
                  </a:lnTo>
                  <a:lnTo>
                    <a:pt x="3213199" y="3284761"/>
                  </a:lnTo>
                  <a:lnTo>
                    <a:pt x="3213699" y="3284761"/>
                  </a:lnTo>
                  <a:lnTo>
                    <a:pt x="3213949" y="3284761"/>
                  </a:lnTo>
                  <a:lnTo>
                    <a:pt x="3214074" y="3284761"/>
                  </a:lnTo>
                  <a:lnTo>
                    <a:pt x="3214324" y="3284761"/>
                  </a:lnTo>
                  <a:lnTo>
                    <a:pt x="3214574" y="3284761"/>
                  </a:lnTo>
                  <a:lnTo>
                    <a:pt x="3214824" y="3284761"/>
                  </a:lnTo>
                  <a:lnTo>
                    <a:pt x="3215199" y="3284761"/>
                  </a:lnTo>
                  <a:lnTo>
                    <a:pt x="3215950" y="3284761"/>
                  </a:lnTo>
                  <a:lnTo>
                    <a:pt x="3216075" y="3284761"/>
                  </a:lnTo>
                  <a:lnTo>
                    <a:pt x="3216825" y="3284761"/>
                  </a:lnTo>
                  <a:lnTo>
                    <a:pt x="3217075" y="3284761"/>
                  </a:lnTo>
                  <a:lnTo>
                    <a:pt x="3217200" y="3284761"/>
                  </a:lnTo>
                  <a:lnTo>
                    <a:pt x="3217325" y="3284761"/>
                  </a:lnTo>
                  <a:lnTo>
                    <a:pt x="3217450" y="3284761"/>
                  </a:lnTo>
                  <a:lnTo>
                    <a:pt x="3217700" y="3284761"/>
                  </a:lnTo>
                  <a:lnTo>
                    <a:pt x="3217825" y="3284761"/>
                  </a:lnTo>
                  <a:lnTo>
                    <a:pt x="3218575" y="3284761"/>
                  </a:lnTo>
                  <a:lnTo>
                    <a:pt x="3218826" y="3284761"/>
                  </a:lnTo>
                  <a:lnTo>
                    <a:pt x="3218951" y="3284761"/>
                  </a:lnTo>
                  <a:lnTo>
                    <a:pt x="3219451" y="3284761"/>
                  </a:lnTo>
                  <a:lnTo>
                    <a:pt x="3219576" y="3284761"/>
                  </a:lnTo>
                  <a:lnTo>
                    <a:pt x="3219701" y="3284761"/>
                  </a:lnTo>
                  <a:lnTo>
                    <a:pt x="3219826" y="3284761"/>
                  </a:lnTo>
                  <a:lnTo>
                    <a:pt x="3220076" y="3284761"/>
                  </a:lnTo>
                  <a:lnTo>
                    <a:pt x="3220201" y="3284761"/>
                  </a:lnTo>
                  <a:lnTo>
                    <a:pt x="3220326" y="3284761"/>
                  </a:lnTo>
                  <a:lnTo>
                    <a:pt x="3220576" y="3284761"/>
                  </a:lnTo>
                  <a:lnTo>
                    <a:pt x="3220701" y="3284761"/>
                  </a:lnTo>
                  <a:lnTo>
                    <a:pt x="3221201" y="3284761"/>
                  </a:lnTo>
                  <a:lnTo>
                    <a:pt x="3222077" y="3284761"/>
                  </a:lnTo>
                  <a:lnTo>
                    <a:pt x="3222577" y="3284761"/>
                  </a:lnTo>
                  <a:lnTo>
                    <a:pt x="3222702" y="3284761"/>
                  </a:lnTo>
                  <a:lnTo>
                    <a:pt x="3222827" y="3284761"/>
                  </a:lnTo>
                  <a:lnTo>
                    <a:pt x="3222952" y="3284761"/>
                  </a:lnTo>
                  <a:lnTo>
                    <a:pt x="3223077" y="3284761"/>
                  </a:lnTo>
                  <a:lnTo>
                    <a:pt x="3223327" y="3284761"/>
                  </a:lnTo>
                  <a:lnTo>
                    <a:pt x="3223702" y="3284761"/>
                  </a:lnTo>
                  <a:lnTo>
                    <a:pt x="3223827" y="3284761"/>
                  </a:lnTo>
                  <a:lnTo>
                    <a:pt x="3224202" y="3284761"/>
                  </a:lnTo>
                  <a:lnTo>
                    <a:pt x="3224327" y="3284761"/>
                  </a:lnTo>
                  <a:lnTo>
                    <a:pt x="3225328" y="3274807"/>
                  </a:lnTo>
                  <a:lnTo>
                    <a:pt x="3225578" y="3274807"/>
                  </a:lnTo>
                  <a:lnTo>
                    <a:pt x="3225703" y="3274807"/>
                  </a:lnTo>
                  <a:lnTo>
                    <a:pt x="3225953" y="3274807"/>
                  </a:lnTo>
                  <a:lnTo>
                    <a:pt x="3226203" y="3274807"/>
                  </a:lnTo>
                  <a:lnTo>
                    <a:pt x="3226453" y="3274807"/>
                  </a:lnTo>
                  <a:lnTo>
                    <a:pt x="3226578" y="3274807"/>
                  </a:lnTo>
                  <a:lnTo>
                    <a:pt x="3226703" y="3274807"/>
                  </a:lnTo>
                  <a:lnTo>
                    <a:pt x="3227328" y="3274807"/>
                  </a:lnTo>
                  <a:lnTo>
                    <a:pt x="3227704" y="3274807"/>
                  </a:lnTo>
                  <a:lnTo>
                    <a:pt x="3227954" y="3274807"/>
                  </a:lnTo>
                  <a:lnTo>
                    <a:pt x="3228204" y="3274807"/>
                  </a:lnTo>
                  <a:lnTo>
                    <a:pt x="3228454" y="3274807"/>
                  </a:lnTo>
                  <a:lnTo>
                    <a:pt x="3228704" y="3274807"/>
                  </a:lnTo>
                  <a:lnTo>
                    <a:pt x="3228829" y="3274807"/>
                  </a:lnTo>
                  <a:lnTo>
                    <a:pt x="3228954" y="3274807"/>
                  </a:lnTo>
                  <a:lnTo>
                    <a:pt x="3229579" y="3274807"/>
                  </a:lnTo>
                  <a:lnTo>
                    <a:pt x="3229704" y="3274807"/>
                  </a:lnTo>
                  <a:lnTo>
                    <a:pt x="3229829" y="3274807"/>
                  </a:lnTo>
                  <a:lnTo>
                    <a:pt x="3230579" y="3264853"/>
                  </a:lnTo>
                  <a:lnTo>
                    <a:pt x="3230705" y="3264853"/>
                  </a:lnTo>
                  <a:lnTo>
                    <a:pt x="3230955" y="3264853"/>
                  </a:lnTo>
                  <a:lnTo>
                    <a:pt x="3231080" y="3264853"/>
                  </a:lnTo>
                  <a:lnTo>
                    <a:pt x="3231705" y="3264853"/>
                  </a:lnTo>
                  <a:lnTo>
                    <a:pt x="3231955" y="3264853"/>
                  </a:lnTo>
                  <a:lnTo>
                    <a:pt x="3232080" y="3264853"/>
                  </a:lnTo>
                  <a:lnTo>
                    <a:pt x="3232205" y="3254900"/>
                  </a:lnTo>
                  <a:lnTo>
                    <a:pt x="3232330" y="3254900"/>
                  </a:lnTo>
                  <a:lnTo>
                    <a:pt x="3232455" y="3254900"/>
                  </a:lnTo>
                  <a:lnTo>
                    <a:pt x="3232830" y="3254900"/>
                  </a:lnTo>
                  <a:lnTo>
                    <a:pt x="3233205" y="3254900"/>
                  </a:lnTo>
                  <a:lnTo>
                    <a:pt x="3233580" y="3254900"/>
                  </a:lnTo>
                  <a:lnTo>
                    <a:pt x="3233956" y="3254900"/>
                  </a:lnTo>
                  <a:lnTo>
                    <a:pt x="3234081" y="3254900"/>
                  </a:lnTo>
                  <a:lnTo>
                    <a:pt x="3234206" y="3254900"/>
                  </a:lnTo>
                  <a:lnTo>
                    <a:pt x="3234456" y="3254900"/>
                  </a:lnTo>
                  <a:lnTo>
                    <a:pt x="3235456" y="3254900"/>
                  </a:lnTo>
                  <a:lnTo>
                    <a:pt x="3235581" y="3254900"/>
                  </a:lnTo>
                  <a:lnTo>
                    <a:pt x="3235706" y="3254900"/>
                  </a:lnTo>
                  <a:lnTo>
                    <a:pt x="3235831" y="3254900"/>
                  </a:lnTo>
                  <a:lnTo>
                    <a:pt x="3236081" y="3254900"/>
                  </a:lnTo>
                  <a:lnTo>
                    <a:pt x="3236206" y="3254900"/>
                  </a:lnTo>
                  <a:lnTo>
                    <a:pt x="3236331" y="3254900"/>
                  </a:lnTo>
                  <a:lnTo>
                    <a:pt x="3236707" y="3254900"/>
                  </a:lnTo>
                  <a:lnTo>
                    <a:pt x="3236832" y="3254900"/>
                  </a:lnTo>
                  <a:lnTo>
                    <a:pt x="3237207" y="3254900"/>
                  </a:lnTo>
                  <a:lnTo>
                    <a:pt x="3237332" y="3254900"/>
                  </a:lnTo>
                  <a:lnTo>
                    <a:pt x="3237707" y="3254900"/>
                  </a:lnTo>
                  <a:lnTo>
                    <a:pt x="3237832" y="3254900"/>
                  </a:lnTo>
                  <a:lnTo>
                    <a:pt x="3237957" y="3254900"/>
                  </a:lnTo>
                  <a:lnTo>
                    <a:pt x="3238082" y="3254900"/>
                  </a:lnTo>
                  <a:lnTo>
                    <a:pt x="3238832" y="3254900"/>
                  </a:lnTo>
                  <a:lnTo>
                    <a:pt x="3238957" y="3254900"/>
                  </a:lnTo>
                  <a:lnTo>
                    <a:pt x="3239207" y="3254900"/>
                  </a:lnTo>
                  <a:lnTo>
                    <a:pt x="3239708" y="3254900"/>
                  </a:lnTo>
                  <a:lnTo>
                    <a:pt x="3239833" y="3254900"/>
                  </a:lnTo>
                  <a:lnTo>
                    <a:pt x="3239958" y="3254900"/>
                  </a:lnTo>
                  <a:lnTo>
                    <a:pt x="3240458" y="3254900"/>
                  </a:lnTo>
                  <a:lnTo>
                    <a:pt x="3240833" y="3254900"/>
                  </a:lnTo>
                  <a:lnTo>
                    <a:pt x="3240958" y="3254900"/>
                  </a:lnTo>
                  <a:lnTo>
                    <a:pt x="3241083" y="3254900"/>
                  </a:lnTo>
                  <a:lnTo>
                    <a:pt x="3241333" y="3254900"/>
                  </a:lnTo>
                  <a:lnTo>
                    <a:pt x="3241458" y="3254900"/>
                  </a:lnTo>
                  <a:lnTo>
                    <a:pt x="3241583" y="3254900"/>
                  </a:lnTo>
                  <a:lnTo>
                    <a:pt x="3241708" y="3254900"/>
                  </a:lnTo>
                  <a:lnTo>
                    <a:pt x="3242083" y="3254900"/>
                  </a:lnTo>
                  <a:lnTo>
                    <a:pt x="3242333" y="3254900"/>
                  </a:lnTo>
                  <a:lnTo>
                    <a:pt x="3242458" y="3254900"/>
                  </a:lnTo>
                  <a:lnTo>
                    <a:pt x="3243584" y="3254900"/>
                  </a:lnTo>
                  <a:lnTo>
                    <a:pt x="3244084" y="3254900"/>
                  </a:lnTo>
                  <a:lnTo>
                    <a:pt x="3244959" y="3254900"/>
                  </a:lnTo>
                  <a:lnTo>
                    <a:pt x="3245209" y="3254900"/>
                  </a:lnTo>
                  <a:lnTo>
                    <a:pt x="3245334" y="3254900"/>
                  </a:lnTo>
                  <a:lnTo>
                    <a:pt x="3245584" y="3254900"/>
                  </a:lnTo>
                  <a:lnTo>
                    <a:pt x="3245710" y="3254900"/>
                  </a:lnTo>
                  <a:lnTo>
                    <a:pt x="3245835" y="3254900"/>
                  </a:lnTo>
                  <a:lnTo>
                    <a:pt x="3245960" y="3254900"/>
                  </a:lnTo>
                  <a:lnTo>
                    <a:pt x="3246085" y="3254900"/>
                  </a:lnTo>
                  <a:lnTo>
                    <a:pt x="3246210" y="3254900"/>
                  </a:lnTo>
                  <a:lnTo>
                    <a:pt x="3246335" y="3254900"/>
                  </a:lnTo>
                  <a:lnTo>
                    <a:pt x="3246460" y="3254900"/>
                  </a:lnTo>
                  <a:lnTo>
                    <a:pt x="3246585" y="3254900"/>
                  </a:lnTo>
                  <a:lnTo>
                    <a:pt x="3247085" y="3254900"/>
                  </a:lnTo>
                  <a:lnTo>
                    <a:pt x="3247210" y="3254900"/>
                  </a:lnTo>
                  <a:lnTo>
                    <a:pt x="3247585" y="3254900"/>
                  </a:lnTo>
                  <a:lnTo>
                    <a:pt x="3247835" y="3254900"/>
                  </a:lnTo>
                  <a:lnTo>
                    <a:pt x="3248085" y="3254900"/>
                  </a:lnTo>
                  <a:lnTo>
                    <a:pt x="3248585" y="3254900"/>
                  </a:lnTo>
                  <a:lnTo>
                    <a:pt x="3248711" y="3254900"/>
                  </a:lnTo>
                  <a:lnTo>
                    <a:pt x="3248836" y="3254900"/>
                  </a:lnTo>
                  <a:lnTo>
                    <a:pt x="3249086" y="3254900"/>
                  </a:lnTo>
                  <a:lnTo>
                    <a:pt x="3249461" y="3254900"/>
                  </a:lnTo>
                  <a:lnTo>
                    <a:pt x="3249586" y="3254900"/>
                  </a:lnTo>
                  <a:lnTo>
                    <a:pt x="3249711" y="3254900"/>
                  </a:lnTo>
                  <a:lnTo>
                    <a:pt x="3250461" y="3254900"/>
                  </a:lnTo>
                  <a:lnTo>
                    <a:pt x="3250586" y="3254900"/>
                  </a:lnTo>
                  <a:lnTo>
                    <a:pt x="3250711" y="3254900"/>
                  </a:lnTo>
                  <a:lnTo>
                    <a:pt x="3251086" y="3254900"/>
                  </a:lnTo>
                  <a:lnTo>
                    <a:pt x="3251712" y="3254900"/>
                  </a:lnTo>
                  <a:lnTo>
                    <a:pt x="3251962" y="3254900"/>
                  </a:lnTo>
                  <a:lnTo>
                    <a:pt x="3252087" y="3254900"/>
                  </a:lnTo>
                  <a:lnTo>
                    <a:pt x="3252462" y="3254900"/>
                  </a:lnTo>
                  <a:lnTo>
                    <a:pt x="3252712" y="3254900"/>
                  </a:lnTo>
                  <a:lnTo>
                    <a:pt x="3252837" y="3254900"/>
                  </a:lnTo>
                  <a:lnTo>
                    <a:pt x="3252962" y="3254900"/>
                  </a:lnTo>
                  <a:lnTo>
                    <a:pt x="3253212" y="3254900"/>
                  </a:lnTo>
                  <a:lnTo>
                    <a:pt x="3253337" y="3254900"/>
                  </a:lnTo>
                  <a:lnTo>
                    <a:pt x="3253462" y="3254900"/>
                  </a:lnTo>
                  <a:lnTo>
                    <a:pt x="3253712" y="3254900"/>
                  </a:lnTo>
                  <a:lnTo>
                    <a:pt x="3253837" y="3254900"/>
                  </a:lnTo>
                  <a:lnTo>
                    <a:pt x="3253962" y="3254900"/>
                  </a:lnTo>
                  <a:lnTo>
                    <a:pt x="3254212" y="3254900"/>
                  </a:lnTo>
                  <a:lnTo>
                    <a:pt x="3254462" y="3254900"/>
                  </a:lnTo>
                  <a:lnTo>
                    <a:pt x="3254587" y="3254900"/>
                  </a:lnTo>
                  <a:lnTo>
                    <a:pt x="3254963" y="3254900"/>
                  </a:lnTo>
                  <a:lnTo>
                    <a:pt x="3255088" y="3254900"/>
                  </a:lnTo>
                  <a:lnTo>
                    <a:pt x="3255338" y="3254900"/>
                  </a:lnTo>
                  <a:lnTo>
                    <a:pt x="3255463" y="3254900"/>
                  </a:lnTo>
                  <a:lnTo>
                    <a:pt x="3255838" y="3254900"/>
                  </a:lnTo>
                  <a:lnTo>
                    <a:pt x="3255963" y="3254900"/>
                  </a:lnTo>
                  <a:lnTo>
                    <a:pt x="3256213" y="3254900"/>
                  </a:lnTo>
                  <a:lnTo>
                    <a:pt x="3256338" y="3254900"/>
                  </a:lnTo>
                  <a:lnTo>
                    <a:pt x="3256588" y="3254900"/>
                  </a:lnTo>
                  <a:lnTo>
                    <a:pt x="3256713" y="3254900"/>
                  </a:lnTo>
                  <a:lnTo>
                    <a:pt x="3256838" y="3254900"/>
                  </a:lnTo>
                  <a:lnTo>
                    <a:pt x="3257088" y="3254900"/>
                  </a:lnTo>
                  <a:lnTo>
                    <a:pt x="3257338" y="3254900"/>
                  </a:lnTo>
                  <a:lnTo>
                    <a:pt x="3257588" y="3254900"/>
                  </a:lnTo>
                  <a:lnTo>
                    <a:pt x="3257964" y="3254900"/>
                  </a:lnTo>
                  <a:lnTo>
                    <a:pt x="3258089" y="3254900"/>
                  </a:lnTo>
                  <a:lnTo>
                    <a:pt x="3258339" y="3254900"/>
                  </a:lnTo>
                  <a:lnTo>
                    <a:pt x="3258464" y="3254900"/>
                  </a:lnTo>
                  <a:lnTo>
                    <a:pt x="3258589" y="3254900"/>
                  </a:lnTo>
                  <a:lnTo>
                    <a:pt x="3258714" y="3254900"/>
                  </a:lnTo>
                  <a:lnTo>
                    <a:pt x="3258839" y="3254900"/>
                  </a:lnTo>
                  <a:lnTo>
                    <a:pt x="3259339" y="3254900"/>
                  </a:lnTo>
                  <a:lnTo>
                    <a:pt x="3264091" y="3254900"/>
                  </a:lnTo>
                  <a:lnTo>
                    <a:pt x="3264341" y="3254900"/>
                  </a:lnTo>
                  <a:lnTo>
                    <a:pt x="3264841" y="3254900"/>
                  </a:lnTo>
                  <a:lnTo>
                    <a:pt x="3265216" y="3254900"/>
                  </a:lnTo>
                  <a:lnTo>
                    <a:pt x="3265341" y="3254900"/>
                  </a:lnTo>
                  <a:lnTo>
                    <a:pt x="3265466" y="3254900"/>
                  </a:lnTo>
                  <a:lnTo>
                    <a:pt x="3265591" y="3254900"/>
                  </a:lnTo>
                  <a:lnTo>
                    <a:pt x="3265966" y="3254900"/>
                  </a:lnTo>
                  <a:lnTo>
                    <a:pt x="3266466" y="3254900"/>
                  </a:lnTo>
                  <a:lnTo>
                    <a:pt x="3266592" y="3254900"/>
                  </a:lnTo>
                  <a:lnTo>
                    <a:pt x="3266717" y="3254900"/>
                  </a:lnTo>
                  <a:lnTo>
                    <a:pt x="3267342" y="3254900"/>
                  </a:lnTo>
                  <a:lnTo>
                    <a:pt x="3267967" y="3254900"/>
                  </a:lnTo>
                  <a:lnTo>
                    <a:pt x="3268092" y="3254900"/>
                  </a:lnTo>
                  <a:lnTo>
                    <a:pt x="3268467" y="3254900"/>
                  </a:lnTo>
                  <a:lnTo>
                    <a:pt x="3268592" y="3254900"/>
                  </a:lnTo>
                  <a:lnTo>
                    <a:pt x="3269092" y="3254900"/>
                  </a:lnTo>
                  <a:lnTo>
                    <a:pt x="3269217" y="3254900"/>
                  </a:lnTo>
                  <a:lnTo>
                    <a:pt x="3269342" y="3254900"/>
                  </a:lnTo>
                  <a:lnTo>
                    <a:pt x="3269467" y="3254900"/>
                  </a:lnTo>
                  <a:lnTo>
                    <a:pt x="3269843" y="3254900"/>
                  </a:lnTo>
                  <a:lnTo>
                    <a:pt x="3269968" y="3254900"/>
                  </a:lnTo>
                  <a:lnTo>
                    <a:pt x="3270218" y="3254900"/>
                  </a:lnTo>
                  <a:lnTo>
                    <a:pt x="3270343" y="3254900"/>
                  </a:lnTo>
                  <a:lnTo>
                    <a:pt x="3270843" y="3254900"/>
                  </a:lnTo>
                  <a:lnTo>
                    <a:pt x="3271468" y="3254900"/>
                  </a:lnTo>
                  <a:lnTo>
                    <a:pt x="3271593" y="3254900"/>
                  </a:lnTo>
                  <a:lnTo>
                    <a:pt x="3272343" y="3254900"/>
                  </a:lnTo>
                  <a:lnTo>
                    <a:pt x="3272969" y="3254900"/>
                  </a:lnTo>
                  <a:lnTo>
                    <a:pt x="3273344" y="3254900"/>
                  </a:lnTo>
                  <a:lnTo>
                    <a:pt x="3273844" y="3254900"/>
                  </a:lnTo>
                  <a:lnTo>
                    <a:pt x="3273969" y="3254900"/>
                  </a:lnTo>
                  <a:lnTo>
                    <a:pt x="3274469" y="3254900"/>
                  </a:lnTo>
                  <a:lnTo>
                    <a:pt x="3274594" y="3254900"/>
                  </a:lnTo>
                  <a:lnTo>
                    <a:pt x="3274844" y="3254900"/>
                  </a:lnTo>
                  <a:lnTo>
                    <a:pt x="3275595" y="3254900"/>
                  </a:lnTo>
                  <a:lnTo>
                    <a:pt x="3275845" y="3254900"/>
                  </a:lnTo>
                  <a:lnTo>
                    <a:pt x="3276220" y="3254900"/>
                  </a:lnTo>
                  <a:lnTo>
                    <a:pt x="3276845" y="3244946"/>
                  </a:lnTo>
                  <a:lnTo>
                    <a:pt x="3277220" y="3234992"/>
                  </a:lnTo>
                  <a:lnTo>
                    <a:pt x="3277345" y="3234992"/>
                  </a:lnTo>
                  <a:lnTo>
                    <a:pt x="3277470" y="3234992"/>
                  </a:lnTo>
                  <a:lnTo>
                    <a:pt x="3277720" y="3234992"/>
                  </a:lnTo>
                  <a:lnTo>
                    <a:pt x="3277845" y="3234992"/>
                  </a:lnTo>
                  <a:lnTo>
                    <a:pt x="3278095" y="3234992"/>
                  </a:lnTo>
                  <a:lnTo>
                    <a:pt x="3278220" y="3234992"/>
                  </a:lnTo>
                  <a:lnTo>
                    <a:pt x="3278721" y="3234992"/>
                  </a:lnTo>
                  <a:lnTo>
                    <a:pt x="3278846" y="3234992"/>
                  </a:lnTo>
                  <a:lnTo>
                    <a:pt x="3279096" y="3234992"/>
                  </a:lnTo>
                  <a:lnTo>
                    <a:pt x="3279221" y="3234992"/>
                  </a:lnTo>
                  <a:lnTo>
                    <a:pt x="3279346" y="3234992"/>
                  </a:lnTo>
                  <a:lnTo>
                    <a:pt x="3279596" y="3234992"/>
                  </a:lnTo>
                  <a:lnTo>
                    <a:pt x="3279721" y="3234992"/>
                  </a:lnTo>
                  <a:lnTo>
                    <a:pt x="3280096" y="3234992"/>
                  </a:lnTo>
                  <a:lnTo>
                    <a:pt x="3280221" y="3234992"/>
                  </a:lnTo>
                  <a:lnTo>
                    <a:pt x="3280346" y="3234992"/>
                  </a:lnTo>
                  <a:lnTo>
                    <a:pt x="3280596" y="3234992"/>
                  </a:lnTo>
                  <a:lnTo>
                    <a:pt x="3280971" y="3234992"/>
                  </a:lnTo>
                  <a:lnTo>
                    <a:pt x="3281096" y="3234992"/>
                  </a:lnTo>
                  <a:lnTo>
                    <a:pt x="3281221" y="3234992"/>
                  </a:lnTo>
                  <a:lnTo>
                    <a:pt x="3281346" y="3234992"/>
                  </a:lnTo>
                  <a:lnTo>
                    <a:pt x="3281471" y="3234992"/>
                  </a:lnTo>
                  <a:lnTo>
                    <a:pt x="3281847" y="3234992"/>
                  </a:lnTo>
                  <a:lnTo>
                    <a:pt x="3281972" y="3234992"/>
                  </a:lnTo>
                  <a:lnTo>
                    <a:pt x="3282347" y="3234992"/>
                  </a:lnTo>
                  <a:lnTo>
                    <a:pt x="3282472" y="3234992"/>
                  </a:lnTo>
                  <a:lnTo>
                    <a:pt x="3283347" y="3234992"/>
                  </a:lnTo>
                  <a:lnTo>
                    <a:pt x="3284097" y="3234992"/>
                  </a:lnTo>
                  <a:lnTo>
                    <a:pt x="3284598" y="3234992"/>
                  </a:lnTo>
                  <a:lnTo>
                    <a:pt x="3284973" y="3234992"/>
                  </a:lnTo>
                  <a:lnTo>
                    <a:pt x="3285348" y="3234992"/>
                  </a:lnTo>
                  <a:lnTo>
                    <a:pt x="3286223" y="3225038"/>
                  </a:lnTo>
                  <a:lnTo>
                    <a:pt x="3286598" y="3225038"/>
                  </a:lnTo>
                  <a:lnTo>
                    <a:pt x="3287223" y="3225038"/>
                  </a:lnTo>
                  <a:lnTo>
                    <a:pt x="3287348" y="3225038"/>
                  </a:lnTo>
                  <a:lnTo>
                    <a:pt x="3287473" y="3225038"/>
                  </a:lnTo>
                  <a:lnTo>
                    <a:pt x="3287599" y="3225038"/>
                  </a:lnTo>
                  <a:lnTo>
                    <a:pt x="3287724" y="3225038"/>
                  </a:lnTo>
                  <a:lnTo>
                    <a:pt x="3288349" y="3225038"/>
                  </a:lnTo>
                  <a:lnTo>
                    <a:pt x="3288599" y="3215084"/>
                  </a:lnTo>
                  <a:lnTo>
                    <a:pt x="3288724" y="3215084"/>
                  </a:lnTo>
                  <a:lnTo>
                    <a:pt x="3288849" y="3215084"/>
                  </a:lnTo>
                  <a:lnTo>
                    <a:pt x="3288974" y="3215084"/>
                  </a:lnTo>
                  <a:lnTo>
                    <a:pt x="3289099" y="3215084"/>
                  </a:lnTo>
                  <a:lnTo>
                    <a:pt x="3289349" y="3215084"/>
                  </a:lnTo>
                  <a:lnTo>
                    <a:pt x="3289599" y="3215084"/>
                  </a:lnTo>
                  <a:lnTo>
                    <a:pt x="3289849" y="3215084"/>
                  </a:lnTo>
                  <a:lnTo>
                    <a:pt x="3289974" y="3215084"/>
                  </a:lnTo>
                  <a:lnTo>
                    <a:pt x="3290349" y="3215084"/>
                  </a:lnTo>
                  <a:lnTo>
                    <a:pt x="3290474" y="3215084"/>
                  </a:lnTo>
                  <a:lnTo>
                    <a:pt x="3291600" y="3215084"/>
                  </a:lnTo>
                  <a:lnTo>
                    <a:pt x="3291850" y="3215084"/>
                  </a:lnTo>
                  <a:lnTo>
                    <a:pt x="3291975" y="3215084"/>
                  </a:lnTo>
                  <a:lnTo>
                    <a:pt x="3292100" y="3215084"/>
                  </a:lnTo>
                  <a:lnTo>
                    <a:pt x="3292350" y="3215084"/>
                  </a:lnTo>
                  <a:lnTo>
                    <a:pt x="3292475" y="3215084"/>
                  </a:lnTo>
                  <a:lnTo>
                    <a:pt x="3292725" y="3215084"/>
                  </a:lnTo>
                  <a:lnTo>
                    <a:pt x="3293100" y="3215084"/>
                  </a:lnTo>
                  <a:lnTo>
                    <a:pt x="3293475" y="3215084"/>
                  </a:lnTo>
                  <a:lnTo>
                    <a:pt x="3293601" y="3215084"/>
                  </a:lnTo>
                  <a:lnTo>
                    <a:pt x="3293851" y="3215084"/>
                  </a:lnTo>
                  <a:lnTo>
                    <a:pt x="3293976" y="3215084"/>
                  </a:lnTo>
                  <a:lnTo>
                    <a:pt x="3294101" y="3215084"/>
                  </a:lnTo>
                  <a:lnTo>
                    <a:pt x="3294351" y="3215084"/>
                  </a:lnTo>
                  <a:lnTo>
                    <a:pt x="3294726" y="3215084"/>
                  </a:lnTo>
                  <a:lnTo>
                    <a:pt x="3294851" y="3205130"/>
                  </a:lnTo>
                  <a:lnTo>
                    <a:pt x="3295351" y="3205130"/>
                  </a:lnTo>
                  <a:lnTo>
                    <a:pt x="3295726" y="3205130"/>
                  </a:lnTo>
                  <a:lnTo>
                    <a:pt x="3295851" y="3205130"/>
                  </a:lnTo>
                  <a:lnTo>
                    <a:pt x="3295976" y="3205130"/>
                  </a:lnTo>
                  <a:lnTo>
                    <a:pt x="3296101" y="3205130"/>
                  </a:lnTo>
                  <a:lnTo>
                    <a:pt x="3296226" y="3205130"/>
                  </a:lnTo>
                  <a:lnTo>
                    <a:pt x="3296476" y="3205130"/>
                  </a:lnTo>
                  <a:lnTo>
                    <a:pt x="3296727" y="3205130"/>
                  </a:lnTo>
                  <a:lnTo>
                    <a:pt x="3297727" y="3205130"/>
                  </a:lnTo>
                  <a:lnTo>
                    <a:pt x="3297852" y="3205130"/>
                  </a:lnTo>
                  <a:lnTo>
                    <a:pt x="3297977" y="3205130"/>
                  </a:lnTo>
                  <a:lnTo>
                    <a:pt x="3298102" y="3205130"/>
                  </a:lnTo>
                  <a:lnTo>
                    <a:pt x="3298227" y="3205130"/>
                  </a:lnTo>
                  <a:lnTo>
                    <a:pt x="3298352" y="3205130"/>
                  </a:lnTo>
                  <a:lnTo>
                    <a:pt x="3298727" y="3205130"/>
                  </a:lnTo>
                  <a:lnTo>
                    <a:pt x="3298852" y="3205130"/>
                  </a:lnTo>
                  <a:lnTo>
                    <a:pt x="3298977" y="3205130"/>
                  </a:lnTo>
                  <a:lnTo>
                    <a:pt x="3299102" y="3205130"/>
                  </a:lnTo>
                  <a:lnTo>
                    <a:pt x="3299352" y="3205130"/>
                  </a:lnTo>
                  <a:lnTo>
                    <a:pt x="3299603" y="3205130"/>
                  </a:lnTo>
                  <a:lnTo>
                    <a:pt x="3299728" y="3205130"/>
                  </a:lnTo>
                  <a:lnTo>
                    <a:pt x="3299853" y="3205130"/>
                  </a:lnTo>
                  <a:lnTo>
                    <a:pt x="3299978" y="3205130"/>
                  </a:lnTo>
                  <a:lnTo>
                    <a:pt x="3300103" y="3205130"/>
                  </a:lnTo>
                  <a:lnTo>
                    <a:pt x="3300228" y="3205130"/>
                  </a:lnTo>
                  <a:lnTo>
                    <a:pt x="3300978" y="3195177"/>
                  </a:lnTo>
                  <a:lnTo>
                    <a:pt x="3301103" y="3195177"/>
                  </a:lnTo>
                  <a:lnTo>
                    <a:pt x="3301353" y="3195177"/>
                  </a:lnTo>
                  <a:lnTo>
                    <a:pt x="3301478" y="3195177"/>
                  </a:lnTo>
                  <a:lnTo>
                    <a:pt x="3301603" y="3195177"/>
                  </a:lnTo>
                  <a:lnTo>
                    <a:pt x="3301853" y="3195177"/>
                  </a:lnTo>
                  <a:lnTo>
                    <a:pt x="3302103" y="3195177"/>
                  </a:lnTo>
                  <a:lnTo>
                    <a:pt x="3302228" y="3195177"/>
                  </a:lnTo>
                  <a:lnTo>
                    <a:pt x="3303354" y="3195177"/>
                  </a:lnTo>
                  <a:lnTo>
                    <a:pt x="3303854" y="3185223"/>
                  </a:lnTo>
                  <a:lnTo>
                    <a:pt x="3303979" y="3185223"/>
                  </a:lnTo>
                  <a:lnTo>
                    <a:pt x="3304979" y="3185223"/>
                  </a:lnTo>
                  <a:lnTo>
                    <a:pt x="3305480" y="3185223"/>
                  </a:lnTo>
                  <a:lnTo>
                    <a:pt x="3305605" y="3185223"/>
                  </a:lnTo>
                  <a:lnTo>
                    <a:pt x="3305855" y="3185223"/>
                  </a:lnTo>
                  <a:lnTo>
                    <a:pt x="3306105" y="3185223"/>
                  </a:lnTo>
                  <a:lnTo>
                    <a:pt x="3306480" y="3185223"/>
                  </a:lnTo>
                  <a:lnTo>
                    <a:pt x="3307105" y="3185223"/>
                  </a:lnTo>
                  <a:lnTo>
                    <a:pt x="3307480" y="3185223"/>
                  </a:lnTo>
                  <a:lnTo>
                    <a:pt x="3307605" y="3185223"/>
                  </a:lnTo>
                  <a:lnTo>
                    <a:pt x="3307855" y="3185223"/>
                  </a:lnTo>
                  <a:lnTo>
                    <a:pt x="3307980" y="3185223"/>
                  </a:lnTo>
                  <a:lnTo>
                    <a:pt x="3308105" y="3185223"/>
                  </a:lnTo>
                  <a:lnTo>
                    <a:pt x="3308230" y="3185223"/>
                  </a:lnTo>
                  <a:lnTo>
                    <a:pt x="3308481" y="3185223"/>
                  </a:lnTo>
                  <a:lnTo>
                    <a:pt x="3308606" y="3185223"/>
                  </a:lnTo>
                  <a:lnTo>
                    <a:pt x="3308981" y="3175269"/>
                  </a:lnTo>
                  <a:lnTo>
                    <a:pt x="3309231" y="3175269"/>
                  </a:lnTo>
                  <a:lnTo>
                    <a:pt x="3309356" y="3175269"/>
                  </a:lnTo>
                  <a:lnTo>
                    <a:pt x="3309606" y="3175269"/>
                  </a:lnTo>
                  <a:lnTo>
                    <a:pt x="3309856" y="3165315"/>
                  </a:lnTo>
                  <a:lnTo>
                    <a:pt x="3309981" y="3165315"/>
                  </a:lnTo>
                  <a:lnTo>
                    <a:pt x="3310106" y="3165315"/>
                  </a:lnTo>
                  <a:lnTo>
                    <a:pt x="3310481" y="3165315"/>
                  </a:lnTo>
                  <a:lnTo>
                    <a:pt x="3310606" y="3165315"/>
                  </a:lnTo>
                  <a:lnTo>
                    <a:pt x="3311106" y="3165315"/>
                  </a:lnTo>
                  <a:lnTo>
                    <a:pt x="3311356" y="3165315"/>
                  </a:lnTo>
                  <a:lnTo>
                    <a:pt x="3311482" y="3165315"/>
                  </a:lnTo>
                  <a:lnTo>
                    <a:pt x="3311857" y="3165315"/>
                  </a:lnTo>
                  <a:lnTo>
                    <a:pt x="3312357" y="3165315"/>
                  </a:lnTo>
                  <a:lnTo>
                    <a:pt x="3312482" y="3165315"/>
                  </a:lnTo>
                  <a:lnTo>
                    <a:pt x="3312732" y="3165315"/>
                  </a:lnTo>
                  <a:lnTo>
                    <a:pt x="3313232" y="3165315"/>
                  </a:lnTo>
                  <a:lnTo>
                    <a:pt x="3313482" y="3165315"/>
                  </a:lnTo>
                  <a:lnTo>
                    <a:pt x="3313607" y="3165315"/>
                  </a:lnTo>
                  <a:lnTo>
                    <a:pt x="3313732" y="3165315"/>
                  </a:lnTo>
                  <a:lnTo>
                    <a:pt x="3314483" y="3165315"/>
                  </a:lnTo>
                  <a:lnTo>
                    <a:pt x="3314608" y="3165315"/>
                  </a:lnTo>
                  <a:lnTo>
                    <a:pt x="3314733" y="3165315"/>
                  </a:lnTo>
                  <a:lnTo>
                    <a:pt x="3314858" y="3165315"/>
                  </a:lnTo>
                  <a:lnTo>
                    <a:pt x="3314983" y="3165315"/>
                  </a:lnTo>
                  <a:lnTo>
                    <a:pt x="3315108" y="3165315"/>
                  </a:lnTo>
                  <a:lnTo>
                    <a:pt x="3315608" y="3165315"/>
                  </a:lnTo>
                  <a:lnTo>
                    <a:pt x="3315858" y="3165315"/>
                  </a:lnTo>
                  <a:lnTo>
                    <a:pt x="3315983" y="3165315"/>
                  </a:lnTo>
                  <a:lnTo>
                    <a:pt x="3316108" y="3165315"/>
                  </a:lnTo>
                  <a:lnTo>
                    <a:pt x="3316233" y="3165315"/>
                  </a:lnTo>
                  <a:lnTo>
                    <a:pt x="3316733" y="3165315"/>
                  </a:lnTo>
                  <a:lnTo>
                    <a:pt x="3316858" y="3165315"/>
                  </a:lnTo>
                  <a:lnTo>
                    <a:pt x="3317358" y="3165315"/>
                  </a:lnTo>
                  <a:lnTo>
                    <a:pt x="3318234" y="3165315"/>
                  </a:lnTo>
                  <a:lnTo>
                    <a:pt x="3318359" y="3165315"/>
                  </a:lnTo>
                  <a:lnTo>
                    <a:pt x="3318609" y="3165315"/>
                  </a:lnTo>
                  <a:lnTo>
                    <a:pt x="3318984" y="3165315"/>
                  </a:lnTo>
                  <a:lnTo>
                    <a:pt x="3319359" y="3165315"/>
                  </a:lnTo>
                  <a:lnTo>
                    <a:pt x="3319734" y="3165315"/>
                  </a:lnTo>
                  <a:lnTo>
                    <a:pt x="3319859" y="3165315"/>
                  </a:lnTo>
                  <a:lnTo>
                    <a:pt x="3319984" y="3165315"/>
                  </a:lnTo>
                  <a:lnTo>
                    <a:pt x="3320109" y="3165315"/>
                  </a:lnTo>
                  <a:lnTo>
                    <a:pt x="3320234" y="3165315"/>
                  </a:lnTo>
                  <a:lnTo>
                    <a:pt x="3320359" y="3165315"/>
                  </a:lnTo>
                  <a:lnTo>
                    <a:pt x="3320610" y="3165315"/>
                  </a:lnTo>
                  <a:lnTo>
                    <a:pt x="3321110" y="3165315"/>
                  </a:lnTo>
                  <a:lnTo>
                    <a:pt x="3321610" y="3165315"/>
                  </a:lnTo>
                  <a:lnTo>
                    <a:pt x="3321735" y="3165315"/>
                  </a:lnTo>
                  <a:lnTo>
                    <a:pt x="3322610" y="3165315"/>
                  </a:lnTo>
                  <a:lnTo>
                    <a:pt x="3322735" y="3165315"/>
                  </a:lnTo>
                  <a:lnTo>
                    <a:pt x="3322985" y="3165315"/>
                  </a:lnTo>
                  <a:lnTo>
                    <a:pt x="3323360" y="3165315"/>
                  </a:lnTo>
                  <a:lnTo>
                    <a:pt x="3323736" y="3165315"/>
                  </a:lnTo>
                  <a:lnTo>
                    <a:pt x="3323861" y="3165315"/>
                  </a:lnTo>
                  <a:lnTo>
                    <a:pt x="3323986" y="3165315"/>
                  </a:lnTo>
                  <a:lnTo>
                    <a:pt x="3324111" y="3165315"/>
                  </a:lnTo>
                  <a:lnTo>
                    <a:pt x="3324736" y="3165315"/>
                  </a:lnTo>
                  <a:lnTo>
                    <a:pt x="3324861" y="3165315"/>
                  </a:lnTo>
                  <a:lnTo>
                    <a:pt x="3325486" y="3165315"/>
                  </a:lnTo>
                  <a:lnTo>
                    <a:pt x="3325611" y="3165315"/>
                  </a:lnTo>
                  <a:lnTo>
                    <a:pt x="3325986" y="3165315"/>
                  </a:lnTo>
                  <a:lnTo>
                    <a:pt x="3326111" y="3165315"/>
                  </a:lnTo>
                  <a:lnTo>
                    <a:pt x="3326612" y="3165315"/>
                  </a:lnTo>
                  <a:lnTo>
                    <a:pt x="3326862" y="3165315"/>
                  </a:lnTo>
                  <a:lnTo>
                    <a:pt x="3326987" y="3165315"/>
                  </a:lnTo>
                  <a:lnTo>
                    <a:pt x="3327362" y="3165315"/>
                  </a:lnTo>
                  <a:lnTo>
                    <a:pt x="3327487" y="3165315"/>
                  </a:lnTo>
                  <a:lnTo>
                    <a:pt x="3327612" y="3165315"/>
                  </a:lnTo>
                  <a:lnTo>
                    <a:pt x="3327737" y="3165315"/>
                  </a:lnTo>
                  <a:lnTo>
                    <a:pt x="3327987" y="3165315"/>
                  </a:lnTo>
                  <a:lnTo>
                    <a:pt x="3328737" y="3165315"/>
                  </a:lnTo>
                  <a:lnTo>
                    <a:pt x="3329237" y="3165315"/>
                  </a:lnTo>
                  <a:lnTo>
                    <a:pt x="3329738" y="3165315"/>
                  </a:lnTo>
                  <a:lnTo>
                    <a:pt x="3329863" y="3165315"/>
                  </a:lnTo>
                  <a:lnTo>
                    <a:pt x="3330488" y="3165315"/>
                  </a:lnTo>
                  <a:lnTo>
                    <a:pt x="3331113" y="3165315"/>
                  </a:lnTo>
                  <a:lnTo>
                    <a:pt x="3331238" y="3165315"/>
                  </a:lnTo>
                  <a:lnTo>
                    <a:pt x="3331363" y="3165315"/>
                  </a:lnTo>
                  <a:lnTo>
                    <a:pt x="3331488" y="3165315"/>
                  </a:lnTo>
                  <a:lnTo>
                    <a:pt x="3331613" y="3165315"/>
                  </a:lnTo>
                  <a:lnTo>
                    <a:pt x="3331738" y="3165315"/>
                  </a:lnTo>
                  <a:lnTo>
                    <a:pt x="3331863" y="3165315"/>
                  </a:lnTo>
                  <a:lnTo>
                    <a:pt x="3332989" y="3165315"/>
                  </a:lnTo>
                  <a:lnTo>
                    <a:pt x="3333114" y="3165315"/>
                  </a:lnTo>
                  <a:lnTo>
                    <a:pt x="3333239" y="3155361"/>
                  </a:lnTo>
                  <a:lnTo>
                    <a:pt x="3333739" y="3155361"/>
                  </a:lnTo>
                  <a:lnTo>
                    <a:pt x="3333864" y="3155361"/>
                  </a:lnTo>
                  <a:lnTo>
                    <a:pt x="3334114" y="3155361"/>
                  </a:lnTo>
                  <a:lnTo>
                    <a:pt x="3334239" y="3155361"/>
                  </a:lnTo>
                  <a:lnTo>
                    <a:pt x="3334364" y="3155361"/>
                  </a:lnTo>
                  <a:lnTo>
                    <a:pt x="3334489" y="3155361"/>
                  </a:lnTo>
                  <a:lnTo>
                    <a:pt x="3334614" y="3155361"/>
                  </a:lnTo>
                  <a:lnTo>
                    <a:pt x="3334739" y="3155361"/>
                  </a:lnTo>
                  <a:lnTo>
                    <a:pt x="3335239" y="3155361"/>
                  </a:lnTo>
                  <a:lnTo>
                    <a:pt x="3335490" y="3155361"/>
                  </a:lnTo>
                  <a:lnTo>
                    <a:pt x="3335615" y="3155361"/>
                  </a:lnTo>
                  <a:lnTo>
                    <a:pt x="3335740" y="3155361"/>
                  </a:lnTo>
                  <a:lnTo>
                    <a:pt x="3335990" y="3155361"/>
                  </a:lnTo>
                  <a:lnTo>
                    <a:pt x="3336115" y="3155361"/>
                  </a:lnTo>
                  <a:lnTo>
                    <a:pt x="3336240" y="3155361"/>
                  </a:lnTo>
                  <a:lnTo>
                    <a:pt x="3336490" y="3155361"/>
                  </a:lnTo>
                  <a:lnTo>
                    <a:pt x="3336865" y="3155361"/>
                  </a:lnTo>
                  <a:lnTo>
                    <a:pt x="3337115" y="3155361"/>
                  </a:lnTo>
                  <a:lnTo>
                    <a:pt x="3337365" y="3155361"/>
                  </a:lnTo>
                  <a:lnTo>
                    <a:pt x="3337490" y="3155361"/>
                  </a:lnTo>
                  <a:lnTo>
                    <a:pt x="3337615" y="3155361"/>
                  </a:lnTo>
                  <a:lnTo>
                    <a:pt x="3338115" y="3155361"/>
                  </a:lnTo>
                  <a:lnTo>
                    <a:pt x="3338491" y="3155361"/>
                  </a:lnTo>
                  <a:lnTo>
                    <a:pt x="3338616" y="3155361"/>
                  </a:lnTo>
                  <a:lnTo>
                    <a:pt x="3338991" y="3155361"/>
                  </a:lnTo>
                  <a:lnTo>
                    <a:pt x="3339741" y="3155361"/>
                  </a:lnTo>
                  <a:lnTo>
                    <a:pt x="3339866" y="3155361"/>
                  </a:lnTo>
                  <a:lnTo>
                    <a:pt x="3340116" y="3155361"/>
                  </a:lnTo>
                  <a:lnTo>
                    <a:pt x="3340491" y="3155361"/>
                  </a:lnTo>
                  <a:lnTo>
                    <a:pt x="3340991" y="3155361"/>
                  </a:lnTo>
                  <a:lnTo>
                    <a:pt x="3341492" y="3155361"/>
                  </a:lnTo>
                  <a:lnTo>
                    <a:pt x="3341617" y="3155361"/>
                  </a:lnTo>
                  <a:lnTo>
                    <a:pt x="3341867" y="3155361"/>
                  </a:lnTo>
                  <a:lnTo>
                    <a:pt x="3342742" y="3155361"/>
                  </a:lnTo>
                  <a:lnTo>
                    <a:pt x="3342867" y="3155361"/>
                  </a:lnTo>
                  <a:lnTo>
                    <a:pt x="3343117" y="3155361"/>
                  </a:lnTo>
                  <a:lnTo>
                    <a:pt x="3343242" y="3155361"/>
                  </a:lnTo>
                  <a:lnTo>
                    <a:pt x="3343492" y="3155361"/>
                  </a:lnTo>
                  <a:lnTo>
                    <a:pt x="3344368" y="3145407"/>
                  </a:lnTo>
                  <a:lnTo>
                    <a:pt x="3344493" y="3145407"/>
                  </a:lnTo>
                  <a:lnTo>
                    <a:pt x="3344743" y="3145407"/>
                  </a:lnTo>
                  <a:lnTo>
                    <a:pt x="3344868" y="3145407"/>
                  </a:lnTo>
                  <a:lnTo>
                    <a:pt x="3344993" y="3145407"/>
                  </a:lnTo>
                  <a:lnTo>
                    <a:pt x="3345118" y="3145407"/>
                  </a:lnTo>
                  <a:lnTo>
                    <a:pt x="3345368" y="3145407"/>
                  </a:lnTo>
                  <a:lnTo>
                    <a:pt x="3345868" y="3145407"/>
                  </a:lnTo>
                  <a:lnTo>
                    <a:pt x="3345993" y="3145407"/>
                  </a:lnTo>
                  <a:lnTo>
                    <a:pt x="3346493" y="3145407"/>
                  </a:lnTo>
                  <a:lnTo>
                    <a:pt x="3347619" y="3145407"/>
                  </a:lnTo>
                  <a:lnTo>
                    <a:pt x="3347744" y="3145407"/>
                  </a:lnTo>
                  <a:lnTo>
                    <a:pt x="3347994" y="3145407"/>
                  </a:lnTo>
                  <a:lnTo>
                    <a:pt x="3348119" y="3145407"/>
                  </a:lnTo>
                  <a:lnTo>
                    <a:pt x="3348369" y="3145407"/>
                  </a:lnTo>
                  <a:lnTo>
                    <a:pt x="3348744" y="3145407"/>
                  </a:lnTo>
                  <a:lnTo>
                    <a:pt x="3348869" y="3145407"/>
                  </a:lnTo>
                  <a:lnTo>
                    <a:pt x="3349494" y="3145407"/>
                  </a:lnTo>
                  <a:lnTo>
                    <a:pt x="3349619" y="3145407"/>
                  </a:lnTo>
                  <a:lnTo>
                    <a:pt x="3349744" y="3145407"/>
                  </a:lnTo>
                  <a:lnTo>
                    <a:pt x="3349994" y="3145407"/>
                  </a:lnTo>
                  <a:lnTo>
                    <a:pt x="3350244" y="3145407"/>
                  </a:lnTo>
                  <a:lnTo>
                    <a:pt x="3350370" y="3145407"/>
                  </a:lnTo>
                  <a:lnTo>
                    <a:pt x="3350495" y="3145407"/>
                  </a:lnTo>
                  <a:lnTo>
                    <a:pt x="3350745" y="3145407"/>
                  </a:lnTo>
                  <a:lnTo>
                    <a:pt x="3350870" y="3145407"/>
                  </a:lnTo>
                  <a:lnTo>
                    <a:pt x="3351245" y="3145407"/>
                  </a:lnTo>
                  <a:lnTo>
                    <a:pt x="3351370" y="3145407"/>
                  </a:lnTo>
                  <a:lnTo>
                    <a:pt x="3351495" y="3145407"/>
                  </a:lnTo>
                  <a:lnTo>
                    <a:pt x="3351745" y="3145407"/>
                  </a:lnTo>
                  <a:lnTo>
                    <a:pt x="3351870" y="3145407"/>
                  </a:lnTo>
                  <a:lnTo>
                    <a:pt x="3352120" y="3145407"/>
                  </a:lnTo>
                  <a:lnTo>
                    <a:pt x="3352495" y="3145407"/>
                  </a:lnTo>
                  <a:lnTo>
                    <a:pt x="3352620" y="3145407"/>
                  </a:lnTo>
                  <a:lnTo>
                    <a:pt x="3352745" y="3145407"/>
                  </a:lnTo>
                  <a:lnTo>
                    <a:pt x="3352995" y="3145407"/>
                  </a:lnTo>
                  <a:lnTo>
                    <a:pt x="3353245" y="3145407"/>
                  </a:lnTo>
                  <a:lnTo>
                    <a:pt x="3353371" y="3145407"/>
                  </a:lnTo>
                  <a:lnTo>
                    <a:pt x="3353496" y="3145407"/>
                  </a:lnTo>
                  <a:lnTo>
                    <a:pt x="3353871" y="3145407"/>
                  </a:lnTo>
                  <a:lnTo>
                    <a:pt x="3353996" y="3145407"/>
                  </a:lnTo>
                  <a:lnTo>
                    <a:pt x="3354121" y="3145407"/>
                  </a:lnTo>
                  <a:lnTo>
                    <a:pt x="3354371" y="3145407"/>
                  </a:lnTo>
                  <a:lnTo>
                    <a:pt x="3354746" y="3145407"/>
                  </a:lnTo>
                  <a:lnTo>
                    <a:pt x="3354871" y="3145407"/>
                  </a:lnTo>
                  <a:lnTo>
                    <a:pt x="3355246" y="3145407"/>
                  </a:lnTo>
                  <a:lnTo>
                    <a:pt x="3355371" y="3145407"/>
                  </a:lnTo>
                  <a:lnTo>
                    <a:pt x="3355621" y="3145407"/>
                  </a:lnTo>
                  <a:lnTo>
                    <a:pt x="3355746" y="3145407"/>
                  </a:lnTo>
                  <a:lnTo>
                    <a:pt x="3356121" y="3145407"/>
                  </a:lnTo>
                  <a:lnTo>
                    <a:pt x="3356246" y="3145407"/>
                  </a:lnTo>
                  <a:lnTo>
                    <a:pt x="3356622" y="3145407"/>
                  </a:lnTo>
                  <a:lnTo>
                    <a:pt x="3357497" y="3145407"/>
                  </a:lnTo>
                  <a:lnTo>
                    <a:pt x="3357622" y="3145407"/>
                  </a:lnTo>
                  <a:lnTo>
                    <a:pt x="3357747" y="3145407"/>
                  </a:lnTo>
                  <a:lnTo>
                    <a:pt x="3357997" y="3145407"/>
                  </a:lnTo>
                  <a:lnTo>
                    <a:pt x="3358122" y="3145407"/>
                  </a:lnTo>
                  <a:lnTo>
                    <a:pt x="3358247" y="3145407"/>
                  </a:lnTo>
                  <a:lnTo>
                    <a:pt x="3358372" y="3145407"/>
                  </a:lnTo>
                  <a:lnTo>
                    <a:pt x="3358497" y="3145407"/>
                  </a:lnTo>
                  <a:lnTo>
                    <a:pt x="3358997" y="3145407"/>
                  </a:lnTo>
                  <a:lnTo>
                    <a:pt x="3359122" y="3145407"/>
                  </a:lnTo>
                  <a:lnTo>
                    <a:pt x="3359373" y="3145407"/>
                  </a:lnTo>
                  <a:lnTo>
                    <a:pt x="3359498" y="3145407"/>
                  </a:lnTo>
                  <a:lnTo>
                    <a:pt x="3359623" y="3145407"/>
                  </a:lnTo>
                  <a:lnTo>
                    <a:pt x="3359873" y="3145407"/>
                  </a:lnTo>
                  <a:lnTo>
                    <a:pt x="3360248" y="3145407"/>
                  </a:lnTo>
                  <a:lnTo>
                    <a:pt x="3360373" y="3135454"/>
                  </a:lnTo>
                  <a:lnTo>
                    <a:pt x="3360623" y="3135454"/>
                  </a:lnTo>
                  <a:lnTo>
                    <a:pt x="3361248" y="3135454"/>
                  </a:lnTo>
                  <a:lnTo>
                    <a:pt x="3361623" y="3135454"/>
                  </a:lnTo>
                  <a:lnTo>
                    <a:pt x="3362123" y="3135454"/>
                  </a:lnTo>
                  <a:lnTo>
                    <a:pt x="3362248" y="3135454"/>
                  </a:lnTo>
                  <a:lnTo>
                    <a:pt x="3362749" y="3135454"/>
                  </a:lnTo>
                  <a:lnTo>
                    <a:pt x="3362874" y="3135454"/>
                  </a:lnTo>
                  <a:lnTo>
                    <a:pt x="3363374" y="3135454"/>
                  </a:lnTo>
                  <a:lnTo>
                    <a:pt x="3363749" y="3135454"/>
                  </a:lnTo>
                  <a:lnTo>
                    <a:pt x="3363999" y="3135454"/>
                  </a:lnTo>
                  <a:lnTo>
                    <a:pt x="3364124" y="3135454"/>
                  </a:lnTo>
                  <a:lnTo>
                    <a:pt x="3364249" y="3135454"/>
                  </a:lnTo>
                  <a:lnTo>
                    <a:pt x="3364374" y="3135454"/>
                  </a:lnTo>
                  <a:lnTo>
                    <a:pt x="3364499" y="3135454"/>
                  </a:lnTo>
                  <a:lnTo>
                    <a:pt x="3364624" y="3135454"/>
                  </a:lnTo>
                  <a:lnTo>
                    <a:pt x="3364874" y="3135454"/>
                  </a:lnTo>
                  <a:lnTo>
                    <a:pt x="3364999" y="3135454"/>
                  </a:lnTo>
                  <a:lnTo>
                    <a:pt x="3365124" y="3135454"/>
                  </a:lnTo>
                  <a:lnTo>
                    <a:pt x="3365249" y="3135454"/>
                  </a:lnTo>
                  <a:lnTo>
                    <a:pt x="3365500" y="3135454"/>
                  </a:lnTo>
                  <a:lnTo>
                    <a:pt x="3365625" y="3135454"/>
                  </a:lnTo>
                  <a:lnTo>
                    <a:pt x="3365750" y="3135454"/>
                  </a:lnTo>
                  <a:lnTo>
                    <a:pt x="3366000" y="3135454"/>
                  </a:lnTo>
                  <a:lnTo>
                    <a:pt x="3366125" y="3135454"/>
                  </a:lnTo>
                  <a:lnTo>
                    <a:pt x="3366375" y="3135454"/>
                  </a:lnTo>
                  <a:lnTo>
                    <a:pt x="3366750" y="3135454"/>
                  </a:lnTo>
                  <a:lnTo>
                    <a:pt x="3367000" y="3135454"/>
                  </a:lnTo>
                  <a:lnTo>
                    <a:pt x="3367125" y="3135454"/>
                  </a:lnTo>
                  <a:lnTo>
                    <a:pt x="3367250" y="3135454"/>
                  </a:lnTo>
                  <a:lnTo>
                    <a:pt x="3369626" y="3135454"/>
                  </a:lnTo>
                  <a:lnTo>
                    <a:pt x="3370126" y="3135454"/>
                  </a:lnTo>
                  <a:lnTo>
                    <a:pt x="3370251" y="3135454"/>
                  </a:lnTo>
                  <a:lnTo>
                    <a:pt x="3370376" y="3135454"/>
                  </a:lnTo>
                  <a:lnTo>
                    <a:pt x="3370501" y="3135454"/>
                  </a:lnTo>
                  <a:lnTo>
                    <a:pt x="3370626" y="3135454"/>
                  </a:lnTo>
                  <a:lnTo>
                    <a:pt x="3370751" y="3135454"/>
                  </a:lnTo>
                  <a:lnTo>
                    <a:pt x="3371502" y="3135454"/>
                  </a:lnTo>
                  <a:lnTo>
                    <a:pt x="3371627" y="3135454"/>
                  </a:lnTo>
                  <a:lnTo>
                    <a:pt x="3372002" y="3135454"/>
                  </a:lnTo>
                  <a:lnTo>
                    <a:pt x="3372127" y="3135454"/>
                  </a:lnTo>
                  <a:lnTo>
                    <a:pt x="3372377" y="3135454"/>
                  </a:lnTo>
                  <a:lnTo>
                    <a:pt x="3372502" y="3135454"/>
                  </a:lnTo>
                  <a:lnTo>
                    <a:pt x="3372627" y="3135454"/>
                  </a:lnTo>
                  <a:lnTo>
                    <a:pt x="3372752" y="3135454"/>
                  </a:lnTo>
                  <a:lnTo>
                    <a:pt x="3372877" y="3135454"/>
                  </a:lnTo>
                  <a:lnTo>
                    <a:pt x="3373002" y="3135454"/>
                  </a:lnTo>
                  <a:lnTo>
                    <a:pt x="3373252" y="3135454"/>
                  </a:lnTo>
                  <a:lnTo>
                    <a:pt x="3373627" y="3135454"/>
                  </a:lnTo>
                  <a:lnTo>
                    <a:pt x="3374127" y="3135454"/>
                  </a:lnTo>
                  <a:lnTo>
                    <a:pt x="3374628" y="3135454"/>
                  </a:lnTo>
                  <a:lnTo>
                    <a:pt x="3374878" y="3135454"/>
                  </a:lnTo>
                  <a:lnTo>
                    <a:pt x="3375128" y="3135454"/>
                  </a:lnTo>
                  <a:lnTo>
                    <a:pt x="3375253" y="3135454"/>
                  </a:lnTo>
                  <a:lnTo>
                    <a:pt x="3375378" y="3135454"/>
                  </a:lnTo>
                  <a:lnTo>
                    <a:pt x="3375753" y="3135454"/>
                  </a:lnTo>
                  <a:lnTo>
                    <a:pt x="3376128" y="3135454"/>
                  </a:lnTo>
                  <a:lnTo>
                    <a:pt x="3376628" y="3135454"/>
                  </a:lnTo>
                  <a:lnTo>
                    <a:pt x="3377128" y="3135454"/>
                  </a:lnTo>
                  <a:lnTo>
                    <a:pt x="3377379" y="3135454"/>
                  </a:lnTo>
                  <a:lnTo>
                    <a:pt x="3377629" y="3135454"/>
                  </a:lnTo>
                  <a:lnTo>
                    <a:pt x="3377879" y="3135454"/>
                  </a:lnTo>
                  <a:lnTo>
                    <a:pt x="3378004" y="3135454"/>
                  </a:lnTo>
                  <a:lnTo>
                    <a:pt x="3378129" y="3135454"/>
                  </a:lnTo>
                  <a:lnTo>
                    <a:pt x="3378254" y="3135454"/>
                  </a:lnTo>
                  <a:lnTo>
                    <a:pt x="3378629" y="3135454"/>
                  </a:lnTo>
                  <a:lnTo>
                    <a:pt x="3378754" y="3135454"/>
                  </a:lnTo>
                  <a:lnTo>
                    <a:pt x="3378879" y="3135454"/>
                  </a:lnTo>
                  <a:lnTo>
                    <a:pt x="3379004" y="3135454"/>
                  </a:lnTo>
                  <a:lnTo>
                    <a:pt x="3379129" y="3135454"/>
                  </a:lnTo>
                  <a:lnTo>
                    <a:pt x="3379504" y="3125500"/>
                  </a:lnTo>
                  <a:lnTo>
                    <a:pt x="3380129" y="3125500"/>
                  </a:lnTo>
                  <a:lnTo>
                    <a:pt x="3380255" y="3125500"/>
                  </a:lnTo>
                  <a:lnTo>
                    <a:pt x="3380505" y="3125500"/>
                  </a:lnTo>
                  <a:lnTo>
                    <a:pt x="3380630" y="3125500"/>
                  </a:lnTo>
                  <a:lnTo>
                    <a:pt x="3380880" y="3125500"/>
                  </a:lnTo>
                  <a:lnTo>
                    <a:pt x="3381130" y="3125500"/>
                  </a:lnTo>
                  <a:lnTo>
                    <a:pt x="3381255" y="3125500"/>
                  </a:lnTo>
                  <a:lnTo>
                    <a:pt x="3381380" y="3125500"/>
                  </a:lnTo>
                  <a:lnTo>
                    <a:pt x="3382005" y="3125500"/>
                  </a:lnTo>
                  <a:lnTo>
                    <a:pt x="3382255" y="3125500"/>
                  </a:lnTo>
                  <a:lnTo>
                    <a:pt x="3382505" y="3125500"/>
                  </a:lnTo>
                  <a:lnTo>
                    <a:pt x="3383631" y="3125500"/>
                  </a:lnTo>
                  <a:lnTo>
                    <a:pt x="3383756" y="3125500"/>
                  </a:lnTo>
                  <a:lnTo>
                    <a:pt x="3383881" y="3125500"/>
                  </a:lnTo>
                  <a:lnTo>
                    <a:pt x="3384006" y="3125500"/>
                  </a:lnTo>
                  <a:lnTo>
                    <a:pt x="3384131" y="3125500"/>
                  </a:lnTo>
                  <a:lnTo>
                    <a:pt x="3384256" y="3125500"/>
                  </a:lnTo>
                  <a:lnTo>
                    <a:pt x="3384381" y="3125500"/>
                  </a:lnTo>
                  <a:lnTo>
                    <a:pt x="3384506" y="3125500"/>
                  </a:lnTo>
                  <a:lnTo>
                    <a:pt x="3385131" y="3125500"/>
                  </a:lnTo>
                  <a:lnTo>
                    <a:pt x="3385381" y="3125500"/>
                  </a:lnTo>
                  <a:lnTo>
                    <a:pt x="3385506" y="3115546"/>
                  </a:lnTo>
                  <a:lnTo>
                    <a:pt x="3385881" y="3115546"/>
                  </a:lnTo>
                  <a:lnTo>
                    <a:pt x="3386257" y="3115546"/>
                  </a:lnTo>
                  <a:lnTo>
                    <a:pt x="3386382" y="3115546"/>
                  </a:lnTo>
                  <a:lnTo>
                    <a:pt x="3386507" y="3115546"/>
                  </a:lnTo>
                  <a:lnTo>
                    <a:pt x="3386757" y="3115546"/>
                  </a:lnTo>
                  <a:lnTo>
                    <a:pt x="3386882" y="3115546"/>
                  </a:lnTo>
                  <a:lnTo>
                    <a:pt x="3387007" y="3115546"/>
                  </a:lnTo>
                  <a:lnTo>
                    <a:pt x="3388007" y="3115546"/>
                  </a:lnTo>
                  <a:lnTo>
                    <a:pt x="3388507" y="3115546"/>
                  </a:lnTo>
                  <a:lnTo>
                    <a:pt x="3388757" y="3115546"/>
                  </a:lnTo>
                  <a:lnTo>
                    <a:pt x="3389132" y="3115546"/>
                  </a:lnTo>
                  <a:lnTo>
                    <a:pt x="3390008" y="3115546"/>
                  </a:lnTo>
                  <a:lnTo>
                    <a:pt x="3390133" y="3115546"/>
                  </a:lnTo>
                  <a:lnTo>
                    <a:pt x="3390383" y="3115546"/>
                  </a:lnTo>
                  <a:lnTo>
                    <a:pt x="3390633" y="3115546"/>
                  </a:lnTo>
                  <a:lnTo>
                    <a:pt x="3390883" y="3115546"/>
                  </a:lnTo>
                  <a:lnTo>
                    <a:pt x="3391133" y="3115546"/>
                  </a:lnTo>
                  <a:lnTo>
                    <a:pt x="3391258" y="3115546"/>
                  </a:lnTo>
                  <a:lnTo>
                    <a:pt x="3391758" y="3115546"/>
                  </a:lnTo>
                  <a:lnTo>
                    <a:pt x="3392008" y="3115546"/>
                  </a:lnTo>
                  <a:lnTo>
                    <a:pt x="3392384" y="3115546"/>
                  </a:lnTo>
                  <a:lnTo>
                    <a:pt x="3392509" y="3115546"/>
                  </a:lnTo>
                  <a:lnTo>
                    <a:pt x="3392634" y="3115546"/>
                  </a:lnTo>
                  <a:lnTo>
                    <a:pt x="3393009" y="3115546"/>
                  </a:lnTo>
                  <a:lnTo>
                    <a:pt x="3393259" y="3115546"/>
                  </a:lnTo>
                  <a:lnTo>
                    <a:pt x="3393384" y="3115546"/>
                  </a:lnTo>
                  <a:lnTo>
                    <a:pt x="3393634" y="3115546"/>
                  </a:lnTo>
                  <a:lnTo>
                    <a:pt x="3393759" y="3115546"/>
                  </a:lnTo>
                  <a:lnTo>
                    <a:pt x="3393884" y="3115546"/>
                  </a:lnTo>
                  <a:lnTo>
                    <a:pt x="3394384" y="3115546"/>
                  </a:lnTo>
                  <a:lnTo>
                    <a:pt x="3394634" y="3115546"/>
                  </a:lnTo>
                  <a:lnTo>
                    <a:pt x="3395510" y="3115546"/>
                  </a:lnTo>
                  <a:lnTo>
                    <a:pt x="3395760" y="3115546"/>
                  </a:lnTo>
                  <a:lnTo>
                    <a:pt x="3396010" y="3115546"/>
                  </a:lnTo>
                  <a:lnTo>
                    <a:pt x="3396135" y="3115546"/>
                  </a:lnTo>
                  <a:lnTo>
                    <a:pt x="3396385" y="3115546"/>
                  </a:lnTo>
                  <a:lnTo>
                    <a:pt x="3396510" y="3115546"/>
                  </a:lnTo>
                  <a:lnTo>
                    <a:pt x="3396760" y="3115546"/>
                  </a:lnTo>
                  <a:lnTo>
                    <a:pt x="3396885" y="3115546"/>
                  </a:lnTo>
                  <a:lnTo>
                    <a:pt x="3397135" y="3115546"/>
                  </a:lnTo>
                  <a:lnTo>
                    <a:pt x="3397260" y="3115546"/>
                  </a:lnTo>
                  <a:lnTo>
                    <a:pt x="3397635" y="3115546"/>
                  </a:lnTo>
                  <a:lnTo>
                    <a:pt x="3397885" y="3115546"/>
                  </a:lnTo>
                  <a:lnTo>
                    <a:pt x="3398010" y="3115546"/>
                  </a:lnTo>
                  <a:lnTo>
                    <a:pt x="3398261" y="3115546"/>
                  </a:lnTo>
                  <a:lnTo>
                    <a:pt x="3398636" y="3115546"/>
                  </a:lnTo>
                  <a:lnTo>
                    <a:pt x="3398761" y="3115546"/>
                  </a:lnTo>
                  <a:lnTo>
                    <a:pt x="3398886" y="3115546"/>
                  </a:lnTo>
                  <a:lnTo>
                    <a:pt x="3399011" y="3115546"/>
                  </a:lnTo>
                  <a:lnTo>
                    <a:pt x="3399136" y="3115546"/>
                  </a:lnTo>
                  <a:lnTo>
                    <a:pt x="3399636" y="3115546"/>
                  </a:lnTo>
                  <a:lnTo>
                    <a:pt x="3399761" y="3115546"/>
                  </a:lnTo>
                  <a:lnTo>
                    <a:pt x="3400261" y="3115546"/>
                  </a:lnTo>
                  <a:lnTo>
                    <a:pt x="3400386" y="3115546"/>
                  </a:lnTo>
                  <a:lnTo>
                    <a:pt x="3400511" y="3115546"/>
                  </a:lnTo>
                  <a:lnTo>
                    <a:pt x="3400636" y="3115546"/>
                  </a:lnTo>
                  <a:lnTo>
                    <a:pt x="3400761" y="3115546"/>
                  </a:lnTo>
                  <a:lnTo>
                    <a:pt x="3401262" y="3115546"/>
                  </a:lnTo>
                  <a:lnTo>
                    <a:pt x="3401512" y="3115546"/>
                  </a:lnTo>
                  <a:lnTo>
                    <a:pt x="3401762" y="3115546"/>
                  </a:lnTo>
                  <a:lnTo>
                    <a:pt x="3401887" y="3115546"/>
                  </a:lnTo>
                  <a:lnTo>
                    <a:pt x="3402262" y="3115546"/>
                  </a:lnTo>
                  <a:lnTo>
                    <a:pt x="3403012" y="3115546"/>
                  </a:lnTo>
                  <a:lnTo>
                    <a:pt x="3403262" y="3115546"/>
                  </a:lnTo>
                  <a:lnTo>
                    <a:pt x="3403637" y="3115546"/>
                  </a:lnTo>
                  <a:lnTo>
                    <a:pt x="3403762" y="3115546"/>
                  </a:lnTo>
                  <a:lnTo>
                    <a:pt x="3403887" y="3115546"/>
                  </a:lnTo>
                  <a:lnTo>
                    <a:pt x="3404263" y="3115546"/>
                  </a:lnTo>
                  <a:lnTo>
                    <a:pt x="3404388" y="3115546"/>
                  </a:lnTo>
                  <a:lnTo>
                    <a:pt x="3404513" y="3115546"/>
                  </a:lnTo>
                  <a:lnTo>
                    <a:pt x="3404638" y="3115546"/>
                  </a:lnTo>
                  <a:lnTo>
                    <a:pt x="3404763" y="3115546"/>
                  </a:lnTo>
                  <a:lnTo>
                    <a:pt x="3404888" y="3115546"/>
                  </a:lnTo>
                  <a:lnTo>
                    <a:pt x="3405388" y="3115546"/>
                  </a:lnTo>
                  <a:lnTo>
                    <a:pt x="3405513" y="3115546"/>
                  </a:lnTo>
                  <a:lnTo>
                    <a:pt x="3406888" y="3115546"/>
                  </a:lnTo>
                  <a:lnTo>
                    <a:pt x="3407013" y="3115546"/>
                  </a:lnTo>
                  <a:lnTo>
                    <a:pt x="3407264" y="3115546"/>
                  </a:lnTo>
                  <a:lnTo>
                    <a:pt x="3407514" y="3115546"/>
                  </a:lnTo>
                  <a:lnTo>
                    <a:pt x="3408139" y="3115546"/>
                  </a:lnTo>
                  <a:lnTo>
                    <a:pt x="3408264" y="3115546"/>
                  </a:lnTo>
                  <a:lnTo>
                    <a:pt x="3408514" y="3115546"/>
                  </a:lnTo>
                  <a:lnTo>
                    <a:pt x="3408764" y="3115546"/>
                  </a:lnTo>
                  <a:lnTo>
                    <a:pt x="3408889" y="3115546"/>
                  </a:lnTo>
                  <a:lnTo>
                    <a:pt x="3409139" y="3115546"/>
                  </a:lnTo>
                  <a:lnTo>
                    <a:pt x="3409514" y="3115546"/>
                  </a:lnTo>
                  <a:lnTo>
                    <a:pt x="3409639" y="3115546"/>
                  </a:lnTo>
                  <a:lnTo>
                    <a:pt x="3410139" y="3115546"/>
                  </a:lnTo>
                  <a:lnTo>
                    <a:pt x="3410265" y="3115546"/>
                  </a:lnTo>
                  <a:lnTo>
                    <a:pt x="3410390" y="3115546"/>
                  </a:lnTo>
                  <a:lnTo>
                    <a:pt x="3410640" y="3115546"/>
                  </a:lnTo>
                  <a:lnTo>
                    <a:pt x="3410890" y="3115546"/>
                  </a:lnTo>
                  <a:lnTo>
                    <a:pt x="3412015" y="3115546"/>
                  </a:lnTo>
                  <a:lnTo>
                    <a:pt x="3412390" y="3115546"/>
                  </a:lnTo>
                  <a:lnTo>
                    <a:pt x="3412515" y="3115546"/>
                  </a:lnTo>
                  <a:lnTo>
                    <a:pt x="3412765" y="3115546"/>
                  </a:lnTo>
                  <a:lnTo>
                    <a:pt x="3412890" y="3115546"/>
                  </a:lnTo>
                  <a:lnTo>
                    <a:pt x="3413140" y="3115546"/>
                  </a:lnTo>
                  <a:lnTo>
                    <a:pt x="3413266" y="3115546"/>
                  </a:lnTo>
                  <a:lnTo>
                    <a:pt x="3413641" y="3115546"/>
                  </a:lnTo>
                  <a:lnTo>
                    <a:pt x="3414016" y="3115546"/>
                  </a:lnTo>
                  <a:lnTo>
                    <a:pt x="3414141" y="3115546"/>
                  </a:lnTo>
                  <a:lnTo>
                    <a:pt x="3414391" y="3115546"/>
                  </a:lnTo>
                  <a:lnTo>
                    <a:pt x="3414516" y="3115546"/>
                  </a:lnTo>
                  <a:lnTo>
                    <a:pt x="3415141" y="3115546"/>
                  </a:lnTo>
                  <a:lnTo>
                    <a:pt x="3415516" y="3115546"/>
                  </a:lnTo>
                  <a:lnTo>
                    <a:pt x="3416142" y="3115546"/>
                  </a:lnTo>
                  <a:lnTo>
                    <a:pt x="3416267" y="3115546"/>
                  </a:lnTo>
                  <a:lnTo>
                    <a:pt x="3416392" y="3115546"/>
                  </a:lnTo>
                  <a:lnTo>
                    <a:pt x="3416892" y="3115546"/>
                  </a:lnTo>
                  <a:lnTo>
                    <a:pt x="3417017" y="3115546"/>
                  </a:lnTo>
                  <a:lnTo>
                    <a:pt x="3417142" y="3115546"/>
                  </a:lnTo>
                  <a:lnTo>
                    <a:pt x="3417517" y="3115546"/>
                  </a:lnTo>
                  <a:lnTo>
                    <a:pt x="3418017" y="3115546"/>
                  </a:lnTo>
                  <a:lnTo>
                    <a:pt x="3418267" y="3115546"/>
                  </a:lnTo>
                  <a:lnTo>
                    <a:pt x="3418642" y="3115546"/>
                  </a:lnTo>
                  <a:lnTo>
                    <a:pt x="3419017" y="3115546"/>
                  </a:lnTo>
                  <a:lnTo>
                    <a:pt x="3419143" y="3115546"/>
                  </a:lnTo>
                  <a:lnTo>
                    <a:pt x="3419268" y="3115546"/>
                  </a:lnTo>
                  <a:lnTo>
                    <a:pt x="3419393" y="3115546"/>
                  </a:lnTo>
                  <a:lnTo>
                    <a:pt x="3419893" y="3115546"/>
                  </a:lnTo>
                  <a:lnTo>
                    <a:pt x="3420143" y="3115546"/>
                  </a:lnTo>
                  <a:lnTo>
                    <a:pt x="3420518" y="3115546"/>
                  </a:lnTo>
                  <a:lnTo>
                    <a:pt x="3420643" y="3115546"/>
                  </a:lnTo>
                  <a:lnTo>
                    <a:pt x="3420768" y="3115546"/>
                  </a:lnTo>
                  <a:lnTo>
                    <a:pt x="3420893" y="3115546"/>
                  </a:lnTo>
                  <a:lnTo>
                    <a:pt x="3421018" y="3115546"/>
                  </a:lnTo>
                  <a:lnTo>
                    <a:pt x="3421143" y="3115546"/>
                  </a:lnTo>
                  <a:lnTo>
                    <a:pt x="3421518" y="3115546"/>
                  </a:lnTo>
                  <a:lnTo>
                    <a:pt x="3421768" y="3115546"/>
                  </a:lnTo>
                  <a:lnTo>
                    <a:pt x="3421893" y="3115546"/>
                  </a:lnTo>
                  <a:lnTo>
                    <a:pt x="3422018" y="3115546"/>
                  </a:lnTo>
                  <a:lnTo>
                    <a:pt x="3422269" y="3115546"/>
                  </a:lnTo>
                  <a:lnTo>
                    <a:pt x="3422769" y="3115546"/>
                  </a:lnTo>
                  <a:lnTo>
                    <a:pt x="3423144" y="3115546"/>
                  </a:lnTo>
                  <a:lnTo>
                    <a:pt x="3423519" y="3115546"/>
                  </a:lnTo>
                  <a:lnTo>
                    <a:pt x="3424144" y="3115546"/>
                  </a:lnTo>
                  <a:lnTo>
                    <a:pt x="3424644" y="3115546"/>
                  </a:lnTo>
                  <a:lnTo>
                    <a:pt x="3425270" y="3115546"/>
                  </a:lnTo>
                  <a:lnTo>
                    <a:pt x="3425395" y="3115546"/>
                  </a:lnTo>
                  <a:lnTo>
                    <a:pt x="3425520" y="3115546"/>
                  </a:lnTo>
                  <a:lnTo>
                    <a:pt x="3425770" y="3115546"/>
                  </a:lnTo>
                  <a:lnTo>
                    <a:pt x="3426020" y="3115546"/>
                  </a:lnTo>
                  <a:lnTo>
                    <a:pt x="3426145" y="3115546"/>
                  </a:lnTo>
                  <a:lnTo>
                    <a:pt x="3426270" y="3115546"/>
                  </a:lnTo>
                  <a:lnTo>
                    <a:pt x="3426395" y="3115546"/>
                  </a:lnTo>
                  <a:lnTo>
                    <a:pt x="3426645" y="3115546"/>
                  </a:lnTo>
                  <a:lnTo>
                    <a:pt x="3426770" y="3115546"/>
                  </a:lnTo>
                  <a:lnTo>
                    <a:pt x="3426895" y="3115546"/>
                  </a:lnTo>
                  <a:lnTo>
                    <a:pt x="3427145" y="3115546"/>
                  </a:lnTo>
                  <a:lnTo>
                    <a:pt x="3427520" y="3115546"/>
                  </a:lnTo>
                  <a:lnTo>
                    <a:pt x="3427645" y="3115546"/>
                  </a:lnTo>
                  <a:lnTo>
                    <a:pt x="3427895" y="3115546"/>
                  </a:lnTo>
                  <a:lnTo>
                    <a:pt x="3428146" y="3115546"/>
                  </a:lnTo>
                  <a:lnTo>
                    <a:pt x="3428396" y="3115546"/>
                  </a:lnTo>
                  <a:lnTo>
                    <a:pt x="3429521" y="3115546"/>
                  </a:lnTo>
                  <a:lnTo>
                    <a:pt x="3429771" y="3115546"/>
                  </a:lnTo>
                  <a:lnTo>
                    <a:pt x="3430146" y="3115546"/>
                  </a:lnTo>
                  <a:lnTo>
                    <a:pt x="3430521" y="3115546"/>
                  </a:lnTo>
                  <a:lnTo>
                    <a:pt x="3430646" y="3115546"/>
                  </a:lnTo>
                  <a:lnTo>
                    <a:pt x="3430896" y="3115546"/>
                  </a:lnTo>
                  <a:lnTo>
                    <a:pt x="3431021" y="3115546"/>
                  </a:lnTo>
                  <a:lnTo>
                    <a:pt x="3431147" y="3115546"/>
                  </a:lnTo>
                  <a:lnTo>
                    <a:pt x="3431522" y="3115546"/>
                  </a:lnTo>
                  <a:lnTo>
                    <a:pt x="3431897" y="3115546"/>
                  </a:lnTo>
                  <a:lnTo>
                    <a:pt x="3432147" y="3115546"/>
                  </a:lnTo>
                  <a:lnTo>
                    <a:pt x="3432647" y="3115546"/>
                  </a:lnTo>
                  <a:lnTo>
                    <a:pt x="3432772" y="3115546"/>
                  </a:lnTo>
                  <a:lnTo>
                    <a:pt x="3433147" y="3115546"/>
                  </a:lnTo>
                  <a:lnTo>
                    <a:pt x="3433272" y="3115546"/>
                  </a:lnTo>
                  <a:lnTo>
                    <a:pt x="3433522" y="3115546"/>
                  </a:lnTo>
                  <a:lnTo>
                    <a:pt x="3434648" y="3115546"/>
                  </a:lnTo>
                  <a:lnTo>
                    <a:pt x="3434773" y="3115546"/>
                  </a:lnTo>
                  <a:lnTo>
                    <a:pt x="3434898" y="3115546"/>
                  </a:lnTo>
                  <a:lnTo>
                    <a:pt x="3435023" y="3115546"/>
                  </a:lnTo>
                  <a:lnTo>
                    <a:pt x="3435148" y="3115546"/>
                  </a:lnTo>
                  <a:lnTo>
                    <a:pt x="3435273" y="3115546"/>
                  </a:lnTo>
                  <a:lnTo>
                    <a:pt x="3435523" y="3115546"/>
                  </a:lnTo>
                  <a:lnTo>
                    <a:pt x="3435648" y="3115546"/>
                  </a:lnTo>
                  <a:lnTo>
                    <a:pt x="3435898" y="3115546"/>
                  </a:lnTo>
                  <a:lnTo>
                    <a:pt x="3436023" y="3115546"/>
                  </a:lnTo>
                  <a:lnTo>
                    <a:pt x="3436398" y="3115546"/>
                  </a:lnTo>
                  <a:lnTo>
                    <a:pt x="3437149" y="3115546"/>
                  </a:lnTo>
                  <a:lnTo>
                    <a:pt x="3437899" y="3115546"/>
                  </a:lnTo>
                  <a:lnTo>
                    <a:pt x="3438024" y="3115546"/>
                  </a:lnTo>
                  <a:lnTo>
                    <a:pt x="3438149" y="3115546"/>
                  </a:lnTo>
                  <a:lnTo>
                    <a:pt x="3438524" y="3115546"/>
                  </a:lnTo>
                  <a:lnTo>
                    <a:pt x="3438774" y="3115546"/>
                  </a:lnTo>
                  <a:lnTo>
                    <a:pt x="3439649" y="3115546"/>
                  </a:lnTo>
                  <a:lnTo>
                    <a:pt x="3439774" y="3115546"/>
                  </a:lnTo>
                  <a:lnTo>
                    <a:pt x="3440275" y="3115546"/>
                  </a:lnTo>
                  <a:lnTo>
                    <a:pt x="3440400" y="3115546"/>
                  </a:lnTo>
                  <a:lnTo>
                    <a:pt x="3440650" y="3115546"/>
                  </a:lnTo>
                  <a:lnTo>
                    <a:pt x="3440775" y="3115546"/>
                  </a:lnTo>
                  <a:lnTo>
                    <a:pt x="3441025" y="3115546"/>
                  </a:lnTo>
                  <a:lnTo>
                    <a:pt x="3441150" y="3115546"/>
                  </a:lnTo>
                  <a:lnTo>
                    <a:pt x="3441275" y="3115546"/>
                  </a:lnTo>
                  <a:lnTo>
                    <a:pt x="3441900" y="3115546"/>
                  </a:lnTo>
                  <a:lnTo>
                    <a:pt x="3442400" y="3115546"/>
                  </a:lnTo>
                  <a:lnTo>
                    <a:pt x="3442525" y="3115546"/>
                  </a:lnTo>
                  <a:lnTo>
                    <a:pt x="3442900" y="3115546"/>
                  </a:lnTo>
                  <a:lnTo>
                    <a:pt x="3443151" y="3105592"/>
                  </a:lnTo>
                  <a:lnTo>
                    <a:pt x="3443276" y="3105592"/>
                  </a:lnTo>
                  <a:lnTo>
                    <a:pt x="3443776" y="3105592"/>
                  </a:lnTo>
                  <a:lnTo>
                    <a:pt x="3443901" y="3105592"/>
                  </a:lnTo>
                  <a:lnTo>
                    <a:pt x="3444151" y="3105592"/>
                  </a:lnTo>
                  <a:lnTo>
                    <a:pt x="3444401" y="3105592"/>
                  </a:lnTo>
                  <a:lnTo>
                    <a:pt x="3444651" y="3105592"/>
                  </a:lnTo>
                  <a:lnTo>
                    <a:pt x="3444776" y="3105592"/>
                  </a:lnTo>
                  <a:lnTo>
                    <a:pt x="3445026" y="3105592"/>
                  </a:lnTo>
                  <a:lnTo>
                    <a:pt x="3445151" y="3105592"/>
                  </a:lnTo>
                  <a:lnTo>
                    <a:pt x="3445401" y="3105592"/>
                  </a:lnTo>
                  <a:lnTo>
                    <a:pt x="3445526" y="3105592"/>
                  </a:lnTo>
                  <a:lnTo>
                    <a:pt x="3445651" y="3105592"/>
                  </a:lnTo>
                  <a:lnTo>
                    <a:pt x="3445776" y="3105592"/>
                  </a:lnTo>
                  <a:lnTo>
                    <a:pt x="3446277" y="3105592"/>
                  </a:lnTo>
                  <a:lnTo>
                    <a:pt x="3446902" y="3105592"/>
                  </a:lnTo>
                  <a:lnTo>
                    <a:pt x="3447027" y="3105592"/>
                  </a:lnTo>
                  <a:lnTo>
                    <a:pt x="3447152" y="3105592"/>
                  </a:lnTo>
                  <a:lnTo>
                    <a:pt x="3447277" y="3105592"/>
                  </a:lnTo>
                  <a:lnTo>
                    <a:pt x="3447402" y="3105592"/>
                  </a:lnTo>
                  <a:lnTo>
                    <a:pt x="3447527" y="3105592"/>
                  </a:lnTo>
                  <a:lnTo>
                    <a:pt x="3448027" y="3105592"/>
                  </a:lnTo>
                  <a:lnTo>
                    <a:pt x="3448652" y="3105592"/>
                  </a:lnTo>
                  <a:lnTo>
                    <a:pt x="3448777" y="3105592"/>
                  </a:lnTo>
                  <a:lnTo>
                    <a:pt x="3448902" y="3105592"/>
                  </a:lnTo>
                  <a:lnTo>
                    <a:pt x="3449027" y="3105592"/>
                  </a:lnTo>
                  <a:lnTo>
                    <a:pt x="3449278" y="3105592"/>
                  </a:lnTo>
                  <a:lnTo>
                    <a:pt x="3449403" y="3105592"/>
                  </a:lnTo>
                  <a:lnTo>
                    <a:pt x="3450903" y="3105592"/>
                  </a:lnTo>
                  <a:lnTo>
                    <a:pt x="3451153" y="3105592"/>
                  </a:lnTo>
                  <a:lnTo>
                    <a:pt x="3451278" y="3105592"/>
                  </a:lnTo>
                  <a:lnTo>
                    <a:pt x="3451403" y="3105592"/>
                  </a:lnTo>
                  <a:lnTo>
                    <a:pt x="3451778" y="3105592"/>
                  </a:lnTo>
                  <a:lnTo>
                    <a:pt x="3451903" y="3105592"/>
                  </a:lnTo>
                  <a:lnTo>
                    <a:pt x="3452279" y="3105592"/>
                  </a:lnTo>
                  <a:lnTo>
                    <a:pt x="3452404" y="3105592"/>
                  </a:lnTo>
                  <a:lnTo>
                    <a:pt x="3453029" y="3105592"/>
                  </a:lnTo>
                  <a:lnTo>
                    <a:pt x="3453529" y="3105592"/>
                  </a:lnTo>
                  <a:lnTo>
                    <a:pt x="3453654" y="3105592"/>
                  </a:lnTo>
                  <a:lnTo>
                    <a:pt x="3453779" y="3105592"/>
                  </a:lnTo>
                  <a:lnTo>
                    <a:pt x="3453904" y="3105592"/>
                  </a:lnTo>
                  <a:lnTo>
                    <a:pt x="3454029" y="3105592"/>
                  </a:lnTo>
                  <a:lnTo>
                    <a:pt x="3454154" y="3105592"/>
                  </a:lnTo>
                  <a:lnTo>
                    <a:pt x="3454279" y="3105592"/>
                  </a:lnTo>
                  <a:lnTo>
                    <a:pt x="3454404" y="3105592"/>
                  </a:lnTo>
                  <a:lnTo>
                    <a:pt x="3454904" y="3105592"/>
                  </a:lnTo>
                  <a:lnTo>
                    <a:pt x="3455155" y="3105592"/>
                  </a:lnTo>
                  <a:lnTo>
                    <a:pt x="3456280" y="3105592"/>
                  </a:lnTo>
                  <a:lnTo>
                    <a:pt x="3456530" y="3105592"/>
                  </a:lnTo>
                  <a:lnTo>
                    <a:pt x="3456905" y="3105592"/>
                  </a:lnTo>
                  <a:lnTo>
                    <a:pt x="3457155" y="3105592"/>
                  </a:lnTo>
                  <a:lnTo>
                    <a:pt x="3457280" y="3105592"/>
                  </a:lnTo>
                  <a:lnTo>
                    <a:pt x="3457530" y="3095638"/>
                  </a:lnTo>
                  <a:lnTo>
                    <a:pt x="3457655" y="3095638"/>
                  </a:lnTo>
                  <a:lnTo>
                    <a:pt x="3457780" y="3095638"/>
                  </a:lnTo>
                  <a:lnTo>
                    <a:pt x="3457905" y="3095638"/>
                  </a:lnTo>
                  <a:lnTo>
                    <a:pt x="3458406" y="3095638"/>
                  </a:lnTo>
                  <a:lnTo>
                    <a:pt x="3458531" y="3095638"/>
                  </a:lnTo>
                  <a:lnTo>
                    <a:pt x="3459781" y="3095638"/>
                  </a:lnTo>
                  <a:lnTo>
                    <a:pt x="3459906" y="3095638"/>
                  </a:lnTo>
                  <a:lnTo>
                    <a:pt x="3460281" y="3095638"/>
                  </a:lnTo>
                  <a:lnTo>
                    <a:pt x="3460281" y="3085685"/>
                  </a:lnTo>
                  <a:lnTo>
                    <a:pt x="3460406" y="3085685"/>
                  </a:lnTo>
                  <a:lnTo>
                    <a:pt x="3460531" y="3085685"/>
                  </a:lnTo>
                  <a:lnTo>
                    <a:pt x="3460656" y="3085685"/>
                  </a:lnTo>
                  <a:lnTo>
                    <a:pt x="3461157" y="3085685"/>
                  </a:lnTo>
                  <a:lnTo>
                    <a:pt x="3461782" y="3085685"/>
                  </a:lnTo>
                  <a:lnTo>
                    <a:pt x="3462532" y="3085685"/>
                  </a:lnTo>
                  <a:lnTo>
                    <a:pt x="3462782" y="3085685"/>
                  </a:lnTo>
                  <a:lnTo>
                    <a:pt x="3463157" y="3085685"/>
                  </a:lnTo>
                  <a:lnTo>
                    <a:pt x="3463407" y="3085685"/>
                  </a:lnTo>
                  <a:lnTo>
                    <a:pt x="3463657" y="3085685"/>
                  </a:lnTo>
                  <a:lnTo>
                    <a:pt x="3464283" y="3085685"/>
                  </a:lnTo>
                  <a:lnTo>
                    <a:pt x="3465158" y="3085685"/>
                  </a:lnTo>
                  <a:lnTo>
                    <a:pt x="3465658" y="3085685"/>
                  </a:lnTo>
                  <a:lnTo>
                    <a:pt x="3466158" y="3085685"/>
                  </a:lnTo>
                  <a:lnTo>
                    <a:pt x="3466283" y="3085685"/>
                  </a:lnTo>
                  <a:lnTo>
                    <a:pt x="3466408" y="3085685"/>
                  </a:lnTo>
                  <a:lnTo>
                    <a:pt x="3466658" y="3085685"/>
                  </a:lnTo>
                  <a:lnTo>
                    <a:pt x="3466783" y="3085685"/>
                  </a:lnTo>
                  <a:lnTo>
                    <a:pt x="3467034" y="3085685"/>
                  </a:lnTo>
                  <a:lnTo>
                    <a:pt x="3467409" y="3085685"/>
                  </a:lnTo>
                  <a:lnTo>
                    <a:pt x="3467534" y="3085685"/>
                  </a:lnTo>
                  <a:lnTo>
                    <a:pt x="3468284" y="3085685"/>
                  </a:lnTo>
                  <a:lnTo>
                    <a:pt x="3468409" y="3085685"/>
                  </a:lnTo>
                  <a:lnTo>
                    <a:pt x="3468534" y="3085685"/>
                  </a:lnTo>
                  <a:lnTo>
                    <a:pt x="3468909" y="3085685"/>
                  </a:lnTo>
                  <a:lnTo>
                    <a:pt x="3469034" y="3085685"/>
                  </a:lnTo>
                  <a:lnTo>
                    <a:pt x="3469159" y="3085685"/>
                  </a:lnTo>
                  <a:lnTo>
                    <a:pt x="3469284" y="3085685"/>
                  </a:lnTo>
                  <a:lnTo>
                    <a:pt x="3470660" y="3075731"/>
                  </a:lnTo>
                  <a:lnTo>
                    <a:pt x="3471035" y="3075731"/>
                  </a:lnTo>
                  <a:lnTo>
                    <a:pt x="3471160" y="3075731"/>
                  </a:lnTo>
                  <a:lnTo>
                    <a:pt x="3471285" y="3075731"/>
                  </a:lnTo>
                  <a:lnTo>
                    <a:pt x="3471535" y="3075731"/>
                  </a:lnTo>
                  <a:lnTo>
                    <a:pt x="3471785" y="3075731"/>
                  </a:lnTo>
                  <a:lnTo>
                    <a:pt x="3471910" y="3075731"/>
                  </a:lnTo>
                  <a:lnTo>
                    <a:pt x="3472660" y="3075731"/>
                  </a:lnTo>
                  <a:lnTo>
                    <a:pt x="3473536" y="3075731"/>
                  </a:lnTo>
                  <a:lnTo>
                    <a:pt x="3473786" y="3075731"/>
                  </a:lnTo>
                  <a:lnTo>
                    <a:pt x="3473911" y="3075731"/>
                  </a:lnTo>
                  <a:lnTo>
                    <a:pt x="3474036" y="3065777"/>
                  </a:lnTo>
                  <a:lnTo>
                    <a:pt x="3474536" y="3065777"/>
                  </a:lnTo>
                  <a:lnTo>
                    <a:pt x="3474661" y="3065777"/>
                  </a:lnTo>
                  <a:lnTo>
                    <a:pt x="3474786" y="3065777"/>
                  </a:lnTo>
                  <a:lnTo>
                    <a:pt x="3474911" y="3065777"/>
                  </a:lnTo>
                  <a:lnTo>
                    <a:pt x="3475036" y="3065777"/>
                  </a:lnTo>
                  <a:lnTo>
                    <a:pt x="3475161" y="3065777"/>
                  </a:lnTo>
                  <a:lnTo>
                    <a:pt x="3475536" y="3065777"/>
                  </a:lnTo>
                  <a:lnTo>
                    <a:pt x="3475786" y="3065777"/>
                  </a:lnTo>
                  <a:lnTo>
                    <a:pt x="3475911" y="3065777"/>
                  </a:lnTo>
                  <a:lnTo>
                    <a:pt x="3476037" y="3065777"/>
                  </a:lnTo>
                  <a:lnTo>
                    <a:pt x="3476287" y="3065777"/>
                  </a:lnTo>
                  <a:lnTo>
                    <a:pt x="3476412" y="3065777"/>
                  </a:lnTo>
                  <a:lnTo>
                    <a:pt x="3476787" y="3065777"/>
                  </a:lnTo>
                  <a:lnTo>
                    <a:pt x="3477037" y="3065777"/>
                  </a:lnTo>
                  <a:lnTo>
                    <a:pt x="3477412" y="3065777"/>
                  </a:lnTo>
                  <a:lnTo>
                    <a:pt x="3477537" y="3065777"/>
                  </a:lnTo>
                  <a:lnTo>
                    <a:pt x="3477912" y="3065777"/>
                  </a:lnTo>
                  <a:lnTo>
                    <a:pt x="3478037" y="3065777"/>
                  </a:lnTo>
                  <a:lnTo>
                    <a:pt x="3478162" y="3065777"/>
                  </a:lnTo>
                  <a:lnTo>
                    <a:pt x="3478537" y="3065777"/>
                  </a:lnTo>
                  <a:lnTo>
                    <a:pt x="3478662" y="3065777"/>
                  </a:lnTo>
                  <a:lnTo>
                    <a:pt x="3478787" y="3065777"/>
                  </a:lnTo>
                  <a:lnTo>
                    <a:pt x="3479663" y="3065777"/>
                  </a:lnTo>
                  <a:lnTo>
                    <a:pt x="3480288" y="3065777"/>
                  </a:lnTo>
                  <a:lnTo>
                    <a:pt x="3480413" y="3065777"/>
                  </a:lnTo>
                  <a:lnTo>
                    <a:pt x="3480663" y="3065777"/>
                  </a:lnTo>
                  <a:lnTo>
                    <a:pt x="3481163" y="3065777"/>
                  </a:lnTo>
                  <a:lnTo>
                    <a:pt x="3481538" y="3065777"/>
                  </a:lnTo>
                  <a:lnTo>
                    <a:pt x="3482164" y="3065777"/>
                  </a:lnTo>
                  <a:lnTo>
                    <a:pt x="3482289" y="3065777"/>
                  </a:lnTo>
                  <a:lnTo>
                    <a:pt x="3482414" y="3065777"/>
                  </a:lnTo>
                  <a:lnTo>
                    <a:pt x="3482664" y="3065777"/>
                  </a:lnTo>
                  <a:lnTo>
                    <a:pt x="3483039" y="3065777"/>
                  </a:lnTo>
                  <a:lnTo>
                    <a:pt x="3483164" y="3065777"/>
                  </a:lnTo>
                  <a:lnTo>
                    <a:pt x="3483414" y="3065777"/>
                  </a:lnTo>
                  <a:lnTo>
                    <a:pt x="3483539" y="3065777"/>
                  </a:lnTo>
                  <a:lnTo>
                    <a:pt x="3484039" y="3065777"/>
                  </a:lnTo>
                  <a:lnTo>
                    <a:pt x="3484789" y="3065777"/>
                  </a:lnTo>
                  <a:lnTo>
                    <a:pt x="3484914" y="3065777"/>
                  </a:lnTo>
                  <a:lnTo>
                    <a:pt x="3485165" y="3065777"/>
                  </a:lnTo>
                  <a:lnTo>
                    <a:pt x="3485415" y="3065777"/>
                  </a:lnTo>
                  <a:lnTo>
                    <a:pt x="3485790" y="3065777"/>
                  </a:lnTo>
                  <a:lnTo>
                    <a:pt x="3486040" y="3065777"/>
                  </a:lnTo>
                  <a:lnTo>
                    <a:pt x="3486165" y="3065777"/>
                  </a:lnTo>
                  <a:lnTo>
                    <a:pt x="3486790" y="3065777"/>
                  </a:lnTo>
                  <a:lnTo>
                    <a:pt x="3487290" y="3065777"/>
                  </a:lnTo>
                  <a:lnTo>
                    <a:pt x="3487540" y="3065777"/>
                  </a:lnTo>
                  <a:lnTo>
                    <a:pt x="3487915" y="3065777"/>
                  </a:lnTo>
                  <a:lnTo>
                    <a:pt x="3488541" y="3065777"/>
                  </a:lnTo>
                  <a:lnTo>
                    <a:pt x="3488916" y="3065777"/>
                  </a:lnTo>
                  <a:lnTo>
                    <a:pt x="3489291" y="3065777"/>
                  </a:lnTo>
                  <a:lnTo>
                    <a:pt x="3489416" y="3065777"/>
                  </a:lnTo>
                  <a:lnTo>
                    <a:pt x="3489541" y="3065777"/>
                  </a:lnTo>
                  <a:lnTo>
                    <a:pt x="3489666" y="3065777"/>
                  </a:lnTo>
                  <a:lnTo>
                    <a:pt x="3490791" y="3065777"/>
                  </a:lnTo>
                  <a:lnTo>
                    <a:pt x="3491167" y="3065777"/>
                  </a:lnTo>
                  <a:lnTo>
                    <a:pt x="3491542" y="3065777"/>
                  </a:lnTo>
                  <a:lnTo>
                    <a:pt x="3491917" y="3065777"/>
                  </a:lnTo>
                  <a:lnTo>
                    <a:pt x="3492542" y="3065777"/>
                  </a:lnTo>
                  <a:lnTo>
                    <a:pt x="3492667" y="3065777"/>
                  </a:lnTo>
                  <a:lnTo>
                    <a:pt x="3492917" y="3065777"/>
                  </a:lnTo>
                  <a:lnTo>
                    <a:pt x="3493042" y="3065777"/>
                  </a:lnTo>
                  <a:lnTo>
                    <a:pt x="3493167" y="3065777"/>
                  </a:lnTo>
                  <a:lnTo>
                    <a:pt x="3493417" y="3065777"/>
                  </a:lnTo>
                  <a:lnTo>
                    <a:pt x="3493542" y="3065777"/>
                  </a:lnTo>
                  <a:lnTo>
                    <a:pt x="3493667" y="3065777"/>
                  </a:lnTo>
                  <a:lnTo>
                    <a:pt x="3493792" y="3065777"/>
                  </a:lnTo>
                  <a:lnTo>
                    <a:pt x="3494168" y="3065777"/>
                  </a:lnTo>
                  <a:lnTo>
                    <a:pt x="3494293" y="3065777"/>
                  </a:lnTo>
                  <a:lnTo>
                    <a:pt x="3494668" y="3055823"/>
                  </a:lnTo>
                  <a:lnTo>
                    <a:pt x="3495293" y="3055823"/>
                  </a:lnTo>
                  <a:lnTo>
                    <a:pt x="3495793" y="3055823"/>
                  </a:lnTo>
                  <a:lnTo>
                    <a:pt x="3496043" y="3055823"/>
                  </a:lnTo>
                  <a:lnTo>
                    <a:pt x="3496168" y="3055823"/>
                  </a:lnTo>
                  <a:lnTo>
                    <a:pt x="3496418" y="3055823"/>
                  </a:lnTo>
                  <a:lnTo>
                    <a:pt x="3496543" y="3055823"/>
                  </a:lnTo>
                  <a:lnTo>
                    <a:pt x="3496668" y="3055823"/>
                  </a:lnTo>
                  <a:lnTo>
                    <a:pt x="3496793" y="3055823"/>
                  </a:lnTo>
                  <a:lnTo>
                    <a:pt x="3497044" y="3055823"/>
                  </a:lnTo>
                  <a:lnTo>
                    <a:pt x="3497294" y="3055823"/>
                  </a:lnTo>
                  <a:lnTo>
                    <a:pt x="3497419" y="3055823"/>
                  </a:lnTo>
                  <a:lnTo>
                    <a:pt x="3497669" y="3055823"/>
                  </a:lnTo>
                  <a:lnTo>
                    <a:pt x="3497794" y="3055823"/>
                  </a:lnTo>
                  <a:lnTo>
                    <a:pt x="3497919" y="3055823"/>
                  </a:lnTo>
                  <a:lnTo>
                    <a:pt x="3498044" y="3055823"/>
                  </a:lnTo>
                  <a:lnTo>
                    <a:pt x="3498169" y="3055823"/>
                  </a:lnTo>
                  <a:lnTo>
                    <a:pt x="3498294" y="3055823"/>
                  </a:lnTo>
                  <a:lnTo>
                    <a:pt x="3498794" y="3045869"/>
                  </a:lnTo>
                  <a:lnTo>
                    <a:pt x="3498919" y="3045869"/>
                  </a:lnTo>
                  <a:lnTo>
                    <a:pt x="3499044" y="3045869"/>
                  </a:lnTo>
                  <a:lnTo>
                    <a:pt x="3499169" y="3045869"/>
                  </a:lnTo>
                  <a:lnTo>
                    <a:pt x="3499419" y="3045869"/>
                  </a:lnTo>
                  <a:lnTo>
                    <a:pt x="3499920" y="3045869"/>
                  </a:lnTo>
                  <a:lnTo>
                    <a:pt x="3500170" y="3045869"/>
                  </a:lnTo>
                  <a:lnTo>
                    <a:pt x="3500295" y="3045869"/>
                  </a:lnTo>
                  <a:lnTo>
                    <a:pt x="3501045" y="3045869"/>
                  </a:lnTo>
                  <a:lnTo>
                    <a:pt x="3501170" y="3045869"/>
                  </a:lnTo>
                  <a:lnTo>
                    <a:pt x="3501420" y="3045869"/>
                  </a:lnTo>
                  <a:lnTo>
                    <a:pt x="3501545" y="3045869"/>
                  </a:lnTo>
                  <a:lnTo>
                    <a:pt x="3502420" y="3045869"/>
                  </a:lnTo>
                  <a:lnTo>
                    <a:pt x="3502670" y="3045869"/>
                  </a:lnTo>
                  <a:lnTo>
                    <a:pt x="3503546" y="3045869"/>
                  </a:lnTo>
                  <a:lnTo>
                    <a:pt x="3503671" y="3045869"/>
                  </a:lnTo>
                  <a:lnTo>
                    <a:pt x="3503796" y="3045869"/>
                  </a:lnTo>
                  <a:lnTo>
                    <a:pt x="3504796" y="3035915"/>
                  </a:lnTo>
                  <a:lnTo>
                    <a:pt x="3505046" y="3035915"/>
                  </a:lnTo>
                  <a:lnTo>
                    <a:pt x="3505171" y="3035915"/>
                  </a:lnTo>
                  <a:lnTo>
                    <a:pt x="3506297" y="3035915"/>
                  </a:lnTo>
                  <a:lnTo>
                    <a:pt x="3506422" y="3035915"/>
                  </a:lnTo>
                  <a:lnTo>
                    <a:pt x="3506547" y="3035915"/>
                  </a:lnTo>
                  <a:lnTo>
                    <a:pt x="3506797" y="3035915"/>
                  </a:lnTo>
                  <a:lnTo>
                    <a:pt x="3507922" y="3035915"/>
                  </a:lnTo>
                  <a:lnTo>
                    <a:pt x="3508047" y="3035915"/>
                  </a:lnTo>
                  <a:lnTo>
                    <a:pt x="3508422" y="3035915"/>
                  </a:lnTo>
                  <a:lnTo>
                    <a:pt x="3509298" y="3035915"/>
                  </a:lnTo>
                  <a:lnTo>
                    <a:pt x="3509423" y="3035915"/>
                  </a:lnTo>
                  <a:lnTo>
                    <a:pt x="3509548" y="3035915"/>
                  </a:lnTo>
                  <a:lnTo>
                    <a:pt x="3509798" y="3035915"/>
                  </a:lnTo>
                  <a:lnTo>
                    <a:pt x="3509923" y="3035915"/>
                  </a:lnTo>
                  <a:lnTo>
                    <a:pt x="3510173" y="3035915"/>
                  </a:lnTo>
                  <a:lnTo>
                    <a:pt x="3510673" y="3035915"/>
                  </a:lnTo>
                  <a:lnTo>
                    <a:pt x="3510673" y="3025962"/>
                  </a:lnTo>
                  <a:lnTo>
                    <a:pt x="3510798" y="3025962"/>
                  </a:lnTo>
                  <a:lnTo>
                    <a:pt x="3511298" y="3025962"/>
                  </a:lnTo>
                  <a:lnTo>
                    <a:pt x="3511423" y="3025962"/>
                  </a:lnTo>
                  <a:lnTo>
                    <a:pt x="3511798" y="3025962"/>
                  </a:lnTo>
                  <a:lnTo>
                    <a:pt x="3511924" y="3025962"/>
                  </a:lnTo>
                  <a:lnTo>
                    <a:pt x="3512049" y="3025962"/>
                  </a:lnTo>
                  <a:lnTo>
                    <a:pt x="3512174" y="3025962"/>
                  </a:lnTo>
                  <a:lnTo>
                    <a:pt x="3512799" y="3025962"/>
                  </a:lnTo>
                  <a:lnTo>
                    <a:pt x="3512924" y="3025962"/>
                  </a:lnTo>
                  <a:lnTo>
                    <a:pt x="3513299" y="3025962"/>
                  </a:lnTo>
                  <a:lnTo>
                    <a:pt x="3513549" y="3025962"/>
                  </a:lnTo>
                  <a:lnTo>
                    <a:pt x="3513799" y="3025962"/>
                  </a:lnTo>
                  <a:lnTo>
                    <a:pt x="3513924" y="3025962"/>
                  </a:lnTo>
                  <a:lnTo>
                    <a:pt x="3514049" y="3025962"/>
                  </a:lnTo>
                  <a:lnTo>
                    <a:pt x="3514299" y="3025962"/>
                  </a:lnTo>
                  <a:lnTo>
                    <a:pt x="3514549" y="3025962"/>
                  </a:lnTo>
                  <a:lnTo>
                    <a:pt x="3514674" y="3025962"/>
                  </a:lnTo>
                  <a:lnTo>
                    <a:pt x="3514799" y="3025962"/>
                  </a:lnTo>
                  <a:lnTo>
                    <a:pt x="3515175" y="3025962"/>
                  </a:lnTo>
                  <a:lnTo>
                    <a:pt x="3515300" y="3016008"/>
                  </a:lnTo>
                  <a:lnTo>
                    <a:pt x="3515675" y="3016008"/>
                  </a:lnTo>
                  <a:lnTo>
                    <a:pt x="3515800" y="3016008"/>
                  </a:lnTo>
                  <a:lnTo>
                    <a:pt x="3516050" y="3016008"/>
                  </a:lnTo>
                  <a:lnTo>
                    <a:pt x="3516425" y="3016008"/>
                  </a:lnTo>
                  <a:lnTo>
                    <a:pt x="3516550" y="3016008"/>
                  </a:lnTo>
                  <a:lnTo>
                    <a:pt x="3516800" y="3016008"/>
                  </a:lnTo>
                  <a:lnTo>
                    <a:pt x="3517050" y="3016008"/>
                  </a:lnTo>
                  <a:lnTo>
                    <a:pt x="3517300" y="3016008"/>
                  </a:lnTo>
                  <a:lnTo>
                    <a:pt x="3517425" y="3016008"/>
                  </a:lnTo>
                  <a:lnTo>
                    <a:pt x="3517550" y="3016008"/>
                  </a:lnTo>
                  <a:lnTo>
                    <a:pt x="3518051" y="3016008"/>
                  </a:lnTo>
                  <a:lnTo>
                    <a:pt x="3518176" y="3006054"/>
                  </a:lnTo>
                  <a:lnTo>
                    <a:pt x="3518551" y="3006054"/>
                  </a:lnTo>
                  <a:lnTo>
                    <a:pt x="3519051" y="3006054"/>
                  </a:lnTo>
                  <a:lnTo>
                    <a:pt x="3519176" y="3006054"/>
                  </a:lnTo>
                  <a:lnTo>
                    <a:pt x="3519426" y="3006054"/>
                  </a:lnTo>
                  <a:lnTo>
                    <a:pt x="3519551" y="3006054"/>
                  </a:lnTo>
                  <a:lnTo>
                    <a:pt x="3519801" y="3006054"/>
                  </a:lnTo>
                  <a:lnTo>
                    <a:pt x="3519926" y="3006054"/>
                  </a:lnTo>
                  <a:lnTo>
                    <a:pt x="3520176" y="3006054"/>
                  </a:lnTo>
                  <a:lnTo>
                    <a:pt x="3520301" y="3006054"/>
                  </a:lnTo>
                  <a:lnTo>
                    <a:pt x="3520801" y="3006054"/>
                  </a:lnTo>
                  <a:lnTo>
                    <a:pt x="3521052" y="3006054"/>
                  </a:lnTo>
                  <a:lnTo>
                    <a:pt x="3521302" y="3006054"/>
                  </a:lnTo>
                  <a:lnTo>
                    <a:pt x="3521552" y="3006054"/>
                  </a:lnTo>
                  <a:lnTo>
                    <a:pt x="3521552" y="2996100"/>
                  </a:lnTo>
                  <a:lnTo>
                    <a:pt x="3521802" y="2996100"/>
                  </a:lnTo>
                  <a:lnTo>
                    <a:pt x="3521927" y="2996100"/>
                  </a:lnTo>
                  <a:lnTo>
                    <a:pt x="3522052" y="2996100"/>
                  </a:lnTo>
                  <a:lnTo>
                    <a:pt x="3522302" y="2996100"/>
                  </a:lnTo>
                  <a:lnTo>
                    <a:pt x="3522552" y="2996100"/>
                  </a:lnTo>
                  <a:lnTo>
                    <a:pt x="3522927" y="2996100"/>
                  </a:lnTo>
                  <a:lnTo>
                    <a:pt x="3523052" y="2996100"/>
                  </a:lnTo>
                  <a:lnTo>
                    <a:pt x="3523177" y="2996100"/>
                  </a:lnTo>
                  <a:lnTo>
                    <a:pt x="3523427" y="2996100"/>
                  </a:lnTo>
                  <a:lnTo>
                    <a:pt x="3523552" y="2996100"/>
                  </a:lnTo>
                  <a:lnTo>
                    <a:pt x="3523677" y="2996100"/>
                  </a:lnTo>
                  <a:lnTo>
                    <a:pt x="3530305" y="2986146"/>
                  </a:lnTo>
                  <a:lnTo>
                    <a:pt x="3530555" y="2986146"/>
                  </a:lnTo>
                  <a:lnTo>
                    <a:pt x="3530680" y="2986146"/>
                  </a:lnTo>
                  <a:lnTo>
                    <a:pt x="3530930" y="2986146"/>
                  </a:lnTo>
                  <a:lnTo>
                    <a:pt x="3531180" y="2986146"/>
                  </a:lnTo>
                  <a:lnTo>
                    <a:pt x="3531430" y="2986146"/>
                  </a:lnTo>
                  <a:lnTo>
                    <a:pt x="3531555" y="2986146"/>
                  </a:lnTo>
                  <a:lnTo>
                    <a:pt x="3531930" y="2986146"/>
                  </a:lnTo>
                  <a:lnTo>
                    <a:pt x="3532055" y="2986146"/>
                  </a:lnTo>
                  <a:lnTo>
                    <a:pt x="3532180" y="2986146"/>
                  </a:lnTo>
                  <a:lnTo>
                    <a:pt x="3532430" y="2986146"/>
                  </a:lnTo>
                  <a:lnTo>
                    <a:pt x="3532931" y="2986146"/>
                  </a:lnTo>
                  <a:lnTo>
                    <a:pt x="3533181" y="2986146"/>
                  </a:lnTo>
                  <a:lnTo>
                    <a:pt x="3533681" y="2986146"/>
                  </a:lnTo>
                  <a:lnTo>
                    <a:pt x="3533806" y="2986146"/>
                  </a:lnTo>
                  <a:lnTo>
                    <a:pt x="3534056" y="2986146"/>
                  </a:lnTo>
                  <a:lnTo>
                    <a:pt x="3534181" y="2986146"/>
                  </a:lnTo>
                  <a:lnTo>
                    <a:pt x="3534306" y="2986146"/>
                  </a:lnTo>
                  <a:lnTo>
                    <a:pt x="3534681" y="2986146"/>
                  </a:lnTo>
                  <a:lnTo>
                    <a:pt x="3534806" y="2986146"/>
                  </a:lnTo>
                  <a:lnTo>
                    <a:pt x="3535056" y="2986146"/>
                  </a:lnTo>
                  <a:lnTo>
                    <a:pt x="3535181" y="2986146"/>
                  </a:lnTo>
                  <a:lnTo>
                    <a:pt x="3535556" y="2986146"/>
                  </a:lnTo>
                  <a:lnTo>
                    <a:pt x="3535932" y="2986146"/>
                  </a:lnTo>
                  <a:lnTo>
                    <a:pt x="3536057" y="2986146"/>
                  </a:lnTo>
                  <a:lnTo>
                    <a:pt x="3536182" y="2986146"/>
                  </a:lnTo>
                  <a:lnTo>
                    <a:pt x="3536557" y="2986146"/>
                  </a:lnTo>
                  <a:lnTo>
                    <a:pt x="3536932" y="2986146"/>
                  </a:lnTo>
                  <a:lnTo>
                    <a:pt x="3537307" y="2986146"/>
                  </a:lnTo>
                  <a:lnTo>
                    <a:pt x="3537557" y="2986146"/>
                  </a:lnTo>
                  <a:lnTo>
                    <a:pt x="3537682" y="2986146"/>
                  </a:lnTo>
                  <a:lnTo>
                    <a:pt x="3538182" y="2986146"/>
                  </a:lnTo>
                  <a:lnTo>
                    <a:pt x="3538557" y="2986146"/>
                  </a:lnTo>
                  <a:lnTo>
                    <a:pt x="3538808" y="2986146"/>
                  </a:lnTo>
                  <a:lnTo>
                    <a:pt x="3538933" y="2986146"/>
                  </a:lnTo>
                  <a:lnTo>
                    <a:pt x="3539808" y="2976192"/>
                  </a:lnTo>
                  <a:lnTo>
                    <a:pt x="3540058" y="2976192"/>
                  </a:lnTo>
                  <a:lnTo>
                    <a:pt x="3540183" y="2976192"/>
                  </a:lnTo>
                  <a:lnTo>
                    <a:pt x="3540558" y="2976192"/>
                  </a:lnTo>
                  <a:lnTo>
                    <a:pt x="3541183" y="2976192"/>
                  </a:lnTo>
                  <a:lnTo>
                    <a:pt x="3541433" y="2976192"/>
                  </a:lnTo>
                  <a:lnTo>
                    <a:pt x="3541683" y="2976192"/>
                  </a:lnTo>
                  <a:lnTo>
                    <a:pt x="3542434" y="2976192"/>
                  </a:lnTo>
                  <a:lnTo>
                    <a:pt x="3542684" y="2976192"/>
                  </a:lnTo>
                  <a:lnTo>
                    <a:pt x="3542809" y="2976192"/>
                  </a:lnTo>
                  <a:lnTo>
                    <a:pt x="3543059" y="2976192"/>
                  </a:lnTo>
                  <a:lnTo>
                    <a:pt x="3543184" y="2976192"/>
                  </a:lnTo>
                  <a:lnTo>
                    <a:pt x="3543309" y="2976192"/>
                  </a:lnTo>
                  <a:lnTo>
                    <a:pt x="3543559" y="2976192"/>
                  </a:lnTo>
                  <a:lnTo>
                    <a:pt x="3543684" y="2976192"/>
                  </a:lnTo>
                  <a:lnTo>
                    <a:pt x="3544059" y="2976192"/>
                  </a:lnTo>
                  <a:lnTo>
                    <a:pt x="3544309" y="2976192"/>
                  </a:lnTo>
                  <a:lnTo>
                    <a:pt x="3544559" y="2976192"/>
                  </a:lnTo>
                  <a:lnTo>
                    <a:pt x="3545310" y="2976192"/>
                  </a:lnTo>
                  <a:lnTo>
                    <a:pt x="3545935" y="2976192"/>
                  </a:lnTo>
                  <a:lnTo>
                    <a:pt x="3546060" y="2976192"/>
                  </a:lnTo>
                  <a:lnTo>
                    <a:pt x="3546185" y="2976192"/>
                  </a:lnTo>
                  <a:lnTo>
                    <a:pt x="3546935" y="2976192"/>
                  </a:lnTo>
                  <a:lnTo>
                    <a:pt x="3547310" y="2976192"/>
                  </a:lnTo>
                  <a:lnTo>
                    <a:pt x="3547435" y="2976192"/>
                  </a:lnTo>
                  <a:lnTo>
                    <a:pt x="3547560" y="2976192"/>
                  </a:lnTo>
                  <a:lnTo>
                    <a:pt x="3548186" y="2976192"/>
                  </a:lnTo>
                  <a:lnTo>
                    <a:pt x="3548686" y="2976192"/>
                  </a:lnTo>
                  <a:lnTo>
                    <a:pt x="3549186" y="2976192"/>
                  </a:lnTo>
                  <a:lnTo>
                    <a:pt x="3549436" y="2976192"/>
                  </a:lnTo>
                  <a:lnTo>
                    <a:pt x="3549561" y="2976192"/>
                  </a:lnTo>
                  <a:lnTo>
                    <a:pt x="3549686" y="2976192"/>
                  </a:lnTo>
                  <a:lnTo>
                    <a:pt x="3550061" y="2976192"/>
                  </a:lnTo>
                  <a:lnTo>
                    <a:pt x="3550186" y="2976192"/>
                  </a:lnTo>
                  <a:lnTo>
                    <a:pt x="3550436" y="2976192"/>
                  </a:lnTo>
                  <a:lnTo>
                    <a:pt x="3550561" y="2976192"/>
                  </a:lnTo>
                  <a:lnTo>
                    <a:pt x="3550686" y="2976192"/>
                  </a:lnTo>
                  <a:lnTo>
                    <a:pt x="3550812" y="2976192"/>
                  </a:lnTo>
                  <a:lnTo>
                    <a:pt x="3552312" y="2976192"/>
                  </a:lnTo>
                  <a:lnTo>
                    <a:pt x="3552687" y="2976192"/>
                  </a:lnTo>
                  <a:lnTo>
                    <a:pt x="3552812" y="2976192"/>
                  </a:lnTo>
                  <a:lnTo>
                    <a:pt x="3552937" y="2976192"/>
                  </a:lnTo>
                  <a:lnTo>
                    <a:pt x="3553062" y="2976192"/>
                  </a:lnTo>
                  <a:lnTo>
                    <a:pt x="3553687" y="2976192"/>
                  </a:lnTo>
                  <a:lnTo>
                    <a:pt x="3553938" y="2976192"/>
                  </a:lnTo>
                  <a:lnTo>
                    <a:pt x="3554063" y="2976192"/>
                  </a:lnTo>
                  <a:lnTo>
                    <a:pt x="3554188" y="2976192"/>
                  </a:lnTo>
                  <a:lnTo>
                    <a:pt x="3554688" y="2976192"/>
                  </a:lnTo>
                  <a:lnTo>
                    <a:pt x="3554813" y="2976192"/>
                  </a:lnTo>
                  <a:lnTo>
                    <a:pt x="3554938" y="2976192"/>
                  </a:lnTo>
                  <a:lnTo>
                    <a:pt x="3555063" y="2976192"/>
                  </a:lnTo>
                  <a:lnTo>
                    <a:pt x="3555188" y="2976192"/>
                  </a:lnTo>
                  <a:lnTo>
                    <a:pt x="3556188" y="2976192"/>
                  </a:lnTo>
                  <a:lnTo>
                    <a:pt x="3556313" y="2976192"/>
                  </a:lnTo>
                  <a:lnTo>
                    <a:pt x="3556438" y="2976192"/>
                  </a:lnTo>
                  <a:lnTo>
                    <a:pt x="3556563" y="2976192"/>
                  </a:lnTo>
                  <a:lnTo>
                    <a:pt x="3556814" y="2976192"/>
                  </a:lnTo>
                  <a:lnTo>
                    <a:pt x="3556939" y="2976192"/>
                  </a:lnTo>
                  <a:lnTo>
                    <a:pt x="3557064" y="2976192"/>
                  </a:lnTo>
                  <a:lnTo>
                    <a:pt x="3557314" y="2976192"/>
                  </a:lnTo>
                  <a:lnTo>
                    <a:pt x="3557439" y="2976192"/>
                  </a:lnTo>
                  <a:lnTo>
                    <a:pt x="3557689" y="2976192"/>
                  </a:lnTo>
                  <a:lnTo>
                    <a:pt x="3557814" y="2976192"/>
                  </a:lnTo>
                  <a:lnTo>
                    <a:pt x="3558314" y="2976192"/>
                  </a:lnTo>
                  <a:lnTo>
                    <a:pt x="3558439" y="2976192"/>
                  </a:lnTo>
                  <a:lnTo>
                    <a:pt x="3558564" y="2976192"/>
                  </a:lnTo>
                  <a:lnTo>
                    <a:pt x="3558689" y="2976192"/>
                  </a:lnTo>
                  <a:lnTo>
                    <a:pt x="3558814" y="2976192"/>
                  </a:lnTo>
                  <a:lnTo>
                    <a:pt x="3558939" y="2976192"/>
                  </a:lnTo>
                  <a:lnTo>
                    <a:pt x="3559314" y="2976192"/>
                  </a:lnTo>
                  <a:lnTo>
                    <a:pt x="3559439" y="2976192"/>
                  </a:lnTo>
                  <a:lnTo>
                    <a:pt x="3559564" y="2976192"/>
                  </a:lnTo>
                  <a:lnTo>
                    <a:pt x="3559815" y="2976192"/>
                  </a:lnTo>
                  <a:lnTo>
                    <a:pt x="3560440" y="2976192"/>
                  </a:lnTo>
                  <a:lnTo>
                    <a:pt x="3560690" y="2976192"/>
                  </a:lnTo>
                  <a:lnTo>
                    <a:pt x="3561065" y="2976192"/>
                  </a:lnTo>
                  <a:lnTo>
                    <a:pt x="3561190" y="2976192"/>
                  </a:lnTo>
                  <a:lnTo>
                    <a:pt x="3561440" y="2976192"/>
                  </a:lnTo>
                  <a:lnTo>
                    <a:pt x="3561565" y="2976192"/>
                  </a:lnTo>
                  <a:lnTo>
                    <a:pt x="3561940" y="2976192"/>
                  </a:lnTo>
                  <a:lnTo>
                    <a:pt x="3562065" y="2976192"/>
                  </a:lnTo>
                  <a:lnTo>
                    <a:pt x="3562440" y="2976192"/>
                  </a:lnTo>
                  <a:lnTo>
                    <a:pt x="3562565" y="2976192"/>
                  </a:lnTo>
                  <a:lnTo>
                    <a:pt x="3562941" y="2976192"/>
                  </a:lnTo>
                  <a:lnTo>
                    <a:pt x="3563441" y="2976192"/>
                  </a:lnTo>
                  <a:lnTo>
                    <a:pt x="3563566" y="2976192"/>
                  </a:lnTo>
                  <a:lnTo>
                    <a:pt x="3563691" y="2976192"/>
                  </a:lnTo>
                  <a:lnTo>
                    <a:pt x="3564691" y="2976192"/>
                  </a:lnTo>
                  <a:lnTo>
                    <a:pt x="3564816" y="2976192"/>
                  </a:lnTo>
                  <a:lnTo>
                    <a:pt x="3565316" y="2976192"/>
                  </a:lnTo>
                  <a:lnTo>
                    <a:pt x="3566567" y="2976192"/>
                  </a:lnTo>
                  <a:lnTo>
                    <a:pt x="3566817" y="2976192"/>
                  </a:lnTo>
                  <a:lnTo>
                    <a:pt x="3566942" y="2976192"/>
                  </a:lnTo>
                  <a:lnTo>
                    <a:pt x="3567567" y="2976192"/>
                  </a:lnTo>
                  <a:lnTo>
                    <a:pt x="3568442" y="2976192"/>
                  </a:lnTo>
                  <a:lnTo>
                    <a:pt x="3568692" y="2976192"/>
                  </a:lnTo>
                  <a:lnTo>
                    <a:pt x="3569443" y="2966239"/>
                  </a:lnTo>
                  <a:lnTo>
                    <a:pt x="3569693" y="2966239"/>
                  </a:lnTo>
                  <a:lnTo>
                    <a:pt x="3570068" y="2966239"/>
                  </a:lnTo>
                  <a:lnTo>
                    <a:pt x="3570693" y="2966239"/>
                  </a:lnTo>
                  <a:lnTo>
                    <a:pt x="3570943" y="2966239"/>
                  </a:lnTo>
                  <a:lnTo>
                    <a:pt x="3571068" y="2966239"/>
                  </a:lnTo>
                  <a:lnTo>
                    <a:pt x="3571318" y="2966239"/>
                  </a:lnTo>
                  <a:lnTo>
                    <a:pt x="3571318" y="2956285"/>
                  </a:lnTo>
                  <a:lnTo>
                    <a:pt x="3571694" y="2956285"/>
                  </a:lnTo>
                  <a:lnTo>
                    <a:pt x="3571944" y="2956285"/>
                  </a:lnTo>
                  <a:lnTo>
                    <a:pt x="3572069" y="2956285"/>
                  </a:lnTo>
                  <a:lnTo>
                    <a:pt x="3572569" y="2956285"/>
                  </a:lnTo>
                  <a:lnTo>
                    <a:pt x="3573319" y="2956285"/>
                  </a:lnTo>
                  <a:lnTo>
                    <a:pt x="3573444" y="2956285"/>
                  </a:lnTo>
                  <a:lnTo>
                    <a:pt x="3573569" y="2956285"/>
                  </a:lnTo>
                  <a:lnTo>
                    <a:pt x="3573819" y="2956285"/>
                  </a:lnTo>
                  <a:lnTo>
                    <a:pt x="3574069" y="2956285"/>
                  </a:lnTo>
                  <a:lnTo>
                    <a:pt x="3574695" y="2956285"/>
                  </a:lnTo>
                  <a:lnTo>
                    <a:pt x="3574945" y="2956285"/>
                  </a:lnTo>
                  <a:lnTo>
                    <a:pt x="3575070" y="2956285"/>
                  </a:lnTo>
                  <a:lnTo>
                    <a:pt x="3575320" y="2956285"/>
                  </a:lnTo>
                  <a:lnTo>
                    <a:pt x="3575445" y="2956285"/>
                  </a:lnTo>
                  <a:lnTo>
                    <a:pt x="3575570" y="2956285"/>
                  </a:lnTo>
                  <a:lnTo>
                    <a:pt x="3575695" y="2956285"/>
                  </a:lnTo>
                  <a:lnTo>
                    <a:pt x="3575820" y="2956285"/>
                  </a:lnTo>
                  <a:lnTo>
                    <a:pt x="3575945" y="2956285"/>
                  </a:lnTo>
                  <a:lnTo>
                    <a:pt x="3576070" y="2956285"/>
                  </a:lnTo>
                  <a:lnTo>
                    <a:pt x="3576195" y="2956285"/>
                  </a:lnTo>
                  <a:lnTo>
                    <a:pt x="3576320" y="2956285"/>
                  </a:lnTo>
                  <a:lnTo>
                    <a:pt x="3576570" y="2956285"/>
                  </a:lnTo>
                  <a:lnTo>
                    <a:pt x="3576820" y="2956285"/>
                  </a:lnTo>
                  <a:lnTo>
                    <a:pt x="3577195" y="2956285"/>
                  </a:lnTo>
                  <a:lnTo>
                    <a:pt x="3577570" y="2956285"/>
                  </a:lnTo>
                  <a:lnTo>
                    <a:pt x="3577821" y="2956285"/>
                  </a:lnTo>
                  <a:lnTo>
                    <a:pt x="3578446" y="2956285"/>
                  </a:lnTo>
                  <a:lnTo>
                    <a:pt x="3578821" y="2956285"/>
                  </a:lnTo>
                  <a:lnTo>
                    <a:pt x="3579571" y="2956285"/>
                  </a:lnTo>
                  <a:lnTo>
                    <a:pt x="3579821" y="2956285"/>
                  </a:lnTo>
                  <a:lnTo>
                    <a:pt x="3579946" y="2956285"/>
                  </a:lnTo>
                  <a:lnTo>
                    <a:pt x="3580697" y="2956285"/>
                  </a:lnTo>
                  <a:lnTo>
                    <a:pt x="3581072" y="2956285"/>
                  </a:lnTo>
                  <a:lnTo>
                    <a:pt x="3581197" y="2956285"/>
                  </a:lnTo>
                  <a:lnTo>
                    <a:pt x="3581322" y="2956285"/>
                  </a:lnTo>
                  <a:lnTo>
                    <a:pt x="3581447" y="2956285"/>
                  </a:lnTo>
                  <a:lnTo>
                    <a:pt x="3581572" y="2956285"/>
                  </a:lnTo>
                  <a:lnTo>
                    <a:pt x="3582947" y="2956285"/>
                  </a:lnTo>
                  <a:lnTo>
                    <a:pt x="3583197" y="2956285"/>
                  </a:lnTo>
                  <a:lnTo>
                    <a:pt x="3583572" y="2956285"/>
                  </a:lnTo>
                  <a:lnTo>
                    <a:pt x="3583698" y="2956285"/>
                  </a:lnTo>
                  <a:lnTo>
                    <a:pt x="3583823" y="2956285"/>
                  </a:lnTo>
                  <a:lnTo>
                    <a:pt x="3583948" y="2956285"/>
                  </a:lnTo>
                  <a:lnTo>
                    <a:pt x="3584948" y="2956285"/>
                  </a:lnTo>
                  <a:lnTo>
                    <a:pt x="3585073" y="2956285"/>
                  </a:lnTo>
                  <a:lnTo>
                    <a:pt x="3585448" y="2956285"/>
                  </a:lnTo>
                  <a:lnTo>
                    <a:pt x="3585573" y="2956285"/>
                  </a:lnTo>
                  <a:lnTo>
                    <a:pt x="3585948" y="2956285"/>
                  </a:lnTo>
                  <a:lnTo>
                    <a:pt x="3586323" y="2956285"/>
                  </a:lnTo>
                  <a:lnTo>
                    <a:pt x="3586949" y="2956285"/>
                  </a:lnTo>
                  <a:lnTo>
                    <a:pt x="3587199" y="2956285"/>
                  </a:lnTo>
                  <a:lnTo>
                    <a:pt x="3587449" y="2956285"/>
                  </a:lnTo>
                  <a:lnTo>
                    <a:pt x="3587699" y="2956285"/>
                  </a:lnTo>
                  <a:lnTo>
                    <a:pt x="3587949" y="2956285"/>
                  </a:lnTo>
                  <a:lnTo>
                    <a:pt x="3588199" y="2956285"/>
                  </a:lnTo>
                  <a:lnTo>
                    <a:pt x="3589074" y="2956285"/>
                  </a:lnTo>
                  <a:lnTo>
                    <a:pt x="3589825" y="2956285"/>
                  </a:lnTo>
                  <a:lnTo>
                    <a:pt x="3589950" y="2956285"/>
                  </a:lnTo>
                  <a:lnTo>
                    <a:pt x="3590075" y="2956285"/>
                  </a:lnTo>
                  <a:lnTo>
                    <a:pt x="3590825" y="2956285"/>
                  </a:lnTo>
                  <a:lnTo>
                    <a:pt x="3590950" y="2956285"/>
                  </a:lnTo>
                  <a:lnTo>
                    <a:pt x="3591075" y="2956285"/>
                  </a:lnTo>
                  <a:lnTo>
                    <a:pt x="3591450" y="2956285"/>
                  </a:lnTo>
                  <a:lnTo>
                    <a:pt x="3592075" y="2956285"/>
                  </a:lnTo>
                  <a:lnTo>
                    <a:pt x="3592200" y="2956285"/>
                  </a:lnTo>
                  <a:lnTo>
                    <a:pt x="3592575" y="2956285"/>
                  </a:lnTo>
                  <a:lnTo>
                    <a:pt x="3592701" y="2956285"/>
                  </a:lnTo>
                  <a:lnTo>
                    <a:pt x="3592951" y="2956285"/>
                  </a:lnTo>
                  <a:lnTo>
                    <a:pt x="3593076" y="2956285"/>
                  </a:lnTo>
                  <a:lnTo>
                    <a:pt x="3593326" y="2956285"/>
                  </a:lnTo>
                  <a:lnTo>
                    <a:pt x="3593951" y="2956285"/>
                  </a:lnTo>
                  <a:lnTo>
                    <a:pt x="3594201" y="2956285"/>
                  </a:lnTo>
                  <a:lnTo>
                    <a:pt x="3594326" y="2956285"/>
                  </a:lnTo>
                  <a:lnTo>
                    <a:pt x="3594451" y="2956285"/>
                  </a:lnTo>
                  <a:lnTo>
                    <a:pt x="3594951" y="2956285"/>
                  </a:lnTo>
                  <a:lnTo>
                    <a:pt x="3595076" y="2956285"/>
                  </a:lnTo>
                  <a:lnTo>
                    <a:pt x="3595201" y="2956285"/>
                  </a:lnTo>
                  <a:lnTo>
                    <a:pt x="3596327" y="2946331"/>
                  </a:lnTo>
                  <a:lnTo>
                    <a:pt x="3596452" y="2946331"/>
                  </a:lnTo>
                  <a:lnTo>
                    <a:pt x="3596952" y="2946331"/>
                  </a:lnTo>
                  <a:lnTo>
                    <a:pt x="3597327" y="2946331"/>
                  </a:lnTo>
                  <a:lnTo>
                    <a:pt x="3597577" y="2946331"/>
                  </a:lnTo>
                  <a:lnTo>
                    <a:pt x="3597702" y="2946331"/>
                  </a:lnTo>
                  <a:lnTo>
                    <a:pt x="3598077" y="2946331"/>
                  </a:lnTo>
                  <a:lnTo>
                    <a:pt x="3598327" y="2946331"/>
                  </a:lnTo>
                  <a:lnTo>
                    <a:pt x="3598577" y="2946331"/>
                  </a:lnTo>
                  <a:lnTo>
                    <a:pt x="3598953" y="2946331"/>
                  </a:lnTo>
                  <a:lnTo>
                    <a:pt x="3599078" y="2946331"/>
                  </a:lnTo>
                  <a:lnTo>
                    <a:pt x="3599203" y="2946331"/>
                  </a:lnTo>
                  <a:lnTo>
                    <a:pt x="3599703" y="2936377"/>
                  </a:lnTo>
                  <a:lnTo>
                    <a:pt x="3599828" y="2936377"/>
                  </a:lnTo>
                  <a:lnTo>
                    <a:pt x="3600203" y="2936377"/>
                  </a:lnTo>
                  <a:lnTo>
                    <a:pt x="3600453" y="2936377"/>
                  </a:lnTo>
                  <a:lnTo>
                    <a:pt x="3600578" y="2936377"/>
                  </a:lnTo>
                  <a:lnTo>
                    <a:pt x="3601078" y="2936377"/>
                  </a:lnTo>
                  <a:lnTo>
                    <a:pt x="3601704" y="2936377"/>
                  </a:lnTo>
                  <a:lnTo>
                    <a:pt x="3601829" y="2936377"/>
                  </a:lnTo>
                  <a:lnTo>
                    <a:pt x="3602454" y="2936377"/>
                  </a:lnTo>
                  <a:lnTo>
                    <a:pt x="3602579" y="2936377"/>
                  </a:lnTo>
                  <a:lnTo>
                    <a:pt x="3602704" y="2936377"/>
                  </a:lnTo>
                  <a:lnTo>
                    <a:pt x="3602829" y="2936377"/>
                  </a:lnTo>
                  <a:lnTo>
                    <a:pt x="3603329" y="2936377"/>
                  </a:lnTo>
                  <a:lnTo>
                    <a:pt x="3603454" y="2936377"/>
                  </a:lnTo>
                  <a:lnTo>
                    <a:pt x="3603579" y="2936377"/>
                  </a:lnTo>
                  <a:lnTo>
                    <a:pt x="3603954" y="2936377"/>
                  </a:lnTo>
                  <a:lnTo>
                    <a:pt x="3605205" y="2936377"/>
                  </a:lnTo>
                  <a:lnTo>
                    <a:pt x="3605580" y="2936377"/>
                  </a:lnTo>
                  <a:lnTo>
                    <a:pt x="3605955" y="2936377"/>
                  </a:lnTo>
                  <a:lnTo>
                    <a:pt x="3606205" y="2936377"/>
                  </a:lnTo>
                  <a:lnTo>
                    <a:pt x="3606455" y="2936377"/>
                  </a:lnTo>
                  <a:lnTo>
                    <a:pt x="3606580" y="2936377"/>
                  </a:lnTo>
                  <a:lnTo>
                    <a:pt x="3607205" y="2936377"/>
                  </a:lnTo>
                  <a:lnTo>
                    <a:pt x="3607706" y="2936377"/>
                  </a:lnTo>
                  <a:lnTo>
                    <a:pt x="3607831" y="2936377"/>
                  </a:lnTo>
                  <a:lnTo>
                    <a:pt x="3607956" y="2936377"/>
                  </a:lnTo>
                  <a:lnTo>
                    <a:pt x="3608206" y="2936377"/>
                  </a:lnTo>
                  <a:lnTo>
                    <a:pt x="3608456" y="2936377"/>
                  </a:lnTo>
                  <a:lnTo>
                    <a:pt x="3608581" y="2936377"/>
                  </a:lnTo>
                  <a:lnTo>
                    <a:pt x="3608831" y="2936377"/>
                  </a:lnTo>
                  <a:lnTo>
                    <a:pt x="3609206" y="2936377"/>
                  </a:lnTo>
                  <a:lnTo>
                    <a:pt x="3609331" y="2936377"/>
                  </a:lnTo>
                  <a:lnTo>
                    <a:pt x="3609456" y="2936377"/>
                  </a:lnTo>
                  <a:lnTo>
                    <a:pt x="3609581" y="2936377"/>
                  </a:lnTo>
                  <a:lnTo>
                    <a:pt x="3611457" y="2926423"/>
                  </a:lnTo>
                  <a:lnTo>
                    <a:pt x="3611832" y="2926423"/>
                  </a:lnTo>
                  <a:lnTo>
                    <a:pt x="3611957" y="2926423"/>
                  </a:lnTo>
                  <a:lnTo>
                    <a:pt x="3612082" y="2926423"/>
                  </a:lnTo>
                  <a:lnTo>
                    <a:pt x="3612207" y="2926423"/>
                  </a:lnTo>
                  <a:lnTo>
                    <a:pt x="3612832" y="2926423"/>
                  </a:lnTo>
                  <a:lnTo>
                    <a:pt x="3612957" y="2926423"/>
                  </a:lnTo>
                  <a:lnTo>
                    <a:pt x="3613207" y="2926423"/>
                  </a:lnTo>
                  <a:lnTo>
                    <a:pt x="3613332" y="2926423"/>
                  </a:lnTo>
                  <a:lnTo>
                    <a:pt x="3613457" y="2926423"/>
                  </a:lnTo>
                  <a:lnTo>
                    <a:pt x="3613833" y="2926423"/>
                  </a:lnTo>
                  <a:lnTo>
                    <a:pt x="3614208" y="2926423"/>
                  </a:lnTo>
                  <a:lnTo>
                    <a:pt x="3615333" y="2926423"/>
                  </a:lnTo>
                  <a:lnTo>
                    <a:pt x="3615583" y="2926423"/>
                  </a:lnTo>
                  <a:lnTo>
                    <a:pt x="3615833" y="2926423"/>
                  </a:lnTo>
                  <a:lnTo>
                    <a:pt x="3615958" y="2926423"/>
                  </a:lnTo>
                  <a:lnTo>
                    <a:pt x="3617209" y="2926423"/>
                  </a:lnTo>
                  <a:lnTo>
                    <a:pt x="3617334" y="2926423"/>
                  </a:lnTo>
                  <a:lnTo>
                    <a:pt x="3617584" y="2926423"/>
                  </a:lnTo>
                  <a:lnTo>
                    <a:pt x="3617834" y="2926423"/>
                  </a:lnTo>
                  <a:lnTo>
                    <a:pt x="3618209" y="2926423"/>
                  </a:lnTo>
                  <a:lnTo>
                    <a:pt x="3618584" y="2926423"/>
                  </a:lnTo>
                  <a:lnTo>
                    <a:pt x="3618709" y="2926423"/>
                  </a:lnTo>
                  <a:lnTo>
                    <a:pt x="3618834" y="2926423"/>
                  </a:lnTo>
                  <a:lnTo>
                    <a:pt x="3619209" y="2926423"/>
                  </a:lnTo>
                  <a:lnTo>
                    <a:pt x="3619334" y="2926423"/>
                  </a:lnTo>
                  <a:lnTo>
                    <a:pt x="3619835" y="2926423"/>
                  </a:lnTo>
                  <a:lnTo>
                    <a:pt x="3620335" y="2926423"/>
                  </a:lnTo>
                  <a:lnTo>
                    <a:pt x="3620460" y="2926423"/>
                  </a:lnTo>
                  <a:lnTo>
                    <a:pt x="3621085" y="2926423"/>
                  </a:lnTo>
                  <a:lnTo>
                    <a:pt x="3621710" y="2926423"/>
                  </a:lnTo>
                  <a:lnTo>
                    <a:pt x="3621835" y="2926423"/>
                  </a:lnTo>
                  <a:lnTo>
                    <a:pt x="3622210" y="2926423"/>
                  </a:lnTo>
                  <a:lnTo>
                    <a:pt x="3622460" y="2926423"/>
                  </a:lnTo>
                  <a:lnTo>
                    <a:pt x="3622836" y="2926423"/>
                  </a:lnTo>
                  <a:lnTo>
                    <a:pt x="3622961" y="2926423"/>
                  </a:lnTo>
                  <a:lnTo>
                    <a:pt x="3623086" y="2926423"/>
                  </a:lnTo>
                  <a:lnTo>
                    <a:pt x="3623336" y="2926423"/>
                  </a:lnTo>
                  <a:lnTo>
                    <a:pt x="3623586" y="2926423"/>
                  </a:lnTo>
                  <a:lnTo>
                    <a:pt x="3623836" y="2926423"/>
                  </a:lnTo>
                  <a:lnTo>
                    <a:pt x="3624336" y="2926423"/>
                  </a:lnTo>
                  <a:lnTo>
                    <a:pt x="3624461" y="2926423"/>
                  </a:lnTo>
                  <a:lnTo>
                    <a:pt x="3624961" y="2926423"/>
                  </a:lnTo>
                  <a:lnTo>
                    <a:pt x="3625086" y="2926423"/>
                  </a:lnTo>
                  <a:lnTo>
                    <a:pt x="3625587" y="2926423"/>
                  </a:lnTo>
                  <a:lnTo>
                    <a:pt x="3625837" y="2926423"/>
                  </a:lnTo>
                  <a:lnTo>
                    <a:pt x="3626212" y="2926423"/>
                  </a:lnTo>
                  <a:lnTo>
                    <a:pt x="3626462" y="2926423"/>
                  </a:lnTo>
                  <a:lnTo>
                    <a:pt x="3626712" y="2926423"/>
                  </a:lnTo>
                  <a:lnTo>
                    <a:pt x="3626837" y="2926423"/>
                  </a:lnTo>
                  <a:lnTo>
                    <a:pt x="3627087" y="2926423"/>
                  </a:lnTo>
                  <a:lnTo>
                    <a:pt x="3627212" y="2926423"/>
                  </a:lnTo>
                  <a:lnTo>
                    <a:pt x="3627337" y="2926423"/>
                  </a:lnTo>
                  <a:lnTo>
                    <a:pt x="3627462" y="2926423"/>
                  </a:lnTo>
                  <a:lnTo>
                    <a:pt x="3627962" y="2926423"/>
                  </a:lnTo>
                  <a:lnTo>
                    <a:pt x="3628212" y="2926423"/>
                  </a:lnTo>
                  <a:lnTo>
                    <a:pt x="3629088" y="2926423"/>
                  </a:lnTo>
                  <a:lnTo>
                    <a:pt x="3629213" y="2926423"/>
                  </a:lnTo>
                  <a:lnTo>
                    <a:pt x="3629338" y="2926423"/>
                  </a:lnTo>
                  <a:lnTo>
                    <a:pt x="3629463" y="2926423"/>
                  </a:lnTo>
                  <a:lnTo>
                    <a:pt x="3629838" y="2926423"/>
                  </a:lnTo>
                  <a:lnTo>
                    <a:pt x="3629963" y="2926423"/>
                  </a:lnTo>
                  <a:lnTo>
                    <a:pt x="3630463" y="2926423"/>
                  </a:lnTo>
                  <a:lnTo>
                    <a:pt x="3630588" y="2926423"/>
                  </a:lnTo>
                  <a:lnTo>
                    <a:pt x="3630963" y="2926423"/>
                  </a:lnTo>
                  <a:lnTo>
                    <a:pt x="3631213" y="2926423"/>
                  </a:lnTo>
                  <a:lnTo>
                    <a:pt x="3631463" y="2926423"/>
                  </a:lnTo>
                  <a:lnTo>
                    <a:pt x="3631589" y="2926423"/>
                  </a:lnTo>
                  <a:lnTo>
                    <a:pt x="3631714" y="2926423"/>
                  </a:lnTo>
                  <a:lnTo>
                    <a:pt x="3632089" y="2926423"/>
                  </a:lnTo>
                  <a:lnTo>
                    <a:pt x="3632339" y="2926423"/>
                  </a:lnTo>
                  <a:lnTo>
                    <a:pt x="3632714" y="2926423"/>
                  </a:lnTo>
                  <a:lnTo>
                    <a:pt x="3632964" y="2926423"/>
                  </a:lnTo>
                  <a:lnTo>
                    <a:pt x="3633214" y="2926423"/>
                  </a:lnTo>
                  <a:lnTo>
                    <a:pt x="3633339" y="2926423"/>
                  </a:lnTo>
                  <a:lnTo>
                    <a:pt x="3633964" y="2926423"/>
                  </a:lnTo>
                  <a:lnTo>
                    <a:pt x="3634089" y="2926423"/>
                  </a:lnTo>
                  <a:lnTo>
                    <a:pt x="3634214" y="2926423"/>
                  </a:lnTo>
                  <a:lnTo>
                    <a:pt x="3634339" y="2926423"/>
                  </a:lnTo>
                  <a:lnTo>
                    <a:pt x="3634590" y="2926423"/>
                  </a:lnTo>
                  <a:lnTo>
                    <a:pt x="3634840" y="2926423"/>
                  </a:lnTo>
                  <a:lnTo>
                    <a:pt x="3634965" y="2926423"/>
                  </a:lnTo>
                  <a:lnTo>
                    <a:pt x="3635465" y="2926423"/>
                  </a:lnTo>
                  <a:lnTo>
                    <a:pt x="3635715" y="2926423"/>
                  </a:lnTo>
                  <a:lnTo>
                    <a:pt x="3636090" y="2926423"/>
                  </a:lnTo>
                  <a:lnTo>
                    <a:pt x="3636340" y="2926423"/>
                  </a:lnTo>
                  <a:lnTo>
                    <a:pt x="3636465" y="2926423"/>
                  </a:lnTo>
                  <a:lnTo>
                    <a:pt x="3636590" y="2926423"/>
                  </a:lnTo>
                  <a:lnTo>
                    <a:pt x="3636715" y="2926423"/>
                  </a:lnTo>
                  <a:lnTo>
                    <a:pt x="3636840" y="2926423"/>
                  </a:lnTo>
                  <a:lnTo>
                    <a:pt x="3637215" y="2926423"/>
                  </a:lnTo>
                  <a:lnTo>
                    <a:pt x="3637716" y="2926423"/>
                  </a:lnTo>
                  <a:lnTo>
                    <a:pt x="3637841" y="2926423"/>
                  </a:lnTo>
                  <a:lnTo>
                    <a:pt x="3638341" y="2926423"/>
                  </a:lnTo>
                  <a:lnTo>
                    <a:pt x="3638466" y="2926423"/>
                  </a:lnTo>
                  <a:lnTo>
                    <a:pt x="3638716" y="2926423"/>
                  </a:lnTo>
                  <a:lnTo>
                    <a:pt x="3638966" y="2926423"/>
                  </a:lnTo>
                  <a:lnTo>
                    <a:pt x="3639216" y="2926423"/>
                  </a:lnTo>
                  <a:lnTo>
                    <a:pt x="3639716" y="2926423"/>
                  </a:lnTo>
                  <a:lnTo>
                    <a:pt x="3640216" y="2926423"/>
                  </a:lnTo>
                  <a:lnTo>
                    <a:pt x="3640466" y="2926423"/>
                  </a:lnTo>
                  <a:lnTo>
                    <a:pt x="3640592" y="2926423"/>
                  </a:lnTo>
                  <a:lnTo>
                    <a:pt x="3640717" y="2926423"/>
                  </a:lnTo>
                  <a:lnTo>
                    <a:pt x="3640967" y="2926423"/>
                  </a:lnTo>
                  <a:lnTo>
                    <a:pt x="3641092" y="2926423"/>
                  </a:lnTo>
                  <a:lnTo>
                    <a:pt x="3641467" y="2926423"/>
                  </a:lnTo>
                  <a:lnTo>
                    <a:pt x="3641592" y="2926423"/>
                  </a:lnTo>
                  <a:lnTo>
                    <a:pt x="3642092" y="2916470"/>
                  </a:lnTo>
                  <a:lnTo>
                    <a:pt x="3642217" y="2916470"/>
                  </a:lnTo>
                  <a:lnTo>
                    <a:pt x="3642592" y="2916470"/>
                  </a:lnTo>
                  <a:lnTo>
                    <a:pt x="3642717" y="2916470"/>
                  </a:lnTo>
                  <a:lnTo>
                    <a:pt x="3642842" y="2916470"/>
                  </a:lnTo>
                  <a:lnTo>
                    <a:pt x="3643092" y="2916470"/>
                  </a:lnTo>
                  <a:lnTo>
                    <a:pt x="3643342" y="2916470"/>
                  </a:lnTo>
                  <a:lnTo>
                    <a:pt x="3643467" y="2916470"/>
                  </a:lnTo>
                  <a:lnTo>
                    <a:pt x="3643718" y="2916470"/>
                  </a:lnTo>
                  <a:lnTo>
                    <a:pt x="3644093" y="2916470"/>
                  </a:lnTo>
                  <a:lnTo>
                    <a:pt x="3644218" y="2916470"/>
                  </a:lnTo>
                  <a:lnTo>
                    <a:pt x="3644468" y="2916470"/>
                  </a:lnTo>
                  <a:lnTo>
                    <a:pt x="3644718" y="2916470"/>
                  </a:lnTo>
                  <a:lnTo>
                    <a:pt x="3645093" y="2916470"/>
                  </a:lnTo>
                  <a:lnTo>
                    <a:pt x="3645218" y="2916470"/>
                  </a:lnTo>
                  <a:lnTo>
                    <a:pt x="3645343" y="2906516"/>
                  </a:lnTo>
                  <a:lnTo>
                    <a:pt x="3645718" y="2906516"/>
                  </a:lnTo>
                  <a:lnTo>
                    <a:pt x="3645968" y="2906516"/>
                  </a:lnTo>
                  <a:lnTo>
                    <a:pt x="3646093" y="2906516"/>
                  </a:lnTo>
                  <a:lnTo>
                    <a:pt x="3646218" y="2906516"/>
                  </a:lnTo>
                  <a:lnTo>
                    <a:pt x="3646468" y="2906516"/>
                  </a:lnTo>
                  <a:lnTo>
                    <a:pt x="3646594" y="2906516"/>
                  </a:lnTo>
                  <a:lnTo>
                    <a:pt x="3647219" y="2906516"/>
                  </a:lnTo>
                  <a:lnTo>
                    <a:pt x="3647344" y="2906516"/>
                  </a:lnTo>
                  <a:lnTo>
                    <a:pt x="3647719" y="2906516"/>
                  </a:lnTo>
                  <a:lnTo>
                    <a:pt x="3647844" y="2906516"/>
                  </a:lnTo>
                  <a:lnTo>
                    <a:pt x="3647969" y="2906516"/>
                  </a:lnTo>
                  <a:lnTo>
                    <a:pt x="3648344" y="2906516"/>
                  </a:lnTo>
                  <a:lnTo>
                    <a:pt x="3648469" y="2906516"/>
                  </a:lnTo>
                  <a:lnTo>
                    <a:pt x="3648594" y="2906516"/>
                  </a:lnTo>
                  <a:lnTo>
                    <a:pt x="3648969" y="2906516"/>
                  </a:lnTo>
                  <a:lnTo>
                    <a:pt x="3649219" y="2906516"/>
                  </a:lnTo>
                  <a:lnTo>
                    <a:pt x="3649344" y="2906516"/>
                  </a:lnTo>
                  <a:lnTo>
                    <a:pt x="3649470" y="2906516"/>
                  </a:lnTo>
                  <a:lnTo>
                    <a:pt x="3649595" y="2906516"/>
                  </a:lnTo>
                  <a:lnTo>
                    <a:pt x="3649970" y="2906516"/>
                  </a:lnTo>
                  <a:lnTo>
                    <a:pt x="3650095" y="2906516"/>
                  </a:lnTo>
                  <a:lnTo>
                    <a:pt x="3650220" y="2906516"/>
                  </a:lnTo>
                  <a:lnTo>
                    <a:pt x="3650345" y="2906516"/>
                  </a:lnTo>
                  <a:lnTo>
                    <a:pt x="3650970" y="2906516"/>
                  </a:lnTo>
                  <a:lnTo>
                    <a:pt x="3651095" y="2906516"/>
                  </a:lnTo>
                  <a:lnTo>
                    <a:pt x="3652846" y="2906516"/>
                  </a:lnTo>
                  <a:lnTo>
                    <a:pt x="3652971" y="2906516"/>
                  </a:lnTo>
                  <a:lnTo>
                    <a:pt x="3653096" y="2906516"/>
                  </a:lnTo>
                  <a:lnTo>
                    <a:pt x="3653346" y="2906516"/>
                  </a:lnTo>
                  <a:lnTo>
                    <a:pt x="3653846" y="2906516"/>
                  </a:lnTo>
                  <a:lnTo>
                    <a:pt x="3653971" y="2906516"/>
                  </a:lnTo>
                  <a:lnTo>
                    <a:pt x="3654096" y="2906516"/>
                  </a:lnTo>
                  <a:lnTo>
                    <a:pt x="3654471" y="2906516"/>
                  </a:lnTo>
                  <a:lnTo>
                    <a:pt x="3654596" y="2906516"/>
                  </a:lnTo>
                  <a:lnTo>
                    <a:pt x="3654846" y="2906516"/>
                  </a:lnTo>
                  <a:lnTo>
                    <a:pt x="3654971" y="2906516"/>
                  </a:lnTo>
                  <a:lnTo>
                    <a:pt x="3655472" y="2906516"/>
                  </a:lnTo>
                  <a:lnTo>
                    <a:pt x="3655597" y="2906516"/>
                  </a:lnTo>
                  <a:lnTo>
                    <a:pt x="3655972" y="2906516"/>
                  </a:lnTo>
                  <a:lnTo>
                    <a:pt x="3656222" y="2906516"/>
                  </a:lnTo>
                  <a:lnTo>
                    <a:pt x="3657097" y="2906516"/>
                  </a:lnTo>
                  <a:lnTo>
                    <a:pt x="3657222" y="2906516"/>
                  </a:lnTo>
                  <a:lnTo>
                    <a:pt x="3657472" y="2906516"/>
                  </a:lnTo>
                  <a:lnTo>
                    <a:pt x="3657847" y="2906516"/>
                  </a:lnTo>
                  <a:lnTo>
                    <a:pt x="3657972" y="2906516"/>
                  </a:lnTo>
                  <a:lnTo>
                    <a:pt x="3658222" y="2906516"/>
                  </a:lnTo>
                  <a:lnTo>
                    <a:pt x="3658598" y="2906516"/>
                  </a:lnTo>
                  <a:lnTo>
                    <a:pt x="3658723" y="2906516"/>
                  </a:lnTo>
                  <a:lnTo>
                    <a:pt x="3658848" y="2906516"/>
                  </a:lnTo>
                  <a:lnTo>
                    <a:pt x="3658973" y="2906516"/>
                  </a:lnTo>
                  <a:lnTo>
                    <a:pt x="3659348" y="2906516"/>
                  </a:lnTo>
                  <a:lnTo>
                    <a:pt x="3659598" y="2906516"/>
                  </a:lnTo>
                  <a:lnTo>
                    <a:pt x="3659973" y="2906516"/>
                  </a:lnTo>
                  <a:lnTo>
                    <a:pt x="3660598" y="2906516"/>
                  </a:lnTo>
                  <a:lnTo>
                    <a:pt x="3660848" y="2906516"/>
                  </a:lnTo>
                  <a:lnTo>
                    <a:pt x="3661474" y="2906516"/>
                  </a:lnTo>
                  <a:lnTo>
                    <a:pt x="3661599" y="2906516"/>
                  </a:lnTo>
                  <a:lnTo>
                    <a:pt x="3661849" y="2906516"/>
                  </a:lnTo>
                  <a:lnTo>
                    <a:pt x="3661974" y="2906516"/>
                  </a:lnTo>
                  <a:lnTo>
                    <a:pt x="3662349" y="2906516"/>
                  </a:lnTo>
                  <a:lnTo>
                    <a:pt x="3662474" y="2906516"/>
                  </a:lnTo>
                  <a:lnTo>
                    <a:pt x="3662849" y="2906516"/>
                  </a:lnTo>
                  <a:lnTo>
                    <a:pt x="3662974" y="2906516"/>
                  </a:lnTo>
                  <a:lnTo>
                    <a:pt x="3663974" y="2906516"/>
                  </a:lnTo>
                  <a:lnTo>
                    <a:pt x="3664099" y="2906516"/>
                  </a:lnTo>
                  <a:lnTo>
                    <a:pt x="3664349" y="2906516"/>
                  </a:lnTo>
                  <a:lnTo>
                    <a:pt x="3664850" y="2906516"/>
                  </a:lnTo>
                  <a:lnTo>
                    <a:pt x="3664975" y="2906516"/>
                  </a:lnTo>
                  <a:lnTo>
                    <a:pt x="3665725" y="2906516"/>
                  </a:lnTo>
                  <a:lnTo>
                    <a:pt x="3665975" y="2906516"/>
                  </a:lnTo>
                  <a:lnTo>
                    <a:pt x="3667225" y="2906516"/>
                  </a:lnTo>
                  <a:lnTo>
                    <a:pt x="3667476" y="2906516"/>
                  </a:lnTo>
                  <a:lnTo>
                    <a:pt x="3667601" y="2906516"/>
                  </a:lnTo>
                  <a:lnTo>
                    <a:pt x="3667851" y="2906516"/>
                  </a:lnTo>
                  <a:lnTo>
                    <a:pt x="3668351" y="2906516"/>
                  </a:lnTo>
                  <a:lnTo>
                    <a:pt x="3668351" y="2896562"/>
                  </a:lnTo>
                  <a:lnTo>
                    <a:pt x="3668476" y="2896562"/>
                  </a:lnTo>
                  <a:lnTo>
                    <a:pt x="3668726" y="2896562"/>
                  </a:lnTo>
                  <a:lnTo>
                    <a:pt x="3669226" y="2896562"/>
                  </a:lnTo>
                  <a:lnTo>
                    <a:pt x="3669351" y="2896562"/>
                  </a:lnTo>
                  <a:lnTo>
                    <a:pt x="3669726" y="2896562"/>
                  </a:lnTo>
                  <a:lnTo>
                    <a:pt x="3669851" y="2896562"/>
                  </a:lnTo>
                  <a:lnTo>
                    <a:pt x="3669976" y="2896562"/>
                  </a:lnTo>
                  <a:lnTo>
                    <a:pt x="3670101" y="2896562"/>
                  </a:lnTo>
                  <a:lnTo>
                    <a:pt x="3670226" y="2896562"/>
                  </a:lnTo>
                  <a:lnTo>
                    <a:pt x="3670351" y="2896562"/>
                  </a:lnTo>
                  <a:lnTo>
                    <a:pt x="3670602" y="2896562"/>
                  </a:lnTo>
                  <a:lnTo>
                    <a:pt x="3670727" y="2896562"/>
                  </a:lnTo>
                  <a:lnTo>
                    <a:pt x="3671477" y="2896562"/>
                  </a:lnTo>
                  <a:lnTo>
                    <a:pt x="3671602" y="2896562"/>
                  </a:lnTo>
                  <a:lnTo>
                    <a:pt x="3671977" y="2896562"/>
                  </a:lnTo>
                  <a:lnTo>
                    <a:pt x="3672102" y="2896562"/>
                  </a:lnTo>
                  <a:lnTo>
                    <a:pt x="3672227" y="2896562"/>
                  </a:lnTo>
                  <a:lnTo>
                    <a:pt x="3674103" y="2896562"/>
                  </a:lnTo>
                  <a:lnTo>
                    <a:pt x="3674603" y="2896562"/>
                  </a:lnTo>
                  <a:lnTo>
                    <a:pt x="3674728" y="2896562"/>
                  </a:lnTo>
                  <a:lnTo>
                    <a:pt x="3674853" y="2896562"/>
                  </a:lnTo>
                  <a:lnTo>
                    <a:pt x="3675353" y="2896562"/>
                  </a:lnTo>
                  <a:lnTo>
                    <a:pt x="3676228" y="2896562"/>
                  </a:lnTo>
                  <a:lnTo>
                    <a:pt x="3676854" y="2896562"/>
                  </a:lnTo>
                  <a:lnTo>
                    <a:pt x="3677354" y="2896562"/>
                  </a:lnTo>
                  <a:lnTo>
                    <a:pt x="3677854" y="2896562"/>
                  </a:lnTo>
                  <a:lnTo>
                    <a:pt x="3677979" y="2896562"/>
                  </a:lnTo>
                  <a:lnTo>
                    <a:pt x="3678104" y="2896562"/>
                  </a:lnTo>
                  <a:lnTo>
                    <a:pt x="3678229" y="2896562"/>
                  </a:lnTo>
                  <a:lnTo>
                    <a:pt x="3678729" y="2896562"/>
                  </a:lnTo>
                  <a:lnTo>
                    <a:pt x="3678854" y="2896562"/>
                  </a:lnTo>
                  <a:lnTo>
                    <a:pt x="3679229" y="2896562"/>
                  </a:lnTo>
                  <a:lnTo>
                    <a:pt x="3679480" y="2896562"/>
                  </a:lnTo>
                  <a:lnTo>
                    <a:pt x="3680730" y="2896562"/>
                  </a:lnTo>
                  <a:lnTo>
                    <a:pt x="3680980" y="2896562"/>
                  </a:lnTo>
                  <a:lnTo>
                    <a:pt x="3681230" y="2896562"/>
                  </a:lnTo>
                  <a:lnTo>
                    <a:pt x="3681355" y="2896562"/>
                  </a:lnTo>
                  <a:lnTo>
                    <a:pt x="3681480" y="2896562"/>
                  </a:lnTo>
                  <a:lnTo>
                    <a:pt x="3681980" y="2896562"/>
                  </a:lnTo>
                  <a:lnTo>
                    <a:pt x="3682105" y="2896562"/>
                  </a:lnTo>
                  <a:lnTo>
                    <a:pt x="3682230" y="2896562"/>
                  </a:lnTo>
                  <a:lnTo>
                    <a:pt x="3682481" y="2896562"/>
                  </a:lnTo>
                  <a:lnTo>
                    <a:pt x="3682606" y="2896562"/>
                  </a:lnTo>
                  <a:lnTo>
                    <a:pt x="3682731" y="2896562"/>
                  </a:lnTo>
                  <a:lnTo>
                    <a:pt x="3683481" y="2896562"/>
                  </a:lnTo>
                  <a:lnTo>
                    <a:pt x="3683856" y="2896562"/>
                  </a:lnTo>
                  <a:lnTo>
                    <a:pt x="3683981" y="2896562"/>
                  </a:lnTo>
                  <a:lnTo>
                    <a:pt x="3684106" y="2896562"/>
                  </a:lnTo>
                  <a:lnTo>
                    <a:pt x="3684356" y="2896562"/>
                  </a:lnTo>
                  <a:lnTo>
                    <a:pt x="3684606" y="2896562"/>
                  </a:lnTo>
                  <a:lnTo>
                    <a:pt x="3684731" y="2896562"/>
                  </a:lnTo>
                  <a:lnTo>
                    <a:pt x="3685106" y="2896562"/>
                  </a:lnTo>
                  <a:lnTo>
                    <a:pt x="3685231" y="2896562"/>
                  </a:lnTo>
                  <a:lnTo>
                    <a:pt x="3685482" y="2896562"/>
                  </a:lnTo>
                  <a:lnTo>
                    <a:pt x="3685857" y="2896562"/>
                  </a:lnTo>
                  <a:lnTo>
                    <a:pt x="3686107" y="2896562"/>
                  </a:lnTo>
                  <a:lnTo>
                    <a:pt x="3686232" y="2896562"/>
                  </a:lnTo>
                  <a:lnTo>
                    <a:pt x="3686732" y="2896562"/>
                  </a:lnTo>
                  <a:lnTo>
                    <a:pt x="3686857" y="2896562"/>
                  </a:lnTo>
                  <a:lnTo>
                    <a:pt x="3686982" y="2896562"/>
                  </a:lnTo>
                  <a:lnTo>
                    <a:pt x="3687107" y="2896562"/>
                  </a:lnTo>
                  <a:lnTo>
                    <a:pt x="3687482" y="2896562"/>
                  </a:lnTo>
                  <a:lnTo>
                    <a:pt x="3687607" y="2896562"/>
                  </a:lnTo>
                  <a:lnTo>
                    <a:pt x="3688858" y="2896562"/>
                  </a:lnTo>
                  <a:lnTo>
                    <a:pt x="3688983" y="2896562"/>
                  </a:lnTo>
                  <a:lnTo>
                    <a:pt x="3689108" y="2896562"/>
                  </a:lnTo>
                  <a:lnTo>
                    <a:pt x="3689733" y="2896562"/>
                  </a:lnTo>
                  <a:lnTo>
                    <a:pt x="3689858" y="2896562"/>
                  </a:lnTo>
                  <a:lnTo>
                    <a:pt x="3689858" y="2886608"/>
                  </a:lnTo>
                  <a:lnTo>
                    <a:pt x="3690108" y="2886608"/>
                  </a:lnTo>
                  <a:lnTo>
                    <a:pt x="3690233" y="2886608"/>
                  </a:lnTo>
                  <a:lnTo>
                    <a:pt x="3690608" y="2886608"/>
                  </a:lnTo>
                  <a:lnTo>
                    <a:pt x="3691233" y="2886608"/>
                  </a:lnTo>
                  <a:lnTo>
                    <a:pt x="3691359" y="2886608"/>
                  </a:lnTo>
                  <a:lnTo>
                    <a:pt x="3691484" y="2886608"/>
                  </a:lnTo>
                  <a:lnTo>
                    <a:pt x="3691734" y="2886608"/>
                  </a:lnTo>
                  <a:lnTo>
                    <a:pt x="3691859" y="2886608"/>
                  </a:lnTo>
                  <a:lnTo>
                    <a:pt x="3691984" y="2886608"/>
                  </a:lnTo>
                  <a:lnTo>
                    <a:pt x="3692109" y="2886608"/>
                  </a:lnTo>
                  <a:lnTo>
                    <a:pt x="3692609" y="2886608"/>
                  </a:lnTo>
                  <a:lnTo>
                    <a:pt x="3693359" y="2886608"/>
                  </a:lnTo>
                  <a:lnTo>
                    <a:pt x="3693734" y="2886608"/>
                  </a:lnTo>
                  <a:lnTo>
                    <a:pt x="3693984" y="2886608"/>
                  </a:lnTo>
                  <a:lnTo>
                    <a:pt x="3694610" y="2886608"/>
                  </a:lnTo>
                  <a:lnTo>
                    <a:pt x="3695235" y="2886608"/>
                  </a:lnTo>
                  <a:lnTo>
                    <a:pt x="3695860" y="2886608"/>
                  </a:lnTo>
                  <a:lnTo>
                    <a:pt x="3695985" y="2886608"/>
                  </a:lnTo>
                  <a:lnTo>
                    <a:pt x="3696110" y="2886608"/>
                  </a:lnTo>
                  <a:lnTo>
                    <a:pt x="3696235" y="2886608"/>
                  </a:lnTo>
                  <a:lnTo>
                    <a:pt x="3696360" y="2886608"/>
                  </a:lnTo>
                  <a:lnTo>
                    <a:pt x="3697235" y="2886608"/>
                  </a:lnTo>
                  <a:lnTo>
                    <a:pt x="3698236" y="2886608"/>
                  </a:lnTo>
                  <a:lnTo>
                    <a:pt x="3698361" y="2886608"/>
                  </a:lnTo>
                  <a:lnTo>
                    <a:pt x="3698486" y="2886608"/>
                  </a:lnTo>
                  <a:lnTo>
                    <a:pt x="3699236" y="2886608"/>
                  </a:lnTo>
                  <a:lnTo>
                    <a:pt x="3699361" y="2886608"/>
                  </a:lnTo>
                  <a:lnTo>
                    <a:pt x="3699611" y="2886608"/>
                  </a:lnTo>
                  <a:lnTo>
                    <a:pt x="3699736" y="2886608"/>
                  </a:lnTo>
                  <a:lnTo>
                    <a:pt x="3700111" y="2886608"/>
                  </a:lnTo>
                  <a:lnTo>
                    <a:pt x="3700487" y="2886608"/>
                  </a:lnTo>
                  <a:lnTo>
                    <a:pt x="3700862" y="2886608"/>
                  </a:lnTo>
                  <a:lnTo>
                    <a:pt x="3700987" y="2886608"/>
                  </a:lnTo>
                  <a:lnTo>
                    <a:pt x="3701237" y="2886608"/>
                  </a:lnTo>
                  <a:lnTo>
                    <a:pt x="3701362" y="2886608"/>
                  </a:lnTo>
                  <a:lnTo>
                    <a:pt x="3701612" y="2886608"/>
                  </a:lnTo>
                  <a:lnTo>
                    <a:pt x="3701737" y="2886608"/>
                  </a:lnTo>
                  <a:lnTo>
                    <a:pt x="3701862" y="2886608"/>
                  </a:lnTo>
                  <a:lnTo>
                    <a:pt x="3701987" y="2886608"/>
                  </a:lnTo>
                  <a:lnTo>
                    <a:pt x="3702112" y="2886608"/>
                  </a:lnTo>
                  <a:lnTo>
                    <a:pt x="3702237" y="2886608"/>
                  </a:lnTo>
                  <a:lnTo>
                    <a:pt x="3702362" y="2886608"/>
                  </a:lnTo>
                  <a:lnTo>
                    <a:pt x="3702612" y="2886608"/>
                  </a:lnTo>
                  <a:lnTo>
                    <a:pt x="3705613" y="2876654"/>
                  </a:lnTo>
                  <a:lnTo>
                    <a:pt x="3705738" y="2876654"/>
                  </a:lnTo>
                  <a:lnTo>
                    <a:pt x="3706113" y="2876654"/>
                  </a:lnTo>
                  <a:lnTo>
                    <a:pt x="3706364" y="2876654"/>
                  </a:lnTo>
                  <a:lnTo>
                    <a:pt x="3706739" y="2876654"/>
                  </a:lnTo>
                  <a:lnTo>
                    <a:pt x="3706864" y="2876654"/>
                  </a:lnTo>
                  <a:lnTo>
                    <a:pt x="3707114" y="2876654"/>
                  </a:lnTo>
                  <a:lnTo>
                    <a:pt x="3707489" y="2876654"/>
                  </a:lnTo>
                  <a:lnTo>
                    <a:pt x="3707614" y="2876654"/>
                  </a:lnTo>
                  <a:lnTo>
                    <a:pt x="3707989" y="2876654"/>
                  </a:lnTo>
                  <a:lnTo>
                    <a:pt x="3708114" y="2876654"/>
                  </a:lnTo>
                  <a:lnTo>
                    <a:pt x="3708239" y="2876654"/>
                  </a:lnTo>
                  <a:lnTo>
                    <a:pt x="3708364" y="2876654"/>
                  </a:lnTo>
                  <a:lnTo>
                    <a:pt x="3708489" y="2876654"/>
                  </a:lnTo>
                  <a:lnTo>
                    <a:pt x="3708864" y="2876654"/>
                  </a:lnTo>
                  <a:lnTo>
                    <a:pt x="3709114" y="2876654"/>
                  </a:lnTo>
                  <a:lnTo>
                    <a:pt x="3709365" y="2876654"/>
                  </a:lnTo>
                  <a:lnTo>
                    <a:pt x="3709990" y="2876654"/>
                  </a:lnTo>
                  <a:lnTo>
                    <a:pt x="3710115" y="2876654"/>
                  </a:lnTo>
                  <a:lnTo>
                    <a:pt x="3710240" y="2876654"/>
                  </a:lnTo>
                  <a:lnTo>
                    <a:pt x="3710615" y="2876654"/>
                  </a:lnTo>
                  <a:lnTo>
                    <a:pt x="3710865" y="2876654"/>
                  </a:lnTo>
                  <a:lnTo>
                    <a:pt x="3711240" y="2876654"/>
                  </a:lnTo>
                  <a:lnTo>
                    <a:pt x="3711365" y="2876654"/>
                  </a:lnTo>
                  <a:lnTo>
                    <a:pt x="3711490" y="2876654"/>
                  </a:lnTo>
                  <a:lnTo>
                    <a:pt x="3711865" y="2876654"/>
                  </a:lnTo>
                  <a:lnTo>
                    <a:pt x="3712366" y="2876654"/>
                  </a:lnTo>
                  <a:lnTo>
                    <a:pt x="3712866" y="2876654"/>
                  </a:lnTo>
                  <a:lnTo>
                    <a:pt x="3713491" y="2876654"/>
                  </a:lnTo>
                  <a:lnTo>
                    <a:pt x="3713616" y="2876654"/>
                  </a:lnTo>
                  <a:lnTo>
                    <a:pt x="3713741" y="2876654"/>
                  </a:lnTo>
                  <a:lnTo>
                    <a:pt x="3713866" y="2876654"/>
                  </a:lnTo>
                  <a:lnTo>
                    <a:pt x="3714241" y="2866700"/>
                  </a:lnTo>
                  <a:lnTo>
                    <a:pt x="3714616" y="2866700"/>
                  </a:lnTo>
                  <a:lnTo>
                    <a:pt x="3714866" y="2866700"/>
                  </a:lnTo>
                  <a:lnTo>
                    <a:pt x="3715241" y="2866700"/>
                  </a:lnTo>
                  <a:lnTo>
                    <a:pt x="3715617" y="2866700"/>
                  </a:lnTo>
                  <a:lnTo>
                    <a:pt x="3716117" y="2866700"/>
                  </a:lnTo>
                  <a:lnTo>
                    <a:pt x="3716617" y="2866700"/>
                  </a:lnTo>
                  <a:lnTo>
                    <a:pt x="3716992" y="2866700"/>
                  </a:lnTo>
                  <a:lnTo>
                    <a:pt x="3717367" y="2866700"/>
                  </a:lnTo>
                  <a:lnTo>
                    <a:pt x="3717492" y="2866700"/>
                  </a:lnTo>
                  <a:lnTo>
                    <a:pt x="3717617" y="2866700"/>
                  </a:lnTo>
                  <a:lnTo>
                    <a:pt x="3717742" y="2866700"/>
                  </a:lnTo>
                  <a:lnTo>
                    <a:pt x="3717867" y="2866700"/>
                  </a:lnTo>
                  <a:lnTo>
                    <a:pt x="3717992" y="2866700"/>
                  </a:lnTo>
                  <a:lnTo>
                    <a:pt x="3718117" y="2866700"/>
                  </a:lnTo>
                  <a:lnTo>
                    <a:pt x="3718493" y="2866700"/>
                  </a:lnTo>
                  <a:lnTo>
                    <a:pt x="3718993" y="2866700"/>
                  </a:lnTo>
                  <a:lnTo>
                    <a:pt x="3719118" y="2866700"/>
                  </a:lnTo>
                  <a:lnTo>
                    <a:pt x="3719243" y="2866700"/>
                  </a:lnTo>
                  <a:lnTo>
                    <a:pt x="3719743" y="2866700"/>
                  </a:lnTo>
                  <a:lnTo>
                    <a:pt x="3720368" y="2866700"/>
                  </a:lnTo>
                  <a:lnTo>
                    <a:pt x="3720493" y="2866700"/>
                  </a:lnTo>
                  <a:lnTo>
                    <a:pt x="3720868" y="2866700"/>
                  </a:lnTo>
                  <a:lnTo>
                    <a:pt x="3722119" y="2866700"/>
                  </a:lnTo>
                  <a:lnTo>
                    <a:pt x="3722494" y="2866700"/>
                  </a:lnTo>
                  <a:lnTo>
                    <a:pt x="3722619" y="2866700"/>
                  </a:lnTo>
                  <a:lnTo>
                    <a:pt x="3722744" y="2866700"/>
                  </a:lnTo>
                  <a:lnTo>
                    <a:pt x="3722994" y="2866700"/>
                  </a:lnTo>
                  <a:lnTo>
                    <a:pt x="3723494" y="2866700"/>
                  </a:lnTo>
                  <a:lnTo>
                    <a:pt x="3723619" y="2856747"/>
                  </a:lnTo>
                  <a:lnTo>
                    <a:pt x="3724119" y="2856747"/>
                  </a:lnTo>
                  <a:lnTo>
                    <a:pt x="3724495" y="2856747"/>
                  </a:lnTo>
                  <a:lnTo>
                    <a:pt x="3724745" y="2856747"/>
                  </a:lnTo>
                  <a:lnTo>
                    <a:pt x="3724870" y="2856747"/>
                  </a:lnTo>
                  <a:lnTo>
                    <a:pt x="3724995" y="2856747"/>
                  </a:lnTo>
                  <a:lnTo>
                    <a:pt x="3725120" y="2856747"/>
                  </a:lnTo>
                  <a:lnTo>
                    <a:pt x="3725495" y="2856747"/>
                  </a:lnTo>
                  <a:lnTo>
                    <a:pt x="3725620" y="2856747"/>
                  </a:lnTo>
                  <a:lnTo>
                    <a:pt x="3725745" y="2856747"/>
                  </a:lnTo>
                  <a:lnTo>
                    <a:pt x="3725995" y="2856747"/>
                  </a:lnTo>
                  <a:lnTo>
                    <a:pt x="3726745" y="2856747"/>
                  </a:lnTo>
                  <a:lnTo>
                    <a:pt x="3726995" y="2856747"/>
                  </a:lnTo>
                  <a:lnTo>
                    <a:pt x="3727120" y="2856747"/>
                  </a:lnTo>
                  <a:lnTo>
                    <a:pt x="3727246" y="2856747"/>
                  </a:lnTo>
                  <a:lnTo>
                    <a:pt x="3727371" y="2856747"/>
                  </a:lnTo>
                  <a:lnTo>
                    <a:pt x="3727496" y="2856747"/>
                  </a:lnTo>
                  <a:lnTo>
                    <a:pt x="3727746" y="2856747"/>
                  </a:lnTo>
                  <a:lnTo>
                    <a:pt x="3728121" y="2856747"/>
                  </a:lnTo>
                  <a:lnTo>
                    <a:pt x="3728371" y="2856747"/>
                  </a:lnTo>
                  <a:lnTo>
                    <a:pt x="3728496" y="2856747"/>
                  </a:lnTo>
                  <a:lnTo>
                    <a:pt x="3728746" y="2856747"/>
                  </a:lnTo>
                  <a:lnTo>
                    <a:pt x="3728871" y="2856747"/>
                  </a:lnTo>
                  <a:lnTo>
                    <a:pt x="3728996" y="2846793"/>
                  </a:lnTo>
                  <a:lnTo>
                    <a:pt x="3729246" y="2846793"/>
                  </a:lnTo>
                  <a:lnTo>
                    <a:pt x="3729746" y="2846793"/>
                  </a:lnTo>
                  <a:lnTo>
                    <a:pt x="3730121" y="2846793"/>
                  </a:lnTo>
                  <a:lnTo>
                    <a:pt x="3730372" y="2846793"/>
                  </a:lnTo>
                  <a:lnTo>
                    <a:pt x="3730622" y="2846793"/>
                  </a:lnTo>
                  <a:lnTo>
                    <a:pt x="3730872" y="2846793"/>
                  </a:lnTo>
                  <a:lnTo>
                    <a:pt x="3731247" y="2846793"/>
                  </a:lnTo>
                  <a:lnTo>
                    <a:pt x="3731372" y="2846793"/>
                  </a:lnTo>
                  <a:lnTo>
                    <a:pt x="3731497" y="2846793"/>
                  </a:lnTo>
                  <a:lnTo>
                    <a:pt x="3731872" y="2846793"/>
                  </a:lnTo>
                  <a:lnTo>
                    <a:pt x="3732247" y="2846793"/>
                  </a:lnTo>
                  <a:lnTo>
                    <a:pt x="3733122" y="2846793"/>
                  </a:lnTo>
                  <a:lnTo>
                    <a:pt x="3733248" y="2846793"/>
                  </a:lnTo>
                  <a:lnTo>
                    <a:pt x="3733373" y="2846793"/>
                  </a:lnTo>
                  <a:lnTo>
                    <a:pt x="3733498" y="2846793"/>
                  </a:lnTo>
                  <a:lnTo>
                    <a:pt x="3733623" y="2846793"/>
                  </a:lnTo>
                  <a:lnTo>
                    <a:pt x="3733748" y="2846793"/>
                  </a:lnTo>
                  <a:lnTo>
                    <a:pt x="3734498" y="2846793"/>
                  </a:lnTo>
                  <a:lnTo>
                    <a:pt x="3734623" y="2846793"/>
                  </a:lnTo>
                  <a:lnTo>
                    <a:pt x="3734873" y="2846793"/>
                  </a:lnTo>
                  <a:lnTo>
                    <a:pt x="3735248" y="2846793"/>
                  </a:lnTo>
                  <a:lnTo>
                    <a:pt x="3735623" y="2846793"/>
                  </a:lnTo>
                  <a:lnTo>
                    <a:pt x="3736249" y="2846793"/>
                  </a:lnTo>
                  <a:lnTo>
                    <a:pt x="3736374" y="2846793"/>
                  </a:lnTo>
                  <a:lnTo>
                    <a:pt x="3736499" y="2846793"/>
                  </a:lnTo>
                  <a:lnTo>
                    <a:pt x="3736624" y="2846793"/>
                  </a:lnTo>
                  <a:lnTo>
                    <a:pt x="3736999" y="2846793"/>
                  </a:lnTo>
                  <a:lnTo>
                    <a:pt x="3737124" y="2846793"/>
                  </a:lnTo>
                  <a:lnTo>
                    <a:pt x="3737374" y="2846793"/>
                  </a:lnTo>
                  <a:lnTo>
                    <a:pt x="3737624" y="2846793"/>
                  </a:lnTo>
                  <a:lnTo>
                    <a:pt x="3737749" y="2846793"/>
                  </a:lnTo>
                  <a:lnTo>
                    <a:pt x="3738374" y="2836839"/>
                  </a:lnTo>
                  <a:lnTo>
                    <a:pt x="3738499" y="2836839"/>
                  </a:lnTo>
                  <a:lnTo>
                    <a:pt x="3738624" y="2836839"/>
                  </a:lnTo>
                  <a:lnTo>
                    <a:pt x="3738749" y="2836839"/>
                  </a:lnTo>
                  <a:lnTo>
                    <a:pt x="3738999" y="2836839"/>
                  </a:lnTo>
                  <a:lnTo>
                    <a:pt x="3739750" y="2836839"/>
                  </a:lnTo>
                  <a:lnTo>
                    <a:pt x="3739875" y="2836839"/>
                  </a:lnTo>
                  <a:lnTo>
                    <a:pt x="3740125" y="2836839"/>
                  </a:lnTo>
                  <a:lnTo>
                    <a:pt x="3740625" y="2836839"/>
                  </a:lnTo>
                  <a:lnTo>
                    <a:pt x="3740875" y="2836839"/>
                  </a:lnTo>
                  <a:lnTo>
                    <a:pt x="3741375" y="2836839"/>
                  </a:lnTo>
                  <a:lnTo>
                    <a:pt x="3741625" y="2836839"/>
                  </a:lnTo>
                  <a:lnTo>
                    <a:pt x="3741875" y="2836839"/>
                  </a:lnTo>
                  <a:lnTo>
                    <a:pt x="3742000" y="2836839"/>
                  </a:lnTo>
                  <a:lnTo>
                    <a:pt x="3742125" y="2836839"/>
                  </a:lnTo>
                  <a:lnTo>
                    <a:pt x="3742376" y="2836839"/>
                  </a:lnTo>
                  <a:lnTo>
                    <a:pt x="3742876" y="2826885"/>
                  </a:lnTo>
                  <a:lnTo>
                    <a:pt x="3743126" y="2826885"/>
                  </a:lnTo>
                  <a:lnTo>
                    <a:pt x="3743251" y="2826885"/>
                  </a:lnTo>
                  <a:lnTo>
                    <a:pt x="3743626" y="2826885"/>
                  </a:lnTo>
                  <a:lnTo>
                    <a:pt x="3744251" y="2826885"/>
                  </a:lnTo>
                  <a:lnTo>
                    <a:pt x="3744501" y="2826885"/>
                  </a:lnTo>
                  <a:lnTo>
                    <a:pt x="3745377" y="2826885"/>
                  </a:lnTo>
                  <a:lnTo>
                    <a:pt x="3745502" y="2826885"/>
                  </a:lnTo>
                  <a:lnTo>
                    <a:pt x="3745627" y="2826885"/>
                  </a:lnTo>
                  <a:lnTo>
                    <a:pt x="3745752" y="2826885"/>
                  </a:lnTo>
                  <a:lnTo>
                    <a:pt x="3745877" y="2826885"/>
                  </a:lnTo>
                  <a:lnTo>
                    <a:pt x="3746127" y="2826885"/>
                  </a:lnTo>
                  <a:lnTo>
                    <a:pt x="3746252" y="2826885"/>
                  </a:lnTo>
                  <a:lnTo>
                    <a:pt x="3746377" y="2826885"/>
                  </a:lnTo>
                  <a:lnTo>
                    <a:pt x="3746502" y="2826885"/>
                  </a:lnTo>
                  <a:lnTo>
                    <a:pt x="3746752" y="2826885"/>
                  </a:lnTo>
                  <a:lnTo>
                    <a:pt x="3747002" y="2826885"/>
                  </a:lnTo>
                  <a:lnTo>
                    <a:pt x="3747127" y="2826885"/>
                  </a:lnTo>
                  <a:lnTo>
                    <a:pt x="3747252" y="2826885"/>
                  </a:lnTo>
                  <a:lnTo>
                    <a:pt x="3747377" y="2826885"/>
                  </a:lnTo>
                  <a:lnTo>
                    <a:pt x="3747502" y="2826885"/>
                  </a:lnTo>
                  <a:lnTo>
                    <a:pt x="3748127" y="2826885"/>
                  </a:lnTo>
                  <a:lnTo>
                    <a:pt x="3749878" y="2826885"/>
                  </a:lnTo>
                  <a:lnTo>
                    <a:pt x="3750003" y="2826885"/>
                  </a:lnTo>
                  <a:lnTo>
                    <a:pt x="3750253" y="2816931"/>
                  </a:lnTo>
                  <a:lnTo>
                    <a:pt x="3750378" y="2816931"/>
                  </a:lnTo>
                  <a:lnTo>
                    <a:pt x="3750628" y="2816931"/>
                  </a:lnTo>
                  <a:lnTo>
                    <a:pt x="3750753" y="2816931"/>
                  </a:lnTo>
                  <a:lnTo>
                    <a:pt x="3750878" y="2816931"/>
                  </a:lnTo>
                  <a:lnTo>
                    <a:pt x="3751003" y="2816931"/>
                  </a:lnTo>
                  <a:lnTo>
                    <a:pt x="3751128" y="2816931"/>
                  </a:lnTo>
                  <a:lnTo>
                    <a:pt x="3751379" y="2816931"/>
                  </a:lnTo>
                  <a:lnTo>
                    <a:pt x="3751504" y="2816931"/>
                  </a:lnTo>
                  <a:lnTo>
                    <a:pt x="3752254" y="2816931"/>
                  </a:lnTo>
                  <a:lnTo>
                    <a:pt x="3753004" y="2816931"/>
                  </a:lnTo>
                  <a:lnTo>
                    <a:pt x="3753129" y="2816931"/>
                  </a:lnTo>
                  <a:lnTo>
                    <a:pt x="3753254" y="2816931"/>
                  </a:lnTo>
                  <a:lnTo>
                    <a:pt x="3753379" y="2816931"/>
                  </a:lnTo>
                  <a:lnTo>
                    <a:pt x="3753879" y="2816931"/>
                  </a:lnTo>
                  <a:lnTo>
                    <a:pt x="3754129" y="2816931"/>
                  </a:lnTo>
                  <a:lnTo>
                    <a:pt x="3754505" y="2816931"/>
                  </a:lnTo>
                  <a:lnTo>
                    <a:pt x="3754755" y="2816931"/>
                  </a:lnTo>
                  <a:lnTo>
                    <a:pt x="3754880" y="2816931"/>
                  </a:lnTo>
                  <a:lnTo>
                    <a:pt x="3755130" y="2816931"/>
                  </a:lnTo>
                  <a:lnTo>
                    <a:pt x="3755380" y="2816931"/>
                  </a:lnTo>
                  <a:lnTo>
                    <a:pt x="3755505" y="2816931"/>
                  </a:lnTo>
                  <a:lnTo>
                    <a:pt x="3755630" y="2816931"/>
                  </a:lnTo>
                  <a:lnTo>
                    <a:pt x="3756255" y="2816931"/>
                  </a:lnTo>
                  <a:lnTo>
                    <a:pt x="3756380" y="2816931"/>
                  </a:lnTo>
                  <a:lnTo>
                    <a:pt x="3757256" y="2816931"/>
                  </a:lnTo>
                  <a:lnTo>
                    <a:pt x="3757381" y="2816931"/>
                  </a:lnTo>
                  <a:lnTo>
                    <a:pt x="3757631" y="2816931"/>
                  </a:lnTo>
                  <a:lnTo>
                    <a:pt x="3757756" y="2816931"/>
                  </a:lnTo>
                  <a:lnTo>
                    <a:pt x="3757881" y="2816931"/>
                  </a:lnTo>
                  <a:lnTo>
                    <a:pt x="3758256" y="2816931"/>
                  </a:lnTo>
                  <a:lnTo>
                    <a:pt x="3758381" y="2816931"/>
                  </a:lnTo>
                  <a:lnTo>
                    <a:pt x="3758506" y="2816931"/>
                  </a:lnTo>
                  <a:lnTo>
                    <a:pt x="3758756" y="2816931"/>
                  </a:lnTo>
                  <a:lnTo>
                    <a:pt x="3758881" y="2816931"/>
                  </a:lnTo>
                  <a:lnTo>
                    <a:pt x="3759881" y="2816931"/>
                  </a:lnTo>
                  <a:lnTo>
                    <a:pt x="3760131" y="2816931"/>
                  </a:lnTo>
                  <a:lnTo>
                    <a:pt x="3760757" y="2816931"/>
                  </a:lnTo>
                  <a:lnTo>
                    <a:pt x="3761007" y="2816931"/>
                  </a:lnTo>
                  <a:lnTo>
                    <a:pt x="3761132" y="2816931"/>
                  </a:lnTo>
                  <a:lnTo>
                    <a:pt x="3761507" y="2806977"/>
                  </a:lnTo>
                  <a:lnTo>
                    <a:pt x="3761757" y="2797024"/>
                  </a:lnTo>
                  <a:lnTo>
                    <a:pt x="3761882" y="2797024"/>
                  </a:lnTo>
                  <a:lnTo>
                    <a:pt x="3762132" y="2797024"/>
                  </a:lnTo>
                  <a:lnTo>
                    <a:pt x="3762507" y="2797024"/>
                  </a:lnTo>
                  <a:lnTo>
                    <a:pt x="3762632" y="2797024"/>
                  </a:lnTo>
                  <a:lnTo>
                    <a:pt x="3763258" y="2797024"/>
                  </a:lnTo>
                  <a:lnTo>
                    <a:pt x="3763758" y="2797024"/>
                  </a:lnTo>
                  <a:lnTo>
                    <a:pt x="3763883" y="2797024"/>
                  </a:lnTo>
                  <a:lnTo>
                    <a:pt x="3764008" y="2797024"/>
                  </a:lnTo>
                  <a:lnTo>
                    <a:pt x="3764133" y="2797024"/>
                  </a:lnTo>
                  <a:lnTo>
                    <a:pt x="3764258" y="2797024"/>
                  </a:lnTo>
                  <a:lnTo>
                    <a:pt x="3764758" y="2797024"/>
                  </a:lnTo>
                  <a:lnTo>
                    <a:pt x="3765383" y="2797024"/>
                  </a:lnTo>
                  <a:lnTo>
                    <a:pt x="3765508" y="2797024"/>
                  </a:lnTo>
                  <a:lnTo>
                    <a:pt x="3765633" y="2797024"/>
                  </a:lnTo>
                  <a:lnTo>
                    <a:pt x="3765758" y="2797024"/>
                  </a:lnTo>
                  <a:lnTo>
                    <a:pt x="3765883" y="2797024"/>
                  </a:lnTo>
                  <a:lnTo>
                    <a:pt x="3766134" y="2797024"/>
                  </a:lnTo>
                  <a:lnTo>
                    <a:pt x="3766384" y="2797024"/>
                  </a:lnTo>
                  <a:lnTo>
                    <a:pt x="3766509" y="2797024"/>
                  </a:lnTo>
                  <a:lnTo>
                    <a:pt x="3766634" y="2797024"/>
                  </a:lnTo>
                  <a:lnTo>
                    <a:pt x="3766884" y="2797024"/>
                  </a:lnTo>
                  <a:lnTo>
                    <a:pt x="3767009" y="2797024"/>
                  </a:lnTo>
                  <a:lnTo>
                    <a:pt x="3767509" y="2797024"/>
                  </a:lnTo>
                  <a:lnTo>
                    <a:pt x="3767634" y="2797024"/>
                  </a:lnTo>
                  <a:lnTo>
                    <a:pt x="3768509" y="2797024"/>
                  </a:lnTo>
                  <a:lnTo>
                    <a:pt x="3768634" y="2797024"/>
                  </a:lnTo>
                  <a:lnTo>
                    <a:pt x="3768884" y="2797024"/>
                  </a:lnTo>
                  <a:lnTo>
                    <a:pt x="3769510" y="2797024"/>
                  </a:lnTo>
                  <a:lnTo>
                    <a:pt x="3769760" y="2797024"/>
                  </a:lnTo>
                  <a:lnTo>
                    <a:pt x="3769885" y="2797024"/>
                  </a:lnTo>
                  <a:lnTo>
                    <a:pt x="3770010" y="2797024"/>
                  </a:lnTo>
                  <a:lnTo>
                    <a:pt x="3770135" y="2797024"/>
                  </a:lnTo>
                  <a:lnTo>
                    <a:pt x="3770260" y="2797024"/>
                  </a:lnTo>
                  <a:lnTo>
                    <a:pt x="3770635" y="2797024"/>
                  </a:lnTo>
                  <a:lnTo>
                    <a:pt x="3771010" y="2787070"/>
                  </a:lnTo>
                  <a:lnTo>
                    <a:pt x="3771135" y="2787070"/>
                  </a:lnTo>
                  <a:lnTo>
                    <a:pt x="3771510" y="2787070"/>
                  </a:lnTo>
                  <a:lnTo>
                    <a:pt x="3771885" y="2787070"/>
                  </a:lnTo>
                  <a:lnTo>
                    <a:pt x="3772010" y="2787070"/>
                  </a:lnTo>
                  <a:lnTo>
                    <a:pt x="3772261" y="2787070"/>
                  </a:lnTo>
                  <a:lnTo>
                    <a:pt x="3772886" y="2787070"/>
                  </a:lnTo>
                  <a:lnTo>
                    <a:pt x="3773511" y="2787070"/>
                  </a:lnTo>
                  <a:lnTo>
                    <a:pt x="3773761" y="2787070"/>
                  </a:lnTo>
                  <a:lnTo>
                    <a:pt x="3773886" y="2787070"/>
                  </a:lnTo>
                  <a:lnTo>
                    <a:pt x="3774011" y="2787070"/>
                  </a:lnTo>
                  <a:lnTo>
                    <a:pt x="3774136" y="2787070"/>
                  </a:lnTo>
                  <a:lnTo>
                    <a:pt x="3774511" y="2787070"/>
                  </a:lnTo>
                  <a:lnTo>
                    <a:pt x="3775262" y="2787070"/>
                  </a:lnTo>
                  <a:lnTo>
                    <a:pt x="3775387" y="2787070"/>
                  </a:lnTo>
                  <a:lnTo>
                    <a:pt x="3775637" y="2787070"/>
                  </a:lnTo>
                  <a:lnTo>
                    <a:pt x="3775762" y="2787070"/>
                  </a:lnTo>
                  <a:lnTo>
                    <a:pt x="3776137" y="2787070"/>
                  </a:lnTo>
                  <a:lnTo>
                    <a:pt x="3776387" y="2787070"/>
                  </a:lnTo>
                  <a:lnTo>
                    <a:pt x="3776887" y="2787070"/>
                  </a:lnTo>
                  <a:lnTo>
                    <a:pt x="3777262" y="2787070"/>
                  </a:lnTo>
                  <a:lnTo>
                    <a:pt x="3777387" y="2787070"/>
                  </a:lnTo>
                  <a:lnTo>
                    <a:pt x="3777637" y="2787070"/>
                  </a:lnTo>
                  <a:lnTo>
                    <a:pt x="3777762" y="2787070"/>
                  </a:lnTo>
                  <a:lnTo>
                    <a:pt x="3777887" y="2787070"/>
                  </a:lnTo>
                  <a:lnTo>
                    <a:pt x="3778012" y="2787070"/>
                  </a:lnTo>
                  <a:lnTo>
                    <a:pt x="3778263" y="2787070"/>
                  </a:lnTo>
                  <a:lnTo>
                    <a:pt x="3779763" y="2787070"/>
                  </a:lnTo>
                  <a:lnTo>
                    <a:pt x="3779888" y="2787070"/>
                  </a:lnTo>
                  <a:lnTo>
                    <a:pt x="3780013" y="2787070"/>
                  </a:lnTo>
                  <a:lnTo>
                    <a:pt x="3780263" y="2787070"/>
                  </a:lnTo>
                  <a:lnTo>
                    <a:pt x="3780513" y="2787070"/>
                  </a:lnTo>
                  <a:lnTo>
                    <a:pt x="3780763" y="2777116"/>
                  </a:lnTo>
                  <a:lnTo>
                    <a:pt x="3780888" y="2777116"/>
                  </a:lnTo>
                  <a:lnTo>
                    <a:pt x="3781013" y="2767162"/>
                  </a:lnTo>
                  <a:lnTo>
                    <a:pt x="3781139" y="2767162"/>
                  </a:lnTo>
                  <a:lnTo>
                    <a:pt x="3781264" y="2767162"/>
                  </a:lnTo>
                  <a:lnTo>
                    <a:pt x="3782514" y="2767162"/>
                  </a:lnTo>
                  <a:lnTo>
                    <a:pt x="3783014" y="2767162"/>
                  </a:lnTo>
                  <a:lnTo>
                    <a:pt x="3783264" y="2767162"/>
                  </a:lnTo>
                  <a:lnTo>
                    <a:pt x="3783389" y="2767162"/>
                  </a:lnTo>
                  <a:lnTo>
                    <a:pt x="3783639" y="2767162"/>
                  </a:lnTo>
                  <a:lnTo>
                    <a:pt x="3783889" y="2767162"/>
                  </a:lnTo>
                  <a:lnTo>
                    <a:pt x="3784014" y="2767162"/>
                  </a:lnTo>
                  <a:lnTo>
                    <a:pt x="3784140" y="2767162"/>
                  </a:lnTo>
                  <a:lnTo>
                    <a:pt x="3785015" y="2767162"/>
                  </a:lnTo>
                  <a:lnTo>
                    <a:pt x="3785140" y="2767162"/>
                  </a:lnTo>
                  <a:lnTo>
                    <a:pt x="3785265" y="2767162"/>
                  </a:lnTo>
                  <a:lnTo>
                    <a:pt x="3785390" y="2767162"/>
                  </a:lnTo>
                  <a:lnTo>
                    <a:pt x="3785515" y="2767162"/>
                  </a:lnTo>
                  <a:lnTo>
                    <a:pt x="3785765" y="2767162"/>
                  </a:lnTo>
                  <a:lnTo>
                    <a:pt x="3786015" y="2767162"/>
                  </a:lnTo>
                  <a:lnTo>
                    <a:pt x="3786140" y="2767162"/>
                  </a:lnTo>
                  <a:lnTo>
                    <a:pt x="3786390" y="2767162"/>
                  </a:lnTo>
                  <a:lnTo>
                    <a:pt x="3786515" y="2767162"/>
                  </a:lnTo>
                  <a:lnTo>
                    <a:pt x="3786640" y="2767162"/>
                  </a:lnTo>
                  <a:lnTo>
                    <a:pt x="3786765" y="2767162"/>
                  </a:lnTo>
                  <a:lnTo>
                    <a:pt x="3787641" y="2767162"/>
                  </a:lnTo>
                  <a:lnTo>
                    <a:pt x="3787766" y="2767162"/>
                  </a:lnTo>
                  <a:lnTo>
                    <a:pt x="3787891" y="2767162"/>
                  </a:lnTo>
                  <a:lnTo>
                    <a:pt x="3788141" y="2767162"/>
                  </a:lnTo>
                  <a:lnTo>
                    <a:pt x="3788891" y="2767162"/>
                  </a:lnTo>
                  <a:lnTo>
                    <a:pt x="3789016" y="2767162"/>
                  </a:lnTo>
                  <a:lnTo>
                    <a:pt x="3789141" y="2767162"/>
                  </a:lnTo>
                  <a:lnTo>
                    <a:pt x="3789266" y="2767162"/>
                  </a:lnTo>
                  <a:lnTo>
                    <a:pt x="3789891" y="2767162"/>
                  </a:lnTo>
                  <a:lnTo>
                    <a:pt x="3790267" y="2767162"/>
                  </a:lnTo>
                  <a:lnTo>
                    <a:pt x="3790517" y="2767162"/>
                  </a:lnTo>
                  <a:lnTo>
                    <a:pt x="3791017" y="2767162"/>
                  </a:lnTo>
                  <a:lnTo>
                    <a:pt x="3791142" y="2767162"/>
                  </a:lnTo>
                  <a:lnTo>
                    <a:pt x="3791392" y="2767162"/>
                  </a:lnTo>
                  <a:lnTo>
                    <a:pt x="3791517" y="2767162"/>
                  </a:lnTo>
                  <a:lnTo>
                    <a:pt x="3791767" y="2767162"/>
                  </a:lnTo>
                  <a:lnTo>
                    <a:pt x="3792142" y="2767162"/>
                  </a:lnTo>
                  <a:lnTo>
                    <a:pt x="3792642" y="2767162"/>
                  </a:lnTo>
                  <a:lnTo>
                    <a:pt x="3793017" y="2767162"/>
                  </a:lnTo>
                  <a:lnTo>
                    <a:pt x="3793143" y="2767162"/>
                  </a:lnTo>
                  <a:lnTo>
                    <a:pt x="3793268" y="2767162"/>
                  </a:lnTo>
                  <a:lnTo>
                    <a:pt x="3793393" y="2767162"/>
                  </a:lnTo>
                  <a:lnTo>
                    <a:pt x="3793518" y="2767162"/>
                  </a:lnTo>
                  <a:lnTo>
                    <a:pt x="3793643" y="2767162"/>
                  </a:lnTo>
                  <a:lnTo>
                    <a:pt x="3794143" y="2767162"/>
                  </a:lnTo>
                  <a:lnTo>
                    <a:pt x="3794518" y="2767162"/>
                  </a:lnTo>
                  <a:lnTo>
                    <a:pt x="3794518" y="2757208"/>
                  </a:lnTo>
                  <a:lnTo>
                    <a:pt x="3795143" y="2757208"/>
                  </a:lnTo>
                  <a:lnTo>
                    <a:pt x="3795268" y="2757208"/>
                  </a:lnTo>
                  <a:lnTo>
                    <a:pt x="3796269" y="2757208"/>
                  </a:lnTo>
                  <a:lnTo>
                    <a:pt x="3796394" y="2757208"/>
                  </a:lnTo>
                  <a:lnTo>
                    <a:pt x="3796519" y="2757208"/>
                  </a:lnTo>
                  <a:lnTo>
                    <a:pt x="3796769" y="2757208"/>
                  </a:lnTo>
                  <a:lnTo>
                    <a:pt x="3796894" y="2757208"/>
                  </a:lnTo>
                  <a:lnTo>
                    <a:pt x="3797019" y="2757208"/>
                  </a:lnTo>
                  <a:lnTo>
                    <a:pt x="3797269" y="2757208"/>
                  </a:lnTo>
                  <a:lnTo>
                    <a:pt x="3798144" y="2757208"/>
                  </a:lnTo>
                  <a:lnTo>
                    <a:pt x="3798519" y="2757208"/>
                  </a:lnTo>
                  <a:lnTo>
                    <a:pt x="3798769" y="2757208"/>
                  </a:lnTo>
                  <a:lnTo>
                    <a:pt x="3798894" y="2757208"/>
                  </a:lnTo>
                  <a:lnTo>
                    <a:pt x="3799019" y="2757208"/>
                  </a:lnTo>
                  <a:lnTo>
                    <a:pt x="3799895" y="2757208"/>
                  </a:lnTo>
                  <a:lnTo>
                    <a:pt x="3800145" y="2757208"/>
                  </a:lnTo>
                  <a:lnTo>
                    <a:pt x="3800520" y="2757208"/>
                  </a:lnTo>
                  <a:lnTo>
                    <a:pt x="3800645" y="2757208"/>
                  </a:lnTo>
                  <a:lnTo>
                    <a:pt x="3800770" y="2757208"/>
                  </a:lnTo>
                  <a:lnTo>
                    <a:pt x="3800895" y="2757208"/>
                  </a:lnTo>
                  <a:lnTo>
                    <a:pt x="3801020" y="2757208"/>
                  </a:lnTo>
                  <a:lnTo>
                    <a:pt x="3801270" y="2757208"/>
                  </a:lnTo>
                  <a:lnTo>
                    <a:pt x="3801645" y="2747255"/>
                  </a:lnTo>
                  <a:lnTo>
                    <a:pt x="3801770" y="2747255"/>
                  </a:lnTo>
                  <a:lnTo>
                    <a:pt x="3802020" y="2747255"/>
                  </a:lnTo>
                  <a:lnTo>
                    <a:pt x="3802521" y="2747255"/>
                  </a:lnTo>
                  <a:lnTo>
                    <a:pt x="3802646" y="2747255"/>
                  </a:lnTo>
                  <a:lnTo>
                    <a:pt x="3802771" y="2747255"/>
                  </a:lnTo>
                  <a:lnTo>
                    <a:pt x="3803396" y="2747255"/>
                  </a:lnTo>
                  <a:lnTo>
                    <a:pt x="3803646" y="2747255"/>
                  </a:lnTo>
                  <a:lnTo>
                    <a:pt x="3803771" y="2747255"/>
                  </a:lnTo>
                  <a:lnTo>
                    <a:pt x="3804146" y="2747255"/>
                  </a:lnTo>
                  <a:lnTo>
                    <a:pt x="3804271" y="2747255"/>
                  </a:lnTo>
                  <a:lnTo>
                    <a:pt x="3804771" y="2747255"/>
                  </a:lnTo>
                  <a:lnTo>
                    <a:pt x="3804896" y="2747255"/>
                  </a:lnTo>
                  <a:lnTo>
                    <a:pt x="3805147" y="2747255"/>
                  </a:lnTo>
                  <a:lnTo>
                    <a:pt x="3805397" y="2747255"/>
                  </a:lnTo>
                  <a:lnTo>
                    <a:pt x="3806022" y="2747255"/>
                  </a:lnTo>
                  <a:lnTo>
                    <a:pt x="3806147" y="2747255"/>
                  </a:lnTo>
                  <a:lnTo>
                    <a:pt x="3806272" y="2747255"/>
                  </a:lnTo>
                  <a:lnTo>
                    <a:pt x="3806397" y="2747255"/>
                  </a:lnTo>
                  <a:lnTo>
                    <a:pt x="3806397" y="2737301"/>
                  </a:lnTo>
                  <a:lnTo>
                    <a:pt x="3806772" y="2737301"/>
                  </a:lnTo>
                  <a:lnTo>
                    <a:pt x="3806897" y="2737301"/>
                  </a:lnTo>
                  <a:lnTo>
                    <a:pt x="3807397" y="2737301"/>
                  </a:lnTo>
                  <a:lnTo>
                    <a:pt x="3807647" y="2727347"/>
                  </a:lnTo>
                  <a:lnTo>
                    <a:pt x="3807772" y="2727347"/>
                  </a:lnTo>
                  <a:lnTo>
                    <a:pt x="3808148" y="2727347"/>
                  </a:lnTo>
                  <a:lnTo>
                    <a:pt x="3808273" y="2727347"/>
                  </a:lnTo>
                  <a:lnTo>
                    <a:pt x="3808773" y="2727347"/>
                  </a:lnTo>
                  <a:lnTo>
                    <a:pt x="3809148" y="2727347"/>
                  </a:lnTo>
                  <a:lnTo>
                    <a:pt x="3809523" y="2727347"/>
                  </a:lnTo>
                  <a:lnTo>
                    <a:pt x="3810023" y="2727347"/>
                  </a:lnTo>
                  <a:lnTo>
                    <a:pt x="3810148" y="2727347"/>
                  </a:lnTo>
                  <a:lnTo>
                    <a:pt x="3810398" y="2727347"/>
                  </a:lnTo>
                  <a:lnTo>
                    <a:pt x="3811149" y="2727347"/>
                  </a:lnTo>
                  <a:lnTo>
                    <a:pt x="3811524" y="2727347"/>
                  </a:lnTo>
                  <a:lnTo>
                    <a:pt x="3811649" y="2727347"/>
                  </a:lnTo>
                  <a:lnTo>
                    <a:pt x="3812649" y="2727347"/>
                  </a:lnTo>
                  <a:lnTo>
                    <a:pt x="3813024" y="2727347"/>
                  </a:lnTo>
                  <a:lnTo>
                    <a:pt x="3813274" y="2727347"/>
                  </a:lnTo>
                  <a:lnTo>
                    <a:pt x="3813899" y="2727347"/>
                  </a:lnTo>
                  <a:lnTo>
                    <a:pt x="3814025" y="2727347"/>
                  </a:lnTo>
                  <a:lnTo>
                    <a:pt x="3814275" y="2727347"/>
                  </a:lnTo>
                  <a:lnTo>
                    <a:pt x="3814400" y="2727347"/>
                  </a:lnTo>
                  <a:lnTo>
                    <a:pt x="3815025" y="2727347"/>
                  </a:lnTo>
                  <a:lnTo>
                    <a:pt x="3815275" y="2727347"/>
                  </a:lnTo>
                  <a:lnTo>
                    <a:pt x="3815775" y="2727347"/>
                  </a:lnTo>
                  <a:lnTo>
                    <a:pt x="3815900" y="2727347"/>
                  </a:lnTo>
                  <a:lnTo>
                    <a:pt x="3816025" y="2727347"/>
                  </a:lnTo>
                  <a:lnTo>
                    <a:pt x="3816150" y="2727347"/>
                  </a:lnTo>
                  <a:lnTo>
                    <a:pt x="3816275" y="2727347"/>
                  </a:lnTo>
                  <a:lnTo>
                    <a:pt x="3816400" y="2727347"/>
                  </a:lnTo>
                  <a:lnTo>
                    <a:pt x="3816650" y="2727347"/>
                  </a:lnTo>
                  <a:lnTo>
                    <a:pt x="3816900" y="2727347"/>
                  </a:lnTo>
                  <a:lnTo>
                    <a:pt x="3817026" y="2727347"/>
                  </a:lnTo>
                  <a:lnTo>
                    <a:pt x="3817151" y="2727347"/>
                  </a:lnTo>
                  <a:lnTo>
                    <a:pt x="3817401" y="2727347"/>
                  </a:lnTo>
                  <a:lnTo>
                    <a:pt x="3817526" y="2727347"/>
                  </a:lnTo>
                  <a:lnTo>
                    <a:pt x="3817651" y="2727347"/>
                  </a:lnTo>
                  <a:lnTo>
                    <a:pt x="3817901" y="2727347"/>
                  </a:lnTo>
                  <a:lnTo>
                    <a:pt x="3818276" y="2727347"/>
                  </a:lnTo>
                  <a:lnTo>
                    <a:pt x="3818401" y="2727347"/>
                  </a:lnTo>
                  <a:lnTo>
                    <a:pt x="3818526" y="2727347"/>
                  </a:lnTo>
                  <a:lnTo>
                    <a:pt x="3818651" y="2727347"/>
                  </a:lnTo>
                  <a:lnTo>
                    <a:pt x="3819026" y="2717393"/>
                  </a:lnTo>
                  <a:lnTo>
                    <a:pt x="3819276" y="2717393"/>
                  </a:lnTo>
                  <a:lnTo>
                    <a:pt x="3819401" y="2717393"/>
                  </a:lnTo>
                  <a:lnTo>
                    <a:pt x="3820152" y="2717393"/>
                  </a:lnTo>
                  <a:lnTo>
                    <a:pt x="3820277" y="2717393"/>
                  </a:lnTo>
                  <a:lnTo>
                    <a:pt x="3820652" y="2717393"/>
                  </a:lnTo>
                  <a:lnTo>
                    <a:pt x="3821277" y="2717393"/>
                  </a:lnTo>
                  <a:lnTo>
                    <a:pt x="3821652" y="2717393"/>
                  </a:lnTo>
                  <a:lnTo>
                    <a:pt x="3821777" y="2717393"/>
                  </a:lnTo>
                  <a:lnTo>
                    <a:pt x="3822152" y="2717393"/>
                  </a:lnTo>
                  <a:lnTo>
                    <a:pt x="3822402" y="2717393"/>
                  </a:lnTo>
                  <a:lnTo>
                    <a:pt x="3823028" y="2717393"/>
                  </a:lnTo>
                  <a:lnTo>
                    <a:pt x="3823153" y="2717393"/>
                  </a:lnTo>
                  <a:lnTo>
                    <a:pt x="3823278" y="2717393"/>
                  </a:lnTo>
                  <a:lnTo>
                    <a:pt x="3823778" y="2717393"/>
                  </a:lnTo>
                  <a:lnTo>
                    <a:pt x="3824153" y="2717393"/>
                  </a:lnTo>
                  <a:lnTo>
                    <a:pt x="3824278" y="2717393"/>
                  </a:lnTo>
                  <a:lnTo>
                    <a:pt x="3824403" y="2717393"/>
                  </a:lnTo>
                  <a:lnTo>
                    <a:pt x="3828654" y="2717393"/>
                  </a:lnTo>
                  <a:lnTo>
                    <a:pt x="3829155" y="2717393"/>
                  </a:lnTo>
                  <a:lnTo>
                    <a:pt x="3829280" y="2717393"/>
                  </a:lnTo>
                  <a:lnTo>
                    <a:pt x="3829405" y="2717393"/>
                  </a:lnTo>
                  <a:lnTo>
                    <a:pt x="3829530" y="2717393"/>
                  </a:lnTo>
                  <a:lnTo>
                    <a:pt x="3829780" y="2717393"/>
                  </a:lnTo>
                  <a:lnTo>
                    <a:pt x="3830530" y="2717393"/>
                  </a:lnTo>
                  <a:lnTo>
                    <a:pt x="3830655" y="2717393"/>
                  </a:lnTo>
                  <a:lnTo>
                    <a:pt x="3831030" y="2717393"/>
                  </a:lnTo>
                  <a:lnTo>
                    <a:pt x="3831405" y="2717393"/>
                  </a:lnTo>
                  <a:lnTo>
                    <a:pt x="3831530" y="2717393"/>
                  </a:lnTo>
                  <a:lnTo>
                    <a:pt x="3831655" y="2717393"/>
                  </a:lnTo>
                  <a:lnTo>
                    <a:pt x="3831780" y="2717393"/>
                  </a:lnTo>
                  <a:lnTo>
                    <a:pt x="3832031" y="2717393"/>
                  </a:lnTo>
                  <a:lnTo>
                    <a:pt x="3832531" y="2717393"/>
                  </a:lnTo>
                  <a:lnTo>
                    <a:pt x="3832906" y="2717393"/>
                  </a:lnTo>
                  <a:lnTo>
                    <a:pt x="3833031" y="2717393"/>
                  </a:lnTo>
                  <a:lnTo>
                    <a:pt x="3833406" y="2717393"/>
                  </a:lnTo>
                  <a:lnTo>
                    <a:pt x="3833781" y="2717393"/>
                  </a:lnTo>
                  <a:lnTo>
                    <a:pt x="3834156" y="2717393"/>
                  </a:lnTo>
                  <a:lnTo>
                    <a:pt x="3834281" y="2717393"/>
                  </a:lnTo>
                  <a:lnTo>
                    <a:pt x="3834656" y="2717393"/>
                  </a:lnTo>
                  <a:lnTo>
                    <a:pt x="3834781" y="2717393"/>
                  </a:lnTo>
                  <a:lnTo>
                    <a:pt x="3834906" y="2717393"/>
                  </a:lnTo>
                  <a:lnTo>
                    <a:pt x="3835032" y="2717393"/>
                  </a:lnTo>
                  <a:lnTo>
                    <a:pt x="3835282" y="2707439"/>
                  </a:lnTo>
                  <a:lnTo>
                    <a:pt x="3835407" y="2707439"/>
                  </a:lnTo>
                  <a:lnTo>
                    <a:pt x="3835532" y="2707439"/>
                  </a:lnTo>
                  <a:lnTo>
                    <a:pt x="3835657" y="2707439"/>
                  </a:lnTo>
                  <a:lnTo>
                    <a:pt x="3835782" y="2707439"/>
                  </a:lnTo>
                  <a:lnTo>
                    <a:pt x="3836032" y="2707439"/>
                  </a:lnTo>
                  <a:lnTo>
                    <a:pt x="3836157" y="2707439"/>
                  </a:lnTo>
                  <a:lnTo>
                    <a:pt x="3836407" y="2707439"/>
                  </a:lnTo>
                  <a:lnTo>
                    <a:pt x="3836657" y="2707439"/>
                  </a:lnTo>
                  <a:lnTo>
                    <a:pt x="3836782" y="2707439"/>
                  </a:lnTo>
                  <a:lnTo>
                    <a:pt x="3837032" y="2707439"/>
                  </a:lnTo>
                  <a:lnTo>
                    <a:pt x="3837157" y="2707439"/>
                  </a:lnTo>
                  <a:lnTo>
                    <a:pt x="3837407" y="2707439"/>
                  </a:lnTo>
                  <a:lnTo>
                    <a:pt x="3837782" y="2707439"/>
                  </a:lnTo>
                  <a:lnTo>
                    <a:pt x="3838158" y="2707439"/>
                  </a:lnTo>
                  <a:lnTo>
                    <a:pt x="3838533" y="2707439"/>
                  </a:lnTo>
                  <a:lnTo>
                    <a:pt x="3838658" y="2707439"/>
                  </a:lnTo>
                  <a:lnTo>
                    <a:pt x="3838783" y="2707439"/>
                  </a:lnTo>
                  <a:lnTo>
                    <a:pt x="3839783" y="2707439"/>
                  </a:lnTo>
                  <a:lnTo>
                    <a:pt x="3840158" y="2707439"/>
                  </a:lnTo>
                  <a:lnTo>
                    <a:pt x="3840283" y="2707439"/>
                  </a:lnTo>
                  <a:lnTo>
                    <a:pt x="3841409" y="2707439"/>
                  </a:lnTo>
                  <a:lnTo>
                    <a:pt x="3841534" y="2707439"/>
                  </a:lnTo>
                  <a:lnTo>
                    <a:pt x="3841659" y="2707439"/>
                  </a:lnTo>
                  <a:lnTo>
                    <a:pt x="3842534" y="2707439"/>
                  </a:lnTo>
                  <a:lnTo>
                    <a:pt x="3842659" y="2707439"/>
                  </a:lnTo>
                  <a:lnTo>
                    <a:pt x="3842909" y="2707439"/>
                  </a:lnTo>
                  <a:lnTo>
                    <a:pt x="3843034" y="2707439"/>
                  </a:lnTo>
                  <a:lnTo>
                    <a:pt x="3843534" y="2707439"/>
                  </a:lnTo>
                  <a:lnTo>
                    <a:pt x="3844035" y="2707439"/>
                  </a:lnTo>
                  <a:lnTo>
                    <a:pt x="3844660" y="2707439"/>
                  </a:lnTo>
                  <a:lnTo>
                    <a:pt x="3844910" y="2697485"/>
                  </a:lnTo>
                  <a:lnTo>
                    <a:pt x="3845410" y="2697485"/>
                  </a:lnTo>
                  <a:lnTo>
                    <a:pt x="3845910" y="2697485"/>
                  </a:lnTo>
                  <a:lnTo>
                    <a:pt x="3846035" y="2697485"/>
                  </a:lnTo>
                  <a:lnTo>
                    <a:pt x="3846160" y="2697485"/>
                  </a:lnTo>
                  <a:lnTo>
                    <a:pt x="3846285" y="2697485"/>
                  </a:lnTo>
                  <a:lnTo>
                    <a:pt x="3846410" y="2697485"/>
                  </a:lnTo>
                  <a:lnTo>
                    <a:pt x="3846660" y="2697485"/>
                  </a:lnTo>
                  <a:lnTo>
                    <a:pt x="3846911" y="2697485"/>
                  </a:lnTo>
                  <a:lnTo>
                    <a:pt x="3847036" y="2697485"/>
                  </a:lnTo>
                  <a:lnTo>
                    <a:pt x="3847536" y="2697485"/>
                  </a:lnTo>
                  <a:lnTo>
                    <a:pt x="3847911" y="2697485"/>
                  </a:lnTo>
                  <a:lnTo>
                    <a:pt x="3848286" y="2697485"/>
                  </a:lnTo>
                  <a:lnTo>
                    <a:pt x="3848411" y="2697485"/>
                  </a:lnTo>
                  <a:lnTo>
                    <a:pt x="3848661" y="2697485"/>
                  </a:lnTo>
                  <a:lnTo>
                    <a:pt x="3849411" y="2697485"/>
                  </a:lnTo>
                  <a:lnTo>
                    <a:pt x="3849536" y="2697485"/>
                  </a:lnTo>
                  <a:lnTo>
                    <a:pt x="3849661" y="2697485"/>
                  </a:lnTo>
                  <a:lnTo>
                    <a:pt x="3849912" y="2697485"/>
                  </a:lnTo>
                  <a:lnTo>
                    <a:pt x="3850412" y="2697485"/>
                  </a:lnTo>
                  <a:lnTo>
                    <a:pt x="3850787" y="2697485"/>
                  </a:lnTo>
                  <a:lnTo>
                    <a:pt x="3851037" y="2697485"/>
                  </a:lnTo>
                  <a:lnTo>
                    <a:pt x="3851162" y="2697485"/>
                  </a:lnTo>
                  <a:lnTo>
                    <a:pt x="3851787" y="2697485"/>
                  </a:lnTo>
                  <a:lnTo>
                    <a:pt x="3852162" y="2697485"/>
                  </a:lnTo>
                  <a:lnTo>
                    <a:pt x="3852162" y="2687532"/>
                  </a:lnTo>
                  <a:lnTo>
                    <a:pt x="3852412" y="2687532"/>
                  </a:lnTo>
                  <a:lnTo>
                    <a:pt x="3852537" y="2687532"/>
                  </a:lnTo>
                  <a:lnTo>
                    <a:pt x="3852662" y="2687532"/>
                  </a:lnTo>
                  <a:lnTo>
                    <a:pt x="3853163" y="2687532"/>
                  </a:lnTo>
                  <a:lnTo>
                    <a:pt x="3853663" y="2687532"/>
                  </a:lnTo>
                  <a:lnTo>
                    <a:pt x="3854163" y="2687532"/>
                  </a:lnTo>
                  <a:lnTo>
                    <a:pt x="3854288" y="2687532"/>
                  </a:lnTo>
                  <a:lnTo>
                    <a:pt x="3854663" y="2687532"/>
                  </a:lnTo>
                  <a:lnTo>
                    <a:pt x="3854788" y="2687532"/>
                  </a:lnTo>
                  <a:lnTo>
                    <a:pt x="3854913" y="2687532"/>
                  </a:lnTo>
                  <a:lnTo>
                    <a:pt x="3855163" y="2687532"/>
                  </a:lnTo>
                  <a:lnTo>
                    <a:pt x="3855288" y="2687532"/>
                  </a:lnTo>
                  <a:lnTo>
                    <a:pt x="3855413" y="2687532"/>
                  </a:lnTo>
                  <a:lnTo>
                    <a:pt x="3855788" y="2687532"/>
                  </a:lnTo>
                  <a:lnTo>
                    <a:pt x="3856539" y="2687532"/>
                  </a:lnTo>
                  <a:lnTo>
                    <a:pt x="3856664" y="2687532"/>
                  </a:lnTo>
                  <a:lnTo>
                    <a:pt x="3856914" y="2687532"/>
                  </a:lnTo>
                  <a:lnTo>
                    <a:pt x="3857039" y="2687532"/>
                  </a:lnTo>
                  <a:lnTo>
                    <a:pt x="3857164" y="2687532"/>
                  </a:lnTo>
                  <a:lnTo>
                    <a:pt x="3857289" y="2687532"/>
                  </a:lnTo>
                  <a:lnTo>
                    <a:pt x="3857664" y="2687532"/>
                  </a:lnTo>
                  <a:lnTo>
                    <a:pt x="3858164" y="2687532"/>
                  </a:lnTo>
                  <a:lnTo>
                    <a:pt x="3858789" y="2687532"/>
                  </a:lnTo>
                  <a:lnTo>
                    <a:pt x="3859040" y="2687532"/>
                  </a:lnTo>
                  <a:lnTo>
                    <a:pt x="3859165" y="2687532"/>
                  </a:lnTo>
                  <a:lnTo>
                    <a:pt x="3859290" y="2687532"/>
                  </a:lnTo>
                  <a:lnTo>
                    <a:pt x="3859665" y="2687532"/>
                  </a:lnTo>
                  <a:lnTo>
                    <a:pt x="3859915" y="2687532"/>
                  </a:lnTo>
                  <a:lnTo>
                    <a:pt x="3860040" y="2687532"/>
                  </a:lnTo>
                  <a:lnTo>
                    <a:pt x="3860165" y="2687532"/>
                  </a:lnTo>
                  <a:lnTo>
                    <a:pt x="3860790" y="2687532"/>
                  </a:lnTo>
                  <a:lnTo>
                    <a:pt x="3861415" y="2687532"/>
                  </a:lnTo>
                  <a:lnTo>
                    <a:pt x="3861540" y="2687532"/>
                  </a:lnTo>
                  <a:lnTo>
                    <a:pt x="3861665" y="2687532"/>
                  </a:lnTo>
                  <a:lnTo>
                    <a:pt x="3861790" y="2687532"/>
                  </a:lnTo>
                  <a:lnTo>
                    <a:pt x="3861916" y="2687532"/>
                  </a:lnTo>
                  <a:lnTo>
                    <a:pt x="3862041" y="2687532"/>
                  </a:lnTo>
                  <a:lnTo>
                    <a:pt x="3862416" y="2687532"/>
                  </a:lnTo>
                  <a:lnTo>
                    <a:pt x="3862541" y="2687532"/>
                  </a:lnTo>
                  <a:lnTo>
                    <a:pt x="3862666" y="2687532"/>
                  </a:lnTo>
                  <a:lnTo>
                    <a:pt x="3863416" y="2687532"/>
                  </a:lnTo>
                  <a:lnTo>
                    <a:pt x="3863541" y="2687532"/>
                  </a:lnTo>
                  <a:lnTo>
                    <a:pt x="3863666" y="2687532"/>
                  </a:lnTo>
                  <a:lnTo>
                    <a:pt x="3864416" y="2687532"/>
                  </a:lnTo>
                  <a:lnTo>
                    <a:pt x="3864541" y="2687532"/>
                  </a:lnTo>
                  <a:lnTo>
                    <a:pt x="3864666" y="2677578"/>
                  </a:lnTo>
                  <a:lnTo>
                    <a:pt x="3864917" y="2677578"/>
                  </a:lnTo>
                  <a:lnTo>
                    <a:pt x="3866292" y="2677578"/>
                  </a:lnTo>
                  <a:lnTo>
                    <a:pt x="3866417" y="2677578"/>
                  </a:lnTo>
                  <a:lnTo>
                    <a:pt x="3866542" y="2677578"/>
                  </a:lnTo>
                  <a:lnTo>
                    <a:pt x="3866667" y="2677578"/>
                  </a:lnTo>
                  <a:lnTo>
                    <a:pt x="3866792" y="2677578"/>
                  </a:lnTo>
                  <a:lnTo>
                    <a:pt x="3868043" y="2677578"/>
                  </a:lnTo>
                  <a:lnTo>
                    <a:pt x="3868543" y="2677578"/>
                  </a:lnTo>
                  <a:lnTo>
                    <a:pt x="3868793" y="2677578"/>
                  </a:lnTo>
                  <a:lnTo>
                    <a:pt x="3869293" y="2677578"/>
                  </a:lnTo>
                  <a:lnTo>
                    <a:pt x="3869418" y="2677578"/>
                  </a:lnTo>
                  <a:lnTo>
                    <a:pt x="3869543" y="2677578"/>
                  </a:lnTo>
                  <a:lnTo>
                    <a:pt x="3869918" y="2677578"/>
                  </a:lnTo>
                  <a:lnTo>
                    <a:pt x="3870043" y="2677578"/>
                  </a:lnTo>
                  <a:lnTo>
                    <a:pt x="3870668" y="2677578"/>
                  </a:lnTo>
                  <a:lnTo>
                    <a:pt x="3870793" y="2677578"/>
                  </a:lnTo>
                  <a:lnTo>
                    <a:pt x="3871044" y="2677578"/>
                  </a:lnTo>
                  <a:lnTo>
                    <a:pt x="3871169" y="2677578"/>
                  </a:lnTo>
                  <a:lnTo>
                    <a:pt x="3871544" y="2677578"/>
                  </a:lnTo>
                  <a:lnTo>
                    <a:pt x="3872044" y="2677578"/>
                  </a:lnTo>
                  <a:lnTo>
                    <a:pt x="3872169" y="2677578"/>
                  </a:lnTo>
                  <a:lnTo>
                    <a:pt x="3872794" y="2677578"/>
                  </a:lnTo>
                  <a:lnTo>
                    <a:pt x="3873294" y="2677578"/>
                  </a:lnTo>
                  <a:lnTo>
                    <a:pt x="3874545" y="2677578"/>
                  </a:lnTo>
                  <a:lnTo>
                    <a:pt x="3874795" y="2677578"/>
                  </a:lnTo>
                  <a:lnTo>
                    <a:pt x="3874920" y="2677578"/>
                  </a:lnTo>
                  <a:lnTo>
                    <a:pt x="3875170" y="2677578"/>
                  </a:lnTo>
                  <a:lnTo>
                    <a:pt x="3875670" y="2677578"/>
                  </a:lnTo>
                  <a:lnTo>
                    <a:pt x="3877046" y="2677578"/>
                  </a:lnTo>
                  <a:lnTo>
                    <a:pt x="3877171" y="2677578"/>
                  </a:lnTo>
                  <a:lnTo>
                    <a:pt x="3877296" y="2677578"/>
                  </a:lnTo>
                  <a:lnTo>
                    <a:pt x="3877421" y="2677578"/>
                  </a:lnTo>
                  <a:lnTo>
                    <a:pt x="3877546" y="2677578"/>
                  </a:lnTo>
                  <a:lnTo>
                    <a:pt x="3877796" y="2677578"/>
                  </a:lnTo>
                  <a:lnTo>
                    <a:pt x="3878046" y="2677578"/>
                  </a:lnTo>
                  <a:lnTo>
                    <a:pt x="3878796" y="2677578"/>
                  </a:lnTo>
                  <a:lnTo>
                    <a:pt x="3878921" y="2677578"/>
                  </a:lnTo>
                  <a:lnTo>
                    <a:pt x="3879671" y="2677578"/>
                  </a:lnTo>
                  <a:lnTo>
                    <a:pt x="3879922" y="2677578"/>
                  </a:lnTo>
                  <a:lnTo>
                    <a:pt x="3880047" y="2677578"/>
                  </a:lnTo>
                  <a:lnTo>
                    <a:pt x="3880422" y="2677578"/>
                  </a:lnTo>
                  <a:lnTo>
                    <a:pt x="3880547" y="2677578"/>
                  </a:lnTo>
                  <a:lnTo>
                    <a:pt x="3880797" y="2677578"/>
                  </a:lnTo>
                  <a:lnTo>
                    <a:pt x="3881297" y="2677578"/>
                  </a:lnTo>
                  <a:lnTo>
                    <a:pt x="3881422" y="2677578"/>
                  </a:lnTo>
                  <a:lnTo>
                    <a:pt x="3881797" y="2677578"/>
                  </a:lnTo>
                  <a:lnTo>
                    <a:pt x="3881922" y="2677578"/>
                  </a:lnTo>
                  <a:lnTo>
                    <a:pt x="3882172" y="2677578"/>
                  </a:lnTo>
                  <a:lnTo>
                    <a:pt x="3882297" y="2677578"/>
                  </a:lnTo>
                  <a:lnTo>
                    <a:pt x="3882672" y="2677578"/>
                  </a:lnTo>
                  <a:lnTo>
                    <a:pt x="3882798" y="2677578"/>
                  </a:lnTo>
                  <a:lnTo>
                    <a:pt x="3883048" y="2677578"/>
                  </a:lnTo>
                  <a:lnTo>
                    <a:pt x="3883173" y="2677578"/>
                  </a:lnTo>
                  <a:lnTo>
                    <a:pt x="3883548" y="2677578"/>
                  </a:lnTo>
                  <a:lnTo>
                    <a:pt x="3883673" y="2677578"/>
                  </a:lnTo>
                  <a:lnTo>
                    <a:pt x="3884048" y="2677578"/>
                  </a:lnTo>
                  <a:lnTo>
                    <a:pt x="3884298" y="2677578"/>
                  </a:lnTo>
                  <a:lnTo>
                    <a:pt x="3884798" y="2677578"/>
                  </a:lnTo>
                  <a:lnTo>
                    <a:pt x="3884923" y="2677578"/>
                  </a:lnTo>
                  <a:lnTo>
                    <a:pt x="3885048" y="2677578"/>
                  </a:lnTo>
                  <a:lnTo>
                    <a:pt x="3885173" y="2677578"/>
                  </a:lnTo>
                  <a:lnTo>
                    <a:pt x="3885799" y="2677578"/>
                  </a:lnTo>
                  <a:lnTo>
                    <a:pt x="3886299" y="2677578"/>
                  </a:lnTo>
                  <a:lnTo>
                    <a:pt x="3886549" y="2677578"/>
                  </a:lnTo>
                  <a:lnTo>
                    <a:pt x="3886924" y="2677578"/>
                  </a:lnTo>
                  <a:lnTo>
                    <a:pt x="3887049" y="2677578"/>
                  </a:lnTo>
                  <a:lnTo>
                    <a:pt x="3887799" y="2677578"/>
                  </a:lnTo>
                  <a:lnTo>
                    <a:pt x="3888049" y="2677578"/>
                  </a:lnTo>
                  <a:lnTo>
                    <a:pt x="3888424" y="2677578"/>
                  </a:lnTo>
                  <a:lnTo>
                    <a:pt x="3888549" y="2677578"/>
                  </a:lnTo>
                  <a:lnTo>
                    <a:pt x="3889425" y="2677578"/>
                  </a:lnTo>
                  <a:lnTo>
                    <a:pt x="3889800" y="2677578"/>
                  </a:lnTo>
                  <a:lnTo>
                    <a:pt x="3890550" y="2677578"/>
                  </a:lnTo>
                  <a:lnTo>
                    <a:pt x="3890925" y="2677578"/>
                  </a:lnTo>
                  <a:lnTo>
                    <a:pt x="3891050" y="2677578"/>
                  </a:lnTo>
                  <a:lnTo>
                    <a:pt x="3891300" y="2677578"/>
                  </a:lnTo>
                  <a:lnTo>
                    <a:pt x="3892051" y="2677578"/>
                  </a:lnTo>
                  <a:lnTo>
                    <a:pt x="3892801" y="2677578"/>
                  </a:lnTo>
                  <a:lnTo>
                    <a:pt x="3893051" y="2677578"/>
                  </a:lnTo>
                  <a:lnTo>
                    <a:pt x="3893176" y="2677578"/>
                  </a:lnTo>
                  <a:lnTo>
                    <a:pt x="3893301" y="2677578"/>
                  </a:lnTo>
                  <a:lnTo>
                    <a:pt x="3893676" y="2677578"/>
                  </a:lnTo>
                  <a:lnTo>
                    <a:pt x="3894176" y="2677578"/>
                  </a:lnTo>
                  <a:lnTo>
                    <a:pt x="3894676" y="2677578"/>
                  </a:lnTo>
                  <a:lnTo>
                    <a:pt x="3894802" y="2677578"/>
                  </a:lnTo>
                  <a:lnTo>
                    <a:pt x="3894927" y="2677578"/>
                  </a:lnTo>
                  <a:lnTo>
                    <a:pt x="3895177" y="2677578"/>
                  </a:lnTo>
                  <a:lnTo>
                    <a:pt x="3896677" y="2677578"/>
                  </a:lnTo>
                  <a:lnTo>
                    <a:pt x="3896802" y="2677578"/>
                  </a:lnTo>
                  <a:lnTo>
                    <a:pt x="3897177" y="2677578"/>
                  </a:lnTo>
                  <a:lnTo>
                    <a:pt x="3897302" y="2677578"/>
                  </a:lnTo>
                  <a:lnTo>
                    <a:pt x="3897552" y="2677578"/>
                  </a:lnTo>
                  <a:lnTo>
                    <a:pt x="3897677" y="2677578"/>
                  </a:lnTo>
                  <a:lnTo>
                    <a:pt x="3897803" y="2677578"/>
                  </a:lnTo>
                  <a:lnTo>
                    <a:pt x="3898053" y="2677578"/>
                  </a:lnTo>
                  <a:lnTo>
                    <a:pt x="3898178" y="2677578"/>
                  </a:lnTo>
                  <a:lnTo>
                    <a:pt x="3898428" y="2677578"/>
                  </a:lnTo>
                  <a:lnTo>
                    <a:pt x="3898803" y="2677578"/>
                  </a:lnTo>
                  <a:lnTo>
                    <a:pt x="3898928" y="2677578"/>
                  </a:lnTo>
                  <a:lnTo>
                    <a:pt x="3899053" y="2677578"/>
                  </a:lnTo>
                  <a:lnTo>
                    <a:pt x="3899178" y="2677578"/>
                  </a:lnTo>
                  <a:lnTo>
                    <a:pt x="3899553" y="2677578"/>
                  </a:lnTo>
                  <a:lnTo>
                    <a:pt x="3900428" y="2677578"/>
                  </a:lnTo>
                  <a:lnTo>
                    <a:pt x="3900553" y="2677578"/>
                  </a:lnTo>
                  <a:lnTo>
                    <a:pt x="3900804" y="2677578"/>
                  </a:lnTo>
                  <a:lnTo>
                    <a:pt x="3901054" y="2677578"/>
                  </a:lnTo>
                  <a:lnTo>
                    <a:pt x="3901554" y="2677578"/>
                  </a:lnTo>
                  <a:lnTo>
                    <a:pt x="3901679" y="2677578"/>
                  </a:lnTo>
                  <a:lnTo>
                    <a:pt x="3901804" y="2677578"/>
                  </a:lnTo>
                  <a:lnTo>
                    <a:pt x="3902179" y="2677578"/>
                  </a:lnTo>
                  <a:lnTo>
                    <a:pt x="3902429" y="2677578"/>
                  </a:lnTo>
                  <a:lnTo>
                    <a:pt x="3903054" y="2677578"/>
                  </a:lnTo>
                  <a:lnTo>
                    <a:pt x="3903805" y="2677578"/>
                  </a:lnTo>
                  <a:lnTo>
                    <a:pt x="3903930" y="2677578"/>
                  </a:lnTo>
                  <a:lnTo>
                    <a:pt x="3904055" y="2677578"/>
                  </a:lnTo>
                  <a:lnTo>
                    <a:pt x="3904430" y="2677578"/>
                  </a:lnTo>
                  <a:lnTo>
                    <a:pt x="3904555" y="2677578"/>
                  </a:lnTo>
                  <a:lnTo>
                    <a:pt x="3904805" y="2677578"/>
                  </a:lnTo>
                  <a:lnTo>
                    <a:pt x="3904930" y="2677578"/>
                  </a:lnTo>
                  <a:lnTo>
                    <a:pt x="3905055" y="2677578"/>
                  </a:lnTo>
                  <a:lnTo>
                    <a:pt x="3905680" y="2677578"/>
                  </a:lnTo>
                  <a:lnTo>
                    <a:pt x="3906055" y="2677578"/>
                  </a:lnTo>
                  <a:lnTo>
                    <a:pt x="3907181" y="2677578"/>
                  </a:lnTo>
                  <a:lnTo>
                    <a:pt x="3907306" y="2677578"/>
                  </a:lnTo>
                  <a:lnTo>
                    <a:pt x="3907431" y="2677578"/>
                  </a:lnTo>
                  <a:lnTo>
                    <a:pt x="3907556" y="2677578"/>
                  </a:lnTo>
                  <a:lnTo>
                    <a:pt x="3907681" y="2677578"/>
                  </a:lnTo>
                  <a:lnTo>
                    <a:pt x="3907931" y="2677578"/>
                  </a:lnTo>
                  <a:lnTo>
                    <a:pt x="3908181" y="2677578"/>
                  </a:lnTo>
                  <a:lnTo>
                    <a:pt x="3908681" y="2677578"/>
                  </a:lnTo>
                  <a:lnTo>
                    <a:pt x="3908806" y="2677578"/>
                  </a:lnTo>
                  <a:lnTo>
                    <a:pt x="3908931" y="2677578"/>
                  </a:lnTo>
                  <a:lnTo>
                    <a:pt x="3909306" y="2677578"/>
                  </a:lnTo>
                  <a:lnTo>
                    <a:pt x="3909431" y="2677578"/>
                  </a:lnTo>
                  <a:lnTo>
                    <a:pt x="3909431" y="2667624"/>
                  </a:lnTo>
                  <a:lnTo>
                    <a:pt x="3909556" y="2667624"/>
                  </a:lnTo>
                  <a:lnTo>
                    <a:pt x="3909681" y="2667624"/>
                  </a:lnTo>
                  <a:lnTo>
                    <a:pt x="3909932" y="2667624"/>
                  </a:lnTo>
                  <a:lnTo>
                    <a:pt x="3910057" y="2667624"/>
                  </a:lnTo>
                  <a:lnTo>
                    <a:pt x="3910182" y="2667624"/>
                  </a:lnTo>
                  <a:lnTo>
                    <a:pt x="3910432" y="2667624"/>
                  </a:lnTo>
                  <a:lnTo>
                    <a:pt x="3910807" y="2667624"/>
                  </a:lnTo>
                  <a:lnTo>
                    <a:pt x="3910932" y="2667624"/>
                  </a:lnTo>
                  <a:lnTo>
                    <a:pt x="3911557" y="2667624"/>
                  </a:lnTo>
                  <a:lnTo>
                    <a:pt x="3912057" y="2667624"/>
                  </a:lnTo>
                  <a:lnTo>
                    <a:pt x="3912182" y="2667624"/>
                  </a:lnTo>
                  <a:lnTo>
                    <a:pt x="3912307" y="2667624"/>
                  </a:lnTo>
                  <a:lnTo>
                    <a:pt x="3912808" y="2667624"/>
                  </a:lnTo>
                  <a:lnTo>
                    <a:pt x="3913808" y="2657670"/>
                  </a:lnTo>
                  <a:lnTo>
                    <a:pt x="3914308" y="2657670"/>
                  </a:lnTo>
                  <a:lnTo>
                    <a:pt x="3914933" y="2657670"/>
                  </a:lnTo>
                  <a:lnTo>
                    <a:pt x="3915183" y="2657670"/>
                  </a:lnTo>
                  <a:lnTo>
                    <a:pt x="3915683" y="2657670"/>
                  </a:lnTo>
                  <a:lnTo>
                    <a:pt x="3915934" y="2657670"/>
                  </a:lnTo>
                  <a:lnTo>
                    <a:pt x="3916434" y="2657670"/>
                  </a:lnTo>
                  <a:lnTo>
                    <a:pt x="3916684" y="2657670"/>
                  </a:lnTo>
                  <a:lnTo>
                    <a:pt x="3916809" y="2657670"/>
                  </a:lnTo>
                  <a:lnTo>
                    <a:pt x="3917059" y="2657670"/>
                  </a:lnTo>
                  <a:lnTo>
                    <a:pt x="3917309" y="2657670"/>
                  </a:lnTo>
                  <a:lnTo>
                    <a:pt x="3917684" y="2657670"/>
                  </a:lnTo>
                  <a:lnTo>
                    <a:pt x="3917809" y="2657670"/>
                  </a:lnTo>
                  <a:lnTo>
                    <a:pt x="3919560" y="2657670"/>
                  </a:lnTo>
                  <a:lnTo>
                    <a:pt x="3919935" y="2657670"/>
                  </a:lnTo>
                  <a:lnTo>
                    <a:pt x="3920060" y="2657670"/>
                  </a:lnTo>
                  <a:lnTo>
                    <a:pt x="3920310" y="2657670"/>
                  </a:lnTo>
                  <a:lnTo>
                    <a:pt x="3920435" y="2647716"/>
                  </a:lnTo>
                  <a:lnTo>
                    <a:pt x="3920560" y="2647716"/>
                  </a:lnTo>
                  <a:lnTo>
                    <a:pt x="3920685" y="2647716"/>
                  </a:lnTo>
                  <a:lnTo>
                    <a:pt x="3921435" y="2647716"/>
                  </a:lnTo>
                  <a:lnTo>
                    <a:pt x="3921686" y="2647716"/>
                  </a:lnTo>
                  <a:lnTo>
                    <a:pt x="3921811" y="2647716"/>
                  </a:lnTo>
                  <a:lnTo>
                    <a:pt x="3921936" y="2647716"/>
                  </a:lnTo>
                  <a:lnTo>
                    <a:pt x="3922311" y="2647716"/>
                  </a:lnTo>
                  <a:lnTo>
                    <a:pt x="3922561" y="2647716"/>
                  </a:lnTo>
                  <a:lnTo>
                    <a:pt x="3922686" y="2647716"/>
                  </a:lnTo>
                  <a:lnTo>
                    <a:pt x="3922936" y="2647716"/>
                  </a:lnTo>
                  <a:lnTo>
                    <a:pt x="3923061" y="2647716"/>
                  </a:lnTo>
                  <a:lnTo>
                    <a:pt x="3923686" y="2647716"/>
                  </a:lnTo>
                  <a:lnTo>
                    <a:pt x="3923811" y="2647716"/>
                  </a:lnTo>
                  <a:lnTo>
                    <a:pt x="3924812" y="2647716"/>
                  </a:lnTo>
                  <a:lnTo>
                    <a:pt x="3924937" y="2647716"/>
                  </a:lnTo>
                  <a:lnTo>
                    <a:pt x="3925062" y="2647716"/>
                  </a:lnTo>
                  <a:lnTo>
                    <a:pt x="3925312" y="2647716"/>
                  </a:lnTo>
                  <a:lnTo>
                    <a:pt x="3925562" y="2647716"/>
                  </a:lnTo>
                  <a:lnTo>
                    <a:pt x="3925687" y="2647716"/>
                  </a:lnTo>
                  <a:lnTo>
                    <a:pt x="3925937" y="2647716"/>
                  </a:lnTo>
                  <a:lnTo>
                    <a:pt x="3926437" y="2637762"/>
                  </a:lnTo>
                  <a:lnTo>
                    <a:pt x="3926562" y="2637762"/>
                  </a:lnTo>
                  <a:lnTo>
                    <a:pt x="3926812" y="2637762"/>
                  </a:lnTo>
                  <a:lnTo>
                    <a:pt x="3927062" y="2637762"/>
                  </a:lnTo>
                  <a:lnTo>
                    <a:pt x="3927562" y="2637762"/>
                  </a:lnTo>
                  <a:lnTo>
                    <a:pt x="3928063" y="2637762"/>
                  </a:lnTo>
                  <a:lnTo>
                    <a:pt x="3928313" y="2637762"/>
                  </a:lnTo>
                  <a:lnTo>
                    <a:pt x="3928688" y="2637762"/>
                  </a:lnTo>
                  <a:lnTo>
                    <a:pt x="3929313" y="2637762"/>
                  </a:lnTo>
                  <a:lnTo>
                    <a:pt x="3929688" y="2637762"/>
                  </a:lnTo>
                  <a:lnTo>
                    <a:pt x="3930313" y="2637762"/>
                  </a:lnTo>
                  <a:lnTo>
                    <a:pt x="3930438" y="2637762"/>
                  </a:lnTo>
                  <a:lnTo>
                    <a:pt x="3930689" y="2637762"/>
                  </a:lnTo>
                  <a:lnTo>
                    <a:pt x="3931189" y="2637762"/>
                  </a:lnTo>
                  <a:lnTo>
                    <a:pt x="3931564" y="2637762"/>
                  </a:lnTo>
                  <a:lnTo>
                    <a:pt x="3932439" y="2637762"/>
                  </a:lnTo>
                  <a:lnTo>
                    <a:pt x="3932689" y="2637762"/>
                  </a:lnTo>
                  <a:lnTo>
                    <a:pt x="3933439" y="2637762"/>
                  </a:lnTo>
                  <a:lnTo>
                    <a:pt x="3933690" y="2637762"/>
                  </a:lnTo>
                  <a:lnTo>
                    <a:pt x="3933940" y="2637762"/>
                  </a:lnTo>
                  <a:lnTo>
                    <a:pt x="3934190" y="2637762"/>
                  </a:lnTo>
                  <a:lnTo>
                    <a:pt x="3934815" y="2637762"/>
                  </a:lnTo>
                  <a:lnTo>
                    <a:pt x="3935065" y="2637762"/>
                  </a:lnTo>
                  <a:lnTo>
                    <a:pt x="3935565" y="2637762"/>
                  </a:lnTo>
                  <a:lnTo>
                    <a:pt x="3936440" y="2637762"/>
                  </a:lnTo>
                  <a:lnTo>
                    <a:pt x="3936941" y="2637762"/>
                  </a:lnTo>
                  <a:lnTo>
                    <a:pt x="3937066" y="2637762"/>
                  </a:lnTo>
                  <a:lnTo>
                    <a:pt x="3937566" y="2637762"/>
                  </a:lnTo>
                  <a:lnTo>
                    <a:pt x="3937691" y="2637762"/>
                  </a:lnTo>
                  <a:lnTo>
                    <a:pt x="3937816" y="2637762"/>
                  </a:lnTo>
                  <a:lnTo>
                    <a:pt x="3938066" y="2637762"/>
                  </a:lnTo>
                  <a:lnTo>
                    <a:pt x="3938441" y="2637762"/>
                  </a:lnTo>
                  <a:lnTo>
                    <a:pt x="3939692" y="2637762"/>
                  </a:lnTo>
                  <a:lnTo>
                    <a:pt x="3939942" y="2637762"/>
                  </a:lnTo>
                  <a:lnTo>
                    <a:pt x="3940192" y="2637762"/>
                  </a:lnTo>
                  <a:lnTo>
                    <a:pt x="3940317" y="2637762"/>
                  </a:lnTo>
                  <a:lnTo>
                    <a:pt x="3940942" y="2637762"/>
                  </a:lnTo>
                  <a:lnTo>
                    <a:pt x="3941067" y="2637762"/>
                  </a:lnTo>
                  <a:lnTo>
                    <a:pt x="3941192" y="2637762"/>
                  </a:lnTo>
                  <a:lnTo>
                    <a:pt x="3941317" y="2637762"/>
                  </a:lnTo>
                  <a:lnTo>
                    <a:pt x="3942192" y="2637762"/>
                  </a:lnTo>
                  <a:lnTo>
                    <a:pt x="3942317" y="2637762"/>
                  </a:lnTo>
                  <a:lnTo>
                    <a:pt x="3942567" y="2637762"/>
                  </a:lnTo>
                  <a:lnTo>
                    <a:pt x="3943193" y="2637762"/>
                  </a:lnTo>
                  <a:lnTo>
                    <a:pt x="3943318" y="2637762"/>
                  </a:lnTo>
                  <a:lnTo>
                    <a:pt x="3943943" y="2637762"/>
                  </a:lnTo>
                  <a:lnTo>
                    <a:pt x="3944318" y="2637762"/>
                  </a:lnTo>
                  <a:lnTo>
                    <a:pt x="3944443" y="2637762"/>
                  </a:lnTo>
                  <a:lnTo>
                    <a:pt x="3944568" y="2637762"/>
                  </a:lnTo>
                  <a:lnTo>
                    <a:pt x="3944693" y="2637762"/>
                  </a:lnTo>
                  <a:lnTo>
                    <a:pt x="3945193" y="2637762"/>
                  </a:lnTo>
                  <a:lnTo>
                    <a:pt x="3945443" y="2637762"/>
                  </a:lnTo>
                  <a:lnTo>
                    <a:pt x="3945819" y="2637762"/>
                  </a:lnTo>
                  <a:lnTo>
                    <a:pt x="3946194" y="2637762"/>
                  </a:lnTo>
                  <a:lnTo>
                    <a:pt x="3946319" y="2637762"/>
                  </a:lnTo>
                  <a:lnTo>
                    <a:pt x="3946569" y="2637762"/>
                  </a:lnTo>
                  <a:lnTo>
                    <a:pt x="3946819" y="2637762"/>
                  </a:lnTo>
                  <a:lnTo>
                    <a:pt x="3946944" y="2637762"/>
                  </a:lnTo>
                  <a:lnTo>
                    <a:pt x="3947194" y="2637762"/>
                  </a:lnTo>
                  <a:lnTo>
                    <a:pt x="3947319" y="2637762"/>
                  </a:lnTo>
                  <a:lnTo>
                    <a:pt x="3947444" y="2637762"/>
                  </a:lnTo>
                  <a:lnTo>
                    <a:pt x="3947569" y="2637762"/>
                  </a:lnTo>
                  <a:lnTo>
                    <a:pt x="3949695" y="2637762"/>
                  </a:lnTo>
                  <a:lnTo>
                    <a:pt x="3950195" y="2637762"/>
                  </a:lnTo>
                  <a:lnTo>
                    <a:pt x="3950320" y="2637762"/>
                  </a:lnTo>
                  <a:lnTo>
                    <a:pt x="3950570" y="2637762"/>
                  </a:lnTo>
                  <a:lnTo>
                    <a:pt x="3950820" y="2637762"/>
                  </a:lnTo>
                  <a:lnTo>
                    <a:pt x="3950945" y="2637762"/>
                  </a:lnTo>
                  <a:lnTo>
                    <a:pt x="3951696" y="2637762"/>
                  </a:lnTo>
                  <a:lnTo>
                    <a:pt x="3951821" y="2637762"/>
                  </a:lnTo>
                  <a:lnTo>
                    <a:pt x="3951946" y="2637762"/>
                  </a:lnTo>
                  <a:lnTo>
                    <a:pt x="3952321" y="2637762"/>
                  </a:lnTo>
                  <a:lnTo>
                    <a:pt x="3952571" y="2627809"/>
                  </a:lnTo>
                  <a:lnTo>
                    <a:pt x="3952696" y="2627809"/>
                  </a:lnTo>
                  <a:lnTo>
                    <a:pt x="3952821" y="2627809"/>
                  </a:lnTo>
                  <a:lnTo>
                    <a:pt x="3953571" y="2627809"/>
                  </a:lnTo>
                  <a:lnTo>
                    <a:pt x="3953696" y="2627809"/>
                  </a:lnTo>
                  <a:lnTo>
                    <a:pt x="3953821" y="2627809"/>
                  </a:lnTo>
                  <a:lnTo>
                    <a:pt x="3953946" y="2627809"/>
                  </a:lnTo>
                  <a:lnTo>
                    <a:pt x="3954571" y="2627809"/>
                  </a:lnTo>
                  <a:lnTo>
                    <a:pt x="3954697" y="2627809"/>
                  </a:lnTo>
                  <a:lnTo>
                    <a:pt x="3954822" y="2627809"/>
                  </a:lnTo>
                  <a:lnTo>
                    <a:pt x="3955197" y="2627809"/>
                  </a:lnTo>
                  <a:lnTo>
                    <a:pt x="3955322" y="2627809"/>
                  </a:lnTo>
                  <a:lnTo>
                    <a:pt x="3955447" y="2627809"/>
                  </a:lnTo>
                  <a:lnTo>
                    <a:pt x="3955697" y="2627809"/>
                  </a:lnTo>
                  <a:lnTo>
                    <a:pt x="3955947" y="2627809"/>
                  </a:lnTo>
                  <a:lnTo>
                    <a:pt x="3956197" y="2627809"/>
                  </a:lnTo>
                  <a:lnTo>
                    <a:pt x="3956447" y="2627809"/>
                  </a:lnTo>
                  <a:lnTo>
                    <a:pt x="3956697" y="2627809"/>
                  </a:lnTo>
                  <a:lnTo>
                    <a:pt x="3956947" y="2627809"/>
                  </a:lnTo>
                  <a:lnTo>
                    <a:pt x="3957072" y="2627809"/>
                  </a:lnTo>
                  <a:lnTo>
                    <a:pt x="3957197" y="2627809"/>
                  </a:lnTo>
                  <a:lnTo>
                    <a:pt x="3957447" y="2627809"/>
                  </a:lnTo>
                  <a:lnTo>
                    <a:pt x="3958573" y="2627809"/>
                  </a:lnTo>
                  <a:lnTo>
                    <a:pt x="3958698" y="2627809"/>
                  </a:lnTo>
                  <a:lnTo>
                    <a:pt x="3958948" y="2627809"/>
                  </a:lnTo>
                  <a:lnTo>
                    <a:pt x="3959073" y="2627809"/>
                  </a:lnTo>
                  <a:lnTo>
                    <a:pt x="3959198" y="2627809"/>
                  </a:lnTo>
                  <a:lnTo>
                    <a:pt x="3959323" y="2627809"/>
                  </a:lnTo>
                  <a:lnTo>
                    <a:pt x="3959448" y="2627809"/>
                  </a:lnTo>
                  <a:lnTo>
                    <a:pt x="3959573" y="2627809"/>
                  </a:lnTo>
                  <a:lnTo>
                    <a:pt x="3960073" y="2627809"/>
                  </a:lnTo>
                  <a:lnTo>
                    <a:pt x="3960198" y="2627809"/>
                  </a:lnTo>
                  <a:lnTo>
                    <a:pt x="3960323" y="2627809"/>
                  </a:lnTo>
                  <a:lnTo>
                    <a:pt x="3960448" y="2627809"/>
                  </a:lnTo>
                  <a:lnTo>
                    <a:pt x="3960699" y="2627809"/>
                  </a:lnTo>
                  <a:lnTo>
                    <a:pt x="3961449" y="2627809"/>
                  </a:lnTo>
                  <a:lnTo>
                    <a:pt x="3961699" y="2627809"/>
                  </a:lnTo>
                  <a:lnTo>
                    <a:pt x="3961949" y="2627809"/>
                  </a:lnTo>
                  <a:lnTo>
                    <a:pt x="3962199" y="2627809"/>
                  </a:lnTo>
                  <a:lnTo>
                    <a:pt x="3962324" y="2627809"/>
                  </a:lnTo>
                  <a:lnTo>
                    <a:pt x="3962449" y="2627809"/>
                  </a:lnTo>
                  <a:lnTo>
                    <a:pt x="3962574" y="2627809"/>
                  </a:lnTo>
                  <a:lnTo>
                    <a:pt x="3962699" y="2627809"/>
                  </a:lnTo>
                  <a:lnTo>
                    <a:pt x="3962824" y="2627809"/>
                  </a:lnTo>
                  <a:lnTo>
                    <a:pt x="3962949" y="2627809"/>
                  </a:lnTo>
                  <a:lnTo>
                    <a:pt x="3963324" y="2627809"/>
                  </a:lnTo>
                  <a:lnTo>
                    <a:pt x="3963825" y="2627809"/>
                  </a:lnTo>
                  <a:lnTo>
                    <a:pt x="3963950" y="2627809"/>
                  </a:lnTo>
                  <a:lnTo>
                    <a:pt x="3964075" y="2627809"/>
                  </a:lnTo>
                  <a:lnTo>
                    <a:pt x="3964200" y="2627809"/>
                  </a:lnTo>
                  <a:lnTo>
                    <a:pt x="3964825" y="2627809"/>
                  </a:lnTo>
                  <a:lnTo>
                    <a:pt x="3965325" y="2627809"/>
                  </a:lnTo>
                  <a:lnTo>
                    <a:pt x="3965950" y="2627809"/>
                  </a:lnTo>
                  <a:lnTo>
                    <a:pt x="3966075" y="2627809"/>
                  </a:lnTo>
                  <a:lnTo>
                    <a:pt x="3966951" y="2627809"/>
                  </a:lnTo>
                  <a:lnTo>
                    <a:pt x="3967326" y="2627809"/>
                  </a:lnTo>
                  <a:lnTo>
                    <a:pt x="3967451" y="2627809"/>
                  </a:lnTo>
                  <a:lnTo>
                    <a:pt x="3967701" y="2627809"/>
                  </a:lnTo>
                  <a:lnTo>
                    <a:pt x="3967951" y="2627809"/>
                  </a:lnTo>
                  <a:lnTo>
                    <a:pt x="3968326" y="2627809"/>
                  </a:lnTo>
                  <a:lnTo>
                    <a:pt x="3968826" y="2627809"/>
                  </a:lnTo>
                  <a:lnTo>
                    <a:pt x="3969326" y="2627809"/>
                  </a:lnTo>
                  <a:lnTo>
                    <a:pt x="3969451" y="2627809"/>
                  </a:lnTo>
                  <a:lnTo>
                    <a:pt x="3969702" y="2627809"/>
                  </a:lnTo>
                  <a:lnTo>
                    <a:pt x="3969827" y="2627809"/>
                  </a:lnTo>
                  <a:lnTo>
                    <a:pt x="3970077" y="2627809"/>
                  </a:lnTo>
                  <a:lnTo>
                    <a:pt x="3970202" y="2627809"/>
                  </a:lnTo>
                  <a:lnTo>
                    <a:pt x="3970702" y="2627809"/>
                  </a:lnTo>
                  <a:lnTo>
                    <a:pt x="3971452" y="2627809"/>
                  </a:lnTo>
                  <a:lnTo>
                    <a:pt x="3971827" y="2627809"/>
                  </a:lnTo>
                  <a:lnTo>
                    <a:pt x="3972452" y="2627809"/>
                  </a:lnTo>
                  <a:lnTo>
                    <a:pt x="3972703" y="2627809"/>
                  </a:lnTo>
                  <a:lnTo>
                    <a:pt x="3972828" y="2627809"/>
                  </a:lnTo>
                  <a:lnTo>
                    <a:pt x="3973703" y="2627809"/>
                  </a:lnTo>
                  <a:lnTo>
                    <a:pt x="3973953" y="2627809"/>
                  </a:lnTo>
                  <a:lnTo>
                    <a:pt x="3974703" y="2627809"/>
                  </a:lnTo>
                  <a:lnTo>
                    <a:pt x="3974828" y="2627809"/>
                  </a:lnTo>
                  <a:lnTo>
                    <a:pt x="3975203" y="2627809"/>
                  </a:lnTo>
                  <a:lnTo>
                    <a:pt x="3975704" y="2627809"/>
                  </a:lnTo>
                  <a:lnTo>
                    <a:pt x="3975829" y="2627809"/>
                  </a:lnTo>
                  <a:lnTo>
                    <a:pt x="3976204" y="2627809"/>
                  </a:lnTo>
                  <a:lnTo>
                    <a:pt x="3976329" y="2627809"/>
                  </a:lnTo>
                  <a:lnTo>
                    <a:pt x="3976704" y="2627809"/>
                  </a:lnTo>
                  <a:lnTo>
                    <a:pt x="3977079" y="2627809"/>
                  </a:lnTo>
                  <a:lnTo>
                    <a:pt x="3977454" y="2627809"/>
                  </a:lnTo>
                  <a:lnTo>
                    <a:pt x="3977579" y="2627809"/>
                  </a:lnTo>
                  <a:lnTo>
                    <a:pt x="3977829" y="2627809"/>
                  </a:lnTo>
                  <a:lnTo>
                    <a:pt x="3978204" y="2627809"/>
                  </a:lnTo>
                  <a:lnTo>
                    <a:pt x="3978454" y="2627809"/>
                  </a:lnTo>
                  <a:lnTo>
                    <a:pt x="3979830" y="2627809"/>
                  </a:lnTo>
                  <a:lnTo>
                    <a:pt x="3979955" y="2617855"/>
                  </a:lnTo>
                  <a:lnTo>
                    <a:pt x="3980580" y="2617855"/>
                  </a:lnTo>
                  <a:lnTo>
                    <a:pt x="3980705" y="2617855"/>
                  </a:lnTo>
                  <a:lnTo>
                    <a:pt x="3981581" y="2617855"/>
                  </a:lnTo>
                  <a:lnTo>
                    <a:pt x="3982081" y="2617855"/>
                  </a:lnTo>
                  <a:lnTo>
                    <a:pt x="3982706" y="2617855"/>
                  </a:lnTo>
                  <a:lnTo>
                    <a:pt x="3982831" y="2617855"/>
                  </a:lnTo>
                  <a:lnTo>
                    <a:pt x="3983706" y="2617855"/>
                  </a:lnTo>
                  <a:lnTo>
                    <a:pt x="3983831" y="2617855"/>
                  </a:lnTo>
                  <a:lnTo>
                    <a:pt x="3983956" y="2617855"/>
                  </a:lnTo>
                  <a:lnTo>
                    <a:pt x="3984081" y="2617855"/>
                  </a:lnTo>
                  <a:lnTo>
                    <a:pt x="3984206" y="2617855"/>
                  </a:lnTo>
                  <a:lnTo>
                    <a:pt x="3984582" y="2617855"/>
                  </a:lnTo>
                  <a:lnTo>
                    <a:pt x="3984707" y="2617855"/>
                  </a:lnTo>
                  <a:lnTo>
                    <a:pt x="3984832" y="2617855"/>
                  </a:lnTo>
                  <a:lnTo>
                    <a:pt x="3985207" y="2617855"/>
                  </a:lnTo>
                  <a:lnTo>
                    <a:pt x="3985707" y="2617855"/>
                  </a:lnTo>
                  <a:lnTo>
                    <a:pt x="3985832" y="2617855"/>
                  </a:lnTo>
                  <a:lnTo>
                    <a:pt x="3986457" y="2617855"/>
                  </a:lnTo>
                  <a:lnTo>
                    <a:pt x="3986582" y="2617855"/>
                  </a:lnTo>
                  <a:lnTo>
                    <a:pt x="3986832" y="2617855"/>
                  </a:lnTo>
                  <a:lnTo>
                    <a:pt x="3987457" y="2617855"/>
                  </a:lnTo>
                  <a:lnTo>
                    <a:pt x="3987958" y="2617855"/>
                  </a:lnTo>
                  <a:lnTo>
                    <a:pt x="3988083" y="2617855"/>
                  </a:lnTo>
                  <a:lnTo>
                    <a:pt x="3988208" y="2617855"/>
                  </a:lnTo>
                  <a:lnTo>
                    <a:pt x="3988708" y="2617855"/>
                  </a:lnTo>
                  <a:lnTo>
                    <a:pt x="3988833" y="2617855"/>
                  </a:lnTo>
                  <a:lnTo>
                    <a:pt x="3988958" y="2617855"/>
                  </a:lnTo>
                  <a:lnTo>
                    <a:pt x="3989083" y="2617855"/>
                  </a:lnTo>
                  <a:lnTo>
                    <a:pt x="3989458" y="2617855"/>
                  </a:lnTo>
                  <a:lnTo>
                    <a:pt x="3989583" y="2617855"/>
                  </a:lnTo>
                  <a:lnTo>
                    <a:pt x="3989708" y="2617855"/>
                  </a:lnTo>
                  <a:lnTo>
                    <a:pt x="3990458" y="2617855"/>
                  </a:lnTo>
                  <a:lnTo>
                    <a:pt x="3990584" y="2617855"/>
                  </a:lnTo>
                  <a:lnTo>
                    <a:pt x="3990709" y="2617855"/>
                  </a:lnTo>
                  <a:lnTo>
                    <a:pt x="3990834" y="2617855"/>
                  </a:lnTo>
                  <a:lnTo>
                    <a:pt x="3990959" y="2617855"/>
                  </a:lnTo>
                  <a:lnTo>
                    <a:pt x="3991209" y="2617855"/>
                  </a:lnTo>
                  <a:lnTo>
                    <a:pt x="3991584" y="2617855"/>
                  </a:lnTo>
                  <a:lnTo>
                    <a:pt x="3996085" y="2617855"/>
                  </a:lnTo>
                  <a:lnTo>
                    <a:pt x="3996586" y="2617855"/>
                  </a:lnTo>
                  <a:lnTo>
                    <a:pt x="3996836" y="2617855"/>
                  </a:lnTo>
                  <a:lnTo>
                    <a:pt x="3997086" y="2617855"/>
                  </a:lnTo>
                  <a:lnTo>
                    <a:pt x="3997211" y="2617855"/>
                  </a:lnTo>
                  <a:lnTo>
                    <a:pt x="3997336" y="2617855"/>
                  </a:lnTo>
                  <a:lnTo>
                    <a:pt x="3997586" y="2617855"/>
                  </a:lnTo>
                  <a:lnTo>
                    <a:pt x="3997711" y="2617855"/>
                  </a:lnTo>
                  <a:lnTo>
                    <a:pt x="3997836" y="2617855"/>
                  </a:lnTo>
                  <a:lnTo>
                    <a:pt x="3997961" y="2617855"/>
                  </a:lnTo>
                  <a:lnTo>
                    <a:pt x="3998086" y="2617855"/>
                  </a:lnTo>
                  <a:lnTo>
                    <a:pt x="3998461" y="2617855"/>
                  </a:lnTo>
                  <a:lnTo>
                    <a:pt x="3998711" y="2617855"/>
                  </a:lnTo>
                  <a:lnTo>
                    <a:pt x="3998961" y="2617855"/>
                  </a:lnTo>
                  <a:lnTo>
                    <a:pt x="3999211" y="2617855"/>
                  </a:lnTo>
                  <a:lnTo>
                    <a:pt x="3999712" y="2617855"/>
                  </a:lnTo>
                  <a:lnTo>
                    <a:pt x="4000212" y="2617855"/>
                  </a:lnTo>
                  <a:lnTo>
                    <a:pt x="4000337" y="2617855"/>
                  </a:lnTo>
                  <a:lnTo>
                    <a:pt x="4000462" y="2617855"/>
                  </a:lnTo>
                  <a:lnTo>
                    <a:pt x="4000587" y="2617855"/>
                  </a:lnTo>
                  <a:lnTo>
                    <a:pt x="4000712" y="2617855"/>
                  </a:lnTo>
                  <a:lnTo>
                    <a:pt x="4000962" y="2617855"/>
                  </a:lnTo>
                  <a:lnTo>
                    <a:pt x="4001212" y="2617855"/>
                  </a:lnTo>
                  <a:lnTo>
                    <a:pt x="4001337" y="2617855"/>
                  </a:lnTo>
                  <a:lnTo>
                    <a:pt x="4001587" y="2617855"/>
                  </a:lnTo>
                  <a:lnTo>
                    <a:pt x="4002087" y="2617855"/>
                  </a:lnTo>
                  <a:lnTo>
                    <a:pt x="4002337" y="2617855"/>
                  </a:lnTo>
                  <a:lnTo>
                    <a:pt x="4003088" y="2617855"/>
                  </a:lnTo>
                  <a:lnTo>
                    <a:pt x="4003213" y="2617855"/>
                  </a:lnTo>
                  <a:lnTo>
                    <a:pt x="4003838" y="2617855"/>
                  </a:lnTo>
                  <a:lnTo>
                    <a:pt x="4004588" y="2617855"/>
                  </a:lnTo>
                  <a:lnTo>
                    <a:pt x="4004713" y="2617855"/>
                  </a:lnTo>
                  <a:lnTo>
                    <a:pt x="4004838" y="2617855"/>
                  </a:lnTo>
                  <a:lnTo>
                    <a:pt x="4004963" y="2617855"/>
                  </a:lnTo>
                  <a:lnTo>
                    <a:pt x="4005088" y="2617855"/>
                  </a:lnTo>
                  <a:lnTo>
                    <a:pt x="4005839" y="2617855"/>
                  </a:lnTo>
                  <a:lnTo>
                    <a:pt x="4005964" y="2617855"/>
                  </a:lnTo>
                  <a:lnTo>
                    <a:pt x="4006339" y="2617855"/>
                  </a:lnTo>
                  <a:lnTo>
                    <a:pt x="4006839" y="2617855"/>
                  </a:lnTo>
                  <a:lnTo>
                    <a:pt x="4007464" y="2617855"/>
                  </a:lnTo>
                  <a:lnTo>
                    <a:pt x="4007714" y="2617855"/>
                  </a:lnTo>
                  <a:lnTo>
                    <a:pt x="4007964" y="2617855"/>
                  </a:lnTo>
                  <a:lnTo>
                    <a:pt x="4008089" y="2617855"/>
                  </a:lnTo>
                  <a:lnTo>
                    <a:pt x="4008214" y="2617855"/>
                  </a:lnTo>
                  <a:lnTo>
                    <a:pt x="4008339" y="2617855"/>
                  </a:lnTo>
                  <a:lnTo>
                    <a:pt x="4008465" y="2617855"/>
                  </a:lnTo>
                  <a:lnTo>
                    <a:pt x="4008840" y="2617855"/>
                  </a:lnTo>
                  <a:lnTo>
                    <a:pt x="4009090" y="2617855"/>
                  </a:lnTo>
                  <a:lnTo>
                    <a:pt x="4009340" y="2617855"/>
                  </a:lnTo>
                  <a:lnTo>
                    <a:pt x="4009715" y="2617855"/>
                  </a:lnTo>
                  <a:lnTo>
                    <a:pt x="4009840" y="2617855"/>
                  </a:lnTo>
                  <a:lnTo>
                    <a:pt x="4010215" y="2617855"/>
                  </a:lnTo>
                  <a:lnTo>
                    <a:pt x="4010340" y="2617855"/>
                  </a:lnTo>
                  <a:lnTo>
                    <a:pt x="4010465" y="2617855"/>
                  </a:lnTo>
                  <a:lnTo>
                    <a:pt x="4010715" y="2617855"/>
                  </a:lnTo>
                  <a:lnTo>
                    <a:pt x="4010840" y="2617855"/>
                  </a:lnTo>
                  <a:lnTo>
                    <a:pt x="4010965" y="2617855"/>
                  </a:lnTo>
                  <a:lnTo>
                    <a:pt x="4011215" y="2617855"/>
                  </a:lnTo>
                  <a:lnTo>
                    <a:pt x="4011340" y="2617855"/>
                  </a:lnTo>
                  <a:lnTo>
                    <a:pt x="4011466" y="2617855"/>
                  </a:lnTo>
                  <a:lnTo>
                    <a:pt x="4011716" y="2617855"/>
                  </a:lnTo>
                  <a:lnTo>
                    <a:pt x="4012716" y="2617855"/>
                  </a:lnTo>
                  <a:lnTo>
                    <a:pt x="4013341" y="2617855"/>
                  </a:lnTo>
                  <a:lnTo>
                    <a:pt x="4014091" y="2617855"/>
                  </a:lnTo>
                  <a:lnTo>
                    <a:pt x="4014216" y="2617855"/>
                  </a:lnTo>
                  <a:lnTo>
                    <a:pt x="4014592" y="2617855"/>
                  </a:lnTo>
                  <a:lnTo>
                    <a:pt x="4014967" y="2617855"/>
                  </a:lnTo>
                  <a:lnTo>
                    <a:pt x="4015342" y="2617855"/>
                  </a:lnTo>
                  <a:lnTo>
                    <a:pt x="4015467" y="2617855"/>
                  </a:lnTo>
                  <a:lnTo>
                    <a:pt x="4016717" y="2617855"/>
                  </a:lnTo>
                  <a:lnTo>
                    <a:pt x="4016842" y="2617855"/>
                  </a:lnTo>
                  <a:lnTo>
                    <a:pt x="4016967" y="2617855"/>
                  </a:lnTo>
                  <a:lnTo>
                    <a:pt x="4017217" y="2617855"/>
                  </a:lnTo>
                  <a:lnTo>
                    <a:pt x="4017843" y="2617855"/>
                  </a:lnTo>
                  <a:lnTo>
                    <a:pt x="4018093" y="2617855"/>
                  </a:lnTo>
                  <a:lnTo>
                    <a:pt x="4018218" y="2617855"/>
                  </a:lnTo>
                  <a:lnTo>
                    <a:pt x="4018718" y="2617855"/>
                  </a:lnTo>
                  <a:lnTo>
                    <a:pt x="4018843" y="2617855"/>
                  </a:lnTo>
                  <a:lnTo>
                    <a:pt x="4019343" y="2617855"/>
                  </a:lnTo>
                  <a:lnTo>
                    <a:pt x="4019593" y="2617855"/>
                  </a:lnTo>
                  <a:lnTo>
                    <a:pt x="4019718" y="2617855"/>
                  </a:lnTo>
                  <a:lnTo>
                    <a:pt x="4019968" y="2617855"/>
                  </a:lnTo>
                  <a:lnTo>
                    <a:pt x="4020093" y="2617855"/>
                  </a:lnTo>
                  <a:lnTo>
                    <a:pt x="4020343" y="2617855"/>
                  </a:lnTo>
                  <a:lnTo>
                    <a:pt x="4020594" y="2607901"/>
                  </a:lnTo>
                  <a:lnTo>
                    <a:pt x="4020719" y="2607901"/>
                  </a:lnTo>
                  <a:lnTo>
                    <a:pt x="4020969" y="2607901"/>
                  </a:lnTo>
                  <a:lnTo>
                    <a:pt x="4021094" y="2607901"/>
                  </a:lnTo>
                  <a:lnTo>
                    <a:pt x="4021594" y="2607901"/>
                  </a:lnTo>
                  <a:lnTo>
                    <a:pt x="4021844" y="2607901"/>
                  </a:lnTo>
                  <a:lnTo>
                    <a:pt x="4021969" y="2607901"/>
                  </a:lnTo>
                  <a:lnTo>
                    <a:pt x="4022094" y="2607901"/>
                  </a:lnTo>
                  <a:lnTo>
                    <a:pt x="4022719" y="2607901"/>
                  </a:lnTo>
                  <a:lnTo>
                    <a:pt x="4023219" y="2607901"/>
                  </a:lnTo>
                  <a:lnTo>
                    <a:pt x="4023720" y="2607901"/>
                  </a:lnTo>
                  <a:lnTo>
                    <a:pt x="4024345" y="2607901"/>
                  </a:lnTo>
                  <a:lnTo>
                    <a:pt x="4024470" y="2607901"/>
                  </a:lnTo>
                  <a:lnTo>
                    <a:pt x="4025095" y="2607901"/>
                  </a:lnTo>
                  <a:lnTo>
                    <a:pt x="4025220" y="2607901"/>
                  </a:lnTo>
                  <a:lnTo>
                    <a:pt x="4025970" y="2607901"/>
                  </a:lnTo>
                  <a:lnTo>
                    <a:pt x="4026471" y="2607901"/>
                  </a:lnTo>
                  <a:lnTo>
                    <a:pt x="4026971" y="2607901"/>
                  </a:lnTo>
                  <a:lnTo>
                    <a:pt x="4027346" y="2607901"/>
                  </a:lnTo>
                  <a:lnTo>
                    <a:pt x="4027721" y="2607901"/>
                  </a:lnTo>
                  <a:lnTo>
                    <a:pt x="4028096" y="2607901"/>
                  </a:lnTo>
                  <a:lnTo>
                    <a:pt x="4028346" y="2607901"/>
                  </a:lnTo>
                  <a:lnTo>
                    <a:pt x="4029096" y="2607901"/>
                  </a:lnTo>
                  <a:lnTo>
                    <a:pt x="4029472" y="2607901"/>
                  </a:lnTo>
                  <a:lnTo>
                    <a:pt x="4029597" y="2607901"/>
                  </a:lnTo>
                  <a:lnTo>
                    <a:pt x="4029722" y="2607901"/>
                  </a:lnTo>
                  <a:lnTo>
                    <a:pt x="4029847" y="2607901"/>
                  </a:lnTo>
                  <a:lnTo>
                    <a:pt x="4030347" y="2607901"/>
                  </a:lnTo>
                  <a:lnTo>
                    <a:pt x="4030847" y="2607901"/>
                  </a:lnTo>
                  <a:lnTo>
                    <a:pt x="4030972" y="2607901"/>
                  </a:lnTo>
                  <a:lnTo>
                    <a:pt x="4032222" y="2597947"/>
                  </a:lnTo>
                  <a:lnTo>
                    <a:pt x="4032347" y="2597947"/>
                  </a:lnTo>
                  <a:lnTo>
                    <a:pt x="4032473" y="2597947"/>
                  </a:lnTo>
                  <a:lnTo>
                    <a:pt x="4033098" y="2597947"/>
                  </a:lnTo>
                  <a:lnTo>
                    <a:pt x="4033348" y="2597947"/>
                  </a:lnTo>
                  <a:lnTo>
                    <a:pt x="4033473" y="2597947"/>
                  </a:lnTo>
                  <a:lnTo>
                    <a:pt x="4033598" y="2597947"/>
                  </a:lnTo>
                  <a:lnTo>
                    <a:pt x="4033848" y="2597947"/>
                  </a:lnTo>
                  <a:lnTo>
                    <a:pt x="4033973" y="2597947"/>
                  </a:lnTo>
                  <a:lnTo>
                    <a:pt x="4034223" y="2597947"/>
                  </a:lnTo>
                  <a:lnTo>
                    <a:pt x="4034848" y="2597947"/>
                  </a:lnTo>
                  <a:lnTo>
                    <a:pt x="4035098" y="2597947"/>
                  </a:lnTo>
                  <a:lnTo>
                    <a:pt x="4035223" y="2597947"/>
                  </a:lnTo>
                  <a:lnTo>
                    <a:pt x="4035599" y="2597947"/>
                  </a:lnTo>
                  <a:lnTo>
                    <a:pt x="4035724" y="2597947"/>
                  </a:lnTo>
                  <a:lnTo>
                    <a:pt x="4036099" y="2597947"/>
                  </a:lnTo>
                  <a:lnTo>
                    <a:pt x="4036224" y="2597947"/>
                  </a:lnTo>
                  <a:lnTo>
                    <a:pt x="4036349" y="2597947"/>
                  </a:lnTo>
                  <a:lnTo>
                    <a:pt x="4036849" y="2597947"/>
                  </a:lnTo>
                  <a:lnTo>
                    <a:pt x="4037099" y="2597947"/>
                  </a:lnTo>
                  <a:lnTo>
                    <a:pt x="4037224" y="2597947"/>
                  </a:lnTo>
                  <a:lnTo>
                    <a:pt x="4037349" y="2597947"/>
                  </a:lnTo>
                  <a:lnTo>
                    <a:pt x="4038224" y="2597947"/>
                  </a:lnTo>
                  <a:lnTo>
                    <a:pt x="4038475" y="2597947"/>
                  </a:lnTo>
                  <a:lnTo>
                    <a:pt x="4038975" y="2597947"/>
                  </a:lnTo>
                  <a:lnTo>
                    <a:pt x="4039100" y="2597947"/>
                  </a:lnTo>
                  <a:lnTo>
                    <a:pt x="4039225" y="2597947"/>
                  </a:lnTo>
                  <a:lnTo>
                    <a:pt x="4039600" y="2597947"/>
                  </a:lnTo>
                  <a:lnTo>
                    <a:pt x="4039975" y="2597947"/>
                  </a:lnTo>
                  <a:lnTo>
                    <a:pt x="4040225" y="2597947"/>
                  </a:lnTo>
                  <a:lnTo>
                    <a:pt x="4040600" y="2597947"/>
                  </a:lnTo>
                  <a:lnTo>
                    <a:pt x="4040725" y="2597947"/>
                  </a:lnTo>
                  <a:lnTo>
                    <a:pt x="4040850" y="2597947"/>
                  </a:lnTo>
                  <a:lnTo>
                    <a:pt x="4041476" y="2597947"/>
                  </a:lnTo>
                  <a:lnTo>
                    <a:pt x="4041601" y="2597947"/>
                  </a:lnTo>
                  <a:lnTo>
                    <a:pt x="4041726" y="2597947"/>
                  </a:lnTo>
                  <a:lnTo>
                    <a:pt x="4041976" y="2597947"/>
                  </a:lnTo>
                  <a:lnTo>
                    <a:pt x="4042226" y="2597947"/>
                  </a:lnTo>
                  <a:lnTo>
                    <a:pt x="4042351" y="2597947"/>
                  </a:lnTo>
                  <a:lnTo>
                    <a:pt x="4042726" y="2597947"/>
                  </a:lnTo>
                  <a:lnTo>
                    <a:pt x="4042851" y="2597947"/>
                  </a:lnTo>
                  <a:lnTo>
                    <a:pt x="4043226" y="2597947"/>
                  </a:lnTo>
                  <a:lnTo>
                    <a:pt x="4043351" y="2597947"/>
                  </a:lnTo>
                  <a:lnTo>
                    <a:pt x="4043601" y="2597947"/>
                  </a:lnTo>
                  <a:lnTo>
                    <a:pt x="4043726" y="2597947"/>
                  </a:lnTo>
                  <a:lnTo>
                    <a:pt x="4043851" y="2597947"/>
                  </a:lnTo>
                  <a:lnTo>
                    <a:pt x="4043976" y="2597947"/>
                  </a:lnTo>
                  <a:lnTo>
                    <a:pt x="4044226" y="2597947"/>
                  </a:lnTo>
                  <a:lnTo>
                    <a:pt x="4044602" y="2597947"/>
                  </a:lnTo>
                  <a:lnTo>
                    <a:pt x="4044852" y="2597947"/>
                  </a:lnTo>
                  <a:lnTo>
                    <a:pt x="4045227" y="2597947"/>
                  </a:lnTo>
                  <a:lnTo>
                    <a:pt x="4045352" y="2597947"/>
                  </a:lnTo>
                  <a:lnTo>
                    <a:pt x="4045477" y="2597947"/>
                  </a:lnTo>
                  <a:lnTo>
                    <a:pt x="4045727" y="2597947"/>
                  </a:lnTo>
                  <a:lnTo>
                    <a:pt x="4046102" y="2597947"/>
                  </a:lnTo>
                  <a:lnTo>
                    <a:pt x="4046352" y="2597947"/>
                  </a:lnTo>
                  <a:lnTo>
                    <a:pt x="4046477" y="2597947"/>
                  </a:lnTo>
                  <a:lnTo>
                    <a:pt x="4047603" y="2597947"/>
                  </a:lnTo>
                  <a:lnTo>
                    <a:pt x="4047728" y="2597947"/>
                  </a:lnTo>
                  <a:lnTo>
                    <a:pt x="4047853" y="2597947"/>
                  </a:lnTo>
                  <a:lnTo>
                    <a:pt x="4048103" y="2597947"/>
                  </a:lnTo>
                  <a:lnTo>
                    <a:pt x="4048228" y="2597947"/>
                  </a:lnTo>
                  <a:lnTo>
                    <a:pt x="4048478" y="2597947"/>
                  </a:lnTo>
                  <a:lnTo>
                    <a:pt x="4048603" y="2597947"/>
                  </a:lnTo>
                  <a:lnTo>
                    <a:pt x="4048728" y="2597947"/>
                  </a:lnTo>
                  <a:lnTo>
                    <a:pt x="4048978" y="2597947"/>
                  </a:lnTo>
                  <a:lnTo>
                    <a:pt x="4049103" y="2597947"/>
                  </a:lnTo>
                  <a:lnTo>
                    <a:pt x="4049228" y="2597947"/>
                  </a:lnTo>
                  <a:lnTo>
                    <a:pt x="4049603" y="2597947"/>
                  </a:lnTo>
                  <a:lnTo>
                    <a:pt x="4049853" y="2597947"/>
                  </a:lnTo>
                  <a:lnTo>
                    <a:pt x="4049978" y="2597947"/>
                  </a:lnTo>
                  <a:lnTo>
                    <a:pt x="4050228" y="2597947"/>
                  </a:lnTo>
                  <a:lnTo>
                    <a:pt x="4050354" y="2597947"/>
                  </a:lnTo>
                  <a:lnTo>
                    <a:pt x="4051354" y="2587993"/>
                  </a:lnTo>
                  <a:lnTo>
                    <a:pt x="4051604" y="2587993"/>
                  </a:lnTo>
                  <a:lnTo>
                    <a:pt x="4052104" y="2587993"/>
                  </a:lnTo>
                  <a:lnTo>
                    <a:pt x="4052479" y="2587993"/>
                  </a:lnTo>
                  <a:lnTo>
                    <a:pt x="4052604" y="2587993"/>
                  </a:lnTo>
                  <a:lnTo>
                    <a:pt x="4052729" y="2587993"/>
                  </a:lnTo>
                  <a:lnTo>
                    <a:pt x="4052979" y="2587993"/>
                  </a:lnTo>
                  <a:lnTo>
                    <a:pt x="4053104" y="2587993"/>
                  </a:lnTo>
                  <a:lnTo>
                    <a:pt x="4053605" y="2587993"/>
                  </a:lnTo>
                  <a:lnTo>
                    <a:pt x="4054355" y="2587993"/>
                  </a:lnTo>
                  <a:lnTo>
                    <a:pt x="4054480" y="2587993"/>
                  </a:lnTo>
                  <a:lnTo>
                    <a:pt x="4054605" y="2587993"/>
                  </a:lnTo>
                  <a:lnTo>
                    <a:pt x="4054980" y="2587993"/>
                  </a:lnTo>
                  <a:lnTo>
                    <a:pt x="4055105" y="2587993"/>
                  </a:lnTo>
                  <a:lnTo>
                    <a:pt x="4055605" y="2587993"/>
                  </a:lnTo>
                  <a:lnTo>
                    <a:pt x="4055730" y="2587993"/>
                  </a:lnTo>
                  <a:lnTo>
                    <a:pt x="4055980" y="2587993"/>
                  </a:lnTo>
                  <a:lnTo>
                    <a:pt x="4055980" y="2578040"/>
                  </a:lnTo>
                  <a:lnTo>
                    <a:pt x="4056731" y="2578040"/>
                  </a:lnTo>
                  <a:lnTo>
                    <a:pt x="4056856" y="2578040"/>
                  </a:lnTo>
                  <a:lnTo>
                    <a:pt x="4056981" y="2578040"/>
                  </a:lnTo>
                  <a:lnTo>
                    <a:pt x="4057231" y="2578040"/>
                  </a:lnTo>
                  <a:lnTo>
                    <a:pt x="4057606" y="2578040"/>
                  </a:lnTo>
                  <a:lnTo>
                    <a:pt x="4057731" y="2578040"/>
                  </a:lnTo>
                  <a:lnTo>
                    <a:pt x="4057856" y="2578040"/>
                  </a:lnTo>
                  <a:lnTo>
                    <a:pt x="4058231" y="2578040"/>
                  </a:lnTo>
                  <a:lnTo>
                    <a:pt x="4058731" y="2578040"/>
                  </a:lnTo>
                  <a:lnTo>
                    <a:pt x="4058856" y="2578040"/>
                  </a:lnTo>
                  <a:lnTo>
                    <a:pt x="4059482" y="2578040"/>
                  </a:lnTo>
                  <a:lnTo>
                    <a:pt x="4059857" y="2578040"/>
                  </a:lnTo>
                  <a:lnTo>
                    <a:pt x="4060357" y="2578040"/>
                  </a:lnTo>
                  <a:lnTo>
                    <a:pt x="4060482" y="2578040"/>
                  </a:lnTo>
                  <a:lnTo>
                    <a:pt x="4060607" y="2578040"/>
                  </a:lnTo>
                  <a:lnTo>
                    <a:pt x="4060857" y="2578040"/>
                  </a:lnTo>
                  <a:lnTo>
                    <a:pt x="4060982" y="2578040"/>
                  </a:lnTo>
                  <a:lnTo>
                    <a:pt x="4061482" y="2578040"/>
                  </a:lnTo>
                  <a:lnTo>
                    <a:pt x="4061607" y="2578040"/>
                  </a:lnTo>
                  <a:lnTo>
                    <a:pt x="4062983" y="2578040"/>
                  </a:lnTo>
                  <a:lnTo>
                    <a:pt x="4063358" y="2578040"/>
                  </a:lnTo>
                  <a:lnTo>
                    <a:pt x="4063483" y="2578040"/>
                  </a:lnTo>
                  <a:lnTo>
                    <a:pt x="4063733" y="2578040"/>
                  </a:lnTo>
                  <a:lnTo>
                    <a:pt x="4063858" y="2578040"/>
                  </a:lnTo>
                  <a:lnTo>
                    <a:pt x="4064233" y="2578040"/>
                  </a:lnTo>
                  <a:lnTo>
                    <a:pt x="4064358" y="2578040"/>
                  </a:lnTo>
                  <a:lnTo>
                    <a:pt x="4064733" y="2578040"/>
                  </a:lnTo>
                  <a:lnTo>
                    <a:pt x="4064858" y="2578040"/>
                  </a:lnTo>
                  <a:lnTo>
                    <a:pt x="4064983" y="2578040"/>
                  </a:lnTo>
                  <a:lnTo>
                    <a:pt x="4065859" y="2578040"/>
                  </a:lnTo>
                  <a:lnTo>
                    <a:pt x="4065984" y="2578040"/>
                  </a:lnTo>
                  <a:lnTo>
                    <a:pt x="4066109" y="2578040"/>
                  </a:lnTo>
                  <a:lnTo>
                    <a:pt x="4066484" y="2578040"/>
                  </a:lnTo>
                  <a:lnTo>
                    <a:pt x="4066859" y="2578040"/>
                  </a:lnTo>
                  <a:lnTo>
                    <a:pt x="4066984" y="2578040"/>
                  </a:lnTo>
                  <a:lnTo>
                    <a:pt x="4067734" y="2578040"/>
                  </a:lnTo>
                  <a:lnTo>
                    <a:pt x="4068234" y="2578040"/>
                  </a:lnTo>
                  <a:lnTo>
                    <a:pt x="4068610" y="2578040"/>
                  </a:lnTo>
                  <a:lnTo>
                    <a:pt x="4068860" y="2578040"/>
                  </a:lnTo>
                  <a:lnTo>
                    <a:pt x="4069110" y="2578040"/>
                  </a:lnTo>
                  <a:lnTo>
                    <a:pt x="4069235" y="2578040"/>
                  </a:lnTo>
                  <a:lnTo>
                    <a:pt x="4069610" y="2578040"/>
                  </a:lnTo>
                  <a:lnTo>
                    <a:pt x="4069735" y="2578040"/>
                  </a:lnTo>
                  <a:lnTo>
                    <a:pt x="4070110" y="2578040"/>
                  </a:lnTo>
                  <a:lnTo>
                    <a:pt x="4070360" y="2578040"/>
                  </a:lnTo>
                  <a:lnTo>
                    <a:pt x="4070610" y="2578040"/>
                  </a:lnTo>
                  <a:lnTo>
                    <a:pt x="4070735" y="2578040"/>
                  </a:lnTo>
                  <a:lnTo>
                    <a:pt x="4071235" y="2578040"/>
                  </a:lnTo>
                  <a:lnTo>
                    <a:pt x="4071361" y="2578040"/>
                  </a:lnTo>
                  <a:lnTo>
                    <a:pt x="4071611" y="2578040"/>
                  </a:lnTo>
                  <a:lnTo>
                    <a:pt x="4071736" y="2578040"/>
                  </a:lnTo>
                  <a:lnTo>
                    <a:pt x="4072236" y="2578040"/>
                  </a:lnTo>
                  <a:lnTo>
                    <a:pt x="4072361" y="2578040"/>
                  </a:lnTo>
                  <a:lnTo>
                    <a:pt x="4072611" y="2578040"/>
                  </a:lnTo>
                  <a:lnTo>
                    <a:pt x="4072736" y="2578040"/>
                  </a:lnTo>
                  <a:lnTo>
                    <a:pt x="4072986" y="2578040"/>
                  </a:lnTo>
                  <a:lnTo>
                    <a:pt x="4073111" y="2578040"/>
                  </a:lnTo>
                  <a:lnTo>
                    <a:pt x="4073236" y="2578040"/>
                  </a:lnTo>
                  <a:lnTo>
                    <a:pt x="4073361" y="2578040"/>
                  </a:lnTo>
                  <a:lnTo>
                    <a:pt x="4074362" y="2578040"/>
                  </a:lnTo>
                  <a:lnTo>
                    <a:pt x="4074987" y="2578040"/>
                  </a:lnTo>
                  <a:lnTo>
                    <a:pt x="4075237" y="2578040"/>
                  </a:lnTo>
                  <a:lnTo>
                    <a:pt x="4075862" y="2578040"/>
                  </a:lnTo>
                  <a:lnTo>
                    <a:pt x="4076237" y="2578040"/>
                  </a:lnTo>
                  <a:lnTo>
                    <a:pt x="4076612" y="2578040"/>
                  </a:lnTo>
                  <a:lnTo>
                    <a:pt x="4076737" y="2578040"/>
                  </a:lnTo>
                  <a:lnTo>
                    <a:pt x="4077112" y="2578040"/>
                  </a:lnTo>
                  <a:lnTo>
                    <a:pt x="4077363" y="2578040"/>
                  </a:lnTo>
                  <a:lnTo>
                    <a:pt x="4077988" y="2578040"/>
                  </a:lnTo>
                  <a:lnTo>
                    <a:pt x="4078113" y="2578040"/>
                  </a:lnTo>
                  <a:lnTo>
                    <a:pt x="4078238" y="2578040"/>
                  </a:lnTo>
                  <a:lnTo>
                    <a:pt x="4078863" y="2578040"/>
                  </a:lnTo>
                  <a:lnTo>
                    <a:pt x="4079113" y="2578040"/>
                  </a:lnTo>
                  <a:lnTo>
                    <a:pt x="4079488" y="2578040"/>
                  </a:lnTo>
                  <a:lnTo>
                    <a:pt x="4079613" y="2578040"/>
                  </a:lnTo>
                  <a:lnTo>
                    <a:pt x="4079863" y="2578040"/>
                  </a:lnTo>
                  <a:lnTo>
                    <a:pt x="4080364" y="2578040"/>
                  </a:lnTo>
                  <a:lnTo>
                    <a:pt x="4080489" y="2578040"/>
                  </a:lnTo>
                  <a:lnTo>
                    <a:pt x="4080864" y="2578040"/>
                  </a:lnTo>
                  <a:lnTo>
                    <a:pt x="4080989" y="2578040"/>
                  </a:lnTo>
                  <a:lnTo>
                    <a:pt x="4081864" y="2578040"/>
                  </a:lnTo>
                  <a:lnTo>
                    <a:pt x="4081989" y="2578040"/>
                  </a:lnTo>
                  <a:lnTo>
                    <a:pt x="4082114" y="2578040"/>
                  </a:lnTo>
                  <a:lnTo>
                    <a:pt x="4082614" y="2578040"/>
                  </a:lnTo>
                  <a:lnTo>
                    <a:pt x="4082864" y="2578040"/>
                  </a:lnTo>
                  <a:lnTo>
                    <a:pt x="4083114" y="2578040"/>
                  </a:lnTo>
                  <a:lnTo>
                    <a:pt x="4083490" y="2578040"/>
                  </a:lnTo>
                  <a:lnTo>
                    <a:pt x="4083615" y="2578040"/>
                  </a:lnTo>
                  <a:lnTo>
                    <a:pt x="4083990" y="2578040"/>
                  </a:lnTo>
                  <a:lnTo>
                    <a:pt x="4084115" y="2578040"/>
                  </a:lnTo>
                  <a:lnTo>
                    <a:pt x="4084240" y="2578040"/>
                  </a:lnTo>
                  <a:lnTo>
                    <a:pt x="4084365" y="2578040"/>
                  </a:lnTo>
                  <a:lnTo>
                    <a:pt x="4084865" y="2578040"/>
                  </a:lnTo>
                  <a:lnTo>
                    <a:pt x="4084990" y="2578040"/>
                  </a:lnTo>
                  <a:lnTo>
                    <a:pt x="4085115" y="2578040"/>
                  </a:lnTo>
                  <a:lnTo>
                    <a:pt x="4085365" y="2578040"/>
                  </a:lnTo>
                  <a:lnTo>
                    <a:pt x="4085490" y="2578040"/>
                  </a:lnTo>
                  <a:lnTo>
                    <a:pt x="4085740" y="2578040"/>
                  </a:lnTo>
                  <a:lnTo>
                    <a:pt x="4086241" y="2578040"/>
                  </a:lnTo>
                  <a:lnTo>
                    <a:pt x="4086241" y="2568086"/>
                  </a:lnTo>
                  <a:lnTo>
                    <a:pt x="4086741" y="2568086"/>
                  </a:lnTo>
                  <a:lnTo>
                    <a:pt x="4086991" y="2568086"/>
                  </a:lnTo>
                  <a:lnTo>
                    <a:pt x="4087116" y="2568086"/>
                  </a:lnTo>
                  <a:lnTo>
                    <a:pt x="4087241" y="2568086"/>
                  </a:lnTo>
                  <a:lnTo>
                    <a:pt x="4089492" y="2568086"/>
                  </a:lnTo>
                  <a:lnTo>
                    <a:pt x="4089867" y="2568086"/>
                  </a:lnTo>
                  <a:lnTo>
                    <a:pt x="4090117" y="2568086"/>
                  </a:lnTo>
                  <a:lnTo>
                    <a:pt x="4090367" y="2568086"/>
                  </a:lnTo>
                  <a:lnTo>
                    <a:pt x="4090617" y="2568086"/>
                  </a:lnTo>
                  <a:lnTo>
                    <a:pt x="4090992" y="2568086"/>
                  </a:lnTo>
                  <a:lnTo>
                    <a:pt x="4091117" y="2568086"/>
                  </a:lnTo>
                  <a:lnTo>
                    <a:pt x="4091242" y="2568086"/>
                  </a:lnTo>
                  <a:lnTo>
                    <a:pt x="4091367" y="2568086"/>
                  </a:lnTo>
                  <a:lnTo>
                    <a:pt x="4091742" y="2568086"/>
                  </a:lnTo>
                  <a:lnTo>
                    <a:pt x="4092493" y="2568086"/>
                  </a:lnTo>
                  <a:lnTo>
                    <a:pt x="4093118" y="2568086"/>
                  </a:lnTo>
                  <a:lnTo>
                    <a:pt x="4093368" y="2568086"/>
                  </a:lnTo>
                  <a:lnTo>
                    <a:pt x="4093743" y="2568086"/>
                  </a:lnTo>
                  <a:lnTo>
                    <a:pt x="4093993" y="2568086"/>
                  </a:lnTo>
                  <a:lnTo>
                    <a:pt x="4094118" y="2568086"/>
                  </a:lnTo>
                  <a:lnTo>
                    <a:pt x="4094368" y="2568086"/>
                  </a:lnTo>
                  <a:lnTo>
                    <a:pt x="4094493" y="2568086"/>
                  </a:lnTo>
                  <a:lnTo>
                    <a:pt x="4094618" y="2568086"/>
                  </a:lnTo>
                  <a:lnTo>
                    <a:pt x="4094743" y="2568086"/>
                  </a:lnTo>
                  <a:lnTo>
                    <a:pt x="4094868" y="2568086"/>
                  </a:lnTo>
                  <a:lnTo>
                    <a:pt x="4095118" y="2568086"/>
                  </a:lnTo>
                  <a:lnTo>
                    <a:pt x="4095244" y="2568086"/>
                  </a:lnTo>
                  <a:lnTo>
                    <a:pt x="4095494" y="2568086"/>
                  </a:lnTo>
                  <a:lnTo>
                    <a:pt x="4095869" y="2568086"/>
                  </a:lnTo>
                  <a:lnTo>
                    <a:pt x="4096119" y="2568086"/>
                  </a:lnTo>
                  <a:lnTo>
                    <a:pt x="4096244" y="2568086"/>
                  </a:lnTo>
                  <a:lnTo>
                    <a:pt x="4096619" y="2568086"/>
                  </a:lnTo>
                  <a:lnTo>
                    <a:pt x="4096869" y="2568086"/>
                  </a:lnTo>
                  <a:lnTo>
                    <a:pt x="4096994" y="2568086"/>
                  </a:lnTo>
                  <a:lnTo>
                    <a:pt x="4097119" y="2568086"/>
                  </a:lnTo>
                  <a:lnTo>
                    <a:pt x="4097744" y="2558132"/>
                  </a:lnTo>
                  <a:lnTo>
                    <a:pt x="4097869" y="2558132"/>
                  </a:lnTo>
                  <a:lnTo>
                    <a:pt x="4097994" y="2558132"/>
                  </a:lnTo>
                  <a:lnTo>
                    <a:pt x="4098370" y="2558132"/>
                  </a:lnTo>
                  <a:lnTo>
                    <a:pt x="4098745" y="2548178"/>
                  </a:lnTo>
                  <a:lnTo>
                    <a:pt x="4098995" y="2548178"/>
                  </a:lnTo>
                  <a:lnTo>
                    <a:pt x="4099495" y="2548178"/>
                  </a:lnTo>
                  <a:lnTo>
                    <a:pt x="4100245" y="2548178"/>
                  </a:lnTo>
                  <a:lnTo>
                    <a:pt x="4100370" y="2548178"/>
                  </a:lnTo>
                  <a:lnTo>
                    <a:pt x="4100620" y="2548178"/>
                  </a:lnTo>
                  <a:lnTo>
                    <a:pt x="4100995" y="2548178"/>
                  </a:lnTo>
                  <a:lnTo>
                    <a:pt x="4101120" y="2548178"/>
                  </a:lnTo>
                  <a:lnTo>
                    <a:pt x="4101371" y="2548178"/>
                  </a:lnTo>
                  <a:lnTo>
                    <a:pt x="4101621" y="2548178"/>
                  </a:lnTo>
                  <a:lnTo>
                    <a:pt x="4102121" y="2548178"/>
                  </a:lnTo>
                  <a:lnTo>
                    <a:pt x="4102246" y="2548178"/>
                  </a:lnTo>
                  <a:lnTo>
                    <a:pt x="4102871" y="2548178"/>
                  </a:lnTo>
                  <a:lnTo>
                    <a:pt x="4103121" y="2548178"/>
                  </a:lnTo>
                  <a:lnTo>
                    <a:pt x="4103371" y="2548178"/>
                  </a:lnTo>
                  <a:lnTo>
                    <a:pt x="4103496" y="2548178"/>
                  </a:lnTo>
                  <a:lnTo>
                    <a:pt x="4104121" y="2548178"/>
                  </a:lnTo>
                  <a:lnTo>
                    <a:pt x="4104372" y="2548178"/>
                  </a:lnTo>
                  <a:lnTo>
                    <a:pt x="4105247" y="2548178"/>
                  </a:lnTo>
                  <a:lnTo>
                    <a:pt x="4105372" y="2548178"/>
                  </a:lnTo>
                  <a:lnTo>
                    <a:pt x="4105747" y="2548178"/>
                  </a:lnTo>
                  <a:lnTo>
                    <a:pt x="4105872" y="2548178"/>
                  </a:lnTo>
                  <a:lnTo>
                    <a:pt x="4106997" y="2548178"/>
                  </a:lnTo>
                  <a:lnTo>
                    <a:pt x="4107373" y="2548178"/>
                  </a:lnTo>
                  <a:lnTo>
                    <a:pt x="4107998" y="2548178"/>
                  </a:lnTo>
                  <a:lnTo>
                    <a:pt x="4108123" y="2548178"/>
                  </a:lnTo>
                  <a:lnTo>
                    <a:pt x="4108373" y="2548178"/>
                  </a:lnTo>
                  <a:lnTo>
                    <a:pt x="4108498" y="2548178"/>
                  </a:lnTo>
                  <a:lnTo>
                    <a:pt x="4108873" y="2548178"/>
                  </a:lnTo>
                  <a:lnTo>
                    <a:pt x="4109123" y="2548178"/>
                  </a:lnTo>
                  <a:lnTo>
                    <a:pt x="4109248" y="2548178"/>
                  </a:lnTo>
                  <a:lnTo>
                    <a:pt x="4109373" y="2548178"/>
                  </a:lnTo>
                  <a:lnTo>
                    <a:pt x="4109623" y="2548178"/>
                  </a:lnTo>
                  <a:lnTo>
                    <a:pt x="4109748" y="2548178"/>
                  </a:lnTo>
                  <a:lnTo>
                    <a:pt x="4110249" y="2548178"/>
                  </a:lnTo>
                  <a:lnTo>
                    <a:pt x="4110624" y="2548178"/>
                  </a:lnTo>
                  <a:lnTo>
                    <a:pt x="4110749" y="2548178"/>
                  </a:lnTo>
                  <a:lnTo>
                    <a:pt x="4111749" y="2548178"/>
                  </a:lnTo>
                  <a:lnTo>
                    <a:pt x="4111999" y="2548178"/>
                  </a:lnTo>
                  <a:lnTo>
                    <a:pt x="4112124" y="2548178"/>
                  </a:lnTo>
                  <a:lnTo>
                    <a:pt x="4112249" y="2538224"/>
                  </a:lnTo>
                  <a:lnTo>
                    <a:pt x="4112499" y="2538224"/>
                  </a:lnTo>
                  <a:lnTo>
                    <a:pt x="4112624" y="2538224"/>
                  </a:lnTo>
                  <a:lnTo>
                    <a:pt x="4113125" y="2538224"/>
                  </a:lnTo>
                  <a:lnTo>
                    <a:pt x="4113250" y="2538224"/>
                  </a:lnTo>
                  <a:lnTo>
                    <a:pt x="4114750" y="2538224"/>
                  </a:lnTo>
                  <a:lnTo>
                    <a:pt x="4114875" y="2538224"/>
                  </a:lnTo>
                  <a:lnTo>
                    <a:pt x="4115125" y="2538224"/>
                  </a:lnTo>
                  <a:lnTo>
                    <a:pt x="4115375" y="2538224"/>
                  </a:lnTo>
                  <a:lnTo>
                    <a:pt x="4115625" y="2538224"/>
                  </a:lnTo>
                  <a:lnTo>
                    <a:pt x="4116000" y="2538224"/>
                  </a:lnTo>
                  <a:lnTo>
                    <a:pt x="4116501" y="2538224"/>
                  </a:lnTo>
                  <a:lnTo>
                    <a:pt x="4117001" y="2538224"/>
                  </a:lnTo>
                  <a:lnTo>
                    <a:pt x="4117376" y="2538224"/>
                  </a:lnTo>
                  <a:lnTo>
                    <a:pt x="4117501" y="2538224"/>
                  </a:lnTo>
                  <a:lnTo>
                    <a:pt x="4118001" y="2538224"/>
                  </a:lnTo>
                  <a:lnTo>
                    <a:pt x="4118251" y="2538224"/>
                  </a:lnTo>
                  <a:lnTo>
                    <a:pt x="4118376" y="2538224"/>
                  </a:lnTo>
                  <a:lnTo>
                    <a:pt x="4118751" y="2538224"/>
                  </a:lnTo>
                  <a:lnTo>
                    <a:pt x="4119377" y="2538224"/>
                  </a:lnTo>
                  <a:lnTo>
                    <a:pt x="4120002" y="2538224"/>
                  </a:lnTo>
                  <a:lnTo>
                    <a:pt x="4120502" y="2538224"/>
                  </a:lnTo>
                  <a:lnTo>
                    <a:pt x="4120627" y="2538224"/>
                  </a:lnTo>
                  <a:lnTo>
                    <a:pt x="4120752" y="2538224"/>
                  </a:lnTo>
                  <a:lnTo>
                    <a:pt x="4121127" y="2538224"/>
                  </a:lnTo>
                  <a:lnTo>
                    <a:pt x="4121502" y="2538224"/>
                  </a:lnTo>
                  <a:lnTo>
                    <a:pt x="4121627" y="2538224"/>
                  </a:lnTo>
                  <a:lnTo>
                    <a:pt x="4121752" y="2538224"/>
                  </a:lnTo>
                  <a:lnTo>
                    <a:pt x="4121877" y="2538224"/>
                  </a:lnTo>
                  <a:lnTo>
                    <a:pt x="4122253" y="2538224"/>
                  </a:lnTo>
                  <a:lnTo>
                    <a:pt x="4122378" y="2538224"/>
                  </a:lnTo>
                  <a:lnTo>
                    <a:pt x="4122503" y="2538224"/>
                  </a:lnTo>
                  <a:lnTo>
                    <a:pt x="4123503" y="2538224"/>
                  </a:lnTo>
                  <a:lnTo>
                    <a:pt x="4123753" y="2538224"/>
                  </a:lnTo>
                  <a:lnTo>
                    <a:pt x="4124128" y="2538224"/>
                  </a:lnTo>
                  <a:lnTo>
                    <a:pt x="4124253" y="2538224"/>
                  </a:lnTo>
                  <a:lnTo>
                    <a:pt x="4124878" y="2538224"/>
                  </a:lnTo>
                  <a:lnTo>
                    <a:pt x="4125003" y="2538224"/>
                  </a:lnTo>
                  <a:lnTo>
                    <a:pt x="4125129" y="2538224"/>
                  </a:lnTo>
                  <a:lnTo>
                    <a:pt x="4125254" y="2538224"/>
                  </a:lnTo>
                  <a:lnTo>
                    <a:pt x="4125504" y="2538224"/>
                  </a:lnTo>
                  <a:lnTo>
                    <a:pt x="4125879" y="2538224"/>
                  </a:lnTo>
                  <a:lnTo>
                    <a:pt x="4127379" y="2538224"/>
                  </a:lnTo>
                  <a:lnTo>
                    <a:pt x="4127879" y="2538224"/>
                  </a:lnTo>
                  <a:lnTo>
                    <a:pt x="4128630" y="2538224"/>
                  </a:lnTo>
                  <a:lnTo>
                    <a:pt x="4128755" y="2538224"/>
                  </a:lnTo>
                  <a:lnTo>
                    <a:pt x="4129005" y="2538224"/>
                  </a:lnTo>
                  <a:lnTo>
                    <a:pt x="4129380" y="2538224"/>
                  </a:lnTo>
                  <a:lnTo>
                    <a:pt x="4130130" y="2538224"/>
                  </a:lnTo>
                  <a:lnTo>
                    <a:pt x="4130630" y="2538224"/>
                  </a:lnTo>
                  <a:lnTo>
                    <a:pt x="4131256" y="2538224"/>
                  </a:lnTo>
                  <a:lnTo>
                    <a:pt x="4131381" y="2538224"/>
                  </a:lnTo>
                  <a:lnTo>
                    <a:pt x="4131506" y="2538224"/>
                  </a:lnTo>
                  <a:lnTo>
                    <a:pt x="4131631" y="2538224"/>
                  </a:lnTo>
                  <a:lnTo>
                    <a:pt x="4133006" y="2538224"/>
                  </a:lnTo>
                  <a:lnTo>
                    <a:pt x="4133131" y="2538224"/>
                  </a:lnTo>
                  <a:lnTo>
                    <a:pt x="4133381" y="2538224"/>
                  </a:lnTo>
                  <a:lnTo>
                    <a:pt x="4133506" y="2538224"/>
                  </a:lnTo>
                  <a:lnTo>
                    <a:pt x="4134006" y="2538224"/>
                  </a:lnTo>
                  <a:lnTo>
                    <a:pt x="4134632" y="2538224"/>
                  </a:lnTo>
                  <a:lnTo>
                    <a:pt x="4134757" y="2538224"/>
                  </a:lnTo>
                  <a:lnTo>
                    <a:pt x="4135257" y="2538224"/>
                  </a:lnTo>
                  <a:lnTo>
                    <a:pt x="4135507" y="2538224"/>
                  </a:lnTo>
                  <a:lnTo>
                    <a:pt x="4135632" y="2538224"/>
                  </a:lnTo>
                  <a:lnTo>
                    <a:pt x="4135757" y="2538224"/>
                  </a:lnTo>
                  <a:lnTo>
                    <a:pt x="4135882" y="2538224"/>
                  </a:lnTo>
                  <a:lnTo>
                    <a:pt x="4136007" y="2538224"/>
                  </a:lnTo>
                  <a:lnTo>
                    <a:pt x="4136382" y="2538224"/>
                  </a:lnTo>
                  <a:lnTo>
                    <a:pt x="4137508" y="2538224"/>
                  </a:lnTo>
                  <a:lnTo>
                    <a:pt x="4137633" y="2538224"/>
                  </a:lnTo>
                  <a:lnTo>
                    <a:pt x="4138008" y="2538224"/>
                  </a:lnTo>
                  <a:lnTo>
                    <a:pt x="4138133" y="2538224"/>
                  </a:lnTo>
                  <a:lnTo>
                    <a:pt x="4138633" y="2538224"/>
                  </a:lnTo>
                  <a:lnTo>
                    <a:pt x="4138883" y="2538224"/>
                  </a:lnTo>
                  <a:lnTo>
                    <a:pt x="4139133" y="2538224"/>
                  </a:lnTo>
                  <a:lnTo>
                    <a:pt x="4139258" y="2538224"/>
                  </a:lnTo>
                  <a:lnTo>
                    <a:pt x="4139383" y="2538224"/>
                  </a:lnTo>
                  <a:lnTo>
                    <a:pt x="4139508" y="2528270"/>
                  </a:lnTo>
                  <a:lnTo>
                    <a:pt x="4140384" y="2528270"/>
                  </a:lnTo>
                  <a:lnTo>
                    <a:pt x="4140509" y="2528270"/>
                  </a:lnTo>
                  <a:lnTo>
                    <a:pt x="4140634" y="2528270"/>
                  </a:lnTo>
                  <a:lnTo>
                    <a:pt x="4141009" y="2528270"/>
                  </a:lnTo>
                  <a:lnTo>
                    <a:pt x="4141884" y="2528270"/>
                  </a:lnTo>
                  <a:lnTo>
                    <a:pt x="4142259" y="2528270"/>
                  </a:lnTo>
                  <a:lnTo>
                    <a:pt x="4142384" y="2528270"/>
                  </a:lnTo>
                  <a:lnTo>
                    <a:pt x="4142759" y="2528270"/>
                  </a:lnTo>
                  <a:lnTo>
                    <a:pt x="4143009" y="2528270"/>
                  </a:lnTo>
                  <a:lnTo>
                    <a:pt x="4143510" y="2528270"/>
                  </a:lnTo>
                  <a:lnTo>
                    <a:pt x="4143760" y="2528270"/>
                  </a:lnTo>
                  <a:lnTo>
                    <a:pt x="4144010" y="2528270"/>
                  </a:lnTo>
                  <a:lnTo>
                    <a:pt x="4144260" y="2528270"/>
                  </a:lnTo>
                  <a:lnTo>
                    <a:pt x="4144385" y="2528270"/>
                  </a:lnTo>
                  <a:lnTo>
                    <a:pt x="4144510" y="2528270"/>
                  </a:lnTo>
                  <a:lnTo>
                    <a:pt x="4144635" y="2528270"/>
                  </a:lnTo>
                  <a:lnTo>
                    <a:pt x="4145135" y="2528270"/>
                  </a:lnTo>
                  <a:lnTo>
                    <a:pt x="4145760" y="2528270"/>
                  </a:lnTo>
                  <a:lnTo>
                    <a:pt x="4145885" y="2528270"/>
                  </a:lnTo>
                  <a:lnTo>
                    <a:pt x="4146010" y="2528270"/>
                  </a:lnTo>
                  <a:lnTo>
                    <a:pt x="4146761" y="2528270"/>
                  </a:lnTo>
                  <a:lnTo>
                    <a:pt x="4147261" y="2528270"/>
                  </a:lnTo>
                  <a:lnTo>
                    <a:pt x="4147636" y="2528270"/>
                  </a:lnTo>
                  <a:lnTo>
                    <a:pt x="4148511" y="2528270"/>
                  </a:lnTo>
                  <a:lnTo>
                    <a:pt x="4149011" y="2528270"/>
                  </a:lnTo>
                  <a:lnTo>
                    <a:pt x="4149262" y="2528270"/>
                  </a:lnTo>
                  <a:lnTo>
                    <a:pt x="4149387" y="2528270"/>
                  </a:lnTo>
                  <a:lnTo>
                    <a:pt x="4149512" y="2528270"/>
                  </a:lnTo>
                  <a:lnTo>
                    <a:pt x="4149887" y="2528270"/>
                  </a:lnTo>
                  <a:lnTo>
                    <a:pt x="4150012" y="2528270"/>
                  </a:lnTo>
                  <a:lnTo>
                    <a:pt x="4150137" y="2528270"/>
                  </a:lnTo>
                  <a:lnTo>
                    <a:pt x="4150762" y="2528270"/>
                  </a:lnTo>
                  <a:lnTo>
                    <a:pt x="4150887" y="2528270"/>
                  </a:lnTo>
                  <a:lnTo>
                    <a:pt x="4151012" y="2528270"/>
                  </a:lnTo>
                  <a:lnTo>
                    <a:pt x="4151387" y="2528270"/>
                  </a:lnTo>
                  <a:lnTo>
                    <a:pt x="4152513" y="2528270"/>
                  </a:lnTo>
                  <a:lnTo>
                    <a:pt x="4153138" y="2528270"/>
                  </a:lnTo>
                  <a:lnTo>
                    <a:pt x="4153263" y="2528270"/>
                  </a:lnTo>
                  <a:lnTo>
                    <a:pt x="4153513" y="2528270"/>
                  </a:lnTo>
                  <a:lnTo>
                    <a:pt x="4153638" y="2528270"/>
                  </a:lnTo>
                  <a:lnTo>
                    <a:pt x="4154013" y="2528270"/>
                  </a:lnTo>
                  <a:lnTo>
                    <a:pt x="4154138" y="2528270"/>
                  </a:lnTo>
                  <a:lnTo>
                    <a:pt x="4154263" y="2528270"/>
                  </a:lnTo>
                  <a:lnTo>
                    <a:pt x="4154388" y="2528270"/>
                  </a:lnTo>
                  <a:lnTo>
                    <a:pt x="4154638" y="2528270"/>
                  </a:lnTo>
                  <a:lnTo>
                    <a:pt x="4155639" y="2528270"/>
                  </a:lnTo>
                  <a:lnTo>
                    <a:pt x="4155764" y="2528270"/>
                  </a:lnTo>
                  <a:lnTo>
                    <a:pt x="4155889" y="2528270"/>
                  </a:lnTo>
                  <a:lnTo>
                    <a:pt x="4156139" y="2528270"/>
                  </a:lnTo>
                  <a:lnTo>
                    <a:pt x="4156264" y="2528270"/>
                  </a:lnTo>
                  <a:lnTo>
                    <a:pt x="4156639" y="2528270"/>
                  </a:lnTo>
                  <a:lnTo>
                    <a:pt x="4156889" y="2528270"/>
                  </a:lnTo>
                  <a:lnTo>
                    <a:pt x="4157264" y="2528270"/>
                  </a:lnTo>
                  <a:lnTo>
                    <a:pt x="4157389" y="2528270"/>
                  </a:lnTo>
                  <a:lnTo>
                    <a:pt x="4157764" y="2528270"/>
                  </a:lnTo>
                  <a:lnTo>
                    <a:pt x="4158140" y="2528270"/>
                  </a:lnTo>
                  <a:lnTo>
                    <a:pt x="4158390" y="2528270"/>
                  </a:lnTo>
                  <a:lnTo>
                    <a:pt x="4158515" y="2528270"/>
                  </a:lnTo>
                  <a:lnTo>
                    <a:pt x="4159015" y="2528270"/>
                  </a:lnTo>
                  <a:lnTo>
                    <a:pt x="4159140" y="2528270"/>
                  </a:lnTo>
                  <a:lnTo>
                    <a:pt x="4159265" y="2528270"/>
                  </a:lnTo>
                  <a:lnTo>
                    <a:pt x="4161141" y="2528270"/>
                  </a:lnTo>
                  <a:lnTo>
                    <a:pt x="4161766" y="2528270"/>
                  </a:lnTo>
                  <a:lnTo>
                    <a:pt x="4162016" y="2528270"/>
                  </a:lnTo>
                  <a:lnTo>
                    <a:pt x="4162391" y="2528270"/>
                  </a:lnTo>
                  <a:lnTo>
                    <a:pt x="4162641" y="2528270"/>
                  </a:lnTo>
                  <a:lnTo>
                    <a:pt x="4163016" y="2528270"/>
                  </a:lnTo>
                  <a:lnTo>
                    <a:pt x="4163141" y="2528270"/>
                  </a:lnTo>
                  <a:lnTo>
                    <a:pt x="4163266" y="2528270"/>
                  </a:lnTo>
                  <a:lnTo>
                    <a:pt x="4163516" y="2528270"/>
                  </a:lnTo>
                  <a:lnTo>
                    <a:pt x="4164017" y="2528270"/>
                  </a:lnTo>
                  <a:lnTo>
                    <a:pt x="4164267" y="2528270"/>
                  </a:lnTo>
                  <a:lnTo>
                    <a:pt x="4164392" y="2528270"/>
                  </a:lnTo>
                  <a:lnTo>
                    <a:pt x="4164642" y="2528270"/>
                  </a:lnTo>
                  <a:lnTo>
                    <a:pt x="4164767" y="2528270"/>
                  </a:lnTo>
                  <a:lnTo>
                    <a:pt x="4165392" y="2528270"/>
                  </a:lnTo>
                  <a:lnTo>
                    <a:pt x="4165767" y="2528270"/>
                  </a:lnTo>
                  <a:lnTo>
                    <a:pt x="4166017" y="2528270"/>
                  </a:lnTo>
                  <a:lnTo>
                    <a:pt x="4166392" y="2528270"/>
                  </a:lnTo>
                  <a:lnTo>
                    <a:pt x="4166892" y="2528270"/>
                  </a:lnTo>
                  <a:lnTo>
                    <a:pt x="4167518" y="2528270"/>
                  </a:lnTo>
                  <a:lnTo>
                    <a:pt x="4167768" y="2528270"/>
                  </a:lnTo>
                  <a:lnTo>
                    <a:pt x="4169143" y="2528270"/>
                  </a:lnTo>
                  <a:lnTo>
                    <a:pt x="4169268" y="2528270"/>
                  </a:lnTo>
                  <a:lnTo>
                    <a:pt x="4169643" y="2528270"/>
                  </a:lnTo>
                  <a:lnTo>
                    <a:pt x="4170269" y="2528270"/>
                  </a:lnTo>
                  <a:lnTo>
                    <a:pt x="4170519" y="2528270"/>
                  </a:lnTo>
                  <a:lnTo>
                    <a:pt x="4170644" y="2528270"/>
                  </a:lnTo>
                  <a:lnTo>
                    <a:pt x="4170894" y="2528270"/>
                  </a:lnTo>
                  <a:lnTo>
                    <a:pt x="4171019" y="2528270"/>
                  </a:lnTo>
                  <a:lnTo>
                    <a:pt x="4171269" y="2528270"/>
                  </a:lnTo>
                  <a:lnTo>
                    <a:pt x="4171644" y="2528270"/>
                  </a:lnTo>
                  <a:lnTo>
                    <a:pt x="4171894" y="2528270"/>
                  </a:lnTo>
                  <a:lnTo>
                    <a:pt x="4172019" y="2528270"/>
                  </a:lnTo>
                  <a:lnTo>
                    <a:pt x="4172394" y="2528270"/>
                  </a:lnTo>
                  <a:lnTo>
                    <a:pt x="4172644" y="2528270"/>
                  </a:lnTo>
                  <a:lnTo>
                    <a:pt x="4173020" y="2528270"/>
                  </a:lnTo>
                  <a:lnTo>
                    <a:pt x="4173395" y="2528270"/>
                  </a:lnTo>
                  <a:lnTo>
                    <a:pt x="4173770" y="2528270"/>
                  </a:lnTo>
                  <a:lnTo>
                    <a:pt x="4174270" y="2528270"/>
                  </a:lnTo>
                  <a:lnTo>
                    <a:pt x="4174395" y="2528270"/>
                  </a:lnTo>
                  <a:lnTo>
                    <a:pt x="4174645" y="2528270"/>
                  </a:lnTo>
                  <a:lnTo>
                    <a:pt x="4175145" y="2528270"/>
                  </a:lnTo>
                  <a:lnTo>
                    <a:pt x="4175395" y="2528270"/>
                  </a:lnTo>
                  <a:lnTo>
                    <a:pt x="4175645" y="2528270"/>
                  </a:lnTo>
                  <a:lnTo>
                    <a:pt x="4176021" y="2528270"/>
                  </a:lnTo>
                  <a:lnTo>
                    <a:pt x="4176896" y="2528270"/>
                  </a:lnTo>
                  <a:lnTo>
                    <a:pt x="4177146" y="2528270"/>
                  </a:lnTo>
                  <a:lnTo>
                    <a:pt x="4177271" y="2528270"/>
                  </a:lnTo>
                  <a:lnTo>
                    <a:pt x="4177396" y="2528270"/>
                  </a:lnTo>
                  <a:lnTo>
                    <a:pt x="4177896" y="2528270"/>
                  </a:lnTo>
                  <a:lnTo>
                    <a:pt x="4178021" y="2528270"/>
                  </a:lnTo>
                  <a:lnTo>
                    <a:pt x="4178271" y="2528270"/>
                  </a:lnTo>
                  <a:lnTo>
                    <a:pt x="4178396" y="2528270"/>
                  </a:lnTo>
                  <a:lnTo>
                    <a:pt x="4179147" y="2528270"/>
                  </a:lnTo>
                  <a:lnTo>
                    <a:pt x="4179397" y="2528270"/>
                  </a:lnTo>
                  <a:lnTo>
                    <a:pt x="4179647" y="2528270"/>
                  </a:lnTo>
                  <a:lnTo>
                    <a:pt x="4180022" y="2528270"/>
                  </a:lnTo>
                  <a:lnTo>
                    <a:pt x="4180397" y="2528270"/>
                  </a:lnTo>
                  <a:lnTo>
                    <a:pt x="4180522" y="2528270"/>
                  </a:lnTo>
                  <a:lnTo>
                    <a:pt x="4180897" y="2528270"/>
                  </a:lnTo>
                  <a:lnTo>
                    <a:pt x="4181022" y="2528270"/>
                  </a:lnTo>
                  <a:lnTo>
                    <a:pt x="4181147" y="2528270"/>
                  </a:lnTo>
                  <a:lnTo>
                    <a:pt x="4181272" y="2528270"/>
                  </a:lnTo>
                  <a:lnTo>
                    <a:pt x="4181522" y="2528270"/>
                  </a:lnTo>
                  <a:lnTo>
                    <a:pt x="4181647" y="2528270"/>
                  </a:lnTo>
                  <a:lnTo>
                    <a:pt x="4181772" y="2528270"/>
                  </a:lnTo>
                  <a:lnTo>
                    <a:pt x="4182398" y="2528270"/>
                  </a:lnTo>
                  <a:lnTo>
                    <a:pt x="4182523" y="2528270"/>
                  </a:lnTo>
                  <a:lnTo>
                    <a:pt x="4182648" y="2528270"/>
                  </a:lnTo>
                  <a:lnTo>
                    <a:pt x="4183148" y="2518317"/>
                  </a:lnTo>
                  <a:lnTo>
                    <a:pt x="4184148" y="2518317"/>
                  </a:lnTo>
                  <a:lnTo>
                    <a:pt x="4184523" y="2518317"/>
                  </a:lnTo>
                  <a:lnTo>
                    <a:pt x="4184898" y="2518317"/>
                  </a:lnTo>
                  <a:lnTo>
                    <a:pt x="4185274" y="2518317"/>
                  </a:lnTo>
                  <a:lnTo>
                    <a:pt x="4185649" y="2518317"/>
                  </a:lnTo>
                  <a:lnTo>
                    <a:pt x="4186524" y="2518317"/>
                  </a:lnTo>
                  <a:lnTo>
                    <a:pt x="4186649" y="2518317"/>
                  </a:lnTo>
                  <a:lnTo>
                    <a:pt x="4186774" y="2518317"/>
                  </a:lnTo>
                  <a:lnTo>
                    <a:pt x="4187024" y="2518317"/>
                  </a:lnTo>
                  <a:lnTo>
                    <a:pt x="4187149" y="2518317"/>
                  </a:lnTo>
                  <a:lnTo>
                    <a:pt x="4187399" y="2518317"/>
                  </a:lnTo>
                  <a:lnTo>
                    <a:pt x="4187524" y="2518317"/>
                  </a:lnTo>
                  <a:lnTo>
                    <a:pt x="4187649" y="2518317"/>
                  </a:lnTo>
                  <a:lnTo>
                    <a:pt x="4188025" y="2518317"/>
                  </a:lnTo>
                  <a:lnTo>
                    <a:pt x="4188525" y="2518317"/>
                  </a:lnTo>
                  <a:lnTo>
                    <a:pt x="4188900" y="2518317"/>
                  </a:lnTo>
                  <a:lnTo>
                    <a:pt x="4189525" y="2518317"/>
                  </a:lnTo>
                  <a:lnTo>
                    <a:pt x="4189900" y="2518317"/>
                  </a:lnTo>
                  <a:lnTo>
                    <a:pt x="4190400" y="2518317"/>
                  </a:lnTo>
                  <a:lnTo>
                    <a:pt x="4190650" y="2518317"/>
                  </a:lnTo>
                  <a:lnTo>
                    <a:pt x="4190775" y="2518317"/>
                  </a:lnTo>
                  <a:lnTo>
                    <a:pt x="4190901" y="2518317"/>
                  </a:lnTo>
                  <a:lnTo>
                    <a:pt x="4191401" y="2518317"/>
                  </a:lnTo>
                  <a:lnTo>
                    <a:pt x="4191901" y="2518317"/>
                  </a:lnTo>
                  <a:lnTo>
                    <a:pt x="4192151" y="2518317"/>
                  </a:lnTo>
                  <a:lnTo>
                    <a:pt x="4192276" y="2518317"/>
                  </a:lnTo>
                  <a:lnTo>
                    <a:pt x="4192526" y="2518317"/>
                  </a:lnTo>
                  <a:lnTo>
                    <a:pt x="4192651" y="2518317"/>
                  </a:lnTo>
                  <a:lnTo>
                    <a:pt x="4193902" y="2518317"/>
                  </a:lnTo>
                  <a:lnTo>
                    <a:pt x="4194027" y="2518317"/>
                  </a:lnTo>
                  <a:lnTo>
                    <a:pt x="4194152" y="2518317"/>
                  </a:lnTo>
                  <a:lnTo>
                    <a:pt x="4194527" y="2518317"/>
                  </a:lnTo>
                  <a:lnTo>
                    <a:pt x="4194652" y="2518317"/>
                  </a:lnTo>
                  <a:lnTo>
                    <a:pt x="4195152" y="2518317"/>
                  </a:lnTo>
                  <a:lnTo>
                    <a:pt x="4195902" y="2518317"/>
                  </a:lnTo>
                  <a:lnTo>
                    <a:pt x="4196277" y="2518317"/>
                  </a:lnTo>
                  <a:lnTo>
                    <a:pt x="4196652" y="2518317"/>
                  </a:lnTo>
                  <a:lnTo>
                    <a:pt x="4196777" y="2518317"/>
                  </a:lnTo>
                  <a:lnTo>
                    <a:pt x="4197653" y="2518317"/>
                  </a:lnTo>
                  <a:lnTo>
                    <a:pt x="4197778" y="2518317"/>
                  </a:lnTo>
                  <a:lnTo>
                    <a:pt x="4198528" y="2518317"/>
                  </a:lnTo>
                  <a:lnTo>
                    <a:pt x="4198903" y="2518317"/>
                  </a:lnTo>
                  <a:lnTo>
                    <a:pt x="4199028" y="2518317"/>
                  </a:lnTo>
                  <a:lnTo>
                    <a:pt x="4199153" y="2518317"/>
                  </a:lnTo>
                  <a:lnTo>
                    <a:pt x="4199403" y="2518317"/>
                  </a:lnTo>
                  <a:lnTo>
                    <a:pt x="4199528" y="2518317"/>
                  </a:lnTo>
                  <a:lnTo>
                    <a:pt x="4199653" y="2518317"/>
                  </a:lnTo>
                  <a:lnTo>
                    <a:pt x="4200029" y="2518317"/>
                  </a:lnTo>
                  <a:lnTo>
                    <a:pt x="4200154" y="2518317"/>
                  </a:lnTo>
                  <a:lnTo>
                    <a:pt x="4200279" y="2498409"/>
                  </a:lnTo>
                  <a:lnTo>
                    <a:pt x="4200404" y="2498409"/>
                  </a:lnTo>
                  <a:lnTo>
                    <a:pt x="4200904" y="2498409"/>
                  </a:lnTo>
                  <a:lnTo>
                    <a:pt x="4201279" y="2498409"/>
                  </a:lnTo>
                  <a:lnTo>
                    <a:pt x="4201779" y="2498409"/>
                  </a:lnTo>
                  <a:lnTo>
                    <a:pt x="4202029" y="2498409"/>
                  </a:lnTo>
                  <a:lnTo>
                    <a:pt x="4203030" y="2498409"/>
                  </a:lnTo>
                  <a:lnTo>
                    <a:pt x="4203280" y="2498409"/>
                  </a:lnTo>
                  <a:lnTo>
                    <a:pt x="4203780" y="2498409"/>
                  </a:lnTo>
                  <a:lnTo>
                    <a:pt x="4204030" y="2498409"/>
                  </a:lnTo>
                  <a:lnTo>
                    <a:pt x="4204280" y="2498409"/>
                  </a:lnTo>
                  <a:lnTo>
                    <a:pt x="4204405" y="2498409"/>
                  </a:lnTo>
                  <a:lnTo>
                    <a:pt x="4204655" y="2498409"/>
                  </a:lnTo>
                  <a:lnTo>
                    <a:pt x="4204780" y="2498409"/>
                  </a:lnTo>
                  <a:lnTo>
                    <a:pt x="4204905" y="2498409"/>
                  </a:lnTo>
                  <a:lnTo>
                    <a:pt x="4205155" y="2498409"/>
                  </a:lnTo>
                  <a:lnTo>
                    <a:pt x="4205405" y="2498409"/>
                  </a:lnTo>
                  <a:lnTo>
                    <a:pt x="4205906" y="2498409"/>
                  </a:lnTo>
                  <a:lnTo>
                    <a:pt x="4206031" y="2498409"/>
                  </a:lnTo>
                  <a:lnTo>
                    <a:pt x="4206406" y="2498409"/>
                  </a:lnTo>
                  <a:lnTo>
                    <a:pt x="4206531" y="2498409"/>
                  </a:lnTo>
                  <a:lnTo>
                    <a:pt x="4206656" y="2498409"/>
                  </a:lnTo>
                  <a:lnTo>
                    <a:pt x="4207156" y="2498409"/>
                  </a:lnTo>
                  <a:lnTo>
                    <a:pt x="4207281" y="2498409"/>
                  </a:lnTo>
                  <a:lnTo>
                    <a:pt x="4207406" y="2498409"/>
                  </a:lnTo>
                  <a:lnTo>
                    <a:pt x="4207531" y="2498409"/>
                  </a:lnTo>
                  <a:lnTo>
                    <a:pt x="4207781" y="2498409"/>
                  </a:lnTo>
                  <a:lnTo>
                    <a:pt x="4207906" y="2498409"/>
                  </a:lnTo>
                  <a:lnTo>
                    <a:pt x="4210157" y="2498409"/>
                  </a:lnTo>
                  <a:lnTo>
                    <a:pt x="4210282" y="2498409"/>
                  </a:lnTo>
                  <a:lnTo>
                    <a:pt x="4210407" y="2498409"/>
                  </a:lnTo>
                  <a:lnTo>
                    <a:pt x="4211032" y="2498409"/>
                  </a:lnTo>
                  <a:lnTo>
                    <a:pt x="4211157" y="2498409"/>
                  </a:lnTo>
                  <a:lnTo>
                    <a:pt x="4211282" y="2498409"/>
                  </a:lnTo>
                  <a:lnTo>
                    <a:pt x="4211657" y="2498409"/>
                  </a:lnTo>
                  <a:lnTo>
                    <a:pt x="4211782" y="2498409"/>
                  </a:lnTo>
                  <a:lnTo>
                    <a:pt x="4211908" y="2498409"/>
                  </a:lnTo>
                  <a:lnTo>
                    <a:pt x="4212033" y="2488455"/>
                  </a:lnTo>
                  <a:lnTo>
                    <a:pt x="4212283" y="2488455"/>
                  </a:lnTo>
                  <a:lnTo>
                    <a:pt x="4212658" y="2488455"/>
                  </a:lnTo>
                  <a:lnTo>
                    <a:pt x="4212908" y="2488455"/>
                  </a:lnTo>
                  <a:lnTo>
                    <a:pt x="4213033" y="2488455"/>
                  </a:lnTo>
                  <a:lnTo>
                    <a:pt x="4214283" y="2488455"/>
                  </a:lnTo>
                  <a:lnTo>
                    <a:pt x="4214408" y="2488455"/>
                  </a:lnTo>
                  <a:lnTo>
                    <a:pt x="4214658" y="2488455"/>
                  </a:lnTo>
                  <a:lnTo>
                    <a:pt x="4215909" y="2488455"/>
                  </a:lnTo>
                  <a:lnTo>
                    <a:pt x="4216409" y="2488455"/>
                  </a:lnTo>
                  <a:lnTo>
                    <a:pt x="4216534" y="2488455"/>
                  </a:lnTo>
                  <a:lnTo>
                    <a:pt x="4216909" y="2488455"/>
                  </a:lnTo>
                  <a:lnTo>
                    <a:pt x="4217159" y="2488455"/>
                  </a:lnTo>
                  <a:lnTo>
                    <a:pt x="4217784" y="2488455"/>
                  </a:lnTo>
                  <a:lnTo>
                    <a:pt x="4218035" y="2488455"/>
                  </a:lnTo>
                  <a:lnTo>
                    <a:pt x="4218410" y="2488455"/>
                  </a:lnTo>
                  <a:lnTo>
                    <a:pt x="4218535" y="2488455"/>
                  </a:lnTo>
                  <a:lnTo>
                    <a:pt x="4218660" y="2488455"/>
                  </a:lnTo>
                  <a:lnTo>
                    <a:pt x="4219035" y="2488455"/>
                  </a:lnTo>
                  <a:lnTo>
                    <a:pt x="4219160" y="2488455"/>
                  </a:lnTo>
                  <a:lnTo>
                    <a:pt x="4219660" y="2488455"/>
                  </a:lnTo>
                  <a:lnTo>
                    <a:pt x="4220035" y="2488455"/>
                  </a:lnTo>
                  <a:lnTo>
                    <a:pt x="4220160" y="2488455"/>
                  </a:lnTo>
                  <a:lnTo>
                    <a:pt x="4220285" y="2488455"/>
                  </a:lnTo>
                  <a:lnTo>
                    <a:pt x="4220410" y="2488455"/>
                  </a:lnTo>
                  <a:lnTo>
                    <a:pt x="4220535" y="2488455"/>
                  </a:lnTo>
                  <a:lnTo>
                    <a:pt x="4221036" y="2488455"/>
                  </a:lnTo>
                  <a:lnTo>
                    <a:pt x="4221286" y="2488455"/>
                  </a:lnTo>
                  <a:lnTo>
                    <a:pt x="4222411" y="2488455"/>
                  </a:lnTo>
                  <a:lnTo>
                    <a:pt x="4222786" y="2488455"/>
                  </a:lnTo>
                  <a:lnTo>
                    <a:pt x="4223161" y="2488455"/>
                  </a:lnTo>
                  <a:lnTo>
                    <a:pt x="4223411" y="2488455"/>
                  </a:lnTo>
                  <a:lnTo>
                    <a:pt x="4224037" y="2488455"/>
                  </a:lnTo>
                  <a:lnTo>
                    <a:pt x="4224162" y="2488455"/>
                  </a:lnTo>
                  <a:lnTo>
                    <a:pt x="4224662" y="2488455"/>
                  </a:lnTo>
                  <a:lnTo>
                    <a:pt x="4224787" y="2488455"/>
                  </a:lnTo>
                  <a:lnTo>
                    <a:pt x="4224912" y="2488455"/>
                  </a:lnTo>
                  <a:lnTo>
                    <a:pt x="4225037" y="2488455"/>
                  </a:lnTo>
                  <a:lnTo>
                    <a:pt x="4225412" y="2488455"/>
                  </a:lnTo>
                  <a:lnTo>
                    <a:pt x="4225537" y="2488455"/>
                  </a:lnTo>
                  <a:lnTo>
                    <a:pt x="4225787" y="2488455"/>
                  </a:lnTo>
                  <a:lnTo>
                    <a:pt x="4226037" y="2488455"/>
                  </a:lnTo>
                  <a:lnTo>
                    <a:pt x="4226913" y="2478501"/>
                  </a:lnTo>
                  <a:lnTo>
                    <a:pt x="4227038" y="2478501"/>
                  </a:lnTo>
                  <a:lnTo>
                    <a:pt x="4227288" y="2478501"/>
                  </a:lnTo>
                  <a:lnTo>
                    <a:pt x="4227413" y="2478501"/>
                  </a:lnTo>
                  <a:lnTo>
                    <a:pt x="4228538" y="2478501"/>
                  </a:lnTo>
                  <a:lnTo>
                    <a:pt x="4228663" y="2478501"/>
                  </a:lnTo>
                  <a:lnTo>
                    <a:pt x="4229413" y="2478501"/>
                  </a:lnTo>
                  <a:lnTo>
                    <a:pt x="4229789" y="2478501"/>
                  </a:lnTo>
                  <a:lnTo>
                    <a:pt x="4230039" y="2478501"/>
                  </a:lnTo>
                  <a:lnTo>
                    <a:pt x="4230664" y="2478501"/>
                  </a:lnTo>
                  <a:lnTo>
                    <a:pt x="4231164" y="2478501"/>
                  </a:lnTo>
                  <a:lnTo>
                    <a:pt x="4231414" y="2478501"/>
                  </a:lnTo>
                  <a:lnTo>
                    <a:pt x="4231539" y="2478501"/>
                  </a:lnTo>
                  <a:lnTo>
                    <a:pt x="4232039" y="2478501"/>
                  </a:lnTo>
                  <a:lnTo>
                    <a:pt x="4232414" y="2478501"/>
                  </a:lnTo>
                  <a:lnTo>
                    <a:pt x="4232664" y="2478501"/>
                  </a:lnTo>
                  <a:lnTo>
                    <a:pt x="4233290" y="2468548"/>
                  </a:lnTo>
                  <a:lnTo>
                    <a:pt x="4233415" y="2468548"/>
                  </a:lnTo>
                  <a:lnTo>
                    <a:pt x="4233665" y="2468548"/>
                  </a:lnTo>
                  <a:lnTo>
                    <a:pt x="4233915" y="2468548"/>
                  </a:lnTo>
                  <a:lnTo>
                    <a:pt x="4234540" y="2468548"/>
                  </a:lnTo>
                  <a:lnTo>
                    <a:pt x="4234665" y="2468548"/>
                  </a:lnTo>
                  <a:lnTo>
                    <a:pt x="4234790" y="2468548"/>
                  </a:lnTo>
                  <a:lnTo>
                    <a:pt x="4235165" y="2468548"/>
                  </a:lnTo>
                  <a:lnTo>
                    <a:pt x="4235665" y="2468548"/>
                  </a:lnTo>
                  <a:lnTo>
                    <a:pt x="4235791" y="2468548"/>
                  </a:lnTo>
                  <a:lnTo>
                    <a:pt x="4235916" y="2468548"/>
                  </a:lnTo>
                  <a:lnTo>
                    <a:pt x="4235916" y="2458594"/>
                  </a:lnTo>
                  <a:lnTo>
                    <a:pt x="4236291" y="2458594"/>
                  </a:lnTo>
                  <a:lnTo>
                    <a:pt x="4236416" y="2458594"/>
                  </a:lnTo>
                  <a:lnTo>
                    <a:pt x="4237041" y="2458594"/>
                  </a:lnTo>
                  <a:lnTo>
                    <a:pt x="4237291" y="2458594"/>
                  </a:lnTo>
                  <a:lnTo>
                    <a:pt x="4237416" y="2458594"/>
                  </a:lnTo>
                  <a:lnTo>
                    <a:pt x="4237541" y="2458594"/>
                  </a:lnTo>
                  <a:lnTo>
                    <a:pt x="4238041" y="2458594"/>
                  </a:lnTo>
                  <a:lnTo>
                    <a:pt x="4238166" y="2458594"/>
                  </a:lnTo>
                  <a:lnTo>
                    <a:pt x="4238291" y="2458594"/>
                  </a:lnTo>
                  <a:lnTo>
                    <a:pt x="4238792" y="2458594"/>
                  </a:lnTo>
                  <a:lnTo>
                    <a:pt x="4239542" y="2458594"/>
                  </a:lnTo>
                  <a:lnTo>
                    <a:pt x="4240917" y="2458594"/>
                  </a:lnTo>
                  <a:lnTo>
                    <a:pt x="4241042" y="2458594"/>
                  </a:lnTo>
                  <a:lnTo>
                    <a:pt x="4241167" y="2458594"/>
                  </a:lnTo>
                  <a:lnTo>
                    <a:pt x="4241292" y="2458594"/>
                  </a:lnTo>
                  <a:lnTo>
                    <a:pt x="4241417" y="2458594"/>
                  </a:lnTo>
                  <a:lnTo>
                    <a:pt x="4241667" y="2458594"/>
                  </a:lnTo>
                  <a:lnTo>
                    <a:pt x="4241793" y="2458594"/>
                  </a:lnTo>
                  <a:lnTo>
                    <a:pt x="4241918" y="2458594"/>
                  </a:lnTo>
                  <a:lnTo>
                    <a:pt x="4242043" y="2458594"/>
                  </a:lnTo>
                  <a:lnTo>
                    <a:pt x="4242168" y="2458594"/>
                  </a:lnTo>
                  <a:lnTo>
                    <a:pt x="4242293" y="2458594"/>
                  </a:lnTo>
                  <a:lnTo>
                    <a:pt x="4242418" y="2458594"/>
                  </a:lnTo>
                  <a:lnTo>
                    <a:pt x="4242793" y="2458594"/>
                  </a:lnTo>
                  <a:lnTo>
                    <a:pt x="4242918" y="2458594"/>
                  </a:lnTo>
                  <a:lnTo>
                    <a:pt x="4245544" y="2448640"/>
                  </a:lnTo>
                  <a:lnTo>
                    <a:pt x="4245669" y="2448640"/>
                  </a:lnTo>
                  <a:lnTo>
                    <a:pt x="4245794" y="2448640"/>
                  </a:lnTo>
                  <a:lnTo>
                    <a:pt x="4246169" y="2448640"/>
                  </a:lnTo>
                  <a:lnTo>
                    <a:pt x="4246419" y="2448640"/>
                  </a:lnTo>
                  <a:lnTo>
                    <a:pt x="4246544" y="2448640"/>
                  </a:lnTo>
                  <a:lnTo>
                    <a:pt x="4246794" y="2448640"/>
                  </a:lnTo>
                  <a:lnTo>
                    <a:pt x="4246919" y="2448640"/>
                  </a:lnTo>
                  <a:lnTo>
                    <a:pt x="4247044" y="2448640"/>
                  </a:lnTo>
                  <a:lnTo>
                    <a:pt x="4247419" y="2448640"/>
                  </a:lnTo>
                  <a:lnTo>
                    <a:pt x="4247544" y="2448640"/>
                  </a:lnTo>
                  <a:lnTo>
                    <a:pt x="4247920" y="2448640"/>
                  </a:lnTo>
                  <a:lnTo>
                    <a:pt x="4248545" y="2448640"/>
                  </a:lnTo>
                  <a:lnTo>
                    <a:pt x="4248670" y="2448640"/>
                  </a:lnTo>
                  <a:lnTo>
                    <a:pt x="4248795" y="2448640"/>
                  </a:lnTo>
                  <a:lnTo>
                    <a:pt x="4249170" y="2448640"/>
                  </a:lnTo>
                  <a:lnTo>
                    <a:pt x="4249420" y="2448640"/>
                  </a:lnTo>
                  <a:lnTo>
                    <a:pt x="4249670" y="2448640"/>
                  </a:lnTo>
                  <a:lnTo>
                    <a:pt x="4250045" y="2448640"/>
                  </a:lnTo>
                  <a:lnTo>
                    <a:pt x="4250170" y="2448640"/>
                  </a:lnTo>
                  <a:lnTo>
                    <a:pt x="4250420" y="2448640"/>
                  </a:lnTo>
                  <a:lnTo>
                    <a:pt x="4250545" y="2448640"/>
                  </a:lnTo>
                  <a:lnTo>
                    <a:pt x="4250921" y="2438686"/>
                  </a:lnTo>
                  <a:lnTo>
                    <a:pt x="4251171" y="2438686"/>
                  </a:lnTo>
                  <a:lnTo>
                    <a:pt x="4251921" y="2438686"/>
                  </a:lnTo>
                  <a:lnTo>
                    <a:pt x="4252046" y="2438686"/>
                  </a:lnTo>
                  <a:lnTo>
                    <a:pt x="4252296" y="2438686"/>
                  </a:lnTo>
                  <a:lnTo>
                    <a:pt x="4252421" y="2438686"/>
                  </a:lnTo>
                  <a:lnTo>
                    <a:pt x="4252796" y="2438686"/>
                  </a:lnTo>
                  <a:lnTo>
                    <a:pt x="4252921" y="2438686"/>
                  </a:lnTo>
                  <a:lnTo>
                    <a:pt x="4253171" y="2438686"/>
                  </a:lnTo>
                  <a:lnTo>
                    <a:pt x="4253421" y="2438686"/>
                  </a:lnTo>
                  <a:lnTo>
                    <a:pt x="4254047" y="2438686"/>
                  </a:lnTo>
                  <a:lnTo>
                    <a:pt x="4254172" y="2438686"/>
                  </a:lnTo>
                  <a:lnTo>
                    <a:pt x="4255047" y="2438686"/>
                  </a:lnTo>
                  <a:lnTo>
                    <a:pt x="4256047" y="2438686"/>
                  </a:lnTo>
                  <a:lnTo>
                    <a:pt x="4256923" y="2428732"/>
                  </a:lnTo>
                  <a:lnTo>
                    <a:pt x="4257048" y="2428732"/>
                  </a:lnTo>
                  <a:lnTo>
                    <a:pt x="4257298" y="2428732"/>
                  </a:lnTo>
                  <a:lnTo>
                    <a:pt x="4257423" y="2428732"/>
                  </a:lnTo>
                  <a:lnTo>
                    <a:pt x="4257673" y="2428732"/>
                  </a:lnTo>
                  <a:lnTo>
                    <a:pt x="4257798" y="2428732"/>
                  </a:lnTo>
                  <a:lnTo>
                    <a:pt x="4258048" y="2428732"/>
                  </a:lnTo>
                  <a:lnTo>
                    <a:pt x="4259799" y="2408825"/>
                  </a:lnTo>
                  <a:lnTo>
                    <a:pt x="4260049" y="2408825"/>
                  </a:lnTo>
                  <a:lnTo>
                    <a:pt x="4260174" y="2408825"/>
                  </a:lnTo>
                  <a:lnTo>
                    <a:pt x="4260424" y="2408825"/>
                  </a:lnTo>
                  <a:lnTo>
                    <a:pt x="4260549" y="2408825"/>
                  </a:lnTo>
                  <a:lnTo>
                    <a:pt x="4260674" y="2408825"/>
                  </a:lnTo>
                  <a:lnTo>
                    <a:pt x="4260799" y="2408825"/>
                  </a:lnTo>
                  <a:lnTo>
                    <a:pt x="4261174" y="2408825"/>
                  </a:lnTo>
                  <a:lnTo>
                    <a:pt x="4261424" y="2408825"/>
                  </a:lnTo>
                  <a:lnTo>
                    <a:pt x="4261549" y="2408825"/>
                  </a:lnTo>
                  <a:lnTo>
                    <a:pt x="4261674" y="2408825"/>
                  </a:lnTo>
                  <a:lnTo>
                    <a:pt x="4261924" y="2408825"/>
                  </a:lnTo>
                  <a:lnTo>
                    <a:pt x="4262549" y="2408825"/>
                  </a:lnTo>
                  <a:lnTo>
                    <a:pt x="4262800" y="2408825"/>
                  </a:lnTo>
                  <a:lnTo>
                    <a:pt x="4263050" y="2408825"/>
                  </a:lnTo>
                  <a:lnTo>
                    <a:pt x="4263175" y="2408825"/>
                  </a:lnTo>
                  <a:lnTo>
                    <a:pt x="4263425" y="2408825"/>
                  </a:lnTo>
                  <a:lnTo>
                    <a:pt x="4264050" y="2408825"/>
                  </a:lnTo>
                  <a:lnTo>
                    <a:pt x="4264175" y="2408825"/>
                  </a:lnTo>
                  <a:lnTo>
                    <a:pt x="4264300" y="2408825"/>
                  </a:lnTo>
                  <a:lnTo>
                    <a:pt x="4264550" y="2408825"/>
                  </a:lnTo>
                  <a:lnTo>
                    <a:pt x="4265050" y="2408825"/>
                  </a:lnTo>
                  <a:lnTo>
                    <a:pt x="4265300" y="2408825"/>
                  </a:lnTo>
                  <a:lnTo>
                    <a:pt x="4265675" y="2408825"/>
                  </a:lnTo>
                  <a:lnTo>
                    <a:pt x="4266551" y="2408825"/>
                  </a:lnTo>
                  <a:lnTo>
                    <a:pt x="4267051" y="2408825"/>
                  </a:lnTo>
                  <a:lnTo>
                    <a:pt x="4267176" y="2408825"/>
                  </a:lnTo>
                  <a:lnTo>
                    <a:pt x="4267426" y="2408825"/>
                  </a:lnTo>
                  <a:lnTo>
                    <a:pt x="4267676" y="2398871"/>
                  </a:lnTo>
                  <a:lnTo>
                    <a:pt x="4268051" y="2398871"/>
                  </a:lnTo>
                  <a:lnTo>
                    <a:pt x="4268426" y="2398871"/>
                  </a:lnTo>
                  <a:lnTo>
                    <a:pt x="4268551" y="2398871"/>
                  </a:lnTo>
                  <a:lnTo>
                    <a:pt x="4268677" y="2398871"/>
                  </a:lnTo>
                  <a:lnTo>
                    <a:pt x="4268802" y="2398871"/>
                  </a:lnTo>
                  <a:lnTo>
                    <a:pt x="4269802" y="2398871"/>
                  </a:lnTo>
                  <a:lnTo>
                    <a:pt x="4269802" y="2388917"/>
                  </a:lnTo>
                  <a:lnTo>
                    <a:pt x="4270052" y="2388917"/>
                  </a:lnTo>
                  <a:lnTo>
                    <a:pt x="4270177" y="2388917"/>
                  </a:lnTo>
                  <a:lnTo>
                    <a:pt x="4271052" y="2388917"/>
                  </a:lnTo>
                  <a:lnTo>
                    <a:pt x="4271427" y="2388917"/>
                  </a:lnTo>
                  <a:lnTo>
                    <a:pt x="4271678" y="2388917"/>
                  </a:lnTo>
                  <a:lnTo>
                    <a:pt x="4271928" y="2388917"/>
                  </a:lnTo>
                  <a:lnTo>
                    <a:pt x="4272303" y="2388917"/>
                  </a:lnTo>
                  <a:lnTo>
                    <a:pt x="4272428" y="2388917"/>
                  </a:lnTo>
                  <a:lnTo>
                    <a:pt x="4272678" y="2388917"/>
                  </a:lnTo>
                  <a:lnTo>
                    <a:pt x="4272928" y="2388917"/>
                  </a:lnTo>
                  <a:lnTo>
                    <a:pt x="4273178" y="2388917"/>
                  </a:lnTo>
                  <a:lnTo>
                    <a:pt x="4273678" y="2388917"/>
                  </a:lnTo>
                  <a:lnTo>
                    <a:pt x="4273803" y="2388917"/>
                  </a:lnTo>
                  <a:lnTo>
                    <a:pt x="4273928" y="2388917"/>
                  </a:lnTo>
                  <a:lnTo>
                    <a:pt x="4274053" y="2388917"/>
                  </a:lnTo>
                  <a:lnTo>
                    <a:pt x="4274178" y="2388917"/>
                  </a:lnTo>
                  <a:lnTo>
                    <a:pt x="4275679" y="2388917"/>
                  </a:lnTo>
                  <a:lnTo>
                    <a:pt x="4275804" y="2388917"/>
                  </a:lnTo>
                  <a:lnTo>
                    <a:pt x="4276179" y="2388917"/>
                  </a:lnTo>
                  <a:lnTo>
                    <a:pt x="4276304" y="2388917"/>
                  </a:lnTo>
                  <a:lnTo>
                    <a:pt x="4276429" y="2388917"/>
                  </a:lnTo>
                  <a:lnTo>
                    <a:pt x="4276679" y="2388917"/>
                  </a:lnTo>
                  <a:lnTo>
                    <a:pt x="4276804" y="2388917"/>
                  </a:lnTo>
                  <a:lnTo>
                    <a:pt x="4277554" y="2388917"/>
                  </a:lnTo>
                  <a:lnTo>
                    <a:pt x="4277680" y="2388917"/>
                  </a:lnTo>
                  <a:lnTo>
                    <a:pt x="4277930" y="2388917"/>
                  </a:lnTo>
                  <a:lnTo>
                    <a:pt x="4278430" y="2388917"/>
                  </a:lnTo>
                  <a:lnTo>
                    <a:pt x="4278680" y="2388917"/>
                  </a:lnTo>
                  <a:lnTo>
                    <a:pt x="4279055" y="2388917"/>
                  </a:lnTo>
                  <a:lnTo>
                    <a:pt x="4279430" y="2388917"/>
                  </a:lnTo>
                  <a:lnTo>
                    <a:pt x="4279555" y="2388917"/>
                  </a:lnTo>
                  <a:lnTo>
                    <a:pt x="4279805" y="2388917"/>
                  </a:lnTo>
                  <a:lnTo>
                    <a:pt x="4280055" y="2388917"/>
                  </a:lnTo>
                  <a:lnTo>
                    <a:pt x="4280180" y="2388917"/>
                  </a:lnTo>
                  <a:lnTo>
                    <a:pt x="4280430" y="2378963"/>
                  </a:lnTo>
                  <a:lnTo>
                    <a:pt x="4281056" y="2378963"/>
                  </a:lnTo>
                  <a:lnTo>
                    <a:pt x="4281181" y="2378963"/>
                  </a:lnTo>
                  <a:lnTo>
                    <a:pt x="4281681" y="2378963"/>
                  </a:lnTo>
                  <a:lnTo>
                    <a:pt x="4282556" y="2378963"/>
                  </a:lnTo>
                  <a:lnTo>
                    <a:pt x="4282931" y="2378963"/>
                  </a:lnTo>
                  <a:lnTo>
                    <a:pt x="4283056" y="2378963"/>
                  </a:lnTo>
                  <a:lnTo>
                    <a:pt x="4283556" y="2378963"/>
                  </a:lnTo>
                  <a:lnTo>
                    <a:pt x="4283807" y="2378963"/>
                  </a:lnTo>
                  <a:lnTo>
                    <a:pt x="4284057" y="2378963"/>
                  </a:lnTo>
                  <a:lnTo>
                    <a:pt x="4285307" y="2369009"/>
                  </a:lnTo>
                  <a:lnTo>
                    <a:pt x="4285557" y="2369009"/>
                  </a:lnTo>
                  <a:lnTo>
                    <a:pt x="4285682" y="2369009"/>
                  </a:lnTo>
                  <a:lnTo>
                    <a:pt x="4285932" y="2369009"/>
                  </a:lnTo>
                  <a:lnTo>
                    <a:pt x="4286307" y="2369009"/>
                  </a:lnTo>
                  <a:lnTo>
                    <a:pt x="4287683" y="2359055"/>
                  </a:lnTo>
                  <a:lnTo>
                    <a:pt x="4287933" y="2359055"/>
                  </a:lnTo>
                  <a:lnTo>
                    <a:pt x="4288433" y="2359055"/>
                  </a:lnTo>
                  <a:lnTo>
                    <a:pt x="4288558" y="2359055"/>
                  </a:lnTo>
                  <a:lnTo>
                    <a:pt x="4288808" y="2359055"/>
                  </a:lnTo>
                  <a:lnTo>
                    <a:pt x="4289183" y="2359055"/>
                  </a:lnTo>
                  <a:lnTo>
                    <a:pt x="4289433" y="2359055"/>
                  </a:lnTo>
                  <a:lnTo>
                    <a:pt x="4290184" y="2359055"/>
                  </a:lnTo>
                  <a:lnTo>
                    <a:pt x="4290434" y="2359055"/>
                  </a:lnTo>
                  <a:lnTo>
                    <a:pt x="4290559" y="2359055"/>
                  </a:lnTo>
                  <a:lnTo>
                    <a:pt x="4290684" y="2359055"/>
                  </a:lnTo>
                  <a:lnTo>
                    <a:pt x="4291184" y="2359055"/>
                  </a:lnTo>
                  <a:lnTo>
                    <a:pt x="4291559" y="2359055"/>
                  </a:lnTo>
                  <a:lnTo>
                    <a:pt x="4291684" y="2359055"/>
                  </a:lnTo>
                  <a:lnTo>
                    <a:pt x="4291809" y="2359055"/>
                  </a:lnTo>
                  <a:lnTo>
                    <a:pt x="4292559" y="2359055"/>
                  </a:lnTo>
                  <a:lnTo>
                    <a:pt x="4292685" y="2359055"/>
                  </a:lnTo>
                  <a:lnTo>
                    <a:pt x="4292810" y="2359055"/>
                  </a:lnTo>
                  <a:lnTo>
                    <a:pt x="4292935" y="2359055"/>
                  </a:lnTo>
                  <a:lnTo>
                    <a:pt x="4293185" y="2359055"/>
                  </a:lnTo>
                  <a:lnTo>
                    <a:pt x="4293310" y="2359055"/>
                  </a:lnTo>
                  <a:lnTo>
                    <a:pt x="4293435" y="2359055"/>
                  </a:lnTo>
                  <a:lnTo>
                    <a:pt x="4293685" y="2359055"/>
                  </a:lnTo>
                  <a:lnTo>
                    <a:pt x="4294935" y="2359055"/>
                  </a:lnTo>
                  <a:lnTo>
                    <a:pt x="4295060" y="2359055"/>
                  </a:lnTo>
                  <a:lnTo>
                    <a:pt x="4295686" y="2359055"/>
                  </a:lnTo>
                  <a:lnTo>
                    <a:pt x="4295811" y="2359055"/>
                  </a:lnTo>
                  <a:lnTo>
                    <a:pt x="4296061" y="2359055"/>
                  </a:lnTo>
                  <a:lnTo>
                    <a:pt x="4296311" y="2359055"/>
                  </a:lnTo>
                  <a:lnTo>
                    <a:pt x="4296436" y="2359055"/>
                  </a:lnTo>
                  <a:lnTo>
                    <a:pt x="4296811" y="2359055"/>
                  </a:lnTo>
                  <a:lnTo>
                    <a:pt x="4297436" y="2359055"/>
                  </a:lnTo>
                  <a:lnTo>
                    <a:pt x="4297811" y="2359055"/>
                  </a:lnTo>
                  <a:lnTo>
                    <a:pt x="4297936" y="2359055"/>
                  </a:lnTo>
                  <a:lnTo>
                    <a:pt x="4298061" y="2359055"/>
                  </a:lnTo>
                  <a:lnTo>
                    <a:pt x="4298186" y="2359055"/>
                  </a:lnTo>
                  <a:lnTo>
                    <a:pt x="4298937" y="2359055"/>
                  </a:lnTo>
                  <a:lnTo>
                    <a:pt x="4299187" y="2359055"/>
                  </a:lnTo>
                  <a:lnTo>
                    <a:pt x="4299687" y="2359055"/>
                  </a:lnTo>
                  <a:lnTo>
                    <a:pt x="4299812" y="2359055"/>
                  </a:lnTo>
                  <a:lnTo>
                    <a:pt x="4299937" y="2359055"/>
                  </a:lnTo>
                  <a:lnTo>
                    <a:pt x="4300062" y="2359055"/>
                  </a:lnTo>
                  <a:lnTo>
                    <a:pt x="4300187" y="2359055"/>
                  </a:lnTo>
                  <a:lnTo>
                    <a:pt x="4300687" y="2359055"/>
                  </a:lnTo>
                  <a:lnTo>
                    <a:pt x="4301187" y="2359055"/>
                  </a:lnTo>
                  <a:lnTo>
                    <a:pt x="4301312" y="2359055"/>
                  </a:lnTo>
                  <a:lnTo>
                    <a:pt x="4301437" y="2359055"/>
                  </a:lnTo>
                  <a:lnTo>
                    <a:pt x="4301562" y="2359055"/>
                  </a:lnTo>
                  <a:lnTo>
                    <a:pt x="4301688" y="2359055"/>
                  </a:lnTo>
                  <a:lnTo>
                    <a:pt x="4302188" y="2359055"/>
                  </a:lnTo>
                  <a:lnTo>
                    <a:pt x="4302438" y="2359055"/>
                  </a:lnTo>
                  <a:lnTo>
                    <a:pt x="4302813" y="2359055"/>
                  </a:lnTo>
                  <a:lnTo>
                    <a:pt x="4302938" y="2359055"/>
                  </a:lnTo>
                  <a:lnTo>
                    <a:pt x="4303188" y="2359055"/>
                  </a:lnTo>
                  <a:lnTo>
                    <a:pt x="4303688" y="2359055"/>
                  </a:lnTo>
                  <a:lnTo>
                    <a:pt x="4303813" y="2359055"/>
                  </a:lnTo>
                  <a:lnTo>
                    <a:pt x="4304563" y="2359055"/>
                  </a:lnTo>
                  <a:lnTo>
                    <a:pt x="4304939" y="2359055"/>
                  </a:lnTo>
                  <a:lnTo>
                    <a:pt x="4305189" y="2359055"/>
                  </a:lnTo>
                  <a:lnTo>
                    <a:pt x="4305314" y="2359055"/>
                  </a:lnTo>
                  <a:lnTo>
                    <a:pt x="4305439" y="2359055"/>
                  </a:lnTo>
                  <a:lnTo>
                    <a:pt x="4305814" y="2359055"/>
                  </a:lnTo>
                  <a:lnTo>
                    <a:pt x="4306189" y="2359055"/>
                  </a:lnTo>
                  <a:lnTo>
                    <a:pt x="4306814" y="2359055"/>
                  </a:lnTo>
                  <a:lnTo>
                    <a:pt x="4307189" y="2359055"/>
                  </a:lnTo>
                  <a:lnTo>
                    <a:pt x="4307815" y="2359055"/>
                  </a:lnTo>
                  <a:lnTo>
                    <a:pt x="4308315" y="2359055"/>
                  </a:lnTo>
                  <a:lnTo>
                    <a:pt x="4308815" y="2359055"/>
                  </a:lnTo>
                  <a:lnTo>
                    <a:pt x="4309315" y="2359055"/>
                  </a:lnTo>
                  <a:lnTo>
                    <a:pt x="4309690" y="2359055"/>
                  </a:lnTo>
                  <a:lnTo>
                    <a:pt x="4309940" y="2359055"/>
                  </a:lnTo>
                  <a:lnTo>
                    <a:pt x="4310315" y="2359055"/>
                  </a:lnTo>
                  <a:lnTo>
                    <a:pt x="4310566" y="2359055"/>
                  </a:lnTo>
                  <a:lnTo>
                    <a:pt x="4310691" y="2359055"/>
                  </a:lnTo>
                  <a:lnTo>
                    <a:pt x="4310941" y="2359055"/>
                  </a:lnTo>
                  <a:lnTo>
                    <a:pt x="4311316" y="2359055"/>
                  </a:lnTo>
                  <a:lnTo>
                    <a:pt x="4311566" y="2359055"/>
                  </a:lnTo>
                  <a:lnTo>
                    <a:pt x="4311691" y="2359055"/>
                  </a:lnTo>
                  <a:lnTo>
                    <a:pt x="4312316" y="2359055"/>
                  </a:lnTo>
                  <a:lnTo>
                    <a:pt x="4312441" y="2359055"/>
                  </a:lnTo>
                  <a:lnTo>
                    <a:pt x="4312566" y="2359055"/>
                  </a:lnTo>
                  <a:lnTo>
                    <a:pt x="4313066" y="2359055"/>
                  </a:lnTo>
                  <a:lnTo>
                    <a:pt x="4313441" y="2359055"/>
                  </a:lnTo>
                  <a:lnTo>
                    <a:pt x="4313942" y="2359055"/>
                  </a:lnTo>
                  <a:lnTo>
                    <a:pt x="4314067" y="2359055"/>
                  </a:lnTo>
                  <a:lnTo>
                    <a:pt x="4314817" y="2359055"/>
                  </a:lnTo>
                  <a:lnTo>
                    <a:pt x="4314942" y="2359055"/>
                  </a:lnTo>
                  <a:lnTo>
                    <a:pt x="4315317" y="2359055"/>
                  </a:lnTo>
                  <a:lnTo>
                    <a:pt x="4315442" y="2359055"/>
                  </a:lnTo>
                  <a:lnTo>
                    <a:pt x="4315692" y="2359055"/>
                  </a:lnTo>
                  <a:lnTo>
                    <a:pt x="4315817" y="2359055"/>
                  </a:lnTo>
                  <a:lnTo>
                    <a:pt x="4315942" y="2359055"/>
                  </a:lnTo>
                  <a:lnTo>
                    <a:pt x="4316442" y="2359055"/>
                  </a:lnTo>
                  <a:lnTo>
                    <a:pt x="4316568" y="2359055"/>
                  </a:lnTo>
                  <a:lnTo>
                    <a:pt x="4316943" y="2359055"/>
                  </a:lnTo>
                  <a:lnTo>
                    <a:pt x="4317818" y="2359055"/>
                  </a:lnTo>
                  <a:lnTo>
                    <a:pt x="4317943" y="2359055"/>
                  </a:lnTo>
                  <a:lnTo>
                    <a:pt x="4318318" y="2359055"/>
                  </a:lnTo>
                  <a:lnTo>
                    <a:pt x="4318443" y="2359055"/>
                  </a:lnTo>
                  <a:lnTo>
                    <a:pt x="4318818" y="2359055"/>
                  </a:lnTo>
                  <a:lnTo>
                    <a:pt x="4319443" y="2359055"/>
                  </a:lnTo>
                  <a:lnTo>
                    <a:pt x="4319569" y="2359055"/>
                  </a:lnTo>
                  <a:lnTo>
                    <a:pt x="4320319" y="2359055"/>
                  </a:lnTo>
                  <a:lnTo>
                    <a:pt x="4320819" y="2349102"/>
                  </a:lnTo>
                  <a:lnTo>
                    <a:pt x="4320944" y="2349102"/>
                  </a:lnTo>
                  <a:lnTo>
                    <a:pt x="4321694" y="2349102"/>
                  </a:lnTo>
                  <a:lnTo>
                    <a:pt x="4321819" y="2349102"/>
                  </a:lnTo>
                  <a:lnTo>
                    <a:pt x="4322444" y="2349102"/>
                  </a:lnTo>
                  <a:lnTo>
                    <a:pt x="4322570" y="2349102"/>
                  </a:lnTo>
                  <a:lnTo>
                    <a:pt x="4323195" y="2349102"/>
                  </a:lnTo>
                  <a:lnTo>
                    <a:pt x="4324070" y="2349102"/>
                  </a:lnTo>
                  <a:lnTo>
                    <a:pt x="4324570" y="2349102"/>
                  </a:lnTo>
                  <a:lnTo>
                    <a:pt x="4324695" y="2349102"/>
                  </a:lnTo>
                  <a:lnTo>
                    <a:pt x="4324945" y="2349102"/>
                  </a:lnTo>
                  <a:lnTo>
                    <a:pt x="4325445" y="2349102"/>
                  </a:lnTo>
                  <a:lnTo>
                    <a:pt x="4325946" y="2349102"/>
                  </a:lnTo>
                  <a:lnTo>
                    <a:pt x="4326071" y="2349102"/>
                  </a:lnTo>
                  <a:lnTo>
                    <a:pt x="4326321" y="2349102"/>
                  </a:lnTo>
                  <a:lnTo>
                    <a:pt x="4326571" y="2349102"/>
                  </a:lnTo>
                  <a:lnTo>
                    <a:pt x="4326946" y="2349102"/>
                  </a:lnTo>
                  <a:lnTo>
                    <a:pt x="4328071" y="2349102"/>
                  </a:lnTo>
                  <a:lnTo>
                    <a:pt x="4328196" y="2349102"/>
                  </a:lnTo>
                  <a:lnTo>
                    <a:pt x="4328321" y="2349102"/>
                  </a:lnTo>
                  <a:lnTo>
                    <a:pt x="4328446" y="2349102"/>
                  </a:lnTo>
                  <a:lnTo>
                    <a:pt x="4328572" y="2349102"/>
                  </a:lnTo>
                  <a:lnTo>
                    <a:pt x="4328947" y="2349102"/>
                  </a:lnTo>
                  <a:lnTo>
                    <a:pt x="4329322" y="2339148"/>
                  </a:lnTo>
                  <a:lnTo>
                    <a:pt x="4329447" y="2339148"/>
                  </a:lnTo>
                  <a:lnTo>
                    <a:pt x="4329822" y="2339148"/>
                  </a:lnTo>
                  <a:lnTo>
                    <a:pt x="4330322" y="2339148"/>
                  </a:lnTo>
                  <a:lnTo>
                    <a:pt x="4330447" y="2339148"/>
                  </a:lnTo>
                  <a:lnTo>
                    <a:pt x="4330572" y="2339148"/>
                  </a:lnTo>
                  <a:lnTo>
                    <a:pt x="4331447" y="2339148"/>
                  </a:lnTo>
                  <a:lnTo>
                    <a:pt x="4331948" y="2339148"/>
                  </a:lnTo>
                  <a:lnTo>
                    <a:pt x="4332073" y="2339148"/>
                  </a:lnTo>
                  <a:lnTo>
                    <a:pt x="4332198" y="2339148"/>
                  </a:lnTo>
                  <a:lnTo>
                    <a:pt x="4332323" y="2339148"/>
                  </a:lnTo>
                  <a:lnTo>
                    <a:pt x="4332698" y="2339148"/>
                  </a:lnTo>
                  <a:lnTo>
                    <a:pt x="4332948" y="2339148"/>
                  </a:lnTo>
                  <a:lnTo>
                    <a:pt x="4333073" y="2339148"/>
                  </a:lnTo>
                  <a:lnTo>
                    <a:pt x="4334198" y="2339148"/>
                  </a:lnTo>
                  <a:lnTo>
                    <a:pt x="4334323" y="2339148"/>
                  </a:lnTo>
                  <a:lnTo>
                    <a:pt x="4334448" y="2339148"/>
                  </a:lnTo>
                  <a:lnTo>
                    <a:pt x="4334824" y="2339148"/>
                  </a:lnTo>
                  <a:lnTo>
                    <a:pt x="4335199" y="2339148"/>
                  </a:lnTo>
                  <a:lnTo>
                    <a:pt x="4335824" y="2339148"/>
                  </a:lnTo>
                  <a:lnTo>
                    <a:pt x="4335949" y="2339148"/>
                  </a:lnTo>
                  <a:lnTo>
                    <a:pt x="4336574" y="2339148"/>
                  </a:lnTo>
                  <a:lnTo>
                    <a:pt x="4336949" y="2339148"/>
                  </a:lnTo>
                  <a:lnTo>
                    <a:pt x="4337825" y="2329194"/>
                  </a:lnTo>
                  <a:lnTo>
                    <a:pt x="4339075" y="2329194"/>
                  </a:lnTo>
                  <a:lnTo>
                    <a:pt x="4339200" y="2329194"/>
                  </a:lnTo>
                  <a:lnTo>
                    <a:pt x="4339325" y="2329194"/>
                  </a:lnTo>
                  <a:lnTo>
                    <a:pt x="4339450" y="2329194"/>
                  </a:lnTo>
                  <a:lnTo>
                    <a:pt x="4339575" y="2329194"/>
                  </a:lnTo>
                  <a:lnTo>
                    <a:pt x="4339950" y="2329194"/>
                  </a:lnTo>
                  <a:lnTo>
                    <a:pt x="4340075" y="2329194"/>
                  </a:lnTo>
                  <a:lnTo>
                    <a:pt x="4340325" y="2329194"/>
                  </a:lnTo>
                  <a:lnTo>
                    <a:pt x="4340576" y="2329194"/>
                  </a:lnTo>
                  <a:lnTo>
                    <a:pt x="4340951" y="2329194"/>
                  </a:lnTo>
                  <a:lnTo>
                    <a:pt x="4341076" y="2329194"/>
                  </a:lnTo>
                  <a:lnTo>
                    <a:pt x="4341201" y="2329194"/>
                  </a:lnTo>
                  <a:lnTo>
                    <a:pt x="4341451" y="2329194"/>
                  </a:lnTo>
                  <a:lnTo>
                    <a:pt x="4341701" y="2329194"/>
                  </a:lnTo>
                  <a:lnTo>
                    <a:pt x="4341826" y="2329194"/>
                  </a:lnTo>
                  <a:lnTo>
                    <a:pt x="4341951" y="2329194"/>
                  </a:lnTo>
                  <a:lnTo>
                    <a:pt x="4343326" y="2329194"/>
                  </a:lnTo>
                  <a:lnTo>
                    <a:pt x="4343451" y="2329194"/>
                  </a:lnTo>
                  <a:lnTo>
                    <a:pt x="4343702" y="2329194"/>
                  </a:lnTo>
                  <a:lnTo>
                    <a:pt x="4343827" y="2329194"/>
                  </a:lnTo>
                  <a:lnTo>
                    <a:pt x="4343952" y="2329194"/>
                  </a:lnTo>
                  <a:lnTo>
                    <a:pt x="4344202" y="2329194"/>
                  </a:lnTo>
                  <a:lnTo>
                    <a:pt x="4344452" y="2329194"/>
                  </a:lnTo>
                  <a:lnTo>
                    <a:pt x="4344702" y="2329194"/>
                  </a:lnTo>
                  <a:lnTo>
                    <a:pt x="4345077" y="2329194"/>
                  </a:lnTo>
                  <a:lnTo>
                    <a:pt x="4345202" y="2329194"/>
                  </a:lnTo>
                  <a:lnTo>
                    <a:pt x="4346953" y="2329194"/>
                  </a:lnTo>
                  <a:lnTo>
                    <a:pt x="4347328" y="2329194"/>
                  </a:lnTo>
                  <a:lnTo>
                    <a:pt x="4347703" y="2329194"/>
                  </a:lnTo>
                  <a:lnTo>
                    <a:pt x="4347953" y="2329194"/>
                  </a:lnTo>
                  <a:lnTo>
                    <a:pt x="4348078" y="2329194"/>
                  </a:lnTo>
                  <a:lnTo>
                    <a:pt x="4348203" y="2329194"/>
                  </a:lnTo>
                  <a:lnTo>
                    <a:pt x="4348578" y="2329194"/>
                  </a:lnTo>
                  <a:lnTo>
                    <a:pt x="4348828" y="2329194"/>
                  </a:lnTo>
                  <a:lnTo>
                    <a:pt x="4349203" y="2329194"/>
                  </a:lnTo>
                  <a:lnTo>
                    <a:pt x="4349328" y="2329194"/>
                  </a:lnTo>
                  <a:lnTo>
                    <a:pt x="4349454" y="2329194"/>
                  </a:lnTo>
                  <a:lnTo>
                    <a:pt x="4349704" y="2329194"/>
                  </a:lnTo>
                  <a:lnTo>
                    <a:pt x="4349829" y="2329194"/>
                  </a:lnTo>
                  <a:lnTo>
                    <a:pt x="4350829" y="2329194"/>
                  </a:lnTo>
                  <a:lnTo>
                    <a:pt x="4350954" y="2329194"/>
                  </a:lnTo>
                  <a:lnTo>
                    <a:pt x="4351579" y="2329194"/>
                  </a:lnTo>
                  <a:lnTo>
                    <a:pt x="4352204" y="2329194"/>
                  </a:lnTo>
                  <a:lnTo>
                    <a:pt x="4352955" y="2329194"/>
                  </a:lnTo>
                  <a:lnTo>
                    <a:pt x="4353080" y="2329194"/>
                  </a:lnTo>
                  <a:lnTo>
                    <a:pt x="4353330" y="2329194"/>
                  </a:lnTo>
                  <a:lnTo>
                    <a:pt x="4353955" y="2329194"/>
                  </a:lnTo>
                  <a:lnTo>
                    <a:pt x="4354330" y="2329194"/>
                  </a:lnTo>
                  <a:lnTo>
                    <a:pt x="4354455" y="2329194"/>
                  </a:lnTo>
                  <a:lnTo>
                    <a:pt x="4354705" y="2329194"/>
                  </a:lnTo>
                  <a:lnTo>
                    <a:pt x="4354830" y="2329194"/>
                  </a:lnTo>
                  <a:lnTo>
                    <a:pt x="4354955" y="2329194"/>
                  </a:lnTo>
                  <a:lnTo>
                    <a:pt x="4355080" y="2329194"/>
                  </a:lnTo>
                  <a:lnTo>
                    <a:pt x="4355330" y="2329194"/>
                  </a:lnTo>
                  <a:lnTo>
                    <a:pt x="4355456" y="2329194"/>
                  </a:lnTo>
                  <a:lnTo>
                    <a:pt x="4355831" y="2329194"/>
                  </a:lnTo>
                  <a:lnTo>
                    <a:pt x="4356206" y="2329194"/>
                  </a:lnTo>
                  <a:lnTo>
                    <a:pt x="4356831" y="2329194"/>
                  </a:lnTo>
                  <a:lnTo>
                    <a:pt x="4356956" y="2329194"/>
                  </a:lnTo>
                  <a:lnTo>
                    <a:pt x="4357081" y="2329194"/>
                  </a:lnTo>
                  <a:lnTo>
                    <a:pt x="4357331" y="2329194"/>
                  </a:lnTo>
                  <a:lnTo>
                    <a:pt x="4357706" y="2329194"/>
                  </a:lnTo>
                  <a:lnTo>
                    <a:pt x="4357956" y="2329194"/>
                  </a:lnTo>
                  <a:lnTo>
                    <a:pt x="4358206" y="2329194"/>
                  </a:lnTo>
                  <a:lnTo>
                    <a:pt x="4359082" y="2329194"/>
                  </a:lnTo>
                  <a:lnTo>
                    <a:pt x="4359207" y="2329194"/>
                  </a:lnTo>
                  <a:lnTo>
                    <a:pt x="4359457" y="2329194"/>
                  </a:lnTo>
                  <a:lnTo>
                    <a:pt x="4359957" y="2329194"/>
                  </a:lnTo>
                  <a:lnTo>
                    <a:pt x="4360457" y="2329194"/>
                  </a:lnTo>
                  <a:lnTo>
                    <a:pt x="4360957" y="2329194"/>
                  </a:lnTo>
                  <a:lnTo>
                    <a:pt x="4361207" y="2329194"/>
                  </a:lnTo>
                  <a:lnTo>
                    <a:pt x="4361332" y="2329194"/>
                  </a:lnTo>
                  <a:lnTo>
                    <a:pt x="4361458" y="2329194"/>
                  </a:lnTo>
                  <a:lnTo>
                    <a:pt x="4361833" y="2329194"/>
                  </a:lnTo>
                  <a:lnTo>
                    <a:pt x="4362833" y="2329194"/>
                  </a:lnTo>
                  <a:lnTo>
                    <a:pt x="4363083" y="2329194"/>
                  </a:lnTo>
                  <a:lnTo>
                    <a:pt x="4363708" y="2329194"/>
                  </a:lnTo>
                  <a:lnTo>
                    <a:pt x="4363833" y="2329194"/>
                  </a:lnTo>
                  <a:lnTo>
                    <a:pt x="4363958" y="2329194"/>
                  </a:lnTo>
                  <a:lnTo>
                    <a:pt x="4364208" y="2329194"/>
                  </a:lnTo>
                  <a:lnTo>
                    <a:pt x="4364584" y="2329194"/>
                  </a:lnTo>
                  <a:lnTo>
                    <a:pt x="4364959" y="2329194"/>
                  </a:lnTo>
                  <a:lnTo>
                    <a:pt x="4365084" y="2329194"/>
                  </a:lnTo>
                  <a:lnTo>
                    <a:pt x="4365709" y="2329194"/>
                  </a:lnTo>
                  <a:lnTo>
                    <a:pt x="4366209" y="2329194"/>
                  </a:lnTo>
                  <a:lnTo>
                    <a:pt x="4366334" y="2329194"/>
                  </a:lnTo>
                  <a:lnTo>
                    <a:pt x="4367209" y="2329194"/>
                  </a:lnTo>
                  <a:lnTo>
                    <a:pt x="4367334" y="2329194"/>
                  </a:lnTo>
                  <a:lnTo>
                    <a:pt x="4367710" y="2329194"/>
                  </a:lnTo>
                  <a:lnTo>
                    <a:pt x="4367710" y="2319240"/>
                  </a:lnTo>
                  <a:lnTo>
                    <a:pt x="4367835" y="2319240"/>
                  </a:lnTo>
                  <a:lnTo>
                    <a:pt x="4368210" y="2319240"/>
                  </a:lnTo>
                  <a:lnTo>
                    <a:pt x="4368585" y="2319240"/>
                  </a:lnTo>
                  <a:lnTo>
                    <a:pt x="4369085" y="2319240"/>
                  </a:lnTo>
                  <a:lnTo>
                    <a:pt x="4369335" y="2319240"/>
                  </a:lnTo>
                  <a:lnTo>
                    <a:pt x="4369960" y="2319240"/>
                  </a:lnTo>
                  <a:lnTo>
                    <a:pt x="4370210" y="2319240"/>
                  </a:lnTo>
                  <a:lnTo>
                    <a:pt x="4370335" y="2319240"/>
                  </a:lnTo>
                  <a:lnTo>
                    <a:pt x="4370586" y="2319240"/>
                  </a:lnTo>
                  <a:lnTo>
                    <a:pt x="4371211" y="2319240"/>
                  </a:lnTo>
                  <a:lnTo>
                    <a:pt x="4371336" y="2319240"/>
                  </a:lnTo>
                  <a:lnTo>
                    <a:pt x="4371586" y="2319240"/>
                  </a:lnTo>
                  <a:lnTo>
                    <a:pt x="4371711" y="2319240"/>
                  </a:lnTo>
                  <a:lnTo>
                    <a:pt x="4371836" y="2319240"/>
                  </a:lnTo>
                  <a:lnTo>
                    <a:pt x="4372336" y="2319240"/>
                  </a:lnTo>
                  <a:lnTo>
                    <a:pt x="4372836" y="2319240"/>
                  </a:lnTo>
                  <a:lnTo>
                    <a:pt x="4373211" y="2319240"/>
                  </a:lnTo>
                  <a:lnTo>
                    <a:pt x="4373837" y="2319240"/>
                  </a:lnTo>
                  <a:lnTo>
                    <a:pt x="4373962" y="2319240"/>
                  </a:lnTo>
                  <a:lnTo>
                    <a:pt x="4374212" y="2319240"/>
                  </a:lnTo>
                  <a:lnTo>
                    <a:pt x="4375212" y="2319240"/>
                  </a:lnTo>
                  <a:lnTo>
                    <a:pt x="4375337" y="2319240"/>
                  </a:lnTo>
                  <a:lnTo>
                    <a:pt x="4375462" y="2319240"/>
                  </a:lnTo>
                  <a:lnTo>
                    <a:pt x="4375712" y="2319240"/>
                  </a:lnTo>
                  <a:lnTo>
                    <a:pt x="4375837" y="2319240"/>
                  </a:lnTo>
                  <a:lnTo>
                    <a:pt x="4376212" y="2319240"/>
                  </a:lnTo>
                  <a:lnTo>
                    <a:pt x="4376337" y="2319240"/>
                  </a:lnTo>
                  <a:lnTo>
                    <a:pt x="4376463" y="2319240"/>
                  </a:lnTo>
                  <a:lnTo>
                    <a:pt x="4376588" y="2319240"/>
                  </a:lnTo>
                  <a:lnTo>
                    <a:pt x="4376838" y="2319240"/>
                  </a:lnTo>
                  <a:lnTo>
                    <a:pt x="4376963" y="2319240"/>
                  </a:lnTo>
                  <a:lnTo>
                    <a:pt x="4377838" y="2319240"/>
                  </a:lnTo>
                  <a:lnTo>
                    <a:pt x="4378088" y="2319240"/>
                  </a:lnTo>
                  <a:lnTo>
                    <a:pt x="4378463" y="2319240"/>
                  </a:lnTo>
                  <a:lnTo>
                    <a:pt x="4378713" y="2319240"/>
                  </a:lnTo>
                  <a:lnTo>
                    <a:pt x="4379338" y="2319240"/>
                  </a:lnTo>
                  <a:lnTo>
                    <a:pt x="4379464" y="2319240"/>
                  </a:lnTo>
                  <a:lnTo>
                    <a:pt x="4379589" y="2319240"/>
                  </a:lnTo>
                  <a:lnTo>
                    <a:pt x="4379839" y="2319240"/>
                  </a:lnTo>
                  <a:lnTo>
                    <a:pt x="4380089" y="2319240"/>
                  </a:lnTo>
                  <a:lnTo>
                    <a:pt x="4380589" y="2319240"/>
                  </a:lnTo>
                  <a:lnTo>
                    <a:pt x="4380714" y="2319240"/>
                  </a:lnTo>
                  <a:lnTo>
                    <a:pt x="4380839" y="2319240"/>
                  </a:lnTo>
                  <a:lnTo>
                    <a:pt x="4380964" y="2319240"/>
                  </a:lnTo>
                  <a:lnTo>
                    <a:pt x="4381089" y="2319240"/>
                  </a:lnTo>
                  <a:lnTo>
                    <a:pt x="4381714" y="2319240"/>
                  </a:lnTo>
                  <a:lnTo>
                    <a:pt x="4383090" y="2319240"/>
                  </a:lnTo>
                  <a:lnTo>
                    <a:pt x="4383215" y="2319240"/>
                  </a:lnTo>
                  <a:lnTo>
                    <a:pt x="4383340" y="2319240"/>
                  </a:lnTo>
                  <a:lnTo>
                    <a:pt x="4383465" y="2319240"/>
                  </a:lnTo>
                  <a:lnTo>
                    <a:pt x="4383590" y="2319240"/>
                  </a:lnTo>
                  <a:lnTo>
                    <a:pt x="4383965" y="2319240"/>
                  </a:lnTo>
                  <a:lnTo>
                    <a:pt x="4384215" y="2319240"/>
                  </a:lnTo>
                  <a:lnTo>
                    <a:pt x="4384340" y="2319240"/>
                  </a:lnTo>
                  <a:lnTo>
                    <a:pt x="4385341" y="2319240"/>
                  </a:lnTo>
                  <a:lnTo>
                    <a:pt x="4385841" y="2319240"/>
                  </a:lnTo>
                  <a:lnTo>
                    <a:pt x="4385966" y="2319240"/>
                  </a:lnTo>
                  <a:lnTo>
                    <a:pt x="4386341" y="2319240"/>
                  </a:lnTo>
                  <a:lnTo>
                    <a:pt x="4386466" y="2319240"/>
                  </a:lnTo>
                  <a:lnTo>
                    <a:pt x="4387341" y="2319240"/>
                  </a:lnTo>
                  <a:lnTo>
                    <a:pt x="4387466" y="2319240"/>
                  </a:lnTo>
                  <a:lnTo>
                    <a:pt x="4387591" y="2319240"/>
                  </a:lnTo>
                  <a:lnTo>
                    <a:pt x="4388091" y="2319240"/>
                  </a:lnTo>
                  <a:lnTo>
                    <a:pt x="4388592" y="2319240"/>
                  </a:lnTo>
                  <a:lnTo>
                    <a:pt x="4388717" y="2319240"/>
                  </a:lnTo>
                  <a:lnTo>
                    <a:pt x="4388842" y="2309286"/>
                  </a:lnTo>
                  <a:lnTo>
                    <a:pt x="4388967" y="2309286"/>
                  </a:lnTo>
                  <a:lnTo>
                    <a:pt x="4389467" y="2309286"/>
                  </a:lnTo>
                  <a:lnTo>
                    <a:pt x="4389842" y="2309286"/>
                  </a:lnTo>
                  <a:lnTo>
                    <a:pt x="4389967" y="2309286"/>
                  </a:lnTo>
                  <a:lnTo>
                    <a:pt x="4390217" y="2309286"/>
                  </a:lnTo>
                  <a:lnTo>
                    <a:pt x="4390342" y="2309286"/>
                  </a:lnTo>
                  <a:lnTo>
                    <a:pt x="4390592" y="2309286"/>
                  </a:lnTo>
                  <a:lnTo>
                    <a:pt x="4390717" y="2309286"/>
                  </a:lnTo>
                  <a:lnTo>
                    <a:pt x="4391092" y="2309286"/>
                  </a:lnTo>
                  <a:lnTo>
                    <a:pt x="4391217" y="2309286"/>
                  </a:lnTo>
                  <a:lnTo>
                    <a:pt x="4391217" y="2299333"/>
                  </a:lnTo>
                  <a:lnTo>
                    <a:pt x="4391468" y="2299333"/>
                  </a:lnTo>
                  <a:lnTo>
                    <a:pt x="4392218" y="2299333"/>
                  </a:lnTo>
                  <a:lnTo>
                    <a:pt x="4392343" y="2299333"/>
                  </a:lnTo>
                  <a:lnTo>
                    <a:pt x="4392593" y="2299333"/>
                  </a:lnTo>
                  <a:lnTo>
                    <a:pt x="4392718" y="2299333"/>
                  </a:lnTo>
                  <a:lnTo>
                    <a:pt x="4392968" y="2299333"/>
                  </a:lnTo>
                  <a:lnTo>
                    <a:pt x="4394218" y="2299333"/>
                  </a:lnTo>
                  <a:lnTo>
                    <a:pt x="4394719" y="2299333"/>
                  </a:lnTo>
                  <a:lnTo>
                    <a:pt x="4395344" y="2299333"/>
                  </a:lnTo>
                  <a:lnTo>
                    <a:pt x="4395469" y="2299333"/>
                  </a:lnTo>
                  <a:lnTo>
                    <a:pt x="4395594" y="2299333"/>
                  </a:lnTo>
                  <a:lnTo>
                    <a:pt x="4395719" y="2299333"/>
                  </a:lnTo>
                  <a:lnTo>
                    <a:pt x="4395969" y="2299333"/>
                  </a:lnTo>
                  <a:lnTo>
                    <a:pt x="4396344" y="2299333"/>
                  </a:lnTo>
                  <a:lnTo>
                    <a:pt x="4396844" y="2299333"/>
                  </a:lnTo>
                  <a:lnTo>
                    <a:pt x="4397094" y="2299333"/>
                  </a:lnTo>
                  <a:lnTo>
                    <a:pt x="4397345" y="2299333"/>
                  </a:lnTo>
                  <a:lnTo>
                    <a:pt x="4397470" y="2299333"/>
                  </a:lnTo>
                  <a:lnTo>
                    <a:pt x="4398095" y="2299333"/>
                  </a:lnTo>
                  <a:lnTo>
                    <a:pt x="4398345" y="2299333"/>
                  </a:lnTo>
                  <a:lnTo>
                    <a:pt x="4398470" y="2299333"/>
                  </a:lnTo>
                  <a:lnTo>
                    <a:pt x="4398595" y="2299333"/>
                  </a:lnTo>
                  <a:lnTo>
                    <a:pt x="4398720" y="2299333"/>
                  </a:lnTo>
                  <a:lnTo>
                    <a:pt x="4399220" y="2299333"/>
                  </a:lnTo>
                  <a:lnTo>
                    <a:pt x="4399470" y="2299333"/>
                  </a:lnTo>
                  <a:lnTo>
                    <a:pt x="4399845" y="2299333"/>
                  </a:lnTo>
                  <a:lnTo>
                    <a:pt x="4400220" y="2299333"/>
                  </a:lnTo>
                  <a:lnTo>
                    <a:pt x="4400471" y="2299333"/>
                  </a:lnTo>
                  <a:lnTo>
                    <a:pt x="4401096" y="2299333"/>
                  </a:lnTo>
                  <a:lnTo>
                    <a:pt x="4401221" y="2299333"/>
                  </a:lnTo>
                  <a:lnTo>
                    <a:pt x="4401346" y="2299333"/>
                  </a:lnTo>
                  <a:lnTo>
                    <a:pt x="4401846" y="2299333"/>
                  </a:lnTo>
                  <a:lnTo>
                    <a:pt x="4401971" y="2299333"/>
                  </a:lnTo>
                  <a:lnTo>
                    <a:pt x="4402096" y="2299333"/>
                  </a:lnTo>
                  <a:lnTo>
                    <a:pt x="4402221" y="2299333"/>
                  </a:lnTo>
                  <a:lnTo>
                    <a:pt x="4402346" y="2299333"/>
                  </a:lnTo>
                  <a:lnTo>
                    <a:pt x="4402471" y="2299333"/>
                  </a:lnTo>
                  <a:lnTo>
                    <a:pt x="4402971" y="2299333"/>
                  </a:lnTo>
                  <a:lnTo>
                    <a:pt x="4403096" y="2299333"/>
                  </a:lnTo>
                  <a:lnTo>
                    <a:pt x="4403221" y="2299333"/>
                  </a:lnTo>
                  <a:lnTo>
                    <a:pt x="4403347" y="2299333"/>
                  </a:lnTo>
                  <a:lnTo>
                    <a:pt x="4403722" y="2299333"/>
                  </a:lnTo>
                  <a:lnTo>
                    <a:pt x="4404347" y="2299333"/>
                  </a:lnTo>
                  <a:lnTo>
                    <a:pt x="4404597" y="2299333"/>
                  </a:lnTo>
                  <a:lnTo>
                    <a:pt x="4404722" y="2299333"/>
                  </a:lnTo>
                  <a:lnTo>
                    <a:pt x="4404847" y="2299333"/>
                  </a:lnTo>
                  <a:lnTo>
                    <a:pt x="4405097" y="2299333"/>
                  </a:lnTo>
                  <a:lnTo>
                    <a:pt x="4405222" y="2299333"/>
                  </a:lnTo>
                  <a:lnTo>
                    <a:pt x="4405972" y="2299333"/>
                  </a:lnTo>
                  <a:lnTo>
                    <a:pt x="4406348" y="2299333"/>
                  </a:lnTo>
                  <a:lnTo>
                    <a:pt x="4406473" y="2299333"/>
                  </a:lnTo>
                  <a:lnTo>
                    <a:pt x="4406598" y="2299333"/>
                  </a:lnTo>
                  <a:lnTo>
                    <a:pt x="4406973" y="2299333"/>
                  </a:lnTo>
                  <a:lnTo>
                    <a:pt x="4407098" y="2299333"/>
                  </a:lnTo>
                  <a:lnTo>
                    <a:pt x="4407473" y="2299333"/>
                  </a:lnTo>
                  <a:lnTo>
                    <a:pt x="4407973" y="2299333"/>
                  </a:lnTo>
                  <a:lnTo>
                    <a:pt x="4408223" y="2299333"/>
                  </a:lnTo>
                  <a:lnTo>
                    <a:pt x="4408348" y="2299333"/>
                  </a:lnTo>
                  <a:lnTo>
                    <a:pt x="4408723" y="2299333"/>
                  </a:lnTo>
                  <a:lnTo>
                    <a:pt x="4408848" y="2299333"/>
                  </a:lnTo>
                  <a:lnTo>
                    <a:pt x="4409474" y="2299333"/>
                  </a:lnTo>
                  <a:lnTo>
                    <a:pt x="4409849" y="2299333"/>
                  </a:lnTo>
                  <a:lnTo>
                    <a:pt x="4409974" y="2299333"/>
                  </a:lnTo>
                  <a:lnTo>
                    <a:pt x="4410224" y="2299333"/>
                  </a:lnTo>
                  <a:lnTo>
                    <a:pt x="4410724" y="2299333"/>
                  </a:lnTo>
                  <a:lnTo>
                    <a:pt x="4411349" y="2299333"/>
                  </a:lnTo>
                  <a:lnTo>
                    <a:pt x="4411724" y="2299333"/>
                  </a:lnTo>
                  <a:lnTo>
                    <a:pt x="4412099" y="2299333"/>
                  </a:lnTo>
                  <a:lnTo>
                    <a:pt x="4412350" y="2299333"/>
                  </a:lnTo>
                  <a:lnTo>
                    <a:pt x="4412475" y="2299333"/>
                  </a:lnTo>
                  <a:lnTo>
                    <a:pt x="4412600" y="2299333"/>
                  </a:lnTo>
                  <a:lnTo>
                    <a:pt x="4413100" y="2299333"/>
                  </a:lnTo>
                  <a:lnTo>
                    <a:pt x="4413725" y="2299333"/>
                  </a:lnTo>
                  <a:lnTo>
                    <a:pt x="4414100" y="2299333"/>
                  </a:lnTo>
                  <a:lnTo>
                    <a:pt x="4414225" y="2299333"/>
                  </a:lnTo>
                  <a:lnTo>
                    <a:pt x="4414600" y="2299333"/>
                  </a:lnTo>
                  <a:lnTo>
                    <a:pt x="4414725" y="2299333"/>
                  </a:lnTo>
                  <a:lnTo>
                    <a:pt x="4414975" y="2299333"/>
                  </a:lnTo>
                  <a:lnTo>
                    <a:pt x="4415100" y="2299333"/>
                  </a:lnTo>
                  <a:lnTo>
                    <a:pt x="4415225" y="2299333"/>
                  </a:lnTo>
                  <a:lnTo>
                    <a:pt x="4415601" y="2299333"/>
                  </a:lnTo>
                  <a:lnTo>
                    <a:pt x="4415726" y="2299333"/>
                  </a:lnTo>
                  <a:lnTo>
                    <a:pt x="4416476" y="2299333"/>
                  </a:lnTo>
                  <a:lnTo>
                    <a:pt x="4416851" y="2299333"/>
                  </a:lnTo>
                  <a:lnTo>
                    <a:pt x="4417476" y="2299333"/>
                  </a:lnTo>
                  <a:lnTo>
                    <a:pt x="4417601" y="2299333"/>
                  </a:lnTo>
                  <a:lnTo>
                    <a:pt x="4417726" y="2299333"/>
                  </a:lnTo>
                  <a:lnTo>
                    <a:pt x="4418602" y="2299333"/>
                  </a:lnTo>
                  <a:lnTo>
                    <a:pt x="4418852" y="2299333"/>
                  </a:lnTo>
                  <a:lnTo>
                    <a:pt x="4418977" y="2299333"/>
                  </a:lnTo>
                  <a:lnTo>
                    <a:pt x="4419102" y="2299333"/>
                  </a:lnTo>
                  <a:lnTo>
                    <a:pt x="4419477" y="2299333"/>
                  </a:lnTo>
                  <a:lnTo>
                    <a:pt x="4420227" y="2299333"/>
                  </a:lnTo>
                  <a:lnTo>
                    <a:pt x="4420352" y="2299333"/>
                  </a:lnTo>
                  <a:lnTo>
                    <a:pt x="4421353" y="2299333"/>
                  </a:lnTo>
                  <a:lnTo>
                    <a:pt x="4421478" y="2299333"/>
                  </a:lnTo>
                  <a:lnTo>
                    <a:pt x="4421603" y="2299333"/>
                  </a:lnTo>
                  <a:lnTo>
                    <a:pt x="4421728" y="2299333"/>
                  </a:lnTo>
                  <a:lnTo>
                    <a:pt x="4421853" y="2299333"/>
                  </a:lnTo>
                  <a:lnTo>
                    <a:pt x="4421978" y="2299333"/>
                  </a:lnTo>
                  <a:lnTo>
                    <a:pt x="4422978" y="2299333"/>
                  </a:lnTo>
                  <a:lnTo>
                    <a:pt x="4423228" y="2299333"/>
                  </a:lnTo>
                  <a:lnTo>
                    <a:pt x="4423353" y="2299333"/>
                  </a:lnTo>
                  <a:lnTo>
                    <a:pt x="4423728" y="2299333"/>
                  </a:lnTo>
                  <a:lnTo>
                    <a:pt x="4423853" y="2299333"/>
                  </a:lnTo>
                  <a:lnTo>
                    <a:pt x="4423978" y="2299333"/>
                  </a:lnTo>
                  <a:lnTo>
                    <a:pt x="4425229" y="2299333"/>
                  </a:lnTo>
                  <a:lnTo>
                    <a:pt x="4425479" y="2299333"/>
                  </a:lnTo>
                  <a:lnTo>
                    <a:pt x="4425729" y="2299333"/>
                  </a:lnTo>
                  <a:lnTo>
                    <a:pt x="4425854" y="2299333"/>
                  </a:lnTo>
                  <a:lnTo>
                    <a:pt x="4426479" y="2299333"/>
                  </a:lnTo>
                  <a:lnTo>
                    <a:pt x="4427730" y="2299333"/>
                  </a:lnTo>
                  <a:lnTo>
                    <a:pt x="4427855" y="2299333"/>
                  </a:lnTo>
                  <a:lnTo>
                    <a:pt x="4429105" y="2299333"/>
                  </a:lnTo>
                  <a:lnTo>
                    <a:pt x="4429230" y="2299333"/>
                  </a:lnTo>
                  <a:lnTo>
                    <a:pt x="4429480" y="2299333"/>
                  </a:lnTo>
                  <a:lnTo>
                    <a:pt x="4429605" y="2299333"/>
                  </a:lnTo>
                  <a:lnTo>
                    <a:pt x="4430856" y="2299333"/>
                  </a:lnTo>
                  <a:lnTo>
                    <a:pt x="4431731" y="2299333"/>
                  </a:lnTo>
                  <a:lnTo>
                    <a:pt x="4432356" y="2299333"/>
                  </a:lnTo>
                  <a:lnTo>
                    <a:pt x="4432481" y="2299333"/>
                  </a:lnTo>
                  <a:lnTo>
                    <a:pt x="4432606" y="2299333"/>
                  </a:lnTo>
                  <a:lnTo>
                    <a:pt x="4432731" y="2299333"/>
                  </a:lnTo>
                  <a:lnTo>
                    <a:pt x="4433732" y="2299333"/>
                  </a:lnTo>
                  <a:lnTo>
                    <a:pt x="4433857" y="2299333"/>
                  </a:lnTo>
                  <a:lnTo>
                    <a:pt x="4434232" y="2299333"/>
                  </a:lnTo>
                  <a:lnTo>
                    <a:pt x="4434607" y="2299333"/>
                  </a:lnTo>
                  <a:lnTo>
                    <a:pt x="4434857" y="2299333"/>
                  </a:lnTo>
                  <a:lnTo>
                    <a:pt x="4434982" y="2299333"/>
                  </a:lnTo>
                  <a:lnTo>
                    <a:pt x="4435107" y="2299333"/>
                  </a:lnTo>
                  <a:lnTo>
                    <a:pt x="4435232" y="2299333"/>
                  </a:lnTo>
                  <a:lnTo>
                    <a:pt x="4435857" y="2299333"/>
                  </a:lnTo>
                  <a:lnTo>
                    <a:pt x="4435982" y="2299333"/>
                  </a:lnTo>
                  <a:lnTo>
                    <a:pt x="4436608" y="2299333"/>
                  </a:lnTo>
                  <a:lnTo>
                    <a:pt x="4436733" y="2299333"/>
                  </a:lnTo>
                  <a:lnTo>
                    <a:pt x="4436858" y="2299333"/>
                  </a:lnTo>
                  <a:lnTo>
                    <a:pt x="4437483" y="2299333"/>
                  </a:lnTo>
                  <a:lnTo>
                    <a:pt x="4437608" y="2299333"/>
                  </a:lnTo>
                  <a:lnTo>
                    <a:pt x="4437733" y="2299333"/>
                  </a:lnTo>
                  <a:lnTo>
                    <a:pt x="4437983" y="2299333"/>
                  </a:lnTo>
                  <a:lnTo>
                    <a:pt x="4438108" y="2299333"/>
                  </a:lnTo>
                  <a:lnTo>
                    <a:pt x="4438358" y="2299333"/>
                  </a:lnTo>
                  <a:lnTo>
                    <a:pt x="4438483" y="2299333"/>
                  </a:lnTo>
                  <a:lnTo>
                    <a:pt x="4439108" y="2299333"/>
                  </a:lnTo>
                  <a:lnTo>
                    <a:pt x="4439234" y="2299333"/>
                  </a:lnTo>
                  <a:lnTo>
                    <a:pt x="4439609" y="2299333"/>
                  </a:lnTo>
                  <a:lnTo>
                    <a:pt x="4440234" y="2299333"/>
                  </a:lnTo>
                  <a:lnTo>
                    <a:pt x="4440359" y="2299333"/>
                  </a:lnTo>
                  <a:lnTo>
                    <a:pt x="4440484" y="2299333"/>
                  </a:lnTo>
                  <a:lnTo>
                    <a:pt x="4440734" y="2299333"/>
                  </a:lnTo>
                  <a:lnTo>
                    <a:pt x="4441109" y="2299333"/>
                  </a:lnTo>
                  <a:lnTo>
                    <a:pt x="4441859" y="2299333"/>
                  </a:lnTo>
                  <a:lnTo>
                    <a:pt x="4441984" y="2299333"/>
                  </a:lnTo>
                  <a:lnTo>
                    <a:pt x="4442109" y="2299333"/>
                  </a:lnTo>
                  <a:lnTo>
                    <a:pt x="4442235" y="2299333"/>
                  </a:lnTo>
                  <a:lnTo>
                    <a:pt x="4442485" y="2299333"/>
                  </a:lnTo>
                  <a:lnTo>
                    <a:pt x="4442735" y="2299333"/>
                  </a:lnTo>
                  <a:lnTo>
                    <a:pt x="4442860" y="2299333"/>
                  </a:lnTo>
                  <a:lnTo>
                    <a:pt x="4443110" y="2299333"/>
                  </a:lnTo>
                  <a:lnTo>
                    <a:pt x="4443235" y="2299333"/>
                  </a:lnTo>
                  <a:lnTo>
                    <a:pt x="4443485" y="2299333"/>
                  </a:lnTo>
                  <a:lnTo>
                    <a:pt x="4443735" y="2299333"/>
                  </a:lnTo>
                  <a:lnTo>
                    <a:pt x="4444110" y="2299333"/>
                  </a:lnTo>
                  <a:lnTo>
                    <a:pt x="4444235" y="2299333"/>
                  </a:lnTo>
                  <a:lnTo>
                    <a:pt x="4444360" y="2299333"/>
                  </a:lnTo>
                  <a:lnTo>
                    <a:pt x="4444485" y="2299333"/>
                  </a:lnTo>
                  <a:lnTo>
                    <a:pt x="4445110" y="2299333"/>
                  </a:lnTo>
                  <a:lnTo>
                    <a:pt x="4445236" y="2299333"/>
                  </a:lnTo>
                  <a:lnTo>
                    <a:pt x="4445361" y="2299333"/>
                  </a:lnTo>
                  <a:lnTo>
                    <a:pt x="4445611" y="2299333"/>
                  </a:lnTo>
                  <a:lnTo>
                    <a:pt x="4446361" y="2299333"/>
                  </a:lnTo>
                  <a:lnTo>
                    <a:pt x="4446486" y="2299333"/>
                  </a:lnTo>
                  <a:lnTo>
                    <a:pt x="4446861" y="2299333"/>
                  </a:lnTo>
                  <a:lnTo>
                    <a:pt x="4446986" y="2299333"/>
                  </a:lnTo>
                  <a:lnTo>
                    <a:pt x="4447111" y="2299333"/>
                  </a:lnTo>
                  <a:lnTo>
                    <a:pt x="4447236" y="2299333"/>
                  </a:lnTo>
                  <a:lnTo>
                    <a:pt x="4447611" y="2299333"/>
                  </a:lnTo>
                  <a:lnTo>
                    <a:pt x="4447736" y="2299333"/>
                  </a:lnTo>
                  <a:lnTo>
                    <a:pt x="4447986" y="2299333"/>
                  </a:lnTo>
                  <a:lnTo>
                    <a:pt x="4448111" y="2299333"/>
                  </a:lnTo>
                  <a:lnTo>
                    <a:pt x="4448237" y="2299333"/>
                  </a:lnTo>
                  <a:lnTo>
                    <a:pt x="4448362" y="2299333"/>
                  </a:lnTo>
                  <a:lnTo>
                    <a:pt x="4448737" y="2299333"/>
                  </a:lnTo>
                  <a:lnTo>
                    <a:pt x="4448987" y="2299333"/>
                  </a:lnTo>
                  <a:lnTo>
                    <a:pt x="4449112" y="2299333"/>
                  </a:lnTo>
                  <a:lnTo>
                    <a:pt x="4449737" y="2299333"/>
                  </a:lnTo>
                  <a:lnTo>
                    <a:pt x="4449987" y="2299333"/>
                  </a:lnTo>
                  <a:lnTo>
                    <a:pt x="4450237" y="2299333"/>
                  </a:lnTo>
                  <a:lnTo>
                    <a:pt x="4450737" y="2299333"/>
                  </a:lnTo>
                  <a:lnTo>
                    <a:pt x="4450862" y="2299333"/>
                  </a:lnTo>
                  <a:lnTo>
                    <a:pt x="4451112" y="2299333"/>
                  </a:lnTo>
                  <a:lnTo>
                    <a:pt x="4451238" y="2299333"/>
                  </a:lnTo>
                  <a:lnTo>
                    <a:pt x="4451488" y="2299333"/>
                  </a:lnTo>
                  <a:lnTo>
                    <a:pt x="4451613" y="2299333"/>
                  </a:lnTo>
                  <a:lnTo>
                    <a:pt x="4451988" y="2299333"/>
                  </a:lnTo>
                  <a:lnTo>
                    <a:pt x="4452238" y="2299333"/>
                  </a:lnTo>
                  <a:lnTo>
                    <a:pt x="4452613" y="2299333"/>
                  </a:lnTo>
                  <a:lnTo>
                    <a:pt x="4453113" y="2299333"/>
                  </a:lnTo>
                  <a:lnTo>
                    <a:pt x="4453238" y="2299333"/>
                  </a:lnTo>
                  <a:lnTo>
                    <a:pt x="4453488" y="2299333"/>
                  </a:lnTo>
                  <a:lnTo>
                    <a:pt x="4453613" y="2299333"/>
                  </a:lnTo>
                  <a:lnTo>
                    <a:pt x="4453738" y="2299333"/>
                  </a:lnTo>
                  <a:lnTo>
                    <a:pt x="4453863" y="2299333"/>
                  </a:lnTo>
                  <a:lnTo>
                    <a:pt x="4454113" y="2289379"/>
                  </a:lnTo>
                  <a:lnTo>
                    <a:pt x="4454489" y="2289379"/>
                  </a:lnTo>
                  <a:lnTo>
                    <a:pt x="4454614" y="2289379"/>
                  </a:lnTo>
                  <a:lnTo>
                    <a:pt x="4454739" y="2289379"/>
                  </a:lnTo>
                  <a:lnTo>
                    <a:pt x="4454989" y="2289379"/>
                  </a:lnTo>
                  <a:lnTo>
                    <a:pt x="4455114" y="2289379"/>
                  </a:lnTo>
                  <a:lnTo>
                    <a:pt x="4455239" y="2289379"/>
                  </a:lnTo>
                  <a:lnTo>
                    <a:pt x="4455739" y="2289379"/>
                  </a:lnTo>
                  <a:lnTo>
                    <a:pt x="4455864" y="2289379"/>
                  </a:lnTo>
                  <a:lnTo>
                    <a:pt x="4456364" y="2289379"/>
                  </a:lnTo>
                  <a:lnTo>
                    <a:pt x="4456489" y="2289379"/>
                  </a:lnTo>
                  <a:lnTo>
                    <a:pt x="4456739" y="2289379"/>
                  </a:lnTo>
                  <a:lnTo>
                    <a:pt x="4456864" y="2289379"/>
                  </a:lnTo>
                  <a:lnTo>
                    <a:pt x="4456989" y="2289379"/>
                  </a:lnTo>
                  <a:lnTo>
                    <a:pt x="4457740" y="2289379"/>
                  </a:lnTo>
                  <a:lnTo>
                    <a:pt x="4457865" y="2289379"/>
                  </a:lnTo>
                  <a:lnTo>
                    <a:pt x="4458115" y="2289379"/>
                  </a:lnTo>
                  <a:lnTo>
                    <a:pt x="4458490" y="2289379"/>
                  </a:lnTo>
                  <a:lnTo>
                    <a:pt x="4458990" y="2289379"/>
                  </a:lnTo>
                  <a:lnTo>
                    <a:pt x="4459240" y="2289379"/>
                  </a:lnTo>
                  <a:lnTo>
                    <a:pt x="4459365" y="2289379"/>
                  </a:lnTo>
                  <a:lnTo>
                    <a:pt x="4459740" y="2289379"/>
                  </a:lnTo>
                  <a:lnTo>
                    <a:pt x="4459865" y="2289379"/>
                  </a:lnTo>
                  <a:lnTo>
                    <a:pt x="4460115" y="2289379"/>
                  </a:lnTo>
                  <a:lnTo>
                    <a:pt x="4460366" y="2289379"/>
                  </a:lnTo>
                  <a:lnTo>
                    <a:pt x="4460616" y="2289379"/>
                  </a:lnTo>
                  <a:lnTo>
                    <a:pt x="4461241" y="2289379"/>
                  </a:lnTo>
                  <a:lnTo>
                    <a:pt x="4461741" y="2289379"/>
                  </a:lnTo>
                  <a:lnTo>
                    <a:pt x="4461991" y="2289379"/>
                  </a:lnTo>
                  <a:lnTo>
                    <a:pt x="4462116" y="2289379"/>
                  </a:lnTo>
                  <a:lnTo>
                    <a:pt x="4462366" y="2289379"/>
                  </a:lnTo>
                  <a:lnTo>
                    <a:pt x="4462616" y="2289379"/>
                  </a:lnTo>
                  <a:lnTo>
                    <a:pt x="4463117" y="2289379"/>
                  </a:lnTo>
                  <a:lnTo>
                    <a:pt x="4463367" y="2289379"/>
                  </a:lnTo>
                  <a:lnTo>
                    <a:pt x="4463492" y="2289379"/>
                  </a:lnTo>
                  <a:lnTo>
                    <a:pt x="4463617" y="2289379"/>
                  </a:lnTo>
                  <a:lnTo>
                    <a:pt x="4464242" y="2289379"/>
                  </a:lnTo>
                  <a:lnTo>
                    <a:pt x="4464367" y="2289379"/>
                  </a:lnTo>
                  <a:lnTo>
                    <a:pt x="4464492" y="2289379"/>
                  </a:lnTo>
                  <a:lnTo>
                    <a:pt x="4465117" y="2289379"/>
                  </a:lnTo>
                  <a:lnTo>
                    <a:pt x="4465117" y="2279425"/>
                  </a:lnTo>
                  <a:lnTo>
                    <a:pt x="4465492" y="2279425"/>
                  </a:lnTo>
                  <a:lnTo>
                    <a:pt x="4465742" y="2279425"/>
                  </a:lnTo>
                  <a:lnTo>
                    <a:pt x="4465867" y="2279425"/>
                  </a:lnTo>
                  <a:lnTo>
                    <a:pt x="4466118" y="2279425"/>
                  </a:lnTo>
                  <a:lnTo>
                    <a:pt x="4466243" y="2279425"/>
                  </a:lnTo>
                  <a:lnTo>
                    <a:pt x="4466743" y="2279425"/>
                  </a:lnTo>
                  <a:lnTo>
                    <a:pt x="4466868" y="2279425"/>
                  </a:lnTo>
                  <a:lnTo>
                    <a:pt x="4467868" y="2279425"/>
                  </a:lnTo>
                  <a:lnTo>
                    <a:pt x="4468493" y="2279425"/>
                  </a:lnTo>
                  <a:lnTo>
                    <a:pt x="4469369" y="2279425"/>
                  </a:lnTo>
                  <a:lnTo>
                    <a:pt x="4469494" y="2279425"/>
                  </a:lnTo>
                  <a:lnTo>
                    <a:pt x="4470244" y="2279425"/>
                  </a:lnTo>
                  <a:lnTo>
                    <a:pt x="4471119" y="2279425"/>
                  </a:lnTo>
                  <a:lnTo>
                    <a:pt x="4471744" y="2279425"/>
                  </a:lnTo>
                  <a:lnTo>
                    <a:pt x="4472370" y="2279425"/>
                  </a:lnTo>
                  <a:lnTo>
                    <a:pt x="4472620" y="2279425"/>
                  </a:lnTo>
                  <a:lnTo>
                    <a:pt x="4473245" y="2279425"/>
                  </a:lnTo>
                  <a:lnTo>
                    <a:pt x="4473995" y="2279425"/>
                  </a:lnTo>
                  <a:lnTo>
                    <a:pt x="4474495" y="2279425"/>
                  </a:lnTo>
                  <a:lnTo>
                    <a:pt x="4474745" y="2279425"/>
                  </a:lnTo>
                  <a:lnTo>
                    <a:pt x="4475371" y="2279425"/>
                  </a:lnTo>
                  <a:lnTo>
                    <a:pt x="4475496" y="2279425"/>
                  </a:lnTo>
                  <a:lnTo>
                    <a:pt x="4475871" y="2279425"/>
                  </a:lnTo>
                  <a:lnTo>
                    <a:pt x="4475996" y="2279425"/>
                  </a:lnTo>
                  <a:lnTo>
                    <a:pt x="4476496" y="2279425"/>
                  </a:lnTo>
                  <a:lnTo>
                    <a:pt x="4476621" y="2279425"/>
                  </a:lnTo>
                  <a:lnTo>
                    <a:pt x="4477371" y="2279425"/>
                  </a:lnTo>
                  <a:lnTo>
                    <a:pt x="4477496" y="2279425"/>
                  </a:lnTo>
                  <a:lnTo>
                    <a:pt x="4477621" y="2279425"/>
                  </a:lnTo>
                  <a:lnTo>
                    <a:pt x="4477871" y="2279425"/>
                  </a:lnTo>
                  <a:lnTo>
                    <a:pt x="4477996" y="2279425"/>
                  </a:lnTo>
                  <a:lnTo>
                    <a:pt x="4478122" y="2279425"/>
                  </a:lnTo>
                  <a:lnTo>
                    <a:pt x="4478247" y="2279425"/>
                  </a:lnTo>
                  <a:lnTo>
                    <a:pt x="4478622" y="2279425"/>
                  </a:lnTo>
                  <a:lnTo>
                    <a:pt x="4478997" y="2279425"/>
                  </a:lnTo>
                  <a:lnTo>
                    <a:pt x="4479122" y="2279425"/>
                  </a:lnTo>
                  <a:lnTo>
                    <a:pt x="4479247" y="2279425"/>
                  </a:lnTo>
                  <a:lnTo>
                    <a:pt x="4479747" y="2279425"/>
                  </a:lnTo>
                  <a:lnTo>
                    <a:pt x="4479997" y="2279425"/>
                  </a:lnTo>
                  <a:lnTo>
                    <a:pt x="4480247" y="2279425"/>
                  </a:lnTo>
                  <a:lnTo>
                    <a:pt x="4480372" y="2279425"/>
                  </a:lnTo>
                  <a:lnTo>
                    <a:pt x="4480622" y="2279425"/>
                  </a:lnTo>
                  <a:lnTo>
                    <a:pt x="4480872" y="2279425"/>
                  </a:lnTo>
                  <a:lnTo>
                    <a:pt x="4481623" y="2279425"/>
                  </a:lnTo>
                  <a:lnTo>
                    <a:pt x="4481748" y="2279425"/>
                  </a:lnTo>
                  <a:lnTo>
                    <a:pt x="4481998" y="2279425"/>
                  </a:lnTo>
                  <a:lnTo>
                    <a:pt x="4482123" y="2279425"/>
                  </a:lnTo>
                  <a:lnTo>
                    <a:pt x="4482373" y="2279425"/>
                  </a:lnTo>
                  <a:lnTo>
                    <a:pt x="4482498" y="2279425"/>
                  </a:lnTo>
                  <a:lnTo>
                    <a:pt x="4482748" y="2279425"/>
                  </a:lnTo>
                  <a:lnTo>
                    <a:pt x="4482873" y="2279425"/>
                  </a:lnTo>
                  <a:lnTo>
                    <a:pt x="4482998" y="2279425"/>
                  </a:lnTo>
                  <a:lnTo>
                    <a:pt x="4483623" y="2279425"/>
                  </a:lnTo>
                  <a:lnTo>
                    <a:pt x="4483873" y="2279425"/>
                  </a:lnTo>
                  <a:lnTo>
                    <a:pt x="4483998" y="2279425"/>
                  </a:lnTo>
                  <a:lnTo>
                    <a:pt x="4484124" y="2279425"/>
                  </a:lnTo>
                  <a:lnTo>
                    <a:pt x="4484249" y="2279425"/>
                  </a:lnTo>
                  <a:lnTo>
                    <a:pt x="4484374" y="2279425"/>
                  </a:lnTo>
                  <a:lnTo>
                    <a:pt x="4484499" y="2279425"/>
                  </a:lnTo>
                  <a:lnTo>
                    <a:pt x="4484999" y="2279425"/>
                  </a:lnTo>
                  <a:lnTo>
                    <a:pt x="4485124" y="2279425"/>
                  </a:lnTo>
                  <a:lnTo>
                    <a:pt x="4485249" y="2279425"/>
                  </a:lnTo>
                  <a:lnTo>
                    <a:pt x="4485624" y="2279425"/>
                  </a:lnTo>
                  <a:lnTo>
                    <a:pt x="4486124" y="2279425"/>
                  </a:lnTo>
                  <a:lnTo>
                    <a:pt x="4486249" y="2279425"/>
                  </a:lnTo>
                  <a:lnTo>
                    <a:pt x="4486374" y="2279425"/>
                  </a:lnTo>
                  <a:lnTo>
                    <a:pt x="4486499" y="2279425"/>
                  </a:lnTo>
                  <a:lnTo>
                    <a:pt x="4486624" y="2279425"/>
                  </a:lnTo>
                  <a:lnTo>
                    <a:pt x="4486874" y="2279425"/>
                  </a:lnTo>
                  <a:lnTo>
                    <a:pt x="4487125" y="2279425"/>
                  </a:lnTo>
                  <a:lnTo>
                    <a:pt x="4487375" y="2279425"/>
                  </a:lnTo>
                  <a:lnTo>
                    <a:pt x="4487500" y="2279425"/>
                  </a:lnTo>
                  <a:lnTo>
                    <a:pt x="4487625" y="2279425"/>
                  </a:lnTo>
                  <a:lnTo>
                    <a:pt x="4487750" y="2279425"/>
                  </a:lnTo>
                  <a:lnTo>
                    <a:pt x="4487875" y="2279425"/>
                  </a:lnTo>
                  <a:lnTo>
                    <a:pt x="4488000" y="2279425"/>
                  </a:lnTo>
                  <a:lnTo>
                    <a:pt x="4488125" y="2279425"/>
                  </a:lnTo>
                  <a:lnTo>
                    <a:pt x="4488250" y="2279425"/>
                  </a:lnTo>
                  <a:lnTo>
                    <a:pt x="4488375" y="2279425"/>
                  </a:lnTo>
                  <a:lnTo>
                    <a:pt x="4488875" y="2279425"/>
                  </a:lnTo>
                  <a:lnTo>
                    <a:pt x="4489125" y="2279425"/>
                  </a:lnTo>
                  <a:lnTo>
                    <a:pt x="4489375" y="2279425"/>
                  </a:lnTo>
                  <a:lnTo>
                    <a:pt x="4489750" y="2279425"/>
                  </a:lnTo>
                  <a:lnTo>
                    <a:pt x="4490126" y="2279425"/>
                  </a:lnTo>
                  <a:lnTo>
                    <a:pt x="4490251" y="2279425"/>
                  </a:lnTo>
                  <a:lnTo>
                    <a:pt x="4490501" y="2279425"/>
                  </a:lnTo>
                  <a:lnTo>
                    <a:pt x="4491001" y="2279425"/>
                  </a:lnTo>
                  <a:lnTo>
                    <a:pt x="4491251" y="2279425"/>
                  </a:lnTo>
                  <a:lnTo>
                    <a:pt x="4491626" y="2279425"/>
                  </a:lnTo>
                  <a:lnTo>
                    <a:pt x="4491751" y="2279425"/>
                  </a:lnTo>
                  <a:lnTo>
                    <a:pt x="4492001" y="2279425"/>
                  </a:lnTo>
                  <a:lnTo>
                    <a:pt x="4492126" y="2279425"/>
                  </a:lnTo>
                  <a:lnTo>
                    <a:pt x="4492251" y="2279425"/>
                  </a:lnTo>
                  <a:lnTo>
                    <a:pt x="4492376" y="2279425"/>
                  </a:lnTo>
                  <a:lnTo>
                    <a:pt x="4492626" y="2279425"/>
                  </a:lnTo>
                  <a:lnTo>
                    <a:pt x="4493252" y="2279425"/>
                  </a:lnTo>
                  <a:lnTo>
                    <a:pt x="4493377" y="2279425"/>
                  </a:lnTo>
                  <a:lnTo>
                    <a:pt x="4493627" y="2279425"/>
                  </a:lnTo>
                  <a:lnTo>
                    <a:pt x="4493752" y="2279425"/>
                  </a:lnTo>
                  <a:lnTo>
                    <a:pt x="4494252" y="2279425"/>
                  </a:lnTo>
                  <a:lnTo>
                    <a:pt x="4494252" y="2269471"/>
                  </a:lnTo>
                  <a:lnTo>
                    <a:pt x="4494877" y="2269471"/>
                  </a:lnTo>
                  <a:lnTo>
                    <a:pt x="4495002" y="2269471"/>
                  </a:lnTo>
                  <a:lnTo>
                    <a:pt x="4495377" y="2269471"/>
                  </a:lnTo>
                  <a:lnTo>
                    <a:pt x="4495502" y="2269471"/>
                  </a:lnTo>
                  <a:lnTo>
                    <a:pt x="4495627" y="2269471"/>
                  </a:lnTo>
                  <a:lnTo>
                    <a:pt x="4495752" y="2269471"/>
                  </a:lnTo>
                  <a:lnTo>
                    <a:pt x="4495877" y="2269471"/>
                  </a:lnTo>
                  <a:lnTo>
                    <a:pt x="4496002" y="2269471"/>
                  </a:lnTo>
                  <a:lnTo>
                    <a:pt x="4496253" y="2269471"/>
                  </a:lnTo>
                  <a:lnTo>
                    <a:pt x="4496378" y="2269471"/>
                  </a:lnTo>
                  <a:lnTo>
                    <a:pt x="4496878" y="2269471"/>
                  </a:lnTo>
                  <a:lnTo>
                    <a:pt x="4497128" y="2269471"/>
                  </a:lnTo>
                  <a:lnTo>
                    <a:pt x="4497378" y="2269471"/>
                  </a:lnTo>
                  <a:lnTo>
                    <a:pt x="4497628" y="2269471"/>
                  </a:lnTo>
                  <a:lnTo>
                    <a:pt x="4498253" y="2269471"/>
                  </a:lnTo>
                  <a:lnTo>
                    <a:pt x="4498878" y="2269471"/>
                  </a:lnTo>
                  <a:lnTo>
                    <a:pt x="4499254" y="2269471"/>
                  </a:lnTo>
                  <a:lnTo>
                    <a:pt x="4499379" y="2269471"/>
                  </a:lnTo>
                  <a:lnTo>
                    <a:pt x="4499504" y="2269471"/>
                  </a:lnTo>
                  <a:lnTo>
                    <a:pt x="4499629" y="2269471"/>
                  </a:lnTo>
                  <a:lnTo>
                    <a:pt x="4499754" y="2269471"/>
                  </a:lnTo>
                  <a:lnTo>
                    <a:pt x="4500004" y="2269471"/>
                  </a:lnTo>
                  <a:lnTo>
                    <a:pt x="4500254" y="2269471"/>
                  </a:lnTo>
                  <a:lnTo>
                    <a:pt x="4500754" y="2269471"/>
                  </a:lnTo>
                  <a:lnTo>
                    <a:pt x="4500879" y="2269471"/>
                  </a:lnTo>
                  <a:lnTo>
                    <a:pt x="4501004" y="2269471"/>
                  </a:lnTo>
                  <a:lnTo>
                    <a:pt x="4501254" y="2269471"/>
                  </a:lnTo>
                  <a:lnTo>
                    <a:pt x="4501379" y="2269471"/>
                  </a:lnTo>
                  <a:lnTo>
                    <a:pt x="4501504" y="2269471"/>
                  </a:lnTo>
                  <a:lnTo>
                    <a:pt x="4501629" y="2269471"/>
                  </a:lnTo>
                  <a:lnTo>
                    <a:pt x="4517385" y="2269471"/>
                  </a:lnTo>
                  <a:lnTo>
                    <a:pt x="4518385" y="2269471"/>
                  </a:lnTo>
                  <a:lnTo>
                    <a:pt x="4518510" y="2269471"/>
                  </a:lnTo>
                  <a:lnTo>
                    <a:pt x="4518635" y="2269471"/>
                  </a:lnTo>
                  <a:lnTo>
                    <a:pt x="4518760" y="2269471"/>
                  </a:lnTo>
                  <a:lnTo>
                    <a:pt x="4519135" y="2269471"/>
                  </a:lnTo>
                  <a:lnTo>
                    <a:pt x="4519260" y="2269471"/>
                  </a:lnTo>
                  <a:lnTo>
                    <a:pt x="4519385" y="2269471"/>
                  </a:lnTo>
                  <a:lnTo>
                    <a:pt x="4519510" y="2269471"/>
                  </a:lnTo>
                  <a:lnTo>
                    <a:pt x="4519760" y="2269471"/>
                  </a:lnTo>
                  <a:lnTo>
                    <a:pt x="4520761" y="2269471"/>
                  </a:lnTo>
                  <a:lnTo>
                    <a:pt x="4521136" y="2269471"/>
                  </a:lnTo>
                  <a:lnTo>
                    <a:pt x="4521386" y="2269471"/>
                  </a:lnTo>
                  <a:lnTo>
                    <a:pt x="4521511" y="2269471"/>
                  </a:lnTo>
                  <a:lnTo>
                    <a:pt x="4521636" y="2269471"/>
                  </a:lnTo>
                  <a:lnTo>
                    <a:pt x="4522136" y="2269471"/>
                  </a:lnTo>
                  <a:lnTo>
                    <a:pt x="4522261" y="2269471"/>
                  </a:lnTo>
                  <a:lnTo>
                    <a:pt x="4522386" y="2269471"/>
                  </a:lnTo>
                  <a:lnTo>
                    <a:pt x="4523387" y="2269471"/>
                  </a:lnTo>
                  <a:lnTo>
                    <a:pt x="4523512" y="2269471"/>
                  </a:lnTo>
                  <a:lnTo>
                    <a:pt x="4523637" y="2269471"/>
                  </a:lnTo>
                  <a:lnTo>
                    <a:pt x="4523762" y="2269471"/>
                  </a:lnTo>
                  <a:lnTo>
                    <a:pt x="4524137" y="2269471"/>
                  </a:lnTo>
                  <a:lnTo>
                    <a:pt x="4524262" y="2269471"/>
                  </a:lnTo>
                  <a:lnTo>
                    <a:pt x="4524387" y="2269471"/>
                  </a:lnTo>
                  <a:lnTo>
                    <a:pt x="4524512" y="2269471"/>
                  </a:lnTo>
                  <a:lnTo>
                    <a:pt x="4524637" y="2269471"/>
                  </a:lnTo>
                  <a:lnTo>
                    <a:pt x="4524762" y="2269471"/>
                  </a:lnTo>
                  <a:lnTo>
                    <a:pt x="4525137" y="2269471"/>
                  </a:lnTo>
                  <a:lnTo>
                    <a:pt x="4525262" y="2269471"/>
                  </a:lnTo>
                  <a:lnTo>
                    <a:pt x="4525512" y="2269471"/>
                  </a:lnTo>
                  <a:lnTo>
                    <a:pt x="4525637" y="2269471"/>
                  </a:lnTo>
                  <a:lnTo>
                    <a:pt x="4525887" y="2269471"/>
                  </a:lnTo>
                  <a:lnTo>
                    <a:pt x="4526013" y="2269471"/>
                  </a:lnTo>
                  <a:lnTo>
                    <a:pt x="4526138" y="2269471"/>
                  </a:lnTo>
                  <a:lnTo>
                    <a:pt x="4526263" y="2269471"/>
                  </a:lnTo>
                  <a:lnTo>
                    <a:pt x="4526513" y="2269471"/>
                  </a:lnTo>
                  <a:lnTo>
                    <a:pt x="4526638" y="2269471"/>
                  </a:lnTo>
                  <a:lnTo>
                    <a:pt x="4526763" y="2269471"/>
                  </a:lnTo>
                  <a:lnTo>
                    <a:pt x="4527138" y="2269471"/>
                  </a:lnTo>
                  <a:lnTo>
                    <a:pt x="4527263" y="2269471"/>
                  </a:lnTo>
                  <a:lnTo>
                    <a:pt x="4528138" y="2269471"/>
                  </a:lnTo>
                  <a:lnTo>
                    <a:pt x="4528263" y="2269471"/>
                  </a:lnTo>
                  <a:lnTo>
                    <a:pt x="4528763" y="2269471"/>
                  </a:lnTo>
                  <a:lnTo>
                    <a:pt x="4529264" y="2269471"/>
                  </a:lnTo>
                  <a:lnTo>
                    <a:pt x="4529389" y="2269471"/>
                  </a:lnTo>
                  <a:lnTo>
                    <a:pt x="4529514" y="2269471"/>
                  </a:lnTo>
                  <a:lnTo>
                    <a:pt x="4529639" y="2269471"/>
                  </a:lnTo>
                  <a:lnTo>
                    <a:pt x="4529764" y="2269471"/>
                  </a:lnTo>
                  <a:lnTo>
                    <a:pt x="4529889" y="2269471"/>
                  </a:lnTo>
                  <a:lnTo>
                    <a:pt x="4530139" y="2269471"/>
                  </a:lnTo>
                  <a:lnTo>
                    <a:pt x="4530264" y="2269471"/>
                  </a:lnTo>
                  <a:lnTo>
                    <a:pt x="4530389" y="2269471"/>
                  </a:lnTo>
                  <a:lnTo>
                    <a:pt x="4530889" y="2269471"/>
                  </a:lnTo>
                  <a:lnTo>
                    <a:pt x="4531014" y="2269471"/>
                  </a:lnTo>
                  <a:lnTo>
                    <a:pt x="4531264" y="2269471"/>
                  </a:lnTo>
                  <a:lnTo>
                    <a:pt x="4531389" y="2269471"/>
                  </a:lnTo>
                  <a:lnTo>
                    <a:pt x="4531514" y="2269471"/>
                  </a:lnTo>
                  <a:lnTo>
                    <a:pt x="4531764" y="2269471"/>
                  </a:lnTo>
                  <a:lnTo>
                    <a:pt x="4531889" y="2269471"/>
                  </a:lnTo>
                  <a:lnTo>
                    <a:pt x="4532015" y="2269471"/>
                  </a:lnTo>
                  <a:lnTo>
                    <a:pt x="4532265" y="2269471"/>
                  </a:lnTo>
                  <a:lnTo>
                    <a:pt x="4532890" y="2269471"/>
                  </a:lnTo>
                  <a:lnTo>
                    <a:pt x="4533015" y="2269471"/>
                  </a:lnTo>
                  <a:lnTo>
                    <a:pt x="4533515" y="2269471"/>
                  </a:lnTo>
                  <a:lnTo>
                    <a:pt x="4533640" y="2269471"/>
                  </a:lnTo>
                  <a:lnTo>
                    <a:pt x="4533765" y="2269471"/>
                  </a:lnTo>
                  <a:lnTo>
                    <a:pt x="4534140" y="2269471"/>
                  </a:lnTo>
                  <a:lnTo>
                    <a:pt x="4534515" y="2269471"/>
                  </a:lnTo>
                  <a:lnTo>
                    <a:pt x="4535141" y="2269471"/>
                  </a:lnTo>
                  <a:lnTo>
                    <a:pt x="4535266" y="2269471"/>
                  </a:lnTo>
                  <a:lnTo>
                    <a:pt x="4535516" y="2269471"/>
                  </a:lnTo>
                  <a:lnTo>
                    <a:pt x="4535641" y="2269471"/>
                  </a:lnTo>
                  <a:lnTo>
                    <a:pt x="4535766" y="2269471"/>
                  </a:lnTo>
                  <a:lnTo>
                    <a:pt x="4535891" y="2269471"/>
                  </a:lnTo>
                  <a:lnTo>
                    <a:pt x="4536016" y="2269471"/>
                  </a:lnTo>
                  <a:lnTo>
                    <a:pt x="4536266" y="2269471"/>
                  </a:lnTo>
                  <a:lnTo>
                    <a:pt x="4536891" y="2269471"/>
                  </a:lnTo>
                  <a:lnTo>
                    <a:pt x="4537391" y="2269471"/>
                  </a:lnTo>
                  <a:lnTo>
                    <a:pt x="4537516" y="2269471"/>
                  </a:lnTo>
                  <a:lnTo>
                    <a:pt x="4537766" y="2269471"/>
                  </a:lnTo>
                  <a:lnTo>
                    <a:pt x="4538142" y="2269471"/>
                  </a:lnTo>
                  <a:lnTo>
                    <a:pt x="4538642" y="2269471"/>
                  </a:lnTo>
                  <a:lnTo>
                    <a:pt x="4539017" y="2269471"/>
                  </a:lnTo>
                  <a:lnTo>
                    <a:pt x="4539892" y="2269471"/>
                  </a:lnTo>
                  <a:lnTo>
                    <a:pt x="4540017" y="2269471"/>
                  </a:lnTo>
                  <a:lnTo>
                    <a:pt x="4540267" y="2269471"/>
                  </a:lnTo>
                  <a:lnTo>
                    <a:pt x="4540893" y="2269471"/>
                  </a:lnTo>
                  <a:lnTo>
                    <a:pt x="4541393" y="2269471"/>
                  </a:lnTo>
                  <a:lnTo>
                    <a:pt x="4541768" y="2269471"/>
                  </a:lnTo>
                  <a:lnTo>
                    <a:pt x="4542268" y="2269471"/>
                  </a:lnTo>
                  <a:lnTo>
                    <a:pt x="4542393" y="2269471"/>
                  </a:lnTo>
                  <a:lnTo>
                    <a:pt x="4542893" y="2269471"/>
                  </a:lnTo>
                  <a:lnTo>
                    <a:pt x="4543268" y="2269471"/>
                  </a:lnTo>
                  <a:lnTo>
                    <a:pt x="4543518" y="2269471"/>
                  </a:lnTo>
                  <a:lnTo>
                    <a:pt x="4543643" y="2269471"/>
                  </a:lnTo>
                  <a:lnTo>
                    <a:pt x="4544394" y="2269471"/>
                  </a:lnTo>
                  <a:lnTo>
                    <a:pt x="4544519" y="2269471"/>
                  </a:lnTo>
                  <a:lnTo>
                    <a:pt x="4545019" y="2269471"/>
                  </a:lnTo>
                  <a:lnTo>
                    <a:pt x="4545269" y="2269471"/>
                  </a:lnTo>
                  <a:lnTo>
                    <a:pt x="4545519" y="2269471"/>
                  </a:lnTo>
                  <a:lnTo>
                    <a:pt x="4545644" y="2269471"/>
                  </a:lnTo>
                  <a:lnTo>
                    <a:pt x="4546019" y="2269471"/>
                  </a:lnTo>
                  <a:lnTo>
                    <a:pt x="4546144" y="2269471"/>
                  </a:lnTo>
                  <a:lnTo>
                    <a:pt x="4546519" y="2269471"/>
                  </a:lnTo>
                  <a:lnTo>
                    <a:pt x="4546895" y="2269471"/>
                  </a:lnTo>
                  <a:lnTo>
                    <a:pt x="4547020" y="2269471"/>
                  </a:lnTo>
                  <a:lnTo>
                    <a:pt x="4547145" y="2269471"/>
                  </a:lnTo>
                  <a:lnTo>
                    <a:pt x="4547270" y="2269471"/>
                  </a:lnTo>
                  <a:lnTo>
                    <a:pt x="4547395" y="2269471"/>
                  </a:lnTo>
                  <a:lnTo>
                    <a:pt x="4547520" y="2269471"/>
                  </a:lnTo>
                  <a:lnTo>
                    <a:pt x="4547645" y="2269471"/>
                  </a:lnTo>
                  <a:lnTo>
                    <a:pt x="4547770" y="2269471"/>
                  </a:lnTo>
                  <a:lnTo>
                    <a:pt x="4547895" y="2269471"/>
                  </a:lnTo>
                  <a:lnTo>
                    <a:pt x="4548020" y="2269471"/>
                  </a:lnTo>
                  <a:lnTo>
                    <a:pt x="4548145" y="2269471"/>
                  </a:lnTo>
                  <a:lnTo>
                    <a:pt x="4548270" y="2269471"/>
                  </a:lnTo>
                  <a:lnTo>
                    <a:pt x="4548395" y="2269471"/>
                  </a:lnTo>
                  <a:lnTo>
                    <a:pt x="4548520" y="2269471"/>
                  </a:lnTo>
                  <a:lnTo>
                    <a:pt x="4548645" y="2269471"/>
                  </a:lnTo>
                  <a:lnTo>
                    <a:pt x="4549395" y="2269471"/>
                  </a:lnTo>
                  <a:lnTo>
                    <a:pt x="4549645" y="2269471"/>
                  </a:lnTo>
                  <a:lnTo>
                    <a:pt x="4549770" y="2269471"/>
                  </a:lnTo>
                  <a:lnTo>
                    <a:pt x="4550271" y="2269471"/>
                  </a:lnTo>
                  <a:lnTo>
                    <a:pt x="4550771" y="2269471"/>
                  </a:lnTo>
                  <a:lnTo>
                    <a:pt x="4551521" y="2269471"/>
                  </a:lnTo>
                  <a:lnTo>
                    <a:pt x="4551896" y="2269471"/>
                  </a:lnTo>
                  <a:lnTo>
                    <a:pt x="4552021" y="2269471"/>
                  </a:lnTo>
                  <a:lnTo>
                    <a:pt x="4552646" y="2269471"/>
                  </a:lnTo>
                  <a:lnTo>
                    <a:pt x="4553022" y="2269471"/>
                  </a:lnTo>
                  <a:lnTo>
                    <a:pt x="4553147" y="2269471"/>
                  </a:lnTo>
                  <a:lnTo>
                    <a:pt x="4553897" y="2269471"/>
                  </a:lnTo>
                  <a:lnTo>
                    <a:pt x="4553897" y="2259517"/>
                  </a:lnTo>
                  <a:lnTo>
                    <a:pt x="4554147" y="2259517"/>
                  </a:lnTo>
                  <a:lnTo>
                    <a:pt x="4554522" y="2259517"/>
                  </a:lnTo>
                  <a:lnTo>
                    <a:pt x="4554772" y="2259517"/>
                  </a:lnTo>
                  <a:lnTo>
                    <a:pt x="4555272" y="2259517"/>
                  </a:lnTo>
                  <a:lnTo>
                    <a:pt x="4556523" y="2259517"/>
                  </a:lnTo>
                  <a:lnTo>
                    <a:pt x="4556898" y="2259517"/>
                  </a:lnTo>
                  <a:lnTo>
                    <a:pt x="4557023" y="2259517"/>
                  </a:lnTo>
                  <a:lnTo>
                    <a:pt x="4557273" y="2259517"/>
                  </a:lnTo>
                  <a:lnTo>
                    <a:pt x="4557398" y="2259517"/>
                  </a:lnTo>
                  <a:lnTo>
                    <a:pt x="4557898" y="2259517"/>
                  </a:lnTo>
                  <a:lnTo>
                    <a:pt x="4559024" y="2259517"/>
                  </a:lnTo>
                  <a:lnTo>
                    <a:pt x="4559774" y="2259517"/>
                  </a:lnTo>
                  <a:lnTo>
                    <a:pt x="4559899" y="2259517"/>
                  </a:lnTo>
                  <a:lnTo>
                    <a:pt x="4560399" y="2259517"/>
                  </a:lnTo>
                  <a:lnTo>
                    <a:pt x="4560524" y="2259517"/>
                  </a:lnTo>
                  <a:lnTo>
                    <a:pt x="4560899" y="2259517"/>
                  </a:lnTo>
                  <a:lnTo>
                    <a:pt x="4562275" y="2259517"/>
                  </a:lnTo>
                  <a:lnTo>
                    <a:pt x="4562775" y="2259517"/>
                  </a:lnTo>
                  <a:lnTo>
                    <a:pt x="4563025" y="2259517"/>
                  </a:lnTo>
                  <a:lnTo>
                    <a:pt x="4563150" y="2259517"/>
                  </a:lnTo>
                  <a:lnTo>
                    <a:pt x="4563900" y="2259517"/>
                  </a:lnTo>
                  <a:lnTo>
                    <a:pt x="4564525" y="2259517"/>
                  </a:lnTo>
                  <a:lnTo>
                    <a:pt x="4564775" y="2259517"/>
                  </a:lnTo>
                  <a:lnTo>
                    <a:pt x="4564901" y="2259517"/>
                  </a:lnTo>
                  <a:lnTo>
                    <a:pt x="4565526" y="2259517"/>
                  </a:lnTo>
                  <a:lnTo>
                    <a:pt x="4565776" y="2259517"/>
                  </a:lnTo>
                  <a:lnTo>
                    <a:pt x="4566151" y="2259517"/>
                  </a:lnTo>
                  <a:lnTo>
                    <a:pt x="4566276" y="2259517"/>
                  </a:lnTo>
                  <a:lnTo>
                    <a:pt x="4567151" y="2259517"/>
                  </a:lnTo>
                  <a:lnTo>
                    <a:pt x="4567276" y="2259517"/>
                  </a:lnTo>
                  <a:lnTo>
                    <a:pt x="4567651" y="2259517"/>
                  </a:lnTo>
                  <a:lnTo>
                    <a:pt x="4567776" y="2259517"/>
                  </a:lnTo>
                  <a:lnTo>
                    <a:pt x="4568277" y="2259517"/>
                  </a:lnTo>
                  <a:lnTo>
                    <a:pt x="4568652" y="2259517"/>
                  </a:lnTo>
                  <a:lnTo>
                    <a:pt x="4568902" y="2259517"/>
                  </a:lnTo>
                  <a:lnTo>
                    <a:pt x="4569027" y="2259517"/>
                  </a:lnTo>
                  <a:lnTo>
                    <a:pt x="4569152" y="2259517"/>
                  </a:lnTo>
                  <a:lnTo>
                    <a:pt x="4570027" y="2259517"/>
                  </a:lnTo>
                  <a:lnTo>
                    <a:pt x="4570152" y="2259517"/>
                  </a:lnTo>
                  <a:lnTo>
                    <a:pt x="4570402" y="2259517"/>
                  </a:lnTo>
                  <a:lnTo>
                    <a:pt x="4571028" y="2259517"/>
                  </a:lnTo>
                  <a:lnTo>
                    <a:pt x="4571278" y="2259517"/>
                  </a:lnTo>
                  <a:lnTo>
                    <a:pt x="4571528" y="2259517"/>
                  </a:lnTo>
                  <a:lnTo>
                    <a:pt x="4571528" y="2249563"/>
                  </a:lnTo>
                  <a:lnTo>
                    <a:pt x="4571653" y="2249563"/>
                  </a:lnTo>
                  <a:lnTo>
                    <a:pt x="4571778" y="2249563"/>
                  </a:lnTo>
                  <a:lnTo>
                    <a:pt x="4571903" y="2249563"/>
                  </a:lnTo>
                  <a:lnTo>
                    <a:pt x="4572653" y="2249563"/>
                  </a:lnTo>
                  <a:lnTo>
                    <a:pt x="4572778" y="2249563"/>
                  </a:lnTo>
                  <a:lnTo>
                    <a:pt x="4572903" y="2249563"/>
                  </a:lnTo>
                  <a:lnTo>
                    <a:pt x="4573278" y="2249563"/>
                  </a:lnTo>
                  <a:lnTo>
                    <a:pt x="4573778" y="2249563"/>
                  </a:lnTo>
                  <a:lnTo>
                    <a:pt x="4573904" y="2249563"/>
                  </a:lnTo>
                  <a:lnTo>
                    <a:pt x="4574029" y="2249563"/>
                  </a:lnTo>
                  <a:lnTo>
                    <a:pt x="4574404" y="2249563"/>
                  </a:lnTo>
                  <a:lnTo>
                    <a:pt x="4574529" y="2249563"/>
                  </a:lnTo>
                  <a:lnTo>
                    <a:pt x="4575404" y="2249563"/>
                  </a:lnTo>
                  <a:lnTo>
                    <a:pt x="4575654" y="2249563"/>
                  </a:lnTo>
                  <a:lnTo>
                    <a:pt x="4575904" y="2249563"/>
                  </a:lnTo>
                  <a:lnTo>
                    <a:pt x="4576279" y="2249563"/>
                  </a:lnTo>
                  <a:lnTo>
                    <a:pt x="4576529" y="2249563"/>
                  </a:lnTo>
                  <a:lnTo>
                    <a:pt x="4577030" y="2249563"/>
                  </a:lnTo>
                  <a:lnTo>
                    <a:pt x="4577280" y="2249563"/>
                  </a:lnTo>
                  <a:lnTo>
                    <a:pt x="4577530" y="2249563"/>
                  </a:lnTo>
                  <a:lnTo>
                    <a:pt x="4577905" y="2249563"/>
                  </a:lnTo>
                  <a:lnTo>
                    <a:pt x="4578030" y="2249563"/>
                  </a:lnTo>
                  <a:lnTo>
                    <a:pt x="4578280" y="2249563"/>
                  </a:lnTo>
                  <a:lnTo>
                    <a:pt x="4578530" y="2249563"/>
                  </a:lnTo>
                  <a:lnTo>
                    <a:pt x="4578780" y="2249563"/>
                  </a:lnTo>
                  <a:lnTo>
                    <a:pt x="4579280" y="2249563"/>
                  </a:lnTo>
                  <a:lnTo>
                    <a:pt x="4579530" y="2249563"/>
                  </a:lnTo>
                  <a:lnTo>
                    <a:pt x="4579655" y="2249563"/>
                  </a:lnTo>
                  <a:lnTo>
                    <a:pt x="4579781" y="2249563"/>
                  </a:lnTo>
                  <a:lnTo>
                    <a:pt x="4580156" y="2249563"/>
                  </a:lnTo>
                  <a:lnTo>
                    <a:pt x="4580406" y="2249563"/>
                  </a:lnTo>
                  <a:lnTo>
                    <a:pt x="4580531" y="2249563"/>
                  </a:lnTo>
                  <a:lnTo>
                    <a:pt x="4580781" y="2249563"/>
                  </a:lnTo>
                  <a:lnTo>
                    <a:pt x="4581156" y="2249563"/>
                  </a:lnTo>
                  <a:lnTo>
                    <a:pt x="4581406" y="2249563"/>
                  </a:lnTo>
                  <a:lnTo>
                    <a:pt x="4581531" y="2249563"/>
                  </a:lnTo>
                  <a:lnTo>
                    <a:pt x="4581656" y="2249563"/>
                  </a:lnTo>
                  <a:lnTo>
                    <a:pt x="4582031" y="2249563"/>
                  </a:lnTo>
                  <a:lnTo>
                    <a:pt x="4582281" y="2249563"/>
                  </a:lnTo>
                  <a:lnTo>
                    <a:pt x="4582782" y="2249563"/>
                  </a:lnTo>
                  <a:lnTo>
                    <a:pt x="4582907" y="2249563"/>
                  </a:lnTo>
                  <a:lnTo>
                    <a:pt x="4583282" y="2249563"/>
                  </a:lnTo>
                  <a:lnTo>
                    <a:pt x="4583532" y="2249563"/>
                  </a:lnTo>
                  <a:lnTo>
                    <a:pt x="4583782" y="2249563"/>
                  </a:lnTo>
                  <a:lnTo>
                    <a:pt x="4584782" y="2249563"/>
                  </a:lnTo>
                  <a:lnTo>
                    <a:pt x="4584782" y="2239610"/>
                  </a:lnTo>
                  <a:lnTo>
                    <a:pt x="4584907" y="2239610"/>
                  </a:lnTo>
                  <a:lnTo>
                    <a:pt x="4585157" y="2239610"/>
                  </a:lnTo>
                  <a:lnTo>
                    <a:pt x="4585282" y="2239610"/>
                  </a:lnTo>
                  <a:lnTo>
                    <a:pt x="4585532" y="2239610"/>
                  </a:lnTo>
                  <a:lnTo>
                    <a:pt x="4585783" y="2239610"/>
                  </a:lnTo>
                  <a:lnTo>
                    <a:pt x="4585908" y="2239610"/>
                  </a:lnTo>
                  <a:lnTo>
                    <a:pt x="4586283" y="2239610"/>
                  </a:lnTo>
                  <a:lnTo>
                    <a:pt x="4586783" y="2239610"/>
                  </a:lnTo>
                  <a:lnTo>
                    <a:pt x="4586908" y="2239610"/>
                  </a:lnTo>
                  <a:lnTo>
                    <a:pt x="4587283" y="2239610"/>
                  </a:lnTo>
                  <a:lnTo>
                    <a:pt x="4587533" y="2239610"/>
                  </a:lnTo>
                  <a:lnTo>
                    <a:pt x="4587908" y="2239610"/>
                  </a:lnTo>
                  <a:lnTo>
                    <a:pt x="4588408" y="2239610"/>
                  </a:lnTo>
                  <a:lnTo>
                    <a:pt x="4588533" y="2239610"/>
                  </a:lnTo>
                  <a:lnTo>
                    <a:pt x="4588658" y="2239610"/>
                  </a:lnTo>
                  <a:lnTo>
                    <a:pt x="4589034" y="2239610"/>
                  </a:lnTo>
                  <a:lnTo>
                    <a:pt x="4589284" y="2239610"/>
                  </a:lnTo>
                  <a:lnTo>
                    <a:pt x="4589784" y="2239610"/>
                  </a:lnTo>
                  <a:lnTo>
                    <a:pt x="4590159" y="2239610"/>
                  </a:lnTo>
                  <a:lnTo>
                    <a:pt x="4590659" y="2239610"/>
                  </a:lnTo>
                  <a:lnTo>
                    <a:pt x="4591785" y="2239610"/>
                  </a:lnTo>
                  <a:lnTo>
                    <a:pt x="4592160" y="2239610"/>
                  </a:lnTo>
                  <a:lnTo>
                    <a:pt x="4592410" y="2239610"/>
                  </a:lnTo>
                  <a:lnTo>
                    <a:pt x="4592660" y="2239610"/>
                  </a:lnTo>
                  <a:lnTo>
                    <a:pt x="4593160" y="2239610"/>
                  </a:lnTo>
                  <a:lnTo>
                    <a:pt x="4593285" y="2239610"/>
                  </a:lnTo>
                  <a:lnTo>
                    <a:pt x="4593910" y="2239610"/>
                  </a:lnTo>
                  <a:lnTo>
                    <a:pt x="4594911" y="2239610"/>
                  </a:lnTo>
                  <a:lnTo>
                    <a:pt x="4595411" y="2239610"/>
                  </a:lnTo>
                  <a:lnTo>
                    <a:pt x="4595661" y="2239610"/>
                  </a:lnTo>
                  <a:lnTo>
                    <a:pt x="4596036" y="2239610"/>
                  </a:lnTo>
                  <a:lnTo>
                    <a:pt x="4596911" y="2239610"/>
                  </a:lnTo>
                  <a:lnTo>
                    <a:pt x="4597036" y="2239610"/>
                  </a:lnTo>
                  <a:lnTo>
                    <a:pt x="4597286" y="2239610"/>
                  </a:lnTo>
                  <a:lnTo>
                    <a:pt x="4597411" y="2229656"/>
                  </a:lnTo>
                  <a:lnTo>
                    <a:pt x="4597536" y="2229656"/>
                  </a:lnTo>
                  <a:lnTo>
                    <a:pt x="4597661" y="2229656"/>
                  </a:lnTo>
                  <a:lnTo>
                    <a:pt x="4598412" y="2229656"/>
                  </a:lnTo>
                  <a:lnTo>
                    <a:pt x="4598537" y="2229656"/>
                  </a:lnTo>
                  <a:lnTo>
                    <a:pt x="4598662" y="2229656"/>
                  </a:lnTo>
                  <a:lnTo>
                    <a:pt x="4598787" y="2229656"/>
                  </a:lnTo>
                  <a:lnTo>
                    <a:pt x="4598912" y="2229656"/>
                  </a:lnTo>
                  <a:lnTo>
                    <a:pt x="4599037" y="2229656"/>
                  </a:lnTo>
                  <a:lnTo>
                    <a:pt x="4599162" y="2229656"/>
                  </a:lnTo>
                  <a:lnTo>
                    <a:pt x="4599287" y="2229656"/>
                  </a:lnTo>
                  <a:lnTo>
                    <a:pt x="4599412" y="2229656"/>
                  </a:lnTo>
                  <a:lnTo>
                    <a:pt x="4600537" y="2229656"/>
                  </a:lnTo>
                  <a:lnTo>
                    <a:pt x="4600662" y="2229656"/>
                  </a:lnTo>
                  <a:lnTo>
                    <a:pt x="4600788" y="2229656"/>
                  </a:lnTo>
                  <a:lnTo>
                    <a:pt x="4600913" y="2229656"/>
                  </a:lnTo>
                  <a:lnTo>
                    <a:pt x="4601038" y="2229656"/>
                  </a:lnTo>
                  <a:lnTo>
                    <a:pt x="4601163" y="2229656"/>
                  </a:lnTo>
                  <a:lnTo>
                    <a:pt x="4601288" y="2229656"/>
                  </a:lnTo>
                  <a:lnTo>
                    <a:pt x="4601413" y="2229656"/>
                  </a:lnTo>
                  <a:lnTo>
                    <a:pt x="4602413" y="2229656"/>
                  </a:lnTo>
                  <a:lnTo>
                    <a:pt x="4602663" y="2229656"/>
                  </a:lnTo>
                  <a:lnTo>
                    <a:pt x="4602788" y="2229656"/>
                  </a:lnTo>
                  <a:lnTo>
                    <a:pt x="4603163" y="2219702"/>
                  </a:lnTo>
                  <a:lnTo>
                    <a:pt x="4603288" y="2219702"/>
                  </a:lnTo>
                  <a:lnTo>
                    <a:pt x="4603538" y="2219702"/>
                  </a:lnTo>
                  <a:lnTo>
                    <a:pt x="4604414" y="2219702"/>
                  </a:lnTo>
                  <a:lnTo>
                    <a:pt x="4604539" y="2219702"/>
                  </a:lnTo>
                  <a:lnTo>
                    <a:pt x="4604664" y="2219702"/>
                  </a:lnTo>
                  <a:lnTo>
                    <a:pt x="4604914" y="2219702"/>
                  </a:lnTo>
                  <a:lnTo>
                    <a:pt x="4605039" y="2219702"/>
                  </a:lnTo>
                  <a:lnTo>
                    <a:pt x="4605914" y="2219702"/>
                  </a:lnTo>
                  <a:lnTo>
                    <a:pt x="4606915" y="2219702"/>
                  </a:lnTo>
                  <a:lnTo>
                    <a:pt x="4607040" y="2219702"/>
                  </a:lnTo>
                  <a:lnTo>
                    <a:pt x="4607165" y="2219702"/>
                  </a:lnTo>
                  <a:lnTo>
                    <a:pt x="4607415" y="2219702"/>
                  </a:lnTo>
                  <a:lnTo>
                    <a:pt x="4607540" y="2219702"/>
                  </a:lnTo>
                  <a:lnTo>
                    <a:pt x="4608540" y="2219702"/>
                  </a:lnTo>
                  <a:lnTo>
                    <a:pt x="4608665" y="2219702"/>
                  </a:lnTo>
                  <a:lnTo>
                    <a:pt x="4609290" y="2219702"/>
                  </a:lnTo>
                  <a:lnTo>
                    <a:pt x="4610041" y="2219702"/>
                  </a:lnTo>
                  <a:lnTo>
                    <a:pt x="4610166" y="2219702"/>
                  </a:lnTo>
                  <a:lnTo>
                    <a:pt x="4610291" y="2219702"/>
                  </a:lnTo>
                  <a:lnTo>
                    <a:pt x="4611291" y="2219702"/>
                  </a:lnTo>
                  <a:lnTo>
                    <a:pt x="4611416" y="2219702"/>
                  </a:lnTo>
                  <a:lnTo>
                    <a:pt x="4611666" y="2219702"/>
                  </a:lnTo>
                  <a:lnTo>
                    <a:pt x="4611791" y="2219702"/>
                  </a:lnTo>
                  <a:lnTo>
                    <a:pt x="4612166" y="2219702"/>
                  </a:lnTo>
                  <a:lnTo>
                    <a:pt x="4612917" y="2219702"/>
                  </a:lnTo>
                  <a:lnTo>
                    <a:pt x="4613042" y="2219702"/>
                  </a:lnTo>
                  <a:lnTo>
                    <a:pt x="4613167" y="2219702"/>
                  </a:lnTo>
                  <a:lnTo>
                    <a:pt x="4613292" y="2219702"/>
                  </a:lnTo>
                  <a:lnTo>
                    <a:pt x="4613417" y="2219702"/>
                  </a:lnTo>
                  <a:lnTo>
                    <a:pt x="4613542" y="2219702"/>
                  </a:lnTo>
                  <a:lnTo>
                    <a:pt x="4613917" y="2219702"/>
                  </a:lnTo>
                  <a:lnTo>
                    <a:pt x="4615417" y="2219702"/>
                  </a:lnTo>
                  <a:lnTo>
                    <a:pt x="4615793" y="2219702"/>
                  </a:lnTo>
                  <a:lnTo>
                    <a:pt x="4615918" y="2219702"/>
                  </a:lnTo>
                  <a:lnTo>
                    <a:pt x="4616043" y="2219702"/>
                  </a:lnTo>
                  <a:lnTo>
                    <a:pt x="4616418" y="2219702"/>
                  </a:lnTo>
                  <a:lnTo>
                    <a:pt x="4616543" y="2219702"/>
                  </a:lnTo>
                  <a:lnTo>
                    <a:pt x="4616668" y="2219702"/>
                  </a:lnTo>
                  <a:lnTo>
                    <a:pt x="4617168" y="2219702"/>
                  </a:lnTo>
                  <a:lnTo>
                    <a:pt x="4617543" y="2219702"/>
                  </a:lnTo>
                  <a:lnTo>
                    <a:pt x="4617668" y="2219702"/>
                  </a:lnTo>
                  <a:lnTo>
                    <a:pt x="4617793" y="2219702"/>
                  </a:lnTo>
                  <a:lnTo>
                    <a:pt x="4618919" y="2219702"/>
                  </a:lnTo>
                  <a:lnTo>
                    <a:pt x="4619169" y="2219702"/>
                  </a:lnTo>
                  <a:lnTo>
                    <a:pt x="4619294" y="2219702"/>
                  </a:lnTo>
                  <a:lnTo>
                    <a:pt x="4619669" y="2219702"/>
                  </a:lnTo>
                  <a:lnTo>
                    <a:pt x="4619794" y="2219702"/>
                  </a:lnTo>
                  <a:lnTo>
                    <a:pt x="4619919" y="2219702"/>
                  </a:lnTo>
                  <a:lnTo>
                    <a:pt x="4620419" y="2219702"/>
                  </a:lnTo>
                  <a:lnTo>
                    <a:pt x="4620544" y="2219702"/>
                  </a:lnTo>
                  <a:lnTo>
                    <a:pt x="4620794" y="2219702"/>
                  </a:lnTo>
                  <a:lnTo>
                    <a:pt x="4621169" y="2209748"/>
                  </a:lnTo>
                  <a:lnTo>
                    <a:pt x="4621419" y="2209748"/>
                  </a:lnTo>
                  <a:lnTo>
                    <a:pt x="4621795" y="2209748"/>
                  </a:lnTo>
                  <a:lnTo>
                    <a:pt x="4621795" y="2199794"/>
                  </a:lnTo>
                  <a:lnTo>
                    <a:pt x="4621920" y="2199794"/>
                  </a:lnTo>
                  <a:lnTo>
                    <a:pt x="4622045" y="2199794"/>
                  </a:lnTo>
                  <a:lnTo>
                    <a:pt x="4622170" y="2199794"/>
                  </a:lnTo>
                  <a:lnTo>
                    <a:pt x="4622295" y="2199794"/>
                  </a:lnTo>
                  <a:lnTo>
                    <a:pt x="4622795" y="2199794"/>
                  </a:lnTo>
                  <a:lnTo>
                    <a:pt x="4623170" y="2199794"/>
                  </a:lnTo>
                  <a:lnTo>
                    <a:pt x="4623420" y="2199794"/>
                  </a:lnTo>
                  <a:lnTo>
                    <a:pt x="4623670" y="2199794"/>
                  </a:lnTo>
                  <a:lnTo>
                    <a:pt x="4623795" y="2199794"/>
                  </a:lnTo>
                  <a:lnTo>
                    <a:pt x="4624295" y="2199794"/>
                  </a:lnTo>
                  <a:lnTo>
                    <a:pt x="4624545" y="2199794"/>
                  </a:lnTo>
                  <a:lnTo>
                    <a:pt x="4624796" y="2199794"/>
                  </a:lnTo>
                  <a:lnTo>
                    <a:pt x="4624921" y="2199794"/>
                  </a:lnTo>
                  <a:lnTo>
                    <a:pt x="4625546" y="2199794"/>
                  </a:lnTo>
                  <a:lnTo>
                    <a:pt x="4625671" y="2199794"/>
                  </a:lnTo>
                  <a:lnTo>
                    <a:pt x="4625921" y="2199794"/>
                  </a:lnTo>
                  <a:lnTo>
                    <a:pt x="4626046" y="2199794"/>
                  </a:lnTo>
                  <a:lnTo>
                    <a:pt x="4626296" y="2199794"/>
                  </a:lnTo>
                  <a:lnTo>
                    <a:pt x="4626796" y="2199794"/>
                  </a:lnTo>
                  <a:lnTo>
                    <a:pt x="4627046" y="2199794"/>
                  </a:lnTo>
                  <a:lnTo>
                    <a:pt x="4627296" y="2199794"/>
                  </a:lnTo>
                  <a:lnTo>
                    <a:pt x="4627546" y="2199794"/>
                  </a:lnTo>
                  <a:lnTo>
                    <a:pt x="4627672" y="2199794"/>
                  </a:lnTo>
                  <a:lnTo>
                    <a:pt x="4628297" y="2199794"/>
                  </a:lnTo>
                  <a:lnTo>
                    <a:pt x="4629672" y="2199794"/>
                  </a:lnTo>
                  <a:lnTo>
                    <a:pt x="4630297" y="2199794"/>
                  </a:lnTo>
                  <a:lnTo>
                    <a:pt x="4630422" y="2199794"/>
                  </a:lnTo>
                  <a:lnTo>
                    <a:pt x="4630798" y="2199794"/>
                  </a:lnTo>
                  <a:lnTo>
                    <a:pt x="4630923" y="2199794"/>
                  </a:lnTo>
                  <a:lnTo>
                    <a:pt x="4631173" y="2199794"/>
                  </a:lnTo>
                  <a:lnTo>
                    <a:pt x="4631298" y="2199794"/>
                  </a:lnTo>
                  <a:lnTo>
                    <a:pt x="4631548" y="2199794"/>
                  </a:lnTo>
                  <a:lnTo>
                    <a:pt x="4631673" y="2199794"/>
                  </a:lnTo>
                  <a:lnTo>
                    <a:pt x="4632048" y="2199794"/>
                  </a:lnTo>
                  <a:lnTo>
                    <a:pt x="4632298" y="2199794"/>
                  </a:lnTo>
                  <a:lnTo>
                    <a:pt x="4632423" y="2199794"/>
                  </a:lnTo>
                  <a:lnTo>
                    <a:pt x="4632548" y="2199794"/>
                  </a:lnTo>
                  <a:lnTo>
                    <a:pt x="4632923" y="2199794"/>
                  </a:lnTo>
                  <a:lnTo>
                    <a:pt x="4633048" y="2199794"/>
                  </a:lnTo>
                  <a:lnTo>
                    <a:pt x="4633924" y="2199794"/>
                  </a:lnTo>
                  <a:lnTo>
                    <a:pt x="4634049" y="2199794"/>
                  </a:lnTo>
                  <a:lnTo>
                    <a:pt x="4634174" y="2199794"/>
                  </a:lnTo>
                  <a:lnTo>
                    <a:pt x="4634549" y="2199794"/>
                  </a:lnTo>
                  <a:lnTo>
                    <a:pt x="4635174" y="2199794"/>
                  </a:lnTo>
                  <a:lnTo>
                    <a:pt x="4635299" y="2199794"/>
                  </a:lnTo>
                  <a:lnTo>
                    <a:pt x="4635424" y="2199794"/>
                  </a:lnTo>
                  <a:lnTo>
                    <a:pt x="4636049" y="2199794"/>
                  </a:lnTo>
                  <a:lnTo>
                    <a:pt x="4637550" y="2189840"/>
                  </a:lnTo>
                  <a:lnTo>
                    <a:pt x="4637800" y="2189840"/>
                  </a:lnTo>
                  <a:lnTo>
                    <a:pt x="4638050" y="2189840"/>
                  </a:lnTo>
                  <a:lnTo>
                    <a:pt x="4638175" y="2189840"/>
                  </a:lnTo>
                  <a:lnTo>
                    <a:pt x="4638800" y="2189840"/>
                  </a:lnTo>
                  <a:lnTo>
                    <a:pt x="4639050" y="2189840"/>
                  </a:lnTo>
                  <a:lnTo>
                    <a:pt x="4639425" y="2189840"/>
                  </a:lnTo>
                  <a:lnTo>
                    <a:pt x="4639550" y="2189840"/>
                  </a:lnTo>
                  <a:lnTo>
                    <a:pt x="4639676" y="2189840"/>
                  </a:lnTo>
                  <a:lnTo>
                    <a:pt x="4639801" y="2189840"/>
                  </a:lnTo>
                  <a:lnTo>
                    <a:pt x="4640801" y="2189840"/>
                  </a:lnTo>
                  <a:lnTo>
                    <a:pt x="4641301" y="2189840"/>
                  </a:lnTo>
                  <a:lnTo>
                    <a:pt x="4641426" y="2189840"/>
                  </a:lnTo>
                  <a:lnTo>
                    <a:pt x="4641551" y="2189840"/>
                  </a:lnTo>
                  <a:lnTo>
                    <a:pt x="4641801" y="2189840"/>
                  </a:lnTo>
                  <a:lnTo>
                    <a:pt x="4642051" y="2189840"/>
                  </a:lnTo>
                  <a:lnTo>
                    <a:pt x="4642176" y="2189840"/>
                  </a:lnTo>
                  <a:lnTo>
                    <a:pt x="4642426" y="2189840"/>
                  </a:lnTo>
                  <a:lnTo>
                    <a:pt x="4642802" y="2179887"/>
                  </a:lnTo>
                  <a:lnTo>
                    <a:pt x="4643052" y="2179887"/>
                  </a:lnTo>
                  <a:lnTo>
                    <a:pt x="4644052" y="2179887"/>
                  </a:lnTo>
                  <a:lnTo>
                    <a:pt x="4644177" y="2179887"/>
                  </a:lnTo>
                  <a:lnTo>
                    <a:pt x="4644427" y="2179887"/>
                  </a:lnTo>
                  <a:lnTo>
                    <a:pt x="4644677" y="2179887"/>
                  </a:lnTo>
                  <a:lnTo>
                    <a:pt x="4644677" y="2169933"/>
                  </a:lnTo>
                  <a:lnTo>
                    <a:pt x="4644927" y="2169933"/>
                  </a:lnTo>
                  <a:lnTo>
                    <a:pt x="4645552" y="2169933"/>
                  </a:lnTo>
                  <a:lnTo>
                    <a:pt x="4645803" y="2169933"/>
                  </a:lnTo>
                  <a:lnTo>
                    <a:pt x="4645928" y="2169933"/>
                  </a:lnTo>
                  <a:lnTo>
                    <a:pt x="4646053" y="2169933"/>
                  </a:lnTo>
                  <a:lnTo>
                    <a:pt x="4646428" y="2169933"/>
                  </a:lnTo>
                  <a:lnTo>
                    <a:pt x="4646553" y="2169933"/>
                  </a:lnTo>
                  <a:lnTo>
                    <a:pt x="4646928" y="2169933"/>
                  </a:lnTo>
                  <a:lnTo>
                    <a:pt x="4647428" y="2169933"/>
                  </a:lnTo>
                  <a:lnTo>
                    <a:pt x="4647553" y="2169933"/>
                  </a:lnTo>
                  <a:lnTo>
                    <a:pt x="4647803" y="2169933"/>
                  </a:lnTo>
                  <a:lnTo>
                    <a:pt x="4647928" y="2169933"/>
                  </a:lnTo>
                  <a:lnTo>
                    <a:pt x="4648303" y="2169933"/>
                  </a:lnTo>
                  <a:lnTo>
                    <a:pt x="4648428" y="2169933"/>
                  </a:lnTo>
                  <a:lnTo>
                    <a:pt x="4648679" y="2159979"/>
                  </a:lnTo>
                  <a:lnTo>
                    <a:pt x="4648804" y="2159979"/>
                  </a:lnTo>
                  <a:lnTo>
                    <a:pt x="4649179" y="2159979"/>
                  </a:lnTo>
                  <a:lnTo>
                    <a:pt x="4650429" y="2159979"/>
                  </a:lnTo>
                  <a:lnTo>
                    <a:pt x="4650554" y="2159979"/>
                  </a:lnTo>
                  <a:lnTo>
                    <a:pt x="4651054" y="2159979"/>
                  </a:lnTo>
                  <a:lnTo>
                    <a:pt x="4651304" y="2159979"/>
                  </a:lnTo>
                  <a:lnTo>
                    <a:pt x="4651930" y="2159979"/>
                  </a:lnTo>
                  <a:lnTo>
                    <a:pt x="4652180" y="2159979"/>
                  </a:lnTo>
                  <a:lnTo>
                    <a:pt x="4652555" y="2159979"/>
                  </a:lnTo>
                  <a:lnTo>
                    <a:pt x="4652680" y="2159979"/>
                  </a:lnTo>
                  <a:lnTo>
                    <a:pt x="4652930" y="2159979"/>
                  </a:lnTo>
                  <a:lnTo>
                    <a:pt x="4653055" y="2159979"/>
                  </a:lnTo>
                  <a:lnTo>
                    <a:pt x="4653805" y="2159979"/>
                  </a:lnTo>
                  <a:lnTo>
                    <a:pt x="4654055" y="2159979"/>
                  </a:lnTo>
                  <a:lnTo>
                    <a:pt x="4654430" y="2159979"/>
                  </a:lnTo>
                  <a:lnTo>
                    <a:pt x="4654555" y="2159979"/>
                  </a:lnTo>
                  <a:lnTo>
                    <a:pt x="4654931" y="2159979"/>
                  </a:lnTo>
                  <a:lnTo>
                    <a:pt x="4655306" y="2159979"/>
                  </a:lnTo>
                  <a:lnTo>
                    <a:pt x="4655431" y="2159979"/>
                  </a:lnTo>
                  <a:lnTo>
                    <a:pt x="4656181" y="2159979"/>
                  </a:lnTo>
                  <a:lnTo>
                    <a:pt x="4657056" y="2159979"/>
                  </a:lnTo>
                  <a:lnTo>
                    <a:pt x="4657181" y="2150025"/>
                  </a:lnTo>
                  <a:lnTo>
                    <a:pt x="4657431" y="2150025"/>
                  </a:lnTo>
                  <a:lnTo>
                    <a:pt x="4657557" y="2150025"/>
                  </a:lnTo>
                  <a:lnTo>
                    <a:pt x="4657807" y="2150025"/>
                  </a:lnTo>
                  <a:lnTo>
                    <a:pt x="4658057" y="2150025"/>
                  </a:lnTo>
                  <a:lnTo>
                    <a:pt x="4658182" y="2150025"/>
                  </a:lnTo>
                  <a:lnTo>
                    <a:pt x="4658307" y="2150025"/>
                  </a:lnTo>
                  <a:lnTo>
                    <a:pt x="4658557" y="2150025"/>
                  </a:lnTo>
                  <a:lnTo>
                    <a:pt x="4658807" y="2150025"/>
                  </a:lnTo>
                  <a:lnTo>
                    <a:pt x="4660432" y="2150025"/>
                  </a:lnTo>
                  <a:lnTo>
                    <a:pt x="4660558" y="2150025"/>
                  </a:lnTo>
                  <a:lnTo>
                    <a:pt x="4660808" y="2150025"/>
                  </a:lnTo>
                  <a:lnTo>
                    <a:pt x="4661308" y="2150025"/>
                  </a:lnTo>
                  <a:lnTo>
                    <a:pt x="4661433" y="2150025"/>
                  </a:lnTo>
                  <a:lnTo>
                    <a:pt x="4661558" y="2150025"/>
                  </a:lnTo>
                  <a:lnTo>
                    <a:pt x="4661683" y="2150025"/>
                  </a:lnTo>
                  <a:lnTo>
                    <a:pt x="4662058" y="2150025"/>
                  </a:lnTo>
                  <a:lnTo>
                    <a:pt x="4662183" y="2150025"/>
                  </a:lnTo>
                  <a:lnTo>
                    <a:pt x="4663183" y="2150025"/>
                  </a:lnTo>
                  <a:lnTo>
                    <a:pt x="4663308" y="2150025"/>
                  </a:lnTo>
                  <a:lnTo>
                    <a:pt x="4663934" y="2150025"/>
                  </a:lnTo>
                  <a:lnTo>
                    <a:pt x="4664059" y="2150025"/>
                  </a:lnTo>
                  <a:lnTo>
                    <a:pt x="4664309" y="2150025"/>
                  </a:lnTo>
                  <a:lnTo>
                    <a:pt x="4664434" y="2150025"/>
                  </a:lnTo>
                  <a:lnTo>
                    <a:pt x="4664684" y="2150025"/>
                  </a:lnTo>
                  <a:lnTo>
                    <a:pt x="4665184" y="2150025"/>
                  </a:lnTo>
                  <a:lnTo>
                    <a:pt x="4665309" y="2150025"/>
                  </a:lnTo>
                  <a:lnTo>
                    <a:pt x="4665809" y="2150025"/>
                  </a:lnTo>
                  <a:lnTo>
                    <a:pt x="4665934" y="2150025"/>
                  </a:lnTo>
                  <a:lnTo>
                    <a:pt x="4666309" y="2150025"/>
                  </a:lnTo>
                  <a:lnTo>
                    <a:pt x="4666434" y="2150025"/>
                  </a:lnTo>
                  <a:lnTo>
                    <a:pt x="4666685" y="2150025"/>
                  </a:lnTo>
                  <a:lnTo>
                    <a:pt x="4667185" y="2150025"/>
                  </a:lnTo>
                  <a:lnTo>
                    <a:pt x="4667310" y="2150025"/>
                  </a:lnTo>
                  <a:lnTo>
                    <a:pt x="4667560" y="2150025"/>
                  </a:lnTo>
                  <a:lnTo>
                    <a:pt x="4667685" y="2150025"/>
                  </a:lnTo>
                  <a:lnTo>
                    <a:pt x="4667810" y="2150025"/>
                  </a:lnTo>
                  <a:lnTo>
                    <a:pt x="4667935" y="2150025"/>
                  </a:lnTo>
                  <a:lnTo>
                    <a:pt x="4668310" y="2150025"/>
                  </a:lnTo>
                  <a:lnTo>
                    <a:pt x="4668935" y="2150025"/>
                  </a:lnTo>
                  <a:lnTo>
                    <a:pt x="4669060" y="2150025"/>
                  </a:lnTo>
                  <a:lnTo>
                    <a:pt x="4670436" y="2150025"/>
                  </a:lnTo>
                  <a:lnTo>
                    <a:pt x="4670561" y="2150025"/>
                  </a:lnTo>
                  <a:lnTo>
                    <a:pt x="4670811" y="2150025"/>
                  </a:lnTo>
                  <a:lnTo>
                    <a:pt x="4670936" y="2150025"/>
                  </a:lnTo>
                  <a:lnTo>
                    <a:pt x="4671061" y="2150025"/>
                  </a:lnTo>
                  <a:lnTo>
                    <a:pt x="4672061" y="2150025"/>
                  </a:lnTo>
                  <a:lnTo>
                    <a:pt x="4672436" y="2150025"/>
                  </a:lnTo>
                  <a:lnTo>
                    <a:pt x="4672562" y="2150025"/>
                  </a:lnTo>
                  <a:lnTo>
                    <a:pt x="4673062" y="2150025"/>
                  </a:lnTo>
                  <a:lnTo>
                    <a:pt x="4673187" y="2150025"/>
                  </a:lnTo>
                  <a:lnTo>
                    <a:pt x="4673312" y="2150025"/>
                  </a:lnTo>
                  <a:lnTo>
                    <a:pt x="4673437" y="2150025"/>
                  </a:lnTo>
                  <a:lnTo>
                    <a:pt x="4673562" y="2150025"/>
                  </a:lnTo>
                  <a:lnTo>
                    <a:pt x="4673687" y="2140071"/>
                  </a:lnTo>
                  <a:lnTo>
                    <a:pt x="4673812" y="2140071"/>
                  </a:lnTo>
                  <a:lnTo>
                    <a:pt x="4673937" y="2140071"/>
                  </a:lnTo>
                  <a:lnTo>
                    <a:pt x="4674187" y="2140071"/>
                  </a:lnTo>
                  <a:lnTo>
                    <a:pt x="4674812" y="2140071"/>
                  </a:lnTo>
                  <a:lnTo>
                    <a:pt x="4675437" y="2140071"/>
                  </a:lnTo>
                  <a:lnTo>
                    <a:pt x="4675938" y="2140071"/>
                  </a:lnTo>
                  <a:lnTo>
                    <a:pt x="4676063" y="2140071"/>
                  </a:lnTo>
                  <a:lnTo>
                    <a:pt x="4676188" y="2140071"/>
                  </a:lnTo>
                  <a:lnTo>
                    <a:pt x="4676313" y="2140071"/>
                  </a:lnTo>
                  <a:lnTo>
                    <a:pt x="4676438" y="2140071"/>
                  </a:lnTo>
                  <a:lnTo>
                    <a:pt x="4676563" y="2140071"/>
                  </a:lnTo>
                  <a:lnTo>
                    <a:pt x="4677063" y="2140071"/>
                  </a:lnTo>
                  <a:lnTo>
                    <a:pt x="4677813" y="2140071"/>
                  </a:lnTo>
                  <a:lnTo>
                    <a:pt x="4678438" y="2140071"/>
                  </a:lnTo>
                  <a:lnTo>
                    <a:pt x="4678689" y="2140071"/>
                  </a:lnTo>
                  <a:lnTo>
                    <a:pt x="4679064" y="2140071"/>
                  </a:lnTo>
                  <a:lnTo>
                    <a:pt x="4679689" y="2140071"/>
                  </a:lnTo>
                  <a:lnTo>
                    <a:pt x="4679814" y="2140071"/>
                  </a:lnTo>
                  <a:lnTo>
                    <a:pt x="4679939" y="2140071"/>
                  </a:lnTo>
                  <a:lnTo>
                    <a:pt x="4680939" y="2140071"/>
                  </a:lnTo>
                  <a:lnTo>
                    <a:pt x="4681565" y="2140071"/>
                  </a:lnTo>
                  <a:lnTo>
                    <a:pt x="4681815" y="2140071"/>
                  </a:lnTo>
                  <a:lnTo>
                    <a:pt x="4682190" y="2140071"/>
                  </a:lnTo>
                  <a:lnTo>
                    <a:pt x="4682315" y="2140071"/>
                  </a:lnTo>
                  <a:lnTo>
                    <a:pt x="4682440" y="2140071"/>
                  </a:lnTo>
                  <a:lnTo>
                    <a:pt x="4682690" y="2140071"/>
                  </a:lnTo>
                  <a:lnTo>
                    <a:pt x="4682940" y="2140071"/>
                  </a:lnTo>
                  <a:lnTo>
                    <a:pt x="4683190" y="2140071"/>
                  </a:lnTo>
                  <a:lnTo>
                    <a:pt x="4683315" y="2140071"/>
                  </a:lnTo>
                  <a:lnTo>
                    <a:pt x="4683440" y="2140071"/>
                  </a:lnTo>
                  <a:lnTo>
                    <a:pt x="4683815" y="2140071"/>
                  </a:lnTo>
                  <a:lnTo>
                    <a:pt x="4684065" y="2140071"/>
                  </a:lnTo>
                  <a:lnTo>
                    <a:pt x="4684566" y="2140071"/>
                  </a:lnTo>
                  <a:lnTo>
                    <a:pt x="4684941" y="2140071"/>
                  </a:lnTo>
                  <a:lnTo>
                    <a:pt x="4685066" y="2140071"/>
                  </a:lnTo>
                  <a:lnTo>
                    <a:pt x="4685316" y="2140071"/>
                  </a:lnTo>
                  <a:lnTo>
                    <a:pt x="4685566" y="2140071"/>
                  </a:lnTo>
                  <a:lnTo>
                    <a:pt x="4685691" y="2140071"/>
                  </a:lnTo>
                  <a:lnTo>
                    <a:pt x="4685816" y="2140071"/>
                  </a:lnTo>
                  <a:lnTo>
                    <a:pt x="4686066" y="2130118"/>
                  </a:lnTo>
                  <a:lnTo>
                    <a:pt x="4686191" y="2130118"/>
                  </a:lnTo>
                  <a:lnTo>
                    <a:pt x="4686691" y="2130118"/>
                  </a:lnTo>
                  <a:lnTo>
                    <a:pt x="4686816" y="2130118"/>
                  </a:lnTo>
                  <a:lnTo>
                    <a:pt x="4687316" y="2130118"/>
                  </a:lnTo>
                  <a:lnTo>
                    <a:pt x="4687817" y="2130118"/>
                  </a:lnTo>
                  <a:lnTo>
                    <a:pt x="4688317" y="2130118"/>
                  </a:lnTo>
                  <a:lnTo>
                    <a:pt x="4688442" y="2130118"/>
                  </a:lnTo>
                  <a:lnTo>
                    <a:pt x="4689442" y="2120164"/>
                  </a:lnTo>
                  <a:lnTo>
                    <a:pt x="4690192" y="2120164"/>
                  </a:lnTo>
                  <a:lnTo>
                    <a:pt x="4690317" y="2120164"/>
                  </a:lnTo>
                  <a:lnTo>
                    <a:pt x="4690442" y="2120164"/>
                  </a:lnTo>
                  <a:lnTo>
                    <a:pt x="4691068" y="2120164"/>
                  </a:lnTo>
                  <a:lnTo>
                    <a:pt x="4691193" y="2120164"/>
                  </a:lnTo>
                  <a:lnTo>
                    <a:pt x="4691818" y="2120164"/>
                  </a:lnTo>
                  <a:lnTo>
                    <a:pt x="4692443" y="2120164"/>
                  </a:lnTo>
                  <a:lnTo>
                    <a:pt x="4692568" y="2120164"/>
                  </a:lnTo>
                  <a:lnTo>
                    <a:pt x="4693694" y="2120164"/>
                  </a:lnTo>
                  <a:lnTo>
                    <a:pt x="4693819" y="2120164"/>
                  </a:lnTo>
                  <a:lnTo>
                    <a:pt x="4695694" y="2120164"/>
                  </a:lnTo>
                  <a:lnTo>
                    <a:pt x="4695819" y="2120164"/>
                  </a:lnTo>
                  <a:lnTo>
                    <a:pt x="4696069" y="2120164"/>
                  </a:lnTo>
                  <a:lnTo>
                    <a:pt x="4696194" y="2120164"/>
                  </a:lnTo>
                  <a:lnTo>
                    <a:pt x="4696319" y="2120164"/>
                  </a:lnTo>
                  <a:lnTo>
                    <a:pt x="4696570" y="2120164"/>
                  </a:lnTo>
                  <a:lnTo>
                    <a:pt x="4697070" y="2120164"/>
                  </a:lnTo>
                  <a:lnTo>
                    <a:pt x="4697570" y="2120164"/>
                  </a:lnTo>
                  <a:lnTo>
                    <a:pt x="4697695" y="2120164"/>
                  </a:lnTo>
                  <a:lnTo>
                    <a:pt x="4697945" y="2120164"/>
                  </a:lnTo>
                  <a:lnTo>
                    <a:pt x="4698070" y="2120164"/>
                  </a:lnTo>
                  <a:lnTo>
                    <a:pt x="4698695" y="2120164"/>
                  </a:lnTo>
                  <a:lnTo>
                    <a:pt x="4698820" y="2120164"/>
                  </a:lnTo>
                  <a:lnTo>
                    <a:pt x="4699070" y="2120164"/>
                  </a:lnTo>
                  <a:lnTo>
                    <a:pt x="4699195" y="2120164"/>
                  </a:lnTo>
                  <a:lnTo>
                    <a:pt x="4699446" y="2120164"/>
                  </a:lnTo>
                  <a:lnTo>
                    <a:pt x="4699571" y="2120164"/>
                  </a:lnTo>
                  <a:lnTo>
                    <a:pt x="4699696" y="2120164"/>
                  </a:lnTo>
                  <a:lnTo>
                    <a:pt x="4700446" y="2120164"/>
                  </a:lnTo>
                  <a:lnTo>
                    <a:pt x="4700696" y="2120164"/>
                  </a:lnTo>
                  <a:lnTo>
                    <a:pt x="4701571" y="2110210"/>
                  </a:lnTo>
                  <a:lnTo>
                    <a:pt x="4701946" y="2110210"/>
                  </a:lnTo>
                  <a:lnTo>
                    <a:pt x="4702071" y="2110210"/>
                  </a:lnTo>
                  <a:lnTo>
                    <a:pt x="4702196" y="2110210"/>
                  </a:lnTo>
                  <a:lnTo>
                    <a:pt x="4702697" y="2110210"/>
                  </a:lnTo>
                  <a:lnTo>
                    <a:pt x="4702947" y="2110210"/>
                  </a:lnTo>
                  <a:lnTo>
                    <a:pt x="4703322" y="2100256"/>
                  </a:lnTo>
                  <a:lnTo>
                    <a:pt x="4703447" y="2100256"/>
                  </a:lnTo>
                  <a:lnTo>
                    <a:pt x="4703822" y="2100256"/>
                  </a:lnTo>
                  <a:lnTo>
                    <a:pt x="4704197" y="2100256"/>
                  </a:lnTo>
                  <a:lnTo>
                    <a:pt x="4704822" y="2100256"/>
                  </a:lnTo>
                  <a:lnTo>
                    <a:pt x="4705197" y="2100256"/>
                  </a:lnTo>
                  <a:lnTo>
                    <a:pt x="4705573" y="2100256"/>
                  </a:lnTo>
                  <a:lnTo>
                    <a:pt x="4705698" y="2100256"/>
                  </a:lnTo>
                  <a:lnTo>
                    <a:pt x="4705948" y="2100256"/>
                  </a:lnTo>
                  <a:lnTo>
                    <a:pt x="4706573" y="2100256"/>
                  </a:lnTo>
                  <a:lnTo>
                    <a:pt x="4706823" y="2100256"/>
                  </a:lnTo>
                  <a:lnTo>
                    <a:pt x="4707198" y="2100256"/>
                  </a:lnTo>
                  <a:lnTo>
                    <a:pt x="4707573" y="2100256"/>
                  </a:lnTo>
                  <a:lnTo>
                    <a:pt x="4708073" y="2100256"/>
                  </a:lnTo>
                  <a:lnTo>
                    <a:pt x="4708198" y="2100256"/>
                  </a:lnTo>
                  <a:lnTo>
                    <a:pt x="4709824" y="2100256"/>
                  </a:lnTo>
                  <a:lnTo>
                    <a:pt x="4709949" y="2100256"/>
                  </a:lnTo>
                  <a:lnTo>
                    <a:pt x="4710199" y="2100256"/>
                  </a:lnTo>
                  <a:lnTo>
                    <a:pt x="4710449" y="2100256"/>
                  </a:lnTo>
                  <a:lnTo>
                    <a:pt x="4710824" y="2100256"/>
                  </a:lnTo>
                  <a:lnTo>
                    <a:pt x="4711074" y="2100256"/>
                  </a:lnTo>
                  <a:lnTo>
                    <a:pt x="4711324" y="2100256"/>
                  </a:lnTo>
                  <a:lnTo>
                    <a:pt x="4711950" y="2100256"/>
                  </a:lnTo>
                  <a:lnTo>
                    <a:pt x="4712325" y="2100256"/>
                  </a:lnTo>
                  <a:lnTo>
                    <a:pt x="4713325" y="2100256"/>
                  </a:lnTo>
                  <a:lnTo>
                    <a:pt x="4713575" y="2100256"/>
                  </a:lnTo>
                  <a:lnTo>
                    <a:pt x="4713700" y="2100256"/>
                  </a:lnTo>
                  <a:lnTo>
                    <a:pt x="4714075" y="2100256"/>
                  </a:lnTo>
                  <a:lnTo>
                    <a:pt x="4714451" y="2100256"/>
                  </a:lnTo>
                  <a:lnTo>
                    <a:pt x="4714576" y="2100256"/>
                  </a:lnTo>
                  <a:lnTo>
                    <a:pt x="4715826" y="2100256"/>
                  </a:lnTo>
                  <a:lnTo>
                    <a:pt x="4716076" y="2100256"/>
                  </a:lnTo>
                  <a:lnTo>
                    <a:pt x="4716576" y="2100256"/>
                  </a:lnTo>
                  <a:lnTo>
                    <a:pt x="4717577" y="2100256"/>
                  </a:lnTo>
                  <a:lnTo>
                    <a:pt x="4717702" y="2100256"/>
                  </a:lnTo>
                  <a:lnTo>
                    <a:pt x="4717827" y="2100256"/>
                  </a:lnTo>
                  <a:lnTo>
                    <a:pt x="4717952" y="2100256"/>
                  </a:lnTo>
                  <a:lnTo>
                    <a:pt x="4718202" y="2100256"/>
                  </a:lnTo>
                  <a:lnTo>
                    <a:pt x="4718327" y="2100256"/>
                  </a:lnTo>
                  <a:lnTo>
                    <a:pt x="4718452" y="2100256"/>
                  </a:lnTo>
                  <a:lnTo>
                    <a:pt x="4718577" y="2100256"/>
                  </a:lnTo>
                  <a:lnTo>
                    <a:pt x="4718952" y="2100256"/>
                  </a:lnTo>
                  <a:lnTo>
                    <a:pt x="4719202" y="2100256"/>
                  </a:lnTo>
                  <a:lnTo>
                    <a:pt x="4719327" y="2100256"/>
                  </a:lnTo>
                  <a:lnTo>
                    <a:pt x="4719702" y="2100256"/>
                  </a:lnTo>
                  <a:lnTo>
                    <a:pt x="4720327" y="2100256"/>
                  </a:lnTo>
                  <a:lnTo>
                    <a:pt x="4720453" y="2100256"/>
                  </a:lnTo>
                  <a:lnTo>
                    <a:pt x="4720578" y="2100256"/>
                  </a:lnTo>
                  <a:lnTo>
                    <a:pt x="4721953" y="2100256"/>
                  </a:lnTo>
                  <a:lnTo>
                    <a:pt x="4722078" y="2100256"/>
                  </a:lnTo>
                  <a:lnTo>
                    <a:pt x="4722703" y="2090302"/>
                  </a:lnTo>
                  <a:lnTo>
                    <a:pt x="4722953" y="2090302"/>
                  </a:lnTo>
                  <a:lnTo>
                    <a:pt x="4723203" y="2090302"/>
                  </a:lnTo>
                  <a:lnTo>
                    <a:pt x="4723579" y="2090302"/>
                  </a:lnTo>
                  <a:lnTo>
                    <a:pt x="4724079" y="2080348"/>
                  </a:lnTo>
                  <a:lnTo>
                    <a:pt x="4724329" y="2080348"/>
                  </a:lnTo>
                  <a:lnTo>
                    <a:pt x="4724454" y="2080348"/>
                  </a:lnTo>
                  <a:lnTo>
                    <a:pt x="4724579" y="2080348"/>
                  </a:lnTo>
                  <a:lnTo>
                    <a:pt x="4724829" y="2080348"/>
                  </a:lnTo>
                  <a:lnTo>
                    <a:pt x="4725454" y="2080348"/>
                  </a:lnTo>
                  <a:lnTo>
                    <a:pt x="4725954" y="2080348"/>
                  </a:lnTo>
                  <a:lnTo>
                    <a:pt x="4726329" y="2080348"/>
                  </a:lnTo>
                  <a:lnTo>
                    <a:pt x="4727580" y="2080348"/>
                  </a:lnTo>
                  <a:lnTo>
                    <a:pt x="4727705" y="2080348"/>
                  </a:lnTo>
                  <a:lnTo>
                    <a:pt x="4727830" y="2080348"/>
                  </a:lnTo>
                  <a:lnTo>
                    <a:pt x="4728205" y="2080348"/>
                  </a:lnTo>
                  <a:lnTo>
                    <a:pt x="4728455" y="2080348"/>
                  </a:lnTo>
                  <a:lnTo>
                    <a:pt x="4728955" y="2080348"/>
                  </a:lnTo>
                  <a:lnTo>
                    <a:pt x="4729080" y="2080348"/>
                  </a:lnTo>
                  <a:lnTo>
                    <a:pt x="4729205" y="2080348"/>
                  </a:lnTo>
                  <a:lnTo>
                    <a:pt x="4730081" y="2080348"/>
                  </a:lnTo>
                  <a:lnTo>
                    <a:pt x="4730206" y="2080348"/>
                  </a:lnTo>
                  <a:lnTo>
                    <a:pt x="4730706" y="2080348"/>
                  </a:lnTo>
                  <a:lnTo>
                    <a:pt x="4730831" y="2080348"/>
                  </a:lnTo>
                  <a:lnTo>
                    <a:pt x="4730956" y="2080348"/>
                  </a:lnTo>
                  <a:lnTo>
                    <a:pt x="4731206" y="2080348"/>
                  </a:lnTo>
                  <a:lnTo>
                    <a:pt x="4731456" y="2080348"/>
                  </a:lnTo>
                  <a:lnTo>
                    <a:pt x="4731581" y="2080348"/>
                  </a:lnTo>
                  <a:lnTo>
                    <a:pt x="4731706" y="2080348"/>
                  </a:lnTo>
                  <a:lnTo>
                    <a:pt x="4732582" y="2080348"/>
                  </a:lnTo>
                  <a:lnTo>
                    <a:pt x="4732707" y="2080348"/>
                  </a:lnTo>
                  <a:lnTo>
                    <a:pt x="4732832" y="2080348"/>
                  </a:lnTo>
                  <a:lnTo>
                    <a:pt x="4732957" y="2080348"/>
                  </a:lnTo>
                  <a:lnTo>
                    <a:pt x="4733082" y="2080348"/>
                  </a:lnTo>
                  <a:lnTo>
                    <a:pt x="4733207" y="2080348"/>
                  </a:lnTo>
                  <a:lnTo>
                    <a:pt x="4733332" y="2080348"/>
                  </a:lnTo>
                  <a:lnTo>
                    <a:pt x="4733707" y="2080348"/>
                  </a:lnTo>
                  <a:lnTo>
                    <a:pt x="4734957" y="2080348"/>
                  </a:lnTo>
                  <a:lnTo>
                    <a:pt x="4735082" y="2080348"/>
                  </a:lnTo>
                  <a:lnTo>
                    <a:pt x="4735207" y="2080348"/>
                  </a:lnTo>
                  <a:lnTo>
                    <a:pt x="4735333" y="2080348"/>
                  </a:lnTo>
                  <a:lnTo>
                    <a:pt x="4735458" y="2080348"/>
                  </a:lnTo>
                  <a:lnTo>
                    <a:pt x="4735583" y="2080348"/>
                  </a:lnTo>
                  <a:lnTo>
                    <a:pt x="4735958" y="2080348"/>
                  </a:lnTo>
                  <a:lnTo>
                    <a:pt x="4736708" y="2080348"/>
                  </a:lnTo>
                  <a:lnTo>
                    <a:pt x="4736833" y="2080348"/>
                  </a:lnTo>
                  <a:lnTo>
                    <a:pt x="4737083" y="2080348"/>
                  </a:lnTo>
                  <a:lnTo>
                    <a:pt x="4737708" y="2080348"/>
                  </a:lnTo>
                  <a:lnTo>
                    <a:pt x="4737833" y="2080348"/>
                  </a:lnTo>
                  <a:lnTo>
                    <a:pt x="4737958" y="2080348"/>
                  </a:lnTo>
                  <a:lnTo>
                    <a:pt x="4738208" y="2080348"/>
                  </a:lnTo>
                  <a:lnTo>
                    <a:pt x="4738584" y="2080348"/>
                  </a:lnTo>
                  <a:lnTo>
                    <a:pt x="4738959" y="2080348"/>
                  </a:lnTo>
                  <a:lnTo>
                    <a:pt x="4739334" y="2070395"/>
                  </a:lnTo>
                  <a:lnTo>
                    <a:pt x="4739459" y="2070395"/>
                  </a:lnTo>
                  <a:lnTo>
                    <a:pt x="4739834" y="2070395"/>
                  </a:lnTo>
                  <a:lnTo>
                    <a:pt x="4739959" y="2070395"/>
                  </a:lnTo>
                  <a:lnTo>
                    <a:pt x="4740084" y="2070395"/>
                  </a:lnTo>
                  <a:lnTo>
                    <a:pt x="4740334" y="2070395"/>
                  </a:lnTo>
                  <a:lnTo>
                    <a:pt x="4740459" y="2070395"/>
                  </a:lnTo>
                  <a:lnTo>
                    <a:pt x="4740709" y="2070395"/>
                  </a:lnTo>
                  <a:lnTo>
                    <a:pt x="4740959" y="2070395"/>
                  </a:lnTo>
                  <a:lnTo>
                    <a:pt x="4741084" y="2070395"/>
                  </a:lnTo>
                  <a:lnTo>
                    <a:pt x="4741335" y="2070395"/>
                  </a:lnTo>
                  <a:lnTo>
                    <a:pt x="4742585" y="2070395"/>
                  </a:lnTo>
                  <a:lnTo>
                    <a:pt x="4742710" y="2070395"/>
                  </a:lnTo>
                  <a:lnTo>
                    <a:pt x="4743210" y="2070395"/>
                  </a:lnTo>
                  <a:lnTo>
                    <a:pt x="4743585" y="2070395"/>
                  </a:lnTo>
                  <a:lnTo>
                    <a:pt x="4744210" y="2070395"/>
                  </a:lnTo>
                  <a:lnTo>
                    <a:pt x="4744461" y="2070395"/>
                  </a:lnTo>
                  <a:lnTo>
                    <a:pt x="4744961" y="2070395"/>
                  </a:lnTo>
                  <a:lnTo>
                    <a:pt x="4745086" y="2070395"/>
                  </a:lnTo>
                  <a:lnTo>
                    <a:pt x="4745211" y="2070395"/>
                  </a:lnTo>
                  <a:lnTo>
                    <a:pt x="4745461" y="2070395"/>
                  </a:lnTo>
                  <a:lnTo>
                    <a:pt x="4747462" y="2070395"/>
                  </a:lnTo>
                  <a:lnTo>
                    <a:pt x="4747712" y="2070395"/>
                  </a:lnTo>
                  <a:lnTo>
                    <a:pt x="4747837" y="2070395"/>
                  </a:lnTo>
                  <a:lnTo>
                    <a:pt x="4748337" y="2070395"/>
                  </a:lnTo>
                  <a:lnTo>
                    <a:pt x="4748712" y="2070395"/>
                  </a:lnTo>
                  <a:lnTo>
                    <a:pt x="4748962" y="2070395"/>
                  </a:lnTo>
                  <a:lnTo>
                    <a:pt x="4749087" y="2070395"/>
                  </a:lnTo>
                  <a:lnTo>
                    <a:pt x="4749212" y="2070395"/>
                  </a:lnTo>
                  <a:lnTo>
                    <a:pt x="4749337" y="2070395"/>
                  </a:lnTo>
                  <a:lnTo>
                    <a:pt x="4749587" y="2070395"/>
                  </a:lnTo>
                  <a:lnTo>
                    <a:pt x="4749962" y="2070395"/>
                  </a:lnTo>
                  <a:lnTo>
                    <a:pt x="4750463" y="2070395"/>
                  </a:lnTo>
                  <a:lnTo>
                    <a:pt x="4750588" y="2070395"/>
                  </a:lnTo>
                  <a:lnTo>
                    <a:pt x="4750963" y="2070395"/>
                  </a:lnTo>
                  <a:lnTo>
                    <a:pt x="4751213" y="2070395"/>
                  </a:lnTo>
                  <a:lnTo>
                    <a:pt x="4751338" y="2070395"/>
                  </a:lnTo>
                  <a:lnTo>
                    <a:pt x="4752088" y="2070395"/>
                  </a:lnTo>
                  <a:lnTo>
                    <a:pt x="4752213" y="2070395"/>
                  </a:lnTo>
                  <a:lnTo>
                    <a:pt x="4752338" y="2070395"/>
                  </a:lnTo>
                  <a:lnTo>
                    <a:pt x="4752588" y="2070395"/>
                  </a:lnTo>
                  <a:lnTo>
                    <a:pt x="4752713" y="2070395"/>
                  </a:lnTo>
                  <a:lnTo>
                    <a:pt x="4753339" y="2070395"/>
                  </a:lnTo>
                  <a:lnTo>
                    <a:pt x="4753589" y="2070395"/>
                  </a:lnTo>
                  <a:lnTo>
                    <a:pt x="4753714" y="2070395"/>
                  </a:lnTo>
                  <a:lnTo>
                    <a:pt x="4753839" y="2070395"/>
                  </a:lnTo>
                  <a:lnTo>
                    <a:pt x="4754089" y="2070395"/>
                  </a:lnTo>
                  <a:lnTo>
                    <a:pt x="4754214" y="2070395"/>
                  </a:lnTo>
                  <a:lnTo>
                    <a:pt x="4754589" y="2070395"/>
                  </a:lnTo>
                  <a:lnTo>
                    <a:pt x="4755339" y="2070395"/>
                  </a:lnTo>
                  <a:lnTo>
                    <a:pt x="4755839" y="2070395"/>
                  </a:lnTo>
                  <a:lnTo>
                    <a:pt x="4755964" y="2070395"/>
                  </a:lnTo>
                  <a:lnTo>
                    <a:pt x="4756089" y="2070395"/>
                  </a:lnTo>
                  <a:lnTo>
                    <a:pt x="4756965" y="2070395"/>
                  </a:lnTo>
                  <a:lnTo>
                    <a:pt x="4757215" y="2070395"/>
                  </a:lnTo>
                  <a:lnTo>
                    <a:pt x="4758090" y="2070395"/>
                  </a:lnTo>
                  <a:lnTo>
                    <a:pt x="4758215" y="2070395"/>
                  </a:lnTo>
                  <a:lnTo>
                    <a:pt x="4758340" y="2070395"/>
                  </a:lnTo>
                  <a:lnTo>
                    <a:pt x="4758465" y="2070395"/>
                  </a:lnTo>
                  <a:lnTo>
                    <a:pt x="4758590" y="2070395"/>
                  </a:lnTo>
                  <a:lnTo>
                    <a:pt x="4758965" y="2070395"/>
                  </a:lnTo>
                  <a:lnTo>
                    <a:pt x="4759090" y="2070395"/>
                  </a:lnTo>
                  <a:lnTo>
                    <a:pt x="4759215" y="2070395"/>
                  </a:lnTo>
                  <a:lnTo>
                    <a:pt x="4760216" y="2070395"/>
                  </a:lnTo>
                  <a:lnTo>
                    <a:pt x="4760341" y="2070395"/>
                  </a:lnTo>
                  <a:lnTo>
                    <a:pt x="4760591" y="2070395"/>
                  </a:lnTo>
                  <a:lnTo>
                    <a:pt x="4761216" y="2070395"/>
                  </a:lnTo>
                  <a:lnTo>
                    <a:pt x="4761341" y="2070395"/>
                  </a:lnTo>
                  <a:lnTo>
                    <a:pt x="4761466" y="2070395"/>
                  </a:lnTo>
                  <a:lnTo>
                    <a:pt x="4761841" y="2070395"/>
                  </a:lnTo>
                  <a:lnTo>
                    <a:pt x="4762091" y="2070395"/>
                  </a:lnTo>
                  <a:lnTo>
                    <a:pt x="4763467" y="2070395"/>
                  </a:lnTo>
                  <a:lnTo>
                    <a:pt x="4763842" y="2070395"/>
                  </a:lnTo>
                  <a:lnTo>
                    <a:pt x="4764092" y="2070395"/>
                  </a:lnTo>
                  <a:lnTo>
                    <a:pt x="4764217" y="2070395"/>
                  </a:lnTo>
                  <a:lnTo>
                    <a:pt x="4764342" y="2070395"/>
                  </a:lnTo>
                  <a:lnTo>
                    <a:pt x="4764467" y="2070395"/>
                  </a:lnTo>
                  <a:lnTo>
                    <a:pt x="4764717" y="2070395"/>
                  </a:lnTo>
                  <a:lnTo>
                    <a:pt x="4764842" y="2070395"/>
                  </a:lnTo>
                  <a:lnTo>
                    <a:pt x="4764967" y="2070395"/>
                  </a:lnTo>
                  <a:lnTo>
                    <a:pt x="4765217" y="2070395"/>
                  </a:lnTo>
                  <a:lnTo>
                    <a:pt x="4765843" y="2070395"/>
                  </a:lnTo>
                  <a:lnTo>
                    <a:pt x="4765968" y="2070395"/>
                  </a:lnTo>
                  <a:lnTo>
                    <a:pt x="4766093" y="2070395"/>
                  </a:lnTo>
                  <a:lnTo>
                    <a:pt x="4766218" y="2070395"/>
                  </a:lnTo>
                  <a:lnTo>
                    <a:pt x="4766468" y="2070395"/>
                  </a:lnTo>
                  <a:lnTo>
                    <a:pt x="4766593" y="2070395"/>
                  </a:lnTo>
                  <a:lnTo>
                    <a:pt x="4767218" y="2070395"/>
                  </a:lnTo>
                  <a:lnTo>
                    <a:pt x="4767593" y="2070395"/>
                  </a:lnTo>
                  <a:lnTo>
                    <a:pt x="4767843" y="2070395"/>
                  </a:lnTo>
                  <a:lnTo>
                    <a:pt x="4768093" y="2070395"/>
                  </a:lnTo>
                  <a:lnTo>
                    <a:pt x="4769094" y="2070395"/>
                  </a:lnTo>
                  <a:lnTo>
                    <a:pt x="4769344" y="2070395"/>
                  </a:lnTo>
                  <a:lnTo>
                    <a:pt x="4769469" y="2070395"/>
                  </a:lnTo>
                  <a:lnTo>
                    <a:pt x="4769719" y="2070395"/>
                  </a:lnTo>
                  <a:lnTo>
                    <a:pt x="4769844" y="2070395"/>
                  </a:lnTo>
                  <a:lnTo>
                    <a:pt x="4769969" y="2070395"/>
                  </a:lnTo>
                  <a:lnTo>
                    <a:pt x="4770219" y="2070395"/>
                  </a:lnTo>
                  <a:lnTo>
                    <a:pt x="4770344" y="2070395"/>
                  </a:lnTo>
                  <a:lnTo>
                    <a:pt x="4770469" y="2070395"/>
                  </a:lnTo>
                  <a:lnTo>
                    <a:pt x="4770969" y="2070395"/>
                  </a:lnTo>
                  <a:lnTo>
                    <a:pt x="4771345" y="2070395"/>
                  </a:lnTo>
                  <a:lnTo>
                    <a:pt x="4771720" y="2070395"/>
                  </a:lnTo>
                  <a:lnTo>
                    <a:pt x="4771845" y="2070395"/>
                  </a:lnTo>
                  <a:lnTo>
                    <a:pt x="4772095" y="2070395"/>
                  </a:lnTo>
                  <a:lnTo>
                    <a:pt x="4772470" y="2070395"/>
                  </a:lnTo>
                  <a:lnTo>
                    <a:pt x="4772595" y="2070395"/>
                  </a:lnTo>
                  <a:lnTo>
                    <a:pt x="4773095" y="2070395"/>
                  </a:lnTo>
                  <a:lnTo>
                    <a:pt x="4773845" y="2070395"/>
                  </a:lnTo>
                  <a:lnTo>
                    <a:pt x="4774095" y="2070395"/>
                  </a:lnTo>
                  <a:lnTo>
                    <a:pt x="4776596" y="2060441"/>
                  </a:lnTo>
                  <a:lnTo>
                    <a:pt x="4777096" y="2060441"/>
                  </a:lnTo>
                  <a:lnTo>
                    <a:pt x="4777222" y="2060441"/>
                  </a:lnTo>
                  <a:lnTo>
                    <a:pt x="4777347" y="2060441"/>
                  </a:lnTo>
                  <a:lnTo>
                    <a:pt x="4777472" y="2060441"/>
                  </a:lnTo>
                  <a:lnTo>
                    <a:pt x="4777847" y="2050487"/>
                  </a:lnTo>
                  <a:lnTo>
                    <a:pt x="4777972" y="2050487"/>
                  </a:lnTo>
                  <a:lnTo>
                    <a:pt x="4778222" y="2050487"/>
                  </a:lnTo>
                  <a:lnTo>
                    <a:pt x="4778597" y="2050487"/>
                  </a:lnTo>
                  <a:lnTo>
                    <a:pt x="4778722" y="2050487"/>
                  </a:lnTo>
                  <a:lnTo>
                    <a:pt x="4778972" y="2050487"/>
                  </a:lnTo>
                  <a:lnTo>
                    <a:pt x="4779097" y="2050487"/>
                  </a:lnTo>
                  <a:lnTo>
                    <a:pt x="4779222" y="2050487"/>
                  </a:lnTo>
                  <a:lnTo>
                    <a:pt x="4779347" y="2050487"/>
                  </a:lnTo>
                  <a:lnTo>
                    <a:pt x="4779472" y="2050487"/>
                  </a:lnTo>
                  <a:lnTo>
                    <a:pt x="4779597" y="2050487"/>
                  </a:lnTo>
                  <a:lnTo>
                    <a:pt x="4780723" y="2050487"/>
                  </a:lnTo>
                  <a:lnTo>
                    <a:pt x="4781098" y="2050487"/>
                  </a:lnTo>
                  <a:lnTo>
                    <a:pt x="4781348" y="2050487"/>
                  </a:lnTo>
                  <a:lnTo>
                    <a:pt x="4781473" y="2050487"/>
                  </a:lnTo>
                  <a:lnTo>
                    <a:pt x="4781973" y="2040533"/>
                  </a:lnTo>
                  <a:lnTo>
                    <a:pt x="4782223" y="2040533"/>
                  </a:lnTo>
                  <a:lnTo>
                    <a:pt x="4782848" y="2040533"/>
                  </a:lnTo>
                  <a:lnTo>
                    <a:pt x="4783098" y="2040533"/>
                  </a:lnTo>
                  <a:lnTo>
                    <a:pt x="4783724" y="2040533"/>
                  </a:lnTo>
                  <a:lnTo>
                    <a:pt x="4783849" y="2040533"/>
                  </a:lnTo>
                  <a:lnTo>
                    <a:pt x="4784224" y="2040533"/>
                  </a:lnTo>
                  <a:lnTo>
                    <a:pt x="4784474" y="2040533"/>
                  </a:lnTo>
                  <a:lnTo>
                    <a:pt x="4784599" y="2040533"/>
                  </a:lnTo>
                  <a:lnTo>
                    <a:pt x="4785099" y="2040533"/>
                  </a:lnTo>
                  <a:lnTo>
                    <a:pt x="4785224" y="2040533"/>
                  </a:lnTo>
                  <a:lnTo>
                    <a:pt x="4785599" y="2040533"/>
                  </a:lnTo>
                  <a:lnTo>
                    <a:pt x="4785849" y="2040533"/>
                  </a:lnTo>
                  <a:lnTo>
                    <a:pt x="4786099" y="2040533"/>
                  </a:lnTo>
                  <a:lnTo>
                    <a:pt x="4786225" y="2040533"/>
                  </a:lnTo>
                  <a:lnTo>
                    <a:pt x="4786475" y="2040533"/>
                  </a:lnTo>
                  <a:lnTo>
                    <a:pt x="4786850" y="2040533"/>
                  </a:lnTo>
                  <a:lnTo>
                    <a:pt x="4786975" y="2040533"/>
                  </a:lnTo>
                  <a:lnTo>
                    <a:pt x="4787100" y="2040533"/>
                  </a:lnTo>
                  <a:lnTo>
                    <a:pt x="4787225" y="2040533"/>
                  </a:lnTo>
                  <a:lnTo>
                    <a:pt x="4787350" y="2040533"/>
                  </a:lnTo>
                  <a:lnTo>
                    <a:pt x="4787600" y="2030579"/>
                  </a:lnTo>
                  <a:lnTo>
                    <a:pt x="4787725" y="2030579"/>
                  </a:lnTo>
                  <a:lnTo>
                    <a:pt x="4788100" y="2030579"/>
                  </a:lnTo>
                  <a:lnTo>
                    <a:pt x="4788725" y="2030579"/>
                  </a:lnTo>
                  <a:lnTo>
                    <a:pt x="4788850" y="2030579"/>
                  </a:lnTo>
                  <a:lnTo>
                    <a:pt x="4789476" y="2030579"/>
                  </a:lnTo>
                  <a:lnTo>
                    <a:pt x="4790601" y="2030579"/>
                  </a:lnTo>
                  <a:lnTo>
                    <a:pt x="4790976" y="2030579"/>
                  </a:lnTo>
                  <a:lnTo>
                    <a:pt x="4791476" y="2020625"/>
                  </a:lnTo>
                  <a:lnTo>
                    <a:pt x="4791601" y="2020625"/>
                  </a:lnTo>
                  <a:lnTo>
                    <a:pt x="4791726" y="2020625"/>
                  </a:lnTo>
                  <a:lnTo>
                    <a:pt x="4791976" y="2020625"/>
                  </a:lnTo>
                  <a:lnTo>
                    <a:pt x="4792101" y="2020625"/>
                  </a:lnTo>
                  <a:lnTo>
                    <a:pt x="4792227" y="2020625"/>
                  </a:lnTo>
                  <a:lnTo>
                    <a:pt x="4792352" y="2020625"/>
                  </a:lnTo>
                  <a:lnTo>
                    <a:pt x="4792477" y="2020625"/>
                  </a:lnTo>
                  <a:lnTo>
                    <a:pt x="4792977" y="2020625"/>
                  </a:lnTo>
                  <a:lnTo>
                    <a:pt x="4793602" y="2020625"/>
                  </a:lnTo>
                  <a:lnTo>
                    <a:pt x="4793727" y="2020625"/>
                  </a:lnTo>
                  <a:lnTo>
                    <a:pt x="4794227" y="2020625"/>
                  </a:lnTo>
                  <a:lnTo>
                    <a:pt x="4794352" y="2020625"/>
                  </a:lnTo>
                  <a:lnTo>
                    <a:pt x="4794602" y="2020625"/>
                  </a:lnTo>
                  <a:lnTo>
                    <a:pt x="4795478" y="2020625"/>
                  </a:lnTo>
                  <a:lnTo>
                    <a:pt x="4795603" y="2020625"/>
                  </a:lnTo>
                  <a:lnTo>
                    <a:pt x="4795978" y="2020625"/>
                  </a:lnTo>
                  <a:lnTo>
                    <a:pt x="4796728" y="2020625"/>
                  </a:lnTo>
                  <a:lnTo>
                    <a:pt x="4796853" y="2020625"/>
                  </a:lnTo>
                  <a:lnTo>
                    <a:pt x="4797228" y="2020625"/>
                  </a:lnTo>
                  <a:lnTo>
                    <a:pt x="4797353" y="2020625"/>
                  </a:lnTo>
                  <a:lnTo>
                    <a:pt x="4798479" y="2020625"/>
                  </a:lnTo>
                  <a:lnTo>
                    <a:pt x="4798604" y="2020625"/>
                  </a:lnTo>
                  <a:lnTo>
                    <a:pt x="4798854" y="2020625"/>
                  </a:lnTo>
                  <a:lnTo>
                    <a:pt x="4798979" y="2020625"/>
                  </a:lnTo>
                  <a:lnTo>
                    <a:pt x="4799104" y="2020625"/>
                  </a:lnTo>
                  <a:lnTo>
                    <a:pt x="4799479" y="2020625"/>
                  </a:lnTo>
                  <a:lnTo>
                    <a:pt x="4799604" y="2020625"/>
                  </a:lnTo>
                  <a:lnTo>
                    <a:pt x="4799729" y="2020625"/>
                  </a:lnTo>
                  <a:lnTo>
                    <a:pt x="4800104" y="2020625"/>
                  </a:lnTo>
                  <a:lnTo>
                    <a:pt x="4800229" y="2020625"/>
                  </a:lnTo>
                  <a:lnTo>
                    <a:pt x="4801104" y="2020625"/>
                  </a:lnTo>
                  <a:lnTo>
                    <a:pt x="4801230" y="2020625"/>
                  </a:lnTo>
                  <a:lnTo>
                    <a:pt x="4801355" y="2020625"/>
                  </a:lnTo>
                  <a:lnTo>
                    <a:pt x="4802730" y="2020625"/>
                  </a:lnTo>
                  <a:lnTo>
                    <a:pt x="4802855" y="2020625"/>
                  </a:lnTo>
                  <a:lnTo>
                    <a:pt x="4803105" y="2020625"/>
                  </a:lnTo>
                  <a:lnTo>
                    <a:pt x="4803480" y="2010672"/>
                  </a:lnTo>
                  <a:lnTo>
                    <a:pt x="4803605" y="2010672"/>
                  </a:lnTo>
                  <a:lnTo>
                    <a:pt x="4803980" y="2010672"/>
                  </a:lnTo>
                  <a:lnTo>
                    <a:pt x="4804231" y="2010672"/>
                  </a:lnTo>
                  <a:lnTo>
                    <a:pt x="4804356" y="2010672"/>
                  </a:lnTo>
                  <a:lnTo>
                    <a:pt x="4804481" y="2010672"/>
                  </a:lnTo>
                  <a:lnTo>
                    <a:pt x="4804606" y="2010672"/>
                  </a:lnTo>
                  <a:lnTo>
                    <a:pt x="4804731" y="2010672"/>
                  </a:lnTo>
                  <a:lnTo>
                    <a:pt x="4804856" y="2010672"/>
                  </a:lnTo>
                  <a:lnTo>
                    <a:pt x="4804981" y="2010672"/>
                  </a:lnTo>
                  <a:lnTo>
                    <a:pt x="4805481" y="2000718"/>
                  </a:lnTo>
                  <a:lnTo>
                    <a:pt x="4805731" y="2000718"/>
                  </a:lnTo>
                  <a:lnTo>
                    <a:pt x="4805981" y="2000718"/>
                  </a:lnTo>
                  <a:lnTo>
                    <a:pt x="4806106" y="2000718"/>
                  </a:lnTo>
                  <a:lnTo>
                    <a:pt x="4806231" y="2000718"/>
                  </a:lnTo>
                  <a:lnTo>
                    <a:pt x="4806481" y="2000718"/>
                  </a:lnTo>
                  <a:lnTo>
                    <a:pt x="4806606" y="2000718"/>
                  </a:lnTo>
                  <a:lnTo>
                    <a:pt x="4807232" y="2000718"/>
                  </a:lnTo>
                  <a:lnTo>
                    <a:pt x="4809357" y="1990764"/>
                  </a:lnTo>
                  <a:lnTo>
                    <a:pt x="4809607" y="1990764"/>
                  </a:lnTo>
                  <a:lnTo>
                    <a:pt x="4809732" y="1990764"/>
                  </a:lnTo>
                  <a:lnTo>
                    <a:pt x="4809857" y="1990764"/>
                  </a:lnTo>
                  <a:lnTo>
                    <a:pt x="4809982" y="1990764"/>
                  </a:lnTo>
                  <a:lnTo>
                    <a:pt x="4810107" y="1990764"/>
                  </a:lnTo>
                  <a:lnTo>
                    <a:pt x="4810233" y="1990764"/>
                  </a:lnTo>
                  <a:lnTo>
                    <a:pt x="4810483" y="1990764"/>
                  </a:lnTo>
                  <a:lnTo>
                    <a:pt x="4810733" y="1990764"/>
                  </a:lnTo>
                  <a:lnTo>
                    <a:pt x="4810858" y="1990764"/>
                  </a:lnTo>
                  <a:lnTo>
                    <a:pt x="4811358" y="1990764"/>
                  </a:lnTo>
                  <a:lnTo>
                    <a:pt x="4811483" y="1990764"/>
                  </a:lnTo>
                  <a:lnTo>
                    <a:pt x="4811608" y="1990764"/>
                  </a:lnTo>
                  <a:lnTo>
                    <a:pt x="4811983" y="1990764"/>
                  </a:lnTo>
                  <a:lnTo>
                    <a:pt x="4812858" y="1990764"/>
                  </a:lnTo>
                  <a:lnTo>
                    <a:pt x="4813609" y="1990764"/>
                  </a:lnTo>
                  <a:lnTo>
                    <a:pt x="4813734" y="1990764"/>
                  </a:lnTo>
                  <a:lnTo>
                    <a:pt x="4813984" y="1990764"/>
                  </a:lnTo>
                  <a:lnTo>
                    <a:pt x="4814234" y="1990764"/>
                  </a:lnTo>
                  <a:lnTo>
                    <a:pt x="4814359" y="1990764"/>
                  </a:lnTo>
                  <a:lnTo>
                    <a:pt x="4814734" y="1990764"/>
                  </a:lnTo>
                  <a:lnTo>
                    <a:pt x="4814859" y="1990764"/>
                  </a:lnTo>
                  <a:lnTo>
                    <a:pt x="4815609" y="1990764"/>
                  </a:lnTo>
                  <a:lnTo>
                    <a:pt x="4815984" y="1990764"/>
                  </a:lnTo>
                  <a:lnTo>
                    <a:pt x="4816610" y="1990764"/>
                  </a:lnTo>
                  <a:lnTo>
                    <a:pt x="4817235" y="1990764"/>
                  </a:lnTo>
                  <a:lnTo>
                    <a:pt x="4817860" y="1990764"/>
                  </a:lnTo>
                  <a:lnTo>
                    <a:pt x="4817985" y="1990764"/>
                  </a:lnTo>
                  <a:lnTo>
                    <a:pt x="4818110" y="1990764"/>
                  </a:lnTo>
                  <a:lnTo>
                    <a:pt x="4818235" y="1990764"/>
                  </a:lnTo>
                  <a:lnTo>
                    <a:pt x="4818360" y="1990764"/>
                  </a:lnTo>
                  <a:lnTo>
                    <a:pt x="4819111" y="1990764"/>
                  </a:lnTo>
                  <a:lnTo>
                    <a:pt x="4819611" y="1990764"/>
                  </a:lnTo>
                  <a:lnTo>
                    <a:pt x="4819736" y="1990764"/>
                  </a:lnTo>
                  <a:lnTo>
                    <a:pt x="4819861" y="1990764"/>
                  </a:lnTo>
                  <a:lnTo>
                    <a:pt x="4819986" y="1990764"/>
                  </a:lnTo>
                  <a:lnTo>
                    <a:pt x="4820361" y="1990764"/>
                  </a:lnTo>
                  <a:lnTo>
                    <a:pt x="4820986" y="1990764"/>
                  </a:lnTo>
                  <a:lnTo>
                    <a:pt x="4821236" y="1990764"/>
                  </a:lnTo>
                  <a:lnTo>
                    <a:pt x="4821486" y="1980810"/>
                  </a:lnTo>
                  <a:lnTo>
                    <a:pt x="4821611" y="1980810"/>
                  </a:lnTo>
                  <a:lnTo>
                    <a:pt x="4821986" y="1980810"/>
                  </a:lnTo>
                  <a:lnTo>
                    <a:pt x="4822237" y="1980810"/>
                  </a:lnTo>
                  <a:lnTo>
                    <a:pt x="4822362" y="1980810"/>
                  </a:lnTo>
                  <a:lnTo>
                    <a:pt x="4823237" y="1980810"/>
                  </a:lnTo>
                  <a:lnTo>
                    <a:pt x="4823487" y="1970856"/>
                  </a:lnTo>
                  <a:lnTo>
                    <a:pt x="4823612" y="1970856"/>
                  </a:lnTo>
                  <a:lnTo>
                    <a:pt x="4823737" y="1970856"/>
                  </a:lnTo>
                  <a:lnTo>
                    <a:pt x="4823862" y="1970856"/>
                  </a:lnTo>
                  <a:lnTo>
                    <a:pt x="4824362" y="1970856"/>
                  </a:lnTo>
                  <a:lnTo>
                    <a:pt x="4824487" y="1970856"/>
                  </a:lnTo>
                  <a:lnTo>
                    <a:pt x="4824612" y="1970856"/>
                  </a:lnTo>
                  <a:lnTo>
                    <a:pt x="4826363" y="1970856"/>
                  </a:lnTo>
                  <a:lnTo>
                    <a:pt x="4826613" y="1970856"/>
                  </a:lnTo>
                  <a:lnTo>
                    <a:pt x="4826738" y="1970856"/>
                  </a:lnTo>
                  <a:lnTo>
                    <a:pt x="4827238" y="1970856"/>
                  </a:lnTo>
                  <a:lnTo>
                    <a:pt x="4827488" y="1970856"/>
                  </a:lnTo>
                  <a:lnTo>
                    <a:pt x="4827613" y="1970856"/>
                  </a:lnTo>
                  <a:lnTo>
                    <a:pt x="4827738" y="1970856"/>
                  </a:lnTo>
                  <a:lnTo>
                    <a:pt x="4828614" y="1970856"/>
                  </a:lnTo>
                  <a:lnTo>
                    <a:pt x="4828739" y="1970856"/>
                  </a:lnTo>
                  <a:lnTo>
                    <a:pt x="4828864" y="1970856"/>
                  </a:lnTo>
                  <a:lnTo>
                    <a:pt x="4828989" y="1970856"/>
                  </a:lnTo>
                  <a:lnTo>
                    <a:pt x="4829114" y="1970856"/>
                  </a:lnTo>
                  <a:lnTo>
                    <a:pt x="4829364" y="1970856"/>
                  </a:lnTo>
                  <a:lnTo>
                    <a:pt x="4829739" y="1970856"/>
                  </a:lnTo>
                  <a:lnTo>
                    <a:pt x="4829989" y="1970856"/>
                  </a:lnTo>
                  <a:lnTo>
                    <a:pt x="4830864" y="1970856"/>
                  </a:lnTo>
                  <a:lnTo>
                    <a:pt x="4831490" y="1970856"/>
                  </a:lnTo>
                  <a:lnTo>
                    <a:pt x="4831740" y="1970856"/>
                  </a:lnTo>
                  <a:lnTo>
                    <a:pt x="4831865" y="1970856"/>
                  </a:lnTo>
                  <a:lnTo>
                    <a:pt x="4831990" y="1970856"/>
                  </a:lnTo>
                  <a:lnTo>
                    <a:pt x="4832115" y="1970856"/>
                  </a:lnTo>
                  <a:lnTo>
                    <a:pt x="4832490" y="1970856"/>
                  </a:lnTo>
                  <a:lnTo>
                    <a:pt x="4832740" y="1970856"/>
                  </a:lnTo>
                  <a:lnTo>
                    <a:pt x="4832865" y="1970856"/>
                  </a:lnTo>
                  <a:lnTo>
                    <a:pt x="4833740" y="1970856"/>
                  </a:lnTo>
                  <a:lnTo>
                    <a:pt x="4833865" y="1970856"/>
                  </a:lnTo>
                  <a:lnTo>
                    <a:pt x="4834116" y="1970856"/>
                  </a:lnTo>
                  <a:lnTo>
                    <a:pt x="4834491" y="1970856"/>
                  </a:lnTo>
                  <a:lnTo>
                    <a:pt x="4834616" y="1970856"/>
                  </a:lnTo>
                  <a:lnTo>
                    <a:pt x="4836116" y="1970856"/>
                  </a:lnTo>
                  <a:lnTo>
                    <a:pt x="4836741" y="1970856"/>
                  </a:lnTo>
                  <a:lnTo>
                    <a:pt x="4836866" y="1970856"/>
                  </a:lnTo>
                  <a:lnTo>
                    <a:pt x="4837742" y="1970856"/>
                  </a:lnTo>
                  <a:lnTo>
                    <a:pt x="4838242" y="1970856"/>
                  </a:lnTo>
                  <a:lnTo>
                    <a:pt x="4838367" y="1970856"/>
                  </a:lnTo>
                  <a:lnTo>
                    <a:pt x="4839367" y="1970856"/>
                  </a:lnTo>
                  <a:lnTo>
                    <a:pt x="4839617" y="1970856"/>
                  </a:lnTo>
                  <a:lnTo>
                    <a:pt x="4840368" y="1970856"/>
                  </a:lnTo>
                  <a:lnTo>
                    <a:pt x="4840743" y="1970856"/>
                  </a:lnTo>
                  <a:lnTo>
                    <a:pt x="4841118" y="1970856"/>
                  </a:lnTo>
                  <a:lnTo>
                    <a:pt x="4841618" y="1970856"/>
                  </a:lnTo>
                  <a:lnTo>
                    <a:pt x="4841743" y="1970856"/>
                  </a:lnTo>
                  <a:lnTo>
                    <a:pt x="4841868" y="1970856"/>
                  </a:lnTo>
                  <a:lnTo>
                    <a:pt x="4842118" y="1970856"/>
                  </a:lnTo>
                  <a:lnTo>
                    <a:pt x="4843119" y="1970856"/>
                  </a:lnTo>
                  <a:lnTo>
                    <a:pt x="4843744" y="1970856"/>
                  </a:lnTo>
                  <a:lnTo>
                    <a:pt x="4844119" y="1970856"/>
                  </a:lnTo>
                  <a:lnTo>
                    <a:pt x="4844369" y="1970856"/>
                  </a:lnTo>
                  <a:lnTo>
                    <a:pt x="4844869" y="1970856"/>
                  </a:lnTo>
                  <a:lnTo>
                    <a:pt x="4845369" y="1970856"/>
                  </a:lnTo>
                  <a:lnTo>
                    <a:pt x="4845494" y="1970856"/>
                  </a:lnTo>
                  <a:lnTo>
                    <a:pt x="4846120" y="1970856"/>
                  </a:lnTo>
                  <a:lnTo>
                    <a:pt x="4846620" y="1970856"/>
                  </a:lnTo>
                  <a:lnTo>
                    <a:pt x="4846745" y="1970856"/>
                  </a:lnTo>
                  <a:lnTo>
                    <a:pt x="4846870" y="1970856"/>
                  </a:lnTo>
                  <a:lnTo>
                    <a:pt x="4847120" y="1970856"/>
                  </a:lnTo>
                  <a:lnTo>
                    <a:pt x="4847620" y="1970856"/>
                  </a:lnTo>
                  <a:lnTo>
                    <a:pt x="4847870" y="1970856"/>
                  </a:lnTo>
                  <a:lnTo>
                    <a:pt x="4847995" y="1970856"/>
                  </a:lnTo>
                  <a:lnTo>
                    <a:pt x="4848120" y="1970856"/>
                  </a:lnTo>
                  <a:lnTo>
                    <a:pt x="4848245" y="1970856"/>
                  </a:lnTo>
                  <a:lnTo>
                    <a:pt x="4848745" y="1970856"/>
                  </a:lnTo>
                  <a:lnTo>
                    <a:pt x="4848995" y="1970856"/>
                  </a:lnTo>
                  <a:lnTo>
                    <a:pt x="4849121" y="1970856"/>
                  </a:lnTo>
                  <a:lnTo>
                    <a:pt x="4851621" y="1970856"/>
                  </a:lnTo>
                  <a:lnTo>
                    <a:pt x="4851746" y="1970856"/>
                  </a:lnTo>
                  <a:lnTo>
                    <a:pt x="4851997" y="1970856"/>
                  </a:lnTo>
                  <a:lnTo>
                    <a:pt x="4852372" y="1970856"/>
                  </a:lnTo>
                  <a:lnTo>
                    <a:pt x="4852622" y="1970856"/>
                  </a:lnTo>
                  <a:lnTo>
                    <a:pt x="4853247" y="1970856"/>
                  </a:lnTo>
                  <a:lnTo>
                    <a:pt x="4853372" y="1970856"/>
                  </a:lnTo>
                  <a:lnTo>
                    <a:pt x="4853497" y="1970856"/>
                  </a:lnTo>
                  <a:lnTo>
                    <a:pt x="4853747" y="1970856"/>
                  </a:lnTo>
                  <a:lnTo>
                    <a:pt x="4853872" y="1970856"/>
                  </a:lnTo>
                  <a:lnTo>
                    <a:pt x="4854122" y="1970856"/>
                  </a:lnTo>
                  <a:lnTo>
                    <a:pt x="4854497" y="1970856"/>
                  </a:lnTo>
                  <a:lnTo>
                    <a:pt x="4854622" y="1970856"/>
                  </a:lnTo>
                  <a:lnTo>
                    <a:pt x="4854747" y="1970856"/>
                  </a:lnTo>
                  <a:lnTo>
                    <a:pt x="4855123" y="1970856"/>
                  </a:lnTo>
                  <a:lnTo>
                    <a:pt x="4855248" y="1970856"/>
                  </a:lnTo>
                  <a:lnTo>
                    <a:pt x="4855373" y="1970856"/>
                  </a:lnTo>
                  <a:lnTo>
                    <a:pt x="4856123" y="1970856"/>
                  </a:lnTo>
                  <a:lnTo>
                    <a:pt x="4856498" y="1970856"/>
                  </a:lnTo>
                  <a:lnTo>
                    <a:pt x="4856873" y="1970856"/>
                  </a:lnTo>
                  <a:lnTo>
                    <a:pt x="4856998" y="1970856"/>
                  </a:lnTo>
                  <a:lnTo>
                    <a:pt x="4857123" y="1970856"/>
                  </a:lnTo>
                  <a:lnTo>
                    <a:pt x="4857248" y="1970856"/>
                  </a:lnTo>
                  <a:lnTo>
                    <a:pt x="4857873" y="1970856"/>
                  </a:lnTo>
                  <a:lnTo>
                    <a:pt x="4858374" y="1970856"/>
                  </a:lnTo>
                  <a:lnTo>
                    <a:pt x="4858499" y="1970856"/>
                  </a:lnTo>
                  <a:lnTo>
                    <a:pt x="4858624" y="1960903"/>
                  </a:lnTo>
                  <a:lnTo>
                    <a:pt x="4858749" y="1960903"/>
                  </a:lnTo>
                  <a:lnTo>
                    <a:pt x="4858999" y="1960903"/>
                  </a:lnTo>
                  <a:lnTo>
                    <a:pt x="4859374" y="1960903"/>
                  </a:lnTo>
                  <a:lnTo>
                    <a:pt x="4859624" y="1960903"/>
                  </a:lnTo>
                  <a:lnTo>
                    <a:pt x="4860249" y="1960903"/>
                  </a:lnTo>
                  <a:lnTo>
                    <a:pt x="4860499" y="1960903"/>
                  </a:lnTo>
                  <a:lnTo>
                    <a:pt x="4860749" y="1960903"/>
                  </a:lnTo>
                  <a:lnTo>
                    <a:pt x="4861000" y="1950949"/>
                  </a:lnTo>
                  <a:lnTo>
                    <a:pt x="4861250" y="1950949"/>
                  </a:lnTo>
                  <a:lnTo>
                    <a:pt x="4861375" y="1950949"/>
                  </a:lnTo>
                  <a:lnTo>
                    <a:pt x="4861625" y="1950949"/>
                  </a:lnTo>
                  <a:lnTo>
                    <a:pt x="4863000" y="1950949"/>
                  </a:lnTo>
                  <a:lnTo>
                    <a:pt x="4863250" y="1950949"/>
                  </a:lnTo>
                  <a:lnTo>
                    <a:pt x="4863750" y="1950949"/>
                  </a:lnTo>
                  <a:lnTo>
                    <a:pt x="4865001" y="1950949"/>
                  </a:lnTo>
                  <a:lnTo>
                    <a:pt x="4865251" y="1950949"/>
                  </a:lnTo>
                  <a:lnTo>
                    <a:pt x="4865376" y="1950949"/>
                  </a:lnTo>
                  <a:lnTo>
                    <a:pt x="4865751" y="1950949"/>
                  </a:lnTo>
                  <a:lnTo>
                    <a:pt x="4866251" y="1950949"/>
                  </a:lnTo>
                  <a:lnTo>
                    <a:pt x="4866376" y="1950949"/>
                  </a:lnTo>
                  <a:lnTo>
                    <a:pt x="4866501" y="1950949"/>
                  </a:lnTo>
                  <a:lnTo>
                    <a:pt x="4867002" y="1950949"/>
                  </a:lnTo>
                  <a:lnTo>
                    <a:pt x="4867127" y="1950949"/>
                  </a:lnTo>
                  <a:lnTo>
                    <a:pt x="4867252" y="1950949"/>
                  </a:lnTo>
                  <a:lnTo>
                    <a:pt x="4867377" y="1950949"/>
                  </a:lnTo>
                  <a:lnTo>
                    <a:pt x="4867502" y="1950949"/>
                  </a:lnTo>
                  <a:lnTo>
                    <a:pt x="4867627" y="1950949"/>
                  </a:lnTo>
                  <a:lnTo>
                    <a:pt x="4868127" y="1950949"/>
                  </a:lnTo>
                  <a:lnTo>
                    <a:pt x="4868377" y="1950949"/>
                  </a:lnTo>
                  <a:lnTo>
                    <a:pt x="4868877" y="1950949"/>
                  </a:lnTo>
                  <a:lnTo>
                    <a:pt x="4869127" y="1950949"/>
                  </a:lnTo>
                  <a:lnTo>
                    <a:pt x="4869502" y="1950949"/>
                  </a:lnTo>
                  <a:lnTo>
                    <a:pt x="4869627" y="1950949"/>
                  </a:lnTo>
                  <a:lnTo>
                    <a:pt x="4869752" y="1950949"/>
                  </a:lnTo>
                  <a:lnTo>
                    <a:pt x="4870128" y="1950949"/>
                  </a:lnTo>
                  <a:lnTo>
                    <a:pt x="4870253" y="1950949"/>
                  </a:lnTo>
                  <a:lnTo>
                    <a:pt x="4870503" y="1950949"/>
                  </a:lnTo>
                  <a:lnTo>
                    <a:pt x="4870628" y="1950949"/>
                  </a:lnTo>
                  <a:lnTo>
                    <a:pt x="4871003" y="1950949"/>
                  </a:lnTo>
                  <a:lnTo>
                    <a:pt x="4871128" y="1950949"/>
                  </a:lnTo>
                  <a:lnTo>
                    <a:pt x="4871753" y="1950949"/>
                  </a:lnTo>
                  <a:lnTo>
                    <a:pt x="4871878" y="1950949"/>
                  </a:lnTo>
                  <a:lnTo>
                    <a:pt x="4872003" y="1950949"/>
                  </a:lnTo>
                  <a:lnTo>
                    <a:pt x="4872878" y="1950949"/>
                  </a:lnTo>
                  <a:lnTo>
                    <a:pt x="4873629" y="1950949"/>
                  </a:lnTo>
                  <a:lnTo>
                    <a:pt x="4874004" y="1950949"/>
                  </a:lnTo>
                  <a:lnTo>
                    <a:pt x="4874254" y="1950949"/>
                  </a:lnTo>
                  <a:lnTo>
                    <a:pt x="4874254" y="1940995"/>
                  </a:lnTo>
                  <a:lnTo>
                    <a:pt x="4874754" y="1940995"/>
                  </a:lnTo>
                  <a:lnTo>
                    <a:pt x="4875004" y="1940995"/>
                  </a:lnTo>
                  <a:lnTo>
                    <a:pt x="4875504" y="1940995"/>
                  </a:lnTo>
                  <a:lnTo>
                    <a:pt x="4876255" y="1940995"/>
                  </a:lnTo>
                  <a:lnTo>
                    <a:pt x="4877630" y="1940995"/>
                  </a:lnTo>
                  <a:lnTo>
                    <a:pt x="4877880" y="1940995"/>
                  </a:lnTo>
                  <a:lnTo>
                    <a:pt x="4878130" y="1940995"/>
                  </a:lnTo>
                  <a:lnTo>
                    <a:pt x="4878505" y="1940995"/>
                  </a:lnTo>
                  <a:lnTo>
                    <a:pt x="4878630" y="1940995"/>
                  </a:lnTo>
                  <a:lnTo>
                    <a:pt x="4878880" y="1940995"/>
                  </a:lnTo>
                  <a:lnTo>
                    <a:pt x="4879131" y="1940995"/>
                  </a:lnTo>
                  <a:lnTo>
                    <a:pt x="4879256" y="1940995"/>
                  </a:lnTo>
                  <a:lnTo>
                    <a:pt x="4879506" y="1940995"/>
                  </a:lnTo>
                  <a:lnTo>
                    <a:pt x="4879881" y="1940995"/>
                  </a:lnTo>
                  <a:lnTo>
                    <a:pt x="4880256" y="1940995"/>
                  </a:lnTo>
                  <a:lnTo>
                    <a:pt x="4880756" y="1940995"/>
                  </a:lnTo>
                  <a:lnTo>
                    <a:pt x="4880881" y="1940995"/>
                  </a:lnTo>
                  <a:lnTo>
                    <a:pt x="4881006" y="1940995"/>
                  </a:lnTo>
                  <a:lnTo>
                    <a:pt x="4881256" y="1940995"/>
                  </a:lnTo>
                  <a:lnTo>
                    <a:pt x="4881381" y="1940995"/>
                  </a:lnTo>
                  <a:lnTo>
                    <a:pt x="4881631" y="1940995"/>
                  </a:lnTo>
                  <a:lnTo>
                    <a:pt x="4882007" y="1940995"/>
                  </a:lnTo>
                  <a:lnTo>
                    <a:pt x="4882757" y="1940995"/>
                  </a:lnTo>
                  <a:lnTo>
                    <a:pt x="4883007" y="1940995"/>
                  </a:lnTo>
                  <a:lnTo>
                    <a:pt x="4883257" y="1940995"/>
                  </a:lnTo>
                  <a:lnTo>
                    <a:pt x="4883882" y="1931041"/>
                  </a:lnTo>
                  <a:lnTo>
                    <a:pt x="4884007" y="1931041"/>
                  </a:lnTo>
                  <a:lnTo>
                    <a:pt x="4884632" y="1931041"/>
                  </a:lnTo>
                  <a:lnTo>
                    <a:pt x="4884757" y="1931041"/>
                  </a:lnTo>
                  <a:lnTo>
                    <a:pt x="4884882" y="1931041"/>
                  </a:lnTo>
                  <a:lnTo>
                    <a:pt x="4885008" y="1931041"/>
                  </a:lnTo>
                  <a:lnTo>
                    <a:pt x="4885133" y="1931041"/>
                  </a:lnTo>
                  <a:lnTo>
                    <a:pt x="4885383" y="1931041"/>
                  </a:lnTo>
                  <a:lnTo>
                    <a:pt x="4885758" y="1931041"/>
                  </a:lnTo>
                  <a:lnTo>
                    <a:pt x="4885883" y="1931041"/>
                  </a:lnTo>
                  <a:lnTo>
                    <a:pt x="4886633" y="1931041"/>
                  </a:lnTo>
                  <a:lnTo>
                    <a:pt x="4886883" y="1931041"/>
                  </a:lnTo>
                  <a:lnTo>
                    <a:pt x="4887383" y="1931041"/>
                  </a:lnTo>
                  <a:lnTo>
                    <a:pt x="4887633" y="1931041"/>
                  </a:lnTo>
                  <a:lnTo>
                    <a:pt x="4888134" y="1931041"/>
                  </a:lnTo>
                  <a:lnTo>
                    <a:pt x="4888884" y="1931041"/>
                  </a:lnTo>
                  <a:lnTo>
                    <a:pt x="4889884" y="1921087"/>
                  </a:lnTo>
                  <a:lnTo>
                    <a:pt x="4890134" y="1921087"/>
                  </a:lnTo>
                  <a:lnTo>
                    <a:pt x="4891135" y="1921087"/>
                  </a:lnTo>
                  <a:lnTo>
                    <a:pt x="4891260" y="1921087"/>
                  </a:lnTo>
                  <a:lnTo>
                    <a:pt x="4891510" y="1921087"/>
                  </a:lnTo>
                  <a:lnTo>
                    <a:pt x="4892010" y="1921087"/>
                  </a:lnTo>
                  <a:lnTo>
                    <a:pt x="4892135" y="1921087"/>
                  </a:lnTo>
                  <a:lnTo>
                    <a:pt x="4892260" y="1921087"/>
                  </a:lnTo>
                  <a:lnTo>
                    <a:pt x="4892885" y="1921087"/>
                  </a:lnTo>
                  <a:lnTo>
                    <a:pt x="4893010" y="1921087"/>
                  </a:lnTo>
                  <a:lnTo>
                    <a:pt x="4893385" y="1921087"/>
                  </a:lnTo>
                  <a:lnTo>
                    <a:pt x="4893510" y="1921087"/>
                  </a:lnTo>
                  <a:lnTo>
                    <a:pt x="4893886" y="1921087"/>
                  </a:lnTo>
                  <a:lnTo>
                    <a:pt x="4894011" y="1921087"/>
                  </a:lnTo>
                  <a:lnTo>
                    <a:pt x="4894261" y="1921087"/>
                  </a:lnTo>
                  <a:lnTo>
                    <a:pt x="4894511" y="1921087"/>
                  </a:lnTo>
                  <a:lnTo>
                    <a:pt x="4894761" y="1921087"/>
                  </a:lnTo>
                  <a:lnTo>
                    <a:pt x="4894886" y="1921087"/>
                  </a:lnTo>
                  <a:lnTo>
                    <a:pt x="4894886" y="1911133"/>
                  </a:lnTo>
                  <a:lnTo>
                    <a:pt x="4895011" y="1911133"/>
                  </a:lnTo>
                  <a:lnTo>
                    <a:pt x="4895261" y="1911133"/>
                  </a:lnTo>
                  <a:lnTo>
                    <a:pt x="4895761" y="1911133"/>
                  </a:lnTo>
                  <a:lnTo>
                    <a:pt x="4896386" y="1911133"/>
                  </a:lnTo>
                  <a:lnTo>
                    <a:pt x="4896761" y="1911133"/>
                  </a:lnTo>
                  <a:lnTo>
                    <a:pt x="4896761" y="1901180"/>
                  </a:lnTo>
                  <a:lnTo>
                    <a:pt x="4897012" y="1901180"/>
                  </a:lnTo>
                  <a:lnTo>
                    <a:pt x="4897137" y="1901180"/>
                  </a:lnTo>
                  <a:lnTo>
                    <a:pt x="4897637" y="1901180"/>
                  </a:lnTo>
                  <a:lnTo>
                    <a:pt x="4898387" y="1901180"/>
                  </a:lnTo>
                  <a:lnTo>
                    <a:pt x="4898887" y="1901180"/>
                  </a:lnTo>
                  <a:lnTo>
                    <a:pt x="4899012" y="1901180"/>
                  </a:lnTo>
                  <a:lnTo>
                    <a:pt x="4900138" y="1901180"/>
                  </a:lnTo>
                  <a:lnTo>
                    <a:pt x="4901013" y="1901180"/>
                  </a:lnTo>
                  <a:lnTo>
                    <a:pt x="4901138" y="1901180"/>
                  </a:lnTo>
                  <a:lnTo>
                    <a:pt x="4901263" y="1901180"/>
                  </a:lnTo>
                  <a:lnTo>
                    <a:pt x="4902513" y="1901180"/>
                  </a:lnTo>
                  <a:lnTo>
                    <a:pt x="4902638" y="1901180"/>
                  </a:lnTo>
                  <a:lnTo>
                    <a:pt x="4902889" y="1901180"/>
                  </a:lnTo>
                  <a:lnTo>
                    <a:pt x="4903139" y="1901180"/>
                  </a:lnTo>
                  <a:lnTo>
                    <a:pt x="4903264" y="1901180"/>
                  </a:lnTo>
                  <a:lnTo>
                    <a:pt x="4903389" y="1901180"/>
                  </a:lnTo>
                  <a:lnTo>
                    <a:pt x="4903514" y="1901180"/>
                  </a:lnTo>
                  <a:lnTo>
                    <a:pt x="4903764" y="1901180"/>
                  </a:lnTo>
                  <a:lnTo>
                    <a:pt x="4904014" y="1901180"/>
                  </a:lnTo>
                  <a:lnTo>
                    <a:pt x="4904389" y="1901180"/>
                  </a:lnTo>
                  <a:lnTo>
                    <a:pt x="4904514" y="1901180"/>
                  </a:lnTo>
                  <a:lnTo>
                    <a:pt x="4904639" y="1901180"/>
                  </a:lnTo>
                  <a:lnTo>
                    <a:pt x="4904764" y="1901180"/>
                  </a:lnTo>
                  <a:lnTo>
                    <a:pt x="4904889" y="1901180"/>
                  </a:lnTo>
                  <a:lnTo>
                    <a:pt x="4905014" y="1901180"/>
                  </a:lnTo>
                  <a:lnTo>
                    <a:pt x="4908765" y="1901180"/>
                  </a:lnTo>
                  <a:lnTo>
                    <a:pt x="4908891" y="1901180"/>
                  </a:lnTo>
                  <a:lnTo>
                    <a:pt x="4909391" y="1901180"/>
                  </a:lnTo>
                  <a:lnTo>
                    <a:pt x="4909516" y="1901180"/>
                  </a:lnTo>
                  <a:lnTo>
                    <a:pt x="4909641" y="1901180"/>
                  </a:lnTo>
                  <a:lnTo>
                    <a:pt x="4909766" y="1901180"/>
                  </a:lnTo>
                  <a:lnTo>
                    <a:pt x="4910516" y="1901180"/>
                  </a:lnTo>
                  <a:lnTo>
                    <a:pt x="4910641" y="1901180"/>
                  </a:lnTo>
                  <a:lnTo>
                    <a:pt x="4911016" y="1901180"/>
                  </a:lnTo>
                  <a:lnTo>
                    <a:pt x="4911516" y="1901180"/>
                  </a:lnTo>
                  <a:lnTo>
                    <a:pt x="4911766" y="1901180"/>
                  </a:lnTo>
                  <a:lnTo>
                    <a:pt x="4912017" y="1901180"/>
                  </a:lnTo>
                  <a:lnTo>
                    <a:pt x="4912392" y="1901180"/>
                  </a:lnTo>
                  <a:lnTo>
                    <a:pt x="4913017" y="1901180"/>
                  </a:lnTo>
                  <a:lnTo>
                    <a:pt x="4913267" y="1901180"/>
                  </a:lnTo>
                  <a:lnTo>
                    <a:pt x="4913392" y="1901180"/>
                  </a:lnTo>
                  <a:lnTo>
                    <a:pt x="4913517" y="1901180"/>
                  </a:lnTo>
                  <a:lnTo>
                    <a:pt x="4913892" y="1901180"/>
                  </a:lnTo>
                  <a:lnTo>
                    <a:pt x="4914017" y="1901180"/>
                  </a:lnTo>
                  <a:lnTo>
                    <a:pt x="4914517" y="1901180"/>
                  </a:lnTo>
                  <a:lnTo>
                    <a:pt x="4914642" y="1901180"/>
                  </a:lnTo>
                  <a:lnTo>
                    <a:pt x="4914767" y="1901180"/>
                  </a:lnTo>
                  <a:lnTo>
                    <a:pt x="4915643" y="1901180"/>
                  </a:lnTo>
                  <a:lnTo>
                    <a:pt x="4916143" y="1901180"/>
                  </a:lnTo>
                  <a:lnTo>
                    <a:pt x="4916643" y="1901180"/>
                  </a:lnTo>
                  <a:lnTo>
                    <a:pt x="4917768" y="1901180"/>
                  </a:lnTo>
                  <a:lnTo>
                    <a:pt x="4917894" y="1901180"/>
                  </a:lnTo>
                  <a:lnTo>
                    <a:pt x="4918144" y="1901180"/>
                  </a:lnTo>
                  <a:lnTo>
                    <a:pt x="4918769" y="1901180"/>
                  </a:lnTo>
                  <a:lnTo>
                    <a:pt x="4919144" y="1901180"/>
                  </a:lnTo>
                  <a:lnTo>
                    <a:pt x="4919269" y="1901180"/>
                  </a:lnTo>
                  <a:lnTo>
                    <a:pt x="4919519" y="1901180"/>
                  </a:lnTo>
                  <a:lnTo>
                    <a:pt x="4919894" y="1901180"/>
                  </a:lnTo>
                  <a:lnTo>
                    <a:pt x="4920019" y="1901180"/>
                  </a:lnTo>
                  <a:lnTo>
                    <a:pt x="4920895" y="1901180"/>
                  </a:lnTo>
                  <a:lnTo>
                    <a:pt x="4921145" y="1901180"/>
                  </a:lnTo>
                  <a:lnTo>
                    <a:pt x="4921395" y="1901180"/>
                  </a:lnTo>
                  <a:lnTo>
                    <a:pt x="4921520" y="1901180"/>
                  </a:lnTo>
                  <a:lnTo>
                    <a:pt x="4921770" y="1901180"/>
                  </a:lnTo>
                  <a:lnTo>
                    <a:pt x="4922270" y="1901180"/>
                  </a:lnTo>
                  <a:lnTo>
                    <a:pt x="4922395" y="1901180"/>
                  </a:lnTo>
                  <a:lnTo>
                    <a:pt x="4922645" y="1901180"/>
                  </a:lnTo>
                  <a:lnTo>
                    <a:pt x="4922770" y="1901180"/>
                  </a:lnTo>
                  <a:lnTo>
                    <a:pt x="4923020" y="1901180"/>
                  </a:lnTo>
                  <a:lnTo>
                    <a:pt x="4923395" y="1901180"/>
                  </a:lnTo>
                  <a:lnTo>
                    <a:pt x="4923896" y="1901180"/>
                  </a:lnTo>
                  <a:lnTo>
                    <a:pt x="4924021" y="1901180"/>
                  </a:lnTo>
                  <a:lnTo>
                    <a:pt x="4924146" y="1901180"/>
                  </a:lnTo>
                  <a:lnTo>
                    <a:pt x="4924396" y="1901180"/>
                  </a:lnTo>
                  <a:lnTo>
                    <a:pt x="4924521" y="1901180"/>
                  </a:lnTo>
                  <a:lnTo>
                    <a:pt x="4924896" y="1901180"/>
                  </a:lnTo>
                  <a:lnTo>
                    <a:pt x="4925021" y="1901180"/>
                  </a:lnTo>
                  <a:lnTo>
                    <a:pt x="4926146" y="1901180"/>
                  </a:lnTo>
                  <a:lnTo>
                    <a:pt x="4926271" y="1901180"/>
                  </a:lnTo>
                  <a:lnTo>
                    <a:pt x="4926646" y="1901180"/>
                  </a:lnTo>
                  <a:lnTo>
                    <a:pt x="4926897" y="1901180"/>
                  </a:lnTo>
                  <a:lnTo>
                    <a:pt x="4927022" y="1901180"/>
                  </a:lnTo>
                  <a:lnTo>
                    <a:pt x="4927522" y="1901180"/>
                  </a:lnTo>
                  <a:lnTo>
                    <a:pt x="4927897" y="1901180"/>
                  </a:lnTo>
                  <a:lnTo>
                    <a:pt x="4928272" y="1901180"/>
                  </a:lnTo>
                  <a:lnTo>
                    <a:pt x="4928397" y="1901180"/>
                  </a:lnTo>
                  <a:lnTo>
                    <a:pt x="4928772" y="1901180"/>
                  </a:lnTo>
                  <a:lnTo>
                    <a:pt x="4929397" y="1901180"/>
                  </a:lnTo>
                  <a:lnTo>
                    <a:pt x="4929647" y="1901180"/>
                  </a:lnTo>
                  <a:lnTo>
                    <a:pt x="4929898" y="1901180"/>
                  </a:lnTo>
                  <a:lnTo>
                    <a:pt x="4930023" y="1901180"/>
                  </a:lnTo>
                  <a:lnTo>
                    <a:pt x="4930273" y="1901180"/>
                  </a:lnTo>
                  <a:lnTo>
                    <a:pt x="4930648" y="1901180"/>
                  </a:lnTo>
                  <a:lnTo>
                    <a:pt x="4931148" y="1901180"/>
                  </a:lnTo>
                  <a:lnTo>
                    <a:pt x="4931273" y="1901180"/>
                  </a:lnTo>
                  <a:lnTo>
                    <a:pt x="4931398" y="1901180"/>
                  </a:lnTo>
                  <a:lnTo>
                    <a:pt x="4931523" y="1901180"/>
                  </a:lnTo>
                  <a:lnTo>
                    <a:pt x="4931648" y="1901180"/>
                  </a:lnTo>
                  <a:lnTo>
                    <a:pt x="4931898" y="1901180"/>
                  </a:lnTo>
                  <a:lnTo>
                    <a:pt x="4932523" y="1901180"/>
                  </a:lnTo>
                  <a:lnTo>
                    <a:pt x="4932648" y="1901180"/>
                  </a:lnTo>
                  <a:lnTo>
                    <a:pt x="4932774" y="1901180"/>
                  </a:lnTo>
                  <a:lnTo>
                    <a:pt x="4933024" y="1901180"/>
                  </a:lnTo>
                  <a:lnTo>
                    <a:pt x="4933274" y="1901180"/>
                  </a:lnTo>
                  <a:lnTo>
                    <a:pt x="4934274" y="1901180"/>
                  </a:lnTo>
                  <a:lnTo>
                    <a:pt x="4934649" y="1901180"/>
                  </a:lnTo>
                  <a:lnTo>
                    <a:pt x="4935149" y="1901180"/>
                  </a:lnTo>
                  <a:lnTo>
                    <a:pt x="4935274" y="1901180"/>
                  </a:lnTo>
                  <a:lnTo>
                    <a:pt x="4936150" y="1901180"/>
                  </a:lnTo>
                  <a:lnTo>
                    <a:pt x="4936650" y="1901180"/>
                  </a:lnTo>
                  <a:lnTo>
                    <a:pt x="4936775" y="1901180"/>
                  </a:lnTo>
                  <a:lnTo>
                    <a:pt x="4936900" y="1901180"/>
                  </a:lnTo>
                  <a:lnTo>
                    <a:pt x="4937025" y="1901180"/>
                  </a:lnTo>
                  <a:lnTo>
                    <a:pt x="4937400" y="1901180"/>
                  </a:lnTo>
                  <a:lnTo>
                    <a:pt x="4937525" y="1901180"/>
                  </a:lnTo>
                  <a:lnTo>
                    <a:pt x="4937650" y="1901180"/>
                  </a:lnTo>
                  <a:lnTo>
                    <a:pt x="4938150" y="1901180"/>
                  </a:lnTo>
                  <a:lnTo>
                    <a:pt x="4938525" y="1901180"/>
                  </a:lnTo>
                  <a:lnTo>
                    <a:pt x="4938901" y="1901180"/>
                  </a:lnTo>
                  <a:lnTo>
                    <a:pt x="4939276" y="1901180"/>
                  </a:lnTo>
                  <a:lnTo>
                    <a:pt x="4940026" y="1901180"/>
                  </a:lnTo>
                  <a:lnTo>
                    <a:pt x="4940401" y="1901180"/>
                  </a:lnTo>
                  <a:lnTo>
                    <a:pt x="4940526" y="1901180"/>
                  </a:lnTo>
                  <a:lnTo>
                    <a:pt x="4941026" y="1901180"/>
                  </a:lnTo>
                  <a:lnTo>
                    <a:pt x="4941276" y="1901180"/>
                  </a:lnTo>
                  <a:lnTo>
                    <a:pt x="4941401" y="1901180"/>
                  </a:lnTo>
                  <a:lnTo>
                    <a:pt x="4941651" y="1901180"/>
                  </a:lnTo>
                  <a:lnTo>
                    <a:pt x="4941777" y="1901180"/>
                  </a:lnTo>
                  <a:lnTo>
                    <a:pt x="4942027" y="1901180"/>
                  </a:lnTo>
                  <a:lnTo>
                    <a:pt x="4942152" y="1901180"/>
                  </a:lnTo>
                  <a:lnTo>
                    <a:pt x="4944402" y="1901180"/>
                  </a:lnTo>
                  <a:lnTo>
                    <a:pt x="4944527" y="1901180"/>
                  </a:lnTo>
                  <a:lnTo>
                    <a:pt x="4944652" y="1901180"/>
                  </a:lnTo>
                  <a:lnTo>
                    <a:pt x="4944903" y="1901180"/>
                  </a:lnTo>
                  <a:lnTo>
                    <a:pt x="4945153" y="1901180"/>
                  </a:lnTo>
                  <a:lnTo>
                    <a:pt x="4945403" y="1901180"/>
                  </a:lnTo>
                  <a:lnTo>
                    <a:pt x="4945528" y="1901180"/>
                  </a:lnTo>
                  <a:lnTo>
                    <a:pt x="4945653" y="1901180"/>
                  </a:lnTo>
                  <a:lnTo>
                    <a:pt x="4946403" y="1901180"/>
                  </a:lnTo>
                  <a:lnTo>
                    <a:pt x="4946528" y="1901180"/>
                  </a:lnTo>
                  <a:lnTo>
                    <a:pt x="4946903" y="1901180"/>
                  </a:lnTo>
                  <a:lnTo>
                    <a:pt x="4947028" y="1901180"/>
                  </a:lnTo>
                  <a:lnTo>
                    <a:pt x="4947653" y="1901180"/>
                  </a:lnTo>
                  <a:lnTo>
                    <a:pt x="4947904" y="1901180"/>
                  </a:lnTo>
                  <a:lnTo>
                    <a:pt x="4948279" y="1901180"/>
                  </a:lnTo>
                  <a:lnTo>
                    <a:pt x="4948404" y="1901180"/>
                  </a:lnTo>
                  <a:lnTo>
                    <a:pt x="4948529" y="1901180"/>
                  </a:lnTo>
                  <a:lnTo>
                    <a:pt x="4948904" y="1901180"/>
                  </a:lnTo>
                  <a:lnTo>
                    <a:pt x="4950279" y="1901180"/>
                  </a:lnTo>
                  <a:lnTo>
                    <a:pt x="4950404" y="1901180"/>
                  </a:lnTo>
                  <a:lnTo>
                    <a:pt x="4950780" y="1901180"/>
                  </a:lnTo>
                  <a:lnTo>
                    <a:pt x="4950905" y="1901180"/>
                  </a:lnTo>
                  <a:lnTo>
                    <a:pt x="4950905" y="1891226"/>
                  </a:lnTo>
                  <a:lnTo>
                    <a:pt x="4951280" y="1891226"/>
                  </a:lnTo>
                  <a:lnTo>
                    <a:pt x="4951405" y="1891226"/>
                  </a:lnTo>
                  <a:lnTo>
                    <a:pt x="4951530" y="1891226"/>
                  </a:lnTo>
                  <a:lnTo>
                    <a:pt x="4952405" y="1891226"/>
                  </a:lnTo>
                  <a:lnTo>
                    <a:pt x="4953030" y="1891226"/>
                  </a:lnTo>
                  <a:lnTo>
                    <a:pt x="4953280" y="1891226"/>
                  </a:lnTo>
                  <a:lnTo>
                    <a:pt x="4953655" y="1891226"/>
                  </a:lnTo>
                  <a:lnTo>
                    <a:pt x="4953781" y="1891226"/>
                  </a:lnTo>
                  <a:lnTo>
                    <a:pt x="4954031" y="1891226"/>
                  </a:lnTo>
                  <a:lnTo>
                    <a:pt x="4954156" y="1891226"/>
                  </a:lnTo>
                  <a:lnTo>
                    <a:pt x="4954406" y="1891226"/>
                  </a:lnTo>
                  <a:lnTo>
                    <a:pt x="4954531" y="1891226"/>
                  </a:lnTo>
                  <a:lnTo>
                    <a:pt x="4955156" y="1891226"/>
                  </a:lnTo>
                  <a:lnTo>
                    <a:pt x="4955281" y="1891226"/>
                  </a:lnTo>
                  <a:lnTo>
                    <a:pt x="4955906" y="1891226"/>
                  </a:lnTo>
                  <a:lnTo>
                    <a:pt x="4956281" y="1891226"/>
                  </a:lnTo>
                  <a:lnTo>
                    <a:pt x="4956782" y="1891226"/>
                  </a:lnTo>
                  <a:lnTo>
                    <a:pt x="4956907" y="1891226"/>
                  </a:lnTo>
                  <a:lnTo>
                    <a:pt x="4957032" y="1891226"/>
                  </a:lnTo>
                  <a:lnTo>
                    <a:pt x="4957282" y="1891226"/>
                  </a:lnTo>
                  <a:lnTo>
                    <a:pt x="4957657" y="1891226"/>
                  </a:lnTo>
                  <a:lnTo>
                    <a:pt x="4957782" y="1891226"/>
                  </a:lnTo>
                  <a:lnTo>
                    <a:pt x="4958657" y="1891226"/>
                  </a:lnTo>
                  <a:lnTo>
                    <a:pt x="4958907" y="1891226"/>
                  </a:lnTo>
                  <a:lnTo>
                    <a:pt x="4959032" y="1891226"/>
                  </a:lnTo>
                  <a:lnTo>
                    <a:pt x="4959157" y="1891226"/>
                  </a:lnTo>
                  <a:lnTo>
                    <a:pt x="4959407" y="1891226"/>
                  </a:lnTo>
                  <a:lnTo>
                    <a:pt x="4959532" y="1891226"/>
                  </a:lnTo>
                  <a:lnTo>
                    <a:pt x="4959657" y="1891226"/>
                  </a:lnTo>
                  <a:lnTo>
                    <a:pt x="4960033" y="1891226"/>
                  </a:lnTo>
                  <a:lnTo>
                    <a:pt x="4960408" y="1891226"/>
                  </a:lnTo>
                  <a:lnTo>
                    <a:pt x="4961033" y="1891226"/>
                  </a:lnTo>
                  <a:lnTo>
                    <a:pt x="4961158" y="1891226"/>
                  </a:lnTo>
                  <a:lnTo>
                    <a:pt x="4961408" y="1891226"/>
                  </a:lnTo>
                  <a:lnTo>
                    <a:pt x="4961533" y="1891226"/>
                  </a:lnTo>
                  <a:lnTo>
                    <a:pt x="4961783" y="1891226"/>
                  </a:lnTo>
                  <a:lnTo>
                    <a:pt x="4961908" y="1891226"/>
                  </a:lnTo>
                  <a:lnTo>
                    <a:pt x="4962033" y="1891226"/>
                  </a:lnTo>
                  <a:lnTo>
                    <a:pt x="4962408" y="1891226"/>
                  </a:lnTo>
                  <a:lnTo>
                    <a:pt x="4962784" y="1891226"/>
                  </a:lnTo>
                  <a:lnTo>
                    <a:pt x="4962909" y="1891226"/>
                  </a:lnTo>
                  <a:lnTo>
                    <a:pt x="4963034" y="1891226"/>
                  </a:lnTo>
                  <a:lnTo>
                    <a:pt x="4963409" y="1891226"/>
                  </a:lnTo>
                  <a:lnTo>
                    <a:pt x="4964034" y="1891226"/>
                  </a:lnTo>
                  <a:lnTo>
                    <a:pt x="4964284" y="1881272"/>
                  </a:lnTo>
                  <a:lnTo>
                    <a:pt x="4964659" y="1881272"/>
                  </a:lnTo>
                  <a:lnTo>
                    <a:pt x="4964784" y="1881272"/>
                  </a:lnTo>
                  <a:lnTo>
                    <a:pt x="4965034" y="1881272"/>
                  </a:lnTo>
                  <a:lnTo>
                    <a:pt x="4965284" y="1881272"/>
                  </a:lnTo>
                  <a:lnTo>
                    <a:pt x="4965409" y="1881272"/>
                  </a:lnTo>
                  <a:lnTo>
                    <a:pt x="4965785" y="1881272"/>
                  </a:lnTo>
                  <a:lnTo>
                    <a:pt x="4966035" y="1881272"/>
                  </a:lnTo>
                  <a:lnTo>
                    <a:pt x="4966660" y="1881272"/>
                  </a:lnTo>
                  <a:lnTo>
                    <a:pt x="4966785" y="1881272"/>
                  </a:lnTo>
                  <a:lnTo>
                    <a:pt x="4967410" y="1881272"/>
                  </a:lnTo>
                  <a:lnTo>
                    <a:pt x="4967660" y="1881272"/>
                  </a:lnTo>
                  <a:lnTo>
                    <a:pt x="4968786" y="1871318"/>
                  </a:lnTo>
                  <a:lnTo>
                    <a:pt x="4968911" y="1871318"/>
                  </a:lnTo>
                  <a:lnTo>
                    <a:pt x="4969036" y="1871318"/>
                  </a:lnTo>
                  <a:lnTo>
                    <a:pt x="4969411" y="1871318"/>
                  </a:lnTo>
                  <a:lnTo>
                    <a:pt x="4969536" y="1871318"/>
                  </a:lnTo>
                  <a:lnTo>
                    <a:pt x="4969911" y="1871318"/>
                  </a:lnTo>
                  <a:lnTo>
                    <a:pt x="4970661" y="1871318"/>
                  </a:lnTo>
                  <a:lnTo>
                    <a:pt x="4970786" y="1871318"/>
                  </a:lnTo>
                  <a:lnTo>
                    <a:pt x="4970911" y="1871318"/>
                  </a:lnTo>
                  <a:lnTo>
                    <a:pt x="4971536" y="1871318"/>
                  </a:lnTo>
                  <a:lnTo>
                    <a:pt x="4971662" y="1871318"/>
                  </a:lnTo>
                  <a:lnTo>
                    <a:pt x="4971787" y="1871318"/>
                  </a:lnTo>
                  <a:lnTo>
                    <a:pt x="4971912" y="1871318"/>
                  </a:lnTo>
                  <a:lnTo>
                    <a:pt x="4972162" y="1871318"/>
                  </a:lnTo>
                  <a:lnTo>
                    <a:pt x="4972287" y="1871318"/>
                  </a:lnTo>
                  <a:lnTo>
                    <a:pt x="4972412" y="1871318"/>
                  </a:lnTo>
                  <a:lnTo>
                    <a:pt x="4972537" y="1871318"/>
                  </a:lnTo>
                  <a:lnTo>
                    <a:pt x="4972787" y="1871318"/>
                  </a:lnTo>
                  <a:lnTo>
                    <a:pt x="4972912" y="1851411"/>
                  </a:lnTo>
                  <a:lnTo>
                    <a:pt x="4973537" y="1851411"/>
                  </a:lnTo>
                  <a:lnTo>
                    <a:pt x="4974037" y="1851411"/>
                  </a:lnTo>
                  <a:lnTo>
                    <a:pt x="4974162" y="1851411"/>
                  </a:lnTo>
                  <a:lnTo>
                    <a:pt x="4974412" y="1851411"/>
                  </a:lnTo>
                  <a:lnTo>
                    <a:pt x="4975038" y="1851411"/>
                  </a:lnTo>
                  <a:lnTo>
                    <a:pt x="4975288" y="1851411"/>
                  </a:lnTo>
                  <a:lnTo>
                    <a:pt x="4975413" y="1851411"/>
                  </a:lnTo>
                  <a:lnTo>
                    <a:pt x="4975788" y="1851411"/>
                  </a:lnTo>
                  <a:lnTo>
                    <a:pt x="4975913" y="1851411"/>
                  </a:lnTo>
                  <a:lnTo>
                    <a:pt x="4976538" y="1851411"/>
                  </a:lnTo>
                  <a:lnTo>
                    <a:pt x="4976663" y="1851411"/>
                  </a:lnTo>
                  <a:lnTo>
                    <a:pt x="4976913" y="1851411"/>
                  </a:lnTo>
                  <a:lnTo>
                    <a:pt x="4977038" y="1851411"/>
                  </a:lnTo>
                  <a:lnTo>
                    <a:pt x="4977163" y="1851411"/>
                  </a:lnTo>
                  <a:lnTo>
                    <a:pt x="4978414" y="1851411"/>
                  </a:lnTo>
                  <a:lnTo>
                    <a:pt x="4978914" y="1851411"/>
                  </a:lnTo>
                  <a:lnTo>
                    <a:pt x="4979289" y="1851411"/>
                  </a:lnTo>
                  <a:lnTo>
                    <a:pt x="4979664" y="1851411"/>
                  </a:lnTo>
                  <a:lnTo>
                    <a:pt x="4979789" y="1851411"/>
                  </a:lnTo>
                  <a:lnTo>
                    <a:pt x="4980039" y="1851411"/>
                  </a:lnTo>
                  <a:lnTo>
                    <a:pt x="4980289" y="1851411"/>
                  </a:lnTo>
                  <a:lnTo>
                    <a:pt x="4980414" y="1851411"/>
                  </a:lnTo>
                  <a:lnTo>
                    <a:pt x="4980790" y="1851411"/>
                  </a:lnTo>
                  <a:lnTo>
                    <a:pt x="4981165" y="1851411"/>
                  </a:lnTo>
                  <a:lnTo>
                    <a:pt x="4981540" y="1851411"/>
                  </a:lnTo>
                  <a:lnTo>
                    <a:pt x="4981790" y="1851411"/>
                  </a:lnTo>
                  <a:lnTo>
                    <a:pt x="4982165" y="1851411"/>
                  </a:lnTo>
                  <a:lnTo>
                    <a:pt x="4982290" y="1851411"/>
                  </a:lnTo>
                  <a:lnTo>
                    <a:pt x="4982415" y="1851411"/>
                  </a:lnTo>
                  <a:lnTo>
                    <a:pt x="4983165" y="1851411"/>
                  </a:lnTo>
                  <a:lnTo>
                    <a:pt x="4983666" y="1851411"/>
                  </a:lnTo>
                  <a:lnTo>
                    <a:pt x="4983791" y="1851411"/>
                  </a:lnTo>
                  <a:lnTo>
                    <a:pt x="4983916" y="1851411"/>
                  </a:lnTo>
                  <a:lnTo>
                    <a:pt x="4984041" y="1851411"/>
                  </a:lnTo>
                  <a:lnTo>
                    <a:pt x="4987417" y="1851411"/>
                  </a:lnTo>
                  <a:lnTo>
                    <a:pt x="4987792" y="1851411"/>
                  </a:lnTo>
                  <a:lnTo>
                    <a:pt x="4988167" y="1841457"/>
                  </a:lnTo>
                  <a:lnTo>
                    <a:pt x="4988417" y="1841457"/>
                  </a:lnTo>
                  <a:lnTo>
                    <a:pt x="4988667" y="1841457"/>
                  </a:lnTo>
                  <a:lnTo>
                    <a:pt x="4988792" y="1841457"/>
                  </a:lnTo>
                  <a:lnTo>
                    <a:pt x="4989292" y="1841457"/>
                  </a:lnTo>
                  <a:lnTo>
                    <a:pt x="4989417" y="1841457"/>
                  </a:lnTo>
                  <a:lnTo>
                    <a:pt x="4990418" y="1841457"/>
                  </a:lnTo>
                  <a:lnTo>
                    <a:pt x="4990543" y="1841457"/>
                  </a:lnTo>
                  <a:lnTo>
                    <a:pt x="4991168" y="1841457"/>
                  </a:lnTo>
                  <a:lnTo>
                    <a:pt x="4991918" y="1841457"/>
                  </a:lnTo>
                  <a:lnTo>
                    <a:pt x="4992168" y="1841457"/>
                  </a:lnTo>
                  <a:lnTo>
                    <a:pt x="4992669" y="1841457"/>
                  </a:lnTo>
                  <a:lnTo>
                    <a:pt x="4992919" y="1841457"/>
                  </a:lnTo>
                  <a:lnTo>
                    <a:pt x="4993169" y="1841457"/>
                  </a:lnTo>
                  <a:lnTo>
                    <a:pt x="4993294" y="1841457"/>
                  </a:lnTo>
                  <a:lnTo>
                    <a:pt x="4993544" y="1841457"/>
                  </a:lnTo>
                  <a:lnTo>
                    <a:pt x="4993669" y="1841457"/>
                  </a:lnTo>
                  <a:lnTo>
                    <a:pt x="4993919" y="1841457"/>
                  </a:lnTo>
                  <a:lnTo>
                    <a:pt x="4994044" y="1841457"/>
                  </a:lnTo>
                  <a:lnTo>
                    <a:pt x="4994294" y="1841457"/>
                  </a:lnTo>
                  <a:lnTo>
                    <a:pt x="4994669" y="1841457"/>
                  </a:lnTo>
                  <a:lnTo>
                    <a:pt x="4994794" y="1841457"/>
                  </a:lnTo>
                  <a:lnTo>
                    <a:pt x="4994919" y="1841457"/>
                  </a:lnTo>
                  <a:lnTo>
                    <a:pt x="4996045" y="1841457"/>
                  </a:lnTo>
                  <a:lnTo>
                    <a:pt x="4996420" y="1841457"/>
                  </a:lnTo>
                  <a:lnTo>
                    <a:pt x="4997170" y="1841457"/>
                  </a:lnTo>
                  <a:lnTo>
                    <a:pt x="4998045" y="1841457"/>
                  </a:lnTo>
                  <a:lnTo>
                    <a:pt x="4998170" y="1841457"/>
                  </a:lnTo>
                  <a:lnTo>
                    <a:pt x="4998295" y="1841457"/>
                  </a:lnTo>
                  <a:lnTo>
                    <a:pt x="4998796" y="1841457"/>
                  </a:lnTo>
                  <a:lnTo>
                    <a:pt x="4999546" y="1841457"/>
                  </a:lnTo>
                  <a:lnTo>
                    <a:pt x="5000046" y="1841457"/>
                  </a:lnTo>
                  <a:lnTo>
                    <a:pt x="5000171" y="1841457"/>
                  </a:lnTo>
                  <a:lnTo>
                    <a:pt x="5000296" y="1841457"/>
                  </a:lnTo>
                  <a:lnTo>
                    <a:pt x="5000421" y="1841457"/>
                  </a:lnTo>
                  <a:lnTo>
                    <a:pt x="5001171" y="1841457"/>
                  </a:lnTo>
                  <a:lnTo>
                    <a:pt x="5001421" y="1841457"/>
                  </a:lnTo>
                  <a:lnTo>
                    <a:pt x="5001672" y="1841457"/>
                  </a:lnTo>
                  <a:lnTo>
                    <a:pt x="5001797" y="1841457"/>
                  </a:lnTo>
                  <a:lnTo>
                    <a:pt x="5002297" y="1841457"/>
                  </a:lnTo>
                  <a:lnTo>
                    <a:pt x="5003172" y="1831503"/>
                  </a:lnTo>
                  <a:lnTo>
                    <a:pt x="5003547" y="1831503"/>
                  </a:lnTo>
                  <a:lnTo>
                    <a:pt x="5003922" y="1831503"/>
                  </a:lnTo>
                  <a:lnTo>
                    <a:pt x="5004297" y="1831503"/>
                  </a:lnTo>
                  <a:lnTo>
                    <a:pt x="5004798" y="1821549"/>
                  </a:lnTo>
                  <a:lnTo>
                    <a:pt x="5005298" y="1821549"/>
                  </a:lnTo>
                  <a:lnTo>
                    <a:pt x="5005673" y="1821549"/>
                  </a:lnTo>
                  <a:lnTo>
                    <a:pt x="5005923" y="1821549"/>
                  </a:lnTo>
                  <a:lnTo>
                    <a:pt x="5006923" y="1821549"/>
                  </a:lnTo>
                  <a:lnTo>
                    <a:pt x="5007674" y="1821549"/>
                  </a:lnTo>
                  <a:lnTo>
                    <a:pt x="5007799" y="1821549"/>
                  </a:lnTo>
                  <a:lnTo>
                    <a:pt x="5007924" y="1821549"/>
                  </a:lnTo>
                  <a:lnTo>
                    <a:pt x="5008174" y="1821549"/>
                  </a:lnTo>
                  <a:lnTo>
                    <a:pt x="5008299" y="1821549"/>
                  </a:lnTo>
                  <a:lnTo>
                    <a:pt x="5008424" y="1821549"/>
                  </a:lnTo>
                  <a:lnTo>
                    <a:pt x="5009299" y="1821549"/>
                  </a:lnTo>
                  <a:lnTo>
                    <a:pt x="5009424" y="1821549"/>
                  </a:lnTo>
                  <a:lnTo>
                    <a:pt x="5009924" y="1821549"/>
                  </a:lnTo>
                  <a:lnTo>
                    <a:pt x="5010049" y="1821549"/>
                  </a:lnTo>
                  <a:lnTo>
                    <a:pt x="5010174" y="1821549"/>
                  </a:lnTo>
                  <a:lnTo>
                    <a:pt x="5010299" y="1821549"/>
                  </a:lnTo>
                  <a:lnTo>
                    <a:pt x="5010800" y="1821549"/>
                  </a:lnTo>
                  <a:lnTo>
                    <a:pt x="5010925" y="1821549"/>
                  </a:lnTo>
                  <a:lnTo>
                    <a:pt x="5011300" y="1821549"/>
                  </a:lnTo>
                  <a:lnTo>
                    <a:pt x="5011675" y="1821549"/>
                  </a:lnTo>
                  <a:lnTo>
                    <a:pt x="5012050" y="1821549"/>
                  </a:lnTo>
                  <a:lnTo>
                    <a:pt x="5012300" y="1821549"/>
                  </a:lnTo>
                  <a:lnTo>
                    <a:pt x="5012425" y="1821549"/>
                  </a:lnTo>
                  <a:lnTo>
                    <a:pt x="5012925" y="1821549"/>
                  </a:lnTo>
                  <a:lnTo>
                    <a:pt x="5013425" y="1821549"/>
                  </a:lnTo>
                  <a:lnTo>
                    <a:pt x="5013551" y="1821549"/>
                  </a:lnTo>
                  <a:lnTo>
                    <a:pt x="5013676" y="1821549"/>
                  </a:lnTo>
                  <a:lnTo>
                    <a:pt x="5014676" y="1821549"/>
                  </a:lnTo>
                  <a:lnTo>
                    <a:pt x="5014801" y="1821549"/>
                  </a:lnTo>
                  <a:lnTo>
                    <a:pt x="5015301" y="1821549"/>
                  </a:lnTo>
                  <a:lnTo>
                    <a:pt x="5015426" y="1821549"/>
                  </a:lnTo>
                  <a:lnTo>
                    <a:pt x="5015676" y="1821549"/>
                  </a:lnTo>
                  <a:lnTo>
                    <a:pt x="5016051" y="1821549"/>
                  </a:lnTo>
                  <a:lnTo>
                    <a:pt x="5016301" y="1821549"/>
                  </a:lnTo>
                  <a:lnTo>
                    <a:pt x="5016301" y="1811595"/>
                  </a:lnTo>
                  <a:lnTo>
                    <a:pt x="5016552" y="1811595"/>
                  </a:lnTo>
                  <a:lnTo>
                    <a:pt x="5017802" y="1801641"/>
                  </a:lnTo>
                  <a:lnTo>
                    <a:pt x="5017927" y="1801641"/>
                  </a:lnTo>
                  <a:lnTo>
                    <a:pt x="5018052" y="1801641"/>
                  </a:lnTo>
                  <a:lnTo>
                    <a:pt x="5018302" y="1801641"/>
                  </a:lnTo>
                  <a:lnTo>
                    <a:pt x="5018427" y="1801641"/>
                  </a:lnTo>
                  <a:lnTo>
                    <a:pt x="5019052" y="1801641"/>
                  </a:lnTo>
                  <a:lnTo>
                    <a:pt x="5019177" y="1801641"/>
                  </a:lnTo>
                  <a:lnTo>
                    <a:pt x="5019427" y="1801641"/>
                  </a:lnTo>
                  <a:lnTo>
                    <a:pt x="5019678" y="1801641"/>
                  </a:lnTo>
                  <a:lnTo>
                    <a:pt x="5020053" y="1801641"/>
                  </a:lnTo>
                  <a:lnTo>
                    <a:pt x="5020678" y="1801641"/>
                  </a:lnTo>
                  <a:lnTo>
                    <a:pt x="5021178" y="1801641"/>
                  </a:lnTo>
                  <a:lnTo>
                    <a:pt x="5022178" y="1801641"/>
                  </a:lnTo>
                  <a:lnTo>
                    <a:pt x="5022428" y="1801641"/>
                  </a:lnTo>
                  <a:lnTo>
                    <a:pt x="5022554" y="1801641"/>
                  </a:lnTo>
                  <a:lnTo>
                    <a:pt x="5022679" y="1801641"/>
                  </a:lnTo>
                  <a:lnTo>
                    <a:pt x="5022929" y="1801641"/>
                  </a:lnTo>
                  <a:lnTo>
                    <a:pt x="5023054" y="1801641"/>
                  </a:lnTo>
                  <a:lnTo>
                    <a:pt x="5023429" y="1801641"/>
                  </a:lnTo>
                  <a:lnTo>
                    <a:pt x="5023554" y="1801641"/>
                  </a:lnTo>
                  <a:lnTo>
                    <a:pt x="5023679" y="1801641"/>
                  </a:lnTo>
                  <a:lnTo>
                    <a:pt x="5023804" y="1801641"/>
                  </a:lnTo>
                  <a:lnTo>
                    <a:pt x="5023929" y="1801641"/>
                  </a:lnTo>
                  <a:lnTo>
                    <a:pt x="5025680" y="1801641"/>
                  </a:lnTo>
                  <a:lnTo>
                    <a:pt x="5025930" y="1801641"/>
                  </a:lnTo>
                  <a:lnTo>
                    <a:pt x="5026430" y="1801641"/>
                  </a:lnTo>
                  <a:lnTo>
                    <a:pt x="5026805" y="1801641"/>
                  </a:lnTo>
                  <a:lnTo>
                    <a:pt x="5027055" y="1801641"/>
                  </a:lnTo>
                  <a:lnTo>
                    <a:pt x="5027305" y="1801641"/>
                  </a:lnTo>
                  <a:lnTo>
                    <a:pt x="5027930" y="1801641"/>
                  </a:lnTo>
                  <a:lnTo>
                    <a:pt x="5028430" y="1801641"/>
                  </a:lnTo>
                  <a:lnTo>
                    <a:pt x="5028681" y="1801641"/>
                  </a:lnTo>
                  <a:lnTo>
                    <a:pt x="5028931" y="1801641"/>
                  </a:lnTo>
                  <a:lnTo>
                    <a:pt x="5029181" y="1801641"/>
                  </a:lnTo>
                  <a:lnTo>
                    <a:pt x="5029556" y="1801641"/>
                  </a:lnTo>
                  <a:lnTo>
                    <a:pt x="5030181" y="1801641"/>
                  </a:lnTo>
                  <a:lnTo>
                    <a:pt x="5030306" y="1801641"/>
                  </a:lnTo>
                  <a:lnTo>
                    <a:pt x="5031181" y="1801641"/>
                  </a:lnTo>
                  <a:lnTo>
                    <a:pt x="5031557" y="1801641"/>
                  </a:lnTo>
                  <a:lnTo>
                    <a:pt x="5031932" y="1801641"/>
                  </a:lnTo>
                  <a:lnTo>
                    <a:pt x="5032182" y="1801641"/>
                  </a:lnTo>
                  <a:lnTo>
                    <a:pt x="5032307" y="1801641"/>
                  </a:lnTo>
                  <a:lnTo>
                    <a:pt x="5032432" y="1801641"/>
                  </a:lnTo>
                  <a:lnTo>
                    <a:pt x="5032557" y="1801641"/>
                  </a:lnTo>
                  <a:lnTo>
                    <a:pt x="5032807" y="1801641"/>
                  </a:lnTo>
                  <a:lnTo>
                    <a:pt x="5033682" y="1801641"/>
                  </a:lnTo>
                  <a:lnTo>
                    <a:pt x="5034182" y="1801641"/>
                  </a:lnTo>
                  <a:lnTo>
                    <a:pt x="5035058" y="1801641"/>
                  </a:lnTo>
                  <a:lnTo>
                    <a:pt x="5035183" y="1801641"/>
                  </a:lnTo>
                  <a:lnTo>
                    <a:pt x="5035308" y="1801641"/>
                  </a:lnTo>
                  <a:lnTo>
                    <a:pt x="5035683" y="1801641"/>
                  </a:lnTo>
                  <a:lnTo>
                    <a:pt x="5035808" y="1801641"/>
                  </a:lnTo>
                  <a:lnTo>
                    <a:pt x="5036308" y="1801641"/>
                  </a:lnTo>
                  <a:lnTo>
                    <a:pt x="5036558" y="1801641"/>
                  </a:lnTo>
                  <a:lnTo>
                    <a:pt x="5036933" y="1801641"/>
                  </a:lnTo>
                  <a:lnTo>
                    <a:pt x="5037058" y="1801641"/>
                  </a:lnTo>
                  <a:lnTo>
                    <a:pt x="5037183" y="1801641"/>
                  </a:lnTo>
                  <a:lnTo>
                    <a:pt x="5038434" y="1801641"/>
                  </a:lnTo>
                  <a:lnTo>
                    <a:pt x="5038559" y="1801641"/>
                  </a:lnTo>
                  <a:lnTo>
                    <a:pt x="5039309" y="1801641"/>
                  </a:lnTo>
                  <a:lnTo>
                    <a:pt x="5039684" y="1801641"/>
                  </a:lnTo>
                  <a:lnTo>
                    <a:pt x="5039809" y="1801641"/>
                  </a:lnTo>
                  <a:lnTo>
                    <a:pt x="5040059" y="1801641"/>
                  </a:lnTo>
                  <a:lnTo>
                    <a:pt x="5040184" y="1801641"/>
                  </a:lnTo>
                  <a:lnTo>
                    <a:pt x="5040434" y="1801641"/>
                  </a:lnTo>
                  <a:lnTo>
                    <a:pt x="5041060" y="1801641"/>
                  </a:lnTo>
                  <a:lnTo>
                    <a:pt x="5041685" y="1801641"/>
                  </a:lnTo>
                  <a:lnTo>
                    <a:pt x="5041935" y="1801641"/>
                  </a:lnTo>
                  <a:lnTo>
                    <a:pt x="5042185" y="1801641"/>
                  </a:lnTo>
                  <a:lnTo>
                    <a:pt x="5042435" y="1801641"/>
                  </a:lnTo>
                  <a:lnTo>
                    <a:pt x="5042685" y="1801641"/>
                  </a:lnTo>
                  <a:lnTo>
                    <a:pt x="5042810" y="1791688"/>
                  </a:lnTo>
                  <a:lnTo>
                    <a:pt x="5043185" y="1791688"/>
                  </a:lnTo>
                  <a:lnTo>
                    <a:pt x="5043561" y="1791688"/>
                  </a:lnTo>
                  <a:lnTo>
                    <a:pt x="5043686" y="1791688"/>
                  </a:lnTo>
                  <a:lnTo>
                    <a:pt x="5045811" y="1791688"/>
                  </a:lnTo>
                  <a:lnTo>
                    <a:pt x="5045936" y="1791688"/>
                  </a:lnTo>
                  <a:lnTo>
                    <a:pt x="5046061" y="1791688"/>
                  </a:lnTo>
                  <a:lnTo>
                    <a:pt x="5046562" y="1791688"/>
                  </a:lnTo>
                  <a:lnTo>
                    <a:pt x="5046687" y="1791688"/>
                  </a:lnTo>
                  <a:lnTo>
                    <a:pt x="5047062" y="1781734"/>
                  </a:lnTo>
                  <a:lnTo>
                    <a:pt x="5047187" y="1781734"/>
                  </a:lnTo>
                  <a:lnTo>
                    <a:pt x="5047312" y="1781734"/>
                  </a:lnTo>
                  <a:lnTo>
                    <a:pt x="5047437" y="1781734"/>
                  </a:lnTo>
                  <a:lnTo>
                    <a:pt x="5047812" y="1781734"/>
                  </a:lnTo>
                  <a:lnTo>
                    <a:pt x="5047937" y="1781734"/>
                  </a:lnTo>
                  <a:lnTo>
                    <a:pt x="5048312" y="1781734"/>
                  </a:lnTo>
                  <a:lnTo>
                    <a:pt x="5048437" y="1781734"/>
                  </a:lnTo>
                  <a:lnTo>
                    <a:pt x="5048687" y="1781734"/>
                  </a:lnTo>
                  <a:lnTo>
                    <a:pt x="5048812" y="1781734"/>
                  </a:lnTo>
                  <a:lnTo>
                    <a:pt x="5049187" y="1781734"/>
                  </a:lnTo>
                  <a:lnTo>
                    <a:pt x="5049312" y="1781734"/>
                  </a:lnTo>
                  <a:lnTo>
                    <a:pt x="5050188" y="1771780"/>
                  </a:lnTo>
                  <a:lnTo>
                    <a:pt x="5050563" y="1771780"/>
                  </a:lnTo>
                  <a:lnTo>
                    <a:pt x="5050688" y="1771780"/>
                  </a:lnTo>
                  <a:lnTo>
                    <a:pt x="5051063" y="1771780"/>
                  </a:lnTo>
                  <a:lnTo>
                    <a:pt x="5051563" y="1771780"/>
                  </a:lnTo>
                  <a:lnTo>
                    <a:pt x="5051688" y="1771780"/>
                  </a:lnTo>
                  <a:lnTo>
                    <a:pt x="5051813" y="1771780"/>
                  </a:lnTo>
                  <a:lnTo>
                    <a:pt x="5052063" y="1771780"/>
                  </a:lnTo>
                  <a:lnTo>
                    <a:pt x="5052188" y="1771780"/>
                  </a:lnTo>
                  <a:lnTo>
                    <a:pt x="5052439" y="1771780"/>
                  </a:lnTo>
                  <a:lnTo>
                    <a:pt x="5052814" y="1771780"/>
                  </a:lnTo>
                  <a:lnTo>
                    <a:pt x="5052939" y="1771780"/>
                  </a:lnTo>
                  <a:lnTo>
                    <a:pt x="5053314" y="1771780"/>
                  </a:lnTo>
                  <a:lnTo>
                    <a:pt x="5054189" y="1771780"/>
                  </a:lnTo>
                  <a:lnTo>
                    <a:pt x="5054314" y="1771780"/>
                  </a:lnTo>
                  <a:lnTo>
                    <a:pt x="5054439" y="1771780"/>
                  </a:lnTo>
                  <a:lnTo>
                    <a:pt x="5054689" y="1771780"/>
                  </a:lnTo>
                  <a:lnTo>
                    <a:pt x="5056065" y="1771780"/>
                  </a:lnTo>
                  <a:lnTo>
                    <a:pt x="5056690" y="1771780"/>
                  </a:lnTo>
                  <a:lnTo>
                    <a:pt x="5057315" y="1771780"/>
                  </a:lnTo>
                  <a:lnTo>
                    <a:pt x="5057440" y="1771780"/>
                  </a:lnTo>
                  <a:lnTo>
                    <a:pt x="5057690" y="1771780"/>
                  </a:lnTo>
                  <a:lnTo>
                    <a:pt x="5058190" y="1771780"/>
                  </a:lnTo>
                  <a:lnTo>
                    <a:pt x="5058441" y="1771780"/>
                  </a:lnTo>
                  <a:lnTo>
                    <a:pt x="5058566" y="1771780"/>
                  </a:lnTo>
                  <a:lnTo>
                    <a:pt x="5058691" y="1771780"/>
                  </a:lnTo>
                  <a:lnTo>
                    <a:pt x="5059691" y="1761826"/>
                  </a:lnTo>
                  <a:lnTo>
                    <a:pt x="5059816" y="1761826"/>
                  </a:lnTo>
                  <a:lnTo>
                    <a:pt x="5059941" y="1761826"/>
                  </a:lnTo>
                  <a:lnTo>
                    <a:pt x="5060566" y="1761826"/>
                  </a:lnTo>
                  <a:lnTo>
                    <a:pt x="5060816" y="1761826"/>
                  </a:lnTo>
                  <a:lnTo>
                    <a:pt x="5061066" y="1761826"/>
                  </a:lnTo>
                  <a:lnTo>
                    <a:pt x="5061191" y="1761826"/>
                  </a:lnTo>
                  <a:lnTo>
                    <a:pt x="5061316" y="1761826"/>
                  </a:lnTo>
                  <a:lnTo>
                    <a:pt x="5062192" y="1761826"/>
                  </a:lnTo>
                  <a:lnTo>
                    <a:pt x="5062317" y="1761826"/>
                  </a:lnTo>
                  <a:lnTo>
                    <a:pt x="5062442" y="1761826"/>
                  </a:lnTo>
                  <a:lnTo>
                    <a:pt x="5062692" y="1761826"/>
                  </a:lnTo>
                  <a:lnTo>
                    <a:pt x="5063067" y="1761826"/>
                  </a:lnTo>
                  <a:lnTo>
                    <a:pt x="5063442" y="1761826"/>
                  </a:lnTo>
                  <a:lnTo>
                    <a:pt x="5063942" y="1761826"/>
                  </a:lnTo>
                  <a:lnTo>
                    <a:pt x="5064192" y="1761826"/>
                  </a:lnTo>
                  <a:lnTo>
                    <a:pt x="5064317" y="1761826"/>
                  </a:lnTo>
                  <a:lnTo>
                    <a:pt x="5064443" y="1761826"/>
                  </a:lnTo>
                  <a:lnTo>
                    <a:pt x="5064818" y="1761826"/>
                  </a:lnTo>
                  <a:lnTo>
                    <a:pt x="5064943" y="1761826"/>
                  </a:lnTo>
                  <a:lnTo>
                    <a:pt x="5066818" y="1761826"/>
                  </a:lnTo>
                  <a:lnTo>
                    <a:pt x="5066943" y="1761826"/>
                  </a:lnTo>
                  <a:lnTo>
                    <a:pt x="5067068" y="1761826"/>
                  </a:lnTo>
                  <a:lnTo>
                    <a:pt x="5067819" y="1751872"/>
                  </a:lnTo>
                  <a:lnTo>
                    <a:pt x="5068069" y="1751872"/>
                  </a:lnTo>
                  <a:lnTo>
                    <a:pt x="5068319" y="1751872"/>
                  </a:lnTo>
                  <a:lnTo>
                    <a:pt x="5068694" y="1751872"/>
                  </a:lnTo>
                  <a:lnTo>
                    <a:pt x="5068819" y="1751872"/>
                  </a:lnTo>
                  <a:lnTo>
                    <a:pt x="5068944" y="1751872"/>
                  </a:lnTo>
                  <a:lnTo>
                    <a:pt x="5069444" y="1751872"/>
                  </a:lnTo>
                  <a:lnTo>
                    <a:pt x="5069694" y="1751872"/>
                  </a:lnTo>
                  <a:lnTo>
                    <a:pt x="5070570" y="1751872"/>
                  </a:lnTo>
                  <a:lnTo>
                    <a:pt x="5070820" y="1751872"/>
                  </a:lnTo>
                  <a:lnTo>
                    <a:pt x="5070945" y="1751872"/>
                  </a:lnTo>
                  <a:lnTo>
                    <a:pt x="5071070" y="1751872"/>
                  </a:lnTo>
                  <a:lnTo>
                    <a:pt x="5071195" y="1751872"/>
                  </a:lnTo>
                  <a:lnTo>
                    <a:pt x="5071445" y="1751872"/>
                  </a:lnTo>
                  <a:lnTo>
                    <a:pt x="5071820" y="1751872"/>
                  </a:lnTo>
                  <a:lnTo>
                    <a:pt x="5072320" y="1751872"/>
                  </a:lnTo>
                  <a:lnTo>
                    <a:pt x="5072445" y="1751872"/>
                  </a:lnTo>
                  <a:lnTo>
                    <a:pt x="5072945" y="1751872"/>
                  </a:lnTo>
                  <a:lnTo>
                    <a:pt x="5073446" y="1751872"/>
                  </a:lnTo>
                  <a:lnTo>
                    <a:pt x="5073696" y="1751872"/>
                  </a:lnTo>
                  <a:lnTo>
                    <a:pt x="5073946" y="1751872"/>
                  </a:lnTo>
                  <a:lnTo>
                    <a:pt x="5074071" y="1751872"/>
                  </a:lnTo>
                  <a:lnTo>
                    <a:pt x="5074571" y="1751872"/>
                  </a:lnTo>
                  <a:lnTo>
                    <a:pt x="5075446" y="1751872"/>
                  </a:lnTo>
                  <a:lnTo>
                    <a:pt x="5076196" y="1751872"/>
                  </a:lnTo>
                  <a:lnTo>
                    <a:pt x="5076321" y="1751872"/>
                  </a:lnTo>
                  <a:lnTo>
                    <a:pt x="5076572" y="1751872"/>
                  </a:lnTo>
                  <a:lnTo>
                    <a:pt x="5076822" y="1751872"/>
                  </a:lnTo>
                  <a:lnTo>
                    <a:pt x="5077072" y="1751872"/>
                  </a:lnTo>
                  <a:lnTo>
                    <a:pt x="5077197" y="1751872"/>
                  </a:lnTo>
                  <a:lnTo>
                    <a:pt x="5077322" y="1751872"/>
                  </a:lnTo>
                  <a:lnTo>
                    <a:pt x="5077697" y="1751872"/>
                  </a:lnTo>
                  <a:lnTo>
                    <a:pt x="5077822" y="1751872"/>
                  </a:lnTo>
                  <a:lnTo>
                    <a:pt x="5078197" y="1751872"/>
                  </a:lnTo>
                  <a:lnTo>
                    <a:pt x="5079448" y="1751872"/>
                  </a:lnTo>
                  <a:lnTo>
                    <a:pt x="5079573" y="1751872"/>
                  </a:lnTo>
                  <a:lnTo>
                    <a:pt x="5079948" y="1751872"/>
                  </a:lnTo>
                  <a:lnTo>
                    <a:pt x="5080073" y="1751872"/>
                  </a:lnTo>
                  <a:lnTo>
                    <a:pt x="5080323" y="1751872"/>
                  </a:lnTo>
                  <a:lnTo>
                    <a:pt x="5080823" y="1751872"/>
                  </a:lnTo>
                  <a:lnTo>
                    <a:pt x="5081073" y="1751872"/>
                  </a:lnTo>
                  <a:lnTo>
                    <a:pt x="5081823" y="1751872"/>
                  </a:lnTo>
                  <a:lnTo>
                    <a:pt x="5081948" y="1751872"/>
                  </a:lnTo>
                  <a:lnTo>
                    <a:pt x="5082073" y="1751872"/>
                  </a:lnTo>
                  <a:lnTo>
                    <a:pt x="5082073" y="1741918"/>
                  </a:lnTo>
                  <a:lnTo>
                    <a:pt x="5082574" y="1741918"/>
                  </a:lnTo>
                  <a:lnTo>
                    <a:pt x="5082699" y="1741918"/>
                  </a:lnTo>
                  <a:lnTo>
                    <a:pt x="5082824" y="1741918"/>
                  </a:lnTo>
                  <a:lnTo>
                    <a:pt x="5083199" y="1741918"/>
                  </a:lnTo>
                  <a:lnTo>
                    <a:pt x="5083949" y="1731965"/>
                  </a:lnTo>
                  <a:lnTo>
                    <a:pt x="5084074" y="1731965"/>
                  </a:lnTo>
                  <a:lnTo>
                    <a:pt x="5084449" y="1731965"/>
                  </a:lnTo>
                  <a:lnTo>
                    <a:pt x="5084949" y="1731965"/>
                  </a:lnTo>
                  <a:lnTo>
                    <a:pt x="5085700" y="1731965"/>
                  </a:lnTo>
                  <a:lnTo>
                    <a:pt x="5085950" y="1731965"/>
                  </a:lnTo>
                  <a:lnTo>
                    <a:pt x="5087200" y="1731965"/>
                  </a:lnTo>
                  <a:lnTo>
                    <a:pt x="5087325" y="1731965"/>
                  </a:lnTo>
                  <a:lnTo>
                    <a:pt x="5087450" y="1731965"/>
                  </a:lnTo>
                  <a:lnTo>
                    <a:pt x="5087575" y="1731965"/>
                  </a:lnTo>
                  <a:lnTo>
                    <a:pt x="5087700" y="1731965"/>
                  </a:lnTo>
                  <a:lnTo>
                    <a:pt x="5087825" y="1731965"/>
                  </a:lnTo>
                  <a:lnTo>
                    <a:pt x="5088075" y="1731965"/>
                  </a:lnTo>
                  <a:lnTo>
                    <a:pt x="5088826" y="1731965"/>
                  </a:lnTo>
                  <a:lnTo>
                    <a:pt x="5089076" y="1731965"/>
                  </a:lnTo>
                  <a:lnTo>
                    <a:pt x="5089576" y="1731965"/>
                  </a:lnTo>
                  <a:lnTo>
                    <a:pt x="5089701" y="1731965"/>
                  </a:lnTo>
                  <a:lnTo>
                    <a:pt x="5089826" y="1731965"/>
                  </a:lnTo>
                  <a:lnTo>
                    <a:pt x="5089951" y="1731965"/>
                  </a:lnTo>
                  <a:lnTo>
                    <a:pt x="5090326" y="1731965"/>
                  </a:lnTo>
                  <a:lnTo>
                    <a:pt x="5091201" y="1731965"/>
                  </a:lnTo>
                  <a:lnTo>
                    <a:pt x="5091577" y="1731965"/>
                  </a:lnTo>
                  <a:lnTo>
                    <a:pt x="5091702" y="1731965"/>
                  </a:lnTo>
                  <a:lnTo>
                    <a:pt x="5091827" y="1731965"/>
                  </a:lnTo>
                  <a:lnTo>
                    <a:pt x="5091952" y="1731965"/>
                  </a:lnTo>
                  <a:lnTo>
                    <a:pt x="5092327" y="1731965"/>
                  </a:lnTo>
                  <a:lnTo>
                    <a:pt x="5093327" y="1731965"/>
                  </a:lnTo>
                  <a:lnTo>
                    <a:pt x="5093452" y="1731965"/>
                  </a:lnTo>
                  <a:lnTo>
                    <a:pt x="5093577" y="1731965"/>
                  </a:lnTo>
                  <a:lnTo>
                    <a:pt x="5093952" y="1731965"/>
                  </a:lnTo>
                  <a:lnTo>
                    <a:pt x="5094453" y="1731965"/>
                  </a:lnTo>
                  <a:lnTo>
                    <a:pt x="5094578" y="1731965"/>
                  </a:lnTo>
                  <a:lnTo>
                    <a:pt x="5095453" y="1731965"/>
                  </a:lnTo>
                  <a:lnTo>
                    <a:pt x="5095703" y="1731965"/>
                  </a:lnTo>
                  <a:lnTo>
                    <a:pt x="5095953" y="1731965"/>
                  </a:lnTo>
                  <a:lnTo>
                    <a:pt x="5096078" y="1731965"/>
                  </a:lnTo>
                  <a:lnTo>
                    <a:pt x="5096328" y="1731965"/>
                  </a:lnTo>
                  <a:lnTo>
                    <a:pt x="5096578" y="1731965"/>
                  </a:lnTo>
                  <a:lnTo>
                    <a:pt x="5097078" y="1731965"/>
                  </a:lnTo>
                  <a:lnTo>
                    <a:pt x="5097329" y="1731965"/>
                  </a:lnTo>
                  <a:lnTo>
                    <a:pt x="5097454" y="1731965"/>
                  </a:lnTo>
                  <a:lnTo>
                    <a:pt x="5098329" y="1731965"/>
                  </a:lnTo>
                  <a:lnTo>
                    <a:pt x="5098454" y="1731965"/>
                  </a:lnTo>
                  <a:lnTo>
                    <a:pt x="5098579" y="1731965"/>
                  </a:lnTo>
                  <a:lnTo>
                    <a:pt x="5099079" y="1722011"/>
                  </a:lnTo>
                  <a:lnTo>
                    <a:pt x="5099204" y="1722011"/>
                  </a:lnTo>
                  <a:lnTo>
                    <a:pt x="5099204" y="1712057"/>
                  </a:lnTo>
                  <a:lnTo>
                    <a:pt x="5099329" y="1712057"/>
                  </a:lnTo>
                  <a:lnTo>
                    <a:pt x="5100079" y="1712057"/>
                  </a:lnTo>
                  <a:lnTo>
                    <a:pt x="5100204" y="1712057"/>
                  </a:lnTo>
                  <a:lnTo>
                    <a:pt x="5100705" y="1712057"/>
                  </a:lnTo>
                  <a:lnTo>
                    <a:pt x="5100955" y="1712057"/>
                  </a:lnTo>
                  <a:lnTo>
                    <a:pt x="5101080" y="1712057"/>
                  </a:lnTo>
                  <a:lnTo>
                    <a:pt x="5101455" y="1712057"/>
                  </a:lnTo>
                  <a:lnTo>
                    <a:pt x="5101580" y="1712057"/>
                  </a:lnTo>
                  <a:lnTo>
                    <a:pt x="5101955" y="1712057"/>
                  </a:lnTo>
                  <a:lnTo>
                    <a:pt x="5102580" y="1712057"/>
                  </a:lnTo>
                  <a:lnTo>
                    <a:pt x="5102705" y="1712057"/>
                  </a:lnTo>
                  <a:lnTo>
                    <a:pt x="5102830" y="1712057"/>
                  </a:lnTo>
                  <a:lnTo>
                    <a:pt x="5102955" y="1712057"/>
                  </a:lnTo>
                  <a:lnTo>
                    <a:pt x="5103706" y="1712057"/>
                  </a:lnTo>
                  <a:lnTo>
                    <a:pt x="5103956" y="1712057"/>
                  </a:lnTo>
                  <a:lnTo>
                    <a:pt x="5104456" y="1712057"/>
                  </a:lnTo>
                  <a:lnTo>
                    <a:pt x="5104706" y="1712057"/>
                  </a:lnTo>
                  <a:lnTo>
                    <a:pt x="5104831" y="1712057"/>
                  </a:lnTo>
                  <a:lnTo>
                    <a:pt x="5105081" y="1712057"/>
                  </a:lnTo>
                  <a:lnTo>
                    <a:pt x="5105206" y="1712057"/>
                  </a:lnTo>
                  <a:lnTo>
                    <a:pt x="5105706" y="1712057"/>
                  </a:lnTo>
                  <a:lnTo>
                    <a:pt x="5106206" y="1702103"/>
                  </a:lnTo>
                  <a:lnTo>
                    <a:pt x="5106582" y="1702103"/>
                  </a:lnTo>
                  <a:lnTo>
                    <a:pt x="5106957" y="1702103"/>
                  </a:lnTo>
                  <a:lnTo>
                    <a:pt x="5107332" y="1702103"/>
                  </a:lnTo>
                  <a:lnTo>
                    <a:pt x="5107457" y="1702103"/>
                  </a:lnTo>
                  <a:lnTo>
                    <a:pt x="5107582" y="1702103"/>
                  </a:lnTo>
                  <a:lnTo>
                    <a:pt x="5107707" y="1702103"/>
                  </a:lnTo>
                  <a:lnTo>
                    <a:pt x="5107832" y="1702103"/>
                  </a:lnTo>
                  <a:lnTo>
                    <a:pt x="5107957" y="1702103"/>
                  </a:lnTo>
                  <a:lnTo>
                    <a:pt x="5108082" y="1702103"/>
                  </a:lnTo>
                  <a:lnTo>
                    <a:pt x="5108207" y="1702103"/>
                  </a:lnTo>
                  <a:lnTo>
                    <a:pt x="5108332" y="1702103"/>
                  </a:lnTo>
                  <a:lnTo>
                    <a:pt x="5108457" y="1702103"/>
                  </a:lnTo>
                  <a:lnTo>
                    <a:pt x="5108832" y="1702103"/>
                  </a:lnTo>
                  <a:lnTo>
                    <a:pt x="5109333" y="1702103"/>
                  </a:lnTo>
                  <a:lnTo>
                    <a:pt x="5109458" y="1702103"/>
                  </a:lnTo>
                  <a:lnTo>
                    <a:pt x="5109958" y="1702103"/>
                  </a:lnTo>
                  <a:lnTo>
                    <a:pt x="5110208" y="1702103"/>
                  </a:lnTo>
                  <a:lnTo>
                    <a:pt x="5110583" y="1702103"/>
                  </a:lnTo>
                  <a:lnTo>
                    <a:pt x="5110708" y="1702103"/>
                  </a:lnTo>
                  <a:lnTo>
                    <a:pt x="5110833" y="1702103"/>
                  </a:lnTo>
                  <a:lnTo>
                    <a:pt x="5110958" y="1702103"/>
                  </a:lnTo>
                  <a:lnTo>
                    <a:pt x="5111333" y="1702103"/>
                  </a:lnTo>
                  <a:lnTo>
                    <a:pt x="5111458" y="1702103"/>
                  </a:lnTo>
                  <a:lnTo>
                    <a:pt x="5111583" y="1702103"/>
                  </a:lnTo>
                  <a:lnTo>
                    <a:pt x="5111708" y="1702103"/>
                  </a:lnTo>
                  <a:lnTo>
                    <a:pt x="5111833" y="1702103"/>
                  </a:lnTo>
                  <a:lnTo>
                    <a:pt x="5111958" y="1702103"/>
                  </a:lnTo>
                  <a:lnTo>
                    <a:pt x="5112083" y="1702103"/>
                  </a:lnTo>
                  <a:lnTo>
                    <a:pt x="5112208" y="1702103"/>
                  </a:lnTo>
                  <a:lnTo>
                    <a:pt x="5112584" y="1702103"/>
                  </a:lnTo>
                  <a:lnTo>
                    <a:pt x="5112959" y="1702103"/>
                  </a:lnTo>
                  <a:lnTo>
                    <a:pt x="5117710" y="1702103"/>
                  </a:lnTo>
                  <a:lnTo>
                    <a:pt x="5118085" y="1702103"/>
                  </a:lnTo>
                  <a:lnTo>
                    <a:pt x="5118210" y="1702103"/>
                  </a:lnTo>
                  <a:lnTo>
                    <a:pt x="5118336" y="1702103"/>
                  </a:lnTo>
                  <a:lnTo>
                    <a:pt x="5118711" y="1702103"/>
                  </a:lnTo>
                  <a:lnTo>
                    <a:pt x="5118836" y="1702103"/>
                  </a:lnTo>
                  <a:lnTo>
                    <a:pt x="5118961" y="1702103"/>
                  </a:lnTo>
                  <a:lnTo>
                    <a:pt x="5119336" y="1702103"/>
                  </a:lnTo>
                  <a:lnTo>
                    <a:pt x="5119586" y="1702103"/>
                  </a:lnTo>
                  <a:lnTo>
                    <a:pt x="5119961" y="1702103"/>
                  </a:lnTo>
                  <a:lnTo>
                    <a:pt x="5120086" y="1702103"/>
                  </a:lnTo>
                  <a:lnTo>
                    <a:pt x="5120211" y="1702103"/>
                  </a:lnTo>
                  <a:lnTo>
                    <a:pt x="5121086" y="1702103"/>
                  </a:lnTo>
                  <a:lnTo>
                    <a:pt x="5121211" y="1702103"/>
                  </a:lnTo>
                  <a:lnTo>
                    <a:pt x="5121337" y="1702103"/>
                  </a:lnTo>
                  <a:lnTo>
                    <a:pt x="5121587" y="1702103"/>
                  </a:lnTo>
                  <a:lnTo>
                    <a:pt x="5121837" y="1702103"/>
                  </a:lnTo>
                  <a:lnTo>
                    <a:pt x="5121962" y="1702103"/>
                  </a:lnTo>
                  <a:lnTo>
                    <a:pt x="5122462" y="1702103"/>
                  </a:lnTo>
                  <a:lnTo>
                    <a:pt x="5122712" y="1702103"/>
                  </a:lnTo>
                  <a:lnTo>
                    <a:pt x="5123337" y="1702103"/>
                  </a:lnTo>
                  <a:lnTo>
                    <a:pt x="5123337" y="1692149"/>
                  </a:lnTo>
                  <a:lnTo>
                    <a:pt x="5123712" y="1692149"/>
                  </a:lnTo>
                  <a:lnTo>
                    <a:pt x="5123837" y="1692149"/>
                  </a:lnTo>
                  <a:lnTo>
                    <a:pt x="5124087" y="1692149"/>
                  </a:lnTo>
                  <a:lnTo>
                    <a:pt x="5124213" y="1692149"/>
                  </a:lnTo>
                  <a:lnTo>
                    <a:pt x="5124338" y="1692149"/>
                  </a:lnTo>
                  <a:lnTo>
                    <a:pt x="5124463" y="1692149"/>
                  </a:lnTo>
                  <a:lnTo>
                    <a:pt x="5124713" y="1692149"/>
                  </a:lnTo>
                  <a:lnTo>
                    <a:pt x="5124838" y="1692149"/>
                  </a:lnTo>
                  <a:lnTo>
                    <a:pt x="5125713" y="1692149"/>
                  </a:lnTo>
                  <a:lnTo>
                    <a:pt x="5125963" y="1692149"/>
                  </a:lnTo>
                  <a:lnTo>
                    <a:pt x="5127214" y="1692149"/>
                  </a:lnTo>
                  <a:lnTo>
                    <a:pt x="5127714" y="1692149"/>
                  </a:lnTo>
                  <a:lnTo>
                    <a:pt x="5127839" y="1692149"/>
                  </a:lnTo>
                  <a:lnTo>
                    <a:pt x="5128339" y="1682196"/>
                  </a:lnTo>
                  <a:lnTo>
                    <a:pt x="5128714" y="1682196"/>
                  </a:lnTo>
                  <a:lnTo>
                    <a:pt x="5128839" y="1682196"/>
                  </a:lnTo>
                  <a:lnTo>
                    <a:pt x="5129464" y="1682196"/>
                  </a:lnTo>
                  <a:lnTo>
                    <a:pt x="5129589" y="1682196"/>
                  </a:lnTo>
                  <a:lnTo>
                    <a:pt x="5129839" y="1682196"/>
                  </a:lnTo>
                  <a:lnTo>
                    <a:pt x="5130590" y="1682196"/>
                  </a:lnTo>
                  <a:lnTo>
                    <a:pt x="5130840" y="1682196"/>
                  </a:lnTo>
                  <a:lnTo>
                    <a:pt x="5131215" y="1682196"/>
                  </a:lnTo>
                  <a:lnTo>
                    <a:pt x="5131840" y="1662288"/>
                  </a:lnTo>
                  <a:lnTo>
                    <a:pt x="5131965" y="1662288"/>
                  </a:lnTo>
                  <a:lnTo>
                    <a:pt x="5132340" y="1662288"/>
                  </a:lnTo>
                  <a:lnTo>
                    <a:pt x="5133090" y="1662288"/>
                  </a:lnTo>
                  <a:lnTo>
                    <a:pt x="5133591" y="1662288"/>
                  </a:lnTo>
                  <a:lnTo>
                    <a:pt x="5133716" y="1662288"/>
                  </a:lnTo>
                  <a:lnTo>
                    <a:pt x="5134341" y="1662288"/>
                  </a:lnTo>
                  <a:lnTo>
                    <a:pt x="5134466" y="1662288"/>
                  </a:lnTo>
                  <a:lnTo>
                    <a:pt x="5134966" y="1662288"/>
                  </a:lnTo>
                  <a:lnTo>
                    <a:pt x="5135091" y="1662288"/>
                  </a:lnTo>
                  <a:lnTo>
                    <a:pt x="5135591" y="1662288"/>
                  </a:lnTo>
                  <a:lnTo>
                    <a:pt x="5135966" y="1662288"/>
                  </a:lnTo>
                  <a:lnTo>
                    <a:pt x="5136091" y="1662288"/>
                  </a:lnTo>
                  <a:lnTo>
                    <a:pt x="5136217" y="1662288"/>
                  </a:lnTo>
                  <a:lnTo>
                    <a:pt x="5136342" y="1662288"/>
                  </a:lnTo>
                  <a:lnTo>
                    <a:pt x="5136592" y="1662288"/>
                  </a:lnTo>
                  <a:lnTo>
                    <a:pt x="5136717" y="1662288"/>
                  </a:lnTo>
                  <a:lnTo>
                    <a:pt x="5137467" y="1662288"/>
                  </a:lnTo>
                  <a:lnTo>
                    <a:pt x="5137717" y="1662288"/>
                  </a:lnTo>
                  <a:lnTo>
                    <a:pt x="5137842" y="1662288"/>
                  </a:lnTo>
                  <a:lnTo>
                    <a:pt x="5137967" y="1662288"/>
                  </a:lnTo>
                  <a:lnTo>
                    <a:pt x="5138092" y="1662288"/>
                  </a:lnTo>
                  <a:lnTo>
                    <a:pt x="5138342" y="1662288"/>
                  </a:lnTo>
                  <a:lnTo>
                    <a:pt x="5138717" y="1662288"/>
                  </a:lnTo>
                  <a:lnTo>
                    <a:pt x="5139092" y="1662288"/>
                  </a:lnTo>
                  <a:lnTo>
                    <a:pt x="5139968" y="1662288"/>
                  </a:lnTo>
                  <a:lnTo>
                    <a:pt x="5140093" y="1662288"/>
                  </a:lnTo>
                  <a:lnTo>
                    <a:pt x="5140343" y="1662288"/>
                  </a:lnTo>
                  <a:lnTo>
                    <a:pt x="5140468" y="1662288"/>
                  </a:lnTo>
                  <a:lnTo>
                    <a:pt x="5140593" y="1662288"/>
                  </a:lnTo>
                  <a:lnTo>
                    <a:pt x="5140718" y="1662288"/>
                  </a:lnTo>
                  <a:lnTo>
                    <a:pt x="5141093" y="1662288"/>
                  </a:lnTo>
                  <a:lnTo>
                    <a:pt x="5141218" y="1662288"/>
                  </a:lnTo>
                  <a:lnTo>
                    <a:pt x="5141593" y="1662288"/>
                  </a:lnTo>
                  <a:lnTo>
                    <a:pt x="5141718" y="1662288"/>
                  </a:lnTo>
                  <a:lnTo>
                    <a:pt x="5141843" y="1662288"/>
                  </a:lnTo>
                  <a:lnTo>
                    <a:pt x="5141968" y="1662288"/>
                  </a:lnTo>
                  <a:lnTo>
                    <a:pt x="5143469" y="1662288"/>
                  </a:lnTo>
                  <a:lnTo>
                    <a:pt x="5144094" y="1662288"/>
                  </a:lnTo>
                  <a:lnTo>
                    <a:pt x="5144219" y="1662288"/>
                  </a:lnTo>
                  <a:lnTo>
                    <a:pt x="5144594" y="1662288"/>
                  </a:lnTo>
                  <a:lnTo>
                    <a:pt x="5145220" y="1662288"/>
                  </a:lnTo>
                  <a:lnTo>
                    <a:pt x="5145720" y="1662288"/>
                  </a:lnTo>
                  <a:lnTo>
                    <a:pt x="5146220" y="1662288"/>
                  </a:lnTo>
                  <a:lnTo>
                    <a:pt x="5146595" y="1662288"/>
                  </a:lnTo>
                  <a:lnTo>
                    <a:pt x="5146720" y="1662288"/>
                  </a:lnTo>
                  <a:lnTo>
                    <a:pt x="5146845" y="1662288"/>
                  </a:lnTo>
                  <a:lnTo>
                    <a:pt x="5146970" y="1662288"/>
                  </a:lnTo>
                  <a:lnTo>
                    <a:pt x="5147095" y="1652334"/>
                  </a:lnTo>
                  <a:lnTo>
                    <a:pt x="5147595" y="1652334"/>
                  </a:lnTo>
                  <a:lnTo>
                    <a:pt x="5147845" y="1652334"/>
                  </a:lnTo>
                  <a:lnTo>
                    <a:pt x="5148471" y="1652334"/>
                  </a:lnTo>
                  <a:lnTo>
                    <a:pt x="5148721" y="1652334"/>
                  </a:lnTo>
                  <a:lnTo>
                    <a:pt x="5148846" y="1642380"/>
                  </a:lnTo>
                  <a:lnTo>
                    <a:pt x="5149221" y="1642380"/>
                  </a:lnTo>
                  <a:lnTo>
                    <a:pt x="5149471" y="1642380"/>
                  </a:lnTo>
                  <a:lnTo>
                    <a:pt x="5150471" y="1642380"/>
                  </a:lnTo>
                  <a:lnTo>
                    <a:pt x="5150596" y="1642380"/>
                  </a:lnTo>
                  <a:lnTo>
                    <a:pt x="5150721" y="1642380"/>
                  </a:lnTo>
                  <a:lnTo>
                    <a:pt x="5151222" y="1642380"/>
                  </a:lnTo>
                  <a:lnTo>
                    <a:pt x="5151347" y="1642380"/>
                  </a:lnTo>
                  <a:lnTo>
                    <a:pt x="5151472" y="1642380"/>
                  </a:lnTo>
                  <a:lnTo>
                    <a:pt x="5151847" y="1642380"/>
                  </a:lnTo>
                  <a:lnTo>
                    <a:pt x="5151972" y="1642380"/>
                  </a:lnTo>
                  <a:lnTo>
                    <a:pt x="5152597" y="1642380"/>
                  </a:lnTo>
                  <a:lnTo>
                    <a:pt x="5152847" y="1642380"/>
                  </a:lnTo>
                  <a:lnTo>
                    <a:pt x="5152972" y="1642380"/>
                  </a:lnTo>
                  <a:lnTo>
                    <a:pt x="5153222" y="1642380"/>
                  </a:lnTo>
                  <a:lnTo>
                    <a:pt x="5153722" y="1642380"/>
                  </a:lnTo>
                  <a:lnTo>
                    <a:pt x="5154097" y="1642380"/>
                  </a:lnTo>
                  <a:lnTo>
                    <a:pt x="5154973" y="1642380"/>
                  </a:lnTo>
                  <a:lnTo>
                    <a:pt x="5155098" y="1642380"/>
                  </a:lnTo>
                  <a:lnTo>
                    <a:pt x="5155223" y="1642380"/>
                  </a:lnTo>
                  <a:lnTo>
                    <a:pt x="5155473" y="1642380"/>
                  </a:lnTo>
                  <a:lnTo>
                    <a:pt x="5155598" y="1642380"/>
                  </a:lnTo>
                  <a:lnTo>
                    <a:pt x="5155973" y="1642380"/>
                  </a:lnTo>
                  <a:lnTo>
                    <a:pt x="5156098" y="1642380"/>
                  </a:lnTo>
                  <a:lnTo>
                    <a:pt x="5156348" y="1642380"/>
                  </a:lnTo>
                  <a:lnTo>
                    <a:pt x="5158474" y="1632426"/>
                  </a:lnTo>
                  <a:lnTo>
                    <a:pt x="5159099" y="1632426"/>
                  </a:lnTo>
                  <a:lnTo>
                    <a:pt x="5159349" y="1632426"/>
                  </a:lnTo>
                  <a:lnTo>
                    <a:pt x="5159599" y="1632426"/>
                  </a:lnTo>
                  <a:lnTo>
                    <a:pt x="5160099" y="1632426"/>
                  </a:lnTo>
                  <a:lnTo>
                    <a:pt x="5160475" y="1632426"/>
                  </a:lnTo>
                  <a:lnTo>
                    <a:pt x="5160850" y="1632426"/>
                  </a:lnTo>
                  <a:lnTo>
                    <a:pt x="5161350" y="1632426"/>
                  </a:lnTo>
                  <a:lnTo>
                    <a:pt x="5161975" y="1632426"/>
                  </a:lnTo>
                  <a:lnTo>
                    <a:pt x="5162350" y="1632426"/>
                  </a:lnTo>
                  <a:lnTo>
                    <a:pt x="5162475" y="1632426"/>
                  </a:lnTo>
                  <a:lnTo>
                    <a:pt x="5162600" y="1632426"/>
                  </a:lnTo>
                  <a:lnTo>
                    <a:pt x="5162725" y="1632426"/>
                  </a:lnTo>
                  <a:lnTo>
                    <a:pt x="5162850" y="1632426"/>
                  </a:lnTo>
                  <a:lnTo>
                    <a:pt x="5163351" y="1632426"/>
                  </a:lnTo>
                  <a:lnTo>
                    <a:pt x="5164476" y="1632426"/>
                  </a:lnTo>
                  <a:lnTo>
                    <a:pt x="5164726" y="1632426"/>
                  </a:lnTo>
                  <a:lnTo>
                    <a:pt x="5164976" y="1632426"/>
                  </a:lnTo>
                  <a:lnTo>
                    <a:pt x="5165101" y="1632426"/>
                  </a:lnTo>
                  <a:lnTo>
                    <a:pt x="5165226" y="1632426"/>
                  </a:lnTo>
                  <a:lnTo>
                    <a:pt x="5165726" y="1632426"/>
                  </a:lnTo>
                  <a:lnTo>
                    <a:pt x="5165976" y="1632426"/>
                  </a:lnTo>
                  <a:lnTo>
                    <a:pt x="5166977" y="1632426"/>
                  </a:lnTo>
                  <a:lnTo>
                    <a:pt x="5167102" y="1632426"/>
                  </a:lnTo>
                  <a:lnTo>
                    <a:pt x="5167477" y="1632426"/>
                  </a:lnTo>
                  <a:lnTo>
                    <a:pt x="5167602" y="1632426"/>
                  </a:lnTo>
                  <a:lnTo>
                    <a:pt x="5167852" y="1632426"/>
                  </a:lnTo>
                  <a:lnTo>
                    <a:pt x="5167977" y="1632426"/>
                  </a:lnTo>
                  <a:lnTo>
                    <a:pt x="5168102" y="1632426"/>
                  </a:lnTo>
                  <a:lnTo>
                    <a:pt x="5168477" y="1632426"/>
                  </a:lnTo>
                  <a:lnTo>
                    <a:pt x="5168977" y="1632426"/>
                  </a:lnTo>
                  <a:lnTo>
                    <a:pt x="5169603" y="1632426"/>
                  </a:lnTo>
                  <a:lnTo>
                    <a:pt x="5169728" y="1632426"/>
                  </a:lnTo>
                  <a:lnTo>
                    <a:pt x="5169853" y="1632426"/>
                  </a:lnTo>
                  <a:lnTo>
                    <a:pt x="5169978" y="1632426"/>
                  </a:lnTo>
                  <a:lnTo>
                    <a:pt x="5170228" y="1632426"/>
                  </a:lnTo>
                  <a:lnTo>
                    <a:pt x="5170353" y="1632426"/>
                  </a:lnTo>
                  <a:lnTo>
                    <a:pt x="5170728" y="1632426"/>
                  </a:lnTo>
                  <a:lnTo>
                    <a:pt x="5170853" y="1632426"/>
                  </a:lnTo>
                  <a:lnTo>
                    <a:pt x="5170978" y="1632426"/>
                  </a:lnTo>
                  <a:lnTo>
                    <a:pt x="5171103" y="1632426"/>
                  </a:lnTo>
                  <a:lnTo>
                    <a:pt x="5171353" y="1632426"/>
                  </a:lnTo>
                  <a:lnTo>
                    <a:pt x="5171603" y="1632426"/>
                  </a:lnTo>
                  <a:lnTo>
                    <a:pt x="5172104" y="1632426"/>
                  </a:lnTo>
                  <a:lnTo>
                    <a:pt x="5172479" y="1632426"/>
                  </a:lnTo>
                  <a:lnTo>
                    <a:pt x="5174354" y="1632426"/>
                  </a:lnTo>
                  <a:lnTo>
                    <a:pt x="5174604" y="1632426"/>
                  </a:lnTo>
                  <a:lnTo>
                    <a:pt x="5174854" y="1632426"/>
                  </a:lnTo>
                  <a:lnTo>
                    <a:pt x="5175355" y="1632426"/>
                  </a:lnTo>
                  <a:lnTo>
                    <a:pt x="5175480" y="1632426"/>
                  </a:lnTo>
                  <a:lnTo>
                    <a:pt x="5175605" y="1632426"/>
                  </a:lnTo>
                  <a:lnTo>
                    <a:pt x="5175730" y="1632426"/>
                  </a:lnTo>
                  <a:lnTo>
                    <a:pt x="5176105" y="1632426"/>
                  </a:lnTo>
                  <a:lnTo>
                    <a:pt x="5176605" y="1632426"/>
                  </a:lnTo>
                  <a:lnTo>
                    <a:pt x="5177230" y="1632426"/>
                  </a:lnTo>
                  <a:lnTo>
                    <a:pt x="5177480" y="1632426"/>
                  </a:lnTo>
                  <a:lnTo>
                    <a:pt x="5177980" y="1632426"/>
                  </a:lnTo>
                  <a:lnTo>
                    <a:pt x="5178106" y="1632426"/>
                  </a:lnTo>
                  <a:lnTo>
                    <a:pt x="5178231" y="1632426"/>
                  </a:lnTo>
                  <a:lnTo>
                    <a:pt x="5178606" y="1632426"/>
                  </a:lnTo>
                  <a:lnTo>
                    <a:pt x="5178731" y="1632426"/>
                  </a:lnTo>
                  <a:lnTo>
                    <a:pt x="5179481" y="1632426"/>
                  </a:lnTo>
                  <a:lnTo>
                    <a:pt x="5179731" y="1632426"/>
                  </a:lnTo>
                  <a:lnTo>
                    <a:pt x="5180856" y="1632426"/>
                  </a:lnTo>
                  <a:lnTo>
                    <a:pt x="5181107" y="1632426"/>
                  </a:lnTo>
                  <a:lnTo>
                    <a:pt x="5181357" y="1632426"/>
                  </a:lnTo>
                  <a:lnTo>
                    <a:pt x="5181607" y="1632426"/>
                  </a:lnTo>
                  <a:lnTo>
                    <a:pt x="5181982" y="1632426"/>
                  </a:lnTo>
                  <a:lnTo>
                    <a:pt x="5182107" y="1632426"/>
                  </a:lnTo>
                  <a:lnTo>
                    <a:pt x="5182357" y="1632426"/>
                  </a:lnTo>
                  <a:lnTo>
                    <a:pt x="5182607" y="1632426"/>
                  </a:lnTo>
                  <a:lnTo>
                    <a:pt x="5182732" y="1632426"/>
                  </a:lnTo>
                  <a:lnTo>
                    <a:pt x="5182982" y="1632426"/>
                  </a:lnTo>
                  <a:lnTo>
                    <a:pt x="5183232" y="1632426"/>
                  </a:lnTo>
                  <a:lnTo>
                    <a:pt x="5183357" y="1632426"/>
                  </a:lnTo>
                  <a:lnTo>
                    <a:pt x="5183482" y="1632426"/>
                  </a:lnTo>
                  <a:lnTo>
                    <a:pt x="5183607" y="1632426"/>
                  </a:lnTo>
                  <a:lnTo>
                    <a:pt x="5183732" y="1632426"/>
                  </a:lnTo>
                  <a:lnTo>
                    <a:pt x="5183857" y="1632426"/>
                  </a:lnTo>
                  <a:lnTo>
                    <a:pt x="5184608" y="1632426"/>
                  </a:lnTo>
                  <a:lnTo>
                    <a:pt x="5184733" y="1632426"/>
                  </a:lnTo>
                  <a:lnTo>
                    <a:pt x="5184983" y="1632426"/>
                  </a:lnTo>
                  <a:lnTo>
                    <a:pt x="5185108" y="1632426"/>
                  </a:lnTo>
                  <a:lnTo>
                    <a:pt x="5185483" y="1632426"/>
                  </a:lnTo>
                  <a:lnTo>
                    <a:pt x="5185608" y="1632426"/>
                  </a:lnTo>
                  <a:lnTo>
                    <a:pt x="5186108" y="1632426"/>
                  </a:lnTo>
                  <a:lnTo>
                    <a:pt x="5186733" y="1632426"/>
                  </a:lnTo>
                  <a:lnTo>
                    <a:pt x="5186858" y="1632426"/>
                  </a:lnTo>
                  <a:lnTo>
                    <a:pt x="5186983" y="1632426"/>
                  </a:lnTo>
                  <a:lnTo>
                    <a:pt x="5187109" y="1632426"/>
                  </a:lnTo>
                  <a:lnTo>
                    <a:pt x="5187359" y="1632426"/>
                  </a:lnTo>
                  <a:lnTo>
                    <a:pt x="5189109" y="1632426"/>
                  </a:lnTo>
                  <a:lnTo>
                    <a:pt x="5189234" y="1632426"/>
                  </a:lnTo>
                  <a:lnTo>
                    <a:pt x="5189484" y="1632426"/>
                  </a:lnTo>
                  <a:lnTo>
                    <a:pt x="5189984" y="1632426"/>
                  </a:lnTo>
                  <a:lnTo>
                    <a:pt x="5190110" y="1632426"/>
                  </a:lnTo>
                  <a:lnTo>
                    <a:pt x="5190735" y="1632426"/>
                  </a:lnTo>
                  <a:lnTo>
                    <a:pt x="5190985" y="1632426"/>
                  </a:lnTo>
                  <a:lnTo>
                    <a:pt x="5191110" y="1632426"/>
                  </a:lnTo>
                  <a:lnTo>
                    <a:pt x="5191860" y="1632426"/>
                  </a:lnTo>
                  <a:lnTo>
                    <a:pt x="5191985" y="1632426"/>
                  </a:lnTo>
                  <a:lnTo>
                    <a:pt x="5192235" y="1632426"/>
                  </a:lnTo>
                  <a:lnTo>
                    <a:pt x="5192485" y="1632426"/>
                  </a:lnTo>
                  <a:lnTo>
                    <a:pt x="5192610" y="1632426"/>
                  </a:lnTo>
                  <a:lnTo>
                    <a:pt x="5192735" y="1632426"/>
                  </a:lnTo>
                  <a:lnTo>
                    <a:pt x="5193361" y="1622473"/>
                  </a:lnTo>
                  <a:lnTo>
                    <a:pt x="5193736" y="1622473"/>
                  </a:lnTo>
                  <a:lnTo>
                    <a:pt x="5193861" y="1622473"/>
                  </a:lnTo>
                  <a:lnTo>
                    <a:pt x="5193986" y="1622473"/>
                  </a:lnTo>
                  <a:lnTo>
                    <a:pt x="5194736" y="1622473"/>
                  </a:lnTo>
                  <a:lnTo>
                    <a:pt x="5195486" y="1622473"/>
                  </a:lnTo>
                  <a:lnTo>
                    <a:pt x="5195611" y="1622473"/>
                  </a:lnTo>
                  <a:lnTo>
                    <a:pt x="5195736" y="1622473"/>
                  </a:lnTo>
                  <a:lnTo>
                    <a:pt x="5195861" y="1622473"/>
                  </a:lnTo>
                  <a:lnTo>
                    <a:pt x="5195986" y="1622473"/>
                  </a:lnTo>
                  <a:lnTo>
                    <a:pt x="5196737" y="1622473"/>
                  </a:lnTo>
                  <a:lnTo>
                    <a:pt x="5196862" y="1622473"/>
                  </a:lnTo>
                  <a:lnTo>
                    <a:pt x="5197112" y="1622473"/>
                  </a:lnTo>
                  <a:lnTo>
                    <a:pt x="5197362" y="1622473"/>
                  </a:lnTo>
                  <a:lnTo>
                    <a:pt x="5197487" y="1622473"/>
                  </a:lnTo>
                  <a:lnTo>
                    <a:pt x="5197612" y="1622473"/>
                  </a:lnTo>
                  <a:lnTo>
                    <a:pt x="5198112" y="1622473"/>
                  </a:lnTo>
                  <a:lnTo>
                    <a:pt x="5198237" y="1622473"/>
                  </a:lnTo>
                  <a:lnTo>
                    <a:pt x="5198862" y="1622473"/>
                  </a:lnTo>
                  <a:lnTo>
                    <a:pt x="5199363" y="1622473"/>
                  </a:lnTo>
                  <a:lnTo>
                    <a:pt x="5200238" y="1622473"/>
                  </a:lnTo>
                  <a:lnTo>
                    <a:pt x="5200488" y="1622473"/>
                  </a:lnTo>
                  <a:lnTo>
                    <a:pt x="5201113" y="1622473"/>
                  </a:lnTo>
                  <a:lnTo>
                    <a:pt x="5201363" y="1622473"/>
                  </a:lnTo>
                  <a:lnTo>
                    <a:pt x="5201363" y="1612519"/>
                  </a:lnTo>
                  <a:lnTo>
                    <a:pt x="5201613" y="1612519"/>
                  </a:lnTo>
                  <a:lnTo>
                    <a:pt x="5201738" y="1612519"/>
                  </a:lnTo>
                  <a:lnTo>
                    <a:pt x="5202114" y="1612519"/>
                  </a:lnTo>
                  <a:lnTo>
                    <a:pt x="5202239" y="1612519"/>
                  </a:lnTo>
                  <a:lnTo>
                    <a:pt x="5202864" y="1612519"/>
                  </a:lnTo>
                  <a:lnTo>
                    <a:pt x="5203489" y="1612519"/>
                  </a:lnTo>
                  <a:lnTo>
                    <a:pt x="5204114" y="1612519"/>
                  </a:lnTo>
                  <a:lnTo>
                    <a:pt x="5204239" y="1612519"/>
                  </a:lnTo>
                  <a:lnTo>
                    <a:pt x="5204614" y="1612519"/>
                  </a:lnTo>
                  <a:lnTo>
                    <a:pt x="5205240" y="1612519"/>
                  </a:lnTo>
                  <a:lnTo>
                    <a:pt x="5205365" y="1612519"/>
                  </a:lnTo>
                  <a:lnTo>
                    <a:pt x="5205615" y="1612519"/>
                  </a:lnTo>
                  <a:lnTo>
                    <a:pt x="5206115" y="1612519"/>
                  </a:lnTo>
                  <a:lnTo>
                    <a:pt x="5206240" y="1612519"/>
                  </a:lnTo>
                  <a:lnTo>
                    <a:pt x="5206490" y="1612519"/>
                  </a:lnTo>
                  <a:lnTo>
                    <a:pt x="5208741" y="1612519"/>
                  </a:lnTo>
                  <a:lnTo>
                    <a:pt x="5209366" y="1612519"/>
                  </a:lnTo>
                  <a:lnTo>
                    <a:pt x="5209491" y="1612519"/>
                  </a:lnTo>
                  <a:lnTo>
                    <a:pt x="5209741" y="1612519"/>
                  </a:lnTo>
                  <a:lnTo>
                    <a:pt x="5209866" y="1612519"/>
                  </a:lnTo>
                  <a:lnTo>
                    <a:pt x="5210116" y="1612519"/>
                  </a:lnTo>
                  <a:lnTo>
                    <a:pt x="5210241" y="1612519"/>
                  </a:lnTo>
                  <a:lnTo>
                    <a:pt x="5210366" y="1612519"/>
                  </a:lnTo>
                  <a:lnTo>
                    <a:pt x="5210992" y="1612519"/>
                  </a:lnTo>
                  <a:lnTo>
                    <a:pt x="5211242" y="1612519"/>
                  </a:lnTo>
                  <a:lnTo>
                    <a:pt x="5211492" y="1612519"/>
                  </a:lnTo>
                  <a:lnTo>
                    <a:pt x="5211617" y="1612519"/>
                  </a:lnTo>
                  <a:lnTo>
                    <a:pt x="5211992" y="1612519"/>
                  </a:lnTo>
                  <a:lnTo>
                    <a:pt x="5212492" y="1612519"/>
                  </a:lnTo>
                  <a:lnTo>
                    <a:pt x="5212617" y="1612519"/>
                  </a:lnTo>
                  <a:lnTo>
                    <a:pt x="5213242" y="1612519"/>
                  </a:lnTo>
                  <a:lnTo>
                    <a:pt x="5213367" y="1612519"/>
                  </a:lnTo>
                  <a:lnTo>
                    <a:pt x="5214118" y="1612519"/>
                  </a:lnTo>
                  <a:lnTo>
                    <a:pt x="5214743" y="1612519"/>
                  </a:lnTo>
                  <a:lnTo>
                    <a:pt x="5215118" y="1612519"/>
                  </a:lnTo>
                  <a:lnTo>
                    <a:pt x="5215368" y="1612519"/>
                  </a:lnTo>
                  <a:lnTo>
                    <a:pt x="5216368" y="1612519"/>
                  </a:lnTo>
                  <a:lnTo>
                    <a:pt x="5216618" y="1612519"/>
                  </a:lnTo>
                  <a:lnTo>
                    <a:pt x="5216743" y="1612519"/>
                  </a:lnTo>
                  <a:lnTo>
                    <a:pt x="5216868" y="1612519"/>
                  </a:lnTo>
                  <a:lnTo>
                    <a:pt x="5216994" y="1612519"/>
                  </a:lnTo>
                  <a:lnTo>
                    <a:pt x="5217369" y="1612519"/>
                  </a:lnTo>
                  <a:lnTo>
                    <a:pt x="5217494" y="1612519"/>
                  </a:lnTo>
                  <a:lnTo>
                    <a:pt x="5217744" y="1612519"/>
                  </a:lnTo>
                  <a:lnTo>
                    <a:pt x="5218119" y="1612519"/>
                  </a:lnTo>
                  <a:lnTo>
                    <a:pt x="5218619" y="1612519"/>
                  </a:lnTo>
                  <a:lnTo>
                    <a:pt x="5219369" y="1612519"/>
                  </a:lnTo>
                  <a:lnTo>
                    <a:pt x="5219494" y="1612519"/>
                  </a:lnTo>
                  <a:lnTo>
                    <a:pt x="5219619" y="1612519"/>
                  </a:lnTo>
                  <a:lnTo>
                    <a:pt x="5219869" y="1612519"/>
                  </a:lnTo>
                  <a:lnTo>
                    <a:pt x="5220245" y="1612519"/>
                  </a:lnTo>
                  <a:lnTo>
                    <a:pt x="5220370" y="1612519"/>
                  </a:lnTo>
                  <a:lnTo>
                    <a:pt x="5221245" y="1612519"/>
                  </a:lnTo>
                  <a:lnTo>
                    <a:pt x="5221370" y="1612519"/>
                  </a:lnTo>
                  <a:lnTo>
                    <a:pt x="5221495" y="1612519"/>
                  </a:lnTo>
                  <a:lnTo>
                    <a:pt x="5221620" y="1612519"/>
                  </a:lnTo>
                  <a:lnTo>
                    <a:pt x="5222370" y="1612519"/>
                  </a:lnTo>
                  <a:lnTo>
                    <a:pt x="5222495" y="1612519"/>
                  </a:lnTo>
                  <a:lnTo>
                    <a:pt x="5222745" y="1612519"/>
                  </a:lnTo>
                  <a:lnTo>
                    <a:pt x="5222870" y="1612519"/>
                  </a:lnTo>
                  <a:lnTo>
                    <a:pt x="5222996" y="1612519"/>
                  </a:lnTo>
                  <a:lnTo>
                    <a:pt x="5223371" y="1612519"/>
                  </a:lnTo>
                  <a:lnTo>
                    <a:pt x="5223621" y="1612519"/>
                  </a:lnTo>
                  <a:lnTo>
                    <a:pt x="5223871" y="1612519"/>
                  </a:lnTo>
                  <a:lnTo>
                    <a:pt x="5224496" y="1612519"/>
                  </a:lnTo>
                  <a:lnTo>
                    <a:pt x="5224621" y="1612519"/>
                  </a:lnTo>
                  <a:lnTo>
                    <a:pt x="5224996" y="1612519"/>
                  </a:lnTo>
                  <a:lnTo>
                    <a:pt x="5225246" y="1612519"/>
                  </a:lnTo>
                  <a:lnTo>
                    <a:pt x="5225746" y="1612519"/>
                  </a:lnTo>
                  <a:lnTo>
                    <a:pt x="5225997" y="1612519"/>
                  </a:lnTo>
                  <a:lnTo>
                    <a:pt x="5226122" y="1612519"/>
                  </a:lnTo>
                  <a:lnTo>
                    <a:pt x="5226247" y="1612519"/>
                  </a:lnTo>
                  <a:lnTo>
                    <a:pt x="5227122" y="1612519"/>
                  </a:lnTo>
                  <a:lnTo>
                    <a:pt x="5227247" y="1612519"/>
                  </a:lnTo>
                  <a:lnTo>
                    <a:pt x="5227372" y="1612519"/>
                  </a:lnTo>
                  <a:lnTo>
                    <a:pt x="5227622" y="1612519"/>
                  </a:lnTo>
                  <a:lnTo>
                    <a:pt x="5227872" y="1612519"/>
                  </a:lnTo>
                  <a:lnTo>
                    <a:pt x="5228497" y="1612519"/>
                  </a:lnTo>
                  <a:lnTo>
                    <a:pt x="5229623" y="1612519"/>
                  </a:lnTo>
                  <a:lnTo>
                    <a:pt x="5230123" y="1612519"/>
                  </a:lnTo>
                  <a:lnTo>
                    <a:pt x="5230373" y="1612519"/>
                  </a:lnTo>
                  <a:lnTo>
                    <a:pt x="5230498" y="1612519"/>
                  </a:lnTo>
                  <a:lnTo>
                    <a:pt x="5230623" y="1612519"/>
                  </a:lnTo>
                  <a:lnTo>
                    <a:pt x="5230748" y="1612519"/>
                  </a:lnTo>
                  <a:lnTo>
                    <a:pt x="5230998" y="1612519"/>
                  </a:lnTo>
                  <a:lnTo>
                    <a:pt x="5231123" y="1612519"/>
                  </a:lnTo>
                  <a:lnTo>
                    <a:pt x="5231498" y="1602565"/>
                  </a:lnTo>
                  <a:lnTo>
                    <a:pt x="5231999" y="1602565"/>
                  </a:lnTo>
                  <a:lnTo>
                    <a:pt x="5232249" y="1602565"/>
                  </a:lnTo>
                  <a:lnTo>
                    <a:pt x="5232749" y="1602565"/>
                  </a:lnTo>
                  <a:lnTo>
                    <a:pt x="5232874" y="1602565"/>
                  </a:lnTo>
                  <a:lnTo>
                    <a:pt x="5233624" y="1602565"/>
                  </a:lnTo>
                  <a:lnTo>
                    <a:pt x="5234124" y="1602565"/>
                  </a:lnTo>
                  <a:lnTo>
                    <a:pt x="5234374" y="1602565"/>
                  </a:lnTo>
                  <a:lnTo>
                    <a:pt x="5234499" y="1602565"/>
                  </a:lnTo>
                  <a:lnTo>
                    <a:pt x="5234749" y="1602565"/>
                  </a:lnTo>
                  <a:lnTo>
                    <a:pt x="5235250" y="1602565"/>
                  </a:lnTo>
                  <a:lnTo>
                    <a:pt x="5235500" y="1592611"/>
                  </a:lnTo>
                  <a:lnTo>
                    <a:pt x="5235875" y="1592611"/>
                  </a:lnTo>
                  <a:lnTo>
                    <a:pt x="5236250" y="1592611"/>
                  </a:lnTo>
                  <a:lnTo>
                    <a:pt x="5236500" y="1592611"/>
                  </a:lnTo>
                  <a:lnTo>
                    <a:pt x="5236875" y="1592611"/>
                  </a:lnTo>
                  <a:lnTo>
                    <a:pt x="5237000" y="1592611"/>
                  </a:lnTo>
                  <a:lnTo>
                    <a:pt x="5237625" y="1592611"/>
                  </a:lnTo>
                  <a:lnTo>
                    <a:pt x="5237750" y="1592611"/>
                  </a:lnTo>
                  <a:lnTo>
                    <a:pt x="5238376" y="1592611"/>
                  </a:lnTo>
                  <a:lnTo>
                    <a:pt x="5238876" y="1592611"/>
                  </a:lnTo>
                  <a:lnTo>
                    <a:pt x="5239001" y="1592611"/>
                  </a:lnTo>
                  <a:lnTo>
                    <a:pt x="5239251" y="1592611"/>
                  </a:lnTo>
                  <a:lnTo>
                    <a:pt x="5239501" y="1592611"/>
                  </a:lnTo>
                  <a:lnTo>
                    <a:pt x="5239626" y="1592611"/>
                  </a:lnTo>
                  <a:lnTo>
                    <a:pt x="5240126" y="1592611"/>
                  </a:lnTo>
                  <a:lnTo>
                    <a:pt x="5240376" y="1592611"/>
                  </a:lnTo>
                  <a:lnTo>
                    <a:pt x="5240501" y="1592611"/>
                  </a:lnTo>
                  <a:lnTo>
                    <a:pt x="5240626" y="1592611"/>
                  </a:lnTo>
                  <a:lnTo>
                    <a:pt x="5240751" y="1592611"/>
                  </a:lnTo>
                  <a:lnTo>
                    <a:pt x="5241127" y="1592611"/>
                  </a:lnTo>
                  <a:lnTo>
                    <a:pt x="5241252" y="1592611"/>
                  </a:lnTo>
                  <a:lnTo>
                    <a:pt x="5241377" y="1592611"/>
                  </a:lnTo>
                  <a:lnTo>
                    <a:pt x="5241502" y="1592611"/>
                  </a:lnTo>
                  <a:lnTo>
                    <a:pt x="5241627" y="1592611"/>
                  </a:lnTo>
                  <a:lnTo>
                    <a:pt x="5241752" y="1592611"/>
                  </a:lnTo>
                  <a:lnTo>
                    <a:pt x="5244378" y="1592611"/>
                  </a:lnTo>
                  <a:lnTo>
                    <a:pt x="5244503" y="1592611"/>
                  </a:lnTo>
                  <a:lnTo>
                    <a:pt x="5245253" y="1592611"/>
                  </a:lnTo>
                  <a:lnTo>
                    <a:pt x="5245503" y="1592611"/>
                  </a:lnTo>
                  <a:lnTo>
                    <a:pt x="5245878" y="1592611"/>
                  </a:lnTo>
                  <a:lnTo>
                    <a:pt x="5246003" y="1592611"/>
                  </a:lnTo>
                  <a:lnTo>
                    <a:pt x="5246253" y="1592611"/>
                  </a:lnTo>
                  <a:lnTo>
                    <a:pt x="5246503" y="1592611"/>
                  </a:lnTo>
                  <a:lnTo>
                    <a:pt x="5246628" y="1592611"/>
                  </a:lnTo>
                  <a:lnTo>
                    <a:pt x="5246879" y="1592611"/>
                  </a:lnTo>
                  <a:lnTo>
                    <a:pt x="5247004" y="1592611"/>
                  </a:lnTo>
                  <a:lnTo>
                    <a:pt x="5247129" y="1592611"/>
                  </a:lnTo>
                  <a:lnTo>
                    <a:pt x="5247254" y="1592611"/>
                  </a:lnTo>
                  <a:lnTo>
                    <a:pt x="5247379" y="1592611"/>
                  </a:lnTo>
                  <a:lnTo>
                    <a:pt x="5247629" y="1592611"/>
                  </a:lnTo>
                  <a:lnTo>
                    <a:pt x="5248254" y="1592611"/>
                  </a:lnTo>
                  <a:lnTo>
                    <a:pt x="5248379" y="1592611"/>
                  </a:lnTo>
                  <a:lnTo>
                    <a:pt x="5248504" y="1592611"/>
                  </a:lnTo>
                  <a:lnTo>
                    <a:pt x="5248879" y="1592611"/>
                  </a:lnTo>
                  <a:lnTo>
                    <a:pt x="5249254" y="1592611"/>
                  </a:lnTo>
                  <a:lnTo>
                    <a:pt x="5249379" y="1592611"/>
                  </a:lnTo>
                  <a:lnTo>
                    <a:pt x="5249629" y="1592611"/>
                  </a:lnTo>
                  <a:lnTo>
                    <a:pt x="5249880" y="1592611"/>
                  </a:lnTo>
                  <a:lnTo>
                    <a:pt x="5250005" y="1592611"/>
                  </a:lnTo>
                  <a:lnTo>
                    <a:pt x="5250130" y="1592611"/>
                  </a:lnTo>
                  <a:lnTo>
                    <a:pt x="5250630" y="1592611"/>
                  </a:lnTo>
                  <a:lnTo>
                    <a:pt x="5251005" y="1592611"/>
                  </a:lnTo>
                  <a:lnTo>
                    <a:pt x="5251630" y="1592611"/>
                  </a:lnTo>
                  <a:lnTo>
                    <a:pt x="5252505" y="1592611"/>
                  </a:lnTo>
                  <a:lnTo>
                    <a:pt x="5252881" y="1592611"/>
                  </a:lnTo>
                  <a:lnTo>
                    <a:pt x="5253256" y="1592611"/>
                  </a:lnTo>
                  <a:lnTo>
                    <a:pt x="5253381" y="1592611"/>
                  </a:lnTo>
                  <a:lnTo>
                    <a:pt x="5254256" y="1592611"/>
                  </a:lnTo>
                  <a:lnTo>
                    <a:pt x="5254381" y="1592611"/>
                  </a:lnTo>
                  <a:lnTo>
                    <a:pt x="5254756" y="1592611"/>
                  </a:lnTo>
                  <a:lnTo>
                    <a:pt x="5254881" y="1592611"/>
                  </a:lnTo>
                  <a:lnTo>
                    <a:pt x="5255381" y="1592611"/>
                  </a:lnTo>
                  <a:lnTo>
                    <a:pt x="5255631" y="1592611"/>
                  </a:lnTo>
                  <a:lnTo>
                    <a:pt x="5256007" y="1592611"/>
                  </a:lnTo>
                  <a:lnTo>
                    <a:pt x="5256632" y="1592611"/>
                  </a:lnTo>
                  <a:lnTo>
                    <a:pt x="5256757" y="1592611"/>
                  </a:lnTo>
                  <a:lnTo>
                    <a:pt x="5257007" y="1592611"/>
                  </a:lnTo>
                  <a:lnTo>
                    <a:pt x="5257257" y="1592611"/>
                  </a:lnTo>
                  <a:lnTo>
                    <a:pt x="5257382" y="1592611"/>
                  </a:lnTo>
                  <a:lnTo>
                    <a:pt x="5257632" y="1592611"/>
                  </a:lnTo>
                  <a:lnTo>
                    <a:pt x="5258257" y="1582657"/>
                  </a:lnTo>
                  <a:lnTo>
                    <a:pt x="5258883" y="1572703"/>
                  </a:lnTo>
                  <a:lnTo>
                    <a:pt x="5259383" y="1572703"/>
                  </a:lnTo>
                  <a:lnTo>
                    <a:pt x="5259508" y="1572703"/>
                  </a:lnTo>
                  <a:lnTo>
                    <a:pt x="5259633" y="1572703"/>
                  </a:lnTo>
                  <a:lnTo>
                    <a:pt x="5259758" y="1572703"/>
                  </a:lnTo>
                  <a:lnTo>
                    <a:pt x="5259883" y="1572703"/>
                  </a:lnTo>
                  <a:lnTo>
                    <a:pt x="5260258" y="1572703"/>
                  </a:lnTo>
                  <a:lnTo>
                    <a:pt x="5260383" y="1572703"/>
                  </a:lnTo>
                  <a:lnTo>
                    <a:pt x="5260508" y="1572703"/>
                  </a:lnTo>
                  <a:lnTo>
                    <a:pt x="5260633" y="1572703"/>
                  </a:lnTo>
                  <a:lnTo>
                    <a:pt x="5261008" y="1572703"/>
                  </a:lnTo>
                  <a:lnTo>
                    <a:pt x="5261133" y="1572703"/>
                  </a:lnTo>
                  <a:lnTo>
                    <a:pt x="5261383" y="1572703"/>
                  </a:lnTo>
                  <a:lnTo>
                    <a:pt x="5262009" y="1572703"/>
                  </a:lnTo>
                  <a:lnTo>
                    <a:pt x="5262134" y="1572703"/>
                  </a:lnTo>
                  <a:lnTo>
                    <a:pt x="5262384" y="1572703"/>
                  </a:lnTo>
                  <a:lnTo>
                    <a:pt x="5262509" y="1572703"/>
                  </a:lnTo>
                  <a:lnTo>
                    <a:pt x="5262759" y="1572703"/>
                  </a:lnTo>
                  <a:lnTo>
                    <a:pt x="5263009" y="1572703"/>
                  </a:lnTo>
                  <a:lnTo>
                    <a:pt x="5263134" y="1572703"/>
                  </a:lnTo>
                  <a:lnTo>
                    <a:pt x="5263634" y="1572703"/>
                  </a:lnTo>
                  <a:lnTo>
                    <a:pt x="5263759" y="1572703"/>
                  </a:lnTo>
                  <a:lnTo>
                    <a:pt x="5264134" y="1572703"/>
                  </a:lnTo>
                  <a:lnTo>
                    <a:pt x="5264384" y="1572703"/>
                  </a:lnTo>
                  <a:lnTo>
                    <a:pt x="5265010" y="1572703"/>
                  </a:lnTo>
                  <a:lnTo>
                    <a:pt x="5265260" y="1572703"/>
                  </a:lnTo>
                  <a:lnTo>
                    <a:pt x="5265385" y="1572703"/>
                  </a:lnTo>
                  <a:lnTo>
                    <a:pt x="5265510" y="1572703"/>
                  </a:lnTo>
                  <a:lnTo>
                    <a:pt x="5266010" y="1572703"/>
                  </a:lnTo>
                  <a:lnTo>
                    <a:pt x="5266510" y="1572703"/>
                  </a:lnTo>
                  <a:lnTo>
                    <a:pt x="5266635" y="1572703"/>
                  </a:lnTo>
                  <a:lnTo>
                    <a:pt x="5266760" y="1572703"/>
                  </a:lnTo>
                  <a:lnTo>
                    <a:pt x="5266885" y="1572703"/>
                  </a:lnTo>
                  <a:lnTo>
                    <a:pt x="5267010" y="1572703"/>
                  </a:lnTo>
                  <a:lnTo>
                    <a:pt x="5267260" y="1572703"/>
                  </a:lnTo>
                  <a:lnTo>
                    <a:pt x="5267510" y="1572703"/>
                  </a:lnTo>
                  <a:lnTo>
                    <a:pt x="5268011" y="1572703"/>
                  </a:lnTo>
                  <a:lnTo>
                    <a:pt x="5268136" y="1572703"/>
                  </a:lnTo>
                  <a:lnTo>
                    <a:pt x="5268636" y="1572703"/>
                  </a:lnTo>
                  <a:lnTo>
                    <a:pt x="5268761" y="1572703"/>
                  </a:lnTo>
                  <a:lnTo>
                    <a:pt x="5269136" y="1572703"/>
                  </a:lnTo>
                  <a:lnTo>
                    <a:pt x="5269261" y="1572703"/>
                  </a:lnTo>
                  <a:lnTo>
                    <a:pt x="5269386" y="1572703"/>
                  </a:lnTo>
                  <a:lnTo>
                    <a:pt x="5269636" y="1572703"/>
                  </a:lnTo>
                  <a:lnTo>
                    <a:pt x="5269761" y="1572703"/>
                  </a:lnTo>
                  <a:lnTo>
                    <a:pt x="5270761" y="1572703"/>
                  </a:lnTo>
                  <a:lnTo>
                    <a:pt x="5271137" y="1572703"/>
                  </a:lnTo>
                  <a:lnTo>
                    <a:pt x="5271262" y="1572703"/>
                  </a:lnTo>
                  <a:lnTo>
                    <a:pt x="5271387" y="1572703"/>
                  </a:lnTo>
                  <a:lnTo>
                    <a:pt x="5271762" y="1572703"/>
                  </a:lnTo>
                  <a:lnTo>
                    <a:pt x="5271887" y="1572703"/>
                  </a:lnTo>
                  <a:lnTo>
                    <a:pt x="5272012" y="1572703"/>
                  </a:lnTo>
                  <a:lnTo>
                    <a:pt x="5272137" y="1572703"/>
                  </a:lnTo>
                  <a:lnTo>
                    <a:pt x="5272637" y="1572703"/>
                  </a:lnTo>
                  <a:lnTo>
                    <a:pt x="5272887" y="1572703"/>
                  </a:lnTo>
                  <a:lnTo>
                    <a:pt x="5273012" y="1572703"/>
                  </a:lnTo>
                  <a:lnTo>
                    <a:pt x="5273262" y="1572703"/>
                  </a:lnTo>
                  <a:lnTo>
                    <a:pt x="5274263" y="1572703"/>
                  </a:lnTo>
                  <a:lnTo>
                    <a:pt x="5274388" y="1572703"/>
                  </a:lnTo>
                  <a:lnTo>
                    <a:pt x="5274888" y="1572703"/>
                  </a:lnTo>
                  <a:lnTo>
                    <a:pt x="5275013" y="1572703"/>
                  </a:lnTo>
                  <a:lnTo>
                    <a:pt x="5275513" y="1572703"/>
                  </a:lnTo>
                  <a:lnTo>
                    <a:pt x="5275763" y="1572703"/>
                  </a:lnTo>
                  <a:lnTo>
                    <a:pt x="5276013" y="1572703"/>
                  </a:lnTo>
                  <a:lnTo>
                    <a:pt x="5276138" y="1572703"/>
                  </a:lnTo>
                  <a:lnTo>
                    <a:pt x="5277264" y="1572703"/>
                  </a:lnTo>
                  <a:lnTo>
                    <a:pt x="5277514" y="1572703"/>
                  </a:lnTo>
                  <a:lnTo>
                    <a:pt x="5278139" y="1572703"/>
                  </a:lnTo>
                  <a:lnTo>
                    <a:pt x="5279014" y="1572703"/>
                  </a:lnTo>
                  <a:lnTo>
                    <a:pt x="5279014" y="1562750"/>
                  </a:lnTo>
                  <a:lnTo>
                    <a:pt x="5279139" y="1562750"/>
                  </a:lnTo>
                  <a:lnTo>
                    <a:pt x="5279264" y="1562750"/>
                  </a:lnTo>
                  <a:lnTo>
                    <a:pt x="5279389" y="1562750"/>
                  </a:lnTo>
                  <a:lnTo>
                    <a:pt x="5280765" y="1562750"/>
                  </a:lnTo>
                  <a:lnTo>
                    <a:pt x="5280890" y="1562750"/>
                  </a:lnTo>
                  <a:lnTo>
                    <a:pt x="5281140" y="1562750"/>
                  </a:lnTo>
                  <a:lnTo>
                    <a:pt x="5281640" y="1562750"/>
                  </a:lnTo>
                  <a:lnTo>
                    <a:pt x="5281890" y="1562750"/>
                  </a:lnTo>
                  <a:lnTo>
                    <a:pt x="5282515" y="1562750"/>
                  </a:lnTo>
                  <a:lnTo>
                    <a:pt x="5282640" y="1562750"/>
                  </a:lnTo>
                  <a:lnTo>
                    <a:pt x="5283141" y="1562750"/>
                  </a:lnTo>
                  <a:lnTo>
                    <a:pt x="5283391" y="1562750"/>
                  </a:lnTo>
                  <a:lnTo>
                    <a:pt x="5283516" y="1562750"/>
                  </a:lnTo>
                  <a:lnTo>
                    <a:pt x="5283641" y="1562750"/>
                  </a:lnTo>
                  <a:lnTo>
                    <a:pt x="5284391" y="1562750"/>
                  </a:lnTo>
                  <a:lnTo>
                    <a:pt x="5284516" y="1562750"/>
                  </a:lnTo>
                  <a:lnTo>
                    <a:pt x="5284891" y="1562750"/>
                  </a:lnTo>
                  <a:lnTo>
                    <a:pt x="5285266" y="1562750"/>
                  </a:lnTo>
                  <a:lnTo>
                    <a:pt x="5285516" y="1562750"/>
                  </a:lnTo>
                  <a:lnTo>
                    <a:pt x="5286142" y="1562750"/>
                  </a:lnTo>
                  <a:lnTo>
                    <a:pt x="5286517" y="1562750"/>
                  </a:lnTo>
                  <a:lnTo>
                    <a:pt x="5286767" y="1562750"/>
                  </a:lnTo>
                  <a:lnTo>
                    <a:pt x="5287517" y="1562750"/>
                  </a:lnTo>
                  <a:lnTo>
                    <a:pt x="5287892" y="1562750"/>
                  </a:lnTo>
                  <a:lnTo>
                    <a:pt x="5288642" y="1562750"/>
                  </a:lnTo>
                  <a:lnTo>
                    <a:pt x="5288768" y="1562750"/>
                  </a:lnTo>
                  <a:lnTo>
                    <a:pt x="5289018" y="1562750"/>
                  </a:lnTo>
                  <a:lnTo>
                    <a:pt x="5289143" y="1562750"/>
                  </a:lnTo>
                  <a:lnTo>
                    <a:pt x="5289268" y="1562750"/>
                  </a:lnTo>
                  <a:lnTo>
                    <a:pt x="5289393" y="1562750"/>
                  </a:lnTo>
                  <a:lnTo>
                    <a:pt x="5289893" y="1562750"/>
                  </a:lnTo>
                  <a:lnTo>
                    <a:pt x="5290018" y="1562750"/>
                  </a:lnTo>
                  <a:lnTo>
                    <a:pt x="5290393" y="1562750"/>
                  </a:lnTo>
                  <a:lnTo>
                    <a:pt x="5290643" y="1562750"/>
                  </a:lnTo>
                  <a:lnTo>
                    <a:pt x="5290893" y="1562750"/>
                  </a:lnTo>
                  <a:lnTo>
                    <a:pt x="5291018" y="1562750"/>
                  </a:lnTo>
                  <a:lnTo>
                    <a:pt x="5291769" y="1562750"/>
                  </a:lnTo>
                  <a:lnTo>
                    <a:pt x="5292019" y="1562750"/>
                  </a:lnTo>
                  <a:lnTo>
                    <a:pt x="5292144" y="1562750"/>
                  </a:lnTo>
                  <a:lnTo>
                    <a:pt x="5292394" y="1562750"/>
                  </a:lnTo>
                  <a:lnTo>
                    <a:pt x="5293394" y="1562750"/>
                  </a:lnTo>
                  <a:lnTo>
                    <a:pt x="5293644" y="1562750"/>
                  </a:lnTo>
                  <a:lnTo>
                    <a:pt x="5294019" y="1562750"/>
                  </a:lnTo>
                  <a:lnTo>
                    <a:pt x="5294144" y="1562750"/>
                  </a:lnTo>
                  <a:lnTo>
                    <a:pt x="5294770" y="1562750"/>
                  </a:lnTo>
                  <a:lnTo>
                    <a:pt x="5295145" y="1562750"/>
                  </a:lnTo>
                  <a:lnTo>
                    <a:pt x="5296145" y="1562750"/>
                  </a:lnTo>
                  <a:lnTo>
                    <a:pt x="5296270" y="1562750"/>
                  </a:lnTo>
                  <a:lnTo>
                    <a:pt x="5296395" y="1562750"/>
                  </a:lnTo>
                  <a:lnTo>
                    <a:pt x="5296520" y="1562750"/>
                  </a:lnTo>
                  <a:lnTo>
                    <a:pt x="5296645" y="1562750"/>
                  </a:lnTo>
                  <a:lnTo>
                    <a:pt x="5297145" y="1562750"/>
                  </a:lnTo>
                  <a:lnTo>
                    <a:pt x="5298021" y="1562750"/>
                  </a:lnTo>
                  <a:lnTo>
                    <a:pt x="5298271" y="1562750"/>
                  </a:lnTo>
                  <a:lnTo>
                    <a:pt x="5298396" y="1562750"/>
                  </a:lnTo>
                  <a:lnTo>
                    <a:pt x="5298646" y="1562750"/>
                  </a:lnTo>
                  <a:lnTo>
                    <a:pt x="5299521" y="1562750"/>
                  </a:lnTo>
                  <a:lnTo>
                    <a:pt x="5299646" y="1562750"/>
                  </a:lnTo>
                  <a:lnTo>
                    <a:pt x="5299771" y="1562750"/>
                  </a:lnTo>
                  <a:lnTo>
                    <a:pt x="5300146" y="1562750"/>
                  </a:lnTo>
                  <a:lnTo>
                    <a:pt x="5300897" y="1562750"/>
                  </a:lnTo>
                  <a:lnTo>
                    <a:pt x="5301022" y="1562750"/>
                  </a:lnTo>
                  <a:lnTo>
                    <a:pt x="5301147" y="1562750"/>
                  </a:lnTo>
                  <a:lnTo>
                    <a:pt x="5301647" y="1562750"/>
                  </a:lnTo>
                  <a:lnTo>
                    <a:pt x="5301772" y="1562750"/>
                  </a:lnTo>
                  <a:lnTo>
                    <a:pt x="5302147" y="1562750"/>
                  </a:lnTo>
                  <a:lnTo>
                    <a:pt x="5302272" y="1562750"/>
                  </a:lnTo>
                  <a:lnTo>
                    <a:pt x="5302522" y="1562750"/>
                  </a:lnTo>
                  <a:lnTo>
                    <a:pt x="5302897" y="1562750"/>
                  </a:lnTo>
                  <a:lnTo>
                    <a:pt x="5303022" y="1562750"/>
                  </a:lnTo>
                  <a:lnTo>
                    <a:pt x="5303522" y="1562750"/>
                  </a:lnTo>
                  <a:lnTo>
                    <a:pt x="5303773" y="1562750"/>
                  </a:lnTo>
                  <a:lnTo>
                    <a:pt x="5303898" y="1562750"/>
                  </a:lnTo>
                  <a:lnTo>
                    <a:pt x="5304273" y="1562750"/>
                  </a:lnTo>
                  <a:lnTo>
                    <a:pt x="5305023" y="1562750"/>
                  </a:lnTo>
                  <a:lnTo>
                    <a:pt x="5305148" y="1562750"/>
                  </a:lnTo>
                  <a:lnTo>
                    <a:pt x="5305273" y="1562750"/>
                  </a:lnTo>
                  <a:lnTo>
                    <a:pt x="5305523" y="1562750"/>
                  </a:lnTo>
                  <a:lnTo>
                    <a:pt x="5305773" y="1562750"/>
                  </a:lnTo>
                  <a:lnTo>
                    <a:pt x="5305898" y="1562750"/>
                  </a:lnTo>
                  <a:lnTo>
                    <a:pt x="5306148" y="1562750"/>
                  </a:lnTo>
                  <a:lnTo>
                    <a:pt x="5306774" y="1562750"/>
                  </a:lnTo>
                  <a:lnTo>
                    <a:pt x="5307149" y="1562750"/>
                  </a:lnTo>
                  <a:lnTo>
                    <a:pt x="5307274" y="1562750"/>
                  </a:lnTo>
                  <a:lnTo>
                    <a:pt x="5307524" y="1562750"/>
                  </a:lnTo>
                  <a:lnTo>
                    <a:pt x="5307899" y="1562750"/>
                  </a:lnTo>
                  <a:lnTo>
                    <a:pt x="5308149" y="1562750"/>
                  </a:lnTo>
                  <a:lnTo>
                    <a:pt x="5308774" y="1562750"/>
                  </a:lnTo>
                  <a:lnTo>
                    <a:pt x="5309149" y="1562750"/>
                  </a:lnTo>
                  <a:lnTo>
                    <a:pt x="5309274" y="1562750"/>
                  </a:lnTo>
                  <a:lnTo>
                    <a:pt x="5309524" y="1562750"/>
                  </a:lnTo>
                  <a:lnTo>
                    <a:pt x="5310150" y="1562750"/>
                  </a:lnTo>
                  <a:lnTo>
                    <a:pt x="5311150" y="1562750"/>
                  </a:lnTo>
                  <a:lnTo>
                    <a:pt x="5311275" y="1562750"/>
                  </a:lnTo>
                  <a:lnTo>
                    <a:pt x="5311400" y="1562750"/>
                  </a:lnTo>
                  <a:lnTo>
                    <a:pt x="5311775" y="1562750"/>
                  </a:lnTo>
                  <a:lnTo>
                    <a:pt x="5311900" y="1562750"/>
                  </a:lnTo>
                  <a:lnTo>
                    <a:pt x="5313151" y="1562750"/>
                  </a:lnTo>
                  <a:lnTo>
                    <a:pt x="5313401" y="1562750"/>
                  </a:lnTo>
                  <a:lnTo>
                    <a:pt x="5314651" y="1562750"/>
                  </a:lnTo>
                  <a:lnTo>
                    <a:pt x="5314776" y="1562750"/>
                  </a:lnTo>
                  <a:lnTo>
                    <a:pt x="5315276" y="1562750"/>
                  </a:lnTo>
                  <a:lnTo>
                    <a:pt x="5315526" y="1562750"/>
                  </a:lnTo>
                  <a:lnTo>
                    <a:pt x="5316152" y="1562750"/>
                  </a:lnTo>
                  <a:lnTo>
                    <a:pt x="5316277" y="1562750"/>
                  </a:lnTo>
                  <a:lnTo>
                    <a:pt x="5316402" y="1562750"/>
                  </a:lnTo>
                  <a:lnTo>
                    <a:pt x="5316527" y="1562750"/>
                  </a:lnTo>
                  <a:lnTo>
                    <a:pt x="5316777" y="1562750"/>
                  </a:lnTo>
                  <a:lnTo>
                    <a:pt x="5317152" y="1562750"/>
                  </a:lnTo>
                  <a:lnTo>
                    <a:pt x="5317652" y="1562750"/>
                  </a:lnTo>
                  <a:lnTo>
                    <a:pt x="5317777" y="1562750"/>
                  </a:lnTo>
                  <a:lnTo>
                    <a:pt x="5318152" y="1562750"/>
                  </a:lnTo>
                  <a:lnTo>
                    <a:pt x="5318402" y="1562750"/>
                  </a:lnTo>
                  <a:lnTo>
                    <a:pt x="5318527" y="1562750"/>
                  </a:lnTo>
                  <a:lnTo>
                    <a:pt x="5318653" y="1562750"/>
                  </a:lnTo>
                  <a:lnTo>
                    <a:pt x="5319028" y="1562750"/>
                  </a:lnTo>
                  <a:lnTo>
                    <a:pt x="5319153" y="1562750"/>
                  </a:lnTo>
                  <a:lnTo>
                    <a:pt x="5319653" y="1562750"/>
                  </a:lnTo>
                  <a:lnTo>
                    <a:pt x="5319778" y="1562750"/>
                  </a:lnTo>
                  <a:lnTo>
                    <a:pt x="5319903" y="1562750"/>
                  </a:lnTo>
                  <a:lnTo>
                    <a:pt x="5320028" y="1562750"/>
                  </a:lnTo>
                  <a:lnTo>
                    <a:pt x="5320153" y="1562750"/>
                  </a:lnTo>
                  <a:lnTo>
                    <a:pt x="5320528" y="1562750"/>
                  </a:lnTo>
                  <a:lnTo>
                    <a:pt x="5320903" y="1562750"/>
                  </a:lnTo>
                  <a:lnTo>
                    <a:pt x="5321028" y="1562750"/>
                  </a:lnTo>
                  <a:lnTo>
                    <a:pt x="5321153" y="1562750"/>
                  </a:lnTo>
                  <a:lnTo>
                    <a:pt x="5321403" y="1562750"/>
                  </a:lnTo>
                  <a:lnTo>
                    <a:pt x="5321654" y="1562750"/>
                  </a:lnTo>
                  <a:lnTo>
                    <a:pt x="5322029" y="1562750"/>
                  </a:lnTo>
                  <a:lnTo>
                    <a:pt x="5322404" y="1562750"/>
                  </a:lnTo>
                  <a:lnTo>
                    <a:pt x="5322654" y="1562750"/>
                  </a:lnTo>
                  <a:lnTo>
                    <a:pt x="5323029" y="1562750"/>
                  </a:lnTo>
                  <a:lnTo>
                    <a:pt x="5323529" y="1562750"/>
                  </a:lnTo>
                  <a:lnTo>
                    <a:pt x="5323654" y="1562750"/>
                  </a:lnTo>
                  <a:lnTo>
                    <a:pt x="5323904" y="1562750"/>
                  </a:lnTo>
                  <a:lnTo>
                    <a:pt x="5324029" y="1562750"/>
                  </a:lnTo>
                  <a:lnTo>
                    <a:pt x="5324404" y="1562750"/>
                  </a:lnTo>
                  <a:lnTo>
                    <a:pt x="5324529" y="1562750"/>
                  </a:lnTo>
                  <a:lnTo>
                    <a:pt x="5324655" y="1562750"/>
                  </a:lnTo>
                  <a:lnTo>
                    <a:pt x="5324780" y="1562750"/>
                  </a:lnTo>
                  <a:lnTo>
                    <a:pt x="5325280" y="1562750"/>
                  </a:lnTo>
                  <a:lnTo>
                    <a:pt x="5325405" y="1562750"/>
                  </a:lnTo>
                  <a:lnTo>
                    <a:pt x="5332282" y="1542842"/>
                  </a:lnTo>
                  <a:lnTo>
                    <a:pt x="5332407" y="1542842"/>
                  </a:lnTo>
                  <a:lnTo>
                    <a:pt x="5332782" y="1542842"/>
                  </a:lnTo>
                  <a:lnTo>
                    <a:pt x="5333157" y="1542842"/>
                  </a:lnTo>
                  <a:lnTo>
                    <a:pt x="5333908" y="1542842"/>
                  </a:lnTo>
                  <a:lnTo>
                    <a:pt x="5334408" y="1542842"/>
                  </a:lnTo>
                  <a:lnTo>
                    <a:pt x="5334533" y="1542842"/>
                  </a:lnTo>
                  <a:lnTo>
                    <a:pt x="5334658" y="1542842"/>
                  </a:lnTo>
                  <a:lnTo>
                    <a:pt x="5334908" y="1542842"/>
                  </a:lnTo>
                  <a:lnTo>
                    <a:pt x="5335158" y="1542842"/>
                  </a:lnTo>
                  <a:lnTo>
                    <a:pt x="5335283" y="1542842"/>
                  </a:lnTo>
                  <a:lnTo>
                    <a:pt x="5335408" y="1542842"/>
                  </a:lnTo>
                  <a:lnTo>
                    <a:pt x="5335908" y="1542842"/>
                  </a:lnTo>
                  <a:lnTo>
                    <a:pt x="5336033" y="1542842"/>
                  </a:lnTo>
                  <a:lnTo>
                    <a:pt x="5336158" y="1542842"/>
                  </a:lnTo>
                  <a:lnTo>
                    <a:pt x="5336784" y="1542842"/>
                  </a:lnTo>
                  <a:lnTo>
                    <a:pt x="5337034" y="1542842"/>
                  </a:lnTo>
                  <a:lnTo>
                    <a:pt x="5337284" y="1542842"/>
                  </a:lnTo>
                  <a:lnTo>
                    <a:pt x="5337409" y="1542842"/>
                  </a:lnTo>
                  <a:lnTo>
                    <a:pt x="5337534" y="1542842"/>
                  </a:lnTo>
                  <a:lnTo>
                    <a:pt x="5337909" y="1542842"/>
                  </a:lnTo>
                  <a:lnTo>
                    <a:pt x="5338034" y="1542842"/>
                  </a:lnTo>
                  <a:lnTo>
                    <a:pt x="5338159" y="1542842"/>
                  </a:lnTo>
                  <a:lnTo>
                    <a:pt x="5338284" y="1542842"/>
                  </a:lnTo>
                  <a:lnTo>
                    <a:pt x="5338784" y="1542842"/>
                  </a:lnTo>
                  <a:lnTo>
                    <a:pt x="5338909" y="1542842"/>
                  </a:lnTo>
                  <a:lnTo>
                    <a:pt x="5339034" y="1542842"/>
                  </a:lnTo>
                  <a:lnTo>
                    <a:pt x="5339159" y="1542842"/>
                  </a:lnTo>
                  <a:lnTo>
                    <a:pt x="5339284" y="1542842"/>
                  </a:lnTo>
                  <a:lnTo>
                    <a:pt x="5339660" y="1542842"/>
                  </a:lnTo>
                  <a:lnTo>
                    <a:pt x="5339910" y="1542842"/>
                  </a:lnTo>
                  <a:lnTo>
                    <a:pt x="5340035" y="1542842"/>
                  </a:lnTo>
                  <a:lnTo>
                    <a:pt x="5340535" y="1542842"/>
                  </a:lnTo>
                  <a:lnTo>
                    <a:pt x="5341160" y="1542842"/>
                  </a:lnTo>
                  <a:lnTo>
                    <a:pt x="5341285" y="1542842"/>
                  </a:lnTo>
                  <a:lnTo>
                    <a:pt x="5341410" y="1542842"/>
                  </a:lnTo>
                  <a:lnTo>
                    <a:pt x="5341910" y="1542842"/>
                  </a:lnTo>
                  <a:lnTo>
                    <a:pt x="5342786" y="1542842"/>
                  </a:lnTo>
                  <a:lnTo>
                    <a:pt x="5343036" y="1542842"/>
                  </a:lnTo>
                  <a:lnTo>
                    <a:pt x="5343161" y="1542842"/>
                  </a:lnTo>
                  <a:lnTo>
                    <a:pt x="5343286" y="1542842"/>
                  </a:lnTo>
                  <a:lnTo>
                    <a:pt x="5343661" y="1542842"/>
                  </a:lnTo>
                  <a:lnTo>
                    <a:pt x="5344161" y="1542842"/>
                  </a:lnTo>
                  <a:lnTo>
                    <a:pt x="5344286" y="1542842"/>
                  </a:lnTo>
                  <a:lnTo>
                    <a:pt x="5344411" y="1542842"/>
                  </a:lnTo>
                  <a:lnTo>
                    <a:pt x="5345787" y="1542842"/>
                  </a:lnTo>
                  <a:lnTo>
                    <a:pt x="5345912" y="1542842"/>
                  </a:lnTo>
                  <a:lnTo>
                    <a:pt x="5346037" y="1542842"/>
                  </a:lnTo>
                  <a:lnTo>
                    <a:pt x="5346412" y="1542842"/>
                  </a:lnTo>
                  <a:lnTo>
                    <a:pt x="5347287" y="1542842"/>
                  </a:lnTo>
                  <a:lnTo>
                    <a:pt x="5347537" y="1542842"/>
                  </a:lnTo>
                  <a:lnTo>
                    <a:pt x="5348162" y="1542842"/>
                  </a:lnTo>
                  <a:lnTo>
                    <a:pt x="5348287" y="1542842"/>
                  </a:lnTo>
                  <a:lnTo>
                    <a:pt x="5348663" y="1542842"/>
                  </a:lnTo>
                  <a:lnTo>
                    <a:pt x="5348788" y="1542842"/>
                  </a:lnTo>
                  <a:lnTo>
                    <a:pt x="5348913" y="1542842"/>
                  </a:lnTo>
                  <a:lnTo>
                    <a:pt x="5349038" y="1542842"/>
                  </a:lnTo>
                  <a:lnTo>
                    <a:pt x="5349288" y="1542842"/>
                  </a:lnTo>
                  <a:lnTo>
                    <a:pt x="5350163" y="1542842"/>
                  </a:lnTo>
                  <a:lnTo>
                    <a:pt x="5350288" y="1542842"/>
                  </a:lnTo>
                  <a:lnTo>
                    <a:pt x="5350538" y="1542842"/>
                  </a:lnTo>
                  <a:lnTo>
                    <a:pt x="5350663" y="1542842"/>
                  </a:lnTo>
                  <a:lnTo>
                    <a:pt x="5350913" y="1542842"/>
                  </a:lnTo>
                  <a:lnTo>
                    <a:pt x="5351664" y="1542842"/>
                  </a:lnTo>
                  <a:lnTo>
                    <a:pt x="5352039" y="1542842"/>
                  </a:lnTo>
                  <a:lnTo>
                    <a:pt x="5352414" y="1542842"/>
                  </a:lnTo>
                  <a:lnTo>
                    <a:pt x="5352539" y="1542842"/>
                  </a:lnTo>
                  <a:lnTo>
                    <a:pt x="5353789" y="1542842"/>
                  </a:lnTo>
                  <a:lnTo>
                    <a:pt x="5354164" y="1542842"/>
                  </a:lnTo>
                  <a:lnTo>
                    <a:pt x="5354289" y="1542842"/>
                  </a:lnTo>
                  <a:lnTo>
                    <a:pt x="5354665" y="1542842"/>
                  </a:lnTo>
                  <a:lnTo>
                    <a:pt x="5355040" y="1542842"/>
                  </a:lnTo>
                  <a:lnTo>
                    <a:pt x="5355165" y="1542842"/>
                  </a:lnTo>
                  <a:lnTo>
                    <a:pt x="5355915" y="1542842"/>
                  </a:lnTo>
                  <a:lnTo>
                    <a:pt x="5356290" y="1542842"/>
                  </a:lnTo>
                  <a:lnTo>
                    <a:pt x="5356540" y="1542842"/>
                  </a:lnTo>
                  <a:lnTo>
                    <a:pt x="5356790" y="1542842"/>
                  </a:lnTo>
                  <a:lnTo>
                    <a:pt x="5356915" y="1542842"/>
                  </a:lnTo>
                  <a:lnTo>
                    <a:pt x="5357040" y="1542842"/>
                  </a:lnTo>
                  <a:lnTo>
                    <a:pt x="5357916" y="1542842"/>
                  </a:lnTo>
                  <a:lnTo>
                    <a:pt x="5358041" y="1542842"/>
                  </a:lnTo>
                  <a:lnTo>
                    <a:pt x="5358541" y="1542842"/>
                  </a:lnTo>
                  <a:lnTo>
                    <a:pt x="5359041" y="1542842"/>
                  </a:lnTo>
                  <a:lnTo>
                    <a:pt x="5359166" y="1542842"/>
                  </a:lnTo>
                  <a:lnTo>
                    <a:pt x="5359291" y="1542842"/>
                  </a:lnTo>
                  <a:lnTo>
                    <a:pt x="5359791" y="1542842"/>
                  </a:lnTo>
                  <a:lnTo>
                    <a:pt x="5359916" y="1542842"/>
                  </a:lnTo>
                  <a:lnTo>
                    <a:pt x="5361292" y="1542842"/>
                  </a:lnTo>
                  <a:lnTo>
                    <a:pt x="5361542" y="1542842"/>
                  </a:lnTo>
                  <a:lnTo>
                    <a:pt x="5362167" y="1542842"/>
                  </a:lnTo>
                  <a:lnTo>
                    <a:pt x="5362292" y="1542842"/>
                  </a:lnTo>
                  <a:lnTo>
                    <a:pt x="5362792" y="1532888"/>
                  </a:lnTo>
                  <a:lnTo>
                    <a:pt x="5363543" y="1532888"/>
                  </a:lnTo>
                  <a:lnTo>
                    <a:pt x="5363668" y="1532888"/>
                  </a:lnTo>
                  <a:lnTo>
                    <a:pt x="5364293" y="1532888"/>
                  </a:lnTo>
                  <a:lnTo>
                    <a:pt x="5364418" y="1532888"/>
                  </a:lnTo>
                  <a:lnTo>
                    <a:pt x="5364543" y="1532888"/>
                  </a:lnTo>
                  <a:lnTo>
                    <a:pt x="5364668" y="1532888"/>
                  </a:lnTo>
                  <a:lnTo>
                    <a:pt x="5364793" y="1532888"/>
                  </a:lnTo>
                  <a:lnTo>
                    <a:pt x="5364918" y="1532888"/>
                  </a:lnTo>
                  <a:lnTo>
                    <a:pt x="5365668" y="1532888"/>
                  </a:lnTo>
                  <a:lnTo>
                    <a:pt x="5366293" y="1532888"/>
                  </a:lnTo>
                  <a:lnTo>
                    <a:pt x="5366919" y="1532888"/>
                  </a:lnTo>
                  <a:lnTo>
                    <a:pt x="5367169" y="1532888"/>
                  </a:lnTo>
                  <a:lnTo>
                    <a:pt x="5367669" y="1532888"/>
                  </a:lnTo>
                  <a:lnTo>
                    <a:pt x="5368044" y="1532888"/>
                  </a:lnTo>
                  <a:lnTo>
                    <a:pt x="5368294" y="1532888"/>
                  </a:lnTo>
                  <a:lnTo>
                    <a:pt x="5368794" y="1532888"/>
                  </a:lnTo>
                  <a:lnTo>
                    <a:pt x="5369419" y="1532888"/>
                  </a:lnTo>
                  <a:lnTo>
                    <a:pt x="5369795" y="1532888"/>
                  </a:lnTo>
                  <a:lnTo>
                    <a:pt x="5370045" y="1532888"/>
                  </a:lnTo>
                  <a:lnTo>
                    <a:pt x="5370170" y="1532888"/>
                  </a:lnTo>
                  <a:lnTo>
                    <a:pt x="5371420" y="1532888"/>
                  </a:lnTo>
                  <a:lnTo>
                    <a:pt x="5371545" y="1532888"/>
                  </a:lnTo>
                  <a:lnTo>
                    <a:pt x="5371795" y="1532888"/>
                  </a:lnTo>
                  <a:lnTo>
                    <a:pt x="5372546" y="1532888"/>
                  </a:lnTo>
                  <a:lnTo>
                    <a:pt x="5373171" y="1532888"/>
                  </a:lnTo>
                  <a:lnTo>
                    <a:pt x="5374421" y="1532888"/>
                  </a:lnTo>
                  <a:lnTo>
                    <a:pt x="5374546" y="1532888"/>
                  </a:lnTo>
                  <a:lnTo>
                    <a:pt x="5374671" y="1532888"/>
                  </a:lnTo>
                  <a:lnTo>
                    <a:pt x="5375046" y="1532888"/>
                  </a:lnTo>
                  <a:lnTo>
                    <a:pt x="5375296" y="1532888"/>
                  </a:lnTo>
                  <a:lnTo>
                    <a:pt x="5375797" y="1532888"/>
                  </a:lnTo>
                  <a:lnTo>
                    <a:pt x="5376297" y="1532888"/>
                  </a:lnTo>
                  <a:lnTo>
                    <a:pt x="5376547" y="1532888"/>
                  </a:lnTo>
                  <a:lnTo>
                    <a:pt x="5376922" y="1532888"/>
                  </a:lnTo>
                  <a:lnTo>
                    <a:pt x="5377047" y="1532888"/>
                  </a:lnTo>
                  <a:lnTo>
                    <a:pt x="5377297" y="1532888"/>
                  </a:lnTo>
                  <a:lnTo>
                    <a:pt x="5377922" y="1532888"/>
                  </a:lnTo>
                  <a:lnTo>
                    <a:pt x="5378172" y="1532888"/>
                  </a:lnTo>
                  <a:lnTo>
                    <a:pt x="5378673" y="1532888"/>
                  </a:lnTo>
                  <a:lnTo>
                    <a:pt x="5379173" y="1532888"/>
                  </a:lnTo>
                  <a:lnTo>
                    <a:pt x="5379673" y="1532888"/>
                  </a:lnTo>
                  <a:lnTo>
                    <a:pt x="5379923" y="1532888"/>
                  </a:lnTo>
                  <a:lnTo>
                    <a:pt x="5380048" y="1532888"/>
                  </a:lnTo>
                  <a:lnTo>
                    <a:pt x="5380923" y="1532888"/>
                  </a:lnTo>
                  <a:lnTo>
                    <a:pt x="5381423" y="1532888"/>
                  </a:lnTo>
                  <a:lnTo>
                    <a:pt x="5381549" y="1532888"/>
                  </a:lnTo>
                  <a:lnTo>
                    <a:pt x="5381674" y="1532888"/>
                  </a:lnTo>
                  <a:lnTo>
                    <a:pt x="5381799" y="1532888"/>
                  </a:lnTo>
                  <a:lnTo>
                    <a:pt x="5382049" y="1532888"/>
                  </a:lnTo>
                  <a:lnTo>
                    <a:pt x="5382174" y="1532888"/>
                  </a:lnTo>
                  <a:lnTo>
                    <a:pt x="5382299" y="1532888"/>
                  </a:lnTo>
                  <a:lnTo>
                    <a:pt x="5382674" y="1532888"/>
                  </a:lnTo>
                  <a:lnTo>
                    <a:pt x="5382799" y="1532888"/>
                  </a:lnTo>
                  <a:lnTo>
                    <a:pt x="5384049" y="1532888"/>
                  </a:lnTo>
                  <a:lnTo>
                    <a:pt x="5384550" y="1532888"/>
                  </a:lnTo>
                  <a:lnTo>
                    <a:pt x="5384675" y="1532888"/>
                  </a:lnTo>
                  <a:lnTo>
                    <a:pt x="5384800" y="1532888"/>
                  </a:lnTo>
                  <a:lnTo>
                    <a:pt x="5385175" y="1532888"/>
                  </a:lnTo>
                  <a:lnTo>
                    <a:pt x="5385800" y="1532888"/>
                  </a:lnTo>
                  <a:lnTo>
                    <a:pt x="5385925" y="1532888"/>
                  </a:lnTo>
                  <a:lnTo>
                    <a:pt x="5386425" y="1532888"/>
                  </a:lnTo>
                  <a:lnTo>
                    <a:pt x="5386550" y="1532888"/>
                  </a:lnTo>
                  <a:lnTo>
                    <a:pt x="5387300" y="1532888"/>
                  </a:lnTo>
                  <a:lnTo>
                    <a:pt x="5387425" y="1532888"/>
                  </a:lnTo>
                  <a:lnTo>
                    <a:pt x="5387801" y="1522934"/>
                  </a:lnTo>
                  <a:lnTo>
                    <a:pt x="5387926" y="1522934"/>
                  </a:lnTo>
                  <a:lnTo>
                    <a:pt x="5388176" y="1522934"/>
                  </a:lnTo>
                  <a:lnTo>
                    <a:pt x="5388426" y="1522934"/>
                  </a:lnTo>
                  <a:lnTo>
                    <a:pt x="5388926" y="1522934"/>
                  </a:lnTo>
                  <a:lnTo>
                    <a:pt x="5389051" y="1522934"/>
                  </a:lnTo>
                  <a:lnTo>
                    <a:pt x="5389551" y="1522934"/>
                  </a:lnTo>
                  <a:lnTo>
                    <a:pt x="5389676" y="1522934"/>
                  </a:lnTo>
                  <a:lnTo>
                    <a:pt x="5389801" y="1522934"/>
                  </a:lnTo>
                  <a:lnTo>
                    <a:pt x="5390176" y="1522934"/>
                  </a:lnTo>
                  <a:lnTo>
                    <a:pt x="5391052" y="1522934"/>
                  </a:lnTo>
                  <a:lnTo>
                    <a:pt x="5391177" y="1522934"/>
                  </a:lnTo>
                  <a:lnTo>
                    <a:pt x="5391302" y="1522934"/>
                  </a:lnTo>
                  <a:lnTo>
                    <a:pt x="5391427" y="1522934"/>
                  </a:lnTo>
                  <a:lnTo>
                    <a:pt x="5391677" y="1522934"/>
                  </a:lnTo>
                  <a:lnTo>
                    <a:pt x="5393678" y="1522934"/>
                  </a:lnTo>
                  <a:lnTo>
                    <a:pt x="5393928" y="1522934"/>
                  </a:lnTo>
                  <a:lnTo>
                    <a:pt x="5394053" y="1522934"/>
                  </a:lnTo>
                  <a:lnTo>
                    <a:pt x="5394553" y="1522934"/>
                  </a:lnTo>
                  <a:lnTo>
                    <a:pt x="5394803" y="1522934"/>
                  </a:lnTo>
                  <a:lnTo>
                    <a:pt x="5394928" y="1522934"/>
                  </a:lnTo>
                  <a:lnTo>
                    <a:pt x="5395053" y="1522934"/>
                  </a:lnTo>
                  <a:lnTo>
                    <a:pt x="5395428" y="1522934"/>
                  </a:lnTo>
                  <a:lnTo>
                    <a:pt x="5395678" y="1522934"/>
                  </a:lnTo>
                  <a:lnTo>
                    <a:pt x="5396303" y="1522934"/>
                  </a:lnTo>
                  <a:lnTo>
                    <a:pt x="5396679" y="1522934"/>
                  </a:lnTo>
                  <a:lnTo>
                    <a:pt x="5397179" y="1522934"/>
                  </a:lnTo>
                  <a:lnTo>
                    <a:pt x="5397304" y="1522934"/>
                  </a:lnTo>
                  <a:lnTo>
                    <a:pt x="5397429" y="1522934"/>
                  </a:lnTo>
                  <a:lnTo>
                    <a:pt x="5397804" y="1522934"/>
                  </a:lnTo>
                  <a:lnTo>
                    <a:pt x="5398429" y="1522934"/>
                  </a:lnTo>
                  <a:lnTo>
                    <a:pt x="5399430" y="1522934"/>
                  </a:lnTo>
                  <a:lnTo>
                    <a:pt x="5399805" y="1522934"/>
                  </a:lnTo>
                  <a:lnTo>
                    <a:pt x="5399930" y="1522934"/>
                  </a:lnTo>
                  <a:lnTo>
                    <a:pt x="5400555" y="1522934"/>
                  </a:lnTo>
                  <a:lnTo>
                    <a:pt x="5400805" y="1522934"/>
                  </a:lnTo>
                  <a:lnTo>
                    <a:pt x="5400930" y="1522934"/>
                  </a:lnTo>
                  <a:lnTo>
                    <a:pt x="5401180" y="1522934"/>
                  </a:lnTo>
                  <a:lnTo>
                    <a:pt x="5402055" y="1522934"/>
                  </a:lnTo>
                  <a:lnTo>
                    <a:pt x="5402180" y="1522934"/>
                  </a:lnTo>
                  <a:lnTo>
                    <a:pt x="5402305" y="1522934"/>
                  </a:lnTo>
                  <a:lnTo>
                    <a:pt x="5402305" y="1512981"/>
                  </a:lnTo>
                  <a:lnTo>
                    <a:pt x="5402431" y="1512981"/>
                  </a:lnTo>
                  <a:lnTo>
                    <a:pt x="5402556" y="1512981"/>
                  </a:lnTo>
                  <a:lnTo>
                    <a:pt x="5402806" y="1512981"/>
                  </a:lnTo>
                  <a:lnTo>
                    <a:pt x="5403181" y="1512981"/>
                  </a:lnTo>
                  <a:lnTo>
                    <a:pt x="5403556" y="1512981"/>
                  </a:lnTo>
                  <a:lnTo>
                    <a:pt x="5403931" y="1512981"/>
                  </a:lnTo>
                  <a:lnTo>
                    <a:pt x="5404056" y="1512981"/>
                  </a:lnTo>
                  <a:lnTo>
                    <a:pt x="5404931" y="1512981"/>
                  </a:lnTo>
                  <a:lnTo>
                    <a:pt x="5405056" y="1512981"/>
                  </a:lnTo>
                  <a:lnTo>
                    <a:pt x="5405181" y="1512981"/>
                  </a:lnTo>
                  <a:lnTo>
                    <a:pt x="5405432" y="1503027"/>
                  </a:lnTo>
                  <a:lnTo>
                    <a:pt x="5405932" y="1503027"/>
                  </a:lnTo>
                  <a:lnTo>
                    <a:pt x="5406182" y="1503027"/>
                  </a:lnTo>
                  <a:lnTo>
                    <a:pt x="5406932" y="1503027"/>
                  </a:lnTo>
                  <a:lnTo>
                    <a:pt x="5407057" y="1503027"/>
                  </a:lnTo>
                  <a:lnTo>
                    <a:pt x="5407432" y="1503027"/>
                  </a:lnTo>
                  <a:lnTo>
                    <a:pt x="5408057" y="1503027"/>
                  </a:lnTo>
                  <a:lnTo>
                    <a:pt x="5408182" y="1503027"/>
                  </a:lnTo>
                  <a:lnTo>
                    <a:pt x="5408558" y="1503027"/>
                  </a:lnTo>
                  <a:lnTo>
                    <a:pt x="5408683" y="1503027"/>
                  </a:lnTo>
                  <a:lnTo>
                    <a:pt x="5408808" y="1503027"/>
                  </a:lnTo>
                  <a:lnTo>
                    <a:pt x="5408933" y="1503027"/>
                  </a:lnTo>
                  <a:lnTo>
                    <a:pt x="5410683" y="1503027"/>
                  </a:lnTo>
                  <a:lnTo>
                    <a:pt x="5411183" y="1503027"/>
                  </a:lnTo>
                  <a:lnTo>
                    <a:pt x="5411559" y="1503027"/>
                  </a:lnTo>
                  <a:lnTo>
                    <a:pt x="5411684" y="1503027"/>
                  </a:lnTo>
                  <a:lnTo>
                    <a:pt x="5411934" y="1503027"/>
                  </a:lnTo>
                  <a:lnTo>
                    <a:pt x="5412059" y="1503027"/>
                  </a:lnTo>
                  <a:lnTo>
                    <a:pt x="5412184" y="1503027"/>
                  </a:lnTo>
                  <a:lnTo>
                    <a:pt x="5412309" y="1503027"/>
                  </a:lnTo>
                  <a:lnTo>
                    <a:pt x="5412559" y="1503027"/>
                  </a:lnTo>
                  <a:lnTo>
                    <a:pt x="5413309" y="1503027"/>
                  </a:lnTo>
                  <a:lnTo>
                    <a:pt x="5413559" y="1503027"/>
                  </a:lnTo>
                  <a:lnTo>
                    <a:pt x="5413684" y="1503027"/>
                  </a:lnTo>
                  <a:lnTo>
                    <a:pt x="5414059" y="1503027"/>
                  </a:lnTo>
                  <a:lnTo>
                    <a:pt x="5414810" y="1503027"/>
                  </a:lnTo>
                  <a:lnTo>
                    <a:pt x="5415310" y="1503027"/>
                  </a:lnTo>
                  <a:lnTo>
                    <a:pt x="5415435" y="1503027"/>
                  </a:lnTo>
                  <a:lnTo>
                    <a:pt x="5415810" y="1503027"/>
                  </a:lnTo>
                  <a:lnTo>
                    <a:pt x="5415935" y="1503027"/>
                  </a:lnTo>
                  <a:lnTo>
                    <a:pt x="5416185" y="1503027"/>
                  </a:lnTo>
                  <a:lnTo>
                    <a:pt x="5416560" y="1503027"/>
                  </a:lnTo>
                  <a:lnTo>
                    <a:pt x="5416810" y="1503027"/>
                  </a:lnTo>
                  <a:lnTo>
                    <a:pt x="5416935" y="1503027"/>
                  </a:lnTo>
                  <a:lnTo>
                    <a:pt x="5417185" y="1503027"/>
                  </a:lnTo>
                  <a:lnTo>
                    <a:pt x="5417310" y="1503027"/>
                  </a:lnTo>
                  <a:lnTo>
                    <a:pt x="5417561" y="1503027"/>
                  </a:lnTo>
                  <a:lnTo>
                    <a:pt x="5418311" y="1503027"/>
                  </a:lnTo>
                  <a:lnTo>
                    <a:pt x="5418936" y="1503027"/>
                  </a:lnTo>
                  <a:lnTo>
                    <a:pt x="5419436" y="1503027"/>
                  </a:lnTo>
                  <a:lnTo>
                    <a:pt x="5419561" y="1503027"/>
                  </a:lnTo>
                  <a:lnTo>
                    <a:pt x="5420437" y="1503027"/>
                  </a:lnTo>
                  <a:lnTo>
                    <a:pt x="5420562" y="1503027"/>
                  </a:lnTo>
                  <a:lnTo>
                    <a:pt x="5421187" y="1503027"/>
                  </a:lnTo>
                  <a:lnTo>
                    <a:pt x="5421437" y="1503027"/>
                  </a:lnTo>
                  <a:lnTo>
                    <a:pt x="5421562" y="1503027"/>
                  </a:lnTo>
                  <a:lnTo>
                    <a:pt x="5422062" y="1503027"/>
                  </a:lnTo>
                  <a:lnTo>
                    <a:pt x="5422562" y="1503027"/>
                  </a:lnTo>
                  <a:lnTo>
                    <a:pt x="5423062" y="1503027"/>
                  </a:lnTo>
                  <a:lnTo>
                    <a:pt x="5423187" y="1503027"/>
                  </a:lnTo>
                  <a:lnTo>
                    <a:pt x="5423312" y="1503027"/>
                  </a:lnTo>
                  <a:lnTo>
                    <a:pt x="5424063" y="1503027"/>
                  </a:lnTo>
                  <a:lnTo>
                    <a:pt x="5424563" y="1503027"/>
                  </a:lnTo>
                  <a:lnTo>
                    <a:pt x="5424813" y="1503027"/>
                  </a:lnTo>
                  <a:lnTo>
                    <a:pt x="5425313" y="1503027"/>
                  </a:lnTo>
                  <a:lnTo>
                    <a:pt x="5425813" y="1503027"/>
                  </a:lnTo>
                  <a:lnTo>
                    <a:pt x="5426188" y="1503027"/>
                  </a:lnTo>
                  <a:lnTo>
                    <a:pt x="5426439" y="1503027"/>
                  </a:lnTo>
                  <a:lnTo>
                    <a:pt x="5426564" y="1503027"/>
                  </a:lnTo>
                  <a:lnTo>
                    <a:pt x="5427064" y="1503027"/>
                  </a:lnTo>
                  <a:lnTo>
                    <a:pt x="5427689" y="1503027"/>
                  </a:lnTo>
                  <a:lnTo>
                    <a:pt x="5427939" y="1503027"/>
                  </a:lnTo>
                  <a:lnTo>
                    <a:pt x="5428064" y="1503027"/>
                  </a:lnTo>
                  <a:lnTo>
                    <a:pt x="5428564" y="1503027"/>
                  </a:lnTo>
                  <a:lnTo>
                    <a:pt x="5428689" y="1503027"/>
                  </a:lnTo>
                  <a:lnTo>
                    <a:pt x="5428814" y="1503027"/>
                  </a:lnTo>
                  <a:lnTo>
                    <a:pt x="5428939" y="1503027"/>
                  </a:lnTo>
                  <a:lnTo>
                    <a:pt x="5429314" y="1503027"/>
                  </a:lnTo>
                  <a:lnTo>
                    <a:pt x="5430065" y="1503027"/>
                  </a:lnTo>
                  <a:lnTo>
                    <a:pt x="5430190" y="1503027"/>
                  </a:lnTo>
                  <a:lnTo>
                    <a:pt x="5430815" y="1503027"/>
                  </a:lnTo>
                  <a:lnTo>
                    <a:pt x="5430940" y="1503027"/>
                  </a:lnTo>
                  <a:lnTo>
                    <a:pt x="5431065" y="1503027"/>
                  </a:lnTo>
                  <a:lnTo>
                    <a:pt x="5431190" y="1503027"/>
                  </a:lnTo>
                  <a:lnTo>
                    <a:pt x="5431440" y="1503027"/>
                  </a:lnTo>
                  <a:lnTo>
                    <a:pt x="5431690" y="1503027"/>
                  </a:lnTo>
                  <a:lnTo>
                    <a:pt x="5431815" y="1503027"/>
                  </a:lnTo>
                  <a:lnTo>
                    <a:pt x="5432190" y="1503027"/>
                  </a:lnTo>
                  <a:lnTo>
                    <a:pt x="5432691" y="1503027"/>
                  </a:lnTo>
                  <a:lnTo>
                    <a:pt x="5432816" y="1503027"/>
                  </a:lnTo>
                  <a:lnTo>
                    <a:pt x="5432941" y="1503027"/>
                  </a:lnTo>
                  <a:lnTo>
                    <a:pt x="5433316" y="1493073"/>
                  </a:lnTo>
                  <a:lnTo>
                    <a:pt x="5433441" y="1493073"/>
                  </a:lnTo>
                  <a:lnTo>
                    <a:pt x="5433566" y="1493073"/>
                  </a:lnTo>
                  <a:lnTo>
                    <a:pt x="5433816" y="1493073"/>
                  </a:lnTo>
                  <a:lnTo>
                    <a:pt x="5433941" y="1493073"/>
                  </a:lnTo>
                  <a:lnTo>
                    <a:pt x="5434941" y="1493073"/>
                  </a:lnTo>
                  <a:lnTo>
                    <a:pt x="5435066" y="1493073"/>
                  </a:lnTo>
                  <a:lnTo>
                    <a:pt x="5435191" y="1493073"/>
                  </a:lnTo>
                  <a:lnTo>
                    <a:pt x="5436192" y="1493073"/>
                  </a:lnTo>
                  <a:lnTo>
                    <a:pt x="5436567" y="1493073"/>
                  </a:lnTo>
                  <a:lnTo>
                    <a:pt x="5436817" y="1493073"/>
                  </a:lnTo>
                  <a:lnTo>
                    <a:pt x="5437067" y="1493073"/>
                  </a:lnTo>
                  <a:lnTo>
                    <a:pt x="5437192" y="1493073"/>
                  </a:lnTo>
                  <a:lnTo>
                    <a:pt x="5437317" y="1493073"/>
                  </a:lnTo>
                  <a:lnTo>
                    <a:pt x="5437442" y="1493073"/>
                  </a:lnTo>
                  <a:lnTo>
                    <a:pt x="5437567" y="1493073"/>
                  </a:lnTo>
                  <a:lnTo>
                    <a:pt x="5437817" y="1493073"/>
                  </a:lnTo>
                  <a:lnTo>
                    <a:pt x="5438067" y="1493073"/>
                  </a:lnTo>
                  <a:lnTo>
                    <a:pt x="5438192" y="1493073"/>
                  </a:lnTo>
                  <a:lnTo>
                    <a:pt x="5438318" y="1493073"/>
                  </a:lnTo>
                  <a:lnTo>
                    <a:pt x="5438443" y="1493073"/>
                  </a:lnTo>
                  <a:lnTo>
                    <a:pt x="5440693" y="1493073"/>
                  </a:lnTo>
                  <a:lnTo>
                    <a:pt x="5440818" y="1493073"/>
                  </a:lnTo>
                  <a:lnTo>
                    <a:pt x="5440943" y="1493073"/>
                  </a:lnTo>
                  <a:lnTo>
                    <a:pt x="5441193" y="1493073"/>
                  </a:lnTo>
                  <a:lnTo>
                    <a:pt x="5441319" y="1493073"/>
                  </a:lnTo>
                  <a:lnTo>
                    <a:pt x="5441569" y="1493073"/>
                  </a:lnTo>
                  <a:lnTo>
                    <a:pt x="5441694" y="1493073"/>
                  </a:lnTo>
                  <a:lnTo>
                    <a:pt x="5441944" y="1493073"/>
                  </a:lnTo>
                  <a:lnTo>
                    <a:pt x="5442069" y="1493073"/>
                  </a:lnTo>
                  <a:lnTo>
                    <a:pt x="5442319" y="1493073"/>
                  </a:lnTo>
                  <a:lnTo>
                    <a:pt x="5442444" y="1493073"/>
                  </a:lnTo>
                  <a:lnTo>
                    <a:pt x="5442569" y="1493073"/>
                  </a:lnTo>
                  <a:lnTo>
                    <a:pt x="5442694" y="1493073"/>
                  </a:lnTo>
                  <a:lnTo>
                    <a:pt x="5442819" y="1493073"/>
                  </a:lnTo>
                  <a:lnTo>
                    <a:pt x="5443069" y="1493073"/>
                  </a:lnTo>
                  <a:lnTo>
                    <a:pt x="5443819" y="1493073"/>
                  </a:lnTo>
                  <a:lnTo>
                    <a:pt x="5444069" y="1493073"/>
                  </a:lnTo>
                  <a:lnTo>
                    <a:pt x="5444695" y="1493073"/>
                  </a:lnTo>
                  <a:lnTo>
                    <a:pt x="5444820" y="1493073"/>
                  </a:lnTo>
                  <a:lnTo>
                    <a:pt x="5444945" y="1493073"/>
                  </a:lnTo>
                  <a:lnTo>
                    <a:pt x="5445195" y="1493073"/>
                  </a:lnTo>
                  <a:lnTo>
                    <a:pt x="5445570" y="1493073"/>
                  </a:lnTo>
                  <a:lnTo>
                    <a:pt x="5445695" y="1493073"/>
                  </a:lnTo>
                  <a:lnTo>
                    <a:pt x="5446070" y="1493073"/>
                  </a:lnTo>
                  <a:lnTo>
                    <a:pt x="5446195" y="1493073"/>
                  </a:lnTo>
                  <a:lnTo>
                    <a:pt x="5446945" y="1493073"/>
                  </a:lnTo>
                  <a:lnTo>
                    <a:pt x="5447195" y="1493073"/>
                  </a:lnTo>
                  <a:lnTo>
                    <a:pt x="5448071" y="1493073"/>
                  </a:lnTo>
                  <a:lnTo>
                    <a:pt x="5448321" y="1493073"/>
                  </a:lnTo>
                  <a:lnTo>
                    <a:pt x="5448946" y="1493073"/>
                  </a:lnTo>
                  <a:lnTo>
                    <a:pt x="5449071" y="1493073"/>
                  </a:lnTo>
                  <a:lnTo>
                    <a:pt x="5449571" y="1493073"/>
                  </a:lnTo>
                  <a:lnTo>
                    <a:pt x="5451322" y="1493073"/>
                  </a:lnTo>
                  <a:lnTo>
                    <a:pt x="5451447" y="1493073"/>
                  </a:lnTo>
                  <a:lnTo>
                    <a:pt x="5451697" y="1493073"/>
                  </a:lnTo>
                  <a:lnTo>
                    <a:pt x="5453698" y="1493073"/>
                  </a:lnTo>
                  <a:lnTo>
                    <a:pt x="5454073" y="1493073"/>
                  </a:lnTo>
                  <a:lnTo>
                    <a:pt x="5454198" y="1493073"/>
                  </a:lnTo>
                  <a:lnTo>
                    <a:pt x="5454573" y="1493073"/>
                  </a:lnTo>
                  <a:lnTo>
                    <a:pt x="5454698" y="1493073"/>
                  </a:lnTo>
                  <a:lnTo>
                    <a:pt x="5455323" y="1493073"/>
                  </a:lnTo>
                  <a:lnTo>
                    <a:pt x="5455948" y="1493073"/>
                  </a:lnTo>
                  <a:lnTo>
                    <a:pt x="5456198" y="1493073"/>
                  </a:lnTo>
                  <a:lnTo>
                    <a:pt x="5456324" y="1493073"/>
                  </a:lnTo>
                  <a:lnTo>
                    <a:pt x="5456449" y="1493073"/>
                  </a:lnTo>
                  <a:lnTo>
                    <a:pt x="5457074" y="1493073"/>
                  </a:lnTo>
                  <a:lnTo>
                    <a:pt x="5457824" y="1493073"/>
                  </a:lnTo>
                  <a:lnTo>
                    <a:pt x="5458074" y="1493073"/>
                  </a:lnTo>
                  <a:lnTo>
                    <a:pt x="5458199" y="1493073"/>
                  </a:lnTo>
                  <a:lnTo>
                    <a:pt x="5458324" y="1493073"/>
                  </a:lnTo>
                  <a:lnTo>
                    <a:pt x="5458574" y="1493073"/>
                  </a:lnTo>
                  <a:lnTo>
                    <a:pt x="5458824" y="1493073"/>
                  </a:lnTo>
                  <a:lnTo>
                    <a:pt x="5458949" y="1493073"/>
                  </a:lnTo>
                  <a:lnTo>
                    <a:pt x="5459450" y="1493073"/>
                  </a:lnTo>
                  <a:lnTo>
                    <a:pt x="5459575" y="1493073"/>
                  </a:lnTo>
                  <a:lnTo>
                    <a:pt x="5459950" y="1493073"/>
                  </a:lnTo>
                  <a:lnTo>
                    <a:pt x="5460075" y="1493073"/>
                  </a:lnTo>
                  <a:lnTo>
                    <a:pt x="5460200" y="1493073"/>
                  </a:lnTo>
                  <a:lnTo>
                    <a:pt x="5460575" y="1493073"/>
                  </a:lnTo>
                  <a:lnTo>
                    <a:pt x="5460700" y="1493073"/>
                  </a:lnTo>
                  <a:lnTo>
                    <a:pt x="5461450" y="1493073"/>
                  </a:lnTo>
                  <a:lnTo>
                    <a:pt x="5461700" y="1493073"/>
                  </a:lnTo>
                  <a:lnTo>
                    <a:pt x="5461700" y="1483119"/>
                  </a:lnTo>
                  <a:lnTo>
                    <a:pt x="5461950" y="1483119"/>
                  </a:lnTo>
                  <a:lnTo>
                    <a:pt x="5462075" y="1483119"/>
                  </a:lnTo>
                  <a:lnTo>
                    <a:pt x="5462200" y="1483119"/>
                  </a:lnTo>
                  <a:lnTo>
                    <a:pt x="5462451" y="1483119"/>
                  </a:lnTo>
                  <a:lnTo>
                    <a:pt x="5462701" y="1483119"/>
                  </a:lnTo>
                  <a:lnTo>
                    <a:pt x="5462826" y="1483119"/>
                  </a:lnTo>
                  <a:lnTo>
                    <a:pt x="5462951" y="1483119"/>
                  </a:lnTo>
                  <a:lnTo>
                    <a:pt x="5463576" y="1483119"/>
                  </a:lnTo>
                  <a:lnTo>
                    <a:pt x="5464576" y="1483119"/>
                  </a:lnTo>
                  <a:lnTo>
                    <a:pt x="5464701" y="1483119"/>
                  </a:lnTo>
                  <a:lnTo>
                    <a:pt x="5464826" y="1483119"/>
                  </a:lnTo>
                  <a:lnTo>
                    <a:pt x="5464951" y="1483119"/>
                  </a:lnTo>
                  <a:lnTo>
                    <a:pt x="5465201" y="1483119"/>
                  </a:lnTo>
                  <a:lnTo>
                    <a:pt x="5465577" y="1483119"/>
                  </a:lnTo>
                  <a:lnTo>
                    <a:pt x="5465702" y="1483119"/>
                  </a:lnTo>
                  <a:lnTo>
                    <a:pt x="5465827" y="1483119"/>
                  </a:lnTo>
                  <a:lnTo>
                    <a:pt x="5466077" y="1483119"/>
                  </a:lnTo>
                  <a:lnTo>
                    <a:pt x="5466202" y="1483119"/>
                  </a:lnTo>
                  <a:lnTo>
                    <a:pt x="5467202" y="1483119"/>
                  </a:lnTo>
                  <a:lnTo>
                    <a:pt x="5468077" y="1483119"/>
                  </a:lnTo>
                  <a:lnTo>
                    <a:pt x="5468328" y="1483119"/>
                  </a:lnTo>
                  <a:lnTo>
                    <a:pt x="5469078" y="1473165"/>
                  </a:lnTo>
                  <a:lnTo>
                    <a:pt x="5469203" y="1473165"/>
                  </a:lnTo>
                  <a:lnTo>
                    <a:pt x="5469703" y="1473165"/>
                  </a:lnTo>
                  <a:lnTo>
                    <a:pt x="5469828" y="1473165"/>
                  </a:lnTo>
                  <a:lnTo>
                    <a:pt x="5470328" y="1473165"/>
                  </a:lnTo>
                  <a:lnTo>
                    <a:pt x="5470578" y="1473165"/>
                  </a:lnTo>
                  <a:lnTo>
                    <a:pt x="5470828" y="1473165"/>
                  </a:lnTo>
                  <a:lnTo>
                    <a:pt x="5470953" y="1473165"/>
                  </a:lnTo>
                  <a:lnTo>
                    <a:pt x="5471204" y="1473165"/>
                  </a:lnTo>
                  <a:lnTo>
                    <a:pt x="5471329" y="1473165"/>
                  </a:lnTo>
                  <a:lnTo>
                    <a:pt x="5471829" y="1473165"/>
                  </a:lnTo>
                  <a:lnTo>
                    <a:pt x="5471954" y="1473165"/>
                  </a:lnTo>
                  <a:lnTo>
                    <a:pt x="5472329" y="1473165"/>
                  </a:lnTo>
                  <a:lnTo>
                    <a:pt x="5472829" y="1473165"/>
                  </a:lnTo>
                  <a:lnTo>
                    <a:pt x="5472954" y="1473165"/>
                  </a:lnTo>
                  <a:lnTo>
                    <a:pt x="5473454" y="1473165"/>
                  </a:lnTo>
                  <a:lnTo>
                    <a:pt x="5473704" y="1473165"/>
                  </a:lnTo>
                  <a:lnTo>
                    <a:pt x="5473829" y="1473165"/>
                  </a:lnTo>
                  <a:lnTo>
                    <a:pt x="5474955" y="1473165"/>
                  </a:lnTo>
                  <a:lnTo>
                    <a:pt x="5475705" y="1473165"/>
                  </a:lnTo>
                  <a:lnTo>
                    <a:pt x="5475830" y="1473165"/>
                  </a:lnTo>
                  <a:lnTo>
                    <a:pt x="5476580" y="1473165"/>
                  </a:lnTo>
                  <a:lnTo>
                    <a:pt x="5476705" y="1473165"/>
                  </a:lnTo>
                  <a:lnTo>
                    <a:pt x="5477080" y="1473165"/>
                  </a:lnTo>
                  <a:lnTo>
                    <a:pt x="5477456" y="1473165"/>
                  </a:lnTo>
                  <a:lnTo>
                    <a:pt x="5477581" y="1473165"/>
                  </a:lnTo>
                  <a:lnTo>
                    <a:pt x="5477706" y="1473165"/>
                  </a:lnTo>
                  <a:lnTo>
                    <a:pt x="5478206" y="1473165"/>
                  </a:lnTo>
                  <a:lnTo>
                    <a:pt x="5478706" y="1473165"/>
                  </a:lnTo>
                  <a:lnTo>
                    <a:pt x="5478831" y="1473165"/>
                  </a:lnTo>
                  <a:lnTo>
                    <a:pt x="5479206" y="1473165"/>
                  </a:lnTo>
                  <a:lnTo>
                    <a:pt x="5479331" y="1473165"/>
                  </a:lnTo>
                  <a:lnTo>
                    <a:pt x="5479456" y="1473165"/>
                  </a:lnTo>
                  <a:lnTo>
                    <a:pt x="5479581" y="1473165"/>
                  </a:lnTo>
                  <a:lnTo>
                    <a:pt x="5479831" y="1473165"/>
                  </a:lnTo>
                  <a:lnTo>
                    <a:pt x="5481082" y="1463211"/>
                  </a:lnTo>
                  <a:lnTo>
                    <a:pt x="5481207" y="1463211"/>
                  </a:lnTo>
                  <a:lnTo>
                    <a:pt x="5481582" y="1463211"/>
                  </a:lnTo>
                  <a:lnTo>
                    <a:pt x="5481832" y="1463211"/>
                  </a:lnTo>
                  <a:lnTo>
                    <a:pt x="5481957" y="1463211"/>
                  </a:lnTo>
                  <a:lnTo>
                    <a:pt x="5482082" y="1463211"/>
                  </a:lnTo>
                  <a:lnTo>
                    <a:pt x="5482207" y="1463211"/>
                  </a:lnTo>
                  <a:lnTo>
                    <a:pt x="5482457" y="1453258"/>
                  </a:lnTo>
                  <a:lnTo>
                    <a:pt x="5482582" y="1453258"/>
                  </a:lnTo>
                  <a:lnTo>
                    <a:pt x="5483458" y="1453258"/>
                  </a:lnTo>
                  <a:lnTo>
                    <a:pt x="5483583" y="1453258"/>
                  </a:lnTo>
                  <a:lnTo>
                    <a:pt x="5483958" y="1453258"/>
                  </a:lnTo>
                  <a:lnTo>
                    <a:pt x="5484208" y="1453258"/>
                  </a:lnTo>
                  <a:lnTo>
                    <a:pt x="5484833" y="1453258"/>
                  </a:lnTo>
                  <a:lnTo>
                    <a:pt x="5485208" y="1453258"/>
                  </a:lnTo>
                  <a:lnTo>
                    <a:pt x="5486334" y="1453258"/>
                  </a:lnTo>
                  <a:lnTo>
                    <a:pt x="5487084" y="1453258"/>
                  </a:lnTo>
                  <a:lnTo>
                    <a:pt x="5487584" y="1453258"/>
                  </a:lnTo>
                  <a:lnTo>
                    <a:pt x="5487709" y="1453258"/>
                  </a:lnTo>
                  <a:lnTo>
                    <a:pt x="5487834" y="1453258"/>
                  </a:lnTo>
                  <a:lnTo>
                    <a:pt x="5488334" y="1453258"/>
                  </a:lnTo>
                  <a:lnTo>
                    <a:pt x="5488959" y="1453258"/>
                  </a:lnTo>
                  <a:lnTo>
                    <a:pt x="5489084" y="1453258"/>
                  </a:lnTo>
                  <a:lnTo>
                    <a:pt x="5489335" y="1453258"/>
                  </a:lnTo>
                  <a:lnTo>
                    <a:pt x="5489585" y="1453258"/>
                  </a:lnTo>
                  <a:lnTo>
                    <a:pt x="5489710" y="1453258"/>
                  </a:lnTo>
                  <a:lnTo>
                    <a:pt x="5489835" y="1453258"/>
                  </a:lnTo>
                  <a:lnTo>
                    <a:pt x="5490085" y="1453258"/>
                  </a:lnTo>
                  <a:lnTo>
                    <a:pt x="5490210" y="1453258"/>
                  </a:lnTo>
                  <a:lnTo>
                    <a:pt x="5490585" y="1453258"/>
                  </a:lnTo>
                  <a:lnTo>
                    <a:pt x="5490835" y="1453258"/>
                  </a:lnTo>
                  <a:lnTo>
                    <a:pt x="5490960" y="1453258"/>
                  </a:lnTo>
                  <a:lnTo>
                    <a:pt x="5491085" y="1453258"/>
                  </a:lnTo>
                  <a:lnTo>
                    <a:pt x="5491210" y="1453258"/>
                  </a:lnTo>
                  <a:lnTo>
                    <a:pt x="5491335" y="1453258"/>
                  </a:lnTo>
                  <a:lnTo>
                    <a:pt x="5492586" y="1453258"/>
                  </a:lnTo>
                  <a:lnTo>
                    <a:pt x="5493086" y="1453258"/>
                  </a:lnTo>
                  <a:lnTo>
                    <a:pt x="5493211" y="1453258"/>
                  </a:lnTo>
                  <a:lnTo>
                    <a:pt x="5494711" y="1453258"/>
                  </a:lnTo>
                  <a:lnTo>
                    <a:pt x="5495086" y="1453258"/>
                  </a:lnTo>
                  <a:lnTo>
                    <a:pt x="5495587" y="1453258"/>
                  </a:lnTo>
                  <a:lnTo>
                    <a:pt x="5495712" y="1453258"/>
                  </a:lnTo>
                  <a:lnTo>
                    <a:pt x="5495962" y="1453258"/>
                  </a:lnTo>
                  <a:lnTo>
                    <a:pt x="5496087" y="1453258"/>
                  </a:lnTo>
                  <a:lnTo>
                    <a:pt x="5496337" y="1453258"/>
                  </a:lnTo>
                  <a:lnTo>
                    <a:pt x="5497337" y="1453258"/>
                  </a:lnTo>
                  <a:lnTo>
                    <a:pt x="5497587" y="1453258"/>
                  </a:lnTo>
                  <a:lnTo>
                    <a:pt x="5497962" y="1453258"/>
                  </a:lnTo>
                  <a:lnTo>
                    <a:pt x="5498087" y="1453258"/>
                  </a:lnTo>
                  <a:lnTo>
                    <a:pt x="5498713" y="1453258"/>
                  </a:lnTo>
                  <a:lnTo>
                    <a:pt x="5498838" y="1453258"/>
                  </a:lnTo>
                  <a:lnTo>
                    <a:pt x="5499463" y="1453258"/>
                  </a:lnTo>
                  <a:lnTo>
                    <a:pt x="5499838" y="1453258"/>
                  </a:lnTo>
                  <a:lnTo>
                    <a:pt x="5500088" y="1453258"/>
                  </a:lnTo>
                  <a:lnTo>
                    <a:pt x="5500463" y="1453258"/>
                  </a:lnTo>
                  <a:lnTo>
                    <a:pt x="5500588" y="1453258"/>
                  </a:lnTo>
                  <a:lnTo>
                    <a:pt x="5500713" y="1453258"/>
                  </a:lnTo>
                  <a:lnTo>
                    <a:pt x="5500838" y="1453258"/>
                  </a:lnTo>
                  <a:lnTo>
                    <a:pt x="5500963" y="1453258"/>
                  </a:lnTo>
                  <a:lnTo>
                    <a:pt x="5501088" y="1453258"/>
                  </a:lnTo>
                  <a:lnTo>
                    <a:pt x="5501214" y="1453258"/>
                  </a:lnTo>
                  <a:lnTo>
                    <a:pt x="5501839" y="1453258"/>
                  </a:lnTo>
                  <a:lnTo>
                    <a:pt x="5502214" y="1453258"/>
                  </a:lnTo>
                  <a:lnTo>
                    <a:pt x="5502339" y="1453258"/>
                  </a:lnTo>
                  <a:lnTo>
                    <a:pt x="5502589" y="1453258"/>
                  </a:lnTo>
                  <a:lnTo>
                    <a:pt x="5502839" y="1453258"/>
                  </a:lnTo>
                  <a:lnTo>
                    <a:pt x="5502964" y="1453258"/>
                  </a:lnTo>
                  <a:lnTo>
                    <a:pt x="5503089" y="1453258"/>
                  </a:lnTo>
                  <a:lnTo>
                    <a:pt x="5503214" y="1453258"/>
                  </a:lnTo>
                  <a:lnTo>
                    <a:pt x="5507591" y="1443304"/>
                  </a:lnTo>
                  <a:lnTo>
                    <a:pt x="5507841" y="1443304"/>
                  </a:lnTo>
                  <a:lnTo>
                    <a:pt x="5507966" y="1443304"/>
                  </a:lnTo>
                  <a:lnTo>
                    <a:pt x="5508216" y="1443304"/>
                  </a:lnTo>
                  <a:lnTo>
                    <a:pt x="5508341" y="1443304"/>
                  </a:lnTo>
                  <a:lnTo>
                    <a:pt x="5508716" y="1443304"/>
                  </a:lnTo>
                  <a:lnTo>
                    <a:pt x="5509091" y="1443304"/>
                  </a:lnTo>
                  <a:lnTo>
                    <a:pt x="5509216" y="1443304"/>
                  </a:lnTo>
                  <a:lnTo>
                    <a:pt x="5509341" y="1443304"/>
                  </a:lnTo>
                  <a:lnTo>
                    <a:pt x="5509466" y="1443304"/>
                  </a:lnTo>
                  <a:lnTo>
                    <a:pt x="5509716" y="1443304"/>
                  </a:lnTo>
                  <a:lnTo>
                    <a:pt x="5509841" y="1443304"/>
                  </a:lnTo>
                  <a:lnTo>
                    <a:pt x="5510092" y="1443304"/>
                  </a:lnTo>
                  <a:lnTo>
                    <a:pt x="5510592" y="1443304"/>
                  </a:lnTo>
                  <a:lnTo>
                    <a:pt x="5510842" y="1443304"/>
                  </a:lnTo>
                  <a:lnTo>
                    <a:pt x="5510967" y="1443304"/>
                  </a:lnTo>
                  <a:lnTo>
                    <a:pt x="5511092" y="1443304"/>
                  </a:lnTo>
                  <a:lnTo>
                    <a:pt x="5511217" y="1443304"/>
                  </a:lnTo>
                  <a:lnTo>
                    <a:pt x="5511342" y="1443304"/>
                  </a:lnTo>
                  <a:lnTo>
                    <a:pt x="5511467" y="1443304"/>
                  </a:lnTo>
                  <a:lnTo>
                    <a:pt x="5511592" y="1443304"/>
                  </a:lnTo>
                  <a:lnTo>
                    <a:pt x="5511717" y="1443304"/>
                  </a:lnTo>
                  <a:lnTo>
                    <a:pt x="5511842" y="1443304"/>
                  </a:lnTo>
                  <a:lnTo>
                    <a:pt x="5511967" y="1443304"/>
                  </a:lnTo>
                  <a:lnTo>
                    <a:pt x="5512092" y="1443304"/>
                  </a:lnTo>
                  <a:lnTo>
                    <a:pt x="5512842" y="1443304"/>
                  </a:lnTo>
                  <a:lnTo>
                    <a:pt x="5512967" y="1443304"/>
                  </a:lnTo>
                  <a:lnTo>
                    <a:pt x="5513718" y="1443304"/>
                  </a:lnTo>
                  <a:lnTo>
                    <a:pt x="5513843" y="1443304"/>
                  </a:lnTo>
                  <a:lnTo>
                    <a:pt x="5513968" y="1443304"/>
                  </a:lnTo>
                  <a:lnTo>
                    <a:pt x="5514718" y="1443304"/>
                  </a:lnTo>
                  <a:lnTo>
                    <a:pt x="5514843" y="1443304"/>
                  </a:lnTo>
                  <a:lnTo>
                    <a:pt x="5514968" y="1443304"/>
                  </a:lnTo>
                  <a:lnTo>
                    <a:pt x="5515843" y="1443304"/>
                  </a:lnTo>
                  <a:lnTo>
                    <a:pt x="5515968" y="1443304"/>
                  </a:lnTo>
                  <a:lnTo>
                    <a:pt x="5516344" y="1443304"/>
                  </a:lnTo>
                  <a:lnTo>
                    <a:pt x="5516469" y="1443304"/>
                  </a:lnTo>
                  <a:lnTo>
                    <a:pt x="5516969" y="1443304"/>
                  </a:lnTo>
                  <a:lnTo>
                    <a:pt x="5517469" y="1443304"/>
                  </a:lnTo>
                  <a:lnTo>
                    <a:pt x="5517719" y="1443304"/>
                  </a:lnTo>
                  <a:lnTo>
                    <a:pt x="5517844" y="1443304"/>
                  </a:lnTo>
                  <a:lnTo>
                    <a:pt x="5518094" y="1443304"/>
                  </a:lnTo>
                  <a:lnTo>
                    <a:pt x="5518219" y="1443304"/>
                  </a:lnTo>
                  <a:lnTo>
                    <a:pt x="5518844" y="1443304"/>
                  </a:lnTo>
                  <a:lnTo>
                    <a:pt x="5518969" y="1443304"/>
                  </a:lnTo>
                  <a:lnTo>
                    <a:pt x="5519470" y="1443304"/>
                  </a:lnTo>
                  <a:lnTo>
                    <a:pt x="5519595" y="1443304"/>
                  </a:lnTo>
                  <a:lnTo>
                    <a:pt x="5519720" y="1443304"/>
                  </a:lnTo>
                  <a:lnTo>
                    <a:pt x="5519970" y="1443304"/>
                  </a:lnTo>
                  <a:lnTo>
                    <a:pt x="5520345" y="1443304"/>
                  </a:lnTo>
                  <a:lnTo>
                    <a:pt x="5520970" y="1443304"/>
                  </a:lnTo>
                  <a:lnTo>
                    <a:pt x="5521095" y="1443304"/>
                  </a:lnTo>
                  <a:lnTo>
                    <a:pt x="5521345" y="1443304"/>
                  </a:lnTo>
                  <a:lnTo>
                    <a:pt x="5521470" y="1443304"/>
                  </a:lnTo>
                  <a:lnTo>
                    <a:pt x="5522596" y="1443304"/>
                  </a:lnTo>
                  <a:lnTo>
                    <a:pt x="5522721" y="1443304"/>
                  </a:lnTo>
                  <a:lnTo>
                    <a:pt x="5523096" y="1443304"/>
                  </a:lnTo>
                  <a:lnTo>
                    <a:pt x="5524471" y="1443304"/>
                  </a:lnTo>
                  <a:lnTo>
                    <a:pt x="5525097" y="1443304"/>
                  </a:lnTo>
                  <a:lnTo>
                    <a:pt x="5525722" y="1443304"/>
                  </a:lnTo>
                  <a:lnTo>
                    <a:pt x="5526222" y="1443304"/>
                  </a:lnTo>
                  <a:lnTo>
                    <a:pt x="5526472" y="1433350"/>
                  </a:lnTo>
                  <a:lnTo>
                    <a:pt x="5526847" y="1433350"/>
                  </a:lnTo>
                  <a:lnTo>
                    <a:pt x="5526972" y="1433350"/>
                  </a:lnTo>
                  <a:lnTo>
                    <a:pt x="5527222" y="1433350"/>
                  </a:lnTo>
                  <a:lnTo>
                    <a:pt x="5527847" y="1433350"/>
                  </a:lnTo>
                  <a:lnTo>
                    <a:pt x="5527972" y="1433350"/>
                  </a:lnTo>
                  <a:lnTo>
                    <a:pt x="5528973" y="1433350"/>
                  </a:lnTo>
                  <a:lnTo>
                    <a:pt x="5529098" y="1433350"/>
                  </a:lnTo>
                  <a:lnTo>
                    <a:pt x="5529848" y="1433350"/>
                  </a:lnTo>
                  <a:lnTo>
                    <a:pt x="5530223" y="1433350"/>
                  </a:lnTo>
                  <a:lnTo>
                    <a:pt x="5530348" y="1433350"/>
                  </a:lnTo>
                  <a:lnTo>
                    <a:pt x="5530473" y="1433350"/>
                  </a:lnTo>
                  <a:lnTo>
                    <a:pt x="5530598" y="1433350"/>
                  </a:lnTo>
                  <a:lnTo>
                    <a:pt x="5530598" y="1423396"/>
                  </a:lnTo>
                  <a:lnTo>
                    <a:pt x="5531599" y="1423396"/>
                  </a:lnTo>
                  <a:lnTo>
                    <a:pt x="5531724" y="1423396"/>
                  </a:lnTo>
                  <a:lnTo>
                    <a:pt x="5531849" y="1423396"/>
                  </a:lnTo>
                  <a:lnTo>
                    <a:pt x="5532599" y="1423396"/>
                  </a:lnTo>
                  <a:lnTo>
                    <a:pt x="5532849" y="1423396"/>
                  </a:lnTo>
                  <a:lnTo>
                    <a:pt x="5533099" y="1423396"/>
                  </a:lnTo>
                  <a:lnTo>
                    <a:pt x="5533599" y="1423396"/>
                  </a:lnTo>
                  <a:lnTo>
                    <a:pt x="5533724" y="1423396"/>
                  </a:lnTo>
                  <a:lnTo>
                    <a:pt x="5534225" y="1423396"/>
                  </a:lnTo>
                  <a:lnTo>
                    <a:pt x="5535350" y="1423396"/>
                  </a:lnTo>
                  <a:lnTo>
                    <a:pt x="5535600" y="1423396"/>
                  </a:lnTo>
                  <a:lnTo>
                    <a:pt x="5535975" y="1423396"/>
                  </a:lnTo>
                  <a:lnTo>
                    <a:pt x="5536225" y="1413442"/>
                  </a:lnTo>
                  <a:lnTo>
                    <a:pt x="5536475" y="1413442"/>
                  </a:lnTo>
                  <a:lnTo>
                    <a:pt x="5536725" y="1413442"/>
                  </a:lnTo>
                  <a:lnTo>
                    <a:pt x="5537101" y="1413442"/>
                  </a:lnTo>
                  <a:lnTo>
                    <a:pt x="5537226" y="1413442"/>
                  </a:lnTo>
                  <a:lnTo>
                    <a:pt x="5537476" y="1413442"/>
                  </a:lnTo>
                  <a:lnTo>
                    <a:pt x="5538726" y="1413442"/>
                  </a:lnTo>
                  <a:lnTo>
                    <a:pt x="5539101" y="1413442"/>
                  </a:lnTo>
                  <a:lnTo>
                    <a:pt x="5539226" y="1413442"/>
                  </a:lnTo>
                  <a:lnTo>
                    <a:pt x="5539351" y="1413442"/>
                  </a:lnTo>
                  <a:lnTo>
                    <a:pt x="5539601" y="1413442"/>
                  </a:lnTo>
                  <a:lnTo>
                    <a:pt x="5539726" y="1413442"/>
                  </a:lnTo>
                  <a:lnTo>
                    <a:pt x="5539976" y="1413442"/>
                  </a:lnTo>
                  <a:lnTo>
                    <a:pt x="5540102" y="1413442"/>
                  </a:lnTo>
                  <a:lnTo>
                    <a:pt x="5540602" y="1413442"/>
                  </a:lnTo>
                  <a:lnTo>
                    <a:pt x="5540727" y="1413442"/>
                  </a:lnTo>
                  <a:lnTo>
                    <a:pt x="5541227" y="1413442"/>
                  </a:lnTo>
                  <a:lnTo>
                    <a:pt x="5541352" y="1413442"/>
                  </a:lnTo>
                  <a:lnTo>
                    <a:pt x="5541852" y="1413442"/>
                  </a:lnTo>
                  <a:lnTo>
                    <a:pt x="5542102" y="1413442"/>
                  </a:lnTo>
                  <a:lnTo>
                    <a:pt x="5542352" y="1413442"/>
                  </a:lnTo>
                  <a:lnTo>
                    <a:pt x="5542477" y="1413442"/>
                  </a:lnTo>
                  <a:lnTo>
                    <a:pt x="5542602" y="1413442"/>
                  </a:lnTo>
                  <a:lnTo>
                    <a:pt x="5542727" y="1413442"/>
                  </a:lnTo>
                  <a:lnTo>
                    <a:pt x="5543103" y="1413442"/>
                  </a:lnTo>
                  <a:lnTo>
                    <a:pt x="5543228" y="1413442"/>
                  </a:lnTo>
                  <a:lnTo>
                    <a:pt x="5543478" y="1413442"/>
                  </a:lnTo>
                  <a:lnTo>
                    <a:pt x="5544353" y="1403488"/>
                  </a:lnTo>
                  <a:lnTo>
                    <a:pt x="5544603" y="1403488"/>
                  </a:lnTo>
                  <a:lnTo>
                    <a:pt x="5544853" y="1403488"/>
                  </a:lnTo>
                  <a:lnTo>
                    <a:pt x="5545228" y="1403488"/>
                  </a:lnTo>
                  <a:lnTo>
                    <a:pt x="5546104" y="1403488"/>
                  </a:lnTo>
                  <a:lnTo>
                    <a:pt x="5546229" y="1403488"/>
                  </a:lnTo>
                  <a:lnTo>
                    <a:pt x="5546354" y="1403488"/>
                  </a:lnTo>
                  <a:lnTo>
                    <a:pt x="5546729" y="1403488"/>
                  </a:lnTo>
                  <a:lnTo>
                    <a:pt x="5546979" y="1403488"/>
                  </a:lnTo>
                  <a:lnTo>
                    <a:pt x="5547104" y="1403488"/>
                  </a:lnTo>
                  <a:lnTo>
                    <a:pt x="5547229" y="1403488"/>
                  </a:lnTo>
                  <a:lnTo>
                    <a:pt x="5548479" y="1403488"/>
                  </a:lnTo>
                  <a:lnTo>
                    <a:pt x="5548604" y="1403488"/>
                  </a:lnTo>
                  <a:lnTo>
                    <a:pt x="5548729" y="1403488"/>
                  </a:lnTo>
                  <a:lnTo>
                    <a:pt x="5549105" y="1403488"/>
                  </a:lnTo>
                  <a:lnTo>
                    <a:pt x="5549230" y="1403488"/>
                  </a:lnTo>
                  <a:lnTo>
                    <a:pt x="5549480" y="1403488"/>
                  </a:lnTo>
                  <a:lnTo>
                    <a:pt x="5549730" y="1403488"/>
                  </a:lnTo>
                  <a:lnTo>
                    <a:pt x="5549980" y="1403488"/>
                  </a:lnTo>
                  <a:lnTo>
                    <a:pt x="5550355" y="1403488"/>
                  </a:lnTo>
                  <a:lnTo>
                    <a:pt x="5551230" y="1403488"/>
                  </a:lnTo>
                  <a:lnTo>
                    <a:pt x="5551355" y="1403488"/>
                  </a:lnTo>
                  <a:lnTo>
                    <a:pt x="5551480" y="1403488"/>
                  </a:lnTo>
                  <a:lnTo>
                    <a:pt x="5551605" y="1403488"/>
                  </a:lnTo>
                  <a:lnTo>
                    <a:pt x="5552481" y="1403488"/>
                  </a:lnTo>
                  <a:lnTo>
                    <a:pt x="5552856" y="1403488"/>
                  </a:lnTo>
                  <a:lnTo>
                    <a:pt x="5553356" y="1403488"/>
                  </a:lnTo>
                  <a:lnTo>
                    <a:pt x="5553606" y="1403488"/>
                  </a:lnTo>
                  <a:lnTo>
                    <a:pt x="5554106" y="1403488"/>
                  </a:lnTo>
                  <a:lnTo>
                    <a:pt x="5554356" y="1403488"/>
                  </a:lnTo>
                  <a:lnTo>
                    <a:pt x="5554606" y="1403488"/>
                  </a:lnTo>
                  <a:lnTo>
                    <a:pt x="5555107" y="1403488"/>
                  </a:lnTo>
                  <a:lnTo>
                    <a:pt x="5555607" y="1403488"/>
                  </a:lnTo>
                  <a:lnTo>
                    <a:pt x="5556232" y="1403488"/>
                  </a:lnTo>
                  <a:lnTo>
                    <a:pt x="5556357" y="1403488"/>
                  </a:lnTo>
                  <a:lnTo>
                    <a:pt x="5556732" y="1403488"/>
                  </a:lnTo>
                  <a:lnTo>
                    <a:pt x="5557107" y="1403488"/>
                  </a:lnTo>
                  <a:lnTo>
                    <a:pt x="5557357" y="1403488"/>
                  </a:lnTo>
                  <a:lnTo>
                    <a:pt x="5557482" y="1403488"/>
                  </a:lnTo>
                  <a:lnTo>
                    <a:pt x="5557607" y="1403488"/>
                  </a:lnTo>
                  <a:lnTo>
                    <a:pt x="5557732" y="1403488"/>
                  </a:lnTo>
                  <a:lnTo>
                    <a:pt x="5557857" y="1403488"/>
                  </a:lnTo>
                  <a:lnTo>
                    <a:pt x="5558233" y="1403488"/>
                  </a:lnTo>
                  <a:lnTo>
                    <a:pt x="5558608" y="1403488"/>
                  </a:lnTo>
                  <a:lnTo>
                    <a:pt x="5559733" y="1403488"/>
                  </a:lnTo>
                  <a:lnTo>
                    <a:pt x="5560108" y="1403488"/>
                  </a:lnTo>
                  <a:lnTo>
                    <a:pt x="5560233" y="1403488"/>
                  </a:lnTo>
                  <a:lnTo>
                    <a:pt x="5560358" y="1403488"/>
                  </a:lnTo>
                  <a:lnTo>
                    <a:pt x="5560483" y="1403488"/>
                  </a:lnTo>
                  <a:lnTo>
                    <a:pt x="5560608" y="1403488"/>
                  </a:lnTo>
                  <a:lnTo>
                    <a:pt x="5560733" y="1403488"/>
                  </a:lnTo>
                  <a:lnTo>
                    <a:pt x="5561109" y="1403488"/>
                  </a:lnTo>
                  <a:lnTo>
                    <a:pt x="5561234" y="1403488"/>
                  </a:lnTo>
                  <a:lnTo>
                    <a:pt x="5562734" y="1403488"/>
                  </a:lnTo>
                  <a:lnTo>
                    <a:pt x="5562859" y="1403488"/>
                  </a:lnTo>
                  <a:lnTo>
                    <a:pt x="5563234" y="1403488"/>
                  </a:lnTo>
                  <a:lnTo>
                    <a:pt x="5563359" y="1403488"/>
                  </a:lnTo>
                  <a:lnTo>
                    <a:pt x="5563484" y="1403488"/>
                  </a:lnTo>
                  <a:lnTo>
                    <a:pt x="5564485" y="1403488"/>
                  </a:lnTo>
                  <a:lnTo>
                    <a:pt x="5564735" y="1403488"/>
                  </a:lnTo>
                  <a:lnTo>
                    <a:pt x="5564985" y="1403488"/>
                  </a:lnTo>
                  <a:lnTo>
                    <a:pt x="5565110" y="1403488"/>
                  </a:lnTo>
                  <a:lnTo>
                    <a:pt x="5566110" y="1403488"/>
                  </a:lnTo>
                  <a:lnTo>
                    <a:pt x="5566235" y="1403488"/>
                  </a:lnTo>
                  <a:lnTo>
                    <a:pt x="5566360" y="1403488"/>
                  </a:lnTo>
                  <a:lnTo>
                    <a:pt x="5566485" y="1403488"/>
                  </a:lnTo>
                  <a:lnTo>
                    <a:pt x="5566860" y="1403488"/>
                  </a:lnTo>
                  <a:lnTo>
                    <a:pt x="5567861" y="1393535"/>
                  </a:lnTo>
                  <a:lnTo>
                    <a:pt x="5567986" y="1393535"/>
                  </a:lnTo>
                  <a:lnTo>
                    <a:pt x="5568111" y="1393535"/>
                  </a:lnTo>
                  <a:lnTo>
                    <a:pt x="5568236" y="1393535"/>
                  </a:lnTo>
                  <a:lnTo>
                    <a:pt x="5568861" y="1393535"/>
                  </a:lnTo>
                  <a:lnTo>
                    <a:pt x="5568986" y="1393535"/>
                  </a:lnTo>
                  <a:lnTo>
                    <a:pt x="5569111" y="1393535"/>
                  </a:lnTo>
                  <a:lnTo>
                    <a:pt x="5569361" y="1393535"/>
                  </a:lnTo>
                  <a:lnTo>
                    <a:pt x="5569486" y="1393535"/>
                  </a:lnTo>
                  <a:lnTo>
                    <a:pt x="5569611" y="1393535"/>
                  </a:lnTo>
                  <a:lnTo>
                    <a:pt x="5569987" y="1393535"/>
                  </a:lnTo>
                  <a:lnTo>
                    <a:pt x="5570112" y="1393535"/>
                  </a:lnTo>
                  <a:lnTo>
                    <a:pt x="5570362" y="1393535"/>
                  </a:lnTo>
                  <a:lnTo>
                    <a:pt x="5571612" y="1393535"/>
                  </a:lnTo>
                  <a:lnTo>
                    <a:pt x="5571987" y="1393535"/>
                  </a:lnTo>
                  <a:lnTo>
                    <a:pt x="5572612" y="1393535"/>
                  </a:lnTo>
                  <a:lnTo>
                    <a:pt x="5572737" y="1393535"/>
                  </a:lnTo>
                  <a:lnTo>
                    <a:pt x="5573738" y="1393535"/>
                  </a:lnTo>
                  <a:lnTo>
                    <a:pt x="5573863" y="1393535"/>
                  </a:lnTo>
                  <a:lnTo>
                    <a:pt x="5574113" y="1393535"/>
                  </a:lnTo>
                  <a:lnTo>
                    <a:pt x="5574238" y="1393535"/>
                  </a:lnTo>
                  <a:lnTo>
                    <a:pt x="5575113" y="1393535"/>
                  </a:lnTo>
                  <a:lnTo>
                    <a:pt x="5575238" y="1393535"/>
                  </a:lnTo>
                  <a:lnTo>
                    <a:pt x="5575363" y="1393535"/>
                  </a:lnTo>
                  <a:lnTo>
                    <a:pt x="5575738" y="1393535"/>
                  </a:lnTo>
                  <a:lnTo>
                    <a:pt x="5575863" y="1393535"/>
                  </a:lnTo>
                  <a:lnTo>
                    <a:pt x="5575989" y="1393535"/>
                  </a:lnTo>
                  <a:lnTo>
                    <a:pt x="5576114" y="1393535"/>
                  </a:lnTo>
                  <a:lnTo>
                    <a:pt x="5576364" y="1393535"/>
                  </a:lnTo>
                  <a:lnTo>
                    <a:pt x="5576489" y="1393535"/>
                  </a:lnTo>
                  <a:lnTo>
                    <a:pt x="5576614" y="1393535"/>
                  </a:lnTo>
                  <a:lnTo>
                    <a:pt x="5576864" y="1393535"/>
                  </a:lnTo>
                  <a:lnTo>
                    <a:pt x="5577114" y="1393535"/>
                  </a:lnTo>
                  <a:lnTo>
                    <a:pt x="5577239" y="1393535"/>
                  </a:lnTo>
                  <a:lnTo>
                    <a:pt x="5577364" y="1393535"/>
                  </a:lnTo>
                  <a:lnTo>
                    <a:pt x="5577614" y="1393535"/>
                  </a:lnTo>
                  <a:lnTo>
                    <a:pt x="5577739" y="1393535"/>
                  </a:lnTo>
                  <a:lnTo>
                    <a:pt x="5577864" y="1393535"/>
                  </a:lnTo>
                  <a:lnTo>
                    <a:pt x="5578239" y="1393535"/>
                  </a:lnTo>
                  <a:lnTo>
                    <a:pt x="5578364" y="1393535"/>
                  </a:lnTo>
                  <a:lnTo>
                    <a:pt x="5581740" y="1393535"/>
                  </a:lnTo>
                  <a:lnTo>
                    <a:pt x="5581991" y="1393535"/>
                  </a:lnTo>
                  <a:lnTo>
                    <a:pt x="5582116" y="1393535"/>
                  </a:lnTo>
                  <a:lnTo>
                    <a:pt x="5583366" y="1393535"/>
                  </a:lnTo>
                  <a:lnTo>
                    <a:pt x="5583866" y="1393535"/>
                  </a:lnTo>
                  <a:lnTo>
                    <a:pt x="5584116" y="1393535"/>
                  </a:lnTo>
                  <a:lnTo>
                    <a:pt x="5584366" y="1393535"/>
                  </a:lnTo>
                  <a:lnTo>
                    <a:pt x="5584616" y="1393535"/>
                  </a:lnTo>
                  <a:lnTo>
                    <a:pt x="5584866" y="1393535"/>
                  </a:lnTo>
                  <a:lnTo>
                    <a:pt x="5585242" y="1393535"/>
                  </a:lnTo>
                  <a:lnTo>
                    <a:pt x="5585492" y="1393535"/>
                  </a:lnTo>
                  <a:lnTo>
                    <a:pt x="5585617" y="1393535"/>
                  </a:lnTo>
                  <a:lnTo>
                    <a:pt x="5586117" y="1393535"/>
                  </a:lnTo>
                  <a:lnTo>
                    <a:pt x="5586242" y="1393535"/>
                  </a:lnTo>
                  <a:lnTo>
                    <a:pt x="5586367" y="1393535"/>
                  </a:lnTo>
                  <a:lnTo>
                    <a:pt x="5586867" y="1393535"/>
                  </a:lnTo>
                  <a:lnTo>
                    <a:pt x="5586992" y="1393535"/>
                  </a:lnTo>
                  <a:lnTo>
                    <a:pt x="5587117" y="1393535"/>
                  </a:lnTo>
                  <a:lnTo>
                    <a:pt x="5587242" y="1393535"/>
                  </a:lnTo>
                  <a:lnTo>
                    <a:pt x="5587367" y="1393535"/>
                  </a:lnTo>
                  <a:lnTo>
                    <a:pt x="5587868" y="1393535"/>
                  </a:lnTo>
                  <a:lnTo>
                    <a:pt x="5587993" y="1393535"/>
                  </a:lnTo>
                  <a:lnTo>
                    <a:pt x="5588868" y="1393535"/>
                  </a:lnTo>
                  <a:lnTo>
                    <a:pt x="5589493" y="1393535"/>
                  </a:lnTo>
                  <a:lnTo>
                    <a:pt x="5589743" y="1393535"/>
                  </a:lnTo>
                  <a:lnTo>
                    <a:pt x="5590493" y="1393535"/>
                  </a:lnTo>
                  <a:lnTo>
                    <a:pt x="5590618" y="1393535"/>
                  </a:lnTo>
                  <a:lnTo>
                    <a:pt x="5590743" y="1393535"/>
                  </a:lnTo>
                  <a:lnTo>
                    <a:pt x="5591494" y="1393535"/>
                  </a:lnTo>
                  <a:lnTo>
                    <a:pt x="5591869" y="1393535"/>
                  </a:lnTo>
                  <a:lnTo>
                    <a:pt x="5591994" y="1393535"/>
                  </a:lnTo>
                  <a:lnTo>
                    <a:pt x="5592369" y="1393535"/>
                  </a:lnTo>
                  <a:lnTo>
                    <a:pt x="5592494" y="1393535"/>
                  </a:lnTo>
                  <a:lnTo>
                    <a:pt x="5592744" y="1393535"/>
                  </a:lnTo>
                  <a:lnTo>
                    <a:pt x="5592869" y="1393535"/>
                  </a:lnTo>
                  <a:lnTo>
                    <a:pt x="5593244" y="1393535"/>
                  </a:lnTo>
                  <a:lnTo>
                    <a:pt x="5594120" y="1393535"/>
                  </a:lnTo>
                  <a:lnTo>
                    <a:pt x="5594245" y="1393535"/>
                  </a:lnTo>
                  <a:lnTo>
                    <a:pt x="5594495" y="1393535"/>
                  </a:lnTo>
                  <a:lnTo>
                    <a:pt x="5594620" y="1393535"/>
                  </a:lnTo>
                  <a:lnTo>
                    <a:pt x="5594745" y="1393535"/>
                  </a:lnTo>
                  <a:lnTo>
                    <a:pt x="5594870" y="1393535"/>
                  </a:lnTo>
                  <a:lnTo>
                    <a:pt x="5595870" y="1393535"/>
                  </a:lnTo>
                  <a:lnTo>
                    <a:pt x="5595995" y="1393535"/>
                  </a:lnTo>
                  <a:lnTo>
                    <a:pt x="5596120" y="1393535"/>
                  </a:lnTo>
                  <a:lnTo>
                    <a:pt x="5596245" y="1393535"/>
                  </a:lnTo>
                  <a:lnTo>
                    <a:pt x="5596495" y="1393535"/>
                  </a:lnTo>
                  <a:lnTo>
                    <a:pt x="5596620" y="1393535"/>
                  </a:lnTo>
                  <a:lnTo>
                    <a:pt x="5597121" y="1393535"/>
                  </a:lnTo>
                  <a:lnTo>
                    <a:pt x="5597371" y="1383581"/>
                  </a:lnTo>
                  <a:lnTo>
                    <a:pt x="5597871" y="1383581"/>
                  </a:lnTo>
                  <a:lnTo>
                    <a:pt x="5597996" y="1383581"/>
                  </a:lnTo>
                  <a:lnTo>
                    <a:pt x="5598246" y="1383581"/>
                  </a:lnTo>
                  <a:lnTo>
                    <a:pt x="5598371" y="1383581"/>
                  </a:lnTo>
                  <a:lnTo>
                    <a:pt x="5598871" y="1383581"/>
                  </a:lnTo>
                  <a:lnTo>
                    <a:pt x="5599246" y="1383581"/>
                  </a:lnTo>
                  <a:lnTo>
                    <a:pt x="5599371" y="1383581"/>
                  </a:lnTo>
                  <a:lnTo>
                    <a:pt x="5599621" y="1383581"/>
                  </a:lnTo>
                  <a:lnTo>
                    <a:pt x="5599746" y="1383581"/>
                  </a:lnTo>
                  <a:lnTo>
                    <a:pt x="5600747" y="1383581"/>
                  </a:lnTo>
                  <a:lnTo>
                    <a:pt x="5600872" y="1383581"/>
                  </a:lnTo>
                  <a:lnTo>
                    <a:pt x="5601122" y="1383581"/>
                  </a:lnTo>
                  <a:lnTo>
                    <a:pt x="5601247" y="1383581"/>
                  </a:lnTo>
                  <a:lnTo>
                    <a:pt x="5601497" y="1383581"/>
                  </a:lnTo>
                  <a:lnTo>
                    <a:pt x="5601622" y="1383581"/>
                  </a:lnTo>
                  <a:lnTo>
                    <a:pt x="5601997" y="1383581"/>
                  </a:lnTo>
                  <a:lnTo>
                    <a:pt x="5602497" y="1383581"/>
                  </a:lnTo>
                  <a:lnTo>
                    <a:pt x="5602622" y="1383581"/>
                  </a:lnTo>
                  <a:lnTo>
                    <a:pt x="5602747" y="1383581"/>
                  </a:lnTo>
                  <a:lnTo>
                    <a:pt x="5603248" y="1383581"/>
                  </a:lnTo>
                  <a:lnTo>
                    <a:pt x="5603373" y="1383581"/>
                  </a:lnTo>
                  <a:lnTo>
                    <a:pt x="5603748" y="1383581"/>
                  </a:lnTo>
                  <a:lnTo>
                    <a:pt x="5604873" y="1383581"/>
                  </a:lnTo>
                  <a:lnTo>
                    <a:pt x="5605498" y="1383581"/>
                  </a:lnTo>
                  <a:lnTo>
                    <a:pt x="5605623" y="1383581"/>
                  </a:lnTo>
                  <a:lnTo>
                    <a:pt x="5605999" y="1383581"/>
                  </a:lnTo>
                  <a:lnTo>
                    <a:pt x="5606124" y="1383581"/>
                  </a:lnTo>
                  <a:lnTo>
                    <a:pt x="5606249" y="1383581"/>
                  </a:lnTo>
                  <a:lnTo>
                    <a:pt x="5606749" y="1383581"/>
                  </a:lnTo>
                  <a:lnTo>
                    <a:pt x="5607124" y="1383581"/>
                  </a:lnTo>
                  <a:lnTo>
                    <a:pt x="5607249" y="1383581"/>
                  </a:lnTo>
                  <a:lnTo>
                    <a:pt x="5607874" y="1383581"/>
                  </a:lnTo>
                  <a:lnTo>
                    <a:pt x="5607999" y="1383581"/>
                  </a:lnTo>
                  <a:lnTo>
                    <a:pt x="5608124" y="1383581"/>
                  </a:lnTo>
                  <a:lnTo>
                    <a:pt x="5608624" y="1383581"/>
                  </a:lnTo>
                  <a:lnTo>
                    <a:pt x="5609500" y="1383581"/>
                  </a:lnTo>
                  <a:lnTo>
                    <a:pt x="5609625" y="1383581"/>
                  </a:lnTo>
                  <a:lnTo>
                    <a:pt x="5610000" y="1383581"/>
                  </a:lnTo>
                  <a:lnTo>
                    <a:pt x="5610250" y="1383581"/>
                  </a:lnTo>
                  <a:lnTo>
                    <a:pt x="5611250" y="1383581"/>
                  </a:lnTo>
                  <a:lnTo>
                    <a:pt x="5611375" y="1383581"/>
                  </a:lnTo>
                  <a:lnTo>
                    <a:pt x="5611750" y="1383581"/>
                  </a:lnTo>
                  <a:lnTo>
                    <a:pt x="5612376" y="1383581"/>
                  </a:lnTo>
                  <a:lnTo>
                    <a:pt x="5612751" y="1383581"/>
                  </a:lnTo>
                  <a:lnTo>
                    <a:pt x="5613126" y="1383581"/>
                  </a:lnTo>
                  <a:lnTo>
                    <a:pt x="5613376" y="1383581"/>
                  </a:lnTo>
                  <a:lnTo>
                    <a:pt x="5613501" y="1383581"/>
                  </a:lnTo>
                  <a:lnTo>
                    <a:pt x="5613626" y="1383581"/>
                  </a:lnTo>
                  <a:lnTo>
                    <a:pt x="5613751" y="1383581"/>
                  </a:lnTo>
                  <a:lnTo>
                    <a:pt x="5613876" y="1383581"/>
                  </a:lnTo>
                  <a:lnTo>
                    <a:pt x="5614001" y="1383581"/>
                  </a:lnTo>
                  <a:lnTo>
                    <a:pt x="5614126" y="1383581"/>
                  </a:lnTo>
                  <a:lnTo>
                    <a:pt x="5614376" y="1383581"/>
                  </a:lnTo>
                  <a:lnTo>
                    <a:pt x="5614501" y="1383581"/>
                  </a:lnTo>
                  <a:lnTo>
                    <a:pt x="5614751" y="1383581"/>
                  </a:lnTo>
                  <a:lnTo>
                    <a:pt x="5615627" y="1383581"/>
                  </a:lnTo>
                  <a:lnTo>
                    <a:pt x="5615877" y="1383581"/>
                  </a:lnTo>
                  <a:lnTo>
                    <a:pt x="5616127" y="1383581"/>
                  </a:lnTo>
                  <a:lnTo>
                    <a:pt x="5617127" y="1373627"/>
                  </a:lnTo>
                  <a:lnTo>
                    <a:pt x="5617502" y="1373627"/>
                  </a:lnTo>
                  <a:lnTo>
                    <a:pt x="5618003" y="1373627"/>
                  </a:lnTo>
                  <a:lnTo>
                    <a:pt x="5618503" y="1373627"/>
                  </a:lnTo>
                  <a:lnTo>
                    <a:pt x="5618628" y="1373627"/>
                  </a:lnTo>
                  <a:lnTo>
                    <a:pt x="5618753" y="1373627"/>
                  </a:lnTo>
                  <a:lnTo>
                    <a:pt x="5619003" y="1373627"/>
                  </a:lnTo>
                  <a:lnTo>
                    <a:pt x="5619628" y="1373627"/>
                  </a:lnTo>
                  <a:lnTo>
                    <a:pt x="5619878" y="1373627"/>
                  </a:lnTo>
                  <a:lnTo>
                    <a:pt x="5620003" y="1373627"/>
                  </a:lnTo>
                  <a:lnTo>
                    <a:pt x="5620253" y="1373627"/>
                  </a:lnTo>
                  <a:lnTo>
                    <a:pt x="5620378" y="1373627"/>
                  </a:lnTo>
                  <a:lnTo>
                    <a:pt x="5620503" y="1373627"/>
                  </a:lnTo>
                  <a:lnTo>
                    <a:pt x="5620628" y="1373627"/>
                  </a:lnTo>
                  <a:lnTo>
                    <a:pt x="5620753" y="1373627"/>
                  </a:lnTo>
                  <a:lnTo>
                    <a:pt x="5620879" y="1373627"/>
                  </a:lnTo>
                  <a:lnTo>
                    <a:pt x="5621254" y="1373627"/>
                  </a:lnTo>
                  <a:lnTo>
                    <a:pt x="5623754" y="1373627"/>
                  </a:lnTo>
                  <a:lnTo>
                    <a:pt x="5623880" y="1373627"/>
                  </a:lnTo>
                  <a:lnTo>
                    <a:pt x="5624130" y="1373627"/>
                  </a:lnTo>
                  <a:lnTo>
                    <a:pt x="5624880" y="1373627"/>
                  </a:lnTo>
                  <a:lnTo>
                    <a:pt x="5625005" y="1373627"/>
                  </a:lnTo>
                  <a:lnTo>
                    <a:pt x="5625130" y="1373627"/>
                  </a:lnTo>
                  <a:lnTo>
                    <a:pt x="5625255" y="1373627"/>
                  </a:lnTo>
                  <a:lnTo>
                    <a:pt x="5625380" y="1373627"/>
                  </a:lnTo>
                  <a:lnTo>
                    <a:pt x="5625880" y="1373627"/>
                  </a:lnTo>
                  <a:lnTo>
                    <a:pt x="5626005" y="1373627"/>
                  </a:lnTo>
                  <a:lnTo>
                    <a:pt x="5626380" y="1373627"/>
                  </a:lnTo>
                  <a:lnTo>
                    <a:pt x="5626756" y="1373627"/>
                  </a:lnTo>
                  <a:lnTo>
                    <a:pt x="5627006" y="1363673"/>
                  </a:lnTo>
                  <a:lnTo>
                    <a:pt x="5627256" y="1363673"/>
                  </a:lnTo>
                  <a:lnTo>
                    <a:pt x="5627381" y="1363673"/>
                  </a:lnTo>
                  <a:lnTo>
                    <a:pt x="5627631" y="1363673"/>
                  </a:lnTo>
                  <a:lnTo>
                    <a:pt x="5627756" y="1363673"/>
                  </a:lnTo>
                  <a:lnTo>
                    <a:pt x="5628256" y="1363673"/>
                  </a:lnTo>
                  <a:lnTo>
                    <a:pt x="5628381" y="1363673"/>
                  </a:lnTo>
                  <a:lnTo>
                    <a:pt x="5628631" y="1363673"/>
                  </a:lnTo>
                  <a:lnTo>
                    <a:pt x="5629131" y="1363673"/>
                  </a:lnTo>
                  <a:lnTo>
                    <a:pt x="5629506" y="1363673"/>
                  </a:lnTo>
                  <a:lnTo>
                    <a:pt x="5629882" y="1363673"/>
                  </a:lnTo>
                  <a:lnTo>
                    <a:pt x="5630132" y="1363673"/>
                  </a:lnTo>
                  <a:lnTo>
                    <a:pt x="5631632" y="1363673"/>
                  </a:lnTo>
                  <a:lnTo>
                    <a:pt x="5632257" y="1363673"/>
                  </a:lnTo>
                  <a:lnTo>
                    <a:pt x="5632758" y="1363673"/>
                  </a:lnTo>
                  <a:lnTo>
                    <a:pt x="5633633" y="1363673"/>
                  </a:lnTo>
                  <a:lnTo>
                    <a:pt x="5633758" y="1363673"/>
                  </a:lnTo>
                  <a:lnTo>
                    <a:pt x="5633883" y="1363673"/>
                  </a:lnTo>
                  <a:lnTo>
                    <a:pt x="5634008" y="1363673"/>
                  </a:lnTo>
                  <a:lnTo>
                    <a:pt x="5634258" y="1363673"/>
                  </a:lnTo>
                  <a:lnTo>
                    <a:pt x="5634508" y="1363673"/>
                  </a:lnTo>
                  <a:lnTo>
                    <a:pt x="5635008" y="1363673"/>
                  </a:lnTo>
                  <a:lnTo>
                    <a:pt x="5635133" y="1363673"/>
                  </a:lnTo>
                  <a:lnTo>
                    <a:pt x="5635383" y="1363673"/>
                  </a:lnTo>
                  <a:lnTo>
                    <a:pt x="5636384" y="1363673"/>
                  </a:lnTo>
                  <a:lnTo>
                    <a:pt x="5637134" y="1363673"/>
                  </a:lnTo>
                  <a:lnTo>
                    <a:pt x="5637759" y="1363673"/>
                  </a:lnTo>
                  <a:lnTo>
                    <a:pt x="5637884" y="1363673"/>
                  </a:lnTo>
                  <a:lnTo>
                    <a:pt x="5638259" y="1363673"/>
                  </a:lnTo>
                  <a:lnTo>
                    <a:pt x="5638384" y="1363673"/>
                  </a:lnTo>
                  <a:lnTo>
                    <a:pt x="5639135" y="1363673"/>
                  </a:lnTo>
                  <a:lnTo>
                    <a:pt x="5639635" y="1363673"/>
                  </a:lnTo>
                  <a:lnTo>
                    <a:pt x="5639885" y="1363673"/>
                  </a:lnTo>
                  <a:lnTo>
                    <a:pt x="5640135" y="1363673"/>
                  </a:lnTo>
                  <a:lnTo>
                    <a:pt x="5640260" y="1363673"/>
                  </a:lnTo>
                  <a:lnTo>
                    <a:pt x="5640510" y="1363673"/>
                  </a:lnTo>
                  <a:lnTo>
                    <a:pt x="5640635" y="1363673"/>
                  </a:lnTo>
                  <a:lnTo>
                    <a:pt x="5642136" y="1363673"/>
                  </a:lnTo>
                  <a:lnTo>
                    <a:pt x="5642511" y="1363673"/>
                  </a:lnTo>
                  <a:lnTo>
                    <a:pt x="5642636" y="1363673"/>
                  </a:lnTo>
                  <a:lnTo>
                    <a:pt x="5642761" y="1363673"/>
                  </a:lnTo>
                  <a:lnTo>
                    <a:pt x="5642886" y="1363673"/>
                  </a:lnTo>
                  <a:lnTo>
                    <a:pt x="5643011" y="1363673"/>
                  </a:lnTo>
                  <a:lnTo>
                    <a:pt x="5643136" y="1363673"/>
                  </a:lnTo>
                  <a:lnTo>
                    <a:pt x="5643261" y="1363673"/>
                  </a:lnTo>
                  <a:lnTo>
                    <a:pt x="5643386" y="1363673"/>
                  </a:lnTo>
                  <a:lnTo>
                    <a:pt x="5643511" y="1363673"/>
                  </a:lnTo>
                  <a:lnTo>
                    <a:pt x="5643886" y="1363673"/>
                  </a:lnTo>
                  <a:lnTo>
                    <a:pt x="5644136" y="1363673"/>
                  </a:lnTo>
                  <a:lnTo>
                    <a:pt x="5644511" y="1363673"/>
                  </a:lnTo>
                  <a:lnTo>
                    <a:pt x="5644636" y="1363673"/>
                  </a:lnTo>
                  <a:lnTo>
                    <a:pt x="5644887" y="1363673"/>
                  </a:lnTo>
                  <a:lnTo>
                    <a:pt x="5645137" y="1363673"/>
                  </a:lnTo>
                  <a:lnTo>
                    <a:pt x="5646137" y="1363673"/>
                  </a:lnTo>
                  <a:lnTo>
                    <a:pt x="5646262" y="1363673"/>
                  </a:lnTo>
                  <a:lnTo>
                    <a:pt x="5647012" y="1363673"/>
                  </a:lnTo>
                  <a:lnTo>
                    <a:pt x="5647137" y="1363673"/>
                  </a:lnTo>
                  <a:lnTo>
                    <a:pt x="5647262" y="1363673"/>
                  </a:lnTo>
                  <a:lnTo>
                    <a:pt x="5647637" y="1363673"/>
                  </a:lnTo>
                  <a:lnTo>
                    <a:pt x="5647888" y="1363673"/>
                  </a:lnTo>
                  <a:lnTo>
                    <a:pt x="5648138" y="1363673"/>
                  </a:lnTo>
                  <a:lnTo>
                    <a:pt x="5648763" y="1363673"/>
                  </a:lnTo>
                  <a:lnTo>
                    <a:pt x="5648888" y="1363673"/>
                  </a:lnTo>
                  <a:lnTo>
                    <a:pt x="5650013" y="1363673"/>
                  </a:lnTo>
                  <a:lnTo>
                    <a:pt x="5650638" y="1363673"/>
                  </a:lnTo>
                  <a:lnTo>
                    <a:pt x="5650889" y="1363673"/>
                  </a:lnTo>
                  <a:lnTo>
                    <a:pt x="5651139" y="1363673"/>
                  </a:lnTo>
                  <a:lnTo>
                    <a:pt x="5651389" y="1363673"/>
                  </a:lnTo>
                  <a:lnTo>
                    <a:pt x="5651514" y="1363673"/>
                  </a:lnTo>
                  <a:lnTo>
                    <a:pt x="5651889" y="1363673"/>
                  </a:lnTo>
                  <a:lnTo>
                    <a:pt x="5652014" y="1363673"/>
                  </a:lnTo>
                  <a:lnTo>
                    <a:pt x="5652639" y="1363673"/>
                  </a:lnTo>
                  <a:lnTo>
                    <a:pt x="5652764" y="1363673"/>
                  </a:lnTo>
                  <a:lnTo>
                    <a:pt x="5653264" y="1363673"/>
                  </a:lnTo>
                  <a:lnTo>
                    <a:pt x="5653389" y="1363673"/>
                  </a:lnTo>
                  <a:lnTo>
                    <a:pt x="5653514" y="1363673"/>
                  </a:lnTo>
                  <a:lnTo>
                    <a:pt x="5653890" y="1363673"/>
                  </a:lnTo>
                  <a:lnTo>
                    <a:pt x="5656015" y="1363673"/>
                  </a:lnTo>
                  <a:lnTo>
                    <a:pt x="5656390" y="1363673"/>
                  </a:lnTo>
                  <a:lnTo>
                    <a:pt x="5656640" y="1363673"/>
                  </a:lnTo>
                  <a:lnTo>
                    <a:pt x="5657016" y="1363673"/>
                  </a:lnTo>
                  <a:lnTo>
                    <a:pt x="5657266" y="1363673"/>
                  </a:lnTo>
                  <a:lnTo>
                    <a:pt x="5657516" y="1363673"/>
                  </a:lnTo>
                  <a:lnTo>
                    <a:pt x="5657641" y="1363673"/>
                  </a:lnTo>
                  <a:lnTo>
                    <a:pt x="5657766" y="1363673"/>
                  </a:lnTo>
                  <a:lnTo>
                    <a:pt x="5658141" y="1363673"/>
                  </a:lnTo>
                  <a:lnTo>
                    <a:pt x="5658266" y="1363673"/>
                  </a:lnTo>
                  <a:lnTo>
                    <a:pt x="5658641" y="1363673"/>
                  </a:lnTo>
                  <a:lnTo>
                    <a:pt x="5659892" y="1363673"/>
                  </a:lnTo>
                  <a:lnTo>
                    <a:pt x="5660142" y="1363673"/>
                  </a:lnTo>
                  <a:lnTo>
                    <a:pt x="5660517" y="1363673"/>
                  </a:lnTo>
                  <a:lnTo>
                    <a:pt x="5660642" y="1363673"/>
                  </a:lnTo>
                  <a:lnTo>
                    <a:pt x="5660892" y="1363673"/>
                  </a:lnTo>
                  <a:lnTo>
                    <a:pt x="5661017" y="1363673"/>
                  </a:lnTo>
                  <a:lnTo>
                    <a:pt x="5661142" y="1363673"/>
                  </a:lnTo>
                  <a:lnTo>
                    <a:pt x="5661267" y="1363673"/>
                  </a:lnTo>
                  <a:lnTo>
                    <a:pt x="5661642" y="1363673"/>
                  </a:lnTo>
                  <a:lnTo>
                    <a:pt x="5661892" y="1363673"/>
                  </a:lnTo>
                  <a:lnTo>
                    <a:pt x="5662392" y="1363673"/>
                  </a:lnTo>
                  <a:lnTo>
                    <a:pt x="5662517" y="1363673"/>
                  </a:lnTo>
                  <a:lnTo>
                    <a:pt x="5662642" y="1363673"/>
                  </a:lnTo>
                  <a:lnTo>
                    <a:pt x="5663393" y="1363673"/>
                  </a:lnTo>
                  <a:lnTo>
                    <a:pt x="5663518" y="1363673"/>
                  </a:lnTo>
                  <a:lnTo>
                    <a:pt x="5664518" y="1353719"/>
                  </a:lnTo>
                  <a:lnTo>
                    <a:pt x="5664768" y="1353719"/>
                  </a:lnTo>
                  <a:lnTo>
                    <a:pt x="5666144" y="1353719"/>
                  </a:lnTo>
                  <a:lnTo>
                    <a:pt x="5666519" y="1353719"/>
                  </a:lnTo>
                  <a:lnTo>
                    <a:pt x="5666644" y="1353719"/>
                  </a:lnTo>
                  <a:lnTo>
                    <a:pt x="5666894" y="1353719"/>
                  </a:lnTo>
                  <a:lnTo>
                    <a:pt x="5667144" y="1353719"/>
                  </a:lnTo>
                  <a:lnTo>
                    <a:pt x="5667269" y="1353719"/>
                  </a:lnTo>
                  <a:lnTo>
                    <a:pt x="5667394" y="1353719"/>
                  </a:lnTo>
                  <a:lnTo>
                    <a:pt x="5667519" y="1353719"/>
                  </a:lnTo>
                  <a:lnTo>
                    <a:pt x="5668269" y="1353719"/>
                  </a:lnTo>
                  <a:lnTo>
                    <a:pt x="5668770" y="1353719"/>
                  </a:lnTo>
                  <a:lnTo>
                    <a:pt x="5669020" y="1353719"/>
                  </a:lnTo>
                  <a:lnTo>
                    <a:pt x="5669395" y="1353719"/>
                  </a:lnTo>
                  <a:lnTo>
                    <a:pt x="5669520" y="1353719"/>
                  </a:lnTo>
                  <a:lnTo>
                    <a:pt x="5669645" y="1353719"/>
                  </a:lnTo>
                  <a:lnTo>
                    <a:pt x="5670020" y="1353719"/>
                  </a:lnTo>
                  <a:lnTo>
                    <a:pt x="5670270" y="1353719"/>
                  </a:lnTo>
                  <a:lnTo>
                    <a:pt x="5670645" y="1353719"/>
                  </a:lnTo>
                  <a:lnTo>
                    <a:pt x="5670645" y="1343766"/>
                  </a:lnTo>
                  <a:lnTo>
                    <a:pt x="5670770" y="1343766"/>
                  </a:lnTo>
                  <a:lnTo>
                    <a:pt x="5671020" y="1343766"/>
                  </a:lnTo>
                  <a:lnTo>
                    <a:pt x="5671270" y="1343766"/>
                  </a:lnTo>
                  <a:lnTo>
                    <a:pt x="5671646" y="1343766"/>
                  </a:lnTo>
                  <a:lnTo>
                    <a:pt x="5671771" y="1343766"/>
                  </a:lnTo>
                  <a:lnTo>
                    <a:pt x="5671896" y="1343766"/>
                  </a:lnTo>
                  <a:lnTo>
                    <a:pt x="5674021" y="1343766"/>
                  </a:lnTo>
                  <a:lnTo>
                    <a:pt x="5674271" y="1343766"/>
                  </a:lnTo>
                  <a:lnTo>
                    <a:pt x="5674521" y="1343766"/>
                  </a:lnTo>
                  <a:lnTo>
                    <a:pt x="5674647" y="1343766"/>
                  </a:lnTo>
                  <a:lnTo>
                    <a:pt x="5674772" y="1343766"/>
                  </a:lnTo>
                  <a:lnTo>
                    <a:pt x="5675147" y="1343766"/>
                  </a:lnTo>
                  <a:lnTo>
                    <a:pt x="5675272" y="1343766"/>
                  </a:lnTo>
                  <a:lnTo>
                    <a:pt x="5675397" y="1343766"/>
                  </a:lnTo>
                  <a:lnTo>
                    <a:pt x="5675522" y="1343766"/>
                  </a:lnTo>
                  <a:lnTo>
                    <a:pt x="5675772" y="1343766"/>
                  </a:lnTo>
                  <a:lnTo>
                    <a:pt x="5676272" y="1343766"/>
                  </a:lnTo>
                  <a:lnTo>
                    <a:pt x="5676397" y="1343766"/>
                  </a:lnTo>
                  <a:lnTo>
                    <a:pt x="5676522" y="1343766"/>
                  </a:lnTo>
                  <a:lnTo>
                    <a:pt x="5677522" y="1343766"/>
                  </a:lnTo>
                  <a:lnTo>
                    <a:pt x="5677898" y="1333812"/>
                  </a:lnTo>
                  <a:lnTo>
                    <a:pt x="5678148" y="1333812"/>
                  </a:lnTo>
                  <a:lnTo>
                    <a:pt x="5678273" y="1333812"/>
                  </a:lnTo>
                  <a:lnTo>
                    <a:pt x="5678398" y="1333812"/>
                  </a:lnTo>
                  <a:lnTo>
                    <a:pt x="5678523" y="1333812"/>
                  </a:lnTo>
                  <a:lnTo>
                    <a:pt x="5678648" y="1333812"/>
                  </a:lnTo>
                  <a:lnTo>
                    <a:pt x="5680023" y="1333812"/>
                  </a:lnTo>
                  <a:lnTo>
                    <a:pt x="5680649" y="1333812"/>
                  </a:lnTo>
                  <a:lnTo>
                    <a:pt x="5681149" y="1333812"/>
                  </a:lnTo>
                  <a:lnTo>
                    <a:pt x="5681274" y="1333812"/>
                  </a:lnTo>
                  <a:lnTo>
                    <a:pt x="5681399" y="1333812"/>
                  </a:lnTo>
                  <a:lnTo>
                    <a:pt x="5681649" y="1333812"/>
                  </a:lnTo>
                  <a:lnTo>
                    <a:pt x="5682274" y="1333812"/>
                  </a:lnTo>
                  <a:lnTo>
                    <a:pt x="5682399" y="1333812"/>
                  </a:lnTo>
                  <a:lnTo>
                    <a:pt x="5683149" y="1333812"/>
                  </a:lnTo>
                  <a:lnTo>
                    <a:pt x="5683274" y="1333812"/>
                  </a:lnTo>
                  <a:lnTo>
                    <a:pt x="5683650" y="1333812"/>
                  </a:lnTo>
                  <a:lnTo>
                    <a:pt x="5684650" y="1333812"/>
                  </a:lnTo>
                  <a:lnTo>
                    <a:pt x="5684900" y="1333812"/>
                  </a:lnTo>
                  <a:lnTo>
                    <a:pt x="5685025" y="1333812"/>
                  </a:lnTo>
                  <a:lnTo>
                    <a:pt x="5685150" y="1333812"/>
                  </a:lnTo>
                  <a:lnTo>
                    <a:pt x="5685275" y="1333812"/>
                  </a:lnTo>
                  <a:lnTo>
                    <a:pt x="5685775" y="1333812"/>
                  </a:lnTo>
                  <a:lnTo>
                    <a:pt x="5686150" y="1333812"/>
                  </a:lnTo>
                  <a:lnTo>
                    <a:pt x="5686525" y="1333812"/>
                  </a:lnTo>
                  <a:lnTo>
                    <a:pt x="5686651" y="1333812"/>
                  </a:lnTo>
                  <a:lnTo>
                    <a:pt x="5687526" y="1333812"/>
                  </a:lnTo>
                  <a:lnTo>
                    <a:pt x="5688026" y="1333812"/>
                  </a:lnTo>
                  <a:lnTo>
                    <a:pt x="5688776" y="1333812"/>
                  </a:lnTo>
                  <a:lnTo>
                    <a:pt x="5689151" y="1333812"/>
                  </a:lnTo>
                  <a:lnTo>
                    <a:pt x="5689652" y="1333812"/>
                  </a:lnTo>
                  <a:lnTo>
                    <a:pt x="5689902" y="1333812"/>
                  </a:lnTo>
                  <a:lnTo>
                    <a:pt x="5690152" y="1333812"/>
                  </a:lnTo>
                  <a:lnTo>
                    <a:pt x="5690402" y="1333812"/>
                  </a:lnTo>
                  <a:lnTo>
                    <a:pt x="5690902" y="1333812"/>
                  </a:lnTo>
                  <a:lnTo>
                    <a:pt x="5691152" y="1333812"/>
                  </a:lnTo>
                  <a:lnTo>
                    <a:pt x="5692402" y="1333812"/>
                  </a:lnTo>
                  <a:lnTo>
                    <a:pt x="5692527" y="1333812"/>
                  </a:lnTo>
                  <a:lnTo>
                    <a:pt x="5692653" y="1333812"/>
                  </a:lnTo>
                  <a:lnTo>
                    <a:pt x="5693278" y="1333812"/>
                  </a:lnTo>
                  <a:lnTo>
                    <a:pt x="5693403" y="1333812"/>
                  </a:lnTo>
                  <a:lnTo>
                    <a:pt x="5693528" y="1333812"/>
                  </a:lnTo>
                  <a:lnTo>
                    <a:pt x="5694278" y="1333812"/>
                  </a:lnTo>
                  <a:lnTo>
                    <a:pt x="5694403" y="1333812"/>
                  </a:lnTo>
                  <a:lnTo>
                    <a:pt x="5694528" y="1333812"/>
                  </a:lnTo>
                  <a:lnTo>
                    <a:pt x="5694778" y="1333812"/>
                  </a:lnTo>
                  <a:lnTo>
                    <a:pt x="5695779" y="1333812"/>
                  </a:lnTo>
                  <a:lnTo>
                    <a:pt x="5695904" y="1333812"/>
                  </a:lnTo>
                  <a:lnTo>
                    <a:pt x="5696029" y="1333812"/>
                  </a:lnTo>
                  <a:lnTo>
                    <a:pt x="5697029" y="1333812"/>
                  </a:lnTo>
                  <a:lnTo>
                    <a:pt x="5697154" y="1333812"/>
                  </a:lnTo>
                  <a:lnTo>
                    <a:pt x="5697529" y="1333812"/>
                  </a:lnTo>
                  <a:lnTo>
                    <a:pt x="5698154" y="1333812"/>
                  </a:lnTo>
                  <a:lnTo>
                    <a:pt x="5698279" y="1333812"/>
                  </a:lnTo>
                  <a:lnTo>
                    <a:pt x="5698404" y="1333812"/>
                  </a:lnTo>
                  <a:lnTo>
                    <a:pt x="5700030" y="1333812"/>
                  </a:lnTo>
                  <a:lnTo>
                    <a:pt x="5700280" y="1333812"/>
                  </a:lnTo>
                  <a:lnTo>
                    <a:pt x="5700530" y="1333812"/>
                  </a:lnTo>
                  <a:lnTo>
                    <a:pt x="5700655" y="1333812"/>
                  </a:lnTo>
                  <a:lnTo>
                    <a:pt x="5701155" y="1333812"/>
                  </a:lnTo>
                  <a:lnTo>
                    <a:pt x="5701280" y="1333812"/>
                  </a:lnTo>
                  <a:lnTo>
                    <a:pt x="5701405" y="1333812"/>
                  </a:lnTo>
                  <a:lnTo>
                    <a:pt x="5701530" y="1333812"/>
                  </a:lnTo>
                  <a:lnTo>
                    <a:pt x="5701781" y="1333812"/>
                  </a:lnTo>
                  <a:lnTo>
                    <a:pt x="5701906" y="1333812"/>
                  </a:lnTo>
                  <a:lnTo>
                    <a:pt x="5702156" y="1333812"/>
                  </a:lnTo>
                  <a:lnTo>
                    <a:pt x="5703281" y="1333812"/>
                  </a:lnTo>
                  <a:lnTo>
                    <a:pt x="5703406" y="1333812"/>
                  </a:lnTo>
                  <a:lnTo>
                    <a:pt x="5703781" y="1333812"/>
                  </a:lnTo>
                  <a:lnTo>
                    <a:pt x="5703906" y="1333812"/>
                  </a:lnTo>
                  <a:lnTo>
                    <a:pt x="5704031" y="1333812"/>
                  </a:lnTo>
                  <a:lnTo>
                    <a:pt x="5704281" y="1333812"/>
                  </a:lnTo>
                  <a:lnTo>
                    <a:pt x="5704406" y="1333812"/>
                  </a:lnTo>
                  <a:lnTo>
                    <a:pt x="5704782" y="1333812"/>
                  </a:lnTo>
                  <a:lnTo>
                    <a:pt x="5705032" y="1333812"/>
                  </a:lnTo>
                  <a:lnTo>
                    <a:pt x="5705532" y="1333812"/>
                  </a:lnTo>
                  <a:lnTo>
                    <a:pt x="5706532" y="1333812"/>
                  </a:lnTo>
                  <a:lnTo>
                    <a:pt x="5706657" y="1333812"/>
                  </a:lnTo>
                  <a:lnTo>
                    <a:pt x="5707032" y="1333812"/>
                  </a:lnTo>
                  <a:lnTo>
                    <a:pt x="5707407" y="1333812"/>
                  </a:lnTo>
                  <a:lnTo>
                    <a:pt x="5707783" y="1333812"/>
                  </a:lnTo>
                  <a:lnTo>
                    <a:pt x="5707908" y="1333812"/>
                  </a:lnTo>
                  <a:lnTo>
                    <a:pt x="5708283" y="1333812"/>
                  </a:lnTo>
                  <a:lnTo>
                    <a:pt x="5708533" y="1333812"/>
                  </a:lnTo>
                  <a:lnTo>
                    <a:pt x="5709033" y="1333812"/>
                  </a:lnTo>
                  <a:lnTo>
                    <a:pt x="5709158" y="1333812"/>
                  </a:lnTo>
                  <a:lnTo>
                    <a:pt x="5709408" y="1333812"/>
                  </a:lnTo>
                  <a:lnTo>
                    <a:pt x="5711034" y="1333812"/>
                  </a:lnTo>
                  <a:lnTo>
                    <a:pt x="5711159" y="1333812"/>
                  </a:lnTo>
                  <a:lnTo>
                    <a:pt x="5711284" y="1333812"/>
                  </a:lnTo>
                  <a:lnTo>
                    <a:pt x="5711659" y="1333812"/>
                  </a:lnTo>
                  <a:lnTo>
                    <a:pt x="5711784" y="1333812"/>
                  </a:lnTo>
                  <a:lnTo>
                    <a:pt x="5712034" y="1333812"/>
                  </a:lnTo>
                  <a:lnTo>
                    <a:pt x="5712409" y="1333812"/>
                  </a:lnTo>
                  <a:lnTo>
                    <a:pt x="5712534" y="1333812"/>
                  </a:lnTo>
                  <a:lnTo>
                    <a:pt x="5712909" y="1333812"/>
                  </a:lnTo>
                  <a:lnTo>
                    <a:pt x="5713284" y="1333812"/>
                  </a:lnTo>
                  <a:lnTo>
                    <a:pt x="5713409" y="1333812"/>
                  </a:lnTo>
                  <a:lnTo>
                    <a:pt x="5713660" y="1333812"/>
                  </a:lnTo>
                  <a:lnTo>
                    <a:pt x="5713785" y="1333812"/>
                  </a:lnTo>
                  <a:lnTo>
                    <a:pt x="5714410" y="1333812"/>
                  </a:lnTo>
                  <a:lnTo>
                    <a:pt x="5714535" y="1333812"/>
                  </a:lnTo>
                  <a:lnTo>
                    <a:pt x="5715285" y="1333812"/>
                  </a:lnTo>
                  <a:lnTo>
                    <a:pt x="5716035" y="1333812"/>
                  </a:lnTo>
                  <a:lnTo>
                    <a:pt x="5716160" y="1333812"/>
                  </a:lnTo>
                  <a:lnTo>
                    <a:pt x="5716285" y="1333812"/>
                  </a:lnTo>
                  <a:lnTo>
                    <a:pt x="5716536" y="1333812"/>
                  </a:lnTo>
                  <a:lnTo>
                    <a:pt x="5716661" y="1333812"/>
                  </a:lnTo>
                  <a:lnTo>
                    <a:pt x="5717161" y="1333812"/>
                  </a:lnTo>
                  <a:lnTo>
                    <a:pt x="5717911" y="1333812"/>
                  </a:lnTo>
                  <a:lnTo>
                    <a:pt x="5718036" y="1333812"/>
                  </a:lnTo>
                  <a:lnTo>
                    <a:pt x="5718161" y="1333812"/>
                  </a:lnTo>
                  <a:lnTo>
                    <a:pt x="5718411" y="1323858"/>
                  </a:lnTo>
                  <a:lnTo>
                    <a:pt x="5718661" y="1323858"/>
                  </a:lnTo>
                  <a:lnTo>
                    <a:pt x="5718786" y="1323858"/>
                  </a:lnTo>
                  <a:lnTo>
                    <a:pt x="5719036" y="1323858"/>
                  </a:lnTo>
                  <a:lnTo>
                    <a:pt x="5719161" y="1323858"/>
                  </a:lnTo>
                  <a:lnTo>
                    <a:pt x="5719286" y="1323858"/>
                  </a:lnTo>
                  <a:lnTo>
                    <a:pt x="5719411" y="1323858"/>
                  </a:lnTo>
                  <a:lnTo>
                    <a:pt x="5719912" y="1323858"/>
                  </a:lnTo>
                  <a:lnTo>
                    <a:pt x="5720037" y="1323858"/>
                  </a:lnTo>
                  <a:lnTo>
                    <a:pt x="5721162" y="1323858"/>
                  </a:lnTo>
                  <a:lnTo>
                    <a:pt x="5721287" y="1323858"/>
                  </a:lnTo>
                  <a:lnTo>
                    <a:pt x="5721412" y="1323858"/>
                  </a:lnTo>
                  <a:lnTo>
                    <a:pt x="5722162" y="1323858"/>
                  </a:lnTo>
                  <a:lnTo>
                    <a:pt x="5723163" y="1323858"/>
                  </a:lnTo>
                  <a:lnTo>
                    <a:pt x="5723288" y="1323858"/>
                  </a:lnTo>
                  <a:lnTo>
                    <a:pt x="5723413" y="1323858"/>
                  </a:lnTo>
                  <a:lnTo>
                    <a:pt x="5723913" y="1323858"/>
                  </a:lnTo>
                  <a:lnTo>
                    <a:pt x="5724038" y="1323858"/>
                  </a:lnTo>
                  <a:lnTo>
                    <a:pt x="5724788" y="1313904"/>
                  </a:lnTo>
                  <a:lnTo>
                    <a:pt x="5724913" y="1313904"/>
                  </a:lnTo>
                  <a:lnTo>
                    <a:pt x="5725038" y="1313904"/>
                  </a:lnTo>
                  <a:lnTo>
                    <a:pt x="5725413" y="1313904"/>
                  </a:lnTo>
                  <a:lnTo>
                    <a:pt x="5725539" y="1313904"/>
                  </a:lnTo>
                  <a:lnTo>
                    <a:pt x="5725664" y="1313904"/>
                  </a:lnTo>
                  <a:lnTo>
                    <a:pt x="5725789" y="1313904"/>
                  </a:lnTo>
                  <a:lnTo>
                    <a:pt x="5725914" y="1313904"/>
                  </a:lnTo>
                  <a:lnTo>
                    <a:pt x="5725914" y="1303950"/>
                  </a:lnTo>
                  <a:lnTo>
                    <a:pt x="5726164" y="1303950"/>
                  </a:lnTo>
                  <a:lnTo>
                    <a:pt x="5727289" y="1303950"/>
                  </a:lnTo>
                  <a:lnTo>
                    <a:pt x="5727789" y="1303950"/>
                  </a:lnTo>
                  <a:lnTo>
                    <a:pt x="5728915" y="1303950"/>
                  </a:lnTo>
                  <a:lnTo>
                    <a:pt x="5729290" y="1303950"/>
                  </a:lnTo>
                  <a:lnTo>
                    <a:pt x="5729790" y="1303950"/>
                  </a:lnTo>
                  <a:lnTo>
                    <a:pt x="5730665" y="1303950"/>
                  </a:lnTo>
                  <a:lnTo>
                    <a:pt x="5730665" y="1293996"/>
                  </a:lnTo>
                  <a:lnTo>
                    <a:pt x="5731165" y="1293996"/>
                  </a:lnTo>
                  <a:lnTo>
                    <a:pt x="5731290" y="1293996"/>
                  </a:lnTo>
                  <a:lnTo>
                    <a:pt x="5731415" y="1293996"/>
                  </a:lnTo>
                  <a:lnTo>
                    <a:pt x="5731541" y="1293996"/>
                  </a:lnTo>
                  <a:lnTo>
                    <a:pt x="5732791" y="1293996"/>
                  </a:lnTo>
                  <a:lnTo>
                    <a:pt x="5733166" y="1293996"/>
                  </a:lnTo>
                  <a:lnTo>
                    <a:pt x="5733291" y="1293996"/>
                  </a:lnTo>
                  <a:lnTo>
                    <a:pt x="5733416" y="1293996"/>
                  </a:lnTo>
                  <a:lnTo>
                    <a:pt x="5734291" y="1293996"/>
                  </a:lnTo>
                  <a:lnTo>
                    <a:pt x="5734542" y="1293996"/>
                  </a:lnTo>
                  <a:lnTo>
                    <a:pt x="5734667" y="1293996"/>
                  </a:lnTo>
                  <a:lnTo>
                    <a:pt x="5735167" y="1293996"/>
                  </a:lnTo>
                  <a:lnTo>
                    <a:pt x="5735417" y="1293996"/>
                  </a:lnTo>
                  <a:lnTo>
                    <a:pt x="5735917" y="1293996"/>
                  </a:lnTo>
                  <a:lnTo>
                    <a:pt x="5736417" y="1293996"/>
                  </a:lnTo>
                  <a:lnTo>
                    <a:pt x="5736917" y="1293996"/>
                  </a:lnTo>
                  <a:lnTo>
                    <a:pt x="5737042" y="1293996"/>
                  </a:lnTo>
                  <a:lnTo>
                    <a:pt x="5737167" y="1293996"/>
                  </a:lnTo>
                  <a:lnTo>
                    <a:pt x="5737292" y="1284043"/>
                  </a:lnTo>
                  <a:lnTo>
                    <a:pt x="5737543" y="1284043"/>
                  </a:lnTo>
                  <a:lnTo>
                    <a:pt x="5737793" y="1284043"/>
                  </a:lnTo>
                  <a:lnTo>
                    <a:pt x="5737918" y="1284043"/>
                  </a:lnTo>
                  <a:lnTo>
                    <a:pt x="5738043" y="1284043"/>
                  </a:lnTo>
                  <a:lnTo>
                    <a:pt x="5738543" y="1284043"/>
                  </a:lnTo>
                  <a:lnTo>
                    <a:pt x="5738793" y="1284043"/>
                  </a:lnTo>
                  <a:lnTo>
                    <a:pt x="5738918" y="1284043"/>
                  </a:lnTo>
                  <a:lnTo>
                    <a:pt x="5739043" y="1284043"/>
                  </a:lnTo>
                  <a:lnTo>
                    <a:pt x="5739168" y="1284043"/>
                  </a:lnTo>
                  <a:lnTo>
                    <a:pt x="5739543" y="1284043"/>
                  </a:lnTo>
                  <a:lnTo>
                    <a:pt x="5739668" y="1284043"/>
                  </a:lnTo>
                  <a:lnTo>
                    <a:pt x="5739793" y="1284043"/>
                  </a:lnTo>
                  <a:lnTo>
                    <a:pt x="5739918" y="1284043"/>
                  </a:lnTo>
                  <a:lnTo>
                    <a:pt x="5740794" y="1284043"/>
                  </a:lnTo>
                  <a:lnTo>
                    <a:pt x="5741294" y="1284043"/>
                  </a:lnTo>
                  <a:lnTo>
                    <a:pt x="5742044" y="1284043"/>
                  </a:lnTo>
                  <a:lnTo>
                    <a:pt x="5742169" y="1284043"/>
                  </a:lnTo>
                  <a:lnTo>
                    <a:pt x="5742669" y="1274089"/>
                  </a:lnTo>
                  <a:lnTo>
                    <a:pt x="5742794" y="1274089"/>
                  </a:lnTo>
                  <a:lnTo>
                    <a:pt x="5742919" y="1274089"/>
                  </a:lnTo>
                  <a:lnTo>
                    <a:pt x="5743044" y="1274089"/>
                  </a:lnTo>
                  <a:lnTo>
                    <a:pt x="5743169" y="1274089"/>
                  </a:lnTo>
                  <a:lnTo>
                    <a:pt x="5743670" y="1274089"/>
                  </a:lnTo>
                  <a:lnTo>
                    <a:pt x="5744045" y="1274089"/>
                  </a:lnTo>
                  <a:lnTo>
                    <a:pt x="5744295" y="1274089"/>
                  </a:lnTo>
                  <a:lnTo>
                    <a:pt x="5744420" y="1274089"/>
                  </a:lnTo>
                  <a:lnTo>
                    <a:pt x="5744545" y="1274089"/>
                  </a:lnTo>
                  <a:lnTo>
                    <a:pt x="5744670" y="1274089"/>
                  </a:lnTo>
                  <a:lnTo>
                    <a:pt x="5744920" y="1274089"/>
                  </a:lnTo>
                  <a:lnTo>
                    <a:pt x="5745295" y="1274089"/>
                  </a:lnTo>
                  <a:lnTo>
                    <a:pt x="5745545" y="1274089"/>
                  </a:lnTo>
                  <a:lnTo>
                    <a:pt x="5745920" y="1274089"/>
                  </a:lnTo>
                  <a:lnTo>
                    <a:pt x="5746045" y="1274089"/>
                  </a:lnTo>
                  <a:lnTo>
                    <a:pt x="5746295" y="1274089"/>
                  </a:lnTo>
                  <a:lnTo>
                    <a:pt x="5746546" y="1274089"/>
                  </a:lnTo>
                  <a:lnTo>
                    <a:pt x="5746796" y="1274089"/>
                  </a:lnTo>
                  <a:lnTo>
                    <a:pt x="5746921" y="1274089"/>
                  </a:lnTo>
                  <a:lnTo>
                    <a:pt x="5747296" y="1274089"/>
                  </a:lnTo>
                  <a:lnTo>
                    <a:pt x="5747671" y="1274089"/>
                  </a:lnTo>
                  <a:lnTo>
                    <a:pt x="5748296" y="1274089"/>
                  </a:lnTo>
                  <a:lnTo>
                    <a:pt x="5748671" y="1274089"/>
                  </a:lnTo>
                  <a:lnTo>
                    <a:pt x="5749171" y="1274089"/>
                  </a:lnTo>
                  <a:lnTo>
                    <a:pt x="5749296" y="1274089"/>
                  </a:lnTo>
                  <a:lnTo>
                    <a:pt x="5749547" y="1274089"/>
                  </a:lnTo>
                  <a:lnTo>
                    <a:pt x="5749672" y="1274089"/>
                  </a:lnTo>
                  <a:lnTo>
                    <a:pt x="5750047" y="1274089"/>
                  </a:lnTo>
                  <a:lnTo>
                    <a:pt x="5750797" y="1274089"/>
                  </a:lnTo>
                  <a:lnTo>
                    <a:pt x="5750922" y="1274089"/>
                  </a:lnTo>
                  <a:lnTo>
                    <a:pt x="5751672" y="1274089"/>
                  </a:lnTo>
                  <a:lnTo>
                    <a:pt x="5752047" y="1274089"/>
                  </a:lnTo>
                  <a:lnTo>
                    <a:pt x="5752297" y="1274089"/>
                  </a:lnTo>
                  <a:lnTo>
                    <a:pt x="5752548" y="1274089"/>
                  </a:lnTo>
                  <a:lnTo>
                    <a:pt x="5752673" y="1274089"/>
                  </a:lnTo>
                  <a:lnTo>
                    <a:pt x="5754173" y="1274089"/>
                  </a:lnTo>
                  <a:lnTo>
                    <a:pt x="5755298" y="1274089"/>
                  </a:lnTo>
                  <a:lnTo>
                    <a:pt x="5755424" y="1274089"/>
                  </a:lnTo>
                  <a:lnTo>
                    <a:pt x="5755549" y="1274089"/>
                  </a:lnTo>
                  <a:lnTo>
                    <a:pt x="5756674" y="1274089"/>
                  </a:lnTo>
                  <a:lnTo>
                    <a:pt x="5756799" y="1274089"/>
                  </a:lnTo>
                  <a:lnTo>
                    <a:pt x="5757049" y="1274089"/>
                  </a:lnTo>
                  <a:lnTo>
                    <a:pt x="5757174" y="1274089"/>
                  </a:lnTo>
                  <a:lnTo>
                    <a:pt x="5758299" y="1274089"/>
                  </a:lnTo>
                  <a:lnTo>
                    <a:pt x="5758925" y="1274089"/>
                  </a:lnTo>
                  <a:lnTo>
                    <a:pt x="5759300" y="1274089"/>
                  </a:lnTo>
                  <a:lnTo>
                    <a:pt x="5759425" y="1274089"/>
                  </a:lnTo>
                  <a:lnTo>
                    <a:pt x="5760300" y="1274089"/>
                  </a:lnTo>
                  <a:lnTo>
                    <a:pt x="5761050" y="1274089"/>
                  </a:lnTo>
                  <a:lnTo>
                    <a:pt x="5761676" y="1274089"/>
                  </a:lnTo>
                  <a:lnTo>
                    <a:pt x="5762551" y="1274089"/>
                  </a:lnTo>
                  <a:lnTo>
                    <a:pt x="5763176" y="1274089"/>
                  </a:lnTo>
                  <a:lnTo>
                    <a:pt x="5763301" y="1274089"/>
                  </a:lnTo>
                  <a:lnTo>
                    <a:pt x="5763676" y="1274089"/>
                  </a:lnTo>
                  <a:lnTo>
                    <a:pt x="5763801" y="1274089"/>
                  </a:lnTo>
                  <a:lnTo>
                    <a:pt x="5763926" y="1274089"/>
                  </a:lnTo>
                  <a:lnTo>
                    <a:pt x="5764427" y="1264135"/>
                  </a:lnTo>
                  <a:lnTo>
                    <a:pt x="5765052" y="1264135"/>
                  </a:lnTo>
                  <a:lnTo>
                    <a:pt x="5765302" y="1264135"/>
                  </a:lnTo>
                  <a:lnTo>
                    <a:pt x="5765927" y="1264135"/>
                  </a:lnTo>
                  <a:lnTo>
                    <a:pt x="5766177" y="1264135"/>
                  </a:lnTo>
                  <a:lnTo>
                    <a:pt x="5767052" y="1264135"/>
                  </a:lnTo>
                  <a:lnTo>
                    <a:pt x="5767428" y="1264135"/>
                  </a:lnTo>
                  <a:lnTo>
                    <a:pt x="5767553" y="1264135"/>
                  </a:lnTo>
                  <a:lnTo>
                    <a:pt x="5767928" y="1264135"/>
                  </a:lnTo>
                  <a:lnTo>
                    <a:pt x="5768053" y="1264135"/>
                  </a:lnTo>
                  <a:lnTo>
                    <a:pt x="5768178" y="1264135"/>
                  </a:lnTo>
                  <a:lnTo>
                    <a:pt x="5768428" y="1264135"/>
                  </a:lnTo>
                  <a:lnTo>
                    <a:pt x="5768553" y="1264135"/>
                  </a:lnTo>
                  <a:lnTo>
                    <a:pt x="5768678" y="1264135"/>
                  </a:lnTo>
                  <a:lnTo>
                    <a:pt x="5769178" y="1264135"/>
                  </a:lnTo>
                  <a:lnTo>
                    <a:pt x="5769303" y="1264135"/>
                  </a:lnTo>
                  <a:lnTo>
                    <a:pt x="5769553" y="1264135"/>
                  </a:lnTo>
                  <a:lnTo>
                    <a:pt x="5769678" y="1264135"/>
                  </a:lnTo>
                  <a:lnTo>
                    <a:pt x="5769803" y="1264135"/>
                  </a:lnTo>
                  <a:lnTo>
                    <a:pt x="5769928" y="1264135"/>
                  </a:lnTo>
                  <a:lnTo>
                    <a:pt x="5770804" y="1264135"/>
                  </a:lnTo>
                  <a:lnTo>
                    <a:pt x="5770929" y="1264135"/>
                  </a:lnTo>
                  <a:lnTo>
                    <a:pt x="5771429" y="1264135"/>
                  </a:lnTo>
                  <a:lnTo>
                    <a:pt x="5771804" y="1264135"/>
                  </a:lnTo>
                  <a:lnTo>
                    <a:pt x="5771929" y="1264135"/>
                  </a:lnTo>
                  <a:lnTo>
                    <a:pt x="5772179" y="1264135"/>
                  </a:lnTo>
                  <a:lnTo>
                    <a:pt x="5772429" y="1264135"/>
                  </a:lnTo>
                  <a:lnTo>
                    <a:pt x="5772554" y="1264135"/>
                  </a:lnTo>
                  <a:lnTo>
                    <a:pt x="5772679" y="1264135"/>
                  </a:lnTo>
                  <a:lnTo>
                    <a:pt x="5773054" y="1264135"/>
                  </a:lnTo>
                  <a:lnTo>
                    <a:pt x="5773179" y="1264135"/>
                  </a:lnTo>
                  <a:lnTo>
                    <a:pt x="5773430" y="1264135"/>
                  </a:lnTo>
                  <a:lnTo>
                    <a:pt x="5773805" y="1264135"/>
                  </a:lnTo>
                  <a:lnTo>
                    <a:pt x="5773930" y="1264135"/>
                  </a:lnTo>
                  <a:lnTo>
                    <a:pt x="5774055" y="1264135"/>
                  </a:lnTo>
                  <a:lnTo>
                    <a:pt x="5774180" y="1264135"/>
                  </a:lnTo>
                  <a:lnTo>
                    <a:pt x="5774430" y="1264135"/>
                  </a:lnTo>
                  <a:lnTo>
                    <a:pt x="5774555" y="1264135"/>
                  </a:lnTo>
                  <a:lnTo>
                    <a:pt x="5774680" y="1264135"/>
                  </a:lnTo>
                  <a:lnTo>
                    <a:pt x="5774805" y="1264135"/>
                  </a:lnTo>
                  <a:lnTo>
                    <a:pt x="5774930" y="1264135"/>
                  </a:lnTo>
                  <a:lnTo>
                    <a:pt x="5775180" y="1264135"/>
                  </a:lnTo>
                  <a:lnTo>
                    <a:pt x="5775430" y="1264135"/>
                  </a:lnTo>
                  <a:lnTo>
                    <a:pt x="5775555" y="1264135"/>
                  </a:lnTo>
                  <a:lnTo>
                    <a:pt x="5775930" y="1264135"/>
                  </a:lnTo>
                  <a:lnTo>
                    <a:pt x="5776055" y="1264135"/>
                  </a:lnTo>
                  <a:lnTo>
                    <a:pt x="5776180" y="1264135"/>
                  </a:lnTo>
                  <a:lnTo>
                    <a:pt x="5776431" y="1264135"/>
                  </a:lnTo>
                  <a:lnTo>
                    <a:pt x="5787684" y="1254181"/>
                  </a:lnTo>
                  <a:lnTo>
                    <a:pt x="5787809" y="1254181"/>
                  </a:lnTo>
                  <a:lnTo>
                    <a:pt x="5787934" y="1254181"/>
                  </a:lnTo>
                  <a:lnTo>
                    <a:pt x="5788685" y="1254181"/>
                  </a:lnTo>
                  <a:lnTo>
                    <a:pt x="5788810" y="1254181"/>
                  </a:lnTo>
                  <a:lnTo>
                    <a:pt x="5789435" y="1254181"/>
                  </a:lnTo>
                  <a:lnTo>
                    <a:pt x="5789685" y="1254181"/>
                  </a:lnTo>
                  <a:lnTo>
                    <a:pt x="5789935" y="1254181"/>
                  </a:lnTo>
                  <a:lnTo>
                    <a:pt x="5790060" y="1254181"/>
                  </a:lnTo>
                  <a:lnTo>
                    <a:pt x="5790435" y="1254181"/>
                  </a:lnTo>
                  <a:lnTo>
                    <a:pt x="5790935" y="1254181"/>
                  </a:lnTo>
                  <a:lnTo>
                    <a:pt x="5791060" y="1254181"/>
                  </a:lnTo>
                  <a:lnTo>
                    <a:pt x="5791185" y="1254181"/>
                  </a:lnTo>
                  <a:lnTo>
                    <a:pt x="5792436" y="1254181"/>
                  </a:lnTo>
                  <a:lnTo>
                    <a:pt x="5792561" y="1254181"/>
                  </a:lnTo>
                  <a:lnTo>
                    <a:pt x="5793436" y="1254181"/>
                  </a:lnTo>
                  <a:lnTo>
                    <a:pt x="5793936" y="1254181"/>
                  </a:lnTo>
                  <a:lnTo>
                    <a:pt x="5794687" y="1254181"/>
                  </a:lnTo>
                  <a:lnTo>
                    <a:pt x="5794812" y="1254181"/>
                  </a:lnTo>
                  <a:lnTo>
                    <a:pt x="5795312" y="1254181"/>
                  </a:lnTo>
                  <a:lnTo>
                    <a:pt x="5795437" y="1244227"/>
                  </a:lnTo>
                  <a:lnTo>
                    <a:pt x="5795562" y="1244227"/>
                  </a:lnTo>
                  <a:lnTo>
                    <a:pt x="5796062" y="1244227"/>
                  </a:lnTo>
                  <a:lnTo>
                    <a:pt x="5796312" y="1244227"/>
                  </a:lnTo>
                  <a:lnTo>
                    <a:pt x="5796812" y="1244227"/>
                  </a:lnTo>
                  <a:lnTo>
                    <a:pt x="5797062" y="1244227"/>
                  </a:lnTo>
                  <a:lnTo>
                    <a:pt x="5797563" y="1244227"/>
                  </a:lnTo>
                  <a:lnTo>
                    <a:pt x="5797813" y="1244227"/>
                  </a:lnTo>
                  <a:lnTo>
                    <a:pt x="5797938" y="1244227"/>
                  </a:lnTo>
                  <a:lnTo>
                    <a:pt x="5798563" y="1244227"/>
                  </a:lnTo>
                  <a:lnTo>
                    <a:pt x="5799063" y="1244227"/>
                  </a:lnTo>
                  <a:lnTo>
                    <a:pt x="5799313" y="1244227"/>
                  </a:lnTo>
                  <a:lnTo>
                    <a:pt x="5799438" y="1244227"/>
                  </a:lnTo>
                  <a:lnTo>
                    <a:pt x="5799563" y="1244227"/>
                  </a:lnTo>
                  <a:lnTo>
                    <a:pt x="5799688" y="1244227"/>
                  </a:lnTo>
                  <a:lnTo>
                    <a:pt x="5799938" y="1244227"/>
                  </a:lnTo>
                  <a:lnTo>
                    <a:pt x="5800063" y="1244227"/>
                  </a:lnTo>
                  <a:lnTo>
                    <a:pt x="5800188" y="1244227"/>
                  </a:lnTo>
                  <a:lnTo>
                    <a:pt x="5800564" y="1244227"/>
                  </a:lnTo>
                  <a:lnTo>
                    <a:pt x="5800689" y="1244227"/>
                  </a:lnTo>
                  <a:lnTo>
                    <a:pt x="5801314" y="1244227"/>
                  </a:lnTo>
                  <a:lnTo>
                    <a:pt x="5801439" y="1244227"/>
                  </a:lnTo>
                  <a:lnTo>
                    <a:pt x="5801564" y="1244227"/>
                  </a:lnTo>
                  <a:lnTo>
                    <a:pt x="5801814" y="1244227"/>
                  </a:lnTo>
                  <a:lnTo>
                    <a:pt x="5801939" y="1244227"/>
                  </a:lnTo>
                  <a:lnTo>
                    <a:pt x="5802064" y="1244227"/>
                  </a:lnTo>
                  <a:lnTo>
                    <a:pt x="5802189" y="1244227"/>
                  </a:lnTo>
                  <a:lnTo>
                    <a:pt x="5802439" y="1244227"/>
                  </a:lnTo>
                  <a:lnTo>
                    <a:pt x="5803064" y="1244227"/>
                  </a:lnTo>
                  <a:lnTo>
                    <a:pt x="5803189" y="1244227"/>
                  </a:lnTo>
                  <a:lnTo>
                    <a:pt x="5803315" y="1234274"/>
                  </a:lnTo>
                  <a:lnTo>
                    <a:pt x="5803565" y="1234274"/>
                  </a:lnTo>
                  <a:lnTo>
                    <a:pt x="5803690" y="1234274"/>
                  </a:lnTo>
                  <a:lnTo>
                    <a:pt x="5804065" y="1234274"/>
                  </a:lnTo>
                  <a:lnTo>
                    <a:pt x="5804190" y="1234274"/>
                  </a:lnTo>
                  <a:lnTo>
                    <a:pt x="5804315" y="1234274"/>
                  </a:lnTo>
                  <a:lnTo>
                    <a:pt x="5804565" y="1234274"/>
                  </a:lnTo>
                  <a:lnTo>
                    <a:pt x="5804940" y="1224320"/>
                  </a:lnTo>
                  <a:lnTo>
                    <a:pt x="5805940" y="1224320"/>
                  </a:lnTo>
                  <a:lnTo>
                    <a:pt x="5806316" y="1224320"/>
                  </a:lnTo>
                  <a:lnTo>
                    <a:pt x="5806566" y="1224320"/>
                  </a:lnTo>
                  <a:lnTo>
                    <a:pt x="5806691" y="1224320"/>
                  </a:lnTo>
                  <a:lnTo>
                    <a:pt x="5807566" y="1224320"/>
                  </a:lnTo>
                  <a:lnTo>
                    <a:pt x="5807941" y="1224320"/>
                  </a:lnTo>
                  <a:lnTo>
                    <a:pt x="5808191" y="1224320"/>
                  </a:lnTo>
                  <a:lnTo>
                    <a:pt x="5808316" y="1224320"/>
                  </a:lnTo>
                  <a:lnTo>
                    <a:pt x="5809317" y="1224320"/>
                  </a:lnTo>
                  <a:lnTo>
                    <a:pt x="5809442" y="1224320"/>
                  </a:lnTo>
                  <a:lnTo>
                    <a:pt x="5810317" y="1224320"/>
                  </a:lnTo>
                  <a:lnTo>
                    <a:pt x="5810692" y="1224320"/>
                  </a:lnTo>
                  <a:lnTo>
                    <a:pt x="5812192" y="1224320"/>
                  </a:lnTo>
                  <a:lnTo>
                    <a:pt x="5812568" y="1224320"/>
                  </a:lnTo>
                  <a:lnTo>
                    <a:pt x="5812818" y="1224320"/>
                  </a:lnTo>
                  <a:lnTo>
                    <a:pt x="5813568" y="1224320"/>
                  </a:lnTo>
                  <a:lnTo>
                    <a:pt x="5813818" y="1224320"/>
                  </a:lnTo>
                  <a:lnTo>
                    <a:pt x="5814193" y="1224320"/>
                  </a:lnTo>
                  <a:lnTo>
                    <a:pt x="5814693" y="1214366"/>
                  </a:lnTo>
                  <a:lnTo>
                    <a:pt x="5814943" y="1214366"/>
                  </a:lnTo>
                  <a:lnTo>
                    <a:pt x="5815319" y="1214366"/>
                  </a:lnTo>
                  <a:lnTo>
                    <a:pt x="5816194" y="1214366"/>
                  </a:lnTo>
                  <a:lnTo>
                    <a:pt x="5816694" y="1204412"/>
                  </a:lnTo>
                  <a:lnTo>
                    <a:pt x="5817194" y="1204412"/>
                  </a:lnTo>
                  <a:lnTo>
                    <a:pt x="5817444" y="1204412"/>
                  </a:lnTo>
                  <a:lnTo>
                    <a:pt x="5817694" y="1204412"/>
                  </a:lnTo>
                  <a:lnTo>
                    <a:pt x="5818194" y="1204412"/>
                  </a:lnTo>
                  <a:lnTo>
                    <a:pt x="5818445" y="1204412"/>
                  </a:lnTo>
                  <a:lnTo>
                    <a:pt x="5818695" y="1204412"/>
                  </a:lnTo>
                  <a:lnTo>
                    <a:pt x="5818820" y="1204412"/>
                  </a:lnTo>
                  <a:lnTo>
                    <a:pt x="5819070" y="1204412"/>
                  </a:lnTo>
                  <a:lnTo>
                    <a:pt x="5820195" y="1204412"/>
                  </a:lnTo>
                  <a:lnTo>
                    <a:pt x="5820320" y="1204412"/>
                  </a:lnTo>
                  <a:lnTo>
                    <a:pt x="5820445" y="1204412"/>
                  </a:lnTo>
                  <a:lnTo>
                    <a:pt x="5820695" y="1204412"/>
                  </a:lnTo>
                  <a:lnTo>
                    <a:pt x="5820945" y="1204412"/>
                  </a:lnTo>
                  <a:lnTo>
                    <a:pt x="5821196" y="1204412"/>
                  </a:lnTo>
                  <a:lnTo>
                    <a:pt x="5821821" y="1204412"/>
                  </a:lnTo>
                  <a:lnTo>
                    <a:pt x="5821946" y="1204412"/>
                  </a:lnTo>
                  <a:lnTo>
                    <a:pt x="5822071" y="1204412"/>
                  </a:lnTo>
                  <a:lnTo>
                    <a:pt x="5822196" y="1204412"/>
                  </a:lnTo>
                  <a:lnTo>
                    <a:pt x="5822321" y="1204412"/>
                  </a:lnTo>
                  <a:lnTo>
                    <a:pt x="5822446" y="1204412"/>
                  </a:lnTo>
                  <a:lnTo>
                    <a:pt x="5822821" y="1204412"/>
                  </a:lnTo>
                  <a:lnTo>
                    <a:pt x="5822946" y="1204412"/>
                  </a:lnTo>
                  <a:lnTo>
                    <a:pt x="5823321" y="1204412"/>
                  </a:lnTo>
                  <a:lnTo>
                    <a:pt x="5823446" y="1204412"/>
                  </a:lnTo>
                  <a:lnTo>
                    <a:pt x="5823571" y="1204412"/>
                  </a:lnTo>
                  <a:lnTo>
                    <a:pt x="5824197" y="1204412"/>
                  </a:lnTo>
                  <a:lnTo>
                    <a:pt x="5824322" y="1204412"/>
                  </a:lnTo>
                  <a:lnTo>
                    <a:pt x="5825072" y="1204412"/>
                  </a:lnTo>
                  <a:lnTo>
                    <a:pt x="5825197" y="1204412"/>
                  </a:lnTo>
                  <a:lnTo>
                    <a:pt x="5826072" y="1204412"/>
                  </a:lnTo>
                  <a:lnTo>
                    <a:pt x="5826197" y="1204412"/>
                  </a:lnTo>
                  <a:lnTo>
                    <a:pt x="5826322" y="1204412"/>
                  </a:lnTo>
                  <a:lnTo>
                    <a:pt x="5826572" y="1204412"/>
                  </a:lnTo>
                  <a:lnTo>
                    <a:pt x="5826697" y="1204412"/>
                  </a:lnTo>
                  <a:lnTo>
                    <a:pt x="5826822" y="1204412"/>
                  </a:lnTo>
                  <a:lnTo>
                    <a:pt x="5827072" y="1204412"/>
                  </a:lnTo>
                  <a:lnTo>
                    <a:pt x="5827323" y="1204412"/>
                  </a:lnTo>
                  <a:lnTo>
                    <a:pt x="5827448" y="1204412"/>
                  </a:lnTo>
                  <a:lnTo>
                    <a:pt x="5827948" y="1204412"/>
                  </a:lnTo>
                  <a:lnTo>
                    <a:pt x="5828323" y="1204412"/>
                  </a:lnTo>
                  <a:lnTo>
                    <a:pt x="5829073" y="1204412"/>
                  </a:lnTo>
                  <a:lnTo>
                    <a:pt x="5829198" y="1204412"/>
                  </a:lnTo>
                  <a:lnTo>
                    <a:pt x="5829448" y="1204412"/>
                  </a:lnTo>
                  <a:lnTo>
                    <a:pt x="5829948" y="1204412"/>
                  </a:lnTo>
                  <a:lnTo>
                    <a:pt x="5830073" y="1204412"/>
                  </a:lnTo>
                  <a:lnTo>
                    <a:pt x="5830574" y="1204412"/>
                  </a:lnTo>
                  <a:lnTo>
                    <a:pt x="5830949" y="1204412"/>
                  </a:lnTo>
                  <a:lnTo>
                    <a:pt x="5831074" y="1204412"/>
                  </a:lnTo>
                  <a:lnTo>
                    <a:pt x="5831199" y="1204412"/>
                  </a:lnTo>
                  <a:lnTo>
                    <a:pt x="5831324" y="1204412"/>
                  </a:lnTo>
                  <a:lnTo>
                    <a:pt x="5831449" y="1204412"/>
                  </a:lnTo>
                  <a:lnTo>
                    <a:pt x="5832324" y="1204412"/>
                  </a:lnTo>
                  <a:lnTo>
                    <a:pt x="5832449" y="1204412"/>
                  </a:lnTo>
                  <a:lnTo>
                    <a:pt x="5832574" y="1204412"/>
                  </a:lnTo>
                  <a:lnTo>
                    <a:pt x="5832824" y="1204412"/>
                  </a:lnTo>
                  <a:lnTo>
                    <a:pt x="5834075" y="1204412"/>
                  </a:lnTo>
                  <a:lnTo>
                    <a:pt x="5834200" y="1204412"/>
                  </a:lnTo>
                  <a:lnTo>
                    <a:pt x="5834700" y="1204412"/>
                  </a:lnTo>
                  <a:lnTo>
                    <a:pt x="5834825" y="1204412"/>
                  </a:lnTo>
                  <a:lnTo>
                    <a:pt x="5835575" y="1204412"/>
                  </a:lnTo>
                  <a:lnTo>
                    <a:pt x="5835700" y="1204412"/>
                  </a:lnTo>
                  <a:lnTo>
                    <a:pt x="5835950" y="1204412"/>
                  </a:lnTo>
                  <a:lnTo>
                    <a:pt x="5836326" y="1194458"/>
                  </a:lnTo>
                  <a:lnTo>
                    <a:pt x="5837201" y="1194458"/>
                  </a:lnTo>
                  <a:lnTo>
                    <a:pt x="5837326" y="1194458"/>
                  </a:lnTo>
                  <a:lnTo>
                    <a:pt x="5838451" y="1194458"/>
                  </a:lnTo>
                  <a:lnTo>
                    <a:pt x="5838826" y="1194458"/>
                  </a:lnTo>
                  <a:lnTo>
                    <a:pt x="5838951" y="1194458"/>
                  </a:lnTo>
                  <a:lnTo>
                    <a:pt x="5839076" y="1194458"/>
                  </a:lnTo>
                  <a:lnTo>
                    <a:pt x="5839202" y="1194458"/>
                  </a:lnTo>
                  <a:lnTo>
                    <a:pt x="5839452" y="1194458"/>
                  </a:lnTo>
                  <a:lnTo>
                    <a:pt x="5840577" y="1194458"/>
                  </a:lnTo>
                  <a:lnTo>
                    <a:pt x="5840702" y="1194458"/>
                  </a:lnTo>
                  <a:lnTo>
                    <a:pt x="5841202" y="1194458"/>
                  </a:lnTo>
                  <a:lnTo>
                    <a:pt x="5841327" y="1194458"/>
                  </a:lnTo>
                  <a:lnTo>
                    <a:pt x="5841452" y="1194458"/>
                  </a:lnTo>
                  <a:lnTo>
                    <a:pt x="5841577" y="1194458"/>
                  </a:lnTo>
                  <a:lnTo>
                    <a:pt x="5841827" y="1194458"/>
                  </a:lnTo>
                  <a:lnTo>
                    <a:pt x="5842203" y="1194458"/>
                  </a:lnTo>
                  <a:lnTo>
                    <a:pt x="5842953" y="1194458"/>
                  </a:lnTo>
                  <a:lnTo>
                    <a:pt x="5843453" y="1194458"/>
                  </a:lnTo>
                  <a:lnTo>
                    <a:pt x="5844078" y="1194458"/>
                  </a:lnTo>
                  <a:lnTo>
                    <a:pt x="5844203" y="1194458"/>
                  </a:lnTo>
                  <a:lnTo>
                    <a:pt x="5844578" y="1194458"/>
                  </a:lnTo>
                  <a:lnTo>
                    <a:pt x="5844703" y="1194458"/>
                  </a:lnTo>
                  <a:lnTo>
                    <a:pt x="5845329" y="1194458"/>
                  </a:lnTo>
                  <a:lnTo>
                    <a:pt x="5845454" y="1194458"/>
                  </a:lnTo>
                  <a:lnTo>
                    <a:pt x="5846079" y="1194458"/>
                  </a:lnTo>
                  <a:lnTo>
                    <a:pt x="5846579" y="1194458"/>
                  </a:lnTo>
                  <a:lnTo>
                    <a:pt x="5846704" y="1194458"/>
                  </a:lnTo>
                  <a:lnTo>
                    <a:pt x="5847204" y="1194458"/>
                  </a:lnTo>
                  <a:lnTo>
                    <a:pt x="5847954" y="1194458"/>
                  </a:lnTo>
                  <a:lnTo>
                    <a:pt x="5848079" y="1194458"/>
                  </a:lnTo>
                  <a:lnTo>
                    <a:pt x="5848705" y="1194458"/>
                  </a:lnTo>
                  <a:lnTo>
                    <a:pt x="5849330" y="1194458"/>
                  </a:lnTo>
                  <a:lnTo>
                    <a:pt x="5849580" y="1194458"/>
                  </a:lnTo>
                  <a:lnTo>
                    <a:pt x="5849955" y="1194458"/>
                  </a:lnTo>
                  <a:lnTo>
                    <a:pt x="5850455" y="1194458"/>
                  </a:lnTo>
                  <a:lnTo>
                    <a:pt x="5850580" y="1194458"/>
                  </a:lnTo>
                  <a:lnTo>
                    <a:pt x="5851706" y="1194458"/>
                  </a:lnTo>
                  <a:lnTo>
                    <a:pt x="5852081" y="1194458"/>
                  </a:lnTo>
                  <a:lnTo>
                    <a:pt x="5852456" y="1194458"/>
                  </a:lnTo>
                  <a:lnTo>
                    <a:pt x="5852581" y="1194458"/>
                  </a:lnTo>
                  <a:lnTo>
                    <a:pt x="5852956" y="1194458"/>
                  </a:lnTo>
                  <a:lnTo>
                    <a:pt x="5853206" y="1194458"/>
                  </a:lnTo>
                  <a:lnTo>
                    <a:pt x="5853581" y="1194458"/>
                  </a:lnTo>
                  <a:lnTo>
                    <a:pt x="5853706" y="1194458"/>
                  </a:lnTo>
                  <a:lnTo>
                    <a:pt x="5853831" y="1194458"/>
                  </a:lnTo>
                  <a:lnTo>
                    <a:pt x="5853956" y="1194458"/>
                  </a:lnTo>
                  <a:lnTo>
                    <a:pt x="5854707" y="1194458"/>
                  </a:lnTo>
                  <a:lnTo>
                    <a:pt x="5854832" y="1194458"/>
                  </a:lnTo>
                  <a:lnTo>
                    <a:pt x="5855082" y="1194458"/>
                  </a:lnTo>
                  <a:lnTo>
                    <a:pt x="5855207" y="1194458"/>
                  </a:lnTo>
                  <a:lnTo>
                    <a:pt x="5855332" y="1194458"/>
                  </a:lnTo>
                  <a:lnTo>
                    <a:pt x="5855457" y="1194458"/>
                  </a:lnTo>
                  <a:lnTo>
                    <a:pt x="5855957" y="1194458"/>
                  </a:lnTo>
                  <a:lnTo>
                    <a:pt x="5856582" y="1194458"/>
                  </a:lnTo>
                  <a:lnTo>
                    <a:pt x="5856707" y="1194458"/>
                  </a:lnTo>
                  <a:lnTo>
                    <a:pt x="5856832" y="1194458"/>
                  </a:lnTo>
                  <a:lnTo>
                    <a:pt x="5856957" y="1194458"/>
                  </a:lnTo>
                  <a:lnTo>
                    <a:pt x="5857082" y="1194458"/>
                  </a:lnTo>
                  <a:lnTo>
                    <a:pt x="5857208" y="1194458"/>
                  </a:lnTo>
                  <a:lnTo>
                    <a:pt x="5858083" y="1194458"/>
                  </a:lnTo>
                  <a:lnTo>
                    <a:pt x="5858208" y="1194458"/>
                  </a:lnTo>
                  <a:lnTo>
                    <a:pt x="5858458" y="1194458"/>
                  </a:lnTo>
                  <a:lnTo>
                    <a:pt x="5858708" y="1194458"/>
                  </a:lnTo>
                  <a:lnTo>
                    <a:pt x="5858833" y="1194458"/>
                  </a:lnTo>
                  <a:lnTo>
                    <a:pt x="5859833" y="1194458"/>
                  </a:lnTo>
                  <a:lnTo>
                    <a:pt x="5860834" y="1194458"/>
                  </a:lnTo>
                  <a:lnTo>
                    <a:pt x="5860959" y="1194458"/>
                  </a:lnTo>
                  <a:lnTo>
                    <a:pt x="5861084" y="1194458"/>
                  </a:lnTo>
                  <a:lnTo>
                    <a:pt x="5861709" y="1194458"/>
                  </a:lnTo>
                  <a:lnTo>
                    <a:pt x="5861834" y="1194458"/>
                  </a:lnTo>
                  <a:lnTo>
                    <a:pt x="5862084" y="1194458"/>
                  </a:lnTo>
                  <a:lnTo>
                    <a:pt x="5862834" y="1194458"/>
                  </a:lnTo>
                  <a:lnTo>
                    <a:pt x="5863085" y="1194458"/>
                  </a:lnTo>
                  <a:lnTo>
                    <a:pt x="5863210" y="1194458"/>
                  </a:lnTo>
                  <a:lnTo>
                    <a:pt x="5863335" y="1194458"/>
                  </a:lnTo>
                  <a:lnTo>
                    <a:pt x="5863460" y="1194458"/>
                  </a:lnTo>
                  <a:lnTo>
                    <a:pt x="5864085" y="1194458"/>
                  </a:lnTo>
                  <a:lnTo>
                    <a:pt x="5864335" y="1194458"/>
                  </a:lnTo>
                  <a:lnTo>
                    <a:pt x="5864835" y="1194458"/>
                  </a:lnTo>
                  <a:lnTo>
                    <a:pt x="5865085" y="1194458"/>
                  </a:lnTo>
                  <a:lnTo>
                    <a:pt x="5865460" y="1194458"/>
                  </a:lnTo>
                  <a:lnTo>
                    <a:pt x="5865710" y="1194458"/>
                  </a:lnTo>
                  <a:lnTo>
                    <a:pt x="5865835" y="1194458"/>
                  </a:lnTo>
                  <a:lnTo>
                    <a:pt x="5865960" y="1194458"/>
                  </a:lnTo>
                  <a:lnTo>
                    <a:pt x="5867086" y="1194458"/>
                  </a:lnTo>
                  <a:lnTo>
                    <a:pt x="5867211" y="1194458"/>
                  </a:lnTo>
                  <a:lnTo>
                    <a:pt x="5867461" y="1194458"/>
                  </a:lnTo>
                  <a:lnTo>
                    <a:pt x="5867586" y="1194458"/>
                  </a:lnTo>
                  <a:lnTo>
                    <a:pt x="5867836" y="1194458"/>
                  </a:lnTo>
                  <a:lnTo>
                    <a:pt x="5868211" y="1194458"/>
                  </a:lnTo>
                  <a:lnTo>
                    <a:pt x="5869837" y="1194458"/>
                  </a:lnTo>
                  <a:lnTo>
                    <a:pt x="5870087" y="1194458"/>
                  </a:lnTo>
                  <a:lnTo>
                    <a:pt x="5870212" y="1194458"/>
                  </a:lnTo>
                  <a:lnTo>
                    <a:pt x="5870337" y="1194458"/>
                  </a:lnTo>
                  <a:lnTo>
                    <a:pt x="5870462" y="1194458"/>
                  </a:lnTo>
                  <a:lnTo>
                    <a:pt x="5870587" y="1194458"/>
                  </a:lnTo>
                  <a:lnTo>
                    <a:pt x="5871087" y="1194458"/>
                  </a:lnTo>
                  <a:lnTo>
                    <a:pt x="5871587" y="1194458"/>
                  </a:lnTo>
                  <a:lnTo>
                    <a:pt x="5872713" y="1194458"/>
                  </a:lnTo>
                  <a:lnTo>
                    <a:pt x="5872838" y="1194458"/>
                  </a:lnTo>
                  <a:lnTo>
                    <a:pt x="5872963" y="1194458"/>
                  </a:lnTo>
                  <a:lnTo>
                    <a:pt x="5873463" y="1194458"/>
                  </a:lnTo>
                  <a:lnTo>
                    <a:pt x="5873713" y="1194458"/>
                  </a:lnTo>
                  <a:lnTo>
                    <a:pt x="5873963" y="1194458"/>
                  </a:lnTo>
                  <a:lnTo>
                    <a:pt x="5874588" y="1194458"/>
                  </a:lnTo>
                  <a:lnTo>
                    <a:pt x="5874838" y="1194458"/>
                  </a:lnTo>
                  <a:lnTo>
                    <a:pt x="5874963" y="1194458"/>
                  </a:lnTo>
                  <a:lnTo>
                    <a:pt x="5875214" y="1194458"/>
                  </a:lnTo>
                  <a:lnTo>
                    <a:pt x="5875339" y="1194458"/>
                  </a:lnTo>
                  <a:lnTo>
                    <a:pt x="5875714" y="1194458"/>
                  </a:lnTo>
                  <a:lnTo>
                    <a:pt x="5875964" y="1194458"/>
                  </a:lnTo>
                  <a:lnTo>
                    <a:pt x="5876214" y="1194458"/>
                  </a:lnTo>
                  <a:lnTo>
                    <a:pt x="5876964" y="1194458"/>
                  </a:lnTo>
                  <a:lnTo>
                    <a:pt x="5877089" y="1194458"/>
                  </a:lnTo>
                  <a:lnTo>
                    <a:pt x="5877589" y="1194458"/>
                  </a:lnTo>
                  <a:lnTo>
                    <a:pt x="5878340" y="1194458"/>
                  </a:lnTo>
                  <a:lnTo>
                    <a:pt x="5878840" y="1194458"/>
                  </a:lnTo>
                  <a:lnTo>
                    <a:pt x="5879340" y="1194458"/>
                  </a:lnTo>
                  <a:lnTo>
                    <a:pt x="5880715" y="1194458"/>
                  </a:lnTo>
                  <a:lnTo>
                    <a:pt x="5880965" y="1194458"/>
                  </a:lnTo>
                  <a:lnTo>
                    <a:pt x="5881466" y="1194458"/>
                  </a:lnTo>
                  <a:lnTo>
                    <a:pt x="5881591" y="1194458"/>
                  </a:lnTo>
                  <a:lnTo>
                    <a:pt x="5882341" y="1194458"/>
                  </a:lnTo>
                  <a:lnTo>
                    <a:pt x="5882466" y="1194458"/>
                  </a:lnTo>
                  <a:lnTo>
                    <a:pt x="5882716" y="1194458"/>
                  </a:lnTo>
                  <a:lnTo>
                    <a:pt x="5883216" y="1194458"/>
                  </a:lnTo>
                  <a:lnTo>
                    <a:pt x="5883716" y="1194458"/>
                  </a:lnTo>
                  <a:lnTo>
                    <a:pt x="5883966" y="1194458"/>
                  </a:lnTo>
                  <a:lnTo>
                    <a:pt x="5884467" y="1194458"/>
                  </a:lnTo>
                  <a:lnTo>
                    <a:pt x="5884592" y="1194458"/>
                  </a:lnTo>
                  <a:lnTo>
                    <a:pt x="5885842" y="1194458"/>
                  </a:lnTo>
                  <a:lnTo>
                    <a:pt x="5886092" y="1194458"/>
                  </a:lnTo>
                  <a:lnTo>
                    <a:pt x="5886217" y="1194458"/>
                  </a:lnTo>
                  <a:lnTo>
                    <a:pt x="5886592" y="1194458"/>
                  </a:lnTo>
                  <a:lnTo>
                    <a:pt x="5886717" y="1194458"/>
                  </a:lnTo>
                  <a:lnTo>
                    <a:pt x="5886967" y="1194458"/>
                  </a:lnTo>
                  <a:lnTo>
                    <a:pt x="5887093" y="1194458"/>
                  </a:lnTo>
                  <a:lnTo>
                    <a:pt x="5887218" y="1194458"/>
                  </a:lnTo>
                  <a:lnTo>
                    <a:pt x="5887593" y="1194458"/>
                  </a:lnTo>
                  <a:lnTo>
                    <a:pt x="5887968" y="1194458"/>
                  </a:lnTo>
                  <a:lnTo>
                    <a:pt x="5888718" y="1194458"/>
                  </a:lnTo>
                  <a:lnTo>
                    <a:pt x="5888843" y="1194458"/>
                  </a:lnTo>
                  <a:lnTo>
                    <a:pt x="5889468" y="1194458"/>
                  </a:lnTo>
                  <a:lnTo>
                    <a:pt x="5889593" y="1194458"/>
                  </a:lnTo>
                  <a:lnTo>
                    <a:pt x="5889968" y="1194458"/>
                  </a:lnTo>
                  <a:lnTo>
                    <a:pt x="5890094" y="1194458"/>
                  </a:lnTo>
                  <a:lnTo>
                    <a:pt x="5890219" y="1194458"/>
                  </a:lnTo>
                  <a:lnTo>
                    <a:pt x="5890344" y="1194458"/>
                  </a:lnTo>
                  <a:lnTo>
                    <a:pt x="5890594" y="1194458"/>
                  </a:lnTo>
                  <a:lnTo>
                    <a:pt x="5890719" y="1194458"/>
                  </a:lnTo>
                  <a:lnTo>
                    <a:pt x="5891469" y="1194458"/>
                  </a:lnTo>
                  <a:lnTo>
                    <a:pt x="5891844" y="1194458"/>
                  </a:lnTo>
                  <a:lnTo>
                    <a:pt x="5892219" y="1194458"/>
                  </a:lnTo>
                  <a:lnTo>
                    <a:pt x="5892344" y="1194458"/>
                  </a:lnTo>
                  <a:lnTo>
                    <a:pt x="5892469" y="1194458"/>
                  </a:lnTo>
                  <a:lnTo>
                    <a:pt x="5892969" y="1194458"/>
                  </a:lnTo>
                  <a:lnTo>
                    <a:pt x="5893345" y="1194458"/>
                  </a:lnTo>
                  <a:lnTo>
                    <a:pt x="5893470" y="1194458"/>
                  </a:lnTo>
                  <a:lnTo>
                    <a:pt x="5893595" y="1194458"/>
                  </a:lnTo>
                  <a:lnTo>
                    <a:pt x="5894095" y="1194458"/>
                  </a:lnTo>
                  <a:lnTo>
                    <a:pt x="5894845" y="1194458"/>
                  </a:lnTo>
                  <a:lnTo>
                    <a:pt x="5894970" y="1194458"/>
                  </a:lnTo>
                  <a:lnTo>
                    <a:pt x="5895095" y="1194458"/>
                  </a:lnTo>
                  <a:lnTo>
                    <a:pt x="5895345" y="1194458"/>
                  </a:lnTo>
                  <a:lnTo>
                    <a:pt x="5895720" y="1194458"/>
                  </a:lnTo>
                  <a:lnTo>
                    <a:pt x="5895845" y="1194458"/>
                  </a:lnTo>
                  <a:lnTo>
                    <a:pt x="5896471" y="1184504"/>
                  </a:lnTo>
                  <a:lnTo>
                    <a:pt x="5896721" y="1184504"/>
                  </a:lnTo>
                  <a:lnTo>
                    <a:pt x="5896846" y="1184504"/>
                  </a:lnTo>
                  <a:lnTo>
                    <a:pt x="5896971" y="1184504"/>
                  </a:lnTo>
                  <a:lnTo>
                    <a:pt x="5897596" y="1184504"/>
                  </a:lnTo>
                  <a:lnTo>
                    <a:pt x="5898346" y="1184504"/>
                  </a:lnTo>
                  <a:lnTo>
                    <a:pt x="5898471" y="1184504"/>
                  </a:lnTo>
                  <a:lnTo>
                    <a:pt x="5899347" y="1184504"/>
                  </a:lnTo>
                  <a:lnTo>
                    <a:pt x="5899597" y="1184504"/>
                  </a:lnTo>
                  <a:lnTo>
                    <a:pt x="5900097" y="1184504"/>
                  </a:lnTo>
                  <a:lnTo>
                    <a:pt x="5900722" y="1184504"/>
                  </a:lnTo>
                  <a:lnTo>
                    <a:pt x="5900847" y="1184504"/>
                  </a:lnTo>
                  <a:lnTo>
                    <a:pt x="5900972" y="1184504"/>
                  </a:lnTo>
                  <a:lnTo>
                    <a:pt x="5901222" y="1184504"/>
                  </a:lnTo>
                  <a:lnTo>
                    <a:pt x="5901722" y="1184504"/>
                  </a:lnTo>
                  <a:lnTo>
                    <a:pt x="5901847" y="1184504"/>
                  </a:lnTo>
                  <a:lnTo>
                    <a:pt x="5901973" y="1184504"/>
                  </a:lnTo>
                  <a:lnTo>
                    <a:pt x="5902098" y="1184504"/>
                  </a:lnTo>
                  <a:lnTo>
                    <a:pt x="5902473" y="1184504"/>
                  </a:lnTo>
                  <a:lnTo>
                    <a:pt x="5903098" y="1184504"/>
                  </a:lnTo>
                  <a:lnTo>
                    <a:pt x="5903223" y="1184504"/>
                  </a:lnTo>
                  <a:lnTo>
                    <a:pt x="5903473" y="1184504"/>
                  </a:lnTo>
                  <a:lnTo>
                    <a:pt x="5903723" y="1184504"/>
                  </a:lnTo>
                  <a:lnTo>
                    <a:pt x="5903848" y="1184504"/>
                  </a:lnTo>
                  <a:lnTo>
                    <a:pt x="5904723" y="1184504"/>
                  </a:lnTo>
                  <a:lnTo>
                    <a:pt x="5904848" y="1184504"/>
                  </a:lnTo>
                  <a:lnTo>
                    <a:pt x="5905099" y="1184504"/>
                  </a:lnTo>
                  <a:lnTo>
                    <a:pt x="5905849" y="1184504"/>
                  </a:lnTo>
                  <a:lnTo>
                    <a:pt x="5906099" y="1184504"/>
                  </a:lnTo>
                  <a:lnTo>
                    <a:pt x="5906349" y="1184504"/>
                  </a:lnTo>
                  <a:lnTo>
                    <a:pt x="5906724" y="1184504"/>
                  </a:lnTo>
                  <a:lnTo>
                    <a:pt x="5907474" y="1184504"/>
                  </a:lnTo>
                  <a:lnTo>
                    <a:pt x="5907599" y="1184504"/>
                  </a:lnTo>
                  <a:lnTo>
                    <a:pt x="5908100" y="1184504"/>
                  </a:lnTo>
                  <a:lnTo>
                    <a:pt x="5908225" y="1184504"/>
                  </a:lnTo>
                  <a:lnTo>
                    <a:pt x="5908350" y="1184504"/>
                  </a:lnTo>
                  <a:lnTo>
                    <a:pt x="5908600" y="1184504"/>
                  </a:lnTo>
                  <a:lnTo>
                    <a:pt x="5908725" y="1184504"/>
                  </a:lnTo>
                  <a:lnTo>
                    <a:pt x="5909350" y="1184504"/>
                  </a:lnTo>
                  <a:lnTo>
                    <a:pt x="5909850" y="1184504"/>
                  </a:lnTo>
                  <a:lnTo>
                    <a:pt x="5910100" y="1184504"/>
                  </a:lnTo>
                  <a:lnTo>
                    <a:pt x="5910225" y="1174551"/>
                  </a:lnTo>
                  <a:lnTo>
                    <a:pt x="5910475" y="1174551"/>
                  </a:lnTo>
                  <a:lnTo>
                    <a:pt x="5911226" y="1174551"/>
                  </a:lnTo>
                  <a:lnTo>
                    <a:pt x="5911351" y="1174551"/>
                  </a:lnTo>
                  <a:lnTo>
                    <a:pt x="5911601" y="1174551"/>
                  </a:lnTo>
                  <a:lnTo>
                    <a:pt x="5911726" y="1174551"/>
                  </a:lnTo>
                  <a:lnTo>
                    <a:pt x="5911851" y="1174551"/>
                  </a:lnTo>
                  <a:lnTo>
                    <a:pt x="5912351" y="1174551"/>
                  </a:lnTo>
                  <a:lnTo>
                    <a:pt x="5912601" y="1174551"/>
                  </a:lnTo>
                  <a:lnTo>
                    <a:pt x="5912726" y="1174551"/>
                  </a:lnTo>
                  <a:lnTo>
                    <a:pt x="5913601" y="1174551"/>
                  </a:lnTo>
                  <a:lnTo>
                    <a:pt x="5913726" y="1174551"/>
                  </a:lnTo>
                  <a:lnTo>
                    <a:pt x="5914102" y="1174551"/>
                  </a:lnTo>
                  <a:lnTo>
                    <a:pt x="5914602" y="1174551"/>
                  </a:lnTo>
                  <a:lnTo>
                    <a:pt x="5915102" y="1174551"/>
                  </a:lnTo>
                  <a:lnTo>
                    <a:pt x="5915352" y="1174551"/>
                  </a:lnTo>
                  <a:lnTo>
                    <a:pt x="5915852" y="1174551"/>
                  </a:lnTo>
                  <a:lnTo>
                    <a:pt x="5915977" y="1174551"/>
                  </a:lnTo>
                  <a:lnTo>
                    <a:pt x="5916727" y="1174551"/>
                  </a:lnTo>
                  <a:lnTo>
                    <a:pt x="5918103" y="1174551"/>
                  </a:lnTo>
                  <a:lnTo>
                    <a:pt x="5918228" y="1174551"/>
                  </a:lnTo>
                  <a:lnTo>
                    <a:pt x="5918353" y="1174551"/>
                  </a:lnTo>
                  <a:lnTo>
                    <a:pt x="5918478" y="1174551"/>
                  </a:lnTo>
                  <a:lnTo>
                    <a:pt x="5918853" y="1174551"/>
                  </a:lnTo>
                  <a:lnTo>
                    <a:pt x="5919228" y="1174551"/>
                  </a:lnTo>
                  <a:lnTo>
                    <a:pt x="5919353" y="1174551"/>
                  </a:lnTo>
                  <a:lnTo>
                    <a:pt x="5919478" y="1174551"/>
                  </a:lnTo>
                  <a:lnTo>
                    <a:pt x="5919603" y="1174551"/>
                  </a:lnTo>
                  <a:lnTo>
                    <a:pt x="5919979" y="1174551"/>
                  </a:lnTo>
                  <a:lnTo>
                    <a:pt x="5920604" y="1174551"/>
                  </a:lnTo>
                  <a:lnTo>
                    <a:pt x="5920854" y="1174551"/>
                  </a:lnTo>
                  <a:lnTo>
                    <a:pt x="5921104" y="1174551"/>
                  </a:lnTo>
                  <a:lnTo>
                    <a:pt x="5922104" y="1174551"/>
                  </a:lnTo>
                  <a:lnTo>
                    <a:pt x="5922229" y="1174551"/>
                  </a:lnTo>
                  <a:lnTo>
                    <a:pt x="5922604" y="1174551"/>
                  </a:lnTo>
                  <a:lnTo>
                    <a:pt x="5922729" y="1174551"/>
                  </a:lnTo>
                  <a:lnTo>
                    <a:pt x="5923230" y="1174551"/>
                  </a:lnTo>
                  <a:lnTo>
                    <a:pt x="5923355" y="1174551"/>
                  </a:lnTo>
                  <a:lnTo>
                    <a:pt x="5923730" y="1174551"/>
                  </a:lnTo>
                  <a:lnTo>
                    <a:pt x="5924105" y="1174551"/>
                  </a:lnTo>
                  <a:lnTo>
                    <a:pt x="5925230" y="1174551"/>
                  </a:lnTo>
                  <a:lnTo>
                    <a:pt x="5925480" y="1174551"/>
                  </a:lnTo>
                  <a:lnTo>
                    <a:pt x="5925730" y="1174551"/>
                  </a:lnTo>
                  <a:lnTo>
                    <a:pt x="5925730" y="1164597"/>
                  </a:lnTo>
                  <a:lnTo>
                    <a:pt x="5926356" y="1164597"/>
                  </a:lnTo>
                  <a:lnTo>
                    <a:pt x="5926481" y="1164597"/>
                  </a:lnTo>
                  <a:lnTo>
                    <a:pt x="5926731" y="1164597"/>
                  </a:lnTo>
                  <a:lnTo>
                    <a:pt x="5927106" y="1164597"/>
                  </a:lnTo>
                  <a:lnTo>
                    <a:pt x="5927481" y="1164597"/>
                  </a:lnTo>
                  <a:lnTo>
                    <a:pt x="5928106" y="1164597"/>
                  </a:lnTo>
                  <a:lnTo>
                    <a:pt x="5928356" y="1164597"/>
                  </a:lnTo>
                  <a:lnTo>
                    <a:pt x="5928606" y="1164597"/>
                  </a:lnTo>
                  <a:lnTo>
                    <a:pt x="5929107" y="1164597"/>
                  </a:lnTo>
                  <a:lnTo>
                    <a:pt x="5929482" y="1164597"/>
                  </a:lnTo>
                  <a:lnTo>
                    <a:pt x="5930607" y="1164597"/>
                  </a:lnTo>
                  <a:lnTo>
                    <a:pt x="5930732" y="1164597"/>
                  </a:lnTo>
                  <a:lnTo>
                    <a:pt x="5931107" y="1164597"/>
                  </a:lnTo>
                  <a:lnTo>
                    <a:pt x="5931607" y="1164597"/>
                  </a:lnTo>
                  <a:lnTo>
                    <a:pt x="5932108" y="1164597"/>
                  </a:lnTo>
                  <a:lnTo>
                    <a:pt x="5932358" y="1164597"/>
                  </a:lnTo>
                  <a:lnTo>
                    <a:pt x="5932858" y="1164597"/>
                  </a:lnTo>
                  <a:lnTo>
                    <a:pt x="5934233" y="1164597"/>
                  </a:lnTo>
                  <a:lnTo>
                    <a:pt x="5934608" y="1164597"/>
                  </a:lnTo>
                  <a:lnTo>
                    <a:pt x="5934858" y="1164597"/>
                  </a:lnTo>
                  <a:lnTo>
                    <a:pt x="5934984" y="1164597"/>
                  </a:lnTo>
                  <a:lnTo>
                    <a:pt x="5935234" y="1164597"/>
                  </a:lnTo>
                  <a:lnTo>
                    <a:pt x="5935359" y="1164597"/>
                  </a:lnTo>
                  <a:lnTo>
                    <a:pt x="5936484" y="1164597"/>
                  </a:lnTo>
                  <a:lnTo>
                    <a:pt x="5936984" y="1164597"/>
                  </a:lnTo>
                  <a:lnTo>
                    <a:pt x="5937734" y="1164597"/>
                  </a:lnTo>
                  <a:lnTo>
                    <a:pt x="5937860" y="1164597"/>
                  </a:lnTo>
                  <a:lnTo>
                    <a:pt x="5938610" y="1164597"/>
                  </a:lnTo>
                  <a:lnTo>
                    <a:pt x="5938985" y="1164597"/>
                  </a:lnTo>
                  <a:lnTo>
                    <a:pt x="5939485" y="1164597"/>
                  </a:lnTo>
                  <a:lnTo>
                    <a:pt x="5939610" y="1164597"/>
                  </a:lnTo>
                  <a:lnTo>
                    <a:pt x="5940110" y="1164597"/>
                  </a:lnTo>
                  <a:lnTo>
                    <a:pt x="5940485" y="1164597"/>
                  </a:lnTo>
                  <a:lnTo>
                    <a:pt x="5940735" y="1154643"/>
                  </a:lnTo>
                  <a:lnTo>
                    <a:pt x="5941736" y="1154643"/>
                  </a:lnTo>
                  <a:lnTo>
                    <a:pt x="5941861" y="1154643"/>
                  </a:lnTo>
                  <a:lnTo>
                    <a:pt x="5942111" y="1154643"/>
                  </a:lnTo>
                  <a:lnTo>
                    <a:pt x="5942861" y="1154643"/>
                  </a:lnTo>
                  <a:lnTo>
                    <a:pt x="5943361" y="1154643"/>
                  </a:lnTo>
                  <a:lnTo>
                    <a:pt x="5943486" y="1154643"/>
                  </a:lnTo>
                  <a:lnTo>
                    <a:pt x="5943611" y="1154643"/>
                  </a:lnTo>
                  <a:lnTo>
                    <a:pt x="5943987" y="1154643"/>
                  </a:lnTo>
                  <a:lnTo>
                    <a:pt x="5944487" y="1154643"/>
                  </a:lnTo>
                  <a:lnTo>
                    <a:pt x="5944612" y="1154643"/>
                  </a:lnTo>
                  <a:lnTo>
                    <a:pt x="5944862" y="1154643"/>
                  </a:lnTo>
                  <a:lnTo>
                    <a:pt x="5944987" y="1154643"/>
                  </a:lnTo>
                  <a:lnTo>
                    <a:pt x="5945112" y="1154643"/>
                  </a:lnTo>
                  <a:lnTo>
                    <a:pt x="5945362" y="1154643"/>
                  </a:lnTo>
                  <a:lnTo>
                    <a:pt x="5945487" y="1154643"/>
                  </a:lnTo>
                  <a:lnTo>
                    <a:pt x="5945737" y="1154643"/>
                  </a:lnTo>
                  <a:lnTo>
                    <a:pt x="5945862" y="1154643"/>
                  </a:lnTo>
                  <a:lnTo>
                    <a:pt x="5947113" y="1154643"/>
                  </a:lnTo>
                  <a:lnTo>
                    <a:pt x="5947738" y="1154643"/>
                  </a:lnTo>
                  <a:lnTo>
                    <a:pt x="5947863" y="1154643"/>
                  </a:lnTo>
                  <a:lnTo>
                    <a:pt x="5947988" y="1154643"/>
                  </a:lnTo>
                  <a:lnTo>
                    <a:pt x="5947988" y="1144689"/>
                  </a:lnTo>
                  <a:lnTo>
                    <a:pt x="5948113" y="1144689"/>
                  </a:lnTo>
                  <a:lnTo>
                    <a:pt x="5948238" y="1144689"/>
                  </a:lnTo>
                  <a:lnTo>
                    <a:pt x="5949864" y="1144689"/>
                  </a:lnTo>
                  <a:lnTo>
                    <a:pt x="5950239" y="1144689"/>
                  </a:lnTo>
                  <a:lnTo>
                    <a:pt x="5950364" y="1144689"/>
                  </a:lnTo>
                  <a:lnTo>
                    <a:pt x="5950864" y="1144689"/>
                  </a:lnTo>
                  <a:lnTo>
                    <a:pt x="5950989" y="1144689"/>
                  </a:lnTo>
                  <a:lnTo>
                    <a:pt x="5951239" y="1144689"/>
                  </a:lnTo>
                  <a:lnTo>
                    <a:pt x="5951364" y="1144689"/>
                  </a:lnTo>
                  <a:lnTo>
                    <a:pt x="5951489" y="1144689"/>
                  </a:lnTo>
                  <a:lnTo>
                    <a:pt x="5951614" y="1144689"/>
                  </a:lnTo>
                  <a:lnTo>
                    <a:pt x="5952239" y="1144689"/>
                  </a:lnTo>
                  <a:lnTo>
                    <a:pt x="5952739" y="1144689"/>
                  </a:lnTo>
                  <a:lnTo>
                    <a:pt x="5952990" y="1144689"/>
                  </a:lnTo>
                  <a:lnTo>
                    <a:pt x="5953490" y="1144689"/>
                  </a:lnTo>
                  <a:lnTo>
                    <a:pt x="5954240" y="1144689"/>
                  </a:lnTo>
                  <a:lnTo>
                    <a:pt x="5954490" y="1144689"/>
                  </a:lnTo>
                  <a:lnTo>
                    <a:pt x="5955365" y="1144689"/>
                  </a:lnTo>
                  <a:lnTo>
                    <a:pt x="5955615" y="1144689"/>
                  </a:lnTo>
                  <a:lnTo>
                    <a:pt x="5955991" y="1144689"/>
                  </a:lnTo>
                  <a:lnTo>
                    <a:pt x="5956116" y="1144689"/>
                  </a:lnTo>
                  <a:lnTo>
                    <a:pt x="5956741" y="1144689"/>
                  </a:lnTo>
                  <a:lnTo>
                    <a:pt x="5956866" y="1144689"/>
                  </a:lnTo>
                  <a:lnTo>
                    <a:pt x="5957116" y="1144689"/>
                  </a:lnTo>
                  <a:lnTo>
                    <a:pt x="5957241" y="1144689"/>
                  </a:lnTo>
                  <a:lnTo>
                    <a:pt x="5958116" y="1144689"/>
                  </a:lnTo>
                  <a:lnTo>
                    <a:pt x="5958241" y="1144689"/>
                  </a:lnTo>
                  <a:lnTo>
                    <a:pt x="5958366" y="1144689"/>
                  </a:lnTo>
                  <a:lnTo>
                    <a:pt x="5958741" y="1144689"/>
                  </a:lnTo>
                  <a:lnTo>
                    <a:pt x="5958992" y="1144689"/>
                  </a:lnTo>
                  <a:lnTo>
                    <a:pt x="5959367" y="1144689"/>
                  </a:lnTo>
                  <a:lnTo>
                    <a:pt x="5959992" y="1144689"/>
                  </a:lnTo>
                  <a:lnTo>
                    <a:pt x="5960117" y="1144689"/>
                  </a:lnTo>
                  <a:lnTo>
                    <a:pt x="5960367" y="1144689"/>
                  </a:lnTo>
                  <a:lnTo>
                    <a:pt x="5960617" y="1144689"/>
                  </a:lnTo>
                  <a:lnTo>
                    <a:pt x="5961117" y="1144689"/>
                  </a:lnTo>
                  <a:lnTo>
                    <a:pt x="5961242" y="1144689"/>
                  </a:lnTo>
                  <a:lnTo>
                    <a:pt x="5961367" y="1144689"/>
                  </a:lnTo>
                  <a:lnTo>
                    <a:pt x="5962493" y="1144689"/>
                  </a:lnTo>
                  <a:lnTo>
                    <a:pt x="5962993" y="1144689"/>
                  </a:lnTo>
                  <a:lnTo>
                    <a:pt x="5963493" y="1144689"/>
                  </a:lnTo>
                  <a:lnTo>
                    <a:pt x="5963618" y="1144689"/>
                  </a:lnTo>
                  <a:lnTo>
                    <a:pt x="5963868" y="1144689"/>
                  </a:lnTo>
                  <a:lnTo>
                    <a:pt x="5963993" y="1144689"/>
                  </a:lnTo>
                  <a:lnTo>
                    <a:pt x="5964118" y="1144689"/>
                  </a:lnTo>
                  <a:lnTo>
                    <a:pt x="5964493" y="1144689"/>
                  </a:lnTo>
                  <a:lnTo>
                    <a:pt x="5964743" y="1144689"/>
                  </a:lnTo>
                  <a:lnTo>
                    <a:pt x="5965369" y="1144689"/>
                  </a:lnTo>
                  <a:lnTo>
                    <a:pt x="5965494" y="1144689"/>
                  </a:lnTo>
                  <a:lnTo>
                    <a:pt x="5965619" y="1144689"/>
                  </a:lnTo>
                  <a:lnTo>
                    <a:pt x="5966619" y="1144689"/>
                  </a:lnTo>
                  <a:lnTo>
                    <a:pt x="5966744" y="1144689"/>
                  </a:lnTo>
                  <a:lnTo>
                    <a:pt x="5967494" y="1144689"/>
                  </a:lnTo>
                  <a:lnTo>
                    <a:pt x="5967619" y="1144689"/>
                  </a:lnTo>
                  <a:lnTo>
                    <a:pt x="5967744" y="1144689"/>
                  </a:lnTo>
                  <a:lnTo>
                    <a:pt x="5967870" y="1144689"/>
                  </a:lnTo>
                  <a:lnTo>
                    <a:pt x="5968245" y="1144689"/>
                  </a:lnTo>
                  <a:lnTo>
                    <a:pt x="5968495" y="1144689"/>
                  </a:lnTo>
                  <a:lnTo>
                    <a:pt x="5968995" y="1144689"/>
                  </a:lnTo>
                  <a:lnTo>
                    <a:pt x="5970245" y="1134735"/>
                  </a:lnTo>
                  <a:lnTo>
                    <a:pt x="5970620" y="1134735"/>
                  </a:lnTo>
                  <a:lnTo>
                    <a:pt x="5970871" y="1134735"/>
                  </a:lnTo>
                  <a:lnTo>
                    <a:pt x="5971496" y="1134735"/>
                  </a:lnTo>
                  <a:lnTo>
                    <a:pt x="5971621" y="1134735"/>
                  </a:lnTo>
                  <a:lnTo>
                    <a:pt x="5971871" y="1134735"/>
                  </a:lnTo>
                  <a:lnTo>
                    <a:pt x="5971996" y="1134735"/>
                  </a:lnTo>
                  <a:lnTo>
                    <a:pt x="5972371" y="1134735"/>
                  </a:lnTo>
                  <a:lnTo>
                    <a:pt x="5972496" y="1134735"/>
                  </a:lnTo>
                  <a:lnTo>
                    <a:pt x="5972621" y="1134735"/>
                  </a:lnTo>
                  <a:lnTo>
                    <a:pt x="5972871" y="1134735"/>
                  </a:lnTo>
                  <a:lnTo>
                    <a:pt x="5972996" y="1134735"/>
                  </a:lnTo>
                  <a:lnTo>
                    <a:pt x="5973121" y="1134735"/>
                  </a:lnTo>
                  <a:lnTo>
                    <a:pt x="5973246" y="1134735"/>
                  </a:lnTo>
                  <a:lnTo>
                    <a:pt x="5974122" y="1134735"/>
                  </a:lnTo>
                  <a:lnTo>
                    <a:pt x="5974247" y="1134735"/>
                  </a:lnTo>
                  <a:lnTo>
                    <a:pt x="5974372" y="1134735"/>
                  </a:lnTo>
                  <a:lnTo>
                    <a:pt x="5974622" y="1134735"/>
                  </a:lnTo>
                  <a:lnTo>
                    <a:pt x="5974872" y="1134735"/>
                  </a:lnTo>
                  <a:lnTo>
                    <a:pt x="5975122" y="1134735"/>
                  </a:lnTo>
                  <a:lnTo>
                    <a:pt x="5975747" y="1134735"/>
                  </a:lnTo>
                  <a:lnTo>
                    <a:pt x="5976622" y="1134735"/>
                  </a:lnTo>
                  <a:lnTo>
                    <a:pt x="5976873" y="1134735"/>
                  </a:lnTo>
                  <a:lnTo>
                    <a:pt x="5976998" y="1134735"/>
                  </a:lnTo>
                  <a:lnTo>
                    <a:pt x="5978123" y="1134735"/>
                  </a:lnTo>
                  <a:lnTo>
                    <a:pt x="5978498" y="1134735"/>
                  </a:lnTo>
                  <a:lnTo>
                    <a:pt x="5978623" y="1134735"/>
                  </a:lnTo>
                  <a:lnTo>
                    <a:pt x="5978748" y="1134735"/>
                  </a:lnTo>
                  <a:lnTo>
                    <a:pt x="5978873" y="1134735"/>
                  </a:lnTo>
                  <a:lnTo>
                    <a:pt x="5978998" y="1134735"/>
                  </a:lnTo>
                  <a:lnTo>
                    <a:pt x="5979123" y="1134735"/>
                  </a:lnTo>
                  <a:lnTo>
                    <a:pt x="5980874" y="1134735"/>
                  </a:lnTo>
                  <a:lnTo>
                    <a:pt x="5980999" y="1134735"/>
                  </a:lnTo>
                  <a:lnTo>
                    <a:pt x="5981499" y="1134735"/>
                  </a:lnTo>
                  <a:lnTo>
                    <a:pt x="5981749" y="1134735"/>
                  </a:lnTo>
                  <a:lnTo>
                    <a:pt x="5981874" y="1134735"/>
                  </a:lnTo>
                  <a:lnTo>
                    <a:pt x="5982374" y="1134735"/>
                  </a:lnTo>
                  <a:lnTo>
                    <a:pt x="5982499" y="1134735"/>
                  </a:lnTo>
                  <a:lnTo>
                    <a:pt x="5982624" y="1134735"/>
                  </a:lnTo>
                  <a:lnTo>
                    <a:pt x="5982875" y="1134735"/>
                  </a:lnTo>
                  <a:lnTo>
                    <a:pt x="5983000" y="1134735"/>
                  </a:lnTo>
                  <a:lnTo>
                    <a:pt x="5983375" y="1134735"/>
                  </a:lnTo>
                  <a:lnTo>
                    <a:pt x="5983625" y="1134735"/>
                  </a:lnTo>
                  <a:lnTo>
                    <a:pt x="5983750" y="1134735"/>
                  </a:lnTo>
                  <a:lnTo>
                    <a:pt x="5984125" y="1134735"/>
                  </a:lnTo>
                  <a:lnTo>
                    <a:pt x="5984375" y="1134735"/>
                  </a:lnTo>
                  <a:lnTo>
                    <a:pt x="5984500" y="1134735"/>
                  </a:lnTo>
                  <a:lnTo>
                    <a:pt x="5985125" y="1134735"/>
                  </a:lnTo>
                  <a:lnTo>
                    <a:pt x="5985250" y="1134735"/>
                  </a:lnTo>
                  <a:lnTo>
                    <a:pt x="5985625" y="1134735"/>
                  </a:lnTo>
                  <a:lnTo>
                    <a:pt x="5985876" y="1134735"/>
                  </a:lnTo>
                  <a:lnTo>
                    <a:pt x="5986126" y="1134735"/>
                  </a:lnTo>
                  <a:lnTo>
                    <a:pt x="5986251" y="1134735"/>
                  </a:lnTo>
                  <a:lnTo>
                    <a:pt x="5986751" y="1134735"/>
                  </a:lnTo>
                  <a:lnTo>
                    <a:pt x="5987001" y="1134735"/>
                  </a:lnTo>
                  <a:lnTo>
                    <a:pt x="5987626" y="1134735"/>
                  </a:lnTo>
                  <a:lnTo>
                    <a:pt x="5987751" y="1134735"/>
                  </a:lnTo>
                  <a:lnTo>
                    <a:pt x="5988251" y="1134735"/>
                  </a:lnTo>
                  <a:lnTo>
                    <a:pt x="5988501" y="1134735"/>
                  </a:lnTo>
                  <a:lnTo>
                    <a:pt x="5989627" y="1134735"/>
                  </a:lnTo>
                  <a:lnTo>
                    <a:pt x="5990252" y="1134735"/>
                  </a:lnTo>
                  <a:lnTo>
                    <a:pt x="5990377" y="1134735"/>
                  </a:lnTo>
                  <a:lnTo>
                    <a:pt x="5990502" y="1134735"/>
                  </a:lnTo>
                  <a:lnTo>
                    <a:pt x="5990627" y="1134735"/>
                  </a:lnTo>
                  <a:lnTo>
                    <a:pt x="5990752" y="1134735"/>
                  </a:lnTo>
                  <a:lnTo>
                    <a:pt x="5990877" y="1134735"/>
                  </a:lnTo>
                  <a:lnTo>
                    <a:pt x="5991002" y="1134735"/>
                  </a:lnTo>
                  <a:lnTo>
                    <a:pt x="5991377" y="1134735"/>
                  </a:lnTo>
                  <a:lnTo>
                    <a:pt x="5991502" y="1134735"/>
                  </a:lnTo>
                  <a:lnTo>
                    <a:pt x="5992003" y="1134735"/>
                  </a:lnTo>
                  <a:lnTo>
                    <a:pt x="5992128" y="1134735"/>
                  </a:lnTo>
                  <a:lnTo>
                    <a:pt x="5992253" y="1134735"/>
                  </a:lnTo>
                  <a:lnTo>
                    <a:pt x="5992503" y="1134735"/>
                  </a:lnTo>
                  <a:lnTo>
                    <a:pt x="5992628" y="1134735"/>
                  </a:lnTo>
                  <a:lnTo>
                    <a:pt x="5992753" y="1134735"/>
                  </a:lnTo>
                  <a:lnTo>
                    <a:pt x="5992878" y="1134735"/>
                  </a:lnTo>
                  <a:lnTo>
                    <a:pt x="5994879" y="1134735"/>
                  </a:lnTo>
                  <a:lnTo>
                    <a:pt x="5995004" y="1134735"/>
                  </a:lnTo>
                  <a:lnTo>
                    <a:pt x="5995879" y="1134735"/>
                  </a:lnTo>
                  <a:lnTo>
                    <a:pt x="5996004" y="1134735"/>
                  </a:lnTo>
                  <a:lnTo>
                    <a:pt x="5996129" y="1134735"/>
                  </a:lnTo>
                  <a:lnTo>
                    <a:pt x="5997004" y="1134735"/>
                  </a:lnTo>
                  <a:lnTo>
                    <a:pt x="5997129" y="1134735"/>
                  </a:lnTo>
                  <a:lnTo>
                    <a:pt x="5997254" y="1134735"/>
                  </a:lnTo>
                  <a:lnTo>
                    <a:pt x="5997379" y="1134735"/>
                  </a:lnTo>
                  <a:lnTo>
                    <a:pt x="5998380" y="1134735"/>
                  </a:lnTo>
                  <a:lnTo>
                    <a:pt x="5998505" y="1134735"/>
                  </a:lnTo>
                  <a:lnTo>
                    <a:pt x="5998630" y="1134735"/>
                  </a:lnTo>
                  <a:lnTo>
                    <a:pt x="5998880" y="1134735"/>
                  </a:lnTo>
                  <a:lnTo>
                    <a:pt x="5999255" y="1134735"/>
                  </a:lnTo>
                  <a:lnTo>
                    <a:pt x="5999630" y="1134735"/>
                  </a:lnTo>
                  <a:lnTo>
                    <a:pt x="5999755" y="1134735"/>
                  </a:lnTo>
                  <a:lnTo>
                    <a:pt x="5999880" y="1134735"/>
                  </a:lnTo>
                  <a:lnTo>
                    <a:pt x="6000005" y="1134735"/>
                  </a:lnTo>
                  <a:lnTo>
                    <a:pt x="6000130" y="1134735"/>
                  </a:lnTo>
                  <a:lnTo>
                    <a:pt x="6000380" y="1134735"/>
                  </a:lnTo>
                  <a:lnTo>
                    <a:pt x="6000630" y="1134735"/>
                  </a:lnTo>
                  <a:lnTo>
                    <a:pt x="6001256" y="1134735"/>
                  </a:lnTo>
                  <a:lnTo>
                    <a:pt x="6002006" y="1124781"/>
                  </a:lnTo>
                  <a:lnTo>
                    <a:pt x="6002256" y="1124781"/>
                  </a:lnTo>
                  <a:lnTo>
                    <a:pt x="6002631" y="1124781"/>
                  </a:lnTo>
                  <a:lnTo>
                    <a:pt x="6002881" y="1124781"/>
                  </a:lnTo>
                  <a:lnTo>
                    <a:pt x="6003506" y="1124781"/>
                  </a:lnTo>
                  <a:lnTo>
                    <a:pt x="6004007" y="1124781"/>
                  </a:lnTo>
                  <a:lnTo>
                    <a:pt x="6004132" y="1124781"/>
                  </a:lnTo>
                  <a:lnTo>
                    <a:pt x="6004257" y="1124781"/>
                  </a:lnTo>
                  <a:lnTo>
                    <a:pt x="6004507" y="1124781"/>
                  </a:lnTo>
                  <a:lnTo>
                    <a:pt x="6004632" y="1124781"/>
                  </a:lnTo>
                  <a:lnTo>
                    <a:pt x="6004757" y="1124781"/>
                  </a:lnTo>
                  <a:lnTo>
                    <a:pt x="6004882" y="1124781"/>
                  </a:lnTo>
                  <a:lnTo>
                    <a:pt x="6005382" y="1124781"/>
                  </a:lnTo>
                  <a:lnTo>
                    <a:pt x="6005882" y="1124781"/>
                  </a:lnTo>
                  <a:lnTo>
                    <a:pt x="6006257" y="1124781"/>
                  </a:lnTo>
                  <a:lnTo>
                    <a:pt x="6006632" y="1124781"/>
                  </a:lnTo>
                  <a:lnTo>
                    <a:pt x="6007133" y="1124781"/>
                  </a:lnTo>
                  <a:lnTo>
                    <a:pt x="6007383" y="1124781"/>
                  </a:lnTo>
                  <a:lnTo>
                    <a:pt x="6007758" y="1124781"/>
                  </a:lnTo>
                  <a:lnTo>
                    <a:pt x="6007883" y="1124781"/>
                  </a:lnTo>
                  <a:lnTo>
                    <a:pt x="6008508" y="1124781"/>
                  </a:lnTo>
                  <a:lnTo>
                    <a:pt x="6009133" y="1124781"/>
                  </a:lnTo>
                  <a:lnTo>
                    <a:pt x="6009258" y="1124781"/>
                  </a:lnTo>
                  <a:lnTo>
                    <a:pt x="6009508" y="1124781"/>
                  </a:lnTo>
                  <a:lnTo>
                    <a:pt x="6009759" y="1124781"/>
                  </a:lnTo>
                  <a:lnTo>
                    <a:pt x="6009884" y="1124781"/>
                  </a:lnTo>
                  <a:lnTo>
                    <a:pt x="6011509" y="1124781"/>
                  </a:lnTo>
                  <a:lnTo>
                    <a:pt x="6012259" y="1114828"/>
                  </a:lnTo>
                  <a:lnTo>
                    <a:pt x="6012384" y="1114828"/>
                  </a:lnTo>
                  <a:lnTo>
                    <a:pt x="6012509" y="1114828"/>
                  </a:lnTo>
                  <a:lnTo>
                    <a:pt x="6013010" y="1114828"/>
                  </a:lnTo>
                  <a:lnTo>
                    <a:pt x="6013635" y="1114828"/>
                  </a:lnTo>
                  <a:lnTo>
                    <a:pt x="6013760" y="1114828"/>
                  </a:lnTo>
                  <a:lnTo>
                    <a:pt x="6014260" y="1114828"/>
                  </a:lnTo>
                  <a:lnTo>
                    <a:pt x="6014385" y="1114828"/>
                  </a:lnTo>
                  <a:lnTo>
                    <a:pt x="6014510" y="1114828"/>
                  </a:lnTo>
                  <a:lnTo>
                    <a:pt x="6014885" y="1114828"/>
                  </a:lnTo>
                  <a:lnTo>
                    <a:pt x="6016261" y="1104874"/>
                  </a:lnTo>
                  <a:lnTo>
                    <a:pt x="6016386" y="1104874"/>
                  </a:lnTo>
                  <a:lnTo>
                    <a:pt x="6016511" y="1104874"/>
                  </a:lnTo>
                  <a:lnTo>
                    <a:pt x="6016761" y="1104874"/>
                  </a:lnTo>
                  <a:lnTo>
                    <a:pt x="6016886" y="1104874"/>
                  </a:lnTo>
                  <a:lnTo>
                    <a:pt x="6017011" y="1104874"/>
                  </a:lnTo>
                  <a:lnTo>
                    <a:pt x="6017261" y="1104874"/>
                  </a:lnTo>
                  <a:lnTo>
                    <a:pt x="6017636" y="1104874"/>
                  </a:lnTo>
                  <a:lnTo>
                    <a:pt x="6018386" y="1104874"/>
                  </a:lnTo>
                  <a:lnTo>
                    <a:pt x="6018511" y="1104874"/>
                  </a:lnTo>
                  <a:lnTo>
                    <a:pt x="6019762" y="1104874"/>
                  </a:lnTo>
                  <a:lnTo>
                    <a:pt x="6019887" y="1104874"/>
                  </a:lnTo>
                  <a:lnTo>
                    <a:pt x="6020137" y="1104874"/>
                  </a:lnTo>
                  <a:lnTo>
                    <a:pt x="6020512" y="1104874"/>
                  </a:lnTo>
                  <a:lnTo>
                    <a:pt x="6021137" y="1104874"/>
                  </a:lnTo>
                  <a:lnTo>
                    <a:pt x="6022263" y="1104874"/>
                  </a:lnTo>
                  <a:lnTo>
                    <a:pt x="6022388" y="1104874"/>
                  </a:lnTo>
                  <a:lnTo>
                    <a:pt x="6022513" y="1104874"/>
                  </a:lnTo>
                  <a:lnTo>
                    <a:pt x="6022638" y="1104874"/>
                  </a:lnTo>
                  <a:lnTo>
                    <a:pt x="6022888" y="1104874"/>
                  </a:lnTo>
                  <a:lnTo>
                    <a:pt x="6023388" y="1104874"/>
                  </a:lnTo>
                  <a:lnTo>
                    <a:pt x="6023888" y="1104874"/>
                  </a:lnTo>
                  <a:lnTo>
                    <a:pt x="6024263" y="1094920"/>
                  </a:lnTo>
                  <a:lnTo>
                    <a:pt x="6025389" y="1094920"/>
                  </a:lnTo>
                  <a:lnTo>
                    <a:pt x="6025514" y="1084966"/>
                  </a:lnTo>
                  <a:lnTo>
                    <a:pt x="6025639" y="1084966"/>
                  </a:lnTo>
                  <a:lnTo>
                    <a:pt x="6025764" y="1084966"/>
                  </a:lnTo>
                  <a:lnTo>
                    <a:pt x="6026389" y="1084966"/>
                  </a:lnTo>
                  <a:lnTo>
                    <a:pt x="6026514" y="1084966"/>
                  </a:lnTo>
                  <a:lnTo>
                    <a:pt x="6026639" y="1084966"/>
                  </a:lnTo>
                  <a:lnTo>
                    <a:pt x="6027514" y="1084966"/>
                  </a:lnTo>
                  <a:lnTo>
                    <a:pt x="6027640" y="1084966"/>
                  </a:lnTo>
                  <a:lnTo>
                    <a:pt x="6027765" y="1084966"/>
                  </a:lnTo>
                  <a:lnTo>
                    <a:pt x="6027890" y="1084966"/>
                  </a:lnTo>
                  <a:lnTo>
                    <a:pt x="6028015" y="1084966"/>
                  </a:lnTo>
                  <a:lnTo>
                    <a:pt x="6029015" y="1084966"/>
                  </a:lnTo>
                  <a:lnTo>
                    <a:pt x="6029890" y="1084966"/>
                  </a:lnTo>
                  <a:lnTo>
                    <a:pt x="6030015" y="1084966"/>
                  </a:lnTo>
                  <a:lnTo>
                    <a:pt x="6030265" y="1084966"/>
                  </a:lnTo>
                  <a:lnTo>
                    <a:pt x="6030515" y="1084966"/>
                  </a:lnTo>
                  <a:lnTo>
                    <a:pt x="6030641" y="1084966"/>
                  </a:lnTo>
                  <a:lnTo>
                    <a:pt x="6031391" y="1084966"/>
                  </a:lnTo>
                  <a:lnTo>
                    <a:pt x="6031766" y="1084966"/>
                  </a:lnTo>
                  <a:lnTo>
                    <a:pt x="6031891" y="1084966"/>
                  </a:lnTo>
                  <a:lnTo>
                    <a:pt x="6032141" y="1084966"/>
                  </a:lnTo>
                  <a:lnTo>
                    <a:pt x="6032516" y="1084966"/>
                  </a:lnTo>
                  <a:lnTo>
                    <a:pt x="6032641" y="1084966"/>
                  </a:lnTo>
                  <a:lnTo>
                    <a:pt x="6032766" y="1084966"/>
                  </a:lnTo>
                  <a:lnTo>
                    <a:pt x="6033516" y="1084966"/>
                  </a:lnTo>
                  <a:lnTo>
                    <a:pt x="6033767" y="1084966"/>
                  </a:lnTo>
                  <a:lnTo>
                    <a:pt x="6033892" y="1084966"/>
                  </a:lnTo>
                  <a:lnTo>
                    <a:pt x="6034142" y="1084966"/>
                  </a:lnTo>
                  <a:lnTo>
                    <a:pt x="6034392" y="1084966"/>
                  </a:lnTo>
                  <a:lnTo>
                    <a:pt x="6035017" y="1084966"/>
                  </a:lnTo>
                  <a:lnTo>
                    <a:pt x="6035392" y="1084966"/>
                  </a:lnTo>
                  <a:lnTo>
                    <a:pt x="6035892" y="1084966"/>
                  </a:lnTo>
                  <a:lnTo>
                    <a:pt x="6036017" y="1084966"/>
                  </a:lnTo>
                  <a:lnTo>
                    <a:pt x="6036267" y="1084966"/>
                  </a:lnTo>
                  <a:lnTo>
                    <a:pt x="6036392" y="1084966"/>
                  </a:lnTo>
                  <a:lnTo>
                    <a:pt x="6036768" y="1084966"/>
                  </a:lnTo>
                  <a:lnTo>
                    <a:pt x="6036893" y="1084966"/>
                  </a:lnTo>
                  <a:lnTo>
                    <a:pt x="6037268" y="1084966"/>
                  </a:lnTo>
                  <a:lnTo>
                    <a:pt x="6037768" y="1084966"/>
                  </a:lnTo>
                  <a:lnTo>
                    <a:pt x="6037893" y="1084966"/>
                  </a:lnTo>
                  <a:lnTo>
                    <a:pt x="6038893" y="1084966"/>
                  </a:lnTo>
                  <a:lnTo>
                    <a:pt x="6039393" y="1084966"/>
                  </a:lnTo>
                  <a:lnTo>
                    <a:pt x="6039518" y="1084966"/>
                  </a:lnTo>
                  <a:lnTo>
                    <a:pt x="6039644" y="1084966"/>
                  </a:lnTo>
                  <a:lnTo>
                    <a:pt x="6039894" y="1084966"/>
                  </a:lnTo>
                  <a:lnTo>
                    <a:pt x="6040144" y="1084966"/>
                  </a:lnTo>
                  <a:lnTo>
                    <a:pt x="6040269" y="1084966"/>
                  </a:lnTo>
                  <a:lnTo>
                    <a:pt x="6040394" y="1084966"/>
                  </a:lnTo>
                  <a:lnTo>
                    <a:pt x="6040519" y="1084966"/>
                  </a:lnTo>
                  <a:lnTo>
                    <a:pt x="6040644" y="1084966"/>
                  </a:lnTo>
                  <a:lnTo>
                    <a:pt x="6040769" y="1084966"/>
                  </a:lnTo>
                  <a:lnTo>
                    <a:pt x="6040894" y="1084966"/>
                  </a:lnTo>
                  <a:lnTo>
                    <a:pt x="6041019" y="1084966"/>
                  </a:lnTo>
                  <a:lnTo>
                    <a:pt x="6042394" y="1084966"/>
                  </a:lnTo>
                  <a:lnTo>
                    <a:pt x="6042519" y="1084966"/>
                  </a:lnTo>
                  <a:lnTo>
                    <a:pt x="6042895" y="1084966"/>
                  </a:lnTo>
                  <a:lnTo>
                    <a:pt x="6043145" y="1084966"/>
                  </a:lnTo>
                  <a:lnTo>
                    <a:pt x="6043395" y="1084966"/>
                  </a:lnTo>
                  <a:lnTo>
                    <a:pt x="6043520" y="1084966"/>
                  </a:lnTo>
                  <a:lnTo>
                    <a:pt x="6043770" y="1084966"/>
                  </a:lnTo>
                  <a:lnTo>
                    <a:pt x="6043895" y="1084966"/>
                  </a:lnTo>
                  <a:lnTo>
                    <a:pt x="6044895" y="1084966"/>
                  </a:lnTo>
                  <a:lnTo>
                    <a:pt x="6045270" y="1084966"/>
                  </a:lnTo>
                  <a:lnTo>
                    <a:pt x="6045520" y="1084966"/>
                  </a:lnTo>
                  <a:lnTo>
                    <a:pt x="6045896" y="1084966"/>
                  </a:lnTo>
                  <a:lnTo>
                    <a:pt x="6046146" y="1084966"/>
                  </a:lnTo>
                  <a:lnTo>
                    <a:pt x="6046271" y="1084966"/>
                  </a:lnTo>
                  <a:lnTo>
                    <a:pt x="6046646" y="1084966"/>
                  </a:lnTo>
                  <a:lnTo>
                    <a:pt x="6047396" y="1084966"/>
                  </a:lnTo>
                  <a:lnTo>
                    <a:pt x="6048271" y="1084966"/>
                  </a:lnTo>
                  <a:lnTo>
                    <a:pt x="6048897" y="1084966"/>
                  </a:lnTo>
                  <a:lnTo>
                    <a:pt x="6049022" y="1084966"/>
                  </a:lnTo>
                  <a:lnTo>
                    <a:pt x="6049397" y="1084966"/>
                  </a:lnTo>
                  <a:lnTo>
                    <a:pt x="6049522" y="1084966"/>
                  </a:lnTo>
                  <a:lnTo>
                    <a:pt x="6049772" y="1084966"/>
                  </a:lnTo>
                  <a:lnTo>
                    <a:pt x="6050022" y="1084966"/>
                  </a:lnTo>
                  <a:lnTo>
                    <a:pt x="6050147" y="1084966"/>
                  </a:lnTo>
                  <a:lnTo>
                    <a:pt x="6051272" y="1084966"/>
                  </a:lnTo>
                  <a:lnTo>
                    <a:pt x="6051898" y="1084966"/>
                  </a:lnTo>
                  <a:lnTo>
                    <a:pt x="6052023" y="1084966"/>
                  </a:lnTo>
                  <a:lnTo>
                    <a:pt x="6052148" y="1084966"/>
                  </a:lnTo>
                  <a:lnTo>
                    <a:pt x="6052273" y="1084966"/>
                  </a:lnTo>
                  <a:lnTo>
                    <a:pt x="6052398" y="1084966"/>
                  </a:lnTo>
                  <a:lnTo>
                    <a:pt x="6052648" y="1084966"/>
                  </a:lnTo>
                  <a:lnTo>
                    <a:pt x="6052898" y="1084966"/>
                  </a:lnTo>
                  <a:lnTo>
                    <a:pt x="6053773" y="1084966"/>
                  </a:lnTo>
                  <a:lnTo>
                    <a:pt x="6053898" y="1084966"/>
                  </a:lnTo>
                  <a:lnTo>
                    <a:pt x="6054023" y="1084966"/>
                  </a:lnTo>
                  <a:lnTo>
                    <a:pt x="6054148" y="1084966"/>
                  </a:lnTo>
                  <a:lnTo>
                    <a:pt x="6054273" y="1084966"/>
                  </a:lnTo>
                  <a:lnTo>
                    <a:pt x="6055024" y="1084966"/>
                  </a:lnTo>
                  <a:lnTo>
                    <a:pt x="6055149" y="1084966"/>
                  </a:lnTo>
                  <a:lnTo>
                    <a:pt x="6055399" y="1084966"/>
                  </a:lnTo>
                  <a:lnTo>
                    <a:pt x="6055524" y="1084966"/>
                  </a:lnTo>
                  <a:lnTo>
                    <a:pt x="6055774" y="1084966"/>
                  </a:lnTo>
                  <a:lnTo>
                    <a:pt x="6056274" y="1084966"/>
                  </a:lnTo>
                  <a:lnTo>
                    <a:pt x="6056899" y="1084966"/>
                  </a:lnTo>
                  <a:lnTo>
                    <a:pt x="6057024" y="1084966"/>
                  </a:lnTo>
                  <a:lnTo>
                    <a:pt x="6057149" y="1084966"/>
                  </a:lnTo>
                  <a:lnTo>
                    <a:pt x="6057274" y="1084966"/>
                  </a:lnTo>
                  <a:lnTo>
                    <a:pt x="6057900" y="1084966"/>
                  </a:lnTo>
                  <a:lnTo>
                    <a:pt x="6058275" y="1084966"/>
                  </a:lnTo>
                  <a:lnTo>
                    <a:pt x="6058400" y="1084966"/>
                  </a:lnTo>
                  <a:lnTo>
                    <a:pt x="6058650" y="1084966"/>
                  </a:lnTo>
                  <a:lnTo>
                    <a:pt x="6058775" y="1084966"/>
                  </a:lnTo>
                  <a:lnTo>
                    <a:pt x="6058900" y="1084966"/>
                  </a:lnTo>
                  <a:lnTo>
                    <a:pt x="6059150" y="1084966"/>
                  </a:lnTo>
                  <a:lnTo>
                    <a:pt x="6059400" y="1084966"/>
                  </a:lnTo>
                  <a:lnTo>
                    <a:pt x="6060025" y="1084966"/>
                  </a:lnTo>
                  <a:lnTo>
                    <a:pt x="6060150" y="1084966"/>
                  </a:lnTo>
                  <a:lnTo>
                    <a:pt x="6060275" y="1084966"/>
                  </a:lnTo>
                  <a:lnTo>
                    <a:pt x="6060400" y="1084966"/>
                  </a:lnTo>
                  <a:lnTo>
                    <a:pt x="6061276" y="1084966"/>
                  </a:lnTo>
                  <a:lnTo>
                    <a:pt x="6061776" y="1084966"/>
                  </a:lnTo>
                  <a:lnTo>
                    <a:pt x="6061901" y="1084966"/>
                  </a:lnTo>
                  <a:lnTo>
                    <a:pt x="6062526" y="1084966"/>
                  </a:lnTo>
                  <a:lnTo>
                    <a:pt x="6062651" y="1084966"/>
                  </a:lnTo>
                  <a:lnTo>
                    <a:pt x="6062776" y="1084966"/>
                  </a:lnTo>
                  <a:lnTo>
                    <a:pt x="6063902" y="1084966"/>
                  </a:lnTo>
                  <a:lnTo>
                    <a:pt x="6064402" y="1084966"/>
                  </a:lnTo>
                  <a:lnTo>
                    <a:pt x="6064527" y="1084966"/>
                  </a:lnTo>
                  <a:lnTo>
                    <a:pt x="6064902" y="1084966"/>
                  </a:lnTo>
                  <a:lnTo>
                    <a:pt x="6065027" y="1084966"/>
                  </a:lnTo>
                  <a:lnTo>
                    <a:pt x="6065527" y="1084966"/>
                  </a:lnTo>
                  <a:lnTo>
                    <a:pt x="6065652" y="1084966"/>
                  </a:lnTo>
                  <a:lnTo>
                    <a:pt x="6066402" y="1084966"/>
                  </a:lnTo>
                  <a:lnTo>
                    <a:pt x="6066778" y="1084966"/>
                  </a:lnTo>
                  <a:lnTo>
                    <a:pt x="6066903" y="1075012"/>
                  </a:lnTo>
                  <a:lnTo>
                    <a:pt x="6067278" y="1075012"/>
                  </a:lnTo>
                  <a:lnTo>
                    <a:pt x="6067403" y="1075012"/>
                  </a:lnTo>
                  <a:lnTo>
                    <a:pt x="6067653" y="1075012"/>
                  </a:lnTo>
                  <a:lnTo>
                    <a:pt x="6067903" y="1075012"/>
                  </a:lnTo>
                  <a:lnTo>
                    <a:pt x="6068028" y="1075012"/>
                  </a:lnTo>
                  <a:lnTo>
                    <a:pt x="6068278" y="1075012"/>
                  </a:lnTo>
                  <a:lnTo>
                    <a:pt x="6068403" y="1075012"/>
                  </a:lnTo>
                  <a:lnTo>
                    <a:pt x="6068528" y="1075012"/>
                  </a:lnTo>
                  <a:lnTo>
                    <a:pt x="6068653" y="1075012"/>
                  </a:lnTo>
                  <a:lnTo>
                    <a:pt x="6068778" y="1075012"/>
                  </a:lnTo>
                  <a:lnTo>
                    <a:pt x="6069028" y="1075012"/>
                  </a:lnTo>
                  <a:lnTo>
                    <a:pt x="6069278" y="1075012"/>
                  </a:lnTo>
                  <a:lnTo>
                    <a:pt x="6069779" y="1075012"/>
                  </a:lnTo>
                  <a:lnTo>
                    <a:pt x="6070154" y="1075012"/>
                  </a:lnTo>
                  <a:lnTo>
                    <a:pt x="6070279" y="1075012"/>
                  </a:lnTo>
                  <a:lnTo>
                    <a:pt x="6070654" y="1075012"/>
                  </a:lnTo>
                  <a:lnTo>
                    <a:pt x="6071029" y="1075012"/>
                  </a:lnTo>
                  <a:lnTo>
                    <a:pt x="6071154" y="1075012"/>
                  </a:lnTo>
                  <a:lnTo>
                    <a:pt x="6071404" y="1075012"/>
                  </a:lnTo>
                  <a:lnTo>
                    <a:pt x="6071529" y="1075012"/>
                  </a:lnTo>
                  <a:lnTo>
                    <a:pt x="6071779" y="1075012"/>
                  </a:lnTo>
                  <a:lnTo>
                    <a:pt x="6071904" y="1075012"/>
                  </a:lnTo>
                  <a:lnTo>
                    <a:pt x="6076406" y="1065059"/>
                  </a:lnTo>
                  <a:lnTo>
                    <a:pt x="6076656" y="1065059"/>
                  </a:lnTo>
                  <a:lnTo>
                    <a:pt x="6077156" y="1065059"/>
                  </a:lnTo>
                  <a:lnTo>
                    <a:pt x="6077531" y="1065059"/>
                  </a:lnTo>
                  <a:lnTo>
                    <a:pt x="6077906" y="1065059"/>
                  </a:lnTo>
                  <a:lnTo>
                    <a:pt x="6078406" y="1065059"/>
                  </a:lnTo>
                  <a:lnTo>
                    <a:pt x="6078657" y="1065059"/>
                  </a:lnTo>
                  <a:lnTo>
                    <a:pt x="6079157" y="1065059"/>
                  </a:lnTo>
                  <a:lnTo>
                    <a:pt x="6079407" y="1065059"/>
                  </a:lnTo>
                  <a:lnTo>
                    <a:pt x="6079532" y="1065059"/>
                  </a:lnTo>
                  <a:lnTo>
                    <a:pt x="6079657" y="1065059"/>
                  </a:lnTo>
                  <a:lnTo>
                    <a:pt x="6079782" y="1065059"/>
                  </a:lnTo>
                  <a:lnTo>
                    <a:pt x="6080032" y="1065059"/>
                  </a:lnTo>
                  <a:lnTo>
                    <a:pt x="6080157" y="1065059"/>
                  </a:lnTo>
                  <a:lnTo>
                    <a:pt x="6080282" y="1065059"/>
                  </a:lnTo>
                  <a:lnTo>
                    <a:pt x="6080532" y="1065059"/>
                  </a:lnTo>
                  <a:lnTo>
                    <a:pt x="6080782" y="1065059"/>
                  </a:lnTo>
                  <a:lnTo>
                    <a:pt x="6081282" y="1065059"/>
                  </a:lnTo>
                  <a:lnTo>
                    <a:pt x="6081658" y="1065059"/>
                  </a:lnTo>
                  <a:lnTo>
                    <a:pt x="6082033" y="1065059"/>
                  </a:lnTo>
                  <a:lnTo>
                    <a:pt x="6082533" y="1065059"/>
                  </a:lnTo>
                  <a:lnTo>
                    <a:pt x="6082908" y="1065059"/>
                  </a:lnTo>
                  <a:lnTo>
                    <a:pt x="6083658" y="1065059"/>
                  </a:lnTo>
                  <a:lnTo>
                    <a:pt x="6083908" y="1055105"/>
                  </a:lnTo>
                  <a:lnTo>
                    <a:pt x="6084033" y="1055105"/>
                  </a:lnTo>
                  <a:lnTo>
                    <a:pt x="6084408" y="1055105"/>
                  </a:lnTo>
                  <a:lnTo>
                    <a:pt x="6085034" y="1055105"/>
                  </a:lnTo>
                  <a:lnTo>
                    <a:pt x="6085159" y="1055105"/>
                  </a:lnTo>
                  <a:lnTo>
                    <a:pt x="6085534" y="1055105"/>
                  </a:lnTo>
                  <a:lnTo>
                    <a:pt x="6086784" y="1055105"/>
                  </a:lnTo>
                  <a:lnTo>
                    <a:pt x="6087159" y="1055105"/>
                  </a:lnTo>
                  <a:lnTo>
                    <a:pt x="6087409" y="1055105"/>
                  </a:lnTo>
                  <a:lnTo>
                    <a:pt x="6087785" y="1055105"/>
                  </a:lnTo>
                  <a:lnTo>
                    <a:pt x="6088285" y="1055105"/>
                  </a:lnTo>
                  <a:lnTo>
                    <a:pt x="6088660" y="1055105"/>
                  </a:lnTo>
                  <a:lnTo>
                    <a:pt x="6089285" y="1045151"/>
                  </a:lnTo>
                  <a:lnTo>
                    <a:pt x="6089535" y="1045151"/>
                  </a:lnTo>
                  <a:lnTo>
                    <a:pt x="6089785" y="1045151"/>
                  </a:lnTo>
                  <a:lnTo>
                    <a:pt x="6089910" y="1045151"/>
                  </a:lnTo>
                  <a:lnTo>
                    <a:pt x="6090410" y="1045151"/>
                  </a:lnTo>
                  <a:lnTo>
                    <a:pt x="6090911" y="1045151"/>
                  </a:lnTo>
                  <a:lnTo>
                    <a:pt x="6091036" y="1045151"/>
                  </a:lnTo>
                  <a:lnTo>
                    <a:pt x="6091161" y="1045151"/>
                  </a:lnTo>
                  <a:lnTo>
                    <a:pt x="6091286" y="1045151"/>
                  </a:lnTo>
                  <a:lnTo>
                    <a:pt x="6091536" y="1045151"/>
                  </a:lnTo>
                  <a:lnTo>
                    <a:pt x="6091661" y="1045151"/>
                  </a:lnTo>
                  <a:lnTo>
                    <a:pt x="6091911" y="1045151"/>
                  </a:lnTo>
                  <a:lnTo>
                    <a:pt x="6092036" y="1045151"/>
                  </a:lnTo>
                  <a:lnTo>
                    <a:pt x="6092161" y="1045151"/>
                  </a:lnTo>
                  <a:lnTo>
                    <a:pt x="6092411" y="1045151"/>
                  </a:lnTo>
                  <a:lnTo>
                    <a:pt x="6092911" y="1045151"/>
                  </a:lnTo>
                  <a:lnTo>
                    <a:pt x="6093537" y="1045151"/>
                  </a:lnTo>
                  <a:lnTo>
                    <a:pt x="6093787" y="1045151"/>
                  </a:lnTo>
                  <a:lnTo>
                    <a:pt x="6093912" y="1045151"/>
                  </a:lnTo>
                  <a:lnTo>
                    <a:pt x="6094162" y="1045151"/>
                  </a:lnTo>
                  <a:lnTo>
                    <a:pt x="6094287" y="1045151"/>
                  </a:lnTo>
                  <a:lnTo>
                    <a:pt x="6094412" y="1045151"/>
                  </a:lnTo>
                  <a:lnTo>
                    <a:pt x="6094537" y="1045151"/>
                  </a:lnTo>
                  <a:lnTo>
                    <a:pt x="6095412" y="1045151"/>
                  </a:lnTo>
                  <a:lnTo>
                    <a:pt x="6095537" y="1045151"/>
                  </a:lnTo>
                  <a:lnTo>
                    <a:pt x="6095662" y="1045151"/>
                  </a:lnTo>
                  <a:lnTo>
                    <a:pt x="6096162" y="1045151"/>
                  </a:lnTo>
                  <a:lnTo>
                    <a:pt x="6096287" y="1045151"/>
                  </a:lnTo>
                  <a:lnTo>
                    <a:pt x="6097288" y="1045151"/>
                  </a:lnTo>
                  <a:lnTo>
                    <a:pt x="6097663" y="1045151"/>
                  </a:lnTo>
                  <a:lnTo>
                    <a:pt x="6098038" y="1045151"/>
                  </a:lnTo>
                  <a:lnTo>
                    <a:pt x="6099664" y="1045151"/>
                  </a:lnTo>
                  <a:lnTo>
                    <a:pt x="6099789" y="1045151"/>
                  </a:lnTo>
                  <a:lnTo>
                    <a:pt x="6099914" y="1045151"/>
                  </a:lnTo>
                  <a:lnTo>
                    <a:pt x="6100039" y="1045151"/>
                  </a:lnTo>
                  <a:lnTo>
                    <a:pt x="6100414" y="1035197"/>
                  </a:lnTo>
                  <a:lnTo>
                    <a:pt x="6100539" y="1035197"/>
                  </a:lnTo>
                  <a:lnTo>
                    <a:pt x="6100664" y="1035197"/>
                  </a:lnTo>
                  <a:lnTo>
                    <a:pt x="6100789" y="1035197"/>
                  </a:lnTo>
                  <a:lnTo>
                    <a:pt x="6100914" y="1035197"/>
                  </a:lnTo>
                  <a:lnTo>
                    <a:pt x="6101039" y="1035197"/>
                  </a:lnTo>
                  <a:lnTo>
                    <a:pt x="6101789" y="1035197"/>
                  </a:lnTo>
                  <a:lnTo>
                    <a:pt x="6102665" y="1035197"/>
                  </a:lnTo>
                  <a:lnTo>
                    <a:pt x="6103040" y="1035197"/>
                  </a:lnTo>
                  <a:lnTo>
                    <a:pt x="6103165" y="1035197"/>
                  </a:lnTo>
                  <a:lnTo>
                    <a:pt x="6103290" y="1035197"/>
                  </a:lnTo>
                  <a:lnTo>
                    <a:pt x="6103915" y="1035197"/>
                  </a:lnTo>
                  <a:lnTo>
                    <a:pt x="6104040" y="1035197"/>
                  </a:lnTo>
                  <a:lnTo>
                    <a:pt x="6104290" y="1035197"/>
                  </a:lnTo>
                  <a:lnTo>
                    <a:pt x="6104540" y="1035197"/>
                  </a:lnTo>
                  <a:lnTo>
                    <a:pt x="6104665" y="1035197"/>
                  </a:lnTo>
                  <a:lnTo>
                    <a:pt x="6104790" y="1035197"/>
                  </a:lnTo>
                  <a:lnTo>
                    <a:pt x="6105165" y="1035197"/>
                  </a:lnTo>
                  <a:lnTo>
                    <a:pt x="6105666" y="1025243"/>
                  </a:lnTo>
                  <a:lnTo>
                    <a:pt x="6105791" y="1025243"/>
                  </a:lnTo>
                  <a:lnTo>
                    <a:pt x="6107166" y="1025243"/>
                  </a:lnTo>
                  <a:lnTo>
                    <a:pt x="6107416" y="1025243"/>
                  </a:lnTo>
                  <a:lnTo>
                    <a:pt x="6107541" y="1025243"/>
                  </a:lnTo>
                  <a:lnTo>
                    <a:pt x="6107666" y="1025243"/>
                  </a:lnTo>
                  <a:lnTo>
                    <a:pt x="6108542" y="1025243"/>
                  </a:lnTo>
                  <a:lnTo>
                    <a:pt x="6108917" y="1025243"/>
                  </a:lnTo>
                  <a:lnTo>
                    <a:pt x="6109167" y="1025243"/>
                  </a:lnTo>
                  <a:lnTo>
                    <a:pt x="6109417" y="1015289"/>
                  </a:lnTo>
                  <a:lnTo>
                    <a:pt x="6109542" y="1015289"/>
                  </a:lnTo>
                  <a:lnTo>
                    <a:pt x="6110542" y="1015289"/>
                  </a:lnTo>
                  <a:lnTo>
                    <a:pt x="6110667" y="1015289"/>
                  </a:lnTo>
                  <a:lnTo>
                    <a:pt x="6111418" y="1015289"/>
                  </a:lnTo>
                  <a:lnTo>
                    <a:pt x="6111543" y="1015289"/>
                  </a:lnTo>
                  <a:lnTo>
                    <a:pt x="6111668" y="1015289"/>
                  </a:lnTo>
                  <a:lnTo>
                    <a:pt x="6112668" y="1015289"/>
                  </a:lnTo>
                  <a:lnTo>
                    <a:pt x="6113543" y="1015289"/>
                  </a:lnTo>
                  <a:lnTo>
                    <a:pt x="6113668" y="1015289"/>
                  </a:lnTo>
                  <a:lnTo>
                    <a:pt x="6113793" y="1015289"/>
                  </a:lnTo>
                  <a:lnTo>
                    <a:pt x="6114544" y="1015289"/>
                  </a:lnTo>
                  <a:lnTo>
                    <a:pt x="6114794" y="1015289"/>
                  </a:lnTo>
                  <a:lnTo>
                    <a:pt x="6115919" y="1015289"/>
                  </a:lnTo>
                  <a:lnTo>
                    <a:pt x="6116294" y="1015289"/>
                  </a:lnTo>
                  <a:lnTo>
                    <a:pt x="6116544" y="1015289"/>
                  </a:lnTo>
                  <a:lnTo>
                    <a:pt x="6116669" y="1015289"/>
                  </a:lnTo>
                  <a:lnTo>
                    <a:pt x="6116919" y="1015289"/>
                  </a:lnTo>
                  <a:lnTo>
                    <a:pt x="6117044" y="1015289"/>
                  </a:lnTo>
                  <a:lnTo>
                    <a:pt x="6117169" y="1015289"/>
                  </a:lnTo>
                  <a:lnTo>
                    <a:pt x="6117294" y="1015289"/>
                  </a:lnTo>
                  <a:lnTo>
                    <a:pt x="6117545" y="1015289"/>
                  </a:lnTo>
                  <a:lnTo>
                    <a:pt x="6117795" y="1015289"/>
                  </a:lnTo>
                  <a:lnTo>
                    <a:pt x="6117920" y="1015289"/>
                  </a:lnTo>
                  <a:lnTo>
                    <a:pt x="6118045" y="1015289"/>
                  </a:lnTo>
                  <a:lnTo>
                    <a:pt x="6118545" y="1015289"/>
                  </a:lnTo>
                  <a:lnTo>
                    <a:pt x="6118670" y="1015289"/>
                  </a:lnTo>
                  <a:lnTo>
                    <a:pt x="6119045" y="1015289"/>
                  </a:lnTo>
                  <a:lnTo>
                    <a:pt x="6119170" y="1015289"/>
                  </a:lnTo>
                  <a:lnTo>
                    <a:pt x="6119920" y="1015289"/>
                  </a:lnTo>
                  <a:lnTo>
                    <a:pt x="6120170" y="1015289"/>
                  </a:lnTo>
                  <a:lnTo>
                    <a:pt x="6120546" y="1015289"/>
                  </a:lnTo>
                  <a:lnTo>
                    <a:pt x="6120796" y="1015289"/>
                  </a:lnTo>
                  <a:lnTo>
                    <a:pt x="6121046" y="1015289"/>
                  </a:lnTo>
                  <a:lnTo>
                    <a:pt x="6121421" y="1015289"/>
                  </a:lnTo>
                  <a:lnTo>
                    <a:pt x="6121796" y="1015289"/>
                  </a:lnTo>
                  <a:lnTo>
                    <a:pt x="6122421" y="1015289"/>
                  </a:lnTo>
                  <a:lnTo>
                    <a:pt x="6123922" y="1015289"/>
                  </a:lnTo>
                  <a:lnTo>
                    <a:pt x="6124797" y="1015289"/>
                  </a:lnTo>
                  <a:lnTo>
                    <a:pt x="6125297" y="1015289"/>
                  </a:lnTo>
                  <a:lnTo>
                    <a:pt x="6125422" y="1015289"/>
                  </a:lnTo>
                  <a:lnTo>
                    <a:pt x="6125547" y="1015289"/>
                  </a:lnTo>
                  <a:lnTo>
                    <a:pt x="6125672" y="1015289"/>
                  </a:lnTo>
                  <a:lnTo>
                    <a:pt x="6125797" y="1015289"/>
                  </a:lnTo>
                  <a:lnTo>
                    <a:pt x="6126923" y="1015289"/>
                  </a:lnTo>
                  <a:lnTo>
                    <a:pt x="6127173" y="1015289"/>
                  </a:lnTo>
                  <a:lnTo>
                    <a:pt x="6127423" y="1015289"/>
                  </a:lnTo>
                  <a:lnTo>
                    <a:pt x="6127798" y="1015289"/>
                  </a:lnTo>
                  <a:lnTo>
                    <a:pt x="6127923" y="1015289"/>
                  </a:lnTo>
                  <a:lnTo>
                    <a:pt x="6128048" y="1015289"/>
                  </a:lnTo>
                  <a:lnTo>
                    <a:pt x="6128298" y="1015289"/>
                  </a:lnTo>
                  <a:lnTo>
                    <a:pt x="6128798" y="1015289"/>
                  </a:lnTo>
                  <a:lnTo>
                    <a:pt x="6128923" y="1015289"/>
                  </a:lnTo>
                  <a:lnTo>
                    <a:pt x="6129173" y="1015289"/>
                  </a:lnTo>
                  <a:lnTo>
                    <a:pt x="6130049" y="1015289"/>
                  </a:lnTo>
                  <a:lnTo>
                    <a:pt x="6130174" y="1015289"/>
                  </a:lnTo>
                  <a:lnTo>
                    <a:pt x="6131424" y="1015289"/>
                  </a:lnTo>
                  <a:lnTo>
                    <a:pt x="6131674" y="1015289"/>
                  </a:lnTo>
                  <a:lnTo>
                    <a:pt x="6131799" y="1015289"/>
                  </a:lnTo>
                  <a:lnTo>
                    <a:pt x="6131924" y="1015289"/>
                  </a:lnTo>
                  <a:lnTo>
                    <a:pt x="6132300" y="1015289"/>
                  </a:lnTo>
                  <a:lnTo>
                    <a:pt x="6132925" y="1015289"/>
                  </a:lnTo>
                  <a:lnTo>
                    <a:pt x="6133050" y="1015289"/>
                  </a:lnTo>
                  <a:lnTo>
                    <a:pt x="6133550" y="1015289"/>
                  </a:lnTo>
                  <a:lnTo>
                    <a:pt x="6133675" y="1015289"/>
                  </a:lnTo>
                  <a:lnTo>
                    <a:pt x="6134425" y="1015289"/>
                  </a:lnTo>
                  <a:lnTo>
                    <a:pt x="6134550" y="1015289"/>
                  </a:lnTo>
                  <a:lnTo>
                    <a:pt x="6134800" y="1015289"/>
                  </a:lnTo>
                  <a:lnTo>
                    <a:pt x="6134925" y="1015289"/>
                  </a:lnTo>
                  <a:lnTo>
                    <a:pt x="6135050" y="1015289"/>
                  </a:lnTo>
                  <a:lnTo>
                    <a:pt x="6135175" y="1015289"/>
                  </a:lnTo>
                  <a:lnTo>
                    <a:pt x="6135301" y="1015289"/>
                  </a:lnTo>
                  <a:lnTo>
                    <a:pt x="6135801" y="1015289"/>
                  </a:lnTo>
                  <a:lnTo>
                    <a:pt x="6136676" y="1015289"/>
                  </a:lnTo>
                  <a:lnTo>
                    <a:pt x="6136926" y="1015289"/>
                  </a:lnTo>
                  <a:lnTo>
                    <a:pt x="6137301" y="1015289"/>
                  </a:lnTo>
                  <a:lnTo>
                    <a:pt x="6137551" y="1015289"/>
                  </a:lnTo>
                  <a:lnTo>
                    <a:pt x="6137676" y="1015289"/>
                  </a:lnTo>
                  <a:lnTo>
                    <a:pt x="6137926" y="1015289"/>
                  </a:lnTo>
                  <a:lnTo>
                    <a:pt x="6138176" y="1015289"/>
                  </a:lnTo>
                  <a:lnTo>
                    <a:pt x="6138302" y="1015289"/>
                  </a:lnTo>
                  <a:lnTo>
                    <a:pt x="6138927" y="1015289"/>
                  </a:lnTo>
                  <a:lnTo>
                    <a:pt x="6139052" y="1015289"/>
                  </a:lnTo>
                  <a:lnTo>
                    <a:pt x="6139177" y="1015289"/>
                  </a:lnTo>
                  <a:lnTo>
                    <a:pt x="6139427" y="1015289"/>
                  </a:lnTo>
                  <a:lnTo>
                    <a:pt x="6139802" y="1015289"/>
                  </a:lnTo>
                  <a:lnTo>
                    <a:pt x="6140052" y="1015289"/>
                  </a:lnTo>
                  <a:lnTo>
                    <a:pt x="6140302" y="1015289"/>
                  </a:lnTo>
                  <a:lnTo>
                    <a:pt x="6140552" y="1015289"/>
                  </a:lnTo>
                  <a:lnTo>
                    <a:pt x="6140927" y="1015289"/>
                  </a:lnTo>
                  <a:lnTo>
                    <a:pt x="6141678" y="1015289"/>
                  </a:lnTo>
                  <a:lnTo>
                    <a:pt x="6141803" y="1015289"/>
                  </a:lnTo>
                  <a:lnTo>
                    <a:pt x="6142803" y="1015289"/>
                  </a:lnTo>
                  <a:lnTo>
                    <a:pt x="6142928" y="1015289"/>
                  </a:lnTo>
                  <a:lnTo>
                    <a:pt x="6143053" y="1015289"/>
                  </a:lnTo>
                  <a:lnTo>
                    <a:pt x="6143428" y="1015289"/>
                  </a:lnTo>
                  <a:lnTo>
                    <a:pt x="6143678" y="1015289"/>
                  </a:lnTo>
                  <a:lnTo>
                    <a:pt x="6143928" y="1015289"/>
                  </a:lnTo>
                  <a:lnTo>
                    <a:pt x="6144554" y="1015289"/>
                  </a:lnTo>
                  <a:lnTo>
                    <a:pt x="6144804" y="1015289"/>
                  </a:lnTo>
                  <a:lnTo>
                    <a:pt x="6144929" y="1015289"/>
                  </a:lnTo>
                  <a:lnTo>
                    <a:pt x="6145054" y="1015289"/>
                  </a:lnTo>
                  <a:lnTo>
                    <a:pt x="6145429" y="1015289"/>
                  </a:lnTo>
                  <a:lnTo>
                    <a:pt x="6145679" y="1015289"/>
                  </a:lnTo>
                  <a:lnTo>
                    <a:pt x="6146304" y="1015289"/>
                  </a:lnTo>
                  <a:lnTo>
                    <a:pt x="6147054" y="1015289"/>
                  </a:lnTo>
                  <a:lnTo>
                    <a:pt x="6147555" y="1015289"/>
                  </a:lnTo>
                  <a:lnTo>
                    <a:pt x="6147680" y="1015289"/>
                  </a:lnTo>
                  <a:lnTo>
                    <a:pt x="6147930" y="1015289"/>
                  </a:lnTo>
                  <a:lnTo>
                    <a:pt x="6148055" y="1015289"/>
                  </a:lnTo>
                  <a:lnTo>
                    <a:pt x="6148555" y="1015289"/>
                  </a:lnTo>
                  <a:lnTo>
                    <a:pt x="6148805" y="1015289"/>
                  </a:lnTo>
                  <a:lnTo>
                    <a:pt x="6148930" y="1015289"/>
                  </a:lnTo>
                  <a:lnTo>
                    <a:pt x="6149055" y="1015289"/>
                  </a:lnTo>
                  <a:lnTo>
                    <a:pt x="6151931" y="1015289"/>
                  </a:lnTo>
                  <a:lnTo>
                    <a:pt x="6152306" y="1015289"/>
                  </a:lnTo>
                  <a:lnTo>
                    <a:pt x="6152431" y="1015289"/>
                  </a:lnTo>
                  <a:lnTo>
                    <a:pt x="6152806" y="1015289"/>
                  </a:lnTo>
                  <a:lnTo>
                    <a:pt x="6153307" y="1015289"/>
                  </a:lnTo>
                  <a:lnTo>
                    <a:pt x="6153432" y="1015289"/>
                  </a:lnTo>
                  <a:lnTo>
                    <a:pt x="6153557" y="1015289"/>
                  </a:lnTo>
                  <a:lnTo>
                    <a:pt x="6153682" y="1015289"/>
                  </a:lnTo>
                  <a:lnTo>
                    <a:pt x="6153807" y="1015289"/>
                  </a:lnTo>
                  <a:lnTo>
                    <a:pt x="6153932" y="1015289"/>
                  </a:lnTo>
                  <a:lnTo>
                    <a:pt x="6154307" y="1015289"/>
                  </a:lnTo>
                  <a:lnTo>
                    <a:pt x="6154557" y="1015289"/>
                  </a:lnTo>
                  <a:lnTo>
                    <a:pt x="6155057" y="1015289"/>
                  </a:lnTo>
                  <a:lnTo>
                    <a:pt x="6155182" y="1015289"/>
                  </a:lnTo>
                  <a:lnTo>
                    <a:pt x="6155307" y="1015289"/>
                  </a:lnTo>
                  <a:lnTo>
                    <a:pt x="6155557" y="1015289"/>
                  </a:lnTo>
                  <a:lnTo>
                    <a:pt x="6155807" y="1015289"/>
                  </a:lnTo>
                  <a:lnTo>
                    <a:pt x="6156558" y="1015289"/>
                  </a:lnTo>
                  <a:lnTo>
                    <a:pt x="6156683" y="1015289"/>
                  </a:lnTo>
                  <a:lnTo>
                    <a:pt x="6157058" y="1015289"/>
                  </a:lnTo>
                  <a:lnTo>
                    <a:pt x="6157183" y="1015289"/>
                  </a:lnTo>
                  <a:lnTo>
                    <a:pt x="6157308" y="1015289"/>
                  </a:lnTo>
                  <a:lnTo>
                    <a:pt x="6157433" y="1015289"/>
                  </a:lnTo>
                  <a:lnTo>
                    <a:pt x="6157558" y="1015289"/>
                  </a:lnTo>
                  <a:lnTo>
                    <a:pt x="6158933" y="1015289"/>
                  </a:lnTo>
                  <a:lnTo>
                    <a:pt x="6159058" y="1015289"/>
                  </a:lnTo>
                  <a:lnTo>
                    <a:pt x="6159183" y="1015289"/>
                  </a:lnTo>
                  <a:lnTo>
                    <a:pt x="6159684" y="1015289"/>
                  </a:lnTo>
                  <a:lnTo>
                    <a:pt x="6159809" y="1015289"/>
                  </a:lnTo>
                  <a:lnTo>
                    <a:pt x="6160434" y="1015289"/>
                  </a:lnTo>
                  <a:lnTo>
                    <a:pt x="6160559" y="1015289"/>
                  </a:lnTo>
                  <a:lnTo>
                    <a:pt x="6160809" y="1015289"/>
                  </a:lnTo>
                  <a:lnTo>
                    <a:pt x="6161184" y="1015289"/>
                  </a:lnTo>
                  <a:lnTo>
                    <a:pt x="6161559" y="1015289"/>
                  </a:lnTo>
                  <a:lnTo>
                    <a:pt x="6161809" y="1015289"/>
                  </a:lnTo>
                  <a:lnTo>
                    <a:pt x="6162184" y="1015289"/>
                  </a:lnTo>
                  <a:lnTo>
                    <a:pt x="6162560" y="1015289"/>
                  </a:lnTo>
                  <a:lnTo>
                    <a:pt x="6162935" y="1015289"/>
                  </a:lnTo>
                  <a:lnTo>
                    <a:pt x="6163935" y="1015289"/>
                  </a:lnTo>
                  <a:lnTo>
                    <a:pt x="6164060" y="1015289"/>
                  </a:lnTo>
                  <a:lnTo>
                    <a:pt x="6164185" y="1005336"/>
                  </a:lnTo>
                  <a:lnTo>
                    <a:pt x="6164685" y="1005336"/>
                  </a:lnTo>
                  <a:lnTo>
                    <a:pt x="6166186" y="1005336"/>
                  </a:lnTo>
                  <a:lnTo>
                    <a:pt x="6166311" y="1005336"/>
                  </a:lnTo>
                  <a:lnTo>
                    <a:pt x="6166436" y="1005336"/>
                  </a:lnTo>
                  <a:lnTo>
                    <a:pt x="6166561" y="1005336"/>
                  </a:lnTo>
                  <a:lnTo>
                    <a:pt x="6166686" y="1005336"/>
                  </a:lnTo>
                  <a:lnTo>
                    <a:pt x="6166811" y="1005336"/>
                  </a:lnTo>
                  <a:lnTo>
                    <a:pt x="6167186" y="1005336"/>
                  </a:lnTo>
                  <a:lnTo>
                    <a:pt x="6167311" y="1005336"/>
                  </a:lnTo>
                  <a:lnTo>
                    <a:pt x="6167436" y="1005336"/>
                  </a:lnTo>
                  <a:lnTo>
                    <a:pt x="6167936" y="1005336"/>
                  </a:lnTo>
                  <a:lnTo>
                    <a:pt x="6168562" y="1005336"/>
                  </a:lnTo>
                  <a:lnTo>
                    <a:pt x="6168687" y="1005336"/>
                  </a:lnTo>
                  <a:lnTo>
                    <a:pt x="6168812" y="1005336"/>
                  </a:lnTo>
                  <a:lnTo>
                    <a:pt x="6169437" y="1005336"/>
                  </a:lnTo>
                  <a:lnTo>
                    <a:pt x="6169562" y="1005336"/>
                  </a:lnTo>
                  <a:lnTo>
                    <a:pt x="6169687" y="1005336"/>
                  </a:lnTo>
                  <a:lnTo>
                    <a:pt x="6170687" y="1005336"/>
                  </a:lnTo>
                  <a:lnTo>
                    <a:pt x="6171813" y="1005336"/>
                  </a:lnTo>
                  <a:lnTo>
                    <a:pt x="6171938" y="1005336"/>
                  </a:lnTo>
                  <a:lnTo>
                    <a:pt x="6172188" y="1005336"/>
                  </a:lnTo>
                  <a:lnTo>
                    <a:pt x="6172438" y="1005336"/>
                  </a:lnTo>
                  <a:lnTo>
                    <a:pt x="6172563" y="1005336"/>
                  </a:lnTo>
                  <a:lnTo>
                    <a:pt x="6173313" y="1005336"/>
                  </a:lnTo>
                  <a:lnTo>
                    <a:pt x="6173563" y="1005336"/>
                  </a:lnTo>
                  <a:lnTo>
                    <a:pt x="6174189" y="1005336"/>
                  </a:lnTo>
                  <a:lnTo>
                    <a:pt x="6174564" y="1005336"/>
                  </a:lnTo>
                  <a:lnTo>
                    <a:pt x="6174814" y="1005336"/>
                  </a:lnTo>
                  <a:lnTo>
                    <a:pt x="6175314" y="1005336"/>
                  </a:lnTo>
                  <a:lnTo>
                    <a:pt x="6175439" y="1005336"/>
                  </a:lnTo>
                  <a:lnTo>
                    <a:pt x="6175814" y="1005336"/>
                  </a:lnTo>
                  <a:lnTo>
                    <a:pt x="6176189" y="1005336"/>
                  </a:lnTo>
                  <a:lnTo>
                    <a:pt x="6176564" y="1005336"/>
                  </a:lnTo>
                  <a:lnTo>
                    <a:pt x="6176689" y="1005336"/>
                  </a:lnTo>
                  <a:lnTo>
                    <a:pt x="6176939" y="1005336"/>
                  </a:lnTo>
                  <a:lnTo>
                    <a:pt x="6177190" y="1005336"/>
                  </a:lnTo>
                  <a:lnTo>
                    <a:pt x="6177440" y="1005336"/>
                  </a:lnTo>
                  <a:lnTo>
                    <a:pt x="6177690" y="1005336"/>
                  </a:lnTo>
                  <a:lnTo>
                    <a:pt x="6177940" y="1005336"/>
                  </a:lnTo>
                  <a:lnTo>
                    <a:pt x="6178190" y="1005336"/>
                  </a:lnTo>
                  <a:lnTo>
                    <a:pt x="6178315" y="1005336"/>
                  </a:lnTo>
                  <a:lnTo>
                    <a:pt x="6178815" y="1005336"/>
                  </a:lnTo>
                  <a:lnTo>
                    <a:pt x="6179315" y="1005336"/>
                  </a:lnTo>
                  <a:lnTo>
                    <a:pt x="6179690" y="1005336"/>
                  </a:lnTo>
                  <a:lnTo>
                    <a:pt x="6179940" y="1005336"/>
                  </a:lnTo>
                  <a:lnTo>
                    <a:pt x="6180065" y="1005336"/>
                  </a:lnTo>
                  <a:lnTo>
                    <a:pt x="6180191" y="1005336"/>
                  </a:lnTo>
                  <a:lnTo>
                    <a:pt x="6180316" y="1005336"/>
                  </a:lnTo>
                  <a:lnTo>
                    <a:pt x="6180566" y="1005336"/>
                  </a:lnTo>
                  <a:lnTo>
                    <a:pt x="6181441" y="1005336"/>
                  </a:lnTo>
                  <a:lnTo>
                    <a:pt x="6181566" y="1005336"/>
                  </a:lnTo>
                  <a:lnTo>
                    <a:pt x="6182066" y="1005336"/>
                  </a:lnTo>
                  <a:lnTo>
                    <a:pt x="6182441" y="1005336"/>
                  </a:lnTo>
                  <a:lnTo>
                    <a:pt x="6182816" y="1005336"/>
                  </a:lnTo>
                  <a:lnTo>
                    <a:pt x="6183192" y="1005336"/>
                  </a:lnTo>
                  <a:lnTo>
                    <a:pt x="6183567" y="1005336"/>
                  </a:lnTo>
                  <a:lnTo>
                    <a:pt x="6183692" y="1005336"/>
                  </a:lnTo>
                  <a:lnTo>
                    <a:pt x="6183817" y="1005336"/>
                  </a:lnTo>
                  <a:lnTo>
                    <a:pt x="6184067" y="1005336"/>
                  </a:lnTo>
                  <a:lnTo>
                    <a:pt x="6186443" y="1005336"/>
                  </a:lnTo>
                  <a:lnTo>
                    <a:pt x="6186568" y="1005336"/>
                  </a:lnTo>
                  <a:lnTo>
                    <a:pt x="6186693" y="1005336"/>
                  </a:lnTo>
                  <a:lnTo>
                    <a:pt x="6186818" y="1005336"/>
                  </a:lnTo>
                  <a:lnTo>
                    <a:pt x="6187068" y="1005336"/>
                  </a:lnTo>
                  <a:lnTo>
                    <a:pt x="6187193" y="1005336"/>
                  </a:lnTo>
                  <a:lnTo>
                    <a:pt x="6187568" y="1005336"/>
                  </a:lnTo>
                  <a:lnTo>
                    <a:pt x="6188068" y="1005336"/>
                  </a:lnTo>
                  <a:lnTo>
                    <a:pt x="6188193" y="1005336"/>
                  </a:lnTo>
                  <a:lnTo>
                    <a:pt x="6188443" y="1005336"/>
                  </a:lnTo>
                  <a:lnTo>
                    <a:pt x="6188568" y="1005336"/>
                  </a:lnTo>
                  <a:lnTo>
                    <a:pt x="6189068" y="1005336"/>
                  </a:lnTo>
                  <a:lnTo>
                    <a:pt x="6189319" y="1005336"/>
                  </a:lnTo>
                  <a:lnTo>
                    <a:pt x="6189944" y="1005336"/>
                  </a:lnTo>
                  <a:lnTo>
                    <a:pt x="6190444" y="1005336"/>
                  </a:lnTo>
                  <a:lnTo>
                    <a:pt x="6190569" y="1005336"/>
                  </a:lnTo>
                  <a:lnTo>
                    <a:pt x="6191069" y="1005336"/>
                  </a:lnTo>
                  <a:lnTo>
                    <a:pt x="6191194" y="1005336"/>
                  </a:lnTo>
                  <a:lnTo>
                    <a:pt x="6191444" y="1005336"/>
                  </a:lnTo>
                  <a:lnTo>
                    <a:pt x="6191694" y="1005336"/>
                  </a:lnTo>
                  <a:lnTo>
                    <a:pt x="6191819" y="1005336"/>
                  </a:lnTo>
                  <a:lnTo>
                    <a:pt x="6192445" y="1005336"/>
                  </a:lnTo>
                  <a:lnTo>
                    <a:pt x="6192695" y="995382"/>
                  </a:lnTo>
                  <a:lnTo>
                    <a:pt x="6192820" y="995382"/>
                  </a:lnTo>
                  <a:lnTo>
                    <a:pt x="6193070" y="995382"/>
                  </a:lnTo>
                  <a:lnTo>
                    <a:pt x="6193320" y="995382"/>
                  </a:lnTo>
                  <a:lnTo>
                    <a:pt x="6193820" y="995382"/>
                  </a:lnTo>
                  <a:lnTo>
                    <a:pt x="6194695" y="995382"/>
                  </a:lnTo>
                  <a:lnTo>
                    <a:pt x="6195070" y="995382"/>
                  </a:lnTo>
                  <a:lnTo>
                    <a:pt x="6195196" y="995382"/>
                  </a:lnTo>
                  <a:lnTo>
                    <a:pt x="6195446" y="995382"/>
                  </a:lnTo>
                  <a:lnTo>
                    <a:pt x="6196446" y="995382"/>
                  </a:lnTo>
                  <a:lnTo>
                    <a:pt x="6197071" y="995382"/>
                  </a:lnTo>
                  <a:lnTo>
                    <a:pt x="6197321" y="995382"/>
                  </a:lnTo>
                  <a:lnTo>
                    <a:pt x="6197571" y="985428"/>
                  </a:lnTo>
                  <a:lnTo>
                    <a:pt x="6197696" y="985428"/>
                  </a:lnTo>
                  <a:lnTo>
                    <a:pt x="6197821" y="985428"/>
                  </a:lnTo>
                  <a:lnTo>
                    <a:pt x="6198572" y="985428"/>
                  </a:lnTo>
                  <a:lnTo>
                    <a:pt x="6198822" y="985428"/>
                  </a:lnTo>
                  <a:lnTo>
                    <a:pt x="6198947" y="985428"/>
                  </a:lnTo>
                  <a:lnTo>
                    <a:pt x="6199197" y="985428"/>
                  </a:lnTo>
                  <a:lnTo>
                    <a:pt x="6199322" y="985428"/>
                  </a:lnTo>
                  <a:lnTo>
                    <a:pt x="6199947" y="985428"/>
                  </a:lnTo>
                  <a:lnTo>
                    <a:pt x="6200322" y="985428"/>
                  </a:lnTo>
                  <a:lnTo>
                    <a:pt x="6200697" y="985428"/>
                  </a:lnTo>
                  <a:lnTo>
                    <a:pt x="6200822" y="985428"/>
                  </a:lnTo>
                  <a:lnTo>
                    <a:pt x="6201323" y="985428"/>
                  </a:lnTo>
                  <a:lnTo>
                    <a:pt x="6201698" y="985428"/>
                  </a:lnTo>
                  <a:lnTo>
                    <a:pt x="6202198" y="985428"/>
                  </a:lnTo>
                  <a:lnTo>
                    <a:pt x="6202323" y="985428"/>
                  </a:lnTo>
                  <a:lnTo>
                    <a:pt x="6202448" y="985428"/>
                  </a:lnTo>
                  <a:lnTo>
                    <a:pt x="6204199" y="985428"/>
                  </a:lnTo>
                  <a:lnTo>
                    <a:pt x="6204449" y="975474"/>
                  </a:lnTo>
                  <a:lnTo>
                    <a:pt x="6204699" y="975474"/>
                  </a:lnTo>
                  <a:lnTo>
                    <a:pt x="6204824" y="975474"/>
                  </a:lnTo>
                  <a:lnTo>
                    <a:pt x="6204949" y="975474"/>
                  </a:lnTo>
                  <a:lnTo>
                    <a:pt x="6205449" y="975474"/>
                  </a:lnTo>
                  <a:lnTo>
                    <a:pt x="6205699" y="975474"/>
                  </a:lnTo>
                  <a:lnTo>
                    <a:pt x="6205949" y="965520"/>
                  </a:lnTo>
                  <a:lnTo>
                    <a:pt x="6206074" y="965520"/>
                  </a:lnTo>
                  <a:lnTo>
                    <a:pt x="6206949" y="965520"/>
                  </a:lnTo>
                  <a:lnTo>
                    <a:pt x="6207074" y="965520"/>
                  </a:lnTo>
                  <a:lnTo>
                    <a:pt x="6207450" y="965520"/>
                  </a:lnTo>
                  <a:lnTo>
                    <a:pt x="6208075" y="965520"/>
                  </a:lnTo>
                  <a:lnTo>
                    <a:pt x="6208825" y="965520"/>
                  </a:lnTo>
                  <a:lnTo>
                    <a:pt x="6208950" y="965520"/>
                  </a:lnTo>
                  <a:lnTo>
                    <a:pt x="6209950" y="965520"/>
                  </a:lnTo>
                  <a:lnTo>
                    <a:pt x="6210076" y="965520"/>
                  </a:lnTo>
                  <a:lnTo>
                    <a:pt x="6210201" y="965520"/>
                  </a:lnTo>
                  <a:lnTo>
                    <a:pt x="6211451" y="965520"/>
                  </a:lnTo>
                  <a:lnTo>
                    <a:pt x="6211951" y="965520"/>
                  </a:lnTo>
                  <a:lnTo>
                    <a:pt x="6212201" y="965520"/>
                  </a:lnTo>
                  <a:lnTo>
                    <a:pt x="6212451" y="965520"/>
                  </a:lnTo>
                  <a:lnTo>
                    <a:pt x="6212576" y="965520"/>
                  </a:lnTo>
                  <a:lnTo>
                    <a:pt x="6212701" y="965520"/>
                  </a:lnTo>
                  <a:lnTo>
                    <a:pt x="6212826" y="965520"/>
                  </a:lnTo>
                  <a:lnTo>
                    <a:pt x="6212951" y="965520"/>
                  </a:lnTo>
                  <a:lnTo>
                    <a:pt x="6213202" y="965520"/>
                  </a:lnTo>
                  <a:lnTo>
                    <a:pt x="6213577" y="965520"/>
                  </a:lnTo>
                  <a:lnTo>
                    <a:pt x="6214202" y="965520"/>
                  </a:lnTo>
                  <a:lnTo>
                    <a:pt x="6214827" y="965520"/>
                  </a:lnTo>
                  <a:lnTo>
                    <a:pt x="6215202" y="965520"/>
                  </a:lnTo>
                  <a:lnTo>
                    <a:pt x="6215327" y="965520"/>
                  </a:lnTo>
                  <a:lnTo>
                    <a:pt x="6215577" y="965520"/>
                  </a:lnTo>
                  <a:lnTo>
                    <a:pt x="6215827" y="965520"/>
                  </a:lnTo>
                  <a:lnTo>
                    <a:pt x="6216578" y="965520"/>
                  </a:lnTo>
                  <a:lnTo>
                    <a:pt x="6216703" y="965520"/>
                  </a:lnTo>
                  <a:lnTo>
                    <a:pt x="6217078" y="965520"/>
                  </a:lnTo>
                  <a:lnTo>
                    <a:pt x="6217328" y="965520"/>
                  </a:lnTo>
                  <a:lnTo>
                    <a:pt x="6217453" y="965520"/>
                  </a:lnTo>
                  <a:lnTo>
                    <a:pt x="6217578" y="965520"/>
                  </a:lnTo>
                  <a:lnTo>
                    <a:pt x="6218203" y="965520"/>
                  </a:lnTo>
                  <a:lnTo>
                    <a:pt x="6218453" y="965520"/>
                  </a:lnTo>
                  <a:lnTo>
                    <a:pt x="6218578" y="965520"/>
                  </a:lnTo>
                  <a:lnTo>
                    <a:pt x="6218828" y="965520"/>
                  </a:lnTo>
                  <a:lnTo>
                    <a:pt x="6218953" y="965520"/>
                  </a:lnTo>
                  <a:lnTo>
                    <a:pt x="6219079" y="965520"/>
                  </a:lnTo>
                  <a:lnTo>
                    <a:pt x="6219579" y="965520"/>
                  </a:lnTo>
                  <a:lnTo>
                    <a:pt x="6219954" y="955566"/>
                  </a:lnTo>
                  <a:lnTo>
                    <a:pt x="6220204" y="955566"/>
                  </a:lnTo>
                  <a:lnTo>
                    <a:pt x="6220329" y="955566"/>
                  </a:lnTo>
                  <a:lnTo>
                    <a:pt x="6220454" y="955566"/>
                  </a:lnTo>
                  <a:lnTo>
                    <a:pt x="6221704" y="955566"/>
                  </a:lnTo>
                  <a:lnTo>
                    <a:pt x="6222080" y="955566"/>
                  </a:lnTo>
                  <a:lnTo>
                    <a:pt x="6222580" y="955566"/>
                  </a:lnTo>
                  <a:lnTo>
                    <a:pt x="6222830" y="955566"/>
                  </a:lnTo>
                  <a:lnTo>
                    <a:pt x="6223080" y="955566"/>
                  </a:lnTo>
                  <a:lnTo>
                    <a:pt x="6223205" y="955566"/>
                  </a:lnTo>
                  <a:lnTo>
                    <a:pt x="6224330" y="955566"/>
                  </a:lnTo>
                  <a:lnTo>
                    <a:pt x="6224830" y="955566"/>
                  </a:lnTo>
                  <a:lnTo>
                    <a:pt x="6225206" y="955566"/>
                  </a:lnTo>
                  <a:lnTo>
                    <a:pt x="6225456" y="955566"/>
                  </a:lnTo>
                  <a:lnTo>
                    <a:pt x="6225831" y="955566"/>
                  </a:lnTo>
                  <a:lnTo>
                    <a:pt x="6226081" y="955566"/>
                  </a:lnTo>
                  <a:lnTo>
                    <a:pt x="6226581" y="955566"/>
                  </a:lnTo>
                  <a:lnTo>
                    <a:pt x="6226831" y="955566"/>
                  </a:lnTo>
                  <a:lnTo>
                    <a:pt x="6227581" y="955566"/>
                  </a:lnTo>
                  <a:lnTo>
                    <a:pt x="6227706" y="955566"/>
                  </a:lnTo>
                  <a:lnTo>
                    <a:pt x="6228582" y="955566"/>
                  </a:lnTo>
                  <a:lnTo>
                    <a:pt x="6228707" y="955566"/>
                  </a:lnTo>
                  <a:lnTo>
                    <a:pt x="6229707" y="955566"/>
                  </a:lnTo>
                  <a:lnTo>
                    <a:pt x="6230207" y="955566"/>
                  </a:lnTo>
                  <a:lnTo>
                    <a:pt x="6230707" y="955566"/>
                  </a:lnTo>
                  <a:lnTo>
                    <a:pt x="6230957" y="955566"/>
                  </a:lnTo>
                  <a:lnTo>
                    <a:pt x="6231958" y="955566"/>
                  </a:lnTo>
                  <a:lnTo>
                    <a:pt x="6232083" y="955566"/>
                  </a:lnTo>
                  <a:lnTo>
                    <a:pt x="6232208" y="955566"/>
                  </a:lnTo>
                  <a:lnTo>
                    <a:pt x="6232333" y="955566"/>
                  </a:lnTo>
                  <a:lnTo>
                    <a:pt x="6232458" y="955566"/>
                  </a:lnTo>
                  <a:lnTo>
                    <a:pt x="6232833" y="955566"/>
                  </a:lnTo>
                  <a:lnTo>
                    <a:pt x="6232958" y="955566"/>
                  </a:lnTo>
                  <a:lnTo>
                    <a:pt x="6233458" y="955566"/>
                  </a:lnTo>
                  <a:lnTo>
                    <a:pt x="6233833" y="955566"/>
                  </a:lnTo>
                  <a:lnTo>
                    <a:pt x="6234584" y="955566"/>
                  </a:lnTo>
                  <a:lnTo>
                    <a:pt x="6235709" y="945613"/>
                  </a:lnTo>
                  <a:lnTo>
                    <a:pt x="6235834" y="945613"/>
                  </a:lnTo>
                  <a:lnTo>
                    <a:pt x="6235959" y="945613"/>
                  </a:lnTo>
                  <a:lnTo>
                    <a:pt x="6236209" y="945613"/>
                  </a:lnTo>
                  <a:lnTo>
                    <a:pt x="6236334" y="945613"/>
                  </a:lnTo>
                  <a:lnTo>
                    <a:pt x="6236584" y="945613"/>
                  </a:lnTo>
                  <a:lnTo>
                    <a:pt x="6236709" y="945613"/>
                  </a:lnTo>
                  <a:lnTo>
                    <a:pt x="6237460" y="945613"/>
                  </a:lnTo>
                  <a:lnTo>
                    <a:pt x="6238710" y="945613"/>
                  </a:lnTo>
                  <a:lnTo>
                    <a:pt x="6239085" y="945613"/>
                  </a:lnTo>
                  <a:lnTo>
                    <a:pt x="6239210" y="945613"/>
                  </a:lnTo>
                  <a:lnTo>
                    <a:pt x="6239460" y="945613"/>
                  </a:lnTo>
                  <a:lnTo>
                    <a:pt x="6239460" y="935659"/>
                  </a:lnTo>
                  <a:lnTo>
                    <a:pt x="6240586" y="935659"/>
                  </a:lnTo>
                  <a:lnTo>
                    <a:pt x="6241086" y="935659"/>
                  </a:lnTo>
                  <a:lnTo>
                    <a:pt x="6241211" y="935659"/>
                  </a:lnTo>
                  <a:lnTo>
                    <a:pt x="6241461" y="935659"/>
                  </a:lnTo>
                  <a:lnTo>
                    <a:pt x="6241961" y="935659"/>
                  </a:lnTo>
                  <a:lnTo>
                    <a:pt x="6242336" y="935659"/>
                  </a:lnTo>
                  <a:lnTo>
                    <a:pt x="6242711" y="935659"/>
                  </a:lnTo>
                  <a:lnTo>
                    <a:pt x="6242961" y="935659"/>
                  </a:lnTo>
                  <a:lnTo>
                    <a:pt x="6243212" y="935659"/>
                  </a:lnTo>
                  <a:lnTo>
                    <a:pt x="6243462" y="935659"/>
                  </a:lnTo>
                  <a:lnTo>
                    <a:pt x="6243587" y="935659"/>
                  </a:lnTo>
                  <a:lnTo>
                    <a:pt x="6244212" y="935659"/>
                  </a:lnTo>
                  <a:lnTo>
                    <a:pt x="6244462" y="935659"/>
                  </a:lnTo>
                  <a:lnTo>
                    <a:pt x="6244712" y="935659"/>
                  </a:lnTo>
                  <a:lnTo>
                    <a:pt x="6244837" y="935659"/>
                  </a:lnTo>
                  <a:lnTo>
                    <a:pt x="6244962" y="935659"/>
                  </a:lnTo>
                  <a:lnTo>
                    <a:pt x="6245212" y="935659"/>
                  </a:lnTo>
                  <a:lnTo>
                    <a:pt x="6245337" y="935659"/>
                  </a:lnTo>
                  <a:lnTo>
                    <a:pt x="6245712" y="935659"/>
                  </a:lnTo>
                  <a:lnTo>
                    <a:pt x="6246463" y="935659"/>
                  </a:lnTo>
                  <a:lnTo>
                    <a:pt x="6247213" y="935659"/>
                  </a:lnTo>
                  <a:lnTo>
                    <a:pt x="6247213" y="925705"/>
                  </a:lnTo>
                  <a:lnTo>
                    <a:pt x="6247463" y="925705"/>
                  </a:lnTo>
                  <a:lnTo>
                    <a:pt x="6247713" y="925705"/>
                  </a:lnTo>
                  <a:lnTo>
                    <a:pt x="6247838" y="925705"/>
                  </a:lnTo>
                  <a:lnTo>
                    <a:pt x="6248088" y="925705"/>
                  </a:lnTo>
                  <a:lnTo>
                    <a:pt x="6248463" y="925705"/>
                  </a:lnTo>
                  <a:lnTo>
                    <a:pt x="6248713" y="925705"/>
                  </a:lnTo>
                  <a:lnTo>
                    <a:pt x="6248838" y="925705"/>
                  </a:lnTo>
                  <a:lnTo>
                    <a:pt x="6248964" y="925705"/>
                  </a:lnTo>
                  <a:lnTo>
                    <a:pt x="6249089" y="925705"/>
                  </a:lnTo>
                  <a:lnTo>
                    <a:pt x="6250089" y="925705"/>
                  </a:lnTo>
                  <a:lnTo>
                    <a:pt x="6250464" y="925705"/>
                  </a:lnTo>
                  <a:lnTo>
                    <a:pt x="6250589" y="925705"/>
                  </a:lnTo>
                  <a:lnTo>
                    <a:pt x="6250964" y="925705"/>
                  </a:lnTo>
                  <a:lnTo>
                    <a:pt x="6251464" y="925705"/>
                  </a:lnTo>
                  <a:lnTo>
                    <a:pt x="6251589" y="925705"/>
                  </a:lnTo>
                  <a:lnTo>
                    <a:pt x="6251714" y="925705"/>
                  </a:lnTo>
                  <a:lnTo>
                    <a:pt x="6251839" y="925705"/>
                  </a:lnTo>
                  <a:lnTo>
                    <a:pt x="6252215" y="925705"/>
                  </a:lnTo>
                  <a:lnTo>
                    <a:pt x="6252465" y="925705"/>
                  </a:lnTo>
                  <a:lnTo>
                    <a:pt x="6252590" y="925705"/>
                  </a:lnTo>
                  <a:lnTo>
                    <a:pt x="6252715" y="925705"/>
                  </a:lnTo>
                  <a:lnTo>
                    <a:pt x="6253090" y="925705"/>
                  </a:lnTo>
                  <a:lnTo>
                    <a:pt x="6253465" y="925705"/>
                  </a:lnTo>
                  <a:lnTo>
                    <a:pt x="6253590" y="925705"/>
                  </a:lnTo>
                  <a:lnTo>
                    <a:pt x="6253715" y="925705"/>
                  </a:lnTo>
                  <a:lnTo>
                    <a:pt x="6254340" y="925705"/>
                  </a:lnTo>
                  <a:lnTo>
                    <a:pt x="6254465" y="925705"/>
                  </a:lnTo>
                  <a:lnTo>
                    <a:pt x="6254590" y="925705"/>
                  </a:lnTo>
                  <a:lnTo>
                    <a:pt x="6255716" y="925705"/>
                  </a:lnTo>
                  <a:lnTo>
                    <a:pt x="6256091" y="925705"/>
                  </a:lnTo>
                  <a:lnTo>
                    <a:pt x="6256341" y="925705"/>
                  </a:lnTo>
                  <a:lnTo>
                    <a:pt x="6256716" y="925705"/>
                  </a:lnTo>
                  <a:lnTo>
                    <a:pt x="6256841" y="925705"/>
                  </a:lnTo>
                  <a:lnTo>
                    <a:pt x="6258217" y="925705"/>
                  </a:lnTo>
                  <a:lnTo>
                    <a:pt x="6258592" y="925705"/>
                  </a:lnTo>
                  <a:lnTo>
                    <a:pt x="6258717" y="925705"/>
                  </a:lnTo>
                  <a:lnTo>
                    <a:pt x="6258842" y="925705"/>
                  </a:lnTo>
                  <a:lnTo>
                    <a:pt x="6258967" y="925705"/>
                  </a:lnTo>
                  <a:lnTo>
                    <a:pt x="6259717" y="925705"/>
                  </a:lnTo>
                  <a:lnTo>
                    <a:pt x="6260092" y="925705"/>
                  </a:lnTo>
                  <a:lnTo>
                    <a:pt x="6260342" y="925705"/>
                  </a:lnTo>
                  <a:lnTo>
                    <a:pt x="6260842" y="925705"/>
                  </a:lnTo>
                  <a:lnTo>
                    <a:pt x="6261218" y="925705"/>
                  </a:lnTo>
                  <a:lnTo>
                    <a:pt x="6261968" y="925705"/>
                  </a:lnTo>
                  <a:lnTo>
                    <a:pt x="6262343" y="925705"/>
                  </a:lnTo>
                  <a:lnTo>
                    <a:pt x="6262968" y="925705"/>
                  </a:lnTo>
                  <a:lnTo>
                    <a:pt x="6263093" y="925705"/>
                  </a:lnTo>
                  <a:lnTo>
                    <a:pt x="6263468" y="925705"/>
                  </a:lnTo>
                  <a:lnTo>
                    <a:pt x="6263843" y="925705"/>
                  </a:lnTo>
                  <a:lnTo>
                    <a:pt x="6263969" y="925705"/>
                  </a:lnTo>
                  <a:lnTo>
                    <a:pt x="6264219" y="925705"/>
                  </a:lnTo>
                  <a:lnTo>
                    <a:pt x="6264344" y="925705"/>
                  </a:lnTo>
                  <a:lnTo>
                    <a:pt x="6264594" y="925705"/>
                  </a:lnTo>
                  <a:lnTo>
                    <a:pt x="6264719" y="925705"/>
                  </a:lnTo>
                  <a:lnTo>
                    <a:pt x="6264844" y="925705"/>
                  </a:lnTo>
                  <a:lnTo>
                    <a:pt x="6265094" y="925705"/>
                  </a:lnTo>
                  <a:lnTo>
                    <a:pt x="6265469" y="925705"/>
                  </a:lnTo>
                  <a:lnTo>
                    <a:pt x="6265719" y="925705"/>
                  </a:lnTo>
                  <a:lnTo>
                    <a:pt x="6265844" y="925705"/>
                  </a:lnTo>
                  <a:lnTo>
                    <a:pt x="6266094" y="925705"/>
                  </a:lnTo>
                  <a:lnTo>
                    <a:pt x="6266219" y="925705"/>
                  </a:lnTo>
                  <a:lnTo>
                    <a:pt x="6266344" y="925705"/>
                  </a:lnTo>
                  <a:lnTo>
                    <a:pt x="6266469" y="925705"/>
                  </a:lnTo>
                  <a:lnTo>
                    <a:pt x="6266594" y="925705"/>
                  </a:lnTo>
                  <a:lnTo>
                    <a:pt x="6266970" y="925705"/>
                  </a:lnTo>
                  <a:lnTo>
                    <a:pt x="6267720" y="925705"/>
                  </a:lnTo>
                  <a:lnTo>
                    <a:pt x="6267970" y="925705"/>
                  </a:lnTo>
                  <a:lnTo>
                    <a:pt x="6268095" y="925705"/>
                  </a:lnTo>
                  <a:lnTo>
                    <a:pt x="6268470" y="925705"/>
                  </a:lnTo>
                  <a:lnTo>
                    <a:pt x="6268595" y="925705"/>
                  </a:lnTo>
                  <a:lnTo>
                    <a:pt x="6268970" y="925705"/>
                  </a:lnTo>
                  <a:lnTo>
                    <a:pt x="6269345" y="925705"/>
                  </a:lnTo>
                  <a:lnTo>
                    <a:pt x="6269470" y="925705"/>
                  </a:lnTo>
                  <a:lnTo>
                    <a:pt x="6269595" y="925705"/>
                  </a:lnTo>
                  <a:lnTo>
                    <a:pt x="6269720" y="925705"/>
                  </a:lnTo>
                  <a:lnTo>
                    <a:pt x="6270346" y="925705"/>
                  </a:lnTo>
                  <a:lnTo>
                    <a:pt x="6270471" y="925705"/>
                  </a:lnTo>
                  <a:lnTo>
                    <a:pt x="6270596" y="925705"/>
                  </a:lnTo>
                  <a:lnTo>
                    <a:pt x="6270721" y="925705"/>
                  </a:lnTo>
                  <a:lnTo>
                    <a:pt x="6277098" y="915751"/>
                  </a:lnTo>
                  <a:lnTo>
                    <a:pt x="6277223" y="915751"/>
                  </a:lnTo>
                  <a:lnTo>
                    <a:pt x="6277723" y="915751"/>
                  </a:lnTo>
                  <a:lnTo>
                    <a:pt x="6277848" y="915751"/>
                  </a:lnTo>
                  <a:lnTo>
                    <a:pt x="6278848" y="915751"/>
                  </a:lnTo>
                  <a:lnTo>
                    <a:pt x="6278974" y="915751"/>
                  </a:lnTo>
                  <a:lnTo>
                    <a:pt x="6279099" y="915751"/>
                  </a:lnTo>
                  <a:lnTo>
                    <a:pt x="6279224" y="915751"/>
                  </a:lnTo>
                  <a:lnTo>
                    <a:pt x="6279349" y="915751"/>
                  </a:lnTo>
                  <a:lnTo>
                    <a:pt x="6279474" y="915751"/>
                  </a:lnTo>
                  <a:lnTo>
                    <a:pt x="6279724" y="915751"/>
                  </a:lnTo>
                  <a:lnTo>
                    <a:pt x="6279974" y="915751"/>
                  </a:lnTo>
                  <a:lnTo>
                    <a:pt x="6280099" y="915751"/>
                  </a:lnTo>
                  <a:lnTo>
                    <a:pt x="6280224" y="915751"/>
                  </a:lnTo>
                  <a:lnTo>
                    <a:pt x="6280349" y="915751"/>
                  </a:lnTo>
                  <a:lnTo>
                    <a:pt x="6280474" y="915751"/>
                  </a:lnTo>
                  <a:lnTo>
                    <a:pt x="6280599" y="915751"/>
                  </a:lnTo>
                  <a:lnTo>
                    <a:pt x="6280849" y="915751"/>
                  </a:lnTo>
                  <a:lnTo>
                    <a:pt x="6281349" y="915751"/>
                  </a:lnTo>
                  <a:lnTo>
                    <a:pt x="6281474" y="915751"/>
                  </a:lnTo>
                  <a:lnTo>
                    <a:pt x="6281599" y="915751"/>
                  </a:lnTo>
                  <a:lnTo>
                    <a:pt x="6281975" y="915751"/>
                  </a:lnTo>
                  <a:lnTo>
                    <a:pt x="6282100" y="915751"/>
                  </a:lnTo>
                  <a:lnTo>
                    <a:pt x="6282225" y="915751"/>
                  </a:lnTo>
                  <a:lnTo>
                    <a:pt x="6282350" y="915751"/>
                  </a:lnTo>
                  <a:lnTo>
                    <a:pt x="6283100" y="915751"/>
                  </a:lnTo>
                  <a:lnTo>
                    <a:pt x="6284100" y="915751"/>
                  </a:lnTo>
                  <a:lnTo>
                    <a:pt x="6284475" y="915751"/>
                  </a:lnTo>
                  <a:lnTo>
                    <a:pt x="6285101" y="915751"/>
                  </a:lnTo>
                  <a:lnTo>
                    <a:pt x="6285476" y="915751"/>
                  </a:lnTo>
                  <a:lnTo>
                    <a:pt x="6285976" y="915751"/>
                  </a:lnTo>
                  <a:lnTo>
                    <a:pt x="6286101" y="915751"/>
                  </a:lnTo>
                  <a:lnTo>
                    <a:pt x="6286226" y="915751"/>
                  </a:lnTo>
                  <a:lnTo>
                    <a:pt x="6286351" y="915751"/>
                  </a:lnTo>
                  <a:lnTo>
                    <a:pt x="6286601" y="915751"/>
                  </a:lnTo>
                  <a:lnTo>
                    <a:pt x="6286976" y="915751"/>
                  </a:lnTo>
                  <a:lnTo>
                    <a:pt x="6287226" y="915751"/>
                  </a:lnTo>
                  <a:lnTo>
                    <a:pt x="6287476" y="915751"/>
                  </a:lnTo>
                  <a:lnTo>
                    <a:pt x="6287977" y="915751"/>
                  </a:lnTo>
                  <a:lnTo>
                    <a:pt x="6288477" y="915751"/>
                  </a:lnTo>
                  <a:lnTo>
                    <a:pt x="6288602" y="915751"/>
                  </a:lnTo>
                  <a:lnTo>
                    <a:pt x="6289227" y="915751"/>
                  </a:lnTo>
                  <a:lnTo>
                    <a:pt x="6289352" y="915751"/>
                  </a:lnTo>
                  <a:lnTo>
                    <a:pt x="6289602" y="915751"/>
                  </a:lnTo>
                  <a:lnTo>
                    <a:pt x="6289852" y="915751"/>
                  </a:lnTo>
                  <a:lnTo>
                    <a:pt x="6289977" y="915751"/>
                  </a:lnTo>
                  <a:lnTo>
                    <a:pt x="6290978" y="915751"/>
                  </a:lnTo>
                  <a:lnTo>
                    <a:pt x="6291103" y="915751"/>
                  </a:lnTo>
                  <a:lnTo>
                    <a:pt x="6291228" y="915751"/>
                  </a:lnTo>
                  <a:lnTo>
                    <a:pt x="6291353" y="915751"/>
                  </a:lnTo>
                  <a:lnTo>
                    <a:pt x="6292353" y="915751"/>
                  </a:lnTo>
                  <a:lnTo>
                    <a:pt x="6292728" y="915751"/>
                  </a:lnTo>
                  <a:lnTo>
                    <a:pt x="6292853" y="915751"/>
                  </a:lnTo>
                  <a:lnTo>
                    <a:pt x="6293854" y="915751"/>
                  </a:lnTo>
                  <a:lnTo>
                    <a:pt x="6294104" y="915751"/>
                  </a:lnTo>
                  <a:lnTo>
                    <a:pt x="6294979" y="915751"/>
                  </a:lnTo>
                  <a:lnTo>
                    <a:pt x="6295104" y="915751"/>
                  </a:lnTo>
                  <a:lnTo>
                    <a:pt x="6295229" y="915751"/>
                  </a:lnTo>
                  <a:lnTo>
                    <a:pt x="6295354" y="915751"/>
                  </a:lnTo>
                  <a:lnTo>
                    <a:pt x="6295604" y="915751"/>
                  </a:lnTo>
                  <a:lnTo>
                    <a:pt x="6295729" y="915751"/>
                  </a:lnTo>
                  <a:lnTo>
                    <a:pt x="6295979" y="915751"/>
                  </a:lnTo>
                  <a:lnTo>
                    <a:pt x="6296104" y="915751"/>
                  </a:lnTo>
                  <a:lnTo>
                    <a:pt x="6296229" y="915751"/>
                  </a:lnTo>
                  <a:lnTo>
                    <a:pt x="6296354" y="915751"/>
                  </a:lnTo>
                  <a:lnTo>
                    <a:pt x="6296604" y="915751"/>
                  </a:lnTo>
                  <a:lnTo>
                    <a:pt x="6297355" y="915751"/>
                  </a:lnTo>
                  <a:lnTo>
                    <a:pt x="6297605" y="915751"/>
                  </a:lnTo>
                  <a:lnTo>
                    <a:pt x="6297730" y="915751"/>
                  </a:lnTo>
                  <a:lnTo>
                    <a:pt x="6297855" y="915751"/>
                  </a:lnTo>
                  <a:lnTo>
                    <a:pt x="6297980" y="915751"/>
                  </a:lnTo>
                  <a:lnTo>
                    <a:pt x="6298105" y="915751"/>
                  </a:lnTo>
                  <a:lnTo>
                    <a:pt x="6298355" y="915751"/>
                  </a:lnTo>
                  <a:lnTo>
                    <a:pt x="6298605" y="915751"/>
                  </a:lnTo>
                  <a:lnTo>
                    <a:pt x="6298855" y="915751"/>
                  </a:lnTo>
                  <a:lnTo>
                    <a:pt x="6298980" y="915751"/>
                  </a:lnTo>
                  <a:lnTo>
                    <a:pt x="6299105" y="915751"/>
                  </a:lnTo>
                  <a:lnTo>
                    <a:pt x="6299355" y="915751"/>
                  </a:lnTo>
                  <a:lnTo>
                    <a:pt x="6299480" y="915751"/>
                  </a:lnTo>
                  <a:lnTo>
                    <a:pt x="6299730" y="915751"/>
                  </a:lnTo>
                  <a:lnTo>
                    <a:pt x="6299981" y="915751"/>
                  </a:lnTo>
                  <a:lnTo>
                    <a:pt x="6300106" y="915751"/>
                  </a:lnTo>
                  <a:lnTo>
                    <a:pt x="6300481" y="915751"/>
                  </a:lnTo>
                  <a:lnTo>
                    <a:pt x="6300981" y="915751"/>
                  </a:lnTo>
                  <a:lnTo>
                    <a:pt x="6301231" y="915751"/>
                  </a:lnTo>
                  <a:lnTo>
                    <a:pt x="6301731" y="915751"/>
                  </a:lnTo>
                  <a:lnTo>
                    <a:pt x="6301856" y="915751"/>
                  </a:lnTo>
                  <a:lnTo>
                    <a:pt x="6302106" y="915751"/>
                  </a:lnTo>
                  <a:lnTo>
                    <a:pt x="6302231" y="915751"/>
                  </a:lnTo>
                  <a:lnTo>
                    <a:pt x="6302731" y="915751"/>
                  </a:lnTo>
                  <a:lnTo>
                    <a:pt x="6303357" y="915751"/>
                  </a:lnTo>
                  <a:lnTo>
                    <a:pt x="6304107" y="915751"/>
                  </a:lnTo>
                  <a:lnTo>
                    <a:pt x="6304482" y="915751"/>
                  </a:lnTo>
                  <a:lnTo>
                    <a:pt x="6304607" y="915751"/>
                  </a:lnTo>
                  <a:lnTo>
                    <a:pt x="6305107" y="915751"/>
                  </a:lnTo>
                  <a:lnTo>
                    <a:pt x="6305232" y="915751"/>
                  </a:lnTo>
                  <a:lnTo>
                    <a:pt x="6305482" y="915751"/>
                  </a:lnTo>
                  <a:lnTo>
                    <a:pt x="6305983" y="915751"/>
                  </a:lnTo>
                  <a:lnTo>
                    <a:pt x="6306608" y="915751"/>
                  </a:lnTo>
                  <a:lnTo>
                    <a:pt x="6306858" y="915751"/>
                  </a:lnTo>
                  <a:lnTo>
                    <a:pt x="6307108" y="915751"/>
                  </a:lnTo>
                  <a:lnTo>
                    <a:pt x="6307358" y="915751"/>
                  </a:lnTo>
                  <a:lnTo>
                    <a:pt x="6307483" y="915751"/>
                  </a:lnTo>
                  <a:lnTo>
                    <a:pt x="6307858" y="915751"/>
                  </a:lnTo>
                  <a:lnTo>
                    <a:pt x="6308483" y="915751"/>
                  </a:lnTo>
                  <a:lnTo>
                    <a:pt x="6308608" y="915751"/>
                  </a:lnTo>
                  <a:lnTo>
                    <a:pt x="6308984" y="915751"/>
                  </a:lnTo>
                  <a:lnTo>
                    <a:pt x="6310359" y="915751"/>
                  </a:lnTo>
                  <a:lnTo>
                    <a:pt x="6310484" y="915751"/>
                  </a:lnTo>
                  <a:lnTo>
                    <a:pt x="6311234" y="915751"/>
                  </a:lnTo>
                  <a:lnTo>
                    <a:pt x="6311359" y="915751"/>
                  </a:lnTo>
                  <a:lnTo>
                    <a:pt x="6311609" y="915751"/>
                  </a:lnTo>
                  <a:lnTo>
                    <a:pt x="6311734" y="915751"/>
                  </a:lnTo>
                  <a:lnTo>
                    <a:pt x="6311734" y="905797"/>
                  </a:lnTo>
                  <a:lnTo>
                    <a:pt x="6311860" y="905797"/>
                  </a:lnTo>
                  <a:lnTo>
                    <a:pt x="6312110" y="905797"/>
                  </a:lnTo>
                  <a:lnTo>
                    <a:pt x="6312235" y="905797"/>
                  </a:lnTo>
                  <a:lnTo>
                    <a:pt x="6313485" y="905797"/>
                  </a:lnTo>
                  <a:lnTo>
                    <a:pt x="6313610" y="905797"/>
                  </a:lnTo>
                  <a:lnTo>
                    <a:pt x="6313860" y="905797"/>
                  </a:lnTo>
                  <a:lnTo>
                    <a:pt x="6313985" y="905797"/>
                  </a:lnTo>
                  <a:lnTo>
                    <a:pt x="6314110" y="905797"/>
                  </a:lnTo>
                  <a:lnTo>
                    <a:pt x="6314235" y="905797"/>
                  </a:lnTo>
                  <a:lnTo>
                    <a:pt x="6314610" y="905797"/>
                  </a:lnTo>
                  <a:lnTo>
                    <a:pt x="6314735" y="905797"/>
                  </a:lnTo>
                  <a:lnTo>
                    <a:pt x="6314986" y="905797"/>
                  </a:lnTo>
                  <a:lnTo>
                    <a:pt x="6315236" y="905797"/>
                  </a:lnTo>
                  <a:lnTo>
                    <a:pt x="6315736" y="895844"/>
                  </a:lnTo>
                  <a:lnTo>
                    <a:pt x="6315986" y="895844"/>
                  </a:lnTo>
                  <a:lnTo>
                    <a:pt x="6316236" y="895844"/>
                  </a:lnTo>
                  <a:lnTo>
                    <a:pt x="6316361" y="895844"/>
                  </a:lnTo>
                  <a:lnTo>
                    <a:pt x="6316486" y="895844"/>
                  </a:lnTo>
                  <a:lnTo>
                    <a:pt x="6316611" y="895844"/>
                  </a:lnTo>
                  <a:lnTo>
                    <a:pt x="6316736" y="895844"/>
                  </a:lnTo>
                  <a:lnTo>
                    <a:pt x="6317111" y="895844"/>
                  </a:lnTo>
                  <a:lnTo>
                    <a:pt x="6318487" y="895844"/>
                  </a:lnTo>
                  <a:lnTo>
                    <a:pt x="6318612" y="895844"/>
                  </a:lnTo>
                  <a:lnTo>
                    <a:pt x="6318862" y="895844"/>
                  </a:lnTo>
                  <a:lnTo>
                    <a:pt x="6318987" y="895844"/>
                  </a:lnTo>
                  <a:lnTo>
                    <a:pt x="6319237" y="895844"/>
                  </a:lnTo>
                  <a:lnTo>
                    <a:pt x="6320112" y="895844"/>
                  </a:lnTo>
                  <a:lnTo>
                    <a:pt x="6320487" y="895844"/>
                  </a:lnTo>
                  <a:lnTo>
                    <a:pt x="6320863" y="895844"/>
                  </a:lnTo>
                  <a:lnTo>
                    <a:pt x="6320988" y="895844"/>
                  </a:lnTo>
                  <a:lnTo>
                    <a:pt x="6321363" y="895844"/>
                  </a:lnTo>
                  <a:lnTo>
                    <a:pt x="6321613" y="895844"/>
                  </a:lnTo>
                  <a:lnTo>
                    <a:pt x="6321738" y="895844"/>
                  </a:lnTo>
                  <a:lnTo>
                    <a:pt x="6322488" y="895844"/>
                  </a:lnTo>
                  <a:lnTo>
                    <a:pt x="6322738" y="895844"/>
                  </a:lnTo>
                  <a:lnTo>
                    <a:pt x="6322863" y="895844"/>
                  </a:lnTo>
                  <a:lnTo>
                    <a:pt x="6323238" y="895844"/>
                  </a:lnTo>
                  <a:lnTo>
                    <a:pt x="6323488" y="895844"/>
                  </a:lnTo>
                  <a:lnTo>
                    <a:pt x="6323613" y="895844"/>
                  </a:lnTo>
                  <a:lnTo>
                    <a:pt x="6323864" y="895844"/>
                  </a:lnTo>
                  <a:lnTo>
                    <a:pt x="6324614" y="895844"/>
                  </a:lnTo>
                  <a:lnTo>
                    <a:pt x="6324739" y="895844"/>
                  </a:lnTo>
                  <a:lnTo>
                    <a:pt x="6324864" y="895844"/>
                  </a:lnTo>
                  <a:lnTo>
                    <a:pt x="6324989" y="895844"/>
                  </a:lnTo>
                  <a:lnTo>
                    <a:pt x="6325114" y="895844"/>
                  </a:lnTo>
                  <a:lnTo>
                    <a:pt x="6325364" y="895844"/>
                  </a:lnTo>
                  <a:lnTo>
                    <a:pt x="6325489" y="895844"/>
                  </a:lnTo>
                  <a:lnTo>
                    <a:pt x="6326489" y="895844"/>
                  </a:lnTo>
                  <a:lnTo>
                    <a:pt x="6326614" y="895844"/>
                  </a:lnTo>
                  <a:lnTo>
                    <a:pt x="6326740" y="895844"/>
                  </a:lnTo>
                  <a:lnTo>
                    <a:pt x="6326865" y="895844"/>
                  </a:lnTo>
                  <a:lnTo>
                    <a:pt x="6326990" y="895844"/>
                  </a:lnTo>
                  <a:lnTo>
                    <a:pt x="6328115" y="895844"/>
                  </a:lnTo>
                  <a:lnTo>
                    <a:pt x="6328365" y="895844"/>
                  </a:lnTo>
                  <a:lnTo>
                    <a:pt x="6328615" y="895844"/>
                  </a:lnTo>
                  <a:lnTo>
                    <a:pt x="6329115" y="895844"/>
                  </a:lnTo>
                  <a:lnTo>
                    <a:pt x="6329490" y="895844"/>
                  </a:lnTo>
                  <a:lnTo>
                    <a:pt x="6329615" y="895844"/>
                  </a:lnTo>
                  <a:lnTo>
                    <a:pt x="6330616" y="895844"/>
                  </a:lnTo>
                  <a:lnTo>
                    <a:pt x="6330741" y="895844"/>
                  </a:lnTo>
                  <a:lnTo>
                    <a:pt x="6331491" y="895844"/>
                  </a:lnTo>
                  <a:lnTo>
                    <a:pt x="6331616" y="895844"/>
                  </a:lnTo>
                  <a:lnTo>
                    <a:pt x="6331741" y="895844"/>
                  </a:lnTo>
                  <a:lnTo>
                    <a:pt x="6331991" y="895844"/>
                  </a:lnTo>
                  <a:lnTo>
                    <a:pt x="6332116" y="895844"/>
                  </a:lnTo>
                  <a:lnTo>
                    <a:pt x="6332241" y="895844"/>
                  </a:lnTo>
                  <a:lnTo>
                    <a:pt x="6332992" y="895844"/>
                  </a:lnTo>
                  <a:lnTo>
                    <a:pt x="6333117" y="895844"/>
                  </a:lnTo>
                  <a:lnTo>
                    <a:pt x="6333242" y="895844"/>
                  </a:lnTo>
                  <a:lnTo>
                    <a:pt x="6333742" y="895844"/>
                  </a:lnTo>
                  <a:lnTo>
                    <a:pt x="6333867" y="895844"/>
                  </a:lnTo>
                  <a:lnTo>
                    <a:pt x="6334117" y="895844"/>
                  </a:lnTo>
                  <a:lnTo>
                    <a:pt x="6334242" y="895844"/>
                  </a:lnTo>
                  <a:lnTo>
                    <a:pt x="6335492" y="895844"/>
                  </a:lnTo>
                  <a:lnTo>
                    <a:pt x="6335868" y="895844"/>
                  </a:lnTo>
                  <a:lnTo>
                    <a:pt x="6335993" y="895844"/>
                  </a:lnTo>
                  <a:lnTo>
                    <a:pt x="6336118" y="895844"/>
                  </a:lnTo>
                  <a:lnTo>
                    <a:pt x="6336243" y="895844"/>
                  </a:lnTo>
                  <a:lnTo>
                    <a:pt x="6336493" y="895844"/>
                  </a:lnTo>
                  <a:lnTo>
                    <a:pt x="6336868" y="895844"/>
                  </a:lnTo>
                  <a:lnTo>
                    <a:pt x="6336993" y="895844"/>
                  </a:lnTo>
                  <a:lnTo>
                    <a:pt x="6337743" y="895844"/>
                  </a:lnTo>
                  <a:lnTo>
                    <a:pt x="6337993" y="895844"/>
                  </a:lnTo>
                  <a:lnTo>
                    <a:pt x="6338243" y="895844"/>
                  </a:lnTo>
                  <a:lnTo>
                    <a:pt x="6339119" y="895844"/>
                  </a:lnTo>
                  <a:lnTo>
                    <a:pt x="6339244" y="895844"/>
                  </a:lnTo>
                  <a:lnTo>
                    <a:pt x="6339369" y="895844"/>
                  </a:lnTo>
                  <a:lnTo>
                    <a:pt x="6339619" y="895844"/>
                  </a:lnTo>
                  <a:lnTo>
                    <a:pt x="6340119" y="885890"/>
                  </a:lnTo>
                  <a:lnTo>
                    <a:pt x="6340244" y="885890"/>
                  </a:lnTo>
                  <a:lnTo>
                    <a:pt x="6340619" y="885890"/>
                  </a:lnTo>
                  <a:lnTo>
                    <a:pt x="6340744" y="885890"/>
                  </a:lnTo>
                  <a:lnTo>
                    <a:pt x="6341369" y="885890"/>
                  </a:lnTo>
                  <a:lnTo>
                    <a:pt x="6342620" y="875936"/>
                  </a:lnTo>
                  <a:lnTo>
                    <a:pt x="6342870" y="875936"/>
                  </a:lnTo>
                  <a:lnTo>
                    <a:pt x="6342995" y="875936"/>
                  </a:lnTo>
                  <a:lnTo>
                    <a:pt x="6343120" y="875936"/>
                  </a:lnTo>
                  <a:lnTo>
                    <a:pt x="6343495" y="875936"/>
                  </a:lnTo>
                  <a:lnTo>
                    <a:pt x="6343745" y="875936"/>
                  </a:lnTo>
                  <a:lnTo>
                    <a:pt x="6343995" y="875936"/>
                  </a:lnTo>
                  <a:lnTo>
                    <a:pt x="6344245" y="875936"/>
                  </a:lnTo>
                  <a:lnTo>
                    <a:pt x="6344370" y="875936"/>
                  </a:lnTo>
                  <a:lnTo>
                    <a:pt x="6344871" y="875936"/>
                  </a:lnTo>
                  <a:lnTo>
                    <a:pt x="6344996" y="875936"/>
                  </a:lnTo>
                  <a:lnTo>
                    <a:pt x="6345121" y="875936"/>
                  </a:lnTo>
                  <a:lnTo>
                    <a:pt x="6345246" y="875936"/>
                  </a:lnTo>
                  <a:lnTo>
                    <a:pt x="6345371" y="875936"/>
                  </a:lnTo>
                  <a:lnTo>
                    <a:pt x="6345746" y="875936"/>
                  </a:lnTo>
                  <a:lnTo>
                    <a:pt x="6346996" y="875936"/>
                  </a:lnTo>
                  <a:lnTo>
                    <a:pt x="6347246" y="875936"/>
                  </a:lnTo>
                  <a:lnTo>
                    <a:pt x="6347496" y="875936"/>
                  </a:lnTo>
                  <a:lnTo>
                    <a:pt x="6347872" y="875936"/>
                  </a:lnTo>
                  <a:lnTo>
                    <a:pt x="6347997" y="875936"/>
                  </a:lnTo>
                  <a:lnTo>
                    <a:pt x="6348122" y="875936"/>
                  </a:lnTo>
                  <a:lnTo>
                    <a:pt x="6348247" y="875936"/>
                  </a:lnTo>
                  <a:lnTo>
                    <a:pt x="6348372" y="875936"/>
                  </a:lnTo>
                  <a:lnTo>
                    <a:pt x="6348497" y="875936"/>
                  </a:lnTo>
                  <a:lnTo>
                    <a:pt x="6348622" y="875936"/>
                  </a:lnTo>
                  <a:lnTo>
                    <a:pt x="6348747" y="875936"/>
                  </a:lnTo>
                  <a:lnTo>
                    <a:pt x="6348872" y="875936"/>
                  </a:lnTo>
                  <a:lnTo>
                    <a:pt x="6348997" y="875936"/>
                  </a:lnTo>
                  <a:lnTo>
                    <a:pt x="6350122" y="875936"/>
                  </a:lnTo>
                  <a:lnTo>
                    <a:pt x="6350247" y="875936"/>
                  </a:lnTo>
                  <a:lnTo>
                    <a:pt x="6350372" y="875936"/>
                  </a:lnTo>
                  <a:lnTo>
                    <a:pt x="6350622" y="875936"/>
                  </a:lnTo>
                  <a:lnTo>
                    <a:pt x="6350748" y="875936"/>
                  </a:lnTo>
                  <a:lnTo>
                    <a:pt x="6350873" y="875936"/>
                  </a:lnTo>
                  <a:lnTo>
                    <a:pt x="6350998" y="875936"/>
                  </a:lnTo>
                  <a:lnTo>
                    <a:pt x="6351248" y="875936"/>
                  </a:lnTo>
                  <a:lnTo>
                    <a:pt x="6351373" y="875936"/>
                  </a:lnTo>
                  <a:lnTo>
                    <a:pt x="6351498" y="875936"/>
                  </a:lnTo>
                  <a:lnTo>
                    <a:pt x="6352123" y="875936"/>
                  </a:lnTo>
                  <a:lnTo>
                    <a:pt x="6352248" y="875936"/>
                  </a:lnTo>
                  <a:lnTo>
                    <a:pt x="6352623" y="875936"/>
                  </a:lnTo>
                  <a:lnTo>
                    <a:pt x="6353623" y="875936"/>
                  </a:lnTo>
                  <a:lnTo>
                    <a:pt x="6353749" y="875936"/>
                  </a:lnTo>
                  <a:lnTo>
                    <a:pt x="6354124" y="875936"/>
                  </a:lnTo>
                  <a:lnTo>
                    <a:pt x="6354249" y="875936"/>
                  </a:lnTo>
                  <a:lnTo>
                    <a:pt x="6354374" y="875936"/>
                  </a:lnTo>
                  <a:lnTo>
                    <a:pt x="6354499" y="875936"/>
                  </a:lnTo>
                  <a:lnTo>
                    <a:pt x="6354874" y="875936"/>
                  </a:lnTo>
                  <a:lnTo>
                    <a:pt x="6355374" y="875936"/>
                  </a:lnTo>
                  <a:lnTo>
                    <a:pt x="6355499" y="875936"/>
                  </a:lnTo>
                  <a:lnTo>
                    <a:pt x="6355874" y="875936"/>
                  </a:lnTo>
                  <a:lnTo>
                    <a:pt x="6356624" y="875936"/>
                  </a:lnTo>
                  <a:lnTo>
                    <a:pt x="6356750" y="875936"/>
                  </a:lnTo>
                  <a:lnTo>
                    <a:pt x="6356875" y="875936"/>
                  </a:lnTo>
                  <a:lnTo>
                    <a:pt x="6357000" y="875936"/>
                  </a:lnTo>
                  <a:lnTo>
                    <a:pt x="6358750" y="875936"/>
                  </a:lnTo>
                  <a:lnTo>
                    <a:pt x="6359250" y="875936"/>
                  </a:lnTo>
                  <a:lnTo>
                    <a:pt x="6359625" y="875936"/>
                  </a:lnTo>
                  <a:lnTo>
                    <a:pt x="6359751" y="875936"/>
                  </a:lnTo>
                  <a:lnTo>
                    <a:pt x="6359876" y="875936"/>
                  </a:lnTo>
                  <a:lnTo>
                    <a:pt x="6360751" y="875936"/>
                  </a:lnTo>
                  <a:lnTo>
                    <a:pt x="6361001" y="875936"/>
                  </a:lnTo>
                  <a:lnTo>
                    <a:pt x="6361251" y="875936"/>
                  </a:lnTo>
                  <a:lnTo>
                    <a:pt x="6361376" y="875936"/>
                  </a:lnTo>
                  <a:lnTo>
                    <a:pt x="6361501" y="875936"/>
                  </a:lnTo>
                  <a:lnTo>
                    <a:pt x="6362126" y="875936"/>
                  </a:lnTo>
                  <a:lnTo>
                    <a:pt x="6362251" y="875936"/>
                  </a:lnTo>
                  <a:lnTo>
                    <a:pt x="6362501" y="875936"/>
                  </a:lnTo>
                  <a:lnTo>
                    <a:pt x="6363252" y="875936"/>
                  </a:lnTo>
                  <a:lnTo>
                    <a:pt x="6363377" y="875936"/>
                  </a:lnTo>
                  <a:lnTo>
                    <a:pt x="6363502" y="875936"/>
                  </a:lnTo>
                  <a:lnTo>
                    <a:pt x="6363752" y="875936"/>
                  </a:lnTo>
                  <a:lnTo>
                    <a:pt x="6363877" y="875936"/>
                  </a:lnTo>
                  <a:lnTo>
                    <a:pt x="6364252" y="875936"/>
                  </a:lnTo>
                  <a:lnTo>
                    <a:pt x="6364377" y="875936"/>
                  </a:lnTo>
                  <a:lnTo>
                    <a:pt x="6365878" y="875936"/>
                  </a:lnTo>
                  <a:lnTo>
                    <a:pt x="6366003" y="875936"/>
                  </a:lnTo>
                  <a:lnTo>
                    <a:pt x="6366128" y="875936"/>
                  </a:lnTo>
                  <a:lnTo>
                    <a:pt x="6367003" y="875936"/>
                  </a:lnTo>
                  <a:lnTo>
                    <a:pt x="6367128" y="875936"/>
                  </a:lnTo>
                  <a:lnTo>
                    <a:pt x="6367253" y="875936"/>
                  </a:lnTo>
                  <a:lnTo>
                    <a:pt x="6368253" y="875936"/>
                  </a:lnTo>
                  <a:lnTo>
                    <a:pt x="6368378" y="875936"/>
                  </a:lnTo>
                  <a:lnTo>
                    <a:pt x="6368503" y="875936"/>
                  </a:lnTo>
                  <a:lnTo>
                    <a:pt x="6368629" y="875936"/>
                  </a:lnTo>
                  <a:lnTo>
                    <a:pt x="6368754" y="875936"/>
                  </a:lnTo>
                  <a:lnTo>
                    <a:pt x="6368879" y="875936"/>
                  </a:lnTo>
                  <a:lnTo>
                    <a:pt x="6369129" y="875936"/>
                  </a:lnTo>
                  <a:lnTo>
                    <a:pt x="6369379" y="875936"/>
                  </a:lnTo>
                  <a:lnTo>
                    <a:pt x="6369504" y="875936"/>
                  </a:lnTo>
                  <a:lnTo>
                    <a:pt x="6370129" y="875936"/>
                  </a:lnTo>
                  <a:lnTo>
                    <a:pt x="6372630" y="875936"/>
                  </a:lnTo>
                  <a:lnTo>
                    <a:pt x="6372755" y="875936"/>
                  </a:lnTo>
                  <a:lnTo>
                    <a:pt x="6372880" y="875936"/>
                  </a:lnTo>
                  <a:lnTo>
                    <a:pt x="6373255" y="875936"/>
                  </a:lnTo>
                  <a:lnTo>
                    <a:pt x="6373505" y="875936"/>
                  </a:lnTo>
                  <a:lnTo>
                    <a:pt x="6373880" y="875936"/>
                  </a:lnTo>
                  <a:lnTo>
                    <a:pt x="6374505" y="875936"/>
                  </a:lnTo>
                  <a:lnTo>
                    <a:pt x="6374631" y="875936"/>
                  </a:lnTo>
                  <a:lnTo>
                    <a:pt x="6374881" y="875936"/>
                  </a:lnTo>
                  <a:lnTo>
                    <a:pt x="6375006" y="875936"/>
                  </a:lnTo>
                  <a:lnTo>
                    <a:pt x="6375131" y="875936"/>
                  </a:lnTo>
                  <a:lnTo>
                    <a:pt x="6375256" y="875936"/>
                  </a:lnTo>
                  <a:lnTo>
                    <a:pt x="6375881" y="875936"/>
                  </a:lnTo>
                  <a:lnTo>
                    <a:pt x="6376256" y="875936"/>
                  </a:lnTo>
                  <a:lnTo>
                    <a:pt x="6376756" y="875936"/>
                  </a:lnTo>
                  <a:lnTo>
                    <a:pt x="6376881" y="875936"/>
                  </a:lnTo>
                  <a:lnTo>
                    <a:pt x="6377006" y="875936"/>
                  </a:lnTo>
                  <a:lnTo>
                    <a:pt x="6378882" y="875936"/>
                  </a:lnTo>
                  <a:lnTo>
                    <a:pt x="6379507" y="875936"/>
                  </a:lnTo>
                  <a:lnTo>
                    <a:pt x="6379632" y="875936"/>
                  </a:lnTo>
                  <a:lnTo>
                    <a:pt x="6379882" y="875936"/>
                  </a:lnTo>
                  <a:lnTo>
                    <a:pt x="6380007" y="875936"/>
                  </a:lnTo>
                  <a:lnTo>
                    <a:pt x="6380507" y="875936"/>
                  </a:lnTo>
                  <a:lnTo>
                    <a:pt x="6381008" y="875936"/>
                  </a:lnTo>
                  <a:lnTo>
                    <a:pt x="6381383" y="875936"/>
                  </a:lnTo>
                  <a:lnTo>
                    <a:pt x="6381758" y="875936"/>
                  </a:lnTo>
                  <a:lnTo>
                    <a:pt x="6382133" y="865982"/>
                  </a:lnTo>
                  <a:lnTo>
                    <a:pt x="6382258" y="865982"/>
                  </a:lnTo>
                  <a:lnTo>
                    <a:pt x="6382508" y="865982"/>
                  </a:lnTo>
                  <a:lnTo>
                    <a:pt x="6382758" y="865982"/>
                  </a:lnTo>
                  <a:lnTo>
                    <a:pt x="6383884" y="865982"/>
                  </a:lnTo>
                  <a:lnTo>
                    <a:pt x="6384134" y="865982"/>
                  </a:lnTo>
                  <a:lnTo>
                    <a:pt x="6384259" y="865982"/>
                  </a:lnTo>
                  <a:lnTo>
                    <a:pt x="6384384" y="865982"/>
                  </a:lnTo>
                  <a:lnTo>
                    <a:pt x="6384509" y="865982"/>
                  </a:lnTo>
                  <a:lnTo>
                    <a:pt x="6384634" y="865982"/>
                  </a:lnTo>
                  <a:lnTo>
                    <a:pt x="6385009" y="865982"/>
                  </a:lnTo>
                  <a:lnTo>
                    <a:pt x="6385134" y="865982"/>
                  </a:lnTo>
                  <a:lnTo>
                    <a:pt x="6385259" y="865982"/>
                  </a:lnTo>
                  <a:lnTo>
                    <a:pt x="6386635" y="865982"/>
                  </a:lnTo>
                  <a:lnTo>
                    <a:pt x="6386885" y="865982"/>
                  </a:lnTo>
                  <a:lnTo>
                    <a:pt x="6387010" y="865982"/>
                  </a:lnTo>
                  <a:lnTo>
                    <a:pt x="6387260" y="865982"/>
                  </a:lnTo>
                  <a:lnTo>
                    <a:pt x="6387510" y="865982"/>
                  </a:lnTo>
                  <a:lnTo>
                    <a:pt x="6387635" y="865982"/>
                  </a:lnTo>
                  <a:lnTo>
                    <a:pt x="6387760" y="865982"/>
                  </a:lnTo>
                  <a:lnTo>
                    <a:pt x="6388135" y="865982"/>
                  </a:lnTo>
                  <a:lnTo>
                    <a:pt x="6388260" y="865982"/>
                  </a:lnTo>
                  <a:lnTo>
                    <a:pt x="6389761" y="865982"/>
                  </a:lnTo>
                  <a:lnTo>
                    <a:pt x="6389886" y="865982"/>
                  </a:lnTo>
                  <a:lnTo>
                    <a:pt x="6390011" y="865982"/>
                  </a:lnTo>
                  <a:lnTo>
                    <a:pt x="6391011" y="865982"/>
                  </a:lnTo>
                  <a:lnTo>
                    <a:pt x="6391386" y="865982"/>
                  </a:lnTo>
                  <a:lnTo>
                    <a:pt x="6391511" y="865982"/>
                  </a:lnTo>
                  <a:lnTo>
                    <a:pt x="6391886" y="865982"/>
                  </a:lnTo>
                  <a:lnTo>
                    <a:pt x="6392011" y="865982"/>
                  </a:lnTo>
                  <a:lnTo>
                    <a:pt x="6392511" y="865982"/>
                  </a:lnTo>
                  <a:lnTo>
                    <a:pt x="6392637" y="865982"/>
                  </a:lnTo>
                  <a:lnTo>
                    <a:pt x="6393012" y="865982"/>
                  </a:lnTo>
                  <a:lnTo>
                    <a:pt x="6393762" y="865982"/>
                  </a:lnTo>
                  <a:lnTo>
                    <a:pt x="6394012" y="865982"/>
                  </a:lnTo>
                  <a:lnTo>
                    <a:pt x="6394137" y="865982"/>
                  </a:lnTo>
                  <a:lnTo>
                    <a:pt x="6394512" y="865982"/>
                  </a:lnTo>
                  <a:lnTo>
                    <a:pt x="6394637" y="865982"/>
                  </a:lnTo>
                  <a:lnTo>
                    <a:pt x="6395262" y="865982"/>
                  </a:lnTo>
                  <a:lnTo>
                    <a:pt x="6395387" y="865982"/>
                  </a:lnTo>
                  <a:lnTo>
                    <a:pt x="6395638" y="865982"/>
                  </a:lnTo>
                  <a:lnTo>
                    <a:pt x="6395763" y="865982"/>
                  </a:lnTo>
                  <a:lnTo>
                    <a:pt x="6396388" y="865982"/>
                  </a:lnTo>
                  <a:lnTo>
                    <a:pt x="6396513" y="865982"/>
                  </a:lnTo>
                  <a:lnTo>
                    <a:pt x="6397013" y="865982"/>
                  </a:lnTo>
                  <a:lnTo>
                    <a:pt x="6397263" y="865982"/>
                  </a:lnTo>
                  <a:lnTo>
                    <a:pt x="6397388" y="865982"/>
                  </a:lnTo>
                  <a:lnTo>
                    <a:pt x="6397513" y="865982"/>
                  </a:lnTo>
                  <a:lnTo>
                    <a:pt x="6397763" y="865982"/>
                  </a:lnTo>
                  <a:lnTo>
                    <a:pt x="6398138" y="865982"/>
                  </a:lnTo>
                  <a:lnTo>
                    <a:pt x="6399014" y="865982"/>
                  </a:lnTo>
                  <a:lnTo>
                    <a:pt x="6399389" y="856028"/>
                  </a:lnTo>
                  <a:lnTo>
                    <a:pt x="6399514" y="856028"/>
                  </a:lnTo>
                  <a:lnTo>
                    <a:pt x="6400014" y="856028"/>
                  </a:lnTo>
                  <a:lnTo>
                    <a:pt x="6400139" y="856028"/>
                  </a:lnTo>
                  <a:lnTo>
                    <a:pt x="6400264" y="856028"/>
                  </a:lnTo>
                  <a:lnTo>
                    <a:pt x="6400389" y="856028"/>
                  </a:lnTo>
                  <a:lnTo>
                    <a:pt x="6401389" y="856028"/>
                  </a:lnTo>
                  <a:lnTo>
                    <a:pt x="6401514" y="856028"/>
                  </a:lnTo>
                  <a:lnTo>
                    <a:pt x="6401640" y="856028"/>
                  </a:lnTo>
                  <a:lnTo>
                    <a:pt x="6402015" y="856028"/>
                  </a:lnTo>
                  <a:lnTo>
                    <a:pt x="6402140" y="856028"/>
                  </a:lnTo>
                  <a:lnTo>
                    <a:pt x="6403390" y="856028"/>
                  </a:lnTo>
                  <a:lnTo>
                    <a:pt x="6403515" y="856028"/>
                  </a:lnTo>
                  <a:lnTo>
                    <a:pt x="6403640" y="856028"/>
                  </a:lnTo>
                  <a:lnTo>
                    <a:pt x="6403890" y="856028"/>
                  </a:lnTo>
                  <a:lnTo>
                    <a:pt x="6404265" y="856028"/>
                  </a:lnTo>
                  <a:lnTo>
                    <a:pt x="6404265" y="846074"/>
                  </a:lnTo>
                  <a:lnTo>
                    <a:pt x="6404390" y="846074"/>
                  </a:lnTo>
                  <a:lnTo>
                    <a:pt x="6404516" y="846074"/>
                  </a:lnTo>
                  <a:lnTo>
                    <a:pt x="6404641" y="846074"/>
                  </a:lnTo>
                  <a:lnTo>
                    <a:pt x="6405266" y="846074"/>
                  </a:lnTo>
                  <a:lnTo>
                    <a:pt x="6406016" y="846074"/>
                  </a:lnTo>
                  <a:lnTo>
                    <a:pt x="6406141" y="846074"/>
                  </a:lnTo>
                  <a:lnTo>
                    <a:pt x="6406516" y="846074"/>
                  </a:lnTo>
                  <a:lnTo>
                    <a:pt x="6406891" y="846074"/>
                  </a:lnTo>
                  <a:lnTo>
                    <a:pt x="6407391" y="846074"/>
                  </a:lnTo>
                  <a:lnTo>
                    <a:pt x="6407767" y="846074"/>
                  </a:lnTo>
                  <a:lnTo>
                    <a:pt x="6407892" y="846074"/>
                  </a:lnTo>
                  <a:lnTo>
                    <a:pt x="6408267" y="846074"/>
                  </a:lnTo>
                  <a:lnTo>
                    <a:pt x="6408892" y="846074"/>
                  </a:lnTo>
                  <a:lnTo>
                    <a:pt x="6409017" y="846074"/>
                  </a:lnTo>
                  <a:lnTo>
                    <a:pt x="6410267" y="846074"/>
                  </a:lnTo>
                  <a:lnTo>
                    <a:pt x="6410768" y="846074"/>
                  </a:lnTo>
                  <a:lnTo>
                    <a:pt x="6410893" y="846074"/>
                  </a:lnTo>
                  <a:lnTo>
                    <a:pt x="6411018" y="846074"/>
                  </a:lnTo>
                  <a:lnTo>
                    <a:pt x="6411143" y="846074"/>
                  </a:lnTo>
                  <a:lnTo>
                    <a:pt x="6411643" y="846074"/>
                  </a:lnTo>
                  <a:lnTo>
                    <a:pt x="6412143" y="846074"/>
                  </a:lnTo>
                  <a:lnTo>
                    <a:pt x="6412268" y="846074"/>
                  </a:lnTo>
                  <a:lnTo>
                    <a:pt x="6412768" y="846074"/>
                  </a:lnTo>
                  <a:lnTo>
                    <a:pt x="6412893" y="846074"/>
                  </a:lnTo>
                  <a:lnTo>
                    <a:pt x="6413519" y="846074"/>
                  </a:lnTo>
                  <a:lnTo>
                    <a:pt x="6413644" y="846074"/>
                  </a:lnTo>
                  <a:lnTo>
                    <a:pt x="6414019" y="846074"/>
                  </a:lnTo>
                  <a:lnTo>
                    <a:pt x="6414144" y="846074"/>
                  </a:lnTo>
                  <a:lnTo>
                    <a:pt x="6414519" y="846074"/>
                  </a:lnTo>
                  <a:lnTo>
                    <a:pt x="6416645" y="846074"/>
                  </a:lnTo>
                  <a:lnTo>
                    <a:pt x="6416770" y="846074"/>
                  </a:lnTo>
                  <a:lnTo>
                    <a:pt x="6416895" y="846074"/>
                  </a:lnTo>
                  <a:lnTo>
                    <a:pt x="6417145" y="846074"/>
                  </a:lnTo>
                  <a:lnTo>
                    <a:pt x="6417145" y="836121"/>
                  </a:lnTo>
                  <a:lnTo>
                    <a:pt x="6417645" y="836121"/>
                  </a:lnTo>
                  <a:lnTo>
                    <a:pt x="6417770" y="836121"/>
                  </a:lnTo>
                  <a:lnTo>
                    <a:pt x="6418020" y="836121"/>
                  </a:lnTo>
                  <a:lnTo>
                    <a:pt x="6418395" y="836121"/>
                  </a:lnTo>
                  <a:lnTo>
                    <a:pt x="6418520" y="836121"/>
                  </a:lnTo>
                  <a:lnTo>
                    <a:pt x="6418895" y="836121"/>
                  </a:lnTo>
                  <a:lnTo>
                    <a:pt x="6419145" y="836121"/>
                  </a:lnTo>
                  <a:lnTo>
                    <a:pt x="6419270" y="836121"/>
                  </a:lnTo>
                  <a:lnTo>
                    <a:pt x="6419521" y="836121"/>
                  </a:lnTo>
                  <a:lnTo>
                    <a:pt x="6419646" y="836121"/>
                  </a:lnTo>
                  <a:lnTo>
                    <a:pt x="6420021" y="836121"/>
                  </a:lnTo>
                  <a:lnTo>
                    <a:pt x="6420646" y="836121"/>
                  </a:lnTo>
                  <a:lnTo>
                    <a:pt x="6421021" y="836121"/>
                  </a:lnTo>
                  <a:lnTo>
                    <a:pt x="6422396" y="836121"/>
                  </a:lnTo>
                  <a:lnTo>
                    <a:pt x="6423147" y="836121"/>
                  </a:lnTo>
                  <a:lnTo>
                    <a:pt x="6423272" y="836121"/>
                  </a:lnTo>
                  <a:lnTo>
                    <a:pt x="6423397" y="836121"/>
                  </a:lnTo>
                  <a:lnTo>
                    <a:pt x="6423522" y="836121"/>
                  </a:lnTo>
                  <a:lnTo>
                    <a:pt x="6424022" y="836121"/>
                  </a:lnTo>
                  <a:lnTo>
                    <a:pt x="6424397" y="836121"/>
                  </a:lnTo>
                  <a:lnTo>
                    <a:pt x="6424772" y="836121"/>
                  </a:lnTo>
                  <a:lnTo>
                    <a:pt x="6425022" y="836121"/>
                  </a:lnTo>
                  <a:lnTo>
                    <a:pt x="6425147" y="836121"/>
                  </a:lnTo>
                  <a:lnTo>
                    <a:pt x="6425272" y="836121"/>
                  </a:lnTo>
                  <a:lnTo>
                    <a:pt x="6425523" y="836121"/>
                  </a:lnTo>
                  <a:lnTo>
                    <a:pt x="6425648" y="836121"/>
                  </a:lnTo>
                  <a:lnTo>
                    <a:pt x="6425773" y="836121"/>
                  </a:lnTo>
                  <a:lnTo>
                    <a:pt x="6426273" y="836121"/>
                  </a:lnTo>
                  <a:lnTo>
                    <a:pt x="6426773" y="836121"/>
                  </a:lnTo>
                  <a:lnTo>
                    <a:pt x="6427148" y="836121"/>
                  </a:lnTo>
                  <a:lnTo>
                    <a:pt x="6427273" y="836121"/>
                  </a:lnTo>
                  <a:lnTo>
                    <a:pt x="6427523" y="836121"/>
                  </a:lnTo>
                  <a:lnTo>
                    <a:pt x="6427648" y="836121"/>
                  </a:lnTo>
                  <a:lnTo>
                    <a:pt x="6427898" y="836121"/>
                  </a:lnTo>
                  <a:lnTo>
                    <a:pt x="6428273" y="836121"/>
                  </a:lnTo>
                  <a:lnTo>
                    <a:pt x="6429649" y="836121"/>
                  </a:lnTo>
                  <a:lnTo>
                    <a:pt x="6430024" y="836121"/>
                  </a:lnTo>
                  <a:lnTo>
                    <a:pt x="6430149" y="836121"/>
                  </a:lnTo>
                  <a:lnTo>
                    <a:pt x="6430399" y="836121"/>
                  </a:lnTo>
                  <a:lnTo>
                    <a:pt x="6431399" y="836121"/>
                  </a:lnTo>
                  <a:lnTo>
                    <a:pt x="6431525" y="836121"/>
                  </a:lnTo>
                  <a:lnTo>
                    <a:pt x="6432150" y="836121"/>
                  </a:lnTo>
                  <a:lnTo>
                    <a:pt x="6432275" y="836121"/>
                  </a:lnTo>
                  <a:lnTo>
                    <a:pt x="6432400" y="836121"/>
                  </a:lnTo>
                  <a:lnTo>
                    <a:pt x="6432650" y="836121"/>
                  </a:lnTo>
                  <a:lnTo>
                    <a:pt x="6432900" y="836121"/>
                  </a:lnTo>
                  <a:lnTo>
                    <a:pt x="6433275" y="836121"/>
                  </a:lnTo>
                  <a:lnTo>
                    <a:pt x="6433400" y="836121"/>
                  </a:lnTo>
                  <a:lnTo>
                    <a:pt x="6433650" y="836121"/>
                  </a:lnTo>
                  <a:lnTo>
                    <a:pt x="6433775" y="836121"/>
                  </a:lnTo>
                  <a:lnTo>
                    <a:pt x="6433900" y="836121"/>
                  </a:lnTo>
                  <a:lnTo>
                    <a:pt x="6434025" y="836121"/>
                  </a:lnTo>
                  <a:lnTo>
                    <a:pt x="6434150" y="836121"/>
                  </a:lnTo>
                  <a:lnTo>
                    <a:pt x="6435151" y="836121"/>
                  </a:lnTo>
                  <a:lnTo>
                    <a:pt x="6435401" y="836121"/>
                  </a:lnTo>
                  <a:lnTo>
                    <a:pt x="6435526" y="836121"/>
                  </a:lnTo>
                  <a:lnTo>
                    <a:pt x="6436401" y="836121"/>
                  </a:lnTo>
                  <a:lnTo>
                    <a:pt x="6436526" y="836121"/>
                  </a:lnTo>
                  <a:lnTo>
                    <a:pt x="6436651" y="836121"/>
                  </a:lnTo>
                  <a:lnTo>
                    <a:pt x="6436776" y="836121"/>
                  </a:lnTo>
                  <a:lnTo>
                    <a:pt x="6437527" y="836121"/>
                  </a:lnTo>
                  <a:lnTo>
                    <a:pt x="6437652" y="836121"/>
                  </a:lnTo>
                  <a:lnTo>
                    <a:pt x="6437777" y="836121"/>
                  </a:lnTo>
                  <a:lnTo>
                    <a:pt x="6437902" y="836121"/>
                  </a:lnTo>
                  <a:lnTo>
                    <a:pt x="6438027" y="836121"/>
                  </a:lnTo>
                  <a:lnTo>
                    <a:pt x="6438152" y="836121"/>
                  </a:lnTo>
                  <a:lnTo>
                    <a:pt x="6439527" y="836121"/>
                  </a:lnTo>
                  <a:lnTo>
                    <a:pt x="6439902" y="836121"/>
                  </a:lnTo>
                  <a:lnTo>
                    <a:pt x="6440277" y="836121"/>
                  </a:lnTo>
                  <a:lnTo>
                    <a:pt x="6440528" y="836121"/>
                  </a:lnTo>
                  <a:lnTo>
                    <a:pt x="6440653" y="836121"/>
                  </a:lnTo>
                  <a:lnTo>
                    <a:pt x="6441403" y="836121"/>
                  </a:lnTo>
                  <a:lnTo>
                    <a:pt x="6441903" y="836121"/>
                  </a:lnTo>
                  <a:lnTo>
                    <a:pt x="6442403" y="836121"/>
                  </a:lnTo>
                  <a:lnTo>
                    <a:pt x="6442778" y="836121"/>
                  </a:lnTo>
                  <a:lnTo>
                    <a:pt x="6442903" y="836121"/>
                  </a:lnTo>
                  <a:lnTo>
                    <a:pt x="6443153" y="836121"/>
                  </a:lnTo>
                  <a:lnTo>
                    <a:pt x="6443529" y="836121"/>
                  </a:lnTo>
                  <a:lnTo>
                    <a:pt x="6443779" y="836121"/>
                  </a:lnTo>
                  <a:lnTo>
                    <a:pt x="6443904" y="836121"/>
                  </a:lnTo>
                  <a:lnTo>
                    <a:pt x="6444029" y="836121"/>
                  </a:lnTo>
                  <a:lnTo>
                    <a:pt x="6444404" y="836121"/>
                  </a:lnTo>
                  <a:lnTo>
                    <a:pt x="6444654" y="836121"/>
                  </a:lnTo>
                  <a:lnTo>
                    <a:pt x="6444904" y="836121"/>
                  </a:lnTo>
                  <a:lnTo>
                    <a:pt x="6445029" y="836121"/>
                  </a:lnTo>
                  <a:lnTo>
                    <a:pt x="6445154" y="836121"/>
                  </a:lnTo>
                  <a:lnTo>
                    <a:pt x="6445279" y="836121"/>
                  </a:lnTo>
                  <a:lnTo>
                    <a:pt x="6445654" y="836121"/>
                  </a:lnTo>
                  <a:lnTo>
                    <a:pt x="6445779" y="836121"/>
                  </a:lnTo>
                  <a:lnTo>
                    <a:pt x="6445904" y="836121"/>
                  </a:lnTo>
                  <a:lnTo>
                    <a:pt x="6446655" y="836121"/>
                  </a:lnTo>
                  <a:lnTo>
                    <a:pt x="6446780" y="836121"/>
                  </a:lnTo>
                  <a:lnTo>
                    <a:pt x="6446905" y="836121"/>
                  </a:lnTo>
                  <a:lnTo>
                    <a:pt x="6447655" y="836121"/>
                  </a:lnTo>
                  <a:lnTo>
                    <a:pt x="6448530" y="836121"/>
                  </a:lnTo>
                  <a:lnTo>
                    <a:pt x="6449030" y="836121"/>
                  </a:lnTo>
                  <a:lnTo>
                    <a:pt x="6449155" y="836121"/>
                  </a:lnTo>
                  <a:lnTo>
                    <a:pt x="6449280" y="836121"/>
                  </a:lnTo>
                  <a:lnTo>
                    <a:pt x="6449531" y="836121"/>
                  </a:lnTo>
                  <a:lnTo>
                    <a:pt x="6449781" y="836121"/>
                  </a:lnTo>
                  <a:lnTo>
                    <a:pt x="6450156" y="836121"/>
                  </a:lnTo>
                  <a:lnTo>
                    <a:pt x="6450281" y="836121"/>
                  </a:lnTo>
                  <a:lnTo>
                    <a:pt x="6451031" y="836121"/>
                  </a:lnTo>
                  <a:lnTo>
                    <a:pt x="6451531" y="836121"/>
                  </a:lnTo>
                  <a:lnTo>
                    <a:pt x="6451906" y="826167"/>
                  </a:lnTo>
                  <a:lnTo>
                    <a:pt x="6452156" y="826167"/>
                  </a:lnTo>
                  <a:lnTo>
                    <a:pt x="6452281" y="826167"/>
                  </a:lnTo>
                  <a:lnTo>
                    <a:pt x="6452407" y="826167"/>
                  </a:lnTo>
                  <a:lnTo>
                    <a:pt x="6452907" y="826167"/>
                  </a:lnTo>
                  <a:lnTo>
                    <a:pt x="6453282" y="826167"/>
                  </a:lnTo>
                  <a:lnTo>
                    <a:pt x="6456033" y="816213"/>
                  </a:lnTo>
                  <a:lnTo>
                    <a:pt x="6456158" y="816213"/>
                  </a:lnTo>
                  <a:lnTo>
                    <a:pt x="6456283" y="816213"/>
                  </a:lnTo>
                  <a:lnTo>
                    <a:pt x="6456408" y="816213"/>
                  </a:lnTo>
                  <a:lnTo>
                    <a:pt x="6457033" y="816213"/>
                  </a:lnTo>
                  <a:lnTo>
                    <a:pt x="6457158" y="816213"/>
                  </a:lnTo>
                  <a:lnTo>
                    <a:pt x="6457283" y="816213"/>
                  </a:lnTo>
                  <a:lnTo>
                    <a:pt x="6457533" y="816213"/>
                  </a:lnTo>
                  <a:lnTo>
                    <a:pt x="6457658" y="816213"/>
                  </a:lnTo>
                  <a:lnTo>
                    <a:pt x="6457783" y="816213"/>
                  </a:lnTo>
                  <a:lnTo>
                    <a:pt x="6457908" y="816213"/>
                  </a:lnTo>
                  <a:lnTo>
                    <a:pt x="6458283" y="816213"/>
                  </a:lnTo>
                  <a:lnTo>
                    <a:pt x="6459159" y="816213"/>
                  </a:lnTo>
                  <a:lnTo>
                    <a:pt x="6459909" y="816213"/>
                  </a:lnTo>
                  <a:lnTo>
                    <a:pt x="6460284" y="816213"/>
                  </a:lnTo>
                  <a:lnTo>
                    <a:pt x="6461159" y="816213"/>
                  </a:lnTo>
                  <a:lnTo>
                    <a:pt x="6461284" y="816213"/>
                  </a:lnTo>
                  <a:lnTo>
                    <a:pt x="6461410" y="816213"/>
                  </a:lnTo>
                  <a:lnTo>
                    <a:pt x="6462160" y="816213"/>
                  </a:lnTo>
                  <a:lnTo>
                    <a:pt x="6462285" y="816213"/>
                  </a:lnTo>
                  <a:lnTo>
                    <a:pt x="6462410" y="816213"/>
                  </a:lnTo>
                  <a:lnTo>
                    <a:pt x="6462910" y="816213"/>
                  </a:lnTo>
                  <a:lnTo>
                    <a:pt x="6463160" y="816213"/>
                  </a:lnTo>
                  <a:lnTo>
                    <a:pt x="6463285" y="816213"/>
                  </a:lnTo>
                  <a:lnTo>
                    <a:pt x="6464160" y="816213"/>
                  </a:lnTo>
                  <a:lnTo>
                    <a:pt x="6464411" y="816213"/>
                  </a:lnTo>
                  <a:lnTo>
                    <a:pt x="6464911" y="816213"/>
                  </a:lnTo>
                  <a:lnTo>
                    <a:pt x="6466036" y="816213"/>
                  </a:lnTo>
                  <a:lnTo>
                    <a:pt x="6466161" y="816213"/>
                  </a:lnTo>
                  <a:lnTo>
                    <a:pt x="6466661" y="816213"/>
                  </a:lnTo>
                  <a:lnTo>
                    <a:pt x="6466786" y="816213"/>
                  </a:lnTo>
                  <a:lnTo>
                    <a:pt x="6466911" y="816213"/>
                  </a:lnTo>
                  <a:lnTo>
                    <a:pt x="6467036" y="816213"/>
                  </a:lnTo>
                  <a:lnTo>
                    <a:pt x="6467537" y="816213"/>
                  </a:lnTo>
                  <a:lnTo>
                    <a:pt x="6467662" y="816213"/>
                  </a:lnTo>
                  <a:lnTo>
                    <a:pt x="6468037" y="816213"/>
                  </a:lnTo>
                  <a:lnTo>
                    <a:pt x="6468537" y="816213"/>
                  </a:lnTo>
                  <a:lnTo>
                    <a:pt x="6470037" y="816213"/>
                  </a:lnTo>
                  <a:lnTo>
                    <a:pt x="6470538" y="816213"/>
                  </a:lnTo>
                  <a:lnTo>
                    <a:pt x="6470788" y="816213"/>
                  </a:lnTo>
                  <a:lnTo>
                    <a:pt x="6470913" y="816213"/>
                  </a:lnTo>
                  <a:lnTo>
                    <a:pt x="6471038" y="816213"/>
                  </a:lnTo>
                  <a:lnTo>
                    <a:pt x="6471413" y="816213"/>
                  </a:lnTo>
                  <a:lnTo>
                    <a:pt x="6471663" y="816213"/>
                  </a:lnTo>
                  <a:lnTo>
                    <a:pt x="6472038" y="816213"/>
                  </a:lnTo>
                  <a:lnTo>
                    <a:pt x="6472288" y="816213"/>
                  </a:lnTo>
                  <a:lnTo>
                    <a:pt x="6473038" y="816213"/>
                  </a:lnTo>
                  <a:lnTo>
                    <a:pt x="6473163" y="816213"/>
                  </a:lnTo>
                  <a:lnTo>
                    <a:pt x="6473288" y="816213"/>
                  </a:lnTo>
                  <a:lnTo>
                    <a:pt x="6473414" y="816213"/>
                  </a:lnTo>
                  <a:lnTo>
                    <a:pt x="6473539" y="816213"/>
                  </a:lnTo>
                  <a:lnTo>
                    <a:pt x="6473789" y="816213"/>
                  </a:lnTo>
                  <a:lnTo>
                    <a:pt x="6474164" y="816213"/>
                  </a:lnTo>
                  <a:lnTo>
                    <a:pt x="6474414" y="816213"/>
                  </a:lnTo>
                  <a:lnTo>
                    <a:pt x="6474539" y="816213"/>
                  </a:lnTo>
                  <a:lnTo>
                    <a:pt x="6475039" y="816213"/>
                  </a:lnTo>
                  <a:lnTo>
                    <a:pt x="6475539" y="816213"/>
                  </a:lnTo>
                  <a:lnTo>
                    <a:pt x="6475664" y="816213"/>
                  </a:lnTo>
                  <a:lnTo>
                    <a:pt x="6476039" y="816213"/>
                  </a:lnTo>
                  <a:lnTo>
                    <a:pt x="6476164" y="816213"/>
                  </a:lnTo>
                  <a:lnTo>
                    <a:pt x="6476790" y="816213"/>
                  </a:lnTo>
                  <a:lnTo>
                    <a:pt x="6476915" y="816213"/>
                  </a:lnTo>
                  <a:lnTo>
                    <a:pt x="6477165" y="816213"/>
                  </a:lnTo>
                  <a:lnTo>
                    <a:pt x="6478290" y="816213"/>
                  </a:lnTo>
                  <a:lnTo>
                    <a:pt x="6478540" y="816213"/>
                  </a:lnTo>
                  <a:lnTo>
                    <a:pt x="6479040" y="816213"/>
                  </a:lnTo>
                  <a:lnTo>
                    <a:pt x="6479416" y="816213"/>
                  </a:lnTo>
                  <a:lnTo>
                    <a:pt x="6479541" y="816213"/>
                  </a:lnTo>
                  <a:lnTo>
                    <a:pt x="6480541" y="816213"/>
                  </a:lnTo>
                  <a:lnTo>
                    <a:pt x="6480916" y="816213"/>
                  </a:lnTo>
                  <a:lnTo>
                    <a:pt x="6481041" y="816213"/>
                  </a:lnTo>
                  <a:lnTo>
                    <a:pt x="6481291" y="816213"/>
                  </a:lnTo>
                  <a:lnTo>
                    <a:pt x="6481916" y="816213"/>
                  </a:lnTo>
                  <a:lnTo>
                    <a:pt x="6482292" y="816213"/>
                  </a:lnTo>
                  <a:lnTo>
                    <a:pt x="6482792" y="816213"/>
                  </a:lnTo>
                  <a:lnTo>
                    <a:pt x="6483042" y="816213"/>
                  </a:lnTo>
                  <a:lnTo>
                    <a:pt x="6483167" y="816213"/>
                  </a:lnTo>
                  <a:lnTo>
                    <a:pt x="6483667" y="816213"/>
                  </a:lnTo>
                  <a:lnTo>
                    <a:pt x="6483792" y="816213"/>
                  </a:lnTo>
                  <a:lnTo>
                    <a:pt x="6484042" y="816213"/>
                  </a:lnTo>
                  <a:lnTo>
                    <a:pt x="6484417" y="816213"/>
                  </a:lnTo>
                  <a:lnTo>
                    <a:pt x="6485418" y="816213"/>
                  </a:lnTo>
                  <a:lnTo>
                    <a:pt x="6485793" y="806259"/>
                  </a:lnTo>
                  <a:lnTo>
                    <a:pt x="6486168" y="806259"/>
                  </a:lnTo>
                  <a:lnTo>
                    <a:pt x="6486293" y="806259"/>
                  </a:lnTo>
                  <a:lnTo>
                    <a:pt x="6486418" y="806259"/>
                  </a:lnTo>
                  <a:lnTo>
                    <a:pt x="6486543" y="806259"/>
                  </a:lnTo>
                  <a:lnTo>
                    <a:pt x="6487418" y="806259"/>
                  </a:lnTo>
                  <a:lnTo>
                    <a:pt x="6487543" y="806259"/>
                  </a:lnTo>
                  <a:lnTo>
                    <a:pt x="6488294" y="806259"/>
                  </a:lnTo>
                  <a:lnTo>
                    <a:pt x="6488544" y="806259"/>
                  </a:lnTo>
                  <a:lnTo>
                    <a:pt x="6489169" y="806259"/>
                  </a:lnTo>
                  <a:lnTo>
                    <a:pt x="6489919" y="806259"/>
                  </a:lnTo>
                  <a:lnTo>
                    <a:pt x="6490044" y="806259"/>
                  </a:lnTo>
                  <a:lnTo>
                    <a:pt x="6490169" y="806259"/>
                  </a:lnTo>
                  <a:lnTo>
                    <a:pt x="6490544" y="806259"/>
                  </a:lnTo>
                  <a:lnTo>
                    <a:pt x="6490919" y="806259"/>
                  </a:lnTo>
                  <a:lnTo>
                    <a:pt x="6491044" y="806259"/>
                  </a:lnTo>
                  <a:lnTo>
                    <a:pt x="6491169" y="806259"/>
                  </a:lnTo>
                  <a:lnTo>
                    <a:pt x="6491545" y="806259"/>
                  </a:lnTo>
                  <a:lnTo>
                    <a:pt x="6492295" y="806259"/>
                  </a:lnTo>
                  <a:lnTo>
                    <a:pt x="6492795" y="806259"/>
                  </a:lnTo>
                  <a:lnTo>
                    <a:pt x="6493545" y="806259"/>
                  </a:lnTo>
                  <a:lnTo>
                    <a:pt x="6493670" y="806259"/>
                  </a:lnTo>
                  <a:lnTo>
                    <a:pt x="6494045" y="806259"/>
                  </a:lnTo>
                  <a:lnTo>
                    <a:pt x="6494546" y="806259"/>
                  </a:lnTo>
                  <a:lnTo>
                    <a:pt x="6494671" y="806259"/>
                  </a:lnTo>
                  <a:lnTo>
                    <a:pt x="6494796" y="806259"/>
                  </a:lnTo>
                  <a:lnTo>
                    <a:pt x="6495171" y="796305"/>
                  </a:lnTo>
                  <a:lnTo>
                    <a:pt x="6495796" y="796305"/>
                  </a:lnTo>
                  <a:lnTo>
                    <a:pt x="6495921" y="796305"/>
                  </a:lnTo>
                  <a:lnTo>
                    <a:pt x="6496046" y="796305"/>
                  </a:lnTo>
                  <a:lnTo>
                    <a:pt x="6496546" y="796305"/>
                  </a:lnTo>
                  <a:lnTo>
                    <a:pt x="6496796" y="796305"/>
                  </a:lnTo>
                  <a:lnTo>
                    <a:pt x="6496921" y="796305"/>
                  </a:lnTo>
                  <a:lnTo>
                    <a:pt x="6497046" y="796305"/>
                  </a:lnTo>
                  <a:lnTo>
                    <a:pt x="6497171" y="796305"/>
                  </a:lnTo>
                  <a:lnTo>
                    <a:pt x="6497297" y="796305"/>
                  </a:lnTo>
                  <a:lnTo>
                    <a:pt x="6497422" y="796305"/>
                  </a:lnTo>
                  <a:lnTo>
                    <a:pt x="6497547" y="786351"/>
                  </a:lnTo>
                  <a:lnTo>
                    <a:pt x="6498172" y="786351"/>
                  </a:lnTo>
                  <a:lnTo>
                    <a:pt x="6498297" y="786351"/>
                  </a:lnTo>
                  <a:lnTo>
                    <a:pt x="6498422" y="786351"/>
                  </a:lnTo>
                  <a:lnTo>
                    <a:pt x="6498672" y="786351"/>
                  </a:lnTo>
                  <a:lnTo>
                    <a:pt x="6499297" y="786351"/>
                  </a:lnTo>
                  <a:lnTo>
                    <a:pt x="6499547" y="786351"/>
                  </a:lnTo>
                  <a:lnTo>
                    <a:pt x="6499672" y="786351"/>
                  </a:lnTo>
                  <a:lnTo>
                    <a:pt x="6499797" y="786351"/>
                  </a:lnTo>
                  <a:lnTo>
                    <a:pt x="6500548" y="786351"/>
                  </a:lnTo>
                  <a:lnTo>
                    <a:pt x="6500798" y="786351"/>
                  </a:lnTo>
                  <a:lnTo>
                    <a:pt x="6500923" y="786351"/>
                  </a:lnTo>
                  <a:lnTo>
                    <a:pt x="6501048" y="786351"/>
                  </a:lnTo>
                  <a:lnTo>
                    <a:pt x="6501548" y="786351"/>
                  </a:lnTo>
                  <a:lnTo>
                    <a:pt x="6501798" y="786351"/>
                  </a:lnTo>
                  <a:lnTo>
                    <a:pt x="6501923" y="786351"/>
                  </a:lnTo>
                  <a:lnTo>
                    <a:pt x="6502048" y="786351"/>
                  </a:lnTo>
                  <a:lnTo>
                    <a:pt x="6502298" y="786351"/>
                  </a:lnTo>
                  <a:lnTo>
                    <a:pt x="6502548" y="786351"/>
                  </a:lnTo>
                  <a:lnTo>
                    <a:pt x="6502673" y="786351"/>
                  </a:lnTo>
                  <a:lnTo>
                    <a:pt x="6502798" y="786351"/>
                  </a:lnTo>
                  <a:lnTo>
                    <a:pt x="6503048" y="786351"/>
                  </a:lnTo>
                  <a:lnTo>
                    <a:pt x="6503549" y="786351"/>
                  </a:lnTo>
                  <a:lnTo>
                    <a:pt x="6504049" y="786351"/>
                  </a:lnTo>
                  <a:lnTo>
                    <a:pt x="6504174" y="786351"/>
                  </a:lnTo>
                  <a:lnTo>
                    <a:pt x="6504299" y="786351"/>
                  </a:lnTo>
                  <a:lnTo>
                    <a:pt x="6504674" y="786351"/>
                  </a:lnTo>
                  <a:lnTo>
                    <a:pt x="6505049" y="786351"/>
                  </a:lnTo>
                  <a:lnTo>
                    <a:pt x="6505174" y="786351"/>
                  </a:lnTo>
                  <a:lnTo>
                    <a:pt x="6505674" y="786351"/>
                  </a:lnTo>
                  <a:lnTo>
                    <a:pt x="6505799" y="786351"/>
                  </a:lnTo>
                  <a:lnTo>
                    <a:pt x="6506174" y="786351"/>
                  </a:lnTo>
                  <a:lnTo>
                    <a:pt x="6506675" y="786351"/>
                  </a:lnTo>
                  <a:lnTo>
                    <a:pt x="6506800" y="786351"/>
                  </a:lnTo>
                  <a:lnTo>
                    <a:pt x="6506925" y="786351"/>
                  </a:lnTo>
                  <a:lnTo>
                    <a:pt x="6507175" y="786351"/>
                  </a:lnTo>
                  <a:lnTo>
                    <a:pt x="6507300" y="786351"/>
                  </a:lnTo>
                  <a:lnTo>
                    <a:pt x="6507425" y="786351"/>
                  </a:lnTo>
                  <a:lnTo>
                    <a:pt x="6507550" y="786351"/>
                  </a:lnTo>
                  <a:lnTo>
                    <a:pt x="6508175" y="786351"/>
                  </a:lnTo>
                  <a:lnTo>
                    <a:pt x="6508425" y="786351"/>
                  </a:lnTo>
                  <a:lnTo>
                    <a:pt x="6508800" y="786351"/>
                  </a:lnTo>
                  <a:lnTo>
                    <a:pt x="6509050" y="786351"/>
                  </a:lnTo>
                  <a:lnTo>
                    <a:pt x="6509801" y="786351"/>
                  </a:lnTo>
                  <a:lnTo>
                    <a:pt x="6509926" y="786351"/>
                  </a:lnTo>
                  <a:lnTo>
                    <a:pt x="6510676" y="786351"/>
                  </a:lnTo>
                  <a:lnTo>
                    <a:pt x="6510926" y="786351"/>
                  </a:lnTo>
                  <a:lnTo>
                    <a:pt x="6511426" y="786351"/>
                  </a:lnTo>
                  <a:lnTo>
                    <a:pt x="6512176" y="786351"/>
                  </a:lnTo>
                  <a:lnTo>
                    <a:pt x="6512302" y="786351"/>
                  </a:lnTo>
                  <a:lnTo>
                    <a:pt x="6512802" y="786351"/>
                  </a:lnTo>
                  <a:lnTo>
                    <a:pt x="6513052" y="786351"/>
                  </a:lnTo>
                  <a:lnTo>
                    <a:pt x="6513302" y="786351"/>
                  </a:lnTo>
                  <a:lnTo>
                    <a:pt x="6513677" y="786351"/>
                  </a:lnTo>
                  <a:lnTo>
                    <a:pt x="6514052" y="786351"/>
                  </a:lnTo>
                  <a:lnTo>
                    <a:pt x="6514552" y="786351"/>
                  </a:lnTo>
                  <a:lnTo>
                    <a:pt x="6514802" y="786351"/>
                  </a:lnTo>
                  <a:lnTo>
                    <a:pt x="6514927" y="786351"/>
                  </a:lnTo>
                  <a:lnTo>
                    <a:pt x="6515052" y="786351"/>
                  </a:lnTo>
                  <a:lnTo>
                    <a:pt x="6515678" y="786351"/>
                  </a:lnTo>
                  <a:lnTo>
                    <a:pt x="6516303" y="776398"/>
                  </a:lnTo>
                  <a:lnTo>
                    <a:pt x="6516428" y="776398"/>
                  </a:lnTo>
                  <a:lnTo>
                    <a:pt x="6516553" y="776398"/>
                  </a:lnTo>
                  <a:lnTo>
                    <a:pt x="6516928" y="776398"/>
                  </a:lnTo>
                  <a:lnTo>
                    <a:pt x="6517178" y="776398"/>
                  </a:lnTo>
                  <a:lnTo>
                    <a:pt x="6517303" y="776398"/>
                  </a:lnTo>
                  <a:lnTo>
                    <a:pt x="6517428" y="776398"/>
                  </a:lnTo>
                  <a:lnTo>
                    <a:pt x="6517553" y="776398"/>
                  </a:lnTo>
                  <a:lnTo>
                    <a:pt x="6517678" y="776398"/>
                  </a:lnTo>
                  <a:lnTo>
                    <a:pt x="6517803" y="776398"/>
                  </a:lnTo>
                  <a:lnTo>
                    <a:pt x="6518304" y="776398"/>
                  </a:lnTo>
                  <a:lnTo>
                    <a:pt x="6518804" y="776398"/>
                  </a:lnTo>
                  <a:lnTo>
                    <a:pt x="6519429" y="776398"/>
                  </a:lnTo>
                  <a:lnTo>
                    <a:pt x="6519679" y="776398"/>
                  </a:lnTo>
                  <a:lnTo>
                    <a:pt x="6519804" y="776398"/>
                  </a:lnTo>
                  <a:lnTo>
                    <a:pt x="6520179" y="776398"/>
                  </a:lnTo>
                  <a:lnTo>
                    <a:pt x="6520304" y="776398"/>
                  </a:lnTo>
                  <a:lnTo>
                    <a:pt x="6520429" y="776398"/>
                  </a:lnTo>
                  <a:lnTo>
                    <a:pt x="6520804" y="776398"/>
                  </a:lnTo>
                  <a:lnTo>
                    <a:pt x="6520929" y="776398"/>
                  </a:lnTo>
                  <a:lnTo>
                    <a:pt x="6521180" y="776398"/>
                  </a:lnTo>
                  <a:lnTo>
                    <a:pt x="6521430" y="776398"/>
                  </a:lnTo>
                  <a:lnTo>
                    <a:pt x="6521930" y="776398"/>
                  </a:lnTo>
                  <a:lnTo>
                    <a:pt x="6527682" y="776398"/>
                  </a:lnTo>
                  <a:lnTo>
                    <a:pt x="6527807" y="776398"/>
                  </a:lnTo>
                  <a:lnTo>
                    <a:pt x="6527932" y="776398"/>
                  </a:lnTo>
                  <a:lnTo>
                    <a:pt x="6528057" y="776398"/>
                  </a:lnTo>
                  <a:lnTo>
                    <a:pt x="6528182" y="776398"/>
                  </a:lnTo>
                  <a:lnTo>
                    <a:pt x="6528307" y="776398"/>
                  </a:lnTo>
                  <a:lnTo>
                    <a:pt x="6528432" y="776398"/>
                  </a:lnTo>
                  <a:lnTo>
                    <a:pt x="6528557" y="776398"/>
                  </a:lnTo>
                  <a:lnTo>
                    <a:pt x="6528682" y="776398"/>
                  </a:lnTo>
                  <a:lnTo>
                    <a:pt x="6528807" y="776398"/>
                  </a:lnTo>
                  <a:lnTo>
                    <a:pt x="6528932" y="776398"/>
                  </a:lnTo>
                  <a:lnTo>
                    <a:pt x="6529057" y="776398"/>
                  </a:lnTo>
                  <a:lnTo>
                    <a:pt x="6529182" y="776398"/>
                  </a:lnTo>
                  <a:lnTo>
                    <a:pt x="6529807" y="776398"/>
                  </a:lnTo>
                  <a:lnTo>
                    <a:pt x="6529932" y="776398"/>
                  </a:lnTo>
                  <a:lnTo>
                    <a:pt x="6530183" y="776398"/>
                  </a:lnTo>
                  <a:lnTo>
                    <a:pt x="6530433" y="776398"/>
                  </a:lnTo>
                  <a:lnTo>
                    <a:pt x="6530558" y="776398"/>
                  </a:lnTo>
                  <a:lnTo>
                    <a:pt x="6530683" y="776398"/>
                  </a:lnTo>
                  <a:lnTo>
                    <a:pt x="6530808" y="776398"/>
                  </a:lnTo>
                  <a:lnTo>
                    <a:pt x="6530933" y="776398"/>
                  </a:lnTo>
                  <a:lnTo>
                    <a:pt x="6531558" y="776398"/>
                  </a:lnTo>
                  <a:lnTo>
                    <a:pt x="6532058" y="776398"/>
                  </a:lnTo>
                  <a:lnTo>
                    <a:pt x="6532183" y="776398"/>
                  </a:lnTo>
                  <a:lnTo>
                    <a:pt x="6532683" y="776398"/>
                  </a:lnTo>
                  <a:lnTo>
                    <a:pt x="6532808" y="776398"/>
                  </a:lnTo>
                  <a:lnTo>
                    <a:pt x="6533058" y="776398"/>
                  </a:lnTo>
                  <a:lnTo>
                    <a:pt x="6533184" y="776398"/>
                  </a:lnTo>
                  <a:lnTo>
                    <a:pt x="6533309" y="776398"/>
                  </a:lnTo>
                  <a:lnTo>
                    <a:pt x="6533684" y="776398"/>
                  </a:lnTo>
                  <a:lnTo>
                    <a:pt x="6534184" y="776398"/>
                  </a:lnTo>
                  <a:lnTo>
                    <a:pt x="6534559" y="776398"/>
                  </a:lnTo>
                  <a:lnTo>
                    <a:pt x="6534684" y="776398"/>
                  </a:lnTo>
                  <a:lnTo>
                    <a:pt x="6535434" y="776398"/>
                  </a:lnTo>
                  <a:lnTo>
                    <a:pt x="6535934" y="776398"/>
                  </a:lnTo>
                  <a:lnTo>
                    <a:pt x="6536185" y="776398"/>
                  </a:lnTo>
                  <a:lnTo>
                    <a:pt x="6536685" y="776398"/>
                  </a:lnTo>
                  <a:lnTo>
                    <a:pt x="6537560" y="776398"/>
                  </a:lnTo>
                  <a:lnTo>
                    <a:pt x="6538060" y="776398"/>
                  </a:lnTo>
                  <a:lnTo>
                    <a:pt x="6538310" y="776398"/>
                  </a:lnTo>
                  <a:lnTo>
                    <a:pt x="6538685" y="776398"/>
                  </a:lnTo>
                  <a:lnTo>
                    <a:pt x="6539436" y="776398"/>
                  </a:lnTo>
                  <a:lnTo>
                    <a:pt x="6539936" y="776398"/>
                  </a:lnTo>
                  <a:lnTo>
                    <a:pt x="6540061" y="776398"/>
                  </a:lnTo>
                  <a:lnTo>
                    <a:pt x="6540561" y="776398"/>
                  </a:lnTo>
                  <a:lnTo>
                    <a:pt x="6540686" y="776398"/>
                  </a:lnTo>
                  <a:lnTo>
                    <a:pt x="6541186" y="776398"/>
                  </a:lnTo>
                  <a:lnTo>
                    <a:pt x="6541561" y="776398"/>
                  </a:lnTo>
                  <a:lnTo>
                    <a:pt x="6541686" y="776398"/>
                  </a:lnTo>
                  <a:lnTo>
                    <a:pt x="6541936" y="776398"/>
                  </a:lnTo>
                  <a:lnTo>
                    <a:pt x="6542061" y="776398"/>
                  </a:lnTo>
                  <a:lnTo>
                    <a:pt x="6542437" y="776398"/>
                  </a:lnTo>
                  <a:lnTo>
                    <a:pt x="6542812" y="776398"/>
                  </a:lnTo>
                  <a:lnTo>
                    <a:pt x="6543187" y="776398"/>
                  </a:lnTo>
                  <a:lnTo>
                    <a:pt x="6543562" y="776398"/>
                  </a:lnTo>
                  <a:lnTo>
                    <a:pt x="6543687" y="776398"/>
                  </a:lnTo>
                  <a:lnTo>
                    <a:pt x="6543937" y="776398"/>
                  </a:lnTo>
                  <a:lnTo>
                    <a:pt x="6544062" y="776398"/>
                  </a:lnTo>
                  <a:lnTo>
                    <a:pt x="6544312" y="776398"/>
                  </a:lnTo>
                  <a:lnTo>
                    <a:pt x="6544437" y="776398"/>
                  </a:lnTo>
                  <a:lnTo>
                    <a:pt x="6544687" y="776398"/>
                  </a:lnTo>
                  <a:lnTo>
                    <a:pt x="6545188" y="776398"/>
                  </a:lnTo>
                  <a:lnTo>
                    <a:pt x="6545938" y="776398"/>
                  </a:lnTo>
                  <a:lnTo>
                    <a:pt x="6546063" y="776398"/>
                  </a:lnTo>
                  <a:lnTo>
                    <a:pt x="6546438" y="776398"/>
                  </a:lnTo>
                  <a:lnTo>
                    <a:pt x="6546938" y="776398"/>
                  </a:lnTo>
                  <a:lnTo>
                    <a:pt x="6547063" y="776398"/>
                  </a:lnTo>
                  <a:lnTo>
                    <a:pt x="6547313" y="776398"/>
                  </a:lnTo>
                  <a:lnTo>
                    <a:pt x="6547438" y="776398"/>
                  </a:lnTo>
                  <a:lnTo>
                    <a:pt x="6548063" y="776398"/>
                  </a:lnTo>
                  <a:lnTo>
                    <a:pt x="6549064" y="776398"/>
                  </a:lnTo>
                  <a:lnTo>
                    <a:pt x="6549189" y="776398"/>
                  </a:lnTo>
                  <a:lnTo>
                    <a:pt x="6549314" y="776398"/>
                  </a:lnTo>
                  <a:lnTo>
                    <a:pt x="6549814" y="776398"/>
                  </a:lnTo>
                  <a:lnTo>
                    <a:pt x="6550189" y="776398"/>
                  </a:lnTo>
                  <a:lnTo>
                    <a:pt x="6550939" y="776398"/>
                  </a:lnTo>
                  <a:lnTo>
                    <a:pt x="6551315" y="766444"/>
                  </a:lnTo>
                  <a:lnTo>
                    <a:pt x="6551565" y="766444"/>
                  </a:lnTo>
                  <a:lnTo>
                    <a:pt x="6551940" y="766444"/>
                  </a:lnTo>
                  <a:lnTo>
                    <a:pt x="6552315" y="766444"/>
                  </a:lnTo>
                  <a:lnTo>
                    <a:pt x="6552565" y="766444"/>
                  </a:lnTo>
                  <a:lnTo>
                    <a:pt x="6553940" y="766444"/>
                  </a:lnTo>
                  <a:lnTo>
                    <a:pt x="6554316" y="766444"/>
                  </a:lnTo>
                  <a:lnTo>
                    <a:pt x="6554441" y="766444"/>
                  </a:lnTo>
                  <a:lnTo>
                    <a:pt x="6554566" y="766444"/>
                  </a:lnTo>
                  <a:lnTo>
                    <a:pt x="6554691" y="766444"/>
                  </a:lnTo>
                  <a:lnTo>
                    <a:pt x="6555066" y="766444"/>
                  </a:lnTo>
                  <a:lnTo>
                    <a:pt x="6555316" y="766444"/>
                  </a:lnTo>
                  <a:lnTo>
                    <a:pt x="6556316" y="766444"/>
                  </a:lnTo>
                  <a:lnTo>
                    <a:pt x="6556441" y="766444"/>
                  </a:lnTo>
                  <a:lnTo>
                    <a:pt x="6556691" y="766444"/>
                  </a:lnTo>
                  <a:lnTo>
                    <a:pt x="6556816" y="766444"/>
                  </a:lnTo>
                  <a:lnTo>
                    <a:pt x="6557817" y="766444"/>
                  </a:lnTo>
                  <a:lnTo>
                    <a:pt x="6558192" y="766444"/>
                  </a:lnTo>
                  <a:lnTo>
                    <a:pt x="6558442" y="766444"/>
                  </a:lnTo>
                  <a:lnTo>
                    <a:pt x="6558817" y="766444"/>
                  </a:lnTo>
                  <a:lnTo>
                    <a:pt x="6560068" y="766444"/>
                  </a:lnTo>
                  <a:lnTo>
                    <a:pt x="6560193" y="766444"/>
                  </a:lnTo>
                  <a:lnTo>
                    <a:pt x="6560443" y="766444"/>
                  </a:lnTo>
                  <a:lnTo>
                    <a:pt x="6560568" y="766444"/>
                  </a:lnTo>
                  <a:lnTo>
                    <a:pt x="6560818" y="766444"/>
                  </a:lnTo>
                  <a:lnTo>
                    <a:pt x="6560943" y="766444"/>
                  </a:lnTo>
                  <a:lnTo>
                    <a:pt x="6561068" y="766444"/>
                  </a:lnTo>
                  <a:lnTo>
                    <a:pt x="6561443" y="766444"/>
                  </a:lnTo>
                  <a:lnTo>
                    <a:pt x="6561693" y="766444"/>
                  </a:lnTo>
                  <a:lnTo>
                    <a:pt x="6562318" y="766444"/>
                  </a:lnTo>
                  <a:lnTo>
                    <a:pt x="6562568" y="766444"/>
                  </a:lnTo>
                  <a:lnTo>
                    <a:pt x="6562818" y="766444"/>
                  </a:lnTo>
                  <a:lnTo>
                    <a:pt x="6563069" y="766444"/>
                  </a:lnTo>
                  <a:lnTo>
                    <a:pt x="6563194" y="766444"/>
                  </a:lnTo>
                  <a:lnTo>
                    <a:pt x="6563569" y="766444"/>
                  </a:lnTo>
                  <a:lnTo>
                    <a:pt x="6563694" y="766444"/>
                  </a:lnTo>
                  <a:lnTo>
                    <a:pt x="6564694" y="766444"/>
                  </a:lnTo>
                  <a:lnTo>
                    <a:pt x="6564944" y="766444"/>
                  </a:lnTo>
                  <a:lnTo>
                    <a:pt x="6565069" y="766444"/>
                  </a:lnTo>
                  <a:lnTo>
                    <a:pt x="6565444" y="766444"/>
                  </a:lnTo>
                  <a:lnTo>
                    <a:pt x="6565569" y="766444"/>
                  </a:lnTo>
                  <a:lnTo>
                    <a:pt x="6565694" y="766444"/>
                  </a:lnTo>
                  <a:lnTo>
                    <a:pt x="6565819" y="766444"/>
                  </a:lnTo>
                  <a:lnTo>
                    <a:pt x="6566320" y="766444"/>
                  </a:lnTo>
                  <a:lnTo>
                    <a:pt x="6567570" y="766444"/>
                  </a:lnTo>
                  <a:lnTo>
                    <a:pt x="6567695" y="766444"/>
                  </a:lnTo>
                  <a:lnTo>
                    <a:pt x="6568195" y="766444"/>
                  </a:lnTo>
                  <a:lnTo>
                    <a:pt x="6568820" y="766444"/>
                  </a:lnTo>
                  <a:lnTo>
                    <a:pt x="6569446" y="766444"/>
                  </a:lnTo>
                  <a:lnTo>
                    <a:pt x="6569571" y="766444"/>
                  </a:lnTo>
                  <a:lnTo>
                    <a:pt x="6570196" y="766444"/>
                  </a:lnTo>
                  <a:lnTo>
                    <a:pt x="6570321" y="766444"/>
                  </a:lnTo>
                  <a:lnTo>
                    <a:pt x="6570446" y="766444"/>
                  </a:lnTo>
                  <a:lnTo>
                    <a:pt x="6570696" y="756490"/>
                  </a:lnTo>
                  <a:lnTo>
                    <a:pt x="6571446" y="756490"/>
                  </a:lnTo>
                  <a:lnTo>
                    <a:pt x="6571571" y="756490"/>
                  </a:lnTo>
                  <a:lnTo>
                    <a:pt x="6571696" y="756490"/>
                  </a:lnTo>
                  <a:lnTo>
                    <a:pt x="6571821" y="756490"/>
                  </a:lnTo>
                  <a:lnTo>
                    <a:pt x="6572197" y="756490"/>
                  </a:lnTo>
                  <a:lnTo>
                    <a:pt x="6572322" y="756490"/>
                  </a:lnTo>
                  <a:lnTo>
                    <a:pt x="6572947" y="756490"/>
                  </a:lnTo>
                  <a:lnTo>
                    <a:pt x="6573447" y="756490"/>
                  </a:lnTo>
                  <a:lnTo>
                    <a:pt x="6573572" y="756490"/>
                  </a:lnTo>
                  <a:lnTo>
                    <a:pt x="6574072" y="756490"/>
                  </a:lnTo>
                  <a:lnTo>
                    <a:pt x="6574572" y="746536"/>
                  </a:lnTo>
                  <a:lnTo>
                    <a:pt x="6574697" y="746536"/>
                  </a:lnTo>
                  <a:lnTo>
                    <a:pt x="6575448" y="746536"/>
                  </a:lnTo>
                  <a:lnTo>
                    <a:pt x="6575823" y="746536"/>
                  </a:lnTo>
                  <a:lnTo>
                    <a:pt x="6575948" y="746536"/>
                  </a:lnTo>
                  <a:lnTo>
                    <a:pt x="6577073" y="746536"/>
                  </a:lnTo>
                  <a:lnTo>
                    <a:pt x="6577198" y="746536"/>
                  </a:lnTo>
                  <a:lnTo>
                    <a:pt x="6577323" y="746536"/>
                  </a:lnTo>
                  <a:lnTo>
                    <a:pt x="6577573" y="746536"/>
                  </a:lnTo>
                  <a:lnTo>
                    <a:pt x="6578074" y="746536"/>
                  </a:lnTo>
                  <a:lnTo>
                    <a:pt x="6578199" y="746536"/>
                  </a:lnTo>
                  <a:lnTo>
                    <a:pt x="6578449" y="746536"/>
                  </a:lnTo>
                  <a:lnTo>
                    <a:pt x="6578824" y="746536"/>
                  </a:lnTo>
                  <a:lnTo>
                    <a:pt x="6578949" y="746536"/>
                  </a:lnTo>
                  <a:lnTo>
                    <a:pt x="6579199" y="746536"/>
                  </a:lnTo>
                  <a:lnTo>
                    <a:pt x="6579199" y="736582"/>
                  </a:lnTo>
                  <a:lnTo>
                    <a:pt x="6580074" y="736582"/>
                  </a:lnTo>
                  <a:lnTo>
                    <a:pt x="6580699" y="736582"/>
                  </a:lnTo>
                  <a:lnTo>
                    <a:pt x="6581575" y="736582"/>
                  </a:lnTo>
                  <a:lnTo>
                    <a:pt x="6581700" y="736582"/>
                  </a:lnTo>
                  <a:lnTo>
                    <a:pt x="6581825" y="736582"/>
                  </a:lnTo>
                  <a:lnTo>
                    <a:pt x="6582325" y="736582"/>
                  </a:lnTo>
                  <a:lnTo>
                    <a:pt x="6582450" y="736582"/>
                  </a:lnTo>
                  <a:lnTo>
                    <a:pt x="6582950" y="736582"/>
                  </a:lnTo>
                  <a:lnTo>
                    <a:pt x="6583200" y="736582"/>
                  </a:lnTo>
                  <a:lnTo>
                    <a:pt x="6583325" y="736582"/>
                  </a:lnTo>
                  <a:lnTo>
                    <a:pt x="6583825" y="736582"/>
                  </a:lnTo>
                  <a:lnTo>
                    <a:pt x="6584076" y="736582"/>
                  </a:lnTo>
                  <a:lnTo>
                    <a:pt x="6584326" y="736582"/>
                  </a:lnTo>
                  <a:lnTo>
                    <a:pt x="6585076" y="736582"/>
                  </a:lnTo>
                  <a:lnTo>
                    <a:pt x="6585451" y="736582"/>
                  </a:lnTo>
                  <a:lnTo>
                    <a:pt x="6585701" y="736582"/>
                  </a:lnTo>
                  <a:lnTo>
                    <a:pt x="6585826" y="736582"/>
                  </a:lnTo>
                  <a:lnTo>
                    <a:pt x="6585951" y="736582"/>
                  </a:lnTo>
                  <a:lnTo>
                    <a:pt x="6586076" y="736582"/>
                  </a:lnTo>
                  <a:lnTo>
                    <a:pt x="6586201" y="736582"/>
                  </a:lnTo>
                  <a:lnTo>
                    <a:pt x="6586451" y="736582"/>
                  </a:lnTo>
                  <a:lnTo>
                    <a:pt x="6586701" y="736582"/>
                  </a:lnTo>
                  <a:lnTo>
                    <a:pt x="6587202" y="736582"/>
                  </a:lnTo>
                  <a:lnTo>
                    <a:pt x="6587452" y="736582"/>
                  </a:lnTo>
                  <a:lnTo>
                    <a:pt x="6588202" y="736582"/>
                  </a:lnTo>
                  <a:lnTo>
                    <a:pt x="6588702" y="736582"/>
                  </a:lnTo>
                  <a:lnTo>
                    <a:pt x="6588827" y="736582"/>
                  </a:lnTo>
                  <a:lnTo>
                    <a:pt x="6589577" y="736582"/>
                  </a:lnTo>
                  <a:lnTo>
                    <a:pt x="6589952" y="736582"/>
                  </a:lnTo>
                  <a:lnTo>
                    <a:pt x="6590328" y="736582"/>
                  </a:lnTo>
                  <a:lnTo>
                    <a:pt x="6590703" y="736582"/>
                  </a:lnTo>
                  <a:lnTo>
                    <a:pt x="6590828" y="736582"/>
                  </a:lnTo>
                  <a:lnTo>
                    <a:pt x="6591078" y="736582"/>
                  </a:lnTo>
                  <a:lnTo>
                    <a:pt x="6591578" y="736582"/>
                  </a:lnTo>
                  <a:lnTo>
                    <a:pt x="6591828" y="736582"/>
                  </a:lnTo>
                  <a:lnTo>
                    <a:pt x="6592328" y="736582"/>
                  </a:lnTo>
                  <a:lnTo>
                    <a:pt x="6592453" y="736582"/>
                  </a:lnTo>
                  <a:lnTo>
                    <a:pt x="6593079" y="736582"/>
                  </a:lnTo>
                  <a:lnTo>
                    <a:pt x="6593704" y="736582"/>
                  </a:lnTo>
                  <a:lnTo>
                    <a:pt x="6593829" y="736582"/>
                  </a:lnTo>
                  <a:lnTo>
                    <a:pt x="6593954" y="736582"/>
                  </a:lnTo>
                  <a:lnTo>
                    <a:pt x="6594079" y="736582"/>
                  </a:lnTo>
                  <a:lnTo>
                    <a:pt x="6594204" y="736582"/>
                  </a:lnTo>
                  <a:lnTo>
                    <a:pt x="6594329" y="736582"/>
                  </a:lnTo>
                  <a:lnTo>
                    <a:pt x="6594829" y="736582"/>
                  </a:lnTo>
                  <a:lnTo>
                    <a:pt x="6595704" y="736582"/>
                  </a:lnTo>
                  <a:lnTo>
                    <a:pt x="6596205" y="736582"/>
                  </a:lnTo>
                  <a:lnTo>
                    <a:pt x="6596455" y="736582"/>
                  </a:lnTo>
                  <a:lnTo>
                    <a:pt x="6596580" y="736582"/>
                  </a:lnTo>
                  <a:lnTo>
                    <a:pt x="6596955" y="736582"/>
                  </a:lnTo>
                  <a:lnTo>
                    <a:pt x="6598455" y="726629"/>
                  </a:lnTo>
                  <a:lnTo>
                    <a:pt x="6598580" y="726629"/>
                  </a:lnTo>
                  <a:lnTo>
                    <a:pt x="6598956" y="726629"/>
                  </a:lnTo>
                  <a:lnTo>
                    <a:pt x="6599081" y="726629"/>
                  </a:lnTo>
                  <a:lnTo>
                    <a:pt x="6599956" y="726629"/>
                  </a:lnTo>
                  <a:lnTo>
                    <a:pt x="6600081" y="726629"/>
                  </a:lnTo>
                  <a:lnTo>
                    <a:pt x="6600331" y="726629"/>
                  </a:lnTo>
                  <a:lnTo>
                    <a:pt x="6600581" y="726629"/>
                  </a:lnTo>
                  <a:lnTo>
                    <a:pt x="6600831" y="726629"/>
                  </a:lnTo>
                  <a:lnTo>
                    <a:pt x="6601081" y="726629"/>
                  </a:lnTo>
                  <a:lnTo>
                    <a:pt x="6601456" y="726629"/>
                  </a:lnTo>
                  <a:lnTo>
                    <a:pt x="6601831" y="726629"/>
                  </a:lnTo>
                  <a:lnTo>
                    <a:pt x="6602082" y="726629"/>
                  </a:lnTo>
                  <a:lnTo>
                    <a:pt x="6602207" y="706721"/>
                  </a:lnTo>
                  <a:lnTo>
                    <a:pt x="6602457" y="706721"/>
                  </a:lnTo>
                  <a:lnTo>
                    <a:pt x="6602582" y="706721"/>
                  </a:lnTo>
                  <a:lnTo>
                    <a:pt x="6602707" y="706721"/>
                  </a:lnTo>
                  <a:lnTo>
                    <a:pt x="6602832" y="706721"/>
                  </a:lnTo>
                  <a:lnTo>
                    <a:pt x="6603457" y="696767"/>
                  </a:lnTo>
                  <a:lnTo>
                    <a:pt x="6603582" y="696767"/>
                  </a:lnTo>
                  <a:lnTo>
                    <a:pt x="6603707" y="696767"/>
                  </a:lnTo>
                  <a:lnTo>
                    <a:pt x="6604582" y="696767"/>
                  </a:lnTo>
                  <a:lnTo>
                    <a:pt x="6604832" y="696767"/>
                  </a:lnTo>
                  <a:lnTo>
                    <a:pt x="6605208" y="696767"/>
                  </a:lnTo>
                  <a:lnTo>
                    <a:pt x="6605333" y="696767"/>
                  </a:lnTo>
                  <a:lnTo>
                    <a:pt x="6605458" y="696767"/>
                  </a:lnTo>
                  <a:lnTo>
                    <a:pt x="6605708" y="696767"/>
                  </a:lnTo>
                  <a:lnTo>
                    <a:pt x="6606708" y="696767"/>
                  </a:lnTo>
                  <a:lnTo>
                    <a:pt x="6606833" y="696767"/>
                  </a:lnTo>
                  <a:lnTo>
                    <a:pt x="6607083" y="696767"/>
                  </a:lnTo>
                  <a:lnTo>
                    <a:pt x="6607208" y="696767"/>
                  </a:lnTo>
                  <a:lnTo>
                    <a:pt x="6607458" y="696767"/>
                  </a:lnTo>
                  <a:lnTo>
                    <a:pt x="6608334" y="696767"/>
                  </a:lnTo>
                  <a:lnTo>
                    <a:pt x="6608459" y="696767"/>
                  </a:lnTo>
                  <a:lnTo>
                    <a:pt x="6608584" y="696767"/>
                  </a:lnTo>
                  <a:lnTo>
                    <a:pt x="6609084" y="686813"/>
                  </a:lnTo>
                  <a:lnTo>
                    <a:pt x="6610709" y="686813"/>
                  </a:lnTo>
                  <a:lnTo>
                    <a:pt x="6610960" y="686813"/>
                  </a:lnTo>
                  <a:lnTo>
                    <a:pt x="6611335" y="676859"/>
                  </a:lnTo>
                  <a:lnTo>
                    <a:pt x="6611460" y="676859"/>
                  </a:lnTo>
                  <a:lnTo>
                    <a:pt x="6611585" y="676859"/>
                  </a:lnTo>
                  <a:lnTo>
                    <a:pt x="6611710" y="676859"/>
                  </a:lnTo>
                  <a:lnTo>
                    <a:pt x="6611835" y="676859"/>
                  </a:lnTo>
                  <a:lnTo>
                    <a:pt x="6612210" y="676859"/>
                  </a:lnTo>
                  <a:lnTo>
                    <a:pt x="6612335" y="676859"/>
                  </a:lnTo>
                  <a:lnTo>
                    <a:pt x="6612460" y="676859"/>
                  </a:lnTo>
                  <a:lnTo>
                    <a:pt x="6612585" y="676859"/>
                  </a:lnTo>
                  <a:lnTo>
                    <a:pt x="6612710" y="676859"/>
                  </a:lnTo>
                  <a:lnTo>
                    <a:pt x="6612835" y="676859"/>
                  </a:lnTo>
                  <a:lnTo>
                    <a:pt x="6613085" y="676859"/>
                  </a:lnTo>
                  <a:lnTo>
                    <a:pt x="6613460" y="676859"/>
                  </a:lnTo>
                  <a:lnTo>
                    <a:pt x="6613961" y="676859"/>
                  </a:lnTo>
                  <a:lnTo>
                    <a:pt x="6614211" y="676859"/>
                  </a:lnTo>
                  <a:lnTo>
                    <a:pt x="6614586" y="676859"/>
                  </a:lnTo>
                  <a:lnTo>
                    <a:pt x="6615586" y="676859"/>
                  </a:lnTo>
                  <a:lnTo>
                    <a:pt x="6615586" y="666906"/>
                  </a:lnTo>
                  <a:lnTo>
                    <a:pt x="6615961" y="666906"/>
                  </a:lnTo>
                  <a:lnTo>
                    <a:pt x="6616586" y="666906"/>
                  </a:lnTo>
                  <a:lnTo>
                    <a:pt x="6616836" y="666906"/>
                  </a:lnTo>
                  <a:lnTo>
                    <a:pt x="6616962" y="666906"/>
                  </a:lnTo>
                  <a:lnTo>
                    <a:pt x="6617337" y="666906"/>
                  </a:lnTo>
                  <a:lnTo>
                    <a:pt x="6617587" y="666906"/>
                  </a:lnTo>
                  <a:lnTo>
                    <a:pt x="6617962" y="666906"/>
                  </a:lnTo>
                  <a:lnTo>
                    <a:pt x="6618212" y="666906"/>
                  </a:lnTo>
                  <a:lnTo>
                    <a:pt x="6618712" y="666906"/>
                  </a:lnTo>
                  <a:lnTo>
                    <a:pt x="6618837" y="666906"/>
                  </a:lnTo>
                  <a:lnTo>
                    <a:pt x="6619837" y="666906"/>
                  </a:lnTo>
                  <a:lnTo>
                    <a:pt x="6620213" y="666906"/>
                  </a:lnTo>
                  <a:lnTo>
                    <a:pt x="6620338" y="666906"/>
                  </a:lnTo>
                  <a:lnTo>
                    <a:pt x="6621338" y="666906"/>
                  </a:lnTo>
                  <a:lnTo>
                    <a:pt x="6621838" y="666906"/>
                  </a:lnTo>
                  <a:lnTo>
                    <a:pt x="6621963" y="666906"/>
                  </a:lnTo>
                  <a:lnTo>
                    <a:pt x="6622088" y="666906"/>
                  </a:lnTo>
                  <a:lnTo>
                    <a:pt x="6622338" y="666906"/>
                  </a:lnTo>
                  <a:lnTo>
                    <a:pt x="6622964" y="666906"/>
                  </a:lnTo>
                  <a:lnTo>
                    <a:pt x="6623089" y="666906"/>
                  </a:lnTo>
                  <a:lnTo>
                    <a:pt x="6623714" y="666906"/>
                  </a:lnTo>
                  <a:lnTo>
                    <a:pt x="6623839" y="666906"/>
                  </a:lnTo>
                  <a:lnTo>
                    <a:pt x="6623964" y="666906"/>
                  </a:lnTo>
                  <a:lnTo>
                    <a:pt x="6624964" y="666906"/>
                  </a:lnTo>
                  <a:lnTo>
                    <a:pt x="6625089" y="666906"/>
                  </a:lnTo>
                  <a:lnTo>
                    <a:pt x="6625464" y="666906"/>
                  </a:lnTo>
                  <a:lnTo>
                    <a:pt x="6625714" y="666906"/>
                  </a:lnTo>
                  <a:lnTo>
                    <a:pt x="6625839" y="666906"/>
                  </a:lnTo>
                  <a:lnTo>
                    <a:pt x="6626215" y="666906"/>
                  </a:lnTo>
                  <a:lnTo>
                    <a:pt x="6626340" y="666906"/>
                  </a:lnTo>
                  <a:lnTo>
                    <a:pt x="6626590" y="666906"/>
                  </a:lnTo>
                  <a:lnTo>
                    <a:pt x="6626715" y="666906"/>
                  </a:lnTo>
                  <a:lnTo>
                    <a:pt x="6627465" y="666906"/>
                  </a:lnTo>
                  <a:lnTo>
                    <a:pt x="6627590" y="666906"/>
                  </a:lnTo>
                  <a:lnTo>
                    <a:pt x="6627715" y="666906"/>
                  </a:lnTo>
                  <a:lnTo>
                    <a:pt x="6628340" y="666906"/>
                  </a:lnTo>
                  <a:lnTo>
                    <a:pt x="6628590" y="666906"/>
                  </a:lnTo>
                  <a:lnTo>
                    <a:pt x="6628715" y="666906"/>
                  </a:lnTo>
                  <a:lnTo>
                    <a:pt x="6629091" y="666906"/>
                  </a:lnTo>
                  <a:lnTo>
                    <a:pt x="6629216" y="666906"/>
                  </a:lnTo>
                  <a:lnTo>
                    <a:pt x="6629466" y="656952"/>
                  </a:lnTo>
                  <a:lnTo>
                    <a:pt x="6629716" y="656952"/>
                  </a:lnTo>
                  <a:lnTo>
                    <a:pt x="6629841" y="656952"/>
                  </a:lnTo>
                  <a:lnTo>
                    <a:pt x="6630841" y="656952"/>
                  </a:lnTo>
                  <a:lnTo>
                    <a:pt x="6631091" y="656952"/>
                  </a:lnTo>
                  <a:lnTo>
                    <a:pt x="6631216" y="656952"/>
                  </a:lnTo>
                  <a:lnTo>
                    <a:pt x="6631716" y="656952"/>
                  </a:lnTo>
                  <a:lnTo>
                    <a:pt x="6631841" y="656952"/>
                  </a:lnTo>
                  <a:lnTo>
                    <a:pt x="6631967" y="656952"/>
                  </a:lnTo>
                  <a:lnTo>
                    <a:pt x="6632592" y="656952"/>
                  </a:lnTo>
                  <a:lnTo>
                    <a:pt x="6633342" y="656952"/>
                  </a:lnTo>
                  <a:lnTo>
                    <a:pt x="6634092" y="656952"/>
                  </a:lnTo>
                  <a:lnTo>
                    <a:pt x="6634717" y="656952"/>
                  </a:lnTo>
                  <a:lnTo>
                    <a:pt x="6634842" y="656952"/>
                  </a:lnTo>
                  <a:lnTo>
                    <a:pt x="6634968" y="656952"/>
                  </a:lnTo>
                  <a:lnTo>
                    <a:pt x="6635093" y="656952"/>
                  </a:lnTo>
                  <a:lnTo>
                    <a:pt x="6635593" y="656952"/>
                  </a:lnTo>
                  <a:lnTo>
                    <a:pt x="6635718" y="656952"/>
                  </a:lnTo>
                  <a:lnTo>
                    <a:pt x="6635843" y="656952"/>
                  </a:lnTo>
                  <a:lnTo>
                    <a:pt x="6636718" y="656952"/>
                  </a:lnTo>
                  <a:lnTo>
                    <a:pt x="6637218" y="656952"/>
                  </a:lnTo>
                  <a:lnTo>
                    <a:pt x="6637343" y="656952"/>
                  </a:lnTo>
                  <a:lnTo>
                    <a:pt x="6637718" y="656952"/>
                  </a:lnTo>
                  <a:lnTo>
                    <a:pt x="6637969" y="656952"/>
                  </a:lnTo>
                  <a:lnTo>
                    <a:pt x="6638344" y="656952"/>
                  </a:lnTo>
                  <a:lnTo>
                    <a:pt x="6638719" y="656952"/>
                  </a:lnTo>
                  <a:lnTo>
                    <a:pt x="6638969" y="646998"/>
                  </a:lnTo>
                  <a:lnTo>
                    <a:pt x="6639094" y="646998"/>
                  </a:lnTo>
                  <a:lnTo>
                    <a:pt x="6639469" y="646998"/>
                  </a:lnTo>
                  <a:lnTo>
                    <a:pt x="6639719" y="646998"/>
                  </a:lnTo>
                  <a:lnTo>
                    <a:pt x="6639969" y="646998"/>
                  </a:lnTo>
                  <a:lnTo>
                    <a:pt x="6640094" y="646998"/>
                  </a:lnTo>
                  <a:lnTo>
                    <a:pt x="6640219" y="646998"/>
                  </a:lnTo>
                  <a:lnTo>
                    <a:pt x="6640719" y="646998"/>
                  </a:lnTo>
                  <a:lnTo>
                    <a:pt x="6640845" y="646998"/>
                  </a:lnTo>
                  <a:lnTo>
                    <a:pt x="6640970" y="646998"/>
                  </a:lnTo>
                  <a:lnTo>
                    <a:pt x="6641845" y="646998"/>
                  </a:lnTo>
                  <a:lnTo>
                    <a:pt x="6642095" y="646998"/>
                  </a:lnTo>
                  <a:lnTo>
                    <a:pt x="6642220" y="646998"/>
                  </a:lnTo>
                  <a:lnTo>
                    <a:pt x="6642720" y="646998"/>
                  </a:lnTo>
                  <a:lnTo>
                    <a:pt x="6642970" y="646998"/>
                  </a:lnTo>
                  <a:lnTo>
                    <a:pt x="6643220" y="646998"/>
                  </a:lnTo>
                  <a:lnTo>
                    <a:pt x="6643345" y="646998"/>
                  </a:lnTo>
                  <a:lnTo>
                    <a:pt x="6644221" y="646998"/>
                  </a:lnTo>
                  <a:lnTo>
                    <a:pt x="6644471" y="646998"/>
                  </a:lnTo>
                  <a:lnTo>
                    <a:pt x="6644846" y="646998"/>
                  </a:lnTo>
                  <a:lnTo>
                    <a:pt x="6645221" y="646998"/>
                  </a:lnTo>
                  <a:lnTo>
                    <a:pt x="6645346" y="646998"/>
                  </a:lnTo>
                  <a:lnTo>
                    <a:pt x="6645971" y="646998"/>
                  </a:lnTo>
                  <a:lnTo>
                    <a:pt x="6646221" y="646998"/>
                  </a:lnTo>
                  <a:lnTo>
                    <a:pt x="6646721" y="646998"/>
                  </a:lnTo>
                  <a:lnTo>
                    <a:pt x="6647347" y="646998"/>
                  </a:lnTo>
                  <a:lnTo>
                    <a:pt x="6647472" y="646998"/>
                  </a:lnTo>
                  <a:lnTo>
                    <a:pt x="6647722" y="646998"/>
                  </a:lnTo>
                  <a:lnTo>
                    <a:pt x="6648222" y="646998"/>
                  </a:lnTo>
                  <a:lnTo>
                    <a:pt x="6648347" y="646998"/>
                  </a:lnTo>
                  <a:lnTo>
                    <a:pt x="6648597" y="646998"/>
                  </a:lnTo>
                  <a:lnTo>
                    <a:pt x="6648847" y="646998"/>
                  </a:lnTo>
                  <a:lnTo>
                    <a:pt x="6649472" y="646998"/>
                  </a:lnTo>
                  <a:lnTo>
                    <a:pt x="6649597" y="646998"/>
                  </a:lnTo>
                  <a:lnTo>
                    <a:pt x="6649722" y="646998"/>
                  </a:lnTo>
                  <a:lnTo>
                    <a:pt x="6650098" y="646998"/>
                  </a:lnTo>
                  <a:lnTo>
                    <a:pt x="6650223" y="646998"/>
                  </a:lnTo>
                  <a:lnTo>
                    <a:pt x="6650348" y="646998"/>
                  </a:lnTo>
                  <a:lnTo>
                    <a:pt x="6650473" y="646998"/>
                  </a:lnTo>
                  <a:lnTo>
                    <a:pt x="6650973" y="646998"/>
                  </a:lnTo>
                  <a:lnTo>
                    <a:pt x="6651473" y="646998"/>
                  </a:lnTo>
                  <a:lnTo>
                    <a:pt x="6651723" y="646998"/>
                  </a:lnTo>
                  <a:lnTo>
                    <a:pt x="6651973" y="646998"/>
                  </a:lnTo>
                  <a:lnTo>
                    <a:pt x="6652974" y="646998"/>
                  </a:lnTo>
                  <a:lnTo>
                    <a:pt x="6653099" y="646998"/>
                  </a:lnTo>
                  <a:lnTo>
                    <a:pt x="6653474" y="646998"/>
                  </a:lnTo>
                  <a:lnTo>
                    <a:pt x="6653599" y="646998"/>
                  </a:lnTo>
                  <a:lnTo>
                    <a:pt x="6654599" y="646998"/>
                  </a:lnTo>
                  <a:lnTo>
                    <a:pt x="6654724" y="646998"/>
                  </a:lnTo>
                  <a:lnTo>
                    <a:pt x="6654849" y="646998"/>
                  </a:lnTo>
                  <a:lnTo>
                    <a:pt x="6654974" y="646998"/>
                  </a:lnTo>
                  <a:lnTo>
                    <a:pt x="6655099" y="646998"/>
                  </a:lnTo>
                  <a:lnTo>
                    <a:pt x="6655224" y="646998"/>
                  </a:lnTo>
                  <a:lnTo>
                    <a:pt x="6655349" y="646998"/>
                  </a:lnTo>
                  <a:lnTo>
                    <a:pt x="6655850" y="646998"/>
                  </a:lnTo>
                  <a:lnTo>
                    <a:pt x="6655975" y="646998"/>
                  </a:lnTo>
                  <a:lnTo>
                    <a:pt x="6656100" y="646998"/>
                  </a:lnTo>
                  <a:lnTo>
                    <a:pt x="6656225" y="646998"/>
                  </a:lnTo>
                  <a:lnTo>
                    <a:pt x="6656350" y="646998"/>
                  </a:lnTo>
                  <a:lnTo>
                    <a:pt x="6656725" y="646998"/>
                  </a:lnTo>
                  <a:lnTo>
                    <a:pt x="6656850" y="646998"/>
                  </a:lnTo>
                  <a:lnTo>
                    <a:pt x="6657350" y="646998"/>
                  </a:lnTo>
                  <a:lnTo>
                    <a:pt x="6657850" y="646998"/>
                  </a:lnTo>
                  <a:lnTo>
                    <a:pt x="6658100" y="646998"/>
                  </a:lnTo>
                  <a:lnTo>
                    <a:pt x="6658225" y="646998"/>
                  </a:lnTo>
                  <a:lnTo>
                    <a:pt x="6658350" y="646998"/>
                  </a:lnTo>
                  <a:lnTo>
                    <a:pt x="6658725" y="646998"/>
                  </a:lnTo>
                  <a:lnTo>
                    <a:pt x="6658851" y="646998"/>
                  </a:lnTo>
                  <a:lnTo>
                    <a:pt x="6659101" y="646998"/>
                  </a:lnTo>
                  <a:lnTo>
                    <a:pt x="6659476" y="646998"/>
                  </a:lnTo>
                  <a:lnTo>
                    <a:pt x="6659726" y="646998"/>
                  </a:lnTo>
                  <a:lnTo>
                    <a:pt x="6659851" y="646998"/>
                  </a:lnTo>
                  <a:lnTo>
                    <a:pt x="6660101" y="646998"/>
                  </a:lnTo>
                  <a:lnTo>
                    <a:pt x="6661226" y="646998"/>
                  </a:lnTo>
                  <a:lnTo>
                    <a:pt x="6661351" y="646998"/>
                  </a:lnTo>
                  <a:lnTo>
                    <a:pt x="6661726" y="646998"/>
                  </a:lnTo>
                  <a:lnTo>
                    <a:pt x="6662102" y="646998"/>
                  </a:lnTo>
                  <a:lnTo>
                    <a:pt x="6662352" y="646998"/>
                  </a:lnTo>
                  <a:lnTo>
                    <a:pt x="6662477" y="646998"/>
                  </a:lnTo>
                  <a:lnTo>
                    <a:pt x="6662977" y="646998"/>
                  </a:lnTo>
                  <a:lnTo>
                    <a:pt x="6663352" y="646998"/>
                  </a:lnTo>
                  <a:lnTo>
                    <a:pt x="6663602" y="646998"/>
                  </a:lnTo>
                  <a:lnTo>
                    <a:pt x="6663852" y="646998"/>
                  </a:lnTo>
                  <a:lnTo>
                    <a:pt x="6664602" y="646998"/>
                  </a:lnTo>
                  <a:lnTo>
                    <a:pt x="6665228" y="646998"/>
                  </a:lnTo>
                  <a:lnTo>
                    <a:pt x="6665353" y="646998"/>
                  </a:lnTo>
                  <a:lnTo>
                    <a:pt x="6665478" y="646998"/>
                  </a:lnTo>
                  <a:lnTo>
                    <a:pt x="6665978" y="646998"/>
                  </a:lnTo>
                  <a:lnTo>
                    <a:pt x="6666103" y="646998"/>
                  </a:lnTo>
                  <a:lnTo>
                    <a:pt x="6666228" y="646998"/>
                  </a:lnTo>
                  <a:lnTo>
                    <a:pt x="6666478" y="646998"/>
                  </a:lnTo>
                  <a:lnTo>
                    <a:pt x="6666728" y="646998"/>
                  </a:lnTo>
                  <a:lnTo>
                    <a:pt x="6667478" y="646998"/>
                  </a:lnTo>
                  <a:lnTo>
                    <a:pt x="6667603" y="646998"/>
                  </a:lnTo>
                  <a:lnTo>
                    <a:pt x="6667854" y="646998"/>
                  </a:lnTo>
                  <a:lnTo>
                    <a:pt x="6668104" y="646998"/>
                  </a:lnTo>
                  <a:lnTo>
                    <a:pt x="6668354" y="646998"/>
                  </a:lnTo>
                  <a:lnTo>
                    <a:pt x="6668729" y="646998"/>
                  </a:lnTo>
                  <a:lnTo>
                    <a:pt x="6668854" y="646998"/>
                  </a:lnTo>
                  <a:lnTo>
                    <a:pt x="6669104" y="646998"/>
                  </a:lnTo>
                  <a:lnTo>
                    <a:pt x="6669354" y="646998"/>
                  </a:lnTo>
                  <a:lnTo>
                    <a:pt x="6669479" y="646998"/>
                  </a:lnTo>
                  <a:lnTo>
                    <a:pt x="6669729" y="646998"/>
                  </a:lnTo>
                  <a:lnTo>
                    <a:pt x="6670104" y="646998"/>
                  </a:lnTo>
                  <a:lnTo>
                    <a:pt x="6673856" y="646998"/>
                  </a:lnTo>
                  <a:lnTo>
                    <a:pt x="6673981" y="646998"/>
                  </a:lnTo>
                  <a:lnTo>
                    <a:pt x="6674106" y="646998"/>
                  </a:lnTo>
                  <a:lnTo>
                    <a:pt x="6674231" y="646998"/>
                  </a:lnTo>
                  <a:lnTo>
                    <a:pt x="6674481" y="646998"/>
                  </a:lnTo>
                  <a:lnTo>
                    <a:pt x="6674606" y="646998"/>
                  </a:lnTo>
                  <a:lnTo>
                    <a:pt x="6674856" y="646998"/>
                  </a:lnTo>
                  <a:lnTo>
                    <a:pt x="6675356" y="646998"/>
                  </a:lnTo>
                  <a:lnTo>
                    <a:pt x="6675481" y="646998"/>
                  </a:lnTo>
                  <a:lnTo>
                    <a:pt x="6675731" y="646998"/>
                  </a:lnTo>
                  <a:lnTo>
                    <a:pt x="6676231" y="646998"/>
                  </a:lnTo>
                  <a:lnTo>
                    <a:pt x="6676606" y="646998"/>
                  </a:lnTo>
                  <a:lnTo>
                    <a:pt x="6677107" y="646998"/>
                  </a:lnTo>
                  <a:lnTo>
                    <a:pt x="6677232" y="646998"/>
                  </a:lnTo>
                  <a:lnTo>
                    <a:pt x="6677482" y="646998"/>
                  </a:lnTo>
                  <a:lnTo>
                    <a:pt x="6677857" y="646998"/>
                  </a:lnTo>
                  <a:lnTo>
                    <a:pt x="6678232" y="646998"/>
                  </a:lnTo>
                  <a:lnTo>
                    <a:pt x="6678357" y="646998"/>
                  </a:lnTo>
                  <a:lnTo>
                    <a:pt x="6678607" y="646998"/>
                  </a:lnTo>
                  <a:lnTo>
                    <a:pt x="6679482" y="646998"/>
                  </a:lnTo>
                  <a:lnTo>
                    <a:pt x="6679858" y="646998"/>
                  </a:lnTo>
                  <a:lnTo>
                    <a:pt x="6679983" y="646998"/>
                  </a:lnTo>
                  <a:lnTo>
                    <a:pt x="6680358" y="646998"/>
                  </a:lnTo>
                  <a:lnTo>
                    <a:pt x="6681733" y="646998"/>
                  </a:lnTo>
                  <a:lnTo>
                    <a:pt x="6681858" y="646998"/>
                  </a:lnTo>
                  <a:lnTo>
                    <a:pt x="6682108" y="646998"/>
                  </a:lnTo>
                  <a:lnTo>
                    <a:pt x="6682483" y="646998"/>
                  </a:lnTo>
                  <a:lnTo>
                    <a:pt x="6682608" y="646998"/>
                  </a:lnTo>
                  <a:lnTo>
                    <a:pt x="6682734" y="646998"/>
                  </a:lnTo>
                  <a:lnTo>
                    <a:pt x="6682859" y="646998"/>
                  </a:lnTo>
                  <a:lnTo>
                    <a:pt x="6683984" y="646998"/>
                  </a:lnTo>
                  <a:lnTo>
                    <a:pt x="6684109" y="646998"/>
                  </a:lnTo>
                  <a:lnTo>
                    <a:pt x="6684359" y="646998"/>
                  </a:lnTo>
                  <a:lnTo>
                    <a:pt x="6684484" y="646998"/>
                  </a:lnTo>
                  <a:lnTo>
                    <a:pt x="6684734" y="646998"/>
                  </a:lnTo>
                  <a:lnTo>
                    <a:pt x="6684859" y="646998"/>
                  </a:lnTo>
                  <a:lnTo>
                    <a:pt x="6685109" y="646998"/>
                  </a:lnTo>
                  <a:lnTo>
                    <a:pt x="6685860" y="637044"/>
                  </a:lnTo>
                  <a:lnTo>
                    <a:pt x="6685985" y="637044"/>
                  </a:lnTo>
                  <a:lnTo>
                    <a:pt x="6686360" y="637044"/>
                  </a:lnTo>
                  <a:lnTo>
                    <a:pt x="6686735" y="637044"/>
                  </a:lnTo>
                  <a:lnTo>
                    <a:pt x="6686985" y="637044"/>
                  </a:lnTo>
                  <a:lnTo>
                    <a:pt x="6687110" y="637044"/>
                  </a:lnTo>
                  <a:lnTo>
                    <a:pt x="6687360" y="637044"/>
                  </a:lnTo>
                  <a:lnTo>
                    <a:pt x="6687485" y="637044"/>
                  </a:lnTo>
                  <a:lnTo>
                    <a:pt x="6687735" y="637044"/>
                  </a:lnTo>
                  <a:lnTo>
                    <a:pt x="6687860" y="637044"/>
                  </a:lnTo>
                  <a:lnTo>
                    <a:pt x="6688235" y="637044"/>
                  </a:lnTo>
                  <a:lnTo>
                    <a:pt x="6688360" y="637044"/>
                  </a:lnTo>
                  <a:lnTo>
                    <a:pt x="6689236" y="637044"/>
                  </a:lnTo>
                  <a:lnTo>
                    <a:pt x="6689361" y="637044"/>
                  </a:lnTo>
                  <a:lnTo>
                    <a:pt x="6689486" y="637044"/>
                  </a:lnTo>
                  <a:lnTo>
                    <a:pt x="6689986" y="637044"/>
                  </a:lnTo>
                  <a:lnTo>
                    <a:pt x="6690236" y="637044"/>
                  </a:lnTo>
                  <a:lnTo>
                    <a:pt x="6690486" y="637044"/>
                  </a:lnTo>
                  <a:lnTo>
                    <a:pt x="6690736" y="637044"/>
                  </a:lnTo>
                  <a:lnTo>
                    <a:pt x="6691236" y="637044"/>
                  </a:lnTo>
                  <a:lnTo>
                    <a:pt x="6691361" y="637044"/>
                  </a:lnTo>
                  <a:lnTo>
                    <a:pt x="6691862" y="637044"/>
                  </a:lnTo>
                  <a:lnTo>
                    <a:pt x="6692112" y="637044"/>
                  </a:lnTo>
                  <a:lnTo>
                    <a:pt x="6693487" y="637044"/>
                  </a:lnTo>
                  <a:lnTo>
                    <a:pt x="6693612" y="637044"/>
                  </a:lnTo>
                  <a:lnTo>
                    <a:pt x="6693737" y="637044"/>
                  </a:lnTo>
                  <a:lnTo>
                    <a:pt x="6693862" y="637044"/>
                  </a:lnTo>
                  <a:lnTo>
                    <a:pt x="6694362" y="637044"/>
                  </a:lnTo>
                  <a:lnTo>
                    <a:pt x="6695113" y="637044"/>
                  </a:lnTo>
                  <a:lnTo>
                    <a:pt x="6695613" y="627090"/>
                  </a:lnTo>
                  <a:lnTo>
                    <a:pt x="6695738" y="627090"/>
                  </a:lnTo>
                  <a:lnTo>
                    <a:pt x="6696113" y="627090"/>
                  </a:lnTo>
                  <a:lnTo>
                    <a:pt x="6696363" y="627090"/>
                  </a:lnTo>
                  <a:lnTo>
                    <a:pt x="6696863" y="627090"/>
                  </a:lnTo>
                  <a:lnTo>
                    <a:pt x="6697238" y="627090"/>
                  </a:lnTo>
                  <a:lnTo>
                    <a:pt x="6697989" y="627090"/>
                  </a:lnTo>
                  <a:lnTo>
                    <a:pt x="6698489" y="627090"/>
                  </a:lnTo>
                  <a:lnTo>
                    <a:pt x="6698614" y="627090"/>
                  </a:lnTo>
                  <a:lnTo>
                    <a:pt x="6698989" y="627090"/>
                  </a:lnTo>
                  <a:lnTo>
                    <a:pt x="6699114" y="627090"/>
                  </a:lnTo>
                  <a:lnTo>
                    <a:pt x="6699239" y="627090"/>
                  </a:lnTo>
                  <a:lnTo>
                    <a:pt x="6699614" y="627090"/>
                  </a:lnTo>
                  <a:lnTo>
                    <a:pt x="6700489" y="627090"/>
                  </a:lnTo>
                  <a:lnTo>
                    <a:pt x="6700865" y="627090"/>
                  </a:lnTo>
                  <a:lnTo>
                    <a:pt x="6701115" y="627090"/>
                  </a:lnTo>
                  <a:lnTo>
                    <a:pt x="6701240" y="627090"/>
                  </a:lnTo>
                  <a:lnTo>
                    <a:pt x="6701865" y="627090"/>
                  </a:lnTo>
                  <a:lnTo>
                    <a:pt x="6702240" y="627090"/>
                  </a:lnTo>
                  <a:lnTo>
                    <a:pt x="6702865" y="627090"/>
                  </a:lnTo>
                  <a:lnTo>
                    <a:pt x="6702990" y="627090"/>
                  </a:lnTo>
                  <a:lnTo>
                    <a:pt x="6703240" y="627090"/>
                  </a:lnTo>
                  <a:lnTo>
                    <a:pt x="6703365" y="627090"/>
                  </a:lnTo>
                  <a:lnTo>
                    <a:pt x="6703866" y="627090"/>
                  </a:lnTo>
                  <a:lnTo>
                    <a:pt x="6703991" y="627090"/>
                  </a:lnTo>
                  <a:lnTo>
                    <a:pt x="6704116" y="627090"/>
                  </a:lnTo>
                  <a:lnTo>
                    <a:pt x="6704366" y="627090"/>
                  </a:lnTo>
                  <a:lnTo>
                    <a:pt x="6705241" y="627090"/>
                  </a:lnTo>
                  <a:lnTo>
                    <a:pt x="6705366" y="627090"/>
                  </a:lnTo>
                  <a:lnTo>
                    <a:pt x="6705991" y="627090"/>
                  </a:lnTo>
                  <a:lnTo>
                    <a:pt x="6706241" y="627090"/>
                  </a:lnTo>
                  <a:lnTo>
                    <a:pt x="6706366" y="627090"/>
                  </a:lnTo>
                  <a:lnTo>
                    <a:pt x="6706616" y="627090"/>
                  </a:lnTo>
                  <a:lnTo>
                    <a:pt x="6706742" y="627090"/>
                  </a:lnTo>
                  <a:lnTo>
                    <a:pt x="6707242" y="627090"/>
                  </a:lnTo>
                  <a:lnTo>
                    <a:pt x="6707992" y="627090"/>
                  </a:lnTo>
                  <a:lnTo>
                    <a:pt x="6708242" y="627090"/>
                  </a:lnTo>
                  <a:lnTo>
                    <a:pt x="6710118" y="627090"/>
                  </a:lnTo>
                  <a:lnTo>
                    <a:pt x="6710618" y="627090"/>
                  </a:lnTo>
                  <a:lnTo>
                    <a:pt x="6711493" y="627090"/>
                  </a:lnTo>
                  <a:lnTo>
                    <a:pt x="6711743" y="627090"/>
                  </a:lnTo>
                  <a:lnTo>
                    <a:pt x="6711993" y="627090"/>
                  </a:lnTo>
                  <a:lnTo>
                    <a:pt x="6712243" y="627090"/>
                  </a:lnTo>
                  <a:lnTo>
                    <a:pt x="6712368" y="627090"/>
                  </a:lnTo>
                  <a:lnTo>
                    <a:pt x="6712493" y="627090"/>
                  </a:lnTo>
                  <a:lnTo>
                    <a:pt x="6712869" y="627090"/>
                  </a:lnTo>
                  <a:lnTo>
                    <a:pt x="6712994" y="627090"/>
                  </a:lnTo>
                  <a:lnTo>
                    <a:pt x="6713369" y="627090"/>
                  </a:lnTo>
                  <a:lnTo>
                    <a:pt x="6714119" y="627090"/>
                  </a:lnTo>
                  <a:lnTo>
                    <a:pt x="6714619" y="627090"/>
                  </a:lnTo>
                  <a:lnTo>
                    <a:pt x="6714744" y="627090"/>
                  </a:lnTo>
                  <a:lnTo>
                    <a:pt x="6714994" y="627090"/>
                  </a:lnTo>
                  <a:lnTo>
                    <a:pt x="6715620" y="627090"/>
                  </a:lnTo>
                  <a:lnTo>
                    <a:pt x="6716245" y="627090"/>
                  </a:lnTo>
                  <a:lnTo>
                    <a:pt x="6717495" y="627090"/>
                  </a:lnTo>
                  <a:lnTo>
                    <a:pt x="6717620" y="627090"/>
                  </a:lnTo>
                  <a:lnTo>
                    <a:pt x="6717745" y="627090"/>
                  </a:lnTo>
                  <a:lnTo>
                    <a:pt x="6717870" y="627090"/>
                  </a:lnTo>
                  <a:lnTo>
                    <a:pt x="6718746" y="627090"/>
                  </a:lnTo>
                  <a:lnTo>
                    <a:pt x="6718996" y="627090"/>
                  </a:lnTo>
                  <a:lnTo>
                    <a:pt x="6719621" y="627090"/>
                  </a:lnTo>
                  <a:lnTo>
                    <a:pt x="6719746" y="627090"/>
                  </a:lnTo>
                  <a:lnTo>
                    <a:pt x="6719996" y="627090"/>
                  </a:lnTo>
                  <a:lnTo>
                    <a:pt x="6720746" y="627090"/>
                  </a:lnTo>
                  <a:lnTo>
                    <a:pt x="6720871" y="627090"/>
                  </a:lnTo>
                  <a:lnTo>
                    <a:pt x="6721121" y="627090"/>
                  </a:lnTo>
                  <a:lnTo>
                    <a:pt x="6721622" y="617137"/>
                  </a:lnTo>
                  <a:lnTo>
                    <a:pt x="6722122" y="617137"/>
                  </a:lnTo>
                  <a:lnTo>
                    <a:pt x="6722247" y="617137"/>
                  </a:lnTo>
                  <a:lnTo>
                    <a:pt x="6722872" y="617137"/>
                  </a:lnTo>
                  <a:lnTo>
                    <a:pt x="6723372" y="617137"/>
                  </a:lnTo>
                  <a:lnTo>
                    <a:pt x="6723872" y="617137"/>
                  </a:lnTo>
                  <a:lnTo>
                    <a:pt x="6723997" y="617137"/>
                  </a:lnTo>
                  <a:lnTo>
                    <a:pt x="6724122" y="617137"/>
                  </a:lnTo>
                  <a:lnTo>
                    <a:pt x="6724497" y="617137"/>
                  </a:lnTo>
                  <a:lnTo>
                    <a:pt x="6724748" y="617137"/>
                  </a:lnTo>
                  <a:lnTo>
                    <a:pt x="6724998" y="617137"/>
                  </a:lnTo>
                  <a:lnTo>
                    <a:pt x="6725248" y="617137"/>
                  </a:lnTo>
                  <a:lnTo>
                    <a:pt x="6725373" y="617137"/>
                  </a:lnTo>
                  <a:lnTo>
                    <a:pt x="6726373" y="617137"/>
                  </a:lnTo>
                  <a:lnTo>
                    <a:pt x="6726873" y="617137"/>
                  </a:lnTo>
                  <a:lnTo>
                    <a:pt x="6726998" y="617137"/>
                  </a:lnTo>
                  <a:lnTo>
                    <a:pt x="6727373" y="617137"/>
                  </a:lnTo>
                  <a:lnTo>
                    <a:pt x="6727749" y="617137"/>
                  </a:lnTo>
                  <a:lnTo>
                    <a:pt x="6727874" y="617137"/>
                  </a:lnTo>
                  <a:lnTo>
                    <a:pt x="6727999" y="617137"/>
                  </a:lnTo>
                  <a:lnTo>
                    <a:pt x="6728124" y="617137"/>
                  </a:lnTo>
                  <a:lnTo>
                    <a:pt x="6728624" y="617137"/>
                  </a:lnTo>
                  <a:lnTo>
                    <a:pt x="6728749" y="617137"/>
                  </a:lnTo>
                  <a:lnTo>
                    <a:pt x="6728874" y="617137"/>
                  </a:lnTo>
                  <a:lnTo>
                    <a:pt x="6729374" y="617137"/>
                  </a:lnTo>
                  <a:lnTo>
                    <a:pt x="6729874" y="617137"/>
                  </a:lnTo>
                  <a:lnTo>
                    <a:pt x="6730124" y="617137"/>
                  </a:lnTo>
                  <a:lnTo>
                    <a:pt x="6730499" y="617137"/>
                  </a:lnTo>
                  <a:lnTo>
                    <a:pt x="6730875" y="617137"/>
                  </a:lnTo>
                  <a:lnTo>
                    <a:pt x="6731000" y="617137"/>
                  </a:lnTo>
                  <a:lnTo>
                    <a:pt x="6731500" y="617137"/>
                  </a:lnTo>
                  <a:lnTo>
                    <a:pt x="6731625" y="617137"/>
                  </a:lnTo>
                  <a:lnTo>
                    <a:pt x="6731875" y="617137"/>
                  </a:lnTo>
                  <a:lnTo>
                    <a:pt x="6732000" y="617137"/>
                  </a:lnTo>
                  <a:lnTo>
                    <a:pt x="6732250" y="617137"/>
                  </a:lnTo>
                  <a:lnTo>
                    <a:pt x="6733250" y="607183"/>
                  </a:lnTo>
                  <a:lnTo>
                    <a:pt x="6733375" y="607183"/>
                  </a:lnTo>
                  <a:lnTo>
                    <a:pt x="6733500" y="607183"/>
                  </a:lnTo>
                  <a:lnTo>
                    <a:pt x="6734001" y="607183"/>
                  </a:lnTo>
                  <a:lnTo>
                    <a:pt x="6734626" y="607183"/>
                  </a:lnTo>
                  <a:lnTo>
                    <a:pt x="6734751" y="607183"/>
                  </a:lnTo>
                  <a:lnTo>
                    <a:pt x="6735126" y="607183"/>
                  </a:lnTo>
                  <a:lnTo>
                    <a:pt x="6735251" y="607183"/>
                  </a:lnTo>
                  <a:lnTo>
                    <a:pt x="6736376" y="607183"/>
                  </a:lnTo>
                  <a:lnTo>
                    <a:pt x="6736752" y="607183"/>
                  </a:lnTo>
                  <a:lnTo>
                    <a:pt x="6736877" y="607183"/>
                  </a:lnTo>
                  <a:lnTo>
                    <a:pt x="6737002" y="607183"/>
                  </a:lnTo>
                  <a:lnTo>
                    <a:pt x="6737627" y="607183"/>
                  </a:lnTo>
                  <a:lnTo>
                    <a:pt x="6737877" y="607183"/>
                  </a:lnTo>
                  <a:lnTo>
                    <a:pt x="6738127" y="607183"/>
                  </a:lnTo>
                  <a:lnTo>
                    <a:pt x="6738377" y="607183"/>
                  </a:lnTo>
                  <a:lnTo>
                    <a:pt x="6738502" y="607183"/>
                  </a:lnTo>
                  <a:lnTo>
                    <a:pt x="6738627" y="607183"/>
                  </a:lnTo>
                  <a:lnTo>
                    <a:pt x="6738752" y="587275"/>
                  </a:lnTo>
                  <a:lnTo>
                    <a:pt x="6739002" y="587275"/>
                  </a:lnTo>
                  <a:lnTo>
                    <a:pt x="6739127" y="587275"/>
                  </a:lnTo>
                  <a:lnTo>
                    <a:pt x="6739502" y="587275"/>
                  </a:lnTo>
                  <a:lnTo>
                    <a:pt x="6739628" y="587275"/>
                  </a:lnTo>
                  <a:lnTo>
                    <a:pt x="6739753" y="587275"/>
                  </a:lnTo>
                  <a:lnTo>
                    <a:pt x="6740253" y="587275"/>
                  </a:lnTo>
                  <a:lnTo>
                    <a:pt x="6740503" y="587275"/>
                  </a:lnTo>
                  <a:lnTo>
                    <a:pt x="6740503" y="577321"/>
                  </a:lnTo>
                  <a:lnTo>
                    <a:pt x="6741003" y="577321"/>
                  </a:lnTo>
                  <a:lnTo>
                    <a:pt x="6741128" y="577321"/>
                  </a:lnTo>
                  <a:lnTo>
                    <a:pt x="6741253" y="577321"/>
                  </a:lnTo>
                  <a:lnTo>
                    <a:pt x="6741378" y="577321"/>
                  </a:lnTo>
                  <a:lnTo>
                    <a:pt x="6741753" y="577321"/>
                  </a:lnTo>
                  <a:lnTo>
                    <a:pt x="6743129" y="577321"/>
                  </a:lnTo>
                  <a:lnTo>
                    <a:pt x="6743254" y="577321"/>
                  </a:lnTo>
                  <a:lnTo>
                    <a:pt x="6743379" y="577321"/>
                  </a:lnTo>
                  <a:lnTo>
                    <a:pt x="6743629" y="577321"/>
                  </a:lnTo>
                  <a:lnTo>
                    <a:pt x="6743754" y="577321"/>
                  </a:lnTo>
                  <a:lnTo>
                    <a:pt x="6744004" y="577321"/>
                  </a:lnTo>
                  <a:lnTo>
                    <a:pt x="6744254" y="577321"/>
                  </a:lnTo>
                  <a:lnTo>
                    <a:pt x="6744879" y="577321"/>
                  </a:lnTo>
                  <a:lnTo>
                    <a:pt x="6745880" y="577321"/>
                  </a:lnTo>
                  <a:lnTo>
                    <a:pt x="6746255" y="577321"/>
                  </a:lnTo>
                  <a:lnTo>
                    <a:pt x="6746380" y="577321"/>
                  </a:lnTo>
                  <a:lnTo>
                    <a:pt x="6746630" y="577321"/>
                  </a:lnTo>
                  <a:lnTo>
                    <a:pt x="6746755" y="577321"/>
                  </a:lnTo>
                  <a:lnTo>
                    <a:pt x="6746880" y="577321"/>
                  </a:lnTo>
                  <a:lnTo>
                    <a:pt x="6747880" y="577321"/>
                  </a:lnTo>
                  <a:lnTo>
                    <a:pt x="6748005" y="577321"/>
                  </a:lnTo>
                  <a:lnTo>
                    <a:pt x="6748505" y="577321"/>
                  </a:lnTo>
                  <a:lnTo>
                    <a:pt x="6748631" y="577321"/>
                  </a:lnTo>
                  <a:lnTo>
                    <a:pt x="6748881" y="577321"/>
                  </a:lnTo>
                  <a:lnTo>
                    <a:pt x="6749006" y="577321"/>
                  </a:lnTo>
                  <a:lnTo>
                    <a:pt x="6749131" y="577321"/>
                  </a:lnTo>
                  <a:lnTo>
                    <a:pt x="6749256" y="577321"/>
                  </a:lnTo>
                  <a:lnTo>
                    <a:pt x="6749631" y="567367"/>
                  </a:lnTo>
                  <a:lnTo>
                    <a:pt x="6749881" y="567367"/>
                  </a:lnTo>
                  <a:lnTo>
                    <a:pt x="6750256" y="567367"/>
                  </a:lnTo>
                  <a:lnTo>
                    <a:pt x="6750506" y="567367"/>
                  </a:lnTo>
                  <a:lnTo>
                    <a:pt x="6750881" y="567367"/>
                  </a:lnTo>
                  <a:lnTo>
                    <a:pt x="6751757" y="567367"/>
                  </a:lnTo>
                  <a:lnTo>
                    <a:pt x="6751882" y="567367"/>
                  </a:lnTo>
                  <a:lnTo>
                    <a:pt x="6752007" y="567367"/>
                  </a:lnTo>
                  <a:lnTo>
                    <a:pt x="6752132" y="567367"/>
                  </a:lnTo>
                  <a:lnTo>
                    <a:pt x="6752507" y="567367"/>
                  </a:lnTo>
                  <a:lnTo>
                    <a:pt x="6752757" y="567367"/>
                  </a:lnTo>
                  <a:lnTo>
                    <a:pt x="6753757" y="567367"/>
                  </a:lnTo>
                  <a:lnTo>
                    <a:pt x="6754508" y="567367"/>
                  </a:lnTo>
                  <a:lnTo>
                    <a:pt x="6754633" y="567367"/>
                  </a:lnTo>
                  <a:lnTo>
                    <a:pt x="6755133" y="567367"/>
                  </a:lnTo>
                  <a:lnTo>
                    <a:pt x="6755258" y="567367"/>
                  </a:lnTo>
                  <a:lnTo>
                    <a:pt x="6755508" y="567367"/>
                  </a:lnTo>
                  <a:lnTo>
                    <a:pt x="6756633" y="567367"/>
                  </a:lnTo>
                  <a:lnTo>
                    <a:pt x="6756758" y="567367"/>
                  </a:lnTo>
                  <a:lnTo>
                    <a:pt x="6757008" y="567367"/>
                  </a:lnTo>
                  <a:lnTo>
                    <a:pt x="6757258" y="567367"/>
                  </a:lnTo>
                  <a:lnTo>
                    <a:pt x="6757884" y="567367"/>
                  </a:lnTo>
                  <a:lnTo>
                    <a:pt x="6758009" y="567367"/>
                  </a:lnTo>
                  <a:lnTo>
                    <a:pt x="6758259" y="567367"/>
                  </a:lnTo>
                  <a:lnTo>
                    <a:pt x="6758634" y="567367"/>
                  </a:lnTo>
                  <a:lnTo>
                    <a:pt x="6758884" y="567367"/>
                  </a:lnTo>
                  <a:lnTo>
                    <a:pt x="6759259" y="567367"/>
                  </a:lnTo>
                  <a:lnTo>
                    <a:pt x="6759509" y="567367"/>
                  </a:lnTo>
                  <a:lnTo>
                    <a:pt x="6760259" y="567367"/>
                  </a:lnTo>
                  <a:lnTo>
                    <a:pt x="6760760" y="567367"/>
                  </a:lnTo>
                  <a:lnTo>
                    <a:pt x="6761010" y="567367"/>
                  </a:lnTo>
                  <a:lnTo>
                    <a:pt x="6761760" y="567367"/>
                  </a:lnTo>
                  <a:lnTo>
                    <a:pt x="6761885" y="567367"/>
                  </a:lnTo>
                  <a:lnTo>
                    <a:pt x="6762135" y="567367"/>
                  </a:lnTo>
                  <a:lnTo>
                    <a:pt x="6762760" y="567367"/>
                  </a:lnTo>
                  <a:lnTo>
                    <a:pt x="6762885" y="567367"/>
                  </a:lnTo>
                  <a:lnTo>
                    <a:pt x="6763511" y="567367"/>
                  </a:lnTo>
                  <a:lnTo>
                    <a:pt x="6764011" y="567367"/>
                  </a:lnTo>
                  <a:lnTo>
                    <a:pt x="6764386" y="567367"/>
                  </a:lnTo>
                  <a:lnTo>
                    <a:pt x="6764636" y="567367"/>
                  </a:lnTo>
                  <a:lnTo>
                    <a:pt x="6765886" y="567367"/>
                  </a:lnTo>
                  <a:lnTo>
                    <a:pt x="6766512" y="567367"/>
                  </a:lnTo>
                  <a:lnTo>
                    <a:pt x="6767137" y="567367"/>
                  </a:lnTo>
                  <a:lnTo>
                    <a:pt x="6767387" y="567367"/>
                  </a:lnTo>
                  <a:lnTo>
                    <a:pt x="6768262" y="567367"/>
                  </a:lnTo>
                  <a:lnTo>
                    <a:pt x="6768512" y="567367"/>
                  </a:lnTo>
                  <a:lnTo>
                    <a:pt x="6768887" y="567367"/>
                  </a:lnTo>
                  <a:lnTo>
                    <a:pt x="6769012" y="567367"/>
                  </a:lnTo>
                  <a:lnTo>
                    <a:pt x="6769513" y="567367"/>
                  </a:lnTo>
                  <a:lnTo>
                    <a:pt x="6769638" y="567367"/>
                  </a:lnTo>
                  <a:lnTo>
                    <a:pt x="6769763" y="567367"/>
                  </a:lnTo>
                  <a:lnTo>
                    <a:pt x="6770138" y="567367"/>
                  </a:lnTo>
                  <a:lnTo>
                    <a:pt x="6770638" y="567367"/>
                  </a:lnTo>
                  <a:lnTo>
                    <a:pt x="6771138" y="557414"/>
                  </a:lnTo>
                  <a:lnTo>
                    <a:pt x="6771638" y="557414"/>
                  </a:lnTo>
                  <a:lnTo>
                    <a:pt x="6771888" y="557414"/>
                  </a:lnTo>
                  <a:lnTo>
                    <a:pt x="6772639" y="557414"/>
                  </a:lnTo>
                  <a:lnTo>
                    <a:pt x="6772764" y="557414"/>
                  </a:lnTo>
                  <a:lnTo>
                    <a:pt x="6772889" y="557414"/>
                  </a:lnTo>
                  <a:lnTo>
                    <a:pt x="6773264" y="557414"/>
                  </a:lnTo>
                  <a:lnTo>
                    <a:pt x="6773764" y="557414"/>
                  </a:lnTo>
                  <a:lnTo>
                    <a:pt x="6773889" y="557414"/>
                  </a:lnTo>
                  <a:lnTo>
                    <a:pt x="6774014" y="557414"/>
                  </a:lnTo>
                  <a:lnTo>
                    <a:pt x="6774764" y="557414"/>
                  </a:lnTo>
                  <a:lnTo>
                    <a:pt x="6774889" y="557414"/>
                  </a:lnTo>
                  <a:lnTo>
                    <a:pt x="6777515" y="547460"/>
                  </a:lnTo>
                  <a:lnTo>
                    <a:pt x="6777640" y="547460"/>
                  </a:lnTo>
                  <a:lnTo>
                    <a:pt x="6778390" y="547460"/>
                  </a:lnTo>
                  <a:lnTo>
                    <a:pt x="6778516" y="547460"/>
                  </a:lnTo>
                  <a:lnTo>
                    <a:pt x="6778766" y="547460"/>
                  </a:lnTo>
                  <a:lnTo>
                    <a:pt x="6779516" y="547460"/>
                  </a:lnTo>
                  <a:lnTo>
                    <a:pt x="6779641" y="547460"/>
                  </a:lnTo>
                  <a:lnTo>
                    <a:pt x="6779891" y="547460"/>
                  </a:lnTo>
                  <a:lnTo>
                    <a:pt x="6780141" y="547460"/>
                  </a:lnTo>
                  <a:lnTo>
                    <a:pt x="6780641" y="547460"/>
                  </a:lnTo>
                  <a:lnTo>
                    <a:pt x="6780891" y="547460"/>
                  </a:lnTo>
                  <a:lnTo>
                    <a:pt x="6781141" y="547460"/>
                  </a:lnTo>
                  <a:lnTo>
                    <a:pt x="6781391" y="547460"/>
                  </a:lnTo>
                  <a:lnTo>
                    <a:pt x="6781517" y="547460"/>
                  </a:lnTo>
                  <a:lnTo>
                    <a:pt x="6781892" y="547460"/>
                  </a:lnTo>
                  <a:lnTo>
                    <a:pt x="6782017" y="547460"/>
                  </a:lnTo>
                  <a:lnTo>
                    <a:pt x="6782142" y="547460"/>
                  </a:lnTo>
                  <a:lnTo>
                    <a:pt x="6782642" y="547460"/>
                  </a:lnTo>
                  <a:lnTo>
                    <a:pt x="6782892" y="547460"/>
                  </a:lnTo>
                  <a:lnTo>
                    <a:pt x="6783017" y="547460"/>
                  </a:lnTo>
                  <a:lnTo>
                    <a:pt x="6783267" y="547460"/>
                  </a:lnTo>
                  <a:lnTo>
                    <a:pt x="6783392" y="547460"/>
                  </a:lnTo>
                  <a:lnTo>
                    <a:pt x="6783642" y="547460"/>
                  </a:lnTo>
                  <a:lnTo>
                    <a:pt x="6783767" y="547460"/>
                  </a:lnTo>
                  <a:lnTo>
                    <a:pt x="6784017" y="547460"/>
                  </a:lnTo>
                  <a:lnTo>
                    <a:pt x="6785143" y="547460"/>
                  </a:lnTo>
                  <a:lnTo>
                    <a:pt x="6786518" y="547460"/>
                  </a:lnTo>
                  <a:lnTo>
                    <a:pt x="6786643" y="547460"/>
                  </a:lnTo>
                  <a:lnTo>
                    <a:pt x="6787018" y="547460"/>
                  </a:lnTo>
                  <a:lnTo>
                    <a:pt x="6787894" y="547460"/>
                  </a:lnTo>
                  <a:lnTo>
                    <a:pt x="6788019" y="547460"/>
                  </a:lnTo>
                  <a:lnTo>
                    <a:pt x="6788144" y="547460"/>
                  </a:lnTo>
                  <a:lnTo>
                    <a:pt x="6788769" y="547460"/>
                  </a:lnTo>
                  <a:lnTo>
                    <a:pt x="6789019" y="547460"/>
                  </a:lnTo>
                  <a:lnTo>
                    <a:pt x="6789144" y="547460"/>
                  </a:lnTo>
                  <a:lnTo>
                    <a:pt x="6789519" y="547460"/>
                  </a:lnTo>
                  <a:lnTo>
                    <a:pt x="6789769" y="547460"/>
                  </a:lnTo>
                  <a:lnTo>
                    <a:pt x="6789894" y="547460"/>
                  </a:lnTo>
                  <a:lnTo>
                    <a:pt x="6790144" y="547460"/>
                  </a:lnTo>
                  <a:lnTo>
                    <a:pt x="6790645" y="547460"/>
                  </a:lnTo>
                  <a:lnTo>
                    <a:pt x="6791020" y="547460"/>
                  </a:lnTo>
                  <a:lnTo>
                    <a:pt x="6791145" y="547460"/>
                  </a:lnTo>
                  <a:lnTo>
                    <a:pt x="6791270" y="547460"/>
                  </a:lnTo>
                  <a:lnTo>
                    <a:pt x="6791895" y="547460"/>
                  </a:lnTo>
                  <a:lnTo>
                    <a:pt x="6792145" y="547460"/>
                  </a:lnTo>
                  <a:lnTo>
                    <a:pt x="6792645" y="547460"/>
                  </a:lnTo>
                  <a:lnTo>
                    <a:pt x="6793270" y="547460"/>
                  </a:lnTo>
                  <a:lnTo>
                    <a:pt x="6793521" y="547460"/>
                  </a:lnTo>
                  <a:lnTo>
                    <a:pt x="6793646" y="547460"/>
                  </a:lnTo>
                  <a:lnTo>
                    <a:pt x="6793771" y="547460"/>
                  </a:lnTo>
                  <a:lnTo>
                    <a:pt x="6793896" y="547460"/>
                  </a:lnTo>
                  <a:lnTo>
                    <a:pt x="6794271" y="547460"/>
                  </a:lnTo>
                  <a:lnTo>
                    <a:pt x="6795271" y="547460"/>
                  </a:lnTo>
                  <a:lnTo>
                    <a:pt x="6795771" y="547460"/>
                  </a:lnTo>
                  <a:lnTo>
                    <a:pt x="6796021" y="547460"/>
                  </a:lnTo>
                  <a:lnTo>
                    <a:pt x="6796397" y="547460"/>
                  </a:lnTo>
                  <a:lnTo>
                    <a:pt x="6796772" y="547460"/>
                  </a:lnTo>
                  <a:lnTo>
                    <a:pt x="6796897" y="547460"/>
                  </a:lnTo>
                  <a:lnTo>
                    <a:pt x="6797772" y="547460"/>
                  </a:lnTo>
                  <a:lnTo>
                    <a:pt x="6798522" y="547460"/>
                  </a:lnTo>
                  <a:lnTo>
                    <a:pt x="6798647" y="547460"/>
                  </a:lnTo>
                  <a:lnTo>
                    <a:pt x="6799022" y="537506"/>
                  </a:lnTo>
                  <a:lnTo>
                    <a:pt x="6799147" y="537506"/>
                  </a:lnTo>
                  <a:lnTo>
                    <a:pt x="6799398" y="537506"/>
                  </a:lnTo>
                  <a:lnTo>
                    <a:pt x="6799523" y="537506"/>
                  </a:lnTo>
                  <a:lnTo>
                    <a:pt x="6800023" y="537506"/>
                  </a:lnTo>
                  <a:lnTo>
                    <a:pt x="6800273" y="537506"/>
                  </a:lnTo>
                  <a:lnTo>
                    <a:pt x="6800398" y="537506"/>
                  </a:lnTo>
                  <a:lnTo>
                    <a:pt x="6800523" y="537506"/>
                  </a:lnTo>
                  <a:lnTo>
                    <a:pt x="6800648" y="537506"/>
                  </a:lnTo>
                  <a:lnTo>
                    <a:pt x="6800898" y="537506"/>
                  </a:lnTo>
                  <a:lnTo>
                    <a:pt x="6801273" y="537506"/>
                  </a:lnTo>
                  <a:lnTo>
                    <a:pt x="6801523" y="537506"/>
                  </a:lnTo>
                  <a:lnTo>
                    <a:pt x="6801648" y="537506"/>
                  </a:lnTo>
                  <a:lnTo>
                    <a:pt x="6802273" y="537506"/>
                  </a:lnTo>
                  <a:lnTo>
                    <a:pt x="6803649" y="537506"/>
                  </a:lnTo>
                  <a:lnTo>
                    <a:pt x="6803899" y="537506"/>
                  </a:lnTo>
                  <a:lnTo>
                    <a:pt x="6804274" y="537506"/>
                  </a:lnTo>
                  <a:lnTo>
                    <a:pt x="6804399" y="537506"/>
                  </a:lnTo>
                  <a:lnTo>
                    <a:pt x="6804524" y="537506"/>
                  </a:lnTo>
                  <a:lnTo>
                    <a:pt x="6804899" y="537506"/>
                  </a:lnTo>
                  <a:lnTo>
                    <a:pt x="6805024" y="537506"/>
                  </a:lnTo>
                  <a:lnTo>
                    <a:pt x="6806025" y="537506"/>
                  </a:lnTo>
                  <a:lnTo>
                    <a:pt x="6806150" y="537506"/>
                  </a:lnTo>
                  <a:lnTo>
                    <a:pt x="6806400" y="537506"/>
                  </a:lnTo>
                  <a:lnTo>
                    <a:pt x="6806650" y="537506"/>
                  </a:lnTo>
                  <a:lnTo>
                    <a:pt x="6806775" y="537506"/>
                  </a:lnTo>
                  <a:lnTo>
                    <a:pt x="6807150" y="537506"/>
                  </a:lnTo>
                  <a:lnTo>
                    <a:pt x="6807400" y="537506"/>
                  </a:lnTo>
                  <a:lnTo>
                    <a:pt x="6807525" y="537506"/>
                  </a:lnTo>
                  <a:lnTo>
                    <a:pt x="6808150" y="537506"/>
                  </a:lnTo>
                  <a:lnTo>
                    <a:pt x="6809026" y="537506"/>
                  </a:lnTo>
                  <a:lnTo>
                    <a:pt x="6809151" y="537506"/>
                  </a:lnTo>
                  <a:lnTo>
                    <a:pt x="6809651" y="537506"/>
                  </a:lnTo>
                  <a:lnTo>
                    <a:pt x="6810026" y="537506"/>
                  </a:lnTo>
                  <a:lnTo>
                    <a:pt x="6810651" y="537506"/>
                  </a:lnTo>
                  <a:lnTo>
                    <a:pt x="6810901" y="537506"/>
                  </a:lnTo>
                  <a:lnTo>
                    <a:pt x="6811276" y="537506"/>
                  </a:lnTo>
                  <a:lnTo>
                    <a:pt x="6811402" y="537506"/>
                  </a:lnTo>
                  <a:lnTo>
                    <a:pt x="6811527" y="537506"/>
                  </a:lnTo>
                  <a:lnTo>
                    <a:pt x="6811777" y="537506"/>
                  </a:lnTo>
                  <a:lnTo>
                    <a:pt x="6811902" y="537506"/>
                  </a:lnTo>
                  <a:lnTo>
                    <a:pt x="6812027" y="537506"/>
                  </a:lnTo>
                  <a:lnTo>
                    <a:pt x="6812027" y="527552"/>
                  </a:lnTo>
                  <a:lnTo>
                    <a:pt x="6813527" y="527552"/>
                  </a:lnTo>
                  <a:lnTo>
                    <a:pt x="6813652" y="527552"/>
                  </a:lnTo>
                  <a:lnTo>
                    <a:pt x="6813777" y="527552"/>
                  </a:lnTo>
                  <a:lnTo>
                    <a:pt x="6814403" y="527552"/>
                  </a:lnTo>
                  <a:lnTo>
                    <a:pt x="6814528" y="527552"/>
                  </a:lnTo>
                  <a:lnTo>
                    <a:pt x="6814653" y="527552"/>
                  </a:lnTo>
                  <a:lnTo>
                    <a:pt x="6814903" y="527552"/>
                  </a:lnTo>
                  <a:lnTo>
                    <a:pt x="6815028" y="527552"/>
                  </a:lnTo>
                  <a:lnTo>
                    <a:pt x="6815528" y="527552"/>
                  </a:lnTo>
                  <a:lnTo>
                    <a:pt x="6816028" y="527552"/>
                  </a:lnTo>
                  <a:lnTo>
                    <a:pt x="6816403" y="527552"/>
                  </a:lnTo>
                  <a:lnTo>
                    <a:pt x="6816528" y="527552"/>
                  </a:lnTo>
                  <a:lnTo>
                    <a:pt x="6816778" y="527552"/>
                  </a:lnTo>
                  <a:lnTo>
                    <a:pt x="6817278" y="527552"/>
                  </a:lnTo>
                  <a:lnTo>
                    <a:pt x="6817404" y="527552"/>
                  </a:lnTo>
                  <a:lnTo>
                    <a:pt x="6817529" y="527552"/>
                  </a:lnTo>
                  <a:lnTo>
                    <a:pt x="6817779" y="527552"/>
                  </a:lnTo>
                  <a:lnTo>
                    <a:pt x="6817904" y="527552"/>
                  </a:lnTo>
                  <a:lnTo>
                    <a:pt x="6818154" y="527552"/>
                  </a:lnTo>
                  <a:lnTo>
                    <a:pt x="6818279" y="527552"/>
                  </a:lnTo>
                  <a:lnTo>
                    <a:pt x="6818404" y="527552"/>
                  </a:lnTo>
                  <a:lnTo>
                    <a:pt x="6818779" y="527552"/>
                  </a:lnTo>
                  <a:lnTo>
                    <a:pt x="6819279" y="527552"/>
                  </a:lnTo>
                  <a:lnTo>
                    <a:pt x="6819529" y="527552"/>
                  </a:lnTo>
                  <a:lnTo>
                    <a:pt x="6819654" y="527552"/>
                  </a:lnTo>
                  <a:lnTo>
                    <a:pt x="6819904" y="527552"/>
                  </a:lnTo>
                  <a:lnTo>
                    <a:pt x="6820029" y="527552"/>
                  </a:lnTo>
                  <a:lnTo>
                    <a:pt x="6820655" y="527552"/>
                  </a:lnTo>
                  <a:lnTo>
                    <a:pt x="6820780" y="527552"/>
                  </a:lnTo>
                  <a:lnTo>
                    <a:pt x="6821280" y="527552"/>
                  </a:lnTo>
                  <a:lnTo>
                    <a:pt x="6821655" y="527552"/>
                  </a:lnTo>
                  <a:lnTo>
                    <a:pt x="6822030" y="527552"/>
                  </a:lnTo>
                  <a:lnTo>
                    <a:pt x="6822155" y="527552"/>
                  </a:lnTo>
                  <a:lnTo>
                    <a:pt x="6822280" y="527552"/>
                  </a:lnTo>
                  <a:lnTo>
                    <a:pt x="6822655" y="527552"/>
                  </a:lnTo>
                  <a:lnTo>
                    <a:pt x="6822780" y="527552"/>
                  </a:lnTo>
                  <a:lnTo>
                    <a:pt x="6822905" y="527552"/>
                  </a:lnTo>
                  <a:lnTo>
                    <a:pt x="6823155" y="527552"/>
                  </a:lnTo>
                  <a:lnTo>
                    <a:pt x="6824031" y="527552"/>
                  </a:lnTo>
                  <a:lnTo>
                    <a:pt x="6824656" y="527552"/>
                  </a:lnTo>
                  <a:lnTo>
                    <a:pt x="6825156" y="527552"/>
                  </a:lnTo>
                  <a:lnTo>
                    <a:pt x="6825406" y="527552"/>
                  </a:lnTo>
                  <a:lnTo>
                    <a:pt x="6826156" y="527552"/>
                  </a:lnTo>
                  <a:lnTo>
                    <a:pt x="6826532" y="527552"/>
                  </a:lnTo>
                  <a:lnTo>
                    <a:pt x="6827032" y="527552"/>
                  </a:lnTo>
                  <a:lnTo>
                    <a:pt x="6827157" y="527552"/>
                  </a:lnTo>
                  <a:lnTo>
                    <a:pt x="6827532" y="527552"/>
                  </a:lnTo>
                  <a:lnTo>
                    <a:pt x="6827907" y="527552"/>
                  </a:lnTo>
                  <a:lnTo>
                    <a:pt x="6828782" y="517598"/>
                  </a:lnTo>
                  <a:lnTo>
                    <a:pt x="6830533" y="517598"/>
                  </a:lnTo>
                  <a:lnTo>
                    <a:pt x="6830908" y="517598"/>
                  </a:lnTo>
                  <a:lnTo>
                    <a:pt x="6831033" y="517598"/>
                  </a:lnTo>
                  <a:lnTo>
                    <a:pt x="6831908" y="517598"/>
                  </a:lnTo>
                  <a:lnTo>
                    <a:pt x="6832784" y="517598"/>
                  </a:lnTo>
                  <a:lnTo>
                    <a:pt x="6833034" y="517598"/>
                  </a:lnTo>
                  <a:lnTo>
                    <a:pt x="6833534" y="517598"/>
                  </a:lnTo>
                  <a:lnTo>
                    <a:pt x="6833784" y="517598"/>
                  </a:lnTo>
                  <a:lnTo>
                    <a:pt x="6834284" y="517598"/>
                  </a:lnTo>
                  <a:lnTo>
                    <a:pt x="6834409" y="517598"/>
                  </a:lnTo>
                  <a:lnTo>
                    <a:pt x="6834534" y="517598"/>
                  </a:lnTo>
                  <a:lnTo>
                    <a:pt x="6834909" y="517598"/>
                  </a:lnTo>
                  <a:lnTo>
                    <a:pt x="6835034" y="517598"/>
                  </a:lnTo>
                  <a:lnTo>
                    <a:pt x="6835159" y="517598"/>
                  </a:lnTo>
                  <a:lnTo>
                    <a:pt x="6835285" y="517598"/>
                  </a:lnTo>
                  <a:lnTo>
                    <a:pt x="6835785" y="517598"/>
                  </a:lnTo>
                  <a:lnTo>
                    <a:pt x="6836160" y="517598"/>
                  </a:lnTo>
                  <a:lnTo>
                    <a:pt x="6836910" y="517598"/>
                  </a:lnTo>
                  <a:lnTo>
                    <a:pt x="6837035" y="517598"/>
                  </a:lnTo>
                  <a:lnTo>
                    <a:pt x="6837160" y="517598"/>
                  </a:lnTo>
                  <a:lnTo>
                    <a:pt x="6837785" y="517598"/>
                  </a:lnTo>
                  <a:lnTo>
                    <a:pt x="6837910" y="517598"/>
                  </a:lnTo>
                  <a:lnTo>
                    <a:pt x="6838286" y="517598"/>
                  </a:lnTo>
                  <a:lnTo>
                    <a:pt x="6838911" y="517598"/>
                  </a:lnTo>
                  <a:lnTo>
                    <a:pt x="6839536" y="517598"/>
                  </a:lnTo>
                  <a:lnTo>
                    <a:pt x="6839661" y="517598"/>
                  </a:lnTo>
                  <a:lnTo>
                    <a:pt x="6840661" y="517598"/>
                  </a:lnTo>
                  <a:lnTo>
                    <a:pt x="6840786" y="517598"/>
                  </a:lnTo>
                  <a:lnTo>
                    <a:pt x="6841287" y="517598"/>
                  </a:lnTo>
                  <a:lnTo>
                    <a:pt x="6842412" y="517598"/>
                  </a:lnTo>
                  <a:lnTo>
                    <a:pt x="6842662" y="517598"/>
                  </a:lnTo>
                  <a:lnTo>
                    <a:pt x="6842912" y="517598"/>
                  </a:lnTo>
                  <a:lnTo>
                    <a:pt x="6843287" y="517598"/>
                  </a:lnTo>
                  <a:lnTo>
                    <a:pt x="6843412" y="517598"/>
                  </a:lnTo>
                  <a:lnTo>
                    <a:pt x="6843537" y="517598"/>
                  </a:lnTo>
                  <a:lnTo>
                    <a:pt x="6844288" y="507644"/>
                  </a:lnTo>
                  <a:lnTo>
                    <a:pt x="6844413" y="507644"/>
                  </a:lnTo>
                  <a:lnTo>
                    <a:pt x="6844663" y="507644"/>
                  </a:lnTo>
                  <a:lnTo>
                    <a:pt x="6844788" y="507644"/>
                  </a:lnTo>
                  <a:lnTo>
                    <a:pt x="6844913" y="507644"/>
                  </a:lnTo>
                  <a:lnTo>
                    <a:pt x="6845038" y="507644"/>
                  </a:lnTo>
                  <a:lnTo>
                    <a:pt x="6845163" y="507644"/>
                  </a:lnTo>
                  <a:lnTo>
                    <a:pt x="6845288" y="507644"/>
                  </a:lnTo>
                  <a:lnTo>
                    <a:pt x="6845663" y="507644"/>
                  </a:lnTo>
                  <a:lnTo>
                    <a:pt x="6845913" y="507644"/>
                  </a:lnTo>
                  <a:lnTo>
                    <a:pt x="6846038" y="507644"/>
                  </a:lnTo>
                  <a:lnTo>
                    <a:pt x="6846163" y="507644"/>
                  </a:lnTo>
                  <a:lnTo>
                    <a:pt x="6846663" y="507644"/>
                  </a:lnTo>
                  <a:lnTo>
                    <a:pt x="6846788" y="507644"/>
                  </a:lnTo>
                  <a:lnTo>
                    <a:pt x="6847038" y="507644"/>
                  </a:lnTo>
                  <a:lnTo>
                    <a:pt x="6848289" y="507644"/>
                  </a:lnTo>
                  <a:lnTo>
                    <a:pt x="6849164" y="507644"/>
                  </a:lnTo>
                  <a:lnTo>
                    <a:pt x="6849789" y="507644"/>
                  </a:lnTo>
                  <a:lnTo>
                    <a:pt x="6849914" y="507644"/>
                  </a:lnTo>
                  <a:lnTo>
                    <a:pt x="6850039" y="507644"/>
                  </a:lnTo>
                  <a:lnTo>
                    <a:pt x="6850290" y="507644"/>
                  </a:lnTo>
                  <a:lnTo>
                    <a:pt x="6850665" y="507644"/>
                  </a:lnTo>
                  <a:lnTo>
                    <a:pt x="6850915" y="507644"/>
                  </a:lnTo>
                  <a:lnTo>
                    <a:pt x="6851165" y="507644"/>
                  </a:lnTo>
                  <a:lnTo>
                    <a:pt x="6851290" y="507644"/>
                  </a:lnTo>
                  <a:lnTo>
                    <a:pt x="6851540" y="507644"/>
                  </a:lnTo>
                  <a:lnTo>
                    <a:pt x="6851665" y="507644"/>
                  </a:lnTo>
                  <a:lnTo>
                    <a:pt x="6851790" y="507644"/>
                  </a:lnTo>
                  <a:lnTo>
                    <a:pt x="6852415" y="507644"/>
                  </a:lnTo>
                  <a:lnTo>
                    <a:pt x="6852540" y="507644"/>
                  </a:lnTo>
                  <a:lnTo>
                    <a:pt x="6852915" y="507644"/>
                  </a:lnTo>
                  <a:lnTo>
                    <a:pt x="6856166" y="507644"/>
                  </a:lnTo>
                  <a:lnTo>
                    <a:pt x="6856417" y="507644"/>
                  </a:lnTo>
                  <a:lnTo>
                    <a:pt x="6857042" y="507644"/>
                  </a:lnTo>
                  <a:lnTo>
                    <a:pt x="6857417" y="507644"/>
                  </a:lnTo>
                  <a:lnTo>
                    <a:pt x="6857542" y="507644"/>
                  </a:lnTo>
                  <a:lnTo>
                    <a:pt x="6857667" y="507644"/>
                  </a:lnTo>
                  <a:lnTo>
                    <a:pt x="6857792" y="497691"/>
                  </a:lnTo>
                  <a:lnTo>
                    <a:pt x="6857917" y="497691"/>
                  </a:lnTo>
                  <a:lnTo>
                    <a:pt x="6858042" y="497691"/>
                  </a:lnTo>
                  <a:lnTo>
                    <a:pt x="6858167" y="497691"/>
                  </a:lnTo>
                  <a:lnTo>
                    <a:pt x="6858667" y="497691"/>
                  </a:lnTo>
                  <a:lnTo>
                    <a:pt x="6858792" y="497691"/>
                  </a:lnTo>
                  <a:lnTo>
                    <a:pt x="6859042" y="497691"/>
                  </a:lnTo>
                  <a:lnTo>
                    <a:pt x="6859167" y="497691"/>
                  </a:lnTo>
                  <a:lnTo>
                    <a:pt x="6859293" y="497691"/>
                  </a:lnTo>
                  <a:lnTo>
                    <a:pt x="6860293" y="497691"/>
                  </a:lnTo>
                  <a:lnTo>
                    <a:pt x="6860543" y="497691"/>
                  </a:lnTo>
                  <a:lnTo>
                    <a:pt x="6860918" y="497691"/>
                  </a:lnTo>
                  <a:lnTo>
                    <a:pt x="6862043" y="497691"/>
                  </a:lnTo>
                  <a:lnTo>
                    <a:pt x="6862669" y="497691"/>
                  </a:lnTo>
                  <a:lnTo>
                    <a:pt x="6862794" y="497691"/>
                  </a:lnTo>
                  <a:lnTo>
                    <a:pt x="6863169" y="497691"/>
                  </a:lnTo>
                  <a:lnTo>
                    <a:pt x="6863544" y="497691"/>
                  </a:lnTo>
                  <a:lnTo>
                    <a:pt x="6863919" y="497691"/>
                  </a:lnTo>
                  <a:lnTo>
                    <a:pt x="6864294" y="497691"/>
                  </a:lnTo>
                  <a:lnTo>
                    <a:pt x="6864419" y="497691"/>
                  </a:lnTo>
                  <a:lnTo>
                    <a:pt x="6864544" y="497691"/>
                  </a:lnTo>
                  <a:lnTo>
                    <a:pt x="6864919" y="497691"/>
                  </a:lnTo>
                  <a:lnTo>
                    <a:pt x="6865169" y="497691"/>
                  </a:lnTo>
                  <a:lnTo>
                    <a:pt x="6866295" y="497691"/>
                  </a:lnTo>
                  <a:lnTo>
                    <a:pt x="6866420" y="497691"/>
                  </a:lnTo>
                  <a:lnTo>
                    <a:pt x="6866545" y="497691"/>
                  </a:lnTo>
                  <a:lnTo>
                    <a:pt x="6866670" y="497691"/>
                  </a:lnTo>
                  <a:lnTo>
                    <a:pt x="6867170" y="497691"/>
                  </a:lnTo>
                  <a:lnTo>
                    <a:pt x="6867420" y="497691"/>
                  </a:lnTo>
                  <a:lnTo>
                    <a:pt x="6867545" y="497691"/>
                  </a:lnTo>
                  <a:lnTo>
                    <a:pt x="6868921" y="497691"/>
                  </a:lnTo>
                  <a:lnTo>
                    <a:pt x="6869046" y="497691"/>
                  </a:lnTo>
                  <a:lnTo>
                    <a:pt x="6869171" y="497691"/>
                  </a:lnTo>
                  <a:lnTo>
                    <a:pt x="6869296" y="497691"/>
                  </a:lnTo>
                  <a:lnTo>
                    <a:pt x="6869796" y="497691"/>
                  </a:lnTo>
                  <a:lnTo>
                    <a:pt x="6870171" y="497691"/>
                  </a:lnTo>
                  <a:lnTo>
                    <a:pt x="6870421" y="497691"/>
                  </a:lnTo>
                  <a:lnTo>
                    <a:pt x="6870546" y="497691"/>
                  </a:lnTo>
                  <a:lnTo>
                    <a:pt x="6870671" y="497691"/>
                  </a:lnTo>
                  <a:lnTo>
                    <a:pt x="6871046" y="497691"/>
                  </a:lnTo>
                  <a:lnTo>
                    <a:pt x="6871172" y="497691"/>
                  </a:lnTo>
                  <a:lnTo>
                    <a:pt x="6871297" y="497691"/>
                  </a:lnTo>
                  <a:lnTo>
                    <a:pt x="6872297" y="497691"/>
                  </a:lnTo>
                  <a:lnTo>
                    <a:pt x="6872422" y="497691"/>
                  </a:lnTo>
                  <a:lnTo>
                    <a:pt x="6872547" y="497691"/>
                  </a:lnTo>
                  <a:lnTo>
                    <a:pt x="6872672" y="497691"/>
                  </a:lnTo>
                  <a:lnTo>
                    <a:pt x="6872797" y="497691"/>
                  </a:lnTo>
                  <a:lnTo>
                    <a:pt x="6872922" y="497691"/>
                  </a:lnTo>
                  <a:lnTo>
                    <a:pt x="6873922" y="497691"/>
                  </a:lnTo>
                  <a:lnTo>
                    <a:pt x="6874047" y="497691"/>
                  </a:lnTo>
                  <a:lnTo>
                    <a:pt x="6874173" y="497691"/>
                  </a:lnTo>
                  <a:lnTo>
                    <a:pt x="6874298" y="497691"/>
                  </a:lnTo>
                  <a:lnTo>
                    <a:pt x="6874423" y="497691"/>
                  </a:lnTo>
                  <a:lnTo>
                    <a:pt x="6874548" y="497691"/>
                  </a:lnTo>
                  <a:lnTo>
                    <a:pt x="6874673" y="497691"/>
                  </a:lnTo>
                  <a:lnTo>
                    <a:pt x="6874798" y="497691"/>
                  </a:lnTo>
                  <a:lnTo>
                    <a:pt x="6875173" y="497691"/>
                  </a:lnTo>
                  <a:lnTo>
                    <a:pt x="6875298" y="497691"/>
                  </a:lnTo>
                  <a:lnTo>
                    <a:pt x="6875423" y="497691"/>
                  </a:lnTo>
                  <a:lnTo>
                    <a:pt x="6875923" y="497691"/>
                  </a:lnTo>
                  <a:lnTo>
                    <a:pt x="6876423" y="497691"/>
                  </a:lnTo>
                  <a:lnTo>
                    <a:pt x="6876548" y="497691"/>
                  </a:lnTo>
                  <a:lnTo>
                    <a:pt x="6876673" y="497691"/>
                  </a:lnTo>
                  <a:lnTo>
                    <a:pt x="6876798" y="497691"/>
                  </a:lnTo>
                  <a:lnTo>
                    <a:pt x="6877048" y="497691"/>
                  </a:lnTo>
                  <a:lnTo>
                    <a:pt x="6877299" y="497691"/>
                  </a:lnTo>
                  <a:lnTo>
                    <a:pt x="6877799" y="497691"/>
                  </a:lnTo>
                  <a:lnTo>
                    <a:pt x="6877924" y="497691"/>
                  </a:lnTo>
                  <a:lnTo>
                    <a:pt x="6878549" y="497691"/>
                  </a:lnTo>
                  <a:lnTo>
                    <a:pt x="6878924" y="497691"/>
                  </a:lnTo>
                  <a:lnTo>
                    <a:pt x="6879049" y="497691"/>
                  </a:lnTo>
                  <a:lnTo>
                    <a:pt x="6879174" y="497691"/>
                  </a:lnTo>
                  <a:lnTo>
                    <a:pt x="6879424" y="497691"/>
                  </a:lnTo>
                  <a:lnTo>
                    <a:pt x="6879674" y="497691"/>
                  </a:lnTo>
                  <a:lnTo>
                    <a:pt x="6879924" y="497691"/>
                  </a:lnTo>
                  <a:lnTo>
                    <a:pt x="6880049" y="497691"/>
                  </a:lnTo>
                  <a:lnTo>
                    <a:pt x="6880175" y="497691"/>
                  </a:lnTo>
                  <a:lnTo>
                    <a:pt x="6880925" y="487737"/>
                  </a:lnTo>
                  <a:lnTo>
                    <a:pt x="6881050" y="487737"/>
                  </a:lnTo>
                  <a:lnTo>
                    <a:pt x="6881175" y="487737"/>
                  </a:lnTo>
                  <a:lnTo>
                    <a:pt x="6881425" y="487737"/>
                  </a:lnTo>
                  <a:lnTo>
                    <a:pt x="6882050" y="487737"/>
                  </a:lnTo>
                  <a:lnTo>
                    <a:pt x="6882175" y="487737"/>
                  </a:lnTo>
                  <a:lnTo>
                    <a:pt x="6882550" y="487737"/>
                  </a:lnTo>
                  <a:lnTo>
                    <a:pt x="6882675" y="487737"/>
                  </a:lnTo>
                  <a:lnTo>
                    <a:pt x="6883301" y="487737"/>
                  </a:lnTo>
                  <a:lnTo>
                    <a:pt x="6883426" y="487737"/>
                  </a:lnTo>
                  <a:lnTo>
                    <a:pt x="6883926" y="487737"/>
                  </a:lnTo>
                  <a:lnTo>
                    <a:pt x="6884051" y="487737"/>
                  </a:lnTo>
                  <a:lnTo>
                    <a:pt x="6884426" y="487737"/>
                  </a:lnTo>
                  <a:lnTo>
                    <a:pt x="6884551" y="487737"/>
                  </a:lnTo>
                  <a:lnTo>
                    <a:pt x="6885426" y="487737"/>
                  </a:lnTo>
                  <a:lnTo>
                    <a:pt x="6885801" y="487737"/>
                  </a:lnTo>
                  <a:lnTo>
                    <a:pt x="6885926" y="487737"/>
                  </a:lnTo>
                  <a:lnTo>
                    <a:pt x="6886051" y="487737"/>
                  </a:lnTo>
                  <a:lnTo>
                    <a:pt x="6886177" y="487737"/>
                  </a:lnTo>
                  <a:lnTo>
                    <a:pt x="6886802" y="487737"/>
                  </a:lnTo>
                  <a:lnTo>
                    <a:pt x="6887302" y="487737"/>
                  </a:lnTo>
                  <a:lnTo>
                    <a:pt x="6888177" y="487737"/>
                  </a:lnTo>
                  <a:lnTo>
                    <a:pt x="6888552" y="487737"/>
                  </a:lnTo>
                  <a:lnTo>
                    <a:pt x="6888802" y="487737"/>
                  </a:lnTo>
                  <a:lnTo>
                    <a:pt x="6888927" y="487737"/>
                  </a:lnTo>
                  <a:lnTo>
                    <a:pt x="6889052" y="487737"/>
                  </a:lnTo>
                  <a:lnTo>
                    <a:pt x="6889678" y="487737"/>
                  </a:lnTo>
                  <a:lnTo>
                    <a:pt x="6889928" y="487737"/>
                  </a:lnTo>
                  <a:lnTo>
                    <a:pt x="6890428" y="487737"/>
                  </a:lnTo>
                  <a:lnTo>
                    <a:pt x="6890553" y="487737"/>
                  </a:lnTo>
                  <a:lnTo>
                    <a:pt x="6890928" y="487737"/>
                  </a:lnTo>
                  <a:lnTo>
                    <a:pt x="6891553" y="487737"/>
                  </a:lnTo>
                  <a:lnTo>
                    <a:pt x="6891678" y="487737"/>
                  </a:lnTo>
                  <a:lnTo>
                    <a:pt x="6891803" y="487737"/>
                  </a:lnTo>
                  <a:lnTo>
                    <a:pt x="6892053" y="487737"/>
                  </a:lnTo>
                  <a:lnTo>
                    <a:pt x="6892304" y="487737"/>
                  </a:lnTo>
                  <a:lnTo>
                    <a:pt x="6893179" y="487737"/>
                  </a:lnTo>
                  <a:lnTo>
                    <a:pt x="6893429" y="487737"/>
                  </a:lnTo>
                  <a:lnTo>
                    <a:pt x="6893804" y="487737"/>
                  </a:lnTo>
                  <a:lnTo>
                    <a:pt x="6893929" y="487737"/>
                  </a:lnTo>
                  <a:lnTo>
                    <a:pt x="6894304" y="487737"/>
                  </a:lnTo>
                  <a:lnTo>
                    <a:pt x="6894554" y="487737"/>
                  </a:lnTo>
                  <a:lnTo>
                    <a:pt x="6895680" y="487737"/>
                  </a:lnTo>
                  <a:lnTo>
                    <a:pt x="6896430" y="487737"/>
                  </a:lnTo>
                  <a:lnTo>
                    <a:pt x="6896930" y="487737"/>
                  </a:lnTo>
                  <a:lnTo>
                    <a:pt x="6897055" y="487737"/>
                  </a:lnTo>
                  <a:lnTo>
                    <a:pt x="6897430" y="487737"/>
                  </a:lnTo>
                  <a:lnTo>
                    <a:pt x="6898055" y="487737"/>
                  </a:lnTo>
                  <a:lnTo>
                    <a:pt x="6899306" y="487737"/>
                  </a:lnTo>
                  <a:lnTo>
                    <a:pt x="6899431" y="487737"/>
                  </a:lnTo>
                  <a:lnTo>
                    <a:pt x="6899556" y="487737"/>
                  </a:lnTo>
                  <a:lnTo>
                    <a:pt x="6899931" y="487737"/>
                  </a:lnTo>
                  <a:lnTo>
                    <a:pt x="6900181" y="487737"/>
                  </a:lnTo>
                  <a:lnTo>
                    <a:pt x="6900306" y="487737"/>
                  </a:lnTo>
                  <a:lnTo>
                    <a:pt x="6900431" y="487737"/>
                  </a:lnTo>
                  <a:lnTo>
                    <a:pt x="6900681" y="487737"/>
                  </a:lnTo>
                  <a:lnTo>
                    <a:pt x="6900931" y="487737"/>
                  </a:lnTo>
                  <a:lnTo>
                    <a:pt x="6901056" y="487737"/>
                  </a:lnTo>
                  <a:lnTo>
                    <a:pt x="6901182" y="487737"/>
                  </a:lnTo>
                  <a:lnTo>
                    <a:pt x="6901432" y="487737"/>
                  </a:lnTo>
                  <a:lnTo>
                    <a:pt x="6901682" y="487737"/>
                  </a:lnTo>
                  <a:lnTo>
                    <a:pt x="6902057" y="487737"/>
                  </a:lnTo>
                  <a:lnTo>
                    <a:pt x="6902682" y="487737"/>
                  </a:lnTo>
                  <a:lnTo>
                    <a:pt x="6902932" y="487737"/>
                  </a:lnTo>
                  <a:lnTo>
                    <a:pt x="6903057" y="487737"/>
                  </a:lnTo>
                  <a:lnTo>
                    <a:pt x="6904933" y="487737"/>
                  </a:lnTo>
                  <a:lnTo>
                    <a:pt x="6905183" y="487737"/>
                  </a:lnTo>
                  <a:lnTo>
                    <a:pt x="6905308" y="487737"/>
                  </a:lnTo>
                  <a:lnTo>
                    <a:pt x="6905683" y="487737"/>
                  </a:lnTo>
                  <a:lnTo>
                    <a:pt x="6906058" y="487737"/>
                  </a:lnTo>
                  <a:lnTo>
                    <a:pt x="6906933" y="487737"/>
                  </a:lnTo>
                  <a:lnTo>
                    <a:pt x="6907184" y="487737"/>
                  </a:lnTo>
                  <a:lnTo>
                    <a:pt x="6907434" y="487737"/>
                  </a:lnTo>
                  <a:lnTo>
                    <a:pt x="6907559" y="487737"/>
                  </a:lnTo>
                  <a:lnTo>
                    <a:pt x="6908059" y="487737"/>
                  </a:lnTo>
                  <a:lnTo>
                    <a:pt x="6908309" y="487737"/>
                  </a:lnTo>
                  <a:lnTo>
                    <a:pt x="6908559" y="487737"/>
                  </a:lnTo>
                  <a:lnTo>
                    <a:pt x="6908684" y="487737"/>
                  </a:lnTo>
                  <a:lnTo>
                    <a:pt x="6908809" y="487737"/>
                  </a:lnTo>
                  <a:lnTo>
                    <a:pt x="6908934" y="487737"/>
                  </a:lnTo>
                  <a:lnTo>
                    <a:pt x="6909184" y="487737"/>
                  </a:lnTo>
                  <a:lnTo>
                    <a:pt x="6911935" y="487737"/>
                  </a:lnTo>
                  <a:lnTo>
                    <a:pt x="6912310" y="487737"/>
                  </a:lnTo>
                  <a:lnTo>
                    <a:pt x="6912810" y="487737"/>
                  </a:lnTo>
                  <a:lnTo>
                    <a:pt x="6912935" y="487737"/>
                  </a:lnTo>
                  <a:lnTo>
                    <a:pt x="6913186" y="487737"/>
                  </a:lnTo>
                  <a:lnTo>
                    <a:pt x="6913311" y="487737"/>
                  </a:lnTo>
                  <a:lnTo>
                    <a:pt x="6913936" y="487737"/>
                  </a:lnTo>
                  <a:lnTo>
                    <a:pt x="6914311" y="487737"/>
                  </a:lnTo>
                  <a:lnTo>
                    <a:pt x="6914436" y="487737"/>
                  </a:lnTo>
                  <a:lnTo>
                    <a:pt x="6914561" y="487737"/>
                  </a:lnTo>
                  <a:lnTo>
                    <a:pt x="6914811" y="487737"/>
                  </a:lnTo>
                  <a:lnTo>
                    <a:pt x="6915061" y="487737"/>
                  </a:lnTo>
                  <a:lnTo>
                    <a:pt x="6915186" y="487737"/>
                  </a:lnTo>
                  <a:lnTo>
                    <a:pt x="6916062" y="487737"/>
                  </a:lnTo>
                  <a:lnTo>
                    <a:pt x="6916187" y="487737"/>
                  </a:lnTo>
                  <a:lnTo>
                    <a:pt x="6917312" y="487737"/>
                  </a:lnTo>
                  <a:lnTo>
                    <a:pt x="6917437" y="487737"/>
                  </a:lnTo>
                  <a:lnTo>
                    <a:pt x="6917562" y="487737"/>
                  </a:lnTo>
                  <a:lnTo>
                    <a:pt x="6917937" y="487737"/>
                  </a:lnTo>
                  <a:lnTo>
                    <a:pt x="6918437" y="487737"/>
                  </a:lnTo>
                  <a:lnTo>
                    <a:pt x="6918812" y="487737"/>
                  </a:lnTo>
                  <a:lnTo>
                    <a:pt x="6918937" y="487737"/>
                  </a:lnTo>
                  <a:lnTo>
                    <a:pt x="6919188" y="487737"/>
                  </a:lnTo>
                  <a:lnTo>
                    <a:pt x="6919438" y="487737"/>
                  </a:lnTo>
                  <a:lnTo>
                    <a:pt x="6919688" y="487737"/>
                  </a:lnTo>
                  <a:lnTo>
                    <a:pt x="6920063" y="487737"/>
                  </a:lnTo>
                  <a:lnTo>
                    <a:pt x="6920188" y="487737"/>
                  </a:lnTo>
                  <a:lnTo>
                    <a:pt x="6920563" y="487737"/>
                  </a:lnTo>
                  <a:lnTo>
                    <a:pt x="6920813" y="487737"/>
                  </a:lnTo>
                  <a:lnTo>
                    <a:pt x="6921438" y="487737"/>
                  </a:lnTo>
                  <a:lnTo>
                    <a:pt x="6922064" y="487737"/>
                  </a:lnTo>
                  <a:lnTo>
                    <a:pt x="6922189" y="487737"/>
                  </a:lnTo>
                  <a:lnTo>
                    <a:pt x="6922314" y="487737"/>
                  </a:lnTo>
                  <a:lnTo>
                    <a:pt x="6923689" y="487737"/>
                  </a:lnTo>
                  <a:lnTo>
                    <a:pt x="6923814" y="487737"/>
                  </a:lnTo>
                  <a:lnTo>
                    <a:pt x="6923939" y="487737"/>
                  </a:lnTo>
                  <a:lnTo>
                    <a:pt x="6924189" y="487737"/>
                  </a:lnTo>
                  <a:lnTo>
                    <a:pt x="6925815" y="487737"/>
                  </a:lnTo>
                  <a:lnTo>
                    <a:pt x="6926065" y="487737"/>
                  </a:lnTo>
                  <a:lnTo>
                    <a:pt x="6926815" y="487737"/>
                  </a:lnTo>
                  <a:lnTo>
                    <a:pt x="6926940" y="487737"/>
                  </a:lnTo>
                  <a:lnTo>
                    <a:pt x="6927065" y="487737"/>
                  </a:lnTo>
                  <a:lnTo>
                    <a:pt x="6927190" y="487737"/>
                  </a:lnTo>
                  <a:lnTo>
                    <a:pt x="6927315" y="487737"/>
                  </a:lnTo>
                  <a:lnTo>
                    <a:pt x="6927565" y="487737"/>
                  </a:lnTo>
                  <a:lnTo>
                    <a:pt x="6927815" y="487737"/>
                  </a:lnTo>
                  <a:lnTo>
                    <a:pt x="6927940" y="487737"/>
                  </a:lnTo>
                  <a:lnTo>
                    <a:pt x="6928066" y="487737"/>
                  </a:lnTo>
                  <a:lnTo>
                    <a:pt x="6928316" y="487737"/>
                  </a:lnTo>
                  <a:lnTo>
                    <a:pt x="6929191" y="487737"/>
                  </a:lnTo>
                  <a:lnTo>
                    <a:pt x="6929316" y="487737"/>
                  </a:lnTo>
                  <a:lnTo>
                    <a:pt x="6929566" y="487737"/>
                  </a:lnTo>
                  <a:lnTo>
                    <a:pt x="6930066" y="487737"/>
                  </a:lnTo>
                  <a:lnTo>
                    <a:pt x="6930191" y="487737"/>
                  </a:lnTo>
                  <a:lnTo>
                    <a:pt x="6930316" y="487737"/>
                  </a:lnTo>
                  <a:lnTo>
                    <a:pt x="6930441" y="487737"/>
                  </a:lnTo>
                  <a:lnTo>
                    <a:pt x="6930941" y="487737"/>
                  </a:lnTo>
                  <a:lnTo>
                    <a:pt x="6931067" y="487737"/>
                  </a:lnTo>
                  <a:lnTo>
                    <a:pt x="6931192" y="487737"/>
                  </a:lnTo>
                  <a:lnTo>
                    <a:pt x="6931317" y="487737"/>
                  </a:lnTo>
                  <a:lnTo>
                    <a:pt x="6931442" y="487737"/>
                  </a:lnTo>
                  <a:lnTo>
                    <a:pt x="6931567" y="487737"/>
                  </a:lnTo>
                  <a:lnTo>
                    <a:pt x="6931692" y="487737"/>
                  </a:lnTo>
                  <a:lnTo>
                    <a:pt x="6933067" y="477783"/>
                  </a:lnTo>
                  <a:lnTo>
                    <a:pt x="6933317" y="477783"/>
                  </a:lnTo>
                  <a:lnTo>
                    <a:pt x="6933442" y="477783"/>
                  </a:lnTo>
                  <a:lnTo>
                    <a:pt x="6933692" y="477783"/>
                  </a:lnTo>
                  <a:lnTo>
                    <a:pt x="6933942" y="477783"/>
                  </a:lnTo>
                  <a:lnTo>
                    <a:pt x="6934193" y="477783"/>
                  </a:lnTo>
                  <a:lnTo>
                    <a:pt x="6934443" y="477783"/>
                  </a:lnTo>
                  <a:lnTo>
                    <a:pt x="6935693" y="477783"/>
                  </a:lnTo>
                  <a:lnTo>
                    <a:pt x="6936318" y="477783"/>
                  </a:lnTo>
                  <a:lnTo>
                    <a:pt x="6936693" y="477783"/>
                  </a:lnTo>
                  <a:lnTo>
                    <a:pt x="6936818" y="477783"/>
                  </a:lnTo>
                  <a:lnTo>
                    <a:pt x="6936943" y="477783"/>
                  </a:lnTo>
                  <a:lnTo>
                    <a:pt x="6937194" y="477783"/>
                  </a:lnTo>
                  <a:lnTo>
                    <a:pt x="6937319" y="477783"/>
                  </a:lnTo>
                  <a:lnTo>
                    <a:pt x="6937444" y="477783"/>
                  </a:lnTo>
                  <a:lnTo>
                    <a:pt x="6937694" y="477783"/>
                  </a:lnTo>
                  <a:lnTo>
                    <a:pt x="6938319" y="477783"/>
                  </a:lnTo>
                  <a:lnTo>
                    <a:pt x="6938444" y="477783"/>
                  </a:lnTo>
                  <a:lnTo>
                    <a:pt x="6938569" y="477783"/>
                  </a:lnTo>
                  <a:lnTo>
                    <a:pt x="6939194" y="477783"/>
                  </a:lnTo>
                  <a:lnTo>
                    <a:pt x="6939569" y="477783"/>
                  </a:lnTo>
                  <a:lnTo>
                    <a:pt x="6940570" y="477783"/>
                  </a:lnTo>
                  <a:lnTo>
                    <a:pt x="6940695" y="477783"/>
                  </a:lnTo>
                  <a:lnTo>
                    <a:pt x="6940945" y="477783"/>
                  </a:lnTo>
                  <a:lnTo>
                    <a:pt x="6941070" y="477783"/>
                  </a:lnTo>
                  <a:lnTo>
                    <a:pt x="6941820" y="477783"/>
                  </a:lnTo>
                  <a:lnTo>
                    <a:pt x="6941945" y="477783"/>
                  </a:lnTo>
                  <a:lnTo>
                    <a:pt x="6942070" y="477783"/>
                  </a:lnTo>
                  <a:lnTo>
                    <a:pt x="6942570" y="477783"/>
                  </a:lnTo>
                  <a:lnTo>
                    <a:pt x="6943321" y="477783"/>
                  </a:lnTo>
                  <a:lnTo>
                    <a:pt x="6944071" y="477783"/>
                  </a:lnTo>
                  <a:lnTo>
                    <a:pt x="6944321" y="477783"/>
                  </a:lnTo>
                  <a:lnTo>
                    <a:pt x="6944821" y="477783"/>
                  </a:lnTo>
                  <a:lnTo>
                    <a:pt x="6944946" y="477783"/>
                  </a:lnTo>
                  <a:lnTo>
                    <a:pt x="6945196" y="477783"/>
                  </a:lnTo>
                  <a:lnTo>
                    <a:pt x="6945947" y="477783"/>
                  </a:lnTo>
                  <a:lnTo>
                    <a:pt x="6946197" y="477783"/>
                  </a:lnTo>
                  <a:lnTo>
                    <a:pt x="6947072" y="477783"/>
                  </a:lnTo>
                  <a:lnTo>
                    <a:pt x="6947197" y="477783"/>
                  </a:lnTo>
                  <a:lnTo>
                    <a:pt x="6948322" y="477783"/>
                  </a:lnTo>
                  <a:lnTo>
                    <a:pt x="6948697" y="477783"/>
                  </a:lnTo>
                  <a:lnTo>
                    <a:pt x="6948822" y="477783"/>
                  </a:lnTo>
                  <a:lnTo>
                    <a:pt x="6949073" y="477783"/>
                  </a:lnTo>
                  <a:lnTo>
                    <a:pt x="6949573" y="477783"/>
                  </a:lnTo>
                  <a:lnTo>
                    <a:pt x="6950073" y="477783"/>
                  </a:lnTo>
                  <a:lnTo>
                    <a:pt x="6951073" y="477783"/>
                  </a:lnTo>
                  <a:lnTo>
                    <a:pt x="6951448" y="477783"/>
                  </a:lnTo>
                  <a:lnTo>
                    <a:pt x="6951573" y="477783"/>
                  </a:lnTo>
                  <a:lnTo>
                    <a:pt x="6951698" y="477783"/>
                  </a:lnTo>
                  <a:lnTo>
                    <a:pt x="6952199" y="477783"/>
                  </a:lnTo>
                  <a:lnTo>
                    <a:pt x="6952324" y="477783"/>
                  </a:lnTo>
                  <a:lnTo>
                    <a:pt x="6952699" y="477783"/>
                  </a:lnTo>
                  <a:lnTo>
                    <a:pt x="6952824" y="477783"/>
                  </a:lnTo>
                  <a:lnTo>
                    <a:pt x="6953074" y="477783"/>
                  </a:lnTo>
                  <a:lnTo>
                    <a:pt x="6954950" y="477783"/>
                  </a:lnTo>
                  <a:lnTo>
                    <a:pt x="6955075" y="477783"/>
                  </a:lnTo>
                  <a:lnTo>
                    <a:pt x="6955200" y="477783"/>
                  </a:lnTo>
                  <a:lnTo>
                    <a:pt x="6955325" y="477783"/>
                  </a:lnTo>
                  <a:lnTo>
                    <a:pt x="6955950" y="477783"/>
                  </a:lnTo>
                  <a:lnTo>
                    <a:pt x="6956450" y="477783"/>
                  </a:lnTo>
                  <a:lnTo>
                    <a:pt x="6956575" y="477783"/>
                  </a:lnTo>
                  <a:lnTo>
                    <a:pt x="6957200" y="477783"/>
                  </a:lnTo>
                  <a:lnTo>
                    <a:pt x="6957575" y="477783"/>
                  </a:lnTo>
                  <a:lnTo>
                    <a:pt x="6957700" y="477783"/>
                  </a:lnTo>
                  <a:lnTo>
                    <a:pt x="6957825" y="477783"/>
                  </a:lnTo>
                  <a:lnTo>
                    <a:pt x="6957951" y="477783"/>
                  </a:lnTo>
                  <a:lnTo>
                    <a:pt x="6958201" y="477783"/>
                  </a:lnTo>
                  <a:lnTo>
                    <a:pt x="6958451" y="477783"/>
                  </a:lnTo>
                  <a:lnTo>
                    <a:pt x="6958576" y="477783"/>
                  </a:lnTo>
                  <a:lnTo>
                    <a:pt x="6958701" y="477783"/>
                  </a:lnTo>
                  <a:lnTo>
                    <a:pt x="6959951" y="477783"/>
                  </a:lnTo>
                  <a:lnTo>
                    <a:pt x="6961202" y="477783"/>
                  </a:lnTo>
                  <a:lnTo>
                    <a:pt x="6961452" y="477783"/>
                  </a:lnTo>
                  <a:lnTo>
                    <a:pt x="6962202" y="477783"/>
                  </a:lnTo>
                  <a:lnTo>
                    <a:pt x="6962327" y="477783"/>
                  </a:lnTo>
                  <a:lnTo>
                    <a:pt x="6962452" y="477783"/>
                  </a:lnTo>
                  <a:lnTo>
                    <a:pt x="6962702" y="477783"/>
                  </a:lnTo>
                  <a:lnTo>
                    <a:pt x="6963202" y="477783"/>
                  </a:lnTo>
                  <a:lnTo>
                    <a:pt x="6963327" y="477783"/>
                  </a:lnTo>
                  <a:lnTo>
                    <a:pt x="6963452" y="477783"/>
                  </a:lnTo>
                  <a:lnTo>
                    <a:pt x="6963577" y="477783"/>
                  </a:lnTo>
                  <a:lnTo>
                    <a:pt x="6963702" y="477783"/>
                  </a:lnTo>
                  <a:lnTo>
                    <a:pt x="6963953" y="477783"/>
                  </a:lnTo>
                  <a:lnTo>
                    <a:pt x="6964078" y="477783"/>
                  </a:lnTo>
                  <a:lnTo>
                    <a:pt x="6964328" y="477783"/>
                  </a:lnTo>
                  <a:lnTo>
                    <a:pt x="6964453" y="477783"/>
                  </a:lnTo>
                  <a:lnTo>
                    <a:pt x="6964578" y="477783"/>
                  </a:lnTo>
                  <a:lnTo>
                    <a:pt x="6964703" y="477783"/>
                  </a:lnTo>
                  <a:lnTo>
                    <a:pt x="6964828" y="477783"/>
                  </a:lnTo>
                  <a:lnTo>
                    <a:pt x="6965078" y="477783"/>
                  </a:lnTo>
                  <a:lnTo>
                    <a:pt x="6965203" y="477783"/>
                  </a:lnTo>
                  <a:lnTo>
                    <a:pt x="6965578" y="477783"/>
                  </a:lnTo>
                  <a:lnTo>
                    <a:pt x="6965953" y="477783"/>
                  </a:lnTo>
                  <a:lnTo>
                    <a:pt x="6966203" y="477783"/>
                  </a:lnTo>
                  <a:lnTo>
                    <a:pt x="6966328" y="477783"/>
                  </a:lnTo>
                  <a:lnTo>
                    <a:pt x="6966453" y="477783"/>
                  </a:lnTo>
                  <a:lnTo>
                    <a:pt x="6966828" y="477783"/>
                  </a:lnTo>
                  <a:lnTo>
                    <a:pt x="6966954" y="477783"/>
                  </a:lnTo>
                  <a:lnTo>
                    <a:pt x="6967454" y="477783"/>
                  </a:lnTo>
                  <a:lnTo>
                    <a:pt x="6967704" y="477783"/>
                  </a:lnTo>
                  <a:lnTo>
                    <a:pt x="6968079" y="477783"/>
                  </a:lnTo>
                  <a:lnTo>
                    <a:pt x="6968329" y="477783"/>
                  </a:lnTo>
                  <a:lnTo>
                    <a:pt x="6968829" y="477783"/>
                  </a:lnTo>
                  <a:lnTo>
                    <a:pt x="6968954" y="477783"/>
                  </a:lnTo>
                  <a:lnTo>
                    <a:pt x="6969454" y="477783"/>
                  </a:lnTo>
                  <a:lnTo>
                    <a:pt x="6969579" y="477783"/>
                  </a:lnTo>
                  <a:lnTo>
                    <a:pt x="6970455" y="477783"/>
                  </a:lnTo>
                  <a:lnTo>
                    <a:pt x="6970580" y="477783"/>
                  </a:lnTo>
                  <a:lnTo>
                    <a:pt x="6970705" y="477783"/>
                  </a:lnTo>
                  <a:lnTo>
                    <a:pt x="6971205" y="477783"/>
                  </a:lnTo>
                  <a:lnTo>
                    <a:pt x="6972330" y="477783"/>
                  </a:lnTo>
                  <a:lnTo>
                    <a:pt x="6972705" y="477783"/>
                  </a:lnTo>
                  <a:lnTo>
                    <a:pt x="6973706" y="477783"/>
                  </a:lnTo>
                  <a:lnTo>
                    <a:pt x="6973956" y="477783"/>
                  </a:lnTo>
                  <a:lnTo>
                    <a:pt x="6974206" y="477783"/>
                  </a:lnTo>
                  <a:lnTo>
                    <a:pt x="6974456" y="477783"/>
                  </a:lnTo>
                  <a:lnTo>
                    <a:pt x="6974581" y="477783"/>
                  </a:lnTo>
                  <a:lnTo>
                    <a:pt x="6974706" y="477783"/>
                  </a:lnTo>
                  <a:lnTo>
                    <a:pt x="6974831" y="477783"/>
                  </a:lnTo>
                  <a:lnTo>
                    <a:pt x="6974956" y="477783"/>
                  </a:lnTo>
                  <a:lnTo>
                    <a:pt x="6975456" y="467829"/>
                  </a:lnTo>
                  <a:lnTo>
                    <a:pt x="6975831" y="467829"/>
                  </a:lnTo>
                  <a:lnTo>
                    <a:pt x="6976207" y="467829"/>
                  </a:lnTo>
                  <a:lnTo>
                    <a:pt x="6976332" y="467829"/>
                  </a:lnTo>
                  <a:lnTo>
                    <a:pt x="6976957" y="467829"/>
                  </a:lnTo>
                  <a:lnTo>
                    <a:pt x="6977082" y="467829"/>
                  </a:lnTo>
                  <a:lnTo>
                    <a:pt x="6977207" y="467829"/>
                  </a:lnTo>
                  <a:lnTo>
                    <a:pt x="6977832" y="467829"/>
                  </a:lnTo>
                  <a:lnTo>
                    <a:pt x="6978082" y="467829"/>
                  </a:lnTo>
                  <a:lnTo>
                    <a:pt x="6978707" y="467829"/>
                  </a:lnTo>
                  <a:lnTo>
                    <a:pt x="6978832" y="467829"/>
                  </a:lnTo>
                  <a:lnTo>
                    <a:pt x="6979833" y="467829"/>
                  </a:lnTo>
                  <a:lnTo>
                    <a:pt x="6979958" y="467829"/>
                  </a:lnTo>
                  <a:lnTo>
                    <a:pt x="6980083" y="467829"/>
                  </a:lnTo>
                  <a:lnTo>
                    <a:pt x="6980583" y="467829"/>
                  </a:lnTo>
                  <a:lnTo>
                    <a:pt x="6980958" y="467829"/>
                  </a:lnTo>
                  <a:lnTo>
                    <a:pt x="6981333" y="467829"/>
                  </a:lnTo>
                  <a:lnTo>
                    <a:pt x="6981458" y="467829"/>
                  </a:lnTo>
                  <a:lnTo>
                    <a:pt x="6981583" y="467829"/>
                  </a:lnTo>
                  <a:lnTo>
                    <a:pt x="6981833" y="467829"/>
                  </a:lnTo>
                  <a:lnTo>
                    <a:pt x="6981959" y="467829"/>
                  </a:lnTo>
                  <a:lnTo>
                    <a:pt x="6982084" y="467829"/>
                  </a:lnTo>
                  <a:lnTo>
                    <a:pt x="6982209" y="467829"/>
                  </a:lnTo>
                  <a:lnTo>
                    <a:pt x="6983209" y="467829"/>
                  </a:lnTo>
                  <a:lnTo>
                    <a:pt x="6984084" y="467829"/>
                  </a:lnTo>
                  <a:lnTo>
                    <a:pt x="6984709" y="467829"/>
                  </a:lnTo>
                  <a:lnTo>
                    <a:pt x="6985085" y="467829"/>
                  </a:lnTo>
                  <a:lnTo>
                    <a:pt x="6985210" y="467829"/>
                  </a:lnTo>
                  <a:lnTo>
                    <a:pt x="6985460" y="467829"/>
                  </a:lnTo>
                  <a:lnTo>
                    <a:pt x="6985585" y="467829"/>
                  </a:lnTo>
                  <a:lnTo>
                    <a:pt x="6985835" y="467829"/>
                  </a:lnTo>
                  <a:lnTo>
                    <a:pt x="6985960" y="467829"/>
                  </a:lnTo>
                  <a:lnTo>
                    <a:pt x="6986460" y="467829"/>
                  </a:lnTo>
                  <a:lnTo>
                    <a:pt x="6986585" y="467829"/>
                  </a:lnTo>
                  <a:lnTo>
                    <a:pt x="6986710" y="467829"/>
                  </a:lnTo>
                  <a:lnTo>
                    <a:pt x="6987210" y="467829"/>
                  </a:lnTo>
                  <a:lnTo>
                    <a:pt x="6987335" y="467829"/>
                  </a:lnTo>
                  <a:lnTo>
                    <a:pt x="6987460" y="467829"/>
                  </a:lnTo>
                  <a:lnTo>
                    <a:pt x="6987836" y="467829"/>
                  </a:lnTo>
                  <a:lnTo>
                    <a:pt x="6987961" y="467829"/>
                  </a:lnTo>
                  <a:lnTo>
                    <a:pt x="6988211" y="467829"/>
                  </a:lnTo>
                  <a:lnTo>
                    <a:pt x="6989211" y="467829"/>
                  </a:lnTo>
                  <a:lnTo>
                    <a:pt x="6989461" y="467829"/>
                  </a:lnTo>
                  <a:lnTo>
                    <a:pt x="6989586" y="467829"/>
                  </a:lnTo>
                  <a:lnTo>
                    <a:pt x="6989711" y="467829"/>
                  </a:lnTo>
                  <a:lnTo>
                    <a:pt x="6989961" y="467829"/>
                  </a:lnTo>
                  <a:lnTo>
                    <a:pt x="6990336" y="467829"/>
                  </a:lnTo>
                  <a:lnTo>
                    <a:pt x="6991087" y="467829"/>
                  </a:lnTo>
                  <a:lnTo>
                    <a:pt x="6991712" y="467829"/>
                  </a:lnTo>
                  <a:lnTo>
                    <a:pt x="6991837" y="467829"/>
                  </a:lnTo>
                  <a:lnTo>
                    <a:pt x="6991962" y="467829"/>
                  </a:lnTo>
                  <a:lnTo>
                    <a:pt x="6992212" y="467829"/>
                  </a:lnTo>
                  <a:lnTo>
                    <a:pt x="6992837" y="467829"/>
                  </a:lnTo>
                  <a:lnTo>
                    <a:pt x="6993212" y="467829"/>
                  </a:lnTo>
                  <a:lnTo>
                    <a:pt x="6993712" y="467829"/>
                  </a:lnTo>
                  <a:lnTo>
                    <a:pt x="6994713" y="457875"/>
                  </a:lnTo>
                  <a:lnTo>
                    <a:pt x="6995588" y="457875"/>
                  </a:lnTo>
                  <a:lnTo>
                    <a:pt x="6995838" y="457875"/>
                  </a:lnTo>
                  <a:lnTo>
                    <a:pt x="6996338" y="457875"/>
                  </a:lnTo>
                  <a:lnTo>
                    <a:pt x="6997089" y="457875"/>
                  </a:lnTo>
                  <a:lnTo>
                    <a:pt x="6997214" y="457875"/>
                  </a:lnTo>
                  <a:lnTo>
                    <a:pt x="6997464" y="457875"/>
                  </a:lnTo>
                  <a:lnTo>
                    <a:pt x="6997589" y="457875"/>
                  </a:lnTo>
                  <a:lnTo>
                    <a:pt x="6998089" y="457875"/>
                  </a:lnTo>
                  <a:lnTo>
                    <a:pt x="6998464" y="457875"/>
                  </a:lnTo>
                  <a:lnTo>
                    <a:pt x="6998589" y="457875"/>
                  </a:lnTo>
                  <a:lnTo>
                    <a:pt x="6998839" y="457875"/>
                  </a:lnTo>
                  <a:lnTo>
                    <a:pt x="6999089" y="457875"/>
                  </a:lnTo>
                  <a:lnTo>
                    <a:pt x="6999339" y="457875"/>
                  </a:lnTo>
                  <a:lnTo>
                    <a:pt x="7000215" y="457875"/>
                  </a:lnTo>
                  <a:lnTo>
                    <a:pt x="7000340" y="457875"/>
                  </a:lnTo>
                  <a:lnTo>
                    <a:pt x="7000840" y="457875"/>
                  </a:lnTo>
                  <a:lnTo>
                    <a:pt x="7000965" y="457875"/>
                  </a:lnTo>
                  <a:lnTo>
                    <a:pt x="7001340" y="457875"/>
                  </a:lnTo>
                  <a:lnTo>
                    <a:pt x="7001465" y="457875"/>
                  </a:lnTo>
                  <a:lnTo>
                    <a:pt x="7002340" y="457875"/>
                  </a:lnTo>
                  <a:lnTo>
                    <a:pt x="7002465" y="457875"/>
                  </a:lnTo>
                  <a:lnTo>
                    <a:pt x="7002590" y="457875"/>
                  </a:lnTo>
                  <a:lnTo>
                    <a:pt x="7002715" y="457875"/>
                  </a:lnTo>
                  <a:lnTo>
                    <a:pt x="7002841" y="457875"/>
                  </a:lnTo>
                  <a:lnTo>
                    <a:pt x="7003341" y="457875"/>
                  </a:lnTo>
                  <a:lnTo>
                    <a:pt x="7004841" y="457875"/>
                  </a:lnTo>
                  <a:lnTo>
                    <a:pt x="7005591" y="457875"/>
                  </a:lnTo>
                  <a:lnTo>
                    <a:pt x="7005842" y="457875"/>
                  </a:lnTo>
                  <a:lnTo>
                    <a:pt x="7005967" y="457875"/>
                  </a:lnTo>
                  <a:lnTo>
                    <a:pt x="7006092" y="457875"/>
                  </a:lnTo>
                  <a:lnTo>
                    <a:pt x="7006467" y="447922"/>
                  </a:lnTo>
                  <a:lnTo>
                    <a:pt x="7006592" y="447922"/>
                  </a:lnTo>
                  <a:lnTo>
                    <a:pt x="7006717" y="447922"/>
                  </a:lnTo>
                  <a:lnTo>
                    <a:pt x="7006842" y="447922"/>
                  </a:lnTo>
                  <a:lnTo>
                    <a:pt x="7007342" y="447922"/>
                  </a:lnTo>
                  <a:lnTo>
                    <a:pt x="7007467" y="447922"/>
                  </a:lnTo>
                  <a:lnTo>
                    <a:pt x="7007592" y="447922"/>
                  </a:lnTo>
                  <a:lnTo>
                    <a:pt x="7008092" y="447922"/>
                  </a:lnTo>
                  <a:lnTo>
                    <a:pt x="7008467" y="447922"/>
                  </a:lnTo>
                  <a:lnTo>
                    <a:pt x="7008592" y="447922"/>
                  </a:lnTo>
                  <a:lnTo>
                    <a:pt x="7008968" y="447922"/>
                  </a:lnTo>
                  <a:lnTo>
                    <a:pt x="7009968" y="447922"/>
                  </a:lnTo>
                  <a:lnTo>
                    <a:pt x="7010343" y="447922"/>
                  </a:lnTo>
                  <a:lnTo>
                    <a:pt x="7010593" y="447922"/>
                  </a:lnTo>
                  <a:lnTo>
                    <a:pt x="7010718" y="447922"/>
                  </a:lnTo>
                  <a:lnTo>
                    <a:pt x="7010843" y="447922"/>
                  </a:lnTo>
                  <a:lnTo>
                    <a:pt x="7010968" y="447922"/>
                  </a:lnTo>
                  <a:lnTo>
                    <a:pt x="7011093" y="447922"/>
                  </a:lnTo>
                  <a:lnTo>
                    <a:pt x="7011218" y="447922"/>
                  </a:lnTo>
                  <a:lnTo>
                    <a:pt x="7011593" y="447922"/>
                  </a:lnTo>
                  <a:lnTo>
                    <a:pt x="7012594" y="447922"/>
                  </a:lnTo>
                  <a:lnTo>
                    <a:pt x="7013469" y="447922"/>
                  </a:lnTo>
                  <a:lnTo>
                    <a:pt x="7013594" y="447922"/>
                  </a:lnTo>
                  <a:lnTo>
                    <a:pt x="7013719" y="447922"/>
                  </a:lnTo>
                  <a:lnTo>
                    <a:pt x="7013844" y="447922"/>
                  </a:lnTo>
                  <a:lnTo>
                    <a:pt x="7014219" y="447922"/>
                  </a:lnTo>
                  <a:lnTo>
                    <a:pt x="7014469" y="447922"/>
                  </a:lnTo>
                  <a:lnTo>
                    <a:pt x="7014594" y="447922"/>
                  </a:lnTo>
                  <a:lnTo>
                    <a:pt x="7014970" y="447922"/>
                  </a:lnTo>
                  <a:lnTo>
                    <a:pt x="7015595" y="447922"/>
                  </a:lnTo>
                  <a:lnTo>
                    <a:pt x="7015970" y="447922"/>
                  </a:lnTo>
                  <a:lnTo>
                    <a:pt x="7016095" y="447922"/>
                  </a:lnTo>
                  <a:lnTo>
                    <a:pt x="7016470" y="447922"/>
                  </a:lnTo>
                  <a:lnTo>
                    <a:pt x="7016595" y="447922"/>
                  </a:lnTo>
                  <a:lnTo>
                    <a:pt x="7016720" y="447922"/>
                  </a:lnTo>
                  <a:lnTo>
                    <a:pt x="7018846" y="437968"/>
                  </a:lnTo>
                  <a:lnTo>
                    <a:pt x="7019221" y="437968"/>
                  </a:lnTo>
                  <a:lnTo>
                    <a:pt x="7019346" y="437968"/>
                  </a:lnTo>
                  <a:lnTo>
                    <a:pt x="7019596" y="437968"/>
                  </a:lnTo>
                  <a:lnTo>
                    <a:pt x="7019846" y="437968"/>
                  </a:lnTo>
                  <a:lnTo>
                    <a:pt x="7019971" y="437968"/>
                  </a:lnTo>
                  <a:lnTo>
                    <a:pt x="7020096" y="437968"/>
                  </a:lnTo>
                  <a:lnTo>
                    <a:pt x="7020721" y="437968"/>
                  </a:lnTo>
                  <a:lnTo>
                    <a:pt x="7020972" y="437968"/>
                  </a:lnTo>
                  <a:lnTo>
                    <a:pt x="7021097" y="437968"/>
                  </a:lnTo>
                  <a:lnTo>
                    <a:pt x="7021222" y="437968"/>
                  </a:lnTo>
                  <a:lnTo>
                    <a:pt x="7021472" y="437968"/>
                  </a:lnTo>
                  <a:lnTo>
                    <a:pt x="7021597" y="437968"/>
                  </a:lnTo>
                  <a:lnTo>
                    <a:pt x="7022097" y="437968"/>
                  </a:lnTo>
                  <a:lnTo>
                    <a:pt x="7022222" y="437968"/>
                  </a:lnTo>
                  <a:lnTo>
                    <a:pt x="7022347" y="437968"/>
                  </a:lnTo>
                  <a:lnTo>
                    <a:pt x="7022847" y="437968"/>
                  </a:lnTo>
                  <a:lnTo>
                    <a:pt x="7024348" y="437968"/>
                  </a:lnTo>
                  <a:lnTo>
                    <a:pt x="7024473" y="437968"/>
                  </a:lnTo>
                  <a:lnTo>
                    <a:pt x="7024723" y="437968"/>
                  </a:lnTo>
                  <a:lnTo>
                    <a:pt x="7024848" y="437968"/>
                  </a:lnTo>
                  <a:lnTo>
                    <a:pt x="7025098" y="437968"/>
                  </a:lnTo>
                  <a:lnTo>
                    <a:pt x="7025473" y="437968"/>
                  </a:lnTo>
                  <a:lnTo>
                    <a:pt x="7025598" y="437968"/>
                  </a:lnTo>
                  <a:lnTo>
                    <a:pt x="7025848" y="437968"/>
                  </a:lnTo>
                  <a:lnTo>
                    <a:pt x="7026223" y="437968"/>
                  </a:lnTo>
                  <a:lnTo>
                    <a:pt x="7026348" y="437968"/>
                  </a:lnTo>
                  <a:lnTo>
                    <a:pt x="7026598" y="437968"/>
                  </a:lnTo>
                  <a:lnTo>
                    <a:pt x="7027849" y="437968"/>
                  </a:lnTo>
                  <a:lnTo>
                    <a:pt x="7028099" y="437968"/>
                  </a:lnTo>
                  <a:lnTo>
                    <a:pt x="7028224" y="437968"/>
                  </a:lnTo>
                  <a:lnTo>
                    <a:pt x="7028474" y="437968"/>
                  </a:lnTo>
                  <a:lnTo>
                    <a:pt x="7028724" y="437968"/>
                  </a:lnTo>
                  <a:lnTo>
                    <a:pt x="7028849" y="437968"/>
                  </a:lnTo>
                  <a:lnTo>
                    <a:pt x="7030850" y="437968"/>
                  </a:lnTo>
                  <a:lnTo>
                    <a:pt x="7030975" y="437968"/>
                  </a:lnTo>
                  <a:lnTo>
                    <a:pt x="7031225" y="437968"/>
                  </a:lnTo>
                  <a:lnTo>
                    <a:pt x="7031350" y="437968"/>
                  </a:lnTo>
                  <a:lnTo>
                    <a:pt x="7031600" y="437968"/>
                  </a:lnTo>
                  <a:lnTo>
                    <a:pt x="7031850" y="437968"/>
                  </a:lnTo>
                  <a:lnTo>
                    <a:pt x="7031975" y="437968"/>
                  </a:lnTo>
                  <a:lnTo>
                    <a:pt x="7032100" y="437968"/>
                  </a:lnTo>
                  <a:lnTo>
                    <a:pt x="7032225" y="437968"/>
                  </a:lnTo>
                  <a:lnTo>
                    <a:pt x="7032726" y="437968"/>
                  </a:lnTo>
                  <a:lnTo>
                    <a:pt x="7033476" y="437968"/>
                  </a:lnTo>
                  <a:lnTo>
                    <a:pt x="7033601" y="437968"/>
                  </a:lnTo>
                  <a:lnTo>
                    <a:pt x="7033726" y="437968"/>
                  </a:lnTo>
                  <a:lnTo>
                    <a:pt x="7033976" y="437968"/>
                  </a:lnTo>
                  <a:lnTo>
                    <a:pt x="7034101" y="437968"/>
                  </a:lnTo>
                  <a:lnTo>
                    <a:pt x="7034226" y="437968"/>
                  </a:lnTo>
                  <a:lnTo>
                    <a:pt x="7034476" y="437968"/>
                  </a:lnTo>
                  <a:lnTo>
                    <a:pt x="7035226" y="437968"/>
                  </a:lnTo>
                  <a:lnTo>
                    <a:pt x="7035351" y="437968"/>
                  </a:lnTo>
                  <a:lnTo>
                    <a:pt x="7035601" y="437968"/>
                  </a:lnTo>
                  <a:lnTo>
                    <a:pt x="7035727" y="437968"/>
                  </a:lnTo>
                  <a:lnTo>
                    <a:pt x="7036102" y="437968"/>
                  </a:lnTo>
                  <a:lnTo>
                    <a:pt x="7036227" y="437968"/>
                  </a:lnTo>
                  <a:lnTo>
                    <a:pt x="7036852" y="437968"/>
                  </a:lnTo>
                  <a:lnTo>
                    <a:pt x="7036977" y="437968"/>
                  </a:lnTo>
                  <a:lnTo>
                    <a:pt x="7037727" y="437968"/>
                  </a:lnTo>
                  <a:lnTo>
                    <a:pt x="7038728" y="437968"/>
                  </a:lnTo>
                  <a:lnTo>
                    <a:pt x="7038853" y="437968"/>
                  </a:lnTo>
                  <a:lnTo>
                    <a:pt x="7039103" y="437968"/>
                  </a:lnTo>
                  <a:lnTo>
                    <a:pt x="7039728" y="437968"/>
                  </a:lnTo>
                  <a:lnTo>
                    <a:pt x="7039853" y="437968"/>
                  </a:lnTo>
                  <a:lnTo>
                    <a:pt x="7039978" y="437968"/>
                  </a:lnTo>
                  <a:lnTo>
                    <a:pt x="7040228" y="437968"/>
                  </a:lnTo>
                  <a:lnTo>
                    <a:pt x="7040478" y="437968"/>
                  </a:lnTo>
                  <a:lnTo>
                    <a:pt x="7040603" y="437968"/>
                  </a:lnTo>
                  <a:lnTo>
                    <a:pt x="7040853" y="437968"/>
                  </a:lnTo>
                  <a:lnTo>
                    <a:pt x="7041103" y="437968"/>
                  </a:lnTo>
                  <a:lnTo>
                    <a:pt x="7041478" y="437968"/>
                  </a:lnTo>
                  <a:lnTo>
                    <a:pt x="7041603" y="437968"/>
                  </a:lnTo>
                  <a:lnTo>
                    <a:pt x="7041854" y="437968"/>
                  </a:lnTo>
                  <a:lnTo>
                    <a:pt x="7041979" y="437968"/>
                  </a:lnTo>
                  <a:lnTo>
                    <a:pt x="7044354" y="437968"/>
                  </a:lnTo>
                  <a:lnTo>
                    <a:pt x="7044479" y="437968"/>
                  </a:lnTo>
                  <a:lnTo>
                    <a:pt x="7044855" y="437968"/>
                  </a:lnTo>
                  <a:lnTo>
                    <a:pt x="7045105" y="437968"/>
                  </a:lnTo>
                  <a:lnTo>
                    <a:pt x="7045605" y="437968"/>
                  </a:lnTo>
                  <a:lnTo>
                    <a:pt x="7045730" y="437968"/>
                  </a:lnTo>
                  <a:lnTo>
                    <a:pt x="7045855" y="437968"/>
                  </a:lnTo>
                  <a:lnTo>
                    <a:pt x="7045980" y="437968"/>
                  </a:lnTo>
                  <a:lnTo>
                    <a:pt x="7046105" y="437968"/>
                  </a:lnTo>
                  <a:lnTo>
                    <a:pt x="7046230" y="437968"/>
                  </a:lnTo>
                  <a:lnTo>
                    <a:pt x="7046730" y="437968"/>
                  </a:lnTo>
                  <a:lnTo>
                    <a:pt x="7047230" y="437968"/>
                  </a:lnTo>
                  <a:lnTo>
                    <a:pt x="7048106" y="437968"/>
                  </a:lnTo>
                  <a:lnTo>
                    <a:pt x="7048231" y="437968"/>
                  </a:lnTo>
                  <a:lnTo>
                    <a:pt x="7048481" y="437968"/>
                  </a:lnTo>
                  <a:lnTo>
                    <a:pt x="7048606" y="437968"/>
                  </a:lnTo>
                  <a:lnTo>
                    <a:pt x="7048856" y="437968"/>
                  </a:lnTo>
                  <a:lnTo>
                    <a:pt x="7049606" y="437968"/>
                  </a:lnTo>
                  <a:lnTo>
                    <a:pt x="7050106" y="437968"/>
                  </a:lnTo>
                  <a:lnTo>
                    <a:pt x="7050481" y="437968"/>
                  </a:lnTo>
                  <a:lnTo>
                    <a:pt x="7050982" y="437968"/>
                  </a:lnTo>
                  <a:lnTo>
                    <a:pt x="7051232" y="437968"/>
                  </a:lnTo>
                  <a:lnTo>
                    <a:pt x="7051607" y="437968"/>
                  </a:lnTo>
                  <a:lnTo>
                    <a:pt x="7051732" y="437968"/>
                  </a:lnTo>
                  <a:lnTo>
                    <a:pt x="7051857" y="437968"/>
                  </a:lnTo>
                  <a:lnTo>
                    <a:pt x="7052232" y="437968"/>
                  </a:lnTo>
                  <a:lnTo>
                    <a:pt x="7052357" y="437968"/>
                  </a:lnTo>
                  <a:lnTo>
                    <a:pt x="7052732" y="437968"/>
                  </a:lnTo>
                  <a:lnTo>
                    <a:pt x="7053232" y="437968"/>
                  </a:lnTo>
                  <a:lnTo>
                    <a:pt x="7053983" y="437968"/>
                  </a:lnTo>
                  <a:lnTo>
                    <a:pt x="7054233" y="437968"/>
                  </a:lnTo>
                  <a:lnTo>
                    <a:pt x="7055483" y="437968"/>
                  </a:lnTo>
                  <a:lnTo>
                    <a:pt x="7055983" y="437968"/>
                  </a:lnTo>
                  <a:lnTo>
                    <a:pt x="7056108" y="437968"/>
                  </a:lnTo>
                  <a:lnTo>
                    <a:pt x="7056233" y="437968"/>
                  </a:lnTo>
                  <a:lnTo>
                    <a:pt x="7056608" y="437968"/>
                  </a:lnTo>
                  <a:lnTo>
                    <a:pt x="7056734" y="437968"/>
                  </a:lnTo>
                  <a:lnTo>
                    <a:pt x="7057484" y="437968"/>
                  </a:lnTo>
                  <a:lnTo>
                    <a:pt x="7057984" y="437968"/>
                  </a:lnTo>
                  <a:lnTo>
                    <a:pt x="7058234" y="437968"/>
                  </a:lnTo>
                  <a:lnTo>
                    <a:pt x="7058734" y="437968"/>
                  </a:lnTo>
                  <a:lnTo>
                    <a:pt x="7058859" y="437968"/>
                  </a:lnTo>
                  <a:lnTo>
                    <a:pt x="7058984" y="437968"/>
                  </a:lnTo>
                  <a:lnTo>
                    <a:pt x="7059359" y="437968"/>
                  </a:lnTo>
                  <a:lnTo>
                    <a:pt x="7059609" y="437968"/>
                  </a:lnTo>
                  <a:lnTo>
                    <a:pt x="7060360" y="437968"/>
                  </a:lnTo>
                  <a:lnTo>
                    <a:pt x="7060485" y="437968"/>
                  </a:lnTo>
                  <a:lnTo>
                    <a:pt x="7060610" y="437968"/>
                  </a:lnTo>
                  <a:lnTo>
                    <a:pt x="7061110" y="437968"/>
                  </a:lnTo>
                  <a:lnTo>
                    <a:pt x="7061485" y="437968"/>
                  </a:lnTo>
                  <a:lnTo>
                    <a:pt x="7061860" y="437968"/>
                  </a:lnTo>
                  <a:lnTo>
                    <a:pt x="7062611" y="437968"/>
                  </a:lnTo>
                  <a:lnTo>
                    <a:pt x="7062861" y="437968"/>
                  </a:lnTo>
                  <a:lnTo>
                    <a:pt x="7062986" y="437968"/>
                  </a:lnTo>
                  <a:lnTo>
                    <a:pt x="7063111" y="437968"/>
                  </a:lnTo>
                  <a:lnTo>
                    <a:pt x="7063236" y="437968"/>
                  </a:lnTo>
                  <a:lnTo>
                    <a:pt x="7063486" y="437968"/>
                  </a:lnTo>
                  <a:lnTo>
                    <a:pt x="7063736" y="437968"/>
                  </a:lnTo>
                  <a:lnTo>
                    <a:pt x="7063986" y="437968"/>
                  </a:lnTo>
                  <a:lnTo>
                    <a:pt x="7064111" y="437968"/>
                  </a:lnTo>
                  <a:lnTo>
                    <a:pt x="7064236" y="437968"/>
                  </a:lnTo>
                  <a:lnTo>
                    <a:pt x="7066362" y="428014"/>
                  </a:lnTo>
                  <a:lnTo>
                    <a:pt x="7066487" y="428014"/>
                  </a:lnTo>
                  <a:lnTo>
                    <a:pt x="7066737" y="428014"/>
                  </a:lnTo>
                  <a:lnTo>
                    <a:pt x="7066862" y="428014"/>
                  </a:lnTo>
                  <a:lnTo>
                    <a:pt x="7067112" y="428014"/>
                  </a:lnTo>
                  <a:lnTo>
                    <a:pt x="7067237" y="428014"/>
                  </a:lnTo>
                  <a:lnTo>
                    <a:pt x="7067362" y="428014"/>
                  </a:lnTo>
                  <a:lnTo>
                    <a:pt x="7067612" y="428014"/>
                  </a:lnTo>
                  <a:lnTo>
                    <a:pt x="7067862" y="428014"/>
                  </a:lnTo>
                  <a:lnTo>
                    <a:pt x="7068362" y="428014"/>
                  </a:lnTo>
                  <a:lnTo>
                    <a:pt x="7068863" y="428014"/>
                  </a:lnTo>
                  <a:lnTo>
                    <a:pt x="7069863" y="428014"/>
                  </a:lnTo>
                  <a:lnTo>
                    <a:pt x="7069988" y="428014"/>
                  </a:lnTo>
                  <a:lnTo>
                    <a:pt x="7070613" y="428014"/>
                  </a:lnTo>
                  <a:lnTo>
                    <a:pt x="7070738" y="428014"/>
                  </a:lnTo>
                  <a:lnTo>
                    <a:pt x="7070863" y="428014"/>
                  </a:lnTo>
                  <a:lnTo>
                    <a:pt x="7071113" y="428014"/>
                  </a:lnTo>
                  <a:lnTo>
                    <a:pt x="7071238" y="428014"/>
                  </a:lnTo>
                  <a:lnTo>
                    <a:pt x="7071614" y="428014"/>
                  </a:lnTo>
                  <a:lnTo>
                    <a:pt x="7071739" y="428014"/>
                  </a:lnTo>
                  <a:lnTo>
                    <a:pt x="7071989" y="428014"/>
                  </a:lnTo>
                  <a:lnTo>
                    <a:pt x="7072614" y="428014"/>
                  </a:lnTo>
                  <a:lnTo>
                    <a:pt x="7072989" y="428014"/>
                  </a:lnTo>
                  <a:lnTo>
                    <a:pt x="7073114" y="428014"/>
                  </a:lnTo>
                  <a:lnTo>
                    <a:pt x="7073239" y="428014"/>
                  </a:lnTo>
                  <a:lnTo>
                    <a:pt x="7074364" y="428014"/>
                  </a:lnTo>
                  <a:lnTo>
                    <a:pt x="7074489" y="428014"/>
                  </a:lnTo>
                  <a:lnTo>
                    <a:pt x="7074615" y="428014"/>
                  </a:lnTo>
                  <a:lnTo>
                    <a:pt x="7074740" y="428014"/>
                  </a:lnTo>
                  <a:lnTo>
                    <a:pt x="7075115" y="428014"/>
                  </a:lnTo>
                  <a:lnTo>
                    <a:pt x="7075240" y="428014"/>
                  </a:lnTo>
                  <a:lnTo>
                    <a:pt x="7075865" y="428014"/>
                  </a:lnTo>
                  <a:lnTo>
                    <a:pt x="7076490" y="428014"/>
                  </a:lnTo>
                  <a:lnTo>
                    <a:pt x="7076740" y="428014"/>
                  </a:lnTo>
                  <a:lnTo>
                    <a:pt x="7077115" y="428014"/>
                  </a:lnTo>
                  <a:lnTo>
                    <a:pt x="7077240" y="428014"/>
                  </a:lnTo>
                  <a:lnTo>
                    <a:pt x="7077365" y="428014"/>
                  </a:lnTo>
                  <a:lnTo>
                    <a:pt x="7078116" y="428014"/>
                  </a:lnTo>
                  <a:lnTo>
                    <a:pt x="7078241" y="428014"/>
                  </a:lnTo>
                  <a:lnTo>
                    <a:pt x="7078366" y="428014"/>
                  </a:lnTo>
                  <a:lnTo>
                    <a:pt x="7078491" y="428014"/>
                  </a:lnTo>
                  <a:lnTo>
                    <a:pt x="7078866" y="428014"/>
                  </a:lnTo>
                  <a:lnTo>
                    <a:pt x="7079366" y="428014"/>
                  </a:lnTo>
                  <a:lnTo>
                    <a:pt x="7080116" y="428014"/>
                  </a:lnTo>
                  <a:lnTo>
                    <a:pt x="7080241" y="428014"/>
                  </a:lnTo>
                  <a:lnTo>
                    <a:pt x="7080617" y="428014"/>
                  </a:lnTo>
                  <a:lnTo>
                    <a:pt x="7081242" y="428014"/>
                  </a:lnTo>
                  <a:lnTo>
                    <a:pt x="7081367" y="428014"/>
                  </a:lnTo>
                  <a:lnTo>
                    <a:pt x="7081492" y="428014"/>
                  </a:lnTo>
                  <a:lnTo>
                    <a:pt x="7083367" y="428014"/>
                  </a:lnTo>
                  <a:lnTo>
                    <a:pt x="7083492" y="428014"/>
                  </a:lnTo>
                  <a:lnTo>
                    <a:pt x="7084118" y="428014"/>
                  </a:lnTo>
                  <a:lnTo>
                    <a:pt x="7084493" y="428014"/>
                  </a:lnTo>
                  <a:lnTo>
                    <a:pt x="7084618" y="428014"/>
                  </a:lnTo>
                  <a:lnTo>
                    <a:pt x="7084868" y="428014"/>
                  </a:lnTo>
                  <a:lnTo>
                    <a:pt x="7084993" y="428014"/>
                  </a:lnTo>
                  <a:lnTo>
                    <a:pt x="7085243" y="428014"/>
                  </a:lnTo>
                  <a:lnTo>
                    <a:pt x="7085368" y="428014"/>
                  </a:lnTo>
                  <a:lnTo>
                    <a:pt x="7085743" y="428014"/>
                  </a:lnTo>
                  <a:lnTo>
                    <a:pt x="7085993" y="428014"/>
                  </a:lnTo>
                  <a:lnTo>
                    <a:pt x="7086118" y="428014"/>
                  </a:lnTo>
                  <a:lnTo>
                    <a:pt x="7086619" y="428014"/>
                  </a:lnTo>
                  <a:lnTo>
                    <a:pt x="7086744" y="428014"/>
                  </a:lnTo>
                  <a:lnTo>
                    <a:pt x="7086869" y="428014"/>
                  </a:lnTo>
                  <a:lnTo>
                    <a:pt x="7087119" y="428014"/>
                  </a:lnTo>
                  <a:lnTo>
                    <a:pt x="7087244" y="428014"/>
                  </a:lnTo>
                  <a:lnTo>
                    <a:pt x="7087494" y="428014"/>
                  </a:lnTo>
                  <a:lnTo>
                    <a:pt x="7087869" y="428014"/>
                  </a:lnTo>
                  <a:lnTo>
                    <a:pt x="7088619" y="428014"/>
                  </a:lnTo>
                  <a:lnTo>
                    <a:pt x="7088744" y="428014"/>
                  </a:lnTo>
                  <a:lnTo>
                    <a:pt x="7088869" y="428014"/>
                  </a:lnTo>
                  <a:lnTo>
                    <a:pt x="7088994" y="428014"/>
                  </a:lnTo>
                  <a:lnTo>
                    <a:pt x="7089119" y="428014"/>
                  </a:lnTo>
                  <a:lnTo>
                    <a:pt x="7089745" y="428014"/>
                  </a:lnTo>
                  <a:lnTo>
                    <a:pt x="7090620" y="428014"/>
                  </a:lnTo>
                  <a:lnTo>
                    <a:pt x="7090745" y="428014"/>
                  </a:lnTo>
                  <a:lnTo>
                    <a:pt x="7090995" y="428014"/>
                  </a:lnTo>
                  <a:lnTo>
                    <a:pt x="7091120" y="428014"/>
                  </a:lnTo>
                  <a:lnTo>
                    <a:pt x="7091245" y="428014"/>
                  </a:lnTo>
                  <a:lnTo>
                    <a:pt x="7092120" y="428014"/>
                  </a:lnTo>
                  <a:lnTo>
                    <a:pt x="7092245" y="428014"/>
                  </a:lnTo>
                  <a:lnTo>
                    <a:pt x="7092495" y="428014"/>
                  </a:lnTo>
                  <a:lnTo>
                    <a:pt x="7092996" y="428014"/>
                  </a:lnTo>
                  <a:lnTo>
                    <a:pt x="7093121" y="428014"/>
                  </a:lnTo>
                  <a:lnTo>
                    <a:pt x="7093246" y="428014"/>
                  </a:lnTo>
                  <a:lnTo>
                    <a:pt x="7093371" y="428014"/>
                  </a:lnTo>
                  <a:lnTo>
                    <a:pt x="7093871" y="428014"/>
                  </a:lnTo>
                  <a:lnTo>
                    <a:pt x="7094371" y="428014"/>
                  </a:lnTo>
                  <a:lnTo>
                    <a:pt x="7094996" y="428014"/>
                  </a:lnTo>
                  <a:lnTo>
                    <a:pt x="7095622" y="428014"/>
                  </a:lnTo>
                  <a:lnTo>
                    <a:pt x="7095747" y="428014"/>
                  </a:lnTo>
                  <a:lnTo>
                    <a:pt x="7095997" y="428014"/>
                  </a:lnTo>
                  <a:lnTo>
                    <a:pt x="7096122" y="428014"/>
                  </a:lnTo>
                  <a:lnTo>
                    <a:pt x="7096497" y="428014"/>
                  </a:lnTo>
                  <a:lnTo>
                    <a:pt x="7096622" y="428014"/>
                  </a:lnTo>
                  <a:lnTo>
                    <a:pt x="7098497" y="428014"/>
                  </a:lnTo>
                  <a:lnTo>
                    <a:pt x="7098873" y="428014"/>
                  </a:lnTo>
                  <a:lnTo>
                    <a:pt x="7098998" y="428014"/>
                  </a:lnTo>
                  <a:lnTo>
                    <a:pt x="7099248" y="428014"/>
                  </a:lnTo>
                  <a:lnTo>
                    <a:pt x="7099498" y="428014"/>
                  </a:lnTo>
                  <a:lnTo>
                    <a:pt x="7099623" y="428014"/>
                  </a:lnTo>
                  <a:lnTo>
                    <a:pt x="7099748" y="428014"/>
                  </a:lnTo>
                  <a:lnTo>
                    <a:pt x="7099998" y="428014"/>
                  </a:lnTo>
                  <a:lnTo>
                    <a:pt x="7100498" y="428014"/>
                  </a:lnTo>
                  <a:lnTo>
                    <a:pt x="7100873" y="428014"/>
                  </a:lnTo>
                  <a:lnTo>
                    <a:pt x="7101999" y="418060"/>
                  </a:lnTo>
                  <a:lnTo>
                    <a:pt x="7102499" y="418060"/>
                  </a:lnTo>
                  <a:lnTo>
                    <a:pt x="7102749" y="418060"/>
                  </a:lnTo>
                  <a:lnTo>
                    <a:pt x="7102999" y="418060"/>
                  </a:lnTo>
                  <a:lnTo>
                    <a:pt x="7103124" y="418060"/>
                  </a:lnTo>
                  <a:lnTo>
                    <a:pt x="7103499" y="418060"/>
                  </a:lnTo>
                  <a:lnTo>
                    <a:pt x="7103624" y="418060"/>
                  </a:lnTo>
                  <a:lnTo>
                    <a:pt x="7104124" y="418060"/>
                  </a:lnTo>
                  <a:lnTo>
                    <a:pt x="7104750" y="418060"/>
                  </a:lnTo>
                  <a:lnTo>
                    <a:pt x="7105500" y="418060"/>
                  </a:lnTo>
                  <a:lnTo>
                    <a:pt x="7105875" y="418060"/>
                  </a:lnTo>
                  <a:lnTo>
                    <a:pt x="7106375" y="418060"/>
                  </a:lnTo>
                  <a:lnTo>
                    <a:pt x="7106875" y="418060"/>
                  </a:lnTo>
                  <a:lnTo>
                    <a:pt x="7107000" y="418060"/>
                  </a:lnTo>
                  <a:lnTo>
                    <a:pt x="7107250" y="418060"/>
                  </a:lnTo>
                  <a:lnTo>
                    <a:pt x="7107375" y="418060"/>
                  </a:lnTo>
                  <a:lnTo>
                    <a:pt x="7108001" y="418060"/>
                  </a:lnTo>
                  <a:lnTo>
                    <a:pt x="7108126" y="418060"/>
                  </a:lnTo>
                  <a:lnTo>
                    <a:pt x="7108501" y="418060"/>
                  </a:lnTo>
                  <a:lnTo>
                    <a:pt x="7109376" y="418060"/>
                  </a:lnTo>
                  <a:lnTo>
                    <a:pt x="7110001" y="418060"/>
                  </a:lnTo>
                  <a:lnTo>
                    <a:pt x="7110251" y="418060"/>
                  </a:lnTo>
                  <a:lnTo>
                    <a:pt x="7110877" y="418060"/>
                  </a:lnTo>
                  <a:lnTo>
                    <a:pt x="7111377" y="418060"/>
                  </a:lnTo>
                  <a:lnTo>
                    <a:pt x="7111502" y="418060"/>
                  </a:lnTo>
                  <a:lnTo>
                    <a:pt x="7111627" y="418060"/>
                  </a:lnTo>
                  <a:lnTo>
                    <a:pt x="7111752" y="418060"/>
                  </a:lnTo>
                  <a:lnTo>
                    <a:pt x="7111877" y="418060"/>
                  </a:lnTo>
                  <a:lnTo>
                    <a:pt x="7112002" y="418060"/>
                  </a:lnTo>
                  <a:lnTo>
                    <a:pt x="7112252" y="418060"/>
                  </a:lnTo>
                  <a:lnTo>
                    <a:pt x="7112502" y="418060"/>
                  </a:lnTo>
                  <a:lnTo>
                    <a:pt x="7112627" y="418060"/>
                  </a:lnTo>
                  <a:lnTo>
                    <a:pt x="7112752" y="418060"/>
                  </a:lnTo>
                  <a:lnTo>
                    <a:pt x="7112877" y="418060"/>
                  </a:lnTo>
                  <a:lnTo>
                    <a:pt x="7114628" y="418060"/>
                  </a:lnTo>
                  <a:lnTo>
                    <a:pt x="7114753" y="418060"/>
                  </a:lnTo>
                  <a:lnTo>
                    <a:pt x="7114878" y="418060"/>
                  </a:lnTo>
                  <a:lnTo>
                    <a:pt x="7115503" y="418060"/>
                  </a:lnTo>
                  <a:lnTo>
                    <a:pt x="7115753" y="418060"/>
                  </a:lnTo>
                  <a:lnTo>
                    <a:pt x="7115878" y="418060"/>
                  </a:lnTo>
                  <a:lnTo>
                    <a:pt x="7116003" y="418060"/>
                  </a:lnTo>
                  <a:lnTo>
                    <a:pt x="7116128" y="418060"/>
                  </a:lnTo>
                  <a:lnTo>
                    <a:pt x="7116378" y="418060"/>
                  </a:lnTo>
                  <a:lnTo>
                    <a:pt x="7116504" y="418060"/>
                  </a:lnTo>
                  <a:lnTo>
                    <a:pt x="7116879" y="418060"/>
                  </a:lnTo>
                  <a:lnTo>
                    <a:pt x="7117254" y="418060"/>
                  </a:lnTo>
                  <a:lnTo>
                    <a:pt x="7117379" y="418060"/>
                  </a:lnTo>
                  <a:lnTo>
                    <a:pt x="7117879" y="418060"/>
                  </a:lnTo>
                  <a:lnTo>
                    <a:pt x="7118004" y="418060"/>
                  </a:lnTo>
                  <a:lnTo>
                    <a:pt x="7118129" y="418060"/>
                  </a:lnTo>
                  <a:lnTo>
                    <a:pt x="7118379" y="418060"/>
                  </a:lnTo>
                  <a:lnTo>
                    <a:pt x="7118629" y="418060"/>
                  </a:lnTo>
                  <a:lnTo>
                    <a:pt x="7118754" y="418060"/>
                  </a:lnTo>
                  <a:lnTo>
                    <a:pt x="7119630" y="418060"/>
                  </a:lnTo>
                  <a:lnTo>
                    <a:pt x="7119755" y="418060"/>
                  </a:lnTo>
                  <a:lnTo>
                    <a:pt x="7120005" y="418060"/>
                  </a:lnTo>
                  <a:lnTo>
                    <a:pt x="7121005" y="408106"/>
                  </a:lnTo>
                  <a:lnTo>
                    <a:pt x="7121130" y="408106"/>
                  </a:lnTo>
                  <a:lnTo>
                    <a:pt x="7121255" y="408106"/>
                  </a:lnTo>
                  <a:lnTo>
                    <a:pt x="7121755" y="408106"/>
                  </a:lnTo>
                  <a:lnTo>
                    <a:pt x="7122631" y="408106"/>
                  </a:lnTo>
                  <a:lnTo>
                    <a:pt x="7122756" y="408106"/>
                  </a:lnTo>
                  <a:lnTo>
                    <a:pt x="7122881" y="408106"/>
                  </a:lnTo>
                  <a:lnTo>
                    <a:pt x="7123506" y="408106"/>
                  </a:lnTo>
                  <a:lnTo>
                    <a:pt x="7124506" y="408106"/>
                  </a:lnTo>
                  <a:lnTo>
                    <a:pt x="7124756" y="408106"/>
                  </a:lnTo>
                  <a:lnTo>
                    <a:pt x="7124881" y="408106"/>
                  </a:lnTo>
                  <a:lnTo>
                    <a:pt x="7126507" y="408106"/>
                  </a:lnTo>
                  <a:lnTo>
                    <a:pt x="7126757" y="408106"/>
                  </a:lnTo>
                  <a:lnTo>
                    <a:pt x="7126882" y="408106"/>
                  </a:lnTo>
                  <a:lnTo>
                    <a:pt x="7127007" y="408106"/>
                  </a:lnTo>
                  <a:lnTo>
                    <a:pt x="7127132" y="408106"/>
                  </a:lnTo>
                  <a:lnTo>
                    <a:pt x="7127257" y="408106"/>
                  </a:lnTo>
                  <a:lnTo>
                    <a:pt x="7127507" y="408106"/>
                  </a:lnTo>
                  <a:lnTo>
                    <a:pt x="7127632" y="408106"/>
                  </a:lnTo>
                  <a:lnTo>
                    <a:pt x="7127757" y="408106"/>
                  </a:lnTo>
                  <a:lnTo>
                    <a:pt x="7128633" y="408106"/>
                  </a:lnTo>
                  <a:lnTo>
                    <a:pt x="7129008" y="408106"/>
                  </a:lnTo>
                  <a:lnTo>
                    <a:pt x="7129258" y="408106"/>
                  </a:lnTo>
                  <a:lnTo>
                    <a:pt x="7130008" y="408106"/>
                  </a:lnTo>
                  <a:lnTo>
                    <a:pt x="7130508" y="408106"/>
                  </a:lnTo>
                  <a:lnTo>
                    <a:pt x="7130633" y="408106"/>
                  </a:lnTo>
                  <a:lnTo>
                    <a:pt x="7130758" y="408106"/>
                  </a:lnTo>
                  <a:lnTo>
                    <a:pt x="7131258" y="408106"/>
                  </a:lnTo>
                  <a:lnTo>
                    <a:pt x="7131759" y="408106"/>
                  </a:lnTo>
                  <a:lnTo>
                    <a:pt x="7132259" y="408106"/>
                  </a:lnTo>
                  <a:lnTo>
                    <a:pt x="7132509" y="408106"/>
                  </a:lnTo>
                  <a:lnTo>
                    <a:pt x="7132884" y="408106"/>
                  </a:lnTo>
                  <a:lnTo>
                    <a:pt x="7133384" y="408106"/>
                  </a:lnTo>
                  <a:lnTo>
                    <a:pt x="7134635" y="408106"/>
                  </a:lnTo>
                  <a:lnTo>
                    <a:pt x="7134885" y="408106"/>
                  </a:lnTo>
                  <a:lnTo>
                    <a:pt x="7135135" y="408106"/>
                  </a:lnTo>
                  <a:lnTo>
                    <a:pt x="7135385" y="408106"/>
                  </a:lnTo>
                  <a:lnTo>
                    <a:pt x="7136260" y="408106"/>
                  </a:lnTo>
                  <a:lnTo>
                    <a:pt x="7136385" y="408106"/>
                  </a:lnTo>
                  <a:lnTo>
                    <a:pt x="7136635" y="408106"/>
                  </a:lnTo>
                  <a:lnTo>
                    <a:pt x="7136760" y="408106"/>
                  </a:lnTo>
                  <a:lnTo>
                    <a:pt x="7136885" y="408106"/>
                  </a:lnTo>
                  <a:lnTo>
                    <a:pt x="7137385" y="408106"/>
                  </a:lnTo>
                  <a:lnTo>
                    <a:pt x="7137886" y="408106"/>
                  </a:lnTo>
                  <a:lnTo>
                    <a:pt x="7138011" y="408106"/>
                  </a:lnTo>
                  <a:lnTo>
                    <a:pt x="7138386" y="408106"/>
                  </a:lnTo>
                  <a:lnTo>
                    <a:pt x="7138761" y="408106"/>
                  </a:lnTo>
                  <a:lnTo>
                    <a:pt x="7138886" y="408106"/>
                  </a:lnTo>
                  <a:lnTo>
                    <a:pt x="7139011" y="408106"/>
                  </a:lnTo>
                  <a:lnTo>
                    <a:pt x="7139386" y="408106"/>
                  </a:lnTo>
                  <a:lnTo>
                    <a:pt x="7140387" y="408106"/>
                  </a:lnTo>
                  <a:lnTo>
                    <a:pt x="7140512" y="408106"/>
                  </a:lnTo>
                  <a:lnTo>
                    <a:pt x="7140887" y="408106"/>
                  </a:lnTo>
                  <a:lnTo>
                    <a:pt x="7141137" y="408106"/>
                  </a:lnTo>
                  <a:lnTo>
                    <a:pt x="7141262" y="408106"/>
                  </a:lnTo>
                  <a:lnTo>
                    <a:pt x="7141387" y="408106"/>
                  </a:lnTo>
                  <a:lnTo>
                    <a:pt x="7142137" y="408106"/>
                  </a:lnTo>
                  <a:lnTo>
                    <a:pt x="7143513" y="408106"/>
                  </a:lnTo>
                  <a:lnTo>
                    <a:pt x="7143763" y="408106"/>
                  </a:lnTo>
                  <a:lnTo>
                    <a:pt x="7143888" y="408106"/>
                  </a:lnTo>
                  <a:lnTo>
                    <a:pt x="7144013" y="408106"/>
                  </a:lnTo>
                  <a:lnTo>
                    <a:pt x="7144638" y="408106"/>
                  </a:lnTo>
                  <a:lnTo>
                    <a:pt x="7144763" y="408106"/>
                  </a:lnTo>
                  <a:lnTo>
                    <a:pt x="7144888" y="408106"/>
                  </a:lnTo>
                  <a:lnTo>
                    <a:pt x="7145013" y="408106"/>
                  </a:lnTo>
                  <a:lnTo>
                    <a:pt x="7145388" y="408106"/>
                  </a:lnTo>
                  <a:lnTo>
                    <a:pt x="7146389" y="408106"/>
                  </a:lnTo>
                  <a:lnTo>
                    <a:pt x="7146639" y="408106"/>
                  </a:lnTo>
                  <a:lnTo>
                    <a:pt x="7147139" y="408106"/>
                  </a:lnTo>
                  <a:lnTo>
                    <a:pt x="7147264" y="408106"/>
                  </a:lnTo>
                  <a:lnTo>
                    <a:pt x="7147389" y="408106"/>
                  </a:lnTo>
                  <a:lnTo>
                    <a:pt x="7147514" y="408106"/>
                  </a:lnTo>
                  <a:lnTo>
                    <a:pt x="7148139" y="408106"/>
                  </a:lnTo>
                  <a:lnTo>
                    <a:pt x="7148639" y="408106"/>
                  </a:lnTo>
                  <a:lnTo>
                    <a:pt x="7149139" y="408106"/>
                  </a:lnTo>
                  <a:lnTo>
                    <a:pt x="7149390" y="408106"/>
                  </a:lnTo>
                  <a:lnTo>
                    <a:pt x="7150015" y="408106"/>
                  </a:lnTo>
                  <a:lnTo>
                    <a:pt x="7150890" y="408106"/>
                  </a:lnTo>
                  <a:lnTo>
                    <a:pt x="7151140" y="408106"/>
                  </a:lnTo>
                  <a:lnTo>
                    <a:pt x="7151390" y="408106"/>
                  </a:lnTo>
                  <a:lnTo>
                    <a:pt x="7151515" y="408106"/>
                  </a:lnTo>
                  <a:lnTo>
                    <a:pt x="7151640" y="408106"/>
                  </a:lnTo>
                  <a:lnTo>
                    <a:pt x="7152140" y="408106"/>
                  </a:lnTo>
                  <a:lnTo>
                    <a:pt x="7152265" y="408106"/>
                  </a:lnTo>
                  <a:lnTo>
                    <a:pt x="7152766" y="408106"/>
                  </a:lnTo>
                  <a:lnTo>
                    <a:pt x="7153016" y="408106"/>
                  </a:lnTo>
                  <a:lnTo>
                    <a:pt x="7153266" y="408106"/>
                  </a:lnTo>
                  <a:lnTo>
                    <a:pt x="7153391" y="408106"/>
                  </a:lnTo>
                  <a:lnTo>
                    <a:pt x="7153641" y="408106"/>
                  </a:lnTo>
                  <a:lnTo>
                    <a:pt x="7153766" y="408106"/>
                  </a:lnTo>
                  <a:lnTo>
                    <a:pt x="7154016" y="408106"/>
                  </a:lnTo>
                  <a:lnTo>
                    <a:pt x="7154266" y="408106"/>
                  </a:lnTo>
                  <a:lnTo>
                    <a:pt x="7154766" y="408106"/>
                  </a:lnTo>
                  <a:lnTo>
                    <a:pt x="7154891" y="408106"/>
                  </a:lnTo>
                  <a:lnTo>
                    <a:pt x="7155016" y="408106"/>
                  </a:lnTo>
                  <a:lnTo>
                    <a:pt x="7155141" y="408106"/>
                  </a:lnTo>
                  <a:lnTo>
                    <a:pt x="7155517" y="408106"/>
                  </a:lnTo>
                  <a:lnTo>
                    <a:pt x="7155642" y="408106"/>
                  </a:lnTo>
                  <a:lnTo>
                    <a:pt x="7155892" y="408106"/>
                  </a:lnTo>
                  <a:lnTo>
                    <a:pt x="7156142" y="408106"/>
                  </a:lnTo>
                  <a:lnTo>
                    <a:pt x="7156642" y="408106"/>
                  </a:lnTo>
                  <a:lnTo>
                    <a:pt x="7157517" y="408106"/>
                  </a:lnTo>
                  <a:lnTo>
                    <a:pt x="7157892" y="408106"/>
                  </a:lnTo>
                  <a:lnTo>
                    <a:pt x="7158142" y="408106"/>
                  </a:lnTo>
                  <a:lnTo>
                    <a:pt x="7158518" y="408106"/>
                  </a:lnTo>
                  <a:lnTo>
                    <a:pt x="7158893" y="408106"/>
                  </a:lnTo>
                  <a:lnTo>
                    <a:pt x="7159018" y="408106"/>
                  </a:lnTo>
                  <a:lnTo>
                    <a:pt x="7159893" y="408106"/>
                  </a:lnTo>
                  <a:lnTo>
                    <a:pt x="7160143" y="408106"/>
                  </a:lnTo>
                  <a:lnTo>
                    <a:pt x="7160518" y="408106"/>
                  </a:lnTo>
                  <a:lnTo>
                    <a:pt x="7161143" y="408106"/>
                  </a:lnTo>
                  <a:lnTo>
                    <a:pt x="7161268" y="408106"/>
                  </a:lnTo>
                  <a:lnTo>
                    <a:pt x="7161394" y="408106"/>
                  </a:lnTo>
                  <a:lnTo>
                    <a:pt x="7161519" y="408106"/>
                  </a:lnTo>
                  <a:lnTo>
                    <a:pt x="7161769" y="408106"/>
                  </a:lnTo>
                  <a:lnTo>
                    <a:pt x="7162019" y="408106"/>
                  </a:lnTo>
                  <a:lnTo>
                    <a:pt x="7162269" y="408106"/>
                  </a:lnTo>
                  <a:lnTo>
                    <a:pt x="7162394" y="408106"/>
                  </a:lnTo>
                  <a:lnTo>
                    <a:pt x="7162519" y="408106"/>
                  </a:lnTo>
                  <a:lnTo>
                    <a:pt x="7162644" y="408106"/>
                  </a:lnTo>
                  <a:lnTo>
                    <a:pt x="7162769" y="408106"/>
                  </a:lnTo>
                  <a:lnTo>
                    <a:pt x="7163519" y="408106"/>
                  </a:lnTo>
                  <a:lnTo>
                    <a:pt x="7164019" y="408106"/>
                  </a:lnTo>
                  <a:lnTo>
                    <a:pt x="7164395" y="408106"/>
                  </a:lnTo>
                  <a:lnTo>
                    <a:pt x="7164520" y="408106"/>
                  </a:lnTo>
                  <a:lnTo>
                    <a:pt x="7164645" y="408106"/>
                  </a:lnTo>
                  <a:lnTo>
                    <a:pt x="7164895" y="408106"/>
                  </a:lnTo>
                  <a:lnTo>
                    <a:pt x="7165770" y="408106"/>
                  </a:lnTo>
                  <a:lnTo>
                    <a:pt x="7166520" y="408106"/>
                  </a:lnTo>
                  <a:lnTo>
                    <a:pt x="7166770" y="408106"/>
                  </a:lnTo>
                  <a:lnTo>
                    <a:pt x="7166895" y="408106"/>
                  </a:lnTo>
                  <a:lnTo>
                    <a:pt x="7167145" y="408106"/>
                  </a:lnTo>
                  <a:lnTo>
                    <a:pt x="7167270" y="408106"/>
                  </a:lnTo>
                  <a:lnTo>
                    <a:pt x="7167896" y="408106"/>
                  </a:lnTo>
                  <a:lnTo>
                    <a:pt x="7168146" y="408106"/>
                  </a:lnTo>
                  <a:lnTo>
                    <a:pt x="7168271" y="408106"/>
                  </a:lnTo>
                  <a:lnTo>
                    <a:pt x="7168396" y="408106"/>
                  </a:lnTo>
                  <a:lnTo>
                    <a:pt x="7168646" y="408106"/>
                  </a:lnTo>
                  <a:lnTo>
                    <a:pt x="7169271" y="408106"/>
                  </a:lnTo>
                  <a:lnTo>
                    <a:pt x="7169396" y="408106"/>
                  </a:lnTo>
                  <a:lnTo>
                    <a:pt x="7169521" y="408106"/>
                  </a:lnTo>
                  <a:lnTo>
                    <a:pt x="7170271" y="408106"/>
                  </a:lnTo>
                  <a:lnTo>
                    <a:pt x="7170522" y="408106"/>
                  </a:lnTo>
                  <a:lnTo>
                    <a:pt x="7170647" y="408106"/>
                  </a:lnTo>
                  <a:lnTo>
                    <a:pt x="7171022" y="408106"/>
                  </a:lnTo>
                  <a:lnTo>
                    <a:pt x="7171147" y="408106"/>
                  </a:lnTo>
                  <a:lnTo>
                    <a:pt x="7171272" y="408106"/>
                  </a:lnTo>
                  <a:lnTo>
                    <a:pt x="7172772" y="408106"/>
                  </a:lnTo>
                  <a:lnTo>
                    <a:pt x="7172897" y="408106"/>
                  </a:lnTo>
                  <a:lnTo>
                    <a:pt x="7173398" y="398152"/>
                  </a:lnTo>
                  <a:lnTo>
                    <a:pt x="7174023" y="398152"/>
                  </a:lnTo>
                  <a:lnTo>
                    <a:pt x="7174273" y="398152"/>
                  </a:lnTo>
                  <a:lnTo>
                    <a:pt x="7174398" y="398152"/>
                  </a:lnTo>
                  <a:lnTo>
                    <a:pt x="7174648" y="398152"/>
                  </a:lnTo>
                  <a:lnTo>
                    <a:pt x="7175023" y="398152"/>
                  </a:lnTo>
                  <a:lnTo>
                    <a:pt x="7175148" y="398152"/>
                  </a:lnTo>
                  <a:lnTo>
                    <a:pt x="7175273" y="398152"/>
                  </a:lnTo>
                  <a:lnTo>
                    <a:pt x="7175648" y="398152"/>
                  </a:lnTo>
                  <a:lnTo>
                    <a:pt x="7176524" y="398152"/>
                  </a:lnTo>
                  <a:lnTo>
                    <a:pt x="7176899" y="398152"/>
                  </a:lnTo>
                  <a:lnTo>
                    <a:pt x="7177024" y="398152"/>
                  </a:lnTo>
                  <a:lnTo>
                    <a:pt x="7177274" y="398152"/>
                  </a:lnTo>
                  <a:lnTo>
                    <a:pt x="7177774" y="398152"/>
                  </a:lnTo>
                  <a:lnTo>
                    <a:pt x="7177899" y="398152"/>
                  </a:lnTo>
                  <a:lnTo>
                    <a:pt x="7178024" y="398152"/>
                  </a:lnTo>
                  <a:lnTo>
                    <a:pt x="7178399" y="398152"/>
                  </a:lnTo>
                  <a:lnTo>
                    <a:pt x="7178649" y="398152"/>
                  </a:lnTo>
                  <a:lnTo>
                    <a:pt x="7178774" y="398152"/>
                  </a:lnTo>
                  <a:lnTo>
                    <a:pt x="7178899" y="398152"/>
                  </a:lnTo>
                  <a:lnTo>
                    <a:pt x="7179650" y="398152"/>
                  </a:lnTo>
                  <a:lnTo>
                    <a:pt x="7179775" y="398152"/>
                  </a:lnTo>
                  <a:lnTo>
                    <a:pt x="7179900" y="398152"/>
                  </a:lnTo>
                  <a:lnTo>
                    <a:pt x="7180150" y="398152"/>
                  </a:lnTo>
                  <a:lnTo>
                    <a:pt x="7180400" y="398152"/>
                  </a:lnTo>
                  <a:lnTo>
                    <a:pt x="7180775" y="398152"/>
                  </a:lnTo>
                  <a:lnTo>
                    <a:pt x="7180900" y="398152"/>
                  </a:lnTo>
                  <a:lnTo>
                    <a:pt x="7181900" y="398152"/>
                  </a:lnTo>
                  <a:lnTo>
                    <a:pt x="7182150" y="398152"/>
                  </a:lnTo>
                  <a:lnTo>
                    <a:pt x="7182401" y="398152"/>
                  </a:lnTo>
                  <a:lnTo>
                    <a:pt x="7182526" y="398152"/>
                  </a:lnTo>
                  <a:lnTo>
                    <a:pt x="7183026" y="398152"/>
                  </a:lnTo>
                  <a:lnTo>
                    <a:pt x="7183151" y="398152"/>
                  </a:lnTo>
                  <a:lnTo>
                    <a:pt x="7184401" y="398152"/>
                  </a:lnTo>
                  <a:lnTo>
                    <a:pt x="7184526" y="398152"/>
                  </a:lnTo>
                  <a:lnTo>
                    <a:pt x="7184651" y="398152"/>
                  </a:lnTo>
                  <a:lnTo>
                    <a:pt x="7184776" y="398152"/>
                  </a:lnTo>
                  <a:lnTo>
                    <a:pt x="7185151" y="398152"/>
                  </a:lnTo>
                  <a:lnTo>
                    <a:pt x="7185402" y="398152"/>
                  </a:lnTo>
                  <a:lnTo>
                    <a:pt x="7185777" y="398152"/>
                  </a:lnTo>
                  <a:lnTo>
                    <a:pt x="7185902" y="398152"/>
                  </a:lnTo>
                  <a:lnTo>
                    <a:pt x="7186527" y="398152"/>
                  </a:lnTo>
                  <a:lnTo>
                    <a:pt x="7186652" y="398152"/>
                  </a:lnTo>
                  <a:lnTo>
                    <a:pt x="7186777" y="398152"/>
                  </a:lnTo>
                  <a:lnTo>
                    <a:pt x="7188152" y="398152"/>
                  </a:lnTo>
                  <a:lnTo>
                    <a:pt x="7188403" y="398152"/>
                  </a:lnTo>
                  <a:lnTo>
                    <a:pt x="7188528" y="398152"/>
                  </a:lnTo>
                  <a:lnTo>
                    <a:pt x="7188778" y="398152"/>
                  </a:lnTo>
                  <a:lnTo>
                    <a:pt x="7189028" y="398152"/>
                  </a:lnTo>
                  <a:lnTo>
                    <a:pt x="7189278" y="398152"/>
                  </a:lnTo>
                  <a:lnTo>
                    <a:pt x="7189403" y="398152"/>
                  </a:lnTo>
                  <a:lnTo>
                    <a:pt x="7189528" y="398152"/>
                  </a:lnTo>
                  <a:lnTo>
                    <a:pt x="7189653" y="398152"/>
                  </a:lnTo>
                  <a:lnTo>
                    <a:pt x="7190403" y="398152"/>
                  </a:lnTo>
                  <a:lnTo>
                    <a:pt x="7190528" y="398152"/>
                  </a:lnTo>
                  <a:lnTo>
                    <a:pt x="7190653" y="398152"/>
                  </a:lnTo>
                  <a:lnTo>
                    <a:pt x="7191028" y="398152"/>
                  </a:lnTo>
                  <a:lnTo>
                    <a:pt x="7191153" y="398152"/>
                  </a:lnTo>
                  <a:lnTo>
                    <a:pt x="7191654" y="398152"/>
                  </a:lnTo>
                  <a:lnTo>
                    <a:pt x="7191779" y="398152"/>
                  </a:lnTo>
                  <a:lnTo>
                    <a:pt x="7192029" y="398152"/>
                  </a:lnTo>
                  <a:lnTo>
                    <a:pt x="7192154" y="398152"/>
                  </a:lnTo>
                  <a:lnTo>
                    <a:pt x="7192279" y="398152"/>
                  </a:lnTo>
                  <a:lnTo>
                    <a:pt x="7193279" y="398152"/>
                  </a:lnTo>
                  <a:lnTo>
                    <a:pt x="7193654" y="398152"/>
                  </a:lnTo>
                  <a:lnTo>
                    <a:pt x="7193904" y="398152"/>
                  </a:lnTo>
                  <a:lnTo>
                    <a:pt x="7194029" y="398152"/>
                  </a:lnTo>
                  <a:lnTo>
                    <a:pt x="7195655" y="398152"/>
                  </a:lnTo>
                  <a:lnTo>
                    <a:pt x="7195780" y="398152"/>
                  </a:lnTo>
                  <a:lnTo>
                    <a:pt x="7196030" y="398152"/>
                  </a:lnTo>
                  <a:lnTo>
                    <a:pt x="7196155" y="398152"/>
                  </a:lnTo>
                  <a:lnTo>
                    <a:pt x="7196405" y="398152"/>
                  </a:lnTo>
                  <a:lnTo>
                    <a:pt x="7196780" y="398152"/>
                  </a:lnTo>
                  <a:lnTo>
                    <a:pt x="7196905" y="398152"/>
                  </a:lnTo>
                  <a:lnTo>
                    <a:pt x="7197030" y="398152"/>
                  </a:lnTo>
                  <a:lnTo>
                    <a:pt x="7197781" y="398152"/>
                  </a:lnTo>
                  <a:lnTo>
                    <a:pt x="7198156" y="398152"/>
                  </a:lnTo>
                  <a:lnTo>
                    <a:pt x="7198281" y="398152"/>
                  </a:lnTo>
                  <a:lnTo>
                    <a:pt x="7198406" y="398152"/>
                  </a:lnTo>
                  <a:lnTo>
                    <a:pt x="7198906" y="398152"/>
                  </a:lnTo>
                  <a:lnTo>
                    <a:pt x="7199031" y="398152"/>
                  </a:lnTo>
                  <a:lnTo>
                    <a:pt x="7199156" y="398152"/>
                  </a:lnTo>
                  <a:lnTo>
                    <a:pt x="7199281" y="398152"/>
                  </a:lnTo>
                  <a:lnTo>
                    <a:pt x="7199406" y="398152"/>
                  </a:lnTo>
                  <a:lnTo>
                    <a:pt x="7200031" y="398152"/>
                  </a:lnTo>
                  <a:lnTo>
                    <a:pt x="7200282" y="398152"/>
                  </a:lnTo>
                  <a:lnTo>
                    <a:pt x="7200907" y="398152"/>
                  </a:lnTo>
                  <a:lnTo>
                    <a:pt x="7202032" y="398152"/>
                  </a:lnTo>
                  <a:lnTo>
                    <a:pt x="7202157" y="398152"/>
                  </a:lnTo>
                  <a:lnTo>
                    <a:pt x="7202532" y="398152"/>
                  </a:lnTo>
                  <a:lnTo>
                    <a:pt x="7202782" y="398152"/>
                  </a:lnTo>
                  <a:lnTo>
                    <a:pt x="7203658" y="398152"/>
                  </a:lnTo>
                  <a:lnTo>
                    <a:pt x="7203783" y="398152"/>
                  </a:lnTo>
                  <a:lnTo>
                    <a:pt x="7204283" y="398152"/>
                  </a:lnTo>
                  <a:lnTo>
                    <a:pt x="7204408" y="398152"/>
                  </a:lnTo>
                  <a:lnTo>
                    <a:pt x="7204658" y="398152"/>
                  </a:lnTo>
                  <a:lnTo>
                    <a:pt x="7204908" y="398152"/>
                  </a:lnTo>
                  <a:lnTo>
                    <a:pt x="7205283" y="398152"/>
                  </a:lnTo>
                  <a:lnTo>
                    <a:pt x="7206158" y="398152"/>
                  </a:lnTo>
                  <a:lnTo>
                    <a:pt x="7206284" y="398152"/>
                  </a:lnTo>
                  <a:lnTo>
                    <a:pt x="7206659" y="398152"/>
                  </a:lnTo>
                  <a:lnTo>
                    <a:pt x="7207159" y="398152"/>
                  </a:lnTo>
                  <a:lnTo>
                    <a:pt x="7207784" y="398152"/>
                  </a:lnTo>
                  <a:lnTo>
                    <a:pt x="7208409" y="398152"/>
                  </a:lnTo>
                  <a:lnTo>
                    <a:pt x="7208534" y="398152"/>
                  </a:lnTo>
                  <a:lnTo>
                    <a:pt x="7209034" y="398152"/>
                  </a:lnTo>
                  <a:lnTo>
                    <a:pt x="7209159" y="398152"/>
                  </a:lnTo>
                  <a:lnTo>
                    <a:pt x="7209660" y="398152"/>
                  </a:lnTo>
                  <a:lnTo>
                    <a:pt x="7210410" y="398152"/>
                  </a:lnTo>
                  <a:lnTo>
                    <a:pt x="7210535" y="398152"/>
                  </a:lnTo>
                  <a:lnTo>
                    <a:pt x="7211035" y="398152"/>
                  </a:lnTo>
                  <a:lnTo>
                    <a:pt x="7211160" y="398152"/>
                  </a:lnTo>
                  <a:lnTo>
                    <a:pt x="7211285" y="398152"/>
                  </a:lnTo>
                  <a:lnTo>
                    <a:pt x="7211535" y="398152"/>
                  </a:lnTo>
                  <a:lnTo>
                    <a:pt x="7211660" y="398152"/>
                  </a:lnTo>
                  <a:lnTo>
                    <a:pt x="7212661" y="388199"/>
                  </a:lnTo>
                  <a:lnTo>
                    <a:pt x="7212786" y="388199"/>
                  </a:lnTo>
                  <a:lnTo>
                    <a:pt x="7213161" y="388199"/>
                  </a:lnTo>
                  <a:lnTo>
                    <a:pt x="7213661" y="388199"/>
                  </a:lnTo>
                  <a:lnTo>
                    <a:pt x="7213786" y="388199"/>
                  </a:lnTo>
                  <a:lnTo>
                    <a:pt x="7214036" y="388199"/>
                  </a:lnTo>
                  <a:lnTo>
                    <a:pt x="7214161" y="388199"/>
                  </a:lnTo>
                  <a:lnTo>
                    <a:pt x="7214411" y="388199"/>
                  </a:lnTo>
                  <a:lnTo>
                    <a:pt x="7215161" y="388199"/>
                  </a:lnTo>
                  <a:lnTo>
                    <a:pt x="7215787" y="388199"/>
                  </a:lnTo>
                  <a:lnTo>
                    <a:pt x="7216287" y="388199"/>
                  </a:lnTo>
                  <a:lnTo>
                    <a:pt x="7216412" y="388199"/>
                  </a:lnTo>
                  <a:lnTo>
                    <a:pt x="7216787" y="388199"/>
                  </a:lnTo>
                  <a:lnTo>
                    <a:pt x="7217037" y="388199"/>
                  </a:lnTo>
                  <a:lnTo>
                    <a:pt x="7217162" y="388199"/>
                  </a:lnTo>
                  <a:lnTo>
                    <a:pt x="7217287" y="388199"/>
                  </a:lnTo>
                  <a:lnTo>
                    <a:pt x="7217787" y="388199"/>
                  </a:lnTo>
                  <a:lnTo>
                    <a:pt x="7217912" y="378245"/>
                  </a:lnTo>
                  <a:lnTo>
                    <a:pt x="7218538" y="378245"/>
                  </a:lnTo>
                  <a:lnTo>
                    <a:pt x="7218788" y="378245"/>
                  </a:lnTo>
                  <a:lnTo>
                    <a:pt x="7219038" y="378245"/>
                  </a:lnTo>
                  <a:lnTo>
                    <a:pt x="7219413" y="378245"/>
                  </a:lnTo>
                  <a:lnTo>
                    <a:pt x="7219538" y="378245"/>
                  </a:lnTo>
                  <a:lnTo>
                    <a:pt x="7219663" y="378245"/>
                  </a:lnTo>
                  <a:lnTo>
                    <a:pt x="7220038" y="378245"/>
                  </a:lnTo>
                  <a:lnTo>
                    <a:pt x="7220288" y="378245"/>
                  </a:lnTo>
                  <a:lnTo>
                    <a:pt x="7220413" y="378245"/>
                  </a:lnTo>
                  <a:lnTo>
                    <a:pt x="7220663" y="378245"/>
                  </a:lnTo>
                  <a:lnTo>
                    <a:pt x="7220788" y="378245"/>
                  </a:lnTo>
                  <a:lnTo>
                    <a:pt x="7221164" y="378245"/>
                  </a:lnTo>
                  <a:lnTo>
                    <a:pt x="7221664" y="378245"/>
                  </a:lnTo>
                  <a:lnTo>
                    <a:pt x="7221789" y="378245"/>
                  </a:lnTo>
                  <a:lnTo>
                    <a:pt x="7222039" y="378245"/>
                  </a:lnTo>
                  <a:lnTo>
                    <a:pt x="7222164" y="378245"/>
                  </a:lnTo>
                  <a:lnTo>
                    <a:pt x="7222414" y="378245"/>
                  </a:lnTo>
                  <a:lnTo>
                    <a:pt x="7223039" y="378245"/>
                  </a:lnTo>
                  <a:lnTo>
                    <a:pt x="7223164" y="378245"/>
                  </a:lnTo>
                  <a:lnTo>
                    <a:pt x="7223289" y="378245"/>
                  </a:lnTo>
                  <a:lnTo>
                    <a:pt x="7223414" y="378245"/>
                  </a:lnTo>
                  <a:lnTo>
                    <a:pt x="7223789" y="378245"/>
                  </a:lnTo>
                  <a:lnTo>
                    <a:pt x="7224039" y="368291"/>
                  </a:lnTo>
                  <a:lnTo>
                    <a:pt x="7224790" y="368291"/>
                  </a:lnTo>
                  <a:lnTo>
                    <a:pt x="7224915" y="368291"/>
                  </a:lnTo>
                  <a:lnTo>
                    <a:pt x="7225040" y="368291"/>
                  </a:lnTo>
                  <a:lnTo>
                    <a:pt x="7225290" y="368291"/>
                  </a:lnTo>
                  <a:lnTo>
                    <a:pt x="7225540" y="368291"/>
                  </a:lnTo>
                  <a:lnTo>
                    <a:pt x="7225665" y="368291"/>
                  </a:lnTo>
                  <a:lnTo>
                    <a:pt x="7225790" y="368291"/>
                  </a:lnTo>
                  <a:lnTo>
                    <a:pt x="7225915" y="368291"/>
                  </a:lnTo>
                  <a:lnTo>
                    <a:pt x="7226165" y="368291"/>
                  </a:lnTo>
                  <a:lnTo>
                    <a:pt x="7226415" y="368291"/>
                  </a:lnTo>
                  <a:lnTo>
                    <a:pt x="7226665" y="368291"/>
                  </a:lnTo>
                  <a:lnTo>
                    <a:pt x="7226790" y="368291"/>
                  </a:lnTo>
                  <a:lnTo>
                    <a:pt x="7226915" y="368291"/>
                  </a:lnTo>
                  <a:lnTo>
                    <a:pt x="7227040" y="368291"/>
                  </a:lnTo>
                  <a:lnTo>
                    <a:pt x="7227291" y="368291"/>
                  </a:lnTo>
                  <a:lnTo>
                    <a:pt x="7227416" y="368291"/>
                  </a:lnTo>
                  <a:lnTo>
                    <a:pt x="7227541" y="368291"/>
                  </a:lnTo>
                  <a:lnTo>
                    <a:pt x="7227791" y="368291"/>
                  </a:lnTo>
                  <a:lnTo>
                    <a:pt x="7227916" y="368291"/>
                  </a:lnTo>
                  <a:lnTo>
                    <a:pt x="7228416" y="368291"/>
                  </a:lnTo>
                  <a:lnTo>
                    <a:pt x="7228541" y="368291"/>
                  </a:lnTo>
                  <a:lnTo>
                    <a:pt x="7229041" y="368291"/>
                  </a:lnTo>
                  <a:lnTo>
                    <a:pt x="7229166" y="368291"/>
                  </a:lnTo>
                  <a:lnTo>
                    <a:pt x="7229416" y="368291"/>
                  </a:lnTo>
                  <a:lnTo>
                    <a:pt x="7229666" y="368291"/>
                  </a:lnTo>
                  <a:lnTo>
                    <a:pt x="7230417" y="368291"/>
                  </a:lnTo>
                  <a:lnTo>
                    <a:pt x="7230542" y="368291"/>
                  </a:lnTo>
                  <a:lnTo>
                    <a:pt x="7230667" y="368291"/>
                  </a:lnTo>
                  <a:lnTo>
                    <a:pt x="7230792" y="368291"/>
                  </a:lnTo>
                  <a:lnTo>
                    <a:pt x="7231417" y="368291"/>
                  </a:lnTo>
                  <a:lnTo>
                    <a:pt x="7231542" y="368291"/>
                  </a:lnTo>
                  <a:lnTo>
                    <a:pt x="7232042" y="368291"/>
                  </a:lnTo>
                  <a:lnTo>
                    <a:pt x="7232417" y="368291"/>
                  </a:lnTo>
                  <a:lnTo>
                    <a:pt x="7232542" y="368291"/>
                  </a:lnTo>
                  <a:lnTo>
                    <a:pt x="7232667" y="368291"/>
                  </a:lnTo>
                  <a:lnTo>
                    <a:pt x="7232792" y="368291"/>
                  </a:lnTo>
                  <a:lnTo>
                    <a:pt x="7233168" y="368291"/>
                  </a:lnTo>
                  <a:lnTo>
                    <a:pt x="7233293" y="368291"/>
                  </a:lnTo>
                  <a:lnTo>
                    <a:pt x="7233668" y="368291"/>
                  </a:lnTo>
                  <a:lnTo>
                    <a:pt x="7233918" y="368291"/>
                  </a:lnTo>
                  <a:lnTo>
                    <a:pt x="7234293" y="368291"/>
                  </a:lnTo>
                  <a:lnTo>
                    <a:pt x="7235418" y="368291"/>
                  </a:lnTo>
                  <a:lnTo>
                    <a:pt x="7235543" y="368291"/>
                  </a:lnTo>
                  <a:lnTo>
                    <a:pt x="7235918" y="368291"/>
                  </a:lnTo>
                  <a:lnTo>
                    <a:pt x="7236043" y="368291"/>
                  </a:lnTo>
                  <a:lnTo>
                    <a:pt x="7236419" y="358337"/>
                  </a:lnTo>
                  <a:lnTo>
                    <a:pt x="7236794" y="358337"/>
                  </a:lnTo>
                  <a:lnTo>
                    <a:pt x="7236919" y="358337"/>
                  </a:lnTo>
                  <a:lnTo>
                    <a:pt x="7237169" y="358337"/>
                  </a:lnTo>
                  <a:lnTo>
                    <a:pt x="7237419" y="358337"/>
                  </a:lnTo>
                  <a:lnTo>
                    <a:pt x="7238544" y="358337"/>
                  </a:lnTo>
                  <a:lnTo>
                    <a:pt x="7238669" y="358337"/>
                  </a:lnTo>
                  <a:lnTo>
                    <a:pt x="7238794" y="358337"/>
                  </a:lnTo>
                  <a:lnTo>
                    <a:pt x="7238919" y="358337"/>
                  </a:lnTo>
                  <a:lnTo>
                    <a:pt x="7239170" y="358337"/>
                  </a:lnTo>
                  <a:lnTo>
                    <a:pt x="7239420" y="358337"/>
                  </a:lnTo>
                  <a:lnTo>
                    <a:pt x="7240170" y="358337"/>
                  </a:lnTo>
                  <a:lnTo>
                    <a:pt x="7240295" y="358337"/>
                  </a:lnTo>
                  <a:lnTo>
                    <a:pt x="7240670" y="358337"/>
                  </a:lnTo>
                  <a:lnTo>
                    <a:pt x="7241420" y="358337"/>
                  </a:lnTo>
                  <a:lnTo>
                    <a:pt x="7241545" y="358337"/>
                  </a:lnTo>
                  <a:lnTo>
                    <a:pt x="7241670" y="358337"/>
                  </a:lnTo>
                  <a:lnTo>
                    <a:pt x="7242796" y="358337"/>
                  </a:lnTo>
                  <a:lnTo>
                    <a:pt x="7243671" y="358337"/>
                  </a:lnTo>
                  <a:lnTo>
                    <a:pt x="7244046" y="358337"/>
                  </a:lnTo>
                  <a:lnTo>
                    <a:pt x="7244171" y="358337"/>
                  </a:lnTo>
                  <a:lnTo>
                    <a:pt x="7244796" y="358337"/>
                  </a:lnTo>
                  <a:lnTo>
                    <a:pt x="7244921" y="358337"/>
                  </a:lnTo>
                  <a:lnTo>
                    <a:pt x="7245172" y="358337"/>
                  </a:lnTo>
                  <a:lnTo>
                    <a:pt x="7246172" y="358337"/>
                  </a:lnTo>
                  <a:lnTo>
                    <a:pt x="7246672" y="358337"/>
                  </a:lnTo>
                  <a:lnTo>
                    <a:pt x="7246797" y="358337"/>
                  </a:lnTo>
                  <a:lnTo>
                    <a:pt x="7247422" y="358337"/>
                  </a:lnTo>
                  <a:lnTo>
                    <a:pt x="7247547" y="358337"/>
                  </a:lnTo>
                  <a:lnTo>
                    <a:pt x="7247922" y="358337"/>
                  </a:lnTo>
                  <a:lnTo>
                    <a:pt x="7248673" y="358337"/>
                  </a:lnTo>
                  <a:lnTo>
                    <a:pt x="7249048" y="358337"/>
                  </a:lnTo>
                  <a:lnTo>
                    <a:pt x="7249423" y="358337"/>
                  </a:lnTo>
                  <a:lnTo>
                    <a:pt x="7249548" y="358337"/>
                  </a:lnTo>
                  <a:lnTo>
                    <a:pt x="7249798" y="358337"/>
                  </a:lnTo>
                  <a:lnTo>
                    <a:pt x="7250423" y="358337"/>
                  </a:lnTo>
                  <a:lnTo>
                    <a:pt x="7250798" y="358337"/>
                  </a:lnTo>
                  <a:lnTo>
                    <a:pt x="7251549" y="358337"/>
                  </a:lnTo>
                  <a:lnTo>
                    <a:pt x="7251924" y="358337"/>
                  </a:lnTo>
                  <a:lnTo>
                    <a:pt x="7252674" y="358337"/>
                  </a:lnTo>
                  <a:lnTo>
                    <a:pt x="7253299" y="358337"/>
                  </a:lnTo>
                  <a:lnTo>
                    <a:pt x="7253674" y="358337"/>
                  </a:lnTo>
                  <a:lnTo>
                    <a:pt x="7254300" y="358337"/>
                  </a:lnTo>
                  <a:lnTo>
                    <a:pt x="7255050" y="358337"/>
                  </a:lnTo>
                  <a:lnTo>
                    <a:pt x="7255425" y="358337"/>
                  </a:lnTo>
                  <a:lnTo>
                    <a:pt x="7255550" y="358337"/>
                  </a:lnTo>
                  <a:lnTo>
                    <a:pt x="7255925" y="358337"/>
                  </a:lnTo>
                  <a:lnTo>
                    <a:pt x="7256425" y="358337"/>
                  </a:lnTo>
                  <a:lnTo>
                    <a:pt x="7256675" y="358337"/>
                  </a:lnTo>
                  <a:lnTo>
                    <a:pt x="7256800" y="348383"/>
                  </a:lnTo>
                  <a:lnTo>
                    <a:pt x="7257176" y="348383"/>
                  </a:lnTo>
                  <a:lnTo>
                    <a:pt x="7257676" y="348383"/>
                  </a:lnTo>
                  <a:lnTo>
                    <a:pt x="7258051" y="348383"/>
                  </a:lnTo>
                  <a:lnTo>
                    <a:pt x="7258301" y="348383"/>
                  </a:lnTo>
                  <a:lnTo>
                    <a:pt x="7258551" y="348383"/>
                  </a:lnTo>
                  <a:lnTo>
                    <a:pt x="7259426" y="348383"/>
                  </a:lnTo>
                  <a:lnTo>
                    <a:pt x="7259551" y="348383"/>
                  </a:lnTo>
                  <a:lnTo>
                    <a:pt x="7259801" y="348383"/>
                  </a:lnTo>
                  <a:lnTo>
                    <a:pt x="7259926" y="348383"/>
                  </a:lnTo>
                  <a:lnTo>
                    <a:pt x="7260052" y="348383"/>
                  </a:lnTo>
                  <a:lnTo>
                    <a:pt x="7260177" y="348383"/>
                  </a:lnTo>
                  <a:lnTo>
                    <a:pt x="7260427" y="348383"/>
                  </a:lnTo>
                  <a:lnTo>
                    <a:pt x="7260677" y="348383"/>
                  </a:lnTo>
                  <a:lnTo>
                    <a:pt x="7260802" y="348383"/>
                  </a:lnTo>
                  <a:lnTo>
                    <a:pt x="7260927" y="348383"/>
                  </a:lnTo>
                  <a:lnTo>
                    <a:pt x="7261302" y="348383"/>
                  </a:lnTo>
                  <a:lnTo>
                    <a:pt x="7261427" y="348383"/>
                  </a:lnTo>
                  <a:lnTo>
                    <a:pt x="7261677" y="348383"/>
                  </a:lnTo>
                  <a:lnTo>
                    <a:pt x="7262177" y="348383"/>
                  </a:lnTo>
                  <a:lnTo>
                    <a:pt x="7262302" y="348383"/>
                  </a:lnTo>
                  <a:lnTo>
                    <a:pt x="7262427" y="348383"/>
                  </a:lnTo>
                  <a:lnTo>
                    <a:pt x="7262552" y="348383"/>
                  </a:lnTo>
                  <a:lnTo>
                    <a:pt x="7262677" y="348383"/>
                  </a:lnTo>
                  <a:lnTo>
                    <a:pt x="7262802" y="348383"/>
                  </a:lnTo>
                  <a:lnTo>
                    <a:pt x="7263053" y="348383"/>
                  </a:lnTo>
                  <a:lnTo>
                    <a:pt x="7263178" y="348383"/>
                  </a:lnTo>
                  <a:lnTo>
                    <a:pt x="7263303" y="348383"/>
                  </a:lnTo>
                  <a:lnTo>
                    <a:pt x="7263428" y="348383"/>
                  </a:lnTo>
                  <a:lnTo>
                    <a:pt x="7263553" y="348383"/>
                  </a:lnTo>
                  <a:lnTo>
                    <a:pt x="7263928" y="348383"/>
                  </a:lnTo>
                  <a:lnTo>
                    <a:pt x="7264053" y="348383"/>
                  </a:lnTo>
                  <a:lnTo>
                    <a:pt x="7264178" y="348383"/>
                  </a:lnTo>
                  <a:lnTo>
                    <a:pt x="7264303" y="348383"/>
                  </a:lnTo>
                  <a:lnTo>
                    <a:pt x="7264553" y="348383"/>
                  </a:lnTo>
                  <a:lnTo>
                    <a:pt x="7264678" y="348383"/>
                  </a:lnTo>
                  <a:lnTo>
                    <a:pt x="7265053" y="348383"/>
                  </a:lnTo>
                  <a:lnTo>
                    <a:pt x="7265428" y="348383"/>
                  </a:lnTo>
                  <a:lnTo>
                    <a:pt x="7265803" y="348383"/>
                  </a:lnTo>
                  <a:lnTo>
                    <a:pt x="7266054" y="348383"/>
                  </a:lnTo>
                  <a:lnTo>
                    <a:pt x="7266304" y="348383"/>
                  </a:lnTo>
                  <a:lnTo>
                    <a:pt x="7266679" y="348383"/>
                  </a:lnTo>
                  <a:lnTo>
                    <a:pt x="7266804" y="348383"/>
                  </a:lnTo>
                  <a:lnTo>
                    <a:pt x="7267054" y="348383"/>
                  </a:lnTo>
                  <a:lnTo>
                    <a:pt x="7267554" y="348383"/>
                  </a:lnTo>
                  <a:lnTo>
                    <a:pt x="7267679" y="348383"/>
                  </a:lnTo>
                  <a:lnTo>
                    <a:pt x="7267929" y="348383"/>
                  </a:lnTo>
                  <a:lnTo>
                    <a:pt x="7268179" y="348383"/>
                  </a:lnTo>
                  <a:lnTo>
                    <a:pt x="7268679" y="348383"/>
                  </a:lnTo>
                  <a:lnTo>
                    <a:pt x="7268804" y="348383"/>
                  </a:lnTo>
                  <a:lnTo>
                    <a:pt x="7269055" y="348383"/>
                  </a:lnTo>
                  <a:lnTo>
                    <a:pt x="7269430" y="348383"/>
                  </a:lnTo>
                  <a:lnTo>
                    <a:pt x="7270055" y="348383"/>
                  </a:lnTo>
                  <a:lnTo>
                    <a:pt x="7270305" y="348383"/>
                  </a:lnTo>
                  <a:lnTo>
                    <a:pt x="7270680" y="348383"/>
                  </a:lnTo>
                  <a:lnTo>
                    <a:pt x="7270805" y="348383"/>
                  </a:lnTo>
                  <a:lnTo>
                    <a:pt x="7271055" y="348383"/>
                  </a:lnTo>
                  <a:lnTo>
                    <a:pt x="7271180" y="348383"/>
                  </a:lnTo>
                  <a:lnTo>
                    <a:pt x="7271680" y="348383"/>
                  </a:lnTo>
                  <a:lnTo>
                    <a:pt x="7272056" y="348383"/>
                  </a:lnTo>
                  <a:lnTo>
                    <a:pt x="7272431" y="348383"/>
                  </a:lnTo>
                  <a:lnTo>
                    <a:pt x="7272806" y="348383"/>
                  </a:lnTo>
                  <a:lnTo>
                    <a:pt x="7273056" y="348383"/>
                  </a:lnTo>
                  <a:lnTo>
                    <a:pt x="7273181" y="348383"/>
                  </a:lnTo>
                  <a:lnTo>
                    <a:pt x="7273306" y="348383"/>
                  </a:lnTo>
                  <a:lnTo>
                    <a:pt x="7273431" y="348383"/>
                  </a:lnTo>
                  <a:lnTo>
                    <a:pt x="7273556" y="348383"/>
                  </a:lnTo>
                  <a:lnTo>
                    <a:pt x="7274181" y="348383"/>
                  </a:lnTo>
                  <a:lnTo>
                    <a:pt x="7274681" y="348383"/>
                  </a:lnTo>
                  <a:lnTo>
                    <a:pt x="7274806" y="348383"/>
                  </a:lnTo>
                  <a:lnTo>
                    <a:pt x="7275057" y="348383"/>
                  </a:lnTo>
                  <a:lnTo>
                    <a:pt x="7275307" y="348383"/>
                  </a:lnTo>
                  <a:lnTo>
                    <a:pt x="7275432" y="348383"/>
                  </a:lnTo>
                  <a:lnTo>
                    <a:pt x="7275682" y="348383"/>
                  </a:lnTo>
                  <a:lnTo>
                    <a:pt x="7275807" y="348383"/>
                  </a:lnTo>
                  <a:lnTo>
                    <a:pt x="7275932" y="348383"/>
                  </a:lnTo>
                  <a:lnTo>
                    <a:pt x="7276057" y="348383"/>
                  </a:lnTo>
                  <a:lnTo>
                    <a:pt x="7276182" y="348383"/>
                  </a:lnTo>
                  <a:lnTo>
                    <a:pt x="7276682" y="348383"/>
                  </a:lnTo>
                  <a:lnTo>
                    <a:pt x="7276807" y="348383"/>
                  </a:lnTo>
                  <a:lnTo>
                    <a:pt x="7276932" y="348383"/>
                  </a:lnTo>
                  <a:lnTo>
                    <a:pt x="7277057" y="348383"/>
                  </a:lnTo>
                  <a:lnTo>
                    <a:pt x="7277182" y="348383"/>
                  </a:lnTo>
                  <a:lnTo>
                    <a:pt x="7277307" y="348383"/>
                  </a:lnTo>
                  <a:lnTo>
                    <a:pt x="7277807" y="348383"/>
                  </a:lnTo>
                  <a:lnTo>
                    <a:pt x="7278308" y="348383"/>
                  </a:lnTo>
                  <a:lnTo>
                    <a:pt x="7278433" y="348383"/>
                  </a:lnTo>
                  <a:lnTo>
                    <a:pt x="7278933" y="348383"/>
                  </a:lnTo>
                  <a:lnTo>
                    <a:pt x="7279058" y="348383"/>
                  </a:lnTo>
                  <a:lnTo>
                    <a:pt x="7279183" y="348383"/>
                  </a:lnTo>
                  <a:lnTo>
                    <a:pt x="7279308" y="348383"/>
                  </a:lnTo>
                  <a:lnTo>
                    <a:pt x="7279433" y="348383"/>
                  </a:lnTo>
                  <a:lnTo>
                    <a:pt x="7279683" y="348383"/>
                  </a:lnTo>
                  <a:lnTo>
                    <a:pt x="7279808" y="348383"/>
                  </a:lnTo>
                  <a:lnTo>
                    <a:pt x="7279933" y="348383"/>
                  </a:lnTo>
                  <a:lnTo>
                    <a:pt x="7280058" y="348383"/>
                  </a:lnTo>
                  <a:lnTo>
                    <a:pt x="7280183" y="348383"/>
                  </a:lnTo>
                  <a:lnTo>
                    <a:pt x="7280808" y="348383"/>
                  </a:lnTo>
                  <a:lnTo>
                    <a:pt x="7280933" y="348383"/>
                  </a:lnTo>
                  <a:lnTo>
                    <a:pt x="7281184" y="348383"/>
                  </a:lnTo>
                  <a:lnTo>
                    <a:pt x="7281309" y="348383"/>
                  </a:lnTo>
                  <a:lnTo>
                    <a:pt x="7281434" y="348383"/>
                  </a:lnTo>
                  <a:lnTo>
                    <a:pt x="7281559" y="348383"/>
                  </a:lnTo>
                  <a:lnTo>
                    <a:pt x="7281934" y="348383"/>
                  </a:lnTo>
                  <a:lnTo>
                    <a:pt x="7282309" y="348383"/>
                  </a:lnTo>
                  <a:lnTo>
                    <a:pt x="7282434" y="348383"/>
                  </a:lnTo>
                  <a:lnTo>
                    <a:pt x="7282559" y="348383"/>
                  </a:lnTo>
                  <a:lnTo>
                    <a:pt x="7282934" y="348383"/>
                  </a:lnTo>
                  <a:lnTo>
                    <a:pt x="7283059" y="348383"/>
                  </a:lnTo>
                  <a:lnTo>
                    <a:pt x="7283184" y="348383"/>
                  </a:lnTo>
                  <a:lnTo>
                    <a:pt x="7283559" y="348383"/>
                  </a:lnTo>
                  <a:lnTo>
                    <a:pt x="7283684" y="348383"/>
                  </a:lnTo>
                  <a:lnTo>
                    <a:pt x="7283809" y="348383"/>
                  </a:lnTo>
                  <a:lnTo>
                    <a:pt x="7283934" y="348383"/>
                  </a:lnTo>
                  <a:lnTo>
                    <a:pt x="7284060" y="348383"/>
                  </a:lnTo>
                  <a:lnTo>
                    <a:pt x="7284185" y="348383"/>
                  </a:lnTo>
                  <a:lnTo>
                    <a:pt x="7305192" y="348383"/>
                  </a:lnTo>
                  <a:lnTo>
                    <a:pt x="7305442" y="348383"/>
                  </a:lnTo>
                  <a:lnTo>
                    <a:pt x="7305692" y="348383"/>
                  </a:lnTo>
                  <a:lnTo>
                    <a:pt x="7306442" y="348383"/>
                  </a:lnTo>
                  <a:lnTo>
                    <a:pt x="7306567" y="348383"/>
                  </a:lnTo>
                  <a:lnTo>
                    <a:pt x="7306817" y="348383"/>
                  </a:lnTo>
                  <a:lnTo>
                    <a:pt x="7307067" y="348383"/>
                  </a:lnTo>
                  <a:lnTo>
                    <a:pt x="7307192" y="348383"/>
                  </a:lnTo>
                  <a:lnTo>
                    <a:pt x="7307317" y="348383"/>
                  </a:lnTo>
                  <a:lnTo>
                    <a:pt x="7307692" y="348383"/>
                  </a:lnTo>
                  <a:lnTo>
                    <a:pt x="7308568" y="348383"/>
                  </a:lnTo>
                  <a:lnTo>
                    <a:pt x="7308693" y="348383"/>
                  </a:lnTo>
                  <a:lnTo>
                    <a:pt x="7309068" y="348383"/>
                  </a:lnTo>
                  <a:lnTo>
                    <a:pt x="7309443" y="348383"/>
                  </a:lnTo>
                  <a:lnTo>
                    <a:pt x="7309568" y="348383"/>
                  </a:lnTo>
                  <a:lnTo>
                    <a:pt x="7309693" y="348383"/>
                  </a:lnTo>
                  <a:lnTo>
                    <a:pt x="7309818" y="348383"/>
                  </a:lnTo>
                  <a:lnTo>
                    <a:pt x="7309943" y="348383"/>
                  </a:lnTo>
                  <a:lnTo>
                    <a:pt x="7310193" y="348383"/>
                  </a:lnTo>
                  <a:lnTo>
                    <a:pt x="7310443" y="348383"/>
                  </a:lnTo>
                  <a:lnTo>
                    <a:pt x="7310568" y="348383"/>
                  </a:lnTo>
                  <a:lnTo>
                    <a:pt x="7311194" y="348383"/>
                  </a:lnTo>
                  <a:lnTo>
                    <a:pt x="7311569" y="348383"/>
                  </a:lnTo>
                  <a:lnTo>
                    <a:pt x="7312069" y="348383"/>
                  </a:lnTo>
                  <a:lnTo>
                    <a:pt x="7312194" y="348383"/>
                  </a:lnTo>
                  <a:lnTo>
                    <a:pt x="7312319" y="348383"/>
                  </a:lnTo>
                  <a:lnTo>
                    <a:pt x="7312569" y="348383"/>
                  </a:lnTo>
                  <a:lnTo>
                    <a:pt x="7312694" y="348383"/>
                  </a:lnTo>
                  <a:lnTo>
                    <a:pt x="7313319" y="348383"/>
                  </a:lnTo>
                  <a:lnTo>
                    <a:pt x="7313694" y="348383"/>
                  </a:lnTo>
                  <a:lnTo>
                    <a:pt x="7313819" y="348383"/>
                  </a:lnTo>
                  <a:lnTo>
                    <a:pt x="7314070" y="348383"/>
                  </a:lnTo>
                  <a:lnTo>
                    <a:pt x="7314445" y="348383"/>
                  </a:lnTo>
                  <a:lnTo>
                    <a:pt x="7314570" y="348383"/>
                  </a:lnTo>
                  <a:lnTo>
                    <a:pt x="7314695" y="348383"/>
                  </a:lnTo>
                  <a:lnTo>
                    <a:pt x="7314945" y="348383"/>
                  </a:lnTo>
                  <a:lnTo>
                    <a:pt x="7315320" y="348383"/>
                  </a:lnTo>
                  <a:lnTo>
                    <a:pt x="7315445" y="348383"/>
                  </a:lnTo>
                  <a:lnTo>
                    <a:pt x="7315820" y="348383"/>
                  </a:lnTo>
                  <a:lnTo>
                    <a:pt x="7315945" y="348383"/>
                  </a:lnTo>
                  <a:lnTo>
                    <a:pt x="7316070" y="348383"/>
                  </a:lnTo>
                  <a:lnTo>
                    <a:pt x="7316195" y="348383"/>
                  </a:lnTo>
                  <a:lnTo>
                    <a:pt x="7316570" y="348383"/>
                  </a:lnTo>
                  <a:lnTo>
                    <a:pt x="7316820" y="348383"/>
                  </a:lnTo>
                  <a:lnTo>
                    <a:pt x="7316946" y="348383"/>
                  </a:lnTo>
                  <a:lnTo>
                    <a:pt x="7317071" y="348383"/>
                  </a:lnTo>
                  <a:lnTo>
                    <a:pt x="7317321" y="348383"/>
                  </a:lnTo>
                  <a:lnTo>
                    <a:pt x="7317821" y="348383"/>
                  </a:lnTo>
                  <a:lnTo>
                    <a:pt x="7318196" y="348383"/>
                  </a:lnTo>
                  <a:lnTo>
                    <a:pt x="7318321" y="348383"/>
                  </a:lnTo>
                  <a:lnTo>
                    <a:pt x="7318446" y="348383"/>
                  </a:lnTo>
                  <a:lnTo>
                    <a:pt x="7319071" y="348383"/>
                  </a:lnTo>
                  <a:lnTo>
                    <a:pt x="7319321" y="348383"/>
                  </a:lnTo>
                  <a:lnTo>
                    <a:pt x="7319571" y="348383"/>
                  </a:lnTo>
                  <a:lnTo>
                    <a:pt x="7319696" y="348383"/>
                  </a:lnTo>
                  <a:lnTo>
                    <a:pt x="7319821" y="348383"/>
                  </a:lnTo>
                  <a:lnTo>
                    <a:pt x="7319947" y="348383"/>
                  </a:lnTo>
                  <a:lnTo>
                    <a:pt x="7320072" y="348383"/>
                  </a:lnTo>
                  <a:lnTo>
                    <a:pt x="7320447" y="348383"/>
                  </a:lnTo>
                  <a:lnTo>
                    <a:pt x="7320697" y="348383"/>
                  </a:lnTo>
                  <a:lnTo>
                    <a:pt x="7321322" y="348383"/>
                  </a:lnTo>
                  <a:lnTo>
                    <a:pt x="7321447" y="348383"/>
                  </a:lnTo>
                  <a:lnTo>
                    <a:pt x="7321697" y="348383"/>
                  </a:lnTo>
                  <a:lnTo>
                    <a:pt x="7321822" y="348383"/>
                  </a:lnTo>
                  <a:lnTo>
                    <a:pt x="7322322" y="348383"/>
                  </a:lnTo>
                  <a:lnTo>
                    <a:pt x="7322447" y="348383"/>
                  </a:lnTo>
                  <a:lnTo>
                    <a:pt x="7322822" y="348383"/>
                  </a:lnTo>
                  <a:lnTo>
                    <a:pt x="7322948" y="348383"/>
                  </a:lnTo>
                  <a:lnTo>
                    <a:pt x="7323323" y="348383"/>
                  </a:lnTo>
                  <a:lnTo>
                    <a:pt x="7323448" y="348383"/>
                  </a:lnTo>
                  <a:lnTo>
                    <a:pt x="7323573" y="348383"/>
                  </a:lnTo>
                  <a:lnTo>
                    <a:pt x="7323698" y="348383"/>
                  </a:lnTo>
                  <a:lnTo>
                    <a:pt x="7324198" y="348383"/>
                  </a:lnTo>
                  <a:lnTo>
                    <a:pt x="7324323" y="348383"/>
                  </a:lnTo>
                  <a:lnTo>
                    <a:pt x="7324448" y="348383"/>
                  </a:lnTo>
                  <a:lnTo>
                    <a:pt x="7324823" y="348383"/>
                  </a:lnTo>
                  <a:lnTo>
                    <a:pt x="7324948" y="348383"/>
                  </a:lnTo>
                  <a:lnTo>
                    <a:pt x="7325198" y="348383"/>
                  </a:lnTo>
                  <a:lnTo>
                    <a:pt x="7325323" y="348383"/>
                  </a:lnTo>
                  <a:lnTo>
                    <a:pt x="7325573" y="348383"/>
                  </a:lnTo>
                  <a:lnTo>
                    <a:pt x="7325698" y="348383"/>
                  </a:lnTo>
                  <a:lnTo>
                    <a:pt x="7325823" y="348383"/>
                  </a:lnTo>
                  <a:lnTo>
                    <a:pt x="7325949" y="348383"/>
                  </a:lnTo>
                  <a:lnTo>
                    <a:pt x="7326199" y="348383"/>
                  </a:lnTo>
                  <a:lnTo>
                    <a:pt x="7326324" y="348383"/>
                  </a:lnTo>
                  <a:lnTo>
                    <a:pt x="7326574" y="348383"/>
                  </a:lnTo>
                  <a:lnTo>
                    <a:pt x="7326824" y="348383"/>
                  </a:lnTo>
                  <a:lnTo>
                    <a:pt x="7327074" y="348383"/>
                  </a:lnTo>
                  <a:lnTo>
                    <a:pt x="7327324" y="348383"/>
                  </a:lnTo>
                  <a:lnTo>
                    <a:pt x="7327449" y="348383"/>
                  </a:lnTo>
                  <a:lnTo>
                    <a:pt x="7327574" y="348383"/>
                  </a:lnTo>
                  <a:lnTo>
                    <a:pt x="7328074" y="348383"/>
                  </a:lnTo>
                  <a:lnTo>
                    <a:pt x="7328199" y="348383"/>
                  </a:lnTo>
                  <a:lnTo>
                    <a:pt x="7328574" y="348383"/>
                  </a:lnTo>
                  <a:lnTo>
                    <a:pt x="7328824" y="348383"/>
                  </a:lnTo>
                  <a:lnTo>
                    <a:pt x="7329200" y="348383"/>
                  </a:lnTo>
                  <a:lnTo>
                    <a:pt x="7329325" y="348383"/>
                  </a:lnTo>
                  <a:lnTo>
                    <a:pt x="7329575" y="348383"/>
                  </a:lnTo>
                  <a:lnTo>
                    <a:pt x="7330200" y="348383"/>
                  </a:lnTo>
                  <a:lnTo>
                    <a:pt x="7330575" y="348383"/>
                  </a:lnTo>
                  <a:lnTo>
                    <a:pt x="7330700" y="348383"/>
                  </a:lnTo>
                  <a:lnTo>
                    <a:pt x="7331075" y="348383"/>
                  </a:lnTo>
                  <a:lnTo>
                    <a:pt x="7331325" y="348383"/>
                  </a:lnTo>
                  <a:lnTo>
                    <a:pt x="7331450" y="348383"/>
                  </a:lnTo>
                  <a:lnTo>
                    <a:pt x="7331700" y="348383"/>
                  </a:lnTo>
                  <a:lnTo>
                    <a:pt x="7331825" y="348383"/>
                  </a:lnTo>
                  <a:lnTo>
                    <a:pt x="7332576" y="348383"/>
                  </a:lnTo>
                  <a:lnTo>
                    <a:pt x="7333951" y="348383"/>
                  </a:lnTo>
                  <a:lnTo>
                    <a:pt x="7334451" y="348383"/>
                  </a:lnTo>
                  <a:lnTo>
                    <a:pt x="7335077" y="348383"/>
                  </a:lnTo>
                  <a:lnTo>
                    <a:pt x="7335452" y="348383"/>
                  </a:lnTo>
                  <a:lnTo>
                    <a:pt x="7335827" y="348383"/>
                  </a:lnTo>
                  <a:lnTo>
                    <a:pt x="7336077" y="348383"/>
                  </a:lnTo>
                  <a:lnTo>
                    <a:pt x="7337077" y="348383"/>
                  </a:lnTo>
                  <a:lnTo>
                    <a:pt x="7337702" y="348383"/>
                  </a:lnTo>
                  <a:lnTo>
                    <a:pt x="7337828" y="348383"/>
                  </a:lnTo>
                  <a:lnTo>
                    <a:pt x="7338078" y="348383"/>
                  </a:lnTo>
                  <a:lnTo>
                    <a:pt x="7338203" y="348383"/>
                  </a:lnTo>
                  <a:lnTo>
                    <a:pt x="7338578" y="348383"/>
                  </a:lnTo>
                  <a:lnTo>
                    <a:pt x="7339203" y="348383"/>
                  </a:lnTo>
                  <a:lnTo>
                    <a:pt x="7339328" y="348383"/>
                  </a:lnTo>
                  <a:lnTo>
                    <a:pt x="7339453" y="348383"/>
                  </a:lnTo>
                  <a:lnTo>
                    <a:pt x="7339578" y="348383"/>
                  </a:lnTo>
                  <a:lnTo>
                    <a:pt x="7340078" y="348383"/>
                  </a:lnTo>
                  <a:lnTo>
                    <a:pt x="7340328" y="348383"/>
                  </a:lnTo>
                  <a:lnTo>
                    <a:pt x="7341454" y="348383"/>
                  </a:lnTo>
                  <a:lnTo>
                    <a:pt x="7341579" y="348383"/>
                  </a:lnTo>
                  <a:lnTo>
                    <a:pt x="7342204" y="348383"/>
                  </a:lnTo>
                  <a:lnTo>
                    <a:pt x="7342329" y="348383"/>
                  </a:lnTo>
                  <a:lnTo>
                    <a:pt x="7343204" y="348383"/>
                  </a:lnTo>
                  <a:lnTo>
                    <a:pt x="7343454" y="348383"/>
                  </a:lnTo>
                  <a:lnTo>
                    <a:pt x="7343704" y="348383"/>
                  </a:lnTo>
                  <a:lnTo>
                    <a:pt x="7344455" y="348383"/>
                  </a:lnTo>
                  <a:lnTo>
                    <a:pt x="7344705" y="348383"/>
                  </a:lnTo>
                  <a:lnTo>
                    <a:pt x="7344830" y="348383"/>
                  </a:lnTo>
                  <a:lnTo>
                    <a:pt x="7344955" y="348383"/>
                  </a:lnTo>
                  <a:lnTo>
                    <a:pt x="7345705" y="348383"/>
                  </a:lnTo>
                  <a:lnTo>
                    <a:pt x="7345830" y="348383"/>
                  </a:lnTo>
                  <a:lnTo>
                    <a:pt x="7345955" y="348383"/>
                  </a:lnTo>
                  <a:lnTo>
                    <a:pt x="7346705" y="348383"/>
                  </a:lnTo>
                  <a:lnTo>
                    <a:pt x="7346831" y="348383"/>
                  </a:lnTo>
                  <a:lnTo>
                    <a:pt x="7347331" y="348383"/>
                  </a:lnTo>
                  <a:lnTo>
                    <a:pt x="7347581" y="348383"/>
                  </a:lnTo>
                  <a:lnTo>
                    <a:pt x="7348206" y="348383"/>
                  </a:lnTo>
                  <a:lnTo>
                    <a:pt x="7348581" y="348383"/>
                  </a:lnTo>
                  <a:lnTo>
                    <a:pt x="7348831" y="348383"/>
                  </a:lnTo>
                  <a:lnTo>
                    <a:pt x="7349081" y="348383"/>
                  </a:lnTo>
                  <a:lnTo>
                    <a:pt x="7349832" y="348383"/>
                  </a:lnTo>
                  <a:lnTo>
                    <a:pt x="7349957" y="348383"/>
                  </a:lnTo>
                  <a:lnTo>
                    <a:pt x="7350082" y="348383"/>
                  </a:lnTo>
                  <a:lnTo>
                    <a:pt x="7350207" y="348383"/>
                  </a:lnTo>
                  <a:lnTo>
                    <a:pt x="7350332" y="348383"/>
                  </a:lnTo>
                  <a:lnTo>
                    <a:pt x="7350457" y="348383"/>
                  </a:lnTo>
                  <a:lnTo>
                    <a:pt x="7350707" y="348383"/>
                  </a:lnTo>
                  <a:lnTo>
                    <a:pt x="7350832" y="348383"/>
                  </a:lnTo>
                  <a:lnTo>
                    <a:pt x="7350957" y="348383"/>
                  </a:lnTo>
                  <a:lnTo>
                    <a:pt x="7351082" y="348383"/>
                  </a:lnTo>
                  <a:lnTo>
                    <a:pt x="7351207" y="348383"/>
                  </a:lnTo>
                  <a:lnTo>
                    <a:pt x="7351332" y="348383"/>
                  </a:lnTo>
                  <a:lnTo>
                    <a:pt x="7351457" y="348383"/>
                  </a:lnTo>
                  <a:lnTo>
                    <a:pt x="7351582" y="348383"/>
                  </a:lnTo>
                  <a:lnTo>
                    <a:pt x="7351707" y="348383"/>
                  </a:lnTo>
                  <a:lnTo>
                    <a:pt x="7351957" y="348383"/>
                  </a:lnTo>
                  <a:lnTo>
                    <a:pt x="7352082" y="348383"/>
                  </a:lnTo>
                  <a:lnTo>
                    <a:pt x="7352207" y="348383"/>
                  </a:lnTo>
                  <a:lnTo>
                    <a:pt x="7352332" y="348383"/>
                  </a:lnTo>
                  <a:lnTo>
                    <a:pt x="7352457" y="348383"/>
                  </a:lnTo>
                  <a:lnTo>
                    <a:pt x="7352582" y="348383"/>
                  </a:lnTo>
                  <a:lnTo>
                    <a:pt x="7352707" y="348383"/>
                  </a:lnTo>
                  <a:lnTo>
                    <a:pt x="7352958" y="348383"/>
                  </a:lnTo>
                  <a:lnTo>
                    <a:pt x="7352958" y="338429"/>
                  </a:lnTo>
                  <a:lnTo>
                    <a:pt x="7353208" y="338429"/>
                  </a:lnTo>
                  <a:lnTo>
                    <a:pt x="7353333" y="338429"/>
                  </a:lnTo>
                  <a:lnTo>
                    <a:pt x="7353583" y="338429"/>
                  </a:lnTo>
                  <a:lnTo>
                    <a:pt x="7353708" y="338429"/>
                  </a:lnTo>
                  <a:lnTo>
                    <a:pt x="7354083" y="338429"/>
                  </a:lnTo>
                  <a:lnTo>
                    <a:pt x="7354208" y="338429"/>
                  </a:lnTo>
                  <a:lnTo>
                    <a:pt x="7354458" y="338429"/>
                  </a:lnTo>
                  <a:lnTo>
                    <a:pt x="7354583" y="338429"/>
                  </a:lnTo>
                  <a:lnTo>
                    <a:pt x="7354708" y="338429"/>
                  </a:lnTo>
                  <a:lnTo>
                    <a:pt x="7355083" y="338429"/>
                  </a:lnTo>
                  <a:lnTo>
                    <a:pt x="7355583" y="338429"/>
                  </a:lnTo>
                  <a:lnTo>
                    <a:pt x="7355959" y="338429"/>
                  </a:lnTo>
                  <a:lnTo>
                    <a:pt x="7356209" y="338429"/>
                  </a:lnTo>
                  <a:lnTo>
                    <a:pt x="7356459" y="338429"/>
                  </a:lnTo>
                  <a:lnTo>
                    <a:pt x="7356834" y="338429"/>
                  </a:lnTo>
                  <a:lnTo>
                    <a:pt x="7356959" y="338429"/>
                  </a:lnTo>
                  <a:lnTo>
                    <a:pt x="7357084" y="338429"/>
                  </a:lnTo>
                  <a:lnTo>
                    <a:pt x="7357209" y="338429"/>
                  </a:lnTo>
                  <a:lnTo>
                    <a:pt x="7357334" y="338429"/>
                  </a:lnTo>
                  <a:lnTo>
                    <a:pt x="7357459" y="338429"/>
                  </a:lnTo>
                  <a:lnTo>
                    <a:pt x="7357584" y="338429"/>
                  </a:lnTo>
                  <a:lnTo>
                    <a:pt x="7357709" y="338429"/>
                  </a:lnTo>
                  <a:lnTo>
                    <a:pt x="7357834" y="338429"/>
                  </a:lnTo>
                  <a:lnTo>
                    <a:pt x="7358584" y="338429"/>
                  </a:lnTo>
                  <a:lnTo>
                    <a:pt x="7358709" y="338429"/>
                  </a:lnTo>
                  <a:lnTo>
                    <a:pt x="7359460" y="338429"/>
                  </a:lnTo>
                  <a:lnTo>
                    <a:pt x="7359835" y="338429"/>
                  </a:lnTo>
                  <a:lnTo>
                    <a:pt x="7360085" y="338429"/>
                  </a:lnTo>
                  <a:lnTo>
                    <a:pt x="7360210" y="338429"/>
                  </a:lnTo>
                  <a:lnTo>
                    <a:pt x="7360335" y="338429"/>
                  </a:lnTo>
                  <a:lnTo>
                    <a:pt x="7360460" y="338429"/>
                  </a:lnTo>
                  <a:lnTo>
                    <a:pt x="7360710" y="338429"/>
                  </a:lnTo>
                  <a:lnTo>
                    <a:pt x="7361085" y="338429"/>
                  </a:lnTo>
                  <a:lnTo>
                    <a:pt x="7361210" y="338429"/>
                  </a:lnTo>
                  <a:lnTo>
                    <a:pt x="7361961" y="338429"/>
                  </a:lnTo>
                  <a:lnTo>
                    <a:pt x="7362836" y="338429"/>
                  </a:lnTo>
                  <a:lnTo>
                    <a:pt x="7363461" y="338429"/>
                  </a:lnTo>
                  <a:lnTo>
                    <a:pt x="7364211" y="338429"/>
                  </a:lnTo>
                  <a:lnTo>
                    <a:pt x="7364586" y="338429"/>
                  </a:lnTo>
                  <a:lnTo>
                    <a:pt x="7364711" y="338429"/>
                  </a:lnTo>
                  <a:lnTo>
                    <a:pt x="7364962" y="338429"/>
                  </a:lnTo>
                  <a:lnTo>
                    <a:pt x="7365087" y="338429"/>
                  </a:lnTo>
                  <a:lnTo>
                    <a:pt x="7365712" y="338429"/>
                  </a:lnTo>
                  <a:lnTo>
                    <a:pt x="7366212" y="338429"/>
                  </a:lnTo>
                  <a:lnTo>
                    <a:pt x="7366712" y="338429"/>
                  </a:lnTo>
                  <a:lnTo>
                    <a:pt x="7366962" y="338429"/>
                  </a:lnTo>
                  <a:lnTo>
                    <a:pt x="7367462" y="338429"/>
                  </a:lnTo>
                  <a:lnTo>
                    <a:pt x="7367712" y="338429"/>
                  </a:lnTo>
                  <a:lnTo>
                    <a:pt x="7367963" y="338429"/>
                  </a:lnTo>
                  <a:lnTo>
                    <a:pt x="7368213" y="338429"/>
                  </a:lnTo>
                  <a:lnTo>
                    <a:pt x="7368838" y="338429"/>
                  </a:lnTo>
                  <a:lnTo>
                    <a:pt x="7368963" y="338429"/>
                  </a:lnTo>
                  <a:lnTo>
                    <a:pt x="7369088" y="338429"/>
                  </a:lnTo>
                  <a:lnTo>
                    <a:pt x="7369463" y="338429"/>
                  </a:lnTo>
                  <a:lnTo>
                    <a:pt x="7369588" y="338429"/>
                  </a:lnTo>
                  <a:lnTo>
                    <a:pt x="7369838" y="338429"/>
                  </a:lnTo>
                  <a:lnTo>
                    <a:pt x="7370213" y="338429"/>
                  </a:lnTo>
                  <a:lnTo>
                    <a:pt x="7370463" y="338429"/>
                  </a:lnTo>
                  <a:lnTo>
                    <a:pt x="7370839" y="338429"/>
                  </a:lnTo>
                  <a:lnTo>
                    <a:pt x="7371089" y="338429"/>
                  </a:lnTo>
                  <a:lnTo>
                    <a:pt x="7371214" y="338429"/>
                  </a:lnTo>
                  <a:lnTo>
                    <a:pt x="7371589" y="338429"/>
                  </a:lnTo>
                  <a:lnTo>
                    <a:pt x="7371714" y="338429"/>
                  </a:lnTo>
                  <a:lnTo>
                    <a:pt x="7372089" y="338429"/>
                  </a:lnTo>
                  <a:lnTo>
                    <a:pt x="7372214" y="338429"/>
                  </a:lnTo>
                  <a:lnTo>
                    <a:pt x="7372339" y="338429"/>
                  </a:lnTo>
                  <a:lnTo>
                    <a:pt x="7372714" y="328476"/>
                  </a:lnTo>
                  <a:lnTo>
                    <a:pt x="7372839" y="328476"/>
                  </a:lnTo>
                  <a:lnTo>
                    <a:pt x="7373214" y="328476"/>
                  </a:lnTo>
                  <a:lnTo>
                    <a:pt x="7373715" y="328476"/>
                  </a:lnTo>
                  <a:lnTo>
                    <a:pt x="7373840" y="328476"/>
                  </a:lnTo>
                  <a:lnTo>
                    <a:pt x="7373965" y="328476"/>
                  </a:lnTo>
                  <a:lnTo>
                    <a:pt x="7374215" y="328476"/>
                  </a:lnTo>
                  <a:lnTo>
                    <a:pt x="7374340" y="328476"/>
                  </a:lnTo>
                  <a:lnTo>
                    <a:pt x="7374465" y="328476"/>
                  </a:lnTo>
                  <a:lnTo>
                    <a:pt x="7374590" y="328476"/>
                  </a:lnTo>
                  <a:lnTo>
                    <a:pt x="7374715" y="328476"/>
                  </a:lnTo>
                  <a:lnTo>
                    <a:pt x="7374965" y="328476"/>
                  </a:lnTo>
                  <a:lnTo>
                    <a:pt x="7375715" y="328476"/>
                  </a:lnTo>
                  <a:lnTo>
                    <a:pt x="7376215" y="328476"/>
                  </a:lnTo>
                  <a:lnTo>
                    <a:pt x="7376340" y="328476"/>
                  </a:lnTo>
                  <a:lnTo>
                    <a:pt x="7376465" y="328476"/>
                  </a:lnTo>
                  <a:lnTo>
                    <a:pt x="7376590" y="328476"/>
                  </a:lnTo>
                  <a:lnTo>
                    <a:pt x="7376841" y="328476"/>
                  </a:lnTo>
                  <a:lnTo>
                    <a:pt x="7377091" y="328476"/>
                  </a:lnTo>
                  <a:lnTo>
                    <a:pt x="7377466" y="328476"/>
                  </a:lnTo>
                  <a:lnTo>
                    <a:pt x="7378216" y="328476"/>
                  </a:lnTo>
                  <a:lnTo>
                    <a:pt x="7378341" y="328476"/>
                  </a:lnTo>
                  <a:lnTo>
                    <a:pt x="7378466" y="328476"/>
                  </a:lnTo>
                  <a:lnTo>
                    <a:pt x="7378591" y="328476"/>
                  </a:lnTo>
                  <a:lnTo>
                    <a:pt x="7379091" y="328476"/>
                  </a:lnTo>
                  <a:lnTo>
                    <a:pt x="7379216" y="328476"/>
                  </a:lnTo>
                  <a:lnTo>
                    <a:pt x="7379341" y="328476"/>
                  </a:lnTo>
                  <a:lnTo>
                    <a:pt x="7379842" y="328476"/>
                  </a:lnTo>
                  <a:lnTo>
                    <a:pt x="7379967" y="328476"/>
                  </a:lnTo>
                  <a:lnTo>
                    <a:pt x="7380217" y="328476"/>
                  </a:lnTo>
                  <a:lnTo>
                    <a:pt x="7380467" y="328476"/>
                  </a:lnTo>
                  <a:lnTo>
                    <a:pt x="7380842" y="328476"/>
                  </a:lnTo>
                  <a:lnTo>
                    <a:pt x="7380967" y="328476"/>
                  </a:lnTo>
                  <a:lnTo>
                    <a:pt x="7381092" y="328476"/>
                  </a:lnTo>
                  <a:lnTo>
                    <a:pt x="7381342" y="328476"/>
                  </a:lnTo>
                  <a:lnTo>
                    <a:pt x="7381592" y="328476"/>
                  </a:lnTo>
                  <a:lnTo>
                    <a:pt x="7381967" y="328476"/>
                  </a:lnTo>
                  <a:lnTo>
                    <a:pt x="7382592" y="328476"/>
                  </a:lnTo>
                  <a:lnTo>
                    <a:pt x="7382718" y="328476"/>
                  </a:lnTo>
                  <a:lnTo>
                    <a:pt x="7382843" y="328476"/>
                  </a:lnTo>
                  <a:lnTo>
                    <a:pt x="7384093" y="328476"/>
                  </a:lnTo>
                  <a:lnTo>
                    <a:pt x="7384468" y="328476"/>
                  </a:lnTo>
                  <a:lnTo>
                    <a:pt x="7385218" y="328476"/>
                  </a:lnTo>
                  <a:lnTo>
                    <a:pt x="7385468" y="328476"/>
                  </a:lnTo>
                  <a:lnTo>
                    <a:pt x="7385719" y="328476"/>
                  </a:lnTo>
                  <a:lnTo>
                    <a:pt x="7386094" y="328476"/>
                  </a:lnTo>
                  <a:lnTo>
                    <a:pt x="7386344" y="328476"/>
                  </a:lnTo>
                  <a:lnTo>
                    <a:pt x="7386844" y="328476"/>
                  </a:lnTo>
                  <a:lnTo>
                    <a:pt x="7386969" y="328476"/>
                  </a:lnTo>
                  <a:lnTo>
                    <a:pt x="7387094" y="328476"/>
                  </a:lnTo>
                  <a:lnTo>
                    <a:pt x="7387219" y="328476"/>
                  </a:lnTo>
                  <a:lnTo>
                    <a:pt x="7387344" y="328476"/>
                  </a:lnTo>
                  <a:lnTo>
                    <a:pt x="7387969" y="328476"/>
                  </a:lnTo>
                  <a:lnTo>
                    <a:pt x="7388469" y="328476"/>
                  </a:lnTo>
                  <a:lnTo>
                    <a:pt x="7388594" y="328476"/>
                  </a:lnTo>
                  <a:lnTo>
                    <a:pt x="7389470" y="328476"/>
                  </a:lnTo>
                  <a:lnTo>
                    <a:pt x="7389845" y="328476"/>
                  </a:lnTo>
                  <a:lnTo>
                    <a:pt x="7389970" y="328476"/>
                  </a:lnTo>
                  <a:lnTo>
                    <a:pt x="7390220" y="328476"/>
                  </a:lnTo>
                  <a:lnTo>
                    <a:pt x="7390470" y="328476"/>
                  </a:lnTo>
                  <a:lnTo>
                    <a:pt x="7390720" y="328476"/>
                  </a:lnTo>
                  <a:lnTo>
                    <a:pt x="7391595" y="328476"/>
                  </a:lnTo>
                  <a:lnTo>
                    <a:pt x="7391721" y="328476"/>
                  </a:lnTo>
                  <a:lnTo>
                    <a:pt x="7391846" y="328476"/>
                  </a:lnTo>
                  <a:lnTo>
                    <a:pt x="7392221" y="328476"/>
                  </a:lnTo>
                  <a:lnTo>
                    <a:pt x="7392846" y="328476"/>
                  </a:lnTo>
                  <a:lnTo>
                    <a:pt x="7393096" y="328476"/>
                  </a:lnTo>
                  <a:lnTo>
                    <a:pt x="7393221" y="328476"/>
                  </a:lnTo>
                  <a:lnTo>
                    <a:pt x="7393596" y="328476"/>
                  </a:lnTo>
                  <a:lnTo>
                    <a:pt x="7393971" y="328476"/>
                  </a:lnTo>
                  <a:lnTo>
                    <a:pt x="7394096" y="328476"/>
                  </a:lnTo>
                  <a:lnTo>
                    <a:pt x="7394471" y="328476"/>
                  </a:lnTo>
                  <a:lnTo>
                    <a:pt x="7395097" y="328476"/>
                  </a:lnTo>
                  <a:lnTo>
                    <a:pt x="7395222" y="328476"/>
                  </a:lnTo>
                  <a:lnTo>
                    <a:pt x="7396222" y="328476"/>
                  </a:lnTo>
                  <a:lnTo>
                    <a:pt x="7396472" y="328476"/>
                  </a:lnTo>
                  <a:lnTo>
                    <a:pt x="7397597" y="328476"/>
                  </a:lnTo>
                  <a:lnTo>
                    <a:pt x="7397723" y="328476"/>
                  </a:lnTo>
                  <a:lnTo>
                    <a:pt x="7397973" y="328476"/>
                  </a:lnTo>
                  <a:lnTo>
                    <a:pt x="7398223" y="328476"/>
                  </a:lnTo>
                  <a:lnTo>
                    <a:pt x="7398473" y="328476"/>
                  </a:lnTo>
                  <a:lnTo>
                    <a:pt x="7398848" y="328476"/>
                  </a:lnTo>
                  <a:lnTo>
                    <a:pt x="7398973" y="328476"/>
                  </a:lnTo>
                  <a:lnTo>
                    <a:pt x="7399223" y="328476"/>
                  </a:lnTo>
                  <a:lnTo>
                    <a:pt x="7399598" y="328476"/>
                  </a:lnTo>
                  <a:lnTo>
                    <a:pt x="7400098" y="328476"/>
                  </a:lnTo>
                  <a:lnTo>
                    <a:pt x="7400223" y="328476"/>
                  </a:lnTo>
                  <a:lnTo>
                    <a:pt x="7400598" y="328476"/>
                  </a:lnTo>
                  <a:lnTo>
                    <a:pt x="7400974" y="328476"/>
                  </a:lnTo>
                  <a:lnTo>
                    <a:pt x="7401224" y="328476"/>
                  </a:lnTo>
                  <a:lnTo>
                    <a:pt x="7401724" y="328476"/>
                  </a:lnTo>
                  <a:lnTo>
                    <a:pt x="7401974" y="328476"/>
                  </a:lnTo>
                  <a:lnTo>
                    <a:pt x="7402224" y="328476"/>
                  </a:lnTo>
                  <a:lnTo>
                    <a:pt x="7402849" y="328476"/>
                  </a:lnTo>
                  <a:lnTo>
                    <a:pt x="7403099" y="328476"/>
                  </a:lnTo>
                  <a:lnTo>
                    <a:pt x="7403850" y="328476"/>
                  </a:lnTo>
                  <a:lnTo>
                    <a:pt x="7404725" y="328476"/>
                  </a:lnTo>
                  <a:lnTo>
                    <a:pt x="7404975" y="328476"/>
                  </a:lnTo>
                  <a:lnTo>
                    <a:pt x="7405600" y="328476"/>
                  </a:lnTo>
                  <a:lnTo>
                    <a:pt x="7405725" y="328476"/>
                  </a:lnTo>
                  <a:lnTo>
                    <a:pt x="7405975" y="328476"/>
                  </a:lnTo>
                  <a:lnTo>
                    <a:pt x="7406100" y="328476"/>
                  </a:lnTo>
                  <a:lnTo>
                    <a:pt x="7406475" y="328476"/>
                  </a:lnTo>
                  <a:lnTo>
                    <a:pt x="7406976" y="328476"/>
                  </a:lnTo>
                  <a:lnTo>
                    <a:pt x="7407726" y="328476"/>
                  </a:lnTo>
                  <a:lnTo>
                    <a:pt x="7407851" y="328476"/>
                  </a:lnTo>
                  <a:lnTo>
                    <a:pt x="7408101" y="328476"/>
                  </a:lnTo>
                  <a:lnTo>
                    <a:pt x="7408476" y="328476"/>
                  </a:lnTo>
                  <a:lnTo>
                    <a:pt x="7408851" y="328476"/>
                  </a:lnTo>
                  <a:lnTo>
                    <a:pt x="7408976" y="328476"/>
                  </a:lnTo>
                  <a:lnTo>
                    <a:pt x="7409101" y="328476"/>
                  </a:lnTo>
                  <a:lnTo>
                    <a:pt x="7409351" y="328476"/>
                  </a:lnTo>
                  <a:lnTo>
                    <a:pt x="7409476" y="328476"/>
                  </a:lnTo>
                  <a:lnTo>
                    <a:pt x="7409977" y="328476"/>
                  </a:lnTo>
                  <a:lnTo>
                    <a:pt x="7410727" y="328476"/>
                  </a:lnTo>
                  <a:lnTo>
                    <a:pt x="7410852" y="328476"/>
                  </a:lnTo>
                  <a:lnTo>
                    <a:pt x="7410977" y="328476"/>
                  </a:lnTo>
                  <a:lnTo>
                    <a:pt x="7411227" y="328476"/>
                  </a:lnTo>
                  <a:lnTo>
                    <a:pt x="7411352" y="328476"/>
                  </a:lnTo>
                  <a:lnTo>
                    <a:pt x="7411477" y="328476"/>
                  </a:lnTo>
                  <a:lnTo>
                    <a:pt x="7411852" y="328476"/>
                  </a:lnTo>
                  <a:lnTo>
                    <a:pt x="7412227" y="328476"/>
                  </a:lnTo>
                  <a:lnTo>
                    <a:pt x="7413228" y="328476"/>
                  </a:lnTo>
                  <a:lnTo>
                    <a:pt x="7413978" y="328476"/>
                  </a:lnTo>
                  <a:lnTo>
                    <a:pt x="7414103" y="328476"/>
                  </a:lnTo>
                  <a:lnTo>
                    <a:pt x="7414603" y="328476"/>
                  </a:lnTo>
                  <a:lnTo>
                    <a:pt x="7415228" y="328476"/>
                  </a:lnTo>
                  <a:lnTo>
                    <a:pt x="7415353" y="328476"/>
                  </a:lnTo>
                  <a:lnTo>
                    <a:pt x="7415729" y="328476"/>
                  </a:lnTo>
                  <a:lnTo>
                    <a:pt x="7416104" y="328476"/>
                  </a:lnTo>
                  <a:lnTo>
                    <a:pt x="7416354" y="328476"/>
                  </a:lnTo>
                  <a:lnTo>
                    <a:pt x="7416479" y="328476"/>
                  </a:lnTo>
                  <a:lnTo>
                    <a:pt x="7416729" y="328476"/>
                  </a:lnTo>
                  <a:lnTo>
                    <a:pt x="7416854" y="328476"/>
                  </a:lnTo>
                  <a:lnTo>
                    <a:pt x="7416979" y="328476"/>
                  </a:lnTo>
                  <a:lnTo>
                    <a:pt x="7417479" y="328476"/>
                  </a:lnTo>
                  <a:lnTo>
                    <a:pt x="7417604" y="328476"/>
                  </a:lnTo>
                  <a:lnTo>
                    <a:pt x="7417854" y="328476"/>
                  </a:lnTo>
                  <a:lnTo>
                    <a:pt x="7417979" y="328476"/>
                  </a:lnTo>
                  <a:lnTo>
                    <a:pt x="7418479" y="328476"/>
                  </a:lnTo>
                  <a:lnTo>
                    <a:pt x="7419605" y="328476"/>
                  </a:lnTo>
                  <a:lnTo>
                    <a:pt x="7419730" y="328476"/>
                  </a:lnTo>
                  <a:lnTo>
                    <a:pt x="7420230" y="328476"/>
                  </a:lnTo>
                  <a:lnTo>
                    <a:pt x="7420730" y="328476"/>
                  </a:lnTo>
                  <a:lnTo>
                    <a:pt x="7421230" y="328476"/>
                  </a:lnTo>
                  <a:lnTo>
                    <a:pt x="7421606" y="328476"/>
                  </a:lnTo>
                  <a:lnTo>
                    <a:pt x="7421981" y="328476"/>
                  </a:lnTo>
                  <a:lnTo>
                    <a:pt x="7422106" y="328476"/>
                  </a:lnTo>
                  <a:lnTo>
                    <a:pt x="7422356" y="328476"/>
                  </a:lnTo>
                  <a:lnTo>
                    <a:pt x="7422481" y="328476"/>
                  </a:lnTo>
                  <a:lnTo>
                    <a:pt x="7422606" y="328476"/>
                  </a:lnTo>
                  <a:lnTo>
                    <a:pt x="7422856" y="328476"/>
                  </a:lnTo>
                  <a:lnTo>
                    <a:pt x="7423106" y="328476"/>
                  </a:lnTo>
                  <a:lnTo>
                    <a:pt x="7423981" y="328476"/>
                  </a:lnTo>
                  <a:lnTo>
                    <a:pt x="7424106" y="328476"/>
                  </a:lnTo>
                  <a:lnTo>
                    <a:pt x="7424481" y="328476"/>
                  </a:lnTo>
                  <a:lnTo>
                    <a:pt x="7425107" y="328476"/>
                  </a:lnTo>
                  <a:lnTo>
                    <a:pt x="7425232" y="328476"/>
                  </a:lnTo>
                  <a:lnTo>
                    <a:pt x="7425732" y="328476"/>
                  </a:lnTo>
                  <a:lnTo>
                    <a:pt x="7426232" y="328476"/>
                  </a:lnTo>
                  <a:lnTo>
                    <a:pt x="7426482" y="328476"/>
                  </a:lnTo>
                  <a:lnTo>
                    <a:pt x="7427232" y="328476"/>
                  </a:lnTo>
                  <a:lnTo>
                    <a:pt x="7427357" y="328476"/>
                  </a:lnTo>
                  <a:lnTo>
                    <a:pt x="7427482" y="328476"/>
                  </a:lnTo>
                  <a:lnTo>
                    <a:pt x="7427733" y="328476"/>
                  </a:lnTo>
                  <a:lnTo>
                    <a:pt x="7427858" y="328476"/>
                  </a:lnTo>
                  <a:lnTo>
                    <a:pt x="7427983" y="328476"/>
                  </a:lnTo>
                  <a:lnTo>
                    <a:pt x="7428233" y="328476"/>
                  </a:lnTo>
                  <a:lnTo>
                    <a:pt x="7428483" y="328476"/>
                  </a:lnTo>
                  <a:lnTo>
                    <a:pt x="7428733" y="328476"/>
                  </a:lnTo>
                  <a:lnTo>
                    <a:pt x="7428983" y="328476"/>
                  </a:lnTo>
                  <a:lnTo>
                    <a:pt x="7429233" y="328476"/>
                  </a:lnTo>
                  <a:lnTo>
                    <a:pt x="7429358" y="328476"/>
                  </a:lnTo>
                  <a:lnTo>
                    <a:pt x="7429608" y="328476"/>
                  </a:lnTo>
                  <a:lnTo>
                    <a:pt x="7429733" y="328476"/>
                  </a:lnTo>
                  <a:lnTo>
                    <a:pt x="7429858" y="328476"/>
                  </a:lnTo>
                  <a:lnTo>
                    <a:pt x="7430734" y="328476"/>
                  </a:lnTo>
                  <a:lnTo>
                    <a:pt x="7431109" y="328476"/>
                  </a:lnTo>
                  <a:lnTo>
                    <a:pt x="7431734" y="328476"/>
                  </a:lnTo>
                  <a:lnTo>
                    <a:pt x="7432234" y="328476"/>
                  </a:lnTo>
                  <a:lnTo>
                    <a:pt x="7432359" y="328476"/>
                  </a:lnTo>
                  <a:lnTo>
                    <a:pt x="7432609" y="328476"/>
                  </a:lnTo>
                  <a:lnTo>
                    <a:pt x="7432984" y="328476"/>
                  </a:lnTo>
                  <a:lnTo>
                    <a:pt x="7433234" y="328476"/>
                  </a:lnTo>
                  <a:lnTo>
                    <a:pt x="7433359" y="328476"/>
                  </a:lnTo>
                  <a:lnTo>
                    <a:pt x="7433610" y="328476"/>
                  </a:lnTo>
                  <a:lnTo>
                    <a:pt x="7434610" y="328476"/>
                  </a:lnTo>
                  <a:lnTo>
                    <a:pt x="7435110" y="328476"/>
                  </a:lnTo>
                  <a:lnTo>
                    <a:pt x="7435485" y="328476"/>
                  </a:lnTo>
                  <a:lnTo>
                    <a:pt x="7436110" y="328476"/>
                  </a:lnTo>
                  <a:lnTo>
                    <a:pt x="7436235" y="328476"/>
                  </a:lnTo>
                  <a:lnTo>
                    <a:pt x="7436485" y="328476"/>
                  </a:lnTo>
                  <a:lnTo>
                    <a:pt x="7436611" y="328476"/>
                  </a:lnTo>
                  <a:lnTo>
                    <a:pt x="7436736" y="328476"/>
                  </a:lnTo>
                  <a:lnTo>
                    <a:pt x="7436861" y="328476"/>
                  </a:lnTo>
                  <a:lnTo>
                    <a:pt x="7436986" y="328476"/>
                  </a:lnTo>
                  <a:lnTo>
                    <a:pt x="7438236" y="328476"/>
                  </a:lnTo>
                  <a:lnTo>
                    <a:pt x="7438361" y="328476"/>
                  </a:lnTo>
                  <a:lnTo>
                    <a:pt x="7438486" y="328476"/>
                  </a:lnTo>
                  <a:lnTo>
                    <a:pt x="7438611" y="328476"/>
                  </a:lnTo>
                  <a:lnTo>
                    <a:pt x="7438986" y="328476"/>
                  </a:lnTo>
                  <a:lnTo>
                    <a:pt x="7439111" y="318522"/>
                  </a:lnTo>
                  <a:lnTo>
                    <a:pt x="7439236" y="318522"/>
                  </a:lnTo>
                  <a:lnTo>
                    <a:pt x="7439361" y="318522"/>
                  </a:lnTo>
                  <a:lnTo>
                    <a:pt x="7439862" y="318522"/>
                  </a:lnTo>
                  <a:lnTo>
                    <a:pt x="7440987" y="318522"/>
                  </a:lnTo>
                  <a:lnTo>
                    <a:pt x="7441237" y="318522"/>
                  </a:lnTo>
                  <a:lnTo>
                    <a:pt x="7441362" y="318522"/>
                  </a:lnTo>
                  <a:lnTo>
                    <a:pt x="7442112" y="318522"/>
                  </a:lnTo>
                  <a:lnTo>
                    <a:pt x="7442487" y="318522"/>
                  </a:lnTo>
                  <a:lnTo>
                    <a:pt x="7443113" y="318522"/>
                  </a:lnTo>
                  <a:lnTo>
                    <a:pt x="7443488" y="318522"/>
                  </a:lnTo>
                  <a:lnTo>
                    <a:pt x="7443613" y="318522"/>
                  </a:lnTo>
                  <a:lnTo>
                    <a:pt x="7444113" y="318522"/>
                  </a:lnTo>
                  <a:lnTo>
                    <a:pt x="7444238" y="318522"/>
                  </a:lnTo>
                  <a:lnTo>
                    <a:pt x="7444738" y="318522"/>
                  </a:lnTo>
                  <a:lnTo>
                    <a:pt x="7444863" y="318522"/>
                  </a:lnTo>
                  <a:lnTo>
                    <a:pt x="7444988" y="318522"/>
                  </a:lnTo>
                  <a:lnTo>
                    <a:pt x="7445113" y="318522"/>
                  </a:lnTo>
                  <a:lnTo>
                    <a:pt x="7445989" y="318522"/>
                  </a:lnTo>
                  <a:lnTo>
                    <a:pt x="7446614" y="318522"/>
                  </a:lnTo>
                  <a:lnTo>
                    <a:pt x="7446739" y="318522"/>
                  </a:lnTo>
                  <a:lnTo>
                    <a:pt x="7446864" y="318522"/>
                  </a:lnTo>
                  <a:lnTo>
                    <a:pt x="7447239" y="318522"/>
                  </a:lnTo>
                  <a:lnTo>
                    <a:pt x="7447989" y="318522"/>
                  </a:lnTo>
                  <a:lnTo>
                    <a:pt x="7448239" y="318522"/>
                  </a:lnTo>
                  <a:lnTo>
                    <a:pt x="7448489" y="318522"/>
                  </a:lnTo>
                  <a:lnTo>
                    <a:pt x="7449240" y="318522"/>
                  </a:lnTo>
                  <a:lnTo>
                    <a:pt x="7450115" y="318522"/>
                  </a:lnTo>
                  <a:lnTo>
                    <a:pt x="7450240" y="318522"/>
                  </a:lnTo>
                  <a:lnTo>
                    <a:pt x="7450490" y="318522"/>
                  </a:lnTo>
                  <a:lnTo>
                    <a:pt x="7450615" y="318522"/>
                  </a:lnTo>
                  <a:lnTo>
                    <a:pt x="7450990" y="318522"/>
                  </a:lnTo>
                  <a:lnTo>
                    <a:pt x="7451365" y="318522"/>
                  </a:lnTo>
                  <a:lnTo>
                    <a:pt x="7451491" y="318522"/>
                  </a:lnTo>
                  <a:lnTo>
                    <a:pt x="7451741" y="318522"/>
                  </a:lnTo>
                  <a:lnTo>
                    <a:pt x="7451866" y="318522"/>
                  </a:lnTo>
                  <a:lnTo>
                    <a:pt x="7452116" y="318522"/>
                  </a:lnTo>
                  <a:lnTo>
                    <a:pt x="7452241" y="318522"/>
                  </a:lnTo>
                  <a:lnTo>
                    <a:pt x="7452366" y="318522"/>
                  </a:lnTo>
                  <a:lnTo>
                    <a:pt x="7452991" y="318522"/>
                  </a:lnTo>
                  <a:lnTo>
                    <a:pt x="7453116" y="318522"/>
                  </a:lnTo>
                  <a:lnTo>
                    <a:pt x="7453241" y="318522"/>
                  </a:lnTo>
                  <a:lnTo>
                    <a:pt x="7454116" y="318522"/>
                  </a:lnTo>
                  <a:lnTo>
                    <a:pt x="7454241" y="318522"/>
                  </a:lnTo>
                  <a:lnTo>
                    <a:pt x="7454366" y="318522"/>
                  </a:lnTo>
                  <a:lnTo>
                    <a:pt x="7454617" y="318522"/>
                  </a:lnTo>
                  <a:lnTo>
                    <a:pt x="7454742" y="318522"/>
                  </a:lnTo>
                  <a:lnTo>
                    <a:pt x="7455117" y="318522"/>
                  </a:lnTo>
                  <a:lnTo>
                    <a:pt x="7455242" y="318522"/>
                  </a:lnTo>
                  <a:lnTo>
                    <a:pt x="7455617" y="318522"/>
                  </a:lnTo>
                  <a:lnTo>
                    <a:pt x="7456617" y="318522"/>
                  </a:lnTo>
                  <a:lnTo>
                    <a:pt x="7457367" y="318522"/>
                  </a:lnTo>
                  <a:lnTo>
                    <a:pt x="7457993" y="318522"/>
                  </a:lnTo>
                  <a:lnTo>
                    <a:pt x="7458368" y="318522"/>
                  </a:lnTo>
                  <a:lnTo>
                    <a:pt x="7458618" y="318522"/>
                  </a:lnTo>
                  <a:lnTo>
                    <a:pt x="7458993" y="318522"/>
                  </a:lnTo>
                  <a:lnTo>
                    <a:pt x="7459243" y="318522"/>
                  </a:lnTo>
                  <a:lnTo>
                    <a:pt x="7459868" y="308568"/>
                  </a:lnTo>
                  <a:lnTo>
                    <a:pt x="7460118" y="308568"/>
                  </a:lnTo>
                  <a:lnTo>
                    <a:pt x="7460243" y="308568"/>
                  </a:lnTo>
                  <a:lnTo>
                    <a:pt x="7460994" y="308568"/>
                  </a:lnTo>
                  <a:lnTo>
                    <a:pt x="7461119" y="308568"/>
                  </a:lnTo>
                  <a:lnTo>
                    <a:pt x="7461244" y="308568"/>
                  </a:lnTo>
                  <a:lnTo>
                    <a:pt x="7461744" y="308568"/>
                  </a:lnTo>
                  <a:lnTo>
                    <a:pt x="7462119" y="308568"/>
                  </a:lnTo>
                  <a:lnTo>
                    <a:pt x="7462244" y="308568"/>
                  </a:lnTo>
                  <a:lnTo>
                    <a:pt x="7462869" y="308568"/>
                  </a:lnTo>
                  <a:lnTo>
                    <a:pt x="7462994" y="308568"/>
                  </a:lnTo>
                  <a:lnTo>
                    <a:pt x="7463119" y="308568"/>
                  </a:lnTo>
                  <a:lnTo>
                    <a:pt x="7463870" y="308568"/>
                  </a:lnTo>
                  <a:lnTo>
                    <a:pt x="7464245" y="308568"/>
                  </a:lnTo>
                  <a:lnTo>
                    <a:pt x="7464370" y="308568"/>
                  </a:lnTo>
                  <a:lnTo>
                    <a:pt x="7464995" y="308568"/>
                  </a:lnTo>
                  <a:lnTo>
                    <a:pt x="7465120" y="308568"/>
                  </a:lnTo>
                  <a:lnTo>
                    <a:pt x="7465245" y="308568"/>
                  </a:lnTo>
                  <a:lnTo>
                    <a:pt x="7465370" y="308568"/>
                  </a:lnTo>
                  <a:lnTo>
                    <a:pt x="7465495" y="308568"/>
                  </a:lnTo>
                  <a:lnTo>
                    <a:pt x="7465745" y="308568"/>
                  </a:lnTo>
                  <a:lnTo>
                    <a:pt x="7465870" y="308568"/>
                  </a:lnTo>
                  <a:lnTo>
                    <a:pt x="7466370" y="308568"/>
                  </a:lnTo>
                  <a:lnTo>
                    <a:pt x="7466996" y="308568"/>
                  </a:lnTo>
                  <a:lnTo>
                    <a:pt x="7467121" y="308568"/>
                  </a:lnTo>
                  <a:lnTo>
                    <a:pt x="7467996" y="308568"/>
                  </a:lnTo>
                  <a:lnTo>
                    <a:pt x="7468246" y="308568"/>
                  </a:lnTo>
                  <a:lnTo>
                    <a:pt x="7468371" y="308568"/>
                  </a:lnTo>
                  <a:lnTo>
                    <a:pt x="7468496" y="308568"/>
                  </a:lnTo>
                  <a:lnTo>
                    <a:pt x="7468996" y="308568"/>
                  </a:lnTo>
                  <a:lnTo>
                    <a:pt x="7470247" y="308568"/>
                  </a:lnTo>
                  <a:lnTo>
                    <a:pt x="7470497" y="308568"/>
                  </a:lnTo>
                  <a:lnTo>
                    <a:pt x="7470747" y="308568"/>
                  </a:lnTo>
                  <a:lnTo>
                    <a:pt x="7470997" y="308568"/>
                  </a:lnTo>
                  <a:lnTo>
                    <a:pt x="7471497" y="308568"/>
                  </a:lnTo>
                  <a:lnTo>
                    <a:pt x="7471622" y="308568"/>
                  </a:lnTo>
                  <a:lnTo>
                    <a:pt x="7471747" y="308568"/>
                  </a:lnTo>
                  <a:lnTo>
                    <a:pt x="7472122" y="308568"/>
                  </a:lnTo>
                  <a:lnTo>
                    <a:pt x="7472623" y="308568"/>
                  </a:lnTo>
                  <a:lnTo>
                    <a:pt x="7472748" y="308568"/>
                  </a:lnTo>
                  <a:lnTo>
                    <a:pt x="7472873" y="308568"/>
                  </a:lnTo>
                  <a:lnTo>
                    <a:pt x="7473123" y="308568"/>
                  </a:lnTo>
                  <a:lnTo>
                    <a:pt x="7473623" y="308568"/>
                  </a:lnTo>
                  <a:lnTo>
                    <a:pt x="7473873" y="308568"/>
                  </a:lnTo>
                  <a:lnTo>
                    <a:pt x="7474498" y="308568"/>
                  </a:lnTo>
                  <a:lnTo>
                    <a:pt x="7475248" y="308568"/>
                  </a:lnTo>
                  <a:lnTo>
                    <a:pt x="7476499" y="308568"/>
                  </a:lnTo>
                  <a:lnTo>
                    <a:pt x="7476624" y="308568"/>
                  </a:lnTo>
                  <a:lnTo>
                    <a:pt x="7476749" y="308568"/>
                  </a:lnTo>
                  <a:lnTo>
                    <a:pt x="7476999" y="308568"/>
                  </a:lnTo>
                  <a:lnTo>
                    <a:pt x="7477374" y="308568"/>
                  </a:lnTo>
                  <a:lnTo>
                    <a:pt x="7477499" y="308568"/>
                  </a:lnTo>
                  <a:lnTo>
                    <a:pt x="7477874" y="308568"/>
                  </a:lnTo>
                  <a:lnTo>
                    <a:pt x="7477999" y="308568"/>
                  </a:lnTo>
                  <a:lnTo>
                    <a:pt x="7478124" y="308568"/>
                  </a:lnTo>
                  <a:lnTo>
                    <a:pt x="7478249" y="308568"/>
                  </a:lnTo>
                  <a:lnTo>
                    <a:pt x="7479250" y="308568"/>
                  </a:lnTo>
                  <a:lnTo>
                    <a:pt x="7479375" y="308568"/>
                  </a:lnTo>
                  <a:lnTo>
                    <a:pt x="7479500" y="308568"/>
                  </a:lnTo>
                  <a:lnTo>
                    <a:pt x="7479625" y="308568"/>
                  </a:lnTo>
                  <a:lnTo>
                    <a:pt x="7479750" y="308568"/>
                  </a:lnTo>
                  <a:lnTo>
                    <a:pt x="7480250" y="308568"/>
                  </a:lnTo>
                  <a:lnTo>
                    <a:pt x="7480375" y="308568"/>
                  </a:lnTo>
                  <a:lnTo>
                    <a:pt x="7480750" y="308568"/>
                  </a:lnTo>
                  <a:lnTo>
                    <a:pt x="7480875" y="308568"/>
                  </a:lnTo>
                  <a:lnTo>
                    <a:pt x="7481250" y="308568"/>
                  </a:lnTo>
                  <a:lnTo>
                    <a:pt x="7481375" y="308568"/>
                  </a:lnTo>
                  <a:lnTo>
                    <a:pt x="7481501" y="308568"/>
                  </a:lnTo>
                  <a:lnTo>
                    <a:pt x="7482376" y="308568"/>
                  </a:lnTo>
                  <a:lnTo>
                    <a:pt x="7483251" y="308568"/>
                  </a:lnTo>
                  <a:lnTo>
                    <a:pt x="7483501" y="308568"/>
                  </a:lnTo>
                  <a:lnTo>
                    <a:pt x="7483751" y="308568"/>
                  </a:lnTo>
                  <a:lnTo>
                    <a:pt x="7484126" y="308568"/>
                  </a:lnTo>
                  <a:lnTo>
                    <a:pt x="7484877" y="308568"/>
                  </a:lnTo>
                  <a:lnTo>
                    <a:pt x="7485252" y="308568"/>
                  </a:lnTo>
                  <a:lnTo>
                    <a:pt x="7485502" y="308568"/>
                  </a:lnTo>
                  <a:lnTo>
                    <a:pt x="7485627" y="308568"/>
                  </a:lnTo>
                  <a:lnTo>
                    <a:pt x="7485752" y="308568"/>
                  </a:lnTo>
                  <a:lnTo>
                    <a:pt x="7485877" y="308568"/>
                  </a:lnTo>
                  <a:lnTo>
                    <a:pt x="7486002" y="308568"/>
                  </a:lnTo>
                  <a:lnTo>
                    <a:pt x="7486127" y="308568"/>
                  </a:lnTo>
                  <a:lnTo>
                    <a:pt x="7486377" y="308568"/>
                  </a:lnTo>
                  <a:lnTo>
                    <a:pt x="7486752" y="298614"/>
                  </a:lnTo>
                  <a:lnTo>
                    <a:pt x="7487002" y="298614"/>
                  </a:lnTo>
                  <a:lnTo>
                    <a:pt x="7487127" y="298614"/>
                  </a:lnTo>
                  <a:lnTo>
                    <a:pt x="7487252" y="298614"/>
                  </a:lnTo>
                  <a:lnTo>
                    <a:pt x="7487377" y="298614"/>
                  </a:lnTo>
                  <a:lnTo>
                    <a:pt x="7487503" y="298614"/>
                  </a:lnTo>
                  <a:lnTo>
                    <a:pt x="7487628" y="298614"/>
                  </a:lnTo>
                  <a:lnTo>
                    <a:pt x="7488503" y="298614"/>
                  </a:lnTo>
                  <a:lnTo>
                    <a:pt x="7489128" y="298614"/>
                  </a:lnTo>
                  <a:lnTo>
                    <a:pt x="7489378" y="298614"/>
                  </a:lnTo>
                  <a:lnTo>
                    <a:pt x="7489628" y="298614"/>
                  </a:lnTo>
                  <a:lnTo>
                    <a:pt x="7490128" y="298614"/>
                  </a:lnTo>
                  <a:lnTo>
                    <a:pt x="7490504" y="298614"/>
                  </a:lnTo>
                  <a:lnTo>
                    <a:pt x="7490629" y="298614"/>
                  </a:lnTo>
                  <a:lnTo>
                    <a:pt x="7490754" y="298614"/>
                  </a:lnTo>
                  <a:lnTo>
                    <a:pt x="7491254" y="298614"/>
                  </a:lnTo>
                  <a:lnTo>
                    <a:pt x="7491379" y="298614"/>
                  </a:lnTo>
                  <a:lnTo>
                    <a:pt x="7492129" y="298614"/>
                  </a:lnTo>
                  <a:lnTo>
                    <a:pt x="7492629" y="298614"/>
                  </a:lnTo>
                  <a:lnTo>
                    <a:pt x="7492754" y="298614"/>
                  </a:lnTo>
                  <a:lnTo>
                    <a:pt x="7493254" y="298614"/>
                  </a:lnTo>
                  <a:lnTo>
                    <a:pt x="7493505" y="298614"/>
                  </a:lnTo>
                  <a:lnTo>
                    <a:pt x="7493755" y="298614"/>
                  </a:lnTo>
                  <a:lnTo>
                    <a:pt x="7493880" y="298614"/>
                  </a:lnTo>
                  <a:lnTo>
                    <a:pt x="7494005" y="298614"/>
                  </a:lnTo>
                  <a:lnTo>
                    <a:pt x="7494255" y="298614"/>
                  </a:lnTo>
                  <a:lnTo>
                    <a:pt x="7494755" y="288660"/>
                  </a:lnTo>
                  <a:lnTo>
                    <a:pt x="7495130" y="288660"/>
                  </a:lnTo>
                  <a:lnTo>
                    <a:pt x="7495505" y="288660"/>
                  </a:lnTo>
                  <a:lnTo>
                    <a:pt x="7495755" y="288660"/>
                  </a:lnTo>
                  <a:lnTo>
                    <a:pt x="7496506" y="288660"/>
                  </a:lnTo>
                  <a:lnTo>
                    <a:pt x="7497381" y="288660"/>
                  </a:lnTo>
                  <a:lnTo>
                    <a:pt x="7497631" y="288660"/>
                  </a:lnTo>
                  <a:lnTo>
                    <a:pt x="7497756" y="288660"/>
                  </a:lnTo>
                  <a:lnTo>
                    <a:pt x="7498256" y="288660"/>
                  </a:lnTo>
                  <a:lnTo>
                    <a:pt x="7498381" y="288660"/>
                  </a:lnTo>
                  <a:lnTo>
                    <a:pt x="7498631" y="288660"/>
                  </a:lnTo>
                  <a:lnTo>
                    <a:pt x="7499006" y="288660"/>
                  </a:lnTo>
                  <a:lnTo>
                    <a:pt x="7499256" y="288660"/>
                  </a:lnTo>
                  <a:lnTo>
                    <a:pt x="7499632" y="288660"/>
                  </a:lnTo>
                  <a:lnTo>
                    <a:pt x="7500382" y="278707"/>
                  </a:lnTo>
                  <a:lnTo>
                    <a:pt x="7501007" y="278707"/>
                  </a:lnTo>
                  <a:lnTo>
                    <a:pt x="7501257" y="268753"/>
                  </a:lnTo>
                  <a:lnTo>
                    <a:pt x="7501882" y="268753"/>
                  </a:lnTo>
                  <a:lnTo>
                    <a:pt x="7502132" y="268753"/>
                  </a:lnTo>
                  <a:lnTo>
                    <a:pt x="7502633" y="268753"/>
                  </a:lnTo>
                  <a:lnTo>
                    <a:pt x="7502758" y="268753"/>
                  </a:lnTo>
                  <a:lnTo>
                    <a:pt x="7502883" y="268753"/>
                  </a:lnTo>
                  <a:lnTo>
                    <a:pt x="7503258" y="268753"/>
                  </a:lnTo>
                  <a:lnTo>
                    <a:pt x="7503383" y="268753"/>
                  </a:lnTo>
                  <a:lnTo>
                    <a:pt x="7503508" y="268753"/>
                  </a:lnTo>
                  <a:lnTo>
                    <a:pt x="7504883" y="268753"/>
                  </a:lnTo>
                  <a:lnTo>
                    <a:pt x="7505634" y="268753"/>
                  </a:lnTo>
                  <a:lnTo>
                    <a:pt x="7505884" y="268753"/>
                  </a:lnTo>
                  <a:lnTo>
                    <a:pt x="7506509" y="268753"/>
                  </a:lnTo>
                  <a:lnTo>
                    <a:pt x="7506634" y="268753"/>
                  </a:lnTo>
                  <a:lnTo>
                    <a:pt x="7506884" y="268753"/>
                  </a:lnTo>
                  <a:lnTo>
                    <a:pt x="7507009" y="268753"/>
                  </a:lnTo>
                  <a:lnTo>
                    <a:pt x="7507134" y="268753"/>
                  </a:lnTo>
                  <a:lnTo>
                    <a:pt x="7507259" y="268753"/>
                  </a:lnTo>
                  <a:lnTo>
                    <a:pt x="7507884" y="268753"/>
                  </a:lnTo>
                  <a:lnTo>
                    <a:pt x="7508134" y="268753"/>
                  </a:lnTo>
                  <a:lnTo>
                    <a:pt x="7508760" y="268753"/>
                  </a:lnTo>
                  <a:lnTo>
                    <a:pt x="7508885" y="268753"/>
                  </a:lnTo>
                  <a:lnTo>
                    <a:pt x="7509010" y="268753"/>
                  </a:lnTo>
                  <a:lnTo>
                    <a:pt x="7509635" y="268753"/>
                  </a:lnTo>
                  <a:lnTo>
                    <a:pt x="7510260" y="268753"/>
                  </a:lnTo>
                  <a:lnTo>
                    <a:pt x="7510385" y="268753"/>
                  </a:lnTo>
                  <a:lnTo>
                    <a:pt x="7510635" y="268753"/>
                  </a:lnTo>
                  <a:lnTo>
                    <a:pt x="7510760" y="268753"/>
                  </a:lnTo>
                  <a:lnTo>
                    <a:pt x="7510885" y="268753"/>
                  </a:lnTo>
                  <a:lnTo>
                    <a:pt x="7511010" y="268753"/>
                  </a:lnTo>
                  <a:lnTo>
                    <a:pt x="7511386" y="268753"/>
                  </a:lnTo>
                  <a:lnTo>
                    <a:pt x="7511511" y="268753"/>
                  </a:lnTo>
                  <a:lnTo>
                    <a:pt x="7511636" y="268753"/>
                  </a:lnTo>
                  <a:lnTo>
                    <a:pt x="7512886" y="268753"/>
                  </a:lnTo>
                  <a:lnTo>
                    <a:pt x="7513011" y="268753"/>
                  </a:lnTo>
                  <a:lnTo>
                    <a:pt x="7513136" y="268753"/>
                  </a:lnTo>
                  <a:lnTo>
                    <a:pt x="7513386" y="268753"/>
                  </a:lnTo>
                  <a:lnTo>
                    <a:pt x="7513511" y="268753"/>
                  </a:lnTo>
                  <a:lnTo>
                    <a:pt x="7514261" y="268753"/>
                  </a:lnTo>
                  <a:lnTo>
                    <a:pt x="7514387" y="268753"/>
                  </a:lnTo>
                  <a:lnTo>
                    <a:pt x="7514762" y="268753"/>
                  </a:lnTo>
                  <a:lnTo>
                    <a:pt x="7514887" y="268753"/>
                  </a:lnTo>
                  <a:lnTo>
                    <a:pt x="7515137" y="268753"/>
                  </a:lnTo>
                  <a:lnTo>
                    <a:pt x="7515387" y="268753"/>
                  </a:lnTo>
                  <a:lnTo>
                    <a:pt x="7515762" y="268753"/>
                  </a:lnTo>
                  <a:lnTo>
                    <a:pt x="7515887" y="268753"/>
                  </a:lnTo>
                  <a:lnTo>
                    <a:pt x="7516637" y="268753"/>
                  </a:lnTo>
                  <a:lnTo>
                    <a:pt x="7516887" y="268753"/>
                  </a:lnTo>
                  <a:lnTo>
                    <a:pt x="7517012" y="268753"/>
                  </a:lnTo>
                  <a:lnTo>
                    <a:pt x="7517638" y="268753"/>
                  </a:lnTo>
                  <a:lnTo>
                    <a:pt x="7517763" y="268753"/>
                  </a:lnTo>
                  <a:lnTo>
                    <a:pt x="7517888" y="268753"/>
                  </a:lnTo>
                  <a:lnTo>
                    <a:pt x="7518263" y="268753"/>
                  </a:lnTo>
                  <a:lnTo>
                    <a:pt x="7518513" y="268753"/>
                  </a:lnTo>
                  <a:lnTo>
                    <a:pt x="7518638" y="268753"/>
                  </a:lnTo>
                  <a:lnTo>
                    <a:pt x="7518763" y="268753"/>
                  </a:lnTo>
                  <a:lnTo>
                    <a:pt x="7519013" y="268753"/>
                  </a:lnTo>
                  <a:lnTo>
                    <a:pt x="7519138" y="268753"/>
                  </a:lnTo>
                  <a:lnTo>
                    <a:pt x="7519888" y="268753"/>
                  </a:lnTo>
                  <a:lnTo>
                    <a:pt x="7520138" y="268753"/>
                  </a:lnTo>
                  <a:lnTo>
                    <a:pt x="7520263" y="268753"/>
                  </a:lnTo>
                  <a:lnTo>
                    <a:pt x="7522139" y="268753"/>
                  </a:lnTo>
                  <a:lnTo>
                    <a:pt x="7522389" y="268753"/>
                  </a:lnTo>
                  <a:lnTo>
                    <a:pt x="7522639" y="268753"/>
                  </a:lnTo>
                  <a:lnTo>
                    <a:pt x="7522889" y="268753"/>
                  </a:lnTo>
                  <a:lnTo>
                    <a:pt x="7523014" y="268753"/>
                  </a:lnTo>
                  <a:lnTo>
                    <a:pt x="7523515" y="268753"/>
                  </a:lnTo>
                  <a:lnTo>
                    <a:pt x="7523640" y="268753"/>
                  </a:lnTo>
                  <a:lnTo>
                    <a:pt x="7523765" y="268753"/>
                  </a:lnTo>
                  <a:lnTo>
                    <a:pt x="7523890" y="268753"/>
                  </a:lnTo>
                  <a:lnTo>
                    <a:pt x="7524140" y="268753"/>
                  </a:lnTo>
                  <a:lnTo>
                    <a:pt x="7525390" y="268753"/>
                  </a:lnTo>
                  <a:lnTo>
                    <a:pt x="7525640" y="268753"/>
                  </a:lnTo>
                  <a:lnTo>
                    <a:pt x="7525765" y="268753"/>
                  </a:lnTo>
                  <a:lnTo>
                    <a:pt x="7526391" y="268753"/>
                  </a:lnTo>
                  <a:lnTo>
                    <a:pt x="7526516" y="268753"/>
                  </a:lnTo>
                  <a:lnTo>
                    <a:pt x="7527016" y="268753"/>
                  </a:lnTo>
                  <a:lnTo>
                    <a:pt x="7527141" y="268753"/>
                  </a:lnTo>
                  <a:lnTo>
                    <a:pt x="7527266" y="268753"/>
                  </a:lnTo>
                  <a:lnTo>
                    <a:pt x="7527516" y="268753"/>
                  </a:lnTo>
                  <a:lnTo>
                    <a:pt x="7528141" y="268753"/>
                  </a:lnTo>
                  <a:lnTo>
                    <a:pt x="7528266" y="268753"/>
                  </a:lnTo>
                  <a:lnTo>
                    <a:pt x="7528891" y="268753"/>
                  </a:lnTo>
                  <a:lnTo>
                    <a:pt x="7529016" y="268753"/>
                  </a:lnTo>
                  <a:lnTo>
                    <a:pt x="7529141" y="268753"/>
                  </a:lnTo>
                  <a:lnTo>
                    <a:pt x="7529642" y="268753"/>
                  </a:lnTo>
                  <a:lnTo>
                    <a:pt x="7530267" y="268753"/>
                  </a:lnTo>
                  <a:lnTo>
                    <a:pt x="7530517" y="268753"/>
                  </a:lnTo>
                  <a:lnTo>
                    <a:pt x="7530767" y="268753"/>
                  </a:lnTo>
                  <a:lnTo>
                    <a:pt x="7531017" y="268753"/>
                  </a:lnTo>
                  <a:lnTo>
                    <a:pt x="7531142" y="268753"/>
                  </a:lnTo>
                  <a:lnTo>
                    <a:pt x="7531267" y="268753"/>
                  </a:lnTo>
                  <a:lnTo>
                    <a:pt x="7532017" y="268753"/>
                  </a:lnTo>
                  <a:lnTo>
                    <a:pt x="7532142" y="268753"/>
                  </a:lnTo>
                  <a:lnTo>
                    <a:pt x="7532268" y="268753"/>
                  </a:lnTo>
                  <a:lnTo>
                    <a:pt x="7532393" y="268753"/>
                  </a:lnTo>
                  <a:lnTo>
                    <a:pt x="7532768" y="268753"/>
                  </a:lnTo>
                  <a:lnTo>
                    <a:pt x="7532893" y="268753"/>
                  </a:lnTo>
                  <a:lnTo>
                    <a:pt x="7533268" y="268753"/>
                  </a:lnTo>
                  <a:lnTo>
                    <a:pt x="7533893" y="268753"/>
                  </a:lnTo>
                  <a:lnTo>
                    <a:pt x="7534393" y="268753"/>
                  </a:lnTo>
                  <a:lnTo>
                    <a:pt x="7534518" y="268753"/>
                  </a:lnTo>
                  <a:lnTo>
                    <a:pt x="7534643" y="268753"/>
                  </a:lnTo>
                  <a:lnTo>
                    <a:pt x="7534768" y="268753"/>
                  </a:lnTo>
                  <a:lnTo>
                    <a:pt x="7535018" y="268753"/>
                  </a:lnTo>
                  <a:lnTo>
                    <a:pt x="7535269" y="268753"/>
                  </a:lnTo>
                  <a:lnTo>
                    <a:pt x="7536144" y="268753"/>
                  </a:lnTo>
                  <a:lnTo>
                    <a:pt x="7536269" y="268753"/>
                  </a:lnTo>
                  <a:lnTo>
                    <a:pt x="7536644" y="268753"/>
                  </a:lnTo>
                  <a:lnTo>
                    <a:pt x="7536894" y="268753"/>
                  </a:lnTo>
                  <a:lnTo>
                    <a:pt x="7537019" y="268753"/>
                  </a:lnTo>
                  <a:lnTo>
                    <a:pt x="7537394" y="268753"/>
                  </a:lnTo>
                  <a:lnTo>
                    <a:pt x="7537519" y="268753"/>
                  </a:lnTo>
                  <a:lnTo>
                    <a:pt x="7538019" y="268753"/>
                  </a:lnTo>
                  <a:lnTo>
                    <a:pt x="7539395" y="268753"/>
                  </a:lnTo>
                  <a:lnTo>
                    <a:pt x="7539520" y="268753"/>
                  </a:lnTo>
                  <a:lnTo>
                    <a:pt x="7539645" y="268753"/>
                  </a:lnTo>
                  <a:lnTo>
                    <a:pt x="7539895" y="268753"/>
                  </a:lnTo>
                  <a:lnTo>
                    <a:pt x="7540145" y="268753"/>
                  </a:lnTo>
                  <a:lnTo>
                    <a:pt x="7540395" y="268753"/>
                  </a:lnTo>
                  <a:lnTo>
                    <a:pt x="7540895" y="268753"/>
                  </a:lnTo>
                  <a:lnTo>
                    <a:pt x="7541020" y="268753"/>
                  </a:lnTo>
                  <a:lnTo>
                    <a:pt x="7541396" y="268753"/>
                  </a:lnTo>
                  <a:lnTo>
                    <a:pt x="7541521" y="268753"/>
                  </a:lnTo>
                  <a:lnTo>
                    <a:pt x="7541896" y="268753"/>
                  </a:lnTo>
                  <a:lnTo>
                    <a:pt x="7542021" y="268753"/>
                  </a:lnTo>
                  <a:lnTo>
                    <a:pt x="7542271" y="268753"/>
                  </a:lnTo>
                  <a:lnTo>
                    <a:pt x="7542396" y="268753"/>
                  </a:lnTo>
                  <a:lnTo>
                    <a:pt x="7542521" y="268753"/>
                  </a:lnTo>
                  <a:lnTo>
                    <a:pt x="7542646" y="268753"/>
                  </a:lnTo>
                  <a:lnTo>
                    <a:pt x="7543521" y="268753"/>
                  </a:lnTo>
                  <a:lnTo>
                    <a:pt x="7543646" y="268753"/>
                  </a:lnTo>
                  <a:lnTo>
                    <a:pt x="7543896" y="268753"/>
                  </a:lnTo>
                  <a:lnTo>
                    <a:pt x="7544021" y="268753"/>
                  </a:lnTo>
                  <a:lnTo>
                    <a:pt x="7544146" y="268753"/>
                  </a:lnTo>
                  <a:lnTo>
                    <a:pt x="7544397" y="268753"/>
                  </a:lnTo>
                  <a:lnTo>
                    <a:pt x="7544772" y="268753"/>
                  </a:lnTo>
                  <a:lnTo>
                    <a:pt x="7544897" y="268753"/>
                  </a:lnTo>
                  <a:lnTo>
                    <a:pt x="7545022" y="268753"/>
                  </a:lnTo>
                  <a:lnTo>
                    <a:pt x="7545397" y="268753"/>
                  </a:lnTo>
                  <a:lnTo>
                    <a:pt x="7546272" y="268753"/>
                  </a:lnTo>
                  <a:lnTo>
                    <a:pt x="7546647" y="268753"/>
                  </a:lnTo>
                  <a:lnTo>
                    <a:pt x="7546772" y="268753"/>
                  </a:lnTo>
                  <a:lnTo>
                    <a:pt x="7547398" y="268753"/>
                  </a:lnTo>
                  <a:lnTo>
                    <a:pt x="7547523" y="268753"/>
                  </a:lnTo>
                  <a:lnTo>
                    <a:pt x="7547773" y="268753"/>
                  </a:lnTo>
                  <a:lnTo>
                    <a:pt x="7548273" y="268753"/>
                  </a:lnTo>
                  <a:lnTo>
                    <a:pt x="7548398" y="268753"/>
                  </a:lnTo>
                  <a:lnTo>
                    <a:pt x="7548523" y="268753"/>
                  </a:lnTo>
                  <a:lnTo>
                    <a:pt x="7548898" y="268753"/>
                  </a:lnTo>
                  <a:lnTo>
                    <a:pt x="7549023" y="268753"/>
                  </a:lnTo>
                  <a:lnTo>
                    <a:pt x="7549523" y="268753"/>
                  </a:lnTo>
                  <a:lnTo>
                    <a:pt x="7549648" y="268753"/>
                  </a:lnTo>
                  <a:lnTo>
                    <a:pt x="7550023" y="268753"/>
                  </a:lnTo>
                  <a:lnTo>
                    <a:pt x="7550399" y="268753"/>
                  </a:lnTo>
                  <a:lnTo>
                    <a:pt x="7550899" y="268753"/>
                  </a:lnTo>
                  <a:lnTo>
                    <a:pt x="7551524" y="268753"/>
                  </a:lnTo>
                  <a:lnTo>
                    <a:pt x="7551649" y="268753"/>
                  </a:lnTo>
                  <a:lnTo>
                    <a:pt x="7552024" y="268753"/>
                  </a:lnTo>
                  <a:lnTo>
                    <a:pt x="7552149" y="268753"/>
                  </a:lnTo>
                  <a:lnTo>
                    <a:pt x="7552649" y="268753"/>
                  </a:lnTo>
                  <a:lnTo>
                    <a:pt x="7552899" y="268753"/>
                  </a:lnTo>
                  <a:lnTo>
                    <a:pt x="7553024" y="268753"/>
                  </a:lnTo>
                  <a:lnTo>
                    <a:pt x="7553400" y="268753"/>
                  </a:lnTo>
                  <a:lnTo>
                    <a:pt x="7553650" y="268753"/>
                  </a:lnTo>
                  <a:lnTo>
                    <a:pt x="7553775" y="268753"/>
                  </a:lnTo>
                  <a:lnTo>
                    <a:pt x="7554150" y="268753"/>
                  </a:lnTo>
                  <a:lnTo>
                    <a:pt x="7554275" y="268753"/>
                  </a:lnTo>
                  <a:lnTo>
                    <a:pt x="7554900" y="268753"/>
                  </a:lnTo>
                  <a:lnTo>
                    <a:pt x="7555025" y="268753"/>
                  </a:lnTo>
                  <a:lnTo>
                    <a:pt x="7555150" y="268753"/>
                  </a:lnTo>
                  <a:lnTo>
                    <a:pt x="7555650" y="268753"/>
                  </a:lnTo>
                  <a:lnTo>
                    <a:pt x="7555900" y="268753"/>
                  </a:lnTo>
                  <a:lnTo>
                    <a:pt x="7556025" y="268753"/>
                  </a:lnTo>
                  <a:lnTo>
                    <a:pt x="7556651" y="268753"/>
                  </a:lnTo>
                  <a:lnTo>
                    <a:pt x="7557026" y="268753"/>
                  </a:lnTo>
                  <a:lnTo>
                    <a:pt x="7557151" y="268753"/>
                  </a:lnTo>
                  <a:lnTo>
                    <a:pt x="7557276" y="268753"/>
                  </a:lnTo>
                  <a:lnTo>
                    <a:pt x="7557401" y="268753"/>
                  </a:lnTo>
                  <a:lnTo>
                    <a:pt x="7557901" y="268753"/>
                  </a:lnTo>
                  <a:lnTo>
                    <a:pt x="7558026" y="268753"/>
                  </a:lnTo>
                  <a:lnTo>
                    <a:pt x="7558276" y="268753"/>
                  </a:lnTo>
                  <a:lnTo>
                    <a:pt x="7558401" y="268753"/>
                  </a:lnTo>
                  <a:lnTo>
                    <a:pt x="7558526" y="268753"/>
                  </a:lnTo>
                  <a:lnTo>
                    <a:pt x="7558651" y="268753"/>
                  </a:lnTo>
                  <a:lnTo>
                    <a:pt x="7558776" y="268753"/>
                  </a:lnTo>
                  <a:lnTo>
                    <a:pt x="7560402" y="268753"/>
                  </a:lnTo>
                  <a:lnTo>
                    <a:pt x="7560777" y="268753"/>
                  </a:lnTo>
                  <a:lnTo>
                    <a:pt x="7560902" y="268753"/>
                  </a:lnTo>
                  <a:lnTo>
                    <a:pt x="7561027" y="268753"/>
                  </a:lnTo>
                  <a:lnTo>
                    <a:pt x="7561152" y="268753"/>
                  </a:lnTo>
                  <a:lnTo>
                    <a:pt x="7561402" y="268753"/>
                  </a:lnTo>
                  <a:lnTo>
                    <a:pt x="7561652" y="268753"/>
                  </a:lnTo>
                  <a:lnTo>
                    <a:pt x="7562027" y="268753"/>
                  </a:lnTo>
                  <a:lnTo>
                    <a:pt x="7562152" y="268753"/>
                  </a:lnTo>
                  <a:lnTo>
                    <a:pt x="7562903" y="268753"/>
                  </a:lnTo>
                  <a:lnTo>
                    <a:pt x="7563278" y="268753"/>
                  </a:lnTo>
                  <a:lnTo>
                    <a:pt x="7563403" y="268753"/>
                  </a:lnTo>
                  <a:lnTo>
                    <a:pt x="7564028" y="268753"/>
                  </a:lnTo>
                  <a:lnTo>
                    <a:pt x="7564153" y="268753"/>
                  </a:lnTo>
                  <a:lnTo>
                    <a:pt x="7564653" y="268753"/>
                  </a:lnTo>
                  <a:lnTo>
                    <a:pt x="7564778" y="268753"/>
                  </a:lnTo>
                  <a:lnTo>
                    <a:pt x="7565279" y="268753"/>
                  </a:lnTo>
                  <a:lnTo>
                    <a:pt x="7565404" y="268753"/>
                  </a:lnTo>
                  <a:lnTo>
                    <a:pt x="7565654" y="268753"/>
                  </a:lnTo>
                  <a:lnTo>
                    <a:pt x="7565904" y="268753"/>
                  </a:lnTo>
                  <a:lnTo>
                    <a:pt x="7566404" y="268753"/>
                  </a:lnTo>
                  <a:lnTo>
                    <a:pt x="7566779" y="268753"/>
                  </a:lnTo>
                  <a:lnTo>
                    <a:pt x="7567154" y="268753"/>
                  </a:lnTo>
                  <a:lnTo>
                    <a:pt x="7567279" y="268753"/>
                  </a:lnTo>
                  <a:lnTo>
                    <a:pt x="7567404" y="268753"/>
                  </a:lnTo>
                  <a:lnTo>
                    <a:pt x="7567529" y="268753"/>
                  </a:lnTo>
                  <a:lnTo>
                    <a:pt x="7568280" y="268753"/>
                  </a:lnTo>
                  <a:lnTo>
                    <a:pt x="7568405" y="268753"/>
                  </a:lnTo>
                  <a:lnTo>
                    <a:pt x="7568530" y="268753"/>
                  </a:lnTo>
                  <a:lnTo>
                    <a:pt x="7568780" y="268753"/>
                  </a:lnTo>
                  <a:lnTo>
                    <a:pt x="7569030" y="268753"/>
                  </a:lnTo>
                  <a:lnTo>
                    <a:pt x="7569155" y="268753"/>
                  </a:lnTo>
                  <a:lnTo>
                    <a:pt x="7569655" y="268753"/>
                  </a:lnTo>
                  <a:lnTo>
                    <a:pt x="7569780" y="268753"/>
                  </a:lnTo>
                  <a:lnTo>
                    <a:pt x="7570405" y="268753"/>
                  </a:lnTo>
                  <a:lnTo>
                    <a:pt x="7571030" y="268753"/>
                  </a:lnTo>
                  <a:lnTo>
                    <a:pt x="7572031" y="268753"/>
                  </a:lnTo>
                  <a:lnTo>
                    <a:pt x="7572406" y="268753"/>
                  </a:lnTo>
                  <a:lnTo>
                    <a:pt x="7572531" y="268753"/>
                  </a:lnTo>
                  <a:lnTo>
                    <a:pt x="7573531" y="268753"/>
                  </a:lnTo>
                  <a:lnTo>
                    <a:pt x="7573781" y="268753"/>
                  </a:lnTo>
                  <a:lnTo>
                    <a:pt x="7573906" y="268753"/>
                  </a:lnTo>
                  <a:lnTo>
                    <a:pt x="7574407" y="268753"/>
                  </a:lnTo>
                  <a:lnTo>
                    <a:pt x="7574532" y="268753"/>
                  </a:lnTo>
                  <a:lnTo>
                    <a:pt x="7574657" y="268753"/>
                  </a:lnTo>
                  <a:lnTo>
                    <a:pt x="7574782" y="268753"/>
                  </a:lnTo>
                  <a:lnTo>
                    <a:pt x="7575157" y="268753"/>
                  </a:lnTo>
                  <a:lnTo>
                    <a:pt x="7575282" y="268753"/>
                  </a:lnTo>
                  <a:lnTo>
                    <a:pt x="7575532" y="268753"/>
                  </a:lnTo>
                  <a:lnTo>
                    <a:pt x="7575657" y="268753"/>
                  </a:lnTo>
                  <a:lnTo>
                    <a:pt x="7575782" y="268753"/>
                  </a:lnTo>
                  <a:lnTo>
                    <a:pt x="7576032" y="268753"/>
                  </a:lnTo>
                  <a:lnTo>
                    <a:pt x="7576407" y="268753"/>
                  </a:lnTo>
                  <a:lnTo>
                    <a:pt x="7577158" y="268753"/>
                  </a:lnTo>
                  <a:lnTo>
                    <a:pt x="7577408" y="268753"/>
                  </a:lnTo>
                  <a:lnTo>
                    <a:pt x="7577533" y="268753"/>
                  </a:lnTo>
                  <a:lnTo>
                    <a:pt x="7578033" y="268753"/>
                  </a:lnTo>
                  <a:lnTo>
                    <a:pt x="7578158" y="268753"/>
                  </a:lnTo>
                  <a:lnTo>
                    <a:pt x="7578408" y="268753"/>
                  </a:lnTo>
                  <a:lnTo>
                    <a:pt x="7578533" y="268753"/>
                  </a:lnTo>
                  <a:lnTo>
                    <a:pt x="7578658" y="268753"/>
                  </a:lnTo>
                  <a:lnTo>
                    <a:pt x="7579033" y="268753"/>
                  </a:lnTo>
                  <a:lnTo>
                    <a:pt x="7579408" y="268753"/>
                  </a:lnTo>
                  <a:lnTo>
                    <a:pt x="7580033" y="268753"/>
                  </a:lnTo>
                  <a:lnTo>
                    <a:pt x="7580159" y="268753"/>
                  </a:lnTo>
                  <a:lnTo>
                    <a:pt x="7580784" y="268753"/>
                  </a:lnTo>
                  <a:lnTo>
                    <a:pt x="7581159" y="268753"/>
                  </a:lnTo>
                  <a:lnTo>
                    <a:pt x="7581284" y="268753"/>
                  </a:lnTo>
                  <a:lnTo>
                    <a:pt x="7581784" y="268753"/>
                  </a:lnTo>
                  <a:lnTo>
                    <a:pt x="7582659" y="268753"/>
                  </a:lnTo>
                  <a:lnTo>
                    <a:pt x="7582784" y="268753"/>
                  </a:lnTo>
                  <a:lnTo>
                    <a:pt x="7583535" y="268753"/>
                  </a:lnTo>
                  <a:lnTo>
                    <a:pt x="7583660" y="268753"/>
                  </a:lnTo>
                  <a:lnTo>
                    <a:pt x="7584160" y="268753"/>
                  </a:lnTo>
                  <a:lnTo>
                    <a:pt x="7584285" y="268753"/>
                  </a:lnTo>
                  <a:lnTo>
                    <a:pt x="7584660" y="268753"/>
                  </a:lnTo>
                  <a:lnTo>
                    <a:pt x="7584910" y="268753"/>
                  </a:lnTo>
                  <a:lnTo>
                    <a:pt x="7585285" y="268753"/>
                  </a:lnTo>
                  <a:lnTo>
                    <a:pt x="7585410" y="268753"/>
                  </a:lnTo>
                  <a:lnTo>
                    <a:pt x="7585535" y="268753"/>
                  </a:lnTo>
                  <a:lnTo>
                    <a:pt x="7587536" y="268753"/>
                  </a:lnTo>
                  <a:lnTo>
                    <a:pt x="7587786" y="268753"/>
                  </a:lnTo>
                  <a:lnTo>
                    <a:pt x="7588536" y="268753"/>
                  </a:lnTo>
                  <a:lnTo>
                    <a:pt x="7588786" y="268753"/>
                  </a:lnTo>
                  <a:lnTo>
                    <a:pt x="7589036" y="268753"/>
                  </a:lnTo>
                  <a:lnTo>
                    <a:pt x="7589287" y="268753"/>
                  </a:lnTo>
                  <a:lnTo>
                    <a:pt x="7589537" y="268753"/>
                  </a:lnTo>
                  <a:lnTo>
                    <a:pt x="7589662" y="268753"/>
                  </a:lnTo>
                  <a:lnTo>
                    <a:pt x="7589787" y="268753"/>
                  </a:lnTo>
                  <a:lnTo>
                    <a:pt x="7590287" y="268753"/>
                  </a:lnTo>
                  <a:lnTo>
                    <a:pt x="7590412" y="268753"/>
                  </a:lnTo>
                  <a:lnTo>
                    <a:pt x="7590537" y="268753"/>
                  </a:lnTo>
                  <a:lnTo>
                    <a:pt x="7591037" y="268753"/>
                  </a:lnTo>
                  <a:lnTo>
                    <a:pt x="7591162" y="268753"/>
                  </a:lnTo>
                  <a:lnTo>
                    <a:pt x="7591287" y="268753"/>
                  </a:lnTo>
                  <a:lnTo>
                    <a:pt x="7591787" y="268753"/>
                  </a:lnTo>
                  <a:lnTo>
                    <a:pt x="7591912" y="268753"/>
                  </a:lnTo>
                  <a:lnTo>
                    <a:pt x="7592037" y="268753"/>
                  </a:lnTo>
                  <a:lnTo>
                    <a:pt x="7592413" y="268753"/>
                  </a:lnTo>
                  <a:lnTo>
                    <a:pt x="7592538" y="268753"/>
                  </a:lnTo>
                  <a:lnTo>
                    <a:pt x="7593038" y="268753"/>
                  </a:lnTo>
                  <a:lnTo>
                    <a:pt x="7593288" y="268753"/>
                  </a:lnTo>
                  <a:lnTo>
                    <a:pt x="7593788" y="268753"/>
                  </a:lnTo>
                  <a:lnTo>
                    <a:pt x="7593913" y="268753"/>
                  </a:lnTo>
                  <a:lnTo>
                    <a:pt x="7594163" y="268753"/>
                  </a:lnTo>
                  <a:lnTo>
                    <a:pt x="7594288" y="268753"/>
                  </a:lnTo>
                  <a:lnTo>
                    <a:pt x="7594663" y="268753"/>
                  </a:lnTo>
                  <a:lnTo>
                    <a:pt x="7594913" y="268753"/>
                  </a:lnTo>
                  <a:lnTo>
                    <a:pt x="7595038" y="268753"/>
                  </a:lnTo>
                  <a:lnTo>
                    <a:pt x="7595289" y="268753"/>
                  </a:lnTo>
                  <a:lnTo>
                    <a:pt x="7595664" y="268753"/>
                  </a:lnTo>
                  <a:lnTo>
                    <a:pt x="7595789" y="268753"/>
                  </a:lnTo>
                  <a:lnTo>
                    <a:pt x="7595914" y="268753"/>
                  </a:lnTo>
                  <a:lnTo>
                    <a:pt x="7596789" y="268753"/>
                  </a:lnTo>
                  <a:lnTo>
                    <a:pt x="7597289" y="268753"/>
                  </a:lnTo>
                  <a:lnTo>
                    <a:pt x="7597539" y="268753"/>
                  </a:lnTo>
                  <a:lnTo>
                    <a:pt x="7597914" y="268753"/>
                  </a:lnTo>
                  <a:lnTo>
                    <a:pt x="7598039" y="268753"/>
                  </a:lnTo>
                  <a:lnTo>
                    <a:pt x="7598165" y="268753"/>
                  </a:lnTo>
                  <a:lnTo>
                    <a:pt x="7598415" y="268753"/>
                  </a:lnTo>
                  <a:lnTo>
                    <a:pt x="7598790" y="268753"/>
                  </a:lnTo>
                  <a:lnTo>
                    <a:pt x="7599290" y="268753"/>
                  </a:lnTo>
                  <a:lnTo>
                    <a:pt x="7599915" y="268753"/>
                  </a:lnTo>
                  <a:lnTo>
                    <a:pt x="7600040" y="268753"/>
                  </a:lnTo>
                  <a:lnTo>
                    <a:pt x="7600165" y="268753"/>
                  </a:lnTo>
                  <a:lnTo>
                    <a:pt x="7600290" y="268753"/>
                  </a:lnTo>
                  <a:lnTo>
                    <a:pt x="7600415" y="268753"/>
                  </a:lnTo>
                  <a:lnTo>
                    <a:pt x="7600540" y="268753"/>
                  </a:lnTo>
                  <a:lnTo>
                    <a:pt x="7600915" y="268753"/>
                  </a:lnTo>
                  <a:lnTo>
                    <a:pt x="7601291" y="268753"/>
                  </a:lnTo>
                  <a:lnTo>
                    <a:pt x="7601541" y="268753"/>
                  </a:lnTo>
                  <a:lnTo>
                    <a:pt x="7601666" y="268753"/>
                  </a:lnTo>
                  <a:lnTo>
                    <a:pt x="7602166" y="258799"/>
                  </a:lnTo>
                  <a:lnTo>
                    <a:pt x="7602416" y="258799"/>
                  </a:lnTo>
                  <a:lnTo>
                    <a:pt x="7602541" y="258799"/>
                  </a:lnTo>
                  <a:lnTo>
                    <a:pt x="7602791" y="258799"/>
                  </a:lnTo>
                  <a:lnTo>
                    <a:pt x="7602916" y="258799"/>
                  </a:lnTo>
                  <a:lnTo>
                    <a:pt x="7603916" y="258799"/>
                  </a:lnTo>
                  <a:lnTo>
                    <a:pt x="7604041" y="258799"/>
                  </a:lnTo>
                  <a:lnTo>
                    <a:pt x="7604167" y="258799"/>
                  </a:lnTo>
                  <a:lnTo>
                    <a:pt x="7604292" y="258799"/>
                  </a:lnTo>
                  <a:lnTo>
                    <a:pt x="7604792" y="258799"/>
                  </a:lnTo>
                  <a:lnTo>
                    <a:pt x="7605042" y="258799"/>
                  </a:lnTo>
                  <a:lnTo>
                    <a:pt x="7605167" y="258799"/>
                  </a:lnTo>
                  <a:lnTo>
                    <a:pt x="7605417" y="258799"/>
                  </a:lnTo>
                  <a:lnTo>
                    <a:pt x="7605667" y="258799"/>
                  </a:lnTo>
                  <a:lnTo>
                    <a:pt x="7606042" y="258799"/>
                  </a:lnTo>
                  <a:lnTo>
                    <a:pt x="7606292" y="258799"/>
                  </a:lnTo>
                  <a:lnTo>
                    <a:pt x="7606417" y="258799"/>
                  </a:lnTo>
                  <a:lnTo>
                    <a:pt x="7606917" y="258799"/>
                  </a:lnTo>
                  <a:lnTo>
                    <a:pt x="7607043" y="258799"/>
                  </a:lnTo>
                  <a:lnTo>
                    <a:pt x="7608168" y="258799"/>
                  </a:lnTo>
                  <a:lnTo>
                    <a:pt x="7608293" y="258799"/>
                  </a:lnTo>
                  <a:lnTo>
                    <a:pt x="7609043" y="258799"/>
                  </a:lnTo>
                  <a:lnTo>
                    <a:pt x="7609168" y="258799"/>
                  </a:lnTo>
                  <a:lnTo>
                    <a:pt x="7609293" y="258799"/>
                  </a:lnTo>
                  <a:lnTo>
                    <a:pt x="7609793" y="258799"/>
                  </a:lnTo>
                  <a:lnTo>
                    <a:pt x="7609918" y="258799"/>
                  </a:lnTo>
                  <a:lnTo>
                    <a:pt x="7610544" y="258799"/>
                  </a:lnTo>
                  <a:lnTo>
                    <a:pt x="7610669" y="258799"/>
                  </a:lnTo>
                  <a:lnTo>
                    <a:pt x="7611169" y="258799"/>
                  </a:lnTo>
                  <a:lnTo>
                    <a:pt x="7611669" y="258799"/>
                  </a:lnTo>
                  <a:lnTo>
                    <a:pt x="7611919" y="258799"/>
                  </a:lnTo>
                  <a:lnTo>
                    <a:pt x="7612044" y="258799"/>
                  </a:lnTo>
                  <a:lnTo>
                    <a:pt x="7612169" y="258799"/>
                  </a:lnTo>
                  <a:lnTo>
                    <a:pt x="7612294" y="258799"/>
                  </a:lnTo>
                  <a:lnTo>
                    <a:pt x="7613170" y="258799"/>
                  </a:lnTo>
                  <a:lnTo>
                    <a:pt x="7613545" y="258799"/>
                  </a:lnTo>
                  <a:lnTo>
                    <a:pt x="7613670" y="258799"/>
                  </a:lnTo>
                  <a:lnTo>
                    <a:pt x="7613795" y="258799"/>
                  </a:lnTo>
                  <a:lnTo>
                    <a:pt x="7614045" y="258799"/>
                  </a:lnTo>
                  <a:lnTo>
                    <a:pt x="7614295" y="258799"/>
                  </a:lnTo>
                  <a:lnTo>
                    <a:pt x="7614670" y="258799"/>
                  </a:lnTo>
                  <a:lnTo>
                    <a:pt x="7614920" y="258799"/>
                  </a:lnTo>
                  <a:lnTo>
                    <a:pt x="7615045" y="258799"/>
                  </a:lnTo>
                  <a:lnTo>
                    <a:pt x="7615170" y="258799"/>
                  </a:lnTo>
                  <a:lnTo>
                    <a:pt x="7617171" y="258799"/>
                  </a:lnTo>
                  <a:lnTo>
                    <a:pt x="7617421" y="258799"/>
                  </a:lnTo>
                  <a:lnTo>
                    <a:pt x="7617671" y="258799"/>
                  </a:lnTo>
                  <a:lnTo>
                    <a:pt x="7618171" y="258799"/>
                  </a:lnTo>
                  <a:lnTo>
                    <a:pt x="7618421" y="258799"/>
                  </a:lnTo>
                  <a:lnTo>
                    <a:pt x="7618546" y="258799"/>
                  </a:lnTo>
                  <a:lnTo>
                    <a:pt x="7618671" y="258799"/>
                  </a:lnTo>
                  <a:lnTo>
                    <a:pt x="7618796" y="258799"/>
                  </a:lnTo>
                  <a:lnTo>
                    <a:pt x="7619047" y="258799"/>
                  </a:lnTo>
                  <a:lnTo>
                    <a:pt x="7619422" y="258799"/>
                  </a:lnTo>
                  <a:lnTo>
                    <a:pt x="7619547" y="258799"/>
                  </a:lnTo>
                  <a:lnTo>
                    <a:pt x="7619672" y="258799"/>
                  </a:lnTo>
                  <a:lnTo>
                    <a:pt x="7619922" y="258799"/>
                  </a:lnTo>
                  <a:lnTo>
                    <a:pt x="7620172" y="258799"/>
                  </a:lnTo>
                  <a:lnTo>
                    <a:pt x="7621297" y="258799"/>
                  </a:lnTo>
                  <a:lnTo>
                    <a:pt x="7621922" y="258799"/>
                  </a:lnTo>
                  <a:lnTo>
                    <a:pt x="7622548" y="258799"/>
                  </a:lnTo>
                  <a:lnTo>
                    <a:pt x="7623173" y="258799"/>
                  </a:lnTo>
                  <a:lnTo>
                    <a:pt x="7623298" y="258799"/>
                  </a:lnTo>
                  <a:lnTo>
                    <a:pt x="7623423" y="258799"/>
                  </a:lnTo>
                  <a:lnTo>
                    <a:pt x="7623673" y="258799"/>
                  </a:lnTo>
                  <a:lnTo>
                    <a:pt x="7623798" y="258799"/>
                  </a:lnTo>
                  <a:lnTo>
                    <a:pt x="7624048" y="258799"/>
                  </a:lnTo>
                  <a:lnTo>
                    <a:pt x="7624423" y="258799"/>
                  </a:lnTo>
                  <a:lnTo>
                    <a:pt x="7624548" y="258799"/>
                  </a:lnTo>
                  <a:lnTo>
                    <a:pt x="7624923" y="258799"/>
                  </a:lnTo>
                  <a:lnTo>
                    <a:pt x="7625174" y="258799"/>
                  </a:lnTo>
                  <a:lnTo>
                    <a:pt x="7625299" y="258799"/>
                  </a:lnTo>
                  <a:lnTo>
                    <a:pt x="7625424" y="258799"/>
                  </a:lnTo>
                  <a:lnTo>
                    <a:pt x="7625549" y="258799"/>
                  </a:lnTo>
                  <a:lnTo>
                    <a:pt x="7625674" y="258799"/>
                  </a:lnTo>
                  <a:lnTo>
                    <a:pt x="7626299" y="258799"/>
                  </a:lnTo>
                  <a:lnTo>
                    <a:pt x="7626549" y="258799"/>
                  </a:lnTo>
                  <a:lnTo>
                    <a:pt x="7626799" y="258799"/>
                  </a:lnTo>
                  <a:lnTo>
                    <a:pt x="7626924" y="258799"/>
                  </a:lnTo>
                  <a:lnTo>
                    <a:pt x="7627049" y="258799"/>
                  </a:lnTo>
                  <a:lnTo>
                    <a:pt x="7627174" y="258799"/>
                  </a:lnTo>
                  <a:lnTo>
                    <a:pt x="7627924" y="258799"/>
                  </a:lnTo>
                  <a:lnTo>
                    <a:pt x="7628550" y="258799"/>
                  </a:lnTo>
                  <a:lnTo>
                    <a:pt x="7629050" y="258799"/>
                  </a:lnTo>
                  <a:lnTo>
                    <a:pt x="7629175" y="258799"/>
                  </a:lnTo>
                  <a:lnTo>
                    <a:pt x="7629300" y="258799"/>
                  </a:lnTo>
                  <a:lnTo>
                    <a:pt x="7629550" y="258799"/>
                  </a:lnTo>
                  <a:lnTo>
                    <a:pt x="7629675" y="258799"/>
                  </a:lnTo>
                  <a:lnTo>
                    <a:pt x="7629925" y="258799"/>
                  </a:lnTo>
                  <a:lnTo>
                    <a:pt x="7630050" y="258799"/>
                  </a:lnTo>
                  <a:lnTo>
                    <a:pt x="7630300" y="258799"/>
                  </a:lnTo>
                  <a:lnTo>
                    <a:pt x="7631051" y="258799"/>
                  </a:lnTo>
                  <a:lnTo>
                    <a:pt x="7631301" y="258799"/>
                  </a:lnTo>
                  <a:lnTo>
                    <a:pt x="7631926" y="258799"/>
                  </a:lnTo>
                  <a:lnTo>
                    <a:pt x="7632051" y="258799"/>
                  </a:lnTo>
                  <a:lnTo>
                    <a:pt x="7632176" y="258799"/>
                  </a:lnTo>
                  <a:lnTo>
                    <a:pt x="7632301" y="258799"/>
                  </a:lnTo>
                  <a:lnTo>
                    <a:pt x="7632426" y="258799"/>
                  </a:lnTo>
                  <a:lnTo>
                    <a:pt x="7632551" y="258799"/>
                  </a:lnTo>
                  <a:lnTo>
                    <a:pt x="7633426" y="258799"/>
                  </a:lnTo>
                  <a:lnTo>
                    <a:pt x="7633551" y="258799"/>
                  </a:lnTo>
                  <a:lnTo>
                    <a:pt x="7634052" y="258799"/>
                  </a:lnTo>
                  <a:lnTo>
                    <a:pt x="7634427" y="258799"/>
                  </a:lnTo>
                  <a:lnTo>
                    <a:pt x="7634552" y="258799"/>
                  </a:lnTo>
                  <a:lnTo>
                    <a:pt x="7634927" y="258799"/>
                  </a:lnTo>
                  <a:lnTo>
                    <a:pt x="7635052" y="258799"/>
                  </a:lnTo>
                  <a:lnTo>
                    <a:pt x="7635177" y="258799"/>
                  </a:lnTo>
                  <a:lnTo>
                    <a:pt x="7635552" y="258799"/>
                  </a:lnTo>
                  <a:lnTo>
                    <a:pt x="7635802" y="258799"/>
                  </a:lnTo>
                  <a:lnTo>
                    <a:pt x="7636427" y="258799"/>
                  </a:lnTo>
                  <a:lnTo>
                    <a:pt x="7636552" y="258799"/>
                  </a:lnTo>
                  <a:lnTo>
                    <a:pt x="7637428" y="258799"/>
                  </a:lnTo>
                  <a:lnTo>
                    <a:pt x="7637803" y="258799"/>
                  </a:lnTo>
                  <a:lnTo>
                    <a:pt x="7637928" y="258799"/>
                  </a:lnTo>
                  <a:lnTo>
                    <a:pt x="7638178" y="258799"/>
                  </a:lnTo>
                  <a:lnTo>
                    <a:pt x="7638428" y="258799"/>
                  </a:lnTo>
                  <a:lnTo>
                    <a:pt x="7638553" y="258799"/>
                  </a:lnTo>
                  <a:lnTo>
                    <a:pt x="7638803" y="258799"/>
                  </a:lnTo>
                  <a:lnTo>
                    <a:pt x="7639053" y="258799"/>
                  </a:lnTo>
                  <a:lnTo>
                    <a:pt x="7639178" y="258799"/>
                  </a:lnTo>
                  <a:lnTo>
                    <a:pt x="7639303" y="258799"/>
                  </a:lnTo>
                  <a:lnTo>
                    <a:pt x="7639428" y="258799"/>
                  </a:lnTo>
                  <a:lnTo>
                    <a:pt x="7639553" y="258799"/>
                  </a:lnTo>
                  <a:lnTo>
                    <a:pt x="7639678" y="258799"/>
                  </a:lnTo>
                  <a:lnTo>
                    <a:pt x="7639928" y="258799"/>
                  </a:lnTo>
                  <a:lnTo>
                    <a:pt x="7640054" y="258799"/>
                  </a:lnTo>
                  <a:lnTo>
                    <a:pt x="7640304" y="258799"/>
                  </a:lnTo>
                  <a:lnTo>
                    <a:pt x="7640429" y="258799"/>
                  </a:lnTo>
                  <a:lnTo>
                    <a:pt x="7641304" y="258799"/>
                  </a:lnTo>
                  <a:lnTo>
                    <a:pt x="7641429" y="258799"/>
                  </a:lnTo>
                  <a:lnTo>
                    <a:pt x="7641929" y="258799"/>
                  </a:lnTo>
                  <a:lnTo>
                    <a:pt x="7642054" y="258799"/>
                  </a:lnTo>
                  <a:lnTo>
                    <a:pt x="7642304" y="258799"/>
                  </a:lnTo>
                  <a:lnTo>
                    <a:pt x="7643305" y="258799"/>
                  </a:lnTo>
                  <a:lnTo>
                    <a:pt x="7643680" y="258799"/>
                  </a:lnTo>
                  <a:lnTo>
                    <a:pt x="7643930" y="258799"/>
                  </a:lnTo>
                  <a:lnTo>
                    <a:pt x="7644305" y="258799"/>
                  </a:lnTo>
                  <a:lnTo>
                    <a:pt x="7644430" y="258799"/>
                  </a:lnTo>
                  <a:lnTo>
                    <a:pt x="7644555" y="258799"/>
                  </a:lnTo>
                  <a:lnTo>
                    <a:pt x="7644680" y="258799"/>
                  </a:lnTo>
                  <a:lnTo>
                    <a:pt x="7644930" y="258799"/>
                  </a:lnTo>
                  <a:lnTo>
                    <a:pt x="7645180" y="258799"/>
                  </a:lnTo>
                  <a:lnTo>
                    <a:pt x="7645305" y="258799"/>
                  </a:lnTo>
                  <a:lnTo>
                    <a:pt x="7645430" y="258799"/>
                  </a:lnTo>
                  <a:lnTo>
                    <a:pt x="7645680" y="258799"/>
                  </a:lnTo>
                  <a:lnTo>
                    <a:pt x="7645931" y="258799"/>
                  </a:lnTo>
                  <a:lnTo>
                    <a:pt x="7646181" y="258799"/>
                  </a:lnTo>
                  <a:lnTo>
                    <a:pt x="7646556" y="258799"/>
                  </a:lnTo>
                  <a:lnTo>
                    <a:pt x="7646681" y="258799"/>
                  </a:lnTo>
                  <a:lnTo>
                    <a:pt x="7647556" y="258799"/>
                  </a:lnTo>
                  <a:lnTo>
                    <a:pt x="7647681" y="258799"/>
                  </a:lnTo>
                  <a:lnTo>
                    <a:pt x="7648181" y="258799"/>
                  </a:lnTo>
                  <a:lnTo>
                    <a:pt x="7648306" y="258799"/>
                  </a:lnTo>
                  <a:lnTo>
                    <a:pt x="7648681" y="258799"/>
                  </a:lnTo>
                  <a:lnTo>
                    <a:pt x="7648932" y="258799"/>
                  </a:lnTo>
                  <a:lnTo>
                    <a:pt x="7649057" y="258799"/>
                  </a:lnTo>
                  <a:lnTo>
                    <a:pt x="7649307" y="258799"/>
                  </a:lnTo>
                  <a:lnTo>
                    <a:pt x="7649682" y="258799"/>
                  </a:lnTo>
                  <a:lnTo>
                    <a:pt x="7649807" y="258799"/>
                  </a:lnTo>
                  <a:lnTo>
                    <a:pt x="7649932" y="258799"/>
                  </a:lnTo>
                  <a:lnTo>
                    <a:pt x="7650057" y="258799"/>
                  </a:lnTo>
                  <a:lnTo>
                    <a:pt x="7650182" y="258799"/>
                  </a:lnTo>
                  <a:lnTo>
                    <a:pt x="7650307" y="258799"/>
                  </a:lnTo>
                  <a:lnTo>
                    <a:pt x="7650682" y="258799"/>
                  </a:lnTo>
                  <a:lnTo>
                    <a:pt x="7651057" y="258799"/>
                  </a:lnTo>
                  <a:lnTo>
                    <a:pt x="7651933" y="258799"/>
                  </a:lnTo>
                  <a:lnTo>
                    <a:pt x="7652058" y="258799"/>
                  </a:lnTo>
                  <a:lnTo>
                    <a:pt x="7653933" y="248845"/>
                  </a:lnTo>
                  <a:lnTo>
                    <a:pt x="7654183" y="248845"/>
                  </a:lnTo>
                  <a:lnTo>
                    <a:pt x="7654433" y="248845"/>
                  </a:lnTo>
                  <a:lnTo>
                    <a:pt x="7654683" y="248845"/>
                  </a:lnTo>
                  <a:lnTo>
                    <a:pt x="7654934" y="248845"/>
                  </a:lnTo>
                  <a:lnTo>
                    <a:pt x="7655059" y="248845"/>
                  </a:lnTo>
                  <a:lnTo>
                    <a:pt x="7655434" y="248845"/>
                  </a:lnTo>
                  <a:lnTo>
                    <a:pt x="7656059" y="248845"/>
                  </a:lnTo>
                  <a:lnTo>
                    <a:pt x="7656184" y="248845"/>
                  </a:lnTo>
                  <a:lnTo>
                    <a:pt x="7656434" y="248845"/>
                  </a:lnTo>
                  <a:lnTo>
                    <a:pt x="7656559" y="248845"/>
                  </a:lnTo>
                  <a:lnTo>
                    <a:pt x="7656684" y="248845"/>
                  </a:lnTo>
                  <a:lnTo>
                    <a:pt x="7656934" y="248845"/>
                  </a:lnTo>
                  <a:lnTo>
                    <a:pt x="7657184" y="248845"/>
                  </a:lnTo>
                  <a:lnTo>
                    <a:pt x="7657809" y="248845"/>
                  </a:lnTo>
                  <a:lnTo>
                    <a:pt x="7658435" y="248845"/>
                  </a:lnTo>
                  <a:lnTo>
                    <a:pt x="7658810" y="248845"/>
                  </a:lnTo>
                  <a:lnTo>
                    <a:pt x="7659310" y="248845"/>
                  </a:lnTo>
                  <a:lnTo>
                    <a:pt x="7659435" y="248845"/>
                  </a:lnTo>
                  <a:lnTo>
                    <a:pt x="7659685" y="248845"/>
                  </a:lnTo>
                  <a:lnTo>
                    <a:pt x="7659935" y="248845"/>
                  </a:lnTo>
                  <a:lnTo>
                    <a:pt x="7660310" y="248845"/>
                  </a:lnTo>
                  <a:lnTo>
                    <a:pt x="7660435" y="248845"/>
                  </a:lnTo>
                  <a:lnTo>
                    <a:pt x="7660560" y="248845"/>
                  </a:lnTo>
                  <a:lnTo>
                    <a:pt x="7660685" y="248845"/>
                  </a:lnTo>
                  <a:lnTo>
                    <a:pt x="7660810" y="248845"/>
                  </a:lnTo>
                  <a:lnTo>
                    <a:pt x="7661061" y="248845"/>
                  </a:lnTo>
                  <a:lnTo>
                    <a:pt x="7661686" y="248845"/>
                  </a:lnTo>
                  <a:lnTo>
                    <a:pt x="7661811" y="248845"/>
                  </a:lnTo>
                  <a:lnTo>
                    <a:pt x="7661936" y="248845"/>
                  </a:lnTo>
                  <a:lnTo>
                    <a:pt x="7662186" y="248845"/>
                  </a:lnTo>
                  <a:lnTo>
                    <a:pt x="7662311" y="248845"/>
                  </a:lnTo>
                  <a:lnTo>
                    <a:pt x="7662436" y="248845"/>
                  </a:lnTo>
                  <a:lnTo>
                    <a:pt x="7662561" y="248845"/>
                  </a:lnTo>
                  <a:lnTo>
                    <a:pt x="7663061" y="248845"/>
                  </a:lnTo>
                  <a:lnTo>
                    <a:pt x="7663311" y="248845"/>
                  </a:lnTo>
                  <a:lnTo>
                    <a:pt x="7663561" y="248845"/>
                  </a:lnTo>
                  <a:lnTo>
                    <a:pt x="7663811" y="248845"/>
                  </a:lnTo>
                  <a:lnTo>
                    <a:pt x="7664062" y="248845"/>
                  </a:lnTo>
                  <a:lnTo>
                    <a:pt x="7664687" y="248845"/>
                  </a:lnTo>
                  <a:lnTo>
                    <a:pt x="7664812" y="248845"/>
                  </a:lnTo>
                  <a:lnTo>
                    <a:pt x="7665312" y="248845"/>
                  </a:lnTo>
                  <a:lnTo>
                    <a:pt x="7665437" y="248845"/>
                  </a:lnTo>
                  <a:lnTo>
                    <a:pt x="7665687" y="248845"/>
                  </a:lnTo>
                  <a:lnTo>
                    <a:pt x="7665937" y="248845"/>
                  </a:lnTo>
                  <a:lnTo>
                    <a:pt x="7666062" y="248845"/>
                  </a:lnTo>
                  <a:lnTo>
                    <a:pt x="7667188" y="248845"/>
                  </a:lnTo>
                  <a:lnTo>
                    <a:pt x="7667313" y="248845"/>
                  </a:lnTo>
                  <a:lnTo>
                    <a:pt x="7667688" y="248845"/>
                  </a:lnTo>
                  <a:lnTo>
                    <a:pt x="7667813" y="248845"/>
                  </a:lnTo>
                  <a:lnTo>
                    <a:pt x="7667938" y="248845"/>
                  </a:lnTo>
                  <a:lnTo>
                    <a:pt x="7668063" y="248845"/>
                  </a:lnTo>
                  <a:lnTo>
                    <a:pt x="7668188" y="248845"/>
                  </a:lnTo>
                  <a:lnTo>
                    <a:pt x="7668563" y="248845"/>
                  </a:lnTo>
                  <a:lnTo>
                    <a:pt x="7669063" y="248845"/>
                  </a:lnTo>
                  <a:lnTo>
                    <a:pt x="7669313" y="248845"/>
                  </a:lnTo>
                  <a:lnTo>
                    <a:pt x="7669563" y="248845"/>
                  </a:lnTo>
                  <a:lnTo>
                    <a:pt x="7669813" y="248845"/>
                  </a:lnTo>
                  <a:lnTo>
                    <a:pt x="7669939" y="248845"/>
                  </a:lnTo>
                  <a:lnTo>
                    <a:pt x="7670314" y="248845"/>
                  </a:lnTo>
                  <a:lnTo>
                    <a:pt x="7670439" y="248845"/>
                  </a:lnTo>
                  <a:lnTo>
                    <a:pt x="7670564" y="248845"/>
                  </a:lnTo>
                  <a:lnTo>
                    <a:pt x="7671064" y="248845"/>
                  </a:lnTo>
                  <a:lnTo>
                    <a:pt x="7671439" y="248845"/>
                  </a:lnTo>
                  <a:lnTo>
                    <a:pt x="7671564" y="248845"/>
                  </a:lnTo>
                  <a:lnTo>
                    <a:pt x="7671564" y="238891"/>
                  </a:lnTo>
                  <a:lnTo>
                    <a:pt x="7672189" y="238891"/>
                  </a:lnTo>
                  <a:lnTo>
                    <a:pt x="7672314" y="238891"/>
                  </a:lnTo>
                  <a:lnTo>
                    <a:pt x="7672689" y="238891"/>
                  </a:lnTo>
                  <a:lnTo>
                    <a:pt x="7672814" y="238891"/>
                  </a:lnTo>
                  <a:lnTo>
                    <a:pt x="7672940" y="238891"/>
                  </a:lnTo>
                  <a:lnTo>
                    <a:pt x="7673440" y="238891"/>
                  </a:lnTo>
                  <a:lnTo>
                    <a:pt x="7675190" y="238891"/>
                  </a:lnTo>
                  <a:lnTo>
                    <a:pt x="7675565" y="238891"/>
                  </a:lnTo>
                  <a:lnTo>
                    <a:pt x="7675690" y="238891"/>
                  </a:lnTo>
                  <a:lnTo>
                    <a:pt x="7675815" y="238891"/>
                  </a:lnTo>
                  <a:lnTo>
                    <a:pt x="7676191" y="238891"/>
                  </a:lnTo>
                  <a:lnTo>
                    <a:pt x="7676441" y="238891"/>
                  </a:lnTo>
                  <a:lnTo>
                    <a:pt x="7676566" y="238891"/>
                  </a:lnTo>
                  <a:lnTo>
                    <a:pt x="7676816" y="238891"/>
                  </a:lnTo>
                  <a:lnTo>
                    <a:pt x="7676941" y="238891"/>
                  </a:lnTo>
                  <a:lnTo>
                    <a:pt x="7677066" y="238891"/>
                  </a:lnTo>
                  <a:lnTo>
                    <a:pt x="7677441" y="238891"/>
                  </a:lnTo>
                  <a:lnTo>
                    <a:pt x="7678191" y="238891"/>
                  </a:lnTo>
                  <a:lnTo>
                    <a:pt x="7678316" y="238891"/>
                  </a:lnTo>
                  <a:lnTo>
                    <a:pt x="7678441" y="238891"/>
                  </a:lnTo>
                  <a:lnTo>
                    <a:pt x="7678816" y="238891"/>
                  </a:lnTo>
                  <a:lnTo>
                    <a:pt x="7679067" y="238891"/>
                  </a:lnTo>
                  <a:lnTo>
                    <a:pt x="7679192" y="238891"/>
                  </a:lnTo>
                  <a:lnTo>
                    <a:pt x="7679317" y="238891"/>
                  </a:lnTo>
                  <a:lnTo>
                    <a:pt x="7679567" y="238891"/>
                  </a:lnTo>
                  <a:lnTo>
                    <a:pt x="7679817" y="238891"/>
                  </a:lnTo>
                  <a:lnTo>
                    <a:pt x="7680317" y="238891"/>
                  </a:lnTo>
                  <a:lnTo>
                    <a:pt x="7680692" y="238891"/>
                  </a:lnTo>
                  <a:lnTo>
                    <a:pt x="7680942" y="238891"/>
                  </a:lnTo>
                  <a:lnTo>
                    <a:pt x="7681442" y="238891"/>
                  </a:lnTo>
                  <a:lnTo>
                    <a:pt x="7681943" y="238891"/>
                  </a:lnTo>
                  <a:lnTo>
                    <a:pt x="7682318" y="238891"/>
                  </a:lnTo>
                  <a:lnTo>
                    <a:pt x="7682443" y="238891"/>
                  </a:lnTo>
                  <a:lnTo>
                    <a:pt x="7683193" y="238891"/>
                  </a:lnTo>
                  <a:lnTo>
                    <a:pt x="7683568" y="238891"/>
                  </a:lnTo>
                  <a:lnTo>
                    <a:pt x="7683693" y="238891"/>
                  </a:lnTo>
                  <a:lnTo>
                    <a:pt x="7683818" y="238891"/>
                  </a:lnTo>
                  <a:lnTo>
                    <a:pt x="7683943" y="238891"/>
                  </a:lnTo>
                  <a:lnTo>
                    <a:pt x="7684193" y="238891"/>
                  </a:lnTo>
                  <a:lnTo>
                    <a:pt x="7684819" y="238891"/>
                  </a:lnTo>
                  <a:lnTo>
                    <a:pt x="7685069" y="238891"/>
                  </a:lnTo>
                  <a:lnTo>
                    <a:pt x="7685569" y="238891"/>
                  </a:lnTo>
                  <a:lnTo>
                    <a:pt x="7685944" y="238891"/>
                  </a:lnTo>
                  <a:lnTo>
                    <a:pt x="7686194" y="238891"/>
                  </a:lnTo>
                  <a:lnTo>
                    <a:pt x="7686319" y="238891"/>
                  </a:lnTo>
                  <a:lnTo>
                    <a:pt x="7686444" y="238891"/>
                  </a:lnTo>
                  <a:lnTo>
                    <a:pt x="7686569" y="238891"/>
                  </a:lnTo>
                  <a:lnTo>
                    <a:pt x="7686694" y="238891"/>
                  </a:lnTo>
                  <a:lnTo>
                    <a:pt x="7686819" y="238891"/>
                  </a:lnTo>
                  <a:lnTo>
                    <a:pt x="7687069" y="238891"/>
                  </a:lnTo>
                  <a:lnTo>
                    <a:pt x="7688570" y="238891"/>
                  </a:lnTo>
                  <a:lnTo>
                    <a:pt x="7688695" y="238891"/>
                  </a:lnTo>
                  <a:lnTo>
                    <a:pt x="7689070" y="238891"/>
                  </a:lnTo>
                  <a:lnTo>
                    <a:pt x="7689195" y="238891"/>
                  </a:lnTo>
                  <a:lnTo>
                    <a:pt x="7689320" y="238891"/>
                  </a:lnTo>
                  <a:lnTo>
                    <a:pt x="7689695" y="238891"/>
                  </a:lnTo>
                  <a:lnTo>
                    <a:pt x="7689820" y="238891"/>
                  </a:lnTo>
                  <a:lnTo>
                    <a:pt x="7690570" y="238891"/>
                  </a:lnTo>
                  <a:lnTo>
                    <a:pt x="7690695" y="238891"/>
                  </a:lnTo>
                  <a:lnTo>
                    <a:pt x="7690821" y="238891"/>
                  </a:lnTo>
                  <a:lnTo>
                    <a:pt x="7691071" y="238891"/>
                  </a:lnTo>
                  <a:lnTo>
                    <a:pt x="7691321" y="238891"/>
                  </a:lnTo>
                  <a:lnTo>
                    <a:pt x="7691446" y="238891"/>
                  </a:lnTo>
                  <a:lnTo>
                    <a:pt x="7692071" y="238891"/>
                  </a:lnTo>
                  <a:lnTo>
                    <a:pt x="7692446" y="238891"/>
                  </a:lnTo>
                  <a:lnTo>
                    <a:pt x="7692696" y="238891"/>
                  </a:lnTo>
                  <a:lnTo>
                    <a:pt x="7692946" y="238891"/>
                  </a:lnTo>
                  <a:lnTo>
                    <a:pt x="7693071" y="238891"/>
                  </a:lnTo>
                  <a:lnTo>
                    <a:pt x="7693822" y="238891"/>
                  </a:lnTo>
                  <a:lnTo>
                    <a:pt x="7694322" y="238891"/>
                  </a:lnTo>
                  <a:lnTo>
                    <a:pt x="7694947" y="238891"/>
                  </a:lnTo>
                  <a:lnTo>
                    <a:pt x="7695197" y="238891"/>
                  </a:lnTo>
                  <a:lnTo>
                    <a:pt x="7695572" y="238891"/>
                  </a:lnTo>
                  <a:lnTo>
                    <a:pt x="7695697" y="238891"/>
                  </a:lnTo>
                  <a:lnTo>
                    <a:pt x="7695822" y="238891"/>
                  </a:lnTo>
                  <a:lnTo>
                    <a:pt x="7695947" y="238891"/>
                  </a:lnTo>
                  <a:lnTo>
                    <a:pt x="7696322" y="238891"/>
                  </a:lnTo>
                  <a:lnTo>
                    <a:pt x="7696447" y="238891"/>
                  </a:lnTo>
                  <a:lnTo>
                    <a:pt x="7696572" y="238891"/>
                  </a:lnTo>
                  <a:lnTo>
                    <a:pt x="7696823" y="238891"/>
                  </a:lnTo>
                  <a:lnTo>
                    <a:pt x="7696948" y="238891"/>
                  </a:lnTo>
                  <a:lnTo>
                    <a:pt x="7697073" y="238891"/>
                  </a:lnTo>
                  <a:lnTo>
                    <a:pt x="7697198" y="238891"/>
                  </a:lnTo>
                  <a:lnTo>
                    <a:pt x="7697573" y="238891"/>
                  </a:lnTo>
                  <a:lnTo>
                    <a:pt x="7697823" y="238891"/>
                  </a:lnTo>
                  <a:lnTo>
                    <a:pt x="7697948" y="238891"/>
                  </a:lnTo>
                  <a:lnTo>
                    <a:pt x="7698198" y="238891"/>
                  </a:lnTo>
                  <a:lnTo>
                    <a:pt x="7698448" y="238891"/>
                  </a:lnTo>
                  <a:lnTo>
                    <a:pt x="7698573" y="238891"/>
                  </a:lnTo>
                  <a:lnTo>
                    <a:pt x="7698698" y="238891"/>
                  </a:lnTo>
                  <a:lnTo>
                    <a:pt x="7698948" y="238891"/>
                  </a:lnTo>
                  <a:lnTo>
                    <a:pt x="7699073" y="238891"/>
                  </a:lnTo>
                  <a:lnTo>
                    <a:pt x="7702324" y="238891"/>
                  </a:lnTo>
                  <a:lnTo>
                    <a:pt x="7702699" y="238891"/>
                  </a:lnTo>
                  <a:lnTo>
                    <a:pt x="7702950" y="238891"/>
                  </a:lnTo>
                  <a:lnTo>
                    <a:pt x="7703450" y="238891"/>
                  </a:lnTo>
                  <a:lnTo>
                    <a:pt x="7703575" y="238891"/>
                  </a:lnTo>
                  <a:lnTo>
                    <a:pt x="7703700" y="238891"/>
                  </a:lnTo>
                  <a:lnTo>
                    <a:pt x="7703950" y="238891"/>
                  </a:lnTo>
                  <a:lnTo>
                    <a:pt x="7704075" y="238891"/>
                  </a:lnTo>
                  <a:lnTo>
                    <a:pt x="7704200" y="238891"/>
                  </a:lnTo>
                  <a:lnTo>
                    <a:pt x="7704825" y="238891"/>
                  </a:lnTo>
                  <a:lnTo>
                    <a:pt x="7704950" y="238891"/>
                  </a:lnTo>
                  <a:lnTo>
                    <a:pt x="7705075" y="238891"/>
                  </a:lnTo>
                  <a:lnTo>
                    <a:pt x="7705325" y="238891"/>
                  </a:lnTo>
                  <a:lnTo>
                    <a:pt x="7705575" y="238891"/>
                  </a:lnTo>
                  <a:lnTo>
                    <a:pt x="7705700" y="238891"/>
                  </a:lnTo>
                  <a:lnTo>
                    <a:pt x="7706076" y="238891"/>
                  </a:lnTo>
                  <a:lnTo>
                    <a:pt x="7706201" y="238891"/>
                  </a:lnTo>
                  <a:lnTo>
                    <a:pt x="7706576" y="238891"/>
                  </a:lnTo>
                  <a:lnTo>
                    <a:pt x="7706701" y="238891"/>
                  </a:lnTo>
                  <a:lnTo>
                    <a:pt x="7706826" y="238891"/>
                  </a:lnTo>
                  <a:lnTo>
                    <a:pt x="7707201" y="238891"/>
                  </a:lnTo>
                  <a:lnTo>
                    <a:pt x="7707951" y="238891"/>
                  </a:lnTo>
                  <a:lnTo>
                    <a:pt x="7708076" y="238891"/>
                  </a:lnTo>
                  <a:lnTo>
                    <a:pt x="7708201" y="238891"/>
                  </a:lnTo>
                  <a:lnTo>
                    <a:pt x="7708326" y="238891"/>
                  </a:lnTo>
                  <a:lnTo>
                    <a:pt x="7708451" y="238891"/>
                  </a:lnTo>
                  <a:lnTo>
                    <a:pt x="7708701" y="238891"/>
                  </a:lnTo>
                  <a:lnTo>
                    <a:pt x="7708827" y="238891"/>
                  </a:lnTo>
                  <a:lnTo>
                    <a:pt x="7709077" y="238891"/>
                  </a:lnTo>
                  <a:lnTo>
                    <a:pt x="7709327" y="238891"/>
                  </a:lnTo>
                  <a:lnTo>
                    <a:pt x="7709577" y="238891"/>
                  </a:lnTo>
                  <a:lnTo>
                    <a:pt x="7710327" y="238891"/>
                  </a:lnTo>
                  <a:lnTo>
                    <a:pt x="7710577" y="238891"/>
                  </a:lnTo>
                  <a:lnTo>
                    <a:pt x="7710702" y="238891"/>
                  </a:lnTo>
                  <a:lnTo>
                    <a:pt x="7710952" y="238891"/>
                  </a:lnTo>
                  <a:lnTo>
                    <a:pt x="7711077" y="238891"/>
                  </a:lnTo>
                  <a:lnTo>
                    <a:pt x="7711702" y="238891"/>
                  </a:lnTo>
                  <a:lnTo>
                    <a:pt x="7712078" y="238891"/>
                  </a:lnTo>
                  <a:lnTo>
                    <a:pt x="7712703" y="238891"/>
                  </a:lnTo>
                  <a:lnTo>
                    <a:pt x="7713078" y="238891"/>
                  </a:lnTo>
                  <a:lnTo>
                    <a:pt x="7713828" y="238891"/>
                  </a:lnTo>
                  <a:lnTo>
                    <a:pt x="7713953" y="238891"/>
                  </a:lnTo>
                  <a:lnTo>
                    <a:pt x="7714829" y="238891"/>
                  </a:lnTo>
                  <a:lnTo>
                    <a:pt x="7715454" y="238891"/>
                  </a:lnTo>
                  <a:lnTo>
                    <a:pt x="7715704" y="238891"/>
                  </a:lnTo>
                  <a:lnTo>
                    <a:pt x="7715954" y="238891"/>
                  </a:lnTo>
                  <a:lnTo>
                    <a:pt x="7716079" y="238891"/>
                  </a:lnTo>
                  <a:lnTo>
                    <a:pt x="7716329" y="238891"/>
                  </a:lnTo>
                  <a:lnTo>
                    <a:pt x="7716454" y="238891"/>
                  </a:lnTo>
                  <a:lnTo>
                    <a:pt x="7716579" y="238891"/>
                  </a:lnTo>
                  <a:lnTo>
                    <a:pt x="7717079" y="238891"/>
                  </a:lnTo>
                  <a:lnTo>
                    <a:pt x="7717204" y="238891"/>
                  </a:lnTo>
                  <a:lnTo>
                    <a:pt x="7717329" y="238891"/>
                  </a:lnTo>
                  <a:lnTo>
                    <a:pt x="7717579" y="238891"/>
                  </a:lnTo>
                  <a:lnTo>
                    <a:pt x="7717704" y="238891"/>
                  </a:lnTo>
                  <a:lnTo>
                    <a:pt x="7717830" y="238891"/>
                  </a:lnTo>
                  <a:lnTo>
                    <a:pt x="7717955" y="238891"/>
                  </a:lnTo>
                  <a:lnTo>
                    <a:pt x="7718080" y="238891"/>
                  </a:lnTo>
                  <a:lnTo>
                    <a:pt x="7718205" y="238891"/>
                  </a:lnTo>
                  <a:lnTo>
                    <a:pt x="7718330" y="238891"/>
                  </a:lnTo>
                  <a:lnTo>
                    <a:pt x="7718705" y="238891"/>
                  </a:lnTo>
                  <a:lnTo>
                    <a:pt x="7719080" y="238891"/>
                  </a:lnTo>
                  <a:lnTo>
                    <a:pt x="7719955" y="238891"/>
                  </a:lnTo>
                  <a:lnTo>
                    <a:pt x="7720205" y="238891"/>
                  </a:lnTo>
                  <a:lnTo>
                    <a:pt x="7720330" y="238891"/>
                  </a:lnTo>
                  <a:lnTo>
                    <a:pt x="7720705" y="238891"/>
                  </a:lnTo>
                  <a:lnTo>
                    <a:pt x="7720831" y="238891"/>
                  </a:lnTo>
                  <a:lnTo>
                    <a:pt x="7720956" y="238891"/>
                  </a:lnTo>
                  <a:lnTo>
                    <a:pt x="7721081" y="238891"/>
                  </a:lnTo>
                  <a:lnTo>
                    <a:pt x="7721956" y="238891"/>
                  </a:lnTo>
                  <a:lnTo>
                    <a:pt x="7722081" y="238891"/>
                  </a:lnTo>
                  <a:lnTo>
                    <a:pt x="7722206" y="238891"/>
                  </a:lnTo>
                  <a:lnTo>
                    <a:pt x="7722331" y="238891"/>
                  </a:lnTo>
                  <a:lnTo>
                    <a:pt x="7722706" y="238891"/>
                  </a:lnTo>
                  <a:lnTo>
                    <a:pt x="7722956" y="238891"/>
                  </a:lnTo>
                  <a:lnTo>
                    <a:pt x="7723456" y="238891"/>
                  </a:lnTo>
                  <a:lnTo>
                    <a:pt x="7723707" y="238891"/>
                  </a:lnTo>
                  <a:lnTo>
                    <a:pt x="7723957" y="238891"/>
                  </a:lnTo>
                  <a:lnTo>
                    <a:pt x="7724332" y="238891"/>
                  </a:lnTo>
                  <a:lnTo>
                    <a:pt x="7724457" y="238891"/>
                  </a:lnTo>
                  <a:lnTo>
                    <a:pt x="7724957" y="238891"/>
                  </a:lnTo>
                  <a:lnTo>
                    <a:pt x="7725207" y="238891"/>
                  </a:lnTo>
                  <a:lnTo>
                    <a:pt x="7725332" y="238891"/>
                  </a:lnTo>
                  <a:lnTo>
                    <a:pt x="7725582" y="238891"/>
                  </a:lnTo>
                  <a:lnTo>
                    <a:pt x="7725832" y="238891"/>
                  </a:lnTo>
                  <a:lnTo>
                    <a:pt x="7726082" y="238891"/>
                  </a:lnTo>
                  <a:lnTo>
                    <a:pt x="7726332" y="238891"/>
                  </a:lnTo>
                  <a:lnTo>
                    <a:pt x="7726833" y="238891"/>
                  </a:lnTo>
                  <a:lnTo>
                    <a:pt x="7726958" y="238891"/>
                  </a:lnTo>
                  <a:lnTo>
                    <a:pt x="7727083" y="238891"/>
                  </a:lnTo>
                  <a:lnTo>
                    <a:pt x="7727208" y="238891"/>
                  </a:lnTo>
                  <a:lnTo>
                    <a:pt x="7727458" y="238891"/>
                  </a:lnTo>
                  <a:lnTo>
                    <a:pt x="7727583" y="238891"/>
                  </a:lnTo>
                  <a:lnTo>
                    <a:pt x="7728208" y="238891"/>
                  </a:lnTo>
                  <a:lnTo>
                    <a:pt x="7728333" y="238891"/>
                  </a:lnTo>
                  <a:lnTo>
                    <a:pt x="7728833" y="238891"/>
                  </a:lnTo>
                  <a:lnTo>
                    <a:pt x="7728958" y="238891"/>
                  </a:lnTo>
                  <a:lnTo>
                    <a:pt x="7729208" y="238891"/>
                  </a:lnTo>
                  <a:lnTo>
                    <a:pt x="7729458" y="238891"/>
                  </a:lnTo>
                  <a:lnTo>
                    <a:pt x="7729583" y="238891"/>
                  </a:lnTo>
                  <a:lnTo>
                    <a:pt x="7729959" y="238891"/>
                  </a:lnTo>
                  <a:lnTo>
                    <a:pt x="7730459" y="238891"/>
                  </a:lnTo>
                  <a:lnTo>
                    <a:pt x="7731709" y="238891"/>
                  </a:lnTo>
                  <a:lnTo>
                    <a:pt x="7731834" y="238891"/>
                  </a:lnTo>
                  <a:lnTo>
                    <a:pt x="7732084" y="238891"/>
                  </a:lnTo>
                  <a:lnTo>
                    <a:pt x="7732334" y="238891"/>
                  </a:lnTo>
                  <a:lnTo>
                    <a:pt x="7732459" y="238891"/>
                  </a:lnTo>
                  <a:lnTo>
                    <a:pt x="7732710" y="238891"/>
                  </a:lnTo>
                  <a:lnTo>
                    <a:pt x="7732960" y="238891"/>
                  </a:lnTo>
                  <a:lnTo>
                    <a:pt x="7733210" y="238891"/>
                  </a:lnTo>
                  <a:lnTo>
                    <a:pt x="7733335" y="238891"/>
                  </a:lnTo>
                  <a:lnTo>
                    <a:pt x="7733585" y="238891"/>
                  </a:lnTo>
                  <a:lnTo>
                    <a:pt x="7733835" y="238891"/>
                  </a:lnTo>
                  <a:lnTo>
                    <a:pt x="7734085" y="238891"/>
                  </a:lnTo>
                  <a:lnTo>
                    <a:pt x="7734835" y="238891"/>
                  </a:lnTo>
                  <a:lnTo>
                    <a:pt x="7734960" y="238891"/>
                  </a:lnTo>
                  <a:lnTo>
                    <a:pt x="7735085" y="238891"/>
                  </a:lnTo>
                  <a:lnTo>
                    <a:pt x="7735585" y="238891"/>
                  </a:lnTo>
                  <a:lnTo>
                    <a:pt x="7736086" y="238891"/>
                  </a:lnTo>
                  <a:lnTo>
                    <a:pt x="7736211" y="238891"/>
                  </a:lnTo>
                  <a:lnTo>
                    <a:pt x="7736461" y="238891"/>
                  </a:lnTo>
                  <a:lnTo>
                    <a:pt x="7736711" y="238891"/>
                  </a:lnTo>
                  <a:lnTo>
                    <a:pt x="7737586" y="238891"/>
                  </a:lnTo>
                  <a:lnTo>
                    <a:pt x="7737711" y="238891"/>
                  </a:lnTo>
                  <a:lnTo>
                    <a:pt x="7737961" y="238891"/>
                  </a:lnTo>
                  <a:lnTo>
                    <a:pt x="7738086" y="238891"/>
                  </a:lnTo>
                  <a:lnTo>
                    <a:pt x="7738461" y="238891"/>
                  </a:lnTo>
                  <a:lnTo>
                    <a:pt x="7738712" y="238891"/>
                  </a:lnTo>
                  <a:lnTo>
                    <a:pt x="7738837" y="238891"/>
                  </a:lnTo>
                  <a:lnTo>
                    <a:pt x="7738962" y="238891"/>
                  </a:lnTo>
                  <a:lnTo>
                    <a:pt x="7739087" y="238891"/>
                  </a:lnTo>
                  <a:lnTo>
                    <a:pt x="7739212" y="238891"/>
                  </a:lnTo>
                  <a:lnTo>
                    <a:pt x="7739337" y="238891"/>
                  </a:lnTo>
                  <a:lnTo>
                    <a:pt x="7739587" y="238891"/>
                  </a:lnTo>
                  <a:lnTo>
                    <a:pt x="7739712" y="238891"/>
                  </a:lnTo>
                  <a:lnTo>
                    <a:pt x="7740337" y="238891"/>
                  </a:lnTo>
                  <a:lnTo>
                    <a:pt x="7740462" y="238891"/>
                  </a:lnTo>
                  <a:lnTo>
                    <a:pt x="7740837" y="238891"/>
                  </a:lnTo>
                  <a:lnTo>
                    <a:pt x="7740962" y="238891"/>
                  </a:lnTo>
                  <a:lnTo>
                    <a:pt x="7741212" y="238891"/>
                  </a:lnTo>
                  <a:lnTo>
                    <a:pt x="7741337" y="238891"/>
                  </a:lnTo>
                  <a:lnTo>
                    <a:pt x="7741838" y="238891"/>
                  </a:lnTo>
                  <a:lnTo>
                    <a:pt x="7742338" y="238891"/>
                  </a:lnTo>
                  <a:lnTo>
                    <a:pt x="7742838" y="238891"/>
                  </a:lnTo>
                  <a:lnTo>
                    <a:pt x="7743088" y="238891"/>
                  </a:lnTo>
                  <a:lnTo>
                    <a:pt x="7743338" y="238891"/>
                  </a:lnTo>
                  <a:lnTo>
                    <a:pt x="7744338" y="238891"/>
                  </a:lnTo>
                  <a:lnTo>
                    <a:pt x="7744463" y="238891"/>
                  </a:lnTo>
                  <a:lnTo>
                    <a:pt x="7744839" y="238891"/>
                  </a:lnTo>
                  <a:lnTo>
                    <a:pt x="7745089" y="238891"/>
                  </a:lnTo>
                  <a:lnTo>
                    <a:pt x="7745214" y="238891"/>
                  </a:lnTo>
                  <a:lnTo>
                    <a:pt x="7745589" y="238891"/>
                  </a:lnTo>
                  <a:lnTo>
                    <a:pt x="7745714" y="238891"/>
                  </a:lnTo>
                  <a:lnTo>
                    <a:pt x="7745839" y="238891"/>
                  </a:lnTo>
                  <a:lnTo>
                    <a:pt x="7746464" y="238891"/>
                  </a:lnTo>
                  <a:lnTo>
                    <a:pt x="7746589" y="238891"/>
                  </a:lnTo>
                  <a:lnTo>
                    <a:pt x="7746839" y="238891"/>
                  </a:lnTo>
                  <a:lnTo>
                    <a:pt x="7747464" y="238891"/>
                  </a:lnTo>
                  <a:lnTo>
                    <a:pt x="7747715" y="238891"/>
                  </a:lnTo>
                  <a:lnTo>
                    <a:pt x="7748340" y="238891"/>
                  </a:lnTo>
                  <a:lnTo>
                    <a:pt x="7748590" y="238891"/>
                  </a:lnTo>
                  <a:lnTo>
                    <a:pt x="7748715" y="238891"/>
                  </a:lnTo>
                  <a:lnTo>
                    <a:pt x="7749215" y="238891"/>
                  </a:lnTo>
                  <a:lnTo>
                    <a:pt x="7749340" y="238891"/>
                  </a:lnTo>
                  <a:lnTo>
                    <a:pt x="7749715" y="228937"/>
                  </a:lnTo>
                  <a:lnTo>
                    <a:pt x="7749840" y="228937"/>
                  </a:lnTo>
                  <a:lnTo>
                    <a:pt x="7749965" y="228937"/>
                  </a:lnTo>
                  <a:lnTo>
                    <a:pt x="7750465" y="228937"/>
                  </a:lnTo>
                  <a:lnTo>
                    <a:pt x="7750590" y="228937"/>
                  </a:lnTo>
                  <a:lnTo>
                    <a:pt x="7750716" y="228937"/>
                  </a:lnTo>
                  <a:lnTo>
                    <a:pt x="7750841" y="228937"/>
                  </a:lnTo>
                  <a:lnTo>
                    <a:pt x="7751466" y="228937"/>
                  </a:lnTo>
                  <a:lnTo>
                    <a:pt x="7751716" y="228937"/>
                  </a:lnTo>
                  <a:lnTo>
                    <a:pt x="7751841" y="228937"/>
                  </a:lnTo>
                  <a:lnTo>
                    <a:pt x="7752091" y="228937"/>
                  </a:lnTo>
                  <a:lnTo>
                    <a:pt x="7752341" y="228937"/>
                  </a:lnTo>
                  <a:lnTo>
                    <a:pt x="7752591" y="228937"/>
                  </a:lnTo>
                  <a:lnTo>
                    <a:pt x="7753091" y="228937"/>
                  </a:lnTo>
                  <a:lnTo>
                    <a:pt x="7753591" y="228937"/>
                  </a:lnTo>
                  <a:lnTo>
                    <a:pt x="7753967" y="228937"/>
                  </a:lnTo>
                  <a:lnTo>
                    <a:pt x="7754342" y="228937"/>
                  </a:lnTo>
                  <a:lnTo>
                    <a:pt x="7754467" y="228937"/>
                  </a:lnTo>
                  <a:lnTo>
                    <a:pt x="7755092" y="228937"/>
                  </a:lnTo>
                  <a:lnTo>
                    <a:pt x="7755342" y="228937"/>
                  </a:lnTo>
                  <a:lnTo>
                    <a:pt x="7755467" y="228937"/>
                  </a:lnTo>
                  <a:lnTo>
                    <a:pt x="7755592" y="228937"/>
                  </a:lnTo>
                  <a:lnTo>
                    <a:pt x="7755842" y="228937"/>
                  </a:lnTo>
                  <a:lnTo>
                    <a:pt x="7755967" y="228937"/>
                  </a:lnTo>
                  <a:lnTo>
                    <a:pt x="7756092" y="228937"/>
                  </a:lnTo>
                  <a:lnTo>
                    <a:pt x="7756217" y="228937"/>
                  </a:lnTo>
                  <a:lnTo>
                    <a:pt x="7756342" y="228937"/>
                  </a:lnTo>
                  <a:lnTo>
                    <a:pt x="7756592" y="228937"/>
                  </a:lnTo>
                  <a:lnTo>
                    <a:pt x="7756968" y="228937"/>
                  </a:lnTo>
                  <a:lnTo>
                    <a:pt x="7757718" y="228937"/>
                  </a:lnTo>
                  <a:lnTo>
                    <a:pt x="7758218" y="228937"/>
                  </a:lnTo>
                  <a:lnTo>
                    <a:pt x="7758468" y="228937"/>
                  </a:lnTo>
                  <a:lnTo>
                    <a:pt x="7758843" y="228937"/>
                  </a:lnTo>
                  <a:lnTo>
                    <a:pt x="7759468" y="228937"/>
                  </a:lnTo>
                  <a:lnTo>
                    <a:pt x="7759969" y="228937"/>
                  </a:lnTo>
                  <a:lnTo>
                    <a:pt x="7760969" y="228937"/>
                  </a:lnTo>
                  <a:lnTo>
                    <a:pt x="7761719" y="228937"/>
                  </a:lnTo>
                  <a:lnTo>
                    <a:pt x="7762094" y="228937"/>
                  </a:lnTo>
                  <a:lnTo>
                    <a:pt x="7762469" y="228937"/>
                  </a:lnTo>
                  <a:lnTo>
                    <a:pt x="7762720" y="228937"/>
                  </a:lnTo>
                  <a:lnTo>
                    <a:pt x="7762970" y="228937"/>
                  </a:lnTo>
                  <a:lnTo>
                    <a:pt x="7763220" y="228937"/>
                  </a:lnTo>
                  <a:lnTo>
                    <a:pt x="7763345" y="228937"/>
                  </a:lnTo>
                  <a:lnTo>
                    <a:pt x="7763470" y="228937"/>
                  </a:lnTo>
                  <a:lnTo>
                    <a:pt x="7763720" y="228937"/>
                  </a:lnTo>
                  <a:lnTo>
                    <a:pt x="7763845" y="228937"/>
                  </a:lnTo>
                  <a:lnTo>
                    <a:pt x="7764220" y="228937"/>
                  </a:lnTo>
                  <a:lnTo>
                    <a:pt x="7764595" y="228937"/>
                  </a:lnTo>
                  <a:lnTo>
                    <a:pt x="7764720" y="228937"/>
                  </a:lnTo>
                  <a:lnTo>
                    <a:pt x="7765095" y="228937"/>
                  </a:lnTo>
                  <a:lnTo>
                    <a:pt x="7765220" y="228937"/>
                  </a:lnTo>
                  <a:lnTo>
                    <a:pt x="7765345" y="228937"/>
                  </a:lnTo>
                  <a:lnTo>
                    <a:pt x="7765596" y="228937"/>
                  </a:lnTo>
                  <a:lnTo>
                    <a:pt x="7765846" y="228937"/>
                  </a:lnTo>
                  <a:lnTo>
                    <a:pt x="7765971" y="228937"/>
                  </a:lnTo>
                  <a:lnTo>
                    <a:pt x="7769722" y="228937"/>
                  </a:lnTo>
                  <a:lnTo>
                    <a:pt x="7770222" y="228937"/>
                  </a:lnTo>
                  <a:lnTo>
                    <a:pt x="7770722" y="228937"/>
                  </a:lnTo>
                  <a:lnTo>
                    <a:pt x="7771097" y="228937"/>
                  </a:lnTo>
                  <a:lnTo>
                    <a:pt x="7771472" y="228937"/>
                  </a:lnTo>
                  <a:lnTo>
                    <a:pt x="7771848" y="228937"/>
                  </a:lnTo>
                  <a:lnTo>
                    <a:pt x="7771973" y="228937"/>
                  </a:lnTo>
                  <a:lnTo>
                    <a:pt x="7772223" y="228937"/>
                  </a:lnTo>
                  <a:lnTo>
                    <a:pt x="7772598" y="228937"/>
                  </a:lnTo>
                  <a:lnTo>
                    <a:pt x="7772848" y="228937"/>
                  </a:lnTo>
                  <a:lnTo>
                    <a:pt x="7772973" y="228937"/>
                  </a:lnTo>
                  <a:lnTo>
                    <a:pt x="7773098" y="228937"/>
                  </a:lnTo>
                  <a:lnTo>
                    <a:pt x="7773473" y="228937"/>
                  </a:lnTo>
                  <a:lnTo>
                    <a:pt x="7773848" y="228937"/>
                  </a:lnTo>
                  <a:lnTo>
                    <a:pt x="7774098" y="228937"/>
                  </a:lnTo>
                  <a:lnTo>
                    <a:pt x="7774223" y="228937"/>
                  </a:lnTo>
                  <a:lnTo>
                    <a:pt x="7774974" y="228937"/>
                  </a:lnTo>
                  <a:lnTo>
                    <a:pt x="7775099" y="228937"/>
                  </a:lnTo>
                  <a:lnTo>
                    <a:pt x="7775224" y="228937"/>
                  </a:lnTo>
                  <a:lnTo>
                    <a:pt x="7775349" y="228937"/>
                  </a:lnTo>
                  <a:lnTo>
                    <a:pt x="7775474" y="228937"/>
                  </a:lnTo>
                  <a:lnTo>
                    <a:pt x="7775599" y="228937"/>
                  </a:lnTo>
                  <a:lnTo>
                    <a:pt x="7775974" y="228937"/>
                  </a:lnTo>
                  <a:lnTo>
                    <a:pt x="7776474" y="228937"/>
                  </a:lnTo>
                  <a:lnTo>
                    <a:pt x="7776599" y="228937"/>
                  </a:lnTo>
                  <a:lnTo>
                    <a:pt x="7776974" y="228937"/>
                  </a:lnTo>
                  <a:lnTo>
                    <a:pt x="7777224" y="228937"/>
                  </a:lnTo>
                  <a:lnTo>
                    <a:pt x="7777349" y="228937"/>
                  </a:lnTo>
                  <a:lnTo>
                    <a:pt x="7777600" y="228937"/>
                  </a:lnTo>
                  <a:lnTo>
                    <a:pt x="7777725" y="228937"/>
                  </a:lnTo>
                  <a:lnTo>
                    <a:pt x="7778100" y="228937"/>
                  </a:lnTo>
                  <a:lnTo>
                    <a:pt x="7778225" y="228937"/>
                  </a:lnTo>
                  <a:lnTo>
                    <a:pt x="7778475" y="228937"/>
                  </a:lnTo>
                  <a:lnTo>
                    <a:pt x="7778975" y="228937"/>
                  </a:lnTo>
                  <a:lnTo>
                    <a:pt x="7779100" y="228937"/>
                  </a:lnTo>
                  <a:lnTo>
                    <a:pt x="7779225" y="228937"/>
                  </a:lnTo>
                  <a:lnTo>
                    <a:pt x="7779475" y="228937"/>
                  </a:lnTo>
                  <a:lnTo>
                    <a:pt x="7779850" y="228937"/>
                  </a:lnTo>
                  <a:lnTo>
                    <a:pt x="7780100" y="228937"/>
                  </a:lnTo>
                  <a:lnTo>
                    <a:pt x="7780601" y="228937"/>
                  </a:lnTo>
                  <a:lnTo>
                    <a:pt x="7780851" y="228937"/>
                  </a:lnTo>
                  <a:lnTo>
                    <a:pt x="7781351" y="228937"/>
                  </a:lnTo>
                  <a:lnTo>
                    <a:pt x="7781601" y="228937"/>
                  </a:lnTo>
                  <a:lnTo>
                    <a:pt x="7781726" y="228937"/>
                  </a:lnTo>
                  <a:lnTo>
                    <a:pt x="7781851" y="228937"/>
                  </a:lnTo>
                  <a:lnTo>
                    <a:pt x="7782101" y="228937"/>
                  </a:lnTo>
                  <a:lnTo>
                    <a:pt x="7782226" y="228937"/>
                  </a:lnTo>
                  <a:lnTo>
                    <a:pt x="7782351" y="228937"/>
                  </a:lnTo>
                  <a:lnTo>
                    <a:pt x="7782851" y="228937"/>
                  </a:lnTo>
                  <a:lnTo>
                    <a:pt x="7783101" y="228937"/>
                  </a:lnTo>
                  <a:lnTo>
                    <a:pt x="7783351" y="218984"/>
                  </a:lnTo>
                  <a:lnTo>
                    <a:pt x="7783476" y="218984"/>
                  </a:lnTo>
                  <a:lnTo>
                    <a:pt x="7783727" y="218984"/>
                  </a:lnTo>
                  <a:lnTo>
                    <a:pt x="7783852" y="218984"/>
                  </a:lnTo>
                  <a:lnTo>
                    <a:pt x="7783977" y="218984"/>
                  </a:lnTo>
                  <a:lnTo>
                    <a:pt x="7784227" y="218984"/>
                  </a:lnTo>
                  <a:lnTo>
                    <a:pt x="7784477" y="218984"/>
                  </a:lnTo>
                  <a:lnTo>
                    <a:pt x="7784727" y="218984"/>
                  </a:lnTo>
                  <a:lnTo>
                    <a:pt x="7785102" y="218984"/>
                  </a:lnTo>
                  <a:lnTo>
                    <a:pt x="7785227" y="218984"/>
                  </a:lnTo>
                  <a:lnTo>
                    <a:pt x="7785352" y="218984"/>
                  </a:lnTo>
                  <a:lnTo>
                    <a:pt x="7785602" y="218984"/>
                  </a:lnTo>
                  <a:lnTo>
                    <a:pt x="7785727" y="218984"/>
                  </a:lnTo>
                  <a:lnTo>
                    <a:pt x="7785977" y="218984"/>
                  </a:lnTo>
                  <a:lnTo>
                    <a:pt x="7786728" y="218984"/>
                  </a:lnTo>
                  <a:lnTo>
                    <a:pt x="7786978" y="218984"/>
                  </a:lnTo>
                  <a:lnTo>
                    <a:pt x="7787103" y="218984"/>
                  </a:lnTo>
                  <a:lnTo>
                    <a:pt x="7787228" y="218984"/>
                  </a:lnTo>
                  <a:lnTo>
                    <a:pt x="7788228" y="218984"/>
                  </a:lnTo>
                  <a:lnTo>
                    <a:pt x="7788728" y="218984"/>
                  </a:lnTo>
                  <a:lnTo>
                    <a:pt x="7788853" y="218984"/>
                  </a:lnTo>
                  <a:lnTo>
                    <a:pt x="7789103" y="218984"/>
                  </a:lnTo>
                  <a:lnTo>
                    <a:pt x="7789353" y="218984"/>
                  </a:lnTo>
                  <a:lnTo>
                    <a:pt x="7789604" y="218984"/>
                  </a:lnTo>
                  <a:lnTo>
                    <a:pt x="7790104" y="218984"/>
                  </a:lnTo>
                  <a:lnTo>
                    <a:pt x="7790479" y="218984"/>
                  </a:lnTo>
                  <a:lnTo>
                    <a:pt x="7790604" y="218984"/>
                  </a:lnTo>
                  <a:lnTo>
                    <a:pt x="7790854" y="218984"/>
                  </a:lnTo>
                  <a:lnTo>
                    <a:pt x="7791354" y="218984"/>
                  </a:lnTo>
                  <a:lnTo>
                    <a:pt x="7791729" y="218984"/>
                  </a:lnTo>
                  <a:lnTo>
                    <a:pt x="7791854" y="218984"/>
                  </a:lnTo>
                  <a:lnTo>
                    <a:pt x="7792104" y="218984"/>
                  </a:lnTo>
                  <a:lnTo>
                    <a:pt x="7792354" y="218984"/>
                  </a:lnTo>
                  <a:lnTo>
                    <a:pt x="7792479" y="218984"/>
                  </a:lnTo>
                  <a:lnTo>
                    <a:pt x="7792855" y="218984"/>
                  </a:lnTo>
                  <a:lnTo>
                    <a:pt x="7793355" y="218984"/>
                  </a:lnTo>
                  <a:lnTo>
                    <a:pt x="7794105" y="218984"/>
                  </a:lnTo>
                  <a:lnTo>
                    <a:pt x="7794230" y="218984"/>
                  </a:lnTo>
                  <a:lnTo>
                    <a:pt x="7794355" y="218984"/>
                  </a:lnTo>
                  <a:lnTo>
                    <a:pt x="7794480" y="218984"/>
                  </a:lnTo>
                  <a:lnTo>
                    <a:pt x="7794730" y="218984"/>
                  </a:lnTo>
                  <a:lnTo>
                    <a:pt x="7794855" y="218984"/>
                  </a:lnTo>
                  <a:lnTo>
                    <a:pt x="7794980" y="218984"/>
                  </a:lnTo>
                  <a:lnTo>
                    <a:pt x="7795105" y="218984"/>
                  </a:lnTo>
                  <a:lnTo>
                    <a:pt x="7795731" y="218984"/>
                  </a:lnTo>
                  <a:lnTo>
                    <a:pt x="7795856" y="218984"/>
                  </a:lnTo>
                  <a:lnTo>
                    <a:pt x="7796231" y="218984"/>
                  </a:lnTo>
                  <a:lnTo>
                    <a:pt x="7796356" y="218984"/>
                  </a:lnTo>
                  <a:lnTo>
                    <a:pt x="7796481" y="218984"/>
                  </a:lnTo>
                  <a:lnTo>
                    <a:pt x="7796856" y="218984"/>
                  </a:lnTo>
                  <a:lnTo>
                    <a:pt x="7796981" y="218984"/>
                  </a:lnTo>
                  <a:lnTo>
                    <a:pt x="7797106" y="218984"/>
                  </a:lnTo>
                  <a:lnTo>
                    <a:pt x="7797356" y="218984"/>
                  </a:lnTo>
                  <a:lnTo>
                    <a:pt x="7797731" y="218984"/>
                  </a:lnTo>
                  <a:lnTo>
                    <a:pt x="7797981" y="218984"/>
                  </a:lnTo>
                  <a:lnTo>
                    <a:pt x="7798356" y="218984"/>
                  </a:lnTo>
                  <a:lnTo>
                    <a:pt x="7799107" y="218984"/>
                  </a:lnTo>
                  <a:lnTo>
                    <a:pt x="7799232" y="218984"/>
                  </a:lnTo>
                  <a:lnTo>
                    <a:pt x="7799607" y="218984"/>
                  </a:lnTo>
                  <a:lnTo>
                    <a:pt x="7799732" y="218984"/>
                  </a:lnTo>
                  <a:lnTo>
                    <a:pt x="7799857" y="218984"/>
                  </a:lnTo>
                  <a:lnTo>
                    <a:pt x="7799982" y="218984"/>
                  </a:lnTo>
                  <a:lnTo>
                    <a:pt x="7800482" y="218984"/>
                  </a:lnTo>
                  <a:lnTo>
                    <a:pt x="7800607" y="218984"/>
                  </a:lnTo>
                  <a:lnTo>
                    <a:pt x="7800857" y="218984"/>
                  </a:lnTo>
                  <a:lnTo>
                    <a:pt x="7801107" y="209030"/>
                  </a:lnTo>
                  <a:lnTo>
                    <a:pt x="7801232" y="209030"/>
                  </a:lnTo>
                  <a:lnTo>
                    <a:pt x="7801858" y="209030"/>
                  </a:lnTo>
                  <a:lnTo>
                    <a:pt x="7802108" y="209030"/>
                  </a:lnTo>
                  <a:lnTo>
                    <a:pt x="7802358" y="209030"/>
                  </a:lnTo>
                  <a:lnTo>
                    <a:pt x="7802483" y="209030"/>
                  </a:lnTo>
                  <a:lnTo>
                    <a:pt x="7802608" y="209030"/>
                  </a:lnTo>
                  <a:lnTo>
                    <a:pt x="7802733" y="209030"/>
                  </a:lnTo>
                  <a:lnTo>
                    <a:pt x="7804108" y="209030"/>
                  </a:lnTo>
                  <a:lnTo>
                    <a:pt x="7804358" y="209030"/>
                  </a:lnTo>
                  <a:lnTo>
                    <a:pt x="7804484" y="209030"/>
                  </a:lnTo>
                  <a:lnTo>
                    <a:pt x="7804609" y="209030"/>
                  </a:lnTo>
                  <a:lnTo>
                    <a:pt x="7805109" y="209030"/>
                  </a:lnTo>
                  <a:lnTo>
                    <a:pt x="7805484" y="209030"/>
                  </a:lnTo>
                  <a:lnTo>
                    <a:pt x="7805609" y="209030"/>
                  </a:lnTo>
                  <a:lnTo>
                    <a:pt x="7805734" y="209030"/>
                  </a:lnTo>
                  <a:lnTo>
                    <a:pt x="7805859" y="209030"/>
                  </a:lnTo>
                  <a:lnTo>
                    <a:pt x="7806109" y="209030"/>
                  </a:lnTo>
                  <a:lnTo>
                    <a:pt x="7806484" y="209030"/>
                  </a:lnTo>
                  <a:lnTo>
                    <a:pt x="7806734" y="209030"/>
                  </a:lnTo>
                  <a:lnTo>
                    <a:pt x="7806984" y="209030"/>
                  </a:lnTo>
                  <a:lnTo>
                    <a:pt x="7807234" y="209030"/>
                  </a:lnTo>
                  <a:lnTo>
                    <a:pt x="7807359" y="209030"/>
                  </a:lnTo>
                  <a:lnTo>
                    <a:pt x="7807485" y="209030"/>
                  </a:lnTo>
                  <a:lnTo>
                    <a:pt x="7808860" y="209030"/>
                  </a:lnTo>
                  <a:lnTo>
                    <a:pt x="7808985" y="209030"/>
                  </a:lnTo>
                  <a:lnTo>
                    <a:pt x="7809110" y="209030"/>
                  </a:lnTo>
                  <a:lnTo>
                    <a:pt x="7809235" y="209030"/>
                  </a:lnTo>
                  <a:lnTo>
                    <a:pt x="7809360" y="209030"/>
                  </a:lnTo>
                  <a:lnTo>
                    <a:pt x="7809610" y="209030"/>
                  </a:lnTo>
                  <a:lnTo>
                    <a:pt x="7809860" y="209030"/>
                  </a:lnTo>
                  <a:lnTo>
                    <a:pt x="7810110" y="209030"/>
                  </a:lnTo>
                  <a:lnTo>
                    <a:pt x="7810736" y="209030"/>
                  </a:lnTo>
                  <a:lnTo>
                    <a:pt x="7810861" y="209030"/>
                  </a:lnTo>
                  <a:lnTo>
                    <a:pt x="7811236" y="209030"/>
                  </a:lnTo>
                  <a:lnTo>
                    <a:pt x="7811611" y="209030"/>
                  </a:lnTo>
                  <a:lnTo>
                    <a:pt x="7811736" y="209030"/>
                  </a:lnTo>
                  <a:lnTo>
                    <a:pt x="7812736" y="209030"/>
                  </a:lnTo>
                  <a:lnTo>
                    <a:pt x="7812986" y="209030"/>
                  </a:lnTo>
                  <a:lnTo>
                    <a:pt x="7813111" y="209030"/>
                  </a:lnTo>
                  <a:lnTo>
                    <a:pt x="7813361" y="209030"/>
                  </a:lnTo>
                  <a:lnTo>
                    <a:pt x="7813737" y="209030"/>
                  </a:lnTo>
                  <a:lnTo>
                    <a:pt x="7814362" y="209030"/>
                  </a:lnTo>
                  <a:lnTo>
                    <a:pt x="7814487" y="209030"/>
                  </a:lnTo>
                  <a:lnTo>
                    <a:pt x="7814612" y="209030"/>
                  </a:lnTo>
                  <a:lnTo>
                    <a:pt x="7814737" y="209030"/>
                  </a:lnTo>
                  <a:lnTo>
                    <a:pt x="7815237" y="209030"/>
                  </a:lnTo>
                  <a:lnTo>
                    <a:pt x="7815737" y="209030"/>
                  </a:lnTo>
                  <a:lnTo>
                    <a:pt x="7815862" y="209030"/>
                  </a:lnTo>
                  <a:lnTo>
                    <a:pt x="7815987" y="209030"/>
                  </a:lnTo>
                  <a:lnTo>
                    <a:pt x="7816112" y="209030"/>
                  </a:lnTo>
                  <a:lnTo>
                    <a:pt x="7816237" y="209030"/>
                  </a:lnTo>
                  <a:lnTo>
                    <a:pt x="7816863" y="209030"/>
                  </a:lnTo>
                  <a:lnTo>
                    <a:pt x="7817238" y="209030"/>
                  </a:lnTo>
                  <a:lnTo>
                    <a:pt x="7817363" y="209030"/>
                  </a:lnTo>
                  <a:lnTo>
                    <a:pt x="7817488" y="209030"/>
                  </a:lnTo>
                  <a:lnTo>
                    <a:pt x="7817613" y="209030"/>
                  </a:lnTo>
                  <a:lnTo>
                    <a:pt x="7817738" y="209030"/>
                  </a:lnTo>
                  <a:lnTo>
                    <a:pt x="7817863" y="209030"/>
                  </a:lnTo>
                  <a:lnTo>
                    <a:pt x="7818113" y="209030"/>
                  </a:lnTo>
                  <a:lnTo>
                    <a:pt x="7819113" y="209030"/>
                  </a:lnTo>
                  <a:lnTo>
                    <a:pt x="7819238" y="209030"/>
                  </a:lnTo>
                  <a:lnTo>
                    <a:pt x="7819363" y="209030"/>
                  </a:lnTo>
                  <a:lnTo>
                    <a:pt x="7819864" y="209030"/>
                  </a:lnTo>
                  <a:lnTo>
                    <a:pt x="7820114" y="209030"/>
                  </a:lnTo>
                  <a:lnTo>
                    <a:pt x="7820239" y="209030"/>
                  </a:lnTo>
                  <a:lnTo>
                    <a:pt x="7820864" y="209030"/>
                  </a:lnTo>
                  <a:lnTo>
                    <a:pt x="7820989" y="209030"/>
                  </a:lnTo>
                  <a:lnTo>
                    <a:pt x="7821614" y="209030"/>
                  </a:lnTo>
                  <a:lnTo>
                    <a:pt x="7821864" y="209030"/>
                  </a:lnTo>
                  <a:lnTo>
                    <a:pt x="7822114" y="209030"/>
                  </a:lnTo>
                  <a:lnTo>
                    <a:pt x="7822239" y="209030"/>
                  </a:lnTo>
                  <a:lnTo>
                    <a:pt x="7822615" y="209030"/>
                  </a:lnTo>
                  <a:lnTo>
                    <a:pt x="7822740" y="209030"/>
                  </a:lnTo>
                  <a:lnTo>
                    <a:pt x="7823115" y="209030"/>
                  </a:lnTo>
                  <a:lnTo>
                    <a:pt x="7823240" y="209030"/>
                  </a:lnTo>
                  <a:lnTo>
                    <a:pt x="7823365" y="209030"/>
                  </a:lnTo>
                  <a:lnTo>
                    <a:pt x="7824490" y="209030"/>
                  </a:lnTo>
                  <a:lnTo>
                    <a:pt x="7824615" y="209030"/>
                  </a:lnTo>
                  <a:lnTo>
                    <a:pt x="7824740" y="209030"/>
                  </a:lnTo>
                  <a:lnTo>
                    <a:pt x="7824865" y="209030"/>
                  </a:lnTo>
                  <a:lnTo>
                    <a:pt x="7824990" y="209030"/>
                  </a:lnTo>
                  <a:lnTo>
                    <a:pt x="7825491" y="209030"/>
                  </a:lnTo>
                  <a:lnTo>
                    <a:pt x="7825616" y="209030"/>
                  </a:lnTo>
                  <a:lnTo>
                    <a:pt x="7825866" y="209030"/>
                  </a:lnTo>
                  <a:lnTo>
                    <a:pt x="7825991" y="209030"/>
                  </a:lnTo>
                  <a:lnTo>
                    <a:pt x="7826241" y="209030"/>
                  </a:lnTo>
                  <a:lnTo>
                    <a:pt x="7826866" y="209030"/>
                  </a:lnTo>
                  <a:lnTo>
                    <a:pt x="7827366" y="209030"/>
                  </a:lnTo>
                  <a:lnTo>
                    <a:pt x="7827491" y="209030"/>
                  </a:lnTo>
                  <a:lnTo>
                    <a:pt x="7828116" y="209030"/>
                  </a:lnTo>
                  <a:lnTo>
                    <a:pt x="7828241" y="209030"/>
                  </a:lnTo>
                  <a:lnTo>
                    <a:pt x="7828617" y="209030"/>
                  </a:lnTo>
                  <a:lnTo>
                    <a:pt x="7828867" y="209030"/>
                  </a:lnTo>
                  <a:lnTo>
                    <a:pt x="7828992" y="209030"/>
                  </a:lnTo>
                  <a:lnTo>
                    <a:pt x="7829117" y="209030"/>
                  </a:lnTo>
                  <a:lnTo>
                    <a:pt x="7829242" y="209030"/>
                  </a:lnTo>
                  <a:lnTo>
                    <a:pt x="7829367" y="209030"/>
                  </a:lnTo>
                  <a:lnTo>
                    <a:pt x="7829617" y="209030"/>
                  </a:lnTo>
                  <a:lnTo>
                    <a:pt x="7829742" y="199076"/>
                  </a:lnTo>
                  <a:lnTo>
                    <a:pt x="7829992" y="199076"/>
                  </a:lnTo>
                  <a:lnTo>
                    <a:pt x="7830117" y="199076"/>
                  </a:lnTo>
                  <a:lnTo>
                    <a:pt x="7830242" y="199076"/>
                  </a:lnTo>
                  <a:lnTo>
                    <a:pt x="7830617" y="199076"/>
                  </a:lnTo>
                  <a:lnTo>
                    <a:pt x="7830742" y="199076"/>
                  </a:lnTo>
                  <a:lnTo>
                    <a:pt x="7831367" y="199076"/>
                  </a:lnTo>
                  <a:lnTo>
                    <a:pt x="7831743" y="199076"/>
                  </a:lnTo>
                  <a:lnTo>
                    <a:pt x="7832868" y="199076"/>
                  </a:lnTo>
                  <a:lnTo>
                    <a:pt x="7832993" y="199076"/>
                  </a:lnTo>
                  <a:lnTo>
                    <a:pt x="7833493" y="199076"/>
                  </a:lnTo>
                  <a:lnTo>
                    <a:pt x="7833993" y="199076"/>
                  </a:lnTo>
                  <a:lnTo>
                    <a:pt x="7834368" y="199076"/>
                  </a:lnTo>
                  <a:lnTo>
                    <a:pt x="7834494" y="199076"/>
                  </a:lnTo>
                  <a:lnTo>
                    <a:pt x="7834619" y="199076"/>
                  </a:lnTo>
                  <a:lnTo>
                    <a:pt x="7834869" y="199076"/>
                  </a:lnTo>
                  <a:lnTo>
                    <a:pt x="7834994" y="199076"/>
                  </a:lnTo>
                  <a:lnTo>
                    <a:pt x="7835369" y="199076"/>
                  </a:lnTo>
                  <a:lnTo>
                    <a:pt x="7835494" y="199076"/>
                  </a:lnTo>
                  <a:lnTo>
                    <a:pt x="7835619" y="199076"/>
                  </a:lnTo>
                  <a:lnTo>
                    <a:pt x="7836244" y="199076"/>
                  </a:lnTo>
                  <a:lnTo>
                    <a:pt x="7836494" y="199076"/>
                  </a:lnTo>
                  <a:lnTo>
                    <a:pt x="7836994" y="199076"/>
                  </a:lnTo>
                  <a:lnTo>
                    <a:pt x="7837870" y="199076"/>
                  </a:lnTo>
                  <a:lnTo>
                    <a:pt x="7837995" y="199076"/>
                  </a:lnTo>
                  <a:lnTo>
                    <a:pt x="7837995" y="189122"/>
                  </a:lnTo>
                  <a:lnTo>
                    <a:pt x="7838120" y="189122"/>
                  </a:lnTo>
                  <a:lnTo>
                    <a:pt x="7838620" y="189122"/>
                  </a:lnTo>
                  <a:lnTo>
                    <a:pt x="7838745" y="189122"/>
                  </a:lnTo>
                  <a:lnTo>
                    <a:pt x="7838995" y="189122"/>
                  </a:lnTo>
                  <a:lnTo>
                    <a:pt x="7839495" y="189122"/>
                  </a:lnTo>
                  <a:lnTo>
                    <a:pt x="7839745" y="189122"/>
                  </a:lnTo>
                  <a:lnTo>
                    <a:pt x="7840621" y="189122"/>
                  </a:lnTo>
                  <a:lnTo>
                    <a:pt x="7840746" y="189122"/>
                  </a:lnTo>
                  <a:lnTo>
                    <a:pt x="7841496" y="189122"/>
                  </a:lnTo>
                  <a:lnTo>
                    <a:pt x="7841746" y="189122"/>
                  </a:lnTo>
                  <a:lnTo>
                    <a:pt x="7842121" y="189122"/>
                  </a:lnTo>
                  <a:lnTo>
                    <a:pt x="7842996" y="179168"/>
                  </a:lnTo>
                  <a:lnTo>
                    <a:pt x="7843121" y="179168"/>
                  </a:lnTo>
                  <a:lnTo>
                    <a:pt x="7843246" y="179168"/>
                  </a:lnTo>
                  <a:lnTo>
                    <a:pt x="7843497" y="179168"/>
                  </a:lnTo>
                  <a:lnTo>
                    <a:pt x="7843622" y="179168"/>
                  </a:lnTo>
                  <a:lnTo>
                    <a:pt x="7844622" y="179168"/>
                  </a:lnTo>
                  <a:lnTo>
                    <a:pt x="7844872" y="179168"/>
                  </a:lnTo>
                  <a:lnTo>
                    <a:pt x="7845372" y="179168"/>
                  </a:lnTo>
                  <a:lnTo>
                    <a:pt x="7845497" y="179168"/>
                  </a:lnTo>
                  <a:lnTo>
                    <a:pt x="7845747" y="179168"/>
                  </a:lnTo>
                  <a:lnTo>
                    <a:pt x="7845872" y="179168"/>
                  </a:lnTo>
                  <a:lnTo>
                    <a:pt x="7845997" y="179168"/>
                  </a:lnTo>
                  <a:lnTo>
                    <a:pt x="7846247" y="179168"/>
                  </a:lnTo>
                  <a:lnTo>
                    <a:pt x="7846373" y="179168"/>
                  </a:lnTo>
                  <a:lnTo>
                    <a:pt x="7846498" y="179168"/>
                  </a:lnTo>
                  <a:lnTo>
                    <a:pt x="7846748" y="179168"/>
                  </a:lnTo>
                  <a:lnTo>
                    <a:pt x="7846873" y="179168"/>
                  </a:lnTo>
                  <a:lnTo>
                    <a:pt x="7847123" y="179168"/>
                  </a:lnTo>
                  <a:lnTo>
                    <a:pt x="7847373" y="179168"/>
                  </a:lnTo>
                  <a:lnTo>
                    <a:pt x="7847498" y="179168"/>
                  </a:lnTo>
                  <a:lnTo>
                    <a:pt x="7847873" y="179168"/>
                  </a:lnTo>
                  <a:lnTo>
                    <a:pt x="7848623" y="179168"/>
                  </a:lnTo>
                  <a:lnTo>
                    <a:pt x="7848748" y="179168"/>
                  </a:lnTo>
                  <a:lnTo>
                    <a:pt x="7848998" y="169214"/>
                  </a:lnTo>
                  <a:lnTo>
                    <a:pt x="7849123" y="169214"/>
                  </a:lnTo>
                  <a:lnTo>
                    <a:pt x="7849624" y="169214"/>
                  </a:lnTo>
                  <a:lnTo>
                    <a:pt x="7849749" y="169214"/>
                  </a:lnTo>
                  <a:lnTo>
                    <a:pt x="7850499" y="169214"/>
                  </a:lnTo>
                  <a:lnTo>
                    <a:pt x="7850999" y="169214"/>
                  </a:lnTo>
                  <a:lnTo>
                    <a:pt x="7851124" y="169214"/>
                  </a:lnTo>
                  <a:lnTo>
                    <a:pt x="7851249" y="169214"/>
                  </a:lnTo>
                  <a:lnTo>
                    <a:pt x="7851374" y="169214"/>
                  </a:lnTo>
                  <a:lnTo>
                    <a:pt x="7851624" y="169214"/>
                  </a:lnTo>
                  <a:lnTo>
                    <a:pt x="7851999" y="169214"/>
                  </a:lnTo>
                  <a:lnTo>
                    <a:pt x="7852124" y="169214"/>
                  </a:lnTo>
                  <a:lnTo>
                    <a:pt x="7852249" y="169214"/>
                  </a:lnTo>
                  <a:lnTo>
                    <a:pt x="7852625" y="169214"/>
                  </a:lnTo>
                  <a:lnTo>
                    <a:pt x="7853125" y="169214"/>
                  </a:lnTo>
                  <a:lnTo>
                    <a:pt x="7853500" y="169214"/>
                  </a:lnTo>
                  <a:lnTo>
                    <a:pt x="7853625" y="169214"/>
                  </a:lnTo>
                  <a:lnTo>
                    <a:pt x="7853750" y="169214"/>
                  </a:lnTo>
                  <a:lnTo>
                    <a:pt x="7853875" y="169214"/>
                  </a:lnTo>
                  <a:lnTo>
                    <a:pt x="7854000" y="169214"/>
                  </a:lnTo>
                  <a:lnTo>
                    <a:pt x="7854125" y="169214"/>
                  </a:lnTo>
                  <a:lnTo>
                    <a:pt x="7854375" y="169214"/>
                  </a:lnTo>
                  <a:lnTo>
                    <a:pt x="7854500" y="169214"/>
                  </a:lnTo>
                  <a:lnTo>
                    <a:pt x="7854875" y="169214"/>
                  </a:lnTo>
                  <a:lnTo>
                    <a:pt x="7855501" y="169214"/>
                  </a:lnTo>
                  <a:lnTo>
                    <a:pt x="7856001" y="169214"/>
                  </a:lnTo>
                  <a:lnTo>
                    <a:pt x="7856126" y="169214"/>
                  </a:lnTo>
                  <a:lnTo>
                    <a:pt x="7856251" y="169214"/>
                  </a:lnTo>
                  <a:lnTo>
                    <a:pt x="7856376" y="169214"/>
                  </a:lnTo>
                  <a:lnTo>
                    <a:pt x="7856626" y="169214"/>
                  </a:lnTo>
                  <a:lnTo>
                    <a:pt x="7856751" y="169214"/>
                  </a:lnTo>
                  <a:lnTo>
                    <a:pt x="7856876" y="169214"/>
                  </a:lnTo>
                  <a:lnTo>
                    <a:pt x="7857001" y="169214"/>
                  </a:lnTo>
                  <a:lnTo>
                    <a:pt x="7857126" y="169214"/>
                  </a:lnTo>
                  <a:lnTo>
                    <a:pt x="7857251" y="169214"/>
                  </a:lnTo>
                  <a:lnTo>
                    <a:pt x="7860627" y="169214"/>
                  </a:lnTo>
                  <a:lnTo>
                    <a:pt x="7860752" y="169214"/>
                  </a:lnTo>
                  <a:lnTo>
                    <a:pt x="7860877" y="169214"/>
                  </a:lnTo>
                  <a:lnTo>
                    <a:pt x="7861002" y="169214"/>
                  </a:lnTo>
                  <a:lnTo>
                    <a:pt x="7861127" y="169214"/>
                  </a:lnTo>
                  <a:lnTo>
                    <a:pt x="7861378" y="169214"/>
                  </a:lnTo>
                  <a:lnTo>
                    <a:pt x="7861503" y="169214"/>
                  </a:lnTo>
                  <a:lnTo>
                    <a:pt x="7861753" y="169214"/>
                  </a:lnTo>
                  <a:lnTo>
                    <a:pt x="7861878" y="159261"/>
                  </a:lnTo>
                  <a:lnTo>
                    <a:pt x="7862003" y="159261"/>
                  </a:lnTo>
                  <a:lnTo>
                    <a:pt x="7862128" y="159261"/>
                  </a:lnTo>
                  <a:lnTo>
                    <a:pt x="7862378" y="159261"/>
                  </a:lnTo>
                  <a:lnTo>
                    <a:pt x="7862503" y="159261"/>
                  </a:lnTo>
                  <a:lnTo>
                    <a:pt x="7862878" y="159261"/>
                  </a:lnTo>
                  <a:lnTo>
                    <a:pt x="7863503" y="159261"/>
                  </a:lnTo>
                  <a:lnTo>
                    <a:pt x="7864003" y="159261"/>
                  </a:lnTo>
                  <a:lnTo>
                    <a:pt x="7864379" y="159261"/>
                  </a:lnTo>
                  <a:lnTo>
                    <a:pt x="7864504" y="159261"/>
                  </a:lnTo>
                  <a:lnTo>
                    <a:pt x="7865004" y="159261"/>
                  </a:lnTo>
                  <a:lnTo>
                    <a:pt x="7865629" y="159261"/>
                  </a:lnTo>
                  <a:lnTo>
                    <a:pt x="7866379" y="159261"/>
                  </a:lnTo>
                  <a:lnTo>
                    <a:pt x="7866754" y="159261"/>
                  </a:lnTo>
                  <a:lnTo>
                    <a:pt x="7867129" y="159261"/>
                  </a:lnTo>
                  <a:lnTo>
                    <a:pt x="7867380" y="159261"/>
                  </a:lnTo>
                  <a:lnTo>
                    <a:pt x="7867630" y="159261"/>
                  </a:lnTo>
                  <a:lnTo>
                    <a:pt x="7867755" y="159261"/>
                  </a:lnTo>
                  <a:lnTo>
                    <a:pt x="7867880" y="159261"/>
                  </a:lnTo>
                  <a:lnTo>
                    <a:pt x="7868255" y="159261"/>
                  </a:lnTo>
                  <a:lnTo>
                    <a:pt x="7868380" y="159261"/>
                  </a:lnTo>
                  <a:lnTo>
                    <a:pt x="7868505" y="159261"/>
                  </a:lnTo>
                  <a:lnTo>
                    <a:pt x="7868630" y="159261"/>
                  </a:lnTo>
                  <a:lnTo>
                    <a:pt x="7869130" y="159261"/>
                  </a:lnTo>
                  <a:lnTo>
                    <a:pt x="7869255" y="159261"/>
                  </a:lnTo>
                  <a:lnTo>
                    <a:pt x="7869505" y="159261"/>
                  </a:lnTo>
                  <a:lnTo>
                    <a:pt x="7869630" y="159261"/>
                  </a:lnTo>
                  <a:lnTo>
                    <a:pt x="7870130" y="159261"/>
                  </a:lnTo>
                  <a:lnTo>
                    <a:pt x="7870255" y="159261"/>
                  </a:lnTo>
                  <a:lnTo>
                    <a:pt x="7870381" y="159261"/>
                  </a:lnTo>
                  <a:lnTo>
                    <a:pt x="7870506" y="159261"/>
                  </a:lnTo>
                  <a:lnTo>
                    <a:pt x="7870631" y="159261"/>
                  </a:lnTo>
                  <a:lnTo>
                    <a:pt x="7870881" y="159261"/>
                  </a:lnTo>
                  <a:lnTo>
                    <a:pt x="7871131" y="159261"/>
                  </a:lnTo>
                  <a:lnTo>
                    <a:pt x="7871256" y="159261"/>
                  </a:lnTo>
                  <a:lnTo>
                    <a:pt x="7871381" y="159261"/>
                  </a:lnTo>
                  <a:lnTo>
                    <a:pt x="7871506" y="159261"/>
                  </a:lnTo>
                  <a:lnTo>
                    <a:pt x="7871756" y="159261"/>
                  </a:lnTo>
                  <a:lnTo>
                    <a:pt x="7871881" y="159261"/>
                  </a:lnTo>
                  <a:lnTo>
                    <a:pt x="7872006" y="159261"/>
                  </a:lnTo>
                  <a:lnTo>
                    <a:pt x="7872381" y="159261"/>
                  </a:lnTo>
                  <a:lnTo>
                    <a:pt x="7872631" y="159261"/>
                  </a:lnTo>
                  <a:lnTo>
                    <a:pt x="7872756" y="159261"/>
                  </a:lnTo>
                  <a:lnTo>
                    <a:pt x="7874257" y="159261"/>
                  </a:lnTo>
                  <a:lnTo>
                    <a:pt x="7874507" y="159261"/>
                  </a:lnTo>
                  <a:lnTo>
                    <a:pt x="7874757" y="159261"/>
                  </a:lnTo>
                  <a:lnTo>
                    <a:pt x="7875257" y="159261"/>
                  </a:lnTo>
                  <a:lnTo>
                    <a:pt x="7876007" y="159261"/>
                  </a:lnTo>
                  <a:lnTo>
                    <a:pt x="7876633" y="159261"/>
                  </a:lnTo>
                  <a:lnTo>
                    <a:pt x="7876883" y="159261"/>
                  </a:lnTo>
                  <a:lnTo>
                    <a:pt x="7877258" y="159261"/>
                  </a:lnTo>
                  <a:lnTo>
                    <a:pt x="7877383" y="159261"/>
                  </a:lnTo>
                  <a:lnTo>
                    <a:pt x="7877508" y="159261"/>
                  </a:lnTo>
                  <a:lnTo>
                    <a:pt x="7877883" y="159261"/>
                  </a:lnTo>
                  <a:lnTo>
                    <a:pt x="7878008" y="159261"/>
                  </a:lnTo>
                  <a:lnTo>
                    <a:pt x="7878258" y="159261"/>
                  </a:lnTo>
                  <a:lnTo>
                    <a:pt x="7878508" y="159261"/>
                  </a:lnTo>
                  <a:lnTo>
                    <a:pt x="7878633" y="159261"/>
                  </a:lnTo>
                  <a:lnTo>
                    <a:pt x="7878758" y="159261"/>
                  </a:lnTo>
                  <a:lnTo>
                    <a:pt x="7878883" y="159261"/>
                  </a:lnTo>
                  <a:lnTo>
                    <a:pt x="7879634" y="159261"/>
                  </a:lnTo>
                  <a:lnTo>
                    <a:pt x="7879884" y="159261"/>
                  </a:lnTo>
                  <a:lnTo>
                    <a:pt x="7880009" y="159261"/>
                  </a:lnTo>
                  <a:lnTo>
                    <a:pt x="7880134" y="159261"/>
                  </a:lnTo>
                  <a:lnTo>
                    <a:pt x="7881009" y="159261"/>
                  </a:lnTo>
                  <a:lnTo>
                    <a:pt x="7881134" y="159261"/>
                  </a:lnTo>
                  <a:lnTo>
                    <a:pt x="7881259" y="159261"/>
                  </a:lnTo>
                  <a:lnTo>
                    <a:pt x="7882009" y="159261"/>
                  </a:lnTo>
                  <a:lnTo>
                    <a:pt x="7882134" y="159261"/>
                  </a:lnTo>
                  <a:lnTo>
                    <a:pt x="7882260" y="159261"/>
                  </a:lnTo>
                  <a:lnTo>
                    <a:pt x="7882635" y="159261"/>
                  </a:lnTo>
                  <a:lnTo>
                    <a:pt x="7882760" y="159261"/>
                  </a:lnTo>
                  <a:lnTo>
                    <a:pt x="7883135" y="159261"/>
                  </a:lnTo>
                  <a:lnTo>
                    <a:pt x="7883760" y="159261"/>
                  </a:lnTo>
                  <a:lnTo>
                    <a:pt x="7883885" y="159261"/>
                  </a:lnTo>
                  <a:lnTo>
                    <a:pt x="7884135" y="159261"/>
                  </a:lnTo>
                  <a:lnTo>
                    <a:pt x="7884260" y="159261"/>
                  </a:lnTo>
                  <a:lnTo>
                    <a:pt x="7884510" y="159261"/>
                  </a:lnTo>
                  <a:lnTo>
                    <a:pt x="7884885" y="159261"/>
                  </a:lnTo>
                  <a:lnTo>
                    <a:pt x="7885010" y="159261"/>
                  </a:lnTo>
                  <a:lnTo>
                    <a:pt x="7885261" y="159261"/>
                  </a:lnTo>
                  <a:lnTo>
                    <a:pt x="7885386" y="159261"/>
                  </a:lnTo>
                  <a:lnTo>
                    <a:pt x="7885511" y="159261"/>
                  </a:lnTo>
                  <a:lnTo>
                    <a:pt x="7885886" y="159261"/>
                  </a:lnTo>
                  <a:lnTo>
                    <a:pt x="7886011" y="159261"/>
                  </a:lnTo>
                  <a:lnTo>
                    <a:pt x="7886886" y="159261"/>
                  </a:lnTo>
                  <a:lnTo>
                    <a:pt x="7887011" y="159261"/>
                  </a:lnTo>
                  <a:lnTo>
                    <a:pt x="7887136" y="159261"/>
                  </a:lnTo>
                  <a:lnTo>
                    <a:pt x="7887261" y="159261"/>
                  </a:lnTo>
                  <a:lnTo>
                    <a:pt x="7887511" y="159261"/>
                  </a:lnTo>
                  <a:lnTo>
                    <a:pt x="7887636" y="159261"/>
                  </a:lnTo>
                  <a:lnTo>
                    <a:pt x="7888011" y="159261"/>
                  </a:lnTo>
                  <a:lnTo>
                    <a:pt x="7888136" y="159261"/>
                  </a:lnTo>
                  <a:lnTo>
                    <a:pt x="7888387" y="159261"/>
                  </a:lnTo>
                  <a:lnTo>
                    <a:pt x="7888637" y="159261"/>
                  </a:lnTo>
                  <a:lnTo>
                    <a:pt x="7889012" y="159261"/>
                  </a:lnTo>
                  <a:lnTo>
                    <a:pt x="7889387" y="159261"/>
                  </a:lnTo>
                  <a:lnTo>
                    <a:pt x="7889512" y="159261"/>
                  </a:lnTo>
                  <a:lnTo>
                    <a:pt x="7889762" y="159261"/>
                  </a:lnTo>
                  <a:lnTo>
                    <a:pt x="7890012" y="159261"/>
                  </a:lnTo>
                  <a:lnTo>
                    <a:pt x="7890637" y="159261"/>
                  </a:lnTo>
                  <a:lnTo>
                    <a:pt x="7891012" y="139353"/>
                  </a:lnTo>
                  <a:lnTo>
                    <a:pt x="7891388" y="139353"/>
                  </a:lnTo>
                  <a:lnTo>
                    <a:pt x="7891513" y="139353"/>
                  </a:lnTo>
                  <a:lnTo>
                    <a:pt x="7891888" y="139353"/>
                  </a:lnTo>
                  <a:lnTo>
                    <a:pt x="7892263" y="139353"/>
                  </a:lnTo>
                  <a:lnTo>
                    <a:pt x="7892763" y="139353"/>
                  </a:lnTo>
                  <a:lnTo>
                    <a:pt x="7893513" y="139353"/>
                  </a:lnTo>
                  <a:lnTo>
                    <a:pt x="7893638" y="139353"/>
                  </a:lnTo>
                  <a:lnTo>
                    <a:pt x="7893888" y="139353"/>
                  </a:lnTo>
                  <a:lnTo>
                    <a:pt x="7894013" y="139353"/>
                  </a:lnTo>
                  <a:lnTo>
                    <a:pt x="7894264" y="139353"/>
                  </a:lnTo>
                  <a:lnTo>
                    <a:pt x="7894389" y="139353"/>
                  </a:lnTo>
                  <a:lnTo>
                    <a:pt x="7894514" y="139353"/>
                  </a:lnTo>
                  <a:lnTo>
                    <a:pt x="7894639" y="139353"/>
                  </a:lnTo>
                  <a:lnTo>
                    <a:pt x="7895139" y="139353"/>
                  </a:lnTo>
                  <a:lnTo>
                    <a:pt x="7895389" y="139353"/>
                  </a:lnTo>
                  <a:lnTo>
                    <a:pt x="7895639" y="139353"/>
                  </a:lnTo>
                  <a:lnTo>
                    <a:pt x="7895764" y="139353"/>
                  </a:lnTo>
                  <a:lnTo>
                    <a:pt x="7896514" y="139353"/>
                  </a:lnTo>
                  <a:lnTo>
                    <a:pt x="7896889" y="139353"/>
                  </a:lnTo>
                  <a:lnTo>
                    <a:pt x="7897014" y="139353"/>
                  </a:lnTo>
                  <a:lnTo>
                    <a:pt x="7897139" y="139353"/>
                  </a:lnTo>
                  <a:lnTo>
                    <a:pt x="7897265" y="139353"/>
                  </a:lnTo>
                  <a:lnTo>
                    <a:pt x="7897640" y="139353"/>
                  </a:lnTo>
                  <a:lnTo>
                    <a:pt x="7897765" y="139353"/>
                  </a:lnTo>
                  <a:lnTo>
                    <a:pt x="7897890" y="139353"/>
                  </a:lnTo>
                  <a:lnTo>
                    <a:pt x="7898390" y="139353"/>
                  </a:lnTo>
                  <a:lnTo>
                    <a:pt x="7898765" y="139353"/>
                  </a:lnTo>
                  <a:lnTo>
                    <a:pt x="7899015" y="139353"/>
                  </a:lnTo>
                  <a:lnTo>
                    <a:pt x="7899640" y="139353"/>
                  </a:lnTo>
                  <a:lnTo>
                    <a:pt x="7899765" y="139353"/>
                  </a:lnTo>
                  <a:lnTo>
                    <a:pt x="7899890" y="139353"/>
                  </a:lnTo>
                  <a:lnTo>
                    <a:pt x="7900266" y="139353"/>
                  </a:lnTo>
                  <a:lnTo>
                    <a:pt x="7900516" y="139353"/>
                  </a:lnTo>
                  <a:lnTo>
                    <a:pt x="7900891" y="139353"/>
                  </a:lnTo>
                  <a:lnTo>
                    <a:pt x="7901016" y="139353"/>
                  </a:lnTo>
                  <a:lnTo>
                    <a:pt x="7901141" y="139353"/>
                  </a:lnTo>
                  <a:lnTo>
                    <a:pt x="7901391" y="139353"/>
                  </a:lnTo>
                  <a:lnTo>
                    <a:pt x="7901516" y="139353"/>
                  </a:lnTo>
                  <a:lnTo>
                    <a:pt x="7901891" y="139353"/>
                  </a:lnTo>
                  <a:lnTo>
                    <a:pt x="7902141" y="139353"/>
                  </a:lnTo>
                  <a:lnTo>
                    <a:pt x="7902516" y="139353"/>
                  </a:lnTo>
                  <a:lnTo>
                    <a:pt x="7902641" y="139353"/>
                  </a:lnTo>
                  <a:lnTo>
                    <a:pt x="7902766" y="139353"/>
                  </a:lnTo>
                  <a:lnTo>
                    <a:pt x="7903141" y="139353"/>
                  </a:lnTo>
                  <a:lnTo>
                    <a:pt x="7903517" y="139353"/>
                  </a:lnTo>
                  <a:lnTo>
                    <a:pt x="7903767" y="139353"/>
                  </a:lnTo>
                  <a:lnTo>
                    <a:pt x="7904017" y="139353"/>
                  </a:lnTo>
                  <a:lnTo>
                    <a:pt x="7904142" y="139353"/>
                  </a:lnTo>
                  <a:lnTo>
                    <a:pt x="7904267" y="139353"/>
                  </a:lnTo>
                  <a:lnTo>
                    <a:pt x="7904392" y="139353"/>
                  </a:lnTo>
                  <a:lnTo>
                    <a:pt x="7904517" y="139353"/>
                  </a:lnTo>
                  <a:lnTo>
                    <a:pt x="7904642" y="139353"/>
                  </a:lnTo>
                  <a:lnTo>
                    <a:pt x="7904892" y="139353"/>
                  </a:lnTo>
                  <a:lnTo>
                    <a:pt x="7905642" y="139353"/>
                  </a:lnTo>
                  <a:lnTo>
                    <a:pt x="7905767" y="139353"/>
                  </a:lnTo>
                  <a:lnTo>
                    <a:pt x="7905892" y="139353"/>
                  </a:lnTo>
                  <a:lnTo>
                    <a:pt x="7906268" y="139353"/>
                  </a:lnTo>
                  <a:lnTo>
                    <a:pt x="7906518" y="139353"/>
                  </a:lnTo>
                  <a:lnTo>
                    <a:pt x="7906893" y="139353"/>
                  </a:lnTo>
                  <a:lnTo>
                    <a:pt x="7907518" y="139353"/>
                  </a:lnTo>
                  <a:lnTo>
                    <a:pt x="7907893" y="139353"/>
                  </a:lnTo>
                  <a:lnTo>
                    <a:pt x="7908393" y="139353"/>
                  </a:lnTo>
                  <a:lnTo>
                    <a:pt x="7908518" y="139353"/>
                  </a:lnTo>
                  <a:lnTo>
                    <a:pt x="7908768" y="139353"/>
                  </a:lnTo>
                  <a:lnTo>
                    <a:pt x="7908893" y="139353"/>
                  </a:lnTo>
                  <a:lnTo>
                    <a:pt x="7909269" y="139353"/>
                  </a:lnTo>
                  <a:lnTo>
                    <a:pt x="7909519" y="139353"/>
                  </a:lnTo>
                  <a:lnTo>
                    <a:pt x="7909894" y="139353"/>
                  </a:lnTo>
                  <a:lnTo>
                    <a:pt x="7910019" y="139353"/>
                  </a:lnTo>
                  <a:lnTo>
                    <a:pt x="7910269" y="139353"/>
                  </a:lnTo>
                  <a:lnTo>
                    <a:pt x="7910519" y="139353"/>
                  </a:lnTo>
                  <a:lnTo>
                    <a:pt x="7910644" y="139353"/>
                  </a:lnTo>
                  <a:lnTo>
                    <a:pt x="7911269" y="139353"/>
                  </a:lnTo>
                  <a:lnTo>
                    <a:pt x="7911394" y="139353"/>
                  </a:lnTo>
                  <a:lnTo>
                    <a:pt x="7911894" y="139353"/>
                  </a:lnTo>
                  <a:lnTo>
                    <a:pt x="7912019" y="139353"/>
                  </a:lnTo>
                  <a:lnTo>
                    <a:pt x="7912144" y="139353"/>
                  </a:lnTo>
                  <a:lnTo>
                    <a:pt x="7912895" y="139353"/>
                  </a:lnTo>
                  <a:lnTo>
                    <a:pt x="7913145" y="139353"/>
                  </a:lnTo>
                  <a:lnTo>
                    <a:pt x="7913270" y="139353"/>
                  </a:lnTo>
                  <a:lnTo>
                    <a:pt x="7913520" y="139353"/>
                  </a:lnTo>
                  <a:lnTo>
                    <a:pt x="7913645" y="139353"/>
                  </a:lnTo>
                  <a:lnTo>
                    <a:pt x="7913770" y="139353"/>
                  </a:lnTo>
                  <a:lnTo>
                    <a:pt x="7914145" y="139353"/>
                  </a:lnTo>
                  <a:lnTo>
                    <a:pt x="7914270" y="139353"/>
                  </a:lnTo>
                  <a:lnTo>
                    <a:pt x="7914395" y="139353"/>
                  </a:lnTo>
                  <a:lnTo>
                    <a:pt x="7914520" y="139353"/>
                  </a:lnTo>
                  <a:lnTo>
                    <a:pt x="7914645" y="139353"/>
                  </a:lnTo>
                  <a:lnTo>
                    <a:pt x="7914770" y="139353"/>
                  </a:lnTo>
                  <a:lnTo>
                    <a:pt x="7915145" y="139353"/>
                  </a:lnTo>
                  <a:lnTo>
                    <a:pt x="7915271" y="139353"/>
                  </a:lnTo>
                  <a:lnTo>
                    <a:pt x="7915521" y="139353"/>
                  </a:lnTo>
                  <a:lnTo>
                    <a:pt x="7917021" y="139353"/>
                  </a:lnTo>
                  <a:lnTo>
                    <a:pt x="7917146" y="139353"/>
                  </a:lnTo>
                  <a:lnTo>
                    <a:pt x="7917396" y="139353"/>
                  </a:lnTo>
                  <a:lnTo>
                    <a:pt x="7918147" y="139353"/>
                  </a:lnTo>
                  <a:lnTo>
                    <a:pt x="7918272" y="139353"/>
                  </a:lnTo>
                  <a:lnTo>
                    <a:pt x="7918397" y="139353"/>
                  </a:lnTo>
                  <a:lnTo>
                    <a:pt x="7918522" y="139353"/>
                  </a:lnTo>
                  <a:lnTo>
                    <a:pt x="7918897" y="139353"/>
                  </a:lnTo>
                  <a:lnTo>
                    <a:pt x="7919272" y="139353"/>
                  </a:lnTo>
                  <a:lnTo>
                    <a:pt x="7919397" y="139353"/>
                  </a:lnTo>
                  <a:lnTo>
                    <a:pt x="7919522" y="139353"/>
                  </a:lnTo>
                  <a:lnTo>
                    <a:pt x="7919772" y="139353"/>
                  </a:lnTo>
                  <a:lnTo>
                    <a:pt x="7920022" y="139353"/>
                  </a:lnTo>
                  <a:lnTo>
                    <a:pt x="7920522" y="139353"/>
                  </a:lnTo>
                  <a:lnTo>
                    <a:pt x="7921398" y="139353"/>
                  </a:lnTo>
                  <a:lnTo>
                    <a:pt x="7921523" y="139353"/>
                  </a:lnTo>
                  <a:lnTo>
                    <a:pt x="7922023" y="139353"/>
                  </a:lnTo>
                  <a:lnTo>
                    <a:pt x="7922398" y="139353"/>
                  </a:lnTo>
                  <a:lnTo>
                    <a:pt x="7922523" y="139353"/>
                  </a:lnTo>
                  <a:lnTo>
                    <a:pt x="7922648" y="139353"/>
                  </a:lnTo>
                  <a:lnTo>
                    <a:pt x="7922898" y="139353"/>
                  </a:lnTo>
                  <a:lnTo>
                    <a:pt x="7923023" y="139353"/>
                  </a:lnTo>
                  <a:lnTo>
                    <a:pt x="7923148" y="139353"/>
                  </a:lnTo>
                  <a:lnTo>
                    <a:pt x="7923273" y="139353"/>
                  </a:lnTo>
                  <a:lnTo>
                    <a:pt x="7923398" y="139353"/>
                  </a:lnTo>
                  <a:lnTo>
                    <a:pt x="7923773" y="139353"/>
                  </a:lnTo>
                  <a:lnTo>
                    <a:pt x="7924023" y="139353"/>
                  </a:lnTo>
                  <a:lnTo>
                    <a:pt x="7924149" y="139353"/>
                  </a:lnTo>
                  <a:lnTo>
                    <a:pt x="7924524" y="139353"/>
                  </a:lnTo>
                  <a:lnTo>
                    <a:pt x="7924899" y="139353"/>
                  </a:lnTo>
                  <a:lnTo>
                    <a:pt x="7925024" y="139353"/>
                  </a:lnTo>
                  <a:lnTo>
                    <a:pt x="7925399" y="139353"/>
                  </a:lnTo>
                  <a:lnTo>
                    <a:pt x="7925649" y="139353"/>
                  </a:lnTo>
                  <a:lnTo>
                    <a:pt x="7925774" y="139353"/>
                  </a:lnTo>
                  <a:lnTo>
                    <a:pt x="7925899" y="139353"/>
                  </a:lnTo>
                  <a:lnTo>
                    <a:pt x="7926399" y="139353"/>
                  </a:lnTo>
                  <a:lnTo>
                    <a:pt x="7927275" y="139353"/>
                  </a:lnTo>
                  <a:lnTo>
                    <a:pt x="7927400" y="139353"/>
                  </a:lnTo>
                  <a:lnTo>
                    <a:pt x="7927650" y="139353"/>
                  </a:lnTo>
                  <a:lnTo>
                    <a:pt x="7927775" y="139353"/>
                  </a:lnTo>
                  <a:lnTo>
                    <a:pt x="7927900" y="139353"/>
                  </a:lnTo>
                  <a:lnTo>
                    <a:pt x="7928275" y="139353"/>
                  </a:lnTo>
                  <a:lnTo>
                    <a:pt x="7928650" y="139353"/>
                  </a:lnTo>
                  <a:lnTo>
                    <a:pt x="7928775" y="139353"/>
                  </a:lnTo>
                  <a:lnTo>
                    <a:pt x="7928900" y="139353"/>
                  </a:lnTo>
                  <a:lnTo>
                    <a:pt x="7929650" y="139353"/>
                  </a:lnTo>
                  <a:lnTo>
                    <a:pt x="7929775" y="139353"/>
                  </a:lnTo>
                  <a:lnTo>
                    <a:pt x="7930025" y="139353"/>
                  </a:lnTo>
                  <a:lnTo>
                    <a:pt x="7930401" y="139353"/>
                  </a:lnTo>
                  <a:lnTo>
                    <a:pt x="7930651" y="139353"/>
                  </a:lnTo>
                  <a:lnTo>
                    <a:pt x="7931026" y="139353"/>
                  </a:lnTo>
                  <a:lnTo>
                    <a:pt x="7931526" y="139353"/>
                  </a:lnTo>
                  <a:lnTo>
                    <a:pt x="7931651" y="139353"/>
                  </a:lnTo>
                  <a:lnTo>
                    <a:pt x="7932026" y="139353"/>
                  </a:lnTo>
                  <a:lnTo>
                    <a:pt x="7932401" y="139353"/>
                  </a:lnTo>
                  <a:lnTo>
                    <a:pt x="7932651" y="139353"/>
                  </a:lnTo>
                  <a:lnTo>
                    <a:pt x="7932901" y="139353"/>
                  </a:lnTo>
                  <a:lnTo>
                    <a:pt x="7933026" y="139353"/>
                  </a:lnTo>
                  <a:lnTo>
                    <a:pt x="7933777" y="139353"/>
                  </a:lnTo>
                  <a:lnTo>
                    <a:pt x="7934152" y="139353"/>
                  </a:lnTo>
                  <a:lnTo>
                    <a:pt x="7934277" y="139353"/>
                  </a:lnTo>
                  <a:lnTo>
                    <a:pt x="7934402" y="139353"/>
                  </a:lnTo>
                  <a:lnTo>
                    <a:pt x="7934527" y="139353"/>
                  </a:lnTo>
                  <a:lnTo>
                    <a:pt x="7934652" y="139353"/>
                  </a:lnTo>
                  <a:lnTo>
                    <a:pt x="7934902" y="139353"/>
                  </a:lnTo>
                  <a:lnTo>
                    <a:pt x="7935652" y="139353"/>
                  </a:lnTo>
                  <a:lnTo>
                    <a:pt x="7935777" y="139353"/>
                  </a:lnTo>
                  <a:lnTo>
                    <a:pt x="7936403" y="139353"/>
                  </a:lnTo>
                  <a:lnTo>
                    <a:pt x="7936528" y="139353"/>
                  </a:lnTo>
                  <a:lnTo>
                    <a:pt x="7936778" y="139353"/>
                  </a:lnTo>
                  <a:lnTo>
                    <a:pt x="7937278" y="139353"/>
                  </a:lnTo>
                  <a:lnTo>
                    <a:pt x="7937528" y="139353"/>
                  </a:lnTo>
                  <a:lnTo>
                    <a:pt x="7937653" y="139353"/>
                  </a:lnTo>
                  <a:lnTo>
                    <a:pt x="7938028" y="139353"/>
                  </a:lnTo>
                  <a:lnTo>
                    <a:pt x="7938528" y="139353"/>
                  </a:lnTo>
                  <a:lnTo>
                    <a:pt x="7939654" y="139353"/>
                  </a:lnTo>
                  <a:lnTo>
                    <a:pt x="7940029" y="139353"/>
                  </a:lnTo>
                  <a:lnTo>
                    <a:pt x="7940154" y="139353"/>
                  </a:lnTo>
                  <a:lnTo>
                    <a:pt x="7940654" y="139353"/>
                  </a:lnTo>
                  <a:lnTo>
                    <a:pt x="7940904" y="139353"/>
                  </a:lnTo>
                  <a:lnTo>
                    <a:pt x="7941154" y="139353"/>
                  </a:lnTo>
                  <a:lnTo>
                    <a:pt x="7941529" y="139353"/>
                  </a:lnTo>
                  <a:lnTo>
                    <a:pt x="7941904" y="139353"/>
                  </a:lnTo>
                  <a:lnTo>
                    <a:pt x="7942029" y="139353"/>
                  </a:lnTo>
                  <a:lnTo>
                    <a:pt x="7942155" y="139353"/>
                  </a:lnTo>
                  <a:lnTo>
                    <a:pt x="7942405" y="139353"/>
                  </a:lnTo>
                  <a:lnTo>
                    <a:pt x="7942530" y="139353"/>
                  </a:lnTo>
                  <a:lnTo>
                    <a:pt x="7943405" y="139353"/>
                  </a:lnTo>
                  <a:lnTo>
                    <a:pt x="7943530" y="139353"/>
                  </a:lnTo>
                  <a:lnTo>
                    <a:pt x="7943655" y="139353"/>
                  </a:lnTo>
                  <a:lnTo>
                    <a:pt x="7944030" y="139353"/>
                  </a:lnTo>
                  <a:lnTo>
                    <a:pt x="7944155" y="139353"/>
                  </a:lnTo>
                  <a:lnTo>
                    <a:pt x="7944405" y="139353"/>
                  </a:lnTo>
                  <a:lnTo>
                    <a:pt x="7944780" y="139353"/>
                  </a:lnTo>
                  <a:lnTo>
                    <a:pt x="7945656" y="139353"/>
                  </a:lnTo>
                  <a:lnTo>
                    <a:pt x="7946031" y="139353"/>
                  </a:lnTo>
                  <a:lnTo>
                    <a:pt x="7946156" y="139353"/>
                  </a:lnTo>
                  <a:lnTo>
                    <a:pt x="7946281" y="139353"/>
                  </a:lnTo>
                  <a:lnTo>
                    <a:pt x="7946406" y="139353"/>
                  </a:lnTo>
                  <a:lnTo>
                    <a:pt x="7946781" y="139353"/>
                  </a:lnTo>
                  <a:lnTo>
                    <a:pt x="7946906" y="139353"/>
                  </a:lnTo>
                  <a:lnTo>
                    <a:pt x="7947281" y="139353"/>
                  </a:lnTo>
                  <a:lnTo>
                    <a:pt x="7947656" y="139353"/>
                  </a:lnTo>
                  <a:lnTo>
                    <a:pt x="7947781" y="139353"/>
                  </a:lnTo>
                  <a:lnTo>
                    <a:pt x="7947906" y="139353"/>
                  </a:lnTo>
                  <a:lnTo>
                    <a:pt x="7948031" y="139353"/>
                  </a:lnTo>
                  <a:lnTo>
                    <a:pt x="7948157" y="139353"/>
                  </a:lnTo>
                  <a:lnTo>
                    <a:pt x="7948282" y="139353"/>
                  </a:lnTo>
                  <a:lnTo>
                    <a:pt x="7948407" y="139353"/>
                  </a:lnTo>
                  <a:lnTo>
                    <a:pt x="7948532" y="139353"/>
                  </a:lnTo>
                  <a:lnTo>
                    <a:pt x="7948907" y="129399"/>
                  </a:lnTo>
                  <a:lnTo>
                    <a:pt x="7949032" y="129399"/>
                  </a:lnTo>
                  <a:lnTo>
                    <a:pt x="7949657" y="129399"/>
                  </a:lnTo>
                  <a:lnTo>
                    <a:pt x="7949782" y="129399"/>
                  </a:lnTo>
                  <a:lnTo>
                    <a:pt x="7950032" y="129399"/>
                  </a:lnTo>
                  <a:lnTo>
                    <a:pt x="7950282" y="129399"/>
                  </a:lnTo>
                  <a:lnTo>
                    <a:pt x="7950657" y="129399"/>
                  </a:lnTo>
                  <a:lnTo>
                    <a:pt x="7950907" y="129399"/>
                  </a:lnTo>
                  <a:lnTo>
                    <a:pt x="7951032" y="129399"/>
                  </a:lnTo>
                  <a:lnTo>
                    <a:pt x="7952783" y="119445"/>
                  </a:lnTo>
                  <a:lnTo>
                    <a:pt x="7953033" y="119445"/>
                  </a:lnTo>
                  <a:lnTo>
                    <a:pt x="7953158" y="119445"/>
                  </a:lnTo>
                  <a:lnTo>
                    <a:pt x="7953408" y="119445"/>
                  </a:lnTo>
                  <a:lnTo>
                    <a:pt x="7953908" y="119445"/>
                  </a:lnTo>
                  <a:lnTo>
                    <a:pt x="7954284" y="119445"/>
                  </a:lnTo>
                  <a:lnTo>
                    <a:pt x="7954534" y="119445"/>
                  </a:lnTo>
                  <a:lnTo>
                    <a:pt x="7955034" y="119445"/>
                  </a:lnTo>
                  <a:lnTo>
                    <a:pt x="7955409" y="119445"/>
                  </a:lnTo>
                  <a:lnTo>
                    <a:pt x="7955534" y="119445"/>
                  </a:lnTo>
                  <a:lnTo>
                    <a:pt x="7955784" y="119445"/>
                  </a:lnTo>
                  <a:lnTo>
                    <a:pt x="7956034" y="119445"/>
                  </a:lnTo>
                  <a:lnTo>
                    <a:pt x="7956159" y="119445"/>
                  </a:lnTo>
                  <a:lnTo>
                    <a:pt x="7956284" y="119445"/>
                  </a:lnTo>
                  <a:lnTo>
                    <a:pt x="7956659" y="119445"/>
                  </a:lnTo>
                  <a:lnTo>
                    <a:pt x="7956784" y="119445"/>
                  </a:lnTo>
                  <a:lnTo>
                    <a:pt x="7957035" y="119445"/>
                  </a:lnTo>
                  <a:lnTo>
                    <a:pt x="7957410" y="119445"/>
                  </a:lnTo>
                  <a:lnTo>
                    <a:pt x="7957660" y="119445"/>
                  </a:lnTo>
                  <a:lnTo>
                    <a:pt x="7957910" y="119445"/>
                  </a:lnTo>
                  <a:lnTo>
                    <a:pt x="7958660" y="119445"/>
                  </a:lnTo>
                  <a:lnTo>
                    <a:pt x="7958785" y="119445"/>
                  </a:lnTo>
                  <a:lnTo>
                    <a:pt x="7958910" y="119445"/>
                  </a:lnTo>
                  <a:lnTo>
                    <a:pt x="7959160" y="119445"/>
                  </a:lnTo>
                  <a:lnTo>
                    <a:pt x="7959285" y="119445"/>
                  </a:lnTo>
                  <a:lnTo>
                    <a:pt x="7959660" y="119445"/>
                  </a:lnTo>
                  <a:lnTo>
                    <a:pt x="7959785" y="119445"/>
                  </a:lnTo>
                  <a:lnTo>
                    <a:pt x="7960286" y="119445"/>
                  </a:lnTo>
                  <a:lnTo>
                    <a:pt x="7960661" y="119445"/>
                  </a:lnTo>
                  <a:lnTo>
                    <a:pt x="7960786" y="119445"/>
                  </a:lnTo>
                  <a:lnTo>
                    <a:pt x="7960911" y="119445"/>
                  </a:lnTo>
                  <a:lnTo>
                    <a:pt x="7961161" y="119445"/>
                  </a:lnTo>
                  <a:lnTo>
                    <a:pt x="7961661" y="119445"/>
                  </a:lnTo>
                  <a:lnTo>
                    <a:pt x="7961786" y="119445"/>
                  </a:lnTo>
                  <a:lnTo>
                    <a:pt x="7962786" y="119445"/>
                  </a:lnTo>
                  <a:lnTo>
                    <a:pt x="7963037" y="119445"/>
                  </a:lnTo>
                  <a:lnTo>
                    <a:pt x="7963287" y="119445"/>
                  </a:lnTo>
                  <a:lnTo>
                    <a:pt x="7963662" y="119445"/>
                  </a:lnTo>
                  <a:lnTo>
                    <a:pt x="7963912" y="119445"/>
                  </a:lnTo>
                  <a:lnTo>
                    <a:pt x="7964162" y="119445"/>
                  </a:lnTo>
                  <a:lnTo>
                    <a:pt x="7965287" y="119445"/>
                  </a:lnTo>
                  <a:lnTo>
                    <a:pt x="7965412" y="119445"/>
                  </a:lnTo>
                  <a:lnTo>
                    <a:pt x="7965537" y="119445"/>
                  </a:lnTo>
                  <a:lnTo>
                    <a:pt x="7965662" y="119445"/>
                  </a:lnTo>
                  <a:lnTo>
                    <a:pt x="7966038" y="119445"/>
                  </a:lnTo>
                  <a:lnTo>
                    <a:pt x="7966413" y="119445"/>
                  </a:lnTo>
                  <a:lnTo>
                    <a:pt x="7966663" y="119445"/>
                  </a:lnTo>
                  <a:lnTo>
                    <a:pt x="7966788" y="119445"/>
                  </a:lnTo>
                  <a:lnTo>
                    <a:pt x="7966913" y="119445"/>
                  </a:lnTo>
                  <a:lnTo>
                    <a:pt x="7967163" y="119445"/>
                  </a:lnTo>
                  <a:lnTo>
                    <a:pt x="7967288" y="119445"/>
                  </a:lnTo>
                  <a:lnTo>
                    <a:pt x="7967413" y="119445"/>
                  </a:lnTo>
                  <a:lnTo>
                    <a:pt x="7967538" y="119445"/>
                  </a:lnTo>
                  <a:lnTo>
                    <a:pt x="7967663" y="119445"/>
                  </a:lnTo>
                  <a:lnTo>
                    <a:pt x="7967913" y="119445"/>
                  </a:lnTo>
                  <a:lnTo>
                    <a:pt x="7968163" y="119445"/>
                  </a:lnTo>
                  <a:lnTo>
                    <a:pt x="7968413" y="119445"/>
                  </a:lnTo>
                  <a:lnTo>
                    <a:pt x="7968663" y="119445"/>
                  </a:lnTo>
                  <a:lnTo>
                    <a:pt x="7969914" y="119445"/>
                  </a:lnTo>
                  <a:lnTo>
                    <a:pt x="7970039" y="119445"/>
                  </a:lnTo>
                  <a:lnTo>
                    <a:pt x="7970539" y="119445"/>
                  </a:lnTo>
                  <a:lnTo>
                    <a:pt x="7971039" y="119445"/>
                  </a:lnTo>
                  <a:lnTo>
                    <a:pt x="7971164" y="119445"/>
                  </a:lnTo>
                  <a:lnTo>
                    <a:pt x="7971539" y="119445"/>
                  </a:lnTo>
                  <a:lnTo>
                    <a:pt x="7972040" y="119445"/>
                  </a:lnTo>
                  <a:lnTo>
                    <a:pt x="7972415" y="119445"/>
                  </a:lnTo>
                  <a:lnTo>
                    <a:pt x="7972540" y="119445"/>
                  </a:lnTo>
                  <a:lnTo>
                    <a:pt x="7972665" y="119445"/>
                  </a:lnTo>
                  <a:lnTo>
                    <a:pt x="7973040" y="119445"/>
                  </a:lnTo>
                  <a:lnTo>
                    <a:pt x="7973165" y="119445"/>
                  </a:lnTo>
                  <a:lnTo>
                    <a:pt x="7973290" y="119445"/>
                  </a:lnTo>
                  <a:lnTo>
                    <a:pt x="7973415" y="119445"/>
                  </a:lnTo>
                  <a:lnTo>
                    <a:pt x="7973540" y="119445"/>
                  </a:lnTo>
                  <a:lnTo>
                    <a:pt x="7973665" y="119445"/>
                  </a:lnTo>
                  <a:lnTo>
                    <a:pt x="7973790" y="119445"/>
                  </a:lnTo>
                  <a:lnTo>
                    <a:pt x="7973915" y="119445"/>
                  </a:lnTo>
                  <a:lnTo>
                    <a:pt x="7974040" y="119445"/>
                  </a:lnTo>
                  <a:lnTo>
                    <a:pt x="7974415" y="119445"/>
                  </a:lnTo>
                  <a:lnTo>
                    <a:pt x="7974540" y="119445"/>
                  </a:lnTo>
                  <a:lnTo>
                    <a:pt x="7974665" y="119445"/>
                  </a:lnTo>
                  <a:lnTo>
                    <a:pt x="7975166" y="119445"/>
                  </a:lnTo>
                  <a:lnTo>
                    <a:pt x="7975541" y="119445"/>
                  </a:lnTo>
                  <a:lnTo>
                    <a:pt x="7975666" y="119445"/>
                  </a:lnTo>
                  <a:lnTo>
                    <a:pt x="7976166" y="119445"/>
                  </a:lnTo>
                  <a:lnTo>
                    <a:pt x="7976541" y="119445"/>
                  </a:lnTo>
                  <a:lnTo>
                    <a:pt x="7977166" y="119445"/>
                  </a:lnTo>
                  <a:lnTo>
                    <a:pt x="7977416" y="119445"/>
                  </a:lnTo>
                  <a:lnTo>
                    <a:pt x="7977666" y="119445"/>
                  </a:lnTo>
                  <a:lnTo>
                    <a:pt x="7977791" y="119445"/>
                  </a:lnTo>
                  <a:lnTo>
                    <a:pt x="7978292" y="119445"/>
                  </a:lnTo>
                  <a:lnTo>
                    <a:pt x="7978417" y="119445"/>
                  </a:lnTo>
                  <a:lnTo>
                    <a:pt x="7978667" y="119445"/>
                  </a:lnTo>
                  <a:lnTo>
                    <a:pt x="7979542" y="119445"/>
                  </a:lnTo>
                  <a:lnTo>
                    <a:pt x="7979667" y="119445"/>
                  </a:lnTo>
                  <a:lnTo>
                    <a:pt x="7980042" y="119445"/>
                  </a:lnTo>
                  <a:lnTo>
                    <a:pt x="7980417" y="119445"/>
                  </a:lnTo>
                  <a:lnTo>
                    <a:pt x="7981043" y="119445"/>
                  </a:lnTo>
                  <a:lnTo>
                    <a:pt x="7981293" y="119445"/>
                  </a:lnTo>
                  <a:lnTo>
                    <a:pt x="7982168" y="119445"/>
                  </a:lnTo>
                  <a:lnTo>
                    <a:pt x="7982543" y="119445"/>
                  </a:lnTo>
                  <a:lnTo>
                    <a:pt x="7982793" y="119445"/>
                  </a:lnTo>
                  <a:lnTo>
                    <a:pt x="7982918" y="119445"/>
                  </a:lnTo>
                  <a:lnTo>
                    <a:pt x="7983043" y="119445"/>
                  </a:lnTo>
                  <a:lnTo>
                    <a:pt x="7983543" y="119445"/>
                  </a:lnTo>
                  <a:lnTo>
                    <a:pt x="7983668" y="119445"/>
                  </a:lnTo>
                  <a:lnTo>
                    <a:pt x="7983793" y="119445"/>
                  </a:lnTo>
                  <a:lnTo>
                    <a:pt x="7983918" y="119445"/>
                  </a:lnTo>
                  <a:lnTo>
                    <a:pt x="7984044" y="119445"/>
                  </a:lnTo>
                  <a:lnTo>
                    <a:pt x="7984169" y="119445"/>
                  </a:lnTo>
                  <a:lnTo>
                    <a:pt x="7984294" y="119445"/>
                  </a:lnTo>
                  <a:lnTo>
                    <a:pt x="7984419" y="119445"/>
                  </a:lnTo>
                  <a:lnTo>
                    <a:pt x="7984544" y="119445"/>
                  </a:lnTo>
                  <a:lnTo>
                    <a:pt x="7984669" y="119445"/>
                  </a:lnTo>
                  <a:lnTo>
                    <a:pt x="7984919" y="119445"/>
                  </a:lnTo>
                  <a:lnTo>
                    <a:pt x="7985044" y="119445"/>
                  </a:lnTo>
                  <a:lnTo>
                    <a:pt x="7985169" y="119445"/>
                  </a:lnTo>
                  <a:lnTo>
                    <a:pt x="7985294" y="119445"/>
                  </a:lnTo>
                  <a:lnTo>
                    <a:pt x="7985419" y="119445"/>
                  </a:lnTo>
                  <a:lnTo>
                    <a:pt x="7985919" y="119445"/>
                  </a:lnTo>
                  <a:lnTo>
                    <a:pt x="7986044" y="119445"/>
                  </a:lnTo>
                  <a:lnTo>
                    <a:pt x="7986294" y="119445"/>
                  </a:lnTo>
                  <a:lnTo>
                    <a:pt x="7986419" y="119445"/>
                  </a:lnTo>
                  <a:lnTo>
                    <a:pt x="7986544" y="119445"/>
                  </a:lnTo>
                  <a:lnTo>
                    <a:pt x="7986669" y="119445"/>
                  </a:lnTo>
                  <a:lnTo>
                    <a:pt x="7990671" y="119445"/>
                  </a:lnTo>
                  <a:lnTo>
                    <a:pt x="7990796" y="119445"/>
                  </a:lnTo>
                  <a:lnTo>
                    <a:pt x="7991046" y="119445"/>
                  </a:lnTo>
                  <a:lnTo>
                    <a:pt x="7991171" y="119445"/>
                  </a:lnTo>
                  <a:lnTo>
                    <a:pt x="7991296" y="119445"/>
                  </a:lnTo>
                  <a:lnTo>
                    <a:pt x="7991421" y="119445"/>
                  </a:lnTo>
                  <a:lnTo>
                    <a:pt x="7991546" y="119445"/>
                  </a:lnTo>
                  <a:lnTo>
                    <a:pt x="7991796" y="119445"/>
                  </a:lnTo>
                  <a:lnTo>
                    <a:pt x="7992296" y="119445"/>
                  </a:lnTo>
                  <a:lnTo>
                    <a:pt x="7992921" y="119445"/>
                  </a:lnTo>
                  <a:lnTo>
                    <a:pt x="7993047" y="119445"/>
                  </a:lnTo>
                  <a:lnTo>
                    <a:pt x="7993297" y="119445"/>
                  </a:lnTo>
                  <a:lnTo>
                    <a:pt x="7993672" y="119445"/>
                  </a:lnTo>
                  <a:lnTo>
                    <a:pt x="7993797" y="119445"/>
                  </a:lnTo>
                  <a:lnTo>
                    <a:pt x="7993922" y="119445"/>
                  </a:lnTo>
                  <a:lnTo>
                    <a:pt x="7994047" y="119445"/>
                  </a:lnTo>
                  <a:lnTo>
                    <a:pt x="7994172" y="119445"/>
                  </a:lnTo>
                  <a:lnTo>
                    <a:pt x="7994297" y="119445"/>
                  </a:lnTo>
                  <a:lnTo>
                    <a:pt x="7994547" y="119445"/>
                  </a:lnTo>
                  <a:lnTo>
                    <a:pt x="7994922" y="119445"/>
                  </a:lnTo>
                  <a:lnTo>
                    <a:pt x="7995422" y="119445"/>
                  </a:lnTo>
                  <a:lnTo>
                    <a:pt x="7995547" y="119445"/>
                  </a:lnTo>
                  <a:lnTo>
                    <a:pt x="7995923" y="119445"/>
                  </a:lnTo>
                  <a:lnTo>
                    <a:pt x="7996048" y="119445"/>
                  </a:lnTo>
                  <a:lnTo>
                    <a:pt x="7996173" y="119445"/>
                  </a:lnTo>
                  <a:lnTo>
                    <a:pt x="7996298" y="119445"/>
                  </a:lnTo>
                  <a:lnTo>
                    <a:pt x="7996423" y="119445"/>
                  </a:lnTo>
                  <a:lnTo>
                    <a:pt x="7996548" y="119445"/>
                  </a:lnTo>
                  <a:lnTo>
                    <a:pt x="7996673" y="119445"/>
                  </a:lnTo>
                  <a:lnTo>
                    <a:pt x="7996923" y="119445"/>
                  </a:lnTo>
                  <a:lnTo>
                    <a:pt x="7997423" y="119445"/>
                  </a:lnTo>
                  <a:lnTo>
                    <a:pt x="7997548" y="119445"/>
                  </a:lnTo>
                  <a:lnTo>
                    <a:pt x="7998173" y="119445"/>
                  </a:lnTo>
                  <a:lnTo>
                    <a:pt x="7998298" y="119445"/>
                  </a:lnTo>
                  <a:lnTo>
                    <a:pt x="7998798" y="119445"/>
                  </a:lnTo>
                  <a:lnTo>
                    <a:pt x="7998924" y="119445"/>
                  </a:lnTo>
                  <a:lnTo>
                    <a:pt x="7999299" y="119445"/>
                  </a:lnTo>
                  <a:lnTo>
                    <a:pt x="7999549" y="109492"/>
                  </a:lnTo>
                  <a:lnTo>
                    <a:pt x="7999674" y="109492"/>
                  </a:lnTo>
                  <a:lnTo>
                    <a:pt x="7999799" y="109492"/>
                  </a:lnTo>
                  <a:lnTo>
                    <a:pt x="8000049" y="109492"/>
                  </a:lnTo>
                  <a:lnTo>
                    <a:pt x="8000174" y="109492"/>
                  </a:lnTo>
                  <a:lnTo>
                    <a:pt x="8000299" y="109492"/>
                  </a:lnTo>
                  <a:lnTo>
                    <a:pt x="8000424" y="109492"/>
                  </a:lnTo>
                  <a:lnTo>
                    <a:pt x="8000549" y="109492"/>
                  </a:lnTo>
                  <a:lnTo>
                    <a:pt x="8000674" y="109492"/>
                  </a:lnTo>
                  <a:lnTo>
                    <a:pt x="8001049" y="109492"/>
                  </a:lnTo>
                  <a:lnTo>
                    <a:pt x="8001174" y="109492"/>
                  </a:lnTo>
                  <a:lnTo>
                    <a:pt x="8001299" y="109492"/>
                  </a:lnTo>
                  <a:lnTo>
                    <a:pt x="8001549" y="109492"/>
                  </a:lnTo>
                  <a:lnTo>
                    <a:pt x="8001674" y="109492"/>
                  </a:lnTo>
                  <a:lnTo>
                    <a:pt x="8001799" y="109492"/>
                  </a:lnTo>
                  <a:lnTo>
                    <a:pt x="8002175" y="109492"/>
                  </a:lnTo>
                  <a:lnTo>
                    <a:pt x="8002300" y="109492"/>
                  </a:lnTo>
                  <a:lnTo>
                    <a:pt x="8002925" y="109492"/>
                  </a:lnTo>
                  <a:lnTo>
                    <a:pt x="8003050" y="109492"/>
                  </a:lnTo>
                  <a:lnTo>
                    <a:pt x="8003175" y="109492"/>
                  </a:lnTo>
                  <a:lnTo>
                    <a:pt x="8003425" y="109492"/>
                  </a:lnTo>
                  <a:lnTo>
                    <a:pt x="8003550" y="109492"/>
                  </a:lnTo>
                  <a:lnTo>
                    <a:pt x="8003675" y="109492"/>
                  </a:lnTo>
                  <a:lnTo>
                    <a:pt x="8003800" y="109492"/>
                  </a:lnTo>
                  <a:lnTo>
                    <a:pt x="8004050" y="109492"/>
                  </a:lnTo>
                  <a:lnTo>
                    <a:pt x="8004425" y="109492"/>
                  </a:lnTo>
                  <a:lnTo>
                    <a:pt x="8004550" y="109492"/>
                  </a:lnTo>
                  <a:lnTo>
                    <a:pt x="8004800" y="109492"/>
                  </a:lnTo>
                  <a:lnTo>
                    <a:pt x="8004926" y="109492"/>
                  </a:lnTo>
                  <a:lnTo>
                    <a:pt x="8005676" y="109492"/>
                  </a:lnTo>
                  <a:lnTo>
                    <a:pt x="8005926" y="109492"/>
                  </a:lnTo>
                  <a:lnTo>
                    <a:pt x="8006301" y="109492"/>
                  </a:lnTo>
                  <a:lnTo>
                    <a:pt x="8006426" y="109492"/>
                  </a:lnTo>
                  <a:lnTo>
                    <a:pt x="8007051" y="109492"/>
                  </a:lnTo>
                  <a:lnTo>
                    <a:pt x="8007301" y="109492"/>
                  </a:lnTo>
                  <a:lnTo>
                    <a:pt x="8007551" y="109492"/>
                  </a:lnTo>
                  <a:lnTo>
                    <a:pt x="8007676" y="109492"/>
                  </a:lnTo>
                  <a:lnTo>
                    <a:pt x="8007927" y="109492"/>
                  </a:lnTo>
                  <a:lnTo>
                    <a:pt x="8008052" y="109492"/>
                  </a:lnTo>
                  <a:lnTo>
                    <a:pt x="8008177" y="109492"/>
                  </a:lnTo>
                  <a:lnTo>
                    <a:pt x="8008677" y="109492"/>
                  </a:lnTo>
                  <a:lnTo>
                    <a:pt x="8008802" y="109492"/>
                  </a:lnTo>
                  <a:lnTo>
                    <a:pt x="8008927" y="109492"/>
                  </a:lnTo>
                  <a:lnTo>
                    <a:pt x="8009177" y="109492"/>
                  </a:lnTo>
                  <a:lnTo>
                    <a:pt x="8009552" y="109492"/>
                  </a:lnTo>
                  <a:lnTo>
                    <a:pt x="8009677" y="109492"/>
                  </a:lnTo>
                  <a:lnTo>
                    <a:pt x="8009802" y="109492"/>
                  </a:lnTo>
                  <a:lnTo>
                    <a:pt x="8010177" y="109492"/>
                  </a:lnTo>
                  <a:lnTo>
                    <a:pt x="8010302" y="109492"/>
                  </a:lnTo>
                  <a:lnTo>
                    <a:pt x="8010802" y="109492"/>
                  </a:lnTo>
                  <a:lnTo>
                    <a:pt x="8010928" y="109492"/>
                  </a:lnTo>
                  <a:lnTo>
                    <a:pt x="8011053" y="109492"/>
                  </a:lnTo>
                  <a:lnTo>
                    <a:pt x="8011303" y="109492"/>
                  </a:lnTo>
                  <a:lnTo>
                    <a:pt x="8011553" y="109492"/>
                  </a:lnTo>
                  <a:lnTo>
                    <a:pt x="8011803" y="109492"/>
                  </a:lnTo>
                  <a:lnTo>
                    <a:pt x="8012053" y="99538"/>
                  </a:lnTo>
                  <a:lnTo>
                    <a:pt x="8012178" y="99538"/>
                  </a:lnTo>
                  <a:lnTo>
                    <a:pt x="8012303" y="99538"/>
                  </a:lnTo>
                  <a:lnTo>
                    <a:pt x="8012428" y="99538"/>
                  </a:lnTo>
                  <a:lnTo>
                    <a:pt x="8012928" y="99538"/>
                  </a:lnTo>
                  <a:lnTo>
                    <a:pt x="8013178" y="99538"/>
                  </a:lnTo>
                  <a:lnTo>
                    <a:pt x="8013428" y="99538"/>
                  </a:lnTo>
                  <a:lnTo>
                    <a:pt x="8013553" y="99538"/>
                  </a:lnTo>
                  <a:lnTo>
                    <a:pt x="8013803" y="99538"/>
                  </a:lnTo>
                  <a:lnTo>
                    <a:pt x="8014054" y="99538"/>
                  </a:lnTo>
                  <a:lnTo>
                    <a:pt x="8014679" y="99538"/>
                  </a:lnTo>
                  <a:lnTo>
                    <a:pt x="8014804" y="89584"/>
                  </a:lnTo>
                  <a:lnTo>
                    <a:pt x="8014929" y="89584"/>
                  </a:lnTo>
                  <a:lnTo>
                    <a:pt x="8015179" y="89584"/>
                  </a:lnTo>
                  <a:lnTo>
                    <a:pt x="8015304" y="89584"/>
                  </a:lnTo>
                  <a:lnTo>
                    <a:pt x="8015929" y="89584"/>
                  </a:lnTo>
                  <a:lnTo>
                    <a:pt x="8016054" y="89584"/>
                  </a:lnTo>
                  <a:lnTo>
                    <a:pt x="8016429" y="89584"/>
                  </a:lnTo>
                  <a:lnTo>
                    <a:pt x="8017180" y="89584"/>
                  </a:lnTo>
                  <a:lnTo>
                    <a:pt x="8017430" y="89584"/>
                  </a:lnTo>
                  <a:lnTo>
                    <a:pt x="8017555" y="89584"/>
                  </a:lnTo>
                  <a:lnTo>
                    <a:pt x="8017680" y="89584"/>
                  </a:lnTo>
                  <a:lnTo>
                    <a:pt x="8017805" y="89584"/>
                  </a:lnTo>
                  <a:lnTo>
                    <a:pt x="8017930" y="89584"/>
                  </a:lnTo>
                  <a:lnTo>
                    <a:pt x="8018555" y="89584"/>
                  </a:lnTo>
                  <a:lnTo>
                    <a:pt x="8018805" y="89584"/>
                  </a:lnTo>
                  <a:lnTo>
                    <a:pt x="8019055" y="89584"/>
                  </a:lnTo>
                  <a:lnTo>
                    <a:pt x="8019305" y="89584"/>
                  </a:lnTo>
                  <a:lnTo>
                    <a:pt x="8019430" y="89584"/>
                  </a:lnTo>
                  <a:lnTo>
                    <a:pt x="8019555" y="89584"/>
                  </a:lnTo>
                  <a:lnTo>
                    <a:pt x="8020056" y="89584"/>
                  </a:lnTo>
                  <a:lnTo>
                    <a:pt x="8020181" y="89584"/>
                  </a:lnTo>
                  <a:lnTo>
                    <a:pt x="8020681" y="89584"/>
                  </a:lnTo>
                  <a:lnTo>
                    <a:pt x="8020806" y="89584"/>
                  </a:lnTo>
                  <a:lnTo>
                    <a:pt x="8020931" y="89584"/>
                  </a:lnTo>
                  <a:lnTo>
                    <a:pt x="8021431" y="89584"/>
                  </a:lnTo>
                  <a:lnTo>
                    <a:pt x="8021556" y="89584"/>
                  </a:lnTo>
                  <a:lnTo>
                    <a:pt x="8021806" y="89584"/>
                  </a:lnTo>
                  <a:lnTo>
                    <a:pt x="8022181" y="89584"/>
                  </a:lnTo>
                  <a:lnTo>
                    <a:pt x="8022932" y="89584"/>
                  </a:lnTo>
                  <a:lnTo>
                    <a:pt x="8023057" y="89584"/>
                  </a:lnTo>
                  <a:lnTo>
                    <a:pt x="8023182" y="89584"/>
                  </a:lnTo>
                  <a:lnTo>
                    <a:pt x="8023307" y="89584"/>
                  </a:lnTo>
                  <a:lnTo>
                    <a:pt x="8023432" y="89584"/>
                  </a:lnTo>
                  <a:lnTo>
                    <a:pt x="8023557" y="89584"/>
                  </a:lnTo>
                  <a:lnTo>
                    <a:pt x="8023932" y="89584"/>
                  </a:lnTo>
                  <a:lnTo>
                    <a:pt x="8024057" y="89584"/>
                  </a:lnTo>
                  <a:lnTo>
                    <a:pt x="8024307" y="89584"/>
                  </a:lnTo>
                  <a:lnTo>
                    <a:pt x="8024557" y="89584"/>
                  </a:lnTo>
                  <a:lnTo>
                    <a:pt x="8025057" y="89584"/>
                  </a:lnTo>
                  <a:lnTo>
                    <a:pt x="8025307" y="89584"/>
                  </a:lnTo>
                  <a:lnTo>
                    <a:pt x="8025432" y="89584"/>
                  </a:lnTo>
                  <a:lnTo>
                    <a:pt x="8025682" y="89584"/>
                  </a:lnTo>
                  <a:lnTo>
                    <a:pt x="8025807" y="89584"/>
                  </a:lnTo>
                  <a:lnTo>
                    <a:pt x="8025933" y="89584"/>
                  </a:lnTo>
                  <a:lnTo>
                    <a:pt x="8026308" y="89584"/>
                  </a:lnTo>
                  <a:lnTo>
                    <a:pt x="8026433" y="89584"/>
                  </a:lnTo>
                  <a:lnTo>
                    <a:pt x="8026683" y="89584"/>
                  </a:lnTo>
                  <a:lnTo>
                    <a:pt x="8026808" y="89584"/>
                  </a:lnTo>
                  <a:lnTo>
                    <a:pt x="8027183" y="89584"/>
                  </a:lnTo>
                  <a:lnTo>
                    <a:pt x="8028058" y="89584"/>
                  </a:lnTo>
                  <a:lnTo>
                    <a:pt x="8028433" y="89584"/>
                  </a:lnTo>
                  <a:lnTo>
                    <a:pt x="8028558" y="89584"/>
                  </a:lnTo>
                  <a:lnTo>
                    <a:pt x="8028683" y="89584"/>
                  </a:lnTo>
                  <a:lnTo>
                    <a:pt x="8028808" y="89584"/>
                  </a:lnTo>
                  <a:lnTo>
                    <a:pt x="8028934" y="89584"/>
                  </a:lnTo>
                  <a:lnTo>
                    <a:pt x="8029059" y="89584"/>
                  </a:lnTo>
                  <a:lnTo>
                    <a:pt x="8029559" y="89584"/>
                  </a:lnTo>
                  <a:lnTo>
                    <a:pt x="8029684" y="89584"/>
                  </a:lnTo>
                  <a:lnTo>
                    <a:pt x="8029809" y="89584"/>
                  </a:lnTo>
                  <a:lnTo>
                    <a:pt x="8029934" y="89584"/>
                  </a:lnTo>
                  <a:lnTo>
                    <a:pt x="8030059" y="89584"/>
                  </a:lnTo>
                  <a:lnTo>
                    <a:pt x="8030184" y="89584"/>
                  </a:lnTo>
                  <a:lnTo>
                    <a:pt x="8030434" y="89584"/>
                  </a:lnTo>
                  <a:lnTo>
                    <a:pt x="8030559" y="89584"/>
                  </a:lnTo>
                  <a:lnTo>
                    <a:pt x="8030684" y="89584"/>
                  </a:lnTo>
                  <a:lnTo>
                    <a:pt x="8030809" y="89584"/>
                  </a:lnTo>
                  <a:lnTo>
                    <a:pt x="8031184" y="89584"/>
                  </a:lnTo>
                  <a:lnTo>
                    <a:pt x="8031809" y="89584"/>
                  </a:lnTo>
                  <a:lnTo>
                    <a:pt x="8031935" y="89584"/>
                  </a:lnTo>
                  <a:lnTo>
                    <a:pt x="8032185" y="89584"/>
                  </a:lnTo>
                  <a:lnTo>
                    <a:pt x="8032310" y="89584"/>
                  </a:lnTo>
                  <a:lnTo>
                    <a:pt x="8033060" y="89584"/>
                  </a:lnTo>
                  <a:lnTo>
                    <a:pt x="8033185" y="89584"/>
                  </a:lnTo>
                  <a:lnTo>
                    <a:pt x="8033310" y="89584"/>
                  </a:lnTo>
                  <a:lnTo>
                    <a:pt x="8033435" y="89584"/>
                  </a:lnTo>
                  <a:lnTo>
                    <a:pt x="8033810" y="89584"/>
                  </a:lnTo>
                  <a:lnTo>
                    <a:pt x="8034060" y="89584"/>
                  </a:lnTo>
                  <a:lnTo>
                    <a:pt x="8034185" y="89584"/>
                  </a:lnTo>
                  <a:lnTo>
                    <a:pt x="8034310" y="89584"/>
                  </a:lnTo>
                  <a:lnTo>
                    <a:pt x="8034435" y="89584"/>
                  </a:lnTo>
                  <a:lnTo>
                    <a:pt x="8034685" y="89584"/>
                  </a:lnTo>
                  <a:lnTo>
                    <a:pt x="8034811" y="89584"/>
                  </a:lnTo>
                  <a:lnTo>
                    <a:pt x="8035061" y="89584"/>
                  </a:lnTo>
                  <a:lnTo>
                    <a:pt x="8035311" y="89584"/>
                  </a:lnTo>
                  <a:lnTo>
                    <a:pt x="8035436" y="89584"/>
                  </a:lnTo>
                  <a:lnTo>
                    <a:pt x="8035686" y="89584"/>
                  </a:lnTo>
                  <a:lnTo>
                    <a:pt x="8036561" y="89584"/>
                  </a:lnTo>
                  <a:lnTo>
                    <a:pt x="8036686" y="89584"/>
                  </a:lnTo>
                  <a:lnTo>
                    <a:pt x="8036811" y="89584"/>
                  </a:lnTo>
                  <a:lnTo>
                    <a:pt x="8036936" y="89584"/>
                  </a:lnTo>
                  <a:lnTo>
                    <a:pt x="8037061" y="89584"/>
                  </a:lnTo>
                  <a:lnTo>
                    <a:pt x="8037311" y="89584"/>
                  </a:lnTo>
                  <a:lnTo>
                    <a:pt x="8037436" y="89584"/>
                  </a:lnTo>
                  <a:lnTo>
                    <a:pt x="8037937" y="89584"/>
                  </a:lnTo>
                  <a:lnTo>
                    <a:pt x="8038187" y="89584"/>
                  </a:lnTo>
                  <a:lnTo>
                    <a:pt x="8038312" y="89584"/>
                  </a:lnTo>
                  <a:lnTo>
                    <a:pt x="8038437" y="89584"/>
                  </a:lnTo>
                  <a:lnTo>
                    <a:pt x="8038562" y="89584"/>
                  </a:lnTo>
                  <a:lnTo>
                    <a:pt x="8038687" y="89584"/>
                  </a:lnTo>
                  <a:lnTo>
                    <a:pt x="8038812" y="89584"/>
                  </a:lnTo>
                  <a:lnTo>
                    <a:pt x="8038937" y="89584"/>
                  </a:lnTo>
                  <a:lnTo>
                    <a:pt x="8039937" y="89584"/>
                  </a:lnTo>
                  <a:lnTo>
                    <a:pt x="8040062" y="89584"/>
                  </a:lnTo>
                  <a:lnTo>
                    <a:pt x="8040437" y="89584"/>
                  </a:lnTo>
                  <a:lnTo>
                    <a:pt x="8040687" y="89584"/>
                  </a:lnTo>
                  <a:lnTo>
                    <a:pt x="8040813" y="89584"/>
                  </a:lnTo>
                  <a:lnTo>
                    <a:pt x="8041188" y="89584"/>
                  </a:lnTo>
                  <a:lnTo>
                    <a:pt x="8041313" y="89584"/>
                  </a:lnTo>
                  <a:lnTo>
                    <a:pt x="8041438" y="89584"/>
                  </a:lnTo>
                  <a:lnTo>
                    <a:pt x="8041563" y="89584"/>
                  </a:lnTo>
                  <a:lnTo>
                    <a:pt x="8041688" y="89584"/>
                  </a:lnTo>
                  <a:lnTo>
                    <a:pt x="8042563" y="89584"/>
                  </a:lnTo>
                  <a:lnTo>
                    <a:pt x="8042938" y="89584"/>
                  </a:lnTo>
                  <a:lnTo>
                    <a:pt x="8043313" y="89584"/>
                  </a:lnTo>
                  <a:lnTo>
                    <a:pt x="8043438" y="89584"/>
                  </a:lnTo>
                  <a:lnTo>
                    <a:pt x="8043688" y="89584"/>
                  </a:lnTo>
                  <a:lnTo>
                    <a:pt x="8043814" y="89584"/>
                  </a:lnTo>
                  <a:lnTo>
                    <a:pt x="8043939" y="89584"/>
                  </a:lnTo>
                  <a:lnTo>
                    <a:pt x="8044064" y="89584"/>
                  </a:lnTo>
                  <a:lnTo>
                    <a:pt x="8044314" y="89584"/>
                  </a:lnTo>
                  <a:lnTo>
                    <a:pt x="8044564" y="89584"/>
                  </a:lnTo>
                  <a:lnTo>
                    <a:pt x="8044814" y="89584"/>
                  </a:lnTo>
                  <a:lnTo>
                    <a:pt x="8044939" y="89584"/>
                  </a:lnTo>
                  <a:lnTo>
                    <a:pt x="8045564" y="89584"/>
                  </a:lnTo>
                  <a:lnTo>
                    <a:pt x="8045814" y="89584"/>
                  </a:lnTo>
                  <a:lnTo>
                    <a:pt x="8045939" y="89584"/>
                  </a:lnTo>
                  <a:lnTo>
                    <a:pt x="8046689" y="89584"/>
                  </a:lnTo>
                  <a:lnTo>
                    <a:pt x="8046815" y="89584"/>
                  </a:lnTo>
                  <a:lnTo>
                    <a:pt x="8046940" y="89584"/>
                  </a:lnTo>
                  <a:lnTo>
                    <a:pt x="8047065" y="89584"/>
                  </a:lnTo>
                  <a:lnTo>
                    <a:pt x="8047315" y="89584"/>
                  </a:lnTo>
                  <a:lnTo>
                    <a:pt x="8047690" y="89584"/>
                  </a:lnTo>
                  <a:lnTo>
                    <a:pt x="8047940" y="89584"/>
                  </a:lnTo>
                  <a:lnTo>
                    <a:pt x="8048190" y="89584"/>
                  </a:lnTo>
                  <a:lnTo>
                    <a:pt x="8048440" y="89584"/>
                  </a:lnTo>
                  <a:lnTo>
                    <a:pt x="8048565" y="89584"/>
                  </a:lnTo>
                  <a:lnTo>
                    <a:pt x="8048690" y="89584"/>
                  </a:lnTo>
                  <a:lnTo>
                    <a:pt x="8048815" y="89584"/>
                  </a:lnTo>
                  <a:lnTo>
                    <a:pt x="8049565" y="89584"/>
                  </a:lnTo>
                  <a:lnTo>
                    <a:pt x="8049690" y="89584"/>
                  </a:lnTo>
                  <a:lnTo>
                    <a:pt x="8050066" y="89584"/>
                  </a:lnTo>
                  <a:lnTo>
                    <a:pt x="8050191" y="89584"/>
                  </a:lnTo>
                  <a:lnTo>
                    <a:pt x="8050441" y="89584"/>
                  </a:lnTo>
                  <a:lnTo>
                    <a:pt x="8050566" y="89584"/>
                  </a:lnTo>
                  <a:lnTo>
                    <a:pt x="8050816" y="89584"/>
                  </a:lnTo>
                  <a:lnTo>
                    <a:pt x="8050941" y="89584"/>
                  </a:lnTo>
                  <a:lnTo>
                    <a:pt x="8051191" y="89584"/>
                  </a:lnTo>
                  <a:lnTo>
                    <a:pt x="8051316" y="89584"/>
                  </a:lnTo>
                  <a:lnTo>
                    <a:pt x="8051566" y="89584"/>
                  </a:lnTo>
                  <a:lnTo>
                    <a:pt x="8051816" y="89584"/>
                  </a:lnTo>
                  <a:lnTo>
                    <a:pt x="8052066" y="89584"/>
                  </a:lnTo>
                  <a:lnTo>
                    <a:pt x="8052191" y="89584"/>
                  </a:lnTo>
                  <a:lnTo>
                    <a:pt x="8052566" y="89584"/>
                  </a:lnTo>
                  <a:lnTo>
                    <a:pt x="8052691" y="89584"/>
                  </a:lnTo>
                  <a:lnTo>
                    <a:pt x="8052817" y="89584"/>
                  </a:lnTo>
                  <a:lnTo>
                    <a:pt x="8053067" y="89584"/>
                  </a:lnTo>
                  <a:lnTo>
                    <a:pt x="8053317" y="89584"/>
                  </a:lnTo>
                  <a:lnTo>
                    <a:pt x="8054067" y="89584"/>
                  </a:lnTo>
                  <a:lnTo>
                    <a:pt x="8054192" y="89584"/>
                  </a:lnTo>
                  <a:lnTo>
                    <a:pt x="8054317" y="89584"/>
                  </a:lnTo>
                  <a:lnTo>
                    <a:pt x="8054567" y="89584"/>
                  </a:lnTo>
                  <a:lnTo>
                    <a:pt x="8054692" y="89584"/>
                  </a:lnTo>
                  <a:lnTo>
                    <a:pt x="8054817" y="89584"/>
                  </a:lnTo>
                  <a:lnTo>
                    <a:pt x="8054942" y="89584"/>
                  </a:lnTo>
                  <a:lnTo>
                    <a:pt x="8055067" y="89584"/>
                  </a:lnTo>
                  <a:lnTo>
                    <a:pt x="8055192" y="89584"/>
                  </a:lnTo>
                  <a:lnTo>
                    <a:pt x="8055317" y="89584"/>
                  </a:lnTo>
                  <a:lnTo>
                    <a:pt x="8055442" y="89584"/>
                  </a:lnTo>
                  <a:lnTo>
                    <a:pt x="8055567" y="89584"/>
                  </a:lnTo>
                  <a:lnTo>
                    <a:pt x="8055692" y="89584"/>
                  </a:lnTo>
                  <a:lnTo>
                    <a:pt x="8055943" y="89584"/>
                  </a:lnTo>
                  <a:lnTo>
                    <a:pt x="8056193" y="89584"/>
                  </a:lnTo>
                  <a:lnTo>
                    <a:pt x="8056943" y="89584"/>
                  </a:lnTo>
                  <a:lnTo>
                    <a:pt x="8057068" y="89584"/>
                  </a:lnTo>
                  <a:lnTo>
                    <a:pt x="8057193" y="89584"/>
                  </a:lnTo>
                  <a:lnTo>
                    <a:pt x="8057693" y="89584"/>
                  </a:lnTo>
                  <a:lnTo>
                    <a:pt x="8057943" y="89584"/>
                  </a:lnTo>
                  <a:lnTo>
                    <a:pt x="8058568" y="89584"/>
                  </a:lnTo>
                  <a:lnTo>
                    <a:pt x="8058819" y="89584"/>
                  </a:lnTo>
                  <a:lnTo>
                    <a:pt x="8059319" y="89584"/>
                  </a:lnTo>
                  <a:lnTo>
                    <a:pt x="8059819" y="89584"/>
                  </a:lnTo>
                  <a:lnTo>
                    <a:pt x="8059944" y="89584"/>
                  </a:lnTo>
                  <a:lnTo>
                    <a:pt x="8060069" y="89584"/>
                  </a:lnTo>
                  <a:lnTo>
                    <a:pt x="8060194" y="89584"/>
                  </a:lnTo>
                  <a:lnTo>
                    <a:pt x="8060319" y="89584"/>
                  </a:lnTo>
                  <a:lnTo>
                    <a:pt x="8060444" y="89584"/>
                  </a:lnTo>
                  <a:lnTo>
                    <a:pt x="8060569" y="89584"/>
                  </a:lnTo>
                  <a:lnTo>
                    <a:pt x="8060694" y="89584"/>
                  </a:lnTo>
                  <a:lnTo>
                    <a:pt x="8060819" y="89584"/>
                  </a:lnTo>
                  <a:lnTo>
                    <a:pt x="8060944" y="89584"/>
                  </a:lnTo>
                  <a:lnTo>
                    <a:pt x="8061069" y="89584"/>
                  </a:lnTo>
                  <a:lnTo>
                    <a:pt x="8061194" y="89584"/>
                  </a:lnTo>
                  <a:lnTo>
                    <a:pt x="8061444" y="89584"/>
                  </a:lnTo>
                  <a:lnTo>
                    <a:pt x="8061820" y="89584"/>
                  </a:lnTo>
                  <a:lnTo>
                    <a:pt x="8062070" y="89584"/>
                  </a:lnTo>
                  <a:lnTo>
                    <a:pt x="8062570" y="89584"/>
                  </a:lnTo>
                  <a:lnTo>
                    <a:pt x="8062695" y="89584"/>
                  </a:lnTo>
                  <a:lnTo>
                    <a:pt x="8062945" y="89584"/>
                  </a:lnTo>
                  <a:lnTo>
                    <a:pt x="8063320" y="89584"/>
                  </a:lnTo>
                  <a:lnTo>
                    <a:pt x="8063445" y="89584"/>
                  </a:lnTo>
                  <a:lnTo>
                    <a:pt x="8063695" y="89584"/>
                  </a:lnTo>
                  <a:lnTo>
                    <a:pt x="8064320" y="89584"/>
                  </a:lnTo>
                  <a:lnTo>
                    <a:pt x="8064445" y="89584"/>
                  </a:lnTo>
                  <a:lnTo>
                    <a:pt x="8064695" y="89584"/>
                  </a:lnTo>
                  <a:lnTo>
                    <a:pt x="8064946" y="89584"/>
                  </a:lnTo>
                  <a:lnTo>
                    <a:pt x="8065321" y="89584"/>
                  </a:lnTo>
                  <a:lnTo>
                    <a:pt x="8065446" y="89584"/>
                  </a:lnTo>
                  <a:lnTo>
                    <a:pt x="8065571" y="89584"/>
                  </a:lnTo>
                  <a:lnTo>
                    <a:pt x="8065946" y="89584"/>
                  </a:lnTo>
                  <a:lnTo>
                    <a:pt x="8066071" y="89584"/>
                  </a:lnTo>
                  <a:lnTo>
                    <a:pt x="8066321" y="89584"/>
                  </a:lnTo>
                  <a:lnTo>
                    <a:pt x="8066446" y="89584"/>
                  </a:lnTo>
                  <a:lnTo>
                    <a:pt x="8066696" y="89584"/>
                  </a:lnTo>
                  <a:lnTo>
                    <a:pt x="8068947" y="89584"/>
                  </a:lnTo>
                  <a:lnTo>
                    <a:pt x="8069447" y="89584"/>
                  </a:lnTo>
                  <a:lnTo>
                    <a:pt x="8069572" y="89584"/>
                  </a:lnTo>
                  <a:lnTo>
                    <a:pt x="8069822" y="89584"/>
                  </a:lnTo>
                  <a:lnTo>
                    <a:pt x="8069947" y="89584"/>
                  </a:lnTo>
                  <a:lnTo>
                    <a:pt x="8070072" y="89584"/>
                  </a:lnTo>
                  <a:lnTo>
                    <a:pt x="8070197" y="89584"/>
                  </a:lnTo>
                  <a:lnTo>
                    <a:pt x="8070697" y="89584"/>
                  </a:lnTo>
                  <a:lnTo>
                    <a:pt x="8070823" y="89584"/>
                  </a:lnTo>
                  <a:lnTo>
                    <a:pt x="8071198" y="89584"/>
                  </a:lnTo>
                  <a:lnTo>
                    <a:pt x="8071323" y="89584"/>
                  </a:lnTo>
                  <a:lnTo>
                    <a:pt x="8071448" y="89584"/>
                  </a:lnTo>
                  <a:lnTo>
                    <a:pt x="8071573" y="89584"/>
                  </a:lnTo>
                  <a:lnTo>
                    <a:pt x="8072073" y="89584"/>
                  </a:lnTo>
                  <a:lnTo>
                    <a:pt x="8072198" y="89584"/>
                  </a:lnTo>
                  <a:lnTo>
                    <a:pt x="8072448" y="89584"/>
                  </a:lnTo>
                  <a:lnTo>
                    <a:pt x="8073448" y="89584"/>
                  </a:lnTo>
                  <a:lnTo>
                    <a:pt x="8074199" y="89584"/>
                  </a:lnTo>
                  <a:lnTo>
                    <a:pt x="8074824" y="89584"/>
                  </a:lnTo>
                  <a:lnTo>
                    <a:pt x="8074949" y="89584"/>
                  </a:lnTo>
                  <a:lnTo>
                    <a:pt x="8075199" y="89584"/>
                  </a:lnTo>
                  <a:lnTo>
                    <a:pt x="8075324" y="89584"/>
                  </a:lnTo>
                  <a:lnTo>
                    <a:pt x="8075574" y="89584"/>
                  </a:lnTo>
                  <a:lnTo>
                    <a:pt x="8075699" y="89584"/>
                  </a:lnTo>
                  <a:lnTo>
                    <a:pt x="8075824" y="89584"/>
                  </a:lnTo>
                  <a:lnTo>
                    <a:pt x="8075949" y="89584"/>
                  </a:lnTo>
                  <a:lnTo>
                    <a:pt x="8076074" y="89584"/>
                  </a:lnTo>
                  <a:lnTo>
                    <a:pt x="8076199" y="89584"/>
                  </a:lnTo>
                  <a:lnTo>
                    <a:pt x="8076324" y="89584"/>
                  </a:lnTo>
                  <a:lnTo>
                    <a:pt x="8076574" y="89584"/>
                  </a:lnTo>
                  <a:lnTo>
                    <a:pt x="8077075" y="89584"/>
                  </a:lnTo>
                  <a:lnTo>
                    <a:pt x="8077200" y="89584"/>
                  </a:lnTo>
                  <a:lnTo>
                    <a:pt x="8077700" y="89584"/>
                  </a:lnTo>
                  <a:lnTo>
                    <a:pt x="8077825" y="89584"/>
                  </a:lnTo>
                  <a:lnTo>
                    <a:pt x="8077950" y="89584"/>
                  </a:lnTo>
                  <a:lnTo>
                    <a:pt x="8078075" y="89584"/>
                  </a:lnTo>
                  <a:lnTo>
                    <a:pt x="8078950" y="89584"/>
                  </a:lnTo>
                  <a:lnTo>
                    <a:pt x="8079075" y="89584"/>
                  </a:lnTo>
                  <a:lnTo>
                    <a:pt x="8079200" y="89584"/>
                  </a:lnTo>
                  <a:lnTo>
                    <a:pt x="8079450" y="89584"/>
                  </a:lnTo>
                  <a:lnTo>
                    <a:pt x="8079575" y="89584"/>
                  </a:lnTo>
                  <a:lnTo>
                    <a:pt x="8079826" y="89584"/>
                  </a:lnTo>
                  <a:lnTo>
                    <a:pt x="8079951" y="89584"/>
                  </a:lnTo>
                  <a:lnTo>
                    <a:pt x="8080451" y="89584"/>
                  </a:lnTo>
                  <a:lnTo>
                    <a:pt x="8080701" y="89584"/>
                  </a:lnTo>
                  <a:lnTo>
                    <a:pt x="8080951" y="89584"/>
                  </a:lnTo>
                  <a:lnTo>
                    <a:pt x="8081201" y="89584"/>
                  </a:lnTo>
                  <a:lnTo>
                    <a:pt x="8081451" y="89584"/>
                  </a:lnTo>
                  <a:lnTo>
                    <a:pt x="8081576" y="89584"/>
                  </a:lnTo>
                  <a:lnTo>
                    <a:pt x="8081826" y="89584"/>
                  </a:lnTo>
                  <a:lnTo>
                    <a:pt x="8082326" y="89584"/>
                  </a:lnTo>
                  <a:lnTo>
                    <a:pt x="8082702" y="89584"/>
                  </a:lnTo>
                  <a:lnTo>
                    <a:pt x="8082827" y="89584"/>
                  </a:lnTo>
                  <a:lnTo>
                    <a:pt x="8082952" y="89584"/>
                  </a:lnTo>
                  <a:lnTo>
                    <a:pt x="8083077" y="89584"/>
                  </a:lnTo>
                  <a:lnTo>
                    <a:pt x="8083452" y="89584"/>
                  </a:lnTo>
                  <a:lnTo>
                    <a:pt x="8083827" y="89584"/>
                  </a:lnTo>
                  <a:lnTo>
                    <a:pt x="8084202" y="89584"/>
                  </a:lnTo>
                  <a:lnTo>
                    <a:pt x="8084702" y="89584"/>
                  </a:lnTo>
                  <a:lnTo>
                    <a:pt x="8084827" y="89584"/>
                  </a:lnTo>
                  <a:lnTo>
                    <a:pt x="8085077" y="89584"/>
                  </a:lnTo>
                  <a:lnTo>
                    <a:pt x="8085327" y="89584"/>
                  </a:lnTo>
                  <a:lnTo>
                    <a:pt x="8085452" y="89584"/>
                  </a:lnTo>
                  <a:lnTo>
                    <a:pt x="8085452" y="79630"/>
                  </a:lnTo>
                  <a:lnTo>
                    <a:pt x="8085577" y="79630"/>
                  </a:lnTo>
                  <a:lnTo>
                    <a:pt x="8085703" y="79630"/>
                  </a:lnTo>
                  <a:lnTo>
                    <a:pt x="8085828" y="79630"/>
                  </a:lnTo>
                  <a:lnTo>
                    <a:pt x="8086078" y="79630"/>
                  </a:lnTo>
                  <a:lnTo>
                    <a:pt x="8086203" y="79630"/>
                  </a:lnTo>
                  <a:lnTo>
                    <a:pt x="8086703" y="79630"/>
                  </a:lnTo>
                  <a:lnTo>
                    <a:pt x="8086828" y="79630"/>
                  </a:lnTo>
                  <a:lnTo>
                    <a:pt x="8087328" y="79630"/>
                  </a:lnTo>
                  <a:lnTo>
                    <a:pt x="8087453" y="79630"/>
                  </a:lnTo>
                  <a:lnTo>
                    <a:pt x="8088078" y="79630"/>
                  </a:lnTo>
                  <a:lnTo>
                    <a:pt x="8088328" y="79630"/>
                  </a:lnTo>
                  <a:lnTo>
                    <a:pt x="8088578" y="79630"/>
                  </a:lnTo>
                  <a:lnTo>
                    <a:pt x="8088704" y="79630"/>
                  </a:lnTo>
                  <a:lnTo>
                    <a:pt x="8088829" y="79630"/>
                  </a:lnTo>
                  <a:lnTo>
                    <a:pt x="8088954" y="79630"/>
                  </a:lnTo>
                  <a:lnTo>
                    <a:pt x="8089329" y="79630"/>
                  </a:lnTo>
                  <a:lnTo>
                    <a:pt x="8089454" y="79630"/>
                  </a:lnTo>
                  <a:lnTo>
                    <a:pt x="8089579" y="79630"/>
                  </a:lnTo>
                  <a:lnTo>
                    <a:pt x="8089829" y="79630"/>
                  </a:lnTo>
                  <a:lnTo>
                    <a:pt x="8090204" y="79630"/>
                  </a:lnTo>
                  <a:lnTo>
                    <a:pt x="8090329" y="79630"/>
                  </a:lnTo>
                  <a:lnTo>
                    <a:pt x="8090579" y="79630"/>
                  </a:lnTo>
                  <a:lnTo>
                    <a:pt x="8090704" y="79630"/>
                  </a:lnTo>
                  <a:lnTo>
                    <a:pt x="8090829" y="79630"/>
                  </a:lnTo>
                  <a:lnTo>
                    <a:pt x="8091079" y="79630"/>
                  </a:lnTo>
                  <a:lnTo>
                    <a:pt x="8091204" y="79630"/>
                  </a:lnTo>
                  <a:lnTo>
                    <a:pt x="8091579" y="79630"/>
                  </a:lnTo>
                  <a:lnTo>
                    <a:pt x="8091705" y="79630"/>
                  </a:lnTo>
                  <a:lnTo>
                    <a:pt x="8091830" y="79630"/>
                  </a:lnTo>
                  <a:lnTo>
                    <a:pt x="8091955" y="79630"/>
                  </a:lnTo>
                  <a:lnTo>
                    <a:pt x="8092080" y="79630"/>
                  </a:lnTo>
                  <a:lnTo>
                    <a:pt x="8092205" y="79630"/>
                  </a:lnTo>
                  <a:lnTo>
                    <a:pt x="8092330" y="79630"/>
                  </a:lnTo>
                  <a:lnTo>
                    <a:pt x="8092455" y="79630"/>
                  </a:lnTo>
                  <a:lnTo>
                    <a:pt x="8092580" y="79630"/>
                  </a:lnTo>
                  <a:lnTo>
                    <a:pt x="8092705" y="79630"/>
                  </a:lnTo>
                  <a:lnTo>
                    <a:pt x="8093080" y="79630"/>
                  </a:lnTo>
                  <a:lnTo>
                    <a:pt x="8093330" y="79630"/>
                  </a:lnTo>
                  <a:lnTo>
                    <a:pt x="8093830" y="79630"/>
                  </a:lnTo>
                  <a:lnTo>
                    <a:pt x="8094080" y="79630"/>
                  </a:lnTo>
                  <a:lnTo>
                    <a:pt x="8094205" y="79630"/>
                  </a:lnTo>
                  <a:lnTo>
                    <a:pt x="8094330" y="79630"/>
                  </a:lnTo>
                  <a:lnTo>
                    <a:pt x="8094580" y="79630"/>
                  </a:lnTo>
                  <a:lnTo>
                    <a:pt x="8094956" y="79630"/>
                  </a:lnTo>
                  <a:lnTo>
                    <a:pt x="8095206" y="79630"/>
                  </a:lnTo>
                  <a:lnTo>
                    <a:pt x="8095331" y="79630"/>
                  </a:lnTo>
                  <a:lnTo>
                    <a:pt x="8095831" y="79630"/>
                  </a:lnTo>
                  <a:lnTo>
                    <a:pt x="8096081" y="79630"/>
                  </a:lnTo>
                  <a:lnTo>
                    <a:pt x="8096331" y="79630"/>
                  </a:lnTo>
                  <a:lnTo>
                    <a:pt x="8096831" y="79630"/>
                  </a:lnTo>
                  <a:lnTo>
                    <a:pt x="8096956" y="79630"/>
                  </a:lnTo>
                  <a:lnTo>
                    <a:pt x="8097456" y="79630"/>
                  </a:lnTo>
                  <a:lnTo>
                    <a:pt x="8097581" y="79630"/>
                  </a:lnTo>
                  <a:lnTo>
                    <a:pt x="8098082" y="79630"/>
                  </a:lnTo>
                  <a:lnTo>
                    <a:pt x="8099332" y="79630"/>
                  </a:lnTo>
                  <a:lnTo>
                    <a:pt x="8099832" y="79630"/>
                  </a:lnTo>
                  <a:lnTo>
                    <a:pt x="8100082" y="79630"/>
                  </a:lnTo>
                  <a:lnTo>
                    <a:pt x="8100207" y="79630"/>
                  </a:lnTo>
                  <a:lnTo>
                    <a:pt x="8100457" y="79630"/>
                  </a:lnTo>
                  <a:lnTo>
                    <a:pt x="8101083" y="79630"/>
                  </a:lnTo>
                  <a:lnTo>
                    <a:pt x="8101208" y="79630"/>
                  </a:lnTo>
                  <a:lnTo>
                    <a:pt x="8101458" y="79630"/>
                  </a:lnTo>
                  <a:lnTo>
                    <a:pt x="8101833" y="79630"/>
                  </a:lnTo>
                  <a:lnTo>
                    <a:pt x="8102083" y="79630"/>
                  </a:lnTo>
                  <a:lnTo>
                    <a:pt x="8102458" y="79630"/>
                  </a:lnTo>
                  <a:lnTo>
                    <a:pt x="8102708" y="79630"/>
                  </a:lnTo>
                  <a:lnTo>
                    <a:pt x="8103709" y="79630"/>
                  </a:lnTo>
                  <a:lnTo>
                    <a:pt x="8103834" y="79630"/>
                  </a:lnTo>
                  <a:lnTo>
                    <a:pt x="8103959" y="79630"/>
                  </a:lnTo>
                  <a:lnTo>
                    <a:pt x="8104209" y="79630"/>
                  </a:lnTo>
                  <a:lnTo>
                    <a:pt x="8104584" y="79630"/>
                  </a:lnTo>
                  <a:lnTo>
                    <a:pt x="8104834" y="79630"/>
                  </a:lnTo>
                  <a:lnTo>
                    <a:pt x="8105084" y="79630"/>
                  </a:lnTo>
                  <a:lnTo>
                    <a:pt x="8105209" y="79630"/>
                  </a:lnTo>
                  <a:lnTo>
                    <a:pt x="8105334" y="79630"/>
                  </a:lnTo>
                  <a:lnTo>
                    <a:pt x="8105459" y="79630"/>
                  </a:lnTo>
                  <a:lnTo>
                    <a:pt x="8105584" y="79630"/>
                  </a:lnTo>
                  <a:lnTo>
                    <a:pt x="8105709" y="79630"/>
                  </a:lnTo>
                  <a:lnTo>
                    <a:pt x="8105834" y="79630"/>
                  </a:lnTo>
                  <a:lnTo>
                    <a:pt x="8106084" y="79630"/>
                  </a:lnTo>
                  <a:lnTo>
                    <a:pt x="8106960" y="79630"/>
                  </a:lnTo>
                  <a:lnTo>
                    <a:pt x="8107085" y="79630"/>
                  </a:lnTo>
                  <a:lnTo>
                    <a:pt x="8107210" y="79630"/>
                  </a:lnTo>
                  <a:lnTo>
                    <a:pt x="8107585" y="79630"/>
                  </a:lnTo>
                  <a:lnTo>
                    <a:pt x="8107960" y="79630"/>
                  </a:lnTo>
                  <a:lnTo>
                    <a:pt x="8108210" y="79630"/>
                  </a:lnTo>
                  <a:lnTo>
                    <a:pt x="8108460" y="79630"/>
                  </a:lnTo>
                  <a:lnTo>
                    <a:pt x="8109085" y="79630"/>
                  </a:lnTo>
                  <a:lnTo>
                    <a:pt x="8109711" y="79630"/>
                  </a:lnTo>
                  <a:lnTo>
                    <a:pt x="8109961" y="79630"/>
                  </a:lnTo>
                  <a:lnTo>
                    <a:pt x="8110336" y="79630"/>
                  </a:lnTo>
                  <a:lnTo>
                    <a:pt x="8110461" y="79630"/>
                  </a:lnTo>
                  <a:lnTo>
                    <a:pt x="8110586" y="79630"/>
                  </a:lnTo>
                  <a:lnTo>
                    <a:pt x="8110836" y="79630"/>
                  </a:lnTo>
                  <a:lnTo>
                    <a:pt x="8110961" y="79630"/>
                  </a:lnTo>
                  <a:lnTo>
                    <a:pt x="8111086" y="79630"/>
                  </a:lnTo>
                  <a:lnTo>
                    <a:pt x="8111211" y="79630"/>
                  </a:lnTo>
                  <a:lnTo>
                    <a:pt x="8111336" y="79630"/>
                  </a:lnTo>
                  <a:lnTo>
                    <a:pt x="8111586" y="79630"/>
                  </a:lnTo>
                  <a:lnTo>
                    <a:pt x="8111836" y="79630"/>
                  </a:lnTo>
                  <a:lnTo>
                    <a:pt x="8111961" y="79630"/>
                  </a:lnTo>
                  <a:lnTo>
                    <a:pt x="8112086" y="79630"/>
                  </a:lnTo>
                  <a:lnTo>
                    <a:pt x="8112461" y="79630"/>
                  </a:lnTo>
                  <a:lnTo>
                    <a:pt x="8112587" y="79630"/>
                  </a:lnTo>
                  <a:lnTo>
                    <a:pt x="8112962" y="79630"/>
                  </a:lnTo>
                  <a:lnTo>
                    <a:pt x="8113712" y="79630"/>
                  </a:lnTo>
                  <a:lnTo>
                    <a:pt x="8114462" y="79630"/>
                  </a:lnTo>
                  <a:lnTo>
                    <a:pt x="8114962" y="79630"/>
                  </a:lnTo>
                  <a:lnTo>
                    <a:pt x="8115337" y="79630"/>
                  </a:lnTo>
                  <a:lnTo>
                    <a:pt x="8115588" y="79630"/>
                  </a:lnTo>
                  <a:lnTo>
                    <a:pt x="8115713" y="79630"/>
                  </a:lnTo>
                  <a:lnTo>
                    <a:pt x="8115838" y="79630"/>
                  </a:lnTo>
                  <a:lnTo>
                    <a:pt x="8115963" y="79630"/>
                  </a:lnTo>
                  <a:lnTo>
                    <a:pt x="8116088" y="79630"/>
                  </a:lnTo>
                  <a:lnTo>
                    <a:pt x="8116213" y="79630"/>
                  </a:lnTo>
                  <a:lnTo>
                    <a:pt x="8116338" y="79630"/>
                  </a:lnTo>
                  <a:lnTo>
                    <a:pt x="8116713" y="79630"/>
                  </a:lnTo>
                  <a:lnTo>
                    <a:pt x="8116963" y="79630"/>
                  </a:lnTo>
                  <a:lnTo>
                    <a:pt x="8117088" y="79630"/>
                  </a:lnTo>
                  <a:lnTo>
                    <a:pt x="8117213" y="79630"/>
                  </a:lnTo>
                  <a:lnTo>
                    <a:pt x="8118589" y="79630"/>
                  </a:lnTo>
                  <a:lnTo>
                    <a:pt x="8118714" y="79630"/>
                  </a:lnTo>
                  <a:lnTo>
                    <a:pt x="8118839" y="79630"/>
                  </a:lnTo>
                  <a:lnTo>
                    <a:pt x="8118964" y="79630"/>
                  </a:lnTo>
                  <a:lnTo>
                    <a:pt x="8119089" y="79630"/>
                  </a:lnTo>
                  <a:lnTo>
                    <a:pt x="8119339" y="79630"/>
                  </a:lnTo>
                  <a:lnTo>
                    <a:pt x="8119464" y="79630"/>
                  </a:lnTo>
                  <a:lnTo>
                    <a:pt x="8120089" y="79630"/>
                  </a:lnTo>
                  <a:lnTo>
                    <a:pt x="8120214" y="79630"/>
                  </a:lnTo>
                  <a:lnTo>
                    <a:pt x="8120339" y="79630"/>
                  </a:lnTo>
                  <a:lnTo>
                    <a:pt x="8120464" y="79630"/>
                  </a:lnTo>
                  <a:lnTo>
                    <a:pt x="8120589" y="79630"/>
                  </a:lnTo>
                  <a:lnTo>
                    <a:pt x="8120714" y="79630"/>
                  </a:lnTo>
                  <a:lnTo>
                    <a:pt x="8120839" y="79630"/>
                  </a:lnTo>
                  <a:lnTo>
                    <a:pt x="8120964" y="79630"/>
                  </a:lnTo>
                  <a:lnTo>
                    <a:pt x="8121214" y="79630"/>
                  </a:lnTo>
                  <a:lnTo>
                    <a:pt x="8122090" y="79630"/>
                  </a:lnTo>
                  <a:lnTo>
                    <a:pt x="8122215" y="79630"/>
                  </a:lnTo>
                  <a:lnTo>
                    <a:pt x="8122965" y="79630"/>
                  </a:lnTo>
                  <a:lnTo>
                    <a:pt x="8123215" y="79630"/>
                  </a:lnTo>
                  <a:lnTo>
                    <a:pt x="8123340" y="79630"/>
                  </a:lnTo>
                  <a:lnTo>
                    <a:pt x="8123590" y="79630"/>
                  </a:lnTo>
                  <a:lnTo>
                    <a:pt x="8123715" y="79630"/>
                  </a:lnTo>
                  <a:lnTo>
                    <a:pt x="8123840" y="79630"/>
                  </a:lnTo>
                  <a:lnTo>
                    <a:pt x="8124340" y="79630"/>
                  </a:lnTo>
                  <a:lnTo>
                    <a:pt x="8124465" y="79630"/>
                  </a:lnTo>
                  <a:lnTo>
                    <a:pt x="8124716" y="79630"/>
                  </a:lnTo>
                  <a:lnTo>
                    <a:pt x="8124966" y="79630"/>
                  </a:lnTo>
                  <a:lnTo>
                    <a:pt x="8125216" y="79630"/>
                  </a:lnTo>
                  <a:lnTo>
                    <a:pt x="8125341" y="79630"/>
                  </a:lnTo>
                  <a:lnTo>
                    <a:pt x="8125591" y="79630"/>
                  </a:lnTo>
                  <a:lnTo>
                    <a:pt x="8125716" y="79630"/>
                  </a:lnTo>
                  <a:lnTo>
                    <a:pt x="8125841" y="79630"/>
                  </a:lnTo>
                  <a:lnTo>
                    <a:pt x="8125966" y="79630"/>
                  </a:lnTo>
                  <a:lnTo>
                    <a:pt x="8127341" y="79630"/>
                  </a:lnTo>
                  <a:lnTo>
                    <a:pt x="8127592" y="79630"/>
                  </a:lnTo>
                  <a:lnTo>
                    <a:pt x="8127717" y="79630"/>
                  </a:lnTo>
                  <a:lnTo>
                    <a:pt x="8127842" y="79630"/>
                  </a:lnTo>
                  <a:lnTo>
                    <a:pt x="8127967" y="79630"/>
                  </a:lnTo>
                  <a:lnTo>
                    <a:pt x="8128217" y="79630"/>
                  </a:lnTo>
                  <a:lnTo>
                    <a:pt x="8128717" y="79630"/>
                  </a:lnTo>
                  <a:lnTo>
                    <a:pt x="8128967" y="79630"/>
                  </a:lnTo>
                  <a:lnTo>
                    <a:pt x="8129217" y="79630"/>
                  </a:lnTo>
                  <a:lnTo>
                    <a:pt x="8129342" y="79630"/>
                  </a:lnTo>
                  <a:lnTo>
                    <a:pt x="8129592" y="79630"/>
                  </a:lnTo>
                  <a:lnTo>
                    <a:pt x="8129717" y="79630"/>
                  </a:lnTo>
                  <a:lnTo>
                    <a:pt x="8130217" y="79630"/>
                  </a:lnTo>
                  <a:lnTo>
                    <a:pt x="8130342" y="79630"/>
                  </a:lnTo>
                  <a:lnTo>
                    <a:pt x="8130843" y="79630"/>
                  </a:lnTo>
                  <a:lnTo>
                    <a:pt x="8130968" y="79630"/>
                  </a:lnTo>
                  <a:lnTo>
                    <a:pt x="8131468" y="79630"/>
                  </a:lnTo>
                  <a:lnTo>
                    <a:pt x="8131593" y="79630"/>
                  </a:lnTo>
                  <a:lnTo>
                    <a:pt x="8131968" y="79630"/>
                  </a:lnTo>
                  <a:lnTo>
                    <a:pt x="8132343" y="79630"/>
                  </a:lnTo>
                  <a:lnTo>
                    <a:pt x="8132468" y="79630"/>
                  </a:lnTo>
                  <a:lnTo>
                    <a:pt x="8132718" y="79630"/>
                  </a:lnTo>
                  <a:lnTo>
                    <a:pt x="8132843" y="79630"/>
                  </a:lnTo>
                  <a:lnTo>
                    <a:pt x="8132968" y="79630"/>
                  </a:lnTo>
                  <a:lnTo>
                    <a:pt x="8133093" y="79630"/>
                  </a:lnTo>
                  <a:lnTo>
                    <a:pt x="8133218" y="79630"/>
                  </a:lnTo>
                  <a:lnTo>
                    <a:pt x="8133468" y="79630"/>
                  </a:lnTo>
                  <a:lnTo>
                    <a:pt x="8133594" y="79630"/>
                  </a:lnTo>
                  <a:lnTo>
                    <a:pt x="8133844" y="79630"/>
                  </a:lnTo>
                  <a:lnTo>
                    <a:pt x="8133969" y="79630"/>
                  </a:lnTo>
                  <a:lnTo>
                    <a:pt x="8134219" y="79630"/>
                  </a:lnTo>
                  <a:lnTo>
                    <a:pt x="8134344" y="79630"/>
                  </a:lnTo>
                  <a:lnTo>
                    <a:pt x="8134594" y="79630"/>
                  </a:lnTo>
                  <a:lnTo>
                    <a:pt x="8134719" y="79630"/>
                  </a:lnTo>
                  <a:lnTo>
                    <a:pt x="8135094" y="79630"/>
                  </a:lnTo>
                  <a:lnTo>
                    <a:pt x="8135719" y="79630"/>
                  </a:lnTo>
                  <a:lnTo>
                    <a:pt x="8135844" y="79630"/>
                  </a:lnTo>
                  <a:lnTo>
                    <a:pt x="8136219" y="79630"/>
                  </a:lnTo>
                  <a:lnTo>
                    <a:pt x="8136469" y="79630"/>
                  </a:lnTo>
                  <a:lnTo>
                    <a:pt x="8136595" y="79630"/>
                  </a:lnTo>
                  <a:lnTo>
                    <a:pt x="8136720" y="79630"/>
                  </a:lnTo>
                  <a:lnTo>
                    <a:pt x="8137595" y="79630"/>
                  </a:lnTo>
                  <a:lnTo>
                    <a:pt x="8137720" y="79630"/>
                  </a:lnTo>
                  <a:lnTo>
                    <a:pt x="8137845" y="79630"/>
                  </a:lnTo>
                  <a:lnTo>
                    <a:pt x="8138345" y="79630"/>
                  </a:lnTo>
                  <a:lnTo>
                    <a:pt x="8138470" y="79630"/>
                  </a:lnTo>
                  <a:lnTo>
                    <a:pt x="8138845" y="79630"/>
                  </a:lnTo>
                  <a:lnTo>
                    <a:pt x="8138970" y="79630"/>
                  </a:lnTo>
                  <a:lnTo>
                    <a:pt x="8139220" y="79630"/>
                  </a:lnTo>
                  <a:lnTo>
                    <a:pt x="8139345" y="79630"/>
                  </a:lnTo>
                  <a:lnTo>
                    <a:pt x="8139470" y="79630"/>
                  </a:lnTo>
                  <a:lnTo>
                    <a:pt x="8139596" y="79630"/>
                  </a:lnTo>
                  <a:lnTo>
                    <a:pt x="8139721" y="79630"/>
                  </a:lnTo>
                  <a:lnTo>
                    <a:pt x="8140096" y="79630"/>
                  </a:lnTo>
                  <a:lnTo>
                    <a:pt x="8140471" y="79630"/>
                  </a:lnTo>
                  <a:lnTo>
                    <a:pt x="8140721" y="79630"/>
                  </a:lnTo>
                  <a:lnTo>
                    <a:pt x="8141096" y="79630"/>
                  </a:lnTo>
                  <a:lnTo>
                    <a:pt x="8141221" y="79630"/>
                  </a:lnTo>
                  <a:lnTo>
                    <a:pt x="8141471" y="79630"/>
                  </a:lnTo>
                  <a:lnTo>
                    <a:pt x="8142096" y="79630"/>
                  </a:lnTo>
                  <a:lnTo>
                    <a:pt x="8142346" y="79630"/>
                  </a:lnTo>
                  <a:lnTo>
                    <a:pt x="8142722" y="79630"/>
                  </a:lnTo>
                  <a:lnTo>
                    <a:pt x="8142847" y="79630"/>
                  </a:lnTo>
                  <a:lnTo>
                    <a:pt x="8143347" y="79630"/>
                  </a:lnTo>
                  <a:lnTo>
                    <a:pt x="8143472" y="79630"/>
                  </a:lnTo>
                  <a:lnTo>
                    <a:pt x="8143847" y="79630"/>
                  </a:lnTo>
                  <a:lnTo>
                    <a:pt x="8143972" y="79630"/>
                  </a:lnTo>
                  <a:lnTo>
                    <a:pt x="8144347" y="79630"/>
                  </a:lnTo>
                  <a:lnTo>
                    <a:pt x="8144847" y="79630"/>
                  </a:lnTo>
                  <a:lnTo>
                    <a:pt x="8144972" y="79630"/>
                  </a:lnTo>
                  <a:lnTo>
                    <a:pt x="8145347" y="79630"/>
                  </a:lnTo>
                  <a:lnTo>
                    <a:pt x="8145723" y="79630"/>
                  </a:lnTo>
                  <a:lnTo>
                    <a:pt x="8145848" y="79630"/>
                  </a:lnTo>
                  <a:lnTo>
                    <a:pt x="8146098" y="79630"/>
                  </a:lnTo>
                  <a:lnTo>
                    <a:pt x="8146723" y="79630"/>
                  </a:lnTo>
                  <a:lnTo>
                    <a:pt x="8146973" y="79630"/>
                  </a:lnTo>
                  <a:lnTo>
                    <a:pt x="8147223" y="79630"/>
                  </a:lnTo>
                  <a:lnTo>
                    <a:pt x="8147598" y="79630"/>
                  </a:lnTo>
                  <a:lnTo>
                    <a:pt x="8147848" y="79630"/>
                  </a:lnTo>
                  <a:lnTo>
                    <a:pt x="8148474" y="79630"/>
                  </a:lnTo>
                  <a:lnTo>
                    <a:pt x="8148599" y="79630"/>
                  </a:lnTo>
                  <a:lnTo>
                    <a:pt x="8148724" y="79630"/>
                  </a:lnTo>
                  <a:lnTo>
                    <a:pt x="8148849" y="79630"/>
                  </a:lnTo>
                  <a:lnTo>
                    <a:pt x="8149099" y="79630"/>
                  </a:lnTo>
                  <a:lnTo>
                    <a:pt x="8149474" y="79630"/>
                  </a:lnTo>
                  <a:lnTo>
                    <a:pt x="8149849" y="79630"/>
                  </a:lnTo>
                  <a:lnTo>
                    <a:pt x="8149974" y="79630"/>
                  </a:lnTo>
                  <a:lnTo>
                    <a:pt x="8150099" y="79630"/>
                  </a:lnTo>
                  <a:lnTo>
                    <a:pt x="8150224" y="79630"/>
                  </a:lnTo>
                  <a:lnTo>
                    <a:pt x="8150349" y="79630"/>
                  </a:lnTo>
                  <a:lnTo>
                    <a:pt x="8150599" y="79630"/>
                  </a:lnTo>
                  <a:lnTo>
                    <a:pt x="8151224" y="79630"/>
                  </a:lnTo>
                  <a:lnTo>
                    <a:pt x="8151600" y="79630"/>
                  </a:lnTo>
                  <a:lnTo>
                    <a:pt x="8151725" y="79630"/>
                  </a:lnTo>
                  <a:lnTo>
                    <a:pt x="8151975" y="79630"/>
                  </a:lnTo>
                  <a:lnTo>
                    <a:pt x="8152100" y="79630"/>
                  </a:lnTo>
                  <a:lnTo>
                    <a:pt x="8152225" y="79630"/>
                  </a:lnTo>
                  <a:lnTo>
                    <a:pt x="8152475" y="79630"/>
                  </a:lnTo>
                  <a:lnTo>
                    <a:pt x="8152850" y="79630"/>
                  </a:lnTo>
                  <a:lnTo>
                    <a:pt x="8152975" y="79630"/>
                  </a:lnTo>
                  <a:lnTo>
                    <a:pt x="8153100" y="79630"/>
                  </a:lnTo>
                  <a:lnTo>
                    <a:pt x="8153350" y="79630"/>
                  </a:lnTo>
                  <a:lnTo>
                    <a:pt x="8153600" y="79630"/>
                  </a:lnTo>
                  <a:lnTo>
                    <a:pt x="8153725" y="79630"/>
                  </a:lnTo>
                  <a:lnTo>
                    <a:pt x="8154100" y="79630"/>
                  </a:lnTo>
                  <a:lnTo>
                    <a:pt x="8154350" y="79630"/>
                  </a:lnTo>
                  <a:lnTo>
                    <a:pt x="8154726" y="79630"/>
                  </a:lnTo>
                  <a:lnTo>
                    <a:pt x="8154976" y="79630"/>
                  </a:lnTo>
                  <a:lnTo>
                    <a:pt x="8155101" y="79630"/>
                  </a:lnTo>
                  <a:lnTo>
                    <a:pt x="8155351" y="79630"/>
                  </a:lnTo>
                  <a:lnTo>
                    <a:pt x="8155476" y="79630"/>
                  </a:lnTo>
                  <a:lnTo>
                    <a:pt x="8155601" y="79630"/>
                  </a:lnTo>
                  <a:lnTo>
                    <a:pt x="8155726" y="79630"/>
                  </a:lnTo>
                  <a:lnTo>
                    <a:pt x="8155851" y="79630"/>
                  </a:lnTo>
                  <a:lnTo>
                    <a:pt x="8155976" y="79630"/>
                  </a:lnTo>
                  <a:lnTo>
                    <a:pt x="8156101" y="79630"/>
                  </a:lnTo>
                  <a:lnTo>
                    <a:pt x="8156226" y="79630"/>
                  </a:lnTo>
                  <a:lnTo>
                    <a:pt x="8156351" y="79630"/>
                  </a:lnTo>
                  <a:lnTo>
                    <a:pt x="8156726" y="79630"/>
                  </a:lnTo>
                  <a:lnTo>
                    <a:pt x="8156851" y="79630"/>
                  </a:lnTo>
                  <a:lnTo>
                    <a:pt x="8156976" y="79630"/>
                  </a:lnTo>
                  <a:lnTo>
                    <a:pt x="8157226" y="79630"/>
                  </a:lnTo>
                  <a:lnTo>
                    <a:pt x="8157852" y="79630"/>
                  </a:lnTo>
                  <a:lnTo>
                    <a:pt x="8158227" y="79630"/>
                  </a:lnTo>
                  <a:lnTo>
                    <a:pt x="8158352" y="79630"/>
                  </a:lnTo>
                  <a:lnTo>
                    <a:pt x="8158477" y="79630"/>
                  </a:lnTo>
                  <a:lnTo>
                    <a:pt x="8158602" y="79630"/>
                  </a:lnTo>
                  <a:lnTo>
                    <a:pt x="8158727" y="79630"/>
                  </a:lnTo>
                  <a:lnTo>
                    <a:pt x="8158852" y="79630"/>
                  </a:lnTo>
                  <a:lnTo>
                    <a:pt x="8158977" y="79630"/>
                  </a:lnTo>
                  <a:lnTo>
                    <a:pt x="8159102" y="79630"/>
                  </a:lnTo>
                  <a:lnTo>
                    <a:pt x="8159352" y="79630"/>
                  </a:lnTo>
                  <a:lnTo>
                    <a:pt x="8159727" y="79630"/>
                  </a:lnTo>
                  <a:lnTo>
                    <a:pt x="8159977" y="79630"/>
                  </a:lnTo>
                  <a:lnTo>
                    <a:pt x="8160478" y="79630"/>
                  </a:lnTo>
                  <a:lnTo>
                    <a:pt x="8160728" y="79630"/>
                  </a:lnTo>
                  <a:lnTo>
                    <a:pt x="8161103" y="79630"/>
                  </a:lnTo>
                  <a:lnTo>
                    <a:pt x="8161103" y="69676"/>
                  </a:lnTo>
                  <a:lnTo>
                    <a:pt x="8161228" y="69676"/>
                  </a:lnTo>
                  <a:lnTo>
                    <a:pt x="8161353" y="69676"/>
                  </a:lnTo>
                  <a:lnTo>
                    <a:pt x="8161478" y="69676"/>
                  </a:lnTo>
                  <a:lnTo>
                    <a:pt x="8161603" y="69676"/>
                  </a:lnTo>
                  <a:lnTo>
                    <a:pt x="8161728" y="69676"/>
                  </a:lnTo>
                  <a:lnTo>
                    <a:pt x="8161853" y="69676"/>
                  </a:lnTo>
                  <a:lnTo>
                    <a:pt x="8162103" y="69676"/>
                  </a:lnTo>
                  <a:lnTo>
                    <a:pt x="8162353" y="69676"/>
                  </a:lnTo>
                  <a:lnTo>
                    <a:pt x="8162478" y="69676"/>
                  </a:lnTo>
                  <a:lnTo>
                    <a:pt x="8162728" y="69676"/>
                  </a:lnTo>
                  <a:lnTo>
                    <a:pt x="8162978" y="69676"/>
                  </a:lnTo>
                  <a:lnTo>
                    <a:pt x="8163103" y="69676"/>
                  </a:lnTo>
                  <a:lnTo>
                    <a:pt x="8163353" y="69676"/>
                  </a:lnTo>
                  <a:lnTo>
                    <a:pt x="8163479" y="69676"/>
                  </a:lnTo>
                  <a:lnTo>
                    <a:pt x="8163604" y="69676"/>
                  </a:lnTo>
                  <a:lnTo>
                    <a:pt x="8163729" y="69676"/>
                  </a:lnTo>
                  <a:lnTo>
                    <a:pt x="8163854" y="69676"/>
                  </a:lnTo>
                  <a:lnTo>
                    <a:pt x="8164104" y="69676"/>
                  </a:lnTo>
                  <a:lnTo>
                    <a:pt x="8164604" y="69676"/>
                  </a:lnTo>
                  <a:lnTo>
                    <a:pt x="8164729" y="69676"/>
                  </a:lnTo>
                  <a:lnTo>
                    <a:pt x="8164979" y="69676"/>
                  </a:lnTo>
                  <a:lnTo>
                    <a:pt x="8165104" y="69676"/>
                  </a:lnTo>
                  <a:lnTo>
                    <a:pt x="8165604" y="69676"/>
                  </a:lnTo>
                  <a:lnTo>
                    <a:pt x="8165854" y="69676"/>
                  </a:lnTo>
                  <a:lnTo>
                    <a:pt x="8165979" y="69676"/>
                  </a:lnTo>
                  <a:lnTo>
                    <a:pt x="8166480" y="69676"/>
                  </a:lnTo>
                  <a:lnTo>
                    <a:pt x="8166730" y="69676"/>
                  </a:lnTo>
                  <a:lnTo>
                    <a:pt x="8167230" y="69676"/>
                  </a:lnTo>
                  <a:lnTo>
                    <a:pt x="8167480" y="69676"/>
                  </a:lnTo>
                  <a:lnTo>
                    <a:pt x="8171356" y="69676"/>
                  </a:lnTo>
                  <a:lnTo>
                    <a:pt x="8171481" y="69676"/>
                  </a:lnTo>
                  <a:lnTo>
                    <a:pt x="8171731" y="69676"/>
                  </a:lnTo>
                  <a:lnTo>
                    <a:pt x="8171856" y="69676"/>
                  </a:lnTo>
                  <a:lnTo>
                    <a:pt x="8171981" y="69676"/>
                  </a:lnTo>
                  <a:lnTo>
                    <a:pt x="8172482" y="69676"/>
                  </a:lnTo>
                  <a:lnTo>
                    <a:pt x="8172732" y="69676"/>
                  </a:lnTo>
                  <a:lnTo>
                    <a:pt x="8172857" y="69676"/>
                  </a:lnTo>
                  <a:lnTo>
                    <a:pt x="8172982" y="69676"/>
                  </a:lnTo>
                  <a:lnTo>
                    <a:pt x="8173107" y="69676"/>
                  </a:lnTo>
                  <a:lnTo>
                    <a:pt x="8173232" y="69676"/>
                  </a:lnTo>
                  <a:lnTo>
                    <a:pt x="8173357" y="69676"/>
                  </a:lnTo>
                  <a:lnTo>
                    <a:pt x="8173482" y="69676"/>
                  </a:lnTo>
                  <a:lnTo>
                    <a:pt x="8173607" y="69676"/>
                  </a:lnTo>
                  <a:lnTo>
                    <a:pt x="8173857" y="69676"/>
                  </a:lnTo>
                  <a:lnTo>
                    <a:pt x="8174107" y="69676"/>
                  </a:lnTo>
                  <a:lnTo>
                    <a:pt x="8174357" y="69676"/>
                  </a:lnTo>
                  <a:lnTo>
                    <a:pt x="8174607" y="69676"/>
                  </a:lnTo>
                  <a:lnTo>
                    <a:pt x="8174732" y="69676"/>
                  </a:lnTo>
                  <a:lnTo>
                    <a:pt x="8174857" y="69676"/>
                  </a:lnTo>
                  <a:lnTo>
                    <a:pt x="8175232" y="69676"/>
                  </a:lnTo>
                  <a:lnTo>
                    <a:pt x="8175357" y="69676"/>
                  </a:lnTo>
                  <a:lnTo>
                    <a:pt x="8175483" y="69676"/>
                  </a:lnTo>
                  <a:lnTo>
                    <a:pt x="8175608" y="69676"/>
                  </a:lnTo>
                  <a:lnTo>
                    <a:pt x="8175733" y="69676"/>
                  </a:lnTo>
                  <a:lnTo>
                    <a:pt x="8175858" y="69676"/>
                  </a:lnTo>
                  <a:lnTo>
                    <a:pt x="8176108" y="69676"/>
                  </a:lnTo>
                  <a:lnTo>
                    <a:pt x="8176608" y="69676"/>
                  </a:lnTo>
                  <a:lnTo>
                    <a:pt x="8176733" y="69676"/>
                  </a:lnTo>
                  <a:lnTo>
                    <a:pt x="8176858" y="69676"/>
                  </a:lnTo>
                  <a:lnTo>
                    <a:pt x="8177108" y="69676"/>
                  </a:lnTo>
                  <a:lnTo>
                    <a:pt x="8177233" y="69676"/>
                  </a:lnTo>
                  <a:lnTo>
                    <a:pt x="8177608" y="69676"/>
                  </a:lnTo>
                  <a:lnTo>
                    <a:pt x="8177733" y="69676"/>
                  </a:lnTo>
                  <a:lnTo>
                    <a:pt x="8177983" y="69676"/>
                  </a:lnTo>
                  <a:lnTo>
                    <a:pt x="8178233" y="69676"/>
                  </a:lnTo>
                  <a:lnTo>
                    <a:pt x="8178484" y="69676"/>
                  </a:lnTo>
                  <a:lnTo>
                    <a:pt x="8178734" y="69676"/>
                  </a:lnTo>
                  <a:lnTo>
                    <a:pt x="8179109" y="69676"/>
                  </a:lnTo>
                  <a:lnTo>
                    <a:pt x="8179359" y="69676"/>
                  </a:lnTo>
                  <a:lnTo>
                    <a:pt x="8179484" y="69676"/>
                  </a:lnTo>
                  <a:lnTo>
                    <a:pt x="8179984" y="69676"/>
                  </a:lnTo>
                  <a:lnTo>
                    <a:pt x="8180234" y="69676"/>
                  </a:lnTo>
                  <a:lnTo>
                    <a:pt x="8180734" y="69676"/>
                  </a:lnTo>
                  <a:lnTo>
                    <a:pt x="8180984" y="69676"/>
                  </a:lnTo>
                  <a:lnTo>
                    <a:pt x="8181109" y="69676"/>
                  </a:lnTo>
                  <a:lnTo>
                    <a:pt x="8181234" y="69676"/>
                  </a:lnTo>
                  <a:lnTo>
                    <a:pt x="8181485" y="69676"/>
                  </a:lnTo>
                  <a:lnTo>
                    <a:pt x="8181610" y="69676"/>
                  </a:lnTo>
                  <a:lnTo>
                    <a:pt x="8181735" y="69676"/>
                  </a:lnTo>
                  <a:lnTo>
                    <a:pt x="8182235" y="69676"/>
                  </a:lnTo>
                  <a:lnTo>
                    <a:pt x="8182360" y="69676"/>
                  </a:lnTo>
                  <a:lnTo>
                    <a:pt x="8182485" y="69676"/>
                  </a:lnTo>
                  <a:lnTo>
                    <a:pt x="8182610" y="69676"/>
                  </a:lnTo>
                  <a:lnTo>
                    <a:pt x="8182735" y="69676"/>
                  </a:lnTo>
                  <a:lnTo>
                    <a:pt x="8182860" y="69676"/>
                  </a:lnTo>
                  <a:lnTo>
                    <a:pt x="8182985" y="69676"/>
                  </a:lnTo>
                  <a:lnTo>
                    <a:pt x="8183110" y="69676"/>
                  </a:lnTo>
                  <a:lnTo>
                    <a:pt x="8183235" y="69676"/>
                  </a:lnTo>
                  <a:lnTo>
                    <a:pt x="8183360" y="69676"/>
                  </a:lnTo>
                  <a:lnTo>
                    <a:pt x="8183610" y="69676"/>
                  </a:lnTo>
                  <a:lnTo>
                    <a:pt x="8183860" y="69676"/>
                  </a:lnTo>
                  <a:lnTo>
                    <a:pt x="8183985" y="69676"/>
                  </a:lnTo>
                  <a:lnTo>
                    <a:pt x="8184235" y="69676"/>
                  </a:lnTo>
                  <a:lnTo>
                    <a:pt x="8184360" y="69676"/>
                  </a:lnTo>
                  <a:lnTo>
                    <a:pt x="8184486" y="69676"/>
                  </a:lnTo>
                  <a:lnTo>
                    <a:pt x="8184611" y="69676"/>
                  </a:lnTo>
                  <a:lnTo>
                    <a:pt x="8184986" y="69676"/>
                  </a:lnTo>
                  <a:lnTo>
                    <a:pt x="8185236" y="69676"/>
                  </a:lnTo>
                  <a:lnTo>
                    <a:pt x="8185361" y="69676"/>
                  </a:lnTo>
                  <a:lnTo>
                    <a:pt x="8185736" y="69676"/>
                  </a:lnTo>
                  <a:lnTo>
                    <a:pt x="8185986" y="69676"/>
                  </a:lnTo>
                  <a:lnTo>
                    <a:pt x="8186111" y="69676"/>
                  </a:lnTo>
                  <a:lnTo>
                    <a:pt x="8186236" y="69676"/>
                  </a:lnTo>
                  <a:lnTo>
                    <a:pt x="8186486" y="69676"/>
                  </a:lnTo>
                  <a:lnTo>
                    <a:pt x="8186611" y="69676"/>
                  </a:lnTo>
                  <a:lnTo>
                    <a:pt x="8186736" y="69676"/>
                  </a:lnTo>
                  <a:lnTo>
                    <a:pt x="8186986" y="69676"/>
                  </a:lnTo>
                  <a:lnTo>
                    <a:pt x="8187111" y="69676"/>
                  </a:lnTo>
                  <a:lnTo>
                    <a:pt x="8187236" y="69676"/>
                  </a:lnTo>
                  <a:lnTo>
                    <a:pt x="8187362" y="69676"/>
                  </a:lnTo>
                  <a:lnTo>
                    <a:pt x="8187612" y="69676"/>
                  </a:lnTo>
                  <a:lnTo>
                    <a:pt x="8187987" y="69676"/>
                  </a:lnTo>
                  <a:lnTo>
                    <a:pt x="8188112" y="69676"/>
                  </a:lnTo>
                  <a:lnTo>
                    <a:pt x="8188237" y="69676"/>
                  </a:lnTo>
                  <a:lnTo>
                    <a:pt x="8188612" y="69676"/>
                  </a:lnTo>
                  <a:lnTo>
                    <a:pt x="8188737" y="69676"/>
                  </a:lnTo>
                  <a:lnTo>
                    <a:pt x="8188987" y="69676"/>
                  </a:lnTo>
                  <a:lnTo>
                    <a:pt x="8189237" y="69676"/>
                  </a:lnTo>
                  <a:lnTo>
                    <a:pt x="8189862" y="69676"/>
                  </a:lnTo>
                  <a:lnTo>
                    <a:pt x="8189987" y="69676"/>
                  </a:lnTo>
                  <a:lnTo>
                    <a:pt x="8190363" y="69676"/>
                  </a:lnTo>
                  <a:lnTo>
                    <a:pt x="8190613" y="69676"/>
                  </a:lnTo>
                  <a:lnTo>
                    <a:pt x="8190863" y="69676"/>
                  </a:lnTo>
                  <a:lnTo>
                    <a:pt x="8190988" y="69676"/>
                  </a:lnTo>
                  <a:lnTo>
                    <a:pt x="8191113" y="69676"/>
                  </a:lnTo>
                  <a:lnTo>
                    <a:pt x="8191238" y="69676"/>
                  </a:lnTo>
                  <a:lnTo>
                    <a:pt x="8191363" y="69676"/>
                  </a:lnTo>
                  <a:lnTo>
                    <a:pt x="8191488" y="69676"/>
                  </a:lnTo>
                  <a:lnTo>
                    <a:pt x="8191613" y="69676"/>
                  </a:lnTo>
                  <a:lnTo>
                    <a:pt x="8191988" y="69676"/>
                  </a:lnTo>
                  <a:lnTo>
                    <a:pt x="8192113" y="69676"/>
                  </a:lnTo>
                  <a:lnTo>
                    <a:pt x="8192238" y="69676"/>
                  </a:lnTo>
                  <a:lnTo>
                    <a:pt x="8192488" y="69676"/>
                  </a:lnTo>
                  <a:lnTo>
                    <a:pt x="8192613" y="69676"/>
                  </a:lnTo>
                  <a:lnTo>
                    <a:pt x="8192863" y="69676"/>
                  </a:lnTo>
                  <a:lnTo>
                    <a:pt x="8193113" y="69676"/>
                  </a:lnTo>
                  <a:lnTo>
                    <a:pt x="8193739" y="69676"/>
                  </a:lnTo>
                  <a:lnTo>
                    <a:pt x="8193864" y="69676"/>
                  </a:lnTo>
                  <a:lnTo>
                    <a:pt x="8193989" y="69676"/>
                  </a:lnTo>
                  <a:lnTo>
                    <a:pt x="8194114" y="69676"/>
                  </a:lnTo>
                  <a:lnTo>
                    <a:pt x="8194739" y="69676"/>
                  </a:lnTo>
                  <a:lnTo>
                    <a:pt x="8194989" y="69676"/>
                  </a:lnTo>
                  <a:lnTo>
                    <a:pt x="8195114" y="69676"/>
                  </a:lnTo>
                  <a:lnTo>
                    <a:pt x="8195364" y="69676"/>
                  </a:lnTo>
                  <a:lnTo>
                    <a:pt x="8195739" y="69676"/>
                  </a:lnTo>
                  <a:lnTo>
                    <a:pt x="8196239" y="69676"/>
                  </a:lnTo>
                  <a:lnTo>
                    <a:pt x="8196490" y="69676"/>
                  </a:lnTo>
                  <a:lnTo>
                    <a:pt x="8196615" y="69676"/>
                  </a:lnTo>
                  <a:lnTo>
                    <a:pt x="8196865" y="69676"/>
                  </a:lnTo>
                  <a:lnTo>
                    <a:pt x="8196990" y="69676"/>
                  </a:lnTo>
                  <a:lnTo>
                    <a:pt x="8197240" y="69676"/>
                  </a:lnTo>
                  <a:lnTo>
                    <a:pt x="8197365" y="69676"/>
                  </a:lnTo>
                  <a:lnTo>
                    <a:pt x="8198240" y="69676"/>
                  </a:lnTo>
                  <a:lnTo>
                    <a:pt x="8198490" y="69676"/>
                  </a:lnTo>
                  <a:lnTo>
                    <a:pt x="8198865" y="69676"/>
                  </a:lnTo>
                  <a:lnTo>
                    <a:pt x="8198990" y="69676"/>
                  </a:lnTo>
                  <a:lnTo>
                    <a:pt x="8199366" y="69676"/>
                  </a:lnTo>
                  <a:lnTo>
                    <a:pt x="8199491" y="69676"/>
                  </a:lnTo>
                  <a:lnTo>
                    <a:pt x="8199866" y="69676"/>
                  </a:lnTo>
                  <a:lnTo>
                    <a:pt x="8200366" y="69676"/>
                  </a:lnTo>
                  <a:lnTo>
                    <a:pt x="8200491" y="69676"/>
                  </a:lnTo>
                  <a:lnTo>
                    <a:pt x="8200991" y="69676"/>
                  </a:lnTo>
                  <a:lnTo>
                    <a:pt x="8201116" y="69676"/>
                  </a:lnTo>
                  <a:lnTo>
                    <a:pt x="8201241" y="69676"/>
                  </a:lnTo>
                  <a:lnTo>
                    <a:pt x="8201366" y="69676"/>
                  </a:lnTo>
                  <a:lnTo>
                    <a:pt x="8201491" y="69676"/>
                  </a:lnTo>
                  <a:lnTo>
                    <a:pt x="8201616" y="69676"/>
                  </a:lnTo>
                  <a:lnTo>
                    <a:pt x="8201741" y="69676"/>
                  </a:lnTo>
                  <a:lnTo>
                    <a:pt x="8201991" y="69676"/>
                  </a:lnTo>
                  <a:lnTo>
                    <a:pt x="8202241" y="69676"/>
                  </a:lnTo>
                  <a:lnTo>
                    <a:pt x="8202617" y="69676"/>
                  </a:lnTo>
                  <a:lnTo>
                    <a:pt x="8202742" y="69676"/>
                  </a:lnTo>
                  <a:lnTo>
                    <a:pt x="8202867" y="69676"/>
                  </a:lnTo>
                  <a:lnTo>
                    <a:pt x="8203117" y="69676"/>
                  </a:lnTo>
                  <a:lnTo>
                    <a:pt x="8203242" y="69676"/>
                  </a:lnTo>
                  <a:lnTo>
                    <a:pt x="8203742" y="69676"/>
                  </a:lnTo>
                  <a:lnTo>
                    <a:pt x="8203867" y="69676"/>
                  </a:lnTo>
                  <a:lnTo>
                    <a:pt x="8204117" y="69676"/>
                  </a:lnTo>
                  <a:lnTo>
                    <a:pt x="8204242" y="69676"/>
                  </a:lnTo>
                  <a:lnTo>
                    <a:pt x="8204492" y="69676"/>
                  </a:lnTo>
                  <a:lnTo>
                    <a:pt x="8204742" y="69676"/>
                  </a:lnTo>
                  <a:lnTo>
                    <a:pt x="8204867" y="69676"/>
                  </a:lnTo>
                  <a:lnTo>
                    <a:pt x="8205117" y="69676"/>
                  </a:lnTo>
                  <a:lnTo>
                    <a:pt x="8205242" y="69676"/>
                  </a:lnTo>
                  <a:lnTo>
                    <a:pt x="8205493" y="69676"/>
                  </a:lnTo>
                  <a:lnTo>
                    <a:pt x="8205618" y="69676"/>
                  </a:lnTo>
                  <a:lnTo>
                    <a:pt x="8205868" y="69676"/>
                  </a:lnTo>
                  <a:lnTo>
                    <a:pt x="8205993" y="69676"/>
                  </a:lnTo>
                  <a:lnTo>
                    <a:pt x="8206243" y="69676"/>
                  </a:lnTo>
                  <a:lnTo>
                    <a:pt x="8206743" y="69676"/>
                  </a:lnTo>
                  <a:lnTo>
                    <a:pt x="8207118" y="69676"/>
                  </a:lnTo>
                  <a:lnTo>
                    <a:pt x="8207243" y="69676"/>
                  </a:lnTo>
                  <a:lnTo>
                    <a:pt x="8207368" y="69676"/>
                  </a:lnTo>
                  <a:lnTo>
                    <a:pt x="8207743" y="69676"/>
                  </a:lnTo>
                  <a:lnTo>
                    <a:pt x="8207868" y="69676"/>
                  </a:lnTo>
                  <a:lnTo>
                    <a:pt x="8208118" y="69676"/>
                  </a:lnTo>
                  <a:lnTo>
                    <a:pt x="8208744" y="69676"/>
                  </a:lnTo>
                  <a:lnTo>
                    <a:pt x="8208994" y="69676"/>
                  </a:lnTo>
                  <a:lnTo>
                    <a:pt x="8209119" y="69676"/>
                  </a:lnTo>
                  <a:lnTo>
                    <a:pt x="8209244" y="69676"/>
                  </a:lnTo>
                  <a:lnTo>
                    <a:pt x="8209744" y="69676"/>
                  </a:lnTo>
                  <a:lnTo>
                    <a:pt x="8210369" y="69676"/>
                  </a:lnTo>
                  <a:lnTo>
                    <a:pt x="8210619" y="69676"/>
                  </a:lnTo>
                  <a:lnTo>
                    <a:pt x="8210869" y="69676"/>
                  </a:lnTo>
                  <a:lnTo>
                    <a:pt x="8210994" y="69676"/>
                  </a:lnTo>
                  <a:lnTo>
                    <a:pt x="8211244" y="69676"/>
                  </a:lnTo>
                  <a:lnTo>
                    <a:pt x="8211495" y="69676"/>
                  </a:lnTo>
                  <a:lnTo>
                    <a:pt x="8211620" y="69676"/>
                  </a:lnTo>
                  <a:lnTo>
                    <a:pt x="8211995" y="69676"/>
                  </a:lnTo>
                  <a:lnTo>
                    <a:pt x="8212120" y="69676"/>
                  </a:lnTo>
                  <a:lnTo>
                    <a:pt x="8212370" y="69676"/>
                  </a:lnTo>
                  <a:lnTo>
                    <a:pt x="8212495" y="69676"/>
                  </a:lnTo>
                  <a:lnTo>
                    <a:pt x="8212870" y="69676"/>
                  </a:lnTo>
                  <a:lnTo>
                    <a:pt x="8213120" y="69676"/>
                  </a:lnTo>
                  <a:lnTo>
                    <a:pt x="8213370" y="69676"/>
                  </a:lnTo>
                  <a:lnTo>
                    <a:pt x="8213495" y="69676"/>
                  </a:lnTo>
                  <a:lnTo>
                    <a:pt x="8213620" y="69676"/>
                  </a:lnTo>
                  <a:lnTo>
                    <a:pt x="8213745" y="69676"/>
                  </a:lnTo>
                  <a:lnTo>
                    <a:pt x="8213870" y="69676"/>
                  </a:lnTo>
                  <a:lnTo>
                    <a:pt x="8213995" y="69676"/>
                  </a:lnTo>
                  <a:lnTo>
                    <a:pt x="8214120" y="69676"/>
                  </a:lnTo>
                  <a:lnTo>
                    <a:pt x="8214746" y="69676"/>
                  </a:lnTo>
                  <a:lnTo>
                    <a:pt x="8214996" y="69676"/>
                  </a:lnTo>
                  <a:lnTo>
                    <a:pt x="8215371" y="69676"/>
                  </a:lnTo>
                  <a:lnTo>
                    <a:pt x="8215496" y="69676"/>
                  </a:lnTo>
                  <a:lnTo>
                    <a:pt x="8215746" y="69676"/>
                  </a:lnTo>
                  <a:lnTo>
                    <a:pt x="8215871" y="69676"/>
                  </a:lnTo>
                  <a:lnTo>
                    <a:pt x="8215996" y="69676"/>
                  </a:lnTo>
                  <a:lnTo>
                    <a:pt x="8216121" y="69676"/>
                  </a:lnTo>
                  <a:lnTo>
                    <a:pt x="8216371" y="69676"/>
                  </a:lnTo>
                  <a:lnTo>
                    <a:pt x="8216621" y="69676"/>
                  </a:lnTo>
                  <a:lnTo>
                    <a:pt x="8216871" y="69676"/>
                  </a:lnTo>
                  <a:lnTo>
                    <a:pt x="8217121" y="69676"/>
                  </a:lnTo>
                  <a:lnTo>
                    <a:pt x="8217372" y="69676"/>
                  </a:lnTo>
                  <a:lnTo>
                    <a:pt x="8217497" y="69676"/>
                  </a:lnTo>
                  <a:lnTo>
                    <a:pt x="8217622" y="69676"/>
                  </a:lnTo>
                  <a:lnTo>
                    <a:pt x="8217747" y="69676"/>
                  </a:lnTo>
                  <a:lnTo>
                    <a:pt x="8217872" y="69676"/>
                  </a:lnTo>
                  <a:lnTo>
                    <a:pt x="8217997" y="69676"/>
                  </a:lnTo>
                  <a:lnTo>
                    <a:pt x="8218372" y="69676"/>
                  </a:lnTo>
                  <a:lnTo>
                    <a:pt x="8218497" y="69676"/>
                  </a:lnTo>
                  <a:lnTo>
                    <a:pt x="8218622" y="69676"/>
                  </a:lnTo>
                  <a:lnTo>
                    <a:pt x="8218872" y="69676"/>
                  </a:lnTo>
                  <a:lnTo>
                    <a:pt x="8218997" y="69676"/>
                  </a:lnTo>
                  <a:lnTo>
                    <a:pt x="8219122" y="69676"/>
                  </a:lnTo>
                  <a:lnTo>
                    <a:pt x="8219872" y="69676"/>
                  </a:lnTo>
                  <a:lnTo>
                    <a:pt x="8219997" y="69676"/>
                  </a:lnTo>
                  <a:lnTo>
                    <a:pt x="8220247" y="69676"/>
                  </a:lnTo>
                  <a:lnTo>
                    <a:pt x="8220623" y="69676"/>
                  </a:lnTo>
                  <a:lnTo>
                    <a:pt x="8220873" y="69676"/>
                  </a:lnTo>
                  <a:lnTo>
                    <a:pt x="8220998" y="69676"/>
                  </a:lnTo>
                  <a:lnTo>
                    <a:pt x="8221373" y="69676"/>
                  </a:lnTo>
                  <a:lnTo>
                    <a:pt x="8221623" y="69676"/>
                  </a:lnTo>
                  <a:lnTo>
                    <a:pt x="8221748" y="69676"/>
                  </a:lnTo>
                  <a:lnTo>
                    <a:pt x="8221873" y="69676"/>
                  </a:lnTo>
                  <a:lnTo>
                    <a:pt x="8221998" y="69676"/>
                  </a:lnTo>
                  <a:lnTo>
                    <a:pt x="8222123" y="69676"/>
                  </a:lnTo>
                  <a:lnTo>
                    <a:pt x="8222248" y="69676"/>
                  </a:lnTo>
                  <a:lnTo>
                    <a:pt x="8222373" y="69676"/>
                  </a:lnTo>
                  <a:lnTo>
                    <a:pt x="8222498" y="69676"/>
                  </a:lnTo>
                  <a:lnTo>
                    <a:pt x="8222623" y="69676"/>
                  </a:lnTo>
                  <a:lnTo>
                    <a:pt x="8222748" y="69676"/>
                  </a:lnTo>
                  <a:lnTo>
                    <a:pt x="8222873" y="69676"/>
                  </a:lnTo>
                  <a:lnTo>
                    <a:pt x="8222998" y="69676"/>
                  </a:lnTo>
                  <a:lnTo>
                    <a:pt x="8223374" y="69676"/>
                  </a:lnTo>
                  <a:lnTo>
                    <a:pt x="8223499" y="69676"/>
                  </a:lnTo>
                  <a:lnTo>
                    <a:pt x="8223749" y="69676"/>
                  </a:lnTo>
                  <a:lnTo>
                    <a:pt x="8223874" y="69676"/>
                  </a:lnTo>
                  <a:lnTo>
                    <a:pt x="8224124" y="69676"/>
                  </a:lnTo>
                  <a:lnTo>
                    <a:pt x="8224499" y="69676"/>
                  </a:lnTo>
                  <a:lnTo>
                    <a:pt x="8224749" y="69676"/>
                  </a:lnTo>
                  <a:lnTo>
                    <a:pt x="8224874" y="69676"/>
                  </a:lnTo>
                  <a:lnTo>
                    <a:pt x="8224999" y="69676"/>
                  </a:lnTo>
                  <a:lnTo>
                    <a:pt x="8225624" y="69676"/>
                  </a:lnTo>
                  <a:lnTo>
                    <a:pt x="8225749" y="69676"/>
                  </a:lnTo>
                  <a:lnTo>
                    <a:pt x="8225874" y="69676"/>
                  </a:lnTo>
                  <a:lnTo>
                    <a:pt x="8225999" y="69676"/>
                  </a:lnTo>
                  <a:lnTo>
                    <a:pt x="8226124" y="69676"/>
                  </a:lnTo>
                  <a:lnTo>
                    <a:pt x="8226375" y="69676"/>
                  </a:lnTo>
                  <a:lnTo>
                    <a:pt x="8226500" y="69676"/>
                  </a:lnTo>
                  <a:lnTo>
                    <a:pt x="8226625" y="69676"/>
                  </a:lnTo>
                  <a:lnTo>
                    <a:pt x="8226750" y="69676"/>
                  </a:lnTo>
                  <a:lnTo>
                    <a:pt x="8226875" y="69676"/>
                  </a:lnTo>
                  <a:lnTo>
                    <a:pt x="8227375" y="69676"/>
                  </a:lnTo>
                  <a:lnTo>
                    <a:pt x="8227750" y="69676"/>
                  </a:lnTo>
                  <a:lnTo>
                    <a:pt x="8227875" y="69676"/>
                  </a:lnTo>
                  <a:lnTo>
                    <a:pt x="8228125" y="69676"/>
                  </a:lnTo>
                  <a:lnTo>
                    <a:pt x="8228250" y="69676"/>
                  </a:lnTo>
                  <a:lnTo>
                    <a:pt x="8228750" y="69676"/>
                  </a:lnTo>
                  <a:lnTo>
                    <a:pt x="8228875" y="69676"/>
                  </a:lnTo>
                  <a:lnTo>
                    <a:pt x="8229251" y="69676"/>
                  </a:lnTo>
                  <a:lnTo>
                    <a:pt x="8229376" y="69676"/>
                  </a:lnTo>
                  <a:lnTo>
                    <a:pt x="8229751" y="69676"/>
                  </a:lnTo>
                  <a:lnTo>
                    <a:pt x="8230251" y="69676"/>
                  </a:lnTo>
                  <a:lnTo>
                    <a:pt x="8230501" y="69676"/>
                  </a:lnTo>
                  <a:lnTo>
                    <a:pt x="8230751" y="69676"/>
                  </a:lnTo>
                  <a:lnTo>
                    <a:pt x="8231126" y="69676"/>
                  </a:lnTo>
                  <a:lnTo>
                    <a:pt x="8231251" y="69676"/>
                  </a:lnTo>
                  <a:lnTo>
                    <a:pt x="8231501" y="69676"/>
                  </a:lnTo>
                  <a:lnTo>
                    <a:pt x="8231751" y="69676"/>
                  </a:lnTo>
                  <a:lnTo>
                    <a:pt x="8232001" y="69676"/>
                  </a:lnTo>
                  <a:lnTo>
                    <a:pt x="8232126" y="69676"/>
                  </a:lnTo>
                  <a:lnTo>
                    <a:pt x="8232252" y="69676"/>
                  </a:lnTo>
                  <a:lnTo>
                    <a:pt x="8232377" y="69676"/>
                  </a:lnTo>
                  <a:lnTo>
                    <a:pt x="8232877" y="69676"/>
                  </a:lnTo>
                  <a:lnTo>
                    <a:pt x="8233127" y="69676"/>
                  </a:lnTo>
                  <a:lnTo>
                    <a:pt x="8233252" y="69676"/>
                  </a:lnTo>
                  <a:lnTo>
                    <a:pt x="8233752" y="69676"/>
                  </a:lnTo>
                  <a:lnTo>
                    <a:pt x="8233877" y="69676"/>
                  </a:lnTo>
                  <a:lnTo>
                    <a:pt x="8234002" y="69676"/>
                  </a:lnTo>
                  <a:lnTo>
                    <a:pt x="8234127" y="69676"/>
                  </a:lnTo>
                  <a:lnTo>
                    <a:pt x="8234502" y="69676"/>
                  </a:lnTo>
                  <a:lnTo>
                    <a:pt x="8234627" y="69676"/>
                  </a:lnTo>
                  <a:lnTo>
                    <a:pt x="8234752" y="69676"/>
                  </a:lnTo>
                  <a:lnTo>
                    <a:pt x="8234877" y="69676"/>
                  </a:lnTo>
                  <a:lnTo>
                    <a:pt x="8235002" y="69676"/>
                  </a:lnTo>
                  <a:lnTo>
                    <a:pt x="8235127" y="69676"/>
                  </a:lnTo>
                  <a:lnTo>
                    <a:pt x="8235253" y="69676"/>
                  </a:lnTo>
                  <a:lnTo>
                    <a:pt x="8235378" y="69676"/>
                  </a:lnTo>
                  <a:lnTo>
                    <a:pt x="8235503" y="69676"/>
                  </a:lnTo>
                  <a:lnTo>
                    <a:pt x="8235628" y="69676"/>
                  </a:lnTo>
                  <a:lnTo>
                    <a:pt x="8235878" y="69676"/>
                  </a:lnTo>
                  <a:lnTo>
                    <a:pt x="8236003" y="69676"/>
                  </a:lnTo>
                  <a:lnTo>
                    <a:pt x="8236128" y="69676"/>
                  </a:lnTo>
                  <a:lnTo>
                    <a:pt x="8236503" y="69676"/>
                  </a:lnTo>
                  <a:lnTo>
                    <a:pt x="8236628" y="69676"/>
                  </a:lnTo>
                  <a:lnTo>
                    <a:pt x="8237128" y="69676"/>
                  </a:lnTo>
                  <a:lnTo>
                    <a:pt x="8237503" y="69676"/>
                  </a:lnTo>
                  <a:lnTo>
                    <a:pt x="8237628" y="69676"/>
                  </a:lnTo>
                  <a:lnTo>
                    <a:pt x="8237753" y="69676"/>
                  </a:lnTo>
                  <a:lnTo>
                    <a:pt x="8238128" y="69676"/>
                  </a:lnTo>
                  <a:lnTo>
                    <a:pt x="8238629" y="69676"/>
                  </a:lnTo>
                  <a:lnTo>
                    <a:pt x="8238754" y="69676"/>
                  </a:lnTo>
                  <a:lnTo>
                    <a:pt x="8239004" y="69676"/>
                  </a:lnTo>
                  <a:lnTo>
                    <a:pt x="8239254" y="69676"/>
                  </a:lnTo>
                  <a:lnTo>
                    <a:pt x="8239379" y="69676"/>
                  </a:lnTo>
                  <a:lnTo>
                    <a:pt x="8239879" y="69676"/>
                  </a:lnTo>
                  <a:lnTo>
                    <a:pt x="8240129" y="69676"/>
                  </a:lnTo>
                  <a:lnTo>
                    <a:pt x="8240379" y="69676"/>
                  </a:lnTo>
                  <a:lnTo>
                    <a:pt x="8240754" y="69676"/>
                  </a:lnTo>
                  <a:lnTo>
                    <a:pt x="8240879" y="69676"/>
                  </a:lnTo>
                  <a:lnTo>
                    <a:pt x="8241004" y="69676"/>
                  </a:lnTo>
                  <a:lnTo>
                    <a:pt x="8241129" y="69676"/>
                  </a:lnTo>
                  <a:lnTo>
                    <a:pt x="8241255" y="69676"/>
                  </a:lnTo>
                  <a:lnTo>
                    <a:pt x="8241380" y="69676"/>
                  </a:lnTo>
                  <a:lnTo>
                    <a:pt x="8241505" y="69676"/>
                  </a:lnTo>
                  <a:lnTo>
                    <a:pt x="8241630" y="69676"/>
                  </a:lnTo>
                  <a:lnTo>
                    <a:pt x="8241755" y="69676"/>
                  </a:lnTo>
                  <a:lnTo>
                    <a:pt x="8241880" y="69676"/>
                  </a:lnTo>
                  <a:lnTo>
                    <a:pt x="8242005" y="69676"/>
                  </a:lnTo>
                  <a:lnTo>
                    <a:pt x="8242255" y="69676"/>
                  </a:lnTo>
                  <a:lnTo>
                    <a:pt x="8242505" y="69676"/>
                  </a:lnTo>
                  <a:lnTo>
                    <a:pt x="8242880" y="69676"/>
                  </a:lnTo>
                  <a:lnTo>
                    <a:pt x="8243005" y="69676"/>
                  </a:lnTo>
                  <a:lnTo>
                    <a:pt x="8243130" y="69676"/>
                  </a:lnTo>
                  <a:lnTo>
                    <a:pt x="8243255" y="69676"/>
                  </a:lnTo>
                  <a:lnTo>
                    <a:pt x="8243380" y="69676"/>
                  </a:lnTo>
                  <a:lnTo>
                    <a:pt x="8243630" y="69676"/>
                  </a:lnTo>
                  <a:lnTo>
                    <a:pt x="8243880" y="69676"/>
                  </a:lnTo>
                  <a:lnTo>
                    <a:pt x="8244005" y="69676"/>
                  </a:lnTo>
                  <a:lnTo>
                    <a:pt x="8244130" y="69676"/>
                  </a:lnTo>
                  <a:lnTo>
                    <a:pt x="8244756" y="69676"/>
                  </a:lnTo>
                  <a:lnTo>
                    <a:pt x="8244881" y="69676"/>
                  </a:lnTo>
                  <a:lnTo>
                    <a:pt x="8245006" y="69676"/>
                  </a:lnTo>
                  <a:lnTo>
                    <a:pt x="8245131" y="69676"/>
                  </a:lnTo>
                  <a:lnTo>
                    <a:pt x="8245381" y="69676"/>
                  </a:lnTo>
                  <a:lnTo>
                    <a:pt x="8247382" y="69676"/>
                  </a:lnTo>
                  <a:lnTo>
                    <a:pt x="8247507" y="69676"/>
                  </a:lnTo>
                  <a:lnTo>
                    <a:pt x="8247632" y="69676"/>
                  </a:lnTo>
                  <a:lnTo>
                    <a:pt x="8247882" y="69676"/>
                  </a:lnTo>
                  <a:lnTo>
                    <a:pt x="8248132" y="69676"/>
                  </a:lnTo>
                  <a:lnTo>
                    <a:pt x="8248257" y="69676"/>
                  </a:lnTo>
                  <a:lnTo>
                    <a:pt x="8248507" y="69676"/>
                  </a:lnTo>
                  <a:lnTo>
                    <a:pt x="8248632" y="69676"/>
                  </a:lnTo>
                  <a:lnTo>
                    <a:pt x="8248882" y="69676"/>
                  </a:lnTo>
                  <a:lnTo>
                    <a:pt x="8249007" y="69676"/>
                  </a:lnTo>
                  <a:lnTo>
                    <a:pt x="8249132" y="69676"/>
                  </a:lnTo>
                  <a:lnTo>
                    <a:pt x="8249382" y="69676"/>
                  </a:lnTo>
                  <a:lnTo>
                    <a:pt x="8249507" y="69676"/>
                  </a:lnTo>
                  <a:lnTo>
                    <a:pt x="8249632" y="69676"/>
                  </a:lnTo>
                  <a:lnTo>
                    <a:pt x="8249882" y="69676"/>
                  </a:lnTo>
                  <a:lnTo>
                    <a:pt x="8250132" y="69676"/>
                  </a:lnTo>
                  <a:lnTo>
                    <a:pt x="8250383" y="69676"/>
                  </a:lnTo>
                  <a:lnTo>
                    <a:pt x="8250508" y="69676"/>
                  </a:lnTo>
                  <a:lnTo>
                    <a:pt x="8250883" y="69676"/>
                  </a:lnTo>
                  <a:lnTo>
                    <a:pt x="8251008" y="69676"/>
                  </a:lnTo>
                  <a:lnTo>
                    <a:pt x="8251133" y="69676"/>
                  </a:lnTo>
                  <a:lnTo>
                    <a:pt x="8251383" y="69676"/>
                  </a:lnTo>
                  <a:lnTo>
                    <a:pt x="8251508" y="69676"/>
                  </a:lnTo>
                  <a:lnTo>
                    <a:pt x="8251758" y="69676"/>
                  </a:lnTo>
                  <a:lnTo>
                    <a:pt x="8251883" y="69676"/>
                  </a:lnTo>
                  <a:lnTo>
                    <a:pt x="8252008" y="69676"/>
                  </a:lnTo>
                  <a:lnTo>
                    <a:pt x="8252133" y="69676"/>
                  </a:lnTo>
                  <a:lnTo>
                    <a:pt x="8252258" y="69676"/>
                  </a:lnTo>
                  <a:lnTo>
                    <a:pt x="8252383" y="69676"/>
                  </a:lnTo>
                  <a:lnTo>
                    <a:pt x="8252508" y="69676"/>
                  </a:lnTo>
                  <a:lnTo>
                    <a:pt x="8252883" y="69676"/>
                  </a:lnTo>
                  <a:lnTo>
                    <a:pt x="8253008" y="69676"/>
                  </a:lnTo>
                  <a:lnTo>
                    <a:pt x="8253133" y="69676"/>
                  </a:lnTo>
                  <a:lnTo>
                    <a:pt x="8253259" y="69676"/>
                  </a:lnTo>
                  <a:lnTo>
                    <a:pt x="8253384" y="69676"/>
                  </a:lnTo>
                  <a:lnTo>
                    <a:pt x="8253634" y="69676"/>
                  </a:lnTo>
                  <a:lnTo>
                    <a:pt x="8253884" y="69676"/>
                  </a:lnTo>
                  <a:lnTo>
                    <a:pt x="8254009" y="69676"/>
                  </a:lnTo>
                  <a:lnTo>
                    <a:pt x="8254134" y="69676"/>
                  </a:lnTo>
                  <a:lnTo>
                    <a:pt x="8254634" y="69676"/>
                  </a:lnTo>
                  <a:lnTo>
                    <a:pt x="8254759" y="69676"/>
                  </a:lnTo>
                  <a:lnTo>
                    <a:pt x="8255134" y="69676"/>
                  </a:lnTo>
                  <a:lnTo>
                    <a:pt x="8255259" y="69676"/>
                  </a:lnTo>
                  <a:lnTo>
                    <a:pt x="8255509" y="69676"/>
                  </a:lnTo>
                  <a:lnTo>
                    <a:pt x="8256260" y="69676"/>
                  </a:lnTo>
                  <a:lnTo>
                    <a:pt x="8256385" y="69676"/>
                  </a:lnTo>
                  <a:lnTo>
                    <a:pt x="8256510" y="69676"/>
                  </a:lnTo>
                  <a:lnTo>
                    <a:pt x="8256635" y="69676"/>
                  </a:lnTo>
                  <a:lnTo>
                    <a:pt x="8256760" y="69676"/>
                  </a:lnTo>
                  <a:lnTo>
                    <a:pt x="8256885" y="69676"/>
                  </a:lnTo>
                  <a:lnTo>
                    <a:pt x="8257010" y="69676"/>
                  </a:lnTo>
                  <a:lnTo>
                    <a:pt x="8257135" y="69676"/>
                  </a:lnTo>
                  <a:lnTo>
                    <a:pt x="8257260" y="69676"/>
                  </a:lnTo>
                  <a:lnTo>
                    <a:pt x="8257635" y="69676"/>
                  </a:lnTo>
                  <a:lnTo>
                    <a:pt x="8257760" y="69676"/>
                  </a:lnTo>
                  <a:lnTo>
                    <a:pt x="8257885" y="69676"/>
                  </a:lnTo>
                  <a:lnTo>
                    <a:pt x="8258135" y="69676"/>
                  </a:lnTo>
                  <a:lnTo>
                    <a:pt x="8258510" y="69676"/>
                  </a:lnTo>
                  <a:lnTo>
                    <a:pt x="8258635" y="69676"/>
                  </a:lnTo>
                  <a:lnTo>
                    <a:pt x="8258760" y="69676"/>
                  </a:lnTo>
                  <a:lnTo>
                    <a:pt x="8258885" y="69676"/>
                  </a:lnTo>
                  <a:lnTo>
                    <a:pt x="8259010" y="69676"/>
                  </a:lnTo>
                  <a:lnTo>
                    <a:pt x="8259261" y="69676"/>
                  </a:lnTo>
                  <a:lnTo>
                    <a:pt x="8259386" y="69676"/>
                  </a:lnTo>
                  <a:lnTo>
                    <a:pt x="8259511" y="69676"/>
                  </a:lnTo>
                  <a:lnTo>
                    <a:pt x="8259761" y="69676"/>
                  </a:lnTo>
                  <a:lnTo>
                    <a:pt x="8259886" y="69676"/>
                  </a:lnTo>
                  <a:lnTo>
                    <a:pt x="8260011" y="69676"/>
                  </a:lnTo>
                  <a:lnTo>
                    <a:pt x="8260136" y="69676"/>
                  </a:lnTo>
                  <a:lnTo>
                    <a:pt x="8260261" y="69676"/>
                  </a:lnTo>
                  <a:lnTo>
                    <a:pt x="8260386" y="69676"/>
                  </a:lnTo>
                  <a:lnTo>
                    <a:pt x="8260511" y="69676"/>
                  </a:lnTo>
                  <a:lnTo>
                    <a:pt x="8260636" y="69676"/>
                  </a:lnTo>
                  <a:lnTo>
                    <a:pt x="8260761" y="69676"/>
                  </a:lnTo>
                  <a:lnTo>
                    <a:pt x="8261011" y="69676"/>
                  </a:lnTo>
                  <a:lnTo>
                    <a:pt x="8261761" y="69676"/>
                  </a:lnTo>
                  <a:lnTo>
                    <a:pt x="8262011" y="69676"/>
                  </a:lnTo>
                  <a:lnTo>
                    <a:pt x="8262136" y="69676"/>
                  </a:lnTo>
                  <a:lnTo>
                    <a:pt x="8262262" y="69676"/>
                  </a:lnTo>
                  <a:lnTo>
                    <a:pt x="8262387" y="69676"/>
                  </a:lnTo>
                  <a:lnTo>
                    <a:pt x="8262512" y="69676"/>
                  </a:lnTo>
                  <a:lnTo>
                    <a:pt x="8262637" y="69676"/>
                  </a:lnTo>
                  <a:lnTo>
                    <a:pt x="8263012" y="69676"/>
                  </a:lnTo>
                  <a:lnTo>
                    <a:pt x="8263137" y="69676"/>
                  </a:lnTo>
                  <a:lnTo>
                    <a:pt x="8263387" y="69676"/>
                  </a:lnTo>
                  <a:lnTo>
                    <a:pt x="8263512" y="69676"/>
                  </a:lnTo>
                  <a:lnTo>
                    <a:pt x="8263762" y="69676"/>
                  </a:lnTo>
                  <a:lnTo>
                    <a:pt x="8264012" y="69676"/>
                  </a:lnTo>
                  <a:lnTo>
                    <a:pt x="8264137" y="69676"/>
                  </a:lnTo>
                  <a:lnTo>
                    <a:pt x="8264387" y="69676"/>
                  </a:lnTo>
                  <a:lnTo>
                    <a:pt x="8264637" y="69676"/>
                  </a:lnTo>
                  <a:lnTo>
                    <a:pt x="8264762" y="69676"/>
                  </a:lnTo>
                  <a:lnTo>
                    <a:pt x="8264887" y="69676"/>
                  </a:lnTo>
                  <a:lnTo>
                    <a:pt x="8265138" y="69676"/>
                  </a:lnTo>
                  <a:lnTo>
                    <a:pt x="8265263" y="69676"/>
                  </a:lnTo>
                  <a:lnTo>
                    <a:pt x="8265513" y="69676"/>
                  </a:lnTo>
                  <a:lnTo>
                    <a:pt x="8265638" y="69676"/>
                  </a:lnTo>
                  <a:lnTo>
                    <a:pt x="8265763" y="69676"/>
                  </a:lnTo>
                  <a:lnTo>
                    <a:pt x="8265888" y="69676"/>
                  </a:lnTo>
                  <a:lnTo>
                    <a:pt x="8266013" y="69676"/>
                  </a:lnTo>
                  <a:lnTo>
                    <a:pt x="8266138" y="69676"/>
                  </a:lnTo>
                  <a:lnTo>
                    <a:pt x="8266513" y="69676"/>
                  </a:lnTo>
                  <a:lnTo>
                    <a:pt x="8266638" y="69676"/>
                  </a:lnTo>
                  <a:lnTo>
                    <a:pt x="8266763" y="69676"/>
                  </a:lnTo>
                  <a:lnTo>
                    <a:pt x="8266888" y="69676"/>
                  </a:lnTo>
                  <a:lnTo>
                    <a:pt x="8267013" y="69676"/>
                  </a:lnTo>
                  <a:lnTo>
                    <a:pt x="8267138" y="69676"/>
                  </a:lnTo>
                  <a:lnTo>
                    <a:pt x="8267388" y="69676"/>
                  </a:lnTo>
                  <a:lnTo>
                    <a:pt x="8267638" y="69676"/>
                  </a:lnTo>
                  <a:lnTo>
                    <a:pt x="8268013" y="69676"/>
                  </a:lnTo>
                  <a:lnTo>
                    <a:pt x="8268139" y="69676"/>
                  </a:lnTo>
                  <a:lnTo>
                    <a:pt x="8268389" y="69676"/>
                  </a:lnTo>
                  <a:lnTo>
                    <a:pt x="8268639" y="69676"/>
                  </a:lnTo>
                  <a:lnTo>
                    <a:pt x="8268764" y="69676"/>
                  </a:lnTo>
                  <a:lnTo>
                    <a:pt x="8269014" y="69676"/>
                  </a:lnTo>
                  <a:lnTo>
                    <a:pt x="8269139" y="69676"/>
                  </a:lnTo>
                  <a:lnTo>
                    <a:pt x="8269264" y="69676"/>
                  </a:lnTo>
                  <a:lnTo>
                    <a:pt x="8269389" y="69676"/>
                  </a:lnTo>
                  <a:lnTo>
                    <a:pt x="8269514" y="69676"/>
                  </a:lnTo>
                  <a:lnTo>
                    <a:pt x="8269639" y="69676"/>
                  </a:lnTo>
                  <a:lnTo>
                    <a:pt x="8269764" y="69676"/>
                  </a:lnTo>
                  <a:lnTo>
                    <a:pt x="8270014" y="69676"/>
                  </a:lnTo>
                  <a:lnTo>
                    <a:pt x="8270139" y="69676"/>
                  </a:lnTo>
                  <a:lnTo>
                    <a:pt x="8270264" y="69676"/>
                  </a:lnTo>
                  <a:lnTo>
                    <a:pt x="8270639" y="69676"/>
                  </a:lnTo>
                  <a:lnTo>
                    <a:pt x="8270764" y="69676"/>
                  </a:lnTo>
                  <a:lnTo>
                    <a:pt x="8270889" y="69676"/>
                  </a:lnTo>
                  <a:lnTo>
                    <a:pt x="8271140" y="69676"/>
                  </a:lnTo>
                  <a:lnTo>
                    <a:pt x="8271265" y="69676"/>
                  </a:lnTo>
                  <a:lnTo>
                    <a:pt x="8271390" y="69676"/>
                  </a:lnTo>
                  <a:lnTo>
                    <a:pt x="8271515" y="69676"/>
                  </a:lnTo>
                  <a:lnTo>
                    <a:pt x="8271640" y="69676"/>
                  </a:lnTo>
                  <a:lnTo>
                    <a:pt x="8272390" y="69676"/>
                  </a:lnTo>
                  <a:lnTo>
                    <a:pt x="8272765" y="69676"/>
                  </a:lnTo>
                  <a:lnTo>
                    <a:pt x="8273390" y="69676"/>
                  </a:lnTo>
                  <a:lnTo>
                    <a:pt x="8273515" y="69676"/>
                  </a:lnTo>
                  <a:lnTo>
                    <a:pt x="8273890" y="69676"/>
                  </a:lnTo>
                  <a:lnTo>
                    <a:pt x="8274141" y="69676"/>
                  </a:lnTo>
                  <a:lnTo>
                    <a:pt x="8274266" y="69676"/>
                  </a:lnTo>
                  <a:lnTo>
                    <a:pt x="8274516" y="69676"/>
                  </a:lnTo>
                  <a:lnTo>
                    <a:pt x="8275016" y="69676"/>
                  </a:lnTo>
                  <a:lnTo>
                    <a:pt x="8275141" y="69676"/>
                  </a:lnTo>
                  <a:lnTo>
                    <a:pt x="8275266" y="69676"/>
                  </a:lnTo>
                  <a:lnTo>
                    <a:pt x="8275391" y="69676"/>
                  </a:lnTo>
                  <a:lnTo>
                    <a:pt x="8275516" y="69676"/>
                  </a:lnTo>
                  <a:lnTo>
                    <a:pt x="8275891" y="69676"/>
                  </a:lnTo>
                  <a:lnTo>
                    <a:pt x="8276016" y="69676"/>
                  </a:lnTo>
                  <a:lnTo>
                    <a:pt x="8276141" y="69676"/>
                  </a:lnTo>
                  <a:lnTo>
                    <a:pt x="8276266" y="69676"/>
                  </a:lnTo>
                  <a:lnTo>
                    <a:pt x="8276641" y="69676"/>
                  </a:lnTo>
                  <a:lnTo>
                    <a:pt x="8276766" y="69676"/>
                  </a:lnTo>
                  <a:lnTo>
                    <a:pt x="8277016" y="69676"/>
                  </a:lnTo>
                  <a:lnTo>
                    <a:pt x="8277892" y="69676"/>
                  </a:lnTo>
                  <a:lnTo>
                    <a:pt x="8278142" y="69676"/>
                  </a:lnTo>
                  <a:lnTo>
                    <a:pt x="8278517" y="69676"/>
                  </a:lnTo>
                  <a:lnTo>
                    <a:pt x="8278642" y="69676"/>
                  </a:lnTo>
                  <a:lnTo>
                    <a:pt x="8278767" y="69676"/>
                  </a:lnTo>
                  <a:lnTo>
                    <a:pt x="8278892" y="69676"/>
                  </a:lnTo>
                  <a:lnTo>
                    <a:pt x="8279017" y="69676"/>
                  </a:lnTo>
                  <a:lnTo>
                    <a:pt x="8279142" y="69676"/>
                  </a:lnTo>
                  <a:lnTo>
                    <a:pt x="8279517" y="69676"/>
                  </a:lnTo>
                  <a:lnTo>
                    <a:pt x="8279642" y="69676"/>
                  </a:lnTo>
                  <a:lnTo>
                    <a:pt x="8279767" y="69676"/>
                  </a:lnTo>
                  <a:lnTo>
                    <a:pt x="8279892" y="69676"/>
                  </a:lnTo>
                  <a:lnTo>
                    <a:pt x="8280017" y="69676"/>
                  </a:lnTo>
                  <a:lnTo>
                    <a:pt x="8280143" y="69676"/>
                  </a:lnTo>
                  <a:lnTo>
                    <a:pt x="8280268" y="69676"/>
                  </a:lnTo>
                  <a:lnTo>
                    <a:pt x="8280643" y="69676"/>
                  </a:lnTo>
                  <a:lnTo>
                    <a:pt x="8281143" y="69676"/>
                  </a:lnTo>
                  <a:lnTo>
                    <a:pt x="8281768" y="69676"/>
                  </a:lnTo>
                  <a:lnTo>
                    <a:pt x="8282018" y="69676"/>
                  </a:lnTo>
                  <a:lnTo>
                    <a:pt x="8282768" y="69676"/>
                  </a:lnTo>
                  <a:lnTo>
                    <a:pt x="8282893" y="69676"/>
                  </a:lnTo>
                  <a:lnTo>
                    <a:pt x="8283018" y="69676"/>
                  </a:lnTo>
                  <a:lnTo>
                    <a:pt x="8283269" y="69676"/>
                  </a:lnTo>
                  <a:lnTo>
                    <a:pt x="8283394" y="69676"/>
                  </a:lnTo>
                  <a:lnTo>
                    <a:pt x="8283519" y="69676"/>
                  </a:lnTo>
                  <a:lnTo>
                    <a:pt x="8283644" y="69676"/>
                  </a:lnTo>
                  <a:lnTo>
                    <a:pt x="8283769" y="69676"/>
                  </a:lnTo>
                  <a:lnTo>
                    <a:pt x="8283894" y="69676"/>
                  </a:lnTo>
                  <a:lnTo>
                    <a:pt x="8284394" y="69676"/>
                  </a:lnTo>
                  <a:lnTo>
                    <a:pt x="8284519" y="69676"/>
                  </a:lnTo>
                  <a:lnTo>
                    <a:pt x="8284644" y="69676"/>
                  </a:lnTo>
                  <a:lnTo>
                    <a:pt x="8284769" y="69676"/>
                  </a:lnTo>
                  <a:lnTo>
                    <a:pt x="8284894" y="69676"/>
                  </a:lnTo>
                  <a:lnTo>
                    <a:pt x="8285144" y="69676"/>
                  </a:lnTo>
                  <a:lnTo>
                    <a:pt x="8285394" y="69676"/>
                  </a:lnTo>
                  <a:lnTo>
                    <a:pt x="8287770" y="69676"/>
                  </a:lnTo>
                  <a:lnTo>
                    <a:pt x="8288020" y="69676"/>
                  </a:lnTo>
                  <a:lnTo>
                    <a:pt x="8288145" y="69676"/>
                  </a:lnTo>
                  <a:lnTo>
                    <a:pt x="8288395" y="69676"/>
                  </a:lnTo>
                  <a:lnTo>
                    <a:pt x="8288645" y="69676"/>
                  </a:lnTo>
                  <a:lnTo>
                    <a:pt x="8288770" y="69676"/>
                  </a:lnTo>
                  <a:lnTo>
                    <a:pt x="8289020" y="69676"/>
                  </a:lnTo>
                  <a:lnTo>
                    <a:pt x="8289396" y="69676"/>
                  </a:lnTo>
                  <a:lnTo>
                    <a:pt x="8289521" y="69676"/>
                  </a:lnTo>
                  <a:lnTo>
                    <a:pt x="8289646" y="69676"/>
                  </a:lnTo>
                  <a:lnTo>
                    <a:pt x="8289771" y="69676"/>
                  </a:lnTo>
                  <a:lnTo>
                    <a:pt x="8289896" y="69676"/>
                  </a:lnTo>
                  <a:lnTo>
                    <a:pt x="8290146" y="69676"/>
                  </a:lnTo>
                  <a:lnTo>
                    <a:pt x="8290271" y="69676"/>
                  </a:lnTo>
                  <a:lnTo>
                    <a:pt x="8290396" y="69676"/>
                  </a:lnTo>
                  <a:lnTo>
                    <a:pt x="8290521" y="69676"/>
                  </a:lnTo>
                  <a:lnTo>
                    <a:pt x="8290646" y="69676"/>
                  </a:lnTo>
                  <a:lnTo>
                    <a:pt x="8290771" y="69676"/>
                  </a:lnTo>
                  <a:lnTo>
                    <a:pt x="8291021" y="69676"/>
                  </a:lnTo>
                  <a:lnTo>
                    <a:pt x="8291271" y="69676"/>
                  </a:lnTo>
                  <a:lnTo>
                    <a:pt x="8291521" y="69676"/>
                  </a:lnTo>
                  <a:lnTo>
                    <a:pt x="8291646" y="69676"/>
                  </a:lnTo>
                  <a:lnTo>
                    <a:pt x="8291771" y="69676"/>
                  </a:lnTo>
                  <a:lnTo>
                    <a:pt x="8291896" y="69676"/>
                  </a:lnTo>
                  <a:lnTo>
                    <a:pt x="8292147" y="69676"/>
                  </a:lnTo>
                  <a:lnTo>
                    <a:pt x="8292522" y="69676"/>
                  </a:lnTo>
                  <a:lnTo>
                    <a:pt x="8292647" y="69676"/>
                  </a:lnTo>
                  <a:lnTo>
                    <a:pt x="8292772" y="69676"/>
                  </a:lnTo>
                  <a:lnTo>
                    <a:pt x="8292897" y="69676"/>
                  </a:lnTo>
                  <a:lnTo>
                    <a:pt x="8293022" y="69676"/>
                  </a:lnTo>
                  <a:lnTo>
                    <a:pt x="8293147" y="69676"/>
                  </a:lnTo>
                  <a:lnTo>
                    <a:pt x="8293272" y="69676"/>
                  </a:lnTo>
                  <a:lnTo>
                    <a:pt x="8293522" y="69676"/>
                  </a:lnTo>
                  <a:lnTo>
                    <a:pt x="8293647" y="69676"/>
                  </a:lnTo>
                  <a:lnTo>
                    <a:pt x="8293772" y="69676"/>
                  </a:lnTo>
                  <a:lnTo>
                    <a:pt x="8293897" y="69676"/>
                  </a:lnTo>
                  <a:lnTo>
                    <a:pt x="8294397" y="69676"/>
                  </a:lnTo>
                  <a:lnTo>
                    <a:pt x="8294522" y="69676"/>
                  </a:lnTo>
                  <a:lnTo>
                    <a:pt x="8294647" y="69676"/>
                  </a:lnTo>
                  <a:lnTo>
                    <a:pt x="8294772" y="69676"/>
                  </a:lnTo>
                  <a:lnTo>
                    <a:pt x="8295148" y="69676"/>
                  </a:lnTo>
                  <a:lnTo>
                    <a:pt x="8295273" y="69676"/>
                  </a:lnTo>
                  <a:lnTo>
                    <a:pt x="8295398" y="69676"/>
                  </a:lnTo>
                  <a:lnTo>
                    <a:pt x="8295523" y="69676"/>
                  </a:lnTo>
                  <a:lnTo>
                    <a:pt x="8295773" y="69676"/>
                  </a:lnTo>
                  <a:lnTo>
                    <a:pt x="8296023" y="69676"/>
                  </a:lnTo>
                  <a:lnTo>
                    <a:pt x="8296148" y="69676"/>
                  </a:lnTo>
                  <a:lnTo>
                    <a:pt x="8296398" y="59722"/>
                  </a:lnTo>
                  <a:lnTo>
                    <a:pt x="8296523" y="59722"/>
                  </a:lnTo>
                  <a:lnTo>
                    <a:pt x="8296648" y="59722"/>
                  </a:lnTo>
                  <a:lnTo>
                    <a:pt x="8296773" y="59722"/>
                  </a:lnTo>
                  <a:lnTo>
                    <a:pt x="8297023" y="59722"/>
                  </a:lnTo>
                  <a:lnTo>
                    <a:pt x="8297273" y="59722"/>
                  </a:lnTo>
                  <a:lnTo>
                    <a:pt x="8297398" y="59722"/>
                  </a:lnTo>
                  <a:lnTo>
                    <a:pt x="8297523" y="59722"/>
                  </a:lnTo>
                  <a:lnTo>
                    <a:pt x="8297648" y="59722"/>
                  </a:lnTo>
                  <a:lnTo>
                    <a:pt x="8297773" y="59722"/>
                  </a:lnTo>
                  <a:lnTo>
                    <a:pt x="8298023" y="59722"/>
                  </a:lnTo>
                  <a:lnTo>
                    <a:pt x="8298649" y="59722"/>
                  </a:lnTo>
                  <a:lnTo>
                    <a:pt x="8298774" y="59722"/>
                  </a:lnTo>
                  <a:lnTo>
                    <a:pt x="8298899" y="59722"/>
                  </a:lnTo>
                  <a:lnTo>
                    <a:pt x="8299024" y="59722"/>
                  </a:lnTo>
                  <a:lnTo>
                    <a:pt x="8299149" y="59722"/>
                  </a:lnTo>
                  <a:lnTo>
                    <a:pt x="8299524" y="59722"/>
                  </a:lnTo>
                  <a:lnTo>
                    <a:pt x="8299649" y="59722"/>
                  </a:lnTo>
                  <a:lnTo>
                    <a:pt x="8299774" y="59722"/>
                  </a:lnTo>
                  <a:lnTo>
                    <a:pt x="8300024" y="59722"/>
                  </a:lnTo>
                  <a:lnTo>
                    <a:pt x="8300149" y="59722"/>
                  </a:lnTo>
                  <a:lnTo>
                    <a:pt x="8300524" y="59722"/>
                  </a:lnTo>
                  <a:lnTo>
                    <a:pt x="8300649" y="59722"/>
                  </a:lnTo>
                  <a:lnTo>
                    <a:pt x="8300899" y="59722"/>
                  </a:lnTo>
                  <a:lnTo>
                    <a:pt x="8301150" y="59722"/>
                  </a:lnTo>
                  <a:lnTo>
                    <a:pt x="8301275" y="59722"/>
                  </a:lnTo>
                  <a:lnTo>
                    <a:pt x="8301400" y="59722"/>
                  </a:lnTo>
                  <a:lnTo>
                    <a:pt x="8301525" y="59722"/>
                  </a:lnTo>
                  <a:lnTo>
                    <a:pt x="8301775" y="59722"/>
                  </a:lnTo>
                  <a:lnTo>
                    <a:pt x="8301900" y="59722"/>
                  </a:lnTo>
                  <a:lnTo>
                    <a:pt x="8302275" y="59722"/>
                  </a:lnTo>
                  <a:lnTo>
                    <a:pt x="8302775" y="59722"/>
                  </a:lnTo>
                  <a:lnTo>
                    <a:pt x="8302900" y="59722"/>
                  </a:lnTo>
                  <a:lnTo>
                    <a:pt x="8303025" y="59722"/>
                  </a:lnTo>
                  <a:lnTo>
                    <a:pt x="8303775" y="59722"/>
                  </a:lnTo>
                  <a:lnTo>
                    <a:pt x="8303900" y="59722"/>
                  </a:lnTo>
                  <a:lnTo>
                    <a:pt x="8304026" y="59722"/>
                  </a:lnTo>
                  <a:lnTo>
                    <a:pt x="8304151" y="59722"/>
                  </a:lnTo>
                  <a:lnTo>
                    <a:pt x="8304276" y="59722"/>
                  </a:lnTo>
                  <a:lnTo>
                    <a:pt x="8304401" y="59722"/>
                  </a:lnTo>
                  <a:lnTo>
                    <a:pt x="8304526" y="59722"/>
                  </a:lnTo>
                  <a:lnTo>
                    <a:pt x="8304776" y="59722"/>
                  </a:lnTo>
                  <a:lnTo>
                    <a:pt x="8304901" y="59722"/>
                  </a:lnTo>
                  <a:lnTo>
                    <a:pt x="8305401" y="59722"/>
                  </a:lnTo>
                  <a:lnTo>
                    <a:pt x="8305526" y="59722"/>
                  </a:lnTo>
                  <a:lnTo>
                    <a:pt x="8306151" y="59722"/>
                  </a:lnTo>
                  <a:lnTo>
                    <a:pt x="8306276" y="59722"/>
                  </a:lnTo>
                  <a:lnTo>
                    <a:pt x="8306401" y="59722"/>
                  </a:lnTo>
                  <a:lnTo>
                    <a:pt x="8306901" y="59722"/>
                  </a:lnTo>
                  <a:lnTo>
                    <a:pt x="8307027" y="59722"/>
                  </a:lnTo>
                  <a:lnTo>
                    <a:pt x="8307277" y="59722"/>
                  </a:lnTo>
                  <a:lnTo>
                    <a:pt x="8307402" y="59722"/>
                  </a:lnTo>
                  <a:lnTo>
                    <a:pt x="8307777" y="59722"/>
                  </a:lnTo>
                  <a:lnTo>
                    <a:pt x="8307902" y="59722"/>
                  </a:lnTo>
                  <a:lnTo>
                    <a:pt x="8308027" y="59722"/>
                  </a:lnTo>
                  <a:lnTo>
                    <a:pt x="8308152" y="59722"/>
                  </a:lnTo>
                  <a:lnTo>
                    <a:pt x="8308277" y="59722"/>
                  </a:lnTo>
                  <a:lnTo>
                    <a:pt x="8308777" y="59722"/>
                  </a:lnTo>
                  <a:lnTo>
                    <a:pt x="8308902" y="59722"/>
                  </a:lnTo>
                  <a:lnTo>
                    <a:pt x="8309027" y="59722"/>
                  </a:lnTo>
                  <a:lnTo>
                    <a:pt x="8309152" y="59722"/>
                  </a:lnTo>
                  <a:lnTo>
                    <a:pt x="8309652" y="59722"/>
                  </a:lnTo>
                  <a:lnTo>
                    <a:pt x="8309902" y="59722"/>
                  </a:lnTo>
                  <a:lnTo>
                    <a:pt x="8310028" y="59722"/>
                  </a:lnTo>
                  <a:lnTo>
                    <a:pt x="8310278" y="59722"/>
                  </a:lnTo>
                  <a:lnTo>
                    <a:pt x="8310403" y="59722"/>
                  </a:lnTo>
                  <a:lnTo>
                    <a:pt x="8310528" y="59722"/>
                  </a:lnTo>
                  <a:lnTo>
                    <a:pt x="8310653" y="59722"/>
                  </a:lnTo>
                  <a:lnTo>
                    <a:pt x="8310778" y="59722"/>
                  </a:lnTo>
                  <a:lnTo>
                    <a:pt x="8311028" y="59722"/>
                  </a:lnTo>
                  <a:lnTo>
                    <a:pt x="8311153" y="59722"/>
                  </a:lnTo>
                  <a:lnTo>
                    <a:pt x="8311278" y="59722"/>
                  </a:lnTo>
                  <a:lnTo>
                    <a:pt x="8311403" y="59722"/>
                  </a:lnTo>
                  <a:lnTo>
                    <a:pt x="8311528" y="59722"/>
                  </a:lnTo>
                  <a:lnTo>
                    <a:pt x="8311653" y="59722"/>
                  </a:lnTo>
                  <a:lnTo>
                    <a:pt x="8312028" y="59722"/>
                  </a:lnTo>
                  <a:lnTo>
                    <a:pt x="8312278" y="59722"/>
                  </a:lnTo>
                  <a:lnTo>
                    <a:pt x="8312403" y="59722"/>
                  </a:lnTo>
                  <a:lnTo>
                    <a:pt x="8312528" y="59722"/>
                  </a:lnTo>
                  <a:lnTo>
                    <a:pt x="8312903" y="59722"/>
                  </a:lnTo>
                  <a:lnTo>
                    <a:pt x="8313029" y="59722"/>
                  </a:lnTo>
                  <a:lnTo>
                    <a:pt x="8313779" y="59722"/>
                  </a:lnTo>
                  <a:lnTo>
                    <a:pt x="8313904" y="59722"/>
                  </a:lnTo>
                  <a:lnTo>
                    <a:pt x="8314029" y="59722"/>
                  </a:lnTo>
                  <a:lnTo>
                    <a:pt x="8314154" y="59722"/>
                  </a:lnTo>
                  <a:lnTo>
                    <a:pt x="8314404" y="59722"/>
                  </a:lnTo>
                  <a:lnTo>
                    <a:pt x="8314529" y="59722"/>
                  </a:lnTo>
                  <a:lnTo>
                    <a:pt x="8314654" y="59722"/>
                  </a:lnTo>
                  <a:lnTo>
                    <a:pt x="8314779" y="59722"/>
                  </a:lnTo>
                  <a:lnTo>
                    <a:pt x="8314904" y="59722"/>
                  </a:lnTo>
                  <a:lnTo>
                    <a:pt x="8315029" y="59722"/>
                  </a:lnTo>
                  <a:lnTo>
                    <a:pt x="8315279" y="59722"/>
                  </a:lnTo>
                  <a:lnTo>
                    <a:pt x="8315404" y="59722"/>
                  </a:lnTo>
                  <a:lnTo>
                    <a:pt x="8315529" y="59722"/>
                  </a:lnTo>
                  <a:lnTo>
                    <a:pt x="8315904" y="59722"/>
                  </a:lnTo>
                  <a:lnTo>
                    <a:pt x="8316030" y="59722"/>
                  </a:lnTo>
                  <a:lnTo>
                    <a:pt x="8316155" y="59722"/>
                  </a:lnTo>
                  <a:lnTo>
                    <a:pt x="8316280" y="59722"/>
                  </a:lnTo>
                  <a:lnTo>
                    <a:pt x="8316780" y="59722"/>
                  </a:lnTo>
                  <a:lnTo>
                    <a:pt x="8317280" y="59722"/>
                  </a:lnTo>
                  <a:lnTo>
                    <a:pt x="8317405" y="59722"/>
                  </a:lnTo>
                  <a:lnTo>
                    <a:pt x="8317655" y="59722"/>
                  </a:lnTo>
                  <a:lnTo>
                    <a:pt x="8317780" y="59722"/>
                  </a:lnTo>
                  <a:lnTo>
                    <a:pt x="8317905" y="59722"/>
                  </a:lnTo>
                  <a:lnTo>
                    <a:pt x="8318030" y="59722"/>
                  </a:lnTo>
                  <a:lnTo>
                    <a:pt x="8318155" y="59722"/>
                  </a:lnTo>
                  <a:lnTo>
                    <a:pt x="8318655" y="59722"/>
                  </a:lnTo>
                  <a:lnTo>
                    <a:pt x="8318780" y="59722"/>
                  </a:lnTo>
                  <a:lnTo>
                    <a:pt x="8319156" y="59722"/>
                  </a:lnTo>
                  <a:lnTo>
                    <a:pt x="8319281" y="59722"/>
                  </a:lnTo>
                  <a:lnTo>
                    <a:pt x="8319531" y="59722"/>
                  </a:lnTo>
                  <a:lnTo>
                    <a:pt x="8319656" y="59722"/>
                  </a:lnTo>
                  <a:lnTo>
                    <a:pt x="8319781" y="59722"/>
                  </a:lnTo>
                  <a:lnTo>
                    <a:pt x="8319906" y="59722"/>
                  </a:lnTo>
                  <a:lnTo>
                    <a:pt x="8320531" y="59722"/>
                  </a:lnTo>
                  <a:lnTo>
                    <a:pt x="8320656" y="59722"/>
                  </a:lnTo>
                  <a:lnTo>
                    <a:pt x="8320781" y="59722"/>
                  </a:lnTo>
                  <a:lnTo>
                    <a:pt x="8320906" y="59722"/>
                  </a:lnTo>
                  <a:lnTo>
                    <a:pt x="8321031" y="59722"/>
                  </a:lnTo>
                  <a:lnTo>
                    <a:pt x="8321281" y="59722"/>
                  </a:lnTo>
                  <a:lnTo>
                    <a:pt x="8321406" y="59722"/>
                  </a:lnTo>
                  <a:lnTo>
                    <a:pt x="8321531" y="59722"/>
                  </a:lnTo>
                  <a:lnTo>
                    <a:pt x="8321656" y="59722"/>
                  </a:lnTo>
                  <a:lnTo>
                    <a:pt x="8322032" y="59722"/>
                  </a:lnTo>
                  <a:lnTo>
                    <a:pt x="8322157" y="59722"/>
                  </a:lnTo>
                  <a:lnTo>
                    <a:pt x="8322532" y="59722"/>
                  </a:lnTo>
                  <a:lnTo>
                    <a:pt x="8322657" y="59722"/>
                  </a:lnTo>
                  <a:lnTo>
                    <a:pt x="8322782" y="59722"/>
                  </a:lnTo>
                  <a:lnTo>
                    <a:pt x="8323157" y="59722"/>
                  </a:lnTo>
                  <a:lnTo>
                    <a:pt x="8323407" y="59722"/>
                  </a:lnTo>
                  <a:lnTo>
                    <a:pt x="8323657" y="59722"/>
                  </a:lnTo>
                  <a:lnTo>
                    <a:pt x="8323782" y="59722"/>
                  </a:lnTo>
                  <a:lnTo>
                    <a:pt x="8323907" y="59722"/>
                  </a:lnTo>
                  <a:lnTo>
                    <a:pt x="8324032" y="59722"/>
                  </a:lnTo>
                  <a:lnTo>
                    <a:pt x="8324157" y="59722"/>
                  </a:lnTo>
                  <a:lnTo>
                    <a:pt x="8324282" y="59722"/>
                  </a:lnTo>
                  <a:lnTo>
                    <a:pt x="8324532" y="59722"/>
                  </a:lnTo>
                  <a:lnTo>
                    <a:pt x="8324657" y="59722"/>
                  </a:lnTo>
                  <a:lnTo>
                    <a:pt x="8324782" y="59722"/>
                  </a:lnTo>
                  <a:lnTo>
                    <a:pt x="8324907" y="59722"/>
                  </a:lnTo>
                  <a:lnTo>
                    <a:pt x="8325033" y="59722"/>
                  </a:lnTo>
                  <a:lnTo>
                    <a:pt x="8325158" y="59722"/>
                  </a:lnTo>
                  <a:lnTo>
                    <a:pt x="8325283" y="59722"/>
                  </a:lnTo>
                  <a:lnTo>
                    <a:pt x="8325533" y="59722"/>
                  </a:lnTo>
                  <a:lnTo>
                    <a:pt x="8325908" y="59722"/>
                  </a:lnTo>
                  <a:lnTo>
                    <a:pt x="8326033" y="59722"/>
                  </a:lnTo>
                  <a:lnTo>
                    <a:pt x="8326283" y="59722"/>
                  </a:lnTo>
                  <a:lnTo>
                    <a:pt x="8326408" y="59722"/>
                  </a:lnTo>
                  <a:lnTo>
                    <a:pt x="8326658" y="59722"/>
                  </a:lnTo>
                  <a:lnTo>
                    <a:pt x="8327033" y="59722"/>
                  </a:lnTo>
                  <a:lnTo>
                    <a:pt x="8327158" y="59722"/>
                  </a:lnTo>
                  <a:lnTo>
                    <a:pt x="8327283" y="59722"/>
                  </a:lnTo>
                  <a:lnTo>
                    <a:pt x="8327408" y="59722"/>
                  </a:lnTo>
                  <a:lnTo>
                    <a:pt x="8327533" y="59722"/>
                  </a:lnTo>
                  <a:lnTo>
                    <a:pt x="8327658" y="59722"/>
                  </a:lnTo>
                  <a:lnTo>
                    <a:pt x="8327908" y="59722"/>
                  </a:lnTo>
                  <a:lnTo>
                    <a:pt x="8328034" y="59722"/>
                  </a:lnTo>
                  <a:lnTo>
                    <a:pt x="8328409" y="59722"/>
                  </a:lnTo>
                  <a:lnTo>
                    <a:pt x="8328659" y="59722"/>
                  </a:lnTo>
                  <a:lnTo>
                    <a:pt x="8328784" y="59722"/>
                  </a:lnTo>
                  <a:lnTo>
                    <a:pt x="8328909" y="59722"/>
                  </a:lnTo>
                  <a:lnTo>
                    <a:pt x="8329034" y="59722"/>
                  </a:lnTo>
                  <a:lnTo>
                    <a:pt x="8329159" y="59722"/>
                  </a:lnTo>
                  <a:lnTo>
                    <a:pt x="8329284" y="59722"/>
                  </a:lnTo>
                  <a:lnTo>
                    <a:pt x="8329409" y="59722"/>
                  </a:lnTo>
                  <a:lnTo>
                    <a:pt x="8329534" y="59722"/>
                  </a:lnTo>
                  <a:lnTo>
                    <a:pt x="8329659" y="59722"/>
                  </a:lnTo>
                  <a:lnTo>
                    <a:pt x="8329784" y="59722"/>
                  </a:lnTo>
                  <a:lnTo>
                    <a:pt x="8330034" y="59722"/>
                  </a:lnTo>
                  <a:lnTo>
                    <a:pt x="8331160" y="59722"/>
                  </a:lnTo>
                  <a:lnTo>
                    <a:pt x="8331285" y="59722"/>
                  </a:lnTo>
                  <a:lnTo>
                    <a:pt x="8331410" y="59722"/>
                  </a:lnTo>
                  <a:lnTo>
                    <a:pt x="8331660" y="59722"/>
                  </a:lnTo>
                  <a:lnTo>
                    <a:pt x="8331785" y="59722"/>
                  </a:lnTo>
                  <a:lnTo>
                    <a:pt x="8331910" y="59722"/>
                  </a:lnTo>
                  <a:lnTo>
                    <a:pt x="8332035" y="59722"/>
                  </a:lnTo>
                  <a:lnTo>
                    <a:pt x="8332160" y="59722"/>
                  </a:lnTo>
                  <a:lnTo>
                    <a:pt x="8332535" y="59722"/>
                  </a:lnTo>
                  <a:lnTo>
                    <a:pt x="8332785" y="59722"/>
                  </a:lnTo>
                  <a:lnTo>
                    <a:pt x="8332910" y="59722"/>
                  </a:lnTo>
                  <a:lnTo>
                    <a:pt x="8333035" y="59722"/>
                  </a:lnTo>
                  <a:lnTo>
                    <a:pt x="8333160" y="59722"/>
                  </a:lnTo>
                  <a:lnTo>
                    <a:pt x="8333410" y="59722"/>
                  </a:lnTo>
                  <a:lnTo>
                    <a:pt x="8333535" y="59722"/>
                  </a:lnTo>
                  <a:lnTo>
                    <a:pt x="8333660" y="59722"/>
                  </a:lnTo>
                  <a:lnTo>
                    <a:pt x="8334161" y="59722"/>
                  </a:lnTo>
                  <a:lnTo>
                    <a:pt x="8334536" y="59722"/>
                  </a:lnTo>
                  <a:lnTo>
                    <a:pt x="8334661" y="59722"/>
                  </a:lnTo>
                  <a:lnTo>
                    <a:pt x="8334911" y="59722"/>
                  </a:lnTo>
                  <a:lnTo>
                    <a:pt x="8335036" y="59722"/>
                  </a:lnTo>
                  <a:lnTo>
                    <a:pt x="8335536" y="59722"/>
                  </a:lnTo>
                  <a:lnTo>
                    <a:pt x="8335661" y="59722"/>
                  </a:lnTo>
                  <a:lnTo>
                    <a:pt x="8335786" y="59722"/>
                  </a:lnTo>
                  <a:lnTo>
                    <a:pt x="8336286" y="59722"/>
                  </a:lnTo>
                  <a:lnTo>
                    <a:pt x="8336536" y="59722"/>
                  </a:lnTo>
                  <a:lnTo>
                    <a:pt x="8336786" y="59722"/>
                  </a:lnTo>
                  <a:lnTo>
                    <a:pt x="8336911" y="59722"/>
                  </a:lnTo>
                  <a:lnTo>
                    <a:pt x="8337037" y="59722"/>
                  </a:lnTo>
                  <a:lnTo>
                    <a:pt x="8337412" y="59722"/>
                  </a:lnTo>
                  <a:lnTo>
                    <a:pt x="8337537" y="59722"/>
                  </a:lnTo>
                  <a:lnTo>
                    <a:pt x="8337662" y="59722"/>
                  </a:lnTo>
                  <a:lnTo>
                    <a:pt x="8337787" y="59722"/>
                  </a:lnTo>
                  <a:lnTo>
                    <a:pt x="8337912" y="59722"/>
                  </a:lnTo>
                  <a:lnTo>
                    <a:pt x="8338037" y="59722"/>
                  </a:lnTo>
                  <a:lnTo>
                    <a:pt x="8338162" y="59722"/>
                  </a:lnTo>
                  <a:lnTo>
                    <a:pt x="8338287" y="59722"/>
                  </a:lnTo>
                  <a:lnTo>
                    <a:pt x="8338537" y="59722"/>
                  </a:lnTo>
                  <a:lnTo>
                    <a:pt x="8338662" y="59722"/>
                  </a:lnTo>
                  <a:lnTo>
                    <a:pt x="8338787" y="59722"/>
                  </a:lnTo>
                  <a:lnTo>
                    <a:pt x="8339037" y="59722"/>
                  </a:lnTo>
                  <a:lnTo>
                    <a:pt x="8339162" y="59722"/>
                  </a:lnTo>
                  <a:lnTo>
                    <a:pt x="8339412" y="59722"/>
                  </a:lnTo>
                  <a:lnTo>
                    <a:pt x="8339537" y="59722"/>
                  </a:lnTo>
                  <a:lnTo>
                    <a:pt x="8340038" y="59722"/>
                  </a:lnTo>
                  <a:lnTo>
                    <a:pt x="8340288" y="49769"/>
                  </a:lnTo>
                  <a:lnTo>
                    <a:pt x="8340413" y="49769"/>
                  </a:lnTo>
                  <a:lnTo>
                    <a:pt x="8340788" y="49769"/>
                  </a:lnTo>
                  <a:lnTo>
                    <a:pt x="8340913" y="49769"/>
                  </a:lnTo>
                  <a:lnTo>
                    <a:pt x="8341038" y="49769"/>
                  </a:lnTo>
                  <a:lnTo>
                    <a:pt x="8341288" y="49769"/>
                  </a:lnTo>
                  <a:lnTo>
                    <a:pt x="8341413" y="49769"/>
                  </a:lnTo>
                  <a:lnTo>
                    <a:pt x="8341663" y="49769"/>
                  </a:lnTo>
                  <a:lnTo>
                    <a:pt x="8341788" y="49769"/>
                  </a:lnTo>
                  <a:lnTo>
                    <a:pt x="8341913" y="49769"/>
                  </a:lnTo>
                  <a:lnTo>
                    <a:pt x="8342288" y="49769"/>
                  </a:lnTo>
                  <a:lnTo>
                    <a:pt x="8342538" y="49769"/>
                  </a:lnTo>
                  <a:lnTo>
                    <a:pt x="8342788" y="49769"/>
                  </a:lnTo>
                  <a:lnTo>
                    <a:pt x="8342914" y="49769"/>
                  </a:lnTo>
                  <a:lnTo>
                    <a:pt x="8343039" y="49769"/>
                  </a:lnTo>
                  <a:lnTo>
                    <a:pt x="8343164" y="49769"/>
                  </a:lnTo>
                  <a:lnTo>
                    <a:pt x="8343664" y="49769"/>
                  </a:lnTo>
                  <a:lnTo>
                    <a:pt x="8343789" y="49769"/>
                  </a:lnTo>
                  <a:lnTo>
                    <a:pt x="8343914" y="49769"/>
                  </a:lnTo>
                  <a:lnTo>
                    <a:pt x="8344164" y="49769"/>
                  </a:lnTo>
                  <a:lnTo>
                    <a:pt x="8344289" y="49769"/>
                  </a:lnTo>
                  <a:lnTo>
                    <a:pt x="8344414" y="49769"/>
                  </a:lnTo>
                  <a:lnTo>
                    <a:pt x="8344789" y="49769"/>
                  </a:lnTo>
                  <a:lnTo>
                    <a:pt x="8344914" y="49769"/>
                  </a:lnTo>
                  <a:lnTo>
                    <a:pt x="8345039" y="49769"/>
                  </a:lnTo>
                  <a:lnTo>
                    <a:pt x="8345289" y="49769"/>
                  </a:lnTo>
                  <a:lnTo>
                    <a:pt x="8345414" y="49769"/>
                  </a:lnTo>
                  <a:lnTo>
                    <a:pt x="8345664" y="49769"/>
                  </a:lnTo>
                  <a:lnTo>
                    <a:pt x="8346040" y="49769"/>
                  </a:lnTo>
                  <a:lnTo>
                    <a:pt x="8346165" y="49769"/>
                  </a:lnTo>
                  <a:lnTo>
                    <a:pt x="8346290" y="49769"/>
                  </a:lnTo>
                  <a:lnTo>
                    <a:pt x="8346665" y="49769"/>
                  </a:lnTo>
                  <a:lnTo>
                    <a:pt x="8347165" y="49769"/>
                  </a:lnTo>
                  <a:lnTo>
                    <a:pt x="8347665" y="49769"/>
                  </a:lnTo>
                  <a:lnTo>
                    <a:pt x="8347915" y="49769"/>
                  </a:lnTo>
                  <a:lnTo>
                    <a:pt x="8348040" y="49769"/>
                  </a:lnTo>
                  <a:lnTo>
                    <a:pt x="8348165" y="49769"/>
                  </a:lnTo>
                  <a:lnTo>
                    <a:pt x="8348290" y="49769"/>
                  </a:lnTo>
                  <a:lnTo>
                    <a:pt x="8348415" y="49769"/>
                  </a:lnTo>
                  <a:lnTo>
                    <a:pt x="8348540" y="49769"/>
                  </a:lnTo>
                  <a:lnTo>
                    <a:pt x="8348916" y="49769"/>
                  </a:lnTo>
                  <a:lnTo>
                    <a:pt x="8349166" y="49769"/>
                  </a:lnTo>
                  <a:lnTo>
                    <a:pt x="8349416" y="49769"/>
                  </a:lnTo>
                  <a:lnTo>
                    <a:pt x="8349666" y="49769"/>
                  </a:lnTo>
                  <a:lnTo>
                    <a:pt x="8349791" y="49769"/>
                  </a:lnTo>
                  <a:lnTo>
                    <a:pt x="8349916" y="49769"/>
                  </a:lnTo>
                  <a:lnTo>
                    <a:pt x="8350041" y="49769"/>
                  </a:lnTo>
                  <a:lnTo>
                    <a:pt x="8350166" y="49769"/>
                  </a:lnTo>
                  <a:lnTo>
                    <a:pt x="8350291" y="49769"/>
                  </a:lnTo>
                  <a:lnTo>
                    <a:pt x="8350541" y="49769"/>
                  </a:lnTo>
                  <a:lnTo>
                    <a:pt x="8350666" y="49769"/>
                  </a:lnTo>
                  <a:lnTo>
                    <a:pt x="8350791" y="49769"/>
                  </a:lnTo>
                  <a:lnTo>
                    <a:pt x="8351041" y="49769"/>
                  </a:lnTo>
                  <a:lnTo>
                    <a:pt x="8352042" y="49769"/>
                  </a:lnTo>
                  <a:lnTo>
                    <a:pt x="8352167" y="49769"/>
                  </a:lnTo>
                  <a:lnTo>
                    <a:pt x="8352292" y="49769"/>
                  </a:lnTo>
                  <a:lnTo>
                    <a:pt x="8352667" y="49769"/>
                  </a:lnTo>
                  <a:lnTo>
                    <a:pt x="8352792" y="49769"/>
                  </a:lnTo>
                  <a:lnTo>
                    <a:pt x="8352917" y="49769"/>
                  </a:lnTo>
                  <a:lnTo>
                    <a:pt x="8353042" y="49769"/>
                  </a:lnTo>
                  <a:lnTo>
                    <a:pt x="8353167" y="49769"/>
                  </a:lnTo>
                  <a:lnTo>
                    <a:pt x="8353417" y="49769"/>
                  </a:lnTo>
                  <a:lnTo>
                    <a:pt x="8353667" y="49769"/>
                  </a:lnTo>
                  <a:lnTo>
                    <a:pt x="8353792" y="49769"/>
                  </a:lnTo>
                  <a:lnTo>
                    <a:pt x="8353917" y="49769"/>
                  </a:lnTo>
                  <a:lnTo>
                    <a:pt x="8354292" y="49769"/>
                  </a:lnTo>
                  <a:lnTo>
                    <a:pt x="8354417" y="49769"/>
                  </a:lnTo>
                  <a:lnTo>
                    <a:pt x="8354542" y="49769"/>
                  </a:lnTo>
                  <a:lnTo>
                    <a:pt x="8354792" y="49769"/>
                  </a:lnTo>
                  <a:lnTo>
                    <a:pt x="8354918" y="49769"/>
                  </a:lnTo>
                  <a:lnTo>
                    <a:pt x="8355043" y="49769"/>
                  </a:lnTo>
                  <a:lnTo>
                    <a:pt x="8355293" y="49769"/>
                  </a:lnTo>
                  <a:lnTo>
                    <a:pt x="8355418" y="49769"/>
                  </a:lnTo>
                  <a:lnTo>
                    <a:pt x="8355543" y="49769"/>
                  </a:lnTo>
                  <a:lnTo>
                    <a:pt x="8356043" y="49769"/>
                  </a:lnTo>
                  <a:lnTo>
                    <a:pt x="8356168" y="49769"/>
                  </a:lnTo>
                  <a:lnTo>
                    <a:pt x="8356293" y="49769"/>
                  </a:lnTo>
                  <a:lnTo>
                    <a:pt x="8356793" y="49769"/>
                  </a:lnTo>
                  <a:lnTo>
                    <a:pt x="8356918" y="49769"/>
                  </a:lnTo>
                  <a:lnTo>
                    <a:pt x="8357043" y="49769"/>
                  </a:lnTo>
                  <a:lnTo>
                    <a:pt x="8357168" y="49769"/>
                  </a:lnTo>
                  <a:lnTo>
                    <a:pt x="8357293" y="49769"/>
                  </a:lnTo>
                  <a:lnTo>
                    <a:pt x="8357668" y="49769"/>
                  </a:lnTo>
                  <a:lnTo>
                    <a:pt x="8357919" y="49769"/>
                  </a:lnTo>
                  <a:lnTo>
                    <a:pt x="8358044" y="49769"/>
                  </a:lnTo>
                  <a:lnTo>
                    <a:pt x="8358169" y="49769"/>
                  </a:lnTo>
                  <a:lnTo>
                    <a:pt x="8358294" y="49769"/>
                  </a:lnTo>
                  <a:lnTo>
                    <a:pt x="8358419" y="49769"/>
                  </a:lnTo>
                  <a:lnTo>
                    <a:pt x="8358669" y="49769"/>
                  </a:lnTo>
                  <a:lnTo>
                    <a:pt x="8358794" y="49769"/>
                  </a:lnTo>
                  <a:lnTo>
                    <a:pt x="8358919" y="49769"/>
                  </a:lnTo>
                  <a:lnTo>
                    <a:pt x="8359044" y="49769"/>
                  </a:lnTo>
                  <a:lnTo>
                    <a:pt x="8359294" y="49769"/>
                  </a:lnTo>
                  <a:lnTo>
                    <a:pt x="8359419" y="49769"/>
                  </a:lnTo>
                  <a:lnTo>
                    <a:pt x="8359919" y="49769"/>
                  </a:lnTo>
                  <a:lnTo>
                    <a:pt x="8360294" y="49769"/>
                  </a:lnTo>
                  <a:lnTo>
                    <a:pt x="8361045" y="49769"/>
                  </a:lnTo>
                  <a:lnTo>
                    <a:pt x="8361170" y="49769"/>
                  </a:lnTo>
                  <a:lnTo>
                    <a:pt x="8361295" y="49769"/>
                  </a:lnTo>
                  <a:lnTo>
                    <a:pt x="8361420" y="49769"/>
                  </a:lnTo>
                  <a:lnTo>
                    <a:pt x="8361545" y="49769"/>
                  </a:lnTo>
                  <a:lnTo>
                    <a:pt x="8361795" y="49769"/>
                  </a:lnTo>
                  <a:lnTo>
                    <a:pt x="8361920" y="49769"/>
                  </a:lnTo>
                  <a:lnTo>
                    <a:pt x="8362170" y="49769"/>
                  </a:lnTo>
                  <a:lnTo>
                    <a:pt x="8362295" y="49769"/>
                  </a:lnTo>
                  <a:lnTo>
                    <a:pt x="8362545" y="49769"/>
                  </a:lnTo>
                  <a:lnTo>
                    <a:pt x="8362670" y="49769"/>
                  </a:lnTo>
                  <a:lnTo>
                    <a:pt x="8362795" y="49769"/>
                  </a:lnTo>
                  <a:lnTo>
                    <a:pt x="8362920" y="49769"/>
                  </a:lnTo>
                  <a:lnTo>
                    <a:pt x="8363045" y="49769"/>
                  </a:lnTo>
                  <a:lnTo>
                    <a:pt x="8363170" y="49769"/>
                  </a:lnTo>
                  <a:lnTo>
                    <a:pt x="8363420" y="49769"/>
                  </a:lnTo>
                  <a:lnTo>
                    <a:pt x="8363545" y="49769"/>
                  </a:lnTo>
                  <a:lnTo>
                    <a:pt x="8363670" y="49769"/>
                  </a:lnTo>
                  <a:lnTo>
                    <a:pt x="8363795" y="49769"/>
                  </a:lnTo>
                  <a:lnTo>
                    <a:pt x="8363921" y="49769"/>
                  </a:lnTo>
                  <a:lnTo>
                    <a:pt x="8364171" y="49769"/>
                  </a:lnTo>
                  <a:lnTo>
                    <a:pt x="8364421" y="49769"/>
                  </a:lnTo>
                  <a:lnTo>
                    <a:pt x="8364546" y="49769"/>
                  </a:lnTo>
                  <a:lnTo>
                    <a:pt x="8364671" y="49769"/>
                  </a:lnTo>
                  <a:lnTo>
                    <a:pt x="8364796" y="49769"/>
                  </a:lnTo>
                  <a:lnTo>
                    <a:pt x="8364921" y="49769"/>
                  </a:lnTo>
                  <a:lnTo>
                    <a:pt x="8365046" y="49769"/>
                  </a:lnTo>
                  <a:lnTo>
                    <a:pt x="8365171" y="49769"/>
                  </a:lnTo>
                  <a:lnTo>
                    <a:pt x="8365421" y="49769"/>
                  </a:lnTo>
                  <a:lnTo>
                    <a:pt x="8365546" y="49769"/>
                  </a:lnTo>
                  <a:lnTo>
                    <a:pt x="8365796" y="49769"/>
                  </a:lnTo>
                  <a:lnTo>
                    <a:pt x="8365921" y="49769"/>
                  </a:lnTo>
                  <a:lnTo>
                    <a:pt x="8366046" y="49769"/>
                  </a:lnTo>
                  <a:lnTo>
                    <a:pt x="8366171" y="49769"/>
                  </a:lnTo>
                  <a:lnTo>
                    <a:pt x="8366296" y="49769"/>
                  </a:lnTo>
                  <a:lnTo>
                    <a:pt x="8366546" y="49769"/>
                  </a:lnTo>
                  <a:lnTo>
                    <a:pt x="8366671" y="49769"/>
                  </a:lnTo>
                  <a:lnTo>
                    <a:pt x="8366796" y="49769"/>
                  </a:lnTo>
                  <a:lnTo>
                    <a:pt x="8367047" y="49769"/>
                  </a:lnTo>
                  <a:lnTo>
                    <a:pt x="8367297" y="49769"/>
                  </a:lnTo>
                  <a:lnTo>
                    <a:pt x="8367422" y="49769"/>
                  </a:lnTo>
                  <a:lnTo>
                    <a:pt x="8367547" y="49769"/>
                  </a:lnTo>
                  <a:lnTo>
                    <a:pt x="8367922" y="49769"/>
                  </a:lnTo>
                  <a:lnTo>
                    <a:pt x="8368047" y="49769"/>
                  </a:lnTo>
                  <a:lnTo>
                    <a:pt x="8368172" y="49769"/>
                  </a:lnTo>
                  <a:lnTo>
                    <a:pt x="8368297" y="49769"/>
                  </a:lnTo>
                  <a:lnTo>
                    <a:pt x="8368422" y="49769"/>
                  </a:lnTo>
                  <a:lnTo>
                    <a:pt x="8368547" y="49769"/>
                  </a:lnTo>
                  <a:lnTo>
                    <a:pt x="8368672" y="49769"/>
                  </a:lnTo>
                  <a:lnTo>
                    <a:pt x="8368797" y="49769"/>
                  </a:lnTo>
                  <a:lnTo>
                    <a:pt x="8368922" y="49769"/>
                  </a:lnTo>
                  <a:lnTo>
                    <a:pt x="8369047" y="49769"/>
                  </a:lnTo>
                  <a:lnTo>
                    <a:pt x="8369297" y="49769"/>
                  </a:lnTo>
                  <a:lnTo>
                    <a:pt x="8369672" y="49769"/>
                  </a:lnTo>
                  <a:lnTo>
                    <a:pt x="8369797" y="49769"/>
                  </a:lnTo>
                  <a:lnTo>
                    <a:pt x="8370173" y="49769"/>
                  </a:lnTo>
                  <a:lnTo>
                    <a:pt x="8370298" y="49769"/>
                  </a:lnTo>
                  <a:lnTo>
                    <a:pt x="8370423" y="49769"/>
                  </a:lnTo>
                  <a:lnTo>
                    <a:pt x="8370548" y="49769"/>
                  </a:lnTo>
                  <a:lnTo>
                    <a:pt x="8370673" y="49769"/>
                  </a:lnTo>
                  <a:lnTo>
                    <a:pt x="8370798" y="49769"/>
                  </a:lnTo>
                  <a:lnTo>
                    <a:pt x="8370923" y="49769"/>
                  </a:lnTo>
                  <a:lnTo>
                    <a:pt x="8371173" y="49769"/>
                  </a:lnTo>
                  <a:lnTo>
                    <a:pt x="8371548" y="49769"/>
                  </a:lnTo>
                  <a:lnTo>
                    <a:pt x="8371673" y="49769"/>
                  </a:lnTo>
                  <a:lnTo>
                    <a:pt x="8371923" y="49769"/>
                  </a:lnTo>
                  <a:lnTo>
                    <a:pt x="8372048" y="49769"/>
                  </a:lnTo>
                  <a:lnTo>
                    <a:pt x="8372298" y="49769"/>
                  </a:lnTo>
                  <a:lnTo>
                    <a:pt x="8372798" y="49769"/>
                  </a:lnTo>
                  <a:lnTo>
                    <a:pt x="8372924" y="49769"/>
                  </a:lnTo>
                  <a:lnTo>
                    <a:pt x="8373049" y="49769"/>
                  </a:lnTo>
                  <a:lnTo>
                    <a:pt x="8373299" y="49769"/>
                  </a:lnTo>
                  <a:lnTo>
                    <a:pt x="8373424" y="49769"/>
                  </a:lnTo>
                  <a:lnTo>
                    <a:pt x="8373549" y="49769"/>
                  </a:lnTo>
                  <a:lnTo>
                    <a:pt x="8373674" y="49769"/>
                  </a:lnTo>
                  <a:lnTo>
                    <a:pt x="8373799" y="49769"/>
                  </a:lnTo>
                  <a:lnTo>
                    <a:pt x="8374049" y="49769"/>
                  </a:lnTo>
                  <a:lnTo>
                    <a:pt x="8374299" y="49769"/>
                  </a:lnTo>
                  <a:lnTo>
                    <a:pt x="8374424" y="49769"/>
                  </a:lnTo>
                  <a:lnTo>
                    <a:pt x="8374674" y="39815"/>
                  </a:lnTo>
                  <a:lnTo>
                    <a:pt x="8374799" y="39815"/>
                  </a:lnTo>
                  <a:lnTo>
                    <a:pt x="8374924" y="39815"/>
                  </a:lnTo>
                  <a:lnTo>
                    <a:pt x="8375049" y="39815"/>
                  </a:lnTo>
                  <a:lnTo>
                    <a:pt x="8375174" y="39815"/>
                  </a:lnTo>
                  <a:lnTo>
                    <a:pt x="8375299" y="39815"/>
                  </a:lnTo>
                  <a:lnTo>
                    <a:pt x="8375424" y="39815"/>
                  </a:lnTo>
                  <a:lnTo>
                    <a:pt x="8375674" y="39815"/>
                  </a:lnTo>
                  <a:lnTo>
                    <a:pt x="8376175" y="39815"/>
                  </a:lnTo>
                  <a:lnTo>
                    <a:pt x="8376300" y="39815"/>
                  </a:lnTo>
                  <a:lnTo>
                    <a:pt x="8376550" y="39815"/>
                  </a:lnTo>
                  <a:lnTo>
                    <a:pt x="8376675" y="39815"/>
                  </a:lnTo>
                  <a:lnTo>
                    <a:pt x="8376925" y="39815"/>
                  </a:lnTo>
                  <a:lnTo>
                    <a:pt x="8377050" y="39815"/>
                  </a:lnTo>
                  <a:lnTo>
                    <a:pt x="8377300" y="39815"/>
                  </a:lnTo>
                  <a:lnTo>
                    <a:pt x="8377425" y="39815"/>
                  </a:lnTo>
                  <a:lnTo>
                    <a:pt x="8377550" y="39815"/>
                  </a:lnTo>
                  <a:lnTo>
                    <a:pt x="8377925" y="39815"/>
                  </a:lnTo>
                  <a:lnTo>
                    <a:pt x="8378050" y="39815"/>
                  </a:lnTo>
                  <a:lnTo>
                    <a:pt x="8378175" y="39815"/>
                  </a:lnTo>
                  <a:lnTo>
                    <a:pt x="8378300" y="39815"/>
                  </a:lnTo>
                  <a:lnTo>
                    <a:pt x="8378550" y="39815"/>
                  </a:lnTo>
                  <a:lnTo>
                    <a:pt x="8378800" y="39815"/>
                  </a:lnTo>
                  <a:lnTo>
                    <a:pt x="8379051" y="39815"/>
                  </a:lnTo>
                  <a:lnTo>
                    <a:pt x="8379301" y="39815"/>
                  </a:lnTo>
                  <a:lnTo>
                    <a:pt x="8379426" y="39815"/>
                  </a:lnTo>
                  <a:lnTo>
                    <a:pt x="8379551" y="39815"/>
                  </a:lnTo>
                  <a:lnTo>
                    <a:pt x="8379801" y="39815"/>
                  </a:lnTo>
                  <a:lnTo>
                    <a:pt x="8380301" y="39815"/>
                  </a:lnTo>
                  <a:lnTo>
                    <a:pt x="8380426" y="39815"/>
                  </a:lnTo>
                  <a:lnTo>
                    <a:pt x="8380551" y="39815"/>
                  </a:lnTo>
                  <a:lnTo>
                    <a:pt x="8380676" y="39815"/>
                  </a:lnTo>
                  <a:lnTo>
                    <a:pt x="8380926" y="39815"/>
                  </a:lnTo>
                  <a:lnTo>
                    <a:pt x="8381051" y="39815"/>
                  </a:lnTo>
                  <a:lnTo>
                    <a:pt x="8381176" y="39815"/>
                  </a:lnTo>
                  <a:lnTo>
                    <a:pt x="8381301" y="39815"/>
                  </a:lnTo>
                  <a:lnTo>
                    <a:pt x="8381426" y="39815"/>
                  </a:lnTo>
                  <a:lnTo>
                    <a:pt x="8381551" y="39815"/>
                  </a:lnTo>
                  <a:lnTo>
                    <a:pt x="8381676" y="39815"/>
                  </a:lnTo>
                  <a:lnTo>
                    <a:pt x="8381802" y="39815"/>
                  </a:lnTo>
                  <a:lnTo>
                    <a:pt x="8381927" y="39815"/>
                  </a:lnTo>
                  <a:lnTo>
                    <a:pt x="8382552" y="39815"/>
                  </a:lnTo>
                  <a:lnTo>
                    <a:pt x="8382677" y="39815"/>
                  </a:lnTo>
                  <a:lnTo>
                    <a:pt x="8382802" y="39815"/>
                  </a:lnTo>
                  <a:lnTo>
                    <a:pt x="8382927" y="39815"/>
                  </a:lnTo>
                  <a:lnTo>
                    <a:pt x="8383052" y="39815"/>
                  </a:lnTo>
                  <a:lnTo>
                    <a:pt x="8383302" y="39815"/>
                  </a:lnTo>
                  <a:lnTo>
                    <a:pt x="8383552" y="39815"/>
                  </a:lnTo>
                  <a:lnTo>
                    <a:pt x="8383677" y="39815"/>
                  </a:lnTo>
                  <a:lnTo>
                    <a:pt x="8383802" y="39815"/>
                  </a:lnTo>
                  <a:lnTo>
                    <a:pt x="8384052" y="39815"/>
                  </a:lnTo>
                  <a:lnTo>
                    <a:pt x="8384177" y="39815"/>
                  </a:lnTo>
                  <a:lnTo>
                    <a:pt x="8384302" y="39815"/>
                  </a:lnTo>
                  <a:lnTo>
                    <a:pt x="8384427" y="39815"/>
                  </a:lnTo>
                  <a:lnTo>
                    <a:pt x="8385053" y="39815"/>
                  </a:lnTo>
                  <a:lnTo>
                    <a:pt x="8385428" y="39815"/>
                  </a:lnTo>
                  <a:lnTo>
                    <a:pt x="8385553" y="39815"/>
                  </a:lnTo>
                  <a:lnTo>
                    <a:pt x="8385678" y="39815"/>
                  </a:lnTo>
                  <a:lnTo>
                    <a:pt x="8385803" y="39815"/>
                  </a:lnTo>
                  <a:lnTo>
                    <a:pt x="8385928" y="39815"/>
                  </a:lnTo>
                  <a:lnTo>
                    <a:pt x="8386053" y="39815"/>
                  </a:lnTo>
                  <a:lnTo>
                    <a:pt x="8386178" y="39815"/>
                  </a:lnTo>
                  <a:lnTo>
                    <a:pt x="8386553" y="39815"/>
                  </a:lnTo>
                  <a:lnTo>
                    <a:pt x="8386678" y="39815"/>
                  </a:lnTo>
                  <a:lnTo>
                    <a:pt x="8386803" y="39815"/>
                  </a:lnTo>
                  <a:lnTo>
                    <a:pt x="8386928" y="39815"/>
                  </a:lnTo>
                  <a:lnTo>
                    <a:pt x="8387053" y="39815"/>
                  </a:lnTo>
                  <a:lnTo>
                    <a:pt x="8387178" y="39815"/>
                  </a:lnTo>
                  <a:lnTo>
                    <a:pt x="8387178" y="29861"/>
                  </a:lnTo>
                  <a:lnTo>
                    <a:pt x="8387303" y="29861"/>
                  </a:lnTo>
                  <a:lnTo>
                    <a:pt x="8387428" y="29861"/>
                  </a:lnTo>
                  <a:lnTo>
                    <a:pt x="8387553" y="29861"/>
                  </a:lnTo>
                  <a:lnTo>
                    <a:pt x="8387804" y="29861"/>
                  </a:lnTo>
                  <a:lnTo>
                    <a:pt x="8387929" y="29861"/>
                  </a:lnTo>
                  <a:lnTo>
                    <a:pt x="8388054" y="29861"/>
                  </a:lnTo>
                  <a:lnTo>
                    <a:pt x="8388179" y="29861"/>
                  </a:lnTo>
                  <a:lnTo>
                    <a:pt x="8388429" y="29861"/>
                  </a:lnTo>
                  <a:lnTo>
                    <a:pt x="8388554" y="29861"/>
                  </a:lnTo>
                  <a:lnTo>
                    <a:pt x="8388804" y="29861"/>
                  </a:lnTo>
                  <a:lnTo>
                    <a:pt x="8389054" y="29861"/>
                  </a:lnTo>
                  <a:lnTo>
                    <a:pt x="8389304" y="29861"/>
                  </a:lnTo>
                  <a:lnTo>
                    <a:pt x="8389929" y="29861"/>
                  </a:lnTo>
                  <a:lnTo>
                    <a:pt x="8390054" y="29861"/>
                  </a:lnTo>
                  <a:lnTo>
                    <a:pt x="8390179" y="29861"/>
                  </a:lnTo>
                  <a:lnTo>
                    <a:pt x="8390304" y="29861"/>
                  </a:lnTo>
                  <a:lnTo>
                    <a:pt x="8390429" y="29861"/>
                  </a:lnTo>
                  <a:lnTo>
                    <a:pt x="8390679" y="29861"/>
                  </a:lnTo>
                  <a:lnTo>
                    <a:pt x="8391055" y="29861"/>
                  </a:lnTo>
                  <a:lnTo>
                    <a:pt x="8391180" y="29861"/>
                  </a:lnTo>
                  <a:lnTo>
                    <a:pt x="8391305" y="29861"/>
                  </a:lnTo>
                  <a:lnTo>
                    <a:pt x="8391430" y="29861"/>
                  </a:lnTo>
                  <a:lnTo>
                    <a:pt x="8391555" y="29861"/>
                  </a:lnTo>
                  <a:lnTo>
                    <a:pt x="8391680" y="29861"/>
                  </a:lnTo>
                  <a:lnTo>
                    <a:pt x="8391805" y="29861"/>
                  </a:lnTo>
                  <a:lnTo>
                    <a:pt x="8391930" y="29861"/>
                  </a:lnTo>
                  <a:lnTo>
                    <a:pt x="8392055" y="29861"/>
                  </a:lnTo>
                  <a:lnTo>
                    <a:pt x="8392180" y="29861"/>
                  </a:lnTo>
                  <a:lnTo>
                    <a:pt x="8392430" y="29861"/>
                  </a:lnTo>
                  <a:lnTo>
                    <a:pt x="8392555" y="29861"/>
                  </a:lnTo>
                  <a:lnTo>
                    <a:pt x="8392680" y="29861"/>
                  </a:lnTo>
                  <a:lnTo>
                    <a:pt x="8392805" y="29861"/>
                  </a:lnTo>
                  <a:lnTo>
                    <a:pt x="8392930" y="29861"/>
                  </a:lnTo>
                  <a:lnTo>
                    <a:pt x="8393180" y="29861"/>
                  </a:lnTo>
                  <a:lnTo>
                    <a:pt x="8393305" y="29861"/>
                  </a:lnTo>
                  <a:lnTo>
                    <a:pt x="8393430" y="29861"/>
                  </a:lnTo>
                  <a:lnTo>
                    <a:pt x="8393806" y="29861"/>
                  </a:lnTo>
                  <a:lnTo>
                    <a:pt x="8393931" y="29861"/>
                  </a:lnTo>
                  <a:lnTo>
                    <a:pt x="8394181" y="29861"/>
                  </a:lnTo>
                  <a:lnTo>
                    <a:pt x="8394306" y="29861"/>
                  </a:lnTo>
                  <a:lnTo>
                    <a:pt x="8394431" y="29861"/>
                  </a:lnTo>
                  <a:lnTo>
                    <a:pt x="8394556" y="29861"/>
                  </a:lnTo>
                  <a:lnTo>
                    <a:pt x="8394681" y="29861"/>
                  </a:lnTo>
                  <a:lnTo>
                    <a:pt x="8394806" y="29861"/>
                  </a:lnTo>
                  <a:lnTo>
                    <a:pt x="8394931" y="29861"/>
                  </a:lnTo>
                  <a:lnTo>
                    <a:pt x="8395181" y="29861"/>
                  </a:lnTo>
                  <a:lnTo>
                    <a:pt x="8395306" y="29861"/>
                  </a:lnTo>
                  <a:lnTo>
                    <a:pt x="8395431" y="29861"/>
                  </a:lnTo>
                  <a:lnTo>
                    <a:pt x="8395556" y="29861"/>
                  </a:lnTo>
                  <a:lnTo>
                    <a:pt x="8395681" y="29861"/>
                  </a:lnTo>
                  <a:lnTo>
                    <a:pt x="8395931" y="29861"/>
                  </a:lnTo>
                  <a:lnTo>
                    <a:pt x="8396056" y="29861"/>
                  </a:lnTo>
                  <a:lnTo>
                    <a:pt x="8396306" y="29861"/>
                  </a:lnTo>
                  <a:lnTo>
                    <a:pt x="8396431" y="29861"/>
                  </a:lnTo>
                  <a:lnTo>
                    <a:pt x="8396556" y="29861"/>
                  </a:lnTo>
                  <a:lnTo>
                    <a:pt x="8396681" y="29861"/>
                  </a:lnTo>
                  <a:lnTo>
                    <a:pt x="8396932" y="29861"/>
                  </a:lnTo>
                  <a:lnTo>
                    <a:pt x="8397057" y="29861"/>
                  </a:lnTo>
                  <a:lnTo>
                    <a:pt x="8397182" y="29861"/>
                  </a:lnTo>
                  <a:lnTo>
                    <a:pt x="8397307" y="29861"/>
                  </a:lnTo>
                  <a:lnTo>
                    <a:pt x="8397557" y="29861"/>
                  </a:lnTo>
                  <a:lnTo>
                    <a:pt x="8397807" y="29861"/>
                  </a:lnTo>
                  <a:lnTo>
                    <a:pt x="8397932" y="29861"/>
                  </a:lnTo>
                  <a:lnTo>
                    <a:pt x="8398057" y="29861"/>
                  </a:lnTo>
                  <a:lnTo>
                    <a:pt x="8398432" y="29861"/>
                  </a:lnTo>
                  <a:lnTo>
                    <a:pt x="8398557" y="29861"/>
                  </a:lnTo>
                  <a:lnTo>
                    <a:pt x="8398807" y="29861"/>
                  </a:lnTo>
                  <a:lnTo>
                    <a:pt x="8398932" y="29861"/>
                  </a:lnTo>
                  <a:lnTo>
                    <a:pt x="8399057" y="29861"/>
                  </a:lnTo>
                  <a:lnTo>
                    <a:pt x="8399182" y="29861"/>
                  </a:lnTo>
                  <a:lnTo>
                    <a:pt x="8399307" y="29861"/>
                  </a:lnTo>
                  <a:lnTo>
                    <a:pt x="8399432" y="29861"/>
                  </a:lnTo>
                  <a:lnTo>
                    <a:pt x="8399557" y="29861"/>
                  </a:lnTo>
                  <a:lnTo>
                    <a:pt x="8399808" y="29861"/>
                  </a:lnTo>
                  <a:lnTo>
                    <a:pt x="8400058" y="29861"/>
                  </a:lnTo>
                  <a:lnTo>
                    <a:pt x="8400183" y="29861"/>
                  </a:lnTo>
                  <a:lnTo>
                    <a:pt x="8400308" y="29861"/>
                  </a:lnTo>
                  <a:lnTo>
                    <a:pt x="8400433" y="29861"/>
                  </a:lnTo>
                  <a:lnTo>
                    <a:pt x="8400683" y="29861"/>
                  </a:lnTo>
                  <a:lnTo>
                    <a:pt x="8401058" y="29861"/>
                  </a:lnTo>
                  <a:lnTo>
                    <a:pt x="8401308" y="29861"/>
                  </a:lnTo>
                  <a:lnTo>
                    <a:pt x="8401683" y="29861"/>
                  </a:lnTo>
                  <a:lnTo>
                    <a:pt x="8401808" y="29861"/>
                  </a:lnTo>
                  <a:lnTo>
                    <a:pt x="8402183" y="29861"/>
                  </a:lnTo>
                  <a:lnTo>
                    <a:pt x="8402308" y="29861"/>
                  </a:lnTo>
                  <a:lnTo>
                    <a:pt x="8402558" y="29861"/>
                  </a:lnTo>
                  <a:lnTo>
                    <a:pt x="8402809" y="29861"/>
                  </a:lnTo>
                  <a:lnTo>
                    <a:pt x="8402934" y="29861"/>
                  </a:lnTo>
                  <a:lnTo>
                    <a:pt x="8403184" y="29861"/>
                  </a:lnTo>
                  <a:lnTo>
                    <a:pt x="8403434" y="29861"/>
                  </a:lnTo>
                  <a:lnTo>
                    <a:pt x="8403559" y="29861"/>
                  </a:lnTo>
                  <a:lnTo>
                    <a:pt x="8403684" y="19907"/>
                  </a:lnTo>
                  <a:lnTo>
                    <a:pt x="8403809" y="19907"/>
                  </a:lnTo>
                  <a:lnTo>
                    <a:pt x="8403934" y="19907"/>
                  </a:lnTo>
                  <a:lnTo>
                    <a:pt x="8404059" y="19907"/>
                  </a:lnTo>
                  <a:lnTo>
                    <a:pt x="8404184" y="19907"/>
                  </a:lnTo>
                  <a:lnTo>
                    <a:pt x="8404309" y="19907"/>
                  </a:lnTo>
                  <a:lnTo>
                    <a:pt x="8404559" y="19907"/>
                  </a:lnTo>
                  <a:lnTo>
                    <a:pt x="8404684" y="19907"/>
                  </a:lnTo>
                  <a:lnTo>
                    <a:pt x="8404809" y="19907"/>
                  </a:lnTo>
                  <a:lnTo>
                    <a:pt x="8404934" y="19907"/>
                  </a:lnTo>
                  <a:lnTo>
                    <a:pt x="8405434" y="19907"/>
                  </a:lnTo>
                  <a:lnTo>
                    <a:pt x="8405559" y="19907"/>
                  </a:lnTo>
                  <a:lnTo>
                    <a:pt x="8405684" y="19907"/>
                  </a:lnTo>
                  <a:lnTo>
                    <a:pt x="8405810" y="19907"/>
                  </a:lnTo>
                  <a:lnTo>
                    <a:pt x="8405935" y="19907"/>
                  </a:lnTo>
                  <a:lnTo>
                    <a:pt x="8406435" y="19907"/>
                  </a:lnTo>
                  <a:lnTo>
                    <a:pt x="8406560" y="19907"/>
                  </a:lnTo>
                  <a:lnTo>
                    <a:pt x="8406685" y="19907"/>
                  </a:lnTo>
                  <a:lnTo>
                    <a:pt x="8406810" y="19907"/>
                  </a:lnTo>
                  <a:lnTo>
                    <a:pt x="8406935" y="19907"/>
                  </a:lnTo>
                  <a:lnTo>
                    <a:pt x="8407060" y="19907"/>
                  </a:lnTo>
                  <a:lnTo>
                    <a:pt x="8407185" y="19907"/>
                  </a:lnTo>
                  <a:lnTo>
                    <a:pt x="8407310" y="19907"/>
                  </a:lnTo>
                  <a:lnTo>
                    <a:pt x="8407435" y="19907"/>
                  </a:lnTo>
                  <a:lnTo>
                    <a:pt x="8407560" y="19907"/>
                  </a:lnTo>
                  <a:lnTo>
                    <a:pt x="8407685" y="19907"/>
                  </a:lnTo>
                  <a:lnTo>
                    <a:pt x="8407810" y="19907"/>
                  </a:lnTo>
                  <a:lnTo>
                    <a:pt x="8407935" y="19907"/>
                  </a:lnTo>
                  <a:lnTo>
                    <a:pt x="8408185" y="19907"/>
                  </a:lnTo>
                  <a:lnTo>
                    <a:pt x="8408310" y="19907"/>
                  </a:lnTo>
                  <a:lnTo>
                    <a:pt x="8408560" y="19907"/>
                  </a:lnTo>
                  <a:lnTo>
                    <a:pt x="8408685" y="19907"/>
                  </a:lnTo>
                  <a:lnTo>
                    <a:pt x="8408811" y="19907"/>
                  </a:lnTo>
                  <a:lnTo>
                    <a:pt x="8409061" y="19907"/>
                  </a:lnTo>
                  <a:lnTo>
                    <a:pt x="8409311" y="19907"/>
                  </a:lnTo>
                  <a:lnTo>
                    <a:pt x="8409561" y="19907"/>
                  </a:lnTo>
                  <a:lnTo>
                    <a:pt x="8409811" y="19907"/>
                  </a:lnTo>
                  <a:lnTo>
                    <a:pt x="8410061" y="19907"/>
                  </a:lnTo>
                  <a:lnTo>
                    <a:pt x="8410436" y="19907"/>
                  </a:lnTo>
                  <a:lnTo>
                    <a:pt x="8410561" y="19907"/>
                  </a:lnTo>
                  <a:lnTo>
                    <a:pt x="8410686" y="19907"/>
                  </a:lnTo>
                  <a:lnTo>
                    <a:pt x="8410811" y="19907"/>
                  </a:lnTo>
                  <a:lnTo>
                    <a:pt x="8410936" y="19907"/>
                  </a:lnTo>
                  <a:lnTo>
                    <a:pt x="8413437" y="19907"/>
                  </a:lnTo>
                  <a:lnTo>
                    <a:pt x="8413562" y="19907"/>
                  </a:lnTo>
                  <a:lnTo>
                    <a:pt x="8413687" y="19907"/>
                  </a:lnTo>
                  <a:lnTo>
                    <a:pt x="8413812" y="19907"/>
                  </a:lnTo>
                  <a:lnTo>
                    <a:pt x="8413937" y="19907"/>
                  </a:lnTo>
                  <a:lnTo>
                    <a:pt x="8414062" y="19907"/>
                  </a:lnTo>
                  <a:lnTo>
                    <a:pt x="8414437" y="19907"/>
                  </a:lnTo>
                  <a:lnTo>
                    <a:pt x="8414562" y="19907"/>
                  </a:lnTo>
                  <a:lnTo>
                    <a:pt x="8414813" y="19907"/>
                  </a:lnTo>
                  <a:lnTo>
                    <a:pt x="8414938" y="19907"/>
                  </a:lnTo>
                  <a:lnTo>
                    <a:pt x="8415313" y="19907"/>
                  </a:lnTo>
                  <a:lnTo>
                    <a:pt x="8415438" y="19907"/>
                  </a:lnTo>
                  <a:lnTo>
                    <a:pt x="8415813" y="19907"/>
                  </a:lnTo>
                  <a:lnTo>
                    <a:pt x="8415938" y="19907"/>
                  </a:lnTo>
                  <a:lnTo>
                    <a:pt x="8416063" y="19907"/>
                  </a:lnTo>
                  <a:lnTo>
                    <a:pt x="8416188" y="19907"/>
                  </a:lnTo>
                  <a:lnTo>
                    <a:pt x="8416313" y="19907"/>
                  </a:lnTo>
                  <a:lnTo>
                    <a:pt x="8416438" y="19907"/>
                  </a:lnTo>
                  <a:lnTo>
                    <a:pt x="8416563" y="19907"/>
                  </a:lnTo>
                  <a:lnTo>
                    <a:pt x="8416688" y="19907"/>
                  </a:lnTo>
                  <a:lnTo>
                    <a:pt x="8416813" y="19907"/>
                  </a:lnTo>
                  <a:lnTo>
                    <a:pt x="8416938" y="19907"/>
                  </a:lnTo>
                  <a:lnTo>
                    <a:pt x="8417063" y="19907"/>
                  </a:lnTo>
                  <a:lnTo>
                    <a:pt x="8417188" y="19907"/>
                  </a:lnTo>
                  <a:lnTo>
                    <a:pt x="8417313" y="9953"/>
                  </a:lnTo>
                  <a:lnTo>
                    <a:pt x="8417563" y="9953"/>
                  </a:lnTo>
                  <a:lnTo>
                    <a:pt x="8417688" y="9953"/>
                  </a:lnTo>
                  <a:lnTo>
                    <a:pt x="8417939" y="9953"/>
                  </a:lnTo>
                  <a:lnTo>
                    <a:pt x="8418064" y="9953"/>
                  </a:lnTo>
                  <a:lnTo>
                    <a:pt x="8418189" y="9953"/>
                  </a:lnTo>
                  <a:lnTo>
                    <a:pt x="8418314" y="9953"/>
                  </a:lnTo>
                  <a:lnTo>
                    <a:pt x="8418439" y="9953"/>
                  </a:lnTo>
                  <a:lnTo>
                    <a:pt x="8418564" y="9953"/>
                  </a:lnTo>
                  <a:lnTo>
                    <a:pt x="8418814" y="9953"/>
                  </a:lnTo>
                  <a:lnTo>
                    <a:pt x="8419189" y="9953"/>
                  </a:lnTo>
                  <a:lnTo>
                    <a:pt x="8419314" y="9953"/>
                  </a:lnTo>
                  <a:lnTo>
                    <a:pt x="8419439" y="9953"/>
                  </a:lnTo>
                  <a:lnTo>
                    <a:pt x="8419564" y="9953"/>
                  </a:lnTo>
                  <a:lnTo>
                    <a:pt x="8419689" y="9953"/>
                  </a:lnTo>
                  <a:lnTo>
                    <a:pt x="8419814" y="9953"/>
                  </a:lnTo>
                  <a:lnTo>
                    <a:pt x="8419939" y="9953"/>
                  </a:lnTo>
                  <a:lnTo>
                    <a:pt x="8420064" y="9953"/>
                  </a:lnTo>
                  <a:lnTo>
                    <a:pt x="8420189" y="9953"/>
                  </a:lnTo>
                  <a:lnTo>
                    <a:pt x="8420314" y="9953"/>
                  </a:lnTo>
                  <a:lnTo>
                    <a:pt x="8420439" y="9953"/>
                  </a:lnTo>
                  <a:lnTo>
                    <a:pt x="8420690" y="9953"/>
                  </a:lnTo>
                  <a:lnTo>
                    <a:pt x="8420815" y="9953"/>
                  </a:lnTo>
                  <a:lnTo>
                    <a:pt x="8420940" y="9953"/>
                  </a:lnTo>
                  <a:lnTo>
                    <a:pt x="8421065" y="9953"/>
                  </a:lnTo>
                  <a:lnTo>
                    <a:pt x="8421315" y="9953"/>
                  </a:lnTo>
                  <a:lnTo>
                    <a:pt x="8421565" y="9953"/>
                  </a:lnTo>
                  <a:lnTo>
                    <a:pt x="8421690" y="9953"/>
                  </a:lnTo>
                  <a:lnTo>
                    <a:pt x="8422065" y="9953"/>
                  </a:lnTo>
                  <a:lnTo>
                    <a:pt x="8422190" y="9953"/>
                  </a:lnTo>
                  <a:lnTo>
                    <a:pt x="8422315" y="9953"/>
                  </a:lnTo>
                  <a:lnTo>
                    <a:pt x="8422565" y="9953"/>
                  </a:lnTo>
                  <a:lnTo>
                    <a:pt x="8422690" y="9953"/>
                  </a:lnTo>
                  <a:lnTo>
                    <a:pt x="8422815" y="9953"/>
                  </a:lnTo>
                  <a:lnTo>
                    <a:pt x="8422940" y="9953"/>
                  </a:lnTo>
                  <a:lnTo>
                    <a:pt x="8423190" y="9953"/>
                  </a:lnTo>
                  <a:lnTo>
                    <a:pt x="8423315" y="9953"/>
                  </a:lnTo>
                  <a:lnTo>
                    <a:pt x="8423440" y="9953"/>
                  </a:lnTo>
                  <a:lnTo>
                    <a:pt x="8423691" y="9953"/>
                  </a:lnTo>
                  <a:lnTo>
                    <a:pt x="8423941" y="9953"/>
                  </a:lnTo>
                  <a:lnTo>
                    <a:pt x="8424191" y="9953"/>
                  </a:lnTo>
                  <a:lnTo>
                    <a:pt x="8424316" y="9953"/>
                  </a:lnTo>
                  <a:lnTo>
                    <a:pt x="8424441" y="9953"/>
                  </a:lnTo>
                  <a:lnTo>
                    <a:pt x="8424566" y="9953"/>
                  </a:lnTo>
                  <a:lnTo>
                    <a:pt x="8424941" y="9953"/>
                  </a:lnTo>
                  <a:lnTo>
                    <a:pt x="8425066" y="9953"/>
                  </a:lnTo>
                  <a:lnTo>
                    <a:pt x="8425191" y="9953"/>
                  </a:lnTo>
                  <a:lnTo>
                    <a:pt x="8425316" y="9953"/>
                  </a:lnTo>
                  <a:lnTo>
                    <a:pt x="8425441" y="9953"/>
                  </a:lnTo>
                  <a:lnTo>
                    <a:pt x="8425566" y="9953"/>
                  </a:lnTo>
                  <a:lnTo>
                    <a:pt x="8425691" y="9953"/>
                  </a:lnTo>
                  <a:lnTo>
                    <a:pt x="8425816" y="9953"/>
                  </a:lnTo>
                  <a:lnTo>
                    <a:pt x="8425941" y="9953"/>
                  </a:lnTo>
                  <a:lnTo>
                    <a:pt x="8426066" y="9953"/>
                  </a:lnTo>
                  <a:lnTo>
                    <a:pt x="8426191" y="9953"/>
                  </a:lnTo>
                  <a:lnTo>
                    <a:pt x="8426441" y="9953"/>
                  </a:lnTo>
                  <a:lnTo>
                    <a:pt x="8426817" y="9953"/>
                  </a:lnTo>
                  <a:lnTo>
                    <a:pt x="8426942" y="9953"/>
                  </a:lnTo>
                  <a:lnTo>
                    <a:pt x="8427067" y="9953"/>
                  </a:lnTo>
                  <a:lnTo>
                    <a:pt x="8427192" y="9953"/>
                  </a:lnTo>
                  <a:lnTo>
                    <a:pt x="8427317" y="9953"/>
                  </a:lnTo>
                  <a:lnTo>
                    <a:pt x="8427442" y="9953"/>
                  </a:lnTo>
                  <a:lnTo>
                    <a:pt x="8427567" y="9953"/>
                  </a:lnTo>
                  <a:lnTo>
                    <a:pt x="8427817" y="9953"/>
                  </a:lnTo>
                  <a:lnTo>
                    <a:pt x="8427942" y="9953"/>
                  </a:lnTo>
                  <a:lnTo>
                    <a:pt x="8428067" y="9953"/>
                  </a:lnTo>
                  <a:lnTo>
                    <a:pt x="8428192" y="9953"/>
                  </a:lnTo>
                  <a:lnTo>
                    <a:pt x="8428442" y="9953"/>
                  </a:lnTo>
                  <a:lnTo>
                    <a:pt x="8428567" y="9953"/>
                  </a:lnTo>
                  <a:lnTo>
                    <a:pt x="8428817" y="9953"/>
                  </a:lnTo>
                  <a:lnTo>
                    <a:pt x="8428942" y="9953"/>
                  </a:lnTo>
                  <a:lnTo>
                    <a:pt x="8429192" y="9953"/>
                  </a:lnTo>
                  <a:lnTo>
                    <a:pt x="8429317" y="9953"/>
                  </a:lnTo>
                  <a:lnTo>
                    <a:pt x="8429442" y="9953"/>
                  </a:lnTo>
                  <a:lnTo>
                    <a:pt x="8429567" y="9953"/>
                  </a:lnTo>
                  <a:lnTo>
                    <a:pt x="8429818" y="9953"/>
                  </a:lnTo>
                  <a:lnTo>
                    <a:pt x="8429943" y="9953"/>
                  </a:lnTo>
                  <a:lnTo>
                    <a:pt x="8430068" y="9953"/>
                  </a:lnTo>
                  <a:lnTo>
                    <a:pt x="8430193" y="9953"/>
                  </a:lnTo>
                  <a:lnTo>
                    <a:pt x="8430443" y="9953"/>
                  </a:lnTo>
                  <a:lnTo>
                    <a:pt x="8430568" y="9953"/>
                  </a:lnTo>
                  <a:lnTo>
                    <a:pt x="8430693" y="9953"/>
                  </a:lnTo>
                  <a:lnTo>
                    <a:pt x="8430818" y="9953"/>
                  </a:lnTo>
                  <a:lnTo>
                    <a:pt x="8431068" y="9953"/>
                  </a:lnTo>
                  <a:lnTo>
                    <a:pt x="8431193" y="9953"/>
                  </a:lnTo>
                  <a:lnTo>
                    <a:pt x="8431318" y="9953"/>
                  </a:lnTo>
                  <a:lnTo>
                    <a:pt x="8431443" y="9953"/>
                  </a:lnTo>
                  <a:lnTo>
                    <a:pt x="8431693" y="9953"/>
                  </a:lnTo>
                  <a:lnTo>
                    <a:pt x="8431818" y="9953"/>
                  </a:lnTo>
                  <a:lnTo>
                    <a:pt x="8431943" y="9953"/>
                  </a:lnTo>
                  <a:lnTo>
                    <a:pt x="8432068" y="9953"/>
                  </a:lnTo>
                  <a:lnTo>
                    <a:pt x="8432193" y="9953"/>
                  </a:lnTo>
                  <a:lnTo>
                    <a:pt x="8432318" y="9953"/>
                  </a:lnTo>
                  <a:lnTo>
                    <a:pt x="8432443" y="9953"/>
                  </a:lnTo>
                  <a:lnTo>
                    <a:pt x="8432568" y="9953"/>
                  </a:lnTo>
                  <a:lnTo>
                    <a:pt x="8432694" y="9953"/>
                  </a:lnTo>
                  <a:lnTo>
                    <a:pt x="8432819" y="9953"/>
                  </a:lnTo>
                  <a:lnTo>
                    <a:pt x="8432944" y="9953"/>
                  </a:lnTo>
                  <a:lnTo>
                    <a:pt x="8433069" y="9953"/>
                  </a:lnTo>
                  <a:lnTo>
                    <a:pt x="8433194" y="9953"/>
                  </a:lnTo>
                  <a:lnTo>
                    <a:pt x="8433444" y="9953"/>
                  </a:lnTo>
                  <a:lnTo>
                    <a:pt x="8433569" y="9953"/>
                  </a:lnTo>
                  <a:lnTo>
                    <a:pt x="8433819" y="9953"/>
                  </a:lnTo>
                  <a:lnTo>
                    <a:pt x="8433944" y="9953"/>
                  </a:lnTo>
                  <a:lnTo>
                    <a:pt x="8434069" y="9953"/>
                  </a:lnTo>
                  <a:lnTo>
                    <a:pt x="8434194" y="9953"/>
                  </a:lnTo>
                  <a:lnTo>
                    <a:pt x="8434319" y="9953"/>
                  </a:lnTo>
                  <a:lnTo>
                    <a:pt x="8434444" y="9953"/>
                  </a:lnTo>
                  <a:lnTo>
                    <a:pt x="8434569" y="9953"/>
                  </a:lnTo>
                  <a:lnTo>
                    <a:pt x="8434944" y="9953"/>
                  </a:lnTo>
                  <a:lnTo>
                    <a:pt x="8435444" y="9953"/>
                  </a:lnTo>
                  <a:lnTo>
                    <a:pt x="8435569" y="9953"/>
                  </a:lnTo>
                  <a:lnTo>
                    <a:pt x="8435695" y="9953"/>
                  </a:lnTo>
                  <a:lnTo>
                    <a:pt x="8435820" y="9953"/>
                  </a:lnTo>
                  <a:lnTo>
                    <a:pt x="8435945" y="9953"/>
                  </a:lnTo>
                  <a:lnTo>
                    <a:pt x="8436070" y="9953"/>
                  </a:lnTo>
                  <a:lnTo>
                    <a:pt x="8436195" y="9953"/>
                  </a:lnTo>
                  <a:lnTo>
                    <a:pt x="8436445" y="9953"/>
                  </a:lnTo>
                  <a:lnTo>
                    <a:pt x="8436570" y="9953"/>
                  </a:lnTo>
                  <a:lnTo>
                    <a:pt x="8436820" y="9953"/>
                  </a:lnTo>
                  <a:lnTo>
                    <a:pt x="8436945" y="9953"/>
                  </a:lnTo>
                  <a:lnTo>
                    <a:pt x="8437070" y="9953"/>
                  </a:lnTo>
                  <a:lnTo>
                    <a:pt x="8437195" y="9953"/>
                  </a:lnTo>
                  <a:lnTo>
                    <a:pt x="8437320" y="9953"/>
                  </a:lnTo>
                  <a:lnTo>
                    <a:pt x="8437445" y="9953"/>
                  </a:lnTo>
                  <a:lnTo>
                    <a:pt x="8437570" y="9953"/>
                  </a:lnTo>
                  <a:lnTo>
                    <a:pt x="8437695" y="9953"/>
                  </a:lnTo>
                  <a:lnTo>
                    <a:pt x="8438070" y="9953"/>
                  </a:lnTo>
                  <a:lnTo>
                    <a:pt x="8438320" y="9953"/>
                  </a:lnTo>
                  <a:lnTo>
                    <a:pt x="8438570" y="9953"/>
                  </a:lnTo>
                  <a:lnTo>
                    <a:pt x="8438696" y="9953"/>
                  </a:lnTo>
                  <a:lnTo>
                    <a:pt x="8438821" y="9953"/>
                  </a:lnTo>
                  <a:lnTo>
                    <a:pt x="8438946" y="9953"/>
                  </a:lnTo>
                  <a:lnTo>
                    <a:pt x="8439071" y="9953"/>
                  </a:lnTo>
                  <a:lnTo>
                    <a:pt x="8439196" y="9953"/>
                  </a:lnTo>
                  <a:lnTo>
                    <a:pt x="8439571" y="9953"/>
                  </a:lnTo>
                  <a:lnTo>
                    <a:pt x="8439696" y="9953"/>
                  </a:lnTo>
                  <a:lnTo>
                    <a:pt x="8439821" y="9953"/>
                  </a:lnTo>
                  <a:lnTo>
                    <a:pt x="8439946" y="9953"/>
                  </a:lnTo>
                  <a:lnTo>
                    <a:pt x="8440196" y="9953"/>
                  </a:lnTo>
                  <a:lnTo>
                    <a:pt x="8440571" y="9953"/>
                  </a:lnTo>
                  <a:lnTo>
                    <a:pt x="8440696" y="9953"/>
                  </a:lnTo>
                  <a:lnTo>
                    <a:pt x="8440946" y="9953"/>
                  </a:lnTo>
                  <a:lnTo>
                    <a:pt x="8441071" y="9953"/>
                  </a:lnTo>
                  <a:lnTo>
                    <a:pt x="8441196" y="9953"/>
                  </a:lnTo>
                  <a:lnTo>
                    <a:pt x="8441446" y="9953"/>
                  </a:lnTo>
                  <a:lnTo>
                    <a:pt x="8441571" y="9953"/>
                  </a:lnTo>
                  <a:lnTo>
                    <a:pt x="8441697" y="9953"/>
                  </a:lnTo>
                  <a:lnTo>
                    <a:pt x="8441822" y="9953"/>
                  </a:lnTo>
                  <a:lnTo>
                    <a:pt x="8442072" y="9953"/>
                  </a:lnTo>
                  <a:lnTo>
                    <a:pt x="8442322" y="9953"/>
                  </a:lnTo>
                  <a:lnTo>
                    <a:pt x="8442572" y="9953"/>
                  </a:lnTo>
                  <a:lnTo>
                    <a:pt x="8442697" y="9953"/>
                  </a:lnTo>
                  <a:lnTo>
                    <a:pt x="8442822" y="9953"/>
                  </a:lnTo>
                  <a:lnTo>
                    <a:pt x="8442947" y="9953"/>
                  </a:lnTo>
                  <a:lnTo>
                    <a:pt x="8443697" y="9953"/>
                  </a:lnTo>
                  <a:lnTo>
                    <a:pt x="8443822" y="9953"/>
                  </a:lnTo>
                  <a:lnTo>
                    <a:pt x="8443947" y="9953"/>
                  </a:lnTo>
                  <a:lnTo>
                    <a:pt x="8444072" y="9953"/>
                  </a:lnTo>
                  <a:lnTo>
                    <a:pt x="8444322" y="9953"/>
                  </a:lnTo>
                  <a:lnTo>
                    <a:pt x="8444447" y="9953"/>
                  </a:lnTo>
                  <a:lnTo>
                    <a:pt x="8444572" y="9953"/>
                  </a:lnTo>
                  <a:lnTo>
                    <a:pt x="8444823" y="9953"/>
                  </a:lnTo>
                  <a:lnTo>
                    <a:pt x="8444948" y="9953"/>
                  </a:lnTo>
                  <a:lnTo>
                    <a:pt x="8445073" y="9953"/>
                  </a:lnTo>
                  <a:lnTo>
                    <a:pt x="8445323" y="9953"/>
                  </a:lnTo>
                  <a:lnTo>
                    <a:pt x="8445448" y="9953"/>
                  </a:lnTo>
                  <a:lnTo>
                    <a:pt x="8445573" y="9953"/>
                  </a:lnTo>
                  <a:lnTo>
                    <a:pt x="8445698" y="9953"/>
                  </a:lnTo>
                  <a:lnTo>
                    <a:pt x="8445823" y="9953"/>
                  </a:lnTo>
                  <a:lnTo>
                    <a:pt x="8446073" y="9953"/>
                  </a:lnTo>
                  <a:lnTo>
                    <a:pt x="8446198" y="9953"/>
                  </a:lnTo>
                  <a:lnTo>
                    <a:pt x="8446323" y="9953"/>
                  </a:lnTo>
                  <a:lnTo>
                    <a:pt x="8446448" y="9953"/>
                  </a:lnTo>
                  <a:lnTo>
                    <a:pt x="8446698" y="9953"/>
                  </a:lnTo>
                  <a:lnTo>
                    <a:pt x="8446823" y="9953"/>
                  </a:lnTo>
                  <a:lnTo>
                    <a:pt x="8446948" y="9953"/>
                  </a:lnTo>
                  <a:lnTo>
                    <a:pt x="8447073" y="9953"/>
                  </a:lnTo>
                  <a:lnTo>
                    <a:pt x="8447323" y="9953"/>
                  </a:lnTo>
                  <a:lnTo>
                    <a:pt x="8447448" y="9953"/>
                  </a:lnTo>
                  <a:lnTo>
                    <a:pt x="8447949" y="9953"/>
                  </a:lnTo>
                  <a:lnTo>
                    <a:pt x="8448074" y="9953"/>
                  </a:lnTo>
                  <a:lnTo>
                    <a:pt x="8448199" y="9953"/>
                  </a:lnTo>
                  <a:lnTo>
                    <a:pt x="8448699" y="9953"/>
                  </a:lnTo>
                  <a:lnTo>
                    <a:pt x="8448824" y="9953"/>
                  </a:lnTo>
                  <a:lnTo>
                    <a:pt x="8448949" y="9953"/>
                  </a:lnTo>
                  <a:lnTo>
                    <a:pt x="8449074" y="9953"/>
                  </a:lnTo>
                  <a:lnTo>
                    <a:pt x="8449199" y="9953"/>
                  </a:lnTo>
                  <a:lnTo>
                    <a:pt x="8449324" y="9953"/>
                  </a:lnTo>
                  <a:lnTo>
                    <a:pt x="8449449" y="9953"/>
                  </a:lnTo>
                  <a:lnTo>
                    <a:pt x="8449574" y="9953"/>
                  </a:lnTo>
                  <a:lnTo>
                    <a:pt x="8449699" y="9953"/>
                  </a:lnTo>
                  <a:lnTo>
                    <a:pt x="8449824" y="9953"/>
                  </a:lnTo>
                  <a:lnTo>
                    <a:pt x="8449949" y="9953"/>
                  </a:lnTo>
                  <a:lnTo>
                    <a:pt x="8450199" y="9953"/>
                  </a:lnTo>
                  <a:lnTo>
                    <a:pt x="8450324" y="9953"/>
                  </a:lnTo>
                  <a:lnTo>
                    <a:pt x="8450574" y="9953"/>
                  </a:lnTo>
                  <a:lnTo>
                    <a:pt x="8450700" y="9953"/>
                  </a:lnTo>
                  <a:lnTo>
                    <a:pt x="8450950" y="9953"/>
                  </a:lnTo>
                  <a:lnTo>
                    <a:pt x="8451075" y="9953"/>
                  </a:lnTo>
                  <a:lnTo>
                    <a:pt x="8451200" y="9953"/>
                  </a:lnTo>
                  <a:lnTo>
                    <a:pt x="8451325" y="9953"/>
                  </a:lnTo>
                  <a:lnTo>
                    <a:pt x="8451450" y="9953"/>
                  </a:lnTo>
                  <a:lnTo>
                    <a:pt x="8451575" y="9953"/>
                  </a:lnTo>
                  <a:lnTo>
                    <a:pt x="8451700" y="9953"/>
                  </a:lnTo>
                  <a:lnTo>
                    <a:pt x="8451825" y="9953"/>
                  </a:lnTo>
                  <a:lnTo>
                    <a:pt x="8451950" y="9953"/>
                  </a:lnTo>
                  <a:lnTo>
                    <a:pt x="8452075" y="9953"/>
                  </a:lnTo>
                  <a:lnTo>
                    <a:pt x="8452200" y="9953"/>
                  </a:lnTo>
                  <a:lnTo>
                    <a:pt x="8452325" y="9953"/>
                  </a:lnTo>
                  <a:lnTo>
                    <a:pt x="8452450" y="9953"/>
                  </a:lnTo>
                  <a:lnTo>
                    <a:pt x="8452575" y="9953"/>
                  </a:lnTo>
                  <a:lnTo>
                    <a:pt x="8452700" y="9953"/>
                  </a:lnTo>
                  <a:lnTo>
                    <a:pt x="8452825" y="9953"/>
                  </a:lnTo>
                  <a:lnTo>
                    <a:pt x="8452950" y="9953"/>
                  </a:lnTo>
                  <a:lnTo>
                    <a:pt x="8453075" y="9953"/>
                  </a:lnTo>
                  <a:lnTo>
                    <a:pt x="8453200" y="9953"/>
                  </a:lnTo>
                  <a:lnTo>
                    <a:pt x="8453325" y="9953"/>
                  </a:lnTo>
                  <a:lnTo>
                    <a:pt x="8453450" y="9953"/>
                  </a:lnTo>
                  <a:lnTo>
                    <a:pt x="8453575" y="9953"/>
                  </a:lnTo>
                  <a:lnTo>
                    <a:pt x="8453701" y="9953"/>
                  </a:lnTo>
                  <a:lnTo>
                    <a:pt x="8453826" y="9953"/>
                  </a:lnTo>
                  <a:lnTo>
                    <a:pt x="8453951" y="9953"/>
                  </a:lnTo>
                  <a:lnTo>
                    <a:pt x="8454326" y="9953"/>
                  </a:lnTo>
                  <a:lnTo>
                    <a:pt x="8454451" y="9953"/>
                  </a:lnTo>
                  <a:lnTo>
                    <a:pt x="8454576" y="9953"/>
                  </a:lnTo>
                  <a:lnTo>
                    <a:pt x="8454701" y="9953"/>
                  </a:lnTo>
                  <a:lnTo>
                    <a:pt x="8454951" y="9953"/>
                  </a:lnTo>
                  <a:lnTo>
                    <a:pt x="8455201" y="9953"/>
                  </a:lnTo>
                  <a:lnTo>
                    <a:pt x="8455326" y="9953"/>
                  </a:lnTo>
                  <a:lnTo>
                    <a:pt x="8455576" y="9953"/>
                  </a:lnTo>
                  <a:lnTo>
                    <a:pt x="8455826" y="9953"/>
                  </a:lnTo>
                  <a:lnTo>
                    <a:pt x="8455951" y="9953"/>
                  </a:lnTo>
                  <a:lnTo>
                    <a:pt x="8456076" y="9953"/>
                  </a:lnTo>
                  <a:lnTo>
                    <a:pt x="8456201" y="9953"/>
                  </a:lnTo>
                  <a:lnTo>
                    <a:pt x="8456326" y="9953"/>
                  </a:lnTo>
                  <a:lnTo>
                    <a:pt x="8456451" y="9953"/>
                  </a:lnTo>
                  <a:lnTo>
                    <a:pt x="8456576" y="9953"/>
                  </a:lnTo>
                  <a:lnTo>
                    <a:pt x="8456702" y="9953"/>
                  </a:lnTo>
                  <a:lnTo>
                    <a:pt x="8456827" y="9953"/>
                  </a:lnTo>
                  <a:lnTo>
                    <a:pt x="8457077" y="9953"/>
                  </a:lnTo>
                  <a:lnTo>
                    <a:pt x="8457202" y="9953"/>
                  </a:lnTo>
                  <a:lnTo>
                    <a:pt x="8457452" y="9953"/>
                  </a:lnTo>
                  <a:lnTo>
                    <a:pt x="8457577" y="9953"/>
                  </a:lnTo>
                  <a:lnTo>
                    <a:pt x="8457702" y="9953"/>
                  </a:lnTo>
                  <a:lnTo>
                    <a:pt x="8457827" y="9953"/>
                  </a:lnTo>
                  <a:lnTo>
                    <a:pt x="8457952" y="9953"/>
                  </a:lnTo>
                  <a:lnTo>
                    <a:pt x="8458077" y="9953"/>
                  </a:lnTo>
                  <a:lnTo>
                    <a:pt x="8458327" y="9953"/>
                  </a:lnTo>
                  <a:lnTo>
                    <a:pt x="8458452" y="9953"/>
                  </a:lnTo>
                  <a:lnTo>
                    <a:pt x="8458827" y="9953"/>
                  </a:lnTo>
                  <a:lnTo>
                    <a:pt x="8459202" y="9953"/>
                  </a:lnTo>
                  <a:lnTo>
                    <a:pt x="8459327" y="9953"/>
                  </a:lnTo>
                  <a:lnTo>
                    <a:pt x="8459452" y="9953"/>
                  </a:lnTo>
                  <a:lnTo>
                    <a:pt x="8459703" y="9953"/>
                  </a:lnTo>
                  <a:lnTo>
                    <a:pt x="8459828" y="9953"/>
                  </a:lnTo>
                  <a:lnTo>
                    <a:pt x="8459953" y="9953"/>
                  </a:lnTo>
                  <a:lnTo>
                    <a:pt x="8460078" y="9953"/>
                  </a:lnTo>
                  <a:lnTo>
                    <a:pt x="8460203" y="9953"/>
                  </a:lnTo>
                  <a:lnTo>
                    <a:pt x="8460328" y="9953"/>
                  </a:lnTo>
                  <a:lnTo>
                    <a:pt x="8460578" y="9953"/>
                  </a:lnTo>
                  <a:lnTo>
                    <a:pt x="8460703" y="9953"/>
                  </a:lnTo>
                  <a:lnTo>
                    <a:pt x="8460828" y="9953"/>
                  </a:lnTo>
                  <a:lnTo>
                    <a:pt x="8460953" y="9953"/>
                  </a:lnTo>
                  <a:lnTo>
                    <a:pt x="8461078" y="9953"/>
                  </a:lnTo>
                  <a:lnTo>
                    <a:pt x="8461328" y="9953"/>
                  </a:lnTo>
                  <a:lnTo>
                    <a:pt x="8461453" y="9953"/>
                  </a:lnTo>
                  <a:lnTo>
                    <a:pt x="8461578" y="9953"/>
                  </a:lnTo>
                  <a:lnTo>
                    <a:pt x="8461703" y="9953"/>
                  </a:lnTo>
                  <a:lnTo>
                    <a:pt x="8461828" y="9953"/>
                  </a:lnTo>
                  <a:lnTo>
                    <a:pt x="8461953" y="9953"/>
                  </a:lnTo>
                  <a:lnTo>
                    <a:pt x="8462203" y="9953"/>
                  </a:lnTo>
                  <a:lnTo>
                    <a:pt x="8462328" y="9953"/>
                  </a:lnTo>
                  <a:lnTo>
                    <a:pt x="8462453" y="9953"/>
                  </a:lnTo>
                  <a:lnTo>
                    <a:pt x="8462579" y="9953"/>
                  </a:lnTo>
                  <a:lnTo>
                    <a:pt x="8462704" y="9953"/>
                  </a:lnTo>
                  <a:lnTo>
                    <a:pt x="8462954" y="9953"/>
                  </a:lnTo>
                  <a:lnTo>
                    <a:pt x="8463079" y="9953"/>
                  </a:lnTo>
                  <a:lnTo>
                    <a:pt x="8463204" y="9953"/>
                  </a:lnTo>
                  <a:lnTo>
                    <a:pt x="8463454" y="9953"/>
                  </a:lnTo>
                  <a:lnTo>
                    <a:pt x="8463704" y="9953"/>
                  </a:lnTo>
                  <a:lnTo>
                    <a:pt x="8463829" y="9953"/>
                  </a:lnTo>
                  <a:lnTo>
                    <a:pt x="8463954" y="9953"/>
                  </a:lnTo>
                  <a:lnTo>
                    <a:pt x="8464079" y="9953"/>
                  </a:lnTo>
                  <a:lnTo>
                    <a:pt x="8464204" y="9953"/>
                  </a:lnTo>
                  <a:lnTo>
                    <a:pt x="8464454" y="9953"/>
                  </a:lnTo>
                  <a:lnTo>
                    <a:pt x="8464579" y="9953"/>
                  </a:lnTo>
                  <a:lnTo>
                    <a:pt x="8464704" y="9953"/>
                  </a:lnTo>
                  <a:lnTo>
                    <a:pt x="8464954" y="9953"/>
                  </a:lnTo>
                  <a:lnTo>
                    <a:pt x="8465079" y="9953"/>
                  </a:lnTo>
                  <a:lnTo>
                    <a:pt x="8465204" y="9953"/>
                  </a:lnTo>
                  <a:lnTo>
                    <a:pt x="8465329" y="9953"/>
                  </a:lnTo>
                  <a:lnTo>
                    <a:pt x="8465454" y="9953"/>
                  </a:lnTo>
                  <a:lnTo>
                    <a:pt x="8465580" y="9953"/>
                  </a:lnTo>
                  <a:lnTo>
                    <a:pt x="8465830" y="9953"/>
                  </a:lnTo>
                  <a:lnTo>
                    <a:pt x="8465955" y="9953"/>
                  </a:lnTo>
                  <a:lnTo>
                    <a:pt x="8466080" y="9953"/>
                  </a:lnTo>
                  <a:lnTo>
                    <a:pt x="8466330" y="9953"/>
                  </a:lnTo>
                  <a:lnTo>
                    <a:pt x="8466455" y="9953"/>
                  </a:lnTo>
                  <a:lnTo>
                    <a:pt x="8466705" y="9953"/>
                  </a:lnTo>
                  <a:lnTo>
                    <a:pt x="8466830" y="9953"/>
                  </a:lnTo>
                  <a:lnTo>
                    <a:pt x="8467080" y="9953"/>
                  </a:lnTo>
                  <a:lnTo>
                    <a:pt x="8467205" y="9953"/>
                  </a:lnTo>
                  <a:lnTo>
                    <a:pt x="8467455" y="9953"/>
                  </a:lnTo>
                  <a:lnTo>
                    <a:pt x="8467580" y="9953"/>
                  </a:lnTo>
                  <a:lnTo>
                    <a:pt x="8467705" y="9953"/>
                  </a:lnTo>
                  <a:lnTo>
                    <a:pt x="8467830" y="9953"/>
                  </a:lnTo>
                  <a:lnTo>
                    <a:pt x="8468080" y="9953"/>
                  </a:lnTo>
                  <a:lnTo>
                    <a:pt x="8468205" y="9953"/>
                  </a:lnTo>
                  <a:lnTo>
                    <a:pt x="8468330" y="9953"/>
                  </a:lnTo>
                  <a:lnTo>
                    <a:pt x="8468455" y="9953"/>
                  </a:lnTo>
                  <a:lnTo>
                    <a:pt x="8468581" y="9953"/>
                  </a:lnTo>
                  <a:lnTo>
                    <a:pt x="8468831" y="9953"/>
                  </a:lnTo>
                  <a:lnTo>
                    <a:pt x="8468956" y="9953"/>
                  </a:lnTo>
                  <a:lnTo>
                    <a:pt x="8469081" y="9953"/>
                  </a:lnTo>
                  <a:lnTo>
                    <a:pt x="8469206" y="9953"/>
                  </a:lnTo>
                  <a:lnTo>
                    <a:pt x="8469331" y="9953"/>
                  </a:lnTo>
                  <a:lnTo>
                    <a:pt x="8469706" y="9953"/>
                  </a:lnTo>
                  <a:lnTo>
                    <a:pt x="8469831" y="9953"/>
                  </a:lnTo>
                  <a:lnTo>
                    <a:pt x="8470081" y="9953"/>
                  </a:lnTo>
                  <a:lnTo>
                    <a:pt x="8470206" y="9953"/>
                  </a:lnTo>
                  <a:lnTo>
                    <a:pt x="8470331" y="9953"/>
                  </a:lnTo>
                  <a:lnTo>
                    <a:pt x="8470456" y="9953"/>
                  </a:lnTo>
                  <a:lnTo>
                    <a:pt x="8470581" y="9953"/>
                  </a:lnTo>
                  <a:lnTo>
                    <a:pt x="8470706" y="9953"/>
                  </a:lnTo>
                  <a:lnTo>
                    <a:pt x="8470831" y="9953"/>
                  </a:lnTo>
                  <a:lnTo>
                    <a:pt x="8471206" y="9953"/>
                  </a:lnTo>
                  <a:lnTo>
                    <a:pt x="8471331" y="9953"/>
                  </a:lnTo>
                  <a:lnTo>
                    <a:pt x="8471456" y="9953"/>
                  </a:lnTo>
                  <a:lnTo>
                    <a:pt x="8471582" y="9953"/>
                  </a:lnTo>
                  <a:lnTo>
                    <a:pt x="8471707" y="9953"/>
                  </a:lnTo>
                  <a:lnTo>
                    <a:pt x="8471957" y="9953"/>
                  </a:lnTo>
                  <a:lnTo>
                    <a:pt x="8472082" y="9953"/>
                  </a:lnTo>
                  <a:lnTo>
                    <a:pt x="8472207" y="9953"/>
                  </a:lnTo>
                  <a:lnTo>
                    <a:pt x="8472457" y="9953"/>
                  </a:lnTo>
                  <a:lnTo>
                    <a:pt x="8472582" y="9953"/>
                  </a:lnTo>
                  <a:lnTo>
                    <a:pt x="8472707" y="9953"/>
                  </a:lnTo>
                  <a:lnTo>
                    <a:pt x="8472832" y="9953"/>
                  </a:lnTo>
                  <a:lnTo>
                    <a:pt x="8472957" y="9953"/>
                  </a:lnTo>
                  <a:lnTo>
                    <a:pt x="8473207" y="9953"/>
                  </a:lnTo>
                  <a:lnTo>
                    <a:pt x="8473332" y="9953"/>
                  </a:lnTo>
                  <a:lnTo>
                    <a:pt x="8473457" y="9953"/>
                  </a:lnTo>
                  <a:lnTo>
                    <a:pt x="8473582" y="9953"/>
                  </a:lnTo>
                  <a:lnTo>
                    <a:pt x="8473707" y="9953"/>
                  </a:lnTo>
                  <a:lnTo>
                    <a:pt x="8473957" y="9953"/>
                  </a:lnTo>
                  <a:lnTo>
                    <a:pt x="8474082" y="9953"/>
                  </a:lnTo>
                  <a:lnTo>
                    <a:pt x="8474457" y="9953"/>
                  </a:lnTo>
                  <a:lnTo>
                    <a:pt x="8474583" y="9953"/>
                  </a:lnTo>
                  <a:lnTo>
                    <a:pt x="8474708" y="9953"/>
                  </a:lnTo>
                  <a:lnTo>
                    <a:pt x="8474833" y="9953"/>
                  </a:lnTo>
                  <a:lnTo>
                    <a:pt x="8475208" y="9953"/>
                  </a:lnTo>
                  <a:lnTo>
                    <a:pt x="8475333" y="9953"/>
                  </a:lnTo>
                  <a:lnTo>
                    <a:pt x="8475458" y="9953"/>
                  </a:lnTo>
                  <a:lnTo>
                    <a:pt x="8475708" y="9953"/>
                  </a:lnTo>
                  <a:lnTo>
                    <a:pt x="8475958" y="9953"/>
                  </a:lnTo>
                  <a:lnTo>
                    <a:pt x="8476083" y="9953"/>
                  </a:lnTo>
                  <a:lnTo>
                    <a:pt x="8476208" y="9953"/>
                  </a:lnTo>
                  <a:lnTo>
                    <a:pt x="8476333" y="9953"/>
                  </a:lnTo>
                  <a:lnTo>
                    <a:pt x="8476458" y="9953"/>
                  </a:lnTo>
                  <a:lnTo>
                    <a:pt x="8476583" y="9953"/>
                  </a:lnTo>
                  <a:lnTo>
                    <a:pt x="8476708" y="9953"/>
                  </a:lnTo>
                  <a:lnTo>
                    <a:pt x="8476833" y="9953"/>
                  </a:lnTo>
                  <a:lnTo>
                    <a:pt x="8477083" y="9953"/>
                  </a:lnTo>
                  <a:lnTo>
                    <a:pt x="8477208" y="9953"/>
                  </a:lnTo>
                  <a:lnTo>
                    <a:pt x="8477333" y="9953"/>
                  </a:lnTo>
                  <a:lnTo>
                    <a:pt x="8477584" y="9953"/>
                  </a:lnTo>
                  <a:lnTo>
                    <a:pt x="8477709" y="9953"/>
                  </a:lnTo>
                  <a:lnTo>
                    <a:pt x="8477834" y="9953"/>
                  </a:lnTo>
                  <a:lnTo>
                    <a:pt x="8477959" y="9953"/>
                  </a:lnTo>
                  <a:lnTo>
                    <a:pt x="8478084" y="9953"/>
                  </a:lnTo>
                  <a:lnTo>
                    <a:pt x="8478209" y="9953"/>
                  </a:lnTo>
                  <a:lnTo>
                    <a:pt x="8478334" y="9953"/>
                  </a:lnTo>
                  <a:lnTo>
                    <a:pt x="8478459" y="9953"/>
                  </a:lnTo>
                  <a:lnTo>
                    <a:pt x="8478584" y="9953"/>
                  </a:lnTo>
                  <a:lnTo>
                    <a:pt x="8479459" y="9953"/>
                  </a:lnTo>
                  <a:lnTo>
                    <a:pt x="8479584" y="9953"/>
                  </a:lnTo>
                  <a:lnTo>
                    <a:pt x="8479709" y="9953"/>
                  </a:lnTo>
                  <a:lnTo>
                    <a:pt x="8479834" y="9953"/>
                  </a:lnTo>
                  <a:lnTo>
                    <a:pt x="8479959" y="9953"/>
                  </a:lnTo>
                  <a:lnTo>
                    <a:pt x="8480084" y="9953"/>
                  </a:lnTo>
                  <a:lnTo>
                    <a:pt x="8480209" y="9953"/>
                  </a:lnTo>
                  <a:lnTo>
                    <a:pt x="8480334" y="9953"/>
                  </a:lnTo>
                  <a:lnTo>
                    <a:pt x="8480459" y="9953"/>
                  </a:lnTo>
                  <a:lnTo>
                    <a:pt x="8480585" y="9953"/>
                  </a:lnTo>
                  <a:lnTo>
                    <a:pt x="8480710" y="9953"/>
                  </a:lnTo>
                  <a:lnTo>
                    <a:pt x="8480835" y="9953"/>
                  </a:lnTo>
                  <a:lnTo>
                    <a:pt x="8480960" y="9953"/>
                  </a:lnTo>
                  <a:lnTo>
                    <a:pt x="8481085" y="9953"/>
                  </a:lnTo>
                  <a:lnTo>
                    <a:pt x="8481210" y="9953"/>
                  </a:lnTo>
                  <a:lnTo>
                    <a:pt x="8481335" y="9953"/>
                  </a:lnTo>
                  <a:lnTo>
                    <a:pt x="8481460" y="9953"/>
                  </a:lnTo>
                  <a:lnTo>
                    <a:pt x="8481585" y="9953"/>
                  </a:lnTo>
                  <a:lnTo>
                    <a:pt x="8481710" y="9953"/>
                  </a:lnTo>
                  <a:lnTo>
                    <a:pt x="8481960" y="9953"/>
                  </a:lnTo>
                  <a:lnTo>
                    <a:pt x="8482210" y="9953"/>
                  </a:lnTo>
                  <a:lnTo>
                    <a:pt x="8482335" y="9953"/>
                  </a:lnTo>
                  <a:lnTo>
                    <a:pt x="8482460" y="9953"/>
                  </a:lnTo>
                  <a:lnTo>
                    <a:pt x="8482585" y="9953"/>
                  </a:lnTo>
                  <a:lnTo>
                    <a:pt x="8482710" y="9953"/>
                  </a:lnTo>
                  <a:lnTo>
                    <a:pt x="8482835" y="9953"/>
                  </a:lnTo>
                  <a:lnTo>
                    <a:pt x="8482960" y="9953"/>
                  </a:lnTo>
                  <a:lnTo>
                    <a:pt x="8483085" y="9953"/>
                  </a:lnTo>
                  <a:lnTo>
                    <a:pt x="8483210" y="9953"/>
                  </a:lnTo>
                  <a:lnTo>
                    <a:pt x="8483335" y="9953"/>
                  </a:lnTo>
                  <a:lnTo>
                    <a:pt x="8483460" y="9953"/>
                  </a:lnTo>
                  <a:lnTo>
                    <a:pt x="8483586" y="9953"/>
                  </a:lnTo>
                  <a:lnTo>
                    <a:pt x="8483711" y="9953"/>
                  </a:lnTo>
                  <a:lnTo>
                    <a:pt x="8483836" y="0"/>
                  </a:lnTo>
                  <a:lnTo>
                    <a:pt x="8483836" y="0"/>
                  </a:lnTo>
                  <a:lnTo>
                    <a:pt x="8483961" y="0"/>
                  </a:lnTo>
                  <a:lnTo>
                    <a:pt x="8484086" y="0"/>
                  </a:lnTo>
                  <a:lnTo>
                    <a:pt x="8484211" y="0"/>
                  </a:lnTo>
                  <a:lnTo>
                    <a:pt x="8484336" y="0"/>
                  </a:lnTo>
                  <a:lnTo>
                    <a:pt x="8484461" y="0"/>
                  </a:lnTo>
                  <a:lnTo>
                    <a:pt x="8484586" y="0"/>
                  </a:lnTo>
                  <a:lnTo>
                    <a:pt x="8484711" y="0"/>
                  </a:lnTo>
                  <a:lnTo>
                    <a:pt x="8484836" y="0"/>
                  </a:lnTo>
                  <a:lnTo>
                    <a:pt x="8484961" y="0"/>
                  </a:lnTo>
                  <a:lnTo>
                    <a:pt x="8485086" y="0"/>
                  </a:lnTo>
                  <a:lnTo>
                    <a:pt x="8485461" y="0"/>
                  </a:lnTo>
                  <a:lnTo>
                    <a:pt x="8485586" y="0"/>
                  </a:lnTo>
                  <a:lnTo>
                    <a:pt x="8485711" y="0"/>
                  </a:lnTo>
                  <a:lnTo>
                    <a:pt x="8485836" y="0"/>
                  </a:lnTo>
                  <a:lnTo>
                    <a:pt x="8485961" y="0"/>
                  </a:lnTo>
                  <a:lnTo>
                    <a:pt x="8486211" y="0"/>
                  </a:lnTo>
                  <a:lnTo>
                    <a:pt x="8486336" y="0"/>
                  </a:lnTo>
                  <a:lnTo>
                    <a:pt x="8486461" y="0"/>
                  </a:lnTo>
                  <a:lnTo>
                    <a:pt x="8486587" y="0"/>
                  </a:lnTo>
                  <a:lnTo>
                    <a:pt x="8486712" y="0"/>
                  </a:lnTo>
                  <a:lnTo>
                    <a:pt x="8486837" y="0"/>
                  </a:lnTo>
                  <a:lnTo>
                    <a:pt x="8487087" y="0"/>
                  </a:lnTo>
                  <a:lnTo>
                    <a:pt x="8487212" y="0"/>
                  </a:lnTo>
                  <a:lnTo>
                    <a:pt x="8487337" y="0"/>
                  </a:lnTo>
                  <a:lnTo>
                    <a:pt x="8487462" y="0"/>
                  </a:lnTo>
                  <a:lnTo>
                    <a:pt x="8487587" y="0"/>
                  </a:lnTo>
                  <a:lnTo>
                    <a:pt x="8487712" y="0"/>
                  </a:lnTo>
                  <a:lnTo>
                    <a:pt x="8487837" y="0"/>
                  </a:lnTo>
                  <a:lnTo>
                    <a:pt x="8487962" y="0"/>
                  </a:lnTo>
                  <a:lnTo>
                    <a:pt x="8488087" y="0"/>
                  </a:lnTo>
                  <a:lnTo>
                    <a:pt x="8488212" y="0"/>
                  </a:lnTo>
                  <a:lnTo>
                    <a:pt x="8488337" y="0"/>
                  </a:lnTo>
                  <a:lnTo>
                    <a:pt x="8488462" y="0"/>
                  </a:lnTo>
                  <a:lnTo>
                    <a:pt x="8488587" y="0"/>
                  </a:lnTo>
                  <a:lnTo>
                    <a:pt x="8488712" y="0"/>
                  </a:lnTo>
                  <a:lnTo>
                    <a:pt x="8488837" y="0"/>
                  </a:lnTo>
                  <a:lnTo>
                    <a:pt x="8489087" y="0"/>
                  </a:lnTo>
                  <a:lnTo>
                    <a:pt x="8489212" y="0"/>
                  </a:lnTo>
                  <a:lnTo>
                    <a:pt x="8489337" y="0"/>
                  </a:lnTo>
                  <a:lnTo>
                    <a:pt x="8489462" y="0"/>
                  </a:lnTo>
                  <a:lnTo>
                    <a:pt x="8489588" y="0"/>
                  </a:lnTo>
                  <a:lnTo>
                    <a:pt x="8489713" y="0"/>
                  </a:lnTo>
                  <a:lnTo>
                    <a:pt x="8489838" y="0"/>
                  </a:lnTo>
                  <a:lnTo>
                    <a:pt x="8489963" y="0"/>
                  </a:lnTo>
                  <a:lnTo>
                    <a:pt x="8490088" y="0"/>
                  </a:lnTo>
                  <a:lnTo>
                    <a:pt x="8490213" y="0"/>
                  </a:lnTo>
                  <a:lnTo>
                    <a:pt x="8490338" y="0"/>
                  </a:lnTo>
                  <a:lnTo>
                    <a:pt x="8490463" y="0"/>
                  </a:lnTo>
                  <a:lnTo>
                    <a:pt x="8490588" y="0"/>
                  </a:lnTo>
                  <a:lnTo>
                    <a:pt x="8490713" y="0"/>
                  </a:lnTo>
                  <a:lnTo>
                    <a:pt x="8490838" y="0"/>
                  </a:lnTo>
                  <a:lnTo>
                    <a:pt x="8490963" y="0"/>
                  </a:lnTo>
                  <a:lnTo>
                    <a:pt x="8491213" y="0"/>
                  </a:lnTo>
                  <a:lnTo>
                    <a:pt x="8491338" y="0"/>
                  </a:lnTo>
                  <a:lnTo>
                    <a:pt x="8491463" y="0"/>
                  </a:lnTo>
                  <a:lnTo>
                    <a:pt x="8491963" y="0"/>
                  </a:lnTo>
                  <a:lnTo>
                    <a:pt x="8492088" y="0"/>
                  </a:lnTo>
                  <a:lnTo>
                    <a:pt x="8492213" y="0"/>
                  </a:lnTo>
                  <a:lnTo>
                    <a:pt x="8492338" y="0"/>
                  </a:lnTo>
                  <a:lnTo>
                    <a:pt x="8492463" y="0"/>
                  </a:lnTo>
                  <a:lnTo>
                    <a:pt x="8492589" y="0"/>
                  </a:lnTo>
                  <a:lnTo>
                    <a:pt x="8492714" y="0"/>
                  </a:lnTo>
                  <a:lnTo>
                    <a:pt x="8492839" y="0"/>
                  </a:lnTo>
                  <a:lnTo>
                    <a:pt x="8492964" y="0"/>
                  </a:lnTo>
                  <a:lnTo>
                    <a:pt x="8493089" y="0"/>
                  </a:lnTo>
                  <a:lnTo>
                    <a:pt x="8493214" y="0"/>
                  </a:lnTo>
                  <a:lnTo>
                    <a:pt x="8493339" y="0"/>
                  </a:lnTo>
                  <a:lnTo>
                    <a:pt x="8493464" y="0"/>
                  </a:lnTo>
                  <a:lnTo>
                    <a:pt x="8493589" y="0"/>
                  </a:lnTo>
                  <a:lnTo>
                    <a:pt x="8493714" y="0"/>
                  </a:lnTo>
                  <a:lnTo>
                    <a:pt x="8493839" y="0"/>
                  </a:lnTo>
                  <a:lnTo>
                    <a:pt x="8493964" y="0"/>
                  </a:lnTo>
                  <a:lnTo>
                    <a:pt x="8494089" y="0"/>
                  </a:lnTo>
                  <a:lnTo>
                    <a:pt x="8494214" y="0"/>
                  </a:lnTo>
                  <a:lnTo>
                    <a:pt x="8494339" y="0"/>
                  </a:lnTo>
                  <a:lnTo>
                    <a:pt x="8494464" y="0"/>
                  </a:lnTo>
                  <a:lnTo>
                    <a:pt x="8494589" y="0"/>
                  </a:lnTo>
                  <a:lnTo>
                    <a:pt x="8494714" y="0"/>
                  </a:lnTo>
                  <a:lnTo>
                    <a:pt x="8494839" y="0"/>
                  </a:lnTo>
                  <a:lnTo>
                    <a:pt x="8494964" y="0"/>
                  </a:lnTo>
                  <a:lnTo>
                    <a:pt x="8495089" y="0"/>
                  </a:lnTo>
                  <a:lnTo>
                    <a:pt x="8495214" y="0"/>
                  </a:lnTo>
                  <a:lnTo>
                    <a:pt x="8495339" y="0"/>
                  </a:lnTo>
                  <a:lnTo>
                    <a:pt x="8495464" y="0"/>
                  </a:lnTo>
                  <a:lnTo>
                    <a:pt x="8495590" y="0"/>
                  </a:lnTo>
                  <a:lnTo>
                    <a:pt x="8495715" y="0"/>
                  </a:lnTo>
                  <a:lnTo>
                    <a:pt x="8495840" y="0"/>
                  </a:lnTo>
                  <a:lnTo>
                    <a:pt x="8495965" y="0"/>
                  </a:lnTo>
                  <a:lnTo>
                    <a:pt x="8496090" y="0"/>
                  </a:lnTo>
                  <a:lnTo>
                    <a:pt x="8496215" y="0"/>
                  </a:lnTo>
                  <a:lnTo>
                    <a:pt x="8496340" y="0"/>
                  </a:lnTo>
                  <a:lnTo>
                    <a:pt x="8496465" y="0"/>
                  </a:lnTo>
                  <a:lnTo>
                    <a:pt x="8496590" y="0"/>
                  </a:lnTo>
                  <a:lnTo>
                    <a:pt x="8496715" y="0"/>
                  </a:lnTo>
                  <a:lnTo>
                    <a:pt x="8496840" y="0"/>
                  </a:lnTo>
                  <a:lnTo>
                    <a:pt x="8496965" y="0"/>
                  </a:lnTo>
                  <a:lnTo>
                    <a:pt x="8497090" y="0"/>
                  </a:lnTo>
                  <a:lnTo>
                    <a:pt x="8497215" y="0"/>
                  </a:lnTo>
                  <a:lnTo>
                    <a:pt x="8497340" y="0"/>
                  </a:lnTo>
                  <a:lnTo>
                    <a:pt x="8497465" y="0"/>
                  </a:lnTo>
                  <a:lnTo>
                    <a:pt x="8497590" y="0"/>
                  </a:lnTo>
                  <a:lnTo>
                    <a:pt x="8497840" y="0"/>
                  </a:lnTo>
                  <a:lnTo>
                    <a:pt x="8497965" y="0"/>
                  </a:lnTo>
                  <a:lnTo>
                    <a:pt x="8498090" y="0"/>
                  </a:lnTo>
                  <a:lnTo>
                    <a:pt x="8498215" y="0"/>
                  </a:lnTo>
                  <a:lnTo>
                    <a:pt x="8498340" y="0"/>
                  </a:lnTo>
                  <a:lnTo>
                    <a:pt x="8498466" y="0"/>
                  </a:lnTo>
                  <a:lnTo>
                    <a:pt x="8498591" y="0"/>
                  </a:lnTo>
                  <a:lnTo>
                    <a:pt x="8498716" y="0"/>
                  </a:lnTo>
                  <a:lnTo>
                    <a:pt x="8498841" y="0"/>
                  </a:lnTo>
                  <a:lnTo>
                    <a:pt x="8498966" y="0"/>
                  </a:lnTo>
                  <a:lnTo>
                    <a:pt x="8499091" y="0"/>
                  </a:lnTo>
                  <a:lnTo>
                    <a:pt x="8499216" y="0"/>
                  </a:lnTo>
                  <a:lnTo>
                    <a:pt x="8499341" y="0"/>
                  </a:lnTo>
                  <a:lnTo>
                    <a:pt x="8499466" y="0"/>
                  </a:lnTo>
                  <a:lnTo>
                    <a:pt x="8499591" y="0"/>
                  </a:lnTo>
                  <a:lnTo>
                    <a:pt x="8499716" y="0"/>
                  </a:lnTo>
                  <a:lnTo>
                    <a:pt x="8499841" y="0"/>
                  </a:lnTo>
                  <a:lnTo>
                    <a:pt x="8499966" y="0"/>
                  </a:lnTo>
                  <a:lnTo>
                    <a:pt x="8500091" y="0"/>
                  </a:lnTo>
                  <a:lnTo>
                    <a:pt x="8500216" y="0"/>
                  </a:lnTo>
                  <a:lnTo>
                    <a:pt x="8500341" y="0"/>
                  </a:lnTo>
                  <a:lnTo>
                    <a:pt x="8500466" y="0"/>
                  </a:lnTo>
                  <a:lnTo>
                    <a:pt x="8500591" y="0"/>
                  </a:lnTo>
                  <a:lnTo>
                    <a:pt x="8500716" y="0"/>
                  </a:lnTo>
                  <a:lnTo>
                    <a:pt x="8500841" y="0"/>
                  </a:lnTo>
                  <a:lnTo>
                    <a:pt x="8500966" y="0"/>
                  </a:lnTo>
                  <a:lnTo>
                    <a:pt x="8501091" y="0"/>
                  </a:lnTo>
                  <a:lnTo>
                    <a:pt x="8501216" y="0"/>
                  </a:lnTo>
                  <a:lnTo>
                    <a:pt x="8501341" y="0"/>
                  </a:lnTo>
                  <a:lnTo>
                    <a:pt x="8501467" y="0"/>
                  </a:lnTo>
                  <a:lnTo>
                    <a:pt x="8501592" y="0"/>
                  </a:lnTo>
                  <a:lnTo>
                    <a:pt x="8501717" y="0"/>
                  </a:lnTo>
                  <a:lnTo>
                    <a:pt x="8501842" y="0"/>
                  </a:lnTo>
                  <a:lnTo>
                    <a:pt x="8501967" y="0"/>
                  </a:lnTo>
                  <a:lnTo>
                    <a:pt x="8502092" y="0"/>
                  </a:lnTo>
                  <a:lnTo>
                    <a:pt x="8502217" y="0"/>
                  </a:lnTo>
                  <a:lnTo>
                    <a:pt x="8502342" y="0"/>
                  </a:lnTo>
                  <a:lnTo>
                    <a:pt x="8502467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5" y="6340585"/>
                  </a:lnTo>
                  <a:lnTo>
                    <a:pt x="250" y="6340585"/>
                  </a:lnTo>
                  <a:lnTo>
                    <a:pt x="375" y="6340585"/>
                  </a:lnTo>
                  <a:lnTo>
                    <a:pt x="500" y="6340585"/>
                  </a:lnTo>
                  <a:lnTo>
                    <a:pt x="625" y="6340585"/>
                  </a:lnTo>
                  <a:lnTo>
                    <a:pt x="750" y="6340585"/>
                  </a:lnTo>
                  <a:lnTo>
                    <a:pt x="875" y="6340585"/>
                  </a:lnTo>
                  <a:lnTo>
                    <a:pt x="1000" y="6340585"/>
                  </a:lnTo>
                  <a:lnTo>
                    <a:pt x="1125" y="6340585"/>
                  </a:lnTo>
                  <a:lnTo>
                    <a:pt x="1250" y="6340585"/>
                  </a:lnTo>
                  <a:lnTo>
                    <a:pt x="1375" y="6340585"/>
                  </a:lnTo>
                  <a:lnTo>
                    <a:pt x="1500" y="6340585"/>
                  </a:lnTo>
                  <a:lnTo>
                    <a:pt x="1625" y="6340585"/>
                  </a:lnTo>
                  <a:lnTo>
                    <a:pt x="1750" y="6340585"/>
                  </a:lnTo>
                  <a:lnTo>
                    <a:pt x="1875" y="6340585"/>
                  </a:lnTo>
                  <a:lnTo>
                    <a:pt x="2000" y="6340585"/>
                  </a:lnTo>
                  <a:lnTo>
                    <a:pt x="2125" y="6340585"/>
                  </a:lnTo>
                  <a:lnTo>
                    <a:pt x="2250" y="6340585"/>
                  </a:lnTo>
                  <a:lnTo>
                    <a:pt x="2375" y="6340585"/>
                  </a:lnTo>
                  <a:lnTo>
                    <a:pt x="2500" y="6340585"/>
                  </a:lnTo>
                  <a:lnTo>
                    <a:pt x="2625" y="6340585"/>
                  </a:lnTo>
                  <a:lnTo>
                    <a:pt x="2750" y="6340585"/>
                  </a:lnTo>
                  <a:lnTo>
                    <a:pt x="2875" y="6340585"/>
                  </a:lnTo>
                  <a:lnTo>
                    <a:pt x="3001" y="6340585"/>
                  </a:lnTo>
                  <a:lnTo>
                    <a:pt x="3126" y="6340585"/>
                  </a:lnTo>
                  <a:lnTo>
                    <a:pt x="3251" y="6340585"/>
                  </a:lnTo>
                  <a:lnTo>
                    <a:pt x="3376" y="6340585"/>
                  </a:lnTo>
                  <a:lnTo>
                    <a:pt x="3501" y="6340585"/>
                  </a:lnTo>
                  <a:lnTo>
                    <a:pt x="3626" y="6340585"/>
                  </a:lnTo>
                  <a:lnTo>
                    <a:pt x="3751" y="6340585"/>
                  </a:lnTo>
                  <a:lnTo>
                    <a:pt x="3876" y="6340585"/>
                  </a:lnTo>
                  <a:lnTo>
                    <a:pt x="4001" y="6340585"/>
                  </a:lnTo>
                  <a:lnTo>
                    <a:pt x="4126" y="6340585"/>
                  </a:lnTo>
                  <a:lnTo>
                    <a:pt x="4251" y="6340585"/>
                  </a:lnTo>
                  <a:lnTo>
                    <a:pt x="4376" y="6340585"/>
                  </a:lnTo>
                  <a:lnTo>
                    <a:pt x="4501" y="6340585"/>
                  </a:lnTo>
                  <a:lnTo>
                    <a:pt x="4626" y="6340585"/>
                  </a:lnTo>
                  <a:lnTo>
                    <a:pt x="4751" y="6340585"/>
                  </a:lnTo>
                  <a:lnTo>
                    <a:pt x="4876" y="6340585"/>
                  </a:lnTo>
                  <a:lnTo>
                    <a:pt x="5001" y="6340585"/>
                  </a:lnTo>
                  <a:lnTo>
                    <a:pt x="5126" y="6340585"/>
                  </a:lnTo>
                  <a:lnTo>
                    <a:pt x="5251" y="6340585"/>
                  </a:lnTo>
                  <a:lnTo>
                    <a:pt x="5376" y="6340585"/>
                  </a:lnTo>
                  <a:lnTo>
                    <a:pt x="5501" y="6340585"/>
                  </a:lnTo>
                  <a:lnTo>
                    <a:pt x="5626" y="6340585"/>
                  </a:lnTo>
                  <a:lnTo>
                    <a:pt x="5751" y="6340585"/>
                  </a:lnTo>
                  <a:lnTo>
                    <a:pt x="5876" y="6340585"/>
                  </a:lnTo>
                  <a:lnTo>
                    <a:pt x="6002" y="6340585"/>
                  </a:lnTo>
                  <a:lnTo>
                    <a:pt x="6127" y="6340585"/>
                  </a:lnTo>
                  <a:lnTo>
                    <a:pt x="6252" y="6340585"/>
                  </a:lnTo>
                  <a:lnTo>
                    <a:pt x="6377" y="6340585"/>
                  </a:lnTo>
                  <a:lnTo>
                    <a:pt x="6502" y="6340585"/>
                  </a:lnTo>
                  <a:lnTo>
                    <a:pt x="6627" y="6340585"/>
                  </a:lnTo>
                  <a:lnTo>
                    <a:pt x="6752" y="6340585"/>
                  </a:lnTo>
                  <a:lnTo>
                    <a:pt x="6877" y="6340585"/>
                  </a:lnTo>
                  <a:lnTo>
                    <a:pt x="7002" y="6340585"/>
                  </a:lnTo>
                  <a:lnTo>
                    <a:pt x="7127" y="6340585"/>
                  </a:lnTo>
                  <a:lnTo>
                    <a:pt x="7252" y="6340585"/>
                  </a:lnTo>
                  <a:lnTo>
                    <a:pt x="7377" y="6340585"/>
                  </a:lnTo>
                  <a:lnTo>
                    <a:pt x="7502" y="6340585"/>
                  </a:lnTo>
                  <a:lnTo>
                    <a:pt x="7627" y="6340585"/>
                  </a:lnTo>
                  <a:lnTo>
                    <a:pt x="7752" y="6340585"/>
                  </a:lnTo>
                  <a:lnTo>
                    <a:pt x="7877" y="6340585"/>
                  </a:lnTo>
                  <a:lnTo>
                    <a:pt x="8002" y="6340585"/>
                  </a:lnTo>
                  <a:lnTo>
                    <a:pt x="8127" y="6340585"/>
                  </a:lnTo>
                  <a:lnTo>
                    <a:pt x="8252" y="6340585"/>
                  </a:lnTo>
                  <a:lnTo>
                    <a:pt x="8377" y="6340585"/>
                  </a:lnTo>
                  <a:lnTo>
                    <a:pt x="8502" y="6340585"/>
                  </a:lnTo>
                  <a:lnTo>
                    <a:pt x="8627" y="6340585"/>
                  </a:lnTo>
                  <a:lnTo>
                    <a:pt x="8752" y="6340585"/>
                  </a:lnTo>
                  <a:lnTo>
                    <a:pt x="8877" y="6340585"/>
                  </a:lnTo>
                  <a:lnTo>
                    <a:pt x="9003" y="6340585"/>
                  </a:lnTo>
                  <a:lnTo>
                    <a:pt x="9128" y="6340585"/>
                  </a:lnTo>
                  <a:lnTo>
                    <a:pt x="9253" y="6340585"/>
                  </a:lnTo>
                  <a:lnTo>
                    <a:pt x="9378" y="6340585"/>
                  </a:lnTo>
                  <a:lnTo>
                    <a:pt x="9503" y="6340585"/>
                  </a:lnTo>
                  <a:lnTo>
                    <a:pt x="9628" y="6340585"/>
                  </a:lnTo>
                  <a:lnTo>
                    <a:pt x="9753" y="6340585"/>
                  </a:lnTo>
                  <a:lnTo>
                    <a:pt x="9878" y="6340585"/>
                  </a:lnTo>
                  <a:lnTo>
                    <a:pt x="10003" y="6340585"/>
                  </a:lnTo>
                  <a:lnTo>
                    <a:pt x="10128" y="6340585"/>
                  </a:lnTo>
                  <a:lnTo>
                    <a:pt x="10253" y="6340585"/>
                  </a:lnTo>
                  <a:lnTo>
                    <a:pt x="10378" y="6340585"/>
                  </a:lnTo>
                  <a:lnTo>
                    <a:pt x="10503" y="6340585"/>
                  </a:lnTo>
                  <a:lnTo>
                    <a:pt x="10628" y="6340585"/>
                  </a:lnTo>
                  <a:lnTo>
                    <a:pt x="10753" y="6340585"/>
                  </a:lnTo>
                  <a:lnTo>
                    <a:pt x="10878" y="6340585"/>
                  </a:lnTo>
                  <a:lnTo>
                    <a:pt x="11003" y="6340585"/>
                  </a:lnTo>
                  <a:lnTo>
                    <a:pt x="11128" y="6340585"/>
                  </a:lnTo>
                  <a:lnTo>
                    <a:pt x="11253" y="6340585"/>
                  </a:lnTo>
                  <a:lnTo>
                    <a:pt x="11378" y="6340585"/>
                  </a:lnTo>
                  <a:lnTo>
                    <a:pt x="11503" y="6340585"/>
                  </a:lnTo>
                  <a:lnTo>
                    <a:pt x="11628" y="6340585"/>
                  </a:lnTo>
                  <a:lnTo>
                    <a:pt x="11753" y="6340585"/>
                  </a:lnTo>
                  <a:lnTo>
                    <a:pt x="11878" y="6340585"/>
                  </a:lnTo>
                  <a:lnTo>
                    <a:pt x="12004" y="6340585"/>
                  </a:lnTo>
                  <a:lnTo>
                    <a:pt x="12129" y="6340585"/>
                  </a:lnTo>
                  <a:lnTo>
                    <a:pt x="12254" y="6340585"/>
                  </a:lnTo>
                  <a:lnTo>
                    <a:pt x="12379" y="6340585"/>
                  </a:lnTo>
                  <a:lnTo>
                    <a:pt x="12504" y="6340585"/>
                  </a:lnTo>
                  <a:lnTo>
                    <a:pt x="12629" y="6340585"/>
                  </a:lnTo>
                  <a:lnTo>
                    <a:pt x="12754" y="6340585"/>
                  </a:lnTo>
                  <a:lnTo>
                    <a:pt x="12879" y="6340585"/>
                  </a:lnTo>
                  <a:lnTo>
                    <a:pt x="13004" y="6340585"/>
                  </a:lnTo>
                  <a:lnTo>
                    <a:pt x="13129" y="6340585"/>
                  </a:lnTo>
                  <a:lnTo>
                    <a:pt x="13254" y="6340585"/>
                  </a:lnTo>
                  <a:lnTo>
                    <a:pt x="13379" y="6340585"/>
                  </a:lnTo>
                  <a:lnTo>
                    <a:pt x="13504" y="6340585"/>
                  </a:lnTo>
                  <a:lnTo>
                    <a:pt x="13629" y="6340585"/>
                  </a:lnTo>
                  <a:lnTo>
                    <a:pt x="13754" y="6340585"/>
                  </a:lnTo>
                  <a:lnTo>
                    <a:pt x="13879" y="6340585"/>
                  </a:lnTo>
                  <a:lnTo>
                    <a:pt x="14004" y="6340585"/>
                  </a:lnTo>
                  <a:lnTo>
                    <a:pt x="14129" y="6340585"/>
                  </a:lnTo>
                  <a:lnTo>
                    <a:pt x="14254" y="6340585"/>
                  </a:lnTo>
                  <a:lnTo>
                    <a:pt x="14254" y="6330631"/>
                  </a:lnTo>
                  <a:lnTo>
                    <a:pt x="14379" y="6330631"/>
                  </a:lnTo>
                  <a:lnTo>
                    <a:pt x="14504" y="6330631"/>
                  </a:lnTo>
                  <a:lnTo>
                    <a:pt x="14629" y="6330631"/>
                  </a:lnTo>
                  <a:lnTo>
                    <a:pt x="14754" y="6330631"/>
                  </a:lnTo>
                  <a:lnTo>
                    <a:pt x="14879" y="6330631"/>
                  </a:lnTo>
                  <a:lnTo>
                    <a:pt x="15005" y="6330631"/>
                  </a:lnTo>
                  <a:lnTo>
                    <a:pt x="15130" y="6330631"/>
                  </a:lnTo>
                  <a:lnTo>
                    <a:pt x="15255" y="6330631"/>
                  </a:lnTo>
                  <a:lnTo>
                    <a:pt x="15380" y="6330631"/>
                  </a:lnTo>
                  <a:lnTo>
                    <a:pt x="15505" y="6330631"/>
                  </a:lnTo>
                  <a:lnTo>
                    <a:pt x="15630" y="6330631"/>
                  </a:lnTo>
                  <a:lnTo>
                    <a:pt x="15755" y="6330631"/>
                  </a:lnTo>
                  <a:lnTo>
                    <a:pt x="15880" y="6330631"/>
                  </a:lnTo>
                  <a:lnTo>
                    <a:pt x="16005" y="6330631"/>
                  </a:lnTo>
                  <a:lnTo>
                    <a:pt x="16130" y="6330631"/>
                  </a:lnTo>
                  <a:lnTo>
                    <a:pt x="16255" y="6330631"/>
                  </a:lnTo>
                  <a:lnTo>
                    <a:pt x="16380" y="6330631"/>
                  </a:lnTo>
                  <a:lnTo>
                    <a:pt x="16505" y="6330631"/>
                  </a:lnTo>
                  <a:lnTo>
                    <a:pt x="16630" y="6330631"/>
                  </a:lnTo>
                  <a:lnTo>
                    <a:pt x="16755" y="6330631"/>
                  </a:lnTo>
                  <a:lnTo>
                    <a:pt x="16880" y="6330631"/>
                  </a:lnTo>
                  <a:lnTo>
                    <a:pt x="17005" y="6330631"/>
                  </a:lnTo>
                  <a:lnTo>
                    <a:pt x="17130" y="6330631"/>
                  </a:lnTo>
                  <a:lnTo>
                    <a:pt x="17255" y="6330631"/>
                  </a:lnTo>
                  <a:lnTo>
                    <a:pt x="17380" y="6330631"/>
                  </a:lnTo>
                  <a:lnTo>
                    <a:pt x="17505" y="6330631"/>
                  </a:lnTo>
                  <a:lnTo>
                    <a:pt x="17630" y="6330631"/>
                  </a:lnTo>
                  <a:lnTo>
                    <a:pt x="17755" y="6330631"/>
                  </a:lnTo>
                  <a:lnTo>
                    <a:pt x="17880" y="6330631"/>
                  </a:lnTo>
                  <a:lnTo>
                    <a:pt x="18006" y="6330631"/>
                  </a:lnTo>
                  <a:lnTo>
                    <a:pt x="18131" y="6330631"/>
                  </a:lnTo>
                  <a:lnTo>
                    <a:pt x="18256" y="6330631"/>
                  </a:lnTo>
                  <a:lnTo>
                    <a:pt x="18381" y="6330631"/>
                  </a:lnTo>
                  <a:lnTo>
                    <a:pt x="18506" y="6330631"/>
                  </a:lnTo>
                  <a:lnTo>
                    <a:pt x="18631" y="6330631"/>
                  </a:lnTo>
                  <a:lnTo>
                    <a:pt x="18756" y="6330631"/>
                  </a:lnTo>
                  <a:lnTo>
                    <a:pt x="18881" y="6330631"/>
                  </a:lnTo>
                  <a:lnTo>
                    <a:pt x="18881" y="6320677"/>
                  </a:lnTo>
                  <a:lnTo>
                    <a:pt x="19006" y="6320677"/>
                  </a:lnTo>
                  <a:lnTo>
                    <a:pt x="19131" y="6320677"/>
                  </a:lnTo>
                  <a:lnTo>
                    <a:pt x="19256" y="6320677"/>
                  </a:lnTo>
                  <a:lnTo>
                    <a:pt x="19381" y="6320677"/>
                  </a:lnTo>
                  <a:lnTo>
                    <a:pt x="19506" y="6320677"/>
                  </a:lnTo>
                  <a:lnTo>
                    <a:pt x="19631" y="6320677"/>
                  </a:lnTo>
                  <a:lnTo>
                    <a:pt x="19756" y="6320677"/>
                  </a:lnTo>
                  <a:lnTo>
                    <a:pt x="19881" y="6320677"/>
                  </a:lnTo>
                  <a:lnTo>
                    <a:pt x="20006" y="6320677"/>
                  </a:lnTo>
                  <a:lnTo>
                    <a:pt x="20131" y="6320677"/>
                  </a:lnTo>
                  <a:lnTo>
                    <a:pt x="20256" y="6320677"/>
                  </a:lnTo>
                  <a:lnTo>
                    <a:pt x="20381" y="6320677"/>
                  </a:lnTo>
                  <a:lnTo>
                    <a:pt x="20506" y="6320677"/>
                  </a:lnTo>
                  <a:lnTo>
                    <a:pt x="20631" y="6320677"/>
                  </a:lnTo>
                  <a:lnTo>
                    <a:pt x="20756" y="6320677"/>
                  </a:lnTo>
                  <a:lnTo>
                    <a:pt x="20881" y="6320677"/>
                  </a:lnTo>
                  <a:lnTo>
                    <a:pt x="21007" y="6320677"/>
                  </a:lnTo>
                  <a:lnTo>
                    <a:pt x="21132" y="6320677"/>
                  </a:lnTo>
                  <a:lnTo>
                    <a:pt x="21257" y="6320677"/>
                  </a:lnTo>
                  <a:lnTo>
                    <a:pt x="21382" y="6320677"/>
                  </a:lnTo>
                  <a:lnTo>
                    <a:pt x="21507" y="6320677"/>
                  </a:lnTo>
                  <a:lnTo>
                    <a:pt x="21632" y="6320677"/>
                  </a:lnTo>
                  <a:lnTo>
                    <a:pt x="21757" y="6320677"/>
                  </a:lnTo>
                  <a:lnTo>
                    <a:pt x="21882" y="6320677"/>
                  </a:lnTo>
                  <a:lnTo>
                    <a:pt x="22007" y="6320677"/>
                  </a:lnTo>
                  <a:lnTo>
                    <a:pt x="22132" y="6320677"/>
                  </a:lnTo>
                  <a:lnTo>
                    <a:pt x="22257" y="6320677"/>
                  </a:lnTo>
                  <a:lnTo>
                    <a:pt x="22382" y="6320677"/>
                  </a:lnTo>
                  <a:lnTo>
                    <a:pt x="22507" y="6320677"/>
                  </a:lnTo>
                  <a:lnTo>
                    <a:pt x="22632" y="6320677"/>
                  </a:lnTo>
                  <a:lnTo>
                    <a:pt x="22757" y="6320677"/>
                  </a:lnTo>
                  <a:lnTo>
                    <a:pt x="22882" y="6320677"/>
                  </a:lnTo>
                  <a:lnTo>
                    <a:pt x="23007" y="6320677"/>
                  </a:lnTo>
                  <a:lnTo>
                    <a:pt x="23132" y="6320677"/>
                  </a:lnTo>
                  <a:lnTo>
                    <a:pt x="23257" y="6320677"/>
                  </a:lnTo>
                  <a:lnTo>
                    <a:pt x="23382" y="6320677"/>
                  </a:lnTo>
                  <a:lnTo>
                    <a:pt x="23507" y="6320677"/>
                  </a:lnTo>
                  <a:lnTo>
                    <a:pt x="23632" y="6320677"/>
                  </a:lnTo>
                  <a:lnTo>
                    <a:pt x="23757" y="6320677"/>
                  </a:lnTo>
                  <a:lnTo>
                    <a:pt x="23882" y="6320677"/>
                  </a:lnTo>
                  <a:lnTo>
                    <a:pt x="24008" y="6320677"/>
                  </a:lnTo>
                  <a:lnTo>
                    <a:pt x="24133" y="6320677"/>
                  </a:lnTo>
                  <a:lnTo>
                    <a:pt x="24258" y="6320677"/>
                  </a:lnTo>
                  <a:lnTo>
                    <a:pt x="24383" y="6320677"/>
                  </a:lnTo>
                  <a:lnTo>
                    <a:pt x="24508" y="6320677"/>
                  </a:lnTo>
                  <a:lnTo>
                    <a:pt x="24633" y="6320677"/>
                  </a:lnTo>
                  <a:lnTo>
                    <a:pt x="24758" y="6320677"/>
                  </a:lnTo>
                  <a:lnTo>
                    <a:pt x="24883" y="6320677"/>
                  </a:lnTo>
                  <a:lnTo>
                    <a:pt x="25008" y="6320677"/>
                  </a:lnTo>
                  <a:lnTo>
                    <a:pt x="25133" y="6320677"/>
                  </a:lnTo>
                  <a:lnTo>
                    <a:pt x="25258" y="6320677"/>
                  </a:lnTo>
                  <a:lnTo>
                    <a:pt x="25383" y="6320677"/>
                  </a:lnTo>
                  <a:lnTo>
                    <a:pt x="25508" y="6320677"/>
                  </a:lnTo>
                  <a:lnTo>
                    <a:pt x="25633" y="6320677"/>
                  </a:lnTo>
                  <a:lnTo>
                    <a:pt x="25758" y="6320677"/>
                  </a:lnTo>
                  <a:lnTo>
                    <a:pt x="25883" y="6320677"/>
                  </a:lnTo>
                  <a:lnTo>
                    <a:pt x="26008" y="6320677"/>
                  </a:lnTo>
                  <a:lnTo>
                    <a:pt x="26133" y="6320677"/>
                  </a:lnTo>
                  <a:lnTo>
                    <a:pt x="26258" y="6320677"/>
                  </a:lnTo>
                  <a:lnTo>
                    <a:pt x="26383" y="6320677"/>
                  </a:lnTo>
                  <a:lnTo>
                    <a:pt x="26508" y="6320677"/>
                  </a:lnTo>
                  <a:lnTo>
                    <a:pt x="26633" y="6320677"/>
                  </a:lnTo>
                  <a:lnTo>
                    <a:pt x="26758" y="6320677"/>
                  </a:lnTo>
                  <a:lnTo>
                    <a:pt x="26883" y="6320677"/>
                  </a:lnTo>
                  <a:lnTo>
                    <a:pt x="27009" y="6320677"/>
                  </a:lnTo>
                  <a:lnTo>
                    <a:pt x="27134" y="6320677"/>
                  </a:lnTo>
                  <a:lnTo>
                    <a:pt x="27259" y="6320677"/>
                  </a:lnTo>
                  <a:lnTo>
                    <a:pt x="27384" y="6320677"/>
                  </a:lnTo>
                  <a:lnTo>
                    <a:pt x="27509" y="6320677"/>
                  </a:lnTo>
                  <a:lnTo>
                    <a:pt x="27634" y="6320677"/>
                  </a:lnTo>
                  <a:lnTo>
                    <a:pt x="27759" y="6320677"/>
                  </a:lnTo>
                  <a:lnTo>
                    <a:pt x="27884" y="6320677"/>
                  </a:lnTo>
                  <a:lnTo>
                    <a:pt x="28009" y="6320677"/>
                  </a:lnTo>
                  <a:lnTo>
                    <a:pt x="28134" y="6320677"/>
                  </a:lnTo>
                  <a:lnTo>
                    <a:pt x="28259" y="6320677"/>
                  </a:lnTo>
                  <a:lnTo>
                    <a:pt x="28384" y="6320677"/>
                  </a:lnTo>
                  <a:lnTo>
                    <a:pt x="28509" y="6320677"/>
                  </a:lnTo>
                  <a:lnTo>
                    <a:pt x="28634" y="6320677"/>
                  </a:lnTo>
                  <a:lnTo>
                    <a:pt x="28759" y="6320677"/>
                  </a:lnTo>
                  <a:lnTo>
                    <a:pt x="28884" y="6320677"/>
                  </a:lnTo>
                  <a:lnTo>
                    <a:pt x="29009" y="6320677"/>
                  </a:lnTo>
                  <a:lnTo>
                    <a:pt x="29134" y="6320677"/>
                  </a:lnTo>
                  <a:lnTo>
                    <a:pt x="29259" y="6320677"/>
                  </a:lnTo>
                  <a:lnTo>
                    <a:pt x="29384" y="6320677"/>
                  </a:lnTo>
                  <a:lnTo>
                    <a:pt x="29509" y="6320677"/>
                  </a:lnTo>
                  <a:lnTo>
                    <a:pt x="29634" y="6320677"/>
                  </a:lnTo>
                  <a:lnTo>
                    <a:pt x="29759" y="6320677"/>
                  </a:lnTo>
                  <a:lnTo>
                    <a:pt x="29884" y="6320677"/>
                  </a:lnTo>
                  <a:lnTo>
                    <a:pt x="30010" y="6320677"/>
                  </a:lnTo>
                  <a:lnTo>
                    <a:pt x="30135" y="6320677"/>
                  </a:lnTo>
                  <a:lnTo>
                    <a:pt x="30260" y="6320677"/>
                  </a:lnTo>
                  <a:lnTo>
                    <a:pt x="30385" y="6320677"/>
                  </a:lnTo>
                  <a:lnTo>
                    <a:pt x="30510" y="6320677"/>
                  </a:lnTo>
                  <a:lnTo>
                    <a:pt x="30635" y="6320677"/>
                  </a:lnTo>
                  <a:lnTo>
                    <a:pt x="30760" y="6320677"/>
                  </a:lnTo>
                  <a:lnTo>
                    <a:pt x="30885" y="6320677"/>
                  </a:lnTo>
                  <a:lnTo>
                    <a:pt x="31010" y="6320677"/>
                  </a:lnTo>
                  <a:lnTo>
                    <a:pt x="31135" y="6320677"/>
                  </a:lnTo>
                  <a:lnTo>
                    <a:pt x="31260" y="6320677"/>
                  </a:lnTo>
                  <a:lnTo>
                    <a:pt x="31385" y="6320677"/>
                  </a:lnTo>
                  <a:lnTo>
                    <a:pt x="31510" y="6320677"/>
                  </a:lnTo>
                  <a:lnTo>
                    <a:pt x="31635" y="6320677"/>
                  </a:lnTo>
                  <a:lnTo>
                    <a:pt x="31760" y="6320677"/>
                  </a:lnTo>
                  <a:lnTo>
                    <a:pt x="31885" y="6320677"/>
                  </a:lnTo>
                  <a:lnTo>
                    <a:pt x="32010" y="6320677"/>
                  </a:lnTo>
                  <a:lnTo>
                    <a:pt x="32135" y="6320677"/>
                  </a:lnTo>
                  <a:lnTo>
                    <a:pt x="32260" y="6320677"/>
                  </a:lnTo>
                  <a:lnTo>
                    <a:pt x="32385" y="6320677"/>
                  </a:lnTo>
                  <a:lnTo>
                    <a:pt x="32510" y="6320677"/>
                  </a:lnTo>
                  <a:lnTo>
                    <a:pt x="32635" y="6320677"/>
                  </a:lnTo>
                  <a:lnTo>
                    <a:pt x="32760" y="6320677"/>
                  </a:lnTo>
                  <a:lnTo>
                    <a:pt x="32885" y="6320677"/>
                  </a:lnTo>
                  <a:lnTo>
                    <a:pt x="33011" y="6320677"/>
                  </a:lnTo>
                  <a:lnTo>
                    <a:pt x="33136" y="6320677"/>
                  </a:lnTo>
                  <a:lnTo>
                    <a:pt x="33261" y="6320677"/>
                  </a:lnTo>
                  <a:lnTo>
                    <a:pt x="33386" y="6320677"/>
                  </a:lnTo>
                  <a:lnTo>
                    <a:pt x="33511" y="6320677"/>
                  </a:lnTo>
                  <a:lnTo>
                    <a:pt x="33636" y="6320677"/>
                  </a:lnTo>
                  <a:lnTo>
                    <a:pt x="33761" y="6320677"/>
                  </a:lnTo>
                  <a:lnTo>
                    <a:pt x="33886" y="6320677"/>
                  </a:lnTo>
                  <a:lnTo>
                    <a:pt x="34011" y="6320677"/>
                  </a:lnTo>
                  <a:lnTo>
                    <a:pt x="34136" y="6320677"/>
                  </a:lnTo>
                  <a:lnTo>
                    <a:pt x="34261" y="6320677"/>
                  </a:lnTo>
                  <a:lnTo>
                    <a:pt x="34386" y="6320677"/>
                  </a:lnTo>
                  <a:lnTo>
                    <a:pt x="34511" y="6320677"/>
                  </a:lnTo>
                  <a:lnTo>
                    <a:pt x="34636" y="6320677"/>
                  </a:lnTo>
                  <a:lnTo>
                    <a:pt x="34761" y="6320677"/>
                  </a:lnTo>
                  <a:lnTo>
                    <a:pt x="34886" y="6320677"/>
                  </a:lnTo>
                  <a:lnTo>
                    <a:pt x="35011" y="6320677"/>
                  </a:lnTo>
                  <a:lnTo>
                    <a:pt x="35136" y="6320677"/>
                  </a:lnTo>
                  <a:lnTo>
                    <a:pt x="35261" y="6320677"/>
                  </a:lnTo>
                  <a:lnTo>
                    <a:pt x="35386" y="6320677"/>
                  </a:lnTo>
                  <a:lnTo>
                    <a:pt x="35511" y="6320677"/>
                  </a:lnTo>
                  <a:lnTo>
                    <a:pt x="35636" y="6320677"/>
                  </a:lnTo>
                  <a:lnTo>
                    <a:pt x="35761" y="6320677"/>
                  </a:lnTo>
                  <a:lnTo>
                    <a:pt x="35886" y="6320677"/>
                  </a:lnTo>
                  <a:lnTo>
                    <a:pt x="36012" y="6320677"/>
                  </a:lnTo>
                  <a:lnTo>
                    <a:pt x="36137" y="6320677"/>
                  </a:lnTo>
                  <a:lnTo>
                    <a:pt x="36262" y="6320677"/>
                  </a:lnTo>
                  <a:lnTo>
                    <a:pt x="36387" y="6320677"/>
                  </a:lnTo>
                  <a:lnTo>
                    <a:pt x="36512" y="6320677"/>
                  </a:lnTo>
                  <a:lnTo>
                    <a:pt x="36637" y="6320677"/>
                  </a:lnTo>
                  <a:lnTo>
                    <a:pt x="36762" y="6320677"/>
                  </a:lnTo>
                  <a:lnTo>
                    <a:pt x="36887" y="6320677"/>
                  </a:lnTo>
                  <a:lnTo>
                    <a:pt x="37012" y="6320677"/>
                  </a:lnTo>
                  <a:lnTo>
                    <a:pt x="37137" y="6320677"/>
                  </a:lnTo>
                  <a:lnTo>
                    <a:pt x="37262" y="6320677"/>
                  </a:lnTo>
                  <a:lnTo>
                    <a:pt x="37387" y="6320677"/>
                  </a:lnTo>
                  <a:lnTo>
                    <a:pt x="37512" y="6320677"/>
                  </a:lnTo>
                  <a:lnTo>
                    <a:pt x="37637" y="6320677"/>
                  </a:lnTo>
                  <a:lnTo>
                    <a:pt x="37762" y="6320677"/>
                  </a:lnTo>
                  <a:lnTo>
                    <a:pt x="37887" y="6320677"/>
                  </a:lnTo>
                  <a:lnTo>
                    <a:pt x="38012" y="6320677"/>
                  </a:lnTo>
                  <a:lnTo>
                    <a:pt x="38137" y="6320677"/>
                  </a:lnTo>
                  <a:lnTo>
                    <a:pt x="38262" y="6320677"/>
                  </a:lnTo>
                  <a:lnTo>
                    <a:pt x="38387" y="6320677"/>
                  </a:lnTo>
                  <a:lnTo>
                    <a:pt x="38512" y="6320677"/>
                  </a:lnTo>
                  <a:lnTo>
                    <a:pt x="38637" y="6320677"/>
                  </a:lnTo>
                  <a:lnTo>
                    <a:pt x="38762" y="6320677"/>
                  </a:lnTo>
                  <a:lnTo>
                    <a:pt x="38888" y="6320677"/>
                  </a:lnTo>
                  <a:lnTo>
                    <a:pt x="39013" y="6320677"/>
                  </a:lnTo>
                  <a:lnTo>
                    <a:pt x="39138" y="6320677"/>
                  </a:lnTo>
                  <a:lnTo>
                    <a:pt x="39263" y="6320677"/>
                  </a:lnTo>
                  <a:lnTo>
                    <a:pt x="39388" y="6320677"/>
                  </a:lnTo>
                  <a:lnTo>
                    <a:pt x="39513" y="6320677"/>
                  </a:lnTo>
                  <a:lnTo>
                    <a:pt x="39638" y="6320677"/>
                  </a:lnTo>
                  <a:lnTo>
                    <a:pt x="39763" y="6320677"/>
                  </a:lnTo>
                  <a:lnTo>
                    <a:pt x="39888" y="6320677"/>
                  </a:lnTo>
                  <a:lnTo>
                    <a:pt x="40013" y="6320677"/>
                  </a:lnTo>
                  <a:lnTo>
                    <a:pt x="40138" y="6320677"/>
                  </a:lnTo>
                  <a:lnTo>
                    <a:pt x="40263" y="6320677"/>
                  </a:lnTo>
                  <a:lnTo>
                    <a:pt x="40388" y="6320677"/>
                  </a:lnTo>
                  <a:lnTo>
                    <a:pt x="40513" y="6320677"/>
                  </a:lnTo>
                  <a:lnTo>
                    <a:pt x="40638" y="6320677"/>
                  </a:lnTo>
                  <a:lnTo>
                    <a:pt x="40763" y="6320677"/>
                  </a:lnTo>
                  <a:lnTo>
                    <a:pt x="40888" y="6320677"/>
                  </a:lnTo>
                  <a:lnTo>
                    <a:pt x="41013" y="6320677"/>
                  </a:lnTo>
                  <a:lnTo>
                    <a:pt x="41138" y="6320677"/>
                  </a:lnTo>
                  <a:lnTo>
                    <a:pt x="41263" y="6320677"/>
                  </a:lnTo>
                  <a:lnTo>
                    <a:pt x="41388" y="6320677"/>
                  </a:lnTo>
                  <a:lnTo>
                    <a:pt x="41513" y="6320677"/>
                  </a:lnTo>
                  <a:lnTo>
                    <a:pt x="41638" y="6320677"/>
                  </a:lnTo>
                  <a:lnTo>
                    <a:pt x="41763" y="6320677"/>
                  </a:lnTo>
                  <a:lnTo>
                    <a:pt x="41889" y="6320677"/>
                  </a:lnTo>
                  <a:lnTo>
                    <a:pt x="42014" y="6320677"/>
                  </a:lnTo>
                  <a:lnTo>
                    <a:pt x="42139" y="6320677"/>
                  </a:lnTo>
                  <a:lnTo>
                    <a:pt x="42264" y="6320677"/>
                  </a:lnTo>
                  <a:lnTo>
                    <a:pt x="42389" y="6320677"/>
                  </a:lnTo>
                  <a:lnTo>
                    <a:pt x="42514" y="6320677"/>
                  </a:lnTo>
                  <a:lnTo>
                    <a:pt x="42639" y="6320677"/>
                  </a:lnTo>
                  <a:lnTo>
                    <a:pt x="42764" y="6320677"/>
                  </a:lnTo>
                  <a:lnTo>
                    <a:pt x="42889" y="6320677"/>
                  </a:lnTo>
                  <a:lnTo>
                    <a:pt x="43014" y="6320677"/>
                  </a:lnTo>
                  <a:lnTo>
                    <a:pt x="43139" y="6320677"/>
                  </a:lnTo>
                  <a:lnTo>
                    <a:pt x="43264" y="6320677"/>
                  </a:lnTo>
                  <a:lnTo>
                    <a:pt x="43389" y="6320677"/>
                  </a:lnTo>
                  <a:lnTo>
                    <a:pt x="43514" y="6320677"/>
                  </a:lnTo>
                  <a:lnTo>
                    <a:pt x="43639" y="6320677"/>
                  </a:lnTo>
                  <a:lnTo>
                    <a:pt x="43764" y="6320677"/>
                  </a:lnTo>
                  <a:lnTo>
                    <a:pt x="43889" y="6320677"/>
                  </a:lnTo>
                  <a:lnTo>
                    <a:pt x="44014" y="6320677"/>
                  </a:lnTo>
                  <a:lnTo>
                    <a:pt x="44139" y="6320677"/>
                  </a:lnTo>
                  <a:lnTo>
                    <a:pt x="44264" y="6320677"/>
                  </a:lnTo>
                  <a:lnTo>
                    <a:pt x="44264" y="6310723"/>
                  </a:lnTo>
                  <a:lnTo>
                    <a:pt x="44389" y="6310723"/>
                  </a:lnTo>
                  <a:lnTo>
                    <a:pt x="44514" y="6310723"/>
                  </a:lnTo>
                  <a:lnTo>
                    <a:pt x="44639" y="6310723"/>
                  </a:lnTo>
                  <a:lnTo>
                    <a:pt x="44764" y="6310723"/>
                  </a:lnTo>
                  <a:lnTo>
                    <a:pt x="44890" y="6310723"/>
                  </a:lnTo>
                  <a:lnTo>
                    <a:pt x="45015" y="6310723"/>
                  </a:lnTo>
                  <a:lnTo>
                    <a:pt x="45140" y="6310723"/>
                  </a:lnTo>
                  <a:lnTo>
                    <a:pt x="45265" y="6310723"/>
                  </a:lnTo>
                  <a:lnTo>
                    <a:pt x="45390" y="6310723"/>
                  </a:lnTo>
                  <a:lnTo>
                    <a:pt x="45515" y="6310723"/>
                  </a:lnTo>
                  <a:lnTo>
                    <a:pt x="45640" y="6310723"/>
                  </a:lnTo>
                  <a:lnTo>
                    <a:pt x="45765" y="6310723"/>
                  </a:lnTo>
                  <a:lnTo>
                    <a:pt x="45890" y="6310723"/>
                  </a:lnTo>
                  <a:lnTo>
                    <a:pt x="46015" y="6310723"/>
                  </a:lnTo>
                  <a:lnTo>
                    <a:pt x="46140" y="6310723"/>
                  </a:lnTo>
                  <a:lnTo>
                    <a:pt x="46265" y="6310723"/>
                  </a:lnTo>
                  <a:lnTo>
                    <a:pt x="46390" y="6310723"/>
                  </a:lnTo>
                  <a:lnTo>
                    <a:pt x="46515" y="6310723"/>
                  </a:lnTo>
                  <a:lnTo>
                    <a:pt x="46640" y="6310723"/>
                  </a:lnTo>
                  <a:lnTo>
                    <a:pt x="46765" y="6310723"/>
                  </a:lnTo>
                  <a:lnTo>
                    <a:pt x="46890" y="6310723"/>
                  </a:lnTo>
                  <a:lnTo>
                    <a:pt x="47015" y="6310723"/>
                  </a:lnTo>
                  <a:lnTo>
                    <a:pt x="47140" y="6310723"/>
                  </a:lnTo>
                  <a:lnTo>
                    <a:pt x="47265" y="6310723"/>
                  </a:lnTo>
                  <a:lnTo>
                    <a:pt x="47390" y="6310723"/>
                  </a:lnTo>
                  <a:lnTo>
                    <a:pt x="47515" y="6310723"/>
                  </a:lnTo>
                  <a:lnTo>
                    <a:pt x="47640" y="6310723"/>
                  </a:lnTo>
                  <a:lnTo>
                    <a:pt x="47765" y="6310723"/>
                  </a:lnTo>
                  <a:lnTo>
                    <a:pt x="47891" y="6310723"/>
                  </a:lnTo>
                  <a:lnTo>
                    <a:pt x="48016" y="6310723"/>
                  </a:lnTo>
                  <a:lnTo>
                    <a:pt x="48141" y="6310723"/>
                  </a:lnTo>
                  <a:lnTo>
                    <a:pt x="48266" y="6310723"/>
                  </a:lnTo>
                  <a:lnTo>
                    <a:pt x="48391" y="6310723"/>
                  </a:lnTo>
                  <a:lnTo>
                    <a:pt x="48516" y="6310723"/>
                  </a:lnTo>
                  <a:lnTo>
                    <a:pt x="48641" y="6310723"/>
                  </a:lnTo>
                  <a:lnTo>
                    <a:pt x="48766" y="6310723"/>
                  </a:lnTo>
                  <a:lnTo>
                    <a:pt x="48891" y="6310723"/>
                  </a:lnTo>
                  <a:lnTo>
                    <a:pt x="49016" y="6310723"/>
                  </a:lnTo>
                  <a:lnTo>
                    <a:pt x="49141" y="6310723"/>
                  </a:lnTo>
                  <a:lnTo>
                    <a:pt x="49266" y="6310723"/>
                  </a:lnTo>
                  <a:lnTo>
                    <a:pt x="49391" y="6310723"/>
                  </a:lnTo>
                  <a:lnTo>
                    <a:pt x="49516" y="6310723"/>
                  </a:lnTo>
                  <a:lnTo>
                    <a:pt x="49641" y="6310723"/>
                  </a:lnTo>
                  <a:lnTo>
                    <a:pt x="49766" y="6310723"/>
                  </a:lnTo>
                  <a:lnTo>
                    <a:pt x="49891" y="6310723"/>
                  </a:lnTo>
                  <a:lnTo>
                    <a:pt x="50016" y="6310723"/>
                  </a:lnTo>
                  <a:lnTo>
                    <a:pt x="50141" y="6310723"/>
                  </a:lnTo>
                  <a:lnTo>
                    <a:pt x="50266" y="6310723"/>
                  </a:lnTo>
                  <a:lnTo>
                    <a:pt x="50391" y="6310723"/>
                  </a:lnTo>
                  <a:lnTo>
                    <a:pt x="50516" y="6310723"/>
                  </a:lnTo>
                  <a:lnTo>
                    <a:pt x="50641" y="6310723"/>
                  </a:lnTo>
                  <a:lnTo>
                    <a:pt x="50766" y="6310723"/>
                  </a:lnTo>
                  <a:lnTo>
                    <a:pt x="50892" y="6310723"/>
                  </a:lnTo>
                  <a:lnTo>
                    <a:pt x="51017" y="6310723"/>
                  </a:lnTo>
                  <a:lnTo>
                    <a:pt x="51142" y="6310723"/>
                  </a:lnTo>
                  <a:lnTo>
                    <a:pt x="51267" y="6310723"/>
                  </a:lnTo>
                  <a:lnTo>
                    <a:pt x="51392" y="6310723"/>
                  </a:lnTo>
                  <a:lnTo>
                    <a:pt x="51517" y="6310723"/>
                  </a:lnTo>
                  <a:lnTo>
                    <a:pt x="51642" y="6310723"/>
                  </a:lnTo>
                  <a:lnTo>
                    <a:pt x="51767" y="6310723"/>
                  </a:lnTo>
                  <a:lnTo>
                    <a:pt x="51892" y="6310723"/>
                  </a:lnTo>
                  <a:lnTo>
                    <a:pt x="52017" y="6310723"/>
                  </a:lnTo>
                  <a:lnTo>
                    <a:pt x="52142" y="6310723"/>
                  </a:lnTo>
                  <a:lnTo>
                    <a:pt x="52267" y="6310723"/>
                  </a:lnTo>
                  <a:lnTo>
                    <a:pt x="52392" y="6310723"/>
                  </a:lnTo>
                  <a:lnTo>
                    <a:pt x="52517" y="6310723"/>
                  </a:lnTo>
                  <a:lnTo>
                    <a:pt x="52642" y="6310723"/>
                  </a:lnTo>
                  <a:lnTo>
                    <a:pt x="52767" y="6310723"/>
                  </a:lnTo>
                  <a:lnTo>
                    <a:pt x="52892" y="6310723"/>
                  </a:lnTo>
                  <a:lnTo>
                    <a:pt x="53017" y="6310723"/>
                  </a:lnTo>
                  <a:lnTo>
                    <a:pt x="53142" y="6310723"/>
                  </a:lnTo>
                  <a:lnTo>
                    <a:pt x="53267" y="6310723"/>
                  </a:lnTo>
                  <a:lnTo>
                    <a:pt x="53392" y="6310723"/>
                  </a:lnTo>
                  <a:lnTo>
                    <a:pt x="53517" y="6310723"/>
                  </a:lnTo>
                  <a:lnTo>
                    <a:pt x="53642" y="6310723"/>
                  </a:lnTo>
                  <a:lnTo>
                    <a:pt x="53767" y="6310723"/>
                  </a:lnTo>
                  <a:lnTo>
                    <a:pt x="53893" y="6310723"/>
                  </a:lnTo>
                  <a:lnTo>
                    <a:pt x="54018" y="6310723"/>
                  </a:lnTo>
                  <a:lnTo>
                    <a:pt x="54143" y="6310723"/>
                  </a:lnTo>
                  <a:lnTo>
                    <a:pt x="54268" y="6310723"/>
                  </a:lnTo>
                  <a:lnTo>
                    <a:pt x="54393" y="6310723"/>
                  </a:lnTo>
                  <a:lnTo>
                    <a:pt x="54518" y="6310723"/>
                  </a:lnTo>
                  <a:lnTo>
                    <a:pt x="54643" y="6310723"/>
                  </a:lnTo>
                  <a:lnTo>
                    <a:pt x="54768" y="6310723"/>
                  </a:lnTo>
                  <a:lnTo>
                    <a:pt x="54893" y="6310723"/>
                  </a:lnTo>
                  <a:lnTo>
                    <a:pt x="55018" y="6310723"/>
                  </a:lnTo>
                  <a:lnTo>
                    <a:pt x="55143" y="6310723"/>
                  </a:lnTo>
                  <a:lnTo>
                    <a:pt x="55268" y="6310723"/>
                  </a:lnTo>
                  <a:lnTo>
                    <a:pt x="55393" y="6310723"/>
                  </a:lnTo>
                  <a:lnTo>
                    <a:pt x="55518" y="6310723"/>
                  </a:lnTo>
                  <a:lnTo>
                    <a:pt x="55643" y="6310723"/>
                  </a:lnTo>
                  <a:lnTo>
                    <a:pt x="55768" y="6310723"/>
                  </a:lnTo>
                  <a:lnTo>
                    <a:pt x="55893" y="6310723"/>
                  </a:lnTo>
                  <a:lnTo>
                    <a:pt x="56018" y="6310723"/>
                  </a:lnTo>
                  <a:lnTo>
                    <a:pt x="56143" y="6310723"/>
                  </a:lnTo>
                  <a:lnTo>
                    <a:pt x="56268" y="6310723"/>
                  </a:lnTo>
                  <a:lnTo>
                    <a:pt x="56393" y="6310723"/>
                  </a:lnTo>
                  <a:lnTo>
                    <a:pt x="56518" y="6310723"/>
                  </a:lnTo>
                  <a:lnTo>
                    <a:pt x="56643" y="6310723"/>
                  </a:lnTo>
                  <a:lnTo>
                    <a:pt x="56768" y="6310723"/>
                  </a:lnTo>
                  <a:lnTo>
                    <a:pt x="56894" y="6310723"/>
                  </a:lnTo>
                  <a:lnTo>
                    <a:pt x="57019" y="6310723"/>
                  </a:lnTo>
                  <a:lnTo>
                    <a:pt x="57144" y="6310723"/>
                  </a:lnTo>
                  <a:lnTo>
                    <a:pt x="57269" y="6310723"/>
                  </a:lnTo>
                  <a:lnTo>
                    <a:pt x="57394" y="6310723"/>
                  </a:lnTo>
                  <a:lnTo>
                    <a:pt x="57519" y="6310723"/>
                  </a:lnTo>
                  <a:lnTo>
                    <a:pt x="57644" y="6310723"/>
                  </a:lnTo>
                  <a:lnTo>
                    <a:pt x="57769" y="6310723"/>
                  </a:lnTo>
                  <a:lnTo>
                    <a:pt x="57894" y="6310723"/>
                  </a:lnTo>
                  <a:lnTo>
                    <a:pt x="58019" y="6310723"/>
                  </a:lnTo>
                  <a:lnTo>
                    <a:pt x="58144" y="6310723"/>
                  </a:lnTo>
                  <a:lnTo>
                    <a:pt x="58269" y="6310723"/>
                  </a:lnTo>
                  <a:lnTo>
                    <a:pt x="58394" y="6310723"/>
                  </a:lnTo>
                  <a:lnTo>
                    <a:pt x="58519" y="6310723"/>
                  </a:lnTo>
                  <a:lnTo>
                    <a:pt x="58644" y="6310723"/>
                  </a:lnTo>
                  <a:lnTo>
                    <a:pt x="58769" y="6310723"/>
                  </a:lnTo>
                  <a:lnTo>
                    <a:pt x="58894" y="6310723"/>
                  </a:lnTo>
                  <a:lnTo>
                    <a:pt x="59019" y="6310723"/>
                  </a:lnTo>
                  <a:lnTo>
                    <a:pt x="59144" y="6310723"/>
                  </a:lnTo>
                  <a:lnTo>
                    <a:pt x="59269" y="6310723"/>
                  </a:lnTo>
                  <a:lnTo>
                    <a:pt x="59394" y="6310723"/>
                  </a:lnTo>
                  <a:lnTo>
                    <a:pt x="59519" y="6310723"/>
                  </a:lnTo>
                  <a:lnTo>
                    <a:pt x="59644" y="6310723"/>
                  </a:lnTo>
                  <a:lnTo>
                    <a:pt x="59769" y="6310723"/>
                  </a:lnTo>
                  <a:lnTo>
                    <a:pt x="59895" y="6310723"/>
                  </a:lnTo>
                  <a:lnTo>
                    <a:pt x="60020" y="6310723"/>
                  </a:lnTo>
                  <a:lnTo>
                    <a:pt x="60145" y="6310723"/>
                  </a:lnTo>
                  <a:lnTo>
                    <a:pt x="60270" y="6310723"/>
                  </a:lnTo>
                  <a:lnTo>
                    <a:pt x="60395" y="6310723"/>
                  </a:lnTo>
                  <a:lnTo>
                    <a:pt x="60520" y="6310723"/>
                  </a:lnTo>
                  <a:lnTo>
                    <a:pt x="60645" y="6310723"/>
                  </a:lnTo>
                  <a:lnTo>
                    <a:pt x="60770" y="6310723"/>
                  </a:lnTo>
                  <a:lnTo>
                    <a:pt x="60895" y="6310723"/>
                  </a:lnTo>
                  <a:lnTo>
                    <a:pt x="61020" y="6310723"/>
                  </a:lnTo>
                  <a:lnTo>
                    <a:pt x="61145" y="6310723"/>
                  </a:lnTo>
                  <a:lnTo>
                    <a:pt x="61270" y="6310723"/>
                  </a:lnTo>
                  <a:lnTo>
                    <a:pt x="61395" y="6310723"/>
                  </a:lnTo>
                  <a:lnTo>
                    <a:pt x="61520" y="6310723"/>
                  </a:lnTo>
                  <a:lnTo>
                    <a:pt x="61645" y="6310723"/>
                  </a:lnTo>
                  <a:lnTo>
                    <a:pt x="61770" y="6310723"/>
                  </a:lnTo>
                  <a:lnTo>
                    <a:pt x="61895" y="6310723"/>
                  </a:lnTo>
                  <a:lnTo>
                    <a:pt x="62020" y="6310723"/>
                  </a:lnTo>
                  <a:lnTo>
                    <a:pt x="62145" y="6310723"/>
                  </a:lnTo>
                  <a:lnTo>
                    <a:pt x="62270" y="6310723"/>
                  </a:lnTo>
                  <a:lnTo>
                    <a:pt x="62395" y="6310723"/>
                  </a:lnTo>
                  <a:lnTo>
                    <a:pt x="62520" y="6310723"/>
                  </a:lnTo>
                  <a:lnTo>
                    <a:pt x="62520" y="6300769"/>
                  </a:lnTo>
                  <a:lnTo>
                    <a:pt x="62645" y="6300769"/>
                  </a:lnTo>
                  <a:lnTo>
                    <a:pt x="62770" y="6300769"/>
                  </a:lnTo>
                  <a:lnTo>
                    <a:pt x="62896" y="6300769"/>
                  </a:lnTo>
                  <a:lnTo>
                    <a:pt x="63021" y="6300769"/>
                  </a:lnTo>
                  <a:lnTo>
                    <a:pt x="63146" y="6300769"/>
                  </a:lnTo>
                  <a:lnTo>
                    <a:pt x="63271" y="6300769"/>
                  </a:lnTo>
                  <a:lnTo>
                    <a:pt x="63396" y="6300769"/>
                  </a:lnTo>
                  <a:lnTo>
                    <a:pt x="63521" y="6300769"/>
                  </a:lnTo>
                  <a:lnTo>
                    <a:pt x="63646" y="6300769"/>
                  </a:lnTo>
                  <a:lnTo>
                    <a:pt x="63771" y="6300769"/>
                  </a:lnTo>
                  <a:lnTo>
                    <a:pt x="63896" y="6300769"/>
                  </a:lnTo>
                  <a:lnTo>
                    <a:pt x="64021" y="6300769"/>
                  </a:lnTo>
                  <a:lnTo>
                    <a:pt x="64146" y="6300769"/>
                  </a:lnTo>
                  <a:lnTo>
                    <a:pt x="64271" y="6300769"/>
                  </a:lnTo>
                  <a:lnTo>
                    <a:pt x="64396" y="6300769"/>
                  </a:lnTo>
                  <a:lnTo>
                    <a:pt x="64521" y="6300769"/>
                  </a:lnTo>
                  <a:lnTo>
                    <a:pt x="64646" y="6300769"/>
                  </a:lnTo>
                  <a:lnTo>
                    <a:pt x="64771" y="6300769"/>
                  </a:lnTo>
                  <a:lnTo>
                    <a:pt x="64896" y="6300769"/>
                  </a:lnTo>
                  <a:lnTo>
                    <a:pt x="65021" y="6300769"/>
                  </a:lnTo>
                  <a:lnTo>
                    <a:pt x="65146" y="6300769"/>
                  </a:lnTo>
                  <a:lnTo>
                    <a:pt x="65271" y="6300769"/>
                  </a:lnTo>
                  <a:lnTo>
                    <a:pt x="65396" y="6300769"/>
                  </a:lnTo>
                  <a:lnTo>
                    <a:pt x="65521" y="6300769"/>
                  </a:lnTo>
                  <a:lnTo>
                    <a:pt x="65646" y="6300769"/>
                  </a:lnTo>
                  <a:lnTo>
                    <a:pt x="65771" y="6300769"/>
                  </a:lnTo>
                  <a:lnTo>
                    <a:pt x="65897" y="6300769"/>
                  </a:lnTo>
                  <a:lnTo>
                    <a:pt x="66022" y="6300769"/>
                  </a:lnTo>
                  <a:lnTo>
                    <a:pt x="66147" y="6300769"/>
                  </a:lnTo>
                  <a:lnTo>
                    <a:pt x="66272" y="6300769"/>
                  </a:lnTo>
                  <a:lnTo>
                    <a:pt x="66397" y="6300769"/>
                  </a:lnTo>
                  <a:lnTo>
                    <a:pt x="66522" y="6300769"/>
                  </a:lnTo>
                  <a:lnTo>
                    <a:pt x="66647" y="6300769"/>
                  </a:lnTo>
                  <a:lnTo>
                    <a:pt x="66772" y="6300769"/>
                  </a:lnTo>
                  <a:lnTo>
                    <a:pt x="66897" y="6300769"/>
                  </a:lnTo>
                  <a:lnTo>
                    <a:pt x="67022" y="6300769"/>
                  </a:lnTo>
                  <a:lnTo>
                    <a:pt x="67147" y="6300769"/>
                  </a:lnTo>
                  <a:lnTo>
                    <a:pt x="67272" y="6300769"/>
                  </a:lnTo>
                  <a:lnTo>
                    <a:pt x="67397" y="6300769"/>
                  </a:lnTo>
                  <a:lnTo>
                    <a:pt x="67522" y="6300769"/>
                  </a:lnTo>
                  <a:lnTo>
                    <a:pt x="67647" y="6300769"/>
                  </a:lnTo>
                  <a:lnTo>
                    <a:pt x="67772" y="6300769"/>
                  </a:lnTo>
                  <a:lnTo>
                    <a:pt x="67897" y="6300769"/>
                  </a:lnTo>
                  <a:lnTo>
                    <a:pt x="68022" y="6300769"/>
                  </a:lnTo>
                  <a:lnTo>
                    <a:pt x="68147" y="6300769"/>
                  </a:lnTo>
                  <a:lnTo>
                    <a:pt x="68272" y="6300769"/>
                  </a:lnTo>
                  <a:lnTo>
                    <a:pt x="68397" y="6300769"/>
                  </a:lnTo>
                  <a:lnTo>
                    <a:pt x="68522" y="6300769"/>
                  </a:lnTo>
                  <a:lnTo>
                    <a:pt x="68647" y="6300769"/>
                  </a:lnTo>
                  <a:lnTo>
                    <a:pt x="68772" y="6300769"/>
                  </a:lnTo>
                  <a:lnTo>
                    <a:pt x="68898" y="6300769"/>
                  </a:lnTo>
                  <a:lnTo>
                    <a:pt x="69023" y="6300769"/>
                  </a:lnTo>
                  <a:lnTo>
                    <a:pt x="69148" y="6300769"/>
                  </a:lnTo>
                  <a:lnTo>
                    <a:pt x="69273" y="6300769"/>
                  </a:lnTo>
                  <a:lnTo>
                    <a:pt x="69398" y="6300769"/>
                  </a:lnTo>
                  <a:lnTo>
                    <a:pt x="69523" y="6300769"/>
                  </a:lnTo>
                  <a:lnTo>
                    <a:pt x="69648" y="6300769"/>
                  </a:lnTo>
                  <a:lnTo>
                    <a:pt x="69773" y="6300769"/>
                  </a:lnTo>
                  <a:lnTo>
                    <a:pt x="69898" y="6300769"/>
                  </a:lnTo>
                  <a:lnTo>
                    <a:pt x="70023" y="6300769"/>
                  </a:lnTo>
                  <a:lnTo>
                    <a:pt x="70148" y="6300769"/>
                  </a:lnTo>
                  <a:lnTo>
                    <a:pt x="70273" y="6300769"/>
                  </a:lnTo>
                  <a:lnTo>
                    <a:pt x="70398" y="6300769"/>
                  </a:lnTo>
                  <a:lnTo>
                    <a:pt x="70523" y="6300769"/>
                  </a:lnTo>
                  <a:lnTo>
                    <a:pt x="70648" y="6300769"/>
                  </a:lnTo>
                  <a:lnTo>
                    <a:pt x="70773" y="6300769"/>
                  </a:lnTo>
                  <a:lnTo>
                    <a:pt x="70898" y="6300769"/>
                  </a:lnTo>
                  <a:lnTo>
                    <a:pt x="71023" y="6300769"/>
                  </a:lnTo>
                  <a:lnTo>
                    <a:pt x="71148" y="6300769"/>
                  </a:lnTo>
                  <a:lnTo>
                    <a:pt x="71273" y="6300769"/>
                  </a:lnTo>
                  <a:lnTo>
                    <a:pt x="71398" y="6300769"/>
                  </a:lnTo>
                  <a:lnTo>
                    <a:pt x="71523" y="6300769"/>
                  </a:lnTo>
                  <a:lnTo>
                    <a:pt x="71648" y="6300769"/>
                  </a:lnTo>
                  <a:lnTo>
                    <a:pt x="71773" y="6300769"/>
                  </a:lnTo>
                  <a:lnTo>
                    <a:pt x="71899" y="6300769"/>
                  </a:lnTo>
                  <a:lnTo>
                    <a:pt x="72024" y="6300769"/>
                  </a:lnTo>
                  <a:lnTo>
                    <a:pt x="72149" y="6300769"/>
                  </a:lnTo>
                  <a:lnTo>
                    <a:pt x="72274" y="6300769"/>
                  </a:lnTo>
                  <a:lnTo>
                    <a:pt x="72399" y="6300769"/>
                  </a:lnTo>
                  <a:lnTo>
                    <a:pt x="72524" y="6300769"/>
                  </a:lnTo>
                  <a:lnTo>
                    <a:pt x="72649" y="6300769"/>
                  </a:lnTo>
                  <a:lnTo>
                    <a:pt x="72774" y="6300769"/>
                  </a:lnTo>
                  <a:lnTo>
                    <a:pt x="72899" y="6300769"/>
                  </a:lnTo>
                  <a:lnTo>
                    <a:pt x="73024" y="6300769"/>
                  </a:lnTo>
                  <a:lnTo>
                    <a:pt x="73149" y="6300769"/>
                  </a:lnTo>
                  <a:lnTo>
                    <a:pt x="73274" y="6300769"/>
                  </a:lnTo>
                  <a:lnTo>
                    <a:pt x="73399" y="6300769"/>
                  </a:lnTo>
                  <a:lnTo>
                    <a:pt x="73524" y="6300769"/>
                  </a:lnTo>
                  <a:lnTo>
                    <a:pt x="73649" y="6300769"/>
                  </a:lnTo>
                  <a:lnTo>
                    <a:pt x="73774" y="6300769"/>
                  </a:lnTo>
                  <a:lnTo>
                    <a:pt x="73899" y="6300769"/>
                  </a:lnTo>
                  <a:lnTo>
                    <a:pt x="74024" y="6300769"/>
                  </a:lnTo>
                  <a:lnTo>
                    <a:pt x="74149" y="6300769"/>
                  </a:lnTo>
                  <a:lnTo>
                    <a:pt x="74274" y="6300769"/>
                  </a:lnTo>
                  <a:lnTo>
                    <a:pt x="74399" y="6300769"/>
                  </a:lnTo>
                  <a:lnTo>
                    <a:pt x="74524" y="6300769"/>
                  </a:lnTo>
                  <a:lnTo>
                    <a:pt x="74649" y="6300769"/>
                  </a:lnTo>
                  <a:lnTo>
                    <a:pt x="74774" y="6300769"/>
                  </a:lnTo>
                  <a:lnTo>
                    <a:pt x="74900" y="6300769"/>
                  </a:lnTo>
                  <a:lnTo>
                    <a:pt x="75025" y="6300769"/>
                  </a:lnTo>
                  <a:lnTo>
                    <a:pt x="75150" y="6300769"/>
                  </a:lnTo>
                  <a:lnTo>
                    <a:pt x="75275" y="6300769"/>
                  </a:lnTo>
                  <a:lnTo>
                    <a:pt x="75400" y="6300769"/>
                  </a:lnTo>
                  <a:lnTo>
                    <a:pt x="75525" y="6300769"/>
                  </a:lnTo>
                  <a:lnTo>
                    <a:pt x="75650" y="6300769"/>
                  </a:lnTo>
                  <a:lnTo>
                    <a:pt x="75775" y="6300769"/>
                  </a:lnTo>
                  <a:lnTo>
                    <a:pt x="75900" y="6300769"/>
                  </a:lnTo>
                  <a:lnTo>
                    <a:pt x="76025" y="6300769"/>
                  </a:lnTo>
                  <a:lnTo>
                    <a:pt x="76150" y="6300769"/>
                  </a:lnTo>
                  <a:lnTo>
                    <a:pt x="76275" y="6300769"/>
                  </a:lnTo>
                  <a:lnTo>
                    <a:pt x="76400" y="6300769"/>
                  </a:lnTo>
                  <a:lnTo>
                    <a:pt x="76525" y="6300769"/>
                  </a:lnTo>
                  <a:lnTo>
                    <a:pt x="76650" y="6300769"/>
                  </a:lnTo>
                  <a:lnTo>
                    <a:pt x="76775" y="6300769"/>
                  </a:lnTo>
                  <a:lnTo>
                    <a:pt x="76900" y="6300769"/>
                  </a:lnTo>
                  <a:lnTo>
                    <a:pt x="76900" y="6290815"/>
                  </a:lnTo>
                  <a:lnTo>
                    <a:pt x="77025" y="6290815"/>
                  </a:lnTo>
                  <a:lnTo>
                    <a:pt x="77150" y="6290815"/>
                  </a:lnTo>
                  <a:lnTo>
                    <a:pt x="77275" y="6290815"/>
                  </a:lnTo>
                  <a:lnTo>
                    <a:pt x="77400" y="6290815"/>
                  </a:lnTo>
                  <a:lnTo>
                    <a:pt x="77525" y="6290815"/>
                  </a:lnTo>
                  <a:lnTo>
                    <a:pt x="77650" y="6290815"/>
                  </a:lnTo>
                  <a:lnTo>
                    <a:pt x="77776" y="6290815"/>
                  </a:lnTo>
                  <a:lnTo>
                    <a:pt x="77901" y="6290815"/>
                  </a:lnTo>
                  <a:lnTo>
                    <a:pt x="78026" y="6290815"/>
                  </a:lnTo>
                  <a:lnTo>
                    <a:pt x="78151" y="6290815"/>
                  </a:lnTo>
                  <a:lnTo>
                    <a:pt x="78276" y="6290815"/>
                  </a:lnTo>
                  <a:lnTo>
                    <a:pt x="78401" y="6290815"/>
                  </a:lnTo>
                  <a:lnTo>
                    <a:pt x="78526" y="6290815"/>
                  </a:lnTo>
                  <a:lnTo>
                    <a:pt x="78651" y="6290815"/>
                  </a:lnTo>
                  <a:lnTo>
                    <a:pt x="78776" y="6290815"/>
                  </a:lnTo>
                  <a:lnTo>
                    <a:pt x="78901" y="6290815"/>
                  </a:lnTo>
                  <a:lnTo>
                    <a:pt x="79026" y="6290815"/>
                  </a:lnTo>
                  <a:lnTo>
                    <a:pt x="79151" y="6290815"/>
                  </a:lnTo>
                  <a:lnTo>
                    <a:pt x="79151" y="6280862"/>
                  </a:lnTo>
                  <a:lnTo>
                    <a:pt x="79276" y="6280862"/>
                  </a:lnTo>
                  <a:lnTo>
                    <a:pt x="79401" y="6280862"/>
                  </a:lnTo>
                  <a:lnTo>
                    <a:pt x="79526" y="6280862"/>
                  </a:lnTo>
                  <a:lnTo>
                    <a:pt x="79651" y="6280862"/>
                  </a:lnTo>
                  <a:lnTo>
                    <a:pt x="79776" y="6280862"/>
                  </a:lnTo>
                  <a:lnTo>
                    <a:pt x="79901" y="6280862"/>
                  </a:lnTo>
                  <a:lnTo>
                    <a:pt x="80026" y="6280862"/>
                  </a:lnTo>
                  <a:lnTo>
                    <a:pt x="80151" y="6280862"/>
                  </a:lnTo>
                  <a:lnTo>
                    <a:pt x="80276" y="6280862"/>
                  </a:lnTo>
                  <a:lnTo>
                    <a:pt x="80401" y="6280862"/>
                  </a:lnTo>
                  <a:lnTo>
                    <a:pt x="80526" y="6280862"/>
                  </a:lnTo>
                  <a:lnTo>
                    <a:pt x="80651" y="6280862"/>
                  </a:lnTo>
                  <a:lnTo>
                    <a:pt x="80777" y="6280862"/>
                  </a:lnTo>
                  <a:lnTo>
                    <a:pt x="80902" y="6280862"/>
                  </a:lnTo>
                  <a:lnTo>
                    <a:pt x="81027" y="6280862"/>
                  </a:lnTo>
                  <a:lnTo>
                    <a:pt x="81152" y="6280862"/>
                  </a:lnTo>
                  <a:lnTo>
                    <a:pt x="81277" y="6280862"/>
                  </a:lnTo>
                  <a:lnTo>
                    <a:pt x="81402" y="6280862"/>
                  </a:lnTo>
                  <a:lnTo>
                    <a:pt x="81527" y="6280862"/>
                  </a:lnTo>
                  <a:lnTo>
                    <a:pt x="81652" y="6280862"/>
                  </a:lnTo>
                  <a:lnTo>
                    <a:pt x="81777" y="6280862"/>
                  </a:lnTo>
                  <a:lnTo>
                    <a:pt x="81902" y="6280862"/>
                  </a:lnTo>
                  <a:lnTo>
                    <a:pt x="82027" y="6280862"/>
                  </a:lnTo>
                  <a:lnTo>
                    <a:pt x="82152" y="6280862"/>
                  </a:lnTo>
                  <a:lnTo>
                    <a:pt x="82277" y="6280862"/>
                  </a:lnTo>
                  <a:lnTo>
                    <a:pt x="82402" y="6280862"/>
                  </a:lnTo>
                  <a:lnTo>
                    <a:pt x="82527" y="6280862"/>
                  </a:lnTo>
                  <a:lnTo>
                    <a:pt x="82652" y="6280862"/>
                  </a:lnTo>
                  <a:lnTo>
                    <a:pt x="82777" y="6280862"/>
                  </a:lnTo>
                  <a:lnTo>
                    <a:pt x="82902" y="6280862"/>
                  </a:lnTo>
                  <a:lnTo>
                    <a:pt x="83027" y="6280862"/>
                  </a:lnTo>
                  <a:lnTo>
                    <a:pt x="83152" y="6280862"/>
                  </a:lnTo>
                  <a:lnTo>
                    <a:pt x="83277" y="6280862"/>
                  </a:lnTo>
                  <a:lnTo>
                    <a:pt x="83402" y="6280862"/>
                  </a:lnTo>
                  <a:lnTo>
                    <a:pt x="83527" y="6280862"/>
                  </a:lnTo>
                  <a:lnTo>
                    <a:pt x="83652" y="6280862"/>
                  </a:lnTo>
                  <a:lnTo>
                    <a:pt x="83778" y="6280862"/>
                  </a:lnTo>
                  <a:lnTo>
                    <a:pt x="83903" y="6280862"/>
                  </a:lnTo>
                  <a:lnTo>
                    <a:pt x="84028" y="6280862"/>
                  </a:lnTo>
                  <a:lnTo>
                    <a:pt x="84028" y="6270908"/>
                  </a:lnTo>
                  <a:lnTo>
                    <a:pt x="84153" y="6270908"/>
                  </a:lnTo>
                  <a:lnTo>
                    <a:pt x="84278" y="6270908"/>
                  </a:lnTo>
                  <a:lnTo>
                    <a:pt x="84403" y="6270908"/>
                  </a:lnTo>
                  <a:lnTo>
                    <a:pt x="84528" y="6270908"/>
                  </a:lnTo>
                  <a:lnTo>
                    <a:pt x="84653" y="6270908"/>
                  </a:lnTo>
                  <a:lnTo>
                    <a:pt x="84778" y="6270908"/>
                  </a:lnTo>
                  <a:lnTo>
                    <a:pt x="84903" y="6270908"/>
                  </a:lnTo>
                  <a:lnTo>
                    <a:pt x="85028" y="6270908"/>
                  </a:lnTo>
                  <a:lnTo>
                    <a:pt x="85153" y="6270908"/>
                  </a:lnTo>
                  <a:lnTo>
                    <a:pt x="85278" y="6270908"/>
                  </a:lnTo>
                  <a:lnTo>
                    <a:pt x="85403" y="6270908"/>
                  </a:lnTo>
                  <a:lnTo>
                    <a:pt x="85528" y="6270908"/>
                  </a:lnTo>
                  <a:lnTo>
                    <a:pt x="85653" y="6270908"/>
                  </a:lnTo>
                  <a:lnTo>
                    <a:pt x="85778" y="6270908"/>
                  </a:lnTo>
                  <a:lnTo>
                    <a:pt x="85903" y="6270908"/>
                  </a:lnTo>
                  <a:lnTo>
                    <a:pt x="86028" y="6270908"/>
                  </a:lnTo>
                  <a:lnTo>
                    <a:pt x="86153" y="6270908"/>
                  </a:lnTo>
                  <a:lnTo>
                    <a:pt x="86278" y="6270908"/>
                  </a:lnTo>
                  <a:lnTo>
                    <a:pt x="86403" y="6270908"/>
                  </a:lnTo>
                  <a:lnTo>
                    <a:pt x="86528" y="6270908"/>
                  </a:lnTo>
                  <a:lnTo>
                    <a:pt x="86653" y="6270908"/>
                  </a:lnTo>
                  <a:lnTo>
                    <a:pt x="86779" y="6270908"/>
                  </a:lnTo>
                  <a:lnTo>
                    <a:pt x="86904" y="6270908"/>
                  </a:lnTo>
                  <a:lnTo>
                    <a:pt x="87029" y="6270908"/>
                  </a:lnTo>
                  <a:lnTo>
                    <a:pt x="87154" y="6270908"/>
                  </a:lnTo>
                  <a:lnTo>
                    <a:pt x="87279" y="6270908"/>
                  </a:lnTo>
                  <a:lnTo>
                    <a:pt x="87404" y="6270908"/>
                  </a:lnTo>
                  <a:lnTo>
                    <a:pt x="87529" y="6270908"/>
                  </a:lnTo>
                  <a:lnTo>
                    <a:pt x="87654" y="6270908"/>
                  </a:lnTo>
                  <a:lnTo>
                    <a:pt x="87779" y="6270908"/>
                  </a:lnTo>
                  <a:lnTo>
                    <a:pt x="87904" y="6270908"/>
                  </a:lnTo>
                  <a:lnTo>
                    <a:pt x="88029" y="6270908"/>
                  </a:lnTo>
                  <a:lnTo>
                    <a:pt x="88154" y="6270908"/>
                  </a:lnTo>
                  <a:lnTo>
                    <a:pt x="88279" y="6270908"/>
                  </a:lnTo>
                  <a:lnTo>
                    <a:pt x="88404" y="6270908"/>
                  </a:lnTo>
                  <a:lnTo>
                    <a:pt x="88529" y="6270908"/>
                  </a:lnTo>
                  <a:lnTo>
                    <a:pt x="88654" y="6270908"/>
                  </a:lnTo>
                  <a:lnTo>
                    <a:pt x="88779" y="6270908"/>
                  </a:lnTo>
                  <a:lnTo>
                    <a:pt x="88904" y="6270908"/>
                  </a:lnTo>
                  <a:lnTo>
                    <a:pt x="89029" y="6270908"/>
                  </a:lnTo>
                  <a:lnTo>
                    <a:pt x="89154" y="6270908"/>
                  </a:lnTo>
                  <a:lnTo>
                    <a:pt x="89279" y="6270908"/>
                  </a:lnTo>
                  <a:lnTo>
                    <a:pt x="89404" y="6270908"/>
                  </a:lnTo>
                  <a:lnTo>
                    <a:pt x="89529" y="6270908"/>
                  </a:lnTo>
                  <a:lnTo>
                    <a:pt x="89654" y="6270908"/>
                  </a:lnTo>
                  <a:lnTo>
                    <a:pt x="89780" y="6270908"/>
                  </a:lnTo>
                  <a:lnTo>
                    <a:pt x="89905" y="6270908"/>
                  </a:lnTo>
                  <a:lnTo>
                    <a:pt x="90030" y="6270908"/>
                  </a:lnTo>
                  <a:lnTo>
                    <a:pt x="90155" y="6270908"/>
                  </a:lnTo>
                  <a:lnTo>
                    <a:pt x="90280" y="6270908"/>
                  </a:lnTo>
                  <a:lnTo>
                    <a:pt x="90405" y="6270908"/>
                  </a:lnTo>
                  <a:lnTo>
                    <a:pt x="90530" y="6270908"/>
                  </a:lnTo>
                  <a:lnTo>
                    <a:pt x="90655" y="6270908"/>
                  </a:lnTo>
                  <a:lnTo>
                    <a:pt x="90780" y="6270908"/>
                  </a:lnTo>
                  <a:lnTo>
                    <a:pt x="90905" y="6270908"/>
                  </a:lnTo>
                  <a:lnTo>
                    <a:pt x="91030" y="6270908"/>
                  </a:lnTo>
                  <a:lnTo>
                    <a:pt x="91155" y="6270908"/>
                  </a:lnTo>
                  <a:lnTo>
                    <a:pt x="91280" y="6270908"/>
                  </a:lnTo>
                  <a:lnTo>
                    <a:pt x="91405" y="6270908"/>
                  </a:lnTo>
                  <a:lnTo>
                    <a:pt x="91530" y="6270908"/>
                  </a:lnTo>
                  <a:lnTo>
                    <a:pt x="91655" y="6270908"/>
                  </a:lnTo>
                  <a:lnTo>
                    <a:pt x="91780" y="6270908"/>
                  </a:lnTo>
                  <a:lnTo>
                    <a:pt x="91905" y="6270908"/>
                  </a:lnTo>
                  <a:lnTo>
                    <a:pt x="92030" y="6270908"/>
                  </a:lnTo>
                  <a:lnTo>
                    <a:pt x="92155" y="6270908"/>
                  </a:lnTo>
                  <a:lnTo>
                    <a:pt x="92280" y="6270908"/>
                  </a:lnTo>
                  <a:lnTo>
                    <a:pt x="92405" y="6270908"/>
                  </a:lnTo>
                  <a:lnTo>
                    <a:pt x="92530" y="6270908"/>
                  </a:lnTo>
                  <a:lnTo>
                    <a:pt x="92655" y="6270908"/>
                  </a:lnTo>
                  <a:lnTo>
                    <a:pt x="92781" y="6270908"/>
                  </a:lnTo>
                  <a:lnTo>
                    <a:pt x="92906" y="6270908"/>
                  </a:lnTo>
                  <a:lnTo>
                    <a:pt x="93031" y="6270908"/>
                  </a:lnTo>
                  <a:lnTo>
                    <a:pt x="93156" y="6270908"/>
                  </a:lnTo>
                  <a:lnTo>
                    <a:pt x="93281" y="6270908"/>
                  </a:lnTo>
                  <a:lnTo>
                    <a:pt x="93406" y="6270908"/>
                  </a:lnTo>
                  <a:lnTo>
                    <a:pt x="93531" y="6270908"/>
                  </a:lnTo>
                  <a:lnTo>
                    <a:pt x="93656" y="6270908"/>
                  </a:lnTo>
                  <a:lnTo>
                    <a:pt x="93781" y="6270908"/>
                  </a:lnTo>
                  <a:lnTo>
                    <a:pt x="93906" y="6270908"/>
                  </a:lnTo>
                  <a:lnTo>
                    <a:pt x="94031" y="6270908"/>
                  </a:lnTo>
                  <a:lnTo>
                    <a:pt x="94156" y="6270908"/>
                  </a:lnTo>
                  <a:lnTo>
                    <a:pt x="94281" y="6270908"/>
                  </a:lnTo>
                  <a:lnTo>
                    <a:pt x="94406" y="6270908"/>
                  </a:lnTo>
                  <a:lnTo>
                    <a:pt x="94531" y="6270908"/>
                  </a:lnTo>
                  <a:lnTo>
                    <a:pt x="94656" y="6270908"/>
                  </a:lnTo>
                  <a:lnTo>
                    <a:pt x="94781" y="6270908"/>
                  </a:lnTo>
                  <a:lnTo>
                    <a:pt x="94906" y="6270908"/>
                  </a:lnTo>
                  <a:lnTo>
                    <a:pt x="95031" y="6270908"/>
                  </a:lnTo>
                  <a:lnTo>
                    <a:pt x="95156" y="6270908"/>
                  </a:lnTo>
                  <a:lnTo>
                    <a:pt x="95281" y="6270908"/>
                  </a:lnTo>
                  <a:lnTo>
                    <a:pt x="95406" y="6270908"/>
                  </a:lnTo>
                  <a:lnTo>
                    <a:pt x="95531" y="6270908"/>
                  </a:lnTo>
                  <a:lnTo>
                    <a:pt x="95656" y="6270908"/>
                  </a:lnTo>
                  <a:lnTo>
                    <a:pt x="95782" y="6270908"/>
                  </a:lnTo>
                  <a:lnTo>
                    <a:pt x="95907" y="6270908"/>
                  </a:lnTo>
                  <a:lnTo>
                    <a:pt x="96032" y="6270908"/>
                  </a:lnTo>
                  <a:lnTo>
                    <a:pt x="96157" y="6270908"/>
                  </a:lnTo>
                  <a:lnTo>
                    <a:pt x="96282" y="6270908"/>
                  </a:lnTo>
                  <a:lnTo>
                    <a:pt x="96407" y="6270908"/>
                  </a:lnTo>
                  <a:lnTo>
                    <a:pt x="96532" y="6270908"/>
                  </a:lnTo>
                  <a:lnTo>
                    <a:pt x="96657" y="6270908"/>
                  </a:lnTo>
                  <a:lnTo>
                    <a:pt x="96782" y="6270908"/>
                  </a:lnTo>
                  <a:lnTo>
                    <a:pt x="96907" y="6270908"/>
                  </a:lnTo>
                  <a:lnTo>
                    <a:pt x="97032" y="6270908"/>
                  </a:lnTo>
                  <a:lnTo>
                    <a:pt x="97157" y="6270908"/>
                  </a:lnTo>
                  <a:lnTo>
                    <a:pt x="97282" y="6270908"/>
                  </a:lnTo>
                  <a:lnTo>
                    <a:pt x="97407" y="6270908"/>
                  </a:lnTo>
                  <a:lnTo>
                    <a:pt x="97532" y="6270908"/>
                  </a:lnTo>
                  <a:lnTo>
                    <a:pt x="97657" y="6270908"/>
                  </a:lnTo>
                  <a:lnTo>
                    <a:pt x="97782" y="6270908"/>
                  </a:lnTo>
                  <a:lnTo>
                    <a:pt x="97907" y="6270908"/>
                  </a:lnTo>
                  <a:lnTo>
                    <a:pt x="98032" y="6270908"/>
                  </a:lnTo>
                  <a:lnTo>
                    <a:pt x="98157" y="6270908"/>
                  </a:lnTo>
                  <a:lnTo>
                    <a:pt x="98282" y="6270908"/>
                  </a:lnTo>
                  <a:lnTo>
                    <a:pt x="98407" y="6270908"/>
                  </a:lnTo>
                  <a:lnTo>
                    <a:pt x="98532" y="6270908"/>
                  </a:lnTo>
                  <a:lnTo>
                    <a:pt x="98657" y="6270908"/>
                  </a:lnTo>
                  <a:lnTo>
                    <a:pt x="98783" y="6270908"/>
                  </a:lnTo>
                  <a:lnTo>
                    <a:pt x="98908" y="6270908"/>
                  </a:lnTo>
                  <a:lnTo>
                    <a:pt x="99033" y="6270908"/>
                  </a:lnTo>
                  <a:lnTo>
                    <a:pt x="99158" y="6270908"/>
                  </a:lnTo>
                  <a:lnTo>
                    <a:pt x="99283" y="6270908"/>
                  </a:lnTo>
                  <a:lnTo>
                    <a:pt x="99408" y="6270908"/>
                  </a:lnTo>
                  <a:lnTo>
                    <a:pt x="99533" y="6270908"/>
                  </a:lnTo>
                  <a:lnTo>
                    <a:pt x="99658" y="6270908"/>
                  </a:lnTo>
                  <a:lnTo>
                    <a:pt x="99783" y="6270908"/>
                  </a:lnTo>
                  <a:lnTo>
                    <a:pt x="99908" y="6270908"/>
                  </a:lnTo>
                  <a:lnTo>
                    <a:pt x="100033" y="6270908"/>
                  </a:lnTo>
                  <a:lnTo>
                    <a:pt x="100158" y="6270908"/>
                  </a:lnTo>
                  <a:lnTo>
                    <a:pt x="100283" y="6270908"/>
                  </a:lnTo>
                  <a:lnTo>
                    <a:pt x="100408" y="6270908"/>
                  </a:lnTo>
                  <a:lnTo>
                    <a:pt x="100533" y="6270908"/>
                  </a:lnTo>
                  <a:lnTo>
                    <a:pt x="100658" y="6270908"/>
                  </a:lnTo>
                  <a:lnTo>
                    <a:pt x="100783" y="6270908"/>
                  </a:lnTo>
                  <a:lnTo>
                    <a:pt x="100908" y="6270908"/>
                  </a:lnTo>
                  <a:lnTo>
                    <a:pt x="101033" y="6270908"/>
                  </a:lnTo>
                  <a:lnTo>
                    <a:pt x="101158" y="6270908"/>
                  </a:lnTo>
                  <a:lnTo>
                    <a:pt x="101283" y="6270908"/>
                  </a:lnTo>
                  <a:lnTo>
                    <a:pt x="101408" y="6270908"/>
                  </a:lnTo>
                  <a:lnTo>
                    <a:pt x="101533" y="6270908"/>
                  </a:lnTo>
                  <a:lnTo>
                    <a:pt x="101658" y="6270908"/>
                  </a:lnTo>
                  <a:lnTo>
                    <a:pt x="101784" y="6270908"/>
                  </a:lnTo>
                  <a:lnTo>
                    <a:pt x="101909" y="6270908"/>
                  </a:lnTo>
                  <a:lnTo>
                    <a:pt x="102034" y="6270908"/>
                  </a:lnTo>
                  <a:lnTo>
                    <a:pt x="102159" y="6270908"/>
                  </a:lnTo>
                  <a:lnTo>
                    <a:pt x="102284" y="6270908"/>
                  </a:lnTo>
                  <a:lnTo>
                    <a:pt x="102409" y="6270908"/>
                  </a:lnTo>
                  <a:lnTo>
                    <a:pt x="102534" y="6270908"/>
                  </a:lnTo>
                  <a:lnTo>
                    <a:pt x="102659" y="6270908"/>
                  </a:lnTo>
                  <a:lnTo>
                    <a:pt x="102784" y="6270908"/>
                  </a:lnTo>
                  <a:lnTo>
                    <a:pt x="102784" y="6260954"/>
                  </a:lnTo>
                  <a:lnTo>
                    <a:pt x="102909" y="6260954"/>
                  </a:lnTo>
                  <a:lnTo>
                    <a:pt x="103034" y="6260954"/>
                  </a:lnTo>
                  <a:lnTo>
                    <a:pt x="103159" y="6260954"/>
                  </a:lnTo>
                  <a:lnTo>
                    <a:pt x="103284" y="6260954"/>
                  </a:lnTo>
                  <a:lnTo>
                    <a:pt x="103409" y="6260954"/>
                  </a:lnTo>
                  <a:lnTo>
                    <a:pt x="103534" y="6260954"/>
                  </a:lnTo>
                  <a:lnTo>
                    <a:pt x="103659" y="6260954"/>
                  </a:lnTo>
                  <a:lnTo>
                    <a:pt x="103784" y="6260954"/>
                  </a:lnTo>
                  <a:lnTo>
                    <a:pt x="103909" y="6260954"/>
                  </a:lnTo>
                  <a:lnTo>
                    <a:pt x="104034" y="6260954"/>
                  </a:lnTo>
                  <a:lnTo>
                    <a:pt x="104159" y="6260954"/>
                  </a:lnTo>
                  <a:lnTo>
                    <a:pt x="104159" y="6251000"/>
                  </a:lnTo>
                  <a:lnTo>
                    <a:pt x="104284" y="6251000"/>
                  </a:lnTo>
                  <a:lnTo>
                    <a:pt x="104409" y="6251000"/>
                  </a:lnTo>
                  <a:lnTo>
                    <a:pt x="104534" y="6251000"/>
                  </a:lnTo>
                  <a:lnTo>
                    <a:pt x="104659" y="6251000"/>
                  </a:lnTo>
                  <a:lnTo>
                    <a:pt x="104785" y="6251000"/>
                  </a:lnTo>
                  <a:lnTo>
                    <a:pt x="104910" y="6251000"/>
                  </a:lnTo>
                  <a:lnTo>
                    <a:pt x="105035" y="6251000"/>
                  </a:lnTo>
                  <a:lnTo>
                    <a:pt x="105160" y="6251000"/>
                  </a:lnTo>
                  <a:lnTo>
                    <a:pt x="105285" y="6251000"/>
                  </a:lnTo>
                  <a:lnTo>
                    <a:pt x="105410" y="6251000"/>
                  </a:lnTo>
                  <a:lnTo>
                    <a:pt x="105535" y="6251000"/>
                  </a:lnTo>
                  <a:lnTo>
                    <a:pt x="105660" y="6251000"/>
                  </a:lnTo>
                  <a:lnTo>
                    <a:pt x="105785" y="6251000"/>
                  </a:lnTo>
                  <a:lnTo>
                    <a:pt x="105910" y="6251000"/>
                  </a:lnTo>
                  <a:lnTo>
                    <a:pt x="106035" y="6251000"/>
                  </a:lnTo>
                  <a:lnTo>
                    <a:pt x="106160" y="6251000"/>
                  </a:lnTo>
                  <a:lnTo>
                    <a:pt x="106285" y="6251000"/>
                  </a:lnTo>
                  <a:lnTo>
                    <a:pt x="106410" y="6251000"/>
                  </a:lnTo>
                  <a:lnTo>
                    <a:pt x="106535" y="6251000"/>
                  </a:lnTo>
                  <a:lnTo>
                    <a:pt x="106660" y="6251000"/>
                  </a:lnTo>
                  <a:lnTo>
                    <a:pt x="106785" y="6251000"/>
                  </a:lnTo>
                  <a:lnTo>
                    <a:pt x="106910" y="6251000"/>
                  </a:lnTo>
                  <a:lnTo>
                    <a:pt x="107035" y="6251000"/>
                  </a:lnTo>
                  <a:lnTo>
                    <a:pt x="107160" y="6251000"/>
                  </a:lnTo>
                  <a:lnTo>
                    <a:pt x="107285" y="6251000"/>
                  </a:lnTo>
                  <a:lnTo>
                    <a:pt x="107410" y="6251000"/>
                  </a:lnTo>
                  <a:lnTo>
                    <a:pt x="107535" y="6251000"/>
                  </a:lnTo>
                  <a:lnTo>
                    <a:pt x="107660" y="6251000"/>
                  </a:lnTo>
                  <a:lnTo>
                    <a:pt x="107786" y="6251000"/>
                  </a:lnTo>
                  <a:lnTo>
                    <a:pt x="107911" y="6251000"/>
                  </a:lnTo>
                  <a:lnTo>
                    <a:pt x="108036" y="6251000"/>
                  </a:lnTo>
                  <a:lnTo>
                    <a:pt x="108161" y="6251000"/>
                  </a:lnTo>
                  <a:lnTo>
                    <a:pt x="108286" y="6251000"/>
                  </a:lnTo>
                  <a:lnTo>
                    <a:pt x="108286" y="6241046"/>
                  </a:lnTo>
                  <a:lnTo>
                    <a:pt x="108411" y="6241046"/>
                  </a:lnTo>
                  <a:lnTo>
                    <a:pt x="108536" y="6241046"/>
                  </a:lnTo>
                  <a:lnTo>
                    <a:pt x="108661" y="6241046"/>
                  </a:lnTo>
                  <a:lnTo>
                    <a:pt x="108786" y="6241046"/>
                  </a:lnTo>
                  <a:lnTo>
                    <a:pt x="108911" y="6241046"/>
                  </a:lnTo>
                  <a:lnTo>
                    <a:pt x="109036" y="6241046"/>
                  </a:lnTo>
                  <a:lnTo>
                    <a:pt x="109161" y="6241046"/>
                  </a:lnTo>
                  <a:lnTo>
                    <a:pt x="109286" y="6241046"/>
                  </a:lnTo>
                  <a:lnTo>
                    <a:pt x="109411" y="6241046"/>
                  </a:lnTo>
                  <a:lnTo>
                    <a:pt x="109536" y="6241046"/>
                  </a:lnTo>
                  <a:lnTo>
                    <a:pt x="109536" y="6231092"/>
                  </a:lnTo>
                  <a:lnTo>
                    <a:pt x="109661" y="6231092"/>
                  </a:lnTo>
                  <a:lnTo>
                    <a:pt x="109786" y="6231092"/>
                  </a:lnTo>
                  <a:lnTo>
                    <a:pt x="109911" y="6231092"/>
                  </a:lnTo>
                  <a:lnTo>
                    <a:pt x="110036" y="6231092"/>
                  </a:lnTo>
                  <a:lnTo>
                    <a:pt x="110161" y="6231092"/>
                  </a:lnTo>
                  <a:lnTo>
                    <a:pt x="110286" y="6231092"/>
                  </a:lnTo>
                  <a:lnTo>
                    <a:pt x="110411" y="6231092"/>
                  </a:lnTo>
                  <a:lnTo>
                    <a:pt x="110536" y="6231092"/>
                  </a:lnTo>
                  <a:lnTo>
                    <a:pt x="110661" y="6231092"/>
                  </a:lnTo>
                  <a:lnTo>
                    <a:pt x="110787" y="6231092"/>
                  </a:lnTo>
                  <a:lnTo>
                    <a:pt x="110912" y="6231092"/>
                  </a:lnTo>
                  <a:lnTo>
                    <a:pt x="111037" y="6231092"/>
                  </a:lnTo>
                  <a:lnTo>
                    <a:pt x="111162" y="6231092"/>
                  </a:lnTo>
                  <a:lnTo>
                    <a:pt x="111287" y="6231092"/>
                  </a:lnTo>
                  <a:lnTo>
                    <a:pt x="111412" y="6231092"/>
                  </a:lnTo>
                  <a:lnTo>
                    <a:pt x="111537" y="6231092"/>
                  </a:lnTo>
                  <a:lnTo>
                    <a:pt x="111662" y="6231092"/>
                  </a:lnTo>
                  <a:lnTo>
                    <a:pt x="111787" y="6231092"/>
                  </a:lnTo>
                  <a:lnTo>
                    <a:pt x="111912" y="6231092"/>
                  </a:lnTo>
                  <a:lnTo>
                    <a:pt x="112037" y="6231092"/>
                  </a:lnTo>
                  <a:lnTo>
                    <a:pt x="112162" y="6231092"/>
                  </a:lnTo>
                  <a:lnTo>
                    <a:pt x="112287" y="6231092"/>
                  </a:lnTo>
                  <a:lnTo>
                    <a:pt x="112287" y="6221139"/>
                  </a:lnTo>
                  <a:lnTo>
                    <a:pt x="112412" y="6221139"/>
                  </a:lnTo>
                  <a:lnTo>
                    <a:pt x="112537" y="6221139"/>
                  </a:lnTo>
                  <a:lnTo>
                    <a:pt x="112662" y="6221139"/>
                  </a:lnTo>
                  <a:lnTo>
                    <a:pt x="112787" y="6221139"/>
                  </a:lnTo>
                  <a:lnTo>
                    <a:pt x="112912" y="6221139"/>
                  </a:lnTo>
                  <a:lnTo>
                    <a:pt x="113037" y="6221139"/>
                  </a:lnTo>
                  <a:lnTo>
                    <a:pt x="113162" y="6221139"/>
                  </a:lnTo>
                  <a:lnTo>
                    <a:pt x="113287" y="6221139"/>
                  </a:lnTo>
                  <a:lnTo>
                    <a:pt x="113412" y="6221139"/>
                  </a:lnTo>
                  <a:lnTo>
                    <a:pt x="113537" y="6221139"/>
                  </a:lnTo>
                  <a:lnTo>
                    <a:pt x="113662" y="6221139"/>
                  </a:lnTo>
                  <a:lnTo>
                    <a:pt x="113788" y="6221139"/>
                  </a:lnTo>
                  <a:lnTo>
                    <a:pt x="113913" y="6221139"/>
                  </a:lnTo>
                  <a:lnTo>
                    <a:pt x="114038" y="6221139"/>
                  </a:lnTo>
                  <a:lnTo>
                    <a:pt x="114163" y="6221139"/>
                  </a:lnTo>
                  <a:lnTo>
                    <a:pt x="114288" y="6221139"/>
                  </a:lnTo>
                  <a:lnTo>
                    <a:pt x="114413" y="6221139"/>
                  </a:lnTo>
                  <a:lnTo>
                    <a:pt x="114538" y="6221139"/>
                  </a:lnTo>
                  <a:lnTo>
                    <a:pt x="114663" y="6221139"/>
                  </a:lnTo>
                  <a:lnTo>
                    <a:pt x="114788" y="6221139"/>
                  </a:lnTo>
                  <a:lnTo>
                    <a:pt x="114913" y="6221139"/>
                  </a:lnTo>
                  <a:lnTo>
                    <a:pt x="115038" y="6221139"/>
                  </a:lnTo>
                  <a:lnTo>
                    <a:pt x="115163" y="6221139"/>
                  </a:lnTo>
                  <a:lnTo>
                    <a:pt x="115288" y="6221139"/>
                  </a:lnTo>
                  <a:lnTo>
                    <a:pt x="115413" y="6221139"/>
                  </a:lnTo>
                  <a:lnTo>
                    <a:pt x="115538" y="6221139"/>
                  </a:lnTo>
                  <a:lnTo>
                    <a:pt x="115663" y="6221139"/>
                  </a:lnTo>
                  <a:lnTo>
                    <a:pt x="115788" y="6221139"/>
                  </a:lnTo>
                  <a:lnTo>
                    <a:pt x="115913" y="6221139"/>
                  </a:lnTo>
                  <a:lnTo>
                    <a:pt x="116038" y="6221139"/>
                  </a:lnTo>
                  <a:lnTo>
                    <a:pt x="116163" y="6221139"/>
                  </a:lnTo>
                  <a:lnTo>
                    <a:pt x="116288" y="6221139"/>
                  </a:lnTo>
                  <a:lnTo>
                    <a:pt x="116413" y="6221139"/>
                  </a:lnTo>
                  <a:lnTo>
                    <a:pt x="116538" y="6221139"/>
                  </a:lnTo>
                  <a:lnTo>
                    <a:pt x="116664" y="6221139"/>
                  </a:lnTo>
                  <a:lnTo>
                    <a:pt x="116789" y="6221139"/>
                  </a:lnTo>
                  <a:lnTo>
                    <a:pt x="116789" y="6211185"/>
                  </a:lnTo>
                  <a:lnTo>
                    <a:pt x="116914" y="6211185"/>
                  </a:lnTo>
                  <a:lnTo>
                    <a:pt x="117039" y="6211185"/>
                  </a:lnTo>
                  <a:lnTo>
                    <a:pt x="117164" y="6211185"/>
                  </a:lnTo>
                  <a:lnTo>
                    <a:pt x="117289" y="6211185"/>
                  </a:lnTo>
                  <a:lnTo>
                    <a:pt x="117414" y="6211185"/>
                  </a:lnTo>
                  <a:lnTo>
                    <a:pt x="117539" y="6211185"/>
                  </a:lnTo>
                  <a:lnTo>
                    <a:pt x="117664" y="6211185"/>
                  </a:lnTo>
                  <a:lnTo>
                    <a:pt x="117789" y="6211185"/>
                  </a:lnTo>
                  <a:lnTo>
                    <a:pt x="117914" y="6211185"/>
                  </a:lnTo>
                  <a:lnTo>
                    <a:pt x="118039" y="6211185"/>
                  </a:lnTo>
                  <a:lnTo>
                    <a:pt x="118164" y="6211185"/>
                  </a:lnTo>
                  <a:lnTo>
                    <a:pt x="118289" y="6211185"/>
                  </a:lnTo>
                  <a:lnTo>
                    <a:pt x="118414" y="6211185"/>
                  </a:lnTo>
                  <a:lnTo>
                    <a:pt x="118539" y="6211185"/>
                  </a:lnTo>
                  <a:lnTo>
                    <a:pt x="118664" y="6211185"/>
                  </a:lnTo>
                  <a:lnTo>
                    <a:pt x="118789" y="6211185"/>
                  </a:lnTo>
                  <a:lnTo>
                    <a:pt x="118914" y="6211185"/>
                  </a:lnTo>
                  <a:lnTo>
                    <a:pt x="119039" y="6211185"/>
                  </a:lnTo>
                  <a:lnTo>
                    <a:pt x="119164" y="6211185"/>
                  </a:lnTo>
                  <a:lnTo>
                    <a:pt x="119289" y="6211185"/>
                  </a:lnTo>
                  <a:lnTo>
                    <a:pt x="119414" y="6211185"/>
                  </a:lnTo>
                  <a:lnTo>
                    <a:pt x="119539" y="6211185"/>
                  </a:lnTo>
                  <a:lnTo>
                    <a:pt x="119665" y="6211185"/>
                  </a:lnTo>
                  <a:lnTo>
                    <a:pt x="119790" y="6211185"/>
                  </a:lnTo>
                  <a:lnTo>
                    <a:pt x="119915" y="6211185"/>
                  </a:lnTo>
                  <a:lnTo>
                    <a:pt x="120040" y="6211185"/>
                  </a:lnTo>
                  <a:lnTo>
                    <a:pt x="120165" y="6211185"/>
                  </a:lnTo>
                  <a:lnTo>
                    <a:pt x="120290" y="6211185"/>
                  </a:lnTo>
                  <a:lnTo>
                    <a:pt x="120415" y="6211185"/>
                  </a:lnTo>
                  <a:lnTo>
                    <a:pt x="120540" y="6211185"/>
                  </a:lnTo>
                  <a:lnTo>
                    <a:pt x="120665" y="6211185"/>
                  </a:lnTo>
                  <a:lnTo>
                    <a:pt x="120790" y="6211185"/>
                  </a:lnTo>
                  <a:lnTo>
                    <a:pt x="120915" y="6211185"/>
                  </a:lnTo>
                  <a:lnTo>
                    <a:pt x="121040" y="6211185"/>
                  </a:lnTo>
                  <a:lnTo>
                    <a:pt x="121165" y="6211185"/>
                  </a:lnTo>
                  <a:lnTo>
                    <a:pt x="121290" y="6211185"/>
                  </a:lnTo>
                  <a:lnTo>
                    <a:pt x="121415" y="6211185"/>
                  </a:lnTo>
                  <a:lnTo>
                    <a:pt x="121540" y="6211185"/>
                  </a:lnTo>
                  <a:lnTo>
                    <a:pt x="121665" y="6211185"/>
                  </a:lnTo>
                  <a:lnTo>
                    <a:pt x="121790" y="6211185"/>
                  </a:lnTo>
                  <a:lnTo>
                    <a:pt x="121915" y="6211185"/>
                  </a:lnTo>
                  <a:lnTo>
                    <a:pt x="122040" y="6211185"/>
                  </a:lnTo>
                  <a:lnTo>
                    <a:pt x="122165" y="6211185"/>
                  </a:lnTo>
                  <a:lnTo>
                    <a:pt x="122290" y="6211185"/>
                  </a:lnTo>
                  <a:lnTo>
                    <a:pt x="122415" y="6211185"/>
                  </a:lnTo>
                  <a:lnTo>
                    <a:pt x="122540" y="6211185"/>
                  </a:lnTo>
                  <a:lnTo>
                    <a:pt x="122666" y="6211185"/>
                  </a:lnTo>
                  <a:lnTo>
                    <a:pt x="122791" y="6211185"/>
                  </a:lnTo>
                  <a:lnTo>
                    <a:pt x="122916" y="6211185"/>
                  </a:lnTo>
                  <a:lnTo>
                    <a:pt x="123041" y="6211185"/>
                  </a:lnTo>
                  <a:lnTo>
                    <a:pt x="123166" y="6211185"/>
                  </a:lnTo>
                  <a:lnTo>
                    <a:pt x="123291" y="6211185"/>
                  </a:lnTo>
                  <a:lnTo>
                    <a:pt x="123416" y="6211185"/>
                  </a:lnTo>
                  <a:lnTo>
                    <a:pt x="123541" y="6211185"/>
                  </a:lnTo>
                  <a:lnTo>
                    <a:pt x="123666" y="6211185"/>
                  </a:lnTo>
                  <a:lnTo>
                    <a:pt x="123791" y="6211185"/>
                  </a:lnTo>
                  <a:lnTo>
                    <a:pt x="123916" y="6211185"/>
                  </a:lnTo>
                  <a:lnTo>
                    <a:pt x="124041" y="6211185"/>
                  </a:lnTo>
                  <a:lnTo>
                    <a:pt x="124166" y="6211185"/>
                  </a:lnTo>
                  <a:lnTo>
                    <a:pt x="124291" y="6211185"/>
                  </a:lnTo>
                  <a:lnTo>
                    <a:pt x="124416" y="6211185"/>
                  </a:lnTo>
                  <a:lnTo>
                    <a:pt x="124541" y="6211185"/>
                  </a:lnTo>
                  <a:lnTo>
                    <a:pt x="124666" y="6211185"/>
                  </a:lnTo>
                  <a:lnTo>
                    <a:pt x="124791" y="6211185"/>
                  </a:lnTo>
                  <a:lnTo>
                    <a:pt x="124916" y="6211185"/>
                  </a:lnTo>
                  <a:lnTo>
                    <a:pt x="125041" y="6211185"/>
                  </a:lnTo>
                  <a:lnTo>
                    <a:pt x="125166" y="6211185"/>
                  </a:lnTo>
                  <a:lnTo>
                    <a:pt x="125291" y="6211185"/>
                  </a:lnTo>
                  <a:lnTo>
                    <a:pt x="125416" y="6211185"/>
                  </a:lnTo>
                  <a:lnTo>
                    <a:pt x="125541" y="6211185"/>
                  </a:lnTo>
                  <a:lnTo>
                    <a:pt x="125667" y="6211185"/>
                  </a:lnTo>
                  <a:lnTo>
                    <a:pt x="125792" y="6211185"/>
                  </a:lnTo>
                  <a:lnTo>
                    <a:pt x="125917" y="6211185"/>
                  </a:lnTo>
                  <a:lnTo>
                    <a:pt x="126042" y="6211185"/>
                  </a:lnTo>
                  <a:lnTo>
                    <a:pt x="126167" y="6211185"/>
                  </a:lnTo>
                  <a:lnTo>
                    <a:pt x="126292" y="6211185"/>
                  </a:lnTo>
                  <a:lnTo>
                    <a:pt x="126417" y="6211185"/>
                  </a:lnTo>
                  <a:lnTo>
                    <a:pt x="126542" y="6211185"/>
                  </a:lnTo>
                  <a:lnTo>
                    <a:pt x="126667" y="6211185"/>
                  </a:lnTo>
                  <a:lnTo>
                    <a:pt x="126792" y="6211185"/>
                  </a:lnTo>
                  <a:lnTo>
                    <a:pt x="126917" y="6211185"/>
                  </a:lnTo>
                  <a:lnTo>
                    <a:pt x="127042" y="6211185"/>
                  </a:lnTo>
                  <a:lnTo>
                    <a:pt x="127167" y="6211185"/>
                  </a:lnTo>
                  <a:lnTo>
                    <a:pt x="127292" y="6211185"/>
                  </a:lnTo>
                  <a:lnTo>
                    <a:pt x="127417" y="6211185"/>
                  </a:lnTo>
                  <a:lnTo>
                    <a:pt x="127542" y="6211185"/>
                  </a:lnTo>
                  <a:lnTo>
                    <a:pt x="127667" y="6211185"/>
                  </a:lnTo>
                  <a:lnTo>
                    <a:pt x="127792" y="6211185"/>
                  </a:lnTo>
                  <a:lnTo>
                    <a:pt x="127917" y="6211185"/>
                  </a:lnTo>
                  <a:lnTo>
                    <a:pt x="128042" y="6211185"/>
                  </a:lnTo>
                  <a:lnTo>
                    <a:pt x="128167" y="6211185"/>
                  </a:lnTo>
                  <a:lnTo>
                    <a:pt x="128292" y="6211185"/>
                  </a:lnTo>
                  <a:lnTo>
                    <a:pt x="128417" y="6211185"/>
                  </a:lnTo>
                  <a:lnTo>
                    <a:pt x="128542" y="6211185"/>
                  </a:lnTo>
                  <a:lnTo>
                    <a:pt x="128668" y="6211185"/>
                  </a:lnTo>
                  <a:lnTo>
                    <a:pt x="128793" y="6211185"/>
                  </a:lnTo>
                  <a:lnTo>
                    <a:pt x="128918" y="6211185"/>
                  </a:lnTo>
                  <a:lnTo>
                    <a:pt x="129043" y="6211185"/>
                  </a:lnTo>
                  <a:lnTo>
                    <a:pt x="129168" y="6211185"/>
                  </a:lnTo>
                  <a:lnTo>
                    <a:pt x="129168" y="6201231"/>
                  </a:lnTo>
                  <a:lnTo>
                    <a:pt x="129293" y="6201231"/>
                  </a:lnTo>
                  <a:lnTo>
                    <a:pt x="129418" y="6201231"/>
                  </a:lnTo>
                  <a:lnTo>
                    <a:pt x="129543" y="6201231"/>
                  </a:lnTo>
                  <a:lnTo>
                    <a:pt x="129668" y="6201231"/>
                  </a:lnTo>
                  <a:lnTo>
                    <a:pt x="129793" y="6201231"/>
                  </a:lnTo>
                  <a:lnTo>
                    <a:pt x="129918" y="6201231"/>
                  </a:lnTo>
                  <a:lnTo>
                    <a:pt x="130043" y="6201231"/>
                  </a:lnTo>
                  <a:lnTo>
                    <a:pt x="130168" y="6201231"/>
                  </a:lnTo>
                  <a:lnTo>
                    <a:pt x="130293" y="6201231"/>
                  </a:lnTo>
                  <a:lnTo>
                    <a:pt x="130418" y="6201231"/>
                  </a:lnTo>
                  <a:lnTo>
                    <a:pt x="130543" y="6201231"/>
                  </a:lnTo>
                  <a:lnTo>
                    <a:pt x="130668" y="6201231"/>
                  </a:lnTo>
                  <a:lnTo>
                    <a:pt x="130793" y="6201231"/>
                  </a:lnTo>
                  <a:lnTo>
                    <a:pt x="130918" y="6201231"/>
                  </a:lnTo>
                  <a:lnTo>
                    <a:pt x="131043" y="6201231"/>
                  </a:lnTo>
                  <a:lnTo>
                    <a:pt x="131043" y="6191277"/>
                  </a:lnTo>
                  <a:lnTo>
                    <a:pt x="131168" y="6191277"/>
                  </a:lnTo>
                  <a:lnTo>
                    <a:pt x="131293" y="6191277"/>
                  </a:lnTo>
                  <a:lnTo>
                    <a:pt x="131418" y="6191277"/>
                  </a:lnTo>
                  <a:lnTo>
                    <a:pt x="131543" y="6191277"/>
                  </a:lnTo>
                  <a:lnTo>
                    <a:pt x="131669" y="6191277"/>
                  </a:lnTo>
                  <a:lnTo>
                    <a:pt x="131794" y="6191277"/>
                  </a:lnTo>
                  <a:lnTo>
                    <a:pt x="131919" y="6191277"/>
                  </a:lnTo>
                  <a:lnTo>
                    <a:pt x="132044" y="6191277"/>
                  </a:lnTo>
                  <a:lnTo>
                    <a:pt x="132169" y="6191277"/>
                  </a:lnTo>
                  <a:lnTo>
                    <a:pt x="132294" y="6191277"/>
                  </a:lnTo>
                  <a:lnTo>
                    <a:pt x="132419" y="6191277"/>
                  </a:lnTo>
                  <a:lnTo>
                    <a:pt x="132544" y="6191277"/>
                  </a:lnTo>
                  <a:lnTo>
                    <a:pt x="132669" y="6191277"/>
                  </a:lnTo>
                  <a:lnTo>
                    <a:pt x="132669" y="6181323"/>
                  </a:lnTo>
                  <a:lnTo>
                    <a:pt x="132794" y="6181323"/>
                  </a:lnTo>
                  <a:lnTo>
                    <a:pt x="132919" y="6181323"/>
                  </a:lnTo>
                  <a:lnTo>
                    <a:pt x="133044" y="6181323"/>
                  </a:lnTo>
                  <a:lnTo>
                    <a:pt x="133169" y="6181323"/>
                  </a:lnTo>
                  <a:lnTo>
                    <a:pt x="133294" y="6181323"/>
                  </a:lnTo>
                  <a:lnTo>
                    <a:pt x="133419" y="6181323"/>
                  </a:lnTo>
                  <a:lnTo>
                    <a:pt x="133544" y="6181323"/>
                  </a:lnTo>
                  <a:lnTo>
                    <a:pt x="133669" y="6181323"/>
                  </a:lnTo>
                  <a:lnTo>
                    <a:pt x="133794" y="6181323"/>
                  </a:lnTo>
                  <a:lnTo>
                    <a:pt x="133919" y="6181323"/>
                  </a:lnTo>
                  <a:lnTo>
                    <a:pt x="134044" y="6181323"/>
                  </a:lnTo>
                  <a:lnTo>
                    <a:pt x="134169" y="6181323"/>
                  </a:lnTo>
                  <a:lnTo>
                    <a:pt x="134294" y="6181323"/>
                  </a:lnTo>
                  <a:lnTo>
                    <a:pt x="134419" y="6181323"/>
                  </a:lnTo>
                  <a:lnTo>
                    <a:pt x="134544" y="6181323"/>
                  </a:lnTo>
                  <a:lnTo>
                    <a:pt x="134670" y="6181323"/>
                  </a:lnTo>
                  <a:lnTo>
                    <a:pt x="134795" y="6181323"/>
                  </a:lnTo>
                  <a:lnTo>
                    <a:pt x="134920" y="6181323"/>
                  </a:lnTo>
                  <a:lnTo>
                    <a:pt x="135045" y="6181323"/>
                  </a:lnTo>
                  <a:lnTo>
                    <a:pt x="135170" y="6181323"/>
                  </a:lnTo>
                  <a:lnTo>
                    <a:pt x="135295" y="6181323"/>
                  </a:lnTo>
                  <a:lnTo>
                    <a:pt x="135420" y="6181323"/>
                  </a:lnTo>
                  <a:lnTo>
                    <a:pt x="135545" y="6181323"/>
                  </a:lnTo>
                  <a:lnTo>
                    <a:pt x="135670" y="6181323"/>
                  </a:lnTo>
                  <a:lnTo>
                    <a:pt x="135795" y="6181323"/>
                  </a:lnTo>
                  <a:lnTo>
                    <a:pt x="135920" y="6181323"/>
                  </a:lnTo>
                  <a:lnTo>
                    <a:pt x="136045" y="6181323"/>
                  </a:lnTo>
                  <a:lnTo>
                    <a:pt x="136170" y="6181323"/>
                  </a:lnTo>
                  <a:lnTo>
                    <a:pt x="136295" y="6181323"/>
                  </a:lnTo>
                  <a:lnTo>
                    <a:pt x="136420" y="6181323"/>
                  </a:lnTo>
                  <a:lnTo>
                    <a:pt x="136545" y="6181323"/>
                  </a:lnTo>
                  <a:lnTo>
                    <a:pt x="136670" y="6181323"/>
                  </a:lnTo>
                  <a:lnTo>
                    <a:pt x="136795" y="6181323"/>
                  </a:lnTo>
                  <a:lnTo>
                    <a:pt x="136920" y="6181323"/>
                  </a:lnTo>
                  <a:lnTo>
                    <a:pt x="137045" y="6181323"/>
                  </a:lnTo>
                  <a:lnTo>
                    <a:pt x="137170" y="6181323"/>
                  </a:lnTo>
                  <a:lnTo>
                    <a:pt x="137295" y="6181323"/>
                  </a:lnTo>
                  <a:lnTo>
                    <a:pt x="137420" y="6181323"/>
                  </a:lnTo>
                  <a:lnTo>
                    <a:pt x="137545" y="6181323"/>
                  </a:lnTo>
                  <a:lnTo>
                    <a:pt x="137671" y="6181323"/>
                  </a:lnTo>
                  <a:lnTo>
                    <a:pt x="137796" y="6181323"/>
                  </a:lnTo>
                  <a:lnTo>
                    <a:pt x="137921" y="6181323"/>
                  </a:lnTo>
                  <a:lnTo>
                    <a:pt x="138046" y="6181323"/>
                  </a:lnTo>
                  <a:lnTo>
                    <a:pt x="138171" y="6181323"/>
                  </a:lnTo>
                  <a:lnTo>
                    <a:pt x="138296" y="6181323"/>
                  </a:lnTo>
                  <a:lnTo>
                    <a:pt x="138421" y="6181323"/>
                  </a:lnTo>
                  <a:lnTo>
                    <a:pt x="138546" y="6181323"/>
                  </a:lnTo>
                  <a:lnTo>
                    <a:pt x="138671" y="6181323"/>
                  </a:lnTo>
                  <a:lnTo>
                    <a:pt x="138796" y="6181323"/>
                  </a:lnTo>
                  <a:lnTo>
                    <a:pt x="138921" y="6181323"/>
                  </a:lnTo>
                  <a:lnTo>
                    <a:pt x="139046" y="6181323"/>
                  </a:lnTo>
                  <a:lnTo>
                    <a:pt x="139171" y="6181323"/>
                  </a:lnTo>
                  <a:lnTo>
                    <a:pt x="139296" y="6181323"/>
                  </a:lnTo>
                  <a:lnTo>
                    <a:pt x="139421" y="6181323"/>
                  </a:lnTo>
                  <a:lnTo>
                    <a:pt x="139546" y="6181323"/>
                  </a:lnTo>
                  <a:lnTo>
                    <a:pt x="139671" y="6181323"/>
                  </a:lnTo>
                  <a:lnTo>
                    <a:pt x="139796" y="6181323"/>
                  </a:lnTo>
                  <a:lnTo>
                    <a:pt x="139921" y="6181323"/>
                  </a:lnTo>
                  <a:lnTo>
                    <a:pt x="140046" y="6181323"/>
                  </a:lnTo>
                  <a:lnTo>
                    <a:pt x="140171" y="6181323"/>
                  </a:lnTo>
                  <a:lnTo>
                    <a:pt x="140296" y="6181323"/>
                  </a:lnTo>
                  <a:lnTo>
                    <a:pt x="140421" y="6181323"/>
                  </a:lnTo>
                  <a:lnTo>
                    <a:pt x="140546" y="6181323"/>
                  </a:lnTo>
                  <a:lnTo>
                    <a:pt x="140672" y="6181323"/>
                  </a:lnTo>
                  <a:lnTo>
                    <a:pt x="140797" y="6181323"/>
                  </a:lnTo>
                  <a:lnTo>
                    <a:pt x="140922" y="6181323"/>
                  </a:lnTo>
                  <a:lnTo>
                    <a:pt x="141047" y="6181323"/>
                  </a:lnTo>
                  <a:lnTo>
                    <a:pt x="141172" y="6181323"/>
                  </a:lnTo>
                  <a:lnTo>
                    <a:pt x="141297" y="6181323"/>
                  </a:lnTo>
                  <a:lnTo>
                    <a:pt x="141422" y="6181323"/>
                  </a:lnTo>
                  <a:lnTo>
                    <a:pt x="141547" y="6181323"/>
                  </a:lnTo>
                  <a:lnTo>
                    <a:pt x="141672" y="6181323"/>
                  </a:lnTo>
                  <a:lnTo>
                    <a:pt x="141797" y="6181323"/>
                  </a:lnTo>
                  <a:lnTo>
                    <a:pt x="141922" y="6181323"/>
                  </a:lnTo>
                  <a:lnTo>
                    <a:pt x="142047" y="6181323"/>
                  </a:lnTo>
                  <a:lnTo>
                    <a:pt x="142172" y="6181323"/>
                  </a:lnTo>
                  <a:lnTo>
                    <a:pt x="142297" y="6181323"/>
                  </a:lnTo>
                  <a:lnTo>
                    <a:pt x="142422" y="6181323"/>
                  </a:lnTo>
                  <a:lnTo>
                    <a:pt x="142547" y="6181323"/>
                  </a:lnTo>
                  <a:lnTo>
                    <a:pt x="142672" y="6181323"/>
                  </a:lnTo>
                  <a:lnTo>
                    <a:pt x="142797" y="6181323"/>
                  </a:lnTo>
                  <a:lnTo>
                    <a:pt x="142922" y="6181323"/>
                  </a:lnTo>
                  <a:lnTo>
                    <a:pt x="143047" y="6181323"/>
                  </a:lnTo>
                  <a:lnTo>
                    <a:pt x="143172" y="6181323"/>
                  </a:lnTo>
                  <a:lnTo>
                    <a:pt x="143297" y="6181323"/>
                  </a:lnTo>
                  <a:lnTo>
                    <a:pt x="143422" y="6181323"/>
                  </a:lnTo>
                  <a:lnTo>
                    <a:pt x="143547" y="6181323"/>
                  </a:lnTo>
                  <a:lnTo>
                    <a:pt x="143673" y="6181323"/>
                  </a:lnTo>
                  <a:lnTo>
                    <a:pt x="143798" y="6181323"/>
                  </a:lnTo>
                  <a:lnTo>
                    <a:pt x="143923" y="6181323"/>
                  </a:lnTo>
                  <a:lnTo>
                    <a:pt x="144048" y="6181323"/>
                  </a:lnTo>
                  <a:lnTo>
                    <a:pt x="144173" y="6181323"/>
                  </a:lnTo>
                  <a:lnTo>
                    <a:pt x="144298" y="6181323"/>
                  </a:lnTo>
                  <a:lnTo>
                    <a:pt x="144423" y="6181323"/>
                  </a:lnTo>
                  <a:lnTo>
                    <a:pt x="144548" y="6181323"/>
                  </a:lnTo>
                  <a:lnTo>
                    <a:pt x="144673" y="6181323"/>
                  </a:lnTo>
                  <a:lnTo>
                    <a:pt x="144798" y="6181323"/>
                  </a:lnTo>
                  <a:lnTo>
                    <a:pt x="144923" y="6181323"/>
                  </a:lnTo>
                  <a:lnTo>
                    <a:pt x="145048" y="6181323"/>
                  </a:lnTo>
                  <a:lnTo>
                    <a:pt x="145173" y="6181323"/>
                  </a:lnTo>
                  <a:lnTo>
                    <a:pt x="145298" y="6181323"/>
                  </a:lnTo>
                  <a:lnTo>
                    <a:pt x="145423" y="6181323"/>
                  </a:lnTo>
                  <a:lnTo>
                    <a:pt x="145548" y="6181323"/>
                  </a:lnTo>
                  <a:lnTo>
                    <a:pt x="145673" y="6181323"/>
                  </a:lnTo>
                  <a:lnTo>
                    <a:pt x="145798" y="6181323"/>
                  </a:lnTo>
                  <a:lnTo>
                    <a:pt x="145923" y="6181323"/>
                  </a:lnTo>
                  <a:lnTo>
                    <a:pt x="146048" y="6181323"/>
                  </a:lnTo>
                  <a:lnTo>
                    <a:pt x="146173" y="6181323"/>
                  </a:lnTo>
                  <a:lnTo>
                    <a:pt x="146298" y="6181323"/>
                  </a:lnTo>
                  <a:lnTo>
                    <a:pt x="146423" y="6181323"/>
                  </a:lnTo>
                  <a:lnTo>
                    <a:pt x="146548" y="6181323"/>
                  </a:lnTo>
                  <a:lnTo>
                    <a:pt x="146674" y="6181323"/>
                  </a:lnTo>
                  <a:lnTo>
                    <a:pt x="146799" y="6181323"/>
                  </a:lnTo>
                  <a:lnTo>
                    <a:pt x="146924" y="6181323"/>
                  </a:lnTo>
                  <a:lnTo>
                    <a:pt x="147049" y="6181323"/>
                  </a:lnTo>
                  <a:lnTo>
                    <a:pt x="147174" y="6181323"/>
                  </a:lnTo>
                  <a:lnTo>
                    <a:pt x="147299" y="6181323"/>
                  </a:lnTo>
                  <a:lnTo>
                    <a:pt x="147424" y="6181323"/>
                  </a:lnTo>
                  <a:lnTo>
                    <a:pt x="147549" y="6181323"/>
                  </a:lnTo>
                  <a:lnTo>
                    <a:pt x="147674" y="6181323"/>
                  </a:lnTo>
                  <a:lnTo>
                    <a:pt x="147799" y="6181323"/>
                  </a:lnTo>
                  <a:lnTo>
                    <a:pt x="147924" y="6181323"/>
                  </a:lnTo>
                  <a:lnTo>
                    <a:pt x="148049" y="6181323"/>
                  </a:lnTo>
                  <a:lnTo>
                    <a:pt x="148174" y="6181323"/>
                  </a:lnTo>
                  <a:lnTo>
                    <a:pt x="148299" y="6181323"/>
                  </a:lnTo>
                  <a:lnTo>
                    <a:pt x="148424" y="6181323"/>
                  </a:lnTo>
                  <a:lnTo>
                    <a:pt x="148549" y="6181323"/>
                  </a:lnTo>
                  <a:lnTo>
                    <a:pt x="148674" y="6181323"/>
                  </a:lnTo>
                  <a:lnTo>
                    <a:pt x="148799" y="6181323"/>
                  </a:lnTo>
                  <a:lnTo>
                    <a:pt x="148924" y="6181323"/>
                  </a:lnTo>
                  <a:lnTo>
                    <a:pt x="149049" y="6181323"/>
                  </a:lnTo>
                  <a:lnTo>
                    <a:pt x="149174" y="6181323"/>
                  </a:lnTo>
                  <a:lnTo>
                    <a:pt x="149299" y="6181323"/>
                  </a:lnTo>
                  <a:lnTo>
                    <a:pt x="149424" y="6181323"/>
                  </a:lnTo>
                  <a:lnTo>
                    <a:pt x="149549" y="6181323"/>
                  </a:lnTo>
                  <a:lnTo>
                    <a:pt x="149675" y="6181323"/>
                  </a:lnTo>
                  <a:lnTo>
                    <a:pt x="149800" y="6181323"/>
                  </a:lnTo>
                  <a:lnTo>
                    <a:pt x="149925" y="6181323"/>
                  </a:lnTo>
                  <a:lnTo>
                    <a:pt x="150050" y="6181323"/>
                  </a:lnTo>
                  <a:lnTo>
                    <a:pt x="150175" y="6181323"/>
                  </a:lnTo>
                  <a:lnTo>
                    <a:pt x="150300" y="6181323"/>
                  </a:lnTo>
                  <a:lnTo>
                    <a:pt x="150425" y="6181323"/>
                  </a:lnTo>
                  <a:lnTo>
                    <a:pt x="150550" y="6181323"/>
                  </a:lnTo>
                  <a:lnTo>
                    <a:pt x="150675" y="6181323"/>
                  </a:lnTo>
                  <a:lnTo>
                    <a:pt x="150800" y="6181323"/>
                  </a:lnTo>
                  <a:lnTo>
                    <a:pt x="150925" y="6181323"/>
                  </a:lnTo>
                  <a:lnTo>
                    <a:pt x="151050" y="6181323"/>
                  </a:lnTo>
                  <a:lnTo>
                    <a:pt x="151175" y="6181323"/>
                  </a:lnTo>
                  <a:lnTo>
                    <a:pt x="151300" y="6181323"/>
                  </a:lnTo>
                  <a:lnTo>
                    <a:pt x="151425" y="6181323"/>
                  </a:lnTo>
                  <a:lnTo>
                    <a:pt x="151550" y="6181323"/>
                  </a:lnTo>
                  <a:lnTo>
                    <a:pt x="151675" y="6181323"/>
                  </a:lnTo>
                  <a:lnTo>
                    <a:pt x="151800" y="6181323"/>
                  </a:lnTo>
                  <a:lnTo>
                    <a:pt x="151925" y="6181323"/>
                  </a:lnTo>
                  <a:lnTo>
                    <a:pt x="152050" y="6181323"/>
                  </a:lnTo>
                  <a:lnTo>
                    <a:pt x="152175" y="6181323"/>
                  </a:lnTo>
                  <a:lnTo>
                    <a:pt x="152300" y="6181323"/>
                  </a:lnTo>
                  <a:lnTo>
                    <a:pt x="152425" y="6181323"/>
                  </a:lnTo>
                  <a:lnTo>
                    <a:pt x="152550" y="6181323"/>
                  </a:lnTo>
                  <a:lnTo>
                    <a:pt x="152676" y="6181323"/>
                  </a:lnTo>
                  <a:lnTo>
                    <a:pt x="152801" y="6181323"/>
                  </a:lnTo>
                  <a:lnTo>
                    <a:pt x="152926" y="6181323"/>
                  </a:lnTo>
                  <a:lnTo>
                    <a:pt x="153051" y="6181323"/>
                  </a:lnTo>
                  <a:lnTo>
                    <a:pt x="153176" y="6181323"/>
                  </a:lnTo>
                  <a:lnTo>
                    <a:pt x="153301" y="6181323"/>
                  </a:lnTo>
                  <a:lnTo>
                    <a:pt x="153426" y="6181323"/>
                  </a:lnTo>
                  <a:lnTo>
                    <a:pt x="153551" y="6181323"/>
                  </a:lnTo>
                  <a:lnTo>
                    <a:pt x="153676" y="6181323"/>
                  </a:lnTo>
                  <a:lnTo>
                    <a:pt x="153801" y="6181323"/>
                  </a:lnTo>
                  <a:lnTo>
                    <a:pt x="153926" y="6181323"/>
                  </a:lnTo>
                  <a:lnTo>
                    <a:pt x="154051" y="6181323"/>
                  </a:lnTo>
                  <a:lnTo>
                    <a:pt x="154176" y="6181323"/>
                  </a:lnTo>
                  <a:lnTo>
                    <a:pt x="154301" y="6181323"/>
                  </a:lnTo>
                  <a:lnTo>
                    <a:pt x="154426" y="6181323"/>
                  </a:lnTo>
                  <a:lnTo>
                    <a:pt x="154551" y="6181323"/>
                  </a:lnTo>
                  <a:lnTo>
                    <a:pt x="154676" y="6181323"/>
                  </a:lnTo>
                  <a:lnTo>
                    <a:pt x="154801" y="6181323"/>
                  </a:lnTo>
                  <a:lnTo>
                    <a:pt x="154926" y="6181323"/>
                  </a:lnTo>
                  <a:lnTo>
                    <a:pt x="155051" y="6181323"/>
                  </a:lnTo>
                  <a:lnTo>
                    <a:pt x="155176" y="6181323"/>
                  </a:lnTo>
                  <a:lnTo>
                    <a:pt x="155301" y="6181323"/>
                  </a:lnTo>
                  <a:lnTo>
                    <a:pt x="155426" y="6181323"/>
                  </a:lnTo>
                  <a:lnTo>
                    <a:pt x="155552" y="6181323"/>
                  </a:lnTo>
                  <a:lnTo>
                    <a:pt x="155677" y="6181323"/>
                  </a:lnTo>
                  <a:lnTo>
                    <a:pt x="155802" y="6181323"/>
                  </a:lnTo>
                  <a:lnTo>
                    <a:pt x="155927" y="6181323"/>
                  </a:lnTo>
                  <a:lnTo>
                    <a:pt x="156052" y="6181323"/>
                  </a:lnTo>
                  <a:lnTo>
                    <a:pt x="156177" y="6181323"/>
                  </a:lnTo>
                  <a:lnTo>
                    <a:pt x="156302" y="6181323"/>
                  </a:lnTo>
                  <a:lnTo>
                    <a:pt x="156427" y="6181323"/>
                  </a:lnTo>
                  <a:lnTo>
                    <a:pt x="156552" y="6181323"/>
                  </a:lnTo>
                  <a:lnTo>
                    <a:pt x="156677" y="6181323"/>
                  </a:lnTo>
                  <a:lnTo>
                    <a:pt x="156802" y="6181323"/>
                  </a:lnTo>
                  <a:lnTo>
                    <a:pt x="156927" y="6181323"/>
                  </a:lnTo>
                  <a:lnTo>
                    <a:pt x="157052" y="6181323"/>
                  </a:lnTo>
                  <a:lnTo>
                    <a:pt x="157177" y="6181323"/>
                  </a:lnTo>
                  <a:lnTo>
                    <a:pt x="157302" y="6181323"/>
                  </a:lnTo>
                  <a:lnTo>
                    <a:pt x="157427" y="6181323"/>
                  </a:lnTo>
                  <a:lnTo>
                    <a:pt x="157552" y="6181323"/>
                  </a:lnTo>
                  <a:lnTo>
                    <a:pt x="157677" y="6181323"/>
                  </a:lnTo>
                  <a:lnTo>
                    <a:pt x="157802" y="6181323"/>
                  </a:lnTo>
                  <a:lnTo>
                    <a:pt x="157927" y="6181323"/>
                  </a:lnTo>
                  <a:lnTo>
                    <a:pt x="158052" y="6181323"/>
                  </a:lnTo>
                  <a:lnTo>
                    <a:pt x="158177" y="6181323"/>
                  </a:lnTo>
                  <a:lnTo>
                    <a:pt x="158302" y="6181323"/>
                  </a:lnTo>
                  <a:lnTo>
                    <a:pt x="158427" y="6181323"/>
                  </a:lnTo>
                  <a:lnTo>
                    <a:pt x="158553" y="6181323"/>
                  </a:lnTo>
                  <a:lnTo>
                    <a:pt x="158678" y="6181323"/>
                  </a:lnTo>
                  <a:lnTo>
                    <a:pt x="158803" y="6181323"/>
                  </a:lnTo>
                  <a:lnTo>
                    <a:pt x="158928" y="6181323"/>
                  </a:lnTo>
                  <a:lnTo>
                    <a:pt x="159053" y="6181323"/>
                  </a:lnTo>
                  <a:lnTo>
                    <a:pt x="159178" y="6181323"/>
                  </a:lnTo>
                  <a:lnTo>
                    <a:pt x="159303" y="6181323"/>
                  </a:lnTo>
                  <a:lnTo>
                    <a:pt x="159428" y="6181323"/>
                  </a:lnTo>
                  <a:lnTo>
                    <a:pt x="159553" y="6181323"/>
                  </a:lnTo>
                  <a:lnTo>
                    <a:pt x="159678" y="6181323"/>
                  </a:lnTo>
                  <a:lnTo>
                    <a:pt x="159803" y="6181323"/>
                  </a:lnTo>
                  <a:lnTo>
                    <a:pt x="159928" y="6181323"/>
                  </a:lnTo>
                  <a:lnTo>
                    <a:pt x="160053" y="6181323"/>
                  </a:lnTo>
                  <a:lnTo>
                    <a:pt x="160178" y="6181323"/>
                  </a:lnTo>
                  <a:lnTo>
                    <a:pt x="160303" y="6181323"/>
                  </a:lnTo>
                  <a:lnTo>
                    <a:pt x="160428" y="6181323"/>
                  </a:lnTo>
                  <a:lnTo>
                    <a:pt x="160553" y="6181323"/>
                  </a:lnTo>
                  <a:lnTo>
                    <a:pt x="160678" y="6181323"/>
                  </a:lnTo>
                  <a:lnTo>
                    <a:pt x="160803" y="6181323"/>
                  </a:lnTo>
                  <a:lnTo>
                    <a:pt x="160928" y="6181323"/>
                  </a:lnTo>
                  <a:lnTo>
                    <a:pt x="161053" y="6181323"/>
                  </a:lnTo>
                  <a:lnTo>
                    <a:pt x="161178" y="6181323"/>
                  </a:lnTo>
                  <a:lnTo>
                    <a:pt x="161303" y="6181323"/>
                  </a:lnTo>
                  <a:lnTo>
                    <a:pt x="161428" y="6181323"/>
                  </a:lnTo>
                  <a:lnTo>
                    <a:pt x="161554" y="6181323"/>
                  </a:lnTo>
                  <a:lnTo>
                    <a:pt x="161679" y="6181323"/>
                  </a:lnTo>
                  <a:lnTo>
                    <a:pt x="161804" y="6181323"/>
                  </a:lnTo>
                  <a:lnTo>
                    <a:pt x="161929" y="6181323"/>
                  </a:lnTo>
                  <a:lnTo>
                    <a:pt x="162054" y="6181323"/>
                  </a:lnTo>
                  <a:lnTo>
                    <a:pt x="162179" y="6181323"/>
                  </a:lnTo>
                  <a:lnTo>
                    <a:pt x="162304" y="6181323"/>
                  </a:lnTo>
                  <a:lnTo>
                    <a:pt x="162429" y="6181323"/>
                  </a:lnTo>
                  <a:lnTo>
                    <a:pt x="162554" y="6181323"/>
                  </a:lnTo>
                  <a:lnTo>
                    <a:pt x="162679" y="6181323"/>
                  </a:lnTo>
                  <a:lnTo>
                    <a:pt x="162804" y="6181323"/>
                  </a:lnTo>
                  <a:lnTo>
                    <a:pt x="162929" y="6181323"/>
                  </a:lnTo>
                  <a:lnTo>
                    <a:pt x="163054" y="6181323"/>
                  </a:lnTo>
                  <a:lnTo>
                    <a:pt x="163179" y="6181323"/>
                  </a:lnTo>
                  <a:lnTo>
                    <a:pt x="163304" y="6181323"/>
                  </a:lnTo>
                  <a:lnTo>
                    <a:pt x="163429" y="6181323"/>
                  </a:lnTo>
                  <a:lnTo>
                    <a:pt x="163554" y="6181323"/>
                  </a:lnTo>
                  <a:lnTo>
                    <a:pt x="163679" y="6181323"/>
                  </a:lnTo>
                  <a:lnTo>
                    <a:pt x="163804" y="6181323"/>
                  </a:lnTo>
                  <a:lnTo>
                    <a:pt x="163929" y="6181323"/>
                  </a:lnTo>
                  <a:lnTo>
                    <a:pt x="164054" y="6181323"/>
                  </a:lnTo>
                  <a:lnTo>
                    <a:pt x="164179" y="6181323"/>
                  </a:lnTo>
                  <a:lnTo>
                    <a:pt x="164304" y="6181323"/>
                  </a:lnTo>
                  <a:lnTo>
                    <a:pt x="164429" y="6181323"/>
                  </a:lnTo>
                  <a:lnTo>
                    <a:pt x="164555" y="6181323"/>
                  </a:lnTo>
                  <a:lnTo>
                    <a:pt x="164680" y="6181323"/>
                  </a:lnTo>
                  <a:lnTo>
                    <a:pt x="164680" y="6171370"/>
                  </a:lnTo>
                  <a:lnTo>
                    <a:pt x="164805" y="6171370"/>
                  </a:lnTo>
                  <a:lnTo>
                    <a:pt x="164930" y="6171370"/>
                  </a:lnTo>
                  <a:lnTo>
                    <a:pt x="165055" y="6171370"/>
                  </a:lnTo>
                  <a:lnTo>
                    <a:pt x="165180" y="6171370"/>
                  </a:lnTo>
                  <a:lnTo>
                    <a:pt x="165305" y="6171370"/>
                  </a:lnTo>
                  <a:lnTo>
                    <a:pt x="165430" y="6171370"/>
                  </a:lnTo>
                  <a:lnTo>
                    <a:pt x="165555" y="6171370"/>
                  </a:lnTo>
                  <a:lnTo>
                    <a:pt x="165680" y="6171370"/>
                  </a:lnTo>
                  <a:lnTo>
                    <a:pt x="165805" y="6171370"/>
                  </a:lnTo>
                  <a:lnTo>
                    <a:pt x="165930" y="6171370"/>
                  </a:lnTo>
                  <a:lnTo>
                    <a:pt x="166055" y="6171370"/>
                  </a:lnTo>
                  <a:lnTo>
                    <a:pt x="166180" y="6171370"/>
                  </a:lnTo>
                  <a:lnTo>
                    <a:pt x="166305" y="6171370"/>
                  </a:lnTo>
                  <a:lnTo>
                    <a:pt x="166430" y="6171370"/>
                  </a:lnTo>
                  <a:lnTo>
                    <a:pt x="166555" y="6171370"/>
                  </a:lnTo>
                  <a:lnTo>
                    <a:pt x="166680" y="6171370"/>
                  </a:lnTo>
                  <a:lnTo>
                    <a:pt x="166805" y="6171370"/>
                  </a:lnTo>
                  <a:lnTo>
                    <a:pt x="166930" y="6171370"/>
                  </a:lnTo>
                  <a:lnTo>
                    <a:pt x="167055" y="6171370"/>
                  </a:lnTo>
                  <a:lnTo>
                    <a:pt x="167180" y="6171370"/>
                  </a:lnTo>
                  <a:lnTo>
                    <a:pt x="167305" y="6171370"/>
                  </a:lnTo>
                  <a:lnTo>
                    <a:pt x="167430" y="6171370"/>
                  </a:lnTo>
                  <a:lnTo>
                    <a:pt x="167556" y="6171370"/>
                  </a:lnTo>
                  <a:lnTo>
                    <a:pt x="167681" y="6171370"/>
                  </a:lnTo>
                  <a:lnTo>
                    <a:pt x="167806" y="6171370"/>
                  </a:lnTo>
                  <a:lnTo>
                    <a:pt x="167931" y="6171370"/>
                  </a:lnTo>
                  <a:lnTo>
                    <a:pt x="168056" y="6171370"/>
                  </a:lnTo>
                  <a:lnTo>
                    <a:pt x="168181" y="6171370"/>
                  </a:lnTo>
                  <a:lnTo>
                    <a:pt x="168306" y="6171370"/>
                  </a:lnTo>
                  <a:lnTo>
                    <a:pt x="168431" y="6171370"/>
                  </a:lnTo>
                  <a:lnTo>
                    <a:pt x="168556" y="6171370"/>
                  </a:lnTo>
                  <a:lnTo>
                    <a:pt x="168681" y="6171370"/>
                  </a:lnTo>
                  <a:lnTo>
                    <a:pt x="168806" y="6171370"/>
                  </a:lnTo>
                  <a:lnTo>
                    <a:pt x="168931" y="6171370"/>
                  </a:lnTo>
                  <a:lnTo>
                    <a:pt x="169056" y="6171370"/>
                  </a:lnTo>
                  <a:lnTo>
                    <a:pt x="169181" y="6171370"/>
                  </a:lnTo>
                  <a:lnTo>
                    <a:pt x="169306" y="6171370"/>
                  </a:lnTo>
                  <a:lnTo>
                    <a:pt x="169431" y="6171370"/>
                  </a:lnTo>
                  <a:lnTo>
                    <a:pt x="169556" y="6171370"/>
                  </a:lnTo>
                  <a:lnTo>
                    <a:pt x="169681" y="6171370"/>
                  </a:lnTo>
                  <a:lnTo>
                    <a:pt x="169806" y="6171370"/>
                  </a:lnTo>
                  <a:lnTo>
                    <a:pt x="169931" y="6171370"/>
                  </a:lnTo>
                  <a:lnTo>
                    <a:pt x="170056" y="6171370"/>
                  </a:lnTo>
                  <a:lnTo>
                    <a:pt x="170181" y="6171370"/>
                  </a:lnTo>
                  <a:lnTo>
                    <a:pt x="170306" y="6171370"/>
                  </a:lnTo>
                  <a:lnTo>
                    <a:pt x="170431" y="6171370"/>
                  </a:lnTo>
                  <a:lnTo>
                    <a:pt x="170557" y="6171370"/>
                  </a:lnTo>
                  <a:lnTo>
                    <a:pt x="170682" y="6171370"/>
                  </a:lnTo>
                  <a:lnTo>
                    <a:pt x="170807" y="6171370"/>
                  </a:lnTo>
                  <a:lnTo>
                    <a:pt x="170932" y="6171370"/>
                  </a:lnTo>
                  <a:lnTo>
                    <a:pt x="171057" y="6171370"/>
                  </a:lnTo>
                  <a:lnTo>
                    <a:pt x="171182" y="6171370"/>
                  </a:lnTo>
                  <a:lnTo>
                    <a:pt x="171307" y="6171370"/>
                  </a:lnTo>
                  <a:lnTo>
                    <a:pt x="171432" y="6171370"/>
                  </a:lnTo>
                  <a:lnTo>
                    <a:pt x="171557" y="6171370"/>
                  </a:lnTo>
                  <a:lnTo>
                    <a:pt x="171682" y="6171370"/>
                  </a:lnTo>
                  <a:lnTo>
                    <a:pt x="171807" y="6171370"/>
                  </a:lnTo>
                  <a:lnTo>
                    <a:pt x="171932" y="6171370"/>
                  </a:lnTo>
                  <a:lnTo>
                    <a:pt x="172057" y="6171370"/>
                  </a:lnTo>
                  <a:lnTo>
                    <a:pt x="172182" y="6171370"/>
                  </a:lnTo>
                  <a:lnTo>
                    <a:pt x="172307" y="6171370"/>
                  </a:lnTo>
                  <a:lnTo>
                    <a:pt x="172432" y="6171370"/>
                  </a:lnTo>
                  <a:lnTo>
                    <a:pt x="172557" y="6171370"/>
                  </a:lnTo>
                  <a:lnTo>
                    <a:pt x="172682" y="6171370"/>
                  </a:lnTo>
                  <a:lnTo>
                    <a:pt x="172807" y="6171370"/>
                  </a:lnTo>
                  <a:lnTo>
                    <a:pt x="172932" y="6171370"/>
                  </a:lnTo>
                  <a:lnTo>
                    <a:pt x="173057" y="6171370"/>
                  </a:lnTo>
                  <a:lnTo>
                    <a:pt x="173182" y="6171370"/>
                  </a:lnTo>
                  <a:lnTo>
                    <a:pt x="173307" y="6171370"/>
                  </a:lnTo>
                  <a:lnTo>
                    <a:pt x="173432" y="6171370"/>
                  </a:lnTo>
                  <a:lnTo>
                    <a:pt x="173558" y="6171370"/>
                  </a:lnTo>
                  <a:lnTo>
                    <a:pt x="173683" y="6171370"/>
                  </a:lnTo>
                  <a:lnTo>
                    <a:pt x="173808" y="6171370"/>
                  </a:lnTo>
                  <a:lnTo>
                    <a:pt x="173933" y="6171370"/>
                  </a:lnTo>
                  <a:lnTo>
                    <a:pt x="174058" y="6171370"/>
                  </a:lnTo>
                  <a:lnTo>
                    <a:pt x="174183" y="6171370"/>
                  </a:lnTo>
                  <a:lnTo>
                    <a:pt x="174308" y="6171370"/>
                  </a:lnTo>
                  <a:lnTo>
                    <a:pt x="174433" y="6171370"/>
                  </a:lnTo>
                  <a:lnTo>
                    <a:pt x="174558" y="6171370"/>
                  </a:lnTo>
                  <a:lnTo>
                    <a:pt x="174683" y="6171370"/>
                  </a:lnTo>
                  <a:lnTo>
                    <a:pt x="174808" y="6171370"/>
                  </a:lnTo>
                  <a:lnTo>
                    <a:pt x="174933" y="6171370"/>
                  </a:lnTo>
                  <a:lnTo>
                    <a:pt x="175058" y="6171370"/>
                  </a:lnTo>
                  <a:lnTo>
                    <a:pt x="175183" y="6171370"/>
                  </a:lnTo>
                  <a:lnTo>
                    <a:pt x="175308" y="6171370"/>
                  </a:lnTo>
                  <a:lnTo>
                    <a:pt x="175433" y="6171370"/>
                  </a:lnTo>
                  <a:lnTo>
                    <a:pt x="175558" y="6171370"/>
                  </a:lnTo>
                  <a:lnTo>
                    <a:pt x="175683" y="6171370"/>
                  </a:lnTo>
                  <a:lnTo>
                    <a:pt x="175808" y="6171370"/>
                  </a:lnTo>
                  <a:lnTo>
                    <a:pt x="175933" y="6171370"/>
                  </a:lnTo>
                  <a:lnTo>
                    <a:pt x="176058" y="6171370"/>
                  </a:lnTo>
                  <a:lnTo>
                    <a:pt x="176183" y="6171370"/>
                  </a:lnTo>
                  <a:lnTo>
                    <a:pt x="176308" y="6171370"/>
                  </a:lnTo>
                  <a:lnTo>
                    <a:pt x="176433" y="6171370"/>
                  </a:lnTo>
                  <a:lnTo>
                    <a:pt x="176559" y="6171370"/>
                  </a:lnTo>
                  <a:lnTo>
                    <a:pt x="176684" y="6171370"/>
                  </a:lnTo>
                  <a:lnTo>
                    <a:pt x="176809" y="6171370"/>
                  </a:lnTo>
                  <a:lnTo>
                    <a:pt x="176934" y="6171370"/>
                  </a:lnTo>
                  <a:lnTo>
                    <a:pt x="177059" y="6171370"/>
                  </a:lnTo>
                  <a:lnTo>
                    <a:pt x="177184" y="6171370"/>
                  </a:lnTo>
                  <a:lnTo>
                    <a:pt x="177309" y="6171370"/>
                  </a:lnTo>
                  <a:lnTo>
                    <a:pt x="177434" y="6171370"/>
                  </a:lnTo>
                  <a:lnTo>
                    <a:pt x="177559" y="6171370"/>
                  </a:lnTo>
                  <a:lnTo>
                    <a:pt x="177684" y="6171370"/>
                  </a:lnTo>
                  <a:lnTo>
                    <a:pt x="177809" y="6171370"/>
                  </a:lnTo>
                  <a:lnTo>
                    <a:pt x="177934" y="6171370"/>
                  </a:lnTo>
                  <a:lnTo>
                    <a:pt x="178059" y="6171370"/>
                  </a:lnTo>
                  <a:lnTo>
                    <a:pt x="178184" y="6171370"/>
                  </a:lnTo>
                  <a:lnTo>
                    <a:pt x="178309" y="6171370"/>
                  </a:lnTo>
                  <a:lnTo>
                    <a:pt x="178434" y="6171370"/>
                  </a:lnTo>
                  <a:lnTo>
                    <a:pt x="178559" y="6171370"/>
                  </a:lnTo>
                  <a:lnTo>
                    <a:pt x="178684" y="6171370"/>
                  </a:lnTo>
                  <a:lnTo>
                    <a:pt x="178809" y="6171370"/>
                  </a:lnTo>
                  <a:lnTo>
                    <a:pt x="178934" y="6171370"/>
                  </a:lnTo>
                  <a:lnTo>
                    <a:pt x="179059" y="6171370"/>
                  </a:lnTo>
                  <a:lnTo>
                    <a:pt x="179184" y="6171370"/>
                  </a:lnTo>
                  <a:lnTo>
                    <a:pt x="179309" y="6171370"/>
                  </a:lnTo>
                  <a:lnTo>
                    <a:pt x="179434" y="6171370"/>
                  </a:lnTo>
                  <a:lnTo>
                    <a:pt x="179560" y="6171370"/>
                  </a:lnTo>
                  <a:lnTo>
                    <a:pt x="179685" y="6171370"/>
                  </a:lnTo>
                  <a:lnTo>
                    <a:pt x="179810" y="6171370"/>
                  </a:lnTo>
                  <a:lnTo>
                    <a:pt x="179935" y="6171370"/>
                  </a:lnTo>
                  <a:lnTo>
                    <a:pt x="180060" y="6171370"/>
                  </a:lnTo>
                  <a:lnTo>
                    <a:pt x="180185" y="6171370"/>
                  </a:lnTo>
                  <a:lnTo>
                    <a:pt x="180310" y="6171370"/>
                  </a:lnTo>
                  <a:lnTo>
                    <a:pt x="180435" y="6171370"/>
                  </a:lnTo>
                  <a:lnTo>
                    <a:pt x="180560" y="6171370"/>
                  </a:lnTo>
                  <a:lnTo>
                    <a:pt x="180685" y="6171370"/>
                  </a:lnTo>
                  <a:lnTo>
                    <a:pt x="180810" y="6171370"/>
                  </a:lnTo>
                  <a:lnTo>
                    <a:pt x="180935" y="6171370"/>
                  </a:lnTo>
                  <a:lnTo>
                    <a:pt x="181060" y="6171370"/>
                  </a:lnTo>
                  <a:lnTo>
                    <a:pt x="181185" y="6171370"/>
                  </a:lnTo>
                  <a:lnTo>
                    <a:pt x="181310" y="6171370"/>
                  </a:lnTo>
                  <a:lnTo>
                    <a:pt x="181435" y="6171370"/>
                  </a:lnTo>
                  <a:lnTo>
                    <a:pt x="181560" y="6171370"/>
                  </a:lnTo>
                  <a:lnTo>
                    <a:pt x="181685" y="6171370"/>
                  </a:lnTo>
                  <a:lnTo>
                    <a:pt x="181810" y="6171370"/>
                  </a:lnTo>
                  <a:lnTo>
                    <a:pt x="181935" y="6171370"/>
                  </a:lnTo>
                  <a:lnTo>
                    <a:pt x="182060" y="6171370"/>
                  </a:lnTo>
                  <a:lnTo>
                    <a:pt x="182185" y="6171370"/>
                  </a:lnTo>
                  <a:lnTo>
                    <a:pt x="182310" y="6171370"/>
                  </a:lnTo>
                  <a:lnTo>
                    <a:pt x="182435" y="6171370"/>
                  </a:lnTo>
                  <a:lnTo>
                    <a:pt x="182561" y="6171370"/>
                  </a:lnTo>
                  <a:lnTo>
                    <a:pt x="182686" y="6171370"/>
                  </a:lnTo>
                  <a:lnTo>
                    <a:pt x="182811" y="6171370"/>
                  </a:lnTo>
                  <a:lnTo>
                    <a:pt x="182936" y="6171370"/>
                  </a:lnTo>
                  <a:lnTo>
                    <a:pt x="183061" y="6171370"/>
                  </a:lnTo>
                  <a:lnTo>
                    <a:pt x="183186" y="6171370"/>
                  </a:lnTo>
                  <a:lnTo>
                    <a:pt x="183311" y="6171370"/>
                  </a:lnTo>
                  <a:lnTo>
                    <a:pt x="183436" y="6171370"/>
                  </a:lnTo>
                  <a:lnTo>
                    <a:pt x="183561" y="6171370"/>
                  </a:lnTo>
                  <a:lnTo>
                    <a:pt x="183686" y="6171370"/>
                  </a:lnTo>
                  <a:lnTo>
                    <a:pt x="183811" y="6171370"/>
                  </a:lnTo>
                  <a:lnTo>
                    <a:pt x="183936" y="6171370"/>
                  </a:lnTo>
                  <a:lnTo>
                    <a:pt x="184061" y="6171370"/>
                  </a:lnTo>
                  <a:lnTo>
                    <a:pt x="184186" y="6171370"/>
                  </a:lnTo>
                  <a:lnTo>
                    <a:pt x="184311" y="6171370"/>
                  </a:lnTo>
                  <a:lnTo>
                    <a:pt x="184436" y="6171370"/>
                  </a:lnTo>
                  <a:lnTo>
                    <a:pt x="184561" y="6171370"/>
                  </a:lnTo>
                  <a:lnTo>
                    <a:pt x="184561" y="6161416"/>
                  </a:lnTo>
                  <a:lnTo>
                    <a:pt x="184686" y="6161416"/>
                  </a:lnTo>
                  <a:lnTo>
                    <a:pt x="184811" y="6161416"/>
                  </a:lnTo>
                  <a:lnTo>
                    <a:pt x="184936" y="6161416"/>
                  </a:lnTo>
                  <a:lnTo>
                    <a:pt x="185061" y="6161416"/>
                  </a:lnTo>
                  <a:lnTo>
                    <a:pt x="185186" y="6161416"/>
                  </a:lnTo>
                  <a:lnTo>
                    <a:pt x="185311" y="6161416"/>
                  </a:lnTo>
                  <a:lnTo>
                    <a:pt x="185436" y="6161416"/>
                  </a:lnTo>
                  <a:lnTo>
                    <a:pt x="185562" y="6161416"/>
                  </a:lnTo>
                  <a:lnTo>
                    <a:pt x="185687" y="6161416"/>
                  </a:lnTo>
                  <a:lnTo>
                    <a:pt x="185812" y="6161416"/>
                  </a:lnTo>
                  <a:lnTo>
                    <a:pt x="185937" y="6161416"/>
                  </a:lnTo>
                  <a:lnTo>
                    <a:pt x="186062" y="6161416"/>
                  </a:lnTo>
                  <a:lnTo>
                    <a:pt x="186187" y="6161416"/>
                  </a:lnTo>
                  <a:lnTo>
                    <a:pt x="186312" y="6161416"/>
                  </a:lnTo>
                  <a:lnTo>
                    <a:pt x="186437" y="6161416"/>
                  </a:lnTo>
                  <a:lnTo>
                    <a:pt x="186562" y="6161416"/>
                  </a:lnTo>
                  <a:lnTo>
                    <a:pt x="186687" y="6161416"/>
                  </a:lnTo>
                  <a:lnTo>
                    <a:pt x="186812" y="6161416"/>
                  </a:lnTo>
                  <a:lnTo>
                    <a:pt x="186937" y="6161416"/>
                  </a:lnTo>
                  <a:lnTo>
                    <a:pt x="187062" y="6161416"/>
                  </a:lnTo>
                  <a:lnTo>
                    <a:pt x="187187" y="6161416"/>
                  </a:lnTo>
                  <a:lnTo>
                    <a:pt x="187312" y="6161416"/>
                  </a:lnTo>
                  <a:lnTo>
                    <a:pt x="187437" y="6161416"/>
                  </a:lnTo>
                  <a:lnTo>
                    <a:pt x="187562" y="6161416"/>
                  </a:lnTo>
                  <a:lnTo>
                    <a:pt x="187687" y="6161416"/>
                  </a:lnTo>
                  <a:lnTo>
                    <a:pt x="187812" y="6161416"/>
                  </a:lnTo>
                  <a:lnTo>
                    <a:pt x="187937" y="6161416"/>
                  </a:lnTo>
                  <a:lnTo>
                    <a:pt x="188062" y="6161416"/>
                  </a:lnTo>
                  <a:lnTo>
                    <a:pt x="188187" y="6161416"/>
                  </a:lnTo>
                  <a:lnTo>
                    <a:pt x="188312" y="6161416"/>
                  </a:lnTo>
                  <a:lnTo>
                    <a:pt x="188437" y="6161416"/>
                  </a:lnTo>
                  <a:lnTo>
                    <a:pt x="188563" y="6161416"/>
                  </a:lnTo>
                  <a:lnTo>
                    <a:pt x="188688" y="6161416"/>
                  </a:lnTo>
                  <a:lnTo>
                    <a:pt x="188813" y="6161416"/>
                  </a:lnTo>
                  <a:lnTo>
                    <a:pt x="188938" y="6161416"/>
                  </a:lnTo>
                  <a:lnTo>
                    <a:pt x="189063" y="6161416"/>
                  </a:lnTo>
                  <a:lnTo>
                    <a:pt x="189188" y="6161416"/>
                  </a:lnTo>
                  <a:lnTo>
                    <a:pt x="189313" y="6161416"/>
                  </a:lnTo>
                  <a:lnTo>
                    <a:pt x="189438" y="6161416"/>
                  </a:lnTo>
                  <a:lnTo>
                    <a:pt x="189563" y="6161416"/>
                  </a:lnTo>
                  <a:lnTo>
                    <a:pt x="189688" y="6161416"/>
                  </a:lnTo>
                  <a:lnTo>
                    <a:pt x="189813" y="6161416"/>
                  </a:lnTo>
                  <a:lnTo>
                    <a:pt x="189938" y="6161416"/>
                  </a:lnTo>
                  <a:lnTo>
                    <a:pt x="190063" y="6161416"/>
                  </a:lnTo>
                  <a:lnTo>
                    <a:pt x="190188" y="6161416"/>
                  </a:lnTo>
                  <a:lnTo>
                    <a:pt x="190313" y="6161416"/>
                  </a:lnTo>
                  <a:lnTo>
                    <a:pt x="190438" y="6161416"/>
                  </a:lnTo>
                  <a:lnTo>
                    <a:pt x="190563" y="6161416"/>
                  </a:lnTo>
                  <a:lnTo>
                    <a:pt x="190688" y="6161416"/>
                  </a:lnTo>
                  <a:lnTo>
                    <a:pt x="190813" y="6161416"/>
                  </a:lnTo>
                  <a:lnTo>
                    <a:pt x="190938" y="6161416"/>
                  </a:lnTo>
                  <a:lnTo>
                    <a:pt x="191063" y="6161416"/>
                  </a:lnTo>
                  <a:lnTo>
                    <a:pt x="191188" y="6161416"/>
                  </a:lnTo>
                  <a:lnTo>
                    <a:pt x="191313" y="6161416"/>
                  </a:lnTo>
                  <a:lnTo>
                    <a:pt x="191438" y="6161416"/>
                  </a:lnTo>
                  <a:lnTo>
                    <a:pt x="191564" y="6161416"/>
                  </a:lnTo>
                  <a:lnTo>
                    <a:pt x="191689" y="6161416"/>
                  </a:lnTo>
                  <a:lnTo>
                    <a:pt x="191814" y="6161416"/>
                  </a:lnTo>
                  <a:lnTo>
                    <a:pt x="191939" y="6161416"/>
                  </a:lnTo>
                  <a:lnTo>
                    <a:pt x="192064" y="6161416"/>
                  </a:lnTo>
                  <a:lnTo>
                    <a:pt x="192189" y="6161416"/>
                  </a:lnTo>
                  <a:lnTo>
                    <a:pt x="192314" y="6161416"/>
                  </a:lnTo>
                  <a:lnTo>
                    <a:pt x="192439" y="6161416"/>
                  </a:lnTo>
                  <a:lnTo>
                    <a:pt x="192564" y="6161416"/>
                  </a:lnTo>
                  <a:lnTo>
                    <a:pt x="192689" y="6161416"/>
                  </a:lnTo>
                  <a:lnTo>
                    <a:pt x="192814" y="6161416"/>
                  </a:lnTo>
                  <a:lnTo>
                    <a:pt x="192939" y="6161416"/>
                  </a:lnTo>
                  <a:lnTo>
                    <a:pt x="193064" y="6161416"/>
                  </a:lnTo>
                  <a:lnTo>
                    <a:pt x="193189" y="6161416"/>
                  </a:lnTo>
                  <a:lnTo>
                    <a:pt x="193314" y="6161416"/>
                  </a:lnTo>
                  <a:lnTo>
                    <a:pt x="193439" y="6161416"/>
                  </a:lnTo>
                  <a:lnTo>
                    <a:pt x="193564" y="6161416"/>
                  </a:lnTo>
                  <a:lnTo>
                    <a:pt x="193689" y="6161416"/>
                  </a:lnTo>
                  <a:lnTo>
                    <a:pt x="193814" y="6161416"/>
                  </a:lnTo>
                  <a:lnTo>
                    <a:pt x="193939" y="6161416"/>
                  </a:lnTo>
                  <a:lnTo>
                    <a:pt x="194064" y="6161416"/>
                  </a:lnTo>
                  <a:lnTo>
                    <a:pt x="194189" y="6161416"/>
                  </a:lnTo>
                  <a:lnTo>
                    <a:pt x="194314" y="6161416"/>
                  </a:lnTo>
                  <a:lnTo>
                    <a:pt x="194440" y="6161416"/>
                  </a:lnTo>
                  <a:lnTo>
                    <a:pt x="194565" y="6161416"/>
                  </a:lnTo>
                  <a:lnTo>
                    <a:pt x="194690" y="6161416"/>
                  </a:lnTo>
                  <a:lnTo>
                    <a:pt x="194815" y="6161416"/>
                  </a:lnTo>
                  <a:lnTo>
                    <a:pt x="194940" y="6161416"/>
                  </a:lnTo>
                  <a:lnTo>
                    <a:pt x="195065" y="6161416"/>
                  </a:lnTo>
                  <a:lnTo>
                    <a:pt x="195190" y="6161416"/>
                  </a:lnTo>
                  <a:lnTo>
                    <a:pt x="195315" y="6161416"/>
                  </a:lnTo>
                  <a:lnTo>
                    <a:pt x="195440" y="6161416"/>
                  </a:lnTo>
                  <a:lnTo>
                    <a:pt x="195565" y="6161416"/>
                  </a:lnTo>
                  <a:lnTo>
                    <a:pt x="195690" y="6161416"/>
                  </a:lnTo>
                  <a:lnTo>
                    <a:pt x="195815" y="6161416"/>
                  </a:lnTo>
                  <a:lnTo>
                    <a:pt x="195940" y="6161416"/>
                  </a:lnTo>
                  <a:lnTo>
                    <a:pt x="196065" y="6161416"/>
                  </a:lnTo>
                  <a:lnTo>
                    <a:pt x="196190" y="6161416"/>
                  </a:lnTo>
                  <a:lnTo>
                    <a:pt x="196315" y="6161416"/>
                  </a:lnTo>
                  <a:lnTo>
                    <a:pt x="196440" y="6161416"/>
                  </a:lnTo>
                  <a:lnTo>
                    <a:pt x="196565" y="6161416"/>
                  </a:lnTo>
                  <a:lnTo>
                    <a:pt x="196690" y="6161416"/>
                  </a:lnTo>
                  <a:lnTo>
                    <a:pt x="196815" y="6161416"/>
                  </a:lnTo>
                  <a:lnTo>
                    <a:pt x="196940" y="6161416"/>
                  </a:lnTo>
                  <a:lnTo>
                    <a:pt x="197065" y="6161416"/>
                  </a:lnTo>
                  <a:lnTo>
                    <a:pt x="197190" y="6161416"/>
                  </a:lnTo>
                  <a:lnTo>
                    <a:pt x="197315" y="6161416"/>
                  </a:lnTo>
                  <a:lnTo>
                    <a:pt x="197441" y="6161416"/>
                  </a:lnTo>
                  <a:lnTo>
                    <a:pt x="197566" y="6161416"/>
                  </a:lnTo>
                  <a:lnTo>
                    <a:pt x="197691" y="6161416"/>
                  </a:lnTo>
                  <a:lnTo>
                    <a:pt x="197816" y="6161416"/>
                  </a:lnTo>
                  <a:lnTo>
                    <a:pt x="197941" y="6161416"/>
                  </a:lnTo>
                  <a:lnTo>
                    <a:pt x="198066" y="6161416"/>
                  </a:lnTo>
                  <a:lnTo>
                    <a:pt x="198191" y="6161416"/>
                  </a:lnTo>
                  <a:lnTo>
                    <a:pt x="198316" y="6161416"/>
                  </a:lnTo>
                  <a:lnTo>
                    <a:pt x="198441" y="6161416"/>
                  </a:lnTo>
                  <a:lnTo>
                    <a:pt x="198566" y="6161416"/>
                  </a:lnTo>
                  <a:lnTo>
                    <a:pt x="198691" y="6161416"/>
                  </a:lnTo>
                  <a:lnTo>
                    <a:pt x="198816" y="6161416"/>
                  </a:lnTo>
                  <a:lnTo>
                    <a:pt x="198941" y="6161416"/>
                  </a:lnTo>
                  <a:lnTo>
                    <a:pt x="199066" y="6161416"/>
                  </a:lnTo>
                  <a:lnTo>
                    <a:pt x="199191" y="6161416"/>
                  </a:lnTo>
                  <a:lnTo>
                    <a:pt x="199316" y="6161416"/>
                  </a:lnTo>
                  <a:lnTo>
                    <a:pt x="199441" y="6161416"/>
                  </a:lnTo>
                  <a:lnTo>
                    <a:pt x="199566" y="6161416"/>
                  </a:lnTo>
                  <a:lnTo>
                    <a:pt x="199691" y="6161416"/>
                  </a:lnTo>
                  <a:lnTo>
                    <a:pt x="199816" y="6161416"/>
                  </a:lnTo>
                  <a:lnTo>
                    <a:pt x="199941" y="6161416"/>
                  </a:lnTo>
                  <a:lnTo>
                    <a:pt x="200066" y="6161416"/>
                  </a:lnTo>
                  <a:lnTo>
                    <a:pt x="200191" y="6161416"/>
                  </a:lnTo>
                  <a:lnTo>
                    <a:pt x="200316" y="6161416"/>
                  </a:lnTo>
                  <a:lnTo>
                    <a:pt x="200442" y="6161416"/>
                  </a:lnTo>
                  <a:lnTo>
                    <a:pt x="200567" y="6161416"/>
                  </a:lnTo>
                  <a:lnTo>
                    <a:pt x="200692" y="6161416"/>
                  </a:lnTo>
                  <a:lnTo>
                    <a:pt x="200817" y="6161416"/>
                  </a:lnTo>
                  <a:lnTo>
                    <a:pt x="200942" y="6161416"/>
                  </a:lnTo>
                  <a:lnTo>
                    <a:pt x="201067" y="6161416"/>
                  </a:lnTo>
                  <a:lnTo>
                    <a:pt x="201192" y="6161416"/>
                  </a:lnTo>
                  <a:lnTo>
                    <a:pt x="201317" y="6161416"/>
                  </a:lnTo>
                  <a:lnTo>
                    <a:pt x="201442" y="6161416"/>
                  </a:lnTo>
                  <a:lnTo>
                    <a:pt x="201567" y="6161416"/>
                  </a:lnTo>
                  <a:lnTo>
                    <a:pt x="201692" y="6161416"/>
                  </a:lnTo>
                  <a:lnTo>
                    <a:pt x="201817" y="6161416"/>
                  </a:lnTo>
                  <a:lnTo>
                    <a:pt x="201942" y="6161416"/>
                  </a:lnTo>
                  <a:lnTo>
                    <a:pt x="202067" y="6161416"/>
                  </a:lnTo>
                  <a:lnTo>
                    <a:pt x="202192" y="6161416"/>
                  </a:lnTo>
                  <a:lnTo>
                    <a:pt x="202317" y="6161416"/>
                  </a:lnTo>
                  <a:lnTo>
                    <a:pt x="202442" y="6161416"/>
                  </a:lnTo>
                  <a:lnTo>
                    <a:pt x="202567" y="6161416"/>
                  </a:lnTo>
                  <a:lnTo>
                    <a:pt x="202692" y="6161416"/>
                  </a:lnTo>
                  <a:lnTo>
                    <a:pt x="202817" y="6161416"/>
                  </a:lnTo>
                  <a:lnTo>
                    <a:pt x="202942" y="6161416"/>
                  </a:lnTo>
                  <a:lnTo>
                    <a:pt x="203067" y="6161416"/>
                  </a:lnTo>
                  <a:lnTo>
                    <a:pt x="203192" y="6161416"/>
                  </a:lnTo>
                  <a:lnTo>
                    <a:pt x="203317" y="6161416"/>
                  </a:lnTo>
                  <a:lnTo>
                    <a:pt x="203443" y="6161416"/>
                  </a:lnTo>
                  <a:lnTo>
                    <a:pt x="203568" y="6161416"/>
                  </a:lnTo>
                  <a:lnTo>
                    <a:pt x="203693" y="6161416"/>
                  </a:lnTo>
                  <a:lnTo>
                    <a:pt x="203818" y="6161416"/>
                  </a:lnTo>
                  <a:lnTo>
                    <a:pt x="203943" y="6161416"/>
                  </a:lnTo>
                  <a:lnTo>
                    <a:pt x="204068" y="6161416"/>
                  </a:lnTo>
                  <a:lnTo>
                    <a:pt x="204193" y="6161416"/>
                  </a:lnTo>
                  <a:lnTo>
                    <a:pt x="204318" y="6161416"/>
                  </a:lnTo>
                  <a:lnTo>
                    <a:pt x="204443" y="6161416"/>
                  </a:lnTo>
                  <a:lnTo>
                    <a:pt x="204568" y="6161416"/>
                  </a:lnTo>
                  <a:lnTo>
                    <a:pt x="204693" y="6161416"/>
                  </a:lnTo>
                  <a:lnTo>
                    <a:pt x="204818" y="6161416"/>
                  </a:lnTo>
                  <a:lnTo>
                    <a:pt x="204943" y="6161416"/>
                  </a:lnTo>
                  <a:lnTo>
                    <a:pt x="205068" y="6161416"/>
                  </a:lnTo>
                  <a:lnTo>
                    <a:pt x="205193" y="6161416"/>
                  </a:lnTo>
                  <a:lnTo>
                    <a:pt x="205193" y="6151462"/>
                  </a:lnTo>
                  <a:lnTo>
                    <a:pt x="205318" y="6151462"/>
                  </a:lnTo>
                  <a:lnTo>
                    <a:pt x="205443" y="6151462"/>
                  </a:lnTo>
                  <a:lnTo>
                    <a:pt x="205568" y="6151462"/>
                  </a:lnTo>
                  <a:lnTo>
                    <a:pt x="205693" y="6151462"/>
                  </a:lnTo>
                  <a:lnTo>
                    <a:pt x="205818" y="6151462"/>
                  </a:lnTo>
                  <a:lnTo>
                    <a:pt x="205943" y="6151462"/>
                  </a:lnTo>
                  <a:lnTo>
                    <a:pt x="206068" y="6151462"/>
                  </a:lnTo>
                  <a:lnTo>
                    <a:pt x="206193" y="6151462"/>
                  </a:lnTo>
                  <a:lnTo>
                    <a:pt x="206318" y="6151462"/>
                  </a:lnTo>
                  <a:lnTo>
                    <a:pt x="206444" y="6151462"/>
                  </a:lnTo>
                  <a:lnTo>
                    <a:pt x="206569" y="6151462"/>
                  </a:lnTo>
                  <a:lnTo>
                    <a:pt x="206694" y="6151462"/>
                  </a:lnTo>
                  <a:lnTo>
                    <a:pt x="206819" y="6151462"/>
                  </a:lnTo>
                  <a:lnTo>
                    <a:pt x="206944" y="6151462"/>
                  </a:lnTo>
                  <a:lnTo>
                    <a:pt x="207069" y="6151462"/>
                  </a:lnTo>
                  <a:lnTo>
                    <a:pt x="207194" y="6151462"/>
                  </a:lnTo>
                  <a:lnTo>
                    <a:pt x="207319" y="6151462"/>
                  </a:lnTo>
                  <a:lnTo>
                    <a:pt x="207444" y="6151462"/>
                  </a:lnTo>
                  <a:lnTo>
                    <a:pt x="207569" y="6151462"/>
                  </a:lnTo>
                  <a:lnTo>
                    <a:pt x="207694" y="6151462"/>
                  </a:lnTo>
                  <a:lnTo>
                    <a:pt x="207819" y="6151462"/>
                  </a:lnTo>
                  <a:lnTo>
                    <a:pt x="207944" y="6151462"/>
                  </a:lnTo>
                  <a:lnTo>
                    <a:pt x="208069" y="6151462"/>
                  </a:lnTo>
                  <a:lnTo>
                    <a:pt x="208194" y="6151462"/>
                  </a:lnTo>
                  <a:lnTo>
                    <a:pt x="208319" y="6151462"/>
                  </a:lnTo>
                  <a:lnTo>
                    <a:pt x="208444" y="6151462"/>
                  </a:lnTo>
                  <a:lnTo>
                    <a:pt x="208569" y="6151462"/>
                  </a:lnTo>
                  <a:lnTo>
                    <a:pt x="208694" y="6151462"/>
                  </a:lnTo>
                  <a:lnTo>
                    <a:pt x="208819" y="6151462"/>
                  </a:lnTo>
                  <a:lnTo>
                    <a:pt x="208944" y="6151462"/>
                  </a:lnTo>
                  <a:lnTo>
                    <a:pt x="209069" y="6151462"/>
                  </a:lnTo>
                  <a:lnTo>
                    <a:pt x="209194" y="6151462"/>
                  </a:lnTo>
                  <a:lnTo>
                    <a:pt x="209319" y="6151462"/>
                  </a:lnTo>
                  <a:lnTo>
                    <a:pt x="209445" y="6151462"/>
                  </a:lnTo>
                  <a:lnTo>
                    <a:pt x="209570" y="6151462"/>
                  </a:lnTo>
                  <a:lnTo>
                    <a:pt x="209695" y="6151462"/>
                  </a:lnTo>
                  <a:lnTo>
                    <a:pt x="209820" y="6151462"/>
                  </a:lnTo>
                  <a:lnTo>
                    <a:pt x="209945" y="6151462"/>
                  </a:lnTo>
                  <a:lnTo>
                    <a:pt x="210070" y="6151462"/>
                  </a:lnTo>
                  <a:lnTo>
                    <a:pt x="210195" y="6151462"/>
                  </a:lnTo>
                  <a:lnTo>
                    <a:pt x="210320" y="6151462"/>
                  </a:lnTo>
                  <a:lnTo>
                    <a:pt x="210445" y="6151462"/>
                  </a:lnTo>
                  <a:lnTo>
                    <a:pt x="210570" y="6151462"/>
                  </a:lnTo>
                  <a:lnTo>
                    <a:pt x="210695" y="6151462"/>
                  </a:lnTo>
                  <a:lnTo>
                    <a:pt x="210820" y="6151462"/>
                  </a:lnTo>
                  <a:lnTo>
                    <a:pt x="210945" y="6151462"/>
                  </a:lnTo>
                  <a:lnTo>
                    <a:pt x="211070" y="6151462"/>
                  </a:lnTo>
                  <a:lnTo>
                    <a:pt x="211195" y="6151462"/>
                  </a:lnTo>
                  <a:lnTo>
                    <a:pt x="211320" y="6151462"/>
                  </a:lnTo>
                  <a:lnTo>
                    <a:pt x="211445" y="6151462"/>
                  </a:lnTo>
                  <a:lnTo>
                    <a:pt x="211570" y="6151462"/>
                  </a:lnTo>
                  <a:lnTo>
                    <a:pt x="211695" y="6151462"/>
                  </a:lnTo>
                  <a:lnTo>
                    <a:pt x="211820" y="6151462"/>
                  </a:lnTo>
                  <a:lnTo>
                    <a:pt x="211945" y="6151462"/>
                  </a:lnTo>
                  <a:lnTo>
                    <a:pt x="212070" y="6151462"/>
                  </a:lnTo>
                  <a:lnTo>
                    <a:pt x="212195" y="6151462"/>
                  </a:lnTo>
                  <a:lnTo>
                    <a:pt x="212320" y="6151462"/>
                  </a:lnTo>
                  <a:lnTo>
                    <a:pt x="212446" y="6151462"/>
                  </a:lnTo>
                  <a:lnTo>
                    <a:pt x="212571" y="6151462"/>
                  </a:lnTo>
                  <a:lnTo>
                    <a:pt x="212696" y="6151462"/>
                  </a:lnTo>
                  <a:lnTo>
                    <a:pt x="212821" y="6151462"/>
                  </a:lnTo>
                  <a:lnTo>
                    <a:pt x="212946" y="6151462"/>
                  </a:lnTo>
                  <a:lnTo>
                    <a:pt x="213071" y="6151462"/>
                  </a:lnTo>
                  <a:lnTo>
                    <a:pt x="213196" y="6151462"/>
                  </a:lnTo>
                  <a:lnTo>
                    <a:pt x="213321" y="6151462"/>
                  </a:lnTo>
                  <a:lnTo>
                    <a:pt x="213446" y="6151462"/>
                  </a:lnTo>
                  <a:lnTo>
                    <a:pt x="213571" y="6151462"/>
                  </a:lnTo>
                  <a:lnTo>
                    <a:pt x="213696" y="6151462"/>
                  </a:lnTo>
                  <a:lnTo>
                    <a:pt x="213821" y="6151462"/>
                  </a:lnTo>
                  <a:lnTo>
                    <a:pt x="213821" y="6141508"/>
                  </a:lnTo>
                  <a:lnTo>
                    <a:pt x="213946" y="6141508"/>
                  </a:lnTo>
                  <a:lnTo>
                    <a:pt x="214071" y="6141508"/>
                  </a:lnTo>
                  <a:lnTo>
                    <a:pt x="214196" y="6141508"/>
                  </a:lnTo>
                  <a:lnTo>
                    <a:pt x="214321" y="6141508"/>
                  </a:lnTo>
                  <a:lnTo>
                    <a:pt x="214446" y="6141508"/>
                  </a:lnTo>
                  <a:lnTo>
                    <a:pt x="214571" y="6141508"/>
                  </a:lnTo>
                  <a:lnTo>
                    <a:pt x="214696" y="6141508"/>
                  </a:lnTo>
                  <a:lnTo>
                    <a:pt x="214821" y="6141508"/>
                  </a:lnTo>
                  <a:lnTo>
                    <a:pt x="214946" y="6141508"/>
                  </a:lnTo>
                  <a:lnTo>
                    <a:pt x="215071" y="6141508"/>
                  </a:lnTo>
                  <a:lnTo>
                    <a:pt x="215196" y="6141508"/>
                  </a:lnTo>
                  <a:lnTo>
                    <a:pt x="215321" y="6141508"/>
                  </a:lnTo>
                  <a:lnTo>
                    <a:pt x="215447" y="6141508"/>
                  </a:lnTo>
                  <a:lnTo>
                    <a:pt x="215572" y="6141508"/>
                  </a:lnTo>
                  <a:lnTo>
                    <a:pt x="215697" y="6141508"/>
                  </a:lnTo>
                  <a:lnTo>
                    <a:pt x="215822" y="6141508"/>
                  </a:lnTo>
                  <a:lnTo>
                    <a:pt x="215947" y="6141508"/>
                  </a:lnTo>
                  <a:lnTo>
                    <a:pt x="216072" y="6141508"/>
                  </a:lnTo>
                  <a:lnTo>
                    <a:pt x="216197" y="6141508"/>
                  </a:lnTo>
                  <a:lnTo>
                    <a:pt x="216322" y="6141508"/>
                  </a:lnTo>
                  <a:lnTo>
                    <a:pt x="216447" y="6141508"/>
                  </a:lnTo>
                  <a:lnTo>
                    <a:pt x="216572" y="6141508"/>
                  </a:lnTo>
                  <a:lnTo>
                    <a:pt x="216697" y="6141508"/>
                  </a:lnTo>
                  <a:lnTo>
                    <a:pt x="216822" y="6141508"/>
                  </a:lnTo>
                  <a:lnTo>
                    <a:pt x="216947" y="6141508"/>
                  </a:lnTo>
                  <a:lnTo>
                    <a:pt x="217072" y="6141508"/>
                  </a:lnTo>
                  <a:lnTo>
                    <a:pt x="217197" y="6141508"/>
                  </a:lnTo>
                  <a:lnTo>
                    <a:pt x="217322" y="6141508"/>
                  </a:lnTo>
                  <a:lnTo>
                    <a:pt x="217447" y="6141508"/>
                  </a:lnTo>
                  <a:lnTo>
                    <a:pt x="217572" y="6141508"/>
                  </a:lnTo>
                  <a:lnTo>
                    <a:pt x="217697" y="6141508"/>
                  </a:lnTo>
                  <a:lnTo>
                    <a:pt x="217822" y="6141508"/>
                  </a:lnTo>
                  <a:lnTo>
                    <a:pt x="217947" y="6141508"/>
                  </a:lnTo>
                  <a:lnTo>
                    <a:pt x="218072" y="6141508"/>
                  </a:lnTo>
                  <a:lnTo>
                    <a:pt x="218197" y="6141508"/>
                  </a:lnTo>
                  <a:lnTo>
                    <a:pt x="218322" y="6141508"/>
                  </a:lnTo>
                  <a:lnTo>
                    <a:pt x="218448" y="6141508"/>
                  </a:lnTo>
                  <a:lnTo>
                    <a:pt x="218573" y="6141508"/>
                  </a:lnTo>
                  <a:lnTo>
                    <a:pt x="218698" y="6141508"/>
                  </a:lnTo>
                  <a:lnTo>
                    <a:pt x="218823" y="6141508"/>
                  </a:lnTo>
                  <a:lnTo>
                    <a:pt x="218948" y="6141508"/>
                  </a:lnTo>
                  <a:lnTo>
                    <a:pt x="219073" y="6141508"/>
                  </a:lnTo>
                  <a:lnTo>
                    <a:pt x="219198" y="6141508"/>
                  </a:lnTo>
                  <a:lnTo>
                    <a:pt x="219323" y="6141508"/>
                  </a:lnTo>
                  <a:lnTo>
                    <a:pt x="219448" y="6141508"/>
                  </a:lnTo>
                  <a:lnTo>
                    <a:pt x="219573" y="6141508"/>
                  </a:lnTo>
                  <a:lnTo>
                    <a:pt x="219698" y="6141508"/>
                  </a:lnTo>
                  <a:lnTo>
                    <a:pt x="219823" y="6141508"/>
                  </a:lnTo>
                  <a:lnTo>
                    <a:pt x="219948" y="6141508"/>
                  </a:lnTo>
                  <a:lnTo>
                    <a:pt x="220073" y="6141508"/>
                  </a:lnTo>
                  <a:lnTo>
                    <a:pt x="220198" y="6141508"/>
                  </a:lnTo>
                  <a:lnTo>
                    <a:pt x="220323" y="6141508"/>
                  </a:lnTo>
                  <a:lnTo>
                    <a:pt x="220448" y="6141508"/>
                  </a:lnTo>
                  <a:lnTo>
                    <a:pt x="220573" y="6141508"/>
                  </a:lnTo>
                  <a:lnTo>
                    <a:pt x="220698" y="6141508"/>
                  </a:lnTo>
                  <a:lnTo>
                    <a:pt x="220823" y="6141508"/>
                  </a:lnTo>
                  <a:lnTo>
                    <a:pt x="220948" y="6141508"/>
                  </a:lnTo>
                  <a:lnTo>
                    <a:pt x="221073" y="6141508"/>
                  </a:lnTo>
                  <a:lnTo>
                    <a:pt x="221198" y="6141508"/>
                  </a:lnTo>
                  <a:lnTo>
                    <a:pt x="221323" y="6141508"/>
                  </a:lnTo>
                  <a:lnTo>
                    <a:pt x="221449" y="6141508"/>
                  </a:lnTo>
                  <a:lnTo>
                    <a:pt x="221574" y="6141508"/>
                  </a:lnTo>
                  <a:lnTo>
                    <a:pt x="221699" y="6141508"/>
                  </a:lnTo>
                  <a:lnTo>
                    <a:pt x="221824" y="6141508"/>
                  </a:lnTo>
                  <a:lnTo>
                    <a:pt x="221949" y="6141508"/>
                  </a:lnTo>
                  <a:lnTo>
                    <a:pt x="222074" y="6141508"/>
                  </a:lnTo>
                  <a:lnTo>
                    <a:pt x="222074" y="6131554"/>
                  </a:lnTo>
                  <a:lnTo>
                    <a:pt x="222199" y="6131554"/>
                  </a:lnTo>
                  <a:lnTo>
                    <a:pt x="222324" y="6131554"/>
                  </a:lnTo>
                  <a:lnTo>
                    <a:pt x="222449" y="6131554"/>
                  </a:lnTo>
                  <a:lnTo>
                    <a:pt x="222574" y="6131554"/>
                  </a:lnTo>
                  <a:lnTo>
                    <a:pt x="222699" y="6131554"/>
                  </a:lnTo>
                  <a:lnTo>
                    <a:pt x="222824" y="6131554"/>
                  </a:lnTo>
                  <a:lnTo>
                    <a:pt x="222949" y="6131554"/>
                  </a:lnTo>
                  <a:lnTo>
                    <a:pt x="223074" y="6131554"/>
                  </a:lnTo>
                  <a:lnTo>
                    <a:pt x="223199" y="6131554"/>
                  </a:lnTo>
                  <a:lnTo>
                    <a:pt x="223324" y="6131554"/>
                  </a:lnTo>
                  <a:lnTo>
                    <a:pt x="223449" y="6131554"/>
                  </a:lnTo>
                  <a:lnTo>
                    <a:pt x="223574" y="6131554"/>
                  </a:lnTo>
                  <a:lnTo>
                    <a:pt x="223699" y="6131554"/>
                  </a:lnTo>
                  <a:lnTo>
                    <a:pt x="223824" y="6131554"/>
                  </a:lnTo>
                  <a:lnTo>
                    <a:pt x="223949" y="6131554"/>
                  </a:lnTo>
                  <a:lnTo>
                    <a:pt x="224074" y="6131554"/>
                  </a:lnTo>
                  <a:lnTo>
                    <a:pt x="224199" y="6131554"/>
                  </a:lnTo>
                  <a:lnTo>
                    <a:pt x="224324" y="6131554"/>
                  </a:lnTo>
                  <a:lnTo>
                    <a:pt x="224450" y="6131554"/>
                  </a:lnTo>
                  <a:lnTo>
                    <a:pt x="224575" y="6131554"/>
                  </a:lnTo>
                  <a:lnTo>
                    <a:pt x="224700" y="6131554"/>
                  </a:lnTo>
                  <a:lnTo>
                    <a:pt x="224825" y="6131554"/>
                  </a:lnTo>
                  <a:lnTo>
                    <a:pt x="224950" y="6131554"/>
                  </a:lnTo>
                  <a:lnTo>
                    <a:pt x="225075" y="6131554"/>
                  </a:lnTo>
                  <a:lnTo>
                    <a:pt x="225200" y="6131554"/>
                  </a:lnTo>
                  <a:lnTo>
                    <a:pt x="225325" y="6131554"/>
                  </a:lnTo>
                  <a:lnTo>
                    <a:pt x="225450" y="6131554"/>
                  </a:lnTo>
                  <a:lnTo>
                    <a:pt x="225575" y="6131554"/>
                  </a:lnTo>
                  <a:lnTo>
                    <a:pt x="225700" y="6131554"/>
                  </a:lnTo>
                  <a:lnTo>
                    <a:pt x="225825" y="6131554"/>
                  </a:lnTo>
                  <a:lnTo>
                    <a:pt x="225950" y="6131554"/>
                  </a:lnTo>
                  <a:lnTo>
                    <a:pt x="226075" y="6131554"/>
                  </a:lnTo>
                  <a:lnTo>
                    <a:pt x="226200" y="6131554"/>
                  </a:lnTo>
                  <a:lnTo>
                    <a:pt x="226325" y="6131554"/>
                  </a:lnTo>
                  <a:lnTo>
                    <a:pt x="226450" y="6131554"/>
                  </a:lnTo>
                  <a:lnTo>
                    <a:pt x="226575" y="6131554"/>
                  </a:lnTo>
                  <a:lnTo>
                    <a:pt x="226700" y="6131554"/>
                  </a:lnTo>
                  <a:lnTo>
                    <a:pt x="226825" y="6131554"/>
                  </a:lnTo>
                  <a:lnTo>
                    <a:pt x="226950" y="6131554"/>
                  </a:lnTo>
                  <a:lnTo>
                    <a:pt x="227075" y="6131554"/>
                  </a:lnTo>
                  <a:lnTo>
                    <a:pt x="227200" y="6131554"/>
                  </a:lnTo>
                  <a:lnTo>
                    <a:pt x="227325" y="6131554"/>
                  </a:lnTo>
                  <a:lnTo>
                    <a:pt x="227451" y="6131554"/>
                  </a:lnTo>
                  <a:lnTo>
                    <a:pt x="227576" y="6131554"/>
                  </a:lnTo>
                  <a:lnTo>
                    <a:pt x="227701" y="6131554"/>
                  </a:lnTo>
                  <a:lnTo>
                    <a:pt x="227826" y="6131554"/>
                  </a:lnTo>
                  <a:lnTo>
                    <a:pt x="227951" y="6131554"/>
                  </a:lnTo>
                  <a:lnTo>
                    <a:pt x="228076" y="6131554"/>
                  </a:lnTo>
                  <a:lnTo>
                    <a:pt x="228201" y="6131554"/>
                  </a:lnTo>
                  <a:lnTo>
                    <a:pt x="228326" y="6131554"/>
                  </a:lnTo>
                  <a:lnTo>
                    <a:pt x="228451" y="6131554"/>
                  </a:lnTo>
                  <a:lnTo>
                    <a:pt x="228576" y="6131554"/>
                  </a:lnTo>
                  <a:lnTo>
                    <a:pt x="228701" y="6131554"/>
                  </a:lnTo>
                  <a:lnTo>
                    <a:pt x="228826" y="6131554"/>
                  </a:lnTo>
                  <a:lnTo>
                    <a:pt x="228951" y="6131554"/>
                  </a:lnTo>
                  <a:lnTo>
                    <a:pt x="229076" y="6131554"/>
                  </a:lnTo>
                  <a:lnTo>
                    <a:pt x="229201" y="6131554"/>
                  </a:lnTo>
                  <a:lnTo>
                    <a:pt x="229326" y="6131554"/>
                  </a:lnTo>
                  <a:lnTo>
                    <a:pt x="229451" y="6131554"/>
                  </a:lnTo>
                  <a:lnTo>
                    <a:pt x="229576" y="6131554"/>
                  </a:lnTo>
                  <a:lnTo>
                    <a:pt x="229701" y="6131554"/>
                  </a:lnTo>
                  <a:lnTo>
                    <a:pt x="229826" y="6131554"/>
                  </a:lnTo>
                  <a:lnTo>
                    <a:pt x="229951" y="6131554"/>
                  </a:lnTo>
                  <a:lnTo>
                    <a:pt x="230076" y="6131554"/>
                  </a:lnTo>
                  <a:lnTo>
                    <a:pt x="230201" y="6131554"/>
                  </a:lnTo>
                  <a:lnTo>
                    <a:pt x="230326" y="6131554"/>
                  </a:lnTo>
                  <a:lnTo>
                    <a:pt x="230452" y="6131554"/>
                  </a:lnTo>
                  <a:lnTo>
                    <a:pt x="230577" y="6131554"/>
                  </a:lnTo>
                  <a:lnTo>
                    <a:pt x="230702" y="6131554"/>
                  </a:lnTo>
                  <a:lnTo>
                    <a:pt x="230827" y="6131554"/>
                  </a:lnTo>
                  <a:lnTo>
                    <a:pt x="230952" y="6131554"/>
                  </a:lnTo>
                  <a:lnTo>
                    <a:pt x="231077" y="6131554"/>
                  </a:lnTo>
                  <a:lnTo>
                    <a:pt x="231202" y="6131554"/>
                  </a:lnTo>
                  <a:lnTo>
                    <a:pt x="231327" y="6131554"/>
                  </a:lnTo>
                  <a:lnTo>
                    <a:pt x="231452" y="6131554"/>
                  </a:lnTo>
                  <a:lnTo>
                    <a:pt x="231577" y="6131554"/>
                  </a:lnTo>
                  <a:lnTo>
                    <a:pt x="231702" y="6131554"/>
                  </a:lnTo>
                  <a:lnTo>
                    <a:pt x="231827" y="6131554"/>
                  </a:lnTo>
                  <a:lnTo>
                    <a:pt x="231952" y="6131554"/>
                  </a:lnTo>
                  <a:lnTo>
                    <a:pt x="232077" y="6131554"/>
                  </a:lnTo>
                  <a:lnTo>
                    <a:pt x="232202" y="6131554"/>
                  </a:lnTo>
                  <a:lnTo>
                    <a:pt x="232327" y="6131554"/>
                  </a:lnTo>
                  <a:lnTo>
                    <a:pt x="232452" y="6131554"/>
                  </a:lnTo>
                  <a:lnTo>
                    <a:pt x="232577" y="6131554"/>
                  </a:lnTo>
                  <a:lnTo>
                    <a:pt x="232702" y="6131554"/>
                  </a:lnTo>
                  <a:lnTo>
                    <a:pt x="232827" y="6131554"/>
                  </a:lnTo>
                  <a:lnTo>
                    <a:pt x="232952" y="6131554"/>
                  </a:lnTo>
                  <a:lnTo>
                    <a:pt x="233077" y="6131554"/>
                  </a:lnTo>
                  <a:lnTo>
                    <a:pt x="233202" y="6131554"/>
                  </a:lnTo>
                  <a:lnTo>
                    <a:pt x="233328" y="6131554"/>
                  </a:lnTo>
                  <a:lnTo>
                    <a:pt x="233453" y="6131554"/>
                  </a:lnTo>
                  <a:lnTo>
                    <a:pt x="233578" y="6131554"/>
                  </a:lnTo>
                  <a:lnTo>
                    <a:pt x="233703" y="6131554"/>
                  </a:lnTo>
                  <a:lnTo>
                    <a:pt x="233828" y="6131554"/>
                  </a:lnTo>
                  <a:lnTo>
                    <a:pt x="233953" y="6131554"/>
                  </a:lnTo>
                  <a:lnTo>
                    <a:pt x="234078" y="6131554"/>
                  </a:lnTo>
                  <a:lnTo>
                    <a:pt x="234203" y="6131554"/>
                  </a:lnTo>
                  <a:lnTo>
                    <a:pt x="234328" y="6131554"/>
                  </a:lnTo>
                  <a:lnTo>
                    <a:pt x="234453" y="6131554"/>
                  </a:lnTo>
                  <a:lnTo>
                    <a:pt x="234578" y="6131554"/>
                  </a:lnTo>
                  <a:lnTo>
                    <a:pt x="234703" y="6131554"/>
                  </a:lnTo>
                  <a:lnTo>
                    <a:pt x="234828" y="6131554"/>
                  </a:lnTo>
                  <a:lnTo>
                    <a:pt x="234953" y="6131554"/>
                  </a:lnTo>
                  <a:lnTo>
                    <a:pt x="235078" y="6131554"/>
                  </a:lnTo>
                  <a:lnTo>
                    <a:pt x="235203" y="6131554"/>
                  </a:lnTo>
                  <a:lnTo>
                    <a:pt x="235328" y="6131554"/>
                  </a:lnTo>
                  <a:lnTo>
                    <a:pt x="235453" y="6131554"/>
                  </a:lnTo>
                  <a:lnTo>
                    <a:pt x="235578" y="6131554"/>
                  </a:lnTo>
                  <a:lnTo>
                    <a:pt x="235703" y="6131554"/>
                  </a:lnTo>
                  <a:lnTo>
                    <a:pt x="235828" y="6131554"/>
                  </a:lnTo>
                  <a:lnTo>
                    <a:pt x="235953" y="6131554"/>
                  </a:lnTo>
                  <a:lnTo>
                    <a:pt x="236078" y="6131554"/>
                  </a:lnTo>
                  <a:lnTo>
                    <a:pt x="236203" y="6131554"/>
                  </a:lnTo>
                  <a:lnTo>
                    <a:pt x="236329" y="6131554"/>
                  </a:lnTo>
                  <a:lnTo>
                    <a:pt x="236454" y="6131554"/>
                  </a:lnTo>
                  <a:lnTo>
                    <a:pt x="236579" y="6131554"/>
                  </a:lnTo>
                  <a:lnTo>
                    <a:pt x="236704" y="6131554"/>
                  </a:lnTo>
                  <a:lnTo>
                    <a:pt x="236829" y="6131554"/>
                  </a:lnTo>
                  <a:lnTo>
                    <a:pt x="236954" y="6131554"/>
                  </a:lnTo>
                  <a:lnTo>
                    <a:pt x="237079" y="6131554"/>
                  </a:lnTo>
                  <a:lnTo>
                    <a:pt x="237204" y="6131554"/>
                  </a:lnTo>
                  <a:lnTo>
                    <a:pt x="237329" y="6131554"/>
                  </a:lnTo>
                  <a:lnTo>
                    <a:pt x="237454" y="6131554"/>
                  </a:lnTo>
                  <a:lnTo>
                    <a:pt x="237579" y="6131554"/>
                  </a:lnTo>
                  <a:lnTo>
                    <a:pt x="237704" y="6131554"/>
                  </a:lnTo>
                  <a:lnTo>
                    <a:pt x="237829" y="6131554"/>
                  </a:lnTo>
                  <a:lnTo>
                    <a:pt x="237954" y="6131554"/>
                  </a:lnTo>
                  <a:lnTo>
                    <a:pt x="238079" y="6131554"/>
                  </a:lnTo>
                  <a:lnTo>
                    <a:pt x="238204" y="6131554"/>
                  </a:lnTo>
                  <a:lnTo>
                    <a:pt x="238329" y="6131554"/>
                  </a:lnTo>
                  <a:lnTo>
                    <a:pt x="238454" y="6131554"/>
                  </a:lnTo>
                  <a:lnTo>
                    <a:pt x="238579" y="6131554"/>
                  </a:lnTo>
                  <a:lnTo>
                    <a:pt x="238704" y="6131554"/>
                  </a:lnTo>
                  <a:lnTo>
                    <a:pt x="238829" y="6131554"/>
                  </a:lnTo>
                  <a:lnTo>
                    <a:pt x="238954" y="6131554"/>
                  </a:lnTo>
                  <a:lnTo>
                    <a:pt x="239079" y="6131554"/>
                  </a:lnTo>
                  <a:lnTo>
                    <a:pt x="239204" y="6131554"/>
                  </a:lnTo>
                  <a:lnTo>
                    <a:pt x="239330" y="6131554"/>
                  </a:lnTo>
                  <a:lnTo>
                    <a:pt x="239455" y="6131554"/>
                  </a:lnTo>
                  <a:lnTo>
                    <a:pt x="239580" y="6131554"/>
                  </a:lnTo>
                  <a:lnTo>
                    <a:pt x="239705" y="6131554"/>
                  </a:lnTo>
                  <a:lnTo>
                    <a:pt x="239830" y="6131554"/>
                  </a:lnTo>
                  <a:lnTo>
                    <a:pt x="239955" y="6131554"/>
                  </a:lnTo>
                  <a:lnTo>
                    <a:pt x="240080" y="6131554"/>
                  </a:lnTo>
                  <a:lnTo>
                    <a:pt x="240205" y="6131554"/>
                  </a:lnTo>
                  <a:lnTo>
                    <a:pt x="240330" y="6131554"/>
                  </a:lnTo>
                  <a:lnTo>
                    <a:pt x="240455" y="6131554"/>
                  </a:lnTo>
                  <a:lnTo>
                    <a:pt x="240580" y="6131554"/>
                  </a:lnTo>
                  <a:lnTo>
                    <a:pt x="240705" y="6131554"/>
                  </a:lnTo>
                  <a:lnTo>
                    <a:pt x="240830" y="6131554"/>
                  </a:lnTo>
                  <a:lnTo>
                    <a:pt x="240955" y="6131554"/>
                  </a:lnTo>
                  <a:lnTo>
                    <a:pt x="241080" y="6131554"/>
                  </a:lnTo>
                  <a:lnTo>
                    <a:pt x="241205" y="6131554"/>
                  </a:lnTo>
                  <a:lnTo>
                    <a:pt x="241330" y="6131554"/>
                  </a:lnTo>
                  <a:lnTo>
                    <a:pt x="241455" y="6131554"/>
                  </a:lnTo>
                  <a:lnTo>
                    <a:pt x="241580" y="6131554"/>
                  </a:lnTo>
                  <a:lnTo>
                    <a:pt x="241705" y="6131554"/>
                  </a:lnTo>
                  <a:lnTo>
                    <a:pt x="241830" y="6131554"/>
                  </a:lnTo>
                  <a:lnTo>
                    <a:pt x="241955" y="6131554"/>
                  </a:lnTo>
                  <a:lnTo>
                    <a:pt x="242080" y="6131554"/>
                  </a:lnTo>
                  <a:lnTo>
                    <a:pt x="242205" y="6131554"/>
                  </a:lnTo>
                  <a:lnTo>
                    <a:pt x="242331" y="6131554"/>
                  </a:lnTo>
                  <a:lnTo>
                    <a:pt x="242456" y="6131554"/>
                  </a:lnTo>
                  <a:lnTo>
                    <a:pt x="242581" y="6131554"/>
                  </a:lnTo>
                  <a:lnTo>
                    <a:pt x="242706" y="6131554"/>
                  </a:lnTo>
                  <a:lnTo>
                    <a:pt x="242831" y="6131554"/>
                  </a:lnTo>
                  <a:lnTo>
                    <a:pt x="242956" y="6131554"/>
                  </a:lnTo>
                  <a:lnTo>
                    <a:pt x="243081" y="6131554"/>
                  </a:lnTo>
                  <a:lnTo>
                    <a:pt x="243206" y="6131554"/>
                  </a:lnTo>
                  <a:lnTo>
                    <a:pt x="243331" y="6131554"/>
                  </a:lnTo>
                  <a:lnTo>
                    <a:pt x="243456" y="6131554"/>
                  </a:lnTo>
                  <a:lnTo>
                    <a:pt x="243581" y="6131554"/>
                  </a:lnTo>
                  <a:lnTo>
                    <a:pt x="243706" y="6131554"/>
                  </a:lnTo>
                  <a:lnTo>
                    <a:pt x="243831" y="6131554"/>
                  </a:lnTo>
                  <a:lnTo>
                    <a:pt x="243956" y="6131554"/>
                  </a:lnTo>
                  <a:lnTo>
                    <a:pt x="244081" y="6131554"/>
                  </a:lnTo>
                  <a:lnTo>
                    <a:pt x="244206" y="6131554"/>
                  </a:lnTo>
                  <a:lnTo>
                    <a:pt x="244331" y="6131554"/>
                  </a:lnTo>
                  <a:lnTo>
                    <a:pt x="244456" y="6131554"/>
                  </a:lnTo>
                  <a:lnTo>
                    <a:pt x="244581" y="6131554"/>
                  </a:lnTo>
                  <a:lnTo>
                    <a:pt x="244706" y="6131554"/>
                  </a:lnTo>
                  <a:lnTo>
                    <a:pt x="244831" y="6131554"/>
                  </a:lnTo>
                  <a:lnTo>
                    <a:pt x="244956" y="6131554"/>
                  </a:lnTo>
                  <a:lnTo>
                    <a:pt x="245081" y="6131554"/>
                  </a:lnTo>
                  <a:lnTo>
                    <a:pt x="245206" y="6131554"/>
                  </a:lnTo>
                  <a:lnTo>
                    <a:pt x="245332" y="6131554"/>
                  </a:lnTo>
                  <a:lnTo>
                    <a:pt x="245457" y="6131554"/>
                  </a:lnTo>
                  <a:lnTo>
                    <a:pt x="245582" y="6131554"/>
                  </a:lnTo>
                  <a:lnTo>
                    <a:pt x="245707" y="6131554"/>
                  </a:lnTo>
                  <a:lnTo>
                    <a:pt x="245832" y="6131554"/>
                  </a:lnTo>
                  <a:lnTo>
                    <a:pt x="245957" y="6131554"/>
                  </a:lnTo>
                  <a:lnTo>
                    <a:pt x="246082" y="6131554"/>
                  </a:lnTo>
                  <a:lnTo>
                    <a:pt x="246207" y="6131554"/>
                  </a:lnTo>
                  <a:lnTo>
                    <a:pt x="246332" y="6131554"/>
                  </a:lnTo>
                  <a:lnTo>
                    <a:pt x="246457" y="6131554"/>
                  </a:lnTo>
                  <a:lnTo>
                    <a:pt x="246582" y="6131554"/>
                  </a:lnTo>
                  <a:lnTo>
                    <a:pt x="246707" y="6131554"/>
                  </a:lnTo>
                  <a:lnTo>
                    <a:pt x="246832" y="6131554"/>
                  </a:lnTo>
                  <a:lnTo>
                    <a:pt x="246957" y="6131554"/>
                  </a:lnTo>
                  <a:lnTo>
                    <a:pt x="247082" y="6131554"/>
                  </a:lnTo>
                  <a:lnTo>
                    <a:pt x="247207" y="6131554"/>
                  </a:lnTo>
                  <a:lnTo>
                    <a:pt x="247332" y="6131554"/>
                  </a:lnTo>
                  <a:lnTo>
                    <a:pt x="247457" y="6131554"/>
                  </a:lnTo>
                  <a:lnTo>
                    <a:pt x="247582" y="6131554"/>
                  </a:lnTo>
                  <a:lnTo>
                    <a:pt x="247707" y="6131554"/>
                  </a:lnTo>
                  <a:lnTo>
                    <a:pt x="247832" y="6131554"/>
                  </a:lnTo>
                  <a:lnTo>
                    <a:pt x="247957" y="6131554"/>
                  </a:lnTo>
                  <a:lnTo>
                    <a:pt x="248082" y="6131554"/>
                  </a:lnTo>
                  <a:lnTo>
                    <a:pt x="248207" y="6131554"/>
                  </a:lnTo>
                  <a:lnTo>
                    <a:pt x="248333" y="6131554"/>
                  </a:lnTo>
                  <a:lnTo>
                    <a:pt x="248458" y="6131554"/>
                  </a:lnTo>
                  <a:lnTo>
                    <a:pt x="248583" y="6131554"/>
                  </a:lnTo>
                  <a:lnTo>
                    <a:pt x="248708" y="6131554"/>
                  </a:lnTo>
                  <a:lnTo>
                    <a:pt x="248833" y="6131554"/>
                  </a:lnTo>
                  <a:lnTo>
                    <a:pt x="248958" y="6131554"/>
                  </a:lnTo>
                  <a:lnTo>
                    <a:pt x="249083" y="6131554"/>
                  </a:lnTo>
                  <a:lnTo>
                    <a:pt x="249208" y="6131554"/>
                  </a:lnTo>
                  <a:lnTo>
                    <a:pt x="249333" y="6131554"/>
                  </a:lnTo>
                  <a:lnTo>
                    <a:pt x="249333" y="6121600"/>
                  </a:lnTo>
                  <a:lnTo>
                    <a:pt x="249458" y="6121600"/>
                  </a:lnTo>
                  <a:lnTo>
                    <a:pt x="249583" y="6121600"/>
                  </a:lnTo>
                  <a:lnTo>
                    <a:pt x="249708" y="6121600"/>
                  </a:lnTo>
                  <a:lnTo>
                    <a:pt x="249833" y="6121600"/>
                  </a:lnTo>
                  <a:lnTo>
                    <a:pt x="249958" y="6121600"/>
                  </a:lnTo>
                  <a:lnTo>
                    <a:pt x="250083" y="6121600"/>
                  </a:lnTo>
                  <a:lnTo>
                    <a:pt x="250208" y="6121600"/>
                  </a:lnTo>
                  <a:lnTo>
                    <a:pt x="250333" y="6121600"/>
                  </a:lnTo>
                  <a:lnTo>
                    <a:pt x="250458" y="6121600"/>
                  </a:lnTo>
                  <a:lnTo>
                    <a:pt x="250583" y="6121600"/>
                  </a:lnTo>
                  <a:lnTo>
                    <a:pt x="250708" y="6121600"/>
                  </a:lnTo>
                  <a:lnTo>
                    <a:pt x="250833" y="6121600"/>
                  </a:lnTo>
                  <a:lnTo>
                    <a:pt x="250958" y="6121600"/>
                  </a:lnTo>
                  <a:lnTo>
                    <a:pt x="251083" y="6121600"/>
                  </a:lnTo>
                  <a:lnTo>
                    <a:pt x="251208" y="6121600"/>
                  </a:lnTo>
                  <a:lnTo>
                    <a:pt x="251334" y="6121600"/>
                  </a:lnTo>
                  <a:lnTo>
                    <a:pt x="251459" y="6121600"/>
                  </a:lnTo>
                  <a:lnTo>
                    <a:pt x="251584" y="6121600"/>
                  </a:lnTo>
                  <a:lnTo>
                    <a:pt x="251709" y="6121600"/>
                  </a:lnTo>
                  <a:lnTo>
                    <a:pt x="251834" y="6121600"/>
                  </a:lnTo>
                  <a:lnTo>
                    <a:pt x="251959" y="6121600"/>
                  </a:lnTo>
                  <a:lnTo>
                    <a:pt x="252084" y="6121600"/>
                  </a:lnTo>
                  <a:lnTo>
                    <a:pt x="252209" y="6121600"/>
                  </a:lnTo>
                  <a:lnTo>
                    <a:pt x="252334" y="6121600"/>
                  </a:lnTo>
                  <a:lnTo>
                    <a:pt x="252459" y="6121600"/>
                  </a:lnTo>
                  <a:lnTo>
                    <a:pt x="252584" y="6121600"/>
                  </a:lnTo>
                  <a:lnTo>
                    <a:pt x="252709" y="6121600"/>
                  </a:lnTo>
                  <a:lnTo>
                    <a:pt x="252834" y="6121600"/>
                  </a:lnTo>
                  <a:lnTo>
                    <a:pt x="252959" y="6121600"/>
                  </a:lnTo>
                  <a:lnTo>
                    <a:pt x="253084" y="6121600"/>
                  </a:lnTo>
                  <a:lnTo>
                    <a:pt x="253209" y="6121600"/>
                  </a:lnTo>
                  <a:lnTo>
                    <a:pt x="253334" y="6121600"/>
                  </a:lnTo>
                  <a:lnTo>
                    <a:pt x="253459" y="6121600"/>
                  </a:lnTo>
                  <a:lnTo>
                    <a:pt x="253584" y="6121600"/>
                  </a:lnTo>
                  <a:lnTo>
                    <a:pt x="253709" y="6121600"/>
                  </a:lnTo>
                  <a:lnTo>
                    <a:pt x="253834" y="6121600"/>
                  </a:lnTo>
                  <a:lnTo>
                    <a:pt x="253959" y="6121600"/>
                  </a:lnTo>
                  <a:lnTo>
                    <a:pt x="254084" y="6121600"/>
                  </a:lnTo>
                  <a:lnTo>
                    <a:pt x="254209" y="6121600"/>
                  </a:lnTo>
                  <a:lnTo>
                    <a:pt x="254335" y="6121600"/>
                  </a:lnTo>
                  <a:lnTo>
                    <a:pt x="254460" y="6121600"/>
                  </a:lnTo>
                  <a:lnTo>
                    <a:pt x="254585" y="6121600"/>
                  </a:lnTo>
                  <a:lnTo>
                    <a:pt x="254710" y="6121600"/>
                  </a:lnTo>
                  <a:lnTo>
                    <a:pt x="254835" y="6121600"/>
                  </a:lnTo>
                  <a:lnTo>
                    <a:pt x="254960" y="6121600"/>
                  </a:lnTo>
                  <a:lnTo>
                    <a:pt x="255085" y="6121600"/>
                  </a:lnTo>
                  <a:lnTo>
                    <a:pt x="255210" y="6121600"/>
                  </a:lnTo>
                  <a:lnTo>
                    <a:pt x="255335" y="6121600"/>
                  </a:lnTo>
                  <a:lnTo>
                    <a:pt x="255460" y="6121600"/>
                  </a:lnTo>
                  <a:lnTo>
                    <a:pt x="255585" y="6121600"/>
                  </a:lnTo>
                  <a:lnTo>
                    <a:pt x="255710" y="6121600"/>
                  </a:lnTo>
                  <a:lnTo>
                    <a:pt x="255835" y="6121600"/>
                  </a:lnTo>
                  <a:lnTo>
                    <a:pt x="255960" y="6121600"/>
                  </a:lnTo>
                  <a:lnTo>
                    <a:pt x="256085" y="6121600"/>
                  </a:lnTo>
                  <a:lnTo>
                    <a:pt x="256210" y="6121600"/>
                  </a:lnTo>
                  <a:lnTo>
                    <a:pt x="256335" y="6121600"/>
                  </a:lnTo>
                  <a:lnTo>
                    <a:pt x="256460" y="6121600"/>
                  </a:lnTo>
                  <a:lnTo>
                    <a:pt x="256585" y="6121600"/>
                  </a:lnTo>
                  <a:lnTo>
                    <a:pt x="256710" y="6121600"/>
                  </a:lnTo>
                  <a:lnTo>
                    <a:pt x="256835" y="6121600"/>
                  </a:lnTo>
                  <a:lnTo>
                    <a:pt x="256960" y="6121600"/>
                  </a:lnTo>
                  <a:lnTo>
                    <a:pt x="257085" y="6121600"/>
                  </a:lnTo>
                  <a:lnTo>
                    <a:pt x="257210" y="6121600"/>
                  </a:lnTo>
                  <a:lnTo>
                    <a:pt x="257336" y="6121600"/>
                  </a:lnTo>
                  <a:lnTo>
                    <a:pt x="257461" y="6121600"/>
                  </a:lnTo>
                  <a:lnTo>
                    <a:pt x="257586" y="6121600"/>
                  </a:lnTo>
                  <a:lnTo>
                    <a:pt x="257586" y="6111647"/>
                  </a:lnTo>
                  <a:lnTo>
                    <a:pt x="257711" y="6111647"/>
                  </a:lnTo>
                  <a:lnTo>
                    <a:pt x="257836" y="6111647"/>
                  </a:lnTo>
                  <a:lnTo>
                    <a:pt x="257961" y="6111647"/>
                  </a:lnTo>
                  <a:lnTo>
                    <a:pt x="258086" y="6111647"/>
                  </a:lnTo>
                  <a:lnTo>
                    <a:pt x="258211" y="6111647"/>
                  </a:lnTo>
                  <a:lnTo>
                    <a:pt x="258336" y="6111647"/>
                  </a:lnTo>
                  <a:lnTo>
                    <a:pt x="258461" y="6111647"/>
                  </a:lnTo>
                  <a:lnTo>
                    <a:pt x="258586" y="6111647"/>
                  </a:lnTo>
                  <a:lnTo>
                    <a:pt x="258711" y="6111647"/>
                  </a:lnTo>
                  <a:lnTo>
                    <a:pt x="258836" y="6111647"/>
                  </a:lnTo>
                  <a:lnTo>
                    <a:pt x="258961" y="6111647"/>
                  </a:lnTo>
                  <a:lnTo>
                    <a:pt x="259086" y="6111647"/>
                  </a:lnTo>
                  <a:lnTo>
                    <a:pt x="259211" y="6111647"/>
                  </a:lnTo>
                  <a:lnTo>
                    <a:pt x="259336" y="6111647"/>
                  </a:lnTo>
                  <a:lnTo>
                    <a:pt x="259461" y="6111647"/>
                  </a:lnTo>
                  <a:lnTo>
                    <a:pt x="259586" y="6111647"/>
                  </a:lnTo>
                  <a:lnTo>
                    <a:pt x="259711" y="6111647"/>
                  </a:lnTo>
                  <a:lnTo>
                    <a:pt x="259836" y="6111647"/>
                  </a:lnTo>
                  <a:lnTo>
                    <a:pt x="259961" y="6111647"/>
                  </a:lnTo>
                  <a:lnTo>
                    <a:pt x="260086" y="6111647"/>
                  </a:lnTo>
                  <a:lnTo>
                    <a:pt x="260211" y="6111647"/>
                  </a:lnTo>
                  <a:lnTo>
                    <a:pt x="260337" y="6111647"/>
                  </a:lnTo>
                  <a:lnTo>
                    <a:pt x="260462" y="6111647"/>
                  </a:lnTo>
                  <a:lnTo>
                    <a:pt x="260587" y="6111647"/>
                  </a:lnTo>
                  <a:lnTo>
                    <a:pt x="260712" y="6111647"/>
                  </a:lnTo>
                  <a:lnTo>
                    <a:pt x="260837" y="6111647"/>
                  </a:lnTo>
                  <a:lnTo>
                    <a:pt x="260962" y="6111647"/>
                  </a:lnTo>
                  <a:lnTo>
                    <a:pt x="261087" y="6111647"/>
                  </a:lnTo>
                  <a:lnTo>
                    <a:pt x="261212" y="6111647"/>
                  </a:lnTo>
                  <a:lnTo>
                    <a:pt x="261337" y="6111647"/>
                  </a:lnTo>
                  <a:lnTo>
                    <a:pt x="261462" y="6111647"/>
                  </a:lnTo>
                  <a:lnTo>
                    <a:pt x="261587" y="6111647"/>
                  </a:lnTo>
                  <a:lnTo>
                    <a:pt x="261712" y="6111647"/>
                  </a:lnTo>
                  <a:lnTo>
                    <a:pt x="261837" y="6111647"/>
                  </a:lnTo>
                  <a:lnTo>
                    <a:pt x="261962" y="6111647"/>
                  </a:lnTo>
                  <a:lnTo>
                    <a:pt x="262087" y="6111647"/>
                  </a:lnTo>
                  <a:lnTo>
                    <a:pt x="262212" y="6111647"/>
                  </a:lnTo>
                  <a:lnTo>
                    <a:pt x="262337" y="6111647"/>
                  </a:lnTo>
                  <a:lnTo>
                    <a:pt x="262462" y="6111647"/>
                  </a:lnTo>
                  <a:lnTo>
                    <a:pt x="262587" y="6111647"/>
                  </a:lnTo>
                  <a:lnTo>
                    <a:pt x="262712" y="6111647"/>
                  </a:lnTo>
                  <a:lnTo>
                    <a:pt x="262837" y="6111647"/>
                  </a:lnTo>
                  <a:lnTo>
                    <a:pt x="262962" y="6111647"/>
                  </a:lnTo>
                  <a:lnTo>
                    <a:pt x="263087" y="6111647"/>
                  </a:lnTo>
                  <a:lnTo>
                    <a:pt x="263212" y="6111647"/>
                  </a:lnTo>
                  <a:lnTo>
                    <a:pt x="263338" y="6111647"/>
                  </a:lnTo>
                  <a:lnTo>
                    <a:pt x="263463" y="6111647"/>
                  </a:lnTo>
                  <a:lnTo>
                    <a:pt x="263588" y="6111647"/>
                  </a:lnTo>
                  <a:lnTo>
                    <a:pt x="263713" y="6111647"/>
                  </a:lnTo>
                  <a:lnTo>
                    <a:pt x="263838" y="6111647"/>
                  </a:lnTo>
                  <a:lnTo>
                    <a:pt x="263963" y="6111647"/>
                  </a:lnTo>
                  <a:lnTo>
                    <a:pt x="264088" y="6111647"/>
                  </a:lnTo>
                  <a:lnTo>
                    <a:pt x="264213" y="6111647"/>
                  </a:lnTo>
                  <a:lnTo>
                    <a:pt x="264338" y="6111647"/>
                  </a:lnTo>
                  <a:lnTo>
                    <a:pt x="264463" y="6111647"/>
                  </a:lnTo>
                  <a:lnTo>
                    <a:pt x="264588" y="6111647"/>
                  </a:lnTo>
                  <a:lnTo>
                    <a:pt x="264713" y="6111647"/>
                  </a:lnTo>
                  <a:lnTo>
                    <a:pt x="264838" y="6111647"/>
                  </a:lnTo>
                  <a:lnTo>
                    <a:pt x="264963" y="6111647"/>
                  </a:lnTo>
                  <a:lnTo>
                    <a:pt x="265088" y="6111647"/>
                  </a:lnTo>
                  <a:lnTo>
                    <a:pt x="265213" y="6111647"/>
                  </a:lnTo>
                  <a:lnTo>
                    <a:pt x="265338" y="6111647"/>
                  </a:lnTo>
                  <a:lnTo>
                    <a:pt x="265463" y="6111647"/>
                  </a:lnTo>
                  <a:lnTo>
                    <a:pt x="265588" y="6111647"/>
                  </a:lnTo>
                  <a:lnTo>
                    <a:pt x="265713" y="6111647"/>
                  </a:lnTo>
                  <a:lnTo>
                    <a:pt x="265838" y="6111647"/>
                  </a:lnTo>
                  <a:lnTo>
                    <a:pt x="265963" y="6111647"/>
                  </a:lnTo>
                  <a:lnTo>
                    <a:pt x="266088" y="6111647"/>
                  </a:lnTo>
                  <a:lnTo>
                    <a:pt x="266213" y="6111647"/>
                  </a:lnTo>
                  <a:lnTo>
                    <a:pt x="266339" y="6111647"/>
                  </a:lnTo>
                  <a:lnTo>
                    <a:pt x="266464" y="6111647"/>
                  </a:lnTo>
                  <a:lnTo>
                    <a:pt x="266589" y="6111647"/>
                  </a:lnTo>
                  <a:lnTo>
                    <a:pt x="266714" y="6111647"/>
                  </a:lnTo>
                  <a:lnTo>
                    <a:pt x="266839" y="6111647"/>
                  </a:lnTo>
                  <a:lnTo>
                    <a:pt x="266964" y="6111647"/>
                  </a:lnTo>
                  <a:lnTo>
                    <a:pt x="267089" y="6111647"/>
                  </a:lnTo>
                  <a:lnTo>
                    <a:pt x="267214" y="6111647"/>
                  </a:lnTo>
                  <a:lnTo>
                    <a:pt x="267339" y="6111647"/>
                  </a:lnTo>
                  <a:lnTo>
                    <a:pt x="267464" y="6111647"/>
                  </a:lnTo>
                  <a:lnTo>
                    <a:pt x="267589" y="6111647"/>
                  </a:lnTo>
                  <a:lnTo>
                    <a:pt x="267714" y="6111647"/>
                  </a:lnTo>
                  <a:lnTo>
                    <a:pt x="267839" y="6111647"/>
                  </a:lnTo>
                  <a:lnTo>
                    <a:pt x="267964" y="6111647"/>
                  </a:lnTo>
                  <a:lnTo>
                    <a:pt x="268089" y="6111647"/>
                  </a:lnTo>
                  <a:lnTo>
                    <a:pt x="268214" y="6111647"/>
                  </a:lnTo>
                  <a:lnTo>
                    <a:pt x="268339" y="6111647"/>
                  </a:lnTo>
                  <a:lnTo>
                    <a:pt x="268339" y="6101693"/>
                  </a:lnTo>
                  <a:lnTo>
                    <a:pt x="268464" y="6101693"/>
                  </a:lnTo>
                  <a:lnTo>
                    <a:pt x="268589" y="6101693"/>
                  </a:lnTo>
                  <a:lnTo>
                    <a:pt x="268714" y="6101693"/>
                  </a:lnTo>
                  <a:lnTo>
                    <a:pt x="268839" y="6101693"/>
                  </a:lnTo>
                  <a:lnTo>
                    <a:pt x="268964" y="6101693"/>
                  </a:lnTo>
                  <a:lnTo>
                    <a:pt x="269089" y="6101693"/>
                  </a:lnTo>
                  <a:lnTo>
                    <a:pt x="269214" y="6101693"/>
                  </a:lnTo>
                  <a:lnTo>
                    <a:pt x="269340" y="6101693"/>
                  </a:lnTo>
                  <a:lnTo>
                    <a:pt x="269465" y="6101693"/>
                  </a:lnTo>
                  <a:lnTo>
                    <a:pt x="269590" y="6101693"/>
                  </a:lnTo>
                  <a:lnTo>
                    <a:pt x="269715" y="6101693"/>
                  </a:lnTo>
                  <a:lnTo>
                    <a:pt x="269840" y="6101693"/>
                  </a:lnTo>
                  <a:lnTo>
                    <a:pt x="269965" y="6101693"/>
                  </a:lnTo>
                  <a:lnTo>
                    <a:pt x="270090" y="6101693"/>
                  </a:lnTo>
                  <a:lnTo>
                    <a:pt x="270215" y="6101693"/>
                  </a:lnTo>
                  <a:lnTo>
                    <a:pt x="270215" y="6091739"/>
                  </a:lnTo>
                  <a:lnTo>
                    <a:pt x="270340" y="6091739"/>
                  </a:lnTo>
                  <a:lnTo>
                    <a:pt x="270465" y="6091739"/>
                  </a:lnTo>
                  <a:lnTo>
                    <a:pt x="270590" y="6091739"/>
                  </a:lnTo>
                  <a:lnTo>
                    <a:pt x="270715" y="6091739"/>
                  </a:lnTo>
                  <a:lnTo>
                    <a:pt x="270840" y="6091739"/>
                  </a:lnTo>
                  <a:lnTo>
                    <a:pt x="270965" y="6091739"/>
                  </a:lnTo>
                  <a:lnTo>
                    <a:pt x="271090" y="6091739"/>
                  </a:lnTo>
                  <a:lnTo>
                    <a:pt x="271215" y="6091739"/>
                  </a:lnTo>
                  <a:lnTo>
                    <a:pt x="271340" y="6091739"/>
                  </a:lnTo>
                  <a:lnTo>
                    <a:pt x="271465" y="6091739"/>
                  </a:lnTo>
                  <a:lnTo>
                    <a:pt x="271590" y="6091739"/>
                  </a:lnTo>
                  <a:lnTo>
                    <a:pt x="271715" y="6091739"/>
                  </a:lnTo>
                  <a:lnTo>
                    <a:pt x="271840" y="6091739"/>
                  </a:lnTo>
                  <a:lnTo>
                    <a:pt x="271965" y="6091739"/>
                  </a:lnTo>
                  <a:lnTo>
                    <a:pt x="272090" y="6091739"/>
                  </a:lnTo>
                  <a:lnTo>
                    <a:pt x="272216" y="6091739"/>
                  </a:lnTo>
                  <a:lnTo>
                    <a:pt x="272341" y="6091739"/>
                  </a:lnTo>
                  <a:lnTo>
                    <a:pt x="272466" y="6091739"/>
                  </a:lnTo>
                  <a:lnTo>
                    <a:pt x="272591" y="6091739"/>
                  </a:lnTo>
                  <a:lnTo>
                    <a:pt x="272716" y="6091739"/>
                  </a:lnTo>
                  <a:lnTo>
                    <a:pt x="272841" y="6091739"/>
                  </a:lnTo>
                  <a:lnTo>
                    <a:pt x="272966" y="6091739"/>
                  </a:lnTo>
                  <a:lnTo>
                    <a:pt x="273091" y="6091739"/>
                  </a:lnTo>
                  <a:lnTo>
                    <a:pt x="273216" y="6091739"/>
                  </a:lnTo>
                  <a:lnTo>
                    <a:pt x="273341" y="6091739"/>
                  </a:lnTo>
                  <a:lnTo>
                    <a:pt x="273466" y="6091739"/>
                  </a:lnTo>
                  <a:lnTo>
                    <a:pt x="273591" y="6091739"/>
                  </a:lnTo>
                  <a:lnTo>
                    <a:pt x="273716" y="6091739"/>
                  </a:lnTo>
                  <a:lnTo>
                    <a:pt x="273841" y="6091739"/>
                  </a:lnTo>
                  <a:lnTo>
                    <a:pt x="273966" y="6091739"/>
                  </a:lnTo>
                  <a:lnTo>
                    <a:pt x="274091" y="6091739"/>
                  </a:lnTo>
                  <a:lnTo>
                    <a:pt x="274216" y="6091739"/>
                  </a:lnTo>
                  <a:lnTo>
                    <a:pt x="274341" y="6091739"/>
                  </a:lnTo>
                  <a:lnTo>
                    <a:pt x="274466" y="6091739"/>
                  </a:lnTo>
                  <a:lnTo>
                    <a:pt x="274591" y="6091739"/>
                  </a:lnTo>
                  <a:lnTo>
                    <a:pt x="274716" y="6091739"/>
                  </a:lnTo>
                  <a:lnTo>
                    <a:pt x="274841" y="6091739"/>
                  </a:lnTo>
                  <a:lnTo>
                    <a:pt x="274966" y="6091739"/>
                  </a:lnTo>
                  <a:lnTo>
                    <a:pt x="275091" y="6091739"/>
                  </a:lnTo>
                  <a:lnTo>
                    <a:pt x="275217" y="6091739"/>
                  </a:lnTo>
                  <a:lnTo>
                    <a:pt x="275342" y="6091739"/>
                  </a:lnTo>
                  <a:lnTo>
                    <a:pt x="275467" y="6091739"/>
                  </a:lnTo>
                  <a:lnTo>
                    <a:pt x="275592" y="6091739"/>
                  </a:lnTo>
                  <a:lnTo>
                    <a:pt x="275717" y="6091739"/>
                  </a:lnTo>
                  <a:lnTo>
                    <a:pt x="275842" y="6091739"/>
                  </a:lnTo>
                  <a:lnTo>
                    <a:pt x="275967" y="6091739"/>
                  </a:lnTo>
                  <a:lnTo>
                    <a:pt x="276092" y="6091739"/>
                  </a:lnTo>
                  <a:lnTo>
                    <a:pt x="276217" y="6091739"/>
                  </a:lnTo>
                  <a:lnTo>
                    <a:pt x="276342" y="6091739"/>
                  </a:lnTo>
                  <a:lnTo>
                    <a:pt x="276467" y="6091739"/>
                  </a:lnTo>
                  <a:lnTo>
                    <a:pt x="276592" y="6091739"/>
                  </a:lnTo>
                  <a:lnTo>
                    <a:pt x="276717" y="6091739"/>
                  </a:lnTo>
                  <a:lnTo>
                    <a:pt x="276842" y="6091739"/>
                  </a:lnTo>
                  <a:lnTo>
                    <a:pt x="276967" y="6091739"/>
                  </a:lnTo>
                  <a:lnTo>
                    <a:pt x="277092" y="6091739"/>
                  </a:lnTo>
                  <a:lnTo>
                    <a:pt x="277217" y="6091739"/>
                  </a:lnTo>
                  <a:lnTo>
                    <a:pt x="277342" y="6091739"/>
                  </a:lnTo>
                  <a:lnTo>
                    <a:pt x="277467" y="6091739"/>
                  </a:lnTo>
                  <a:lnTo>
                    <a:pt x="277592" y="6091739"/>
                  </a:lnTo>
                  <a:lnTo>
                    <a:pt x="277717" y="6091739"/>
                  </a:lnTo>
                  <a:lnTo>
                    <a:pt x="277842" y="6091739"/>
                  </a:lnTo>
                  <a:lnTo>
                    <a:pt x="277967" y="6091739"/>
                  </a:lnTo>
                  <a:lnTo>
                    <a:pt x="278092" y="6091739"/>
                  </a:lnTo>
                  <a:lnTo>
                    <a:pt x="278218" y="6091739"/>
                  </a:lnTo>
                  <a:lnTo>
                    <a:pt x="278343" y="6091739"/>
                  </a:lnTo>
                  <a:lnTo>
                    <a:pt x="278468" y="6091739"/>
                  </a:lnTo>
                  <a:lnTo>
                    <a:pt x="278593" y="6091739"/>
                  </a:lnTo>
                  <a:lnTo>
                    <a:pt x="278718" y="6091739"/>
                  </a:lnTo>
                  <a:lnTo>
                    <a:pt x="278843" y="6091739"/>
                  </a:lnTo>
                  <a:lnTo>
                    <a:pt x="278968" y="6091739"/>
                  </a:lnTo>
                  <a:lnTo>
                    <a:pt x="279093" y="6091739"/>
                  </a:lnTo>
                  <a:lnTo>
                    <a:pt x="279218" y="6091739"/>
                  </a:lnTo>
                  <a:lnTo>
                    <a:pt x="279343" y="6091739"/>
                  </a:lnTo>
                  <a:lnTo>
                    <a:pt x="279468" y="6091739"/>
                  </a:lnTo>
                  <a:lnTo>
                    <a:pt x="279593" y="6091739"/>
                  </a:lnTo>
                  <a:lnTo>
                    <a:pt x="279718" y="6091739"/>
                  </a:lnTo>
                  <a:lnTo>
                    <a:pt x="279843" y="6091739"/>
                  </a:lnTo>
                  <a:lnTo>
                    <a:pt x="279968" y="6091739"/>
                  </a:lnTo>
                  <a:lnTo>
                    <a:pt x="280093" y="6091739"/>
                  </a:lnTo>
                  <a:lnTo>
                    <a:pt x="280218" y="6091739"/>
                  </a:lnTo>
                  <a:lnTo>
                    <a:pt x="280343" y="6091739"/>
                  </a:lnTo>
                  <a:lnTo>
                    <a:pt x="280468" y="6091739"/>
                  </a:lnTo>
                  <a:lnTo>
                    <a:pt x="280593" y="6091739"/>
                  </a:lnTo>
                  <a:lnTo>
                    <a:pt x="280718" y="6091739"/>
                  </a:lnTo>
                  <a:lnTo>
                    <a:pt x="280843" y="6091739"/>
                  </a:lnTo>
                  <a:lnTo>
                    <a:pt x="280968" y="6091739"/>
                  </a:lnTo>
                  <a:lnTo>
                    <a:pt x="281093" y="6091739"/>
                  </a:lnTo>
                  <a:lnTo>
                    <a:pt x="281219" y="6091739"/>
                  </a:lnTo>
                  <a:lnTo>
                    <a:pt x="281344" y="6091739"/>
                  </a:lnTo>
                  <a:lnTo>
                    <a:pt x="281469" y="6091739"/>
                  </a:lnTo>
                  <a:lnTo>
                    <a:pt x="281594" y="6091739"/>
                  </a:lnTo>
                  <a:lnTo>
                    <a:pt x="281719" y="6091739"/>
                  </a:lnTo>
                  <a:lnTo>
                    <a:pt x="281844" y="6091739"/>
                  </a:lnTo>
                  <a:lnTo>
                    <a:pt x="281969" y="6091739"/>
                  </a:lnTo>
                  <a:lnTo>
                    <a:pt x="282094" y="6091739"/>
                  </a:lnTo>
                  <a:lnTo>
                    <a:pt x="282219" y="6091739"/>
                  </a:lnTo>
                  <a:lnTo>
                    <a:pt x="282344" y="6091739"/>
                  </a:lnTo>
                  <a:lnTo>
                    <a:pt x="282469" y="6091739"/>
                  </a:lnTo>
                  <a:lnTo>
                    <a:pt x="282594" y="6091739"/>
                  </a:lnTo>
                  <a:lnTo>
                    <a:pt x="282719" y="6091739"/>
                  </a:lnTo>
                  <a:lnTo>
                    <a:pt x="282844" y="6091739"/>
                  </a:lnTo>
                  <a:lnTo>
                    <a:pt x="282969" y="6091739"/>
                  </a:lnTo>
                  <a:lnTo>
                    <a:pt x="283094" y="6091739"/>
                  </a:lnTo>
                  <a:lnTo>
                    <a:pt x="283219" y="6091739"/>
                  </a:lnTo>
                  <a:lnTo>
                    <a:pt x="283344" y="6091739"/>
                  </a:lnTo>
                  <a:lnTo>
                    <a:pt x="283469" y="6091739"/>
                  </a:lnTo>
                  <a:lnTo>
                    <a:pt x="283594" y="6091739"/>
                  </a:lnTo>
                  <a:lnTo>
                    <a:pt x="283719" y="6091739"/>
                  </a:lnTo>
                  <a:lnTo>
                    <a:pt x="283844" y="6091739"/>
                  </a:lnTo>
                  <a:lnTo>
                    <a:pt x="283969" y="6091739"/>
                  </a:lnTo>
                  <a:lnTo>
                    <a:pt x="284094" y="6091739"/>
                  </a:lnTo>
                  <a:lnTo>
                    <a:pt x="284220" y="6091739"/>
                  </a:lnTo>
                  <a:lnTo>
                    <a:pt x="284345" y="6091739"/>
                  </a:lnTo>
                  <a:lnTo>
                    <a:pt x="284470" y="6091739"/>
                  </a:lnTo>
                  <a:lnTo>
                    <a:pt x="284595" y="6091739"/>
                  </a:lnTo>
                  <a:lnTo>
                    <a:pt x="284720" y="6091739"/>
                  </a:lnTo>
                  <a:lnTo>
                    <a:pt x="284845" y="6091739"/>
                  </a:lnTo>
                  <a:lnTo>
                    <a:pt x="284970" y="6091739"/>
                  </a:lnTo>
                  <a:lnTo>
                    <a:pt x="285095" y="6091739"/>
                  </a:lnTo>
                  <a:lnTo>
                    <a:pt x="285220" y="6091739"/>
                  </a:lnTo>
                  <a:lnTo>
                    <a:pt x="285345" y="6091739"/>
                  </a:lnTo>
                  <a:lnTo>
                    <a:pt x="285470" y="6091739"/>
                  </a:lnTo>
                  <a:lnTo>
                    <a:pt x="285595" y="6091739"/>
                  </a:lnTo>
                  <a:lnTo>
                    <a:pt x="285720" y="6091739"/>
                  </a:lnTo>
                  <a:lnTo>
                    <a:pt x="285845" y="6091739"/>
                  </a:lnTo>
                  <a:lnTo>
                    <a:pt x="285970" y="6091739"/>
                  </a:lnTo>
                  <a:lnTo>
                    <a:pt x="286095" y="6091739"/>
                  </a:lnTo>
                  <a:lnTo>
                    <a:pt x="286220" y="6091739"/>
                  </a:lnTo>
                  <a:lnTo>
                    <a:pt x="286345" y="6091739"/>
                  </a:lnTo>
                  <a:lnTo>
                    <a:pt x="286470" y="6091739"/>
                  </a:lnTo>
                  <a:lnTo>
                    <a:pt x="286595" y="6091739"/>
                  </a:lnTo>
                  <a:lnTo>
                    <a:pt x="286720" y="6091739"/>
                  </a:lnTo>
                  <a:lnTo>
                    <a:pt x="286845" y="6091739"/>
                  </a:lnTo>
                  <a:lnTo>
                    <a:pt x="286970" y="6091739"/>
                  </a:lnTo>
                  <a:lnTo>
                    <a:pt x="287095" y="6091739"/>
                  </a:lnTo>
                  <a:lnTo>
                    <a:pt x="287221" y="6091739"/>
                  </a:lnTo>
                  <a:lnTo>
                    <a:pt x="287346" y="6091739"/>
                  </a:lnTo>
                  <a:lnTo>
                    <a:pt x="287471" y="6091739"/>
                  </a:lnTo>
                  <a:lnTo>
                    <a:pt x="287596" y="6091739"/>
                  </a:lnTo>
                  <a:lnTo>
                    <a:pt x="287721" y="6091739"/>
                  </a:lnTo>
                  <a:lnTo>
                    <a:pt x="287846" y="6091739"/>
                  </a:lnTo>
                  <a:lnTo>
                    <a:pt x="287971" y="6091739"/>
                  </a:lnTo>
                  <a:lnTo>
                    <a:pt x="288096" y="6091739"/>
                  </a:lnTo>
                  <a:lnTo>
                    <a:pt x="288221" y="6091739"/>
                  </a:lnTo>
                  <a:lnTo>
                    <a:pt x="288346" y="6091739"/>
                  </a:lnTo>
                  <a:lnTo>
                    <a:pt x="288471" y="6091739"/>
                  </a:lnTo>
                  <a:lnTo>
                    <a:pt x="288596" y="6091739"/>
                  </a:lnTo>
                  <a:lnTo>
                    <a:pt x="288721" y="6091739"/>
                  </a:lnTo>
                  <a:lnTo>
                    <a:pt x="288846" y="6091739"/>
                  </a:lnTo>
                  <a:lnTo>
                    <a:pt x="288971" y="6091739"/>
                  </a:lnTo>
                  <a:lnTo>
                    <a:pt x="289096" y="6091739"/>
                  </a:lnTo>
                  <a:lnTo>
                    <a:pt x="289221" y="6091739"/>
                  </a:lnTo>
                  <a:lnTo>
                    <a:pt x="289346" y="6091739"/>
                  </a:lnTo>
                  <a:lnTo>
                    <a:pt x="289471" y="6091739"/>
                  </a:lnTo>
                  <a:lnTo>
                    <a:pt x="289596" y="6091739"/>
                  </a:lnTo>
                  <a:lnTo>
                    <a:pt x="289721" y="6091739"/>
                  </a:lnTo>
                  <a:lnTo>
                    <a:pt x="289846" y="6091739"/>
                  </a:lnTo>
                  <a:lnTo>
                    <a:pt x="289971" y="6091739"/>
                  </a:lnTo>
                  <a:lnTo>
                    <a:pt x="290096" y="6091739"/>
                  </a:lnTo>
                  <a:lnTo>
                    <a:pt x="290222" y="6091739"/>
                  </a:lnTo>
                  <a:lnTo>
                    <a:pt x="290347" y="6091739"/>
                  </a:lnTo>
                  <a:lnTo>
                    <a:pt x="290472" y="6091739"/>
                  </a:lnTo>
                  <a:lnTo>
                    <a:pt x="290597" y="6091739"/>
                  </a:lnTo>
                  <a:lnTo>
                    <a:pt x="290722" y="6091739"/>
                  </a:lnTo>
                  <a:lnTo>
                    <a:pt x="290847" y="6091739"/>
                  </a:lnTo>
                  <a:lnTo>
                    <a:pt x="290972" y="6091739"/>
                  </a:lnTo>
                  <a:lnTo>
                    <a:pt x="291097" y="6091739"/>
                  </a:lnTo>
                  <a:lnTo>
                    <a:pt x="291222" y="6091739"/>
                  </a:lnTo>
                  <a:lnTo>
                    <a:pt x="291347" y="6091739"/>
                  </a:lnTo>
                  <a:lnTo>
                    <a:pt x="291472" y="6091739"/>
                  </a:lnTo>
                  <a:lnTo>
                    <a:pt x="291597" y="6091739"/>
                  </a:lnTo>
                  <a:lnTo>
                    <a:pt x="291722" y="6091739"/>
                  </a:lnTo>
                  <a:lnTo>
                    <a:pt x="291847" y="6091739"/>
                  </a:lnTo>
                  <a:lnTo>
                    <a:pt x="291972" y="6091739"/>
                  </a:lnTo>
                  <a:lnTo>
                    <a:pt x="292097" y="6091739"/>
                  </a:lnTo>
                  <a:lnTo>
                    <a:pt x="292222" y="6091739"/>
                  </a:lnTo>
                  <a:lnTo>
                    <a:pt x="292347" y="6091739"/>
                  </a:lnTo>
                  <a:lnTo>
                    <a:pt x="292472" y="6091739"/>
                  </a:lnTo>
                  <a:lnTo>
                    <a:pt x="292597" y="6091739"/>
                  </a:lnTo>
                  <a:lnTo>
                    <a:pt x="292722" y="6091739"/>
                  </a:lnTo>
                  <a:lnTo>
                    <a:pt x="292847" y="6091739"/>
                  </a:lnTo>
                  <a:lnTo>
                    <a:pt x="292972" y="6091739"/>
                  </a:lnTo>
                  <a:lnTo>
                    <a:pt x="293097" y="6091739"/>
                  </a:lnTo>
                  <a:lnTo>
                    <a:pt x="293223" y="6091739"/>
                  </a:lnTo>
                  <a:lnTo>
                    <a:pt x="293348" y="6091739"/>
                  </a:lnTo>
                  <a:lnTo>
                    <a:pt x="293473" y="6091739"/>
                  </a:lnTo>
                  <a:lnTo>
                    <a:pt x="293598" y="6091739"/>
                  </a:lnTo>
                  <a:lnTo>
                    <a:pt x="293723" y="6091739"/>
                  </a:lnTo>
                  <a:lnTo>
                    <a:pt x="293848" y="6091739"/>
                  </a:lnTo>
                  <a:lnTo>
                    <a:pt x="293973" y="6091739"/>
                  </a:lnTo>
                  <a:lnTo>
                    <a:pt x="294098" y="6091739"/>
                  </a:lnTo>
                  <a:lnTo>
                    <a:pt x="294223" y="6091739"/>
                  </a:lnTo>
                  <a:lnTo>
                    <a:pt x="294348" y="6091739"/>
                  </a:lnTo>
                  <a:lnTo>
                    <a:pt x="294473" y="6091739"/>
                  </a:lnTo>
                  <a:lnTo>
                    <a:pt x="294598" y="6091739"/>
                  </a:lnTo>
                  <a:lnTo>
                    <a:pt x="294723" y="6091739"/>
                  </a:lnTo>
                  <a:lnTo>
                    <a:pt x="294848" y="6091739"/>
                  </a:lnTo>
                  <a:lnTo>
                    <a:pt x="294973" y="6091739"/>
                  </a:lnTo>
                  <a:lnTo>
                    <a:pt x="295098" y="6091739"/>
                  </a:lnTo>
                  <a:lnTo>
                    <a:pt x="295223" y="6091739"/>
                  </a:lnTo>
                  <a:lnTo>
                    <a:pt x="295348" y="6091739"/>
                  </a:lnTo>
                  <a:lnTo>
                    <a:pt x="295473" y="6091739"/>
                  </a:lnTo>
                  <a:lnTo>
                    <a:pt x="295598" y="6091739"/>
                  </a:lnTo>
                  <a:lnTo>
                    <a:pt x="295723" y="6091739"/>
                  </a:lnTo>
                  <a:lnTo>
                    <a:pt x="295848" y="6091739"/>
                  </a:lnTo>
                  <a:lnTo>
                    <a:pt x="295973" y="6091739"/>
                  </a:lnTo>
                  <a:lnTo>
                    <a:pt x="296098" y="6091739"/>
                  </a:lnTo>
                  <a:lnTo>
                    <a:pt x="296224" y="6091739"/>
                  </a:lnTo>
                  <a:lnTo>
                    <a:pt x="296349" y="6091739"/>
                  </a:lnTo>
                  <a:lnTo>
                    <a:pt x="296474" y="6091739"/>
                  </a:lnTo>
                  <a:lnTo>
                    <a:pt x="296599" y="6091739"/>
                  </a:lnTo>
                  <a:lnTo>
                    <a:pt x="296724" y="6091739"/>
                  </a:lnTo>
                  <a:lnTo>
                    <a:pt x="296849" y="6091739"/>
                  </a:lnTo>
                  <a:lnTo>
                    <a:pt x="296974" y="6091739"/>
                  </a:lnTo>
                  <a:lnTo>
                    <a:pt x="297099" y="6091739"/>
                  </a:lnTo>
                  <a:lnTo>
                    <a:pt x="297224" y="6091739"/>
                  </a:lnTo>
                  <a:lnTo>
                    <a:pt x="297349" y="6091739"/>
                  </a:lnTo>
                  <a:lnTo>
                    <a:pt x="297474" y="6091739"/>
                  </a:lnTo>
                  <a:lnTo>
                    <a:pt x="297599" y="6091739"/>
                  </a:lnTo>
                  <a:lnTo>
                    <a:pt x="297724" y="6091739"/>
                  </a:lnTo>
                  <a:lnTo>
                    <a:pt x="297849" y="6091739"/>
                  </a:lnTo>
                  <a:lnTo>
                    <a:pt x="297974" y="6091739"/>
                  </a:lnTo>
                  <a:lnTo>
                    <a:pt x="298099" y="6091739"/>
                  </a:lnTo>
                  <a:lnTo>
                    <a:pt x="298224" y="6091739"/>
                  </a:lnTo>
                  <a:lnTo>
                    <a:pt x="298349" y="6091739"/>
                  </a:lnTo>
                  <a:lnTo>
                    <a:pt x="298474" y="6091739"/>
                  </a:lnTo>
                  <a:lnTo>
                    <a:pt x="298599" y="6091739"/>
                  </a:lnTo>
                  <a:lnTo>
                    <a:pt x="298724" y="6091739"/>
                  </a:lnTo>
                  <a:lnTo>
                    <a:pt x="298849" y="6091739"/>
                  </a:lnTo>
                  <a:lnTo>
                    <a:pt x="298974" y="6091739"/>
                  </a:lnTo>
                  <a:lnTo>
                    <a:pt x="299099" y="6091739"/>
                  </a:lnTo>
                  <a:lnTo>
                    <a:pt x="299225" y="6091739"/>
                  </a:lnTo>
                  <a:lnTo>
                    <a:pt x="299350" y="6091739"/>
                  </a:lnTo>
                  <a:lnTo>
                    <a:pt x="299475" y="6091739"/>
                  </a:lnTo>
                  <a:lnTo>
                    <a:pt x="299600" y="6091739"/>
                  </a:lnTo>
                  <a:lnTo>
                    <a:pt x="299725" y="6091739"/>
                  </a:lnTo>
                  <a:lnTo>
                    <a:pt x="299850" y="6091739"/>
                  </a:lnTo>
                  <a:lnTo>
                    <a:pt x="299975" y="6091739"/>
                  </a:lnTo>
                  <a:lnTo>
                    <a:pt x="300100" y="6091739"/>
                  </a:lnTo>
                  <a:lnTo>
                    <a:pt x="300225" y="6091739"/>
                  </a:lnTo>
                  <a:lnTo>
                    <a:pt x="300350" y="6091739"/>
                  </a:lnTo>
                  <a:lnTo>
                    <a:pt x="300475" y="6091739"/>
                  </a:lnTo>
                  <a:lnTo>
                    <a:pt x="300600" y="6091739"/>
                  </a:lnTo>
                  <a:lnTo>
                    <a:pt x="300725" y="6091739"/>
                  </a:lnTo>
                  <a:lnTo>
                    <a:pt x="300850" y="6091739"/>
                  </a:lnTo>
                  <a:lnTo>
                    <a:pt x="300975" y="6091739"/>
                  </a:lnTo>
                  <a:lnTo>
                    <a:pt x="301100" y="6091739"/>
                  </a:lnTo>
                  <a:lnTo>
                    <a:pt x="301225" y="6091739"/>
                  </a:lnTo>
                  <a:lnTo>
                    <a:pt x="301350" y="6091739"/>
                  </a:lnTo>
                  <a:lnTo>
                    <a:pt x="301350" y="6081785"/>
                  </a:lnTo>
                  <a:lnTo>
                    <a:pt x="301475" y="6081785"/>
                  </a:lnTo>
                  <a:lnTo>
                    <a:pt x="301600" y="6081785"/>
                  </a:lnTo>
                  <a:lnTo>
                    <a:pt x="301725" y="6081785"/>
                  </a:lnTo>
                  <a:lnTo>
                    <a:pt x="301850" y="6081785"/>
                  </a:lnTo>
                  <a:lnTo>
                    <a:pt x="301975" y="6081785"/>
                  </a:lnTo>
                  <a:lnTo>
                    <a:pt x="302100" y="6081785"/>
                  </a:lnTo>
                  <a:lnTo>
                    <a:pt x="302226" y="6081785"/>
                  </a:lnTo>
                  <a:lnTo>
                    <a:pt x="302351" y="6081785"/>
                  </a:lnTo>
                  <a:lnTo>
                    <a:pt x="302476" y="6081785"/>
                  </a:lnTo>
                  <a:lnTo>
                    <a:pt x="302601" y="6081785"/>
                  </a:lnTo>
                  <a:lnTo>
                    <a:pt x="302726" y="6081785"/>
                  </a:lnTo>
                  <a:lnTo>
                    <a:pt x="302851" y="6081785"/>
                  </a:lnTo>
                  <a:lnTo>
                    <a:pt x="302976" y="6081785"/>
                  </a:lnTo>
                  <a:lnTo>
                    <a:pt x="303101" y="6081785"/>
                  </a:lnTo>
                  <a:lnTo>
                    <a:pt x="303226" y="6081785"/>
                  </a:lnTo>
                  <a:lnTo>
                    <a:pt x="303351" y="6081785"/>
                  </a:lnTo>
                  <a:lnTo>
                    <a:pt x="303476" y="6081785"/>
                  </a:lnTo>
                  <a:lnTo>
                    <a:pt x="303601" y="6081785"/>
                  </a:lnTo>
                  <a:lnTo>
                    <a:pt x="303726" y="6081785"/>
                  </a:lnTo>
                  <a:lnTo>
                    <a:pt x="303851" y="6081785"/>
                  </a:lnTo>
                  <a:lnTo>
                    <a:pt x="303976" y="6081785"/>
                  </a:lnTo>
                  <a:lnTo>
                    <a:pt x="304101" y="6081785"/>
                  </a:lnTo>
                  <a:lnTo>
                    <a:pt x="304226" y="6081785"/>
                  </a:lnTo>
                  <a:lnTo>
                    <a:pt x="304351" y="6081785"/>
                  </a:lnTo>
                  <a:lnTo>
                    <a:pt x="304476" y="6081785"/>
                  </a:lnTo>
                  <a:lnTo>
                    <a:pt x="304601" y="6081785"/>
                  </a:lnTo>
                  <a:lnTo>
                    <a:pt x="304726" y="6081785"/>
                  </a:lnTo>
                  <a:lnTo>
                    <a:pt x="304851" y="6081785"/>
                  </a:lnTo>
                  <a:lnTo>
                    <a:pt x="304976" y="6081785"/>
                  </a:lnTo>
                  <a:lnTo>
                    <a:pt x="305101" y="6081785"/>
                  </a:lnTo>
                  <a:lnTo>
                    <a:pt x="305227" y="6081785"/>
                  </a:lnTo>
                  <a:lnTo>
                    <a:pt x="305352" y="6081785"/>
                  </a:lnTo>
                  <a:lnTo>
                    <a:pt x="305477" y="6081785"/>
                  </a:lnTo>
                  <a:lnTo>
                    <a:pt x="305602" y="6081785"/>
                  </a:lnTo>
                  <a:lnTo>
                    <a:pt x="305727" y="6081785"/>
                  </a:lnTo>
                  <a:lnTo>
                    <a:pt x="305852" y="6081785"/>
                  </a:lnTo>
                  <a:lnTo>
                    <a:pt x="305977" y="6081785"/>
                  </a:lnTo>
                  <a:lnTo>
                    <a:pt x="306102" y="6081785"/>
                  </a:lnTo>
                  <a:lnTo>
                    <a:pt x="306102" y="6071831"/>
                  </a:lnTo>
                  <a:lnTo>
                    <a:pt x="306227" y="6071831"/>
                  </a:lnTo>
                  <a:lnTo>
                    <a:pt x="306352" y="6071831"/>
                  </a:lnTo>
                  <a:lnTo>
                    <a:pt x="306477" y="6071831"/>
                  </a:lnTo>
                  <a:lnTo>
                    <a:pt x="306602" y="6071831"/>
                  </a:lnTo>
                  <a:lnTo>
                    <a:pt x="306727" y="6071831"/>
                  </a:lnTo>
                  <a:lnTo>
                    <a:pt x="306852" y="6071831"/>
                  </a:lnTo>
                  <a:lnTo>
                    <a:pt x="306977" y="6071831"/>
                  </a:lnTo>
                  <a:lnTo>
                    <a:pt x="307102" y="6071831"/>
                  </a:lnTo>
                  <a:lnTo>
                    <a:pt x="307227" y="6071831"/>
                  </a:lnTo>
                  <a:lnTo>
                    <a:pt x="307352" y="6071831"/>
                  </a:lnTo>
                  <a:lnTo>
                    <a:pt x="307477" y="6071831"/>
                  </a:lnTo>
                  <a:lnTo>
                    <a:pt x="307602" y="6071831"/>
                  </a:lnTo>
                  <a:lnTo>
                    <a:pt x="307727" y="6071831"/>
                  </a:lnTo>
                  <a:lnTo>
                    <a:pt x="307852" y="6071831"/>
                  </a:lnTo>
                  <a:lnTo>
                    <a:pt x="307977" y="6071831"/>
                  </a:lnTo>
                  <a:lnTo>
                    <a:pt x="308102" y="6071831"/>
                  </a:lnTo>
                  <a:lnTo>
                    <a:pt x="308228" y="6071831"/>
                  </a:lnTo>
                  <a:lnTo>
                    <a:pt x="308353" y="6071831"/>
                  </a:lnTo>
                  <a:lnTo>
                    <a:pt x="308478" y="6071831"/>
                  </a:lnTo>
                  <a:lnTo>
                    <a:pt x="308603" y="6071831"/>
                  </a:lnTo>
                  <a:lnTo>
                    <a:pt x="308728" y="6071831"/>
                  </a:lnTo>
                  <a:lnTo>
                    <a:pt x="308853" y="6071831"/>
                  </a:lnTo>
                  <a:lnTo>
                    <a:pt x="308978" y="6071831"/>
                  </a:lnTo>
                  <a:lnTo>
                    <a:pt x="309103" y="6071831"/>
                  </a:lnTo>
                  <a:lnTo>
                    <a:pt x="309228" y="6071831"/>
                  </a:lnTo>
                  <a:lnTo>
                    <a:pt x="309353" y="6071831"/>
                  </a:lnTo>
                  <a:lnTo>
                    <a:pt x="309478" y="6071831"/>
                  </a:lnTo>
                  <a:lnTo>
                    <a:pt x="309603" y="6071831"/>
                  </a:lnTo>
                  <a:lnTo>
                    <a:pt x="309728" y="6071831"/>
                  </a:lnTo>
                  <a:lnTo>
                    <a:pt x="309853" y="6071831"/>
                  </a:lnTo>
                  <a:lnTo>
                    <a:pt x="309978" y="6071831"/>
                  </a:lnTo>
                  <a:lnTo>
                    <a:pt x="310103" y="6071831"/>
                  </a:lnTo>
                  <a:lnTo>
                    <a:pt x="310228" y="6071831"/>
                  </a:lnTo>
                  <a:lnTo>
                    <a:pt x="310353" y="6071831"/>
                  </a:lnTo>
                  <a:lnTo>
                    <a:pt x="310478" y="6071831"/>
                  </a:lnTo>
                  <a:lnTo>
                    <a:pt x="310603" y="6071831"/>
                  </a:lnTo>
                  <a:lnTo>
                    <a:pt x="310728" y="6071831"/>
                  </a:lnTo>
                  <a:lnTo>
                    <a:pt x="310853" y="6071831"/>
                  </a:lnTo>
                  <a:lnTo>
                    <a:pt x="310978" y="6071831"/>
                  </a:lnTo>
                  <a:lnTo>
                    <a:pt x="311104" y="6071831"/>
                  </a:lnTo>
                  <a:lnTo>
                    <a:pt x="311229" y="6071831"/>
                  </a:lnTo>
                  <a:lnTo>
                    <a:pt x="311354" y="6071831"/>
                  </a:lnTo>
                  <a:lnTo>
                    <a:pt x="311479" y="6071831"/>
                  </a:lnTo>
                  <a:lnTo>
                    <a:pt x="311604" y="6071831"/>
                  </a:lnTo>
                  <a:lnTo>
                    <a:pt x="311729" y="6071831"/>
                  </a:lnTo>
                  <a:lnTo>
                    <a:pt x="311854" y="6071831"/>
                  </a:lnTo>
                  <a:lnTo>
                    <a:pt x="311979" y="6071831"/>
                  </a:lnTo>
                  <a:lnTo>
                    <a:pt x="312104" y="6071831"/>
                  </a:lnTo>
                  <a:lnTo>
                    <a:pt x="312104" y="6061877"/>
                  </a:lnTo>
                  <a:lnTo>
                    <a:pt x="312229" y="6061877"/>
                  </a:lnTo>
                  <a:lnTo>
                    <a:pt x="312354" y="6061877"/>
                  </a:lnTo>
                  <a:lnTo>
                    <a:pt x="312479" y="6061877"/>
                  </a:lnTo>
                  <a:lnTo>
                    <a:pt x="312604" y="6061877"/>
                  </a:lnTo>
                  <a:lnTo>
                    <a:pt x="312729" y="6061877"/>
                  </a:lnTo>
                  <a:lnTo>
                    <a:pt x="312854" y="6061877"/>
                  </a:lnTo>
                  <a:lnTo>
                    <a:pt x="312979" y="6061877"/>
                  </a:lnTo>
                  <a:lnTo>
                    <a:pt x="313104" y="6061877"/>
                  </a:lnTo>
                  <a:lnTo>
                    <a:pt x="313229" y="6061877"/>
                  </a:lnTo>
                  <a:lnTo>
                    <a:pt x="313354" y="6061877"/>
                  </a:lnTo>
                  <a:lnTo>
                    <a:pt x="313479" y="6061877"/>
                  </a:lnTo>
                  <a:lnTo>
                    <a:pt x="313604" y="6061877"/>
                  </a:lnTo>
                  <a:lnTo>
                    <a:pt x="313729" y="6061877"/>
                  </a:lnTo>
                  <a:lnTo>
                    <a:pt x="313854" y="6061877"/>
                  </a:lnTo>
                  <a:lnTo>
                    <a:pt x="313979" y="6061877"/>
                  </a:lnTo>
                  <a:lnTo>
                    <a:pt x="314105" y="6061877"/>
                  </a:lnTo>
                  <a:lnTo>
                    <a:pt x="314230" y="6061877"/>
                  </a:lnTo>
                  <a:lnTo>
                    <a:pt x="314355" y="6061877"/>
                  </a:lnTo>
                  <a:lnTo>
                    <a:pt x="314480" y="6061877"/>
                  </a:lnTo>
                  <a:lnTo>
                    <a:pt x="314605" y="6061877"/>
                  </a:lnTo>
                  <a:lnTo>
                    <a:pt x="314730" y="6061877"/>
                  </a:lnTo>
                  <a:lnTo>
                    <a:pt x="314855" y="6061877"/>
                  </a:lnTo>
                  <a:lnTo>
                    <a:pt x="314980" y="6061877"/>
                  </a:lnTo>
                  <a:lnTo>
                    <a:pt x="315105" y="6061877"/>
                  </a:lnTo>
                  <a:lnTo>
                    <a:pt x="315230" y="6061877"/>
                  </a:lnTo>
                  <a:lnTo>
                    <a:pt x="315355" y="6061877"/>
                  </a:lnTo>
                  <a:lnTo>
                    <a:pt x="315480" y="6061877"/>
                  </a:lnTo>
                  <a:lnTo>
                    <a:pt x="315605" y="6061877"/>
                  </a:lnTo>
                  <a:lnTo>
                    <a:pt x="315605" y="6051924"/>
                  </a:lnTo>
                  <a:lnTo>
                    <a:pt x="315730" y="6051924"/>
                  </a:lnTo>
                  <a:lnTo>
                    <a:pt x="315855" y="6051924"/>
                  </a:lnTo>
                  <a:lnTo>
                    <a:pt x="315980" y="6051924"/>
                  </a:lnTo>
                  <a:lnTo>
                    <a:pt x="316105" y="6051924"/>
                  </a:lnTo>
                  <a:lnTo>
                    <a:pt x="316230" y="6051924"/>
                  </a:lnTo>
                  <a:lnTo>
                    <a:pt x="316355" y="6051924"/>
                  </a:lnTo>
                  <a:lnTo>
                    <a:pt x="316480" y="6051924"/>
                  </a:lnTo>
                  <a:lnTo>
                    <a:pt x="316605" y="6051924"/>
                  </a:lnTo>
                  <a:lnTo>
                    <a:pt x="316730" y="6051924"/>
                  </a:lnTo>
                  <a:lnTo>
                    <a:pt x="316855" y="6051924"/>
                  </a:lnTo>
                  <a:lnTo>
                    <a:pt x="316980" y="6051924"/>
                  </a:lnTo>
                  <a:lnTo>
                    <a:pt x="316980" y="6041970"/>
                  </a:lnTo>
                  <a:lnTo>
                    <a:pt x="317106" y="6041970"/>
                  </a:lnTo>
                  <a:lnTo>
                    <a:pt x="317231" y="6041970"/>
                  </a:lnTo>
                  <a:lnTo>
                    <a:pt x="317356" y="6041970"/>
                  </a:lnTo>
                  <a:lnTo>
                    <a:pt x="317481" y="6041970"/>
                  </a:lnTo>
                  <a:lnTo>
                    <a:pt x="317606" y="6041970"/>
                  </a:lnTo>
                  <a:lnTo>
                    <a:pt x="317731" y="6041970"/>
                  </a:lnTo>
                  <a:lnTo>
                    <a:pt x="317856" y="6041970"/>
                  </a:lnTo>
                  <a:lnTo>
                    <a:pt x="317981" y="6041970"/>
                  </a:lnTo>
                  <a:lnTo>
                    <a:pt x="318106" y="6041970"/>
                  </a:lnTo>
                  <a:lnTo>
                    <a:pt x="318231" y="6041970"/>
                  </a:lnTo>
                  <a:lnTo>
                    <a:pt x="318356" y="6041970"/>
                  </a:lnTo>
                  <a:lnTo>
                    <a:pt x="318481" y="6041970"/>
                  </a:lnTo>
                  <a:lnTo>
                    <a:pt x="318606" y="6041970"/>
                  </a:lnTo>
                  <a:lnTo>
                    <a:pt x="318731" y="6041970"/>
                  </a:lnTo>
                  <a:lnTo>
                    <a:pt x="318856" y="6041970"/>
                  </a:lnTo>
                  <a:lnTo>
                    <a:pt x="318981" y="6041970"/>
                  </a:lnTo>
                  <a:lnTo>
                    <a:pt x="319106" y="6041970"/>
                  </a:lnTo>
                  <a:lnTo>
                    <a:pt x="319231" y="6041970"/>
                  </a:lnTo>
                  <a:lnTo>
                    <a:pt x="319356" y="6041970"/>
                  </a:lnTo>
                  <a:lnTo>
                    <a:pt x="319481" y="6041970"/>
                  </a:lnTo>
                  <a:lnTo>
                    <a:pt x="319606" y="6041970"/>
                  </a:lnTo>
                  <a:lnTo>
                    <a:pt x="319731" y="6041970"/>
                  </a:lnTo>
                  <a:lnTo>
                    <a:pt x="319856" y="6041970"/>
                  </a:lnTo>
                  <a:lnTo>
                    <a:pt x="319981" y="6041970"/>
                  </a:lnTo>
                  <a:lnTo>
                    <a:pt x="320107" y="6041970"/>
                  </a:lnTo>
                  <a:lnTo>
                    <a:pt x="320232" y="6041970"/>
                  </a:lnTo>
                  <a:lnTo>
                    <a:pt x="320357" y="6041970"/>
                  </a:lnTo>
                  <a:lnTo>
                    <a:pt x="320482" y="6041970"/>
                  </a:lnTo>
                  <a:lnTo>
                    <a:pt x="320607" y="6041970"/>
                  </a:lnTo>
                  <a:lnTo>
                    <a:pt x="320732" y="6041970"/>
                  </a:lnTo>
                  <a:lnTo>
                    <a:pt x="320857" y="6041970"/>
                  </a:lnTo>
                  <a:lnTo>
                    <a:pt x="320982" y="6041970"/>
                  </a:lnTo>
                  <a:lnTo>
                    <a:pt x="321107" y="6041970"/>
                  </a:lnTo>
                  <a:lnTo>
                    <a:pt x="321232" y="6041970"/>
                  </a:lnTo>
                  <a:lnTo>
                    <a:pt x="321357" y="6041970"/>
                  </a:lnTo>
                  <a:lnTo>
                    <a:pt x="321482" y="6041970"/>
                  </a:lnTo>
                  <a:lnTo>
                    <a:pt x="321607" y="6041970"/>
                  </a:lnTo>
                  <a:lnTo>
                    <a:pt x="321732" y="6041970"/>
                  </a:lnTo>
                  <a:lnTo>
                    <a:pt x="321857" y="6041970"/>
                  </a:lnTo>
                  <a:lnTo>
                    <a:pt x="321982" y="6041970"/>
                  </a:lnTo>
                  <a:lnTo>
                    <a:pt x="322107" y="6041970"/>
                  </a:lnTo>
                  <a:lnTo>
                    <a:pt x="322232" y="6041970"/>
                  </a:lnTo>
                  <a:lnTo>
                    <a:pt x="322357" y="6041970"/>
                  </a:lnTo>
                  <a:lnTo>
                    <a:pt x="322482" y="6041970"/>
                  </a:lnTo>
                  <a:lnTo>
                    <a:pt x="322607" y="6041970"/>
                  </a:lnTo>
                  <a:lnTo>
                    <a:pt x="322732" y="6041970"/>
                  </a:lnTo>
                  <a:lnTo>
                    <a:pt x="322857" y="6041970"/>
                  </a:lnTo>
                  <a:lnTo>
                    <a:pt x="322982" y="6041970"/>
                  </a:lnTo>
                  <a:lnTo>
                    <a:pt x="323108" y="6041970"/>
                  </a:lnTo>
                  <a:lnTo>
                    <a:pt x="323233" y="6041970"/>
                  </a:lnTo>
                  <a:lnTo>
                    <a:pt x="323358" y="6041970"/>
                  </a:lnTo>
                  <a:lnTo>
                    <a:pt x="323483" y="6041970"/>
                  </a:lnTo>
                  <a:lnTo>
                    <a:pt x="323608" y="6041970"/>
                  </a:lnTo>
                  <a:lnTo>
                    <a:pt x="323733" y="6041970"/>
                  </a:lnTo>
                  <a:lnTo>
                    <a:pt x="323858" y="6041970"/>
                  </a:lnTo>
                  <a:lnTo>
                    <a:pt x="323983" y="6041970"/>
                  </a:lnTo>
                  <a:lnTo>
                    <a:pt x="324108" y="6041970"/>
                  </a:lnTo>
                  <a:lnTo>
                    <a:pt x="324233" y="6041970"/>
                  </a:lnTo>
                  <a:lnTo>
                    <a:pt x="324358" y="6041970"/>
                  </a:lnTo>
                  <a:lnTo>
                    <a:pt x="324483" y="6041970"/>
                  </a:lnTo>
                  <a:lnTo>
                    <a:pt x="324608" y="6041970"/>
                  </a:lnTo>
                  <a:lnTo>
                    <a:pt x="324733" y="6041970"/>
                  </a:lnTo>
                  <a:lnTo>
                    <a:pt x="324858" y="6041970"/>
                  </a:lnTo>
                  <a:lnTo>
                    <a:pt x="324983" y="6041970"/>
                  </a:lnTo>
                  <a:lnTo>
                    <a:pt x="325108" y="6041970"/>
                  </a:lnTo>
                  <a:lnTo>
                    <a:pt x="325233" y="6041970"/>
                  </a:lnTo>
                  <a:lnTo>
                    <a:pt x="325358" y="6041970"/>
                  </a:lnTo>
                  <a:lnTo>
                    <a:pt x="325483" y="6041970"/>
                  </a:lnTo>
                  <a:lnTo>
                    <a:pt x="325608" y="6041970"/>
                  </a:lnTo>
                  <a:lnTo>
                    <a:pt x="325733" y="6041970"/>
                  </a:lnTo>
                  <a:lnTo>
                    <a:pt x="325858" y="6041970"/>
                  </a:lnTo>
                  <a:lnTo>
                    <a:pt x="325983" y="6041970"/>
                  </a:lnTo>
                  <a:lnTo>
                    <a:pt x="326109" y="6041970"/>
                  </a:lnTo>
                  <a:lnTo>
                    <a:pt x="326234" y="6041970"/>
                  </a:lnTo>
                  <a:lnTo>
                    <a:pt x="326359" y="6041970"/>
                  </a:lnTo>
                  <a:lnTo>
                    <a:pt x="326484" y="6041970"/>
                  </a:lnTo>
                  <a:lnTo>
                    <a:pt x="326609" y="6041970"/>
                  </a:lnTo>
                  <a:lnTo>
                    <a:pt x="326734" y="6041970"/>
                  </a:lnTo>
                  <a:lnTo>
                    <a:pt x="326859" y="6041970"/>
                  </a:lnTo>
                  <a:lnTo>
                    <a:pt x="326984" y="6041970"/>
                  </a:lnTo>
                  <a:lnTo>
                    <a:pt x="327109" y="6041970"/>
                  </a:lnTo>
                  <a:lnTo>
                    <a:pt x="327234" y="6041970"/>
                  </a:lnTo>
                  <a:lnTo>
                    <a:pt x="327359" y="6041970"/>
                  </a:lnTo>
                  <a:lnTo>
                    <a:pt x="327484" y="6041970"/>
                  </a:lnTo>
                  <a:lnTo>
                    <a:pt x="327609" y="6041970"/>
                  </a:lnTo>
                  <a:lnTo>
                    <a:pt x="327734" y="6041970"/>
                  </a:lnTo>
                  <a:lnTo>
                    <a:pt x="327859" y="6041970"/>
                  </a:lnTo>
                  <a:lnTo>
                    <a:pt x="327984" y="6041970"/>
                  </a:lnTo>
                  <a:lnTo>
                    <a:pt x="328109" y="6041970"/>
                  </a:lnTo>
                  <a:lnTo>
                    <a:pt x="328234" y="6041970"/>
                  </a:lnTo>
                  <a:lnTo>
                    <a:pt x="328359" y="6041970"/>
                  </a:lnTo>
                  <a:lnTo>
                    <a:pt x="328484" y="6041970"/>
                  </a:lnTo>
                  <a:lnTo>
                    <a:pt x="328609" y="6041970"/>
                  </a:lnTo>
                  <a:lnTo>
                    <a:pt x="328734" y="6041970"/>
                  </a:lnTo>
                  <a:lnTo>
                    <a:pt x="328859" y="6041970"/>
                  </a:lnTo>
                  <a:lnTo>
                    <a:pt x="328984" y="6041970"/>
                  </a:lnTo>
                  <a:lnTo>
                    <a:pt x="329110" y="6041970"/>
                  </a:lnTo>
                  <a:lnTo>
                    <a:pt x="329235" y="6041970"/>
                  </a:lnTo>
                  <a:lnTo>
                    <a:pt x="329360" y="6041970"/>
                  </a:lnTo>
                  <a:lnTo>
                    <a:pt x="329485" y="6041970"/>
                  </a:lnTo>
                  <a:lnTo>
                    <a:pt x="329610" y="6041970"/>
                  </a:lnTo>
                  <a:lnTo>
                    <a:pt x="329735" y="6041970"/>
                  </a:lnTo>
                  <a:lnTo>
                    <a:pt x="329860" y="6041970"/>
                  </a:lnTo>
                  <a:lnTo>
                    <a:pt x="329985" y="6041970"/>
                  </a:lnTo>
                  <a:lnTo>
                    <a:pt x="330110" y="6041970"/>
                  </a:lnTo>
                  <a:lnTo>
                    <a:pt x="330235" y="6041970"/>
                  </a:lnTo>
                  <a:lnTo>
                    <a:pt x="330360" y="6041970"/>
                  </a:lnTo>
                  <a:lnTo>
                    <a:pt x="330485" y="6041970"/>
                  </a:lnTo>
                  <a:lnTo>
                    <a:pt x="330610" y="6041970"/>
                  </a:lnTo>
                  <a:lnTo>
                    <a:pt x="330735" y="6041970"/>
                  </a:lnTo>
                  <a:lnTo>
                    <a:pt x="330860" y="6041970"/>
                  </a:lnTo>
                  <a:lnTo>
                    <a:pt x="330985" y="6041970"/>
                  </a:lnTo>
                  <a:lnTo>
                    <a:pt x="331110" y="6041970"/>
                  </a:lnTo>
                  <a:lnTo>
                    <a:pt x="331235" y="6041970"/>
                  </a:lnTo>
                  <a:lnTo>
                    <a:pt x="331360" y="6041970"/>
                  </a:lnTo>
                  <a:lnTo>
                    <a:pt x="331485" y="6041970"/>
                  </a:lnTo>
                  <a:lnTo>
                    <a:pt x="331610" y="6041970"/>
                  </a:lnTo>
                  <a:lnTo>
                    <a:pt x="331735" y="6041970"/>
                  </a:lnTo>
                  <a:lnTo>
                    <a:pt x="331860" y="6041970"/>
                  </a:lnTo>
                  <a:lnTo>
                    <a:pt x="331985" y="6041970"/>
                  </a:lnTo>
                  <a:lnTo>
                    <a:pt x="332111" y="6041970"/>
                  </a:lnTo>
                  <a:lnTo>
                    <a:pt x="332236" y="6041970"/>
                  </a:lnTo>
                  <a:lnTo>
                    <a:pt x="332361" y="6041970"/>
                  </a:lnTo>
                  <a:lnTo>
                    <a:pt x="332486" y="6041970"/>
                  </a:lnTo>
                  <a:lnTo>
                    <a:pt x="332611" y="6041970"/>
                  </a:lnTo>
                  <a:lnTo>
                    <a:pt x="332736" y="6041970"/>
                  </a:lnTo>
                  <a:lnTo>
                    <a:pt x="332861" y="6041970"/>
                  </a:lnTo>
                  <a:lnTo>
                    <a:pt x="332986" y="6041970"/>
                  </a:lnTo>
                  <a:lnTo>
                    <a:pt x="333111" y="6041970"/>
                  </a:lnTo>
                  <a:lnTo>
                    <a:pt x="333236" y="6041970"/>
                  </a:lnTo>
                  <a:lnTo>
                    <a:pt x="333361" y="6041970"/>
                  </a:lnTo>
                  <a:lnTo>
                    <a:pt x="333486" y="6041970"/>
                  </a:lnTo>
                  <a:lnTo>
                    <a:pt x="333611" y="6041970"/>
                  </a:lnTo>
                  <a:lnTo>
                    <a:pt x="333736" y="6041970"/>
                  </a:lnTo>
                  <a:lnTo>
                    <a:pt x="333861" y="6041970"/>
                  </a:lnTo>
                  <a:lnTo>
                    <a:pt x="333986" y="6041970"/>
                  </a:lnTo>
                  <a:lnTo>
                    <a:pt x="334111" y="6041970"/>
                  </a:lnTo>
                  <a:lnTo>
                    <a:pt x="334236" y="6041970"/>
                  </a:lnTo>
                  <a:lnTo>
                    <a:pt x="334361" y="6041970"/>
                  </a:lnTo>
                  <a:lnTo>
                    <a:pt x="334486" y="6041970"/>
                  </a:lnTo>
                  <a:lnTo>
                    <a:pt x="334611" y="6041970"/>
                  </a:lnTo>
                  <a:lnTo>
                    <a:pt x="334736" y="6041970"/>
                  </a:lnTo>
                  <a:lnTo>
                    <a:pt x="334861" y="6041970"/>
                  </a:lnTo>
                  <a:lnTo>
                    <a:pt x="334986" y="6041970"/>
                  </a:lnTo>
                  <a:lnTo>
                    <a:pt x="335112" y="6041970"/>
                  </a:lnTo>
                  <a:lnTo>
                    <a:pt x="335237" y="6041970"/>
                  </a:lnTo>
                  <a:lnTo>
                    <a:pt x="335362" y="6041970"/>
                  </a:lnTo>
                  <a:lnTo>
                    <a:pt x="335487" y="6041970"/>
                  </a:lnTo>
                  <a:lnTo>
                    <a:pt x="335612" y="6041970"/>
                  </a:lnTo>
                  <a:lnTo>
                    <a:pt x="335737" y="6041970"/>
                  </a:lnTo>
                  <a:lnTo>
                    <a:pt x="335862" y="6041970"/>
                  </a:lnTo>
                  <a:lnTo>
                    <a:pt x="335987" y="6041970"/>
                  </a:lnTo>
                  <a:lnTo>
                    <a:pt x="336112" y="6041970"/>
                  </a:lnTo>
                  <a:lnTo>
                    <a:pt x="336237" y="6041970"/>
                  </a:lnTo>
                  <a:lnTo>
                    <a:pt x="336362" y="6041970"/>
                  </a:lnTo>
                  <a:lnTo>
                    <a:pt x="336487" y="6041970"/>
                  </a:lnTo>
                  <a:lnTo>
                    <a:pt x="336612" y="6041970"/>
                  </a:lnTo>
                  <a:lnTo>
                    <a:pt x="336737" y="6041970"/>
                  </a:lnTo>
                  <a:lnTo>
                    <a:pt x="336862" y="6041970"/>
                  </a:lnTo>
                  <a:lnTo>
                    <a:pt x="336987" y="6041970"/>
                  </a:lnTo>
                  <a:lnTo>
                    <a:pt x="337112" y="6041970"/>
                  </a:lnTo>
                  <a:lnTo>
                    <a:pt x="337237" y="6041970"/>
                  </a:lnTo>
                  <a:lnTo>
                    <a:pt x="337362" y="6041970"/>
                  </a:lnTo>
                  <a:lnTo>
                    <a:pt x="337487" y="6041970"/>
                  </a:lnTo>
                  <a:lnTo>
                    <a:pt x="337612" y="6041970"/>
                  </a:lnTo>
                  <a:lnTo>
                    <a:pt x="337737" y="6041970"/>
                  </a:lnTo>
                  <a:lnTo>
                    <a:pt x="337862" y="6041970"/>
                  </a:lnTo>
                  <a:lnTo>
                    <a:pt x="337987" y="6041970"/>
                  </a:lnTo>
                  <a:lnTo>
                    <a:pt x="338113" y="6041970"/>
                  </a:lnTo>
                  <a:lnTo>
                    <a:pt x="338238" y="6041970"/>
                  </a:lnTo>
                  <a:lnTo>
                    <a:pt x="338363" y="6041970"/>
                  </a:lnTo>
                  <a:lnTo>
                    <a:pt x="338488" y="6041970"/>
                  </a:lnTo>
                  <a:lnTo>
                    <a:pt x="338613" y="6041970"/>
                  </a:lnTo>
                  <a:lnTo>
                    <a:pt x="338738" y="6041970"/>
                  </a:lnTo>
                  <a:lnTo>
                    <a:pt x="338863" y="6041970"/>
                  </a:lnTo>
                  <a:lnTo>
                    <a:pt x="338988" y="6041970"/>
                  </a:lnTo>
                  <a:lnTo>
                    <a:pt x="339113" y="6041970"/>
                  </a:lnTo>
                  <a:lnTo>
                    <a:pt x="339238" y="6041970"/>
                  </a:lnTo>
                  <a:lnTo>
                    <a:pt x="339363" y="6041970"/>
                  </a:lnTo>
                  <a:lnTo>
                    <a:pt x="339488" y="6041970"/>
                  </a:lnTo>
                  <a:lnTo>
                    <a:pt x="339613" y="6041970"/>
                  </a:lnTo>
                  <a:lnTo>
                    <a:pt x="339738" y="6041970"/>
                  </a:lnTo>
                  <a:lnTo>
                    <a:pt x="339863" y="6041970"/>
                  </a:lnTo>
                  <a:lnTo>
                    <a:pt x="339988" y="6041970"/>
                  </a:lnTo>
                  <a:lnTo>
                    <a:pt x="340113" y="6041970"/>
                  </a:lnTo>
                  <a:lnTo>
                    <a:pt x="340238" y="6041970"/>
                  </a:lnTo>
                  <a:lnTo>
                    <a:pt x="340363" y="6041970"/>
                  </a:lnTo>
                  <a:lnTo>
                    <a:pt x="340488" y="6041970"/>
                  </a:lnTo>
                  <a:lnTo>
                    <a:pt x="340613" y="6041970"/>
                  </a:lnTo>
                  <a:lnTo>
                    <a:pt x="340738" y="6041970"/>
                  </a:lnTo>
                  <a:lnTo>
                    <a:pt x="340863" y="6041970"/>
                  </a:lnTo>
                  <a:lnTo>
                    <a:pt x="340988" y="6041970"/>
                  </a:lnTo>
                  <a:lnTo>
                    <a:pt x="341114" y="6041970"/>
                  </a:lnTo>
                  <a:lnTo>
                    <a:pt x="341239" y="6041970"/>
                  </a:lnTo>
                  <a:lnTo>
                    <a:pt x="341364" y="6041970"/>
                  </a:lnTo>
                  <a:lnTo>
                    <a:pt x="341489" y="6041970"/>
                  </a:lnTo>
                  <a:lnTo>
                    <a:pt x="341614" y="6041970"/>
                  </a:lnTo>
                  <a:lnTo>
                    <a:pt x="341739" y="6041970"/>
                  </a:lnTo>
                  <a:lnTo>
                    <a:pt x="341864" y="6041970"/>
                  </a:lnTo>
                  <a:lnTo>
                    <a:pt x="341989" y="6041970"/>
                  </a:lnTo>
                  <a:lnTo>
                    <a:pt x="342114" y="6041970"/>
                  </a:lnTo>
                  <a:lnTo>
                    <a:pt x="342239" y="6041970"/>
                  </a:lnTo>
                  <a:lnTo>
                    <a:pt x="342364" y="6041970"/>
                  </a:lnTo>
                  <a:lnTo>
                    <a:pt x="342489" y="6041970"/>
                  </a:lnTo>
                  <a:lnTo>
                    <a:pt x="342614" y="6041970"/>
                  </a:lnTo>
                  <a:lnTo>
                    <a:pt x="342739" y="6041970"/>
                  </a:lnTo>
                  <a:lnTo>
                    <a:pt x="342864" y="6041970"/>
                  </a:lnTo>
                  <a:lnTo>
                    <a:pt x="342989" y="6041970"/>
                  </a:lnTo>
                  <a:lnTo>
                    <a:pt x="343114" y="6041970"/>
                  </a:lnTo>
                  <a:lnTo>
                    <a:pt x="343239" y="6041970"/>
                  </a:lnTo>
                  <a:lnTo>
                    <a:pt x="343364" y="6041970"/>
                  </a:lnTo>
                  <a:lnTo>
                    <a:pt x="343489" y="6041970"/>
                  </a:lnTo>
                  <a:lnTo>
                    <a:pt x="343614" y="6041970"/>
                  </a:lnTo>
                  <a:lnTo>
                    <a:pt x="343739" y="6041970"/>
                  </a:lnTo>
                  <a:lnTo>
                    <a:pt x="343864" y="6041970"/>
                  </a:lnTo>
                  <a:lnTo>
                    <a:pt x="343989" y="6041970"/>
                  </a:lnTo>
                  <a:lnTo>
                    <a:pt x="344115" y="6041970"/>
                  </a:lnTo>
                  <a:lnTo>
                    <a:pt x="344240" y="6041970"/>
                  </a:lnTo>
                  <a:lnTo>
                    <a:pt x="344365" y="6041970"/>
                  </a:lnTo>
                  <a:lnTo>
                    <a:pt x="344490" y="6041970"/>
                  </a:lnTo>
                  <a:lnTo>
                    <a:pt x="344615" y="6041970"/>
                  </a:lnTo>
                  <a:lnTo>
                    <a:pt x="344740" y="6041970"/>
                  </a:lnTo>
                  <a:lnTo>
                    <a:pt x="344865" y="6041970"/>
                  </a:lnTo>
                  <a:lnTo>
                    <a:pt x="344990" y="6041970"/>
                  </a:lnTo>
                  <a:lnTo>
                    <a:pt x="345115" y="6041970"/>
                  </a:lnTo>
                  <a:lnTo>
                    <a:pt x="345240" y="6041970"/>
                  </a:lnTo>
                  <a:lnTo>
                    <a:pt x="345365" y="6041970"/>
                  </a:lnTo>
                  <a:lnTo>
                    <a:pt x="345490" y="6041970"/>
                  </a:lnTo>
                  <a:lnTo>
                    <a:pt x="345615" y="6041970"/>
                  </a:lnTo>
                  <a:lnTo>
                    <a:pt x="345740" y="6041970"/>
                  </a:lnTo>
                  <a:lnTo>
                    <a:pt x="345865" y="6041970"/>
                  </a:lnTo>
                  <a:lnTo>
                    <a:pt x="345990" y="6041970"/>
                  </a:lnTo>
                  <a:lnTo>
                    <a:pt x="346115" y="6041970"/>
                  </a:lnTo>
                  <a:lnTo>
                    <a:pt x="346240" y="6041970"/>
                  </a:lnTo>
                  <a:lnTo>
                    <a:pt x="346365" y="6041970"/>
                  </a:lnTo>
                  <a:lnTo>
                    <a:pt x="346490" y="6041970"/>
                  </a:lnTo>
                  <a:lnTo>
                    <a:pt x="346615" y="6041970"/>
                  </a:lnTo>
                  <a:lnTo>
                    <a:pt x="346740" y="6041970"/>
                  </a:lnTo>
                  <a:lnTo>
                    <a:pt x="346865" y="6041970"/>
                  </a:lnTo>
                  <a:lnTo>
                    <a:pt x="346990" y="6041970"/>
                  </a:lnTo>
                  <a:lnTo>
                    <a:pt x="347116" y="6041970"/>
                  </a:lnTo>
                  <a:lnTo>
                    <a:pt x="347241" y="6041970"/>
                  </a:lnTo>
                  <a:lnTo>
                    <a:pt x="347366" y="6041970"/>
                  </a:lnTo>
                  <a:lnTo>
                    <a:pt x="347491" y="6041970"/>
                  </a:lnTo>
                  <a:lnTo>
                    <a:pt x="347616" y="6041970"/>
                  </a:lnTo>
                  <a:lnTo>
                    <a:pt x="347616" y="6032016"/>
                  </a:lnTo>
                  <a:lnTo>
                    <a:pt x="347741" y="6032016"/>
                  </a:lnTo>
                  <a:lnTo>
                    <a:pt x="347866" y="6032016"/>
                  </a:lnTo>
                  <a:lnTo>
                    <a:pt x="347991" y="6032016"/>
                  </a:lnTo>
                  <a:lnTo>
                    <a:pt x="348116" y="6032016"/>
                  </a:lnTo>
                  <a:lnTo>
                    <a:pt x="348241" y="6032016"/>
                  </a:lnTo>
                  <a:lnTo>
                    <a:pt x="348366" y="6032016"/>
                  </a:lnTo>
                  <a:lnTo>
                    <a:pt x="348491" y="6032016"/>
                  </a:lnTo>
                  <a:lnTo>
                    <a:pt x="348616" y="6032016"/>
                  </a:lnTo>
                  <a:lnTo>
                    <a:pt x="348741" y="6032016"/>
                  </a:lnTo>
                  <a:lnTo>
                    <a:pt x="348866" y="6032016"/>
                  </a:lnTo>
                  <a:lnTo>
                    <a:pt x="348991" y="6032016"/>
                  </a:lnTo>
                  <a:lnTo>
                    <a:pt x="349116" y="6032016"/>
                  </a:lnTo>
                  <a:lnTo>
                    <a:pt x="349241" y="6032016"/>
                  </a:lnTo>
                  <a:lnTo>
                    <a:pt x="349366" y="6032016"/>
                  </a:lnTo>
                  <a:lnTo>
                    <a:pt x="349491" y="6032016"/>
                  </a:lnTo>
                  <a:lnTo>
                    <a:pt x="349616" y="6032016"/>
                  </a:lnTo>
                  <a:lnTo>
                    <a:pt x="349741" y="6032016"/>
                  </a:lnTo>
                  <a:lnTo>
                    <a:pt x="349866" y="6032016"/>
                  </a:lnTo>
                  <a:lnTo>
                    <a:pt x="349992" y="6032016"/>
                  </a:lnTo>
                  <a:lnTo>
                    <a:pt x="350117" y="6032016"/>
                  </a:lnTo>
                  <a:lnTo>
                    <a:pt x="350242" y="6032016"/>
                  </a:lnTo>
                  <a:lnTo>
                    <a:pt x="350367" y="6032016"/>
                  </a:lnTo>
                  <a:lnTo>
                    <a:pt x="350492" y="6032016"/>
                  </a:lnTo>
                  <a:lnTo>
                    <a:pt x="350617" y="6032016"/>
                  </a:lnTo>
                  <a:lnTo>
                    <a:pt x="350742" y="6032016"/>
                  </a:lnTo>
                  <a:lnTo>
                    <a:pt x="350867" y="6032016"/>
                  </a:lnTo>
                  <a:lnTo>
                    <a:pt x="350992" y="6032016"/>
                  </a:lnTo>
                  <a:lnTo>
                    <a:pt x="351117" y="6032016"/>
                  </a:lnTo>
                  <a:lnTo>
                    <a:pt x="351242" y="6032016"/>
                  </a:lnTo>
                  <a:lnTo>
                    <a:pt x="351367" y="6032016"/>
                  </a:lnTo>
                  <a:lnTo>
                    <a:pt x="351492" y="6032016"/>
                  </a:lnTo>
                  <a:lnTo>
                    <a:pt x="351617" y="6032016"/>
                  </a:lnTo>
                  <a:lnTo>
                    <a:pt x="351742" y="6032016"/>
                  </a:lnTo>
                  <a:lnTo>
                    <a:pt x="351867" y="6032016"/>
                  </a:lnTo>
                  <a:lnTo>
                    <a:pt x="351992" y="6032016"/>
                  </a:lnTo>
                  <a:lnTo>
                    <a:pt x="352117" y="6032016"/>
                  </a:lnTo>
                  <a:lnTo>
                    <a:pt x="352242" y="6032016"/>
                  </a:lnTo>
                  <a:lnTo>
                    <a:pt x="352242" y="6022062"/>
                  </a:lnTo>
                  <a:lnTo>
                    <a:pt x="352367" y="6022062"/>
                  </a:lnTo>
                  <a:lnTo>
                    <a:pt x="352492" y="6022062"/>
                  </a:lnTo>
                  <a:lnTo>
                    <a:pt x="352617" y="6022062"/>
                  </a:lnTo>
                  <a:lnTo>
                    <a:pt x="352742" y="6022062"/>
                  </a:lnTo>
                  <a:lnTo>
                    <a:pt x="352867" y="6022062"/>
                  </a:lnTo>
                  <a:lnTo>
                    <a:pt x="352993" y="6022062"/>
                  </a:lnTo>
                  <a:lnTo>
                    <a:pt x="353118" y="6022062"/>
                  </a:lnTo>
                  <a:lnTo>
                    <a:pt x="353243" y="6022062"/>
                  </a:lnTo>
                  <a:lnTo>
                    <a:pt x="353368" y="6022062"/>
                  </a:lnTo>
                  <a:lnTo>
                    <a:pt x="353493" y="6022062"/>
                  </a:lnTo>
                  <a:lnTo>
                    <a:pt x="353618" y="6022062"/>
                  </a:lnTo>
                  <a:lnTo>
                    <a:pt x="353743" y="6022062"/>
                  </a:lnTo>
                  <a:lnTo>
                    <a:pt x="353868" y="6022062"/>
                  </a:lnTo>
                  <a:lnTo>
                    <a:pt x="353993" y="6022062"/>
                  </a:lnTo>
                  <a:lnTo>
                    <a:pt x="354118" y="6022062"/>
                  </a:lnTo>
                  <a:lnTo>
                    <a:pt x="354243" y="6022062"/>
                  </a:lnTo>
                  <a:lnTo>
                    <a:pt x="354368" y="6022062"/>
                  </a:lnTo>
                  <a:lnTo>
                    <a:pt x="354493" y="6022062"/>
                  </a:lnTo>
                  <a:lnTo>
                    <a:pt x="354618" y="6022062"/>
                  </a:lnTo>
                  <a:lnTo>
                    <a:pt x="354743" y="6022062"/>
                  </a:lnTo>
                  <a:lnTo>
                    <a:pt x="354868" y="6022062"/>
                  </a:lnTo>
                  <a:lnTo>
                    <a:pt x="354993" y="6022062"/>
                  </a:lnTo>
                  <a:lnTo>
                    <a:pt x="355118" y="6022062"/>
                  </a:lnTo>
                  <a:lnTo>
                    <a:pt x="355243" y="6022062"/>
                  </a:lnTo>
                  <a:lnTo>
                    <a:pt x="355368" y="6022062"/>
                  </a:lnTo>
                  <a:lnTo>
                    <a:pt x="355368" y="6012108"/>
                  </a:lnTo>
                  <a:lnTo>
                    <a:pt x="355493" y="6012108"/>
                  </a:lnTo>
                  <a:lnTo>
                    <a:pt x="355618" y="6012108"/>
                  </a:lnTo>
                  <a:lnTo>
                    <a:pt x="355743" y="6012108"/>
                  </a:lnTo>
                  <a:lnTo>
                    <a:pt x="355868" y="6012108"/>
                  </a:lnTo>
                  <a:lnTo>
                    <a:pt x="355994" y="6012108"/>
                  </a:lnTo>
                  <a:lnTo>
                    <a:pt x="356119" y="6012108"/>
                  </a:lnTo>
                  <a:lnTo>
                    <a:pt x="356244" y="6012108"/>
                  </a:lnTo>
                  <a:lnTo>
                    <a:pt x="356369" y="6012108"/>
                  </a:lnTo>
                  <a:lnTo>
                    <a:pt x="356494" y="6012108"/>
                  </a:lnTo>
                  <a:lnTo>
                    <a:pt x="356619" y="6012108"/>
                  </a:lnTo>
                  <a:lnTo>
                    <a:pt x="356744" y="6012108"/>
                  </a:lnTo>
                  <a:lnTo>
                    <a:pt x="356869" y="6012108"/>
                  </a:lnTo>
                  <a:lnTo>
                    <a:pt x="356994" y="6012108"/>
                  </a:lnTo>
                  <a:lnTo>
                    <a:pt x="357119" y="6012108"/>
                  </a:lnTo>
                  <a:lnTo>
                    <a:pt x="357244" y="6012108"/>
                  </a:lnTo>
                  <a:lnTo>
                    <a:pt x="357369" y="6012108"/>
                  </a:lnTo>
                  <a:lnTo>
                    <a:pt x="357494" y="6012108"/>
                  </a:lnTo>
                  <a:lnTo>
                    <a:pt x="357619" y="6012108"/>
                  </a:lnTo>
                  <a:lnTo>
                    <a:pt x="357744" y="6012108"/>
                  </a:lnTo>
                  <a:lnTo>
                    <a:pt x="357869" y="6012108"/>
                  </a:lnTo>
                  <a:lnTo>
                    <a:pt x="357994" y="6012108"/>
                  </a:lnTo>
                  <a:lnTo>
                    <a:pt x="358119" y="6012108"/>
                  </a:lnTo>
                  <a:lnTo>
                    <a:pt x="358244" y="6012108"/>
                  </a:lnTo>
                  <a:lnTo>
                    <a:pt x="358369" y="6012108"/>
                  </a:lnTo>
                  <a:lnTo>
                    <a:pt x="358494" y="6012108"/>
                  </a:lnTo>
                  <a:lnTo>
                    <a:pt x="358619" y="6012108"/>
                  </a:lnTo>
                  <a:lnTo>
                    <a:pt x="358744" y="6012108"/>
                  </a:lnTo>
                  <a:lnTo>
                    <a:pt x="358869" y="6012108"/>
                  </a:lnTo>
                  <a:lnTo>
                    <a:pt x="358995" y="6012108"/>
                  </a:lnTo>
                  <a:lnTo>
                    <a:pt x="359120" y="6012108"/>
                  </a:lnTo>
                  <a:lnTo>
                    <a:pt x="359245" y="6012108"/>
                  </a:lnTo>
                  <a:lnTo>
                    <a:pt x="359370" y="6012108"/>
                  </a:lnTo>
                  <a:lnTo>
                    <a:pt x="359495" y="6012108"/>
                  </a:lnTo>
                  <a:lnTo>
                    <a:pt x="359620" y="6012108"/>
                  </a:lnTo>
                  <a:lnTo>
                    <a:pt x="359745" y="6012108"/>
                  </a:lnTo>
                  <a:lnTo>
                    <a:pt x="359870" y="6012108"/>
                  </a:lnTo>
                  <a:lnTo>
                    <a:pt x="359995" y="6012108"/>
                  </a:lnTo>
                  <a:lnTo>
                    <a:pt x="360120" y="6012108"/>
                  </a:lnTo>
                  <a:lnTo>
                    <a:pt x="360245" y="6012108"/>
                  </a:lnTo>
                  <a:lnTo>
                    <a:pt x="360370" y="6012108"/>
                  </a:lnTo>
                  <a:lnTo>
                    <a:pt x="360495" y="6012108"/>
                  </a:lnTo>
                  <a:lnTo>
                    <a:pt x="360620" y="6012108"/>
                  </a:lnTo>
                  <a:lnTo>
                    <a:pt x="360745" y="6012108"/>
                  </a:lnTo>
                  <a:lnTo>
                    <a:pt x="360870" y="6012108"/>
                  </a:lnTo>
                  <a:lnTo>
                    <a:pt x="360995" y="6012108"/>
                  </a:lnTo>
                  <a:lnTo>
                    <a:pt x="361120" y="6012108"/>
                  </a:lnTo>
                  <a:lnTo>
                    <a:pt x="361245" y="6012108"/>
                  </a:lnTo>
                  <a:lnTo>
                    <a:pt x="361370" y="6012108"/>
                  </a:lnTo>
                  <a:lnTo>
                    <a:pt x="361495" y="6012108"/>
                  </a:lnTo>
                  <a:lnTo>
                    <a:pt x="361620" y="6012108"/>
                  </a:lnTo>
                  <a:lnTo>
                    <a:pt x="361745" y="6012108"/>
                  </a:lnTo>
                  <a:lnTo>
                    <a:pt x="361870" y="6012108"/>
                  </a:lnTo>
                  <a:lnTo>
                    <a:pt x="361996" y="6012108"/>
                  </a:lnTo>
                  <a:lnTo>
                    <a:pt x="362121" y="6012108"/>
                  </a:lnTo>
                  <a:lnTo>
                    <a:pt x="362246" y="6012108"/>
                  </a:lnTo>
                  <a:lnTo>
                    <a:pt x="362371" y="6012108"/>
                  </a:lnTo>
                  <a:lnTo>
                    <a:pt x="362496" y="6012108"/>
                  </a:lnTo>
                  <a:lnTo>
                    <a:pt x="362621" y="6012108"/>
                  </a:lnTo>
                  <a:lnTo>
                    <a:pt x="362746" y="6012108"/>
                  </a:lnTo>
                  <a:lnTo>
                    <a:pt x="362871" y="6012108"/>
                  </a:lnTo>
                  <a:lnTo>
                    <a:pt x="362996" y="6012108"/>
                  </a:lnTo>
                  <a:lnTo>
                    <a:pt x="363121" y="6012108"/>
                  </a:lnTo>
                  <a:lnTo>
                    <a:pt x="363246" y="6012108"/>
                  </a:lnTo>
                  <a:lnTo>
                    <a:pt x="363371" y="6012108"/>
                  </a:lnTo>
                  <a:lnTo>
                    <a:pt x="363496" y="6012108"/>
                  </a:lnTo>
                  <a:lnTo>
                    <a:pt x="363621" y="6012108"/>
                  </a:lnTo>
                  <a:lnTo>
                    <a:pt x="363746" y="6012108"/>
                  </a:lnTo>
                  <a:lnTo>
                    <a:pt x="363871" y="6012108"/>
                  </a:lnTo>
                  <a:lnTo>
                    <a:pt x="363996" y="6012108"/>
                  </a:lnTo>
                  <a:lnTo>
                    <a:pt x="364121" y="6012108"/>
                  </a:lnTo>
                  <a:lnTo>
                    <a:pt x="364246" y="6012108"/>
                  </a:lnTo>
                  <a:lnTo>
                    <a:pt x="364371" y="6012108"/>
                  </a:lnTo>
                  <a:lnTo>
                    <a:pt x="364496" y="6012108"/>
                  </a:lnTo>
                  <a:lnTo>
                    <a:pt x="364621" y="6012108"/>
                  </a:lnTo>
                  <a:lnTo>
                    <a:pt x="364746" y="6012108"/>
                  </a:lnTo>
                  <a:lnTo>
                    <a:pt x="364871" y="6012108"/>
                  </a:lnTo>
                  <a:lnTo>
                    <a:pt x="364997" y="6012108"/>
                  </a:lnTo>
                  <a:lnTo>
                    <a:pt x="365122" y="6012108"/>
                  </a:lnTo>
                  <a:lnTo>
                    <a:pt x="365247" y="6012108"/>
                  </a:lnTo>
                  <a:lnTo>
                    <a:pt x="365372" y="6012108"/>
                  </a:lnTo>
                  <a:lnTo>
                    <a:pt x="365497" y="6012108"/>
                  </a:lnTo>
                  <a:lnTo>
                    <a:pt x="365622" y="6012108"/>
                  </a:lnTo>
                  <a:lnTo>
                    <a:pt x="365747" y="6012108"/>
                  </a:lnTo>
                  <a:lnTo>
                    <a:pt x="365872" y="6012108"/>
                  </a:lnTo>
                  <a:lnTo>
                    <a:pt x="365997" y="6012108"/>
                  </a:lnTo>
                  <a:lnTo>
                    <a:pt x="366122" y="6012108"/>
                  </a:lnTo>
                  <a:lnTo>
                    <a:pt x="366247" y="6012108"/>
                  </a:lnTo>
                  <a:lnTo>
                    <a:pt x="366372" y="6012108"/>
                  </a:lnTo>
                  <a:lnTo>
                    <a:pt x="366497" y="6012108"/>
                  </a:lnTo>
                  <a:lnTo>
                    <a:pt x="366622" y="6012108"/>
                  </a:lnTo>
                  <a:lnTo>
                    <a:pt x="366747" y="6012108"/>
                  </a:lnTo>
                  <a:lnTo>
                    <a:pt x="366747" y="6002155"/>
                  </a:lnTo>
                  <a:lnTo>
                    <a:pt x="366872" y="6002155"/>
                  </a:lnTo>
                  <a:lnTo>
                    <a:pt x="366997" y="6002155"/>
                  </a:lnTo>
                  <a:lnTo>
                    <a:pt x="367122" y="6002155"/>
                  </a:lnTo>
                  <a:lnTo>
                    <a:pt x="367247" y="6002155"/>
                  </a:lnTo>
                  <a:lnTo>
                    <a:pt x="367372" y="6002155"/>
                  </a:lnTo>
                  <a:lnTo>
                    <a:pt x="367497" y="6002155"/>
                  </a:lnTo>
                  <a:lnTo>
                    <a:pt x="367622" y="6002155"/>
                  </a:lnTo>
                  <a:lnTo>
                    <a:pt x="367747" y="6002155"/>
                  </a:lnTo>
                  <a:lnTo>
                    <a:pt x="367872" y="6002155"/>
                  </a:lnTo>
                  <a:lnTo>
                    <a:pt x="367998" y="6002155"/>
                  </a:lnTo>
                  <a:lnTo>
                    <a:pt x="368123" y="6002155"/>
                  </a:lnTo>
                  <a:lnTo>
                    <a:pt x="368248" y="6002155"/>
                  </a:lnTo>
                  <a:lnTo>
                    <a:pt x="368373" y="6002155"/>
                  </a:lnTo>
                  <a:lnTo>
                    <a:pt x="368498" y="6002155"/>
                  </a:lnTo>
                  <a:lnTo>
                    <a:pt x="368623" y="6002155"/>
                  </a:lnTo>
                  <a:lnTo>
                    <a:pt x="368748" y="6002155"/>
                  </a:lnTo>
                  <a:lnTo>
                    <a:pt x="368873" y="6002155"/>
                  </a:lnTo>
                  <a:lnTo>
                    <a:pt x="368998" y="6002155"/>
                  </a:lnTo>
                  <a:lnTo>
                    <a:pt x="369123" y="6002155"/>
                  </a:lnTo>
                  <a:lnTo>
                    <a:pt x="369248" y="6002155"/>
                  </a:lnTo>
                  <a:lnTo>
                    <a:pt x="369373" y="6002155"/>
                  </a:lnTo>
                  <a:lnTo>
                    <a:pt x="369498" y="6002155"/>
                  </a:lnTo>
                  <a:lnTo>
                    <a:pt x="369623" y="6002155"/>
                  </a:lnTo>
                  <a:lnTo>
                    <a:pt x="369748" y="6002155"/>
                  </a:lnTo>
                  <a:lnTo>
                    <a:pt x="369873" y="6002155"/>
                  </a:lnTo>
                  <a:lnTo>
                    <a:pt x="369998" y="6002155"/>
                  </a:lnTo>
                  <a:lnTo>
                    <a:pt x="370123" y="6002155"/>
                  </a:lnTo>
                  <a:lnTo>
                    <a:pt x="370248" y="6002155"/>
                  </a:lnTo>
                  <a:lnTo>
                    <a:pt x="370373" y="6002155"/>
                  </a:lnTo>
                  <a:lnTo>
                    <a:pt x="370498" y="6002155"/>
                  </a:lnTo>
                  <a:lnTo>
                    <a:pt x="370623" y="6002155"/>
                  </a:lnTo>
                  <a:lnTo>
                    <a:pt x="370748" y="6002155"/>
                  </a:lnTo>
                  <a:lnTo>
                    <a:pt x="370873" y="6002155"/>
                  </a:lnTo>
                  <a:lnTo>
                    <a:pt x="370999" y="6002155"/>
                  </a:lnTo>
                  <a:lnTo>
                    <a:pt x="371124" y="6002155"/>
                  </a:lnTo>
                  <a:lnTo>
                    <a:pt x="371249" y="6002155"/>
                  </a:lnTo>
                  <a:lnTo>
                    <a:pt x="371374" y="6002155"/>
                  </a:lnTo>
                  <a:lnTo>
                    <a:pt x="371499" y="6002155"/>
                  </a:lnTo>
                  <a:lnTo>
                    <a:pt x="371624" y="6002155"/>
                  </a:lnTo>
                  <a:lnTo>
                    <a:pt x="371749" y="6002155"/>
                  </a:lnTo>
                  <a:lnTo>
                    <a:pt x="371874" y="6002155"/>
                  </a:lnTo>
                  <a:lnTo>
                    <a:pt x="371999" y="6002155"/>
                  </a:lnTo>
                  <a:lnTo>
                    <a:pt x="372124" y="6002155"/>
                  </a:lnTo>
                  <a:lnTo>
                    <a:pt x="372249" y="6002155"/>
                  </a:lnTo>
                  <a:lnTo>
                    <a:pt x="372374" y="6002155"/>
                  </a:lnTo>
                  <a:lnTo>
                    <a:pt x="372499" y="6002155"/>
                  </a:lnTo>
                  <a:lnTo>
                    <a:pt x="372624" y="6002155"/>
                  </a:lnTo>
                  <a:lnTo>
                    <a:pt x="372749" y="6002155"/>
                  </a:lnTo>
                  <a:lnTo>
                    <a:pt x="372874" y="6002155"/>
                  </a:lnTo>
                  <a:lnTo>
                    <a:pt x="372999" y="6002155"/>
                  </a:lnTo>
                  <a:lnTo>
                    <a:pt x="373124" y="6002155"/>
                  </a:lnTo>
                  <a:lnTo>
                    <a:pt x="373249" y="6002155"/>
                  </a:lnTo>
                  <a:lnTo>
                    <a:pt x="373249" y="5992201"/>
                  </a:lnTo>
                  <a:lnTo>
                    <a:pt x="373374" y="5992201"/>
                  </a:lnTo>
                  <a:lnTo>
                    <a:pt x="373499" y="5992201"/>
                  </a:lnTo>
                  <a:lnTo>
                    <a:pt x="373624" y="5992201"/>
                  </a:lnTo>
                  <a:lnTo>
                    <a:pt x="373749" y="5992201"/>
                  </a:lnTo>
                  <a:lnTo>
                    <a:pt x="373874" y="5992201"/>
                  </a:lnTo>
                  <a:lnTo>
                    <a:pt x="374000" y="5992201"/>
                  </a:lnTo>
                  <a:lnTo>
                    <a:pt x="374125" y="5992201"/>
                  </a:lnTo>
                  <a:lnTo>
                    <a:pt x="374250" y="5992201"/>
                  </a:lnTo>
                  <a:lnTo>
                    <a:pt x="374375" y="5992201"/>
                  </a:lnTo>
                  <a:lnTo>
                    <a:pt x="374500" y="5992201"/>
                  </a:lnTo>
                  <a:lnTo>
                    <a:pt x="374625" y="5992201"/>
                  </a:lnTo>
                  <a:lnTo>
                    <a:pt x="374750" y="5992201"/>
                  </a:lnTo>
                  <a:lnTo>
                    <a:pt x="374875" y="5992201"/>
                  </a:lnTo>
                  <a:lnTo>
                    <a:pt x="375000" y="5992201"/>
                  </a:lnTo>
                  <a:lnTo>
                    <a:pt x="375125" y="5992201"/>
                  </a:lnTo>
                  <a:lnTo>
                    <a:pt x="375250" y="5992201"/>
                  </a:lnTo>
                  <a:lnTo>
                    <a:pt x="375375" y="5992201"/>
                  </a:lnTo>
                  <a:lnTo>
                    <a:pt x="375500" y="5992201"/>
                  </a:lnTo>
                  <a:lnTo>
                    <a:pt x="375500" y="5982247"/>
                  </a:lnTo>
                  <a:lnTo>
                    <a:pt x="375625" y="5982247"/>
                  </a:lnTo>
                  <a:lnTo>
                    <a:pt x="375750" y="5982247"/>
                  </a:lnTo>
                  <a:lnTo>
                    <a:pt x="375875" y="5982247"/>
                  </a:lnTo>
                  <a:lnTo>
                    <a:pt x="376000" y="5982247"/>
                  </a:lnTo>
                  <a:lnTo>
                    <a:pt x="376125" y="5982247"/>
                  </a:lnTo>
                  <a:lnTo>
                    <a:pt x="376250" y="5982247"/>
                  </a:lnTo>
                  <a:lnTo>
                    <a:pt x="376375" y="5982247"/>
                  </a:lnTo>
                  <a:lnTo>
                    <a:pt x="376500" y="5982247"/>
                  </a:lnTo>
                  <a:lnTo>
                    <a:pt x="376625" y="5982247"/>
                  </a:lnTo>
                  <a:lnTo>
                    <a:pt x="376750" y="5982247"/>
                  </a:lnTo>
                  <a:lnTo>
                    <a:pt x="376875" y="5982247"/>
                  </a:lnTo>
                  <a:lnTo>
                    <a:pt x="377001" y="5982247"/>
                  </a:lnTo>
                  <a:lnTo>
                    <a:pt x="377126" y="5982247"/>
                  </a:lnTo>
                  <a:lnTo>
                    <a:pt x="377251" y="5982247"/>
                  </a:lnTo>
                  <a:lnTo>
                    <a:pt x="377376" y="5982247"/>
                  </a:lnTo>
                  <a:lnTo>
                    <a:pt x="377501" y="5982247"/>
                  </a:lnTo>
                  <a:lnTo>
                    <a:pt x="377626" y="5982247"/>
                  </a:lnTo>
                  <a:lnTo>
                    <a:pt x="377751" y="5982247"/>
                  </a:lnTo>
                  <a:lnTo>
                    <a:pt x="377876" y="5982247"/>
                  </a:lnTo>
                  <a:lnTo>
                    <a:pt x="378001" y="5982247"/>
                  </a:lnTo>
                  <a:lnTo>
                    <a:pt x="378126" y="5982247"/>
                  </a:lnTo>
                  <a:lnTo>
                    <a:pt x="378251" y="5982247"/>
                  </a:lnTo>
                  <a:lnTo>
                    <a:pt x="378376" y="5982247"/>
                  </a:lnTo>
                  <a:lnTo>
                    <a:pt x="378501" y="5982247"/>
                  </a:lnTo>
                  <a:lnTo>
                    <a:pt x="378501" y="5972293"/>
                  </a:lnTo>
                  <a:lnTo>
                    <a:pt x="378626" y="5972293"/>
                  </a:lnTo>
                  <a:lnTo>
                    <a:pt x="378751" y="5972293"/>
                  </a:lnTo>
                  <a:lnTo>
                    <a:pt x="378876" y="5972293"/>
                  </a:lnTo>
                  <a:lnTo>
                    <a:pt x="379001" y="5972293"/>
                  </a:lnTo>
                  <a:lnTo>
                    <a:pt x="379126" y="5972293"/>
                  </a:lnTo>
                  <a:lnTo>
                    <a:pt x="379251" y="5972293"/>
                  </a:lnTo>
                  <a:lnTo>
                    <a:pt x="379376" y="5972293"/>
                  </a:lnTo>
                  <a:lnTo>
                    <a:pt x="379501" y="5972293"/>
                  </a:lnTo>
                  <a:lnTo>
                    <a:pt x="379626" y="5972293"/>
                  </a:lnTo>
                  <a:lnTo>
                    <a:pt x="379751" y="5972293"/>
                  </a:lnTo>
                  <a:lnTo>
                    <a:pt x="379876" y="5972293"/>
                  </a:lnTo>
                  <a:lnTo>
                    <a:pt x="380002" y="5972293"/>
                  </a:lnTo>
                  <a:lnTo>
                    <a:pt x="380127" y="5972293"/>
                  </a:lnTo>
                  <a:lnTo>
                    <a:pt x="380252" y="5972293"/>
                  </a:lnTo>
                  <a:lnTo>
                    <a:pt x="380377" y="5972293"/>
                  </a:lnTo>
                  <a:lnTo>
                    <a:pt x="380502" y="5972293"/>
                  </a:lnTo>
                  <a:lnTo>
                    <a:pt x="380627" y="5972293"/>
                  </a:lnTo>
                  <a:lnTo>
                    <a:pt x="380752" y="5972293"/>
                  </a:lnTo>
                  <a:lnTo>
                    <a:pt x="380877" y="5972293"/>
                  </a:lnTo>
                  <a:lnTo>
                    <a:pt x="381002" y="5972293"/>
                  </a:lnTo>
                  <a:lnTo>
                    <a:pt x="381127" y="5972293"/>
                  </a:lnTo>
                  <a:lnTo>
                    <a:pt x="381252" y="5972293"/>
                  </a:lnTo>
                  <a:lnTo>
                    <a:pt x="381377" y="5972293"/>
                  </a:lnTo>
                  <a:lnTo>
                    <a:pt x="381502" y="5972293"/>
                  </a:lnTo>
                  <a:lnTo>
                    <a:pt x="381627" y="5972293"/>
                  </a:lnTo>
                  <a:lnTo>
                    <a:pt x="381752" y="5972293"/>
                  </a:lnTo>
                  <a:lnTo>
                    <a:pt x="381877" y="5972293"/>
                  </a:lnTo>
                  <a:lnTo>
                    <a:pt x="382002" y="5972293"/>
                  </a:lnTo>
                  <a:lnTo>
                    <a:pt x="382127" y="5972293"/>
                  </a:lnTo>
                  <a:lnTo>
                    <a:pt x="382252" y="5972293"/>
                  </a:lnTo>
                  <a:lnTo>
                    <a:pt x="382377" y="5972293"/>
                  </a:lnTo>
                  <a:lnTo>
                    <a:pt x="382502" y="5972293"/>
                  </a:lnTo>
                  <a:lnTo>
                    <a:pt x="382627" y="5972293"/>
                  </a:lnTo>
                  <a:lnTo>
                    <a:pt x="382752" y="5972293"/>
                  </a:lnTo>
                  <a:lnTo>
                    <a:pt x="382877" y="5972293"/>
                  </a:lnTo>
                  <a:lnTo>
                    <a:pt x="383003" y="5972293"/>
                  </a:lnTo>
                  <a:lnTo>
                    <a:pt x="383128" y="5972293"/>
                  </a:lnTo>
                  <a:lnTo>
                    <a:pt x="383253" y="5972293"/>
                  </a:lnTo>
                  <a:lnTo>
                    <a:pt x="383378" y="5972293"/>
                  </a:lnTo>
                  <a:lnTo>
                    <a:pt x="383503" y="5972293"/>
                  </a:lnTo>
                  <a:lnTo>
                    <a:pt x="383628" y="5972293"/>
                  </a:lnTo>
                  <a:lnTo>
                    <a:pt x="383753" y="5972293"/>
                  </a:lnTo>
                  <a:lnTo>
                    <a:pt x="383878" y="5972293"/>
                  </a:lnTo>
                  <a:lnTo>
                    <a:pt x="384003" y="5972293"/>
                  </a:lnTo>
                  <a:lnTo>
                    <a:pt x="384128" y="5972293"/>
                  </a:lnTo>
                  <a:lnTo>
                    <a:pt x="384253" y="5972293"/>
                  </a:lnTo>
                  <a:lnTo>
                    <a:pt x="384378" y="5972293"/>
                  </a:lnTo>
                  <a:lnTo>
                    <a:pt x="384503" y="5972293"/>
                  </a:lnTo>
                  <a:lnTo>
                    <a:pt x="384628" y="5972293"/>
                  </a:lnTo>
                  <a:lnTo>
                    <a:pt x="384753" y="5972293"/>
                  </a:lnTo>
                  <a:lnTo>
                    <a:pt x="384878" y="5972293"/>
                  </a:lnTo>
                  <a:lnTo>
                    <a:pt x="385003" y="5972293"/>
                  </a:lnTo>
                  <a:lnTo>
                    <a:pt x="385128" y="5972293"/>
                  </a:lnTo>
                  <a:lnTo>
                    <a:pt x="385253" y="5972293"/>
                  </a:lnTo>
                  <a:lnTo>
                    <a:pt x="385378" y="5972293"/>
                  </a:lnTo>
                  <a:lnTo>
                    <a:pt x="385503" y="5972293"/>
                  </a:lnTo>
                  <a:lnTo>
                    <a:pt x="385628" y="5972293"/>
                  </a:lnTo>
                  <a:lnTo>
                    <a:pt x="385753" y="5972293"/>
                  </a:lnTo>
                  <a:lnTo>
                    <a:pt x="385878" y="5972293"/>
                  </a:lnTo>
                  <a:lnTo>
                    <a:pt x="386004" y="5972293"/>
                  </a:lnTo>
                  <a:lnTo>
                    <a:pt x="386129" y="5972293"/>
                  </a:lnTo>
                  <a:lnTo>
                    <a:pt x="386254" y="5972293"/>
                  </a:lnTo>
                  <a:lnTo>
                    <a:pt x="386379" y="5972293"/>
                  </a:lnTo>
                  <a:lnTo>
                    <a:pt x="386504" y="5972293"/>
                  </a:lnTo>
                  <a:lnTo>
                    <a:pt x="386629" y="5972293"/>
                  </a:lnTo>
                  <a:lnTo>
                    <a:pt x="386754" y="5972293"/>
                  </a:lnTo>
                  <a:lnTo>
                    <a:pt x="386879" y="5972293"/>
                  </a:lnTo>
                  <a:lnTo>
                    <a:pt x="387004" y="5972293"/>
                  </a:lnTo>
                  <a:lnTo>
                    <a:pt x="387129" y="5972293"/>
                  </a:lnTo>
                  <a:lnTo>
                    <a:pt x="387254" y="5972293"/>
                  </a:lnTo>
                  <a:lnTo>
                    <a:pt x="387379" y="5972293"/>
                  </a:lnTo>
                  <a:lnTo>
                    <a:pt x="387504" y="5972293"/>
                  </a:lnTo>
                  <a:lnTo>
                    <a:pt x="387629" y="5972293"/>
                  </a:lnTo>
                  <a:lnTo>
                    <a:pt x="387754" y="5972293"/>
                  </a:lnTo>
                  <a:lnTo>
                    <a:pt x="387879" y="5972293"/>
                  </a:lnTo>
                  <a:lnTo>
                    <a:pt x="388004" y="5972293"/>
                  </a:lnTo>
                  <a:lnTo>
                    <a:pt x="388129" y="5972293"/>
                  </a:lnTo>
                  <a:lnTo>
                    <a:pt x="388254" y="5972293"/>
                  </a:lnTo>
                  <a:lnTo>
                    <a:pt x="388379" y="5972293"/>
                  </a:lnTo>
                  <a:lnTo>
                    <a:pt x="388504" y="5972293"/>
                  </a:lnTo>
                  <a:lnTo>
                    <a:pt x="388629" y="5972293"/>
                  </a:lnTo>
                  <a:lnTo>
                    <a:pt x="388754" y="5972293"/>
                  </a:lnTo>
                  <a:lnTo>
                    <a:pt x="388880" y="5972293"/>
                  </a:lnTo>
                  <a:lnTo>
                    <a:pt x="389005" y="5972293"/>
                  </a:lnTo>
                  <a:lnTo>
                    <a:pt x="389130" y="5972293"/>
                  </a:lnTo>
                  <a:lnTo>
                    <a:pt x="389255" y="5972293"/>
                  </a:lnTo>
                  <a:lnTo>
                    <a:pt x="389380" y="5972293"/>
                  </a:lnTo>
                  <a:lnTo>
                    <a:pt x="389505" y="5972293"/>
                  </a:lnTo>
                  <a:lnTo>
                    <a:pt x="389630" y="5972293"/>
                  </a:lnTo>
                  <a:lnTo>
                    <a:pt x="389755" y="5972293"/>
                  </a:lnTo>
                  <a:lnTo>
                    <a:pt x="389880" y="5972293"/>
                  </a:lnTo>
                  <a:lnTo>
                    <a:pt x="390005" y="5972293"/>
                  </a:lnTo>
                  <a:lnTo>
                    <a:pt x="390130" y="5972293"/>
                  </a:lnTo>
                  <a:lnTo>
                    <a:pt x="390255" y="5972293"/>
                  </a:lnTo>
                  <a:lnTo>
                    <a:pt x="390380" y="5972293"/>
                  </a:lnTo>
                  <a:lnTo>
                    <a:pt x="390505" y="5972293"/>
                  </a:lnTo>
                  <a:lnTo>
                    <a:pt x="390630" y="5972293"/>
                  </a:lnTo>
                  <a:lnTo>
                    <a:pt x="390755" y="5972293"/>
                  </a:lnTo>
                  <a:lnTo>
                    <a:pt x="390880" y="5972293"/>
                  </a:lnTo>
                  <a:lnTo>
                    <a:pt x="391005" y="5972293"/>
                  </a:lnTo>
                  <a:lnTo>
                    <a:pt x="391130" y="5972293"/>
                  </a:lnTo>
                  <a:lnTo>
                    <a:pt x="391255" y="5972293"/>
                  </a:lnTo>
                  <a:lnTo>
                    <a:pt x="391380" y="5972293"/>
                  </a:lnTo>
                  <a:lnTo>
                    <a:pt x="391505" y="5972293"/>
                  </a:lnTo>
                  <a:lnTo>
                    <a:pt x="391630" y="5972293"/>
                  </a:lnTo>
                  <a:lnTo>
                    <a:pt x="391755" y="5972293"/>
                  </a:lnTo>
                  <a:lnTo>
                    <a:pt x="391881" y="5972293"/>
                  </a:lnTo>
                  <a:lnTo>
                    <a:pt x="392006" y="5972293"/>
                  </a:lnTo>
                  <a:lnTo>
                    <a:pt x="392131" y="5972293"/>
                  </a:lnTo>
                  <a:lnTo>
                    <a:pt x="392256" y="5972293"/>
                  </a:lnTo>
                  <a:lnTo>
                    <a:pt x="392381" y="5972293"/>
                  </a:lnTo>
                  <a:lnTo>
                    <a:pt x="392506" y="5972293"/>
                  </a:lnTo>
                  <a:lnTo>
                    <a:pt x="392631" y="5972293"/>
                  </a:lnTo>
                  <a:lnTo>
                    <a:pt x="392756" y="5972293"/>
                  </a:lnTo>
                  <a:lnTo>
                    <a:pt x="392881" y="5972293"/>
                  </a:lnTo>
                  <a:lnTo>
                    <a:pt x="393006" y="5972293"/>
                  </a:lnTo>
                  <a:lnTo>
                    <a:pt x="393131" y="5972293"/>
                  </a:lnTo>
                  <a:lnTo>
                    <a:pt x="393256" y="5972293"/>
                  </a:lnTo>
                  <a:lnTo>
                    <a:pt x="393381" y="5972293"/>
                  </a:lnTo>
                  <a:lnTo>
                    <a:pt x="393506" y="5972293"/>
                  </a:lnTo>
                  <a:lnTo>
                    <a:pt x="393631" y="5972293"/>
                  </a:lnTo>
                  <a:lnTo>
                    <a:pt x="393756" y="5972293"/>
                  </a:lnTo>
                  <a:lnTo>
                    <a:pt x="393881" y="5972293"/>
                  </a:lnTo>
                  <a:lnTo>
                    <a:pt x="394006" y="5972293"/>
                  </a:lnTo>
                  <a:lnTo>
                    <a:pt x="394131" y="5972293"/>
                  </a:lnTo>
                  <a:lnTo>
                    <a:pt x="394256" y="5972293"/>
                  </a:lnTo>
                  <a:lnTo>
                    <a:pt x="394381" y="5972293"/>
                  </a:lnTo>
                  <a:lnTo>
                    <a:pt x="394506" y="5972293"/>
                  </a:lnTo>
                  <a:lnTo>
                    <a:pt x="394631" y="5972293"/>
                  </a:lnTo>
                  <a:lnTo>
                    <a:pt x="394756" y="5972293"/>
                  </a:lnTo>
                  <a:lnTo>
                    <a:pt x="394882" y="5972293"/>
                  </a:lnTo>
                  <a:lnTo>
                    <a:pt x="395007" y="5972293"/>
                  </a:lnTo>
                  <a:lnTo>
                    <a:pt x="395132" y="5972293"/>
                  </a:lnTo>
                  <a:lnTo>
                    <a:pt x="395257" y="5972293"/>
                  </a:lnTo>
                  <a:lnTo>
                    <a:pt x="395382" y="5972293"/>
                  </a:lnTo>
                  <a:lnTo>
                    <a:pt x="395507" y="5972293"/>
                  </a:lnTo>
                  <a:lnTo>
                    <a:pt x="395632" y="5972293"/>
                  </a:lnTo>
                  <a:lnTo>
                    <a:pt x="395757" y="5972293"/>
                  </a:lnTo>
                  <a:lnTo>
                    <a:pt x="395882" y="5972293"/>
                  </a:lnTo>
                  <a:lnTo>
                    <a:pt x="396007" y="5972293"/>
                  </a:lnTo>
                  <a:lnTo>
                    <a:pt x="396132" y="5972293"/>
                  </a:lnTo>
                  <a:lnTo>
                    <a:pt x="396257" y="5972293"/>
                  </a:lnTo>
                  <a:lnTo>
                    <a:pt x="396382" y="5972293"/>
                  </a:lnTo>
                  <a:lnTo>
                    <a:pt x="396507" y="5972293"/>
                  </a:lnTo>
                  <a:lnTo>
                    <a:pt x="396632" y="5972293"/>
                  </a:lnTo>
                  <a:lnTo>
                    <a:pt x="396757" y="5972293"/>
                  </a:lnTo>
                  <a:lnTo>
                    <a:pt x="396882" y="5972293"/>
                  </a:lnTo>
                  <a:lnTo>
                    <a:pt x="397007" y="5972293"/>
                  </a:lnTo>
                  <a:lnTo>
                    <a:pt x="397132" y="5972293"/>
                  </a:lnTo>
                  <a:lnTo>
                    <a:pt x="397257" y="5972293"/>
                  </a:lnTo>
                  <a:lnTo>
                    <a:pt x="397382" y="5972293"/>
                  </a:lnTo>
                  <a:lnTo>
                    <a:pt x="397507" y="5972293"/>
                  </a:lnTo>
                  <a:lnTo>
                    <a:pt x="397632" y="5972293"/>
                  </a:lnTo>
                  <a:lnTo>
                    <a:pt x="397757" y="5972293"/>
                  </a:lnTo>
                  <a:lnTo>
                    <a:pt x="397883" y="5972293"/>
                  </a:lnTo>
                  <a:lnTo>
                    <a:pt x="398008" y="5972293"/>
                  </a:lnTo>
                  <a:lnTo>
                    <a:pt x="398133" y="5972293"/>
                  </a:lnTo>
                  <a:lnTo>
                    <a:pt x="398258" y="5972293"/>
                  </a:lnTo>
                  <a:lnTo>
                    <a:pt x="398383" y="5972293"/>
                  </a:lnTo>
                  <a:lnTo>
                    <a:pt x="398508" y="5972293"/>
                  </a:lnTo>
                  <a:lnTo>
                    <a:pt x="398633" y="5972293"/>
                  </a:lnTo>
                  <a:lnTo>
                    <a:pt x="398758" y="5972293"/>
                  </a:lnTo>
                  <a:lnTo>
                    <a:pt x="398883" y="5972293"/>
                  </a:lnTo>
                  <a:lnTo>
                    <a:pt x="399008" y="5972293"/>
                  </a:lnTo>
                  <a:lnTo>
                    <a:pt x="399133" y="5972293"/>
                  </a:lnTo>
                  <a:lnTo>
                    <a:pt x="399258" y="5972293"/>
                  </a:lnTo>
                  <a:lnTo>
                    <a:pt x="399383" y="5972293"/>
                  </a:lnTo>
                  <a:lnTo>
                    <a:pt x="399508" y="5972293"/>
                  </a:lnTo>
                  <a:lnTo>
                    <a:pt x="399633" y="5972293"/>
                  </a:lnTo>
                  <a:lnTo>
                    <a:pt x="399758" y="5972293"/>
                  </a:lnTo>
                  <a:lnTo>
                    <a:pt x="399883" y="5972293"/>
                  </a:lnTo>
                  <a:lnTo>
                    <a:pt x="400008" y="5972293"/>
                  </a:lnTo>
                  <a:lnTo>
                    <a:pt x="400133" y="5972293"/>
                  </a:lnTo>
                  <a:lnTo>
                    <a:pt x="400258" y="5972293"/>
                  </a:lnTo>
                  <a:lnTo>
                    <a:pt x="400383" y="5972293"/>
                  </a:lnTo>
                  <a:lnTo>
                    <a:pt x="400508" y="5972293"/>
                  </a:lnTo>
                  <a:lnTo>
                    <a:pt x="400633" y="5972293"/>
                  </a:lnTo>
                  <a:lnTo>
                    <a:pt x="400758" y="5972293"/>
                  </a:lnTo>
                  <a:lnTo>
                    <a:pt x="400758" y="5962339"/>
                  </a:lnTo>
                  <a:lnTo>
                    <a:pt x="400884" y="5962339"/>
                  </a:lnTo>
                  <a:lnTo>
                    <a:pt x="401009" y="5962339"/>
                  </a:lnTo>
                  <a:lnTo>
                    <a:pt x="401134" y="5962339"/>
                  </a:lnTo>
                  <a:lnTo>
                    <a:pt x="401259" y="5962339"/>
                  </a:lnTo>
                  <a:lnTo>
                    <a:pt x="401384" y="5962339"/>
                  </a:lnTo>
                  <a:lnTo>
                    <a:pt x="401509" y="5962339"/>
                  </a:lnTo>
                  <a:lnTo>
                    <a:pt x="401634" y="5962339"/>
                  </a:lnTo>
                  <a:lnTo>
                    <a:pt x="401759" y="5962339"/>
                  </a:lnTo>
                  <a:lnTo>
                    <a:pt x="401884" y="5962339"/>
                  </a:lnTo>
                  <a:lnTo>
                    <a:pt x="402009" y="5962339"/>
                  </a:lnTo>
                  <a:lnTo>
                    <a:pt x="402134" y="5962339"/>
                  </a:lnTo>
                  <a:lnTo>
                    <a:pt x="402259" y="5962339"/>
                  </a:lnTo>
                  <a:lnTo>
                    <a:pt x="402384" y="5962339"/>
                  </a:lnTo>
                  <a:lnTo>
                    <a:pt x="402509" y="5962339"/>
                  </a:lnTo>
                  <a:lnTo>
                    <a:pt x="402634" y="5962339"/>
                  </a:lnTo>
                  <a:lnTo>
                    <a:pt x="402759" y="5962339"/>
                  </a:lnTo>
                  <a:lnTo>
                    <a:pt x="402884" y="5962339"/>
                  </a:lnTo>
                  <a:lnTo>
                    <a:pt x="403009" y="5962339"/>
                  </a:lnTo>
                  <a:lnTo>
                    <a:pt x="403134" y="5962339"/>
                  </a:lnTo>
                  <a:lnTo>
                    <a:pt x="403259" y="5962339"/>
                  </a:lnTo>
                  <a:lnTo>
                    <a:pt x="403384" y="5962339"/>
                  </a:lnTo>
                  <a:lnTo>
                    <a:pt x="403509" y="5962339"/>
                  </a:lnTo>
                  <a:lnTo>
                    <a:pt x="403634" y="5962339"/>
                  </a:lnTo>
                  <a:lnTo>
                    <a:pt x="403759" y="5962339"/>
                  </a:lnTo>
                  <a:lnTo>
                    <a:pt x="403885" y="5962339"/>
                  </a:lnTo>
                  <a:lnTo>
                    <a:pt x="404010" y="5962339"/>
                  </a:lnTo>
                  <a:lnTo>
                    <a:pt x="404135" y="5962339"/>
                  </a:lnTo>
                  <a:lnTo>
                    <a:pt x="404260" y="5962339"/>
                  </a:lnTo>
                  <a:lnTo>
                    <a:pt x="404385" y="5962339"/>
                  </a:lnTo>
                  <a:lnTo>
                    <a:pt x="404510" y="5962339"/>
                  </a:lnTo>
                  <a:lnTo>
                    <a:pt x="404635" y="5962339"/>
                  </a:lnTo>
                  <a:lnTo>
                    <a:pt x="404760" y="5962339"/>
                  </a:lnTo>
                  <a:lnTo>
                    <a:pt x="404885" y="5962339"/>
                  </a:lnTo>
                  <a:lnTo>
                    <a:pt x="405010" y="5962339"/>
                  </a:lnTo>
                  <a:lnTo>
                    <a:pt x="405135" y="5962339"/>
                  </a:lnTo>
                  <a:lnTo>
                    <a:pt x="405260" y="5962339"/>
                  </a:lnTo>
                  <a:lnTo>
                    <a:pt x="405385" y="5962339"/>
                  </a:lnTo>
                  <a:lnTo>
                    <a:pt x="405510" y="5962339"/>
                  </a:lnTo>
                  <a:lnTo>
                    <a:pt x="405635" y="5962339"/>
                  </a:lnTo>
                  <a:lnTo>
                    <a:pt x="405760" y="5962339"/>
                  </a:lnTo>
                  <a:lnTo>
                    <a:pt x="405885" y="5962339"/>
                  </a:lnTo>
                  <a:lnTo>
                    <a:pt x="406010" y="5962339"/>
                  </a:lnTo>
                  <a:lnTo>
                    <a:pt x="406135" y="5962339"/>
                  </a:lnTo>
                  <a:lnTo>
                    <a:pt x="406260" y="5962339"/>
                  </a:lnTo>
                  <a:lnTo>
                    <a:pt x="406385" y="5962339"/>
                  </a:lnTo>
                  <a:lnTo>
                    <a:pt x="406510" y="5962339"/>
                  </a:lnTo>
                  <a:lnTo>
                    <a:pt x="406635" y="5962339"/>
                  </a:lnTo>
                  <a:lnTo>
                    <a:pt x="406760" y="5962339"/>
                  </a:lnTo>
                  <a:lnTo>
                    <a:pt x="406886" y="5962339"/>
                  </a:lnTo>
                  <a:lnTo>
                    <a:pt x="407011" y="5962339"/>
                  </a:lnTo>
                  <a:lnTo>
                    <a:pt x="407136" y="5962339"/>
                  </a:lnTo>
                  <a:lnTo>
                    <a:pt x="407261" y="5962339"/>
                  </a:lnTo>
                  <a:lnTo>
                    <a:pt x="407386" y="5962339"/>
                  </a:lnTo>
                  <a:lnTo>
                    <a:pt x="407511" y="5962339"/>
                  </a:lnTo>
                  <a:lnTo>
                    <a:pt x="407636" y="5962339"/>
                  </a:lnTo>
                  <a:lnTo>
                    <a:pt x="407761" y="5962339"/>
                  </a:lnTo>
                  <a:lnTo>
                    <a:pt x="407886" y="5962339"/>
                  </a:lnTo>
                  <a:lnTo>
                    <a:pt x="408011" y="5962339"/>
                  </a:lnTo>
                  <a:lnTo>
                    <a:pt x="408136" y="5962339"/>
                  </a:lnTo>
                  <a:lnTo>
                    <a:pt x="408261" y="5962339"/>
                  </a:lnTo>
                  <a:lnTo>
                    <a:pt x="408386" y="5962339"/>
                  </a:lnTo>
                  <a:lnTo>
                    <a:pt x="408511" y="5962339"/>
                  </a:lnTo>
                  <a:lnTo>
                    <a:pt x="408636" y="5962339"/>
                  </a:lnTo>
                  <a:lnTo>
                    <a:pt x="408761" y="5962339"/>
                  </a:lnTo>
                  <a:lnTo>
                    <a:pt x="408886" y="5962339"/>
                  </a:lnTo>
                  <a:lnTo>
                    <a:pt x="409011" y="5962339"/>
                  </a:lnTo>
                  <a:lnTo>
                    <a:pt x="409136" y="5962339"/>
                  </a:lnTo>
                  <a:lnTo>
                    <a:pt x="409261" y="5962339"/>
                  </a:lnTo>
                  <a:lnTo>
                    <a:pt x="409386" y="5962339"/>
                  </a:lnTo>
                  <a:lnTo>
                    <a:pt x="409511" y="5962339"/>
                  </a:lnTo>
                  <a:lnTo>
                    <a:pt x="409636" y="5962339"/>
                  </a:lnTo>
                  <a:lnTo>
                    <a:pt x="409761" y="5962339"/>
                  </a:lnTo>
                  <a:lnTo>
                    <a:pt x="409887" y="5962339"/>
                  </a:lnTo>
                  <a:lnTo>
                    <a:pt x="410012" y="5962339"/>
                  </a:lnTo>
                  <a:lnTo>
                    <a:pt x="410137" y="5962339"/>
                  </a:lnTo>
                  <a:lnTo>
                    <a:pt x="410262" y="5962339"/>
                  </a:lnTo>
                  <a:lnTo>
                    <a:pt x="410387" y="5962339"/>
                  </a:lnTo>
                  <a:lnTo>
                    <a:pt x="410512" y="5962339"/>
                  </a:lnTo>
                  <a:lnTo>
                    <a:pt x="410637" y="5962339"/>
                  </a:lnTo>
                  <a:lnTo>
                    <a:pt x="410762" y="5962339"/>
                  </a:lnTo>
                  <a:lnTo>
                    <a:pt x="410887" y="5962339"/>
                  </a:lnTo>
                  <a:lnTo>
                    <a:pt x="411012" y="5962339"/>
                  </a:lnTo>
                  <a:lnTo>
                    <a:pt x="411137" y="5962339"/>
                  </a:lnTo>
                  <a:lnTo>
                    <a:pt x="411262" y="5962339"/>
                  </a:lnTo>
                  <a:lnTo>
                    <a:pt x="411387" y="5962339"/>
                  </a:lnTo>
                  <a:lnTo>
                    <a:pt x="411512" y="5962339"/>
                  </a:lnTo>
                  <a:lnTo>
                    <a:pt x="411637" y="5962339"/>
                  </a:lnTo>
                  <a:lnTo>
                    <a:pt x="411762" y="5962339"/>
                  </a:lnTo>
                  <a:lnTo>
                    <a:pt x="411887" y="5962339"/>
                  </a:lnTo>
                  <a:lnTo>
                    <a:pt x="412012" y="5962339"/>
                  </a:lnTo>
                  <a:lnTo>
                    <a:pt x="412137" y="5962339"/>
                  </a:lnTo>
                  <a:lnTo>
                    <a:pt x="412262" y="5962339"/>
                  </a:lnTo>
                  <a:lnTo>
                    <a:pt x="412387" y="5962339"/>
                  </a:lnTo>
                  <a:lnTo>
                    <a:pt x="412512" y="5962339"/>
                  </a:lnTo>
                  <a:lnTo>
                    <a:pt x="412637" y="5962339"/>
                  </a:lnTo>
                  <a:lnTo>
                    <a:pt x="412762" y="5962339"/>
                  </a:lnTo>
                  <a:lnTo>
                    <a:pt x="412888" y="5962339"/>
                  </a:lnTo>
                  <a:lnTo>
                    <a:pt x="413013" y="5962339"/>
                  </a:lnTo>
                  <a:lnTo>
                    <a:pt x="413138" y="5962339"/>
                  </a:lnTo>
                  <a:lnTo>
                    <a:pt x="413263" y="5962339"/>
                  </a:lnTo>
                  <a:lnTo>
                    <a:pt x="413388" y="5962339"/>
                  </a:lnTo>
                  <a:lnTo>
                    <a:pt x="413513" y="5962339"/>
                  </a:lnTo>
                  <a:lnTo>
                    <a:pt x="413638" y="5962339"/>
                  </a:lnTo>
                  <a:lnTo>
                    <a:pt x="413763" y="5962339"/>
                  </a:lnTo>
                  <a:lnTo>
                    <a:pt x="413888" y="5962339"/>
                  </a:lnTo>
                  <a:lnTo>
                    <a:pt x="414013" y="5962339"/>
                  </a:lnTo>
                  <a:lnTo>
                    <a:pt x="414138" y="5962339"/>
                  </a:lnTo>
                  <a:lnTo>
                    <a:pt x="414263" y="5962339"/>
                  </a:lnTo>
                  <a:lnTo>
                    <a:pt x="414388" y="5962339"/>
                  </a:lnTo>
                  <a:lnTo>
                    <a:pt x="414513" y="5962339"/>
                  </a:lnTo>
                  <a:lnTo>
                    <a:pt x="414638" y="5962339"/>
                  </a:lnTo>
                  <a:lnTo>
                    <a:pt x="414763" y="5962339"/>
                  </a:lnTo>
                  <a:lnTo>
                    <a:pt x="414888" y="5962339"/>
                  </a:lnTo>
                  <a:lnTo>
                    <a:pt x="415013" y="5962339"/>
                  </a:lnTo>
                  <a:lnTo>
                    <a:pt x="415138" y="5962339"/>
                  </a:lnTo>
                  <a:lnTo>
                    <a:pt x="415263" y="5962339"/>
                  </a:lnTo>
                  <a:lnTo>
                    <a:pt x="415388" y="5962339"/>
                  </a:lnTo>
                  <a:lnTo>
                    <a:pt x="415513" y="5962339"/>
                  </a:lnTo>
                  <a:lnTo>
                    <a:pt x="415638" y="5962339"/>
                  </a:lnTo>
                  <a:lnTo>
                    <a:pt x="415763" y="5962339"/>
                  </a:lnTo>
                  <a:lnTo>
                    <a:pt x="415889" y="5962339"/>
                  </a:lnTo>
                  <a:lnTo>
                    <a:pt x="416014" y="5962339"/>
                  </a:lnTo>
                  <a:lnTo>
                    <a:pt x="416139" y="5962339"/>
                  </a:lnTo>
                  <a:lnTo>
                    <a:pt x="416264" y="5962339"/>
                  </a:lnTo>
                  <a:lnTo>
                    <a:pt x="416389" y="5962339"/>
                  </a:lnTo>
                  <a:lnTo>
                    <a:pt x="416514" y="5962339"/>
                  </a:lnTo>
                  <a:lnTo>
                    <a:pt x="416639" y="5962339"/>
                  </a:lnTo>
                  <a:lnTo>
                    <a:pt x="416764" y="5962339"/>
                  </a:lnTo>
                  <a:lnTo>
                    <a:pt x="416889" y="5962339"/>
                  </a:lnTo>
                  <a:lnTo>
                    <a:pt x="417014" y="5962339"/>
                  </a:lnTo>
                  <a:lnTo>
                    <a:pt x="417139" y="5962339"/>
                  </a:lnTo>
                  <a:lnTo>
                    <a:pt x="417264" y="5962339"/>
                  </a:lnTo>
                  <a:lnTo>
                    <a:pt x="417389" y="5962339"/>
                  </a:lnTo>
                  <a:lnTo>
                    <a:pt x="417514" y="5962339"/>
                  </a:lnTo>
                  <a:lnTo>
                    <a:pt x="417639" y="5962339"/>
                  </a:lnTo>
                  <a:lnTo>
                    <a:pt x="417764" y="5962339"/>
                  </a:lnTo>
                  <a:lnTo>
                    <a:pt x="417889" y="5962339"/>
                  </a:lnTo>
                  <a:lnTo>
                    <a:pt x="418014" y="5962339"/>
                  </a:lnTo>
                  <a:lnTo>
                    <a:pt x="418139" y="5962339"/>
                  </a:lnTo>
                  <a:lnTo>
                    <a:pt x="418264" y="5962339"/>
                  </a:lnTo>
                  <a:lnTo>
                    <a:pt x="418389" y="5962339"/>
                  </a:lnTo>
                  <a:lnTo>
                    <a:pt x="418514" y="5962339"/>
                  </a:lnTo>
                  <a:lnTo>
                    <a:pt x="418639" y="5962339"/>
                  </a:lnTo>
                  <a:lnTo>
                    <a:pt x="418764" y="5962339"/>
                  </a:lnTo>
                  <a:lnTo>
                    <a:pt x="418890" y="5962339"/>
                  </a:lnTo>
                  <a:lnTo>
                    <a:pt x="419015" y="5962339"/>
                  </a:lnTo>
                  <a:lnTo>
                    <a:pt x="419140" y="5962339"/>
                  </a:lnTo>
                  <a:lnTo>
                    <a:pt x="419265" y="5962339"/>
                  </a:lnTo>
                  <a:lnTo>
                    <a:pt x="419390" y="5962339"/>
                  </a:lnTo>
                  <a:lnTo>
                    <a:pt x="419515" y="5962339"/>
                  </a:lnTo>
                  <a:lnTo>
                    <a:pt x="419640" y="5962339"/>
                  </a:lnTo>
                  <a:lnTo>
                    <a:pt x="419765" y="5962339"/>
                  </a:lnTo>
                  <a:lnTo>
                    <a:pt x="419890" y="5962339"/>
                  </a:lnTo>
                  <a:lnTo>
                    <a:pt x="420015" y="5962339"/>
                  </a:lnTo>
                  <a:lnTo>
                    <a:pt x="420140" y="5962339"/>
                  </a:lnTo>
                  <a:lnTo>
                    <a:pt x="420265" y="5962339"/>
                  </a:lnTo>
                  <a:lnTo>
                    <a:pt x="420390" y="5962339"/>
                  </a:lnTo>
                  <a:lnTo>
                    <a:pt x="420515" y="5962339"/>
                  </a:lnTo>
                  <a:lnTo>
                    <a:pt x="420640" y="5962339"/>
                  </a:lnTo>
                  <a:lnTo>
                    <a:pt x="420765" y="5962339"/>
                  </a:lnTo>
                  <a:lnTo>
                    <a:pt x="420890" y="5962339"/>
                  </a:lnTo>
                  <a:lnTo>
                    <a:pt x="421015" y="5962339"/>
                  </a:lnTo>
                  <a:lnTo>
                    <a:pt x="421140" y="5962339"/>
                  </a:lnTo>
                  <a:lnTo>
                    <a:pt x="421265" y="5962339"/>
                  </a:lnTo>
                  <a:lnTo>
                    <a:pt x="421390" y="5962339"/>
                  </a:lnTo>
                  <a:lnTo>
                    <a:pt x="421515" y="5962339"/>
                  </a:lnTo>
                  <a:lnTo>
                    <a:pt x="421640" y="5962339"/>
                  </a:lnTo>
                  <a:lnTo>
                    <a:pt x="421765" y="5962339"/>
                  </a:lnTo>
                  <a:lnTo>
                    <a:pt x="421891" y="5962339"/>
                  </a:lnTo>
                  <a:lnTo>
                    <a:pt x="422016" y="5962339"/>
                  </a:lnTo>
                  <a:lnTo>
                    <a:pt x="422141" y="5962339"/>
                  </a:lnTo>
                  <a:lnTo>
                    <a:pt x="422266" y="5962339"/>
                  </a:lnTo>
                  <a:lnTo>
                    <a:pt x="422391" y="5962339"/>
                  </a:lnTo>
                  <a:lnTo>
                    <a:pt x="422516" y="5962339"/>
                  </a:lnTo>
                  <a:lnTo>
                    <a:pt x="422641" y="5962339"/>
                  </a:lnTo>
                  <a:lnTo>
                    <a:pt x="422766" y="5962339"/>
                  </a:lnTo>
                  <a:lnTo>
                    <a:pt x="422891" y="5962339"/>
                  </a:lnTo>
                  <a:lnTo>
                    <a:pt x="423016" y="5962339"/>
                  </a:lnTo>
                  <a:lnTo>
                    <a:pt x="423141" y="5962339"/>
                  </a:lnTo>
                  <a:lnTo>
                    <a:pt x="423266" y="5962339"/>
                  </a:lnTo>
                  <a:lnTo>
                    <a:pt x="423391" y="5962339"/>
                  </a:lnTo>
                  <a:lnTo>
                    <a:pt x="423516" y="5962339"/>
                  </a:lnTo>
                  <a:lnTo>
                    <a:pt x="423641" y="5962339"/>
                  </a:lnTo>
                  <a:lnTo>
                    <a:pt x="423766" y="5962339"/>
                  </a:lnTo>
                  <a:lnTo>
                    <a:pt x="423891" y="5962339"/>
                  </a:lnTo>
                  <a:lnTo>
                    <a:pt x="424016" y="5962339"/>
                  </a:lnTo>
                  <a:lnTo>
                    <a:pt x="424141" y="5962339"/>
                  </a:lnTo>
                  <a:lnTo>
                    <a:pt x="424266" y="5962339"/>
                  </a:lnTo>
                  <a:lnTo>
                    <a:pt x="424391" y="5962339"/>
                  </a:lnTo>
                  <a:lnTo>
                    <a:pt x="424516" y="5962339"/>
                  </a:lnTo>
                  <a:lnTo>
                    <a:pt x="424641" y="5962339"/>
                  </a:lnTo>
                  <a:lnTo>
                    <a:pt x="424766" y="5962339"/>
                  </a:lnTo>
                  <a:lnTo>
                    <a:pt x="424892" y="5962339"/>
                  </a:lnTo>
                  <a:lnTo>
                    <a:pt x="425017" y="5962339"/>
                  </a:lnTo>
                  <a:lnTo>
                    <a:pt x="425142" y="5962339"/>
                  </a:lnTo>
                  <a:lnTo>
                    <a:pt x="425267" y="5962339"/>
                  </a:lnTo>
                  <a:lnTo>
                    <a:pt x="425392" y="5962339"/>
                  </a:lnTo>
                  <a:lnTo>
                    <a:pt x="425517" y="5962339"/>
                  </a:lnTo>
                  <a:lnTo>
                    <a:pt x="425642" y="5962339"/>
                  </a:lnTo>
                  <a:lnTo>
                    <a:pt x="425767" y="5962339"/>
                  </a:lnTo>
                  <a:lnTo>
                    <a:pt x="425892" y="5962339"/>
                  </a:lnTo>
                  <a:lnTo>
                    <a:pt x="426017" y="5962339"/>
                  </a:lnTo>
                  <a:lnTo>
                    <a:pt x="426142" y="5962339"/>
                  </a:lnTo>
                  <a:lnTo>
                    <a:pt x="426267" y="5962339"/>
                  </a:lnTo>
                  <a:lnTo>
                    <a:pt x="426392" y="5962339"/>
                  </a:lnTo>
                  <a:lnTo>
                    <a:pt x="426517" y="5962339"/>
                  </a:lnTo>
                  <a:lnTo>
                    <a:pt x="426642" y="5962339"/>
                  </a:lnTo>
                  <a:lnTo>
                    <a:pt x="426767" y="5962339"/>
                  </a:lnTo>
                  <a:lnTo>
                    <a:pt x="426892" y="5962339"/>
                  </a:lnTo>
                  <a:lnTo>
                    <a:pt x="427017" y="5962339"/>
                  </a:lnTo>
                  <a:lnTo>
                    <a:pt x="427142" y="5962339"/>
                  </a:lnTo>
                  <a:lnTo>
                    <a:pt x="427267" y="5962339"/>
                  </a:lnTo>
                  <a:lnTo>
                    <a:pt x="427392" y="5962339"/>
                  </a:lnTo>
                  <a:lnTo>
                    <a:pt x="427517" y="5962339"/>
                  </a:lnTo>
                  <a:lnTo>
                    <a:pt x="427642" y="5962339"/>
                  </a:lnTo>
                  <a:lnTo>
                    <a:pt x="427768" y="5962339"/>
                  </a:lnTo>
                  <a:lnTo>
                    <a:pt x="427893" y="5962339"/>
                  </a:lnTo>
                  <a:lnTo>
                    <a:pt x="428018" y="5962339"/>
                  </a:lnTo>
                  <a:lnTo>
                    <a:pt x="428143" y="5962339"/>
                  </a:lnTo>
                  <a:lnTo>
                    <a:pt x="428268" y="5962339"/>
                  </a:lnTo>
                  <a:lnTo>
                    <a:pt x="428393" y="5962339"/>
                  </a:lnTo>
                  <a:lnTo>
                    <a:pt x="428518" y="5962339"/>
                  </a:lnTo>
                  <a:lnTo>
                    <a:pt x="428643" y="5962339"/>
                  </a:lnTo>
                  <a:lnTo>
                    <a:pt x="428768" y="5962339"/>
                  </a:lnTo>
                  <a:lnTo>
                    <a:pt x="428893" y="5962339"/>
                  </a:lnTo>
                  <a:lnTo>
                    <a:pt x="429018" y="5962339"/>
                  </a:lnTo>
                  <a:lnTo>
                    <a:pt x="429143" y="5962339"/>
                  </a:lnTo>
                  <a:lnTo>
                    <a:pt x="429268" y="5962339"/>
                  </a:lnTo>
                  <a:lnTo>
                    <a:pt x="429393" y="5962339"/>
                  </a:lnTo>
                  <a:lnTo>
                    <a:pt x="429518" y="5962339"/>
                  </a:lnTo>
                  <a:lnTo>
                    <a:pt x="429643" y="5962339"/>
                  </a:lnTo>
                  <a:lnTo>
                    <a:pt x="429768" y="5962339"/>
                  </a:lnTo>
                  <a:lnTo>
                    <a:pt x="429893" y="5962339"/>
                  </a:lnTo>
                  <a:lnTo>
                    <a:pt x="430018" y="5962339"/>
                  </a:lnTo>
                  <a:lnTo>
                    <a:pt x="430143" y="5962339"/>
                  </a:lnTo>
                  <a:lnTo>
                    <a:pt x="430268" y="5962339"/>
                  </a:lnTo>
                  <a:lnTo>
                    <a:pt x="430393" y="5962339"/>
                  </a:lnTo>
                  <a:lnTo>
                    <a:pt x="430518" y="5962339"/>
                  </a:lnTo>
                  <a:lnTo>
                    <a:pt x="430643" y="5962339"/>
                  </a:lnTo>
                  <a:lnTo>
                    <a:pt x="430769" y="5962339"/>
                  </a:lnTo>
                  <a:lnTo>
                    <a:pt x="430894" y="5962339"/>
                  </a:lnTo>
                  <a:lnTo>
                    <a:pt x="431019" y="5962339"/>
                  </a:lnTo>
                  <a:lnTo>
                    <a:pt x="431144" y="5962339"/>
                  </a:lnTo>
                  <a:lnTo>
                    <a:pt x="431269" y="5962339"/>
                  </a:lnTo>
                  <a:lnTo>
                    <a:pt x="431394" y="5962339"/>
                  </a:lnTo>
                  <a:lnTo>
                    <a:pt x="431519" y="5962339"/>
                  </a:lnTo>
                  <a:lnTo>
                    <a:pt x="431644" y="5962339"/>
                  </a:lnTo>
                  <a:lnTo>
                    <a:pt x="431769" y="5962339"/>
                  </a:lnTo>
                  <a:lnTo>
                    <a:pt x="431894" y="5962339"/>
                  </a:lnTo>
                  <a:lnTo>
                    <a:pt x="432019" y="5962339"/>
                  </a:lnTo>
                  <a:lnTo>
                    <a:pt x="432144" y="5962339"/>
                  </a:lnTo>
                  <a:lnTo>
                    <a:pt x="432269" y="5962339"/>
                  </a:lnTo>
                  <a:lnTo>
                    <a:pt x="432394" y="5962339"/>
                  </a:lnTo>
                  <a:lnTo>
                    <a:pt x="432519" y="5962339"/>
                  </a:lnTo>
                  <a:lnTo>
                    <a:pt x="432644" y="5962339"/>
                  </a:lnTo>
                  <a:lnTo>
                    <a:pt x="432769" y="5962339"/>
                  </a:lnTo>
                  <a:lnTo>
                    <a:pt x="432894" y="5962339"/>
                  </a:lnTo>
                  <a:lnTo>
                    <a:pt x="433019" y="5962339"/>
                  </a:lnTo>
                  <a:lnTo>
                    <a:pt x="433144" y="5962339"/>
                  </a:lnTo>
                  <a:lnTo>
                    <a:pt x="433269" y="5962339"/>
                  </a:lnTo>
                  <a:lnTo>
                    <a:pt x="433394" y="5962339"/>
                  </a:lnTo>
                  <a:lnTo>
                    <a:pt x="433519" y="5962339"/>
                  </a:lnTo>
                  <a:lnTo>
                    <a:pt x="433644" y="5962339"/>
                  </a:lnTo>
                  <a:lnTo>
                    <a:pt x="433770" y="5962339"/>
                  </a:lnTo>
                  <a:lnTo>
                    <a:pt x="433895" y="5962339"/>
                  </a:lnTo>
                  <a:lnTo>
                    <a:pt x="434020" y="5962339"/>
                  </a:lnTo>
                  <a:lnTo>
                    <a:pt x="434145" y="5962339"/>
                  </a:lnTo>
                  <a:lnTo>
                    <a:pt x="434270" y="5962339"/>
                  </a:lnTo>
                  <a:lnTo>
                    <a:pt x="434395" y="5962339"/>
                  </a:lnTo>
                  <a:lnTo>
                    <a:pt x="434520" y="5962339"/>
                  </a:lnTo>
                  <a:lnTo>
                    <a:pt x="434645" y="5962339"/>
                  </a:lnTo>
                  <a:lnTo>
                    <a:pt x="434770" y="5962339"/>
                  </a:lnTo>
                  <a:lnTo>
                    <a:pt x="434895" y="5962339"/>
                  </a:lnTo>
                  <a:lnTo>
                    <a:pt x="435020" y="5962339"/>
                  </a:lnTo>
                  <a:lnTo>
                    <a:pt x="435145" y="5962339"/>
                  </a:lnTo>
                  <a:lnTo>
                    <a:pt x="435270" y="5962339"/>
                  </a:lnTo>
                  <a:lnTo>
                    <a:pt x="435395" y="5962339"/>
                  </a:lnTo>
                  <a:lnTo>
                    <a:pt x="435520" y="5962339"/>
                  </a:lnTo>
                  <a:lnTo>
                    <a:pt x="435645" y="5962339"/>
                  </a:lnTo>
                  <a:lnTo>
                    <a:pt x="435770" y="5962339"/>
                  </a:lnTo>
                  <a:lnTo>
                    <a:pt x="435895" y="5962339"/>
                  </a:lnTo>
                  <a:lnTo>
                    <a:pt x="436020" y="5962339"/>
                  </a:lnTo>
                  <a:lnTo>
                    <a:pt x="436145" y="5962339"/>
                  </a:lnTo>
                  <a:lnTo>
                    <a:pt x="436270" y="5962339"/>
                  </a:lnTo>
                  <a:lnTo>
                    <a:pt x="436395" y="5962339"/>
                  </a:lnTo>
                  <a:lnTo>
                    <a:pt x="436520" y="5962339"/>
                  </a:lnTo>
                  <a:lnTo>
                    <a:pt x="436645" y="5962339"/>
                  </a:lnTo>
                  <a:lnTo>
                    <a:pt x="436771" y="5962339"/>
                  </a:lnTo>
                  <a:lnTo>
                    <a:pt x="436896" y="5962339"/>
                  </a:lnTo>
                  <a:lnTo>
                    <a:pt x="437021" y="5962339"/>
                  </a:lnTo>
                  <a:lnTo>
                    <a:pt x="437146" y="5962339"/>
                  </a:lnTo>
                  <a:lnTo>
                    <a:pt x="437271" y="5962339"/>
                  </a:lnTo>
                  <a:lnTo>
                    <a:pt x="437396" y="5962339"/>
                  </a:lnTo>
                  <a:lnTo>
                    <a:pt x="437521" y="5962339"/>
                  </a:lnTo>
                  <a:lnTo>
                    <a:pt x="437646" y="5962339"/>
                  </a:lnTo>
                  <a:lnTo>
                    <a:pt x="437771" y="5962339"/>
                  </a:lnTo>
                  <a:lnTo>
                    <a:pt x="437896" y="5962339"/>
                  </a:lnTo>
                  <a:lnTo>
                    <a:pt x="438021" y="5962339"/>
                  </a:lnTo>
                  <a:lnTo>
                    <a:pt x="438146" y="5962339"/>
                  </a:lnTo>
                  <a:lnTo>
                    <a:pt x="438271" y="5962339"/>
                  </a:lnTo>
                  <a:lnTo>
                    <a:pt x="438396" y="5962339"/>
                  </a:lnTo>
                  <a:lnTo>
                    <a:pt x="438521" y="5962339"/>
                  </a:lnTo>
                  <a:lnTo>
                    <a:pt x="438646" y="5962339"/>
                  </a:lnTo>
                  <a:lnTo>
                    <a:pt x="438771" y="5962339"/>
                  </a:lnTo>
                  <a:lnTo>
                    <a:pt x="438896" y="5962339"/>
                  </a:lnTo>
                  <a:lnTo>
                    <a:pt x="439021" y="5962339"/>
                  </a:lnTo>
                  <a:lnTo>
                    <a:pt x="439146" y="5962339"/>
                  </a:lnTo>
                  <a:lnTo>
                    <a:pt x="439271" y="5962339"/>
                  </a:lnTo>
                  <a:lnTo>
                    <a:pt x="439396" y="5962339"/>
                  </a:lnTo>
                  <a:lnTo>
                    <a:pt x="439521" y="5962339"/>
                  </a:lnTo>
                  <a:lnTo>
                    <a:pt x="439646" y="5962339"/>
                  </a:lnTo>
                  <a:lnTo>
                    <a:pt x="439772" y="5962339"/>
                  </a:lnTo>
                  <a:lnTo>
                    <a:pt x="439897" y="5962339"/>
                  </a:lnTo>
                  <a:lnTo>
                    <a:pt x="440022" y="5962339"/>
                  </a:lnTo>
                  <a:lnTo>
                    <a:pt x="440147" y="5962339"/>
                  </a:lnTo>
                  <a:lnTo>
                    <a:pt x="440272" y="5962339"/>
                  </a:lnTo>
                  <a:lnTo>
                    <a:pt x="440397" y="5962339"/>
                  </a:lnTo>
                  <a:lnTo>
                    <a:pt x="440522" y="5962339"/>
                  </a:lnTo>
                  <a:lnTo>
                    <a:pt x="440647" y="5962339"/>
                  </a:lnTo>
                  <a:lnTo>
                    <a:pt x="440772" y="5962339"/>
                  </a:lnTo>
                  <a:lnTo>
                    <a:pt x="440897" y="5962339"/>
                  </a:lnTo>
                  <a:lnTo>
                    <a:pt x="441022" y="5962339"/>
                  </a:lnTo>
                  <a:lnTo>
                    <a:pt x="441147" y="5962339"/>
                  </a:lnTo>
                  <a:lnTo>
                    <a:pt x="441272" y="5962339"/>
                  </a:lnTo>
                  <a:lnTo>
                    <a:pt x="441397" y="5962339"/>
                  </a:lnTo>
                  <a:lnTo>
                    <a:pt x="441522" y="5962339"/>
                  </a:lnTo>
                  <a:lnTo>
                    <a:pt x="441647" y="5962339"/>
                  </a:lnTo>
                  <a:lnTo>
                    <a:pt x="441772" y="5962339"/>
                  </a:lnTo>
                  <a:lnTo>
                    <a:pt x="441897" y="5962339"/>
                  </a:lnTo>
                  <a:lnTo>
                    <a:pt x="442022" y="5962339"/>
                  </a:lnTo>
                  <a:lnTo>
                    <a:pt x="442147" y="5962339"/>
                  </a:lnTo>
                  <a:lnTo>
                    <a:pt x="442272" y="5962339"/>
                  </a:lnTo>
                  <a:lnTo>
                    <a:pt x="442397" y="5962339"/>
                  </a:lnTo>
                  <a:lnTo>
                    <a:pt x="442522" y="5962339"/>
                  </a:lnTo>
                  <a:lnTo>
                    <a:pt x="442647" y="5962339"/>
                  </a:lnTo>
                  <a:lnTo>
                    <a:pt x="442773" y="5962339"/>
                  </a:lnTo>
                  <a:lnTo>
                    <a:pt x="442898" y="5962339"/>
                  </a:lnTo>
                  <a:lnTo>
                    <a:pt x="443023" y="5962339"/>
                  </a:lnTo>
                  <a:lnTo>
                    <a:pt x="443148" y="5962339"/>
                  </a:lnTo>
                  <a:lnTo>
                    <a:pt x="443148" y="5952385"/>
                  </a:lnTo>
                  <a:lnTo>
                    <a:pt x="443273" y="5952385"/>
                  </a:lnTo>
                  <a:lnTo>
                    <a:pt x="443398" y="5952385"/>
                  </a:lnTo>
                  <a:lnTo>
                    <a:pt x="443523" y="5952385"/>
                  </a:lnTo>
                  <a:lnTo>
                    <a:pt x="443648" y="5952385"/>
                  </a:lnTo>
                  <a:lnTo>
                    <a:pt x="443773" y="5952385"/>
                  </a:lnTo>
                  <a:lnTo>
                    <a:pt x="443898" y="5952385"/>
                  </a:lnTo>
                  <a:lnTo>
                    <a:pt x="444023" y="5952385"/>
                  </a:lnTo>
                  <a:lnTo>
                    <a:pt x="444148" y="5952385"/>
                  </a:lnTo>
                  <a:lnTo>
                    <a:pt x="444273" y="5952385"/>
                  </a:lnTo>
                  <a:lnTo>
                    <a:pt x="444398" y="5952385"/>
                  </a:lnTo>
                  <a:lnTo>
                    <a:pt x="444523" y="5952385"/>
                  </a:lnTo>
                  <a:lnTo>
                    <a:pt x="444648" y="5952385"/>
                  </a:lnTo>
                  <a:lnTo>
                    <a:pt x="444773" y="5952385"/>
                  </a:lnTo>
                  <a:lnTo>
                    <a:pt x="444898" y="5952385"/>
                  </a:lnTo>
                  <a:lnTo>
                    <a:pt x="445023" y="5952385"/>
                  </a:lnTo>
                  <a:lnTo>
                    <a:pt x="445148" y="5952385"/>
                  </a:lnTo>
                  <a:lnTo>
                    <a:pt x="445273" y="5952385"/>
                  </a:lnTo>
                  <a:lnTo>
                    <a:pt x="445398" y="5952385"/>
                  </a:lnTo>
                  <a:lnTo>
                    <a:pt x="445523" y="5952385"/>
                  </a:lnTo>
                  <a:lnTo>
                    <a:pt x="445648" y="5952385"/>
                  </a:lnTo>
                  <a:lnTo>
                    <a:pt x="445774" y="5952385"/>
                  </a:lnTo>
                  <a:lnTo>
                    <a:pt x="445899" y="5952385"/>
                  </a:lnTo>
                  <a:lnTo>
                    <a:pt x="446024" y="5952385"/>
                  </a:lnTo>
                  <a:lnTo>
                    <a:pt x="446149" y="5952385"/>
                  </a:lnTo>
                  <a:lnTo>
                    <a:pt x="446274" y="5952385"/>
                  </a:lnTo>
                  <a:lnTo>
                    <a:pt x="446399" y="5952385"/>
                  </a:lnTo>
                  <a:lnTo>
                    <a:pt x="446524" y="5952385"/>
                  </a:lnTo>
                  <a:lnTo>
                    <a:pt x="446649" y="5952385"/>
                  </a:lnTo>
                  <a:lnTo>
                    <a:pt x="446774" y="5952385"/>
                  </a:lnTo>
                  <a:lnTo>
                    <a:pt x="446899" y="5952385"/>
                  </a:lnTo>
                  <a:lnTo>
                    <a:pt x="447024" y="5952385"/>
                  </a:lnTo>
                  <a:lnTo>
                    <a:pt x="447149" y="5952385"/>
                  </a:lnTo>
                  <a:lnTo>
                    <a:pt x="447274" y="5952385"/>
                  </a:lnTo>
                  <a:lnTo>
                    <a:pt x="447399" y="5952385"/>
                  </a:lnTo>
                  <a:lnTo>
                    <a:pt x="447524" y="5952385"/>
                  </a:lnTo>
                  <a:lnTo>
                    <a:pt x="447649" y="5952385"/>
                  </a:lnTo>
                  <a:lnTo>
                    <a:pt x="447774" y="5952385"/>
                  </a:lnTo>
                  <a:lnTo>
                    <a:pt x="447899" y="5952385"/>
                  </a:lnTo>
                  <a:lnTo>
                    <a:pt x="448024" y="5952385"/>
                  </a:lnTo>
                  <a:lnTo>
                    <a:pt x="448149" y="5952385"/>
                  </a:lnTo>
                  <a:lnTo>
                    <a:pt x="448274" y="5952385"/>
                  </a:lnTo>
                  <a:lnTo>
                    <a:pt x="448399" y="5952385"/>
                  </a:lnTo>
                  <a:lnTo>
                    <a:pt x="448524" y="5952385"/>
                  </a:lnTo>
                  <a:lnTo>
                    <a:pt x="448649" y="5952385"/>
                  </a:lnTo>
                  <a:lnTo>
                    <a:pt x="448775" y="5952385"/>
                  </a:lnTo>
                  <a:lnTo>
                    <a:pt x="448900" y="5952385"/>
                  </a:lnTo>
                  <a:lnTo>
                    <a:pt x="449025" y="5952385"/>
                  </a:lnTo>
                  <a:lnTo>
                    <a:pt x="449150" y="5952385"/>
                  </a:lnTo>
                  <a:lnTo>
                    <a:pt x="449275" y="5952385"/>
                  </a:lnTo>
                  <a:lnTo>
                    <a:pt x="449400" y="5952385"/>
                  </a:lnTo>
                  <a:lnTo>
                    <a:pt x="449525" y="5952385"/>
                  </a:lnTo>
                  <a:lnTo>
                    <a:pt x="449650" y="5952385"/>
                  </a:lnTo>
                  <a:lnTo>
                    <a:pt x="449775" y="5952385"/>
                  </a:lnTo>
                  <a:lnTo>
                    <a:pt x="449900" y="5952385"/>
                  </a:lnTo>
                  <a:lnTo>
                    <a:pt x="450025" y="5952385"/>
                  </a:lnTo>
                  <a:lnTo>
                    <a:pt x="450150" y="5952385"/>
                  </a:lnTo>
                  <a:lnTo>
                    <a:pt x="450275" y="5952385"/>
                  </a:lnTo>
                  <a:lnTo>
                    <a:pt x="450400" y="5952385"/>
                  </a:lnTo>
                  <a:lnTo>
                    <a:pt x="450525" y="5952385"/>
                  </a:lnTo>
                  <a:lnTo>
                    <a:pt x="450650" y="5952385"/>
                  </a:lnTo>
                  <a:lnTo>
                    <a:pt x="450775" y="5952385"/>
                  </a:lnTo>
                  <a:lnTo>
                    <a:pt x="450900" y="5952385"/>
                  </a:lnTo>
                  <a:lnTo>
                    <a:pt x="451025" y="5952385"/>
                  </a:lnTo>
                  <a:lnTo>
                    <a:pt x="451150" y="5952385"/>
                  </a:lnTo>
                  <a:lnTo>
                    <a:pt x="451275" y="5952385"/>
                  </a:lnTo>
                  <a:lnTo>
                    <a:pt x="451400" y="5952385"/>
                  </a:lnTo>
                  <a:lnTo>
                    <a:pt x="451525" y="5952385"/>
                  </a:lnTo>
                  <a:lnTo>
                    <a:pt x="451650" y="5952385"/>
                  </a:lnTo>
                  <a:lnTo>
                    <a:pt x="451776" y="5952385"/>
                  </a:lnTo>
                  <a:lnTo>
                    <a:pt x="451901" y="5952385"/>
                  </a:lnTo>
                  <a:lnTo>
                    <a:pt x="452026" y="5952385"/>
                  </a:lnTo>
                  <a:lnTo>
                    <a:pt x="452151" y="5952385"/>
                  </a:lnTo>
                  <a:lnTo>
                    <a:pt x="452276" y="5952385"/>
                  </a:lnTo>
                  <a:lnTo>
                    <a:pt x="452401" y="5952385"/>
                  </a:lnTo>
                  <a:lnTo>
                    <a:pt x="452526" y="5952385"/>
                  </a:lnTo>
                  <a:lnTo>
                    <a:pt x="452651" y="5952385"/>
                  </a:lnTo>
                  <a:lnTo>
                    <a:pt x="452776" y="5952385"/>
                  </a:lnTo>
                  <a:lnTo>
                    <a:pt x="452901" y="5952385"/>
                  </a:lnTo>
                  <a:lnTo>
                    <a:pt x="453026" y="5952385"/>
                  </a:lnTo>
                  <a:lnTo>
                    <a:pt x="453151" y="5952385"/>
                  </a:lnTo>
                  <a:lnTo>
                    <a:pt x="453276" y="5952385"/>
                  </a:lnTo>
                  <a:lnTo>
                    <a:pt x="453401" y="5952385"/>
                  </a:lnTo>
                  <a:lnTo>
                    <a:pt x="453526" y="5952385"/>
                  </a:lnTo>
                  <a:lnTo>
                    <a:pt x="453651" y="5952385"/>
                  </a:lnTo>
                  <a:lnTo>
                    <a:pt x="453776" y="5952385"/>
                  </a:lnTo>
                  <a:lnTo>
                    <a:pt x="453901" y="5952385"/>
                  </a:lnTo>
                  <a:lnTo>
                    <a:pt x="454026" y="5952385"/>
                  </a:lnTo>
                  <a:lnTo>
                    <a:pt x="454151" y="5952385"/>
                  </a:lnTo>
                  <a:lnTo>
                    <a:pt x="454276" y="5952385"/>
                  </a:lnTo>
                  <a:lnTo>
                    <a:pt x="454401" y="5952385"/>
                  </a:lnTo>
                  <a:lnTo>
                    <a:pt x="454526" y="5952385"/>
                  </a:lnTo>
                  <a:lnTo>
                    <a:pt x="454651" y="5952385"/>
                  </a:lnTo>
                  <a:lnTo>
                    <a:pt x="454777" y="5952385"/>
                  </a:lnTo>
                  <a:lnTo>
                    <a:pt x="454902" y="5952385"/>
                  </a:lnTo>
                  <a:lnTo>
                    <a:pt x="455027" y="5952385"/>
                  </a:lnTo>
                  <a:lnTo>
                    <a:pt x="455152" y="5952385"/>
                  </a:lnTo>
                  <a:lnTo>
                    <a:pt x="455277" y="5952385"/>
                  </a:lnTo>
                  <a:lnTo>
                    <a:pt x="455402" y="5952385"/>
                  </a:lnTo>
                  <a:lnTo>
                    <a:pt x="455527" y="5952385"/>
                  </a:lnTo>
                  <a:lnTo>
                    <a:pt x="455652" y="5952385"/>
                  </a:lnTo>
                  <a:lnTo>
                    <a:pt x="455777" y="5952385"/>
                  </a:lnTo>
                  <a:lnTo>
                    <a:pt x="455902" y="5952385"/>
                  </a:lnTo>
                  <a:lnTo>
                    <a:pt x="456027" y="5952385"/>
                  </a:lnTo>
                  <a:lnTo>
                    <a:pt x="456152" y="5952385"/>
                  </a:lnTo>
                  <a:lnTo>
                    <a:pt x="456277" y="5952385"/>
                  </a:lnTo>
                  <a:lnTo>
                    <a:pt x="456402" y="5952385"/>
                  </a:lnTo>
                  <a:lnTo>
                    <a:pt x="456527" y="5952385"/>
                  </a:lnTo>
                  <a:lnTo>
                    <a:pt x="456652" y="5952385"/>
                  </a:lnTo>
                  <a:lnTo>
                    <a:pt x="456777" y="5952385"/>
                  </a:lnTo>
                  <a:lnTo>
                    <a:pt x="456902" y="5952385"/>
                  </a:lnTo>
                  <a:lnTo>
                    <a:pt x="457027" y="5952385"/>
                  </a:lnTo>
                  <a:lnTo>
                    <a:pt x="457152" y="5952385"/>
                  </a:lnTo>
                  <a:lnTo>
                    <a:pt x="457277" y="5952385"/>
                  </a:lnTo>
                  <a:lnTo>
                    <a:pt x="457402" y="5952385"/>
                  </a:lnTo>
                  <a:lnTo>
                    <a:pt x="457527" y="5952385"/>
                  </a:lnTo>
                  <a:lnTo>
                    <a:pt x="457652" y="5952385"/>
                  </a:lnTo>
                  <a:lnTo>
                    <a:pt x="457778" y="5952385"/>
                  </a:lnTo>
                  <a:lnTo>
                    <a:pt x="457903" y="5952385"/>
                  </a:lnTo>
                  <a:lnTo>
                    <a:pt x="458028" y="5952385"/>
                  </a:lnTo>
                  <a:lnTo>
                    <a:pt x="458153" y="5952385"/>
                  </a:lnTo>
                  <a:lnTo>
                    <a:pt x="458278" y="5952385"/>
                  </a:lnTo>
                  <a:lnTo>
                    <a:pt x="458403" y="5952385"/>
                  </a:lnTo>
                  <a:lnTo>
                    <a:pt x="458528" y="5952385"/>
                  </a:lnTo>
                  <a:lnTo>
                    <a:pt x="458653" y="5952385"/>
                  </a:lnTo>
                  <a:lnTo>
                    <a:pt x="458778" y="5952385"/>
                  </a:lnTo>
                  <a:lnTo>
                    <a:pt x="458903" y="5952385"/>
                  </a:lnTo>
                  <a:lnTo>
                    <a:pt x="459028" y="5952385"/>
                  </a:lnTo>
                  <a:lnTo>
                    <a:pt x="459153" y="5952385"/>
                  </a:lnTo>
                  <a:lnTo>
                    <a:pt x="459278" y="5952385"/>
                  </a:lnTo>
                  <a:lnTo>
                    <a:pt x="459403" y="5952385"/>
                  </a:lnTo>
                  <a:lnTo>
                    <a:pt x="459528" y="5952385"/>
                  </a:lnTo>
                  <a:lnTo>
                    <a:pt x="459653" y="5952385"/>
                  </a:lnTo>
                  <a:lnTo>
                    <a:pt x="459778" y="5952385"/>
                  </a:lnTo>
                  <a:lnTo>
                    <a:pt x="459903" y="5952385"/>
                  </a:lnTo>
                  <a:lnTo>
                    <a:pt x="460028" y="5952385"/>
                  </a:lnTo>
                  <a:lnTo>
                    <a:pt x="460028" y="5942432"/>
                  </a:lnTo>
                  <a:lnTo>
                    <a:pt x="460153" y="5942432"/>
                  </a:lnTo>
                  <a:lnTo>
                    <a:pt x="460278" y="5942432"/>
                  </a:lnTo>
                  <a:lnTo>
                    <a:pt x="460403" y="5942432"/>
                  </a:lnTo>
                  <a:lnTo>
                    <a:pt x="460528" y="5942432"/>
                  </a:lnTo>
                  <a:lnTo>
                    <a:pt x="460653" y="5942432"/>
                  </a:lnTo>
                  <a:lnTo>
                    <a:pt x="460779" y="5942432"/>
                  </a:lnTo>
                  <a:lnTo>
                    <a:pt x="460904" y="5942432"/>
                  </a:lnTo>
                  <a:lnTo>
                    <a:pt x="461029" y="5942432"/>
                  </a:lnTo>
                  <a:lnTo>
                    <a:pt x="461154" y="5942432"/>
                  </a:lnTo>
                  <a:lnTo>
                    <a:pt x="461279" y="5942432"/>
                  </a:lnTo>
                  <a:lnTo>
                    <a:pt x="461404" y="5942432"/>
                  </a:lnTo>
                  <a:lnTo>
                    <a:pt x="461404" y="5932478"/>
                  </a:lnTo>
                  <a:lnTo>
                    <a:pt x="461529" y="5932478"/>
                  </a:lnTo>
                  <a:lnTo>
                    <a:pt x="461654" y="5932478"/>
                  </a:lnTo>
                  <a:lnTo>
                    <a:pt x="461779" y="5932478"/>
                  </a:lnTo>
                  <a:lnTo>
                    <a:pt x="461904" y="5932478"/>
                  </a:lnTo>
                  <a:lnTo>
                    <a:pt x="462029" y="5932478"/>
                  </a:lnTo>
                  <a:lnTo>
                    <a:pt x="462154" y="5932478"/>
                  </a:lnTo>
                  <a:lnTo>
                    <a:pt x="462279" y="5932478"/>
                  </a:lnTo>
                  <a:lnTo>
                    <a:pt x="462404" y="5932478"/>
                  </a:lnTo>
                  <a:lnTo>
                    <a:pt x="462529" y="5932478"/>
                  </a:lnTo>
                  <a:lnTo>
                    <a:pt x="462654" y="5932478"/>
                  </a:lnTo>
                  <a:lnTo>
                    <a:pt x="462779" y="5932478"/>
                  </a:lnTo>
                  <a:lnTo>
                    <a:pt x="462904" y="5932478"/>
                  </a:lnTo>
                  <a:lnTo>
                    <a:pt x="463029" y="5932478"/>
                  </a:lnTo>
                  <a:lnTo>
                    <a:pt x="463154" y="5932478"/>
                  </a:lnTo>
                  <a:lnTo>
                    <a:pt x="463279" y="5932478"/>
                  </a:lnTo>
                  <a:lnTo>
                    <a:pt x="463404" y="5932478"/>
                  </a:lnTo>
                  <a:lnTo>
                    <a:pt x="463529" y="5932478"/>
                  </a:lnTo>
                  <a:lnTo>
                    <a:pt x="463654" y="5932478"/>
                  </a:lnTo>
                  <a:lnTo>
                    <a:pt x="463780" y="5932478"/>
                  </a:lnTo>
                  <a:lnTo>
                    <a:pt x="463905" y="5932478"/>
                  </a:lnTo>
                  <a:lnTo>
                    <a:pt x="464030" y="5932478"/>
                  </a:lnTo>
                  <a:lnTo>
                    <a:pt x="464155" y="5932478"/>
                  </a:lnTo>
                  <a:lnTo>
                    <a:pt x="464280" y="5932478"/>
                  </a:lnTo>
                  <a:lnTo>
                    <a:pt x="464405" y="5932478"/>
                  </a:lnTo>
                  <a:lnTo>
                    <a:pt x="464530" y="5932478"/>
                  </a:lnTo>
                  <a:lnTo>
                    <a:pt x="464655" y="5932478"/>
                  </a:lnTo>
                  <a:lnTo>
                    <a:pt x="464780" y="5932478"/>
                  </a:lnTo>
                  <a:lnTo>
                    <a:pt x="464905" y="5932478"/>
                  </a:lnTo>
                  <a:lnTo>
                    <a:pt x="465030" y="5932478"/>
                  </a:lnTo>
                  <a:lnTo>
                    <a:pt x="465155" y="5932478"/>
                  </a:lnTo>
                  <a:lnTo>
                    <a:pt x="465280" y="5932478"/>
                  </a:lnTo>
                  <a:lnTo>
                    <a:pt x="465405" y="5932478"/>
                  </a:lnTo>
                  <a:lnTo>
                    <a:pt x="465530" y="5932478"/>
                  </a:lnTo>
                  <a:lnTo>
                    <a:pt x="465655" y="5932478"/>
                  </a:lnTo>
                  <a:lnTo>
                    <a:pt x="465780" y="5932478"/>
                  </a:lnTo>
                  <a:lnTo>
                    <a:pt x="465905" y="5932478"/>
                  </a:lnTo>
                  <a:lnTo>
                    <a:pt x="466030" y="5932478"/>
                  </a:lnTo>
                  <a:lnTo>
                    <a:pt x="466155" y="5932478"/>
                  </a:lnTo>
                  <a:lnTo>
                    <a:pt x="466280" y="5932478"/>
                  </a:lnTo>
                  <a:lnTo>
                    <a:pt x="466405" y="5932478"/>
                  </a:lnTo>
                  <a:lnTo>
                    <a:pt x="466530" y="5932478"/>
                  </a:lnTo>
                  <a:lnTo>
                    <a:pt x="466656" y="5932478"/>
                  </a:lnTo>
                  <a:lnTo>
                    <a:pt x="466781" y="5932478"/>
                  </a:lnTo>
                  <a:lnTo>
                    <a:pt x="466906" y="5932478"/>
                  </a:lnTo>
                  <a:lnTo>
                    <a:pt x="467031" y="5932478"/>
                  </a:lnTo>
                  <a:lnTo>
                    <a:pt x="467156" y="5932478"/>
                  </a:lnTo>
                  <a:lnTo>
                    <a:pt x="467281" y="5932478"/>
                  </a:lnTo>
                  <a:lnTo>
                    <a:pt x="467406" y="5932478"/>
                  </a:lnTo>
                  <a:lnTo>
                    <a:pt x="467531" y="5932478"/>
                  </a:lnTo>
                  <a:lnTo>
                    <a:pt x="467656" y="5932478"/>
                  </a:lnTo>
                  <a:lnTo>
                    <a:pt x="467781" y="5932478"/>
                  </a:lnTo>
                  <a:lnTo>
                    <a:pt x="467906" y="5932478"/>
                  </a:lnTo>
                  <a:lnTo>
                    <a:pt x="468031" y="5932478"/>
                  </a:lnTo>
                  <a:lnTo>
                    <a:pt x="468031" y="5922524"/>
                  </a:lnTo>
                  <a:lnTo>
                    <a:pt x="468156" y="5922524"/>
                  </a:lnTo>
                  <a:lnTo>
                    <a:pt x="468281" y="5922524"/>
                  </a:lnTo>
                  <a:lnTo>
                    <a:pt x="468406" y="5922524"/>
                  </a:lnTo>
                  <a:lnTo>
                    <a:pt x="468531" y="5922524"/>
                  </a:lnTo>
                  <a:lnTo>
                    <a:pt x="468531" y="5912570"/>
                  </a:lnTo>
                  <a:lnTo>
                    <a:pt x="468656" y="5912570"/>
                  </a:lnTo>
                  <a:lnTo>
                    <a:pt x="468781" y="5912570"/>
                  </a:lnTo>
                  <a:lnTo>
                    <a:pt x="468906" y="5912570"/>
                  </a:lnTo>
                  <a:lnTo>
                    <a:pt x="469031" y="5912570"/>
                  </a:lnTo>
                  <a:lnTo>
                    <a:pt x="469156" y="5912570"/>
                  </a:lnTo>
                  <a:lnTo>
                    <a:pt x="469281" y="5912570"/>
                  </a:lnTo>
                  <a:lnTo>
                    <a:pt x="469406" y="5912570"/>
                  </a:lnTo>
                  <a:lnTo>
                    <a:pt x="469531" y="5912570"/>
                  </a:lnTo>
                  <a:lnTo>
                    <a:pt x="469657" y="5912570"/>
                  </a:lnTo>
                  <a:lnTo>
                    <a:pt x="469782" y="5912570"/>
                  </a:lnTo>
                  <a:lnTo>
                    <a:pt x="469907" y="5912570"/>
                  </a:lnTo>
                  <a:lnTo>
                    <a:pt x="470032" y="5912570"/>
                  </a:lnTo>
                  <a:lnTo>
                    <a:pt x="470157" y="5912570"/>
                  </a:lnTo>
                  <a:lnTo>
                    <a:pt x="470282" y="5912570"/>
                  </a:lnTo>
                  <a:lnTo>
                    <a:pt x="470407" y="5912570"/>
                  </a:lnTo>
                  <a:lnTo>
                    <a:pt x="470532" y="5912570"/>
                  </a:lnTo>
                  <a:lnTo>
                    <a:pt x="470657" y="5912570"/>
                  </a:lnTo>
                  <a:lnTo>
                    <a:pt x="470782" y="5912570"/>
                  </a:lnTo>
                  <a:lnTo>
                    <a:pt x="470907" y="5912570"/>
                  </a:lnTo>
                  <a:lnTo>
                    <a:pt x="471032" y="5912570"/>
                  </a:lnTo>
                  <a:lnTo>
                    <a:pt x="471157" y="5912570"/>
                  </a:lnTo>
                  <a:lnTo>
                    <a:pt x="471282" y="5912570"/>
                  </a:lnTo>
                  <a:lnTo>
                    <a:pt x="471407" y="5912570"/>
                  </a:lnTo>
                  <a:lnTo>
                    <a:pt x="471532" y="5912570"/>
                  </a:lnTo>
                  <a:lnTo>
                    <a:pt x="471657" y="5912570"/>
                  </a:lnTo>
                  <a:lnTo>
                    <a:pt x="471782" y="5912570"/>
                  </a:lnTo>
                  <a:lnTo>
                    <a:pt x="471907" y="5912570"/>
                  </a:lnTo>
                  <a:lnTo>
                    <a:pt x="472032" y="5912570"/>
                  </a:lnTo>
                  <a:lnTo>
                    <a:pt x="472157" y="5912570"/>
                  </a:lnTo>
                  <a:lnTo>
                    <a:pt x="472282" y="5912570"/>
                  </a:lnTo>
                  <a:lnTo>
                    <a:pt x="472407" y="5912570"/>
                  </a:lnTo>
                  <a:lnTo>
                    <a:pt x="472532" y="5912570"/>
                  </a:lnTo>
                  <a:lnTo>
                    <a:pt x="472658" y="5912570"/>
                  </a:lnTo>
                  <a:lnTo>
                    <a:pt x="472783" y="5912570"/>
                  </a:lnTo>
                  <a:lnTo>
                    <a:pt x="472908" y="5912570"/>
                  </a:lnTo>
                  <a:lnTo>
                    <a:pt x="473033" y="5912570"/>
                  </a:lnTo>
                  <a:lnTo>
                    <a:pt x="473158" y="5912570"/>
                  </a:lnTo>
                  <a:lnTo>
                    <a:pt x="473283" y="5912570"/>
                  </a:lnTo>
                  <a:lnTo>
                    <a:pt x="473408" y="5912570"/>
                  </a:lnTo>
                  <a:lnTo>
                    <a:pt x="473533" y="5912570"/>
                  </a:lnTo>
                  <a:lnTo>
                    <a:pt x="473658" y="5912570"/>
                  </a:lnTo>
                  <a:lnTo>
                    <a:pt x="473783" y="5912570"/>
                  </a:lnTo>
                  <a:lnTo>
                    <a:pt x="473908" y="5912570"/>
                  </a:lnTo>
                  <a:lnTo>
                    <a:pt x="474033" y="5912570"/>
                  </a:lnTo>
                  <a:lnTo>
                    <a:pt x="474158" y="5912570"/>
                  </a:lnTo>
                  <a:lnTo>
                    <a:pt x="474283" y="5912570"/>
                  </a:lnTo>
                  <a:lnTo>
                    <a:pt x="474408" y="5912570"/>
                  </a:lnTo>
                  <a:lnTo>
                    <a:pt x="474533" y="5912570"/>
                  </a:lnTo>
                  <a:lnTo>
                    <a:pt x="474658" y="5912570"/>
                  </a:lnTo>
                  <a:lnTo>
                    <a:pt x="474783" y="5912570"/>
                  </a:lnTo>
                  <a:lnTo>
                    <a:pt x="474783" y="5902616"/>
                  </a:lnTo>
                  <a:lnTo>
                    <a:pt x="474908" y="5902616"/>
                  </a:lnTo>
                  <a:lnTo>
                    <a:pt x="475033" y="5902616"/>
                  </a:lnTo>
                  <a:lnTo>
                    <a:pt x="475158" y="5902616"/>
                  </a:lnTo>
                  <a:lnTo>
                    <a:pt x="475283" y="5902616"/>
                  </a:lnTo>
                  <a:lnTo>
                    <a:pt x="475408" y="5902616"/>
                  </a:lnTo>
                  <a:lnTo>
                    <a:pt x="475533" y="5902616"/>
                  </a:lnTo>
                  <a:lnTo>
                    <a:pt x="475659" y="5902616"/>
                  </a:lnTo>
                  <a:lnTo>
                    <a:pt x="475784" y="5902616"/>
                  </a:lnTo>
                  <a:lnTo>
                    <a:pt x="475909" y="5902616"/>
                  </a:lnTo>
                  <a:lnTo>
                    <a:pt x="476034" y="5902616"/>
                  </a:lnTo>
                  <a:lnTo>
                    <a:pt x="476159" y="5902616"/>
                  </a:lnTo>
                  <a:lnTo>
                    <a:pt x="476284" y="5902616"/>
                  </a:lnTo>
                  <a:lnTo>
                    <a:pt x="476409" y="5902616"/>
                  </a:lnTo>
                  <a:lnTo>
                    <a:pt x="476534" y="5902616"/>
                  </a:lnTo>
                  <a:lnTo>
                    <a:pt x="476659" y="5902616"/>
                  </a:lnTo>
                  <a:lnTo>
                    <a:pt x="476784" y="5902616"/>
                  </a:lnTo>
                  <a:lnTo>
                    <a:pt x="476909" y="5902616"/>
                  </a:lnTo>
                  <a:lnTo>
                    <a:pt x="477034" y="5902616"/>
                  </a:lnTo>
                  <a:lnTo>
                    <a:pt x="477159" y="5902616"/>
                  </a:lnTo>
                  <a:lnTo>
                    <a:pt x="477284" y="5902616"/>
                  </a:lnTo>
                  <a:lnTo>
                    <a:pt x="477409" y="5902616"/>
                  </a:lnTo>
                  <a:lnTo>
                    <a:pt x="477534" y="5902616"/>
                  </a:lnTo>
                  <a:lnTo>
                    <a:pt x="477659" y="5902616"/>
                  </a:lnTo>
                  <a:lnTo>
                    <a:pt x="477784" y="5902616"/>
                  </a:lnTo>
                  <a:lnTo>
                    <a:pt x="477909" y="5902616"/>
                  </a:lnTo>
                  <a:lnTo>
                    <a:pt x="478034" y="5902616"/>
                  </a:lnTo>
                  <a:lnTo>
                    <a:pt x="478159" y="5902616"/>
                  </a:lnTo>
                  <a:lnTo>
                    <a:pt x="478284" y="5902616"/>
                  </a:lnTo>
                  <a:lnTo>
                    <a:pt x="478409" y="5902616"/>
                  </a:lnTo>
                  <a:lnTo>
                    <a:pt x="478534" y="5902616"/>
                  </a:lnTo>
                  <a:lnTo>
                    <a:pt x="478660" y="5902616"/>
                  </a:lnTo>
                  <a:lnTo>
                    <a:pt x="478785" y="5902616"/>
                  </a:lnTo>
                  <a:lnTo>
                    <a:pt x="478910" y="5902616"/>
                  </a:lnTo>
                  <a:lnTo>
                    <a:pt x="479035" y="5902616"/>
                  </a:lnTo>
                  <a:lnTo>
                    <a:pt x="479160" y="5902616"/>
                  </a:lnTo>
                  <a:lnTo>
                    <a:pt x="479285" y="5902616"/>
                  </a:lnTo>
                  <a:lnTo>
                    <a:pt x="479410" y="5902616"/>
                  </a:lnTo>
                  <a:lnTo>
                    <a:pt x="479535" y="5902616"/>
                  </a:lnTo>
                  <a:lnTo>
                    <a:pt x="479660" y="5902616"/>
                  </a:lnTo>
                  <a:lnTo>
                    <a:pt x="479785" y="5902616"/>
                  </a:lnTo>
                  <a:lnTo>
                    <a:pt x="479910" y="5902616"/>
                  </a:lnTo>
                  <a:lnTo>
                    <a:pt x="480035" y="5902616"/>
                  </a:lnTo>
                  <a:lnTo>
                    <a:pt x="480160" y="5902616"/>
                  </a:lnTo>
                  <a:lnTo>
                    <a:pt x="480285" y="5902616"/>
                  </a:lnTo>
                  <a:lnTo>
                    <a:pt x="480410" y="5902616"/>
                  </a:lnTo>
                  <a:lnTo>
                    <a:pt x="480535" y="5902616"/>
                  </a:lnTo>
                  <a:lnTo>
                    <a:pt x="480660" y="5902616"/>
                  </a:lnTo>
                  <a:lnTo>
                    <a:pt x="480785" y="5902616"/>
                  </a:lnTo>
                  <a:lnTo>
                    <a:pt x="480910" y="5902616"/>
                  </a:lnTo>
                  <a:lnTo>
                    <a:pt x="481035" y="5902616"/>
                  </a:lnTo>
                  <a:lnTo>
                    <a:pt x="481160" y="5902616"/>
                  </a:lnTo>
                  <a:lnTo>
                    <a:pt x="481285" y="5902616"/>
                  </a:lnTo>
                  <a:lnTo>
                    <a:pt x="481410" y="5902616"/>
                  </a:lnTo>
                  <a:lnTo>
                    <a:pt x="481535" y="5902616"/>
                  </a:lnTo>
                  <a:lnTo>
                    <a:pt x="481661" y="5902616"/>
                  </a:lnTo>
                  <a:lnTo>
                    <a:pt x="481786" y="5902616"/>
                  </a:lnTo>
                  <a:lnTo>
                    <a:pt x="481911" y="5902616"/>
                  </a:lnTo>
                  <a:lnTo>
                    <a:pt x="482036" y="5902616"/>
                  </a:lnTo>
                  <a:lnTo>
                    <a:pt x="482161" y="5902616"/>
                  </a:lnTo>
                  <a:lnTo>
                    <a:pt x="482286" y="5902616"/>
                  </a:lnTo>
                  <a:lnTo>
                    <a:pt x="482411" y="5902616"/>
                  </a:lnTo>
                  <a:lnTo>
                    <a:pt x="482536" y="5902616"/>
                  </a:lnTo>
                  <a:lnTo>
                    <a:pt x="482661" y="5902616"/>
                  </a:lnTo>
                  <a:lnTo>
                    <a:pt x="482786" y="5902616"/>
                  </a:lnTo>
                  <a:lnTo>
                    <a:pt x="482911" y="5902616"/>
                  </a:lnTo>
                  <a:lnTo>
                    <a:pt x="483036" y="5902616"/>
                  </a:lnTo>
                  <a:lnTo>
                    <a:pt x="483161" y="5902616"/>
                  </a:lnTo>
                  <a:lnTo>
                    <a:pt x="483286" y="5902616"/>
                  </a:lnTo>
                  <a:lnTo>
                    <a:pt x="483411" y="5902616"/>
                  </a:lnTo>
                  <a:lnTo>
                    <a:pt x="483536" y="5902616"/>
                  </a:lnTo>
                  <a:lnTo>
                    <a:pt x="483536" y="5892663"/>
                  </a:lnTo>
                  <a:lnTo>
                    <a:pt x="483661" y="5892663"/>
                  </a:lnTo>
                  <a:lnTo>
                    <a:pt x="483786" y="5892663"/>
                  </a:lnTo>
                  <a:lnTo>
                    <a:pt x="483911" y="5892663"/>
                  </a:lnTo>
                  <a:lnTo>
                    <a:pt x="484036" y="5892663"/>
                  </a:lnTo>
                  <a:lnTo>
                    <a:pt x="484161" y="5892663"/>
                  </a:lnTo>
                  <a:lnTo>
                    <a:pt x="484286" y="5892663"/>
                  </a:lnTo>
                  <a:lnTo>
                    <a:pt x="484411" y="5892663"/>
                  </a:lnTo>
                  <a:lnTo>
                    <a:pt x="484536" y="5892663"/>
                  </a:lnTo>
                  <a:lnTo>
                    <a:pt x="484662" y="5892663"/>
                  </a:lnTo>
                  <a:lnTo>
                    <a:pt x="484787" y="5892663"/>
                  </a:lnTo>
                  <a:lnTo>
                    <a:pt x="484912" y="5892663"/>
                  </a:lnTo>
                  <a:lnTo>
                    <a:pt x="485037" y="5892663"/>
                  </a:lnTo>
                  <a:lnTo>
                    <a:pt x="485162" y="5892663"/>
                  </a:lnTo>
                  <a:lnTo>
                    <a:pt x="485162" y="5882709"/>
                  </a:lnTo>
                  <a:lnTo>
                    <a:pt x="485287" y="5882709"/>
                  </a:lnTo>
                  <a:lnTo>
                    <a:pt x="485412" y="5882709"/>
                  </a:lnTo>
                  <a:lnTo>
                    <a:pt x="485537" y="5882709"/>
                  </a:lnTo>
                  <a:lnTo>
                    <a:pt x="485662" y="5882709"/>
                  </a:lnTo>
                  <a:lnTo>
                    <a:pt x="485787" y="5882709"/>
                  </a:lnTo>
                  <a:lnTo>
                    <a:pt x="485912" y="5882709"/>
                  </a:lnTo>
                  <a:lnTo>
                    <a:pt x="486037" y="5882709"/>
                  </a:lnTo>
                  <a:lnTo>
                    <a:pt x="486162" y="5882709"/>
                  </a:lnTo>
                  <a:lnTo>
                    <a:pt x="486287" y="5882709"/>
                  </a:lnTo>
                  <a:lnTo>
                    <a:pt x="486412" y="5882709"/>
                  </a:lnTo>
                  <a:lnTo>
                    <a:pt x="486537" y="5882709"/>
                  </a:lnTo>
                  <a:lnTo>
                    <a:pt x="486662" y="5882709"/>
                  </a:lnTo>
                  <a:lnTo>
                    <a:pt x="486787" y="5882709"/>
                  </a:lnTo>
                  <a:lnTo>
                    <a:pt x="486912" y="5882709"/>
                  </a:lnTo>
                  <a:lnTo>
                    <a:pt x="487037" y="5882709"/>
                  </a:lnTo>
                  <a:lnTo>
                    <a:pt x="487162" y="5882709"/>
                  </a:lnTo>
                  <a:lnTo>
                    <a:pt x="487287" y="5882709"/>
                  </a:lnTo>
                  <a:lnTo>
                    <a:pt x="487412" y="5882709"/>
                  </a:lnTo>
                  <a:lnTo>
                    <a:pt x="487537" y="5882709"/>
                  </a:lnTo>
                  <a:lnTo>
                    <a:pt x="487663" y="5882709"/>
                  </a:lnTo>
                  <a:lnTo>
                    <a:pt x="487788" y="5882709"/>
                  </a:lnTo>
                  <a:lnTo>
                    <a:pt x="487913" y="5882709"/>
                  </a:lnTo>
                  <a:lnTo>
                    <a:pt x="488038" y="5882709"/>
                  </a:lnTo>
                  <a:lnTo>
                    <a:pt x="488163" y="5882709"/>
                  </a:lnTo>
                  <a:lnTo>
                    <a:pt x="488288" y="5882709"/>
                  </a:lnTo>
                  <a:lnTo>
                    <a:pt x="488413" y="5882709"/>
                  </a:lnTo>
                  <a:lnTo>
                    <a:pt x="488538" y="5882709"/>
                  </a:lnTo>
                  <a:lnTo>
                    <a:pt x="488663" y="5882709"/>
                  </a:lnTo>
                  <a:lnTo>
                    <a:pt x="488788" y="5882709"/>
                  </a:lnTo>
                  <a:lnTo>
                    <a:pt x="488913" y="5882709"/>
                  </a:lnTo>
                  <a:lnTo>
                    <a:pt x="489038" y="5882709"/>
                  </a:lnTo>
                  <a:lnTo>
                    <a:pt x="489163" y="5882709"/>
                  </a:lnTo>
                  <a:lnTo>
                    <a:pt x="489288" y="5882709"/>
                  </a:lnTo>
                  <a:lnTo>
                    <a:pt x="489413" y="5882709"/>
                  </a:lnTo>
                  <a:lnTo>
                    <a:pt x="489538" y="5882709"/>
                  </a:lnTo>
                  <a:lnTo>
                    <a:pt x="489663" y="5882709"/>
                  </a:lnTo>
                  <a:lnTo>
                    <a:pt x="489788" y="5882709"/>
                  </a:lnTo>
                  <a:lnTo>
                    <a:pt x="489913" y="5882709"/>
                  </a:lnTo>
                  <a:lnTo>
                    <a:pt x="490038" y="5882709"/>
                  </a:lnTo>
                  <a:lnTo>
                    <a:pt x="490163" y="5882709"/>
                  </a:lnTo>
                  <a:lnTo>
                    <a:pt x="490288" y="5882709"/>
                  </a:lnTo>
                  <a:lnTo>
                    <a:pt x="490413" y="5882709"/>
                  </a:lnTo>
                  <a:lnTo>
                    <a:pt x="490538" y="5882709"/>
                  </a:lnTo>
                  <a:lnTo>
                    <a:pt x="490664" y="5882709"/>
                  </a:lnTo>
                  <a:lnTo>
                    <a:pt x="490789" y="5882709"/>
                  </a:lnTo>
                  <a:lnTo>
                    <a:pt x="490914" y="5882709"/>
                  </a:lnTo>
                  <a:lnTo>
                    <a:pt x="491039" y="5882709"/>
                  </a:lnTo>
                  <a:lnTo>
                    <a:pt x="491164" y="5882709"/>
                  </a:lnTo>
                  <a:lnTo>
                    <a:pt x="491289" y="5882709"/>
                  </a:lnTo>
                  <a:lnTo>
                    <a:pt x="491414" y="5882709"/>
                  </a:lnTo>
                  <a:lnTo>
                    <a:pt x="491539" y="5882709"/>
                  </a:lnTo>
                  <a:lnTo>
                    <a:pt x="491664" y="5882709"/>
                  </a:lnTo>
                  <a:lnTo>
                    <a:pt x="491789" y="5882709"/>
                  </a:lnTo>
                  <a:lnTo>
                    <a:pt x="491914" y="5882709"/>
                  </a:lnTo>
                  <a:lnTo>
                    <a:pt x="492039" y="5882709"/>
                  </a:lnTo>
                  <a:lnTo>
                    <a:pt x="492164" y="5882709"/>
                  </a:lnTo>
                  <a:lnTo>
                    <a:pt x="492289" y="5882709"/>
                  </a:lnTo>
                  <a:lnTo>
                    <a:pt x="492414" y="5882709"/>
                  </a:lnTo>
                  <a:lnTo>
                    <a:pt x="492539" y="5882709"/>
                  </a:lnTo>
                  <a:lnTo>
                    <a:pt x="492664" y="5882709"/>
                  </a:lnTo>
                  <a:lnTo>
                    <a:pt x="492789" y="5882709"/>
                  </a:lnTo>
                  <a:lnTo>
                    <a:pt x="492914" y="5882709"/>
                  </a:lnTo>
                  <a:lnTo>
                    <a:pt x="493039" y="5882709"/>
                  </a:lnTo>
                  <a:lnTo>
                    <a:pt x="493164" y="5882709"/>
                  </a:lnTo>
                  <a:lnTo>
                    <a:pt x="493289" y="5882709"/>
                  </a:lnTo>
                  <a:lnTo>
                    <a:pt x="493414" y="5882709"/>
                  </a:lnTo>
                  <a:lnTo>
                    <a:pt x="493539" y="5882709"/>
                  </a:lnTo>
                  <a:lnTo>
                    <a:pt x="493665" y="5882709"/>
                  </a:lnTo>
                  <a:lnTo>
                    <a:pt x="493790" y="5882709"/>
                  </a:lnTo>
                  <a:lnTo>
                    <a:pt x="493915" y="5882709"/>
                  </a:lnTo>
                  <a:lnTo>
                    <a:pt x="494040" y="5882709"/>
                  </a:lnTo>
                  <a:lnTo>
                    <a:pt x="494165" y="5882709"/>
                  </a:lnTo>
                  <a:lnTo>
                    <a:pt x="494290" y="5882709"/>
                  </a:lnTo>
                  <a:lnTo>
                    <a:pt x="494290" y="5872755"/>
                  </a:lnTo>
                  <a:lnTo>
                    <a:pt x="494415" y="5872755"/>
                  </a:lnTo>
                  <a:lnTo>
                    <a:pt x="494540" y="5872755"/>
                  </a:lnTo>
                  <a:lnTo>
                    <a:pt x="494665" y="5872755"/>
                  </a:lnTo>
                  <a:lnTo>
                    <a:pt x="494790" y="5872755"/>
                  </a:lnTo>
                  <a:lnTo>
                    <a:pt x="494915" y="5872755"/>
                  </a:lnTo>
                  <a:lnTo>
                    <a:pt x="495040" y="5872755"/>
                  </a:lnTo>
                  <a:lnTo>
                    <a:pt x="495165" y="5872755"/>
                  </a:lnTo>
                  <a:lnTo>
                    <a:pt x="495290" y="5872755"/>
                  </a:lnTo>
                  <a:lnTo>
                    <a:pt x="495415" y="5872755"/>
                  </a:lnTo>
                  <a:lnTo>
                    <a:pt x="495540" y="5872755"/>
                  </a:lnTo>
                  <a:lnTo>
                    <a:pt x="495665" y="5872755"/>
                  </a:lnTo>
                  <a:lnTo>
                    <a:pt x="495790" y="5872755"/>
                  </a:lnTo>
                  <a:lnTo>
                    <a:pt x="495915" y="5872755"/>
                  </a:lnTo>
                  <a:lnTo>
                    <a:pt x="496040" y="5872755"/>
                  </a:lnTo>
                  <a:lnTo>
                    <a:pt x="496165" y="5872755"/>
                  </a:lnTo>
                  <a:lnTo>
                    <a:pt x="496290" y="5872755"/>
                  </a:lnTo>
                  <a:lnTo>
                    <a:pt x="496415" y="5872755"/>
                  </a:lnTo>
                  <a:lnTo>
                    <a:pt x="496540" y="5872755"/>
                  </a:lnTo>
                  <a:lnTo>
                    <a:pt x="496666" y="5872755"/>
                  </a:lnTo>
                  <a:lnTo>
                    <a:pt x="496791" y="5872755"/>
                  </a:lnTo>
                  <a:lnTo>
                    <a:pt x="496916" y="5872755"/>
                  </a:lnTo>
                  <a:lnTo>
                    <a:pt x="497041" y="5872755"/>
                  </a:lnTo>
                  <a:lnTo>
                    <a:pt x="497166" y="5872755"/>
                  </a:lnTo>
                  <a:lnTo>
                    <a:pt x="497291" y="5872755"/>
                  </a:lnTo>
                  <a:lnTo>
                    <a:pt x="497291" y="5862801"/>
                  </a:lnTo>
                  <a:lnTo>
                    <a:pt x="497416" y="5862801"/>
                  </a:lnTo>
                  <a:lnTo>
                    <a:pt x="497541" y="5862801"/>
                  </a:lnTo>
                  <a:lnTo>
                    <a:pt x="497666" y="5862801"/>
                  </a:lnTo>
                  <a:lnTo>
                    <a:pt x="497791" y="5862801"/>
                  </a:lnTo>
                  <a:lnTo>
                    <a:pt x="497916" y="5862801"/>
                  </a:lnTo>
                  <a:lnTo>
                    <a:pt x="498041" y="5862801"/>
                  </a:lnTo>
                  <a:lnTo>
                    <a:pt x="498166" y="5862801"/>
                  </a:lnTo>
                  <a:lnTo>
                    <a:pt x="498291" y="5862801"/>
                  </a:lnTo>
                  <a:lnTo>
                    <a:pt x="498416" y="5862801"/>
                  </a:lnTo>
                  <a:lnTo>
                    <a:pt x="498541" y="5862801"/>
                  </a:lnTo>
                  <a:lnTo>
                    <a:pt x="498666" y="5862801"/>
                  </a:lnTo>
                  <a:lnTo>
                    <a:pt x="498791" y="5862801"/>
                  </a:lnTo>
                  <a:lnTo>
                    <a:pt x="498916" y="5862801"/>
                  </a:lnTo>
                  <a:lnTo>
                    <a:pt x="499041" y="5862801"/>
                  </a:lnTo>
                  <a:lnTo>
                    <a:pt x="499166" y="5862801"/>
                  </a:lnTo>
                  <a:lnTo>
                    <a:pt x="499291" y="5862801"/>
                  </a:lnTo>
                  <a:lnTo>
                    <a:pt x="499416" y="5862801"/>
                  </a:lnTo>
                  <a:lnTo>
                    <a:pt x="499541" y="5862801"/>
                  </a:lnTo>
                  <a:lnTo>
                    <a:pt x="499667" y="5862801"/>
                  </a:lnTo>
                  <a:lnTo>
                    <a:pt x="499792" y="5862801"/>
                  </a:lnTo>
                  <a:lnTo>
                    <a:pt x="499917" y="5862801"/>
                  </a:lnTo>
                  <a:lnTo>
                    <a:pt x="500042" y="5862801"/>
                  </a:lnTo>
                  <a:lnTo>
                    <a:pt x="500167" y="5862801"/>
                  </a:lnTo>
                  <a:lnTo>
                    <a:pt x="500292" y="5862801"/>
                  </a:lnTo>
                  <a:lnTo>
                    <a:pt x="500417" y="5862801"/>
                  </a:lnTo>
                  <a:lnTo>
                    <a:pt x="500542" y="5862801"/>
                  </a:lnTo>
                  <a:lnTo>
                    <a:pt x="500667" y="5862801"/>
                  </a:lnTo>
                  <a:lnTo>
                    <a:pt x="500792" y="5862801"/>
                  </a:lnTo>
                  <a:lnTo>
                    <a:pt x="500917" y="5862801"/>
                  </a:lnTo>
                  <a:lnTo>
                    <a:pt x="501042" y="5862801"/>
                  </a:lnTo>
                  <a:lnTo>
                    <a:pt x="501167" y="5862801"/>
                  </a:lnTo>
                  <a:lnTo>
                    <a:pt x="501292" y="5862801"/>
                  </a:lnTo>
                  <a:lnTo>
                    <a:pt x="501417" y="5862801"/>
                  </a:lnTo>
                  <a:lnTo>
                    <a:pt x="501542" y="5862801"/>
                  </a:lnTo>
                  <a:lnTo>
                    <a:pt x="501667" y="5862801"/>
                  </a:lnTo>
                  <a:lnTo>
                    <a:pt x="501792" y="5862801"/>
                  </a:lnTo>
                  <a:lnTo>
                    <a:pt x="501917" y="5862801"/>
                  </a:lnTo>
                  <a:lnTo>
                    <a:pt x="502042" y="5862801"/>
                  </a:lnTo>
                  <a:lnTo>
                    <a:pt x="502167" y="5862801"/>
                  </a:lnTo>
                  <a:lnTo>
                    <a:pt x="502292" y="5862801"/>
                  </a:lnTo>
                  <a:lnTo>
                    <a:pt x="502417" y="5862801"/>
                  </a:lnTo>
                  <a:lnTo>
                    <a:pt x="502542" y="5862801"/>
                  </a:lnTo>
                  <a:lnTo>
                    <a:pt x="502668" y="5862801"/>
                  </a:lnTo>
                  <a:lnTo>
                    <a:pt x="502793" y="5862801"/>
                  </a:lnTo>
                  <a:lnTo>
                    <a:pt x="502918" y="5862801"/>
                  </a:lnTo>
                  <a:lnTo>
                    <a:pt x="503043" y="5862801"/>
                  </a:lnTo>
                  <a:lnTo>
                    <a:pt x="503168" y="5862801"/>
                  </a:lnTo>
                  <a:lnTo>
                    <a:pt x="503293" y="5862801"/>
                  </a:lnTo>
                  <a:lnTo>
                    <a:pt x="503293" y="5852847"/>
                  </a:lnTo>
                  <a:lnTo>
                    <a:pt x="503418" y="5852847"/>
                  </a:lnTo>
                  <a:lnTo>
                    <a:pt x="503543" y="5852847"/>
                  </a:lnTo>
                  <a:lnTo>
                    <a:pt x="503668" y="5852847"/>
                  </a:lnTo>
                  <a:lnTo>
                    <a:pt x="503793" y="5852847"/>
                  </a:lnTo>
                  <a:lnTo>
                    <a:pt x="503918" y="5852847"/>
                  </a:lnTo>
                  <a:lnTo>
                    <a:pt x="504043" y="5852847"/>
                  </a:lnTo>
                  <a:lnTo>
                    <a:pt x="504043" y="5842893"/>
                  </a:lnTo>
                  <a:lnTo>
                    <a:pt x="504168" y="5842893"/>
                  </a:lnTo>
                  <a:lnTo>
                    <a:pt x="504293" y="5842893"/>
                  </a:lnTo>
                  <a:lnTo>
                    <a:pt x="504418" y="5842893"/>
                  </a:lnTo>
                  <a:lnTo>
                    <a:pt x="504543" y="5842893"/>
                  </a:lnTo>
                  <a:lnTo>
                    <a:pt x="504668" y="5842893"/>
                  </a:lnTo>
                  <a:lnTo>
                    <a:pt x="504793" y="5842893"/>
                  </a:lnTo>
                  <a:lnTo>
                    <a:pt x="504918" y="5842893"/>
                  </a:lnTo>
                  <a:lnTo>
                    <a:pt x="505043" y="5842893"/>
                  </a:lnTo>
                  <a:lnTo>
                    <a:pt x="505168" y="5842893"/>
                  </a:lnTo>
                  <a:lnTo>
                    <a:pt x="505293" y="5842893"/>
                  </a:lnTo>
                  <a:lnTo>
                    <a:pt x="505418" y="5842893"/>
                  </a:lnTo>
                  <a:lnTo>
                    <a:pt x="505544" y="5842893"/>
                  </a:lnTo>
                  <a:lnTo>
                    <a:pt x="505669" y="5842893"/>
                  </a:lnTo>
                  <a:lnTo>
                    <a:pt x="505794" y="5842893"/>
                  </a:lnTo>
                  <a:lnTo>
                    <a:pt x="505919" y="5842893"/>
                  </a:lnTo>
                  <a:lnTo>
                    <a:pt x="506044" y="5842893"/>
                  </a:lnTo>
                  <a:lnTo>
                    <a:pt x="506169" y="5842893"/>
                  </a:lnTo>
                  <a:lnTo>
                    <a:pt x="506294" y="5842893"/>
                  </a:lnTo>
                  <a:lnTo>
                    <a:pt x="506419" y="5842893"/>
                  </a:lnTo>
                  <a:lnTo>
                    <a:pt x="506544" y="5842893"/>
                  </a:lnTo>
                  <a:lnTo>
                    <a:pt x="506669" y="5842893"/>
                  </a:lnTo>
                  <a:lnTo>
                    <a:pt x="506794" y="5842893"/>
                  </a:lnTo>
                  <a:lnTo>
                    <a:pt x="506919" y="5842893"/>
                  </a:lnTo>
                  <a:lnTo>
                    <a:pt x="507044" y="5842893"/>
                  </a:lnTo>
                  <a:lnTo>
                    <a:pt x="507169" y="5842893"/>
                  </a:lnTo>
                  <a:lnTo>
                    <a:pt x="507294" y="5842893"/>
                  </a:lnTo>
                  <a:lnTo>
                    <a:pt x="507419" y="5842893"/>
                  </a:lnTo>
                  <a:lnTo>
                    <a:pt x="507544" y="5842893"/>
                  </a:lnTo>
                  <a:lnTo>
                    <a:pt x="507669" y="5842893"/>
                  </a:lnTo>
                  <a:lnTo>
                    <a:pt x="507794" y="5842893"/>
                  </a:lnTo>
                  <a:lnTo>
                    <a:pt x="507919" y="5842893"/>
                  </a:lnTo>
                  <a:lnTo>
                    <a:pt x="508044" y="5842893"/>
                  </a:lnTo>
                  <a:lnTo>
                    <a:pt x="508169" y="5842893"/>
                  </a:lnTo>
                  <a:lnTo>
                    <a:pt x="508294" y="5842893"/>
                  </a:lnTo>
                  <a:lnTo>
                    <a:pt x="508419" y="5842893"/>
                  </a:lnTo>
                  <a:lnTo>
                    <a:pt x="508545" y="5842893"/>
                  </a:lnTo>
                  <a:lnTo>
                    <a:pt x="508670" y="5842893"/>
                  </a:lnTo>
                  <a:lnTo>
                    <a:pt x="508795" y="5842893"/>
                  </a:lnTo>
                  <a:lnTo>
                    <a:pt x="508920" y="5842893"/>
                  </a:lnTo>
                  <a:lnTo>
                    <a:pt x="509045" y="5842893"/>
                  </a:lnTo>
                  <a:lnTo>
                    <a:pt x="509170" y="5842893"/>
                  </a:lnTo>
                  <a:lnTo>
                    <a:pt x="509295" y="5842893"/>
                  </a:lnTo>
                  <a:lnTo>
                    <a:pt x="509420" y="5842893"/>
                  </a:lnTo>
                  <a:lnTo>
                    <a:pt x="509545" y="5842893"/>
                  </a:lnTo>
                  <a:lnTo>
                    <a:pt x="509670" y="5842893"/>
                  </a:lnTo>
                  <a:lnTo>
                    <a:pt x="509795" y="5842893"/>
                  </a:lnTo>
                  <a:lnTo>
                    <a:pt x="509920" y="5842893"/>
                  </a:lnTo>
                  <a:lnTo>
                    <a:pt x="510045" y="5842893"/>
                  </a:lnTo>
                  <a:lnTo>
                    <a:pt x="510170" y="5842893"/>
                  </a:lnTo>
                  <a:lnTo>
                    <a:pt x="510295" y="5842893"/>
                  </a:lnTo>
                  <a:lnTo>
                    <a:pt x="510420" y="5842893"/>
                  </a:lnTo>
                  <a:lnTo>
                    <a:pt x="510545" y="5842893"/>
                  </a:lnTo>
                  <a:lnTo>
                    <a:pt x="510670" y="5842893"/>
                  </a:lnTo>
                  <a:lnTo>
                    <a:pt x="510795" y="5842893"/>
                  </a:lnTo>
                  <a:lnTo>
                    <a:pt x="510920" y="5842893"/>
                  </a:lnTo>
                  <a:lnTo>
                    <a:pt x="511045" y="5842893"/>
                  </a:lnTo>
                  <a:lnTo>
                    <a:pt x="511170" y="5842893"/>
                  </a:lnTo>
                  <a:lnTo>
                    <a:pt x="511295" y="5842893"/>
                  </a:lnTo>
                  <a:lnTo>
                    <a:pt x="511420" y="5842893"/>
                  </a:lnTo>
                  <a:lnTo>
                    <a:pt x="511546" y="5842893"/>
                  </a:lnTo>
                  <a:lnTo>
                    <a:pt x="511671" y="5842893"/>
                  </a:lnTo>
                  <a:lnTo>
                    <a:pt x="511796" y="5842893"/>
                  </a:lnTo>
                  <a:lnTo>
                    <a:pt x="511921" y="5842893"/>
                  </a:lnTo>
                  <a:lnTo>
                    <a:pt x="512046" y="5842893"/>
                  </a:lnTo>
                  <a:lnTo>
                    <a:pt x="512171" y="5842893"/>
                  </a:lnTo>
                  <a:lnTo>
                    <a:pt x="512296" y="5842893"/>
                  </a:lnTo>
                  <a:lnTo>
                    <a:pt x="512421" y="5842893"/>
                  </a:lnTo>
                  <a:lnTo>
                    <a:pt x="512546" y="5842893"/>
                  </a:lnTo>
                  <a:lnTo>
                    <a:pt x="512671" y="5842893"/>
                  </a:lnTo>
                  <a:lnTo>
                    <a:pt x="512796" y="5842893"/>
                  </a:lnTo>
                  <a:lnTo>
                    <a:pt x="512921" y="5842893"/>
                  </a:lnTo>
                  <a:lnTo>
                    <a:pt x="513046" y="5842893"/>
                  </a:lnTo>
                  <a:lnTo>
                    <a:pt x="513171" y="5842893"/>
                  </a:lnTo>
                  <a:lnTo>
                    <a:pt x="513171" y="5832940"/>
                  </a:lnTo>
                  <a:lnTo>
                    <a:pt x="513296" y="5832940"/>
                  </a:lnTo>
                  <a:lnTo>
                    <a:pt x="513421" y="5832940"/>
                  </a:lnTo>
                  <a:lnTo>
                    <a:pt x="513546" y="5832940"/>
                  </a:lnTo>
                  <a:lnTo>
                    <a:pt x="513671" y="5832940"/>
                  </a:lnTo>
                  <a:lnTo>
                    <a:pt x="513796" y="5832940"/>
                  </a:lnTo>
                  <a:lnTo>
                    <a:pt x="513921" y="5832940"/>
                  </a:lnTo>
                  <a:lnTo>
                    <a:pt x="514046" y="5832940"/>
                  </a:lnTo>
                  <a:lnTo>
                    <a:pt x="514171" y="5832940"/>
                  </a:lnTo>
                  <a:lnTo>
                    <a:pt x="514296" y="5832940"/>
                  </a:lnTo>
                  <a:lnTo>
                    <a:pt x="514421" y="5832940"/>
                  </a:lnTo>
                  <a:lnTo>
                    <a:pt x="514547" y="5832940"/>
                  </a:lnTo>
                  <a:lnTo>
                    <a:pt x="514672" y="5832940"/>
                  </a:lnTo>
                  <a:lnTo>
                    <a:pt x="514797" y="5832940"/>
                  </a:lnTo>
                  <a:lnTo>
                    <a:pt x="514922" y="5832940"/>
                  </a:lnTo>
                  <a:lnTo>
                    <a:pt x="515047" y="5832940"/>
                  </a:lnTo>
                  <a:lnTo>
                    <a:pt x="515172" y="5832940"/>
                  </a:lnTo>
                  <a:lnTo>
                    <a:pt x="515297" y="5832940"/>
                  </a:lnTo>
                  <a:lnTo>
                    <a:pt x="515422" y="5832940"/>
                  </a:lnTo>
                  <a:lnTo>
                    <a:pt x="515547" y="5832940"/>
                  </a:lnTo>
                  <a:lnTo>
                    <a:pt x="515672" y="5832940"/>
                  </a:lnTo>
                  <a:lnTo>
                    <a:pt x="515797" y="5832940"/>
                  </a:lnTo>
                  <a:lnTo>
                    <a:pt x="515922" y="5832940"/>
                  </a:lnTo>
                  <a:lnTo>
                    <a:pt x="516047" y="5832940"/>
                  </a:lnTo>
                  <a:lnTo>
                    <a:pt x="516172" y="5832940"/>
                  </a:lnTo>
                  <a:lnTo>
                    <a:pt x="516297" y="5832940"/>
                  </a:lnTo>
                  <a:lnTo>
                    <a:pt x="516422" y="5832940"/>
                  </a:lnTo>
                  <a:lnTo>
                    <a:pt x="516547" y="5832940"/>
                  </a:lnTo>
                  <a:lnTo>
                    <a:pt x="516672" y="5832940"/>
                  </a:lnTo>
                  <a:lnTo>
                    <a:pt x="516797" y="5832940"/>
                  </a:lnTo>
                  <a:lnTo>
                    <a:pt x="516922" y="5832940"/>
                  </a:lnTo>
                  <a:lnTo>
                    <a:pt x="517047" y="5832940"/>
                  </a:lnTo>
                  <a:lnTo>
                    <a:pt x="517172" y="5832940"/>
                  </a:lnTo>
                  <a:lnTo>
                    <a:pt x="517297" y="5832940"/>
                  </a:lnTo>
                  <a:lnTo>
                    <a:pt x="517422" y="5832940"/>
                  </a:lnTo>
                  <a:lnTo>
                    <a:pt x="517548" y="5832940"/>
                  </a:lnTo>
                  <a:lnTo>
                    <a:pt x="517673" y="5832940"/>
                  </a:lnTo>
                  <a:lnTo>
                    <a:pt x="517798" y="5832940"/>
                  </a:lnTo>
                  <a:lnTo>
                    <a:pt x="517923" y="5832940"/>
                  </a:lnTo>
                  <a:lnTo>
                    <a:pt x="518048" y="5832940"/>
                  </a:lnTo>
                  <a:lnTo>
                    <a:pt x="518173" y="5832940"/>
                  </a:lnTo>
                  <a:lnTo>
                    <a:pt x="518298" y="5832940"/>
                  </a:lnTo>
                  <a:lnTo>
                    <a:pt x="518423" y="5832940"/>
                  </a:lnTo>
                  <a:lnTo>
                    <a:pt x="518548" y="5832940"/>
                  </a:lnTo>
                  <a:lnTo>
                    <a:pt x="518673" y="5832940"/>
                  </a:lnTo>
                  <a:lnTo>
                    <a:pt x="518798" y="5832940"/>
                  </a:lnTo>
                  <a:lnTo>
                    <a:pt x="518923" y="5832940"/>
                  </a:lnTo>
                  <a:lnTo>
                    <a:pt x="519048" y="5832940"/>
                  </a:lnTo>
                  <a:lnTo>
                    <a:pt x="519173" y="5832940"/>
                  </a:lnTo>
                  <a:lnTo>
                    <a:pt x="519298" y="5832940"/>
                  </a:lnTo>
                  <a:lnTo>
                    <a:pt x="519423" y="5832940"/>
                  </a:lnTo>
                  <a:lnTo>
                    <a:pt x="519548" y="5832940"/>
                  </a:lnTo>
                  <a:lnTo>
                    <a:pt x="519673" y="5832940"/>
                  </a:lnTo>
                  <a:lnTo>
                    <a:pt x="519798" y="5832940"/>
                  </a:lnTo>
                  <a:lnTo>
                    <a:pt x="519923" y="5832940"/>
                  </a:lnTo>
                  <a:lnTo>
                    <a:pt x="520048" y="5832940"/>
                  </a:lnTo>
                  <a:lnTo>
                    <a:pt x="520173" y="5832940"/>
                  </a:lnTo>
                  <a:lnTo>
                    <a:pt x="520298" y="5832940"/>
                  </a:lnTo>
                  <a:lnTo>
                    <a:pt x="520423" y="5832940"/>
                  </a:lnTo>
                  <a:lnTo>
                    <a:pt x="520549" y="5832940"/>
                  </a:lnTo>
                  <a:lnTo>
                    <a:pt x="520674" y="5832940"/>
                  </a:lnTo>
                  <a:lnTo>
                    <a:pt x="520799" y="5832940"/>
                  </a:lnTo>
                  <a:lnTo>
                    <a:pt x="520924" y="5832940"/>
                  </a:lnTo>
                  <a:lnTo>
                    <a:pt x="521049" y="5832940"/>
                  </a:lnTo>
                  <a:lnTo>
                    <a:pt x="521174" y="5832940"/>
                  </a:lnTo>
                  <a:lnTo>
                    <a:pt x="521299" y="5832940"/>
                  </a:lnTo>
                  <a:lnTo>
                    <a:pt x="521424" y="5832940"/>
                  </a:lnTo>
                  <a:lnTo>
                    <a:pt x="521549" y="5832940"/>
                  </a:lnTo>
                  <a:lnTo>
                    <a:pt x="521674" y="5832940"/>
                  </a:lnTo>
                  <a:lnTo>
                    <a:pt x="521799" y="5832940"/>
                  </a:lnTo>
                  <a:lnTo>
                    <a:pt x="521924" y="5832940"/>
                  </a:lnTo>
                  <a:lnTo>
                    <a:pt x="522049" y="5832940"/>
                  </a:lnTo>
                  <a:lnTo>
                    <a:pt x="522174" y="5832940"/>
                  </a:lnTo>
                  <a:lnTo>
                    <a:pt x="522299" y="5832940"/>
                  </a:lnTo>
                  <a:lnTo>
                    <a:pt x="522424" y="5832940"/>
                  </a:lnTo>
                  <a:lnTo>
                    <a:pt x="522549" y="5832940"/>
                  </a:lnTo>
                  <a:lnTo>
                    <a:pt x="522674" y="5832940"/>
                  </a:lnTo>
                  <a:lnTo>
                    <a:pt x="522799" y="5832940"/>
                  </a:lnTo>
                  <a:lnTo>
                    <a:pt x="522924" y="5832940"/>
                  </a:lnTo>
                  <a:lnTo>
                    <a:pt x="523049" y="5832940"/>
                  </a:lnTo>
                  <a:lnTo>
                    <a:pt x="523174" y="5832940"/>
                  </a:lnTo>
                  <a:lnTo>
                    <a:pt x="523299" y="5832940"/>
                  </a:lnTo>
                  <a:lnTo>
                    <a:pt x="523424" y="5832940"/>
                  </a:lnTo>
                  <a:lnTo>
                    <a:pt x="523550" y="5832940"/>
                  </a:lnTo>
                  <a:lnTo>
                    <a:pt x="523675" y="5832940"/>
                  </a:lnTo>
                  <a:lnTo>
                    <a:pt x="523800" y="5832940"/>
                  </a:lnTo>
                  <a:lnTo>
                    <a:pt x="523925" y="5832940"/>
                  </a:lnTo>
                  <a:lnTo>
                    <a:pt x="524050" y="5832940"/>
                  </a:lnTo>
                  <a:lnTo>
                    <a:pt x="524175" y="5832940"/>
                  </a:lnTo>
                  <a:lnTo>
                    <a:pt x="524300" y="5832940"/>
                  </a:lnTo>
                  <a:lnTo>
                    <a:pt x="524425" y="5832940"/>
                  </a:lnTo>
                  <a:lnTo>
                    <a:pt x="524550" y="5832940"/>
                  </a:lnTo>
                  <a:lnTo>
                    <a:pt x="524675" y="5832940"/>
                  </a:lnTo>
                  <a:lnTo>
                    <a:pt x="524800" y="5832940"/>
                  </a:lnTo>
                  <a:lnTo>
                    <a:pt x="524925" y="5832940"/>
                  </a:lnTo>
                  <a:lnTo>
                    <a:pt x="525050" y="5832940"/>
                  </a:lnTo>
                  <a:lnTo>
                    <a:pt x="525175" y="5832940"/>
                  </a:lnTo>
                  <a:lnTo>
                    <a:pt x="525300" y="5832940"/>
                  </a:lnTo>
                  <a:lnTo>
                    <a:pt x="525425" y="5832940"/>
                  </a:lnTo>
                  <a:lnTo>
                    <a:pt x="525550" y="5832940"/>
                  </a:lnTo>
                  <a:lnTo>
                    <a:pt x="525675" y="5832940"/>
                  </a:lnTo>
                  <a:lnTo>
                    <a:pt x="525800" y="5832940"/>
                  </a:lnTo>
                  <a:lnTo>
                    <a:pt x="525925" y="5832940"/>
                  </a:lnTo>
                  <a:lnTo>
                    <a:pt x="526050" y="5832940"/>
                  </a:lnTo>
                  <a:lnTo>
                    <a:pt x="526175" y="5832940"/>
                  </a:lnTo>
                  <a:lnTo>
                    <a:pt x="526300" y="5832940"/>
                  </a:lnTo>
                  <a:lnTo>
                    <a:pt x="526425" y="5832940"/>
                  </a:lnTo>
                  <a:lnTo>
                    <a:pt x="526551" y="5832940"/>
                  </a:lnTo>
                  <a:lnTo>
                    <a:pt x="526676" y="5832940"/>
                  </a:lnTo>
                  <a:lnTo>
                    <a:pt x="526801" y="5832940"/>
                  </a:lnTo>
                  <a:lnTo>
                    <a:pt x="526926" y="5832940"/>
                  </a:lnTo>
                  <a:lnTo>
                    <a:pt x="527051" y="5832940"/>
                  </a:lnTo>
                  <a:lnTo>
                    <a:pt x="527176" y="5832940"/>
                  </a:lnTo>
                  <a:lnTo>
                    <a:pt x="527301" y="5832940"/>
                  </a:lnTo>
                  <a:lnTo>
                    <a:pt x="527426" y="5832940"/>
                  </a:lnTo>
                  <a:lnTo>
                    <a:pt x="527551" y="5832940"/>
                  </a:lnTo>
                  <a:lnTo>
                    <a:pt x="527676" y="5832940"/>
                  </a:lnTo>
                  <a:lnTo>
                    <a:pt x="527801" y="5832940"/>
                  </a:lnTo>
                  <a:lnTo>
                    <a:pt x="527926" y="5832940"/>
                  </a:lnTo>
                  <a:lnTo>
                    <a:pt x="528051" y="5832940"/>
                  </a:lnTo>
                  <a:lnTo>
                    <a:pt x="528176" y="5832940"/>
                  </a:lnTo>
                  <a:lnTo>
                    <a:pt x="528301" y="5832940"/>
                  </a:lnTo>
                  <a:lnTo>
                    <a:pt x="528426" y="5832940"/>
                  </a:lnTo>
                  <a:lnTo>
                    <a:pt x="528551" y="5832940"/>
                  </a:lnTo>
                  <a:lnTo>
                    <a:pt x="528676" y="5832940"/>
                  </a:lnTo>
                  <a:lnTo>
                    <a:pt x="528801" y="5832940"/>
                  </a:lnTo>
                  <a:lnTo>
                    <a:pt x="528926" y="5832940"/>
                  </a:lnTo>
                  <a:lnTo>
                    <a:pt x="529051" y="5832940"/>
                  </a:lnTo>
                  <a:lnTo>
                    <a:pt x="529176" y="5832940"/>
                  </a:lnTo>
                  <a:lnTo>
                    <a:pt x="529301" y="5832940"/>
                  </a:lnTo>
                  <a:lnTo>
                    <a:pt x="529426" y="5832940"/>
                  </a:lnTo>
                  <a:lnTo>
                    <a:pt x="529552" y="5832940"/>
                  </a:lnTo>
                  <a:lnTo>
                    <a:pt x="529677" y="5832940"/>
                  </a:lnTo>
                  <a:lnTo>
                    <a:pt x="529802" y="5832940"/>
                  </a:lnTo>
                  <a:lnTo>
                    <a:pt x="529927" y="5832940"/>
                  </a:lnTo>
                  <a:lnTo>
                    <a:pt x="530052" y="5832940"/>
                  </a:lnTo>
                  <a:lnTo>
                    <a:pt x="530177" y="5832940"/>
                  </a:lnTo>
                  <a:lnTo>
                    <a:pt x="530302" y="5832940"/>
                  </a:lnTo>
                  <a:lnTo>
                    <a:pt x="530427" y="5832940"/>
                  </a:lnTo>
                  <a:lnTo>
                    <a:pt x="530552" y="5832940"/>
                  </a:lnTo>
                  <a:lnTo>
                    <a:pt x="530552" y="5822986"/>
                  </a:lnTo>
                  <a:lnTo>
                    <a:pt x="530677" y="5822986"/>
                  </a:lnTo>
                  <a:lnTo>
                    <a:pt x="530802" y="5822986"/>
                  </a:lnTo>
                  <a:lnTo>
                    <a:pt x="530927" y="5822986"/>
                  </a:lnTo>
                  <a:lnTo>
                    <a:pt x="530927" y="5813032"/>
                  </a:lnTo>
                  <a:lnTo>
                    <a:pt x="531052" y="5813032"/>
                  </a:lnTo>
                  <a:lnTo>
                    <a:pt x="531177" y="5813032"/>
                  </a:lnTo>
                  <a:lnTo>
                    <a:pt x="531302" y="5813032"/>
                  </a:lnTo>
                  <a:lnTo>
                    <a:pt x="531427" y="5813032"/>
                  </a:lnTo>
                  <a:lnTo>
                    <a:pt x="531552" y="5813032"/>
                  </a:lnTo>
                  <a:lnTo>
                    <a:pt x="531677" y="5813032"/>
                  </a:lnTo>
                  <a:lnTo>
                    <a:pt x="531802" y="5813032"/>
                  </a:lnTo>
                  <a:lnTo>
                    <a:pt x="531927" y="5813032"/>
                  </a:lnTo>
                  <a:lnTo>
                    <a:pt x="532052" y="5813032"/>
                  </a:lnTo>
                  <a:lnTo>
                    <a:pt x="532177" y="5813032"/>
                  </a:lnTo>
                  <a:lnTo>
                    <a:pt x="532302" y="5813032"/>
                  </a:lnTo>
                  <a:lnTo>
                    <a:pt x="532427" y="5813032"/>
                  </a:lnTo>
                  <a:lnTo>
                    <a:pt x="532553" y="5813032"/>
                  </a:lnTo>
                  <a:lnTo>
                    <a:pt x="532678" y="5813032"/>
                  </a:lnTo>
                  <a:lnTo>
                    <a:pt x="532803" y="5813032"/>
                  </a:lnTo>
                  <a:lnTo>
                    <a:pt x="532928" y="5813032"/>
                  </a:lnTo>
                  <a:lnTo>
                    <a:pt x="533053" y="5813032"/>
                  </a:lnTo>
                  <a:lnTo>
                    <a:pt x="533178" y="5813032"/>
                  </a:lnTo>
                  <a:lnTo>
                    <a:pt x="533303" y="5813032"/>
                  </a:lnTo>
                  <a:lnTo>
                    <a:pt x="533428" y="5813032"/>
                  </a:lnTo>
                  <a:lnTo>
                    <a:pt x="533553" y="5813032"/>
                  </a:lnTo>
                  <a:lnTo>
                    <a:pt x="533678" y="5813032"/>
                  </a:lnTo>
                  <a:lnTo>
                    <a:pt x="533803" y="5813032"/>
                  </a:lnTo>
                  <a:lnTo>
                    <a:pt x="533928" y="5813032"/>
                  </a:lnTo>
                  <a:lnTo>
                    <a:pt x="534053" y="5813032"/>
                  </a:lnTo>
                  <a:lnTo>
                    <a:pt x="534178" y="5813032"/>
                  </a:lnTo>
                  <a:lnTo>
                    <a:pt x="534303" y="5813032"/>
                  </a:lnTo>
                  <a:lnTo>
                    <a:pt x="534428" y="5813032"/>
                  </a:lnTo>
                  <a:lnTo>
                    <a:pt x="534553" y="5813032"/>
                  </a:lnTo>
                  <a:lnTo>
                    <a:pt x="534678" y="5813032"/>
                  </a:lnTo>
                  <a:lnTo>
                    <a:pt x="534803" y="5813032"/>
                  </a:lnTo>
                  <a:lnTo>
                    <a:pt x="534928" y="5813032"/>
                  </a:lnTo>
                  <a:lnTo>
                    <a:pt x="535053" y="5813032"/>
                  </a:lnTo>
                  <a:lnTo>
                    <a:pt x="535178" y="5813032"/>
                  </a:lnTo>
                  <a:lnTo>
                    <a:pt x="535303" y="5813032"/>
                  </a:lnTo>
                  <a:lnTo>
                    <a:pt x="535428" y="5813032"/>
                  </a:lnTo>
                  <a:lnTo>
                    <a:pt x="535554" y="5813032"/>
                  </a:lnTo>
                  <a:lnTo>
                    <a:pt x="535679" y="5813032"/>
                  </a:lnTo>
                  <a:lnTo>
                    <a:pt x="535804" y="5813032"/>
                  </a:lnTo>
                  <a:lnTo>
                    <a:pt x="535929" y="5813032"/>
                  </a:lnTo>
                  <a:lnTo>
                    <a:pt x="536054" y="5813032"/>
                  </a:lnTo>
                  <a:lnTo>
                    <a:pt x="536179" y="5813032"/>
                  </a:lnTo>
                  <a:lnTo>
                    <a:pt x="536304" y="5813032"/>
                  </a:lnTo>
                  <a:lnTo>
                    <a:pt x="536429" y="5813032"/>
                  </a:lnTo>
                  <a:lnTo>
                    <a:pt x="536554" y="5813032"/>
                  </a:lnTo>
                  <a:lnTo>
                    <a:pt x="536679" y="5813032"/>
                  </a:lnTo>
                  <a:lnTo>
                    <a:pt x="536804" y="5813032"/>
                  </a:lnTo>
                  <a:lnTo>
                    <a:pt x="536929" y="5813032"/>
                  </a:lnTo>
                  <a:lnTo>
                    <a:pt x="537054" y="5813032"/>
                  </a:lnTo>
                  <a:lnTo>
                    <a:pt x="537179" y="5813032"/>
                  </a:lnTo>
                  <a:lnTo>
                    <a:pt x="537304" y="5813032"/>
                  </a:lnTo>
                  <a:lnTo>
                    <a:pt x="537429" y="5813032"/>
                  </a:lnTo>
                  <a:lnTo>
                    <a:pt x="537554" y="5813032"/>
                  </a:lnTo>
                  <a:lnTo>
                    <a:pt x="537679" y="5813032"/>
                  </a:lnTo>
                  <a:lnTo>
                    <a:pt x="537804" y="5813032"/>
                  </a:lnTo>
                  <a:lnTo>
                    <a:pt x="537929" y="5813032"/>
                  </a:lnTo>
                  <a:lnTo>
                    <a:pt x="538054" y="5813032"/>
                  </a:lnTo>
                  <a:lnTo>
                    <a:pt x="538179" y="5813032"/>
                  </a:lnTo>
                  <a:lnTo>
                    <a:pt x="538304" y="5813032"/>
                  </a:lnTo>
                  <a:lnTo>
                    <a:pt x="538429" y="5813032"/>
                  </a:lnTo>
                  <a:lnTo>
                    <a:pt x="538555" y="5813032"/>
                  </a:lnTo>
                  <a:lnTo>
                    <a:pt x="538680" y="5813032"/>
                  </a:lnTo>
                  <a:lnTo>
                    <a:pt x="538805" y="5813032"/>
                  </a:lnTo>
                  <a:lnTo>
                    <a:pt x="538930" y="5813032"/>
                  </a:lnTo>
                  <a:lnTo>
                    <a:pt x="539055" y="5813032"/>
                  </a:lnTo>
                  <a:lnTo>
                    <a:pt x="539180" y="5813032"/>
                  </a:lnTo>
                  <a:lnTo>
                    <a:pt x="539305" y="5813032"/>
                  </a:lnTo>
                  <a:lnTo>
                    <a:pt x="539430" y="5813032"/>
                  </a:lnTo>
                  <a:lnTo>
                    <a:pt x="539555" y="5813032"/>
                  </a:lnTo>
                  <a:lnTo>
                    <a:pt x="539680" y="5813032"/>
                  </a:lnTo>
                  <a:lnTo>
                    <a:pt x="539805" y="5813032"/>
                  </a:lnTo>
                  <a:lnTo>
                    <a:pt x="539930" y="5813032"/>
                  </a:lnTo>
                  <a:lnTo>
                    <a:pt x="540055" y="5813032"/>
                  </a:lnTo>
                  <a:lnTo>
                    <a:pt x="540180" y="5813032"/>
                  </a:lnTo>
                  <a:lnTo>
                    <a:pt x="540305" y="5813032"/>
                  </a:lnTo>
                  <a:lnTo>
                    <a:pt x="540430" y="5813032"/>
                  </a:lnTo>
                  <a:lnTo>
                    <a:pt x="540555" y="5813032"/>
                  </a:lnTo>
                  <a:lnTo>
                    <a:pt x="540680" y="5813032"/>
                  </a:lnTo>
                  <a:lnTo>
                    <a:pt x="540805" y="5813032"/>
                  </a:lnTo>
                  <a:lnTo>
                    <a:pt x="540930" y="5813032"/>
                  </a:lnTo>
                  <a:lnTo>
                    <a:pt x="541055" y="5813032"/>
                  </a:lnTo>
                  <a:lnTo>
                    <a:pt x="541180" y="5813032"/>
                  </a:lnTo>
                  <a:lnTo>
                    <a:pt x="541305" y="5813032"/>
                  </a:lnTo>
                  <a:lnTo>
                    <a:pt x="541430" y="5813032"/>
                  </a:lnTo>
                  <a:lnTo>
                    <a:pt x="541556" y="5813032"/>
                  </a:lnTo>
                  <a:lnTo>
                    <a:pt x="541681" y="5813032"/>
                  </a:lnTo>
                  <a:lnTo>
                    <a:pt x="541806" y="5813032"/>
                  </a:lnTo>
                  <a:lnTo>
                    <a:pt x="541931" y="5813032"/>
                  </a:lnTo>
                  <a:lnTo>
                    <a:pt x="542056" y="5813032"/>
                  </a:lnTo>
                  <a:lnTo>
                    <a:pt x="542181" y="5813032"/>
                  </a:lnTo>
                  <a:lnTo>
                    <a:pt x="542306" y="5813032"/>
                  </a:lnTo>
                  <a:lnTo>
                    <a:pt x="542431" y="5813032"/>
                  </a:lnTo>
                  <a:lnTo>
                    <a:pt x="542556" y="5813032"/>
                  </a:lnTo>
                  <a:lnTo>
                    <a:pt x="542681" y="5813032"/>
                  </a:lnTo>
                  <a:lnTo>
                    <a:pt x="542806" y="5813032"/>
                  </a:lnTo>
                  <a:lnTo>
                    <a:pt x="542931" y="5813032"/>
                  </a:lnTo>
                  <a:lnTo>
                    <a:pt x="543056" y="5813032"/>
                  </a:lnTo>
                  <a:lnTo>
                    <a:pt x="543181" y="5813032"/>
                  </a:lnTo>
                  <a:lnTo>
                    <a:pt x="543306" y="5813032"/>
                  </a:lnTo>
                  <a:lnTo>
                    <a:pt x="543431" y="5813032"/>
                  </a:lnTo>
                  <a:lnTo>
                    <a:pt x="543556" y="5813032"/>
                  </a:lnTo>
                  <a:lnTo>
                    <a:pt x="543681" y="5813032"/>
                  </a:lnTo>
                  <a:lnTo>
                    <a:pt x="543806" y="5813032"/>
                  </a:lnTo>
                  <a:lnTo>
                    <a:pt x="543931" y="5813032"/>
                  </a:lnTo>
                  <a:lnTo>
                    <a:pt x="544056" y="5813032"/>
                  </a:lnTo>
                  <a:lnTo>
                    <a:pt x="544181" y="5813032"/>
                  </a:lnTo>
                  <a:lnTo>
                    <a:pt x="544306" y="5813032"/>
                  </a:lnTo>
                  <a:lnTo>
                    <a:pt x="544432" y="5813032"/>
                  </a:lnTo>
                  <a:lnTo>
                    <a:pt x="544557" y="5813032"/>
                  </a:lnTo>
                  <a:lnTo>
                    <a:pt x="544682" y="5813032"/>
                  </a:lnTo>
                  <a:lnTo>
                    <a:pt x="544807" y="5813032"/>
                  </a:lnTo>
                  <a:lnTo>
                    <a:pt x="544932" y="5813032"/>
                  </a:lnTo>
                  <a:lnTo>
                    <a:pt x="545057" y="5813032"/>
                  </a:lnTo>
                  <a:lnTo>
                    <a:pt x="545182" y="5813032"/>
                  </a:lnTo>
                  <a:lnTo>
                    <a:pt x="545307" y="5813032"/>
                  </a:lnTo>
                  <a:lnTo>
                    <a:pt x="545432" y="5813032"/>
                  </a:lnTo>
                  <a:lnTo>
                    <a:pt x="545557" y="5813032"/>
                  </a:lnTo>
                  <a:lnTo>
                    <a:pt x="545682" y="5813032"/>
                  </a:lnTo>
                  <a:lnTo>
                    <a:pt x="545807" y="5813032"/>
                  </a:lnTo>
                  <a:lnTo>
                    <a:pt x="545932" y="5813032"/>
                  </a:lnTo>
                  <a:lnTo>
                    <a:pt x="546057" y="5813032"/>
                  </a:lnTo>
                  <a:lnTo>
                    <a:pt x="546182" y="5813032"/>
                  </a:lnTo>
                  <a:lnTo>
                    <a:pt x="546307" y="5813032"/>
                  </a:lnTo>
                  <a:lnTo>
                    <a:pt x="546432" y="5813032"/>
                  </a:lnTo>
                  <a:lnTo>
                    <a:pt x="546557" y="5813032"/>
                  </a:lnTo>
                  <a:lnTo>
                    <a:pt x="546682" y="5813032"/>
                  </a:lnTo>
                  <a:lnTo>
                    <a:pt x="546807" y="5813032"/>
                  </a:lnTo>
                  <a:lnTo>
                    <a:pt x="546932" y="5813032"/>
                  </a:lnTo>
                  <a:lnTo>
                    <a:pt x="547057" y="5813032"/>
                  </a:lnTo>
                  <a:lnTo>
                    <a:pt x="547182" y="5813032"/>
                  </a:lnTo>
                  <a:lnTo>
                    <a:pt x="547307" y="5813032"/>
                  </a:lnTo>
                  <a:lnTo>
                    <a:pt x="547433" y="5813032"/>
                  </a:lnTo>
                  <a:lnTo>
                    <a:pt x="547558" y="5813032"/>
                  </a:lnTo>
                  <a:lnTo>
                    <a:pt x="547683" y="5813032"/>
                  </a:lnTo>
                  <a:lnTo>
                    <a:pt x="547808" y="5813032"/>
                  </a:lnTo>
                  <a:lnTo>
                    <a:pt x="547933" y="5813032"/>
                  </a:lnTo>
                  <a:lnTo>
                    <a:pt x="548058" y="5813032"/>
                  </a:lnTo>
                  <a:lnTo>
                    <a:pt x="548183" y="5813032"/>
                  </a:lnTo>
                  <a:lnTo>
                    <a:pt x="548308" y="5813032"/>
                  </a:lnTo>
                  <a:lnTo>
                    <a:pt x="548433" y="5813032"/>
                  </a:lnTo>
                  <a:lnTo>
                    <a:pt x="548558" y="5813032"/>
                  </a:lnTo>
                  <a:lnTo>
                    <a:pt x="548683" y="5813032"/>
                  </a:lnTo>
                  <a:lnTo>
                    <a:pt x="548808" y="5813032"/>
                  </a:lnTo>
                  <a:lnTo>
                    <a:pt x="548933" y="5813032"/>
                  </a:lnTo>
                  <a:lnTo>
                    <a:pt x="549058" y="5813032"/>
                  </a:lnTo>
                  <a:lnTo>
                    <a:pt x="549058" y="5803078"/>
                  </a:lnTo>
                  <a:lnTo>
                    <a:pt x="549183" y="5803078"/>
                  </a:lnTo>
                  <a:lnTo>
                    <a:pt x="549308" y="5803078"/>
                  </a:lnTo>
                  <a:lnTo>
                    <a:pt x="549433" y="5803078"/>
                  </a:lnTo>
                  <a:lnTo>
                    <a:pt x="549558" y="5803078"/>
                  </a:lnTo>
                  <a:lnTo>
                    <a:pt x="549683" y="5803078"/>
                  </a:lnTo>
                  <a:lnTo>
                    <a:pt x="549808" y="5803078"/>
                  </a:lnTo>
                  <a:lnTo>
                    <a:pt x="549933" y="5803078"/>
                  </a:lnTo>
                  <a:lnTo>
                    <a:pt x="550058" y="5803078"/>
                  </a:lnTo>
                  <a:lnTo>
                    <a:pt x="550183" y="5803078"/>
                  </a:lnTo>
                  <a:lnTo>
                    <a:pt x="550308" y="5803078"/>
                  </a:lnTo>
                  <a:lnTo>
                    <a:pt x="550434" y="5803078"/>
                  </a:lnTo>
                  <a:lnTo>
                    <a:pt x="550559" y="5803078"/>
                  </a:lnTo>
                  <a:lnTo>
                    <a:pt x="550684" y="5803078"/>
                  </a:lnTo>
                  <a:lnTo>
                    <a:pt x="550809" y="5803078"/>
                  </a:lnTo>
                  <a:lnTo>
                    <a:pt x="550934" y="5803078"/>
                  </a:lnTo>
                  <a:lnTo>
                    <a:pt x="551059" y="5803078"/>
                  </a:lnTo>
                  <a:lnTo>
                    <a:pt x="551184" y="5803078"/>
                  </a:lnTo>
                  <a:lnTo>
                    <a:pt x="551309" y="5803078"/>
                  </a:lnTo>
                  <a:lnTo>
                    <a:pt x="551434" y="5803078"/>
                  </a:lnTo>
                  <a:lnTo>
                    <a:pt x="551559" y="5803078"/>
                  </a:lnTo>
                  <a:lnTo>
                    <a:pt x="551684" y="5803078"/>
                  </a:lnTo>
                  <a:lnTo>
                    <a:pt x="551809" y="5803078"/>
                  </a:lnTo>
                  <a:lnTo>
                    <a:pt x="551934" y="5803078"/>
                  </a:lnTo>
                  <a:lnTo>
                    <a:pt x="552059" y="5803078"/>
                  </a:lnTo>
                  <a:lnTo>
                    <a:pt x="552184" y="5803078"/>
                  </a:lnTo>
                  <a:lnTo>
                    <a:pt x="552309" y="5803078"/>
                  </a:lnTo>
                  <a:lnTo>
                    <a:pt x="552434" y="5803078"/>
                  </a:lnTo>
                  <a:lnTo>
                    <a:pt x="552559" y="5803078"/>
                  </a:lnTo>
                  <a:lnTo>
                    <a:pt x="552684" y="5803078"/>
                  </a:lnTo>
                  <a:lnTo>
                    <a:pt x="552809" y="5803078"/>
                  </a:lnTo>
                  <a:lnTo>
                    <a:pt x="552934" y="5803078"/>
                  </a:lnTo>
                  <a:lnTo>
                    <a:pt x="553059" y="5803078"/>
                  </a:lnTo>
                  <a:lnTo>
                    <a:pt x="553184" y="5803078"/>
                  </a:lnTo>
                  <a:lnTo>
                    <a:pt x="553309" y="5803078"/>
                  </a:lnTo>
                  <a:lnTo>
                    <a:pt x="553435" y="5803078"/>
                  </a:lnTo>
                  <a:lnTo>
                    <a:pt x="553560" y="5803078"/>
                  </a:lnTo>
                  <a:lnTo>
                    <a:pt x="553685" y="5803078"/>
                  </a:lnTo>
                  <a:lnTo>
                    <a:pt x="553810" y="5803078"/>
                  </a:lnTo>
                  <a:lnTo>
                    <a:pt x="553935" y="5803078"/>
                  </a:lnTo>
                  <a:lnTo>
                    <a:pt x="554060" y="5803078"/>
                  </a:lnTo>
                  <a:lnTo>
                    <a:pt x="554185" y="5803078"/>
                  </a:lnTo>
                  <a:lnTo>
                    <a:pt x="554310" y="5803078"/>
                  </a:lnTo>
                  <a:lnTo>
                    <a:pt x="554435" y="5803078"/>
                  </a:lnTo>
                  <a:lnTo>
                    <a:pt x="554560" y="5803078"/>
                  </a:lnTo>
                  <a:lnTo>
                    <a:pt x="554685" y="5803078"/>
                  </a:lnTo>
                  <a:lnTo>
                    <a:pt x="554810" y="5803078"/>
                  </a:lnTo>
                  <a:lnTo>
                    <a:pt x="554935" y="5803078"/>
                  </a:lnTo>
                  <a:lnTo>
                    <a:pt x="555060" y="5803078"/>
                  </a:lnTo>
                  <a:lnTo>
                    <a:pt x="555185" y="5803078"/>
                  </a:lnTo>
                  <a:lnTo>
                    <a:pt x="555310" y="5803078"/>
                  </a:lnTo>
                  <a:lnTo>
                    <a:pt x="555435" y="5803078"/>
                  </a:lnTo>
                  <a:lnTo>
                    <a:pt x="555560" y="5803078"/>
                  </a:lnTo>
                  <a:lnTo>
                    <a:pt x="555685" y="5803078"/>
                  </a:lnTo>
                  <a:lnTo>
                    <a:pt x="555810" y="5803078"/>
                  </a:lnTo>
                  <a:lnTo>
                    <a:pt x="555935" y="5803078"/>
                  </a:lnTo>
                  <a:lnTo>
                    <a:pt x="556060" y="5803078"/>
                  </a:lnTo>
                  <a:lnTo>
                    <a:pt x="556185" y="5803078"/>
                  </a:lnTo>
                  <a:lnTo>
                    <a:pt x="556310" y="5803078"/>
                  </a:lnTo>
                  <a:lnTo>
                    <a:pt x="556436" y="5803078"/>
                  </a:lnTo>
                  <a:lnTo>
                    <a:pt x="556561" y="5803078"/>
                  </a:lnTo>
                  <a:lnTo>
                    <a:pt x="556686" y="5803078"/>
                  </a:lnTo>
                  <a:lnTo>
                    <a:pt x="556811" y="5803078"/>
                  </a:lnTo>
                  <a:lnTo>
                    <a:pt x="556936" y="5803078"/>
                  </a:lnTo>
                  <a:lnTo>
                    <a:pt x="557061" y="5803078"/>
                  </a:lnTo>
                  <a:lnTo>
                    <a:pt x="557186" y="5803078"/>
                  </a:lnTo>
                  <a:lnTo>
                    <a:pt x="557311" y="5803078"/>
                  </a:lnTo>
                  <a:lnTo>
                    <a:pt x="557311" y="5793124"/>
                  </a:lnTo>
                  <a:lnTo>
                    <a:pt x="557436" y="5793124"/>
                  </a:lnTo>
                  <a:lnTo>
                    <a:pt x="557561" y="5793124"/>
                  </a:lnTo>
                  <a:lnTo>
                    <a:pt x="557686" y="5793124"/>
                  </a:lnTo>
                  <a:lnTo>
                    <a:pt x="557811" y="5793124"/>
                  </a:lnTo>
                  <a:lnTo>
                    <a:pt x="557936" y="5793124"/>
                  </a:lnTo>
                  <a:lnTo>
                    <a:pt x="558061" y="5793124"/>
                  </a:lnTo>
                  <a:lnTo>
                    <a:pt x="558186" y="5793124"/>
                  </a:lnTo>
                  <a:lnTo>
                    <a:pt x="558311" y="5793124"/>
                  </a:lnTo>
                  <a:lnTo>
                    <a:pt x="558436" y="5793124"/>
                  </a:lnTo>
                  <a:lnTo>
                    <a:pt x="558561" y="5793124"/>
                  </a:lnTo>
                  <a:lnTo>
                    <a:pt x="558686" y="5793124"/>
                  </a:lnTo>
                  <a:lnTo>
                    <a:pt x="558811" y="5793124"/>
                  </a:lnTo>
                  <a:lnTo>
                    <a:pt x="558936" y="5793124"/>
                  </a:lnTo>
                  <a:lnTo>
                    <a:pt x="559061" y="5793124"/>
                  </a:lnTo>
                  <a:lnTo>
                    <a:pt x="559186" y="5793124"/>
                  </a:lnTo>
                  <a:lnTo>
                    <a:pt x="559311" y="5793124"/>
                  </a:lnTo>
                  <a:lnTo>
                    <a:pt x="559437" y="5793124"/>
                  </a:lnTo>
                  <a:lnTo>
                    <a:pt x="559562" y="5793124"/>
                  </a:lnTo>
                  <a:lnTo>
                    <a:pt x="559687" y="5793124"/>
                  </a:lnTo>
                  <a:lnTo>
                    <a:pt x="559812" y="5793124"/>
                  </a:lnTo>
                  <a:lnTo>
                    <a:pt x="559937" y="5793124"/>
                  </a:lnTo>
                  <a:lnTo>
                    <a:pt x="560062" y="5793124"/>
                  </a:lnTo>
                  <a:lnTo>
                    <a:pt x="560187" y="5793124"/>
                  </a:lnTo>
                  <a:lnTo>
                    <a:pt x="560312" y="5793124"/>
                  </a:lnTo>
                  <a:lnTo>
                    <a:pt x="560437" y="5793124"/>
                  </a:lnTo>
                  <a:lnTo>
                    <a:pt x="560562" y="5793124"/>
                  </a:lnTo>
                  <a:lnTo>
                    <a:pt x="560687" y="5793124"/>
                  </a:lnTo>
                  <a:lnTo>
                    <a:pt x="560812" y="5793124"/>
                  </a:lnTo>
                  <a:lnTo>
                    <a:pt x="560937" y="5793124"/>
                  </a:lnTo>
                  <a:lnTo>
                    <a:pt x="561062" y="5793124"/>
                  </a:lnTo>
                  <a:lnTo>
                    <a:pt x="561187" y="5793124"/>
                  </a:lnTo>
                  <a:lnTo>
                    <a:pt x="561312" y="5793124"/>
                  </a:lnTo>
                  <a:lnTo>
                    <a:pt x="561437" y="5793124"/>
                  </a:lnTo>
                  <a:lnTo>
                    <a:pt x="561562" y="5793124"/>
                  </a:lnTo>
                  <a:lnTo>
                    <a:pt x="561687" y="5793124"/>
                  </a:lnTo>
                  <a:lnTo>
                    <a:pt x="561812" y="5793124"/>
                  </a:lnTo>
                  <a:lnTo>
                    <a:pt x="561937" y="5793124"/>
                  </a:lnTo>
                  <a:lnTo>
                    <a:pt x="562062" y="5793124"/>
                  </a:lnTo>
                  <a:lnTo>
                    <a:pt x="562187" y="5793124"/>
                  </a:lnTo>
                  <a:lnTo>
                    <a:pt x="562312" y="5793124"/>
                  </a:lnTo>
                  <a:lnTo>
                    <a:pt x="562438" y="5793124"/>
                  </a:lnTo>
                  <a:lnTo>
                    <a:pt x="562563" y="5793124"/>
                  </a:lnTo>
                  <a:lnTo>
                    <a:pt x="562688" y="5793124"/>
                  </a:lnTo>
                  <a:lnTo>
                    <a:pt x="562813" y="5793124"/>
                  </a:lnTo>
                  <a:lnTo>
                    <a:pt x="562938" y="5793124"/>
                  </a:lnTo>
                  <a:lnTo>
                    <a:pt x="563063" y="5793124"/>
                  </a:lnTo>
                  <a:lnTo>
                    <a:pt x="563188" y="5793124"/>
                  </a:lnTo>
                  <a:lnTo>
                    <a:pt x="563313" y="5793124"/>
                  </a:lnTo>
                  <a:lnTo>
                    <a:pt x="563438" y="5793124"/>
                  </a:lnTo>
                  <a:lnTo>
                    <a:pt x="563563" y="5793124"/>
                  </a:lnTo>
                  <a:lnTo>
                    <a:pt x="563688" y="5793124"/>
                  </a:lnTo>
                  <a:lnTo>
                    <a:pt x="563813" y="5793124"/>
                  </a:lnTo>
                  <a:lnTo>
                    <a:pt x="563938" y="5793124"/>
                  </a:lnTo>
                  <a:lnTo>
                    <a:pt x="564063" y="5793124"/>
                  </a:lnTo>
                  <a:lnTo>
                    <a:pt x="564188" y="5793124"/>
                  </a:lnTo>
                  <a:lnTo>
                    <a:pt x="564313" y="5793124"/>
                  </a:lnTo>
                  <a:lnTo>
                    <a:pt x="564438" y="5793124"/>
                  </a:lnTo>
                  <a:lnTo>
                    <a:pt x="564563" y="5793124"/>
                  </a:lnTo>
                  <a:lnTo>
                    <a:pt x="564688" y="5793124"/>
                  </a:lnTo>
                  <a:lnTo>
                    <a:pt x="564688" y="5783170"/>
                  </a:lnTo>
                  <a:lnTo>
                    <a:pt x="564813" y="5783170"/>
                  </a:lnTo>
                  <a:lnTo>
                    <a:pt x="564938" y="5783170"/>
                  </a:lnTo>
                  <a:lnTo>
                    <a:pt x="565063" y="5783170"/>
                  </a:lnTo>
                  <a:lnTo>
                    <a:pt x="565188" y="5783170"/>
                  </a:lnTo>
                  <a:lnTo>
                    <a:pt x="565313" y="5783170"/>
                  </a:lnTo>
                  <a:lnTo>
                    <a:pt x="565439" y="5783170"/>
                  </a:lnTo>
                  <a:lnTo>
                    <a:pt x="565564" y="5783170"/>
                  </a:lnTo>
                  <a:lnTo>
                    <a:pt x="565689" y="5783170"/>
                  </a:lnTo>
                  <a:lnTo>
                    <a:pt x="565814" y="5783170"/>
                  </a:lnTo>
                  <a:lnTo>
                    <a:pt x="565939" y="5783170"/>
                  </a:lnTo>
                  <a:lnTo>
                    <a:pt x="566064" y="5783170"/>
                  </a:lnTo>
                  <a:lnTo>
                    <a:pt x="566189" y="5783170"/>
                  </a:lnTo>
                  <a:lnTo>
                    <a:pt x="566314" y="5783170"/>
                  </a:lnTo>
                  <a:lnTo>
                    <a:pt x="566439" y="5783170"/>
                  </a:lnTo>
                  <a:lnTo>
                    <a:pt x="566564" y="5783170"/>
                  </a:lnTo>
                  <a:lnTo>
                    <a:pt x="566689" y="5783170"/>
                  </a:lnTo>
                  <a:lnTo>
                    <a:pt x="566814" y="5783170"/>
                  </a:lnTo>
                  <a:lnTo>
                    <a:pt x="566939" y="5783170"/>
                  </a:lnTo>
                  <a:lnTo>
                    <a:pt x="567064" y="5783170"/>
                  </a:lnTo>
                  <a:lnTo>
                    <a:pt x="567189" y="5783170"/>
                  </a:lnTo>
                  <a:lnTo>
                    <a:pt x="567314" y="5783170"/>
                  </a:lnTo>
                  <a:lnTo>
                    <a:pt x="567439" y="5783170"/>
                  </a:lnTo>
                  <a:lnTo>
                    <a:pt x="567564" y="5783170"/>
                  </a:lnTo>
                  <a:lnTo>
                    <a:pt x="567689" y="5783170"/>
                  </a:lnTo>
                  <a:lnTo>
                    <a:pt x="567814" y="5783170"/>
                  </a:lnTo>
                  <a:lnTo>
                    <a:pt x="567939" y="5783170"/>
                  </a:lnTo>
                  <a:lnTo>
                    <a:pt x="568064" y="5783170"/>
                  </a:lnTo>
                  <a:lnTo>
                    <a:pt x="568189" y="5783170"/>
                  </a:lnTo>
                  <a:lnTo>
                    <a:pt x="568314" y="5783170"/>
                  </a:lnTo>
                  <a:lnTo>
                    <a:pt x="568440" y="5783170"/>
                  </a:lnTo>
                  <a:lnTo>
                    <a:pt x="568565" y="5783170"/>
                  </a:lnTo>
                  <a:lnTo>
                    <a:pt x="568690" y="5783170"/>
                  </a:lnTo>
                  <a:lnTo>
                    <a:pt x="568815" y="5783170"/>
                  </a:lnTo>
                  <a:lnTo>
                    <a:pt x="568940" y="5783170"/>
                  </a:lnTo>
                  <a:lnTo>
                    <a:pt x="569065" y="5783170"/>
                  </a:lnTo>
                  <a:lnTo>
                    <a:pt x="569190" y="5783170"/>
                  </a:lnTo>
                  <a:lnTo>
                    <a:pt x="569315" y="5783170"/>
                  </a:lnTo>
                  <a:lnTo>
                    <a:pt x="569440" y="5783170"/>
                  </a:lnTo>
                  <a:lnTo>
                    <a:pt x="569565" y="5783170"/>
                  </a:lnTo>
                  <a:lnTo>
                    <a:pt x="569690" y="5783170"/>
                  </a:lnTo>
                  <a:lnTo>
                    <a:pt x="569815" y="5783170"/>
                  </a:lnTo>
                  <a:lnTo>
                    <a:pt x="569940" y="5783170"/>
                  </a:lnTo>
                  <a:lnTo>
                    <a:pt x="570065" y="5783170"/>
                  </a:lnTo>
                  <a:lnTo>
                    <a:pt x="570190" y="5783170"/>
                  </a:lnTo>
                  <a:lnTo>
                    <a:pt x="570315" y="5783170"/>
                  </a:lnTo>
                  <a:lnTo>
                    <a:pt x="570440" y="5783170"/>
                  </a:lnTo>
                  <a:lnTo>
                    <a:pt x="570565" y="5783170"/>
                  </a:lnTo>
                  <a:lnTo>
                    <a:pt x="570690" y="5783170"/>
                  </a:lnTo>
                  <a:lnTo>
                    <a:pt x="570815" y="5783170"/>
                  </a:lnTo>
                  <a:lnTo>
                    <a:pt x="570940" y="5783170"/>
                  </a:lnTo>
                  <a:lnTo>
                    <a:pt x="571065" y="5783170"/>
                  </a:lnTo>
                  <a:lnTo>
                    <a:pt x="571190" y="5783170"/>
                  </a:lnTo>
                  <a:lnTo>
                    <a:pt x="571315" y="5783170"/>
                  </a:lnTo>
                  <a:lnTo>
                    <a:pt x="571441" y="5783170"/>
                  </a:lnTo>
                  <a:lnTo>
                    <a:pt x="571566" y="5783170"/>
                  </a:lnTo>
                  <a:lnTo>
                    <a:pt x="571691" y="5783170"/>
                  </a:lnTo>
                  <a:lnTo>
                    <a:pt x="571816" y="5783170"/>
                  </a:lnTo>
                  <a:lnTo>
                    <a:pt x="571941" y="5783170"/>
                  </a:lnTo>
                  <a:lnTo>
                    <a:pt x="572066" y="5783170"/>
                  </a:lnTo>
                  <a:lnTo>
                    <a:pt x="572191" y="5783170"/>
                  </a:lnTo>
                  <a:lnTo>
                    <a:pt x="572316" y="5783170"/>
                  </a:lnTo>
                  <a:lnTo>
                    <a:pt x="572441" y="5783170"/>
                  </a:lnTo>
                  <a:lnTo>
                    <a:pt x="572566" y="5783170"/>
                  </a:lnTo>
                  <a:lnTo>
                    <a:pt x="572691" y="5783170"/>
                  </a:lnTo>
                  <a:lnTo>
                    <a:pt x="572816" y="5783170"/>
                  </a:lnTo>
                  <a:lnTo>
                    <a:pt x="572941" y="5783170"/>
                  </a:lnTo>
                  <a:lnTo>
                    <a:pt x="573066" y="5783170"/>
                  </a:lnTo>
                  <a:lnTo>
                    <a:pt x="573191" y="5783170"/>
                  </a:lnTo>
                  <a:lnTo>
                    <a:pt x="573316" y="5783170"/>
                  </a:lnTo>
                  <a:lnTo>
                    <a:pt x="573441" y="5783170"/>
                  </a:lnTo>
                  <a:lnTo>
                    <a:pt x="573566" y="5783170"/>
                  </a:lnTo>
                  <a:lnTo>
                    <a:pt x="573691" y="5783170"/>
                  </a:lnTo>
                  <a:lnTo>
                    <a:pt x="573816" y="5783170"/>
                  </a:lnTo>
                  <a:lnTo>
                    <a:pt x="573941" y="5783170"/>
                  </a:lnTo>
                  <a:lnTo>
                    <a:pt x="574066" y="5783170"/>
                  </a:lnTo>
                  <a:lnTo>
                    <a:pt x="574191" y="5783170"/>
                  </a:lnTo>
                  <a:lnTo>
                    <a:pt x="574316" y="5783170"/>
                  </a:lnTo>
                  <a:lnTo>
                    <a:pt x="574442" y="5783170"/>
                  </a:lnTo>
                  <a:lnTo>
                    <a:pt x="574567" y="5783170"/>
                  </a:lnTo>
                  <a:lnTo>
                    <a:pt x="574692" y="5783170"/>
                  </a:lnTo>
                  <a:lnTo>
                    <a:pt x="574817" y="5783170"/>
                  </a:lnTo>
                  <a:lnTo>
                    <a:pt x="574942" y="5783170"/>
                  </a:lnTo>
                  <a:lnTo>
                    <a:pt x="575067" y="5783170"/>
                  </a:lnTo>
                  <a:lnTo>
                    <a:pt x="575192" y="5783170"/>
                  </a:lnTo>
                  <a:lnTo>
                    <a:pt x="575317" y="5783170"/>
                  </a:lnTo>
                  <a:lnTo>
                    <a:pt x="575442" y="5783170"/>
                  </a:lnTo>
                  <a:lnTo>
                    <a:pt x="575567" y="5783170"/>
                  </a:lnTo>
                  <a:lnTo>
                    <a:pt x="575692" y="5783170"/>
                  </a:lnTo>
                  <a:lnTo>
                    <a:pt x="575817" y="5783170"/>
                  </a:lnTo>
                  <a:lnTo>
                    <a:pt x="575942" y="5783170"/>
                  </a:lnTo>
                  <a:lnTo>
                    <a:pt x="576067" y="5783170"/>
                  </a:lnTo>
                  <a:lnTo>
                    <a:pt x="576192" y="5783170"/>
                  </a:lnTo>
                  <a:lnTo>
                    <a:pt x="576317" y="5783170"/>
                  </a:lnTo>
                  <a:lnTo>
                    <a:pt x="576442" y="5783170"/>
                  </a:lnTo>
                  <a:lnTo>
                    <a:pt x="576567" y="5783170"/>
                  </a:lnTo>
                  <a:lnTo>
                    <a:pt x="576692" y="5783170"/>
                  </a:lnTo>
                  <a:lnTo>
                    <a:pt x="576817" y="5783170"/>
                  </a:lnTo>
                  <a:lnTo>
                    <a:pt x="576942" y="5783170"/>
                  </a:lnTo>
                  <a:lnTo>
                    <a:pt x="577067" y="5783170"/>
                  </a:lnTo>
                  <a:lnTo>
                    <a:pt x="577192" y="5783170"/>
                  </a:lnTo>
                  <a:lnTo>
                    <a:pt x="577317" y="5783170"/>
                  </a:lnTo>
                  <a:lnTo>
                    <a:pt x="577443" y="5783170"/>
                  </a:lnTo>
                  <a:lnTo>
                    <a:pt x="577568" y="5783170"/>
                  </a:lnTo>
                  <a:lnTo>
                    <a:pt x="577693" y="5783170"/>
                  </a:lnTo>
                  <a:lnTo>
                    <a:pt x="577818" y="5783170"/>
                  </a:lnTo>
                  <a:lnTo>
                    <a:pt x="577943" y="5783170"/>
                  </a:lnTo>
                  <a:lnTo>
                    <a:pt x="578068" y="5783170"/>
                  </a:lnTo>
                  <a:lnTo>
                    <a:pt x="578193" y="5783170"/>
                  </a:lnTo>
                  <a:lnTo>
                    <a:pt x="578318" y="5783170"/>
                  </a:lnTo>
                  <a:lnTo>
                    <a:pt x="578443" y="5783170"/>
                  </a:lnTo>
                  <a:lnTo>
                    <a:pt x="578568" y="5783170"/>
                  </a:lnTo>
                  <a:lnTo>
                    <a:pt x="578693" y="5783170"/>
                  </a:lnTo>
                  <a:lnTo>
                    <a:pt x="578818" y="5783170"/>
                  </a:lnTo>
                  <a:lnTo>
                    <a:pt x="578943" y="5783170"/>
                  </a:lnTo>
                  <a:lnTo>
                    <a:pt x="579068" y="5783170"/>
                  </a:lnTo>
                  <a:lnTo>
                    <a:pt x="579193" y="5783170"/>
                  </a:lnTo>
                  <a:lnTo>
                    <a:pt x="579318" y="5783170"/>
                  </a:lnTo>
                  <a:lnTo>
                    <a:pt x="579443" y="5783170"/>
                  </a:lnTo>
                  <a:lnTo>
                    <a:pt x="579568" y="5783170"/>
                  </a:lnTo>
                  <a:lnTo>
                    <a:pt x="579693" y="5783170"/>
                  </a:lnTo>
                  <a:lnTo>
                    <a:pt x="579818" y="5783170"/>
                  </a:lnTo>
                  <a:lnTo>
                    <a:pt x="579943" y="5783170"/>
                  </a:lnTo>
                  <a:lnTo>
                    <a:pt x="580068" y="5783170"/>
                  </a:lnTo>
                  <a:lnTo>
                    <a:pt x="580193" y="5783170"/>
                  </a:lnTo>
                  <a:lnTo>
                    <a:pt x="580318" y="5783170"/>
                  </a:lnTo>
                  <a:lnTo>
                    <a:pt x="580318" y="5773217"/>
                  </a:lnTo>
                  <a:lnTo>
                    <a:pt x="580444" y="5773217"/>
                  </a:lnTo>
                  <a:lnTo>
                    <a:pt x="580569" y="5773217"/>
                  </a:lnTo>
                  <a:lnTo>
                    <a:pt x="580694" y="5773217"/>
                  </a:lnTo>
                  <a:lnTo>
                    <a:pt x="580819" y="5773217"/>
                  </a:lnTo>
                  <a:lnTo>
                    <a:pt x="580944" y="5773217"/>
                  </a:lnTo>
                  <a:lnTo>
                    <a:pt x="581069" y="5773217"/>
                  </a:lnTo>
                  <a:lnTo>
                    <a:pt x="581194" y="5773217"/>
                  </a:lnTo>
                  <a:lnTo>
                    <a:pt x="581319" y="5773217"/>
                  </a:lnTo>
                  <a:lnTo>
                    <a:pt x="581444" y="5773217"/>
                  </a:lnTo>
                  <a:lnTo>
                    <a:pt x="581569" y="5773217"/>
                  </a:lnTo>
                  <a:lnTo>
                    <a:pt x="581694" y="5773217"/>
                  </a:lnTo>
                  <a:lnTo>
                    <a:pt x="581819" y="5773217"/>
                  </a:lnTo>
                  <a:lnTo>
                    <a:pt x="581944" y="5773217"/>
                  </a:lnTo>
                  <a:lnTo>
                    <a:pt x="582069" y="5773217"/>
                  </a:lnTo>
                  <a:lnTo>
                    <a:pt x="582194" y="5773217"/>
                  </a:lnTo>
                  <a:lnTo>
                    <a:pt x="582319" y="5773217"/>
                  </a:lnTo>
                  <a:lnTo>
                    <a:pt x="582444" y="5773217"/>
                  </a:lnTo>
                  <a:lnTo>
                    <a:pt x="582569" y="5773217"/>
                  </a:lnTo>
                  <a:lnTo>
                    <a:pt x="582694" y="5773217"/>
                  </a:lnTo>
                  <a:lnTo>
                    <a:pt x="582819" y="5773217"/>
                  </a:lnTo>
                  <a:lnTo>
                    <a:pt x="582944" y="5773217"/>
                  </a:lnTo>
                  <a:lnTo>
                    <a:pt x="583069" y="5773217"/>
                  </a:lnTo>
                  <a:lnTo>
                    <a:pt x="583194" y="5773217"/>
                  </a:lnTo>
                  <a:lnTo>
                    <a:pt x="583320" y="5773217"/>
                  </a:lnTo>
                  <a:lnTo>
                    <a:pt x="583445" y="5773217"/>
                  </a:lnTo>
                  <a:lnTo>
                    <a:pt x="583570" y="5773217"/>
                  </a:lnTo>
                  <a:lnTo>
                    <a:pt x="583695" y="5773217"/>
                  </a:lnTo>
                  <a:lnTo>
                    <a:pt x="583820" y="5773217"/>
                  </a:lnTo>
                  <a:lnTo>
                    <a:pt x="583945" y="5773217"/>
                  </a:lnTo>
                  <a:lnTo>
                    <a:pt x="584070" y="5773217"/>
                  </a:lnTo>
                  <a:lnTo>
                    <a:pt x="584195" y="5773217"/>
                  </a:lnTo>
                  <a:lnTo>
                    <a:pt x="584320" y="5773217"/>
                  </a:lnTo>
                  <a:lnTo>
                    <a:pt x="584445" y="5773217"/>
                  </a:lnTo>
                  <a:lnTo>
                    <a:pt x="584570" y="5773217"/>
                  </a:lnTo>
                  <a:lnTo>
                    <a:pt x="584695" y="5773217"/>
                  </a:lnTo>
                  <a:lnTo>
                    <a:pt x="584820" y="5773217"/>
                  </a:lnTo>
                  <a:lnTo>
                    <a:pt x="584945" y="5773217"/>
                  </a:lnTo>
                  <a:lnTo>
                    <a:pt x="585070" y="5773217"/>
                  </a:lnTo>
                  <a:lnTo>
                    <a:pt x="585195" y="5773217"/>
                  </a:lnTo>
                  <a:lnTo>
                    <a:pt x="585320" y="5773217"/>
                  </a:lnTo>
                  <a:lnTo>
                    <a:pt x="585445" y="5773217"/>
                  </a:lnTo>
                  <a:lnTo>
                    <a:pt x="585570" y="5773217"/>
                  </a:lnTo>
                  <a:lnTo>
                    <a:pt x="585695" y="5773217"/>
                  </a:lnTo>
                  <a:lnTo>
                    <a:pt x="585820" y="5773217"/>
                  </a:lnTo>
                  <a:lnTo>
                    <a:pt x="585945" y="5773217"/>
                  </a:lnTo>
                  <a:lnTo>
                    <a:pt x="586070" y="5773217"/>
                  </a:lnTo>
                  <a:lnTo>
                    <a:pt x="586195" y="5773217"/>
                  </a:lnTo>
                  <a:lnTo>
                    <a:pt x="586321" y="5773217"/>
                  </a:lnTo>
                  <a:lnTo>
                    <a:pt x="586446" y="5773217"/>
                  </a:lnTo>
                  <a:lnTo>
                    <a:pt x="586571" y="5773217"/>
                  </a:lnTo>
                  <a:lnTo>
                    <a:pt x="586696" y="5773217"/>
                  </a:lnTo>
                  <a:lnTo>
                    <a:pt x="586821" y="5773217"/>
                  </a:lnTo>
                  <a:lnTo>
                    <a:pt x="586946" y="5773217"/>
                  </a:lnTo>
                  <a:lnTo>
                    <a:pt x="587071" y="5773217"/>
                  </a:lnTo>
                  <a:lnTo>
                    <a:pt x="587196" y="5773217"/>
                  </a:lnTo>
                  <a:lnTo>
                    <a:pt x="587321" y="5773217"/>
                  </a:lnTo>
                  <a:lnTo>
                    <a:pt x="587446" y="5773217"/>
                  </a:lnTo>
                  <a:lnTo>
                    <a:pt x="587571" y="5773217"/>
                  </a:lnTo>
                  <a:lnTo>
                    <a:pt x="587696" y="5773217"/>
                  </a:lnTo>
                  <a:lnTo>
                    <a:pt x="587821" y="5773217"/>
                  </a:lnTo>
                  <a:lnTo>
                    <a:pt x="587946" y="5773217"/>
                  </a:lnTo>
                  <a:lnTo>
                    <a:pt x="588071" y="5773217"/>
                  </a:lnTo>
                  <a:lnTo>
                    <a:pt x="588196" y="5773217"/>
                  </a:lnTo>
                  <a:lnTo>
                    <a:pt x="588321" y="5773217"/>
                  </a:lnTo>
                  <a:lnTo>
                    <a:pt x="588446" y="5773217"/>
                  </a:lnTo>
                  <a:lnTo>
                    <a:pt x="588571" y="5773217"/>
                  </a:lnTo>
                  <a:lnTo>
                    <a:pt x="588696" y="5773217"/>
                  </a:lnTo>
                  <a:lnTo>
                    <a:pt x="588821" y="5773217"/>
                  </a:lnTo>
                  <a:lnTo>
                    <a:pt x="588946" y="5773217"/>
                  </a:lnTo>
                  <a:lnTo>
                    <a:pt x="589071" y="5773217"/>
                  </a:lnTo>
                  <a:lnTo>
                    <a:pt x="589196" y="5773217"/>
                  </a:lnTo>
                  <a:lnTo>
                    <a:pt x="589322" y="5773217"/>
                  </a:lnTo>
                  <a:lnTo>
                    <a:pt x="589447" y="5773217"/>
                  </a:lnTo>
                  <a:lnTo>
                    <a:pt x="589572" y="5773217"/>
                  </a:lnTo>
                  <a:lnTo>
                    <a:pt x="589697" y="5773217"/>
                  </a:lnTo>
                  <a:lnTo>
                    <a:pt x="589822" y="5773217"/>
                  </a:lnTo>
                  <a:lnTo>
                    <a:pt x="589947" y="5773217"/>
                  </a:lnTo>
                  <a:lnTo>
                    <a:pt x="590072" y="5773217"/>
                  </a:lnTo>
                  <a:lnTo>
                    <a:pt x="590197" y="5773217"/>
                  </a:lnTo>
                  <a:lnTo>
                    <a:pt x="590322" y="5773217"/>
                  </a:lnTo>
                  <a:lnTo>
                    <a:pt x="590447" y="5773217"/>
                  </a:lnTo>
                  <a:lnTo>
                    <a:pt x="590572" y="5773217"/>
                  </a:lnTo>
                  <a:lnTo>
                    <a:pt x="590697" y="5773217"/>
                  </a:lnTo>
                  <a:lnTo>
                    <a:pt x="590822" y="5773217"/>
                  </a:lnTo>
                  <a:lnTo>
                    <a:pt x="590947" y="5773217"/>
                  </a:lnTo>
                  <a:lnTo>
                    <a:pt x="591072" y="5773217"/>
                  </a:lnTo>
                  <a:lnTo>
                    <a:pt x="591197" y="5773217"/>
                  </a:lnTo>
                  <a:lnTo>
                    <a:pt x="591322" y="5773217"/>
                  </a:lnTo>
                  <a:lnTo>
                    <a:pt x="591447" y="5773217"/>
                  </a:lnTo>
                  <a:lnTo>
                    <a:pt x="591572" y="5773217"/>
                  </a:lnTo>
                  <a:lnTo>
                    <a:pt x="591697" y="5773217"/>
                  </a:lnTo>
                  <a:lnTo>
                    <a:pt x="591822" y="5773217"/>
                  </a:lnTo>
                  <a:lnTo>
                    <a:pt x="591947" y="5773217"/>
                  </a:lnTo>
                  <a:lnTo>
                    <a:pt x="592072" y="5773217"/>
                  </a:lnTo>
                  <a:lnTo>
                    <a:pt x="592197" y="5773217"/>
                  </a:lnTo>
                  <a:lnTo>
                    <a:pt x="592323" y="5773217"/>
                  </a:lnTo>
                  <a:lnTo>
                    <a:pt x="592448" y="5773217"/>
                  </a:lnTo>
                  <a:lnTo>
                    <a:pt x="592573" y="5773217"/>
                  </a:lnTo>
                  <a:lnTo>
                    <a:pt x="592698" y="5773217"/>
                  </a:lnTo>
                  <a:lnTo>
                    <a:pt x="592823" y="5773217"/>
                  </a:lnTo>
                  <a:lnTo>
                    <a:pt x="592948" y="5773217"/>
                  </a:lnTo>
                  <a:lnTo>
                    <a:pt x="593073" y="5773217"/>
                  </a:lnTo>
                  <a:lnTo>
                    <a:pt x="593198" y="5773217"/>
                  </a:lnTo>
                  <a:lnTo>
                    <a:pt x="593323" y="5773217"/>
                  </a:lnTo>
                  <a:lnTo>
                    <a:pt x="593448" y="5773217"/>
                  </a:lnTo>
                  <a:lnTo>
                    <a:pt x="593573" y="5773217"/>
                  </a:lnTo>
                  <a:lnTo>
                    <a:pt x="593698" y="5773217"/>
                  </a:lnTo>
                  <a:lnTo>
                    <a:pt x="593823" y="5773217"/>
                  </a:lnTo>
                  <a:lnTo>
                    <a:pt x="593948" y="5773217"/>
                  </a:lnTo>
                  <a:lnTo>
                    <a:pt x="594073" y="5773217"/>
                  </a:lnTo>
                  <a:lnTo>
                    <a:pt x="594198" y="5773217"/>
                  </a:lnTo>
                  <a:lnTo>
                    <a:pt x="594323" y="5773217"/>
                  </a:lnTo>
                  <a:lnTo>
                    <a:pt x="594448" y="5773217"/>
                  </a:lnTo>
                  <a:lnTo>
                    <a:pt x="594573" y="5773217"/>
                  </a:lnTo>
                  <a:lnTo>
                    <a:pt x="594698" y="5773217"/>
                  </a:lnTo>
                  <a:lnTo>
                    <a:pt x="594823" y="5773217"/>
                  </a:lnTo>
                  <a:lnTo>
                    <a:pt x="594948" y="5773217"/>
                  </a:lnTo>
                  <a:lnTo>
                    <a:pt x="595073" y="5773217"/>
                  </a:lnTo>
                  <a:lnTo>
                    <a:pt x="595198" y="5773217"/>
                  </a:lnTo>
                  <a:lnTo>
                    <a:pt x="595324" y="5773217"/>
                  </a:lnTo>
                  <a:lnTo>
                    <a:pt x="595449" y="5773217"/>
                  </a:lnTo>
                  <a:lnTo>
                    <a:pt x="595574" y="5773217"/>
                  </a:lnTo>
                  <a:lnTo>
                    <a:pt x="595699" y="5773217"/>
                  </a:lnTo>
                  <a:lnTo>
                    <a:pt x="595824" y="5773217"/>
                  </a:lnTo>
                  <a:lnTo>
                    <a:pt x="595949" y="5773217"/>
                  </a:lnTo>
                  <a:lnTo>
                    <a:pt x="596074" y="5773217"/>
                  </a:lnTo>
                  <a:lnTo>
                    <a:pt x="596199" y="5773217"/>
                  </a:lnTo>
                  <a:lnTo>
                    <a:pt x="596324" y="5773217"/>
                  </a:lnTo>
                  <a:lnTo>
                    <a:pt x="596449" y="5773217"/>
                  </a:lnTo>
                  <a:lnTo>
                    <a:pt x="596574" y="5773217"/>
                  </a:lnTo>
                  <a:lnTo>
                    <a:pt x="596699" y="5773217"/>
                  </a:lnTo>
                  <a:lnTo>
                    <a:pt x="596824" y="5773217"/>
                  </a:lnTo>
                  <a:lnTo>
                    <a:pt x="596949" y="5773217"/>
                  </a:lnTo>
                  <a:lnTo>
                    <a:pt x="597074" y="5773217"/>
                  </a:lnTo>
                  <a:lnTo>
                    <a:pt x="597074" y="5763263"/>
                  </a:lnTo>
                  <a:lnTo>
                    <a:pt x="597199" y="5763263"/>
                  </a:lnTo>
                  <a:lnTo>
                    <a:pt x="597324" y="5763263"/>
                  </a:lnTo>
                  <a:lnTo>
                    <a:pt x="597449" y="5763263"/>
                  </a:lnTo>
                  <a:lnTo>
                    <a:pt x="597574" y="5763263"/>
                  </a:lnTo>
                  <a:lnTo>
                    <a:pt x="597699" y="5763263"/>
                  </a:lnTo>
                  <a:lnTo>
                    <a:pt x="597824" y="5763263"/>
                  </a:lnTo>
                  <a:lnTo>
                    <a:pt x="597949" y="5763263"/>
                  </a:lnTo>
                  <a:lnTo>
                    <a:pt x="598074" y="5763263"/>
                  </a:lnTo>
                  <a:lnTo>
                    <a:pt x="598199" y="5763263"/>
                  </a:lnTo>
                  <a:lnTo>
                    <a:pt x="598325" y="5763263"/>
                  </a:lnTo>
                  <a:lnTo>
                    <a:pt x="598450" y="5763263"/>
                  </a:lnTo>
                  <a:lnTo>
                    <a:pt x="598575" y="5763263"/>
                  </a:lnTo>
                  <a:lnTo>
                    <a:pt x="598700" y="5763263"/>
                  </a:lnTo>
                  <a:lnTo>
                    <a:pt x="598825" y="5763263"/>
                  </a:lnTo>
                  <a:lnTo>
                    <a:pt x="598950" y="5763263"/>
                  </a:lnTo>
                  <a:lnTo>
                    <a:pt x="599075" y="5763263"/>
                  </a:lnTo>
                  <a:lnTo>
                    <a:pt x="599200" y="5763263"/>
                  </a:lnTo>
                  <a:lnTo>
                    <a:pt x="599325" y="5763263"/>
                  </a:lnTo>
                  <a:lnTo>
                    <a:pt x="599450" y="5763263"/>
                  </a:lnTo>
                  <a:lnTo>
                    <a:pt x="599575" y="5763263"/>
                  </a:lnTo>
                  <a:lnTo>
                    <a:pt x="599700" y="5763263"/>
                  </a:lnTo>
                  <a:lnTo>
                    <a:pt x="599825" y="5763263"/>
                  </a:lnTo>
                  <a:lnTo>
                    <a:pt x="599950" y="5763263"/>
                  </a:lnTo>
                  <a:lnTo>
                    <a:pt x="600075" y="5763263"/>
                  </a:lnTo>
                  <a:lnTo>
                    <a:pt x="600200" y="5763263"/>
                  </a:lnTo>
                  <a:lnTo>
                    <a:pt x="600325" y="5763263"/>
                  </a:lnTo>
                  <a:lnTo>
                    <a:pt x="600450" y="5763263"/>
                  </a:lnTo>
                  <a:lnTo>
                    <a:pt x="600575" y="5763263"/>
                  </a:lnTo>
                  <a:lnTo>
                    <a:pt x="600700" y="5763263"/>
                  </a:lnTo>
                  <a:lnTo>
                    <a:pt x="600825" y="5763263"/>
                  </a:lnTo>
                  <a:lnTo>
                    <a:pt x="600950" y="5763263"/>
                  </a:lnTo>
                  <a:lnTo>
                    <a:pt x="601075" y="5763263"/>
                  </a:lnTo>
                  <a:lnTo>
                    <a:pt x="601200" y="5763263"/>
                  </a:lnTo>
                  <a:lnTo>
                    <a:pt x="601326" y="5763263"/>
                  </a:lnTo>
                  <a:lnTo>
                    <a:pt x="601326" y="5753309"/>
                  </a:lnTo>
                  <a:lnTo>
                    <a:pt x="601451" y="5753309"/>
                  </a:lnTo>
                  <a:lnTo>
                    <a:pt x="601576" y="5753309"/>
                  </a:lnTo>
                  <a:lnTo>
                    <a:pt x="601701" y="5753309"/>
                  </a:lnTo>
                  <a:lnTo>
                    <a:pt x="601826" y="5753309"/>
                  </a:lnTo>
                  <a:lnTo>
                    <a:pt x="601951" y="5753309"/>
                  </a:lnTo>
                  <a:lnTo>
                    <a:pt x="602076" y="5753309"/>
                  </a:lnTo>
                  <a:lnTo>
                    <a:pt x="602201" y="5753309"/>
                  </a:lnTo>
                  <a:lnTo>
                    <a:pt x="602326" y="5753309"/>
                  </a:lnTo>
                  <a:lnTo>
                    <a:pt x="602451" y="5753309"/>
                  </a:lnTo>
                  <a:lnTo>
                    <a:pt x="602576" y="5753309"/>
                  </a:lnTo>
                  <a:lnTo>
                    <a:pt x="602701" y="5753309"/>
                  </a:lnTo>
                  <a:lnTo>
                    <a:pt x="602826" y="5753309"/>
                  </a:lnTo>
                  <a:lnTo>
                    <a:pt x="602951" y="5753309"/>
                  </a:lnTo>
                  <a:lnTo>
                    <a:pt x="603076" y="5753309"/>
                  </a:lnTo>
                  <a:lnTo>
                    <a:pt x="603201" y="5753309"/>
                  </a:lnTo>
                  <a:lnTo>
                    <a:pt x="603326" y="5753309"/>
                  </a:lnTo>
                  <a:lnTo>
                    <a:pt x="603451" y="5753309"/>
                  </a:lnTo>
                  <a:lnTo>
                    <a:pt x="603576" y="5753309"/>
                  </a:lnTo>
                  <a:lnTo>
                    <a:pt x="603701" y="5753309"/>
                  </a:lnTo>
                  <a:lnTo>
                    <a:pt x="603826" y="5753309"/>
                  </a:lnTo>
                  <a:lnTo>
                    <a:pt x="603951" y="5753309"/>
                  </a:lnTo>
                  <a:lnTo>
                    <a:pt x="604076" y="5753309"/>
                  </a:lnTo>
                  <a:lnTo>
                    <a:pt x="604201" y="5753309"/>
                  </a:lnTo>
                  <a:lnTo>
                    <a:pt x="604327" y="5753309"/>
                  </a:lnTo>
                  <a:lnTo>
                    <a:pt x="604452" y="5753309"/>
                  </a:lnTo>
                  <a:lnTo>
                    <a:pt x="604577" y="5753309"/>
                  </a:lnTo>
                  <a:lnTo>
                    <a:pt x="604702" y="5753309"/>
                  </a:lnTo>
                  <a:lnTo>
                    <a:pt x="604827" y="5753309"/>
                  </a:lnTo>
                  <a:lnTo>
                    <a:pt x="604952" y="5753309"/>
                  </a:lnTo>
                  <a:lnTo>
                    <a:pt x="605077" y="5753309"/>
                  </a:lnTo>
                  <a:lnTo>
                    <a:pt x="605202" y="5753309"/>
                  </a:lnTo>
                  <a:lnTo>
                    <a:pt x="605327" y="5753309"/>
                  </a:lnTo>
                  <a:lnTo>
                    <a:pt x="605452" y="5753309"/>
                  </a:lnTo>
                  <a:lnTo>
                    <a:pt x="605577" y="5753309"/>
                  </a:lnTo>
                  <a:lnTo>
                    <a:pt x="605702" y="5753309"/>
                  </a:lnTo>
                  <a:lnTo>
                    <a:pt x="605827" y="5753309"/>
                  </a:lnTo>
                  <a:lnTo>
                    <a:pt x="605952" y="5753309"/>
                  </a:lnTo>
                  <a:lnTo>
                    <a:pt x="606077" y="5753309"/>
                  </a:lnTo>
                  <a:lnTo>
                    <a:pt x="606202" y="5753309"/>
                  </a:lnTo>
                  <a:lnTo>
                    <a:pt x="606327" y="5753309"/>
                  </a:lnTo>
                  <a:lnTo>
                    <a:pt x="606452" y="5753309"/>
                  </a:lnTo>
                  <a:lnTo>
                    <a:pt x="606577" y="5753309"/>
                  </a:lnTo>
                  <a:lnTo>
                    <a:pt x="606702" y="5753309"/>
                  </a:lnTo>
                  <a:lnTo>
                    <a:pt x="606827" y="5753309"/>
                  </a:lnTo>
                  <a:lnTo>
                    <a:pt x="606952" y="5753309"/>
                  </a:lnTo>
                  <a:lnTo>
                    <a:pt x="607077" y="5753309"/>
                  </a:lnTo>
                  <a:lnTo>
                    <a:pt x="607202" y="5753309"/>
                  </a:lnTo>
                  <a:lnTo>
                    <a:pt x="607328" y="5753309"/>
                  </a:lnTo>
                  <a:lnTo>
                    <a:pt x="607328" y="5743355"/>
                  </a:lnTo>
                  <a:lnTo>
                    <a:pt x="607453" y="5743355"/>
                  </a:lnTo>
                  <a:lnTo>
                    <a:pt x="607578" y="5743355"/>
                  </a:lnTo>
                  <a:lnTo>
                    <a:pt x="607703" y="5743355"/>
                  </a:lnTo>
                  <a:lnTo>
                    <a:pt x="607828" y="5743355"/>
                  </a:lnTo>
                  <a:lnTo>
                    <a:pt x="607953" y="5743355"/>
                  </a:lnTo>
                  <a:lnTo>
                    <a:pt x="608078" y="5743355"/>
                  </a:lnTo>
                  <a:lnTo>
                    <a:pt x="608203" y="5743355"/>
                  </a:lnTo>
                  <a:lnTo>
                    <a:pt x="608328" y="5743355"/>
                  </a:lnTo>
                  <a:lnTo>
                    <a:pt x="608453" y="5743355"/>
                  </a:lnTo>
                  <a:lnTo>
                    <a:pt x="608578" y="5743355"/>
                  </a:lnTo>
                  <a:lnTo>
                    <a:pt x="608703" y="5743355"/>
                  </a:lnTo>
                  <a:lnTo>
                    <a:pt x="608828" y="5743355"/>
                  </a:lnTo>
                  <a:lnTo>
                    <a:pt x="608953" y="5743355"/>
                  </a:lnTo>
                  <a:lnTo>
                    <a:pt x="609078" y="5743355"/>
                  </a:lnTo>
                  <a:lnTo>
                    <a:pt x="609203" y="5743355"/>
                  </a:lnTo>
                  <a:lnTo>
                    <a:pt x="609328" y="5743355"/>
                  </a:lnTo>
                  <a:lnTo>
                    <a:pt x="609453" y="5743355"/>
                  </a:lnTo>
                  <a:lnTo>
                    <a:pt x="609578" y="5743355"/>
                  </a:lnTo>
                  <a:lnTo>
                    <a:pt x="609703" y="5743355"/>
                  </a:lnTo>
                  <a:lnTo>
                    <a:pt x="609828" y="5743355"/>
                  </a:lnTo>
                  <a:lnTo>
                    <a:pt x="609953" y="5743355"/>
                  </a:lnTo>
                  <a:lnTo>
                    <a:pt x="610078" y="5743355"/>
                  </a:lnTo>
                  <a:lnTo>
                    <a:pt x="610203" y="5743355"/>
                  </a:lnTo>
                  <a:lnTo>
                    <a:pt x="610329" y="5743355"/>
                  </a:lnTo>
                  <a:lnTo>
                    <a:pt x="610454" y="5743355"/>
                  </a:lnTo>
                  <a:lnTo>
                    <a:pt x="610579" y="5743355"/>
                  </a:lnTo>
                  <a:lnTo>
                    <a:pt x="610704" y="5743355"/>
                  </a:lnTo>
                  <a:lnTo>
                    <a:pt x="610829" y="5743355"/>
                  </a:lnTo>
                  <a:lnTo>
                    <a:pt x="610954" y="5743355"/>
                  </a:lnTo>
                  <a:lnTo>
                    <a:pt x="611079" y="5743355"/>
                  </a:lnTo>
                  <a:lnTo>
                    <a:pt x="611204" y="5743355"/>
                  </a:lnTo>
                  <a:lnTo>
                    <a:pt x="611329" y="5743355"/>
                  </a:lnTo>
                  <a:lnTo>
                    <a:pt x="611454" y="5743355"/>
                  </a:lnTo>
                  <a:lnTo>
                    <a:pt x="611579" y="5743355"/>
                  </a:lnTo>
                  <a:lnTo>
                    <a:pt x="611704" y="5743355"/>
                  </a:lnTo>
                  <a:lnTo>
                    <a:pt x="611829" y="5743355"/>
                  </a:lnTo>
                  <a:lnTo>
                    <a:pt x="611954" y="5743355"/>
                  </a:lnTo>
                  <a:lnTo>
                    <a:pt x="612079" y="5743355"/>
                  </a:lnTo>
                  <a:lnTo>
                    <a:pt x="612204" y="5743355"/>
                  </a:lnTo>
                  <a:lnTo>
                    <a:pt x="612329" y="5743355"/>
                  </a:lnTo>
                  <a:lnTo>
                    <a:pt x="612454" y="5743355"/>
                  </a:lnTo>
                  <a:lnTo>
                    <a:pt x="612579" y="5743355"/>
                  </a:lnTo>
                  <a:lnTo>
                    <a:pt x="612704" y="5743355"/>
                  </a:lnTo>
                  <a:lnTo>
                    <a:pt x="612829" y="5743355"/>
                  </a:lnTo>
                  <a:lnTo>
                    <a:pt x="612954" y="5743355"/>
                  </a:lnTo>
                  <a:lnTo>
                    <a:pt x="613079" y="5743355"/>
                  </a:lnTo>
                  <a:lnTo>
                    <a:pt x="613204" y="5743355"/>
                  </a:lnTo>
                  <a:lnTo>
                    <a:pt x="613330" y="5743355"/>
                  </a:lnTo>
                  <a:lnTo>
                    <a:pt x="613455" y="5743355"/>
                  </a:lnTo>
                  <a:lnTo>
                    <a:pt x="613580" y="5743355"/>
                  </a:lnTo>
                  <a:lnTo>
                    <a:pt x="613705" y="5743355"/>
                  </a:lnTo>
                  <a:lnTo>
                    <a:pt x="613830" y="5743355"/>
                  </a:lnTo>
                  <a:lnTo>
                    <a:pt x="613955" y="5743355"/>
                  </a:lnTo>
                  <a:lnTo>
                    <a:pt x="614080" y="5743355"/>
                  </a:lnTo>
                  <a:lnTo>
                    <a:pt x="614080" y="5733401"/>
                  </a:lnTo>
                  <a:lnTo>
                    <a:pt x="614205" y="5733401"/>
                  </a:lnTo>
                  <a:lnTo>
                    <a:pt x="614330" y="5733401"/>
                  </a:lnTo>
                  <a:lnTo>
                    <a:pt x="614455" y="5733401"/>
                  </a:lnTo>
                  <a:lnTo>
                    <a:pt x="614580" y="5733401"/>
                  </a:lnTo>
                  <a:lnTo>
                    <a:pt x="614705" y="5733401"/>
                  </a:lnTo>
                  <a:lnTo>
                    <a:pt x="614830" y="5733401"/>
                  </a:lnTo>
                  <a:lnTo>
                    <a:pt x="614955" y="5733401"/>
                  </a:lnTo>
                  <a:lnTo>
                    <a:pt x="615080" y="5733401"/>
                  </a:lnTo>
                  <a:lnTo>
                    <a:pt x="615205" y="5733401"/>
                  </a:lnTo>
                  <a:lnTo>
                    <a:pt x="615330" y="5733401"/>
                  </a:lnTo>
                  <a:lnTo>
                    <a:pt x="615455" y="5733401"/>
                  </a:lnTo>
                  <a:lnTo>
                    <a:pt x="615580" y="5733401"/>
                  </a:lnTo>
                  <a:lnTo>
                    <a:pt x="615705" y="5733401"/>
                  </a:lnTo>
                  <a:lnTo>
                    <a:pt x="615705" y="5723448"/>
                  </a:lnTo>
                  <a:lnTo>
                    <a:pt x="615830" y="5723448"/>
                  </a:lnTo>
                  <a:lnTo>
                    <a:pt x="615955" y="5723448"/>
                  </a:lnTo>
                  <a:lnTo>
                    <a:pt x="616080" y="5723448"/>
                  </a:lnTo>
                  <a:lnTo>
                    <a:pt x="616205" y="5723448"/>
                  </a:lnTo>
                  <a:lnTo>
                    <a:pt x="616331" y="5723448"/>
                  </a:lnTo>
                  <a:lnTo>
                    <a:pt x="616456" y="5723448"/>
                  </a:lnTo>
                  <a:lnTo>
                    <a:pt x="616581" y="5723448"/>
                  </a:lnTo>
                  <a:lnTo>
                    <a:pt x="616706" y="5723448"/>
                  </a:lnTo>
                  <a:lnTo>
                    <a:pt x="616831" y="5723448"/>
                  </a:lnTo>
                  <a:lnTo>
                    <a:pt x="616956" y="5723448"/>
                  </a:lnTo>
                  <a:lnTo>
                    <a:pt x="617081" y="5723448"/>
                  </a:lnTo>
                  <a:lnTo>
                    <a:pt x="617206" y="5723448"/>
                  </a:lnTo>
                  <a:lnTo>
                    <a:pt x="617331" y="5723448"/>
                  </a:lnTo>
                  <a:lnTo>
                    <a:pt x="617456" y="5723448"/>
                  </a:lnTo>
                  <a:lnTo>
                    <a:pt x="617581" y="5723448"/>
                  </a:lnTo>
                  <a:lnTo>
                    <a:pt x="617706" y="5723448"/>
                  </a:lnTo>
                  <a:lnTo>
                    <a:pt x="617831" y="5723448"/>
                  </a:lnTo>
                  <a:lnTo>
                    <a:pt x="617956" y="5723448"/>
                  </a:lnTo>
                  <a:lnTo>
                    <a:pt x="618081" y="5723448"/>
                  </a:lnTo>
                  <a:lnTo>
                    <a:pt x="618206" y="5723448"/>
                  </a:lnTo>
                  <a:lnTo>
                    <a:pt x="618331" y="5723448"/>
                  </a:lnTo>
                  <a:lnTo>
                    <a:pt x="618456" y="5723448"/>
                  </a:lnTo>
                  <a:lnTo>
                    <a:pt x="618581" y="5723448"/>
                  </a:lnTo>
                  <a:lnTo>
                    <a:pt x="618706" y="5723448"/>
                  </a:lnTo>
                  <a:lnTo>
                    <a:pt x="618831" y="5723448"/>
                  </a:lnTo>
                  <a:lnTo>
                    <a:pt x="618956" y="5723448"/>
                  </a:lnTo>
                  <a:lnTo>
                    <a:pt x="619081" y="5723448"/>
                  </a:lnTo>
                  <a:lnTo>
                    <a:pt x="619206" y="5723448"/>
                  </a:lnTo>
                  <a:lnTo>
                    <a:pt x="619332" y="5723448"/>
                  </a:lnTo>
                  <a:lnTo>
                    <a:pt x="619457" y="5723448"/>
                  </a:lnTo>
                  <a:lnTo>
                    <a:pt x="619582" y="5723448"/>
                  </a:lnTo>
                  <a:lnTo>
                    <a:pt x="619707" y="5723448"/>
                  </a:lnTo>
                  <a:lnTo>
                    <a:pt x="619832" y="5723448"/>
                  </a:lnTo>
                  <a:lnTo>
                    <a:pt x="619957" y="5723448"/>
                  </a:lnTo>
                  <a:lnTo>
                    <a:pt x="620082" y="5723448"/>
                  </a:lnTo>
                  <a:lnTo>
                    <a:pt x="620207" y="5723448"/>
                  </a:lnTo>
                  <a:lnTo>
                    <a:pt x="620332" y="5723448"/>
                  </a:lnTo>
                  <a:lnTo>
                    <a:pt x="620457" y="5723448"/>
                  </a:lnTo>
                  <a:lnTo>
                    <a:pt x="620582" y="5723448"/>
                  </a:lnTo>
                  <a:lnTo>
                    <a:pt x="620707" y="5723448"/>
                  </a:lnTo>
                  <a:lnTo>
                    <a:pt x="620707" y="5713494"/>
                  </a:lnTo>
                  <a:lnTo>
                    <a:pt x="620832" y="5713494"/>
                  </a:lnTo>
                  <a:lnTo>
                    <a:pt x="620957" y="5713494"/>
                  </a:lnTo>
                  <a:lnTo>
                    <a:pt x="621082" y="5713494"/>
                  </a:lnTo>
                  <a:lnTo>
                    <a:pt x="621207" y="5713494"/>
                  </a:lnTo>
                  <a:lnTo>
                    <a:pt x="621332" y="5713494"/>
                  </a:lnTo>
                  <a:lnTo>
                    <a:pt x="621457" y="5713494"/>
                  </a:lnTo>
                  <a:lnTo>
                    <a:pt x="621582" y="5713494"/>
                  </a:lnTo>
                  <a:lnTo>
                    <a:pt x="621707" y="5713494"/>
                  </a:lnTo>
                  <a:lnTo>
                    <a:pt x="621832" y="5713494"/>
                  </a:lnTo>
                  <a:lnTo>
                    <a:pt x="621957" y="5713494"/>
                  </a:lnTo>
                  <a:lnTo>
                    <a:pt x="622082" y="5713494"/>
                  </a:lnTo>
                  <a:lnTo>
                    <a:pt x="622208" y="5713494"/>
                  </a:lnTo>
                  <a:lnTo>
                    <a:pt x="622333" y="5713494"/>
                  </a:lnTo>
                  <a:lnTo>
                    <a:pt x="622458" y="5713494"/>
                  </a:lnTo>
                  <a:lnTo>
                    <a:pt x="622583" y="5713494"/>
                  </a:lnTo>
                  <a:lnTo>
                    <a:pt x="622708" y="5713494"/>
                  </a:lnTo>
                  <a:lnTo>
                    <a:pt x="622833" y="5713494"/>
                  </a:lnTo>
                  <a:lnTo>
                    <a:pt x="622958" y="5713494"/>
                  </a:lnTo>
                  <a:lnTo>
                    <a:pt x="623083" y="5713494"/>
                  </a:lnTo>
                  <a:lnTo>
                    <a:pt x="623083" y="5703540"/>
                  </a:lnTo>
                  <a:lnTo>
                    <a:pt x="623208" y="5703540"/>
                  </a:lnTo>
                  <a:lnTo>
                    <a:pt x="623333" y="5703540"/>
                  </a:lnTo>
                  <a:lnTo>
                    <a:pt x="623458" y="5703540"/>
                  </a:lnTo>
                  <a:lnTo>
                    <a:pt x="623583" y="5703540"/>
                  </a:lnTo>
                  <a:lnTo>
                    <a:pt x="623708" y="5703540"/>
                  </a:lnTo>
                  <a:lnTo>
                    <a:pt x="623833" y="5703540"/>
                  </a:lnTo>
                  <a:lnTo>
                    <a:pt x="623958" y="5703540"/>
                  </a:lnTo>
                  <a:lnTo>
                    <a:pt x="624083" y="5703540"/>
                  </a:lnTo>
                  <a:lnTo>
                    <a:pt x="624208" y="5703540"/>
                  </a:lnTo>
                  <a:lnTo>
                    <a:pt x="624333" y="5703540"/>
                  </a:lnTo>
                  <a:lnTo>
                    <a:pt x="624458" y="5703540"/>
                  </a:lnTo>
                  <a:lnTo>
                    <a:pt x="624583" y="5703540"/>
                  </a:lnTo>
                  <a:lnTo>
                    <a:pt x="624708" y="5703540"/>
                  </a:lnTo>
                  <a:lnTo>
                    <a:pt x="624833" y="5703540"/>
                  </a:lnTo>
                  <a:lnTo>
                    <a:pt x="624958" y="5703540"/>
                  </a:lnTo>
                  <a:lnTo>
                    <a:pt x="625083" y="5703540"/>
                  </a:lnTo>
                  <a:lnTo>
                    <a:pt x="625209" y="5703540"/>
                  </a:lnTo>
                  <a:lnTo>
                    <a:pt x="625334" y="5703540"/>
                  </a:lnTo>
                  <a:lnTo>
                    <a:pt x="625459" y="5703540"/>
                  </a:lnTo>
                  <a:lnTo>
                    <a:pt x="625584" y="5703540"/>
                  </a:lnTo>
                  <a:lnTo>
                    <a:pt x="625709" y="5703540"/>
                  </a:lnTo>
                  <a:lnTo>
                    <a:pt x="625834" y="5703540"/>
                  </a:lnTo>
                  <a:lnTo>
                    <a:pt x="625959" y="5703540"/>
                  </a:lnTo>
                  <a:lnTo>
                    <a:pt x="626084" y="5703540"/>
                  </a:lnTo>
                  <a:lnTo>
                    <a:pt x="626209" y="5703540"/>
                  </a:lnTo>
                  <a:lnTo>
                    <a:pt x="626334" y="5703540"/>
                  </a:lnTo>
                  <a:lnTo>
                    <a:pt x="626459" y="5703540"/>
                  </a:lnTo>
                  <a:lnTo>
                    <a:pt x="626584" y="5703540"/>
                  </a:lnTo>
                  <a:lnTo>
                    <a:pt x="626709" y="5703540"/>
                  </a:lnTo>
                  <a:lnTo>
                    <a:pt x="626834" y="5703540"/>
                  </a:lnTo>
                  <a:lnTo>
                    <a:pt x="626959" y="5703540"/>
                  </a:lnTo>
                  <a:lnTo>
                    <a:pt x="627084" y="5703540"/>
                  </a:lnTo>
                  <a:lnTo>
                    <a:pt x="627209" y="5703540"/>
                  </a:lnTo>
                  <a:lnTo>
                    <a:pt x="627334" y="5703540"/>
                  </a:lnTo>
                  <a:lnTo>
                    <a:pt x="627459" y="5703540"/>
                  </a:lnTo>
                  <a:lnTo>
                    <a:pt x="627584" y="5703540"/>
                  </a:lnTo>
                  <a:lnTo>
                    <a:pt x="627709" y="5703540"/>
                  </a:lnTo>
                  <a:lnTo>
                    <a:pt x="627834" y="5703540"/>
                  </a:lnTo>
                  <a:lnTo>
                    <a:pt x="627959" y="5703540"/>
                  </a:lnTo>
                  <a:lnTo>
                    <a:pt x="628084" y="5703540"/>
                  </a:lnTo>
                  <a:lnTo>
                    <a:pt x="628210" y="5703540"/>
                  </a:lnTo>
                  <a:lnTo>
                    <a:pt x="628335" y="5703540"/>
                  </a:lnTo>
                  <a:lnTo>
                    <a:pt x="628460" y="5703540"/>
                  </a:lnTo>
                  <a:lnTo>
                    <a:pt x="628585" y="5703540"/>
                  </a:lnTo>
                  <a:lnTo>
                    <a:pt x="628710" y="5703540"/>
                  </a:lnTo>
                  <a:lnTo>
                    <a:pt x="628835" y="5703540"/>
                  </a:lnTo>
                  <a:lnTo>
                    <a:pt x="628960" y="5703540"/>
                  </a:lnTo>
                  <a:lnTo>
                    <a:pt x="629085" y="5703540"/>
                  </a:lnTo>
                  <a:lnTo>
                    <a:pt x="629210" y="5703540"/>
                  </a:lnTo>
                  <a:lnTo>
                    <a:pt x="629335" y="5703540"/>
                  </a:lnTo>
                  <a:lnTo>
                    <a:pt x="629460" y="5703540"/>
                  </a:lnTo>
                  <a:lnTo>
                    <a:pt x="629585" y="5703540"/>
                  </a:lnTo>
                  <a:lnTo>
                    <a:pt x="629710" y="5703540"/>
                  </a:lnTo>
                  <a:lnTo>
                    <a:pt x="629835" y="5703540"/>
                  </a:lnTo>
                  <a:lnTo>
                    <a:pt x="629960" y="5703540"/>
                  </a:lnTo>
                  <a:lnTo>
                    <a:pt x="630085" y="5703540"/>
                  </a:lnTo>
                  <a:lnTo>
                    <a:pt x="630210" y="5703540"/>
                  </a:lnTo>
                  <a:lnTo>
                    <a:pt x="630335" y="5703540"/>
                  </a:lnTo>
                  <a:lnTo>
                    <a:pt x="630460" y="5703540"/>
                  </a:lnTo>
                  <a:lnTo>
                    <a:pt x="630585" y="5703540"/>
                  </a:lnTo>
                  <a:lnTo>
                    <a:pt x="630710" y="5703540"/>
                  </a:lnTo>
                  <a:lnTo>
                    <a:pt x="630835" y="5703540"/>
                  </a:lnTo>
                  <a:lnTo>
                    <a:pt x="630960" y="5703540"/>
                  </a:lnTo>
                  <a:lnTo>
                    <a:pt x="631085" y="5703540"/>
                  </a:lnTo>
                  <a:lnTo>
                    <a:pt x="631211" y="5703540"/>
                  </a:lnTo>
                  <a:lnTo>
                    <a:pt x="631336" y="5703540"/>
                  </a:lnTo>
                  <a:lnTo>
                    <a:pt x="631461" y="5703540"/>
                  </a:lnTo>
                  <a:lnTo>
                    <a:pt x="631586" y="5703540"/>
                  </a:lnTo>
                  <a:lnTo>
                    <a:pt x="631711" y="5703540"/>
                  </a:lnTo>
                  <a:lnTo>
                    <a:pt x="631836" y="5703540"/>
                  </a:lnTo>
                  <a:lnTo>
                    <a:pt x="631961" y="5703540"/>
                  </a:lnTo>
                  <a:lnTo>
                    <a:pt x="632086" y="5703540"/>
                  </a:lnTo>
                  <a:lnTo>
                    <a:pt x="632211" y="5703540"/>
                  </a:lnTo>
                  <a:lnTo>
                    <a:pt x="632336" y="5703540"/>
                  </a:lnTo>
                  <a:lnTo>
                    <a:pt x="632461" y="5703540"/>
                  </a:lnTo>
                  <a:lnTo>
                    <a:pt x="632586" y="5703540"/>
                  </a:lnTo>
                  <a:lnTo>
                    <a:pt x="632711" y="5703540"/>
                  </a:lnTo>
                  <a:lnTo>
                    <a:pt x="632836" y="5703540"/>
                  </a:lnTo>
                  <a:lnTo>
                    <a:pt x="632961" y="5703540"/>
                  </a:lnTo>
                  <a:lnTo>
                    <a:pt x="633086" y="5703540"/>
                  </a:lnTo>
                  <a:lnTo>
                    <a:pt x="633211" y="5703540"/>
                  </a:lnTo>
                  <a:lnTo>
                    <a:pt x="633336" y="5703540"/>
                  </a:lnTo>
                  <a:lnTo>
                    <a:pt x="633461" y="5703540"/>
                  </a:lnTo>
                  <a:lnTo>
                    <a:pt x="633586" y="5703540"/>
                  </a:lnTo>
                  <a:lnTo>
                    <a:pt x="633711" y="5703540"/>
                  </a:lnTo>
                  <a:lnTo>
                    <a:pt x="633836" y="5703540"/>
                  </a:lnTo>
                  <a:lnTo>
                    <a:pt x="633961" y="5703540"/>
                  </a:lnTo>
                  <a:lnTo>
                    <a:pt x="634086" y="5703540"/>
                  </a:lnTo>
                  <a:lnTo>
                    <a:pt x="634212" y="5703540"/>
                  </a:lnTo>
                  <a:lnTo>
                    <a:pt x="634337" y="5703540"/>
                  </a:lnTo>
                  <a:lnTo>
                    <a:pt x="634462" y="5703540"/>
                  </a:lnTo>
                  <a:lnTo>
                    <a:pt x="634587" y="5703540"/>
                  </a:lnTo>
                  <a:lnTo>
                    <a:pt x="634712" y="5703540"/>
                  </a:lnTo>
                  <a:lnTo>
                    <a:pt x="634837" y="5703540"/>
                  </a:lnTo>
                  <a:lnTo>
                    <a:pt x="634962" y="5703540"/>
                  </a:lnTo>
                  <a:lnTo>
                    <a:pt x="635087" y="5703540"/>
                  </a:lnTo>
                  <a:lnTo>
                    <a:pt x="635212" y="5703540"/>
                  </a:lnTo>
                  <a:lnTo>
                    <a:pt x="635337" y="5703540"/>
                  </a:lnTo>
                  <a:lnTo>
                    <a:pt x="635462" y="5703540"/>
                  </a:lnTo>
                  <a:lnTo>
                    <a:pt x="635587" y="5703540"/>
                  </a:lnTo>
                  <a:lnTo>
                    <a:pt x="635712" y="5703540"/>
                  </a:lnTo>
                  <a:lnTo>
                    <a:pt x="635837" y="5703540"/>
                  </a:lnTo>
                  <a:lnTo>
                    <a:pt x="635962" y="5703540"/>
                  </a:lnTo>
                  <a:lnTo>
                    <a:pt x="636087" y="5703540"/>
                  </a:lnTo>
                  <a:lnTo>
                    <a:pt x="636212" y="5703540"/>
                  </a:lnTo>
                  <a:lnTo>
                    <a:pt x="636337" y="5703540"/>
                  </a:lnTo>
                  <a:lnTo>
                    <a:pt x="636462" y="5703540"/>
                  </a:lnTo>
                  <a:lnTo>
                    <a:pt x="636587" y="5703540"/>
                  </a:lnTo>
                  <a:lnTo>
                    <a:pt x="636712" y="5703540"/>
                  </a:lnTo>
                  <a:lnTo>
                    <a:pt x="636837" y="5703540"/>
                  </a:lnTo>
                  <a:lnTo>
                    <a:pt x="636962" y="5703540"/>
                  </a:lnTo>
                  <a:lnTo>
                    <a:pt x="637087" y="5703540"/>
                  </a:lnTo>
                  <a:lnTo>
                    <a:pt x="637213" y="5703540"/>
                  </a:lnTo>
                  <a:lnTo>
                    <a:pt x="637338" y="5703540"/>
                  </a:lnTo>
                  <a:lnTo>
                    <a:pt x="637338" y="5693586"/>
                  </a:lnTo>
                  <a:lnTo>
                    <a:pt x="637463" y="5693586"/>
                  </a:lnTo>
                  <a:lnTo>
                    <a:pt x="637588" y="5693586"/>
                  </a:lnTo>
                  <a:lnTo>
                    <a:pt x="637713" y="5693586"/>
                  </a:lnTo>
                  <a:lnTo>
                    <a:pt x="637838" y="5693586"/>
                  </a:lnTo>
                  <a:lnTo>
                    <a:pt x="637963" y="5693586"/>
                  </a:lnTo>
                  <a:lnTo>
                    <a:pt x="638088" y="5693586"/>
                  </a:lnTo>
                  <a:lnTo>
                    <a:pt x="638213" y="5693586"/>
                  </a:lnTo>
                  <a:lnTo>
                    <a:pt x="638338" y="5693586"/>
                  </a:lnTo>
                  <a:lnTo>
                    <a:pt x="638463" y="5693586"/>
                  </a:lnTo>
                  <a:lnTo>
                    <a:pt x="638588" y="5693586"/>
                  </a:lnTo>
                  <a:lnTo>
                    <a:pt x="638713" y="5693586"/>
                  </a:lnTo>
                  <a:lnTo>
                    <a:pt x="638838" y="5693586"/>
                  </a:lnTo>
                  <a:lnTo>
                    <a:pt x="638963" y="5693586"/>
                  </a:lnTo>
                  <a:lnTo>
                    <a:pt x="639088" y="5693586"/>
                  </a:lnTo>
                  <a:lnTo>
                    <a:pt x="639213" y="5693586"/>
                  </a:lnTo>
                  <a:lnTo>
                    <a:pt x="639338" y="5693586"/>
                  </a:lnTo>
                  <a:lnTo>
                    <a:pt x="639463" y="5693586"/>
                  </a:lnTo>
                  <a:lnTo>
                    <a:pt x="639588" y="5693586"/>
                  </a:lnTo>
                  <a:lnTo>
                    <a:pt x="639713" y="5693586"/>
                  </a:lnTo>
                  <a:lnTo>
                    <a:pt x="639838" y="5693586"/>
                  </a:lnTo>
                  <a:lnTo>
                    <a:pt x="639963" y="5693586"/>
                  </a:lnTo>
                  <a:lnTo>
                    <a:pt x="640088" y="5693586"/>
                  </a:lnTo>
                  <a:lnTo>
                    <a:pt x="640214" y="5693586"/>
                  </a:lnTo>
                  <a:lnTo>
                    <a:pt x="640339" y="5693586"/>
                  </a:lnTo>
                  <a:lnTo>
                    <a:pt x="640464" y="5693586"/>
                  </a:lnTo>
                  <a:lnTo>
                    <a:pt x="640589" y="5693586"/>
                  </a:lnTo>
                  <a:lnTo>
                    <a:pt x="640714" y="5693586"/>
                  </a:lnTo>
                  <a:lnTo>
                    <a:pt x="640839" y="5693586"/>
                  </a:lnTo>
                  <a:lnTo>
                    <a:pt x="640964" y="5693586"/>
                  </a:lnTo>
                  <a:lnTo>
                    <a:pt x="641089" y="5693586"/>
                  </a:lnTo>
                  <a:lnTo>
                    <a:pt x="641214" y="5693586"/>
                  </a:lnTo>
                  <a:lnTo>
                    <a:pt x="641339" y="5693586"/>
                  </a:lnTo>
                  <a:lnTo>
                    <a:pt x="641464" y="5693586"/>
                  </a:lnTo>
                  <a:lnTo>
                    <a:pt x="641589" y="5693586"/>
                  </a:lnTo>
                  <a:lnTo>
                    <a:pt x="641714" y="5693586"/>
                  </a:lnTo>
                  <a:lnTo>
                    <a:pt x="641839" y="5693586"/>
                  </a:lnTo>
                  <a:lnTo>
                    <a:pt x="641964" y="5693586"/>
                  </a:lnTo>
                  <a:lnTo>
                    <a:pt x="642089" y="5693586"/>
                  </a:lnTo>
                  <a:lnTo>
                    <a:pt x="642214" y="5693586"/>
                  </a:lnTo>
                  <a:lnTo>
                    <a:pt x="642339" y="5693586"/>
                  </a:lnTo>
                  <a:lnTo>
                    <a:pt x="642464" y="5693586"/>
                  </a:lnTo>
                  <a:lnTo>
                    <a:pt x="642589" y="5693586"/>
                  </a:lnTo>
                  <a:lnTo>
                    <a:pt x="642714" y="5693586"/>
                  </a:lnTo>
                  <a:lnTo>
                    <a:pt x="642839" y="5693586"/>
                  </a:lnTo>
                  <a:lnTo>
                    <a:pt x="642964" y="5693586"/>
                  </a:lnTo>
                  <a:lnTo>
                    <a:pt x="643089" y="5693586"/>
                  </a:lnTo>
                  <a:lnTo>
                    <a:pt x="643215" y="5693586"/>
                  </a:lnTo>
                  <a:lnTo>
                    <a:pt x="643340" y="5693586"/>
                  </a:lnTo>
                  <a:lnTo>
                    <a:pt x="643465" y="5693586"/>
                  </a:lnTo>
                  <a:lnTo>
                    <a:pt x="643590" y="5693586"/>
                  </a:lnTo>
                  <a:lnTo>
                    <a:pt x="643715" y="5693586"/>
                  </a:lnTo>
                  <a:lnTo>
                    <a:pt x="643840" y="5693586"/>
                  </a:lnTo>
                  <a:lnTo>
                    <a:pt x="643965" y="5693586"/>
                  </a:lnTo>
                  <a:lnTo>
                    <a:pt x="644090" y="5693586"/>
                  </a:lnTo>
                  <a:lnTo>
                    <a:pt x="644215" y="5693586"/>
                  </a:lnTo>
                  <a:lnTo>
                    <a:pt x="644340" y="5693586"/>
                  </a:lnTo>
                  <a:lnTo>
                    <a:pt x="644465" y="5693586"/>
                  </a:lnTo>
                  <a:lnTo>
                    <a:pt x="644590" y="5693586"/>
                  </a:lnTo>
                  <a:lnTo>
                    <a:pt x="644715" y="5693586"/>
                  </a:lnTo>
                  <a:lnTo>
                    <a:pt x="644840" y="5693586"/>
                  </a:lnTo>
                  <a:lnTo>
                    <a:pt x="644965" y="5693586"/>
                  </a:lnTo>
                  <a:lnTo>
                    <a:pt x="645090" y="5693586"/>
                  </a:lnTo>
                  <a:lnTo>
                    <a:pt x="645215" y="5693586"/>
                  </a:lnTo>
                  <a:lnTo>
                    <a:pt x="645215" y="5683632"/>
                  </a:lnTo>
                  <a:lnTo>
                    <a:pt x="645340" y="5683632"/>
                  </a:lnTo>
                  <a:lnTo>
                    <a:pt x="645465" y="5683632"/>
                  </a:lnTo>
                  <a:lnTo>
                    <a:pt x="645590" y="5683632"/>
                  </a:lnTo>
                  <a:lnTo>
                    <a:pt x="645715" y="5683632"/>
                  </a:lnTo>
                  <a:lnTo>
                    <a:pt x="645840" y="5683632"/>
                  </a:lnTo>
                  <a:lnTo>
                    <a:pt x="645965" y="5683632"/>
                  </a:lnTo>
                  <a:lnTo>
                    <a:pt x="646090" y="5683632"/>
                  </a:lnTo>
                  <a:lnTo>
                    <a:pt x="646216" y="5683632"/>
                  </a:lnTo>
                  <a:lnTo>
                    <a:pt x="646341" y="5683632"/>
                  </a:lnTo>
                  <a:lnTo>
                    <a:pt x="646466" y="5683632"/>
                  </a:lnTo>
                  <a:lnTo>
                    <a:pt x="646591" y="5683632"/>
                  </a:lnTo>
                  <a:lnTo>
                    <a:pt x="646716" y="5683632"/>
                  </a:lnTo>
                  <a:lnTo>
                    <a:pt x="646841" y="5683632"/>
                  </a:lnTo>
                  <a:lnTo>
                    <a:pt x="646966" y="5683632"/>
                  </a:lnTo>
                  <a:lnTo>
                    <a:pt x="647091" y="5683632"/>
                  </a:lnTo>
                  <a:lnTo>
                    <a:pt x="647216" y="5683632"/>
                  </a:lnTo>
                  <a:lnTo>
                    <a:pt x="647341" y="5683632"/>
                  </a:lnTo>
                  <a:lnTo>
                    <a:pt x="647466" y="5683632"/>
                  </a:lnTo>
                  <a:lnTo>
                    <a:pt x="647591" y="5683632"/>
                  </a:lnTo>
                  <a:lnTo>
                    <a:pt x="647716" y="5683632"/>
                  </a:lnTo>
                  <a:lnTo>
                    <a:pt x="647841" y="5683632"/>
                  </a:lnTo>
                  <a:lnTo>
                    <a:pt x="647966" y="5683632"/>
                  </a:lnTo>
                  <a:lnTo>
                    <a:pt x="648091" y="5683632"/>
                  </a:lnTo>
                  <a:lnTo>
                    <a:pt x="648216" y="5683632"/>
                  </a:lnTo>
                  <a:lnTo>
                    <a:pt x="648341" y="5683632"/>
                  </a:lnTo>
                  <a:lnTo>
                    <a:pt x="648466" y="5683632"/>
                  </a:lnTo>
                  <a:lnTo>
                    <a:pt x="648591" y="5683632"/>
                  </a:lnTo>
                  <a:lnTo>
                    <a:pt x="648716" y="5683632"/>
                  </a:lnTo>
                  <a:lnTo>
                    <a:pt x="648841" y="5683632"/>
                  </a:lnTo>
                  <a:lnTo>
                    <a:pt x="648966" y="5683632"/>
                  </a:lnTo>
                  <a:lnTo>
                    <a:pt x="649091" y="5683632"/>
                  </a:lnTo>
                  <a:lnTo>
                    <a:pt x="649217" y="5683632"/>
                  </a:lnTo>
                  <a:lnTo>
                    <a:pt x="649342" y="5683632"/>
                  </a:lnTo>
                  <a:lnTo>
                    <a:pt x="649467" y="5683632"/>
                  </a:lnTo>
                  <a:lnTo>
                    <a:pt x="649592" y="5683632"/>
                  </a:lnTo>
                  <a:lnTo>
                    <a:pt x="649717" y="5683632"/>
                  </a:lnTo>
                  <a:lnTo>
                    <a:pt x="649842" y="5683632"/>
                  </a:lnTo>
                  <a:lnTo>
                    <a:pt x="649967" y="5683632"/>
                  </a:lnTo>
                  <a:lnTo>
                    <a:pt x="650092" y="5683632"/>
                  </a:lnTo>
                  <a:lnTo>
                    <a:pt x="650217" y="5683632"/>
                  </a:lnTo>
                  <a:lnTo>
                    <a:pt x="650217" y="5673678"/>
                  </a:lnTo>
                  <a:lnTo>
                    <a:pt x="650342" y="5673678"/>
                  </a:lnTo>
                  <a:lnTo>
                    <a:pt x="650342" y="5663725"/>
                  </a:lnTo>
                  <a:lnTo>
                    <a:pt x="650467" y="5663725"/>
                  </a:lnTo>
                  <a:lnTo>
                    <a:pt x="650592" y="5663725"/>
                  </a:lnTo>
                  <a:lnTo>
                    <a:pt x="650717" y="5663725"/>
                  </a:lnTo>
                  <a:lnTo>
                    <a:pt x="650842" y="5663725"/>
                  </a:lnTo>
                  <a:lnTo>
                    <a:pt x="650967" y="5663725"/>
                  </a:lnTo>
                  <a:lnTo>
                    <a:pt x="651092" y="5663725"/>
                  </a:lnTo>
                  <a:lnTo>
                    <a:pt x="651217" y="5663725"/>
                  </a:lnTo>
                  <a:lnTo>
                    <a:pt x="651342" y="5663725"/>
                  </a:lnTo>
                  <a:lnTo>
                    <a:pt x="651467" y="5663725"/>
                  </a:lnTo>
                  <a:lnTo>
                    <a:pt x="651592" y="5663725"/>
                  </a:lnTo>
                  <a:lnTo>
                    <a:pt x="651717" y="5663725"/>
                  </a:lnTo>
                  <a:lnTo>
                    <a:pt x="651842" y="5663725"/>
                  </a:lnTo>
                  <a:lnTo>
                    <a:pt x="651967" y="5663725"/>
                  </a:lnTo>
                  <a:lnTo>
                    <a:pt x="652092" y="5663725"/>
                  </a:lnTo>
                  <a:lnTo>
                    <a:pt x="652218" y="5663725"/>
                  </a:lnTo>
                  <a:lnTo>
                    <a:pt x="652343" y="5663725"/>
                  </a:lnTo>
                  <a:lnTo>
                    <a:pt x="652468" y="5663725"/>
                  </a:lnTo>
                  <a:lnTo>
                    <a:pt x="652593" y="5663725"/>
                  </a:lnTo>
                  <a:lnTo>
                    <a:pt x="652718" y="5663725"/>
                  </a:lnTo>
                  <a:lnTo>
                    <a:pt x="652843" y="5663725"/>
                  </a:lnTo>
                  <a:lnTo>
                    <a:pt x="652968" y="5663725"/>
                  </a:lnTo>
                  <a:lnTo>
                    <a:pt x="653093" y="5663725"/>
                  </a:lnTo>
                  <a:lnTo>
                    <a:pt x="653218" y="5663725"/>
                  </a:lnTo>
                  <a:lnTo>
                    <a:pt x="653343" y="5663725"/>
                  </a:lnTo>
                  <a:lnTo>
                    <a:pt x="653468" y="5663725"/>
                  </a:lnTo>
                  <a:lnTo>
                    <a:pt x="653593" y="5663725"/>
                  </a:lnTo>
                  <a:lnTo>
                    <a:pt x="653718" y="5663725"/>
                  </a:lnTo>
                  <a:lnTo>
                    <a:pt x="653843" y="5663725"/>
                  </a:lnTo>
                  <a:lnTo>
                    <a:pt x="653968" y="5663725"/>
                  </a:lnTo>
                  <a:lnTo>
                    <a:pt x="654093" y="5663725"/>
                  </a:lnTo>
                  <a:lnTo>
                    <a:pt x="654218" y="5663725"/>
                  </a:lnTo>
                  <a:lnTo>
                    <a:pt x="654343" y="5663725"/>
                  </a:lnTo>
                  <a:lnTo>
                    <a:pt x="654468" y="5663725"/>
                  </a:lnTo>
                  <a:lnTo>
                    <a:pt x="654593" y="5663725"/>
                  </a:lnTo>
                  <a:lnTo>
                    <a:pt x="654718" y="5663725"/>
                  </a:lnTo>
                  <a:lnTo>
                    <a:pt x="654843" y="5663725"/>
                  </a:lnTo>
                  <a:lnTo>
                    <a:pt x="654968" y="5663725"/>
                  </a:lnTo>
                  <a:lnTo>
                    <a:pt x="655093" y="5663725"/>
                  </a:lnTo>
                  <a:lnTo>
                    <a:pt x="655219" y="5663725"/>
                  </a:lnTo>
                  <a:lnTo>
                    <a:pt x="655344" y="5663725"/>
                  </a:lnTo>
                  <a:lnTo>
                    <a:pt x="655469" y="5663725"/>
                  </a:lnTo>
                  <a:lnTo>
                    <a:pt x="655594" y="5663725"/>
                  </a:lnTo>
                  <a:lnTo>
                    <a:pt x="655719" y="5663725"/>
                  </a:lnTo>
                  <a:lnTo>
                    <a:pt x="655844" y="5663725"/>
                  </a:lnTo>
                  <a:lnTo>
                    <a:pt x="655969" y="5663725"/>
                  </a:lnTo>
                  <a:lnTo>
                    <a:pt x="656094" y="5663725"/>
                  </a:lnTo>
                  <a:lnTo>
                    <a:pt x="656219" y="5663725"/>
                  </a:lnTo>
                  <a:lnTo>
                    <a:pt x="656344" y="5663725"/>
                  </a:lnTo>
                  <a:lnTo>
                    <a:pt x="656469" y="5663725"/>
                  </a:lnTo>
                  <a:lnTo>
                    <a:pt x="656594" y="5663725"/>
                  </a:lnTo>
                  <a:lnTo>
                    <a:pt x="656719" y="5663725"/>
                  </a:lnTo>
                  <a:lnTo>
                    <a:pt x="656844" y="5663725"/>
                  </a:lnTo>
                  <a:lnTo>
                    <a:pt x="656969" y="5663725"/>
                  </a:lnTo>
                  <a:lnTo>
                    <a:pt x="657094" y="5663725"/>
                  </a:lnTo>
                  <a:lnTo>
                    <a:pt x="657219" y="5663725"/>
                  </a:lnTo>
                  <a:lnTo>
                    <a:pt x="657344" y="5663725"/>
                  </a:lnTo>
                  <a:lnTo>
                    <a:pt x="657469" y="5663725"/>
                  </a:lnTo>
                  <a:lnTo>
                    <a:pt x="657594" y="5663725"/>
                  </a:lnTo>
                  <a:lnTo>
                    <a:pt x="657719" y="5663725"/>
                  </a:lnTo>
                  <a:lnTo>
                    <a:pt x="657844" y="5663725"/>
                  </a:lnTo>
                  <a:lnTo>
                    <a:pt x="657969" y="5663725"/>
                  </a:lnTo>
                  <a:lnTo>
                    <a:pt x="658094" y="5663725"/>
                  </a:lnTo>
                  <a:lnTo>
                    <a:pt x="658220" y="5663725"/>
                  </a:lnTo>
                  <a:lnTo>
                    <a:pt x="658220" y="5653771"/>
                  </a:lnTo>
                  <a:lnTo>
                    <a:pt x="658345" y="5653771"/>
                  </a:lnTo>
                  <a:lnTo>
                    <a:pt x="658470" y="5653771"/>
                  </a:lnTo>
                  <a:lnTo>
                    <a:pt x="658595" y="5653771"/>
                  </a:lnTo>
                  <a:lnTo>
                    <a:pt x="658720" y="5653771"/>
                  </a:lnTo>
                  <a:lnTo>
                    <a:pt x="658845" y="5653771"/>
                  </a:lnTo>
                  <a:lnTo>
                    <a:pt x="658970" y="5653771"/>
                  </a:lnTo>
                  <a:lnTo>
                    <a:pt x="659095" y="5653771"/>
                  </a:lnTo>
                  <a:lnTo>
                    <a:pt x="659220" y="5653771"/>
                  </a:lnTo>
                  <a:lnTo>
                    <a:pt x="659345" y="5653771"/>
                  </a:lnTo>
                  <a:lnTo>
                    <a:pt x="659470" y="5653771"/>
                  </a:lnTo>
                  <a:lnTo>
                    <a:pt x="659595" y="5653771"/>
                  </a:lnTo>
                  <a:lnTo>
                    <a:pt x="659595" y="5643817"/>
                  </a:lnTo>
                  <a:lnTo>
                    <a:pt x="659720" y="5643817"/>
                  </a:lnTo>
                  <a:lnTo>
                    <a:pt x="659845" y="5643817"/>
                  </a:lnTo>
                  <a:lnTo>
                    <a:pt x="659970" y="5643817"/>
                  </a:lnTo>
                  <a:lnTo>
                    <a:pt x="660095" y="5643817"/>
                  </a:lnTo>
                  <a:lnTo>
                    <a:pt x="660220" y="5643817"/>
                  </a:lnTo>
                  <a:lnTo>
                    <a:pt x="660345" y="5643817"/>
                  </a:lnTo>
                  <a:lnTo>
                    <a:pt x="660470" y="5643817"/>
                  </a:lnTo>
                  <a:lnTo>
                    <a:pt x="660595" y="5643817"/>
                  </a:lnTo>
                  <a:lnTo>
                    <a:pt x="660720" y="5643817"/>
                  </a:lnTo>
                  <a:lnTo>
                    <a:pt x="660845" y="5643817"/>
                  </a:lnTo>
                  <a:lnTo>
                    <a:pt x="660845" y="5633863"/>
                  </a:lnTo>
                  <a:lnTo>
                    <a:pt x="660970" y="5633863"/>
                  </a:lnTo>
                  <a:lnTo>
                    <a:pt x="661096" y="5633863"/>
                  </a:lnTo>
                  <a:lnTo>
                    <a:pt x="661221" y="5633863"/>
                  </a:lnTo>
                  <a:lnTo>
                    <a:pt x="661346" y="5633863"/>
                  </a:lnTo>
                  <a:lnTo>
                    <a:pt x="661471" y="5633863"/>
                  </a:lnTo>
                  <a:lnTo>
                    <a:pt x="661596" y="5633863"/>
                  </a:lnTo>
                  <a:lnTo>
                    <a:pt x="661721" y="5633863"/>
                  </a:lnTo>
                  <a:lnTo>
                    <a:pt x="661846" y="5633863"/>
                  </a:lnTo>
                  <a:lnTo>
                    <a:pt x="661971" y="5633863"/>
                  </a:lnTo>
                  <a:lnTo>
                    <a:pt x="662096" y="5633863"/>
                  </a:lnTo>
                  <a:lnTo>
                    <a:pt x="662221" y="5633863"/>
                  </a:lnTo>
                  <a:lnTo>
                    <a:pt x="662346" y="5633863"/>
                  </a:lnTo>
                  <a:lnTo>
                    <a:pt x="662471" y="5633863"/>
                  </a:lnTo>
                  <a:lnTo>
                    <a:pt x="662596" y="5633863"/>
                  </a:lnTo>
                  <a:lnTo>
                    <a:pt x="662721" y="5633863"/>
                  </a:lnTo>
                  <a:lnTo>
                    <a:pt x="662846" y="5633863"/>
                  </a:lnTo>
                  <a:lnTo>
                    <a:pt x="662971" y="5633863"/>
                  </a:lnTo>
                  <a:lnTo>
                    <a:pt x="662971" y="5623909"/>
                  </a:lnTo>
                  <a:lnTo>
                    <a:pt x="663096" y="5623909"/>
                  </a:lnTo>
                  <a:lnTo>
                    <a:pt x="663221" y="5623909"/>
                  </a:lnTo>
                  <a:lnTo>
                    <a:pt x="663346" y="5623909"/>
                  </a:lnTo>
                  <a:lnTo>
                    <a:pt x="663471" y="5623909"/>
                  </a:lnTo>
                  <a:lnTo>
                    <a:pt x="663596" y="5623909"/>
                  </a:lnTo>
                  <a:lnTo>
                    <a:pt x="663721" y="5623909"/>
                  </a:lnTo>
                  <a:lnTo>
                    <a:pt x="663846" y="5623909"/>
                  </a:lnTo>
                  <a:lnTo>
                    <a:pt x="663971" y="5623909"/>
                  </a:lnTo>
                  <a:lnTo>
                    <a:pt x="664097" y="5623909"/>
                  </a:lnTo>
                  <a:lnTo>
                    <a:pt x="664222" y="5623909"/>
                  </a:lnTo>
                  <a:lnTo>
                    <a:pt x="664347" y="5623909"/>
                  </a:lnTo>
                  <a:lnTo>
                    <a:pt x="664472" y="5623909"/>
                  </a:lnTo>
                  <a:lnTo>
                    <a:pt x="664597" y="5623909"/>
                  </a:lnTo>
                  <a:lnTo>
                    <a:pt x="664722" y="5623909"/>
                  </a:lnTo>
                  <a:lnTo>
                    <a:pt x="664847" y="5623909"/>
                  </a:lnTo>
                  <a:lnTo>
                    <a:pt x="664972" y="5623909"/>
                  </a:lnTo>
                  <a:lnTo>
                    <a:pt x="665097" y="5623909"/>
                  </a:lnTo>
                  <a:lnTo>
                    <a:pt x="665222" y="5623909"/>
                  </a:lnTo>
                  <a:lnTo>
                    <a:pt x="665347" y="5623909"/>
                  </a:lnTo>
                  <a:lnTo>
                    <a:pt x="665472" y="5623909"/>
                  </a:lnTo>
                  <a:lnTo>
                    <a:pt x="665597" y="5623909"/>
                  </a:lnTo>
                  <a:lnTo>
                    <a:pt x="665722" y="5623909"/>
                  </a:lnTo>
                  <a:lnTo>
                    <a:pt x="665847" y="5623909"/>
                  </a:lnTo>
                  <a:lnTo>
                    <a:pt x="665847" y="5613955"/>
                  </a:lnTo>
                  <a:lnTo>
                    <a:pt x="665972" y="5613955"/>
                  </a:lnTo>
                  <a:lnTo>
                    <a:pt x="666097" y="5613955"/>
                  </a:lnTo>
                  <a:lnTo>
                    <a:pt x="666222" y="5613955"/>
                  </a:lnTo>
                  <a:lnTo>
                    <a:pt x="666347" y="5613955"/>
                  </a:lnTo>
                  <a:lnTo>
                    <a:pt x="666472" y="5613955"/>
                  </a:lnTo>
                  <a:lnTo>
                    <a:pt x="666597" y="5613955"/>
                  </a:lnTo>
                  <a:lnTo>
                    <a:pt x="666722" y="5613955"/>
                  </a:lnTo>
                  <a:lnTo>
                    <a:pt x="666847" y="5613955"/>
                  </a:lnTo>
                  <a:lnTo>
                    <a:pt x="666972" y="5613955"/>
                  </a:lnTo>
                  <a:lnTo>
                    <a:pt x="667098" y="5613955"/>
                  </a:lnTo>
                  <a:lnTo>
                    <a:pt x="667223" y="5613955"/>
                  </a:lnTo>
                  <a:lnTo>
                    <a:pt x="667348" y="5613955"/>
                  </a:lnTo>
                  <a:lnTo>
                    <a:pt x="667473" y="5613955"/>
                  </a:lnTo>
                  <a:lnTo>
                    <a:pt x="667598" y="5613955"/>
                  </a:lnTo>
                  <a:lnTo>
                    <a:pt x="667723" y="5613955"/>
                  </a:lnTo>
                  <a:lnTo>
                    <a:pt x="667848" y="5613955"/>
                  </a:lnTo>
                  <a:lnTo>
                    <a:pt x="667973" y="5613955"/>
                  </a:lnTo>
                  <a:lnTo>
                    <a:pt x="668098" y="5613955"/>
                  </a:lnTo>
                  <a:lnTo>
                    <a:pt x="668223" y="5613955"/>
                  </a:lnTo>
                  <a:lnTo>
                    <a:pt x="668348" y="5613955"/>
                  </a:lnTo>
                  <a:lnTo>
                    <a:pt x="668473" y="5613955"/>
                  </a:lnTo>
                  <a:lnTo>
                    <a:pt x="668473" y="5604002"/>
                  </a:lnTo>
                  <a:lnTo>
                    <a:pt x="668598" y="5604002"/>
                  </a:lnTo>
                  <a:lnTo>
                    <a:pt x="668723" y="5604002"/>
                  </a:lnTo>
                  <a:lnTo>
                    <a:pt x="668848" y="5604002"/>
                  </a:lnTo>
                  <a:lnTo>
                    <a:pt x="668973" y="5604002"/>
                  </a:lnTo>
                  <a:lnTo>
                    <a:pt x="669098" y="5604002"/>
                  </a:lnTo>
                  <a:lnTo>
                    <a:pt x="669223" y="5604002"/>
                  </a:lnTo>
                  <a:lnTo>
                    <a:pt x="669348" y="5604002"/>
                  </a:lnTo>
                  <a:lnTo>
                    <a:pt x="669473" y="5604002"/>
                  </a:lnTo>
                  <a:lnTo>
                    <a:pt x="669598" y="5604002"/>
                  </a:lnTo>
                  <a:lnTo>
                    <a:pt x="669723" y="5604002"/>
                  </a:lnTo>
                  <a:lnTo>
                    <a:pt x="669848" y="5604002"/>
                  </a:lnTo>
                  <a:lnTo>
                    <a:pt x="669973" y="5604002"/>
                  </a:lnTo>
                  <a:lnTo>
                    <a:pt x="670099" y="5604002"/>
                  </a:lnTo>
                  <a:lnTo>
                    <a:pt x="670224" y="5604002"/>
                  </a:lnTo>
                  <a:lnTo>
                    <a:pt x="670349" y="5604002"/>
                  </a:lnTo>
                  <a:lnTo>
                    <a:pt x="670474" y="5604002"/>
                  </a:lnTo>
                  <a:lnTo>
                    <a:pt x="670599" y="5604002"/>
                  </a:lnTo>
                  <a:lnTo>
                    <a:pt x="670724" y="5604002"/>
                  </a:lnTo>
                  <a:lnTo>
                    <a:pt x="670849" y="5604002"/>
                  </a:lnTo>
                  <a:lnTo>
                    <a:pt x="670974" y="5604002"/>
                  </a:lnTo>
                  <a:lnTo>
                    <a:pt x="670974" y="5594048"/>
                  </a:lnTo>
                  <a:lnTo>
                    <a:pt x="671099" y="5594048"/>
                  </a:lnTo>
                  <a:lnTo>
                    <a:pt x="671224" y="5594048"/>
                  </a:lnTo>
                  <a:lnTo>
                    <a:pt x="671349" y="5594048"/>
                  </a:lnTo>
                  <a:lnTo>
                    <a:pt x="671474" y="5594048"/>
                  </a:lnTo>
                  <a:lnTo>
                    <a:pt x="671599" y="5594048"/>
                  </a:lnTo>
                  <a:lnTo>
                    <a:pt x="671724" y="5594048"/>
                  </a:lnTo>
                  <a:lnTo>
                    <a:pt x="671849" y="5594048"/>
                  </a:lnTo>
                  <a:lnTo>
                    <a:pt x="671974" y="5594048"/>
                  </a:lnTo>
                  <a:lnTo>
                    <a:pt x="672099" y="5594048"/>
                  </a:lnTo>
                  <a:lnTo>
                    <a:pt x="672224" y="5594048"/>
                  </a:lnTo>
                  <a:lnTo>
                    <a:pt x="672349" y="5594048"/>
                  </a:lnTo>
                  <a:lnTo>
                    <a:pt x="672474" y="5594048"/>
                  </a:lnTo>
                  <a:lnTo>
                    <a:pt x="672599" y="5594048"/>
                  </a:lnTo>
                  <a:lnTo>
                    <a:pt x="672724" y="5594048"/>
                  </a:lnTo>
                  <a:lnTo>
                    <a:pt x="672849" y="5594048"/>
                  </a:lnTo>
                  <a:lnTo>
                    <a:pt x="672974" y="5594048"/>
                  </a:lnTo>
                  <a:lnTo>
                    <a:pt x="673100" y="5594048"/>
                  </a:lnTo>
                  <a:lnTo>
                    <a:pt x="673225" y="5594048"/>
                  </a:lnTo>
                  <a:lnTo>
                    <a:pt x="673350" y="5594048"/>
                  </a:lnTo>
                  <a:lnTo>
                    <a:pt x="673475" y="5594048"/>
                  </a:lnTo>
                  <a:lnTo>
                    <a:pt x="673600" y="5594048"/>
                  </a:lnTo>
                  <a:lnTo>
                    <a:pt x="673725" y="5594048"/>
                  </a:lnTo>
                  <a:lnTo>
                    <a:pt x="673850" y="5594048"/>
                  </a:lnTo>
                  <a:lnTo>
                    <a:pt x="673975" y="5594048"/>
                  </a:lnTo>
                  <a:lnTo>
                    <a:pt x="674100" y="5594048"/>
                  </a:lnTo>
                  <a:lnTo>
                    <a:pt x="674225" y="5594048"/>
                  </a:lnTo>
                  <a:lnTo>
                    <a:pt x="674350" y="5594048"/>
                  </a:lnTo>
                  <a:lnTo>
                    <a:pt x="674475" y="5594048"/>
                  </a:lnTo>
                  <a:lnTo>
                    <a:pt x="674600" y="5594048"/>
                  </a:lnTo>
                  <a:lnTo>
                    <a:pt x="674725" y="5594048"/>
                  </a:lnTo>
                  <a:lnTo>
                    <a:pt x="674850" y="5594048"/>
                  </a:lnTo>
                  <a:lnTo>
                    <a:pt x="674850" y="5584094"/>
                  </a:lnTo>
                  <a:lnTo>
                    <a:pt x="674975" y="5584094"/>
                  </a:lnTo>
                  <a:lnTo>
                    <a:pt x="675100" y="5584094"/>
                  </a:lnTo>
                  <a:lnTo>
                    <a:pt x="675225" y="5584094"/>
                  </a:lnTo>
                  <a:lnTo>
                    <a:pt x="675350" y="5584094"/>
                  </a:lnTo>
                  <a:lnTo>
                    <a:pt x="675475" y="5584094"/>
                  </a:lnTo>
                  <a:lnTo>
                    <a:pt x="675600" y="5584094"/>
                  </a:lnTo>
                  <a:lnTo>
                    <a:pt x="675725" y="5584094"/>
                  </a:lnTo>
                  <a:lnTo>
                    <a:pt x="675850" y="5584094"/>
                  </a:lnTo>
                  <a:lnTo>
                    <a:pt x="675975" y="5584094"/>
                  </a:lnTo>
                  <a:lnTo>
                    <a:pt x="676101" y="5584094"/>
                  </a:lnTo>
                  <a:lnTo>
                    <a:pt x="676226" y="5584094"/>
                  </a:lnTo>
                  <a:lnTo>
                    <a:pt x="676351" y="5584094"/>
                  </a:lnTo>
                  <a:lnTo>
                    <a:pt x="676476" y="5584094"/>
                  </a:lnTo>
                  <a:lnTo>
                    <a:pt x="676601" y="5584094"/>
                  </a:lnTo>
                  <a:lnTo>
                    <a:pt x="676726" y="5584094"/>
                  </a:lnTo>
                  <a:lnTo>
                    <a:pt x="676851" y="5584094"/>
                  </a:lnTo>
                  <a:lnTo>
                    <a:pt x="676976" y="5584094"/>
                  </a:lnTo>
                  <a:lnTo>
                    <a:pt x="677101" y="5584094"/>
                  </a:lnTo>
                  <a:lnTo>
                    <a:pt x="677226" y="5584094"/>
                  </a:lnTo>
                  <a:lnTo>
                    <a:pt x="677351" y="5584094"/>
                  </a:lnTo>
                  <a:lnTo>
                    <a:pt x="677476" y="5584094"/>
                  </a:lnTo>
                  <a:lnTo>
                    <a:pt x="677601" y="5584094"/>
                  </a:lnTo>
                  <a:lnTo>
                    <a:pt x="677726" y="5584094"/>
                  </a:lnTo>
                  <a:lnTo>
                    <a:pt x="677851" y="5584094"/>
                  </a:lnTo>
                  <a:lnTo>
                    <a:pt x="677976" y="5584094"/>
                  </a:lnTo>
                  <a:lnTo>
                    <a:pt x="678101" y="5584094"/>
                  </a:lnTo>
                  <a:lnTo>
                    <a:pt x="678226" y="5584094"/>
                  </a:lnTo>
                  <a:lnTo>
                    <a:pt x="678351" y="5584094"/>
                  </a:lnTo>
                  <a:lnTo>
                    <a:pt x="678476" y="5584094"/>
                  </a:lnTo>
                  <a:lnTo>
                    <a:pt x="678601" y="5584094"/>
                  </a:lnTo>
                  <a:lnTo>
                    <a:pt x="678726" y="5584094"/>
                  </a:lnTo>
                  <a:lnTo>
                    <a:pt x="678851" y="5584094"/>
                  </a:lnTo>
                  <a:lnTo>
                    <a:pt x="678976" y="5584094"/>
                  </a:lnTo>
                  <a:lnTo>
                    <a:pt x="679102" y="5584094"/>
                  </a:lnTo>
                  <a:lnTo>
                    <a:pt x="679227" y="5584094"/>
                  </a:lnTo>
                  <a:lnTo>
                    <a:pt x="679352" y="5584094"/>
                  </a:lnTo>
                  <a:lnTo>
                    <a:pt x="679477" y="5584094"/>
                  </a:lnTo>
                  <a:lnTo>
                    <a:pt x="679602" y="5584094"/>
                  </a:lnTo>
                  <a:lnTo>
                    <a:pt x="679727" y="5584094"/>
                  </a:lnTo>
                  <a:lnTo>
                    <a:pt x="679852" y="5584094"/>
                  </a:lnTo>
                  <a:lnTo>
                    <a:pt x="679977" y="5584094"/>
                  </a:lnTo>
                  <a:lnTo>
                    <a:pt x="680102" y="5584094"/>
                  </a:lnTo>
                  <a:lnTo>
                    <a:pt x="680227" y="5584094"/>
                  </a:lnTo>
                  <a:lnTo>
                    <a:pt x="680352" y="5584094"/>
                  </a:lnTo>
                  <a:lnTo>
                    <a:pt x="680477" y="5584094"/>
                  </a:lnTo>
                  <a:lnTo>
                    <a:pt x="680602" y="5584094"/>
                  </a:lnTo>
                  <a:lnTo>
                    <a:pt x="680727" y="5584094"/>
                  </a:lnTo>
                  <a:lnTo>
                    <a:pt x="680852" y="5584094"/>
                  </a:lnTo>
                  <a:lnTo>
                    <a:pt x="680977" y="5584094"/>
                  </a:lnTo>
                  <a:lnTo>
                    <a:pt x="681102" y="5584094"/>
                  </a:lnTo>
                  <a:lnTo>
                    <a:pt x="681102" y="5574140"/>
                  </a:lnTo>
                  <a:lnTo>
                    <a:pt x="681227" y="5574140"/>
                  </a:lnTo>
                  <a:lnTo>
                    <a:pt x="681352" y="5574140"/>
                  </a:lnTo>
                  <a:lnTo>
                    <a:pt x="681477" y="5574140"/>
                  </a:lnTo>
                  <a:lnTo>
                    <a:pt x="681602" y="5574140"/>
                  </a:lnTo>
                  <a:lnTo>
                    <a:pt x="681727" y="5574140"/>
                  </a:lnTo>
                  <a:lnTo>
                    <a:pt x="681852" y="5574140"/>
                  </a:lnTo>
                  <a:lnTo>
                    <a:pt x="681977" y="5574140"/>
                  </a:lnTo>
                  <a:lnTo>
                    <a:pt x="682103" y="5574140"/>
                  </a:lnTo>
                  <a:lnTo>
                    <a:pt x="682228" y="5574140"/>
                  </a:lnTo>
                  <a:lnTo>
                    <a:pt x="682353" y="5574140"/>
                  </a:lnTo>
                  <a:lnTo>
                    <a:pt x="682478" y="5574140"/>
                  </a:lnTo>
                  <a:lnTo>
                    <a:pt x="682603" y="5574140"/>
                  </a:lnTo>
                  <a:lnTo>
                    <a:pt x="682728" y="5574140"/>
                  </a:lnTo>
                  <a:lnTo>
                    <a:pt x="682853" y="5574140"/>
                  </a:lnTo>
                  <a:lnTo>
                    <a:pt x="682978" y="5574140"/>
                  </a:lnTo>
                  <a:lnTo>
                    <a:pt x="683103" y="5574140"/>
                  </a:lnTo>
                  <a:lnTo>
                    <a:pt x="683228" y="5574140"/>
                  </a:lnTo>
                  <a:lnTo>
                    <a:pt x="683353" y="5574140"/>
                  </a:lnTo>
                  <a:lnTo>
                    <a:pt x="683478" y="5574140"/>
                  </a:lnTo>
                  <a:lnTo>
                    <a:pt x="683603" y="5574140"/>
                  </a:lnTo>
                  <a:lnTo>
                    <a:pt x="683728" y="5574140"/>
                  </a:lnTo>
                  <a:lnTo>
                    <a:pt x="683853" y="5574140"/>
                  </a:lnTo>
                  <a:lnTo>
                    <a:pt x="683978" y="5574140"/>
                  </a:lnTo>
                  <a:lnTo>
                    <a:pt x="684103" y="5574140"/>
                  </a:lnTo>
                  <a:lnTo>
                    <a:pt x="684228" y="5574140"/>
                  </a:lnTo>
                  <a:lnTo>
                    <a:pt x="684353" y="5574140"/>
                  </a:lnTo>
                  <a:lnTo>
                    <a:pt x="684478" y="5574140"/>
                  </a:lnTo>
                  <a:lnTo>
                    <a:pt x="684603" y="5574140"/>
                  </a:lnTo>
                  <a:lnTo>
                    <a:pt x="684728" y="5574140"/>
                  </a:lnTo>
                  <a:lnTo>
                    <a:pt x="684853" y="5574140"/>
                  </a:lnTo>
                  <a:lnTo>
                    <a:pt x="684978" y="5574140"/>
                  </a:lnTo>
                  <a:lnTo>
                    <a:pt x="685104" y="5574140"/>
                  </a:lnTo>
                  <a:lnTo>
                    <a:pt x="685229" y="5574140"/>
                  </a:lnTo>
                  <a:lnTo>
                    <a:pt x="685354" y="5574140"/>
                  </a:lnTo>
                  <a:lnTo>
                    <a:pt x="685479" y="5574140"/>
                  </a:lnTo>
                  <a:lnTo>
                    <a:pt x="685604" y="5574140"/>
                  </a:lnTo>
                  <a:lnTo>
                    <a:pt x="685729" y="5574140"/>
                  </a:lnTo>
                  <a:lnTo>
                    <a:pt x="685854" y="5574140"/>
                  </a:lnTo>
                  <a:lnTo>
                    <a:pt x="685979" y="5574140"/>
                  </a:lnTo>
                  <a:lnTo>
                    <a:pt x="686104" y="5574140"/>
                  </a:lnTo>
                  <a:lnTo>
                    <a:pt x="686229" y="5574140"/>
                  </a:lnTo>
                  <a:lnTo>
                    <a:pt x="686354" y="5574140"/>
                  </a:lnTo>
                  <a:lnTo>
                    <a:pt x="686479" y="5574140"/>
                  </a:lnTo>
                  <a:lnTo>
                    <a:pt x="686604" y="5574140"/>
                  </a:lnTo>
                  <a:lnTo>
                    <a:pt x="686729" y="5574140"/>
                  </a:lnTo>
                  <a:lnTo>
                    <a:pt x="686854" y="5574140"/>
                  </a:lnTo>
                  <a:lnTo>
                    <a:pt x="686979" y="5574140"/>
                  </a:lnTo>
                  <a:lnTo>
                    <a:pt x="687104" y="5574140"/>
                  </a:lnTo>
                  <a:lnTo>
                    <a:pt x="687229" y="5574140"/>
                  </a:lnTo>
                  <a:lnTo>
                    <a:pt x="687354" y="5574140"/>
                  </a:lnTo>
                  <a:lnTo>
                    <a:pt x="687479" y="5574140"/>
                  </a:lnTo>
                  <a:lnTo>
                    <a:pt x="687604" y="5574140"/>
                  </a:lnTo>
                  <a:lnTo>
                    <a:pt x="687729" y="5574140"/>
                  </a:lnTo>
                  <a:lnTo>
                    <a:pt x="687854" y="5574140"/>
                  </a:lnTo>
                  <a:lnTo>
                    <a:pt x="687979" y="5574140"/>
                  </a:lnTo>
                  <a:lnTo>
                    <a:pt x="688105" y="5574140"/>
                  </a:lnTo>
                  <a:lnTo>
                    <a:pt x="688230" y="5574140"/>
                  </a:lnTo>
                  <a:lnTo>
                    <a:pt x="688355" y="5574140"/>
                  </a:lnTo>
                  <a:lnTo>
                    <a:pt x="688480" y="5574140"/>
                  </a:lnTo>
                  <a:lnTo>
                    <a:pt x="688605" y="5574140"/>
                  </a:lnTo>
                  <a:lnTo>
                    <a:pt x="688730" y="5574140"/>
                  </a:lnTo>
                  <a:lnTo>
                    <a:pt x="688855" y="5574140"/>
                  </a:lnTo>
                  <a:lnTo>
                    <a:pt x="688980" y="5574140"/>
                  </a:lnTo>
                  <a:lnTo>
                    <a:pt x="689105" y="5574140"/>
                  </a:lnTo>
                  <a:lnTo>
                    <a:pt x="689105" y="5564186"/>
                  </a:lnTo>
                  <a:lnTo>
                    <a:pt x="689230" y="5564186"/>
                  </a:lnTo>
                  <a:lnTo>
                    <a:pt x="689355" y="5564186"/>
                  </a:lnTo>
                  <a:lnTo>
                    <a:pt x="689480" y="5564186"/>
                  </a:lnTo>
                  <a:lnTo>
                    <a:pt x="689605" y="5564186"/>
                  </a:lnTo>
                  <a:lnTo>
                    <a:pt x="689730" y="5564186"/>
                  </a:lnTo>
                  <a:lnTo>
                    <a:pt x="689855" y="5564186"/>
                  </a:lnTo>
                  <a:lnTo>
                    <a:pt x="689980" y="5564186"/>
                  </a:lnTo>
                  <a:lnTo>
                    <a:pt x="690105" y="5564186"/>
                  </a:lnTo>
                  <a:lnTo>
                    <a:pt x="690230" y="5564186"/>
                  </a:lnTo>
                  <a:lnTo>
                    <a:pt x="690355" y="5564186"/>
                  </a:lnTo>
                  <a:lnTo>
                    <a:pt x="690480" y="5564186"/>
                  </a:lnTo>
                  <a:lnTo>
                    <a:pt x="690605" y="5564186"/>
                  </a:lnTo>
                  <a:lnTo>
                    <a:pt x="690730" y="5564186"/>
                  </a:lnTo>
                  <a:lnTo>
                    <a:pt x="690855" y="5564186"/>
                  </a:lnTo>
                  <a:lnTo>
                    <a:pt x="690980" y="5564186"/>
                  </a:lnTo>
                  <a:lnTo>
                    <a:pt x="691106" y="5564186"/>
                  </a:lnTo>
                  <a:lnTo>
                    <a:pt x="691231" y="5564186"/>
                  </a:lnTo>
                  <a:lnTo>
                    <a:pt x="691356" y="5564186"/>
                  </a:lnTo>
                  <a:lnTo>
                    <a:pt x="691481" y="5564186"/>
                  </a:lnTo>
                  <a:lnTo>
                    <a:pt x="691606" y="5564186"/>
                  </a:lnTo>
                  <a:lnTo>
                    <a:pt x="691731" y="5564186"/>
                  </a:lnTo>
                  <a:lnTo>
                    <a:pt x="691856" y="5564186"/>
                  </a:lnTo>
                  <a:lnTo>
                    <a:pt x="691981" y="5564186"/>
                  </a:lnTo>
                  <a:lnTo>
                    <a:pt x="692106" y="5564186"/>
                  </a:lnTo>
                  <a:lnTo>
                    <a:pt x="692231" y="5564186"/>
                  </a:lnTo>
                  <a:lnTo>
                    <a:pt x="692356" y="5564186"/>
                  </a:lnTo>
                  <a:lnTo>
                    <a:pt x="692481" y="5564186"/>
                  </a:lnTo>
                  <a:lnTo>
                    <a:pt x="692606" y="5564186"/>
                  </a:lnTo>
                  <a:lnTo>
                    <a:pt x="692731" y="5564186"/>
                  </a:lnTo>
                  <a:lnTo>
                    <a:pt x="692856" y="5564186"/>
                  </a:lnTo>
                  <a:lnTo>
                    <a:pt x="692981" y="5564186"/>
                  </a:lnTo>
                  <a:lnTo>
                    <a:pt x="693106" y="5564186"/>
                  </a:lnTo>
                  <a:lnTo>
                    <a:pt x="693231" y="5564186"/>
                  </a:lnTo>
                  <a:lnTo>
                    <a:pt x="693356" y="5564186"/>
                  </a:lnTo>
                  <a:lnTo>
                    <a:pt x="693481" y="5564186"/>
                  </a:lnTo>
                  <a:lnTo>
                    <a:pt x="693606" y="5564186"/>
                  </a:lnTo>
                  <a:lnTo>
                    <a:pt x="693731" y="5564186"/>
                  </a:lnTo>
                  <a:lnTo>
                    <a:pt x="693856" y="5564186"/>
                  </a:lnTo>
                  <a:lnTo>
                    <a:pt x="693981" y="5564186"/>
                  </a:lnTo>
                  <a:lnTo>
                    <a:pt x="694107" y="5564186"/>
                  </a:lnTo>
                  <a:lnTo>
                    <a:pt x="694232" y="5564186"/>
                  </a:lnTo>
                  <a:lnTo>
                    <a:pt x="694357" y="5564186"/>
                  </a:lnTo>
                  <a:lnTo>
                    <a:pt x="694482" y="5564186"/>
                  </a:lnTo>
                  <a:lnTo>
                    <a:pt x="694607" y="5564186"/>
                  </a:lnTo>
                  <a:lnTo>
                    <a:pt x="694732" y="5564186"/>
                  </a:lnTo>
                  <a:lnTo>
                    <a:pt x="694857" y="5564186"/>
                  </a:lnTo>
                  <a:lnTo>
                    <a:pt x="694982" y="5564186"/>
                  </a:lnTo>
                  <a:lnTo>
                    <a:pt x="695107" y="5564186"/>
                  </a:lnTo>
                  <a:lnTo>
                    <a:pt x="695232" y="5564186"/>
                  </a:lnTo>
                  <a:lnTo>
                    <a:pt x="695357" y="5564186"/>
                  </a:lnTo>
                  <a:lnTo>
                    <a:pt x="695482" y="5564186"/>
                  </a:lnTo>
                  <a:lnTo>
                    <a:pt x="695607" y="5564186"/>
                  </a:lnTo>
                  <a:lnTo>
                    <a:pt x="695732" y="5564186"/>
                  </a:lnTo>
                  <a:lnTo>
                    <a:pt x="695857" y="5564186"/>
                  </a:lnTo>
                  <a:lnTo>
                    <a:pt x="695982" y="5564186"/>
                  </a:lnTo>
                  <a:lnTo>
                    <a:pt x="696107" y="5564186"/>
                  </a:lnTo>
                  <a:lnTo>
                    <a:pt x="696232" y="5564186"/>
                  </a:lnTo>
                  <a:lnTo>
                    <a:pt x="696357" y="5564186"/>
                  </a:lnTo>
                  <a:lnTo>
                    <a:pt x="696482" y="5564186"/>
                  </a:lnTo>
                  <a:lnTo>
                    <a:pt x="696607" y="5564186"/>
                  </a:lnTo>
                  <a:lnTo>
                    <a:pt x="696732" y="5564186"/>
                  </a:lnTo>
                  <a:lnTo>
                    <a:pt x="696857" y="5564186"/>
                  </a:lnTo>
                  <a:lnTo>
                    <a:pt x="696982" y="5564186"/>
                  </a:lnTo>
                  <a:lnTo>
                    <a:pt x="697108" y="5564186"/>
                  </a:lnTo>
                  <a:lnTo>
                    <a:pt x="697233" y="5564186"/>
                  </a:lnTo>
                  <a:lnTo>
                    <a:pt x="697358" y="5564186"/>
                  </a:lnTo>
                  <a:lnTo>
                    <a:pt x="697483" y="5564186"/>
                  </a:lnTo>
                  <a:lnTo>
                    <a:pt x="697608" y="5564186"/>
                  </a:lnTo>
                  <a:lnTo>
                    <a:pt x="697733" y="5564186"/>
                  </a:lnTo>
                  <a:lnTo>
                    <a:pt x="697858" y="5564186"/>
                  </a:lnTo>
                  <a:lnTo>
                    <a:pt x="697983" y="5564186"/>
                  </a:lnTo>
                  <a:lnTo>
                    <a:pt x="698108" y="5564186"/>
                  </a:lnTo>
                  <a:lnTo>
                    <a:pt x="698233" y="5564186"/>
                  </a:lnTo>
                  <a:lnTo>
                    <a:pt x="698358" y="5564186"/>
                  </a:lnTo>
                  <a:lnTo>
                    <a:pt x="698483" y="5564186"/>
                  </a:lnTo>
                  <a:lnTo>
                    <a:pt x="698608" y="5564186"/>
                  </a:lnTo>
                  <a:lnTo>
                    <a:pt x="698733" y="5564186"/>
                  </a:lnTo>
                  <a:lnTo>
                    <a:pt x="698858" y="5564186"/>
                  </a:lnTo>
                  <a:lnTo>
                    <a:pt x="698983" y="5564186"/>
                  </a:lnTo>
                  <a:lnTo>
                    <a:pt x="699108" y="5564186"/>
                  </a:lnTo>
                  <a:lnTo>
                    <a:pt x="699233" y="5564186"/>
                  </a:lnTo>
                  <a:lnTo>
                    <a:pt x="699358" y="5564186"/>
                  </a:lnTo>
                  <a:lnTo>
                    <a:pt x="699483" y="5564186"/>
                  </a:lnTo>
                  <a:lnTo>
                    <a:pt x="699608" y="5564186"/>
                  </a:lnTo>
                  <a:lnTo>
                    <a:pt x="699733" y="5564186"/>
                  </a:lnTo>
                  <a:lnTo>
                    <a:pt x="699858" y="5564186"/>
                  </a:lnTo>
                  <a:lnTo>
                    <a:pt x="699984" y="5564186"/>
                  </a:lnTo>
                  <a:lnTo>
                    <a:pt x="700109" y="5564186"/>
                  </a:lnTo>
                  <a:lnTo>
                    <a:pt x="700234" y="5564186"/>
                  </a:lnTo>
                  <a:lnTo>
                    <a:pt x="700359" y="5564186"/>
                  </a:lnTo>
                  <a:lnTo>
                    <a:pt x="700484" y="5564186"/>
                  </a:lnTo>
                  <a:lnTo>
                    <a:pt x="700609" y="5564186"/>
                  </a:lnTo>
                  <a:lnTo>
                    <a:pt x="700734" y="5564186"/>
                  </a:lnTo>
                  <a:lnTo>
                    <a:pt x="700859" y="5564186"/>
                  </a:lnTo>
                  <a:lnTo>
                    <a:pt x="700984" y="5564186"/>
                  </a:lnTo>
                  <a:lnTo>
                    <a:pt x="700984" y="5554233"/>
                  </a:lnTo>
                  <a:lnTo>
                    <a:pt x="701109" y="5554233"/>
                  </a:lnTo>
                  <a:lnTo>
                    <a:pt x="701234" y="5554233"/>
                  </a:lnTo>
                  <a:lnTo>
                    <a:pt x="701359" y="5554233"/>
                  </a:lnTo>
                  <a:lnTo>
                    <a:pt x="701484" y="5554233"/>
                  </a:lnTo>
                  <a:lnTo>
                    <a:pt x="701609" y="5554233"/>
                  </a:lnTo>
                  <a:lnTo>
                    <a:pt x="701734" y="5554233"/>
                  </a:lnTo>
                  <a:lnTo>
                    <a:pt x="701859" y="5554233"/>
                  </a:lnTo>
                  <a:lnTo>
                    <a:pt x="701984" y="5554233"/>
                  </a:lnTo>
                  <a:lnTo>
                    <a:pt x="702109" y="5554233"/>
                  </a:lnTo>
                  <a:lnTo>
                    <a:pt x="702234" y="5554233"/>
                  </a:lnTo>
                  <a:lnTo>
                    <a:pt x="702359" y="5554233"/>
                  </a:lnTo>
                  <a:lnTo>
                    <a:pt x="702484" y="5554233"/>
                  </a:lnTo>
                  <a:lnTo>
                    <a:pt x="702609" y="5554233"/>
                  </a:lnTo>
                  <a:lnTo>
                    <a:pt x="702734" y="5554233"/>
                  </a:lnTo>
                  <a:lnTo>
                    <a:pt x="702859" y="5554233"/>
                  </a:lnTo>
                  <a:lnTo>
                    <a:pt x="702985" y="5554233"/>
                  </a:lnTo>
                  <a:lnTo>
                    <a:pt x="703110" y="5554233"/>
                  </a:lnTo>
                  <a:lnTo>
                    <a:pt x="703235" y="5554233"/>
                  </a:lnTo>
                  <a:lnTo>
                    <a:pt x="703360" y="5554233"/>
                  </a:lnTo>
                  <a:lnTo>
                    <a:pt x="703485" y="5554233"/>
                  </a:lnTo>
                  <a:lnTo>
                    <a:pt x="703610" y="5554233"/>
                  </a:lnTo>
                  <a:lnTo>
                    <a:pt x="703735" y="5554233"/>
                  </a:lnTo>
                  <a:lnTo>
                    <a:pt x="703860" y="5554233"/>
                  </a:lnTo>
                  <a:lnTo>
                    <a:pt x="703985" y="5554233"/>
                  </a:lnTo>
                  <a:lnTo>
                    <a:pt x="704110" y="5554233"/>
                  </a:lnTo>
                  <a:lnTo>
                    <a:pt x="704235" y="5554233"/>
                  </a:lnTo>
                  <a:lnTo>
                    <a:pt x="704360" y="5554233"/>
                  </a:lnTo>
                  <a:lnTo>
                    <a:pt x="704485" y="5554233"/>
                  </a:lnTo>
                  <a:lnTo>
                    <a:pt x="704610" y="5554233"/>
                  </a:lnTo>
                  <a:lnTo>
                    <a:pt x="704735" y="5554233"/>
                  </a:lnTo>
                  <a:lnTo>
                    <a:pt x="704735" y="5544279"/>
                  </a:lnTo>
                  <a:lnTo>
                    <a:pt x="704860" y="5544279"/>
                  </a:lnTo>
                  <a:lnTo>
                    <a:pt x="704985" y="5544279"/>
                  </a:lnTo>
                  <a:lnTo>
                    <a:pt x="705110" y="5544279"/>
                  </a:lnTo>
                  <a:lnTo>
                    <a:pt x="705235" y="5544279"/>
                  </a:lnTo>
                  <a:lnTo>
                    <a:pt x="705360" y="5544279"/>
                  </a:lnTo>
                  <a:lnTo>
                    <a:pt x="705485" y="5544279"/>
                  </a:lnTo>
                  <a:lnTo>
                    <a:pt x="705610" y="5544279"/>
                  </a:lnTo>
                  <a:lnTo>
                    <a:pt x="705735" y="5544279"/>
                  </a:lnTo>
                  <a:lnTo>
                    <a:pt x="705860" y="5544279"/>
                  </a:lnTo>
                  <a:lnTo>
                    <a:pt x="705986" y="5544279"/>
                  </a:lnTo>
                  <a:lnTo>
                    <a:pt x="706111" y="5544279"/>
                  </a:lnTo>
                  <a:lnTo>
                    <a:pt x="706236" y="5544279"/>
                  </a:lnTo>
                  <a:lnTo>
                    <a:pt x="706236" y="5534325"/>
                  </a:lnTo>
                  <a:lnTo>
                    <a:pt x="706361" y="5534325"/>
                  </a:lnTo>
                  <a:lnTo>
                    <a:pt x="706486" y="5534325"/>
                  </a:lnTo>
                  <a:lnTo>
                    <a:pt x="706611" y="5534325"/>
                  </a:lnTo>
                  <a:lnTo>
                    <a:pt x="706736" y="5534325"/>
                  </a:lnTo>
                  <a:lnTo>
                    <a:pt x="706861" y="5534325"/>
                  </a:lnTo>
                  <a:lnTo>
                    <a:pt x="706986" y="5534325"/>
                  </a:lnTo>
                  <a:lnTo>
                    <a:pt x="707111" y="5534325"/>
                  </a:lnTo>
                  <a:lnTo>
                    <a:pt x="707236" y="5534325"/>
                  </a:lnTo>
                  <a:lnTo>
                    <a:pt x="707361" y="5534325"/>
                  </a:lnTo>
                  <a:lnTo>
                    <a:pt x="707486" y="5534325"/>
                  </a:lnTo>
                  <a:lnTo>
                    <a:pt x="707611" y="5534325"/>
                  </a:lnTo>
                  <a:lnTo>
                    <a:pt x="707736" y="5534325"/>
                  </a:lnTo>
                  <a:lnTo>
                    <a:pt x="707861" y="5534325"/>
                  </a:lnTo>
                  <a:lnTo>
                    <a:pt x="707986" y="5534325"/>
                  </a:lnTo>
                  <a:lnTo>
                    <a:pt x="708111" y="5534325"/>
                  </a:lnTo>
                  <a:lnTo>
                    <a:pt x="708236" y="5534325"/>
                  </a:lnTo>
                  <a:lnTo>
                    <a:pt x="708361" y="5534325"/>
                  </a:lnTo>
                  <a:lnTo>
                    <a:pt x="708486" y="5534325"/>
                  </a:lnTo>
                  <a:lnTo>
                    <a:pt x="708611" y="5534325"/>
                  </a:lnTo>
                  <a:lnTo>
                    <a:pt x="708736" y="5534325"/>
                  </a:lnTo>
                  <a:lnTo>
                    <a:pt x="708861" y="5534325"/>
                  </a:lnTo>
                  <a:lnTo>
                    <a:pt x="708987" y="5534325"/>
                  </a:lnTo>
                  <a:lnTo>
                    <a:pt x="709112" y="5534325"/>
                  </a:lnTo>
                  <a:lnTo>
                    <a:pt x="709237" y="5534325"/>
                  </a:lnTo>
                  <a:lnTo>
                    <a:pt x="709362" y="5534325"/>
                  </a:lnTo>
                  <a:lnTo>
                    <a:pt x="709487" y="5534325"/>
                  </a:lnTo>
                  <a:lnTo>
                    <a:pt x="709612" y="5534325"/>
                  </a:lnTo>
                  <a:lnTo>
                    <a:pt x="709737" y="5534325"/>
                  </a:lnTo>
                  <a:lnTo>
                    <a:pt x="709862" y="5534325"/>
                  </a:lnTo>
                  <a:lnTo>
                    <a:pt x="709987" y="5534325"/>
                  </a:lnTo>
                  <a:lnTo>
                    <a:pt x="710112" y="5534325"/>
                  </a:lnTo>
                  <a:lnTo>
                    <a:pt x="710237" y="5534325"/>
                  </a:lnTo>
                  <a:lnTo>
                    <a:pt x="710362" y="5534325"/>
                  </a:lnTo>
                  <a:lnTo>
                    <a:pt x="710487" y="5534325"/>
                  </a:lnTo>
                  <a:lnTo>
                    <a:pt x="710612" y="5534325"/>
                  </a:lnTo>
                  <a:lnTo>
                    <a:pt x="710737" y="5534325"/>
                  </a:lnTo>
                  <a:lnTo>
                    <a:pt x="710862" y="5534325"/>
                  </a:lnTo>
                  <a:lnTo>
                    <a:pt x="710987" y="5534325"/>
                  </a:lnTo>
                  <a:lnTo>
                    <a:pt x="711112" y="5534325"/>
                  </a:lnTo>
                  <a:lnTo>
                    <a:pt x="711237" y="5534325"/>
                  </a:lnTo>
                  <a:lnTo>
                    <a:pt x="711362" y="5534325"/>
                  </a:lnTo>
                  <a:lnTo>
                    <a:pt x="711487" y="5534325"/>
                  </a:lnTo>
                  <a:lnTo>
                    <a:pt x="711612" y="5534325"/>
                  </a:lnTo>
                  <a:lnTo>
                    <a:pt x="711737" y="5534325"/>
                  </a:lnTo>
                  <a:lnTo>
                    <a:pt x="711862" y="5534325"/>
                  </a:lnTo>
                  <a:lnTo>
                    <a:pt x="711988" y="5534325"/>
                  </a:lnTo>
                  <a:lnTo>
                    <a:pt x="712113" y="5534325"/>
                  </a:lnTo>
                  <a:lnTo>
                    <a:pt x="712238" y="5534325"/>
                  </a:lnTo>
                  <a:lnTo>
                    <a:pt x="712363" y="5534325"/>
                  </a:lnTo>
                  <a:lnTo>
                    <a:pt x="712488" y="5534325"/>
                  </a:lnTo>
                  <a:lnTo>
                    <a:pt x="712613" y="5534325"/>
                  </a:lnTo>
                  <a:lnTo>
                    <a:pt x="712738" y="5534325"/>
                  </a:lnTo>
                  <a:lnTo>
                    <a:pt x="712863" y="5534325"/>
                  </a:lnTo>
                  <a:lnTo>
                    <a:pt x="712988" y="5534325"/>
                  </a:lnTo>
                  <a:lnTo>
                    <a:pt x="713113" y="5534325"/>
                  </a:lnTo>
                  <a:lnTo>
                    <a:pt x="713238" y="5534325"/>
                  </a:lnTo>
                  <a:lnTo>
                    <a:pt x="713238" y="5524371"/>
                  </a:lnTo>
                  <a:lnTo>
                    <a:pt x="713363" y="5524371"/>
                  </a:lnTo>
                  <a:lnTo>
                    <a:pt x="713488" y="5524371"/>
                  </a:lnTo>
                  <a:lnTo>
                    <a:pt x="713613" y="5524371"/>
                  </a:lnTo>
                  <a:lnTo>
                    <a:pt x="713738" y="5524371"/>
                  </a:lnTo>
                  <a:lnTo>
                    <a:pt x="713863" y="5524371"/>
                  </a:lnTo>
                  <a:lnTo>
                    <a:pt x="713988" y="5524371"/>
                  </a:lnTo>
                  <a:lnTo>
                    <a:pt x="714113" y="5524371"/>
                  </a:lnTo>
                  <a:lnTo>
                    <a:pt x="714238" y="5524371"/>
                  </a:lnTo>
                  <a:lnTo>
                    <a:pt x="714363" y="5524371"/>
                  </a:lnTo>
                  <a:lnTo>
                    <a:pt x="714488" y="5524371"/>
                  </a:lnTo>
                  <a:lnTo>
                    <a:pt x="714613" y="5524371"/>
                  </a:lnTo>
                  <a:lnTo>
                    <a:pt x="714738" y="5524371"/>
                  </a:lnTo>
                  <a:lnTo>
                    <a:pt x="714863" y="5524371"/>
                  </a:lnTo>
                  <a:lnTo>
                    <a:pt x="714989" y="5524371"/>
                  </a:lnTo>
                  <a:lnTo>
                    <a:pt x="715114" y="5524371"/>
                  </a:lnTo>
                  <a:lnTo>
                    <a:pt x="715239" y="5524371"/>
                  </a:lnTo>
                  <a:lnTo>
                    <a:pt x="715364" y="5524371"/>
                  </a:lnTo>
                  <a:lnTo>
                    <a:pt x="715489" y="5524371"/>
                  </a:lnTo>
                  <a:lnTo>
                    <a:pt x="715614" y="5524371"/>
                  </a:lnTo>
                  <a:lnTo>
                    <a:pt x="715739" y="5524371"/>
                  </a:lnTo>
                  <a:lnTo>
                    <a:pt x="715864" y="5524371"/>
                  </a:lnTo>
                  <a:lnTo>
                    <a:pt x="715989" y="5524371"/>
                  </a:lnTo>
                  <a:lnTo>
                    <a:pt x="716114" y="5524371"/>
                  </a:lnTo>
                  <a:lnTo>
                    <a:pt x="716239" y="5524371"/>
                  </a:lnTo>
                  <a:lnTo>
                    <a:pt x="716364" y="5524371"/>
                  </a:lnTo>
                  <a:lnTo>
                    <a:pt x="716489" y="5524371"/>
                  </a:lnTo>
                  <a:lnTo>
                    <a:pt x="716614" y="5524371"/>
                  </a:lnTo>
                  <a:lnTo>
                    <a:pt x="716739" y="5524371"/>
                  </a:lnTo>
                  <a:lnTo>
                    <a:pt x="716864" y="5524371"/>
                  </a:lnTo>
                  <a:lnTo>
                    <a:pt x="716989" y="5524371"/>
                  </a:lnTo>
                  <a:lnTo>
                    <a:pt x="717114" y="5524371"/>
                  </a:lnTo>
                  <a:lnTo>
                    <a:pt x="717239" y="5524371"/>
                  </a:lnTo>
                  <a:lnTo>
                    <a:pt x="717364" y="5524371"/>
                  </a:lnTo>
                  <a:lnTo>
                    <a:pt x="717489" y="5524371"/>
                  </a:lnTo>
                  <a:lnTo>
                    <a:pt x="717614" y="5524371"/>
                  </a:lnTo>
                  <a:lnTo>
                    <a:pt x="717739" y="5524371"/>
                  </a:lnTo>
                  <a:lnTo>
                    <a:pt x="717864" y="5524371"/>
                  </a:lnTo>
                  <a:lnTo>
                    <a:pt x="717990" y="5524371"/>
                  </a:lnTo>
                  <a:lnTo>
                    <a:pt x="718115" y="5524371"/>
                  </a:lnTo>
                  <a:lnTo>
                    <a:pt x="718240" y="5524371"/>
                  </a:lnTo>
                  <a:lnTo>
                    <a:pt x="718365" y="5524371"/>
                  </a:lnTo>
                  <a:lnTo>
                    <a:pt x="718490" y="5524371"/>
                  </a:lnTo>
                  <a:lnTo>
                    <a:pt x="718615" y="5524371"/>
                  </a:lnTo>
                  <a:lnTo>
                    <a:pt x="718740" y="5524371"/>
                  </a:lnTo>
                  <a:lnTo>
                    <a:pt x="718865" y="5524371"/>
                  </a:lnTo>
                  <a:lnTo>
                    <a:pt x="718990" y="5524371"/>
                  </a:lnTo>
                  <a:lnTo>
                    <a:pt x="719115" y="5524371"/>
                  </a:lnTo>
                  <a:lnTo>
                    <a:pt x="719240" y="5524371"/>
                  </a:lnTo>
                  <a:lnTo>
                    <a:pt x="719365" y="5524371"/>
                  </a:lnTo>
                  <a:lnTo>
                    <a:pt x="719490" y="5524371"/>
                  </a:lnTo>
                  <a:lnTo>
                    <a:pt x="719615" y="5524371"/>
                  </a:lnTo>
                  <a:lnTo>
                    <a:pt x="719740" y="5524371"/>
                  </a:lnTo>
                  <a:lnTo>
                    <a:pt x="719865" y="5524371"/>
                  </a:lnTo>
                  <a:lnTo>
                    <a:pt x="719990" y="5524371"/>
                  </a:lnTo>
                  <a:lnTo>
                    <a:pt x="720115" y="5524371"/>
                  </a:lnTo>
                  <a:lnTo>
                    <a:pt x="720240" y="5524371"/>
                  </a:lnTo>
                  <a:lnTo>
                    <a:pt x="720365" y="5524371"/>
                  </a:lnTo>
                  <a:lnTo>
                    <a:pt x="720490" y="5524371"/>
                  </a:lnTo>
                  <a:lnTo>
                    <a:pt x="720615" y="5524371"/>
                  </a:lnTo>
                  <a:lnTo>
                    <a:pt x="720740" y="5524371"/>
                  </a:lnTo>
                  <a:lnTo>
                    <a:pt x="720865" y="5524371"/>
                  </a:lnTo>
                  <a:lnTo>
                    <a:pt x="720991" y="5524371"/>
                  </a:lnTo>
                  <a:lnTo>
                    <a:pt x="721116" y="5524371"/>
                  </a:lnTo>
                  <a:lnTo>
                    <a:pt x="721241" y="5524371"/>
                  </a:lnTo>
                  <a:lnTo>
                    <a:pt x="721366" y="5524371"/>
                  </a:lnTo>
                  <a:lnTo>
                    <a:pt x="721491" y="5524371"/>
                  </a:lnTo>
                  <a:lnTo>
                    <a:pt x="721616" y="5524371"/>
                  </a:lnTo>
                  <a:lnTo>
                    <a:pt x="721741" y="5524371"/>
                  </a:lnTo>
                  <a:lnTo>
                    <a:pt x="721866" y="5524371"/>
                  </a:lnTo>
                  <a:lnTo>
                    <a:pt x="721991" y="5524371"/>
                  </a:lnTo>
                  <a:lnTo>
                    <a:pt x="722116" y="5524371"/>
                  </a:lnTo>
                  <a:lnTo>
                    <a:pt x="722241" y="5524371"/>
                  </a:lnTo>
                  <a:lnTo>
                    <a:pt x="722366" y="5524371"/>
                  </a:lnTo>
                  <a:lnTo>
                    <a:pt x="722491" y="5524371"/>
                  </a:lnTo>
                  <a:lnTo>
                    <a:pt x="722616" y="5524371"/>
                  </a:lnTo>
                  <a:lnTo>
                    <a:pt x="722616" y="5514417"/>
                  </a:lnTo>
                  <a:lnTo>
                    <a:pt x="722741" y="5514417"/>
                  </a:lnTo>
                  <a:lnTo>
                    <a:pt x="722866" y="5514417"/>
                  </a:lnTo>
                  <a:lnTo>
                    <a:pt x="722991" y="5514417"/>
                  </a:lnTo>
                  <a:lnTo>
                    <a:pt x="723116" y="5514417"/>
                  </a:lnTo>
                  <a:lnTo>
                    <a:pt x="723241" y="5514417"/>
                  </a:lnTo>
                  <a:lnTo>
                    <a:pt x="723366" y="5514417"/>
                  </a:lnTo>
                  <a:lnTo>
                    <a:pt x="723491" y="5514417"/>
                  </a:lnTo>
                  <a:lnTo>
                    <a:pt x="723616" y="5514417"/>
                  </a:lnTo>
                  <a:lnTo>
                    <a:pt x="723741" y="5514417"/>
                  </a:lnTo>
                  <a:lnTo>
                    <a:pt x="723866" y="5514417"/>
                  </a:lnTo>
                  <a:lnTo>
                    <a:pt x="723992" y="5514417"/>
                  </a:lnTo>
                  <a:lnTo>
                    <a:pt x="724117" y="5514417"/>
                  </a:lnTo>
                  <a:lnTo>
                    <a:pt x="724242" y="5514417"/>
                  </a:lnTo>
                  <a:lnTo>
                    <a:pt x="724367" y="5514417"/>
                  </a:lnTo>
                  <a:lnTo>
                    <a:pt x="724492" y="5514417"/>
                  </a:lnTo>
                  <a:lnTo>
                    <a:pt x="724617" y="5514417"/>
                  </a:lnTo>
                  <a:lnTo>
                    <a:pt x="724742" y="5514417"/>
                  </a:lnTo>
                  <a:lnTo>
                    <a:pt x="724867" y="5514417"/>
                  </a:lnTo>
                  <a:lnTo>
                    <a:pt x="724992" y="5514417"/>
                  </a:lnTo>
                  <a:lnTo>
                    <a:pt x="725117" y="5514417"/>
                  </a:lnTo>
                  <a:lnTo>
                    <a:pt x="725242" y="5514417"/>
                  </a:lnTo>
                  <a:lnTo>
                    <a:pt x="725367" y="5514417"/>
                  </a:lnTo>
                  <a:lnTo>
                    <a:pt x="725492" y="5514417"/>
                  </a:lnTo>
                  <a:lnTo>
                    <a:pt x="725617" y="5514417"/>
                  </a:lnTo>
                  <a:lnTo>
                    <a:pt x="725742" y="5514417"/>
                  </a:lnTo>
                  <a:lnTo>
                    <a:pt x="725867" y="5514417"/>
                  </a:lnTo>
                  <a:lnTo>
                    <a:pt x="725992" y="5514417"/>
                  </a:lnTo>
                  <a:lnTo>
                    <a:pt x="726117" y="5514417"/>
                  </a:lnTo>
                  <a:lnTo>
                    <a:pt x="726242" y="5514417"/>
                  </a:lnTo>
                  <a:lnTo>
                    <a:pt x="726367" y="5514417"/>
                  </a:lnTo>
                  <a:lnTo>
                    <a:pt x="726492" y="5514417"/>
                  </a:lnTo>
                  <a:lnTo>
                    <a:pt x="726617" y="5514417"/>
                  </a:lnTo>
                  <a:lnTo>
                    <a:pt x="726742" y="5514417"/>
                  </a:lnTo>
                  <a:lnTo>
                    <a:pt x="726867" y="5514417"/>
                  </a:lnTo>
                  <a:lnTo>
                    <a:pt x="726993" y="5514417"/>
                  </a:lnTo>
                  <a:lnTo>
                    <a:pt x="727118" y="5514417"/>
                  </a:lnTo>
                  <a:lnTo>
                    <a:pt x="727243" y="5514417"/>
                  </a:lnTo>
                  <a:lnTo>
                    <a:pt x="727368" y="5514417"/>
                  </a:lnTo>
                  <a:lnTo>
                    <a:pt x="727493" y="5514417"/>
                  </a:lnTo>
                  <a:lnTo>
                    <a:pt x="727618" y="5514417"/>
                  </a:lnTo>
                  <a:lnTo>
                    <a:pt x="727743" y="5514417"/>
                  </a:lnTo>
                  <a:lnTo>
                    <a:pt x="727868" y="5514417"/>
                  </a:lnTo>
                  <a:lnTo>
                    <a:pt x="727993" y="5514417"/>
                  </a:lnTo>
                  <a:lnTo>
                    <a:pt x="728118" y="5514417"/>
                  </a:lnTo>
                  <a:lnTo>
                    <a:pt x="728243" y="5514417"/>
                  </a:lnTo>
                  <a:lnTo>
                    <a:pt x="728368" y="5514417"/>
                  </a:lnTo>
                  <a:lnTo>
                    <a:pt x="728493" y="5514417"/>
                  </a:lnTo>
                  <a:lnTo>
                    <a:pt x="728618" y="5514417"/>
                  </a:lnTo>
                  <a:lnTo>
                    <a:pt x="728743" y="5514417"/>
                  </a:lnTo>
                  <a:lnTo>
                    <a:pt x="728868" y="5514417"/>
                  </a:lnTo>
                  <a:lnTo>
                    <a:pt x="728993" y="5514417"/>
                  </a:lnTo>
                  <a:lnTo>
                    <a:pt x="729118" y="5514417"/>
                  </a:lnTo>
                  <a:lnTo>
                    <a:pt x="729243" y="5514417"/>
                  </a:lnTo>
                  <a:lnTo>
                    <a:pt x="729368" y="5514417"/>
                  </a:lnTo>
                  <a:lnTo>
                    <a:pt x="729493" y="5514417"/>
                  </a:lnTo>
                  <a:lnTo>
                    <a:pt x="729618" y="5514417"/>
                  </a:lnTo>
                  <a:lnTo>
                    <a:pt x="729743" y="5514417"/>
                  </a:lnTo>
                  <a:lnTo>
                    <a:pt x="729868" y="5514417"/>
                  </a:lnTo>
                  <a:lnTo>
                    <a:pt x="729994" y="5514417"/>
                  </a:lnTo>
                  <a:lnTo>
                    <a:pt x="730119" y="5514417"/>
                  </a:lnTo>
                  <a:lnTo>
                    <a:pt x="730244" y="5514417"/>
                  </a:lnTo>
                  <a:lnTo>
                    <a:pt x="730369" y="5514417"/>
                  </a:lnTo>
                  <a:lnTo>
                    <a:pt x="730494" y="5514417"/>
                  </a:lnTo>
                  <a:lnTo>
                    <a:pt x="730619" y="5514417"/>
                  </a:lnTo>
                  <a:lnTo>
                    <a:pt x="730744" y="5514417"/>
                  </a:lnTo>
                  <a:lnTo>
                    <a:pt x="730869" y="5514417"/>
                  </a:lnTo>
                  <a:lnTo>
                    <a:pt x="730994" y="5514417"/>
                  </a:lnTo>
                  <a:lnTo>
                    <a:pt x="731119" y="5514417"/>
                  </a:lnTo>
                  <a:lnTo>
                    <a:pt x="731244" y="5514417"/>
                  </a:lnTo>
                  <a:lnTo>
                    <a:pt x="731369" y="5514417"/>
                  </a:lnTo>
                  <a:lnTo>
                    <a:pt x="731494" y="5514417"/>
                  </a:lnTo>
                  <a:lnTo>
                    <a:pt x="731619" y="5514417"/>
                  </a:lnTo>
                  <a:lnTo>
                    <a:pt x="731744" y="5514417"/>
                  </a:lnTo>
                  <a:lnTo>
                    <a:pt x="731869" y="5514417"/>
                  </a:lnTo>
                  <a:lnTo>
                    <a:pt x="731994" y="5514417"/>
                  </a:lnTo>
                  <a:lnTo>
                    <a:pt x="732119" y="5514417"/>
                  </a:lnTo>
                  <a:lnTo>
                    <a:pt x="732244" y="5514417"/>
                  </a:lnTo>
                  <a:lnTo>
                    <a:pt x="732369" y="5514417"/>
                  </a:lnTo>
                  <a:lnTo>
                    <a:pt x="732494" y="5514417"/>
                  </a:lnTo>
                  <a:lnTo>
                    <a:pt x="732619" y="5514417"/>
                  </a:lnTo>
                  <a:lnTo>
                    <a:pt x="732744" y="5514417"/>
                  </a:lnTo>
                  <a:lnTo>
                    <a:pt x="732869" y="5514417"/>
                  </a:lnTo>
                  <a:lnTo>
                    <a:pt x="732995" y="5514417"/>
                  </a:lnTo>
                  <a:lnTo>
                    <a:pt x="733120" y="5514417"/>
                  </a:lnTo>
                  <a:lnTo>
                    <a:pt x="733245" y="5514417"/>
                  </a:lnTo>
                  <a:lnTo>
                    <a:pt x="733370" y="5514417"/>
                  </a:lnTo>
                  <a:lnTo>
                    <a:pt x="733495" y="5514417"/>
                  </a:lnTo>
                  <a:lnTo>
                    <a:pt x="733620" y="5514417"/>
                  </a:lnTo>
                  <a:lnTo>
                    <a:pt x="733745" y="5514417"/>
                  </a:lnTo>
                  <a:lnTo>
                    <a:pt x="733870" y="5514417"/>
                  </a:lnTo>
                  <a:lnTo>
                    <a:pt x="733995" y="5514417"/>
                  </a:lnTo>
                  <a:lnTo>
                    <a:pt x="734120" y="5514417"/>
                  </a:lnTo>
                  <a:lnTo>
                    <a:pt x="734245" y="5514417"/>
                  </a:lnTo>
                  <a:lnTo>
                    <a:pt x="734370" y="5514417"/>
                  </a:lnTo>
                  <a:lnTo>
                    <a:pt x="734495" y="5514417"/>
                  </a:lnTo>
                  <a:lnTo>
                    <a:pt x="734620" y="5514417"/>
                  </a:lnTo>
                  <a:lnTo>
                    <a:pt x="734745" y="5514417"/>
                  </a:lnTo>
                  <a:lnTo>
                    <a:pt x="734870" y="5514417"/>
                  </a:lnTo>
                  <a:lnTo>
                    <a:pt x="734995" y="5514417"/>
                  </a:lnTo>
                  <a:lnTo>
                    <a:pt x="735120" y="5514417"/>
                  </a:lnTo>
                  <a:lnTo>
                    <a:pt x="735245" y="5514417"/>
                  </a:lnTo>
                  <a:lnTo>
                    <a:pt x="735370" y="5514417"/>
                  </a:lnTo>
                  <a:lnTo>
                    <a:pt x="735495" y="5514417"/>
                  </a:lnTo>
                  <a:lnTo>
                    <a:pt x="735620" y="5514417"/>
                  </a:lnTo>
                  <a:lnTo>
                    <a:pt x="735745" y="5514417"/>
                  </a:lnTo>
                  <a:lnTo>
                    <a:pt x="735870" y="5514417"/>
                  </a:lnTo>
                  <a:lnTo>
                    <a:pt x="735996" y="5514417"/>
                  </a:lnTo>
                  <a:lnTo>
                    <a:pt x="736121" y="5514417"/>
                  </a:lnTo>
                  <a:lnTo>
                    <a:pt x="736246" y="5514417"/>
                  </a:lnTo>
                  <a:lnTo>
                    <a:pt x="736371" y="5514417"/>
                  </a:lnTo>
                  <a:lnTo>
                    <a:pt x="736496" y="5514417"/>
                  </a:lnTo>
                  <a:lnTo>
                    <a:pt x="736621" y="5514417"/>
                  </a:lnTo>
                  <a:lnTo>
                    <a:pt x="736746" y="5514417"/>
                  </a:lnTo>
                  <a:lnTo>
                    <a:pt x="736871" y="5514417"/>
                  </a:lnTo>
                  <a:lnTo>
                    <a:pt x="736996" y="5514417"/>
                  </a:lnTo>
                  <a:lnTo>
                    <a:pt x="737121" y="5514417"/>
                  </a:lnTo>
                  <a:lnTo>
                    <a:pt x="737246" y="5514417"/>
                  </a:lnTo>
                  <a:lnTo>
                    <a:pt x="737371" y="5514417"/>
                  </a:lnTo>
                  <a:lnTo>
                    <a:pt x="737496" y="5514417"/>
                  </a:lnTo>
                  <a:lnTo>
                    <a:pt x="737621" y="5514417"/>
                  </a:lnTo>
                  <a:lnTo>
                    <a:pt x="737746" y="5514417"/>
                  </a:lnTo>
                  <a:lnTo>
                    <a:pt x="737871" y="5514417"/>
                  </a:lnTo>
                  <a:lnTo>
                    <a:pt x="737996" y="5514417"/>
                  </a:lnTo>
                  <a:lnTo>
                    <a:pt x="738121" y="5514417"/>
                  </a:lnTo>
                  <a:lnTo>
                    <a:pt x="738246" y="5514417"/>
                  </a:lnTo>
                  <a:lnTo>
                    <a:pt x="738371" y="5514417"/>
                  </a:lnTo>
                  <a:lnTo>
                    <a:pt x="738496" y="5514417"/>
                  </a:lnTo>
                  <a:lnTo>
                    <a:pt x="738621" y="5514417"/>
                  </a:lnTo>
                  <a:lnTo>
                    <a:pt x="738746" y="5514417"/>
                  </a:lnTo>
                  <a:lnTo>
                    <a:pt x="738872" y="5514417"/>
                  </a:lnTo>
                  <a:lnTo>
                    <a:pt x="738997" y="5514417"/>
                  </a:lnTo>
                  <a:lnTo>
                    <a:pt x="739122" y="5514417"/>
                  </a:lnTo>
                  <a:lnTo>
                    <a:pt x="739247" y="5514417"/>
                  </a:lnTo>
                  <a:lnTo>
                    <a:pt x="739372" y="5514417"/>
                  </a:lnTo>
                  <a:lnTo>
                    <a:pt x="739497" y="5514417"/>
                  </a:lnTo>
                  <a:lnTo>
                    <a:pt x="739622" y="5514417"/>
                  </a:lnTo>
                  <a:lnTo>
                    <a:pt x="739747" y="5514417"/>
                  </a:lnTo>
                  <a:lnTo>
                    <a:pt x="739872" y="5514417"/>
                  </a:lnTo>
                  <a:lnTo>
                    <a:pt x="739997" y="5514417"/>
                  </a:lnTo>
                  <a:lnTo>
                    <a:pt x="740122" y="5514417"/>
                  </a:lnTo>
                  <a:lnTo>
                    <a:pt x="740247" y="5514417"/>
                  </a:lnTo>
                  <a:lnTo>
                    <a:pt x="740372" y="5514417"/>
                  </a:lnTo>
                  <a:lnTo>
                    <a:pt x="740497" y="5514417"/>
                  </a:lnTo>
                  <a:lnTo>
                    <a:pt x="740622" y="5514417"/>
                  </a:lnTo>
                  <a:lnTo>
                    <a:pt x="740747" y="5514417"/>
                  </a:lnTo>
                  <a:lnTo>
                    <a:pt x="740872" y="5514417"/>
                  </a:lnTo>
                  <a:lnTo>
                    <a:pt x="740997" y="5514417"/>
                  </a:lnTo>
                  <a:lnTo>
                    <a:pt x="741122" y="5514417"/>
                  </a:lnTo>
                  <a:lnTo>
                    <a:pt x="741247" y="5514417"/>
                  </a:lnTo>
                  <a:lnTo>
                    <a:pt x="741372" y="5514417"/>
                  </a:lnTo>
                  <a:lnTo>
                    <a:pt x="741372" y="5504463"/>
                  </a:lnTo>
                  <a:lnTo>
                    <a:pt x="741497" y="5504463"/>
                  </a:lnTo>
                  <a:lnTo>
                    <a:pt x="741622" y="5504463"/>
                  </a:lnTo>
                  <a:lnTo>
                    <a:pt x="741747" y="5504463"/>
                  </a:lnTo>
                  <a:lnTo>
                    <a:pt x="741873" y="5504463"/>
                  </a:lnTo>
                  <a:lnTo>
                    <a:pt x="741998" y="5504463"/>
                  </a:lnTo>
                  <a:lnTo>
                    <a:pt x="742123" y="5504463"/>
                  </a:lnTo>
                  <a:lnTo>
                    <a:pt x="742248" y="5504463"/>
                  </a:lnTo>
                  <a:lnTo>
                    <a:pt x="742373" y="5504463"/>
                  </a:lnTo>
                  <a:lnTo>
                    <a:pt x="742498" y="5504463"/>
                  </a:lnTo>
                  <a:lnTo>
                    <a:pt x="742623" y="5504463"/>
                  </a:lnTo>
                  <a:lnTo>
                    <a:pt x="742748" y="5504463"/>
                  </a:lnTo>
                  <a:lnTo>
                    <a:pt x="742873" y="5504463"/>
                  </a:lnTo>
                  <a:lnTo>
                    <a:pt x="742998" y="5504463"/>
                  </a:lnTo>
                  <a:lnTo>
                    <a:pt x="743123" y="5504463"/>
                  </a:lnTo>
                  <a:lnTo>
                    <a:pt x="743248" y="5504463"/>
                  </a:lnTo>
                  <a:lnTo>
                    <a:pt x="743373" y="5504463"/>
                  </a:lnTo>
                  <a:lnTo>
                    <a:pt x="743498" y="5504463"/>
                  </a:lnTo>
                  <a:lnTo>
                    <a:pt x="743623" y="5504463"/>
                  </a:lnTo>
                  <a:lnTo>
                    <a:pt x="743748" y="5504463"/>
                  </a:lnTo>
                  <a:lnTo>
                    <a:pt x="743873" y="5504463"/>
                  </a:lnTo>
                  <a:lnTo>
                    <a:pt x="743998" y="5504463"/>
                  </a:lnTo>
                  <a:lnTo>
                    <a:pt x="744123" y="5504463"/>
                  </a:lnTo>
                  <a:lnTo>
                    <a:pt x="744248" y="5504463"/>
                  </a:lnTo>
                  <a:lnTo>
                    <a:pt x="744373" y="5504463"/>
                  </a:lnTo>
                  <a:lnTo>
                    <a:pt x="744498" y="5504463"/>
                  </a:lnTo>
                  <a:lnTo>
                    <a:pt x="744623" y="5504463"/>
                  </a:lnTo>
                  <a:lnTo>
                    <a:pt x="744748" y="5504463"/>
                  </a:lnTo>
                  <a:lnTo>
                    <a:pt x="744874" y="5504463"/>
                  </a:lnTo>
                  <a:lnTo>
                    <a:pt x="744999" y="5504463"/>
                  </a:lnTo>
                  <a:lnTo>
                    <a:pt x="745124" y="5504463"/>
                  </a:lnTo>
                  <a:lnTo>
                    <a:pt x="745249" y="5504463"/>
                  </a:lnTo>
                  <a:lnTo>
                    <a:pt x="745374" y="5504463"/>
                  </a:lnTo>
                  <a:lnTo>
                    <a:pt x="745499" y="5504463"/>
                  </a:lnTo>
                  <a:lnTo>
                    <a:pt x="745624" y="5504463"/>
                  </a:lnTo>
                  <a:lnTo>
                    <a:pt x="745749" y="5504463"/>
                  </a:lnTo>
                  <a:lnTo>
                    <a:pt x="745874" y="5504463"/>
                  </a:lnTo>
                  <a:lnTo>
                    <a:pt x="745999" y="5504463"/>
                  </a:lnTo>
                  <a:lnTo>
                    <a:pt x="746124" y="5504463"/>
                  </a:lnTo>
                  <a:lnTo>
                    <a:pt x="746249" y="5504463"/>
                  </a:lnTo>
                  <a:lnTo>
                    <a:pt x="746374" y="5504463"/>
                  </a:lnTo>
                  <a:lnTo>
                    <a:pt x="746499" y="5504463"/>
                  </a:lnTo>
                  <a:lnTo>
                    <a:pt x="746624" y="5504463"/>
                  </a:lnTo>
                  <a:lnTo>
                    <a:pt x="746749" y="5504463"/>
                  </a:lnTo>
                  <a:lnTo>
                    <a:pt x="746874" y="5504463"/>
                  </a:lnTo>
                  <a:lnTo>
                    <a:pt x="746999" y="5504463"/>
                  </a:lnTo>
                  <a:lnTo>
                    <a:pt x="747124" y="5504463"/>
                  </a:lnTo>
                  <a:lnTo>
                    <a:pt x="747249" y="5504463"/>
                  </a:lnTo>
                  <a:lnTo>
                    <a:pt x="747374" y="5504463"/>
                  </a:lnTo>
                  <a:lnTo>
                    <a:pt x="747499" y="5504463"/>
                  </a:lnTo>
                  <a:lnTo>
                    <a:pt x="747624" y="5504463"/>
                  </a:lnTo>
                  <a:lnTo>
                    <a:pt x="747749" y="5504463"/>
                  </a:lnTo>
                  <a:lnTo>
                    <a:pt x="747875" y="5504463"/>
                  </a:lnTo>
                  <a:lnTo>
                    <a:pt x="748000" y="5504463"/>
                  </a:lnTo>
                  <a:lnTo>
                    <a:pt x="748125" y="5504463"/>
                  </a:lnTo>
                  <a:lnTo>
                    <a:pt x="748250" y="5504463"/>
                  </a:lnTo>
                  <a:lnTo>
                    <a:pt x="748375" y="5504463"/>
                  </a:lnTo>
                  <a:lnTo>
                    <a:pt x="748500" y="5504463"/>
                  </a:lnTo>
                  <a:lnTo>
                    <a:pt x="748625" y="5504463"/>
                  </a:lnTo>
                  <a:lnTo>
                    <a:pt x="748750" y="5504463"/>
                  </a:lnTo>
                  <a:lnTo>
                    <a:pt x="748875" y="5504463"/>
                  </a:lnTo>
                  <a:lnTo>
                    <a:pt x="749000" y="5504463"/>
                  </a:lnTo>
                  <a:lnTo>
                    <a:pt x="749125" y="5504463"/>
                  </a:lnTo>
                  <a:lnTo>
                    <a:pt x="749250" y="5504463"/>
                  </a:lnTo>
                  <a:lnTo>
                    <a:pt x="749375" y="5504463"/>
                  </a:lnTo>
                  <a:lnTo>
                    <a:pt x="749500" y="5504463"/>
                  </a:lnTo>
                  <a:lnTo>
                    <a:pt x="749625" y="5504463"/>
                  </a:lnTo>
                  <a:lnTo>
                    <a:pt x="749750" y="5504463"/>
                  </a:lnTo>
                  <a:lnTo>
                    <a:pt x="749875" y="5504463"/>
                  </a:lnTo>
                  <a:lnTo>
                    <a:pt x="750000" y="5504463"/>
                  </a:lnTo>
                  <a:lnTo>
                    <a:pt x="750125" y="5504463"/>
                  </a:lnTo>
                  <a:lnTo>
                    <a:pt x="750250" y="5504463"/>
                  </a:lnTo>
                  <a:lnTo>
                    <a:pt x="750375" y="5504463"/>
                  </a:lnTo>
                  <a:lnTo>
                    <a:pt x="750500" y="5504463"/>
                  </a:lnTo>
                  <a:lnTo>
                    <a:pt x="750625" y="5504463"/>
                  </a:lnTo>
                  <a:lnTo>
                    <a:pt x="750750" y="5504463"/>
                  </a:lnTo>
                  <a:lnTo>
                    <a:pt x="750876" y="5504463"/>
                  </a:lnTo>
                  <a:lnTo>
                    <a:pt x="751001" y="5504463"/>
                  </a:lnTo>
                  <a:lnTo>
                    <a:pt x="751126" y="5504463"/>
                  </a:lnTo>
                  <a:lnTo>
                    <a:pt x="751251" y="5504463"/>
                  </a:lnTo>
                  <a:lnTo>
                    <a:pt x="751376" y="5504463"/>
                  </a:lnTo>
                  <a:lnTo>
                    <a:pt x="751501" y="5504463"/>
                  </a:lnTo>
                  <a:lnTo>
                    <a:pt x="751626" y="5504463"/>
                  </a:lnTo>
                  <a:lnTo>
                    <a:pt x="751751" y="5504463"/>
                  </a:lnTo>
                  <a:lnTo>
                    <a:pt x="751876" y="5504463"/>
                  </a:lnTo>
                  <a:lnTo>
                    <a:pt x="752001" y="5504463"/>
                  </a:lnTo>
                  <a:lnTo>
                    <a:pt x="752126" y="5504463"/>
                  </a:lnTo>
                  <a:lnTo>
                    <a:pt x="752251" y="5504463"/>
                  </a:lnTo>
                  <a:lnTo>
                    <a:pt x="752376" y="5504463"/>
                  </a:lnTo>
                  <a:lnTo>
                    <a:pt x="752501" y="5504463"/>
                  </a:lnTo>
                  <a:lnTo>
                    <a:pt x="752626" y="5504463"/>
                  </a:lnTo>
                  <a:lnTo>
                    <a:pt x="752751" y="5504463"/>
                  </a:lnTo>
                  <a:lnTo>
                    <a:pt x="752876" y="5504463"/>
                  </a:lnTo>
                  <a:lnTo>
                    <a:pt x="753001" y="5504463"/>
                  </a:lnTo>
                  <a:lnTo>
                    <a:pt x="753126" y="5504463"/>
                  </a:lnTo>
                  <a:lnTo>
                    <a:pt x="753251" y="5504463"/>
                  </a:lnTo>
                  <a:lnTo>
                    <a:pt x="753376" y="5504463"/>
                  </a:lnTo>
                  <a:lnTo>
                    <a:pt x="753501" y="5504463"/>
                  </a:lnTo>
                  <a:lnTo>
                    <a:pt x="753626" y="5504463"/>
                  </a:lnTo>
                  <a:lnTo>
                    <a:pt x="753751" y="5504463"/>
                  </a:lnTo>
                  <a:lnTo>
                    <a:pt x="753877" y="5504463"/>
                  </a:lnTo>
                  <a:lnTo>
                    <a:pt x="754002" y="5504463"/>
                  </a:lnTo>
                  <a:lnTo>
                    <a:pt x="754127" y="5504463"/>
                  </a:lnTo>
                  <a:lnTo>
                    <a:pt x="754252" y="5504463"/>
                  </a:lnTo>
                  <a:lnTo>
                    <a:pt x="754377" y="5504463"/>
                  </a:lnTo>
                  <a:lnTo>
                    <a:pt x="754502" y="5504463"/>
                  </a:lnTo>
                  <a:lnTo>
                    <a:pt x="754627" y="5504463"/>
                  </a:lnTo>
                  <a:lnTo>
                    <a:pt x="754752" y="5504463"/>
                  </a:lnTo>
                  <a:lnTo>
                    <a:pt x="754752" y="5494510"/>
                  </a:lnTo>
                  <a:lnTo>
                    <a:pt x="754877" y="5494510"/>
                  </a:lnTo>
                  <a:lnTo>
                    <a:pt x="755002" y="5494510"/>
                  </a:lnTo>
                  <a:lnTo>
                    <a:pt x="755127" y="5494510"/>
                  </a:lnTo>
                  <a:lnTo>
                    <a:pt x="755252" y="5494510"/>
                  </a:lnTo>
                  <a:lnTo>
                    <a:pt x="755377" y="5494510"/>
                  </a:lnTo>
                  <a:lnTo>
                    <a:pt x="755502" y="5494510"/>
                  </a:lnTo>
                  <a:lnTo>
                    <a:pt x="755627" y="5494510"/>
                  </a:lnTo>
                  <a:lnTo>
                    <a:pt x="755752" y="5494510"/>
                  </a:lnTo>
                  <a:lnTo>
                    <a:pt x="755877" y="5494510"/>
                  </a:lnTo>
                  <a:lnTo>
                    <a:pt x="756002" y="5494510"/>
                  </a:lnTo>
                  <a:lnTo>
                    <a:pt x="756127" y="5494510"/>
                  </a:lnTo>
                  <a:lnTo>
                    <a:pt x="756252" y="5494510"/>
                  </a:lnTo>
                  <a:lnTo>
                    <a:pt x="756377" y="5494510"/>
                  </a:lnTo>
                  <a:lnTo>
                    <a:pt x="756502" y="5494510"/>
                  </a:lnTo>
                  <a:lnTo>
                    <a:pt x="756627" y="5494510"/>
                  </a:lnTo>
                  <a:lnTo>
                    <a:pt x="756752" y="5494510"/>
                  </a:lnTo>
                  <a:lnTo>
                    <a:pt x="756878" y="5494510"/>
                  </a:lnTo>
                  <a:lnTo>
                    <a:pt x="757003" y="5494510"/>
                  </a:lnTo>
                  <a:lnTo>
                    <a:pt x="757128" y="5494510"/>
                  </a:lnTo>
                  <a:lnTo>
                    <a:pt x="757253" y="5494510"/>
                  </a:lnTo>
                  <a:lnTo>
                    <a:pt x="757378" y="5494510"/>
                  </a:lnTo>
                  <a:lnTo>
                    <a:pt x="757503" y="5494510"/>
                  </a:lnTo>
                  <a:lnTo>
                    <a:pt x="757628" y="5494510"/>
                  </a:lnTo>
                  <a:lnTo>
                    <a:pt x="757753" y="5494510"/>
                  </a:lnTo>
                  <a:lnTo>
                    <a:pt x="757878" y="5494510"/>
                  </a:lnTo>
                  <a:lnTo>
                    <a:pt x="758003" y="5494510"/>
                  </a:lnTo>
                  <a:lnTo>
                    <a:pt x="758128" y="5494510"/>
                  </a:lnTo>
                  <a:lnTo>
                    <a:pt x="758253" y="5494510"/>
                  </a:lnTo>
                  <a:lnTo>
                    <a:pt x="758378" y="5494510"/>
                  </a:lnTo>
                  <a:lnTo>
                    <a:pt x="758503" y="5494510"/>
                  </a:lnTo>
                  <a:lnTo>
                    <a:pt x="758628" y="5494510"/>
                  </a:lnTo>
                  <a:lnTo>
                    <a:pt x="758753" y="5494510"/>
                  </a:lnTo>
                  <a:lnTo>
                    <a:pt x="758878" y="5494510"/>
                  </a:lnTo>
                  <a:lnTo>
                    <a:pt x="759003" y="5494510"/>
                  </a:lnTo>
                  <a:lnTo>
                    <a:pt x="759128" y="5494510"/>
                  </a:lnTo>
                  <a:lnTo>
                    <a:pt x="759253" y="5494510"/>
                  </a:lnTo>
                  <a:lnTo>
                    <a:pt x="759378" y="5494510"/>
                  </a:lnTo>
                  <a:lnTo>
                    <a:pt x="759503" y="5494510"/>
                  </a:lnTo>
                  <a:lnTo>
                    <a:pt x="759628" y="5494510"/>
                  </a:lnTo>
                  <a:lnTo>
                    <a:pt x="759753" y="5494510"/>
                  </a:lnTo>
                  <a:lnTo>
                    <a:pt x="759879" y="5494510"/>
                  </a:lnTo>
                  <a:lnTo>
                    <a:pt x="760004" y="5494510"/>
                  </a:lnTo>
                  <a:lnTo>
                    <a:pt x="760129" y="5494510"/>
                  </a:lnTo>
                  <a:lnTo>
                    <a:pt x="760254" y="5494510"/>
                  </a:lnTo>
                  <a:lnTo>
                    <a:pt x="760379" y="5494510"/>
                  </a:lnTo>
                  <a:lnTo>
                    <a:pt x="760504" y="5494510"/>
                  </a:lnTo>
                  <a:lnTo>
                    <a:pt x="760629" y="5494510"/>
                  </a:lnTo>
                  <a:lnTo>
                    <a:pt x="760754" y="5494510"/>
                  </a:lnTo>
                  <a:lnTo>
                    <a:pt x="760879" y="5494510"/>
                  </a:lnTo>
                  <a:lnTo>
                    <a:pt x="760879" y="5484556"/>
                  </a:lnTo>
                  <a:lnTo>
                    <a:pt x="761004" y="5484556"/>
                  </a:lnTo>
                  <a:lnTo>
                    <a:pt x="761129" y="5484556"/>
                  </a:lnTo>
                  <a:lnTo>
                    <a:pt x="761254" y="5484556"/>
                  </a:lnTo>
                  <a:lnTo>
                    <a:pt x="761379" y="5484556"/>
                  </a:lnTo>
                  <a:lnTo>
                    <a:pt x="761504" y="5484556"/>
                  </a:lnTo>
                  <a:lnTo>
                    <a:pt x="761629" y="5484556"/>
                  </a:lnTo>
                  <a:lnTo>
                    <a:pt x="761754" y="5484556"/>
                  </a:lnTo>
                  <a:lnTo>
                    <a:pt x="761879" y="5484556"/>
                  </a:lnTo>
                  <a:lnTo>
                    <a:pt x="762004" y="5484556"/>
                  </a:lnTo>
                  <a:lnTo>
                    <a:pt x="762129" y="5484556"/>
                  </a:lnTo>
                  <a:lnTo>
                    <a:pt x="762254" y="5484556"/>
                  </a:lnTo>
                  <a:lnTo>
                    <a:pt x="762379" y="5484556"/>
                  </a:lnTo>
                  <a:lnTo>
                    <a:pt x="762504" y="5484556"/>
                  </a:lnTo>
                  <a:lnTo>
                    <a:pt x="762629" y="5484556"/>
                  </a:lnTo>
                  <a:lnTo>
                    <a:pt x="762754" y="5484556"/>
                  </a:lnTo>
                  <a:lnTo>
                    <a:pt x="762880" y="5484556"/>
                  </a:lnTo>
                  <a:lnTo>
                    <a:pt x="763005" y="5484556"/>
                  </a:lnTo>
                  <a:lnTo>
                    <a:pt x="763130" y="5484556"/>
                  </a:lnTo>
                  <a:lnTo>
                    <a:pt x="763255" y="5484556"/>
                  </a:lnTo>
                  <a:lnTo>
                    <a:pt x="763380" y="5484556"/>
                  </a:lnTo>
                  <a:lnTo>
                    <a:pt x="763505" y="5484556"/>
                  </a:lnTo>
                  <a:lnTo>
                    <a:pt x="763630" y="5484556"/>
                  </a:lnTo>
                  <a:lnTo>
                    <a:pt x="763755" y="5484556"/>
                  </a:lnTo>
                  <a:lnTo>
                    <a:pt x="763880" y="5484556"/>
                  </a:lnTo>
                  <a:lnTo>
                    <a:pt x="764005" y="5484556"/>
                  </a:lnTo>
                  <a:lnTo>
                    <a:pt x="764130" y="5484556"/>
                  </a:lnTo>
                  <a:lnTo>
                    <a:pt x="764255" y="5484556"/>
                  </a:lnTo>
                  <a:lnTo>
                    <a:pt x="764380" y="5484556"/>
                  </a:lnTo>
                  <a:lnTo>
                    <a:pt x="764505" y="5484556"/>
                  </a:lnTo>
                  <a:lnTo>
                    <a:pt x="764630" y="5484556"/>
                  </a:lnTo>
                  <a:lnTo>
                    <a:pt x="764755" y="5484556"/>
                  </a:lnTo>
                  <a:lnTo>
                    <a:pt x="764880" y="5484556"/>
                  </a:lnTo>
                  <a:lnTo>
                    <a:pt x="765005" y="5484556"/>
                  </a:lnTo>
                  <a:lnTo>
                    <a:pt x="765130" y="5484556"/>
                  </a:lnTo>
                  <a:lnTo>
                    <a:pt x="765255" y="5484556"/>
                  </a:lnTo>
                  <a:lnTo>
                    <a:pt x="765380" y="5484556"/>
                  </a:lnTo>
                  <a:lnTo>
                    <a:pt x="765505" y="5484556"/>
                  </a:lnTo>
                  <a:lnTo>
                    <a:pt x="765630" y="5484556"/>
                  </a:lnTo>
                  <a:lnTo>
                    <a:pt x="765755" y="5484556"/>
                  </a:lnTo>
                  <a:lnTo>
                    <a:pt x="765881" y="5484556"/>
                  </a:lnTo>
                  <a:lnTo>
                    <a:pt x="766006" y="5484556"/>
                  </a:lnTo>
                  <a:lnTo>
                    <a:pt x="766131" y="5484556"/>
                  </a:lnTo>
                  <a:lnTo>
                    <a:pt x="766256" y="5484556"/>
                  </a:lnTo>
                  <a:lnTo>
                    <a:pt x="766381" y="5484556"/>
                  </a:lnTo>
                  <a:lnTo>
                    <a:pt x="766506" y="5484556"/>
                  </a:lnTo>
                  <a:lnTo>
                    <a:pt x="766631" y="5484556"/>
                  </a:lnTo>
                  <a:lnTo>
                    <a:pt x="766756" y="5484556"/>
                  </a:lnTo>
                  <a:lnTo>
                    <a:pt x="766881" y="5484556"/>
                  </a:lnTo>
                  <a:lnTo>
                    <a:pt x="767006" y="5484556"/>
                  </a:lnTo>
                  <a:lnTo>
                    <a:pt x="767131" y="5484556"/>
                  </a:lnTo>
                  <a:lnTo>
                    <a:pt x="767256" y="5484556"/>
                  </a:lnTo>
                  <a:lnTo>
                    <a:pt x="767381" y="5484556"/>
                  </a:lnTo>
                  <a:lnTo>
                    <a:pt x="767506" y="5484556"/>
                  </a:lnTo>
                  <a:lnTo>
                    <a:pt x="767631" y="5484556"/>
                  </a:lnTo>
                  <a:lnTo>
                    <a:pt x="767756" y="5484556"/>
                  </a:lnTo>
                  <a:lnTo>
                    <a:pt x="767881" y="5484556"/>
                  </a:lnTo>
                  <a:lnTo>
                    <a:pt x="768006" y="5484556"/>
                  </a:lnTo>
                  <a:lnTo>
                    <a:pt x="768131" y="5484556"/>
                  </a:lnTo>
                  <a:lnTo>
                    <a:pt x="768256" y="5484556"/>
                  </a:lnTo>
                  <a:lnTo>
                    <a:pt x="768381" y="5484556"/>
                  </a:lnTo>
                  <a:lnTo>
                    <a:pt x="768506" y="5484556"/>
                  </a:lnTo>
                  <a:lnTo>
                    <a:pt x="768631" y="5484556"/>
                  </a:lnTo>
                  <a:lnTo>
                    <a:pt x="768756" y="5484556"/>
                  </a:lnTo>
                  <a:lnTo>
                    <a:pt x="768882" y="5484556"/>
                  </a:lnTo>
                  <a:lnTo>
                    <a:pt x="769007" y="5484556"/>
                  </a:lnTo>
                  <a:lnTo>
                    <a:pt x="769132" y="5484556"/>
                  </a:lnTo>
                  <a:lnTo>
                    <a:pt x="769257" y="5484556"/>
                  </a:lnTo>
                  <a:lnTo>
                    <a:pt x="769382" y="5484556"/>
                  </a:lnTo>
                  <a:lnTo>
                    <a:pt x="769507" y="5484556"/>
                  </a:lnTo>
                  <a:lnTo>
                    <a:pt x="769632" y="5484556"/>
                  </a:lnTo>
                  <a:lnTo>
                    <a:pt x="769757" y="5484556"/>
                  </a:lnTo>
                  <a:lnTo>
                    <a:pt x="769882" y="5484556"/>
                  </a:lnTo>
                  <a:lnTo>
                    <a:pt x="770007" y="5484556"/>
                  </a:lnTo>
                  <a:lnTo>
                    <a:pt x="770132" y="5484556"/>
                  </a:lnTo>
                  <a:lnTo>
                    <a:pt x="770257" y="5484556"/>
                  </a:lnTo>
                  <a:lnTo>
                    <a:pt x="770382" y="5484556"/>
                  </a:lnTo>
                  <a:lnTo>
                    <a:pt x="770507" y="5484556"/>
                  </a:lnTo>
                  <a:lnTo>
                    <a:pt x="770632" y="5484556"/>
                  </a:lnTo>
                  <a:lnTo>
                    <a:pt x="770757" y="5484556"/>
                  </a:lnTo>
                  <a:lnTo>
                    <a:pt x="770882" y="5484556"/>
                  </a:lnTo>
                  <a:lnTo>
                    <a:pt x="771007" y="5484556"/>
                  </a:lnTo>
                  <a:lnTo>
                    <a:pt x="771132" y="5484556"/>
                  </a:lnTo>
                  <a:lnTo>
                    <a:pt x="771257" y="5484556"/>
                  </a:lnTo>
                  <a:lnTo>
                    <a:pt x="771382" y="5484556"/>
                  </a:lnTo>
                  <a:lnTo>
                    <a:pt x="771507" y="5484556"/>
                  </a:lnTo>
                  <a:lnTo>
                    <a:pt x="771632" y="5484556"/>
                  </a:lnTo>
                  <a:lnTo>
                    <a:pt x="771757" y="5484556"/>
                  </a:lnTo>
                  <a:lnTo>
                    <a:pt x="771883" y="5484556"/>
                  </a:lnTo>
                  <a:lnTo>
                    <a:pt x="772008" y="5484556"/>
                  </a:lnTo>
                  <a:lnTo>
                    <a:pt x="772133" y="5484556"/>
                  </a:lnTo>
                  <a:lnTo>
                    <a:pt x="772258" y="5484556"/>
                  </a:lnTo>
                  <a:lnTo>
                    <a:pt x="772383" y="5484556"/>
                  </a:lnTo>
                  <a:lnTo>
                    <a:pt x="772508" y="5484556"/>
                  </a:lnTo>
                  <a:lnTo>
                    <a:pt x="772633" y="5484556"/>
                  </a:lnTo>
                  <a:lnTo>
                    <a:pt x="772758" y="5484556"/>
                  </a:lnTo>
                  <a:lnTo>
                    <a:pt x="772883" y="5484556"/>
                  </a:lnTo>
                  <a:lnTo>
                    <a:pt x="773008" y="5484556"/>
                  </a:lnTo>
                  <a:lnTo>
                    <a:pt x="773133" y="5484556"/>
                  </a:lnTo>
                  <a:lnTo>
                    <a:pt x="773258" y="5484556"/>
                  </a:lnTo>
                  <a:lnTo>
                    <a:pt x="773383" y="5484556"/>
                  </a:lnTo>
                  <a:lnTo>
                    <a:pt x="773508" y="5484556"/>
                  </a:lnTo>
                  <a:lnTo>
                    <a:pt x="773633" y="5484556"/>
                  </a:lnTo>
                  <a:lnTo>
                    <a:pt x="773758" y="5484556"/>
                  </a:lnTo>
                  <a:lnTo>
                    <a:pt x="773883" y="5484556"/>
                  </a:lnTo>
                  <a:lnTo>
                    <a:pt x="774008" y="5484556"/>
                  </a:lnTo>
                  <a:lnTo>
                    <a:pt x="774133" y="5484556"/>
                  </a:lnTo>
                  <a:lnTo>
                    <a:pt x="774258" y="5484556"/>
                  </a:lnTo>
                  <a:lnTo>
                    <a:pt x="774383" y="5484556"/>
                  </a:lnTo>
                  <a:lnTo>
                    <a:pt x="774508" y="5484556"/>
                  </a:lnTo>
                  <a:lnTo>
                    <a:pt x="774633" y="5484556"/>
                  </a:lnTo>
                  <a:lnTo>
                    <a:pt x="774758" y="5484556"/>
                  </a:lnTo>
                  <a:lnTo>
                    <a:pt x="774884" y="5484556"/>
                  </a:lnTo>
                  <a:lnTo>
                    <a:pt x="775009" y="5484556"/>
                  </a:lnTo>
                  <a:lnTo>
                    <a:pt x="775134" y="5484556"/>
                  </a:lnTo>
                  <a:lnTo>
                    <a:pt x="775259" y="5484556"/>
                  </a:lnTo>
                  <a:lnTo>
                    <a:pt x="775259" y="5474602"/>
                  </a:lnTo>
                  <a:lnTo>
                    <a:pt x="775384" y="5474602"/>
                  </a:lnTo>
                  <a:lnTo>
                    <a:pt x="775509" y="5474602"/>
                  </a:lnTo>
                  <a:lnTo>
                    <a:pt x="775634" y="5474602"/>
                  </a:lnTo>
                  <a:lnTo>
                    <a:pt x="775759" y="5474602"/>
                  </a:lnTo>
                  <a:lnTo>
                    <a:pt x="775884" y="5474602"/>
                  </a:lnTo>
                  <a:lnTo>
                    <a:pt x="776009" y="5474602"/>
                  </a:lnTo>
                  <a:lnTo>
                    <a:pt x="776134" y="5474602"/>
                  </a:lnTo>
                  <a:lnTo>
                    <a:pt x="776259" y="5474602"/>
                  </a:lnTo>
                  <a:lnTo>
                    <a:pt x="776384" y="5474602"/>
                  </a:lnTo>
                  <a:lnTo>
                    <a:pt x="776509" y="5474602"/>
                  </a:lnTo>
                  <a:lnTo>
                    <a:pt x="776634" y="5474602"/>
                  </a:lnTo>
                  <a:lnTo>
                    <a:pt x="776759" y="5474602"/>
                  </a:lnTo>
                  <a:lnTo>
                    <a:pt x="776884" y="5474602"/>
                  </a:lnTo>
                  <a:lnTo>
                    <a:pt x="777009" y="5474602"/>
                  </a:lnTo>
                  <a:lnTo>
                    <a:pt x="777134" y="5474602"/>
                  </a:lnTo>
                  <a:lnTo>
                    <a:pt x="777259" y="5474602"/>
                  </a:lnTo>
                  <a:lnTo>
                    <a:pt x="777384" y="5474602"/>
                  </a:lnTo>
                  <a:lnTo>
                    <a:pt x="777509" y="5474602"/>
                  </a:lnTo>
                  <a:lnTo>
                    <a:pt x="777634" y="5474602"/>
                  </a:lnTo>
                  <a:lnTo>
                    <a:pt x="777760" y="5474602"/>
                  </a:lnTo>
                  <a:lnTo>
                    <a:pt x="777885" y="5474602"/>
                  </a:lnTo>
                  <a:lnTo>
                    <a:pt x="778010" y="5474602"/>
                  </a:lnTo>
                  <a:lnTo>
                    <a:pt x="778135" y="5474602"/>
                  </a:lnTo>
                  <a:lnTo>
                    <a:pt x="778260" y="5474602"/>
                  </a:lnTo>
                  <a:lnTo>
                    <a:pt x="778385" y="5474602"/>
                  </a:lnTo>
                  <a:lnTo>
                    <a:pt x="778510" y="5474602"/>
                  </a:lnTo>
                  <a:lnTo>
                    <a:pt x="778635" y="5474602"/>
                  </a:lnTo>
                  <a:lnTo>
                    <a:pt x="778760" y="5474602"/>
                  </a:lnTo>
                  <a:lnTo>
                    <a:pt x="778885" y="5474602"/>
                  </a:lnTo>
                  <a:lnTo>
                    <a:pt x="779010" y="5474602"/>
                  </a:lnTo>
                  <a:lnTo>
                    <a:pt x="779135" y="5474602"/>
                  </a:lnTo>
                  <a:lnTo>
                    <a:pt x="779260" y="5474602"/>
                  </a:lnTo>
                  <a:lnTo>
                    <a:pt x="779385" y="5474602"/>
                  </a:lnTo>
                  <a:lnTo>
                    <a:pt x="779510" y="5474602"/>
                  </a:lnTo>
                  <a:lnTo>
                    <a:pt x="779635" y="5474602"/>
                  </a:lnTo>
                  <a:lnTo>
                    <a:pt x="779760" y="5474602"/>
                  </a:lnTo>
                  <a:lnTo>
                    <a:pt x="779885" y="5474602"/>
                  </a:lnTo>
                  <a:lnTo>
                    <a:pt x="780010" y="5474602"/>
                  </a:lnTo>
                  <a:lnTo>
                    <a:pt x="780135" y="5474602"/>
                  </a:lnTo>
                  <a:lnTo>
                    <a:pt x="780260" y="5474602"/>
                  </a:lnTo>
                  <a:lnTo>
                    <a:pt x="780385" y="5474602"/>
                  </a:lnTo>
                  <a:lnTo>
                    <a:pt x="780510" y="5474602"/>
                  </a:lnTo>
                  <a:lnTo>
                    <a:pt x="780635" y="5474602"/>
                  </a:lnTo>
                  <a:lnTo>
                    <a:pt x="780761" y="5474602"/>
                  </a:lnTo>
                  <a:lnTo>
                    <a:pt x="780886" y="5474602"/>
                  </a:lnTo>
                  <a:lnTo>
                    <a:pt x="781011" y="5474602"/>
                  </a:lnTo>
                  <a:lnTo>
                    <a:pt x="781136" y="5474602"/>
                  </a:lnTo>
                  <a:lnTo>
                    <a:pt x="781261" y="5474602"/>
                  </a:lnTo>
                  <a:lnTo>
                    <a:pt x="781386" y="5474602"/>
                  </a:lnTo>
                  <a:lnTo>
                    <a:pt x="781511" y="5474602"/>
                  </a:lnTo>
                  <a:lnTo>
                    <a:pt x="781636" y="5474602"/>
                  </a:lnTo>
                  <a:lnTo>
                    <a:pt x="781761" y="5474602"/>
                  </a:lnTo>
                  <a:lnTo>
                    <a:pt x="781886" y="5474602"/>
                  </a:lnTo>
                  <a:lnTo>
                    <a:pt x="782011" y="5474602"/>
                  </a:lnTo>
                  <a:lnTo>
                    <a:pt x="782136" y="5474602"/>
                  </a:lnTo>
                  <a:lnTo>
                    <a:pt x="782261" y="5474602"/>
                  </a:lnTo>
                  <a:lnTo>
                    <a:pt x="782386" y="5474602"/>
                  </a:lnTo>
                  <a:lnTo>
                    <a:pt x="782511" y="5474602"/>
                  </a:lnTo>
                  <a:lnTo>
                    <a:pt x="782636" y="5474602"/>
                  </a:lnTo>
                  <a:lnTo>
                    <a:pt x="782761" y="5474602"/>
                  </a:lnTo>
                  <a:lnTo>
                    <a:pt x="782886" y="5474602"/>
                  </a:lnTo>
                  <a:lnTo>
                    <a:pt x="783011" y="5474602"/>
                  </a:lnTo>
                  <a:lnTo>
                    <a:pt x="783136" y="5474602"/>
                  </a:lnTo>
                  <a:lnTo>
                    <a:pt x="783261" y="5474602"/>
                  </a:lnTo>
                  <a:lnTo>
                    <a:pt x="783386" y="5474602"/>
                  </a:lnTo>
                  <a:lnTo>
                    <a:pt x="783511" y="5474602"/>
                  </a:lnTo>
                  <a:lnTo>
                    <a:pt x="783636" y="5474602"/>
                  </a:lnTo>
                  <a:lnTo>
                    <a:pt x="783762" y="5474602"/>
                  </a:lnTo>
                  <a:lnTo>
                    <a:pt x="783887" y="5474602"/>
                  </a:lnTo>
                  <a:lnTo>
                    <a:pt x="784012" y="5474602"/>
                  </a:lnTo>
                  <a:lnTo>
                    <a:pt x="784137" y="5474602"/>
                  </a:lnTo>
                  <a:lnTo>
                    <a:pt x="784137" y="5464648"/>
                  </a:lnTo>
                  <a:lnTo>
                    <a:pt x="784262" y="5464648"/>
                  </a:lnTo>
                  <a:lnTo>
                    <a:pt x="784387" y="5464648"/>
                  </a:lnTo>
                  <a:lnTo>
                    <a:pt x="784512" y="5464648"/>
                  </a:lnTo>
                  <a:lnTo>
                    <a:pt x="784637" y="5464648"/>
                  </a:lnTo>
                  <a:lnTo>
                    <a:pt x="784762" y="5464648"/>
                  </a:lnTo>
                  <a:lnTo>
                    <a:pt x="784887" y="5464648"/>
                  </a:lnTo>
                  <a:lnTo>
                    <a:pt x="785012" y="5464648"/>
                  </a:lnTo>
                  <a:lnTo>
                    <a:pt x="785137" y="5464648"/>
                  </a:lnTo>
                  <a:lnTo>
                    <a:pt x="785262" y="5464648"/>
                  </a:lnTo>
                  <a:lnTo>
                    <a:pt x="785387" y="5464648"/>
                  </a:lnTo>
                  <a:lnTo>
                    <a:pt x="785512" y="5464648"/>
                  </a:lnTo>
                  <a:lnTo>
                    <a:pt x="785637" y="5464648"/>
                  </a:lnTo>
                  <a:lnTo>
                    <a:pt x="785762" y="5464648"/>
                  </a:lnTo>
                  <a:lnTo>
                    <a:pt x="785887" y="5464648"/>
                  </a:lnTo>
                  <a:lnTo>
                    <a:pt x="786012" y="5464648"/>
                  </a:lnTo>
                  <a:lnTo>
                    <a:pt x="786137" y="5464648"/>
                  </a:lnTo>
                  <a:lnTo>
                    <a:pt x="786262" y="5464648"/>
                  </a:lnTo>
                  <a:lnTo>
                    <a:pt x="786387" y="5464648"/>
                  </a:lnTo>
                  <a:lnTo>
                    <a:pt x="786512" y="5464648"/>
                  </a:lnTo>
                  <a:lnTo>
                    <a:pt x="786637" y="5464648"/>
                  </a:lnTo>
                  <a:lnTo>
                    <a:pt x="786763" y="5464648"/>
                  </a:lnTo>
                  <a:lnTo>
                    <a:pt x="786888" y="5464648"/>
                  </a:lnTo>
                  <a:lnTo>
                    <a:pt x="787013" y="5464648"/>
                  </a:lnTo>
                  <a:lnTo>
                    <a:pt x="787138" y="5464648"/>
                  </a:lnTo>
                  <a:lnTo>
                    <a:pt x="787263" y="5464648"/>
                  </a:lnTo>
                  <a:lnTo>
                    <a:pt x="787388" y="5464648"/>
                  </a:lnTo>
                  <a:lnTo>
                    <a:pt x="787513" y="5464648"/>
                  </a:lnTo>
                  <a:lnTo>
                    <a:pt x="787638" y="5464648"/>
                  </a:lnTo>
                  <a:lnTo>
                    <a:pt x="787763" y="5464648"/>
                  </a:lnTo>
                  <a:lnTo>
                    <a:pt x="787888" y="5464648"/>
                  </a:lnTo>
                  <a:lnTo>
                    <a:pt x="788013" y="5464648"/>
                  </a:lnTo>
                  <a:lnTo>
                    <a:pt x="788138" y="5464648"/>
                  </a:lnTo>
                  <a:lnTo>
                    <a:pt x="788263" y="5464648"/>
                  </a:lnTo>
                  <a:lnTo>
                    <a:pt x="788388" y="5464648"/>
                  </a:lnTo>
                  <a:lnTo>
                    <a:pt x="788513" y="5464648"/>
                  </a:lnTo>
                  <a:lnTo>
                    <a:pt x="788638" y="5464648"/>
                  </a:lnTo>
                  <a:lnTo>
                    <a:pt x="788763" y="5464648"/>
                  </a:lnTo>
                  <a:lnTo>
                    <a:pt x="788888" y="5464648"/>
                  </a:lnTo>
                  <a:lnTo>
                    <a:pt x="789013" y="5464648"/>
                  </a:lnTo>
                  <a:lnTo>
                    <a:pt x="789138" y="5464648"/>
                  </a:lnTo>
                  <a:lnTo>
                    <a:pt x="789263" y="5464648"/>
                  </a:lnTo>
                  <a:lnTo>
                    <a:pt x="789388" y="5464648"/>
                  </a:lnTo>
                  <a:lnTo>
                    <a:pt x="789513" y="5464648"/>
                  </a:lnTo>
                  <a:lnTo>
                    <a:pt x="789638" y="5464648"/>
                  </a:lnTo>
                  <a:lnTo>
                    <a:pt x="789764" y="5464648"/>
                  </a:lnTo>
                  <a:lnTo>
                    <a:pt x="789889" y="5464648"/>
                  </a:lnTo>
                  <a:lnTo>
                    <a:pt x="790014" y="5464648"/>
                  </a:lnTo>
                  <a:lnTo>
                    <a:pt x="790139" y="5464648"/>
                  </a:lnTo>
                  <a:lnTo>
                    <a:pt x="790264" y="5464648"/>
                  </a:lnTo>
                  <a:lnTo>
                    <a:pt x="790389" y="5464648"/>
                  </a:lnTo>
                  <a:lnTo>
                    <a:pt x="790514" y="5464648"/>
                  </a:lnTo>
                  <a:lnTo>
                    <a:pt x="790639" y="5464648"/>
                  </a:lnTo>
                  <a:lnTo>
                    <a:pt x="790764" y="5464648"/>
                  </a:lnTo>
                  <a:lnTo>
                    <a:pt x="790889" y="5464648"/>
                  </a:lnTo>
                  <a:lnTo>
                    <a:pt x="791014" y="5464648"/>
                  </a:lnTo>
                  <a:lnTo>
                    <a:pt x="791139" y="5464648"/>
                  </a:lnTo>
                  <a:lnTo>
                    <a:pt x="791264" y="5464648"/>
                  </a:lnTo>
                  <a:lnTo>
                    <a:pt x="791389" y="5464648"/>
                  </a:lnTo>
                  <a:lnTo>
                    <a:pt x="791389" y="5454694"/>
                  </a:lnTo>
                  <a:lnTo>
                    <a:pt x="791514" y="5454694"/>
                  </a:lnTo>
                  <a:lnTo>
                    <a:pt x="791639" y="5454694"/>
                  </a:lnTo>
                  <a:lnTo>
                    <a:pt x="791764" y="5454694"/>
                  </a:lnTo>
                  <a:lnTo>
                    <a:pt x="791889" y="5454694"/>
                  </a:lnTo>
                  <a:lnTo>
                    <a:pt x="792014" y="5454694"/>
                  </a:lnTo>
                  <a:lnTo>
                    <a:pt x="792139" y="5454694"/>
                  </a:lnTo>
                  <a:lnTo>
                    <a:pt x="792264" y="5454694"/>
                  </a:lnTo>
                  <a:lnTo>
                    <a:pt x="792389" y="5454694"/>
                  </a:lnTo>
                  <a:lnTo>
                    <a:pt x="792514" y="5454694"/>
                  </a:lnTo>
                  <a:lnTo>
                    <a:pt x="792639" y="5454694"/>
                  </a:lnTo>
                  <a:lnTo>
                    <a:pt x="792765" y="5454694"/>
                  </a:lnTo>
                  <a:lnTo>
                    <a:pt x="792890" y="5454694"/>
                  </a:lnTo>
                  <a:lnTo>
                    <a:pt x="793015" y="5454694"/>
                  </a:lnTo>
                  <a:lnTo>
                    <a:pt x="793140" y="5454694"/>
                  </a:lnTo>
                  <a:lnTo>
                    <a:pt x="793265" y="5454694"/>
                  </a:lnTo>
                  <a:lnTo>
                    <a:pt x="793390" y="5454694"/>
                  </a:lnTo>
                  <a:lnTo>
                    <a:pt x="793515" y="5454694"/>
                  </a:lnTo>
                  <a:lnTo>
                    <a:pt x="793640" y="5454694"/>
                  </a:lnTo>
                  <a:lnTo>
                    <a:pt x="793765" y="5454694"/>
                  </a:lnTo>
                  <a:lnTo>
                    <a:pt x="793890" y="5454694"/>
                  </a:lnTo>
                  <a:lnTo>
                    <a:pt x="794015" y="5454694"/>
                  </a:lnTo>
                  <a:lnTo>
                    <a:pt x="794140" y="5454694"/>
                  </a:lnTo>
                  <a:lnTo>
                    <a:pt x="794265" y="5454694"/>
                  </a:lnTo>
                  <a:lnTo>
                    <a:pt x="794390" y="5454694"/>
                  </a:lnTo>
                  <a:lnTo>
                    <a:pt x="794515" y="5454694"/>
                  </a:lnTo>
                  <a:lnTo>
                    <a:pt x="794640" y="5454694"/>
                  </a:lnTo>
                  <a:lnTo>
                    <a:pt x="794765" y="5454694"/>
                  </a:lnTo>
                  <a:lnTo>
                    <a:pt x="794890" y="5454694"/>
                  </a:lnTo>
                  <a:lnTo>
                    <a:pt x="795015" y="5454694"/>
                  </a:lnTo>
                  <a:lnTo>
                    <a:pt x="795140" y="5454694"/>
                  </a:lnTo>
                  <a:lnTo>
                    <a:pt x="795265" y="5454694"/>
                  </a:lnTo>
                  <a:lnTo>
                    <a:pt x="795390" y="5454694"/>
                  </a:lnTo>
                  <a:lnTo>
                    <a:pt x="795515" y="5454694"/>
                  </a:lnTo>
                  <a:lnTo>
                    <a:pt x="795640" y="5454694"/>
                  </a:lnTo>
                  <a:lnTo>
                    <a:pt x="795766" y="5454694"/>
                  </a:lnTo>
                  <a:lnTo>
                    <a:pt x="795891" y="5454694"/>
                  </a:lnTo>
                  <a:lnTo>
                    <a:pt x="796016" y="5454694"/>
                  </a:lnTo>
                  <a:lnTo>
                    <a:pt x="796141" y="5454694"/>
                  </a:lnTo>
                  <a:lnTo>
                    <a:pt x="796266" y="5454694"/>
                  </a:lnTo>
                  <a:lnTo>
                    <a:pt x="796391" y="5454694"/>
                  </a:lnTo>
                  <a:lnTo>
                    <a:pt x="796516" y="5454694"/>
                  </a:lnTo>
                  <a:lnTo>
                    <a:pt x="796516" y="5444740"/>
                  </a:lnTo>
                  <a:lnTo>
                    <a:pt x="796641" y="5444740"/>
                  </a:lnTo>
                  <a:lnTo>
                    <a:pt x="796766" y="5444740"/>
                  </a:lnTo>
                  <a:lnTo>
                    <a:pt x="796891" y="5444740"/>
                  </a:lnTo>
                  <a:lnTo>
                    <a:pt x="797016" y="5444740"/>
                  </a:lnTo>
                  <a:lnTo>
                    <a:pt x="797141" y="5444740"/>
                  </a:lnTo>
                  <a:lnTo>
                    <a:pt x="797266" y="5444740"/>
                  </a:lnTo>
                  <a:lnTo>
                    <a:pt x="797391" y="5444740"/>
                  </a:lnTo>
                  <a:lnTo>
                    <a:pt x="797516" y="5444740"/>
                  </a:lnTo>
                  <a:lnTo>
                    <a:pt x="797641" y="5444740"/>
                  </a:lnTo>
                  <a:lnTo>
                    <a:pt x="797766" y="5444740"/>
                  </a:lnTo>
                  <a:lnTo>
                    <a:pt x="797766" y="5434787"/>
                  </a:lnTo>
                  <a:lnTo>
                    <a:pt x="797891" y="5434787"/>
                  </a:lnTo>
                  <a:lnTo>
                    <a:pt x="798016" y="5434787"/>
                  </a:lnTo>
                  <a:lnTo>
                    <a:pt x="798141" y="5434787"/>
                  </a:lnTo>
                  <a:lnTo>
                    <a:pt x="798266" y="5434787"/>
                  </a:lnTo>
                  <a:lnTo>
                    <a:pt x="798391" y="5434787"/>
                  </a:lnTo>
                  <a:lnTo>
                    <a:pt x="798516" y="5434787"/>
                  </a:lnTo>
                  <a:lnTo>
                    <a:pt x="798641" y="5434787"/>
                  </a:lnTo>
                  <a:lnTo>
                    <a:pt x="798767" y="5434787"/>
                  </a:lnTo>
                  <a:lnTo>
                    <a:pt x="798892" y="5434787"/>
                  </a:lnTo>
                  <a:lnTo>
                    <a:pt x="799017" y="5434787"/>
                  </a:lnTo>
                  <a:lnTo>
                    <a:pt x="799142" y="5434787"/>
                  </a:lnTo>
                  <a:lnTo>
                    <a:pt x="799267" y="5434787"/>
                  </a:lnTo>
                  <a:lnTo>
                    <a:pt x="799392" y="5434787"/>
                  </a:lnTo>
                  <a:lnTo>
                    <a:pt x="799517" y="5434787"/>
                  </a:lnTo>
                  <a:lnTo>
                    <a:pt x="799642" y="5434787"/>
                  </a:lnTo>
                  <a:lnTo>
                    <a:pt x="799767" y="5434787"/>
                  </a:lnTo>
                  <a:lnTo>
                    <a:pt x="799892" y="5434787"/>
                  </a:lnTo>
                  <a:lnTo>
                    <a:pt x="800017" y="5434787"/>
                  </a:lnTo>
                  <a:lnTo>
                    <a:pt x="800142" y="5434787"/>
                  </a:lnTo>
                  <a:lnTo>
                    <a:pt x="800267" y="5434787"/>
                  </a:lnTo>
                  <a:lnTo>
                    <a:pt x="800267" y="5424833"/>
                  </a:lnTo>
                  <a:lnTo>
                    <a:pt x="800392" y="5424833"/>
                  </a:lnTo>
                  <a:lnTo>
                    <a:pt x="800517" y="5424833"/>
                  </a:lnTo>
                  <a:lnTo>
                    <a:pt x="800642" y="5424833"/>
                  </a:lnTo>
                  <a:lnTo>
                    <a:pt x="800767" y="5424833"/>
                  </a:lnTo>
                  <a:lnTo>
                    <a:pt x="800892" y="5424833"/>
                  </a:lnTo>
                  <a:lnTo>
                    <a:pt x="801017" y="5424833"/>
                  </a:lnTo>
                  <a:lnTo>
                    <a:pt x="801142" y="5424833"/>
                  </a:lnTo>
                  <a:lnTo>
                    <a:pt x="801267" y="5424833"/>
                  </a:lnTo>
                  <a:lnTo>
                    <a:pt x="801392" y="5424833"/>
                  </a:lnTo>
                  <a:lnTo>
                    <a:pt x="801517" y="5424833"/>
                  </a:lnTo>
                  <a:lnTo>
                    <a:pt x="801642" y="5424833"/>
                  </a:lnTo>
                  <a:lnTo>
                    <a:pt x="801768" y="5424833"/>
                  </a:lnTo>
                  <a:lnTo>
                    <a:pt x="801893" y="5424833"/>
                  </a:lnTo>
                  <a:lnTo>
                    <a:pt x="802018" y="5424833"/>
                  </a:lnTo>
                  <a:lnTo>
                    <a:pt x="802143" y="5424833"/>
                  </a:lnTo>
                  <a:lnTo>
                    <a:pt x="802268" y="5424833"/>
                  </a:lnTo>
                  <a:lnTo>
                    <a:pt x="802393" y="5424833"/>
                  </a:lnTo>
                  <a:lnTo>
                    <a:pt x="802518" y="5424833"/>
                  </a:lnTo>
                  <a:lnTo>
                    <a:pt x="802643" y="5424833"/>
                  </a:lnTo>
                  <a:lnTo>
                    <a:pt x="802768" y="5424833"/>
                  </a:lnTo>
                  <a:lnTo>
                    <a:pt x="802893" y="5424833"/>
                  </a:lnTo>
                  <a:lnTo>
                    <a:pt x="803018" y="5424833"/>
                  </a:lnTo>
                  <a:lnTo>
                    <a:pt x="803143" y="5424833"/>
                  </a:lnTo>
                  <a:lnTo>
                    <a:pt x="803268" y="5424833"/>
                  </a:lnTo>
                  <a:lnTo>
                    <a:pt x="803393" y="5424833"/>
                  </a:lnTo>
                  <a:lnTo>
                    <a:pt x="803518" y="5424833"/>
                  </a:lnTo>
                  <a:lnTo>
                    <a:pt x="803643" y="5424833"/>
                  </a:lnTo>
                  <a:lnTo>
                    <a:pt x="803768" y="5424833"/>
                  </a:lnTo>
                  <a:lnTo>
                    <a:pt x="803893" y="5424833"/>
                  </a:lnTo>
                  <a:lnTo>
                    <a:pt x="804018" y="5424833"/>
                  </a:lnTo>
                  <a:lnTo>
                    <a:pt x="804143" y="5424833"/>
                  </a:lnTo>
                  <a:lnTo>
                    <a:pt x="804268" y="5424833"/>
                  </a:lnTo>
                  <a:lnTo>
                    <a:pt x="804393" y="5424833"/>
                  </a:lnTo>
                  <a:lnTo>
                    <a:pt x="804518" y="5424833"/>
                  </a:lnTo>
                  <a:lnTo>
                    <a:pt x="804643" y="5424833"/>
                  </a:lnTo>
                  <a:lnTo>
                    <a:pt x="804769" y="5424833"/>
                  </a:lnTo>
                  <a:lnTo>
                    <a:pt x="804894" y="5424833"/>
                  </a:lnTo>
                  <a:lnTo>
                    <a:pt x="805019" y="5424833"/>
                  </a:lnTo>
                  <a:lnTo>
                    <a:pt x="805144" y="5424833"/>
                  </a:lnTo>
                  <a:lnTo>
                    <a:pt x="805269" y="5424833"/>
                  </a:lnTo>
                  <a:lnTo>
                    <a:pt x="805394" y="5424833"/>
                  </a:lnTo>
                  <a:lnTo>
                    <a:pt x="805519" y="5424833"/>
                  </a:lnTo>
                  <a:lnTo>
                    <a:pt x="805644" y="5424833"/>
                  </a:lnTo>
                  <a:lnTo>
                    <a:pt x="805644" y="5414879"/>
                  </a:lnTo>
                  <a:lnTo>
                    <a:pt x="805769" y="5414879"/>
                  </a:lnTo>
                  <a:lnTo>
                    <a:pt x="805894" y="5414879"/>
                  </a:lnTo>
                  <a:lnTo>
                    <a:pt x="806019" y="5414879"/>
                  </a:lnTo>
                  <a:lnTo>
                    <a:pt x="806144" y="5414879"/>
                  </a:lnTo>
                  <a:lnTo>
                    <a:pt x="806269" y="5414879"/>
                  </a:lnTo>
                  <a:lnTo>
                    <a:pt x="806394" y="5414879"/>
                  </a:lnTo>
                  <a:lnTo>
                    <a:pt x="806519" y="5414879"/>
                  </a:lnTo>
                  <a:lnTo>
                    <a:pt x="806644" y="5414879"/>
                  </a:lnTo>
                  <a:lnTo>
                    <a:pt x="806769" y="5414879"/>
                  </a:lnTo>
                  <a:lnTo>
                    <a:pt x="806894" y="5414879"/>
                  </a:lnTo>
                  <a:lnTo>
                    <a:pt x="807019" y="5414879"/>
                  </a:lnTo>
                  <a:lnTo>
                    <a:pt x="807144" y="5414879"/>
                  </a:lnTo>
                  <a:lnTo>
                    <a:pt x="807269" y="5414879"/>
                  </a:lnTo>
                  <a:lnTo>
                    <a:pt x="807394" y="5414879"/>
                  </a:lnTo>
                  <a:lnTo>
                    <a:pt x="807519" y="5414879"/>
                  </a:lnTo>
                  <a:lnTo>
                    <a:pt x="807644" y="5414879"/>
                  </a:lnTo>
                  <a:lnTo>
                    <a:pt x="807770" y="5414879"/>
                  </a:lnTo>
                  <a:lnTo>
                    <a:pt x="807895" y="5414879"/>
                  </a:lnTo>
                  <a:lnTo>
                    <a:pt x="808020" y="5414879"/>
                  </a:lnTo>
                  <a:lnTo>
                    <a:pt x="808145" y="5414879"/>
                  </a:lnTo>
                  <a:lnTo>
                    <a:pt x="808270" y="5414879"/>
                  </a:lnTo>
                  <a:lnTo>
                    <a:pt x="808395" y="5414879"/>
                  </a:lnTo>
                  <a:lnTo>
                    <a:pt x="808520" y="5414879"/>
                  </a:lnTo>
                  <a:lnTo>
                    <a:pt x="808645" y="5414879"/>
                  </a:lnTo>
                  <a:lnTo>
                    <a:pt x="808770" y="5414879"/>
                  </a:lnTo>
                  <a:lnTo>
                    <a:pt x="808895" y="5414879"/>
                  </a:lnTo>
                  <a:lnTo>
                    <a:pt x="809020" y="5414879"/>
                  </a:lnTo>
                  <a:lnTo>
                    <a:pt x="809145" y="5414879"/>
                  </a:lnTo>
                  <a:lnTo>
                    <a:pt x="809270" y="5414879"/>
                  </a:lnTo>
                  <a:lnTo>
                    <a:pt x="809395" y="5414879"/>
                  </a:lnTo>
                  <a:lnTo>
                    <a:pt x="809520" y="5414879"/>
                  </a:lnTo>
                  <a:lnTo>
                    <a:pt x="809645" y="5414879"/>
                  </a:lnTo>
                  <a:lnTo>
                    <a:pt x="809770" y="5414879"/>
                  </a:lnTo>
                  <a:lnTo>
                    <a:pt x="809895" y="5414879"/>
                  </a:lnTo>
                  <a:lnTo>
                    <a:pt x="810020" y="5414879"/>
                  </a:lnTo>
                  <a:lnTo>
                    <a:pt x="810145" y="5414879"/>
                  </a:lnTo>
                  <a:lnTo>
                    <a:pt x="810270" y="5414879"/>
                  </a:lnTo>
                  <a:lnTo>
                    <a:pt x="810395" y="5414879"/>
                  </a:lnTo>
                  <a:lnTo>
                    <a:pt x="810520" y="5414879"/>
                  </a:lnTo>
                  <a:lnTo>
                    <a:pt x="810645" y="5414879"/>
                  </a:lnTo>
                  <a:lnTo>
                    <a:pt x="810771" y="5414879"/>
                  </a:lnTo>
                  <a:lnTo>
                    <a:pt x="810896" y="5414879"/>
                  </a:lnTo>
                  <a:lnTo>
                    <a:pt x="811021" y="5414879"/>
                  </a:lnTo>
                  <a:lnTo>
                    <a:pt x="811146" y="5414879"/>
                  </a:lnTo>
                  <a:lnTo>
                    <a:pt x="811271" y="5414879"/>
                  </a:lnTo>
                  <a:lnTo>
                    <a:pt x="811396" y="5414879"/>
                  </a:lnTo>
                  <a:lnTo>
                    <a:pt x="811521" y="5414879"/>
                  </a:lnTo>
                  <a:lnTo>
                    <a:pt x="811646" y="5414879"/>
                  </a:lnTo>
                  <a:lnTo>
                    <a:pt x="811771" y="5414879"/>
                  </a:lnTo>
                  <a:lnTo>
                    <a:pt x="811896" y="5414879"/>
                  </a:lnTo>
                  <a:lnTo>
                    <a:pt x="812021" y="5414879"/>
                  </a:lnTo>
                  <a:lnTo>
                    <a:pt x="812146" y="5414879"/>
                  </a:lnTo>
                  <a:lnTo>
                    <a:pt x="812271" y="5414879"/>
                  </a:lnTo>
                  <a:lnTo>
                    <a:pt x="812396" y="5414879"/>
                  </a:lnTo>
                  <a:lnTo>
                    <a:pt x="812521" y="5414879"/>
                  </a:lnTo>
                  <a:lnTo>
                    <a:pt x="812646" y="5414879"/>
                  </a:lnTo>
                  <a:lnTo>
                    <a:pt x="812771" y="5414879"/>
                  </a:lnTo>
                  <a:lnTo>
                    <a:pt x="812896" y="5414879"/>
                  </a:lnTo>
                  <a:lnTo>
                    <a:pt x="813021" y="5414879"/>
                  </a:lnTo>
                  <a:lnTo>
                    <a:pt x="813146" y="5414879"/>
                  </a:lnTo>
                  <a:lnTo>
                    <a:pt x="813271" y="5414879"/>
                  </a:lnTo>
                  <a:lnTo>
                    <a:pt x="813396" y="5414879"/>
                  </a:lnTo>
                  <a:lnTo>
                    <a:pt x="813521" y="5414879"/>
                  </a:lnTo>
                  <a:lnTo>
                    <a:pt x="813646" y="5414879"/>
                  </a:lnTo>
                  <a:lnTo>
                    <a:pt x="813772" y="5414879"/>
                  </a:lnTo>
                  <a:lnTo>
                    <a:pt x="813897" y="5414879"/>
                  </a:lnTo>
                  <a:lnTo>
                    <a:pt x="814022" y="5414879"/>
                  </a:lnTo>
                  <a:lnTo>
                    <a:pt x="814147" y="5414879"/>
                  </a:lnTo>
                  <a:lnTo>
                    <a:pt x="814272" y="5414879"/>
                  </a:lnTo>
                  <a:lnTo>
                    <a:pt x="814397" y="5414879"/>
                  </a:lnTo>
                  <a:lnTo>
                    <a:pt x="814522" y="5414879"/>
                  </a:lnTo>
                  <a:lnTo>
                    <a:pt x="814647" y="5414879"/>
                  </a:lnTo>
                  <a:lnTo>
                    <a:pt x="814772" y="5414879"/>
                  </a:lnTo>
                  <a:lnTo>
                    <a:pt x="814897" y="5414879"/>
                  </a:lnTo>
                  <a:lnTo>
                    <a:pt x="815022" y="5414879"/>
                  </a:lnTo>
                  <a:lnTo>
                    <a:pt x="815147" y="5414879"/>
                  </a:lnTo>
                  <a:lnTo>
                    <a:pt x="815272" y="5414879"/>
                  </a:lnTo>
                  <a:lnTo>
                    <a:pt x="815397" y="5414879"/>
                  </a:lnTo>
                  <a:lnTo>
                    <a:pt x="815522" y="5414879"/>
                  </a:lnTo>
                  <a:lnTo>
                    <a:pt x="815647" y="5414879"/>
                  </a:lnTo>
                  <a:lnTo>
                    <a:pt x="815772" y="5414879"/>
                  </a:lnTo>
                  <a:lnTo>
                    <a:pt x="815897" y="5414879"/>
                  </a:lnTo>
                  <a:lnTo>
                    <a:pt x="816022" y="5414879"/>
                  </a:lnTo>
                  <a:lnTo>
                    <a:pt x="816147" y="5414879"/>
                  </a:lnTo>
                  <a:lnTo>
                    <a:pt x="816272" y="5414879"/>
                  </a:lnTo>
                  <a:lnTo>
                    <a:pt x="816397" y="5414879"/>
                  </a:lnTo>
                  <a:lnTo>
                    <a:pt x="816522" y="5414879"/>
                  </a:lnTo>
                  <a:lnTo>
                    <a:pt x="816648" y="5414879"/>
                  </a:lnTo>
                  <a:lnTo>
                    <a:pt x="816773" y="5414879"/>
                  </a:lnTo>
                  <a:lnTo>
                    <a:pt x="816898" y="5414879"/>
                  </a:lnTo>
                  <a:lnTo>
                    <a:pt x="817023" y="5414879"/>
                  </a:lnTo>
                  <a:lnTo>
                    <a:pt x="817148" y="5414879"/>
                  </a:lnTo>
                  <a:lnTo>
                    <a:pt x="817273" y="5414879"/>
                  </a:lnTo>
                  <a:lnTo>
                    <a:pt x="817398" y="5414879"/>
                  </a:lnTo>
                  <a:lnTo>
                    <a:pt x="817523" y="5414879"/>
                  </a:lnTo>
                  <a:lnTo>
                    <a:pt x="817648" y="5414879"/>
                  </a:lnTo>
                  <a:lnTo>
                    <a:pt x="817773" y="5414879"/>
                  </a:lnTo>
                  <a:lnTo>
                    <a:pt x="817898" y="5414879"/>
                  </a:lnTo>
                  <a:lnTo>
                    <a:pt x="818023" y="5414879"/>
                  </a:lnTo>
                  <a:lnTo>
                    <a:pt x="818148" y="5414879"/>
                  </a:lnTo>
                  <a:lnTo>
                    <a:pt x="818273" y="5414879"/>
                  </a:lnTo>
                  <a:lnTo>
                    <a:pt x="818398" y="5414879"/>
                  </a:lnTo>
                  <a:lnTo>
                    <a:pt x="818523" y="5414879"/>
                  </a:lnTo>
                  <a:lnTo>
                    <a:pt x="818648" y="5414879"/>
                  </a:lnTo>
                  <a:lnTo>
                    <a:pt x="818773" y="5414879"/>
                  </a:lnTo>
                  <a:lnTo>
                    <a:pt x="818898" y="5414879"/>
                  </a:lnTo>
                  <a:lnTo>
                    <a:pt x="819023" y="5414879"/>
                  </a:lnTo>
                  <a:lnTo>
                    <a:pt x="819148" y="5414879"/>
                  </a:lnTo>
                  <a:lnTo>
                    <a:pt x="819273" y="5414879"/>
                  </a:lnTo>
                  <a:lnTo>
                    <a:pt x="819398" y="5414879"/>
                  </a:lnTo>
                  <a:lnTo>
                    <a:pt x="819523" y="5414879"/>
                  </a:lnTo>
                  <a:lnTo>
                    <a:pt x="819523" y="5404925"/>
                  </a:lnTo>
                  <a:lnTo>
                    <a:pt x="819649" y="5404925"/>
                  </a:lnTo>
                  <a:lnTo>
                    <a:pt x="819774" y="5404925"/>
                  </a:lnTo>
                  <a:lnTo>
                    <a:pt x="819899" y="5404925"/>
                  </a:lnTo>
                  <a:lnTo>
                    <a:pt x="820024" y="5404925"/>
                  </a:lnTo>
                  <a:lnTo>
                    <a:pt x="820149" y="5404925"/>
                  </a:lnTo>
                  <a:lnTo>
                    <a:pt x="820274" y="5404925"/>
                  </a:lnTo>
                  <a:lnTo>
                    <a:pt x="820399" y="5404925"/>
                  </a:lnTo>
                  <a:lnTo>
                    <a:pt x="820524" y="5404925"/>
                  </a:lnTo>
                  <a:lnTo>
                    <a:pt x="820649" y="5404925"/>
                  </a:lnTo>
                  <a:lnTo>
                    <a:pt x="820774" y="5404925"/>
                  </a:lnTo>
                  <a:lnTo>
                    <a:pt x="820899" y="5404925"/>
                  </a:lnTo>
                  <a:lnTo>
                    <a:pt x="821024" y="5404925"/>
                  </a:lnTo>
                  <a:lnTo>
                    <a:pt x="821149" y="5404925"/>
                  </a:lnTo>
                  <a:lnTo>
                    <a:pt x="821274" y="5404925"/>
                  </a:lnTo>
                  <a:lnTo>
                    <a:pt x="821399" y="5404925"/>
                  </a:lnTo>
                  <a:lnTo>
                    <a:pt x="821524" y="5404925"/>
                  </a:lnTo>
                  <a:lnTo>
                    <a:pt x="821649" y="5404925"/>
                  </a:lnTo>
                  <a:lnTo>
                    <a:pt x="821774" y="5404925"/>
                  </a:lnTo>
                  <a:lnTo>
                    <a:pt x="821899" y="5404925"/>
                  </a:lnTo>
                  <a:lnTo>
                    <a:pt x="822024" y="5404925"/>
                  </a:lnTo>
                  <a:lnTo>
                    <a:pt x="822149" y="5404925"/>
                  </a:lnTo>
                  <a:lnTo>
                    <a:pt x="822274" y="5404925"/>
                  </a:lnTo>
                  <a:lnTo>
                    <a:pt x="822399" y="5404925"/>
                  </a:lnTo>
                  <a:lnTo>
                    <a:pt x="822524" y="5404925"/>
                  </a:lnTo>
                  <a:lnTo>
                    <a:pt x="822650" y="5404925"/>
                  </a:lnTo>
                  <a:lnTo>
                    <a:pt x="822775" y="5404925"/>
                  </a:lnTo>
                  <a:lnTo>
                    <a:pt x="822900" y="5404925"/>
                  </a:lnTo>
                  <a:lnTo>
                    <a:pt x="823025" y="5404925"/>
                  </a:lnTo>
                  <a:lnTo>
                    <a:pt x="823150" y="5404925"/>
                  </a:lnTo>
                  <a:lnTo>
                    <a:pt x="823275" y="5404925"/>
                  </a:lnTo>
                  <a:lnTo>
                    <a:pt x="823400" y="5404925"/>
                  </a:lnTo>
                  <a:lnTo>
                    <a:pt x="823525" y="5404925"/>
                  </a:lnTo>
                  <a:lnTo>
                    <a:pt x="823650" y="5404925"/>
                  </a:lnTo>
                  <a:lnTo>
                    <a:pt x="823775" y="5404925"/>
                  </a:lnTo>
                  <a:lnTo>
                    <a:pt x="823900" y="5404925"/>
                  </a:lnTo>
                  <a:lnTo>
                    <a:pt x="824025" y="5404925"/>
                  </a:lnTo>
                  <a:lnTo>
                    <a:pt x="824150" y="5404925"/>
                  </a:lnTo>
                  <a:lnTo>
                    <a:pt x="824275" y="5404925"/>
                  </a:lnTo>
                  <a:lnTo>
                    <a:pt x="824400" y="5404925"/>
                  </a:lnTo>
                  <a:lnTo>
                    <a:pt x="824525" y="5404925"/>
                  </a:lnTo>
                  <a:lnTo>
                    <a:pt x="824650" y="5404925"/>
                  </a:lnTo>
                  <a:lnTo>
                    <a:pt x="824775" y="5404925"/>
                  </a:lnTo>
                  <a:lnTo>
                    <a:pt x="824900" y="5404925"/>
                  </a:lnTo>
                  <a:lnTo>
                    <a:pt x="825025" y="5404925"/>
                  </a:lnTo>
                  <a:lnTo>
                    <a:pt x="825150" y="5404925"/>
                  </a:lnTo>
                  <a:lnTo>
                    <a:pt x="825275" y="5404925"/>
                  </a:lnTo>
                  <a:lnTo>
                    <a:pt x="825400" y="5404925"/>
                  </a:lnTo>
                  <a:lnTo>
                    <a:pt x="825525" y="5404925"/>
                  </a:lnTo>
                  <a:lnTo>
                    <a:pt x="825651" y="5404925"/>
                  </a:lnTo>
                  <a:lnTo>
                    <a:pt x="825776" y="5404925"/>
                  </a:lnTo>
                  <a:lnTo>
                    <a:pt x="825901" y="5404925"/>
                  </a:lnTo>
                  <a:lnTo>
                    <a:pt x="826026" y="5404925"/>
                  </a:lnTo>
                  <a:lnTo>
                    <a:pt x="826151" y="5404925"/>
                  </a:lnTo>
                  <a:lnTo>
                    <a:pt x="826276" y="5404925"/>
                  </a:lnTo>
                  <a:lnTo>
                    <a:pt x="826276" y="5394971"/>
                  </a:lnTo>
                  <a:lnTo>
                    <a:pt x="826401" y="5394971"/>
                  </a:lnTo>
                  <a:lnTo>
                    <a:pt x="826526" y="5394971"/>
                  </a:lnTo>
                  <a:lnTo>
                    <a:pt x="826651" y="5394971"/>
                  </a:lnTo>
                  <a:lnTo>
                    <a:pt x="826776" y="5394971"/>
                  </a:lnTo>
                  <a:lnTo>
                    <a:pt x="826901" y="5394971"/>
                  </a:lnTo>
                  <a:lnTo>
                    <a:pt x="827026" y="5394971"/>
                  </a:lnTo>
                  <a:lnTo>
                    <a:pt x="827151" y="5394971"/>
                  </a:lnTo>
                  <a:lnTo>
                    <a:pt x="827276" y="5394971"/>
                  </a:lnTo>
                  <a:lnTo>
                    <a:pt x="827401" y="5394971"/>
                  </a:lnTo>
                  <a:lnTo>
                    <a:pt x="827526" y="5394971"/>
                  </a:lnTo>
                  <a:lnTo>
                    <a:pt x="827651" y="5394971"/>
                  </a:lnTo>
                  <a:lnTo>
                    <a:pt x="827776" y="5394971"/>
                  </a:lnTo>
                  <a:lnTo>
                    <a:pt x="827901" y="5394971"/>
                  </a:lnTo>
                  <a:lnTo>
                    <a:pt x="828026" y="5394971"/>
                  </a:lnTo>
                  <a:lnTo>
                    <a:pt x="828151" y="5394971"/>
                  </a:lnTo>
                  <a:lnTo>
                    <a:pt x="828276" y="5394971"/>
                  </a:lnTo>
                  <a:lnTo>
                    <a:pt x="828401" y="5394971"/>
                  </a:lnTo>
                  <a:lnTo>
                    <a:pt x="828526" y="5394971"/>
                  </a:lnTo>
                  <a:lnTo>
                    <a:pt x="828652" y="5394971"/>
                  </a:lnTo>
                  <a:lnTo>
                    <a:pt x="828777" y="5394971"/>
                  </a:lnTo>
                  <a:lnTo>
                    <a:pt x="828902" y="5394971"/>
                  </a:lnTo>
                  <a:lnTo>
                    <a:pt x="829027" y="5394971"/>
                  </a:lnTo>
                  <a:lnTo>
                    <a:pt x="829152" y="5394971"/>
                  </a:lnTo>
                  <a:lnTo>
                    <a:pt x="829277" y="5394971"/>
                  </a:lnTo>
                  <a:lnTo>
                    <a:pt x="829402" y="5394971"/>
                  </a:lnTo>
                  <a:lnTo>
                    <a:pt x="829527" y="5394971"/>
                  </a:lnTo>
                  <a:lnTo>
                    <a:pt x="829652" y="5394971"/>
                  </a:lnTo>
                  <a:lnTo>
                    <a:pt x="829777" y="5394971"/>
                  </a:lnTo>
                  <a:lnTo>
                    <a:pt x="829902" y="5394971"/>
                  </a:lnTo>
                  <a:lnTo>
                    <a:pt x="830027" y="5394971"/>
                  </a:lnTo>
                  <a:lnTo>
                    <a:pt x="830152" y="5394971"/>
                  </a:lnTo>
                  <a:lnTo>
                    <a:pt x="830277" y="5394971"/>
                  </a:lnTo>
                  <a:lnTo>
                    <a:pt x="830402" y="5394971"/>
                  </a:lnTo>
                  <a:lnTo>
                    <a:pt x="830527" y="5394971"/>
                  </a:lnTo>
                  <a:lnTo>
                    <a:pt x="830652" y="5394971"/>
                  </a:lnTo>
                  <a:lnTo>
                    <a:pt x="830777" y="5394971"/>
                  </a:lnTo>
                  <a:lnTo>
                    <a:pt x="830902" y="5394971"/>
                  </a:lnTo>
                  <a:lnTo>
                    <a:pt x="831027" y="5394971"/>
                  </a:lnTo>
                  <a:lnTo>
                    <a:pt x="831152" y="5394971"/>
                  </a:lnTo>
                  <a:lnTo>
                    <a:pt x="831277" y="5394971"/>
                  </a:lnTo>
                  <a:lnTo>
                    <a:pt x="831402" y="5394971"/>
                  </a:lnTo>
                  <a:lnTo>
                    <a:pt x="831527" y="5394971"/>
                  </a:lnTo>
                  <a:lnTo>
                    <a:pt x="831653" y="5394971"/>
                  </a:lnTo>
                  <a:lnTo>
                    <a:pt x="831778" y="5394971"/>
                  </a:lnTo>
                  <a:lnTo>
                    <a:pt x="831903" y="5394971"/>
                  </a:lnTo>
                  <a:lnTo>
                    <a:pt x="832028" y="5394971"/>
                  </a:lnTo>
                  <a:lnTo>
                    <a:pt x="832153" y="5394971"/>
                  </a:lnTo>
                  <a:lnTo>
                    <a:pt x="832278" y="5394971"/>
                  </a:lnTo>
                  <a:lnTo>
                    <a:pt x="832403" y="5394971"/>
                  </a:lnTo>
                  <a:lnTo>
                    <a:pt x="832528" y="5394971"/>
                  </a:lnTo>
                  <a:lnTo>
                    <a:pt x="832653" y="5394971"/>
                  </a:lnTo>
                  <a:lnTo>
                    <a:pt x="832778" y="5394971"/>
                  </a:lnTo>
                  <a:lnTo>
                    <a:pt x="832903" y="5394971"/>
                  </a:lnTo>
                  <a:lnTo>
                    <a:pt x="833028" y="5394971"/>
                  </a:lnTo>
                  <a:lnTo>
                    <a:pt x="833153" y="5394971"/>
                  </a:lnTo>
                  <a:lnTo>
                    <a:pt x="833278" y="5394971"/>
                  </a:lnTo>
                  <a:lnTo>
                    <a:pt x="833403" y="5394971"/>
                  </a:lnTo>
                  <a:lnTo>
                    <a:pt x="833528" y="5394971"/>
                  </a:lnTo>
                  <a:lnTo>
                    <a:pt x="833653" y="5394971"/>
                  </a:lnTo>
                  <a:lnTo>
                    <a:pt x="833778" y="5394971"/>
                  </a:lnTo>
                  <a:lnTo>
                    <a:pt x="833903" y="5394971"/>
                  </a:lnTo>
                  <a:lnTo>
                    <a:pt x="834028" y="5394971"/>
                  </a:lnTo>
                  <a:lnTo>
                    <a:pt x="834153" y="5394971"/>
                  </a:lnTo>
                  <a:lnTo>
                    <a:pt x="834278" y="5394971"/>
                  </a:lnTo>
                  <a:lnTo>
                    <a:pt x="834403" y="5394971"/>
                  </a:lnTo>
                  <a:lnTo>
                    <a:pt x="834528" y="5394971"/>
                  </a:lnTo>
                  <a:lnTo>
                    <a:pt x="834654" y="5394971"/>
                  </a:lnTo>
                  <a:lnTo>
                    <a:pt x="834779" y="5394971"/>
                  </a:lnTo>
                  <a:lnTo>
                    <a:pt x="834904" y="5394971"/>
                  </a:lnTo>
                  <a:lnTo>
                    <a:pt x="835029" y="5394971"/>
                  </a:lnTo>
                  <a:lnTo>
                    <a:pt x="835154" y="5394971"/>
                  </a:lnTo>
                  <a:lnTo>
                    <a:pt x="835279" y="5394971"/>
                  </a:lnTo>
                  <a:lnTo>
                    <a:pt x="835404" y="5394971"/>
                  </a:lnTo>
                  <a:lnTo>
                    <a:pt x="835529" y="5394971"/>
                  </a:lnTo>
                  <a:lnTo>
                    <a:pt x="835654" y="5394971"/>
                  </a:lnTo>
                  <a:lnTo>
                    <a:pt x="835779" y="5394971"/>
                  </a:lnTo>
                  <a:lnTo>
                    <a:pt x="835904" y="5394971"/>
                  </a:lnTo>
                  <a:lnTo>
                    <a:pt x="836029" y="5394971"/>
                  </a:lnTo>
                  <a:lnTo>
                    <a:pt x="836154" y="5394971"/>
                  </a:lnTo>
                  <a:lnTo>
                    <a:pt x="836279" y="5394971"/>
                  </a:lnTo>
                  <a:lnTo>
                    <a:pt x="836404" y="5394971"/>
                  </a:lnTo>
                  <a:lnTo>
                    <a:pt x="836529" y="5394971"/>
                  </a:lnTo>
                  <a:lnTo>
                    <a:pt x="836654" y="5394971"/>
                  </a:lnTo>
                  <a:lnTo>
                    <a:pt x="836779" y="5394971"/>
                  </a:lnTo>
                  <a:lnTo>
                    <a:pt x="836904" y="5394971"/>
                  </a:lnTo>
                  <a:lnTo>
                    <a:pt x="837029" y="5394971"/>
                  </a:lnTo>
                  <a:lnTo>
                    <a:pt x="837154" y="5394971"/>
                  </a:lnTo>
                  <a:lnTo>
                    <a:pt x="837279" y="5394971"/>
                  </a:lnTo>
                  <a:lnTo>
                    <a:pt x="837404" y="5394971"/>
                  </a:lnTo>
                  <a:lnTo>
                    <a:pt x="837529" y="5394971"/>
                  </a:lnTo>
                  <a:lnTo>
                    <a:pt x="837655" y="5394971"/>
                  </a:lnTo>
                  <a:lnTo>
                    <a:pt x="837780" y="5394971"/>
                  </a:lnTo>
                  <a:lnTo>
                    <a:pt x="837905" y="5394971"/>
                  </a:lnTo>
                  <a:lnTo>
                    <a:pt x="838030" y="5394971"/>
                  </a:lnTo>
                  <a:lnTo>
                    <a:pt x="838155" y="5394971"/>
                  </a:lnTo>
                  <a:lnTo>
                    <a:pt x="838280" y="5394971"/>
                  </a:lnTo>
                  <a:lnTo>
                    <a:pt x="838405" y="5394971"/>
                  </a:lnTo>
                  <a:lnTo>
                    <a:pt x="838530" y="5394971"/>
                  </a:lnTo>
                  <a:lnTo>
                    <a:pt x="838655" y="5394971"/>
                  </a:lnTo>
                  <a:lnTo>
                    <a:pt x="838780" y="5394971"/>
                  </a:lnTo>
                  <a:lnTo>
                    <a:pt x="838905" y="5394971"/>
                  </a:lnTo>
                  <a:lnTo>
                    <a:pt x="839030" y="5394971"/>
                  </a:lnTo>
                  <a:lnTo>
                    <a:pt x="839155" y="5394971"/>
                  </a:lnTo>
                  <a:lnTo>
                    <a:pt x="839280" y="5394971"/>
                  </a:lnTo>
                  <a:lnTo>
                    <a:pt x="839405" y="5394971"/>
                  </a:lnTo>
                  <a:lnTo>
                    <a:pt x="839530" y="5394971"/>
                  </a:lnTo>
                  <a:lnTo>
                    <a:pt x="839655" y="5394971"/>
                  </a:lnTo>
                  <a:lnTo>
                    <a:pt x="839780" y="5394971"/>
                  </a:lnTo>
                  <a:lnTo>
                    <a:pt x="839905" y="5394971"/>
                  </a:lnTo>
                  <a:lnTo>
                    <a:pt x="840030" y="5394971"/>
                  </a:lnTo>
                  <a:lnTo>
                    <a:pt x="840030" y="5385018"/>
                  </a:lnTo>
                  <a:lnTo>
                    <a:pt x="840155" y="5385018"/>
                  </a:lnTo>
                  <a:lnTo>
                    <a:pt x="840280" y="5385018"/>
                  </a:lnTo>
                  <a:lnTo>
                    <a:pt x="840405" y="5385018"/>
                  </a:lnTo>
                  <a:lnTo>
                    <a:pt x="840530" y="5385018"/>
                  </a:lnTo>
                  <a:lnTo>
                    <a:pt x="840656" y="5385018"/>
                  </a:lnTo>
                  <a:lnTo>
                    <a:pt x="840781" y="5385018"/>
                  </a:lnTo>
                  <a:lnTo>
                    <a:pt x="840906" y="5385018"/>
                  </a:lnTo>
                  <a:lnTo>
                    <a:pt x="841031" y="5385018"/>
                  </a:lnTo>
                  <a:lnTo>
                    <a:pt x="841156" y="5385018"/>
                  </a:lnTo>
                  <a:lnTo>
                    <a:pt x="841281" y="5385018"/>
                  </a:lnTo>
                  <a:lnTo>
                    <a:pt x="841406" y="5385018"/>
                  </a:lnTo>
                  <a:lnTo>
                    <a:pt x="841531" y="5385018"/>
                  </a:lnTo>
                  <a:lnTo>
                    <a:pt x="841656" y="5385018"/>
                  </a:lnTo>
                  <a:lnTo>
                    <a:pt x="841781" y="5385018"/>
                  </a:lnTo>
                  <a:lnTo>
                    <a:pt x="841906" y="5385018"/>
                  </a:lnTo>
                  <a:lnTo>
                    <a:pt x="842031" y="5385018"/>
                  </a:lnTo>
                  <a:lnTo>
                    <a:pt x="842156" y="5385018"/>
                  </a:lnTo>
                  <a:lnTo>
                    <a:pt x="842281" y="5385018"/>
                  </a:lnTo>
                  <a:lnTo>
                    <a:pt x="842406" y="5385018"/>
                  </a:lnTo>
                  <a:lnTo>
                    <a:pt x="842531" y="5385018"/>
                  </a:lnTo>
                  <a:lnTo>
                    <a:pt x="842656" y="5385018"/>
                  </a:lnTo>
                  <a:lnTo>
                    <a:pt x="842781" y="5385018"/>
                  </a:lnTo>
                  <a:lnTo>
                    <a:pt x="842906" y="5385018"/>
                  </a:lnTo>
                  <a:lnTo>
                    <a:pt x="843031" y="5385018"/>
                  </a:lnTo>
                  <a:lnTo>
                    <a:pt x="843156" y="5385018"/>
                  </a:lnTo>
                  <a:lnTo>
                    <a:pt x="843281" y="5385018"/>
                  </a:lnTo>
                  <a:lnTo>
                    <a:pt x="843406" y="5385018"/>
                  </a:lnTo>
                  <a:lnTo>
                    <a:pt x="843531" y="5385018"/>
                  </a:lnTo>
                  <a:lnTo>
                    <a:pt x="843657" y="5385018"/>
                  </a:lnTo>
                  <a:lnTo>
                    <a:pt x="843782" y="5385018"/>
                  </a:lnTo>
                  <a:lnTo>
                    <a:pt x="843907" y="5385018"/>
                  </a:lnTo>
                  <a:lnTo>
                    <a:pt x="844032" y="5385018"/>
                  </a:lnTo>
                  <a:lnTo>
                    <a:pt x="844157" y="5385018"/>
                  </a:lnTo>
                  <a:lnTo>
                    <a:pt x="844282" y="5385018"/>
                  </a:lnTo>
                  <a:lnTo>
                    <a:pt x="844407" y="5385018"/>
                  </a:lnTo>
                  <a:lnTo>
                    <a:pt x="844532" y="5385018"/>
                  </a:lnTo>
                  <a:lnTo>
                    <a:pt x="844657" y="5385018"/>
                  </a:lnTo>
                  <a:lnTo>
                    <a:pt x="844782" y="5385018"/>
                  </a:lnTo>
                  <a:lnTo>
                    <a:pt x="844907" y="5385018"/>
                  </a:lnTo>
                  <a:lnTo>
                    <a:pt x="845032" y="5385018"/>
                  </a:lnTo>
                  <a:lnTo>
                    <a:pt x="845157" y="5385018"/>
                  </a:lnTo>
                  <a:lnTo>
                    <a:pt x="845282" y="5385018"/>
                  </a:lnTo>
                  <a:lnTo>
                    <a:pt x="845407" y="5385018"/>
                  </a:lnTo>
                  <a:lnTo>
                    <a:pt x="845532" y="5385018"/>
                  </a:lnTo>
                  <a:lnTo>
                    <a:pt x="845657" y="5385018"/>
                  </a:lnTo>
                  <a:lnTo>
                    <a:pt x="845782" y="5385018"/>
                  </a:lnTo>
                  <a:lnTo>
                    <a:pt x="845907" y="5385018"/>
                  </a:lnTo>
                  <a:lnTo>
                    <a:pt x="846032" y="5385018"/>
                  </a:lnTo>
                  <a:lnTo>
                    <a:pt x="846157" y="5385018"/>
                  </a:lnTo>
                  <a:lnTo>
                    <a:pt x="846282" y="5385018"/>
                  </a:lnTo>
                  <a:lnTo>
                    <a:pt x="846407" y="5385018"/>
                  </a:lnTo>
                  <a:lnTo>
                    <a:pt x="846532" y="5385018"/>
                  </a:lnTo>
                  <a:lnTo>
                    <a:pt x="846658" y="5385018"/>
                  </a:lnTo>
                  <a:lnTo>
                    <a:pt x="846783" y="5385018"/>
                  </a:lnTo>
                  <a:lnTo>
                    <a:pt x="846908" y="5385018"/>
                  </a:lnTo>
                  <a:lnTo>
                    <a:pt x="847033" y="5385018"/>
                  </a:lnTo>
                  <a:lnTo>
                    <a:pt x="847158" y="5385018"/>
                  </a:lnTo>
                  <a:lnTo>
                    <a:pt x="847283" y="5385018"/>
                  </a:lnTo>
                  <a:lnTo>
                    <a:pt x="847408" y="5385018"/>
                  </a:lnTo>
                  <a:lnTo>
                    <a:pt x="847533" y="5385018"/>
                  </a:lnTo>
                  <a:lnTo>
                    <a:pt x="847658" y="5385018"/>
                  </a:lnTo>
                  <a:lnTo>
                    <a:pt x="847783" y="5385018"/>
                  </a:lnTo>
                  <a:lnTo>
                    <a:pt x="847908" y="5385018"/>
                  </a:lnTo>
                  <a:lnTo>
                    <a:pt x="848033" y="5385018"/>
                  </a:lnTo>
                  <a:lnTo>
                    <a:pt x="848158" y="5385018"/>
                  </a:lnTo>
                  <a:lnTo>
                    <a:pt x="848283" y="5385018"/>
                  </a:lnTo>
                  <a:lnTo>
                    <a:pt x="848408" y="5385018"/>
                  </a:lnTo>
                  <a:lnTo>
                    <a:pt x="848533" y="5385018"/>
                  </a:lnTo>
                  <a:lnTo>
                    <a:pt x="848658" y="5385018"/>
                  </a:lnTo>
                  <a:lnTo>
                    <a:pt x="848783" y="5385018"/>
                  </a:lnTo>
                  <a:lnTo>
                    <a:pt x="848908" y="5385018"/>
                  </a:lnTo>
                  <a:lnTo>
                    <a:pt x="849033" y="5385018"/>
                  </a:lnTo>
                  <a:lnTo>
                    <a:pt x="849158" y="5385018"/>
                  </a:lnTo>
                  <a:lnTo>
                    <a:pt x="849283" y="5385018"/>
                  </a:lnTo>
                  <a:lnTo>
                    <a:pt x="849408" y="5385018"/>
                  </a:lnTo>
                  <a:lnTo>
                    <a:pt x="849533" y="5385018"/>
                  </a:lnTo>
                  <a:lnTo>
                    <a:pt x="849659" y="5385018"/>
                  </a:lnTo>
                  <a:lnTo>
                    <a:pt x="849784" y="5385018"/>
                  </a:lnTo>
                  <a:lnTo>
                    <a:pt x="849909" y="5385018"/>
                  </a:lnTo>
                  <a:lnTo>
                    <a:pt x="850034" y="5385018"/>
                  </a:lnTo>
                  <a:lnTo>
                    <a:pt x="850159" y="5385018"/>
                  </a:lnTo>
                  <a:lnTo>
                    <a:pt x="850284" y="5385018"/>
                  </a:lnTo>
                  <a:lnTo>
                    <a:pt x="850409" y="5385018"/>
                  </a:lnTo>
                  <a:lnTo>
                    <a:pt x="850534" y="5385018"/>
                  </a:lnTo>
                  <a:lnTo>
                    <a:pt x="850659" y="5385018"/>
                  </a:lnTo>
                  <a:lnTo>
                    <a:pt x="850784" y="5385018"/>
                  </a:lnTo>
                  <a:lnTo>
                    <a:pt x="850909" y="5385018"/>
                  </a:lnTo>
                  <a:lnTo>
                    <a:pt x="851034" y="5385018"/>
                  </a:lnTo>
                  <a:lnTo>
                    <a:pt x="851159" y="5385018"/>
                  </a:lnTo>
                  <a:lnTo>
                    <a:pt x="851284" y="5385018"/>
                  </a:lnTo>
                  <a:lnTo>
                    <a:pt x="851409" y="5385018"/>
                  </a:lnTo>
                  <a:lnTo>
                    <a:pt x="851534" y="5385018"/>
                  </a:lnTo>
                  <a:lnTo>
                    <a:pt x="851659" y="5385018"/>
                  </a:lnTo>
                  <a:lnTo>
                    <a:pt x="851784" y="5385018"/>
                  </a:lnTo>
                  <a:lnTo>
                    <a:pt x="851909" y="5385018"/>
                  </a:lnTo>
                  <a:lnTo>
                    <a:pt x="852034" y="5385018"/>
                  </a:lnTo>
                  <a:lnTo>
                    <a:pt x="852159" y="5385018"/>
                  </a:lnTo>
                  <a:lnTo>
                    <a:pt x="852284" y="5385018"/>
                  </a:lnTo>
                  <a:lnTo>
                    <a:pt x="852409" y="5385018"/>
                  </a:lnTo>
                  <a:lnTo>
                    <a:pt x="852534" y="5385018"/>
                  </a:lnTo>
                  <a:lnTo>
                    <a:pt x="852660" y="5385018"/>
                  </a:lnTo>
                  <a:lnTo>
                    <a:pt x="852785" y="5385018"/>
                  </a:lnTo>
                  <a:lnTo>
                    <a:pt x="852910" y="5385018"/>
                  </a:lnTo>
                  <a:lnTo>
                    <a:pt x="853035" y="5385018"/>
                  </a:lnTo>
                  <a:lnTo>
                    <a:pt x="853160" y="5385018"/>
                  </a:lnTo>
                  <a:lnTo>
                    <a:pt x="853285" y="5385018"/>
                  </a:lnTo>
                  <a:lnTo>
                    <a:pt x="853410" y="5385018"/>
                  </a:lnTo>
                  <a:lnTo>
                    <a:pt x="853535" y="5385018"/>
                  </a:lnTo>
                  <a:lnTo>
                    <a:pt x="853660" y="5385018"/>
                  </a:lnTo>
                  <a:lnTo>
                    <a:pt x="853785" y="5385018"/>
                  </a:lnTo>
                  <a:lnTo>
                    <a:pt x="853910" y="5385018"/>
                  </a:lnTo>
                  <a:lnTo>
                    <a:pt x="854035" y="5385018"/>
                  </a:lnTo>
                  <a:lnTo>
                    <a:pt x="854160" y="5385018"/>
                  </a:lnTo>
                  <a:lnTo>
                    <a:pt x="854285" y="5385018"/>
                  </a:lnTo>
                  <a:lnTo>
                    <a:pt x="854410" y="5385018"/>
                  </a:lnTo>
                  <a:lnTo>
                    <a:pt x="854535" y="5385018"/>
                  </a:lnTo>
                  <a:lnTo>
                    <a:pt x="854660" y="5385018"/>
                  </a:lnTo>
                  <a:lnTo>
                    <a:pt x="854785" y="5385018"/>
                  </a:lnTo>
                  <a:lnTo>
                    <a:pt x="854910" y="5385018"/>
                  </a:lnTo>
                  <a:lnTo>
                    <a:pt x="855035" y="5385018"/>
                  </a:lnTo>
                  <a:lnTo>
                    <a:pt x="855160" y="5385018"/>
                  </a:lnTo>
                  <a:lnTo>
                    <a:pt x="855285" y="5385018"/>
                  </a:lnTo>
                  <a:lnTo>
                    <a:pt x="855410" y="5385018"/>
                  </a:lnTo>
                  <a:lnTo>
                    <a:pt x="855536" y="5385018"/>
                  </a:lnTo>
                  <a:lnTo>
                    <a:pt x="855661" y="5385018"/>
                  </a:lnTo>
                  <a:lnTo>
                    <a:pt x="855786" y="5385018"/>
                  </a:lnTo>
                  <a:lnTo>
                    <a:pt x="855911" y="5385018"/>
                  </a:lnTo>
                  <a:lnTo>
                    <a:pt x="856036" y="5385018"/>
                  </a:lnTo>
                  <a:lnTo>
                    <a:pt x="856161" y="5385018"/>
                  </a:lnTo>
                  <a:lnTo>
                    <a:pt x="856286" y="5385018"/>
                  </a:lnTo>
                  <a:lnTo>
                    <a:pt x="856411" y="5385018"/>
                  </a:lnTo>
                  <a:lnTo>
                    <a:pt x="856536" y="5385018"/>
                  </a:lnTo>
                  <a:lnTo>
                    <a:pt x="856661" y="5385018"/>
                  </a:lnTo>
                  <a:lnTo>
                    <a:pt x="856786" y="5385018"/>
                  </a:lnTo>
                  <a:lnTo>
                    <a:pt x="856911" y="5385018"/>
                  </a:lnTo>
                  <a:lnTo>
                    <a:pt x="857036" y="5385018"/>
                  </a:lnTo>
                  <a:lnTo>
                    <a:pt x="857161" y="5385018"/>
                  </a:lnTo>
                  <a:lnTo>
                    <a:pt x="857286" y="5385018"/>
                  </a:lnTo>
                  <a:lnTo>
                    <a:pt x="857411" y="5385018"/>
                  </a:lnTo>
                  <a:lnTo>
                    <a:pt x="857536" y="5385018"/>
                  </a:lnTo>
                  <a:lnTo>
                    <a:pt x="857661" y="5385018"/>
                  </a:lnTo>
                  <a:lnTo>
                    <a:pt x="857786" y="5385018"/>
                  </a:lnTo>
                  <a:lnTo>
                    <a:pt x="857911" y="5385018"/>
                  </a:lnTo>
                  <a:lnTo>
                    <a:pt x="858036" y="5385018"/>
                  </a:lnTo>
                  <a:lnTo>
                    <a:pt x="858161" y="5385018"/>
                  </a:lnTo>
                  <a:lnTo>
                    <a:pt x="858286" y="5385018"/>
                  </a:lnTo>
                  <a:lnTo>
                    <a:pt x="858411" y="5385018"/>
                  </a:lnTo>
                  <a:lnTo>
                    <a:pt x="858537" y="5385018"/>
                  </a:lnTo>
                  <a:lnTo>
                    <a:pt x="858662" y="5385018"/>
                  </a:lnTo>
                  <a:lnTo>
                    <a:pt x="858787" y="5385018"/>
                  </a:lnTo>
                  <a:lnTo>
                    <a:pt x="858912" y="5385018"/>
                  </a:lnTo>
                  <a:lnTo>
                    <a:pt x="859037" y="5385018"/>
                  </a:lnTo>
                  <a:lnTo>
                    <a:pt x="859162" y="5385018"/>
                  </a:lnTo>
                  <a:lnTo>
                    <a:pt x="859287" y="5385018"/>
                  </a:lnTo>
                  <a:lnTo>
                    <a:pt x="859412" y="5385018"/>
                  </a:lnTo>
                  <a:lnTo>
                    <a:pt x="859537" y="5385018"/>
                  </a:lnTo>
                  <a:lnTo>
                    <a:pt x="859662" y="5385018"/>
                  </a:lnTo>
                  <a:lnTo>
                    <a:pt x="859787" y="5385018"/>
                  </a:lnTo>
                  <a:lnTo>
                    <a:pt x="859912" y="5385018"/>
                  </a:lnTo>
                  <a:lnTo>
                    <a:pt x="860037" y="5385018"/>
                  </a:lnTo>
                  <a:lnTo>
                    <a:pt x="860162" y="5385018"/>
                  </a:lnTo>
                  <a:lnTo>
                    <a:pt x="860287" y="5385018"/>
                  </a:lnTo>
                  <a:lnTo>
                    <a:pt x="860412" y="5385018"/>
                  </a:lnTo>
                  <a:lnTo>
                    <a:pt x="860537" y="5385018"/>
                  </a:lnTo>
                  <a:lnTo>
                    <a:pt x="860662" y="5385018"/>
                  </a:lnTo>
                  <a:lnTo>
                    <a:pt x="860787" y="5385018"/>
                  </a:lnTo>
                  <a:lnTo>
                    <a:pt x="860912" y="5385018"/>
                  </a:lnTo>
                  <a:lnTo>
                    <a:pt x="861037" y="5385018"/>
                  </a:lnTo>
                  <a:lnTo>
                    <a:pt x="861162" y="5385018"/>
                  </a:lnTo>
                  <a:lnTo>
                    <a:pt x="861287" y="5385018"/>
                  </a:lnTo>
                  <a:lnTo>
                    <a:pt x="861412" y="5385018"/>
                  </a:lnTo>
                  <a:lnTo>
                    <a:pt x="861538" y="5385018"/>
                  </a:lnTo>
                  <a:lnTo>
                    <a:pt x="861663" y="5385018"/>
                  </a:lnTo>
                  <a:lnTo>
                    <a:pt x="861788" y="5385018"/>
                  </a:lnTo>
                  <a:lnTo>
                    <a:pt x="861913" y="5385018"/>
                  </a:lnTo>
                  <a:lnTo>
                    <a:pt x="862038" y="5385018"/>
                  </a:lnTo>
                  <a:lnTo>
                    <a:pt x="862163" y="5385018"/>
                  </a:lnTo>
                  <a:lnTo>
                    <a:pt x="862288" y="5385018"/>
                  </a:lnTo>
                  <a:lnTo>
                    <a:pt x="862413" y="5385018"/>
                  </a:lnTo>
                  <a:lnTo>
                    <a:pt x="862538" y="5385018"/>
                  </a:lnTo>
                  <a:lnTo>
                    <a:pt x="862663" y="5385018"/>
                  </a:lnTo>
                  <a:lnTo>
                    <a:pt x="862788" y="5385018"/>
                  </a:lnTo>
                  <a:lnTo>
                    <a:pt x="862913" y="5385018"/>
                  </a:lnTo>
                  <a:lnTo>
                    <a:pt x="863038" y="5385018"/>
                  </a:lnTo>
                  <a:lnTo>
                    <a:pt x="863163" y="5385018"/>
                  </a:lnTo>
                  <a:lnTo>
                    <a:pt x="863288" y="5385018"/>
                  </a:lnTo>
                  <a:lnTo>
                    <a:pt x="863413" y="5385018"/>
                  </a:lnTo>
                  <a:lnTo>
                    <a:pt x="863538" y="5385018"/>
                  </a:lnTo>
                  <a:lnTo>
                    <a:pt x="863663" y="5385018"/>
                  </a:lnTo>
                  <a:lnTo>
                    <a:pt x="863788" y="5385018"/>
                  </a:lnTo>
                  <a:lnTo>
                    <a:pt x="863913" y="5385018"/>
                  </a:lnTo>
                  <a:lnTo>
                    <a:pt x="864038" y="5385018"/>
                  </a:lnTo>
                  <a:lnTo>
                    <a:pt x="864163" y="5385018"/>
                  </a:lnTo>
                  <a:lnTo>
                    <a:pt x="864288" y="5385018"/>
                  </a:lnTo>
                  <a:lnTo>
                    <a:pt x="864413" y="5385018"/>
                  </a:lnTo>
                  <a:lnTo>
                    <a:pt x="864539" y="5385018"/>
                  </a:lnTo>
                  <a:lnTo>
                    <a:pt x="864664" y="5385018"/>
                  </a:lnTo>
                  <a:lnTo>
                    <a:pt x="864789" y="5385018"/>
                  </a:lnTo>
                  <a:lnTo>
                    <a:pt x="864914" y="5385018"/>
                  </a:lnTo>
                  <a:lnTo>
                    <a:pt x="865039" y="5385018"/>
                  </a:lnTo>
                  <a:lnTo>
                    <a:pt x="865164" y="5385018"/>
                  </a:lnTo>
                  <a:lnTo>
                    <a:pt x="865289" y="5385018"/>
                  </a:lnTo>
                  <a:lnTo>
                    <a:pt x="865414" y="5385018"/>
                  </a:lnTo>
                  <a:lnTo>
                    <a:pt x="865539" y="5385018"/>
                  </a:lnTo>
                  <a:lnTo>
                    <a:pt x="865664" y="5385018"/>
                  </a:lnTo>
                  <a:lnTo>
                    <a:pt x="865789" y="5385018"/>
                  </a:lnTo>
                  <a:lnTo>
                    <a:pt x="865914" y="5385018"/>
                  </a:lnTo>
                  <a:lnTo>
                    <a:pt x="866039" y="5385018"/>
                  </a:lnTo>
                  <a:lnTo>
                    <a:pt x="866164" y="5385018"/>
                  </a:lnTo>
                  <a:lnTo>
                    <a:pt x="866289" y="5385018"/>
                  </a:lnTo>
                  <a:lnTo>
                    <a:pt x="866414" y="5385018"/>
                  </a:lnTo>
                  <a:lnTo>
                    <a:pt x="866539" y="5385018"/>
                  </a:lnTo>
                  <a:lnTo>
                    <a:pt x="866664" y="5385018"/>
                  </a:lnTo>
                  <a:lnTo>
                    <a:pt x="866789" y="5385018"/>
                  </a:lnTo>
                  <a:lnTo>
                    <a:pt x="866914" y="5385018"/>
                  </a:lnTo>
                  <a:lnTo>
                    <a:pt x="867039" y="5385018"/>
                  </a:lnTo>
                  <a:lnTo>
                    <a:pt x="867164" y="5385018"/>
                  </a:lnTo>
                  <a:lnTo>
                    <a:pt x="867289" y="5385018"/>
                  </a:lnTo>
                  <a:lnTo>
                    <a:pt x="867414" y="5385018"/>
                  </a:lnTo>
                  <a:lnTo>
                    <a:pt x="867540" y="5385018"/>
                  </a:lnTo>
                  <a:lnTo>
                    <a:pt x="867665" y="5385018"/>
                  </a:lnTo>
                  <a:lnTo>
                    <a:pt x="867790" y="5385018"/>
                  </a:lnTo>
                  <a:lnTo>
                    <a:pt x="867915" y="5385018"/>
                  </a:lnTo>
                  <a:lnTo>
                    <a:pt x="868040" y="5385018"/>
                  </a:lnTo>
                  <a:lnTo>
                    <a:pt x="868165" y="5385018"/>
                  </a:lnTo>
                  <a:lnTo>
                    <a:pt x="868290" y="5385018"/>
                  </a:lnTo>
                  <a:lnTo>
                    <a:pt x="868415" y="5385018"/>
                  </a:lnTo>
                  <a:lnTo>
                    <a:pt x="868540" y="5385018"/>
                  </a:lnTo>
                  <a:lnTo>
                    <a:pt x="868665" y="5385018"/>
                  </a:lnTo>
                  <a:lnTo>
                    <a:pt x="868790" y="5385018"/>
                  </a:lnTo>
                  <a:lnTo>
                    <a:pt x="868915" y="5385018"/>
                  </a:lnTo>
                  <a:lnTo>
                    <a:pt x="869040" y="5385018"/>
                  </a:lnTo>
                  <a:lnTo>
                    <a:pt x="869165" y="5385018"/>
                  </a:lnTo>
                  <a:lnTo>
                    <a:pt x="869290" y="5385018"/>
                  </a:lnTo>
                  <a:lnTo>
                    <a:pt x="869415" y="5385018"/>
                  </a:lnTo>
                  <a:lnTo>
                    <a:pt x="869540" y="5385018"/>
                  </a:lnTo>
                  <a:lnTo>
                    <a:pt x="869665" y="5385018"/>
                  </a:lnTo>
                  <a:lnTo>
                    <a:pt x="869790" y="5385018"/>
                  </a:lnTo>
                  <a:lnTo>
                    <a:pt x="869915" y="5385018"/>
                  </a:lnTo>
                  <a:lnTo>
                    <a:pt x="870040" y="5385018"/>
                  </a:lnTo>
                  <a:lnTo>
                    <a:pt x="870165" y="5385018"/>
                  </a:lnTo>
                  <a:lnTo>
                    <a:pt x="870290" y="5385018"/>
                  </a:lnTo>
                  <a:lnTo>
                    <a:pt x="870415" y="5385018"/>
                  </a:lnTo>
                  <a:lnTo>
                    <a:pt x="870541" y="5385018"/>
                  </a:lnTo>
                  <a:lnTo>
                    <a:pt x="870666" y="5385018"/>
                  </a:lnTo>
                  <a:lnTo>
                    <a:pt x="870791" y="5385018"/>
                  </a:lnTo>
                  <a:lnTo>
                    <a:pt x="870916" y="5385018"/>
                  </a:lnTo>
                  <a:lnTo>
                    <a:pt x="871041" y="5385018"/>
                  </a:lnTo>
                  <a:lnTo>
                    <a:pt x="871166" y="5385018"/>
                  </a:lnTo>
                  <a:lnTo>
                    <a:pt x="871291" y="5385018"/>
                  </a:lnTo>
                  <a:lnTo>
                    <a:pt x="871416" y="5385018"/>
                  </a:lnTo>
                  <a:lnTo>
                    <a:pt x="871541" y="5385018"/>
                  </a:lnTo>
                  <a:lnTo>
                    <a:pt x="871666" y="5385018"/>
                  </a:lnTo>
                  <a:lnTo>
                    <a:pt x="871791" y="5385018"/>
                  </a:lnTo>
                  <a:lnTo>
                    <a:pt x="871916" y="5385018"/>
                  </a:lnTo>
                  <a:lnTo>
                    <a:pt x="872041" y="5385018"/>
                  </a:lnTo>
                  <a:lnTo>
                    <a:pt x="872166" y="5385018"/>
                  </a:lnTo>
                  <a:lnTo>
                    <a:pt x="872291" y="5385018"/>
                  </a:lnTo>
                  <a:lnTo>
                    <a:pt x="872416" y="5385018"/>
                  </a:lnTo>
                  <a:lnTo>
                    <a:pt x="872541" y="5385018"/>
                  </a:lnTo>
                  <a:lnTo>
                    <a:pt x="872666" y="5385018"/>
                  </a:lnTo>
                  <a:lnTo>
                    <a:pt x="872791" y="5385018"/>
                  </a:lnTo>
                  <a:lnTo>
                    <a:pt x="872916" y="5385018"/>
                  </a:lnTo>
                  <a:lnTo>
                    <a:pt x="873041" y="5385018"/>
                  </a:lnTo>
                  <a:lnTo>
                    <a:pt x="873166" y="5385018"/>
                  </a:lnTo>
                  <a:lnTo>
                    <a:pt x="873291" y="5385018"/>
                  </a:lnTo>
                  <a:lnTo>
                    <a:pt x="873416" y="5385018"/>
                  </a:lnTo>
                  <a:lnTo>
                    <a:pt x="873542" y="5385018"/>
                  </a:lnTo>
                  <a:lnTo>
                    <a:pt x="873667" y="5385018"/>
                  </a:lnTo>
                  <a:lnTo>
                    <a:pt x="873792" y="5385018"/>
                  </a:lnTo>
                  <a:lnTo>
                    <a:pt x="873917" y="5385018"/>
                  </a:lnTo>
                  <a:lnTo>
                    <a:pt x="874042" y="5385018"/>
                  </a:lnTo>
                  <a:lnTo>
                    <a:pt x="874167" y="5385018"/>
                  </a:lnTo>
                  <a:lnTo>
                    <a:pt x="874292" y="5385018"/>
                  </a:lnTo>
                  <a:lnTo>
                    <a:pt x="874417" y="5385018"/>
                  </a:lnTo>
                  <a:lnTo>
                    <a:pt x="874542" y="5385018"/>
                  </a:lnTo>
                  <a:lnTo>
                    <a:pt x="874667" y="5385018"/>
                  </a:lnTo>
                  <a:lnTo>
                    <a:pt x="874792" y="5385018"/>
                  </a:lnTo>
                  <a:lnTo>
                    <a:pt x="874917" y="5385018"/>
                  </a:lnTo>
                  <a:lnTo>
                    <a:pt x="875042" y="5385018"/>
                  </a:lnTo>
                  <a:lnTo>
                    <a:pt x="875167" y="5385018"/>
                  </a:lnTo>
                  <a:lnTo>
                    <a:pt x="875292" y="5385018"/>
                  </a:lnTo>
                  <a:lnTo>
                    <a:pt x="875417" y="5385018"/>
                  </a:lnTo>
                  <a:lnTo>
                    <a:pt x="875542" y="5385018"/>
                  </a:lnTo>
                  <a:lnTo>
                    <a:pt x="875667" y="5385018"/>
                  </a:lnTo>
                  <a:lnTo>
                    <a:pt x="875792" y="5385018"/>
                  </a:lnTo>
                  <a:lnTo>
                    <a:pt x="875917" y="5385018"/>
                  </a:lnTo>
                  <a:lnTo>
                    <a:pt x="876042" y="5385018"/>
                  </a:lnTo>
                  <a:lnTo>
                    <a:pt x="876167" y="5385018"/>
                  </a:lnTo>
                  <a:lnTo>
                    <a:pt x="876292" y="5385018"/>
                  </a:lnTo>
                  <a:lnTo>
                    <a:pt x="876417" y="5385018"/>
                  </a:lnTo>
                  <a:lnTo>
                    <a:pt x="876543" y="5385018"/>
                  </a:lnTo>
                  <a:lnTo>
                    <a:pt x="876668" y="5385018"/>
                  </a:lnTo>
                  <a:lnTo>
                    <a:pt x="876793" y="5385018"/>
                  </a:lnTo>
                  <a:lnTo>
                    <a:pt x="876918" y="5385018"/>
                  </a:lnTo>
                  <a:lnTo>
                    <a:pt x="877043" y="5385018"/>
                  </a:lnTo>
                  <a:lnTo>
                    <a:pt x="877168" y="5385018"/>
                  </a:lnTo>
                  <a:lnTo>
                    <a:pt x="877293" y="5385018"/>
                  </a:lnTo>
                  <a:lnTo>
                    <a:pt x="877418" y="5385018"/>
                  </a:lnTo>
                  <a:lnTo>
                    <a:pt x="877543" y="5385018"/>
                  </a:lnTo>
                  <a:lnTo>
                    <a:pt x="877668" y="5385018"/>
                  </a:lnTo>
                  <a:lnTo>
                    <a:pt x="877793" y="5385018"/>
                  </a:lnTo>
                  <a:lnTo>
                    <a:pt x="877918" y="5385018"/>
                  </a:lnTo>
                  <a:lnTo>
                    <a:pt x="878043" y="5385018"/>
                  </a:lnTo>
                  <a:lnTo>
                    <a:pt x="878168" y="5385018"/>
                  </a:lnTo>
                  <a:lnTo>
                    <a:pt x="878293" y="5385018"/>
                  </a:lnTo>
                  <a:lnTo>
                    <a:pt x="878418" y="5385018"/>
                  </a:lnTo>
                  <a:lnTo>
                    <a:pt x="878543" y="5385018"/>
                  </a:lnTo>
                  <a:lnTo>
                    <a:pt x="878668" y="5385018"/>
                  </a:lnTo>
                  <a:lnTo>
                    <a:pt x="878793" y="5385018"/>
                  </a:lnTo>
                  <a:lnTo>
                    <a:pt x="878918" y="5385018"/>
                  </a:lnTo>
                  <a:lnTo>
                    <a:pt x="879043" y="5385018"/>
                  </a:lnTo>
                  <a:lnTo>
                    <a:pt x="879168" y="5385018"/>
                  </a:lnTo>
                  <a:lnTo>
                    <a:pt x="879293" y="5385018"/>
                  </a:lnTo>
                  <a:lnTo>
                    <a:pt x="879418" y="5385018"/>
                  </a:lnTo>
                  <a:lnTo>
                    <a:pt x="879544" y="5385018"/>
                  </a:lnTo>
                  <a:lnTo>
                    <a:pt x="879669" y="5385018"/>
                  </a:lnTo>
                  <a:lnTo>
                    <a:pt x="879794" y="5385018"/>
                  </a:lnTo>
                  <a:lnTo>
                    <a:pt x="879919" y="5385018"/>
                  </a:lnTo>
                  <a:lnTo>
                    <a:pt x="880044" y="5385018"/>
                  </a:lnTo>
                  <a:lnTo>
                    <a:pt x="880169" y="5385018"/>
                  </a:lnTo>
                  <a:lnTo>
                    <a:pt x="880294" y="5385018"/>
                  </a:lnTo>
                  <a:lnTo>
                    <a:pt x="880419" y="5385018"/>
                  </a:lnTo>
                  <a:lnTo>
                    <a:pt x="880544" y="5385018"/>
                  </a:lnTo>
                  <a:lnTo>
                    <a:pt x="880669" y="5385018"/>
                  </a:lnTo>
                  <a:lnTo>
                    <a:pt x="880794" y="5385018"/>
                  </a:lnTo>
                  <a:lnTo>
                    <a:pt x="880919" y="5385018"/>
                  </a:lnTo>
                  <a:lnTo>
                    <a:pt x="881044" y="5385018"/>
                  </a:lnTo>
                  <a:lnTo>
                    <a:pt x="881169" y="5385018"/>
                  </a:lnTo>
                  <a:lnTo>
                    <a:pt x="881294" y="5385018"/>
                  </a:lnTo>
                  <a:lnTo>
                    <a:pt x="881419" y="5385018"/>
                  </a:lnTo>
                  <a:lnTo>
                    <a:pt x="881544" y="5385018"/>
                  </a:lnTo>
                  <a:lnTo>
                    <a:pt x="881669" y="5385018"/>
                  </a:lnTo>
                  <a:lnTo>
                    <a:pt x="881794" y="5385018"/>
                  </a:lnTo>
                  <a:lnTo>
                    <a:pt x="881919" y="5385018"/>
                  </a:lnTo>
                  <a:lnTo>
                    <a:pt x="882044" y="5385018"/>
                  </a:lnTo>
                  <a:lnTo>
                    <a:pt x="882169" y="5385018"/>
                  </a:lnTo>
                  <a:lnTo>
                    <a:pt x="882294" y="5385018"/>
                  </a:lnTo>
                  <a:lnTo>
                    <a:pt x="882419" y="5385018"/>
                  </a:lnTo>
                  <a:lnTo>
                    <a:pt x="882545" y="5385018"/>
                  </a:lnTo>
                  <a:lnTo>
                    <a:pt x="882670" y="5385018"/>
                  </a:lnTo>
                  <a:lnTo>
                    <a:pt x="882795" y="5385018"/>
                  </a:lnTo>
                  <a:lnTo>
                    <a:pt x="882920" y="5385018"/>
                  </a:lnTo>
                  <a:lnTo>
                    <a:pt x="883045" y="5385018"/>
                  </a:lnTo>
                  <a:lnTo>
                    <a:pt x="883170" y="5385018"/>
                  </a:lnTo>
                  <a:lnTo>
                    <a:pt x="883295" y="5385018"/>
                  </a:lnTo>
                  <a:lnTo>
                    <a:pt x="883420" y="5385018"/>
                  </a:lnTo>
                  <a:lnTo>
                    <a:pt x="883545" y="5385018"/>
                  </a:lnTo>
                  <a:lnTo>
                    <a:pt x="883670" y="5385018"/>
                  </a:lnTo>
                  <a:lnTo>
                    <a:pt x="883795" y="5385018"/>
                  </a:lnTo>
                  <a:lnTo>
                    <a:pt x="883920" y="5385018"/>
                  </a:lnTo>
                  <a:lnTo>
                    <a:pt x="884045" y="5385018"/>
                  </a:lnTo>
                  <a:lnTo>
                    <a:pt x="884170" y="5385018"/>
                  </a:lnTo>
                  <a:lnTo>
                    <a:pt x="884295" y="5385018"/>
                  </a:lnTo>
                  <a:lnTo>
                    <a:pt x="884420" y="5385018"/>
                  </a:lnTo>
                  <a:lnTo>
                    <a:pt x="884545" y="5385018"/>
                  </a:lnTo>
                  <a:lnTo>
                    <a:pt x="884670" y="5385018"/>
                  </a:lnTo>
                  <a:lnTo>
                    <a:pt x="884795" y="5385018"/>
                  </a:lnTo>
                  <a:lnTo>
                    <a:pt x="884920" y="5385018"/>
                  </a:lnTo>
                  <a:lnTo>
                    <a:pt x="885045" y="5385018"/>
                  </a:lnTo>
                  <a:lnTo>
                    <a:pt x="885170" y="5385018"/>
                  </a:lnTo>
                  <a:lnTo>
                    <a:pt x="885295" y="5385018"/>
                  </a:lnTo>
                  <a:lnTo>
                    <a:pt x="885420" y="5385018"/>
                  </a:lnTo>
                  <a:lnTo>
                    <a:pt x="885546" y="5385018"/>
                  </a:lnTo>
                  <a:lnTo>
                    <a:pt x="885671" y="5385018"/>
                  </a:lnTo>
                  <a:lnTo>
                    <a:pt x="885796" y="5385018"/>
                  </a:lnTo>
                  <a:lnTo>
                    <a:pt x="885921" y="5385018"/>
                  </a:lnTo>
                  <a:lnTo>
                    <a:pt x="886046" y="5385018"/>
                  </a:lnTo>
                  <a:lnTo>
                    <a:pt x="886171" y="5385018"/>
                  </a:lnTo>
                  <a:lnTo>
                    <a:pt x="886296" y="5385018"/>
                  </a:lnTo>
                  <a:lnTo>
                    <a:pt x="886421" y="5385018"/>
                  </a:lnTo>
                  <a:lnTo>
                    <a:pt x="886546" y="5385018"/>
                  </a:lnTo>
                  <a:lnTo>
                    <a:pt x="886671" y="5385018"/>
                  </a:lnTo>
                  <a:lnTo>
                    <a:pt x="886796" y="5385018"/>
                  </a:lnTo>
                  <a:lnTo>
                    <a:pt x="886921" y="5385018"/>
                  </a:lnTo>
                  <a:lnTo>
                    <a:pt x="887046" y="5385018"/>
                  </a:lnTo>
                  <a:lnTo>
                    <a:pt x="887171" y="5385018"/>
                  </a:lnTo>
                  <a:lnTo>
                    <a:pt x="887296" y="5385018"/>
                  </a:lnTo>
                  <a:lnTo>
                    <a:pt x="887421" y="5385018"/>
                  </a:lnTo>
                  <a:lnTo>
                    <a:pt x="887546" y="5385018"/>
                  </a:lnTo>
                  <a:lnTo>
                    <a:pt x="887671" y="5385018"/>
                  </a:lnTo>
                  <a:lnTo>
                    <a:pt x="887796" y="5385018"/>
                  </a:lnTo>
                  <a:lnTo>
                    <a:pt x="887921" y="5385018"/>
                  </a:lnTo>
                  <a:lnTo>
                    <a:pt x="888046" y="5385018"/>
                  </a:lnTo>
                  <a:lnTo>
                    <a:pt x="888171" y="5385018"/>
                  </a:lnTo>
                  <a:lnTo>
                    <a:pt x="888296" y="5385018"/>
                  </a:lnTo>
                  <a:lnTo>
                    <a:pt x="888421" y="5385018"/>
                  </a:lnTo>
                  <a:lnTo>
                    <a:pt x="888547" y="5385018"/>
                  </a:lnTo>
                  <a:lnTo>
                    <a:pt x="888672" y="5385018"/>
                  </a:lnTo>
                  <a:lnTo>
                    <a:pt x="888797" y="5385018"/>
                  </a:lnTo>
                  <a:lnTo>
                    <a:pt x="888922" y="5385018"/>
                  </a:lnTo>
                  <a:lnTo>
                    <a:pt x="889047" y="5385018"/>
                  </a:lnTo>
                  <a:lnTo>
                    <a:pt x="889172" y="5385018"/>
                  </a:lnTo>
                  <a:lnTo>
                    <a:pt x="889297" y="5385018"/>
                  </a:lnTo>
                  <a:lnTo>
                    <a:pt x="889422" y="5385018"/>
                  </a:lnTo>
                  <a:lnTo>
                    <a:pt x="889547" y="5385018"/>
                  </a:lnTo>
                  <a:lnTo>
                    <a:pt x="889672" y="5385018"/>
                  </a:lnTo>
                  <a:lnTo>
                    <a:pt x="889797" y="5385018"/>
                  </a:lnTo>
                  <a:lnTo>
                    <a:pt x="889922" y="5385018"/>
                  </a:lnTo>
                  <a:lnTo>
                    <a:pt x="890047" y="5385018"/>
                  </a:lnTo>
                  <a:lnTo>
                    <a:pt x="890172" y="5385018"/>
                  </a:lnTo>
                  <a:lnTo>
                    <a:pt x="890297" y="5385018"/>
                  </a:lnTo>
                  <a:lnTo>
                    <a:pt x="890422" y="5385018"/>
                  </a:lnTo>
                  <a:lnTo>
                    <a:pt x="890547" y="5385018"/>
                  </a:lnTo>
                  <a:lnTo>
                    <a:pt x="890672" y="5385018"/>
                  </a:lnTo>
                  <a:lnTo>
                    <a:pt x="890797" y="5385018"/>
                  </a:lnTo>
                  <a:lnTo>
                    <a:pt x="890922" y="5385018"/>
                  </a:lnTo>
                  <a:lnTo>
                    <a:pt x="891047" y="5385018"/>
                  </a:lnTo>
                  <a:lnTo>
                    <a:pt x="891172" y="5385018"/>
                  </a:lnTo>
                  <a:lnTo>
                    <a:pt x="891297" y="5385018"/>
                  </a:lnTo>
                  <a:lnTo>
                    <a:pt x="891422" y="5385018"/>
                  </a:lnTo>
                  <a:lnTo>
                    <a:pt x="891548" y="5385018"/>
                  </a:lnTo>
                  <a:lnTo>
                    <a:pt x="891673" y="5385018"/>
                  </a:lnTo>
                  <a:lnTo>
                    <a:pt x="891798" y="5385018"/>
                  </a:lnTo>
                  <a:lnTo>
                    <a:pt x="891923" y="5385018"/>
                  </a:lnTo>
                  <a:lnTo>
                    <a:pt x="892048" y="5385018"/>
                  </a:lnTo>
                  <a:lnTo>
                    <a:pt x="892173" y="5385018"/>
                  </a:lnTo>
                  <a:lnTo>
                    <a:pt x="892298" y="5385018"/>
                  </a:lnTo>
                  <a:lnTo>
                    <a:pt x="892423" y="5385018"/>
                  </a:lnTo>
                  <a:lnTo>
                    <a:pt x="892548" y="5385018"/>
                  </a:lnTo>
                  <a:lnTo>
                    <a:pt x="892673" y="5385018"/>
                  </a:lnTo>
                  <a:lnTo>
                    <a:pt x="892798" y="5385018"/>
                  </a:lnTo>
                  <a:lnTo>
                    <a:pt x="892923" y="5385018"/>
                  </a:lnTo>
                  <a:lnTo>
                    <a:pt x="893048" y="5385018"/>
                  </a:lnTo>
                  <a:lnTo>
                    <a:pt x="893173" y="5385018"/>
                  </a:lnTo>
                  <a:lnTo>
                    <a:pt x="893298" y="5385018"/>
                  </a:lnTo>
                  <a:lnTo>
                    <a:pt x="893423" y="5385018"/>
                  </a:lnTo>
                  <a:lnTo>
                    <a:pt x="893548" y="5385018"/>
                  </a:lnTo>
                  <a:lnTo>
                    <a:pt x="893673" y="5385018"/>
                  </a:lnTo>
                  <a:lnTo>
                    <a:pt x="893798" y="5385018"/>
                  </a:lnTo>
                  <a:lnTo>
                    <a:pt x="893923" y="5385018"/>
                  </a:lnTo>
                  <a:lnTo>
                    <a:pt x="894048" y="5385018"/>
                  </a:lnTo>
                  <a:lnTo>
                    <a:pt x="894173" y="5385018"/>
                  </a:lnTo>
                  <a:lnTo>
                    <a:pt x="894298" y="5385018"/>
                  </a:lnTo>
                  <a:lnTo>
                    <a:pt x="894424" y="5385018"/>
                  </a:lnTo>
                  <a:lnTo>
                    <a:pt x="894549" y="5385018"/>
                  </a:lnTo>
                  <a:lnTo>
                    <a:pt x="894674" y="5385018"/>
                  </a:lnTo>
                  <a:lnTo>
                    <a:pt x="894799" y="5385018"/>
                  </a:lnTo>
                  <a:lnTo>
                    <a:pt x="894924" y="5385018"/>
                  </a:lnTo>
                  <a:lnTo>
                    <a:pt x="895049" y="5385018"/>
                  </a:lnTo>
                  <a:lnTo>
                    <a:pt x="895174" y="5385018"/>
                  </a:lnTo>
                  <a:lnTo>
                    <a:pt x="895299" y="5385018"/>
                  </a:lnTo>
                  <a:lnTo>
                    <a:pt x="895424" y="5385018"/>
                  </a:lnTo>
                  <a:lnTo>
                    <a:pt x="895549" y="5385018"/>
                  </a:lnTo>
                  <a:lnTo>
                    <a:pt x="895674" y="5385018"/>
                  </a:lnTo>
                  <a:lnTo>
                    <a:pt x="895799" y="5385018"/>
                  </a:lnTo>
                  <a:lnTo>
                    <a:pt x="895924" y="5385018"/>
                  </a:lnTo>
                  <a:lnTo>
                    <a:pt x="896049" y="5385018"/>
                  </a:lnTo>
                  <a:lnTo>
                    <a:pt x="896174" y="5385018"/>
                  </a:lnTo>
                  <a:lnTo>
                    <a:pt x="896299" y="5385018"/>
                  </a:lnTo>
                  <a:lnTo>
                    <a:pt x="896424" y="5385018"/>
                  </a:lnTo>
                  <a:lnTo>
                    <a:pt x="896549" y="5385018"/>
                  </a:lnTo>
                  <a:lnTo>
                    <a:pt x="896674" y="5385018"/>
                  </a:lnTo>
                  <a:lnTo>
                    <a:pt x="896799" y="5385018"/>
                  </a:lnTo>
                  <a:lnTo>
                    <a:pt x="896924" y="5385018"/>
                  </a:lnTo>
                  <a:lnTo>
                    <a:pt x="897049" y="5385018"/>
                  </a:lnTo>
                  <a:lnTo>
                    <a:pt x="897174" y="5385018"/>
                  </a:lnTo>
                  <a:lnTo>
                    <a:pt x="897299" y="5385018"/>
                  </a:lnTo>
                  <a:lnTo>
                    <a:pt x="897425" y="5385018"/>
                  </a:lnTo>
                  <a:lnTo>
                    <a:pt x="897550" y="5385018"/>
                  </a:lnTo>
                  <a:lnTo>
                    <a:pt x="897675" y="5385018"/>
                  </a:lnTo>
                  <a:lnTo>
                    <a:pt x="897800" y="5385018"/>
                  </a:lnTo>
                  <a:lnTo>
                    <a:pt x="897925" y="5385018"/>
                  </a:lnTo>
                  <a:lnTo>
                    <a:pt x="898050" y="5385018"/>
                  </a:lnTo>
                  <a:lnTo>
                    <a:pt x="898175" y="5385018"/>
                  </a:lnTo>
                  <a:lnTo>
                    <a:pt x="898300" y="5385018"/>
                  </a:lnTo>
                  <a:lnTo>
                    <a:pt x="898425" y="5385018"/>
                  </a:lnTo>
                  <a:lnTo>
                    <a:pt x="898550" y="5385018"/>
                  </a:lnTo>
                  <a:lnTo>
                    <a:pt x="898675" y="5385018"/>
                  </a:lnTo>
                  <a:lnTo>
                    <a:pt x="898800" y="5385018"/>
                  </a:lnTo>
                  <a:lnTo>
                    <a:pt x="898925" y="5385018"/>
                  </a:lnTo>
                  <a:lnTo>
                    <a:pt x="899050" y="5385018"/>
                  </a:lnTo>
                  <a:lnTo>
                    <a:pt x="899175" y="5385018"/>
                  </a:lnTo>
                  <a:lnTo>
                    <a:pt x="899300" y="5385018"/>
                  </a:lnTo>
                  <a:lnTo>
                    <a:pt x="899425" y="5385018"/>
                  </a:lnTo>
                  <a:lnTo>
                    <a:pt x="899550" y="5385018"/>
                  </a:lnTo>
                  <a:lnTo>
                    <a:pt x="899675" y="5385018"/>
                  </a:lnTo>
                  <a:lnTo>
                    <a:pt x="899800" y="5385018"/>
                  </a:lnTo>
                  <a:lnTo>
                    <a:pt x="899925" y="5385018"/>
                  </a:lnTo>
                  <a:lnTo>
                    <a:pt x="900050" y="5385018"/>
                  </a:lnTo>
                  <a:lnTo>
                    <a:pt x="900175" y="5385018"/>
                  </a:lnTo>
                  <a:lnTo>
                    <a:pt x="900300" y="5385018"/>
                  </a:lnTo>
                  <a:lnTo>
                    <a:pt x="900426" y="5385018"/>
                  </a:lnTo>
                  <a:lnTo>
                    <a:pt x="900551" y="5385018"/>
                  </a:lnTo>
                  <a:lnTo>
                    <a:pt x="900676" y="5385018"/>
                  </a:lnTo>
                  <a:lnTo>
                    <a:pt x="900801" y="5385018"/>
                  </a:lnTo>
                  <a:lnTo>
                    <a:pt x="900926" y="5385018"/>
                  </a:lnTo>
                  <a:lnTo>
                    <a:pt x="901051" y="5385018"/>
                  </a:lnTo>
                  <a:lnTo>
                    <a:pt x="901176" y="5385018"/>
                  </a:lnTo>
                  <a:lnTo>
                    <a:pt x="901301" y="5385018"/>
                  </a:lnTo>
                  <a:lnTo>
                    <a:pt x="901426" y="5385018"/>
                  </a:lnTo>
                  <a:lnTo>
                    <a:pt x="901551" y="5385018"/>
                  </a:lnTo>
                  <a:lnTo>
                    <a:pt x="901676" y="5385018"/>
                  </a:lnTo>
                  <a:lnTo>
                    <a:pt x="901801" y="5385018"/>
                  </a:lnTo>
                  <a:lnTo>
                    <a:pt x="901926" y="5385018"/>
                  </a:lnTo>
                  <a:lnTo>
                    <a:pt x="902051" y="5385018"/>
                  </a:lnTo>
                  <a:lnTo>
                    <a:pt x="902176" y="5385018"/>
                  </a:lnTo>
                  <a:lnTo>
                    <a:pt x="902301" y="5385018"/>
                  </a:lnTo>
                  <a:lnTo>
                    <a:pt x="902426" y="5385018"/>
                  </a:lnTo>
                  <a:lnTo>
                    <a:pt x="902551" y="5385018"/>
                  </a:lnTo>
                  <a:lnTo>
                    <a:pt x="902676" y="5385018"/>
                  </a:lnTo>
                  <a:lnTo>
                    <a:pt x="902801" y="5385018"/>
                  </a:lnTo>
                  <a:lnTo>
                    <a:pt x="902926" y="5385018"/>
                  </a:lnTo>
                  <a:lnTo>
                    <a:pt x="903051" y="5385018"/>
                  </a:lnTo>
                  <a:lnTo>
                    <a:pt x="903176" y="5385018"/>
                  </a:lnTo>
                  <a:lnTo>
                    <a:pt x="903301" y="5385018"/>
                  </a:lnTo>
                  <a:lnTo>
                    <a:pt x="903427" y="5385018"/>
                  </a:lnTo>
                  <a:lnTo>
                    <a:pt x="903552" y="5385018"/>
                  </a:lnTo>
                  <a:lnTo>
                    <a:pt x="903677" y="5385018"/>
                  </a:lnTo>
                  <a:lnTo>
                    <a:pt x="903802" y="5385018"/>
                  </a:lnTo>
                  <a:lnTo>
                    <a:pt x="903927" y="5385018"/>
                  </a:lnTo>
                  <a:lnTo>
                    <a:pt x="904052" y="5385018"/>
                  </a:lnTo>
                  <a:lnTo>
                    <a:pt x="904177" y="5385018"/>
                  </a:lnTo>
                  <a:lnTo>
                    <a:pt x="904302" y="5385018"/>
                  </a:lnTo>
                  <a:lnTo>
                    <a:pt x="904427" y="5385018"/>
                  </a:lnTo>
                  <a:lnTo>
                    <a:pt x="904552" y="5385018"/>
                  </a:lnTo>
                  <a:lnTo>
                    <a:pt x="904677" y="5385018"/>
                  </a:lnTo>
                  <a:lnTo>
                    <a:pt x="904802" y="5385018"/>
                  </a:lnTo>
                  <a:lnTo>
                    <a:pt x="904927" y="5385018"/>
                  </a:lnTo>
                  <a:lnTo>
                    <a:pt x="905052" y="5385018"/>
                  </a:lnTo>
                  <a:lnTo>
                    <a:pt x="905177" y="5385018"/>
                  </a:lnTo>
                  <a:lnTo>
                    <a:pt x="905302" y="5385018"/>
                  </a:lnTo>
                  <a:lnTo>
                    <a:pt x="905427" y="5385018"/>
                  </a:lnTo>
                  <a:lnTo>
                    <a:pt x="905552" y="5385018"/>
                  </a:lnTo>
                  <a:lnTo>
                    <a:pt x="905677" y="5385018"/>
                  </a:lnTo>
                  <a:lnTo>
                    <a:pt x="905802" y="5385018"/>
                  </a:lnTo>
                  <a:lnTo>
                    <a:pt x="905927" y="5385018"/>
                  </a:lnTo>
                  <a:lnTo>
                    <a:pt x="906052" y="5385018"/>
                  </a:lnTo>
                  <a:lnTo>
                    <a:pt x="906052" y="5375064"/>
                  </a:lnTo>
                  <a:lnTo>
                    <a:pt x="906177" y="5375064"/>
                  </a:lnTo>
                  <a:lnTo>
                    <a:pt x="906302" y="5375064"/>
                  </a:lnTo>
                  <a:lnTo>
                    <a:pt x="906428" y="5375064"/>
                  </a:lnTo>
                  <a:lnTo>
                    <a:pt x="906428" y="5365110"/>
                  </a:lnTo>
                  <a:lnTo>
                    <a:pt x="906553" y="5365110"/>
                  </a:lnTo>
                  <a:lnTo>
                    <a:pt x="906678" y="5365110"/>
                  </a:lnTo>
                  <a:lnTo>
                    <a:pt x="906803" y="5365110"/>
                  </a:lnTo>
                  <a:lnTo>
                    <a:pt x="906928" y="5365110"/>
                  </a:lnTo>
                  <a:lnTo>
                    <a:pt x="906928" y="5355156"/>
                  </a:lnTo>
                  <a:lnTo>
                    <a:pt x="907053" y="5355156"/>
                  </a:lnTo>
                  <a:lnTo>
                    <a:pt x="907178" y="5355156"/>
                  </a:lnTo>
                  <a:lnTo>
                    <a:pt x="907303" y="5355156"/>
                  </a:lnTo>
                  <a:lnTo>
                    <a:pt x="907428" y="5355156"/>
                  </a:lnTo>
                  <a:lnTo>
                    <a:pt x="907553" y="5355156"/>
                  </a:lnTo>
                  <a:lnTo>
                    <a:pt x="907678" y="5355156"/>
                  </a:lnTo>
                  <a:lnTo>
                    <a:pt x="907803" y="5355156"/>
                  </a:lnTo>
                  <a:lnTo>
                    <a:pt x="907928" y="5355156"/>
                  </a:lnTo>
                  <a:lnTo>
                    <a:pt x="908053" y="5355156"/>
                  </a:lnTo>
                  <a:lnTo>
                    <a:pt x="908178" y="5355156"/>
                  </a:lnTo>
                  <a:lnTo>
                    <a:pt x="908303" y="5355156"/>
                  </a:lnTo>
                  <a:lnTo>
                    <a:pt x="908428" y="5355156"/>
                  </a:lnTo>
                  <a:lnTo>
                    <a:pt x="908553" y="5355156"/>
                  </a:lnTo>
                  <a:lnTo>
                    <a:pt x="908678" y="5355156"/>
                  </a:lnTo>
                  <a:lnTo>
                    <a:pt x="908803" y="5355156"/>
                  </a:lnTo>
                  <a:lnTo>
                    <a:pt x="908928" y="5355156"/>
                  </a:lnTo>
                  <a:lnTo>
                    <a:pt x="909053" y="5355156"/>
                  </a:lnTo>
                  <a:lnTo>
                    <a:pt x="909178" y="5355156"/>
                  </a:lnTo>
                  <a:lnTo>
                    <a:pt x="909303" y="5355156"/>
                  </a:lnTo>
                  <a:lnTo>
                    <a:pt x="909429" y="5355156"/>
                  </a:lnTo>
                  <a:lnTo>
                    <a:pt x="909554" y="5355156"/>
                  </a:lnTo>
                  <a:lnTo>
                    <a:pt x="909679" y="5355156"/>
                  </a:lnTo>
                  <a:lnTo>
                    <a:pt x="909804" y="5355156"/>
                  </a:lnTo>
                  <a:lnTo>
                    <a:pt x="909929" y="5355156"/>
                  </a:lnTo>
                  <a:lnTo>
                    <a:pt x="910054" y="5355156"/>
                  </a:lnTo>
                  <a:lnTo>
                    <a:pt x="910179" y="5355156"/>
                  </a:lnTo>
                  <a:lnTo>
                    <a:pt x="910304" y="5355156"/>
                  </a:lnTo>
                  <a:lnTo>
                    <a:pt x="910429" y="5355156"/>
                  </a:lnTo>
                  <a:lnTo>
                    <a:pt x="910554" y="5355156"/>
                  </a:lnTo>
                  <a:lnTo>
                    <a:pt x="910679" y="5355156"/>
                  </a:lnTo>
                  <a:lnTo>
                    <a:pt x="910804" y="5355156"/>
                  </a:lnTo>
                  <a:lnTo>
                    <a:pt x="910804" y="5345202"/>
                  </a:lnTo>
                  <a:lnTo>
                    <a:pt x="910929" y="5345202"/>
                  </a:lnTo>
                  <a:lnTo>
                    <a:pt x="911054" y="5345202"/>
                  </a:lnTo>
                  <a:lnTo>
                    <a:pt x="911179" y="5345202"/>
                  </a:lnTo>
                  <a:lnTo>
                    <a:pt x="911304" y="5345202"/>
                  </a:lnTo>
                  <a:lnTo>
                    <a:pt x="911429" y="5345202"/>
                  </a:lnTo>
                  <a:lnTo>
                    <a:pt x="911554" y="5345202"/>
                  </a:lnTo>
                  <a:lnTo>
                    <a:pt x="911679" y="5345202"/>
                  </a:lnTo>
                  <a:lnTo>
                    <a:pt x="911804" y="5345202"/>
                  </a:lnTo>
                  <a:lnTo>
                    <a:pt x="911929" y="5345202"/>
                  </a:lnTo>
                  <a:lnTo>
                    <a:pt x="912054" y="5345202"/>
                  </a:lnTo>
                  <a:lnTo>
                    <a:pt x="912179" y="5345202"/>
                  </a:lnTo>
                  <a:lnTo>
                    <a:pt x="912304" y="5345202"/>
                  </a:lnTo>
                  <a:lnTo>
                    <a:pt x="912430" y="5345202"/>
                  </a:lnTo>
                  <a:lnTo>
                    <a:pt x="912555" y="5345202"/>
                  </a:lnTo>
                  <a:lnTo>
                    <a:pt x="912680" y="5345202"/>
                  </a:lnTo>
                  <a:lnTo>
                    <a:pt x="912805" y="5345202"/>
                  </a:lnTo>
                  <a:lnTo>
                    <a:pt x="912930" y="5345202"/>
                  </a:lnTo>
                  <a:lnTo>
                    <a:pt x="913055" y="5345202"/>
                  </a:lnTo>
                  <a:lnTo>
                    <a:pt x="913180" y="5345202"/>
                  </a:lnTo>
                  <a:lnTo>
                    <a:pt x="913305" y="5345202"/>
                  </a:lnTo>
                  <a:lnTo>
                    <a:pt x="913430" y="5345202"/>
                  </a:lnTo>
                  <a:lnTo>
                    <a:pt x="913555" y="5345202"/>
                  </a:lnTo>
                  <a:lnTo>
                    <a:pt x="913680" y="5345202"/>
                  </a:lnTo>
                  <a:lnTo>
                    <a:pt x="913805" y="5345202"/>
                  </a:lnTo>
                  <a:lnTo>
                    <a:pt x="913930" y="5345202"/>
                  </a:lnTo>
                  <a:lnTo>
                    <a:pt x="914055" y="5345202"/>
                  </a:lnTo>
                  <a:lnTo>
                    <a:pt x="914180" y="5345202"/>
                  </a:lnTo>
                  <a:lnTo>
                    <a:pt x="914305" y="5345202"/>
                  </a:lnTo>
                  <a:lnTo>
                    <a:pt x="914430" y="5345202"/>
                  </a:lnTo>
                  <a:lnTo>
                    <a:pt x="914555" y="5345202"/>
                  </a:lnTo>
                  <a:lnTo>
                    <a:pt x="914680" y="5345202"/>
                  </a:lnTo>
                  <a:lnTo>
                    <a:pt x="914805" y="5345202"/>
                  </a:lnTo>
                  <a:lnTo>
                    <a:pt x="914930" y="5345202"/>
                  </a:lnTo>
                  <a:lnTo>
                    <a:pt x="915055" y="5345202"/>
                  </a:lnTo>
                  <a:lnTo>
                    <a:pt x="915180" y="5345202"/>
                  </a:lnTo>
                  <a:lnTo>
                    <a:pt x="915305" y="5345202"/>
                  </a:lnTo>
                  <a:lnTo>
                    <a:pt x="915431" y="5345202"/>
                  </a:lnTo>
                  <a:lnTo>
                    <a:pt x="915556" y="5345202"/>
                  </a:lnTo>
                  <a:lnTo>
                    <a:pt x="915681" y="5345202"/>
                  </a:lnTo>
                  <a:lnTo>
                    <a:pt x="915806" y="5345202"/>
                  </a:lnTo>
                  <a:lnTo>
                    <a:pt x="915931" y="5345202"/>
                  </a:lnTo>
                  <a:lnTo>
                    <a:pt x="916056" y="5345202"/>
                  </a:lnTo>
                  <a:lnTo>
                    <a:pt x="916181" y="5345202"/>
                  </a:lnTo>
                  <a:lnTo>
                    <a:pt x="916306" y="5345202"/>
                  </a:lnTo>
                  <a:lnTo>
                    <a:pt x="916431" y="5345202"/>
                  </a:lnTo>
                  <a:lnTo>
                    <a:pt x="916556" y="5345202"/>
                  </a:lnTo>
                  <a:lnTo>
                    <a:pt x="916681" y="5345202"/>
                  </a:lnTo>
                  <a:lnTo>
                    <a:pt x="916806" y="5345202"/>
                  </a:lnTo>
                  <a:lnTo>
                    <a:pt x="916931" y="5345202"/>
                  </a:lnTo>
                  <a:lnTo>
                    <a:pt x="917056" y="5345202"/>
                  </a:lnTo>
                  <a:lnTo>
                    <a:pt x="917181" y="5345202"/>
                  </a:lnTo>
                  <a:lnTo>
                    <a:pt x="917306" y="5345202"/>
                  </a:lnTo>
                  <a:lnTo>
                    <a:pt x="917431" y="5345202"/>
                  </a:lnTo>
                  <a:lnTo>
                    <a:pt x="917556" y="5345202"/>
                  </a:lnTo>
                  <a:lnTo>
                    <a:pt x="917681" y="5345202"/>
                  </a:lnTo>
                  <a:lnTo>
                    <a:pt x="917806" y="5345202"/>
                  </a:lnTo>
                  <a:lnTo>
                    <a:pt x="917931" y="5345202"/>
                  </a:lnTo>
                  <a:lnTo>
                    <a:pt x="918056" y="5345202"/>
                  </a:lnTo>
                  <a:lnTo>
                    <a:pt x="918181" y="5345202"/>
                  </a:lnTo>
                  <a:lnTo>
                    <a:pt x="918306" y="5345202"/>
                  </a:lnTo>
                  <a:lnTo>
                    <a:pt x="918432" y="5345202"/>
                  </a:lnTo>
                  <a:lnTo>
                    <a:pt x="918557" y="5345202"/>
                  </a:lnTo>
                  <a:lnTo>
                    <a:pt x="918682" y="5345202"/>
                  </a:lnTo>
                  <a:lnTo>
                    <a:pt x="918807" y="5345202"/>
                  </a:lnTo>
                  <a:lnTo>
                    <a:pt x="918932" y="5345202"/>
                  </a:lnTo>
                  <a:lnTo>
                    <a:pt x="919057" y="5345202"/>
                  </a:lnTo>
                  <a:lnTo>
                    <a:pt x="919182" y="5345202"/>
                  </a:lnTo>
                  <a:lnTo>
                    <a:pt x="919307" y="5345202"/>
                  </a:lnTo>
                  <a:lnTo>
                    <a:pt x="919432" y="5345202"/>
                  </a:lnTo>
                  <a:lnTo>
                    <a:pt x="919557" y="5345202"/>
                  </a:lnTo>
                  <a:lnTo>
                    <a:pt x="919682" y="5345202"/>
                  </a:lnTo>
                  <a:lnTo>
                    <a:pt x="919807" y="5345202"/>
                  </a:lnTo>
                  <a:lnTo>
                    <a:pt x="919932" y="5345202"/>
                  </a:lnTo>
                  <a:lnTo>
                    <a:pt x="920057" y="5345202"/>
                  </a:lnTo>
                  <a:lnTo>
                    <a:pt x="920182" y="5345202"/>
                  </a:lnTo>
                  <a:lnTo>
                    <a:pt x="920307" y="5345202"/>
                  </a:lnTo>
                  <a:lnTo>
                    <a:pt x="920432" y="5345202"/>
                  </a:lnTo>
                  <a:lnTo>
                    <a:pt x="920557" y="5345202"/>
                  </a:lnTo>
                  <a:lnTo>
                    <a:pt x="920682" y="5345202"/>
                  </a:lnTo>
                  <a:lnTo>
                    <a:pt x="920807" y="5345202"/>
                  </a:lnTo>
                  <a:lnTo>
                    <a:pt x="920932" y="5345202"/>
                  </a:lnTo>
                  <a:lnTo>
                    <a:pt x="921057" y="5345202"/>
                  </a:lnTo>
                  <a:lnTo>
                    <a:pt x="921182" y="5345202"/>
                  </a:lnTo>
                  <a:lnTo>
                    <a:pt x="921307" y="5345202"/>
                  </a:lnTo>
                  <a:lnTo>
                    <a:pt x="921433" y="5345202"/>
                  </a:lnTo>
                  <a:lnTo>
                    <a:pt x="921558" y="5345202"/>
                  </a:lnTo>
                  <a:lnTo>
                    <a:pt x="921683" y="5345202"/>
                  </a:lnTo>
                  <a:lnTo>
                    <a:pt x="921808" y="5345202"/>
                  </a:lnTo>
                  <a:lnTo>
                    <a:pt x="921933" y="5345202"/>
                  </a:lnTo>
                  <a:lnTo>
                    <a:pt x="922058" y="5345202"/>
                  </a:lnTo>
                  <a:lnTo>
                    <a:pt x="922183" y="5345202"/>
                  </a:lnTo>
                  <a:lnTo>
                    <a:pt x="922308" y="5345202"/>
                  </a:lnTo>
                  <a:lnTo>
                    <a:pt x="922433" y="5345202"/>
                  </a:lnTo>
                  <a:lnTo>
                    <a:pt x="922558" y="5345202"/>
                  </a:lnTo>
                  <a:lnTo>
                    <a:pt x="922683" y="5345202"/>
                  </a:lnTo>
                  <a:lnTo>
                    <a:pt x="922808" y="5345202"/>
                  </a:lnTo>
                  <a:lnTo>
                    <a:pt x="922933" y="5345202"/>
                  </a:lnTo>
                  <a:lnTo>
                    <a:pt x="923058" y="5345202"/>
                  </a:lnTo>
                  <a:lnTo>
                    <a:pt x="923183" y="5345202"/>
                  </a:lnTo>
                  <a:lnTo>
                    <a:pt x="923308" y="5345202"/>
                  </a:lnTo>
                  <a:lnTo>
                    <a:pt x="923433" y="5345202"/>
                  </a:lnTo>
                  <a:lnTo>
                    <a:pt x="923558" y="5345202"/>
                  </a:lnTo>
                  <a:lnTo>
                    <a:pt x="923683" y="5345202"/>
                  </a:lnTo>
                  <a:lnTo>
                    <a:pt x="923808" y="5345202"/>
                  </a:lnTo>
                  <a:lnTo>
                    <a:pt x="923933" y="5345202"/>
                  </a:lnTo>
                  <a:lnTo>
                    <a:pt x="924058" y="5345202"/>
                  </a:lnTo>
                  <a:lnTo>
                    <a:pt x="924183" y="5345202"/>
                  </a:lnTo>
                  <a:lnTo>
                    <a:pt x="924308" y="5345202"/>
                  </a:lnTo>
                  <a:lnTo>
                    <a:pt x="924434" y="5345202"/>
                  </a:lnTo>
                  <a:lnTo>
                    <a:pt x="924559" y="5345202"/>
                  </a:lnTo>
                  <a:lnTo>
                    <a:pt x="924684" y="5345202"/>
                  </a:lnTo>
                  <a:lnTo>
                    <a:pt x="924809" y="5345202"/>
                  </a:lnTo>
                  <a:lnTo>
                    <a:pt x="924934" y="5345202"/>
                  </a:lnTo>
                  <a:lnTo>
                    <a:pt x="925059" y="5345202"/>
                  </a:lnTo>
                  <a:lnTo>
                    <a:pt x="925184" y="5345202"/>
                  </a:lnTo>
                  <a:lnTo>
                    <a:pt x="925309" y="5345202"/>
                  </a:lnTo>
                  <a:lnTo>
                    <a:pt x="925434" y="5345202"/>
                  </a:lnTo>
                  <a:lnTo>
                    <a:pt x="925559" y="5345202"/>
                  </a:lnTo>
                  <a:lnTo>
                    <a:pt x="925684" y="5345202"/>
                  </a:lnTo>
                  <a:lnTo>
                    <a:pt x="925809" y="5345202"/>
                  </a:lnTo>
                  <a:lnTo>
                    <a:pt x="925934" y="5345202"/>
                  </a:lnTo>
                  <a:lnTo>
                    <a:pt x="926059" y="5345202"/>
                  </a:lnTo>
                  <a:lnTo>
                    <a:pt x="926184" y="5345202"/>
                  </a:lnTo>
                  <a:lnTo>
                    <a:pt x="926309" y="5345202"/>
                  </a:lnTo>
                  <a:lnTo>
                    <a:pt x="926434" y="5345202"/>
                  </a:lnTo>
                  <a:lnTo>
                    <a:pt x="926559" y="5345202"/>
                  </a:lnTo>
                  <a:lnTo>
                    <a:pt x="926684" y="5345202"/>
                  </a:lnTo>
                  <a:lnTo>
                    <a:pt x="926809" y="5345202"/>
                  </a:lnTo>
                  <a:lnTo>
                    <a:pt x="926934" y="5345202"/>
                  </a:lnTo>
                  <a:lnTo>
                    <a:pt x="927059" y="5345202"/>
                  </a:lnTo>
                  <a:lnTo>
                    <a:pt x="927184" y="5345202"/>
                  </a:lnTo>
                  <a:lnTo>
                    <a:pt x="927309" y="5345202"/>
                  </a:lnTo>
                  <a:lnTo>
                    <a:pt x="927435" y="5345202"/>
                  </a:lnTo>
                  <a:lnTo>
                    <a:pt x="927560" y="5345202"/>
                  </a:lnTo>
                  <a:lnTo>
                    <a:pt x="927685" y="5345202"/>
                  </a:lnTo>
                  <a:lnTo>
                    <a:pt x="927810" y="5345202"/>
                  </a:lnTo>
                  <a:lnTo>
                    <a:pt x="927935" y="5345202"/>
                  </a:lnTo>
                  <a:lnTo>
                    <a:pt x="927935" y="5335248"/>
                  </a:lnTo>
                  <a:lnTo>
                    <a:pt x="928060" y="5335248"/>
                  </a:lnTo>
                  <a:lnTo>
                    <a:pt x="928185" y="5335248"/>
                  </a:lnTo>
                  <a:lnTo>
                    <a:pt x="928310" y="5335248"/>
                  </a:lnTo>
                  <a:lnTo>
                    <a:pt x="928435" y="5335248"/>
                  </a:lnTo>
                  <a:lnTo>
                    <a:pt x="928560" y="5335248"/>
                  </a:lnTo>
                  <a:lnTo>
                    <a:pt x="928685" y="5335248"/>
                  </a:lnTo>
                  <a:lnTo>
                    <a:pt x="928810" y="5335248"/>
                  </a:lnTo>
                  <a:lnTo>
                    <a:pt x="928935" y="5335248"/>
                  </a:lnTo>
                  <a:lnTo>
                    <a:pt x="929060" y="5335248"/>
                  </a:lnTo>
                  <a:lnTo>
                    <a:pt x="929185" y="5335248"/>
                  </a:lnTo>
                  <a:lnTo>
                    <a:pt x="929310" y="5335248"/>
                  </a:lnTo>
                  <a:lnTo>
                    <a:pt x="929435" y="5335248"/>
                  </a:lnTo>
                  <a:lnTo>
                    <a:pt x="929560" y="5335248"/>
                  </a:lnTo>
                  <a:lnTo>
                    <a:pt x="929685" y="5335248"/>
                  </a:lnTo>
                  <a:lnTo>
                    <a:pt x="929810" y="5335248"/>
                  </a:lnTo>
                  <a:lnTo>
                    <a:pt x="929935" y="5335248"/>
                  </a:lnTo>
                  <a:lnTo>
                    <a:pt x="930060" y="5335248"/>
                  </a:lnTo>
                  <a:lnTo>
                    <a:pt x="930185" y="5335248"/>
                  </a:lnTo>
                  <a:lnTo>
                    <a:pt x="930310" y="5335248"/>
                  </a:lnTo>
                  <a:lnTo>
                    <a:pt x="930436" y="5335248"/>
                  </a:lnTo>
                  <a:lnTo>
                    <a:pt x="930561" y="5335248"/>
                  </a:lnTo>
                  <a:lnTo>
                    <a:pt x="930686" y="5335248"/>
                  </a:lnTo>
                  <a:lnTo>
                    <a:pt x="930811" y="5335248"/>
                  </a:lnTo>
                  <a:lnTo>
                    <a:pt x="930936" y="5335248"/>
                  </a:lnTo>
                  <a:lnTo>
                    <a:pt x="931061" y="5335248"/>
                  </a:lnTo>
                  <a:lnTo>
                    <a:pt x="931186" y="5335248"/>
                  </a:lnTo>
                  <a:lnTo>
                    <a:pt x="931311" y="5335248"/>
                  </a:lnTo>
                  <a:lnTo>
                    <a:pt x="931436" y="5335248"/>
                  </a:lnTo>
                  <a:lnTo>
                    <a:pt x="931561" y="5335248"/>
                  </a:lnTo>
                  <a:lnTo>
                    <a:pt x="931686" y="5335248"/>
                  </a:lnTo>
                  <a:lnTo>
                    <a:pt x="931811" y="5335248"/>
                  </a:lnTo>
                  <a:lnTo>
                    <a:pt x="931936" y="5335248"/>
                  </a:lnTo>
                  <a:lnTo>
                    <a:pt x="932061" y="5335248"/>
                  </a:lnTo>
                  <a:lnTo>
                    <a:pt x="932186" y="5335248"/>
                  </a:lnTo>
                  <a:lnTo>
                    <a:pt x="932311" y="5335248"/>
                  </a:lnTo>
                  <a:lnTo>
                    <a:pt x="932436" y="5335248"/>
                  </a:lnTo>
                  <a:lnTo>
                    <a:pt x="932561" y="5335248"/>
                  </a:lnTo>
                  <a:lnTo>
                    <a:pt x="932686" y="5335248"/>
                  </a:lnTo>
                  <a:lnTo>
                    <a:pt x="932811" y="5335248"/>
                  </a:lnTo>
                  <a:lnTo>
                    <a:pt x="932936" y="5335248"/>
                  </a:lnTo>
                  <a:lnTo>
                    <a:pt x="933061" y="5335248"/>
                  </a:lnTo>
                  <a:lnTo>
                    <a:pt x="933186" y="5335248"/>
                  </a:lnTo>
                  <a:lnTo>
                    <a:pt x="933312" y="5335248"/>
                  </a:lnTo>
                  <a:lnTo>
                    <a:pt x="933437" y="5335248"/>
                  </a:lnTo>
                  <a:lnTo>
                    <a:pt x="933562" y="5335248"/>
                  </a:lnTo>
                  <a:lnTo>
                    <a:pt x="933687" y="5335248"/>
                  </a:lnTo>
                  <a:lnTo>
                    <a:pt x="933812" y="5335248"/>
                  </a:lnTo>
                  <a:lnTo>
                    <a:pt x="933937" y="5335248"/>
                  </a:lnTo>
                  <a:lnTo>
                    <a:pt x="934062" y="5335248"/>
                  </a:lnTo>
                  <a:lnTo>
                    <a:pt x="934187" y="5335248"/>
                  </a:lnTo>
                  <a:lnTo>
                    <a:pt x="934312" y="5335248"/>
                  </a:lnTo>
                  <a:lnTo>
                    <a:pt x="934312" y="5325295"/>
                  </a:lnTo>
                  <a:lnTo>
                    <a:pt x="934437" y="5325295"/>
                  </a:lnTo>
                  <a:lnTo>
                    <a:pt x="934562" y="5325295"/>
                  </a:lnTo>
                  <a:lnTo>
                    <a:pt x="934687" y="5325295"/>
                  </a:lnTo>
                  <a:lnTo>
                    <a:pt x="934812" y="5325295"/>
                  </a:lnTo>
                  <a:lnTo>
                    <a:pt x="934937" y="5325295"/>
                  </a:lnTo>
                  <a:lnTo>
                    <a:pt x="935062" y="5325295"/>
                  </a:lnTo>
                  <a:lnTo>
                    <a:pt x="935187" y="5325295"/>
                  </a:lnTo>
                  <a:lnTo>
                    <a:pt x="935312" y="5325295"/>
                  </a:lnTo>
                  <a:lnTo>
                    <a:pt x="935437" y="5325295"/>
                  </a:lnTo>
                  <a:lnTo>
                    <a:pt x="935562" y="5325295"/>
                  </a:lnTo>
                  <a:lnTo>
                    <a:pt x="935687" y="5325295"/>
                  </a:lnTo>
                  <a:lnTo>
                    <a:pt x="935812" y="5325295"/>
                  </a:lnTo>
                  <a:lnTo>
                    <a:pt x="935937" y="5325295"/>
                  </a:lnTo>
                  <a:lnTo>
                    <a:pt x="936062" y="5325295"/>
                  </a:lnTo>
                  <a:lnTo>
                    <a:pt x="936187" y="5325295"/>
                  </a:lnTo>
                  <a:lnTo>
                    <a:pt x="936313" y="5325295"/>
                  </a:lnTo>
                  <a:lnTo>
                    <a:pt x="936438" y="5325295"/>
                  </a:lnTo>
                  <a:lnTo>
                    <a:pt x="936563" y="5325295"/>
                  </a:lnTo>
                  <a:lnTo>
                    <a:pt x="936688" y="5325295"/>
                  </a:lnTo>
                  <a:lnTo>
                    <a:pt x="936813" y="5325295"/>
                  </a:lnTo>
                  <a:lnTo>
                    <a:pt x="936938" y="5325295"/>
                  </a:lnTo>
                  <a:lnTo>
                    <a:pt x="936938" y="5315341"/>
                  </a:lnTo>
                  <a:lnTo>
                    <a:pt x="937063" y="5315341"/>
                  </a:lnTo>
                  <a:lnTo>
                    <a:pt x="937188" y="5315341"/>
                  </a:lnTo>
                  <a:lnTo>
                    <a:pt x="937313" y="5315341"/>
                  </a:lnTo>
                  <a:lnTo>
                    <a:pt x="937438" y="5315341"/>
                  </a:lnTo>
                  <a:lnTo>
                    <a:pt x="937563" y="5315341"/>
                  </a:lnTo>
                  <a:lnTo>
                    <a:pt x="937688" y="5315341"/>
                  </a:lnTo>
                  <a:lnTo>
                    <a:pt x="937813" y="5315341"/>
                  </a:lnTo>
                  <a:lnTo>
                    <a:pt x="937938" y="5315341"/>
                  </a:lnTo>
                  <a:lnTo>
                    <a:pt x="938063" y="5315341"/>
                  </a:lnTo>
                  <a:lnTo>
                    <a:pt x="938188" y="5315341"/>
                  </a:lnTo>
                  <a:lnTo>
                    <a:pt x="938313" y="5315341"/>
                  </a:lnTo>
                  <a:lnTo>
                    <a:pt x="938313" y="5305387"/>
                  </a:lnTo>
                  <a:lnTo>
                    <a:pt x="938438" y="5305387"/>
                  </a:lnTo>
                  <a:lnTo>
                    <a:pt x="938563" y="5305387"/>
                  </a:lnTo>
                  <a:lnTo>
                    <a:pt x="938688" y="5305387"/>
                  </a:lnTo>
                  <a:lnTo>
                    <a:pt x="938813" y="5305387"/>
                  </a:lnTo>
                  <a:lnTo>
                    <a:pt x="938938" y="5305387"/>
                  </a:lnTo>
                  <a:lnTo>
                    <a:pt x="938938" y="5295433"/>
                  </a:lnTo>
                  <a:lnTo>
                    <a:pt x="939063" y="5295433"/>
                  </a:lnTo>
                  <a:lnTo>
                    <a:pt x="939188" y="5295433"/>
                  </a:lnTo>
                  <a:lnTo>
                    <a:pt x="939314" y="5295433"/>
                  </a:lnTo>
                  <a:lnTo>
                    <a:pt x="939439" y="5295433"/>
                  </a:lnTo>
                  <a:lnTo>
                    <a:pt x="939564" y="5295433"/>
                  </a:lnTo>
                  <a:lnTo>
                    <a:pt x="939689" y="5295433"/>
                  </a:lnTo>
                  <a:lnTo>
                    <a:pt x="939814" y="5295433"/>
                  </a:lnTo>
                  <a:lnTo>
                    <a:pt x="939939" y="5295433"/>
                  </a:lnTo>
                  <a:lnTo>
                    <a:pt x="940064" y="5295433"/>
                  </a:lnTo>
                  <a:lnTo>
                    <a:pt x="940189" y="5295433"/>
                  </a:lnTo>
                  <a:lnTo>
                    <a:pt x="940314" y="5295433"/>
                  </a:lnTo>
                  <a:lnTo>
                    <a:pt x="940439" y="5295433"/>
                  </a:lnTo>
                  <a:lnTo>
                    <a:pt x="940564" y="5295433"/>
                  </a:lnTo>
                  <a:lnTo>
                    <a:pt x="940689" y="5295433"/>
                  </a:lnTo>
                  <a:lnTo>
                    <a:pt x="940814" y="5295433"/>
                  </a:lnTo>
                  <a:lnTo>
                    <a:pt x="940939" y="5295433"/>
                  </a:lnTo>
                  <a:lnTo>
                    <a:pt x="941064" y="5295433"/>
                  </a:lnTo>
                  <a:lnTo>
                    <a:pt x="941189" y="5295433"/>
                  </a:lnTo>
                  <a:lnTo>
                    <a:pt x="941314" y="5295433"/>
                  </a:lnTo>
                  <a:lnTo>
                    <a:pt x="941439" y="5295433"/>
                  </a:lnTo>
                  <a:lnTo>
                    <a:pt x="941564" y="5295433"/>
                  </a:lnTo>
                  <a:lnTo>
                    <a:pt x="941689" y="5295433"/>
                  </a:lnTo>
                  <a:lnTo>
                    <a:pt x="941814" y="5295433"/>
                  </a:lnTo>
                  <a:lnTo>
                    <a:pt x="941939" y="5295433"/>
                  </a:lnTo>
                  <a:lnTo>
                    <a:pt x="942064" y="5295433"/>
                  </a:lnTo>
                  <a:lnTo>
                    <a:pt x="942189" y="5295433"/>
                  </a:lnTo>
                  <a:lnTo>
                    <a:pt x="942315" y="5295433"/>
                  </a:lnTo>
                  <a:lnTo>
                    <a:pt x="942440" y="5295433"/>
                  </a:lnTo>
                  <a:lnTo>
                    <a:pt x="942565" y="5295433"/>
                  </a:lnTo>
                  <a:lnTo>
                    <a:pt x="942690" y="5295433"/>
                  </a:lnTo>
                  <a:lnTo>
                    <a:pt x="942815" y="5295433"/>
                  </a:lnTo>
                  <a:lnTo>
                    <a:pt x="942940" y="5295433"/>
                  </a:lnTo>
                  <a:lnTo>
                    <a:pt x="943065" y="5295433"/>
                  </a:lnTo>
                  <a:lnTo>
                    <a:pt x="943190" y="5295433"/>
                  </a:lnTo>
                  <a:lnTo>
                    <a:pt x="943315" y="5295433"/>
                  </a:lnTo>
                  <a:lnTo>
                    <a:pt x="943440" y="5295433"/>
                  </a:lnTo>
                  <a:lnTo>
                    <a:pt x="943565" y="5295433"/>
                  </a:lnTo>
                  <a:lnTo>
                    <a:pt x="943690" y="5295433"/>
                  </a:lnTo>
                  <a:lnTo>
                    <a:pt x="943815" y="5295433"/>
                  </a:lnTo>
                  <a:lnTo>
                    <a:pt x="943940" y="5295433"/>
                  </a:lnTo>
                  <a:lnTo>
                    <a:pt x="943940" y="5285479"/>
                  </a:lnTo>
                  <a:lnTo>
                    <a:pt x="944065" y="5285479"/>
                  </a:lnTo>
                  <a:lnTo>
                    <a:pt x="944190" y="5285479"/>
                  </a:lnTo>
                  <a:lnTo>
                    <a:pt x="944315" y="5285479"/>
                  </a:lnTo>
                  <a:lnTo>
                    <a:pt x="944440" y="5285479"/>
                  </a:lnTo>
                  <a:lnTo>
                    <a:pt x="944565" y="5285479"/>
                  </a:lnTo>
                  <a:lnTo>
                    <a:pt x="944690" y="5285479"/>
                  </a:lnTo>
                  <a:lnTo>
                    <a:pt x="944815" y="5285479"/>
                  </a:lnTo>
                  <a:lnTo>
                    <a:pt x="944940" y="5285479"/>
                  </a:lnTo>
                  <a:lnTo>
                    <a:pt x="945065" y="5285479"/>
                  </a:lnTo>
                  <a:lnTo>
                    <a:pt x="945190" y="5285479"/>
                  </a:lnTo>
                  <a:lnTo>
                    <a:pt x="945316" y="5285479"/>
                  </a:lnTo>
                  <a:lnTo>
                    <a:pt x="945441" y="5285479"/>
                  </a:lnTo>
                  <a:lnTo>
                    <a:pt x="945566" y="5285479"/>
                  </a:lnTo>
                  <a:lnTo>
                    <a:pt x="945691" y="5285479"/>
                  </a:lnTo>
                  <a:lnTo>
                    <a:pt x="945816" y="5285479"/>
                  </a:lnTo>
                  <a:lnTo>
                    <a:pt x="945941" y="5285479"/>
                  </a:lnTo>
                  <a:lnTo>
                    <a:pt x="946066" y="5285479"/>
                  </a:lnTo>
                  <a:lnTo>
                    <a:pt x="946191" y="5285479"/>
                  </a:lnTo>
                  <a:lnTo>
                    <a:pt x="946316" y="5285479"/>
                  </a:lnTo>
                  <a:lnTo>
                    <a:pt x="946441" y="5285479"/>
                  </a:lnTo>
                  <a:lnTo>
                    <a:pt x="946566" y="5285479"/>
                  </a:lnTo>
                  <a:lnTo>
                    <a:pt x="946691" y="5285479"/>
                  </a:lnTo>
                  <a:lnTo>
                    <a:pt x="946816" y="5285479"/>
                  </a:lnTo>
                  <a:lnTo>
                    <a:pt x="946941" y="5285479"/>
                  </a:lnTo>
                  <a:lnTo>
                    <a:pt x="947066" y="5285479"/>
                  </a:lnTo>
                  <a:lnTo>
                    <a:pt x="947191" y="5285479"/>
                  </a:lnTo>
                  <a:lnTo>
                    <a:pt x="947316" y="5285479"/>
                  </a:lnTo>
                  <a:lnTo>
                    <a:pt x="947441" y="5285479"/>
                  </a:lnTo>
                  <a:lnTo>
                    <a:pt x="947566" y="5285479"/>
                  </a:lnTo>
                  <a:lnTo>
                    <a:pt x="947691" y="5285479"/>
                  </a:lnTo>
                  <a:lnTo>
                    <a:pt x="947816" y="5285479"/>
                  </a:lnTo>
                  <a:lnTo>
                    <a:pt x="947941" y="5285479"/>
                  </a:lnTo>
                  <a:lnTo>
                    <a:pt x="948066" y="5285479"/>
                  </a:lnTo>
                  <a:lnTo>
                    <a:pt x="948191" y="5285479"/>
                  </a:lnTo>
                  <a:lnTo>
                    <a:pt x="948317" y="5285479"/>
                  </a:lnTo>
                  <a:lnTo>
                    <a:pt x="948442" y="5285479"/>
                  </a:lnTo>
                  <a:lnTo>
                    <a:pt x="948567" y="5285479"/>
                  </a:lnTo>
                  <a:lnTo>
                    <a:pt x="948692" y="5285479"/>
                  </a:lnTo>
                  <a:lnTo>
                    <a:pt x="948817" y="5285479"/>
                  </a:lnTo>
                  <a:lnTo>
                    <a:pt x="948942" y="5285479"/>
                  </a:lnTo>
                  <a:lnTo>
                    <a:pt x="949067" y="5285479"/>
                  </a:lnTo>
                  <a:lnTo>
                    <a:pt x="949192" y="5285479"/>
                  </a:lnTo>
                  <a:lnTo>
                    <a:pt x="949317" y="5285479"/>
                  </a:lnTo>
                  <a:lnTo>
                    <a:pt x="949442" y="5285479"/>
                  </a:lnTo>
                  <a:lnTo>
                    <a:pt x="949567" y="5285479"/>
                  </a:lnTo>
                  <a:lnTo>
                    <a:pt x="949692" y="5285479"/>
                  </a:lnTo>
                  <a:lnTo>
                    <a:pt x="949817" y="5285479"/>
                  </a:lnTo>
                  <a:lnTo>
                    <a:pt x="949942" y="5285479"/>
                  </a:lnTo>
                  <a:lnTo>
                    <a:pt x="950067" y="5285479"/>
                  </a:lnTo>
                  <a:lnTo>
                    <a:pt x="950192" y="5285479"/>
                  </a:lnTo>
                  <a:lnTo>
                    <a:pt x="950317" y="5285479"/>
                  </a:lnTo>
                  <a:lnTo>
                    <a:pt x="950442" y="5285479"/>
                  </a:lnTo>
                  <a:lnTo>
                    <a:pt x="950567" y="5285479"/>
                  </a:lnTo>
                  <a:lnTo>
                    <a:pt x="950692" y="5285479"/>
                  </a:lnTo>
                  <a:lnTo>
                    <a:pt x="950817" y="5285479"/>
                  </a:lnTo>
                  <a:lnTo>
                    <a:pt x="950942" y="5285479"/>
                  </a:lnTo>
                  <a:lnTo>
                    <a:pt x="951067" y="5285479"/>
                  </a:lnTo>
                  <a:lnTo>
                    <a:pt x="951192" y="5285479"/>
                  </a:lnTo>
                  <a:lnTo>
                    <a:pt x="951318" y="5285479"/>
                  </a:lnTo>
                  <a:lnTo>
                    <a:pt x="951443" y="5285479"/>
                  </a:lnTo>
                  <a:lnTo>
                    <a:pt x="951568" y="5285479"/>
                  </a:lnTo>
                  <a:lnTo>
                    <a:pt x="951693" y="5285479"/>
                  </a:lnTo>
                  <a:lnTo>
                    <a:pt x="951818" y="5285479"/>
                  </a:lnTo>
                  <a:lnTo>
                    <a:pt x="951943" y="5285479"/>
                  </a:lnTo>
                  <a:lnTo>
                    <a:pt x="952068" y="5285479"/>
                  </a:lnTo>
                  <a:lnTo>
                    <a:pt x="952193" y="5285479"/>
                  </a:lnTo>
                  <a:lnTo>
                    <a:pt x="952318" y="5285479"/>
                  </a:lnTo>
                  <a:lnTo>
                    <a:pt x="952443" y="5285479"/>
                  </a:lnTo>
                  <a:lnTo>
                    <a:pt x="952568" y="5285479"/>
                  </a:lnTo>
                  <a:lnTo>
                    <a:pt x="952693" y="5285479"/>
                  </a:lnTo>
                  <a:lnTo>
                    <a:pt x="952818" y="5285479"/>
                  </a:lnTo>
                  <a:lnTo>
                    <a:pt x="952943" y="5285479"/>
                  </a:lnTo>
                  <a:lnTo>
                    <a:pt x="953068" y="5285479"/>
                  </a:lnTo>
                  <a:lnTo>
                    <a:pt x="953193" y="5285479"/>
                  </a:lnTo>
                  <a:lnTo>
                    <a:pt x="953318" y="5285479"/>
                  </a:lnTo>
                  <a:lnTo>
                    <a:pt x="953443" y="5285479"/>
                  </a:lnTo>
                  <a:lnTo>
                    <a:pt x="953568" y="5285479"/>
                  </a:lnTo>
                  <a:lnTo>
                    <a:pt x="953693" y="5285479"/>
                  </a:lnTo>
                  <a:lnTo>
                    <a:pt x="953818" y="5285479"/>
                  </a:lnTo>
                  <a:lnTo>
                    <a:pt x="953943" y="5285479"/>
                  </a:lnTo>
                  <a:lnTo>
                    <a:pt x="954068" y="5285479"/>
                  </a:lnTo>
                  <a:lnTo>
                    <a:pt x="954193" y="5285479"/>
                  </a:lnTo>
                  <a:lnTo>
                    <a:pt x="954319" y="5285479"/>
                  </a:lnTo>
                  <a:lnTo>
                    <a:pt x="954444" y="5285479"/>
                  </a:lnTo>
                  <a:lnTo>
                    <a:pt x="954569" y="5285479"/>
                  </a:lnTo>
                  <a:lnTo>
                    <a:pt x="954694" y="5285479"/>
                  </a:lnTo>
                  <a:lnTo>
                    <a:pt x="954819" y="5285479"/>
                  </a:lnTo>
                  <a:lnTo>
                    <a:pt x="954944" y="5285479"/>
                  </a:lnTo>
                  <a:lnTo>
                    <a:pt x="955069" y="5285479"/>
                  </a:lnTo>
                  <a:lnTo>
                    <a:pt x="955194" y="5285479"/>
                  </a:lnTo>
                  <a:lnTo>
                    <a:pt x="955319" y="5285479"/>
                  </a:lnTo>
                  <a:lnTo>
                    <a:pt x="955444" y="5285479"/>
                  </a:lnTo>
                  <a:lnTo>
                    <a:pt x="955569" y="5285479"/>
                  </a:lnTo>
                  <a:lnTo>
                    <a:pt x="955694" y="5285479"/>
                  </a:lnTo>
                  <a:lnTo>
                    <a:pt x="955819" y="5285479"/>
                  </a:lnTo>
                  <a:lnTo>
                    <a:pt x="955944" y="5285479"/>
                  </a:lnTo>
                  <a:lnTo>
                    <a:pt x="956069" y="5285479"/>
                  </a:lnTo>
                  <a:lnTo>
                    <a:pt x="956194" y="5285479"/>
                  </a:lnTo>
                  <a:lnTo>
                    <a:pt x="956319" y="5285479"/>
                  </a:lnTo>
                  <a:lnTo>
                    <a:pt x="956444" y="5285479"/>
                  </a:lnTo>
                  <a:lnTo>
                    <a:pt x="956569" y="5285479"/>
                  </a:lnTo>
                  <a:lnTo>
                    <a:pt x="956694" y="5285479"/>
                  </a:lnTo>
                  <a:lnTo>
                    <a:pt x="956819" y="5285479"/>
                  </a:lnTo>
                  <a:lnTo>
                    <a:pt x="956944" y="5285479"/>
                  </a:lnTo>
                  <a:lnTo>
                    <a:pt x="957069" y="5285479"/>
                  </a:lnTo>
                  <a:lnTo>
                    <a:pt x="957194" y="5285479"/>
                  </a:lnTo>
                  <a:lnTo>
                    <a:pt x="957320" y="5285479"/>
                  </a:lnTo>
                  <a:lnTo>
                    <a:pt x="957445" y="5285479"/>
                  </a:lnTo>
                  <a:lnTo>
                    <a:pt x="957570" y="5285479"/>
                  </a:lnTo>
                  <a:lnTo>
                    <a:pt x="957695" y="5285479"/>
                  </a:lnTo>
                  <a:lnTo>
                    <a:pt x="957820" y="5285479"/>
                  </a:lnTo>
                  <a:lnTo>
                    <a:pt x="957945" y="5285479"/>
                  </a:lnTo>
                  <a:lnTo>
                    <a:pt x="958070" y="5285479"/>
                  </a:lnTo>
                  <a:lnTo>
                    <a:pt x="958195" y="5285479"/>
                  </a:lnTo>
                  <a:lnTo>
                    <a:pt x="958320" y="5285479"/>
                  </a:lnTo>
                  <a:lnTo>
                    <a:pt x="958445" y="5285479"/>
                  </a:lnTo>
                  <a:lnTo>
                    <a:pt x="958570" y="5285479"/>
                  </a:lnTo>
                  <a:lnTo>
                    <a:pt x="958695" y="5285479"/>
                  </a:lnTo>
                  <a:lnTo>
                    <a:pt x="958820" y="5285479"/>
                  </a:lnTo>
                  <a:lnTo>
                    <a:pt x="958945" y="5285479"/>
                  </a:lnTo>
                  <a:lnTo>
                    <a:pt x="959070" y="5285479"/>
                  </a:lnTo>
                  <a:lnTo>
                    <a:pt x="959195" y="5285479"/>
                  </a:lnTo>
                  <a:lnTo>
                    <a:pt x="959320" y="5285479"/>
                  </a:lnTo>
                  <a:lnTo>
                    <a:pt x="959445" y="5285479"/>
                  </a:lnTo>
                  <a:lnTo>
                    <a:pt x="959570" y="5285479"/>
                  </a:lnTo>
                  <a:lnTo>
                    <a:pt x="959695" y="5285479"/>
                  </a:lnTo>
                  <a:lnTo>
                    <a:pt x="959820" y="5285479"/>
                  </a:lnTo>
                  <a:lnTo>
                    <a:pt x="959945" y="5285479"/>
                  </a:lnTo>
                  <a:lnTo>
                    <a:pt x="960070" y="5285479"/>
                  </a:lnTo>
                  <a:lnTo>
                    <a:pt x="960195" y="5285479"/>
                  </a:lnTo>
                  <a:lnTo>
                    <a:pt x="960321" y="5285479"/>
                  </a:lnTo>
                  <a:lnTo>
                    <a:pt x="960446" y="5285479"/>
                  </a:lnTo>
                  <a:lnTo>
                    <a:pt x="960571" y="5285479"/>
                  </a:lnTo>
                  <a:lnTo>
                    <a:pt x="960696" y="5285479"/>
                  </a:lnTo>
                  <a:lnTo>
                    <a:pt x="960821" y="5285479"/>
                  </a:lnTo>
                  <a:lnTo>
                    <a:pt x="960946" y="5285479"/>
                  </a:lnTo>
                  <a:lnTo>
                    <a:pt x="961071" y="5285479"/>
                  </a:lnTo>
                  <a:lnTo>
                    <a:pt x="961196" y="5285479"/>
                  </a:lnTo>
                  <a:lnTo>
                    <a:pt x="961321" y="5285479"/>
                  </a:lnTo>
                  <a:lnTo>
                    <a:pt x="961446" y="5285479"/>
                  </a:lnTo>
                  <a:lnTo>
                    <a:pt x="961571" y="5285479"/>
                  </a:lnTo>
                  <a:lnTo>
                    <a:pt x="961696" y="5285479"/>
                  </a:lnTo>
                  <a:lnTo>
                    <a:pt x="961821" y="5285479"/>
                  </a:lnTo>
                  <a:lnTo>
                    <a:pt x="961946" y="5285479"/>
                  </a:lnTo>
                  <a:lnTo>
                    <a:pt x="961946" y="5275525"/>
                  </a:lnTo>
                  <a:lnTo>
                    <a:pt x="962071" y="5275525"/>
                  </a:lnTo>
                  <a:lnTo>
                    <a:pt x="962196" y="5275525"/>
                  </a:lnTo>
                  <a:lnTo>
                    <a:pt x="962321" y="5275525"/>
                  </a:lnTo>
                  <a:lnTo>
                    <a:pt x="962446" y="5275525"/>
                  </a:lnTo>
                  <a:lnTo>
                    <a:pt x="962571" y="5275525"/>
                  </a:lnTo>
                  <a:lnTo>
                    <a:pt x="962696" y="5275525"/>
                  </a:lnTo>
                  <a:lnTo>
                    <a:pt x="962821" y="5275525"/>
                  </a:lnTo>
                  <a:lnTo>
                    <a:pt x="962946" y="5275525"/>
                  </a:lnTo>
                  <a:lnTo>
                    <a:pt x="963071" y="5275525"/>
                  </a:lnTo>
                  <a:lnTo>
                    <a:pt x="963196" y="5275525"/>
                  </a:lnTo>
                  <a:lnTo>
                    <a:pt x="963322" y="5275525"/>
                  </a:lnTo>
                  <a:lnTo>
                    <a:pt x="963447" y="5275525"/>
                  </a:lnTo>
                  <a:lnTo>
                    <a:pt x="963572" y="5275525"/>
                  </a:lnTo>
                  <a:lnTo>
                    <a:pt x="963697" y="5275525"/>
                  </a:lnTo>
                  <a:lnTo>
                    <a:pt x="963822" y="5275525"/>
                  </a:lnTo>
                  <a:lnTo>
                    <a:pt x="963947" y="5275525"/>
                  </a:lnTo>
                  <a:lnTo>
                    <a:pt x="964072" y="5275525"/>
                  </a:lnTo>
                  <a:lnTo>
                    <a:pt x="964197" y="5275525"/>
                  </a:lnTo>
                  <a:lnTo>
                    <a:pt x="964322" y="5275525"/>
                  </a:lnTo>
                  <a:lnTo>
                    <a:pt x="964447" y="5275525"/>
                  </a:lnTo>
                  <a:lnTo>
                    <a:pt x="964572" y="5275525"/>
                  </a:lnTo>
                  <a:lnTo>
                    <a:pt x="964697" y="5275525"/>
                  </a:lnTo>
                  <a:lnTo>
                    <a:pt x="964822" y="5275525"/>
                  </a:lnTo>
                  <a:lnTo>
                    <a:pt x="964947" y="5275525"/>
                  </a:lnTo>
                  <a:lnTo>
                    <a:pt x="965072" y="5275525"/>
                  </a:lnTo>
                  <a:lnTo>
                    <a:pt x="965197" y="5275525"/>
                  </a:lnTo>
                  <a:lnTo>
                    <a:pt x="965322" y="5275525"/>
                  </a:lnTo>
                  <a:lnTo>
                    <a:pt x="965447" y="5275525"/>
                  </a:lnTo>
                  <a:lnTo>
                    <a:pt x="965572" y="5275525"/>
                  </a:lnTo>
                  <a:lnTo>
                    <a:pt x="965697" y="5275525"/>
                  </a:lnTo>
                  <a:lnTo>
                    <a:pt x="965822" y="5275525"/>
                  </a:lnTo>
                  <a:lnTo>
                    <a:pt x="965947" y="5275525"/>
                  </a:lnTo>
                  <a:lnTo>
                    <a:pt x="966072" y="5275525"/>
                  </a:lnTo>
                  <a:lnTo>
                    <a:pt x="966197" y="5275525"/>
                  </a:lnTo>
                  <a:lnTo>
                    <a:pt x="966323" y="5275525"/>
                  </a:lnTo>
                  <a:lnTo>
                    <a:pt x="966448" y="5275525"/>
                  </a:lnTo>
                  <a:lnTo>
                    <a:pt x="966573" y="5275525"/>
                  </a:lnTo>
                  <a:lnTo>
                    <a:pt x="966698" y="5275525"/>
                  </a:lnTo>
                  <a:lnTo>
                    <a:pt x="966823" y="5275525"/>
                  </a:lnTo>
                  <a:lnTo>
                    <a:pt x="966948" y="5275525"/>
                  </a:lnTo>
                  <a:lnTo>
                    <a:pt x="967073" y="5275525"/>
                  </a:lnTo>
                  <a:lnTo>
                    <a:pt x="967198" y="5275525"/>
                  </a:lnTo>
                  <a:lnTo>
                    <a:pt x="967323" y="5275525"/>
                  </a:lnTo>
                  <a:lnTo>
                    <a:pt x="967448" y="5275525"/>
                  </a:lnTo>
                  <a:lnTo>
                    <a:pt x="967573" y="5275525"/>
                  </a:lnTo>
                  <a:lnTo>
                    <a:pt x="967698" y="5275525"/>
                  </a:lnTo>
                  <a:lnTo>
                    <a:pt x="967823" y="5275525"/>
                  </a:lnTo>
                  <a:lnTo>
                    <a:pt x="967948" y="5275525"/>
                  </a:lnTo>
                  <a:lnTo>
                    <a:pt x="968073" y="5275525"/>
                  </a:lnTo>
                  <a:lnTo>
                    <a:pt x="968198" y="5275525"/>
                  </a:lnTo>
                  <a:lnTo>
                    <a:pt x="968323" y="5275525"/>
                  </a:lnTo>
                  <a:lnTo>
                    <a:pt x="968448" y="5275525"/>
                  </a:lnTo>
                  <a:lnTo>
                    <a:pt x="968573" y="5275525"/>
                  </a:lnTo>
                  <a:lnTo>
                    <a:pt x="968698" y="5275525"/>
                  </a:lnTo>
                  <a:lnTo>
                    <a:pt x="968823" y="5275525"/>
                  </a:lnTo>
                  <a:lnTo>
                    <a:pt x="968948" y="5275525"/>
                  </a:lnTo>
                  <a:lnTo>
                    <a:pt x="969073" y="5275525"/>
                  </a:lnTo>
                  <a:lnTo>
                    <a:pt x="969198" y="5275525"/>
                  </a:lnTo>
                  <a:lnTo>
                    <a:pt x="969324" y="5275525"/>
                  </a:lnTo>
                  <a:lnTo>
                    <a:pt x="969449" y="5275525"/>
                  </a:lnTo>
                  <a:lnTo>
                    <a:pt x="969574" y="5275525"/>
                  </a:lnTo>
                  <a:lnTo>
                    <a:pt x="969699" y="5275525"/>
                  </a:lnTo>
                  <a:lnTo>
                    <a:pt x="969824" y="5275525"/>
                  </a:lnTo>
                  <a:lnTo>
                    <a:pt x="969949" y="5275525"/>
                  </a:lnTo>
                  <a:lnTo>
                    <a:pt x="970074" y="5275525"/>
                  </a:lnTo>
                  <a:lnTo>
                    <a:pt x="970199" y="5275525"/>
                  </a:lnTo>
                  <a:lnTo>
                    <a:pt x="970324" y="5275525"/>
                  </a:lnTo>
                  <a:lnTo>
                    <a:pt x="970449" y="5275525"/>
                  </a:lnTo>
                  <a:lnTo>
                    <a:pt x="970574" y="5275525"/>
                  </a:lnTo>
                  <a:lnTo>
                    <a:pt x="970699" y="5275525"/>
                  </a:lnTo>
                  <a:lnTo>
                    <a:pt x="970824" y="5275525"/>
                  </a:lnTo>
                  <a:lnTo>
                    <a:pt x="970949" y="5275525"/>
                  </a:lnTo>
                  <a:lnTo>
                    <a:pt x="971074" y="5275525"/>
                  </a:lnTo>
                  <a:lnTo>
                    <a:pt x="971199" y="5275525"/>
                  </a:lnTo>
                  <a:lnTo>
                    <a:pt x="971324" y="5275525"/>
                  </a:lnTo>
                  <a:lnTo>
                    <a:pt x="971449" y="5275525"/>
                  </a:lnTo>
                  <a:lnTo>
                    <a:pt x="971574" y="5275525"/>
                  </a:lnTo>
                  <a:lnTo>
                    <a:pt x="971699" y="5275525"/>
                  </a:lnTo>
                  <a:lnTo>
                    <a:pt x="971824" y="5275525"/>
                  </a:lnTo>
                  <a:lnTo>
                    <a:pt x="971949" y="5275525"/>
                  </a:lnTo>
                  <a:lnTo>
                    <a:pt x="972074" y="5275525"/>
                  </a:lnTo>
                  <a:lnTo>
                    <a:pt x="972200" y="5275525"/>
                  </a:lnTo>
                  <a:lnTo>
                    <a:pt x="972325" y="5275525"/>
                  </a:lnTo>
                  <a:lnTo>
                    <a:pt x="972450" y="5275525"/>
                  </a:lnTo>
                  <a:lnTo>
                    <a:pt x="972575" y="5275525"/>
                  </a:lnTo>
                  <a:lnTo>
                    <a:pt x="972700" y="5275525"/>
                  </a:lnTo>
                  <a:lnTo>
                    <a:pt x="972825" y="5275525"/>
                  </a:lnTo>
                  <a:lnTo>
                    <a:pt x="972950" y="5275525"/>
                  </a:lnTo>
                  <a:lnTo>
                    <a:pt x="973075" y="5275525"/>
                  </a:lnTo>
                  <a:lnTo>
                    <a:pt x="973200" y="5275525"/>
                  </a:lnTo>
                  <a:lnTo>
                    <a:pt x="973325" y="5275525"/>
                  </a:lnTo>
                  <a:lnTo>
                    <a:pt x="973450" y="5275525"/>
                  </a:lnTo>
                  <a:lnTo>
                    <a:pt x="973575" y="5275525"/>
                  </a:lnTo>
                  <a:lnTo>
                    <a:pt x="973700" y="5275525"/>
                  </a:lnTo>
                  <a:lnTo>
                    <a:pt x="973825" y="5275525"/>
                  </a:lnTo>
                  <a:lnTo>
                    <a:pt x="973950" y="5275525"/>
                  </a:lnTo>
                  <a:lnTo>
                    <a:pt x="973950" y="5265572"/>
                  </a:lnTo>
                  <a:lnTo>
                    <a:pt x="974075" y="5265572"/>
                  </a:lnTo>
                  <a:lnTo>
                    <a:pt x="974200" y="5265572"/>
                  </a:lnTo>
                  <a:lnTo>
                    <a:pt x="974325" y="5265572"/>
                  </a:lnTo>
                  <a:lnTo>
                    <a:pt x="974450" y="5265572"/>
                  </a:lnTo>
                  <a:lnTo>
                    <a:pt x="974575" y="5265572"/>
                  </a:lnTo>
                  <a:lnTo>
                    <a:pt x="974700" y="5265572"/>
                  </a:lnTo>
                  <a:lnTo>
                    <a:pt x="974825" y="5265572"/>
                  </a:lnTo>
                  <a:lnTo>
                    <a:pt x="974950" y="5265572"/>
                  </a:lnTo>
                  <a:lnTo>
                    <a:pt x="975075" y="5265572"/>
                  </a:lnTo>
                  <a:lnTo>
                    <a:pt x="975201" y="5265572"/>
                  </a:lnTo>
                  <a:lnTo>
                    <a:pt x="975326" y="5265572"/>
                  </a:lnTo>
                  <a:lnTo>
                    <a:pt x="975451" y="5265572"/>
                  </a:lnTo>
                  <a:lnTo>
                    <a:pt x="975576" y="5265572"/>
                  </a:lnTo>
                  <a:lnTo>
                    <a:pt x="975701" y="5265572"/>
                  </a:lnTo>
                  <a:lnTo>
                    <a:pt x="975826" y="5265572"/>
                  </a:lnTo>
                  <a:lnTo>
                    <a:pt x="975951" y="5265572"/>
                  </a:lnTo>
                  <a:lnTo>
                    <a:pt x="976076" y="5265572"/>
                  </a:lnTo>
                  <a:lnTo>
                    <a:pt x="976201" y="5265572"/>
                  </a:lnTo>
                  <a:lnTo>
                    <a:pt x="976326" y="5265572"/>
                  </a:lnTo>
                  <a:lnTo>
                    <a:pt x="976451" y="5265572"/>
                  </a:lnTo>
                  <a:lnTo>
                    <a:pt x="976576" y="5265572"/>
                  </a:lnTo>
                  <a:lnTo>
                    <a:pt x="976701" y="5265572"/>
                  </a:lnTo>
                  <a:lnTo>
                    <a:pt x="976826" y="5265572"/>
                  </a:lnTo>
                  <a:lnTo>
                    <a:pt x="976951" y="5265572"/>
                  </a:lnTo>
                  <a:lnTo>
                    <a:pt x="977076" y="5265572"/>
                  </a:lnTo>
                  <a:lnTo>
                    <a:pt x="977201" y="5265572"/>
                  </a:lnTo>
                  <a:lnTo>
                    <a:pt x="977326" y="5265572"/>
                  </a:lnTo>
                  <a:lnTo>
                    <a:pt x="977451" y="5265572"/>
                  </a:lnTo>
                  <a:lnTo>
                    <a:pt x="977576" y="5265572"/>
                  </a:lnTo>
                  <a:lnTo>
                    <a:pt x="977701" y="5265572"/>
                  </a:lnTo>
                  <a:lnTo>
                    <a:pt x="977826" y="5265572"/>
                  </a:lnTo>
                  <a:lnTo>
                    <a:pt x="977951" y="5265572"/>
                  </a:lnTo>
                  <a:lnTo>
                    <a:pt x="978076" y="5265572"/>
                  </a:lnTo>
                  <a:lnTo>
                    <a:pt x="978202" y="5265572"/>
                  </a:lnTo>
                  <a:lnTo>
                    <a:pt x="978327" y="5265572"/>
                  </a:lnTo>
                  <a:lnTo>
                    <a:pt x="978452" y="5265572"/>
                  </a:lnTo>
                  <a:lnTo>
                    <a:pt x="978577" y="5265572"/>
                  </a:lnTo>
                  <a:lnTo>
                    <a:pt x="978702" y="5265572"/>
                  </a:lnTo>
                  <a:lnTo>
                    <a:pt x="978827" y="5265572"/>
                  </a:lnTo>
                  <a:lnTo>
                    <a:pt x="978952" y="5265572"/>
                  </a:lnTo>
                  <a:lnTo>
                    <a:pt x="979077" y="5265572"/>
                  </a:lnTo>
                  <a:lnTo>
                    <a:pt x="979202" y="5265572"/>
                  </a:lnTo>
                  <a:lnTo>
                    <a:pt x="979327" y="5265572"/>
                  </a:lnTo>
                  <a:lnTo>
                    <a:pt x="979452" y="5265572"/>
                  </a:lnTo>
                  <a:lnTo>
                    <a:pt x="979577" y="5265572"/>
                  </a:lnTo>
                  <a:lnTo>
                    <a:pt x="979702" y="5265572"/>
                  </a:lnTo>
                  <a:lnTo>
                    <a:pt x="979827" y="5265572"/>
                  </a:lnTo>
                  <a:lnTo>
                    <a:pt x="979952" y="5265572"/>
                  </a:lnTo>
                  <a:lnTo>
                    <a:pt x="980077" y="5265572"/>
                  </a:lnTo>
                  <a:lnTo>
                    <a:pt x="980202" y="5265572"/>
                  </a:lnTo>
                  <a:lnTo>
                    <a:pt x="980327" y="5265572"/>
                  </a:lnTo>
                  <a:lnTo>
                    <a:pt x="980452" y="5265572"/>
                  </a:lnTo>
                  <a:lnTo>
                    <a:pt x="980577" y="5265572"/>
                  </a:lnTo>
                  <a:lnTo>
                    <a:pt x="980702" y="5265572"/>
                  </a:lnTo>
                  <a:lnTo>
                    <a:pt x="980827" y="5265572"/>
                  </a:lnTo>
                  <a:lnTo>
                    <a:pt x="980952" y="5265572"/>
                  </a:lnTo>
                  <a:lnTo>
                    <a:pt x="981077" y="5265572"/>
                  </a:lnTo>
                  <a:lnTo>
                    <a:pt x="981203" y="5265572"/>
                  </a:lnTo>
                  <a:lnTo>
                    <a:pt x="981328" y="5265572"/>
                  </a:lnTo>
                  <a:lnTo>
                    <a:pt x="981453" y="5265572"/>
                  </a:lnTo>
                  <a:lnTo>
                    <a:pt x="981578" y="5265572"/>
                  </a:lnTo>
                  <a:lnTo>
                    <a:pt x="981703" y="5265572"/>
                  </a:lnTo>
                  <a:lnTo>
                    <a:pt x="981828" y="5265572"/>
                  </a:lnTo>
                  <a:lnTo>
                    <a:pt x="981953" y="5265572"/>
                  </a:lnTo>
                  <a:lnTo>
                    <a:pt x="982078" y="5265572"/>
                  </a:lnTo>
                  <a:lnTo>
                    <a:pt x="982203" y="5265572"/>
                  </a:lnTo>
                  <a:lnTo>
                    <a:pt x="982328" y="5265572"/>
                  </a:lnTo>
                  <a:lnTo>
                    <a:pt x="982453" y="5265572"/>
                  </a:lnTo>
                  <a:lnTo>
                    <a:pt x="982578" y="5265572"/>
                  </a:lnTo>
                  <a:lnTo>
                    <a:pt x="982703" y="5265572"/>
                  </a:lnTo>
                  <a:lnTo>
                    <a:pt x="982828" y="5265572"/>
                  </a:lnTo>
                  <a:lnTo>
                    <a:pt x="982953" y="5265572"/>
                  </a:lnTo>
                  <a:lnTo>
                    <a:pt x="983078" y="5265572"/>
                  </a:lnTo>
                  <a:lnTo>
                    <a:pt x="983203" y="5265572"/>
                  </a:lnTo>
                  <a:lnTo>
                    <a:pt x="983328" y="5265572"/>
                  </a:lnTo>
                  <a:lnTo>
                    <a:pt x="983453" y="5265572"/>
                  </a:lnTo>
                  <a:lnTo>
                    <a:pt x="983578" y="5265572"/>
                  </a:lnTo>
                  <a:lnTo>
                    <a:pt x="983703" y="5265572"/>
                  </a:lnTo>
                  <a:lnTo>
                    <a:pt x="983828" y="5265572"/>
                  </a:lnTo>
                  <a:lnTo>
                    <a:pt x="983953" y="5265572"/>
                  </a:lnTo>
                  <a:lnTo>
                    <a:pt x="984078" y="5265572"/>
                  </a:lnTo>
                  <a:lnTo>
                    <a:pt x="984204" y="5265572"/>
                  </a:lnTo>
                  <a:lnTo>
                    <a:pt x="984329" y="5265572"/>
                  </a:lnTo>
                  <a:lnTo>
                    <a:pt x="984454" y="5265572"/>
                  </a:lnTo>
                  <a:lnTo>
                    <a:pt x="984454" y="5255618"/>
                  </a:lnTo>
                  <a:lnTo>
                    <a:pt x="984579" y="5255618"/>
                  </a:lnTo>
                  <a:lnTo>
                    <a:pt x="984704" y="5255618"/>
                  </a:lnTo>
                  <a:lnTo>
                    <a:pt x="984829" y="5255618"/>
                  </a:lnTo>
                  <a:lnTo>
                    <a:pt x="984954" y="5255618"/>
                  </a:lnTo>
                  <a:lnTo>
                    <a:pt x="985079" y="5255618"/>
                  </a:lnTo>
                  <a:lnTo>
                    <a:pt x="985204" y="5255618"/>
                  </a:lnTo>
                  <a:lnTo>
                    <a:pt x="985329" y="5255618"/>
                  </a:lnTo>
                  <a:lnTo>
                    <a:pt x="985454" y="5255618"/>
                  </a:lnTo>
                  <a:lnTo>
                    <a:pt x="985579" y="5255618"/>
                  </a:lnTo>
                  <a:lnTo>
                    <a:pt x="985704" y="5255618"/>
                  </a:lnTo>
                  <a:lnTo>
                    <a:pt x="985829" y="5255618"/>
                  </a:lnTo>
                  <a:lnTo>
                    <a:pt x="985954" y="5255618"/>
                  </a:lnTo>
                  <a:lnTo>
                    <a:pt x="986079" y="5255618"/>
                  </a:lnTo>
                  <a:lnTo>
                    <a:pt x="986204" y="5255618"/>
                  </a:lnTo>
                  <a:lnTo>
                    <a:pt x="986329" y="5255618"/>
                  </a:lnTo>
                  <a:lnTo>
                    <a:pt x="986454" y="5255618"/>
                  </a:lnTo>
                  <a:lnTo>
                    <a:pt x="986579" y="5255618"/>
                  </a:lnTo>
                  <a:lnTo>
                    <a:pt x="986704" y="5255618"/>
                  </a:lnTo>
                  <a:lnTo>
                    <a:pt x="986829" y="5255618"/>
                  </a:lnTo>
                  <a:lnTo>
                    <a:pt x="986954" y="5255618"/>
                  </a:lnTo>
                  <a:lnTo>
                    <a:pt x="987079" y="5255618"/>
                  </a:lnTo>
                  <a:lnTo>
                    <a:pt x="987205" y="5255618"/>
                  </a:lnTo>
                  <a:lnTo>
                    <a:pt x="987330" y="5255618"/>
                  </a:lnTo>
                  <a:lnTo>
                    <a:pt x="987455" y="5255618"/>
                  </a:lnTo>
                  <a:lnTo>
                    <a:pt x="987580" y="5255618"/>
                  </a:lnTo>
                  <a:lnTo>
                    <a:pt x="987705" y="5255618"/>
                  </a:lnTo>
                  <a:lnTo>
                    <a:pt x="987830" y="5255618"/>
                  </a:lnTo>
                  <a:lnTo>
                    <a:pt x="987955" y="5255618"/>
                  </a:lnTo>
                  <a:lnTo>
                    <a:pt x="988080" y="5255618"/>
                  </a:lnTo>
                  <a:lnTo>
                    <a:pt x="988205" y="5255618"/>
                  </a:lnTo>
                  <a:lnTo>
                    <a:pt x="988330" y="5255618"/>
                  </a:lnTo>
                  <a:lnTo>
                    <a:pt x="988455" y="5255618"/>
                  </a:lnTo>
                  <a:lnTo>
                    <a:pt x="988580" y="5255618"/>
                  </a:lnTo>
                  <a:lnTo>
                    <a:pt x="988705" y="5255618"/>
                  </a:lnTo>
                  <a:lnTo>
                    <a:pt x="988830" y="5255618"/>
                  </a:lnTo>
                  <a:lnTo>
                    <a:pt x="988955" y="5255618"/>
                  </a:lnTo>
                  <a:lnTo>
                    <a:pt x="989080" y="5255618"/>
                  </a:lnTo>
                  <a:lnTo>
                    <a:pt x="989205" y="5255618"/>
                  </a:lnTo>
                  <a:lnTo>
                    <a:pt x="989330" y="5255618"/>
                  </a:lnTo>
                  <a:lnTo>
                    <a:pt x="989455" y="5255618"/>
                  </a:lnTo>
                  <a:lnTo>
                    <a:pt x="989580" y="5255618"/>
                  </a:lnTo>
                  <a:lnTo>
                    <a:pt x="989705" y="5255618"/>
                  </a:lnTo>
                  <a:lnTo>
                    <a:pt x="989830" y="5255618"/>
                  </a:lnTo>
                  <a:lnTo>
                    <a:pt x="989955" y="5255618"/>
                  </a:lnTo>
                  <a:lnTo>
                    <a:pt x="990080" y="5255618"/>
                  </a:lnTo>
                  <a:lnTo>
                    <a:pt x="990206" y="5255618"/>
                  </a:lnTo>
                  <a:lnTo>
                    <a:pt x="990331" y="5255618"/>
                  </a:lnTo>
                  <a:lnTo>
                    <a:pt x="990456" y="5255618"/>
                  </a:lnTo>
                  <a:lnTo>
                    <a:pt x="990581" y="5255618"/>
                  </a:lnTo>
                  <a:lnTo>
                    <a:pt x="990706" y="5255618"/>
                  </a:lnTo>
                  <a:lnTo>
                    <a:pt x="990831" y="5255618"/>
                  </a:lnTo>
                  <a:lnTo>
                    <a:pt x="990956" y="5255618"/>
                  </a:lnTo>
                  <a:lnTo>
                    <a:pt x="991081" y="5255618"/>
                  </a:lnTo>
                  <a:lnTo>
                    <a:pt x="991206" y="5255618"/>
                  </a:lnTo>
                  <a:lnTo>
                    <a:pt x="991331" y="5255618"/>
                  </a:lnTo>
                  <a:lnTo>
                    <a:pt x="991456" y="5255618"/>
                  </a:lnTo>
                  <a:lnTo>
                    <a:pt x="991581" y="5255618"/>
                  </a:lnTo>
                  <a:lnTo>
                    <a:pt x="991706" y="5255618"/>
                  </a:lnTo>
                  <a:lnTo>
                    <a:pt x="991831" y="5255618"/>
                  </a:lnTo>
                  <a:lnTo>
                    <a:pt x="991956" y="5255618"/>
                  </a:lnTo>
                  <a:lnTo>
                    <a:pt x="992081" y="5255618"/>
                  </a:lnTo>
                  <a:lnTo>
                    <a:pt x="992206" y="5255618"/>
                  </a:lnTo>
                  <a:lnTo>
                    <a:pt x="992331" y="5255618"/>
                  </a:lnTo>
                  <a:lnTo>
                    <a:pt x="992456" y="5255618"/>
                  </a:lnTo>
                  <a:lnTo>
                    <a:pt x="992581" y="5255618"/>
                  </a:lnTo>
                  <a:lnTo>
                    <a:pt x="992706" y="5255618"/>
                  </a:lnTo>
                  <a:lnTo>
                    <a:pt x="992831" y="5255618"/>
                  </a:lnTo>
                  <a:lnTo>
                    <a:pt x="992956" y="5255618"/>
                  </a:lnTo>
                  <a:lnTo>
                    <a:pt x="993081" y="5255618"/>
                  </a:lnTo>
                  <a:lnTo>
                    <a:pt x="993207" y="5255618"/>
                  </a:lnTo>
                  <a:lnTo>
                    <a:pt x="993332" y="5255618"/>
                  </a:lnTo>
                  <a:lnTo>
                    <a:pt x="993457" y="5255618"/>
                  </a:lnTo>
                  <a:lnTo>
                    <a:pt x="993582" y="5255618"/>
                  </a:lnTo>
                  <a:lnTo>
                    <a:pt x="993707" y="5255618"/>
                  </a:lnTo>
                  <a:lnTo>
                    <a:pt x="993832" y="5255618"/>
                  </a:lnTo>
                  <a:lnTo>
                    <a:pt x="993957" y="5255618"/>
                  </a:lnTo>
                  <a:lnTo>
                    <a:pt x="994082" y="5255618"/>
                  </a:lnTo>
                  <a:lnTo>
                    <a:pt x="994207" y="5255618"/>
                  </a:lnTo>
                  <a:lnTo>
                    <a:pt x="994332" y="5255618"/>
                  </a:lnTo>
                  <a:lnTo>
                    <a:pt x="994457" y="5255618"/>
                  </a:lnTo>
                  <a:lnTo>
                    <a:pt x="994582" y="5255618"/>
                  </a:lnTo>
                  <a:lnTo>
                    <a:pt x="994707" y="5255618"/>
                  </a:lnTo>
                  <a:lnTo>
                    <a:pt x="994832" y="5255618"/>
                  </a:lnTo>
                  <a:lnTo>
                    <a:pt x="994957" y="5255618"/>
                  </a:lnTo>
                  <a:lnTo>
                    <a:pt x="995082" y="5255618"/>
                  </a:lnTo>
                  <a:lnTo>
                    <a:pt x="995082" y="5245664"/>
                  </a:lnTo>
                  <a:lnTo>
                    <a:pt x="995207" y="5245664"/>
                  </a:lnTo>
                  <a:lnTo>
                    <a:pt x="995332" y="5245664"/>
                  </a:lnTo>
                  <a:lnTo>
                    <a:pt x="995457" y="5245664"/>
                  </a:lnTo>
                  <a:lnTo>
                    <a:pt x="995582" y="5245664"/>
                  </a:lnTo>
                  <a:lnTo>
                    <a:pt x="995707" y="5245664"/>
                  </a:lnTo>
                  <a:lnTo>
                    <a:pt x="995832" y="5245664"/>
                  </a:lnTo>
                  <a:lnTo>
                    <a:pt x="995957" y="5245664"/>
                  </a:lnTo>
                  <a:lnTo>
                    <a:pt x="996082" y="5245664"/>
                  </a:lnTo>
                  <a:lnTo>
                    <a:pt x="996208" y="5245664"/>
                  </a:lnTo>
                  <a:lnTo>
                    <a:pt x="996333" y="5245664"/>
                  </a:lnTo>
                  <a:lnTo>
                    <a:pt x="996458" y="5245664"/>
                  </a:lnTo>
                  <a:lnTo>
                    <a:pt x="996583" y="5245664"/>
                  </a:lnTo>
                  <a:lnTo>
                    <a:pt x="996708" y="5245664"/>
                  </a:lnTo>
                  <a:lnTo>
                    <a:pt x="996833" y="5245664"/>
                  </a:lnTo>
                  <a:lnTo>
                    <a:pt x="996958" y="5245664"/>
                  </a:lnTo>
                  <a:lnTo>
                    <a:pt x="997083" y="5245664"/>
                  </a:lnTo>
                  <a:lnTo>
                    <a:pt x="997208" y="5245664"/>
                  </a:lnTo>
                  <a:lnTo>
                    <a:pt x="997333" y="5245664"/>
                  </a:lnTo>
                  <a:lnTo>
                    <a:pt x="997458" y="5245664"/>
                  </a:lnTo>
                  <a:lnTo>
                    <a:pt x="997583" y="5245664"/>
                  </a:lnTo>
                  <a:lnTo>
                    <a:pt x="997708" y="5245664"/>
                  </a:lnTo>
                  <a:lnTo>
                    <a:pt x="997833" y="5245664"/>
                  </a:lnTo>
                  <a:lnTo>
                    <a:pt x="997958" y="5245664"/>
                  </a:lnTo>
                  <a:lnTo>
                    <a:pt x="998083" y="5245664"/>
                  </a:lnTo>
                  <a:lnTo>
                    <a:pt x="998208" y="5245664"/>
                  </a:lnTo>
                  <a:lnTo>
                    <a:pt x="998208" y="5235710"/>
                  </a:lnTo>
                  <a:lnTo>
                    <a:pt x="998333" y="5235710"/>
                  </a:lnTo>
                  <a:lnTo>
                    <a:pt x="998458" y="5235710"/>
                  </a:lnTo>
                  <a:lnTo>
                    <a:pt x="998583" y="5235710"/>
                  </a:lnTo>
                  <a:lnTo>
                    <a:pt x="998708" y="5235710"/>
                  </a:lnTo>
                  <a:lnTo>
                    <a:pt x="998833" y="5235710"/>
                  </a:lnTo>
                  <a:lnTo>
                    <a:pt x="998958" y="5235710"/>
                  </a:lnTo>
                  <a:lnTo>
                    <a:pt x="999083" y="5235710"/>
                  </a:lnTo>
                  <a:lnTo>
                    <a:pt x="999209" y="5235710"/>
                  </a:lnTo>
                  <a:lnTo>
                    <a:pt x="999334" y="5235710"/>
                  </a:lnTo>
                  <a:lnTo>
                    <a:pt x="999459" y="5235710"/>
                  </a:lnTo>
                  <a:lnTo>
                    <a:pt x="999584" y="5235710"/>
                  </a:lnTo>
                  <a:lnTo>
                    <a:pt x="999709" y="5235710"/>
                  </a:lnTo>
                  <a:lnTo>
                    <a:pt x="999834" y="5235710"/>
                  </a:lnTo>
                  <a:lnTo>
                    <a:pt x="999959" y="5235710"/>
                  </a:lnTo>
                  <a:lnTo>
                    <a:pt x="1000084" y="5235710"/>
                  </a:lnTo>
                  <a:lnTo>
                    <a:pt x="1000209" y="5235710"/>
                  </a:lnTo>
                  <a:lnTo>
                    <a:pt x="1000334" y="5235710"/>
                  </a:lnTo>
                  <a:lnTo>
                    <a:pt x="1000459" y="5235710"/>
                  </a:lnTo>
                  <a:lnTo>
                    <a:pt x="1000584" y="5235710"/>
                  </a:lnTo>
                  <a:lnTo>
                    <a:pt x="1000709" y="5235710"/>
                  </a:lnTo>
                  <a:lnTo>
                    <a:pt x="1000834" y="5235710"/>
                  </a:lnTo>
                  <a:lnTo>
                    <a:pt x="1000959" y="5235710"/>
                  </a:lnTo>
                  <a:lnTo>
                    <a:pt x="1001084" y="5235710"/>
                  </a:lnTo>
                  <a:lnTo>
                    <a:pt x="1001209" y="5235710"/>
                  </a:lnTo>
                  <a:lnTo>
                    <a:pt x="1001334" y="5235710"/>
                  </a:lnTo>
                  <a:lnTo>
                    <a:pt x="1001459" y="5235710"/>
                  </a:lnTo>
                  <a:lnTo>
                    <a:pt x="1001584" y="5235710"/>
                  </a:lnTo>
                  <a:lnTo>
                    <a:pt x="1001709" y="5235710"/>
                  </a:lnTo>
                  <a:lnTo>
                    <a:pt x="1001834" y="5235710"/>
                  </a:lnTo>
                  <a:lnTo>
                    <a:pt x="1001959" y="5235710"/>
                  </a:lnTo>
                  <a:lnTo>
                    <a:pt x="1002084" y="5235710"/>
                  </a:lnTo>
                  <a:lnTo>
                    <a:pt x="1002210" y="5235710"/>
                  </a:lnTo>
                  <a:lnTo>
                    <a:pt x="1002335" y="5235710"/>
                  </a:lnTo>
                  <a:lnTo>
                    <a:pt x="1002460" y="5235710"/>
                  </a:lnTo>
                  <a:lnTo>
                    <a:pt x="1002585" y="5235710"/>
                  </a:lnTo>
                  <a:lnTo>
                    <a:pt x="1002710" y="5235710"/>
                  </a:lnTo>
                  <a:lnTo>
                    <a:pt x="1002835" y="5235710"/>
                  </a:lnTo>
                  <a:lnTo>
                    <a:pt x="1002960" y="5235710"/>
                  </a:lnTo>
                  <a:lnTo>
                    <a:pt x="1003085" y="5235710"/>
                  </a:lnTo>
                  <a:lnTo>
                    <a:pt x="1003210" y="5235710"/>
                  </a:lnTo>
                  <a:lnTo>
                    <a:pt x="1003335" y="5235710"/>
                  </a:lnTo>
                  <a:lnTo>
                    <a:pt x="1003460" y="5235710"/>
                  </a:lnTo>
                  <a:lnTo>
                    <a:pt x="1003585" y="5235710"/>
                  </a:lnTo>
                  <a:lnTo>
                    <a:pt x="1003710" y="5235710"/>
                  </a:lnTo>
                  <a:lnTo>
                    <a:pt x="1003835" y="5235710"/>
                  </a:lnTo>
                  <a:lnTo>
                    <a:pt x="1003960" y="5235710"/>
                  </a:lnTo>
                  <a:lnTo>
                    <a:pt x="1004085" y="5235710"/>
                  </a:lnTo>
                  <a:lnTo>
                    <a:pt x="1004210" y="5235710"/>
                  </a:lnTo>
                  <a:lnTo>
                    <a:pt x="1004335" y="5235710"/>
                  </a:lnTo>
                  <a:lnTo>
                    <a:pt x="1004460" y="5235710"/>
                  </a:lnTo>
                  <a:lnTo>
                    <a:pt x="1004585" y="5235710"/>
                  </a:lnTo>
                  <a:lnTo>
                    <a:pt x="1004710" y="5235710"/>
                  </a:lnTo>
                  <a:lnTo>
                    <a:pt x="1004835" y="5235710"/>
                  </a:lnTo>
                  <a:lnTo>
                    <a:pt x="1004960" y="5235710"/>
                  </a:lnTo>
                  <a:lnTo>
                    <a:pt x="1005085" y="5235710"/>
                  </a:lnTo>
                  <a:lnTo>
                    <a:pt x="1005211" y="5235710"/>
                  </a:lnTo>
                  <a:lnTo>
                    <a:pt x="1005336" y="5235710"/>
                  </a:lnTo>
                  <a:lnTo>
                    <a:pt x="1005461" y="5235710"/>
                  </a:lnTo>
                  <a:lnTo>
                    <a:pt x="1005586" y="5235710"/>
                  </a:lnTo>
                  <a:lnTo>
                    <a:pt x="1005711" y="5235710"/>
                  </a:lnTo>
                  <a:lnTo>
                    <a:pt x="1005836" y="5235710"/>
                  </a:lnTo>
                  <a:lnTo>
                    <a:pt x="1005961" y="5235710"/>
                  </a:lnTo>
                  <a:lnTo>
                    <a:pt x="1006086" y="5235710"/>
                  </a:lnTo>
                  <a:lnTo>
                    <a:pt x="1006211" y="5235710"/>
                  </a:lnTo>
                  <a:lnTo>
                    <a:pt x="1006336" y="5235710"/>
                  </a:lnTo>
                  <a:lnTo>
                    <a:pt x="1006461" y="5235710"/>
                  </a:lnTo>
                  <a:lnTo>
                    <a:pt x="1006586" y="5235710"/>
                  </a:lnTo>
                  <a:lnTo>
                    <a:pt x="1006711" y="5235710"/>
                  </a:lnTo>
                  <a:lnTo>
                    <a:pt x="1006836" y="5235710"/>
                  </a:lnTo>
                  <a:lnTo>
                    <a:pt x="1006961" y="5235710"/>
                  </a:lnTo>
                  <a:lnTo>
                    <a:pt x="1007086" y="5235710"/>
                  </a:lnTo>
                  <a:lnTo>
                    <a:pt x="1007211" y="5235710"/>
                  </a:lnTo>
                  <a:lnTo>
                    <a:pt x="1007336" y="5235710"/>
                  </a:lnTo>
                  <a:lnTo>
                    <a:pt x="1007461" y="5235710"/>
                  </a:lnTo>
                  <a:lnTo>
                    <a:pt x="1007586" y="5235710"/>
                  </a:lnTo>
                  <a:lnTo>
                    <a:pt x="1007711" y="5235710"/>
                  </a:lnTo>
                  <a:lnTo>
                    <a:pt x="1007836" y="5235710"/>
                  </a:lnTo>
                  <a:lnTo>
                    <a:pt x="1007961" y="5235710"/>
                  </a:lnTo>
                  <a:lnTo>
                    <a:pt x="1008086" y="5235710"/>
                  </a:lnTo>
                  <a:lnTo>
                    <a:pt x="1008212" y="5235710"/>
                  </a:lnTo>
                  <a:lnTo>
                    <a:pt x="1008337" y="5235710"/>
                  </a:lnTo>
                  <a:lnTo>
                    <a:pt x="1008462" y="5235710"/>
                  </a:lnTo>
                  <a:lnTo>
                    <a:pt x="1008587" y="5235710"/>
                  </a:lnTo>
                  <a:lnTo>
                    <a:pt x="1008712" y="5235710"/>
                  </a:lnTo>
                  <a:lnTo>
                    <a:pt x="1008837" y="5235710"/>
                  </a:lnTo>
                  <a:lnTo>
                    <a:pt x="1008962" y="5235710"/>
                  </a:lnTo>
                  <a:lnTo>
                    <a:pt x="1009087" y="5235710"/>
                  </a:lnTo>
                  <a:lnTo>
                    <a:pt x="1009212" y="5235710"/>
                  </a:lnTo>
                  <a:lnTo>
                    <a:pt x="1009337" y="5235710"/>
                  </a:lnTo>
                  <a:lnTo>
                    <a:pt x="1009462" y="5235710"/>
                  </a:lnTo>
                  <a:lnTo>
                    <a:pt x="1009587" y="5235710"/>
                  </a:lnTo>
                  <a:lnTo>
                    <a:pt x="1009712" y="5235710"/>
                  </a:lnTo>
                  <a:lnTo>
                    <a:pt x="1009837" y="5235710"/>
                  </a:lnTo>
                  <a:lnTo>
                    <a:pt x="1009962" y="5235710"/>
                  </a:lnTo>
                  <a:lnTo>
                    <a:pt x="1010087" y="5235710"/>
                  </a:lnTo>
                  <a:lnTo>
                    <a:pt x="1010212" y="5235710"/>
                  </a:lnTo>
                  <a:lnTo>
                    <a:pt x="1010337" y="5235710"/>
                  </a:lnTo>
                  <a:lnTo>
                    <a:pt x="1010337" y="5225756"/>
                  </a:lnTo>
                  <a:lnTo>
                    <a:pt x="1010462" y="5225756"/>
                  </a:lnTo>
                  <a:lnTo>
                    <a:pt x="1010587" y="5225756"/>
                  </a:lnTo>
                  <a:lnTo>
                    <a:pt x="1010712" y="5225756"/>
                  </a:lnTo>
                  <a:lnTo>
                    <a:pt x="1010837" y="5225756"/>
                  </a:lnTo>
                  <a:lnTo>
                    <a:pt x="1010962" y="5225756"/>
                  </a:lnTo>
                  <a:lnTo>
                    <a:pt x="1011088" y="5225756"/>
                  </a:lnTo>
                  <a:lnTo>
                    <a:pt x="1011213" y="5225756"/>
                  </a:lnTo>
                  <a:lnTo>
                    <a:pt x="1011338" y="5225756"/>
                  </a:lnTo>
                  <a:lnTo>
                    <a:pt x="1011463" y="5225756"/>
                  </a:lnTo>
                  <a:lnTo>
                    <a:pt x="1011588" y="5225756"/>
                  </a:lnTo>
                  <a:lnTo>
                    <a:pt x="1011713" y="5225756"/>
                  </a:lnTo>
                  <a:lnTo>
                    <a:pt x="1011713" y="5215803"/>
                  </a:lnTo>
                  <a:lnTo>
                    <a:pt x="1011838" y="5215803"/>
                  </a:lnTo>
                  <a:lnTo>
                    <a:pt x="1011963" y="5215803"/>
                  </a:lnTo>
                  <a:lnTo>
                    <a:pt x="1012088" y="5215803"/>
                  </a:lnTo>
                  <a:lnTo>
                    <a:pt x="1012213" y="5215803"/>
                  </a:lnTo>
                  <a:lnTo>
                    <a:pt x="1012338" y="5215803"/>
                  </a:lnTo>
                  <a:lnTo>
                    <a:pt x="1012463" y="5215803"/>
                  </a:lnTo>
                  <a:lnTo>
                    <a:pt x="1012588" y="5215803"/>
                  </a:lnTo>
                  <a:lnTo>
                    <a:pt x="1012713" y="5215803"/>
                  </a:lnTo>
                  <a:lnTo>
                    <a:pt x="1012838" y="5215803"/>
                  </a:lnTo>
                  <a:lnTo>
                    <a:pt x="1012963" y="5215803"/>
                  </a:lnTo>
                  <a:lnTo>
                    <a:pt x="1013088" y="5215803"/>
                  </a:lnTo>
                  <a:lnTo>
                    <a:pt x="1013213" y="5215803"/>
                  </a:lnTo>
                  <a:lnTo>
                    <a:pt x="1013338" y="5215803"/>
                  </a:lnTo>
                  <a:lnTo>
                    <a:pt x="1013463" y="5215803"/>
                  </a:lnTo>
                  <a:lnTo>
                    <a:pt x="1013588" y="5215803"/>
                  </a:lnTo>
                  <a:lnTo>
                    <a:pt x="1013713" y="5215803"/>
                  </a:lnTo>
                  <a:lnTo>
                    <a:pt x="1013838" y="5215803"/>
                  </a:lnTo>
                  <a:lnTo>
                    <a:pt x="1013963" y="5215803"/>
                  </a:lnTo>
                  <a:lnTo>
                    <a:pt x="1014089" y="5215803"/>
                  </a:lnTo>
                  <a:lnTo>
                    <a:pt x="1014214" y="5215803"/>
                  </a:lnTo>
                  <a:lnTo>
                    <a:pt x="1014339" y="5215803"/>
                  </a:lnTo>
                  <a:lnTo>
                    <a:pt x="1014464" y="5215803"/>
                  </a:lnTo>
                  <a:lnTo>
                    <a:pt x="1014589" y="5215803"/>
                  </a:lnTo>
                  <a:lnTo>
                    <a:pt x="1014714" y="5215803"/>
                  </a:lnTo>
                  <a:lnTo>
                    <a:pt x="1014839" y="5215803"/>
                  </a:lnTo>
                  <a:lnTo>
                    <a:pt x="1014964" y="5215803"/>
                  </a:lnTo>
                  <a:lnTo>
                    <a:pt x="1015089" y="5215803"/>
                  </a:lnTo>
                  <a:lnTo>
                    <a:pt x="1015214" y="5215803"/>
                  </a:lnTo>
                  <a:lnTo>
                    <a:pt x="1015339" y="5215803"/>
                  </a:lnTo>
                  <a:lnTo>
                    <a:pt x="1015464" y="5215803"/>
                  </a:lnTo>
                  <a:lnTo>
                    <a:pt x="1015589" y="5215803"/>
                  </a:lnTo>
                  <a:lnTo>
                    <a:pt x="1015714" y="5215803"/>
                  </a:lnTo>
                  <a:lnTo>
                    <a:pt x="1015839" y="5215803"/>
                  </a:lnTo>
                  <a:lnTo>
                    <a:pt x="1015964" y="5215803"/>
                  </a:lnTo>
                  <a:lnTo>
                    <a:pt x="1016089" y="5215803"/>
                  </a:lnTo>
                  <a:lnTo>
                    <a:pt x="1016214" y="5215803"/>
                  </a:lnTo>
                  <a:lnTo>
                    <a:pt x="1016339" y="5215803"/>
                  </a:lnTo>
                  <a:lnTo>
                    <a:pt x="1016464" y="5215803"/>
                  </a:lnTo>
                  <a:lnTo>
                    <a:pt x="1016589" y="5215803"/>
                  </a:lnTo>
                  <a:lnTo>
                    <a:pt x="1016714" y="5215803"/>
                  </a:lnTo>
                  <a:lnTo>
                    <a:pt x="1016839" y="5215803"/>
                  </a:lnTo>
                  <a:lnTo>
                    <a:pt x="1016964" y="5215803"/>
                  </a:lnTo>
                  <a:lnTo>
                    <a:pt x="1017090" y="5215803"/>
                  </a:lnTo>
                  <a:lnTo>
                    <a:pt x="1017215" y="5215803"/>
                  </a:lnTo>
                  <a:lnTo>
                    <a:pt x="1017340" y="5215803"/>
                  </a:lnTo>
                  <a:lnTo>
                    <a:pt x="1017465" y="5215803"/>
                  </a:lnTo>
                  <a:lnTo>
                    <a:pt x="1017590" y="5215803"/>
                  </a:lnTo>
                  <a:lnTo>
                    <a:pt x="1017715" y="5215803"/>
                  </a:lnTo>
                  <a:lnTo>
                    <a:pt x="1017840" y="5215803"/>
                  </a:lnTo>
                  <a:lnTo>
                    <a:pt x="1017965" y="5215803"/>
                  </a:lnTo>
                  <a:lnTo>
                    <a:pt x="1018090" y="5215803"/>
                  </a:lnTo>
                  <a:lnTo>
                    <a:pt x="1018215" y="5215803"/>
                  </a:lnTo>
                  <a:lnTo>
                    <a:pt x="1018340" y="5215803"/>
                  </a:lnTo>
                  <a:lnTo>
                    <a:pt x="1018465" y="5215803"/>
                  </a:lnTo>
                  <a:lnTo>
                    <a:pt x="1018590" y="5215803"/>
                  </a:lnTo>
                  <a:lnTo>
                    <a:pt x="1018715" y="5215803"/>
                  </a:lnTo>
                  <a:lnTo>
                    <a:pt x="1018840" y="5215803"/>
                  </a:lnTo>
                  <a:lnTo>
                    <a:pt x="1018965" y="5215803"/>
                  </a:lnTo>
                  <a:lnTo>
                    <a:pt x="1019090" y="5215803"/>
                  </a:lnTo>
                  <a:lnTo>
                    <a:pt x="1019215" y="5215803"/>
                  </a:lnTo>
                  <a:lnTo>
                    <a:pt x="1019340" y="5215803"/>
                  </a:lnTo>
                  <a:lnTo>
                    <a:pt x="1019465" y="5215803"/>
                  </a:lnTo>
                  <a:lnTo>
                    <a:pt x="1019590" y="5215803"/>
                  </a:lnTo>
                  <a:lnTo>
                    <a:pt x="1019715" y="5215803"/>
                  </a:lnTo>
                  <a:lnTo>
                    <a:pt x="1019840" y="5215803"/>
                  </a:lnTo>
                  <a:lnTo>
                    <a:pt x="1019965" y="5215803"/>
                  </a:lnTo>
                  <a:lnTo>
                    <a:pt x="1020091" y="5215803"/>
                  </a:lnTo>
                  <a:lnTo>
                    <a:pt x="1020216" y="5215803"/>
                  </a:lnTo>
                  <a:lnTo>
                    <a:pt x="1020341" y="5215803"/>
                  </a:lnTo>
                  <a:lnTo>
                    <a:pt x="1020466" y="5215803"/>
                  </a:lnTo>
                  <a:lnTo>
                    <a:pt x="1020591" y="5215803"/>
                  </a:lnTo>
                  <a:lnTo>
                    <a:pt x="1020716" y="5215803"/>
                  </a:lnTo>
                  <a:lnTo>
                    <a:pt x="1020841" y="5215803"/>
                  </a:lnTo>
                  <a:lnTo>
                    <a:pt x="1020966" y="5215803"/>
                  </a:lnTo>
                  <a:lnTo>
                    <a:pt x="1021091" y="5215803"/>
                  </a:lnTo>
                  <a:lnTo>
                    <a:pt x="1021216" y="5215803"/>
                  </a:lnTo>
                  <a:lnTo>
                    <a:pt x="1021341" y="5215803"/>
                  </a:lnTo>
                  <a:lnTo>
                    <a:pt x="1021466" y="5215803"/>
                  </a:lnTo>
                  <a:lnTo>
                    <a:pt x="1021591" y="5215803"/>
                  </a:lnTo>
                  <a:lnTo>
                    <a:pt x="1021716" y="5215803"/>
                  </a:lnTo>
                  <a:lnTo>
                    <a:pt x="1021841" y="5215803"/>
                  </a:lnTo>
                  <a:lnTo>
                    <a:pt x="1021966" y="5215803"/>
                  </a:lnTo>
                  <a:lnTo>
                    <a:pt x="1022091" y="5215803"/>
                  </a:lnTo>
                  <a:lnTo>
                    <a:pt x="1022216" y="5215803"/>
                  </a:lnTo>
                  <a:lnTo>
                    <a:pt x="1022341" y="5215803"/>
                  </a:lnTo>
                  <a:lnTo>
                    <a:pt x="1022466" y="5215803"/>
                  </a:lnTo>
                  <a:lnTo>
                    <a:pt x="1022591" y="5215803"/>
                  </a:lnTo>
                  <a:lnTo>
                    <a:pt x="1022716" y="5215803"/>
                  </a:lnTo>
                  <a:lnTo>
                    <a:pt x="1022841" y="5215803"/>
                  </a:lnTo>
                  <a:lnTo>
                    <a:pt x="1022966" y="5215803"/>
                  </a:lnTo>
                  <a:lnTo>
                    <a:pt x="1023092" y="5215803"/>
                  </a:lnTo>
                  <a:lnTo>
                    <a:pt x="1023217" y="5215803"/>
                  </a:lnTo>
                  <a:lnTo>
                    <a:pt x="1023342" y="5215803"/>
                  </a:lnTo>
                  <a:lnTo>
                    <a:pt x="1023467" y="5215803"/>
                  </a:lnTo>
                  <a:lnTo>
                    <a:pt x="1023592" y="5215803"/>
                  </a:lnTo>
                  <a:lnTo>
                    <a:pt x="1023717" y="5215803"/>
                  </a:lnTo>
                  <a:lnTo>
                    <a:pt x="1023842" y="5215803"/>
                  </a:lnTo>
                  <a:lnTo>
                    <a:pt x="1023967" y="5215803"/>
                  </a:lnTo>
                  <a:lnTo>
                    <a:pt x="1024092" y="5215803"/>
                  </a:lnTo>
                  <a:lnTo>
                    <a:pt x="1024217" y="5215803"/>
                  </a:lnTo>
                  <a:lnTo>
                    <a:pt x="1024342" y="5215803"/>
                  </a:lnTo>
                  <a:lnTo>
                    <a:pt x="1024467" y="5215803"/>
                  </a:lnTo>
                  <a:lnTo>
                    <a:pt x="1024592" y="5215803"/>
                  </a:lnTo>
                  <a:lnTo>
                    <a:pt x="1024717" y="5215803"/>
                  </a:lnTo>
                  <a:lnTo>
                    <a:pt x="1024842" y="5215803"/>
                  </a:lnTo>
                  <a:lnTo>
                    <a:pt x="1024967" y="5215803"/>
                  </a:lnTo>
                  <a:lnTo>
                    <a:pt x="1024967" y="5205849"/>
                  </a:lnTo>
                  <a:lnTo>
                    <a:pt x="1025092" y="5205849"/>
                  </a:lnTo>
                  <a:lnTo>
                    <a:pt x="1025217" y="5205849"/>
                  </a:lnTo>
                  <a:lnTo>
                    <a:pt x="1025342" y="5205849"/>
                  </a:lnTo>
                  <a:lnTo>
                    <a:pt x="1025467" y="5205849"/>
                  </a:lnTo>
                  <a:lnTo>
                    <a:pt x="1025592" y="5205849"/>
                  </a:lnTo>
                  <a:lnTo>
                    <a:pt x="1025717" y="5205849"/>
                  </a:lnTo>
                  <a:lnTo>
                    <a:pt x="1025842" y="5205849"/>
                  </a:lnTo>
                  <a:lnTo>
                    <a:pt x="1025967" y="5205849"/>
                  </a:lnTo>
                  <a:lnTo>
                    <a:pt x="1026093" y="5205849"/>
                  </a:lnTo>
                  <a:lnTo>
                    <a:pt x="1026218" y="5205849"/>
                  </a:lnTo>
                  <a:lnTo>
                    <a:pt x="1026343" y="5205849"/>
                  </a:lnTo>
                  <a:lnTo>
                    <a:pt x="1026468" y="5205849"/>
                  </a:lnTo>
                  <a:lnTo>
                    <a:pt x="1026593" y="5205849"/>
                  </a:lnTo>
                  <a:lnTo>
                    <a:pt x="1026718" y="5205849"/>
                  </a:lnTo>
                  <a:lnTo>
                    <a:pt x="1026843" y="5205849"/>
                  </a:lnTo>
                  <a:lnTo>
                    <a:pt x="1026968" y="5205849"/>
                  </a:lnTo>
                  <a:lnTo>
                    <a:pt x="1027093" y="5205849"/>
                  </a:lnTo>
                  <a:lnTo>
                    <a:pt x="1027218" y="5205849"/>
                  </a:lnTo>
                  <a:lnTo>
                    <a:pt x="1027343" y="5205849"/>
                  </a:lnTo>
                  <a:lnTo>
                    <a:pt x="1027468" y="5205849"/>
                  </a:lnTo>
                  <a:lnTo>
                    <a:pt x="1027593" y="5205849"/>
                  </a:lnTo>
                  <a:lnTo>
                    <a:pt x="1027718" y="5205849"/>
                  </a:lnTo>
                  <a:lnTo>
                    <a:pt x="1027843" y="5205849"/>
                  </a:lnTo>
                  <a:lnTo>
                    <a:pt x="1027843" y="5195895"/>
                  </a:lnTo>
                  <a:lnTo>
                    <a:pt x="1027968" y="5195895"/>
                  </a:lnTo>
                  <a:lnTo>
                    <a:pt x="1028093" y="5195895"/>
                  </a:lnTo>
                  <a:lnTo>
                    <a:pt x="1028218" y="5195895"/>
                  </a:lnTo>
                  <a:lnTo>
                    <a:pt x="1028343" y="5195895"/>
                  </a:lnTo>
                  <a:lnTo>
                    <a:pt x="1028468" y="5195895"/>
                  </a:lnTo>
                  <a:lnTo>
                    <a:pt x="1028593" y="5195895"/>
                  </a:lnTo>
                  <a:lnTo>
                    <a:pt x="1028593" y="5185941"/>
                  </a:lnTo>
                  <a:lnTo>
                    <a:pt x="1028718" y="5185941"/>
                  </a:lnTo>
                  <a:lnTo>
                    <a:pt x="1028843" y="5185941"/>
                  </a:lnTo>
                  <a:lnTo>
                    <a:pt x="1028968" y="5185941"/>
                  </a:lnTo>
                  <a:lnTo>
                    <a:pt x="1029094" y="5185941"/>
                  </a:lnTo>
                  <a:lnTo>
                    <a:pt x="1029219" y="5185941"/>
                  </a:lnTo>
                  <a:lnTo>
                    <a:pt x="1029344" y="5185941"/>
                  </a:lnTo>
                  <a:lnTo>
                    <a:pt x="1029469" y="5185941"/>
                  </a:lnTo>
                  <a:lnTo>
                    <a:pt x="1029594" y="5185941"/>
                  </a:lnTo>
                  <a:lnTo>
                    <a:pt x="1029719" y="5185941"/>
                  </a:lnTo>
                  <a:lnTo>
                    <a:pt x="1029844" y="5185941"/>
                  </a:lnTo>
                  <a:lnTo>
                    <a:pt x="1029969" y="5185941"/>
                  </a:lnTo>
                  <a:lnTo>
                    <a:pt x="1030094" y="5185941"/>
                  </a:lnTo>
                  <a:lnTo>
                    <a:pt x="1030219" y="5185941"/>
                  </a:lnTo>
                  <a:lnTo>
                    <a:pt x="1030344" y="5185941"/>
                  </a:lnTo>
                  <a:lnTo>
                    <a:pt x="1030469" y="5185941"/>
                  </a:lnTo>
                  <a:lnTo>
                    <a:pt x="1030594" y="5185941"/>
                  </a:lnTo>
                  <a:lnTo>
                    <a:pt x="1030719" y="5185941"/>
                  </a:lnTo>
                  <a:lnTo>
                    <a:pt x="1030844" y="5185941"/>
                  </a:lnTo>
                  <a:lnTo>
                    <a:pt x="1030969" y="5185941"/>
                  </a:lnTo>
                  <a:lnTo>
                    <a:pt x="1031094" y="5185941"/>
                  </a:lnTo>
                  <a:lnTo>
                    <a:pt x="1031219" y="5185941"/>
                  </a:lnTo>
                  <a:lnTo>
                    <a:pt x="1031344" y="5185941"/>
                  </a:lnTo>
                  <a:lnTo>
                    <a:pt x="1031469" y="5185941"/>
                  </a:lnTo>
                  <a:lnTo>
                    <a:pt x="1031594" y="5185941"/>
                  </a:lnTo>
                  <a:lnTo>
                    <a:pt x="1031719" y="5185941"/>
                  </a:lnTo>
                  <a:lnTo>
                    <a:pt x="1031844" y="5185941"/>
                  </a:lnTo>
                  <a:lnTo>
                    <a:pt x="1031969" y="5185941"/>
                  </a:lnTo>
                  <a:lnTo>
                    <a:pt x="1032095" y="5185941"/>
                  </a:lnTo>
                  <a:lnTo>
                    <a:pt x="1032220" y="5185941"/>
                  </a:lnTo>
                  <a:lnTo>
                    <a:pt x="1032345" y="5185941"/>
                  </a:lnTo>
                  <a:lnTo>
                    <a:pt x="1032470" y="5185941"/>
                  </a:lnTo>
                  <a:lnTo>
                    <a:pt x="1032595" y="5185941"/>
                  </a:lnTo>
                  <a:lnTo>
                    <a:pt x="1032720" y="5185941"/>
                  </a:lnTo>
                  <a:lnTo>
                    <a:pt x="1032845" y="5185941"/>
                  </a:lnTo>
                  <a:lnTo>
                    <a:pt x="1032970" y="5185941"/>
                  </a:lnTo>
                  <a:lnTo>
                    <a:pt x="1033095" y="5185941"/>
                  </a:lnTo>
                  <a:lnTo>
                    <a:pt x="1033220" y="5185941"/>
                  </a:lnTo>
                  <a:lnTo>
                    <a:pt x="1033345" y="5185941"/>
                  </a:lnTo>
                  <a:lnTo>
                    <a:pt x="1033470" y="5185941"/>
                  </a:lnTo>
                  <a:lnTo>
                    <a:pt x="1033595" y="5185941"/>
                  </a:lnTo>
                  <a:lnTo>
                    <a:pt x="1033720" y="5185941"/>
                  </a:lnTo>
                  <a:lnTo>
                    <a:pt x="1033845" y="5185941"/>
                  </a:lnTo>
                  <a:lnTo>
                    <a:pt x="1033970" y="5185941"/>
                  </a:lnTo>
                  <a:lnTo>
                    <a:pt x="1034095" y="5185941"/>
                  </a:lnTo>
                  <a:lnTo>
                    <a:pt x="1034220" y="5185941"/>
                  </a:lnTo>
                  <a:lnTo>
                    <a:pt x="1034345" y="5185941"/>
                  </a:lnTo>
                  <a:lnTo>
                    <a:pt x="1034470" y="5185941"/>
                  </a:lnTo>
                  <a:lnTo>
                    <a:pt x="1034595" y="5185941"/>
                  </a:lnTo>
                  <a:lnTo>
                    <a:pt x="1034720" y="5185941"/>
                  </a:lnTo>
                  <a:lnTo>
                    <a:pt x="1034845" y="5185941"/>
                  </a:lnTo>
                  <a:lnTo>
                    <a:pt x="1034970" y="5185941"/>
                  </a:lnTo>
                  <a:lnTo>
                    <a:pt x="1035096" y="5185941"/>
                  </a:lnTo>
                  <a:lnTo>
                    <a:pt x="1035221" y="5185941"/>
                  </a:lnTo>
                  <a:lnTo>
                    <a:pt x="1035346" y="5185941"/>
                  </a:lnTo>
                  <a:lnTo>
                    <a:pt x="1035471" y="5185941"/>
                  </a:lnTo>
                  <a:lnTo>
                    <a:pt x="1035596" y="5185941"/>
                  </a:lnTo>
                  <a:lnTo>
                    <a:pt x="1035721" y="5185941"/>
                  </a:lnTo>
                  <a:lnTo>
                    <a:pt x="1035846" y="5185941"/>
                  </a:lnTo>
                  <a:lnTo>
                    <a:pt x="1035971" y="5185941"/>
                  </a:lnTo>
                  <a:lnTo>
                    <a:pt x="1036096" y="5185941"/>
                  </a:lnTo>
                  <a:lnTo>
                    <a:pt x="1036221" y="5185941"/>
                  </a:lnTo>
                  <a:lnTo>
                    <a:pt x="1036346" y="5185941"/>
                  </a:lnTo>
                  <a:lnTo>
                    <a:pt x="1036346" y="5175987"/>
                  </a:lnTo>
                  <a:lnTo>
                    <a:pt x="1036471" y="5175987"/>
                  </a:lnTo>
                  <a:lnTo>
                    <a:pt x="1036596" y="5175987"/>
                  </a:lnTo>
                  <a:lnTo>
                    <a:pt x="1036721" y="5175987"/>
                  </a:lnTo>
                  <a:lnTo>
                    <a:pt x="1036846" y="5175987"/>
                  </a:lnTo>
                  <a:lnTo>
                    <a:pt x="1036971" y="5175987"/>
                  </a:lnTo>
                  <a:lnTo>
                    <a:pt x="1037096" y="5175987"/>
                  </a:lnTo>
                  <a:lnTo>
                    <a:pt x="1037221" y="5175987"/>
                  </a:lnTo>
                  <a:lnTo>
                    <a:pt x="1037346" y="5175987"/>
                  </a:lnTo>
                  <a:lnTo>
                    <a:pt x="1037471" y="5175987"/>
                  </a:lnTo>
                  <a:lnTo>
                    <a:pt x="1037596" y="5175987"/>
                  </a:lnTo>
                  <a:lnTo>
                    <a:pt x="1037721" y="5175987"/>
                  </a:lnTo>
                  <a:lnTo>
                    <a:pt x="1037846" y="5175987"/>
                  </a:lnTo>
                  <a:lnTo>
                    <a:pt x="1037971" y="5175987"/>
                  </a:lnTo>
                  <a:lnTo>
                    <a:pt x="1038097" y="5175987"/>
                  </a:lnTo>
                  <a:lnTo>
                    <a:pt x="1038222" y="5175987"/>
                  </a:lnTo>
                  <a:lnTo>
                    <a:pt x="1038347" y="5175987"/>
                  </a:lnTo>
                  <a:lnTo>
                    <a:pt x="1038472" y="5175987"/>
                  </a:lnTo>
                  <a:lnTo>
                    <a:pt x="1038597" y="5175987"/>
                  </a:lnTo>
                  <a:lnTo>
                    <a:pt x="1038722" y="5175987"/>
                  </a:lnTo>
                  <a:lnTo>
                    <a:pt x="1038847" y="5175987"/>
                  </a:lnTo>
                  <a:lnTo>
                    <a:pt x="1038972" y="5175987"/>
                  </a:lnTo>
                  <a:lnTo>
                    <a:pt x="1039097" y="5175987"/>
                  </a:lnTo>
                  <a:lnTo>
                    <a:pt x="1039222" y="5175987"/>
                  </a:lnTo>
                  <a:lnTo>
                    <a:pt x="1039347" y="5175987"/>
                  </a:lnTo>
                  <a:lnTo>
                    <a:pt x="1039472" y="5175987"/>
                  </a:lnTo>
                  <a:lnTo>
                    <a:pt x="1039597" y="5175987"/>
                  </a:lnTo>
                  <a:lnTo>
                    <a:pt x="1039722" y="5175987"/>
                  </a:lnTo>
                  <a:lnTo>
                    <a:pt x="1039847" y="5175987"/>
                  </a:lnTo>
                  <a:lnTo>
                    <a:pt x="1039972" y="5175987"/>
                  </a:lnTo>
                  <a:lnTo>
                    <a:pt x="1040097" y="5175987"/>
                  </a:lnTo>
                  <a:lnTo>
                    <a:pt x="1040222" y="5175987"/>
                  </a:lnTo>
                  <a:lnTo>
                    <a:pt x="1040347" y="5175987"/>
                  </a:lnTo>
                  <a:lnTo>
                    <a:pt x="1040472" y="5175987"/>
                  </a:lnTo>
                  <a:lnTo>
                    <a:pt x="1040597" y="5175987"/>
                  </a:lnTo>
                  <a:lnTo>
                    <a:pt x="1040722" y="5175987"/>
                  </a:lnTo>
                  <a:lnTo>
                    <a:pt x="1040847" y="5175987"/>
                  </a:lnTo>
                  <a:lnTo>
                    <a:pt x="1040972" y="5175987"/>
                  </a:lnTo>
                  <a:lnTo>
                    <a:pt x="1041098" y="5175987"/>
                  </a:lnTo>
                  <a:lnTo>
                    <a:pt x="1041223" y="5175987"/>
                  </a:lnTo>
                  <a:lnTo>
                    <a:pt x="1041348" y="5175987"/>
                  </a:lnTo>
                  <a:lnTo>
                    <a:pt x="1041473" y="5175987"/>
                  </a:lnTo>
                  <a:lnTo>
                    <a:pt x="1041598" y="5175987"/>
                  </a:lnTo>
                  <a:lnTo>
                    <a:pt x="1041723" y="5175987"/>
                  </a:lnTo>
                  <a:lnTo>
                    <a:pt x="1041848" y="5175987"/>
                  </a:lnTo>
                  <a:lnTo>
                    <a:pt x="1041973" y="5175987"/>
                  </a:lnTo>
                  <a:lnTo>
                    <a:pt x="1042098" y="5175987"/>
                  </a:lnTo>
                  <a:lnTo>
                    <a:pt x="1042223" y="5175987"/>
                  </a:lnTo>
                  <a:lnTo>
                    <a:pt x="1042348" y="5175987"/>
                  </a:lnTo>
                  <a:lnTo>
                    <a:pt x="1042473" y="5175987"/>
                  </a:lnTo>
                  <a:lnTo>
                    <a:pt x="1042598" y="5175987"/>
                  </a:lnTo>
                  <a:lnTo>
                    <a:pt x="1042723" y="5175987"/>
                  </a:lnTo>
                  <a:lnTo>
                    <a:pt x="1042848" y="5175987"/>
                  </a:lnTo>
                  <a:lnTo>
                    <a:pt x="1042973" y="5175987"/>
                  </a:lnTo>
                  <a:lnTo>
                    <a:pt x="1043098" y="5175987"/>
                  </a:lnTo>
                  <a:lnTo>
                    <a:pt x="1043223" y="5175987"/>
                  </a:lnTo>
                  <a:lnTo>
                    <a:pt x="1043348" y="5175987"/>
                  </a:lnTo>
                  <a:lnTo>
                    <a:pt x="1043473" y="5175987"/>
                  </a:lnTo>
                  <a:lnTo>
                    <a:pt x="1043598" y="5175987"/>
                  </a:lnTo>
                  <a:lnTo>
                    <a:pt x="1043723" y="5175987"/>
                  </a:lnTo>
                  <a:lnTo>
                    <a:pt x="1043848" y="5175987"/>
                  </a:lnTo>
                  <a:lnTo>
                    <a:pt x="1043973" y="5175987"/>
                  </a:lnTo>
                  <a:lnTo>
                    <a:pt x="1044099" y="5175987"/>
                  </a:lnTo>
                  <a:lnTo>
                    <a:pt x="1044224" y="5175987"/>
                  </a:lnTo>
                  <a:lnTo>
                    <a:pt x="1044349" y="5175987"/>
                  </a:lnTo>
                  <a:lnTo>
                    <a:pt x="1044474" y="5175987"/>
                  </a:lnTo>
                  <a:lnTo>
                    <a:pt x="1044599" y="5175987"/>
                  </a:lnTo>
                  <a:lnTo>
                    <a:pt x="1044724" y="5175987"/>
                  </a:lnTo>
                  <a:lnTo>
                    <a:pt x="1044849" y="5175987"/>
                  </a:lnTo>
                  <a:lnTo>
                    <a:pt x="1044974" y="5175987"/>
                  </a:lnTo>
                  <a:lnTo>
                    <a:pt x="1045099" y="5175987"/>
                  </a:lnTo>
                  <a:lnTo>
                    <a:pt x="1045224" y="5175987"/>
                  </a:lnTo>
                  <a:lnTo>
                    <a:pt x="1045349" y="5175987"/>
                  </a:lnTo>
                  <a:lnTo>
                    <a:pt x="1045474" y="5175987"/>
                  </a:lnTo>
                  <a:lnTo>
                    <a:pt x="1045599" y="5175987"/>
                  </a:lnTo>
                  <a:lnTo>
                    <a:pt x="1045724" y="5175987"/>
                  </a:lnTo>
                  <a:lnTo>
                    <a:pt x="1045849" y="5175987"/>
                  </a:lnTo>
                  <a:lnTo>
                    <a:pt x="1045974" y="5175987"/>
                  </a:lnTo>
                  <a:lnTo>
                    <a:pt x="1046099" y="5175987"/>
                  </a:lnTo>
                  <a:lnTo>
                    <a:pt x="1046224" y="5175987"/>
                  </a:lnTo>
                  <a:lnTo>
                    <a:pt x="1046349" y="5175987"/>
                  </a:lnTo>
                  <a:lnTo>
                    <a:pt x="1046474" y="5175987"/>
                  </a:lnTo>
                  <a:lnTo>
                    <a:pt x="1046599" y="5175987"/>
                  </a:lnTo>
                  <a:lnTo>
                    <a:pt x="1046724" y="5175987"/>
                  </a:lnTo>
                  <a:lnTo>
                    <a:pt x="1046849" y="5175987"/>
                  </a:lnTo>
                  <a:lnTo>
                    <a:pt x="1046974" y="5175987"/>
                  </a:lnTo>
                  <a:lnTo>
                    <a:pt x="1047100" y="5175987"/>
                  </a:lnTo>
                  <a:lnTo>
                    <a:pt x="1047225" y="5175987"/>
                  </a:lnTo>
                  <a:lnTo>
                    <a:pt x="1047350" y="5175987"/>
                  </a:lnTo>
                  <a:lnTo>
                    <a:pt x="1047475" y="5175987"/>
                  </a:lnTo>
                  <a:lnTo>
                    <a:pt x="1047600" y="5175987"/>
                  </a:lnTo>
                  <a:lnTo>
                    <a:pt x="1047725" y="5175987"/>
                  </a:lnTo>
                  <a:lnTo>
                    <a:pt x="1047850" y="5175987"/>
                  </a:lnTo>
                  <a:lnTo>
                    <a:pt x="1047975" y="5175987"/>
                  </a:lnTo>
                  <a:lnTo>
                    <a:pt x="1048100" y="5175987"/>
                  </a:lnTo>
                  <a:lnTo>
                    <a:pt x="1048225" y="5175987"/>
                  </a:lnTo>
                  <a:lnTo>
                    <a:pt x="1048350" y="5175987"/>
                  </a:lnTo>
                  <a:lnTo>
                    <a:pt x="1048475" y="5175987"/>
                  </a:lnTo>
                  <a:lnTo>
                    <a:pt x="1048600" y="5175987"/>
                  </a:lnTo>
                  <a:lnTo>
                    <a:pt x="1048725" y="5175987"/>
                  </a:lnTo>
                  <a:lnTo>
                    <a:pt x="1048850" y="5175987"/>
                  </a:lnTo>
                  <a:lnTo>
                    <a:pt x="1048975" y="5175987"/>
                  </a:lnTo>
                  <a:lnTo>
                    <a:pt x="1049100" y="5175987"/>
                  </a:lnTo>
                  <a:lnTo>
                    <a:pt x="1049225" y="5175987"/>
                  </a:lnTo>
                  <a:lnTo>
                    <a:pt x="1049350" y="5175987"/>
                  </a:lnTo>
                  <a:lnTo>
                    <a:pt x="1049475" y="5175987"/>
                  </a:lnTo>
                  <a:lnTo>
                    <a:pt x="1049600" y="5175987"/>
                  </a:lnTo>
                  <a:lnTo>
                    <a:pt x="1049725" y="5175987"/>
                  </a:lnTo>
                  <a:lnTo>
                    <a:pt x="1049850" y="5175987"/>
                  </a:lnTo>
                  <a:lnTo>
                    <a:pt x="1049976" y="5175987"/>
                  </a:lnTo>
                  <a:lnTo>
                    <a:pt x="1050101" y="5175987"/>
                  </a:lnTo>
                  <a:lnTo>
                    <a:pt x="1050226" y="5175987"/>
                  </a:lnTo>
                  <a:lnTo>
                    <a:pt x="1050351" y="5175987"/>
                  </a:lnTo>
                  <a:lnTo>
                    <a:pt x="1050476" y="5175987"/>
                  </a:lnTo>
                  <a:lnTo>
                    <a:pt x="1050601" y="5175987"/>
                  </a:lnTo>
                  <a:lnTo>
                    <a:pt x="1050726" y="5175987"/>
                  </a:lnTo>
                  <a:lnTo>
                    <a:pt x="1050851" y="5175987"/>
                  </a:lnTo>
                  <a:lnTo>
                    <a:pt x="1050976" y="5175987"/>
                  </a:lnTo>
                  <a:lnTo>
                    <a:pt x="1051101" y="5175987"/>
                  </a:lnTo>
                  <a:lnTo>
                    <a:pt x="1051226" y="5175987"/>
                  </a:lnTo>
                  <a:lnTo>
                    <a:pt x="1051351" y="5175987"/>
                  </a:lnTo>
                  <a:lnTo>
                    <a:pt x="1051476" y="5175987"/>
                  </a:lnTo>
                  <a:lnTo>
                    <a:pt x="1051601" y="5175987"/>
                  </a:lnTo>
                  <a:lnTo>
                    <a:pt x="1051726" y="5175987"/>
                  </a:lnTo>
                  <a:lnTo>
                    <a:pt x="1051851" y="5175987"/>
                  </a:lnTo>
                  <a:lnTo>
                    <a:pt x="1051976" y="5175987"/>
                  </a:lnTo>
                  <a:lnTo>
                    <a:pt x="1052101" y="5175987"/>
                  </a:lnTo>
                  <a:lnTo>
                    <a:pt x="1052226" y="5175987"/>
                  </a:lnTo>
                  <a:lnTo>
                    <a:pt x="1052351" y="5175987"/>
                  </a:lnTo>
                  <a:lnTo>
                    <a:pt x="1052476" y="5175987"/>
                  </a:lnTo>
                  <a:lnTo>
                    <a:pt x="1052601" y="5175987"/>
                  </a:lnTo>
                  <a:lnTo>
                    <a:pt x="1052726" y="5175987"/>
                  </a:lnTo>
                  <a:lnTo>
                    <a:pt x="1052851" y="5175987"/>
                  </a:lnTo>
                  <a:lnTo>
                    <a:pt x="1052977" y="5175987"/>
                  </a:lnTo>
                  <a:lnTo>
                    <a:pt x="1053102" y="5175987"/>
                  </a:lnTo>
                  <a:lnTo>
                    <a:pt x="1053227" y="5175987"/>
                  </a:lnTo>
                  <a:lnTo>
                    <a:pt x="1053352" y="5175987"/>
                  </a:lnTo>
                  <a:lnTo>
                    <a:pt x="1053477" y="5175987"/>
                  </a:lnTo>
                  <a:lnTo>
                    <a:pt x="1053602" y="5175987"/>
                  </a:lnTo>
                  <a:lnTo>
                    <a:pt x="1053727" y="5175987"/>
                  </a:lnTo>
                  <a:lnTo>
                    <a:pt x="1053852" y="5175987"/>
                  </a:lnTo>
                  <a:lnTo>
                    <a:pt x="1053977" y="5175987"/>
                  </a:lnTo>
                  <a:lnTo>
                    <a:pt x="1054102" y="5175987"/>
                  </a:lnTo>
                  <a:lnTo>
                    <a:pt x="1054227" y="5175987"/>
                  </a:lnTo>
                  <a:lnTo>
                    <a:pt x="1054352" y="5175987"/>
                  </a:lnTo>
                  <a:lnTo>
                    <a:pt x="1054477" y="5175987"/>
                  </a:lnTo>
                  <a:lnTo>
                    <a:pt x="1054602" y="5175987"/>
                  </a:lnTo>
                  <a:lnTo>
                    <a:pt x="1054727" y="5175987"/>
                  </a:lnTo>
                  <a:lnTo>
                    <a:pt x="1054852" y="5175987"/>
                  </a:lnTo>
                  <a:lnTo>
                    <a:pt x="1054977" y="5175987"/>
                  </a:lnTo>
                  <a:lnTo>
                    <a:pt x="1055102" y="5175987"/>
                  </a:lnTo>
                  <a:lnTo>
                    <a:pt x="1055227" y="5175987"/>
                  </a:lnTo>
                  <a:lnTo>
                    <a:pt x="1055352" y="5175987"/>
                  </a:lnTo>
                  <a:lnTo>
                    <a:pt x="1055477" y="5175987"/>
                  </a:lnTo>
                  <a:lnTo>
                    <a:pt x="1055602" y="5175987"/>
                  </a:lnTo>
                  <a:lnTo>
                    <a:pt x="1055727" y="5175987"/>
                  </a:lnTo>
                  <a:lnTo>
                    <a:pt x="1055852" y="5175987"/>
                  </a:lnTo>
                  <a:lnTo>
                    <a:pt x="1055978" y="5175987"/>
                  </a:lnTo>
                  <a:lnTo>
                    <a:pt x="1056103" y="5175987"/>
                  </a:lnTo>
                  <a:lnTo>
                    <a:pt x="1056228" y="5175987"/>
                  </a:lnTo>
                  <a:lnTo>
                    <a:pt x="1056353" y="5175987"/>
                  </a:lnTo>
                  <a:lnTo>
                    <a:pt x="1056478" y="5175987"/>
                  </a:lnTo>
                  <a:lnTo>
                    <a:pt x="1056603" y="5175987"/>
                  </a:lnTo>
                  <a:lnTo>
                    <a:pt x="1056728" y="5175987"/>
                  </a:lnTo>
                  <a:lnTo>
                    <a:pt x="1056853" y="5175987"/>
                  </a:lnTo>
                  <a:lnTo>
                    <a:pt x="1056978" y="5175987"/>
                  </a:lnTo>
                  <a:lnTo>
                    <a:pt x="1057103" y="5175987"/>
                  </a:lnTo>
                  <a:lnTo>
                    <a:pt x="1057228" y="5175987"/>
                  </a:lnTo>
                  <a:lnTo>
                    <a:pt x="1057353" y="5175987"/>
                  </a:lnTo>
                  <a:lnTo>
                    <a:pt x="1057478" y="5175987"/>
                  </a:lnTo>
                  <a:lnTo>
                    <a:pt x="1057603" y="5175987"/>
                  </a:lnTo>
                  <a:lnTo>
                    <a:pt x="1057728" y="5175987"/>
                  </a:lnTo>
                  <a:lnTo>
                    <a:pt x="1057853" y="5175987"/>
                  </a:lnTo>
                  <a:lnTo>
                    <a:pt x="1057978" y="5175987"/>
                  </a:lnTo>
                  <a:lnTo>
                    <a:pt x="1058103" y="5175987"/>
                  </a:lnTo>
                  <a:lnTo>
                    <a:pt x="1058228" y="5175987"/>
                  </a:lnTo>
                  <a:lnTo>
                    <a:pt x="1058353" y="5175987"/>
                  </a:lnTo>
                  <a:lnTo>
                    <a:pt x="1058478" y="5175987"/>
                  </a:lnTo>
                  <a:lnTo>
                    <a:pt x="1058603" y="5175987"/>
                  </a:lnTo>
                  <a:lnTo>
                    <a:pt x="1058728" y="5175987"/>
                  </a:lnTo>
                  <a:lnTo>
                    <a:pt x="1058853" y="5175987"/>
                  </a:lnTo>
                  <a:lnTo>
                    <a:pt x="1058979" y="5175987"/>
                  </a:lnTo>
                  <a:lnTo>
                    <a:pt x="1059104" y="5175987"/>
                  </a:lnTo>
                  <a:lnTo>
                    <a:pt x="1059229" y="5175987"/>
                  </a:lnTo>
                  <a:lnTo>
                    <a:pt x="1059354" y="5175987"/>
                  </a:lnTo>
                  <a:lnTo>
                    <a:pt x="1059479" y="5175987"/>
                  </a:lnTo>
                  <a:lnTo>
                    <a:pt x="1059604" y="5175987"/>
                  </a:lnTo>
                  <a:lnTo>
                    <a:pt x="1059729" y="5175987"/>
                  </a:lnTo>
                  <a:lnTo>
                    <a:pt x="1059854" y="5175987"/>
                  </a:lnTo>
                  <a:lnTo>
                    <a:pt x="1059979" y="5175987"/>
                  </a:lnTo>
                  <a:lnTo>
                    <a:pt x="1060104" y="5175987"/>
                  </a:lnTo>
                  <a:lnTo>
                    <a:pt x="1060229" y="5175987"/>
                  </a:lnTo>
                  <a:lnTo>
                    <a:pt x="1060354" y="5175987"/>
                  </a:lnTo>
                  <a:lnTo>
                    <a:pt x="1060479" y="5175987"/>
                  </a:lnTo>
                  <a:lnTo>
                    <a:pt x="1060604" y="5175987"/>
                  </a:lnTo>
                  <a:lnTo>
                    <a:pt x="1060729" y="5175987"/>
                  </a:lnTo>
                  <a:lnTo>
                    <a:pt x="1060854" y="5175987"/>
                  </a:lnTo>
                  <a:lnTo>
                    <a:pt x="1060979" y="5175987"/>
                  </a:lnTo>
                  <a:lnTo>
                    <a:pt x="1061104" y="5175987"/>
                  </a:lnTo>
                  <a:lnTo>
                    <a:pt x="1061229" y="5175987"/>
                  </a:lnTo>
                  <a:lnTo>
                    <a:pt x="1061354" y="5175987"/>
                  </a:lnTo>
                  <a:lnTo>
                    <a:pt x="1061479" y="5175987"/>
                  </a:lnTo>
                  <a:lnTo>
                    <a:pt x="1061604" y="5175987"/>
                  </a:lnTo>
                  <a:lnTo>
                    <a:pt x="1061729" y="5175987"/>
                  </a:lnTo>
                  <a:lnTo>
                    <a:pt x="1061854" y="5175987"/>
                  </a:lnTo>
                  <a:lnTo>
                    <a:pt x="1061980" y="5175987"/>
                  </a:lnTo>
                  <a:lnTo>
                    <a:pt x="1062105" y="5175987"/>
                  </a:lnTo>
                  <a:lnTo>
                    <a:pt x="1062230" y="5175987"/>
                  </a:lnTo>
                  <a:lnTo>
                    <a:pt x="1062355" y="5175987"/>
                  </a:lnTo>
                  <a:lnTo>
                    <a:pt x="1062480" y="5175987"/>
                  </a:lnTo>
                  <a:lnTo>
                    <a:pt x="1062605" y="5175987"/>
                  </a:lnTo>
                  <a:lnTo>
                    <a:pt x="1062730" y="5175987"/>
                  </a:lnTo>
                  <a:lnTo>
                    <a:pt x="1062855" y="5175987"/>
                  </a:lnTo>
                  <a:lnTo>
                    <a:pt x="1062980" y="5175987"/>
                  </a:lnTo>
                  <a:lnTo>
                    <a:pt x="1063105" y="5175987"/>
                  </a:lnTo>
                  <a:lnTo>
                    <a:pt x="1063230" y="5175987"/>
                  </a:lnTo>
                  <a:lnTo>
                    <a:pt x="1063355" y="5175987"/>
                  </a:lnTo>
                  <a:lnTo>
                    <a:pt x="1063355" y="5166033"/>
                  </a:lnTo>
                  <a:lnTo>
                    <a:pt x="1063480" y="5166033"/>
                  </a:lnTo>
                  <a:lnTo>
                    <a:pt x="1063605" y="5166033"/>
                  </a:lnTo>
                  <a:lnTo>
                    <a:pt x="1063730" y="5166033"/>
                  </a:lnTo>
                  <a:lnTo>
                    <a:pt x="1063855" y="5166033"/>
                  </a:lnTo>
                  <a:lnTo>
                    <a:pt x="1063980" y="5166033"/>
                  </a:lnTo>
                  <a:lnTo>
                    <a:pt x="1064105" y="5166033"/>
                  </a:lnTo>
                  <a:lnTo>
                    <a:pt x="1064230" y="5166033"/>
                  </a:lnTo>
                  <a:lnTo>
                    <a:pt x="1064355" y="5166033"/>
                  </a:lnTo>
                  <a:lnTo>
                    <a:pt x="1064480" y="5166033"/>
                  </a:lnTo>
                  <a:lnTo>
                    <a:pt x="1064605" y="5166033"/>
                  </a:lnTo>
                  <a:lnTo>
                    <a:pt x="1064730" y="5166033"/>
                  </a:lnTo>
                  <a:lnTo>
                    <a:pt x="1064855" y="5166033"/>
                  </a:lnTo>
                  <a:lnTo>
                    <a:pt x="1064981" y="5166033"/>
                  </a:lnTo>
                  <a:lnTo>
                    <a:pt x="1065106" y="5166033"/>
                  </a:lnTo>
                  <a:lnTo>
                    <a:pt x="1065231" y="5166033"/>
                  </a:lnTo>
                  <a:lnTo>
                    <a:pt x="1065356" y="5166033"/>
                  </a:lnTo>
                  <a:lnTo>
                    <a:pt x="1065481" y="5166033"/>
                  </a:lnTo>
                  <a:lnTo>
                    <a:pt x="1065606" y="5166033"/>
                  </a:lnTo>
                  <a:lnTo>
                    <a:pt x="1065731" y="5166033"/>
                  </a:lnTo>
                  <a:lnTo>
                    <a:pt x="1065856" y="5166033"/>
                  </a:lnTo>
                  <a:lnTo>
                    <a:pt x="1065981" y="5166033"/>
                  </a:lnTo>
                  <a:lnTo>
                    <a:pt x="1066106" y="5166033"/>
                  </a:lnTo>
                  <a:lnTo>
                    <a:pt x="1066231" y="5166033"/>
                  </a:lnTo>
                  <a:lnTo>
                    <a:pt x="1066356" y="5166033"/>
                  </a:lnTo>
                  <a:lnTo>
                    <a:pt x="1066481" y="5166033"/>
                  </a:lnTo>
                  <a:lnTo>
                    <a:pt x="1066606" y="5166033"/>
                  </a:lnTo>
                  <a:lnTo>
                    <a:pt x="1066731" y="5166033"/>
                  </a:lnTo>
                  <a:lnTo>
                    <a:pt x="1066856" y="5166033"/>
                  </a:lnTo>
                  <a:lnTo>
                    <a:pt x="1066981" y="5166033"/>
                  </a:lnTo>
                  <a:lnTo>
                    <a:pt x="1067106" y="5166033"/>
                  </a:lnTo>
                  <a:lnTo>
                    <a:pt x="1067231" y="5166033"/>
                  </a:lnTo>
                  <a:lnTo>
                    <a:pt x="1067356" y="5166033"/>
                  </a:lnTo>
                  <a:lnTo>
                    <a:pt x="1067481" y="5166033"/>
                  </a:lnTo>
                  <a:lnTo>
                    <a:pt x="1067606" y="5166033"/>
                  </a:lnTo>
                  <a:lnTo>
                    <a:pt x="1067731" y="5166033"/>
                  </a:lnTo>
                  <a:lnTo>
                    <a:pt x="1067856" y="5166033"/>
                  </a:lnTo>
                  <a:lnTo>
                    <a:pt x="1067982" y="5166033"/>
                  </a:lnTo>
                  <a:lnTo>
                    <a:pt x="1068107" y="5166033"/>
                  </a:lnTo>
                  <a:lnTo>
                    <a:pt x="1068232" y="5166033"/>
                  </a:lnTo>
                  <a:lnTo>
                    <a:pt x="1068357" y="5166033"/>
                  </a:lnTo>
                  <a:lnTo>
                    <a:pt x="1068482" y="5166033"/>
                  </a:lnTo>
                  <a:lnTo>
                    <a:pt x="1068607" y="5166033"/>
                  </a:lnTo>
                  <a:lnTo>
                    <a:pt x="1068732" y="5166033"/>
                  </a:lnTo>
                  <a:lnTo>
                    <a:pt x="1068857" y="5166033"/>
                  </a:lnTo>
                  <a:lnTo>
                    <a:pt x="1068982" y="5166033"/>
                  </a:lnTo>
                  <a:lnTo>
                    <a:pt x="1069107" y="5166033"/>
                  </a:lnTo>
                  <a:lnTo>
                    <a:pt x="1069107" y="5156080"/>
                  </a:lnTo>
                  <a:lnTo>
                    <a:pt x="1069232" y="5156080"/>
                  </a:lnTo>
                  <a:lnTo>
                    <a:pt x="1069357" y="5156080"/>
                  </a:lnTo>
                  <a:lnTo>
                    <a:pt x="1069482" y="5156080"/>
                  </a:lnTo>
                  <a:lnTo>
                    <a:pt x="1069607" y="5156080"/>
                  </a:lnTo>
                  <a:lnTo>
                    <a:pt x="1069732" y="5156080"/>
                  </a:lnTo>
                  <a:lnTo>
                    <a:pt x="1069857" y="5156080"/>
                  </a:lnTo>
                  <a:lnTo>
                    <a:pt x="1069982" y="5156080"/>
                  </a:lnTo>
                  <a:lnTo>
                    <a:pt x="1070107" y="5156080"/>
                  </a:lnTo>
                  <a:lnTo>
                    <a:pt x="1070232" y="5156080"/>
                  </a:lnTo>
                  <a:lnTo>
                    <a:pt x="1070357" y="5156080"/>
                  </a:lnTo>
                  <a:lnTo>
                    <a:pt x="1070482" y="5156080"/>
                  </a:lnTo>
                  <a:lnTo>
                    <a:pt x="1070607" y="5156080"/>
                  </a:lnTo>
                  <a:lnTo>
                    <a:pt x="1070732" y="5156080"/>
                  </a:lnTo>
                  <a:lnTo>
                    <a:pt x="1070857" y="5156080"/>
                  </a:lnTo>
                  <a:lnTo>
                    <a:pt x="1070983" y="5156080"/>
                  </a:lnTo>
                  <a:lnTo>
                    <a:pt x="1071108" y="5156080"/>
                  </a:lnTo>
                  <a:lnTo>
                    <a:pt x="1071233" y="5156080"/>
                  </a:lnTo>
                  <a:lnTo>
                    <a:pt x="1071358" y="5156080"/>
                  </a:lnTo>
                  <a:lnTo>
                    <a:pt x="1071483" y="5156080"/>
                  </a:lnTo>
                  <a:lnTo>
                    <a:pt x="1071608" y="5156080"/>
                  </a:lnTo>
                  <a:lnTo>
                    <a:pt x="1071733" y="5156080"/>
                  </a:lnTo>
                  <a:lnTo>
                    <a:pt x="1071858" y="5156080"/>
                  </a:lnTo>
                  <a:lnTo>
                    <a:pt x="1071983" y="5156080"/>
                  </a:lnTo>
                  <a:lnTo>
                    <a:pt x="1072108" y="5156080"/>
                  </a:lnTo>
                  <a:lnTo>
                    <a:pt x="1072233" y="5156080"/>
                  </a:lnTo>
                  <a:lnTo>
                    <a:pt x="1072358" y="5156080"/>
                  </a:lnTo>
                  <a:lnTo>
                    <a:pt x="1072483" y="5156080"/>
                  </a:lnTo>
                  <a:lnTo>
                    <a:pt x="1072608" y="5156080"/>
                  </a:lnTo>
                  <a:lnTo>
                    <a:pt x="1072733" y="5156080"/>
                  </a:lnTo>
                  <a:lnTo>
                    <a:pt x="1072858" y="5156080"/>
                  </a:lnTo>
                  <a:lnTo>
                    <a:pt x="1072983" y="5156080"/>
                  </a:lnTo>
                  <a:lnTo>
                    <a:pt x="1073108" y="5156080"/>
                  </a:lnTo>
                  <a:lnTo>
                    <a:pt x="1073233" y="5156080"/>
                  </a:lnTo>
                  <a:lnTo>
                    <a:pt x="1073358" y="5156080"/>
                  </a:lnTo>
                  <a:lnTo>
                    <a:pt x="1073483" y="5156080"/>
                  </a:lnTo>
                  <a:lnTo>
                    <a:pt x="1073608" y="5156080"/>
                  </a:lnTo>
                  <a:lnTo>
                    <a:pt x="1073733" y="5156080"/>
                  </a:lnTo>
                  <a:lnTo>
                    <a:pt x="1073858" y="5156080"/>
                  </a:lnTo>
                  <a:lnTo>
                    <a:pt x="1073984" y="5156080"/>
                  </a:lnTo>
                  <a:lnTo>
                    <a:pt x="1074109" y="5156080"/>
                  </a:lnTo>
                  <a:lnTo>
                    <a:pt x="1074234" y="5156080"/>
                  </a:lnTo>
                  <a:lnTo>
                    <a:pt x="1074359" y="5156080"/>
                  </a:lnTo>
                  <a:lnTo>
                    <a:pt x="1074484" y="5156080"/>
                  </a:lnTo>
                  <a:lnTo>
                    <a:pt x="1074609" y="5156080"/>
                  </a:lnTo>
                  <a:lnTo>
                    <a:pt x="1074734" y="5156080"/>
                  </a:lnTo>
                  <a:lnTo>
                    <a:pt x="1074859" y="5156080"/>
                  </a:lnTo>
                  <a:lnTo>
                    <a:pt x="1074859" y="5146126"/>
                  </a:lnTo>
                  <a:lnTo>
                    <a:pt x="1074984" y="5146126"/>
                  </a:lnTo>
                  <a:lnTo>
                    <a:pt x="1075109" y="5146126"/>
                  </a:lnTo>
                  <a:lnTo>
                    <a:pt x="1075234" y="5146126"/>
                  </a:lnTo>
                  <a:lnTo>
                    <a:pt x="1075359" y="5146126"/>
                  </a:lnTo>
                  <a:lnTo>
                    <a:pt x="1075484" y="5146126"/>
                  </a:lnTo>
                  <a:lnTo>
                    <a:pt x="1075609" y="5146126"/>
                  </a:lnTo>
                  <a:lnTo>
                    <a:pt x="1075734" y="5146126"/>
                  </a:lnTo>
                  <a:lnTo>
                    <a:pt x="1075859" y="5146126"/>
                  </a:lnTo>
                  <a:lnTo>
                    <a:pt x="1075984" y="5146126"/>
                  </a:lnTo>
                  <a:lnTo>
                    <a:pt x="1076109" y="5146126"/>
                  </a:lnTo>
                  <a:lnTo>
                    <a:pt x="1076234" y="5146126"/>
                  </a:lnTo>
                  <a:lnTo>
                    <a:pt x="1076359" y="5146126"/>
                  </a:lnTo>
                  <a:lnTo>
                    <a:pt x="1076484" y="5146126"/>
                  </a:lnTo>
                  <a:lnTo>
                    <a:pt x="1076609" y="5146126"/>
                  </a:lnTo>
                  <a:lnTo>
                    <a:pt x="1076734" y="5146126"/>
                  </a:lnTo>
                  <a:lnTo>
                    <a:pt x="1076859" y="5146126"/>
                  </a:lnTo>
                  <a:lnTo>
                    <a:pt x="1076985" y="5146126"/>
                  </a:lnTo>
                  <a:lnTo>
                    <a:pt x="1077110" y="5146126"/>
                  </a:lnTo>
                  <a:lnTo>
                    <a:pt x="1077235" y="5146126"/>
                  </a:lnTo>
                  <a:lnTo>
                    <a:pt x="1077360" y="5146126"/>
                  </a:lnTo>
                  <a:lnTo>
                    <a:pt x="1077485" y="5146126"/>
                  </a:lnTo>
                  <a:lnTo>
                    <a:pt x="1077610" y="5146126"/>
                  </a:lnTo>
                  <a:lnTo>
                    <a:pt x="1077735" y="5146126"/>
                  </a:lnTo>
                  <a:lnTo>
                    <a:pt x="1077860" y="5146126"/>
                  </a:lnTo>
                  <a:lnTo>
                    <a:pt x="1077985" y="5146126"/>
                  </a:lnTo>
                  <a:lnTo>
                    <a:pt x="1078110" y="5146126"/>
                  </a:lnTo>
                  <a:lnTo>
                    <a:pt x="1078235" y="5146126"/>
                  </a:lnTo>
                  <a:lnTo>
                    <a:pt x="1078360" y="5146126"/>
                  </a:lnTo>
                  <a:lnTo>
                    <a:pt x="1078485" y="5146126"/>
                  </a:lnTo>
                  <a:lnTo>
                    <a:pt x="1078610" y="5146126"/>
                  </a:lnTo>
                  <a:lnTo>
                    <a:pt x="1078735" y="5146126"/>
                  </a:lnTo>
                  <a:lnTo>
                    <a:pt x="1078860" y="5146126"/>
                  </a:lnTo>
                  <a:lnTo>
                    <a:pt x="1078985" y="5146126"/>
                  </a:lnTo>
                  <a:lnTo>
                    <a:pt x="1079110" y="5146126"/>
                  </a:lnTo>
                  <a:lnTo>
                    <a:pt x="1079235" y="5146126"/>
                  </a:lnTo>
                  <a:lnTo>
                    <a:pt x="1079360" y="5146126"/>
                  </a:lnTo>
                  <a:lnTo>
                    <a:pt x="1079485" y="5146126"/>
                  </a:lnTo>
                  <a:lnTo>
                    <a:pt x="1079610" y="5146126"/>
                  </a:lnTo>
                  <a:lnTo>
                    <a:pt x="1079735" y="5146126"/>
                  </a:lnTo>
                  <a:lnTo>
                    <a:pt x="1079860" y="5146126"/>
                  </a:lnTo>
                  <a:lnTo>
                    <a:pt x="1079986" y="5146126"/>
                  </a:lnTo>
                  <a:lnTo>
                    <a:pt x="1080111" y="5146126"/>
                  </a:lnTo>
                  <a:lnTo>
                    <a:pt x="1080236" y="5146126"/>
                  </a:lnTo>
                  <a:lnTo>
                    <a:pt x="1080361" y="5146126"/>
                  </a:lnTo>
                  <a:lnTo>
                    <a:pt x="1080486" y="5146126"/>
                  </a:lnTo>
                  <a:lnTo>
                    <a:pt x="1080611" y="5146126"/>
                  </a:lnTo>
                  <a:lnTo>
                    <a:pt x="1080736" y="5146126"/>
                  </a:lnTo>
                  <a:lnTo>
                    <a:pt x="1080861" y="5146126"/>
                  </a:lnTo>
                  <a:lnTo>
                    <a:pt x="1080986" y="5146126"/>
                  </a:lnTo>
                  <a:lnTo>
                    <a:pt x="1081111" y="5146126"/>
                  </a:lnTo>
                  <a:lnTo>
                    <a:pt x="1081236" y="5146126"/>
                  </a:lnTo>
                  <a:lnTo>
                    <a:pt x="1081361" y="5146126"/>
                  </a:lnTo>
                  <a:lnTo>
                    <a:pt x="1081486" y="5146126"/>
                  </a:lnTo>
                  <a:lnTo>
                    <a:pt x="1081611" y="5146126"/>
                  </a:lnTo>
                  <a:lnTo>
                    <a:pt x="1081736" y="5146126"/>
                  </a:lnTo>
                  <a:lnTo>
                    <a:pt x="1081861" y="5146126"/>
                  </a:lnTo>
                  <a:lnTo>
                    <a:pt x="1081986" y="5146126"/>
                  </a:lnTo>
                  <a:lnTo>
                    <a:pt x="1082111" y="5146126"/>
                  </a:lnTo>
                  <a:lnTo>
                    <a:pt x="1082236" y="5146126"/>
                  </a:lnTo>
                  <a:lnTo>
                    <a:pt x="1082361" y="5146126"/>
                  </a:lnTo>
                  <a:lnTo>
                    <a:pt x="1082486" y="5146126"/>
                  </a:lnTo>
                  <a:lnTo>
                    <a:pt x="1082611" y="5146126"/>
                  </a:lnTo>
                  <a:lnTo>
                    <a:pt x="1082736" y="5146126"/>
                  </a:lnTo>
                  <a:lnTo>
                    <a:pt x="1082861" y="5146126"/>
                  </a:lnTo>
                  <a:lnTo>
                    <a:pt x="1082987" y="5146126"/>
                  </a:lnTo>
                  <a:lnTo>
                    <a:pt x="1083112" y="5146126"/>
                  </a:lnTo>
                  <a:lnTo>
                    <a:pt x="1083237" y="5146126"/>
                  </a:lnTo>
                  <a:lnTo>
                    <a:pt x="1083362" y="5146126"/>
                  </a:lnTo>
                  <a:lnTo>
                    <a:pt x="1083487" y="5146126"/>
                  </a:lnTo>
                  <a:lnTo>
                    <a:pt x="1083612" y="5146126"/>
                  </a:lnTo>
                  <a:lnTo>
                    <a:pt x="1083737" y="5146126"/>
                  </a:lnTo>
                  <a:lnTo>
                    <a:pt x="1083862" y="5146126"/>
                  </a:lnTo>
                  <a:lnTo>
                    <a:pt x="1083987" y="5146126"/>
                  </a:lnTo>
                  <a:lnTo>
                    <a:pt x="1084112" y="5146126"/>
                  </a:lnTo>
                  <a:lnTo>
                    <a:pt x="1084237" y="5146126"/>
                  </a:lnTo>
                  <a:lnTo>
                    <a:pt x="1084362" y="5146126"/>
                  </a:lnTo>
                  <a:lnTo>
                    <a:pt x="1084487" y="5146126"/>
                  </a:lnTo>
                  <a:lnTo>
                    <a:pt x="1084487" y="5136172"/>
                  </a:lnTo>
                  <a:lnTo>
                    <a:pt x="1084612" y="5136172"/>
                  </a:lnTo>
                  <a:lnTo>
                    <a:pt x="1084737" y="5136172"/>
                  </a:lnTo>
                  <a:lnTo>
                    <a:pt x="1084862" y="5136172"/>
                  </a:lnTo>
                  <a:lnTo>
                    <a:pt x="1084987" y="5136172"/>
                  </a:lnTo>
                  <a:lnTo>
                    <a:pt x="1085112" y="5136172"/>
                  </a:lnTo>
                  <a:lnTo>
                    <a:pt x="1085237" y="5136172"/>
                  </a:lnTo>
                  <a:lnTo>
                    <a:pt x="1085362" y="5136172"/>
                  </a:lnTo>
                  <a:lnTo>
                    <a:pt x="1085487" y="5136172"/>
                  </a:lnTo>
                  <a:lnTo>
                    <a:pt x="1085612" y="5136172"/>
                  </a:lnTo>
                  <a:lnTo>
                    <a:pt x="1085737" y="5136172"/>
                  </a:lnTo>
                  <a:lnTo>
                    <a:pt x="1085862" y="5136172"/>
                  </a:lnTo>
                  <a:lnTo>
                    <a:pt x="1085988" y="5136172"/>
                  </a:lnTo>
                  <a:lnTo>
                    <a:pt x="1086113" y="5136172"/>
                  </a:lnTo>
                  <a:lnTo>
                    <a:pt x="1086238" y="5136172"/>
                  </a:lnTo>
                  <a:lnTo>
                    <a:pt x="1086363" y="5136172"/>
                  </a:lnTo>
                  <a:lnTo>
                    <a:pt x="1086488" y="5136172"/>
                  </a:lnTo>
                  <a:lnTo>
                    <a:pt x="1086613" y="5136172"/>
                  </a:lnTo>
                  <a:lnTo>
                    <a:pt x="1086738" y="5136172"/>
                  </a:lnTo>
                  <a:lnTo>
                    <a:pt x="1086863" y="5136172"/>
                  </a:lnTo>
                  <a:lnTo>
                    <a:pt x="1086988" y="5136172"/>
                  </a:lnTo>
                  <a:lnTo>
                    <a:pt x="1087113" y="5136172"/>
                  </a:lnTo>
                  <a:lnTo>
                    <a:pt x="1087238" y="5136172"/>
                  </a:lnTo>
                  <a:lnTo>
                    <a:pt x="1087363" y="5136172"/>
                  </a:lnTo>
                  <a:lnTo>
                    <a:pt x="1087363" y="5126218"/>
                  </a:lnTo>
                  <a:lnTo>
                    <a:pt x="1087488" y="5126218"/>
                  </a:lnTo>
                  <a:lnTo>
                    <a:pt x="1087613" y="5126218"/>
                  </a:lnTo>
                  <a:lnTo>
                    <a:pt x="1087738" y="5126218"/>
                  </a:lnTo>
                  <a:lnTo>
                    <a:pt x="1087863" y="5126218"/>
                  </a:lnTo>
                  <a:lnTo>
                    <a:pt x="1087988" y="5126218"/>
                  </a:lnTo>
                  <a:lnTo>
                    <a:pt x="1088113" y="5126218"/>
                  </a:lnTo>
                  <a:lnTo>
                    <a:pt x="1088238" y="5126218"/>
                  </a:lnTo>
                  <a:lnTo>
                    <a:pt x="1088363" y="5126218"/>
                  </a:lnTo>
                  <a:lnTo>
                    <a:pt x="1088488" y="5126218"/>
                  </a:lnTo>
                  <a:lnTo>
                    <a:pt x="1088613" y="5126218"/>
                  </a:lnTo>
                  <a:lnTo>
                    <a:pt x="1088738" y="5126218"/>
                  </a:lnTo>
                  <a:lnTo>
                    <a:pt x="1088864" y="5126218"/>
                  </a:lnTo>
                  <a:lnTo>
                    <a:pt x="1088989" y="5126218"/>
                  </a:lnTo>
                  <a:lnTo>
                    <a:pt x="1089114" y="5126218"/>
                  </a:lnTo>
                  <a:lnTo>
                    <a:pt x="1089239" y="5126218"/>
                  </a:lnTo>
                  <a:lnTo>
                    <a:pt x="1089364" y="5126218"/>
                  </a:lnTo>
                  <a:lnTo>
                    <a:pt x="1089489" y="5126218"/>
                  </a:lnTo>
                  <a:lnTo>
                    <a:pt x="1089614" y="5126218"/>
                  </a:lnTo>
                  <a:lnTo>
                    <a:pt x="1089739" y="5126218"/>
                  </a:lnTo>
                  <a:lnTo>
                    <a:pt x="1089864" y="5126218"/>
                  </a:lnTo>
                  <a:lnTo>
                    <a:pt x="1089989" y="5126218"/>
                  </a:lnTo>
                  <a:lnTo>
                    <a:pt x="1090114" y="5126218"/>
                  </a:lnTo>
                  <a:lnTo>
                    <a:pt x="1090239" y="5126218"/>
                  </a:lnTo>
                  <a:lnTo>
                    <a:pt x="1090364" y="5126218"/>
                  </a:lnTo>
                  <a:lnTo>
                    <a:pt x="1090489" y="5126218"/>
                  </a:lnTo>
                  <a:lnTo>
                    <a:pt x="1090614" y="5126218"/>
                  </a:lnTo>
                  <a:lnTo>
                    <a:pt x="1090739" y="5126218"/>
                  </a:lnTo>
                  <a:lnTo>
                    <a:pt x="1090864" y="5126218"/>
                  </a:lnTo>
                  <a:lnTo>
                    <a:pt x="1090989" y="5126218"/>
                  </a:lnTo>
                  <a:lnTo>
                    <a:pt x="1091114" y="5126218"/>
                  </a:lnTo>
                  <a:lnTo>
                    <a:pt x="1091239" y="5126218"/>
                  </a:lnTo>
                  <a:lnTo>
                    <a:pt x="1091364" y="5126218"/>
                  </a:lnTo>
                  <a:lnTo>
                    <a:pt x="1091489" y="5126218"/>
                  </a:lnTo>
                  <a:lnTo>
                    <a:pt x="1091614" y="5126218"/>
                  </a:lnTo>
                  <a:lnTo>
                    <a:pt x="1091739" y="5126218"/>
                  </a:lnTo>
                  <a:lnTo>
                    <a:pt x="1091865" y="5126218"/>
                  </a:lnTo>
                  <a:lnTo>
                    <a:pt x="1091990" y="5126218"/>
                  </a:lnTo>
                  <a:lnTo>
                    <a:pt x="1092115" y="5126218"/>
                  </a:lnTo>
                  <a:lnTo>
                    <a:pt x="1092240" y="5126218"/>
                  </a:lnTo>
                  <a:lnTo>
                    <a:pt x="1092365" y="5126218"/>
                  </a:lnTo>
                  <a:lnTo>
                    <a:pt x="1092490" y="5126218"/>
                  </a:lnTo>
                  <a:lnTo>
                    <a:pt x="1092615" y="5126218"/>
                  </a:lnTo>
                  <a:lnTo>
                    <a:pt x="1092740" y="5126218"/>
                  </a:lnTo>
                  <a:lnTo>
                    <a:pt x="1092865" y="5126218"/>
                  </a:lnTo>
                  <a:lnTo>
                    <a:pt x="1092990" y="5126218"/>
                  </a:lnTo>
                  <a:lnTo>
                    <a:pt x="1093115" y="5126218"/>
                  </a:lnTo>
                  <a:lnTo>
                    <a:pt x="1093240" y="5126218"/>
                  </a:lnTo>
                  <a:lnTo>
                    <a:pt x="1093365" y="5126218"/>
                  </a:lnTo>
                  <a:lnTo>
                    <a:pt x="1093490" y="5126218"/>
                  </a:lnTo>
                  <a:lnTo>
                    <a:pt x="1093615" y="5126218"/>
                  </a:lnTo>
                  <a:lnTo>
                    <a:pt x="1093740" y="5126218"/>
                  </a:lnTo>
                  <a:lnTo>
                    <a:pt x="1093865" y="5126218"/>
                  </a:lnTo>
                  <a:lnTo>
                    <a:pt x="1093990" y="5126218"/>
                  </a:lnTo>
                  <a:lnTo>
                    <a:pt x="1094115" y="5126218"/>
                  </a:lnTo>
                  <a:lnTo>
                    <a:pt x="1094240" y="5126218"/>
                  </a:lnTo>
                  <a:lnTo>
                    <a:pt x="1094365" y="5126218"/>
                  </a:lnTo>
                  <a:lnTo>
                    <a:pt x="1094490" y="5126218"/>
                  </a:lnTo>
                  <a:lnTo>
                    <a:pt x="1094615" y="5126218"/>
                  </a:lnTo>
                  <a:lnTo>
                    <a:pt x="1094740" y="5126218"/>
                  </a:lnTo>
                  <a:lnTo>
                    <a:pt x="1094866" y="5126218"/>
                  </a:lnTo>
                  <a:lnTo>
                    <a:pt x="1094991" y="5126218"/>
                  </a:lnTo>
                  <a:lnTo>
                    <a:pt x="1095116" y="5126218"/>
                  </a:lnTo>
                  <a:lnTo>
                    <a:pt x="1095241" y="5126218"/>
                  </a:lnTo>
                  <a:lnTo>
                    <a:pt x="1095366" y="5126218"/>
                  </a:lnTo>
                  <a:lnTo>
                    <a:pt x="1095491" y="5126218"/>
                  </a:lnTo>
                  <a:lnTo>
                    <a:pt x="1095616" y="5126218"/>
                  </a:lnTo>
                  <a:lnTo>
                    <a:pt x="1095741" y="5126218"/>
                  </a:lnTo>
                  <a:lnTo>
                    <a:pt x="1095866" y="5126218"/>
                  </a:lnTo>
                  <a:lnTo>
                    <a:pt x="1095991" y="5126218"/>
                  </a:lnTo>
                  <a:lnTo>
                    <a:pt x="1096116" y="5126218"/>
                  </a:lnTo>
                  <a:lnTo>
                    <a:pt x="1096241" y="5126218"/>
                  </a:lnTo>
                  <a:lnTo>
                    <a:pt x="1096366" y="5126218"/>
                  </a:lnTo>
                  <a:lnTo>
                    <a:pt x="1096491" y="5126218"/>
                  </a:lnTo>
                  <a:lnTo>
                    <a:pt x="1096616" y="5126218"/>
                  </a:lnTo>
                  <a:lnTo>
                    <a:pt x="1096741" y="5126218"/>
                  </a:lnTo>
                  <a:lnTo>
                    <a:pt x="1096866" y="5126218"/>
                  </a:lnTo>
                  <a:lnTo>
                    <a:pt x="1096991" y="5126218"/>
                  </a:lnTo>
                  <a:lnTo>
                    <a:pt x="1097116" y="5126218"/>
                  </a:lnTo>
                  <a:lnTo>
                    <a:pt x="1097241" y="5126218"/>
                  </a:lnTo>
                  <a:lnTo>
                    <a:pt x="1097366" y="5126218"/>
                  </a:lnTo>
                  <a:lnTo>
                    <a:pt x="1097491" y="5126218"/>
                  </a:lnTo>
                  <a:lnTo>
                    <a:pt x="1097616" y="5126218"/>
                  </a:lnTo>
                  <a:lnTo>
                    <a:pt x="1097741" y="5126218"/>
                  </a:lnTo>
                  <a:lnTo>
                    <a:pt x="1097867" y="5126218"/>
                  </a:lnTo>
                  <a:lnTo>
                    <a:pt x="1097992" y="5126218"/>
                  </a:lnTo>
                  <a:lnTo>
                    <a:pt x="1098117" y="5126218"/>
                  </a:lnTo>
                  <a:lnTo>
                    <a:pt x="1098242" y="5126218"/>
                  </a:lnTo>
                  <a:lnTo>
                    <a:pt x="1098367" y="5126218"/>
                  </a:lnTo>
                  <a:lnTo>
                    <a:pt x="1098492" y="5126218"/>
                  </a:lnTo>
                  <a:lnTo>
                    <a:pt x="1098617" y="5126218"/>
                  </a:lnTo>
                  <a:lnTo>
                    <a:pt x="1098742" y="5126218"/>
                  </a:lnTo>
                  <a:lnTo>
                    <a:pt x="1098867" y="5126218"/>
                  </a:lnTo>
                  <a:lnTo>
                    <a:pt x="1098992" y="5126218"/>
                  </a:lnTo>
                  <a:lnTo>
                    <a:pt x="1099117" y="5126218"/>
                  </a:lnTo>
                  <a:lnTo>
                    <a:pt x="1099242" y="5126218"/>
                  </a:lnTo>
                  <a:lnTo>
                    <a:pt x="1099367" y="5126218"/>
                  </a:lnTo>
                  <a:lnTo>
                    <a:pt x="1099492" y="5126218"/>
                  </a:lnTo>
                  <a:lnTo>
                    <a:pt x="1099617" y="5126218"/>
                  </a:lnTo>
                  <a:lnTo>
                    <a:pt x="1099742" y="5126218"/>
                  </a:lnTo>
                  <a:lnTo>
                    <a:pt x="1099867" y="5126218"/>
                  </a:lnTo>
                  <a:lnTo>
                    <a:pt x="1099992" y="5126218"/>
                  </a:lnTo>
                  <a:lnTo>
                    <a:pt x="1100117" y="5126218"/>
                  </a:lnTo>
                  <a:lnTo>
                    <a:pt x="1100117" y="5116264"/>
                  </a:lnTo>
                  <a:lnTo>
                    <a:pt x="1100242" y="5116264"/>
                  </a:lnTo>
                  <a:lnTo>
                    <a:pt x="1100367" y="5116264"/>
                  </a:lnTo>
                  <a:lnTo>
                    <a:pt x="1100492" y="5116264"/>
                  </a:lnTo>
                  <a:lnTo>
                    <a:pt x="1100617" y="5116264"/>
                  </a:lnTo>
                  <a:lnTo>
                    <a:pt x="1100742" y="5116264"/>
                  </a:lnTo>
                  <a:lnTo>
                    <a:pt x="1100868" y="5116264"/>
                  </a:lnTo>
                  <a:lnTo>
                    <a:pt x="1100993" y="5116264"/>
                  </a:lnTo>
                  <a:lnTo>
                    <a:pt x="1101118" y="5116264"/>
                  </a:lnTo>
                  <a:lnTo>
                    <a:pt x="1101243" y="5116264"/>
                  </a:lnTo>
                  <a:lnTo>
                    <a:pt x="1101368" y="5116264"/>
                  </a:lnTo>
                  <a:lnTo>
                    <a:pt x="1101493" y="5116264"/>
                  </a:lnTo>
                  <a:lnTo>
                    <a:pt x="1101618" y="5116264"/>
                  </a:lnTo>
                  <a:lnTo>
                    <a:pt x="1101743" y="5116264"/>
                  </a:lnTo>
                  <a:lnTo>
                    <a:pt x="1101868" y="5116264"/>
                  </a:lnTo>
                  <a:lnTo>
                    <a:pt x="1101993" y="5116264"/>
                  </a:lnTo>
                  <a:lnTo>
                    <a:pt x="1102118" y="5116264"/>
                  </a:lnTo>
                  <a:lnTo>
                    <a:pt x="1102243" y="5116264"/>
                  </a:lnTo>
                  <a:lnTo>
                    <a:pt x="1102368" y="5116264"/>
                  </a:lnTo>
                  <a:lnTo>
                    <a:pt x="1102493" y="5116264"/>
                  </a:lnTo>
                  <a:lnTo>
                    <a:pt x="1102618" y="5116264"/>
                  </a:lnTo>
                  <a:lnTo>
                    <a:pt x="1102743" y="5116264"/>
                  </a:lnTo>
                  <a:lnTo>
                    <a:pt x="1102868" y="5116264"/>
                  </a:lnTo>
                  <a:lnTo>
                    <a:pt x="1102993" y="5116264"/>
                  </a:lnTo>
                  <a:lnTo>
                    <a:pt x="1103118" y="5116264"/>
                  </a:lnTo>
                  <a:lnTo>
                    <a:pt x="1103243" y="5116264"/>
                  </a:lnTo>
                  <a:lnTo>
                    <a:pt x="1103368" y="5116264"/>
                  </a:lnTo>
                  <a:lnTo>
                    <a:pt x="1103493" y="5116264"/>
                  </a:lnTo>
                  <a:lnTo>
                    <a:pt x="1103618" y="5116264"/>
                  </a:lnTo>
                  <a:lnTo>
                    <a:pt x="1103743" y="5116264"/>
                  </a:lnTo>
                  <a:lnTo>
                    <a:pt x="1103869" y="5116264"/>
                  </a:lnTo>
                  <a:lnTo>
                    <a:pt x="1103994" y="5116264"/>
                  </a:lnTo>
                  <a:lnTo>
                    <a:pt x="1104119" y="5116264"/>
                  </a:lnTo>
                  <a:lnTo>
                    <a:pt x="1104244" y="5116264"/>
                  </a:lnTo>
                  <a:lnTo>
                    <a:pt x="1104369" y="5116264"/>
                  </a:lnTo>
                  <a:lnTo>
                    <a:pt x="1104369" y="5106311"/>
                  </a:lnTo>
                  <a:lnTo>
                    <a:pt x="1104494" y="5106311"/>
                  </a:lnTo>
                  <a:lnTo>
                    <a:pt x="1104619" y="5106311"/>
                  </a:lnTo>
                  <a:lnTo>
                    <a:pt x="1104744" y="5106311"/>
                  </a:lnTo>
                  <a:lnTo>
                    <a:pt x="1104869" y="5106311"/>
                  </a:lnTo>
                  <a:lnTo>
                    <a:pt x="1104994" y="5106311"/>
                  </a:lnTo>
                  <a:lnTo>
                    <a:pt x="1105119" y="5106311"/>
                  </a:lnTo>
                  <a:lnTo>
                    <a:pt x="1105244" y="5106311"/>
                  </a:lnTo>
                  <a:lnTo>
                    <a:pt x="1105244" y="5096357"/>
                  </a:lnTo>
                  <a:lnTo>
                    <a:pt x="1105369" y="5096357"/>
                  </a:lnTo>
                  <a:lnTo>
                    <a:pt x="1105494" y="5096357"/>
                  </a:lnTo>
                  <a:lnTo>
                    <a:pt x="1105619" y="5096357"/>
                  </a:lnTo>
                  <a:lnTo>
                    <a:pt x="1105744" y="5096357"/>
                  </a:lnTo>
                  <a:lnTo>
                    <a:pt x="1105869" y="5096357"/>
                  </a:lnTo>
                  <a:lnTo>
                    <a:pt x="1105994" y="5096357"/>
                  </a:lnTo>
                  <a:lnTo>
                    <a:pt x="1106119" y="5096357"/>
                  </a:lnTo>
                  <a:lnTo>
                    <a:pt x="1106244" y="5096357"/>
                  </a:lnTo>
                  <a:lnTo>
                    <a:pt x="1106369" y="5096357"/>
                  </a:lnTo>
                  <a:lnTo>
                    <a:pt x="1106494" y="5096357"/>
                  </a:lnTo>
                  <a:lnTo>
                    <a:pt x="1106619" y="5096357"/>
                  </a:lnTo>
                  <a:lnTo>
                    <a:pt x="1106744" y="5096357"/>
                  </a:lnTo>
                  <a:lnTo>
                    <a:pt x="1106870" y="5096357"/>
                  </a:lnTo>
                  <a:lnTo>
                    <a:pt x="1106995" y="5096357"/>
                  </a:lnTo>
                  <a:lnTo>
                    <a:pt x="1107120" y="5096357"/>
                  </a:lnTo>
                  <a:lnTo>
                    <a:pt x="1107245" y="5096357"/>
                  </a:lnTo>
                  <a:lnTo>
                    <a:pt x="1107370" y="5096357"/>
                  </a:lnTo>
                  <a:lnTo>
                    <a:pt x="1107495" y="5096357"/>
                  </a:lnTo>
                  <a:lnTo>
                    <a:pt x="1107620" y="5096357"/>
                  </a:lnTo>
                  <a:lnTo>
                    <a:pt x="1107745" y="5096357"/>
                  </a:lnTo>
                  <a:lnTo>
                    <a:pt x="1107870" y="5096357"/>
                  </a:lnTo>
                  <a:lnTo>
                    <a:pt x="1107995" y="5096357"/>
                  </a:lnTo>
                  <a:lnTo>
                    <a:pt x="1108120" y="5096357"/>
                  </a:lnTo>
                  <a:lnTo>
                    <a:pt x="1108245" y="5096357"/>
                  </a:lnTo>
                  <a:lnTo>
                    <a:pt x="1108370" y="5096357"/>
                  </a:lnTo>
                  <a:lnTo>
                    <a:pt x="1108495" y="5096357"/>
                  </a:lnTo>
                  <a:lnTo>
                    <a:pt x="1108620" y="5096357"/>
                  </a:lnTo>
                  <a:lnTo>
                    <a:pt x="1108745" y="5096357"/>
                  </a:lnTo>
                  <a:lnTo>
                    <a:pt x="1108745" y="5086403"/>
                  </a:lnTo>
                  <a:lnTo>
                    <a:pt x="1108870" y="5086403"/>
                  </a:lnTo>
                  <a:lnTo>
                    <a:pt x="1108995" y="5086403"/>
                  </a:lnTo>
                  <a:lnTo>
                    <a:pt x="1109120" y="5086403"/>
                  </a:lnTo>
                  <a:lnTo>
                    <a:pt x="1109245" y="5086403"/>
                  </a:lnTo>
                  <a:lnTo>
                    <a:pt x="1109370" y="5086403"/>
                  </a:lnTo>
                  <a:lnTo>
                    <a:pt x="1109495" y="5086403"/>
                  </a:lnTo>
                  <a:lnTo>
                    <a:pt x="1109620" y="5086403"/>
                  </a:lnTo>
                  <a:lnTo>
                    <a:pt x="1109745" y="5086403"/>
                  </a:lnTo>
                  <a:lnTo>
                    <a:pt x="1109871" y="5086403"/>
                  </a:lnTo>
                  <a:lnTo>
                    <a:pt x="1109996" y="5086403"/>
                  </a:lnTo>
                  <a:lnTo>
                    <a:pt x="1110121" y="5086403"/>
                  </a:lnTo>
                  <a:lnTo>
                    <a:pt x="1110246" y="5086403"/>
                  </a:lnTo>
                  <a:lnTo>
                    <a:pt x="1110371" y="5086403"/>
                  </a:lnTo>
                  <a:lnTo>
                    <a:pt x="1110496" y="5086403"/>
                  </a:lnTo>
                  <a:lnTo>
                    <a:pt x="1110621" y="5086403"/>
                  </a:lnTo>
                  <a:lnTo>
                    <a:pt x="1110746" y="5086403"/>
                  </a:lnTo>
                  <a:lnTo>
                    <a:pt x="1110871" y="5086403"/>
                  </a:lnTo>
                  <a:lnTo>
                    <a:pt x="1110996" y="5086403"/>
                  </a:lnTo>
                  <a:lnTo>
                    <a:pt x="1111121" y="5086403"/>
                  </a:lnTo>
                  <a:lnTo>
                    <a:pt x="1111246" y="5086403"/>
                  </a:lnTo>
                  <a:lnTo>
                    <a:pt x="1111371" y="5086403"/>
                  </a:lnTo>
                  <a:lnTo>
                    <a:pt x="1111496" y="5086403"/>
                  </a:lnTo>
                  <a:lnTo>
                    <a:pt x="1111496" y="5076449"/>
                  </a:lnTo>
                  <a:lnTo>
                    <a:pt x="1111621" y="5076449"/>
                  </a:lnTo>
                  <a:lnTo>
                    <a:pt x="1111746" y="5076449"/>
                  </a:lnTo>
                  <a:lnTo>
                    <a:pt x="1111871" y="5076449"/>
                  </a:lnTo>
                  <a:lnTo>
                    <a:pt x="1111996" y="5076449"/>
                  </a:lnTo>
                  <a:lnTo>
                    <a:pt x="1112121" y="5076449"/>
                  </a:lnTo>
                  <a:lnTo>
                    <a:pt x="1112246" y="5076449"/>
                  </a:lnTo>
                  <a:lnTo>
                    <a:pt x="1112371" y="5076449"/>
                  </a:lnTo>
                  <a:lnTo>
                    <a:pt x="1112496" y="5076449"/>
                  </a:lnTo>
                  <a:lnTo>
                    <a:pt x="1112621" y="5076449"/>
                  </a:lnTo>
                  <a:lnTo>
                    <a:pt x="1112746" y="5076449"/>
                  </a:lnTo>
                  <a:lnTo>
                    <a:pt x="1112872" y="5076449"/>
                  </a:lnTo>
                  <a:lnTo>
                    <a:pt x="1112872" y="5066495"/>
                  </a:lnTo>
                  <a:lnTo>
                    <a:pt x="1112997" y="5066495"/>
                  </a:lnTo>
                  <a:lnTo>
                    <a:pt x="1113122" y="5066495"/>
                  </a:lnTo>
                  <a:lnTo>
                    <a:pt x="1113247" y="5066495"/>
                  </a:lnTo>
                  <a:lnTo>
                    <a:pt x="1113372" y="5066495"/>
                  </a:lnTo>
                  <a:lnTo>
                    <a:pt x="1113497" y="5066495"/>
                  </a:lnTo>
                  <a:lnTo>
                    <a:pt x="1113622" y="5066495"/>
                  </a:lnTo>
                  <a:lnTo>
                    <a:pt x="1113747" y="5066495"/>
                  </a:lnTo>
                  <a:lnTo>
                    <a:pt x="1113872" y="5066495"/>
                  </a:lnTo>
                  <a:lnTo>
                    <a:pt x="1113997" y="5066495"/>
                  </a:lnTo>
                  <a:lnTo>
                    <a:pt x="1114122" y="5066495"/>
                  </a:lnTo>
                  <a:lnTo>
                    <a:pt x="1114247" y="5066495"/>
                  </a:lnTo>
                  <a:lnTo>
                    <a:pt x="1114372" y="5066495"/>
                  </a:lnTo>
                  <a:lnTo>
                    <a:pt x="1114497" y="5066495"/>
                  </a:lnTo>
                  <a:lnTo>
                    <a:pt x="1114622" y="5066495"/>
                  </a:lnTo>
                  <a:lnTo>
                    <a:pt x="1114747" y="5066495"/>
                  </a:lnTo>
                  <a:lnTo>
                    <a:pt x="1114872" y="5066495"/>
                  </a:lnTo>
                  <a:lnTo>
                    <a:pt x="1114997" y="5066495"/>
                  </a:lnTo>
                  <a:lnTo>
                    <a:pt x="1115122" y="5066495"/>
                  </a:lnTo>
                  <a:lnTo>
                    <a:pt x="1115247" y="5066495"/>
                  </a:lnTo>
                  <a:lnTo>
                    <a:pt x="1115372" y="5066495"/>
                  </a:lnTo>
                  <a:lnTo>
                    <a:pt x="1115497" y="5066495"/>
                  </a:lnTo>
                  <a:lnTo>
                    <a:pt x="1115622" y="5066495"/>
                  </a:lnTo>
                  <a:lnTo>
                    <a:pt x="1115747" y="5066495"/>
                  </a:lnTo>
                  <a:lnTo>
                    <a:pt x="1115873" y="5066495"/>
                  </a:lnTo>
                  <a:lnTo>
                    <a:pt x="1115998" y="5066495"/>
                  </a:lnTo>
                  <a:lnTo>
                    <a:pt x="1116123" y="5066495"/>
                  </a:lnTo>
                  <a:lnTo>
                    <a:pt x="1116248" y="5066495"/>
                  </a:lnTo>
                  <a:lnTo>
                    <a:pt x="1116373" y="5066495"/>
                  </a:lnTo>
                  <a:lnTo>
                    <a:pt x="1116498" y="5066495"/>
                  </a:lnTo>
                  <a:lnTo>
                    <a:pt x="1116623" y="5066495"/>
                  </a:lnTo>
                  <a:lnTo>
                    <a:pt x="1116748" y="5066495"/>
                  </a:lnTo>
                  <a:lnTo>
                    <a:pt x="1116873" y="5066495"/>
                  </a:lnTo>
                  <a:lnTo>
                    <a:pt x="1116998" y="5066495"/>
                  </a:lnTo>
                  <a:lnTo>
                    <a:pt x="1117123" y="5066495"/>
                  </a:lnTo>
                  <a:lnTo>
                    <a:pt x="1117248" y="5066495"/>
                  </a:lnTo>
                  <a:lnTo>
                    <a:pt x="1117373" y="5066495"/>
                  </a:lnTo>
                  <a:lnTo>
                    <a:pt x="1117498" y="5066495"/>
                  </a:lnTo>
                  <a:lnTo>
                    <a:pt x="1117623" y="5066495"/>
                  </a:lnTo>
                  <a:lnTo>
                    <a:pt x="1117748" y="5066495"/>
                  </a:lnTo>
                  <a:lnTo>
                    <a:pt x="1117873" y="5066495"/>
                  </a:lnTo>
                  <a:lnTo>
                    <a:pt x="1117998" y="5066495"/>
                  </a:lnTo>
                  <a:lnTo>
                    <a:pt x="1118123" y="5066495"/>
                  </a:lnTo>
                  <a:lnTo>
                    <a:pt x="1118248" y="5066495"/>
                  </a:lnTo>
                  <a:lnTo>
                    <a:pt x="1118373" y="5066495"/>
                  </a:lnTo>
                  <a:lnTo>
                    <a:pt x="1118498" y="5066495"/>
                  </a:lnTo>
                  <a:lnTo>
                    <a:pt x="1118623" y="5066495"/>
                  </a:lnTo>
                  <a:lnTo>
                    <a:pt x="1118748" y="5066495"/>
                  </a:lnTo>
                  <a:lnTo>
                    <a:pt x="1118874" y="5066495"/>
                  </a:lnTo>
                  <a:lnTo>
                    <a:pt x="1118874" y="5056541"/>
                  </a:lnTo>
                  <a:lnTo>
                    <a:pt x="1118999" y="5056541"/>
                  </a:lnTo>
                  <a:lnTo>
                    <a:pt x="1119124" y="5056541"/>
                  </a:lnTo>
                  <a:lnTo>
                    <a:pt x="1119249" y="5056541"/>
                  </a:lnTo>
                  <a:lnTo>
                    <a:pt x="1119374" y="5056541"/>
                  </a:lnTo>
                  <a:lnTo>
                    <a:pt x="1119499" y="5056541"/>
                  </a:lnTo>
                  <a:lnTo>
                    <a:pt x="1119624" y="5056541"/>
                  </a:lnTo>
                  <a:lnTo>
                    <a:pt x="1119749" y="5056541"/>
                  </a:lnTo>
                  <a:lnTo>
                    <a:pt x="1119874" y="5056541"/>
                  </a:lnTo>
                  <a:lnTo>
                    <a:pt x="1119999" y="5056541"/>
                  </a:lnTo>
                  <a:lnTo>
                    <a:pt x="1120124" y="5056541"/>
                  </a:lnTo>
                  <a:lnTo>
                    <a:pt x="1120249" y="5056541"/>
                  </a:lnTo>
                  <a:lnTo>
                    <a:pt x="1120374" y="5056541"/>
                  </a:lnTo>
                  <a:lnTo>
                    <a:pt x="1120499" y="5056541"/>
                  </a:lnTo>
                  <a:lnTo>
                    <a:pt x="1120624" y="5056541"/>
                  </a:lnTo>
                  <a:lnTo>
                    <a:pt x="1120749" y="5056541"/>
                  </a:lnTo>
                  <a:lnTo>
                    <a:pt x="1120874" y="5056541"/>
                  </a:lnTo>
                  <a:lnTo>
                    <a:pt x="1120999" y="5056541"/>
                  </a:lnTo>
                  <a:lnTo>
                    <a:pt x="1121124" y="5056541"/>
                  </a:lnTo>
                  <a:lnTo>
                    <a:pt x="1121249" y="5056541"/>
                  </a:lnTo>
                  <a:lnTo>
                    <a:pt x="1121374" y="5056541"/>
                  </a:lnTo>
                  <a:lnTo>
                    <a:pt x="1121499" y="5056541"/>
                  </a:lnTo>
                  <a:lnTo>
                    <a:pt x="1121624" y="5056541"/>
                  </a:lnTo>
                  <a:lnTo>
                    <a:pt x="1121749" y="5056541"/>
                  </a:lnTo>
                  <a:lnTo>
                    <a:pt x="1121875" y="5056541"/>
                  </a:lnTo>
                  <a:lnTo>
                    <a:pt x="1122000" y="5056541"/>
                  </a:lnTo>
                  <a:lnTo>
                    <a:pt x="1122125" y="5056541"/>
                  </a:lnTo>
                  <a:lnTo>
                    <a:pt x="1122250" y="5056541"/>
                  </a:lnTo>
                  <a:lnTo>
                    <a:pt x="1122375" y="5056541"/>
                  </a:lnTo>
                  <a:lnTo>
                    <a:pt x="1122500" y="5056541"/>
                  </a:lnTo>
                  <a:lnTo>
                    <a:pt x="1122625" y="5056541"/>
                  </a:lnTo>
                  <a:lnTo>
                    <a:pt x="1122750" y="5056541"/>
                  </a:lnTo>
                  <a:lnTo>
                    <a:pt x="1122875" y="5056541"/>
                  </a:lnTo>
                  <a:lnTo>
                    <a:pt x="1123000" y="5056541"/>
                  </a:lnTo>
                  <a:lnTo>
                    <a:pt x="1123125" y="5056541"/>
                  </a:lnTo>
                  <a:lnTo>
                    <a:pt x="1123250" y="5056541"/>
                  </a:lnTo>
                  <a:lnTo>
                    <a:pt x="1123375" y="5056541"/>
                  </a:lnTo>
                  <a:lnTo>
                    <a:pt x="1123500" y="5056541"/>
                  </a:lnTo>
                  <a:lnTo>
                    <a:pt x="1123625" y="5056541"/>
                  </a:lnTo>
                  <a:lnTo>
                    <a:pt x="1123750" y="5056541"/>
                  </a:lnTo>
                  <a:lnTo>
                    <a:pt x="1123875" y="5056541"/>
                  </a:lnTo>
                  <a:lnTo>
                    <a:pt x="1124000" y="5056541"/>
                  </a:lnTo>
                  <a:lnTo>
                    <a:pt x="1124125" y="5056541"/>
                  </a:lnTo>
                  <a:lnTo>
                    <a:pt x="1124250" y="5056541"/>
                  </a:lnTo>
                  <a:lnTo>
                    <a:pt x="1124375" y="5056541"/>
                  </a:lnTo>
                  <a:lnTo>
                    <a:pt x="1124500" y="5056541"/>
                  </a:lnTo>
                  <a:lnTo>
                    <a:pt x="1124625" y="5056541"/>
                  </a:lnTo>
                  <a:lnTo>
                    <a:pt x="1124750" y="5056541"/>
                  </a:lnTo>
                  <a:lnTo>
                    <a:pt x="1124876" y="5056541"/>
                  </a:lnTo>
                  <a:lnTo>
                    <a:pt x="1125001" y="5056541"/>
                  </a:lnTo>
                  <a:lnTo>
                    <a:pt x="1125126" y="5056541"/>
                  </a:lnTo>
                  <a:lnTo>
                    <a:pt x="1125251" y="5056541"/>
                  </a:lnTo>
                  <a:lnTo>
                    <a:pt x="1125376" y="5056541"/>
                  </a:lnTo>
                  <a:lnTo>
                    <a:pt x="1125501" y="5056541"/>
                  </a:lnTo>
                  <a:lnTo>
                    <a:pt x="1125626" y="5056541"/>
                  </a:lnTo>
                  <a:lnTo>
                    <a:pt x="1125751" y="5056541"/>
                  </a:lnTo>
                  <a:lnTo>
                    <a:pt x="1125876" y="5056541"/>
                  </a:lnTo>
                  <a:lnTo>
                    <a:pt x="1126001" y="5056541"/>
                  </a:lnTo>
                  <a:lnTo>
                    <a:pt x="1126126" y="5056541"/>
                  </a:lnTo>
                  <a:lnTo>
                    <a:pt x="1126251" y="5056541"/>
                  </a:lnTo>
                  <a:lnTo>
                    <a:pt x="1126376" y="5056541"/>
                  </a:lnTo>
                  <a:lnTo>
                    <a:pt x="1126501" y="5056541"/>
                  </a:lnTo>
                  <a:lnTo>
                    <a:pt x="1126626" y="5056541"/>
                  </a:lnTo>
                  <a:lnTo>
                    <a:pt x="1126751" y="5056541"/>
                  </a:lnTo>
                  <a:lnTo>
                    <a:pt x="1126876" y="5056541"/>
                  </a:lnTo>
                  <a:lnTo>
                    <a:pt x="1127001" y="5056541"/>
                  </a:lnTo>
                  <a:lnTo>
                    <a:pt x="1127126" y="5056541"/>
                  </a:lnTo>
                  <a:lnTo>
                    <a:pt x="1127251" y="5056541"/>
                  </a:lnTo>
                  <a:lnTo>
                    <a:pt x="1127376" y="5056541"/>
                  </a:lnTo>
                  <a:lnTo>
                    <a:pt x="1127501" y="5056541"/>
                  </a:lnTo>
                  <a:lnTo>
                    <a:pt x="1127626" y="5056541"/>
                  </a:lnTo>
                  <a:lnTo>
                    <a:pt x="1127752" y="5056541"/>
                  </a:lnTo>
                  <a:lnTo>
                    <a:pt x="1127877" y="5056541"/>
                  </a:lnTo>
                  <a:lnTo>
                    <a:pt x="1128002" y="5056541"/>
                  </a:lnTo>
                  <a:lnTo>
                    <a:pt x="1128127" y="5056541"/>
                  </a:lnTo>
                  <a:lnTo>
                    <a:pt x="1128252" y="5056541"/>
                  </a:lnTo>
                  <a:lnTo>
                    <a:pt x="1128377" y="5056541"/>
                  </a:lnTo>
                  <a:lnTo>
                    <a:pt x="1128502" y="5056541"/>
                  </a:lnTo>
                  <a:lnTo>
                    <a:pt x="1128627" y="5056541"/>
                  </a:lnTo>
                  <a:lnTo>
                    <a:pt x="1128752" y="5056541"/>
                  </a:lnTo>
                  <a:lnTo>
                    <a:pt x="1128877" y="5056541"/>
                  </a:lnTo>
                  <a:lnTo>
                    <a:pt x="1129002" y="5056541"/>
                  </a:lnTo>
                  <a:lnTo>
                    <a:pt x="1129127" y="5056541"/>
                  </a:lnTo>
                  <a:lnTo>
                    <a:pt x="1129252" y="5056541"/>
                  </a:lnTo>
                  <a:lnTo>
                    <a:pt x="1129377" y="5056541"/>
                  </a:lnTo>
                  <a:lnTo>
                    <a:pt x="1129502" y="5056541"/>
                  </a:lnTo>
                  <a:lnTo>
                    <a:pt x="1129627" y="5056541"/>
                  </a:lnTo>
                  <a:lnTo>
                    <a:pt x="1129752" y="5056541"/>
                  </a:lnTo>
                  <a:lnTo>
                    <a:pt x="1129877" y="5056541"/>
                  </a:lnTo>
                  <a:lnTo>
                    <a:pt x="1130002" y="5056541"/>
                  </a:lnTo>
                  <a:lnTo>
                    <a:pt x="1130127" y="5056541"/>
                  </a:lnTo>
                  <a:lnTo>
                    <a:pt x="1130252" y="5056541"/>
                  </a:lnTo>
                  <a:lnTo>
                    <a:pt x="1130377" y="5056541"/>
                  </a:lnTo>
                  <a:lnTo>
                    <a:pt x="1130502" y="5056541"/>
                  </a:lnTo>
                  <a:lnTo>
                    <a:pt x="1130627" y="5056541"/>
                  </a:lnTo>
                  <a:lnTo>
                    <a:pt x="1130753" y="5056541"/>
                  </a:lnTo>
                  <a:lnTo>
                    <a:pt x="1130878" y="5056541"/>
                  </a:lnTo>
                  <a:lnTo>
                    <a:pt x="1131003" y="5056541"/>
                  </a:lnTo>
                  <a:lnTo>
                    <a:pt x="1131128" y="5056541"/>
                  </a:lnTo>
                  <a:lnTo>
                    <a:pt x="1131253" y="5056541"/>
                  </a:lnTo>
                  <a:lnTo>
                    <a:pt x="1131378" y="5056541"/>
                  </a:lnTo>
                  <a:lnTo>
                    <a:pt x="1131503" y="5056541"/>
                  </a:lnTo>
                  <a:lnTo>
                    <a:pt x="1131628" y="5056541"/>
                  </a:lnTo>
                  <a:lnTo>
                    <a:pt x="1131628" y="5046588"/>
                  </a:lnTo>
                  <a:lnTo>
                    <a:pt x="1131753" y="5046588"/>
                  </a:lnTo>
                  <a:lnTo>
                    <a:pt x="1131878" y="5046588"/>
                  </a:lnTo>
                  <a:lnTo>
                    <a:pt x="1132003" y="5046588"/>
                  </a:lnTo>
                  <a:lnTo>
                    <a:pt x="1132128" y="5046588"/>
                  </a:lnTo>
                  <a:lnTo>
                    <a:pt x="1132253" y="5046588"/>
                  </a:lnTo>
                  <a:lnTo>
                    <a:pt x="1132378" y="5046588"/>
                  </a:lnTo>
                  <a:lnTo>
                    <a:pt x="1132503" y="5046588"/>
                  </a:lnTo>
                  <a:lnTo>
                    <a:pt x="1132628" y="5046588"/>
                  </a:lnTo>
                  <a:lnTo>
                    <a:pt x="1132753" y="5046588"/>
                  </a:lnTo>
                  <a:lnTo>
                    <a:pt x="1132878" y="5046588"/>
                  </a:lnTo>
                  <a:lnTo>
                    <a:pt x="1133003" y="5046588"/>
                  </a:lnTo>
                  <a:lnTo>
                    <a:pt x="1133128" y="5046588"/>
                  </a:lnTo>
                  <a:lnTo>
                    <a:pt x="1133253" y="5046588"/>
                  </a:lnTo>
                  <a:lnTo>
                    <a:pt x="1133378" y="5046588"/>
                  </a:lnTo>
                  <a:lnTo>
                    <a:pt x="1133503" y="5046588"/>
                  </a:lnTo>
                  <a:lnTo>
                    <a:pt x="1133628" y="5046588"/>
                  </a:lnTo>
                  <a:lnTo>
                    <a:pt x="1133754" y="5046588"/>
                  </a:lnTo>
                  <a:lnTo>
                    <a:pt x="1133879" y="5046588"/>
                  </a:lnTo>
                  <a:lnTo>
                    <a:pt x="1134004" y="5046588"/>
                  </a:lnTo>
                  <a:lnTo>
                    <a:pt x="1134129" y="5046588"/>
                  </a:lnTo>
                  <a:lnTo>
                    <a:pt x="1134254" y="5046588"/>
                  </a:lnTo>
                  <a:lnTo>
                    <a:pt x="1134379" y="5046588"/>
                  </a:lnTo>
                  <a:lnTo>
                    <a:pt x="1134504" y="5046588"/>
                  </a:lnTo>
                  <a:lnTo>
                    <a:pt x="1134629" y="5046588"/>
                  </a:lnTo>
                  <a:lnTo>
                    <a:pt x="1134754" y="5046588"/>
                  </a:lnTo>
                  <a:lnTo>
                    <a:pt x="1134879" y="5046588"/>
                  </a:lnTo>
                  <a:lnTo>
                    <a:pt x="1135004" y="5046588"/>
                  </a:lnTo>
                  <a:lnTo>
                    <a:pt x="1135129" y="5046588"/>
                  </a:lnTo>
                  <a:lnTo>
                    <a:pt x="1135254" y="5046588"/>
                  </a:lnTo>
                  <a:lnTo>
                    <a:pt x="1135379" y="5046588"/>
                  </a:lnTo>
                  <a:lnTo>
                    <a:pt x="1135504" y="5046588"/>
                  </a:lnTo>
                  <a:lnTo>
                    <a:pt x="1135629" y="5046588"/>
                  </a:lnTo>
                  <a:lnTo>
                    <a:pt x="1135754" y="5046588"/>
                  </a:lnTo>
                  <a:lnTo>
                    <a:pt x="1135879" y="5046588"/>
                  </a:lnTo>
                  <a:lnTo>
                    <a:pt x="1136004" y="5046588"/>
                  </a:lnTo>
                  <a:lnTo>
                    <a:pt x="1136129" y="5046588"/>
                  </a:lnTo>
                  <a:lnTo>
                    <a:pt x="1136254" y="5046588"/>
                  </a:lnTo>
                  <a:lnTo>
                    <a:pt x="1136379" y="5046588"/>
                  </a:lnTo>
                  <a:lnTo>
                    <a:pt x="1136504" y="5046588"/>
                  </a:lnTo>
                  <a:lnTo>
                    <a:pt x="1136629" y="5046588"/>
                  </a:lnTo>
                  <a:lnTo>
                    <a:pt x="1136755" y="5046588"/>
                  </a:lnTo>
                  <a:lnTo>
                    <a:pt x="1136755" y="5036634"/>
                  </a:lnTo>
                  <a:lnTo>
                    <a:pt x="1136880" y="5036634"/>
                  </a:lnTo>
                  <a:lnTo>
                    <a:pt x="1137005" y="5036634"/>
                  </a:lnTo>
                  <a:lnTo>
                    <a:pt x="1137130" y="5036634"/>
                  </a:lnTo>
                  <a:lnTo>
                    <a:pt x="1137255" y="5036634"/>
                  </a:lnTo>
                  <a:lnTo>
                    <a:pt x="1137380" y="5036634"/>
                  </a:lnTo>
                  <a:lnTo>
                    <a:pt x="1137505" y="5036634"/>
                  </a:lnTo>
                  <a:lnTo>
                    <a:pt x="1137630" y="5036634"/>
                  </a:lnTo>
                  <a:lnTo>
                    <a:pt x="1137755" y="5036634"/>
                  </a:lnTo>
                  <a:lnTo>
                    <a:pt x="1137880" y="5036634"/>
                  </a:lnTo>
                  <a:lnTo>
                    <a:pt x="1138005" y="5036634"/>
                  </a:lnTo>
                  <a:lnTo>
                    <a:pt x="1138130" y="5036634"/>
                  </a:lnTo>
                  <a:lnTo>
                    <a:pt x="1138255" y="5036634"/>
                  </a:lnTo>
                  <a:lnTo>
                    <a:pt x="1138380" y="5036634"/>
                  </a:lnTo>
                  <a:lnTo>
                    <a:pt x="1138505" y="5036634"/>
                  </a:lnTo>
                  <a:lnTo>
                    <a:pt x="1138630" y="5036634"/>
                  </a:lnTo>
                  <a:lnTo>
                    <a:pt x="1138755" y="5036634"/>
                  </a:lnTo>
                  <a:lnTo>
                    <a:pt x="1138880" y="5036634"/>
                  </a:lnTo>
                  <a:lnTo>
                    <a:pt x="1139005" y="5036634"/>
                  </a:lnTo>
                  <a:lnTo>
                    <a:pt x="1139130" y="5036634"/>
                  </a:lnTo>
                  <a:lnTo>
                    <a:pt x="1139255" y="5036634"/>
                  </a:lnTo>
                  <a:lnTo>
                    <a:pt x="1139380" y="5036634"/>
                  </a:lnTo>
                  <a:lnTo>
                    <a:pt x="1139505" y="5036634"/>
                  </a:lnTo>
                  <a:lnTo>
                    <a:pt x="1139630" y="5036634"/>
                  </a:lnTo>
                  <a:lnTo>
                    <a:pt x="1139756" y="5036634"/>
                  </a:lnTo>
                  <a:lnTo>
                    <a:pt x="1139881" y="5036634"/>
                  </a:lnTo>
                  <a:lnTo>
                    <a:pt x="1140006" y="5036634"/>
                  </a:lnTo>
                  <a:lnTo>
                    <a:pt x="1140131" y="5036634"/>
                  </a:lnTo>
                  <a:lnTo>
                    <a:pt x="1140256" y="5036634"/>
                  </a:lnTo>
                  <a:lnTo>
                    <a:pt x="1140381" y="5036634"/>
                  </a:lnTo>
                  <a:lnTo>
                    <a:pt x="1140506" y="5036634"/>
                  </a:lnTo>
                  <a:lnTo>
                    <a:pt x="1140631" y="5036634"/>
                  </a:lnTo>
                  <a:lnTo>
                    <a:pt x="1140756" y="5036634"/>
                  </a:lnTo>
                  <a:lnTo>
                    <a:pt x="1140881" y="5036634"/>
                  </a:lnTo>
                  <a:lnTo>
                    <a:pt x="1141006" y="5036634"/>
                  </a:lnTo>
                  <a:lnTo>
                    <a:pt x="1141131" y="5036634"/>
                  </a:lnTo>
                  <a:lnTo>
                    <a:pt x="1141256" y="5036634"/>
                  </a:lnTo>
                  <a:lnTo>
                    <a:pt x="1141381" y="5036634"/>
                  </a:lnTo>
                  <a:lnTo>
                    <a:pt x="1141506" y="5036634"/>
                  </a:lnTo>
                  <a:lnTo>
                    <a:pt x="1141631" y="5036634"/>
                  </a:lnTo>
                  <a:lnTo>
                    <a:pt x="1141756" y="5036634"/>
                  </a:lnTo>
                  <a:lnTo>
                    <a:pt x="1141881" y="5036634"/>
                  </a:lnTo>
                  <a:lnTo>
                    <a:pt x="1142006" y="5036634"/>
                  </a:lnTo>
                  <a:lnTo>
                    <a:pt x="1142131" y="5036634"/>
                  </a:lnTo>
                  <a:lnTo>
                    <a:pt x="1142256" y="5036634"/>
                  </a:lnTo>
                  <a:lnTo>
                    <a:pt x="1142381" y="5036634"/>
                  </a:lnTo>
                  <a:lnTo>
                    <a:pt x="1142506" y="5036634"/>
                  </a:lnTo>
                  <a:lnTo>
                    <a:pt x="1142631" y="5036634"/>
                  </a:lnTo>
                  <a:lnTo>
                    <a:pt x="1142757" y="5036634"/>
                  </a:lnTo>
                  <a:lnTo>
                    <a:pt x="1142882" y="5036634"/>
                  </a:lnTo>
                  <a:lnTo>
                    <a:pt x="1143007" y="5036634"/>
                  </a:lnTo>
                  <a:lnTo>
                    <a:pt x="1143132" y="5036634"/>
                  </a:lnTo>
                  <a:lnTo>
                    <a:pt x="1143257" y="5036634"/>
                  </a:lnTo>
                  <a:lnTo>
                    <a:pt x="1143382" y="5036634"/>
                  </a:lnTo>
                  <a:lnTo>
                    <a:pt x="1143507" y="5036634"/>
                  </a:lnTo>
                  <a:lnTo>
                    <a:pt x="1143632" y="5036634"/>
                  </a:lnTo>
                  <a:lnTo>
                    <a:pt x="1143757" y="5036634"/>
                  </a:lnTo>
                  <a:lnTo>
                    <a:pt x="1143882" y="5036634"/>
                  </a:lnTo>
                  <a:lnTo>
                    <a:pt x="1144007" y="5036634"/>
                  </a:lnTo>
                  <a:lnTo>
                    <a:pt x="1144132" y="5036634"/>
                  </a:lnTo>
                  <a:lnTo>
                    <a:pt x="1144257" y="5036634"/>
                  </a:lnTo>
                  <a:lnTo>
                    <a:pt x="1144382" y="5036634"/>
                  </a:lnTo>
                  <a:lnTo>
                    <a:pt x="1144507" y="5036634"/>
                  </a:lnTo>
                  <a:lnTo>
                    <a:pt x="1144632" y="5036634"/>
                  </a:lnTo>
                  <a:lnTo>
                    <a:pt x="1144757" y="5036634"/>
                  </a:lnTo>
                  <a:lnTo>
                    <a:pt x="1144882" y="5036634"/>
                  </a:lnTo>
                  <a:lnTo>
                    <a:pt x="1145007" y="5036634"/>
                  </a:lnTo>
                  <a:lnTo>
                    <a:pt x="1145132" y="5036634"/>
                  </a:lnTo>
                  <a:lnTo>
                    <a:pt x="1145257" y="5036634"/>
                  </a:lnTo>
                  <a:lnTo>
                    <a:pt x="1145382" y="5036634"/>
                  </a:lnTo>
                  <a:lnTo>
                    <a:pt x="1145507" y="5036634"/>
                  </a:lnTo>
                  <a:lnTo>
                    <a:pt x="1145632" y="5036634"/>
                  </a:lnTo>
                  <a:lnTo>
                    <a:pt x="1145758" y="5036634"/>
                  </a:lnTo>
                  <a:lnTo>
                    <a:pt x="1145883" y="5036634"/>
                  </a:lnTo>
                  <a:lnTo>
                    <a:pt x="1146008" y="5036634"/>
                  </a:lnTo>
                  <a:lnTo>
                    <a:pt x="1146133" y="5036634"/>
                  </a:lnTo>
                  <a:lnTo>
                    <a:pt x="1146258" y="5036634"/>
                  </a:lnTo>
                  <a:lnTo>
                    <a:pt x="1146383" y="5036634"/>
                  </a:lnTo>
                  <a:lnTo>
                    <a:pt x="1146508" y="5036634"/>
                  </a:lnTo>
                  <a:lnTo>
                    <a:pt x="1146633" y="5036634"/>
                  </a:lnTo>
                  <a:lnTo>
                    <a:pt x="1146758" y="5036634"/>
                  </a:lnTo>
                  <a:lnTo>
                    <a:pt x="1146883" y="5036634"/>
                  </a:lnTo>
                  <a:lnTo>
                    <a:pt x="1147008" y="5036634"/>
                  </a:lnTo>
                  <a:lnTo>
                    <a:pt x="1147133" y="5036634"/>
                  </a:lnTo>
                  <a:lnTo>
                    <a:pt x="1147258" y="5036634"/>
                  </a:lnTo>
                  <a:lnTo>
                    <a:pt x="1147383" y="5036634"/>
                  </a:lnTo>
                  <a:lnTo>
                    <a:pt x="1147508" y="5036634"/>
                  </a:lnTo>
                  <a:lnTo>
                    <a:pt x="1147633" y="5036634"/>
                  </a:lnTo>
                  <a:lnTo>
                    <a:pt x="1147758" y="5036634"/>
                  </a:lnTo>
                  <a:lnTo>
                    <a:pt x="1147883" y="5036634"/>
                  </a:lnTo>
                  <a:lnTo>
                    <a:pt x="1148008" y="5036634"/>
                  </a:lnTo>
                  <a:lnTo>
                    <a:pt x="1148133" y="5036634"/>
                  </a:lnTo>
                  <a:lnTo>
                    <a:pt x="1148258" y="5036634"/>
                  </a:lnTo>
                  <a:lnTo>
                    <a:pt x="1148383" y="5036634"/>
                  </a:lnTo>
                  <a:lnTo>
                    <a:pt x="1148508" y="5036634"/>
                  </a:lnTo>
                  <a:lnTo>
                    <a:pt x="1148633" y="5036634"/>
                  </a:lnTo>
                  <a:lnTo>
                    <a:pt x="1148759" y="5036634"/>
                  </a:lnTo>
                  <a:lnTo>
                    <a:pt x="1148884" y="5036634"/>
                  </a:lnTo>
                  <a:lnTo>
                    <a:pt x="1149009" y="5036634"/>
                  </a:lnTo>
                  <a:lnTo>
                    <a:pt x="1149134" y="5036634"/>
                  </a:lnTo>
                  <a:lnTo>
                    <a:pt x="1149259" y="5036634"/>
                  </a:lnTo>
                  <a:lnTo>
                    <a:pt x="1149384" y="5036634"/>
                  </a:lnTo>
                  <a:lnTo>
                    <a:pt x="1149509" y="5036634"/>
                  </a:lnTo>
                  <a:lnTo>
                    <a:pt x="1149634" y="5036634"/>
                  </a:lnTo>
                  <a:lnTo>
                    <a:pt x="1149759" y="5036634"/>
                  </a:lnTo>
                  <a:lnTo>
                    <a:pt x="1149884" y="5036634"/>
                  </a:lnTo>
                  <a:lnTo>
                    <a:pt x="1150009" y="5036634"/>
                  </a:lnTo>
                  <a:lnTo>
                    <a:pt x="1150134" y="5036634"/>
                  </a:lnTo>
                  <a:lnTo>
                    <a:pt x="1150259" y="5036634"/>
                  </a:lnTo>
                  <a:lnTo>
                    <a:pt x="1150384" y="5036634"/>
                  </a:lnTo>
                  <a:lnTo>
                    <a:pt x="1150509" y="5036634"/>
                  </a:lnTo>
                  <a:lnTo>
                    <a:pt x="1150634" y="5036634"/>
                  </a:lnTo>
                  <a:lnTo>
                    <a:pt x="1150759" y="5036634"/>
                  </a:lnTo>
                  <a:lnTo>
                    <a:pt x="1150884" y="5036634"/>
                  </a:lnTo>
                  <a:lnTo>
                    <a:pt x="1151009" y="5036634"/>
                  </a:lnTo>
                  <a:lnTo>
                    <a:pt x="1151134" y="5036634"/>
                  </a:lnTo>
                  <a:lnTo>
                    <a:pt x="1151259" y="5036634"/>
                  </a:lnTo>
                  <a:lnTo>
                    <a:pt x="1151384" y="5036634"/>
                  </a:lnTo>
                  <a:lnTo>
                    <a:pt x="1151509" y="5036634"/>
                  </a:lnTo>
                  <a:lnTo>
                    <a:pt x="1151634" y="5036634"/>
                  </a:lnTo>
                  <a:lnTo>
                    <a:pt x="1151760" y="5036634"/>
                  </a:lnTo>
                  <a:lnTo>
                    <a:pt x="1151885" y="5036634"/>
                  </a:lnTo>
                  <a:lnTo>
                    <a:pt x="1152010" y="5036634"/>
                  </a:lnTo>
                  <a:lnTo>
                    <a:pt x="1152135" y="5036634"/>
                  </a:lnTo>
                  <a:lnTo>
                    <a:pt x="1152260" y="5036634"/>
                  </a:lnTo>
                  <a:lnTo>
                    <a:pt x="1152385" y="5036634"/>
                  </a:lnTo>
                  <a:lnTo>
                    <a:pt x="1152510" y="5036634"/>
                  </a:lnTo>
                  <a:lnTo>
                    <a:pt x="1152635" y="5036634"/>
                  </a:lnTo>
                  <a:lnTo>
                    <a:pt x="1152760" y="5036634"/>
                  </a:lnTo>
                  <a:lnTo>
                    <a:pt x="1152885" y="5036634"/>
                  </a:lnTo>
                  <a:lnTo>
                    <a:pt x="1153010" y="5036634"/>
                  </a:lnTo>
                  <a:lnTo>
                    <a:pt x="1153135" y="5036634"/>
                  </a:lnTo>
                  <a:lnTo>
                    <a:pt x="1153260" y="5036634"/>
                  </a:lnTo>
                  <a:lnTo>
                    <a:pt x="1153385" y="5036634"/>
                  </a:lnTo>
                  <a:lnTo>
                    <a:pt x="1153510" y="5036634"/>
                  </a:lnTo>
                  <a:lnTo>
                    <a:pt x="1153510" y="5026680"/>
                  </a:lnTo>
                  <a:lnTo>
                    <a:pt x="1153635" y="5026680"/>
                  </a:lnTo>
                  <a:lnTo>
                    <a:pt x="1153760" y="5026680"/>
                  </a:lnTo>
                  <a:lnTo>
                    <a:pt x="1153885" y="5026680"/>
                  </a:lnTo>
                  <a:lnTo>
                    <a:pt x="1154010" y="5026680"/>
                  </a:lnTo>
                  <a:lnTo>
                    <a:pt x="1154135" y="5026680"/>
                  </a:lnTo>
                  <a:lnTo>
                    <a:pt x="1154260" y="5026680"/>
                  </a:lnTo>
                  <a:lnTo>
                    <a:pt x="1154385" y="5026680"/>
                  </a:lnTo>
                  <a:lnTo>
                    <a:pt x="1154510" y="5026680"/>
                  </a:lnTo>
                  <a:lnTo>
                    <a:pt x="1154635" y="5026680"/>
                  </a:lnTo>
                  <a:lnTo>
                    <a:pt x="1154761" y="5026680"/>
                  </a:lnTo>
                  <a:lnTo>
                    <a:pt x="1154886" y="5026680"/>
                  </a:lnTo>
                  <a:lnTo>
                    <a:pt x="1155011" y="5026680"/>
                  </a:lnTo>
                  <a:lnTo>
                    <a:pt x="1155136" y="5026680"/>
                  </a:lnTo>
                  <a:lnTo>
                    <a:pt x="1155261" y="5026680"/>
                  </a:lnTo>
                  <a:lnTo>
                    <a:pt x="1155386" y="5026680"/>
                  </a:lnTo>
                  <a:lnTo>
                    <a:pt x="1155511" y="5026680"/>
                  </a:lnTo>
                  <a:lnTo>
                    <a:pt x="1155636" y="5026680"/>
                  </a:lnTo>
                  <a:lnTo>
                    <a:pt x="1155761" y="5026680"/>
                  </a:lnTo>
                  <a:lnTo>
                    <a:pt x="1155886" y="5026680"/>
                  </a:lnTo>
                  <a:lnTo>
                    <a:pt x="1156011" y="5026680"/>
                  </a:lnTo>
                  <a:lnTo>
                    <a:pt x="1156136" y="5026680"/>
                  </a:lnTo>
                  <a:lnTo>
                    <a:pt x="1156261" y="5026680"/>
                  </a:lnTo>
                  <a:lnTo>
                    <a:pt x="1156386" y="5026680"/>
                  </a:lnTo>
                  <a:lnTo>
                    <a:pt x="1156511" y="5026680"/>
                  </a:lnTo>
                  <a:lnTo>
                    <a:pt x="1156636" y="5026680"/>
                  </a:lnTo>
                  <a:lnTo>
                    <a:pt x="1156761" y="5026680"/>
                  </a:lnTo>
                  <a:lnTo>
                    <a:pt x="1156886" y="5026680"/>
                  </a:lnTo>
                  <a:lnTo>
                    <a:pt x="1157011" y="5026680"/>
                  </a:lnTo>
                  <a:lnTo>
                    <a:pt x="1157136" y="5026680"/>
                  </a:lnTo>
                  <a:lnTo>
                    <a:pt x="1157261" y="5026680"/>
                  </a:lnTo>
                  <a:lnTo>
                    <a:pt x="1157386" y="5026680"/>
                  </a:lnTo>
                  <a:lnTo>
                    <a:pt x="1157511" y="5026680"/>
                  </a:lnTo>
                  <a:lnTo>
                    <a:pt x="1157636" y="5026680"/>
                  </a:lnTo>
                  <a:lnTo>
                    <a:pt x="1157762" y="5026680"/>
                  </a:lnTo>
                  <a:lnTo>
                    <a:pt x="1157887" y="5026680"/>
                  </a:lnTo>
                  <a:lnTo>
                    <a:pt x="1158012" y="5026680"/>
                  </a:lnTo>
                  <a:lnTo>
                    <a:pt x="1158137" y="5026680"/>
                  </a:lnTo>
                  <a:lnTo>
                    <a:pt x="1158262" y="5026680"/>
                  </a:lnTo>
                  <a:lnTo>
                    <a:pt x="1158387" y="5026680"/>
                  </a:lnTo>
                  <a:lnTo>
                    <a:pt x="1158512" y="5026680"/>
                  </a:lnTo>
                  <a:lnTo>
                    <a:pt x="1158637" y="5026680"/>
                  </a:lnTo>
                  <a:lnTo>
                    <a:pt x="1158762" y="5026680"/>
                  </a:lnTo>
                  <a:lnTo>
                    <a:pt x="1158887" y="5026680"/>
                  </a:lnTo>
                  <a:lnTo>
                    <a:pt x="1159012" y="5026680"/>
                  </a:lnTo>
                  <a:lnTo>
                    <a:pt x="1159137" y="5026680"/>
                  </a:lnTo>
                  <a:lnTo>
                    <a:pt x="1159262" y="5026680"/>
                  </a:lnTo>
                  <a:lnTo>
                    <a:pt x="1159387" y="5026680"/>
                  </a:lnTo>
                  <a:lnTo>
                    <a:pt x="1159512" y="5026680"/>
                  </a:lnTo>
                  <a:lnTo>
                    <a:pt x="1159637" y="5026680"/>
                  </a:lnTo>
                  <a:lnTo>
                    <a:pt x="1159762" y="5026680"/>
                  </a:lnTo>
                  <a:lnTo>
                    <a:pt x="1159887" y="5026680"/>
                  </a:lnTo>
                  <a:lnTo>
                    <a:pt x="1160012" y="5026680"/>
                  </a:lnTo>
                  <a:lnTo>
                    <a:pt x="1160137" y="5026680"/>
                  </a:lnTo>
                  <a:lnTo>
                    <a:pt x="1160262" y="5026680"/>
                  </a:lnTo>
                  <a:lnTo>
                    <a:pt x="1160387" y="5026680"/>
                  </a:lnTo>
                  <a:lnTo>
                    <a:pt x="1160512" y="5026680"/>
                  </a:lnTo>
                  <a:lnTo>
                    <a:pt x="1160637" y="5026680"/>
                  </a:lnTo>
                  <a:lnTo>
                    <a:pt x="1160763" y="5026680"/>
                  </a:lnTo>
                  <a:lnTo>
                    <a:pt x="1160888" y="5026680"/>
                  </a:lnTo>
                  <a:lnTo>
                    <a:pt x="1161013" y="5026680"/>
                  </a:lnTo>
                  <a:lnTo>
                    <a:pt x="1161138" y="5026680"/>
                  </a:lnTo>
                  <a:lnTo>
                    <a:pt x="1161263" y="5026680"/>
                  </a:lnTo>
                  <a:lnTo>
                    <a:pt x="1161388" y="5026680"/>
                  </a:lnTo>
                  <a:lnTo>
                    <a:pt x="1161513" y="5026680"/>
                  </a:lnTo>
                  <a:lnTo>
                    <a:pt x="1161638" y="5026680"/>
                  </a:lnTo>
                  <a:lnTo>
                    <a:pt x="1161763" y="5026680"/>
                  </a:lnTo>
                  <a:lnTo>
                    <a:pt x="1161888" y="5026680"/>
                  </a:lnTo>
                  <a:lnTo>
                    <a:pt x="1162013" y="5026680"/>
                  </a:lnTo>
                  <a:lnTo>
                    <a:pt x="1162138" y="5026680"/>
                  </a:lnTo>
                  <a:lnTo>
                    <a:pt x="1162263" y="5026680"/>
                  </a:lnTo>
                  <a:lnTo>
                    <a:pt x="1162388" y="5026680"/>
                  </a:lnTo>
                  <a:lnTo>
                    <a:pt x="1162513" y="5026680"/>
                  </a:lnTo>
                  <a:lnTo>
                    <a:pt x="1162638" y="5026680"/>
                  </a:lnTo>
                  <a:lnTo>
                    <a:pt x="1162638" y="5016726"/>
                  </a:lnTo>
                  <a:lnTo>
                    <a:pt x="1162763" y="5016726"/>
                  </a:lnTo>
                  <a:lnTo>
                    <a:pt x="1162888" y="5016726"/>
                  </a:lnTo>
                  <a:lnTo>
                    <a:pt x="1163013" y="5016726"/>
                  </a:lnTo>
                  <a:lnTo>
                    <a:pt x="1163138" y="5016726"/>
                  </a:lnTo>
                  <a:lnTo>
                    <a:pt x="1163263" y="5016726"/>
                  </a:lnTo>
                  <a:lnTo>
                    <a:pt x="1163388" y="5016726"/>
                  </a:lnTo>
                  <a:lnTo>
                    <a:pt x="1163513" y="5016726"/>
                  </a:lnTo>
                  <a:lnTo>
                    <a:pt x="1163638" y="5016726"/>
                  </a:lnTo>
                  <a:lnTo>
                    <a:pt x="1163764" y="5016726"/>
                  </a:lnTo>
                  <a:lnTo>
                    <a:pt x="1163889" y="5016726"/>
                  </a:lnTo>
                  <a:lnTo>
                    <a:pt x="1164014" y="5016726"/>
                  </a:lnTo>
                  <a:lnTo>
                    <a:pt x="1164139" y="5016726"/>
                  </a:lnTo>
                  <a:lnTo>
                    <a:pt x="1164264" y="5016726"/>
                  </a:lnTo>
                  <a:lnTo>
                    <a:pt x="1164389" y="5016726"/>
                  </a:lnTo>
                  <a:lnTo>
                    <a:pt x="1164514" y="5016726"/>
                  </a:lnTo>
                  <a:lnTo>
                    <a:pt x="1164639" y="5016726"/>
                  </a:lnTo>
                  <a:lnTo>
                    <a:pt x="1164764" y="5016726"/>
                  </a:lnTo>
                  <a:lnTo>
                    <a:pt x="1164889" y="5016726"/>
                  </a:lnTo>
                  <a:lnTo>
                    <a:pt x="1165014" y="5016726"/>
                  </a:lnTo>
                  <a:lnTo>
                    <a:pt x="1165139" y="5016726"/>
                  </a:lnTo>
                  <a:lnTo>
                    <a:pt x="1165264" y="5016726"/>
                  </a:lnTo>
                  <a:lnTo>
                    <a:pt x="1165389" y="5016726"/>
                  </a:lnTo>
                  <a:lnTo>
                    <a:pt x="1165514" y="5016726"/>
                  </a:lnTo>
                  <a:lnTo>
                    <a:pt x="1165639" y="5016726"/>
                  </a:lnTo>
                  <a:lnTo>
                    <a:pt x="1165764" y="5016726"/>
                  </a:lnTo>
                  <a:lnTo>
                    <a:pt x="1165889" y="5016726"/>
                  </a:lnTo>
                  <a:lnTo>
                    <a:pt x="1166014" y="5016726"/>
                  </a:lnTo>
                  <a:lnTo>
                    <a:pt x="1166139" y="5016726"/>
                  </a:lnTo>
                  <a:lnTo>
                    <a:pt x="1166264" y="5016726"/>
                  </a:lnTo>
                  <a:lnTo>
                    <a:pt x="1166389" y="5016726"/>
                  </a:lnTo>
                  <a:lnTo>
                    <a:pt x="1166514" y="5016726"/>
                  </a:lnTo>
                  <a:lnTo>
                    <a:pt x="1166640" y="5016726"/>
                  </a:lnTo>
                  <a:lnTo>
                    <a:pt x="1166765" y="5016726"/>
                  </a:lnTo>
                  <a:lnTo>
                    <a:pt x="1166890" y="5016726"/>
                  </a:lnTo>
                  <a:lnTo>
                    <a:pt x="1167015" y="5016726"/>
                  </a:lnTo>
                  <a:lnTo>
                    <a:pt x="1167140" y="5016726"/>
                  </a:lnTo>
                  <a:lnTo>
                    <a:pt x="1167265" y="5016726"/>
                  </a:lnTo>
                  <a:lnTo>
                    <a:pt x="1167390" y="5016726"/>
                  </a:lnTo>
                  <a:lnTo>
                    <a:pt x="1167515" y="5016726"/>
                  </a:lnTo>
                  <a:lnTo>
                    <a:pt x="1167640" y="5016726"/>
                  </a:lnTo>
                  <a:lnTo>
                    <a:pt x="1167765" y="5016726"/>
                  </a:lnTo>
                  <a:lnTo>
                    <a:pt x="1167890" y="5016726"/>
                  </a:lnTo>
                  <a:lnTo>
                    <a:pt x="1168015" y="5016726"/>
                  </a:lnTo>
                  <a:lnTo>
                    <a:pt x="1168140" y="5016726"/>
                  </a:lnTo>
                  <a:lnTo>
                    <a:pt x="1168265" y="5016726"/>
                  </a:lnTo>
                  <a:lnTo>
                    <a:pt x="1168390" y="5016726"/>
                  </a:lnTo>
                  <a:lnTo>
                    <a:pt x="1168515" y="5016726"/>
                  </a:lnTo>
                  <a:lnTo>
                    <a:pt x="1168640" y="5016726"/>
                  </a:lnTo>
                  <a:lnTo>
                    <a:pt x="1168765" y="5016726"/>
                  </a:lnTo>
                  <a:lnTo>
                    <a:pt x="1168890" y="5016726"/>
                  </a:lnTo>
                  <a:lnTo>
                    <a:pt x="1169015" y="5016726"/>
                  </a:lnTo>
                  <a:lnTo>
                    <a:pt x="1169140" y="5016726"/>
                  </a:lnTo>
                  <a:lnTo>
                    <a:pt x="1169265" y="5016726"/>
                  </a:lnTo>
                  <a:lnTo>
                    <a:pt x="1169390" y="5016726"/>
                  </a:lnTo>
                  <a:lnTo>
                    <a:pt x="1169515" y="5016726"/>
                  </a:lnTo>
                  <a:lnTo>
                    <a:pt x="1169641" y="5016726"/>
                  </a:lnTo>
                  <a:lnTo>
                    <a:pt x="1169766" y="5016726"/>
                  </a:lnTo>
                  <a:lnTo>
                    <a:pt x="1169891" y="5016726"/>
                  </a:lnTo>
                  <a:lnTo>
                    <a:pt x="1170016" y="5016726"/>
                  </a:lnTo>
                  <a:lnTo>
                    <a:pt x="1170141" y="5016726"/>
                  </a:lnTo>
                  <a:lnTo>
                    <a:pt x="1170266" y="5016726"/>
                  </a:lnTo>
                  <a:lnTo>
                    <a:pt x="1170391" y="5016726"/>
                  </a:lnTo>
                  <a:lnTo>
                    <a:pt x="1170516" y="5016726"/>
                  </a:lnTo>
                  <a:lnTo>
                    <a:pt x="1170641" y="5016726"/>
                  </a:lnTo>
                  <a:lnTo>
                    <a:pt x="1170766" y="5016726"/>
                  </a:lnTo>
                  <a:lnTo>
                    <a:pt x="1170891" y="5016726"/>
                  </a:lnTo>
                  <a:lnTo>
                    <a:pt x="1171016" y="5016726"/>
                  </a:lnTo>
                  <a:lnTo>
                    <a:pt x="1171141" y="5016726"/>
                  </a:lnTo>
                  <a:lnTo>
                    <a:pt x="1171266" y="5016726"/>
                  </a:lnTo>
                  <a:lnTo>
                    <a:pt x="1171391" y="5016726"/>
                  </a:lnTo>
                  <a:lnTo>
                    <a:pt x="1171391" y="5006772"/>
                  </a:lnTo>
                  <a:lnTo>
                    <a:pt x="1171516" y="5006772"/>
                  </a:lnTo>
                  <a:lnTo>
                    <a:pt x="1171641" y="5006772"/>
                  </a:lnTo>
                  <a:lnTo>
                    <a:pt x="1171766" y="5006772"/>
                  </a:lnTo>
                  <a:lnTo>
                    <a:pt x="1171891" y="5006772"/>
                  </a:lnTo>
                  <a:lnTo>
                    <a:pt x="1172016" y="5006772"/>
                  </a:lnTo>
                  <a:lnTo>
                    <a:pt x="1172141" y="5006772"/>
                  </a:lnTo>
                  <a:lnTo>
                    <a:pt x="1172266" y="5006772"/>
                  </a:lnTo>
                  <a:lnTo>
                    <a:pt x="1172391" y="5006772"/>
                  </a:lnTo>
                  <a:lnTo>
                    <a:pt x="1172516" y="5006772"/>
                  </a:lnTo>
                  <a:lnTo>
                    <a:pt x="1172642" y="5006772"/>
                  </a:lnTo>
                  <a:lnTo>
                    <a:pt x="1172767" y="5006772"/>
                  </a:lnTo>
                  <a:lnTo>
                    <a:pt x="1172892" y="5006772"/>
                  </a:lnTo>
                  <a:lnTo>
                    <a:pt x="1173017" y="5006772"/>
                  </a:lnTo>
                  <a:lnTo>
                    <a:pt x="1173142" y="5006772"/>
                  </a:lnTo>
                  <a:lnTo>
                    <a:pt x="1173267" y="5006772"/>
                  </a:lnTo>
                  <a:lnTo>
                    <a:pt x="1173392" y="5006772"/>
                  </a:lnTo>
                  <a:lnTo>
                    <a:pt x="1173517" y="5006772"/>
                  </a:lnTo>
                  <a:lnTo>
                    <a:pt x="1173642" y="5006772"/>
                  </a:lnTo>
                  <a:lnTo>
                    <a:pt x="1173767" y="5006772"/>
                  </a:lnTo>
                  <a:lnTo>
                    <a:pt x="1173892" y="5006772"/>
                  </a:lnTo>
                  <a:lnTo>
                    <a:pt x="1174017" y="5006772"/>
                  </a:lnTo>
                  <a:lnTo>
                    <a:pt x="1174142" y="5006772"/>
                  </a:lnTo>
                  <a:lnTo>
                    <a:pt x="1174267" y="5006772"/>
                  </a:lnTo>
                  <a:lnTo>
                    <a:pt x="1174392" y="5006772"/>
                  </a:lnTo>
                  <a:lnTo>
                    <a:pt x="1174517" y="5006772"/>
                  </a:lnTo>
                  <a:lnTo>
                    <a:pt x="1174642" y="5006772"/>
                  </a:lnTo>
                  <a:lnTo>
                    <a:pt x="1174767" y="5006772"/>
                  </a:lnTo>
                  <a:lnTo>
                    <a:pt x="1174892" y="5006772"/>
                  </a:lnTo>
                  <a:lnTo>
                    <a:pt x="1175017" y="5006772"/>
                  </a:lnTo>
                  <a:lnTo>
                    <a:pt x="1175142" y="5006772"/>
                  </a:lnTo>
                  <a:lnTo>
                    <a:pt x="1175267" y="5006772"/>
                  </a:lnTo>
                  <a:lnTo>
                    <a:pt x="1175392" y="5006772"/>
                  </a:lnTo>
                  <a:lnTo>
                    <a:pt x="1175517" y="5006772"/>
                  </a:lnTo>
                  <a:lnTo>
                    <a:pt x="1175643" y="5006772"/>
                  </a:lnTo>
                  <a:lnTo>
                    <a:pt x="1175768" y="5006772"/>
                  </a:lnTo>
                  <a:lnTo>
                    <a:pt x="1175893" y="5006772"/>
                  </a:lnTo>
                  <a:lnTo>
                    <a:pt x="1176018" y="5006772"/>
                  </a:lnTo>
                  <a:lnTo>
                    <a:pt x="1176143" y="5006772"/>
                  </a:lnTo>
                  <a:lnTo>
                    <a:pt x="1176268" y="5006772"/>
                  </a:lnTo>
                  <a:lnTo>
                    <a:pt x="1176393" y="5006772"/>
                  </a:lnTo>
                  <a:lnTo>
                    <a:pt x="1176518" y="5006772"/>
                  </a:lnTo>
                  <a:lnTo>
                    <a:pt x="1176643" y="5006772"/>
                  </a:lnTo>
                  <a:lnTo>
                    <a:pt x="1176768" y="5006772"/>
                  </a:lnTo>
                  <a:lnTo>
                    <a:pt x="1176893" y="5006772"/>
                  </a:lnTo>
                  <a:lnTo>
                    <a:pt x="1177018" y="5006772"/>
                  </a:lnTo>
                  <a:lnTo>
                    <a:pt x="1177143" y="5006772"/>
                  </a:lnTo>
                  <a:lnTo>
                    <a:pt x="1177268" y="5006772"/>
                  </a:lnTo>
                  <a:lnTo>
                    <a:pt x="1177393" y="5006772"/>
                  </a:lnTo>
                  <a:lnTo>
                    <a:pt x="1177518" y="5006772"/>
                  </a:lnTo>
                  <a:lnTo>
                    <a:pt x="1177643" y="5006772"/>
                  </a:lnTo>
                  <a:lnTo>
                    <a:pt x="1177768" y="5006772"/>
                  </a:lnTo>
                  <a:lnTo>
                    <a:pt x="1177893" y="5006772"/>
                  </a:lnTo>
                  <a:lnTo>
                    <a:pt x="1178018" y="5006772"/>
                  </a:lnTo>
                  <a:lnTo>
                    <a:pt x="1178143" y="5006772"/>
                  </a:lnTo>
                  <a:lnTo>
                    <a:pt x="1178268" y="5006772"/>
                  </a:lnTo>
                  <a:lnTo>
                    <a:pt x="1178393" y="5006772"/>
                  </a:lnTo>
                  <a:lnTo>
                    <a:pt x="1178518" y="5006772"/>
                  </a:lnTo>
                  <a:lnTo>
                    <a:pt x="1178644" y="5006772"/>
                  </a:lnTo>
                  <a:lnTo>
                    <a:pt x="1178769" y="5006772"/>
                  </a:lnTo>
                  <a:lnTo>
                    <a:pt x="1178894" y="5006772"/>
                  </a:lnTo>
                  <a:lnTo>
                    <a:pt x="1179019" y="5006772"/>
                  </a:lnTo>
                  <a:lnTo>
                    <a:pt x="1179144" y="5006772"/>
                  </a:lnTo>
                  <a:lnTo>
                    <a:pt x="1179269" y="5006772"/>
                  </a:lnTo>
                  <a:lnTo>
                    <a:pt x="1179394" y="5006772"/>
                  </a:lnTo>
                  <a:lnTo>
                    <a:pt x="1179519" y="5006772"/>
                  </a:lnTo>
                  <a:lnTo>
                    <a:pt x="1179644" y="5006772"/>
                  </a:lnTo>
                  <a:lnTo>
                    <a:pt x="1179769" y="5006772"/>
                  </a:lnTo>
                  <a:lnTo>
                    <a:pt x="1179894" y="5006772"/>
                  </a:lnTo>
                  <a:lnTo>
                    <a:pt x="1180019" y="5006772"/>
                  </a:lnTo>
                  <a:lnTo>
                    <a:pt x="1180144" y="5006772"/>
                  </a:lnTo>
                  <a:lnTo>
                    <a:pt x="1180269" y="5006772"/>
                  </a:lnTo>
                  <a:lnTo>
                    <a:pt x="1180394" y="5006772"/>
                  </a:lnTo>
                  <a:lnTo>
                    <a:pt x="1180519" y="5006772"/>
                  </a:lnTo>
                  <a:lnTo>
                    <a:pt x="1180644" y="5006772"/>
                  </a:lnTo>
                  <a:lnTo>
                    <a:pt x="1180769" y="5006772"/>
                  </a:lnTo>
                  <a:lnTo>
                    <a:pt x="1180894" y="5006772"/>
                  </a:lnTo>
                  <a:lnTo>
                    <a:pt x="1181019" y="5006772"/>
                  </a:lnTo>
                  <a:lnTo>
                    <a:pt x="1181144" y="5006772"/>
                  </a:lnTo>
                  <a:lnTo>
                    <a:pt x="1181269" y="5006772"/>
                  </a:lnTo>
                  <a:lnTo>
                    <a:pt x="1181394" y="5006772"/>
                  </a:lnTo>
                  <a:lnTo>
                    <a:pt x="1181519" y="5006772"/>
                  </a:lnTo>
                  <a:lnTo>
                    <a:pt x="1181645" y="5006772"/>
                  </a:lnTo>
                  <a:lnTo>
                    <a:pt x="1181770" y="5006772"/>
                  </a:lnTo>
                  <a:lnTo>
                    <a:pt x="1181895" y="5006772"/>
                  </a:lnTo>
                  <a:lnTo>
                    <a:pt x="1182020" y="5006772"/>
                  </a:lnTo>
                  <a:lnTo>
                    <a:pt x="1182145" y="5006772"/>
                  </a:lnTo>
                  <a:lnTo>
                    <a:pt x="1182270" y="5006772"/>
                  </a:lnTo>
                  <a:lnTo>
                    <a:pt x="1182395" y="5006772"/>
                  </a:lnTo>
                  <a:lnTo>
                    <a:pt x="1182520" y="5006772"/>
                  </a:lnTo>
                  <a:lnTo>
                    <a:pt x="1182645" y="5006772"/>
                  </a:lnTo>
                  <a:lnTo>
                    <a:pt x="1182770" y="5006772"/>
                  </a:lnTo>
                  <a:lnTo>
                    <a:pt x="1182895" y="5006772"/>
                  </a:lnTo>
                  <a:lnTo>
                    <a:pt x="1183020" y="5006772"/>
                  </a:lnTo>
                  <a:lnTo>
                    <a:pt x="1183145" y="5006772"/>
                  </a:lnTo>
                  <a:lnTo>
                    <a:pt x="1183270" y="5006772"/>
                  </a:lnTo>
                  <a:lnTo>
                    <a:pt x="1183395" y="5006772"/>
                  </a:lnTo>
                  <a:lnTo>
                    <a:pt x="1183520" y="5006772"/>
                  </a:lnTo>
                  <a:lnTo>
                    <a:pt x="1183645" y="5006772"/>
                  </a:lnTo>
                  <a:lnTo>
                    <a:pt x="1183770" y="5006772"/>
                  </a:lnTo>
                  <a:lnTo>
                    <a:pt x="1183895" y="5006772"/>
                  </a:lnTo>
                  <a:lnTo>
                    <a:pt x="1184020" y="5006772"/>
                  </a:lnTo>
                  <a:lnTo>
                    <a:pt x="1184145" y="5006772"/>
                  </a:lnTo>
                  <a:lnTo>
                    <a:pt x="1184270" y="5006772"/>
                  </a:lnTo>
                  <a:lnTo>
                    <a:pt x="1184395" y="5006772"/>
                  </a:lnTo>
                  <a:lnTo>
                    <a:pt x="1184520" y="5006772"/>
                  </a:lnTo>
                  <a:lnTo>
                    <a:pt x="1184646" y="5006772"/>
                  </a:lnTo>
                  <a:lnTo>
                    <a:pt x="1184771" y="5006772"/>
                  </a:lnTo>
                  <a:lnTo>
                    <a:pt x="1184896" y="5006772"/>
                  </a:lnTo>
                  <a:lnTo>
                    <a:pt x="1185021" y="5006772"/>
                  </a:lnTo>
                  <a:lnTo>
                    <a:pt x="1185146" y="5006772"/>
                  </a:lnTo>
                  <a:lnTo>
                    <a:pt x="1185271" y="5006772"/>
                  </a:lnTo>
                  <a:lnTo>
                    <a:pt x="1185396" y="5006772"/>
                  </a:lnTo>
                  <a:lnTo>
                    <a:pt x="1185521" y="5006772"/>
                  </a:lnTo>
                  <a:lnTo>
                    <a:pt x="1185646" y="5006772"/>
                  </a:lnTo>
                  <a:lnTo>
                    <a:pt x="1185771" y="5006772"/>
                  </a:lnTo>
                  <a:lnTo>
                    <a:pt x="1185896" y="5006772"/>
                  </a:lnTo>
                  <a:lnTo>
                    <a:pt x="1186021" y="5006772"/>
                  </a:lnTo>
                  <a:lnTo>
                    <a:pt x="1186146" y="5006772"/>
                  </a:lnTo>
                  <a:lnTo>
                    <a:pt x="1186271" y="5006772"/>
                  </a:lnTo>
                  <a:lnTo>
                    <a:pt x="1186396" y="5006772"/>
                  </a:lnTo>
                  <a:lnTo>
                    <a:pt x="1186521" y="5006772"/>
                  </a:lnTo>
                  <a:lnTo>
                    <a:pt x="1186646" y="5006772"/>
                  </a:lnTo>
                  <a:lnTo>
                    <a:pt x="1186771" y="5006772"/>
                  </a:lnTo>
                  <a:lnTo>
                    <a:pt x="1186896" y="5006772"/>
                  </a:lnTo>
                  <a:lnTo>
                    <a:pt x="1187021" y="5006772"/>
                  </a:lnTo>
                  <a:lnTo>
                    <a:pt x="1187146" y="5006772"/>
                  </a:lnTo>
                  <a:lnTo>
                    <a:pt x="1187146" y="4996818"/>
                  </a:lnTo>
                  <a:lnTo>
                    <a:pt x="1187271" y="4996818"/>
                  </a:lnTo>
                  <a:lnTo>
                    <a:pt x="1187396" y="4996818"/>
                  </a:lnTo>
                  <a:lnTo>
                    <a:pt x="1187521" y="4996818"/>
                  </a:lnTo>
                  <a:lnTo>
                    <a:pt x="1187647" y="4996818"/>
                  </a:lnTo>
                  <a:lnTo>
                    <a:pt x="1187772" y="4996818"/>
                  </a:lnTo>
                  <a:lnTo>
                    <a:pt x="1187897" y="4996818"/>
                  </a:lnTo>
                  <a:lnTo>
                    <a:pt x="1188022" y="4996818"/>
                  </a:lnTo>
                  <a:lnTo>
                    <a:pt x="1188147" y="4996818"/>
                  </a:lnTo>
                  <a:lnTo>
                    <a:pt x="1188272" y="4996818"/>
                  </a:lnTo>
                  <a:lnTo>
                    <a:pt x="1188397" y="4996818"/>
                  </a:lnTo>
                  <a:lnTo>
                    <a:pt x="1188522" y="4996818"/>
                  </a:lnTo>
                  <a:lnTo>
                    <a:pt x="1188647" y="4996818"/>
                  </a:lnTo>
                  <a:lnTo>
                    <a:pt x="1188772" y="4996818"/>
                  </a:lnTo>
                  <a:lnTo>
                    <a:pt x="1188897" y="4996818"/>
                  </a:lnTo>
                  <a:lnTo>
                    <a:pt x="1189022" y="4996818"/>
                  </a:lnTo>
                  <a:lnTo>
                    <a:pt x="1189147" y="4996818"/>
                  </a:lnTo>
                  <a:lnTo>
                    <a:pt x="1189272" y="4996818"/>
                  </a:lnTo>
                  <a:lnTo>
                    <a:pt x="1189397" y="4996818"/>
                  </a:lnTo>
                  <a:lnTo>
                    <a:pt x="1189522" y="4996818"/>
                  </a:lnTo>
                  <a:lnTo>
                    <a:pt x="1189647" y="4996818"/>
                  </a:lnTo>
                  <a:lnTo>
                    <a:pt x="1189772" y="4996818"/>
                  </a:lnTo>
                  <a:lnTo>
                    <a:pt x="1189897" y="4996818"/>
                  </a:lnTo>
                  <a:lnTo>
                    <a:pt x="1190022" y="4996818"/>
                  </a:lnTo>
                  <a:lnTo>
                    <a:pt x="1190147" y="4996818"/>
                  </a:lnTo>
                  <a:lnTo>
                    <a:pt x="1190272" y="4996818"/>
                  </a:lnTo>
                  <a:lnTo>
                    <a:pt x="1190397" y="4996818"/>
                  </a:lnTo>
                  <a:lnTo>
                    <a:pt x="1190522" y="4996818"/>
                  </a:lnTo>
                  <a:lnTo>
                    <a:pt x="1190648" y="4996818"/>
                  </a:lnTo>
                  <a:lnTo>
                    <a:pt x="1190773" y="4996818"/>
                  </a:lnTo>
                  <a:lnTo>
                    <a:pt x="1190898" y="4996818"/>
                  </a:lnTo>
                  <a:lnTo>
                    <a:pt x="1191023" y="4996818"/>
                  </a:lnTo>
                  <a:lnTo>
                    <a:pt x="1191148" y="4996818"/>
                  </a:lnTo>
                  <a:lnTo>
                    <a:pt x="1191273" y="4996818"/>
                  </a:lnTo>
                  <a:lnTo>
                    <a:pt x="1191398" y="4996818"/>
                  </a:lnTo>
                  <a:lnTo>
                    <a:pt x="1191523" y="4996818"/>
                  </a:lnTo>
                  <a:lnTo>
                    <a:pt x="1191648" y="4996818"/>
                  </a:lnTo>
                  <a:lnTo>
                    <a:pt x="1191773" y="4996818"/>
                  </a:lnTo>
                  <a:lnTo>
                    <a:pt x="1191898" y="4996818"/>
                  </a:lnTo>
                  <a:lnTo>
                    <a:pt x="1192023" y="4996818"/>
                  </a:lnTo>
                  <a:lnTo>
                    <a:pt x="1192148" y="4996818"/>
                  </a:lnTo>
                  <a:lnTo>
                    <a:pt x="1192273" y="4996818"/>
                  </a:lnTo>
                  <a:lnTo>
                    <a:pt x="1192398" y="4996818"/>
                  </a:lnTo>
                  <a:lnTo>
                    <a:pt x="1192523" y="4996818"/>
                  </a:lnTo>
                  <a:lnTo>
                    <a:pt x="1192523" y="4986865"/>
                  </a:lnTo>
                  <a:lnTo>
                    <a:pt x="1192648" y="4986865"/>
                  </a:lnTo>
                  <a:lnTo>
                    <a:pt x="1192773" y="4986865"/>
                  </a:lnTo>
                  <a:lnTo>
                    <a:pt x="1192898" y="4986865"/>
                  </a:lnTo>
                  <a:lnTo>
                    <a:pt x="1193023" y="4986865"/>
                  </a:lnTo>
                  <a:lnTo>
                    <a:pt x="1193148" y="4986865"/>
                  </a:lnTo>
                  <a:lnTo>
                    <a:pt x="1193273" y="4986865"/>
                  </a:lnTo>
                  <a:lnTo>
                    <a:pt x="1193398" y="4986865"/>
                  </a:lnTo>
                  <a:lnTo>
                    <a:pt x="1193523" y="4986865"/>
                  </a:lnTo>
                  <a:lnTo>
                    <a:pt x="1193649" y="4986865"/>
                  </a:lnTo>
                  <a:lnTo>
                    <a:pt x="1193774" y="4986865"/>
                  </a:lnTo>
                  <a:lnTo>
                    <a:pt x="1193899" y="4986865"/>
                  </a:lnTo>
                  <a:lnTo>
                    <a:pt x="1194024" y="4986865"/>
                  </a:lnTo>
                  <a:lnTo>
                    <a:pt x="1194149" y="4986865"/>
                  </a:lnTo>
                  <a:lnTo>
                    <a:pt x="1194274" y="4986865"/>
                  </a:lnTo>
                  <a:lnTo>
                    <a:pt x="1194399" y="4986865"/>
                  </a:lnTo>
                  <a:lnTo>
                    <a:pt x="1194524" y="4986865"/>
                  </a:lnTo>
                  <a:lnTo>
                    <a:pt x="1194649" y="4986865"/>
                  </a:lnTo>
                  <a:lnTo>
                    <a:pt x="1194774" y="4986865"/>
                  </a:lnTo>
                  <a:lnTo>
                    <a:pt x="1194899" y="4986865"/>
                  </a:lnTo>
                  <a:lnTo>
                    <a:pt x="1195024" y="4986865"/>
                  </a:lnTo>
                  <a:lnTo>
                    <a:pt x="1195149" y="4986865"/>
                  </a:lnTo>
                  <a:lnTo>
                    <a:pt x="1195274" y="4986865"/>
                  </a:lnTo>
                  <a:lnTo>
                    <a:pt x="1195399" y="4986865"/>
                  </a:lnTo>
                  <a:lnTo>
                    <a:pt x="1195524" y="4986865"/>
                  </a:lnTo>
                  <a:lnTo>
                    <a:pt x="1195649" y="4986865"/>
                  </a:lnTo>
                  <a:lnTo>
                    <a:pt x="1195774" y="4986865"/>
                  </a:lnTo>
                  <a:lnTo>
                    <a:pt x="1195899" y="4986865"/>
                  </a:lnTo>
                  <a:lnTo>
                    <a:pt x="1196024" y="4986865"/>
                  </a:lnTo>
                  <a:lnTo>
                    <a:pt x="1196149" y="4986865"/>
                  </a:lnTo>
                  <a:lnTo>
                    <a:pt x="1196274" y="4986865"/>
                  </a:lnTo>
                  <a:lnTo>
                    <a:pt x="1196399" y="4986865"/>
                  </a:lnTo>
                  <a:lnTo>
                    <a:pt x="1196524" y="4986865"/>
                  </a:lnTo>
                  <a:lnTo>
                    <a:pt x="1196650" y="4986865"/>
                  </a:lnTo>
                  <a:lnTo>
                    <a:pt x="1196775" y="4986865"/>
                  </a:lnTo>
                  <a:lnTo>
                    <a:pt x="1196900" y="4986865"/>
                  </a:lnTo>
                  <a:lnTo>
                    <a:pt x="1197025" y="4986865"/>
                  </a:lnTo>
                  <a:lnTo>
                    <a:pt x="1197150" y="4986865"/>
                  </a:lnTo>
                  <a:lnTo>
                    <a:pt x="1197275" y="4986865"/>
                  </a:lnTo>
                  <a:lnTo>
                    <a:pt x="1197400" y="4986865"/>
                  </a:lnTo>
                  <a:lnTo>
                    <a:pt x="1197525" y="4986865"/>
                  </a:lnTo>
                  <a:lnTo>
                    <a:pt x="1197650" y="4986865"/>
                  </a:lnTo>
                  <a:lnTo>
                    <a:pt x="1197775" y="4986865"/>
                  </a:lnTo>
                  <a:lnTo>
                    <a:pt x="1197900" y="4986865"/>
                  </a:lnTo>
                  <a:lnTo>
                    <a:pt x="1198025" y="4986865"/>
                  </a:lnTo>
                  <a:lnTo>
                    <a:pt x="1198150" y="4986865"/>
                  </a:lnTo>
                  <a:lnTo>
                    <a:pt x="1198275" y="4986865"/>
                  </a:lnTo>
                  <a:lnTo>
                    <a:pt x="1198400" y="4986865"/>
                  </a:lnTo>
                  <a:lnTo>
                    <a:pt x="1198525" y="4986865"/>
                  </a:lnTo>
                  <a:lnTo>
                    <a:pt x="1198650" y="4986865"/>
                  </a:lnTo>
                  <a:lnTo>
                    <a:pt x="1198775" y="4986865"/>
                  </a:lnTo>
                  <a:lnTo>
                    <a:pt x="1198900" y="4986865"/>
                  </a:lnTo>
                  <a:lnTo>
                    <a:pt x="1199025" y="4986865"/>
                  </a:lnTo>
                  <a:lnTo>
                    <a:pt x="1199150" y="4986865"/>
                  </a:lnTo>
                  <a:lnTo>
                    <a:pt x="1199275" y="4986865"/>
                  </a:lnTo>
                  <a:lnTo>
                    <a:pt x="1199400" y="4986865"/>
                  </a:lnTo>
                  <a:lnTo>
                    <a:pt x="1199525" y="4986865"/>
                  </a:lnTo>
                  <a:lnTo>
                    <a:pt x="1199651" y="4986865"/>
                  </a:lnTo>
                  <a:lnTo>
                    <a:pt x="1199776" y="4986865"/>
                  </a:lnTo>
                  <a:lnTo>
                    <a:pt x="1199901" y="4986865"/>
                  </a:lnTo>
                  <a:lnTo>
                    <a:pt x="1200026" y="4986865"/>
                  </a:lnTo>
                  <a:lnTo>
                    <a:pt x="1200151" y="4986865"/>
                  </a:lnTo>
                  <a:lnTo>
                    <a:pt x="1200276" y="4986865"/>
                  </a:lnTo>
                  <a:lnTo>
                    <a:pt x="1200401" y="4986865"/>
                  </a:lnTo>
                  <a:lnTo>
                    <a:pt x="1200526" y="4986865"/>
                  </a:lnTo>
                  <a:lnTo>
                    <a:pt x="1200651" y="4986865"/>
                  </a:lnTo>
                  <a:lnTo>
                    <a:pt x="1200651" y="4976911"/>
                  </a:lnTo>
                  <a:lnTo>
                    <a:pt x="1200776" y="4976911"/>
                  </a:lnTo>
                  <a:lnTo>
                    <a:pt x="1200901" y="4976911"/>
                  </a:lnTo>
                  <a:lnTo>
                    <a:pt x="1201026" y="4976911"/>
                  </a:lnTo>
                  <a:lnTo>
                    <a:pt x="1201151" y="4976911"/>
                  </a:lnTo>
                  <a:lnTo>
                    <a:pt x="1201276" y="4976911"/>
                  </a:lnTo>
                  <a:lnTo>
                    <a:pt x="1201401" y="4976911"/>
                  </a:lnTo>
                  <a:lnTo>
                    <a:pt x="1201401" y="4966957"/>
                  </a:lnTo>
                  <a:lnTo>
                    <a:pt x="1201526" y="4966957"/>
                  </a:lnTo>
                  <a:lnTo>
                    <a:pt x="1201651" y="4966957"/>
                  </a:lnTo>
                  <a:lnTo>
                    <a:pt x="1201776" y="4966957"/>
                  </a:lnTo>
                  <a:lnTo>
                    <a:pt x="1201901" y="4966957"/>
                  </a:lnTo>
                  <a:lnTo>
                    <a:pt x="1202026" y="4966957"/>
                  </a:lnTo>
                  <a:lnTo>
                    <a:pt x="1202151" y="4966957"/>
                  </a:lnTo>
                  <a:lnTo>
                    <a:pt x="1202276" y="4966957"/>
                  </a:lnTo>
                  <a:lnTo>
                    <a:pt x="1202401" y="4966957"/>
                  </a:lnTo>
                  <a:lnTo>
                    <a:pt x="1202526" y="4966957"/>
                  </a:lnTo>
                  <a:lnTo>
                    <a:pt x="1202652" y="4966957"/>
                  </a:lnTo>
                  <a:lnTo>
                    <a:pt x="1202777" y="4966957"/>
                  </a:lnTo>
                  <a:lnTo>
                    <a:pt x="1202902" y="4966957"/>
                  </a:lnTo>
                  <a:lnTo>
                    <a:pt x="1203027" y="4966957"/>
                  </a:lnTo>
                  <a:lnTo>
                    <a:pt x="1203152" y="4966957"/>
                  </a:lnTo>
                  <a:lnTo>
                    <a:pt x="1203277" y="4966957"/>
                  </a:lnTo>
                  <a:lnTo>
                    <a:pt x="1203402" y="4966957"/>
                  </a:lnTo>
                  <a:lnTo>
                    <a:pt x="1203527" y="4966957"/>
                  </a:lnTo>
                  <a:lnTo>
                    <a:pt x="1203652" y="4966957"/>
                  </a:lnTo>
                  <a:lnTo>
                    <a:pt x="1203777" y="4966957"/>
                  </a:lnTo>
                  <a:lnTo>
                    <a:pt x="1203902" y="4966957"/>
                  </a:lnTo>
                  <a:lnTo>
                    <a:pt x="1204027" y="4966957"/>
                  </a:lnTo>
                  <a:lnTo>
                    <a:pt x="1204152" y="4966957"/>
                  </a:lnTo>
                  <a:lnTo>
                    <a:pt x="1204277" y="4966957"/>
                  </a:lnTo>
                  <a:lnTo>
                    <a:pt x="1204402" y="4966957"/>
                  </a:lnTo>
                  <a:lnTo>
                    <a:pt x="1204527" y="4966957"/>
                  </a:lnTo>
                  <a:lnTo>
                    <a:pt x="1204652" y="4966957"/>
                  </a:lnTo>
                  <a:lnTo>
                    <a:pt x="1204777" y="4966957"/>
                  </a:lnTo>
                  <a:lnTo>
                    <a:pt x="1204902" y="4966957"/>
                  </a:lnTo>
                  <a:lnTo>
                    <a:pt x="1205027" y="4966957"/>
                  </a:lnTo>
                  <a:lnTo>
                    <a:pt x="1205152" y="4966957"/>
                  </a:lnTo>
                  <a:lnTo>
                    <a:pt x="1205277" y="4966957"/>
                  </a:lnTo>
                  <a:lnTo>
                    <a:pt x="1205402" y="4966957"/>
                  </a:lnTo>
                  <a:lnTo>
                    <a:pt x="1205528" y="4966957"/>
                  </a:lnTo>
                  <a:lnTo>
                    <a:pt x="1205653" y="4966957"/>
                  </a:lnTo>
                  <a:lnTo>
                    <a:pt x="1205778" y="4966957"/>
                  </a:lnTo>
                  <a:lnTo>
                    <a:pt x="1205903" y="4966957"/>
                  </a:lnTo>
                  <a:lnTo>
                    <a:pt x="1206028" y="4966957"/>
                  </a:lnTo>
                  <a:lnTo>
                    <a:pt x="1206153" y="4966957"/>
                  </a:lnTo>
                  <a:lnTo>
                    <a:pt x="1206278" y="4966957"/>
                  </a:lnTo>
                  <a:lnTo>
                    <a:pt x="1206403" y="4966957"/>
                  </a:lnTo>
                  <a:lnTo>
                    <a:pt x="1206528" y="4966957"/>
                  </a:lnTo>
                  <a:lnTo>
                    <a:pt x="1206653" y="4966957"/>
                  </a:lnTo>
                  <a:lnTo>
                    <a:pt x="1206778" y="4966957"/>
                  </a:lnTo>
                  <a:lnTo>
                    <a:pt x="1206903" y="4966957"/>
                  </a:lnTo>
                  <a:lnTo>
                    <a:pt x="1207028" y="4966957"/>
                  </a:lnTo>
                  <a:lnTo>
                    <a:pt x="1207153" y="4966957"/>
                  </a:lnTo>
                  <a:lnTo>
                    <a:pt x="1207278" y="4966957"/>
                  </a:lnTo>
                  <a:lnTo>
                    <a:pt x="1207403" y="4966957"/>
                  </a:lnTo>
                  <a:lnTo>
                    <a:pt x="1207528" y="4966957"/>
                  </a:lnTo>
                  <a:lnTo>
                    <a:pt x="1207653" y="4966957"/>
                  </a:lnTo>
                  <a:lnTo>
                    <a:pt x="1207778" y="4966957"/>
                  </a:lnTo>
                  <a:lnTo>
                    <a:pt x="1207903" y="4966957"/>
                  </a:lnTo>
                  <a:lnTo>
                    <a:pt x="1208028" y="4966957"/>
                  </a:lnTo>
                  <a:lnTo>
                    <a:pt x="1208153" y="4966957"/>
                  </a:lnTo>
                  <a:lnTo>
                    <a:pt x="1208278" y="4966957"/>
                  </a:lnTo>
                  <a:lnTo>
                    <a:pt x="1208403" y="4966957"/>
                  </a:lnTo>
                  <a:lnTo>
                    <a:pt x="1208529" y="4966957"/>
                  </a:lnTo>
                  <a:lnTo>
                    <a:pt x="1208654" y="4966957"/>
                  </a:lnTo>
                  <a:lnTo>
                    <a:pt x="1208779" y="4966957"/>
                  </a:lnTo>
                  <a:lnTo>
                    <a:pt x="1208904" y="4966957"/>
                  </a:lnTo>
                  <a:lnTo>
                    <a:pt x="1209029" y="4966957"/>
                  </a:lnTo>
                  <a:lnTo>
                    <a:pt x="1209154" y="4966957"/>
                  </a:lnTo>
                  <a:lnTo>
                    <a:pt x="1209279" y="4966957"/>
                  </a:lnTo>
                  <a:lnTo>
                    <a:pt x="1209404" y="4966957"/>
                  </a:lnTo>
                  <a:lnTo>
                    <a:pt x="1209529" y="4966957"/>
                  </a:lnTo>
                  <a:lnTo>
                    <a:pt x="1209654" y="4966957"/>
                  </a:lnTo>
                  <a:lnTo>
                    <a:pt x="1209779" y="4966957"/>
                  </a:lnTo>
                  <a:lnTo>
                    <a:pt x="1209904" y="4966957"/>
                  </a:lnTo>
                  <a:lnTo>
                    <a:pt x="1210029" y="4966957"/>
                  </a:lnTo>
                  <a:lnTo>
                    <a:pt x="1210154" y="4966957"/>
                  </a:lnTo>
                  <a:lnTo>
                    <a:pt x="1210279" y="4966957"/>
                  </a:lnTo>
                  <a:lnTo>
                    <a:pt x="1210404" y="4966957"/>
                  </a:lnTo>
                  <a:lnTo>
                    <a:pt x="1210529" y="4966957"/>
                  </a:lnTo>
                  <a:lnTo>
                    <a:pt x="1210654" y="4966957"/>
                  </a:lnTo>
                  <a:lnTo>
                    <a:pt x="1210779" y="4966957"/>
                  </a:lnTo>
                  <a:lnTo>
                    <a:pt x="1210904" y="4966957"/>
                  </a:lnTo>
                  <a:lnTo>
                    <a:pt x="1211029" y="4966957"/>
                  </a:lnTo>
                  <a:lnTo>
                    <a:pt x="1211154" y="4966957"/>
                  </a:lnTo>
                  <a:lnTo>
                    <a:pt x="1211279" y="4966957"/>
                  </a:lnTo>
                  <a:lnTo>
                    <a:pt x="1211404" y="4966957"/>
                  </a:lnTo>
                  <a:lnTo>
                    <a:pt x="1211530" y="4966957"/>
                  </a:lnTo>
                  <a:lnTo>
                    <a:pt x="1211655" y="4966957"/>
                  </a:lnTo>
                  <a:lnTo>
                    <a:pt x="1211780" y="4966957"/>
                  </a:lnTo>
                  <a:lnTo>
                    <a:pt x="1211905" y="4966957"/>
                  </a:lnTo>
                  <a:lnTo>
                    <a:pt x="1212030" y="4966957"/>
                  </a:lnTo>
                  <a:lnTo>
                    <a:pt x="1212155" y="4966957"/>
                  </a:lnTo>
                  <a:lnTo>
                    <a:pt x="1212280" y="4966957"/>
                  </a:lnTo>
                  <a:lnTo>
                    <a:pt x="1212405" y="4966957"/>
                  </a:lnTo>
                  <a:lnTo>
                    <a:pt x="1212530" y="4966957"/>
                  </a:lnTo>
                  <a:lnTo>
                    <a:pt x="1212655" y="4966957"/>
                  </a:lnTo>
                  <a:lnTo>
                    <a:pt x="1212780" y="4966957"/>
                  </a:lnTo>
                  <a:lnTo>
                    <a:pt x="1212905" y="4966957"/>
                  </a:lnTo>
                  <a:lnTo>
                    <a:pt x="1213030" y="4966957"/>
                  </a:lnTo>
                  <a:lnTo>
                    <a:pt x="1213155" y="4966957"/>
                  </a:lnTo>
                  <a:lnTo>
                    <a:pt x="1213280" y="4966957"/>
                  </a:lnTo>
                  <a:lnTo>
                    <a:pt x="1213405" y="4966957"/>
                  </a:lnTo>
                  <a:lnTo>
                    <a:pt x="1213530" y="4966957"/>
                  </a:lnTo>
                  <a:lnTo>
                    <a:pt x="1213655" y="4966957"/>
                  </a:lnTo>
                  <a:lnTo>
                    <a:pt x="1213780" y="4966957"/>
                  </a:lnTo>
                  <a:lnTo>
                    <a:pt x="1213905" y="4966957"/>
                  </a:lnTo>
                  <a:lnTo>
                    <a:pt x="1214030" y="4966957"/>
                  </a:lnTo>
                  <a:lnTo>
                    <a:pt x="1214155" y="4966957"/>
                  </a:lnTo>
                  <a:lnTo>
                    <a:pt x="1214280" y="4966957"/>
                  </a:lnTo>
                  <a:lnTo>
                    <a:pt x="1214405" y="4966957"/>
                  </a:lnTo>
                  <a:lnTo>
                    <a:pt x="1214531" y="4966957"/>
                  </a:lnTo>
                  <a:lnTo>
                    <a:pt x="1214656" y="4966957"/>
                  </a:lnTo>
                  <a:lnTo>
                    <a:pt x="1214781" y="4966957"/>
                  </a:lnTo>
                  <a:lnTo>
                    <a:pt x="1214906" y="4966957"/>
                  </a:lnTo>
                  <a:lnTo>
                    <a:pt x="1215031" y="4966957"/>
                  </a:lnTo>
                  <a:lnTo>
                    <a:pt x="1215156" y="4966957"/>
                  </a:lnTo>
                  <a:lnTo>
                    <a:pt x="1215281" y="4966957"/>
                  </a:lnTo>
                  <a:lnTo>
                    <a:pt x="1215406" y="4966957"/>
                  </a:lnTo>
                  <a:lnTo>
                    <a:pt x="1215531" y="4966957"/>
                  </a:lnTo>
                  <a:lnTo>
                    <a:pt x="1215656" y="4966957"/>
                  </a:lnTo>
                  <a:lnTo>
                    <a:pt x="1215781" y="4966957"/>
                  </a:lnTo>
                  <a:lnTo>
                    <a:pt x="1215906" y="4966957"/>
                  </a:lnTo>
                  <a:lnTo>
                    <a:pt x="1216031" y="4966957"/>
                  </a:lnTo>
                  <a:lnTo>
                    <a:pt x="1216156" y="4966957"/>
                  </a:lnTo>
                  <a:lnTo>
                    <a:pt x="1216281" y="4966957"/>
                  </a:lnTo>
                  <a:lnTo>
                    <a:pt x="1216406" y="4966957"/>
                  </a:lnTo>
                  <a:lnTo>
                    <a:pt x="1216531" y="4966957"/>
                  </a:lnTo>
                  <a:lnTo>
                    <a:pt x="1216656" y="4966957"/>
                  </a:lnTo>
                  <a:lnTo>
                    <a:pt x="1216781" y="4966957"/>
                  </a:lnTo>
                  <a:lnTo>
                    <a:pt x="1216906" y="4966957"/>
                  </a:lnTo>
                  <a:lnTo>
                    <a:pt x="1217031" y="4966957"/>
                  </a:lnTo>
                  <a:lnTo>
                    <a:pt x="1217156" y="4966957"/>
                  </a:lnTo>
                  <a:lnTo>
                    <a:pt x="1217281" y="4966957"/>
                  </a:lnTo>
                  <a:lnTo>
                    <a:pt x="1217406" y="4966957"/>
                  </a:lnTo>
                  <a:lnTo>
                    <a:pt x="1217532" y="4966957"/>
                  </a:lnTo>
                  <a:lnTo>
                    <a:pt x="1217657" y="4966957"/>
                  </a:lnTo>
                  <a:lnTo>
                    <a:pt x="1217782" y="4966957"/>
                  </a:lnTo>
                  <a:lnTo>
                    <a:pt x="1217907" y="4966957"/>
                  </a:lnTo>
                  <a:lnTo>
                    <a:pt x="1218032" y="4966957"/>
                  </a:lnTo>
                  <a:lnTo>
                    <a:pt x="1218157" y="4966957"/>
                  </a:lnTo>
                  <a:lnTo>
                    <a:pt x="1218282" y="4966957"/>
                  </a:lnTo>
                  <a:lnTo>
                    <a:pt x="1218407" y="4966957"/>
                  </a:lnTo>
                  <a:lnTo>
                    <a:pt x="1218532" y="4966957"/>
                  </a:lnTo>
                  <a:lnTo>
                    <a:pt x="1218657" y="4966957"/>
                  </a:lnTo>
                  <a:lnTo>
                    <a:pt x="1218782" y="4966957"/>
                  </a:lnTo>
                  <a:lnTo>
                    <a:pt x="1218907" y="4966957"/>
                  </a:lnTo>
                  <a:lnTo>
                    <a:pt x="1219032" y="4966957"/>
                  </a:lnTo>
                  <a:lnTo>
                    <a:pt x="1219157" y="4966957"/>
                  </a:lnTo>
                  <a:lnTo>
                    <a:pt x="1219282" y="4966957"/>
                  </a:lnTo>
                  <a:lnTo>
                    <a:pt x="1219407" y="4966957"/>
                  </a:lnTo>
                  <a:lnTo>
                    <a:pt x="1219532" y="4966957"/>
                  </a:lnTo>
                  <a:lnTo>
                    <a:pt x="1219657" y="4966957"/>
                  </a:lnTo>
                  <a:lnTo>
                    <a:pt x="1219782" y="4966957"/>
                  </a:lnTo>
                  <a:lnTo>
                    <a:pt x="1219907" y="4966957"/>
                  </a:lnTo>
                  <a:lnTo>
                    <a:pt x="1220032" y="4966957"/>
                  </a:lnTo>
                  <a:lnTo>
                    <a:pt x="1220157" y="4966957"/>
                  </a:lnTo>
                  <a:lnTo>
                    <a:pt x="1220282" y="4966957"/>
                  </a:lnTo>
                  <a:lnTo>
                    <a:pt x="1220407" y="4966957"/>
                  </a:lnTo>
                  <a:lnTo>
                    <a:pt x="1220533" y="4966957"/>
                  </a:lnTo>
                  <a:lnTo>
                    <a:pt x="1220658" y="4966957"/>
                  </a:lnTo>
                  <a:lnTo>
                    <a:pt x="1220783" y="4966957"/>
                  </a:lnTo>
                  <a:lnTo>
                    <a:pt x="1220908" y="4966957"/>
                  </a:lnTo>
                  <a:lnTo>
                    <a:pt x="1221033" y="4966957"/>
                  </a:lnTo>
                  <a:lnTo>
                    <a:pt x="1221158" y="4966957"/>
                  </a:lnTo>
                  <a:lnTo>
                    <a:pt x="1221283" y="4966957"/>
                  </a:lnTo>
                  <a:lnTo>
                    <a:pt x="1221408" y="4966957"/>
                  </a:lnTo>
                  <a:lnTo>
                    <a:pt x="1221533" y="4966957"/>
                  </a:lnTo>
                  <a:lnTo>
                    <a:pt x="1221658" y="4966957"/>
                  </a:lnTo>
                  <a:lnTo>
                    <a:pt x="1221783" y="4966957"/>
                  </a:lnTo>
                  <a:lnTo>
                    <a:pt x="1221908" y="4966957"/>
                  </a:lnTo>
                  <a:lnTo>
                    <a:pt x="1222033" y="4966957"/>
                  </a:lnTo>
                  <a:lnTo>
                    <a:pt x="1222033" y="4957003"/>
                  </a:lnTo>
                  <a:lnTo>
                    <a:pt x="1222158" y="4957003"/>
                  </a:lnTo>
                  <a:lnTo>
                    <a:pt x="1222283" y="4957003"/>
                  </a:lnTo>
                  <a:lnTo>
                    <a:pt x="1222408" y="4957003"/>
                  </a:lnTo>
                  <a:lnTo>
                    <a:pt x="1222533" y="4957003"/>
                  </a:lnTo>
                  <a:lnTo>
                    <a:pt x="1222658" y="4957003"/>
                  </a:lnTo>
                  <a:lnTo>
                    <a:pt x="1222783" y="4957003"/>
                  </a:lnTo>
                  <a:lnTo>
                    <a:pt x="1222908" y="4957003"/>
                  </a:lnTo>
                  <a:lnTo>
                    <a:pt x="1223033" y="4957003"/>
                  </a:lnTo>
                  <a:lnTo>
                    <a:pt x="1223158" y="4957003"/>
                  </a:lnTo>
                  <a:lnTo>
                    <a:pt x="1223283" y="4957003"/>
                  </a:lnTo>
                  <a:lnTo>
                    <a:pt x="1223408" y="4957003"/>
                  </a:lnTo>
                  <a:lnTo>
                    <a:pt x="1223534" y="4957003"/>
                  </a:lnTo>
                  <a:lnTo>
                    <a:pt x="1223659" y="4957003"/>
                  </a:lnTo>
                  <a:lnTo>
                    <a:pt x="1223784" y="4957003"/>
                  </a:lnTo>
                  <a:lnTo>
                    <a:pt x="1223909" y="4957003"/>
                  </a:lnTo>
                  <a:lnTo>
                    <a:pt x="1224034" y="4957003"/>
                  </a:lnTo>
                  <a:lnTo>
                    <a:pt x="1224159" y="4957003"/>
                  </a:lnTo>
                  <a:lnTo>
                    <a:pt x="1224284" y="4957003"/>
                  </a:lnTo>
                  <a:lnTo>
                    <a:pt x="1224409" y="4957003"/>
                  </a:lnTo>
                  <a:lnTo>
                    <a:pt x="1224534" y="4957003"/>
                  </a:lnTo>
                  <a:lnTo>
                    <a:pt x="1224659" y="4957003"/>
                  </a:lnTo>
                  <a:lnTo>
                    <a:pt x="1224784" y="4957003"/>
                  </a:lnTo>
                  <a:lnTo>
                    <a:pt x="1224909" y="4957003"/>
                  </a:lnTo>
                  <a:lnTo>
                    <a:pt x="1225034" y="4957003"/>
                  </a:lnTo>
                  <a:lnTo>
                    <a:pt x="1225159" y="4957003"/>
                  </a:lnTo>
                  <a:lnTo>
                    <a:pt x="1225284" y="4957003"/>
                  </a:lnTo>
                  <a:lnTo>
                    <a:pt x="1225409" y="4957003"/>
                  </a:lnTo>
                  <a:lnTo>
                    <a:pt x="1225534" y="4957003"/>
                  </a:lnTo>
                  <a:lnTo>
                    <a:pt x="1225659" y="4957003"/>
                  </a:lnTo>
                  <a:lnTo>
                    <a:pt x="1225784" y="4957003"/>
                  </a:lnTo>
                  <a:lnTo>
                    <a:pt x="1225909" y="4957003"/>
                  </a:lnTo>
                  <a:lnTo>
                    <a:pt x="1226034" y="4957003"/>
                  </a:lnTo>
                  <a:lnTo>
                    <a:pt x="1226159" y="4957003"/>
                  </a:lnTo>
                  <a:lnTo>
                    <a:pt x="1226284" y="4957003"/>
                  </a:lnTo>
                  <a:lnTo>
                    <a:pt x="1226409" y="4957003"/>
                  </a:lnTo>
                  <a:lnTo>
                    <a:pt x="1226535" y="4957003"/>
                  </a:lnTo>
                  <a:lnTo>
                    <a:pt x="1226660" y="4957003"/>
                  </a:lnTo>
                  <a:lnTo>
                    <a:pt x="1226785" y="4957003"/>
                  </a:lnTo>
                  <a:lnTo>
                    <a:pt x="1226910" y="4957003"/>
                  </a:lnTo>
                  <a:lnTo>
                    <a:pt x="1227035" y="4957003"/>
                  </a:lnTo>
                  <a:lnTo>
                    <a:pt x="1227160" y="4957003"/>
                  </a:lnTo>
                  <a:lnTo>
                    <a:pt x="1227285" y="4957003"/>
                  </a:lnTo>
                  <a:lnTo>
                    <a:pt x="1227410" y="4957003"/>
                  </a:lnTo>
                  <a:lnTo>
                    <a:pt x="1227535" y="4957003"/>
                  </a:lnTo>
                  <a:lnTo>
                    <a:pt x="1227660" y="4957003"/>
                  </a:lnTo>
                  <a:lnTo>
                    <a:pt x="1227785" y="4957003"/>
                  </a:lnTo>
                  <a:lnTo>
                    <a:pt x="1227910" y="4957003"/>
                  </a:lnTo>
                  <a:lnTo>
                    <a:pt x="1228035" y="4957003"/>
                  </a:lnTo>
                  <a:lnTo>
                    <a:pt x="1228160" y="4957003"/>
                  </a:lnTo>
                  <a:lnTo>
                    <a:pt x="1228285" y="4957003"/>
                  </a:lnTo>
                  <a:lnTo>
                    <a:pt x="1228410" y="4957003"/>
                  </a:lnTo>
                  <a:lnTo>
                    <a:pt x="1228535" y="4957003"/>
                  </a:lnTo>
                  <a:lnTo>
                    <a:pt x="1228660" y="4957003"/>
                  </a:lnTo>
                  <a:lnTo>
                    <a:pt x="1228785" y="4957003"/>
                  </a:lnTo>
                  <a:lnTo>
                    <a:pt x="1228910" y="4957003"/>
                  </a:lnTo>
                  <a:lnTo>
                    <a:pt x="1229035" y="4957003"/>
                  </a:lnTo>
                  <a:lnTo>
                    <a:pt x="1229160" y="4957003"/>
                  </a:lnTo>
                  <a:lnTo>
                    <a:pt x="1229285" y="4957003"/>
                  </a:lnTo>
                  <a:lnTo>
                    <a:pt x="1229410" y="4957003"/>
                  </a:lnTo>
                  <a:lnTo>
                    <a:pt x="1229536" y="4957003"/>
                  </a:lnTo>
                  <a:lnTo>
                    <a:pt x="1229661" y="4957003"/>
                  </a:lnTo>
                  <a:lnTo>
                    <a:pt x="1229786" y="4957003"/>
                  </a:lnTo>
                  <a:lnTo>
                    <a:pt x="1229911" y="4957003"/>
                  </a:lnTo>
                  <a:lnTo>
                    <a:pt x="1229911" y="4947049"/>
                  </a:lnTo>
                  <a:lnTo>
                    <a:pt x="1230036" y="4947049"/>
                  </a:lnTo>
                  <a:lnTo>
                    <a:pt x="1230161" y="4947049"/>
                  </a:lnTo>
                  <a:lnTo>
                    <a:pt x="1230286" y="4947049"/>
                  </a:lnTo>
                  <a:lnTo>
                    <a:pt x="1230411" y="4947049"/>
                  </a:lnTo>
                  <a:lnTo>
                    <a:pt x="1230536" y="4947049"/>
                  </a:lnTo>
                  <a:lnTo>
                    <a:pt x="1230661" y="4947049"/>
                  </a:lnTo>
                  <a:lnTo>
                    <a:pt x="1230786" y="4947049"/>
                  </a:lnTo>
                  <a:lnTo>
                    <a:pt x="1230911" y="4947049"/>
                  </a:lnTo>
                  <a:lnTo>
                    <a:pt x="1231036" y="4947049"/>
                  </a:lnTo>
                  <a:lnTo>
                    <a:pt x="1231161" y="4947049"/>
                  </a:lnTo>
                  <a:lnTo>
                    <a:pt x="1231286" y="4947049"/>
                  </a:lnTo>
                  <a:lnTo>
                    <a:pt x="1231411" y="4947049"/>
                  </a:lnTo>
                  <a:lnTo>
                    <a:pt x="1231536" y="4947049"/>
                  </a:lnTo>
                  <a:lnTo>
                    <a:pt x="1231661" y="4947049"/>
                  </a:lnTo>
                  <a:lnTo>
                    <a:pt x="1231661" y="4937096"/>
                  </a:lnTo>
                  <a:lnTo>
                    <a:pt x="1231786" y="4937096"/>
                  </a:lnTo>
                  <a:lnTo>
                    <a:pt x="1231911" y="4937096"/>
                  </a:lnTo>
                  <a:lnTo>
                    <a:pt x="1232036" y="4937096"/>
                  </a:lnTo>
                  <a:lnTo>
                    <a:pt x="1232161" y="4937096"/>
                  </a:lnTo>
                  <a:lnTo>
                    <a:pt x="1232286" y="4937096"/>
                  </a:lnTo>
                  <a:lnTo>
                    <a:pt x="1232411" y="4937096"/>
                  </a:lnTo>
                  <a:lnTo>
                    <a:pt x="1232537" y="4937096"/>
                  </a:lnTo>
                  <a:lnTo>
                    <a:pt x="1232662" y="4937096"/>
                  </a:lnTo>
                  <a:lnTo>
                    <a:pt x="1232787" y="4937096"/>
                  </a:lnTo>
                  <a:lnTo>
                    <a:pt x="1232912" y="4937096"/>
                  </a:lnTo>
                  <a:lnTo>
                    <a:pt x="1233037" y="4937096"/>
                  </a:lnTo>
                  <a:lnTo>
                    <a:pt x="1233162" y="4937096"/>
                  </a:lnTo>
                  <a:lnTo>
                    <a:pt x="1233287" y="4937096"/>
                  </a:lnTo>
                  <a:lnTo>
                    <a:pt x="1233412" y="4937096"/>
                  </a:lnTo>
                  <a:lnTo>
                    <a:pt x="1233412" y="4927142"/>
                  </a:lnTo>
                  <a:lnTo>
                    <a:pt x="1233537" y="4927142"/>
                  </a:lnTo>
                  <a:lnTo>
                    <a:pt x="1233662" y="4927142"/>
                  </a:lnTo>
                  <a:lnTo>
                    <a:pt x="1233787" y="4927142"/>
                  </a:lnTo>
                  <a:lnTo>
                    <a:pt x="1233912" y="4927142"/>
                  </a:lnTo>
                  <a:lnTo>
                    <a:pt x="1234037" y="4927142"/>
                  </a:lnTo>
                  <a:lnTo>
                    <a:pt x="1234162" y="4927142"/>
                  </a:lnTo>
                  <a:lnTo>
                    <a:pt x="1234287" y="4927142"/>
                  </a:lnTo>
                  <a:lnTo>
                    <a:pt x="1234412" y="4927142"/>
                  </a:lnTo>
                  <a:lnTo>
                    <a:pt x="1234537" y="4927142"/>
                  </a:lnTo>
                  <a:lnTo>
                    <a:pt x="1234662" y="4927142"/>
                  </a:lnTo>
                  <a:lnTo>
                    <a:pt x="1234787" y="4927142"/>
                  </a:lnTo>
                  <a:lnTo>
                    <a:pt x="1234912" y="4927142"/>
                  </a:lnTo>
                  <a:lnTo>
                    <a:pt x="1235037" y="4927142"/>
                  </a:lnTo>
                  <a:lnTo>
                    <a:pt x="1235162" y="4927142"/>
                  </a:lnTo>
                  <a:lnTo>
                    <a:pt x="1235287" y="4927142"/>
                  </a:lnTo>
                  <a:lnTo>
                    <a:pt x="1235412" y="4927142"/>
                  </a:lnTo>
                  <a:lnTo>
                    <a:pt x="1235538" y="4927142"/>
                  </a:lnTo>
                  <a:lnTo>
                    <a:pt x="1235663" y="4927142"/>
                  </a:lnTo>
                  <a:lnTo>
                    <a:pt x="1235788" y="4927142"/>
                  </a:lnTo>
                  <a:lnTo>
                    <a:pt x="1235913" y="4927142"/>
                  </a:lnTo>
                  <a:lnTo>
                    <a:pt x="1236038" y="4927142"/>
                  </a:lnTo>
                  <a:lnTo>
                    <a:pt x="1236163" y="4927142"/>
                  </a:lnTo>
                  <a:lnTo>
                    <a:pt x="1236288" y="4927142"/>
                  </a:lnTo>
                  <a:lnTo>
                    <a:pt x="1236413" y="4927142"/>
                  </a:lnTo>
                  <a:lnTo>
                    <a:pt x="1236538" y="4927142"/>
                  </a:lnTo>
                  <a:lnTo>
                    <a:pt x="1236663" y="4927142"/>
                  </a:lnTo>
                  <a:lnTo>
                    <a:pt x="1236788" y="4927142"/>
                  </a:lnTo>
                  <a:lnTo>
                    <a:pt x="1236913" y="4927142"/>
                  </a:lnTo>
                  <a:lnTo>
                    <a:pt x="1236913" y="4917188"/>
                  </a:lnTo>
                  <a:lnTo>
                    <a:pt x="1237038" y="4917188"/>
                  </a:lnTo>
                  <a:lnTo>
                    <a:pt x="1237163" y="4917188"/>
                  </a:lnTo>
                  <a:lnTo>
                    <a:pt x="1237288" y="4917188"/>
                  </a:lnTo>
                  <a:lnTo>
                    <a:pt x="1237413" y="4917188"/>
                  </a:lnTo>
                  <a:lnTo>
                    <a:pt x="1237538" y="4917188"/>
                  </a:lnTo>
                  <a:lnTo>
                    <a:pt x="1237663" y="4917188"/>
                  </a:lnTo>
                  <a:lnTo>
                    <a:pt x="1237788" y="4917188"/>
                  </a:lnTo>
                  <a:lnTo>
                    <a:pt x="1237913" y="4917188"/>
                  </a:lnTo>
                  <a:lnTo>
                    <a:pt x="1238038" y="4917188"/>
                  </a:lnTo>
                  <a:lnTo>
                    <a:pt x="1238163" y="4917188"/>
                  </a:lnTo>
                  <a:lnTo>
                    <a:pt x="1238288" y="4917188"/>
                  </a:lnTo>
                  <a:lnTo>
                    <a:pt x="1238413" y="4917188"/>
                  </a:lnTo>
                  <a:lnTo>
                    <a:pt x="1238539" y="4917188"/>
                  </a:lnTo>
                  <a:lnTo>
                    <a:pt x="1238664" y="4917188"/>
                  </a:lnTo>
                  <a:lnTo>
                    <a:pt x="1238789" y="4917188"/>
                  </a:lnTo>
                  <a:lnTo>
                    <a:pt x="1238914" y="4917188"/>
                  </a:lnTo>
                  <a:lnTo>
                    <a:pt x="1239039" y="4917188"/>
                  </a:lnTo>
                  <a:lnTo>
                    <a:pt x="1239164" y="4917188"/>
                  </a:lnTo>
                  <a:lnTo>
                    <a:pt x="1239289" y="4917188"/>
                  </a:lnTo>
                  <a:lnTo>
                    <a:pt x="1239414" y="4917188"/>
                  </a:lnTo>
                  <a:lnTo>
                    <a:pt x="1239539" y="4917188"/>
                  </a:lnTo>
                  <a:lnTo>
                    <a:pt x="1239664" y="4917188"/>
                  </a:lnTo>
                  <a:lnTo>
                    <a:pt x="1239789" y="4917188"/>
                  </a:lnTo>
                  <a:lnTo>
                    <a:pt x="1239914" y="4917188"/>
                  </a:lnTo>
                  <a:lnTo>
                    <a:pt x="1240039" y="4917188"/>
                  </a:lnTo>
                  <a:lnTo>
                    <a:pt x="1240164" y="4917188"/>
                  </a:lnTo>
                  <a:lnTo>
                    <a:pt x="1240289" y="4917188"/>
                  </a:lnTo>
                  <a:lnTo>
                    <a:pt x="1240414" y="4917188"/>
                  </a:lnTo>
                  <a:lnTo>
                    <a:pt x="1240539" y="4917188"/>
                  </a:lnTo>
                  <a:lnTo>
                    <a:pt x="1240664" y="4917188"/>
                  </a:lnTo>
                  <a:lnTo>
                    <a:pt x="1240789" y="4917188"/>
                  </a:lnTo>
                  <a:lnTo>
                    <a:pt x="1240914" y="4917188"/>
                  </a:lnTo>
                  <a:lnTo>
                    <a:pt x="1241039" y="4917188"/>
                  </a:lnTo>
                  <a:lnTo>
                    <a:pt x="1241164" y="4917188"/>
                  </a:lnTo>
                  <a:lnTo>
                    <a:pt x="1241164" y="4907234"/>
                  </a:lnTo>
                  <a:lnTo>
                    <a:pt x="1241289" y="4907234"/>
                  </a:lnTo>
                  <a:lnTo>
                    <a:pt x="1241414" y="4907234"/>
                  </a:lnTo>
                  <a:lnTo>
                    <a:pt x="1241540" y="4907234"/>
                  </a:lnTo>
                  <a:lnTo>
                    <a:pt x="1241665" y="4907234"/>
                  </a:lnTo>
                  <a:lnTo>
                    <a:pt x="1241790" y="4907234"/>
                  </a:lnTo>
                  <a:lnTo>
                    <a:pt x="1241915" y="4907234"/>
                  </a:lnTo>
                  <a:lnTo>
                    <a:pt x="1242040" y="4907234"/>
                  </a:lnTo>
                  <a:lnTo>
                    <a:pt x="1242165" y="4907234"/>
                  </a:lnTo>
                  <a:lnTo>
                    <a:pt x="1242290" y="4907234"/>
                  </a:lnTo>
                  <a:lnTo>
                    <a:pt x="1242415" y="4907234"/>
                  </a:lnTo>
                  <a:lnTo>
                    <a:pt x="1242540" y="4907234"/>
                  </a:lnTo>
                  <a:lnTo>
                    <a:pt x="1242665" y="4907234"/>
                  </a:lnTo>
                  <a:lnTo>
                    <a:pt x="1242790" y="4907234"/>
                  </a:lnTo>
                  <a:lnTo>
                    <a:pt x="1242915" y="4907234"/>
                  </a:lnTo>
                  <a:lnTo>
                    <a:pt x="1243040" y="4907234"/>
                  </a:lnTo>
                  <a:lnTo>
                    <a:pt x="1243165" y="4907234"/>
                  </a:lnTo>
                  <a:lnTo>
                    <a:pt x="1243290" y="4907234"/>
                  </a:lnTo>
                  <a:lnTo>
                    <a:pt x="1243415" y="4907234"/>
                  </a:lnTo>
                  <a:lnTo>
                    <a:pt x="1243540" y="4907234"/>
                  </a:lnTo>
                  <a:lnTo>
                    <a:pt x="1243665" y="4907234"/>
                  </a:lnTo>
                  <a:lnTo>
                    <a:pt x="1243790" y="4907234"/>
                  </a:lnTo>
                  <a:lnTo>
                    <a:pt x="1243915" y="4907234"/>
                  </a:lnTo>
                  <a:lnTo>
                    <a:pt x="1244040" y="4907234"/>
                  </a:lnTo>
                  <a:lnTo>
                    <a:pt x="1244165" y="4907234"/>
                  </a:lnTo>
                  <a:lnTo>
                    <a:pt x="1244290" y="4907234"/>
                  </a:lnTo>
                  <a:lnTo>
                    <a:pt x="1244416" y="4907234"/>
                  </a:lnTo>
                  <a:lnTo>
                    <a:pt x="1244541" y="4907234"/>
                  </a:lnTo>
                  <a:lnTo>
                    <a:pt x="1244666" y="4907234"/>
                  </a:lnTo>
                  <a:lnTo>
                    <a:pt x="1244791" y="4907234"/>
                  </a:lnTo>
                  <a:lnTo>
                    <a:pt x="1244916" y="4907234"/>
                  </a:lnTo>
                  <a:lnTo>
                    <a:pt x="1245041" y="4907234"/>
                  </a:lnTo>
                  <a:lnTo>
                    <a:pt x="1245166" y="4907234"/>
                  </a:lnTo>
                  <a:lnTo>
                    <a:pt x="1245291" y="4907234"/>
                  </a:lnTo>
                  <a:lnTo>
                    <a:pt x="1245416" y="4907234"/>
                  </a:lnTo>
                  <a:lnTo>
                    <a:pt x="1245541" y="4907234"/>
                  </a:lnTo>
                  <a:lnTo>
                    <a:pt x="1245666" y="4907234"/>
                  </a:lnTo>
                  <a:lnTo>
                    <a:pt x="1245791" y="4907234"/>
                  </a:lnTo>
                  <a:lnTo>
                    <a:pt x="1245916" y="4907234"/>
                  </a:lnTo>
                  <a:lnTo>
                    <a:pt x="1246041" y="4907234"/>
                  </a:lnTo>
                  <a:lnTo>
                    <a:pt x="1246166" y="4907234"/>
                  </a:lnTo>
                  <a:lnTo>
                    <a:pt x="1246291" y="4907234"/>
                  </a:lnTo>
                  <a:lnTo>
                    <a:pt x="1246416" y="4907234"/>
                  </a:lnTo>
                  <a:lnTo>
                    <a:pt x="1246541" y="4907234"/>
                  </a:lnTo>
                  <a:lnTo>
                    <a:pt x="1246666" y="4907234"/>
                  </a:lnTo>
                  <a:lnTo>
                    <a:pt x="1246791" y="4907234"/>
                  </a:lnTo>
                  <a:lnTo>
                    <a:pt x="1246916" y="4907234"/>
                  </a:lnTo>
                  <a:lnTo>
                    <a:pt x="1247041" y="4907234"/>
                  </a:lnTo>
                  <a:lnTo>
                    <a:pt x="1247166" y="4907234"/>
                  </a:lnTo>
                  <a:lnTo>
                    <a:pt x="1247291" y="4907234"/>
                  </a:lnTo>
                  <a:lnTo>
                    <a:pt x="1247417" y="4907234"/>
                  </a:lnTo>
                  <a:lnTo>
                    <a:pt x="1247542" y="4907234"/>
                  </a:lnTo>
                  <a:lnTo>
                    <a:pt x="1247667" y="4907234"/>
                  </a:lnTo>
                  <a:lnTo>
                    <a:pt x="1247792" y="4907234"/>
                  </a:lnTo>
                  <a:lnTo>
                    <a:pt x="1247917" y="4907234"/>
                  </a:lnTo>
                  <a:lnTo>
                    <a:pt x="1248042" y="4907234"/>
                  </a:lnTo>
                  <a:lnTo>
                    <a:pt x="1248167" y="4907234"/>
                  </a:lnTo>
                  <a:lnTo>
                    <a:pt x="1248292" y="4907234"/>
                  </a:lnTo>
                  <a:lnTo>
                    <a:pt x="1248417" y="4907234"/>
                  </a:lnTo>
                  <a:lnTo>
                    <a:pt x="1248542" y="4907234"/>
                  </a:lnTo>
                  <a:lnTo>
                    <a:pt x="1248667" y="4907234"/>
                  </a:lnTo>
                  <a:lnTo>
                    <a:pt x="1248792" y="4907234"/>
                  </a:lnTo>
                  <a:lnTo>
                    <a:pt x="1248917" y="4907234"/>
                  </a:lnTo>
                  <a:lnTo>
                    <a:pt x="1249042" y="4907234"/>
                  </a:lnTo>
                  <a:lnTo>
                    <a:pt x="1249167" y="4907234"/>
                  </a:lnTo>
                  <a:lnTo>
                    <a:pt x="1249292" y="4907234"/>
                  </a:lnTo>
                  <a:lnTo>
                    <a:pt x="1249417" y="4907234"/>
                  </a:lnTo>
                  <a:lnTo>
                    <a:pt x="1249542" y="4907234"/>
                  </a:lnTo>
                  <a:lnTo>
                    <a:pt x="1249667" y="4907234"/>
                  </a:lnTo>
                  <a:lnTo>
                    <a:pt x="1249792" y="4907234"/>
                  </a:lnTo>
                  <a:lnTo>
                    <a:pt x="1249917" y="4907234"/>
                  </a:lnTo>
                  <a:lnTo>
                    <a:pt x="1250042" y="4907234"/>
                  </a:lnTo>
                  <a:lnTo>
                    <a:pt x="1250167" y="4907234"/>
                  </a:lnTo>
                  <a:lnTo>
                    <a:pt x="1250292" y="4907234"/>
                  </a:lnTo>
                  <a:lnTo>
                    <a:pt x="1250418" y="4907234"/>
                  </a:lnTo>
                  <a:lnTo>
                    <a:pt x="1250543" y="4907234"/>
                  </a:lnTo>
                  <a:lnTo>
                    <a:pt x="1250668" y="4907234"/>
                  </a:lnTo>
                  <a:lnTo>
                    <a:pt x="1250793" y="4907234"/>
                  </a:lnTo>
                  <a:lnTo>
                    <a:pt x="1250918" y="4907234"/>
                  </a:lnTo>
                  <a:lnTo>
                    <a:pt x="1251043" y="4907234"/>
                  </a:lnTo>
                  <a:lnTo>
                    <a:pt x="1251168" y="4907234"/>
                  </a:lnTo>
                  <a:lnTo>
                    <a:pt x="1251293" y="4907234"/>
                  </a:lnTo>
                  <a:lnTo>
                    <a:pt x="1251418" y="4907234"/>
                  </a:lnTo>
                  <a:lnTo>
                    <a:pt x="1251543" y="4907234"/>
                  </a:lnTo>
                  <a:lnTo>
                    <a:pt x="1251668" y="4907234"/>
                  </a:lnTo>
                  <a:lnTo>
                    <a:pt x="1251793" y="4907234"/>
                  </a:lnTo>
                  <a:lnTo>
                    <a:pt x="1251918" y="4907234"/>
                  </a:lnTo>
                  <a:lnTo>
                    <a:pt x="1252043" y="4907234"/>
                  </a:lnTo>
                  <a:lnTo>
                    <a:pt x="1252168" y="4907234"/>
                  </a:lnTo>
                  <a:lnTo>
                    <a:pt x="1252293" y="4907234"/>
                  </a:lnTo>
                  <a:lnTo>
                    <a:pt x="1252418" y="4907234"/>
                  </a:lnTo>
                  <a:lnTo>
                    <a:pt x="1252543" y="4907234"/>
                  </a:lnTo>
                  <a:lnTo>
                    <a:pt x="1252668" y="4907234"/>
                  </a:lnTo>
                  <a:lnTo>
                    <a:pt x="1252793" y="4907234"/>
                  </a:lnTo>
                  <a:lnTo>
                    <a:pt x="1252918" y="4907234"/>
                  </a:lnTo>
                  <a:lnTo>
                    <a:pt x="1253043" y="4907234"/>
                  </a:lnTo>
                  <a:lnTo>
                    <a:pt x="1253168" y="4907234"/>
                  </a:lnTo>
                  <a:lnTo>
                    <a:pt x="1253293" y="4907234"/>
                  </a:lnTo>
                  <a:lnTo>
                    <a:pt x="1253419" y="4907234"/>
                  </a:lnTo>
                  <a:lnTo>
                    <a:pt x="1253544" y="4907234"/>
                  </a:lnTo>
                  <a:lnTo>
                    <a:pt x="1253669" y="4907234"/>
                  </a:lnTo>
                  <a:lnTo>
                    <a:pt x="1253794" y="4907234"/>
                  </a:lnTo>
                  <a:lnTo>
                    <a:pt x="1253919" y="4907234"/>
                  </a:lnTo>
                  <a:lnTo>
                    <a:pt x="1254044" y="4907234"/>
                  </a:lnTo>
                  <a:lnTo>
                    <a:pt x="1254169" y="4907234"/>
                  </a:lnTo>
                  <a:lnTo>
                    <a:pt x="1254294" y="4907234"/>
                  </a:lnTo>
                  <a:lnTo>
                    <a:pt x="1254419" y="4907234"/>
                  </a:lnTo>
                  <a:lnTo>
                    <a:pt x="1254544" y="4907234"/>
                  </a:lnTo>
                  <a:lnTo>
                    <a:pt x="1254669" y="4907234"/>
                  </a:lnTo>
                  <a:lnTo>
                    <a:pt x="1254794" y="4907234"/>
                  </a:lnTo>
                  <a:lnTo>
                    <a:pt x="1254919" y="4907234"/>
                  </a:lnTo>
                  <a:lnTo>
                    <a:pt x="1255044" y="4907234"/>
                  </a:lnTo>
                  <a:lnTo>
                    <a:pt x="1255169" y="4907234"/>
                  </a:lnTo>
                  <a:lnTo>
                    <a:pt x="1255294" y="4907234"/>
                  </a:lnTo>
                  <a:lnTo>
                    <a:pt x="1255419" y="4907234"/>
                  </a:lnTo>
                  <a:lnTo>
                    <a:pt x="1255544" y="4907234"/>
                  </a:lnTo>
                  <a:lnTo>
                    <a:pt x="1255669" y="4907234"/>
                  </a:lnTo>
                  <a:lnTo>
                    <a:pt x="1255794" y="4907234"/>
                  </a:lnTo>
                  <a:lnTo>
                    <a:pt x="1255919" y="4907234"/>
                  </a:lnTo>
                  <a:lnTo>
                    <a:pt x="1256044" y="4907234"/>
                  </a:lnTo>
                  <a:lnTo>
                    <a:pt x="1256169" y="4907234"/>
                  </a:lnTo>
                  <a:lnTo>
                    <a:pt x="1256294" y="4907234"/>
                  </a:lnTo>
                  <a:lnTo>
                    <a:pt x="1256420" y="4907234"/>
                  </a:lnTo>
                  <a:lnTo>
                    <a:pt x="1256420" y="4897280"/>
                  </a:lnTo>
                  <a:lnTo>
                    <a:pt x="1256545" y="4897280"/>
                  </a:lnTo>
                  <a:lnTo>
                    <a:pt x="1256670" y="4897280"/>
                  </a:lnTo>
                  <a:lnTo>
                    <a:pt x="1256795" y="4897280"/>
                  </a:lnTo>
                  <a:lnTo>
                    <a:pt x="1256920" y="4897280"/>
                  </a:lnTo>
                  <a:lnTo>
                    <a:pt x="1257045" y="4897280"/>
                  </a:lnTo>
                  <a:lnTo>
                    <a:pt x="1257170" y="4897280"/>
                  </a:lnTo>
                  <a:lnTo>
                    <a:pt x="1257170" y="4887326"/>
                  </a:lnTo>
                  <a:lnTo>
                    <a:pt x="1257295" y="4887326"/>
                  </a:lnTo>
                  <a:lnTo>
                    <a:pt x="1257420" y="4887326"/>
                  </a:lnTo>
                  <a:lnTo>
                    <a:pt x="1257545" y="4887326"/>
                  </a:lnTo>
                  <a:lnTo>
                    <a:pt x="1257670" y="4887326"/>
                  </a:lnTo>
                  <a:lnTo>
                    <a:pt x="1257795" y="4887326"/>
                  </a:lnTo>
                  <a:lnTo>
                    <a:pt x="1257920" y="4887326"/>
                  </a:lnTo>
                  <a:lnTo>
                    <a:pt x="1258045" y="4887326"/>
                  </a:lnTo>
                  <a:lnTo>
                    <a:pt x="1258170" y="4887326"/>
                  </a:lnTo>
                  <a:lnTo>
                    <a:pt x="1258295" y="4887326"/>
                  </a:lnTo>
                  <a:lnTo>
                    <a:pt x="1258420" y="4887326"/>
                  </a:lnTo>
                  <a:lnTo>
                    <a:pt x="1258545" y="4887326"/>
                  </a:lnTo>
                  <a:lnTo>
                    <a:pt x="1258670" y="4887326"/>
                  </a:lnTo>
                  <a:lnTo>
                    <a:pt x="1258795" y="4887326"/>
                  </a:lnTo>
                  <a:lnTo>
                    <a:pt x="1258920" y="4887326"/>
                  </a:lnTo>
                  <a:lnTo>
                    <a:pt x="1259045" y="4887326"/>
                  </a:lnTo>
                  <a:lnTo>
                    <a:pt x="1259170" y="4887326"/>
                  </a:lnTo>
                  <a:lnTo>
                    <a:pt x="1259295" y="4887326"/>
                  </a:lnTo>
                  <a:lnTo>
                    <a:pt x="1259421" y="4887326"/>
                  </a:lnTo>
                  <a:lnTo>
                    <a:pt x="1259546" y="4887326"/>
                  </a:lnTo>
                  <a:lnTo>
                    <a:pt x="1259671" y="4887326"/>
                  </a:lnTo>
                  <a:lnTo>
                    <a:pt x="1259796" y="4887326"/>
                  </a:lnTo>
                  <a:lnTo>
                    <a:pt x="1259921" y="4887326"/>
                  </a:lnTo>
                  <a:lnTo>
                    <a:pt x="1260046" y="4887326"/>
                  </a:lnTo>
                  <a:lnTo>
                    <a:pt x="1260171" y="4887326"/>
                  </a:lnTo>
                  <a:lnTo>
                    <a:pt x="1260296" y="4887326"/>
                  </a:lnTo>
                  <a:lnTo>
                    <a:pt x="1260421" y="4887326"/>
                  </a:lnTo>
                  <a:lnTo>
                    <a:pt x="1260546" y="4887326"/>
                  </a:lnTo>
                  <a:lnTo>
                    <a:pt x="1260671" y="4887326"/>
                  </a:lnTo>
                  <a:lnTo>
                    <a:pt x="1260796" y="4887326"/>
                  </a:lnTo>
                  <a:lnTo>
                    <a:pt x="1260921" y="4887326"/>
                  </a:lnTo>
                  <a:lnTo>
                    <a:pt x="1261046" y="4887326"/>
                  </a:lnTo>
                  <a:lnTo>
                    <a:pt x="1261171" y="4887326"/>
                  </a:lnTo>
                  <a:lnTo>
                    <a:pt x="1261296" y="4887326"/>
                  </a:lnTo>
                  <a:lnTo>
                    <a:pt x="1261421" y="4887326"/>
                  </a:lnTo>
                  <a:lnTo>
                    <a:pt x="1261546" y="4887326"/>
                  </a:lnTo>
                  <a:lnTo>
                    <a:pt x="1261671" y="4887326"/>
                  </a:lnTo>
                  <a:lnTo>
                    <a:pt x="1261796" y="4887326"/>
                  </a:lnTo>
                  <a:lnTo>
                    <a:pt x="1261921" y="4887326"/>
                  </a:lnTo>
                  <a:lnTo>
                    <a:pt x="1262046" y="4887326"/>
                  </a:lnTo>
                  <a:lnTo>
                    <a:pt x="1262171" y="4887326"/>
                  </a:lnTo>
                  <a:lnTo>
                    <a:pt x="1262296" y="4887326"/>
                  </a:lnTo>
                  <a:lnTo>
                    <a:pt x="1262422" y="4887326"/>
                  </a:lnTo>
                  <a:lnTo>
                    <a:pt x="1262547" y="4887326"/>
                  </a:lnTo>
                  <a:lnTo>
                    <a:pt x="1262672" y="4887326"/>
                  </a:lnTo>
                  <a:lnTo>
                    <a:pt x="1262797" y="4887326"/>
                  </a:lnTo>
                  <a:lnTo>
                    <a:pt x="1262922" y="4887326"/>
                  </a:lnTo>
                  <a:lnTo>
                    <a:pt x="1263047" y="4887326"/>
                  </a:lnTo>
                  <a:lnTo>
                    <a:pt x="1263172" y="4887326"/>
                  </a:lnTo>
                  <a:lnTo>
                    <a:pt x="1263297" y="4887326"/>
                  </a:lnTo>
                  <a:lnTo>
                    <a:pt x="1263422" y="4887326"/>
                  </a:lnTo>
                  <a:lnTo>
                    <a:pt x="1263547" y="4887326"/>
                  </a:lnTo>
                  <a:lnTo>
                    <a:pt x="1263672" y="4887326"/>
                  </a:lnTo>
                  <a:lnTo>
                    <a:pt x="1263797" y="4887326"/>
                  </a:lnTo>
                  <a:lnTo>
                    <a:pt x="1263922" y="4887326"/>
                  </a:lnTo>
                  <a:lnTo>
                    <a:pt x="1264047" y="4887326"/>
                  </a:lnTo>
                  <a:lnTo>
                    <a:pt x="1264172" y="4887326"/>
                  </a:lnTo>
                  <a:lnTo>
                    <a:pt x="1264297" y="4887326"/>
                  </a:lnTo>
                  <a:lnTo>
                    <a:pt x="1264422" y="4887326"/>
                  </a:lnTo>
                  <a:lnTo>
                    <a:pt x="1264547" y="4887326"/>
                  </a:lnTo>
                  <a:lnTo>
                    <a:pt x="1264672" y="4887326"/>
                  </a:lnTo>
                  <a:lnTo>
                    <a:pt x="1264797" y="4887326"/>
                  </a:lnTo>
                  <a:lnTo>
                    <a:pt x="1264922" y="4887326"/>
                  </a:lnTo>
                  <a:lnTo>
                    <a:pt x="1265047" y="4887326"/>
                  </a:lnTo>
                  <a:lnTo>
                    <a:pt x="1265172" y="4887326"/>
                  </a:lnTo>
                  <a:lnTo>
                    <a:pt x="1265297" y="4887326"/>
                  </a:lnTo>
                  <a:lnTo>
                    <a:pt x="1265423" y="4887326"/>
                  </a:lnTo>
                  <a:lnTo>
                    <a:pt x="1265548" y="4887326"/>
                  </a:lnTo>
                  <a:lnTo>
                    <a:pt x="1265673" y="4887326"/>
                  </a:lnTo>
                  <a:lnTo>
                    <a:pt x="1265798" y="4887326"/>
                  </a:lnTo>
                  <a:lnTo>
                    <a:pt x="1265923" y="4887326"/>
                  </a:lnTo>
                  <a:lnTo>
                    <a:pt x="1266048" y="4887326"/>
                  </a:lnTo>
                  <a:lnTo>
                    <a:pt x="1266173" y="4887326"/>
                  </a:lnTo>
                  <a:lnTo>
                    <a:pt x="1266298" y="4887326"/>
                  </a:lnTo>
                  <a:lnTo>
                    <a:pt x="1266423" y="4887326"/>
                  </a:lnTo>
                  <a:lnTo>
                    <a:pt x="1266548" y="4887326"/>
                  </a:lnTo>
                  <a:lnTo>
                    <a:pt x="1266673" y="4887326"/>
                  </a:lnTo>
                  <a:lnTo>
                    <a:pt x="1266798" y="4887326"/>
                  </a:lnTo>
                  <a:lnTo>
                    <a:pt x="1266923" y="4887326"/>
                  </a:lnTo>
                  <a:lnTo>
                    <a:pt x="1267048" y="4887326"/>
                  </a:lnTo>
                  <a:lnTo>
                    <a:pt x="1267173" y="4887326"/>
                  </a:lnTo>
                  <a:lnTo>
                    <a:pt x="1267298" y="4887326"/>
                  </a:lnTo>
                  <a:lnTo>
                    <a:pt x="1267423" y="4887326"/>
                  </a:lnTo>
                  <a:lnTo>
                    <a:pt x="1267548" y="4887326"/>
                  </a:lnTo>
                  <a:lnTo>
                    <a:pt x="1267673" y="4887326"/>
                  </a:lnTo>
                  <a:lnTo>
                    <a:pt x="1267798" y="4887326"/>
                  </a:lnTo>
                  <a:lnTo>
                    <a:pt x="1267923" y="4887326"/>
                  </a:lnTo>
                  <a:lnTo>
                    <a:pt x="1268048" y="4887326"/>
                  </a:lnTo>
                  <a:lnTo>
                    <a:pt x="1268173" y="4887326"/>
                  </a:lnTo>
                  <a:lnTo>
                    <a:pt x="1268298" y="4887326"/>
                  </a:lnTo>
                  <a:lnTo>
                    <a:pt x="1268424" y="4887326"/>
                  </a:lnTo>
                  <a:lnTo>
                    <a:pt x="1268549" y="4887326"/>
                  </a:lnTo>
                  <a:lnTo>
                    <a:pt x="1268674" y="4887326"/>
                  </a:lnTo>
                  <a:lnTo>
                    <a:pt x="1268799" y="4887326"/>
                  </a:lnTo>
                  <a:lnTo>
                    <a:pt x="1268924" y="4887326"/>
                  </a:lnTo>
                  <a:lnTo>
                    <a:pt x="1269049" y="4887326"/>
                  </a:lnTo>
                  <a:lnTo>
                    <a:pt x="1269174" y="4887326"/>
                  </a:lnTo>
                  <a:lnTo>
                    <a:pt x="1269299" y="4887326"/>
                  </a:lnTo>
                  <a:lnTo>
                    <a:pt x="1269424" y="4887326"/>
                  </a:lnTo>
                  <a:lnTo>
                    <a:pt x="1269549" y="4887326"/>
                  </a:lnTo>
                  <a:lnTo>
                    <a:pt x="1269674" y="4887326"/>
                  </a:lnTo>
                  <a:lnTo>
                    <a:pt x="1269799" y="4887326"/>
                  </a:lnTo>
                  <a:lnTo>
                    <a:pt x="1269924" y="4887326"/>
                  </a:lnTo>
                  <a:lnTo>
                    <a:pt x="1270049" y="4887326"/>
                  </a:lnTo>
                  <a:lnTo>
                    <a:pt x="1270174" y="4887326"/>
                  </a:lnTo>
                  <a:lnTo>
                    <a:pt x="1270299" y="4887326"/>
                  </a:lnTo>
                  <a:lnTo>
                    <a:pt x="1270424" y="4887326"/>
                  </a:lnTo>
                  <a:lnTo>
                    <a:pt x="1270549" y="4887326"/>
                  </a:lnTo>
                  <a:lnTo>
                    <a:pt x="1270674" y="4887326"/>
                  </a:lnTo>
                  <a:lnTo>
                    <a:pt x="1270799" y="4887326"/>
                  </a:lnTo>
                  <a:lnTo>
                    <a:pt x="1270924" y="4887326"/>
                  </a:lnTo>
                  <a:lnTo>
                    <a:pt x="1271049" y="4887326"/>
                  </a:lnTo>
                  <a:lnTo>
                    <a:pt x="1271174" y="4887326"/>
                  </a:lnTo>
                  <a:lnTo>
                    <a:pt x="1271299" y="4887326"/>
                  </a:lnTo>
                  <a:lnTo>
                    <a:pt x="1271425" y="4887326"/>
                  </a:lnTo>
                  <a:lnTo>
                    <a:pt x="1271550" y="4887326"/>
                  </a:lnTo>
                  <a:lnTo>
                    <a:pt x="1271675" y="4887326"/>
                  </a:lnTo>
                  <a:lnTo>
                    <a:pt x="1271800" y="4887326"/>
                  </a:lnTo>
                  <a:lnTo>
                    <a:pt x="1271925" y="4887326"/>
                  </a:lnTo>
                  <a:lnTo>
                    <a:pt x="1272050" y="4887326"/>
                  </a:lnTo>
                  <a:lnTo>
                    <a:pt x="1272175" y="4887326"/>
                  </a:lnTo>
                  <a:lnTo>
                    <a:pt x="1272300" y="4887326"/>
                  </a:lnTo>
                  <a:lnTo>
                    <a:pt x="1272425" y="4887326"/>
                  </a:lnTo>
                  <a:lnTo>
                    <a:pt x="1272550" y="4887326"/>
                  </a:lnTo>
                  <a:lnTo>
                    <a:pt x="1272675" y="4887326"/>
                  </a:lnTo>
                  <a:lnTo>
                    <a:pt x="1272800" y="4887326"/>
                  </a:lnTo>
                  <a:lnTo>
                    <a:pt x="1272925" y="4887326"/>
                  </a:lnTo>
                  <a:lnTo>
                    <a:pt x="1273050" y="4887326"/>
                  </a:lnTo>
                  <a:lnTo>
                    <a:pt x="1273175" y="4887326"/>
                  </a:lnTo>
                  <a:lnTo>
                    <a:pt x="1273300" y="4887326"/>
                  </a:lnTo>
                  <a:lnTo>
                    <a:pt x="1273425" y="4887326"/>
                  </a:lnTo>
                  <a:lnTo>
                    <a:pt x="1273550" y="4887326"/>
                  </a:lnTo>
                  <a:lnTo>
                    <a:pt x="1273675" y="4887326"/>
                  </a:lnTo>
                  <a:lnTo>
                    <a:pt x="1273800" y="4887326"/>
                  </a:lnTo>
                  <a:lnTo>
                    <a:pt x="1273925" y="4887326"/>
                  </a:lnTo>
                  <a:lnTo>
                    <a:pt x="1274050" y="4887326"/>
                  </a:lnTo>
                  <a:lnTo>
                    <a:pt x="1274175" y="4887326"/>
                  </a:lnTo>
                  <a:lnTo>
                    <a:pt x="1274300" y="4887326"/>
                  </a:lnTo>
                  <a:lnTo>
                    <a:pt x="1274426" y="4887326"/>
                  </a:lnTo>
                  <a:lnTo>
                    <a:pt x="1274551" y="4887326"/>
                  </a:lnTo>
                  <a:lnTo>
                    <a:pt x="1274676" y="4887326"/>
                  </a:lnTo>
                  <a:lnTo>
                    <a:pt x="1274801" y="4887326"/>
                  </a:lnTo>
                  <a:lnTo>
                    <a:pt x="1274926" y="4887326"/>
                  </a:lnTo>
                  <a:lnTo>
                    <a:pt x="1275051" y="4887326"/>
                  </a:lnTo>
                  <a:lnTo>
                    <a:pt x="1275176" y="4887326"/>
                  </a:lnTo>
                  <a:lnTo>
                    <a:pt x="1275301" y="4887326"/>
                  </a:lnTo>
                  <a:lnTo>
                    <a:pt x="1275426" y="4887326"/>
                  </a:lnTo>
                  <a:lnTo>
                    <a:pt x="1275551" y="4887326"/>
                  </a:lnTo>
                  <a:lnTo>
                    <a:pt x="1275676" y="4887326"/>
                  </a:lnTo>
                  <a:lnTo>
                    <a:pt x="1275801" y="4887326"/>
                  </a:lnTo>
                  <a:lnTo>
                    <a:pt x="1275926" y="4887326"/>
                  </a:lnTo>
                  <a:lnTo>
                    <a:pt x="1276051" y="4887326"/>
                  </a:lnTo>
                  <a:lnTo>
                    <a:pt x="1276176" y="4887326"/>
                  </a:lnTo>
                  <a:lnTo>
                    <a:pt x="1276301" y="4887326"/>
                  </a:lnTo>
                  <a:lnTo>
                    <a:pt x="1276426" y="4887326"/>
                  </a:lnTo>
                  <a:lnTo>
                    <a:pt x="1276551" y="4887326"/>
                  </a:lnTo>
                  <a:lnTo>
                    <a:pt x="1276676" y="4887326"/>
                  </a:lnTo>
                  <a:lnTo>
                    <a:pt x="1276801" y="4887326"/>
                  </a:lnTo>
                  <a:lnTo>
                    <a:pt x="1276926" y="4887326"/>
                  </a:lnTo>
                  <a:lnTo>
                    <a:pt x="1277051" y="4887326"/>
                  </a:lnTo>
                  <a:lnTo>
                    <a:pt x="1277176" y="4887326"/>
                  </a:lnTo>
                  <a:lnTo>
                    <a:pt x="1277301" y="4887326"/>
                  </a:lnTo>
                  <a:lnTo>
                    <a:pt x="1277427" y="4887326"/>
                  </a:lnTo>
                  <a:lnTo>
                    <a:pt x="1277552" y="4887326"/>
                  </a:lnTo>
                  <a:lnTo>
                    <a:pt x="1277677" y="4887326"/>
                  </a:lnTo>
                  <a:lnTo>
                    <a:pt x="1277802" y="4887326"/>
                  </a:lnTo>
                  <a:lnTo>
                    <a:pt x="1277927" y="4887326"/>
                  </a:lnTo>
                  <a:lnTo>
                    <a:pt x="1278052" y="4887326"/>
                  </a:lnTo>
                  <a:lnTo>
                    <a:pt x="1278177" y="4887326"/>
                  </a:lnTo>
                  <a:lnTo>
                    <a:pt x="1278302" y="4887326"/>
                  </a:lnTo>
                  <a:lnTo>
                    <a:pt x="1278427" y="4887326"/>
                  </a:lnTo>
                  <a:lnTo>
                    <a:pt x="1278552" y="4887326"/>
                  </a:lnTo>
                  <a:lnTo>
                    <a:pt x="1278677" y="4887326"/>
                  </a:lnTo>
                  <a:lnTo>
                    <a:pt x="1278802" y="4887326"/>
                  </a:lnTo>
                  <a:lnTo>
                    <a:pt x="1278927" y="4887326"/>
                  </a:lnTo>
                  <a:lnTo>
                    <a:pt x="1279052" y="4887326"/>
                  </a:lnTo>
                  <a:lnTo>
                    <a:pt x="1279177" y="4887326"/>
                  </a:lnTo>
                  <a:lnTo>
                    <a:pt x="1279302" y="4887326"/>
                  </a:lnTo>
                  <a:lnTo>
                    <a:pt x="1279427" y="4887326"/>
                  </a:lnTo>
                  <a:lnTo>
                    <a:pt x="1279552" y="4887326"/>
                  </a:lnTo>
                  <a:lnTo>
                    <a:pt x="1279677" y="4887326"/>
                  </a:lnTo>
                  <a:lnTo>
                    <a:pt x="1279802" y="4887326"/>
                  </a:lnTo>
                  <a:lnTo>
                    <a:pt x="1279927" y="4887326"/>
                  </a:lnTo>
                  <a:lnTo>
                    <a:pt x="1280052" y="4887326"/>
                  </a:lnTo>
                  <a:lnTo>
                    <a:pt x="1280177" y="4887326"/>
                  </a:lnTo>
                  <a:lnTo>
                    <a:pt x="1280302" y="4887326"/>
                  </a:lnTo>
                  <a:lnTo>
                    <a:pt x="1280428" y="4887326"/>
                  </a:lnTo>
                  <a:lnTo>
                    <a:pt x="1280553" y="4887326"/>
                  </a:lnTo>
                  <a:lnTo>
                    <a:pt x="1280678" y="4887326"/>
                  </a:lnTo>
                  <a:lnTo>
                    <a:pt x="1280803" y="4887326"/>
                  </a:lnTo>
                  <a:lnTo>
                    <a:pt x="1280928" y="4887326"/>
                  </a:lnTo>
                  <a:lnTo>
                    <a:pt x="1281053" y="4887326"/>
                  </a:lnTo>
                  <a:lnTo>
                    <a:pt x="1281178" y="4887326"/>
                  </a:lnTo>
                  <a:lnTo>
                    <a:pt x="1281303" y="4887326"/>
                  </a:lnTo>
                  <a:lnTo>
                    <a:pt x="1281428" y="4887326"/>
                  </a:lnTo>
                  <a:lnTo>
                    <a:pt x="1281553" y="4887326"/>
                  </a:lnTo>
                  <a:lnTo>
                    <a:pt x="1281678" y="4887326"/>
                  </a:lnTo>
                  <a:lnTo>
                    <a:pt x="1281803" y="4887326"/>
                  </a:lnTo>
                  <a:lnTo>
                    <a:pt x="1281928" y="4887326"/>
                  </a:lnTo>
                  <a:lnTo>
                    <a:pt x="1282053" y="4887326"/>
                  </a:lnTo>
                  <a:lnTo>
                    <a:pt x="1282178" y="4887326"/>
                  </a:lnTo>
                  <a:lnTo>
                    <a:pt x="1282303" y="4887326"/>
                  </a:lnTo>
                  <a:lnTo>
                    <a:pt x="1282428" y="4887326"/>
                  </a:lnTo>
                  <a:lnTo>
                    <a:pt x="1282553" y="4887326"/>
                  </a:lnTo>
                  <a:lnTo>
                    <a:pt x="1282678" y="4887326"/>
                  </a:lnTo>
                  <a:lnTo>
                    <a:pt x="1282803" y="4887326"/>
                  </a:lnTo>
                  <a:lnTo>
                    <a:pt x="1282928" y="4887326"/>
                  </a:lnTo>
                  <a:lnTo>
                    <a:pt x="1283053" y="4887326"/>
                  </a:lnTo>
                  <a:lnTo>
                    <a:pt x="1283178" y="4887326"/>
                  </a:lnTo>
                  <a:lnTo>
                    <a:pt x="1283304" y="4887326"/>
                  </a:lnTo>
                  <a:lnTo>
                    <a:pt x="1283429" y="4887326"/>
                  </a:lnTo>
                  <a:lnTo>
                    <a:pt x="1283554" y="4887326"/>
                  </a:lnTo>
                  <a:lnTo>
                    <a:pt x="1283679" y="4887326"/>
                  </a:lnTo>
                  <a:lnTo>
                    <a:pt x="1283804" y="4887326"/>
                  </a:lnTo>
                  <a:lnTo>
                    <a:pt x="1283929" y="4887326"/>
                  </a:lnTo>
                  <a:lnTo>
                    <a:pt x="1284054" y="4887326"/>
                  </a:lnTo>
                  <a:lnTo>
                    <a:pt x="1284179" y="4887326"/>
                  </a:lnTo>
                  <a:lnTo>
                    <a:pt x="1284304" y="4887326"/>
                  </a:lnTo>
                  <a:lnTo>
                    <a:pt x="1284429" y="4887326"/>
                  </a:lnTo>
                  <a:lnTo>
                    <a:pt x="1284554" y="4887326"/>
                  </a:lnTo>
                  <a:lnTo>
                    <a:pt x="1284679" y="4887326"/>
                  </a:lnTo>
                  <a:lnTo>
                    <a:pt x="1284804" y="4887326"/>
                  </a:lnTo>
                  <a:lnTo>
                    <a:pt x="1284929" y="4887326"/>
                  </a:lnTo>
                  <a:lnTo>
                    <a:pt x="1285054" y="4887326"/>
                  </a:lnTo>
                  <a:lnTo>
                    <a:pt x="1285179" y="4887326"/>
                  </a:lnTo>
                  <a:lnTo>
                    <a:pt x="1285304" y="4887326"/>
                  </a:lnTo>
                  <a:lnTo>
                    <a:pt x="1285429" y="4887326"/>
                  </a:lnTo>
                  <a:lnTo>
                    <a:pt x="1285554" y="4887326"/>
                  </a:lnTo>
                  <a:lnTo>
                    <a:pt x="1285679" y="4887326"/>
                  </a:lnTo>
                  <a:lnTo>
                    <a:pt x="1285804" y="4887326"/>
                  </a:lnTo>
                  <a:lnTo>
                    <a:pt x="1285929" y="4887326"/>
                  </a:lnTo>
                  <a:lnTo>
                    <a:pt x="1286054" y="4887326"/>
                  </a:lnTo>
                  <a:lnTo>
                    <a:pt x="1286179" y="4887326"/>
                  </a:lnTo>
                  <a:lnTo>
                    <a:pt x="1286305" y="4887326"/>
                  </a:lnTo>
                  <a:lnTo>
                    <a:pt x="1286430" y="4887326"/>
                  </a:lnTo>
                  <a:lnTo>
                    <a:pt x="1286555" y="4887326"/>
                  </a:lnTo>
                  <a:lnTo>
                    <a:pt x="1286680" y="4887326"/>
                  </a:lnTo>
                  <a:lnTo>
                    <a:pt x="1286805" y="4887326"/>
                  </a:lnTo>
                  <a:lnTo>
                    <a:pt x="1286930" y="4887326"/>
                  </a:lnTo>
                  <a:lnTo>
                    <a:pt x="1287055" y="4887326"/>
                  </a:lnTo>
                  <a:lnTo>
                    <a:pt x="1287180" y="4887326"/>
                  </a:lnTo>
                  <a:lnTo>
                    <a:pt x="1287305" y="4887326"/>
                  </a:lnTo>
                  <a:lnTo>
                    <a:pt x="1287430" y="4887326"/>
                  </a:lnTo>
                  <a:lnTo>
                    <a:pt x="1287555" y="4887326"/>
                  </a:lnTo>
                  <a:lnTo>
                    <a:pt x="1287680" y="4887326"/>
                  </a:lnTo>
                  <a:lnTo>
                    <a:pt x="1287805" y="4887326"/>
                  </a:lnTo>
                  <a:lnTo>
                    <a:pt x="1287930" y="4887326"/>
                  </a:lnTo>
                  <a:lnTo>
                    <a:pt x="1288055" y="4887326"/>
                  </a:lnTo>
                  <a:lnTo>
                    <a:pt x="1288180" y="4887326"/>
                  </a:lnTo>
                  <a:lnTo>
                    <a:pt x="1288305" y="4887326"/>
                  </a:lnTo>
                  <a:lnTo>
                    <a:pt x="1288430" y="4887326"/>
                  </a:lnTo>
                  <a:lnTo>
                    <a:pt x="1288555" y="4887326"/>
                  </a:lnTo>
                  <a:lnTo>
                    <a:pt x="1288680" y="4887326"/>
                  </a:lnTo>
                  <a:lnTo>
                    <a:pt x="1288805" y="4887326"/>
                  </a:lnTo>
                  <a:lnTo>
                    <a:pt x="1288930" y="4887326"/>
                  </a:lnTo>
                  <a:lnTo>
                    <a:pt x="1289055" y="4887326"/>
                  </a:lnTo>
                  <a:lnTo>
                    <a:pt x="1289180" y="4887326"/>
                  </a:lnTo>
                  <a:lnTo>
                    <a:pt x="1289306" y="4887326"/>
                  </a:lnTo>
                  <a:lnTo>
                    <a:pt x="1289431" y="4887326"/>
                  </a:lnTo>
                  <a:lnTo>
                    <a:pt x="1289556" y="4887326"/>
                  </a:lnTo>
                  <a:lnTo>
                    <a:pt x="1289681" y="4887326"/>
                  </a:lnTo>
                  <a:lnTo>
                    <a:pt x="1289806" y="4887326"/>
                  </a:lnTo>
                  <a:lnTo>
                    <a:pt x="1289931" y="4887326"/>
                  </a:lnTo>
                  <a:lnTo>
                    <a:pt x="1290056" y="4887326"/>
                  </a:lnTo>
                  <a:lnTo>
                    <a:pt x="1290181" y="4887326"/>
                  </a:lnTo>
                  <a:lnTo>
                    <a:pt x="1290306" y="4887326"/>
                  </a:lnTo>
                  <a:lnTo>
                    <a:pt x="1290431" y="4887326"/>
                  </a:lnTo>
                  <a:lnTo>
                    <a:pt x="1290556" y="4887326"/>
                  </a:lnTo>
                  <a:lnTo>
                    <a:pt x="1290681" y="4887326"/>
                  </a:lnTo>
                  <a:lnTo>
                    <a:pt x="1290806" y="4887326"/>
                  </a:lnTo>
                  <a:lnTo>
                    <a:pt x="1290931" y="4887326"/>
                  </a:lnTo>
                  <a:lnTo>
                    <a:pt x="1291056" y="4887326"/>
                  </a:lnTo>
                  <a:lnTo>
                    <a:pt x="1291181" y="4887326"/>
                  </a:lnTo>
                  <a:lnTo>
                    <a:pt x="1291306" y="4887326"/>
                  </a:lnTo>
                  <a:lnTo>
                    <a:pt x="1291431" y="4887326"/>
                  </a:lnTo>
                  <a:lnTo>
                    <a:pt x="1291556" y="4887326"/>
                  </a:lnTo>
                  <a:lnTo>
                    <a:pt x="1291681" y="4887326"/>
                  </a:lnTo>
                  <a:lnTo>
                    <a:pt x="1291806" y="4887326"/>
                  </a:lnTo>
                  <a:lnTo>
                    <a:pt x="1291931" y="4887326"/>
                  </a:lnTo>
                  <a:lnTo>
                    <a:pt x="1292056" y="4887326"/>
                  </a:lnTo>
                  <a:lnTo>
                    <a:pt x="1292181" y="4887326"/>
                  </a:lnTo>
                  <a:lnTo>
                    <a:pt x="1292307" y="4887326"/>
                  </a:lnTo>
                  <a:lnTo>
                    <a:pt x="1292432" y="4887326"/>
                  </a:lnTo>
                  <a:lnTo>
                    <a:pt x="1292557" y="4887326"/>
                  </a:lnTo>
                  <a:lnTo>
                    <a:pt x="1292682" y="4887326"/>
                  </a:lnTo>
                  <a:lnTo>
                    <a:pt x="1292807" y="4887326"/>
                  </a:lnTo>
                  <a:lnTo>
                    <a:pt x="1292932" y="4887326"/>
                  </a:lnTo>
                  <a:lnTo>
                    <a:pt x="1293057" y="4887326"/>
                  </a:lnTo>
                  <a:lnTo>
                    <a:pt x="1293057" y="4877373"/>
                  </a:lnTo>
                  <a:lnTo>
                    <a:pt x="1293182" y="4877373"/>
                  </a:lnTo>
                  <a:lnTo>
                    <a:pt x="1293307" y="4877373"/>
                  </a:lnTo>
                  <a:lnTo>
                    <a:pt x="1293307" y="4867419"/>
                  </a:lnTo>
                  <a:lnTo>
                    <a:pt x="1293432" y="4867419"/>
                  </a:lnTo>
                  <a:lnTo>
                    <a:pt x="1293557" y="4867419"/>
                  </a:lnTo>
                  <a:lnTo>
                    <a:pt x="1293682" y="4867419"/>
                  </a:lnTo>
                  <a:lnTo>
                    <a:pt x="1293807" y="4867419"/>
                  </a:lnTo>
                  <a:lnTo>
                    <a:pt x="1293932" y="4867419"/>
                  </a:lnTo>
                  <a:lnTo>
                    <a:pt x="1294057" y="4867419"/>
                  </a:lnTo>
                  <a:lnTo>
                    <a:pt x="1294182" y="4867419"/>
                  </a:lnTo>
                  <a:lnTo>
                    <a:pt x="1294307" y="4867419"/>
                  </a:lnTo>
                  <a:lnTo>
                    <a:pt x="1294432" y="4867419"/>
                  </a:lnTo>
                  <a:lnTo>
                    <a:pt x="1294557" y="4867419"/>
                  </a:lnTo>
                  <a:lnTo>
                    <a:pt x="1294557" y="4857465"/>
                  </a:lnTo>
                  <a:lnTo>
                    <a:pt x="1294682" y="4857465"/>
                  </a:lnTo>
                  <a:lnTo>
                    <a:pt x="1294807" y="4857465"/>
                  </a:lnTo>
                  <a:lnTo>
                    <a:pt x="1294932" y="4857465"/>
                  </a:lnTo>
                  <a:lnTo>
                    <a:pt x="1295057" y="4857465"/>
                  </a:lnTo>
                  <a:lnTo>
                    <a:pt x="1295182" y="4857465"/>
                  </a:lnTo>
                  <a:lnTo>
                    <a:pt x="1295308" y="4857465"/>
                  </a:lnTo>
                  <a:lnTo>
                    <a:pt x="1295433" y="4857465"/>
                  </a:lnTo>
                  <a:lnTo>
                    <a:pt x="1295558" y="4857465"/>
                  </a:lnTo>
                  <a:lnTo>
                    <a:pt x="1295683" y="4857465"/>
                  </a:lnTo>
                  <a:lnTo>
                    <a:pt x="1295808" y="4857465"/>
                  </a:lnTo>
                  <a:lnTo>
                    <a:pt x="1295933" y="4857465"/>
                  </a:lnTo>
                  <a:lnTo>
                    <a:pt x="1296058" y="4857465"/>
                  </a:lnTo>
                  <a:lnTo>
                    <a:pt x="1296183" y="4857465"/>
                  </a:lnTo>
                  <a:lnTo>
                    <a:pt x="1296308" y="4857465"/>
                  </a:lnTo>
                  <a:lnTo>
                    <a:pt x="1296433" y="4857465"/>
                  </a:lnTo>
                  <a:lnTo>
                    <a:pt x="1296558" y="4857465"/>
                  </a:lnTo>
                  <a:lnTo>
                    <a:pt x="1296683" y="4857465"/>
                  </a:lnTo>
                  <a:lnTo>
                    <a:pt x="1296808" y="4857465"/>
                  </a:lnTo>
                  <a:lnTo>
                    <a:pt x="1296933" y="4857465"/>
                  </a:lnTo>
                  <a:lnTo>
                    <a:pt x="1297058" y="4857465"/>
                  </a:lnTo>
                  <a:lnTo>
                    <a:pt x="1297183" y="4857465"/>
                  </a:lnTo>
                  <a:lnTo>
                    <a:pt x="1297308" y="4857465"/>
                  </a:lnTo>
                  <a:lnTo>
                    <a:pt x="1297308" y="4847511"/>
                  </a:lnTo>
                  <a:lnTo>
                    <a:pt x="1297433" y="4847511"/>
                  </a:lnTo>
                  <a:lnTo>
                    <a:pt x="1297558" y="4847511"/>
                  </a:lnTo>
                  <a:lnTo>
                    <a:pt x="1297683" y="4847511"/>
                  </a:lnTo>
                  <a:lnTo>
                    <a:pt x="1297808" y="4847511"/>
                  </a:lnTo>
                  <a:lnTo>
                    <a:pt x="1297933" y="4847511"/>
                  </a:lnTo>
                  <a:lnTo>
                    <a:pt x="1298058" y="4847511"/>
                  </a:lnTo>
                  <a:lnTo>
                    <a:pt x="1298183" y="4847511"/>
                  </a:lnTo>
                  <a:lnTo>
                    <a:pt x="1298309" y="4847511"/>
                  </a:lnTo>
                  <a:lnTo>
                    <a:pt x="1298434" y="4847511"/>
                  </a:lnTo>
                  <a:lnTo>
                    <a:pt x="1298559" y="4847511"/>
                  </a:lnTo>
                  <a:lnTo>
                    <a:pt x="1298684" y="4847511"/>
                  </a:lnTo>
                  <a:lnTo>
                    <a:pt x="1298809" y="4847511"/>
                  </a:lnTo>
                  <a:lnTo>
                    <a:pt x="1298934" y="4847511"/>
                  </a:lnTo>
                  <a:lnTo>
                    <a:pt x="1299059" y="4847511"/>
                  </a:lnTo>
                  <a:lnTo>
                    <a:pt x="1299184" y="4847511"/>
                  </a:lnTo>
                  <a:lnTo>
                    <a:pt x="1299309" y="4847511"/>
                  </a:lnTo>
                  <a:lnTo>
                    <a:pt x="1299434" y="4847511"/>
                  </a:lnTo>
                  <a:lnTo>
                    <a:pt x="1299559" y="4847511"/>
                  </a:lnTo>
                  <a:lnTo>
                    <a:pt x="1299684" y="4847511"/>
                  </a:lnTo>
                  <a:lnTo>
                    <a:pt x="1299809" y="4847511"/>
                  </a:lnTo>
                  <a:lnTo>
                    <a:pt x="1299934" y="4847511"/>
                  </a:lnTo>
                  <a:lnTo>
                    <a:pt x="1300059" y="4847511"/>
                  </a:lnTo>
                  <a:lnTo>
                    <a:pt x="1300184" y="4847511"/>
                  </a:lnTo>
                  <a:lnTo>
                    <a:pt x="1300309" y="4847511"/>
                  </a:lnTo>
                  <a:lnTo>
                    <a:pt x="1300434" y="4847511"/>
                  </a:lnTo>
                  <a:lnTo>
                    <a:pt x="1300559" y="4847511"/>
                  </a:lnTo>
                  <a:lnTo>
                    <a:pt x="1300684" y="4847511"/>
                  </a:lnTo>
                  <a:lnTo>
                    <a:pt x="1300809" y="4847511"/>
                  </a:lnTo>
                  <a:lnTo>
                    <a:pt x="1300934" y="4847511"/>
                  </a:lnTo>
                  <a:lnTo>
                    <a:pt x="1301059" y="4847511"/>
                  </a:lnTo>
                  <a:lnTo>
                    <a:pt x="1301184" y="4847511"/>
                  </a:lnTo>
                  <a:lnTo>
                    <a:pt x="1301310" y="4847511"/>
                  </a:lnTo>
                  <a:lnTo>
                    <a:pt x="1301435" y="4847511"/>
                  </a:lnTo>
                  <a:lnTo>
                    <a:pt x="1301560" y="4847511"/>
                  </a:lnTo>
                  <a:lnTo>
                    <a:pt x="1301685" y="4847511"/>
                  </a:lnTo>
                  <a:lnTo>
                    <a:pt x="1301810" y="4847511"/>
                  </a:lnTo>
                  <a:lnTo>
                    <a:pt x="1301935" y="4847511"/>
                  </a:lnTo>
                  <a:lnTo>
                    <a:pt x="1302060" y="4847511"/>
                  </a:lnTo>
                  <a:lnTo>
                    <a:pt x="1302185" y="4847511"/>
                  </a:lnTo>
                  <a:lnTo>
                    <a:pt x="1302310" y="4847511"/>
                  </a:lnTo>
                  <a:lnTo>
                    <a:pt x="1302435" y="4847511"/>
                  </a:lnTo>
                  <a:lnTo>
                    <a:pt x="1302560" y="4847511"/>
                  </a:lnTo>
                  <a:lnTo>
                    <a:pt x="1302685" y="4847511"/>
                  </a:lnTo>
                  <a:lnTo>
                    <a:pt x="1302810" y="4847511"/>
                  </a:lnTo>
                  <a:lnTo>
                    <a:pt x="1302935" y="4847511"/>
                  </a:lnTo>
                  <a:lnTo>
                    <a:pt x="1303060" y="4847511"/>
                  </a:lnTo>
                  <a:lnTo>
                    <a:pt x="1303185" y="4847511"/>
                  </a:lnTo>
                  <a:lnTo>
                    <a:pt x="1303310" y="4847511"/>
                  </a:lnTo>
                  <a:lnTo>
                    <a:pt x="1303435" y="4847511"/>
                  </a:lnTo>
                  <a:lnTo>
                    <a:pt x="1303560" y="4847511"/>
                  </a:lnTo>
                  <a:lnTo>
                    <a:pt x="1303685" y="4847511"/>
                  </a:lnTo>
                  <a:lnTo>
                    <a:pt x="1303810" y="4847511"/>
                  </a:lnTo>
                  <a:lnTo>
                    <a:pt x="1303935" y="4847511"/>
                  </a:lnTo>
                  <a:lnTo>
                    <a:pt x="1304060" y="4847511"/>
                  </a:lnTo>
                  <a:lnTo>
                    <a:pt x="1304185" y="4847511"/>
                  </a:lnTo>
                  <a:lnTo>
                    <a:pt x="1304311" y="4847511"/>
                  </a:lnTo>
                  <a:lnTo>
                    <a:pt x="1304436" y="4847511"/>
                  </a:lnTo>
                  <a:lnTo>
                    <a:pt x="1304561" y="4847511"/>
                  </a:lnTo>
                  <a:lnTo>
                    <a:pt x="1304686" y="4847511"/>
                  </a:lnTo>
                  <a:lnTo>
                    <a:pt x="1304811" y="4847511"/>
                  </a:lnTo>
                  <a:lnTo>
                    <a:pt x="1304936" y="4847511"/>
                  </a:lnTo>
                  <a:lnTo>
                    <a:pt x="1305061" y="4847511"/>
                  </a:lnTo>
                  <a:lnTo>
                    <a:pt x="1305186" y="4847511"/>
                  </a:lnTo>
                  <a:lnTo>
                    <a:pt x="1305311" y="4847511"/>
                  </a:lnTo>
                  <a:lnTo>
                    <a:pt x="1305436" y="4847511"/>
                  </a:lnTo>
                  <a:lnTo>
                    <a:pt x="1305561" y="4847511"/>
                  </a:lnTo>
                  <a:lnTo>
                    <a:pt x="1305686" y="4847511"/>
                  </a:lnTo>
                  <a:lnTo>
                    <a:pt x="1305811" y="4847511"/>
                  </a:lnTo>
                  <a:lnTo>
                    <a:pt x="1305936" y="4847511"/>
                  </a:lnTo>
                  <a:lnTo>
                    <a:pt x="1306061" y="4847511"/>
                  </a:lnTo>
                  <a:lnTo>
                    <a:pt x="1306186" y="4847511"/>
                  </a:lnTo>
                  <a:lnTo>
                    <a:pt x="1306311" y="4847511"/>
                  </a:lnTo>
                  <a:lnTo>
                    <a:pt x="1306436" y="4847511"/>
                  </a:lnTo>
                  <a:lnTo>
                    <a:pt x="1306561" y="4847511"/>
                  </a:lnTo>
                  <a:lnTo>
                    <a:pt x="1306686" y="4847511"/>
                  </a:lnTo>
                  <a:lnTo>
                    <a:pt x="1306811" y="4847511"/>
                  </a:lnTo>
                  <a:lnTo>
                    <a:pt x="1306936" y="4847511"/>
                  </a:lnTo>
                  <a:lnTo>
                    <a:pt x="1307061" y="4847511"/>
                  </a:lnTo>
                  <a:lnTo>
                    <a:pt x="1307186" y="4847511"/>
                  </a:lnTo>
                  <a:lnTo>
                    <a:pt x="1307312" y="4847511"/>
                  </a:lnTo>
                  <a:lnTo>
                    <a:pt x="1307437" y="4847511"/>
                  </a:lnTo>
                  <a:lnTo>
                    <a:pt x="1307562" y="4847511"/>
                  </a:lnTo>
                  <a:lnTo>
                    <a:pt x="1307687" y="4847511"/>
                  </a:lnTo>
                  <a:lnTo>
                    <a:pt x="1307812" y="4847511"/>
                  </a:lnTo>
                  <a:lnTo>
                    <a:pt x="1307937" y="4847511"/>
                  </a:lnTo>
                  <a:lnTo>
                    <a:pt x="1307937" y="4837557"/>
                  </a:lnTo>
                  <a:lnTo>
                    <a:pt x="1308062" y="4837557"/>
                  </a:lnTo>
                  <a:lnTo>
                    <a:pt x="1308187" y="4837557"/>
                  </a:lnTo>
                  <a:lnTo>
                    <a:pt x="1308312" y="4837557"/>
                  </a:lnTo>
                  <a:lnTo>
                    <a:pt x="1308437" y="4837557"/>
                  </a:lnTo>
                  <a:lnTo>
                    <a:pt x="1308562" y="4837557"/>
                  </a:lnTo>
                  <a:lnTo>
                    <a:pt x="1308687" y="4837557"/>
                  </a:lnTo>
                  <a:lnTo>
                    <a:pt x="1308812" y="4837557"/>
                  </a:lnTo>
                  <a:lnTo>
                    <a:pt x="1308937" y="4837557"/>
                  </a:lnTo>
                  <a:lnTo>
                    <a:pt x="1309062" y="4837557"/>
                  </a:lnTo>
                  <a:lnTo>
                    <a:pt x="1309187" y="4837557"/>
                  </a:lnTo>
                  <a:lnTo>
                    <a:pt x="1309312" y="4837557"/>
                  </a:lnTo>
                  <a:lnTo>
                    <a:pt x="1309437" y="4837557"/>
                  </a:lnTo>
                  <a:lnTo>
                    <a:pt x="1309562" y="4837557"/>
                  </a:lnTo>
                  <a:lnTo>
                    <a:pt x="1309687" y="4837557"/>
                  </a:lnTo>
                  <a:lnTo>
                    <a:pt x="1309812" y="4837557"/>
                  </a:lnTo>
                  <a:lnTo>
                    <a:pt x="1309937" y="4837557"/>
                  </a:lnTo>
                  <a:lnTo>
                    <a:pt x="1310062" y="4837557"/>
                  </a:lnTo>
                  <a:lnTo>
                    <a:pt x="1310187" y="4837557"/>
                  </a:lnTo>
                  <a:lnTo>
                    <a:pt x="1310313" y="4837557"/>
                  </a:lnTo>
                  <a:lnTo>
                    <a:pt x="1310438" y="4837557"/>
                  </a:lnTo>
                  <a:lnTo>
                    <a:pt x="1310563" y="4837557"/>
                  </a:lnTo>
                  <a:lnTo>
                    <a:pt x="1310688" y="4837557"/>
                  </a:lnTo>
                  <a:lnTo>
                    <a:pt x="1310813" y="4837557"/>
                  </a:lnTo>
                  <a:lnTo>
                    <a:pt x="1310938" y="4837557"/>
                  </a:lnTo>
                  <a:lnTo>
                    <a:pt x="1311063" y="4837557"/>
                  </a:lnTo>
                  <a:lnTo>
                    <a:pt x="1311188" y="4837557"/>
                  </a:lnTo>
                  <a:lnTo>
                    <a:pt x="1311313" y="4837557"/>
                  </a:lnTo>
                  <a:lnTo>
                    <a:pt x="1311438" y="4837557"/>
                  </a:lnTo>
                  <a:lnTo>
                    <a:pt x="1311563" y="4837557"/>
                  </a:lnTo>
                  <a:lnTo>
                    <a:pt x="1311688" y="4837557"/>
                  </a:lnTo>
                  <a:lnTo>
                    <a:pt x="1311813" y="4837557"/>
                  </a:lnTo>
                  <a:lnTo>
                    <a:pt x="1311938" y="4837557"/>
                  </a:lnTo>
                  <a:lnTo>
                    <a:pt x="1312063" y="4837557"/>
                  </a:lnTo>
                  <a:lnTo>
                    <a:pt x="1312188" y="4837557"/>
                  </a:lnTo>
                  <a:lnTo>
                    <a:pt x="1312188" y="4827603"/>
                  </a:lnTo>
                  <a:lnTo>
                    <a:pt x="1312313" y="4827603"/>
                  </a:lnTo>
                  <a:lnTo>
                    <a:pt x="1312438" y="4827603"/>
                  </a:lnTo>
                  <a:lnTo>
                    <a:pt x="1312563" y="4827603"/>
                  </a:lnTo>
                  <a:lnTo>
                    <a:pt x="1312688" y="4827603"/>
                  </a:lnTo>
                  <a:lnTo>
                    <a:pt x="1312813" y="4827603"/>
                  </a:lnTo>
                  <a:lnTo>
                    <a:pt x="1312938" y="4827603"/>
                  </a:lnTo>
                  <a:lnTo>
                    <a:pt x="1313063" y="4827603"/>
                  </a:lnTo>
                  <a:lnTo>
                    <a:pt x="1313188" y="4827603"/>
                  </a:lnTo>
                  <a:lnTo>
                    <a:pt x="1313314" y="4827603"/>
                  </a:lnTo>
                  <a:lnTo>
                    <a:pt x="1313439" y="4827603"/>
                  </a:lnTo>
                  <a:lnTo>
                    <a:pt x="1313564" y="4827603"/>
                  </a:lnTo>
                  <a:lnTo>
                    <a:pt x="1313689" y="4827603"/>
                  </a:lnTo>
                  <a:lnTo>
                    <a:pt x="1313689" y="4817650"/>
                  </a:lnTo>
                  <a:lnTo>
                    <a:pt x="1313814" y="4817650"/>
                  </a:lnTo>
                  <a:lnTo>
                    <a:pt x="1313939" y="4817650"/>
                  </a:lnTo>
                  <a:lnTo>
                    <a:pt x="1314064" y="4817650"/>
                  </a:lnTo>
                  <a:lnTo>
                    <a:pt x="1314189" y="4817650"/>
                  </a:lnTo>
                  <a:lnTo>
                    <a:pt x="1314314" y="4817650"/>
                  </a:lnTo>
                  <a:lnTo>
                    <a:pt x="1314439" y="4817650"/>
                  </a:lnTo>
                  <a:lnTo>
                    <a:pt x="1314564" y="4817650"/>
                  </a:lnTo>
                  <a:lnTo>
                    <a:pt x="1314689" y="4817650"/>
                  </a:lnTo>
                  <a:lnTo>
                    <a:pt x="1314814" y="4817650"/>
                  </a:lnTo>
                  <a:lnTo>
                    <a:pt x="1314939" y="4817650"/>
                  </a:lnTo>
                  <a:lnTo>
                    <a:pt x="1315064" y="4817650"/>
                  </a:lnTo>
                  <a:lnTo>
                    <a:pt x="1315189" y="4817650"/>
                  </a:lnTo>
                  <a:lnTo>
                    <a:pt x="1315314" y="4817650"/>
                  </a:lnTo>
                  <a:lnTo>
                    <a:pt x="1315439" y="4817650"/>
                  </a:lnTo>
                  <a:lnTo>
                    <a:pt x="1315564" y="4817650"/>
                  </a:lnTo>
                  <a:lnTo>
                    <a:pt x="1315689" y="4817650"/>
                  </a:lnTo>
                  <a:lnTo>
                    <a:pt x="1315814" y="4817650"/>
                  </a:lnTo>
                  <a:lnTo>
                    <a:pt x="1315939" y="4817650"/>
                  </a:lnTo>
                  <a:lnTo>
                    <a:pt x="1316064" y="4817650"/>
                  </a:lnTo>
                  <a:lnTo>
                    <a:pt x="1316189" y="4817650"/>
                  </a:lnTo>
                  <a:lnTo>
                    <a:pt x="1316315" y="4817650"/>
                  </a:lnTo>
                  <a:lnTo>
                    <a:pt x="1316440" y="4817650"/>
                  </a:lnTo>
                  <a:lnTo>
                    <a:pt x="1316565" y="4817650"/>
                  </a:lnTo>
                  <a:lnTo>
                    <a:pt x="1316690" y="4817650"/>
                  </a:lnTo>
                  <a:lnTo>
                    <a:pt x="1316815" y="4817650"/>
                  </a:lnTo>
                  <a:lnTo>
                    <a:pt x="1316940" y="4817650"/>
                  </a:lnTo>
                  <a:lnTo>
                    <a:pt x="1317065" y="4817650"/>
                  </a:lnTo>
                  <a:lnTo>
                    <a:pt x="1317190" y="4817650"/>
                  </a:lnTo>
                  <a:lnTo>
                    <a:pt x="1317315" y="4817650"/>
                  </a:lnTo>
                  <a:lnTo>
                    <a:pt x="1317440" y="4817650"/>
                  </a:lnTo>
                  <a:lnTo>
                    <a:pt x="1317565" y="4817650"/>
                  </a:lnTo>
                  <a:lnTo>
                    <a:pt x="1317690" y="4817650"/>
                  </a:lnTo>
                  <a:lnTo>
                    <a:pt x="1317815" y="4817650"/>
                  </a:lnTo>
                  <a:lnTo>
                    <a:pt x="1317940" y="4817650"/>
                  </a:lnTo>
                  <a:lnTo>
                    <a:pt x="1318065" y="4817650"/>
                  </a:lnTo>
                  <a:lnTo>
                    <a:pt x="1318190" y="4817650"/>
                  </a:lnTo>
                  <a:lnTo>
                    <a:pt x="1318315" y="4817650"/>
                  </a:lnTo>
                  <a:lnTo>
                    <a:pt x="1318440" y="4817650"/>
                  </a:lnTo>
                  <a:lnTo>
                    <a:pt x="1318565" y="4817650"/>
                  </a:lnTo>
                  <a:lnTo>
                    <a:pt x="1318690" y="4817650"/>
                  </a:lnTo>
                  <a:lnTo>
                    <a:pt x="1318815" y="4817650"/>
                  </a:lnTo>
                  <a:lnTo>
                    <a:pt x="1318940" y="4817650"/>
                  </a:lnTo>
                  <a:lnTo>
                    <a:pt x="1319065" y="4817650"/>
                  </a:lnTo>
                  <a:lnTo>
                    <a:pt x="1319190" y="4817650"/>
                  </a:lnTo>
                  <a:lnTo>
                    <a:pt x="1319316" y="4817650"/>
                  </a:lnTo>
                  <a:lnTo>
                    <a:pt x="1319316" y="4807696"/>
                  </a:lnTo>
                  <a:lnTo>
                    <a:pt x="1319441" y="4807696"/>
                  </a:lnTo>
                  <a:lnTo>
                    <a:pt x="1319566" y="4807696"/>
                  </a:lnTo>
                  <a:lnTo>
                    <a:pt x="1319691" y="4807696"/>
                  </a:lnTo>
                  <a:lnTo>
                    <a:pt x="1319816" y="4807696"/>
                  </a:lnTo>
                  <a:lnTo>
                    <a:pt x="1319941" y="4807696"/>
                  </a:lnTo>
                  <a:lnTo>
                    <a:pt x="1320066" y="4807696"/>
                  </a:lnTo>
                  <a:lnTo>
                    <a:pt x="1320191" y="4807696"/>
                  </a:lnTo>
                  <a:lnTo>
                    <a:pt x="1320316" y="4807696"/>
                  </a:lnTo>
                  <a:lnTo>
                    <a:pt x="1320441" y="4807696"/>
                  </a:lnTo>
                  <a:lnTo>
                    <a:pt x="1320566" y="4807696"/>
                  </a:lnTo>
                  <a:lnTo>
                    <a:pt x="1320691" y="4807696"/>
                  </a:lnTo>
                  <a:lnTo>
                    <a:pt x="1320816" y="4807696"/>
                  </a:lnTo>
                  <a:lnTo>
                    <a:pt x="1320941" y="4807696"/>
                  </a:lnTo>
                  <a:lnTo>
                    <a:pt x="1321066" y="4807696"/>
                  </a:lnTo>
                  <a:lnTo>
                    <a:pt x="1321191" y="4807696"/>
                  </a:lnTo>
                  <a:lnTo>
                    <a:pt x="1321316" y="4807696"/>
                  </a:lnTo>
                  <a:lnTo>
                    <a:pt x="1321441" y="4807696"/>
                  </a:lnTo>
                  <a:lnTo>
                    <a:pt x="1321566" y="4807696"/>
                  </a:lnTo>
                  <a:lnTo>
                    <a:pt x="1321691" y="4807696"/>
                  </a:lnTo>
                  <a:lnTo>
                    <a:pt x="1321816" y="4807696"/>
                  </a:lnTo>
                  <a:lnTo>
                    <a:pt x="1321941" y="4807696"/>
                  </a:lnTo>
                  <a:lnTo>
                    <a:pt x="1322066" y="4807696"/>
                  </a:lnTo>
                  <a:lnTo>
                    <a:pt x="1322192" y="4807696"/>
                  </a:lnTo>
                  <a:lnTo>
                    <a:pt x="1322317" y="4807696"/>
                  </a:lnTo>
                  <a:lnTo>
                    <a:pt x="1322442" y="4807696"/>
                  </a:lnTo>
                  <a:lnTo>
                    <a:pt x="1322567" y="4807696"/>
                  </a:lnTo>
                  <a:lnTo>
                    <a:pt x="1322692" y="4807696"/>
                  </a:lnTo>
                  <a:lnTo>
                    <a:pt x="1322817" y="4807696"/>
                  </a:lnTo>
                  <a:lnTo>
                    <a:pt x="1322942" y="4807696"/>
                  </a:lnTo>
                  <a:lnTo>
                    <a:pt x="1323067" y="4807696"/>
                  </a:lnTo>
                  <a:lnTo>
                    <a:pt x="1323192" y="4807696"/>
                  </a:lnTo>
                  <a:lnTo>
                    <a:pt x="1323317" y="4807696"/>
                  </a:lnTo>
                  <a:lnTo>
                    <a:pt x="1323442" y="4807696"/>
                  </a:lnTo>
                  <a:lnTo>
                    <a:pt x="1323567" y="4807696"/>
                  </a:lnTo>
                  <a:lnTo>
                    <a:pt x="1323692" y="4807696"/>
                  </a:lnTo>
                  <a:lnTo>
                    <a:pt x="1323817" y="4807696"/>
                  </a:lnTo>
                  <a:lnTo>
                    <a:pt x="1323942" y="4807696"/>
                  </a:lnTo>
                  <a:lnTo>
                    <a:pt x="1324067" y="4807696"/>
                  </a:lnTo>
                  <a:lnTo>
                    <a:pt x="1324192" y="4807696"/>
                  </a:lnTo>
                  <a:lnTo>
                    <a:pt x="1324317" y="4807696"/>
                  </a:lnTo>
                  <a:lnTo>
                    <a:pt x="1324442" y="4807696"/>
                  </a:lnTo>
                  <a:lnTo>
                    <a:pt x="1324567" y="4807696"/>
                  </a:lnTo>
                  <a:lnTo>
                    <a:pt x="1324692" y="4807696"/>
                  </a:lnTo>
                  <a:lnTo>
                    <a:pt x="1324817" y="4807696"/>
                  </a:lnTo>
                  <a:lnTo>
                    <a:pt x="1324942" y="4807696"/>
                  </a:lnTo>
                  <a:lnTo>
                    <a:pt x="1325067" y="4807696"/>
                  </a:lnTo>
                  <a:lnTo>
                    <a:pt x="1325193" y="4807696"/>
                  </a:lnTo>
                  <a:lnTo>
                    <a:pt x="1325318" y="4807696"/>
                  </a:lnTo>
                  <a:lnTo>
                    <a:pt x="1325443" y="4807696"/>
                  </a:lnTo>
                  <a:lnTo>
                    <a:pt x="1325568" y="4807696"/>
                  </a:lnTo>
                  <a:lnTo>
                    <a:pt x="1325693" y="4807696"/>
                  </a:lnTo>
                  <a:lnTo>
                    <a:pt x="1325818" y="4807696"/>
                  </a:lnTo>
                  <a:lnTo>
                    <a:pt x="1325943" y="4807696"/>
                  </a:lnTo>
                  <a:lnTo>
                    <a:pt x="1326068" y="4807696"/>
                  </a:lnTo>
                  <a:lnTo>
                    <a:pt x="1326193" y="4807696"/>
                  </a:lnTo>
                  <a:lnTo>
                    <a:pt x="1326318" y="4807696"/>
                  </a:lnTo>
                  <a:lnTo>
                    <a:pt x="1326443" y="4807696"/>
                  </a:lnTo>
                  <a:lnTo>
                    <a:pt x="1326568" y="4807696"/>
                  </a:lnTo>
                  <a:lnTo>
                    <a:pt x="1326693" y="4807696"/>
                  </a:lnTo>
                  <a:lnTo>
                    <a:pt x="1326818" y="4807696"/>
                  </a:lnTo>
                  <a:lnTo>
                    <a:pt x="1326943" y="4807696"/>
                  </a:lnTo>
                  <a:lnTo>
                    <a:pt x="1327068" y="4807696"/>
                  </a:lnTo>
                  <a:lnTo>
                    <a:pt x="1327193" y="4807696"/>
                  </a:lnTo>
                  <a:lnTo>
                    <a:pt x="1327318" y="4807696"/>
                  </a:lnTo>
                  <a:lnTo>
                    <a:pt x="1327443" y="4807696"/>
                  </a:lnTo>
                  <a:lnTo>
                    <a:pt x="1327568" y="4807696"/>
                  </a:lnTo>
                  <a:lnTo>
                    <a:pt x="1327693" y="4807696"/>
                  </a:lnTo>
                  <a:lnTo>
                    <a:pt x="1327818" y="4807696"/>
                  </a:lnTo>
                  <a:lnTo>
                    <a:pt x="1327943" y="4807696"/>
                  </a:lnTo>
                  <a:lnTo>
                    <a:pt x="1328068" y="4807696"/>
                  </a:lnTo>
                  <a:lnTo>
                    <a:pt x="1328194" y="4807696"/>
                  </a:lnTo>
                  <a:lnTo>
                    <a:pt x="1328319" y="4807696"/>
                  </a:lnTo>
                  <a:lnTo>
                    <a:pt x="1328444" y="4807696"/>
                  </a:lnTo>
                  <a:lnTo>
                    <a:pt x="1328569" y="4807696"/>
                  </a:lnTo>
                  <a:lnTo>
                    <a:pt x="1328694" y="4807696"/>
                  </a:lnTo>
                  <a:lnTo>
                    <a:pt x="1328819" y="4807696"/>
                  </a:lnTo>
                  <a:lnTo>
                    <a:pt x="1328944" y="4807696"/>
                  </a:lnTo>
                  <a:lnTo>
                    <a:pt x="1329069" y="4807696"/>
                  </a:lnTo>
                  <a:lnTo>
                    <a:pt x="1329194" y="4807696"/>
                  </a:lnTo>
                  <a:lnTo>
                    <a:pt x="1329319" y="4807696"/>
                  </a:lnTo>
                  <a:lnTo>
                    <a:pt x="1329444" y="4807696"/>
                  </a:lnTo>
                  <a:lnTo>
                    <a:pt x="1329569" y="4807696"/>
                  </a:lnTo>
                  <a:lnTo>
                    <a:pt x="1329694" y="4807696"/>
                  </a:lnTo>
                  <a:lnTo>
                    <a:pt x="1329819" y="4807696"/>
                  </a:lnTo>
                  <a:lnTo>
                    <a:pt x="1329944" y="4807696"/>
                  </a:lnTo>
                  <a:lnTo>
                    <a:pt x="1330069" y="4807696"/>
                  </a:lnTo>
                  <a:lnTo>
                    <a:pt x="1330194" y="4807696"/>
                  </a:lnTo>
                  <a:lnTo>
                    <a:pt x="1330319" y="4807696"/>
                  </a:lnTo>
                  <a:lnTo>
                    <a:pt x="1330444" y="4807696"/>
                  </a:lnTo>
                  <a:lnTo>
                    <a:pt x="1330569" y="4807696"/>
                  </a:lnTo>
                  <a:lnTo>
                    <a:pt x="1330694" y="4807696"/>
                  </a:lnTo>
                  <a:lnTo>
                    <a:pt x="1330819" y="4807696"/>
                  </a:lnTo>
                  <a:lnTo>
                    <a:pt x="1330944" y="4807696"/>
                  </a:lnTo>
                  <a:lnTo>
                    <a:pt x="1331069" y="4807696"/>
                  </a:lnTo>
                  <a:lnTo>
                    <a:pt x="1331195" y="4807696"/>
                  </a:lnTo>
                  <a:lnTo>
                    <a:pt x="1331320" y="4807696"/>
                  </a:lnTo>
                  <a:lnTo>
                    <a:pt x="1331445" y="4807696"/>
                  </a:lnTo>
                  <a:lnTo>
                    <a:pt x="1331570" y="4807696"/>
                  </a:lnTo>
                  <a:lnTo>
                    <a:pt x="1331695" y="4807696"/>
                  </a:lnTo>
                  <a:lnTo>
                    <a:pt x="1331820" y="4807696"/>
                  </a:lnTo>
                  <a:lnTo>
                    <a:pt x="1331945" y="4807696"/>
                  </a:lnTo>
                  <a:lnTo>
                    <a:pt x="1332070" y="4807696"/>
                  </a:lnTo>
                  <a:lnTo>
                    <a:pt x="1332195" y="4807696"/>
                  </a:lnTo>
                  <a:lnTo>
                    <a:pt x="1332320" y="4807696"/>
                  </a:lnTo>
                  <a:lnTo>
                    <a:pt x="1332445" y="4807696"/>
                  </a:lnTo>
                  <a:lnTo>
                    <a:pt x="1332570" y="4807696"/>
                  </a:lnTo>
                  <a:lnTo>
                    <a:pt x="1332695" y="4807696"/>
                  </a:lnTo>
                  <a:lnTo>
                    <a:pt x="1332820" y="4807696"/>
                  </a:lnTo>
                  <a:lnTo>
                    <a:pt x="1332945" y="4807696"/>
                  </a:lnTo>
                  <a:lnTo>
                    <a:pt x="1333070" y="4807696"/>
                  </a:lnTo>
                  <a:lnTo>
                    <a:pt x="1333195" y="4807696"/>
                  </a:lnTo>
                  <a:lnTo>
                    <a:pt x="1333320" y="4807696"/>
                  </a:lnTo>
                  <a:lnTo>
                    <a:pt x="1333445" y="4807696"/>
                  </a:lnTo>
                  <a:lnTo>
                    <a:pt x="1333570" y="4807696"/>
                  </a:lnTo>
                  <a:lnTo>
                    <a:pt x="1333695" y="4807696"/>
                  </a:lnTo>
                  <a:lnTo>
                    <a:pt x="1333820" y="4807696"/>
                  </a:lnTo>
                  <a:lnTo>
                    <a:pt x="1333945" y="4807696"/>
                  </a:lnTo>
                  <a:lnTo>
                    <a:pt x="1334070" y="4807696"/>
                  </a:lnTo>
                  <a:lnTo>
                    <a:pt x="1334196" y="4807696"/>
                  </a:lnTo>
                  <a:lnTo>
                    <a:pt x="1334196" y="4797742"/>
                  </a:lnTo>
                  <a:lnTo>
                    <a:pt x="1334321" y="4797742"/>
                  </a:lnTo>
                  <a:lnTo>
                    <a:pt x="1334446" y="4797742"/>
                  </a:lnTo>
                  <a:lnTo>
                    <a:pt x="1334571" y="4797742"/>
                  </a:lnTo>
                  <a:lnTo>
                    <a:pt x="1334696" y="4797742"/>
                  </a:lnTo>
                  <a:lnTo>
                    <a:pt x="1334821" y="4797742"/>
                  </a:lnTo>
                  <a:lnTo>
                    <a:pt x="1334946" y="4797742"/>
                  </a:lnTo>
                  <a:lnTo>
                    <a:pt x="1335071" y="4797742"/>
                  </a:lnTo>
                  <a:lnTo>
                    <a:pt x="1335196" y="4797742"/>
                  </a:lnTo>
                  <a:lnTo>
                    <a:pt x="1335321" y="4797742"/>
                  </a:lnTo>
                  <a:lnTo>
                    <a:pt x="1335446" y="4797742"/>
                  </a:lnTo>
                  <a:lnTo>
                    <a:pt x="1335571" y="4797742"/>
                  </a:lnTo>
                  <a:lnTo>
                    <a:pt x="1335696" y="4797742"/>
                  </a:lnTo>
                  <a:lnTo>
                    <a:pt x="1335821" y="4797742"/>
                  </a:lnTo>
                  <a:lnTo>
                    <a:pt x="1335946" y="4797742"/>
                  </a:lnTo>
                  <a:lnTo>
                    <a:pt x="1336071" y="4797742"/>
                  </a:lnTo>
                  <a:lnTo>
                    <a:pt x="1336196" y="4797742"/>
                  </a:lnTo>
                  <a:lnTo>
                    <a:pt x="1336321" y="4797742"/>
                  </a:lnTo>
                  <a:lnTo>
                    <a:pt x="1336446" y="4797742"/>
                  </a:lnTo>
                  <a:lnTo>
                    <a:pt x="1336571" y="4797742"/>
                  </a:lnTo>
                  <a:lnTo>
                    <a:pt x="1336696" y="4797742"/>
                  </a:lnTo>
                  <a:lnTo>
                    <a:pt x="1336821" y="4797742"/>
                  </a:lnTo>
                  <a:lnTo>
                    <a:pt x="1336946" y="4797742"/>
                  </a:lnTo>
                  <a:lnTo>
                    <a:pt x="1337071" y="4797742"/>
                  </a:lnTo>
                  <a:lnTo>
                    <a:pt x="1337197" y="4797742"/>
                  </a:lnTo>
                  <a:lnTo>
                    <a:pt x="1337322" y="4797742"/>
                  </a:lnTo>
                  <a:lnTo>
                    <a:pt x="1337447" y="4797742"/>
                  </a:lnTo>
                  <a:lnTo>
                    <a:pt x="1337572" y="4797742"/>
                  </a:lnTo>
                  <a:lnTo>
                    <a:pt x="1337697" y="4797742"/>
                  </a:lnTo>
                  <a:lnTo>
                    <a:pt x="1337822" y="4797742"/>
                  </a:lnTo>
                  <a:lnTo>
                    <a:pt x="1337947" y="4797742"/>
                  </a:lnTo>
                  <a:lnTo>
                    <a:pt x="1338072" y="4797742"/>
                  </a:lnTo>
                  <a:lnTo>
                    <a:pt x="1338197" y="4797742"/>
                  </a:lnTo>
                  <a:lnTo>
                    <a:pt x="1338322" y="4797742"/>
                  </a:lnTo>
                  <a:lnTo>
                    <a:pt x="1338447" y="4797742"/>
                  </a:lnTo>
                  <a:lnTo>
                    <a:pt x="1338572" y="4797742"/>
                  </a:lnTo>
                  <a:lnTo>
                    <a:pt x="1338697" y="4797742"/>
                  </a:lnTo>
                  <a:lnTo>
                    <a:pt x="1338822" y="4797742"/>
                  </a:lnTo>
                  <a:lnTo>
                    <a:pt x="1338947" y="4797742"/>
                  </a:lnTo>
                  <a:lnTo>
                    <a:pt x="1339072" y="4797742"/>
                  </a:lnTo>
                  <a:lnTo>
                    <a:pt x="1339197" y="4797742"/>
                  </a:lnTo>
                  <a:lnTo>
                    <a:pt x="1339322" y="4797742"/>
                  </a:lnTo>
                  <a:lnTo>
                    <a:pt x="1339447" y="4797742"/>
                  </a:lnTo>
                  <a:lnTo>
                    <a:pt x="1339572" y="4797742"/>
                  </a:lnTo>
                  <a:lnTo>
                    <a:pt x="1339697" y="4797742"/>
                  </a:lnTo>
                  <a:lnTo>
                    <a:pt x="1339822" y="4797742"/>
                  </a:lnTo>
                  <a:lnTo>
                    <a:pt x="1339947" y="4797742"/>
                  </a:lnTo>
                  <a:lnTo>
                    <a:pt x="1340072" y="4797742"/>
                  </a:lnTo>
                  <a:lnTo>
                    <a:pt x="1340198" y="4797742"/>
                  </a:lnTo>
                  <a:lnTo>
                    <a:pt x="1340323" y="4797742"/>
                  </a:lnTo>
                  <a:lnTo>
                    <a:pt x="1340448" y="4797742"/>
                  </a:lnTo>
                  <a:lnTo>
                    <a:pt x="1340573" y="4797742"/>
                  </a:lnTo>
                  <a:lnTo>
                    <a:pt x="1340698" y="4797742"/>
                  </a:lnTo>
                  <a:lnTo>
                    <a:pt x="1340823" y="4797742"/>
                  </a:lnTo>
                  <a:lnTo>
                    <a:pt x="1340948" y="4797742"/>
                  </a:lnTo>
                  <a:lnTo>
                    <a:pt x="1341073" y="4797742"/>
                  </a:lnTo>
                  <a:lnTo>
                    <a:pt x="1341198" y="4797742"/>
                  </a:lnTo>
                  <a:lnTo>
                    <a:pt x="1341323" y="4797742"/>
                  </a:lnTo>
                  <a:lnTo>
                    <a:pt x="1341448" y="4797742"/>
                  </a:lnTo>
                  <a:lnTo>
                    <a:pt x="1341573" y="4797742"/>
                  </a:lnTo>
                  <a:lnTo>
                    <a:pt x="1341698" y="4797742"/>
                  </a:lnTo>
                  <a:lnTo>
                    <a:pt x="1341823" y="4797742"/>
                  </a:lnTo>
                  <a:lnTo>
                    <a:pt x="1341948" y="4797742"/>
                  </a:lnTo>
                  <a:lnTo>
                    <a:pt x="1342073" y="4797742"/>
                  </a:lnTo>
                  <a:lnTo>
                    <a:pt x="1342198" y="4797742"/>
                  </a:lnTo>
                  <a:lnTo>
                    <a:pt x="1342323" y="4797742"/>
                  </a:lnTo>
                  <a:lnTo>
                    <a:pt x="1342448" y="4797742"/>
                  </a:lnTo>
                  <a:lnTo>
                    <a:pt x="1342573" y="4797742"/>
                  </a:lnTo>
                  <a:lnTo>
                    <a:pt x="1342698" y="4797742"/>
                  </a:lnTo>
                  <a:lnTo>
                    <a:pt x="1342823" y="4797742"/>
                  </a:lnTo>
                  <a:lnTo>
                    <a:pt x="1342948" y="4797742"/>
                  </a:lnTo>
                  <a:lnTo>
                    <a:pt x="1343073" y="4797742"/>
                  </a:lnTo>
                  <a:lnTo>
                    <a:pt x="1343199" y="4797742"/>
                  </a:lnTo>
                  <a:lnTo>
                    <a:pt x="1343324" y="4797742"/>
                  </a:lnTo>
                  <a:lnTo>
                    <a:pt x="1343449" y="4797742"/>
                  </a:lnTo>
                  <a:lnTo>
                    <a:pt x="1343574" y="4797742"/>
                  </a:lnTo>
                  <a:lnTo>
                    <a:pt x="1343699" y="4797742"/>
                  </a:lnTo>
                  <a:lnTo>
                    <a:pt x="1343824" y="4797742"/>
                  </a:lnTo>
                  <a:lnTo>
                    <a:pt x="1343949" y="4797742"/>
                  </a:lnTo>
                  <a:lnTo>
                    <a:pt x="1344074" y="4797742"/>
                  </a:lnTo>
                  <a:lnTo>
                    <a:pt x="1344199" y="4797742"/>
                  </a:lnTo>
                  <a:lnTo>
                    <a:pt x="1344324" y="4797742"/>
                  </a:lnTo>
                  <a:lnTo>
                    <a:pt x="1344449" y="4797742"/>
                  </a:lnTo>
                  <a:lnTo>
                    <a:pt x="1344574" y="4797742"/>
                  </a:lnTo>
                  <a:lnTo>
                    <a:pt x="1344699" y="4797742"/>
                  </a:lnTo>
                  <a:lnTo>
                    <a:pt x="1344824" y="4797742"/>
                  </a:lnTo>
                  <a:lnTo>
                    <a:pt x="1344949" y="4797742"/>
                  </a:lnTo>
                  <a:lnTo>
                    <a:pt x="1345074" y="4797742"/>
                  </a:lnTo>
                  <a:lnTo>
                    <a:pt x="1345199" y="4797742"/>
                  </a:lnTo>
                  <a:lnTo>
                    <a:pt x="1345324" y="4797742"/>
                  </a:lnTo>
                  <a:lnTo>
                    <a:pt x="1345449" y="4797742"/>
                  </a:lnTo>
                  <a:lnTo>
                    <a:pt x="1345574" y="4797742"/>
                  </a:lnTo>
                  <a:lnTo>
                    <a:pt x="1345699" y="4797742"/>
                  </a:lnTo>
                  <a:lnTo>
                    <a:pt x="1345824" y="4797742"/>
                  </a:lnTo>
                  <a:lnTo>
                    <a:pt x="1345949" y="4797742"/>
                  </a:lnTo>
                  <a:lnTo>
                    <a:pt x="1346074" y="4797742"/>
                  </a:lnTo>
                  <a:lnTo>
                    <a:pt x="1346200" y="4797742"/>
                  </a:lnTo>
                  <a:lnTo>
                    <a:pt x="1346325" y="4797742"/>
                  </a:lnTo>
                  <a:lnTo>
                    <a:pt x="1346450" y="4797742"/>
                  </a:lnTo>
                  <a:lnTo>
                    <a:pt x="1346575" y="4797742"/>
                  </a:lnTo>
                  <a:lnTo>
                    <a:pt x="1346700" y="4797742"/>
                  </a:lnTo>
                  <a:lnTo>
                    <a:pt x="1346825" y="4797742"/>
                  </a:lnTo>
                  <a:lnTo>
                    <a:pt x="1346950" y="4797742"/>
                  </a:lnTo>
                  <a:lnTo>
                    <a:pt x="1347075" y="4797742"/>
                  </a:lnTo>
                  <a:lnTo>
                    <a:pt x="1347200" y="4797742"/>
                  </a:lnTo>
                  <a:lnTo>
                    <a:pt x="1347325" y="4797742"/>
                  </a:lnTo>
                  <a:lnTo>
                    <a:pt x="1347450" y="4797742"/>
                  </a:lnTo>
                  <a:lnTo>
                    <a:pt x="1347575" y="4797742"/>
                  </a:lnTo>
                  <a:lnTo>
                    <a:pt x="1347700" y="4797742"/>
                  </a:lnTo>
                  <a:lnTo>
                    <a:pt x="1347825" y="4797742"/>
                  </a:lnTo>
                  <a:lnTo>
                    <a:pt x="1347950" y="4797742"/>
                  </a:lnTo>
                  <a:lnTo>
                    <a:pt x="1348075" y="4797742"/>
                  </a:lnTo>
                  <a:lnTo>
                    <a:pt x="1348200" y="4797742"/>
                  </a:lnTo>
                  <a:lnTo>
                    <a:pt x="1348325" y="4797742"/>
                  </a:lnTo>
                  <a:lnTo>
                    <a:pt x="1348450" y="4797742"/>
                  </a:lnTo>
                  <a:lnTo>
                    <a:pt x="1348575" y="4797742"/>
                  </a:lnTo>
                  <a:lnTo>
                    <a:pt x="1348700" y="4797742"/>
                  </a:lnTo>
                  <a:lnTo>
                    <a:pt x="1348825" y="4797742"/>
                  </a:lnTo>
                  <a:lnTo>
                    <a:pt x="1348950" y="4797742"/>
                  </a:lnTo>
                  <a:lnTo>
                    <a:pt x="1349075" y="4797742"/>
                  </a:lnTo>
                  <a:lnTo>
                    <a:pt x="1349201" y="4797742"/>
                  </a:lnTo>
                  <a:lnTo>
                    <a:pt x="1349326" y="4797742"/>
                  </a:lnTo>
                  <a:lnTo>
                    <a:pt x="1349451" y="4797742"/>
                  </a:lnTo>
                  <a:lnTo>
                    <a:pt x="1349576" y="4797742"/>
                  </a:lnTo>
                  <a:lnTo>
                    <a:pt x="1349701" y="4797742"/>
                  </a:lnTo>
                  <a:lnTo>
                    <a:pt x="1349826" y="4797742"/>
                  </a:lnTo>
                  <a:lnTo>
                    <a:pt x="1349951" y="4797742"/>
                  </a:lnTo>
                  <a:lnTo>
                    <a:pt x="1350076" y="4797742"/>
                  </a:lnTo>
                  <a:lnTo>
                    <a:pt x="1350201" y="4797742"/>
                  </a:lnTo>
                  <a:lnTo>
                    <a:pt x="1350326" y="4797742"/>
                  </a:lnTo>
                  <a:lnTo>
                    <a:pt x="1350451" y="4797742"/>
                  </a:lnTo>
                  <a:lnTo>
                    <a:pt x="1350576" y="4797742"/>
                  </a:lnTo>
                  <a:lnTo>
                    <a:pt x="1350701" y="4797742"/>
                  </a:lnTo>
                  <a:lnTo>
                    <a:pt x="1350826" y="4797742"/>
                  </a:lnTo>
                  <a:lnTo>
                    <a:pt x="1350951" y="4797742"/>
                  </a:lnTo>
                  <a:lnTo>
                    <a:pt x="1351076" y="4797742"/>
                  </a:lnTo>
                  <a:lnTo>
                    <a:pt x="1351201" y="4797742"/>
                  </a:lnTo>
                  <a:lnTo>
                    <a:pt x="1351326" y="4797742"/>
                  </a:lnTo>
                  <a:lnTo>
                    <a:pt x="1351451" y="4797742"/>
                  </a:lnTo>
                  <a:lnTo>
                    <a:pt x="1351576" y="4797742"/>
                  </a:lnTo>
                  <a:lnTo>
                    <a:pt x="1351701" y="4797742"/>
                  </a:lnTo>
                  <a:lnTo>
                    <a:pt x="1351826" y="4797742"/>
                  </a:lnTo>
                  <a:lnTo>
                    <a:pt x="1351951" y="4797742"/>
                  </a:lnTo>
                  <a:lnTo>
                    <a:pt x="1352076" y="4797742"/>
                  </a:lnTo>
                  <a:lnTo>
                    <a:pt x="1352202" y="4797742"/>
                  </a:lnTo>
                  <a:lnTo>
                    <a:pt x="1352327" y="4797742"/>
                  </a:lnTo>
                  <a:lnTo>
                    <a:pt x="1352452" y="4797742"/>
                  </a:lnTo>
                  <a:lnTo>
                    <a:pt x="1352577" y="4797742"/>
                  </a:lnTo>
                  <a:lnTo>
                    <a:pt x="1352702" y="4797742"/>
                  </a:lnTo>
                  <a:lnTo>
                    <a:pt x="1352827" y="4797742"/>
                  </a:lnTo>
                  <a:lnTo>
                    <a:pt x="1352952" y="4797742"/>
                  </a:lnTo>
                  <a:lnTo>
                    <a:pt x="1353077" y="4797742"/>
                  </a:lnTo>
                  <a:lnTo>
                    <a:pt x="1353202" y="4797742"/>
                  </a:lnTo>
                  <a:lnTo>
                    <a:pt x="1353327" y="4797742"/>
                  </a:lnTo>
                  <a:lnTo>
                    <a:pt x="1353452" y="4797742"/>
                  </a:lnTo>
                  <a:lnTo>
                    <a:pt x="1353577" y="4797742"/>
                  </a:lnTo>
                  <a:lnTo>
                    <a:pt x="1353702" y="4797742"/>
                  </a:lnTo>
                  <a:lnTo>
                    <a:pt x="1353827" y="4797742"/>
                  </a:lnTo>
                  <a:lnTo>
                    <a:pt x="1353952" y="4797742"/>
                  </a:lnTo>
                  <a:lnTo>
                    <a:pt x="1354077" y="4797742"/>
                  </a:lnTo>
                  <a:lnTo>
                    <a:pt x="1354202" y="4797742"/>
                  </a:lnTo>
                  <a:lnTo>
                    <a:pt x="1354327" y="4797742"/>
                  </a:lnTo>
                  <a:lnTo>
                    <a:pt x="1354452" y="4797742"/>
                  </a:lnTo>
                  <a:lnTo>
                    <a:pt x="1354577" y="4797742"/>
                  </a:lnTo>
                  <a:lnTo>
                    <a:pt x="1354702" y="4797742"/>
                  </a:lnTo>
                  <a:lnTo>
                    <a:pt x="1354827" y="4797742"/>
                  </a:lnTo>
                  <a:lnTo>
                    <a:pt x="1354952" y="4797742"/>
                  </a:lnTo>
                  <a:lnTo>
                    <a:pt x="1355077" y="4797742"/>
                  </a:lnTo>
                  <a:lnTo>
                    <a:pt x="1355203" y="4797742"/>
                  </a:lnTo>
                  <a:lnTo>
                    <a:pt x="1355328" y="4797742"/>
                  </a:lnTo>
                  <a:lnTo>
                    <a:pt x="1355453" y="4797742"/>
                  </a:lnTo>
                  <a:lnTo>
                    <a:pt x="1355578" y="4797742"/>
                  </a:lnTo>
                  <a:lnTo>
                    <a:pt x="1355703" y="4797742"/>
                  </a:lnTo>
                  <a:lnTo>
                    <a:pt x="1355828" y="4797742"/>
                  </a:lnTo>
                  <a:lnTo>
                    <a:pt x="1355953" y="4797742"/>
                  </a:lnTo>
                  <a:lnTo>
                    <a:pt x="1356078" y="4797742"/>
                  </a:lnTo>
                  <a:lnTo>
                    <a:pt x="1356203" y="4797742"/>
                  </a:lnTo>
                  <a:lnTo>
                    <a:pt x="1356328" y="4797742"/>
                  </a:lnTo>
                  <a:lnTo>
                    <a:pt x="1356453" y="4797742"/>
                  </a:lnTo>
                  <a:lnTo>
                    <a:pt x="1356578" y="4797742"/>
                  </a:lnTo>
                  <a:lnTo>
                    <a:pt x="1356703" y="4797742"/>
                  </a:lnTo>
                  <a:lnTo>
                    <a:pt x="1356828" y="4797742"/>
                  </a:lnTo>
                  <a:lnTo>
                    <a:pt x="1356953" y="4797742"/>
                  </a:lnTo>
                  <a:lnTo>
                    <a:pt x="1357078" y="4797742"/>
                  </a:lnTo>
                  <a:lnTo>
                    <a:pt x="1357203" y="4797742"/>
                  </a:lnTo>
                  <a:lnTo>
                    <a:pt x="1357328" y="4797742"/>
                  </a:lnTo>
                  <a:lnTo>
                    <a:pt x="1357453" y="4797742"/>
                  </a:lnTo>
                  <a:lnTo>
                    <a:pt x="1357578" y="4797742"/>
                  </a:lnTo>
                  <a:lnTo>
                    <a:pt x="1357703" y="4797742"/>
                  </a:lnTo>
                  <a:lnTo>
                    <a:pt x="1357828" y="4797742"/>
                  </a:lnTo>
                  <a:lnTo>
                    <a:pt x="1357953" y="4797742"/>
                  </a:lnTo>
                  <a:lnTo>
                    <a:pt x="1357953" y="4787788"/>
                  </a:lnTo>
                  <a:lnTo>
                    <a:pt x="1358079" y="4787788"/>
                  </a:lnTo>
                  <a:lnTo>
                    <a:pt x="1358204" y="4787788"/>
                  </a:lnTo>
                  <a:lnTo>
                    <a:pt x="1358329" y="4787788"/>
                  </a:lnTo>
                  <a:lnTo>
                    <a:pt x="1358454" y="4787788"/>
                  </a:lnTo>
                  <a:lnTo>
                    <a:pt x="1358579" y="4787788"/>
                  </a:lnTo>
                  <a:lnTo>
                    <a:pt x="1358704" y="4787788"/>
                  </a:lnTo>
                  <a:lnTo>
                    <a:pt x="1358829" y="4787788"/>
                  </a:lnTo>
                  <a:lnTo>
                    <a:pt x="1358954" y="4787788"/>
                  </a:lnTo>
                  <a:lnTo>
                    <a:pt x="1359079" y="4787788"/>
                  </a:lnTo>
                  <a:lnTo>
                    <a:pt x="1359204" y="4787788"/>
                  </a:lnTo>
                  <a:lnTo>
                    <a:pt x="1359329" y="4787788"/>
                  </a:lnTo>
                  <a:lnTo>
                    <a:pt x="1359454" y="4787788"/>
                  </a:lnTo>
                  <a:lnTo>
                    <a:pt x="1359579" y="4787788"/>
                  </a:lnTo>
                  <a:lnTo>
                    <a:pt x="1359704" y="4787788"/>
                  </a:lnTo>
                  <a:lnTo>
                    <a:pt x="1359829" y="4787788"/>
                  </a:lnTo>
                  <a:lnTo>
                    <a:pt x="1359954" y="4787788"/>
                  </a:lnTo>
                  <a:lnTo>
                    <a:pt x="1360079" y="4787788"/>
                  </a:lnTo>
                  <a:lnTo>
                    <a:pt x="1360204" y="4787788"/>
                  </a:lnTo>
                  <a:lnTo>
                    <a:pt x="1360329" y="4787788"/>
                  </a:lnTo>
                  <a:lnTo>
                    <a:pt x="1360454" y="4787788"/>
                  </a:lnTo>
                  <a:lnTo>
                    <a:pt x="1360579" y="4787788"/>
                  </a:lnTo>
                  <a:lnTo>
                    <a:pt x="1360704" y="4787788"/>
                  </a:lnTo>
                  <a:lnTo>
                    <a:pt x="1360829" y="4787788"/>
                  </a:lnTo>
                  <a:lnTo>
                    <a:pt x="1360954" y="4787788"/>
                  </a:lnTo>
                  <a:lnTo>
                    <a:pt x="1361080" y="4787788"/>
                  </a:lnTo>
                  <a:lnTo>
                    <a:pt x="1361205" y="4787788"/>
                  </a:lnTo>
                  <a:lnTo>
                    <a:pt x="1361330" y="4787788"/>
                  </a:lnTo>
                  <a:lnTo>
                    <a:pt x="1361455" y="4787788"/>
                  </a:lnTo>
                  <a:lnTo>
                    <a:pt x="1361580" y="4787788"/>
                  </a:lnTo>
                  <a:lnTo>
                    <a:pt x="1361705" y="4787788"/>
                  </a:lnTo>
                  <a:lnTo>
                    <a:pt x="1361830" y="4787788"/>
                  </a:lnTo>
                  <a:lnTo>
                    <a:pt x="1361955" y="4787788"/>
                  </a:lnTo>
                  <a:lnTo>
                    <a:pt x="1362080" y="4787788"/>
                  </a:lnTo>
                  <a:lnTo>
                    <a:pt x="1362205" y="4787788"/>
                  </a:lnTo>
                  <a:lnTo>
                    <a:pt x="1362330" y="4787788"/>
                  </a:lnTo>
                  <a:lnTo>
                    <a:pt x="1362455" y="4787788"/>
                  </a:lnTo>
                  <a:lnTo>
                    <a:pt x="1362580" y="4787788"/>
                  </a:lnTo>
                  <a:lnTo>
                    <a:pt x="1362705" y="4787788"/>
                  </a:lnTo>
                  <a:lnTo>
                    <a:pt x="1362830" y="4787788"/>
                  </a:lnTo>
                  <a:lnTo>
                    <a:pt x="1362955" y="4787788"/>
                  </a:lnTo>
                  <a:lnTo>
                    <a:pt x="1363080" y="4787788"/>
                  </a:lnTo>
                  <a:lnTo>
                    <a:pt x="1363205" y="4787788"/>
                  </a:lnTo>
                  <a:lnTo>
                    <a:pt x="1363330" y="4787788"/>
                  </a:lnTo>
                  <a:lnTo>
                    <a:pt x="1363455" y="4787788"/>
                  </a:lnTo>
                  <a:lnTo>
                    <a:pt x="1363580" y="4787788"/>
                  </a:lnTo>
                  <a:lnTo>
                    <a:pt x="1363705" y="4787788"/>
                  </a:lnTo>
                  <a:lnTo>
                    <a:pt x="1363830" y="4787788"/>
                  </a:lnTo>
                  <a:lnTo>
                    <a:pt x="1363955" y="4787788"/>
                  </a:lnTo>
                  <a:lnTo>
                    <a:pt x="1364081" y="4787788"/>
                  </a:lnTo>
                  <a:lnTo>
                    <a:pt x="1364206" y="4787788"/>
                  </a:lnTo>
                  <a:lnTo>
                    <a:pt x="1364331" y="4787788"/>
                  </a:lnTo>
                  <a:lnTo>
                    <a:pt x="1364456" y="4787788"/>
                  </a:lnTo>
                  <a:lnTo>
                    <a:pt x="1364581" y="4787788"/>
                  </a:lnTo>
                  <a:lnTo>
                    <a:pt x="1364706" y="4787788"/>
                  </a:lnTo>
                  <a:lnTo>
                    <a:pt x="1364831" y="4787788"/>
                  </a:lnTo>
                  <a:lnTo>
                    <a:pt x="1364956" y="4787788"/>
                  </a:lnTo>
                  <a:lnTo>
                    <a:pt x="1365081" y="4787788"/>
                  </a:lnTo>
                  <a:lnTo>
                    <a:pt x="1365206" y="4787788"/>
                  </a:lnTo>
                  <a:lnTo>
                    <a:pt x="1365331" y="4787788"/>
                  </a:lnTo>
                  <a:lnTo>
                    <a:pt x="1365456" y="4787788"/>
                  </a:lnTo>
                  <a:lnTo>
                    <a:pt x="1365581" y="4787788"/>
                  </a:lnTo>
                  <a:lnTo>
                    <a:pt x="1365706" y="4787788"/>
                  </a:lnTo>
                  <a:lnTo>
                    <a:pt x="1365831" y="4787788"/>
                  </a:lnTo>
                  <a:lnTo>
                    <a:pt x="1365956" y="4787788"/>
                  </a:lnTo>
                  <a:lnTo>
                    <a:pt x="1366081" y="4787788"/>
                  </a:lnTo>
                  <a:lnTo>
                    <a:pt x="1366206" y="4787788"/>
                  </a:lnTo>
                  <a:lnTo>
                    <a:pt x="1366331" y="4787788"/>
                  </a:lnTo>
                  <a:lnTo>
                    <a:pt x="1366456" y="4787788"/>
                  </a:lnTo>
                  <a:lnTo>
                    <a:pt x="1366581" y="4787788"/>
                  </a:lnTo>
                  <a:lnTo>
                    <a:pt x="1366706" y="4787788"/>
                  </a:lnTo>
                  <a:lnTo>
                    <a:pt x="1366831" y="4787788"/>
                  </a:lnTo>
                  <a:lnTo>
                    <a:pt x="1366956" y="4787788"/>
                  </a:lnTo>
                  <a:lnTo>
                    <a:pt x="1367082" y="4787788"/>
                  </a:lnTo>
                  <a:lnTo>
                    <a:pt x="1367207" y="4787788"/>
                  </a:lnTo>
                  <a:lnTo>
                    <a:pt x="1367332" y="4787788"/>
                  </a:lnTo>
                  <a:lnTo>
                    <a:pt x="1367457" y="4787788"/>
                  </a:lnTo>
                  <a:lnTo>
                    <a:pt x="1367582" y="4787788"/>
                  </a:lnTo>
                  <a:lnTo>
                    <a:pt x="1367707" y="4787788"/>
                  </a:lnTo>
                  <a:lnTo>
                    <a:pt x="1367832" y="4787788"/>
                  </a:lnTo>
                  <a:lnTo>
                    <a:pt x="1367957" y="4787788"/>
                  </a:lnTo>
                  <a:lnTo>
                    <a:pt x="1368082" y="4787788"/>
                  </a:lnTo>
                  <a:lnTo>
                    <a:pt x="1368207" y="4787788"/>
                  </a:lnTo>
                  <a:lnTo>
                    <a:pt x="1368332" y="4787788"/>
                  </a:lnTo>
                  <a:lnTo>
                    <a:pt x="1368457" y="4787788"/>
                  </a:lnTo>
                  <a:lnTo>
                    <a:pt x="1368582" y="4787788"/>
                  </a:lnTo>
                  <a:lnTo>
                    <a:pt x="1368707" y="4787788"/>
                  </a:lnTo>
                  <a:lnTo>
                    <a:pt x="1368832" y="4787788"/>
                  </a:lnTo>
                  <a:lnTo>
                    <a:pt x="1368957" y="4787788"/>
                  </a:lnTo>
                  <a:lnTo>
                    <a:pt x="1369082" y="4787788"/>
                  </a:lnTo>
                  <a:lnTo>
                    <a:pt x="1369207" y="4787788"/>
                  </a:lnTo>
                  <a:lnTo>
                    <a:pt x="1369332" y="4787788"/>
                  </a:lnTo>
                  <a:lnTo>
                    <a:pt x="1369457" y="4787788"/>
                  </a:lnTo>
                  <a:lnTo>
                    <a:pt x="1369582" y="4787788"/>
                  </a:lnTo>
                  <a:lnTo>
                    <a:pt x="1369707" y="4787788"/>
                  </a:lnTo>
                  <a:lnTo>
                    <a:pt x="1369832" y="4787788"/>
                  </a:lnTo>
                  <a:lnTo>
                    <a:pt x="1369957" y="4787788"/>
                  </a:lnTo>
                  <a:lnTo>
                    <a:pt x="1370083" y="4787788"/>
                  </a:lnTo>
                  <a:lnTo>
                    <a:pt x="1370208" y="4787788"/>
                  </a:lnTo>
                  <a:lnTo>
                    <a:pt x="1370333" y="4787788"/>
                  </a:lnTo>
                  <a:lnTo>
                    <a:pt x="1370458" y="4787788"/>
                  </a:lnTo>
                  <a:lnTo>
                    <a:pt x="1370583" y="4787788"/>
                  </a:lnTo>
                  <a:lnTo>
                    <a:pt x="1370708" y="4787788"/>
                  </a:lnTo>
                  <a:lnTo>
                    <a:pt x="1370833" y="4787788"/>
                  </a:lnTo>
                  <a:lnTo>
                    <a:pt x="1370958" y="4787788"/>
                  </a:lnTo>
                  <a:lnTo>
                    <a:pt x="1371083" y="4787788"/>
                  </a:lnTo>
                  <a:lnTo>
                    <a:pt x="1371083" y="4777834"/>
                  </a:lnTo>
                  <a:lnTo>
                    <a:pt x="1371208" y="4777834"/>
                  </a:lnTo>
                  <a:lnTo>
                    <a:pt x="1371333" y="4777834"/>
                  </a:lnTo>
                  <a:lnTo>
                    <a:pt x="1371458" y="4777834"/>
                  </a:lnTo>
                  <a:lnTo>
                    <a:pt x="1371583" y="4777834"/>
                  </a:lnTo>
                  <a:lnTo>
                    <a:pt x="1371708" y="4777834"/>
                  </a:lnTo>
                  <a:lnTo>
                    <a:pt x="1371833" y="4777834"/>
                  </a:lnTo>
                  <a:lnTo>
                    <a:pt x="1371958" y="4777834"/>
                  </a:lnTo>
                  <a:lnTo>
                    <a:pt x="1372083" y="4777834"/>
                  </a:lnTo>
                  <a:lnTo>
                    <a:pt x="1372208" y="4777834"/>
                  </a:lnTo>
                  <a:lnTo>
                    <a:pt x="1372333" y="4777834"/>
                  </a:lnTo>
                  <a:lnTo>
                    <a:pt x="1372458" y="4777834"/>
                  </a:lnTo>
                  <a:lnTo>
                    <a:pt x="1372583" y="4777834"/>
                  </a:lnTo>
                  <a:lnTo>
                    <a:pt x="1372708" y="4777834"/>
                  </a:lnTo>
                  <a:lnTo>
                    <a:pt x="1372833" y="4777834"/>
                  </a:lnTo>
                  <a:lnTo>
                    <a:pt x="1372958" y="4777834"/>
                  </a:lnTo>
                  <a:lnTo>
                    <a:pt x="1373084" y="4777834"/>
                  </a:lnTo>
                  <a:lnTo>
                    <a:pt x="1373209" y="4777834"/>
                  </a:lnTo>
                  <a:lnTo>
                    <a:pt x="1373334" y="4777834"/>
                  </a:lnTo>
                  <a:lnTo>
                    <a:pt x="1373459" y="4777834"/>
                  </a:lnTo>
                  <a:lnTo>
                    <a:pt x="1373584" y="4777834"/>
                  </a:lnTo>
                  <a:lnTo>
                    <a:pt x="1373709" y="4777834"/>
                  </a:lnTo>
                  <a:lnTo>
                    <a:pt x="1373834" y="4777834"/>
                  </a:lnTo>
                  <a:lnTo>
                    <a:pt x="1373959" y="4777834"/>
                  </a:lnTo>
                  <a:lnTo>
                    <a:pt x="1374084" y="4777834"/>
                  </a:lnTo>
                  <a:lnTo>
                    <a:pt x="1374209" y="4777834"/>
                  </a:lnTo>
                  <a:lnTo>
                    <a:pt x="1374334" y="4777834"/>
                  </a:lnTo>
                  <a:lnTo>
                    <a:pt x="1374459" y="4777834"/>
                  </a:lnTo>
                  <a:lnTo>
                    <a:pt x="1374584" y="4777834"/>
                  </a:lnTo>
                  <a:lnTo>
                    <a:pt x="1374709" y="4777834"/>
                  </a:lnTo>
                  <a:lnTo>
                    <a:pt x="1374834" y="4777834"/>
                  </a:lnTo>
                  <a:lnTo>
                    <a:pt x="1374959" y="4777834"/>
                  </a:lnTo>
                  <a:lnTo>
                    <a:pt x="1375084" y="4777834"/>
                  </a:lnTo>
                  <a:lnTo>
                    <a:pt x="1375209" y="4777834"/>
                  </a:lnTo>
                  <a:lnTo>
                    <a:pt x="1375334" y="4777834"/>
                  </a:lnTo>
                  <a:lnTo>
                    <a:pt x="1375459" y="4777834"/>
                  </a:lnTo>
                  <a:lnTo>
                    <a:pt x="1375584" y="4777834"/>
                  </a:lnTo>
                  <a:lnTo>
                    <a:pt x="1375709" y="4777834"/>
                  </a:lnTo>
                  <a:lnTo>
                    <a:pt x="1375834" y="4777834"/>
                  </a:lnTo>
                  <a:lnTo>
                    <a:pt x="1375959" y="4777834"/>
                  </a:lnTo>
                  <a:lnTo>
                    <a:pt x="1376085" y="4777834"/>
                  </a:lnTo>
                  <a:lnTo>
                    <a:pt x="1376210" y="4777834"/>
                  </a:lnTo>
                  <a:lnTo>
                    <a:pt x="1376335" y="4777834"/>
                  </a:lnTo>
                  <a:lnTo>
                    <a:pt x="1376460" y="4777834"/>
                  </a:lnTo>
                  <a:lnTo>
                    <a:pt x="1376585" y="4777834"/>
                  </a:lnTo>
                  <a:lnTo>
                    <a:pt x="1376710" y="4777834"/>
                  </a:lnTo>
                  <a:lnTo>
                    <a:pt x="1376835" y="4777834"/>
                  </a:lnTo>
                  <a:lnTo>
                    <a:pt x="1376960" y="4777834"/>
                  </a:lnTo>
                  <a:lnTo>
                    <a:pt x="1377085" y="4777834"/>
                  </a:lnTo>
                  <a:lnTo>
                    <a:pt x="1377210" y="4777834"/>
                  </a:lnTo>
                  <a:lnTo>
                    <a:pt x="1377335" y="4777834"/>
                  </a:lnTo>
                  <a:lnTo>
                    <a:pt x="1377460" y="4777834"/>
                  </a:lnTo>
                  <a:lnTo>
                    <a:pt x="1377585" y="4777834"/>
                  </a:lnTo>
                  <a:lnTo>
                    <a:pt x="1377710" y="4777834"/>
                  </a:lnTo>
                  <a:lnTo>
                    <a:pt x="1377835" y="4777834"/>
                  </a:lnTo>
                  <a:lnTo>
                    <a:pt x="1377960" y="4777834"/>
                  </a:lnTo>
                  <a:lnTo>
                    <a:pt x="1378085" y="4777834"/>
                  </a:lnTo>
                  <a:lnTo>
                    <a:pt x="1378210" y="4777834"/>
                  </a:lnTo>
                  <a:lnTo>
                    <a:pt x="1378335" y="4777834"/>
                  </a:lnTo>
                  <a:lnTo>
                    <a:pt x="1378460" y="4777834"/>
                  </a:lnTo>
                  <a:lnTo>
                    <a:pt x="1378585" y="4777834"/>
                  </a:lnTo>
                  <a:lnTo>
                    <a:pt x="1378710" y="4777834"/>
                  </a:lnTo>
                  <a:lnTo>
                    <a:pt x="1378835" y="4777834"/>
                  </a:lnTo>
                  <a:lnTo>
                    <a:pt x="1378960" y="4777834"/>
                  </a:lnTo>
                  <a:lnTo>
                    <a:pt x="1379086" y="4777834"/>
                  </a:lnTo>
                  <a:lnTo>
                    <a:pt x="1379211" y="4777834"/>
                  </a:lnTo>
                  <a:lnTo>
                    <a:pt x="1379336" y="4777834"/>
                  </a:lnTo>
                  <a:lnTo>
                    <a:pt x="1379461" y="4777834"/>
                  </a:lnTo>
                  <a:lnTo>
                    <a:pt x="1379586" y="4777834"/>
                  </a:lnTo>
                  <a:lnTo>
                    <a:pt x="1379711" y="4777834"/>
                  </a:lnTo>
                  <a:lnTo>
                    <a:pt x="1379836" y="4777834"/>
                  </a:lnTo>
                  <a:lnTo>
                    <a:pt x="1379961" y="4777834"/>
                  </a:lnTo>
                  <a:lnTo>
                    <a:pt x="1380086" y="4777834"/>
                  </a:lnTo>
                  <a:lnTo>
                    <a:pt x="1380211" y="4777834"/>
                  </a:lnTo>
                  <a:lnTo>
                    <a:pt x="1380336" y="4777834"/>
                  </a:lnTo>
                  <a:lnTo>
                    <a:pt x="1380461" y="4777834"/>
                  </a:lnTo>
                  <a:lnTo>
                    <a:pt x="1380461" y="4767881"/>
                  </a:lnTo>
                  <a:lnTo>
                    <a:pt x="1380586" y="4767881"/>
                  </a:lnTo>
                  <a:lnTo>
                    <a:pt x="1380711" y="4767881"/>
                  </a:lnTo>
                  <a:lnTo>
                    <a:pt x="1380836" y="4767881"/>
                  </a:lnTo>
                  <a:lnTo>
                    <a:pt x="1380961" y="4767881"/>
                  </a:lnTo>
                  <a:lnTo>
                    <a:pt x="1381086" y="4767881"/>
                  </a:lnTo>
                  <a:lnTo>
                    <a:pt x="1381211" y="4767881"/>
                  </a:lnTo>
                  <a:lnTo>
                    <a:pt x="1381336" y="4767881"/>
                  </a:lnTo>
                  <a:lnTo>
                    <a:pt x="1381461" y="4767881"/>
                  </a:lnTo>
                  <a:lnTo>
                    <a:pt x="1381586" y="4767881"/>
                  </a:lnTo>
                  <a:lnTo>
                    <a:pt x="1381711" y="4767881"/>
                  </a:lnTo>
                  <a:lnTo>
                    <a:pt x="1381836" y="4767881"/>
                  </a:lnTo>
                  <a:lnTo>
                    <a:pt x="1381961" y="4767881"/>
                  </a:lnTo>
                  <a:lnTo>
                    <a:pt x="1382087" y="4767881"/>
                  </a:lnTo>
                  <a:lnTo>
                    <a:pt x="1382212" y="4767881"/>
                  </a:lnTo>
                  <a:lnTo>
                    <a:pt x="1382337" y="4767881"/>
                  </a:lnTo>
                  <a:lnTo>
                    <a:pt x="1382462" y="4767881"/>
                  </a:lnTo>
                  <a:lnTo>
                    <a:pt x="1382587" y="4767881"/>
                  </a:lnTo>
                  <a:lnTo>
                    <a:pt x="1382712" y="4767881"/>
                  </a:lnTo>
                  <a:lnTo>
                    <a:pt x="1382837" y="4767881"/>
                  </a:lnTo>
                  <a:lnTo>
                    <a:pt x="1382962" y="4767881"/>
                  </a:lnTo>
                  <a:lnTo>
                    <a:pt x="1382962" y="4757927"/>
                  </a:lnTo>
                  <a:lnTo>
                    <a:pt x="1383087" y="4757927"/>
                  </a:lnTo>
                  <a:lnTo>
                    <a:pt x="1383212" y="4757927"/>
                  </a:lnTo>
                  <a:lnTo>
                    <a:pt x="1383337" y="4757927"/>
                  </a:lnTo>
                  <a:lnTo>
                    <a:pt x="1383462" y="4757927"/>
                  </a:lnTo>
                  <a:lnTo>
                    <a:pt x="1383587" y="4757927"/>
                  </a:lnTo>
                  <a:lnTo>
                    <a:pt x="1383712" y="4757927"/>
                  </a:lnTo>
                  <a:lnTo>
                    <a:pt x="1383837" y="4757927"/>
                  </a:lnTo>
                  <a:lnTo>
                    <a:pt x="1383962" y="4757927"/>
                  </a:lnTo>
                  <a:lnTo>
                    <a:pt x="1384087" y="4757927"/>
                  </a:lnTo>
                  <a:lnTo>
                    <a:pt x="1384212" y="4757927"/>
                  </a:lnTo>
                  <a:lnTo>
                    <a:pt x="1384337" y="4757927"/>
                  </a:lnTo>
                  <a:lnTo>
                    <a:pt x="1384462" y="4757927"/>
                  </a:lnTo>
                  <a:lnTo>
                    <a:pt x="1384587" y="4757927"/>
                  </a:lnTo>
                  <a:lnTo>
                    <a:pt x="1384712" y="4757927"/>
                  </a:lnTo>
                  <a:lnTo>
                    <a:pt x="1384837" y="4757927"/>
                  </a:lnTo>
                  <a:lnTo>
                    <a:pt x="1384962" y="4757927"/>
                  </a:lnTo>
                  <a:lnTo>
                    <a:pt x="1385088" y="4757927"/>
                  </a:lnTo>
                  <a:lnTo>
                    <a:pt x="1385213" y="4757927"/>
                  </a:lnTo>
                  <a:lnTo>
                    <a:pt x="1385338" y="4757927"/>
                  </a:lnTo>
                  <a:lnTo>
                    <a:pt x="1385463" y="4757927"/>
                  </a:lnTo>
                  <a:lnTo>
                    <a:pt x="1385588" y="4757927"/>
                  </a:lnTo>
                  <a:lnTo>
                    <a:pt x="1385713" y="4757927"/>
                  </a:lnTo>
                  <a:lnTo>
                    <a:pt x="1385838" y="4757927"/>
                  </a:lnTo>
                  <a:lnTo>
                    <a:pt x="1385963" y="4757927"/>
                  </a:lnTo>
                  <a:lnTo>
                    <a:pt x="1386088" y="4757927"/>
                  </a:lnTo>
                  <a:lnTo>
                    <a:pt x="1386213" y="4757927"/>
                  </a:lnTo>
                  <a:lnTo>
                    <a:pt x="1386338" y="4757927"/>
                  </a:lnTo>
                  <a:lnTo>
                    <a:pt x="1386463" y="4757927"/>
                  </a:lnTo>
                  <a:lnTo>
                    <a:pt x="1386588" y="4757927"/>
                  </a:lnTo>
                  <a:lnTo>
                    <a:pt x="1386713" y="4757927"/>
                  </a:lnTo>
                  <a:lnTo>
                    <a:pt x="1386838" y="4757927"/>
                  </a:lnTo>
                  <a:lnTo>
                    <a:pt x="1386963" y="4757927"/>
                  </a:lnTo>
                  <a:lnTo>
                    <a:pt x="1387088" y="4757927"/>
                  </a:lnTo>
                  <a:lnTo>
                    <a:pt x="1387213" y="4757927"/>
                  </a:lnTo>
                  <a:lnTo>
                    <a:pt x="1387338" y="4757927"/>
                  </a:lnTo>
                  <a:lnTo>
                    <a:pt x="1387463" y="4757927"/>
                  </a:lnTo>
                  <a:lnTo>
                    <a:pt x="1387588" y="4757927"/>
                  </a:lnTo>
                  <a:lnTo>
                    <a:pt x="1387713" y="4757927"/>
                  </a:lnTo>
                  <a:lnTo>
                    <a:pt x="1387838" y="4757927"/>
                  </a:lnTo>
                  <a:lnTo>
                    <a:pt x="1387963" y="4757927"/>
                  </a:lnTo>
                  <a:lnTo>
                    <a:pt x="1388089" y="4757927"/>
                  </a:lnTo>
                  <a:lnTo>
                    <a:pt x="1388214" y="4757927"/>
                  </a:lnTo>
                  <a:lnTo>
                    <a:pt x="1388339" y="4757927"/>
                  </a:lnTo>
                  <a:lnTo>
                    <a:pt x="1388464" y="4757927"/>
                  </a:lnTo>
                  <a:lnTo>
                    <a:pt x="1388589" y="4757927"/>
                  </a:lnTo>
                  <a:lnTo>
                    <a:pt x="1388714" y="4757927"/>
                  </a:lnTo>
                  <a:lnTo>
                    <a:pt x="1388839" y="4757927"/>
                  </a:lnTo>
                  <a:lnTo>
                    <a:pt x="1388964" y="4757927"/>
                  </a:lnTo>
                  <a:lnTo>
                    <a:pt x="1389089" y="4757927"/>
                  </a:lnTo>
                  <a:lnTo>
                    <a:pt x="1389214" y="4757927"/>
                  </a:lnTo>
                  <a:lnTo>
                    <a:pt x="1389339" y="4757927"/>
                  </a:lnTo>
                  <a:lnTo>
                    <a:pt x="1389464" y="4757927"/>
                  </a:lnTo>
                  <a:lnTo>
                    <a:pt x="1389589" y="4757927"/>
                  </a:lnTo>
                  <a:lnTo>
                    <a:pt x="1389714" y="4757927"/>
                  </a:lnTo>
                  <a:lnTo>
                    <a:pt x="1389839" y="4757927"/>
                  </a:lnTo>
                  <a:lnTo>
                    <a:pt x="1389964" y="4757927"/>
                  </a:lnTo>
                  <a:lnTo>
                    <a:pt x="1390089" y="4757927"/>
                  </a:lnTo>
                  <a:lnTo>
                    <a:pt x="1390214" y="4757927"/>
                  </a:lnTo>
                  <a:lnTo>
                    <a:pt x="1390339" y="4757927"/>
                  </a:lnTo>
                  <a:lnTo>
                    <a:pt x="1390464" y="4757927"/>
                  </a:lnTo>
                  <a:lnTo>
                    <a:pt x="1390589" y="4757927"/>
                  </a:lnTo>
                  <a:lnTo>
                    <a:pt x="1390714" y="4757927"/>
                  </a:lnTo>
                  <a:lnTo>
                    <a:pt x="1390839" y="4757927"/>
                  </a:lnTo>
                  <a:lnTo>
                    <a:pt x="1390964" y="4757927"/>
                  </a:lnTo>
                  <a:lnTo>
                    <a:pt x="1391090" y="4757927"/>
                  </a:lnTo>
                  <a:lnTo>
                    <a:pt x="1391215" y="4757927"/>
                  </a:lnTo>
                  <a:lnTo>
                    <a:pt x="1391340" y="4757927"/>
                  </a:lnTo>
                  <a:lnTo>
                    <a:pt x="1391465" y="4757927"/>
                  </a:lnTo>
                  <a:lnTo>
                    <a:pt x="1391590" y="4757927"/>
                  </a:lnTo>
                  <a:lnTo>
                    <a:pt x="1391715" y="4757927"/>
                  </a:lnTo>
                  <a:lnTo>
                    <a:pt x="1391840" y="4757927"/>
                  </a:lnTo>
                  <a:lnTo>
                    <a:pt x="1391965" y="4757927"/>
                  </a:lnTo>
                  <a:lnTo>
                    <a:pt x="1392090" y="4757927"/>
                  </a:lnTo>
                  <a:lnTo>
                    <a:pt x="1392215" y="4757927"/>
                  </a:lnTo>
                  <a:lnTo>
                    <a:pt x="1392340" y="4757927"/>
                  </a:lnTo>
                  <a:lnTo>
                    <a:pt x="1392465" y="4757927"/>
                  </a:lnTo>
                  <a:lnTo>
                    <a:pt x="1392590" y="4757927"/>
                  </a:lnTo>
                  <a:lnTo>
                    <a:pt x="1392715" y="4757927"/>
                  </a:lnTo>
                  <a:lnTo>
                    <a:pt x="1392840" y="4757927"/>
                  </a:lnTo>
                  <a:lnTo>
                    <a:pt x="1392965" y="4757927"/>
                  </a:lnTo>
                  <a:lnTo>
                    <a:pt x="1393090" y="4757927"/>
                  </a:lnTo>
                  <a:lnTo>
                    <a:pt x="1393215" y="4757927"/>
                  </a:lnTo>
                  <a:lnTo>
                    <a:pt x="1393340" y="4757927"/>
                  </a:lnTo>
                  <a:lnTo>
                    <a:pt x="1393465" y="4757927"/>
                  </a:lnTo>
                  <a:lnTo>
                    <a:pt x="1393590" y="4757927"/>
                  </a:lnTo>
                  <a:lnTo>
                    <a:pt x="1393715" y="4757927"/>
                  </a:lnTo>
                  <a:lnTo>
                    <a:pt x="1393840" y="4757927"/>
                  </a:lnTo>
                  <a:lnTo>
                    <a:pt x="1393965" y="4757927"/>
                  </a:lnTo>
                  <a:lnTo>
                    <a:pt x="1394091" y="4757927"/>
                  </a:lnTo>
                  <a:lnTo>
                    <a:pt x="1394216" y="4757927"/>
                  </a:lnTo>
                  <a:lnTo>
                    <a:pt x="1394341" y="4757927"/>
                  </a:lnTo>
                  <a:lnTo>
                    <a:pt x="1394466" y="4757927"/>
                  </a:lnTo>
                  <a:lnTo>
                    <a:pt x="1394591" y="4757927"/>
                  </a:lnTo>
                  <a:lnTo>
                    <a:pt x="1394716" y="4757927"/>
                  </a:lnTo>
                  <a:lnTo>
                    <a:pt x="1394841" y="4757927"/>
                  </a:lnTo>
                  <a:lnTo>
                    <a:pt x="1394966" y="4757927"/>
                  </a:lnTo>
                  <a:lnTo>
                    <a:pt x="1395091" y="4757927"/>
                  </a:lnTo>
                  <a:lnTo>
                    <a:pt x="1395216" y="4757927"/>
                  </a:lnTo>
                  <a:lnTo>
                    <a:pt x="1395341" y="4757927"/>
                  </a:lnTo>
                  <a:lnTo>
                    <a:pt x="1395466" y="4757927"/>
                  </a:lnTo>
                  <a:lnTo>
                    <a:pt x="1395591" y="4757927"/>
                  </a:lnTo>
                  <a:lnTo>
                    <a:pt x="1395716" y="4757927"/>
                  </a:lnTo>
                  <a:lnTo>
                    <a:pt x="1395841" y="4757927"/>
                  </a:lnTo>
                  <a:lnTo>
                    <a:pt x="1395966" y="4757927"/>
                  </a:lnTo>
                  <a:lnTo>
                    <a:pt x="1396091" y="4757927"/>
                  </a:lnTo>
                  <a:lnTo>
                    <a:pt x="1396216" y="4757927"/>
                  </a:lnTo>
                  <a:lnTo>
                    <a:pt x="1396341" y="4757927"/>
                  </a:lnTo>
                  <a:lnTo>
                    <a:pt x="1396466" y="4757927"/>
                  </a:lnTo>
                  <a:lnTo>
                    <a:pt x="1396591" y="4757927"/>
                  </a:lnTo>
                  <a:lnTo>
                    <a:pt x="1396716" y="4757927"/>
                  </a:lnTo>
                  <a:lnTo>
                    <a:pt x="1396841" y="4757927"/>
                  </a:lnTo>
                  <a:lnTo>
                    <a:pt x="1396967" y="4757927"/>
                  </a:lnTo>
                  <a:lnTo>
                    <a:pt x="1397092" y="4757927"/>
                  </a:lnTo>
                  <a:lnTo>
                    <a:pt x="1397217" y="4757927"/>
                  </a:lnTo>
                  <a:lnTo>
                    <a:pt x="1397342" y="4757927"/>
                  </a:lnTo>
                  <a:lnTo>
                    <a:pt x="1397467" y="4757927"/>
                  </a:lnTo>
                  <a:lnTo>
                    <a:pt x="1397592" y="4757927"/>
                  </a:lnTo>
                  <a:lnTo>
                    <a:pt x="1397717" y="4757927"/>
                  </a:lnTo>
                  <a:lnTo>
                    <a:pt x="1397842" y="4757927"/>
                  </a:lnTo>
                  <a:lnTo>
                    <a:pt x="1397967" y="4757927"/>
                  </a:lnTo>
                  <a:lnTo>
                    <a:pt x="1398092" y="4757927"/>
                  </a:lnTo>
                  <a:lnTo>
                    <a:pt x="1398217" y="4757927"/>
                  </a:lnTo>
                  <a:lnTo>
                    <a:pt x="1398342" y="4757927"/>
                  </a:lnTo>
                  <a:lnTo>
                    <a:pt x="1398467" y="4757927"/>
                  </a:lnTo>
                  <a:lnTo>
                    <a:pt x="1398592" y="4757927"/>
                  </a:lnTo>
                  <a:lnTo>
                    <a:pt x="1398717" y="4757927"/>
                  </a:lnTo>
                  <a:lnTo>
                    <a:pt x="1398842" y="4757927"/>
                  </a:lnTo>
                  <a:lnTo>
                    <a:pt x="1398967" y="4757927"/>
                  </a:lnTo>
                  <a:lnTo>
                    <a:pt x="1399092" y="4757927"/>
                  </a:lnTo>
                  <a:lnTo>
                    <a:pt x="1399217" y="4757927"/>
                  </a:lnTo>
                  <a:lnTo>
                    <a:pt x="1399342" y="4757927"/>
                  </a:lnTo>
                  <a:lnTo>
                    <a:pt x="1399467" y="4757927"/>
                  </a:lnTo>
                  <a:lnTo>
                    <a:pt x="1399592" y="4757927"/>
                  </a:lnTo>
                  <a:lnTo>
                    <a:pt x="1399717" y="4757927"/>
                  </a:lnTo>
                  <a:lnTo>
                    <a:pt x="1399842" y="4757927"/>
                  </a:lnTo>
                  <a:lnTo>
                    <a:pt x="1399968" y="4757927"/>
                  </a:lnTo>
                  <a:lnTo>
                    <a:pt x="1400093" y="4757927"/>
                  </a:lnTo>
                  <a:lnTo>
                    <a:pt x="1400218" y="4757927"/>
                  </a:lnTo>
                  <a:lnTo>
                    <a:pt x="1400343" y="4757927"/>
                  </a:lnTo>
                  <a:lnTo>
                    <a:pt x="1400468" y="4757927"/>
                  </a:lnTo>
                  <a:lnTo>
                    <a:pt x="1400593" y="4757927"/>
                  </a:lnTo>
                  <a:lnTo>
                    <a:pt x="1400718" y="4757927"/>
                  </a:lnTo>
                  <a:lnTo>
                    <a:pt x="1400843" y="4757927"/>
                  </a:lnTo>
                  <a:lnTo>
                    <a:pt x="1400968" y="4757927"/>
                  </a:lnTo>
                  <a:lnTo>
                    <a:pt x="1401093" y="4757927"/>
                  </a:lnTo>
                  <a:lnTo>
                    <a:pt x="1401218" y="4757927"/>
                  </a:lnTo>
                  <a:lnTo>
                    <a:pt x="1401343" y="4757927"/>
                  </a:lnTo>
                  <a:lnTo>
                    <a:pt x="1401468" y="4757927"/>
                  </a:lnTo>
                  <a:lnTo>
                    <a:pt x="1401593" y="4757927"/>
                  </a:lnTo>
                  <a:lnTo>
                    <a:pt x="1401718" y="4757927"/>
                  </a:lnTo>
                  <a:lnTo>
                    <a:pt x="1401843" y="4757927"/>
                  </a:lnTo>
                  <a:lnTo>
                    <a:pt x="1401968" y="4757927"/>
                  </a:lnTo>
                  <a:lnTo>
                    <a:pt x="1402093" y="4757927"/>
                  </a:lnTo>
                  <a:lnTo>
                    <a:pt x="1402218" y="4757927"/>
                  </a:lnTo>
                  <a:lnTo>
                    <a:pt x="1402343" y="4757927"/>
                  </a:lnTo>
                  <a:lnTo>
                    <a:pt x="1402468" y="4757927"/>
                  </a:lnTo>
                  <a:lnTo>
                    <a:pt x="1402593" y="4757927"/>
                  </a:lnTo>
                  <a:lnTo>
                    <a:pt x="1402718" y="4757927"/>
                  </a:lnTo>
                  <a:lnTo>
                    <a:pt x="1402843" y="4757927"/>
                  </a:lnTo>
                  <a:lnTo>
                    <a:pt x="1402969" y="4757927"/>
                  </a:lnTo>
                  <a:lnTo>
                    <a:pt x="1403094" y="4757927"/>
                  </a:lnTo>
                  <a:lnTo>
                    <a:pt x="1403219" y="4757927"/>
                  </a:lnTo>
                  <a:lnTo>
                    <a:pt x="1403344" y="4757927"/>
                  </a:lnTo>
                  <a:lnTo>
                    <a:pt x="1403469" y="4757927"/>
                  </a:lnTo>
                  <a:lnTo>
                    <a:pt x="1403594" y="4757927"/>
                  </a:lnTo>
                  <a:lnTo>
                    <a:pt x="1403719" y="4757927"/>
                  </a:lnTo>
                  <a:lnTo>
                    <a:pt x="1403844" y="4757927"/>
                  </a:lnTo>
                  <a:lnTo>
                    <a:pt x="1403969" y="4757927"/>
                  </a:lnTo>
                  <a:lnTo>
                    <a:pt x="1404094" y="4757927"/>
                  </a:lnTo>
                  <a:lnTo>
                    <a:pt x="1404219" y="4757927"/>
                  </a:lnTo>
                  <a:lnTo>
                    <a:pt x="1404344" y="4757927"/>
                  </a:lnTo>
                  <a:lnTo>
                    <a:pt x="1404469" y="4757927"/>
                  </a:lnTo>
                  <a:lnTo>
                    <a:pt x="1404594" y="4757927"/>
                  </a:lnTo>
                  <a:lnTo>
                    <a:pt x="1404719" y="4757927"/>
                  </a:lnTo>
                  <a:lnTo>
                    <a:pt x="1404844" y="4757927"/>
                  </a:lnTo>
                  <a:lnTo>
                    <a:pt x="1404969" y="4757927"/>
                  </a:lnTo>
                  <a:lnTo>
                    <a:pt x="1405094" y="4757927"/>
                  </a:lnTo>
                  <a:lnTo>
                    <a:pt x="1405219" y="4757927"/>
                  </a:lnTo>
                  <a:lnTo>
                    <a:pt x="1405344" y="4757927"/>
                  </a:lnTo>
                  <a:lnTo>
                    <a:pt x="1405469" y="4757927"/>
                  </a:lnTo>
                  <a:lnTo>
                    <a:pt x="1405594" y="4757927"/>
                  </a:lnTo>
                  <a:lnTo>
                    <a:pt x="1405719" y="4757927"/>
                  </a:lnTo>
                  <a:lnTo>
                    <a:pt x="1405844" y="4757927"/>
                  </a:lnTo>
                  <a:lnTo>
                    <a:pt x="1405970" y="4757927"/>
                  </a:lnTo>
                  <a:lnTo>
                    <a:pt x="1406095" y="4757927"/>
                  </a:lnTo>
                  <a:lnTo>
                    <a:pt x="1406220" y="4757927"/>
                  </a:lnTo>
                  <a:lnTo>
                    <a:pt x="1406345" y="4757927"/>
                  </a:lnTo>
                  <a:lnTo>
                    <a:pt x="1406470" y="4757927"/>
                  </a:lnTo>
                  <a:lnTo>
                    <a:pt x="1406595" y="4757927"/>
                  </a:lnTo>
                  <a:lnTo>
                    <a:pt x="1406720" y="4757927"/>
                  </a:lnTo>
                  <a:lnTo>
                    <a:pt x="1406845" y="4757927"/>
                  </a:lnTo>
                  <a:lnTo>
                    <a:pt x="1406970" y="4757927"/>
                  </a:lnTo>
                  <a:lnTo>
                    <a:pt x="1407095" y="4757927"/>
                  </a:lnTo>
                  <a:lnTo>
                    <a:pt x="1407220" y="4757927"/>
                  </a:lnTo>
                  <a:lnTo>
                    <a:pt x="1407345" y="4757927"/>
                  </a:lnTo>
                  <a:lnTo>
                    <a:pt x="1407470" y="4757927"/>
                  </a:lnTo>
                  <a:lnTo>
                    <a:pt x="1407595" y="4757927"/>
                  </a:lnTo>
                  <a:lnTo>
                    <a:pt x="1407720" y="4757927"/>
                  </a:lnTo>
                  <a:lnTo>
                    <a:pt x="1407845" y="4757927"/>
                  </a:lnTo>
                  <a:lnTo>
                    <a:pt x="1407970" y="4757927"/>
                  </a:lnTo>
                  <a:lnTo>
                    <a:pt x="1408095" y="4757927"/>
                  </a:lnTo>
                  <a:lnTo>
                    <a:pt x="1408220" y="4757927"/>
                  </a:lnTo>
                  <a:lnTo>
                    <a:pt x="1408345" y="4757927"/>
                  </a:lnTo>
                  <a:lnTo>
                    <a:pt x="1408470" y="4757927"/>
                  </a:lnTo>
                  <a:lnTo>
                    <a:pt x="1408595" y="4757927"/>
                  </a:lnTo>
                  <a:lnTo>
                    <a:pt x="1408720" y="4757927"/>
                  </a:lnTo>
                  <a:lnTo>
                    <a:pt x="1408845" y="4757927"/>
                  </a:lnTo>
                  <a:lnTo>
                    <a:pt x="1408971" y="4757927"/>
                  </a:lnTo>
                  <a:lnTo>
                    <a:pt x="1409096" y="4757927"/>
                  </a:lnTo>
                  <a:lnTo>
                    <a:pt x="1409221" y="4757927"/>
                  </a:lnTo>
                  <a:lnTo>
                    <a:pt x="1409346" y="4757927"/>
                  </a:lnTo>
                  <a:lnTo>
                    <a:pt x="1409471" y="4757927"/>
                  </a:lnTo>
                  <a:lnTo>
                    <a:pt x="1409596" y="4757927"/>
                  </a:lnTo>
                  <a:lnTo>
                    <a:pt x="1409721" y="4757927"/>
                  </a:lnTo>
                  <a:lnTo>
                    <a:pt x="1409846" y="4757927"/>
                  </a:lnTo>
                  <a:lnTo>
                    <a:pt x="1409971" y="4757927"/>
                  </a:lnTo>
                  <a:lnTo>
                    <a:pt x="1410096" y="4757927"/>
                  </a:lnTo>
                  <a:lnTo>
                    <a:pt x="1410221" y="4757927"/>
                  </a:lnTo>
                  <a:lnTo>
                    <a:pt x="1410346" y="4757927"/>
                  </a:lnTo>
                  <a:lnTo>
                    <a:pt x="1410471" y="4757927"/>
                  </a:lnTo>
                  <a:lnTo>
                    <a:pt x="1410596" y="4757927"/>
                  </a:lnTo>
                  <a:lnTo>
                    <a:pt x="1410721" y="4757927"/>
                  </a:lnTo>
                  <a:lnTo>
                    <a:pt x="1410846" y="4757927"/>
                  </a:lnTo>
                  <a:lnTo>
                    <a:pt x="1410971" y="4757927"/>
                  </a:lnTo>
                  <a:lnTo>
                    <a:pt x="1411096" y="4757927"/>
                  </a:lnTo>
                  <a:lnTo>
                    <a:pt x="1411221" y="4757927"/>
                  </a:lnTo>
                  <a:lnTo>
                    <a:pt x="1411346" y="4757927"/>
                  </a:lnTo>
                  <a:lnTo>
                    <a:pt x="1411471" y="4757927"/>
                  </a:lnTo>
                  <a:lnTo>
                    <a:pt x="1411596" y="4757927"/>
                  </a:lnTo>
                  <a:lnTo>
                    <a:pt x="1411721" y="4757927"/>
                  </a:lnTo>
                  <a:lnTo>
                    <a:pt x="1411846" y="4757927"/>
                  </a:lnTo>
                  <a:lnTo>
                    <a:pt x="1411972" y="4757927"/>
                  </a:lnTo>
                  <a:lnTo>
                    <a:pt x="1412097" y="4757927"/>
                  </a:lnTo>
                  <a:lnTo>
                    <a:pt x="1412222" y="4757927"/>
                  </a:lnTo>
                  <a:lnTo>
                    <a:pt x="1412347" y="4757927"/>
                  </a:lnTo>
                  <a:lnTo>
                    <a:pt x="1412472" y="4757927"/>
                  </a:lnTo>
                  <a:lnTo>
                    <a:pt x="1412597" y="4757927"/>
                  </a:lnTo>
                  <a:lnTo>
                    <a:pt x="1412722" y="4757927"/>
                  </a:lnTo>
                  <a:lnTo>
                    <a:pt x="1412847" y="4757927"/>
                  </a:lnTo>
                  <a:lnTo>
                    <a:pt x="1412972" y="4757927"/>
                  </a:lnTo>
                  <a:lnTo>
                    <a:pt x="1413097" y="4757927"/>
                  </a:lnTo>
                  <a:lnTo>
                    <a:pt x="1413222" y="4757927"/>
                  </a:lnTo>
                  <a:lnTo>
                    <a:pt x="1413347" y="4757927"/>
                  </a:lnTo>
                  <a:lnTo>
                    <a:pt x="1413472" y="4757927"/>
                  </a:lnTo>
                  <a:lnTo>
                    <a:pt x="1413597" y="4757927"/>
                  </a:lnTo>
                  <a:lnTo>
                    <a:pt x="1413722" y="4757927"/>
                  </a:lnTo>
                  <a:lnTo>
                    <a:pt x="1413847" y="4757927"/>
                  </a:lnTo>
                  <a:lnTo>
                    <a:pt x="1413972" y="4757927"/>
                  </a:lnTo>
                  <a:lnTo>
                    <a:pt x="1414097" y="4757927"/>
                  </a:lnTo>
                  <a:lnTo>
                    <a:pt x="1414222" y="4757927"/>
                  </a:lnTo>
                  <a:lnTo>
                    <a:pt x="1414347" y="4757927"/>
                  </a:lnTo>
                  <a:lnTo>
                    <a:pt x="1414472" y="4757927"/>
                  </a:lnTo>
                  <a:lnTo>
                    <a:pt x="1414597" y="4757927"/>
                  </a:lnTo>
                  <a:lnTo>
                    <a:pt x="1414722" y="4757927"/>
                  </a:lnTo>
                  <a:lnTo>
                    <a:pt x="1414847" y="4757927"/>
                  </a:lnTo>
                  <a:lnTo>
                    <a:pt x="1414973" y="4757927"/>
                  </a:lnTo>
                  <a:lnTo>
                    <a:pt x="1415098" y="4757927"/>
                  </a:lnTo>
                  <a:lnTo>
                    <a:pt x="1415223" y="4757927"/>
                  </a:lnTo>
                  <a:lnTo>
                    <a:pt x="1415348" y="4757927"/>
                  </a:lnTo>
                  <a:lnTo>
                    <a:pt x="1415473" y="4757927"/>
                  </a:lnTo>
                  <a:lnTo>
                    <a:pt x="1415598" y="4757927"/>
                  </a:lnTo>
                  <a:lnTo>
                    <a:pt x="1415723" y="4757927"/>
                  </a:lnTo>
                  <a:lnTo>
                    <a:pt x="1415848" y="4757927"/>
                  </a:lnTo>
                  <a:lnTo>
                    <a:pt x="1415973" y="4757927"/>
                  </a:lnTo>
                  <a:lnTo>
                    <a:pt x="1416098" y="4757927"/>
                  </a:lnTo>
                  <a:lnTo>
                    <a:pt x="1416223" y="4757927"/>
                  </a:lnTo>
                  <a:lnTo>
                    <a:pt x="1416348" y="4757927"/>
                  </a:lnTo>
                  <a:lnTo>
                    <a:pt x="1416473" y="4757927"/>
                  </a:lnTo>
                  <a:lnTo>
                    <a:pt x="1416598" y="4757927"/>
                  </a:lnTo>
                  <a:lnTo>
                    <a:pt x="1416723" y="4757927"/>
                  </a:lnTo>
                  <a:lnTo>
                    <a:pt x="1416848" y="4757927"/>
                  </a:lnTo>
                  <a:lnTo>
                    <a:pt x="1416973" y="4757927"/>
                  </a:lnTo>
                  <a:lnTo>
                    <a:pt x="1417098" y="4757927"/>
                  </a:lnTo>
                  <a:lnTo>
                    <a:pt x="1417223" y="4757927"/>
                  </a:lnTo>
                  <a:lnTo>
                    <a:pt x="1417348" y="4757927"/>
                  </a:lnTo>
                  <a:lnTo>
                    <a:pt x="1417473" y="4757927"/>
                  </a:lnTo>
                  <a:lnTo>
                    <a:pt x="1417598" y="4757927"/>
                  </a:lnTo>
                  <a:lnTo>
                    <a:pt x="1417723" y="4757927"/>
                  </a:lnTo>
                  <a:lnTo>
                    <a:pt x="1417848" y="4757927"/>
                  </a:lnTo>
                  <a:lnTo>
                    <a:pt x="1417974" y="4757927"/>
                  </a:lnTo>
                  <a:lnTo>
                    <a:pt x="1418099" y="4757927"/>
                  </a:lnTo>
                  <a:lnTo>
                    <a:pt x="1418224" y="4757927"/>
                  </a:lnTo>
                  <a:lnTo>
                    <a:pt x="1418349" y="4757927"/>
                  </a:lnTo>
                  <a:lnTo>
                    <a:pt x="1418474" y="4757927"/>
                  </a:lnTo>
                  <a:lnTo>
                    <a:pt x="1418599" y="4757927"/>
                  </a:lnTo>
                  <a:lnTo>
                    <a:pt x="1418724" y="4757927"/>
                  </a:lnTo>
                  <a:lnTo>
                    <a:pt x="1418849" y="4757927"/>
                  </a:lnTo>
                  <a:lnTo>
                    <a:pt x="1418974" y="4757927"/>
                  </a:lnTo>
                  <a:lnTo>
                    <a:pt x="1419099" y="4757927"/>
                  </a:lnTo>
                  <a:lnTo>
                    <a:pt x="1419224" y="4757927"/>
                  </a:lnTo>
                  <a:lnTo>
                    <a:pt x="1419349" y="4757927"/>
                  </a:lnTo>
                  <a:lnTo>
                    <a:pt x="1419474" y="4757927"/>
                  </a:lnTo>
                  <a:lnTo>
                    <a:pt x="1419599" y="4757927"/>
                  </a:lnTo>
                  <a:lnTo>
                    <a:pt x="1419724" y="4757927"/>
                  </a:lnTo>
                  <a:lnTo>
                    <a:pt x="1419849" y="4757927"/>
                  </a:lnTo>
                  <a:lnTo>
                    <a:pt x="1419974" y="4757927"/>
                  </a:lnTo>
                  <a:lnTo>
                    <a:pt x="1420099" y="4757927"/>
                  </a:lnTo>
                  <a:lnTo>
                    <a:pt x="1420224" y="4757927"/>
                  </a:lnTo>
                  <a:lnTo>
                    <a:pt x="1420349" y="4757927"/>
                  </a:lnTo>
                  <a:lnTo>
                    <a:pt x="1420474" y="4757927"/>
                  </a:lnTo>
                  <a:lnTo>
                    <a:pt x="1420599" y="4757927"/>
                  </a:lnTo>
                  <a:lnTo>
                    <a:pt x="1420724" y="4757927"/>
                  </a:lnTo>
                  <a:lnTo>
                    <a:pt x="1420849" y="4757927"/>
                  </a:lnTo>
                  <a:lnTo>
                    <a:pt x="1420975" y="4757927"/>
                  </a:lnTo>
                  <a:lnTo>
                    <a:pt x="1421100" y="4757927"/>
                  </a:lnTo>
                  <a:lnTo>
                    <a:pt x="1421225" y="4757927"/>
                  </a:lnTo>
                  <a:lnTo>
                    <a:pt x="1421350" y="4757927"/>
                  </a:lnTo>
                  <a:lnTo>
                    <a:pt x="1421475" y="4757927"/>
                  </a:lnTo>
                  <a:lnTo>
                    <a:pt x="1421600" y="4757927"/>
                  </a:lnTo>
                  <a:lnTo>
                    <a:pt x="1421725" y="4757927"/>
                  </a:lnTo>
                  <a:lnTo>
                    <a:pt x="1421850" y="4757927"/>
                  </a:lnTo>
                  <a:lnTo>
                    <a:pt x="1421975" y="4757927"/>
                  </a:lnTo>
                  <a:lnTo>
                    <a:pt x="1422100" y="4757927"/>
                  </a:lnTo>
                  <a:lnTo>
                    <a:pt x="1422225" y="4757927"/>
                  </a:lnTo>
                  <a:lnTo>
                    <a:pt x="1422350" y="4757927"/>
                  </a:lnTo>
                  <a:lnTo>
                    <a:pt x="1422475" y="4757927"/>
                  </a:lnTo>
                  <a:lnTo>
                    <a:pt x="1422600" y="4757927"/>
                  </a:lnTo>
                  <a:lnTo>
                    <a:pt x="1422725" y="4757927"/>
                  </a:lnTo>
                  <a:lnTo>
                    <a:pt x="1422850" y="4757927"/>
                  </a:lnTo>
                  <a:lnTo>
                    <a:pt x="1422975" y="4757927"/>
                  </a:lnTo>
                  <a:lnTo>
                    <a:pt x="1423100" y="4757927"/>
                  </a:lnTo>
                  <a:lnTo>
                    <a:pt x="1423225" y="4757927"/>
                  </a:lnTo>
                  <a:lnTo>
                    <a:pt x="1423350" y="4757927"/>
                  </a:lnTo>
                  <a:lnTo>
                    <a:pt x="1423475" y="4757927"/>
                  </a:lnTo>
                  <a:lnTo>
                    <a:pt x="1423600" y="4757927"/>
                  </a:lnTo>
                  <a:lnTo>
                    <a:pt x="1423725" y="4757927"/>
                  </a:lnTo>
                  <a:lnTo>
                    <a:pt x="1423850" y="4757927"/>
                  </a:lnTo>
                  <a:lnTo>
                    <a:pt x="1423976" y="4757927"/>
                  </a:lnTo>
                  <a:lnTo>
                    <a:pt x="1424101" y="4757927"/>
                  </a:lnTo>
                  <a:lnTo>
                    <a:pt x="1424226" y="4757927"/>
                  </a:lnTo>
                  <a:lnTo>
                    <a:pt x="1424351" y="4757927"/>
                  </a:lnTo>
                  <a:lnTo>
                    <a:pt x="1424476" y="4757927"/>
                  </a:lnTo>
                  <a:lnTo>
                    <a:pt x="1424601" y="4757927"/>
                  </a:lnTo>
                  <a:lnTo>
                    <a:pt x="1424726" y="4757927"/>
                  </a:lnTo>
                  <a:lnTo>
                    <a:pt x="1424851" y="4757927"/>
                  </a:lnTo>
                  <a:lnTo>
                    <a:pt x="1424976" y="4757927"/>
                  </a:lnTo>
                  <a:lnTo>
                    <a:pt x="1425101" y="4757927"/>
                  </a:lnTo>
                  <a:lnTo>
                    <a:pt x="1425226" y="4757927"/>
                  </a:lnTo>
                  <a:lnTo>
                    <a:pt x="1425351" y="4757927"/>
                  </a:lnTo>
                  <a:lnTo>
                    <a:pt x="1425476" y="4757927"/>
                  </a:lnTo>
                  <a:lnTo>
                    <a:pt x="1425601" y="4757927"/>
                  </a:lnTo>
                  <a:lnTo>
                    <a:pt x="1425726" y="4757927"/>
                  </a:lnTo>
                  <a:lnTo>
                    <a:pt x="1425851" y="4757927"/>
                  </a:lnTo>
                  <a:lnTo>
                    <a:pt x="1425976" y="4757927"/>
                  </a:lnTo>
                  <a:lnTo>
                    <a:pt x="1425976" y="4747973"/>
                  </a:lnTo>
                  <a:lnTo>
                    <a:pt x="1426101" y="4747973"/>
                  </a:lnTo>
                  <a:lnTo>
                    <a:pt x="1426226" y="4747973"/>
                  </a:lnTo>
                  <a:lnTo>
                    <a:pt x="1426351" y="4747973"/>
                  </a:lnTo>
                  <a:lnTo>
                    <a:pt x="1426476" y="4747973"/>
                  </a:lnTo>
                  <a:lnTo>
                    <a:pt x="1426601" y="4747973"/>
                  </a:lnTo>
                  <a:lnTo>
                    <a:pt x="1426726" y="4747973"/>
                  </a:lnTo>
                  <a:lnTo>
                    <a:pt x="1426851" y="4747973"/>
                  </a:lnTo>
                  <a:lnTo>
                    <a:pt x="1426977" y="4747973"/>
                  </a:lnTo>
                  <a:lnTo>
                    <a:pt x="1427102" y="4747973"/>
                  </a:lnTo>
                  <a:lnTo>
                    <a:pt x="1427227" y="4747973"/>
                  </a:lnTo>
                  <a:lnTo>
                    <a:pt x="1427352" y="4747973"/>
                  </a:lnTo>
                  <a:lnTo>
                    <a:pt x="1427477" y="4747973"/>
                  </a:lnTo>
                  <a:lnTo>
                    <a:pt x="1427602" y="4747973"/>
                  </a:lnTo>
                  <a:lnTo>
                    <a:pt x="1427727" y="4747973"/>
                  </a:lnTo>
                  <a:lnTo>
                    <a:pt x="1427852" y="4747973"/>
                  </a:lnTo>
                  <a:lnTo>
                    <a:pt x="1427977" y="4747973"/>
                  </a:lnTo>
                  <a:lnTo>
                    <a:pt x="1428102" y="4747973"/>
                  </a:lnTo>
                  <a:lnTo>
                    <a:pt x="1428227" y="4747973"/>
                  </a:lnTo>
                  <a:lnTo>
                    <a:pt x="1428352" y="4747973"/>
                  </a:lnTo>
                  <a:lnTo>
                    <a:pt x="1428477" y="4747973"/>
                  </a:lnTo>
                  <a:lnTo>
                    <a:pt x="1428602" y="4747973"/>
                  </a:lnTo>
                  <a:lnTo>
                    <a:pt x="1428727" y="4747973"/>
                  </a:lnTo>
                  <a:lnTo>
                    <a:pt x="1428852" y="4747973"/>
                  </a:lnTo>
                  <a:lnTo>
                    <a:pt x="1428977" y="4747973"/>
                  </a:lnTo>
                  <a:lnTo>
                    <a:pt x="1429102" y="4747973"/>
                  </a:lnTo>
                  <a:lnTo>
                    <a:pt x="1429227" y="4747973"/>
                  </a:lnTo>
                  <a:lnTo>
                    <a:pt x="1429352" y="4747973"/>
                  </a:lnTo>
                  <a:lnTo>
                    <a:pt x="1429477" y="4747973"/>
                  </a:lnTo>
                  <a:lnTo>
                    <a:pt x="1429602" y="4747973"/>
                  </a:lnTo>
                  <a:lnTo>
                    <a:pt x="1429727" y="4747973"/>
                  </a:lnTo>
                  <a:lnTo>
                    <a:pt x="1429852" y="4747973"/>
                  </a:lnTo>
                  <a:lnTo>
                    <a:pt x="1429978" y="4747973"/>
                  </a:lnTo>
                  <a:lnTo>
                    <a:pt x="1430103" y="4747973"/>
                  </a:lnTo>
                  <a:lnTo>
                    <a:pt x="1430228" y="4747973"/>
                  </a:lnTo>
                  <a:lnTo>
                    <a:pt x="1430353" y="4747973"/>
                  </a:lnTo>
                  <a:lnTo>
                    <a:pt x="1430478" y="4747973"/>
                  </a:lnTo>
                  <a:lnTo>
                    <a:pt x="1430603" y="4747973"/>
                  </a:lnTo>
                  <a:lnTo>
                    <a:pt x="1430728" y="4747973"/>
                  </a:lnTo>
                  <a:lnTo>
                    <a:pt x="1430853" y="4747973"/>
                  </a:lnTo>
                  <a:lnTo>
                    <a:pt x="1430978" y="4747973"/>
                  </a:lnTo>
                  <a:lnTo>
                    <a:pt x="1431103" y="4747973"/>
                  </a:lnTo>
                  <a:lnTo>
                    <a:pt x="1431228" y="4747973"/>
                  </a:lnTo>
                  <a:lnTo>
                    <a:pt x="1431353" y="4747973"/>
                  </a:lnTo>
                  <a:lnTo>
                    <a:pt x="1431478" y="4747973"/>
                  </a:lnTo>
                  <a:lnTo>
                    <a:pt x="1431603" y="4747973"/>
                  </a:lnTo>
                  <a:lnTo>
                    <a:pt x="1431728" y="4747973"/>
                  </a:lnTo>
                  <a:lnTo>
                    <a:pt x="1431853" y="4747973"/>
                  </a:lnTo>
                  <a:lnTo>
                    <a:pt x="1431978" y="4747973"/>
                  </a:lnTo>
                  <a:lnTo>
                    <a:pt x="1432103" y="4747973"/>
                  </a:lnTo>
                  <a:lnTo>
                    <a:pt x="1432228" y="4747973"/>
                  </a:lnTo>
                  <a:lnTo>
                    <a:pt x="1432353" y="4747973"/>
                  </a:lnTo>
                  <a:lnTo>
                    <a:pt x="1432478" y="4747973"/>
                  </a:lnTo>
                  <a:lnTo>
                    <a:pt x="1432603" y="4747973"/>
                  </a:lnTo>
                  <a:lnTo>
                    <a:pt x="1432728" y="4747973"/>
                  </a:lnTo>
                  <a:lnTo>
                    <a:pt x="1432853" y="4747973"/>
                  </a:lnTo>
                  <a:lnTo>
                    <a:pt x="1432979" y="4747973"/>
                  </a:lnTo>
                  <a:lnTo>
                    <a:pt x="1433104" y="4747973"/>
                  </a:lnTo>
                  <a:lnTo>
                    <a:pt x="1433229" y="4747973"/>
                  </a:lnTo>
                  <a:lnTo>
                    <a:pt x="1433354" y="4747973"/>
                  </a:lnTo>
                  <a:lnTo>
                    <a:pt x="1433479" y="4747973"/>
                  </a:lnTo>
                  <a:lnTo>
                    <a:pt x="1433604" y="4747973"/>
                  </a:lnTo>
                  <a:lnTo>
                    <a:pt x="1433729" y="4747973"/>
                  </a:lnTo>
                  <a:lnTo>
                    <a:pt x="1433854" y="4747973"/>
                  </a:lnTo>
                  <a:lnTo>
                    <a:pt x="1433979" y="4747973"/>
                  </a:lnTo>
                  <a:lnTo>
                    <a:pt x="1434104" y="4747973"/>
                  </a:lnTo>
                  <a:lnTo>
                    <a:pt x="1434229" y="4747973"/>
                  </a:lnTo>
                  <a:lnTo>
                    <a:pt x="1434354" y="4747973"/>
                  </a:lnTo>
                  <a:lnTo>
                    <a:pt x="1434479" y="4747973"/>
                  </a:lnTo>
                  <a:lnTo>
                    <a:pt x="1434604" y="4747973"/>
                  </a:lnTo>
                  <a:lnTo>
                    <a:pt x="1434729" y="4747973"/>
                  </a:lnTo>
                  <a:lnTo>
                    <a:pt x="1434854" y="4747973"/>
                  </a:lnTo>
                  <a:lnTo>
                    <a:pt x="1434979" y="4747973"/>
                  </a:lnTo>
                  <a:lnTo>
                    <a:pt x="1435104" y="4747973"/>
                  </a:lnTo>
                  <a:lnTo>
                    <a:pt x="1435229" y="4747973"/>
                  </a:lnTo>
                  <a:lnTo>
                    <a:pt x="1435354" y="4747973"/>
                  </a:lnTo>
                  <a:lnTo>
                    <a:pt x="1435479" y="4747973"/>
                  </a:lnTo>
                  <a:lnTo>
                    <a:pt x="1435604" y="4747973"/>
                  </a:lnTo>
                  <a:lnTo>
                    <a:pt x="1435729" y="4747973"/>
                  </a:lnTo>
                  <a:lnTo>
                    <a:pt x="1435855" y="4747973"/>
                  </a:lnTo>
                  <a:lnTo>
                    <a:pt x="1435980" y="4747973"/>
                  </a:lnTo>
                  <a:lnTo>
                    <a:pt x="1436105" y="4747973"/>
                  </a:lnTo>
                  <a:lnTo>
                    <a:pt x="1436230" y="4747973"/>
                  </a:lnTo>
                  <a:lnTo>
                    <a:pt x="1436355" y="4747973"/>
                  </a:lnTo>
                  <a:lnTo>
                    <a:pt x="1436480" y="4747973"/>
                  </a:lnTo>
                  <a:lnTo>
                    <a:pt x="1436605" y="4747973"/>
                  </a:lnTo>
                  <a:lnTo>
                    <a:pt x="1436730" y="4747973"/>
                  </a:lnTo>
                  <a:lnTo>
                    <a:pt x="1436855" y="4747973"/>
                  </a:lnTo>
                  <a:lnTo>
                    <a:pt x="1436980" y="4747973"/>
                  </a:lnTo>
                  <a:lnTo>
                    <a:pt x="1437105" y="4747973"/>
                  </a:lnTo>
                  <a:lnTo>
                    <a:pt x="1437230" y="4747973"/>
                  </a:lnTo>
                  <a:lnTo>
                    <a:pt x="1437355" y="4747973"/>
                  </a:lnTo>
                  <a:lnTo>
                    <a:pt x="1437480" y="4747973"/>
                  </a:lnTo>
                  <a:lnTo>
                    <a:pt x="1437605" y="4747973"/>
                  </a:lnTo>
                  <a:lnTo>
                    <a:pt x="1437730" y="4747973"/>
                  </a:lnTo>
                  <a:lnTo>
                    <a:pt x="1437855" y="4747973"/>
                  </a:lnTo>
                  <a:lnTo>
                    <a:pt x="1437980" y="4747973"/>
                  </a:lnTo>
                  <a:lnTo>
                    <a:pt x="1438105" y="4747973"/>
                  </a:lnTo>
                  <a:lnTo>
                    <a:pt x="1438230" y="4747973"/>
                  </a:lnTo>
                  <a:lnTo>
                    <a:pt x="1438355" y="4747973"/>
                  </a:lnTo>
                  <a:lnTo>
                    <a:pt x="1438480" y="4747973"/>
                  </a:lnTo>
                  <a:lnTo>
                    <a:pt x="1438605" y="4747973"/>
                  </a:lnTo>
                  <a:lnTo>
                    <a:pt x="1438730" y="4747973"/>
                  </a:lnTo>
                  <a:lnTo>
                    <a:pt x="1438856" y="4747973"/>
                  </a:lnTo>
                  <a:lnTo>
                    <a:pt x="1438981" y="4747973"/>
                  </a:lnTo>
                  <a:lnTo>
                    <a:pt x="1439106" y="4747973"/>
                  </a:lnTo>
                  <a:lnTo>
                    <a:pt x="1439231" y="4747973"/>
                  </a:lnTo>
                  <a:lnTo>
                    <a:pt x="1439356" y="4747973"/>
                  </a:lnTo>
                  <a:lnTo>
                    <a:pt x="1439481" y="4747973"/>
                  </a:lnTo>
                  <a:lnTo>
                    <a:pt x="1439606" y="4747973"/>
                  </a:lnTo>
                  <a:lnTo>
                    <a:pt x="1439731" y="4747973"/>
                  </a:lnTo>
                  <a:lnTo>
                    <a:pt x="1439856" y="4747973"/>
                  </a:lnTo>
                  <a:lnTo>
                    <a:pt x="1439981" y="4747973"/>
                  </a:lnTo>
                  <a:lnTo>
                    <a:pt x="1440106" y="4747973"/>
                  </a:lnTo>
                  <a:lnTo>
                    <a:pt x="1440231" y="4747973"/>
                  </a:lnTo>
                  <a:lnTo>
                    <a:pt x="1440356" y="4747973"/>
                  </a:lnTo>
                  <a:lnTo>
                    <a:pt x="1440481" y="4747973"/>
                  </a:lnTo>
                  <a:lnTo>
                    <a:pt x="1440606" y="4747973"/>
                  </a:lnTo>
                  <a:lnTo>
                    <a:pt x="1440731" y="4747973"/>
                  </a:lnTo>
                  <a:lnTo>
                    <a:pt x="1440731" y="4738019"/>
                  </a:lnTo>
                  <a:lnTo>
                    <a:pt x="1440856" y="4738019"/>
                  </a:lnTo>
                  <a:lnTo>
                    <a:pt x="1440981" y="4738019"/>
                  </a:lnTo>
                  <a:lnTo>
                    <a:pt x="1441106" y="4738019"/>
                  </a:lnTo>
                  <a:lnTo>
                    <a:pt x="1441231" y="4738019"/>
                  </a:lnTo>
                  <a:lnTo>
                    <a:pt x="1441356" y="4738019"/>
                  </a:lnTo>
                  <a:lnTo>
                    <a:pt x="1441481" y="4738019"/>
                  </a:lnTo>
                  <a:lnTo>
                    <a:pt x="1441481" y="4728065"/>
                  </a:lnTo>
                  <a:lnTo>
                    <a:pt x="1441606" y="4728065"/>
                  </a:lnTo>
                  <a:lnTo>
                    <a:pt x="1441731" y="4728065"/>
                  </a:lnTo>
                  <a:lnTo>
                    <a:pt x="1441857" y="4728065"/>
                  </a:lnTo>
                  <a:lnTo>
                    <a:pt x="1441982" y="4728065"/>
                  </a:lnTo>
                  <a:lnTo>
                    <a:pt x="1442107" y="4728065"/>
                  </a:lnTo>
                  <a:lnTo>
                    <a:pt x="1442232" y="4728065"/>
                  </a:lnTo>
                  <a:lnTo>
                    <a:pt x="1442357" y="4728065"/>
                  </a:lnTo>
                  <a:lnTo>
                    <a:pt x="1442482" y="4728065"/>
                  </a:lnTo>
                  <a:lnTo>
                    <a:pt x="1442607" y="4728065"/>
                  </a:lnTo>
                  <a:lnTo>
                    <a:pt x="1442732" y="4728065"/>
                  </a:lnTo>
                  <a:lnTo>
                    <a:pt x="1442857" y="4728065"/>
                  </a:lnTo>
                  <a:lnTo>
                    <a:pt x="1442982" y="4728065"/>
                  </a:lnTo>
                  <a:lnTo>
                    <a:pt x="1443107" y="4728065"/>
                  </a:lnTo>
                  <a:lnTo>
                    <a:pt x="1443232" y="4728065"/>
                  </a:lnTo>
                  <a:lnTo>
                    <a:pt x="1443357" y="4728065"/>
                  </a:lnTo>
                  <a:lnTo>
                    <a:pt x="1443482" y="4728065"/>
                  </a:lnTo>
                  <a:lnTo>
                    <a:pt x="1443607" y="4728065"/>
                  </a:lnTo>
                  <a:lnTo>
                    <a:pt x="1443732" y="4728065"/>
                  </a:lnTo>
                  <a:lnTo>
                    <a:pt x="1443857" y="4728065"/>
                  </a:lnTo>
                  <a:lnTo>
                    <a:pt x="1443982" y="4728065"/>
                  </a:lnTo>
                  <a:lnTo>
                    <a:pt x="1444107" y="4728065"/>
                  </a:lnTo>
                  <a:lnTo>
                    <a:pt x="1444232" y="4728065"/>
                  </a:lnTo>
                  <a:lnTo>
                    <a:pt x="1444357" y="4728065"/>
                  </a:lnTo>
                  <a:lnTo>
                    <a:pt x="1444482" y="4728065"/>
                  </a:lnTo>
                  <a:lnTo>
                    <a:pt x="1444607" y="4728065"/>
                  </a:lnTo>
                  <a:lnTo>
                    <a:pt x="1444732" y="4728065"/>
                  </a:lnTo>
                  <a:lnTo>
                    <a:pt x="1444858" y="4728065"/>
                  </a:lnTo>
                  <a:lnTo>
                    <a:pt x="1444983" y="4728065"/>
                  </a:lnTo>
                  <a:lnTo>
                    <a:pt x="1445108" y="4728065"/>
                  </a:lnTo>
                  <a:lnTo>
                    <a:pt x="1445233" y="4728065"/>
                  </a:lnTo>
                  <a:lnTo>
                    <a:pt x="1445358" y="4728065"/>
                  </a:lnTo>
                  <a:lnTo>
                    <a:pt x="1445483" y="4728065"/>
                  </a:lnTo>
                  <a:lnTo>
                    <a:pt x="1445608" y="4728065"/>
                  </a:lnTo>
                  <a:lnTo>
                    <a:pt x="1445733" y="4728065"/>
                  </a:lnTo>
                  <a:lnTo>
                    <a:pt x="1445858" y="4728065"/>
                  </a:lnTo>
                  <a:lnTo>
                    <a:pt x="1445983" y="4728065"/>
                  </a:lnTo>
                  <a:lnTo>
                    <a:pt x="1446108" y="4728065"/>
                  </a:lnTo>
                  <a:lnTo>
                    <a:pt x="1446233" y="4728065"/>
                  </a:lnTo>
                  <a:lnTo>
                    <a:pt x="1446358" y="4728065"/>
                  </a:lnTo>
                  <a:lnTo>
                    <a:pt x="1446483" y="4728065"/>
                  </a:lnTo>
                  <a:lnTo>
                    <a:pt x="1446608" y="4728065"/>
                  </a:lnTo>
                  <a:lnTo>
                    <a:pt x="1446733" y="4728065"/>
                  </a:lnTo>
                  <a:lnTo>
                    <a:pt x="1446858" y="4728065"/>
                  </a:lnTo>
                  <a:lnTo>
                    <a:pt x="1446983" y="4728065"/>
                  </a:lnTo>
                  <a:lnTo>
                    <a:pt x="1447108" y="4728065"/>
                  </a:lnTo>
                  <a:lnTo>
                    <a:pt x="1447233" y="4728065"/>
                  </a:lnTo>
                  <a:lnTo>
                    <a:pt x="1447358" y="4728065"/>
                  </a:lnTo>
                  <a:lnTo>
                    <a:pt x="1447483" y="4728065"/>
                  </a:lnTo>
                  <a:lnTo>
                    <a:pt x="1447608" y="4728065"/>
                  </a:lnTo>
                  <a:lnTo>
                    <a:pt x="1447733" y="4728065"/>
                  </a:lnTo>
                  <a:lnTo>
                    <a:pt x="1447859" y="4728065"/>
                  </a:lnTo>
                  <a:lnTo>
                    <a:pt x="1447984" y="4728065"/>
                  </a:lnTo>
                  <a:lnTo>
                    <a:pt x="1448109" y="4728065"/>
                  </a:lnTo>
                  <a:lnTo>
                    <a:pt x="1448234" y="4728065"/>
                  </a:lnTo>
                  <a:lnTo>
                    <a:pt x="1448359" y="4728065"/>
                  </a:lnTo>
                  <a:lnTo>
                    <a:pt x="1448484" y="4728065"/>
                  </a:lnTo>
                  <a:lnTo>
                    <a:pt x="1448609" y="4728065"/>
                  </a:lnTo>
                  <a:lnTo>
                    <a:pt x="1448734" y="4728065"/>
                  </a:lnTo>
                  <a:lnTo>
                    <a:pt x="1448859" y="4728065"/>
                  </a:lnTo>
                  <a:lnTo>
                    <a:pt x="1448984" y="4728065"/>
                  </a:lnTo>
                  <a:lnTo>
                    <a:pt x="1449109" y="4728065"/>
                  </a:lnTo>
                  <a:lnTo>
                    <a:pt x="1449234" y="4728065"/>
                  </a:lnTo>
                  <a:lnTo>
                    <a:pt x="1449359" y="4728065"/>
                  </a:lnTo>
                  <a:lnTo>
                    <a:pt x="1449484" y="4728065"/>
                  </a:lnTo>
                  <a:lnTo>
                    <a:pt x="1449609" y="4728065"/>
                  </a:lnTo>
                  <a:lnTo>
                    <a:pt x="1449734" y="4728065"/>
                  </a:lnTo>
                  <a:lnTo>
                    <a:pt x="1449859" y="4728065"/>
                  </a:lnTo>
                  <a:lnTo>
                    <a:pt x="1449984" y="4728065"/>
                  </a:lnTo>
                  <a:lnTo>
                    <a:pt x="1450109" y="4728065"/>
                  </a:lnTo>
                  <a:lnTo>
                    <a:pt x="1450234" y="4728065"/>
                  </a:lnTo>
                  <a:lnTo>
                    <a:pt x="1450359" y="4728065"/>
                  </a:lnTo>
                  <a:lnTo>
                    <a:pt x="1450484" y="4728065"/>
                  </a:lnTo>
                  <a:lnTo>
                    <a:pt x="1450609" y="4728065"/>
                  </a:lnTo>
                  <a:lnTo>
                    <a:pt x="1450734" y="4728065"/>
                  </a:lnTo>
                  <a:lnTo>
                    <a:pt x="1450860" y="4728065"/>
                  </a:lnTo>
                  <a:lnTo>
                    <a:pt x="1450985" y="4728065"/>
                  </a:lnTo>
                  <a:lnTo>
                    <a:pt x="1451110" y="4728065"/>
                  </a:lnTo>
                  <a:lnTo>
                    <a:pt x="1451235" y="4728065"/>
                  </a:lnTo>
                  <a:lnTo>
                    <a:pt x="1451360" y="4728065"/>
                  </a:lnTo>
                  <a:lnTo>
                    <a:pt x="1451485" y="4728065"/>
                  </a:lnTo>
                  <a:lnTo>
                    <a:pt x="1451610" y="4728065"/>
                  </a:lnTo>
                  <a:lnTo>
                    <a:pt x="1451735" y="4728065"/>
                  </a:lnTo>
                  <a:lnTo>
                    <a:pt x="1451860" y="4728065"/>
                  </a:lnTo>
                  <a:lnTo>
                    <a:pt x="1451985" y="4728065"/>
                  </a:lnTo>
                  <a:lnTo>
                    <a:pt x="1452110" y="4728065"/>
                  </a:lnTo>
                  <a:lnTo>
                    <a:pt x="1452235" y="4728065"/>
                  </a:lnTo>
                  <a:lnTo>
                    <a:pt x="1452360" y="4728065"/>
                  </a:lnTo>
                  <a:lnTo>
                    <a:pt x="1452485" y="4728065"/>
                  </a:lnTo>
                  <a:lnTo>
                    <a:pt x="1452610" y="4728065"/>
                  </a:lnTo>
                  <a:lnTo>
                    <a:pt x="1452735" y="4728065"/>
                  </a:lnTo>
                  <a:lnTo>
                    <a:pt x="1452860" y="4728065"/>
                  </a:lnTo>
                  <a:lnTo>
                    <a:pt x="1452985" y="4728065"/>
                  </a:lnTo>
                  <a:lnTo>
                    <a:pt x="1453110" y="4728065"/>
                  </a:lnTo>
                  <a:lnTo>
                    <a:pt x="1453235" y="4728065"/>
                  </a:lnTo>
                  <a:lnTo>
                    <a:pt x="1453360" y="4728065"/>
                  </a:lnTo>
                  <a:lnTo>
                    <a:pt x="1453485" y="4728065"/>
                  </a:lnTo>
                  <a:lnTo>
                    <a:pt x="1453610" y="4728065"/>
                  </a:lnTo>
                  <a:lnTo>
                    <a:pt x="1453735" y="4728065"/>
                  </a:lnTo>
                  <a:lnTo>
                    <a:pt x="1453861" y="4728065"/>
                  </a:lnTo>
                  <a:lnTo>
                    <a:pt x="1453986" y="4728065"/>
                  </a:lnTo>
                  <a:lnTo>
                    <a:pt x="1454111" y="4728065"/>
                  </a:lnTo>
                  <a:lnTo>
                    <a:pt x="1454236" y="4728065"/>
                  </a:lnTo>
                  <a:lnTo>
                    <a:pt x="1454361" y="4728065"/>
                  </a:lnTo>
                  <a:lnTo>
                    <a:pt x="1454486" y="4728065"/>
                  </a:lnTo>
                  <a:lnTo>
                    <a:pt x="1454611" y="4728065"/>
                  </a:lnTo>
                  <a:lnTo>
                    <a:pt x="1454736" y="4728065"/>
                  </a:lnTo>
                  <a:lnTo>
                    <a:pt x="1454861" y="4728065"/>
                  </a:lnTo>
                  <a:lnTo>
                    <a:pt x="1454861" y="4718111"/>
                  </a:lnTo>
                  <a:lnTo>
                    <a:pt x="1454986" y="4718111"/>
                  </a:lnTo>
                  <a:lnTo>
                    <a:pt x="1455111" y="4718111"/>
                  </a:lnTo>
                  <a:lnTo>
                    <a:pt x="1455236" y="4718111"/>
                  </a:lnTo>
                  <a:lnTo>
                    <a:pt x="1455361" y="4718111"/>
                  </a:lnTo>
                  <a:lnTo>
                    <a:pt x="1455486" y="4718111"/>
                  </a:lnTo>
                  <a:lnTo>
                    <a:pt x="1455611" y="4718111"/>
                  </a:lnTo>
                  <a:lnTo>
                    <a:pt x="1455736" y="4718111"/>
                  </a:lnTo>
                  <a:lnTo>
                    <a:pt x="1455861" y="4718111"/>
                  </a:lnTo>
                  <a:lnTo>
                    <a:pt x="1455986" y="4718111"/>
                  </a:lnTo>
                  <a:lnTo>
                    <a:pt x="1456111" y="4718111"/>
                  </a:lnTo>
                  <a:lnTo>
                    <a:pt x="1456236" y="4718111"/>
                  </a:lnTo>
                  <a:lnTo>
                    <a:pt x="1456361" y="4718111"/>
                  </a:lnTo>
                  <a:lnTo>
                    <a:pt x="1456486" y="4718111"/>
                  </a:lnTo>
                  <a:lnTo>
                    <a:pt x="1456611" y="4718111"/>
                  </a:lnTo>
                  <a:lnTo>
                    <a:pt x="1456736" y="4718111"/>
                  </a:lnTo>
                  <a:lnTo>
                    <a:pt x="1456862" y="4718111"/>
                  </a:lnTo>
                  <a:lnTo>
                    <a:pt x="1456987" y="4718111"/>
                  </a:lnTo>
                  <a:lnTo>
                    <a:pt x="1457112" y="4718111"/>
                  </a:lnTo>
                  <a:lnTo>
                    <a:pt x="1457237" y="4718111"/>
                  </a:lnTo>
                  <a:lnTo>
                    <a:pt x="1457362" y="4718111"/>
                  </a:lnTo>
                  <a:lnTo>
                    <a:pt x="1457487" y="4718111"/>
                  </a:lnTo>
                  <a:lnTo>
                    <a:pt x="1457612" y="4718111"/>
                  </a:lnTo>
                  <a:lnTo>
                    <a:pt x="1457737" y="4718111"/>
                  </a:lnTo>
                  <a:lnTo>
                    <a:pt x="1457862" y="4718111"/>
                  </a:lnTo>
                  <a:lnTo>
                    <a:pt x="1457987" y="4718111"/>
                  </a:lnTo>
                  <a:lnTo>
                    <a:pt x="1458112" y="4718111"/>
                  </a:lnTo>
                  <a:lnTo>
                    <a:pt x="1458237" y="4718111"/>
                  </a:lnTo>
                  <a:lnTo>
                    <a:pt x="1458362" y="4718111"/>
                  </a:lnTo>
                  <a:lnTo>
                    <a:pt x="1458487" y="4718111"/>
                  </a:lnTo>
                  <a:lnTo>
                    <a:pt x="1458612" y="4718111"/>
                  </a:lnTo>
                  <a:lnTo>
                    <a:pt x="1458737" y="4718111"/>
                  </a:lnTo>
                  <a:lnTo>
                    <a:pt x="1458862" y="4718111"/>
                  </a:lnTo>
                  <a:lnTo>
                    <a:pt x="1458987" y="4718111"/>
                  </a:lnTo>
                  <a:lnTo>
                    <a:pt x="1459112" y="4718111"/>
                  </a:lnTo>
                  <a:lnTo>
                    <a:pt x="1459237" y="4718111"/>
                  </a:lnTo>
                  <a:lnTo>
                    <a:pt x="1459362" y="4718111"/>
                  </a:lnTo>
                  <a:lnTo>
                    <a:pt x="1459487" y="4718111"/>
                  </a:lnTo>
                  <a:lnTo>
                    <a:pt x="1459612" y="4718111"/>
                  </a:lnTo>
                  <a:lnTo>
                    <a:pt x="1459737" y="4718111"/>
                  </a:lnTo>
                  <a:lnTo>
                    <a:pt x="1459863" y="4718111"/>
                  </a:lnTo>
                  <a:lnTo>
                    <a:pt x="1459988" y="4718111"/>
                  </a:lnTo>
                  <a:lnTo>
                    <a:pt x="1460113" y="4718111"/>
                  </a:lnTo>
                  <a:lnTo>
                    <a:pt x="1460238" y="4718111"/>
                  </a:lnTo>
                  <a:lnTo>
                    <a:pt x="1460363" y="4718111"/>
                  </a:lnTo>
                  <a:lnTo>
                    <a:pt x="1460488" y="4718111"/>
                  </a:lnTo>
                  <a:lnTo>
                    <a:pt x="1460613" y="4718111"/>
                  </a:lnTo>
                  <a:lnTo>
                    <a:pt x="1460738" y="4718111"/>
                  </a:lnTo>
                  <a:lnTo>
                    <a:pt x="1460863" y="4718111"/>
                  </a:lnTo>
                  <a:lnTo>
                    <a:pt x="1460988" y="4718111"/>
                  </a:lnTo>
                  <a:lnTo>
                    <a:pt x="1461113" y="4718111"/>
                  </a:lnTo>
                  <a:lnTo>
                    <a:pt x="1461238" y="4718111"/>
                  </a:lnTo>
                  <a:lnTo>
                    <a:pt x="1461363" y="4718111"/>
                  </a:lnTo>
                  <a:lnTo>
                    <a:pt x="1461488" y="4718111"/>
                  </a:lnTo>
                  <a:lnTo>
                    <a:pt x="1461613" y="4718111"/>
                  </a:lnTo>
                  <a:lnTo>
                    <a:pt x="1461738" y="4718111"/>
                  </a:lnTo>
                  <a:lnTo>
                    <a:pt x="1461863" y="4718111"/>
                  </a:lnTo>
                  <a:lnTo>
                    <a:pt x="1461988" y="4718111"/>
                  </a:lnTo>
                  <a:lnTo>
                    <a:pt x="1462113" y="4718111"/>
                  </a:lnTo>
                  <a:lnTo>
                    <a:pt x="1462238" y="4718111"/>
                  </a:lnTo>
                  <a:lnTo>
                    <a:pt x="1462363" y="4718111"/>
                  </a:lnTo>
                  <a:lnTo>
                    <a:pt x="1462488" y="4718111"/>
                  </a:lnTo>
                  <a:lnTo>
                    <a:pt x="1462613" y="4718111"/>
                  </a:lnTo>
                  <a:lnTo>
                    <a:pt x="1462738" y="4718111"/>
                  </a:lnTo>
                  <a:lnTo>
                    <a:pt x="1462864" y="4718111"/>
                  </a:lnTo>
                  <a:lnTo>
                    <a:pt x="1462989" y="4718111"/>
                  </a:lnTo>
                  <a:lnTo>
                    <a:pt x="1463114" y="4718111"/>
                  </a:lnTo>
                  <a:lnTo>
                    <a:pt x="1463239" y="4718111"/>
                  </a:lnTo>
                  <a:lnTo>
                    <a:pt x="1463364" y="4718111"/>
                  </a:lnTo>
                  <a:lnTo>
                    <a:pt x="1463489" y="4718111"/>
                  </a:lnTo>
                  <a:lnTo>
                    <a:pt x="1463614" y="4718111"/>
                  </a:lnTo>
                  <a:lnTo>
                    <a:pt x="1463739" y="4718111"/>
                  </a:lnTo>
                  <a:lnTo>
                    <a:pt x="1463864" y="4718111"/>
                  </a:lnTo>
                  <a:lnTo>
                    <a:pt x="1463989" y="4718111"/>
                  </a:lnTo>
                  <a:lnTo>
                    <a:pt x="1464114" y="4718111"/>
                  </a:lnTo>
                  <a:lnTo>
                    <a:pt x="1464239" y="4718111"/>
                  </a:lnTo>
                  <a:lnTo>
                    <a:pt x="1464364" y="4718111"/>
                  </a:lnTo>
                  <a:lnTo>
                    <a:pt x="1464489" y="4718111"/>
                  </a:lnTo>
                  <a:lnTo>
                    <a:pt x="1464614" y="4718111"/>
                  </a:lnTo>
                  <a:lnTo>
                    <a:pt x="1464739" y="4718111"/>
                  </a:lnTo>
                  <a:lnTo>
                    <a:pt x="1464864" y="4718111"/>
                  </a:lnTo>
                  <a:lnTo>
                    <a:pt x="1464989" y="4718111"/>
                  </a:lnTo>
                  <a:lnTo>
                    <a:pt x="1465114" y="4718111"/>
                  </a:lnTo>
                  <a:lnTo>
                    <a:pt x="1465239" y="4718111"/>
                  </a:lnTo>
                  <a:lnTo>
                    <a:pt x="1465364" y="4718111"/>
                  </a:lnTo>
                  <a:lnTo>
                    <a:pt x="1465489" y="4718111"/>
                  </a:lnTo>
                  <a:lnTo>
                    <a:pt x="1465614" y="4718111"/>
                  </a:lnTo>
                  <a:lnTo>
                    <a:pt x="1465739" y="4718111"/>
                  </a:lnTo>
                  <a:lnTo>
                    <a:pt x="1465865" y="4718111"/>
                  </a:lnTo>
                  <a:lnTo>
                    <a:pt x="1465990" y="4718111"/>
                  </a:lnTo>
                  <a:lnTo>
                    <a:pt x="1466115" y="4718111"/>
                  </a:lnTo>
                  <a:lnTo>
                    <a:pt x="1466240" y="4718111"/>
                  </a:lnTo>
                  <a:lnTo>
                    <a:pt x="1466365" y="4718111"/>
                  </a:lnTo>
                  <a:lnTo>
                    <a:pt x="1466490" y="4718111"/>
                  </a:lnTo>
                  <a:lnTo>
                    <a:pt x="1466615" y="4718111"/>
                  </a:lnTo>
                  <a:lnTo>
                    <a:pt x="1466740" y="4718111"/>
                  </a:lnTo>
                  <a:lnTo>
                    <a:pt x="1466865" y="4718111"/>
                  </a:lnTo>
                  <a:lnTo>
                    <a:pt x="1466990" y="4718111"/>
                  </a:lnTo>
                  <a:lnTo>
                    <a:pt x="1467115" y="4718111"/>
                  </a:lnTo>
                  <a:lnTo>
                    <a:pt x="1467240" y="4718111"/>
                  </a:lnTo>
                  <a:lnTo>
                    <a:pt x="1467365" y="4718111"/>
                  </a:lnTo>
                  <a:lnTo>
                    <a:pt x="1467490" y="4718111"/>
                  </a:lnTo>
                  <a:lnTo>
                    <a:pt x="1467615" y="4718111"/>
                  </a:lnTo>
                  <a:lnTo>
                    <a:pt x="1467740" y="4718111"/>
                  </a:lnTo>
                  <a:lnTo>
                    <a:pt x="1467865" y="4718111"/>
                  </a:lnTo>
                  <a:lnTo>
                    <a:pt x="1467990" y="4718111"/>
                  </a:lnTo>
                  <a:lnTo>
                    <a:pt x="1468115" y="4718111"/>
                  </a:lnTo>
                  <a:lnTo>
                    <a:pt x="1468240" y="4718111"/>
                  </a:lnTo>
                  <a:lnTo>
                    <a:pt x="1468365" y="4718111"/>
                  </a:lnTo>
                  <a:lnTo>
                    <a:pt x="1468490" y="4718111"/>
                  </a:lnTo>
                  <a:lnTo>
                    <a:pt x="1468615" y="4718111"/>
                  </a:lnTo>
                  <a:lnTo>
                    <a:pt x="1468740" y="4718111"/>
                  </a:lnTo>
                  <a:lnTo>
                    <a:pt x="1468866" y="4718111"/>
                  </a:lnTo>
                  <a:lnTo>
                    <a:pt x="1468991" y="4718111"/>
                  </a:lnTo>
                  <a:lnTo>
                    <a:pt x="1469116" y="4718111"/>
                  </a:lnTo>
                  <a:lnTo>
                    <a:pt x="1469241" y="4718111"/>
                  </a:lnTo>
                  <a:lnTo>
                    <a:pt x="1469366" y="4718111"/>
                  </a:lnTo>
                  <a:lnTo>
                    <a:pt x="1469491" y="4718111"/>
                  </a:lnTo>
                  <a:lnTo>
                    <a:pt x="1469616" y="4718111"/>
                  </a:lnTo>
                  <a:lnTo>
                    <a:pt x="1469616" y="4708158"/>
                  </a:lnTo>
                  <a:lnTo>
                    <a:pt x="1469741" y="4708158"/>
                  </a:lnTo>
                  <a:lnTo>
                    <a:pt x="1469866" y="4708158"/>
                  </a:lnTo>
                  <a:lnTo>
                    <a:pt x="1469991" y="4708158"/>
                  </a:lnTo>
                  <a:lnTo>
                    <a:pt x="1470116" y="4708158"/>
                  </a:lnTo>
                  <a:lnTo>
                    <a:pt x="1470241" y="4708158"/>
                  </a:lnTo>
                  <a:lnTo>
                    <a:pt x="1470366" y="4708158"/>
                  </a:lnTo>
                  <a:lnTo>
                    <a:pt x="1470491" y="4708158"/>
                  </a:lnTo>
                  <a:lnTo>
                    <a:pt x="1470616" y="4708158"/>
                  </a:lnTo>
                  <a:lnTo>
                    <a:pt x="1470741" y="4708158"/>
                  </a:lnTo>
                  <a:lnTo>
                    <a:pt x="1470866" y="4708158"/>
                  </a:lnTo>
                  <a:lnTo>
                    <a:pt x="1470991" y="4708158"/>
                  </a:lnTo>
                  <a:lnTo>
                    <a:pt x="1471116" y="4708158"/>
                  </a:lnTo>
                  <a:lnTo>
                    <a:pt x="1471241" y="4708158"/>
                  </a:lnTo>
                  <a:lnTo>
                    <a:pt x="1471366" y="4708158"/>
                  </a:lnTo>
                  <a:lnTo>
                    <a:pt x="1471491" y="4708158"/>
                  </a:lnTo>
                  <a:lnTo>
                    <a:pt x="1471616" y="4708158"/>
                  </a:lnTo>
                  <a:lnTo>
                    <a:pt x="1471741" y="4708158"/>
                  </a:lnTo>
                  <a:lnTo>
                    <a:pt x="1471867" y="4708158"/>
                  </a:lnTo>
                  <a:lnTo>
                    <a:pt x="1471992" y="4708158"/>
                  </a:lnTo>
                  <a:lnTo>
                    <a:pt x="1472117" y="4708158"/>
                  </a:lnTo>
                  <a:lnTo>
                    <a:pt x="1472242" y="4708158"/>
                  </a:lnTo>
                  <a:lnTo>
                    <a:pt x="1472367" y="4708158"/>
                  </a:lnTo>
                  <a:lnTo>
                    <a:pt x="1472492" y="4708158"/>
                  </a:lnTo>
                  <a:lnTo>
                    <a:pt x="1472617" y="4708158"/>
                  </a:lnTo>
                  <a:lnTo>
                    <a:pt x="1472742" y="4708158"/>
                  </a:lnTo>
                  <a:lnTo>
                    <a:pt x="1472867" y="4708158"/>
                  </a:lnTo>
                  <a:lnTo>
                    <a:pt x="1472992" y="4708158"/>
                  </a:lnTo>
                  <a:lnTo>
                    <a:pt x="1473117" y="4708158"/>
                  </a:lnTo>
                  <a:lnTo>
                    <a:pt x="1473242" y="4708158"/>
                  </a:lnTo>
                  <a:lnTo>
                    <a:pt x="1473367" y="4708158"/>
                  </a:lnTo>
                  <a:lnTo>
                    <a:pt x="1473492" y="4708158"/>
                  </a:lnTo>
                  <a:lnTo>
                    <a:pt x="1473617" y="4708158"/>
                  </a:lnTo>
                  <a:lnTo>
                    <a:pt x="1473742" y="4708158"/>
                  </a:lnTo>
                  <a:lnTo>
                    <a:pt x="1473867" y="4708158"/>
                  </a:lnTo>
                  <a:lnTo>
                    <a:pt x="1473992" y="4708158"/>
                  </a:lnTo>
                  <a:lnTo>
                    <a:pt x="1474117" y="4708158"/>
                  </a:lnTo>
                  <a:lnTo>
                    <a:pt x="1474242" y="4708158"/>
                  </a:lnTo>
                  <a:lnTo>
                    <a:pt x="1474367" y="4708158"/>
                  </a:lnTo>
                  <a:lnTo>
                    <a:pt x="1474492" y="4708158"/>
                  </a:lnTo>
                  <a:lnTo>
                    <a:pt x="1474617" y="4708158"/>
                  </a:lnTo>
                  <a:lnTo>
                    <a:pt x="1474743" y="4708158"/>
                  </a:lnTo>
                  <a:lnTo>
                    <a:pt x="1474868" y="4708158"/>
                  </a:lnTo>
                  <a:lnTo>
                    <a:pt x="1474993" y="4708158"/>
                  </a:lnTo>
                  <a:lnTo>
                    <a:pt x="1475118" y="4708158"/>
                  </a:lnTo>
                  <a:lnTo>
                    <a:pt x="1475243" y="4708158"/>
                  </a:lnTo>
                  <a:lnTo>
                    <a:pt x="1475368" y="4708158"/>
                  </a:lnTo>
                  <a:lnTo>
                    <a:pt x="1475493" y="4708158"/>
                  </a:lnTo>
                  <a:lnTo>
                    <a:pt x="1475618" y="4708158"/>
                  </a:lnTo>
                  <a:lnTo>
                    <a:pt x="1475743" y="4708158"/>
                  </a:lnTo>
                  <a:lnTo>
                    <a:pt x="1475868" y="4708158"/>
                  </a:lnTo>
                  <a:lnTo>
                    <a:pt x="1475993" y="4708158"/>
                  </a:lnTo>
                  <a:lnTo>
                    <a:pt x="1476118" y="4708158"/>
                  </a:lnTo>
                  <a:lnTo>
                    <a:pt x="1476243" y="4708158"/>
                  </a:lnTo>
                  <a:lnTo>
                    <a:pt x="1476368" y="4708158"/>
                  </a:lnTo>
                  <a:lnTo>
                    <a:pt x="1476493" y="4708158"/>
                  </a:lnTo>
                  <a:lnTo>
                    <a:pt x="1476618" y="4708158"/>
                  </a:lnTo>
                  <a:lnTo>
                    <a:pt x="1476743" y="4708158"/>
                  </a:lnTo>
                  <a:lnTo>
                    <a:pt x="1476868" y="4708158"/>
                  </a:lnTo>
                  <a:lnTo>
                    <a:pt x="1476993" y="4708158"/>
                  </a:lnTo>
                  <a:lnTo>
                    <a:pt x="1476993" y="4698204"/>
                  </a:lnTo>
                  <a:lnTo>
                    <a:pt x="1477118" y="4698204"/>
                  </a:lnTo>
                  <a:lnTo>
                    <a:pt x="1477243" y="4698204"/>
                  </a:lnTo>
                  <a:lnTo>
                    <a:pt x="1477368" y="4698204"/>
                  </a:lnTo>
                  <a:lnTo>
                    <a:pt x="1477493" y="4698204"/>
                  </a:lnTo>
                  <a:lnTo>
                    <a:pt x="1477618" y="4698204"/>
                  </a:lnTo>
                  <a:lnTo>
                    <a:pt x="1477744" y="4698204"/>
                  </a:lnTo>
                  <a:lnTo>
                    <a:pt x="1477869" y="4698204"/>
                  </a:lnTo>
                  <a:lnTo>
                    <a:pt x="1477994" y="4698204"/>
                  </a:lnTo>
                  <a:lnTo>
                    <a:pt x="1478119" y="4698204"/>
                  </a:lnTo>
                  <a:lnTo>
                    <a:pt x="1478244" y="4698204"/>
                  </a:lnTo>
                  <a:lnTo>
                    <a:pt x="1478369" y="4698204"/>
                  </a:lnTo>
                  <a:lnTo>
                    <a:pt x="1478494" y="4698204"/>
                  </a:lnTo>
                  <a:lnTo>
                    <a:pt x="1478619" y="4698204"/>
                  </a:lnTo>
                  <a:lnTo>
                    <a:pt x="1478744" y="4698204"/>
                  </a:lnTo>
                  <a:lnTo>
                    <a:pt x="1478869" y="4698204"/>
                  </a:lnTo>
                  <a:lnTo>
                    <a:pt x="1478994" y="4698204"/>
                  </a:lnTo>
                  <a:lnTo>
                    <a:pt x="1479119" y="4698204"/>
                  </a:lnTo>
                  <a:lnTo>
                    <a:pt x="1479244" y="4698204"/>
                  </a:lnTo>
                  <a:lnTo>
                    <a:pt x="1479369" y="4698204"/>
                  </a:lnTo>
                  <a:lnTo>
                    <a:pt x="1479494" y="4698204"/>
                  </a:lnTo>
                  <a:lnTo>
                    <a:pt x="1479619" y="4698204"/>
                  </a:lnTo>
                  <a:lnTo>
                    <a:pt x="1479744" y="4698204"/>
                  </a:lnTo>
                  <a:lnTo>
                    <a:pt x="1479869" y="4698204"/>
                  </a:lnTo>
                  <a:lnTo>
                    <a:pt x="1479994" y="4698204"/>
                  </a:lnTo>
                  <a:lnTo>
                    <a:pt x="1480119" y="4698204"/>
                  </a:lnTo>
                  <a:lnTo>
                    <a:pt x="1480244" y="4698204"/>
                  </a:lnTo>
                  <a:lnTo>
                    <a:pt x="1480369" y="4698204"/>
                  </a:lnTo>
                  <a:lnTo>
                    <a:pt x="1480494" y="4698204"/>
                  </a:lnTo>
                  <a:lnTo>
                    <a:pt x="1480619" y="4698204"/>
                  </a:lnTo>
                  <a:lnTo>
                    <a:pt x="1480745" y="4698204"/>
                  </a:lnTo>
                  <a:lnTo>
                    <a:pt x="1480870" y="4698204"/>
                  </a:lnTo>
                  <a:lnTo>
                    <a:pt x="1480995" y="4698204"/>
                  </a:lnTo>
                  <a:lnTo>
                    <a:pt x="1481120" y="4698204"/>
                  </a:lnTo>
                  <a:lnTo>
                    <a:pt x="1481245" y="4698204"/>
                  </a:lnTo>
                  <a:lnTo>
                    <a:pt x="1481370" y="4698204"/>
                  </a:lnTo>
                  <a:lnTo>
                    <a:pt x="1481495" y="4698204"/>
                  </a:lnTo>
                  <a:lnTo>
                    <a:pt x="1481620" y="4698204"/>
                  </a:lnTo>
                  <a:lnTo>
                    <a:pt x="1481745" y="4698204"/>
                  </a:lnTo>
                  <a:lnTo>
                    <a:pt x="1481870" y="4698204"/>
                  </a:lnTo>
                  <a:lnTo>
                    <a:pt x="1481995" y="4698204"/>
                  </a:lnTo>
                  <a:lnTo>
                    <a:pt x="1482120" y="4698204"/>
                  </a:lnTo>
                  <a:lnTo>
                    <a:pt x="1482245" y="4698204"/>
                  </a:lnTo>
                  <a:lnTo>
                    <a:pt x="1482370" y="4698204"/>
                  </a:lnTo>
                  <a:lnTo>
                    <a:pt x="1482495" y="4698204"/>
                  </a:lnTo>
                  <a:lnTo>
                    <a:pt x="1482620" y="4698204"/>
                  </a:lnTo>
                  <a:lnTo>
                    <a:pt x="1482745" y="4698204"/>
                  </a:lnTo>
                  <a:lnTo>
                    <a:pt x="1482870" y="4698204"/>
                  </a:lnTo>
                  <a:lnTo>
                    <a:pt x="1482995" y="4698204"/>
                  </a:lnTo>
                  <a:lnTo>
                    <a:pt x="1483120" y="4698204"/>
                  </a:lnTo>
                  <a:lnTo>
                    <a:pt x="1483245" y="4698204"/>
                  </a:lnTo>
                  <a:lnTo>
                    <a:pt x="1483370" y="4698204"/>
                  </a:lnTo>
                  <a:lnTo>
                    <a:pt x="1483495" y="4698204"/>
                  </a:lnTo>
                  <a:lnTo>
                    <a:pt x="1483620" y="4698204"/>
                  </a:lnTo>
                  <a:lnTo>
                    <a:pt x="1483746" y="4698204"/>
                  </a:lnTo>
                  <a:lnTo>
                    <a:pt x="1483871" y="4698204"/>
                  </a:lnTo>
                  <a:lnTo>
                    <a:pt x="1483996" y="4698204"/>
                  </a:lnTo>
                  <a:lnTo>
                    <a:pt x="1484121" y="4698204"/>
                  </a:lnTo>
                  <a:lnTo>
                    <a:pt x="1484246" y="4698204"/>
                  </a:lnTo>
                  <a:lnTo>
                    <a:pt x="1484371" y="4698204"/>
                  </a:lnTo>
                  <a:lnTo>
                    <a:pt x="1484496" y="4698204"/>
                  </a:lnTo>
                  <a:lnTo>
                    <a:pt x="1484621" y="4698204"/>
                  </a:lnTo>
                  <a:lnTo>
                    <a:pt x="1484746" y="4698204"/>
                  </a:lnTo>
                  <a:lnTo>
                    <a:pt x="1484871" y="4698204"/>
                  </a:lnTo>
                  <a:lnTo>
                    <a:pt x="1484996" y="4698204"/>
                  </a:lnTo>
                  <a:lnTo>
                    <a:pt x="1485121" y="4698204"/>
                  </a:lnTo>
                  <a:lnTo>
                    <a:pt x="1485246" y="4698204"/>
                  </a:lnTo>
                  <a:lnTo>
                    <a:pt x="1485371" y="4698204"/>
                  </a:lnTo>
                  <a:lnTo>
                    <a:pt x="1485496" y="4698204"/>
                  </a:lnTo>
                  <a:lnTo>
                    <a:pt x="1485621" y="4698204"/>
                  </a:lnTo>
                  <a:lnTo>
                    <a:pt x="1485746" y="4698204"/>
                  </a:lnTo>
                  <a:lnTo>
                    <a:pt x="1485871" y="4698204"/>
                  </a:lnTo>
                  <a:lnTo>
                    <a:pt x="1485996" y="4698204"/>
                  </a:lnTo>
                  <a:lnTo>
                    <a:pt x="1486121" y="4698204"/>
                  </a:lnTo>
                  <a:lnTo>
                    <a:pt x="1486246" y="4698204"/>
                  </a:lnTo>
                  <a:lnTo>
                    <a:pt x="1486371" y="4698204"/>
                  </a:lnTo>
                  <a:lnTo>
                    <a:pt x="1486496" y="4698204"/>
                  </a:lnTo>
                  <a:lnTo>
                    <a:pt x="1486621" y="4698204"/>
                  </a:lnTo>
                  <a:lnTo>
                    <a:pt x="1486747" y="4698204"/>
                  </a:lnTo>
                  <a:lnTo>
                    <a:pt x="1486872" y="4698204"/>
                  </a:lnTo>
                  <a:lnTo>
                    <a:pt x="1486997" y="4698204"/>
                  </a:lnTo>
                  <a:lnTo>
                    <a:pt x="1487122" y="4698204"/>
                  </a:lnTo>
                  <a:lnTo>
                    <a:pt x="1487247" y="4698204"/>
                  </a:lnTo>
                  <a:lnTo>
                    <a:pt x="1487372" y="4698204"/>
                  </a:lnTo>
                  <a:lnTo>
                    <a:pt x="1487497" y="4698204"/>
                  </a:lnTo>
                  <a:lnTo>
                    <a:pt x="1487622" y="4698204"/>
                  </a:lnTo>
                  <a:lnTo>
                    <a:pt x="1487747" y="4698204"/>
                  </a:lnTo>
                  <a:lnTo>
                    <a:pt x="1487872" y="4698204"/>
                  </a:lnTo>
                  <a:lnTo>
                    <a:pt x="1487997" y="4698204"/>
                  </a:lnTo>
                  <a:lnTo>
                    <a:pt x="1488122" y="4698204"/>
                  </a:lnTo>
                  <a:lnTo>
                    <a:pt x="1488247" y="4698204"/>
                  </a:lnTo>
                  <a:lnTo>
                    <a:pt x="1488372" y="4698204"/>
                  </a:lnTo>
                  <a:lnTo>
                    <a:pt x="1488372" y="4688250"/>
                  </a:lnTo>
                  <a:lnTo>
                    <a:pt x="1488497" y="4688250"/>
                  </a:lnTo>
                  <a:lnTo>
                    <a:pt x="1488622" y="4688250"/>
                  </a:lnTo>
                  <a:lnTo>
                    <a:pt x="1488747" y="4688250"/>
                  </a:lnTo>
                  <a:lnTo>
                    <a:pt x="1488872" y="4688250"/>
                  </a:lnTo>
                  <a:lnTo>
                    <a:pt x="1488997" y="4688250"/>
                  </a:lnTo>
                  <a:lnTo>
                    <a:pt x="1489122" y="4688250"/>
                  </a:lnTo>
                  <a:lnTo>
                    <a:pt x="1489247" y="4688250"/>
                  </a:lnTo>
                  <a:lnTo>
                    <a:pt x="1489372" y="4688250"/>
                  </a:lnTo>
                  <a:lnTo>
                    <a:pt x="1489497" y="4688250"/>
                  </a:lnTo>
                  <a:lnTo>
                    <a:pt x="1489622" y="4688250"/>
                  </a:lnTo>
                  <a:lnTo>
                    <a:pt x="1489748" y="4688250"/>
                  </a:lnTo>
                  <a:lnTo>
                    <a:pt x="1489873" y="4688250"/>
                  </a:lnTo>
                  <a:lnTo>
                    <a:pt x="1489998" y="4688250"/>
                  </a:lnTo>
                  <a:lnTo>
                    <a:pt x="1490123" y="4688250"/>
                  </a:lnTo>
                  <a:lnTo>
                    <a:pt x="1490248" y="4688250"/>
                  </a:lnTo>
                  <a:lnTo>
                    <a:pt x="1490373" y="4688250"/>
                  </a:lnTo>
                  <a:lnTo>
                    <a:pt x="1490498" y="4688250"/>
                  </a:lnTo>
                  <a:lnTo>
                    <a:pt x="1490623" y="4688250"/>
                  </a:lnTo>
                  <a:lnTo>
                    <a:pt x="1490748" y="4688250"/>
                  </a:lnTo>
                  <a:lnTo>
                    <a:pt x="1490873" y="4688250"/>
                  </a:lnTo>
                  <a:lnTo>
                    <a:pt x="1490998" y="4688250"/>
                  </a:lnTo>
                  <a:lnTo>
                    <a:pt x="1491123" y="4688250"/>
                  </a:lnTo>
                  <a:lnTo>
                    <a:pt x="1491248" y="4688250"/>
                  </a:lnTo>
                  <a:lnTo>
                    <a:pt x="1491373" y="4688250"/>
                  </a:lnTo>
                  <a:lnTo>
                    <a:pt x="1491498" y="4688250"/>
                  </a:lnTo>
                  <a:lnTo>
                    <a:pt x="1491623" y="4688250"/>
                  </a:lnTo>
                  <a:lnTo>
                    <a:pt x="1491748" y="4688250"/>
                  </a:lnTo>
                  <a:lnTo>
                    <a:pt x="1491873" y="4688250"/>
                  </a:lnTo>
                  <a:lnTo>
                    <a:pt x="1491998" y="4688250"/>
                  </a:lnTo>
                  <a:lnTo>
                    <a:pt x="1492123" y="4688250"/>
                  </a:lnTo>
                  <a:lnTo>
                    <a:pt x="1492248" y="4688250"/>
                  </a:lnTo>
                  <a:lnTo>
                    <a:pt x="1492373" y="4688250"/>
                  </a:lnTo>
                  <a:lnTo>
                    <a:pt x="1492498" y="4688250"/>
                  </a:lnTo>
                  <a:lnTo>
                    <a:pt x="1492623" y="4688250"/>
                  </a:lnTo>
                  <a:lnTo>
                    <a:pt x="1492749" y="4688250"/>
                  </a:lnTo>
                  <a:lnTo>
                    <a:pt x="1492874" y="4688250"/>
                  </a:lnTo>
                  <a:lnTo>
                    <a:pt x="1492999" y="4688250"/>
                  </a:lnTo>
                  <a:lnTo>
                    <a:pt x="1493124" y="4688250"/>
                  </a:lnTo>
                  <a:lnTo>
                    <a:pt x="1493249" y="4688250"/>
                  </a:lnTo>
                  <a:lnTo>
                    <a:pt x="1493374" y="4688250"/>
                  </a:lnTo>
                  <a:lnTo>
                    <a:pt x="1493499" y="4688250"/>
                  </a:lnTo>
                  <a:lnTo>
                    <a:pt x="1493624" y="4688250"/>
                  </a:lnTo>
                  <a:lnTo>
                    <a:pt x="1493749" y="4688250"/>
                  </a:lnTo>
                  <a:lnTo>
                    <a:pt x="1493874" y="4688250"/>
                  </a:lnTo>
                  <a:lnTo>
                    <a:pt x="1493999" y="4688250"/>
                  </a:lnTo>
                  <a:lnTo>
                    <a:pt x="1494124" y="4688250"/>
                  </a:lnTo>
                  <a:lnTo>
                    <a:pt x="1494249" y="4688250"/>
                  </a:lnTo>
                  <a:lnTo>
                    <a:pt x="1494374" y="4688250"/>
                  </a:lnTo>
                  <a:lnTo>
                    <a:pt x="1494499" y="4688250"/>
                  </a:lnTo>
                  <a:lnTo>
                    <a:pt x="1494624" y="4688250"/>
                  </a:lnTo>
                  <a:lnTo>
                    <a:pt x="1494749" y="4688250"/>
                  </a:lnTo>
                  <a:lnTo>
                    <a:pt x="1494874" y="4688250"/>
                  </a:lnTo>
                  <a:lnTo>
                    <a:pt x="1494999" y="4688250"/>
                  </a:lnTo>
                  <a:lnTo>
                    <a:pt x="1495124" y="4688250"/>
                  </a:lnTo>
                  <a:lnTo>
                    <a:pt x="1495249" y="4688250"/>
                  </a:lnTo>
                  <a:lnTo>
                    <a:pt x="1495374" y="4688250"/>
                  </a:lnTo>
                  <a:lnTo>
                    <a:pt x="1495499" y="4688250"/>
                  </a:lnTo>
                  <a:lnTo>
                    <a:pt x="1495624" y="4688250"/>
                  </a:lnTo>
                  <a:lnTo>
                    <a:pt x="1495750" y="4688250"/>
                  </a:lnTo>
                  <a:lnTo>
                    <a:pt x="1495875" y="4688250"/>
                  </a:lnTo>
                  <a:lnTo>
                    <a:pt x="1496000" y="4688250"/>
                  </a:lnTo>
                  <a:lnTo>
                    <a:pt x="1496125" y="4688250"/>
                  </a:lnTo>
                  <a:lnTo>
                    <a:pt x="1496250" y="4688250"/>
                  </a:lnTo>
                  <a:lnTo>
                    <a:pt x="1496375" y="4688250"/>
                  </a:lnTo>
                  <a:lnTo>
                    <a:pt x="1496500" y="4688250"/>
                  </a:lnTo>
                  <a:lnTo>
                    <a:pt x="1496625" y="4688250"/>
                  </a:lnTo>
                  <a:lnTo>
                    <a:pt x="1496750" y="4688250"/>
                  </a:lnTo>
                  <a:lnTo>
                    <a:pt x="1496875" y="4688250"/>
                  </a:lnTo>
                  <a:lnTo>
                    <a:pt x="1497000" y="4688250"/>
                  </a:lnTo>
                  <a:lnTo>
                    <a:pt x="1497125" y="4688250"/>
                  </a:lnTo>
                  <a:lnTo>
                    <a:pt x="1497250" y="4688250"/>
                  </a:lnTo>
                  <a:lnTo>
                    <a:pt x="1497375" y="4688250"/>
                  </a:lnTo>
                  <a:lnTo>
                    <a:pt x="1497500" y="4688250"/>
                  </a:lnTo>
                  <a:lnTo>
                    <a:pt x="1497625" y="4688250"/>
                  </a:lnTo>
                  <a:lnTo>
                    <a:pt x="1497750" y="4688250"/>
                  </a:lnTo>
                  <a:lnTo>
                    <a:pt x="1497875" y="4688250"/>
                  </a:lnTo>
                  <a:lnTo>
                    <a:pt x="1498000" y="4688250"/>
                  </a:lnTo>
                  <a:lnTo>
                    <a:pt x="1498125" y="4688250"/>
                  </a:lnTo>
                  <a:lnTo>
                    <a:pt x="1498250" y="4688250"/>
                  </a:lnTo>
                  <a:lnTo>
                    <a:pt x="1498375" y="4688250"/>
                  </a:lnTo>
                  <a:lnTo>
                    <a:pt x="1498500" y="4688250"/>
                  </a:lnTo>
                  <a:lnTo>
                    <a:pt x="1498625" y="4688250"/>
                  </a:lnTo>
                  <a:lnTo>
                    <a:pt x="1498751" y="4688250"/>
                  </a:lnTo>
                  <a:lnTo>
                    <a:pt x="1498876" y="4688250"/>
                  </a:lnTo>
                  <a:lnTo>
                    <a:pt x="1499001" y="4688250"/>
                  </a:lnTo>
                  <a:lnTo>
                    <a:pt x="1499126" y="4688250"/>
                  </a:lnTo>
                  <a:lnTo>
                    <a:pt x="1499251" y="4688250"/>
                  </a:lnTo>
                  <a:lnTo>
                    <a:pt x="1499376" y="4688250"/>
                  </a:lnTo>
                  <a:lnTo>
                    <a:pt x="1499501" y="4688250"/>
                  </a:lnTo>
                  <a:lnTo>
                    <a:pt x="1499626" y="4688250"/>
                  </a:lnTo>
                  <a:lnTo>
                    <a:pt x="1499751" y="4688250"/>
                  </a:lnTo>
                  <a:lnTo>
                    <a:pt x="1499876" y="4688250"/>
                  </a:lnTo>
                  <a:lnTo>
                    <a:pt x="1500001" y="4688250"/>
                  </a:lnTo>
                  <a:lnTo>
                    <a:pt x="1500126" y="4688250"/>
                  </a:lnTo>
                  <a:lnTo>
                    <a:pt x="1500251" y="4688250"/>
                  </a:lnTo>
                  <a:lnTo>
                    <a:pt x="1500376" y="4688250"/>
                  </a:lnTo>
                  <a:lnTo>
                    <a:pt x="1500501" y="4688250"/>
                  </a:lnTo>
                  <a:lnTo>
                    <a:pt x="1500626" y="4688250"/>
                  </a:lnTo>
                  <a:lnTo>
                    <a:pt x="1500751" y="4688250"/>
                  </a:lnTo>
                  <a:lnTo>
                    <a:pt x="1500876" y="4688250"/>
                  </a:lnTo>
                  <a:lnTo>
                    <a:pt x="1501001" y="4688250"/>
                  </a:lnTo>
                  <a:lnTo>
                    <a:pt x="1501126" y="4688250"/>
                  </a:lnTo>
                  <a:lnTo>
                    <a:pt x="1501251" y="4688250"/>
                  </a:lnTo>
                  <a:lnTo>
                    <a:pt x="1501376" y="4688250"/>
                  </a:lnTo>
                  <a:lnTo>
                    <a:pt x="1501501" y="4688250"/>
                  </a:lnTo>
                  <a:lnTo>
                    <a:pt x="1501626" y="4688250"/>
                  </a:lnTo>
                  <a:lnTo>
                    <a:pt x="1501752" y="4688250"/>
                  </a:lnTo>
                  <a:lnTo>
                    <a:pt x="1501877" y="4688250"/>
                  </a:lnTo>
                  <a:lnTo>
                    <a:pt x="1502002" y="4688250"/>
                  </a:lnTo>
                  <a:lnTo>
                    <a:pt x="1502127" y="4688250"/>
                  </a:lnTo>
                  <a:lnTo>
                    <a:pt x="1502252" y="4688250"/>
                  </a:lnTo>
                  <a:lnTo>
                    <a:pt x="1502377" y="4688250"/>
                  </a:lnTo>
                  <a:lnTo>
                    <a:pt x="1502502" y="4688250"/>
                  </a:lnTo>
                  <a:lnTo>
                    <a:pt x="1502627" y="4688250"/>
                  </a:lnTo>
                  <a:lnTo>
                    <a:pt x="1502752" y="4688250"/>
                  </a:lnTo>
                  <a:lnTo>
                    <a:pt x="1502877" y="4688250"/>
                  </a:lnTo>
                  <a:lnTo>
                    <a:pt x="1503002" y="4688250"/>
                  </a:lnTo>
                  <a:lnTo>
                    <a:pt x="1503127" y="4688250"/>
                  </a:lnTo>
                  <a:lnTo>
                    <a:pt x="1503252" y="4688250"/>
                  </a:lnTo>
                  <a:lnTo>
                    <a:pt x="1503377" y="4688250"/>
                  </a:lnTo>
                  <a:lnTo>
                    <a:pt x="1503377" y="4678296"/>
                  </a:lnTo>
                  <a:lnTo>
                    <a:pt x="1503502" y="4678296"/>
                  </a:lnTo>
                  <a:lnTo>
                    <a:pt x="1503627" y="4678296"/>
                  </a:lnTo>
                  <a:lnTo>
                    <a:pt x="1503752" y="4678296"/>
                  </a:lnTo>
                  <a:lnTo>
                    <a:pt x="1503877" y="4678296"/>
                  </a:lnTo>
                  <a:lnTo>
                    <a:pt x="1504002" y="4678296"/>
                  </a:lnTo>
                  <a:lnTo>
                    <a:pt x="1504127" y="4678296"/>
                  </a:lnTo>
                  <a:lnTo>
                    <a:pt x="1504252" y="4678296"/>
                  </a:lnTo>
                  <a:lnTo>
                    <a:pt x="1504377" y="4678296"/>
                  </a:lnTo>
                  <a:lnTo>
                    <a:pt x="1504502" y="4678296"/>
                  </a:lnTo>
                  <a:lnTo>
                    <a:pt x="1504627" y="4678296"/>
                  </a:lnTo>
                  <a:lnTo>
                    <a:pt x="1504753" y="4678296"/>
                  </a:lnTo>
                  <a:lnTo>
                    <a:pt x="1504878" y="4678296"/>
                  </a:lnTo>
                  <a:lnTo>
                    <a:pt x="1505003" y="4678296"/>
                  </a:lnTo>
                  <a:lnTo>
                    <a:pt x="1505128" y="4678296"/>
                  </a:lnTo>
                  <a:lnTo>
                    <a:pt x="1505253" y="4678296"/>
                  </a:lnTo>
                  <a:lnTo>
                    <a:pt x="1505378" y="4678296"/>
                  </a:lnTo>
                  <a:lnTo>
                    <a:pt x="1505503" y="4678296"/>
                  </a:lnTo>
                  <a:lnTo>
                    <a:pt x="1505628" y="4678296"/>
                  </a:lnTo>
                  <a:lnTo>
                    <a:pt x="1505753" y="4678296"/>
                  </a:lnTo>
                  <a:lnTo>
                    <a:pt x="1505878" y="4678296"/>
                  </a:lnTo>
                  <a:lnTo>
                    <a:pt x="1506003" y="4678296"/>
                  </a:lnTo>
                  <a:lnTo>
                    <a:pt x="1506128" y="4678296"/>
                  </a:lnTo>
                  <a:lnTo>
                    <a:pt x="1506253" y="4678296"/>
                  </a:lnTo>
                  <a:lnTo>
                    <a:pt x="1506378" y="4678296"/>
                  </a:lnTo>
                  <a:lnTo>
                    <a:pt x="1506503" y="4678296"/>
                  </a:lnTo>
                  <a:lnTo>
                    <a:pt x="1506628" y="4678296"/>
                  </a:lnTo>
                  <a:lnTo>
                    <a:pt x="1506753" y="4678296"/>
                  </a:lnTo>
                  <a:lnTo>
                    <a:pt x="1506878" y="4678296"/>
                  </a:lnTo>
                  <a:lnTo>
                    <a:pt x="1507003" y="4678296"/>
                  </a:lnTo>
                  <a:lnTo>
                    <a:pt x="1507128" y="4678296"/>
                  </a:lnTo>
                  <a:lnTo>
                    <a:pt x="1507253" y="4678296"/>
                  </a:lnTo>
                  <a:lnTo>
                    <a:pt x="1507378" y="4678296"/>
                  </a:lnTo>
                  <a:lnTo>
                    <a:pt x="1507503" y="4678296"/>
                  </a:lnTo>
                  <a:lnTo>
                    <a:pt x="1507628" y="4678296"/>
                  </a:lnTo>
                  <a:lnTo>
                    <a:pt x="1507754" y="4678296"/>
                  </a:lnTo>
                  <a:lnTo>
                    <a:pt x="1507879" y="4678296"/>
                  </a:lnTo>
                  <a:lnTo>
                    <a:pt x="1508004" y="4678296"/>
                  </a:lnTo>
                  <a:lnTo>
                    <a:pt x="1508129" y="4678296"/>
                  </a:lnTo>
                  <a:lnTo>
                    <a:pt x="1508254" y="4678296"/>
                  </a:lnTo>
                  <a:lnTo>
                    <a:pt x="1508379" y="4678296"/>
                  </a:lnTo>
                  <a:lnTo>
                    <a:pt x="1508504" y="4678296"/>
                  </a:lnTo>
                  <a:lnTo>
                    <a:pt x="1508629" y="4678296"/>
                  </a:lnTo>
                  <a:lnTo>
                    <a:pt x="1508754" y="4678296"/>
                  </a:lnTo>
                  <a:lnTo>
                    <a:pt x="1508879" y="4678296"/>
                  </a:lnTo>
                  <a:lnTo>
                    <a:pt x="1509004" y="4678296"/>
                  </a:lnTo>
                  <a:lnTo>
                    <a:pt x="1509129" y="4678296"/>
                  </a:lnTo>
                  <a:lnTo>
                    <a:pt x="1509254" y="4678296"/>
                  </a:lnTo>
                  <a:lnTo>
                    <a:pt x="1509379" y="4678296"/>
                  </a:lnTo>
                  <a:lnTo>
                    <a:pt x="1509504" y="4678296"/>
                  </a:lnTo>
                  <a:lnTo>
                    <a:pt x="1509629" y="4678296"/>
                  </a:lnTo>
                  <a:lnTo>
                    <a:pt x="1509754" y="4678296"/>
                  </a:lnTo>
                  <a:lnTo>
                    <a:pt x="1509879" y="4678296"/>
                  </a:lnTo>
                  <a:lnTo>
                    <a:pt x="1510004" y="4678296"/>
                  </a:lnTo>
                  <a:lnTo>
                    <a:pt x="1510129" y="4678296"/>
                  </a:lnTo>
                  <a:lnTo>
                    <a:pt x="1510254" y="4678296"/>
                  </a:lnTo>
                  <a:lnTo>
                    <a:pt x="1510379" y="4678296"/>
                  </a:lnTo>
                  <a:lnTo>
                    <a:pt x="1510504" y="4678296"/>
                  </a:lnTo>
                  <a:lnTo>
                    <a:pt x="1510629" y="4678296"/>
                  </a:lnTo>
                  <a:lnTo>
                    <a:pt x="1510755" y="4678296"/>
                  </a:lnTo>
                  <a:lnTo>
                    <a:pt x="1510880" y="4678296"/>
                  </a:lnTo>
                  <a:lnTo>
                    <a:pt x="1511005" y="4678296"/>
                  </a:lnTo>
                  <a:lnTo>
                    <a:pt x="1511130" y="4678296"/>
                  </a:lnTo>
                  <a:lnTo>
                    <a:pt x="1511255" y="4678296"/>
                  </a:lnTo>
                  <a:lnTo>
                    <a:pt x="1511380" y="4678296"/>
                  </a:lnTo>
                  <a:lnTo>
                    <a:pt x="1511505" y="4678296"/>
                  </a:lnTo>
                  <a:lnTo>
                    <a:pt x="1511630" y="4678296"/>
                  </a:lnTo>
                  <a:lnTo>
                    <a:pt x="1511755" y="4678296"/>
                  </a:lnTo>
                  <a:lnTo>
                    <a:pt x="1511880" y="4678296"/>
                  </a:lnTo>
                  <a:lnTo>
                    <a:pt x="1512005" y="4678296"/>
                  </a:lnTo>
                  <a:lnTo>
                    <a:pt x="1512130" y="4678296"/>
                  </a:lnTo>
                  <a:lnTo>
                    <a:pt x="1512255" y="4678296"/>
                  </a:lnTo>
                  <a:lnTo>
                    <a:pt x="1512380" y="4678296"/>
                  </a:lnTo>
                  <a:lnTo>
                    <a:pt x="1512505" y="4678296"/>
                  </a:lnTo>
                  <a:lnTo>
                    <a:pt x="1512630" y="4678296"/>
                  </a:lnTo>
                  <a:lnTo>
                    <a:pt x="1512755" y="4678296"/>
                  </a:lnTo>
                  <a:lnTo>
                    <a:pt x="1512880" y="4678296"/>
                  </a:lnTo>
                  <a:lnTo>
                    <a:pt x="1513005" y="4678296"/>
                  </a:lnTo>
                  <a:lnTo>
                    <a:pt x="1513130" y="4678296"/>
                  </a:lnTo>
                  <a:lnTo>
                    <a:pt x="1513255" y="4678296"/>
                  </a:lnTo>
                  <a:lnTo>
                    <a:pt x="1513380" y="4678296"/>
                  </a:lnTo>
                  <a:lnTo>
                    <a:pt x="1513505" y="4678296"/>
                  </a:lnTo>
                  <a:lnTo>
                    <a:pt x="1513631" y="4678296"/>
                  </a:lnTo>
                  <a:lnTo>
                    <a:pt x="1513756" y="4678296"/>
                  </a:lnTo>
                  <a:lnTo>
                    <a:pt x="1513881" y="4678296"/>
                  </a:lnTo>
                  <a:lnTo>
                    <a:pt x="1514006" y="4678296"/>
                  </a:lnTo>
                  <a:lnTo>
                    <a:pt x="1514131" y="4678296"/>
                  </a:lnTo>
                  <a:lnTo>
                    <a:pt x="1514256" y="4678296"/>
                  </a:lnTo>
                  <a:lnTo>
                    <a:pt x="1514381" y="4678296"/>
                  </a:lnTo>
                  <a:lnTo>
                    <a:pt x="1514506" y="4678296"/>
                  </a:lnTo>
                  <a:lnTo>
                    <a:pt x="1514631" y="4678296"/>
                  </a:lnTo>
                  <a:lnTo>
                    <a:pt x="1514756" y="4678296"/>
                  </a:lnTo>
                  <a:lnTo>
                    <a:pt x="1514881" y="4678296"/>
                  </a:lnTo>
                  <a:lnTo>
                    <a:pt x="1515006" y="4678296"/>
                  </a:lnTo>
                  <a:lnTo>
                    <a:pt x="1515131" y="4678296"/>
                  </a:lnTo>
                  <a:lnTo>
                    <a:pt x="1515256" y="4678296"/>
                  </a:lnTo>
                  <a:lnTo>
                    <a:pt x="1515381" y="4678296"/>
                  </a:lnTo>
                  <a:lnTo>
                    <a:pt x="1515506" y="4678296"/>
                  </a:lnTo>
                  <a:lnTo>
                    <a:pt x="1515631" y="4678296"/>
                  </a:lnTo>
                  <a:lnTo>
                    <a:pt x="1515756" y="4678296"/>
                  </a:lnTo>
                  <a:lnTo>
                    <a:pt x="1515881" y="4678296"/>
                  </a:lnTo>
                  <a:lnTo>
                    <a:pt x="1516006" y="4678296"/>
                  </a:lnTo>
                  <a:lnTo>
                    <a:pt x="1516131" y="4678296"/>
                  </a:lnTo>
                  <a:lnTo>
                    <a:pt x="1516256" y="4678296"/>
                  </a:lnTo>
                  <a:lnTo>
                    <a:pt x="1516381" y="4678296"/>
                  </a:lnTo>
                  <a:lnTo>
                    <a:pt x="1516506" y="4678296"/>
                  </a:lnTo>
                  <a:lnTo>
                    <a:pt x="1516632" y="4678296"/>
                  </a:lnTo>
                  <a:lnTo>
                    <a:pt x="1516757" y="4678296"/>
                  </a:lnTo>
                  <a:lnTo>
                    <a:pt x="1516882" y="4678296"/>
                  </a:lnTo>
                  <a:lnTo>
                    <a:pt x="1517007" y="4678296"/>
                  </a:lnTo>
                  <a:lnTo>
                    <a:pt x="1517132" y="4678296"/>
                  </a:lnTo>
                  <a:lnTo>
                    <a:pt x="1517257" y="4678296"/>
                  </a:lnTo>
                  <a:lnTo>
                    <a:pt x="1517382" y="4678296"/>
                  </a:lnTo>
                  <a:lnTo>
                    <a:pt x="1517507" y="4678296"/>
                  </a:lnTo>
                  <a:lnTo>
                    <a:pt x="1517632" y="4678296"/>
                  </a:lnTo>
                  <a:lnTo>
                    <a:pt x="1517757" y="4678296"/>
                  </a:lnTo>
                  <a:lnTo>
                    <a:pt x="1517882" y="4678296"/>
                  </a:lnTo>
                  <a:lnTo>
                    <a:pt x="1518007" y="4678296"/>
                  </a:lnTo>
                  <a:lnTo>
                    <a:pt x="1518132" y="4678296"/>
                  </a:lnTo>
                  <a:lnTo>
                    <a:pt x="1518257" y="4678296"/>
                  </a:lnTo>
                  <a:lnTo>
                    <a:pt x="1518382" y="4678296"/>
                  </a:lnTo>
                  <a:lnTo>
                    <a:pt x="1518507" y="4678296"/>
                  </a:lnTo>
                  <a:lnTo>
                    <a:pt x="1518632" y="4678296"/>
                  </a:lnTo>
                  <a:lnTo>
                    <a:pt x="1518757" y="4678296"/>
                  </a:lnTo>
                  <a:lnTo>
                    <a:pt x="1518882" y="4678296"/>
                  </a:lnTo>
                  <a:lnTo>
                    <a:pt x="1519007" y="4678296"/>
                  </a:lnTo>
                  <a:lnTo>
                    <a:pt x="1519132" y="4678296"/>
                  </a:lnTo>
                  <a:lnTo>
                    <a:pt x="1519257" y="4678296"/>
                  </a:lnTo>
                  <a:lnTo>
                    <a:pt x="1519382" y="4678296"/>
                  </a:lnTo>
                  <a:lnTo>
                    <a:pt x="1519507" y="4678296"/>
                  </a:lnTo>
                  <a:lnTo>
                    <a:pt x="1519633" y="4678296"/>
                  </a:lnTo>
                  <a:lnTo>
                    <a:pt x="1519758" y="4678296"/>
                  </a:lnTo>
                  <a:lnTo>
                    <a:pt x="1519883" y="4678296"/>
                  </a:lnTo>
                  <a:lnTo>
                    <a:pt x="1520008" y="4678296"/>
                  </a:lnTo>
                  <a:lnTo>
                    <a:pt x="1520133" y="4678296"/>
                  </a:lnTo>
                  <a:lnTo>
                    <a:pt x="1520258" y="4678296"/>
                  </a:lnTo>
                  <a:lnTo>
                    <a:pt x="1520383" y="4678296"/>
                  </a:lnTo>
                  <a:lnTo>
                    <a:pt x="1520508" y="4678296"/>
                  </a:lnTo>
                  <a:lnTo>
                    <a:pt x="1520633" y="4678296"/>
                  </a:lnTo>
                  <a:lnTo>
                    <a:pt x="1520758" y="4678296"/>
                  </a:lnTo>
                  <a:lnTo>
                    <a:pt x="1520883" y="4678296"/>
                  </a:lnTo>
                  <a:lnTo>
                    <a:pt x="1520883" y="4668342"/>
                  </a:lnTo>
                  <a:lnTo>
                    <a:pt x="1521008" y="4668342"/>
                  </a:lnTo>
                  <a:lnTo>
                    <a:pt x="1521133" y="4668342"/>
                  </a:lnTo>
                  <a:lnTo>
                    <a:pt x="1521258" y="4668342"/>
                  </a:lnTo>
                  <a:lnTo>
                    <a:pt x="1521383" y="4668342"/>
                  </a:lnTo>
                  <a:lnTo>
                    <a:pt x="1521508" y="4668342"/>
                  </a:lnTo>
                  <a:lnTo>
                    <a:pt x="1521633" y="4668342"/>
                  </a:lnTo>
                  <a:lnTo>
                    <a:pt x="1521758" y="4668342"/>
                  </a:lnTo>
                  <a:lnTo>
                    <a:pt x="1521883" y="4668342"/>
                  </a:lnTo>
                  <a:lnTo>
                    <a:pt x="1522008" y="4668342"/>
                  </a:lnTo>
                  <a:lnTo>
                    <a:pt x="1522133" y="4668342"/>
                  </a:lnTo>
                  <a:lnTo>
                    <a:pt x="1522258" y="4668342"/>
                  </a:lnTo>
                  <a:lnTo>
                    <a:pt x="1522383" y="4668342"/>
                  </a:lnTo>
                  <a:lnTo>
                    <a:pt x="1522508" y="4668342"/>
                  </a:lnTo>
                  <a:lnTo>
                    <a:pt x="1522634" y="4668342"/>
                  </a:lnTo>
                  <a:lnTo>
                    <a:pt x="1522759" y="4668342"/>
                  </a:lnTo>
                  <a:lnTo>
                    <a:pt x="1522884" y="4668342"/>
                  </a:lnTo>
                  <a:lnTo>
                    <a:pt x="1523009" y="4668342"/>
                  </a:lnTo>
                  <a:lnTo>
                    <a:pt x="1523134" y="4668342"/>
                  </a:lnTo>
                  <a:lnTo>
                    <a:pt x="1523259" y="4668342"/>
                  </a:lnTo>
                  <a:lnTo>
                    <a:pt x="1523384" y="4668342"/>
                  </a:lnTo>
                  <a:lnTo>
                    <a:pt x="1523509" y="4668342"/>
                  </a:lnTo>
                  <a:lnTo>
                    <a:pt x="1523634" y="4668342"/>
                  </a:lnTo>
                  <a:lnTo>
                    <a:pt x="1523759" y="4668342"/>
                  </a:lnTo>
                  <a:lnTo>
                    <a:pt x="1523884" y="4668342"/>
                  </a:lnTo>
                  <a:lnTo>
                    <a:pt x="1524009" y="4668342"/>
                  </a:lnTo>
                  <a:lnTo>
                    <a:pt x="1524134" y="4668342"/>
                  </a:lnTo>
                  <a:lnTo>
                    <a:pt x="1524259" y="4668342"/>
                  </a:lnTo>
                  <a:lnTo>
                    <a:pt x="1524384" y="4668342"/>
                  </a:lnTo>
                  <a:lnTo>
                    <a:pt x="1524509" y="4668342"/>
                  </a:lnTo>
                  <a:lnTo>
                    <a:pt x="1524634" y="4668342"/>
                  </a:lnTo>
                  <a:lnTo>
                    <a:pt x="1524759" y="4668342"/>
                  </a:lnTo>
                  <a:lnTo>
                    <a:pt x="1524884" y="4668342"/>
                  </a:lnTo>
                  <a:lnTo>
                    <a:pt x="1525009" y="4668342"/>
                  </a:lnTo>
                  <a:lnTo>
                    <a:pt x="1525134" y="4668342"/>
                  </a:lnTo>
                  <a:lnTo>
                    <a:pt x="1525259" y="4668342"/>
                  </a:lnTo>
                  <a:lnTo>
                    <a:pt x="1525384" y="4668342"/>
                  </a:lnTo>
                  <a:lnTo>
                    <a:pt x="1525509" y="4668342"/>
                  </a:lnTo>
                  <a:lnTo>
                    <a:pt x="1525635" y="4668342"/>
                  </a:lnTo>
                  <a:lnTo>
                    <a:pt x="1525760" y="4668342"/>
                  </a:lnTo>
                  <a:lnTo>
                    <a:pt x="1525885" y="4668342"/>
                  </a:lnTo>
                  <a:lnTo>
                    <a:pt x="1526010" y="4668342"/>
                  </a:lnTo>
                  <a:lnTo>
                    <a:pt x="1526135" y="4668342"/>
                  </a:lnTo>
                  <a:lnTo>
                    <a:pt x="1526260" y="4668342"/>
                  </a:lnTo>
                  <a:lnTo>
                    <a:pt x="1526385" y="4668342"/>
                  </a:lnTo>
                  <a:lnTo>
                    <a:pt x="1526510" y="4668342"/>
                  </a:lnTo>
                  <a:lnTo>
                    <a:pt x="1526635" y="4668342"/>
                  </a:lnTo>
                  <a:lnTo>
                    <a:pt x="1526760" y="4668342"/>
                  </a:lnTo>
                  <a:lnTo>
                    <a:pt x="1526885" y="4668342"/>
                  </a:lnTo>
                  <a:lnTo>
                    <a:pt x="1527010" y="4668342"/>
                  </a:lnTo>
                  <a:lnTo>
                    <a:pt x="1527135" y="4668342"/>
                  </a:lnTo>
                  <a:lnTo>
                    <a:pt x="1527260" y="4668342"/>
                  </a:lnTo>
                  <a:lnTo>
                    <a:pt x="1527385" y="4668342"/>
                  </a:lnTo>
                  <a:lnTo>
                    <a:pt x="1527510" y="4668342"/>
                  </a:lnTo>
                  <a:lnTo>
                    <a:pt x="1527635" y="4668342"/>
                  </a:lnTo>
                  <a:lnTo>
                    <a:pt x="1527760" y="4668342"/>
                  </a:lnTo>
                  <a:lnTo>
                    <a:pt x="1527885" y="4668342"/>
                  </a:lnTo>
                  <a:lnTo>
                    <a:pt x="1528010" y="4668342"/>
                  </a:lnTo>
                  <a:lnTo>
                    <a:pt x="1528135" y="4668342"/>
                  </a:lnTo>
                  <a:lnTo>
                    <a:pt x="1528260" y="4668342"/>
                  </a:lnTo>
                  <a:lnTo>
                    <a:pt x="1528385" y="4668342"/>
                  </a:lnTo>
                  <a:lnTo>
                    <a:pt x="1528510" y="4668342"/>
                  </a:lnTo>
                  <a:lnTo>
                    <a:pt x="1528636" y="4668342"/>
                  </a:lnTo>
                  <a:lnTo>
                    <a:pt x="1528761" y="4668342"/>
                  </a:lnTo>
                  <a:lnTo>
                    <a:pt x="1528886" y="4668342"/>
                  </a:lnTo>
                  <a:lnTo>
                    <a:pt x="1529011" y="4668342"/>
                  </a:lnTo>
                  <a:lnTo>
                    <a:pt x="1529136" y="4668342"/>
                  </a:lnTo>
                  <a:lnTo>
                    <a:pt x="1529261" y="4668342"/>
                  </a:lnTo>
                  <a:lnTo>
                    <a:pt x="1529386" y="4668342"/>
                  </a:lnTo>
                  <a:lnTo>
                    <a:pt x="1529386" y="4658388"/>
                  </a:lnTo>
                  <a:lnTo>
                    <a:pt x="1529511" y="4658388"/>
                  </a:lnTo>
                  <a:lnTo>
                    <a:pt x="1529636" y="4658388"/>
                  </a:lnTo>
                  <a:lnTo>
                    <a:pt x="1529761" y="4658388"/>
                  </a:lnTo>
                  <a:lnTo>
                    <a:pt x="1529886" y="4658388"/>
                  </a:lnTo>
                  <a:lnTo>
                    <a:pt x="1530011" y="4658388"/>
                  </a:lnTo>
                  <a:lnTo>
                    <a:pt x="1530136" y="4658388"/>
                  </a:lnTo>
                  <a:lnTo>
                    <a:pt x="1530261" y="4658388"/>
                  </a:lnTo>
                  <a:lnTo>
                    <a:pt x="1530386" y="4658388"/>
                  </a:lnTo>
                  <a:lnTo>
                    <a:pt x="1530511" y="4658388"/>
                  </a:lnTo>
                  <a:lnTo>
                    <a:pt x="1530636" y="4658388"/>
                  </a:lnTo>
                  <a:lnTo>
                    <a:pt x="1530761" y="4658388"/>
                  </a:lnTo>
                  <a:lnTo>
                    <a:pt x="1530886" y="4658388"/>
                  </a:lnTo>
                  <a:lnTo>
                    <a:pt x="1531011" y="4658388"/>
                  </a:lnTo>
                  <a:lnTo>
                    <a:pt x="1531136" y="4658388"/>
                  </a:lnTo>
                  <a:lnTo>
                    <a:pt x="1531261" y="4658388"/>
                  </a:lnTo>
                  <a:lnTo>
                    <a:pt x="1531386" y="4658388"/>
                  </a:lnTo>
                  <a:lnTo>
                    <a:pt x="1531511" y="4658388"/>
                  </a:lnTo>
                  <a:lnTo>
                    <a:pt x="1531637" y="4658388"/>
                  </a:lnTo>
                  <a:lnTo>
                    <a:pt x="1531762" y="4658388"/>
                  </a:lnTo>
                  <a:lnTo>
                    <a:pt x="1531887" y="4658388"/>
                  </a:lnTo>
                  <a:lnTo>
                    <a:pt x="1532012" y="4658388"/>
                  </a:lnTo>
                  <a:lnTo>
                    <a:pt x="1532137" y="4658388"/>
                  </a:lnTo>
                  <a:lnTo>
                    <a:pt x="1532262" y="4658388"/>
                  </a:lnTo>
                  <a:lnTo>
                    <a:pt x="1532387" y="4658388"/>
                  </a:lnTo>
                  <a:lnTo>
                    <a:pt x="1532512" y="4658388"/>
                  </a:lnTo>
                  <a:lnTo>
                    <a:pt x="1532637" y="4658388"/>
                  </a:lnTo>
                  <a:lnTo>
                    <a:pt x="1532762" y="4658388"/>
                  </a:lnTo>
                  <a:lnTo>
                    <a:pt x="1532887" y="4658388"/>
                  </a:lnTo>
                  <a:lnTo>
                    <a:pt x="1533012" y="4658388"/>
                  </a:lnTo>
                  <a:lnTo>
                    <a:pt x="1533137" y="4658388"/>
                  </a:lnTo>
                  <a:lnTo>
                    <a:pt x="1533262" y="4658388"/>
                  </a:lnTo>
                  <a:lnTo>
                    <a:pt x="1533387" y="4658388"/>
                  </a:lnTo>
                  <a:lnTo>
                    <a:pt x="1533512" y="4658388"/>
                  </a:lnTo>
                  <a:lnTo>
                    <a:pt x="1533637" y="4658388"/>
                  </a:lnTo>
                  <a:lnTo>
                    <a:pt x="1533762" y="4658388"/>
                  </a:lnTo>
                  <a:lnTo>
                    <a:pt x="1533887" y="4658388"/>
                  </a:lnTo>
                  <a:lnTo>
                    <a:pt x="1534012" y="4658388"/>
                  </a:lnTo>
                  <a:lnTo>
                    <a:pt x="1534137" y="4658388"/>
                  </a:lnTo>
                  <a:lnTo>
                    <a:pt x="1534262" y="4658388"/>
                  </a:lnTo>
                  <a:lnTo>
                    <a:pt x="1534387" y="4658388"/>
                  </a:lnTo>
                  <a:lnTo>
                    <a:pt x="1534512" y="4658388"/>
                  </a:lnTo>
                  <a:lnTo>
                    <a:pt x="1534638" y="4658388"/>
                  </a:lnTo>
                  <a:lnTo>
                    <a:pt x="1534763" y="4658388"/>
                  </a:lnTo>
                  <a:lnTo>
                    <a:pt x="1534888" y="4658388"/>
                  </a:lnTo>
                  <a:lnTo>
                    <a:pt x="1535013" y="4658388"/>
                  </a:lnTo>
                  <a:lnTo>
                    <a:pt x="1535138" y="4658388"/>
                  </a:lnTo>
                  <a:lnTo>
                    <a:pt x="1535263" y="4658388"/>
                  </a:lnTo>
                  <a:lnTo>
                    <a:pt x="1535388" y="4658388"/>
                  </a:lnTo>
                  <a:lnTo>
                    <a:pt x="1535513" y="4658388"/>
                  </a:lnTo>
                  <a:lnTo>
                    <a:pt x="1535638" y="4658388"/>
                  </a:lnTo>
                  <a:lnTo>
                    <a:pt x="1535763" y="4658388"/>
                  </a:lnTo>
                  <a:lnTo>
                    <a:pt x="1535888" y="4658388"/>
                  </a:lnTo>
                  <a:lnTo>
                    <a:pt x="1536013" y="4658388"/>
                  </a:lnTo>
                  <a:lnTo>
                    <a:pt x="1536138" y="4658388"/>
                  </a:lnTo>
                  <a:lnTo>
                    <a:pt x="1536263" y="4658388"/>
                  </a:lnTo>
                  <a:lnTo>
                    <a:pt x="1536388" y="4658388"/>
                  </a:lnTo>
                  <a:lnTo>
                    <a:pt x="1536513" y="4658388"/>
                  </a:lnTo>
                  <a:lnTo>
                    <a:pt x="1536638" y="4658388"/>
                  </a:lnTo>
                  <a:lnTo>
                    <a:pt x="1536763" y="4658388"/>
                  </a:lnTo>
                  <a:lnTo>
                    <a:pt x="1536888" y="4658388"/>
                  </a:lnTo>
                  <a:lnTo>
                    <a:pt x="1536888" y="4648435"/>
                  </a:lnTo>
                  <a:lnTo>
                    <a:pt x="1537013" y="4648435"/>
                  </a:lnTo>
                  <a:lnTo>
                    <a:pt x="1537138" y="4648435"/>
                  </a:lnTo>
                  <a:lnTo>
                    <a:pt x="1537263" y="4648435"/>
                  </a:lnTo>
                  <a:lnTo>
                    <a:pt x="1537388" y="4648435"/>
                  </a:lnTo>
                  <a:lnTo>
                    <a:pt x="1537513" y="4648435"/>
                  </a:lnTo>
                  <a:lnTo>
                    <a:pt x="1537639" y="4648435"/>
                  </a:lnTo>
                  <a:lnTo>
                    <a:pt x="1537764" y="4648435"/>
                  </a:lnTo>
                  <a:lnTo>
                    <a:pt x="1537889" y="4648435"/>
                  </a:lnTo>
                  <a:lnTo>
                    <a:pt x="1538014" y="4648435"/>
                  </a:lnTo>
                  <a:lnTo>
                    <a:pt x="1538139" y="4648435"/>
                  </a:lnTo>
                  <a:lnTo>
                    <a:pt x="1538264" y="4648435"/>
                  </a:lnTo>
                  <a:lnTo>
                    <a:pt x="1538389" y="4648435"/>
                  </a:lnTo>
                  <a:lnTo>
                    <a:pt x="1538514" y="4648435"/>
                  </a:lnTo>
                  <a:lnTo>
                    <a:pt x="1538639" y="4648435"/>
                  </a:lnTo>
                  <a:lnTo>
                    <a:pt x="1538764" y="4648435"/>
                  </a:lnTo>
                  <a:lnTo>
                    <a:pt x="1538889" y="4648435"/>
                  </a:lnTo>
                  <a:lnTo>
                    <a:pt x="1539014" y="4648435"/>
                  </a:lnTo>
                  <a:lnTo>
                    <a:pt x="1539139" y="4648435"/>
                  </a:lnTo>
                  <a:lnTo>
                    <a:pt x="1539264" y="4648435"/>
                  </a:lnTo>
                  <a:lnTo>
                    <a:pt x="1539389" y="4648435"/>
                  </a:lnTo>
                  <a:lnTo>
                    <a:pt x="1539514" y="4648435"/>
                  </a:lnTo>
                  <a:lnTo>
                    <a:pt x="1539639" y="4648435"/>
                  </a:lnTo>
                  <a:lnTo>
                    <a:pt x="1539764" y="4648435"/>
                  </a:lnTo>
                  <a:lnTo>
                    <a:pt x="1539889" y="4648435"/>
                  </a:lnTo>
                  <a:lnTo>
                    <a:pt x="1540014" y="4648435"/>
                  </a:lnTo>
                  <a:lnTo>
                    <a:pt x="1540139" y="4648435"/>
                  </a:lnTo>
                  <a:lnTo>
                    <a:pt x="1540264" y="4648435"/>
                  </a:lnTo>
                  <a:lnTo>
                    <a:pt x="1540389" y="4648435"/>
                  </a:lnTo>
                  <a:lnTo>
                    <a:pt x="1540514" y="4648435"/>
                  </a:lnTo>
                  <a:lnTo>
                    <a:pt x="1540640" y="4648435"/>
                  </a:lnTo>
                  <a:lnTo>
                    <a:pt x="1540765" y="4648435"/>
                  </a:lnTo>
                  <a:lnTo>
                    <a:pt x="1540890" y="4648435"/>
                  </a:lnTo>
                  <a:lnTo>
                    <a:pt x="1541015" y="4648435"/>
                  </a:lnTo>
                  <a:lnTo>
                    <a:pt x="1541140" y="4648435"/>
                  </a:lnTo>
                  <a:lnTo>
                    <a:pt x="1541265" y="4648435"/>
                  </a:lnTo>
                  <a:lnTo>
                    <a:pt x="1541390" y="4648435"/>
                  </a:lnTo>
                  <a:lnTo>
                    <a:pt x="1541515" y="4648435"/>
                  </a:lnTo>
                  <a:lnTo>
                    <a:pt x="1541640" y="4648435"/>
                  </a:lnTo>
                  <a:lnTo>
                    <a:pt x="1541765" y="4648435"/>
                  </a:lnTo>
                  <a:lnTo>
                    <a:pt x="1541890" y="4648435"/>
                  </a:lnTo>
                  <a:lnTo>
                    <a:pt x="1542015" y="4648435"/>
                  </a:lnTo>
                  <a:lnTo>
                    <a:pt x="1542140" y="4648435"/>
                  </a:lnTo>
                  <a:lnTo>
                    <a:pt x="1542265" y="4648435"/>
                  </a:lnTo>
                  <a:lnTo>
                    <a:pt x="1542390" y="4648435"/>
                  </a:lnTo>
                  <a:lnTo>
                    <a:pt x="1542515" y="4648435"/>
                  </a:lnTo>
                  <a:lnTo>
                    <a:pt x="1542640" y="4648435"/>
                  </a:lnTo>
                  <a:lnTo>
                    <a:pt x="1542765" y="4648435"/>
                  </a:lnTo>
                  <a:lnTo>
                    <a:pt x="1542890" y="4648435"/>
                  </a:lnTo>
                  <a:lnTo>
                    <a:pt x="1543015" y="4648435"/>
                  </a:lnTo>
                  <a:lnTo>
                    <a:pt x="1543140" y="4648435"/>
                  </a:lnTo>
                  <a:lnTo>
                    <a:pt x="1543265" y="4648435"/>
                  </a:lnTo>
                  <a:lnTo>
                    <a:pt x="1543390" y="4648435"/>
                  </a:lnTo>
                  <a:lnTo>
                    <a:pt x="1543515" y="4648435"/>
                  </a:lnTo>
                  <a:lnTo>
                    <a:pt x="1543641" y="4648435"/>
                  </a:lnTo>
                  <a:lnTo>
                    <a:pt x="1543766" y="4648435"/>
                  </a:lnTo>
                  <a:lnTo>
                    <a:pt x="1543891" y="4648435"/>
                  </a:lnTo>
                  <a:lnTo>
                    <a:pt x="1544016" y="4648435"/>
                  </a:lnTo>
                  <a:lnTo>
                    <a:pt x="1544141" y="4648435"/>
                  </a:lnTo>
                  <a:lnTo>
                    <a:pt x="1544266" y="4648435"/>
                  </a:lnTo>
                  <a:lnTo>
                    <a:pt x="1544391" y="4648435"/>
                  </a:lnTo>
                  <a:lnTo>
                    <a:pt x="1544516" y="4648435"/>
                  </a:lnTo>
                  <a:lnTo>
                    <a:pt x="1544641" y="4648435"/>
                  </a:lnTo>
                  <a:lnTo>
                    <a:pt x="1544766" y="4648435"/>
                  </a:lnTo>
                  <a:lnTo>
                    <a:pt x="1544891" y="4648435"/>
                  </a:lnTo>
                  <a:lnTo>
                    <a:pt x="1545016" y="4648435"/>
                  </a:lnTo>
                  <a:lnTo>
                    <a:pt x="1545141" y="4648435"/>
                  </a:lnTo>
                  <a:lnTo>
                    <a:pt x="1545266" y="4648435"/>
                  </a:lnTo>
                  <a:lnTo>
                    <a:pt x="1545391" y="4648435"/>
                  </a:lnTo>
                  <a:lnTo>
                    <a:pt x="1545391" y="4638481"/>
                  </a:lnTo>
                  <a:lnTo>
                    <a:pt x="1545516" y="4638481"/>
                  </a:lnTo>
                  <a:lnTo>
                    <a:pt x="1545641" y="4638481"/>
                  </a:lnTo>
                  <a:lnTo>
                    <a:pt x="1545766" y="4638481"/>
                  </a:lnTo>
                  <a:lnTo>
                    <a:pt x="1545891" y="4638481"/>
                  </a:lnTo>
                  <a:lnTo>
                    <a:pt x="1546016" y="4638481"/>
                  </a:lnTo>
                  <a:lnTo>
                    <a:pt x="1546141" y="4638481"/>
                  </a:lnTo>
                  <a:lnTo>
                    <a:pt x="1546266" y="4638481"/>
                  </a:lnTo>
                  <a:lnTo>
                    <a:pt x="1546391" y="4638481"/>
                  </a:lnTo>
                  <a:lnTo>
                    <a:pt x="1546516" y="4638481"/>
                  </a:lnTo>
                  <a:lnTo>
                    <a:pt x="1546642" y="4638481"/>
                  </a:lnTo>
                  <a:lnTo>
                    <a:pt x="1546767" y="4638481"/>
                  </a:lnTo>
                  <a:lnTo>
                    <a:pt x="1546892" y="4638481"/>
                  </a:lnTo>
                  <a:lnTo>
                    <a:pt x="1547017" y="4638481"/>
                  </a:lnTo>
                  <a:lnTo>
                    <a:pt x="1547142" y="4638481"/>
                  </a:lnTo>
                  <a:lnTo>
                    <a:pt x="1547267" y="4638481"/>
                  </a:lnTo>
                  <a:lnTo>
                    <a:pt x="1547392" y="4638481"/>
                  </a:lnTo>
                  <a:lnTo>
                    <a:pt x="1547517" y="4638481"/>
                  </a:lnTo>
                  <a:lnTo>
                    <a:pt x="1547642" y="4638481"/>
                  </a:lnTo>
                  <a:lnTo>
                    <a:pt x="1547767" y="4638481"/>
                  </a:lnTo>
                  <a:lnTo>
                    <a:pt x="1547892" y="4638481"/>
                  </a:lnTo>
                  <a:lnTo>
                    <a:pt x="1548017" y="4638481"/>
                  </a:lnTo>
                  <a:lnTo>
                    <a:pt x="1548142" y="4638481"/>
                  </a:lnTo>
                  <a:lnTo>
                    <a:pt x="1548267" y="4638481"/>
                  </a:lnTo>
                  <a:lnTo>
                    <a:pt x="1548392" y="4638481"/>
                  </a:lnTo>
                  <a:lnTo>
                    <a:pt x="1548517" y="4638481"/>
                  </a:lnTo>
                  <a:lnTo>
                    <a:pt x="1548642" y="4638481"/>
                  </a:lnTo>
                  <a:lnTo>
                    <a:pt x="1548767" y="4638481"/>
                  </a:lnTo>
                  <a:lnTo>
                    <a:pt x="1548892" y="4638481"/>
                  </a:lnTo>
                  <a:lnTo>
                    <a:pt x="1549017" y="4638481"/>
                  </a:lnTo>
                  <a:lnTo>
                    <a:pt x="1549142" y="4638481"/>
                  </a:lnTo>
                  <a:lnTo>
                    <a:pt x="1549267" y="4638481"/>
                  </a:lnTo>
                  <a:lnTo>
                    <a:pt x="1549392" y="4638481"/>
                  </a:lnTo>
                  <a:lnTo>
                    <a:pt x="1549517" y="4638481"/>
                  </a:lnTo>
                  <a:lnTo>
                    <a:pt x="1549643" y="4638481"/>
                  </a:lnTo>
                  <a:lnTo>
                    <a:pt x="1549768" y="4638481"/>
                  </a:lnTo>
                  <a:lnTo>
                    <a:pt x="1549893" y="4638481"/>
                  </a:lnTo>
                  <a:lnTo>
                    <a:pt x="1550018" y="4638481"/>
                  </a:lnTo>
                  <a:lnTo>
                    <a:pt x="1550143" y="4638481"/>
                  </a:lnTo>
                  <a:lnTo>
                    <a:pt x="1550268" y="4638481"/>
                  </a:lnTo>
                  <a:lnTo>
                    <a:pt x="1550393" y="4638481"/>
                  </a:lnTo>
                  <a:lnTo>
                    <a:pt x="1550518" y="4638481"/>
                  </a:lnTo>
                  <a:lnTo>
                    <a:pt x="1550643" y="4638481"/>
                  </a:lnTo>
                  <a:lnTo>
                    <a:pt x="1550768" y="4638481"/>
                  </a:lnTo>
                  <a:lnTo>
                    <a:pt x="1550893" y="4638481"/>
                  </a:lnTo>
                  <a:lnTo>
                    <a:pt x="1551018" y="4638481"/>
                  </a:lnTo>
                  <a:lnTo>
                    <a:pt x="1551143" y="4638481"/>
                  </a:lnTo>
                  <a:lnTo>
                    <a:pt x="1551268" y="4638481"/>
                  </a:lnTo>
                  <a:lnTo>
                    <a:pt x="1551393" y="4638481"/>
                  </a:lnTo>
                  <a:lnTo>
                    <a:pt x="1551518" y="4638481"/>
                  </a:lnTo>
                  <a:lnTo>
                    <a:pt x="1551643" y="4638481"/>
                  </a:lnTo>
                  <a:lnTo>
                    <a:pt x="1551768" y="4638481"/>
                  </a:lnTo>
                  <a:lnTo>
                    <a:pt x="1551893" y="4638481"/>
                  </a:lnTo>
                  <a:lnTo>
                    <a:pt x="1552018" y="4638481"/>
                  </a:lnTo>
                  <a:lnTo>
                    <a:pt x="1552143" y="4638481"/>
                  </a:lnTo>
                  <a:lnTo>
                    <a:pt x="1552268" y="4638481"/>
                  </a:lnTo>
                  <a:lnTo>
                    <a:pt x="1552393" y="4638481"/>
                  </a:lnTo>
                  <a:lnTo>
                    <a:pt x="1552519" y="4638481"/>
                  </a:lnTo>
                  <a:lnTo>
                    <a:pt x="1552644" y="4638481"/>
                  </a:lnTo>
                  <a:lnTo>
                    <a:pt x="1552769" y="4638481"/>
                  </a:lnTo>
                  <a:lnTo>
                    <a:pt x="1552894" y="4638481"/>
                  </a:lnTo>
                  <a:lnTo>
                    <a:pt x="1553019" y="4638481"/>
                  </a:lnTo>
                  <a:lnTo>
                    <a:pt x="1553144" y="4638481"/>
                  </a:lnTo>
                  <a:lnTo>
                    <a:pt x="1553269" y="4638481"/>
                  </a:lnTo>
                  <a:lnTo>
                    <a:pt x="1553394" y="4638481"/>
                  </a:lnTo>
                  <a:lnTo>
                    <a:pt x="1553519" y="4638481"/>
                  </a:lnTo>
                  <a:lnTo>
                    <a:pt x="1553644" y="4638481"/>
                  </a:lnTo>
                  <a:lnTo>
                    <a:pt x="1553769" y="4638481"/>
                  </a:lnTo>
                  <a:lnTo>
                    <a:pt x="1553894" y="4638481"/>
                  </a:lnTo>
                  <a:lnTo>
                    <a:pt x="1554019" y="4638481"/>
                  </a:lnTo>
                  <a:lnTo>
                    <a:pt x="1554144" y="4638481"/>
                  </a:lnTo>
                  <a:lnTo>
                    <a:pt x="1554269" y="4638481"/>
                  </a:lnTo>
                  <a:lnTo>
                    <a:pt x="1554394" y="4638481"/>
                  </a:lnTo>
                  <a:lnTo>
                    <a:pt x="1554519" y="4638481"/>
                  </a:lnTo>
                  <a:lnTo>
                    <a:pt x="1554644" y="4638481"/>
                  </a:lnTo>
                  <a:lnTo>
                    <a:pt x="1554769" y="4638481"/>
                  </a:lnTo>
                  <a:lnTo>
                    <a:pt x="1554894" y="4638481"/>
                  </a:lnTo>
                  <a:lnTo>
                    <a:pt x="1555019" y="4638481"/>
                  </a:lnTo>
                  <a:lnTo>
                    <a:pt x="1555144" y="4638481"/>
                  </a:lnTo>
                  <a:lnTo>
                    <a:pt x="1555269" y="4638481"/>
                  </a:lnTo>
                  <a:lnTo>
                    <a:pt x="1555394" y="4638481"/>
                  </a:lnTo>
                  <a:lnTo>
                    <a:pt x="1555520" y="4638481"/>
                  </a:lnTo>
                  <a:lnTo>
                    <a:pt x="1555645" y="4638481"/>
                  </a:lnTo>
                  <a:lnTo>
                    <a:pt x="1555770" y="4638481"/>
                  </a:lnTo>
                  <a:lnTo>
                    <a:pt x="1555895" y="4638481"/>
                  </a:lnTo>
                  <a:lnTo>
                    <a:pt x="1556020" y="4638481"/>
                  </a:lnTo>
                  <a:lnTo>
                    <a:pt x="1556145" y="4638481"/>
                  </a:lnTo>
                  <a:lnTo>
                    <a:pt x="1556270" y="4638481"/>
                  </a:lnTo>
                  <a:lnTo>
                    <a:pt x="1556395" y="4638481"/>
                  </a:lnTo>
                  <a:lnTo>
                    <a:pt x="1556520" y="4638481"/>
                  </a:lnTo>
                  <a:lnTo>
                    <a:pt x="1556645" y="4638481"/>
                  </a:lnTo>
                  <a:lnTo>
                    <a:pt x="1556770" y="4638481"/>
                  </a:lnTo>
                  <a:lnTo>
                    <a:pt x="1556895" y="4638481"/>
                  </a:lnTo>
                  <a:lnTo>
                    <a:pt x="1557020" y="4638481"/>
                  </a:lnTo>
                  <a:lnTo>
                    <a:pt x="1557145" y="4638481"/>
                  </a:lnTo>
                  <a:lnTo>
                    <a:pt x="1557270" y="4638481"/>
                  </a:lnTo>
                  <a:lnTo>
                    <a:pt x="1557395" y="4638481"/>
                  </a:lnTo>
                  <a:lnTo>
                    <a:pt x="1557520" y="4638481"/>
                  </a:lnTo>
                  <a:lnTo>
                    <a:pt x="1557645" y="4638481"/>
                  </a:lnTo>
                  <a:lnTo>
                    <a:pt x="1557770" y="4638481"/>
                  </a:lnTo>
                  <a:lnTo>
                    <a:pt x="1557895" y="4638481"/>
                  </a:lnTo>
                  <a:lnTo>
                    <a:pt x="1558020" y="4638481"/>
                  </a:lnTo>
                  <a:lnTo>
                    <a:pt x="1558145" y="4638481"/>
                  </a:lnTo>
                  <a:lnTo>
                    <a:pt x="1558270" y="4638481"/>
                  </a:lnTo>
                  <a:lnTo>
                    <a:pt x="1558395" y="4638481"/>
                  </a:lnTo>
                  <a:lnTo>
                    <a:pt x="1558521" y="4638481"/>
                  </a:lnTo>
                  <a:lnTo>
                    <a:pt x="1558646" y="4638481"/>
                  </a:lnTo>
                  <a:lnTo>
                    <a:pt x="1558771" y="4638481"/>
                  </a:lnTo>
                  <a:lnTo>
                    <a:pt x="1558896" y="4638481"/>
                  </a:lnTo>
                  <a:lnTo>
                    <a:pt x="1559021" y="4638481"/>
                  </a:lnTo>
                  <a:lnTo>
                    <a:pt x="1559146" y="4638481"/>
                  </a:lnTo>
                  <a:lnTo>
                    <a:pt x="1559271" y="4638481"/>
                  </a:lnTo>
                  <a:lnTo>
                    <a:pt x="1559396" y="4638481"/>
                  </a:lnTo>
                  <a:lnTo>
                    <a:pt x="1559521" y="4638481"/>
                  </a:lnTo>
                  <a:lnTo>
                    <a:pt x="1559646" y="4638481"/>
                  </a:lnTo>
                  <a:lnTo>
                    <a:pt x="1559771" y="4638481"/>
                  </a:lnTo>
                  <a:lnTo>
                    <a:pt x="1559771" y="4628527"/>
                  </a:lnTo>
                  <a:lnTo>
                    <a:pt x="1559896" y="4628527"/>
                  </a:lnTo>
                  <a:lnTo>
                    <a:pt x="1560021" y="4628527"/>
                  </a:lnTo>
                  <a:lnTo>
                    <a:pt x="1560146" y="4628527"/>
                  </a:lnTo>
                  <a:lnTo>
                    <a:pt x="1560271" y="4628527"/>
                  </a:lnTo>
                  <a:lnTo>
                    <a:pt x="1560396" y="4628527"/>
                  </a:lnTo>
                  <a:lnTo>
                    <a:pt x="1560521" y="4628527"/>
                  </a:lnTo>
                  <a:lnTo>
                    <a:pt x="1560646" y="4628527"/>
                  </a:lnTo>
                  <a:lnTo>
                    <a:pt x="1560771" y="4628527"/>
                  </a:lnTo>
                  <a:lnTo>
                    <a:pt x="1560896" y="4628527"/>
                  </a:lnTo>
                  <a:lnTo>
                    <a:pt x="1561021" y="4628527"/>
                  </a:lnTo>
                  <a:lnTo>
                    <a:pt x="1561146" y="4628527"/>
                  </a:lnTo>
                  <a:lnTo>
                    <a:pt x="1561271" y="4628527"/>
                  </a:lnTo>
                  <a:lnTo>
                    <a:pt x="1561396" y="4628527"/>
                  </a:lnTo>
                  <a:lnTo>
                    <a:pt x="1561522" y="4628527"/>
                  </a:lnTo>
                  <a:lnTo>
                    <a:pt x="1561647" y="4628527"/>
                  </a:lnTo>
                  <a:lnTo>
                    <a:pt x="1561772" y="4628527"/>
                  </a:lnTo>
                  <a:lnTo>
                    <a:pt x="1561897" y="4628527"/>
                  </a:lnTo>
                  <a:lnTo>
                    <a:pt x="1562022" y="4628527"/>
                  </a:lnTo>
                  <a:lnTo>
                    <a:pt x="1562147" y="4628527"/>
                  </a:lnTo>
                  <a:lnTo>
                    <a:pt x="1562272" y="4628527"/>
                  </a:lnTo>
                  <a:lnTo>
                    <a:pt x="1562397" y="4628527"/>
                  </a:lnTo>
                  <a:lnTo>
                    <a:pt x="1562522" y="4628527"/>
                  </a:lnTo>
                  <a:lnTo>
                    <a:pt x="1562647" y="4628527"/>
                  </a:lnTo>
                  <a:lnTo>
                    <a:pt x="1562772" y="4628527"/>
                  </a:lnTo>
                  <a:lnTo>
                    <a:pt x="1562897" y="4628527"/>
                  </a:lnTo>
                  <a:lnTo>
                    <a:pt x="1563022" y="4628527"/>
                  </a:lnTo>
                  <a:lnTo>
                    <a:pt x="1563147" y="4628527"/>
                  </a:lnTo>
                  <a:lnTo>
                    <a:pt x="1563272" y="4628527"/>
                  </a:lnTo>
                  <a:lnTo>
                    <a:pt x="1563397" y="4628527"/>
                  </a:lnTo>
                  <a:lnTo>
                    <a:pt x="1563522" y="4628527"/>
                  </a:lnTo>
                  <a:lnTo>
                    <a:pt x="1563647" y="4628527"/>
                  </a:lnTo>
                  <a:lnTo>
                    <a:pt x="1563772" y="4628527"/>
                  </a:lnTo>
                  <a:lnTo>
                    <a:pt x="1563897" y="4628527"/>
                  </a:lnTo>
                  <a:lnTo>
                    <a:pt x="1564022" y="4628527"/>
                  </a:lnTo>
                  <a:lnTo>
                    <a:pt x="1564147" y="4628527"/>
                  </a:lnTo>
                  <a:lnTo>
                    <a:pt x="1564272" y="4628527"/>
                  </a:lnTo>
                  <a:lnTo>
                    <a:pt x="1564397" y="4628527"/>
                  </a:lnTo>
                  <a:lnTo>
                    <a:pt x="1564523" y="4628527"/>
                  </a:lnTo>
                  <a:lnTo>
                    <a:pt x="1564648" y="4628527"/>
                  </a:lnTo>
                  <a:lnTo>
                    <a:pt x="1564773" y="4628527"/>
                  </a:lnTo>
                  <a:lnTo>
                    <a:pt x="1564898" y="4628527"/>
                  </a:lnTo>
                  <a:lnTo>
                    <a:pt x="1565023" y="4628527"/>
                  </a:lnTo>
                  <a:lnTo>
                    <a:pt x="1565148" y="4628527"/>
                  </a:lnTo>
                  <a:lnTo>
                    <a:pt x="1565273" y="4628527"/>
                  </a:lnTo>
                  <a:lnTo>
                    <a:pt x="1565398" y="4628527"/>
                  </a:lnTo>
                  <a:lnTo>
                    <a:pt x="1565398" y="4618573"/>
                  </a:lnTo>
                  <a:lnTo>
                    <a:pt x="1565523" y="4618573"/>
                  </a:lnTo>
                  <a:lnTo>
                    <a:pt x="1565648" y="4618573"/>
                  </a:lnTo>
                  <a:lnTo>
                    <a:pt x="1565773" y="4618573"/>
                  </a:lnTo>
                  <a:lnTo>
                    <a:pt x="1565898" y="4618573"/>
                  </a:lnTo>
                  <a:lnTo>
                    <a:pt x="1566023" y="4618573"/>
                  </a:lnTo>
                  <a:lnTo>
                    <a:pt x="1566148" y="4618573"/>
                  </a:lnTo>
                  <a:lnTo>
                    <a:pt x="1566273" y="4618573"/>
                  </a:lnTo>
                  <a:lnTo>
                    <a:pt x="1566398" y="4618573"/>
                  </a:lnTo>
                  <a:lnTo>
                    <a:pt x="1566523" y="4618573"/>
                  </a:lnTo>
                  <a:lnTo>
                    <a:pt x="1566648" y="4618573"/>
                  </a:lnTo>
                  <a:lnTo>
                    <a:pt x="1566773" y="4618573"/>
                  </a:lnTo>
                  <a:lnTo>
                    <a:pt x="1566898" y="4618573"/>
                  </a:lnTo>
                  <a:lnTo>
                    <a:pt x="1567023" y="4618573"/>
                  </a:lnTo>
                  <a:lnTo>
                    <a:pt x="1567148" y="4618573"/>
                  </a:lnTo>
                  <a:lnTo>
                    <a:pt x="1567273" y="4618573"/>
                  </a:lnTo>
                  <a:lnTo>
                    <a:pt x="1567398" y="4618573"/>
                  </a:lnTo>
                  <a:lnTo>
                    <a:pt x="1567524" y="4618573"/>
                  </a:lnTo>
                  <a:lnTo>
                    <a:pt x="1567649" y="4618573"/>
                  </a:lnTo>
                  <a:lnTo>
                    <a:pt x="1567774" y="4618573"/>
                  </a:lnTo>
                  <a:lnTo>
                    <a:pt x="1567899" y="4618573"/>
                  </a:lnTo>
                  <a:lnTo>
                    <a:pt x="1568024" y="4618573"/>
                  </a:lnTo>
                  <a:lnTo>
                    <a:pt x="1568149" y="4618573"/>
                  </a:lnTo>
                  <a:lnTo>
                    <a:pt x="1568274" y="4618573"/>
                  </a:lnTo>
                  <a:lnTo>
                    <a:pt x="1568399" y="4618573"/>
                  </a:lnTo>
                  <a:lnTo>
                    <a:pt x="1568524" y="4618573"/>
                  </a:lnTo>
                  <a:lnTo>
                    <a:pt x="1568649" y="4618573"/>
                  </a:lnTo>
                  <a:lnTo>
                    <a:pt x="1568774" y="4618573"/>
                  </a:lnTo>
                  <a:lnTo>
                    <a:pt x="1568899" y="4618573"/>
                  </a:lnTo>
                  <a:lnTo>
                    <a:pt x="1569024" y="4618573"/>
                  </a:lnTo>
                  <a:lnTo>
                    <a:pt x="1569149" y="4618573"/>
                  </a:lnTo>
                  <a:lnTo>
                    <a:pt x="1569274" y="4618573"/>
                  </a:lnTo>
                  <a:lnTo>
                    <a:pt x="1569399" y="4618573"/>
                  </a:lnTo>
                  <a:lnTo>
                    <a:pt x="1569524" y="4618573"/>
                  </a:lnTo>
                  <a:lnTo>
                    <a:pt x="1569649" y="4618573"/>
                  </a:lnTo>
                  <a:lnTo>
                    <a:pt x="1569774" y="4618573"/>
                  </a:lnTo>
                  <a:lnTo>
                    <a:pt x="1569899" y="4618573"/>
                  </a:lnTo>
                  <a:lnTo>
                    <a:pt x="1570024" y="4618573"/>
                  </a:lnTo>
                  <a:lnTo>
                    <a:pt x="1570149" y="4618573"/>
                  </a:lnTo>
                  <a:lnTo>
                    <a:pt x="1570274" y="4618573"/>
                  </a:lnTo>
                  <a:lnTo>
                    <a:pt x="1570399" y="4618573"/>
                  </a:lnTo>
                  <a:lnTo>
                    <a:pt x="1570525" y="4618573"/>
                  </a:lnTo>
                  <a:lnTo>
                    <a:pt x="1570650" y="4618573"/>
                  </a:lnTo>
                  <a:lnTo>
                    <a:pt x="1570775" y="4618573"/>
                  </a:lnTo>
                  <a:lnTo>
                    <a:pt x="1570900" y="4618573"/>
                  </a:lnTo>
                  <a:lnTo>
                    <a:pt x="1571025" y="4618573"/>
                  </a:lnTo>
                  <a:lnTo>
                    <a:pt x="1571150" y="4618573"/>
                  </a:lnTo>
                  <a:lnTo>
                    <a:pt x="1571275" y="4618573"/>
                  </a:lnTo>
                  <a:lnTo>
                    <a:pt x="1571400" y="4618573"/>
                  </a:lnTo>
                  <a:lnTo>
                    <a:pt x="1571525" y="4618573"/>
                  </a:lnTo>
                  <a:lnTo>
                    <a:pt x="1571650" y="4618573"/>
                  </a:lnTo>
                  <a:lnTo>
                    <a:pt x="1571775" y="4618573"/>
                  </a:lnTo>
                  <a:lnTo>
                    <a:pt x="1571900" y="4618573"/>
                  </a:lnTo>
                  <a:lnTo>
                    <a:pt x="1572025" y="4618573"/>
                  </a:lnTo>
                  <a:lnTo>
                    <a:pt x="1572150" y="4618573"/>
                  </a:lnTo>
                  <a:lnTo>
                    <a:pt x="1572275" y="4618573"/>
                  </a:lnTo>
                  <a:lnTo>
                    <a:pt x="1572400" y="4618573"/>
                  </a:lnTo>
                  <a:lnTo>
                    <a:pt x="1572525" y="4618573"/>
                  </a:lnTo>
                  <a:lnTo>
                    <a:pt x="1572650" y="4618573"/>
                  </a:lnTo>
                  <a:lnTo>
                    <a:pt x="1572775" y="4618573"/>
                  </a:lnTo>
                  <a:lnTo>
                    <a:pt x="1572900" y="4618573"/>
                  </a:lnTo>
                  <a:lnTo>
                    <a:pt x="1573025" y="4618573"/>
                  </a:lnTo>
                  <a:lnTo>
                    <a:pt x="1573150" y="4618573"/>
                  </a:lnTo>
                  <a:lnTo>
                    <a:pt x="1573275" y="4618573"/>
                  </a:lnTo>
                  <a:lnTo>
                    <a:pt x="1573400" y="4618573"/>
                  </a:lnTo>
                  <a:lnTo>
                    <a:pt x="1573526" y="4618573"/>
                  </a:lnTo>
                  <a:lnTo>
                    <a:pt x="1573651" y="4618573"/>
                  </a:lnTo>
                  <a:lnTo>
                    <a:pt x="1573776" y="4618573"/>
                  </a:lnTo>
                  <a:lnTo>
                    <a:pt x="1573901" y="4618573"/>
                  </a:lnTo>
                  <a:lnTo>
                    <a:pt x="1574026" y="4618573"/>
                  </a:lnTo>
                  <a:lnTo>
                    <a:pt x="1574151" y="4618573"/>
                  </a:lnTo>
                  <a:lnTo>
                    <a:pt x="1574276" y="4618573"/>
                  </a:lnTo>
                  <a:lnTo>
                    <a:pt x="1574401" y="4618573"/>
                  </a:lnTo>
                  <a:lnTo>
                    <a:pt x="1574526" y="4618573"/>
                  </a:lnTo>
                  <a:lnTo>
                    <a:pt x="1574651" y="4618573"/>
                  </a:lnTo>
                  <a:lnTo>
                    <a:pt x="1574776" y="4618573"/>
                  </a:lnTo>
                  <a:lnTo>
                    <a:pt x="1574901" y="4618573"/>
                  </a:lnTo>
                  <a:lnTo>
                    <a:pt x="1575026" y="4618573"/>
                  </a:lnTo>
                  <a:lnTo>
                    <a:pt x="1575151" y="4618573"/>
                  </a:lnTo>
                  <a:lnTo>
                    <a:pt x="1575276" y="4618573"/>
                  </a:lnTo>
                  <a:lnTo>
                    <a:pt x="1575401" y="4618573"/>
                  </a:lnTo>
                  <a:lnTo>
                    <a:pt x="1575526" y="4618573"/>
                  </a:lnTo>
                  <a:lnTo>
                    <a:pt x="1575651" y="4618573"/>
                  </a:lnTo>
                  <a:lnTo>
                    <a:pt x="1575776" y="4618573"/>
                  </a:lnTo>
                  <a:lnTo>
                    <a:pt x="1575901" y="4618573"/>
                  </a:lnTo>
                  <a:lnTo>
                    <a:pt x="1576026" y="4618573"/>
                  </a:lnTo>
                  <a:lnTo>
                    <a:pt x="1576151" y="4618573"/>
                  </a:lnTo>
                  <a:lnTo>
                    <a:pt x="1576276" y="4618573"/>
                  </a:lnTo>
                  <a:lnTo>
                    <a:pt x="1576401" y="4618573"/>
                  </a:lnTo>
                  <a:lnTo>
                    <a:pt x="1576527" y="4618573"/>
                  </a:lnTo>
                  <a:lnTo>
                    <a:pt x="1576652" y="4618573"/>
                  </a:lnTo>
                  <a:lnTo>
                    <a:pt x="1576652" y="4608619"/>
                  </a:lnTo>
                  <a:lnTo>
                    <a:pt x="1576777" y="4608619"/>
                  </a:lnTo>
                  <a:lnTo>
                    <a:pt x="1576902" y="4608619"/>
                  </a:lnTo>
                  <a:lnTo>
                    <a:pt x="1577027" y="4608619"/>
                  </a:lnTo>
                  <a:lnTo>
                    <a:pt x="1577152" y="4608619"/>
                  </a:lnTo>
                  <a:lnTo>
                    <a:pt x="1577277" y="4608619"/>
                  </a:lnTo>
                  <a:lnTo>
                    <a:pt x="1577402" y="4608619"/>
                  </a:lnTo>
                  <a:lnTo>
                    <a:pt x="1577527" y="4608619"/>
                  </a:lnTo>
                  <a:lnTo>
                    <a:pt x="1577652" y="4608619"/>
                  </a:lnTo>
                  <a:lnTo>
                    <a:pt x="1577777" y="4608619"/>
                  </a:lnTo>
                  <a:lnTo>
                    <a:pt x="1577902" y="4608619"/>
                  </a:lnTo>
                  <a:lnTo>
                    <a:pt x="1578027" y="4608619"/>
                  </a:lnTo>
                  <a:lnTo>
                    <a:pt x="1578152" y="4608619"/>
                  </a:lnTo>
                  <a:lnTo>
                    <a:pt x="1578277" y="4608619"/>
                  </a:lnTo>
                  <a:lnTo>
                    <a:pt x="1578402" y="4608619"/>
                  </a:lnTo>
                  <a:lnTo>
                    <a:pt x="1578527" y="4608619"/>
                  </a:lnTo>
                  <a:lnTo>
                    <a:pt x="1578652" y="4608619"/>
                  </a:lnTo>
                  <a:lnTo>
                    <a:pt x="1578777" y="4608619"/>
                  </a:lnTo>
                  <a:lnTo>
                    <a:pt x="1578902" y="4608619"/>
                  </a:lnTo>
                  <a:lnTo>
                    <a:pt x="1579027" y="4608619"/>
                  </a:lnTo>
                  <a:lnTo>
                    <a:pt x="1579152" y="4608619"/>
                  </a:lnTo>
                  <a:lnTo>
                    <a:pt x="1579277" y="4608619"/>
                  </a:lnTo>
                  <a:lnTo>
                    <a:pt x="1579402" y="4608619"/>
                  </a:lnTo>
                  <a:lnTo>
                    <a:pt x="1579528" y="4608619"/>
                  </a:lnTo>
                  <a:lnTo>
                    <a:pt x="1579653" y="4608619"/>
                  </a:lnTo>
                  <a:lnTo>
                    <a:pt x="1579778" y="4608619"/>
                  </a:lnTo>
                  <a:lnTo>
                    <a:pt x="1579903" y="4608619"/>
                  </a:lnTo>
                  <a:lnTo>
                    <a:pt x="1580028" y="4608619"/>
                  </a:lnTo>
                  <a:lnTo>
                    <a:pt x="1580153" y="4608619"/>
                  </a:lnTo>
                  <a:lnTo>
                    <a:pt x="1580278" y="4608619"/>
                  </a:lnTo>
                  <a:lnTo>
                    <a:pt x="1580403" y="4608619"/>
                  </a:lnTo>
                  <a:lnTo>
                    <a:pt x="1580528" y="4608619"/>
                  </a:lnTo>
                  <a:lnTo>
                    <a:pt x="1580653" y="4608619"/>
                  </a:lnTo>
                  <a:lnTo>
                    <a:pt x="1580778" y="4608619"/>
                  </a:lnTo>
                  <a:lnTo>
                    <a:pt x="1580903" y="4608619"/>
                  </a:lnTo>
                  <a:lnTo>
                    <a:pt x="1581028" y="4608619"/>
                  </a:lnTo>
                  <a:lnTo>
                    <a:pt x="1581153" y="4608619"/>
                  </a:lnTo>
                  <a:lnTo>
                    <a:pt x="1581278" y="4608619"/>
                  </a:lnTo>
                  <a:lnTo>
                    <a:pt x="1581403" y="4608619"/>
                  </a:lnTo>
                  <a:lnTo>
                    <a:pt x="1581528" y="4608619"/>
                  </a:lnTo>
                  <a:lnTo>
                    <a:pt x="1581653" y="4608619"/>
                  </a:lnTo>
                  <a:lnTo>
                    <a:pt x="1581778" y="4608619"/>
                  </a:lnTo>
                  <a:lnTo>
                    <a:pt x="1581903" y="4608619"/>
                  </a:lnTo>
                  <a:lnTo>
                    <a:pt x="1582028" y="4608619"/>
                  </a:lnTo>
                  <a:lnTo>
                    <a:pt x="1582153" y="4608619"/>
                  </a:lnTo>
                  <a:lnTo>
                    <a:pt x="1582278" y="4608619"/>
                  </a:lnTo>
                  <a:lnTo>
                    <a:pt x="1582403" y="4608619"/>
                  </a:lnTo>
                  <a:lnTo>
                    <a:pt x="1582529" y="4608619"/>
                  </a:lnTo>
                  <a:lnTo>
                    <a:pt x="1582654" y="4608619"/>
                  </a:lnTo>
                  <a:lnTo>
                    <a:pt x="1582779" y="4608619"/>
                  </a:lnTo>
                  <a:lnTo>
                    <a:pt x="1582904" y="4608619"/>
                  </a:lnTo>
                  <a:lnTo>
                    <a:pt x="1583029" y="4608619"/>
                  </a:lnTo>
                  <a:lnTo>
                    <a:pt x="1583154" y="4608619"/>
                  </a:lnTo>
                  <a:lnTo>
                    <a:pt x="1583279" y="4608619"/>
                  </a:lnTo>
                  <a:lnTo>
                    <a:pt x="1583404" y="4608619"/>
                  </a:lnTo>
                  <a:lnTo>
                    <a:pt x="1583529" y="4608619"/>
                  </a:lnTo>
                  <a:lnTo>
                    <a:pt x="1583654" y="4608619"/>
                  </a:lnTo>
                  <a:lnTo>
                    <a:pt x="1583779" y="4608619"/>
                  </a:lnTo>
                  <a:lnTo>
                    <a:pt x="1583904" y="4608619"/>
                  </a:lnTo>
                  <a:lnTo>
                    <a:pt x="1584029" y="4608619"/>
                  </a:lnTo>
                  <a:lnTo>
                    <a:pt x="1584154" y="4608619"/>
                  </a:lnTo>
                  <a:lnTo>
                    <a:pt x="1584279" y="4608619"/>
                  </a:lnTo>
                  <a:lnTo>
                    <a:pt x="1584404" y="4608619"/>
                  </a:lnTo>
                  <a:lnTo>
                    <a:pt x="1584529" y="4608619"/>
                  </a:lnTo>
                  <a:lnTo>
                    <a:pt x="1584654" y="4608619"/>
                  </a:lnTo>
                  <a:lnTo>
                    <a:pt x="1584779" y="4608619"/>
                  </a:lnTo>
                  <a:lnTo>
                    <a:pt x="1584904" y="4608619"/>
                  </a:lnTo>
                  <a:lnTo>
                    <a:pt x="1585029" y="4608619"/>
                  </a:lnTo>
                  <a:lnTo>
                    <a:pt x="1585154" y="4608619"/>
                  </a:lnTo>
                  <a:lnTo>
                    <a:pt x="1585279" y="4608619"/>
                  </a:lnTo>
                  <a:lnTo>
                    <a:pt x="1585404" y="4608619"/>
                  </a:lnTo>
                  <a:lnTo>
                    <a:pt x="1585530" y="4608619"/>
                  </a:lnTo>
                  <a:lnTo>
                    <a:pt x="1585655" y="4608619"/>
                  </a:lnTo>
                  <a:lnTo>
                    <a:pt x="1585780" y="4608619"/>
                  </a:lnTo>
                  <a:lnTo>
                    <a:pt x="1585905" y="4608619"/>
                  </a:lnTo>
                  <a:lnTo>
                    <a:pt x="1586030" y="4608619"/>
                  </a:lnTo>
                  <a:lnTo>
                    <a:pt x="1586155" y="4608619"/>
                  </a:lnTo>
                  <a:lnTo>
                    <a:pt x="1586280" y="4608619"/>
                  </a:lnTo>
                  <a:lnTo>
                    <a:pt x="1586405" y="4608619"/>
                  </a:lnTo>
                  <a:lnTo>
                    <a:pt x="1586405" y="4598666"/>
                  </a:lnTo>
                  <a:lnTo>
                    <a:pt x="1586530" y="4598666"/>
                  </a:lnTo>
                  <a:lnTo>
                    <a:pt x="1586655" y="4598666"/>
                  </a:lnTo>
                  <a:lnTo>
                    <a:pt x="1586780" y="4598666"/>
                  </a:lnTo>
                  <a:lnTo>
                    <a:pt x="1586905" y="4598666"/>
                  </a:lnTo>
                  <a:lnTo>
                    <a:pt x="1587030" y="4598666"/>
                  </a:lnTo>
                  <a:lnTo>
                    <a:pt x="1587155" y="4598666"/>
                  </a:lnTo>
                  <a:lnTo>
                    <a:pt x="1587280" y="4598666"/>
                  </a:lnTo>
                  <a:lnTo>
                    <a:pt x="1587405" y="4598666"/>
                  </a:lnTo>
                  <a:lnTo>
                    <a:pt x="1587530" y="4598666"/>
                  </a:lnTo>
                  <a:lnTo>
                    <a:pt x="1587655" y="4598666"/>
                  </a:lnTo>
                  <a:lnTo>
                    <a:pt x="1587780" y="4598666"/>
                  </a:lnTo>
                  <a:lnTo>
                    <a:pt x="1587905" y="4598666"/>
                  </a:lnTo>
                  <a:lnTo>
                    <a:pt x="1588030" y="4598666"/>
                  </a:lnTo>
                  <a:lnTo>
                    <a:pt x="1588155" y="4598666"/>
                  </a:lnTo>
                  <a:lnTo>
                    <a:pt x="1588280" y="4598666"/>
                  </a:lnTo>
                  <a:lnTo>
                    <a:pt x="1588405" y="4598666"/>
                  </a:lnTo>
                  <a:lnTo>
                    <a:pt x="1588531" y="4598666"/>
                  </a:lnTo>
                  <a:lnTo>
                    <a:pt x="1588656" y="4598666"/>
                  </a:lnTo>
                  <a:lnTo>
                    <a:pt x="1588781" y="4598666"/>
                  </a:lnTo>
                  <a:lnTo>
                    <a:pt x="1588906" y="4598666"/>
                  </a:lnTo>
                  <a:lnTo>
                    <a:pt x="1589031" y="4598666"/>
                  </a:lnTo>
                  <a:lnTo>
                    <a:pt x="1589156" y="4598666"/>
                  </a:lnTo>
                  <a:lnTo>
                    <a:pt x="1589281" y="4598666"/>
                  </a:lnTo>
                  <a:lnTo>
                    <a:pt x="1589406" y="4598666"/>
                  </a:lnTo>
                  <a:lnTo>
                    <a:pt x="1589531" y="4598666"/>
                  </a:lnTo>
                  <a:lnTo>
                    <a:pt x="1589656" y="4598666"/>
                  </a:lnTo>
                  <a:lnTo>
                    <a:pt x="1589781" y="4598666"/>
                  </a:lnTo>
                  <a:lnTo>
                    <a:pt x="1589906" y="4598666"/>
                  </a:lnTo>
                  <a:lnTo>
                    <a:pt x="1590031" y="4598666"/>
                  </a:lnTo>
                  <a:lnTo>
                    <a:pt x="1590156" y="4598666"/>
                  </a:lnTo>
                  <a:lnTo>
                    <a:pt x="1590281" y="4598666"/>
                  </a:lnTo>
                  <a:lnTo>
                    <a:pt x="1590406" y="4598666"/>
                  </a:lnTo>
                  <a:lnTo>
                    <a:pt x="1590531" y="4598666"/>
                  </a:lnTo>
                  <a:lnTo>
                    <a:pt x="1590656" y="4598666"/>
                  </a:lnTo>
                  <a:lnTo>
                    <a:pt x="1590781" y="4598666"/>
                  </a:lnTo>
                  <a:lnTo>
                    <a:pt x="1590906" y="4598666"/>
                  </a:lnTo>
                  <a:lnTo>
                    <a:pt x="1591031" y="4598666"/>
                  </a:lnTo>
                  <a:lnTo>
                    <a:pt x="1591156" y="4598666"/>
                  </a:lnTo>
                  <a:lnTo>
                    <a:pt x="1591281" y="4598666"/>
                  </a:lnTo>
                  <a:lnTo>
                    <a:pt x="1591407" y="4598666"/>
                  </a:lnTo>
                  <a:lnTo>
                    <a:pt x="1591532" y="4598666"/>
                  </a:lnTo>
                  <a:lnTo>
                    <a:pt x="1591657" y="4598666"/>
                  </a:lnTo>
                  <a:lnTo>
                    <a:pt x="1591782" y="4598666"/>
                  </a:lnTo>
                  <a:lnTo>
                    <a:pt x="1591907" y="4598666"/>
                  </a:lnTo>
                  <a:lnTo>
                    <a:pt x="1592032" y="4598666"/>
                  </a:lnTo>
                  <a:lnTo>
                    <a:pt x="1592157" y="4598666"/>
                  </a:lnTo>
                  <a:lnTo>
                    <a:pt x="1592282" y="4598666"/>
                  </a:lnTo>
                  <a:lnTo>
                    <a:pt x="1592407" y="4598666"/>
                  </a:lnTo>
                  <a:lnTo>
                    <a:pt x="1592532" y="4598666"/>
                  </a:lnTo>
                  <a:lnTo>
                    <a:pt x="1592657" y="4598666"/>
                  </a:lnTo>
                  <a:lnTo>
                    <a:pt x="1592782" y="4598666"/>
                  </a:lnTo>
                  <a:lnTo>
                    <a:pt x="1592907" y="4598666"/>
                  </a:lnTo>
                  <a:lnTo>
                    <a:pt x="1593032" y="4598666"/>
                  </a:lnTo>
                  <a:lnTo>
                    <a:pt x="1593157" y="4598666"/>
                  </a:lnTo>
                  <a:lnTo>
                    <a:pt x="1593282" y="4598666"/>
                  </a:lnTo>
                  <a:lnTo>
                    <a:pt x="1593407" y="4598666"/>
                  </a:lnTo>
                  <a:lnTo>
                    <a:pt x="1593532" y="4598666"/>
                  </a:lnTo>
                  <a:lnTo>
                    <a:pt x="1593657" y="4598666"/>
                  </a:lnTo>
                  <a:lnTo>
                    <a:pt x="1593782" y="4598666"/>
                  </a:lnTo>
                  <a:lnTo>
                    <a:pt x="1593907" y="4598666"/>
                  </a:lnTo>
                  <a:lnTo>
                    <a:pt x="1594032" y="4598666"/>
                  </a:lnTo>
                  <a:lnTo>
                    <a:pt x="1594157" y="4598666"/>
                  </a:lnTo>
                  <a:lnTo>
                    <a:pt x="1594282" y="4598666"/>
                  </a:lnTo>
                  <a:lnTo>
                    <a:pt x="1594408" y="4598666"/>
                  </a:lnTo>
                  <a:lnTo>
                    <a:pt x="1594533" y="4598666"/>
                  </a:lnTo>
                  <a:lnTo>
                    <a:pt x="1594658" y="4598666"/>
                  </a:lnTo>
                  <a:lnTo>
                    <a:pt x="1594783" y="4598666"/>
                  </a:lnTo>
                  <a:lnTo>
                    <a:pt x="1594908" y="4598666"/>
                  </a:lnTo>
                  <a:lnTo>
                    <a:pt x="1595033" y="4598666"/>
                  </a:lnTo>
                  <a:lnTo>
                    <a:pt x="1595158" y="4598666"/>
                  </a:lnTo>
                  <a:lnTo>
                    <a:pt x="1595283" y="4598666"/>
                  </a:lnTo>
                  <a:lnTo>
                    <a:pt x="1595408" y="4598666"/>
                  </a:lnTo>
                  <a:lnTo>
                    <a:pt x="1595533" y="4598666"/>
                  </a:lnTo>
                  <a:lnTo>
                    <a:pt x="1595658" y="4598666"/>
                  </a:lnTo>
                  <a:lnTo>
                    <a:pt x="1595783" y="4598666"/>
                  </a:lnTo>
                  <a:lnTo>
                    <a:pt x="1595908" y="4598666"/>
                  </a:lnTo>
                  <a:lnTo>
                    <a:pt x="1596033" y="4598666"/>
                  </a:lnTo>
                  <a:lnTo>
                    <a:pt x="1596158" y="4598666"/>
                  </a:lnTo>
                  <a:lnTo>
                    <a:pt x="1596283" y="4598666"/>
                  </a:lnTo>
                  <a:lnTo>
                    <a:pt x="1596408" y="4598666"/>
                  </a:lnTo>
                  <a:lnTo>
                    <a:pt x="1596533" y="4598666"/>
                  </a:lnTo>
                  <a:lnTo>
                    <a:pt x="1596658" y="4598666"/>
                  </a:lnTo>
                  <a:lnTo>
                    <a:pt x="1596783" y="4598666"/>
                  </a:lnTo>
                  <a:lnTo>
                    <a:pt x="1596908" y="4598666"/>
                  </a:lnTo>
                  <a:lnTo>
                    <a:pt x="1597033" y="4598666"/>
                  </a:lnTo>
                  <a:lnTo>
                    <a:pt x="1597158" y="4598666"/>
                  </a:lnTo>
                  <a:lnTo>
                    <a:pt x="1597283" y="4598666"/>
                  </a:lnTo>
                  <a:lnTo>
                    <a:pt x="1597409" y="4598666"/>
                  </a:lnTo>
                  <a:lnTo>
                    <a:pt x="1597534" y="4598666"/>
                  </a:lnTo>
                  <a:lnTo>
                    <a:pt x="1597659" y="4598666"/>
                  </a:lnTo>
                  <a:lnTo>
                    <a:pt x="1597784" y="4598666"/>
                  </a:lnTo>
                  <a:lnTo>
                    <a:pt x="1597909" y="4598666"/>
                  </a:lnTo>
                  <a:lnTo>
                    <a:pt x="1598034" y="4598666"/>
                  </a:lnTo>
                  <a:lnTo>
                    <a:pt x="1598159" y="4598666"/>
                  </a:lnTo>
                  <a:lnTo>
                    <a:pt x="1598284" y="4598666"/>
                  </a:lnTo>
                  <a:lnTo>
                    <a:pt x="1598409" y="4598666"/>
                  </a:lnTo>
                  <a:lnTo>
                    <a:pt x="1598534" y="4598666"/>
                  </a:lnTo>
                  <a:lnTo>
                    <a:pt x="1598659" y="4598666"/>
                  </a:lnTo>
                  <a:lnTo>
                    <a:pt x="1598784" y="4598666"/>
                  </a:lnTo>
                  <a:lnTo>
                    <a:pt x="1598909" y="4598666"/>
                  </a:lnTo>
                  <a:lnTo>
                    <a:pt x="1599034" y="4598666"/>
                  </a:lnTo>
                  <a:lnTo>
                    <a:pt x="1599159" y="4598666"/>
                  </a:lnTo>
                  <a:lnTo>
                    <a:pt x="1599284" y="4598666"/>
                  </a:lnTo>
                  <a:lnTo>
                    <a:pt x="1599409" y="4598666"/>
                  </a:lnTo>
                  <a:lnTo>
                    <a:pt x="1599534" y="4598666"/>
                  </a:lnTo>
                  <a:lnTo>
                    <a:pt x="1599659" y="4598666"/>
                  </a:lnTo>
                  <a:lnTo>
                    <a:pt x="1599784" y="4598666"/>
                  </a:lnTo>
                  <a:lnTo>
                    <a:pt x="1599909" y="4598666"/>
                  </a:lnTo>
                  <a:lnTo>
                    <a:pt x="1600034" y="4598666"/>
                  </a:lnTo>
                  <a:lnTo>
                    <a:pt x="1600159" y="4598666"/>
                  </a:lnTo>
                  <a:lnTo>
                    <a:pt x="1600284" y="4598666"/>
                  </a:lnTo>
                  <a:lnTo>
                    <a:pt x="1600410" y="4598666"/>
                  </a:lnTo>
                  <a:lnTo>
                    <a:pt x="1600535" y="4598666"/>
                  </a:lnTo>
                  <a:lnTo>
                    <a:pt x="1600660" y="4598666"/>
                  </a:lnTo>
                  <a:lnTo>
                    <a:pt x="1600785" y="4598666"/>
                  </a:lnTo>
                  <a:lnTo>
                    <a:pt x="1600910" y="4598666"/>
                  </a:lnTo>
                  <a:lnTo>
                    <a:pt x="1601035" y="4598666"/>
                  </a:lnTo>
                  <a:lnTo>
                    <a:pt x="1601160" y="4598666"/>
                  </a:lnTo>
                  <a:lnTo>
                    <a:pt x="1601285" y="4598666"/>
                  </a:lnTo>
                  <a:lnTo>
                    <a:pt x="1601410" y="4598666"/>
                  </a:lnTo>
                  <a:lnTo>
                    <a:pt x="1601535" y="4598666"/>
                  </a:lnTo>
                  <a:lnTo>
                    <a:pt x="1601535" y="4588712"/>
                  </a:lnTo>
                  <a:lnTo>
                    <a:pt x="1601660" y="4588712"/>
                  </a:lnTo>
                  <a:lnTo>
                    <a:pt x="1601785" y="4588712"/>
                  </a:lnTo>
                  <a:lnTo>
                    <a:pt x="1601910" y="4588712"/>
                  </a:lnTo>
                  <a:lnTo>
                    <a:pt x="1602035" y="4588712"/>
                  </a:lnTo>
                  <a:lnTo>
                    <a:pt x="1602160" y="4588712"/>
                  </a:lnTo>
                  <a:lnTo>
                    <a:pt x="1602285" y="4588712"/>
                  </a:lnTo>
                  <a:lnTo>
                    <a:pt x="1602410" y="4588712"/>
                  </a:lnTo>
                  <a:lnTo>
                    <a:pt x="1602535" y="4588712"/>
                  </a:lnTo>
                  <a:lnTo>
                    <a:pt x="1602660" y="4588712"/>
                  </a:lnTo>
                  <a:lnTo>
                    <a:pt x="1602785" y="4588712"/>
                  </a:lnTo>
                  <a:lnTo>
                    <a:pt x="1602910" y="4588712"/>
                  </a:lnTo>
                  <a:lnTo>
                    <a:pt x="1603035" y="4588712"/>
                  </a:lnTo>
                  <a:lnTo>
                    <a:pt x="1603160" y="4588712"/>
                  </a:lnTo>
                  <a:lnTo>
                    <a:pt x="1603285" y="4588712"/>
                  </a:lnTo>
                  <a:lnTo>
                    <a:pt x="1603411" y="4588712"/>
                  </a:lnTo>
                  <a:lnTo>
                    <a:pt x="1603536" y="4588712"/>
                  </a:lnTo>
                  <a:lnTo>
                    <a:pt x="1603661" y="4588712"/>
                  </a:lnTo>
                  <a:lnTo>
                    <a:pt x="1603786" y="4588712"/>
                  </a:lnTo>
                  <a:lnTo>
                    <a:pt x="1603911" y="4588712"/>
                  </a:lnTo>
                  <a:lnTo>
                    <a:pt x="1604036" y="4588712"/>
                  </a:lnTo>
                  <a:lnTo>
                    <a:pt x="1604161" y="4588712"/>
                  </a:lnTo>
                  <a:lnTo>
                    <a:pt x="1604286" y="4588712"/>
                  </a:lnTo>
                  <a:lnTo>
                    <a:pt x="1604411" y="4588712"/>
                  </a:lnTo>
                  <a:lnTo>
                    <a:pt x="1604536" y="4588712"/>
                  </a:lnTo>
                  <a:lnTo>
                    <a:pt x="1604661" y="4588712"/>
                  </a:lnTo>
                  <a:lnTo>
                    <a:pt x="1604786" y="4588712"/>
                  </a:lnTo>
                  <a:lnTo>
                    <a:pt x="1604911" y="4588712"/>
                  </a:lnTo>
                  <a:lnTo>
                    <a:pt x="1605036" y="4588712"/>
                  </a:lnTo>
                  <a:lnTo>
                    <a:pt x="1605161" y="4588712"/>
                  </a:lnTo>
                  <a:lnTo>
                    <a:pt x="1605286" y="4588712"/>
                  </a:lnTo>
                  <a:lnTo>
                    <a:pt x="1605411" y="4588712"/>
                  </a:lnTo>
                  <a:lnTo>
                    <a:pt x="1605536" y="4588712"/>
                  </a:lnTo>
                  <a:lnTo>
                    <a:pt x="1605661" y="4588712"/>
                  </a:lnTo>
                  <a:lnTo>
                    <a:pt x="1605786" y="4588712"/>
                  </a:lnTo>
                  <a:lnTo>
                    <a:pt x="1605911" y="4588712"/>
                  </a:lnTo>
                  <a:lnTo>
                    <a:pt x="1606036" y="4588712"/>
                  </a:lnTo>
                  <a:lnTo>
                    <a:pt x="1606161" y="4588712"/>
                  </a:lnTo>
                  <a:lnTo>
                    <a:pt x="1606286" y="4588712"/>
                  </a:lnTo>
                  <a:lnTo>
                    <a:pt x="1606412" y="4588712"/>
                  </a:lnTo>
                  <a:lnTo>
                    <a:pt x="1606537" y="4588712"/>
                  </a:lnTo>
                  <a:lnTo>
                    <a:pt x="1606662" y="4588712"/>
                  </a:lnTo>
                  <a:lnTo>
                    <a:pt x="1606787" y="4588712"/>
                  </a:lnTo>
                  <a:lnTo>
                    <a:pt x="1606912" y="4588712"/>
                  </a:lnTo>
                  <a:lnTo>
                    <a:pt x="1607037" y="4588712"/>
                  </a:lnTo>
                  <a:lnTo>
                    <a:pt x="1607162" y="4588712"/>
                  </a:lnTo>
                  <a:lnTo>
                    <a:pt x="1607287" y="4588712"/>
                  </a:lnTo>
                  <a:lnTo>
                    <a:pt x="1607412" y="4588712"/>
                  </a:lnTo>
                  <a:lnTo>
                    <a:pt x="1607537" y="4588712"/>
                  </a:lnTo>
                  <a:lnTo>
                    <a:pt x="1607662" y="4588712"/>
                  </a:lnTo>
                  <a:lnTo>
                    <a:pt x="1607787" y="4588712"/>
                  </a:lnTo>
                  <a:lnTo>
                    <a:pt x="1607912" y="4588712"/>
                  </a:lnTo>
                  <a:lnTo>
                    <a:pt x="1608037" y="4588712"/>
                  </a:lnTo>
                  <a:lnTo>
                    <a:pt x="1608162" y="4588712"/>
                  </a:lnTo>
                  <a:lnTo>
                    <a:pt x="1608287" y="4588712"/>
                  </a:lnTo>
                  <a:lnTo>
                    <a:pt x="1608412" y="4588712"/>
                  </a:lnTo>
                  <a:lnTo>
                    <a:pt x="1608537" y="4588712"/>
                  </a:lnTo>
                  <a:lnTo>
                    <a:pt x="1608662" y="4588712"/>
                  </a:lnTo>
                  <a:lnTo>
                    <a:pt x="1608787" y="4588712"/>
                  </a:lnTo>
                  <a:lnTo>
                    <a:pt x="1608912" y="4588712"/>
                  </a:lnTo>
                  <a:lnTo>
                    <a:pt x="1609037" y="4588712"/>
                  </a:lnTo>
                  <a:lnTo>
                    <a:pt x="1609162" y="4588712"/>
                  </a:lnTo>
                  <a:lnTo>
                    <a:pt x="1609287" y="4588712"/>
                  </a:lnTo>
                  <a:lnTo>
                    <a:pt x="1609413" y="4588712"/>
                  </a:lnTo>
                  <a:lnTo>
                    <a:pt x="1609538" y="4588712"/>
                  </a:lnTo>
                  <a:lnTo>
                    <a:pt x="1609663" y="4588712"/>
                  </a:lnTo>
                  <a:lnTo>
                    <a:pt x="1609788" y="4588712"/>
                  </a:lnTo>
                  <a:lnTo>
                    <a:pt x="1609913" y="4588712"/>
                  </a:lnTo>
                  <a:lnTo>
                    <a:pt x="1610038" y="4588712"/>
                  </a:lnTo>
                  <a:lnTo>
                    <a:pt x="1610163" y="4588712"/>
                  </a:lnTo>
                  <a:lnTo>
                    <a:pt x="1610288" y="4588712"/>
                  </a:lnTo>
                  <a:lnTo>
                    <a:pt x="1610413" y="4588712"/>
                  </a:lnTo>
                  <a:lnTo>
                    <a:pt x="1610538" y="4588712"/>
                  </a:lnTo>
                  <a:lnTo>
                    <a:pt x="1610663" y="4588712"/>
                  </a:lnTo>
                  <a:lnTo>
                    <a:pt x="1610788" y="4588712"/>
                  </a:lnTo>
                  <a:lnTo>
                    <a:pt x="1610913" y="4588712"/>
                  </a:lnTo>
                  <a:lnTo>
                    <a:pt x="1611038" y="4588712"/>
                  </a:lnTo>
                  <a:lnTo>
                    <a:pt x="1611163" y="4588712"/>
                  </a:lnTo>
                  <a:lnTo>
                    <a:pt x="1611288" y="4588712"/>
                  </a:lnTo>
                  <a:lnTo>
                    <a:pt x="1611288" y="4578758"/>
                  </a:lnTo>
                  <a:lnTo>
                    <a:pt x="1611413" y="4578758"/>
                  </a:lnTo>
                  <a:lnTo>
                    <a:pt x="1611538" y="4578758"/>
                  </a:lnTo>
                  <a:lnTo>
                    <a:pt x="1611663" y="4578758"/>
                  </a:lnTo>
                  <a:lnTo>
                    <a:pt x="1611788" y="4578758"/>
                  </a:lnTo>
                  <a:lnTo>
                    <a:pt x="1611913" y="4578758"/>
                  </a:lnTo>
                  <a:lnTo>
                    <a:pt x="1612038" y="4578758"/>
                  </a:lnTo>
                  <a:lnTo>
                    <a:pt x="1612163" y="4578758"/>
                  </a:lnTo>
                  <a:lnTo>
                    <a:pt x="1612288" y="4578758"/>
                  </a:lnTo>
                  <a:lnTo>
                    <a:pt x="1612414" y="4578758"/>
                  </a:lnTo>
                  <a:lnTo>
                    <a:pt x="1612539" y="4578758"/>
                  </a:lnTo>
                  <a:lnTo>
                    <a:pt x="1612664" y="4578758"/>
                  </a:lnTo>
                  <a:lnTo>
                    <a:pt x="1612789" y="4578758"/>
                  </a:lnTo>
                  <a:lnTo>
                    <a:pt x="1612914" y="4578758"/>
                  </a:lnTo>
                  <a:lnTo>
                    <a:pt x="1613039" y="4578758"/>
                  </a:lnTo>
                  <a:lnTo>
                    <a:pt x="1613164" y="4578758"/>
                  </a:lnTo>
                  <a:lnTo>
                    <a:pt x="1613289" y="4578758"/>
                  </a:lnTo>
                  <a:lnTo>
                    <a:pt x="1613414" y="4578758"/>
                  </a:lnTo>
                  <a:lnTo>
                    <a:pt x="1613539" y="4578758"/>
                  </a:lnTo>
                  <a:lnTo>
                    <a:pt x="1613664" y="4578758"/>
                  </a:lnTo>
                  <a:lnTo>
                    <a:pt x="1613789" y="4578758"/>
                  </a:lnTo>
                  <a:lnTo>
                    <a:pt x="1613914" y="4578758"/>
                  </a:lnTo>
                  <a:lnTo>
                    <a:pt x="1614039" y="4578758"/>
                  </a:lnTo>
                  <a:lnTo>
                    <a:pt x="1614164" y="4578758"/>
                  </a:lnTo>
                  <a:lnTo>
                    <a:pt x="1614289" y="4578758"/>
                  </a:lnTo>
                  <a:lnTo>
                    <a:pt x="1614414" y="4578758"/>
                  </a:lnTo>
                  <a:lnTo>
                    <a:pt x="1614539" y="4578758"/>
                  </a:lnTo>
                  <a:lnTo>
                    <a:pt x="1614664" y="4578758"/>
                  </a:lnTo>
                  <a:lnTo>
                    <a:pt x="1614789" y="4578758"/>
                  </a:lnTo>
                  <a:lnTo>
                    <a:pt x="1614914" y="4578758"/>
                  </a:lnTo>
                  <a:lnTo>
                    <a:pt x="1615039" y="4578758"/>
                  </a:lnTo>
                  <a:lnTo>
                    <a:pt x="1615164" y="4578758"/>
                  </a:lnTo>
                  <a:lnTo>
                    <a:pt x="1615289" y="4578758"/>
                  </a:lnTo>
                  <a:lnTo>
                    <a:pt x="1615415" y="4578758"/>
                  </a:lnTo>
                  <a:lnTo>
                    <a:pt x="1615540" y="4578758"/>
                  </a:lnTo>
                  <a:lnTo>
                    <a:pt x="1615665" y="4578758"/>
                  </a:lnTo>
                  <a:lnTo>
                    <a:pt x="1615790" y="4578758"/>
                  </a:lnTo>
                  <a:lnTo>
                    <a:pt x="1615915" y="4578758"/>
                  </a:lnTo>
                  <a:lnTo>
                    <a:pt x="1616040" y="4578758"/>
                  </a:lnTo>
                  <a:lnTo>
                    <a:pt x="1616165" y="4578758"/>
                  </a:lnTo>
                  <a:lnTo>
                    <a:pt x="1616290" y="4578758"/>
                  </a:lnTo>
                  <a:lnTo>
                    <a:pt x="1616415" y="4578758"/>
                  </a:lnTo>
                  <a:lnTo>
                    <a:pt x="1616540" y="4578758"/>
                  </a:lnTo>
                  <a:lnTo>
                    <a:pt x="1616665" y="4578758"/>
                  </a:lnTo>
                  <a:lnTo>
                    <a:pt x="1616790" y="4578758"/>
                  </a:lnTo>
                  <a:lnTo>
                    <a:pt x="1616915" y="4578758"/>
                  </a:lnTo>
                  <a:lnTo>
                    <a:pt x="1617040" y="4578758"/>
                  </a:lnTo>
                  <a:lnTo>
                    <a:pt x="1617165" y="4578758"/>
                  </a:lnTo>
                  <a:lnTo>
                    <a:pt x="1617290" y="4578758"/>
                  </a:lnTo>
                  <a:lnTo>
                    <a:pt x="1617415" y="4578758"/>
                  </a:lnTo>
                  <a:lnTo>
                    <a:pt x="1617540" y="4578758"/>
                  </a:lnTo>
                  <a:lnTo>
                    <a:pt x="1617665" y="4578758"/>
                  </a:lnTo>
                  <a:lnTo>
                    <a:pt x="1617790" y="4578758"/>
                  </a:lnTo>
                  <a:lnTo>
                    <a:pt x="1617915" y="4578758"/>
                  </a:lnTo>
                  <a:lnTo>
                    <a:pt x="1618040" y="4578758"/>
                  </a:lnTo>
                  <a:lnTo>
                    <a:pt x="1618165" y="4578758"/>
                  </a:lnTo>
                  <a:lnTo>
                    <a:pt x="1618290" y="4578758"/>
                  </a:lnTo>
                  <a:lnTo>
                    <a:pt x="1618416" y="4578758"/>
                  </a:lnTo>
                  <a:lnTo>
                    <a:pt x="1618541" y="4578758"/>
                  </a:lnTo>
                  <a:lnTo>
                    <a:pt x="1618666" y="4578758"/>
                  </a:lnTo>
                  <a:lnTo>
                    <a:pt x="1618791" y="4578758"/>
                  </a:lnTo>
                  <a:lnTo>
                    <a:pt x="1618916" y="4578758"/>
                  </a:lnTo>
                  <a:lnTo>
                    <a:pt x="1619041" y="4578758"/>
                  </a:lnTo>
                  <a:lnTo>
                    <a:pt x="1619166" y="4578758"/>
                  </a:lnTo>
                  <a:lnTo>
                    <a:pt x="1619291" y="4578758"/>
                  </a:lnTo>
                  <a:lnTo>
                    <a:pt x="1619416" y="4578758"/>
                  </a:lnTo>
                  <a:lnTo>
                    <a:pt x="1619541" y="4578758"/>
                  </a:lnTo>
                  <a:lnTo>
                    <a:pt x="1619666" y="4578758"/>
                  </a:lnTo>
                  <a:lnTo>
                    <a:pt x="1619791" y="4578758"/>
                  </a:lnTo>
                  <a:lnTo>
                    <a:pt x="1619916" y="4578758"/>
                  </a:lnTo>
                  <a:lnTo>
                    <a:pt x="1620041" y="4578758"/>
                  </a:lnTo>
                  <a:lnTo>
                    <a:pt x="1620166" y="4578758"/>
                  </a:lnTo>
                  <a:lnTo>
                    <a:pt x="1620291" y="4578758"/>
                  </a:lnTo>
                  <a:lnTo>
                    <a:pt x="1620416" y="4578758"/>
                  </a:lnTo>
                  <a:lnTo>
                    <a:pt x="1620541" y="4578758"/>
                  </a:lnTo>
                  <a:lnTo>
                    <a:pt x="1620666" y="4578758"/>
                  </a:lnTo>
                  <a:lnTo>
                    <a:pt x="1620791" y="4578758"/>
                  </a:lnTo>
                  <a:lnTo>
                    <a:pt x="1620916" y="4578758"/>
                  </a:lnTo>
                  <a:lnTo>
                    <a:pt x="1621041" y="4578758"/>
                  </a:lnTo>
                  <a:lnTo>
                    <a:pt x="1621166" y="4578758"/>
                  </a:lnTo>
                  <a:lnTo>
                    <a:pt x="1621291" y="4578758"/>
                  </a:lnTo>
                  <a:lnTo>
                    <a:pt x="1621417" y="4578758"/>
                  </a:lnTo>
                  <a:lnTo>
                    <a:pt x="1621542" y="4578758"/>
                  </a:lnTo>
                  <a:lnTo>
                    <a:pt x="1621667" y="4578758"/>
                  </a:lnTo>
                  <a:lnTo>
                    <a:pt x="1621792" y="4578758"/>
                  </a:lnTo>
                  <a:lnTo>
                    <a:pt x="1621917" y="4578758"/>
                  </a:lnTo>
                  <a:lnTo>
                    <a:pt x="1622042" y="4578758"/>
                  </a:lnTo>
                  <a:lnTo>
                    <a:pt x="1622167" y="4578758"/>
                  </a:lnTo>
                  <a:lnTo>
                    <a:pt x="1622292" y="4578758"/>
                  </a:lnTo>
                  <a:lnTo>
                    <a:pt x="1622417" y="4578758"/>
                  </a:lnTo>
                  <a:lnTo>
                    <a:pt x="1622542" y="4578758"/>
                  </a:lnTo>
                  <a:lnTo>
                    <a:pt x="1622667" y="4578758"/>
                  </a:lnTo>
                  <a:lnTo>
                    <a:pt x="1622792" y="4578758"/>
                  </a:lnTo>
                  <a:lnTo>
                    <a:pt x="1622917" y="4578758"/>
                  </a:lnTo>
                  <a:lnTo>
                    <a:pt x="1623042" y="4578758"/>
                  </a:lnTo>
                  <a:lnTo>
                    <a:pt x="1623167" y="4578758"/>
                  </a:lnTo>
                  <a:lnTo>
                    <a:pt x="1623292" y="4578758"/>
                  </a:lnTo>
                  <a:lnTo>
                    <a:pt x="1623417" y="4578758"/>
                  </a:lnTo>
                  <a:lnTo>
                    <a:pt x="1623542" y="4578758"/>
                  </a:lnTo>
                  <a:lnTo>
                    <a:pt x="1623667" y="4578758"/>
                  </a:lnTo>
                  <a:lnTo>
                    <a:pt x="1623792" y="4578758"/>
                  </a:lnTo>
                  <a:lnTo>
                    <a:pt x="1623917" y="4578758"/>
                  </a:lnTo>
                  <a:lnTo>
                    <a:pt x="1624042" y="4578758"/>
                  </a:lnTo>
                  <a:lnTo>
                    <a:pt x="1624167" y="4578758"/>
                  </a:lnTo>
                  <a:lnTo>
                    <a:pt x="1624292" y="4578758"/>
                  </a:lnTo>
                  <a:lnTo>
                    <a:pt x="1624418" y="4578758"/>
                  </a:lnTo>
                  <a:lnTo>
                    <a:pt x="1624543" y="4578758"/>
                  </a:lnTo>
                  <a:lnTo>
                    <a:pt x="1624668" y="4578758"/>
                  </a:lnTo>
                  <a:lnTo>
                    <a:pt x="1624793" y="4578758"/>
                  </a:lnTo>
                  <a:lnTo>
                    <a:pt x="1624918" y="4578758"/>
                  </a:lnTo>
                  <a:lnTo>
                    <a:pt x="1625043" y="4578758"/>
                  </a:lnTo>
                  <a:lnTo>
                    <a:pt x="1625168" y="4578758"/>
                  </a:lnTo>
                  <a:lnTo>
                    <a:pt x="1625293" y="4578758"/>
                  </a:lnTo>
                  <a:lnTo>
                    <a:pt x="1625418" y="4578758"/>
                  </a:lnTo>
                  <a:lnTo>
                    <a:pt x="1625543" y="4578758"/>
                  </a:lnTo>
                  <a:lnTo>
                    <a:pt x="1625668" y="4578758"/>
                  </a:lnTo>
                  <a:lnTo>
                    <a:pt x="1625793" y="4578758"/>
                  </a:lnTo>
                  <a:lnTo>
                    <a:pt x="1625918" y="4578758"/>
                  </a:lnTo>
                  <a:lnTo>
                    <a:pt x="1626043" y="4578758"/>
                  </a:lnTo>
                  <a:lnTo>
                    <a:pt x="1626168" y="4578758"/>
                  </a:lnTo>
                  <a:lnTo>
                    <a:pt x="1626293" y="4578758"/>
                  </a:lnTo>
                  <a:lnTo>
                    <a:pt x="1626418" y="4578758"/>
                  </a:lnTo>
                  <a:lnTo>
                    <a:pt x="1626543" y="4578758"/>
                  </a:lnTo>
                  <a:lnTo>
                    <a:pt x="1626668" y="4578758"/>
                  </a:lnTo>
                  <a:lnTo>
                    <a:pt x="1626793" y="4578758"/>
                  </a:lnTo>
                  <a:lnTo>
                    <a:pt x="1626918" y="4578758"/>
                  </a:lnTo>
                  <a:lnTo>
                    <a:pt x="1627043" y="4578758"/>
                  </a:lnTo>
                  <a:lnTo>
                    <a:pt x="1627168" y="4578758"/>
                  </a:lnTo>
                  <a:lnTo>
                    <a:pt x="1627293" y="4578758"/>
                  </a:lnTo>
                  <a:lnTo>
                    <a:pt x="1627419" y="4578758"/>
                  </a:lnTo>
                  <a:lnTo>
                    <a:pt x="1627544" y="4578758"/>
                  </a:lnTo>
                  <a:lnTo>
                    <a:pt x="1627669" y="4578758"/>
                  </a:lnTo>
                  <a:lnTo>
                    <a:pt x="1627794" y="4578758"/>
                  </a:lnTo>
                  <a:lnTo>
                    <a:pt x="1627919" y="4578758"/>
                  </a:lnTo>
                  <a:lnTo>
                    <a:pt x="1628044" y="4578758"/>
                  </a:lnTo>
                  <a:lnTo>
                    <a:pt x="1628169" y="4578758"/>
                  </a:lnTo>
                  <a:lnTo>
                    <a:pt x="1628294" y="4578758"/>
                  </a:lnTo>
                  <a:lnTo>
                    <a:pt x="1628419" y="4578758"/>
                  </a:lnTo>
                  <a:lnTo>
                    <a:pt x="1628544" y="4578758"/>
                  </a:lnTo>
                  <a:lnTo>
                    <a:pt x="1628669" y="4578758"/>
                  </a:lnTo>
                  <a:lnTo>
                    <a:pt x="1628794" y="4578758"/>
                  </a:lnTo>
                  <a:lnTo>
                    <a:pt x="1628919" y="4578758"/>
                  </a:lnTo>
                  <a:lnTo>
                    <a:pt x="1629044" y="4578758"/>
                  </a:lnTo>
                  <a:lnTo>
                    <a:pt x="1629169" y="4578758"/>
                  </a:lnTo>
                  <a:lnTo>
                    <a:pt x="1629294" y="4578758"/>
                  </a:lnTo>
                  <a:lnTo>
                    <a:pt x="1629419" y="4578758"/>
                  </a:lnTo>
                  <a:lnTo>
                    <a:pt x="1629544" y="4578758"/>
                  </a:lnTo>
                  <a:lnTo>
                    <a:pt x="1629669" y="4578758"/>
                  </a:lnTo>
                  <a:lnTo>
                    <a:pt x="1629794" y="4578758"/>
                  </a:lnTo>
                  <a:lnTo>
                    <a:pt x="1629919" y="4578758"/>
                  </a:lnTo>
                  <a:lnTo>
                    <a:pt x="1630044" y="4578758"/>
                  </a:lnTo>
                  <a:lnTo>
                    <a:pt x="1630169" y="4578758"/>
                  </a:lnTo>
                  <a:lnTo>
                    <a:pt x="1630295" y="4578758"/>
                  </a:lnTo>
                  <a:lnTo>
                    <a:pt x="1630420" y="4578758"/>
                  </a:lnTo>
                  <a:lnTo>
                    <a:pt x="1630545" y="4578758"/>
                  </a:lnTo>
                  <a:lnTo>
                    <a:pt x="1630670" y="4578758"/>
                  </a:lnTo>
                  <a:lnTo>
                    <a:pt x="1630795" y="4578758"/>
                  </a:lnTo>
                  <a:lnTo>
                    <a:pt x="1630920" y="4578758"/>
                  </a:lnTo>
                  <a:lnTo>
                    <a:pt x="1631045" y="4578758"/>
                  </a:lnTo>
                  <a:lnTo>
                    <a:pt x="1631170" y="4578758"/>
                  </a:lnTo>
                  <a:lnTo>
                    <a:pt x="1631295" y="4578758"/>
                  </a:lnTo>
                  <a:lnTo>
                    <a:pt x="1631420" y="4578758"/>
                  </a:lnTo>
                  <a:lnTo>
                    <a:pt x="1631545" y="4578758"/>
                  </a:lnTo>
                  <a:lnTo>
                    <a:pt x="1631670" y="4578758"/>
                  </a:lnTo>
                  <a:lnTo>
                    <a:pt x="1631795" y="4578758"/>
                  </a:lnTo>
                  <a:lnTo>
                    <a:pt x="1631920" y="4578758"/>
                  </a:lnTo>
                  <a:lnTo>
                    <a:pt x="1632045" y="4578758"/>
                  </a:lnTo>
                  <a:lnTo>
                    <a:pt x="1632170" y="4578758"/>
                  </a:lnTo>
                  <a:lnTo>
                    <a:pt x="1632295" y="4578758"/>
                  </a:lnTo>
                  <a:lnTo>
                    <a:pt x="1632420" y="4578758"/>
                  </a:lnTo>
                  <a:lnTo>
                    <a:pt x="1632545" y="4578758"/>
                  </a:lnTo>
                  <a:lnTo>
                    <a:pt x="1632670" y="4578758"/>
                  </a:lnTo>
                  <a:lnTo>
                    <a:pt x="1632795" y="4578758"/>
                  </a:lnTo>
                  <a:lnTo>
                    <a:pt x="1632920" y="4578758"/>
                  </a:lnTo>
                  <a:lnTo>
                    <a:pt x="1633045" y="4578758"/>
                  </a:lnTo>
                  <a:lnTo>
                    <a:pt x="1633170" y="4578758"/>
                  </a:lnTo>
                  <a:lnTo>
                    <a:pt x="1633296" y="4578758"/>
                  </a:lnTo>
                  <a:lnTo>
                    <a:pt x="1633421" y="4578758"/>
                  </a:lnTo>
                  <a:lnTo>
                    <a:pt x="1633546" y="4578758"/>
                  </a:lnTo>
                  <a:lnTo>
                    <a:pt x="1633671" y="4578758"/>
                  </a:lnTo>
                  <a:lnTo>
                    <a:pt x="1633796" y="4578758"/>
                  </a:lnTo>
                  <a:lnTo>
                    <a:pt x="1633921" y="4578758"/>
                  </a:lnTo>
                  <a:lnTo>
                    <a:pt x="1634046" y="4578758"/>
                  </a:lnTo>
                  <a:lnTo>
                    <a:pt x="1634171" y="4578758"/>
                  </a:lnTo>
                  <a:lnTo>
                    <a:pt x="1634296" y="4578758"/>
                  </a:lnTo>
                  <a:lnTo>
                    <a:pt x="1634421" y="4578758"/>
                  </a:lnTo>
                  <a:lnTo>
                    <a:pt x="1634546" y="4578758"/>
                  </a:lnTo>
                  <a:lnTo>
                    <a:pt x="1634671" y="4578758"/>
                  </a:lnTo>
                  <a:lnTo>
                    <a:pt x="1634796" y="4578758"/>
                  </a:lnTo>
                  <a:lnTo>
                    <a:pt x="1634921" y="4578758"/>
                  </a:lnTo>
                  <a:lnTo>
                    <a:pt x="1635046" y="4578758"/>
                  </a:lnTo>
                  <a:lnTo>
                    <a:pt x="1635171" y="4578758"/>
                  </a:lnTo>
                  <a:lnTo>
                    <a:pt x="1635296" y="4578758"/>
                  </a:lnTo>
                  <a:lnTo>
                    <a:pt x="1635421" y="4578758"/>
                  </a:lnTo>
                  <a:lnTo>
                    <a:pt x="1635546" y="4578758"/>
                  </a:lnTo>
                  <a:lnTo>
                    <a:pt x="1635671" y="4578758"/>
                  </a:lnTo>
                  <a:lnTo>
                    <a:pt x="1635796" y="4578758"/>
                  </a:lnTo>
                  <a:lnTo>
                    <a:pt x="1635921" y="4578758"/>
                  </a:lnTo>
                  <a:lnTo>
                    <a:pt x="1636046" y="4578758"/>
                  </a:lnTo>
                  <a:lnTo>
                    <a:pt x="1636171" y="4578758"/>
                  </a:lnTo>
                  <a:lnTo>
                    <a:pt x="1636297" y="4578758"/>
                  </a:lnTo>
                  <a:lnTo>
                    <a:pt x="1636422" y="4578758"/>
                  </a:lnTo>
                  <a:lnTo>
                    <a:pt x="1636547" y="4578758"/>
                  </a:lnTo>
                  <a:lnTo>
                    <a:pt x="1636672" y="4578758"/>
                  </a:lnTo>
                  <a:lnTo>
                    <a:pt x="1636797" y="4578758"/>
                  </a:lnTo>
                  <a:lnTo>
                    <a:pt x="1636922" y="4578758"/>
                  </a:lnTo>
                  <a:lnTo>
                    <a:pt x="1637047" y="4578758"/>
                  </a:lnTo>
                  <a:lnTo>
                    <a:pt x="1637172" y="4578758"/>
                  </a:lnTo>
                  <a:lnTo>
                    <a:pt x="1637297" y="4578758"/>
                  </a:lnTo>
                  <a:lnTo>
                    <a:pt x="1637422" y="4578758"/>
                  </a:lnTo>
                  <a:lnTo>
                    <a:pt x="1637547" y="4578758"/>
                  </a:lnTo>
                  <a:lnTo>
                    <a:pt x="1637672" y="4578758"/>
                  </a:lnTo>
                  <a:lnTo>
                    <a:pt x="1637797" y="4578758"/>
                  </a:lnTo>
                  <a:lnTo>
                    <a:pt x="1637922" y="4578758"/>
                  </a:lnTo>
                  <a:lnTo>
                    <a:pt x="1638047" y="4578758"/>
                  </a:lnTo>
                  <a:lnTo>
                    <a:pt x="1638172" y="4578758"/>
                  </a:lnTo>
                  <a:lnTo>
                    <a:pt x="1638297" y="4578758"/>
                  </a:lnTo>
                  <a:lnTo>
                    <a:pt x="1638422" y="4578758"/>
                  </a:lnTo>
                  <a:lnTo>
                    <a:pt x="1638547" y="4578758"/>
                  </a:lnTo>
                  <a:lnTo>
                    <a:pt x="1638672" y="4578758"/>
                  </a:lnTo>
                  <a:lnTo>
                    <a:pt x="1638797" y="4578758"/>
                  </a:lnTo>
                  <a:lnTo>
                    <a:pt x="1638922" y="4578758"/>
                  </a:lnTo>
                  <a:lnTo>
                    <a:pt x="1639047" y="4578758"/>
                  </a:lnTo>
                  <a:lnTo>
                    <a:pt x="1639172" y="4578758"/>
                  </a:lnTo>
                  <a:lnTo>
                    <a:pt x="1639298" y="4578758"/>
                  </a:lnTo>
                  <a:lnTo>
                    <a:pt x="1639423" y="4578758"/>
                  </a:lnTo>
                  <a:lnTo>
                    <a:pt x="1639548" y="4578758"/>
                  </a:lnTo>
                  <a:lnTo>
                    <a:pt x="1639673" y="4578758"/>
                  </a:lnTo>
                  <a:lnTo>
                    <a:pt x="1639798" y="4578758"/>
                  </a:lnTo>
                  <a:lnTo>
                    <a:pt x="1639923" y="4578758"/>
                  </a:lnTo>
                  <a:lnTo>
                    <a:pt x="1640048" y="4578758"/>
                  </a:lnTo>
                  <a:lnTo>
                    <a:pt x="1640173" y="4578758"/>
                  </a:lnTo>
                  <a:lnTo>
                    <a:pt x="1640298" y="4578758"/>
                  </a:lnTo>
                  <a:lnTo>
                    <a:pt x="1640423" y="4578758"/>
                  </a:lnTo>
                  <a:lnTo>
                    <a:pt x="1640548" y="4578758"/>
                  </a:lnTo>
                  <a:lnTo>
                    <a:pt x="1640673" y="4578758"/>
                  </a:lnTo>
                  <a:lnTo>
                    <a:pt x="1640798" y="4578758"/>
                  </a:lnTo>
                  <a:lnTo>
                    <a:pt x="1640923" y="4578758"/>
                  </a:lnTo>
                  <a:lnTo>
                    <a:pt x="1641048" y="4578758"/>
                  </a:lnTo>
                  <a:lnTo>
                    <a:pt x="1641173" y="4578758"/>
                  </a:lnTo>
                  <a:lnTo>
                    <a:pt x="1641298" y="4578758"/>
                  </a:lnTo>
                  <a:lnTo>
                    <a:pt x="1641423" y="4578758"/>
                  </a:lnTo>
                  <a:lnTo>
                    <a:pt x="1641548" y="4578758"/>
                  </a:lnTo>
                  <a:lnTo>
                    <a:pt x="1641673" y="4578758"/>
                  </a:lnTo>
                  <a:lnTo>
                    <a:pt x="1641798" y="4578758"/>
                  </a:lnTo>
                  <a:lnTo>
                    <a:pt x="1641923" y="4578758"/>
                  </a:lnTo>
                  <a:lnTo>
                    <a:pt x="1642048" y="4578758"/>
                  </a:lnTo>
                  <a:lnTo>
                    <a:pt x="1642173" y="4578758"/>
                  </a:lnTo>
                  <a:lnTo>
                    <a:pt x="1642299" y="4578758"/>
                  </a:lnTo>
                  <a:lnTo>
                    <a:pt x="1642424" y="4578758"/>
                  </a:lnTo>
                  <a:lnTo>
                    <a:pt x="1642549" y="4578758"/>
                  </a:lnTo>
                  <a:lnTo>
                    <a:pt x="1642674" y="4578758"/>
                  </a:lnTo>
                  <a:lnTo>
                    <a:pt x="1642799" y="4578758"/>
                  </a:lnTo>
                  <a:lnTo>
                    <a:pt x="1642924" y="4578758"/>
                  </a:lnTo>
                  <a:lnTo>
                    <a:pt x="1643049" y="4578758"/>
                  </a:lnTo>
                  <a:lnTo>
                    <a:pt x="1643174" y="4578758"/>
                  </a:lnTo>
                  <a:lnTo>
                    <a:pt x="1643299" y="4578758"/>
                  </a:lnTo>
                  <a:lnTo>
                    <a:pt x="1643424" y="4578758"/>
                  </a:lnTo>
                  <a:lnTo>
                    <a:pt x="1643549" y="4578758"/>
                  </a:lnTo>
                  <a:lnTo>
                    <a:pt x="1643674" y="4578758"/>
                  </a:lnTo>
                  <a:lnTo>
                    <a:pt x="1643799" y="4578758"/>
                  </a:lnTo>
                  <a:lnTo>
                    <a:pt x="1643924" y="4578758"/>
                  </a:lnTo>
                  <a:lnTo>
                    <a:pt x="1644049" y="4578758"/>
                  </a:lnTo>
                  <a:lnTo>
                    <a:pt x="1644174" y="4578758"/>
                  </a:lnTo>
                  <a:lnTo>
                    <a:pt x="1644299" y="4578758"/>
                  </a:lnTo>
                  <a:lnTo>
                    <a:pt x="1644424" y="4578758"/>
                  </a:lnTo>
                  <a:lnTo>
                    <a:pt x="1644549" y="4578758"/>
                  </a:lnTo>
                  <a:lnTo>
                    <a:pt x="1644674" y="4578758"/>
                  </a:lnTo>
                  <a:lnTo>
                    <a:pt x="1644799" y="4578758"/>
                  </a:lnTo>
                  <a:lnTo>
                    <a:pt x="1644924" y="4578758"/>
                  </a:lnTo>
                  <a:lnTo>
                    <a:pt x="1645049" y="4578758"/>
                  </a:lnTo>
                  <a:lnTo>
                    <a:pt x="1645174" y="4578758"/>
                  </a:lnTo>
                  <a:lnTo>
                    <a:pt x="1645300" y="4578758"/>
                  </a:lnTo>
                  <a:lnTo>
                    <a:pt x="1645425" y="4578758"/>
                  </a:lnTo>
                  <a:lnTo>
                    <a:pt x="1645550" y="4578758"/>
                  </a:lnTo>
                  <a:lnTo>
                    <a:pt x="1645675" y="4578758"/>
                  </a:lnTo>
                  <a:lnTo>
                    <a:pt x="1645800" y="4578758"/>
                  </a:lnTo>
                  <a:lnTo>
                    <a:pt x="1645925" y="4578758"/>
                  </a:lnTo>
                  <a:lnTo>
                    <a:pt x="1646050" y="4578758"/>
                  </a:lnTo>
                  <a:lnTo>
                    <a:pt x="1646175" y="4578758"/>
                  </a:lnTo>
                  <a:lnTo>
                    <a:pt x="1646300" y="4578758"/>
                  </a:lnTo>
                  <a:lnTo>
                    <a:pt x="1646425" y="4578758"/>
                  </a:lnTo>
                  <a:lnTo>
                    <a:pt x="1646550" y="4578758"/>
                  </a:lnTo>
                  <a:lnTo>
                    <a:pt x="1646675" y="4578758"/>
                  </a:lnTo>
                  <a:lnTo>
                    <a:pt x="1646800" y="4578758"/>
                  </a:lnTo>
                  <a:lnTo>
                    <a:pt x="1646925" y="4578758"/>
                  </a:lnTo>
                  <a:lnTo>
                    <a:pt x="1647050" y="4578758"/>
                  </a:lnTo>
                  <a:lnTo>
                    <a:pt x="1647175" y="4578758"/>
                  </a:lnTo>
                  <a:lnTo>
                    <a:pt x="1647300" y="4578758"/>
                  </a:lnTo>
                  <a:lnTo>
                    <a:pt x="1647425" y="4578758"/>
                  </a:lnTo>
                  <a:lnTo>
                    <a:pt x="1647550" y="4578758"/>
                  </a:lnTo>
                  <a:lnTo>
                    <a:pt x="1647675" y="4578758"/>
                  </a:lnTo>
                  <a:lnTo>
                    <a:pt x="1647800" y="4578758"/>
                  </a:lnTo>
                  <a:lnTo>
                    <a:pt x="1647925" y="4578758"/>
                  </a:lnTo>
                  <a:lnTo>
                    <a:pt x="1648050" y="4578758"/>
                  </a:lnTo>
                  <a:lnTo>
                    <a:pt x="1648175" y="4578758"/>
                  </a:lnTo>
                  <a:lnTo>
                    <a:pt x="1648301" y="4578758"/>
                  </a:lnTo>
                  <a:lnTo>
                    <a:pt x="1648426" y="4578758"/>
                  </a:lnTo>
                  <a:lnTo>
                    <a:pt x="1648551" y="4578758"/>
                  </a:lnTo>
                  <a:lnTo>
                    <a:pt x="1648676" y="4578758"/>
                  </a:lnTo>
                  <a:lnTo>
                    <a:pt x="1648801" y="4578758"/>
                  </a:lnTo>
                  <a:lnTo>
                    <a:pt x="1648926" y="4578758"/>
                  </a:lnTo>
                  <a:lnTo>
                    <a:pt x="1649051" y="4578758"/>
                  </a:lnTo>
                  <a:lnTo>
                    <a:pt x="1649176" y="4578758"/>
                  </a:lnTo>
                  <a:lnTo>
                    <a:pt x="1649301" y="4578758"/>
                  </a:lnTo>
                  <a:lnTo>
                    <a:pt x="1649426" y="4578758"/>
                  </a:lnTo>
                  <a:lnTo>
                    <a:pt x="1649551" y="4578758"/>
                  </a:lnTo>
                  <a:lnTo>
                    <a:pt x="1649676" y="4578758"/>
                  </a:lnTo>
                  <a:lnTo>
                    <a:pt x="1649801" y="4578758"/>
                  </a:lnTo>
                  <a:lnTo>
                    <a:pt x="1649926" y="4578758"/>
                  </a:lnTo>
                  <a:lnTo>
                    <a:pt x="1650051" y="4578758"/>
                  </a:lnTo>
                  <a:lnTo>
                    <a:pt x="1650176" y="4578758"/>
                  </a:lnTo>
                  <a:lnTo>
                    <a:pt x="1650301" y="4578758"/>
                  </a:lnTo>
                  <a:lnTo>
                    <a:pt x="1650426" y="4578758"/>
                  </a:lnTo>
                  <a:lnTo>
                    <a:pt x="1650551" y="4578758"/>
                  </a:lnTo>
                  <a:lnTo>
                    <a:pt x="1650676" y="4578758"/>
                  </a:lnTo>
                  <a:lnTo>
                    <a:pt x="1650801" y="4578758"/>
                  </a:lnTo>
                  <a:lnTo>
                    <a:pt x="1650926" y="4578758"/>
                  </a:lnTo>
                  <a:lnTo>
                    <a:pt x="1651051" y="4578758"/>
                  </a:lnTo>
                  <a:lnTo>
                    <a:pt x="1651176" y="4578758"/>
                  </a:lnTo>
                  <a:lnTo>
                    <a:pt x="1651302" y="4578758"/>
                  </a:lnTo>
                  <a:lnTo>
                    <a:pt x="1651427" y="4578758"/>
                  </a:lnTo>
                  <a:lnTo>
                    <a:pt x="1651552" y="4578758"/>
                  </a:lnTo>
                  <a:lnTo>
                    <a:pt x="1651677" y="4578758"/>
                  </a:lnTo>
                  <a:lnTo>
                    <a:pt x="1651802" y="4578758"/>
                  </a:lnTo>
                  <a:lnTo>
                    <a:pt x="1651927" y="4578758"/>
                  </a:lnTo>
                  <a:lnTo>
                    <a:pt x="1652052" y="4578758"/>
                  </a:lnTo>
                  <a:lnTo>
                    <a:pt x="1652177" y="4578758"/>
                  </a:lnTo>
                  <a:lnTo>
                    <a:pt x="1652302" y="4578758"/>
                  </a:lnTo>
                  <a:lnTo>
                    <a:pt x="1652427" y="4578758"/>
                  </a:lnTo>
                  <a:lnTo>
                    <a:pt x="1652552" y="4578758"/>
                  </a:lnTo>
                  <a:lnTo>
                    <a:pt x="1652677" y="4578758"/>
                  </a:lnTo>
                  <a:lnTo>
                    <a:pt x="1652802" y="4578758"/>
                  </a:lnTo>
                  <a:lnTo>
                    <a:pt x="1652927" y="4578758"/>
                  </a:lnTo>
                  <a:lnTo>
                    <a:pt x="1653052" y="4578758"/>
                  </a:lnTo>
                  <a:lnTo>
                    <a:pt x="1653177" y="4578758"/>
                  </a:lnTo>
                  <a:lnTo>
                    <a:pt x="1653302" y="4578758"/>
                  </a:lnTo>
                  <a:lnTo>
                    <a:pt x="1653427" y="4578758"/>
                  </a:lnTo>
                  <a:lnTo>
                    <a:pt x="1653552" y="4578758"/>
                  </a:lnTo>
                  <a:lnTo>
                    <a:pt x="1653677" y="4578758"/>
                  </a:lnTo>
                  <a:lnTo>
                    <a:pt x="1653802" y="4578758"/>
                  </a:lnTo>
                  <a:lnTo>
                    <a:pt x="1653927" y="4578758"/>
                  </a:lnTo>
                  <a:lnTo>
                    <a:pt x="1654052" y="4578758"/>
                  </a:lnTo>
                  <a:lnTo>
                    <a:pt x="1654177" y="4578758"/>
                  </a:lnTo>
                  <a:lnTo>
                    <a:pt x="1654303" y="4578758"/>
                  </a:lnTo>
                  <a:lnTo>
                    <a:pt x="1654303" y="4568804"/>
                  </a:lnTo>
                  <a:lnTo>
                    <a:pt x="1654428" y="4568804"/>
                  </a:lnTo>
                  <a:lnTo>
                    <a:pt x="1654553" y="4568804"/>
                  </a:lnTo>
                  <a:lnTo>
                    <a:pt x="1654678" y="4568804"/>
                  </a:lnTo>
                  <a:lnTo>
                    <a:pt x="1654803" y="4568804"/>
                  </a:lnTo>
                  <a:lnTo>
                    <a:pt x="1654928" y="4568804"/>
                  </a:lnTo>
                  <a:lnTo>
                    <a:pt x="1655053" y="4568804"/>
                  </a:lnTo>
                  <a:lnTo>
                    <a:pt x="1655178" y="4568804"/>
                  </a:lnTo>
                  <a:lnTo>
                    <a:pt x="1655303" y="4568804"/>
                  </a:lnTo>
                  <a:lnTo>
                    <a:pt x="1655428" y="4568804"/>
                  </a:lnTo>
                  <a:lnTo>
                    <a:pt x="1655553" y="4568804"/>
                  </a:lnTo>
                  <a:lnTo>
                    <a:pt x="1655678" y="4568804"/>
                  </a:lnTo>
                  <a:lnTo>
                    <a:pt x="1655803" y="4568804"/>
                  </a:lnTo>
                  <a:lnTo>
                    <a:pt x="1655928" y="4568804"/>
                  </a:lnTo>
                  <a:lnTo>
                    <a:pt x="1656053" y="4568804"/>
                  </a:lnTo>
                  <a:lnTo>
                    <a:pt x="1656178" y="4568804"/>
                  </a:lnTo>
                  <a:lnTo>
                    <a:pt x="1656303" y="4568804"/>
                  </a:lnTo>
                  <a:lnTo>
                    <a:pt x="1656428" y="4568804"/>
                  </a:lnTo>
                  <a:lnTo>
                    <a:pt x="1656553" y="4568804"/>
                  </a:lnTo>
                  <a:lnTo>
                    <a:pt x="1656678" y="4568804"/>
                  </a:lnTo>
                  <a:lnTo>
                    <a:pt x="1656803" y="4568804"/>
                  </a:lnTo>
                  <a:lnTo>
                    <a:pt x="1656928" y="4568804"/>
                  </a:lnTo>
                  <a:lnTo>
                    <a:pt x="1657053" y="4568804"/>
                  </a:lnTo>
                  <a:lnTo>
                    <a:pt x="1657178" y="4568804"/>
                  </a:lnTo>
                  <a:lnTo>
                    <a:pt x="1657304" y="4568804"/>
                  </a:lnTo>
                  <a:lnTo>
                    <a:pt x="1657429" y="4568804"/>
                  </a:lnTo>
                  <a:lnTo>
                    <a:pt x="1657554" y="4568804"/>
                  </a:lnTo>
                  <a:lnTo>
                    <a:pt x="1657679" y="4568804"/>
                  </a:lnTo>
                  <a:lnTo>
                    <a:pt x="1657804" y="4568804"/>
                  </a:lnTo>
                  <a:lnTo>
                    <a:pt x="1657929" y="4568804"/>
                  </a:lnTo>
                  <a:lnTo>
                    <a:pt x="1658054" y="4568804"/>
                  </a:lnTo>
                  <a:lnTo>
                    <a:pt x="1658179" y="4568804"/>
                  </a:lnTo>
                  <a:lnTo>
                    <a:pt x="1658304" y="4568804"/>
                  </a:lnTo>
                  <a:lnTo>
                    <a:pt x="1658429" y="4568804"/>
                  </a:lnTo>
                  <a:lnTo>
                    <a:pt x="1658554" y="4568804"/>
                  </a:lnTo>
                  <a:lnTo>
                    <a:pt x="1658679" y="4568804"/>
                  </a:lnTo>
                  <a:lnTo>
                    <a:pt x="1658804" y="4568804"/>
                  </a:lnTo>
                  <a:lnTo>
                    <a:pt x="1658929" y="4568804"/>
                  </a:lnTo>
                  <a:lnTo>
                    <a:pt x="1659054" y="4568804"/>
                  </a:lnTo>
                  <a:lnTo>
                    <a:pt x="1659179" y="4568804"/>
                  </a:lnTo>
                  <a:lnTo>
                    <a:pt x="1659304" y="4568804"/>
                  </a:lnTo>
                  <a:lnTo>
                    <a:pt x="1659429" y="4568804"/>
                  </a:lnTo>
                  <a:lnTo>
                    <a:pt x="1659554" y="4568804"/>
                  </a:lnTo>
                  <a:lnTo>
                    <a:pt x="1659679" y="4568804"/>
                  </a:lnTo>
                  <a:lnTo>
                    <a:pt x="1659804" y="4568804"/>
                  </a:lnTo>
                  <a:lnTo>
                    <a:pt x="1659929" y="4568804"/>
                  </a:lnTo>
                  <a:lnTo>
                    <a:pt x="1660054" y="4568804"/>
                  </a:lnTo>
                  <a:lnTo>
                    <a:pt x="1660179" y="4568804"/>
                  </a:lnTo>
                  <a:lnTo>
                    <a:pt x="1660305" y="4568804"/>
                  </a:lnTo>
                  <a:lnTo>
                    <a:pt x="1660430" y="4568804"/>
                  </a:lnTo>
                  <a:lnTo>
                    <a:pt x="1660555" y="4568804"/>
                  </a:lnTo>
                  <a:lnTo>
                    <a:pt x="1660680" y="4568804"/>
                  </a:lnTo>
                  <a:lnTo>
                    <a:pt x="1660805" y="4568804"/>
                  </a:lnTo>
                  <a:lnTo>
                    <a:pt x="1660930" y="4568804"/>
                  </a:lnTo>
                  <a:lnTo>
                    <a:pt x="1661055" y="4568804"/>
                  </a:lnTo>
                  <a:lnTo>
                    <a:pt x="1661180" y="4568804"/>
                  </a:lnTo>
                  <a:lnTo>
                    <a:pt x="1661305" y="4568804"/>
                  </a:lnTo>
                  <a:lnTo>
                    <a:pt x="1661430" y="4568804"/>
                  </a:lnTo>
                  <a:lnTo>
                    <a:pt x="1661555" y="4568804"/>
                  </a:lnTo>
                  <a:lnTo>
                    <a:pt x="1661680" y="4568804"/>
                  </a:lnTo>
                  <a:lnTo>
                    <a:pt x="1661805" y="4568804"/>
                  </a:lnTo>
                  <a:lnTo>
                    <a:pt x="1661930" y="4568804"/>
                  </a:lnTo>
                  <a:lnTo>
                    <a:pt x="1662055" y="4568804"/>
                  </a:lnTo>
                  <a:lnTo>
                    <a:pt x="1662180" y="4568804"/>
                  </a:lnTo>
                  <a:lnTo>
                    <a:pt x="1662305" y="4568804"/>
                  </a:lnTo>
                  <a:lnTo>
                    <a:pt x="1662430" y="4568804"/>
                  </a:lnTo>
                  <a:lnTo>
                    <a:pt x="1662555" y="4568804"/>
                  </a:lnTo>
                  <a:lnTo>
                    <a:pt x="1662680" y="4568804"/>
                  </a:lnTo>
                  <a:lnTo>
                    <a:pt x="1662805" y="4568804"/>
                  </a:lnTo>
                  <a:lnTo>
                    <a:pt x="1662930" y="4568804"/>
                  </a:lnTo>
                  <a:lnTo>
                    <a:pt x="1663055" y="4568804"/>
                  </a:lnTo>
                  <a:lnTo>
                    <a:pt x="1663055" y="4558850"/>
                  </a:lnTo>
                  <a:lnTo>
                    <a:pt x="1663180" y="4558850"/>
                  </a:lnTo>
                  <a:lnTo>
                    <a:pt x="1663306" y="4558850"/>
                  </a:lnTo>
                  <a:lnTo>
                    <a:pt x="1663431" y="4558850"/>
                  </a:lnTo>
                  <a:lnTo>
                    <a:pt x="1663556" y="4558850"/>
                  </a:lnTo>
                  <a:lnTo>
                    <a:pt x="1663681" y="4558850"/>
                  </a:lnTo>
                  <a:lnTo>
                    <a:pt x="1663806" y="4558850"/>
                  </a:lnTo>
                  <a:lnTo>
                    <a:pt x="1663931" y="4558850"/>
                  </a:lnTo>
                  <a:lnTo>
                    <a:pt x="1664056" y="4558850"/>
                  </a:lnTo>
                  <a:lnTo>
                    <a:pt x="1664181" y="4558850"/>
                  </a:lnTo>
                  <a:lnTo>
                    <a:pt x="1664306" y="4558850"/>
                  </a:lnTo>
                  <a:lnTo>
                    <a:pt x="1664431" y="4558850"/>
                  </a:lnTo>
                  <a:lnTo>
                    <a:pt x="1664556" y="4558850"/>
                  </a:lnTo>
                  <a:lnTo>
                    <a:pt x="1664681" y="4558850"/>
                  </a:lnTo>
                  <a:lnTo>
                    <a:pt x="1664806" y="4558850"/>
                  </a:lnTo>
                  <a:lnTo>
                    <a:pt x="1664931" y="4558850"/>
                  </a:lnTo>
                  <a:lnTo>
                    <a:pt x="1665056" y="4558850"/>
                  </a:lnTo>
                  <a:lnTo>
                    <a:pt x="1665181" y="4558850"/>
                  </a:lnTo>
                  <a:lnTo>
                    <a:pt x="1665306" y="4558850"/>
                  </a:lnTo>
                  <a:lnTo>
                    <a:pt x="1665431" y="4558850"/>
                  </a:lnTo>
                  <a:lnTo>
                    <a:pt x="1665556" y="4558850"/>
                  </a:lnTo>
                  <a:lnTo>
                    <a:pt x="1665681" y="4558850"/>
                  </a:lnTo>
                  <a:lnTo>
                    <a:pt x="1665806" y="4558850"/>
                  </a:lnTo>
                  <a:lnTo>
                    <a:pt x="1665931" y="4558850"/>
                  </a:lnTo>
                  <a:lnTo>
                    <a:pt x="1666056" y="4558850"/>
                  </a:lnTo>
                  <a:lnTo>
                    <a:pt x="1666181" y="4558850"/>
                  </a:lnTo>
                  <a:lnTo>
                    <a:pt x="1666307" y="4558850"/>
                  </a:lnTo>
                  <a:lnTo>
                    <a:pt x="1666432" y="4558850"/>
                  </a:lnTo>
                  <a:lnTo>
                    <a:pt x="1666432" y="4548896"/>
                  </a:lnTo>
                  <a:lnTo>
                    <a:pt x="1666557" y="4548896"/>
                  </a:lnTo>
                  <a:lnTo>
                    <a:pt x="1666682" y="4548896"/>
                  </a:lnTo>
                  <a:lnTo>
                    <a:pt x="1666807" y="4548896"/>
                  </a:lnTo>
                  <a:lnTo>
                    <a:pt x="1666932" y="4548896"/>
                  </a:lnTo>
                  <a:lnTo>
                    <a:pt x="1667057" y="4548896"/>
                  </a:lnTo>
                  <a:lnTo>
                    <a:pt x="1667182" y="4548896"/>
                  </a:lnTo>
                  <a:lnTo>
                    <a:pt x="1667307" y="4548896"/>
                  </a:lnTo>
                  <a:lnTo>
                    <a:pt x="1667432" y="4548896"/>
                  </a:lnTo>
                  <a:lnTo>
                    <a:pt x="1667557" y="4548896"/>
                  </a:lnTo>
                  <a:lnTo>
                    <a:pt x="1667682" y="4548896"/>
                  </a:lnTo>
                  <a:lnTo>
                    <a:pt x="1667807" y="4548896"/>
                  </a:lnTo>
                  <a:lnTo>
                    <a:pt x="1667932" y="4548896"/>
                  </a:lnTo>
                  <a:lnTo>
                    <a:pt x="1668057" y="4548896"/>
                  </a:lnTo>
                  <a:lnTo>
                    <a:pt x="1668182" y="4548896"/>
                  </a:lnTo>
                  <a:lnTo>
                    <a:pt x="1668307" y="4548896"/>
                  </a:lnTo>
                  <a:lnTo>
                    <a:pt x="1668432" y="4548896"/>
                  </a:lnTo>
                  <a:lnTo>
                    <a:pt x="1668557" y="4548896"/>
                  </a:lnTo>
                  <a:lnTo>
                    <a:pt x="1668682" y="4548896"/>
                  </a:lnTo>
                  <a:lnTo>
                    <a:pt x="1668682" y="4538943"/>
                  </a:lnTo>
                  <a:lnTo>
                    <a:pt x="1668807" y="4538943"/>
                  </a:lnTo>
                  <a:lnTo>
                    <a:pt x="1668932" y="4538943"/>
                  </a:lnTo>
                  <a:lnTo>
                    <a:pt x="1669057" y="4538943"/>
                  </a:lnTo>
                  <a:lnTo>
                    <a:pt x="1669183" y="4538943"/>
                  </a:lnTo>
                  <a:lnTo>
                    <a:pt x="1669308" y="4538943"/>
                  </a:lnTo>
                  <a:lnTo>
                    <a:pt x="1669433" y="4538943"/>
                  </a:lnTo>
                  <a:lnTo>
                    <a:pt x="1669558" y="4538943"/>
                  </a:lnTo>
                  <a:lnTo>
                    <a:pt x="1669683" y="4538943"/>
                  </a:lnTo>
                  <a:lnTo>
                    <a:pt x="1669808" y="4538943"/>
                  </a:lnTo>
                  <a:lnTo>
                    <a:pt x="1669933" y="4538943"/>
                  </a:lnTo>
                  <a:lnTo>
                    <a:pt x="1670058" y="4538943"/>
                  </a:lnTo>
                  <a:lnTo>
                    <a:pt x="1670183" y="4538943"/>
                  </a:lnTo>
                  <a:lnTo>
                    <a:pt x="1670308" y="4538943"/>
                  </a:lnTo>
                  <a:lnTo>
                    <a:pt x="1670433" y="4538943"/>
                  </a:lnTo>
                  <a:lnTo>
                    <a:pt x="1670558" y="4538943"/>
                  </a:lnTo>
                  <a:lnTo>
                    <a:pt x="1670683" y="4538943"/>
                  </a:lnTo>
                  <a:lnTo>
                    <a:pt x="1670808" y="4538943"/>
                  </a:lnTo>
                  <a:lnTo>
                    <a:pt x="1670933" y="4538943"/>
                  </a:lnTo>
                  <a:lnTo>
                    <a:pt x="1671058" y="4538943"/>
                  </a:lnTo>
                  <a:lnTo>
                    <a:pt x="1671183" y="4538943"/>
                  </a:lnTo>
                  <a:lnTo>
                    <a:pt x="1671308" y="4538943"/>
                  </a:lnTo>
                  <a:lnTo>
                    <a:pt x="1671433" y="4538943"/>
                  </a:lnTo>
                  <a:lnTo>
                    <a:pt x="1671558" y="4538943"/>
                  </a:lnTo>
                  <a:lnTo>
                    <a:pt x="1671683" y="4538943"/>
                  </a:lnTo>
                  <a:lnTo>
                    <a:pt x="1671808" y="4538943"/>
                  </a:lnTo>
                  <a:lnTo>
                    <a:pt x="1671933" y="4538943"/>
                  </a:lnTo>
                  <a:lnTo>
                    <a:pt x="1672058" y="4538943"/>
                  </a:lnTo>
                  <a:lnTo>
                    <a:pt x="1672184" y="4538943"/>
                  </a:lnTo>
                  <a:lnTo>
                    <a:pt x="1672309" y="4538943"/>
                  </a:lnTo>
                  <a:lnTo>
                    <a:pt x="1672434" y="4538943"/>
                  </a:lnTo>
                  <a:lnTo>
                    <a:pt x="1672559" y="4538943"/>
                  </a:lnTo>
                  <a:lnTo>
                    <a:pt x="1672684" y="4538943"/>
                  </a:lnTo>
                  <a:lnTo>
                    <a:pt x="1672809" y="4538943"/>
                  </a:lnTo>
                  <a:lnTo>
                    <a:pt x="1672934" y="4538943"/>
                  </a:lnTo>
                  <a:lnTo>
                    <a:pt x="1673059" y="4538943"/>
                  </a:lnTo>
                  <a:lnTo>
                    <a:pt x="1673184" y="4538943"/>
                  </a:lnTo>
                  <a:lnTo>
                    <a:pt x="1673309" y="4538943"/>
                  </a:lnTo>
                  <a:lnTo>
                    <a:pt x="1673434" y="4538943"/>
                  </a:lnTo>
                  <a:lnTo>
                    <a:pt x="1673559" y="4538943"/>
                  </a:lnTo>
                  <a:lnTo>
                    <a:pt x="1673684" y="4538943"/>
                  </a:lnTo>
                  <a:lnTo>
                    <a:pt x="1673809" y="4538943"/>
                  </a:lnTo>
                  <a:lnTo>
                    <a:pt x="1673934" y="4538943"/>
                  </a:lnTo>
                  <a:lnTo>
                    <a:pt x="1674059" y="4538943"/>
                  </a:lnTo>
                  <a:lnTo>
                    <a:pt x="1674184" y="4538943"/>
                  </a:lnTo>
                  <a:lnTo>
                    <a:pt x="1674309" y="4538943"/>
                  </a:lnTo>
                  <a:lnTo>
                    <a:pt x="1674434" y="4538943"/>
                  </a:lnTo>
                  <a:lnTo>
                    <a:pt x="1674559" y="4538943"/>
                  </a:lnTo>
                  <a:lnTo>
                    <a:pt x="1674684" y="4538943"/>
                  </a:lnTo>
                  <a:lnTo>
                    <a:pt x="1674684" y="4528989"/>
                  </a:lnTo>
                  <a:lnTo>
                    <a:pt x="1674809" y="4528989"/>
                  </a:lnTo>
                  <a:lnTo>
                    <a:pt x="1674934" y="4528989"/>
                  </a:lnTo>
                  <a:lnTo>
                    <a:pt x="1675059" y="4528989"/>
                  </a:lnTo>
                  <a:lnTo>
                    <a:pt x="1675185" y="4528989"/>
                  </a:lnTo>
                  <a:lnTo>
                    <a:pt x="1675310" y="4528989"/>
                  </a:lnTo>
                  <a:lnTo>
                    <a:pt x="1675435" y="4528989"/>
                  </a:lnTo>
                  <a:lnTo>
                    <a:pt x="1675560" y="4528989"/>
                  </a:lnTo>
                  <a:lnTo>
                    <a:pt x="1675685" y="4528989"/>
                  </a:lnTo>
                  <a:lnTo>
                    <a:pt x="1675810" y="4528989"/>
                  </a:lnTo>
                  <a:lnTo>
                    <a:pt x="1675935" y="4528989"/>
                  </a:lnTo>
                  <a:lnTo>
                    <a:pt x="1676060" y="4528989"/>
                  </a:lnTo>
                  <a:lnTo>
                    <a:pt x="1676185" y="4528989"/>
                  </a:lnTo>
                  <a:lnTo>
                    <a:pt x="1676310" y="4528989"/>
                  </a:lnTo>
                  <a:lnTo>
                    <a:pt x="1676435" y="4528989"/>
                  </a:lnTo>
                  <a:lnTo>
                    <a:pt x="1676560" y="4528989"/>
                  </a:lnTo>
                  <a:lnTo>
                    <a:pt x="1676685" y="4528989"/>
                  </a:lnTo>
                  <a:lnTo>
                    <a:pt x="1676810" y="4528989"/>
                  </a:lnTo>
                  <a:lnTo>
                    <a:pt x="1676935" y="4528989"/>
                  </a:lnTo>
                  <a:lnTo>
                    <a:pt x="1677060" y="4528989"/>
                  </a:lnTo>
                  <a:lnTo>
                    <a:pt x="1677185" y="4528989"/>
                  </a:lnTo>
                  <a:lnTo>
                    <a:pt x="1677310" y="4528989"/>
                  </a:lnTo>
                  <a:lnTo>
                    <a:pt x="1677435" y="4528989"/>
                  </a:lnTo>
                  <a:lnTo>
                    <a:pt x="1677560" y="4528989"/>
                  </a:lnTo>
                  <a:lnTo>
                    <a:pt x="1677685" y="4528989"/>
                  </a:lnTo>
                  <a:lnTo>
                    <a:pt x="1677810" y="4528989"/>
                  </a:lnTo>
                  <a:lnTo>
                    <a:pt x="1677810" y="4519035"/>
                  </a:lnTo>
                  <a:lnTo>
                    <a:pt x="1677935" y="4519035"/>
                  </a:lnTo>
                  <a:lnTo>
                    <a:pt x="1678060" y="4519035"/>
                  </a:lnTo>
                  <a:lnTo>
                    <a:pt x="1678186" y="4519035"/>
                  </a:lnTo>
                  <a:lnTo>
                    <a:pt x="1678311" y="4519035"/>
                  </a:lnTo>
                  <a:lnTo>
                    <a:pt x="1678436" y="4519035"/>
                  </a:lnTo>
                  <a:lnTo>
                    <a:pt x="1678561" y="4519035"/>
                  </a:lnTo>
                  <a:lnTo>
                    <a:pt x="1678686" y="4519035"/>
                  </a:lnTo>
                  <a:lnTo>
                    <a:pt x="1678811" y="4519035"/>
                  </a:lnTo>
                  <a:lnTo>
                    <a:pt x="1678936" y="4519035"/>
                  </a:lnTo>
                  <a:lnTo>
                    <a:pt x="1679061" y="4519035"/>
                  </a:lnTo>
                  <a:lnTo>
                    <a:pt x="1679186" y="4519035"/>
                  </a:lnTo>
                  <a:lnTo>
                    <a:pt x="1679311" y="4519035"/>
                  </a:lnTo>
                  <a:lnTo>
                    <a:pt x="1679436" y="4519035"/>
                  </a:lnTo>
                  <a:lnTo>
                    <a:pt x="1679561" y="4519035"/>
                  </a:lnTo>
                  <a:lnTo>
                    <a:pt x="1679686" y="4519035"/>
                  </a:lnTo>
                  <a:lnTo>
                    <a:pt x="1679811" y="4519035"/>
                  </a:lnTo>
                  <a:lnTo>
                    <a:pt x="1679936" y="4519035"/>
                  </a:lnTo>
                  <a:lnTo>
                    <a:pt x="1680061" y="4519035"/>
                  </a:lnTo>
                  <a:lnTo>
                    <a:pt x="1680186" y="4519035"/>
                  </a:lnTo>
                  <a:lnTo>
                    <a:pt x="1680311" y="4519035"/>
                  </a:lnTo>
                  <a:lnTo>
                    <a:pt x="1680436" y="4519035"/>
                  </a:lnTo>
                  <a:lnTo>
                    <a:pt x="1680561" y="4519035"/>
                  </a:lnTo>
                  <a:lnTo>
                    <a:pt x="1680686" y="4519035"/>
                  </a:lnTo>
                  <a:lnTo>
                    <a:pt x="1680811" y="4519035"/>
                  </a:lnTo>
                  <a:lnTo>
                    <a:pt x="1680936" y="4519035"/>
                  </a:lnTo>
                  <a:lnTo>
                    <a:pt x="1681061" y="4519035"/>
                  </a:lnTo>
                  <a:lnTo>
                    <a:pt x="1681187" y="4519035"/>
                  </a:lnTo>
                  <a:lnTo>
                    <a:pt x="1681312" y="4519035"/>
                  </a:lnTo>
                  <a:lnTo>
                    <a:pt x="1681437" y="4519035"/>
                  </a:lnTo>
                  <a:lnTo>
                    <a:pt x="1681562" y="4519035"/>
                  </a:lnTo>
                  <a:lnTo>
                    <a:pt x="1681687" y="4519035"/>
                  </a:lnTo>
                  <a:lnTo>
                    <a:pt x="1681812" y="4519035"/>
                  </a:lnTo>
                  <a:lnTo>
                    <a:pt x="1681937" y="4519035"/>
                  </a:lnTo>
                  <a:lnTo>
                    <a:pt x="1682062" y="4519035"/>
                  </a:lnTo>
                  <a:lnTo>
                    <a:pt x="1682187" y="4519035"/>
                  </a:lnTo>
                  <a:lnTo>
                    <a:pt x="1682312" y="4519035"/>
                  </a:lnTo>
                  <a:lnTo>
                    <a:pt x="1682437" y="4519035"/>
                  </a:lnTo>
                  <a:lnTo>
                    <a:pt x="1682562" y="4519035"/>
                  </a:lnTo>
                  <a:lnTo>
                    <a:pt x="1682687" y="4519035"/>
                  </a:lnTo>
                  <a:lnTo>
                    <a:pt x="1682812" y="4519035"/>
                  </a:lnTo>
                  <a:lnTo>
                    <a:pt x="1682937" y="4519035"/>
                  </a:lnTo>
                  <a:lnTo>
                    <a:pt x="1683062" y="4519035"/>
                  </a:lnTo>
                  <a:lnTo>
                    <a:pt x="1683187" y="4519035"/>
                  </a:lnTo>
                  <a:lnTo>
                    <a:pt x="1683312" y="4519035"/>
                  </a:lnTo>
                  <a:lnTo>
                    <a:pt x="1683437" y="4519035"/>
                  </a:lnTo>
                  <a:lnTo>
                    <a:pt x="1683562" y="4519035"/>
                  </a:lnTo>
                  <a:lnTo>
                    <a:pt x="1683687" y="4519035"/>
                  </a:lnTo>
                  <a:lnTo>
                    <a:pt x="1683812" y="4519035"/>
                  </a:lnTo>
                  <a:lnTo>
                    <a:pt x="1683937" y="4519035"/>
                  </a:lnTo>
                  <a:lnTo>
                    <a:pt x="1684062" y="4519035"/>
                  </a:lnTo>
                  <a:lnTo>
                    <a:pt x="1684188" y="4519035"/>
                  </a:lnTo>
                  <a:lnTo>
                    <a:pt x="1684313" y="4519035"/>
                  </a:lnTo>
                  <a:lnTo>
                    <a:pt x="1684438" y="4519035"/>
                  </a:lnTo>
                  <a:lnTo>
                    <a:pt x="1684563" y="4519035"/>
                  </a:lnTo>
                  <a:lnTo>
                    <a:pt x="1684688" y="4519035"/>
                  </a:lnTo>
                  <a:lnTo>
                    <a:pt x="1684813" y="4519035"/>
                  </a:lnTo>
                  <a:lnTo>
                    <a:pt x="1684813" y="4509081"/>
                  </a:lnTo>
                  <a:lnTo>
                    <a:pt x="1684938" y="4509081"/>
                  </a:lnTo>
                  <a:lnTo>
                    <a:pt x="1685063" y="4509081"/>
                  </a:lnTo>
                  <a:lnTo>
                    <a:pt x="1685188" y="4509081"/>
                  </a:lnTo>
                  <a:lnTo>
                    <a:pt x="1685313" y="4509081"/>
                  </a:lnTo>
                  <a:lnTo>
                    <a:pt x="1685438" y="4509081"/>
                  </a:lnTo>
                  <a:lnTo>
                    <a:pt x="1685563" y="4509081"/>
                  </a:lnTo>
                  <a:lnTo>
                    <a:pt x="1685688" y="4509081"/>
                  </a:lnTo>
                  <a:lnTo>
                    <a:pt x="1685813" y="4509081"/>
                  </a:lnTo>
                  <a:lnTo>
                    <a:pt x="1685938" y="4509081"/>
                  </a:lnTo>
                  <a:lnTo>
                    <a:pt x="1686063" y="4509081"/>
                  </a:lnTo>
                  <a:lnTo>
                    <a:pt x="1686188" y="4509081"/>
                  </a:lnTo>
                  <a:lnTo>
                    <a:pt x="1686313" y="4509081"/>
                  </a:lnTo>
                  <a:lnTo>
                    <a:pt x="1686438" y="4509081"/>
                  </a:lnTo>
                  <a:lnTo>
                    <a:pt x="1686563" y="4509081"/>
                  </a:lnTo>
                  <a:lnTo>
                    <a:pt x="1686688" y="4509081"/>
                  </a:lnTo>
                  <a:lnTo>
                    <a:pt x="1686813" y="4509081"/>
                  </a:lnTo>
                  <a:lnTo>
                    <a:pt x="1686938" y="4509081"/>
                  </a:lnTo>
                  <a:lnTo>
                    <a:pt x="1687063" y="4509081"/>
                  </a:lnTo>
                  <a:lnTo>
                    <a:pt x="1687189" y="4509081"/>
                  </a:lnTo>
                  <a:lnTo>
                    <a:pt x="1687314" y="4509081"/>
                  </a:lnTo>
                  <a:lnTo>
                    <a:pt x="1687439" y="4509081"/>
                  </a:lnTo>
                  <a:lnTo>
                    <a:pt x="1687564" y="4509081"/>
                  </a:lnTo>
                  <a:lnTo>
                    <a:pt x="1687689" y="4509081"/>
                  </a:lnTo>
                  <a:lnTo>
                    <a:pt x="1687814" y="4509081"/>
                  </a:lnTo>
                  <a:lnTo>
                    <a:pt x="1687939" y="4509081"/>
                  </a:lnTo>
                  <a:lnTo>
                    <a:pt x="1688064" y="4509081"/>
                  </a:lnTo>
                  <a:lnTo>
                    <a:pt x="1688189" y="4509081"/>
                  </a:lnTo>
                  <a:lnTo>
                    <a:pt x="1688314" y="4509081"/>
                  </a:lnTo>
                  <a:lnTo>
                    <a:pt x="1688439" y="4509081"/>
                  </a:lnTo>
                  <a:lnTo>
                    <a:pt x="1688564" y="4509081"/>
                  </a:lnTo>
                  <a:lnTo>
                    <a:pt x="1688689" y="4509081"/>
                  </a:lnTo>
                  <a:lnTo>
                    <a:pt x="1688814" y="4509081"/>
                  </a:lnTo>
                  <a:lnTo>
                    <a:pt x="1688939" y="4509081"/>
                  </a:lnTo>
                  <a:lnTo>
                    <a:pt x="1689064" y="4509081"/>
                  </a:lnTo>
                  <a:lnTo>
                    <a:pt x="1689189" y="4509081"/>
                  </a:lnTo>
                  <a:lnTo>
                    <a:pt x="1689314" y="4509081"/>
                  </a:lnTo>
                  <a:lnTo>
                    <a:pt x="1689439" y="4509081"/>
                  </a:lnTo>
                  <a:lnTo>
                    <a:pt x="1689564" y="4509081"/>
                  </a:lnTo>
                  <a:lnTo>
                    <a:pt x="1689689" y="4509081"/>
                  </a:lnTo>
                  <a:lnTo>
                    <a:pt x="1689814" y="4509081"/>
                  </a:lnTo>
                  <a:lnTo>
                    <a:pt x="1689939" y="4509081"/>
                  </a:lnTo>
                  <a:lnTo>
                    <a:pt x="1690064" y="4509081"/>
                  </a:lnTo>
                  <a:lnTo>
                    <a:pt x="1690190" y="4509081"/>
                  </a:lnTo>
                  <a:lnTo>
                    <a:pt x="1690315" y="4509081"/>
                  </a:lnTo>
                  <a:lnTo>
                    <a:pt x="1690440" y="4509081"/>
                  </a:lnTo>
                  <a:lnTo>
                    <a:pt x="1690565" y="4509081"/>
                  </a:lnTo>
                  <a:lnTo>
                    <a:pt x="1690690" y="4509081"/>
                  </a:lnTo>
                  <a:lnTo>
                    <a:pt x="1690815" y="4509081"/>
                  </a:lnTo>
                  <a:lnTo>
                    <a:pt x="1690940" y="4509081"/>
                  </a:lnTo>
                  <a:lnTo>
                    <a:pt x="1691065" y="4509081"/>
                  </a:lnTo>
                  <a:lnTo>
                    <a:pt x="1691190" y="4509081"/>
                  </a:lnTo>
                  <a:lnTo>
                    <a:pt x="1691315" y="4509081"/>
                  </a:lnTo>
                  <a:lnTo>
                    <a:pt x="1691440" y="4509081"/>
                  </a:lnTo>
                  <a:lnTo>
                    <a:pt x="1691565" y="4509081"/>
                  </a:lnTo>
                  <a:lnTo>
                    <a:pt x="1691690" y="4509081"/>
                  </a:lnTo>
                  <a:lnTo>
                    <a:pt x="1691815" y="4509081"/>
                  </a:lnTo>
                  <a:lnTo>
                    <a:pt x="1691940" y="4509081"/>
                  </a:lnTo>
                  <a:lnTo>
                    <a:pt x="1692065" y="4509081"/>
                  </a:lnTo>
                  <a:lnTo>
                    <a:pt x="1692190" y="4509081"/>
                  </a:lnTo>
                  <a:lnTo>
                    <a:pt x="1692315" y="4509081"/>
                  </a:lnTo>
                  <a:lnTo>
                    <a:pt x="1692440" y="4509081"/>
                  </a:lnTo>
                  <a:lnTo>
                    <a:pt x="1692565" y="4509081"/>
                  </a:lnTo>
                  <a:lnTo>
                    <a:pt x="1692690" y="4509081"/>
                  </a:lnTo>
                  <a:lnTo>
                    <a:pt x="1692690" y="4499127"/>
                  </a:lnTo>
                  <a:lnTo>
                    <a:pt x="1692815" y="4499127"/>
                  </a:lnTo>
                  <a:lnTo>
                    <a:pt x="1692940" y="4499127"/>
                  </a:lnTo>
                  <a:lnTo>
                    <a:pt x="1693065" y="4499127"/>
                  </a:lnTo>
                  <a:lnTo>
                    <a:pt x="1693191" y="4499127"/>
                  </a:lnTo>
                  <a:lnTo>
                    <a:pt x="1693316" y="4499127"/>
                  </a:lnTo>
                  <a:lnTo>
                    <a:pt x="1693441" y="4499127"/>
                  </a:lnTo>
                  <a:lnTo>
                    <a:pt x="1693566" y="4499127"/>
                  </a:lnTo>
                  <a:lnTo>
                    <a:pt x="1693691" y="4499127"/>
                  </a:lnTo>
                  <a:lnTo>
                    <a:pt x="1693816" y="4499127"/>
                  </a:lnTo>
                  <a:lnTo>
                    <a:pt x="1693941" y="4499127"/>
                  </a:lnTo>
                  <a:lnTo>
                    <a:pt x="1693941" y="4489174"/>
                  </a:lnTo>
                  <a:lnTo>
                    <a:pt x="1694066" y="4489174"/>
                  </a:lnTo>
                  <a:lnTo>
                    <a:pt x="1694191" y="4489174"/>
                  </a:lnTo>
                  <a:lnTo>
                    <a:pt x="1694316" y="4489174"/>
                  </a:lnTo>
                  <a:lnTo>
                    <a:pt x="1694441" y="4489174"/>
                  </a:lnTo>
                  <a:lnTo>
                    <a:pt x="1694566" y="4489174"/>
                  </a:lnTo>
                  <a:lnTo>
                    <a:pt x="1694691" y="4489174"/>
                  </a:lnTo>
                  <a:lnTo>
                    <a:pt x="1694816" y="4489174"/>
                  </a:lnTo>
                  <a:lnTo>
                    <a:pt x="1694941" y="4489174"/>
                  </a:lnTo>
                  <a:lnTo>
                    <a:pt x="1695066" y="4489174"/>
                  </a:lnTo>
                  <a:lnTo>
                    <a:pt x="1695191" y="4489174"/>
                  </a:lnTo>
                  <a:lnTo>
                    <a:pt x="1695316" y="4489174"/>
                  </a:lnTo>
                  <a:lnTo>
                    <a:pt x="1695441" y="4489174"/>
                  </a:lnTo>
                  <a:lnTo>
                    <a:pt x="1695566" y="4489174"/>
                  </a:lnTo>
                  <a:lnTo>
                    <a:pt x="1695691" y="4489174"/>
                  </a:lnTo>
                  <a:lnTo>
                    <a:pt x="1695816" y="4489174"/>
                  </a:lnTo>
                  <a:lnTo>
                    <a:pt x="1695941" y="4489174"/>
                  </a:lnTo>
                  <a:lnTo>
                    <a:pt x="1696066" y="4489174"/>
                  </a:lnTo>
                  <a:lnTo>
                    <a:pt x="1696192" y="4489174"/>
                  </a:lnTo>
                  <a:lnTo>
                    <a:pt x="1696317" y="4489174"/>
                  </a:lnTo>
                  <a:lnTo>
                    <a:pt x="1696442" y="4489174"/>
                  </a:lnTo>
                  <a:lnTo>
                    <a:pt x="1696567" y="4489174"/>
                  </a:lnTo>
                  <a:lnTo>
                    <a:pt x="1696692" y="4489174"/>
                  </a:lnTo>
                  <a:lnTo>
                    <a:pt x="1696817" y="4489174"/>
                  </a:lnTo>
                  <a:lnTo>
                    <a:pt x="1696942" y="4489174"/>
                  </a:lnTo>
                  <a:lnTo>
                    <a:pt x="1697067" y="4489174"/>
                  </a:lnTo>
                  <a:lnTo>
                    <a:pt x="1697192" y="4489174"/>
                  </a:lnTo>
                  <a:lnTo>
                    <a:pt x="1697317" y="4489174"/>
                  </a:lnTo>
                  <a:lnTo>
                    <a:pt x="1697442" y="4489174"/>
                  </a:lnTo>
                  <a:lnTo>
                    <a:pt x="1697567" y="4489174"/>
                  </a:lnTo>
                  <a:lnTo>
                    <a:pt x="1697692" y="4489174"/>
                  </a:lnTo>
                  <a:lnTo>
                    <a:pt x="1697817" y="4489174"/>
                  </a:lnTo>
                  <a:lnTo>
                    <a:pt x="1697942" y="4489174"/>
                  </a:lnTo>
                  <a:lnTo>
                    <a:pt x="1698067" y="4489174"/>
                  </a:lnTo>
                  <a:lnTo>
                    <a:pt x="1698192" y="4489174"/>
                  </a:lnTo>
                  <a:lnTo>
                    <a:pt x="1698317" y="4489174"/>
                  </a:lnTo>
                  <a:lnTo>
                    <a:pt x="1698442" y="4489174"/>
                  </a:lnTo>
                  <a:lnTo>
                    <a:pt x="1698567" y="4489174"/>
                  </a:lnTo>
                  <a:lnTo>
                    <a:pt x="1698692" y="4489174"/>
                  </a:lnTo>
                  <a:lnTo>
                    <a:pt x="1698817" y="4489174"/>
                  </a:lnTo>
                  <a:lnTo>
                    <a:pt x="1698942" y="4489174"/>
                  </a:lnTo>
                  <a:lnTo>
                    <a:pt x="1699067" y="4489174"/>
                  </a:lnTo>
                  <a:lnTo>
                    <a:pt x="1699193" y="4489174"/>
                  </a:lnTo>
                  <a:lnTo>
                    <a:pt x="1699318" y="4489174"/>
                  </a:lnTo>
                  <a:lnTo>
                    <a:pt x="1699443" y="4489174"/>
                  </a:lnTo>
                  <a:lnTo>
                    <a:pt x="1699568" y="4489174"/>
                  </a:lnTo>
                  <a:lnTo>
                    <a:pt x="1699693" y="4489174"/>
                  </a:lnTo>
                  <a:lnTo>
                    <a:pt x="1699818" y="4489174"/>
                  </a:lnTo>
                  <a:lnTo>
                    <a:pt x="1699943" y="4489174"/>
                  </a:lnTo>
                  <a:lnTo>
                    <a:pt x="1700068" y="4489174"/>
                  </a:lnTo>
                  <a:lnTo>
                    <a:pt x="1700193" y="4489174"/>
                  </a:lnTo>
                  <a:lnTo>
                    <a:pt x="1700318" y="4489174"/>
                  </a:lnTo>
                  <a:lnTo>
                    <a:pt x="1700443" y="4489174"/>
                  </a:lnTo>
                  <a:lnTo>
                    <a:pt x="1700568" y="4489174"/>
                  </a:lnTo>
                  <a:lnTo>
                    <a:pt x="1700693" y="4489174"/>
                  </a:lnTo>
                  <a:lnTo>
                    <a:pt x="1700818" y="4489174"/>
                  </a:lnTo>
                  <a:lnTo>
                    <a:pt x="1700943" y="4489174"/>
                  </a:lnTo>
                  <a:lnTo>
                    <a:pt x="1701068" y="4489174"/>
                  </a:lnTo>
                  <a:lnTo>
                    <a:pt x="1701193" y="4489174"/>
                  </a:lnTo>
                  <a:lnTo>
                    <a:pt x="1701318" y="4489174"/>
                  </a:lnTo>
                  <a:lnTo>
                    <a:pt x="1701443" y="4489174"/>
                  </a:lnTo>
                  <a:lnTo>
                    <a:pt x="1701568" y="4489174"/>
                  </a:lnTo>
                  <a:lnTo>
                    <a:pt x="1701693" y="4489174"/>
                  </a:lnTo>
                  <a:lnTo>
                    <a:pt x="1701818" y="4489174"/>
                  </a:lnTo>
                  <a:lnTo>
                    <a:pt x="1701943" y="4489174"/>
                  </a:lnTo>
                  <a:lnTo>
                    <a:pt x="1702068" y="4489174"/>
                  </a:lnTo>
                  <a:lnTo>
                    <a:pt x="1702194" y="4489174"/>
                  </a:lnTo>
                  <a:lnTo>
                    <a:pt x="1702319" y="4489174"/>
                  </a:lnTo>
                  <a:lnTo>
                    <a:pt x="1702444" y="4489174"/>
                  </a:lnTo>
                  <a:lnTo>
                    <a:pt x="1702569" y="4489174"/>
                  </a:lnTo>
                  <a:lnTo>
                    <a:pt x="1702694" y="4489174"/>
                  </a:lnTo>
                  <a:lnTo>
                    <a:pt x="1702819" y="4489174"/>
                  </a:lnTo>
                  <a:lnTo>
                    <a:pt x="1702944" y="4489174"/>
                  </a:lnTo>
                  <a:lnTo>
                    <a:pt x="1703069" y="4489174"/>
                  </a:lnTo>
                  <a:lnTo>
                    <a:pt x="1703194" y="4489174"/>
                  </a:lnTo>
                  <a:lnTo>
                    <a:pt x="1703319" y="4489174"/>
                  </a:lnTo>
                  <a:lnTo>
                    <a:pt x="1703444" y="4489174"/>
                  </a:lnTo>
                  <a:lnTo>
                    <a:pt x="1703569" y="4489174"/>
                  </a:lnTo>
                  <a:lnTo>
                    <a:pt x="1703694" y="4489174"/>
                  </a:lnTo>
                  <a:lnTo>
                    <a:pt x="1703819" y="4489174"/>
                  </a:lnTo>
                  <a:lnTo>
                    <a:pt x="1703944" y="4489174"/>
                  </a:lnTo>
                  <a:lnTo>
                    <a:pt x="1704069" y="4489174"/>
                  </a:lnTo>
                  <a:lnTo>
                    <a:pt x="1704194" y="4489174"/>
                  </a:lnTo>
                  <a:lnTo>
                    <a:pt x="1704319" y="4489174"/>
                  </a:lnTo>
                  <a:lnTo>
                    <a:pt x="1704444" y="4489174"/>
                  </a:lnTo>
                  <a:lnTo>
                    <a:pt x="1704569" y="4489174"/>
                  </a:lnTo>
                  <a:lnTo>
                    <a:pt x="1704694" y="4489174"/>
                  </a:lnTo>
                  <a:lnTo>
                    <a:pt x="1704819" y="4489174"/>
                  </a:lnTo>
                  <a:lnTo>
                    <a:pt x="1704944" y="4489174"/>
                  </a:lnTo>
                  <a:lnTo>
                    <a:pt x="1705069" y="4489174"/>
                  </a:lnTo>
                  <a:lnTo>
                    <a:pt x="1705195" y="4489174"/>
                  </a:lnTo>
                  <a:lnTo>
                    <a:pt x="1705320" y="4489174"/>
                  </a:lnTo>
                  <a:lnTo>
                    <a:pt x="1705445" y="4489174"/>
                  </a:lnTo>
                  <a:lnTo>
                    <a:pt x="1705570" y="4489174"/>
                  </a:lnTo>
                  <a:lnTo>
                    <a:pt x="1705695" y="4489174"/>
                  </a:lnTo>
                  <a:lnTo>
                    <a:pt x="1705820" y="4489174"/>
                  </a:lnTo>
                  <a:lnTo>
                    <a:pt x="1705945" y="4489174"/>
                  </a:lnTo>
                  <a:lnTo>
                    <a:pt x="1706070" y="4489174"/>
                  </a:lnTo>
                  <a:lnTo>
                    <a:pt x="1706195" y="4489174"/>
                  </a:lnTo>
                  <a:lnTo>
                    <a:pt x="1706320" y="4489174"/>
                  </a:lnTo>
                  <a:lnTo>
                    <a:pt x="1706445" y="4489174"/>
                  </a:lnTo>
                  <a:lnTo>
                    <a:pt x="1706570" y="4489174"/>
                  </a:lnTo>
                  <a:lnTo>
                    <a:pt x="1706695" y="4489174"/>
                  </a:lnTo>
                  <a:lnTo>
                    <a:pt x="1706820" y="4489174"/>
                  </a:lnTo>
                  <a:lnTo>
                    <a:pt x="1706945" y="4489174"/>
                  </a:lnTo>
                  <a:lnTo>
                    <a:pt x="1707070" y="4489174"/>
                  </a:lnTo>
                  <a:lnTo>
                    <a:pt x="1707195" y="4489174"/>
                  </a:lnTo>
                  <a:lnTo>
                    <a:pt x="1707320" y="4489174"/>
                  </a:lnTo>
                  <a:lnTo>
                    <a:pt x="1707445" y="4489174"/>
                  </a:lnTo>
                  <a:lnTo>
                    <a:pt x="1707570" y="4489174"/>
                  </a:lnTo>
                  <a:lnTo>
                    <a:pt x="1707695" y="4489174"/>
                  </a:lnTo>
                  <a:lnTo>
                    <a:pt x="1707820" y="4489174"/>
                  </a:lnTo>
                  <a:lnTo>
                    <a:pt x="1707945" y="4489174"/>
                  </a:lnTo>
                  <a:lnTo>
                    <a:pt x="1708071" y="4489174"/>
                  </a:lnTo>
                  <a:lnTo>
                    <a:pt x="1708196" y="4489174"/>
                  </a:lnTo>
                  <a:lnTo>
                    <a:pt x="1708321" y="4489174"/>
                  </a:lnTo>
                  <a:lnTo>
                    <a:pt x="1708446" y="4489174"/>
                  </a:lnTo>
                  <a:lnTo>
                    <a:pt x="1708571" y="4489174"/>
                  </a:lnTo>
                  <a:lnTo>
                    <a:pt x="1708696" y="4489174"/>
                  </a:lnTo>
                  <a:lnTo>
                    <a:pt x="1708821" y="4489174"/>
                  </a:lnTo>
                  <a:lnTo>
                    <a:pt x="1708946" y="4489174"/>
                  </a:lnTo>
                  <a:lnTo>
                    <a:pt x="1709071" y="4489174"/>
                  </a:lnTo>
                  <a:lnTo>
                    <a:pt x="1709196" y="4489174"/>
                  </a:lnTo>
                  <a:lnTo>
                    <a:pt x="1709321" y="4489174"/>
                  </a:lnTo>
                  <a:lnTo>
                    <a:pt x="1709446" y="4489174"/>
                  </a:lnTo>
                  <a:lnTo>
                    <a:pt x="1709571" y="4489174"/>
                  </a:lnTo>
                  <a:lnTo>
                    <a:pt x="1709696" y="4489174"/>
                  </a:lnTo>
                  <a:lnTo>
                    <a:pt x="1709821" y="4489174"/>
                  </a:lnTo>
                  <a:lnTo>
                    <a:pt x="1709946" y="4489174"/>
                  </a:lnTo>
                  <a:lnTo>
                    <a:pt x="1710071" y="4489174"/>
                  </a:lnTo>
                  <a:lnTo>
                    <a:pt x="1710196" y="4489174"/>
                  </a:lnTo>
                  <a:lnTo>
                    <a:pt x="1710321" y="4489174"/>
                  </a:lnTo>
                  <a:lnTo>
                    <a:pt x="1710446" y="4489174"/>
                  </a:lnTo>
                  <a:lnTo>
                    <a:pt x="1710571" y="4489174"/>
                  </a:lnTo>
                  <a:lnTo>
                    <a:pt x="1710696" y="4489174"/>
                  </a:lnTo>
                  <a:lnTo>
                    <a:pt x="1710821" y="4489174"/>
                  </a:lnTo>
                  <a:lnTo>
                    <a:pt x="1710946" y="4489174"/>
                  </a:lnTo>
                  <a:lnTo>
                    <a:pt x="1711072" y="4489174"/>
                  </a:lnTo>
                  <a:lnTo>
                    <a:pt x="1711197" y="4489174"/>
                  </a:lnTo>
                  <a:lnTo>
                    <a:pt x="1711322" y="4489174"/>
                  </a:lnTo>
                  <a:lnTo>
                    <a:pt x="1711447" y="4489174"/>
                  </a:lnTo>
                  <a:lnTo>
                    <a:pt x="1711572" y="4489174"/>
                  </a:lnTo>
                  <a:lnTo>
                    <a:pt x="1711697" y="4489174"/>
                  </a:lnTo>
                  <a:lnTo>
                    <a:pt x="1711822" y="4489174"/>
                  </a:lnTo>
                  <a:lnTo>
                    <a:pt x="1711947" y="4489174"/>
                  </a:lnTo>
                  <a:lnTo>
                    <a:pt x="1712072" y="4489174"/>
                  </a:lnTo>
                  <a:lnTo>
                    <a:pt x="1712197" y="4489174"/>
                  </a:lnTo>
                  <a:lnTo>
                    <a:pt x="1712322" y="4489174"/>
                  </a:lnTo>
                  <a:lnTo>
                    <a:pt x="1712447" y="4489174"/>
                  </a:lnTo>
                  <a:lnTo>
                    <a:pt x="1712572" y="4489174"/>
                  </a:lnTo>
                  <a:lnTo>
                    <a:pt x="1712697" y="4489174"/>
                  </a:lnTo>
                  <a:lnTo>
                    <a:pt x="1712822" y="4489174"/>
                  </a:lnTo>
                  <a:lnTo>
                    <a:pt x="1712947" y="4489174"/>
                  </a:lnTo>
                  <a:lnTo>
                    <a:pt x="1713072" y="4489174"/>
                  </a:lnTo>
                  <a:lnTo>
                    <a:pt x="1713197" y="4489174"/>
                  </a:lnTo>
                  <a:lnTo>
                    <a:pt x="1713322" y="4489174"/>
                  </a:lnTo>
                  <a:lnTo>
                    <a:pt x="1713447" y="4489174"/>
                  </a:lnTo>
                  <a:lnTo>
                    <a:pt x="1713572" y="4489174"/>
                  </a:lnTo>
                  <a:lnTo>
                    <a:pt x="1713697" y="4489174"/>
                  </a:lnTo>
                  <a:lnTo>
                    <a:pt x="1713822" y="4489174"/>
                  </a:lnTo>
                  <a:lnTo>
                    <a:pt x="1713947" y="4489174"/>
                  </a:lnTo>
                  <a:lnTo>
                    <a:pt x="1714073" y="4489174"/>
                  </a:lnTo>
                  <a:lnTo>
                    <a:pt x="1714198" y="4489174"/>
                  </a:lnTo>
                  <a:lnTo>
                    <a:pt x="1714323" y="4489174"/>
                  </a:lnTo>
                  <a:lnTo>
                    <a:pt x="1714448" y="4489174"/>
                  </a:lnTo>
                  <a:lnTo>
                    <a:pt x="1714573" y="4489174"/>
                  </a:lnTo>
                  <a:lnTo>
                    <a:pt x="1714698" y="4489174"/>
                  </a:lnTo>
                  <a:lnTo>
                    <a:pt x="1714823" y="4489174"/>
                  </a:lnTo>
                  <a:lnTo>
                    <a:pt x="1714948" y="4489174"/>
                  </a:lnTo>
                  <a:lnTo>
                    <a:pt x="1715073" y="4489174"/>
                  </a:lnTo>
                  <a:lnTo>
                    <a:pt x="1715198" y="4489174"/>
                  </a:lnTo>
                  <a:lnTo>
                    <a:pt x="1715323" y="4489174"/>
                  </a:lnTo>
                  <a:lnTo>
                    <a:pt x="1715448" y="4489174"/>
                  </a:lnTo>
                  <a:lnTo>
                    <a:pt x="1715573" y="4489174"/>
                  </a:lnTo>
                  <a:lnTo>
                    <a:pt x="1715698" y="4489174"/>
                  </a:lnTo>
                  <a:lnTo>
                    <a:pt x="1715823" y="4489174"/>
                  </a:lnTo>
                  <a:lnTo>
                    <a:pt x="1715948" y="4489174"/>
                  </a:lnTo>
                  <a:lnTo>
                    <a:pt x="1716073" y="4489174"/>
                  </a:lnTo>
                  <a:lnTo>
                    <a:pt x="1716198" y="4489174"/>
                  </a:lnTo>
                  <a:lnTo>
                    <a:pt x="1716323" y="4489174"/>
                  </a:lnTo>
                  <a:lnTo>
                    <a:pt x="1716448" y="4489174"/>
                  </a:lnTo>
                  <a:lnTo>
                    <a:pt x="1716573" y="4489174"/>
                  </a:lnTo>
                  <a:lnTo>
                    <a:pt x="1716698" y="4489174"/>
                  </a:lnTo>
                  <a:lnTo>
                    <a:pt x="1716823" y="4489174"/>
                  </a:lnTo>
                  <a:lnTo>
                    <a:pt x="1716948" y="4489174"/>
                  </a:lnTo>
                  <a:lnTo>
                    <a:pt x="1717074" y="4489174"/>
                  </a:lnTo>
                  <a:lnTo>
                    <a:pt x="1717199" y="4489174"/>
                  </a:lnTo>
                  <a:lnTo>
                    <a:pt x="1717324" y="4489174"/>
                  </a:lnTo>
                  <a:lnTo>
                    <a:pt x="1717449" y="4489174"/>
                  </a:lnTo>
                  <a:lnTo>
                    <a:pt x="1717574" y="4489174"/>
                  </a:lnTo>
                  <a:lnTo>
                    <a:pt x="1717699" y="4489174"/>
                  </a:lnTo>
                  <a:lnTo>
                    <a:pt x="1717824" y="4489174"/>
                  </a:lnTo>
                  <a:lnTo>
                    <a:pt x="1717949" y="4489174"/>
                  </a:lnTo>
                  <a:lnTo>
                    <a:pt x="1718074" y="4489174"/>
                  </a:lnTo>
                  <a:lnTo>
                    <a:pt x="1718199" y="4489174"/>
                  </a:lnTo>
                  <a:lnTo>
                    <a:pt x="1718324" y="4489174"/>
                  </a:lnTo>
                  <a:lnTo>
                    <a:pt x="1718449" y="4489174"/>
                  </a:lnTo>
                  <a:lnTo>
                    <a:pt x="1718574" y="4489174"/>
                  </a:lnTo>
                  <a:lnTo>
                    <a:pt x="1718699" y="4489174"/>
                  </a:lnTo>
                  <a:lnTo>
                    <a:pt x="1718824" y="4489174"/>
                  </a:lnTo>
                  <a:lnTo>
                    <a:pt x="1718949" y="4489174"/>
                  </a:lnTo>
                  <a:lnTo>
                    <a:pt x="1719074" y="4489174"/>
                  </a:lnTo>
                  <a:lnTo>
                    <a:pt x="1719199" y="4489174"/>
                  </a:lnTo>
                  <a:lnTo>
                    <a:pt x="1719324" y="4489174"/>
                  </a:lnTo>
                  <a:lnTo>
                    <a:pt x="1719449" y="4489174"/>
                  </a:lnTo>
                  <a:lnTo>
                    <a:pt x="1719574" y="4489174"/>
                  </a:lnTo>
                  <a:lnTo>
                    <a:pt x="1719699" y="4489174"/>
                  </a:lnTo>
                  <a:lnTo>
                    <a:pt x="1719824" y="4489174"/>
                  </a:lnTo>
                  <a:lnTo>
                    <a:pt x="1719949" y="4489174"/>
                  </a:lnTo>
                  <a:lnTo>
                    <a:pt x="1720075" y="4489174"/>
                  </a:lnTo>
                  <a:lnTo>
                    <a:pt x="1720200" y="4489174"/>
                  </a:lnTo>
                  <a:lnTo>
                    <a:pt x="1720325" y="4489174"/>
                  </a:lnTo>
                  <a:lnTo>
                    <a:pt x="1720450" y="4489174"/>
                  </a:lnTo>
                  <a:lnTo>
                    <a:pt x="1720575" y="4489174"/>
                  </a:lnTo>
                  <a:lnTo>
                    <a:pt x="1720700" y="4489174"/>
                  </a:lnTo>
                  <a:lnTo>
                    <a:pt x="1720825" y="4489174"/>
                  </a:lnTo>
                  <a:lnTo>
                    <a:pt x="1720950" y="4489174"/>
                  </a:lnTo>
                  <a:lnTo>
                    <a:pt x="1721075" y="4489174"/>
                  </a:lnTo>
                  <a:lnTo>
                    <a:pt x="1721200" y="4489174"/>
                  </a:lnTo>
                  <a:lnTo>
                    <a:pt x="1721325" y="4489174"/>
                  </a:lnTo>
                  <a:lnTo>
                    <a:pt x="1721450" y="4489174"/>
                  </a:lnTo>
                  <a:lnTo>
                    <a:pt x="1721575" y="4489174"/>
                  </a:lnTo>
                  <a:lnTo>
                    <a:pt x="1721700" y="4489174"/>
                  </a:lnTo>
                  <a:lnTo>
                    <a:pt x="1721825" y="4489174"/>
                  </a:lnTo>
                  <a:lnTo>
                    <a:pt x="1721950" y="4489174"/>
                  </a:lnTo>
                  <a:lnTo>
                    <a:pt x="1722075" y="4489174"/>
                  </a:lnTo>
                  <a:lnTo>
                    <a:pt x="1722200" y="4489174"/>
                  </a:lnTo>
                  <a:lnTo>
                    <a:pt x="1722325" y="4489174"/>
                  </a:lnTo>
                  <a:lnTo>
                    <a:pt x="1722450" y="4489174"/>
                  </a:lnTo>
                  <a:lnTo>
                    <a:pt x="1722575" y="4489174"/>
                  </a:lnTo>
                  <a:lnTo>
                    <a:pt x="1722700" y="4489174"/>
                  </a:lnTo>
                  <a:lnTo>
                    <a:pt x="1722825" y="4489174"/>
                  </a:lnTo>
                  <a:lnTo>
                    <a:pt x="1722950" y="4489174"/>
                  </a:lnTo>
                  <a:lnTo>
                    <a:pt x="1723076" y="4489174"/>
                  </a:lnTo>
                  <a:lnTo>
                    <a:pt x="1723201" y="4489174"/>
                  </a:lnTo>
                  <a:lnTo>
                    <a:pt x="1723326" y="4489174"/>
                  </a:lnTo>
                  <a:lnTo>
                    <a:pt x="1723451" y="4489174"/>
                  </a:lnTo>
                  <a:lnTo>
                    <a:pt x="1723576" y="4489174"/>
                  </a:lnTo>
                  <a:lnTo>
                    <a:pt x="1723701" y="4489174"/>
                  </a:lnTo>
                  <a:lnTo>
                    <a:pt x="1723826" y="4489174"/>
                  </a:lnTo>
                  <a:lnTo>
                    <a:pt x="1723951" y="4489174"/>
                  </a:lnTo>
                  <a:lnTo>
                    <a:pt x="1724076" y="4489174"/>
                  </a:lnTo>
                  <a:lnTo>
                    <a:pt x="1724201" y="4489174"/>
                  </a:lnTo>
                  <a:lnTo>
                    <a:pt x="1724326" y="4489174"/>
                  </a:lnTo>
                  <a:lnTo>
                    <a:pt x="1724451" y="4489174"/>
                  </a:lnTo>
                  <a:lnTo>
                    <a:pt x="1724576" y="4489174"/>
                  </a:lnTo>
                  <a:lnTo>
                    <a:pt x="1724701" y="4489174"/>
                  </a:lnTo>
                  <a:lnTo>
                    <a:pt x="1724826" y="4489174"/>
                  </a:lnTo>
                  <a:lnTo>
                    <a:pt x="1724951" y="4489174"/>
                  </a:lnTo>
                  <a:lnTo>
                    <a:pt x="1725076" y="4489174"/>
                  </a:lnTo>
                  <a:lnTo>
                    <a:pt x="1725201" y="4489174"/>
                  </a:lnTo>
                  <a:lnTo>
                    <a:pt x="1725326" y="4489174"/>
                  </a:lnTo>
                  <a:lnTo>
                    <a:pt x="1725451" y="4489174"/>
                  </a:lnTo>
                  <a:lnTo>
                    <a:pt x="1725576" y="4489174"/>
                  </a:lnTo>
                  <a:lnTo>
                    <a:pt x="1725701" y="4489174"/>
                  </a:lnTo>
                  <a:lnTo>
                    <a:pt x="1725826" y="4489174"/>
                  </a:lnTo>
                  <a:lnTo>
                    <a:pt x="1725951" y="4489174"/>
                  </a:lnTo>
                  <a:lnTo>
                    <a:pt x="1726077" y="4489174"/>
                  </a:lnTo>
                  <a:lnTo>
                    <a:pt x="1726202" y="4489174"/>
                  </a:lnTo>
                  <a:lnTo>
                    <a:pt x="1726327" y="4489174"/>
                  </a:lnTo>
                  <a:lnTo>
                    <a:pt x="1726452" y="4489174"/>
                  </a:lnTo>
                  <a:lnTo>
                    <a:pt x="1726577" y="4489174"/>
                  </a:lnTo>
                  <a:lnTo>
                    <a:pt x="1726702" y="4489174"/>
                  </a:lnTo>
                  <a:lnTo>
                    <a:pt x="1726827" y="4489174"/>
                  </a:lnTo>
                  <a:lnTo>
                    <a:pt x="1726952" y="4489174"/>
                  </a:lnTo>
                  <a:lnTo>
                    <a:pt x="1727077" y="4489174"/>
                  </a:lnTo>
                  <a:lnTo>
                    <a:pt x="1727202" y="4489174"/>
                  </a:lnTo>
                  <a:lnTo>
                    <a:pt x="1727327" y="4489174"/>
                  </a:lnTo>
                  <a:lnTo>
                    <a:pt x="1727452" y="4489174"/>
                  </a:lnTo>
                  <a:lnTo>
                    <a:pt x="1727577" y="4489174"/>
                  </a:lnTo>
                  <a:lnTo>
                    <a:pt x="1727702" y="4489174"/>
                  </a:lnTo>
                  <a:lnTo>
                    <a:pt x="1727827" y="4489174"/>
                  </a:lnTo>
                  <a:lnTo>
                    <a:pt x="1727952" y="4489174"/>
                  </a:lnTo>
                  <a:lnTo>
                    <a:pt x="1728077" y="4489174"/>
                  </a:lnTo>
                  <a:lnTo>
                    <a:pt x="1728202" y="4489174"/>
                  </a:lnTo>
                  <a:lnTo>
                    <a:pt x="1728327" y="4489174"/>
                  </a:lnTo>
                  <a:lnTo>
                    <a:pt x="1728452" y="4489174"/>
                  </a:lnTo>
                  <a:lnTo>
                    <a:pt x="1728577" y="4489174"/>
                  </a:lnTo>
                  <a:lnTo>
                    <a:pt x="1728702" y="4489174"/>
                  </a:lnTo>
                  <a:lnTo>
                    <a:pt x="1728827" y="4489174"/>
                  </a:lnTo>
                  <a:lnTo>
                    <a:pt x="1728952" y="4489174"/>
                  </a:lnTo>
                  <a:lnTo>
                    <a:pt x="1729078" y="4489174"/>
                  </a:lnTo>
                  <a:lnTo>
                    <a:pt x="1729203" y="4489174"/>
                  </a:lnTo>
                  <a:lnTo>
                    <a:pt x="1729328" y="4489174"/>
                  </a:lnTo>
                  <a:lnTo>
                    <a:pt x="1729453" y="4489174"/>
                  </a:lnTo>
                  <a:lnTo>
                    <a:pt x="1729578" y="4489174"/>
                  </a:lnTo>
                  <a:lnTo>
                    <a:pt x="1729703" y="4489174"/>
                  </a:lnTo>
                  <a:lnTo>
                    <a:pt x="1729828" y="4489174"/>
                  </a:lnTo>
                  <a:lnTo>
                    <a:pt x="1729953" y="4489174"/>
                  </a:lnTo>
                  <a:lnTo>
                    <a:pt x="1730078" y="4489174"/>
                  </a:lnTo>
                  <a:lnTo>
                    <a:pt x="1730203" y="4489174"/>
                  </a:lnTo>
                  <a:lnTo>
                    <a:pt x="1730328" y="4489174"/>
                  </a:lnTo>
                  <a:lnTo>
                    <a:pt x="1730453" y="4489174"/>
                  </a:lnTo>
                  <a:lnTo>
                    <a:pt x="1730578" y="4489174"/>
                  </a:lnTo>
                  <a:lnTo>
                    <a:pt x="1730703" y="4489174"/>
                  </a:lnTo>
                  <a:lnTo>
                    <a:pt x="1730828" y="4489174"/>
                  </a:lnTo>
                  <a:lnTo>
                    <a:pt x="1730953" y="4489174"/>
                  </a:lnTo>
                  <a:lnTo>
                    <a:pt x="1731078" y="4489174"/>
                  </a:lnTo>
                  <a:lnTo>
                    <a:pt x="1731203" y="4489174"/>
                  </a:lnTo>
                  <a:lnTo>
                    <a:pt x="1731328" y="4489174"/>
                  </a:lnTo>
                  <a:lnTo>
                    <a:pt x="1731453" y="4489174"/>
                  </a:lnTo>
                  <a:lnTo>
                    <a:pt x="1731578" y="4489174"/>
                  </a:lnTo>
                  <a:lnTo>
                    <a:pt x="1731703" y="4489174"/>
                  </a:lnTo>
                  <a:lnTo>
                    <a:pt x="1731828" y="4489174"/>
                  </a:lnTo>
                  <a:lnTo>
                    <a:pt x="1731953" y="4489174"/>
                  </a:lnTo>
                  <a:lnTo>
                    <a:pt x="1732079" y="4489174"/>
                  </a:lnTo>
                  <a:lnTo>
                    <a:pt x="1732204" y="4489174"/>
                  </a:lnTo>
                  <a:lnTo>
                    <a:pt x="1732329" y="4489174"/>
                  </a:lnTo>
                  <a:lnTo>
                    <a:pt x="1732454" y="4489174"/>
                  </a:lnTo>
                  <a:lnTo>
                    <a:pt x="1732579" y="4489174"/>
                  </a:lnTo>
                  <a:lnTo>
                    <a:pt x="1732704" y="4489174"/>
                  </a:lnTo>
                  <a:lnTo>
                    <a:pt x="1732829" y="4489174"/>
                  </a:lnTo>
                  <a:lnTo>
                    <a:pt x="1732954" y="4489174"/>
                  </a:lnTo>
                  <a:lnTo>
                    <a:pt x="1733079" y="4489174"/>
                  </a:lnTo>
                  <a:lnTo>
                    <a:pt x="1733204" y="4489174"/>
                  </a:lnTo>
                  <a:lnTo>
                    <a:pt x="1733329" y="4489174"/>
                  </a:lnTo>
                  <a:lnTo>
                    <a:pt x="1733454" y="4489174"/>
                  </a:lnTo>
                  <a:lnTo>
                    <a:pt x="1733579" y="4489174"/>
                  </a:lnTo>
                  <a:lnTo>
                    <a:pt x="1733704" y="4489174"/>
                  </a:lnTo>
                  <a:lnTo>
                    <a:pt x="1733829" y="4489174"/>
                  </a:lnTo>
                  <a:lnTo>
                    <a:pt x="1733954" y="4489174"/>
                  </a:lnTo>
                  <a:lnTo>
                    <a:pt x="1734079" y="4489174"/>
                  </a:lnTo>
                  <a:lnTo>
                    <a:pt x="1734204" y="4489174"/>
                  </a:lnTo>
                  <a:lnTo>
                    <a:pt x="1734329" y="4489174"/>
                  </a:lnTo>
                  <a:lnTo>
                    <a:pt x="1734454" y="4489174"/>
                  </a:lnTo>
                  <a:lnTo>
                    <a:pt x="1734579" y="4489174"/>
                  </a:lnTo>
                  <a:lnTo>
                    <a:pt x="1734704" y="4489174"/>
                  </a:lnTo>
                  <a:lnTo>
                    <a:pt x="1734829" y="4489174"/>
                  </a:lnTo>
                  <a:lnTo>
                    <a:pt x="1734954" y="4489174"/>
                  </a:lnTo>
                  <a:lnTo>
                    <a:pt x="1735080" y="4489174"/>
                  </a:lnTo>
                  <a:lnTo>
                    <a:pt x="1735205" y="4489174"/>
                  </a:lnTo>
                  <a:lnTo>
                    <a:pt x="1735330" y="4489174"/>
                  </a:lnTo>
                  <a:lnTo>
                    <a:pt x="1735455" y="4489174"/>
                  </a:lnTo>
                  <a:lnTo>
                    <a:pt x="1735580" y="4489174"/>
                  </a:lnTo>
                  <a:lnTo>
                    <a:pt x="1735705" y="4489174"/>
                  </a:lnTo>
                  <a:lnTo>
                    <a:pt x="1735830" y="4489174"/>
                  </a:lnTo>
                  <a:lnTo>
                    <a:pt x="1735955" y="4489174"/>
                  </a:lnTo>
                  <a:lnTo>
                    <a:pt x="1736080" y="4489174"/>
                  </a:lnTo>
                  <a:lnTo>
                    <a:pt x="1736205" y="4489174"/>
                  </a:lnTo>
                  <a:lnTo>
                    <a:pt x="1736330" y="4489174"/>
                  </a:lnTo>
                  <a:lnTo>
                    <a:pt x="1736455" y="4489174"/>
                  </a:lnTo>
                  <a:lnTo>
                    <a:pt x="1736580" y="4489174"/>
                  </a:lnTo>
                  <a:lnTo>
                    <a:pt x="1736705" y="4489174"/>
                  </a:lnTo>
                  <a:lnTo>
                    <a:pt x="1736830" y="4489174"/>
                  </a:lnTo>
                  <a:lnTo>
                    <a:pt x="1736955" y="4489174"/>
                  </a:lnTo>
                  <a:lnTo>
                    <a:pt x="1737080" y="4489174"/>
                  </a:lnTo>
                  <a:lnTo>
                    <a:pt x="1737205" y="4489174"/>
                  </a:lnTo>
                  <a:lnTo>
                    <a:pt x="1737330" y="4489174"/>
                  </a:lnTo>
                  <a:lnTo>
                    <a:pt x="1737455" y="4489174"/>
                  </a:lnTo>
                  <a:lnTo>
                    <a:pt x="1737455" y="4479220"/>
                  </a:lnTo>
                  <a:lnTo>
                    <a:pt x="1737455" y="4469266"/>
                  </a:lnTo>
                  <a:lnTo>
                    <a:pt x="1737580" y="4469266"/>
                  </a:lnTo>
                  <a:lnTo>
                    <a:pt x="1737705" y="4469266"/>
                  </a:lnTo>
                  <a:lnTo>
                    <a:pt x="1737830" y="4469266"/>
                  </a:lnTo>
                  <a:lnTo>
                    <a:pt x="1737955" y="4469266"/>
                  </a:lnTo>
                  <a:lnTo>
                    <a:pt x="1738081" y="4469266"/>
                  </a:lnTo>
                  <a:lnTo>
                    <a:pt x="1738206" y="4469266"/>
                  </a:lnTo>
                  <a:lnTo>
                    <a:pt x="1738331" y="4469266"/>
                  </a:lnTo>
                  <a:lnTo>
                    <a:pt x="1738456" y="4469266"/>
                  </a:lnTo>
                  <a:lnTo>
                    <a:pt x="1738581" y="4469266"/>
                  </a:lnTo>
                  <a:lnTo>
                    <a:pt x="1738706" y="4469266"/>
                  </a:lnTo>
                  <a:lnTo>
                    <a:pt x="1738831" y="4469266"/>
                  </a:lnTo>
                  <a:lnTo>
                    <a:pt x="1738956" y="4469266"/>
                  </a:lnTo>
                  <a:lnTo>
                    <a:pt x="1739081" y="4469266"/>
                  </a:lnTo>
                  <a:lnTo>
                    <a:pt x="1739206" y="4469266"/>
                  </a:lnTo>
                  <a:lnTo>
                    <a:pt x="1739331" y="4469266"/>
                  </a:lnTo>
                  <a:lnTo>
                    <a:pt x="1739456" y="4469266"/>
                  </a:lnTo>
                  <a:lnTo>
                    <a:pt x="1739581" y="4469266"/>
                  </a:lnTo>
                  <a:lnTo>
                    <a:pt x="1739706" y="4469266"/>
                  </a:lnTo>
                  <a:lnTo>
                    <a:pt x="1739831" y="4469266"/>
                  </a:lnTo>
                  <a:lnTo>
                    <a:pt x="1739956" y="4469266"/>
                  </a:lnTo>
                  <a:lnTo>
                    <a:pt x="1740081" y="4469266"/>
                  </a:lnTo>
                  <a:lnTo>
                    <a:pt x="1740206" y="4469266"/>
                  </a:lnTo>
                  <a:lnTo>
                    <a:pt x="1740331" y="4469266"/>
                  </a:lnTo>
                  <a:lnTo>
                    <a:pt x="1740456" y="4469266"/>
                  </a:lnTo>
                  <a:lnTo>
                    <a:pt x="1740581" y="4469266"/>
                  </a:lnTo>
                  <a:lnTo>
                    <a:pt x="1740706" y="4469266"/>
                  </a:lnTo>
                  <a:lnTo>
                    <a:pt x="1740831" y="4469266"/>
                  </a:lnTo>
                  <a:lnTo>
                    <a:pt x="1740956" y="4469266"/>
                  </a:lnTo>
                  <a:lnTo>
                    <a:pt x="1741082" y="4469266"/>
                  </a:lnTo>
                  <a:lnTo>
                    <a:pt x="1741082" y="4459312"/>
                  </a:lnTo>
                  <a:lnTo>
                    <a:pt x="1741207" y="4459312"/>
                  </a:lnTo>
                  <a:lnTo>
                    <a:pt x="1741332" y="4459312"/>
                  </a:lnTo>
                  <a:lnTo>
                    <a:pt x="1741457" y="4459312"/>
                  </a:lnTo>
                  <a:lnTo>
                    <a:pt x="1741582" y="4459312"/>
                  </a:lnTo>
                  <a:lnTo>
                    <a:pt x="1741707" y="4459312"/>
                  </a:lnTo>
                  <a:lnTo>
                    <a:pt x="1741832" y="4459312"/>
                  </a:lnTo>
                  <a:lnTo>
                    <a:pt x="1741957" y="4459312"/>
                  </a:lnTo>
                  <a:lnTo>
                    <a:pt x="1742082" y="4459312"/>
                  </a:lnTo>
                  <a:lnTo>
                    <a:pt x="1742207" y="4459312"/>
                  </a:lnTo>
                  <a:lnTo>
                    <a:pt x="1742332" y="4459312"/>
                  </a:lnTo>
                  <a:lnTo>
                    <a:pt x="1742457" y="4459312"/>
                  </a:lnTo>
                  <a:lnTo>
                    <a:pt x="1742582" y="4459312"/>
                  </a:lnTo>
                  <a:lnTo>
                    <a:pt x="1742707" y="4459312"/>
                  </a:lnTo>
                  <a:lnTo>
                    <a:pt x="1742832" y="4459312"/>
                  </a:lnTo>
                  <a:lnTo>
                    <a:pt x="1742957" y="4459312"/>
                  </a:lnTo>
                  <a:lnTo>
                    <a:pt x="1743082" y="4459312"/>
                  </a:lnTo>
                  <a:lnTo>
                    <a:pt x="1743207" y="4459312"/>
                  </a:lnTo>
                  <a:lnTo>
                    <a:pt x="1743332" y="4459312"/>
                  </a:lnTo>
                  <a:lnTo>
                    <a:pt x="1743457" y="4459312"/>
                  </a:lnTo>
                  <a:lnTo>
                    <a:pt x="1743582" y="4459312"/>
                  </a:lnTo>
                  <a:lnTo>
                    <a:pt x="1743707" y="4459312"/>
                  </a:lnTo>
                  <a:lnTo>
                    <a:pt x="1743832" y="4459312"/>
                  </a:lnTo>
                  <a:lnTo>
                    <a:pt x="1743957" y="4459312"/>
                  </a:lnTo>
                  <a:lnTo>
                    <a:pt x="1744083" y="4459312"/>
                  </a:lnTo>
                  <a:lnTo>
                    <a:pt x="1744208" y="4459312"/>
                  </a:lnTo>
                  <a:lnTo>
                    <a:pt x="1744333" y="4459312"/>
                  </a:lnTo>
                  <a:lnTo>
                    <a:pt x="1744458" y="4459312"/>
                  </a:lnTo>
                  <a:lnTo>
                    <a:pt x="1744583" y="4459312"/>
                  </a:lnTo>
                  <a:lnTo>
                    <a:pt x="1744708" y="4459312"/>
                  </a:lnTo>
                  <a:lnTo>
                    <a:pt x="1744833" y="4459312"/>
                  </a:lnTo>
                  <a:lnTo>
                    <a:pt x="1744958" y="4459312"/>
                  </a:lnTo>
                  <a:lnTo>
                    <a:pt x="1745083" y="4459312"/>
                  </a:lnTo>
                  <a:lnTo>
                    <a:pt x="1745208" y="4459312"/>
                  </a:lnTo>
                  <a:lnTo>
                    <a:pt x="1745333" y="4459312"/>
                  </a:lnTo>
                  <a:lnTo>
                    <a:pt x="1745458" y="4459312"/>
                  </a:lnTo>
                  <a:lnTo>
                    <a:pt x="1745583" y="4459312"/>
                  </a:lnTo>
                  <a:lnTo>
                    <a:pt x="1745708" y="4459312"/>
                  </a:lnTo>
                  <a:lnTo>
                    <a:pt x="1745833" y="4459312"/>
                  </a:lnTo>
                  <a:lnTo>
                    <a:pt x="1745958" y="4459312"/>
                  </a:lnTo>
                  <a:lnTo>
                    <a:pt x="1746083" y="4459312"/>
                  </a:lnTo>
                  <a:lnTo>
                    <a:pt x="1746208" y="4459312"/>
                  </a:lnTo>
                  <a:lnTo>
                    <a:pt x="1746333" y="4459312"/>
                  </a:lnTo>
                  <a:lnTo>
                    <a:pt x="1746458" y="4459312"/>
                  </a:lnTo>
                  <a:lnTo>
                    <a:pt x="1746583" y="4459312"/>
                  </a:lnTo>
                  <a:lnTo>
                    <a:pt x="1746708" y="4459312"/>
                  </a:lnTo>
                  <a:lnTo>
                    <a:pt x="1746833" y="4459312"/>
                  </a:lnTo>
                  <a:lnTo>
                    <a:pt x="1746959" y="4459312"/>
                  </a:lnTo>
                  <a:lnTo>
                    <a:pt x="1747084" y="4459312"/>
                  </a:lnTo>
                  <a:lnTo>
                    <a:pt x="1747209" y="4459312"/>
                  </a:lnTo>
                  <a:lnTo>
                    <a:pt x="1747334" y="4459312"/>
                  </a:lnTo>
                  <a:lnTo>
                    <a:pt x="1747459" y="4459312"/>
                  </a:lnTo>
                  <a:lnTo>
                    <a:pt x="1747584" y="4459312"/>
                  </a:lnTo>
                  <a:lnTo>
                    <a:pt x="1747709" y="4459312"/>
                  </a:lnTo>
                  <a:lnTo>
                    <a:pt x="1747834" y="4459312"/>
                  </a:lnTo>
                  <a:lnTo>
                    <a:pt x="1747959" y="4459312"/>
                  </a:lnTo>
                  <a:lnTo>
                    <a:pt x="1748084" y="4459312"/>
                  </a:lnTo>
                  <a:lnTo>
                    <a:pt x="1748209" y="4459312"/>
                  </a:lnTo>
                  <a:lnTo>
                    <a:pt x="1748334" y="4459312"/>
                  </a:lnTo>
                  <a:lnTo>
                    <a:pt x="1748459" y="4459312"/>
                  </a:lnTo>
                  <a:lnTo>
                    <a:pt x="1748584" y="4459312"/>
                  </a:lnTo>
                  <a:lnTo>
                    <a:pt x="1748709" y="4459312"/>
                  </a:lnTo>
                  <a:lnTo>
                    <a:pt x="1748834" y="4459312"/>
                  </a:lnTo>
                  <a:lnTo>
                    <a:pt x="1748959" y="4459312"/>
                  </a:lnTo>
                  <a:lnTo>
                    <a:pt x="1749084" y="4459312"/>
                  </a:lnTo>
                  <a:lnTo>
                    <a:pt x="1749209" y="4459312"/>
                  </a:lnTo>
                  <a:lnTo>
                    <a:pt x="1749334" y="4459312"/>
                  </a:lnTo>
                  <a:lnTo>
                    <a:pt x="1749459" y="4459312"/>
                  </a:lnTo>
                  <a:lnTo>
                    <a:pt x="1749584" y="4459312"/>
                  </a:lnTo>
                  <a:lnTo>
                    <a:pt x="1749709" y="4459312"/>
                  </a:lnTo>
                  <a:lnTo>
                    <a:pt x="1749834" y="4459312"/>
                  </a:lnTo>
                  <a:lnTo>
                    <a:pt x="1749960" y="4459312"/>
                  </a:lnTo>
                  <a:lnTo>
                    <a:pt x="1750085" y="4459312"/>
                  </a:lnTo>
                  <a:lnTo>
                    <a:pt x="1750210" y="4459312"/>
                  </a:lnTo>
                  <a:lnTo>
                    <a:pt x="1750335" y="4459312"/>
                  </a:lnTo>
                  <a:lnTo>
                    <a:pt x="1750460" y="4459312"/>
                  </a:lnTo>
                  <a:lnTo>
                    <a:pt x="1750585" y="4459312"/>
                  </a:lnTo>
                  <a:lnTo>
                    <a:pt x="1750710" y="4459312"/>
                  </a:lnTo>
                  <a:lnTo>
                    <a:pt x="1750835" y="4459312"/>
                  </a:lnTo>
                  <a:lnTo>
                    <a:pt x="1750960" y="4459312"/>
                  </a:lnTo>
                  <a:lnTo>
                    <a:pt x="1751085" y="4459312"/>
                  </a:lnTo>
                  <a:lnTo>
                    <a:pt x="1751210" y="4459312"/>
                  </a:lnTo>
                  <a:lnTo>
                    <a:pt x="1751335" y="4459312"/>
                  </a:lnTo>
                  <a:lnTo>
                    <a:pt x="1751460" y="4459312"/>
                  </a:lnTo>
                  <a:lnTo>
                    <a:pt x="1751585" y="4459312"/>
                  </a:lnTo>
                  <a:lnTo>
                    <a:pt x="1751710" y="4459312"/>
                  </a:lnTo>
                  <a:lnTo>
                    <a:pt x="1751835" y="4459312"/>
                  </a:lnTo>
                  <a:lnTo>
                    <a:pt x="1751960" y="4459312"/>
                  </a:lnTo>
                  <a:lnTo>
                    <a:pt x="1752085" y="4459312"/>
                  </a:lnTo>
                  <a:lnTo>
                    <a:pt x="1752210" y="4459312"/>
                  </a:lnTo>
                  <a:lnTo>
                    <a:pt x="1752335" y="4459312"/>
                  </a:lnTo>
                  <a:lnTo>
                    <a:pt x="1752460" y="4459312"/>
                  </a:lnTo>
                  <a:lnTo>
                    <a:pt x="1752585" y="4459312"/>
                  </a:lnTo>
                  <a:lnTo>
                    <a:pt x="1752710" y="4459312"/>
                  </a:lnTo>
                  <a:lnTo>
                    <a:pt x="1752835" y="4459312"/>
                  </a:lnTo>
                  <a:lnTo>
                    <a:pt x="1752961" y="4459312"/>
                  </a:lnTo>
                  <a:lnTo>
                    <a:pt x="1753086" y="4459312"/>
                  </a:lnTo>
                  <a:lnTo>
                    <a:pt x="1753211" y="4459312"/>
                  </a:lnTo>
                  <a:lnTo>
                    <a:pt x="1753336" y="4459312"/>
                  </a:lnTo>
                  <a:lnTo>
                    <a:pt x="1753461" y="4459312"/>
                  </a:lnTo>
                  <a:lnTo>
                    <a:pt x="1753586" y="4459312"/>
                  </a:lnTo>
                  <a:lnTo>
                    <a:pt x="1753711" y="4459312"/>
                  </a:lnTo>
                  <a:lnTo>
                    <a:pt x="1753836" y="4459312"/>
                  </a:lnTo>
                  <a:lnTo>
                    <a:pt x="1753961" y="4459312"/>
                  </a:lnTo>
                  <a:lnTo>
                    <a:pt x="1754086" y="4459312"/>
                  </a:lnTo>
                  <a:lnTo>
                    <a:pt x="1754211" y="4459312"/>
                  </a:lnTo>
                  <a:lnTo>
                    <a:pt x="1754336" y="4459312"/>
                  </a:lnTo>
                  <a:lnTo>
                    <a:pt x="1754461" y="4459312"/>
                  </a:lnTo>
                  <a:lnTo>
                    <a:pt x="1754586" y="4459312"/>
                  </a:lnTo>
                  <a:lnTo>
                    <a:pt x="1754711" y="4459312"/>
                  </a:lnTo>
                  <a:lnTo>
                    <a:pt x="1754836" y="4459312"/>
                  </a:lnTo>
                  <a:lnTo>
                    <a:pt x="1754961" y="4459312"/>
                  </a:lnTo>
                  <a:lnTo>
                    <a:pt x="1755086" y="4459312"/>
                  </a:lnTo>
                  <a:lnTo>
                    <a:pt x="1755211" y="4459312"/>
                  </a:lnTo>
                  <a:lnTo>
                    <a:pt x="1755336" y="4459312"/>
                  </a:lnTo>
                  <a:lnTo>
                    <a:pt x="1755461" y="4459312"/>
                  </a:lnTo>
                  <a:lnTo>
                    <a:pt x="1755586" y="4459312"/>
                  </a:lnTo>
                  <a:lnTo>
                    <a:pt x="1755711" y="4459312"/>
                  </a:lnTo>
                  <a:lnTo>
                    <a:pt x="1755836" y="4459312"/>
                  </a:lnTo>
                  <a:lnTo>
                    <a:pt x="1755962" y="4459312"/>
                  </a:lnTo>
                  <a:lnTo>
                    <a:pt x="1756087" y="4459312"/>
                  </a:lnTo>
                  <a:lnTo>
                    <a:pt x="1756212" y="4459312"/>
                  </a:lnTo>
                  <a:lnTo>
                    <a:pt x="1756337" y="4459312"/>
                  </a:lnTo>
                  <a:lnTo>
                    <a:pt x="1756462" y="4459312"/>
                  </a:lnTo>
                  <a:lnTo>
                    <a:pt x="1756587" y="4459312"/>
                  </a:lnTo>
                  <a:lnTo>
                    <a:pt x="1756712" y="4459312"/>
                  </a:lnTo>
                  <a:lnTo>
                    <a:pt x="1756837" y="4459312"/>
                  </a:lnTo>
                  <a:lnTo>
                    <a:pt x="1756962" y="4459312"/>
                  </a:lnTo>
                  <a:lnTo>
                    <a:pt x="1757087" y="4459312"/>
                  </a:lnTo>
                  <a:lnTo>
                    <a:pt x="1757212" y="4459312"/>
                  </a:lnTo>
                  <a:lnTo>
                    <a:pt x="1757337" y="4459312"/>
                  </a:lnTo>
                  <a:lnTo>
                    <a:pt x="1757462" y="4459312"/>
                  </a:lnTo>
                  <a:lnTo>
                    <a:pt x="1757587" y="4459312"/>
                  </a:lnTo>
                  <a:lnTo>
                    <a:pt x="1757587" y="4449358"/>
                  </a:lnTo>
                  <a:lnTo>
                    <a:pt x="1757712" y="4449358"/>
                  </a:lnTo>
                  <a:lnTo>
                    <a:pt x="1757837" y="4449358"/>
                  </a:lnTo>
                  <a:lnTo>
                    <a:pt x="1757962" y="4449358"/>
                  </a:lnTo>
                  <a:lnTo>
                    <a:pt x="1758087" y="4449358"/>
                  </a:lnTo>
                  <a:lnTo>
                    <a:pt x="1758212" y="4449358"/>
                  </a:lnTo>
                  <a:lnTo>
                    <a:pt x="1758337" y="4449358"/>
                  </a:lnTo>
                  <a:lnTo>
                    <a:pt x="1758462" y="4449358"/>
                  </a:lnTo>
                  <a:lnTo>
                    <a:pt x="1758587" y="4449358"/>
                  </a:lnTo>
                  <a:lnTo>
                    <a:pt x="1758712" y="4449358"/>
                  </a:lnTo>
                  <a:lnTo>
                    <a:pt x="1758837" y="4449358"/>
                  </a:lnTo>
                  <a:lnTo>
                    <a:pt x="1758963" y="4449358"/>
                  </a:lnTo>
                  <a:lnTo>
                    <a:pt x="1759088" y="4449358"/>
                  </a:lnTo>
                  <a:lnTo>
                    <a:pt x="1759213" y="4449358"/>
                  </a:lnTo>
                  <a:lnTo>
                    <a:pt x="1759338" y="4449358"/>
                  </a:lnTo>
                  <a:lnTo>
                    <a:pt x="1759463" y="4449358"/>
                  </a:lnTo>
                  <a:lnTo>
                    <a:pt x="1759588" y="4449358"/>
                  </a:lnTo>
                  <a:lnTo>
                    <a:pt x="1759713" y="4449358"/>
                  </a:lnTo>
                  <a:lnTo>
                    <a:pt x="1759838" y="4449358"/>
                  </a:lnTo>
                  <a:lnTo>
                    <a:pt x="1759963" y="4449358"/>
                  </a:lnTo>
                  <a:lnTo>
                    <a:pt x="1760088" y="4449358"/>
                  </a:lnTo>
                  <a:lnTo>
                    <a:pt x="1760213" y="4449358"/>
                  </a:lnTo>
                  <a:lnTo>
                    <a:pt x="1760338" y="4449358"/>
                  </a:lnTo>
                  <a:lnTo>
                    <a:pt x="1760463" y="4449358"/>
                  </a:lnTo>
                  <a:lnTo>
                    <a:pt x="1760588" y="4449358"/>
                  </a:lnTo>
                  <a:lnTo>
                    <a:pt x="1760713" y="4449358"/>
                  </a:lnTo>
                  <a:lnTo>
                    <a:pt x="1760838" y="4449358"/>
                  </a:lnTo>
                  <a:lnTo>
                    <a:pt x="1760963" y="4449358"/>
                  </a:lnTo>
                  <a:lnTo>
                    <a:pt x="1761088" y="4449358"/>
                  </a:lnTo>
                  <a:lnTo>
                    <a:pt x="1761213" y="4449358"/>
                  </a:lnTo>
                  <a:lnTo>
                    <a:pt x="1761338" y="4449358"/>
                  </a:lnTo>
                  <a:lnTo>
                    <a:pt x="1761463" y="4449358"/>
                  </a:lnTo>
                  <a:lnTo>
                    <a:pt x="1761588" y="4449358"/>
                  </a:lnTo>
                  <a:lnTo>
                    <a:pt x="1761713" y="4449358"/>
                  </a:lnTo>
                  <a:lnTo>
                    <a:pt x="1761838" y="4449358"/>
                  </a:lnTo>
                  <a:lnTo>
                    <a:pt x="1761964" y="4449358"/>
                  </a:lnTo>
                  <a:lnTo>
                    <a:pt x="1762089" y="4449358"/>
                  </a:lnTo>
                  <a:lnTo>
                    <a:pt x="1762214" y="4449358"/>
                  </a:lnTo>
                  <a:lnTo>
                    <a:pt x="1762339" y="4449358"/>
                  </a:lnTo>
                  <a:lnTo>
                    <a:pt x="1762464" y="4449358"/>
                  </a:lnTo>
                  <a:lnTo>
                    <a:pt x="1762589" y="4449358"/>
                  </a:lnTo>
                  <a:lnTo>
                    <a:pt x="1762714" y="4449358"/>
                  </a:lnTo>
                  <a:lnTo>
                    <a:pt x="1762839" y="4449358"/>
                  </a:lnTo>
                  <a:lnTo>
                    <a:pt x="1762964" y="4449358"/>
                  </a:lnTo>
                  <a:lnTo>
                    <a:pt x="1762964" y="4439404"/>
                  </a:lnTo>
                  <a:lnTo>
                    <a:pt x="1763089" y="4439404"/>
                  </a:lnTo>
                  <a:lnTo>
                    <a:pt x="1763214" y="4439404"/>
                  </a:lnTo>
                  <a:lnTo>
                    <a:pt x="1763339" y="4439404"/>
                  </a:lnTo>
                  <a:lnTo>
                    <a:pt x="1763464" y="4439404"/>
                  </a:lnTo>
                  <a:lnTo>
                    <a:pt x="1763589" y="4439404"/>
                  </a:lnTo>
                  <a:lnTo>
                    <a:pt x="1763714" y="4439404"/>
                  </a:lnTo>
                  <a:lnTo>
                    <a:pt x="1763839" y="4439404"/>
                  </a:lnTo>
                  <a:lnTo>
                    <a:pt x="1763964" y="4439404"/>
                  </a:lnTo>
                  <a:lnTo>
                    <a:pt x="1764089" y="4439404"/>
                  </a:lnTo>
                  <a:lnTo>
                    <a:pt x="1764214" y="4439404"/>
                  </a:lnTo>
                  <a:lnTo>
                    <a:pt x="1764339" y="4439404"/>
                  </a:lnTo>
                  <a:lnTo>
                    <a:pt x="1764464" y="4439404"/>
                  </a:lnTo>
                  <a:lnTo>
                    <a:pt x="1764589" y="4439404"/>
                  </a:lnTo>
                  <a:lnTo>
                    <a:pt x="1764714" y="4439404"/>
                  </a:lnTo>
                  <a:lnTo>
                    <a:pt x="1764839" y="4439404"/>
                  </a:lnTo>
                  <a:lnTo>
                    <a:pt x="1764965" y="4439404"/>
                  </a:lnTo>
                  <a:lnTo>
                    <a:pt x="1765090" y="4439404"/>
                  </a:lnTo>
                  <a:lnTo>
                    <a:pt x="1765215" y="4439404"/>
                  </a:lnTo>
                  <a:lnTo>
                    <a:pt x="1765340" y="4439404"/>
                  </a:lnTo>
                  <a:lnTo>
                    <a:pt x="1765465" y="4439404"/>
                  </a:lnTo>
                  <a:lnTo>
                    <a:pt x="1765590" y="4439404"/>
                  </a:lnTo>
                  <a:lnTo>
                    <a:pt x="1765715" y="4439404"/>
                  </a:lnTo>
                  <a:lnTo>
                    <a:pt x="1765840" y="4439404"/>
                  </a:lnTo>
                  <a:lnTo>
                    <a:pt x="1765965" y="4439404"/>
                  </a:lnTo>
                  <a:lnTo>
                    <a:pt x="1766090" y="4439404"/>
                  </a:lnTo>
                  <a:lnTo>
                    <a:pt x="1766215" y="4439404"/>
                  </a:lnTo>
                  <a:lnTo>
                    <a:pt x="1766340" y="4439404"/>
                  </a:lnTo>
                  <a:lnTo>
                    <a:pt x="1766465" y="4439404"/>
                  </a:lnTo>
                  <a:lnTo>
                    <a:pt x="1766465" y="4429451"/>
                  </a:lnTo>
                  <a:lnTo>
                    <a:pt x="1766590" y="4429451"/>
                  </a:lnTo>
                  <a:lnTo>
                    <a:pt x="1766715" y="4429451"/>
                  </a:lnTo>
                  <a:lnTo>
                    <a:pt x="1766840" y="4429451"/>
                  </a:lnTo>
                  <a:lnTo>
                    <a:pt x="1766965" y="4429451"/>
                  </a:lnTo>
                  <a:lnTo>
                    <a:pt x="1767090" y="4429451"/>
                  </a:lnTo>
                  <a:lnTo>
                    <a:pt x="1767215" y="4429451"/>
                  </a:lnTo>
                  <a:lnTo>
                    <a:pt x="1767340" y="4429451"/>
                  </a:lnTo>
                  <a:lnTo>
                    <a:pt x="1767465" y="4429451"/>
                  </a:lnTo>
                  <a:lnTo>
                    <a:pt x="1767590" y="4429451"/>
                  </a:lnTo>
                  <a:lnTo>
                    <a:pt x="1767715" y="4429451"/>
                  </a:lnTo>
                  <a:lnTo>
                    <a:pt x="1767840" y="4429451"/>
                  </a:lnTo>
                  <a:lnTo>
                    <a:pt x="1767966" y="4429451"/>
                  </a:lnTo>
                  <a:lnTo>
                    <a:pt x="1768091" y="4429451"/>
                  </a:lnTo>
                  <a:lnTo>
                    <a:pt x="1768216" y="4429451"/>
                  </a:lnTo>
                  <a:lnTo>
                    <a:pt x="1768341" y="4429451"/>
                  </a:lnTo>
                  <a:lnTo>
                    <a:pt x="1768466" y="4429451"/>
                  </a:lnTo>
                  <a:lnTo>
                    <a:pt x="1768591" y="4429451"/>
                  </a:lnTo>
                  <a:lnTo>
                    <a:pt x="1768716" y="4429451"/>
                  </a:lnTo>
                  <a:lnTo>
                    <a:pt x="1768841" y="4429451"/>
                  </a:lnTo>
                  <a:lnTo>
                    <a:pt x="1768966" y="4429451"/>
                  </a:lnTo>
                  <a:lnTo>
                    <a:pt x="1769091" y="4429451"/>
                  </a:lnTo>
                  <a:lnTo>
                    <a:pt x="1769216" y="4429451"/>
                  </a:lnTo>
                  <a:lnTo>
                    <a:pt x="1769341" y="4429451"/>
                  </a:lnTo>
                  <a:lnTo>
                    <a:pt x="1769466" y="4429451"/>
                  </a:lnTo>
                  <a:lnTo>
                    <a:pt x="1769591" y="4429451"/>
                  </a:lnTo>
                  <a:lnTo>
                    <a:pt x="1769716" y="4429451"/>
                  </a:lnTo>
                  <a:lnTo>
                    <a:pt x="1769841" y="4429451"/>
                  </a:lnTo>
                  <a:lnTo>
                    <a:pt x="1769966" y="4429451"/>
                  </a:lnTo>
                  <a:lnTo>
                    <a:pt x="1770091" y="4429451"/>
                  </a:lnTo>
                  <a:lnTo>
                    <a:pt x="1770216" y="4429451"/>
                  </a:lnTo>
                  <a:lnTo>
                    <a:pt x="1770341" y="4429451"/>
                  </a:lnTo>
                  <a:lnTo>
                    <a:pt x="1770466" y="4429451"/>
                  </a:lnTo>
                  <a:lnTo>
                    <a:pt x="1770591" y="4429451"/>
                  </a:lnTo>
                  <a:lnTo>
                    <a:pt x="1770716" y="4429451"/>
                  </a:lnTo>
                  <a:lnTo>
                    <a:pt x="1770841" y="4429451"/>
                  </a:lnTo>
                  <a:lnTo>
                    <a:pt x="1770967" y="4429451"/>
                  </a:lnTo>
                  <a:lnTo>
                    <a:pt x="1771092" y="4429451"/>
                  </a:lnTo>
                  <a:lnTo>
                    <a:pt x="1771217" y="4429451"/>
                  </a:lnTo>
                  <a:lnTo>
                    <a:pt x="1771342" y="4429451"/>
                  </a:lnTo>
                  <a:lnTo>
                    <a:pt x="1771467" y="4429451"/>
                  </a:lnTo>
                  <a:lnTo>
                    <a:pt x="1771592" y="4429451"/>
                  </a:lnTo>
                  <a:lnTo>
                    <a:pt x="1771717" y="4429451"/>
                  </a:lnTo>
                  <a:lnTo>
                    <a:pt x="1771842" y="4429451"/>
                  </a:lnTo>
                  <a:lnTo>
                    <a:pt x="1771967" y="4429451"/>
                  </a:lnTo>
                  <a:lnTo>
                    <a:pt x="1772092" y="4429451"/>
                  </a:lnTo>
                  <a:lnTo>
                    <a:pt x="1772217" y="4429451"/>
                  </a:lnTo>
                  <a:lnTo>
                    <a:pt x="1772342" y="4429451"/>
                  </a:lnTo>
                  <a:lnTo>
                    <a:pt x="1772467" y="4429451"/>
                  </a:lnTo>
                  <a:lnTo>
                    <a:pt x="1772592" y="4429451"/>
                  </a:lnTo>
                  <a:lnTo>
                    <a:pt x="1772717" y="4429451"/>
                  </a:lnTo>
                  <a:lnTo>
                    <a:pt x="1772842" y="4429451"/>
                  </a:lnTo>
                  <a:lnTo>
                    <a:pt x="1772967" y="4429451"/>
                  </a:lnTo>
                  <a:lnTo>
                    <a:pt x="1773092" y="4429451"/>
                  </a:lnTo>
                  <a:lnTo>
                    <a:pt x="1773217" y="4429451"/>
                  </a:lnTo>
                  <a:lnTo>
                    <a:pt x="1773342" y="4429451"/>
                  </a:lnTo>
                  <a:lnTo>
                    <a:pt x="1773467" y="4429451"/>
                  </a:lnTo>
                  <a:lnTo>
                    <a:pt x="1773592" y="4429451"/>
                  </a:lnTo>
                  <a:lnTo>
                    <a:pt x="1773717" y="4429451"/>
                  </a:lnTo>
                  <a:lnTo>
                    <a:pt x="1773842" y="4429451"/>
                  </a:lnTo>
                  <a:lnTo>
                    <a:pt x="1773968" y="4429451"/>
                  </a:lnTo>
                  <a:lnTo>
                    <a:pt x="1774093" y="4429451"/>
                  </a:lnTo>
                  <a:lnTo>
                    <a:pt x="1774218" y="4429451"/>
                  </a:lnTo>
                  <a:lnTo>
                    <a:pt x="1774343" y="4429451"/>
                  </a:lnTo>
                  <a:lnTo>
                    <a:pt x="1774468" y="4429451"/>
                  </a:lnTo>
                  <a:lnTo>
                    <a:pt x="1774593" y="4429451"/>
                  </a:lnTo>
                  <a:lnTo>
                    <a:pt x="1774718" y="4429451"/>
                  </a:lnTo>
                  <a:lnTo>
                    <a:pt x="1774843" y="4429451"/>
                  </a:lnTo>
                  <a:lnTo>
                    <a:pt x="1774968" y="4429451"/>
                  </a:lnTo>
                  <a:lnTo>
                    <a:pt x="1774968" y="4419497"/>
                  </a:lnTo>
                  <a:lnTo>
                    <a:pt x="1775093" y="4419497"/>
                  </a:lnTo>
                  <a:lnTo>
                    <a:pt x="1775218" y="4419497"/>
                  </a:lnTo>
                  <a:lnTo>
                    <a:pt x="1775343" y="4419497"/>
                  </a:lnTo>
                  <a:lnTo>
                    <a:pt x="1775468" y="4419497"/>
                  </a:lnTo>
                  <a:lnTo>
                    <a:pt x="1775593" y="4419497"/>
                  </a:lnTo>
                  <a:lnTo>
                    <a:pt x="1775718" y="4419497"/>
                  </a:lnTo>
                  <a:lnTo>
                    <a:pt x="1775843" y="4419497"/>
                  </a:lnTo>
                  <a:lnTo>
                    <a:pt x="1775968" y="4419497"/>
                  </a:lnTo>
                  <a:lnTo>
                    <a:pt x="1776093" y="4419497"/>
                  </a:lnTo>
                  <a:lnTo>
                    <a:pt x="1776218" y="4419497"/>
                  </a:lnTo>
                  <a:lnTo>
                    <a:pt x="1776343" y="4419497"/>
                  </a:lnTo>
                  <a:lnTo>
                    <a:pt x="1776468" y="4419497"/>
                  </a:lnTo>
                  <a:lnTo>
                    <a:pt x="1776593" y="4419497"/>
                  </a:lnTo>
                  <a:lnTo>
                    <a:pt x="1776718" y="4419497"/>
                  </a:lnTo>
                  <a:lnTo>
                    <a:pt x="1776843" y="4419497"/>
                  </a:lnTo>
                  <a:lnTo>
                    <a:pt x="1776969" y="4419497"/>
                  </a:lnTo>
                  <a:lnTo>
                    <a:pt x="1777094" y="4419497"/>
                  </a:lnTo>
                  <a:lnTo>
                    <a:pt x="1777219" y="4419497"/>
                  </a:lnTo>
                  <a:lnTo>
                    <a:pt x="1777344" y="4419497"/>
                  </a:lnTo>
                  <a:lnTo>
                    <a:pt x="1777469" y="4419497"/>
                  </a:lnTo>
                  <a:lnTo>
                    <a:pt x="1777594" y="4419497"/>
                  </a:lnTo>
                  <a:lnTo>
                    <a:pt x="1777719" y="4419497"/>
                  </a:lnTo>
                  <a:lnTo>
                    <a:pt x="1777844" y="4419497"/>
                  </a:lnTo>
                  <a:lnTo>
                    <a:pt x="1777969" y="4419497"/>
                  </a:lnTo>
                  <a:lnTo>
                    <a:pt x="1778094" y="4419497"/>
                  </a:lnTo>
                  <a:lnTo>
                    <a:pt x="1778219" y="4419497"/>
                  </a:lnTo>
                  <a:lnTo>
                    <a:pt x="1778344" y="4419497"/>
                  </a:lnTo>
                  <a:lnTo>
                    <a:pt x="1778469" y="4419497"/>
                  </a:lnTo>
                  <a:lnTo>
                    <a:pt x="1778594" y="4419497"/>
                  </a:lnTo>
                  <a:lnTo>
                    <a:pt x="1778719" y="4419497"/>
                  </a:lnTo>
                  <a:lnTo>
                    <a:pt x="1778844" y="4419497"/>
                  </a:lnTo>
                  <a:lnTo>
                    <a:pt x="1778969" y="4419497"/>
                  </a:lnTo>
                  <a:lnTo>
                    <a:pt x="1779094" y="4419497"/>
                  </a:lnTo>
                  <a:lnTo>
                    <a:pt x="1779219" y="4419497"/>
                  </a:lnTo>
                  <a:lnTo>
                    <a:pt x="1779344" y="4419497"/>
                  </a:lnTo>
                  <a:lnTo>
                    <a:pt x="1779469" y="4419497"/>
                  </a:lnTo>
                  <a:lnTo>
                    <a:pt x="1779594" y="4419497"/>
                  </a:lnTo>
                  <a:lnTo>
                    <a:pt x="1779719" y="4419497"/>
                  </a:lnTo>
                  <a:lnTo>
                    <a:pt x="1779844" y="4419497"/>
                  </a:lnTo>
                  <a:lnTo>
                    <a:pt x="1779970" y="4419497"/>
                  </a:lnTo>
                  <a:lnTo>
                    <a:pt x="1780095" y="4419497"/>
                  </a:lnTo>
                  <a:lnTo>
                    <a:pt x="1780220" y="4419497"/>
                  </a:lnTo>
                  <a:lnTo>
                    <a:pt x="1780345" y="4419497"/>
                  </a:lnTo>
                  <a:lnTo>
                    <a:pt x="1780470" y="4419497"/>
                  </a:lnTo>
                  <a:lnTo>
                    <a:pt x="1780595" y="4419497"/>
                  </a:lnTo>
                  <a:lnTo>
                    <a:pt x="1780720" y="4419497"/>
                  </a:lnTo>
                  <a:lnTo>
                    <a:pt x="1780845" y="4419497"/>
                  </a:lnTo>
                  <a:lnTo>
                    <a:pt x="1780970" y="4419497"/>
                  </a:lnTo>
                  <a:lnTo>
                    <a:pt x="1781095" y="4419497"/>
                  </a:lnTo>
                  <a:lnTo>
                    <a:pt x="1781220" y="4419497"/>
                  </a:lnTo>
                  <a:lnTo>
                    <a:pt x="1781345" y="4419497"/>
                  </a:lnTo>
                  <a:lnTo>
                    <a:pt x="1781470" y="4419497"/>
                  </a:lnTo>
                  <a:lnTo>
                    <a:pt x="1781595" y="4419497"/>
                  </a:lnTo>
                  <a:lnTo>
                    <a:pt x="1781720" y="4419497"/>
                  </a:lnTo>
                  <a:lnTo>
                    <a:pt x="1781720" y="4409543"/>
                  </a:lnTo>
                  <a:lnTo>
                    <a:pt x="1781720" y="4399589"/>
                  </a:lnTo>
                  <a:lnTo>
                    <a:pt x="1781845" y="4399589"/>
                  </a:lnTo>
                  <a:lnTo>
                    <a:pt x="1781970" y="4399589"/>
                  </a:lnTo>
                  <a:lnTo>
                    <a:pt x="1782095" y="4399589"/>
                  </a:lnTo>
                  <a:lnTo>
                    <a:pt x="1782220" y="4399589"/>
                  </a:lnTo>
                  <a:lnTo>
                    <a:pt x="1782345" y="4399589"/>
                  </a:lnTo>
                  <a:lnTo>
                    <a:pt x="1782470" y="4399589"/>
                  </a:lnTo>
                  <a:lnTo>
                    <a:pt x="1782595" y="4399589"/>
                  </a:lnTo>
                  <a:lnTo>
                    <a:pt x="1782720" y="4399589"/>
                  </a:lnTo>
                  <a:lnTo>
                    <a:pt x="1782845" y="4399589"/>
                  </a:lnTo>
                  <a:lnTo>
                    <a:pt x="1782971" y="4399589"/>
                  </a:lnTo>
                  <a:lnTo>
                    <a:pt x="1783096" y="4399589"/>
                  </a:lnTo>
                  <a:lnTo>
                    <a:pt x="1783221" y="4399589"/>
                  </a:lnTo>
                  <a:lnTo>
                    <a:pt x="1783346" y="4399589"/>
                  </a:lnTo>
                  <a:lnTo>
                    <a:pt x="1783471" y="4399589"/>
                  </a:lnTo>
                  <a:lnTo>
                    <a:pt x="1783596" y="4399589"/>
                  </a:lnTo>
                  <a:lnTo>
                    <a:pt x="1783721" y="4399589"/>
                  </a:lnTo>
                  <a:lnTo>
                    <a:pt x="1783846" y="4399589"/>
                  </a:lnTo>
                  <a:lnTo>
                    <a:pt x="1783971" y="4399589"/>
                  </a:lnTo>
                  <a:lnTo>
                    <a:pt x="1784096" y="4399589"/>
                  </a:lnTo>
                  <a:lnTo>
                    <a:pt x="1784221" y="4399589"/>
                  </a:lnTo>
                  <a:lnTo>
                    <a:pt x="1784346" y="4399589"/>
                  </a:lnTo>
                  <a:lnTo>
                    <a:pt x="1784471" y="4399589"/>
                  </a:lnTo>
                  <a:lnTo>
                    <a:pt x="1784596" y="4399589"/>
                  </a:lnTo>
                  <a:lnTo>
                    <a:pt x="1784721" y="4399589"/>
                  </a:lnTo>
                  <a:lnTo>
                    <a:pt x="1784846" y="4399589"/>
                  </a:lnTo>
                  <a:lnTo>
                    <a:pt x="1784971" y="4399589"/>
                  </a:lnTo>
                  <a:lnTo>
                    <a:pt x="1785096" y="4399589"/>
                  </a:lnTo>
                  <a:lnTo>
                    <a:pt x="1785221" y="4399589"/>
                  </a:lnTo>
                  <a:lnTo>
                    <a:pt x="1785346" y="4399589"/>
                  </a:lnTo>
                  <a:lnTo>
                    <a:pt x="1785471" y="4399589"/>
                  </a:lnTo>
                  <a:lnTo>
                    <a:pt x="1785596" y="4399589"/>
                  </a:lnTo>
                  <a:lnTo>
                    <a:pt x="1785721" y="4399589"/>
                  </a:lnTo>
                  <a:lnTo>
                    <a:pt x="1785847" y="4399589"/>
                  </a:lnTo>
                  <a:lnTo>
                    <a:pt x="1785972" y="4399589"/>
                  </a:lnTo>
                  <a:lnTo>
                    <a:pt x="1786097" y="4399589"/>
                  </a:lnTo>
                  <a:lnTo>
                    <a:pt x="1786222" y="4399589"/>
                  </a:lnTo>
                  <a:lnTo>
                    <a:pt x="1786222" y="4389635"/>
                  </a:lnTo>
                  <a:lnTo>
                    <a:pt x="1786347" y="4389635"/>
                  </a:lnTo>
                  <a:lnTo>
                    <a:pt x="1786472" y="4389635"/>
                  </a:lnTo>
                  <a:lnTo>
                    <a:pt x="1786597" y="4389635"/>
                  </a:lnTo>
                  <a:lnTo>
                    <a:pt x="1786722" y="4389635"/>
                  </a:lnTo>
                  <a:lnTo>
                    <a:pt x="1786847" y="4389635"/>
                  </a:lnTo>
                  <a:lnTo>
                    <a:pt x="1786972" y="4389635"/>
                  </a:lnTo>
                  <a:lnTo>
                    <a:pt x="1787097" y="4389635"/>
                  </a:lnTo>
                  <a:lnTo>
                    <a:pt x="1787222" y="4389635"/>
                  </a:lnTo>
                  <a:lnTo>
                    <a:pt x="1787347" y="4389635"/>
                  </a:lnTo>
                  <a:lnTo>
                    <a:pt x="1787472" y="4389635"/>
                  </a:lnTo>
                  <a:lnTo>
                    <a:pt x="1787597" y="4389635"/>
                  </a:lnTo>
                  <a:lnTo>
                    <a:pt x="1787722" y="4389635"/>
                  </a:lnTo>
                  <a:lnTo>
                    <a:pt x="1787847" y="4389635"/>
                  </a:lnTo>
                  <a:lnTo>
                    <a:pt x="1787972" y="4389635"/>
                  </a:lnTo>
                  <a:lnTo>
                    <a:pt x="1788097" y="4389635"/>
                  </a:lnTo>
                  <a:lnTo>
                    <a:pt x="1788222" y="4389635"/>
                  </a:lnTo>
                  <a:lnTo>
                    <a:pt x="1788347" y="4389635"/>
                  </a:lnTo>
                  <a:lnTo>
                    <a:pt x="1788472" y="4389635"/>
                  </a:lnTo>
                  <a:lnTo>
                    <a:pt x="1788597" y="4389635"/>
                  </a:lnTo>
                  <a:lnTo>
                    <a:pt x="1788722" y="4389635"/>
                  </a:lnTo>
                  <a:lnTo>
                    <a:pt x="1788848" y="4389635"/>
                  </a:lnTo>
                  <a:lnTo>
                    <a:pt x="1788973" y="4389635"/>
                  </a:lnTo>
                  <a:lnTo>
                    <a:pt x="1789098" y="4389635"/>
                  </a:lnTo>
                  <a:lnTo>
                    <a:pt x="1789223" y="4389635"/>
                  </a:lnTo>
                  <a:lnTo>
                    <a:pt x="1789348" y="4389635"/>
                  </a:lnTo>
                  <a:lnTo>
                    <a:pt x="1789473" y="4389635"/>
                  </a:lnTo>
                  <a:lnTo>
                    <a:pt x="1789598" y="4389635"/>
                  </a:lnTo>
                  <a:lnTo>
                    <a:pt x="1789723" y="4389635"/>
                  </a:lnTo>
                  <a:lnTo>
                    <a:pt x="1789848" y="4389635"/>
                  </a:lnTo>
                  <a:lnTo>
                    <a:pt x="1789973" y="4389635"/>
                  </a:lnTo>
                  <a:lnTo>
                    <a:pt x="1790098" y="4389635"/>
                  </a:lnTo>
                  <a:lnTo>
                    <a:pt x="1790223" y="4389635"/>
                  </a:lnTo>
                  <a:lnTo>
                    <a:pt x="1790348" y="4389635"/>
                  </a:lnTo>
                  <a:lnTo>
                    <a:pt x="1790473" y="4389635"/>
                  </a:lnTo>
                  <a:lnTo>
                    <a:pt x="1790598" y="4389635"/>
                  </a:lnTo>
                  <a:lnTo>
                    <a:pt x="1790723" y="4389635"/>
                  </a:lnTo>
                  <a:lnTo>
                    <a:pt x="1790848" y="4389635"/>
                  </a:lnTo>
                  <a:lnTo>
                    <a:pt x="1790973" y="4389635"/>
                  </a:lnTo>
                  <a:lnTo>
                    <a:pt x="1791098" y="4389635"/>
                  </a:lnTo>
                  <a:lnTo>
                    <a:pt x="1791223" y="4389635"/>
                  </a:lnTo>
                  <a:lnTo>
                    <a:pt x="1791348" y="4389635"/>
                  </a:lnTo>
                  <a:lnTo>
                    <a:pt x="1791473" y="4389635"/>
                  </a:lnTo>
                  <a:lnTo>
                    <a:pt x="1791598" y="4389635"/>
                  </a:lnTo>
                  <a:lnTo>
                    <a:pt x="1791723" y="4389635"/>
                  </a:lnTo>
                  <a:lnTo>
                    <a:pt x="1791849" y="4389635"/>
                  </a:lnTo>
                  <a:lnTo>
                    <a:pt x="1791974" y="4389635"/>
                  </a:lnTo>
                  <a:lnTo>
                    <a:pt x="1792099" y="4389635"/>
                  </a:lnTo>
                  <a:lnTo>
                    <a:pt x="1792224" y="4389635"/>
                  </a:lnTo>
                  <a:lnTo>
                    <a:pt x="1792349" y="4389635"/>
                  </a:lnTo>
                  <a:lnTo>
                    <a:pt x="1792474" y="4389635"/>
                  </a:lnTo>
                  <a:lnTo>
                    <a:pt x="1792599" y="4389635"/>
                  </a:lnTo>
                  <a:lnTo>
                    <a:pt x="1792724" y="4389635"/>
                  </a:lnTo>
                  <a:lnTo>
                    <a:pt x="1792849" y="4389635"/>
                  </a:lnTo>
                  <a:lnTo>
                    <a:pt x="1792974" y="4389635"/>
                  </a:lnTo>
                  <a:lnTo>
                    <a:pt x="1793099" y="4389635"/>
                  </a:lnTo>
                  <a:lnTo>
                    <a:pt x="1793224" y="4389635"/>
                  </a:lnTo>
                  <a:lnTo>
                    <a:pt x="1793349" y="4389635"/>
                  </a:lnTo>
                  <a:lnTo>
                    <a:pt x="1793474" y="4389635"/>
                  </a:lnTo>
                  <a:lnTo>
                    <a:pt x="1793599" y="4389635"/>
                  </a:lnTo>
                  <a:lnTo>
                    <a:pt x="1793724" y="4389635"/>
                  </a:lnTo>
                  <a:lnTo>
                    <a:pt x="1793849" y="4389635"/>
                  </a:lnTo>
                  <a:lnTo>
                    <a:pt x="1793974" y="4389635"/>
                  </a:lnTo>
                  <a:lnTo>
                    <a:pt x="1794099" y="4389635"/>
                  </a:lnTo>
                  <a:lnTo>
                    <a:pt x="1794224" y="4389635"/>
                  </a:lnTo>
                  <a:lnTo>
                    <a:pt x="1794349" y="4389635"/>
                  </a:lnTo>
                  <a:lnTo>
                    <a:pt x="1794474" y="4389635"/>
                  </a:lnTo>
                  <a:lnTo>
                    <a:pt x="1794599" y="4389635"/>
                  </a:lnTo>
                  <a:lnTo>
                    <a:pt x="1794724" y="4389635"/>
                  </a:lnTo>
                  <a:lnTo>
                    <a:pt x="1794850" y="4389635"/>
                  </a:lnTo>
                  <a:lnTo>
                    <a:pt x="1794975" y="4389635"/>
                  </a:lnTo>
                  <a:lnTo>
                    <a:pt x="1795100" y="4389635"/>
                  </a:lnTo>
                  <a:lnTo>
                    <a:pt x="1795225" y="4389635"/>
                  </a:lnTo>
                  <a:lnTo>
                    <a:pt x="1795350" y="4389635"/>
                  </a:lnTo>
                  <a:lnTo>
                    <a:pt x="1795475" y="4389635"/>
                  </a:lnTo>
                  <a:lnTo>
                    <a:pt x="1795600" y="4389635"/>
                  </a:lnTo>
                  <a:lnTo>
                    <a:pt x="1795725" y="4389635"/>
                  </a:lnTo>
                  <a:lnTo>
                    <a:pt x="1795850" y="4389635"/>
                  </a:lnTo>
                  <a:lnTo>
                    <a:pt x="1795975" y="4389635"/>
                  </a:lnTo>
                  <a:lnTo>
                    <a:pt x="1796100" y="4389635"/>
                  </a:lnTo>
                  <a:lnTo>
                    <a:pt x="1796225" y="4389635"/>
                  </a:lnTo>
                  <a:lnTo>
                    <a:pt x="1796350" y="4389635"/>
                  </a:lnTo>
                  <a:lnTo>
                    <a:pt x="1796475" y="4389635"/>
                  </a:lnTo>
                  <a:lnTo>
                    <a:pt x="1796600" y="4389635"/>
                  </a:lnTo>
                  <a:lnTo>
                    <a:pt x="1796725" y="4389635"/>
                  </a:lnTo>
                  <a:lnTo>
                    <a:pt x="1796850" y="4389635"/>
                  </a:lnTo>
                  <a:lnTo>
                    <a:pt x="1796975" y="4389635"/>
                  </a:lnTo>
                  <a:lnTo>
                    <a:pt x="1797100" y="4389635"/>
                  </a:lnTo>
                  <a:lnTo>
                    <a:pt x="1797225" y="4389635"/>
                  </a:lnTo>
                  <a:lnTo>
                    <a:pt x="1797225" y="4379681"/>
                  </a:lnTo>
                  <a:lnTo>
                    <a:pt x="1797350" y="4379681"/>
                  </a:lnTo>
                  <a:lnTo>
                    <a:pt x="1797475" y="4379681"/>
                  </a:lnTo>
                  <a:lnTo>
                    <a:pt x="1797600" y="4379681"/>
                  </a:lnTo>
                  <a:lnTo>
                    <a:pt x="1797725" y="4379681"/>
                  </a:lnTo>
                  <a:lnTo>
                    <a:pt x="1797851" y="4379681"/>
                  </a:lnTo>
                  <a:lnTo>
                    <a:pt x="1797976" y="4379681"/>
                  </a:lnTo>
                  <a:lnTo>
                    <a:pt x="1797976" y="4369728"/>
                  </a:lnTo>
                  <a:lnTo>
                    <a:pt x="1798101" y="4369728"/>
                  </a:lnTo>
                  <a:lnTo>
                    <a:pt x="1798101" y="4359774"/>
                  </a:lnTo>
                  <a:lnTo>
                    <a:pt x="1798226" y="4359774"/>
                  </a:lnTo>
                  <a:lnTo>
                    <a:pt x="1798351" y="4359774"/>
                  </a:lnTo>
                  <a:lnTo>
                    <a:pt x="1798476" y="4359774"/>
                  </a:lnTo>
                  <a:lnTo>
                    <a:pt x="1798601" y="4359774"/>
                  </a:lnTo>
                  <a:lnTo>
                    <a:pt x="1798726" y="4359774"/>
                  </a:lnTo>
                  <a:lnTo>
                    <a:pt x="1798851" y="4359774"/>
                  </a:lnTo>
                  <a:lnTo>
                    <a:pt x="1798976" y="4359774"/>
                  </a:lnTo>
                  <a:lnTo>
                    <a:pt x="1799101" y="4359774"/>
                  </a:lnTo>
                  <a:lnTo>
                    <a:pt x="1799226" y="4359774"/>
                  </a:lnTo>
                  <a:lnTo>
                    <a:pt x="1799351" y="4359774"/>
                  </a:lnTo>
                  <a:lnTo>
                    <a:pt x="1799476" y="4359774"/>
                  </a:lnTo>
                  <a:lnTo>
                    <a:pt x="1799601" y="4359774"/>
                  </a:lnTo>
                  <a:lnTo>
                    <a:pt x="1799726" y="4359774"/>
                  </a:lnTo>
                  <a:lnTo>
                    <a:pt x="1799851" y="4359774"/>
                  </a:lnTo>
                  <a:lnTo>
                    <a:pt x="1799976" y="4359774"/>
                  </a:lnTo>
                  <a:lnTo>
                    <a:pt x="1800101" y="4359774"/>
                  </a:lnTo>
                  <a:lnTo>
                    <a:pt x="1800226" y="4359774"/>
                  </a:lnTo>
                  <a:lnTo>
                    <a:pt x="1800351" y="4359774"/>
                  </a:lnTo>
                  <a:lnTo>
                    <a:pt x="1800476" y="4359774"/>
                  </a:lnTo>
                  <a:lnTo>
                    <a:pt x="1800601" y="4359774"/>
                  </a:lnTo>
                  <a:lnTo>
                    <a:pt x="1800726" y="4359774"/>
                  </a:lnTo>
                  <a:lnTo>
                    <a:pt x="1800852" y="4359774"/>
                  </a:lnTo>
                  <a:lnTo>
                    <a:pt x="1800977" y="4359774"/>
                  </a:lnTo>
                  <a:lnTo>
                    <a:pt x="1801102" y="4359774"/>
                  </a:lnTo>
                  <a:lnTo>
                    <a:pt x="1801227" y="4359774"/>
                  </a:lnTo>
                  <a:lnTo>
                    <a:pt x="1801352" y="4359774"/>
                  </a:lnTo>
                  <a:lnTo>
                    <a:pt x="1801477" y="4359774"/>
                  </a:lnTo>
                  <a:lnTo>
                    <a:pt x="1801602" y="4359774"/>
                  </a:lnTo>
                  <a:lnTo>
                    <a:pt x="1801727" y="4359774"/>
                  </a:lnTo>
                  <a:lnTo>
                    <a:pt x="1801852" y="4359774"/>
                  </a:lnTo>
                  <a:lnTo>
                    <a:pt x="1801977" y="4359774"/>
                  </a:lnTo>
                  <a:lnTo>
                    <a:pt x="1802102" y="4359774"/>
                  </a:lnTo>
                  <a:lnTo>
                    <a:pt x="1802227" y="4359774"/>
                  </a:lnTo>
                  <a:lnTo>
                    <a:pt x="1802352" y="4359774"/>
                  </a:lnTo>
                  <a:lnTo>
                    <a:pt x="1802477" y="4359774"/>
                  </a:lnTo>
                  <a:lnTo>
                    <a:pt x="1802602" y="4359774"/>
                  </a:lnTo>
                  <a:lnTo>
                    <a:pt x="1802727" y="4359774"/>
                  </a:lnTo>
                  <a:lnTo>
                    <a:pt x="1802852" y="4359774"/>
                  </a:lnTo>
                  <a:lnTo>
                    <a:pt x="1802977" y="4359774"/>
                  </a:lnTo>
                  <a:lnTo>
                    <a:pt x="1803102" y="4359774"/>
                  </a:lnTo>
                  <a:lnTo>
                    <a:pt x="1803227" y="4359774"/>
                  </a:lnTo>
                  <a:lnTo>
                    <a:pt x="1803352" y="4359774"/>
                  </a:lnTo>
                  <a:lnTo>
                    <a:pt x="1803477" y="4359774"/>
                  </a:lnTo>
                  <a:lnTo>
                    <a:pt x="1803602" y="4359774"/>
                  </a:lnTo>
                  <a:lnTo>
                    <a:pt x="1803727" y="4359774"/>
                  </a:lnTo>
                  <a:lnTo>
                    <a:pt x="1803853" y="4359774"/>
                  </a:lnTo>
                  <a:lnTo>
                    <a:pt x="1803978" y="4359774"/>
                  </a:lnTo>
                  <a:lnTo>
                    <a:pt x="1804103" y="4359774"/>
                  </a:lnTo>
                  <a:lnTo>
                    <a:pt x="1804228" y="4359774"/>
                  </a:lnTo>
                  <a:lnTo>
                    <a:pt x="1804353" y="4359774"/>
                  </a:lnTo>
                  <a:lnTo>
                    <a:pt x="1804478" y="4359774"/>
                  </a:lnTo>
                  <a:lnTo>
                    <a:pt x="1804603" y="4359774"/>
                  </a:lnTo>
                  <a:lnTo>
                    <a:pt x="1804728" y="4359774"/>
                  </a:lnTo>
                  <a:lnTo>
                    <a:pt x="1804853" y="4359774"/>
                  </a:lnTo>
                  <a:lnTo>
                    <a:pt x="1804978" y="4359774"/>
                  </a:lnTo>
                  <a:lnTo>
                    <a:pt x="1805103" y="4359774"/>
                  </a:lnTo>
                  <a:lnTo>
                    <a:pt x="1805228" y="4359774"/>
                  </a:lnTo>
                  <a:lnTo>
                    <a:pt x="1805353" y="4359774"/>
                  </a:lnTo>
                  <a:lnTo>
                    <a:pt x="1805478" y="4359774"/>
                  </a:lnTo>
                  <a:lnTo>
                    <a:pt x="1805603" y="4359774"/>
                  </a:lnTo>
                  <a:lnTo>
                    <a:pt x="1805728" y="4359774"/>
                  </a:lnTo>
                  <a:lnTo>
                    <a:pt x="1805853" y="4359774"/>
                  </a:lnTo>
                  <a:lnTo>
                    <a:pt x="1805978" y="4359774"/>
                  </a:lnTo>
                  <a:lnTo>
                    <a:pt x="1806103" y="4359774"/>
                  </a:lnTo>
                  <a:lnTo>
                    <a:pt x="1806228" y="4359774"/>
                  </a:lnTo>
                  <a:lnTo>
                    <a:pt x="1806353" y="4359774"/>
                  </a:lnTo>
                  <a:lnTo>
                    <a:pt x="1806478" y="4359774"/>
                  </a:lnTo>
                  <a:lnTo>
                    <a:pt x="1806603" y="4359774"/>
                  </a:lnTo>
                  <a:lnTo>
                    <a:pt x="1806728" y="4359774"/>
                  </a:lnTo>
                  <a:lnTo>
                    <a:pt x="1806854" y="4359774"/>
                  </a:lnTo>
                  <a:lnTo>
                    <a:pt x="1806979" y="4359774"/>
                  </a:lnTo>
                  <a:lnTo>
                    <a:pt x="1807104" y="4359774"/>
                  </a:lnTo>
                  <a:lnTo>
                    <a:pt x="1807229" y="4359774"/>
                  </a:lnTo>
                  <a:lnTo>
                    <a:pt x="1807354" y="4359774"/>
                  </a:lnTo>
                  <a:lnTo>
                    <a:pt x="1807479" y="4359774"/>
                  </a:lnTo>
                  <a:lnTo>
                    <a:pt x="1807479" y="4349820"/>
                  </a:lnTo>
                  <a:lnTo>
                    <a:pt x="1807604" y="4349820"/>
                  </a:lnTo>
                  <a:lnTo>
                    <a:pt x="1807729" y="4349820"/>
                  </a:lnTo>
                  <a:lnTo>
                    <a:pt x="1807854" y="4349820"/>
                  </a:lnTo>
                  <a:lnTo>
                    <a:pt x="1807979" y="4349820"/>
                  </a:lnTo>
                  <a:lnTo>
                    <a:pt x="1808104" y="4349820"/>
                  </a:lnTo>
                  <a:lnTo>
                    <a:pt x="1808229" y="4349820"/>
                  </a:lnTo>
                  <a:lnTo>
                    <a:pt x="1808354" y="4349820"/>
                  </a:lnTo>
                  <a:lnTo>
                    <a:pt x="1808479" y="4349820"/>
                  </a:lnTo>
                  <a:lnTo>
                    <a:pt x="1808604" y="4349820"/>
                  </a:lnTo>
                  <a:lnTo>
                    <a:pt x="1808729" y="4349820"/>
                  </a:lnTo>
                  <a:lnTo>
                    <a:pt x="1808854" y="4349820"/>
                  </a:lnTo>
                  <a:lnTo>
                    <a:pt x="1808979" y="4349820"/>
                  </a:lnTo>
                  <a:lnTo>
                    <a:pt x="1809104" y="4349820"/>
                  </a:lnTo>
                  <a:lnTo>
                    <a:pt x="1809229" y="4349820"/>
                  </a:lnTo>
                  <a:lnTo>
                    <a:pt x="1809354" y="4349820"/>
                  </a:lnTo>
                  <a:lnTo>
                    <a:pt x="1809479" y="4349820"/>
                  </a:lnTo>
                  <a:lnTo>
                    <a:pt x="1809604" y="4349820"/>
                  </a:lnTo>
                  <a:lnTo>
                    <a:pt x="1809729" y="4349820"/>
                  </a:lnTo>
                  <a:lnTo>
                    <a:pt x="1809855" y="4349820"/>
                  </a:lnTo>
                  <a:lnTo>
                    <a:pt x="1809980" y="4349820"/>
                  </a:lnTo>
                  <a:lnTo>
                    <a:pt x="1810105" y="4349820"/>
                  </a:lnTo>
                  <a:lnTo>
                    <a:pt x="1810230" y="4349820"/>
                  </a:lnTo>
                  <a:lnTo>
                    <a:pt x="1810355" y="4349820"/>
                  </a:lnTo>
                  <a:lnTo>
                    <a:pt x="1810480" y="4349820"/>
                  </a:lnTo>
                  <a:lnTo>
                    <a:pt x="1810605" y="4349820"/>
                  </a:lnTo>
                  <a:lnTo>
                    <a:pt x="1810730" y="4349820"/>
                  </a:lnTo>
                  <a:lnTo>
                    <a:pt x="1810855" y="4349820"/>
                  </a:lnTo>
                  <a:lnTo>
                    <a:pt x="1810980" y="4349820"/>
                  </a:lnTo>
                  <a:lnTo>
                    <a:pt x="1811105" y="4349820"/>
                  </a:lnTo>
                  <a:lnTo>
                    <a:pt x="1811230" y="4349820"/>
                  </a:lnTo>
                  <a:lnTo>
                    <a:pt x="1811355" y="4349820"/>
                  </a:lnTo>
                  <a:lnTo>
                    <a:pt x="1811480" y="4349820"/>
                  </a:lnTo>
                  <a:lnTo>
                    <a:pt x="1811605" y="4349820"/>
                  </a:lnTo>
                  <a:lnTo>
                    <a:pt x="1811730" y="4349820"/>
                  </a:lnTo>
                  <a:lnTo>
                    <a:pt x="1811855" y="4349820"/>
                  </a:lnTo>
                  <a:lnTo>
                    <a:pt x="1811980" y="4349820"/>
                  </a:lnTo>
                  <a:lnTo>
                    <a:pt x="1812105" y="4349820"/>
                  </a:lnTo>
                  <a:lnTo>
                    <a:pt x="1812230" y="4349820"/>
                  </a:lnTo>
                  <a:lnTo>
                    <a:pt x="1812355" y="4349820"/>
                  </a:lnTo>
                  <a:lnTo>
                    <a:pt x="1812480" y="4349820"/>
                  </a:lnTo>
                  <a:lnTo>
                    <a:pt x="1812605" y="4349820"/>
                  </a:lnTo>
                  <a:lnTo>
                    <a:pt x="1812730" y="4349820"/>
                  </a:lnTo>
                  <a:lnTo>
                    <a:pt x="1812856" y="4349820"/>
                  </a:lnTo>
                  <a:lnTo>
                    <a:pt x="1812981" y="4349820"/>
                  </a:lnTo>
                  <a:lnTo>
                    <a:pt x="1813106" y="4349820"/>
                  </a:lnTo>
                  <a:lnTo>
                    <a:pt x="1813231" y="4349820"/>
                  </a:lnTo>
                  <a:lnTo>
                    <a:pt x="1813356" y="4349820"/>
                  </a:lnTo>
                  <a:lnTo>
                    <a:pt x="1813481" y="4349820"/>
                  </a:lnTo>
                  <a:lnTo>
                    <a:pt x="1813606" y="4349820"/>
                  </a:lnTo>
                  <a:lnTo>
                    <a:pt x="1813731" y="4349820"/>
                  </a:lnTo>
                  <a:lnTo>
                    <a:pt x="1813856" y="4349820"/>
                  </a:lnTo>
                  <a:lnTo>
                    <a:pt x="1813981" y="4349820"/>
                  </a:lnTo>
                  <a:lnTo>
                    <a:pt x="1814106" y="4349820"/>
                  </a:lnTo>
                  <a:lnTo>
                    <a:pt x="1814231" y="4349820"/>
                  </a:lnTo>
                  <a:lnTo>
                    <a:pt x="1814356" y="4349820"/>
                  </a:lnTo>
                  <a:lnTo>
                    <a:pt x="1814481" y="4349820"/>
                  </a:lnTo>
                  <a:lnTo>
                    <a:pt x="1814606" y="4349820"/>
                  </a:lnTo>
                  <a:lnTo>
                    <a:pt x="1814731" y="4349820"/>
                  </a:lnTo>
                  <a:lnTo>
                    <a:pt x="1814856" y="4349820"/>
                  </a:lnTo>
                  <a:lnTo>
                    <a:pt x="1814981" y="4349820"/>
                  </a:lnTo>
                  <a:lnTo>
                    <a:pt x="1815106" y="4349820"/>
                  </a:lnTo>
                  <a:lnTo>
                    <a:pt x="1815231" y="4349820"/>
                  </a:lnTo>
                  <a:lnTo>
                    <a:pt x="1815356" y="4349820"/>
                  </a:lnTo>
                  <a:lnTo>
                    <a:pt x="1815481" y="4349820"/>
                  </a:lnTo>
                  <a:lnTo>
                    <a:pt x="1815606" y="4349820"/>
                  </a:lnTo>
                  <a:lnTo>
                    <a:pt x="1815731" y="4349820"/>
                  </a:lnTo>
                  <a:lnTo>
                    <a:pt x="1815857" y="4349820"/>
                  </a:lnTo>
                  <a:lnTo>
                    <a:pt x="1815982" y="4349820"/>
                  </a:lnTo>
                  <a:lnTo>
                    <a:pt x="1816107" y="4349820"/>
                  </a:lnTo>
                  <a:lnTo>
                    <a:pt x="1816232" y="4349820"/>
                  </a:lnTo>
                  <a:lnTo>
                    <a:pt x="1816357" y="4349820"/>
                  </a:lnTo>
                  <a:lnTo>
                    <a:pt x="1816482" y="4349820"/>
                  </a:lnTo>
                  <a:lnTo>
                    <a:pt x="1816607" y="4349820"/>
                  </a:lnTo>
                  <a:lnTo>
                    <a:pt x="1816732" y="4349820"/>
                  </a:lnTo>
                  <a:lnTo>
                    <a:pt x="1816857" y="4349820"/>
                  </a:lnTo>
                  <a:lnTo>
                    <a:pt x="1816982" y="4349820"/>
                  </a:lnTo>
                  <a:lnTo>
                    <a:pt x="1817107" y="4349820"/>
                  </a:lnTo>
                  <a:lnTo>
                    <a:pt x="1817232" y="4349820"/>
                  </a:lnTo>
                  <a:lnTo>
                    <a:pt x="1817357" y="4349820"/>
                  </a:lnTo>
                  <a:lnTo>
                    <a:pt x="1817482" y="4349820"/>
                  </a:lnTo>
                  <a:lnTo>
                    <a:pt x="1817607" y="4349820"/>
                  </a:lnTo>
                  <a:lnTo>
                    <a:pt x="1817732" y="4349820"/>
                  </a:lnTo>
                  <a:lnTo>
                    <a:pt x="1817857" y="4349820"/>
                  </a:lnTo>
                  <a:lnTo>
                    <a:pt x="1817982" y="4349820"/>
                  </a:lnTo>
                  <a:lnTo>
                    <a:pt x="1818107" y="4349820"/>
                  </a:lnTo>
                  <a:lnTo>
                    <a:pt x="1818232" y="4349820"/>
                  </a:lnTo>
                  <a:lnTo>
                    <a:pt x="1818357" y="4349820"/>
                  </a:lnTo>
                  <a:lnTo>
                    <a:pt x="1818482" y="4349820"/>
                  </a:lnTo>
                  <a:lnTo>
                    <a:pt x="1818607" y="4349820"/>
                  </a:lnTo>
                  <a:lnTo>
                    <a:pt x="1818732" y="4349820"/>
                  </a:lnTo>
                  <a:lnTo>
                    <a:pt x="1818858" y="4349820"/>
                  </a:lnTo>
                  <a:lnTo>
                    <a:pt x="1818983" y="4349820"/>
                  </a:lnTo>
                  <a:lnTo>
                    <a:pt x="1819108" y="4349820"/>
                  </a:lnTo>
                  <a:lnTo>
                    <a:pt x="1819233" y="4349820"/>
                  </a:lnTo>
                  <a:lnTo>
                    <a:pt x="1819358" y="4349820"/>
                  </a:lnTo>
                  <a:lnTo>
                    <a:pt x="1819483" y="4349820"/>
                  </a:lnTo>
                  <a:lnTo>
                    <a:pt x="1819608" y="4349820"/>
                  </a:lnTo>
                  <a:lnTo>
                    <a:pt x="1819733" y="4349820"/>
                  </a:lnTo>
                  <a:lnTo>
                    <a:pt x="1819858" y="4349820"/>
                  </a:lnTo>
                  <a:lnTo>
                    <a:pt x="1819983" y="4349820"/>
                  </a:lnTo>
                  <a:lnTo>
                    <a:pt x="1820108" y="4349820"/>
                  </a:lnTo>
                  <a:lnTo>
                    <a:pt x="1820233" y="4349820"/>
                  </a:lnTo>
                  <a:lnTo>
                    <a:pt x="1820358" y="4349820"/>
                  </a:lnTo>
                  <a:lnTo>
                    <a:pt x="1820483" y="4349820"/>
                  </a:lnTo>
                  <a:lnTo>
                    <a:pt x="1820608" y="4349820"/>
                  </a:lnTo>
                  <a:lnTo>
                    <a:pt x="1820733" y="4349820"/>
                  </a:lnTo>
                  <a:lnTo>
                    <a:pt x="1820858" y="4349820"/>
                  </a:lnTo>
                  <a:lnTo>
                    <a:pt x="1820983" y="4349820"/>
                  </a:lnTo>
                  <a:lnTo>
                    <a:pt x="1821108" y="4349820"/>
                  </a:lnTo>
                  <a:lnTo>
                    <a:pt x="1821233" y="4349820"/>
                  </a:lnTo>
                  <a:lnTo>
                    <a:pt x="1821358" y="4349820"/>
                  </a:lnTo>
                  <a:lnTo>
                    <a:pt x="1821483" y="4349820"/>
                  </a:lnTo>
                  <a:lnTo>
                    <a:pt x="1821608" y="4349820"/>
                  </a:lnTo>
                  <a:lnTo>
                    <a:pt x="1821733" y="4349820"/>
                  </a:lnTo>
                  <a:lnTo>
                    <a:pt x="1821859" y="4349820"/>
                  </a:lnTo>
                  <a:lnTo>
                    <a:pt x="1821984" y="4349820"/>
                  </a:lnTo>
                  <a:lnTo>
                    <a:pt x="1822109" y="4349820"/>
                  </a:lnTo>
                  <a:lnTo>
                    <a:pt x="1822234" y="4349820"/>
                  </a:lnTo>
                  <a:lnTo>
                    <a:pt x="1822359" y="4349820"/>
                  </a:lnTo>
                  <a:lnTo>
                    <a:pt x="1822484" y="4349820"/>
                  </a:lnTo>
                  <a:lnTo>
                    <a:pt x="1822609" y="4349820"/>
                  </a:lnTo>
                  <a:lnTo>
                    <a:pt x="1822734" y="4349820"/>
                  </a:lnTo>
                  <a:lnTo>
                    <a:pt x="1822859" y="4349820"/>
                  </a:lnTo>
                  <a:lnTo>
                    <a:pt x="1822984" y="4349820"/>
                  </a:lnTo>
                  <a:lnTo>
                    <a:pt x="1823109" y="4349820"/>
                  </a:lnTo>
                  <a:lnTo>
                    <a:pt x="1823234" y="4349820"/>
                  </a:lnTo>
                  <a:lnTo>
                    <a:pt x="1823359" y="4349820"/>
                  </a:lnTo>
                  <a:lnTo>
                    <a:pt x="1823484" y="4349820"/>
                  </a:lnTo>
                  <a:lnTo>
                    <a:pt x="1823609" y="4349820"/>
                  </a:lnTo>
                  <a:lnTo>
                    <a:pt x="1823734" y="4349820"/>
                  </a:lnTo>
                  <a:lnTo>
                    <a:pt x="1823859" y="4349820"/>
                  </a:lnTo>
                  <a:lnTo>
                    <a:pt x="1823984" y="4349820"/>
                  </a:lnTo>
                  <a:lnTo>
                    <a:pt x="1824109" y="4349820"/>
                  </a:lnTo>
                  <a:lnTo>
                    <a:pt x="1824234" y="4349820"/>
                  </a:lnTo>
                  <a:lnTo>
                    <a:pt x="1824359" y="4349820"/>
                  </a:lnTo>
                  <a:lnTo>
                    <a:pt x="1824484" y="4349820"/>
                  </a:lnTo>
                  <a:lnTo>
                    <a:pt x="1824609" y="4349820"/>
                  </a:lnTo>
                  <a:lnTo>
                    <a:pt x="1824735" y="4349820"/>
                  </a:lnTo>
                  <a:lnTo>
                    <a:pt x="1824860" y="4349820"/>
                  </a:lnTo>
                  <a:lnTo>
                    <a:pt x="1824985" y="4349820"/>
                  </a:lnTo>
                  <a:lnTo>
                    <a:pt x="1825110" y="4349820"/>
                  </a:lnTo>
                  <a:lnTo>
                    <a:pt x="1825235" y="4349820"/>
                  </a:lnTo>
                  <a:lnTo>
                    <a:pt x="1825360" y="4349820"/>
                  </a:lnTo>
                  <a:lnTo>
                    <a:pt x="1825485" y="4349820"/>
                  </a:lnTo>
                  <a:lnTo>
                    <a:pt x="1825610" y="4349820"/>
                  </a:lnTo>
                  <a:lnTo>
                    <a:pt x="1825735" y="4349820"/>
                  </a:lnTo>
                  <a:lnTo>
                    <a:pt x="1825860" y="4349820"/>
                  </a:lnTo>
                  <a:lnTo>
                    <a:pt x="1825985" y="4349820"/>
                  </a:lnTo>
                  <a:lnTo>
                    <a:pt x="1826110" y="4349820"/>
                  </a:lnTo>
                  <a:lnTo>
                    <a:pt x="1826235" y="4349820"/>
                  </a:lnTo>
                  <a:lnTo>
                    <a:pt x="1826360" y="4349820"/>
                  </a:lnTo>
                  <a:lnTo>
                    <a:pt x="1826485" y="4349820"/>
                  </a:lnTo>
                  <a:lnTo>
                    <a:pt x="1826485" y="4339866"/>
                  </a:lnTo>
                  <a:lnTo>
                    <a:pt x="1826610" y="4339866"/>
                  </a:lnTo>
                  <a:lnTo>
                    <a:pt x="1826735" y="4339866"/>
                  </a:lnTo>
                  <a:lnTo>
                    <a:pt x="1826860" y="4339866"/>
                  </a:lnTo>
                  <a:lnTo>
                    <a:pt x="1826985" y="4339866"/>
                  </a:lnTo>
                  <a:lnTo>
                    <a:pt x="1827110" y="4339866"/>
                  </a:lnTo>
                  <a:lnTo>
                    <a:pt x="1827235" y="4339866"/>
                  </a:lnTo>
                  <a:lnTo>
                    <a:pt x="1827360" y="4339866"/>
                  </a:lnTo>
                  <a:lnTo>
                    <a:pt x="1827485" y="4339866"/>
                  </a:lnTo>
                  <a:lnTo>
                    <a:pt x="1827610" y="4339866"/>
                  </a:lnTo>
                  <a:lnTo>
                    <a:pt x="1827736" y="4339866"/>
                  </a:lnTo>
                  <a:lnTo>
                    <a:pt x="1827861" y="4339866"/>
                  </a:lnTo>
                  <a:lnTo>
                    <a:pt x="1827861" y="4329912"/>
                  </a:lnTo>
                  <a:lnTo>
                    <a:pt x="1827986" y="4329912"/>
                  </a:lnTo>
                  <a:lnTo>
                    <a:pt x="1828111" y="4329912"/>
                  </a:lnTo>
                  <a:lnTo>
                    <a:pt x="1828236" y="4329912"/>
                  </a:lnTo>
                  <a:lnTo>
                    <a:pt x="1828361" y="4329912"/>
                  </a:lnTo>
                  <a:lnTo>
                    <a:pt x="1828486" y="4329912"/>
                  </a:lnTo>
                  <a:lnTo>
                    <a:pt x="1828611" y="4329912"/>
                  </a:lnTo>
                  <a:lnTo>
                    <a:pt x="1828736" y="4329912"/>
                  </a:lnTo>
                  <a:lnTo>
                    <a:pt x="1828861" y="4329912"/>
                  </a:lnTo>
                  <a:lnTo>
                    <a:pt x="1828986" y="4329912"/>
                  </a:lnTo>
                  <a:lnTo>
                    <a:pt x="1829111" y="4329912"/>
                  </a:lnTo>
                  <a:lnTo>
                    <a:pt x="1829236" y="4329912"/>
                  </a:lnTo>
                  <a:lnTo>
                    <a:pt x="1829361" y="4329912"/>
                  </a:lnTo>
                  <a:lnTo>
                    <a:pt x="1829486" y="4329912"/>
                  </a:lnTo>
                  <a:lnTo>
                    <a:pt x="1829611" y="4329912"/>
                  </a:lnTo>
                  <a:lnTo>
                    <a:pt x="1829736" y="4329912"/>
                  </a:lnTo>
                  <a:lnTo>
                    <a:pt x="1829861" y="4329912"/>
                  </a:lnTo>
                  <a:lnTo>
                    <a:pt x="1829986" y="4329912"/>
                  </a:lnTo>
                  <a:lnTo>
                    <a:pt x="1830111" y="4329912"/>
                  </a:lnTo>
                  <a:lnTo>
                    <a:pt x="1830236" y="4329912"/>
                  </a:lnTo>
                  <a:lnTo>
                    <a:pt x="1830361" y="4329912"/>
                  </a:lnTo>
                  <a:lnTo>
                    <a:pt x="1830486" y="4329912"/>
                  </a:lnTo>
                  <a:lnTo>
                    <a:pt x="1830611" y="4329912"/>
                  </a:lnTo>
                  <a:lnTo>
                    <a:pt x="1830737" y="4329912"/>
                  </a:lnTo>
                  <a:lnTo>
                    <a:pt x="1830862" y="4329912"/>
                  </a:lnTo>
                  <a:lnTo>
                    <a:pt x="1830987" y="4329912"/>
                  </a:lnTo>
                  <a:lnTo>
                    <a:pt x="1831112" y="4329912"/>
                  </a:lnTo>
                  <a:lnTo>
                    <a:pt x="1831237" y="4329912"/>
                  </a:lnTo>
                  <a:lnTo>
                    <a:pt x="1831362" y="4329912"/>
                  </a:lnTo>
                  <a:lnTo>
                    <a:pt x="1831487" y="4329912"/>
                  </a:lnTo>
                  <a:lnTo>
                    <a:pt x="1831612" y="4329912"/>
                  </a:lnTo>
                  <a:lnTo>
                    <a:pt x="1831737" y="4329912"/>
                  </a:lnTo>
                  <a:lnTo>
                    <a:pt x="1831862" y="4329912"/>
                  </a:lnTo>
                  <a:lnTo>
                    <a:pt x="1831987" y="4329912"/>
                  </a:lnTo>
                  <a:lnTo>
                    <a:pt x="1831987" y="4319959"/>
                  </a:lnTo>
                  <a:lnTo>
                    <a:pt x="1832112" y="4319959"/>
                  </a:lnTo>
                  <a:lnTo>
                    <a:pt x="1832237" y="4319959"/>
                  </a:lnTo>
                  <a:lnTo>
                    <a:pt x="1832362" y="4319959"/>
                  </a:lnTo>
                  <a:lnTo>
                    <a:pt x="1832487" y="4319959"/>
                  </a:lnTo>
                  <a:lnTo>
                    <a:pt x="1832612" y="4319959"/>
                  </a:lnTo>
                  <a:lnTo>
                    <a:pt x="1832737" y="4319959"/>
                  </a:lnTo>
                  <a:lnTo>
                    <a:pt x="1832862" y="4319959"/>
                  </a:lnTo>
                  <a:lnTo>
                    <a:pt x="1832987" y="4319959"/>
                  </a:lnTo>
                  <a:lnTo>
                    <a:pt x="1833112" y="4319959"/>
                  </a:lnTo>
                  <a:lnTo>
                    <a:pt x="1833237" y="4319959"/>
                  </a:lnTo>
                  <a:lnTo>
                    <a:pt x="1833362" y="4319959"/>
                  </a:lnTo>
                  <a:lnTo>
                    <a:pt x="1833487" y="4319959"/>
                  </a:lnTo>
                  <a:lnTo>
                    <a:pt x="1833612" y="4319959"/>
                  </a:lnTo>
                  <a:lnTo>
                    <a:pt x="1833738" y="4319959"/>
                  </a:lnTo>
                  <a:lnTo>
                    <a:pt x="1833863" y="4319959"/>
                  </a:lnTo>
                  <a:lnTo>
                    <a:pt x="1833988" y="4319959"/>
                  </a:lnTo>
                  <a:lnTo>
                    <a:pt x="1834113" y="4319959"/>
                  </a:lnTo>
                  <a:lnTo>
                    <a:pt x="1834238" y="4319959"/>
                  </a:lnTo>
                  <a:lnTo>
                    <a:pt x="1834363" y="4319959"/>
                  </a:lnTo>
                  <a:lnTo>
                    <a:pt x="1834488" y="4319959"/>
                  </a:lnTo>
                  <a:lnTo>
                    <a:pt x="1834613" y="4319959"/>
                  </a:lnTo>
                  <a:lnTo>
                    <a:pt x="1834738" y="4319959"/>
                  </a:lnTo>
                  <a:lnTo>
                    <a:pt x="1834863" y="4319959"/>
                  </a:lnTo>
                  <a:lnTo>
                    <a:pt x="1834988" y="4319959"/>
                  </a:lnTo>
                  <a:lnTo>
                    <a:pt x="1835113" y="4319959"/>
                  </a:lnTo>
                  <a:lnTo>
                    <a:pt x="1835238" y="4319959"/>
                  </a:lnTo>
                  <a:lnTo>
                    <a:pt x="1835363" y="4319959"/>
                  </a:lnTo>
                  <a:lnTo>
                    <a:pt x="1835488" y="4319959"/>
                  </a:lnTo>
                  <a:lnTo>
                    <a:pt x="1835613" y="4319959"/>
                  </a:lnTo>
                  <a:lnTo>
                    <a:pt x="1835738" y="4319959"/>
                  </a:lnTo>
                  <a:lnTo>
                    <a:pt x="1835863" y="4319959"/>
                  </a:lnTo>
                  <a:lnTo>
                    <a:pt x="1835988" y="4319959"/>
                  </a:lnTo>
                  <a:lnTo>
                    <a:pt x="1836113" y="4319959"/>
                  </a:lnTo>
                  <a:lnTo>
                    <a:pt x="1836238" y="4319959"/>
                  </a:lnTo>
                  <a:lnTo>
                    <a:pt x="1836363" y="4319959"/>
                  </a:lnTo>
                  <a:lnTo>
                    <a:pt x="1836488" y="4319959"/>
                  </a:lnTo>
                  <a:lnTo>
                    <a:pt x="1836613" y="4319959"/>
                  </a:lnTo>
                  <a:lnTo>
                    <a:pt x="1836739" y="4319959"/>
                  </a:lnTo>
                  <a:lnTo>
                    <a:pt x="1836864" y="4319959"/>
                  </a:lnTo>
                  <a:lnTo>
                    <a:pt x="1836989" y="4319959"/>
                  </a:lnTo>
                  <a:lnTo>
                    <a:pt x="1837114" y="4319959"/>
                  </a:lnTo>
                  <a:lnTo>
                    <a:pt x="1837239" y="4319959"/>
                  </a:lnTo>
                  <a:lnTo>
                    <a:pt x="1837364" y="4319959"/>
                  </a:lnTo>
                  <a:lnTo>
                    <a:pt x="1837489" y="4319959"/>
                  </a:lnTo>
                  <a:lnTo>
                    <a:pt x="1837614" y="4319959"/>
                  </a:lnTo>
                  <a:lnTo>
                    <a:pt x="1837739" y="4319959"/>
                  </a:lnTo>
                  <a:lnTo>
                    <a:pt x="1837864" y="4319959"/>
                  </a:lnTo>
                  <a:lnTo>
                    <a:pt x="1837989" y="4319959"/>
                  </a:lnTo>
                  <a:lnTo>
                    <a:pt x="1838114" y="4319959"/>
                  </a:lnTo>
                  <a:lnTo>
                    <a:pt x="1838239" y="4319959"/>
                  </a:lnTo>
                  <a:lnTo>
                    <a:pt x="1838364" y="4319959"/>
                  </a:lnTo>
                  <a:lnTo>
                    <a:pt x="1838489" y="4319959"/>
                  </a:lnTo>
                  <a:lnTo>
                    <a:pt x="1838614" y="4319959"/>
                  </a:lnTo>
                  <a:lnTo>
                    <a:pt x="1838739" y="4319959"/>
                  </a:lnTo>
                  <a:lnTo>
                    <a:pt x="1838864" y="4319959"/>
                  </a:lnTo>
                  <a:lnTo>
                    <a:pt x="1838989" y="4319959"/>
                  </a:lnTo>
                  <a:lnTo>
                    <a:pt x="1839114" y="4319959"/>
                  </a:lnTo>
                  <a:lnTo>
                    <a:pt x="1839239" y="4319959"/>
                  </a:lnTo>
                  <a:lnTo>
                    <a:pt x="1839364" y="4319959"/>
                  </a:lnTo>
                  <a:lnTo>
                    <a:pt x="1839489" y="4319959"/>
                  </a:lnTo>
                  <a:lnTo>
                    <a:pt x="1839614" y="4319959"/>
                  </a:lnTo>
                  <a:lnTo>
                    <a:pt x="1839740" y="4319959"/>
                  </a:lnTo>
                  <a:lnTo>
                    <a:pt x="1839865" y="4319959"/>
                  </a:lnTo>
                  <a:lnTo>
                    <a:pt x="1839990" y="4319959"/>
                  </a:lnTo>
                  <a:lnTo>
                    <a:pt x="1840115" y="4319959"/>
                  </a:lnTo>
                  <a:lnTo>
                    <a:pt x="1840240" y="4319959"/>
                  </a:lnTo>
                  <a:lnTo>
                    <a:pt x="1840365" y="4319959"/>
                  </a:lnTo>
                  <a:lnTo>
                    <a:pt x="1840490" y="4319959"/>
                  </a:lnTo>
                  <a:lnTo>
                    <a:pt x="1840615" y="4319959"/>
                  </a:lnTo>
                  <a:lnTo>
                    <a:pt x="1840740" y="4319959"/>
                  </a:lnTo>
                  <a:lnTo>
                    <a:pt x="1840865" y="4319959"/>
                  </a:lnTo>
                  <a:lnTo>
                    <a:pt x="1840990" y="4319959"/>
                  </a:lnTo>
                  <a:lnTo>
                    <a:pt x="1841115" y="4319959"/>
                  </a:lnTo>
                  <a:lnTo>
                    <a:pt x="1841240" y="4319959"/>
                  </a:lnTo>
                  <a:lnTo>
                    <a:pt x="1841365" y="4319959"/>
                  </a:lnTo>
                  <a:lnTo>
                    <a:pt x="1841490" y="4319959"/>
                  </a:lnTo>
                  <a:lnTo>
                    <a:pt x="1841615" y="4319959"/>
                  </a:lnTo>
                  <a:lnTo>
                    <a:pt x="1841740" y="4319959"/>
                  </a:lnTo>
                  <a:lnTo>
                    <a:pt x="1841865" y="4319959"/>
                  </a:lnTo>
                  <a:lnTo>
                    <a:pt x="1841990" y="4319959"/>
                  </a:lnTo>
                  <a:lnTo>
                    <a:pt x="1842115" y="4319959"/>
                  </a:lnTo>
                  <a:lnTo>
                    <a:pt x="1842240" y="4319959"/>
                  </a:lnTo>
                  <a:lnTo>
                    <a:pt x="1842365" y="4319959"/>
                  </a:lnTo>
                  <a:lnTo>
                    <a:pt x="1842490" y="4319959"/>
                  </a:lnTo>
                  <a:lnTo>
                    <a:pt x="1842615" y="4319959"/>
                  </a:lnTo>
                  <a:lnTo>
                    <a:pt x="1842741" y="4319959"/>
                  </a:lnTo>
                  <a:lnTo>
                    <a:pt x="1842866" y="4319959"/>
                  </a:lnTo>
                  <a:lnTo>
                    <a:pt x="1842991" y="4319959"/>
                  </a:lnTo>
                  <a:lnTo>
                    <a:pt x="1843116" y="4319959"/>
                  </a:lnTo>
                  <a:lnTo>
                    <a:pt x="1843241" y="4319959"/>
                  </a:lnTo>
                  <a:lnTo>
                    <a:pt x="1843366" y="4319959"/>
                  </a:lnTo>
                  <a:lnTo>
                    <a:pt x="1843491" y="4319959"/>
                  </a:lnTo>
                  <a:lnTo>
                    <a:pt x="1843616" y="4319959"/>
                  </a:lnTo>
                  <a:lnTo>
                    <a:pt x="1843741" y="4319959"/>
                  </a:lnTo>
                  <a:lnTo>
                    <a:pt x="1843866" y="4319959"/>
                  </a:lnTo>
                  <a:lnTo>
                    <a:pt x="1843991" y="4319959"/>
                  </a:lnTo>
                  <a:lnTo>
                    <a:pt x="1844116" y="4319959"/>
                  </a:lnTo>
                  <a:lnTo>
                    <a:pt x="1844241" y="4319959"/>
                  </a:lnTo>
                  <a:lnTo>
                    <a:pt x="1844366" y="4319959"/>
                  </a:lnTo>
                  <a:lnTo>
                    <a:pt x="1844491" y="4319959"/>
                  </a:lnTo>
                  <a:lnTo>
                    <a:pt x="1844616" y="4319959"/>
                  </a:lnTo>
                  <a:lnTo>
                    <a:pt x="1844741" y="4319959"/>
                  </a:lnTo>
                  <a:lnTo>
                    <a:pt x="1844866" y="4319959"/>
                  </a:lnTo>
                  <a:lnTo>
                    <a:pt x="1844991" y="4319959"/>
                  </a:lnTo>
                  <a:lnTo>
                    <a:pt x="1845116" y="4319959"/>
                  </a:lnTo>
                  <a:lnTo>
                    <a:pt x="1845241" y="4319959"/>
                  </a:lnTo>
                  <a:lnTo>
                    <a:pt x="1845366" y="4319959"/>
                  </a:lnTo>
                  <a:lnTo>
                    <a:pt x="1845491" y="4319959"/>
                  </a:lnTo>
                  <a:lnTo>
                    <a:pt x="1845616" y="4319959"/>
                  </a:lnTo>
                  <a:lnTo>
                    <a:pt x="1845742" y="4319959"/>
                  </a:lnTo>
                  <a:lnTo>
                    <a:pt x="1845867" y="4319959"/>
                  </a:lnTo>
                  <a:lnTo>
                    <a:pt x="1845992" y="4319959"/>
                  </a:lnTo>
                  <a:lnTo>
                    <a:pt x="1846117" y="4319959"/>
                  </a:lnTo>
                  <a:lnTo>
                    <a:pt x="1846242" y="4319959"/>
                  </a:lnTo>
                  <a:lnTo>
                    <a:pt x="1846367" y="4319959"/>
                  </a:lnTo>
                  <a:lnTo>
                    <a:pt x="1846492" y="4319959"/>
                  </a:lnTo>
                  <a:lnTo>
                    <a:pt x="1846617" y="4319959"/>
                  </a:lnTo>
                  <a:lnTo>
                    <a:pt x="1846742" y="4319959"/>
                  </a:lnTo>
                  <a:lnTo>
                    <a:pt x="1846867" y="4319959"/>
                  </a:lnTo>
                  <a:lnTo>
                    <a:pt x="1846992" y="4319959"/>
                  </a:lnTo>
                  <a:lnTo>
                    <a:pt x="1847117" y="4319959"/>
                  </a:lnTo>
                  <a:lnTo>
                    <a:pt x="1847242" y="4319959"/>
                  </a:lnTo>
                  <a:lnTo>
                    <a:pt x="1847367" y="4319959"/>
                  </a:lnTo>
                  <a:lnTo>
                    <a:pt x="1847492" y="4319959"/>
                  </a:lnTo>
                  <a:lnTo>
                    <a:pt x="1847617" y="4319959"/>
                  </a:lnTo>
                  <a:lnTo>
                    <a:pt x="1847742" y="4319959"/>
                  </a:lnTo>
                  <a:lnTo>
                    <a:pt x="1847867" y="4319959"/>
                  </a:lnTo>
                  <a:lnTo>
                    <a:pt x="1847992" y="4319959"/>
                  </a:lnTo>
                  <a:lnTo>
                    <a:pt x="1848117" y="4319959"/>
                  </a:lnTo>
                  <a:lnTo>
                    <a:pt x="1848242" y="4319959"/>
                  </a:lnTo>
                  <a:lnTo>
                    <a:pt x="1848367" y="4319959"/>
                  </a:lnTo>
                  <a:lnTo>
                    <a:pt x="1848492" y="4319959"/>
                  </a:lnTo>
                  <a:lnTo>
                    <a:pt x="1848617" y="4319959"/>
                  </a:lnTo>
                  <a:lnTo>
                    <a:pt x="1848743" y="4319959"/>
                  </a:lnTo>
                  <a:lnTo>
                    <a:pt x="1848868" y="4319959"/>
                  </a:lnTo>
                  <a:lnTo>
                    <a:pt x="1848993" y="4319959"/>
                  </a:lnTo>
                  <a:lnTo>
                    <a:pt x="1849118" y="4319959"/>
                  </a:lnTo>
                  <a:lnTo>
                    <a:pt x="1849243" y="4319959"/>
                  </a:lnTo>
                  <a:lnTo>
                    <a:pt x="1849368" y="4319959"/>
                  </a:lnTo>
                  <a:lnTo>
                    <a:pt x="1849493" y="4319959"/>
                  </a:lnTo>
                  <a:lnTo>
                    <a:pt x="1849618" y="4319959"/>
                  </a:lnTo>
                  <a:lnTo>
                    <a:pt x="1849618" y="4310005"/>
                  </a:lnTo>
                  <a:lnTo>
                    <a:pt x="1849743" y="4310005"/>
                  </a:lnTo>
                  <a:lnTo>
                    <a:pt x="1849868" y="4310005"/>
                  </a:lnTo>
                  <a:lnTo>
                    <a:pt x="1849993" y="4310005"/>
                  </a:lnTo>
                  <a:lnTo>
                    <a:pt x="1850118" y="4310005"/>
                  </a:lnTo>
                  <a:lnTo>
                    <a:pt x="1850243" y="4310005"/>
                  </a:lnTo>
                  <a:lnTo>
                    <a:pt x="1850368" y="4310005"/>
                  </a:lnTo>
                  <a:lnTo>
                    <a:pt x="1850493" y="4310005"/>
                  </a:lnTo>
                  <a:lnTo>
                    <a:pt x="1850618" y="4310005"/>
                  </a:lnTo>
                  <a:lnTo>
                    <a:pt x="1850743" y="4310005"/>
                  </a:lnTo>
                  <a:lnTo>
                    <a:pt x="1850868" y="4310005"/>
                  </a:lnTo>
                  <a:lnTo>
                    <a:pt x="1850993" y="4310005"/>
                  </a:lnTo>
                  <a:lnTo>
                    <a:pt x="1851118" y="4310005"/>
                  </a:lnTo>
                  <a:lnTo>
                    <a:pt x="1851243" y="4310005"/>
                  </a:lnTo>
                  <a:lnTo>
                    <a:pt x="1851368" y="4310005"/>
                  </a:lnTo>
                  <a:lnTo>
                    <a:pt x="1851493" y="4310005"/>
                  </a:lnTo>
                  <a:lnTo>
                    <a:pt x="1851618" y="4310005"/>
                  </a:lnTo>
                  <a:lnTo>
                    <a:pt x="1851744" y="4310005"/>
                  </a:lnTo>
                  <a:lnTo>
                    <a:pt x="1851869" y="4310005"/>
                  </a:lnTo>
                  <a:lnTo>
                    <a:pt x="1851994" y="4310005"/>
                  </a:lnTo>
                  <a:lnTo>
                    <a:pt x="1852119" y="4310005"/>
                  </a:lnTo>
                  <a:lnTo>
                    <a:pt x="1852244" y="4310005"/>
                  </a:lnTo>
                  <a:lnTo>
                    <a:pt x="1852369" y="4310005"/>
                  </a:lnTo>
                  <a:lnTo>
                    <a:pt x="1852494" y="4310005"/>
                  </a:lnTo>
                  <a:lnTo>
                    <a:pt x="1852619" y="4310005"/>
                  </a:lnTo>
                  <a:lnTo>
                    <a:pt x="1852744" y="4310005"/>
                  </a:lnTo>
                  <a:lnTo>
                    <a:pt x="1852869" y="4310005"/>
                  </a:lnTo>
                  <a:lnTo>
                    <a:pt x="1852994" y="4310005"/>
                  </a:lnTo>
                  <a:lnTo>
                    <a:pt x="1853119" y="4310005"/>
                  </a:lnTo>
                  <a:lnTo>
                    <a:pt x="1853244" y="4310005"/>
                  </a:lnTo>
                  <a:lnTo>
                    <a:pt x="1853369" y="4310005"/>
                  </a:lnTo>
                  <a:lnTo>
                    <a:pt x="1853494" y="4310005"/>
                  </a:lnTo>
                  <a:lnTo>
                    <a:pt x="1853619" y="4310005"/>
                  </a:lnTo>
                  <a:lnTo>
                    <a:pt x="1853744" y="4310005"/>
                  </a:lnTo>
                  <a:lnTo>
                    <a:pt x="1853869" y="4310005"/>
                  </a:lnTo>
                  <a:lnTo>
                    <a:pt x="1853994" y="4310005"/>
                  </a:lnTo>
                  <a:lnTo>
                    <a:pt x="1854119" y="4310005"/>
                  </a:lnTo>
                  <a:lnTo>
                    <a:pt x="1854244" y="4310005"/>
                  </a:lnTo>
                  <a:lnTo>
                    <a:pt x="1854369" y="4310005"/>
                  </a:lnTo>
                  <a:lnTo>
                    <a:pt x="1854494" y="4310005"/>
                  </a:lnTo>
                  <a:lnTo>
                    <a:pt x="1854619" y="4310005"/>
                  </a:lnTo>
                  <a:lnTo>
                    <a:pt x="1854745" y="4310005"/>
                  </a:lnTo>
                  <a:lnTo>
                    <a:pt x="1854870" y="4310005"/>
                  </a:lnTo>
                  <a:lnTo>
                    <a:pt x="1854995" y="4310005"/>
                  </a:lnTo>
                  <a:lnTo>
                    <a:pt x="1855120" y="4310005"/>
                  </a:lnTo>
                  <a:lnTo>
                    <a:pt x="1855245" y="4310005"/>
                  </a:lnTo>
                  <a:lnTo>
                    <a:pt x="1855370" y="4310005"/>
                  </a:lnTo>
                  <a:lnTo>
                    <a:pt x="1855495" y="4310005"/>
                  </a:lnTo>
                  <a:lnTo>
                    <a:pt x="1855620" y="4310005"/>
                  </a:lnTo>
                  <a:lnTo>
                    <a:pt x="1855745" y="4310005"/>
                  </a:lnTo>
                  <a:lnTo>
                    <a:pt x="1855870" y="4310005"/>
                  </a:lnTo>
                  <a:lnTo>
                    <a:pt x="1855995" y="4310005"/>
                  </a:lnTo>
                  <a:lnTo>
                    <a:pt x="1856120" y="4310005"/>
                  </a:lnTo>
                  <a:lnTo>
                    <a:pt x="1856245" y="4310005"/>
                  </a:lnTo>
                  <a:lnTo>
                    <a:pt x="1856370" y="4310005"/>
                  </a:lnTo>
                  <a:lnTo>
                    <a:pt x="1856495" y="4310005"/>
                  </a:lnTo>
                  <a:lnTo>
                    <a:pt x="1856620" y="4310005"/>
                  </a:lnTo>
                  <a:lnTo>
                    <a:pt x="1856745" y="4310005"/>
                  </a:lnTo>
                  <a:lnTo>
                    <a:pt x="1856870" y="4310005"/>
                  </a:lnTo>
                  <a:lnTo>
                    <a:pt x="1856995" y="4310005"/>
                  </a:lnTo>
                  <a:lnTo>
                    <a:pt x="1857120" y="4310005"/>
                  </a:lnTo>
                  <a:lnTo>
                    <a:pt x="1857245" y="4310005"/>
                  </a:lnTo>
                  <a:lnTo>
                    <a:pt x="1857370" y="4310005"/>
                  </a:lnTo>
                  <a:lnTo>
                    <a:pt x="1857495" y="4310005"/>
                  </a:lnTo>
                  <a:lnTo>
                    <a:pt x="1857620" y="4310005"/>
                  </a:lnTo>
                  <a:lnTo>
                    <a:pt x="1857746" y="4310005"/>
                  </a:lnTo>
                  <a:lnTo>
                    <a:pt x="1857871" y="4310005"/>
                  </a:lnTo>
                  <a:lnTo>
                    <a:pt x="1857996" y="4310005"/>
                  </a:lnTo>
                  <a:lnTo>
                    <a:pt x="1858121" y="4310005"/>
                  </a:lnTo>
                  <a:lnTo>
                    <a:pt x="1858246" y="4310005"/>
                  </a:lnTo>
                  <a:lnTo>
                    <a:pt x="1858371" y="4310005"/>
                  </a:lnTo>
                  <a:lnTo>
                    <a:pt x="1858496" y="4310005"/>
                  </a:lnTo>
                  <a:lnTo>
                    <a:pt x="1858621" y="4310005"/>
                  </a:lnTo>
                  <a:lnTo>
                    <a:pt x="1858746" y="4310005"/>
                  </a:lnTo>
                  <a:lnTo>
                    <a:pt x="1858871" y="4310005"/>
                  </a:lnTo>
                  <a:lnTo>
                    <a:pt x="1858996" y="4310005"/>
                  </a:lnTo>
                  <a:lnTo>
                    <a:pt x="1859121" y="4310005"/>
                  </a:lnTo>
                  <a:lnTo>
                    <a:pt x="1859246" y="4310005"/>
                  </a:lnTo>
                  <a:lnTo>
                    <a:pt x="1859371" y="4310005"/>
                  </a:lnTo>
                  <a:lnTo>
                    <a:pt x="1859496" y="4310005"/>
                  </a:lnTo>
                  <a:lnTo>
                    <a:pt x="1859621" y="4310005"/>
                  </a:lnTo>
                  <a:lnTo>
                    <a:pt x="1859746" y="4310005"/>
                  </a:lnTo>
                  <a:lnTo>
                    <a:pt x="1859871" y="4310005"/>
                  </a:lnTo>
                  <a:lnTo>
                    <a:pt x="1859996" y="4310005"/>
                  </a:lnTo>
                  <a:lnTo>
                    <a:pt x="1860121" y="4310005"/>
                  </a:lnTo>
                  <a:lnTo>
                    <a:pt x="1860246" y="4310005"/>
                  </a:lnTo>
                  <a:lnTo>
                    <a:pt x="1860371" y="4310005"/>
                  </a:lnTo>
                  <a:lnTo>
                    <a:pt x="1860371" y="4300051"/>
                  </a:lnTo>
                  <a:lnTo>
                    <a:pt x="1860496" y="4300051"/>
                  </a:lnTo>
                  <a:lnTo>
                    <a:pt x="1860621" y="4300051"/>
                  </a:lnTo>
                  <a:lnTo>
                    <a:pt x="1860747" y="4300051"/>
                  </a:lnTo>
                  <a:lnTo>
                    <a:pt x="1860872" y="4300051"/>
                  </a:lnTo>
                  <a:lnTo>
                    <a:pt x="1860997" y="4300051"/>
                  </a:lnTo>
                  <a:lnTo>
                    <a:pt x="1861122" y="4300051"/>
                  </a:lnTo>
                  <a:lnTo>
                    <a:pt x="1861247" y="4300051"/>
                  </a:lnTo>
                  <a:lnTo>
                    <a:pt x="1861372" y="4300051"/>
                  </a:lnTo>
                  <a:lnTo>
                    <a:pt x="1861497" y="4300051"/>
                  </a:lnTo>
                  <a:lnTo>
                    <a:pt x="1861622" y="4300051"/>
                  </a:lnTo>
                  <a:lnTo>
                    <a:pt x="1861747" y="4300051"/>
                  </a:lnTo>
                  <a:lnTo>
                    <a:pt x="1861872" y="4300051"/>
                  </a:lnTo>
                  <a:lnTo>
                    <a:pt x="1861997" y="4300051"/>
                  </a:lnTo>
                  <a:lnTo>
                    <a:pt x="1862122" y="4300051"/>
                  </a:lnTo>
                  <a:lnTo>
                    <a:pt x="1862247" y="4300051"/>
                  </a:lnTo>
                  <a:lnTo>
                    <a:pt x="1862372" y="4300051"/>
                  </a:lnTo>
                  <a:lnTo>
                    <a:pt x="1862497" y="4300051"/>
                  </a:lnTo>
                  <a:lnTo>
                    <a:pt x="1862622" y="4300051"/>
                  </a:lnTo>
                  <a:lnTo>
                    <a:pt x="1862747" y="4300051"/>
                  </a:lnTo>
                  <a:lnTo>
                    <a:pt x="1862872" y="4300051"/>
                  </a:lnTo>
                  <a:lnTo>
                    <a:pt x="1862997" y="4300051"/>
                  </a:lnTo>
                  <a:lnTo>
                    <a:pt x="1863122" y="4300051"/>
                  </a:lnTo>
                  <a:lnTo>
                    <a:pt x="1863247" y="4300051"/>
                  </a:lnTo>
                  <a:lnTo>
                    <a:pt x="1863372" y="4300051"/>
                  </a:lnTo>
                  <a:lnTo>
                    <a:pt x="1863497" y="4300051"/>
                  </a:lnTo>
                  <a:lnTo>
                    <a:pt x="1863623" y="4300051"/>
                  </a:lnTo>
                  <a:lnTo>
                    <a:pt x="1863748" y="4300051"/>
                  </a:lnTo>
                  <a:lnTo>
                    <a:pt x="1863873" y="4300051"/>
                  </a:lnTo>
                  <a:lnTo>
                    <a:pt x="1863998" y="4300051"/>
                  </a:lnTo>
                  <a:lnTo>
                    <a:pt x="1864123" y="4300051"/>
                  </a:lnTo>
                  <a:lnTo>
                    <a:pt x="1864248" y="4300051"/>
                  </a:lnTo>
                  <a:lnTo>
                    <a:pt x="1864248" y="4290097"/>
                  </a:lnTo>
                  <a:lnTo>
                    <a:pt x="1864373" y="4290097"/>
                  </a:lnTo>
                  <a:lnTo>
                    <a:pt x="1864498" y="4290097"/>
                  </a:lnTo>
                  <a:lnTo>
                    <a:pt x="1864623" y="4290097"/>
                  </a:lnTo>
                  <a:lnTo>
                    <a:pt x="1864748" y="4290097"/>
                  </a:lnTo>
                  <a:lnTo>
                    <a:pt x="1864873" y="4290097"/>
                  </a:lnTo>
                  <a:lnTo>
                    <a:pt x="1864998" y="4290097"/>
                  </a:lnTo>
                  <a:lnTo>
                    <a:pt x="1865123" y="4290097"/>
                  </a:lnTo>
                  <a:lnTo>
                    <a:pt x="1865248" y="4290097"/>
                  </a:lnTo>
                  <a:lnTo>
                    <a:pt x="1865373" y="4290097"/>
                  </a:lnTo>
                  <a:lnTo>
                    <a:pt x="1865498" y="4290097"/>
                  </a:lnTo>
                  <a:lnTo>
                    <a:pt x="1865623" y="4290097"/>
                  </a:lnTo>
                  <a:lnTo>
                    <a:pt x="1865748" y="4290097"/>
                  </a:lnTo>
                  <a:lnTo>
                    <a:pt x="1865873" y="4290097"/>
                  </a:lnTo>
                  <a:lnTo>
                    <a:pt x="1865998" y="4290097"/>
                  </a:lnTo>
                  <a:lnTo>
                    <a:pt x="1865998" y="4280143"/>
                  </a:lnTo>
                  <a:lnTo>
                    <a:pt x="1866123" y="4280143"/>
                  </a:lnTo>
                  <a:lnTo>
                    <a:pt x="1866248" y="4280143"/>
                  </a:lnTo>
                  <a:lnTo>
                    <a:pt x="1866373" y="4280143"/>
                  </a:lnTo>
                  <a:lnTo>
                    <a:pt x="1866498" y="4280143"/>
                  </a:lnTo>
                  <a:lnTo>
                    <a:pt x="1866624" y="4280143"/>
                  </a:lnTo>
                  <a:lnTo>
                    <a:pt x="1866749" y="4280143"/>
                  </a:lnTo>
                  <a:lnTo>
                    <a:pt x="1866749" y="4270189"/>
                  </a:lnTo>
                  <a:lnTo>
                    <a:pt x="1866874" y="4270189"/>
                  </a:lnTo>
                  <a:lnTo>
                    <a:pt x="1866999" y="4270189"/>
                  </a:lnTo>
                  <a:lnTo>
                    <a:pt x="1867124" y="4270189"/>
                  </a:lnTo>
                  <a:lnTo>
                    <a:pt x="1867249" y="4270189"/>
                  </a:lnTo>
                  <a:lnTo>
                    <a:pt x="1867374" y="4270189"/>
                  </a:lnTo>
                  <a:lnTo>
                    <a:pt x="1867499" y="4270189"/>
                  </a:lnTo>
                  <a:lnTo>
                    <a:pt x="1867624" y="4270189"/>
                  </a:lnTo>
                  <a:lnTo>
                    <a:pt x="1867749" y="4270189"/>
                  </a:lnTo>
                  <a:lnTo>
                    <a:pt x="1867874" y="4270189"/>
                  </a:lnTo>
                  <a:lnTo>
                    <a:pt x="1867999" y="4270189"/>
                  </a:lnTo>
                  <a:lnTo>
                    <a:pt x="1868124" y="4270189"/>
                  </a:lnTo>
                  <a:lnTo>
                    <a:pt x="1868249" y="4270189"/>
                  </a:lnTo>
                  <a:lnTo>
                    <a:pt x="1868374" y="4270189"/>
                  </a:lnTo>
                  <a:lnTo>
                    <a:pt x="1868499" y="4270189"/>
                  </a:lnTo>
                  <a:lnTo>
                    <a:pt x="1868624" y="4270189"/>
                  </a:lnTo>
                  <a:lnTo>
                    <a:pt x="1868749" y="4270189"/>
                  </a:lnTo>
                  <a:lnTo>
                    <a:pt x="1868749" y="4260236"/>
                  </a:lnTo>
                  <a:lnTo>
                    <a:pt x="1868874" y="4260236"/>
                  </a:lnTo>
                  <a:lnTo>
                    <a:pt x="1868999" y="4260236"/>
                  </a:lnTo>
                  <a:lnTo>
                    <a:pt x="1869124" y="4260236"/>
                  </a:lnTo>
                  <a:lnTo>
                    <a:pt x="1869249" y="4260236"/>
                  </a:lnTo>
                  <a:lnTo>
                    <a:pt x="1869374" y="4260236"/>
                  </a:lnTo>
                  <a:lnTo>
                    <a:pt x="1869499" y="4260236"/>
                  </a:lnTo>
                  <a:lnTo>
                    <a:pt x="1869625" y="4260236"/>
                  </a:lnTo>
                  <a:lnTo>
                    <a:pt x="1869750" y="4260236"/>
                  </a:lnTo>
                  <a:lnTo>
                    <a:pt x="1869875" y="4260236"/>
                  </a:lnTo>
                  <a:lnTo>
                    <a:pt x="1870000" y="4260236"/>
                  </a:lnTo>
                  <a:lnTo>
                    <a:pt x="1870125" y="4260236"/>
                  </a:lnTo>
                  <a:lnTo>
                    <a:pt x="1870250" y="4260236"/>
                  </a:lnTo>
                  <a:lnTo>
                    <a:pt x="1870375" y="4260236"/>
                  </a:lnTo>
                  <a:lnTo>
                    <a:pt x="1870500" y="4260236"/>
                  </a:lnTo>
                  <a:lnTo>
                    <a:pt x="1870625" y="4260236"/>
                  </a:lnTo>
                  <a:lnTo>
                    <a:pt x="1870750" y="4260236"/>
                  </a:lnTo>
                  <a:lnTo>
                    <a:pt x="1870875" y="4260236"/>
                  </a:lnTo>
                  <a:lnTo>
                    <a:pt x="1871000" y="4260236"/>
                  </a:lnTo>
                  <a:lnTo>
                    <a:pt x="1871125" y="4260236"/>
                  </a:lnTo>
                  <a:lnTo>
                    <a:pt x="1871250" y="4260236"/>
                  </a:lnTo>
                  <a:lnTo>
                    <a:pt x="1871375" y="4260236"/>
                  </a:lnTo>
                  <a:lnTo>
                    <a:pt x="1871500" y="4260236"/>
                  </a:lnTo>
                  <a:lnTo>
                    <a:pt x="1871625" y="4260236"/>
                  </a:lnTo>
                  <a:lnTo>
                    <a:pt x="1871750" y="4260236"/>
                  </a:lnTo>
                  <a:lnTo>
                    <a:pt x="1871875" y="4260236"/>
                  </a:lnTo>
                  <a:lnTo>
                    <a:pt x="1872000" y="4260236"/>
                  </a:lnTo>
                  <a:lnTo>
                    <a:pt x="1872125" y="4260236"/>
                  </a:lnTo>
                  <a:lnTo>
                    <a:pt x="1872250" y="4260236"/>
                  </a:lnTo>
                  <a:lnTo>
                    <a:pt x="1872375" y="4260236"/>
                  </a:lnTo>
                  <a:lnTo>
                    <a:pt x="1872500" y="4260236"/>
                  </a:lnTo>
                  <a:lnTo>
                    <a:pt x="1872626" y="4260236"/>
                  </a:lnTo>
                  <a:lnTo>
                    <a:pt x="1872751" y="4260236"/>
                  </a:lnTo>
                  <a:lnTo>
                    <a:pt x="1872876" y="4260236"/>
                  </a:lnTo>
                  <a:lnTo>
                    <a:pt x="1873001" y="4260236"/>
                  </a:lnTo>
                  <a:lnTo>
                    <a:pt x="1873126" y="4260236"/>
                  </a:lnTo>
                  <a:lnTo>
                    <a:pt x="1873251" y="4260236"/>
                  </a:lnTo>
                  <a:lnTo>
                    <a:pt x="1873376" y="4260236"/>
                  </a:lnTo>
                  <a:lnTo>
                    <a:pt x="1873501" y="4260236"/>
                  </a:lnTo>
                  <a:lnTo>
                    <a:pt x="1873626" y="4260236"/>
                  </a:lnTo>
                  <a:lnTo>
                    <a:pt x="1873751" y="4260236"/>
                  </a:lnTo>
                  <a:lnTo>
                    <a:pt x="1873876" y="4260236"/>
                  </a:lnTo>
                  <a:lnTo>
                    <a:pt x="1874001" y="4260236"/>
                  </a:lnTo>
                  <a:lnTo>
                    <a:pt x="1874126" y="4260236"/>
                  </a:lnTo>
                  <a:lnTo>
                    <a:pt x="1874251" y="4260236"/>
                  </a:lnTo>
                  <a:lnTo>
                    <a:pt x="1874376" y="4260236"/>
                  </a:lnTo>
                  <a:lnTo>
                    <a:pt x="1874501" y="4260236"/>
                  </a:lnTo>
                  <a:lnTo>
                    <a:pt x="1874626" y="4260236"/>
                  </a:lnTo>
                  <a:lnTo>
                    <a:pt x="1874751" y="4260236"/>
                  </a:lnTo>
                  <a:lnTo>
                    <a:pt x="1874876" y="4260236"/>
                  </a:lnTo>
                  <a:lnTo>
                    <a:pt x="1875001" y="4260236"/>
                  </a:lnTo>
                  <a:lnTo>
                    <a:pt x="1875126" y="4260236"/>
                  </a:lnTo>
                  <a:lnTo>
                    <a:pt x="1875251" y="4260236"/>
                  </a:lnTo>
                  <a:lnTo>
                    <a:pt x="1875376" y="4260236"/>
                  </a:lnTo>
                  <a:lnTo>
                    <a:pt x="1875501" y="4260236"/>
                  </a:lnTo>
                  <a:lnTo>
                    <a:pt x="1875627" y="4260236"/>
                  </a:lnTo>
                  <a:lnTo>
                    <a:pt x="1875752" y="4260236"/>
                  </a:lnTo>
                  <a:lnTo>
                    <a:pt x="1875877" y="4260236"/>
                  </a:lnTo>
                  <a:lnTo>
                    <a:pt x="1876002" y="4260236"/>
                  </a:lnTo>
                  <a:lnTo>
                    <a:pt x="1876127" y="4260236"/>
                  </a:lnTo>
                  <a:lnTo>
                    <a:pt x="1876252" y="4260236"/>
                  </a:lnTo>
                  <a:lnTo>
                    <a:pt x="1876377" y="4260236"/>
                  </a:lnTo>
                  <a:lnTo>
                    <a:pt x="1876502" y="4260236"/>
                  </a:lnTo>
                  <a:lnTo>
                    <a:pt x="1876627" y="4260236"/>
                  </a:lnTo>
                  <a:lnTo>
                    <a:pt x="1876752" y="4260236"/>
                  </a:lnTo>
                  <a:lnTo>
                    <a:pt x="1876877" y="4260236"/>
                  </a:lnTo>
                  <a:lnTo>
                    <a:pt x="1877002" y="4260236"/>
                  </a:lnTo>
                  <a:lnTo>
                    <a:pt x="1877127" y="4260236"/>
                  </a:lnTo>
                  <a:lnTo>
                    <a:pt x="1877252" y="4260236"/>
                  </a:lnTo>
                  <a:lnTo>
                    <a:pt x="1877377" y="4260236"/>
                  </a:lnTo>
                  <a:lnTo>
                    <a:pt x="1877502" y="4260236"/>
                  </a:lnTo>
                  <a:lnTo>
                    <a:pt x="1877627" y="4260236"/>
                  </a:lnTo>
                  <a:lnTo>
                    <a:pt x="1877752" y="4260236"/>
                  </a:lnTo>
                  <a:lnTo>
                    <a:pt x="1877877" y="4260236"/>
                  </a:lnTo>
                  <a:lnTo>
                    <a:pt x="1878002" y="4260236"/>
                  </a:lnTo>
                  <a:lnTo>
                    <a:pt x="1878127" y="4260236"/>
                  </a:lnTo>
                  <a:lnTo>
                    <a:pt x="1878252" y="4260236"/>
                  </a:lnTo>
                  <a:lnTo>
                    <a:pt x="1878377" y="4260236"/>
                  </a:lnTo>
                  <a:lnTo>
                    <a:pt x="1878377" y="4250282"/>
                  </a:lnTo>
                  <a:lnTo>
                    <a:pt x="1878502" y="4250282"/>
                  </a:lnTo>
                  <a:lnTo>
                    <a:pt x="1878628" y="4250282"/>
                  </a:lnTo>
                  <a:lnTo>
                    <a:pt x="1878753" y="4250282"/>
                  </a:lnTo>
                  <a:lnTo>
                    <a:pt x="1878878" y="4250282"/>
                  </a:lnTo>
                  <a:lnTo>
                    <a:pt x="1879003" y="4250282"/>
                  </a:lnTo>
                  <a:lnTo>
                    <a:pt x="1879128" y="4250282"/>
                  </a:lnTo>
                  <a:lnTo>
                    <a:pt x="1879253" y="4250282"/>
                  </a:lnTo>
                  <a:lnTo>
                    <a:pt x="1879378" y="4250282"/>
                  </a:lnTo>
                  <a:lnTo>
                    <a:pt x="1879503" y="4250282"/>
                  </a:lnTo>
                  <a:lnTo>
                    <a:pt x="1879628" y="4250282"/>
                  </a:lnTo>
                  <a:lnTo>
                    <a:pt x="1879753" y="4250282"/>
                  </a:lnTo>
                  <a:lnTo>
                    <a:pt x="1879878" y="4250282"/>
                  </a:lnTo>
                  <a:lnTo>
                    <a:pt x="1880003" y="4250282"/>
                  </a:lnTo>
                  <a:lnTo>
                    <a:pt x="1880128" y="4250282"/>
                  </a:lnTo>
                  <a:lnTo>
                    <a:pt x="1880253" y="4250282"/>
                  </a:lnTo>
                  <a:lnTo>
                    <a:pt x="1880378" y="4250282"/>
                  </a:lnTo>
                  <a:lnTo>
                    <a:pt x="1880503" y="4250282"/>
                  </a:lnTo>
                  <a:lnTo>
                    <a:pt x="1880628" y="4250282"/>
                  </a:lnTo>
                  <a:lnTo>
                    <a:pt x="1880753" y="4250282"/>
                  </a:lnTo>
                  <a:lnTo>
                    <a:pt x="1880878" y="4250282"/>
                  </a:lnTo>
                  <a:lnTo>
                    <a:pt x="1881003" y="4250282"/>
                  </a:lnTo>
                  <a:lnTo>
                    <a:pt x="1881128" y="4250282"/>
                  </a:lnTo>
                  <a:lnTo>
                    <a:pt x="1881253" y="4250282"/>
                  </a:lnTo>
                  <a:lnTo>
                    <a:pt x="1881378" y="4250282"/>
                  </a:lnTo>
                  <a:lnTo>
                    <a:pt x="1881503" y="4250282"/>
                  </a:lnTo>
                  <a:lnTo>
                    <a:pt x="1881629" y="4250282"/>
                  </a:lnTo>
                  <a:lnTo>
                    <a:pt x="1881754" y="4250282"/>
                  </a:lnTo>
                  <a:lnTo>
                    <a:pt x="1881879" y="4250282"/>
                  </a:lnTo>
                  <a:lnTo>
                    <a:pt x="1882004" y="4250282"/>
                  </a:lnTo>
                  <a:lnTo>
                    <a:pt x="1882129" y="4250282"/>
                  </a:lnTo>
                  <a:lnTo>
                    <a:pt x="1882254" y="4250282"/>
                  </a:lnTo>
                  <a:lnTo>
                    <a:pt x="1882379" y="4250282"/>
                  </a:lnTo>
                  <a:lnTo>
                    <a:pt x="1882504" y="4250282"/>
                  </a:lnTo>
                  <a:lnTo>
                    <a:pt x="1882629" y="4250282"/>
                  </a:lnTo>
                  <a:lnTo>
                    <a:pt x="1882754" y="4250282"/>
                  </a:lnTo>
                  <a:lnTo>
                    <a:pt x="1882879" y="4250282"/>
                  </a:lnTo>
                  <a:lnTo>
                    <a:pt x="1883004" y="4250282"/>
                  </a:lnTo>
                  <a:lnTo>
                    <a:pt x="1883129" y="4250282"/>
                  </a:lnTo>
                  <a:lnTo>
                    <a:pt x="1883254" y="4250282"/>
                  </a:lnTo>
                  <a:lnTo>
                    <a:pt x="1883379" y="4250282"/>
                  </a:lnTo>
                  <a:lnTo>
                    <a:pt x="1883504" y="4250282"/>
                  </a:lnTo>
                  <a:lnTo>
                    <a:pt x="1883629" y="4250282"/>
                  </a:lnTo>
                  <a:lnTo>
                    <a:pt x="1883754" y="4250282"/>
                  </a:lnTo>
                  <a:lnTo>
                    <a:pt x="1883879" y="4250282"/>
                  </a:lnTo>
                  <a:lnTo>
                    <a:pt x="1884004" y="4250282"/>
                  </a:lnTo>
                  <a:lnTo>
                    <a:pt x="1884129" y="4250282"/>
                  </a:lnTo>
                  <a:lnTo>
                    <a:pt x="1884254" y="4250282"/>
                  </a:lnTo>
                  <a:lnTo>
                    <a:pt x="1884379" y="4250282"/>
                  </a:lnTo>
                  <a:lnTo>
                    <a:pt x="1884504" y="4250282"/>
                  </a:lnTo>
                  <a:lnTo>
                    <a:pt x="1884630" y="4250282"/>
                  </a:lnTo>
                  <a:lnTo>
                    <a:pt x="1884755" y="4250282"/>
                  </a:lnTo>
                  <a:lnTo>
                    <a:pt x="1884880" y="4250282"/>
                  </a:lnTo>
                  <a:lnTo>
                    <a:pt x="1884880" y="4240328"/>
                  </a:lnTo>
                  <a:lnTo>
                    <a:pt x="1885005" y="4240328"/>
                  </a:lnTo>
                  <a:lnTo>
                    <a:pt x="1885005" y="4230374"/>
                  </a:lnTo>
                  <a:lnTo>
                    <a:pt x="1885130" y="4230374"/>
                  </a:lnTo>
                  <a:lnTo>
                    <a:pt x="1885255" y="4230374"/>
                  </a:lnTo>
                  <a:lnTo>
                    <a:pt x="1885380" y="4230374"/>
                  </a:lnTo>
                  <a:lnTo>
                    <a:pt x="1885505" y="4230374"/>
                  </a:lnTo>
                  <a:lnTo>
                    <a:pt x="1885630" y="4230374"/>
                  </a:lnTo>
                  <a:lnTo>
                    <a:pt x="1885755" y="4230374"/>
                  </a:lnTo>
                  <a:lnTo>
                    <a:pt x="1885880" y="4230374"/>
                  </a:lnTo>
                  <a:lnTo>
                    <a:pt x="1886005" y="4230374"/>
                  </a:lnTo>
                  <a:lnTo>
                    <a:pt x="1886130" y="4230374"/>
                  </a:lnTo>
                  <a:lnTo>
                    <a:pt x="1886255" y="4230374"/>
                  </a:lnTo>
                  <a:lnTo>
                    <a:pt x="1886380" y="4230374"/>
                  </a:lnTo>
                  <a:lnTo>
                    <a:pt x="1886505" y="4230374"/>
                  </a:lnTo>
                  <a:lnTo>
                    <a:pt x="1886630" y="4230374"/>
                  </a:lnTo>
                  <a:lnTo>
                    <a:pt x="1886755" y="4230374"/>
                  </a:lnTo>
                  <a:lnTo>
                    <a:pt x="1886880" y="4230374"/>
                  </a:lnTo>
                  <a:lnTo>
                    <a:pt x="1887005" y="4230374"/>
                  </a:lnTo>
                  <a:lnTo>
                    <a:pt x="1887130" y="4230374"/>
                  </a:lnTo>
                  <a:lnTo>
                    <a:pt x="1887255" y="4230374"/>
                  </a:lnTo>
                  <a:lnTo>
                    <a:pt x="1887380" y="4230374"/>
                  </a:lnTo>
                  <a:lnTo>
                    <a:pt x="1887505" y="4230374"/>
                  </a:lnTo>
                  <a:lnTo>
                    <a:pt x="1887631" y="4230374"/>
                  </a:lnTo>
                  <a:lnTo>
                    <a:pt x="1887756" y="4230374"/>
                  </a:lnTo>
                  <a:lnTo>
                    <a:pt x="1887881" y="4230374"/>
                  </a:lnTo>
                  <a:lnTo>
                    <a:pt x="1888006" y="4230374"/>
                  </a:lnTo>
                  <a:lnTo>
                    <a:pt x="1888131" y="4230374"/>
                  </a:lnTo>
                  <a:lnTo>
                    <a:pt x="1888256" y="4230374"/>
                  </a:lnTo>
                  <a:lnTo>
                    <a:pt x="1888381" y="4230374"/>
                  </a:lnTo>
                  <a:lnTo>
                    <a:pt x="1888506" y="4230374"/>
                  </a:lnTo>
                  <a:lnTo>
                    <a:pt x="1888631" y="4230374"/>
                  </a:lnTo>
                  <a:lnTo>
                    <a:pt x="1888756" y="4230374"/>
                  </a:lnTo>
                  <a:lnTo>
                    <a:pt x="1888881" y="4230374"/>
                  </a:lnTo>
                  <a:lnTo>
                    <a:pt x="1889006" y="4230374"/>
                  </a:lnTo>
                  <a:lnTo>
                    <a:pt x="1889131" y="4230374"/>
                  </a:lnTo>
                  <a:lnTo>
                    <a:pt x="1889256" y="4230374"/>
                  </a:lnTo>
                  <a:lnTo>
                    <a:pt x="1889381" y="4230374"/>
                  </a:lnTo>
                  <a:lnTo>
                    <a:pt x="1889506" y="4230374"/>
                  </a:lnTo>
                  <a:lnTo>
                    <a:pt x="1889631" y="4230374"/>
                  </a:lnTo>
                  <a:lnTo>
                    <a:pt x="1889756" y="4230374"/>
                  </a:lnTo>
                  <a:lnTo>
                    <a:pt x="1889881" y="4230374"/>
                  </a:lnTo>
                  <a:lnTo>
                    <a:pt x="1890006" y="4230374"/>
                  </a:lnTo>
                  <a:lnTo>
                    <a:pt x="1890131" y="4230374"/>
                  </a:lnTo>
                  <a:lnTo>
                    <a:pt x="1890256" y="4230374"/>
                  </a:lnTo>
                  <a:lnTo>
                    <a:pt x="1890381" y="4230374"/>
                  </a:lnTo>
                  <a:lnTo>
                    <a:pt x="1890506" y="4230374"/>
                  </a:lnTo>
                  <a:lnTo>
                    <a:pt x="1890632" y="4230374"/>
                  </a:lnTo>
                  <a:lnTo>
                    <a:pt x="1890757" y="4230374"/>
                  </a:lnTo>
                  <a:lnTo>
                    <a:pt x="1890882" y="4230374"/>
                  </a:lnTo>
                  <a:lnTo>
                    <a:pt x="1891007" y="4230374"/>
                  </a:lnTo>
                  <a:lnTo>
                    <a:pt x="1891132" y="4230374"/>
                  </a:lnTo>
                  <a:lnTo>
                    <a:pt x="1891257" y="4230374"/>
                  </a:lnTo>
                  <a:lnTo>
                    <a:pt x="1891382" y="4230374"/>
                  </a:lnTo>
                  <a:lnTo>
                    <a:pt x="1891507" y="4230374"/>
                  </a:lnTo>
                  <a:lnTo>
                    <a:pt x="1891632" y="4230374"/>
                  </a:lnTo>
                  <a:lnTo>
                    <a:pt x="1891757" y="4230374"/>
                  </a:lnTo>
                  <a:lnTo>
                    <a:pt x="1891882" y="4230374"/>
                  </a:lnTo>
                  <a:lnTo>
                    <a:pt x="1892007" y="4230374"/>
                  </a:lnTo>
                  <a:lnTo>
                    <a:pt x="1892132" y="4230374"/>
                  </a:lnTo>
                  <a:lnTo>
                    <a:pt x="1892257" y="4230374"/>
                  </a:lnTo>
                  <a:lnTo>
                    <a:pt x="1892382" y="4230374"/>
                  </a:lnTo>
                  <a:lnTo>
                    <a:pt x="1892507" y="4230374"/>
                  </a:lnTo>
                  <a:lnTo>
                    <a:pt x="1892632" y="4230374"/>
                  </a:lnTo>
                  <a:lnTo>
                    <a:pt x="1892757" y="4230374"/>
                  </a:lnTo>
                  <a:lnTo>
                    <a:pt x="1892882" y="4230374"/>
                  </a:lnTo>
                  <a:lnTo>
                    <a:pt x="1893007" y="4230374"/>
                  </a:lnTo>
                  <a:lnTo>
                    <a:pt x="1893132" y="4230374"/>
                  </a:lnTo>
                  <a:lnTo>
                    <a:pt x="1893257" y="4230374"/>
                  </a:lnTo>
                  <a:lnTo>
                    <a:pt x="1893382" y="4230374"/>
                  </a:lnTo>
                  <a:lnTo>
                    <a:pt x="1893507" y="4230374"/>
                  </a:lnTo>
                  <a:lnTo>
                    <a:pt x="1893633" y="4230374"/>
                  </a:lnTo>
                  <a:lnTo>
                    <a:pt x="1893758" y="4230374"/>
                  </a:lnTo>
                  <a:lnTo>
                    <a:pt x="1893883" y="4230374"/>
                  </a:lnTo>
                  <a:lnTo>
                    <a:pt x="1894008" y="4230374"/>
                  </a:lnTo>
                  <a:lnTo>
                    <a:pt x="1894133" y="4230374"/>
                  </a:lnTo>
                  <a:lnTo>
                    <a:pt x="1894258" y="4230374"/>
                  </a:lnTo>
                  <a:lnTo>
                    <a:pt x="1894383" y="4230374"/>
                  </a:lnTo>
                  <a:lnTo>
                    <a:pt x="1894508" y="4230374"/>
                  </a:lnTo>
                  <a:lnTo>
                    <a:pt x="1894633" y="4230374"/>
                  </a:lnTo>
                  <a:lnTo>
                    <a:pt x="1894758" y="4230374"/>
                  </a:lnTo>
                  <a:lnTo>
                    <a:pt x="1894883" y="4230374"/>
                  </a:lnTo>
                  <a:lnTo>
                    <a:pt x="1895008" y="4230374"/>
                  </a:lnTo>
                  <a:lnTo>
                    <a:pt x="1895133" y="4230374"/>
                  </a:lnTo>
                  <a:lnTo>
                    <a:pt x="1895258" y="4230374"/>
                  </a:lnTo>
                  <a:lnTo>
                    <a:pt x="1895383" y="4230374"/>
                  </a:lnTo>
                  <a:lnTo>
                    <a:pt x="1895508" y="4230374"/>
                  </a:lnTo>
                  <a:lnTo>
                    <a:pt x="1895633" y="4230374"/>
                  </a:lnTo>
                  <a:lnTo>
                    <a:pt x="1895758" y="4230374"/>
                  </a:lnTo>
                  <a:lnTo>
                    <a:pt x="1895883" y="4230374"/>
                  </a:lnTo>
                  <a:lnTo>
                    <a:pt x="1896008" y="4230374"/>
                  </a:lnTo>
                  <a:lnTo>
                    <a:pt x="1896133" y="4230374"/>
                  </a:lnTo>
                  <a:lnTo>
                    <a:pt x="1896258" y="4230374"/>
                  </a:lnTo>
                  <a:lnTo>
                    <a:pt x="1896383" y="4230374"/>
                  </a:lnTo>
                  <a:lnTo>
                    <a:pt x="1896508" y="4230374"/>
                  </a:lnTo>
                  <a:lnTo>
                    <a:pt x="1896634" y="4230374"/>
                  </a:lnTo>
                  <a:lnTo>
                    <a:pt x="1896759" y="4230374"/>
                  </a:lnTo>
                  <a:lnTo>
                    <a:pt x="1896884" y="4230374"/>
                  </a:lnTo>
                  <a:lnTo>
                    <a:pt x="1897009" y="4230374"/>
                  </a:lnTo>
                  <a:lnTo>
                    <a:pt x="1897134" y="4230374"/>
                  </a:lnTo>
                  <a:lnTo>
                    <a:pt x="1897259" y="4230374"/>
                  </a:lnTo>
                  <a:lnTo>
                    <a:pt x="1897384" y="4230374"/>
                  </a:lnTo>
                  <a:lnTo>
                    <a:pt x="1897509" y="4230374"/>
                  </a:lnTo>
                  <a:lnTo>
                    <a:pt x="1897634" y="4230374"/>
                  </a:lnTo>
                  <a:lnTo>
                    <a:pt x="1897759" y="4230374"/>
                  </a:lnTo>
                  <a:lnTo>
                    <a:pt x="1897884" y="4230374"/>
                  </a:lnTo>
                  <a:lnTo>
                    <a:pt x="1898009" y="4230374"/>
                  </a:lnTo>
                  <a:lnTo>
                    <a:pt x="1898134" y="4230374"/>
                  </a:lnTo>
                  <a:lnTo>
                    <a:pt x="1898259" y="4230374"/>
                  </a:lnTo>
                  <a:lnTo>
                    <a:pt x="1898384" y="4230374"/>
                  </a:lnTo>
                  <a:lnTo>
                    <a:pt x="1898509" y="4230374"/>
                  </a:lnTo>
                  <a:lnTo>
                    <a:pt x="1898634" y="4230374"/>
                  </a:lnTo>
                  <a:lnTo>
                    <a:pt x="1898759" y="4230374"/>
                  </a:lnTo>
                  <a:lnTo>
                    <a:pt x="1898884" y="4230374"/>
                  </a:lnTo>
                  <a:lnTo>
                    <a:pt x="1899009" y="4230374"/>
                  </a:lnTo>
                  <a:lnTo>
                    <a:pt x="1899134" y="4230374"/>
                  </a:lnTo>
                  <a:lnTo>
                    <a:pt x="1899259" y="4230374"/>
                  </a:lnTo>
                  <a:lnTo>
                    <a:pt x="1899384" y="4230374"/>
                  </a:lnTo>
                  <a:lnTo>
                    <a:pt x="1899509" y="4230374"/>
                  </a:lnTo>
                  <a:lnTo>
                    <a:pt x="1899635" y="4230374"/>
                  </a:lnTo>
                  <a:lnTo>
                    <a:pt x="1899760" y="4230374"/>
                  </a:lnTo>
                  <a:lnTo>
                    <a:pt x="1899885" y="4230374"/>
                  </a:lnTo>
                  <a:lnTo>
                    <a:pt x="1900010" y="4230374"/>
                  </a:lnTo>
                  <a:lnTo>
                    <a:pt x="1900135" y="4230374"/>
                  </a:lnTo>
                  <a:lnTo>
                    <a:pt x="1900260" y="4230374"/>
                  </a:lnTo>
                  <a:lnTo>
                    <a:pt x="1900385" y="4230374"/>
                  </a:lnTo>
                  <a:lnTo>
                    <a:pt x="1900510" y="4230374"/>
                  </a:lnTo>
                  <a:lnTo>
                    <a:pt x="1900635" y="4230374"/>
                  </a:lnTo>
                  <a:lnTo>
                    <a:pt x="1900760" y="4230374"/>
                  </a:lnTo>
                  <a:lnTo>
                    <a:pt x="1900885" y="4230374"/>
                  </a:lnTo>
                  <a:lnTo>
                    <a:pt x="1901010" y="4230374"/>
                  </a:lnTo>
                  <a:lnTo>
                    <a:pt x="1901135" y="4230374"/>
                  </a:lnTo>
                  <a:lnTo>
                    <a:pt x="1901260" y="4230374"/>
                  </a:lnTo>
                  <a:lnTo>
                    <a:pt x="1901385" y="4230374"/>
                  </a:lnTo>
                  <a:lnTo>
                    <a:pt x="1901510" y="4230374"/>
                  </a:lnTo>
                  <a:lnTo>
                    <a:pt x="1901635" y="4230374"/>
                  </a:lnTo>
                  <a:lnTo>
                    <a:pt x="1901760" y="4230374"/>
                  </a:lnTo>
                  <a:lnTo>
                    <a:pt x="1901885" y="4230374"/>
                  </a:lnTo>
                  <a:lnTo>
                    <a:pt x="1902010" y="4230374"/>
                  </a:lnTo>
                  <a:lnTo>
                    <a:pt x="1902010" y="4220420"/>
                  </a:lnTo>
                  <a:lnTo>
                    <a:pt x="1902135" y="4220420"/>
                  </a:lnTo>
                  <a:lnTo>
                    <a:pt x="1902260" y="4220420"/>
                  </a:lnTo>
                  <a:lnTo>
                    <a:pt x="1902385" y="4220420"/>
                  </a:lnTo>
                  <a:lnTo>
                    <a:pt x="1902511" y="4220420"/>
                  </a:lnTo>
                  <a:lnTo>
                    <a:pt x="1902636" y="4220420"/>
                  </a:lnTo>
                  <a:lnTo>
                    <a:pt x="1902761" y="4220420"/>
                  </a:lnTo>
                  <a:lnTo>
                    <a:pt x="1902886" y="4220420"/>
                  </a:lnTo>
                  <a:lnTo>
                    <a:pt x="1903011" y="4220420"/>
                  </a:lnTo>
                  <a:lnTo>
                    <a:pt x="1903136" y="4220420"/>
                  </a:lnTo>
                  <a:lnTo>
                    <a:pt x="1903261" y="4220420"/>
                  </a:lnTo>
                  <a:lnTo>
                    <a:pt x="1903386" y="4220420"/>
                  </a:lnTo>
                  <a:lnTo>
                    <a:pt x="1903511" y="4220420"/>
                  </a:lnTo>
                  <a:lnTo>
                    <a:pt x="1903636" y="4220420"/>
                  </a:lnTo>
                  <a:lnTo>
                    <a:pt x="1903761" y="4220420"/>
                  </a:lnTo>
                  <a:lnTo>
                    <a:pt x="1903886" y="4220420"/>
                  </a:lnTo>
                  <a:lnTo>
                    <a:pt x="1904011" y="4220420"/>
                  </a:lnTo>
                  <a:lnTo>
                    <a:pt x="1904136" y="4220420"/>
                  </a:lnTo>
                  <a:lnTo>
                    <a:pt x="1904261" y="4220420"/>
                  </a:lnTo>
                  <a:lnTo>
                    <a:pt x="1904386" y="4220420"/>
                  </a:lnTo>
                  <a:lnTo>
                    <a:pt x="1904511" y="4220420"/>
                  </a:lnTo>
                  <a:lnTo>
                    <a:pt x="1904636" y="4220420"/>
                  </a:lnTo>
                  <a:lnTo>
                    <a:pt x="1904761" y="4220420"/>
                  </a:lnTo>
                  <a:lnTo>
                    <a:pt x="1904886" y="4220420"/>
                  </a:lnTo>
                  <a:lnTo>
                    <a:pt x="1905011" y="4220420"/>
                  </a:lnTo>
                  <a:lnTo>
                    <a:pt x="1905136" y="4220420"/>
                  </a:lnTo>
                  <a:lnTo>
                    <a:pt x="1905261" y="4220420"/>
                  </a:lnTo>
                  <a:lnTo>
                    <a:pt x="1905386" y="4220420"/>
                  </a:lnTo>
                  <a:lnTo>
                    <a:pt x="1905512" y="4220420"/>
                  </a:lnTo>
                  <a:lnTo>
                    <a:pt x="1905637" y="4220420"/>
                  </a:lnTo>
                  <a:lnTo>
                    <a:pt x="1905762" y="4220420"/>
                  </a:lnTo>
                  <a:lnTo>
                    <a:pt x="1905887" y="4220420"/>
                  </a:lnTo>
                  <a:lnTo>
                    <a:pt x="1906012" y="4220420"/>
                  </a:lnTo>
                  <a:lnTo>
                    <a:pt x="1906137" y="4220420"/>
                  </a:lnTo>
                  <a:lnTo>
                    <a:pt x="1906262" y="4220420"/>
                  </a:lnTo>
                  <a:lnTo>
                    <a:pt x="1906387" y="4220420"/>
                  </a:lnTo>
                  <a:lnTo>
                    <a:pt x="1906512" y="4220420"/>
                  </a:lnTo>
                  <a:lnTo>
                    <a:pt x="1906637" y="4220420"/>
                  </a:lnTo>
                  <a:lnTo>
                    <a:pt x="1906762" y="4220420"/>
                  </a:lnTo>
                  <a:lnTo>
                    <a:pt x="1906887" y="4220420"/>
                  </a:lnTo>
                  <a:lnTo>
                    <a:pt x="1907012" y="4220420"/>
                  </a:lnTo>
                  <a:lnTo>
                    <a:pt x="1907137" y="4220420"/>
                  </a:lnTo>
                  <a:lnTo>
                    <a:pt x="1907262" y="4220420"/>
                  </a:lnTo>
                  <a:lnTo>
                    <a:pt x="1907387" y="4220420"/>
                  </a:lnTo>
                  <a:lnTo>
                    <a:pt x="1907512" y="4220420"/>
                  </a:lnTo>
                  <a:lnTo>
                    <a:pt x="1907637" y="4220420"/>
                  </a:lnTo>
                  <a:lnTo>
                    <a:pt x="1907762" y="4220420"/>
                  </a:lnTo>
                  <a:lnTo>
                    <a:pt x="1907887" y="4220420"/>
                  </a:lnTo>
                  <a:lnTo>
                    <a:pt x="1908012" y="4220420"/>
                  </a:lnTo>
                  <a:lnTo>
                    <a:pt x="1908137" y="4220420"/>
                  </a:lnTo>
                  <a:lnTo>
                    <a:pt x="1908262" y="4220420"/>
                  </a:lnTo>
                  <a:lnTo>
                    <a:pt x="1908387" y="4220420"/>
                  </a:lnTo>
                  <a:lnTo>
                    <a:pt x="1908513" y="4220420"/>
                  </a:lnTo>
                  <a:lnTo>
                    <a:pt x="1908638" y="4220420"/>
                  </a:lnTo>
                  <a:lnTo>
                    <a:pt x="1908763" y="4220420"/>
                  </a:lnTo>
                  <a:lnTo>
                    <a:pt x="1908888" y="4220420"/>
                  </a:lnTo>
                  <a:lnTo>
                    <a:pt x="1909013" y="4220420"/>
                  </a:lnTo>
                  <a:lnTo>
                    <a:pt x="1909138" y="4220420"/>
                  </a:lnTo>
                  <a:lnTo>
                    <a:pt x="1909263" y="4220420"/>
                  </a:lnTo>
                  <a:lnTo>
                    <a:pt x="1909388" y="4220420"/>
                  </a:lnTo>
                  <a:lnTo>
                    <a:pt x="1909513" y="4220420"/>
                  </a:lnTo>
                  <a:lnTo>
                    <a:pt x="1909638" y="4220420"/>
                  </a:lnTo>
                  <a:lnTo>
                    <a:pt x="1909763" y="4220420"/>
                  </a:lnTo>
                  <a:lnTo>
                    <a:pt x="1909888" y="4220420"/>
                  </a:lnTo>
                  <a:lnTo>
                    <a:pt x="1910013" y="4220420"/>
                  </a:lnTo>
                  <a:lnTo>
                    <a:pt x="1910138" y="4220420"/>
                  </a:lnTo>
                  <a:lnTo>
                    <a:pt x="1910263" y="4220420"/>
                  </a:lnTo>
                  <a:lnTo>
                    <a:pt x="1910388" y="4220420"/>
                  </a:lnTo>
                  <a:lnTo>
                    <a:pt x="1910513" y="4220420"/>
                  </a:lnTo>
                  <a:lnTo>
                    <a:pt x="1910638" y="4220420"/>
                  </a:lnTo>
                  <a:lnTo>
                    <a:pt x="1910763" y="4220420"/>
                  </a:lnTo>
                  <a:lnTo>
                    <a:pt x="1910888" y="4220420"/>
                  </a:lnTo>
                  <a:lnTo>
                    <a:pt x="1911013" y="4220420"/>
                  </a:lnTo>
                  <a:lnTo>
                    <a:pt x="1911138" y="4220420"/>
                  </a:lnTo>
                  <a:lnTo>
                    <a:pt x="1911263" y="4220420"/>
                  </a:lnTo>
                  <a:lnTo>
                    <a:pt x="1911388" y="4220420"/>
                  </a:lnTo>
                  <a:lnTo>
                    <a:pt x="1911514" y="4220420"/>
                  </a:lnTo>
                  <a:lnTo>
                    <a:pt x="1911639" y="4220420"/>
                  </a:lnTo>
                  <a:lnTo>
                    <a:pt x="1911764" y="4220420"/>
                  </a:lnTo>
                  <a:lnTo>
                    <a:pt x="1911889" y="4220420"/>
                  </a:lnTo>
                  <a:lnTo>
                    <a:pt x="1912014" y="4220420"/>
                  </a:lnTo>
                  <a:lnTo>
                    <a:pt x="1912139" y="4220420"/>
                  </a:lnTo>
                  <a:lnTo>
                    <a:pt x="1912264" y="4220420"/>
                  </a:lnTo>
                  <a:lnTo>
                    <a:pt x="1912389" y="4220420"/>
                  </a:lnTo>
                  <a:lnTo>
                    <a:pt x="1912514" y="4220420"/>
                  </a:lnTo>
                  <a:lnTo>
                    <a:pt x="1912639" y="4220420"/>
                  </a:lnTo>
                  <a:lnTo>
                    <a:pt x="1912764" y="4220420"/>
                  </a:lnTo>
                  <a:lnTo>
                    <a:pt x="1912889" y="4220420"/>
                  </a:lnTo>
                  <a:lnTo>
                    <a:pt x="1913014" y="4220420"/>
                  </a:lnTo>
                  <a:lnTo>
                    <a:pt x="1913139" y="4220420"/>
                  </a:lnTo>
                  <a:lnTo>
                    <a:pt x="1913264" y="4220420"/>
                  </a:lnTo>
                  <a:lnTo>
                    <a:pt x="1913389" y="4220420"/>
                  </a:lnTo>
                  <a:lnTo>
                    <a:pt x="1913514" y="4220420"/>
                  </a:lnTo>
                  <a:lnTo>
                    <a:pt x="1913639" y="4220420"/>
                  </a:lnTo>
                  <a:lnTo>
                    <a:pt x="1913764" y="4220420"/>
                  </a:lnTo>
                  <a:lnTo>
                    <a:pt x="1913889" y="4220420"/>
                  </a:lnTo>
                  <a:lnTo>
                    <a:pt x="1914014" y="4220420"/>
                  </a:lnTo>
                  <a:lnTo>
                    <a:pt x="1914139" y="4220420"/>
                  </a:lnTo>
                  <a:lnTo>
                    <a:pt x="1914264" y="4220420"/>
                  </a:lnTo>
                  <a:lnTo>
                    <a:pt x="1914389" y="4220420"/>
                  </a:lnTo>
                  <a:lnTo>
                    <a:pt x="1914515" y="4220420"/>
                  </a:lnTo>
                  <a:lnTo>
                    <a:pt x="1914640" y="4220420"/>
                  </a:lnTo>
                  <a:lnTo>
                    <a:pt x="1914765" y="4220420"/>
                  </a:lnTo>
                  <a:lnTo>
                    <a:pt x="1914890" y="4220420"/>
                  </a:lnTo>
                  <a:lnTo>
                    <a:pt x="1915015" y="4220420"/>
                  </a:lnTo>
                  <a:lnTo>
                    <a:pt x="1915140" y="4220420"/>
                  </a:lnTo>
                  <a:lnTo>
                    <a:pt x="1915265" y="4220420"/>
                  </a:lnTo>
                  <a:lnTo>
                    <a:pt x="1915390" y="4220420"/>
                  </a:lnTo>
                  <a:lnTo>
                    <a:pt x="1915515" y="4220420"/>
                  </a:lnTo>
                  <a:lnTo>
                    <a:pt x="1915640" y="4220420"/>
                  </a:lnTo>
                  <a:lnTo>
                    <a:pt x="1915765" y="4220420"/>
                  </a:lnTo>
                  <a:lnTo>
                    <a:pt x="1915890" y="4220420"/>
                  </a:lnTo>
                  <a:lnTo>
                    <a:pt x="1916015" y="4220420"/>
                  </a:lnTo>
                  <a:lnTo>
                    <a:pt x="1916140" y="4220420"/>
                  </a:lnTo>
                  <a:lnTo>
                    <a:pt x="1916265" y="4220420"/>
                  </a:lnTo>
                  <a:lnTo>
                    <a:pt x="1916390" y="4220420"/>
                  </a:lnTo>
                  <a:lnTo>
                    <a:pt x="1916515" y="4220420"/>
                  </a:lnTo>
                  <a:lnTo>
                    <a:pt x="1916640" y="4220420"/>
                  </a:lnTo>
                  <a:lnTo>
                    <a:pt x="1916765" y="4220420"/>
                  </a:lnTo>
                  <a:lnTo>
                    <a:pt x="1916890" y="4220420"/>
                  </a:lnTo>
                  <a:lnTo>
                    <a:pt x="1917015" y="4220420"/>
                  </a:lnTo>
                  <a:lnTo>
                    <a:pt x="1917140" y="4220420"/>
                  </a:lnTo>
                  <a:lnTo>
                    <a:pt x="1917265" y="4220420"/>
                  </a:lnTo>
                  <a:lnTo>
                    <a:pt x="1917390" y="4220420"/>
                  </a:lnTo>
                  <a:lnTo>
                    <a:pt x="1917516" y="4220420"/>
                  </a:lnTo>
                  <a:lnTo>
                    <a:pt x="1917641" y="4220420"/>
                  </a:lnTo>
                  <a:lnTo>
                    <a:pt x="1917766" y="4220420"/>
                  </a:lnTo>
                  <a:lnTo>
                    <a:pt x="1917891" y="4220420"/>
                  </a:lnTo>
                  <a:lnTo>
                    <a:pt x="1918016" y="4220420"/>
                  </a:lnTo>
                  <a:lnTo>
                    <a:pt x="1918141" y="4220420"/>
                  </a:lnTo>
                  <a:lnTo>
                    <a:pt x="1918266" y="4220420"/>
                  </a:lnTo>
                  <a:lnTo>
                    <a:pt x="1918391" y="4220420"/>
                  </a:lnTo>
                  <a:lnTo>
                    <a:pt x="1918516" y="4220420"/>
                  </a:lnTo>
                  <a:lnTo>
                    <a:pt x="1918641" y="4220420"/>
                  </a:lnTo>
                  <a:lnTo>
                    <a:pt x="1918766" y="4220420"/>
                  </a:lnTo>
                  <a:lnTo>
                    <a:pt x="1918891" y="4220420"/>
                  </a:lnTo>
                  <a:lnTo>
                    <a:pt x="1919016" y="4220420"/>
                  </a:lnTo>
                  <a:lnTo>
                    <a:pt x="1919141" y="4220420"/>
                  </a:lnTo>
                  <a:lnTo>
                    <a:pt x="1919266" y="4220420"/>
                  </a:lnTo>
                  <a:lnTo>
                    <a:pt x="1919266" y="4210466"/>
                  </a:lnTo>
                  <a:lnTo>
                    <a:pt x="1919391" y="4210466"/>
                  </a:lnTo>
                  <a:lnTo>
                    <a:pt x="1919516" y="4210466"/>
                  </a:lnTo>
                  <a:lnTo>
                    <a:pt x="1919641" y="4210466"/>
                  </a:lnTo>
                  <a:lnTo>
                    <a:pt x="1919766" y="4210466"/>
                  </a:lnTo>
                  <a:lnTo>
                    <a:pt x="1919891" y="4210466"/>
                  </a:lnTo>
                  <a:lnTo>
                    <a:pt x="1920016" y="4210466"/>
                  </a:lnTo>
                  <a:lnTo>
                    <a:pt x="1920141" y="4210466"/>
                  </a:lnTo>
                  <a:lnTo>
                    <a:pt x="1920266" y="4210466"/>
                  </a:lnTo>
                  <a:lnTo>
                    <a:pt x="1920391" y="4210466"/>
                  </a:lnTo>
                  <a:lnTo>
                    <a:pt x="1920517" y="4210466"/>
                  </a:lnTo>
                  <a:lnTo>
                    <a:pt x="1920642" y="4210466"/>
                  </a:lnTo>
                  <a:lnTo>
                    <a:pt x="1920767" y="4210466"/>
                  </a:lnTo>
                  <a:lnTo>
                    <a:pt x="1920892" y="4210466"/>
                  </a:lnTo>
                  <a:lnTo>
                    <a:pt x="1921017" y="4210466"/>
                  </a:lnTo>
                  <a:lnTo>
                    <a:pt x="1921142" y="4210466"/>
                  </a:lnTo>
                  <a:lnTo>
                    <a:pt x="1921267" y="4210466"/>
                  </a:lnTo>
                  <a:lnTo>
                    <a:pt x="1921392" y="4210466"/>
                  </a:lnTo>
                  <a:lnTo>
                    <a:pt x="1921517" y="4210466"/>
                  </a:lnTo>
                  <a:lnTo>
                    <a:pt x="1921642" y="4210466"/>
                  </a:lnTo>
                  <a:lnTo>
                    <a:pt x="1921767" y="4210466"/>
                  </a:lnTo>
                  <a:lnTo>
                    <a:pt x="1921892" y="4210466"/>
                  </a:lnTo>
                  <a:lnTo>
                    <a:pt x="1922017" y="4210466"/>
                  </a:lnTo>
                  <a:lnTo>
                    <a:pt x="1922142" y="4210466"/>
                  </a:lnTo>
                  <a:lnTo>
                    <a:pt x="1922267" y="4210466"/>
                  </a:lnTo>
                  <a:lnTo>
                    <a:pt x="1922392" y="4210466"/>
                  </a:lnTo>
                  <a:lnTo>
                    <a:pt x="1922517" y="4210466"/>
                  </a:lnTo>
                  <a:lnTo>
                    <a:pt x="1922642" y="4210466"/>
                  </a:lnTo>
                  <a:lnTo>
                    <a:pt x="1922767" y="4210466"/>
                  </a:lnTo>
                  <a:lnTo>
                    <a:pt x="1922892" y="4210466"/>
                  </a:lnTo>
                  <a:lnTo>
                    <a:pt x="1923017" y="4210466"/>
                  </a:lnTo>
                  <a:lnTo>
                    <a:pt x="1923142" y="4210466"/>
                  </a:lnTo>
                  <a:lnTo>
                    <a:pt x="1923267" y="4210466"/>
                  </a:lnTo>
                  <a:lnTo>
                    <a:pt x="1923392" y="4210466"/>
                  </a:lnTo>
                  <a:lnTo>
                    <a:pt x="1923392" y="4200513"/>
                  </a:lnTo>
                  <a:lnTo>
                    <a:pt x="1923518" y="4200513"/>
                  </a:lnTo>
                  <a:lnTo>
                    <a:pt x="1923643" y="4200513"/>
                  </a:lnTo>
                  <a:lnTo>
                    <a:pt x="1923768" y="4200513"/>
                  </a:lnTo>
                  <a:lnTo>
                    <a:pt x="1923893" y="4200513"/>
                  </a:lnTo>
                  <a:lnTo>
                    <a:pt x="1924018" y="4200513"/>
                  </a:lnTo>
                  <a:lnTo>
                    <a:pt x="1924143" y="4200513"/>
                  </a:lnTo>
                  <a:lnTo>
                    <a:pt x="1924268" y="4200513"/>
                  </a:lnTo>
                  <a:lnTo>
                    <a:pt x="1924393" y="4200513"/>
                  </a:lnTo>
                  <a:lnTo>
                    <a:pt x="1924518" y="4200513"/>
                  </a:lnTo>
                  <a:lnTo>
                    <a:pt x="1924643" y="4200513"/>
                  </a:lnTo>
                  <a:lnTo>
                    <a:pt x="1924768" y="4200513"/>
                  </a:lnTo>
                  <a:lnTo>
                    <a:pt x="1924893" y="4200513"/>
                  </a:lnTo>
                  <a:lnTo>
                    <a:pt x="1925018" y="4200513"/>
                  </a:lnTo>
                  <a:lnTo>
                    <a:pt x="1925143" y="4200513"/>
                  </a:lnTo>
                  <a:lnTo>
                    <a:pt x="1925268" y="4200513"/>
                  </a:lnTo>
                  <a:lnTo>
                    <a:pt x="1925393" y="4200513"/>
                  </a:lnTo>
                  <a:lnTo>
                    <a:pt x="1925518" y="4200513"/>
                  </a:lnTo>
                  <a:lnTo>
                    <a:pt x="1925643" y="4200513"/>
                  </a:lnTo>
                  <a:lnTo>
                    <a:pt x="1925768" y="4200513"/>
                  </a:lnTo>
                  <a:lnTo>
                    <a:pt x="1925893" y="4200513"/>
                  </a:lnTo>
                  <a:lnTo>
                    <a:pt x="1926018" y="4200513"/>
                  </a:lnTo>
                  <a:lnTo>
                    <a:pt x="1926143" y="4200513"/>
                  </a:lnTo>
                  <a:lnTo>
                    <a:pt x="1926268" y="4200513"/>
                  </a:lnTo>
                  <a:lnTo>
                    <a:pt x="1926393" y="4200513"/>
                  </a:lnTo>
                  <a:lnTo>
                    <a:pt x="1926519" y="4200513"/>
                  </a:lnTo>
                  <a:lnTo>
                    <a:pt x="1926644" y="4200513"/>
                  </a:lnTo>
                  <a:lnTo>
                    <a:pt x="1926769" y="4200513"/>
                  </a:lnTo>
                  <a:lnTo>
                    <a:pt x="1926894" y="4200513"/>
                  </a:lnTo>
                  <a:lnTo>
                    <a:pt x="1927019" y="4200513"/>
                  </a:lnTo>
                  <a:lnTo>
                    <a:pt x="1927144" y="4200513"/>
                  </a:lnTo>
                  <a:lnTo>
                    <a:pt x="1927269" y="4200513"/>
                  </a:lnTo>
                  <a:lnTo>
                    <a:pt x="1927394" y="4200513"/>
                  </a:lnTo>
                  <a:lnTo>
                    <a:pt x="1927519" y="4200513"/>
                  </a:lnTo>
                  <a:lnTo>
                    <a:pt x="1927644" y="4200513"/>
                  </a:lnTo>
                  <a:lnTo>
                    <a:pt x="1927769" y="4200513"/>
                  </a:lnTo>
                  <a:lnTo>
                    <a:pt x="1927894" y="4200513"/>
                  </a:lnTo>
                  <a:lnTo>
                    <a:pt x="1928019" y="4200513"/>
                  </a:lnTo>
                  <a:lnTo>
                    <a:pt x="1928144" y="4200513"/>
                  </a:lnTo>
                  <a:lnTo>
                    <a:pt x="1928269" y="4200513"/>
                  </a:lnTo>
                  <a:lnTo>
                    <a:pt x="1928394" y="4200513"/>
                  </a:lnTo>
                  <a:lnTo>
                    <a:pt x="1928519" y="4200513"/>
                  </a:lnTo>
                  <a:lnTo>
                    <a:pt x="1928644" y="4200513"/>
                  </a:lnTo>
                  <a:lnTo>
                    <a:pt x="1928769" y="4200513"/>
                  </a:lnTo>
                  <a:lnTo>
                    <a:pt x="1928894" y="4200513"/>
                  </a:lnTo>
                  <a:lnTo>
                    <a:pt x="1929019" y="4200513"/>
                  </a:lnTo>
                  <a:lnTo>
                    <a:pt x="1929144" y="4200513"/>
                  </a:lnTo>
                  <a:lnTo>
                    <a:pt x="1929269" y="4200513"/>
                  </a:lnTo>
                  <a:lnTo>
                    <a:pt x="1929394" y="4200513"/>
                  </a:lnTo>
                  <a:lnTo>
                    <a:pt x="1929520" y="4200513"/>
                  </a:lnTo>
                  <a:lnTo>
                    <a:pt x="1929645" y="4200513"/>
                  </a:lnTo>
                  <a:lnTo>
                    <a:pt x="1929770" y="4200513"/>
                  </a:lnTo>
                  <a:lnTo>
                    <a:pt x="1929895" y="4200513"/>
                  </a:lnTo>
                  <a:lnTo>
                    <a:pt x="1930020" y="4200513"/>
                  </a:lnTo>
                  <a:lnTo>
                    <a:pt x="1930145" y="4200513"/>
                  </a:lnTo>
                  <a:lnTo>
                    <a:pt x="1930270" y="4200513"/>
                  </a:lnTo>
                  <a:lnTo>
                    <a:pt x="1930395" y="4200513"/>
                  </a:lnTo>
                  <a:lnTo>
                    <a:pt x="1930520" y="4200513"/>
                  </a:lnTo>
                  <a:lnTo>
                    <a:pt x="1930645" y="4200513"/>
                  </a:lnTo>
                  <a:lnTo>
                    <a:pt x="1930770" y="4200513"/>
                  </a:lnTo>
                  <a:lnTo>
                    <a:pt x="1930895" y="4200513"/>
                  </a:lnTo>
                  <a:lnTo>
                    <a:pt x="1931020" y="4200513"/>
                  </a:lnTo>
                  <a:lnTo>
                    <a:pt x="1931145" y="4200513"/>
                  </a:lnTo>
                  <a:lnTo>
                    <a:pt x="1931270" y="4200513"/>
                  </a:lnTo>
                  <a:lnTo>
                    <a:pt x="1931395" y="4200513"/>
                  </a:lnTo>
                  <a:lnTo>
                    <a:pt x="1931520" y="4200513"/>
                  </a:lnTo>
                  <a:lnTo>
                    <a:pt x="1931645" y="4200513"/>
                  </a:lnTo>
                  <a:lnTo>
                    <a:pt x="1931770" y="4200513"/>
                  </a:lnTo>
                  <a:lnTo>
                    <a:pt x="1931895" y="4200513"/>
                  </a:lnTo>
                  <a:lnTo>
                    <a:pt x="1931895" y="4190559"/>
                  </a:lnTo>
                  <a:lnTo>
                    <a:pt x="1932020" y="4190559"/>
                  </a:lnTo>
                  <a:lnTo>
                    <a:pt x="1932145" y="4190559"/>
                  </a:lnTo>
                  <a:lnTo>
                    <a:pt x="1932270" y="4190559"/>
                  </a:lnTo>
                  <a:lnTo>
                    <a:pt x="1932395" y="4190559"/>
                  </a:lnTo>
                  <a:lnTo>
                    <a:pt x="1932521" y="4190559"/>
                  </a:lnTo>
                  <a:lnTo>
                    <a:pt x="1932646" y="4190559"/>
                  </a:lnTo>
                  <a:lnTo>
                    <a:pt x="1932771" y="4190559"/>
                  </a:lnTo>
                  <a:lnTo>
                    <a:pt x="1932896" y="4190559"/>
                  </a:lnTo>
                  <a:lnTo>
                    <a:pt x="1933021" y="4190559"/>
                  </a:lnTo>
                  <a:lnTo>
                    <a:pt x="1933146" y="4190559"/>
                  </a:lnTo>
                  <a:lnTo>
                    <a:pt x="1933271" y="4190559"/>
                  </a:lnTo>
                  <a:lnTo>
                    <a:pt x="1933396" y="4190559"/>
                  </a:lnTo>
                  <a:lnTo>
                    <a:pt x="1933521" y="4190559"/>
                  </a:lnTo>
                  <a:lnTo>
                    <a:pt x="1933646" y="4190559"/>
                  </a:lnTo>
                  <a:lnTo>
                    <a:pt x="1933771" y="4190559"/>
                  </a:lnTo>
                  <a:lnTo>
                    <a:pt x="1933896" y="4190559"/>
                  </a:lnTo>
                  <a:lnTo>
                    <a:pt x="1934021" y="4190559"/>
                  </a:lnTo>
                  <a:lnTo>
                    <a:pt x="1934146" y="4190559"/>
                  </a:lnTo>
                  <a:lnTo>
                    <a:pt x="1934271" y="4190559"/>
                  </a:lnTo>
                  <a:lnTo>
                    <a:pt x="1934396" y="4190559"/>
                  </a:lnTo>
                  <a:lnTo>
                    <a:pt x="1934521" y="4190559"/>
                  </a:lnTo>
                  <a:lnTo>
                    <a:pt x="1934646" y="4190559"/>
                  </a:lnTo>
                  <a:lnTo>
                    <a:pt x="1934771" y="4190559"/>
                  </a:lnTo>
                  <a:lnTo>
                    <a:pt x="1934896" y="4190559"/>
                  </a:lnTo>
                  <a:lnTo>
                    <a:pt x="1935021" y="4190559"/>
                  </a:lnTo>
                  <a:lnTo>
                    <a:pt x="1935146" y="4190559"/>
                  </a:lnTo>
                  <a:lnTo>
                    <a:pt x="1935271" y="4190559"/>
                  </a:lnTo>
                  <a:lnTo>
                    <a:pt x="1935396" y="4190559"/>
                  </a:lnTo>
                  <a:lnTo>
                    <a:pt x="1935522" y="4190559"/>
                  </a:lnTo>
                  <a:lnTo>
                    <a:pt x="1935647" y="4190559"/>
                  </a:lnTo>
                  <a:lnTo>
                    <a:pt x="1935772" y="4190559"/>
                  </a:lnTo>
                  <a:lnTo>
                    <a:pt x="1935897" y="4190559"/>
                  </a:lnTo>
                  <a:lnTo>
                    <a:pt x="1936022" y="4190559"/>
                  </a:lnTo>
                  <a:lnTo>
                    <a:pt x="1936147" y="4190559"/>
                  </a:lnTo>
                  <a:lnTo>
                    <a:pt x="1936272" y="4190559"/>
                  </a:lnTo>
                  <a:lnTo>
                    <a:pt x="1936397" y="4190559"/>
                  </a:lnTo>
                  <a:lnTo>
                    <a:pt x="1936522" y="4190559"/>
                  </a:lnTo>
                  <a:lnTo>
                    <a:pt x="1936647" y="4190559"/>
                  </a:lnTo>
                  <a:lnTo>
                    <a:pt x="1936772" y="4190559"/>
                  </a:lnTo>
                  <a:lnTo>
                    <a:pt x="1936897" y="4190559"/>
                  </a:lnTo>
                  <a:lnTo>
                    <a:pt x="1937022" y="4190559"/>
                  </a:lnTo>
                  <a:lnTo>
                    <a:pt x="1937022" y="4180605"/>
                  </a:lnTo>
                  <a:lnTo>
                    <a:pt x="1937147" y="4180605"/>
                  </a:lnTo>
                  <a:lnTo>
                    <a:pt x="1937272" y="4180605"/>
                  </a:lnTo>
                  <a:lnTo>
                    <a:pt x="1937397" y="4180605"/>
                  </a:lnTo>
                  <a:lnTo>
                    <a:pt x="1937522" y="4180605"/>
                  </a:lnTo>
                  <a:lnTo>
                    <a:pt x="1937647" y="4180605"/>
                  </a:lnTo>
                  <a:lnTo>
                    <a:pt x="1937772" y="4180605"/>
                  </a:lnTo>
                  <a:lnTo>
                    <a:pt x="1937897" y="4180605"/>
                  </a:lnTo>
                  <a:lnTo>
                    <a:pt x="1938022" y="4180605"/>
                  </a:lnTo>
                  <a:lnTo>
                    <a:pt x="1938147" y="4180605"/>
                  </a:lnTo>
                  <a:lnTo>
                    <a:pt x="1938272" y="4180605"/>
                  </a:lnTo>
                  <a:lnTo>
                    <a:pt x="1938397" y="4180605"/>
                  </a:lnTo>
                  <a:lnTo>
                    <a:pt x="1938523" y="4180605"/>
                  </a:lnTo>
                  <a:lnTo>
                    <a:pt x="1938648" y="4180605"/>
                  </a:lnTo>
                  <a:lnTo>
                    <a:pt x="1938773" y="4180605"/>
                  </a:lnTo>
                  <a:lnTo>
                    <a:pt x="1938773" y="4170651"/>
                  </a:lnTo>
                  <a:lnTo>
                    <a:pt x="1938898" y="4170651"/>
                  </a:lnTo>
                  <a:lnTo>
                    <a:pt x="1939023" y="4170651"/>
                  </a:lnTo>
                  <a:lnTo>
                    <a:pt x="1939148" y="4170651"/>
                  </a:lnTo>
                  <a:lnTo>
                    <a:pt x="1939273" y="4170651"/>
                  </a:lnTo>
                  <a:lnTo>
                    <a:pt x="1939398" y="4170651"/>
                  </a:lnTo>
                  <a:lnTo>
                    <a:pt x="1939523" y="4170651"/>
                  </a:lnTo>
                  <a:lnTo>
                    <a:pt x="1939648" y="4170651"/>
                  </a:lnTo>
                  <a:lnTo>
                    <a:pt x="1939773" y="4170651"/>
                  </a:lnTo>
                  <a:lnTo>
                    <a:pt x="1939898" y="4170651"/>
                  </a:lnTo>
                  <a:lnTo>
                    <a:pt x="1940023" y="4170651"/>
                  </a:lnTo>
                  <a:lnTo>
                    <a:pt x="1940148" y="4170651"/>
                  </a:lnTo>
                  <a:lnTo>
                    <a:pt x="1940273" y="4170651"/>
                  </a:lnTo>
                  <a:lnTo>
                    <a:pt x="1940398" y="4170651"/>
                  </a:lnTo>
                  <a:lnTo>
                    <a:pt x="1940523" y="4170651"/>
                  </a:lnTo>
                  <a:lnTo>
                    <a:pt x="1940648" y="4170651"/>
                  </a:lnTo>
                  <a:lnTo>
                    <a:pt x="1940773" y="4170651"/>
                  </a:lnTo>
                  <a:lnTo>
                    <a:pt x="1940898" y="4170651"/>
                  </a:lnTo>
                  <a:lnTo>
                    <a:pt x="1941023" y="4170651"/>
                  </a:lnTo>
                  <a:lnTo>
                    <a:pt x="1941148" y="4170651"/>
                  </a:lnTo>
                  <a:lnTo>
                    <a:pt x="1941273" y="4170651"/>
                  </a:lnTo>
                  <a:lnTo>
                    <a:pt x="1941399" y="4170651"/>
                  </a:lnTo>
                  <a:lnTo>
                    <a:pt x="1941524" y="4170651"/>
                  </a:lnTo>
                  <a:lnTo>
                    <a:pt x="1941649" y="4170651"/>
                  </a:lnTo>
                  <a:lnTo>
                    <a:pt x="1941774" y="4170651"/>
                  </a:lnTo>
                  <a:lnTo>
                    <a:pt x="1941899" y="4170651"/>
                  </a:lnTo>
                  <a:lnTo>
                    <a:pt x="1942024" y="4170651"/>
                  </a:lnTo>
                  <a:lnTo>
                    <a:pt x="1942149" y="4170651"/>
                  </a:lnTo>
                  <a:lnTo>
                    <a:pt x="1942274" y="4170651"/>
                  </a:lnTo>
                  <a:lnTo>
                    <a:pt x="1942399" y="4170651"/>
                  </a:lnTo>
                  <a:lnTo>
                    <a:pt x="1942524" y="4170651"/>
                  </a:lnTo>
                  <a:lnTo>
                    <a:pt x="1942649" y="4170651"/>
                  </a:lnTo>
                  <a:lnTo>
                    <a:pt x="1942774" y="4170651"/>
                  </a:lnTo>
                  <a:lnTo>
                    <a:pt x="1942899" y="4170651"/>
                  </a:lnTo>
                  <a:lnTo>
                    <a:pt x="1943024" y="4170651"/>
                  </a:lnTo>
                  <a:lnTo>
                    <a:pt x="1943149" y="4170651"/>
                  </a:lnTo>
                  <a:lnTo>
                    <a:pt x="1943274" y="4170651"/>
                  </a:lnTo>
                  <a:lnTo>
                    <a:pt x="1943399" y="4170651"/>
                  </a:lnTo>
                  <a:lnTo>
                    <a:pt x="1943524" y="4170651"/>
                  </a:lnTo>
                  <a:lnTo>
                    <a:pt x="1943649" y="4170651"/>
                  </a:lnTo>
                  <a:lnTo>
                    <a:pt x="1943774" y="4170651"/>
                  </a:lnTo>
                  <a:lnTo>
                    <a:pt x="1943899" y="4170651"/>
                  </a:lnTo>
                  <a:lnTo>
                    <a:pt x="1944024" y="4170651"/>
                  </a:lnTo>
                  <a:lnTo>
                    <a:pt x="1944149" y="4170651"/>
                  </a:lnTo>
                  <a:lnTo>
                    <a:pt x="1944274" y="4170651"/>
                  </a:lnTo>
                  <a:lnTo>
                    <a:pt x="1944400" y="4170651"/>
                  </a:lnTo>
                  <a:lnTo>
                    <a:pt x="1944525" y="4170651"/>
                  </a:lnTo>
                  <a:lnTo>
                    <a:pt x="1944650" y="4170651"/>
                  </a:lnTo>
                  <a:lnTo>
                    <a:pt x="1944775" y="4170651"/>
                  </a:lnTo>
                  <a:lnTo>
                    <a:pt x="1944900" y="4170651"/>
                  </a:lnTo>
                  <a:lnTo>
                    <a:pt x="1945025" y="4170651"/>
                  </a:lnTo>
                  <a:lnTo>
                    <a:pt x="1945150" y="4170651"/>
                  </a:lnTo>
                  <a:lnTo>
                    <a:pt x="1945275" y="4170651"/>
                  </a:lnTo>
                  <a:lnTo>
                    <a:pt x="1945400" y="4170651"/>
                  </a:lnTo>
                  <a:lnTo>
                    <a:pt x="1945525" y="4170651"/>
                  </a:lnTo>
                  <a:lnTo>
                    <a:pt x="1945650" y="4170651"/>
                  </a:lnTo>
                  <a:lnTo>
                    <a:pt x="1945775" y="4170651"/>
                  </a:lnTo>
                  <a:lnTo>
                    <a:pt x="1945900" y="4170651"/>
                  </a:lnTo>
                  <a:lnTo>
                    <a:pt x="1946025" y="4170651"/>
                  </a:lnTo>
                  <a:lnTo>
                    <a:pt x="1946150" y="4170651"/>
                  </a:lnTo>
                  <a:lnTo>
                    <a:pt x="1946275" y="4170651"/>
                  </a:lnTo>
                  <a:lnTo>
                    <a:pt x="1946400" y="4170651"/>
                  </a:lnTo>
                  <a:lnTo>
                    <a:pt x="1946525" y="4170651"/>
                  </a:lnTo>
                  <a:lnTo>
                    <a:pt x="1946650" y="4170651"/>
                  </a:lnTo>
                  <a:lnTo>
                    <a:pt x="1946775" y="4170651"/>
                  </a:lnTo>
                  <a:lnTo>
                    <a:pt x="1946900" y="4170651"/>
                  </a:lnTo>
                  <a:lnTo>
                    <a:pt x="1947025" y="4170651"/>
                  </a:lnTo>
                  <a:lnTo>
                    <a:pt x="1947150" y="4170651"/>
                  </a:lnTo>
                  <a:lnTo>
                    <a:pt x="1947275" y="4170651"/>
                  </a:lnTo>
                  <a:lnTo>
                    <a:pt x="1947401" y="4170651"/>
                  </a:lnTo>
                  <a:lnTo>
                    <a:pt x="1947526" y="4170651"/>
                  </a:lnTo>
                  <a:lnTo>
                    <a:pt x="1947651" y="4170651"/>
                  </a:lnTo>
                  <a:lnTo>
                    <a:pt x="1947776" y="4170651"/>
                  </a:lnTo>
                  <a:lnTo>
                    <a:pt x="1947901" y="4170651"/>
                  </a:lnTo>
                  <a:lnTo>
                    <a:pt x="1948026" y="4170651"/>
                  </a:lnTo>
                  <a:lnTo>
                    <a:pt x="1948151" y="4170651"/>
                  </a:lnTo>
                  <a:lnTo>
                    <a:pt x="1948276" y="4170651"/>
                  </a:lnTo>
                  <a:lnTo>
                    <a:pt x="1948401" y="4170651"/>
                  </a:lnTo>
                  <a:lnTo>
                    <a:pt x="1948526" y="4170651"/>
                  </a:lnTo>
                  <a:lnTo>
                    <a:pt x="1948651" y="4170651"/>
                  </a:lnTo>
                  <a:lnTo>
                    <a:pt x="1948776" y="4170651"/>
                  </a:lnTo>
                  <a:lnTo>
                    <a:pt x="1948901" y="4170651"/>
                  </a:lnTo>
                  <a:lnTo>
                    <a:pt x="1949026" y="4170651"/>
                  </a:lnTo>
                  <a:lnTo>
                    <a:pt x="1949151" y="4170651"/>
                  </a:lnTo>
                  <a:lnTo>
                    <a:pt x="1949276" y="4170651"/>
                  </a:lnTo>
                  <a:lnTo>
                    <a:pt x="1949276" y="4160697"/>
                  </a:lnTo>
                  <a:lnTo>
                    <a:pt x="1949401" y="4160697"/>
                  </a:lnTo>
                  <a:lnTo>
                    <a:pt x="1949526" y="4160697"/>
                  </a:lnTo>
                  <a:lnTo>
                    <a:pt x="1949651" y="4160697"/>
                  </a:lnTo>
                  <a:lnTo>
                    <a:pt x="1949776" y="4160697"/>
                  </a:lnTo>
                  <a:lnTo>
                    <a:pt x="1949901" y="4160697"/>
                  </a:lnTo>
                  <a:lnTo>
                    <a:pt x="1950026" y="4160697"/>
                  </a:lnTo>
                  <a:lnTo>
                    <a:pt x="1950151" y="4160697"/>
                  </a:lnTo>
                  <a:lnTo>
                    <a:pt x="1950276" y="4160697"/>
                  </a:lnTo>
                  <a:lnTo>
                    <a:pt x="1950402" y="4160697"/>
                  </a:lnTo>
                  <a:lnTo>
                    <a:pt x="1950527" y="4160697"/>
                  </a:lnTo>
                  <a:lnTo>
                    <a:pt x="1950652" y="4160697"/>
                  </a:lnTo>
                  <a:lnTo>
                    <a:pt x="1950777" y="4160697"/>
                  </a:lnTo>
                  <a:lnTo>
                    <a:pt x="1950902" y="4160697"/>
                  </a:lnTo>
                  <a:lnTo>
                    <a:pt x="1951027" y="4160697"/>
                  </a:lnTo>
                  <a:lnTo>
                    <a:pt x="1951152" y="4160697"/>
                  </a:lnTo>
                  <a:lnTo>
                    <a:pt x="1951277" y="4160697"/>
                  </a:lnTo>
                  <a:lnTo>
                    <a:pt x="1951402" y="4160697"/>
                  </a:lnTo>
                  <a:lnTo>
                    <a:pt x="1951527" y="4160697"/>
                  </a:lnTo>
                  <a:lnTo>
                    <a:pt x="1951652" y="4160697"/>
                  </a:lnTo>
                  <a:lnTo>
                    <a:pt x="1951777" y="4160697"/>
                  </a:lnTo>
                  <a:lnTo>
                    <a:pt x="1951902" y="4160697"/>
                  </a:lnTo>
                  <a:lnTo>
                    <a:pt x="1952027" y="4160697"/>
                  </a:lnTo>
                  <a:lnTo>
                    <a:pt x="1952152" y="4160697"/>
                  </a:lnTo>
                  <a:lnTo>
                    <a:pt x="1952277" y="4160697"/>
                  </a:lnTo>
                  <a:lnTo>
                    <a:pt x="1952402" y="4160697"/>
                  </a:lnTo>
                  <a:lnTo>
                    <a:pt x="1952527" y="4160697"/>
                  </a:lnTo>
                  <a:lnTo>
                    <a:pt x="1952652" y="4160697"/>
                  </a:lnTo>
                  <a:lnTo>
                    <a:pt x="1952777" y="4160697"/>
                  </a:lnTo>
                  <a:lnTo>
                    <a:pt x="1952902" y="4160697"/>
                  </a:lnTo>
                  <a:lnTo>
                    <a:pt x="1953027" y="4160697"/>
                  </a:lnTo>
                  <a:lnTo>
                    <a:pt x="1953152" y="4160697"/>
                  </a:lnTo>
                  <a:lnTo>
                    <a:pt x="1953277" y="4160697"/>
                  </a:lnTo>
                  <a:lnTo>
                    <a:pt x="1953403" y="4160697"/>
                  </a:lnTo>
                  <a:lnTo>
                    <a:pt x="1953528" y="4160697"/>
                  </a:lnTo>
                  <a:lnTo>
                    <a:pt x="1953653" y="4160697"/>
                  </a:lnTo>
                  <a:lnTo>
                    <a:pt x="1953778" y="4160697"/>
                  </a:lnTo>
                  <a:lnTo>
                    <a:pt x="1953903" y="4160697"/>
                  </a:lnTo>
                  <a:lnTo>
                    <a:pt x="1954028" y="4160697"/>
                  </a:lnTo>
                  <a:lnTo>
                    <a:pt x="1954153" y="4160697"/>
                  </a:lnTo>
                  <a:lnTo>
                    <a:pt x="1954278" y="4160697"/>
                  </a:lnTo>
                  <a:lnTo>
                    <a:pt x="1954403" y="4160697"/>
                  </a:lnTo>
                  <a:lnTo>
                    <a:pt x="1954528" y="4160697"/>
                  </a:lnTo>
                  <a:lnTo>
                    <a:pt x="1954653" y="4160697"/>
                  </a:lnTo>
                  <a:lnTo>
                    <a:pt x="1954778" y="4160697"/>
                  </a:lnTo>
                  <a:lnTo>
                    <a:pt x="1954903" y="4160697"/>
                  </a:lnTo>
                  <a:lnTo>
                    <a:pt x="1955028" y="4160697"/>
                  </a:lnTo>
                  <a:lnTo>
                    <a:pt x="1955153" y="4160697"/>
                  </a:lnTo>
                  <a:lnTo>
                    <a:pt x="1955278" y="4160697"/>
                  </a:lnTo>
                  <a:lnTo>
                    <a:pt x="1955403" y="4160697"/>
                  </a:lnTo>
                  <a:lnTo>
                    <a:pt x="1955528" y="4160697"/>
                  </a:lnTo>
                  <a:lnTo>
                    <a:pt x="1955653" y="4160697"/>
                  </a:lnTo>
                  <a:lnTo>
                    <a:pt x="1955778" y="4160697"/>
                  </a:lnTo>
                  <a:lnTo>
                    <a:pt x="1955903" y="4160697"/>
                  </a:lnTo>
                  <a:lnTo>
                    <a:pt x="1956028" y="4160697"/>
                  </a:lnTo>
                  <a:lnTo>
                    <a:pt x="1956153" y="4160697"/>
                  </a:lnTo>
                  <a:lnTo>
                    <a:pt x="1956278" y="4160697"/>
                  </a:lnTo>
                  <a:lnTo>
                    <a:pt x="1956404" y="4160697"/>
                  </a:lnTo>
                  <a:lnTo>
                    <a:pt x="1956529" y="4160697"/>
                  </a:lnTo>
                  <a:lnTo>
                    <a:pt x="1956654" y="4160697"/>
                  </a:lnTo>
                  <a:lnTo>
                    <a:pt x="1956779" y="4160697"/>
                  </a:lnTo>
                  <a:lnTo>
                    <a:pt x="1956904" y="4160697"/>
                  </a:lnTo>
                  <a:lnTo>
                    <a:pt x="1957029" y="4160697"/>
                  </a:lnTo>
                  <a:lnTo>
                    <a:pt x="1957154" y="4160697"/>
                  </a:lnTo>
                  <a:lnTo>
                    <a:pt x="1957279" y="4160697"/>
                  </a:lnTo>
                  <a:lnTo>
                    <a:pt x="1957404" y="4160697"/>
                  </a:lnTo>
                  <a:lnTo>
                    <a:pt x="1957529" y="4160697"/>
                  </a:lnTo>
                  <a:lnTo>
                    <a:pt x="1957654" y="4160697"/>
                  </a:lnTo>
                  <a:lnTo>
                    <a:pt x="1957779" y="4160697"/>
                  </a:lnTo>
                  <a:lnTo>
                    <a:pt x="1957904" y="4160697"/>
                  </a:lnTo>
                  <a:lnTo>
                    <a:pt x="1958029" y="4160697"/>
                  </a:lnTo>
                  <a:lnTo>
                    <a:pt x="1958154" y="4160697"/>
                  </a:lnTo>
                  <a:lnTo>
                    <a:pt x="1958279" y="4160697"/>
                  </a:lnTo>
                  <a:lnTo>
                    <a:pt x="1958404" y="4160697"/>
                  </a:lnTo>
                  <a:lnTo>
                    <a:pt x="1958529" y="4160697"/>
                  </a:lnTo>
                  <a:lnTo>
                    <a:pt x="1958654" y="4160697"/>
                  </a:lnTo>
                  <a:lnTo>
                    <a:pt x="1958779" y="4160697"/>
                  </a:lnTo>
                  <a:lnTo>
                    <a:pt x="1958904" y="4160697"/>
                  </a:lnTo>
                  <a:lnTo>
                    <a:pt x="1959029" y="4160697"/>
                  </a:lnTo>
                  <a:lnTo>
                    <a:pt x="1959154" y="4160697"/>
                  </a:lnTo>
                  <a:lnTo>
                    <a:pt x="1959279" y="4160697"/>
                  </a:lnTo>
                  <a:lnTo>
                    <a:pt x="1959405" y="4160697"/>
                  </a:lnTo>
                  <a:lnTo>
                    <a:pt x="1959530" y="4160697"/>
                  </a:lnTo>
                  <a:lnTo>
                    <a:pt x="1959655" y="4160697"/>
                  </a:lnTo>
                  <a:lnTo>
                    <a:pt x="1959780" y="4160697"/>
                  </a:lnTo>
                  <a:lnTo>
                    <a:pt x="1959905" y="4160697"/>
                  </a:lnTo>
                  <a:lnTo>
                    <a:pt x="1960030" y="4160697"/>
                  </a:lnTo>
                  <a:lnTo>
                    <a:pt x="1960155" y="4160697"/>
                  </a:lnTo>
                  <a:lnTo>
                    <a:pt x="1960280" y="4160697"/>
                  </a:lnTo>
                  <a:lnTo>
                    <a:pt x="1960405" y="4160697"/>
                  </a:lnTo>
                  <a:lnTo>
                    <a:pt x="1960530" y="4160697"/>
                  </a:lnTo>
                  <a:lnTo>
                    <a:pt x="1960655" y="4160697"/>
                  </a:lnTo>
                  <a:lnTo>
                    <a:pt x="1960780" y="4160697"/>
                  </a:lnTo>
                  <a:lnTo>
                    <a:pt x="1960905" y="4160697"/>
                  </a:lnTo>
                  <a:lnTo>
                    <a:pt x="1961030" y="4160697"/>
                  </a:lnTo>
                  <a:lnTo>
                    <a:pt x="1961155" y="4160697"/>
                  </a:lnTo>
                  <a:lnTo>
                    <a:pt x="1961280" y="4160697"/>
                  </a:lnTo>
                  <a:lnTo>
                    <a:pt x="1961405" y="4160697"/>
                  </a:lnTo>
                  <a:lnTo>
                    <a:pt x="1961530" y="4160697"/>
                  </a:lnTo>
                  <a:lnTo>
                    <a:pt x="1961655" y="4160697"/>
                  </a:lnTo>
                  <a:lnTo>
                    <a:pt x="1961780" y="4160697"/>
                  </a:lnTo>
                  <a:lnTo>
                    <a:pt x="1961905" y="4160697"/>
                  </a:lnTo>
                  <a:lnTo>
                    <a:pt x="1962030" y="4160697"/>
                  </a:lnTo>
                  <a:lnTo>
                    <a:pt x="1962155" y="4160697"/>
                  </a:lnTo>
                  <a:lnTo>
                    <a:pt x="1962280" y="4160697"/>
                  </a:lnTo>
                  <a:lnTo>
                    <a:pt x="1962406" y="4160697"/>
                  </a:lnTo>
                  <a:lnTo>
                    <a:pt x="1962531" y="4160697"/>
                  </a:lnTo>
                  <a:lnTo>
                    <a:pt x="1962656" y="4160697"/>
                  </a:lnTo>
                  <a:lnTo>
                    <a:pt x="1962781" y="4160697"/>
                  </a:lnTo>
                  <a:lnTo>
                    <a:pt x="1962906" y="4160697"/>
                  </a:lnTo>
                  <a:lnTo>
                    <a:pt x="1963031" y="4160697"/>
                  </a:lnTo>
                  <a:lnTo>
                    <a:pt x="1963156" y="4160697"/>
                  </a:lnTo>
                  <a:lnTo>
                    <a:pt x="1963281" y="4160697"/>
                  </a:lnTo>
                  <a:lnTo>
                    <a:pt x="1963406" y="4160697"/>
                  </a:lnTo>
                  <a:lnTo>
                    <a:pt x="1963531" y="4160697"/>
                  </a:lnTo>
                  <a:lnTo>
                    <a:pt x="1963656" y="4160697"/>
                  </a:lnTo>
                  <a:lnTo>
                    <a:pt x="1963781" y="4160697"/>
                  </a:lnTo>
                  <a:lnTo>
                    <a:pt x="1963906" y="4160697"/>
                  </a:lnTo>
                  <a:lnTo>
                    <a:pt x="1964031" y="4160697"/>
                  </a:lnTo>
                  <a:lnTo>
                    <a:pt x="1964031" y="4150744"/>
                  </a:lnTo>
                  <a:lnTo>
                    <a:pt x="1964156" y="4150744"/>
                  </a:lnTo>
                  <a:lnTo>
                    <a:pt x="1964281" y="4150744"/>
                  </a:lnTo>
                  <a:lnTo>
                    <a:pt x="1964406" y="4150744"/>
                  </a:lnTo>
                  <a:lnTo>
                    <a:pt x="1964531" y="4150744"/>
                  </a:lnTo>
                  <a:lnTo>
                    <a:pt x="1964656" y="4150744"/>
                  </a:lnTo>
                  <a:lnTo>
                    <a:pt x="1964781" y="4150744"/>
                  </a:lnTo>
                  <a:lnTo>
                    <a:pt x="1964906" y="4150744"/>
                  </a:lnTo>
                  <a:lnTo>
                    <a:pt x="1965031" y="4150744"/>
                  </a:lnTo>
                  <a:lnTo>
                    <a:pt x="1965156" y="4150744"/>
                  </a:lnTo>
                  <a:lnTo>
                    <a:pt x="1965281" y="4150744"/>
                  </a:lnTo>
                  <a:lnTo>
                    <a:pt x="1965407" y="4150744"/>
                  </a:lnTo>
                  <a:lnTo>
                    <a:pt x="1965532" y="4150744"/>
                  </a:lnTo>
                  <a:lnTo>
                    <a:pt x="1965657" y="4150744"/>
                  </a:lnTo>
                  <a:lnTo>
                    <a:pt x="1965782" y="4150744"/>
                  </a:lnTo>
                  <a:lnTo>
                    <a:pt x="1965907" y="4150744"/>
                  </a:lnTo>
                  <a:lnTo>
                    <a:pt x="1966032" y="4150744"/>
                  </a:lnTo>
                  <a:lnTo>
                    <a:pt x="1966157" y="4150744"/>
                  </a:lnTo>
                  <a:lnTo>
                    <a:pt x="1966282" y="4150744"/>
                  </a:lnTo>
                  <a:lnTo>
                    <a:pt x="1966407" y="4150744"/>
                  </a:lnTo>
                  <a:lnTo>
                    <a:pt x="1966532" y="4150744"/>
                  </a:lnTo>
                  <a:lnTo>
                    <a:pt x="1966657" y="4150744"/>
                  </a:lnTo>
                  <a:lnTo>
                    <a:pt x="1966782" y="4150744"/>
                  </a:lnTo>
                  <a:lnTo>
                    <a:pt x="1966907" y="4150744"/>
                  </a:lnTo>
                  <a:lnTo>
                    <a:pt x="1967032" y="4150744"/>
                  </a:lnTo>
                  <a:lnTo>
                    <a:pt x="1967157" y="4150744"/>
                  </a:lnTo>
                  <a:lnTo>
                    <a:pt x="1967282" y="4150744"/>
                  </a:lnTo>
                  <a:lnTo>
                    <a:pt x="1967407" y="4150744"/>
                  </a:lnTo>
                  <a:lnTo>
                    <a:pt x="1967532" y="4150744"/>
                  </a:lnTo>
                  <a:lnTo>
                    <a:pt x="1967657" y="4150744"/>
                  </a:lnTo>
                  <a:lnTo>
                    <a:pt x="1967782" y="4150744"/>
                  </a:lnTo>
                  <a:lnTo>
                    <a:pt x="1967907" y="4150744"/>
                  </a:lnTo>
                  <a:lnTo>
                    <a:pt x="1968032" y="4150744"/>
                  </a:lnTo>
                  <a:lnTo>
                    <a:pt x="1968157" y="4150744"/>
                  </a:lnTo>
                  <a:lnTo>
                    <a:pt x="1968157" y="4140790"/>
                  </a:lnTo>
                  <a:lnTo>
                    <a:pt x="1968282" y="4140790"/>
                  </a:lnTo>
                  <a:lnTo>
                    <a:pt x="1968408" y="4140790"/>
                  </a:lnTo>
                  <a:lnTo>
                    <a:pt x="1968533" y="4140790"/>
                  </a:lnTo>
                  <a:lnTo>
                    <a:pt x="1968658" y="4140790"/>
                  </a:lnTo>
                  <a:lnTo>
                    <a:pt x="1968783" y="4140790"/>
                  </a:lnTo>
                  <a:lnTo>
                    <a:pt x="1968908" y="4140790"/>
                  </a:lnTo>
                  <a:lnTo>
                    <a:pt x="1969033" y="4140790"/>
                  </a:lnTo>
                  <a:lnTo>
                    <a:pt x="1969158" y="4140790"/>
                  </a:lnTo>
                  <a:lnTo>
                    <a:pt x="1969283" y="4140790"/>
                  </a:lnTo>
                  <a:lnTo>
                    <a:pt x="1969408" y="4140790"/>
                  </a:lnTo>
                  <a:lnTo>
                    <a:pt x="1969533" y="4140790"/>
                  </a:lnTo>
                  <a:lnTo>
                    <a:pt x="1969658" y="4140790"/>
                  </a:lnTo>
                  <a:lnTo>
                    <a:pt x="1969783" y="4140790"/>
                  </a:lnTo>
                  <a:lnTo>
                    <a:pt x="1969783" y="4130836"/>
                  </a:lnTo>
                  <a:lnTo>
                    <a:pt x="1969908" y="4130836"/>
                  </a:lnTo>
                  <a:lnTo>
                    <a:pt x="1970033" y="4130836"/>
                  </a:lnTo>
                  <a:lnTo>
                    <a:pt x="1970158" y="4130836"/>
                  </a:lnTo>
                  <a:lnTo>
                    <a:pt x="1970283" y="4130836"/>
                  </a:lnTo>
                  <a:lnTo>
                    <a:pt x="1970408" y="4130836"/>
                  </a:lnTo>
                  <a:lnTo>
                    <a:pt x="1970533" y="4130836"/>
                  </a:lnTo>
                  <a:lnTo>
                    <a:pt x="1970658" y="4130836"/>
                  </a:lnTo>
                  <a:lnTo>
                    <a:pt x="1970783" y="4130836"/>
                  </a:lnTo>
                  <a:lnTo>
                    <a:pt x="1970908" y="4130836"/>
                  </a:lnTo>
                  <a:lnTo>
                    <a:pt x="1971033" y="4130836"/>
                  </a:lnTo>
                  <a:lnTo>
                    <a:pt x="1971158" y="4130836"/>
                  </a:lnTo>
                  <a:lnTo>
                    <a:pt x="1971283" y="4130836"/>
                  </a:lnTo>
                  <a:lnTo>
                    <a:pt x="1971409" y="4130836"/>
                  </a:lnTo>
                  <a:lnTo>
                    <a:pt x="1971534" y="4130836"/>
                  </a:lnTo>
                  <a:lnTo>
                    <a:pt x="1971659" y="4130836"/>
                  </a:lnTo>
                  <a:lnTo>
                    <a:pt x="1971784" y="4130836"/>
                  </a:lnTo>
                  <a:lnTo>
                    <a:pt x="1971909" y="4130836"/>
                  </a:lnTo>
                  <a:lnTo>
                    <a:pt x="1972034" y="4130836"/>
                  </a:lnTo>
                  <a:lnTo>
                    <a:pt x="1972159" y="4130836"/>
                  </a:lnTo>
                  <a:lnTo>
                    <a:pt x="1972284" y="4130836"/>
                  </a:lnTo>
                  <a:lnTo>
                    <a:pt x="1972409" y="4130836"/>
                  </a:lnTo>
                  <a:lnTo>
                    <a:pt x="1972534" y="4130836"/>
                  </a:lnTo>
                  <a:lnTo>
                    <a:pt x="1972659" y="4130836"/>
                  </a:lnTo>
                  <a:lnTo>
                    <a:pt x="1972784" y="4130836"/>
                  </a:lnTo>
                  <a:lnTo>
                    <a:pt x="1972909" y="4130836"/>
                  </a:lnTo>
                  <a:lnTo>
                    <a:pt x="1973034" y="4130836"/>
                  </a:lnTo>
                  <a:lnTo>
                    <a:pt x="1973159" y="4130836"/>
                  </a:lnTo>
                  <a:lnTo>
                    <a:pt x="1973284" y="4130836"/>
                  </a:lnTo>
                  <a:lnTo>
                    <a:pt x="1973409" y="4130836"/>
                  </a:lnTo>
                  <a:lnTo>
                    <a:pt x="1973534" y="4130836"/>
                  </a:lnTo>
                  <a:lnTo>
                    <a:pt x="1973659" y="4130836"/>
                  </a:lnTo>
                  <a:lnTo>
                    <a:pt x="1973784" y="4130836"/>
                  </a:lnTo>
                  <a:lnTo>
                    <a:pt x="1973909" y="4130836"/>
                  </a:lnTo>
                  <a:lnTo>
                    <a:pt x="1974034" y="4130836"/>
                  </a:lnTo>
                  <a:lnTo>
                    <a:pt x="1974159" y="4130836"/>
                  </a:lnTo>
                  <a:lnTo>
                    <a:pt x="1974284" y="4130836"/>
                  </a:lnTo>
                  <a:lnTo>
                    <a:pt x="1974410" y="4130836"/>
                  </a:lnTo>
                  <a:lnTo>
                    <a:pt x="1974535" y="4130836"/>
                  </a:lnTo>
                  <a:lnTo>
                    <a:pt x="1974660" y="4130836"/>
                  </a:lnTo>
                  <a:lnTo>
                    <a:pt x="1974785" y="4130836"/>
                  </a:lnTo>
                  <a:lnTo>
                    <a:pt x="1974910" y="4130836"/>
                  </a:lnTo>
                  <a:lnTo>
                    <a:pt x="1975035" y="4130836"/>
                  </a:lnTo>
                  <a:lnTo>
                    <a:pt x="1975160" y="4130836"/>
                  </a:lnTo>
                  <a:lnTo>
                    <a:pt x="1975285" y="4130836"/>
                  </a:lnTo>
                  <a:lnTo>
                    <a:pt x="1975410" y="4130836"/>
                  </a:lnTo>
                  <a:lnTo>
                    <a:pt x="1975535" y="4130836"/>
                  </a:lnTo>
                  <a:lnTo>
                    <a:pt x="1975660" y="4130836"/>
                  </a:lnTo>
                  <a:lnTo>
                    <a:pt x="1975785" y="4130836"/>
                  </a:lnTo>
                  <a:lnTo>
                    <a:pt x="1975910" y="4130836"/>
                  </a:lnTo>
                  <a:lnTo>
                    <a:pt x="1976035" y="4130836"/>
                  </a:lnTo>
                  <a:lnTo>
                    <a:pt x="1976160" y="4130836"/>
                  </a:lnTo>
                  <a:lnTo>
                    <a:pt x="1976285" y="4130836"/>
                  </a:lnTo>
                  <a:lnTo>
                    <a:pt x="1976410" y="4130836"/>
                  </a:lnTo>
                  <a:lnTo>
                    <a:pt x="1976535" y="4130836"/>
                  </a:lnTo>
                  <a:lnTo>
                    <a:pt x="1976660" y="4130836"/>
                  </a:lnTo>
                  <a:lnTo>
                    <a:pt x="1976785" y="4130836"/>
                  </a:lnTo>
                  <a:lnTo>
                    <a:pt x="1976910" y="4130836"/>
                  </a:lnTo>
                  <a:lnTo>
                    <a:pt x="1977035" y="4130836"/>
                  </a:lnTo>
                  <a:lnTo>
                    <a:pt x="1977160" y="4130836"/>
                  </a:lnTo>
                  <a:lnTo>
                    <a:pt x="1977285" y="4130836"/>
                  </a:lnTo>
                  <a:lnTo>
                    <a:pt x="1977411" y="4130836"/>
                  </a:lnTo>
                  <a:lnTo>
                    <a:pt x="1977536" y="4130836"/>
                  </a:lnTo>
                  <a:lnTo>
                    <a:pt x="1977661" y="4130836"/>
                  </a:lnTo>
                  <a:lnTo>
                    <a:pt x="1977786" y="4130836"/>
                  </a:lnTo>
                  <a:lnTo>
                    <a:pt x="1977911" y="4130836"/>
                  </a:lnTo>
                  <a:lnTo>
                    <a:pt x="1978036" y="4130836"/>
                  </a:lnTo>
                  <a:lnTo>
                    <a:pt x="1978161" y="4130836"/>
                  </a:lnTo>
                  <a:lnTo>
                    <a:pt x="1978286" y="4130836"/>
                  </a:lnTo>
                  <a:lnTo>
                    <a:pt x="1978411" y="4130836"/>
                  </a:lnTo>
                  <a:lnTo>
                    <a:pt x="1978536" y="4130836"/>
                  </a:lnTo>
                  <a:lnTo>
                    <a:pt x="1978661" y="4130836"/>
                  </a:lnTo>
                  <a:lnTo>
                    <a:pt x="1978786" y="4130836"/>
                  </a:lnTo>
                  <a:lnTo>
                    <a:pt x="1978911" y="4130836"/>
                  </a:lnTo>
                  <a:lnTo>
                    <a:pt x="1979036" y="4130836"/>
                  </a:lnTo>
                  <a:lnTo>
                    <a:pt x="1979161" y="4130836"/>
                  </a:lnTo>
                  <a:lnTo>
                    <a:pt x="1979286" y="4130836"/>
                  </a:lnTo>
                  <a:lnTo>
                    <a:pt x="1979411" y="4130836"/>
                  </a:lnTo>
                  <a:lnTo>
                    <a:pt x="1979536" y="4130836"/>
                  </a:lnTo>
                  <a:lnTo>
                    <a:pt x="1979661" y="4130836"/>
                  </a:lnTo>
                  <a:lnTo>
                    <a:pt x="1979786" y="4130836"/>
                  </a:lnTo>
                  <a:lnTo>
                    <a:pt x="1979911" y="4130836"/>
                  </a:lnTo>
                  <a:lnTo>
                    <a:pt x="1980036" y="4130836"/>
                  </a:lnTo>
                  <a:lnTo>
                    <a:pt x="1980161" y="4130836"/>
                  </a:lnTo>
                  <a:lnTo>
                    <a:pt x="1980287" y="4130836"/>
                  </a:lnTo>
                  <a:lnTo>
                    <a:pt x="1980412" y="4130836"/>
                  </a:lnTo>
                  <a:lnTo>
                    <a:pt x="1980537" y="4130836"/>
                  </a:lnTo>
                  <a:lnTo>
                    <a:pt x="1980662" y="4130836"/>
                  </a:lnTo>
                  <a:lnTo>
                    <a:pt x="1980787" y="4130836"/>
                  </a:lnTo>
                  <a:lnTo>
                    <a:pt x="1980912" y="4130836"/>
                  </a:lnTo>
                  <a:lnTo>
                    <a:pt x="1981037" y="4130836"/>
                  </a:lnTo>
                  <a:lnTo>
                    <a:pt x="1981162" y="4130836"/>
                  </a:lnTo>
                  <a:lnTo>
                    <a:pt x="1981287" y="4130836"/>
                  </a:lnTo>
                  <a:lnTo>
                    <a:pt x="1981412" y="4130836"/>
                  </a:lnTo>
                  <a:lnTo>
                    <a:pt x="1981537" y="4130836"/>
                  </a:lnTo>
                  <a:lnTo>
                    <a:pt x="1981662" y="4130836"/>
                  </a:lnTo>
                  <a:lnTo>
                    <a:pt x="1981787" y="4130836"/>
                  </a:lnTo>
                  <a:lnTo>
                    <a:pt x="1981912" y="4130836"/>
                  </a:lnTo>
                  <a:lnTo>
                    <a:pt x="1982037" y="4130836"/>
                  </a:lnTo>
                  <a:lnTo>
                    <a:pt x="1982162" y="4130836"/>
                  </a:lnTo>
                  <a:lnTo>
                    <a:pt x="1982287" y="4130836"/>
                  </a:lnTo>
                  <a:lnTo>
                    <a:pt x="1982412" y="4130836"/>
                  </a:lnTo>
                  <a:lnTo>
                    <a:pt x="1982537" y="4130836"/>
                  </a:lnTo>
                  <a:lnTo>
                    <a:pt x="1982662" y="4130836"/>
                  </a:lnTo>
                  <a:lnTo>
                    <a:pt x="1982787" y="4130836"/>
                  </a:lnTo>
                  <a:lnTo>
                    <a:pt x="1982912" y="4130836"/>
                  </a:lnTo>
                  <a:lnTo>
                    <a:pt x="1983037" y="4130836"/>
                  </a:lnTo>
                  <a:lnTo>
                    <a:pt x="1983162" y="4130836"/>
                  </a:lnTo>
                  <a:lnTo>
                    <a:pt x="1983288" y="4130836"/>
                  </a:lnTo>
                  <a:lnTo>
                    <a:pt x="1983413" y="4130836"/>
                  </a:lnTo>
                  <a:lnTo>
                    <a:pt x="1983538" y="4130836"/>
                  </a:lnTo>
                  <a:lnTo>
                    <a:pt x="1983663" y="4130836"/>
                  </a:lnTo>
                  <a:lnTo>
                    <a:pt x="1983788" y="4130836"/>
                  </a:lnTo>
                  <a:lnTo>
                    <a:pt x="1983913" y="4130836"/>
                  </a:lnTo>
                  <a:lnTo>
                    <a:pt x="1984038" y="4130836"/>
                  </a:lnTo>
                  <a:lnTo>
                    <a:pt x="1984163" y="4130836"/>
                  </a:lnTo>
                  <a:lnTo>
                    <a:pt x="1984288" y="4130836"/>
                  </a:lnTo>
                  <a:lnTo>
                    <a:pt x="1984413" y="4130836"/>
                  </a:lnTo>
                  <a:lnTo>
                    <a:pt x="1984538" y="4130836"/>
                  </a:lnTo>
                  <a:lnTo>
                    <a:pt x="1984663" y="4130836"/>
                  </a:lnTo>
                  <a:lnTo>
                    <a:pt x="1984788" y="4130836"/>
                  </a:lnTo>
                  <a:lnTo>
                    <a:pt x="1984913" y="4130836"/>
                  </a:lnTo>
                  <a:lnTo>
                    <a:pt x="1985038" y="4130836"/>
                  </a:lnTo>
                  <a:lnTo>
                    <a:pt x="1985163" y="4130836"/>
                  </a:lnTo>
                  <a:lnTo>
                    <a:pt x="1985288" y="4130836"/>
                  </a:lnTo>
                  <a:lnTo>
                    <a:pt x="1985413" y="4130836"/>
                  </a:lnTo>
                  <a:lnTo>
                    <a:pt x="1985538" y="4130836"/>
                  </a:lnTo>
                  <a:lnTo>
                    <a:pt x="1985663" y="4130836"/>
                  </a:lnTo>
                  <a:lnTo>
                    <a:pt x="1985788" y="4130836"/>
                  </a:lnTo>
                  <a:lnTo>
                    <a:pt x="1985913" y="4130836"/>
                  </a:lnTo>
                  <a:lnTo>
                    <a:pt x="1986038" y="4130836"/>
                  </a:lnTo>
                  <a:lnTo>
                    <a:pt x="1986163" y="4130836"/>
                  </a:lnTo>
                  <a:lnTo>
                    <a:pt x="1986289" y="4130836"/>
                  </a:lnTo>
                  <a:lnTo>
                    <a:pt x="1986414" y="4130836"/>
                  </a:lnTo>
                  <a:lnTo>
                    <a:pt x="1986539" y="4130836"/>
                  </a:lnTo>
                  <a:lnTo>
                    <a:pt x="1986664" y="4130836"/>
                  </a:lnTo>
                  <a:lnTo>
                    <a:pt x="1986789" y="4130836"/>
                  </a:lnTo>
                  <a:lnTo>
                    <a:pt x="1986914" y="4130836"/>
                  </a:lnTo>
                  <a:lnTo>
                    <a:pt x="1987039" y="4130836"/>
                  </a:lnTo>
                  <a:lnTo>
                    <a:pt x="1987164" y="4130836"/>
                  </a:lnTo>
                  <a:lnTo>
                    <a:pt x="1987289" y="4130836"/>
                  </a:lnTo>
                  <a:lnTo>
                    <a:pt x="1987414" y="4130836"/>
                  </a:lnTo>
                  <a:lnTo>
                    <a:pt x="1987539" y="4130836"/>
                  </a:lnTo>
                  <a:lnTo>
                    <a:pt x="1987664" y="4130836"/>
                  </a:lnTo>
                  <a:lnTo>
                    <a:pt x="1987789" y="4130836"/>
                  </a:lnTo>
                  <a:lnTo>
                    <a:pt x="1987914" y="4130836"/>
                  </a:lnTo>
                  <a:lnTo>
                    <a:pt x="1988039" y="4130836"/>
                  </a:lnTo>
                  <a:lnTo>
                    <a:pt x="1988164" y="4130836"/>
                  </a:lnTo>
                  <a:lnTo>
                    <a:pt x="1988289" y="4130836"/>
                  </a:lnTo>
                  <a:lnTo>
                    <a:pt x="1988414" y="4130836"/>
                  </a:lnTo>
                  <a:lnTo>
                    <a:pt x="1988539" y="4130836"/>
                  </a:lnTo>
                  <a:lnTo>
                    <a:pt x="1988664" y="4130836"/>
                  </a:lnTo>
                  <a:lnTo>
                    <a:pt x="1988789" y="4130836"/>
                  </a:lnTo>
                  <a:lnTo>
                    <a:pt x="1988914" y="4130836"/>
                  </a:lnTo>
                  <a:lnTo>
                    <a:pt x="1989039" y="4130836"/>
                  </a:lnTo>
                  <a:lnTo>
                    <a:pt x="1989164" y="4130836"/>
                  </a:lnTo>
                  <a:lnTo>
                    <a:pt x="1989290" y="4130836"/>
                  </a:lnTo>
                  <a:lnTo>
                    <a:pt x="1989415" y="4130836"/>
                  </a:lnTo>
                  <a:lnTo>
                    <a:pt x="1989540" y="4130836"/>
                  </a:lnTo>
                  <a:lnTo>
                    <a:pt x="1989665" y="4130836"/>
                  </a:lnTo>
                  <a:lnTo>
                    <a:pt x="1989790" y="4130836"/>
                  </a:lnTo>
                  <a:lnTo>
                    <a:pt x="1989915" y="4130836"/>
                  </a:lnTo>
                  <a:lnTo>
                    <a:pt x="1990040" y="4130836"/>
                  </a:lnTo>
                  <a:lnTo>
                    <a:pt x="1990165" y="4130836"/>
                  </a:lnTo>
                  <a:lnTo>
                    <a:pt x="1990290" y="4130836"/>
                  </a:lnTo>
                  <a:lnTo>
                    <a:pt x="1990415" y="4130836"/>
                  </a:lnTo>
                  <a:lnTo>
                    <a:pt x="1990540" y="4130836"/>
                  </a:lnTo>
                  <a:lnTo>
                    <a:pt x="1990665" y="4130836"/>
                  </a:lnTo>
                  <a:lnTo>
                    <a:pt x="1990790" y="4130836"/>
                  </a:lnTo>
                  <a:lnTo>
                    <a:pt x="1990915" y="4130836"/>
                  </a:lnTo>
                  <a:lnTo>
                    <a:pt x="1991040" y="4130836"/>
                  </a:lnTo>
                  <a:lnTo>
                    <a:pt x="1991165" y="4130836"/>
                  </a:lnTo>
                  <a:lnTo>
                    <a:pt x="1991290" y="4130836"/>
                  </a:lnTo>
                  <a:lnTo>
                    <a:pt x="1991415" y="4130836"/>
                  </a:lnTo>
                  <a:lnTo>
                    <a:pt x="1991540" y="4130836"/>
                  </a:lnTo>
                  <a:lnTo>
                    <a:pt x="1991665" y="4130836"/>
                  </a:lnTo>
                  <a:lnTo>
                    <a:pt x="1991790" y="4130836"/>
                  </a:lnTo>
                  <a:lnTo>
                    <a:pt x="1991915" y="4130836"/>
                  </a:lnTo>
                  <a:lnTo>
                    <a:pt x="1992040" y="4130836"/>
                  </a:lnTo>
                  <a:lnTo>
                    <a:pt x="1992165" y="4130836"/>
                  </a:lnTo>
                  <a:lnTo>
                    <a:pt x="1992165" y="4120882"/>
                  </a:lnTo>
                  <a:lnTo>
                    <a:pt x="1992291" y="4120882"/>
                  </a:lnTo>
                  <a:lnTo>
                    <a:pt x="1992416" y="4120882"/>
                  </a:lnTo>
                  <a:lnTo>
                    <a:pt x="1992541" y="4120882"/>
                  </a:lnTo>
                  <a:lnTo>
                    <a:pt x="1992666" y="4120882"/>
                  </a:lnTo>
                  <a:lnTo>
                    <a:pt x="1992791" y="4120882"/>
                  </a:lnTo>
                  <a:lnTo>
                    <a:pt x="1992916" y="4120882"/>
                  </a:lnTo>
                  <a:lnTo>
                    <a:pt x="1993041" y="4120882"/>
                  </a:lnTo>
                  <a:lnTo>
                    <a:pt x="1993166" y="4120882"/>
                  </a:lnTo>
                  <a:lnTo>
                    <a:pt x="1993291" y="4120882"/>
                  </a:lnTo>
                  <a:lnTo>
                    <a:pt x="1993416" y="4120882"/>
                  </a:lnTo>
                  <a:lnTo>
                    <a:pt x="1993541" y="4120882"/>
                  </a:lnTo>
                  <a:lnTo>
                    <a:pt x="1993666" y="4120882"/>
                  </a:lnTo>
                  <a:lnTo>
                    <a:pt x="1993666" y="4110928"/>
                  </a:lnTo>
                  <a:lnTo>
                    <a:pt x="1993791" y="4110928"/>
                  </a:lnTo>
                  <a:lnTo>
                    <a:pt x="1993916" y="4110928"/>
                  </a:lnTo>
                  <a:lnTo>
                    <a:pt x="1994041" y="4110928"/>
                  </a:lnTo>
                  <a:lnTo>
                    <a:pt x="1994166" y="4110928"/>
                  </a:lnTo>
                  <a:lnTo>
                    <a:pt x="1994291" y="4110928"/>
                  </a:lnTo>
                  <a:lnTo>
                    <a:pt x="1994416" y="4110928"/>
                  </a:lnTo>
                  <a:lnTo>
                    <a:pt x="1994541" y="4110928"/>
                  </a:lnTo>
                  <a:lnTo>
                    <a:pt x="1994666" y="4110928"/>
                  </a:lnTo>
                  <a:lnTo>
                    <a:pt x="1994791" y="4110928"/>
                  </a:lnTo>
                  <a:lnTo>
                    <a:pt x="1994916" y="4110928"/>
                  </a:lnTo>
                  <a:lnTo>
                    <a:pt x="1995041" y="4110928"/>
                  </a:lnTo>
                  <a:lnTo>
                    <a:pt x="1995166" y="4110928"/>
                  </a:lnTo>
                  <a:lnTo>
                    <a:pt x="1995292" y="4110928"/>
                  </a:lnTo>
                  <a:lnTo>
                    <a:pt x="1995417" y="4110928"/>
                  </a:lnTo>
                  <a:lnTo>
                    <a:pt x="1995542" y="4110928"/>
                  </a:lnTo>
                  <a:lnTo>
                    <a:pt x="1995667" y="4110928"/>
                  </a:lnTo>
                  <a:lnTo>
                    <a:pt x="1995792" y="4110928"/>
                  </a:lnTo>
                  <a:lnTo>
                    <a:pt x="1995792" y="4100974"/>
                  </a:lnTo>
                  <a:lnTo>
                    <a:pt x="1995917" y="4100974"/>
                  </a:lnTo>
                  <a:lnTo>
                    <a:pt x="1996042" y="4100974"/>
                  </a:lnTo>
                  <a:lnTo>
                    <a:pt x="1996167" y="4100974"/>
                  </a:lnTo>
                  <a:lnTo>
                    <a:pt x="1996292" y="4100974"/>
                  </a:lnTo>
                  <a:lnTo>
                    <a:pt x="1996417" y="4100974"/>
                  </a:lnTo>
                  <a:lnTo>
                    <a:pt x="1996542" y="4100974"/>
                  </a:lnTo>
                  <a:lnTo>
                    <a:pt x="1996542" y="4091021"/>
                  </a:lnTo>
                  <a:lnTo>
                    <a:pt x="1996667" y="4091021"/>
                  </a:lnTo>
                  <a:lnTo>
                    <a:pt x="1996792" y="4091021"/>
                  </a:lnTo>
                  <a:lnTo>
                    <a:pt x="1996917" y="4091021"/>
                  </a:lnTo>
                  <a:lnTo>
                    <a:pt x="1997042" y="4091021"/>
                  </a:lnTo>
                  <a:lnTo>
                    <a:pt x="1997167" y="4091021"/>
                  </a:lnTo>
                  <a:lnTo>
                    <a:pt x="1997292" y="4091021"/>
                  </a:lnTo>
                  <a:lnTo>
                    <a:pt x="1997417" y="4091021"/>
                  </a:lnTo>
                  <a:lnTo>
                    <a:pt x="1997542" y="4091021"/>
                  </a:lnTo>
                  <a:lnTo>
                    <a:pt x="1997667" y="4091021"/>
                  </a:lnTo>
                  <a:lnTo>
                    <a:pt x="1997792" y="4091021"/>
                  </a:lnTo>
                  <a:lnTo>
                    <a:pt x="1997917" y="4091021"/>
                  </a:lnTo>
                  <a:lnTo>
                    <a:pt x="1998042" y="4091021"/>
                  </a:lnTo>
                  <a:lnTo>
                    <a:pt x="1998167" y="4091021"/>
                  </a:lnTo>
                  <a:lnTo>
                    <a:pt x="1998293" y="4091021"/>
                  </a:lnTo>
                  <a:lnTo>
                    <a:pt x="1998418" y="4091021"/>
                  </a:lnTo>
                  <a:lnTo>
                    <a:pt x="1998543" y="4091021"/>
                  </a:lnTo>
                  <a:lnTo>
                    <a:pt x="1998668" y="4091021"/>
                  </a:lnTo>
                  <a:lnTo>
                    <a:pt x="1998793" y="4091021"/>
                  </a:lnTo>
                  <a:lnTo>
                    <a:pt x="1998918" y="4091021"/>
                  </a:lnTo>
                  <a:lnTo>
                    <a:pt x="1999043" y="4091021"/>
                  </a:lnTo>
                  <a:lnTo>
                    <a:pt x="1999043" y="4081067"/>
                  </a:lnTo>
                  <a:lnTo>
                    <a:pt x="1999168" y="4081067"/>
                  </a:lnTo>
                  <a:lnTo>
                    <a:pt x="1999293" y="4081067"/>
                  </a:lnTo>
                  <a:lnTo>
                    <a:pt x="1999418" y="4081067"/>
                  </a:lnTo>
                  <a:lnTo>
                    <a:pt x="1999543" y="4081067"/>
                  </a:lnTo>
                  <a:lnTo>
                    <a:pt x="1999668" y="4081067"/>
                  </a:lnTo>
                  <a:lnTo>
                    <a:pt x="1999793" y="4081067"/>
                  </a:lnTo>
                  <a:lnTo>
                    <a:pt x="1999918" y="4081067"/>
                  </a:lnTo>
                  <a:lnTo>
                    <a:pt x="2000043" y="4081067"/>
                  </a:lnTo>
                  <a:lnTo>
                    <a:pt x="2000168" y="4081067"/>
                  </a:lnTo>
                  <a:lnTo>
                    <a:pt x="2000293" y="4081067"/>
                  </a:lnTo>
                  <a:lnTo>
                    <a:pt x="2000418" y="4081067"/>
                  </a:lnTo>
                  <a:lnTo>
                    <a:pt x="2000543" y="4081067"/>
                  </a:lnTo>
                  <a:lnTo>
                    <a:pt x="2000668" y="4081067"/>
                  </a:lnTo>
                  <a:lnTo>
                    <a:pt x="2000793" y="4081067"/>
                  </a:lnTo>
                  <a:lnTo>
                    <a:pt x="2000918" y="4081067"/>
                  </a:lnTo>
                  <a:lnTo>
                    <a:pt x="2001043" y="4081067"/>
                  </a:lnTo>
                  <a:lnTo>
                    <a:pt x="2001168" y="4081067"/>
                  </a:lnTo>
                  <a:lnTo>
                    <a:pt x="2001294" y="4081067"/>
                  </a:lnTo>
                  <a:lnTo>
                    <a:pt x="2001419" y="4081067"/>
                  </a:lnTo>
                  <a:lnTo>
                    <a:pt x="2001544" y="4081067"/>
                  </a:lnTo>
                  <a:lnTo>
                    <a:pt x="2001669" y="4081067"/>
                  </a:lnTo>
                  <a:lnTo>
                    <a:pt x="2001794" y="4081067"/>
                  </a:lnTo>
                  <a:lnTo>
                    <a:pt x="2001919" y="4081067"/>
                  </a:lnTo>
                  <a:lnTo>
                    <a:pt x="2002044" y="4081067"/>
                  </a:lnTo>
                  <a:lnTo>
                    <a:pt x="2002169" y="4081067"/>
                  </a:lnTo>
                  <a:lnTo>
                    <a:pt x="2002294" y="4081067"/>
                  </a:lnTo>
                  <a:lnTo>
                    <a:pt x="2002419" y="4081067"/>
                  </a:lnTo>
                  <a:lnTo>
                    <a:pt x="2002544" y="4081067"/>
                  </a:lnTo>
                  <a:lnTo>
                    <a:pt x="2002669" y="4081067"/>
                  </a:lnTo>
                  <a:lnTo>
                    <a:pt x="2002794" y="4081067"/>
                  </a:lnTo>
                  <a:lnTo>
                    <a:pt x="2002919" y="4081067"/>
                  </a:lnTo>
                  <a:lnTo>
                    <a:pt x="2003044" y="4081067"/>
                  </a:lnTo>
                  <a:lnTo>
                    <a:pt x="2003169" y="4081067"/>
                  </a:lnTo>
                  <a:lnTo>
                    <a:pt x="2003294" y="4081067"/>
                  </a:lnTo>
                  <a:lnTo>
                    <a:pt x="2003419" y="4081067"/>
                  </a:lnTo>
                  <a:lnTo>
                    <a:pt x="2003544" y="4081067"/>
                  </a:lnTo>
                  <a:lnTo>
                    <a:pt x="2003669" y="4081067"/>
                  </a:lnTo>
                  <a:lnTo>
                    <a:pt x="2003794" y="4081067"/>
                  </a:lnTo>
                  <a:lnTo>
                    <a:pt x="2003919" y="4081067"/>
                  </a:lnTo>
                  <a:lnTo>
                    <a:pt x="2004044" y="4081067"/>
                  </a:lnTo>
                  <a:lnTo>
                    <a:pt x="2004169" y="4081067"/>
                  </a:lnTo>
                  <a:lnTo>
                    <a:pt x="2004295" y="4081067"/>
                  </a:lnTo>
                  <a:lnTo>
                    <a:pt x="2004420" y="4081067"/>
                  </a:lnTo>
                  <a:lnTo>
                    <a:pt x="2004545" y="4081067"/>
                  </a:lnTo>
                  <a:lnTo>
                    <a:pt x="2004670" y="4081067"/>
                  </a:lnTo>
                  <a:lnTo>
                    <a:pt x="2004795" y="4081067"/>
                  </a:lnTo>
                  <a:lnTo>
                    <a:pt x="2004920" y="4081067"/>
                  </a:lnTo>
                  <a:lnTo>
                    <a:pt x="2005045" y="4081067"/>
                  </a:lnTo>
                  <a:lnTo>
                    <a:pt x="2005170" y="4081067"/>
                  </a:lnTo>
                  <a:lnTo>
                    <a:pt x="2005295" y="4081067"/>
                  </a:lnTo>
                  <a:lnTo>
                    <a:pt x="2005420" y="4081067"/>
                  </a:lnTo>
                  <a:lnTo>
                    <a:pt x="2005545" y="4081067"/>
                  </a:lnTo>
                  <a:lnTo>
                    <a:pt x="2005670" y="4081067"/>
                  </a:lnTo>
                  <a:lnTo>
                    <a:pt x="2005795" y="4081067"/>
                  </a:lnTo>
                  <a:lnTo>
                    <a:pt x="2005920" y="4081067"/>
                  </a:lnTo>
                  <a:lnTo>
                    <a:pt x="2006045" y="4081067"/>
                  </a:lnTo>
                  <a:lnTo>
                    <a:pt x="2006170" y="4081067"/>
                  </a:lnTo>
                  <a:lnTo>
                    <a:pt x="2006295" y="4081067"/>
                  </a:lnTo>
                  <a:lnTo>
                    <a:pt x="2006420" y="4081067"/>
                  </a:lnTo>
                  <a:lnTo>
                    <a:pt x="2006545" y="4081067"/>
                  </a:lnTo>
                  <a:lnTo>
                    <a:pt x="2006670" y="4081067"/>
                  </a:lnTo>
                  <a:lnTo>
                    <a:pt x="2006795" y="4081067"/>
                  </a:lnTo>
                  <a:lnTo>
                    <a:pt x="2006920" y="4081067"/>
                  </a:lnTo>
                  <a:lnTo>
                    <a:pt x="2007045" y="4081067"/>
                  </a:lnTo>
                  <a:lnTo>
                    <a:pt x="2007170" y="4081067"/>
                  </a:lnTo>
                  <a:lnTo>
                    <a:pt x="2007296" y="4081067"/>
                  </a:lnTo>
                  <a:lnTo>
                    <a:pt x="2007421" y="4081067"/>
                  </a:lnTo>
                  <a:lnTo>
                    <a:pt x="2007546" y="4081067"/>
                  </a:lnTo>
                  <a:lnTo>
                    <a:pt x="2007546" y="4071113"/>
                  </a:lnTo>
                  <a:lnTo>
                    <a:pt x="2007671" y="4071113"/>
                  </a:lnTo>
                  <a:lnTo>
                    <a:pt x="2007796" y="4071113"/>
                  </a:lnTo>
                  <a:lnTo>
                    <a:pt x="2007921" y="4071113"/>
                  </a:lnTo>
                  <a:lnTo>
                    <a:pt x="2008046" y="4071113"/>
                  </a:lnTo>
                  <a:lnTo>
                    <a:pt x="2008171" y="4071113"/>
                  </a:lnTo>
                  <a:lnTo>
                    <a:pt x="2008296" y="4071113"/>
                  </a:lnTo>
                  <a:lnTo>
                    <a:pt x="2008421" y="4071113"/>
                  </a:lnTo>
                  <a:lnTo>
                    <a:pt x="2008546" y="4071113"/>
                  </a:lnTo>
                  <a:lnTo>
                    <a:pt x="2008671" y="4071113"/>
                  </a:lnTo>
                  <a:lnTo>
                    <a:pt x="2008796" y="4071113"/>
                  </a:lnTo>
                  <a:lnTo>
                    <a:pt x="2008921" y="4071113"/>
                  </a:lnTo>
                  <a:lnTo>
                    <a:pt x="2009046" y="4071113"/>
                  </a:lnTo>
                  <a:lnTo>
                    <a:pt x="2009171" y="4071113"/>
                  </a:lnTo>
                  <a:lnTo>
                    <a:pt x="2009296" y="4071113"/>
                  </a:lnTo>
                  <a:lnTo>
                    <a:pt x="2009421" y="4071113"/>
                  </a:lnTo>
                  <a:lnTo>
                    <a:pt x="2009546" y="4071113"/>
                  </a:lnTo>
                  <a:lnTo>
                    <a:pt x="2009671" y="4071113"/>
                  </a:lnTo>
                  <a:lnTo>
                    <a:pt x="2009796" y="4071113"/>
                  </a:lnTo>
                  <a:lnTo>
                    <a:pt x="2009921" y="4071113"/>
                  </a:lnTo>
                  <a:lnTo>
                    <a:pt x="2010046" y="4071113"/>
                  </a:lnTo>
                  <a:lnTo>
                    <a:pt x="2010171" y="4071113"/>
                  </a:lnTo>
                  <a:lnTo>
                    <a:pt x="2010297" y="4071113"/>
                  </a:lnTo>
                  <a:lnTo>
                    <a:pt x="2010422" y="4071113"/>
                  </a:lnTo>
                  <a:lnTo>
                    <a:pt x="2010547" y="4071113"/>
                  </a:lnTo>
                  <a:lnTo>
                    <a:pt x="2010672" y="4071113"/>
                  </a:lnTo>
                  <a:lnTo>
                    <a:pt x="2010797" y="4071113"/>
                  </a:lnTo>
                  <a:lnTo>
                    <a:pt x="2010922" y="4071113"/>
                  </a:lnTo>
                  <a:lnTo>
                    <a:pt x="2011047" y="4071113"/>
                  </a:lnTo>
                  <a:lnTo>
                    <a:pt x="2011172" y="4071113"/>
                  </a:lnTo>
                  <a:lnTo>
                    <a:pt x="2011297" y="4071113"/>
                  </a:lnTo>
                  <a:lnTo>
                    <a:pt x="2011422" y="4071113"/>
                  </a:lnTo>
                  <a:lnTo>
                    <a:pt x="2011547" y="4071113"/>
                  </a:lnTo>
                  <a:lnTo>
                    <a:pt x="2011672" y="4071113"/>
                  </a:lnTo>
                  <a:lnTo>
                    <a:pt x="2011797" y="4071113"/>
                  </a:lnTo>
                  <a:lnTo>
                    <a:pt x="2011922" y="4071113"/>
                  </a:lnTo>
                  <a:lnTo>
                    <a:pt x="2012047" y="4071113"/>
                  </a:lnTo>
                  <a:lnTo>
                    <a:pt x="2012172" y="4071113"/>
                  </a:lnTo>
                  <a:lnTo>
                    <a:pt x="2012297" y="4071113"/>
                  </a:lnTo>
                  <a:lnTo>
                    <a:pt x="2012422" y="4071113"/>
                  </a:lnTo>
                  <a:lnTo>
                    <a:pt x="2012547" y="4071113"/>
                  </a:lnTo>
                  <a:lnTo>
                    <a:pt x="2012672" y="4071113"/>
                  </a:lnTo>
                  <a:lnTo>
                    <a:pt x="2012797" y="4071113"/>
                  </a:lnTo>
                  <a:lnTo>
                    <a:pt x="2012922" y="4071113"/>
                  </a:lnTo>
                  <a:lnTo>
                    <a:pt x="2013047" y="4071113"/>
                  </a:lnTo>
                  <a:lnTo>
                    <a:pt x="2013172" y="4071113"/>
                  </a:lnTo>
                  <a:lnTo>
                    <a:pt x="2013298" y="4071113"/>
                  </a:lnTo>
                  <a:lnTo>
                    <a:pt x="2013423" y="4071113"/>
                  </a:lnTo>
                  <a:lnTo>
                    <a:pt x="2013548" y="4071113"/>
                  </a:lnTo>
                  <a:lnTo>
                    <a:pt x="2013673" y="4071113"/>
                  </a:lnTo>
                  <a:lnTo>
                    <a:pt x="2013673" y="4061159"/>
                  </a:lnTo>
                  <a:lnTo>
                    <a:pt x="2013798" y="4061159"/>
                  </a:lnTo>
                  <a:lnTo>
                    <a:pt x="2013923" y="4061159"/>
                  </a:lnTo>
                  <a:lnTo>
                    <a:pt x="2014048" y="4061159"/>
                  </a:lnTo>
                  <a:lnTo>
                    <a:pt x="2014173" y="4061159"/>
                  </a:lnTo>
                  <a:lnTo>
                    <a:pt x="2014298" y="4061159"/>
                  </a:lnTo>
                  <a:lnTo>
                    <a:pt x="2014423" y="4061159"/>
                  </a:lnTo>
                  <a:lnTo>
                    <a:pt x="2014548" y="4061159"/>
                  </a:lnTo>
                  <a:lnTo>
                    <a:pt x="2014673" y="4061159"/>
                  </a:lnTo>
                  <a:lnTo>
                    <a:pt x="2014798" y="4061159"/>
                  </a:lnTo>
                  <a:lnTo>
                    <a:pt x="2014923" y="4061159"/>
                  </a:lnTo>
                  <a:lnTo>
                    <a:pt x="2015048" y="4061159"/>
                  </a:lnTo>
                  <a:lnTo>
                    <a:pt x="2015173" y="4061159"/>
                  </a:lnTo>
                  <a:lnTo>
                    <a:pt x="2015298" y="4061159"/>
                  </a:lnTo>
                  <a:lnTo>
                    <a:pt x="2015423" y="4061159"/>
                  </a:lnTo>
                  <a:lnTo>
                    <a:pt x="2015548" y="4061159"/>
                  </a:lnTo>
                  <a:lnTo>
                    <a:pt x="2015673" y="4061159"/>
                  </a:lnTo>
                  <a:lnTo>
                    <a:pt x="2015798" y="4061159"/>
                  </a:lnTo>
                  <a:lnTo>
                    <a:pt x="2015923" y="4061159"/>
                  </a:lnTo>
                  <a:lnTo>
                    <a:pt x="2016048" y="4061159"/>
                  </a:lnTo>
                  <a:lnTo>
                    <a:pt x="2016173" y="4061159"/>
                  </a:lnTo>
                  <a:lnTo>
                    <a:pt x="2016299" y="4061159"/>
                  </a:lnTo>
                  <a:lnTo>
                    <a:pt x="2016424" y="4061159"/>
                  </a:lnTo>
                  <a:lnTo>
                    <a:pt x="2016549" y="4061159"/>
                  </a:lnTo>
                  <a:lnTo>
                    <a:pt x="2016674" y="4061159"/>
                  </a:lnTo>
                  <a:lnTo>
                    <a:pt x="2016799" y="4061159"/>
                  </a:lnTo>
                  <a:lnTo>
                    <a:pt x="2016924" y="4061159"/>
                  </a:lnTo>
                  <a:lnTo>
                    <a:pt x="2017049" y="4061159"/>
                  </a:lnTo>
                  <a:lnTo>
                    <a:pt x="2017174" y="4061159"/>
                  </a:lnTo>
                  <a:lnTo>
                    <a:pt x="2017299" y="4061159"/>
                  </a:lnTo>
                  <a:lnTo>
                    <a:pt x="2017424" y="4061159"/>
                  </a:lnTo>
                  <a:lnTo>
                    <a:pt x="2017549" y="4061159"/>
                  </a:lnTo>
                  <a:lnTo>
                    <a:pt x="2017674" y="4061159"/>
                  </a:lnTo>
                  <a:lnTo>
                    <a:pt x="2017799" y="4061159"/>
                  </a:lnTo>
                  <a:lnTo>
                    <a:pt x="2017924" y="4061159"/>
                  </a:lnTo>
                  <a:lnTo>
                    <a:pt x="2018049" y="4061159"/>
                  </a:lnTo>
                  <a:lnTo>
                    <a:pt x="2018174" y="4061159"/>
                  </a:lnTo>
                  <a:lnTo>
                    <a:pt x="2018299" y="4061159"/>
                  </a:lnTo>
                  <a:lnTo>
                    <a:pt x="2018424" y="4061159"/>
                  </a:lnTo>
                  <a:lnTo>
                    <a:pt x="2018549" y="4061159"/>
                  </a:lnTo>
                  <a:lnTo>
                    <a:pt x="2018674" y="4061159"/>
                  </a:lnTo>
                  <a:lnTo>
                    <a:pt x="2018799" y="4061159"/>
                  </a:lnTo>
                  <a:lnTo>
                    <a:pt x="2018924" y="4061159"/>
                  </a:lnTo>
                  <a:lnTo>
                    <a:pt x="2019049" y="4061159"/>
                  </a:lnTo>
                  <a:lnTo>
                    <a:pt x="2019175" y="4061159"/>
                  </a:lnTo>
                  <a:lnTo>
                    <a:pt x="2019300" y="4061159"/>
                  </a:lnTo>
                  <a:lnTo>
                    <a:pt x="2019425" y="4061159"/>
                  </a:lnTo>
                  <a:lnTo>
                    <a:pt x="2019550" y="4061159"/>
                  </a:lnTo>
                  <a:lnTo>
                    <a:pt x="2019675" y="4061159"/>
                  </a:lnTo>
                  <a:lnTo>
                    <a:pt x="2019800" y="4061159"/>
                  </a:lnTo>
                  <a:lnTo>
                    <a:pt x="2019925" y="4061159"/>
                  </a:lnTo>
                  <a:lnTo>
                    <a:pt x="2020050" y="4061159"/>
                  </a:lnTo>
                  <a:lnTo>
                    <a:pt x="2020175" y="4061159"/>
                  </a:lnTo>
                  <a:lnTo>
                    <a:pt x="2020300" y="4061159"/>
                  </a:lnTo>
                  <a:lnTo>
                    <a:pt x="2020425" y="4061159"/>
                  </a:lnTo>
                  <a:lnTo>
                    <a:pt x="2020550" y="4061159"/>
                  </a:lnTo>
                  <a:lnTo>
                    <a:pt x="2020675" y="4061159"/>
                  </a:lnTo>
                  <a:lnTo>
                    <a:pt x="2020800" y="4061159"/>
                  </a:lnTo>
                  <a:lnTo>
                    <a:pt x="2020925" y="4061159"/>
                  </a:lnTo>
                  <a:lnTo>
                    <a:pt x="2021050" y="4061159"/>
                  </a:lnTo>
                  <a:lnTo>
                    <a:pt x="2021175" y="4061159"/>
                  </a:lnTo>
                  <a:lnTo>
                    <a:pt x="2021300" y="4061159"/>
                  </a:lnTo>
                  <a:lnTo>
                    <a:pt x="2021425" y="4061159"/>
                  </a:lnTo>
                  <a:lnTo>
                    <a:pt x="2021550" y="4061159"/>
                  </a:lnTo>
                  <a:lnTo>
                    <a:pt x="2021675" y="4061159"/>
                  </a:lnTo>
                  <a:lnTo>
                    <a:pt x="2021800" y="4061159"/>
                  </a:lnTo>
                  <a:lnTo>
                    <a:pt x="2021925" y="4061159"/>
                  </a:lnTo>
                  <a:lnTo>
                    <a:pt x="2022050" y="4061159"/>
                  </a:lnTo>
                  <a:lnTo>
                    <a:pt x="2022176" y="4061159"/>
                  </a:lnTo>
                  <a:lnTo>
                    <a:pt x="2022301" y="4061159"/>
                  </a:lnTo>
                  <a:lnTo>
                    <a:pt x="2022426" y="4061159"/>
                  </a:lnTo>
                  <a:lnTo>
                    <a:pt x="2022551" y="4061159"/>
                  </a:lnTo>
                  <a:lnTo>
                    <a:pt x="2022676" y="4061159"/>
                  </a:lnTo>
                  <a:lnTo>
                    <a:pt x="2022801" y="4061159"/>
                  </a:lnTo>
                  <a:lnTo>
                    <a:pt x="2022926" y="4061159"/>
                  </a:lnTo>
                  <a:lnTo>
                    <a:pt x="2023051" y="4061159"/>
                  </a:lnTo>
                  <a:lnTo>
                    <a:pt x="2023176" y="4061159"/>
                  </a:lnTo>
                  <a:lnTo>
                    <a:pt x="2023301" y="4061159"/>
                  </a:lnTo>
                  <a:lnTo>
                    <a:pt x="2023426" y="4061159"/>
                  </a:lnTo>
                  <a:lnTo>
                    <a:pt x="2023551" y="4061159"/>
                  </a:lnTo>
                  <a:lnTo>
                    <a:pt x="2023676" y="4061159"/>
                  </a:lnTo>
                  <a:lnTo>
                    <a:pt x="2023801" y="4061159"/>
                  </a:lnTo>
                  <a:lnTo>
                    <a:pt x="2023926" y="4061159"/>
                  </a:lnTo>
                  <a:lnTo>
                    <a:pt x="2024051" y="4061159"/>
                  </a:lnTo>
                  <a:lnTo>
                    <a:pt x="2024176" y="4061159"/>
                  </a:lnTo>
                  <a:lnTo>
                    <a:pt x="2024301" y="4061159"/>
                  </a:lnTo>
                  <a:lnTo>
                    <a:pt x="2024426" y="4061159"/>
                  </a:lnTo>
                  <a:lnTo>
                    <a:pt x="2024551" y="4061159"/>
                  </a:lnTo>
                  <a:lnTo>
                    <a:pt x="2024676" y="4061159"/>
                  </a:lnTo>
                  <a:lnTo>
                    <a:pt x="2024801" y="4061159"/>
                  </a:lnTo>
                  <a:lnTo>
                    <a:pt x="2024926" y="4061159"/>
                  </a:lnTo>
                  <a:lnTo>
                    <a:pt x="2025051" y="4061159"/>
                  </a:lnTo>
                  <a:lnTo>
                    <a:pt x="2025177" y="4061159"/>
                  </a:lnTo>
                  <a:lnTo>
                    <a:pt x="2025302" y="4061159"/>
                  </a:lnTo>
                  <a:lnTo>
                    <a:pt x="2025427" y="4061159"/>
                  </a:lnTo>
                  <a:lnTo>
                    <a:pt x="2025552" y="4061159"/>
                  </a:lnTo>
                  <a:lnTo>
                    <a:pt x="2025552" y="4051205"/>
                  </a:lnTo>
                  <a:lnTo>
                    <a:pt x="2025677" y="4051205"/>
                  </a:lnTo>
                  <a:lnTo>
                    <a:pt x="2025802" y="4051205"/>
                  </a:lnTo>
                  <a:lnTo>
                    <a:pt x="2025927" y="4051205"/>
                  </a:lnTo>
                  <a:lnTo>
                    <a:pt x="2026052" y="4051205"/>
                  </a:lnTo>
                  <a:lnTo>
                    <a:pt x="2026177" y="4051205"/>
                  </a:lnTo>
                  <a:lnTo>
                    <a:pt x="2026177" y="4041251"/>
                  </a:lnTo>
                  <a:lnTo>
                    <a:pt x="2026302" y="4041251"/>
                  </a:lnTo>
                  <a:lnTo>
                    <a:pt x="2026427" y="4041251"/>
                  </a:lnTo>
                  <a:lnTo>
                    <a:pt x="2026552" y="4041251"/>
                  </a:lnTo>
                  <a:lnTo>
                    <a:pt x="2026677" y="4041251"/>
                  </a:lnTo>
                  <a:lnTo>
                    <a:pt x="2026802" y="4041251"/>
                  </a:lnTo>
                  <a:lnTo>
                    <a:pt x="2026927" y="4041251"/>
                  </a:lnTo>
                  <a:lnTo>
                    <a:pt x="2027052" y="4041251"/>
                  </a:lnTo>
                  <a:lnTo>
                    <a:pt x="2027177" y="4041251"/>
                  </a:lnTo>
                  <a:lnTo>
                    <a:pt x="2027302" y="4041251"/>
                  </a:lnTo>
                  <a:lnTo>
                    <a:pt x="2027427" y="4041251"/>
                  </a:lnTo>
                  <a:lnTo>
                    <a:pt x="2027552" y="4041251"/>
                  </a:lnTo>
                  <a:lnTo>
                    <a:pt x="2027677" y="4041251"/>
                  </a:lnTo>
                  <a:lnTo>
                    <a:pt x="2027802" y="4041251"/>
                  </a:lnTo>
                  <a:lnTo>
                    <a:pt x="2027927" y="4041251"/>
                  </a:lnTo>
                  <a:lnTo>
                    <a:pt x="2028052" y="4041251"/>
                  </a:lnTo>
                  <a:lnTo>
                    <a:pt x="2028178" y="4041251"/>
                  </a:lnTo>
                  <a:lnTo>
                    <a:pt x="2028303" y="4041251"/>
                  </a:lnTo>
                  <a:lnTo>
                    <a:pt x="2028428" y="4041251"/>
                  </a:lnTo>
                  <a:lnTo>
                    <a:pt x="2028553" y="4041251"/>
                  </a:lnTo>
                  <a:lnTo>
                    <a:pt x="2028678" y="4041251"/>
                  </a:lnTo>
                  <a:lnTo>
                    <a:pt x="2028803" y="4041251"/>
                  </a:lnTo>
                  <a:lnTo>
                    <a:pt x="2028928" y="4041251"/>
                  </a:lnTo>
                  <a:lnTo>
                    <a:pt x="2029053" y="4041251"/>
                  </a:lnTo>
                  <a:lnTo>
                    <a:pt x="2029178" y="4041251"/>
                  </a:lnTo>
                  <a:lnTo>
                    <a:pt x="2029303" y="4041251"/>
                  </a:lnTo>
                  <a:lnTo>
                    <a:pt x="2029428" y="4041251"/>
                  </a:lnTo>
                  <a:lnTo>
                    <a:pt x="2029553" y="4041251"/>
                  </a:lnTo>
                  <a:lnTo>
                    <a:pt x="2029678" y="4041251"/>
                  </a:lnTo>
                  <a:lnTo>
                    <a:pt x="2029803" y="4041251"/>
                  </a:lnTo>
                  <a:lnTo>
                    <a:pt x="2029928" y="4041251"/>
                  </a:lnTo>
                  <a:lnTo>
                    <a:pt x="2030053" y="4041251"/>
                  </a:lnTo>
                  <a:lnTo>
                    <a:pt x="2030178" y="4041251"/>
                  </a:lnTo>
                  <a:lnTo>
                    <a:pt x="2030303" y="4041251"/>
                  </a:lnTo>
                  <a:lnTo>
                    <a:pt x="2030428" y="4041251"/>
                  </a:lnTo>
                  <a:lnTo>
                    <a:pt x="2030553" y="4041251"/>
                  </a:lnTo>
                  <a:lnTo>
                    <a:pt x="2030678" y="4041251"/>
                  </a:lnTo>
                  <a:lnTo>
                    <a:pt x="2030803" y="4041251"/>
                  </a:lnTo>
                  <a:lnTo>
                    <a:pt x="2030928" y="4041251"/>
                  </a:lnTo>
                  <a:lnTo>
                    <a:pt x="2031053" y="4041251"/>
                  </a:lnTo>
                  <a:lnTo>
                    <a:pt x="2031179" y="4041251"/>
                  </a:lnTo>
                  <a:lnTo>
                    <a:pt x="2031304" y="4041251"/>
                  </a:lnTo>
                  <a:lnTo>
                    <a:pt x="2031429" y="4041251"/>
                  </a:lnTo>
                  <a:lnTo>
                    <a:pt x="2031554" y="4041251"/>
                  </a:lnTo>
                  <a:lnTo>
                    <a:pt x="2031679" y="4041251"/>
                  </a:lnTo>
                  <a:lnTo>
                    <a:pt x="2031804" y="4041251"/>
                  </a:lnTo>
                  <a:lnTo>
                    <a:pt x="2031929" y="4041251"/>
                  </a:lnTo>
                  <a:lnTo>
                    <a:pt x="2032054" y="4041251"/>
                  </a:lnTo>
                  <a:lnTo>
                    <a:pt x="2032179" y="4041251"/>
                  </a:lnTo>
                  <a:lnTo>
                    <a:pt x="2032304" y="4041251"/>
                  </a:lnTo>
                  <a:lnTo>
                    <a:pt x="2032429" y="4041251"/>
                  </a:lnTo>
                  <a:lnTo>
                    <a:pt x="2032554" y="4041251"/>
                  </a:lnTo>
                  <a:lnTo>
                    <a:pt x="2032679" y="4041251"/>
                  </a:lnTo>
                  <a:lnTo>
                    <a:pt x="2032804" y="4041251"/>
                  </a:lnTo>
                  <a:lnTo>
                    <a:pt x="2032929" y="4041251"/>
                  </a:lnTo>
                  <a:lnTo>
                    <a:pt x="2033054" y="4041251"/>
                  </a:lnTo>
                  <a:lnTo>
                    <a:pt x="2033179" y="4041251"/>
                  </a:lnTo>
                  <a:lnTo>
                    <a:pt x="2033304" y="4041251"/>
                  </a:lnTo>
                  <a:lnTo>
                    <a:pt x="2033429" y="4041251"/>
                  </a:lnTo>
                  <a:lnTo>
                    <a:pt x="2033554" y="4041251"/>
                  </a:lnTo>
                  <a:lnTo>
                    <a:pt x="2033679" y="4041251"/>
                  </a:lnTo>
                  <a:lnTo>
                    <a:pt x="2033804" y="4041251"/>
                  </a:lnTo>
                  <a:lnTo>
                    <a:pt x="2033929" y="4041251"/>
                  </a:lnTo>
                  <a:lnTo>
                    <a:pt x="2034054" y="4041251"/>
                  </a:lnTo>
                  <a:lnTo>
                    <a:pt x="2034180" y="4041251"/>
                  </a:lnTo>
                  <a:lnTo>
                    <a:pt x="2034305" y="4041251"/>
                  </a:lnTo>
                  <a:lnTo>
                    <a:pt x="2034305" y="4031298"/>
                  </a:lnTo>
                  <a:lnTo>
                    <a:pt x="2034430" y="4031298"/>
                  </a:lnTo>
                  <a:lnTo>
                    <a:pt x="2034555" y="4031298"/>
                  </a:lnTo>
                  <a:lnTo>
                    <a:pt x="2034680" y="4031298"/>
                  </a:lnTo>
                  <a:lnTo>
                    <a:pt x="2034805" y="4031298"/>
                  </a:lnTo>
                  <a:lnTo>
                    <a:pt x="2034930" y="4031298"/>
                  </a:lnTo>
                  <a:lnTo>
                    <a:pt x="2035055" y="4031298"/>
                  </a:lnTo>
                  <a:lnTo>
                    <a:pt x="2035180" y="4031298"/>
                  </a:lnTo>
                  <a:lnTo>
                    <a:pt x="2035305" y="4031298"/>
                  </a:lnTo>
                  <a:lnTo>
                    <a:pt x="2035430" y="4031298"/>
                  </a:lnTo>
                  <a:lnTo>
                    <a:pt x="2035555" y="4031298"/>
                  </a:lnTo>
                  <a:lnTo>
                    <a:pt x="2035680" y="4031298"/>
                  </a:lnTo>
                  <a:lnTo>
                    <a:pt x="2035805" y="4031298"/>
                  </a:lnTo>
                  <a:lnTo>
                    <a:pt x="2035930" y="4031298"/>
                  </a:lnTo>
                  <a:lnTo>
                    <a:pt x="2036055" y="4031298"/>
                  </a:lnTo>
                  <a:lnTo>
                    <a:pt x="2036180" y="4031298"/>
                  </a:lnTo>
                  <a:lnTo>
                    <a:pt x="2036305" y="4031298"/>
                  </a:lnTo>
                  <a:lnTo>
                    <a:pt x="2036430" y="4031298"/>
                  </a:lnTo>
                  <a:lnTo>
                    <a:pt x="2036555" y="4031298"/>
                  </a:lnTo>
                  <a:lnTo>
                    <a:pt x="2036680" y="4031298"/>
                  </a:lnTo>
                  <a:lnTo>
                    <a:pt x="2036805" y="4031298"/>
                  </a:lnTo>
                  <a:lnTo>
                    <a:pt x="2036930" y="4031298"/>
                  </a:lnTo>
                  <a:lnTo>
                    <a:pt x="2037055" y="4031298"/>
                  </a:lnTo>
                  <a:lnTo>
                    <a:pt x="2037181" y="4031298"/>
                  </a:lnTo>
                  <a:lnTo>
                    <a:pt x="2037306" y="4031298"/>
                  </a:lnTo>
                  <a:lnTo>
                    <a:pt x="2037431" y="4031298"/>
                  </a:lnTo>
                  <a:lnTo>
                    <a:pt x="2037556" y="4031298"/>
                  </a:lnTo>
                  <a:lnTo>
                    <a:pt x="2037681" y="4031298"/>
                  </a:lnTo>
                  <a:lnTo>
                    <a:pt x="2037806" y="4031298"/>
                  </a:lnTo>
                  <a:lnTo>
                    <a:pt x="2037931" y="4031298"/>
                  </a:lnTo>
                  <a:lnTo>
                    <a:pt x="2038056" y="4031298"/>
                  </a:lnTo>
                  <a:lnTo>
                    <a:pt x="2038181" y="4031298"/>
                  </a:lnTo>
                  <a:lnTo>
                    <a:pt x="2038306" y="4031298"/>
                  </a:lnTo>
                  <a:lnTo>
                    <a:pt x="2038431" y="4031298"/>
                  </a:lnTo>
                  <a:lnTo>
                    <a:pt x="2038556" y="4031298"/>
                  </a:lnTo>
                  <a:lnTo>
                    <a:pt x="2038681" y="4031298"/>
                  </a:lnTo>
                  <a:lnTo>
                    <a:pt x="2038806" y="4031298"/>
                  </a:lnTo>
                  <a:lnTo>
                    <a:pt x="2038806" y="4021344"/>
                  </a:lnTo>
                  <a:lnTo>
                    <a:pt x="2038931" y="4021344"/>
                  </a:lnTo>
                  <a:lnTo>
                    <a:pt x="2039056" y="4021344"/>
                  </a:lnTo>
                  <a:lnTo>
                    <a:pt x="2039181" y="4021344"/>
                  </a:lnTo>
                  <a:lnTo>
                    <a:pt x="2039306" y="4021344"/>
                  </a:lnTo>
                  <a:lnTo>
                    <a:pt x="2039431" y="4021344"/>
                  </a:lnTo>
                  <a:lnTo>
                    <a:pt x="2039556" y="4021344"/>
                  </a:lnTo>
                  <a:lnTo>
                    <a:pt x="2039681" y="4021344"/>
                  </a:lnTo>
                  <a:lnTo>
                    <a:pt x="2039806" y="4021344"/>
                  </a:lnTo>
                  <a:lnTo>
                    <a:pt x="2039931" y="4021344"/>
                  </a:lnTo>
                  <a:lnTo>
                    <a:pt x="2040056" y="4021344"/>
                  </a:lnTo>
                  <a:lnTo>
                    <a:pt x="2040182" y="4021344"/>
                  </a:lnTo>
                  <a:lnTo>
                    <a:pt x="2040307" y="4021344"/>
                  </a:lnTo>
                  <a:lnTo>
                    <a:pt x="2040432" y="4021344"/>
                  </a:lnTo>
                  <a:lnTo>
                    <a:pt x="2040557" y="4021344"/>
                  </a:lnTo>
                  <a:lnTo>
                    <a:pt x="2040682" y="4021344"/>
                  </a:lnTo>
                  <a:lnTo>
                    <a:pt x="2040807" y="4021344"/>
                  </a:lnTo>
                  <a:lnTo>
                    <a:pt x="2040932" y="4021344"/>
                  </a:lnTo>
                  <a:lnTo>
                    <a:pt x="2041057" y="4021344"/>
                  </a:lnTo>
                  <a:lnTo>
                    <a:pt x="2041182" y="4021344"/>
                  </a:lnTo>
                  <a:lnTo>
                    <a:pt x="2041307" y="4021344"/>
                  </a:lnTo>
                  <a:lnTo>
                    <a:pt x="2041432" y="4021344"/>
                  </a:lnTo>
                  <a:lnTo>
                    <a:pt x="2041557" y="4021344"/>
                  </a:lnTo>
                  <a:lnTo>
                    <a:pt x="2041682" y="4021344"/>
                  </a:lnTo>
                  <a:lnTo>
                    <a:pt x="2041807" y="4021344"/>
                  </a:lnTo>
                  <a:lnTo>
                    <a:pt x="2041932" y="4021344"/>
                  </a:lnTo>
                  <a:lnTo>
                    <a:pt x="2042057" y="4021344"/>
                  </a:lnTo>
                  <a:lnTo>
                    <a:pt x="2042182" y="4021344"/>
                  </a:lnTo>
                  <a:lnTo>
                    <a:pt x="2042307" y="4021344"/>
                  </a:lnTo>
                  <a:lnTo>
                    <a:pt x="2042432" y="4021344"/>
                  </a:lnTo>
                  <a:lnTo>
                    <a:pt x="2042557" y="4021344"/>
                  </a:lnTo>
                  <a:lnTo>
                    <a:pt x="2042682" y="4021344"/>
                  </a:lnTo>
                  <a:lnTo>
                    <a:pt x="2042807" y="4021344"/>
                  </a:lnTo>
                  <a:lnTo>
                    <a:pt x="2042932" y="4021344"/>
                  </a:lnTo>
                  <a:lnTo>
                    <a:pt x="2043057" y="4021344"/>
                  </a:lnTo>
                  <a:lnTo>
                    <a:pt x="2043183" y="4021344"/>
                  </a:lnTo>
                  <a:lnTo>
                    <a:pt x="2043308" y="4021344"/>
                  </a:lnTo>
                  <a:lnTo>
                    <a:pt x="2043433" y="4021344"/>
                  </a:lnTo>
                  <a:lnTo>
                    <a:pt x="2043558" y="4021344"/>
                  </a:lnTo>
                  <a:lnTo>
                    <a:pt x="2043683" y="4021344"/>
                  </a:lnTo>
                  <a:lnTo>
                    <a:pt x="2043808" y="4021344"/>
                  </a:lnTo>
                  <a:lnTo>
                    <a:pt x="2043933" y="4021344"/>
                  </a:lnTo>
                  <a:lnTo>
                    <a:pt x="2043933" y="4011390"/>
                  </a:lnTo>
                  <a:lnTo>
                    <a:pt x="2044058" y="4011390"/>
                  </a:lnTo>
                  <a:lnTo>
                    <a:pt x="2044183" y="4011390"/>
                  </a:lnTo>
                  <a:lnTo>
                    <a:pt x="2044308" y="4011390"/>
                  </a:lnTo>
                  <a:lnTo>
                    <a:pt x="2044433" y="4011390"/>
                  </a:lnTo>
                  <a:lnTo>
                    <a:pt x="2044558" y="4011390"/>
                  </a:lnTo>
                  <a:lnTo>
                    <a:pt x="2044683" y="4011390"/>
                  </a:lnTo>
                  <a:lnTo>
                    <a:pt x="2044808" y="4011390"/>
                  </a:lnTo>
                  <a:lnTo>
                    <a:pt x="2044933" y="4011390"/>
                  </a:lnTo>
                  <a:lnTo>
                    <a:pt x="2045058" y="4011390"/>
                  </a:lnTo>
                  <a:lnTo>
                    <a:pt x="2045183" y="4011390"/>
                  </a:lnTo>
                  <a:lnTo>
                    <a:pt x="2045308" y="4011390"/>
                  </a:lnTo>
                  <a:lnTo>
                    <a:pt x="2045433" y="4011390"/>
                  </a:lnTo>
                  <a:lnTo>
                    <a:pt x="2045558" y="4011390"/>
                  </a:lnTo>
                  <a:lnTo>
                    <a:pt x="2045683" y="4011390"/>
                  </a:lnTo>
                  <a:lnTo>
                    <a:pt x="2045808" y="4011390"/>
                  </a:lnTo>
                  <a:lnTo>
                    <a:pt x="2045933" y="4011390"/>
                  </a:lnTo>
                  <a:lnTo>
                    <a:pt x="2046058" y="4011390"/>
                  </a:lnTo>
                  <a:lnTo>
                    <a:pt x="2046184" y="4011390"/>
                  </a:lnTo>
                  <a:lnTo>
                    <a:pt x="2046309" y="4011390"/>
                  </a:lnTo>
                  <a:lnTo>
                    <a:pt x="2046434" y="4011390"/>
                  </a:lnTo>
                  <a:lnTo>
                    <a:pt x="2046559" y="4011390"/>
                  </a:lnTo>
                  <a:lnTo>
                    <a:pt x="2046684" y="4011390"/>
                  </a:lnTo>
                  <a:lnTo>
                    <a:pt x="2046809" y="4011390"/>
                  </a:lnTo>
                  <a:lnTo>
                    <a:pt x="2046934" y="4011390"/>
                  </a:lnTo>
                  <a:lnTo>
                    <a:pt x="2047059" y="4011390"/>
                  </a:lnTo>
                  <a:lnTo>
                    <a:pt x="2047184" y="4011390"/>
                  </a:lnTo>
                  <a:lnTo>
                    <a:pt x="2047309" y="4011390"/>
                  </a:lnTo>
                  <a:lnTo>
                    <a:pt x="2047434" y="4011390"/>
                  </a:lnTo>
                  <a:lnTo>
                    <a:pt x="2047559" y="4011390"/>
                  </a:lnTo>
                  <a:lnTo>
                    <a:pt x="2047684" y="4011390"/>
                  </a:lnTo>
                  <a:lnTo>
                    <a:pt x="2047809" y="4011390"/>
                  </a:lnTo>
                  <a:lnTo>
                    <a:pt x="2047934" y="4011390"/>
                  </a:lnTo>
                  <a:lnTo>
                    <a:pt x="2048059" y="4011390"/>
                  </a:lnTo>
                  <a:lnTo>
                    <a:pt x="2048184" y="4011390"/>
                  </a:lnTo>
                  <a:lnTo>
                    <a:pt x="2048309" y="4011390"/>
                  </a:lnTo>
                  <a:lnTo>
                    <a:pt x="2048434" y="4011390"/>
                  </a:lnTo>
                  <a:lnTo>
                    <a:pt x="2048559" y="4011390"/>
                  </a:lnTo>
                  <a:lnTo>
                    <a:pt x="2048684" y="4011390"/>
                  </a:lnTo>
                  <a:lnTo>
                    <a:pt x="2048809" y="4011390"/>
                  </a:lnTo>
                  <a:lnTo>
                    <a:pt x="2048934" y="4011390"/>
                  </a:lnTo>
                  <a:lnTo>
                    <a:pt x="2049059" y="4011390"/>
                  </a:lnTo>
                  <a:lnTo>
                    <a:pt x="2049185" y="4011390"/>
                  </a:lnTo>
                  <a:lnTo>
                    <a:pt x="2049310" y="4011390"/>
                  </a:lnTo>
                  <a:lnTo>
                    <a:pt x="2049435" y="4011390"/>
                  </a:lnTo>
                  <a:lnTo>
                    <a:pt x="2049560" y="4011390"/>
                  </a:lnTo>
                  <a:lnTo>
                    <a:pt x="2049685" y="4011390"/>
                  </a:lnTo>
                  <a:lnTo>
                    <a:pt x="2049810" y="4011390"/>
                  </a:lnTo>
                  <a:lnTo>
                    <a:pt x="2049935" y="4011390"/>
                  </a:lnTo>
                  <a:lnTo>
                    <a:pt x="2050060" y="4011390"/>
                  </a:lnTo>
                  <a:lnTo>
                    <a:pt x="2050185" y="4011390"/>
                  </a:lnTo>
                  <a:lnTo>
                    <a:pt x="2050310" y="4011390"/>
                  </a:lnTo>
                  <a:lnTo>
                    <a:pt x="2050435" y="4011390"/>
                  </a:lnTo>
                  <a:lnTo>
                    <a:pt x="2050560" y="4011390"/>
                  </a:lnTo>
                  <a:lnTo>
                    <a:pt x="2050685" y="4011390"/>
                  </a:lnTo>
                  <a:lnTo>
                    <a:pt x="2050810" y="4011390"/>
                  </a:lnTo>
                  <a:lnTo>
                    <a:pt x="2050935" y="4011390"/>
                  </a:lnTo>
                  <a:lnTo>
                    <a:pt x="2051060" y="4011390"/>
                  </a:lnTo>
                  <a:lnTo>
                    <a:pt x="2051185" y="4011390"/>
                  </a:lnTo>
                  <a:lnTo>
                    <a:pt x="2051310" y="4011390"/>
                  </a:lnTo>
                  <a:lnTo>
                    <a:pt x="2051435" y="4011390"/>
                  </a:lnTo>
                  <a:lnTo>
                    <a:pt x="2051560" y="4011390"/>
                  </a:lnTo>
                  <a:lnTo>
                    <a:pt x="2051685" y="4011390"/>
                  </a:lnTo>
                  <a:lnTo>
                    <a:pt x="2051810" y="4011390"/>
                  </a:lnTo>
                  <a:lnTo>
                    <a:pt x="2051935" y="4011390"/>
                  </a:lnTo>
                  <a:lnTo>
                    <a:pt x="2052060" y="4011390"/>
                  </a:lnTo>
                  <a:lnTo>
                    <a:pt x="2052186" y="4011390"/>
                  </a:lnTo>
                  <a:lnTo>
                    <a:pt x="2052311" y="4011390"/>
                  </a:lnTo>
                  <a:lnTo>
                    <a:pt x="2052436" y="4011390"/>
                  </a:lnTo>
                  <a:lnTo>
                    <a:pt x="2052561" y="4011390"/>
                  </a:lnTo>
                  <a:lnTo>
                    <a:pt x="2052686" y="4011390"/>
                  </a:lnTo>
                  <a:lnTo>
                    <a:pt x="2052811" y="4011390"/>
                  </a:lnTo>
                  <a:lnTo>
                    <a:pt x="2052936" y="4011390"/>
                  </a:lnTo>
                  <a:lnTo>
                    <a:pt x="2053061" y="4011390"/>
                  </a:lnTo>
                  <a:lnTo>
                    <a:pt x="2053186" y="4011390"/>
                  </a:lnTo>
                  <a:lnTo>
                    <a:pt x="2053311" y="4011390"/>
                  </a:lnTo>
                  <a:lnTo>
                    <a:pt x="2053436" y="4011390"/>
                  </a:lnTo>
                  <a:lnTo>
                    <a:pt x="2053561" y="4011390"/>
                  </a:lnTo>
                  <a:lnTo>
                    <a:pt x="2053686" y="4011390"/>
                  </a:lnTo>
                  <a:lnTo>
                    <a:pt x="2053811" y="4011390"/>
                  </a:lnTo>
                  <a:lnTo>
                    <a:pt x="2053936" y="4011390"/>
                  </a:lnTo>
                  <a:lnTo>
                    <a:pt x="2054061" y="4011390"/>
                  </a:lnTo>
                  <a:lnTo>
                    <a:pt x="2054186" y="4011390"/>
                  </a:lnTo>
                  <a:lnTo>
                    <a:pt x="2054311" y="4011390"/>
                  </a:lnTo>
                  <a:lnTo>
                    <a:pt x="2054436" y="4011390"/>
                  </a:lnTo>
                  <a:lnTo>
                    <a:pt x="2054561" y="4011390"/>
                  </a:lnTo>
                  <a:lnTo>
                    <a:pt x="2054686" y="4011390"/>
                  </a:lnTo>
                  <a:lnTo>
                    <a:pt x="2054811" y="4011390"/>
                  </a:lnTo>
                  <a:lnTo>
                    <a:pt x="2054936" y="4011390"/>
                  </a:lnTo>
                  <a:lnTo>
                    <a:pt x="2055061" y="4011390"/>
                  </a:lnTo>
                  <a:lnTo>
                    <a:pt x="2055187" y="4011390"/>
                  </a:lnTo>
                  <a:lnTo>
                    <a:pt x="2055312" y="4011390"/>
                  </a:lnTo>
                  <a:lnTo>
                    <a:pt x="2055437" y="4011390"/>
                  </a:lnTo>
                  <a:lnTo>
                    <a:pt x="2055562" y="4011390"/>
                  </a:lnTo>
                  <a:lnTo>
                    <a:pt x="2055687" y="4011390"/>
                  </a:lnTo>
                  <a:lnTo>
                    <a:pt x="2055812" y="4011390"/>
                  </a:lnTo>
                  <a:lnTo>
                    <a:pt x="2055937" y="4011390"/>
                  </a:lnTo>
                  <a:lnTo>
                    <a:pt x="2056062" y="4011390"/>
                  </a:lnTo>
                  <a:lnTo>
                    <a:pt x="2056187" y="4011390"/>
                  </a:lnTo>
                  <a:lnTo>
                    <a:pt x="2056312" y="4011390"/>
                  </a:lnTo>
                  <a:lnTo>
                    <a:pt x="2056437" y="4011390"/>
                  </a:lnTo>
                  <a:lnTo>
                    <a:pt x="2056562" y="4011390"/>
                  </a:lnTo>
                  <a:lnTo>
                    <a:pt x="2056687" y="4011390"/>
                  </a:lnTo>
                  <a:lnTo>
                    <a:pt x="2056812" y="4011390"/>
                  </a:lnTo>
                  <a:lnTo>
                    <a:pt x="2056937" y="4011390"/>
                  </a:lnTo>
                  <a:lnTo>
                    <a:pt x="2057062" y="4011390"/>
                  </a:lnTo>
                  <a:lnTo>
                    <a:pt x="2057187" y="4011390"/>
                  </a:lnTo>
                  <a:lnTo>
                    <a:pt x="2057312" y="4011390"/>
                  </a:lnTo>
                  <a:lnTo>
                    <a:pt x="2057437" y="4011390"/>
                  </a:lnTo>
                  <a:lnTo>
                    <a:pt x="2057562" y="4011390"/>
                  </a:lnTo>
                  <a:lnTo>
                    <a:pt x="2057687" y="4011390"/>
                  </a:lnTo>
                  <a:lnTo>
                    <a:pt x="2057812" y="4011390"/>
                  </a:lnTo>
                  <a:lnTo>
                    <a:pt x="2057937" y="4011390"/>
                  </a:lnTo>
                  <a:lnTo>
                    <a:pt x="2058063" y="4011390"/>
                  </a:lnTo>
                  <a:lnTo>
                    <a:pt x="2058063" y="4001436"/>
                  </a:lnTo>
                  <a:lnTo>
                    <a:pt x="2058188" y="4001436"/>
                  </a:lnTo>
                  <a:lnTo>
                    <a:pt x="2058313" y="4001436"/>
                  </a:lnTo>
                  <a:lnTo>
                    <a:pt x="2058438" y="4001436"/>
                  </a:lnTo>
                  <a:lnTo>
                    <a:pt x="2058563" y="4001436"/>
                  </a:lnTo>
                  <a:lnTo>
                    <a:pt x="2058688" y="4001436"/>
                  </a:lnTo>
                  <a:lnTo>
                    <a:pt x="2058813" y="4001436"/>
                  </a:lnTo>
                  <a:lnTo>
                    <a:pt x="2058938" y="4001436"/>
                  </a:lnTo>
                  <a:lnTo>
                    <a:pt x="2059063" y="4001436"/>
                  </a:lnTo>
                  <a:lnTo>
                    <a:pt x="2059188" y="4001436"/>
                  </a:lnTo>
                  <a:lnTo>
                    <a:pt x="2059313" y="4001436"/>
                  </a:lnTo>
                  <a:lnTo>
                    <a:pt x="2059438" y="4001436"/>
                  </a:lnTo>
                  <a:lnTo>
                    <a:pt x="2059563" y="4001436"/>
                  </a:lnTo>
                  <a:lnTo>
                    <a:pt x="2059688" y="4001436"/>
                  </a:lnTo>
                  <a:lnTo>
                    <a:pt x="2059813" y="4001436"/>
                  </a:lnTo>
                  <a:lnTo>
                    <a:pt x="2059938" y="4001436"/>
                  </a:lnTo>
                  <a:lnTo>
                    <a:pt x="2060063" y="4001436"/>
                  </a:lnTo>
                  <a:lnTo>
                    <a:pt x="2060188" y="4001436"/>
                  </a:lnTo>
                  <a:lnTo>
                    <a:pt x="2060313" y="4001436"/>
                  </a:lnTo>
                  <a:lnTo>
                    <a:pt x="2060438" y="4001436"/>
                  </a:lnTo>
                  <a:lnTo>
                    <a:pt x="2060563" y="4001436"/>
                  </a:lnTo>
                  <a:lnTo>
                    <a:pt x="2060688" y="4001436"/>
                  </a:lnTo>
                  <a:lnTo>
                    <a:pt x="2060813" y="4001436"/>
                  </a:lnTo>
                  <a:lnTo>
                    <a:pt x="2060938" y="4001436"/>
                  </a:lnTo>
                  <a:lnTo>
                    <a:pt x="2061064" y="4001436"/>
                  </a:lnTo>
                  <a:lnTo>
                    <a:pt x="2061189" y="4001436"/>
                  </a:lnTo>
                  <a:lnTo>
                    <a:pt x="2061314" y="4001436"/>
                  </a:lnTo>
                  <a:lnTo>
                    <a:pt x="2061439" y="4001436"/>
                  </a:lnTo>
                  <a:lnTo>
                    <a:pt x="2061564" y="4001436"/>
                  </a:lnTo>
                  <a:lnTo>
                    <a:pt x="2061689" y="4001436"/>
                  </a:lnTo>
                  <a:lnTo>
                    <a:pt x="2061814" y="4001436"/>
                  </a:lnTo>
                  <a:lnTo>
                    <a:pt x="2061939" y="4001436"/>
                  </a:lnTo>
                  <a:lnTo>
                    <a:pt x="2062064" y="4001436"/>
                  </a:lnTo>
                  <a:lnTo>
                    <a:pt x="2062189" y="4001436"/>
                  </a:lnTo>
                  <a:lnTo>
                    <a:pt x="2062314" y="4001436"/>
                  </a:lnTo>
                  <a:lnTo>
                    <a:pt x="2062439" y="4001436"/>
                  </a:lnTo>
                  <a:lnTo>
                    <a:pt x="2062564" y="4001436"/>
                  </a:lnTo>
                  <a:lnTo>
                    <a:pt x="2062689" y="4001436"/>
                  </a:lnTo>
                  <a:lnTo>
                    <a:pt x="2062814" y="4001436"/>
                  </a:lnTo>
                  <a:lnTo>
                    <a:pt x="2062939" y="4001436"/>
                  </a:lnTo>
                  <a:lnTo>
                    <a:pt x="2063064" y="4001436"/>
                  </a:lnTo>
                  <a:lnTo>
                    <a:pt x="2063189" y="4001436"/>
                  </a:lnTo>
                  <a:lnTo>
                    <a:pt x="2063314" y="4001436"/>
                  </a:lnTo>
                  <a:lnTo>
                    <a:pt x="2063439" y="4001436"/>
                  </a:lnTo>
                  <a:lnTo>
                    <a:pt x="2063564" y="4001436"/>
                  </a:lnTo>
                  <a:lnTo>
                    <a:pt x="2063689" y="4001436"/>
                  </a:lnTo>
                  <a:lnTo>
                    <a:pt x="2063814" y="4001436"/>
                  </a:lnTo>
                  <a:lnTo>
                    <a:pt x="2063939" y="4001436"/>
                  </a:lnTo>
                  <a:lnTo>
                    <a:pt x="2064065" y="4001436"/>
                  </a:lnTo>
                  <a:lnTo>
                    <a:pt x="2064190" y="4001436"/>
                  </a:lnTo>
                  <a:lnTo>
                    <a:pt x="2064315" y="4001436"/>
                  </a:lnTo>
                  <a:lnTo>
                    <a:pt x="2064440" y="4001436"/>
                  </a:lnTo>
                  <a:lnTo>
                    <a:pt x="2064565" y="4001436"/>
                  </a:lnTo>
                  <a:lnTo>
                    <a:pt x="2064690" y="4001436"/>
                  </a:lnTo>
                  <a:lnTo>
                    <a:pt x="2064815" y="4001436"/>
                  </a:lnTo>
                  <a:lnTo>
                    <a:pt x="2064940" y="4001436"/>
                  </a:lnTo>
                  <a:lnTo>
                    <a:pt x="2065065" y="4001436"/>
                  </a:lnTo>
                  <a:lnTo>
                    <a:pt x="2065190" y="4001436"/>
                  </a:lnTo>
                  <a:lnTo>
                    <a:pt x="2065315" y="4001436"/>
                  </a:lnTo>
                  <a:lnTo>
                    <a:pt x="2065440" y="4001436"/>
                  </a:lnTo>
                  <a:lnTo>
                    <a:pt x="2065440" y="3991482"/>
                  </a:lnTo>
                  <a:lnTo>
                    <a:pt x="2065565" y="3991482"/>
                  </a:lnTo>
                  <a:lnTo>
                    <a:pt x="2065690" y="3991482"/>
                  </a:lnTo>
                  <a:lnTo>
                    <a:pt x="2065815" y="3991482"/>
                  </a:lnTo>
                  <a:lnTo>
                    <a:pt x="2065940" y="3991482"/>
                  </a:lnTo>
                  <a:lnTo>
                    <a:pt x="2066065" y="3991482"/>
                  </a:lnTo>
                  <a:lnTo>
                    <a:pt x="2066190" y="3991482"/>
                  </a:lnTo>
                  <a:lnTo>
                    <a:pt x="2066315" y="3991482"/>
                  </a:lnTo>
                  <a:lnTo>
                    <a:pt x="2066440" y="3991482"/>
                  </a:lnTo>
                  <a:lnTo>
                    <a:pt x="2066565" y="3991482"/>
                  </a:lnTo>
                  <a:lnTo>
                    <a:pt x="2066690" y="3991482"/>
                  </a:lnTo>
                  <a:lnTo>
                    <a:pt x="2066815" y="3991482"/>
                  </a:lnTo>
                  <a:lnTo>
                    <a:pt x="2066940" y="3991482"/>
                  </a:lnTo>
                  <a:lnTo>
                    <a:pt x="2067066" y="3991482"/>
                  </a:lnTo>
                  <a:lnTo>
                    <a:pt x="2067191" y="3991482"/>
                  </a:lnTo>
                  <a:lnTo>
                    <a:pt x="2067316" y="3991482"/>
                  </a:lnTo>
                  <a:lnTo>
                    <a:pt x="2067441" y="3991482"/>
                  </a:lnTo>
                  <a:lnTo>
                    <a:pt x="2067566" y="3991482"/>
                  </a:lnTo>
                  <a:lnTo>
                    <a:pt x="2067691" y="3991482"/>
                  </a:lnTo>
                  <a:lnTo>
                    <a:pt x="2067816" y="3991482"/>
                  </a:lnTo>
                  <a:lnTo>
                    <a:pt x="2067941" y="3991482"/>
                  </a:lnTo>
                  <a:lnTo>
                    <a:pt x="2068066" y="3991482"/>
                  </a:lnTo>
                  <a:lnTo>
                    <a:pt x="2068191" y="3991482"/>
                  </a:lnTo>
                  <a:lnTo>
                    <a:pt x="2068316" y="3991482"/>
                  </a:lnTo>
                  <a:lnTo>
                    <a:pt x="2068441" y="3991482"/>
                  </a:lnTo>
                  <a:lnTo>
                    <a:pt x="2068566" y="3991482"/>
                  </a:lnTo>
                  <a:lnTo>
                    <a:pt x="2068691" y="3991482"/>
                  </a:lnTo>
                  <a:lnTo>
                    <a:pt x="2068816" y="3991482"/>
                  </a:lnTo>
                  <a:lnTo>
                    <a:pt x="2068941" y="3991482"/>
                  </a:lnTo>
                  <a:lnTo>
                    <a:pt x="2069066" y="3991482"/>
                  </a:lnTo>
                  <a:lnTo>
                    <a:pt x="2069191" y="3991482"/>
                  </a:lnTo>
                  <a:lnTo>
                    <a:pt x="2069316" y="3991482"/>
                  </a:lnTo>
                  <a:lnTo>
                    <a:pt x="2069441" y="3991482"/>
                  </a:lnTo>
                  <a:lnTo>
                    <a:pt x="2069566" y="3991482"/>
                  </a:lnTo>
                  <a:lnTo>
                    <a:pt x="2069691" y="3991482"/>
                  </a:lnTo>
                  <a:lnTo>
                    <a:pt x="2069816" y="3991482"/>
                  </a:lnTo>
                  <a:lnTo>
                    <a:pt x="2069941" y="3991482"/>
                  </a:lnTo>
                  <a:lnTo>
                    <a:pt x="2070067" y="3991482"/>
                  </a:lnTo>
                  <a:lnTo>
                    <a:pt x="2070192" y="3991482"/>
                  </a:lnTo>
                  <a:lnTo>
                    <a:pt x="2070317" y="3991482"/>
                  </a:lnTo>
                  <a:lnTo>
                    <a:pt x="2070442" y="3991482"/>
                  </a:lnTo>
                  <a:lnTo>
                    <a:pt x="2070567" y="3991482"/>
                  </a:lnTo>
                  <a:lnTo>
                    <a:pt x="2070692" y="3991482"/>
                  </a:lnTo>
                  <a:lnTo>
                    <a:pt x="2070817" y="3991482"/>
                  </a:lnTo>
                  <a:lnTo>
                    <a:pt x="2070942" y="3991482"/>
                  </a:lnTo>
                  <a:lnTo>
                    <a:pt x="2071067" y="3991482"/>
                  </a:lnTo>
                  <a:lnTo>
                    <a:pt x="2071192" y="3991482"/>
                  </a:lnTo>
                  <a:lnTo>
                    <a:pt x="2071317" y="3991482"/>
                  </a:lnTo>
                  <a:lnTo>
                    <a:pt x="2071442" y="3991482"/>
                  </a:lnTo>
                  <a:lnTo>
                    <a:pt x="2071567" y="3991482"/>
                  </a:lnTo>
                  <a:lnTo>
                    <a:pt x="2071692" y="3991482"/>
                  </a:lnTo>
                  <a:lnTo>
                    <a:pt x="2071817" y="3991482"/>
                  </a:lnTo>
                  <a:lnTo>
                    <a:pt x="2071942" y="3991482"/>
                  </a:lnTo>
                  <a:lnTo>
                    <a:pt x="2072067" y="3991482"/>
                  </a:lnTo>
                  <a:lnTo>
                    <a:pt x="2072192" y="3991482"/>
                  </a:lnTo>
                  <a:lnTo>
                    <a:pt x="2072317" y="3991482"/>
                  </a:lnTo>
                  <a:lnTo>
                    <a:pt x="2072442" y="3991482"/>
                  </a:lnTo>
                  <a:lnTo>
                    <a:pt x="2072567" y="3991482"/>
                  </a:lnTo>
                  <a:lnTo>
                    <a:pt x="2072692" y="3991482"/>
                  </a:lnTo>
                  <a:lnTo>
                    <a:pt x="2072817" y="3991482"/>
                  </a:lnTo>
                  <a:lnTo>
                    <a:pt x="2072942" y="3991482"/>
                  </a:lnTo>
                  <a:lnTo>
                    <a:pt x="2073068" y="3991482"/>
                  </a:lnTo>
                  <a:lnTo>
                    <a:pt x="2073193" y="3991482"/>
                  </a:lnTo>
                  <a:lnTo>
                    <a:pt x="2073318" y="3991482"/>
                  </a:lnTo>
                  <a:lnTo>
                    <a:pt x="2073443" y="3991482"/>
                  </a:lnTo>
                  <a:lnTo>
                    <a:pt x="2073568" y="3991482"/>
                  </a:lnTo>
                  <a:lnTo>
                    <a:pt x="2073693" y="3991482"/>
                  </a:lnTo>
                  <a:lnTo>
                    <a:pt x="2073818" y="3991482"/>
                  </a:lnTo>
                  <a:lnTo>
                    <a:pt x="2073943" y="3991482"/>
                  </a:lnTo>
                  <a:lnTo>
                    <a:pt x="2074068" y="3991482"/>
                  </a:lnTo>
                  <a:lnTo>
                    <a:pt x="2074193" y="3991482"/>
                  </a:lnTo>
                  <a:lnTo>
                    <a:pt x="2074193" y="3981529"/>
                  </a:lnTo>
                  <a:lnTo>
                    <a:pt x="2074318" y="3981529"/>
                  </a:lnTo>
                  <a:lnTo>
                    <a:pt x="2074443" y="3981529"/>
                  </a:lnTo>
                  <a:lnTo>
                    <a:pt x="2074568" y="3981529"/>
                  </a:lnTo>
                  <a:lnTo>
                    <a:pt x="2074693" y="3981529"/>
                  </a:lnTo>
                  <a:lnTo>
                    <a:pt x="2074818" y="3981529"/>
                  </a:lnTo>
                  <a:lnTo>
                    <a:pt x="2074943" y="3981529"/>
                  </a:lnTo>
                  <a:lnTo>
                    <a:pt x="2075068" y="3981529"/>
                  </a:lnTo>
                  <a:lnTo>
                    <a:pt x="2075193" y="3981529"/>
                  </a:lnTo>
                  <a:lnTo>
                    <a:pt x="2075318" y="3981529"/>
                  </a:lnTo>
                  <a:lnTo>
                    <a:pt x="2075443" y="3981529"/>
                  </a:lnTo>
                  <a:lnTo>
                    <a:pt x="2075568" y="3981529"/>
                  </a:lnTo>
                  <a:lnTo>
                    <a:pt x="2075693" y="3981529"/>
                  </a:lnTo>
                  <a:lnTo>
                    <a:pt x="2075818" y="3981529"/>
                  </a:lnTo>
                  <a:lnTo>
                    <a:pt x="2075943" y="3981529"/>
                  </a:lnTo>
                  <a:lnTo>
                    <a:pt x="2076069" y="3981529"/>
                  </a:lnTo>
                  <a:lnTo>
                    <a:pt x="2076194" y="3981529"/>
                  </a:lnTo>
                  <a:lnTo>
                    <a:pt x="2076319" y="3981529"/>
                  </a:lnTo>
                  <a:lnTo>
                    <a:pt x="2076444" y="3981529"/>
                  </a:lnTo>
                  <a:lnTo>
                    <a:pt x="2076569" y="3981529"/>
                  </a:lnTo>
                  <a:lnTo>
                    <a:pt x="2076694" y="3981529"/>
                  </a:lnTo>
                  <a:lnTo>
                    <a:pt x="2076819" y="3981529"/>
                  </a:lnTo>
                  <a:lnTo>
                    <a:pt x="2076944" y="3981529"/>
                  </a:lnTo>
                  <a:lnTo>
                    <a:pt x="2077069" y="3981529"/>
                  </a:lnTo>
                  <a:lnTo>
                    <a:pt x="2077194" y="3981529"/>
                  </a:lnTo>
                  <a:lnTo>
                    <a:pt x="2077319" y="3981529"/>
                  </a:lnTo>
                  <a:lnTo>
                    <a:pt x="2077444" y="3981529"/>
                  </a:lnTo>
                  <a:lnTo>
                    <a:pt x="2077569" y="3981529"/>
                  </a:lnTo>
                  <a:lnTo>
                    <a:pt x="2077694" y="3981529"/>
                  </a:lnTo>
                  <a:lnTo>
                    <a:pt x="2077819" y="3981529"/>
                  </a:lnTo>
                  <a:lnTo>
                    <a:pt x="2077944" y="3981529"/>
                  </a:lnTo>
                  <a:lnTo>
                    <a:pt x="2078069" y="3981529"/>
                  </a:lnTo>
                  <a:lnTo>
                    <a:pt x="2078194" y="3981529"/>
                  </a:lnTo>
                  <a:lnTo>
                    <a:pt x="2078319" y="3981529"/>
                  </a:lnTo>
                  <a:lnTo>
                    <a:pt x="2078444" y="3981529"/>
                  </a:lnTo>
                  <a:lnTo>
                    <a:pt x="2078569" y="3981529"/>
                  </a:lnTo>
                  <a:lnTo>
                    <a:pt x="2078694" y="3981529"/>
                  </a:lnTo>
                  <a:lnTo>
                    <a:pt x="2078819" y="3981529"/>
                  </a:lnTo>
                  <a:lnTo>
                    <a:pt x="2078944" y="3981529"/>
                  </a:lnTo>
                  <a:lnTo>
                    <a:pt x="2079070" y="3981529"/>
                  </a:lnTo>
                  <a:lnTo>
                    <a:pt x="2079195" y="3981529"/>
                  </a:lnTo>
                  <a:lnTo>
                    <a:pt x="2079320" y="3981529"/>
                  </a:lnTo>
                  <a:lnTo>
                    <a:pt x="2079445" y="3981529"/>
                  </a:lnTo>
                  <a:lnTo>
                    <a:pt x="2079570" y="3981529"/>
                  </a:lnTo>
                  <a:lnTo>
                    <a:pt x="2079695" y="3981529"/>
                  </a:lnTo>
                  <a:lnTo>
                    <a:pt x="2079820" y="3981529"/>
                  </a:lnTo>
                  <a:lnTo>
                    <a:pt x="2079945" y="3981529"/>
                  </a:lnTo>
                  <a:lnTo>
                    <a:pt x="2080070" y="3981529"/>
                  </a:lnTo>
                  <a:lnTo>
                    <a:pt x="2080195" y="3981529"/>
                  </a:lnTo>
                  <a:lnTo>
                    <a:pt x="2080320" y="3981529"/>
                  </a:lnTo>
                  <a:lnTo>
                    <a:pt x="2080445" y="3981529"/>
                  </a:lnTo>
                  <a:lnTo>
                    <a:pt x="2080570" y="3981529"/>
                  </a:lnTo>
                  <a:lnTo>
                    <a:pt x="2080695" y="3981529"/>
                  </a:lnTo>
                  <a:lnTo>
                    <a:pt x="2080820" y="3981529"/>
                  </a:lnTo>
                  <a:lnTo>
                    <a:pt x="2080945" y="3981529"/>
                  </a:lnTo>
                  <a:lnTo>
                    <a:pt x="2081070" y="3981529"/>
                  </a:lnTo>
                  <a:lnTo>
                    <a:pt x="2081195" y="3981529"/>
                  </a:lnTo>
                  <a:lnTo>
                    <a:pt x="2081320" y="3981529"/>
                  </a:lnTo>
                  <a:lnTo>
                    <a:pt x="2081445" y="3981529"/>
                  </a:lnTo>
                  <a:lnTo>
                    <a:pt x="2081570" y="3981529"/>
                  </a:lnTo>
                  <a:lnTo>
                    <a:pt x="2081695" y="3981529"/>
                  </a:lnTo>
                  <a:lnTo>
                    <a:pt x="2081820" y="3981529"/>
                  </a:lnTo>
                  <a:lnTo>
                    <a:pt x="2081945" y="3981529"/>
                  </a:lnTo>
                  <a:lnTo>
                    <a:pt x="2082071" y="3981529"/>
                  </a:lnTo>
                  <a:lnTo>
                    <a:pt x="2082196" y="3981529"/>
                  </a:lnTo>
                  <a:lnTo>
                    <a:pt x="2082321" y="3981529"/>
                  </a:lnTo>
                  <a:lnTo>
                    <a:pt x="2082446" y="3981529"/>
                  </a:lnTo>
                  <a:lnTo>
                    <a:pt x="2082571" y="3981529"/>
                  </a:lnTo>
                  <a:lnTo>
                    <a:pt x="2082696" y="3981529"/>
                  </a:lnTo>
                  <a:lnTo>
                    <a:pt x="2082821" y="3981529"/>
                  </a:lnTo>
                  <a:lnTo>
                    <a:pt x="2082946" y="3981529"/>
                  </a:lnTo>
                  <a:lnTo>
                    <a:pt x="2083071" y="3981529"/>
                  </a:lnTo>
                  <a:lnTo>
                    <a:pt x="2083196" y="3981529"/>
                  </a:lnTo>
                  <a:lnTo>
                    <a:pt x="2083321" y="3981529"/>
                  </a:lnTo>
                  <a:lnTo>
                    <a:pt x="2083446" y="3981529"/>
                  </a:lnTo>
                  <a:lnTo>
                    <a:pt x="2083571" y="3981529"/>
                  </a:lnTo>
                  <a:lnTo>
                    <a:pt x="2083696" y="3981529"/>
                  </a:lnTo>
                  <a:lnTo>
                    <a:pt x="2083821" y="3981529"/>
                  </a:lnTo>
                  <a:lnTo>
                    <a:pt x="2083946" y="3981529"/>
                  </a:lnTo>
                  <a:lnTo>
                    <a:pt x="2084071" y="3981529"/>
                  </a:lnTo>
                  <a:lnTo>
                    <a:pt x="2084196" y="3981529"/>
                  </a:lnTo>
                  <a:lnTo>
                    <a:pt x="2084321" y="3981529"/>
                  </a:lnTo>
                  <a:lnTo>
                    <a:pt x="2084446" y="3981529"/>
                  </a:lnTo>
                  <a:lnTo>
                    <a:pt x="2084571" y="3981529"/>
                  </a:lnTo>
                  <a:lnTo>
                    <a:pt x="2084696" y="3981529"/>
                  </a:lnTo>
                  <a:lnTo>
                    <a:pt x="2084821" y="3981529"/>
                  </a:lnTo>
                  <a:lnTo>
                    <a:pt x="2084946" y="3981529"/>
                  </a:lnTo>
                  <a:lnTo>
                    <a:pt x="2085072" y="3981529"/>
                  </a:lnTo>
                  <a:lnTo>
                    <a:pt x="2085197" y="3981529"/>
                  </a:lnTo>
                  <a:lnTo>
                    <a:pt x="2085322" y="3981529"/>
                  </a:lnTo>
                  <a:lnTo>
                    <a:pt x="2085447" y="3981529"/>
                  </a:lnTo>
                  <a:lnTo>
                    <a:pt x="2085572" y="3981529"/>
                  </a:lnTo>
                  <a:lnTo>
                    <a:pt x="2085697" y="3981529"/>
                  </a:lnTo>
                  <a:lnTo>
                    <a:pt x="2085822" y="3981529"/>
                  </a:lnTo>
                  <a:lnTo>
                    <a:pt x="2085947" y="3981529"/>
                  </a:lnTo>
                  <a:lnTo>
                    <a:pt x="2086072" y="3981529"/>
                  </a:lnTo>
                  <a:lnTo>
                    <a:pt x="2086197" y="3981529"/>
                  </a:lnTo>
                  <a:lnTo>
                    <a:pt x="2086322" y="3981529"/>
                  </a:lnTo>
                  <a:lnTo>
                    <a:pt x="2086447" y="3981529"/>
                  </a:lnTo>
                  <a:lnTo>
                    <a:pt x="2086572" y="3981529"/>
                  </a:lnTo>
                  <a:lnTo>
                    <a:pt x="2086697" y="3981529"/>
                  </a:lnTo>
                  <a:lnTo>
                    <a:pt x="2086822" y="3981529"/>
                  </a:lnTo>
                  <a:lnTo>
                    <a:pt x="2086947" y="3981529"/>
                  </a:lnTo>
                  <a:lnTo>
                    <a:pt x="2087072" y="3981529"/>
                  </a:lnTo>
                  <a:lnTo>
                    <a:pt x="2087197" y="3981529"/>
                  </a:lnTo>
                  <a:lnTo>
                    <a:pt x="2087322" y="3981529"/>
                  </a:lnTo>
                  <a:lnTo>
                    <a:pt x="2087447" y="3981529"/>
                  </a:lnTo>
                  <a:lnTo>
                    <a:pt x="2087572" y="3981529"/>
                  </a:lnTo>
                  <a:lnTo>
                    <a:pt x="2087697" y="3981529"/>
                  </a:lnTo>
                  <a:lnTo>
                    <a:pt x="2087822" y="3981529"/>
                  </a:lnTo>
                  <a:lnTo>
                    <a:pt x="2087947" y="3981529"/>
                  </a:lnTo>
                  <a:lnTo>
                    <a:pt x="2088073" y="3981529"/>
                  </a:lnTo>
                  <a:lnTo>
                    <a:pt x="2088198" y="3981529"/>
                  </a:lnTo>
                  <a:lnTo>
                    <a:pt x="2088323" y="3981529"/>
                  </a:lnTo>
                  <a:lnTo>
                    <a:pt x="2088448" y="3981529"/>
                  </a:lnTo>
                  <a:lnTo>
                    <a:pt x="2088573" y="3981529"/>
                  </a:lnTo>
                  <a:lnTo>
                    <a:pt x="2088698" y="3981529"/>
                  </a:lnTo>
                  <a:lnTo>
                    <a:pt x="2088823" y="3981529"/>
                  </a:lnTo>
                  <a:lnTo>
                    <a:pt x="2088948" y="3981529"/>
                  </a:lnTo>
                  <a:lnTo>
                    <a:pt x="2089073" y="3981529"/>
                  </a:lnTo>
                  <a:lnTo>
                    <a:pt x="2089198" y="3981529"/>
                  </a:lnTo>
                  <a:lnTo>
                    <a:pt x="2089323" y="3981529"/>
                  </a:lnTo>
                  <a:lnTo>
                    <a:pt x="2089448" y="3981529"/>
                  </a:lnTo>
                  <a:lnTo>
                    <a:pt x="2089573" y="3981529"/>
                  </a:lnTo>
                  <a:lnTo>
                    <a:pt x="2089698" y="3981529"/>
                  </a:lnTo>
                  <a:lnTo>
                    <a:pt x="2089823" y="3981529"/>
                  </a:lnTo>
                  <a:lnTo>
                    <a:pt x="2089948" y="3981529"/>
                  </a:lnTo>
                  <a:lnTo>
                    <a:pt x="2090073" y="3981529"/>
                  </a:lnTo>
                  <a:lnTo>
                    <a:pt x="2090198" y="3981529"/>
                  </a:lnTo>
                  <a:lnTo>
                    <a:pt x="2090323" y="3981529"/>
                  </a:lnTo>
                  <a:lnTo>
                    <a:pt x="2090448" y="3981529"/>
                  </a:lnTo>
                  <a:lnTo>
                    <a:pt x="2090573" y="3981529"/>
                  </a:lnTo>
                  <a:lnTo>
                    <a:pt x="2090698" y="3981529"/>
                  </a:lnTo>
                  <a:lnTo>
                    <a:pt x="2090823" y="3981529"/>
                  </a:lnTo>
                  <a:lnTo>
                    <a:pt x="2090948" y="3981529"/>
                  </a:lnTo>
                  <a:lnTo>
                    <a:pt x="2091074" y="3981529"/>
                  </a:lnTo>
                  <a:lnTo>
                    <a:pt x="2091199" y="3981529"/>
                  </a:lnTo>
                  <a:lnTo>
                    <a:pt x="2091324" y="3981529"/>
                  </a:lnTo>
                  <a:lnTo>
                    <a:pt x="2091449" y="3981529"/>
                  </a:lnTo>
                  <a:lnTo>
                    <a:pt x="2091574" y="3981529"/>
                  </a:lnTo>
                  <a:lnTo>
                    <a:pt x="2091699" y="3981529"/>
                  </a:lnTo>
                  <a:lnTo>
                    <a:pt x="2091824" y="3981529"/>
                  </a:lnTo>
                  <a:lnTo>
                    <a:pt x="2091949" y="3981529"/>
                  </a:lnTo>
                  <a:lnTo>
                    <a:pt x="2092074" y="3981529"/>
                  </a:lnTo>
                  <a:lnTo>
                    <a:pt x="2092199" y="3981529"/>
                  </a:lnTo>
                  <a:lnTo>
                    <a:pt x="2092324" y="3981529"/>
                  </a:lnTo>
                  <a:lnTo>
                    <a:pt x="2092449" y="3981529"/>
                  </a:lnTo>
                  <a:lnTo>
                    <a:pt x="2092574" y="3981529"/>
                  </a:lnTo>
                  <a:lnTo>
                    <a:pt x="2092699" y="3981529"/>
                  </a:lnTo>
                  <a:lnTo>
                    <a:pt x="2092824" y="3981529"/>
                  </a:lnTo>
                  <a:lnTo>
                    <a:pt x="2092949" y="3981529"/>
                  </a:lnTo>
                  <a:lnTo>
                    <a:pt x="2093074" y="3981529"/>
                  </a:lnTo>
                  <a:lnTo>
                    <a:pt x="2093199" y="3981529"/>
                  </a:lnTo>
                  <a:lnTo>
                    <a:pt x="2093324" y="3981529"/>
                  </a:lnTo>
                  <a:lnTo>
                    <a:pt x="2093449" y="3981529"/>
                  </a:lnTo>
                  <a:lnTo>
                    <a:pt x="2093574" y="3981529"/>
                  </a:lnTo>
                  <a:lnTo>
                    <a:pt x="2093699" y="3981529"/>
                  </a:lnTo>
                  <a:lnTo>
                    <a:pt x="2093824" y="3981529"/>
                  </a:lnTo>
                  <a:lnTo>
                    <a:pt x="2093949" y="3981529"/>
                  </a:lnTo>
                  <a:lnTo>
                    <a:pt x="2094075" y="3981529"/>
                  </a:lnTo>
                  <a:lnTo>
                    <a:pt x="2094200" y="3981529"/>
                  </a:lnTo>
                  <a:lnTo>
                    <a:pt x="2094325" y="3981529"/>
                  </a:lnTo>
                  <a:lnTo>
                    <a:pt x="2094450" y="3981529"/>
                  </a:lnTo>
                  <a:lnTo>
                    <a:pt x="2094575" y="3981529"/>
                  </a:lnTo>
                  <a:lnTo>
                    <a:pt x="2094700" y="3981529"/>
                  </a:lnTo>
                  <a:lnTo>
                    <a:pt x="2094825" y="3981529"/>
                  </a:lnTo>
                  <a:lnTo>
                    <a:pt x="2094950" y="3981529"/>
                  </a:lnTo>
                  <a:lnTo>
                    <a:pt x="2095075" y="3981529"/>
                  </a:lnTo>
                  <a:lnTo>
                    <a:pt x="2095200" y="3981529"/>
                  </a:lnTo>
                  <a:lnTo>
                    <a:pt x="2095325" y="3981529"/>
                  </a:lnTo>
                  <a:lnTo>
                    <a:pt x="2095450" y="3981529"/>
                  </a:lnTo>
                  <a:lnTo>
                    <a:pt x="2095575" y="3981529"/>
                  </a:lnTo>
                  <a:lnTo>
                    <a:pt x="2095700" y="3981529"/>
                  </a:lnTo>
                  <a:lnTo>
                    <a:pt x="2095825" y="3981529"/>
                  </a:lnTo>
                  <a:lnTo>
                    <a:pt x="2095950" y="3981529"/>
                  </a:lnTo>
                  <a:lnTo>
                    <a:pt x="2096075" y="3981529"/>
                  </a:lnTo>
                  <a:lnTo>
                    <a:pt x="2096200" y="3981529"/>
                  </a:lnTo>
                  <a:lnTo>
                    <a:pt x="2096325" y="3981529"/>
                  </a:lnTo>
                  <a:lnTo>
                    <a:pt x="2096450" y="3981529"/>
                  </a:lnTo>
                  <a:lnTo>
                    <a:pt x="2096575" y="3981529"/>
                  </a:lnTo>
                  <a:lnTo>
                    <a:pt x="2096700" y="3981529"/>
                  </a:lnTo>
                  <a:lnTo>
                    <a:pt x="2096825" y="3981529"/>
                  </a:lnTo>
                  <a:lnTo>
                    <a:pt x="2096951" y="3981529"/>
                  </a:lnTo>
                  <a:lnTo>
                    <a:pt x="2097076" y="3981529"/>
                  </a:lnTo>
                  <a:lnTo>
                    <a:pt x="2097201" y="3981529"/>
                  </a:lnTo>
                  <a:lnTo>
                    <a:pt x="2097326" y="3981529"/>
                  </a:lnTo>
                  <a:lnTo>
                    <a:pt x="2097451" y="3981529"/>
                  </a:lnTo>
                  <a:lnTo>
                    <a:pt x="2097576" y="3981529"/>
                  </a:lnTo>
                  <a:lnTo>
                    <a:pt x="2097701" y="3981529"/>
                  </a:lnTo>
                  <a:lnTo>
                    <a:pt x="2097826" y="3981529"/>
                  </a:lnTo>
                  <a:lnTo>
                    <a:pt x="2097951" y="3981529"/>
                  </a:lnTo>
                  <a:lnTo>
                    <a:pt x="2098076" y="3981529"/>
                  </a:lnTo>
                  <a:lnTo>
                    <a:pt x="2098201" y="3981529"/>
                  </a:lnTo>
                  <a:lnTo>
                    <a:pt x="2098326" y="3981529"/>
                  </a:lnTo>
                  <a:lnTo>
                    <a:pt x="2098451" y="3981529"/>
                  </a:lnTo>
                  <a:lnTo>
                    <a:pt x="2098576" y="3981529"/>
                  </a:lnTo>
                  <a:lnTo>
                    <a:pt x="2098701" y="3981529"/>
                  </a:lnTo>
                  <a:lnTo>
                    <a:pt x="2098826" y="3981529"/>
                  </a:lnTo>
                  <a:lnTo>
                    <a:pt x="2098951" y="3981529"/>
                  </a:lnTo>
                  <a:lnTo>
                    <a:pt x="2099076" y="3981529"/>
                  </a:lnTo>
                  <a:lnTo>
                    <a:pt x="2099201" y="3981529"/>
                  </a:lnTo>
                  <a:lnTo>
                    <a:pt x="2099326" y="3981529"/>
                  </a:lnTo>
                  <a:lnTo>
                    <a:pt x="2099451" y="3981529"/>
                  </a:lnTo>
                  <a:lnTo>
                    <a:pt x="2099576" y="3981529"/>
                  </a:lnTo>
                  <a:lnTo>
                    <a:pt x="2099701" y="3981529"/>
                  </a:lnTo>
                  <a:lnTo>
                    <a:pt x="2099826" y="3981529"/>
                  </a:lnTo>
                  <a:lnTo>
                    <a:pt x="2099952" y="3981529"/>
                  </a:lnTo>
                  <a:lnTo>
                    <a:pt x="2100077" y="3981529"/>
                  </a:lnTo>
                  <a:lnTo>
                    <a:pt x="2100202" y="3981529"/>
                  </a:lnTo>
                  <a:lnTo>
                    <a:pt x="2100327" y="3981529"/>
                  </a:lnTo>
                  <a:lnTo>
                    <a:pt x="2100452" y="3981529"/>
                  </a:lnTo>
                  <a:lnTo>
                    <a:pt x="2100577" y="3981529"/>
                  </a:lnTo>
                  <a:lnTo>
                    <a:pt x="2100702" y="3981529"/>
                  </a:lnTo>
                  <a:lnTo>
                    <a:pt x="2100827" y="3981529"/>
                  </a:lnTo>
                  <a:lnTo>
                    <a:pt x="2100952" y="3981529"/>
                  </a:lnTo>
                  <a:lnTo>
                    <a:pt x="2101077" y="3981529"/>
                  </a:lnTo>
                  <a:lnTo>
                    <a:pt x="2101202" y="3981529"/>
                  </a:lnTo>
                  <a:lnTo>
                    <a:pt x="2101327" y="3981529"/>
                  </a:lnTo>
                  <a:lnTo>
                    <a:pt x="2101452" y="3981529"/>
                  </a:lnTo>
                  <a:lnTo>
                    <a:pt x="2101577" y="3981529"/>
                  </a:lnTo>
                  <a:lnTo>
                    <a:pt x="2101702" y="3981529"/>
                  </a:lnTo>
                  <a:lnTo>
                    <a:pt x="2101827" y="3981529"/>
                  </a:lnTo>
                  <a:lnTo>
                    <a:pt x="2101952" y="3981529"/>
                  </a:lnTo>
                  <a:lnTo>
                    <a:pt x="2102077" y="3981529"/>
                  </a:lnTo>
                  <a:lnTo>
                    <a:pt x="2102202" y="3981529"/>
                  </a:lnTo>
                  <a:lnTo>
                    <a:pt x="2102327" y="3981529"/>
                  </a:lnTo>
                  <a:lnTo>
                    <a:pt x="2102452" y="3981529"/>
                  </a:lnTo>
                  <a:lnTo>
                    <a:pt x="2102452" y="3971575"/>
                  </a:lnTo>
                  <a:lnTo>
                    <a:pt x="2102577" y="3971575"/>
                  </a:lnTo>
                  <a:lnTo>
                    <a:pt x="2102702" y="3971575"/>
                  </a:lnTo>
                  <a:lnTo>
                    <a:pt x="2102827" y="3971575"/>
                  </a:lnTo>
                  <a:lnTo>
                    <a:pt x="2102953" y="3971575"/>
                  </a:lnTo>
                  <a:lnTo>
                    <a:pt x="2103078" y="3971575"/>
                  </a:lnTo>
                  <a:lnTo>
                    <a:pt x="2103203" y="3971575"/>
                  </a:lnTo>
                  <a:lnTo>
                    <a:pt x="2103328" y="3971575"/>
                  </a:lnTo>
                  <a:lnTo>
                    <a:pt x="2103453" y="3971575"/>
                  </a:lnTo>
                  <a:lnTo>
                    <a:pt x="2103578" y="3971575"/>
                  </a:lnTo>
                  <a:lnTo>
                    <a:pt x="2103703" y="3971575"/>
                  </a:lnTo>
                  <a:lnTo>
                    <a:pt x="2103828" y="3971575"/>
                  </a:lnTo>
                  <a:lnTo>
                    <a:pt x="2103953" y="3971575"/>
                  </a:lnTo>
                  <a:lnTo>
                    <a:pt x="2104078" y="3971575"/>
                  </a:lnTo>
                  <a:lnTo>
                    <a:pt x="2104203" y="3971575"/>
                  </a:lnTo>
                  <a:lnTo>
                    <a:pt x="2104328" y="3971575"/>
                  </a:lnTo>
                  <a:lnTo>
                    <a:pt x="2104453" y="3971575"/>
                  </a:lnTo>
                  <a:lnTo>
                    <a:pt x="2104578" y="3971575"/>
                  </a:lnTo>
                  <a:lnTo>
                    <a:pt x="2104703" y="3971575"/>
                  </a:lnTo>
                  <a:lnTo>
                    <a:pt x="2104828" y="3971575"/>
                  </a:lnTo>
                  <a:lnTo>
                    <a:pt x="2104953" y="3971575"/>
                  </a:lnTo>
                  <a:lnTo>
                    <a:pt x="2105078" y="3971575"/>
                  </a:lnTo>
                  <a:lnTo>
                    <a:pt x="2105203" y="3971575"/>
                  </a:lnTo>
                  <a:lnTo>
                    <a:pt x="2105328" y="3971575"/>
                  </a:lnTo>
                  <a:lnTo>
                    <a:pt x="2105453" y="3971575"/>
                  </a:lnTo>
                  <a:lnTo>
                    <a:pt x="2105578" y="3971575"/>
                  </a:lnTo>
                  <a:lnTo>
                    <a:pt x="2105703" y="3971575"/>
                  </a:lnTo>
                  <a:lnTo>
                    <a:pt x="2105828" y="3971575"/>
                  </a:lnTo>
                  <a:lnTo>
                    <a:pt x="2105954" y="3971575"/>
                  </a:lnTo>
                  <a:lnTo>
                    <a:pt x="2106079" y="3971575"/>
                  </a:lnTo>
                  <a:lnTo>
                    <a:pt x="2106204" y="3971575"/>
                  </a:lnTo>
                  <a:lnTo>
                    <a:pt x="2106329" y="3971575"/>
                  </a:lnTo>
                  <a:lnTo>
                    <a:pt x="2106454" y="3971575"/>
                  </a:lnTo>
                  <a:lnTo>
                    <a:pt x="2106579" y="3971575"/>
                  </a:lnTo>
                  <a:lnTo>
                    <a:pt x="2106704" y="3971575"/>
                  </a:lnTo>
                  <a:lnTo>
                    <a:pt x="2106829" y="3971575"/>
                  </a:lnTo>
                  <a:lnTo>
                    <a:pt x="2106954" y="3971575"/>
                  </a:lnTo>
                  <a:lnTo>
                    <a:pt x="2107079" y="3971575"/>
                  </a:lnTo>
                  <a:lnTo>
                    <a:pt x="2107204" y="3971575"/>
                  </a:lnTo>
                  <a:lnTo>
                    <a:pt x="2107329" y="3971575"/>
                  </a:lnTo>
                  <a:lnTo>
                    <a:pt x="2107454" y="3971575"/>
                  </a:lnTo>
                  <a:lnTo>
                    <a:pt x="2107579" y="3971575"/>
                  </a:lnTo>
                  <a:lnTo>
                    <a:pt x="2107704" y="3971575"/>
                  </a:lnTo>
                  <a:lnTo>
                    <a:pt x="2107829" y="3971575"/>
                  </a:lnTo>
                  <a:lnTo>
                    <a:pt x="2107954" y="3971575"/>
                  </a:lnTo>
                  <a:lnTo>
                    <a:pt x="2108079" y="3971575"/>
                  </a:lnTo>
                  <a:lnTo>
                    <a:pt x="2108204" y="3971575"/>
                  </a:lnTo>
                  <a:lnTo>
                    <a:pt x="2108329" y="3971575"/>
                  </a:lnTo>
                  <a:lnTo>
                    <a:pt x="2108454" y="3971575"/>
                  </a:lnTo>
                  <a:lnTo>
                    <a:pt x="2108579" y="3971575"/>
                  </a:lnTo>
                  <a:lnTo>
                    <a:pt x="2108704" y="3971575"/>
                  </a:lnTo>
                  <a:lnTo>
                    <a:pt x="2108829" y="3971575"/>
                  </a:lnTo>
                  <a:lnTo>
                    <a:pt x="2108955" y="3971575"/>
                  </a:lnTo>
                  <a:lnTo>
                    <a:pt x="2109080" y="3971575"/>
                  </a:lnTo>
                  <a:lnTo>
                    <a:pt x="2109205" y="3971575"/>
                  </a:lnTo>
                  <a:lnTo>
                    <a:pt x="2109330" y="3971575"/>
                  </a:lnTo>
                  <a:lnTo>
                    <a:pt x="2109455" y="3971575"/>
                  </a:lnTo>
                  <a:lnTo>
                    <a:pt x="2109580" y="3971575"/>
                  </a:lnTo>
                  <a:lnTo>
                    <a:pt x="2109705" y="3971575"/>
                  </a:lnTo>
                  <a:lnTo>
                    <a:pt x="2109830" y="3971575"/>
                  </a:lnTo>
                  <a:lnTo>
                    <a:pt x="2109955" y="3971575"/>
                  </a:lnTo>
                  <a:lnTo>
                    <a:pt x="2110080" y="3971575"/>
                  </a:lnTo>
                  <a:lnTo>
                    <a:pt x="2110205" y="3971575"/>
                  </a:lnTo>
                  <a:lnTo>
                    <a:pt x="2110330" y="3971575"/>
                  </a:lnTo>
                  <a:lnTo>
                    <a:pt x="2110455" y="3971575"/>
                  </a:lnTo>
                  <a:lnTo>
                    <a:pt x="2110580" y="3971575"/>
                  </a:lnTo>
                  <a:lnTo>
                    <a:pt x="2110705" y="3971575"/>
                  </a:lnTo>
                  <a:lnTo>
                    <a:pt x="2110830" y="3971575"/>
                  </a:lnTo>
                  <a:lnTo>
                    <a:pt x="2110955" y="3971575"/>
                  </a:lnTo>
                  <a:lnTo>
                    <a:pt x="2111080" y="3971575"/>
                  </a:lnTo>
                  <a:lnTo>
                    <a:pt x="2111205" y="3971575"/>
                  </a:lnTo>
                  <a:lnTo>
                    <a:pt x="2111330" y="3971575"/>
                  </a:lnTo>
                  <a:lnTo>
                    <a:pt x="2111455" y="3971575"/>
                  </a:lnTo>
                  <a:lnTo>
                    <a:pt x="2111580" y="3971575"/>
                  </a:lnTo>
                  <a:lnTo>
                    <a:pt x="2111705" y="3971575"/>
                  </a:lnTo>
                  <a:lnTo>
                    <a:pt x="2111830" y="3971575"/>
                  </a:lnTo>
                  <a:lnTo>
                    <a:pt x="2111956" y="3971575"/>
                  </a:lnTo>
                  <a:lnTo>
                    <a:pt x="2112081" y="3971575"/>
                  </a:lnTo>
                  <a:lnTo>
                    <a:pt x="2112206" y="3971575"/>
                  </a:lnTo>
                  <a:lnTo>
                    <a:pt x="2112331" y="3971575"/>
                  </a:lnTo>
                  <a:lnTo>
                    <a:pt x="2112456" y="3971575"/>
                  </a:lnTo>
                  <a:lnTo>
                    <a:pt x="2112581" y="3971575"/>
                  </a:lnTo>
                  <a:lnTo>
                    <a:pt x="2112706" y="3971575"/>
                  </a:lnTo>
                  <a:lnTo>
                    <a:pt x="2112831" y="3971575"/>
                  </a:lnTo>
                  <a:lnTo>
                    <a:pt x="2112956" y="3971575"/>
                  </a:lnTo>
                  <a:lnTo>
                    <a:pt x="2113081" y="3971575"/>
                  </a:lnTo>
                  <a:lnTo>
                    <a:pt x="2113206" y="3971575"/>
                  </a:lnTo>
                  <a:lnTo>
                    <a:pt x="2113331" y="3971575"/>
                  </a:lnTo>
                  <a:lnTo>
                    <a:pt x="2113456" y="3971575"/>
                  </a:lnTo>
                  <a:lnTo>
                    <a:pt x="2113581" y="3971575"/>
                  </a:lnTo>
                  <a:lnTo>
                    <a:pt x="2113706" y="3971575"/>
                  </a:lnTo>
                  <a:lnTo>
                    <a:pt x="2113831" y="3971575"/>
                  </a:lnTo>
                  <a:lnTo>
                    <a:pt x="2113956" y="3971575"/>
                  </a:lnTo>
                  <a:lnTo>
                    <a:pt x="2114081" y="3971575"/>
                  </a:lnTo>
                  <a:lnTo>
                    <a:pt x="2114206" y="3971575"/>
                  </a:lnTo>
                  <a:lnTo>
                    <a:pt x="2114331" y="3971575"/>
                  </a:lnTo>
                  <a:lnTo>
                    <a:pt x="2114456" y="3971575"/>
                  </a:lnTo>
                  <a:lnTo>
                    <a:pt x="2114581" y="3971575"/>
                  </a:lnTo>
                  <a:lnTo>
                    <a:pt x="2114706" y="3971575"/>
                  </a:lnTo>
                  <a:lnTo>
                    <a:pt x="2114831" y="3971575"/>
                  </a:lnTo>
                  <a:lnTo>
                    <a:pt x="2114957" y="3971575"/>
                  </a:lnTo>
                  <a:lnTo>
                    <a:pt x="2115082" y="3971575"/>
                  </a:lnTo>
                  <a:lnTo>
                    <a:pt x="2115207" y="3971575"/>
                  </a:lnTo>
                  <a:lnTo>
                    <a:pt x="2115332" y="3971575"/>
                  </a:lnTo>
                  <a:lnTo>
                    <a:pt x="2115457" y="3971575"/>
                  </a:lnTo>
                  <a:lnTo>
                    <a:pt x="2115582" y="3971575"/>
                  </a:lnTo>
                  <a:lnTo>
                    <a:pt x="2115707" y="3971575"/>
                  </a:lnTo>
                  <a:lnTo>
                    <a:pt x="2115832" y="3971575"/>
                  </a:lnTo>
                  <a:lnTo>
                    <a:pt x="2115957" y="3971575"/>
                  </a:lnTo>
                  <a:lnTo>
                    <a:pt x="2116082" y="3971575"/>
                  </a:lnTo>
                  <a:lnTo>
                    <a:pt x="2116207" y="3971575"/>
                  </a:lnTo>
                  <a:lnTo>
                    <a:pt x="2116332" y="3971575"/>
                  </a:lnTo>
                  <a:lnTo>
                    <a:pt x="2116457" y="3971575"/>
                  </a:lnTo>
                  <a:lnTo>
                    <a:pt x="2116582" y="3971575"/>
                  </a:lnTo>
                  <a:lnTo>
                    <a:pt x="2116707" y="3971575"/>
                  </a:lnTo>
                  <a:lnTo>
                    <a:pt x="2116832" y="3971575"/>
                  </a:lnTo>
                  <a:lnTo>
                    <a:pt x="2116957" y="3971575"/>
                  </a:lnTo>
                  <a:lnTo>
                    <a:pt x="2117082" y="3971575"/>
                  </a:lnTo>
                  <a:lnTo>
                    <a:pt x="2117207" y="3971575"/>
                  </a:lnTo>
                  <a:lnTo>
                    <a:pt x="2117332" y="3971575"/>
                  </a:lnTo>
                  <a:lnTo>
                    <a:pt x="2117457" y="3971575"/>
                  </a:lnTo>
                  <a:lnTo>
                    <a:pt x="2117582" y="3971575"/>
                  </a:lnTo>
                  <a:lnTo>
                    <a:pt x="2117707" y="3971575"/>
                  </a:lnTo>
                  <a:lnTo>
                    <a:pt x="2117832" y="3971575"/>
                  </a:lnTo>
                  <a:lnTo>
                    <a:pt x="2117958" y="3971575"/>
                  </a:lnTo>
                  <a:lnTo>
                    <a:pt x="2118083" y="3971575"/>
                  </a:lnTo>
                  <a:lnTo>
                    <a:pt x="2118208" y="3971575"/>
                  </a:lnTo>
                  <a:lnTo>
                    <a:pt x="2118333" y="3971575"/>
                  </a:lnTo>
                  <a:lnTo>
                    <a:pt x="2118458" y="3971575"/>
                  </a:lnTo>
                  <a:lnTo>
                    <a:pt x="2118583" y="3971575"/>
                  </a:lnTo>
                  <a:lnTo>
                    <a:pt x="2118708" y="3971575"/>
                  </a:lnTo>
                  <a:lnTo>
                    <a:pt x="2118833" y="3971575"/>
                  </a:lnTo>
                  <a:lnTo>
                    <a:pt x="2118958" y="3971575"/>
                  </a:lnTo>
                  <a:lnTo>
                    <a:pt x="2119083" y="3971575"/>
                  </a:lnTo>
                  <a:lnTo>
                    <a:pt x="2119208" y="3971575"/>
                  </a:lnTo>
                  <a:lnTo>
                    <a:pt x="2119333" y="3971575"/>
                  </a:lnTo>
                  <a:lnTo>
                    <a:pt x="2119458" y="3971575"/>
                  </a:lnTo>
                  <a:lnTo>
                    <a:pt x="2119583" y="3971575"/>
                  </a:lnTo>
                  <a:lnTo>
                    <a:pt x="2119708" y="3971575"/>
                  </a:lnTo>
                  <a:lnTo>
                    <a:pt x="2119833" y="3971575"/>
                  </a:lnTo>
                  <a:lnTo>
                    <a:pt x="2119958" y="3971575"/>
                  </a:lnTo>
                  <a:lnTo>
                    <a:pt x="2120083" y="3971575"/>
                  </a:lnTo>
                  <a:lnTo>
                    <a:pt x="2120208" y="3971575"/>
                  </a:lnTo>
                  <a:lnTo>
                    <a:pt x="2120333" y="3971575"/>
                  </a:lnTo>
                  <a:lnTo>
                    <a:pt x="2120458" y="3971575"/>
                  </a:lnTo>
                  <a:lnTo>
                    <a:pt x="2120583" y="3971575"/>
                  </a:lnTo>
                  <a:lnTo>
                    <a:pt x="2120708" y="3971575"/>
                  </a:lnTo>
                  <a:lnTo>
                    <a:pt x="2120833" y="3971575"/>
                  </a:lnTo>
                  <a:lnTo>
                    <a:pt x="2120959" y="3971575"/>
                  </a:lnTo>
                  <a:lnTo>
                    <a:pt x="2121084" y="3971575"/>
                  </a:lnTo>
                  <a:lnTo>
                    <a:pt x="2121209" y="3971575"/>
                  </a:lnTo>
                  <a:lnTo>
                    <a:pt x="2121334" y="3971575"/>
                  </a:lnTo>
                  <a:lnTo>
                    <a:pt x="2121459" y="3971575"/>
                  </a:lnTo>
                  <a:lnTo>
                    <a:pt x="2121584" y="3971575"/>
                  </a:lnTo>
                  <a:lnTo>
                    <a:pt x="2121709" y="3971575"/>
                  </a:lnTo>
                  <a:lnTo>
                    <a:pt x="2121834" y="3971575"/>
                  </a:lnTo>
                  <a:lnTo>
                    <a:pt x="2121959" y="3971575"/>
                  </a:lnTo>
                  <a:lnTo>
                    <a:pt x="2122084" y="3971575"/>
                  </a:lnTo>
                  <a:lnTo>
                    <a:pt x="2122209" y="3971575"/>
                  </a:lnTo>
                  <a:lnTo>
                    <a:pt x="2122334" y="3971575"/>
                  </a:lnTo>
                  <a:lnTo>
                    <a:pt x="2122459" y="3971575"/>
                  </a:lnTo>
                  <a:lnTo>
                    <a:pt x="2122584" y="3971575"/>
                  </a:lnTo>
                  <a:lnTo>
                    <a:pt x="2122709" y="3971575"/>
                  </a:lnTo>
                  <a:lnTo>
                    <a:pt x="2122834" y="3971575"/>
                  </a:lnTo>
                  <a:lnTo>
                    <a:pt x="2122959" y="3971575"/>
                  </a:lnTo>
                  <a:lnTo>
                    <a:pt x="2123084" y="3971575"/>
                  </a:lnTo>
                  <a:lnTo>
                    <a:pt x="2123209" y="3971575"/>
                  </a:lnTo>
                  <a:lnTo>
                    <a:pt x="2123334" y="3971575"/>
                  </a:lnTo>
                  <a:lnTo>
                    <a:pt x="2123459" y="3971575"/>
                  </a:lnTo>
                  <a:lnTo>
                    <a:pt x="2123584" y="3971575"/>
                  </a:lnTo>
                  <a:lnTo>
                    <a:pt x="2123709" y="3971575"/>
                  </a:lnTo>
                  <a:lnTo>
                    <a:pt x="2123834" y="3971575"/>
                  </a:lnTo>
                  <a:lnTo>
                    <a:pt x="2123960" y="3971575"/>
                  </a:lnTo>
                  <a:lnTo>
                    <a:pt x="2124085" y="3971575"/>
                  </a:lnTo>
                  <a:lnTo>
                    <a:pt x="2124210" y="3971575"/>
                  </a:lnTo>
                  <a:lnTo>
                    <a:pt x="2124335" y="3971575"/>
                  </a:lnTo>
                  <a:lnTo>
                    <a:pt x="2124460" y="3971575"/>
                  </a:lnTo>
                  <a:lnTo>
                    <a:pt x="2124585" y="3971575"/>
                  </a:lnTo>
                  <a:lnTo>
                    <a:pt x="2124710" y="3971575"/>
                  </a:lnTo>
                  <a:lnTo>
                    <a:pt x="2124835" y="3971575"/>
                  </a:lnTo>
                  <a:lnTo>
                    <a:pt x="2124960" y="3971575"/>
                  </a:lnTo>
                  <a:lnTo>
                    <a:pt x="2125085" y="3971575"/>
                  </a:lnTo>
                  <a:lnTo>
                    <a:pt x="2125210" y="3971575"/>
                  </a:lnTo>
                  <a:lnTo>
                    <a:pt x="2125335" y="3971575"/>
                  </a:lnTo>
                  <a:lnTo>
                    <a:pt x="2125460" y="3971575"/>
                  </a:lnTo>
                  <a:lnTo>
                    <a:pt x="2125585" y="3971575"/>
                  </a:lnTo>
                  <a:lnTo>
                    <a:pt x="2125710" y="3971575"/>
                  </a:lnTo>
                  <a:lnTo>
                    <a:pt x="2125835" y="3971575"/>
                  </a:lnTo>
                  <a:lnTo>
                    <a:pt x="2125960" y="3971575"/>
                  </a:lnTo>
                  <a:lnTo>
                    <a:pt x="2126085" y="3971575"/>
                  </a:lnTo>
                  <a:lnTo>
                    <a:pt x="2126210" y="3971575"/>
                  </a:lnTo>
                  <a:lnTo>
                    <a:pt x="2126335" y="3971575"/>
                  </a:lnTo>
                  <a:lnTo>
                    <a:pt x="2126460" y="3971575"/>
                  </a:lnTo>
                  <a:lnTo>
                    <a:pt x="2126585" y="3971575"/>
                  </a:lnTo>
                  <a:lnTo>
                    <a:pt x="2126710" y="3971575"/>
                  </a:lnTo>
                  <a:lnTo>
                    <a:pt x="2126835" y="3971575"/>
                  </a:lnTo>
                  <a:lnTo>
                    <a:pt x="2126961" y="3971575"/>
                  </a:lnTo>
                  <a:lnTo>
                    <a:pt x="2127086" y="3971575"/>
                  </a:lnTo>
                  <a:lnTo>
                    <a:pt x="2127211" y="3971575"/>
                  </a:lnTo>
                  <a:lnTo>
                    <a:pt x="2127336" y="3971575"/>
                  </a:lnTo>
                  <a:lnTo>
                    <a:pt x="2127461" y="3971575"/>
                  </a:lnTo>
                  <a:lnTo>
                    <a:pt x="2127586" y="3971575"/>
                  </a:lnTo>
                  <a:lnTo>
                    <a:pt x="2127711" y="3971575"/>
                  </a:lnTo>
                  <a:lnTo>
                    <a:pt x="2127836" y="3971575"/>
                  </a:lnTo>
                  <a:lnTo>
                    <a:pt x="2127961" y="3971575"/>
                  </a:lnTo>
                  <a:lnTo>
                    <a:pt x="2128086" y="3971575"/>
                  </a:lnTo>
                  <a:lnTo>
                    <a:pt x="2128211" y="3971575"/>
                  </a:lnTo>
                  <a:lnTo>
                    <a:pt x="2128336" y="3971575"/>
                  </a:lnTo>
                  <a:lnTo>
                    <a:pt x="2128461" y="3971575"/>
                  </a:lnTo>
                  <a:lnTo>
                    <a:pt x="2128586" y="3971575"/>
                  </a:lnTo>
                  <a:lnTo>
                    <a:pt x="2128711" y="3971575"/>
                  </a:lnTo>
                  <a:lnTo>
                    <a:pt x="2128836" y="3971575"/>
                  </a:lnTo>
                  <a:lnTo>
                    <a:pt x="2128961" y="3971575"/>
                  </a:lnTo>
                  <a:lnTo>
                    <a:pt x="2129086" y="3971575"/>
                  </a:lnTo>
                  <a:lnTo>
                    <a:pt x="2129211" y="3971575"/>
                  </a:lnTo>
                  <a:lnTo>
                    <a:pt x="2129336" y="3971575"/>
                  </a:lnTo>
                  <a:lnTo>
                    <a:pt x="2129461" y="3971575"/>
                  </a:lnTo>
                  <a:lnTo>
                    <a:pt x="2129586" y="3971575"/>
                  </a:lnTo>
                  <a:lnTo>
                    <a:pt x="2129586" y="3961621"/>
                  </a:lnTo>
                  <a:lnTo>
                    <a:pt x="2129711" y="3961621"/>
                  </a:lnTo>
                  <a:lnTo>
                    <a:pt x="2129836" y="3961621"/>
                  </a:lnTo>
                  <a:lnTo>
                    <a:pt x="2129962" y="3961621"/>
                  </a:lnTo>
                  <a:lnTo>
                    <a:pt x="2130087" y="3961621"/>
                  </a:lnTo>
                  <a:lnTo>
                    <a:pt x="2130212" y="3961621"/>
                  </a:lnTo>
                  <a:lnTo>
                    <a:pt x="2130337" y="3961621"/>
                  </a:lnTo>
                  <a:lnTo>
                    <a:pt x="2130462" y="3961621"/>
                  </a:lnTo>
                  <a:lnTo>
                    <a:pt x="2130587" y="3961621"/>
                  </a:lnTo>
                  <a:lnTo>
                    <a:pt x="2130712" y="3961621"/>
                  </a:lnTo>
                  <a:lnTo>
                    <a:pt x="2130837" y="3961621"/>
                  </a:lnTo>
                  <a:lnTo>
                    <a:pt x="2130962" y="3961621"/>
                  </a:lnTo>
                  <a:lnTo>
                    <a:pt x="2131087" y="3961621"/>
                  </a:lnTo>
                  <a:lnTo>
                    <a:pt x="2131212" y="3961621"/>
                  </a:lnTo>
                  <a:lnTo>
                    <a:pt x="2131337" y="3961621"/>
                  </a:lnTo>
                  <a:lnTo>
                    <a:pt x="2131462" y="3961621"/>
                  </a:lnTo>
                  <a:lnTo>
                    <a:pt x="2131587" y="3961621"/>
                  </a:lnTo>
                  <a:lnTo>
                    <a:pt x="2131712" y="3961621"/>
                  </a:lnTo>
                  <a:lnTo>
                    <a:pt x="2131837" y="3961621"/>
                  </a:lnTo>
                  <a:lnTo>
                    <a:pt x="2131962" y="3961621"/>
                  </a:lnTo>
                  <a:lnTo>
                    <a:pt x="2132087" y="3961621"/>
                  </a:lnTo>
                  <a:lnTo>
                    <a:pt x="2132212" y="3961621"/>
                  </a:lnTo>
                  <a:lnTo>
                    <a:pt x="2132337" y="3961621"/>
                  </a:lnTo>
                  <a:lnTo>
                    <a:pt x="2132462" y="3961621"/>
                  </a:lnTo>
                  <a:lnTo>
                    <a:pt x="2132587" y="3961621"/>
                  </a:lnTo>
                  <a:lnTo>
                    <a:pt x="2132712" y="3961621"/>
                  </a:lnTo>
                  <a:lnTo>
                    <a:pt x="2132837" y="3961621"/>
                  </a:lnTo>
                  <a:lnTo>
                    <a:pt x="2132963" y="3961621"/>
                  </a:lnTo>
                  <a:lnTo>
                    <a:pt x="2133088" y="3961621"/>
                  </a:lnTo>
                  <a:lnTo>
                    <a:pt x="2133213" y="3961621"/>
                  </a:lnTo>
                  <a:lnTo>
                    <a:pt x="2133338" y="3961621"/>
                  </a:lnTo>
                  <a:lnTo>
                    <a:pt x="2133463" y="3961621"/>
                  </a:lnTo>
                  <a:lnTo>
                    <a:pt x="2133588" y="3961621"/>
                  </a:lnTo>
                  <a:lnTo>
                    <a:pt x="2133713" y="3961621"/>
                  </a:lnTo>
                  <a:lnTo>
                    <a:pt x="2133838" y="3961621"/>
                  </a:lnTo>
                  <a:lnTo>
                    <a:pt x="2133963" y="3961621"/>
                  </a:lnTo>
                  <a:lnTo>
                    <a:pt x="2134088" y="3961621"/>
                  </a:lnTo>
                  <a:lnTo>
                    <a:pt x="2134213" y="3961621"/>
                  </a:lnTo>
                  <a:lnTo>
                    <a:pt x="2134338" y="3961621"/>
                  </a:lnTo>
                  <a:lnTo>
                    <a:pt x="2134463" y="3961621"/>
                  </a:lnTo>
                  <a:lnTo>
                    <a:pt x="2134588" y="3961621"/>
                  </a:lnTo>
                  <a:lnTo>
                    <a:pt x="2134713" y="3961621"/>
                  </a:lnTo>
                  <a:lnTo>
                    <a:pt x="2134838" y="3961621"/>
                  </a:lnTo>
                  <a:lnTo>
                    <a:pt x="2134963" y="3961621"/>
                  </a:lnTo>
                  <a:lnTo>
                    <a:pt x="2135088" y="3961621"/>
                  </a:lnTo>
                  <a:lnTo>
                    <a:pt x="2135213" y="3961621"/>
                  </a:lnTo>
                  <a:lnTo>
                    <a:pt x="2135338" y="3961621"/>
                  </a:lnTo>
                  <a:lnTo>
                    <a:pt x="2135463" y="3961621"/>
                  </a:lnTo>
                  <a:lnTo>
                    <a:pt x="2135588" y="3961621"/>
                  </a:lnTo>
                  <a:lnTo>
                    <a:pt x="2135713" y="3961621"/>
                  </a:lnTo>
                  <a:lnTo>
                    <a:pt x="2135839" y="3961621"/>
                  </a:lnTo>
                  <a:lnTo>
                    <a:pt x="2135964" y="3961621"/>
                  </a:lnTo>
                  <a:lnTo>
                    <a:pt x="2136089" y="3961621"/>
                  </a:lnTo>
                  <a:lnTo>
                    <a:pt x="2136214" y="3961621"/>
                  </a:lnTo>
                  <a:lnTo>
                    <a:pt x="2136339" y="3961621"/>
                  </a:lnTo>
                  <a:lnTo>
                    <a:pt x="2136464" y="3961621"/>
                  </a:lnTo>
                  <a:lnTo>
                    <a:pt x="2136589" y="3961621"/>
                  </a:lnTo>
                  <a:lnTo>
                    <a:pt x="2136714" y="3961621"/>
                  </a:lnTo>
                  <a:lnTo>
                    <a:pt x="2136839" y="3961621"/>
                  </a:lnTo>
                  <a:lnTo>
                    <a:pt x="2136964" y="3961621"/>
                  </a:lnTo>
                  <a:lnTo>
                    <a:pt x="2137089" y="3961621"/>
                  </a:lnTo>
                  <a:lnTo>
                    <a:pt x="2137214" y="3961621"/>
                  </a:lnTo>
                  <a:lnTo>
                    <a:pt x="2137339" y="3961621"/>
                  </a:lnTo>
                  <a:lnTo>
                    <a:pt x="2137464" y="3961621"/>
                  </a:lnTo>
                  <a:lnTo>
                    <a:pt x="2137589" y="3961621"/>
                  </a:lnTo>
                  <a:lnTo>
                    <a:pt x="2137714" y="3961621"/>
                  </a:lnTo>
                  <a:lnTo>
                    <a:pt x="2137839" y="3961621"/>
                  </a:lnTo>
                  <a:lnTo>
                    <a:pt x="2137964" y="3961621"/>
                  </a:lnTo>
                  <a:lnTo>
                    <a:pt x="2138089" y="3961621"/>
                  </a:lnTo>
                  <a:lnTo>
                    <a:pt x="2138214" y="3961621"/>
                  </a:lnTo>
                  <a:lnTo>
                    <a:pt x="2138339" y="3961621"/>
                  </a:lnTo>
                  <a:lnTo>
                    <a:pt x="2138464" y="3961621"/>
                  </a:lnTo>
                  <a:lnTo>
                    <a:pt x="2138589" y="3961621"/>
                  </a:lnTo>
                  <a:lnTo>
                    <a:pt x="2138714" y="3961621"/>
                  </a:lnTo>
                  <a:lnTo>
                    <a:pt x="2138840" y="3961621"/>
                  </a:lnTo>
                  <a:lnTo>
                    <a:pt x="2138965" y="3961621"/>
                  </a:lnTo>
                  <a:lnTo>
                    <a:pt x="2139090" y="3961621"/>
                  </a:lnTo>
                  <a:lnTo>
                    <a:pt x="2139215" y="3961621"/>
                  </a:lnTo>
                  <a:lnTo>
                    <a:pt x="2139340" y="3961621"/>
                  </a:lnTo>
                  <a:lnTo>
                    <a:pt x="2139465" y="3961621"/>
                  </a:lnTo>
                  <a:lnTo>
                    <a:pt x="2139590" y="3961621"/>
                  </a:lnTo>
                  <a:lnTo>
                    <a:pt x="2139715" y="3961621"/>
                  </a:lnTo>
                  <a:lnTo>
                    <a:pt x="2139840" y="3961621"/>
                  </a:lnTo>
                  <a:lnTo>
                    <a:pt x="2139965" y="3961621"/>
                  </a:lnTo>
                  <a:lnTo>
                    <a:pt x="2140090" y="3961621"/>
                  </a:lnTo>
                  <a:lnTo>
                    <a:pt x="2140215" y="3961621"/>
                  </a:lnTo>
                  <a:lnTo>
                    <a:pt x="2140340" y="3961621"/>
                  </a:lnTo>
                  <a:lnTo>
                    <a:pt x="2140465" y="3961621"/>
                  </a:lnTo>
                  <a:lnTo>
                    <a:pt x="2140590" y="3961621"/>
                  </a:lnTo>
                  <a:lnTo>
                    <a:pt x="2140715" y="3961621"/>
                  </a:lnTo>
                  <a:lnTo>
                    <a:pt x="2140840" y="3961621"/>
                  </a:lnTo>
                  <a:lnTo>
                    <a:pt x="2140965" y="3961621"/>
                  </a:lnTo>
                  <a:lnTo>
                    <a:pt x="2141090" y="3961621"/>
                  </a:lnTo>
                  <a:lnTo>
                    <a:pt x="2141215" y="3961621"/>
                  </a:lnTo>
                  <a:lnTo>
                    <a:pt x="2141340" y="3961621"/>
                  </a:lnTo>
                  <a:lnTo>
                    <a:pt x="2141465" y="3961621"/>
                  </a:lnTo>
                  <a:lnTo>
                    <a:pt x="2141590" y="3961621"/>
                  </a:lnTo>
                  <a:lnTo>
                    <a:pt x="2141715" y="3961621"/>
                  </a:lnTo>
                  <a:lnTo>
                    <a:pt x="2141841" y="3961621"/>
                  </a:lnTo>
                  <a:lnTo>
                    <a:pt x="2141966" y="3961621"/>
                  </a:lnTo>
                  <a:lnTo>
                    <a:pt x="2142091" y="3961621"/>
                  </a:lnTo>
                  <a:lnTo>
                    <a:pt x="2142216" y="3961621"/>
                  </a:lnTo>
                  <a:lnTo>
                    <a:pt x="2142341" y="3961621"/>
                  </a:lnTo>
                  <a:lnTo>
                    <a:pt x="2142466" y="3961621"/>
                  </a:lnTo>
                  <a:lnTo>
                    <a:pt x="2142591" y="3961621"/>
                  </a:lnTo>
                  <a:lnTo>
                    <a:pt x="2142716" y="3961621"/>
                  </a:lnTo>
                  <a:lnTo>
                    <a:pt x="2142841" y="3961621"/>
                  </a:lnTo>
                  <a:lnTo>
                    <a:pt x="2142966" y="3961621"/>
                  </a:lnTo>
                  <a:lnTo>
                    <a:pt x="2143091" y="3961621"/>
                  </a:lnTo>
                  <a:lnTo>
                    <a:pt x="2143216" y="3961621"/>
                  </a:lnTo>
                  <a:lnTo>
                    <a:pt x="2143341" y="3961621"/>
                  </a:lnTo>
                  <a:lnTo>
                    <a:pt x="2143466" y="3961621"/>
                  </a:lnTo>
                  <a:lnTo>
                    <a:pt x="2143591" y="3961621"/>
                  </a:lnTo>
                  <a:lnTo>
                    <a:pt x="2143716" y="3961621"/>
                  </a:lnTo>
                  <a:lnTo>
                    <a:pt x="2143841" y="3961621"/>
                  </a:lnTo>
                  <a:lnTo>
                    <a:pt x="2143966" y="3961621"/>
                  </a:lnTo>
                  <a:lnTo>
                    <a:pt x="2144091" y="3961621"/>
                  </a:lnTo>
                  <a:lnTo>
                    <a:pt x="2144216" y="3961621"/>
                  </a:lnTo>
                  <a:lnTo>
                    <a:pt x="2144341" y="3961621"/>
                  </a:lnTo>
                  <a:lnTo>
                    <a:pt x="2144466" y="3961621"/>
                  </a:lnTo>
                  <a:lnTo>
                    <a:pt x="2144591" y="3961621"/>
                  </a:lnTo>
                  <a:lnTo>
                    <a:pt x="2144716" y="3961621"/>
                  </a:lnTo>
                  <a:lnTo>
                    <a:pt x="2144842" y="3961621"/>
                  </a:lnTo>
                  <a:lnTo>
                    <a:pt x="2144967" y="3961621"/>
                  </a:lnTo>
                  <a:lnTo>
                    <a:pt x="2145092" y="3961621"/>
                  </a:lnTo>
                  <a:lnTo>
                    <a:pt x="2145217" y="3961621"/>
                  </a:lnTo>
                  <a:lnTo>
                    <a:pt x="2145342" y="3961621"/>
                  </a:lnTo>
                  <a:lnTo>
                    <a:pt x="2145467" y="3961621"/>
                  </a:lnTo>
                  <a:lnTo>
                    <a:pt x="2145592" y="3961621"/>
                  </a:lnTo>
                  <a:lnTo>
                    <a:pt x="2145717" y="3961621"/>
                  </a:lnTo>
                  <a:lnTo>
                    <a:pt x="2145842" y="3961621"/>
                  </a:lnTo>
                  <a:lnTo>
                    <a:pt x="2145967" y="3961621"/>
                  </a:lnTo>
                  <a:lnTo>
                    <a:pt x="2146092" y="3961621"/>
                  </a:lnTo>
                  <a:lnTo>
                    <a:pt x="2146217" y="3961621"/>
                  </a:lnTo>
                  <a:lnTo>
                    <a:pt x="2146342" y="3961621"/>
                  </a:lnTo>
                  <a:lnTo>
                    <a:pt x="2146467" y="3961621"/>
                  </a:lnTo>
                  <a:lnTo>
                    <a:pt x="2146592" y="3961621"/>
                  </a:lnTo>
                  <a:lnTo>
                    <a:pt x="2146717" y="3961621"/>
                  </a:lnTo>
                  <a:lnTo>
                    <a:pt x="2146842" y="3961621"/>
                  </a:lnTo>
                  <a:lnTo>
                    <a:pt x="2146967" y="3961621"/>
                  </a:lnTo>
                  <a:lnTo>
                    <a:pt x="2147092" y="3961621"/>
                  </a:lnTo>
                  <a:lnTo>
                    <a:pt x="2147217" y="3961621"/>
                  </a:lnTo>
                  <a:lnTo>
                    <a:pt x="2147342" y="3961621"/>
                  </a:lnTo>
                  <a:lnTo>
                    <a:pt x="2147467" y="3961621"/>
                  </a:lnTo>
                  <a:lnTo>
                    <a:pt x="2147592" y="3961621"/>
                  </a:lnTo>
                  <a:lnTo>
                    <a:pt x="2147717" y="3961621"/>
                  </a:lnTo>
                  <a:lnTo>
                    <a:pt x="2147843" y="3961621"/>
                  </a:lnTo>
                  <a:lnTo>
                    <a:pt x="2147968" y="3961621"/>
                  </a:lnTo>
                  <a:lnTo>
                    <a:pt x="2148093" y="3961621"/>
                  </a:lnTo>
                  <a:lnTo>
                    <a:pt x="2148218" y="3961621"/>
                  </a:lnTo>
                  <a:lnTo>
                    <a:pt x="2148343" y="3961621"/>
                  </a:lnTo>
                  <a:lnTo>
                    <a:pt x="2148468" y="3961621"/>
                  </a:lnTo>
                  <a:lnTo>
                    <a:pt x="2148593" y="3961621"/>
                  </a:lnTo>
                  <a:lnTo>
                    <a:pt x="2148718" y="3961621"/>
                  </a:lnTo>
                  <a:lnTo>
                    <a:pt x="2148843" y="3961621"/>
                  </a:lnTo>
                  <a:lnTo>
                    <a:pt x="2148968" y="3961621"/>
                  </a:lnTo>
                  <a:lnTo>
                    <a:pt x="2149093" y="3961621"/>
                  </a:lnTo>
                  <a:lnTo>
                    <a:pt x="2149218" y="3961621"/>
                  </a:lnTo>
                  <a:lnTo>
                    <a:pt x="2149343" y="3961621"/>
                  </a:lnTo>
                  <a:lnTo>
                    <a:pt x="2149468" y="3961621"/>
                  </a:lnTo>
                  <a:lnTo>
                    <a:pt x="2149593" y="3961621"/>
                  </a:lnTo>
                  <a:lnTo>
                    <a:pt x="2149718" y="3961621"/>
                  </a:lnTo>
                  <a:lnTo>
                    <a:pt x="2149843" y="3961621"/>
                  </a:lnTo>
                  <a:lnTo>
                    <a:pt x="2149968" y="3961621"/>
                  </a:lnTo>
                  <a:lnTo>
                    <a:pt x="2150093" y="3961621"/>
                  </a:lnTo>
                  <a:lnTo>
                    <a:pt x="2150218" y="3961621"/>
                  </a:lnTo>
                  <a:lnTo>
                    <a:pt x="2150343" y="3961621"/>
                  </a:lnTo>
                  <a:lnTo>
                    <a:pt x="2150468" y="3961621"/>
                  </a:lnTo>
                  <a:lnTo>
                    <a:pt x="2150593" y="3961621"/>
                  </a:lnTo>
                  <a:lnTo>
                    <a:pt x="2150718" y="3961621"/>
                  </a:lnTo>
                  <a:lnTo>
                    <a:pt x="2150844" y="3961621"/>
                  </a:lnTo>
                  <a:lnTo>
                    <a:pt x="2150969" y="3961621"/>
                  </a:lnTo>
                  <a:lnTo>
                    <a:pt x="2151094" y="3961621"/>
                  </a:lnTo>
                  <a:lnTo>
                    <a:pt x="2151219" y="3961621"/>
                  </a:lnTo>
                  <a:lnTo>
                    <a:pt x="2151344" y="3961621"/>
                  </a:lnTo>
                  <a:lnTo>
                    <a:pt x="2151469" y="3961621"/>
                  </a:lnTo>
                  <a:lnTo>
                    <a:pt x="2151594" y="3961621"/>
                  </a:lnTo>
                  <a:lnTo>
                    <a:pt x="2151719" y="3961621"/>
                  </a:lnTo>
                  <a:lnTo>
                    <a:pt x="2151844" y="3961621"/>
                  </a:lnTo>
                  <a:lnTo>
                    <a:pt x="2151969" y="3961621"/>
                  </a:lnTo>
                  <a:lnTo>
                    <a:pt x="2152094" y="3961621"/>
                  </a:lnTo>
                  <a:lnTo>
                    <a:pt x="2152219" y="3961621"/>
                  </a:lnTo>
                  <a:lnTo>
                    <a:pt x="2152344" y="3961621"/>
                  </a:lnTo>
                  <a:lnTo>
                    <a:pt x="2152469" y="3961621"/>
                  </a:lnTo>
                  <a:lnTo>
                    <a:pt x="2152594" y="3961621"/>
                  </a:lnTo>
                  <a:lnTo>
                    <a:pt x="2152719" y="3961621"/>
                  </a:lnTo>
                  <a:lnTo>
                    <a:pt x="2152844" y="3961621"/>
                  </a:lnTo>
                  <a:lnTo>
                    <a:pt x="2152969" y="3961621"/>
                  </a:lnTo>
                  <a:lnTo>
                    <a:pt x="2153094" y="3961621"/>
                  </a:lnTo>
                  <a:lnTo>
                    <a:pt x="2153219" y="3961621"/>
                  </a:lnTo>
                  <a:lnTo>
                    <a:pt x="2153344" y="3961621"/>
                  </a:lnTo>
                  <a:lnTo>
                    <a:pt x="2153469" y="3961621"/>
                  </a:lnTo>
                  <a:lnTo>
                    <a:pt x="2153594" y="3961621"/>
                  </a:lnTo>
                  <a:lnTo>
                    <a:pt x="2153719" y="3961621"/>
                  </a:lnTo>
                  <a:lnTo>
                    <a:pt x="2153845" y="3961621"/>
                  </a:lnTo>
                  <a:lnTo>
                    <a:pt x="2153970" y="3961621"/>
                  </a:lnTo>
                  <a:lnTo>
                    <a:pt x="2154095" y="3961621"/>
                  </a:lnTo>
                  <a:lnTo>
                    <a:pt x="2154220" y="3961621"/>
                  </a:lnTo>
                  <a:lnTo>
                    <a:pt x="2154345" y="3961621"/>
                  </a:lnTo>
                  <a:lnTo>
                    <a:pt x="2154470" y="3961621"/>
                  </a:lnTo>
                  <a:lnTo>
                    <a:pt x="2154595" y="3961621"/>
                  </a:lnTo>
                  <a:lnTo>
                    <a:pt x="2154720" y="3961621"/>
                  </a:lnTo>
                  <a:lnTo>
                    <a:pt x="2154845" y="3961621"/>
                  </a:lnTo>
                  <a:lnTo>
                    <a:pt x="2154845" y="3951667"/>
                  </a:lnTo>
                  <a:lnTo>
                    <a:pt x="2154970" y="3951667"/>
                  </a:lnTo>
                  <a:lnTo>
                    <a:pt x="2155095" y="3951667"/>
                  </a:lnTo>
                  <a:lnTo>
                    <a:pt x="2155220" y="3951667"/>
                  </a:lnTo>
                  <a:lnTo>
                    <a:pt x="2155345" y="3951667"/>
                  </a:lnTo>
                  <a:lnTo>
                    <a:pt x="2155470" y="3951667"/>
                  </a:lnTo>
                  <a:lnTo>
                    <a:pt x="2155595" y="3951667"/>
                  </a:lnTo>
                  <a:lnTo>
                    <a:pt x="2155720" y="3951667"/>
                  </a:lnTo>
                  <a:lnTo>
                    <a:pt x="2155845" y="3951667"/>
                  </a:lnTo>
                  <a:lnTo>
                    <a:pt x="2155970" y="3951667"/>
                  </a:lnTo>
                  <a:lnTo>
                    <a:pt x="2156095" y="3951667"/>
                  </a:lnTo>
                  <a:lnTo>
                    <a:pt x="2156220" y="3951667"/>
                  </a:lnTo>
                  <a:lnTo>
                    <a:pt x="2156345" y="3951667"/>
                  </a:lnTo>
                  <a:lnTo>
                    <a:pt x="2156470" y="3951667"/>
                  </a:lnTo>
                  <a:lnTo>
                    <a:pt x="2156595" y="3951667"/>
                  </a:lnTo>
                  <a:lnTo>
                    <a:pt x="2156720" y="3951667"/>
                  </a:lnTo>
                  <a:lnTo>
                    <a:pt x="2156846" y="3951667"/>
                  </a:lnTo>
                  <a:lnTo>
                    <a:pt x="2156971" y="3951667"/>
                  </a:lnTo>
                  <a:lnTo>
                    <a:pt x="2157096" y="3951667"/>
                  </a:lnTo>
                  <a:lnTo>
                    <a:pt x="2157221" y="3951667"/>
                  </a:lnTo>
                  <a:lnTo>
                    <a:pt x="2157346" y="3951667"/>
                  </a:lnTo>
                  <a:lnTo>
                    <a:pt x="2157471" y="3951667"/>
                  </a:lnTo>
                  <a:lnTo>
                    <a:pt x="2157596" y="3951667"/>
                  </a:lnTo>
                  <a:lnTo>
                    <a:pt x="2157721" y="3951667"/>
                  </a:lnTo>
                  <a:lnTo>
                    <a:pt x="2157846" y="3951667"/>
                  </a:lnTo>
                  <a:lnTo>
                    <a:pt x="2157971" y="3951667"/>
                  </a:lnTo>
                  <a:lnTo>
                    <a:pt x="2158096" y="3951667"/>
                  </a:lnTo>
                  <a:lnTo>
                    <a:pt x="2158221" y="3951667"/>
                  </a:lnTo>
                  <a:lnTo>
                    <a:pt x="2158346" y="3951667"/>
                  </a:lnTo>
                  <a:lnTo>
                    <a:pt x="2158346" y="3941713"/>
                  </a:lnTo>
                  <a:lnTo>
                    <a:pt x="2158471" y="3941713"/>
                  </a:lnTo>
                  <a:lnTo>
                    <a:pt x="2158596" y="3941713"/>
                  </a:lnTo>
                  <a:lnTo>
                    <a:pt x="2158721" y="3941713"/>
                  </a:lnTo>
                  <a:lnTo>
                    <a:pt x="2158846" y="3941713"/>
                  </a:lnTo>
                  <a:lnTo>
                    <a:pt x="2158971" y="3941713"/>
                  </a:lnTo>
                  <a:lnTo>
                    <a:pt x="2159096" y="3941713"/>
                  </a:lnTo>
                  <a:lnTo>
                    <a:pt x="2159221" y="3941713"/>
                  </a:lnTo>
                  <a:lnTo>
                    <a:pt x="2159346" y="3941713"/>
                  </a:lnTo>
                  <a:lnTo>
                    <a:pt x="2159471" y="3941713"/>
                  </a:lnTo>
                  <a:lnTo>
                    <a:pt x="2159596" y="3941713"/>
                  </a:lnTo>
                  <a:lnTo>
                    <a:pt x="2159721" y="3941713"/>
                  </a:lnTo>
                  <a:lnTo>
                    <a:pt x="2159847" y="3941713"/>
                  </a:lnTo>
                  <a:lnTo>
                    <a:pt x="2159972" y="3941713"/>
                  </a:lnTo>
                  <a:lnTo>
                    <a:pt x="2160097" y="3941713"/>
                  </a:lnTo>
                  <a:lnTo>
                    <a:pt x="2160222" y="3941713"/>
                  </a:lnTo>
                  <a:lnTo>
                    <a:pt x="2160347" y="3941713"/>
                  </a:lnTo>
                  <a:lnTo>
                    <a:pt x="2160472" y="3941713"/>
                  </a:lnTo>
                  <a:lnTo>
                    <a:pt x="2160597" y="3941713"/>
                  </a:lnTo>
                  <a:lnTo>
                    <a:pt x="2160722" y="3941713"/>
                  </a:lnTo>
                  <a:lnTo>
                    <a:pt x="2160847" y="3941713"/>
                  </a:lnTo>
                  <a:lnTo>
                    <a:pt x="2160972" y="3941713"/>
                  </a:lnTo>
                  <a:lnTo>
                    <a:pt x="2161097" y="3941713"/>
                  </a:lnTo>
                  <a:lnTo>
                    <a:pt x="2161222" y="3941713"/>
                  </a:lnTo>
                  <a:lnTo>
                    <a:pt x="2161347" y="3941713"/>
                  </a:lnTo>
                  <a:lnTo>
                    <a:pt x="2161472" y="3941713"/>
                  </a:lnTo>
                  <a:lnTo>
                    <a:pt x="2161597" y="3941713"/>
                  </a:lnTo>
                  <a:lnTo>
                    <a:pt x="2161722" y="3941713"/>
                  </a:lnTo>
                  <a:lnTo>
                    <a:pt x="2161847" y="3941713"/>
                  </a:lnTo>
                  <a:lnTo>
                    <a:pt x="2161972" y="3941713"/>
                  </a:lnTo>
                  <a:lnTo>
                    <a:pt x="2162097" y="3941713"/>
                  </a:lnTo>
                  <a:lnTo>
                    <a:pt x="2162222" y="3941713"/>
                  </a:lnTo>
                  <a:lnTo>
                    <a:pt x="2162347" y="3941713"/>
                  </a:lnTo>
                  <a:lnTo>
                    <a:pt x="2162472" y="3941713"/>
                  </a:lnTo>
                  <a:lnTo>
                    <a:pt x="2162597" y="3941713"/>
                  </a:lnTo>
                  <a:lnTo>
                    <a:pt x="2162722" y="3941713"/>
                  </a:lnTo>
                  <a:lnTo>
                    <a:pt x="2162848" y="3941713"/>
                  </a:lnTo>
                  <a:lnTo>
                    <a:pt x="2162848" y="3931759"/>
                  </a:lnTo>
                  <a:lnTo>
                    <a:pt x="2162973" y="3931759"/>
                  </a:lnTo>
                  <a:lnTo>
                    <a:pt x="2163098" y="3931759"/>
                  </a:lnTo>
                  <a:lnTo>
                    <a:pt x="2163223" y="3931759"/>
                  </a:lnTo>
                  <a:lnTo>
                    <a:pt x="2163348" y="3931759"/>
                  </a:lnTo>
                  <a:lnTo>
                    <a:pt x="2163473" y="3931759"/>
                  </a:lnTo>
                  <a:lnTo>
                    <a:pt x="2163598" y="3931759"/>
                  </a:lnTo>
                  <a:lnTo>
                    <a:pt x="2163723" y="3931759"/>
                  </a:lnTo>
                  <a:lnTo>
                    <a:pt x="2163848" y="3931759"/>
                  </a:lnTo>
                  <a:lnTo>
                    <a:pt x="2163973" y="3931759"/>
                  </a:lnTo>
                  <a:lnTo>
                    <a:pt x="2164098" y="3931759"/>
                  </a:lnTo>
                  <a:lnTo>
                    <a:pt x="2164223" y="3931759"/>
                  </a:lnTo>
                  <a:lnTo>
                    <a:pt x="2164348" y="3931759"/>
                  </a:lnTo>
                  <a:lnTo>
                    <a:pt x="2164473" y="3931759"/>
                  </a:lnTo>
                  <a:lnTo>
                    <a:pt x="2164598" y="3931759"/>
                  </a:lnTo>
                  <a:lnTo>
                    <a:pt x="2164723" y="3931759"/>
                  </a:lnTo>
                  <a:lnTo>
                    <a:pt x="2164848" y="3931759"/>
                  </a:lnTo>
                  <a:lnTo>
                    <a:pt x="2164973" y="3931759"/>
                  </a:lnTo>
                  <a:lnTo>
                    <a:pt x="2165098" y="3931759"/>
                  </a:lnTo>
                  <a:lnTo>
                    <a:pt x="2165223" y="3931759"/>
                  </a:lnTo>
                  <a:lnTo>
                    <a:pt x="2165348" y="3931759"/>
                  </a:lnTo>
                  <a:lnTo>
                    <a:pt x="2165473" y="3931759"/>
                  </a:lnTo>
                  <a:lnTo>
                    <a:pt x="2165598" y="3931759"/>
                  </a:lnTo>
                  <a:lnTo>
                    <a:pt x="2165723" y="3931759"/>
                  </a:lnTo>
                  <a:lnTo>
                    <a:pt x="2165849" y="3931759"/>
                  </a:lnTo>
                  <a:lnTo>
                    <a:pt x="2165974" y="3931759"/>
                  </a:lnTo>
                  <a:lnTo>
                    <a:pt x="2166099" y="3931759"/>
                  </a:lnTo>
                  <a:lnTo>
                    <a:pt x="2166224" y="3931759"/>
                  </a:lnTo>
                  <a:lnTo>
                    <a:pt x="2166349" y="3931759"/>
                  </a:lnTo>
                  <a:lnTo>
                    <a:pt x="2166474" y="3931759"/>
                  </a:lnTo>
                  <a:lnTo>
                    <a:pt x="2166599" y="3931759"/>
                  </a:lnTo>
                  <a:lnTo>
                    <a:pt x="2166724" y="3931759"/>
                  </a:lnTo>
                  <a:lnTo>
                    <a:pt x="2166849" y="3931759"/>
                  </a:lnTo>
                  <a:lnTo>
                    <a:pt x="2166974" y="3931759"/>
                  </a:lnTo>
                  <a:lnTo>
                    <a:pt x="2167099" y="3931759"/>
                  </a:lnTo>
                  <a:lnTo>
                    <a:pt x="2167224" y="3931759"/>
                  </a:lnTo>
                  <a:lnTo>
                    <a:pt x="2167349" y="3931759"/>
                  </a:lnTo>
                  <a:lnTo>
                    <a:pt x="2167474" y="3931759"/>
                  </a:lnTo>
                  <a:lnTo>
                    <a:pt x="2167599" y="3931759"/>
                  </a:lnTo>
                  <a:lnTo>
                    <a:pt x="2167724" y="3931759"/>
                  </a:lnTo>
                  <a:lnTo>
                    <a:pt x="2167849" y="3931759"/>
                  </a:lnTo>
                  <a:lnTo>
                    <a:pt x="2167974" y="3931759"/>
                  </a:lnTo>
                  <a:lnTo>
                    <a:pt x="2168099" y="3931759"/>
                  </a:lnTo>
                  <a:lnTo>
                    <a:pt x="2168224" y="3931759"/>
                  </a:lnTo>
                  <a:lnTo>
                    <a:pt x="2168224" y="3921806"/>
                  </a:lnTo>
                  <a:lnTo>
                    <a:pt x="2168349" y="3921806"/>
                  </a:lnTo>
                  <a:lnTo>
                    <a:pt x="2168474" y="3921806"/>
                  </a:lnTo>
                  <a:lnTo>
                    <a:pt x="2168599" y="3921806"/>
                  </a:lnTo>
                  <a:lnTo>
                    <a:pt x="2168724" y="3921806"/>
                  </a:lnTo>
                  <a:lnTo>
                    <a:pt x="2168850" y="3921806"/>
                  </a:lnTo>
                  <a:lnTo>
                    <a:pt x="2168975" y="3921806"/>
                  </a:lnTo>
                  <a:lnTo>
                    <a:pt x="2169100" y="3921806"/>
                  </a:lnTo>
                  <a:lnTo>
                    <a:pt x="2169225" y="3921806"/>
                  </a:lnTo>
                  <a:lnTo>
                    <a:pt x="2169350" y="3921806"/>
                  </a:lnTo>
                  <a:lnTo>
                    <a:pt x="2169475" y="3921806"/>
                  </a:lnTo>
                  <a:lnTo>
                    <a:pt x="2169600" y="3921806"/>
                  </a:lnTo>
                  <a:lnTo>
                    <a:pt x="2169725" y="3921806"/>
                  </a:lnTo>
                  <a:lnTo>
                    <a:pt x="2169850" y="3921806"/>
                  </a:lnTo>
                  <a:lnTo>
                    <a:pt x="2169975" y="3921806"/>
                  </a:lnTo>
                  <a:lnTo>
                    <a:pt x="2170100" y="3921806"/>
                  </a:lnTo>
                  <a:lnTo>
                    <a:pt x="2170225" y="3921806"/>
                  </a:lnTo>
                  <a:lnTo>
                    <a:pt x="2170350" y="3921806"/>
                  </a:lnTo>
                  <a:lnTo>
                    <a:pt x="2170475" y="3921806"/>
                  </a:lnTo>
                  <a:lnTo>
                    <a:pt x="2170600" y="3921806"/>
                  </a:lnTo>
                  <a:lnTo>
                    <a:pt x="2170725" y="3921806"/>
                  </a:lnTo>
                  <a:lnTo>
                    <a:pt x="2170850" y="3921806"/>
                  </a:lnTo>
                  <a:lnTo>
                    <a:pt x="2170975" y="3921806"/>
                  </a:lnTo>
                  <a:lnTo>
                    <a:pt x="2171100" y="3921806"/>
                  </a:lnTo>
                  <a:lnTo>
                    <a:pt x="2171225" y="3921806"/>
                  </a:lnTo>
                  <a:lnTo>
                    <a:pt x="2171350" y="3921806"/>
                  </a:lnTo>
                  <a:lnTo>
                    <a:pt x="2171475" y="3921806"/>
                  </a:lnTo>
                  <a:lnTo>
                    <a:pt x="2171600" y="3921806"/>
                  </a:lnTo>
                  <a:lnTo>
                    <a:pt x="2171725" y="3921806"/>
                  </a:lnTo>
                  <a:lnTo>
                    <a:pt x="2171851" y="3921806"/>
                  </a:lnTo>
                  <a:lnTo>
                    <a:pt x="2171976" y="3921806"/>
                  </a:lnTo>
                  <a:lnTo>
                    <a:pt x="2172101" y="3921806"/>
                  </a:lnTo>
                  <a:lnTo>
                    <a:pt x="2172226" y="3921806"/>
                  </a:lnTo>
                  <a:lnTo>
                    <a:pt x="2172351" y="3921806"/>
                  </a:lnTo>
                  <a:lnTo>
                    <a:pt x="2172476" y="3921806"/>
                  </a:lnTo>
                  <a:lnTo>
                    <a:pt x="2172601" y="3921806"/>
                  </a:lnTo>
                  <a:lnTo>
                    <a:pt x="2172726" y="3921806"/>
                  </a:lnTo>
                  <a:lnTo>
                    <a:pt x="2172851" y="3921806"/>
                  </a:lnTo>
                  <a:lnTo>
                    <a:pt x="2172976" y="3921806"/>
                  </a:lnTo>
                  <a:lnTo>
                    <a:pt x="2173101" y="3921806"/>
                  </a:lnTo>
                  <a:lnTo>
                    <a:pt x="2173226" y="3921806"/>
                  </a:lnTo>
                  <a:lnTo>
                    <a:pt x="2173351" y="3921806"/>
                  </a:lnTo>
                  <a:lnTo>
                    <a:pt x="2173476" y="3921806"/>
                  </a:lnTo>
                  <a:lnTo>
                    <a:pt x="2173601" y="3921806"/>
                  </a:lnTo>
                  <a:lnTo>
                    <a:pt x="2173726" y="3921806"/>
                  </a:lnTo>
                  <a:lnTo>
                    <a:pt x="2173851" y="3921806"/>
                  </a:lnTo>
                  <a:lnTo>
                    <a:pt x="2173976" y="3921806"/>
                  </a:lnTo>
                  <a:lnTo>
                    <a:pt x="2174101" y="3921806"/>
                  </a:lnTo>
                  <a:lnTo>
                    <a:pt x="2174226" y="3921806"/>
                  </a:lnTo>
                  <a:lnTo>
                    <a:pt x="2174351" y="3921806"/>
                  </a:lnTo>
                  <a:lnTo>
                    <a:pt x="2174476" y="3921806"/>
                  </a:lnTo>
                  <a:lnTo>
                    <a:pt x="2174601" y="3921806"/>
                  </a:lnTo>
                  <a:lnTo>
                    <a:pt x="2174727" y="3921806"/>
                  </a:lnTo>
                  <a:lnTo>
                    <a:pt x="2174852" y="3921806"/>
                  </a:lnTo>
                  <a:lnTo>
                    <a:pt x="2174977" y="3921806"/>
                  </a:lnTo>
                  <a:lnTo>
                    <a:pt x="2174977" y="3911852"/>
                  </a:lnTo>
                  <a:lnTo>
                    <a:pt x="2175102" y="3911852"/>
                  </a:lnTo>
                  <a:lnTo>
                    <a:pt x="2175227" y="3911852"/>
                  </a:lnTo>
                  <a:lnTo>
                    <a:pt x="2175352" y="3911852"/>
                  </a:lnTo>
                  <a:lnTo>
                    <a:pt x="2175477" y="3911852"/>
                  </a:lnTo>
                  <a:lnTo>
                    <a:pt x="2175602" y="3911852"/>
                  </a:lnTo>
                  <a:lnTo>
                    <a:pt x="2175727" y="3911852"/>
                  </a:lnTo>
                  <a:lnTo>
                    <a:pt x="2175852" y="3911852"/>
                  </a:lnTo>
                  <a:lnTo>
                    <a:pt x="2175977" y="3911852"/>
                  </a:lnTo>
                  <a:lnTo>
                    <a:pt x="2176102" y="3911852"/>
                  </a:lnTo>
                  <a:lnTo>
                    <a:pt x="2176227" y="3911852"/>
                  </a:lnTo>
                  <a:lnTo>
                    <a:pt x="2176352" y="3911852"/>
                  </a:lnTo>
                  <a:lnTo>
                    <a:pt x="2176477" y="3911852"/>
                  </a:lnTo>
                  <a:lnTo>
                    <a:pt x="2176602" y="3911852"/>
                  </a:lnTo>
                  <a:lnTo>
                    <a:pt x="2176727" y="3911852"/>
                  </a:lnTo>
                  <a:lnTo>
                    <a:pt x="2176852" y="3911852"/>
                  </a:lnTo>
                  <a:lnTo>
                    <a:pt x="2176977" y="3911852"/>
                  </a:lnTo>
                  <a:lnTo>
                    <a:pt x="2177102" y="3911852"/>
                  </a:lnTo>
                  <a:lnTo>
                    <a:pt x="2177227" y="3911852"/>
                  </a:lnTo>
                  <a:lnTo>
                    <a:pt x="2177352" y="3911852"/>
                  </a:lnTo>
                  <a:lnTo>
                    <a:pt x="2177477" y="3911852"/>
                  </a:lnTo>
                  <a:lnTo>
                    <a:pt x="2177602" y="3911852"/>
                  </a:lnTo>
                  <a:lnTo>
                    <a:pt x="2177728" y="3911852"/>
                  </a:lnTo>
                  <a:lnTo>
                    <a:pt x="2177853" y="3911852"/>
                  </a:lnTo>
                  <a:lnTo>
                    <a:pt x="2177978" y="3911852"/>
                  </a:lnTo>
                  <a:lnTo>
                    <a:pt x="2178103" y="3911852"/>
                  </a:lnTo>
                  <a:lnTo>
                    <a:pt x="2178228" y="3911852"/>
                  </a:lnTo>
                  <a:lnTo>
                    <a:pt x="2178353" y="3911852"/>
                  </a:lnTo>
                  <a:lnTo>
                    <a:pt x="2178478" y="3911852"/>
                  </a:lnTo>
                  <a:lnTo>
                    <a:pt x="2178603" y="3911852"/>
                  </a:lnTo>
                  <a:lnTo>
                    <a:pt x="2178728" y="3911852"/>
                  </a:lnTo>
                  <a:lnTo>
                    <a:pt x="2178853" y="3911852"/>
                  </a:lnTo>
                  <a:lnTo>
                    <a:pt x="2178978" y="3911852"/>
                  </a:lnTo>
                  <a:lnTo>
                    <a:pt x="2179103" y="3911852"/>
                  </a:lnTo>
                  <a:lnTo>
                    <a:pt x="2179228" y="3911852"/>
                  </a:lnTo>
                  <a:lnTo>
                    <a:pt x="2179353" y="3911852"/>
                  </a:lnTo>
                  <a:lnTo>
                    <a:pt x="2179478" y="3911852"/>
                  </a:lnTo>
                  <a:lnTo>
                    <a:pt x="2179603" y="3911852"/>
                  </a:lnTo>
                  <a:lnTo>
                    <a:pt x="2179728" y="3911852"/>
                  </a:lnTo>
                  <a:lnTo>
                    <a:pt x="2179853" y="3911852"/>
                  </a:lnTo>
                  <a:lnTo>
                    <a:pt x="2179978" y="3911852"/>
                  </a:lnTo>
                  <a:lnTo>
                    <a:pt x="2180103" y="3911852"/>
                  </a:lnTo>
                  <a:lnTo>
                    <a:pt x="2180228" y="3911852"/>
                  </a:lnTo>
                  <a:lnTo>
                    <a:pt x="2180353" y="3911852"/>
                  </a:lnTo>
                  <a:lnTo>
                    <a:pt x="2180478" y="3911852"/>
                  </a:lnTo>
                  <a:lnTo>
                    <a:pt x="2180603" y="3911852"/>
                  </a:lnTo>
                  <a:lnTo>
                    <a:pt x="2180729" y="3911852"/>
                  </a:lnTo>
                  <a:lnTo>
                    <a:pt x="2180854" y="3911852"/>
                  </a:lnTo>
                  <a:lnTo>
                    <a:pt x="2180979" y="3911852"/>
                  </a:lnTo>
                  <a:lnTo>
                    <a:pt x="2181104" y="3911852"/>
                  </a:lnTo>
                  <a:lnTo>
                    <a:pt x="2181229" y="3911852"/>
                  </a:lnTo>
                  <a:lnTo>
                    <a:pt x="2181354" y="3911852"/>
                  </a:lnTo>
                  <a:lnTo>
                    <a:pt x="2181479" y="3911852"/>
                  </a:lnTo>
                  <a:lnTo>
                    <a:pt x="2181604" y="3911852"/>
                  </a:lnTo>
                  <a:lnTo>
                    <a:pt x="2181729" y="3911852"/>
                  </a:lnTo>
                  <a:lnTo>
                    <a:pt x="2181854" y="3911852"/>
                  </a:lnTo>
                  <a:lnTo>
                    <a:pt x="2181979" y="3911852"/>
                  </a:lnTo>
                  <a:lnTo>
                    <a:pt x="2181979" y="3901898"/>
                  </a:lnTo>
                  <a:lnTo>
                    <a:pt x="2182104" y="3901898"/>
                  </a:lnTo>
                  <a:lnTo>
                    <a:pt x="2182229" y="3901898"/>
                  </a:lnTo>
                  <a:lnTo>
                    <a:pt x="2182354" y="3901898"/>
                  </a:lnTo>
                  <a:lnTo>
                    <a:pt x="2182479" y="3901898"/>
                  </a:lnTo>
                  <a:lnTo>
                    <a:pt x="2182604" y="3901898"/>
                  </a:lnTo>
                  <a:lnTo>
                    <a:pt x="2182729" y="3901898"/>
                  </a:lnTo>
                  <a:lnTo>
                    <a:pt x="2182729" y="3891944"/>
                  </a:lnTo>
                  <a:lnTo>
                    <a:pt x="2182854" y="3891944"/>
                  </a:lnTo>
                  <a:lnTo>
                    <a:pt x="2182979" y="3891944"/>
                  </a:lnTo>
                  <a:lnTo>
                    <a:pt x="2182979" y="3881990"/>
                  </a:lnTo>
                  <a:lnTo>
                    <a:pt x="2183104" y="3881990"/>
                  </a:lnTo>
                  <a:lnTo>
                    <a:pt x="2183229" y="3881990"/>
                  </a:lnTo>
                  <a:lnTo>
                    <a:pt x="2183354" y="3881990"/>
                  </a:lnTo>
                  <a:lnTo>
                    <a:pt x="2183479" y="3881990"/>
                  </a:lnTo>
                  <a:lnTo>
                    <a:pt x="2183604" y="3881990"/>
                  </a:lnTo>
                  <a:lnTo>
                    <a:pt x="2183730" y="3881990"/>
                  </a:lnTo>
                  <a:lnTo>
                    <a:pt x="2183855" y="3881990"/>
                  </a:lnTo>
                  <a:lnTo>
                    <a:pt x="2183980" y="3881990"/>
                  </a:lnTo>
                  <a:lnTo>
                    <a:pt x="2184105" y="3881990"/>
                  </a:lnTo>
                  <a:lnTo>
                    <a:pt x="2184230" y="3881990"/>
                  </a:lnTo>
                  <a:lnTo>
                    <a:pt x="2184355" y="3881990"/>
                  </a:lnTo>
                  <a:lnTo>
                    <a:pt x="2184480" y="3881990"/>
                  </a:lnTo>
                  <a:lnTo>
                    <a:pt x="2184605" y="3881990"/>
                  </a:lnTo>
                  <a:lnTo>
                    <a:pt x="2184730" y="3881990"/>
                  </a:lnTo>
                  <a:lnTo>
                    <a:pt x="2184855" y="3881990"/>
                  </a:lnTo>
                  <a:lnTo>
                    <a:pt x="2184980" y="3881990"/>
                  </a:lnTo>
                  <a:lnTo>
                    <a:pt x="2185105" y="3881990"/>
                  </a:lnTo>
                  <a:lnTo>
                    <a:pt x="2185230" y="3881990"/>
                  </a:lnTo>
                  <a:lnTo>
                    <a:pt x="2185355" y="3881990"/>
                  </a:lnTo>
                  <a:lnTo>
                    <a:pt x="2185480" y="3881990"/>
                  </a:lnTo>
                  <a:lnTo>
                    <a:pt x="2185605" y="3881990"/>
                  </a:lnTo>
                  <a:lnTo>
                    <a:pt x="2185730" y="3881990"/>
                  </a:lnTo>
                  <a:lnTo>
                    <a:pt x="2185855" y="3881990"/>
                  </a:lnTo>
                  <a:lnTo>
                    <a:pt x="2185980" y="3881990"/>
                  </a:lnTo>
                  <a:lnTo>
                    <a:pt x="2186105" y="3881990"/>
                  </a:lnTo>
                  <a:lnTo>
                    <a:pt x="2186230" y="3881990"/>
                  </a:lnTo>
                  <a:lnTo>
                    <a:pt x="2186355" y="3881990"/>
                  </a:lnTo>
                  <a:lnTo>
                    <a:pt x="2186480" y="3881990"/>
                  </a:lnTo>
                  <a:lnTo>
                    <a:pt x="2186605" y="3881990"/>
                  </a:lnTo>
                  <a:lnTo>
                    <a:pt x="2186731" y="3881990"/>
                  </a:lnTo>
                  <a:lnTo>
                    <a:pt x="2186856" y="3881990"/>
                  </a:lnTo>
                  <a:lnTo>
                    <a:pt x="2186981" y="3881990"/>
                  </a:lnTo>
                  <a:lnTo>
                    <a:pt x="2187106" y="3881990"/>
                  </a:lnTo>
                  <a:lnTo>
                    <a:pt x="2187231" y="3881990"/>
                  </a:lnTo>
                  <a:lnTo>
                    <a:pt x="2187356" y="3881990"/>
                  </a:lnTo>
                  <a:lnTo>
                    <a:pt x="2187481" y="3881990"/>
                  </a:lnTo>
                  <a:lnTo>
                    <a:pt x="2187606" y="3881990"/>
                  </a:lnTo>
                  <a:lnTo>
                    <a:pt x="2187731" y="3881990"/>
                  </a:lnTo>
                  <a:lnTo>
                    <a:pt x="2187856" y="3881990"/>
                  </a:lnTo>
                  <a:lnTo>
                    <a:pt x="2187981" y="3881990"/>
                  </a:lnTo>
                  <a:lnTo>
                    <a:pt x="2188106" y="3881990"/>
                  </a:lnTo>
                  <a:lnTo>
                    <a:pt x="2188231" y="3881990"/>
                  </a:lnTo>
                  <a:lnTo>
                    <a:pt x="2188356" y="3881990"/>
                  </a:lnTo>
                  <a:lnTo>
                    <a:pt x="2188481" y="3881990"/>
                  </a:lnTo>
                  <a:lnTo>
                    <a:pt x="2188606" y="3881990"/>
                  </a:lnTo>
                  <a:lnTo>
                    <a:pt x="2188731" y="3881990"/>
                  </a:lnTo>
                  <a:lnTo>
                    <a:pt x="2188856" y="3881990"/>
                  </a:lnTo>
                  <a:lnTo>
                    <a:pt x="2188981" y="3881990"/>
                  </a:lnTo>
                  <a:lnTo>
                    <a:pt x="2189106" y="3881990"/>
                  </a:lnTo>
                  <a:lnTo>
                    <a:pt x="2189231" y="3881990"/>
                  </a:lnTo>
                  <a:lnTo>
                    <a:pt x="2189356" y="3881990"/>
                  </a:lnTo>
                  <a:lnTo>
                    <a:pt x="2189481" y="3881990"/>
                  </a:lnTo>
                  <a:lnTo>
                    <a:pt x="2189606" y="3881990"/>
                  </a:lnTo>
                  <a:lnTo>
                    <a:pt x="2189732" y="3881990"/>
                  </a:lnTo>
                  <a:lnTo>
                    <a:pt x="2189857" y="3881990"/>
                  </a:lnTo>
                  <a:lnTo>
                    <a:pt x="2189982" y="3881990"/>
                  </a:lnTo>
                  <a:lnTo>
                    <a:pt x="2190107" y="3881990"/>
                  </a:lnTo>
                  <a:lnTo>
                    <a:pt x="2190232" y="3881990"/>
                  </a:lnTo>
                  <a:lnTo>
                    <a:pt x="2190357" y="3881990"/>
                  </a:lnTo>
                  <a:lnTo>
                    <a:pt x="2190482" y="3881990"/>
                  </a:lnTo>
                  <a:lnTo>
                    <a:pt x="2190607" y="3881990"/>
                  </a:lnTo>
                  <a:lnTo>
                    <a:pt x="2190732" y="3881990"/>
                  </a:lnTo>
                  <a:lnTo>
                    <a:pt x="2190857" y="3881990"/>
                  </a:lnTo>
                  <a:lnTo>
                    <a:pt x="2190982" y="3881990"/>
                  </a:lnTo>
                  <a:lnTo>
                    <a:pt x="2191107" y="3881990"/>
                  </a:lnTo>
                  <a:lnTo>
                    <a:pt x="2191232" y="3881990"/>
                  </a:lnTo>
                  <a:lnTo>
                    <a:pt x="2191357" y="3881990"/>
                  </a:lnTo>
                  <a:lnTo>
                    <a:pt x="2191482" y="3881990"/>
                  </a:lnTo>
                  <a:lnTo>
                    <a:pt x="2191607" y="3881990"/>
                  </a:lnTo>
                  <a:lnTo>
                    <a:pt x="2191732" y="3881990"/>
                  </a:lnTo>
                  <a:lnTo>
                    <a:pt x="2191857" y="3881990"/>
                  </a:lnTo>
                  <a:lnTo>
                    <a:pt x="2191982" y="3881990"/>
                  </a:lnTo>
                  <a:lnTo>
                    <a:pt x="2192107" y="3881990"/>
                  </a:lnTo>
                  <a:lnTo>
                    <a:pt x="2192232" y="3881990"/>
                  </a:lnTo>
                  <a:lnTo>
                    <a:pt x="2192357" y="3881990"/>
                  </a:lnTo>
                  <a:lnTo>
                    <a:pt x="2192482" y="3881990"/>
                  </a:lnTo>
                  <a:lnTo>
                    <a:pt x="2192607" y="3881990"/>
                  </a:lnTo>
                  <a:lnTo>
                    <a:pt x="2192733" y="3881990"/>
                  </a:lnTo>
                  <a:lnTo>
                    <a:pt x="2192858" y="3881990"/>
                  </a:lnTo>
                  <a:lnTo>
                    <a:pt x="2192983" y="3881990"/>
                  </a:lnTo>
                  <a:lnTo>
                    <a:pt x="2193108" y="3881990"/>
                  </a:lnTo>
                  <a:lnTo>
                    <a:pt x="2193233" y="3881990"/>
                  </a:lnTo>
                  <a:lnTo>
                    <a:pt x="2193358" y="3881990"/>
                  </a:lnTo>
                  <a:lnTo>
                    <a:pt x="2193483" y="3881990"/>
                  </a:lnTo>
                  <a:lnTo>
                    <a:pt x="2193608" y="3881990"/>
                  </a:lnTo>
                  <a:lnTo>
                    <a:pt x="2193733" y="3881990"/>
                  </a:lnTo>
                  <a:lnTo>
                    <a:pt x="2193858" y="3881990"/>
                  </a:lnTo>
                  <a:lnTo>
                    <a:pt x="2193983" y="3881990"/>
                  </a:lnTo>
                  <a:lnTo>
                    <a:pt x="2194108" y="3881990"/>
                  </a:lnTo>
                  <a:lnTo>
                    <a:pt x="2194233" y="3881990"/>
                  </a:lnTo>
                  <a:lnTo>
                    <a:pt x="2194358" y="3881990"/>
                  </a:lnTo>
                  <a:lnTo>
                    <a:pt x="2194483" y="3881990"/>
                  </a:lnTo>
                  <a:lnTo>
                    <a:pt x="2194608" y="3881990"/>
                  </a:lnTo>
                  <a:lnTo>
                    <a:pt x="2194733" y="3881990"/>
                  </a:lnTo>
                  <a:lnTo>
                    <a:pt x="2194858" y="3881990"/>
                  </a:lnTo>
                  <a:lnTo>
                    <a:pt x="2194983" y="3881990"/>
                  </a:lnTo>
                  <a:lnTo>
                    <a:pt x="2195108" y="3881990"/>
                  </a:lnTo>
                  <a:lnTo>
                    <a:pt x="2195233" y="3881990"/>
                  </a:lnTo>
                  <a:lnTo>
                    <a:pt x="2195358" y="3881990"/>
                  </a:lnTo>
                  <a:lnTo>
                    <a:pt x="2195483" y="3881990"/>
                  </a:lnTo>
                  <a:lnTo>
                    <a:pt x="2195608" y="3881990"/>
                  </a:lnTo>
                  <a:lnTo>
                    <a:pt x="2195734" y="3881990"/>
                  </a:lnTo>
                  <a:lnTo>
                    <a:pt x="2195859" y="3881990"/>
                  </a:lnTo>
                  <a:lnTo>
                    <a:pt x="2195984" y="3881990"/>
                  </a:lnTo>
                  <a:lnTo>
                    <a:pt x="2196109" y="3881990"/>
                  </a:lnTo>
                  <a:lnTo>
                    <a:pt x="2196234" y="3881990"/>
                  </a:lnTo>
                  <a:lnTo>
                    <a:pt x="2196359" y="3881990"/>
                  </a:lnTo>
                  <a:lnTo>
                    <a:pt x="2196484" y="3881990"/>
                  </a:lnTo>
                  <a:lnTo>
                    <a:pt x="2196609" y="3881990"/>
                  </a:lnTo>
                  <a:lnTo>
                    <a:pt x="2196734" y="3881990"/>
                  </a:lnTo>
                  <a:lnTo>
                    <a:pt x="2196859" y="3881990"/>
                  </a:lnTo>
                  <a:lnTo>
                    <a:pt x="2196984" y="3881990"/>
                  </a:lnTo>
                  <a:lnTo>
                    <a:pt x="2197109" y="3881990"/>
                  </a:lnTo>
                  <a:lnTo>
                    <a:pt x="2197234" y="3881990"/>
                  </a:lnTo>
                  <a:lnTo>
                    <a:pt x="2197359" y="3881990"/>
                  </a:lnTo>
                  <a:lnTo>
                    <a:pt x="2197484" y="3881990"/>
                  </a:lnTo>
                  <a:lnTo>
                    <a:pt x="2197609" y="3881990"/>
                  </a:lnTo>
                  <a:lnTo>
                    <a:pt x="2197734" y="3881990"/>
                  </a:lnTo>
                  <a:lnTo>
                    <a:pt x="2197859" y="3881990"/>
                  </a:lnTo>
                  <a:lnTo>
                    <a:pt x="2197984" y="3881990"/>
                  </a:lnTo>
                  <a:lnTo>
                    <a:pt x="2198109" y="3881990"/>
                  </a:lnTo>
                  <a:lnTo>
                    <a:pt x="2198234" y="3881990"/>
                  </a:lnTo>
                  <a:lnTo>
                    <a:pt x="2198359" y="3881990"/>
                  </a:lnTo>
                  <a:lnTo>
                    <a:pt x="2198484" y="3881990"/>
                  </a:lnTo>
                  <a:lnTo>
                    <a:pt x="2198609" y="3881990"/>
                  </a:lnTo>
                  <a:lnTo>
                    <a:pt x="2198735" y="3881990"/>
                  </a:lnTo>
                  <a:lnTo>
                    <a:pt x="2198860" y="3881990"/>
                  </a:lnTo>
                  <a:lnTo>
                    <a:pt x="2198985" y="3881990"/>
                  </a:lnTo>
                  <a:lnTo>
                    <a:pt x="2199110" y="3881990"/>
                  </a:lnTo>
                  <a:lnTo>
                    <a:pt x="2199235" y="3881990"/>
                  </a:lnTo>
                  <a:lnTo>
                    <a:pt x="2199360" y="3881990"/>
                  </a:lnTo>
                  <a:lnTo>
                    <a:pt x="2199485" y="3881990"/>
                  </a:lnTo>
                  <a:lnTo>
                    <a:pt x="2199610" y="3881990"/>
                  </a:lnTo>
                  <a:lnTo>
                    <a:pt x="2199735" y="3881990"/>
                  </a:lnTo>
                  <a:lnTo>
                    <a:pt x="2199860" y="3881990"/>
                  </a:lnTo>
                  <a:lnTo>
                    <a:pt x="2199985" y="3881990"/>
                  </a:lnTo>
                  <a:lnTo>
                    <a:pt x="2200110" y="3881990"/>
                  </a:lnTo>
                  <a:lnTo>
                    <a:pt x="2200235" y="3881990"/>
                  </a:lnTo>
                  <a:lnTo>
                    <a:pt x="2200360" y="3881990"/>
                  </a:lnTo>
                  <a:lnTo>
                    <a:pt x="2200485" y="3881990"/>
                  </a:lnTo>
                  <a:lnTo>
                    <a:pt x="2200610" y="3881990"/>
                  </a:lnTo>
                  <a:lnTo>
                    <a:pt x="2200735" y="3881990"/>
                  </a:lnTo>
                  <a:lnTo>
                    <a:pt x="2200860" y="3881990"/>
                  </a:lnTo>
                  <a:lnTo>
                    <a:pt x="2200985" y="3881990"/>
                  </a:lnTo>
                  <a:lnTo>
                    <a:pt x="2201110" y="3881990"/>
                  </a:lnTo>
                  <a:lnTo>
                    <a:pt x="2201235" y="3881990"/>
                  </a:lnTo>
                  <a:lnTo>
                    <a:pt x="2201360" y="3881990"/>
                  </a:lnTo>
                  <a:lnTo>
                    <a:pt x="2201485" y="3881990"/>
                  </a:lnTo>
                  <a:lnTo>
                    <a:pt x="2201610" y="3881990"/>
                  </a:lnTo>
                  <a:lnTo>
                    <a:pt x="2201736" y="3881990"/>
                  </a:lnTo>
                  <a:lnTo>
                    <a:pt x="2201861" y="3881990"/>
                  </a:lnTo>
                  <a:lnTo>
                    <a:pt x="2201986" y="3881990"/>
                  </a:lnTo>
                  <a:lnTo>
                    <a:pt x="2202111" y="3881990"/>
                  </a:lnTo>
                  <a:lnTo>
                    <a:pt x="2202236" y="3881990"/>
                  </a:lnTo>
                  <a:lnTo>
                    <a:pt x="2202361" y="3881990"/>
                  </a:lnTo>
                  <a:lnTo>
                    <a:pt x="2202486" y="3881990"/>
                  </a:lnTo>
                  <a:lnTo>
                    <a:pt x="2202611" y="3881990"/>
                  </a:lnTo>
                  <a:lnTo>
                    <a:pt x="2202736" y="3881990"/>
                  </a:lnTo>
                  <a:lnTo>
                    <a:pt x="2202861" y="3881990"/>
                  </a:lnTo>
                  <a:lnTo>
                    <a:pt x="2202986" y="3881990"/>
                  </a:lnTo>
                  <a:lnTo>
                    <a:pt x="2203111" y="3881990"/>
                  </a:lnTo>
                  <a:lnTo>
                    <a:pt x="2203236" y="3881990"/>
                  </a:lnTo>
                  <a:lnTo>
                    <a:pt x="2203361" y="3881990"/>
                  </a:lnTo>
                  <a:lnTo>
                    <a:pt x="2203486" y="3881990"/>
                  </a:lnTo>
                  <a:lnTo>
                    <a:pt x="2203611" y="3881990"/>
                  </a:lnTo>
                  <a:lnTo>
                    <a:pt x="2203736" y="3881990"/>
                  </a:lnTo>
                  <a:lnTo>
                    <a:pt x="2203861" y="3881990"/>
                  </a:lnTo>
                  <a:lnTo>
                    <a:pt x="2203986" y="3881990"/>
                  </a:lnTo>
                  <a:lnTo>
                    <a:pt x="2204111" y="3881990"/>
                  </a:lnTo>
                  <a:lnTo>
                    <a:pt x="2204236" y="3881990"/>
                  </a:lnTo>
                  <a:lnTo>
                    <a:pt x="2204361" y="3881990"/>
                  </a:lnTo>
                  <a:lnTo>
                    <a:pt x="2204486" y="3881990"/>
                  </a:lnTo>
                  <a:lnTo>
                    <a:pt x="2204611" y="3881990"/>
                  </a:lnTo>
                  <a:lnTo>
                    <a:pt x="2204737" y="3881990"/>
                  </a:lnTo>
                  <a:lnTo>
                    <a:pt x="2204862" y="3881990"/>
                  </a:lnTo>
                  <a:lnTo>
                    <a:pt x="2204987" y="3881990"/>
                  </a:lnTo>
                  <a:lnTo>
                    <a:pt x="2205112" y="3881990"/>
                  </a:lnTo>
                  <a:lnTo>
                    <a:pt x="2205237" y="3881990"/>
                  </a:lnTo>
                  <a:lnTo>
                    <a:pt x="2205362" y="3881990"/>
                  </a:lnTo>
                  <a:lnTo>
                    <a:pt x="2205487" y="3881990"/>
                  </a:lnTo>
                  <a:lnTo>
                    <a:pt x="2205612" y="3881990"/>
                  </a:lnTo>
                  <a:lnTo>
                    <a:pt x="2205737" y="3881990"/>
                  </a:lnTo>
                  <a:lnTo>
                    <a:pt x="2205862" y="3881990"/>
                  </a:lnTo>
                  <a:lnTo>
                    <a:pt x="2205987" y="3881990"/>
                  </a:lnTo>
                  <a:lnTo>
                    <a:pt x="2206112" y="3881990"/>
                  </a:lnTo>
                  <a:lnTo>
                    <a:pt x="2206237" y="3881990"/>
                  </a:lnTo>
                  <a:lnTo>
                    <a:pt x="2206362" y="3881990"/>
                  </a:lnTo>
                  <a:lnTo>
                    <a:pt x="2206487" y="3881990"/>
                  </a:lnTo>
                  <a:lnTo>
                    <a:pt x="2206612" y="3881990"/>
                  </a:lnTo>
                  <a:lnTo>
                    <a:pt x="2206737" y="3881990"/>
                  </a:lnTo>
                  <a:lnTo>
                    <a:pt x="2206862" y="3881990"/>
                  </a:lnTo>
                  <a:lnTo>
                    <a:pt x="2206987" y="3881990"/>
                  </a:lnTo>
                  <a:lnTo>
                    <a:pt x="2207112" y="3881990"/>
                  </a:lnTo>
                  <a:lnTo>
                    <a:pt x="2207237" y="3881990"/>
                  </a:lnTo>
                  <a:lnTo>
                    <a:pt x="2207362" y="3881990"/>
                  </a:lnTo>
                  <a:lnTo>
                    <a:pt x="2207487" y="3881990"/>
                  </a:lnTo>
                  <a:lnTo>
                    <a:pt x="2207612" y="3881990"/>
                  </a:lnTo>
                  <a:lnTo>
                    <a:pt x="2207738" y="3881990"/>
                  </a:lnTo>
                  <a:lnTo>
                    <a:pt x="2207863" y="3881990"/>
                  </a:lnTo>
                  <a:lnTo>
                    <a:pt x="2207988" y="3881990"/>
                  </a:lnTo>
                  <a:lnTo>
                    <a:pt x="2208113" y="3881990"/>
                  </a:lnTo>
                  <a:lnTo>
                    <a:pt x="2208238" y="3881990"/>
                  </a:lnTo>
                  <a:lnTo>
                    <a:pt x="2208363" y="3881990"/>
                  </a:lnTo>
                  <a:lnTo>
                    <a:pt x="2208488" y="3881990"/>
                  </a:lnTo>
                  <a:lnTo>
                    <a:pt x="2208613" y="3881990"/>
                  </a:lnTo>
                  <a:lnTo>
                    <a:pt x="2208738" y="3881990"/>
                  </a:lnTo>
                  <a:lnTo>
                    <a:pt x="2208863" y="3881990"/>
                  </a:lnTo>
                  <a:lnTo>
                    <a:pt x="2208988" y="3881990"/>
                  </a:lnTo>
                  <a:lnTo>
                    <a:pt x="2209113" y="3881990"/>
                  </a:lnTo>
                  <a:lnTo>
                    <a:pt x="2209238" y="3881990"/>
                  </a:lnTo>
                  <a:lnTo>
                    <a:pt x="2209363" y="3881990"/>
                  </a:lnTo>
                  <a:lnTo>
                    <a:pt x="2209488" y="3881990"/>
                  </a:lnTo>
                  <a:lnTo>
                    <a:pt x="2209613" y="3881990"/>
                  </a:lnTo>
                  <a:lnTo>
                    <a:pt x="2209738" y="3881990"/>
                  </a:lnTo>
                  <a:lnTo>
                    <a:pt x="2209863" y="3881990"/>
                  </a:lnTo>
                  <a:lnTo>
                    <a:pt x="2209988" y="3881990"/>
                  </a:lnTo>
                  <a:lnTo>
                    <a:pt x="2210113" y="3881990"/>
                  </a:lnTo>
                  <a:lnTo>
                    <a:pt x="2210113" y="3872037"/>
                  </a:lnTo>
                  <a:lnTo>
                    <a:pt x="2210238" y="3872037"/>
                  </a:lnTo>
                  <a:lnTo>
                    <a:pt x="2210363" y="3872037"/>
                  </a:lnTo>
                  <a:lnTo>
                    <a:pt x="2210488" y="3872037"/>
                  </a:lnTo>
                  <a:lnTo>
                    <a:pt x="2210613" y="3872037"/>
                  </a:lnTo>
                  <a:lnTo>
                    <a:pt x="2210739" y="3872037"/>
                  </a:lnTo>
                  <a:lnTo>
                    <a:pt x="2210864" y="3872037"/>
                  </a:lnTo>
                  <a:lnTo>
                    <a:pt x="2210989" y="3872037"/>
                  </a:lnTo>
                  <a:lnTo>
                    <a:pt x="2211114" y="3872037"/>
                  </a:lnTo>
                  <a:lnTo>
                    <a:pt x="2211239" y="3872037"/>
                  </a:lnTo>
                  <a:lnTo>
                    <a:pt x="2211364" y="3872037"/>
                  </a:lnTo>
                  <a:lnTo>
                    <a:pt x="2211489" y="3872037"/>
                  </a:lnTo>
                  <a:lnTo>
                    <a:pt x="2211614" y="3872037"/>
                  </a:lnTo>
                  <a:lnTo>
                    <a:pt x="2211739" y="3872037"/>
                  </a:lnTo>
                  <a:lnTo>
                    <a:pt x="2211864" y="3872037"/>
                  </a:lnTo>
                  <a:lnTo>
                    <a:pt x="2211989" y="3872037"/>
                  </a:lnTo>
                  <a:lnTo>
                    <a:pt x="2212114" y="3872037"/>
                  </a:lnTo>
                  <a:lnTo>
                    <a:pt x="2212239" y="3872037"/>
                  </a:lnTo>
                  <a:lnTo>
                    <a:pt x="2212364" y="3872037"/>
                  </a:lnTo>
                  <a:lnTo>
                    <a:pt x="2212489" y="3872037"/>
                  </a:lnTo>
                  <a:lnTo>
                    <a:pt x="2212614" y="3872037"/>
                  </a:lnTo>
                  <a:lnTo>
                    <a:pt x="2212739" y="3872037"/>
                  </a:lnTo>
                  <a:lnTo>
                    <a:pt x="2212864" y="3872037"/>
                  </a:lnTo>
                  <a:lnTo>
                    <a:pt x="2212989" y="3872037"/>
                  </a:lnTo>
                  <a:lnTo>
                    <a:pt x="2213114" y="3872037"/>
                  </a:lnTo>
                  <a:lnTo>
                    <a:pt x="2213239" y="3872037"/>
                  </a:lnTo>
                  <a:lnTo>
                    <a:pt x="2213364" y="3872037"/>
                  </a:lnTo>
                  <a:lnTo>
                    <a:pt x="2213489" y="3872037"/>
                  </a:lnTo>
                  <a:lnTo>
                    <a:pt x="2213615" y="3872037"/>
                  </a:lnTo>
                  <a:lnTo>
                    <a:pt x="2213740" y="3872037"/>
                  </a:lnTo>
                  <a:lnTo>
                    <a:pt x="2213865" y="3872037"/>
                  </a:lnTo>
                  <a:lnTo>
                    <a:pt x="2213990" y="3872037"/>
                  </a:lnTo>
                  <a:lnTo>
                    <a:pt x="2214115" y="3872037"/>
                  </a:lnTo>
                  <a:lnTo>
                    <a:pt x="2214240" y="3872037"/>
                  </a:lnTo>
                  <a:lnTo>
                    <a:pt x="2214365" y="3872037"/>
                  </a:lnTo>
                  <a:lnTo>
                    <a:pt x="2214490" y="3872037"/>
                  </a:lnTo>
                  <a:lnTo>
                    <a:pt x="2214615" y="3872037"/>
                  </a:lnTo>
                  <a:lnTo>
                    <a:pt x="2214740" y="3872037"/>
                  </a:lnTo>
                  <a:lnTo>
                    <a:pt x="2214865" y="3872037"/>
                  </a:lnTo>
                  <a:lnTo>
                    <a:pt x="2214990" y="3872037"/>
                  </a:lnTo>
                  <a:lnTo>
                    <a:pt x="2215115" y="3872037"/>
                  </a:lnTo>
                  <a:lnTo>
                    <a:pt x="2215240" y="3872037"/>
                  </a:lnTo>
                  <a:lnTo>
                    <a:pt x="2215365" y="3872037"/>
                  </a:lnTo>
                  <a:lnTo>
                    <a:pt x="2215490" y="3872037"/>
                  </a:lnTo>
                  <a:lnTo>
                    <a:pt x="2215615" y="3872037"/>
                  </a:lnTo>
                  <a:lnTo>
                    <a:pt x="2215740" y="3872037"/>
                  </a:lnTo>
                  <a:lnTo>
                    <a:pt x="2215865" y="3872037"/>
                  </a:lnTo>
                  <a:lnTo>
                    <a:pt x="2215990" y="3872037"/>
                  </a:lnTo>
                  <a:lnTo>
                    <a:pt x="2216115" y="3872037"/>
                  </a:lnTo>
                  <a:lnTo>
                    <a:pt x="2216240" y="3872037"/>
                  </a:lnTo>
                  <a:lnTo>
                    <a:pt x="2216365" y="3872037"/>
                  </a:lnTo>
                  <a:lnTo>
                    <a:pt x="2216490" y="3872037"/>
                  </a:lnTo>
                  <a:lnTo>
                    <a:pt x="2216616" y="3872037"/>
                  </a:lnTo>
                  <a:lnTo>
                    <a:pt x="2216741" y="3872037"/>
                  </a:lnTo>
                  <a:lnTo>
                    <a:pt x="2216866" y="3872037"/>
                  </a:lnTo>
                  <a:lnTo>
                    <a:pt x="2216991" y="3872037"/>
                  </a:lnTo>
                  <a:lnTo>
                    <a:pt x="2217116" y="3872037"/>
                  </a:lnTo>
                  <a:lnTo>
                    <a:pt x="2217241" y="3872037"/>
                  </a:lnTo>
                  <a:lnTo>
                    <a:pt x="2217366" y="3872037"/>
                  </a:lnTo>
                  <a:lnTo>
                    <a:pt x="2217491" y="3872037"/>
                  </a:lnTo>
                  <a:lnTo>
                    <a:pt x="2217616" y="3872037"/>
                  </a:lnTo>
                  <a:lnTo>
                    <a:pt x="2217741" y="3872037"/>
                  </a:lnTo>
                  <a:lnTo>
                    <a:pt x="2217866" y="3872037"/>
                  </a:lnTo>
                  <a:lnTo>
                    <a:pt x="2217991" y="3872037"/>
                  </a:lnTo>
                  <a:lnTo>
                    <a:pt x="2218116" y="3872037"/>
                  </a:lnTo>
                  <a:lnTo>
                    <a:pt x="2218241" y="3872037"/>
                  </a:lnTo>
                  <a:lnTo>
                    <a:pt x="2218366" y="3872037"/>
                  </a:lnTo>
                  <a:lnTo>
                    <a:pt x="2218491" y="3872037"/>
                  </a:lnTo>
                  <a:lnTo>
                    <a:pt x="2218616" y="3872037"/>
                  </a:lnTo>
                  <a:lnTo>
                    <a:pt x="2218741" y="3872037"/>
                  </a:lnTo>
                  <a:lnTo>
                    <a:pt x="2218866" y="3872037"/>
                  </a:lnTo>
                  <a:lnTo>
                    <a:pt x="2218991" y="3872037"/>
                  </a:lnTo>
                  <a:lnTo>
                    <a:pt x="2219116" y="3872037"/>
                  </a:lnTo>
                  <a:lnTo>
                    <a:pt x="2219241" y="3872037"/>
                  </a:lnTo>
                  <a:lnTo>
                    <a:pt x="2219366" y="3872037"/>
                  </a:lnTo>
                  <a:lnTo>
                    <a:pt x="2219491" y="3872037"/>
                  </a:lnTo>
                  <a:lnTo>
                    <a:pt x="2219617" y="3872037"/>
                  </a:lnTo>
                  <a:lnTo>
                    <a:pt x="2219742" y="3872037"/>
                  </a:lnTo>
                  <a:lnTo>
                    <a:pt x="2219867" y="3872037"/>
                  </a:lnTo>
                  <a:lnTo>
                    <a:pt x="2219992" y="3872037"/>
                  </a:lnTo>
                  <a:lnTo>
                    <a:pt x="2219992" y="3862083"/>
                  </a:lnTo>
                  <a:lnTo>
                    <a:pt x="2220117" y="3862083"/>
                  </a:lnTo>
                  <a:lnTo>
                    <a:pt x="2220242" y="3862083"/>
                  </a:lnTo>
                  <a:lnTo>
                    <a:pt x="2220367" y="3862083"/>
                  </a:lnTo>
                  <a:lnTo>
                    <a:pt x="2220492" y="3862083"/>
                  </a:lnTo>
                  <a:lnTo>
                    <a:pt x="2220617" y="3862083"/>
                  </a:lnTo>
                  <a:lnTo>
                    <a:pt x="2220742" y="3862083"/>
                  </a:lnTo>
                  <a:lnTo>
                    <a:pt x="2220867" y="3862083"/>
                  </a:lnTo>
                  <a:lnTo>
                    <a:pt x="2220992" y="3862083"/>
                  </a:lnTo>
                  <a:lnTo>
                    <a:pt x="2221117" y="3862083"/>
                  </a:lnTo>
                  <a:lnTo>
                    <a:pt x="2221242" y="3862083"/>
                  </a:lnTo>
                  <a:lnTo>
                    <a:pt x="2221367" y="3862083"/>
                  </a:lnTo>
                  <a:lnTo>
                    <a:pt x="2221492" y="3862083"/>
                  </a:lnTo>
                  <a:lnTo>
                    <a:pt x="2221617" y="3862083"/>
                  </a:lnTo>
                  <a:lnTo>
                    <a:pt x="2221742" y="3862083"/>
                  </a:lnTo>
                  <a:lnTo>
                    <a:pt x="2221867" y="3862083"/>
                  </a:lnTo>
                  <a:lnTo>
                    <a:pt x="2221992" y="3862083"/>
                  </a:lnTo>
                  <a:lnTo>
                    <a:pt x="2222117" y="3862083"/>
                  </a:lnTo>
                  <a:lnTo>
                    <a:pt x="2222242" y="3862083"/>
                  </a:lnTo>
                  <a:lnTo>
                    <a:pt x="2222367" y="3862083"/>
                  </a:lnTo>
                  <a:lnTo>
                    <a:pt x="2222492" y="3862083"/>
                  </a:lnTo>
                  <a:lnTo>
                    <a:pt x="2222618" y="3862083"/>
                  </a:lnTo>
                  <a:lnTo>
                    <a:pt x="2222743" y="3862083"/>
                  </a:lnTo>
                  <a:lnTo>
                    <a:pt x="2222868" y="3862083"/>
                  </a:lnTo>
                  <a:lnTo>
                    <a:pt x="2222993" y="3862083"/>
                  </a:lnTo>
                  <a:lnTo>
                    <a:pt x="2223118" y="3862083"/>
                  </a:lnTo>
                  <a:lnTo>
                    <a:pt x="2223243" y="3862083"/>
                  </a:lnTo>
                  <a:lnTo>
                    <a:pt x="2223368" y="3862083"/>
                  </a:lnTo>
                  <a:lnTo>
                    <a:pt x="2223493" y="3862083"/>
                  </a:lnTo>
                  <a:lnTo>
                    <a:pt x="2223618" y="3862083"/>
                  </a:lnTo>
                  <a:lnTo>
                    <a:pt x="2223743" y="3862083"/>
                  </a:lnTo>
                  <a:lnTo>
                    <a:pt x="2223868" y="3862083"/>
                  </a:lnTo>
                  <a:lnTo>
                    <a:pt x="2223993" y="3862083"/>
                  </a:lnTo>
                  <a:lnTo>
                    <a:pt x="2224118" y="3862083"/>
                  </a:lnTo>
                  <a:lnTo>
                    <a:pt x="2224243" y="3862083"/>
                  </a:lnTo>
                  <a:lnTo>
                    <a:pt x="2224368" y="3862083"/>
                  </a:lnTo>
                  <a:lnTo>
                    <a:pt x="2224493" y="3862083"/>
                  </a:lnTo>
                  <a:lnTo>
                    <a:pt x="2224618" y="3862083"/>
                  </a:lnTo>
                  <a:lnTo>
                    <a:pt x="2224743" y="3862083"/>
                  </a:lnTo>
                  <a:lnTo>
                    <a:pt x="2224743" y="3852129"/>
                  </a:lnTo>
                  <a:lnTo>
                    <a:pt x="2224868" y="3852129"/>
                  </a:lnTo>
                  <a:lnTo>
                    <a:pt x="2224993" y="3852129"/>
                  </a:lnTo>
                  <a:lnTo>
                    <a:pt x="2225118" y="3852129"/>
                  </a:lnTo>
                  <a:lnTo>
                    <a:pt x="2225243" y="3852129"/>
                  </a:lnTo>
                  <a:lnTo>
                    <a:pt x="2225368" y="3852129"/>
                  </a:lnTo>
                  <a:lnTo>
                    <a:pt x="2225493" y="3852129"/>
                  </a:lnTo>
                  <a:lnTo>
                    <a:pt x="2225619" y="3852129"/>
                  </a:lnTo>
                  <a:lnTo>
                    <a:pt x="2225619" y="3842175"/>
                  </a:lnTo>
                  <a:lnTo>
                    <a:pt x="2225744" y="3842175"/>
                  </a:lnTo>
                  <a:lnTo>
                    <a:pt x="2225869" y="3842175"/>
                  </a:lnTo>
                  <a:lnTo>
                    <a:pt x="2225994" y="3842175"/>
                  </a:lnTo>
                  <a:lnTo>
                    <a:pt x="2226119" y="3842175"/>
                  </a:lnTo>
                  <a:lnTo>
                    <a:pt x="2226244" y="3842175"/>
                  </a:lnTo>
                  <a:lnTo>
                    <a:pt x="2226369" y="3842175"/>
                  </a:lnTo>
                  <a:lnTo>
                    <a:pt x="2226494" y="3842175"/>
                  </a:lnTo>
                  <a:lnTo>
                    <a:pt x="2226619" y="3842175"/>
                  </a:lnTo>
                  <a:lnTo>
                    <a:pt x="2226744" y="3842175"/>
                  </a:lnTo>
                  <a:lnTo>
                    <a:pt x="2226869" y="3842175"/>
                  </a:lnTo>
                  <a:lnTo>
                    <a:pt x="2226994" y="3842175"/>
                  </a:lnTo>
                  <a:lnTo>
                    <a:pt x="2227119" y="3842175"/>
                  </a:lnTo>
                  <a:lnTo>
                    <a:pt x="2227244" y="3842175"/>
                  </a:lnTo>
                  <a:lnTo>
                    <a:pt x="2227369" y="3842175"/>
                  </a:lnTo>
                  <a:lnTo>
                    <a:pt x="2227494" y="3842175"/>
                  </a:lnTo>
                  <a:lnTo>
                    <a:pt x="2227619" y="3842175"/>
                  </a:lnTo>
                  <a:lnTo>
                    <a:pt x="2227744" y="3842175"/>
                  </a:lnTo>
                  <a:lnTo>
                    <a:pt x="2227869" y="3842175"/>
                  </a:lnTo>
                  <a:lnTo>
                    <a:pt x="2227994" y="3842175"/>
                  </a:lnTo>
                  <a:lnTo>
                    <a:pt x="2228119" y="3842175"/>
                  </a:lnTo>
                  <a:lnTo>
                    <a:pt x="2228244" y="3842175"/>
                  </a:lnTo>
                  <a:lnTo>
                    <a:pt x="2228369" y="3842175"/>
                  </a:lnTo>
                  <a:lnTo>
                    <a:pt x="2228494" y="3842175"/>
                  </a:lnTo>
                  <a:lnTo>
                    <a:pt x="2228620" y="3842175"/>
                  </a:lnTo>
                  <a:lnTo>
                    <a:pt x="2228745" y="3842175"/>
                  </a:lnTo>
                  <a:lnTo>
                    <a:pt x="2228870" y="3842175"/>
                  </a:lnTo>
                  <a:lnTo>
                    <a:pt x="2228995" y="3842175"/>
                  </a:lnTo>
                  <a:lnTo>
                    <a:pt x="2229120" y="3842175"/>
                  </a:lnTo>
                  <a:lnTo>
                    <a:pt x="2229245" y="3842175"/>
                  </a:lnTo>
                  <a:lnTo>
                    <a:pt x="2229370" y="3842175"/>
                  </a:lnTo>
                  <a:lnTo>
                    <a:pt x="2229495" y="3842175"/>
                  </a:lnTo>
                  <a:lnTo>
                    <a:pt x="2229620" y="3842175"/>
                  </a:lnTo>
                  <a:lnTo>
                    <a:pt x="2229745" y="3842175"/>
                  </a:lnTo>
                  <a:lnTo>
                    <a:pt x="2229870" y="3842175"/>
                  </a:lnTo>
                  <a:lnTo>
                    <a:pt x="2229995" y="3842175"/>
                  </a:lnTo>
                  <a:lnTo>
                    <a:pt x="2230120" y="3842175"/>
                  </a:lnTo>
                  <a:lnTo>
                    <a:pt x="2230245" y="3842175"/>
                  </a:lnTo>
                  <a:lnTo>
                    <a:pt x="2230370" y="3842175"/>
                  </a:lnTo>
                  <a:lnTo>
                    <a:pt x="2230495" y="3842175"/>
                  </a:lnTo>
                  <a:lnTo>
                    <a:pt x="2230620" y="3842175"/>
                  </a:lnTo>
                  <a:lnTo>
                    <a:pt x="2230745" y="3842175"/>
                  </a:lnTo>
                  <a:lnTo>
                    <a:pt x="2230870" y="3842175"/>
                  </a:lnTo>
                  <a:lnTo>
                    <a:pt x="2230995" y="3842175"/>
                  </a:lnTo>
                  <a:lnTo>
                    <a:pt x="2231120" y="3842175"/>
                  </a:lnTo>
                  <a:lnTo>
                    <a:pt x="2231245" y="3842175"/>
                  </a:lnTo>
                  <a:lnTo>
                    <a:pt x="2231370" y="3842175"/>
                  </a:lnTo>
                  <a:lnTo>
                    <a:pt x="2231495" y="3842175"/>
                  </a:lnTo>
                  <a:lnTo>
                    <a:pt x="2231621" y="3842175"/>
                  </a:lnTo>
                  <a:lnTo>
                    <a:pt x="2231746" y="3842175"/>
                  </a:lnTo>
                  <a:lnTo>
                    <a:pt x="2231871" y="3842175"/>
                  </a:lnTo>
                  <a:lnTo>
                    <a:pt x="2231996" y="3842175"/>
                  </a:lnTo>
                  <a:lnTo>
                    <a:pt x="2232121" y="3842175"/>
                  </a:lnTo>
                  <a:lnTo>
                    <a:pt x="2232246" y="3842175"/>
                  </a:lnTo>
                  <a:lnTo>
                    <a:pt x="2232371" y="3842175"/>
                  </a:lnTo>
                  <a:lnTo>
                    <a:pt x="2232496" y="3842175"/>
                  </a:lnTo>
                  <a:lnTo>
                    <a:pt x="2232621" y="3842175"/>
                  </a:lnTo>
                  <a:lnTo>
                    <a:pt x="2232746" y="3842175"/>
                  </a:lnTo>
                  <a:lnTo>
                    <a:pt x="2232871" y="3842175"/>
                  </a:lnTo>
                  <a:lnTo>
                    <a:pt x="2232996" y="3842175"/>
                  </a:lnTo>
                  <a:lnTo>
                    <a:pt x="2233121" y="3842175"/>
                  </a:lnTo>
                  <a:lnTo>
                    <a:pt x="2233246" y="3842175"/>
                  </a:lnTo>
                  <a:lnTo>
                    <a:pt x="2233371" y="3842175"/>
                  </a:lnTo>
                  <a:lnTo>
                    <a:pt x="2233496" y="3842175"/>
                  </a:lnTo>
                  <a:lnTo>
                    <a:pt x="2233621" y="3842175"/>
                  </a:lnTo>
                  <a:lnTo>
                    <a:pt x="2233746" y="3842175"/>
                  </a:lnTo>
                  <a:lnTo>
                    <a:pt x="2233871" y="3842175"/>
                  </a:lnTo>
                  <a:lnTo>
                    <a:pt x="2233996" y="3842175"/>
                  </a:lnTo>
                  <a:lnTo>
                    <a:pt x="2234121" y="3842175"/>
                  </a:lnTo>
                  <a:lnTo>
                    <a:pt x="2234246" y="3842175"/>
                  </a:lnTo>
                  <a:lnTo>
                    <a:pt x="2234371" y="3842175"/>
                  </a:lnTo>
                  <a:lnTo>
                    <a:pt x="2234496" y="3842175"/>
                  </a:lnTo>
                  <a:lnTo>
                    <a:pt x="2234622" y="3842175"/>
                  </a:lnTo>
                  <a:lnTo>
                    <a:pt x="2234747" y="3842175"/>
                  </a:lnTo>
                  <a:lnTo>
                    <a:pt x="2234872" y="3842175"/>
                  </a:lnTo>
                  <a:lnTo>
                    <a:pt x="2234997" y="3842175"/>
                  </a:lnTo>
                  <a:lnTo>
                    <a:pt x="2235122" y="3842175"/>
                  </a:lnTo>
                  <a:lnTo>
                    <a:pt x="2235247" y="3842175"/>
                  </a:lnTo>
                  <a:lnTo>
                    <a:pt x="2235372" y="3842175"/>
                  </a:lnTo>
                  <a:lnTo>
                    <a:pt x="2235497" y="3842175"/>
                  </a:lnTo>
                  <a:lnTo>
                    <a:pt x="2235622" y="3842175"/>
                  </a:lnTo>
                  <a:lnTo>
                    <a:pt x="2235747" y="3842175"/>
                  </a:lnTo>
                  <a:lnTo>
                    <a:pt x="2235872" y="3842175"/>
                  </a:lnTo>
                  <a:lnTo>
                    <a:pt x="2235997" y="3842175"/>
                  </a:lnTo>
                  <a:lnTo>
                    <a:pt x="2236122" y="3842175"/>
                  </a:lnTo>
                  <a:lnTo>
                    <a:pt x="2236247" y="3842175"/>
                  </a:lnTo>
                  <a:lnTo>
                    <a:pt x="2236372" y="3842175"/>
                  </a:lnTo>
                  <a:lnTo>
                    <a:pt x="2236497" y="3842175"/>
                  </a:lnTo>
                  <a:lnTo>
                    <a:pt x="2236622" y="3842175"/>
                  </a:lnTo>
                  <a:lnTo>
                    <a:pt x="2236747" y="3842175"/>
                  </a:lnTo>
                  <a:lnTo>
                    <a:pt x="2236872" y="3842175"/>
                  </a:lnTo>
                  <a:lnTo>
                    <a:pt x="2236997" y="3842175"/>
                  </a:lnTo>
                  <a:lnTo>
                    <a:pt x="2237122" y="3842175"/>
                  </a:lnTo>
                  <a:lnTo>
                    <a:pt x="2237247" y="3842175"/>
                  </a:lnTo>
                  <a:lnTo>
                    <a:pt x="2237372" y="3842175"/>
                  </a:lnTo>
                  <a:lnTo>
                    <a:pt x="2237497" y="3842175"/>
                  </a:lnTo>
                  <a:lnTo>
                    <a:pt x="2237623" y="3842175"/>
                  </a:lnTo>
                  <a:lnTo>
                    <a:pt x="2237748" y="3842175"/>
                  </a:lnTo>
                  <a:lnTo>
                    <a:pt x="2237873" y="3842175"/>
                  </a:lnTo>
                  <a:lnTo>
                    <a:pt x="2237998" y="3842175"/>
                  </a:lnTo>
                  <a:lnTo>
                    <a:pt x="2238123" y="3842175"/>
                  </a:lnTo>
                  <a:lnTo>
                    <a:pt x="2238248" y="3842175"/>
                  </a:lnTo>
                  <a:lnTo>
                    <a:pt x="2238373" y="3842175"/>
                  </a:lnTo>
                  <a:lnTo>
                    <a:pt x="2238498" y="3842175"/>
                  </a:lnTo>
                  <a:lnTo>
                    <a:pt x="2238623" y="3842175"/>
                  </a:lnTo>
                  <a:lnTo>
                    <a:pt x="2238748" y="3842175"/>
                  </a:lnTo>
                  <a:lnTo>
                    <a:pt x="2238873" y="3842175"/>
                  </a:lnTo>
                  <a:lnTo>
                    <a:pt x="2238998" y="3842175"/>
                  </a:lnTo>
                  <a:lnTo>
                    <a:pt x="2239123" y="3842175"/>
                  </a:lnTo>
                  <a:lnTo>
                    <a:pt x="2239248" y="3842175"/>
                  </a:lnTo>
                  <a:lnTo>
                    <a:pt x="2239373" y="3842175"/>
                  </a:lnTo>
                  <a:lnTo>
                    <a:pt x="2239498" y="3842175"/>
                  </a:lnTo>
                  <a:lnTo>
                    <a:pt x="2239623" y="3842175"/>
                  </a:lnTo>
                  <a:lnTo>
                    <a:pt x="2239748" y="3842175"/>
                  </a:lnTo>
                  <a:lnTo>
                    <a:pt x="2239873" y="3842175"/>
                  </a:lnTo>
                  <a:lnTo>
                    <a:pt x="2239998" y="3842175"/>
                  </a:lnTo>
                  <a:lnTo>
                    <a:pt x="2240123" y="3842175"/>
                  </a:lnTo>
                  <a:lnTo>
                    <a:pt x="2240248" y="3842175"/>
                  </a:lnTo>
                  <a:lnTo>
                    <a:pt x="2240373" y="3842175"/>
                  </a:lnTo>
                  <a:lnTo>
                    <a:pt x="2240498" y="3842175"/>
                  </a:lnTo>
                  <a:lnTo>
                    <a:pt x="2240624" y="3842175"/>
                  </a:lnTo>
                  <a:lnTo>
                    <a:pt x="2240749" y="3842175"/>
                  </a:lnTo>
                  <a:lnTo>
                    <a:pt x="2240874" y="3842175"/>
                  </a:lnTo>
                  <a:lnTo>
                    <a:pt x="2240999" y="3842175"/>
                  </a:lnTo>
                  <a:lnTo>
                    <a:pt x="2241124" y="3842175"/>
                  </a:lnTo>
                  <a:lnTo>
                    <a:pt x="2241249" y="3842175"/>
                  </a:lnTo>
                  <a:lnTo>
                    <a:pt x="2241374" y="3842175"/>
                  </a:lnTo>
                  <a:lnTo>
                    <a:pt x="2241499" y="3842175"/>
                  </a:lnTo>
                  <a:lnTo>
                    <a:pt x="2241624" y="3842175"/>
                  </a:lnTo>
                  <a:lnTo>
                    <a:pt x="2241749" y="3842175"/>
                  </a:lnTo>
                  <a:lnTo>
                    <a:pt x="2241874" y="3842175"/>
                  </a:lnTo>
                  <a:lnTo>
                    <a:pt x="2241999" y="3842175"/>
                  </a:lnTo>
                  <a:lnTo>
                    <a:pt x="2242124" y="3842175"/>
                  </a:lnTo>
                  <a:lnTo>
                    <a:pt x="2242249" y="3842175"/>
                  </a:lnTo>
                  <a:lnTo>
                    <a:pt x="2242374" y="3842175"/>
                  </a:lnTo>
                  <a:lnTo>
                    <a:pt x="2242499" y="3842175"/>
                  </a:lnTo>
                  <a:lnTo>
                    <a:pt x="2242624" y="3842175"/>
                  </a:lnTo>
                  <a:lnTo>
                    <a:pt x="2242749" y="3842175"/>
                  </a:lnTo>
                  <a:lnTo>
                    <a:pt x="2242874" y="3842175"/>
                  </a:lnTo>
                  <a:lnTo>
                    <a:pt x="2242999" y="3842175"/>
                  </a:lnTo>
                  <a:lnTo>
                    <a:pt x="2243124" y="3842175"/>
                  </a:lnTo>
                  <a:lnTo>
                    <a:pt x="2243249" y="3842175"/>
                  </a:lnTo>
                  <a:lnTo>
                    <a:pt x="2243374" y="3842175"/>
                  </a:lnTo>
                  <a:lnTo>
                    <a:pt x="2243499" y="3842175"/>
                  </a:lnTo>
                  <a:lnTo>
                    <a:pt x="2243625" y="3842175"/>
                  </a:lnTo>
                  <a:lnTo>
                    <a:pt x="2243750" y="3842175"/>
                  </a:lnTo>
                  <a:lnTo>
                    <a:pt x="2243875" y="3842175"/>
                  </a:lnTo>
                  <a:lnTo>
                    <a:pt x="2244000" y="3842175"/>
                  </a:lnTo>
                  <a:lnTo>
                    <a:pt x="2244125" y="3842175"/>
                  </a:lnTo>
                  <a:lnTo>
                    <a:pt x="2244250" y="3842175"/>
                  </a:lnTo>
                  <a:lnTo>
                    <a:pt x="2244375" y="3842175"/>
                  </a:lnTo>
                  <a:lnTo>
                    <a:pt x="2244500" y="3842175"/>
                  </a:lnTo>
                  <a:lnTo>
                    <a:pt x="2244625" y="3842175"/>
                  </a:lnTo>
                  <a:lnTo>
                    <a:pt x="2244750" y="3842175"/>
                  </a:lnTo>
                  <a:lnTo>
                    <a:pt x="2244875" y="3842175"/>
                  </a:lnTo>
                  <a:lnTo>
                    <a:pt x="2245000" y="3842175"/>
                  </a:lnTo>
                  <a:lnTo>
                    <a:pt x="2245125" y="3842175"/>
                  </a:lnTo>
                  <a:lnTo>
                    <a:pt x="2245250" y="3842175"/>
                  </a:lnTo>
                  <a:lnTo>
                    <a:pt x="2245375" y="3842175"/>
                  </a:lnTo>
                  <a:lnTo>
                    <a:pt x="2245500" y="3842175"/>
                  </a:lnTo>
                  <a:lnTo>
                    <a:pt x="2245625" y="3842175"/>
                  </a:lnTo>
                  <a:lnTo>
                    <a:pt x="2245750" y="3842175"/>
                  </a:lnTo>
                  <a:lnTo>
                    <a:pt x="2245875" y="3842175"/>
                  </a:lnTo>
                  <a:lnTo>
                    <a:pt x="2246000" y="3842175"/>
                  </a:lnTo>
                  <a:lnTo>
                    <a:pt x="2246125" y="3842175"/>
                  </a:lnTo>
                  <a:lnTo>
                    <a:pt x="2246250" y="3842175"/>
                  </a:lnTo>
                  <a:lnTo>
                    <a:pt x="2246375" y="3842175"/>
                  </a:lnTo>
                  <a:lnTo>
                    <a:pt x="2246500" y="3842175"/>
                  </a:lnTo>
                  <a:lnTo>
                    <a:pt x="2246626" y="3842175"/>
                  </a:lnTo>
                  <a:lnTo>
                    <a:pt x="2246751" y="3842175"/>
                  </a:lnTo>
                  <a:lnTo>
                    <a:pt x="2246876" y="3842175"/>
                  </a:lnTo>
                  <a:lnTo>
                    <a:pt x="2247001" y="3842175"/>
                  </a:lnTo>
                  <a:lnTo>
                    <a:pt x="2247126" y="3842175"/>
                  </a:lnTo>
                  <a:lnTo>
                    <a:pt x="2247251" y="3842175"/>
                  </a:lnTo>
                  <a:lnTo>
                    <a:pt x="2247376" y="3842175"/>
                  </a:lnTo>
                  <a:lnTo>
                    <a:pt x="2247501" y="3842175"/>
                  </a:lnTo>
                  <a:lnTo>
                    <a:pt x="2247626" y="3842175"/>
                  </a:lnTo>
                  <a:lnTo>
                    <a:pt x="2247751" y="3842175"/>
                  </a:lnTo>
                  <a:lnTo>
                    <a:pt x="2247876" y="3842175"/>
                  </a:lnTo>
                  <a:lnTo>
                    <a:pt x="2248001" y="3842175"/>
                  </a:lnTo>
                  <a:lnTo>
                    <a:pt x="2248126" y="3842175"/>
                  </a:lnTo>
                  <a:lnTo>
                    <a:pt x="2248251" y="3842175"/>
                  </a:lnTo>
                  <a:lnTo>
                    <a:pt x="2248376" y="3842175"/>
                  </a:lnTo>
                  <a:lnTo>
                    <a:pt x="2248501" y="3842175"/>
                  </a:lnTo>
                  <a:lnTo>
                    <a:pt x="2248626" y="3842175"/>
                  </a:lnTo>
                  <a:lnTo>
                    <a:pt x="2248751" y="3842175"/>
                  </a:lnTo>
                  <a:lnTo>
                    <a:pt x="2248876" y="3842175"/>
                  </a:lnTo>
                  <a:lnTo>
                    <a:pt x="2249001" y="3842175"/>
                  </a:lnTo>
                  <a:lnTo>
                    <a:pt x="2249126" y="3842175"/>
                  </a:lnTo>
                  <a:lnTo>
                    <a:pt x="2249251" y="3842175"/>
                  </a:lnTo>
                  <a:lnTo>
                    <a:pt x="2249376" y="3842175"/>
                  </a:lnTo>
                  <a:lnTo>
                    <a:pt x="2249501" y="3842175"/>
                  </a:lnTo>
                  <a:lnTo>
                    <a:pt x="2249627" y="3842175"/>
                  </a:lnTo>
                  <a:lnTo>
                    <a:pt x="2249752" y="3842175"/>
                  </a:lnTo>
                  <a:lnTo>
                    <a:pt x="2249877" y="3842175"/>
                  </a:lnTo>
                  <a:lnTo>
                    <a:pt x="2250002" y="3842175"/>
                  </a:lnTo>
                  <a:lnTo>
                    <a:pt x="2250127" y="3842175"/>
                  </a:lnTo>
                  <a:lnTo>
                    <a:pt x="2250252" y="3842175"/>
                  </a:lnTo>
                  <a:lnTo>
                    <a:pt x="2250377" y="3842175"/>
                  </a:lnTo>
                  <a:lnTo>
                    <a:pt x="2250502" y="3842175"/>
                  </a:lnTo>
                  <a:lnTo>
                    <a:pt x="2250627" y="3842175"/>
                  </a:lnTo>
                  <a:lnTo>
                    <a:pt x="2250627" y="3832221"/>
                  </a:lnTo>
                  <a:lnTo>
                    <a:pt x="2250752" y="3832221"/>
                  </a:lnTo>
                  <a:lnTo>
                    <a:pt x="2250877" y="3832221"/>
                  </a:lnTo>
                  <a:lnTo>
                    <a:pt x="2251002" y="3832221"/>
                  </a:lnTo>
                  <a:lnTo>
                    <a:pt x="2251127" y="3832221"/>
                  </a:lnTo>
                  <a:lnTo>
                    <a:pt x="2251252" y="3832221"/>
                  </a:lnTo>
                  <a:lnTo>
                    <a:pt x="2251377" y="3832221"/>
                  </a:lnTo>
                  <a:lnTo>
                    <a:pt x="2251502" y="3832221"/>
                  </a:lnTo>
                  <a:lnTo>
                    <a:pt x="2251627" y="3832221"/>
                  </a:lnTo>
                  <a:lnTo>
                    <a:pt x="2251752" y="3832221"/>
                  </a:lnTo>
                  <a:lnTo>
                    <a:pt x="2251877" y="3832221"/>
                  </a:lnTo>
                  <a:lnTo>
                    <a:pt x="2252002" y="3832221"/>
                  </a:lnTo>
                  <a:lnTo>
                    <a:pt x="2252127" y="3832221"/>
                  </a:lnTo>
                  <a:lnTo>
                    <a:pt x="2252252" y="3832221"/>
                  </a:lnTo>
                  <a:lnTo>
                    <a:pt x="2252377" y="3832221"/>
                  </a:lnTo>
                  <a:lnTo>
                    <a:pt x="2252503" y="3832221"/>
                  </a:lnTo>
                  <a:lnTo>
                    <a:pt x="2252628" y="3832221"/>
                  </a:lnTo>
                  <a:lnTo>
                    <a:pt x="2252753" y="3832221"/>
                  </a:lnTo>
                  <a:lnTo>
                    <a:pt x="2252878" y="3832221"/>
                  </a:lnTo>
                  <a:lnTo>
                    <a:pt x="2253003" y="3832221"/>
                  </a:lnTo>
                  <a:lnTo>
                    <a:pt x="2253128" y="3832221"/>
                  </a:lnTo>
                  <a:lnTo>
                    <a:pt x="2253253" y="3832221"/>
                  </a:lnTo>
                  <a:lnTo>
                    <a:pt x="2253378" y="3832221"/>
                  </a:lnTo>
                  <a:lnTo>
                    <a:pt x="2253503" y="3832221"/>
                  </a:lnTo>
                  <a:lnTo>
                    <a:pt x="2253628" y="3832221"/>
                  </a:lnTo>
                  <a:lnTo>
                    <a:pt x="2253753" y="3832221"/>
                  </a:lnTo>
                  <a:lnTo>
                    <a:pt x="2253878" y="3832221"/>
                  </a:lnTo>
                  <a:lnTo>
                    <a:pt x="2254003" y="3832221"/>
                  </a:lnTo>
                  <a:lnTo>
                    <a:pt x="2254128" y="3832221"/>
                  </a:lnTo>
                  <a:lnTo>
                    <a:pt x="2254253" y="3832221"/>
                  </a:lnTo>
                  <a:lnTo>
                    <a:pt x="2254378" y="3832221"/>
                  </a:lnTo>
                  <a:lnTo>
                    <a:pt x="2254503" y="3832221"/>
                  </a:lnTo>
                  <a:lnTo>
                    <a:pt x="2254628" y="3832221"/>
                  </a:lnTo>
                  <a:lnTo>
                    <a:pt x="2254753" y="3832221"/>
                  </a:lnTo>
                  <a:lnTo>
                    <a:pt x="2254878" y="3832221"/>
                  </a:lnTo>
                  <a:lnTo>
                    <a:pt x="2255003" y="3832221"/>
                  </a:lnTo>
                  <a:lnTo>
                    <a:pt x="2255128" y="3832221"/>
                  </a:lnTo>
                  <a:lnTo>
                    <a:pt x="2255253" y="3832221"/>
                  </a:lnTo>
                  <a:lnTo>
                    <a:pt x="2255378" y="3832221"/>
                  </a:lnTo>
                  <a:lnTo>
                    <a:pt x="2255504" y="3832221"/>
                  </a:lnTo>
                  <a:lnTo>
                    <a:pt x="2255629" y="3832221"/>
                  </a:lnTo>
                  <a:lnTo>
                    <a:pt x="2255754" y="3832221"/>
                  </a:lnTo>
                  <a:lnTo>
                    <a:pt x="2255879" y="3832221"/>
                  </a:lnTo>
                  <a:lnTo>
                    <a:pt x="2256004" y="3832221"/>
                  </a:lnTo>
                  <a:lnTo>
                    <a:pt x="2256129" y="3832221"/>
                  </a:lnTo>
                  <a:lnTo>
                    <a:pt x="2256254" y="3832221"/>
                  </a:lnTo>
                  <a:lnTo>
                    <a:pt x="2256379" y="3832221"/>
                  </a:lnTo>
                  <a:lnTo>
                    <a:pt x="2256504" y="3832221"/>
                  </a:lnTo>
                  <a:lnTo>
                    <a:pt x="2256629" y="3832221"/>
                  </a:lnTo>
                  <a:lnTo>
                    <a:pt x="2256754" y="3832221"/>
                  </a:lnTo>
                  <a:lnTo>
                    <a:pt x="2256879" y="3832221"/>
                  </a:lnTo>
                  <a:lnTo>
                    <a:pt x="2257004" y="3832221"/>
                  </a:lnTo>
                  <a:lnTo>
                    <a:pt x="2257129" y="3832221"/>
                  </a:lnTo>
                  <a:lnTo>
                    <a:pt x="2257254" y="3832221"/>
                  </a:lnTo>
                  <a:lnTo>
                    <a:pt x="2257379" y="3832221"/>
                  </a:lnTo>
                  <a:lnTo>
                    <a:pt x="2257504" y="3832221"/>
                  </a:lnTo>
                  <a:lnTo>
                    <a:pt x="2257629" y="3832221"/>
                  </a:lnTo>
                  <a:lnTo>
                    <a:pt x="2257754" y="3832221"/>
                  </a:lnTo>
                  <a:lnTo>
                    <a:pt x="2257879" y="3832221"/>
                  </a:lnTo>
                  <a:lnTo>
                    <a:pt x="2258004" y="3832221"/>
                  </a:lnTo>
                  <a:lnTo>
                    <a:pt x="2258129" y="3832221"/>
                  </a:lnTo>
                  <a:lnTo>
                    <a:pt x="2258254" y="3832221"/>
                  </a:lnTo>
                  <a:lnTo>
                    <a:pt x="2258379" y="3832221"/>
                  </a:lnTo>
                  <a:lnTo>
                    <a:pt x="2258505" y="3832221"/>
                  </a:lnTo>
                  <a:lnTo>
                    <a:pt x="2258630" y="3832221"/>
                  </a:lnTo>
                  <a:lnTo>
                    <a:pt x="2258755" y="3832221"/>
                  </a:lnTo>
                  <a:lnTo>
                    <a:pt x="2258880" y="3832221"/>
                  </a:lnTo>
                  <a:lnTo>
                    <a:pt x="2259005" y="3832221"/>
                  </a:lnTo>
                  <a:lnTo>
                    <a:pt x="2259130" y="3832221"/>
                  </a:lnTo>
                  <a:lnTo>
                    <a:pt x="2259255" y="3832221"/>
                  </a:lnTo>
                  <a:lnTo>
                    <a:pt x="2259380" y="3832221"/>
                  </a:lnTo>
                  <a:lnTo>
                    <a:pt x="2259505" y="3832221"/>
                  </a:lnTo>
                  <a:lnTo>
                    <a:pt x="2259630" y="3832221"/>
                  </a:lnTo>
                  <a:lnTo>
                    <a:pt x="2259755" y="3832221"/>
                  </a:lnTo>
                  <a:lnTo>
                    <a:pt x="2259880" y="3832221"/>
                  </a:lnTo>
                  <a:lnTo>
                    <a:pt x="2260005" y="3832221"/>
                  </a:lnTo>
                  <a:lnTo>
                    <a:pt x="2260130" y="3832221"/>
                  </a:lnTo>
                  <a:lnTo>
                    <a:pt x="2260255" y="3832221"/>
                  </a:lnTo>
                  <a:lnTo>
                    <a:pt x="2260380" y="3832221"/>
                  </a:lnTo>
                  <a:lnTo>
                    <a:pt x="2260505" y="3832221"/>
                  </a:lnTo>
                  <a:lnTo>
                    <a:pt x="2260630" y="3832221"/>
                  </a:lnTo>
                  <a:lnTo>
                    <a:pt x="2260755" y="3832221"/>
                  </a:lnTo>
                  <a:lnTo>
                    <a:pt x="2260880" y="3832221"/>
                  </a:lnTo>
                  <a:lnTo>
                    <a:pt x="2261005" y="3832221"/>
                  </a:lnTo>
                  <a:lnTo>
                    <a:pt x="2261130" y="3832221"/>
                  </a:lnTo>
                  <a:lnTo>
                    <a:pt x="2261255" y="3832221"/>
                  </a:lnTo>
                  <a:lnTo>
                    <a:pt x="2261380" y="3832221"/>
                  </a:lnTo>
                  <a:lnTo>
                    <a:pt x="2261506" y="3832221"/>
                  </a:lnTo>
                  <a:lnTo>
                    <a:pt x="2261631" y="3832221"/>
                  </a:lnTo>
                  <a:lnTo>
                    <a:pt x="2261756" y="3832221"/>
                  </a:lnTo>
                  <a:lnTo>
                    <a:pt x="2261881" y="3832221"/>
                  </a:lnTo>
                  <a:lnTo>
                    <a:pt x="2262006" y="3832221"/>
                  </a:lnTo>
                  <a:lnTo>
                    <a:pt x="2262006" y="3822267"/>
                  </a:lnTo>
                  <a:lnTo>
                    <a:pt x="2262131" y="3822267"/>
                  </a:lnTo>
                  <a:lnTo>
                    <a:pt x="2262256" y="3822267"/>
                  </a:lnTo>
                  <a:lnTo>
                    <a:pt x="2262381" y="3822267"/>
                  </a:lnTo>
                  <a:lnTo>
                    <a:pt x="2262506" y="3822267"/>
                  </a:lnTo>
                  <a:lnTo>
                    <a:pt x="2262631" y="3822267"/>
                  </a:lnTo>
                  <a:lnTo>
                    <a:pt x="2262756" y="3822267"/>
                  </a:lnTo>
                  <a:lnTo>
                    <a:pt x="2262881" y="3822267"/>
                  </a:lnTo>
                  <a:lnTo>
                    <a:pt x="2263006" y="3822267"/>
                  </a:lnTo>
                  <a:lnTo>
                    <a:pt x="2263131" y="3822267"/>
                  </a:lnTo>
                  <a:lnTo>
                    <a:pt x="2263256" y="3822267"/>
                  </a:lnTo>
                  <a:lnTo>
                    <a:pt x="2263381" y="3822267"/>
                  </a:lnTo>
                  <a:lnTo>
                    <a:pt x="2263506" y="3822267"/>
                  </a:lnTo>
                  <a:lnTo>
                    <a:pt x="2263631" y="3822267"/>
                  </a:lnTo>
                  <a:lnTo>
                    <a:pt x="2263756" y="3822267"/>
                  </a:lnTo>
                  <a:lnTo>
                    <a:pt x="2263881" y="3822267"/>
                  </a:lnTo>
                  <a:lnTo>
                    <a:pt x="2264006" y="3822267"/>
                  </a:lnTo>
                  <a:lnTo>
                    <a:pt x="2264131" y="3822267"/>
                  </a:lnTo>
                  <a:lnTo>
                    <a:pt x="2264256" y="3822267"/>
                  </a:lnTo>
                  <a:lnTo>
                    <a:pt x="2264381" y="3822267"/>
                  </a:lnTo>
                  <a:lnTo>
                    <a:pt x="2264507" y="3822267"/>
                  </a:lnTo>
                  <a:lnTo>
                    <a:pt x="2264632" y="3822267"/>
                  </a:lnTo>
                  <a:lnTo>
                    <a:pt x="2264757" y="3822267"/>
                  </a:lnTo>
                  <a:lnTo>
                    <a:pt x="2264882" y="3822267"/>
                  </a:lnTo>
                  <a:lnTo>
                    <a:pt x="2265007" y="3822267"/>
                  </a:lnTo>
                  <a:lnTo>
                    <a:pt x="2265132" y="3822267"/>
                  </a:lnTo>
                  <a:lnTo>
                    <a:pt x="2265257" y="3822267"/>
                  </a:lnTo>
                  <a:lnTo>
                    <a:pt x="2265382" y="3822267"/>
                  </a:lnTo>
                  <a:lnTo>
                    <a:pt x="2265507" y="3822267"/>
                  </a:lnTo>
                  <a:lnTo>
                    <a:pt x="2265632" y="3822267"/>
                  </a:lnTo>
                  <a:lnTo>
                    <a:pt x="2265757" y="3822267"/>
                  </a:lnTo>
                  <a:lnTo>
                    <a:pt x="2265757" y="3812314"/>
                  </a:lnTo>
                  <a:lnTo>
                    <a:pt x="2265882" y="3812314"/>
                  </a:lnTo>
                  <a:lnTo>
                    <a:pt x="2266007" y="3812314"/>
                  </a:lnTo>
                  <a:lnTo>
                    <a:pt x="2266132" y="3812314"/>
                  </a:lnTo>
                  <a:lnTo>
                    <a:pt x="2266257" y="3812314"/>
                  </a:lnTo>
                  <a:lnTo>
                    <a:pt x="2266382" y="3812314"/>
                  </a:lnTo>
                  <a:lnTo>
                    <a:pt x="2266507" y="3812314"/>
                  </a:lnTo>
                  <a:lnTo>
                    <a:pt x="2266632" y="3812314"/>
                  </a:lnTo>
                  <a:lnTo>
                    <a:pt x="2266757" y="3812314"/>
                  </a:lnTo>
                  <a:lnTo>
                    <a:pt x="2266882" y="3812314"/>
                  </a:lnTo>
                  <a:lnTo>
                    <a:pt x="2267007" y="3812314"/>
                  </a:lnTo>
                  <a:lnTo>
                    <a:pt x="2267132" y="3812314"/>
                  </a:lnTo>
                  <a:lnTo>
                    <a:pt x="2267257" y="3812314"/>
                  </a:lnTo>
                  <a:lnTo>
                    <a:pt x="2267382" y="3812314"/>
                  </a:lnTo>
                  <a:lnTo>
                    <a:pt x="2267508" y="3812314"/>
                  </a:lnTo>
                  <a:lnTo>
                    <a:pt x="2267633" y="3812314"/>
                  </a:lnTo>
                  <a:lnTo>
                    <a:pt x="2267758" y="3812314"/>
                  </a:lnTo>
                  <a:lnTo>
                    <a:pt x="2267883" y="3812314"/>
                  </a:lnTo>
                  <a:lnTo>
                    <a:pt x="2268008" y="3812314"/>
                  </a:lnTo>
                  <a:lnTo>
                    <a:pt x="2268133" y="3812314"/>
                  </a:lnTo>
                  <a:lnTo>
                    <a:pt x="2268258" y="3812314"/>
                  </a:lnTo>
                  <a:lnTo>
                    <a:pt x="2268383" y="3812314"/>
                  </a:lnTo>
                  <a:lnTo>
                    <a:pt x="2268508" y="3812314"/>
                  </a:lnTo>
                  <a:lnTo>
                    <a:pt x="2268633" y="3812314"/>
                  </a:lnTo>
                  <a:lnTo>
                    <a:pt x="2268758" y="3812314"/>
                  </a:lnTo>
                  <a:lnTo>
                    <a:pt x="2268883" y="3812314"/>
                  </a:lnTo>
                  <a:lnTo>
                    <a:pt x="2268883" y="3802360"/>
                  </a:lnTo>
                  <a:lnTo>
                    <a:pt x="2269008" y="3802360"/>
                  </a:lnTo>
                  <a:lnTo>
                    <a:pt x="2269133" y="3802360"/>
                  </a:lnTo>
                  <a:lnTo>
                    <a:pt x="2269258" y="3802360"/>
                  </a:lnTo>
                  <a:lnTo>
                    <a:pt x="2269383" y="3802360"/>
                  </a:lnTo>
                  <a:lnTo>
                    <a:pt x="2269508" y="3802360"/>
                  </a:lnTo>
                  <a:lnTo>
                    <a:pt x="2269633" y="3802360"/>
                  </a:lnTo>
                  <a:lnTo>
                    <a:pt x="2269758" y="3802360"/>
                  </a:lnTo>
                  <a:lnTo>
                    <a:pt x="2269883" y="3802360"/>
                  </a:lnTo>
                  <a:lnTo>
                    <a:pt x="2270008" y="3802360"/>
                  </a:lnTo>
                  <a:lnTo>
                    <a:pt x="2270133" y="3802360"/>
                  </a:lnTo>
                  <a:lnTo>
                    <a:pt x="2270258" y="3802360"/>
                  </a:lnTo>
                  <a:lnTo>
                    <a:pt x="2270383" y="3802360"/>
                  </a:lnTo>
                  <a:lnTo>
                    <a:pt x="2270509" y="3802360"/>
                  </a:lnTo>
                  <a:lnTo>
                    <a:pt x="2270634" y="3802360"/>
                  </a:lnTo>
                  <a:lnTo>
                    <a:pt x="2270759" y="3802360"/>
                  </a:lnTo>
                  <a:lnTo>
                    <a:pt x="2270884" y="3802360"/>
                  </a:lnTo>
                  <a:lnTo>
                    <a:pt x="2271009" y="3802360"/>
                  </a:lnTo>
                  <a:lnTo>
                    <a:pt x="2271134" y="3802360"/>
                  </a:lnTo>
                  <a:lnTo>
                    <a:pt x="2271134" y="3792406"/>
                  </a:lnTo>
                  <a:lnTo>
                    <a:pt x="2271259" y="3792406"/>
                  </a:lnTo>
                  <a:lnTo>
                    <a:pt x="2271384" y="3792406"/>
                  </a:lnTo>
                  <a:lnTo>
                    <a:pt x="2271509" y="3792406"/>
                  </a:lnTo>
                  <a:lnTo>
                    <a:pt x="2271634" y="3792406"/>
                  </a:lnTo>
                  <a:lnTo>
                    <a:pt x="2271759" y="3792406"/>
                  </a:lnTo>
                  <a:lnTo>
                    <a:pt x="2271884" y="3792406"/>
                  </a:lnTo>
                  <a:lnTo>
                    <a:pt x="2272009" y="3792406"/>
                  </a:lnTo>
                  <a:lnTo>
                    <a:pt x="2272134" y="3792406"/>
                  </a:lnTo>
                  <a:lnTo>
                    <a:pt x="2272259" y="3792406"/>
                  </a:lnTo>
                  <a:lnTo>
                    <a:pt x="2272384" y="3792406"/>
                  </a:lnTo>
                  <a:lnTo>
                    <a:pt x="2272509" y="3792406"/>
                  </a:lnTo>
                  <a:lnTo>
                    <a:pt x="2272634" y="3792406"/>
                  </a:lnTo>
                  <a:lnTo>
                    <a:pt x="2272759" y="3792406"/>
                  </a:lnTo>
                  <a:lnTo>
                    <a:pt x="2272884" y="3792406"/>
                  </a:lnTo>
                  <a:lnTo>
                    <a:pt x="2273009" y="3792406"/>
                  </a:lnTo>
                  <a:lnTo>
                    <a:pt x="2273134" y="3792406"/>
                  </a:lnTo>
                  <a:lnTo>
                    <a:pt x="2273259" y="3792406"/>
                  </a:lnTo>
                  <a:lnTo>
                    <a:pt x="2273384" y="3792406"/>
                  </a:lnTo>
                  <a:lnTo>
                    <a:pt x="2273510" y="3792406"/>
                  </a:lnTo>
                  <a:lnTo>
                    <a:pt x="2273635" y="3792406"/>
                  </a:lnTo>
                  <a:lnTo>
                    <a:pt x="2273760" y="3792406"/>
                  </a:lnTo>
                  <a:lnTo>
                    <a:pt x="2273885" y="3792406"/>
                  </a:lnTo>
                  <a:lnTo>
                    <a:pt x="2274010" y="3792406"/>
                  </a:lnTo>
                  <a:lnTo>
                    <a:pt x="2274135" y="3792406"/>
                  </a:lnTo>
                  <a:lnTo>
                    <a:pt x="2274260" y="3792406"/>
                  </a:lnTo>
                  <a:lnTo>
                    <a:pt x="2274385" y="3792406"/>
                  </a:lnTo>
                  <a:lnTo>
                    <a:pt x="2274510" y="3792406"/>
                  </a:lnTo>
                  <a:lnTo>
                    <a:pt x="2274635" y="3792406"/>
                  </a:lnTo>
                  <a:lnTo>
                    <a:pt x="2274760" y="3792406"/>
                  </a:lnTo>
                  <a:lnTo>
                    <a:pt x="2274885" y="3792406"/>
                  </a:lnTo>
                  <a:lnTo>
                    <a:pt x="2275010" y="3792406"/>
                  </a:lnTo>
                  <a:lnTo>
                    <a:pt x="2275135" y="3792406"/>
                  </a:lnTo>
                  <a:lnTo>
                    <a:pt x="2275260" y="3792406"/>
                  </a:lnTo>
                  <a:lnTo>
                    <a:pt x="2275385" y="3792406"/>
                  </a:lnTo>
                  <a:lnTo>
                    <a:pt x="2275510" y="3792406"/>
                  </a:lnTo>
                  <a:lnTo>
                    <a:pt x="2275635" y="3792406"/>
                  </a:lnTo>
                  <a:lnTo>
                    <a:pt x="2275760" y="3792406"/>
                  </a:lnTo>
                  <a:lnTo>
                    <a:pt x="2275885" y="3792406"/>
                  </a:lnTo>
                  <a:lnTo>
                    <a:pt x="2276010" y="3792406"/>
                  </a:lnTo>
                  <a:lnTo>
                    <a:pt x="2276135" y="3792406"/>
                  </a:lnTo>
                  <a:lnTo>
                    <a:pt x="2276260" y="3792406"/>
                  </a:lnTo>
                  <a:lnTo>
                    <a:pt x="2276385" y="3792406"/>
                  </a:lnTo>
                  <a:lnTo>
                    <a:pt x="2276511" y="3792406"/>
                  </a:lnTo>
                  <a:lnTo>
                    <a:pt x="2276636" y="3792406"/>
                  </a:lnTo>
                  <a:lnTo>
                    <a:pt x="2276761" y="3792406"/>
                  </a:lnTo>
                  <a:lnTo>
                    <a:pt x="2276886" y="3792406"/>
                  </a:lnTo>
                  <a:lnTo>
                    <a:pt x="2277011" y="3792406"/>
                  </a:lnTo>
                  <a:lnTo>
                    <a:pt x="2277136" y="3792406"/>
                  </a:lnTo>
                  <a:lnTo>
                    <a:pt x="2277261" y="3792406"/>
                  </a:lnTo>
                  <a:lnTo>
                    <a:pt x="2277386" y="3792406"/>
                  </a:lnTo>
                  <a:lnTo>
                    <a:pt x="2277511" y="3792406"/>
                  </a:lnTo>
                  <a:lnTo>
                    <a:pt x="2277636" y="3792406"/>
                  </a:lnTo>
                  <a:lnTo>
                    <a:pt x="2277761" y="3792406"/>
                  </a:lnTo>
                  <a:lnTo>
                    <a:pt x="2277886" y="3792406"/>
                  </a:lnTo>
                  <a:lnTo>
                    <a:pt x="2278011" y="3792406"/>
                  </a:lnTo>
                  <a:lnTo>
                    <a:pt x="2278136" y="3792406"/>
                  </a:lnTo>
                  <a:lnTo>
                    <a:pt x="2278261" y="3792406"/>
                  </a:lnTo>
                  <a:lnTo>
                    <a:pt x="2278386" y="3792406"/>
                  </a:lnTo>
                  <a:lnTo>
                    <a:pt x="2278511" y="3792406"/>
                  </a:lnTo>
                  <a:lnTo>
                    <a:pt x="2278636" y="3792406"/>
                  </a:lnTo>
                  <a:lnTo>
                    <a:pt x="2278761" y="3792406"/>
                  </a:lnTo>
                  <a:lnTo>
                    <a:pt x="2278886" y="3792406"/>
                  </a:lnTo>
                  <a:lnTo>
                    <a:pt x="2279011" y="3792406"/>
                  </a:lnTo>
                  <a:lnTo>
                    <a:pt x="2279136" y="3792406"/>
                  </a:lnTo>
                  <a:lnTo>
                    <a:pt x="2279261" y="3792406"/>
                  </a:lnTo>
                  <a:lnTo>
                    <a:pt x="2279386" y="3792406"/>
                  </a:lnTo>
                  <a:lnTo>
                    <a:pt x="2279512" y="3792406"/>
                  </a:lnTo>
                  <a:lnTo>
                    <a:pt x="2279637" y="3792406"/>
                  </a:lnTo>
                  <a:lnTo>
                    <a:pt x="2279762" y="3792406"/>
                  </a:lnTo>
                  <a:lnTo>
                    <a:pt x="2279887" y="3792406"/>
                  </a:lnTo>
                  <a:lnTo>
                    <a:pt x="2280012" y="3792406"/>
                  </a:lnTo>
                  <a:lnTo>
                    <a:pt x="2280137" y="3792406"/>
                  </a:lnTo>
                  <a:lnTo>
                    <a:pt x="2280262" y="3792406"/>
                  </a:lnTo>
                  <a:lnTo>
                    <a:pt x="2280387" y="3792406"/>
                  </a:lnTo>
                  <a:lnTo>
                    <a:pt x="2280512" y="3792406"/>
                  </a:lnTo>
                  <a:lnTo>
                    <a:pt x="2280637" y="3792406"/>
                  </a:lnTo>
                  <a:lnTo>
                    <a:pt x="2280762" y="3792406"/>
                  </a:lnTo>
                  <a:lnTo>
                    <a:pt x="2280887" y="3792406"/>
                  </a:lnTo>
                  <a:lnTo>
                    <a:pt x="2281012" y="3792406"/>
                  </a:lnTo>
                  <a:lnTo>
                    <a:pt x="2281137" y="3792406"/>
                  </a:lnTo>
                  <a:lnTo>
                    <a:pt x="2281262" y="3792406"/>
                  </a:lnTo>
                  <a:lnTo>
                    <a:pt x="2281387" y="3792406"/>
                  </a:lnTo>
                  <a:lnTo>
                    <a:pt x="2281512" y="3792406"/>
                  </a:lnTo>
                  <a:lnTo>
                    <a:pt x="2281637" y="3792406"/>
                  </a:lnTo>
                  <a:lnTo>
                    <a:pt x="2281762" y="3792406"/>
                  </a:lnTo>
                  <a:lnTo>
                    <a:pt x="2281762" y="3782452"/>
                  </a:lnTo>
                  <a:lnTo>
                    <a:pt x="2281887" y="3782452"/>
                  </a:lnTo>
                  <a:lnTo>
                    <a:pt x="2282012" y="3782452"/>
                  </a:lnTo>
                  <a:lnTo>
                    <a:pt x="2282137" y="3782452"/>
                  </a:lnTo>
                  <a:lnTo>
                    <a:pt x="2282262" y="3782452"/>
                  </a:lnTo>
                  <a:lnTo>
                    <a:pt x="2282387" y="3782452"/>
                  </a:lnTo>
                  <a:lnTo>
                    <a:pt x="2282513" y="3782452"/>
                  </a:lnTo>
                  <a:lnTo>
                    <a:pt x="2282638" y="3782452"/>
                  </a:lnTo>
                  <a:lnTo>
                    <a:pt x="2282763" y="3782452"/>
                  </a:lnTo>
                  <a:lnTo>
                    <a:pt x="2282888" y="3782452"/>
                  </a:lnTo>
                  <a:lnTo>
                    <a:pt x="2283013" y="3782452"/>
                  </a:lnTo>
                  <a:lnTo>
                    <a:pt x="2283138" y="3782452"/>
                  </a:lnTo>
                  <a:lnTo>
                    <a:pt x="2283263" y="3782452"/>
                  </a:lnTo>
                  <a:lnTo>
                    <a:pt x="2283388" y="3782452"/>
                  </a:lnTo>
                  <a:lnTo>
                    <a:pt x="2283513" y="3782452"/>
                  </a:lnTo>
                  <a:lnTo>
                    <a:pt x="2283638" y="3782452"/>
                  </a:lnTo>
                  <a:lnTo>
                    <a:pt x="2283763" y="3782452"/>
                  </a:lnTo>
                  <a:lnTo>
                    <a:pt x="2283888" y="3782452"/>
                  </a:lnTo>
                  <a:lnTo>
                    <a:pt x="2284013" y="3782452"/>
                  </a:lnTo>
                  <a:lnTo>
                    <a:pt x="2284138" y="3782452"/>
                  </a:lnTo>
                  <a:lnTo>
                    <a:pt x="2284263" y="3782452"/>
                  </a:lnTo>
                  <a:lnTo>
                    <a:pt x="2284388" y="3782452"/>
                  </a:lnTo>
                  <a:lnTo>
                    <a:pt x="2284513" y="3782452"/>
                  </a:lnTo>
                  <a:lnTo>
                    <a:pt x="2284638" y="3782452"/>
                  </a:lnTo>
                  <a:lnTo>
                    <a:pt x="2284763" y="3782452"/>
                  </a:lnTo>
                  <a:lnTo>
                    <a:pt x="2284888" y="3782452"/>
                  </a:lnTo>
                  <a:lnTo>
                    <a:pt x="2285013" y="3782452"/>
                  </a:lnTo>
                  <a:lnTo>
                    <a:pt x="2285138" y="3782452"/>
                  </a:lnTo>
                  <a:lnTo>
                    <a:pt x="2285263" y="3782452"/>
                  </a:lnTo>
                  <a:lnTo>
                    <a:pt x="2285388" y="3782452"/>
                  </a:lnTo>
                  <a:lnTo>
                    <a:pt x="2285514" y="3782452"/>
                  </a:lnTo>
                  <a:lnTo>
                    <a:pt x="2285639" y="3782452"/>
                  </a:lnTo>
                  <a:lnTo>
                    <a:pt x="2285764" y="3782452"/>
                  </a:lnTo>
                  <a:lnTo>
                    <a:pt x="2285889" y="3782452"/>
                  </a:lnTo>
                  <a:lnTo>
                    <a:pt x="2286014" y="3782452"/>
                  </a:lnTo>
                  <a:lnTo>
                    <a:pt x="2286139" y="3782452"/>
                  </a:lnTo>
                  <a:lnTo>
                    <a:pt x="2286264" y="3782452"/>
                  </a:lnTo>
                  <a:lnTo>
                    <a:pt x="2286389" y="3782452"/>
                  </a:lnTo>
                  <a:lnTo>
                    <a:pt x="2286514" y="3782452"/>
                  </a:lnTo>
                  <a:lnTo>
                    <a:pt x="2286639" y="3782452"/>
                  </a:lnTo>
                  <a:lnTo>
                    <a:pt x="2286764" y="3782452"/>
                  </a:lnTo>
                  <a:lnTo>
                    <a:pt x="2286889" y="3782452"/>
                  </a:lnTo>
                  <a:lnTo>
                    <a:pt x="2287014" y="3782452"/>
                  </a:lnTo>
                  <a:lnTo>
                    <a:pt x="2287139" y="3782452"/>
                  </a:lnTo>
                  <a:lnTo>
                    <a:pt x="2287264" y="3782452"/>
                  </a:lnTo>
                  <a:lnTo>
                    <a:pt x="2287389" y="3782452"/>
                  </a:lnTo>
                  <a:lnTo>
                    <a:pt x="2287514" y="3782452"/>
                  </a:lnTo>
                  <a:lnTo>
                    <a:pt x="2287639" y="3782452"/>
                  </a:lnTo>
                  <a:lnTo>
                    <a:pt x="2287764" y="3782452"/>
                  </a:lnTo>
                  <a:lnTo>
                    <a:pt x="2287889" y="3782452"/>
                  </a:lnTo>
                  <a:lnTo>
                    <a:pt x="2288014" y="3782452"/>
                  </a:lnTo>
                  <a:lnTo>
                    <a:pt x="2288139" y="3782452"/>
                  </a:lnTo>
                  <a:lnTo>
                    <a:pt x="2288264" y="3782452"/>
                  </a:lnTo>
                  <a:lnTo>
                    <a:pt x="2288389" y="3782452"/>
                  </a:lnTo>
                  <a:lnTo>
                    <a:pt x="2288515" y="3782452"/>
                  </a:lnTo>
                  <a:lnTo>
                    <a:pt x="2288640" y="3782452"/>
                  </a:lnTo>
                  <a:lnTo>
                    <a:pt x="2288765" y="3782452"/>
                  </a:lnTo>
                  <a:lnTo>
                    <a:pt x="2288890" y="3782452"/>
                  </a:lnTo>
                  <a:lnTo>
                    <a:pt x="2289015" y="3782452"/>
                  </a:lnTo>
                  <a:lnTo>
                    <a:pt x="2289140" y="3782452"/>
                  </a:lnTo>
                  <a:lnTo>
                    <a:pt x="2289265" y="3782452"/>
                  </a:lnTo>
                  <a:lnTo>
                    <a:pt x="2289390" y="3782452"/>
                  </a:lnTo>
                  <a:lnTo>
                    <a:pt x="2289515" y="3782452"/>
                  </a:lnTo>
                  <a:lnTo>
                    <a:pt x="2289640" y="3782452"/>
                  </a:lnTo>
                  <a:lnTo>
                    <a:pt x="2289765" y="3782452"/>
                  </a:lnTo>
                  <a:lnTo>
                    <a:pt x="2289890" y="3782452"/>
                  </a:lnTo>
                  <a:lnTo>
                    <a:pt x="2290015" y="3782452"/>
                  </a:lnTo>
                  <a:lnTo>
                    <a:pt x="2290140" y="3782452"/>
                  </a:lnTo>
                  <a:lnTo>
                    <a:pt x="2290265" y="3782452"/>
                  </a:lnTo>
                  <a:lnTo>
                    <a:pt x="2290390" y="3782452"/>
                  </a:lnTo>
                  <a:lnTo>
                    <a:pt x="2290515" y="3782452"/>
                  </a:lnTo>
                  <a:lnTo>
                    <a:pt x="2290640" y="3782452"/>
                  </a:lnTo>
                  <a:lnTo>
                    <a:pt x="2290765" y="3782452"/>
                  </a:lnTo>
                  <a:lnTo>
                    <a:pt x="2290890" y="3782452"/>
                  </a:lnTo>
                  <a:lnTo>
                    <a:pt x="2291015" y="3782452"/>
                  </a:lnTo>
                  <a:lnTo>
                    <a:pt x="2291140" y="3782452"/>
                  </a:lnTo>
                  <a:lnTo>
                    <a:pt x="2291265" y="3782452"/>
                  </a:lnTo>
                  <a:lnTo>
                    <a:pt x="2291391" y="3782452"/>
                  </a:lnTo>
                  <a:lnTo>
                    <a:pt x="2291516" y="3782452"/>
                  </a:lnTo>
                  <a:lnTo>
                    <a:pt x="2291641" y="3782452"/>
                  </a:lnTo>
                  <a:lnTo>
                    <a:pt x="2291766" y="3782452"/>
                  </a:lnTo>
                  <a:lnTo>
                    <a:pt x="2291891" y="3782452"/>
                  </a:lnTo>
                  <a:lnTo>
                    <a:pt x="2292016" y="3782452"/>
                  </a:lnTo>
                  <a:lnTo>
                    <a:pt x="2292141" y="3782452"/>
                  </a:lnTo>
                  <a:lnTo>
                    <a:pt x="2292266" y="3782452"/>
                  </a:lnTo>
                  <a:lnTo>
                    <a:pt x="2292391" y="3782452"/>
                  </a:lnTo>
                  <a:lnTo>
                    <a:pt x="2292516" y="3782452"/>
                  </a:lnTo>
                  <a:lnTo>
                    <a:pt x="2292641" y="3782452"/>
                  </a:lnTo>
                  <a:lnTo>
                    <a:pt x="2292766" y="3782452"/>
                  </a:lnTo>
                  <a:lnTo>
                    <a:pt x="2292891" y="3782452"/>
                  </a:lnTo>
                  <a:lnTo>
                    <a:pt x="2293016" y="3782452"/>
                  </a:lnTo>
                  <a:lnTo>
                    <a:pt x="2293141" y="3782452"/>
                  </a:lnTo>
                  <a:lnTo>
                    <a:pt x="2293266" y="3782452"/>
                  </a:lnTo>
                  <a:lnTo>
                    <a:pt x="2293391" y="3782452"/>
                  </a:lnTo>
                  <a:lnTo>
                    <a:pt x="2293516" y="3782452"/>
                  </a:lnTo>
                  <a:lnTo>
                    <a:pt x="2293641" y="3782452"/>
                  </a:lnTo>
                  <a:lnTo>
                    <a:pt x="2293766" y="3782452"/>
                  </a:lnTo>
                  <a:lnTo>
                    <a:pt x="2293891" y="3782452"/>
                  </a:lnTo>
                  <a:lnTo>
                    <a:pt x="2294016" y="3782452"/>
                  </a:lnTo>
                  <a:lnTo>
                    <a:pt x="2294141" y="3782452"/>
                  </a:lnTo>
                  <a:lnTo>
                    <a:pt x="2294141" y="3772498"/>
                  </a:lnTo>
                  <a:lnTo>
                    <a:pt x="2294266" y="3772498"/>
                  </a:lnTo>
                  <a:lnTo>
                    <a:pt x="2294392" y="3772498"/>
                  </a:lnTo>
                  <a:lnTo>
                    <a:pt x="2294517" y="3772498"/>
                  </a:lnTo>
                  <a:lnTo>
                    <a:pt x="2294642" y="3772498"/>
                  </a:lnTo>
                  <a:lnTo>
                    <a:pt x="2294767" y="3772498"/>
                  </a:lnTo>
                  <a:lnTo>
                    <a:pt x="2294892" y="3772498"/>
                  </a:lnTo>
                  <a:lnTo>
                    <a:pt x="2295017" y="3772498"/>
                  </a:lnTo>
                  <a:lnTo>
                    <a:pt x="2295142" y="3772498"/>
                  </a:lnTo>
                  <a:lnTo>
                    <a:pt x="2295267" y="3772498"/>
                  </a:lnTo>
                  <a:lnTo>
                    <a:pt x="2295392" y="3772498"/>
                  </a:lnTo>
                  <a:lnTo>
                    <a:pt x="2295517" y="3772498"/>
                  </a:lnTo>
                  <a:lnTo>
                    <a:pt x="2295642" y="3772498"/>
                  </a:lnTo>
                  <a:lnTo>
                    <a:pt x="2295767" y="3772498"/>
                  </a:lnTo>
                  <a:lnTo>
                    <a:pt x="2295892" y="3772498"/>
                  </a:lnTo>
                  <a:lnTo>
                    <a:pt x="2296017" y="3772498"/>
                  </a:lnTo>
                  <a:lnTo>
                    <a:pt x="2296142" y="3772498"/>
                  </a:lnTo>
                  <a:lnTo>
                    <a:pt x="2296267" y="3772498"/>
                  </a:lnTo>
                  <a:lnTo>
                    <a:pt x="2296392" y="3772498"/>
                  </a:lnTo>
                  <a:lnTo>
                    <a:pt x="2296517" y="3772498"/>
                  </a:lnTo>
                  <a:lnTo>
                    <a:pt x="2296642" y="3772498"/>
                  </a:lnTo>
                  <a:lnTo>
                    <a:pt x="2296767" y="3772498"/>
                  </a:lnTo>
                  <a:lnTo>
                    <a:pt x="2296892" y="3772498"/>
                  </a:lnTo>
                  <a:lnTo>
                    <a:pt x="2297017" y="3772498"/>
                  </a:lnTo>
                  <a:lnTo>
                    <a:pt x="2297142" y="3772498"/>
                  </a:lnTo>
                  <a:lnTo>
                    <a:pt x="2297267" y="3772498"/>
                  </a:lnTo>
                  <a:lnTo>
                    <a:pt x="2297393" y="3772498"/>
                  </a:lnTo>
                  <a:lnTo>
                    <a:pt x="2297518" y="3772498"/>
                  </a:lnTo>
                  <a:lnTo>
                    <a:pt x="2297643" y="3772498"/>
                  </a:lnTo>
                  <a:lnTo>
                    <a:pt x="2297768" y="3772498"/>
                  </a:lnTo>
                  <a:lnTo>
                    <a:pt x="2297893" y="3772498"/>
                  </a:lnTo>
                  <a:lnTo>
                    <a:pt x="2298018" y="3772498"/>
                  </a:lnTo>
                  <a:lnTo>
                    <a:pt x="2298143" y="3772498"/>
                  </a:lnTo>
                  <a:lnTo>
                    <a:pt x="2298268" y="3772498"/>
                  </a:lnTo>
                  <a:lnTo>
                    <a:pt x="2298393" y="3772498"/>
                  </a:lnTo>
                  <a:lnTo>
                    <a:pt x="2298518" y="3772498"/>
                  </a:lnTo>
                  <a:lnTo>
                    <a:pt x="2298643" y="3772498"/>
                  </a:lnTo>
                  <a:lnTo>
                    <a:pt x="2298768" y="3772498"/>
                  </a:lnTo>
                  <a:lnTo>
                    <a:pt x="2298893" y="3772498"/>
                  </a:lnTo>
                  <a:lnTo>
                    <a:pt x="2299018" y="3772498"/>
                  </a:lnTo>
                  <a:lnTo>
                    <a:pt x="2299143" y="3772498"/>
                  </a:lnTo>
                  <a:lnTo>
                    <a:pt x="2299268" y="3772498"/>
                  </a:lnTo>
                  <a:lnTo>
                    <a:pt x="2299393" y="3772498"/>
                  </a:lnTo>
                  <a:lnTo>
                    <a:pt x="2299518" y="3772498"/>
                  </a:lnTo>
                  <a:lnTo>
                    <a:pt x="2299643" y="3772498"/>
                  </a:lnTo>
                  <a:lnTo>
                    <a:pt x="2299768" y="3772498"/>
                  </a:lnTo>
                  <a:lnTo>
                    <a:pt x="2299893" y="3772498"/>
                  </a:lnTo>
                  <a:lnTo>
                    <a:pt x="2300018" y="3772498"/>
                  </a:lnTo>
                  <a:lnTo>
                    <a:pt x="2300143" y="3772498"/>
                  </a:lnTo>
                  <a:lnTo>
                    <a:pt x="2300268" y="3772498"/>
                  </a:lnTo>
                  <a:lnTo>
                    <a:pt x="2300394" y="3772498"/>
                  </a:lnTo>
                  <a:lnTo>
                    <a:pt x="2300519" y="3772498"/>
                  </a:lnTo>
                  <a:lnTo>
                    <a:pt x="2300644" y="3772498"/>
                  </a:lnTo>
                  <a:lnTo>
                    <a:pt x="2300769" y="3772498"/>
                  </a:lnTo>
                  <a:lnTo>
                    <a:pt x="2300894" y="3772498"/>
                  </a:lnTo>
                  <a:lnTo>
                    <a:pt x="2301019" y="3772498"/>
                  </a:lnTo>
                  <a:lnTo>
                    <a:pt x="2301144" y="3772498"/>
                  </a:lnTo>
                  <a:lnTo>
                    <a:pt x="2301269" y="3772498"/>
                  </a:lnTo>
                  <a:lnTo>
                    <a:pt x="2301394" y="3772498"/>
                  </a:lnTo>
                  <a:lnTo>
                    <a:pt x="2301519" y="3772498"/>
                  </a:lnTo>
                  <a:lnTo>
                    <a:pt x="2301644" y="3772498"/>
                  </a:lnTo>
                  <a:lnTo>
                    <a:pt x="2301769" y="3772498"/>
                  </a:lnTo>
                  <a:lnTo>
                    <a:pt x="2301894" y="3772498"/>
                  </a:lnTo>
                  <a:lnTo>
                    <a:pt x="2302019" y="3772498"/>
                  </a:lnTo>
                  <a:lnTo>
                    <a:pt x="2302144" y="3772498"/>
                  </a:lnTo>
                  <a:lnTo>
                    <a:pt x="2302269" y="3772498"/>
                  </a:lnTo>
                  <a:lnTo>
                    <a:pt x="2302394" y="3772498"/>
                  </a:lnTo>
                  <a:lnTo>
                    <a:pt x="2302519" y="3772498"/>
                  </a:lnTo>
                  <a:lnTo>
                    <a:pt x="2302644" y="3772498"/>
                  </a:lnTo>
                  <a:lnTo>
                    <a:pt x="2302769" y="3772498"/>
                  </a:lnTo>
                  <a:lnTo>
                    <a:pt x="2302894" y="3772498"/>
                  </a:lnTo>
                  <a:lnTo>
                    <a:pt x="2303019" y="3772498"/>
                  </a:lnTo>
                  <a:lnTo>
                    <a:pt x="2303144" y="3772498"/>
                  </a:lnTo>
                  <a:lnTo>
                    <a:pt x="2303269" y="3772498"/>
                  </a:lnTo>
                  <a:lnTo>
                    <a:pt x="2303395" y="3772498"/>
                  </a:lnTo>
                  <a:lnTo>
                    <a:pt x="2303520" y="3772498"/>
                  </a:lnTo>
                  <a:lnTo>
                    <a:pt x="2303645" y="3772498"/>
                  </a:lnTo>
                  <a:lnTo>
                    <a:pt x="2303770" y="3772498"/>
                  </a:lnTo>
                  <a:lnTo>
                    <a:pt x="2303895" y="3772498"/>
                  </a:lnTo>
                  <a:lnTo>
                    <a:pt x="2304020" y="3772498"/>
                  </a:lnTo>
                  <a:lnTo>
                    <a:pt x="2304145" y="3772498"/>
                  </a:lnTo>
                  <a:lnTo>
                    <a:pt x="2304270" y="3772498"/>
                  </a:lnTo>
                  <a:lnTo>
                    <a:pt x="2304395" y="3772498"/>
                  </a:lnTo>
                  <a:lnTo>
                    <a:pt x="2304520" y="3772498"/>
                  </a:lnTo>
                  <a:lnTo>
                    <a:pt x="2304645" y="3772498"/>
                  </a:lnTo>
                  <a:lnTo>
                    <a:pt x="2304770" y="3772498"/>
                  </a:lnTo>
                  <a:lnTo>
                    <a:pt x="2304895" y="3772498"/>
                  </a:lnTo>
                  <a:lnTo>
                    <a:pt x="2305020" y="3772498"/>
                  </a:lnTo>
                  <a:lnTo>
                    <a:pt x="2305145" y="3772498"/>
                  </a:lnTo>
                  <a:lnTo>
                    <a:pt x="2305270" y="3772498"/>
                  </a:lnTo>
                  <a:lnTo>
                    <a:pt x="2305395" y="3772498"/>
                  </a:lnTo>
                  <a:lnTo>
                    <a:pt x="2305520" y="3772498"/>
                  </a:lnTo>
                  <a:lnTo>
                    <a:pt x="2305645" y="3772498"/>
                  </a:lnTo>
                  <a:lnTo>
                    <a:pt x="2305770" y="3772498"/>
                  </a:lnTo>
                  <a:lnTo>
                    <a:pt x="2305895" y="3772498"/>
                  </a:lnTo>
                  <a:lnTo>
                    <a:pt x="2306020" y="3772498"/>
                  </a:lnTo>
                  <a:lnTo>
                    <a:pt x="2306145" y="3772498"/>
                  </a:lnTo>
                  <a:lnTo>
                    <a:pt x="2306270" y="3772498"/>
                  </a:lnTo>
                  <a:lnTo>
                    <a:pt x="2306396" y="3772498"/>
                  </a:lnTo>
                  <a:lnTo>
                    <a:pt x="2306521" y="3772498"/>
                  </a:lnTo>
                  <a:lnTo>
                    <a:pt x="2306646" y="3772498"/>
                  </a:lnTo>
                  <a:lnTo>
                    <a:pt x="2306771" y="3772498"/>
                  </a:lnTo>
                  <a:lnTo>
                    <a:pt x="2306896" y="3772498"/>
                  </a:lnTo>
                  <a:lnTo>
                    <a:pt x="2307021" y="3772498"/>
                  </a:lnTo>
                  <a:lnTo>
                    <a:pt x="2307146" y="3772498"/>
                  </a:lnTo>
                  <a:lnTo>
                    <a:pt x="2307271" y="3772498"/>
                  </a:lnTo>
                  <a:lnTo>
                    <a:pt x="2307396" y="3772498"/>
                  </a:lnTo>
                  <a:lnTo>
                    <a:pt x="2307396" y="3762544"/>
                  </a:lnTo>
                  <a:lnTo>
                    <a:pt x="2307521" y="3762544"/>
                  </a:lnTo>
                  <a:lnTo>
                    <a:pt x="2307646" y="3762544"/>
                  </a:lnTo>
                  <a:lnTo>
                    <a:pt x="2307771" y="3762544"/>
                  </a:lnTo>
                  <a:lnTo>
                    <a:pt x="2307896" y="3762544"/>
                  </a:lnTo>
                  <a:lnTo>
                    <a:pt x="2308021" y="3762544"/>
                  </a:lnTo>
                  <a:lnTo>
                    <a:pt x="2308146" y="3762544"/>
                  </a:lnTo>
                  <a:lnTo>
                    <a:pt x="2308271" y="3762544"/>
                  </a:lnTo>
                  <a:lnTo>
                    <a:pt x="2308396" y="3762544"/>
                  </a:lnTo>
                  <a:lnTo>
                    <a:pt x="2308521" y="3762544"/>
                  </a:lnTo>
                  <a:lnTo>
                    <a:pt x="2308646" y="3762544"/>
                  </a:lnTo>
                  <a:lnTo>
                    <a:pt x="2308771" y="3762544"/>
                  </a:lnTo>
                  <a:lnTo>
                    <a:pt x="2308896" y="3762544"/>
                  </a:lnTo>
                  <a:lnTo>
                    <a:pt x="2308896" y="3752591"/>
                  </a:lnTo>
                  <a:lnTo>
                    <a:pt x="2309021" y="3752591"/>
                  </a:lnTo>
                  <a:lnTo>
                    <a:pt x="2309146" y="3752591"/>
                  </a:lnTo>
                  <a:lnTo>
                    <a:pt x="2309271" y="3752591"/>
                  </a:lnTo>
                  <a:lnTo>
                    <a:pt x="2309397" y="3752591"/>
                  </a:lnTo>
                  <a:lnTo>
                    <a:pt x="2309522" y="3752591"/>
                  </a:lnTo>
                  <a:lnTo>
                    <a:pt x="2309647" y="3752591"/>
                  </a:lnTo>
                  <a:lnTo>
                    <a:pt x="2309772" y="3752591"/>
                  </a:lnTo>
                  <a:lnTo>
                    <a:pt x="2309897" y="3752591"/>
                  </a:lnTo>
                  <a:lnTo>
                    <a:pt x="2310022" y="3752591"/>
                  </a:lnTo>
                  <a:lnTo>
                    <a:pt x="2310147" y="3752591"/>
                  </a:lnTo>
                  <a:lnTo>
                    <a:pt x="2310272" y="3752591"/>
                  </a:lnTo>
                  <a:lnTo>
                    <a:pt x="2310397" y="3752591"/>
                  </a:lnTo>
                  <a:lnTo>
                    <a:pt x="2310522" y="3752591"/>
                  </a:lnTo>
                  <a:lnTo>
                    <a:pt x="2310647" y="3752591"/>
                  </a:lnTo>
                  <a:lnTo>
                    <a:pt x="2310772" y="3752591"/>
                  </a:lnTo>
                  <a:lnTo>
                    <a:pt x="2310897" y="3752591"/>
                  </a:lnTo>
                  <a:lnTo>
                    <a:pt x="2311022" y="3752591"/>
                  </a:lnTo>
                  <a:lnTo>
                    <a:pt x="2311147" y="3752591"/>
                  </a:lnTo>
                  <a:lnTo>
                    <a:pt x="2311272" y="3752591"/>
                  </a:lnTo>
                  <a:lnTo>
                    <a:pt x="2311397" y="3752591"/>
                  </a:lnTo>
                  <a:lnTo>
                    <a:pt x="2311522" y="3752591"/>
                  </a:lnTo>
                  <a:lnTo>
                    <a:pt x="2311647" y="3752591"/>
                  </a:lnTo>
                  <a:lnTo>
                    <a:pt x="2311772" y="3752591"/>
                  </a:lnTo>
                  <a:lnTo>
                    <a:pt x="2311897" y="3752591"/>
                  </a:lnTo>
                  <a:lnTo>
                    <a:pt x="2312022" y="3752591"/>
                  </a:lnTo>
                  <a:lnTo>
                    <a:pt x="2312147" y="3752591"/>
                  </a:lnTo>
                  <a:lnTo>
                    <a:pt x="2312272" y="3752591"/>
                  </a:lnTo>
                  <a:lnTo>
                    <a:pt x="2312398" y="3752591"/>
                  </a:lnTo>
                  <a:lnTo>
                    <a:pt x="2312523" y="3752591"/>
                  </a:lnTo>
                  <a:lnTo>
                    <a:pt x="2312523" y="3742637"/>
                  </a:lnTo>
                  <a:lnTo>
                    <a:pt x="2312648" y="3742637"/>
                  </a:lnTo>
                  <a:lnTo>
                    <a:pt x="2312773" y="3742637"/>
                  </a:lnTo>
                  <a:lnTo>
                    <a:pt x="2312898" y="3742637"/>
                  </a:lnTo>
                  <a:lnTo>
                    <a:pt x="2313023" y="3742637"/>
                  </a:lnTo>
                  <a:lnTo>
                    <a:pt x="2313148" y="3742637"/>
                  </a:lnTo>
                  <a:lnTo>
                    <a:pt x="2313273" y="3742637"/>
                  </a:lnTo>
                  <a:lnTo>
                    <a:pt x="2313273" y="3732683"/>
                  </a:lnTo>
                  <a:lnTo>
                    <a:pt x="2313398" y="3732683"/>
                  </a:lnTo>
                  <a:lnTo>
                    <a:pt x="2313523" y="3732683"/>
                  </a:lnTo>
                  <a:lnTo>
                    <a:pt x="2313648" y="3732683"/>
                  </a:lnTo>
                  <a:lnTo>
                    <a:pt x="2313773" y="3732683"/>
                  </a:lnTo>
                  <a:lnTo>
                    <a:pt x="2313898" y="3732683"/>
                  </a:lnTo>
                  <a:lnTo>
                    <a:pt x="2314023" y="3732683"/>
                  </a:lnTo>
                  <a:lnTo>
                    <a:pt x="2314148" y="3732683"/>
                  </a:lnTo>
                  <a:lnTo>
                    <a:pt x="2314273" y="3732683"/>
                  </a:lnTo>
                  <a:lnTo>
                    <a:pt x="2314398" y="3732683"/>
                  </a:lnTo>
                  <a:lnTo>
                    <a:pt x="2314523" y="3732683"/>
                  </a:lnTo>
                  <a:lnTo>
                    <a:pt x="2314648" y="3732683"/>
                  </a:lnTo>
                  <a:lnTo>
                    <a:pt x="2314773" y="3732683"/>
                  </a:lnTo>
                  <a:lnTo>
                    <a:pt x="2314898" y="3732683"/>
                  </a:lnTo>
                  <a:lnTo>
                    <a:pt x="2315023" y="3732683"/>
                  </a:lnTo>
                  <a:lnTo>
                    <a:pt x="2315148" y="3732683"/>
                  </a:lnTo>
                  <a:lnTo>
                    <a:pt x="2315273" y="3732683"/>
                  </a:lnTo>
                  <a:lnTo>
                    <a:pt x="2315399" y="3732683"/>
                  </a:lnTo>
                  <a:lnTo>
                    <a:pt x="2315524" y="3732683"/>
                  </a:lnTo>
                  <a:lnTo>
                    <a:pt x="2315649" y="3732683"/>
                  </a:lnTo>
                  <a:lnTo>
                    <a:pt x="2315774" y="3732683"/>
                  </a:lnTo>
                  <a:lnTo>
                    <a:pt x="2315899" y="3732683"/>
                  </a:lnTo>
                  <a:lnTo>
                    <a:pt x="2316024" y="3732683"/>
                  </a:lnTo>
                  <a:lnTo>
                    <a:pt x="2316149" y="3732683"/>
                  </a:lnTo>
                  <a:lnTo>
                    <a:pt x="2316274" y="3732683"/>
                  </a:lnTo>
                  <a:lnTo>
                    <a:pt x="2316399" y="3732683"/>
                  </a:lnTo>
                  <a:lnTo>
                    <a:pt x="2316524" y="3732683"/>
                  </a:lnTo>
                  <a:lnTo>
                    <a:pt x="2316649" y="3732683"/>
                  </a:lnTo>
                  <a:lnTo>
                    <a:pt x="2316774" y="3732683"/>
                  </a:lnTo>
                  <a:lnTo>
                    <a:pt x="2316899" y="3732683"/>
                  </a:lnTo>
                  <a:lnTo>
                    <a:pt x="2317024" y="3732683"/>
                  </a:lnTo>
                  <a:lnTo>
                    <a:pt x="2317149" y="3732683"/>
                  </a:lnTo>
                  <a:lnTo>
                    <a:pt x="2317274" y="3732683"/>
                  </a:lnTo>
                  <a:lnTo>
                    <a:pt x="2317399" y="3732683"/>
                  </a:lnTo>
                  <a:lnTo>
                    <a:pt x="2317524" y="3732683"/>
                  </a:lnTo>
                  <a:lnTo>
                    <a:pt x="2317649" y="3732683"/>
                  </a:lnTo>
                  <a:lnTo>
                    <a:pt x="2317774" y="3732683"/>
                  </a:lnTo>
                  <a:lnTo>
                    <a:pt x="2317899" y="3732683"/>
                  </a:lnTo>
                  <a:lnTo>
                    <a:pt x="2318024" y="3732683"/>
                  </a:lnTo>
                  <a:lnTo>
                    <a:pt x="2318149" y="3732683"/>
                  </a:lnTo>
                  <a:lnTo>
                    <a:pt x="2318274" y="3732683"/>
                  </a:lnTo>
                  <a:lnTo>
                    <a:pt x="2318400" y="3732683"/>
                  </a:lnTo>
                  <a:lnTo>
                    <a:pt x="2318525" y="3732683"/>
                  </a:lnTo>
                  <a:lnTo>
                    <a:pt x="2318650" y="3732683"/>
                  </a:lnTo>
                  <a:lnTo>
                    <a:pt x="2318775" y="3732683"/>
                  </a:lnTo>
                  <a:lnTo>
                    <a:pt x="2318900" y="3732683"/>
                  </a:lnTo>
                  <a:lnTo>
                    <a:pt x="2319025" y="3732683"/>
                  </a:lnTo>
                  <a:lnTo>
                    <a:pt x="2319150" y="3732683"/>
                  </a:lnTo>
                  <a:lnTo>
                    <a:pt x="2319275" y="3732683"/>
                  </a:lnTo>
                  <a:lnTo>
                    <a:pt x="2319400" y="3732683"/>
                  </a:lnTo>
                  <a:lnTo>
                    <a:pt x="2319525" y="3732683"/>
                  </a:lnTo>
                  <a:lnTo>
                    <a:pt x="2319650" y="3732683"/>
                  </a:lnTo>
                  <a:lnTo>
                    <a:pt x="2319775" y="3732683"/>
                  </a:lnTo>
                  <a:lnTo>
                    <a:pt x="2319900" y="3732683"/>
                  </a:lnTo>
                  <a:lnTo>
                    <a:pt x="2320025" y="3732683"/>
                  </a:lnTo>
                  <a:lnTo>
                    <a:pt x="2320150" y="3732683"/>
                  </a:lnTo>
                  <a:lnTo>
                    <a:pt x="2320275" y="3732683"/>
                  </a:lnTo>
                  <a:lnTo>
                    <a:pt x="2320400" y="3732683"/>
                  </a:lnTo>
                  <a:lnTo>
                    <a:pt x="2320525" y="3732683"/>
                  </a:lnTo>
                  <a:lnTo>
                    <a:pt x="2320650" y="3732683"/>
                  </a:lnTo>
                  <a:lnTo>
                    <a:pt x="2320775" y="3732683"/>
                  </a:lnTo>
                  <a:lnTo>
                    <a:pt x="2320900" y="3732683"/>
                  </a:lnTo>
                  <a:lnTo>
                    <a:pt x="2321025" y="3732683"/>
                  </a:lnTo>
                  <a:lnTo>
                    <a:pt x="2321150" y="3732683"/>
                  </a:lnTo>
                  <a:lnTo>
                    <a:pt x="2321275" y="3732683"/>
                  </a:lnTo>
                  <a:lnTo>
                    <a:pt x="2321401" y="3732683"/>
                  </a:lnTo>
                  <a:lnTo>
                    <a:pt x="2321526" y="3732683"/>
                  </a:lnTo>
                  <a:lnTo>
                    <a:pt x="2321651" y="3732683"/>
                  </a:lnTo>
                  <a:lnTo>
                    <a:pt x="2321776" y="3732683"/>
                  </a:lnTo>
                  <a:lnTo>
                    <a:pt x="2321901" y="3732683"/>
                  </a:lnTo>
                  <a:lnTo>
                    <a:pt x="2322026" y="3732683"/>
                  </a:lnTo>
                  <a:lnTo>
                    <a:pt x="2322151" y="3732683"/>
                  </a:lnTo>
                  <a:lnTo>
                    <a:pt x="2322276" y="3732683"/>
                  </a:lnTo>
                  <a:lnTo>
                    <a:pt x="2322401" y="3732683"/>
                  </a:lnTo>
                  <a:lnTo>
                    <a:pt x="2322526" y="3732683"/>
                  </a:lnTo>
                  <a:lnTo>
                    <a:pt x="2322651" y="3732683"/>
                  </a:lnTo>
                  <a:lnTo>
                    <a:pt x="2322776" y="3732683"/>
                  </a:lnTo>
                  <a:lnTo>
                    <a:pt x="2322901" y="3732683"/>
                  </a:lnTo>
                  <a:lnTo>
                    <a:pt x="2323026" y="3732683"/>
                  </a:lnTo>
                  <a:lnTo>
                    <a:pt x="2323151" y="3732683"/>
                  </a:lnTo>
                  <a:lnTo>
                    <a:pt x="2323276" y="3732683"/>
                  </a:lnTo>
                  <a:lnTo>
                    <a:pt x="2323401" y="3732683"/>
                  </a:lnTo>
                  <a:lnTo>
                    <a:pt x="2323526" y="3732683"/>
                  </a:lnTo>
                  <a:lnTo>
                    <a:pt x="2323651" y="3732683"/>
                  </a:lnTo>
                  <a:lnTo>
                    <a:pt x="2323776" y="3732683"/>
                  </a:lnTo>
                  <a:lnTo>
                    <a:pt x="2323776" y="3722729"/>
                  </a:lnTo>
                  <a:lnTo>
                    <a:pt x="2323901" y="3722729"/>
                  </a:lnTo>
                  <a:lnTo>
                    <a:pt x="2324026" y="3722729"/>
                  </a:lnTo>
                  <a:lnTo>
                    <a:pt x="2324151" y="3722729"/>
                  </a:lnTo>
                  <a:lnTo>
                    <a:pt x="2324276" y="3722729"/>
                  </a:lnTo>
                  <a:lnTo>
                    <a:pt x="2324402" y="3722729"/>
                  </a:lnTo>
                  <a:lnTo>
                    <a:pt x="2324527" y="3722729"/>
                  </a:lnTo>
                  <a:lnTo>
                    <a:pt x="2324652" y="3722729"/>
                  </a:lnTo>
                  <a:lnTo>
                    <a:pt x="2324777" y="3722729"/>
                  </a:lnTo>
                  <a:lnTo>
                    <a:pt x="2324902" y="3722729"/>
                  </a:lnTo>
                  <a:lnTo>
                    <a:pt x="2325027" y="3722729"/>
                  </a:lnTo>
                  <a:lnTo>
                    <a:pt x="2325152" y="3722729"/>
                  </a:lnTo>
                  <a:lnTo>
                    <a:pt x="2325277" y="3722729"/>
                  </a:lnTo>
                  <a:lnTo>
                    <a:pt x="2325402" y="3722729"/>
                  </a:lnTo>
                  <a:lnTo>
                    <a:pt x="2325527" y="3722729"/>
                  </a:lnTo>
                  <a:lnTo>
                    <a:pt x="2325652" y="3722729"/>
                  </a:lnTo>
                  <a:lnTo>
                    <a:pt x="2325777" y="3722729"/>
                  </a:lnTo>
                  <a:lnTo>
                    <a:pt x="2325902" y="3722729"/>
                  </a:lnTo>
                  <a:lnTo>
                    <a:pt x="2326027" y="3722729"/>
                  </a:lnTo>
                  <a:lnTo>
                    <a:pt x="2326152" y="3722729"/>
                  </a:lnTo>
                  <a:lnTo>
                    <a:pt x="2326277" y="3722729"/>
                  </a:lnTo>
                  <a:lnTo>
                    <a:pt x="2326402" y="3722729"/>
                  </a:lnTo>
                  <a:lnTo>
                    <a:pt x="2326527" y="3722729"/>
                  </a:lnTo>
                  <a:lnTo>
                    <a:pt x="2326652" y="3722729"/>
                  </a:lnTo>
                  <a:lnTo>
                    <a:pt x="2326777" y="3722729"/>
                  </a:lnTo>
                  <a:lnTo>
                    <a:pt x="2326902" y="3722729"/>
                  </a:lnTo>
                  <a:lnTo>
                    <a:pt x="2327027" y="3722729"/>
                  </a:lnTo>
                  <a:lnTo>
                    <a:pt x="2327152" y="3722729"/>
                  </a:lnTo>
                  <a:lnTo>
                    <a:pt x="2327277" y="3722729"/>
                  </a:lnTo>
                  <a:lnTo>
                    <a:pt x="2327403" y="3722729"/>
                  </a:lnTo>
                  <a:lnTo>
                    <a:pt x="2327528" y="3722729"/>
                  </a:lnTo>
                  <a:lnTo>
                    <a:pt x="2327653" y="3722729"/>
                  </a:lnTo>
                  <a:lnTo>
                    <a:pt x="2327778" y="3722729"/>
                  </a:lnTo>
                  <a:lnTo>
                    <a:pt x="2327903" y="3722729"/>
                  </a:lnTo>
                  <a:lnTo>
                    <a:pt x="2328028" y="3722729"/>
                  </a:lnTo>
                  <a:lnTo>
                    <a:pt x="2328153" y="3722729"/>
                  </a:lnTo>
                  <a:lnTo>
                    <a:pt x="2328278" y="3722729"/>
                  </a:lnTo>
                  <a:lnTo>
                    <a:pt x="2328403" y="3722729"/>
                  </a:lnTo>
                  <a:lnTo>
                    <a:pt x="2328528" y="3722729"/>
                  </a:lnTo>
                  <a:lnTo>
                    <a:pt x="2328653" y="3722729"/>
                  </a:lnTo>
                  <a:lnTo>
                    <a:pt x="2328778" y="3722729"/>
                  </a:lnTo>
                  <a:lnTo>
                    <a:pt x="2328778" y="3712775"/>
                  </a:lnTo>
                  <a:lnTo>
                    <a:pt x="2328903" y="3712775"/>
                  </a:lnTo>
                  <a:lnTo>
                    <a:pt x="2329028" y="3712775"/>
                  </a:lnTo>
                  <a:lnTo>
                    <a:pt x="2329153" y="3712775"/>
                  </a:lnTo>
                  <a:lnTo>
                    <a:pt x="2329278" y="3712775"/>
                  </a:lnTo>
                  <a:lnTo>
                    <a:pt x="2329403" y="3712775"/>
                  </a:lnTo>
                  <a:lnTo>
                    <a:pt x="2329528" y="3712775"/>
                  </a:lnTo>
                  <a:lnTo>
                    <a:pt x="2329653" y="3712775"/>
                  </a:lnTo>
                  <a:lnTo>
                    <a:pt x="2329778" y="3712775"/>
                  </a:lnTo>
                  <a:lnTo>
                    <a:pt x="2329903" y="3712775"/>
                  </a:lnTo>
                  <a:lnTo>
                    <a:pt x="2330028" y="3712775"/>
                  </a:lnTo>
                  <a:lnTo>
                    <a:pt x="2330153" y="3712775"/>
                  </a:lnTo>
                  <a:lnTo>
                    <a:pt x="2330279" y="3712775"/>
                  </a:lnTo>
                  <a:lnTo>
                    <a:pt x="2330404" y="3712775"/>
                  </a:lnTo>
                  <a:lnTo>
                    <a:pt x="2330529" y="3712775"/>
                  </a:lnTo>
                  <a:lnTo>
                    <a:pt x="2330654" y="3712775"/>
                  </a:lnTo>
                  <a:lnTo>
                    <a:pt x="2330779" y="3712775"/>
                  </a:lnTo>
                  <a:lnTo>
                    <a:pt x="2330904" y="3712775"/>
                  </a:lnTo>
                  <a:lnTo>
                    <a:pt x="2331029" y="3712775"/>
                  </a:lnTo>
                  <a:lnTo>
                    <a:pt x="2331154" y="3712775"/>
                  </a:lnTo>
                  <a:lnTo>
                    <a:pt x="2331279" y="3712775"/>
                  </a:lnTo>
                  <a:lnTo>
                    <a:pt x="2331404" y="3712775"/>
                  </a:lnTo>
                  <a:lnTo>
                    <a:pt x="2331529" y="3712775"/>
                  </a:lnTo>
                  <a:lnTo>
                    <a:pt x="2331654" y="3712775"/>
                  </a:lnTo>
                  <a:lnTo>
                    <a:pt x="2331779" y="3712775"/>
                  </a:lnTo>
                  <a:lnTo>
                    <a:pt x="2331904" y="3712775"/>
                  </a:lnTo>
                  <a:lnTo>
                    <a:pt x="2332029" y="3712775"/>
                  </a:lnTo>
                  <a:lnTo>
                    <a:pt x="2332154" y="3712775"/>
                  </a:lnTo>
                  <a:lnTo>
                    <a:pt x="2332279" y="3712775"/>
                  </a:lnTo>
                  <a:lnTo>
                    <a:pt x="2332404" y="3712775"/>
                  </a:lnTo>
                  <a:lnTo>
                    <a:pt x="2332529" y="3712775"/>
                  </a:lnTo>
                  <a:lnTo>
                    <a:pt x="2332654" y="3712775"/>
                  </a:lnTo>
                  <a:lnTo>
                    <a:pt x="2332779" y="3712775"/>
                  </a:lnTo>
                  <a:lnTo>
                    <a:pt x="2332904" y="3712775"/>
                  </a:lnTo>
                  <a:lnTo>
                    <a:pt x="2333029" y="3712775"/>
                  </a:lnTo>
                  <a:lnTo>
                    <a:pt x="2333154" y="3712775"/>
                  </a:lnTo>
                  <a:lnTo>
                    <a:pt x="2333280" y="3712775"/>
                  </a:lnTo>
                  <a:lnTo>
                    <a:pt x="2333405" y="3712775"/>
                  </a:lnTo>
                  <a:lnTo>
                    <a:pt x="2333530" y="3712775"/>
                  </a:lnTo>
                  <a:lnTo>
                    <a:pt x="2333655" y="3712775"/>
                  </a:lnTo>
                  <a:lnTo>
                    <a:pt x="2333780" y="3712775"/>
                  </a:lnTo>
                  <a:lnTo>
                    <a:pt x="2333905" y="3712775"/>
                  </a:lnTo>
                  <a:lnTo>
                    <a:pt x="2334030" y="3712775"/>
                  </a:lnTo>
                  <a:lnTo>
                    <a:pt x="2334155" y="3712775"/>
                  </a:lnTo>
                  <a:lnTo>
                    <a:pt x="2334280" y="3712775"/>
                  </a:lnTo>
                  <a:lnTo>
                    <a:pt x="2334405" y="3712775"/>
                  </a:lnTo>
                  <a:lnTo>
                    <a:pt x="2334530" y="3712775"/>
                  </a:lnTo>
                  <a:lnTo>
                    <a:pt x="2334655" y="3712775"/>
                  </a:lnTo>
                  <a:lnTo>
                    <a:pt x="2334780" y="3712775"/>
                  </a:lnTo>
                  <a:lnTo>
                    <a:pt x="2334905" y="3712775"/>
                  </a:lnTo>
                  <a:lnTo>
                    <a:pt x="2335030" y="3712775"/>
                  </a:lnTo>
                  <a:lnTo>
                    <a:pt x="2335155" y="3712775"/>
                  </a:lnTo>
                  <a:lnTo>
                    <a:pt x="2335280" y="3712775"/>
                  </a:lnTo>
                  <a:lnTo>
                    <a:pt x="2335405" y="3712775"/>
                  </a:lnTo>
                  <a:lnTo>
                    <a:pt x="2335530" y="3712775"/>
                  </a:lnTo>
                  <a:lnTo>
                    <a:pt x="2335655" y="3712775"/>
                  </a:lnTo>
                  <a:lnTo>
                    <a:pt x="2335780" y="3712775"/>
                  </a:lnTo>
                  <a:lnTo>
                    <a:pt x="2335905" y="3712775"/>
                  </a:lnTo>
                  <a:lnTo>
                    <a:pt x="2336030" y="3712775"/>
                  </a:lnTo>
                  <a:lnTo>
                    <a:pt x="2336155" y="3712775"/>
                  </a:lnTo>
                  <a:lnTo>
                    <a:pt x="2336281" y="3712775"/>
                  </a:lnTo>
                  <a:lnTo>
                    <a:pt x="2336406" y="3712775"/>
                  </a:lnTo>
                  <a:lnTo>
                    <a:pt x="2336531" y="3712775"/>
                  </a:lnTo>
                  <a:lnTo>
                    <a:pt x="2336656" y="3712775"/>
                  </a:lnTo>
                  <a:lnTo>
                    <a:pt x="2336781" y="3712775"/>
                  </a:lnTo>
                  <a:lnTo>
                    <a:pt x="2336906" y="3712775"/>
                  </a:lnTo>
                  <a:lnTo>
                    <a:pt x="2337031" y="3712775"/>
                  </a:lnTo>
                  <a:lnTo>
                    <a:pt x="2337156" y="3712775"/>
                  </a:lnTo>
                  <a:lnTo>
                    <a:pt x="2337281" y="3712775"/>
                  </a:lnTo>
                  <a:lnTo>
                    <a:pt x="2337406" y="3712775"/>
                  </a:lnTo>
                  <a:lnTo>
                    <a:pt x="2337531" y="3712775"/>
                  </a:lnTo>
                  <a:lnTo>
                    <a:pt x="2337656" y="3712775"/>
                  </a:lnTo>
                  <a:lnTo>
                    <a:pt x="2337781" y="3712775"/>
                  </a:lnTo>
                  <a:lnTo>
                    <a:pt x="2337906" y="3712775"/>
                  </a:lnTo>
                  <a:lnTo>
                    <a:pt x="2338031" y="3712775"/>
                  </a:lnTo>
                  <a:lnTo>
                    <a:pt x="2338156" y="3712775"/>
                  </a:lnTo>
                  <a:lnTo>
                    <a:pt x="2338281" y="3712775"/>
                  </a:lnTo>
                  <a:lnTo>
                    <a:pt x="2338406" y="3712775"/>
                  </a:lnTo>
                  <a:lnTo>
                    <a:pt x="2338531" y="3712775"/>
                  </a:lnTo>
                  <a:lnTo>
                    <a:pt x="2338656" y="3712775"/>
                  </a:lnTo>
                  <a:lnTo>
                    <a:pt x="2338781" y="3712775"/>
                  </a:lnTo>
                  <a:lnTo>
                    <a:pt x="2338906" y="3712775"/>
                  </a:lnTo>
                  <a:lnTo>
                    <a:pt x="2339031" y="3712775"/>
                  </a:lnTo>
                  <a:lnTo>
                    <a:pt x="2339156" y="3712775"/>
                  </a:lnTo>
                  <a:lnTo>
                    <a:pt x="2339282" y="3712775"/>
                  </a:lnTo>
                  <a:lnTo>
                    <a:pt x="2339407" y="3712775"/>
                  </a:lnTo>
                  <a:lnTo>
                    <a:pt x="2339532" y="3712775"/>
                  </a:lnTo>
                  <a:lnTo>
                    <a:pt x="2339657" y="3712775"/>
                  </a:lnTo>
                  <a:lnTo>
                    <a:pt x="2339782" y="3712775"/>
                  </a:lnTo>
                  <a:lnTo>
                    <a:pt x="2339907" y="3712775"/>
                  </a:lnTo>
                  <a:lnTo>
                    <a:pt x="2340032" y="3712775"/>
                  </a:lnTo>
                  <a:lnTo>
                    <a:pt x="2340157" y="3712775"/>
                  </a:lnTo>
                  <a:lnTo>
                    <a:pt x="2340282" y="3712775"/>
                  </a:lnTo>
                  <a:lnTo>
                    <a:pt x="2340407" y="3712775"/>
                  </a:lnTo>
                  <a:lnTo>
                    <a:pt x="2340532" y="3712775"/>
                  </a:lnTo>
                  <a:lnTo>
                    <a:pt x="2340657" y="3712775"/>
                  </a:lnTo>
                  <a:lnTo>
                    <a:pt x="2340782" y="3712775"/>
                  </a:lnTo>
                  <a:lnTo>
                    <a:pt x="2340907" y="3712775"/>
                  </a:lnTo>
                  <a:lnTo>
                    <a:pt x="2341032" y="3712775"/>
                  </a:lnTo>
                  <a:lnTo>
                    <a:pt x="2341157" y="3712775"/>
                  </a:lnTo>
                  <a:lnTo>
                    <a:pt x="2341282" y="3712775"/>
                  </a:lnTo>
                  <a:lnTo>
                    <a:pt x="2341407" y="3712775"/>
                  </a:lnTo>
                  <a:lnTo>
                    <a:pt x="2341532" y="3712775"/>
                  </a:lnTo>
                  <a:lnTo>
                    <a:pt x="2341657" y="3712775"/>
                  </a:lnTo>
                  <a:lnTo>
                    <a:pt x="2341782" y="3712775"/>
                  </a:lnTo>
                  <a:lnTo>
                    <a:pt x="2341907" y="3712775"/>
                  </a:lnTo>
                  <a:lnTo>
                    <a:pt x="2342032" y="3712775"/>
                  </a:lnTo>
                  <a:lnTo>
                    <a:pt x="2342157" y="3712775"/>
                  </a:lnTo>
                  <a:lnTo>
                    <a:pt x="2342283" y="3712775"/>
                  </a:lnTo>
                  <a:lnTo>
                    <a:pt x="2342408" y="3712775"/>
                  </a:lnTo>
                  <a:lnTo>
                    <a:pt x="2342533" y="3712775"/>
                  </a:lnTo>
                  <a:lnTo>
                    <a:pt x="2342658" y="3712775"/>
                  </a:lnTo>
                  <a:lnTo>
                    <a:pt x="2342783" y="3712775"/>
                  </a:lnTo>
                  <a:lnTo>
                    <a:pt x="2342908" y="3712775"/>
                  </a:lnTo>
                  <a:lnTo>
                    <a:pt x="2343033" y="3712775"/>
                  </a:lnTo>
                  <a:lnTo>
                    <a:pt x="2343158" y="3712775"/>
                  </a:lnTo>
                  <a:lnTo>
                    <a:pt x="2343283" y="3712775"/>
                  </a:lnTo>
                  <a:lnTo>
                    <a:pt x="2343408" y="3712775"/>
                  </a:lnTo>
                  <a:lnTo>
                    <a:pt x="2343408" y="3702822"/>
                  </a:lnTo>
                  <a:lnTo>
                    <a:pt x="2343533" y="3702822"/>
                  </a:lnTo>
                  <a:lnTo>
                    <a:pt x="2343658" y="3702822"/>
                  </a:lnTo>
                  <a:lnTo>
                    <a:pt x="2343783" y="3702822"/>
                  </a:lnTo>
                  <a:lnTo>
                    <a:pt x="2343908" y="3702822"/>
                  </a:lnTo>
                  <a:lnTo>
                    <a:pt x="2344033" y="3702822"/>
                  </a:lnTo>
                  <a:lnTo>
                    <a:pt x="2344158" y="3702822"/>
                  </a:lnTo>
                  <a:lnTo>
                    <a:pt x="2344283" y="3702822"/>
                  </a:lnTo>
                  <a:lnTo>
                    <a:pt x="2344408" y="3702822"/>
                  </a:lnTo>
                  <a:lnTo>
                    <a:pt x="2344533" y="3702822"/>
                  </a:lnTo>
                  <a:lnTo>
                    <a:pt x="2344658" y="3702822"/>
                  </a:lnTo>
                  <a:lnTo>
                    <a:pt x="2344783" y="3702822"/>
                  </a:lnTo>
                  <a:lnTo>
                    <a:pt x="2344908" y="3702822"/>
                  </a:lnTo>
                  <a:lnTo>
                    <a:pt x="2345033" y="3702822"/>
                  </a:lnTo>
                  <a:lnTo>
                    <a:pt x="2345158" y="3702822"/>
                  </a:lnTo>
                  <a:lnTo>
                    <a:pt x="2345284" y="3702822"/>
                  </a:lnTo>
                  <a:lnTo>
                    <a:pt x="2345409" y="3702822"/>
                  </a:lnTo>
                  <a:lnTo>
                    <a:pt x="2345534" y="3702822"/>
                  </a:lnTo>
                  <a:lnTo>
                    <a:pt x="2345659" y="3702822"/>
                  </a:lnTo>
                  <a:lnTo>
                    <a:pt x="2345784" y="3702822"/>
                  </a:lnTo>
                  <a:lnTo>
                    <a:pt x="2345909" y="3702822"/>
                  </a:lnTo>
                  <a:lnTo>
                    <a:pt x="2346034" y="3702822"/>
                  </a:lnTo>
                  <a:lnTo>
                    <a:pt x="2346159" y="3702822"/>
                  </a:lnTo>
                  <a:lnTo>
                    <a:pt x="2346284" y="3702822"/>
                  </a:lnTo>
                  <a:lnTo>
                    <a:pt x="2346409" y="3702822"/>
                  </a:lnTo>
                  <a:lnTo>
                    <a:pt x="2346534" y="3702822"/>
                  </a:lnTo>
                  <a:lnTo>
                    <a:pt x="2346659" y="3702822"/>
                  </a:lnTo>
                  <a:lnTo>
                    <a:pt x="2346784" y="3702822"/>
                  </a:lnTo>
                  <a:lnTo>
                    <a:pt x="2346909" y="3702822"/>
                  </a:lnTo>
                  <a:lnTo>
                    <a:pt x="2347034" y="3702822"/>
                  </a:lnTo>
                  <a:lnTo>
                    <a:pt x="2347159" y="3702822"/>
                  </a:lnTo>
                  <a:lnTo>
                    <a:pt x="2347284" y="3702822"/>
                  </a:lnTo>
                  <a:lnTo>
                    <a:pt x="2347409" y="3702822"/>
                  </a:lnTo>
                  <a:lnTo>
                    <a:pt x="2347534" y="3702822"/>
                  </a:lnTo>
                  <a:lnTo>
                    <a:pt x="2347659" y="3702822"/>
                  </a:lnTo>
                  <a:lnTo>
                    <a:pt x="2347784" y="3702822"/>
                  </a:lnTo>
                  <a:lnTo>
                    <a:pt x="2347909" y="3702822"/>
                  </a:lnTo>
                  <a:lnTo>
                    <a:pt x="2348034" y="3702822"/>
                  </a:lnTo>
                  <a:lnTo>
                    <a:pt x="2348159" y="3702822"/>
                  </a:lnTo>
                  <a:lnTo>
                    <a:pt x="2348285" y="3702822"/>
                  </a:lnTo>
                  <a:lnTo>
                    <a:pt x="2348410" y="3702822"/>
                  </a:lnTo>
                  <a:lnTo>
                    <a:pt x="2348535" y="3702822"/>
                  </a:lnTo>
                  <a:lnTo>
                    <a:pt x="2348660" y="3702822"/>
                  </a:lnTo>
                  <a:lnTo>
                    <a:pt x="2348785" y="3702822"/>
                  </a:lnTo>
                  <a:lnTo>
                    <a:pt x="2348910" y="3702822"/>
                  </a:lnTo>
                  <a:lnTo>
                    <a:pt x="2349035" y="3702822"/>
                  </a:lnTo>
                  <a:lnTo>
                    <a:pt x="2349160" y="3702822"/>
                  </a:lnTo>
                  <a:lnTo>
                    <a:pt x="2349285" y="3702822"/>
                  </a:lnTo>
                  <a:lnTo>
                    <a:pt x="2349410" y="3702822"/>
                  </a:lnTo>
                  <a:lnTo>
                    <a:pt x="2349535" y="3702822"/>
                  </a:lnTo>
                  <a:lnTo>
                    <a:pt x="2349660" y="3702822"/>
                  </a:lnTo>
                  <a:lnTo>
                    <a:pt x="2349785" y="3702822"/>
                  </a:lnTo>
                  <a:lnTo>
                    <a:pt x="2349910" y="3702822"/>
                  </a:lnTo>
                  <a:lnTo>
                    <a:pt x="2350035" y="3702822"/>
                  </a:lnTo>
                  <a:lnTo>
                    <a:pt x="2350160" y="3702822"/>
                  </a:lnTo>
                  <a:lnTo>
                    <a:pt x="2350285" y="3702822"/>
                  </a:lnTo>
                  <a:lnTo>
                    <a:pt x="2350410" y="3702822"/>
                  </a:lnTo>
                  <a:lnTo>
                    <a:pt x="2350535" y="3702822"/>
                  </a:lnTo>
                  <a:lnTo>
                    <a:pt x="2350660" y="3702822"/>
                  </a:lnTo>
                  <a:lnTo>
                    <a:pt x="2350785" y="3702822"/>
                  </a:lnTo>
                  <a:lnTo>
                    <a:pt x="2350910" y="3702822"/>
                  </a:lnTo>
                  <a:lnTo>
                    <a:pt x="2351035" y="3702822"/>
                  </a:lnTo>
                  <a:lnTo>
                    <a:pt x="2351160" y="3702822"/>
                  </a:lnTo>
                  <a:lnTo>
                    <a:pt x="2351286" y="3702822"/>
                  </a:lnTo>
                  <a:lnTo>
                    <a:pt x="2351411" y="3702822"/>
                  </a:lnTo>
                  <a:lnTo>
                    <a:pt x="2351536" y="3702822"/>
                  </a:lnTo>
                  <a:lnTo>
                    <a:pt x="2351661" y="3702822"/>
                  </a:lnTo>
                  <a:lnTo>
                    <a:pt x="2351786" y="3702822"/>
                  </a:lnTo>
                  <a:lnTo>
                    <a:pt x="2351911" y="3702822"/>
                  </a:lnTo>
                  <a:lnTo>
                    <a:pt x="2352036" y="3702822"/>
                  </a:lnTo>
                  <a:lnTo>
                    <a:pt x="2352161" y="3702822"/>
                  </a:lnTo>
                  <a:lnTo>
                    <a:pt x="2352286" y="3702822"/>
                  </a:lnTo>
                  <a:lnTo>
                    <a:pt x="2352411" y="3702822"/>
                  </a:lnTo>
                  <a:lnTo>
                    <a:pt x="2352536" y="3702822"/>
                  </a:lnTo>
                  <a:lnTo>
                    <a:pt x="2352661" y="3702822"/>
                  </a:lnTo>
                  <a:lnTo>
                    <a:pt x="2352786" y="3702822"/>
                  </a:lnTo>
                  <a:lnTo>
                    <a:pt x="2352911" y="3702822"/>
                  </a:lnTo>
                  <a:lnTo>
                    <a:pt x="2353036" y="3702822"/>
                  </a:lnTo>
                  <a:lnTo>
                    <a:pt x="2353161" y="3702822"/>
                  </a:lnTo>
                  <a:lnTo>
                    <a:pt x="2353286" y="3702822"/>
                  </a:lnTo>
                  <a:lnTo>
                    <a:pt x="2353411" y="3702822"/>
                  </a:lnTo>
                  <a:lnTo>
                    <a:pt x="2353536" y="3702822"/>
                  </a:lnTo>
                  <a:lnTo>
                    <a:pt x="2353661" y="3702822"/>
                  </a:lnTo>
                  <a:lnTo>
                    <a:pt x="2353786" y="3702822"/>
                  </a:lnTo>
                  <a:lnTo>
                    <a:pt x="2353911" y="3702822"/>
                  </a:lnTo>
                  <a:lnTo>
                    <a:pt x="2354036" y="3702822"/>
                  </a:lnTo>
                  <a:lnTo>
                    <a:pt x="2354161" y="3702822"/>
                  </a:lnTo>
                  <a:lnTo>
                    <a:pt x="2354287" y="3702822"/>
                  </a:lnTo>
                  <a:lnTo>
                    <a:pt x="2354412" y="3702822"/>
                  </a:lnTo>
                  <a:lnTo>
                    <a:pt x="2354537" y="3702822"/>
                  </a:lnTo>
                  <a:lnTo>
                    <a:pt x="2354662" y="3702822"/>
                  </a:lnTo>
                  <a:lnTo>
                    <a:pt x="2354787" y="3702822"/>
                  </a:lnTo>
                  <a:lnTo>
                    <a:pt x="2354912" y="3702822"/>
                  </a:lnTo>
                  <a:lnTo>
                    <a:pt x="2355037" y="3702822"/>
                  </a:lnTo>
                  <a:lnTo>
                    <a:pt x="2355162" y="3702822"/>
                  </a:lnTo>
                  <a:lnTo>
                    <a:pt x="2355287" y="3702822"/>
                  </a:lnTo>
                  <a:lnTo>
                    <a:pt x="2355412" y="3702822"/>
                  </a:lnTo>
                  <a:lnTo>
                    <a:pt x="2355537" y="3702822"/>
                  </a:lnTo>
                  <a:lnTo>
                    <a:pt x="2355662" y="3702822"/>
                  </a:lnTo>
                  <a:lnTo>
                    <a:pt x="2355787" y="3702822"/>
                  </a:lnTo>
                  <a:lnTo>
                    <a:pt x="2355912" y="3702822"/>
                  </a:lnTo>
                  <a:lnTo>
                    <a:pt x="2356037" y="3702822"/>
                  </a:lnTo>
                  <a:lnTo>
                    <a:pt x="2356162" y="3702822"/>
                  </a:lnTo>
                  <a:lnTo>
                    <a:pt x="2356287" y="3702822"/>
                  </a:lnTo>
                  <a:lnTo>
                    <a:pt x="2356412" y="3702822"/>
                  </a:lnTo>
                  <a:lnTo>
                    <a:pt x="2356537" y="3702822"/>
                  </a:lnTo>
                  <a:lnTo>
                    <a:pt x="2356662" y="3702822"/>
                  </a:lnTo>
                  <a:lnTo>
                    <a:pt x="2356787" y="3702822"/>
                  </a:lnTo>
                  <a:lnTo>
                    <a:pt x="2356912" y="3702822"/>
                  </a:lnTo>
                  <a:lnTo>
                    <a:pt x="2357037" y="3702822"/>
                  </a:lnTo>
                  <a:lnTo>
                    <a:pt x="2357162" y="3702822"/>
                  </a:lnTo>
                  <a:lnTo>
                    <a:pt x="2357288" y="3702822"/>
                  </a:lnTo>
                  <a:lnTo>
                    <a:pt x="2357413" y="3702822"/>
                  </a:lnTo>
                  <a:lnTo>
                    <a:pt x="2357538" y="3702822"/>
                  </a:lnTo>
                  <a:lnTo>
                    <a:pt x="2357663" y="3702822"/>
                  </a:lnTo>
                  <a:lnTo>
                    <a:pt x="2357788" y="3702822"/>
                  </a:lnTo>
                  <a:lnTo>
                    <a:pt x="2357913" y="3702822"/>
                  </a:lnTo>
                  <a:lnTo>
                    <a:pt x="2358038" y="3702822"/>
                  </a:lnTo>
                  <a:lnTo>
                    <a:pt x="2358163" y="3702822"/>
                  </a:lnTo>
                  <a:lnTo>
                    <a:pt x="2358288" y="3702822"/>
                  </a:lnTo>
                  <a:lnTo>
                    <a:pt x="2358413" y="3702822"/>
                  </a:lnTo>
                  <a:lnTo>
                    <a:pt x="2358538" y="3702822"/>
                  </a:lnTo>
                  <a:lnTo>
                    <a:pt x="2358663" y="3702822"/>
                  </a:lnTo>
                  <a:lnTo>
                    <a:pt x="2358788" y="3702822"/>
                  </a:lnTo>
                  <a:lnTo>
                    <a:pt x="2358913" y="3702822"/>
                  </a:lnTo>
                  <a:lnTo>
                    <a:pt x="2359038" y="3702822"/>
                  </a:lnTo>
                  <a:lnTo>
                    <a:pt x="2359163" y="3702822"/>
                  </a:lnTo>
                  <a:lnTo>
                    <a:pt x="2359163" y="3692868"/>
                  </a:lnTo>
                  <a:lnTo>
                    <a:pt x="2359288" y="3692868"/>
                  </a:lnTo>
                  <a:lnTo>
                    <a:pt x="2359413" y="3692868"/>
                  </a:lnTo>
                  <a:lnTo>
                    <a:pt x="2359538" y="3692868"/>
                  </a:lnTo>
                  <a:lnTo>
                    <a:pt x="2359663" y="3692868"/>
                  </a:lnTo>
                  <a:lnTo>
                    <a:pt x="2359788" y="3692868"/>
                  </a:lnTo>
                  <a:lnTo>
                    <a:pt x="2359913" y="3692868"/>
                  </a:lnTo>
                  <a:lnTo>
                    <a:pt x="2360038" y="3692868"/>
                  </a:lnTo>
                  <a:lnTo>
                    <a:pt x="2360163" y="3692868"/>
                  </a:lnTo>
                  <a:lnTo>
                    <a:pt x="2360289" y="3692868"/>
                  </a:lnTo>
                  <a:lnTo>
                    <a:pt x="2360414" y="3692868"/>
                  </a:lnTo>
                  <a:lnTo>
                    <a:pt x="2360539" y="3692868"/>
                  </a:lnTo>
                  <a:lnTo>
                    <a:pt x="2360664" y="3692868"/>
                  </a:lnTo>
                  <a:lnTo>
                    <a:pt x="2360789" y="3692868"/>
                  </a:lnTo>
                  <a:lnTo>
                    <a:pt x="2360914" y="3692868"/>
                  </a:lnTo>
                  <a:lnTo>
                    <a:pt x="2361039" y="3692868"/>
                  </a:lnTo>
                  <a:lnTo>
                    <a:pt x="2361164" y="3692868"/>
                  </a:lnTo>
                  <a:lnTo>
                    <a:pt x="2361289" y="3692868"/>
                  </a:lnTo>
                  <a:lnTo>
                    <a:pt x="2361414" y="3692868"/>
                  </a:lnTo>
                  <a:lnTo>
                    <a:pt x="2361414" y="3682914"/>
                  </a:lnTo>
                  <a:lnTo>
                    <a:pt x="2361539" y="3682914"/>
                  </a:lnTo>
                  <a:lnTo>
                    <a:pt x="2361664" y="3682914"/>
                  </a:lnTo>
                  <a:lnTo>
                    <a:pt x="2361789" y="3682914"/>
                  </a:lnTo>
                  <a:lnTo>
                    <a:pt x="2361914" y="3682914"/>
                  </a:lnTo>
                  <a:lnTo>
                    <a:pt x="2362039" y="3682914"/>
                  </a:lnTo>
                  <a:lnTo>
                    <a:pt x="2362164" y="3682914"/>
                  </a:lnTo>
                  <a:lnTo>
                    <a:pt x="2362289" y="3682914"/>
                  </a:lnTo>
                  <a:lnTo>
                    <a:pt x="2362414" y="3682914"/>
                  </a:lnTo>
                  <a:lnTo>
                    <a:pt x="2362539" y="3682914"/>
                  </a:lnTo>
                  <a:lnTo>
                    <a:pt x="2362664" y="3682914"/>
                  </a:lnTo>
                  <a:lnTo>
                    <a:pt x="2362789" y="3682914"/>
                  </a:lnTo>
                  <a:lnTo>
                    <a:pt x="2362914" y="3682914"/>
                  </a:lnTo>
                  <a:lnTo>
                    <a:pt x="2363039" y="3682914"/>
                  </a:lnTo>
                  <a:lnTo>
                    <a:pt x="2363164" y="3682914"/>
                  </a:lnTo>
                  <a:lnTo>
                    <a:pt x="2363290" y="3682914"/>
                  </a:lnTo>
                  <a:lnTo>
                    <a:pt x="2363415" y="3682914"/>
                  </a:lnTo>
                  <a:lnTo>
                    <a:pt x="2363540" y="3682914"/>
                  </a:lnTo>
                  <a:lnTo>
                    <a:pt x="2363665" y="3682914"/>
                  </a:lnTo>
                  <a:lnTo>
                    <a:pt x="2363790" y="3682914"/>
                  </a:lnTo>
                  <a:lnTo>
                    <a:pt x="2363915" y="3682914"/>
                  </a:lnTo>
                  <a:lnTo>
                    <a:pt x="2364040" y="3682914"/>
                  </a:lnTo>
                  <a:lnTo>
                    <a:pt x="2364165" y="3682914"/>
                  </a:lnTo>
                  <a:lnTo>
                    <a:pt x="2364290" y="3682914"/>
                  </a:lnTo>
                  <a:lnTo>
                    <a:pt x="2364415" y="3682914"/>
                  </a:lnTo>
                  <a:lnTo>
                    <a:pt x="2364540" y="3682914"/>
                  </a:lnTo>
                  <a:lnTo>
                    <a:pt x="2364665" y="3682914"/>
                  </a:lnTo>
                  <a:lnTo>
                    <a:pt x="2364790" y="3682914"/>
                  </a:lnTo>
                  <a:lnTo>
                    <a:pt x="2364915" y="3682914"/>
                  </a:lnTo>
                  <a:lnTo>
                    <a:pt x="2365040" y="3682914"/>
                  </a:lnTo>
                  <a:lnTo>
                    <a:pt x="2365165" y="3682914"/>
                  </a:lnTo>
                  <a:lnTo>
                    <a:pt x="2365290" y="3682914"/>
                  </a:lnTo>
                  <a:lnTo>
                    <a:pt x="2365415" y="3682914"/>
                  </a:lnTo>
                  <a:lnTo>
                    <a:pt x="2365540" y="3682914"/>
                  </a:lnTo>
                  <a:lnTo>
                    <a:pt x="2365665" y="3682914"/>
                  </a:lnTo>
                  <a:lnTo>
                    <a:pt x="2365790" y="3682914"/>
                  </a:lnTo>
                  <a:lnTo>
                    <a:pt x="2365915" y="3682914"/>
                  </a:lnTo>
                  <a:lnTo>
                    <a:pt x="2366040" y="3682914"/>
                  </a:lnTo>
                  <a:lnTo>
                    <a:pt x="2366165" y="3682914"/>
                  </a:lnTo>
                  <a:lnTo>
                    <a:pt x="2366291" y="3682914"/>
                  </a:lnTo>
                  <a:lnTo>
                    <a:pt x="2366416" y="3682914"/>
                  </a:lnTo>
                  <a:lnTo>
                    <a:pt x="2366541" y="3682914"/>
                  </a:lnTo>
                  <a:lnTo>
                    <a:pt x="2366666" y="3682914"/>
                  </a:lnTo>
                  <a:lnTo>
                    <a:pt x="2366791" y="3682914"/>
                  </a:lnTo>
                  <a:lnTo>
                    <a:pt x="2366916" y="3682914"/>
                  </a:lnTo>
                  <a:lnTo>
                    <a:pt x="2367041" y="3682914"/>
                  </a:lnTo>
                  <a:lnTo>
                    <a:pt x="2367166" y="3682914"/>
                  </a:lnTo>
                  <a:lnTo>
                    <a:pt x="2367291" y="3682914"/>
                  </a:lnTo>
                  <a:lnTo>
                    <a:pt x="2367416" y="3682914"/>
                  </a:lnTo>
                  <a:lnTo>
                    <a:pt x="2367541" y="3682914"/>
                  </a:lnTo>
                  <a:lnTo>
                    <a:pt x="2367666" y="3682914"/>
                  </a:lnTo>
                  <a:lnTo>
                    <a:pt x="2367791" y="3682914"/>
                  </a:lnTo>
                  <a:lnTo>
                    <a:pt x="2367916" y="3682914"/>
                  </a:lnTo>
                  <a:lnTo>
                    <a:pt x="2368041" y="3682914"/>
                  </a:lnTo>
                  <a:lnTo>
                    <a:pt x="2368166" y="3682914"/>
                  </a:lnTo>
                  <a:lnTo>
                    <a:pt x="2368291" y="3682914"/>
                  </a:lnTo>
                  <a:lnTo>
                    <a:pt x="2368416" y="3682914"/>
                  </a:lnTo>
                  <a:lnTo>
                    <a:pt x="2368541" y="3682914"/>
                  </a:lnTo>
                  <a:lnTo>
                    <a:pt x="2368666" y="3682914"/>
                  </a:lnTo>
                  <a:lnTo>
                    <a:pt x="2368791" y="3682914"/>
                  </a:lnTo>
                  <a:lnTo>
                    <a:pt x="2368916" y="3682914"/>
                  </a:lnTo>
                  <a:lnTo>
                    <a:pt x="2369041" y="3682914"/>
                  </a:lnTo>
                  <a:lnTo>
                    <a:pt x="2369167" y="3682914"/>
                  </a:lnTo>
                  <a:lnTo>
                    <a:pt x="2369292" y="3682914"/>
                  </a:lnTo>
                  <a:lnTo>
                    <a:pt x="2369417" y="3682914"/>
                  </a:lnTo>
                  <a:lnTo>
                    <a:pt x="2369542" y="3682914"/>
                  </a:lnTo>
                  <a:lnTo>
                    <a:pt x="2369667" y="3682914"/>
                  </a:lnTo>
                  <a:lnTo>
                    <a:pt x="2369792" y="3682914"/>
                  </a:lnTo>
                  <a:lnTo>
                    <a:pt x="2369792" y="3672960"/>
                  </a:lnTo>
                  <a:lnTo>
                    <a:pt x="2369917" y="3672960"/>
                  </a:lnTo>
                  <a:lnTo>
                    <a:pt x="2370042" y="3672960"/>
                  </a:lnTo>
                  <a:lnTo>
                    <a:pt x="2370167" y="3672960"/>
                  </a:lnTo>
                  <a:lnTo>
                    <a:pt x="2370292" y="3672960"/>
                  </a:lnTo>
                  <a:lnTo>
                    <a:pt x="2370417" y="3672960"/>
                  </a:lnTo>
                  <a:lnTo>
                    <a:pt x="2370542" y="3672960"/>
                  </a:lnTo>
                  <a:lnTo>
                    <a:pt x="2370667" y="3672960"/>
                  </a:lnTo>
                  <a:lnTo>
                    <a:pt x="2370792" y="3672960"/>
                  </a:lnTo>
                  <a:lnTo>
                    <a:pt x="2370917" y="3672960"/>
                  </a:lnTo>
                  <a:lnTo>
                    <a:pt x="2371042" y="3672960"/>
                  </a:lnTo>
                  <a:lnTo>
                    <a:pt x="2371167" y="3672960"/>
                  </a:lnTo>
                  <a:lnTo>
                    <a:pt x="2371292" y="3672960"/>
                  </a:lnTo>
                  <a:lnTo>
                    <a:pt x="2371417" y="3672960"/>
                  </a:lnTo>
                  <a:lnTo>
                    <a:pt x="2371542" y="3672960"/>
                  </a:lnTo>
                  <a:lnTo>
                    <a:pt x="2371667" y="3672960"/>
                  </a:lnTo>
                  <a:lnTo>
                    <a:pt x="2371792" y="3672960"/>
                  </a:lnTo>
                  <a:lnTo>
                    <a:pt x="2371917" y="3672960"/>
                  </a:lnTo>
                  <a:lnTo>
                    <a:pt x="2372042" y="3672960"/>
                  </a:lnTo>
                  <a:lnTo>
                    <a:pt x="2372168" y="3672960"/>
                  </a:lnTo>
                  <a:lnTo>
                    <a:pt x="2372293" y="3672960"/>
                  </a:lnTo>
                  <a:lnTo>
                    <a:pt x="2372418" y="3672960"/>
                  </a:lnTo>
                  <a:lnTo>
                    <a:pt x="2372543" y="3672960"/>
                  </a:lnTo>
                  <a:lnTo>
                    <a:pt x="2372668" y="3672960"/>
                  </a:lnTo>
                  <a:lnTo>
                    <a:pt x="2372793" y="3672960"/>
                  </a:lnTo>
                  <a:lnTo>
                    <a:pt x="2372918" y="3672960"/>
                  </a:lnTo>
                  <a:lnTo>
                    <a:pt x="2373043" y="3672960"/>
                  </a:lnTo>
                  <a:lnTo>
                    <a:pt x="2373168" y="3672960"/>
                  </a:lnTo>
                  <a:lnTo>
                    <a:pt x="2373293" y="3672960"/>
                  </a:lnTo>
                  <a:lnTo>
                    <a:pt x="2373418" y="3672960"/>
                  </a:lnTo>
                  <a:lnTo>
                    <a:pt x="2373543" y="3672960"/>
                  </a:lnTo>
                  <a:lnTo>
                    <a:pt x="2373668" y="3672960"/>
                  </a:lnTo>
                  <a:lnTo>
                    <a:pt x="2373793" y="3672960"/>
                  </a:lnTo>
                  <a:lnTo>
                    <a:pt x="2373918" y="3672960"/>
                  </a:lnTo>
                  <a:lnTo>
                    <a:pt x="2374043" y="3672960"/>
                  </a:lnTo>
                  <a:lnTo>
                    <a:pt x="2374168" y="3672960"/>
                  </a:lnTo>
                  <a:lnTo>
                    <a:pt x="2374293" y="3672960"/>
                  </a:lnTo>
                  <a:lnTo>
                    <a:pt x="2374418" y="3672960"/>
                  </a:lnTo>
                  <a:lnTo>
                    <a:pt x="2374543" y="3672960"/>
                  </a:lnTo>
                  <a:lnTo>
                    <a:pt x="2374668" y="3672960"/>
                  </a:lnTo>
                  <a:lnTo>
                    <a:pt x="2374793" y="3672960"/>
                  </a:lnTo>
                  <a:lnTo>
                    <a:pt x="2374918" y="3672960"/>
                  </a:lnTo>
                  <a:lnTo>
                    <a:pt x="2375043" y="3672960"/>
                  </a:lnTo>
                  <a:lnTo>
                    <a:pt x="2375169" y="3672960"/>
                  </a:lnTo>
                  <a:lnTo>
                    <a:pt x="2375294" y="3672960"/>
                  </a:lnTo>
                  <a:lnTo>
                    <a:pt x="2375419" y="3672960"/>
                  </a:lnTo>
                  <a:lnTo>
                    <a:pt x="2375544" y="3672960"/>
                  </a:lnTo>
                  <a:lnTo>
                    <a:pt x="2375669" y="3672960"/>
                  </a:lnTo>
                  <a:lnTo>
                    <a:pt x="2375794" y="3672960"/>
                  </a:lnTo>
                  <a:lnTo>
                    <a:pt x="2375919" y="3672960"/>
                  </a:lnTo>
                  <a:lnTo>
                    <a:pt x="2376044" y="3672960"/>
                  </a:lnTo>
                  <a:lnTo>
                    <a:pt x="2376169" y="3672960"/>
                  </a:lnTo>
                  <a:lnTo>
                    <a:pt x="2376294" y="3672960"/>
                  </a:lnTo>
                  <a:lnTo>
                    <a:pt x="2376419" y="3672960"/>
                  </a:lnTo>
                  <a:lnTo>
                    <a:pt x="2376544" y="3672960"/>
                  </a:lnTo>
                  <a:lnTo>
                    <a:pt x="2376669" y="3672960"/>
                  </a:lnTo>
                  <a:lnTo>
                    <a:pt x="2376794" y="3672960"/>
                  </a:lnTo>
                  <a:lnTo>
                    <a:pt x="2376919" y="3672960"/>
                  </a:lnTo>
                  <a:lnTo>
                    <a:pt x="2377044" y="3672960"/>
                  </a:lnTo>
                  <a:lnTo>
                    <a:pt x="2377169" y="3672960"/>
                  </a:lnTo>
                  <a:lnTo>
                    <a:pt x="2377294" y="3672960"/>
                  </a:lnTo>
                  <a:lnTo>
                    <a:pt x="2377419" y="3672960"/>
                  </a:lnTo>
                  <a:lnTo>
                    <a:pt x="2377544" y="3672960"/>
                  </a:lnTo>
                  <a:lnTo>
                    <a:pt x="2377669" y="3672960"/>
                  </a:lnTo>
                  <a:lnTo>
                    <a:pt x="2377794" y="3672960"/>
                  </a:lnTo>
                  <a:lnTo>
                    <a:pt x="2377919" y="3672960"/>
                  </a:lnTo>
                  <a:lnTo>
                    <a:pt x="2378044" y="3672960"/>
                  </a:lnTo>
                  <a:lnTo>
                    <a:pt x="2378170" y="3672960"/>
                  </a:lnTo>
                  <a:lnTo>
                    <a:pt x="2378295" y="3672960"/>
                  </a:lnTo>
                  <a:lnTo>
                    <a:pt x="2378420" y="3672960"/>
                  </a:lnTo>
                  <a:lnTo>
                    <a:pt x="2378545" y="3672960"/>
                  </a:lnTo>
                  <a:lnTo>
                    <a:pt x="2378670" y="3672960"/>
                  </a:lnTo>
                  <a:lnTo>
                    <a:pt x="2378795" y="3672960"/>
                  </a:lnTo>
                  <a:lnTo>
                    <a:pt x="2378920" y="3672960"/>
                  </a:lnTo>
                  <a:lnTo>
                    <a:pt x="2379045" y="3672960"/>
                  </a:lnTo>
                  <a:lnTo>
                    <a:pt x="2379170" y="3672960"/>
                  </a:lnTo>
                  <a:lnTo>
                    <a:pt x="2379295" y="3672960"/>
                  </a:lnTo>
                  <a:lnTo>
                    <a:pt x="2379420" y="3672960"/>
                  </a:lnTo>
                  <a:lnTo>
                    <a:pt x="2379545" y="3672960"/>
                  </a:lnTo>
                  <a:lnTo>
                    <a:pt x="2379670" y="3672960"/>
                  </a:lnTo>
                  <a:lnTo>
                    <a:pt x="2379795" y="3672960"/>
                  </a:lnTo>
                  <a:lnTo>
                    <a:pt x="2379920" y="3672960"/>
                  </a:lnTo>
                  <a:lnTo>
                    <a:pt x="2380045" y="3672960"/>
                  </a:lnTo>
                  <a:lnTo>
                    <a:pt x="2380170" y="3672960"/>
                  </a:lnTo>
                  <a:lnTo>
                    <a:pt x="2380295" y="3672960"/>
                  </a:lnTo>
                  <a:lnTo>
                    <a:pt x="2380420" y="3672960"/>
                  </a:lnTo>
                  <a:lnTo>
                    <a:pt x="2380545" y="3672960"/>
                  </a:lnTo>
                  <a:lnTo>
                    <a:pt x="2380670" y="3672960"/>
                  </a:lnTo>
                  <a:lnTo>
                    <a:pt x="2380795" y="3672960"/>
                  </a:lnTo>
                  <a:lnTo>
                    <a:pt x="2380920" y="3672960"/>
                  </a:lnTo>
                  <a:lnTo>
                    <a:pt x="2381045" y="3672960"/>
                  </a:lnTo>
                  <a:lnTo>
                    <a:pt x="2381171" y="3672960"/>
                  </a:lnTo>
                  <a:lnTo>
                    <a:pt x="2381296" y="3672960"/>
                  </a:lnTo>
                  <a:lnTo>
                    <a:pt x="2381421" y="3672960"/>
                  </a:lnTo>
                  <a:lnTo>
                    <a:pt x="2381546" y="3672960"/>
                  </a:lnTo>
                  <a:lnTo>
                    <a:pt x="2381671" y="3672960"/>
                  </a:lnTo>
                  <a:lnTo>
                    <a:pt x="2381796" y="3672960"/>
                  </a:lnTo>
                  <a:lnTo>
                    <a:pt x="2381921" y="3672960"/>
                  </a:lnTo>
                  <a:lnTo>
                    <a:pt x="2382046" y="3672960"/>
                  </a:lnTo>
                  <a:lnTo>
                    <a:pt x="2382171" y="3672960"/>
                  </a:lnTo>
                  <a:lnTo>
                    <a:pt x="2382296" y="3672960"/>
                  </a:lnTo>
                  <a:lnTo>
                    <a:pt x="2382421" y="3672960"/>
                  </a:lnTo>
                  <a:lnTo>
                    <a:pt x="2382546" y="3672960"/>
                  </a:lnTo>
                  <a:lnTo>
                    <a:pt x="2382671" y="3672960"/>
                  </a:lnTo>
                  <a:lnTo>
                    <a:pt x="2382796" y="3672960"/>
                  </a:lnTo>
                  <a:lnTo>
                    <a:pt x="2382921" y="3672960"/>
                  </a:lnTo>
                  <a:lnTo>
                    <a:pt x="2383046" y="3672960"/>
                  </a:lnTo>
                  <a:lnTo>
                    <a:pt x="2383171" y="3672960"/>
                  </a:lnTo>
                  <a:lnTo>
                    <a:pt x="2383296" y="3672960"/>
                  </a:lnTo>
                  <a:lnTo>
                    <a:pt x="2383421" y="3672960"/>
                  </a:lnTo>
                  <a:lnTo>
                    <a:pt x="2383546" y="3672960"/>
                  </a:lnTo>
                  <a:lnTo>
                    <a:pt x="2383671" y="3672960"/>
                  </a:lnTo>
                  <a:lnTo>
                    <a:pt x="2383796" y="3672960"/>
                  </a:lnTo>
                  <a:lnTo>
                    <a:pt x="2383921" y="3672960"/>
                  </a:lnTo>
                  <a:lnTo>
                    <a:pt x="2384046" y="3672960"/>
                  </a:lnTo>
                  <a:lnTo>
                    <a:pt x="2384172" y="3672960"/>
                  </a:lnTo>
                  <a:lnTo>
                    <a:pt x="2384297" y="3672960"/>
                  </a:lnTo>
                  <a:lnTo>
                    <a:pt x="2384422" y="3672960"/>
                  </a:lnTo>
                  <a:lnTo>
                    <a:pt x="2384547" y="3672960"/>
                  </a:lnTo>
                  <a:lnTo>
                    <a:pt x="2384672" y="3672960"/>
                  </a:lnTo>
                  <a:lnTo>
                    <a:pt x="2384797" y="3672960"/>
                  </a:lnTo>
                  <a:lnTo>
                    <a:pt x="2384922" y="3672960"/>
                  </a:lnTo>
                  <a:lnTo>
                    <a:pt x="2385047" y="3672960"/>
                  </a:lnTo>
                  <a:lnTo>
                    <a:pt x="2385172" y="3672960"/>
                  </a:lnTo>
                  <a:lnTo>
                    <a:pt x="2385297" y="3672960"/>
                  </a:lnTo>
                  <a:lnTo>
                    <a:pt x="2385422" y="3672960"/>
                  </a:lnTo>
                  <a:lnTo>
                    <a:pt x="2385547" y="3672960"/>
                  </a:lnTo>
                  <a:lnTo>
                    <a:pt x="2385672" y="3672960"/>
                  </a:lnTo>
                  <a:lnTo>
                    <a:pt x="2385797" y="3672960"/>
                  </a:lnTo>
                  <a:lnTo>
                    <a:pt x="2385922" y="3672960"/>
                  </a:lnTo>
                  <a:lnTo>
                    <a:pt x="2386047" y="3672960"/>
                  </a:lnTo>
                  <a:lnTo>
                    <a:pt x="2386172" y="3672960"/>
                  </a:lnTo>
                  <a:lnTo>
                    <a:pt x="2386297" y="3672960"/>
                  </a:lnTo>
                  <a:lnTo>
                    <a:pt x="2386422" y="3672960"/>
                  </a:lnTo>
                  <a:lnTo>
                    <a:pt x="2386547" y="3672960"/>
                  </a:lnTo>
                  <a:lnTo>
                    <a:pt x="2386672" y="3672960"/>
                  </a:lnTo>
                  <a:lnTo>
                    <a:pt x="2386797" y="3672960"/>
                  </a:lnTo>
                  <a:lnTo>
                    <a:pt x="2386922" y="3672960"/>
                  </a:lnTo>
                  <a:lnTo>
                    <a:pt x="2387047" y="3672960"/>
                  </a:lnTo>
                  <a:lnTo>
                    <a:pt x="2387173" y="3672960"/>
                  </a:lnTo>
                  <a:lnTo>
                    <a:pt x="2387298" y="3672960"/>
                  </a:lnTo>
                  <a:lnTo>
                    <a:pt x="2387423" y="3672960"/>
                  </a:lnTo>
                  <a:lnTo>
                    <a:pt x="2387548" y="3672960"/>
                  </a:lnTo>
                  <a:lnTo>
                    <a:pt x="2387673" y="3672960"/>
                  </a:lnTo>
                  <a:lnTo>
                    <a:pt x="2387798" y="3672960"/>
                  </a:lnTo>
                  <a:lnTo>
                    <a:pt x="2387923" y="3672960"/>
                  </a:lnTo>
                  <a:lnTo>
                    <a:pt x="2388048" y="3672960"/>
                  </a:lnTo>
                  <a:lnTo>
                    <a:pt x="2388173" y="3672960"/>
                  </a:lnTo>
                  <a:lnTo>
                    <a:pt x="2388298" y="3672960"/>
                  </a:lnTo>
                  <a:lnTo>
                    <a:pt x="2388423" y="3672960"/>
                  </a:lnTo>
                  <a:lnTo>
                    <a:pt x="2388548" y="3672960"/>
                  </a:lnTo>
                  <a:lnTo>
                    <a:pt x="2388673" y="3672960"/>
                  </a:lnTo>
                  <a:lnTo>
                    <a:pt x="2388798" y="3672960"/>
                  </a:lnTo>
                  <a:lnTo>
                    <a:pt x="2388923" y="3672960"/>
                  </a:lnTo>
                  <a:lnTo>
                    <a:pt x="2389048" y="3672960"/>
                  </a:lnTo>
                  <a:lnTo>
                    <a:pt x="2389173" y="3672960"/>
                  </a:lnTo>
                  <a:lnTo>
                    <a:pt x="2389298" y="3672960"/>
                  </a:lnTo>
                  <a:lnTo>
                    <a:pt x="2389423" y="3672960"/>
                  </a:lnTo>
                  <a:lnTo>
                    <a:pt x="2389548" y="3672960"/>
                  </a:lnTo>
                  <a:lnTo>
                    <a:pt x="2389673" y="3672960"/>
                  </a:lnTo>
                  <a:lnTo>
                    <a:pt x="2389798" y="3672960"/>
                  </a:lnTo>
                  <a:lnTo>
                    <a:pt x="2389923" y="3672960"/>
                  </a:lnTo>
                  <a:lnTo>
                    <a:pt x="2390048" y="3672960"/>
                  </a:lnTo>
                  <a:lnTo>
                    <a:pt x="2390174" y="3672960"/>
                  </a:lnTo>
                  <a:lnTo>
                    <a:pt x="2390299" y="3672960"/>
                  </a:lnTo>
                  <a:lnTo>
                    <a:pt x="2390424" y="3672960"/>
                  </a:lnTo>
                  <a:lnTo>
                    <a:pt x="2390549" y="3672960"/>
                  </a:lnTo>
                  <a:lnTo>
                    <a:pt x="2390674" y="3672960"/>
                  </a:lnTo>
                  <a:lnTo>
                    <a:pt x="2390799" y="3672960"/>
                  </a:lnTo>
                  <a:lnTo>
                    <a:pt x="2390924" y="3672960"/>
                  </a:lnTo>
                  <a:lnTo>
                    <a:pt x="2391049" y="3672960"/>
                  </a:lnTo>
                  <a:lnTo>
                    <a:pt x="2391174" y="3672960"/>
                  </a:lnTo>
                  <a:lnTo>
                    <a:pt x="2391299" y="3672960"/>
                  </a:lnTo>
                  <a:lnTo>
                    <a:pt x="2391424" y="3672960"/>
                  </a:lnTo>
                  <a:lnTo>
                    <a:pt x="2391549" y="3672960"/>
                  </a:lnTo>
                  <a:lnTo>
                    <a:pt x="2391674" y="3672960"/>
                  </a:lnTo>
                  <a:lnTo>
                    <a:pt x="2391799" y="3672960"/>
                  </a:lnTo>
                  <a:lnTo>
                    <a:pt x="2391924" y="3672960"/>
                  </a:lnTo>
                  <a:lnTo>
                    <a:pt x="2392049" y="3672960"/>
                  </a:lnTo>
                  <a:lnTo>
                    <a:pt x="2392174" y="3672960"/>
                  </a:lnTo>
                  <a:lnTo>
                    <a:pt x="2392299" y="3672960"/>
                  </a:lnTo>
                  <a:lnTo>
                    <a:pt x="2392424" y="3672960"/>
                  </a:lnTo>
                  <a:lnTo>
                    <a:pt x="2392549" y="3672960"/>
                  </a:lnTo>
                  <a:lnTo>
                    <a:pt x="2392674" y="3672960"/>
                  </a:lnTo>
                  <a:lnTo>
                    <a:pt x="2392799" y="3672960"/>
                  </a:lnTo>
                  <a:lnTo>
                    <a:pt x="2392924" y="3672960"/>
                  </a:lnTo>
                  <a:lnTo>
                    <a:pt x="2393049" y="3672960"/>
                  </a:lnTo>
                  <a:lnTo>
                    <a:pt x="2393175" y="3672960"/>
                  </a:lnTo>
                  <a:lnTo>
                    <a:pt x="2393300" y="3672960"/>
                  </a:lnTo>
                  <a:lnTo>
                    <a:pt x="2393425" y="3672960"/>
                  </a:lnTo>
                  <a:lnTo>
                    <a:pt x="2393550" y="3672960"/>
                  </a:lnTo>
                  <a:lnTo>
                    <a:pt x="2393675" y="3672960"/>
                  </a:lnTo>
                  <a:lnTo>
                    <a:pt x="2393800" y="3672960"/>
                  </a:lnTo>
                  <a:lnTo>
                    <a:pt x="2393925" y="3672960"/>
                  </a:lnTo>
                  <a:lnTo>
                    <a:pt x="2394050" y="3672960"/>
                  </a:lnTo>
                  <a:lnTo>
                    <a:pt x="2394175" y="3672960"/>
                  </a:lnTo>
                  <a:lnTo>
                    <a:pt x="2394300" y="3672960"/>
                  </a:lnTo>
                  <a:lnTo>
                    <a:pt x="2394425" y="3672960"/>
                  </a:lnTo>
                  <a:lnTo>
                    <a:pt x="2394550" y="3672960"/>
                  </a:lnTo>
                  <a:lnTo>
                    <a:pt x="2394675" y="3672960"/>
                  </a:lnTo>
                  <a:lnTo>
                    <a:pt x="2394800" y="3672960"/>
                  </a:lnTo>
                  <a:lnTo>
                    <a:pt x="2394925" y="3672960"/>
                  </a:lnTo>
                  <a:lnTo>
                    <a:pt x="2395050" y="3672960"/>
                  </a:lnTo>
                  <a:lnTo>
                    <a:pt x="2395175" y="3672960"/>
                  </a:lnTo>
                  <a:lnTo>
                    <a:pt x="2395300" y="3672960"/>
                  </a:lnTo>
                  <a:lnTo>
                    <a:pt x="2395425" y="3672960"/>
                  </a:lnTo>
                  <a:lnTo>
                    <a:pt x="2395550" y="3672960"/>
                  </a:lnTo>
                  <a:lnTo>
                    <a:pt x="2395675" y="3672960"/>
                  </a:lnTo>
                  <a:lnTo>
                    <a:pt x="2395800" y="3672960"/>
                  </a:lnTo>
                  <a:lnTo>
                    <a:pt x="2395925" y="3672960"/>
                  </a:lnTo>
                  <a:lnTo>
                    <a:pt x="2396050" y="3672960"/>
                  </a:lnTo>
                  <a:lnTo>
                    <a:pt x="2396176" y="3672960"/>
                  </a:lnTo>
                  <a:lnTo>
                    <a:pt x="2396301" y="3672960"/>
                  </a:lnTo>
                  <a:lnTo>
                    <a:pt x="2396426" y="3672960"/>
                  </a:lnTo>
                  <a:lnTo>
                    <a:pt x="2396551" y="3672960"/>
                  </a:lnTo>
                  <a:lnTo>
                    <a:pt x="2396676" y="3672960"/>
                  </a:lnTo>
                  <a:lnTo>
                    <a:pt x="2396801" y="3672960"/>
                  </a:lnTo>
                  <a:lnTo>
                    <a:pt x="2396926" y="3672960"/>
                  </a:lnTo>
                  <a:lnTo>
                    <a:pt x="2397051" y="3672960"/>
                  </a:lnTo>
                  <a:lnTo>
                    <a:pt x="2397176" y="3672960"/>
                  </a:lnTo>
                  <a:lnTo>
                    <a:pt x="2397301" y="3672960"/>
                  </a:lnTo>
                  <a:lnTo>
                    <a:pt x="2397426" y="3672960"/>
                  </a:lnTo>
                  <a:lnTo>
                    <a:pt x="2397551" y="3672960"/>
                  </a:lnTo>
                  <a:lnTo>
                    <a:pt x="2397676" y="3672960"/>
                  </a:lnTo>
                  <a:lnTo>
                    <a:pt x="2397801" y="3672960"/>
                  </a:lnTo>
                  <a:lnTo>
                    <a:pt x="2397926" y="3672960"/>
                  </a:lnTo>
                  <a:lnTo>
                    <a:pt x="2398051" y="3672960"/>
                  </a:lnTo>
                  <a:lnTo>
                    <a:pt x="2398176" y="3672960"/>
                  </a:lnTo>
                  <a:lnTo>
                    <a:pt x="2398301" y="3672960"/>
                  </a:lnTo>
                  <a:lnTo>
                    <a:pt x="2398426" y="3672960"/>
                  </a:lnTo>
                  <a:lnTo>
                    <a:pt x="2398551" y="3672960"/>
                  </a:lnTo>
                  <a:lnTo>
                    <a:pt x="2398676" y="3672960"/>
                  </a:lnTo>
                  <a:lnTo>
                    <a:pt x="2398801" y="3672960"/>
                  </a:lnTo>
                  <a:lnTo>
                    <a:pt x="2398926" y="3672960"/>
                  </a:lnTo>
                  <a:lnTo>
                    <a:pt x="2399051" y="3672960"/>
                  </a:lnTo>
                  <a:lnTo>
                    <a:pt x="2399177" y="3672960"/>
                  </a:lnTo>
                  <a:lnTo>
                    <a:pt x="2399302" y="3672960"/>
                  </a:lnTo>
                  <a:lnTo>
                    <a:pt x="2399427" y="3672960"/>
                  </a:lnTo>
                  <a:lnTo>
                    <a:pt x="2399552" y="3672960"/>
                  </a:lnTo>
                  <a:lnTo>
                    <a:pt x="2399677" y="3672960"/>
                  </a:lnTo>
                  <a:lnTo>
                    <a:pt x="2399802" y="3672960"/>
                  </a:lnTo>
                  <a:lnTo>
                    <a:pt x="2399927" y="3672960"/>
                  </a:lnTo>
                  <a:lnTo>
                    <a:pt x="2400052" y="3672960"/>
                  </a:lnTo>
                  <a:lnTo>
                    <a:pt x="2400177" y="3672960"/>
                  </a:lnTo>
                  <a:lnTo>
                    <a:pt x="2400302" y="3672960"/>
                  </a:lnTo>
                  <a:lnTo>
                    <a:pt x="2400427" y="3672960"/>
                  </a:lnTo>
                  <a:lnTo>
                    <a:pt x="2400552" y="3672960"/>
                  </a:lnTo>
                  <a:lnTo>
                    <a:pt x="2400677" y="3672960"/>
                  </a:lnTo>
                  <a:lnTo>
                    <a:pt x="2400802" y="3672960"/>
                  </a:lnTo>
                  <a:lnTo>
                    <a:pt x="2400927" y="3672960"/>
                  </a:lnTo>
                  <a:lnTo>
                    <a:pt x="2401052" y="3672960"/>
                  </a:lnTo>
                  <a:lnTo>
                    <a:pt x="2401177" y="3672960"/>
                  </a:lnTo>
                  <a:lnTo>
                    <a:pt x="2401302" y="3672960"/>
                  </a:lnTo>
                  <a:lnTo>
                    <a:pt x="2401427" y="3672960"/>
                  </a:lnTo>
                  <a:lnTo>
                    <a:pt x="2401552" y="3672960"/>
                  </a:lnTo>
                  <a:lnTo>
                    <a:pt x="2401677" y="3672960"/>
                  </a:lnTo>
                  <a:lnTo>
                    <a:pt x="2401802" y="3672960"/>
                  </a:lnTo>
                  <a:lnTo>
                    <a:pt x="2401927" y="3672960"/>
                  </a:lnTo>
                  <a:lnTo>
                    <a:pt x="2402052" y="3672960"/>
                  </a:lnTo>
                  <a:lnTo>
                    <a:pt x="2402178" y="3672960"/>
                  </a:lnTo>
                  <a:lnTo>
                    <a:pt x="2402303" y="3672960"/>
                  </a:lnTo>
                  <a:lnTo>
                    <a:pt x="2402428" y="3672960"/>
                  </a:lnTo>
                  <a:lnTo>
                    <a:pt x="2402553" y="3672960"/>
                  </a:lnTo>
                  <a:lnTo>
                    <a:pt x="2402678" y="3672960"/>
                  </a:lnTo>
                  <a:lnTo>
                    <a:pt x="2402803" y="3672960"/>
                  </a:lnTo>
                  <a:lnTo>
                    <a:pt x="2402928" y="3672960"/>
                  </a:lnTo>
                  <a:lnTo>
                    <a:pt x="2403053" y="3672960"/>
                  </a:lnTo>
                  <a:lnTo>
                    <a:pt x="2403178" y="3672960"/>
                  </a:lnTo>
                  <a:lnTo>
                    <a:pt x="2403303" y="3672960"/>
                  </a:lnTo>
                  <a:lnTo>
                    <a:pt x="2403428" y="3672960"/>
                  </a:lnTo>
                  <a:lnTo>
                    <a:pt x="2403553" y="3672960"/>
                  </a:lnTo>
                  <a:lnTo>
                    <a:pt x="2403678" y="3672960"/>
                  </a:lnTo>
                  <a:lnTo>
                    <a:pt x="2403803" y="3672960"/>
                  </a:lnTo>
                  <a:lnTo>
                    <a:pt x="2403928" y="3672960"/>
                  </a:lnTo>
                  <a:lnTo>
                    <a:pt x="2404053" y="3672960"/>
                  </a:lnTo>
                  <a:lnTo>
                    <a:pt x="2404178" y="3672960"/>
                  </a:lnTo>
                  <a:lnTo>
                    <a:pt x="2404303" y="3672960"/>
                  </a:lnTo>
                  <a:lnTo>
                    <a:pt x="2404428" y="3672960"/>
                  </a:lnTo>
                  <a:lnTo>
                    <a:pt x="2404553" y="3672960"/>
                  </a:lnTo>
                  <a:lnTo>
                    <a:pt x="2404678" y="3672960"/>
                  </a:lnTo>
                  <a:lnTo>
                    <a:pt x="2404803" y="3672960"/>
                  </a:lnTo>
                  <a:lnTo>
                    <a:pt x="2404928" y="3672960"/>
                  </a:lnTo>
                  <a:lnTo>
                    <a:pt x="2405053" y="3672960"/>
                  </a:lnTo>
                  <a:lnTo>
                    <a:pt x="2405179" y="3672960"/>
                  </a:lnTo>
                  <a:lnTo>
                    <a:pt x="2405304" y="3672960"/>
                  </a:lnTo>
                  <a:lnTo>
                    <a:pt x="2405304" y="3663006"/>
                  </a:lnTo>
                  <a:lnTo>
                    <a:pt x="2405429" y="3663006"/>
                  </a:lnTo>
                  <a:lnTo>
                    <a:pt x="2405554" y="3663006"/>
                  </a:lnTo>
                  <a:lnTo>
                    <a:pt x="2405679" y="3663006"/>
                  </a:lnTo>
                  <a:lnTo>
                    <a:pt x="2405804" y="3663006"/>
                  </a:lnTo>
                  <a:lnTo>
                    <a:pt x="2405929" y="3663006"/>
                  </a:lnTo>
                  <a:lnTo>
                    <a:pt x="2406054" y="3663006"/>
                  </a:lnTo>
                  <a:lnTo>
                    <a:pt x="2406179" y="3663006"/>
                  </a:lnTo>
                  <a:lnTo>
                    <a:pt x="2406304" y="3663006"/>
                  </a:lnTo>
                  <a:lnTo>
                    <a:pt x="2406429" y="3663006"/>
                  </a:lnTo>
                  <a:lnTo>
                    <a:pt x="2406554" y="3663006"/>
                  </a:lnTo>
                  <a:lnTo>
                    <a:pt x="2406679" y="3663006"/>
                  </a:lnTo>
                  <a:lnTo>
                    <a:pt x="2406804" y="3663006"/>
                  </a:lnTo>
                  <a:lnTo>
                    <a:pt x="2406929" y="3663006"/>
                  </a:lnTo>
                  <a:lnTo>
                    <a:pt x="2407054" y="3663006"/>
                  </a:lnTo>
                  <a:lnTo>
                    <a:pt x="2407179" y="3663006"/>
                  </a:lnTo>
                  <a:lnTo>
                    <a:pt x="2407304" y="3663006"/>
                  </a:lnTo>
                  <a:lnTo>
                    <a:pt x="2407429" y="3663006"/>
                  </a:lnTo>
                  <a:lnTo>
                    <a:pt x="2407554" y="3663006"/>
                  </a:lnTo>
                  <a:lnTo>
                    <a:pt x="2407679" y="3663006"/>
                  </a:lnTo>
                  <a:lnTo>
                    <a:pt x="2407804" y="3663006"/>
                  </a:lnTo>
                  <a:lnTo>
                    <a:pt x="2407929" y="3663006"/>
                  </a:lnTo>
                  <a:lnTo>
                    <a:pt x="2408055" y="3663006"/>
                  </a:lnTo>
                  <a:lnTo>
                    <a:pt x="2408180" y="3663006"/>
                  </a:lnTo>
                  <a:lnTo>
                    <a:pt x="2408305" y="3663006"/>
                  </a:lnTo>
                  <a:lnTo>
                    <a:pt x="2408430" y="3663006"/>
                  </a:lnTo>
                  <a:lnTo>
                    <a:pt x="2408555" y="3663006"/>
                  </a:lnTo>
                  <a:lnTo>
                    <a:pt x="2408680" y="3663006"/>
                  </a:lnTo>
                  <a:lnTo>
                    <a:pt x="2408805" y="3663006"/>
                  </a:lnTo>
                  <a:lnTo>
                    <a:pt x="2408930" y="3663006"/>
                  </a:lnTo>
                  <a:lnTo>
                    <a:pt x="2409055" y="3663006"/>
                  </a:lnTo>
                  <a:lnTo>
                    <a:pt x="2409180" y="3663006"/>
                  </a:lnTo>
                  <a:lnTo>
                    <a:pt x="2409305" y="3663006"/>
                  </a:lnTo>
                  <a:lnTo>
                    <a:pt x="2409430" y="3663006"/>
                  </a:lnTo>
                  <a:lnTo>
                    <a:pt x="2409555" y="3663006"/>
                  </a:lnTo>
                  <a:lnTo>
                    <a:pt x="2409680" y="3663006"/>
                  </a:lnTo>
                  <a:lnTo>
                    <a:pt x="2409805" y="3663006"/>
                  </a:lnTo>
                  <a:lnTo>
                    <a:pt x="2409930" y="3663006"/>
                  </a:lnTo>
                  <a:lnTo>
                    <a:pt x="2410055" y="3663006"/>
                  </a:lnTo>
                  <a:lnTo>
                    <a:pt x="2410180" y="3663006"/>
                  </a:lnTo>
                  <a:lnTo>
                    <a:pt x="2410305" y="3663006"/>
                  </a:lnTo>
                  <a:lnTo>
                    <a:pt x="2410430" y="3663006"/>
                  </a:lnTo>
                  <a:lnTo>
                    <a:pt x="2410555" y="3663006"/>
                  </a:lnTo>
                  <a:lnTo>
                    <a:pt x="2410680" y="3663006"/>
                  </a:lnTo>
                  <a:lnTo>
                    <a:pt x="2410805" y="3663006"/>
                  </a:lnTo>
                  <a:lnTo>
                    <a:pt x="2410930" y="3663006"/>
                  </a:lnTo>
                  <a:lnTo>
                    <a:pt x="2411056" y="3663006"/>
                  </a:lnTo>
                  <a:lnTo>
                    <a:pt x="2411181" y="3663006"/>
                  </a:lnTo>
                  <a:lnTo>
                    <a:pt x="2411306" y="3663006"/>
                  </a:lnTo>
                  <a:lnTo>
                    <a:pt x="2411431" y="3663006"/>
                  </a:lnTo>
                  <a:lnTo>
                    <a:pt x="2411556" y="3663006"/>
                  </a:lnTo>
                  <a:lnTo>
                    <a:pt x="2411681" y="3663006"/>
                  </a:lnTo>
                  <a:lnTo>
                    <a:pt x="2411806" y="3663006"/>
                  </a:lnTo>
                  <a:lnTo>
                    <a:pt x="2411931" y="3663006"/>
                  </a:lnTo>
                  <a:lnTo>
                    <a:pt x="2412056" y="3663006"/>
                  </a:lnTo>
                  <a:lnTo>
                    <a:pt x="2412181" y="3663006"/>
                  </a:lnTo>
                  <a:lnTo>
                    <a:pt x="2412306" y="3663006"/>
                  </a:lnTo>
                  <a:lnTo>
                    <a:pt x="2412431" y="3663006"/>
                  </a:lnTo>
                  <a:lnTo>
                    <a:pt x="2412556" y="3663006"/>
                  </a:lnTo>
                  <a:lnTo>
                    <a:pt x="2412681" y="3663006"/>
                  </a:lnTo>
                  <a:lnTo>
                    <a:pt x="2412806" y="3663006"/>
                  </a:lnTo>
                  <a:lnTo>
                    <a:pt x="2412931" y="3663006"/>
                  </a:lnTo>
                  <a:lnTo>
                    <a:pt x="2413056" y="3663006"/>
                  </a:lnTo>
                  <a:lnTo>
                    <a:pt x="2413181" y="3663006"/>
                  </a:lnTo>
                  <a:lnTo>
                    <a:pt x="2413306" y="3663006"/>
                  </a:lnTo>
                  <a:lnTo>
                    <a:pt x="2413431" y="3663006"/>
                  </a:lnTo>
                  <a:lnTo>
                    <a:pt x="2413556" y="3663006"/>
                  </a:lnTo>
                  <a:lnTo>
                    <a:pt x="2413681" y="3663006"/>
                  </a:lnTo>
                  <a:lnTo>
                    <a:pt x="2413806" y="3663006"/>
                  </a:lnTo>
                  <a:lnTo>
                    <a:pt x="2413931" y="3663006"/>
                  </a:lnTo>
                  <a:lnTo>
                    <a:pt x="2414057" y="3663006"/>
                  </a:lnTo>
                  <a:lnTo>
                    <a:pt x="2414182" y="3663006"/>
                  </a:lnTo>
                  <a:lnTo>
                    <a:pt x="2414307" y="3663006"/>
                  </a:lnTo>
                  <a:lnTo>
                    <a:pt x="2414432" y="3663006"/>
                  </a:lnTo>
                  <a:lnTo>
                    <a:pt x="2414557" y="3663006"/>
                  </a:lnTo>
                  <a:lnTo>
                    <a:pt x="2414682" y="3663006"/>
                  </a:lnTo>
                  <a:lnTo>
                    <a:pt x="2414807" y="3663006"/>
                  </a:lnTo>
                  <a:lnTo>
                    <a:pt x="2414932" y="3663006"/>
                  </a:lnTo>
                  <a:lnTo>
                    <a:pt x="2415057" y="3663006"/>
                  </a:lnTo>
                  <a:lnTo>
                    <a:pt x="2415182" y="3663006"/>
                  </a:lnTo>
                  <a:lnTo>
                    <a:pt x="2415307" y="3663006"/>
                  </a:lnTo>
                  <a:lnTo>
                    <a:pt x="2415432" y="3663006"/>
                  </a:lnTo>
                  <a:lnTo>
                    <a:pt x="2415432" y="3653052"/>
                  </a:lnTo>
                  <a:lnTo>
                    <a:pt x="2415557" y="3653052"/>
                  </a:lnTo>
                  <a:lnTo>
                    <a:pt x="2415682" y="3653052"/>
                  </a:lnTo>
                  <a:lnTo>
                    <a:pt x="2415807" y="3653052"/>
                  </a:lnTo>
                  <a:lnTo>
                    <a:pt x="2415932" y="3653052"/>
                  </a:lnTo>
                  <a:lnTo>
                    <a:pt x="2416057" y="3653052"/>
                  </a:lnTo>
                  <a:lnTo>
                    <a:pt x="2416182" y="3653052"/>
                  </a:lnTo>
                  <a:lnTo>
                    <a:pt x="2416307" y="3653052"/>
                  </a:lnTo>
                  <a:lnTo>
                    <a:pt x="2416432" y="3653052"/>
                  </a:lnTo>
                  <a:lnTo>
                    <a:pt x="2416557" y="3653052"/>
                  </a:lnTo>
                  <a:lnTo>
                    <a:pt x="2416682" y="3653052"/>
                  </a:lnTo>
                  <a:lnTo>
                    <a:pt x="2416807" y="3653052"/>
                  </a:lnTo>
                  <a:lnTo>
                    <a:pt x="2416932" y="3653052"/>
                  </a:lnTo>
                  <a:lnTo>
                    <a:pt x="2417058" y="3653052"/>
                  </a:lnTo>
                  <a:lnTo>
                    <a:pt x="2417183" y="3653052"/>
                  </a:lnTo>
                  <a:lnTo>
                    <a:pt x="2417308" y="3653052"/>
                  </a:lnTo>
                  <a:lnTo>
                    <a:pt x="2417433" y="3653052"/>
                  </a:lnTo>
                  <a:lnTo>
                    <a:pt x="2417558" y="3653052"/>
                  </a:lnTo>
                  <a:lnTo>
                    <a:pt x="2417683" y="3653052"/>
                  </a:lnTo>
                  <a:lnTo>
                    <a:pt x="2417808" y="3653052"/>
                  </a:lnTo>
                  <a:lnTo>
                    <a:pt x="2417933" y="3653052"/>
                  </a:lnTo>
                  <a:lnTo>
                    <a:pt x="2418058" y="3653052"/>
                  </a:lnTo>
                  <a:lnTo>
                    <a:pt x="2418183" y="3653052"/>
                  </a:lnTo>
                  <a:lnTo>
                    <a:pt x="2418308" y="3653052"/>
                  </a:lnTo>
                  <a:lnTo>
                    <a:pt x="2418433" y="3653052"/>
                  </a:lnTo>
                  <a:lnTo>
                    <a:pt x="2418558" y="3653052"/>
                  </a:lnTo>
                  <a:lnTo>
                    <a:pt x="2418683" y="3653052"/>
                  </a:lnTo>
                  <a:lnTo>
                    <a:pt x="2418808" y="3653052"/>
                  </a:lnTo>
                  <a:lnTo>
                    <a:pt x="2418933" y="3653052"/>
                  </a:lnTo>
                  <a:lnTo>
                    <a:pt x="2419058" y="3653052"/>
                  </a:lnTo>
                  <a:lnTo>
                    <a:pt x="2419183" y="3653052"/>
                  </a:lnTo>
                  <a:lnTo>
                    <a:pt x="2419308" y="3653052"/>
                  </a:lnTo>
                  <a:lnTo>
                    <a:pt x="2419433" y="3653052"/>
                  </a:lnTo>
                  <a:lnTo>
                    <a:pt x="2419558" y="3653052"/>
                  </a:lnTo>
                  <a:lnTo>
                    <a:pt x="2419683" y="3653052"/>
                  </a:lnTo>
                  <a:lnTo>
                    <a:pt x="2419808" y="3653052"/>
                  </a:lnTo>
                  <a:lnTo>
                    <a:pt x="2419933" y="3653052"/>
                  </a:lnTo>
                  <a:lnTo>
                    <a:pt x="2420059" y="3653052"/>
                  </a:lnTo>
                  <a:lnTo>
                    <a:pt x="2420184" y="3653052"/>
                  </a:lnTo>
                  <a:lnTo>
                    <a:pt x="2420309" y="3653052"/>
                  </a:lnTo>
                  <a:lnTo>
                    <a:pt x="2420434" y="3653052"/>
                  </a:lnTo>
                  <a:lnTo>
                    <a:pt x="2420559" y="3653052"/>
                  </a:lnTo>
                  <a:lnTo>
                    <a:pt x="2420684" y="3653052"/>
                  </a:lnTo>
                  <a:lnTo>
                    <a:pt x="2420809" y="3653052"/>
                  </a:lnTo>
                  <a:lnTo>
                    <a:pt x="2420934" y="3653052"/>
                  </a:lnTo>
                  <a:lnTo>
                    <a:pt x="2421059" y="3653052"/>
                  </a:lnTo>
                  <a:lnTo>
                    <a:pt x="2421184" y="3653052"/>
                  </a:lnTo>
                  <a:lnTo>
                    <a:pt x="2421309" y="3653052"/>
                  </a:lnTo>
                  <a:lnTo>
                    <a:pt x="2421434" y="3653052"/>
                  </a:lnTo>
                  <a:lnTo>
                    <a:pt x="2421559" y="3653052"/>
                  </a:lnTo>
                  <a:lnTo>
                    <a:pt x="2421684" y="3653052"/>
                  </a:lnTo>
                  <a:lnTo>
                    <a:pt x="2421809" y="3653052"/>
                  </a:lnTo>
                  <a:lnTo>
                    <a:pt x="2421934" y="3653052"/>
                  </a:lnTo>
                  <a:lnTo>
                    <a:pt x="2422059" y="3653052"/>
                  </a:lnTo>
                  <a:lnTo>
                    <a:pt x="2422184" y="3653052"/>
                  </a:lnTo>
                  <a:lnTo>
                    <a:pt x="2422309" y="3653052"/>
                  </a:lnTo>
                  <a:lnTo>
                    <a:pt x="2422434" y="3653052"/>
                  </a:lnTo>
                  <a:lnTo>
                    <a:pt x="2422559" y="3653052"/>
                  </a:lnTo>
                  <a:lnTo>
                    <a:pt x="2422684" y="3653052"/>
                  </a:lnTo>
                  <a:lnTo>
                    <a:pt x="2422809" y="3653052"/>
                  </a:lnTo>
                  <a:lnTo>
                    <a:pt x="2422934" y="3653052"/>
                  </a:lnTo>
                  <a:lnTo>
                    <a:pt x="2423060" y="3653052"/>
                  </a:lnTo>
                  <a:lnTo>
                    <a:pt x="2423185" y="3653052"/>
                  </a:lnTo>
                  <a:lnTo>
                    <a:pt x="2423310" y="3653052"/>
                  </a:lnTo>
                  <a:lnTo>
                    <a:pt x="2423435" y="3653052"/>
                  </a:lnTo>
                  <a:lnTo>
                    <a:pt x="2423560" y="3653052"/>
                  </a:lnTo>
                  <a:lnTo>
                    <a:pt x="2423685" y="3653052"/>
                  </a:lnTo>
                  <a:lnTo>
                    <a:pt x="2423810" y="3653052"/>
                  </a:lnTo>
                  <a:lnTo>
                    <a:pt x="2423935" y="3653052"/>
                  </a:lnTo>
                  <a:lnTo>
                    <a:pt x="2424060" y="3653052"/>
                  </a:lnTo>
                  <a:lnTo>
                    <a:pt x="2424185" y="3653052"/>
                  </a:lnTo>
                  <a:lnTo>
                    <a:pt x="2424310" y="3653052"/>
                  </a:lnTo>
                  <a:lnTo>
                    <a:pt x="2424435" y="3653052"/>
                  </a:lnTo>
                  <a:lnTo>
                    <a:pt x="2424560" y="3653052"/>
                  </a:lnTo>
                  <a:lnTo>
                    <a:pt x="2424685" y="3653052"/>
                  </a:lnTo>
                  <a:lnTo>
                    <a:pt x="2424810" y="3653052"/>
                  </a:lnTo>
                  <a:lnTo>
                    <a:pt x="2424935" y="3653052"/>
                  </a:lnTo>
                  <a:lnTo>
                    <a:pt x="2425060" y="3653052"/>
                  </a:lnTo>
                  <a:lnTo>
                    <a:pt x="2425185" y="3653052"/>
                  </a:lnTo>
                  <a:lnTo>
                    <a:pt x="2425310" y="3653052"/>
                  </a:lnTo>
                  <a:lnTo>
                    <a:pt x="2425435" y="3653052"/>
                  </a:lnTo>
                  <a:lnTo>
                    <a:pt x="2425560" y="3653052"/>
                  </a:lnTo>
                  <a:lnTo>
                    <a:pt x="2425685" y="3653052"/>
                  </a:lnTo>
                  <a:lnTo>
                    <a:pt x="2425810" y="3653052"/>
                  </a:lnTo>
                  <a:lnTo>
                    <a:pt x="2425935" y="3653052"/>
                  </a:lnTo>
                  <a:lnTo>
                    <a:pt x="2426061" y="3653052"/>
                  </a:lnTo>
                  <a:lnTo>
                    <a:pt x="2426186" y="3653052"/>
                  </a:lnTo>
                  <a:lnTo>
                    <a:pt x="2426311" y="3653052"/>
                  </a:lnTo>
                  <a:lnTo>
                    <a:pt x="2426436" y="3653052"/>
                  </a:lnTo>
                  <a:lnTo>
                    <a:pt x="2426561" y="3653052"/>
                  </a:lnTo>
                  <a:lnTo>
                    <a:pt x="2426686" y="3653052"/>
                  </a:lnTo>
                  <a:lnTo>
                    <a:pt x="2426811" y="3653052"/>
                  </a:lnTo>
                  <a:lnTo>
                    <a:pt x="2426936" y="3653052"/>
                  </a:lnTo>
                  <a:lnTo>
                    <a:pt x="2426936" y="3643099"/>
                  </a:lnTo>
                  <a:lnTo>
                    <a:pt x="2427061" y="3643099"/>
                  </a:lnTo>
                  <a:lnTo>
                    <a:pt x="2427186" y="3643099"/>
                  </a:lnTo>
                  <a:lnTo>
                    <a:pt x="2427311" y="3643099"/>
                  </a:lnTo>
                  <a:lnTo>
                    <a:pt x="2427436" y="3643099"/>
                  </a:lnTo>
                  <a:lnTo>
                    <a:pt x="2427561" y="3643099"/>
                  </a:lnTo>
                  <a:lnTo>
                    <a:pt x="2427686" y="3643099"/>
                  </a:lnTo>
                  <a:lnTo>
                    <a:pt x="2427811" y="3643099"/>
                  </a:lnTo>
                  <a:lnTo>
                    <a:pt x="2427936" y="3643099"/>
                  </a:lnTo>
                  <a:lnTo>
                    <a:pt x="2428061" y="3643099"/>
                  </a:lnTo>
                  <a:lnTo>
                    <a:pt x="2428186" y="3643099"/>
                  </a:lnTo>
                  <a:lnTo>
                    <a:pt x="2428311" y="3643099"/>
                  </a:lnTo>
                  <a:lnTo>
                    <a:pt x="2428436" y="3643099"/>
                  </a:lnTo>
                  <a:lnTo>
                    <a:pt x="2428561" y="3643099"/>
                  </a:lnTo>
                  <a:lnTo>
                    <a:pt x="2428686" y="3643099"/>
                  </a:lnTo>
                  <a:lnTo>
                    <a:pt x="2428811" y="3643099"/>
                  </a:lnTo>
                  <a:lnTo>
                    <a:pt x="2428936" y="3643099"/>
                  </a:lnTo>
                  <a:lnTo>
                    <a:pt x="2429062" y="3643099"/>
                  </a:lnTo>
                  <a:lnTo>
                    <a:pt x="2429187" y="3643099"/>
                  </a:lnTo>
                  <a:lnTo>
                    <a:pt x="2429312" y="3643099"/>
                  </a:lnTo>
                  <a:lnTo>
                    <a:pt x="2429437" y="3643099"/>
                  </a:lnTo>
                  <a:lnTo>
                    <a:pt x="2429562" y="3643099"/>
                  </a:lnTo>
                  <a:lnTo>
                    <a:pt x="2429687" y="3643099"/>
                  </a:lnTo>
                  <a:lnTo>
                    <a:pt x="2429812" y="3643099"/>
                  </a:lnTo>
                  <a:lnTo>
                    <a:pt x="2429937" y="3643099"/>
                  </a:lnTo>
                  <a:lnTo>
                    <a:pt x="2430062" y="3643099"/>
                  </a:lnTo>
                  <a:lnTo>
                    <a:pt x="2430187" y="3643099"/>
                  </a:lnTo>
                  <a:lnTo>
                    <a:pt x="2430312" y="3643099"/>
                  </a:lnTo>
                  <a:lnTo>
                    <a:pt x="2430437" y="3643099"/>
                  </a:lnTo>
                  <a:lnTo>
                    <a:pt x="2430562" y="3643099"/>
                  </a:lnTo>
                  <a:lnTo>
                    <a:pt x="2430687" y="3643099"/>
                  </a:lnTo>
                  <a:lnTo>
                    <a:pt x="2430812" y="3643099"/>
                  </a:lnTo>
                  <a:lnTo>
                    <a:pt x="2430937" y="3643099"/>
                  </a:lnTo>
                  <a:lnTo>
                    <a:pt x="2431062" y="3643099"/>
                  </a:lnTo>
                  <a:lnTo>
                    <a:pt x="2431187" y="3643099"/>
                  </a:lnTo>
                  <a:lnTo>
                    <a:pt x="2431312" y="3643099"/>
                  </a:lnTo>
                  <a:lnTo>
                    <a:pt x="2431437" y="3643099"/>
                  </a:lnTo>
                  <a:lnTo>
                    <a:pt x="2431562" y="3643099"/>
                  </a:lnTo>
                  <a:lnTo>
                    <a:pt x="2431687" y="3643099"/>
                  </a:lnTo>
                  <a:lnTo>
                    <a:pt x="2431812" y="3643099"/>
                  </a:lnTo>
                  <a:lnTo>
                    <a:pt x="2431937" y="3643099"/>
                  </a:lnTo>
                  <a:lnTo>
                    <a:pt x="2432063" y="3643099"/>
                  </a:lnTo>
                  <a:lnTo>
                    <a:pt x="2432188" y="3643099"/>
                  </a:lnTo>
                  <a:lnTo>
                    <a:pt x="2432313" y="3643099"/>
                  </a:lnTo>
                  <a:lnTo>
                    <a:pt x="2432438" y="3643099"/>
                  </a:lnTo>
                  <a:lnTo>
                    <a:pt x="2432563" y="3643099"/>
                  </a:lnTo>
                  <a:lnTo>
                    <a:pt x="2432688" y="3643099"/>
                  </a:lnTo>
                  <a:lnTo>
                    <a:pt x="2432813" y="3643099"/>
                  </a:lnTo>
                  <a:lnTo>
                    <a:pt x="2432938" y="3643099"/>
                  </a:lnTo>
                  <a:lnTo>
                    <a:pt x="2433063" y="3643099"/>
                  </a:lnTo>
                  <a:lnTo>
                    <a:pt x="2433188" y="3643099"/>
                  </a:lnTo>
                  <a:lnTo>
                    <a:pt x="2433313" y="3643099"/>
                  </a:lnTo>
                  <a:lnTo>
                    <a:pt x="2433438" y="3643099"/>
                  </a:lnTo>
                  <a:lnTo>
                    <a:pt x="2433563" y="3643099"/>
                  </a:lnTo>
                  <a:lnTo>
                    <a:pt x="2433688" y="3643099"/>
                  </a:lnTo>
                  <a:lnTo>
                    <a:pt x="2433813" y="3643099"/>
                  </a:lnTo>
                  <a:lnTo>
                    <a:pt x="2433938" y="3643099"/>
                  </a:lnTo>
                  <a:lnTo>
                    <a:pt x="2434063" y="3643099"/>
                  </a:lnTo>
                  <a:lnTo>
                    <a:pt x="2434188" y="3643099"/>
                  </a:lnTo>
                  <a:lnTo>
                    <a:pt x="2434313" y="3643099"/>
                  </a:lnTo>
                  <a:lnTo>
                    <a:pt x="2434438" y="3643099"/>
                  </a:lnTo>
                  <a:lnTo>
                    <a:pt x="2434563" y="3643099"/>
                  </a:lnTo>
                  <a:lnTo>
                    <a:pt x="2434688" y="3643099"/>
                  </a:lnTo>
                  <a:lnTo>
                    <a:pt x="2434813" y="3643099"/>
                  </a:lnTo>
                  <a:lnTo>
                    <a:pt x="2434938" y="3643099"/>
                  </a:lnTo>
                  <a:lnTo>
                    <a:pt x="2435064" y="3643099"/>
                  </a:lnTo>
                  <a:lnTo>
                    <a:pt x="2435189" y="3643099"/>
                  </a:lnTo>
                  <a:lnTo>
                    <a:pt x="2435314" y="3643099"/>
                  </a:lnTo>
                  <a:lnTo>
                    <a:pt x="2435439" y="3643099"/>
                  </a:lnTo>
                  <a:lnTo>
                    <a:pt x="2435564" y="3643099"/>
                  </a:lnTo>
                  <a:lnTo>
                    <a:pt x="2435689" y="3643099"/>
                  </a:lnTo>
                  <a:lnTo>
                    <a:pt x="2435814" y="3643099"/>
                  </a:lnTo>
                  <a:lnTo>
                    <a:pt x="2435939" y="3643099"/>
                  </a:lnTo>
                  <a:lnTo>
                    <a:pt x="2436064" y="3643099"/>
                  </a:lnTo>
                  <a:lnTo>
                    <a:pt x="2436189" y="3643099"/>
                  </a:lnTo>
                  <a:lnTo>
                    <a:pt x="2436314" y="3643099"/>
                  </a:lnTo>
                  <a:lnTo>
                    <a:pt x="2436439" y="3643099"/>
                  </a:lnTo>
                  <a:lnTo>
                    <a:pt x="2436564" y="3643099"/>
                  </a:lnTo>
                  <a:lnTo>
                    <a:pt x="2436689" y="3643099"/>
                  </a:lnTo>
                  <a:lnTo>
                    <a:pt x="2436814" y="3643099"/>
                  </a:lnTo>
                  <a:lnTo>
                    <a:pt x="2436939" y="3643099"/>
                  </a:lnTo>
                  <a:lnTo>
                    <a:pt x="2437064" y="3643099"/>
                  </a:lnTo>
                  <a:lnTo>
                    <a:pt x="2437189" y="3643099"/>
                  </a:lnTo>
                  <a:lnTo>
                    <a:pt x="2437189" y="3633145"/>
                  </a:lnTo>
                  <a:lnTo>
                    <a:pt x="2437314" y="3633145"/>
                  </a:lnTo>
                  <a:lnTo>
                    <a:pt x="2437439" y="3633145"/>
                  </a:lnTo>
                  <a:lnTo>
                    <a:pt x="2437564" y="3633145"/>
                  </a:lnTo>
                  <a:lnTo>
                    <a:pt x="2437564" y="3623191"/>
                  </a:lnTo>
                  <a:lnTo>
                    <a:pt x="2437689" y="3623191"/>
                  </a:lnTo>
                  <a:lnTo>
                    <a:pt x="2437814" y="3623191"/>
                  </a:lnTo>
                  <a:lnTo>
                    <a:pt x="2437939" y="3623191"/>
                  </a:lnTo>
                  <a:lnTo>
                    <a:pt x="2438065" y="3623191"/>
                  </a:lnTo>
                  <a:lnTo>
                    <a:pt x="2438190" y="3623191"/>
                  </a:lnTo>
                  <a:lnTo>
                    <a:pt x="2438315" y="3623191"/>
                  </a:lnTo>
                  <a:lnTo>
                    <a:pt x="2438440" y="3623191"/>
                  </a:lnTo>
                  <a:lnTo>
                    <a:pt x="2438565" y="3623191"/>
                  </a:lnTo>
                  <a:lnTo>
                    <a:pt x="2438690" y="3623191"/>
                  </a:lnTo>
                  <a:lnTo>
                    <a:pt x="2438815" y="3623191"/>
                  </a:lnTo>
                  <a:lnTo>
                    <a:pt x="2438940" y="3623191"/>
                  </a:lnTo>
                  <a:lnTo>
                    <a:pt x="2439065" y="3623191"/>
                  </a:lnTo>
                  <a:lnTo>
                    <a:pt x="2439190" y="3623191"/>
                  </a:lnTo>
                  <a:lnTo>
                    <a:pt x="2439315" y="3623191"/>
                  </a:lnTo>
                  <a:lnTo>
                    <a:pt x="2439440" y="3623191"/>
                  </a:lnTo>
                  <a:lnTo>
                    <a:pt x="2439565" y="3623191"/>
                  </a:lnTo>
                  <a:lnTo>
                    <a:pt x="2439690" y="3623191"/>
                  </a:lnTo>
                  <a:lnTo>
                    <a:pt x="2439815" y="3623191"/>
                  </a:lnTo>
                  <a:lnTo>
                    <a:pt x="2439940" y="3623191"/>
                  </a:lnTo>
                  <a:lnTo>
                    <a:pt x="2440065" y="3623191"/>
                  </a:lnTo>
                  <a:lnTo>
                    <a:pt x="2440190" y="3623191"/>
                  </a:lnTo>
                  <a:lnTo>
                    <a:pt x="2440315" y="3623191"/>
                  </a:lnTo>
                  <a:lnTo>
                    <a:pt x="2440440" y="3623191"/>
                  </a:lnTo>
                  <a:lnTo>
                    <a:pt x="2440565" y="3623191"/>
                  </a:lnTo>
                  <a:lnTo>
                    <a:pt x="2440690" y="3623191"/>
                  </a:lnTo>
                  <a:lnTo>
                    <a:pt x="2440815" y="3623191"/>
                  </a:lnTo>
                  <a:lnTo>
                    <a:pt x="2440940" y="3623191"/>
                  </a:lnTo>
                  <a:lnTo>
                    <a:pt x="2441066" y="3623191"/>
                  </a:lnTo>
                  <a:lnTo>
                    <a:pt x="2441191" y="3623191"/>
                  </a:lnTo>
                  <a:lnTo>
                    <a:pt x="2441316" y="3623191"/>
                  </a:lnTo>
                  <a:lnTo>
                    <a:pt x="2441441" y="3623191"/>
                  </a:lnTo>
                  <a:lnTo>
                    <a:pt x="2441566" y="3623191"/>
                  </a:lnTo>
                  <a:lnTo>
                    <a:pt x="2441691" y="3623191"/>
                  </a:lnTo>
                  <a:lnTo>
                    <a:pt x="2441816" y="3623191"/>
                  </a:lnTo>
                  <a:lnTo>
                    <a:pt x="2441941" y="3623191"/>
                  </a:lnTo>
                  <a:lnTo>
                    <a:pt x="2442066" y="3623191"/>
                  </a:lnTo>
                  <a:lnTo>
                    <a:pt x="2442191" y="3623191"/>
                  </a:lnTo>
                  <a:lnTo>
                    <a:pt x="2442316" y="3623191"/>
                  </a:lnTo>
                  <a:lnTo>
                    <a:pt x="2442316" y="3613237"/>
                  </a:lnTo>
                  <a:lnTo>
                    <a:pt x="2442441" y="3613237"/>
                  </a:lnTo>
                  <a:lnTo>
                    <a:pt x="2442566" y="3613237"/>
                  </a:lnTo>
                  <a:lnTo>
                    <a:pt x="2442691" y="3613237"/>
                  </a:lnTo>
                  <a:lnTo>
                    <a:pt x="2442816" y="3613237"/>
                  </a:lnTo>
                  <a:lnTo>
                    <a:pt x="2442941" y="3613237"/>
                  </a:lnTo>
                  <a:lnTo>
                    <a:pt x="2443066" y="3613237"/>
                  </a:lnTo>
                  <a:lnTo>
                    <a:pt x="2443191" y="3613237"/>
                  </a:lnTo>
                  <a:lnTo>
                    <a:pt x="2443316" y="3613237"/>
                  </a:lnTo>
                  <a:lnTo>
                    <a:pt x="2443441" y="3613237"/>
                  </a:lnTo>
                  <a:lnTo>
                    <a:pt x="2443566" y="3613237"/>
                  </a:lnTo>
                  <a:lnTo>
                    <a:pt x="2443691" y="3613237"/>
                  </a:lnTo>
                  <a:lnTo>
                    <a:pt x="2443816" y="3613237"/>
                  </a:lnTo>
                  <a:lnTo>
                    <a:pt x="2443941" y="3613237"/>
                  </a:lnTo>
                  <a:lnTo>
                    <a:pt x="2444067" y="3613237"/>
                  </a:lnTo>
                  <a:lnTo>
                    <a:pt x="2444192" y="3613237"/>
                  </a:lnTo>
                  <a:lnTo>
                    <a:pt x="2444317" y="3613237"/>
                  </a:lnTo>
                  <a:lnTo>
                    <a:pt x="2444442" y="3613237"/>
                  </a:lnTo>
                  <a:lnTo>
                    <a:pt x="2444567" y="3613237"/>
                  </a:lnTo>
                  <a:lnTo>
                    <a:pt x="2444692" y="3613237"/>
                  </a:lnTo>
                  <a:lnTo>
                    <a:pt x="2444817" y="3613237"/>
                  </a:lnTo>
                  <a:lnTo>
                    <a:pt x="2444942" y="3613237"/>
                  </a:lnTo>
                  <a:lnTo>
                    <a:pt x="2445067" y="3613237"/>
                  </a:lnTo>
                  <a:lnTo>
                    <a:pt x="2445192" y="3613237"/>
                  </a:lnTo>
                  <a:lnTo>
                    <a:pt x="2445317" y="3613237"/>
                  </a:lnTo>
                  <a:lnTo>
                    <a:pt x="2445442" y="3613237"/>
                  </a:lnTo>
                  <a:lnTo>
                    <a:pt x="2445567" y="3613237"/>
                  </a:lnTo>
                  <a:lnTo>
                    <a:pt x="2445692" y="3613237"/>
                  </a:lnTo>
                  <a:lnTo>
                    <a:pt x="2445817" y="3613237"/>
                  </a:lnTo>
                  <a:lnTo>
                    <a:pt x="2445942" y="3613237"/>
                  </a:lnTo>
                  <a:lnTo>
                    <a:pt x="2446067" y="3613237"/>
                  </a:lnTo>
                  <a:lnTo>
                    <a:pt x="2446192" y="3613237"/>
                  </a:lnTo>
                  <a:lnTo>
                    <a:pt x="2446317" y="3613237"/>
                  </a:lnTo>
                  <a:lnTo>
                    <a:pt x="2446442" y="3613237"/>
                  </a:lnTo>
                  <a:lnTo>
                    <a:pt x="2446567" y="3613237"/>
                  </a:lnTo>
                  <a:lnTo>
                    <a:pt x="2446692" y="3613237"/>
                  </a:lnTo>
                  <a:lnTo>
                    <a:pt x="2446817" y="3613237"/>
                  </a:lnTo>
                  <a:lnTo>
                    <a:pt x="2446943" y="3613237"/>
                  </a:lnTo>
                  <a:lnTo>
                    <a:pt x="2447068" y="3613237"/>
                  </a:lnTo>
                  <a:lnTo>
                    <a:pt x="2447193" y="3613237"/>
                  </a:lnTo>
                  <a:lnTo>
                    <a:pt x="2447318" y="3613237"/>
                  </a:lnTo>
                  <a:lnTo>
                    <a:pt x="2447443" y="3613237"/>
                  </a:lnTo>
                  <a:lnTo>
                    <a:pt x="2447568" y="3613237"/>
                  </a:lnTo>
                  <a:lnTo>
                    <a:pt x="2447693" y="3613237"/>
                  </a:lnTo>
                  <a:lnTo>
                    <a:pt x="2447818" y="3613237"/>
                  </a:lnTo>
                  <a:lnTo>
                    <a:pt x="2447943" y="3613237"/>
                  </a:lnTo>
                  <a:lnTo>
                    <a:pt x="2448068" y="3613237"/>
                  </a:lnTo>
                  <a:lnTo>
                    <a:pt x="2448193" y="3613237"/>
                  </a:lnTo>
                  <a:lnTo>
                    <a:pt x="2448318" y="3613237"/>
                  </a:lnTo>
                  <a:lnTo>
                    <a:pt x="2448443" y="3613237"/>
                  </a:lnTo>
                  <a:lnTo>
                    <a:pt x="2448568" y="3613237"/>
                  </a:lnTo>
                  <a:lnTo>
                    <a:pt x="2448693" y="3613237"/>
                  </a:lnTo>
                  <a:lnTo>
                    <a:pt x="2448818" y="3613237"/>
                  </a:lnTo>
                  <a:lnTo>
                    <a:pt x="2448943" y="3613237"/>
                  </a:lnTo>
                  <a:lnTo>
                    <a:pt x="2449068" y="3613237"/>
                  </a:lnTo>
                  <a:lnTo>
                    <a:pt x="2449193" y="3613237"/>
                  </a:lnTo>
                  <a:lnTo>
                    <a:pt x="2449318" y="3613237"/>
                  </a:lnTo>
                  <a:lnTo>
                    <a:pt x="2449443" y="3613237"/>
                  </a:lnTo>
                  <a:lnTo>
                    <a:pt x="2449568" y="3613237"/>
                  </a:lnTo>
                  <a:lnTo>
                    <a:pt x="2449568" y="3603283"/>
                  </a:lnTo>
                  <a:lnTo>
                    <a:pt x="2449693" y="3603283"/>
                  </a:lnTo>
                  <a:lnTo>
                    <a:pt x="2449818" y="3603283"/>
                  </a:lnTo>
                  <a:lnTo>
                    <a:pt x="2449944" y="3603283"/>
                  </a:lnTo>
                  <a:lnTo>
                    <a:pt x="2450069" y="3603283"/>
                  </a:lnTo>
                  <a:lnTo>
                    <a:pt x="2450194" y="3603283"/>
                  </a:lnTo>
                  <a:lnTo>
                    <a:pt x="2450319" y="3603283"/>
                  </a:lnTo>
                  <a:lnTo>
                    <a:pt x="2450444" y="3603283"/>
                  </a:lnTo>
                  <a:lnTo>
                    <a:pt x="2450569" y="3603283"/>
                  </a:lnTo>
                  <a:lnTo>
                    <a:pt x="2450694" y="3603283"/>
                  </a:lnTo>
                  <a:lnTo>
                    <a:pt x="2450819" y="3603283"/>
                  </a:lnTo>
                  <a:lnTo>
                    <a:pt x="2450944" y="3603283"/>
                  </a:lnTo>
                  <a:lnTo>
                    <a:pt x="2451069" y="3603283"/>
                  </a:lnTo>
                  <a:lnTo>
                    <a:pt x="2451194" y="3603283"/>
                  </a:lnTo>
                  <a:lnTo>
                    <a:pt x="2451319" y="3603283"/>
                  </a:lnTo>
                  <a:lnTo>
                    <a:pt x="2451444" y="3603283"/>
                  </a:lnTo>
                  <a:lnTo>
                    <a:pt x="2451569" y="3603283"/>
                  </a:lnTo>
                  <a:lnTo>
                    <a:pt x="2451694" y="3603283"/>
                  </a:lnTo>
                  <a:lnTo>
                    <a:pt x="2451819" y="3603283"/>
                  </a:lnTo>
                  <a:lnTo>
                    <a:pt x="2451944" y="3603283"/>
                  </a:lnTo>
                  <a:lnTo>
                    <a:pt x="2452069" y="3603283"/>
                  </a:lnTo>
                  <a:lnTo>
                    <a:pt x="2452194" y="3603283"/>
                  </a:lnTo>
                  <a:lnTo>
                    <a:pt x="2452319" y="3603283"/>
                  </a:lnTo>
                  <a:lnTo>
                    <a:pt x="2452444" y="3603283"/>
                  </a:lnTo>
                  <a:lnTo>
                    <a:pt x="2452569" y="3603283"/>
                  </a:lnTo>
                  <a:lnTo>
                    <a:pt x="2452694" y="3603283"/>
                  </a:lnTo>
                  <a:lnTo>
                    <a:pt x="2452819" y="3603283"/>
                  </a:lnTo>
                  <a:lnTo>
                    <a:pt x="2452945" y="3603283"/>
                  </a:lnTo>
                  <a:lnTo>
                    <a:pt x="2453070" y="3603283"/>
                  </a:lnTo>
                  <a:lnTo>
                    <a:pt x="2453195" y="3603283"/>
                  </a:lnTo>
                  <a:lnTo>
                    <a:pt x="2453320" y="3603283"/>
                  </a:lnTo>
                  <a:lnTo>
                    <a:pt x="2453445" y="3603283"/>
                  </a:lnTo>
                  <a:lnTo>
                    <a:pt x="2453570" y="3603283"/>
                  </a:lnTo>
                  <a:lnTo>
                    <a:pt x="2453695" y="3603283"/>
                  </a:lnTo>
                  <a:lnTo>
                    <a:pt x="2453820" y="3603283"/>
                  </a:lnTo>
                  <a:lnTo>
                    <a:pt x="2453945" y="3603283"/>
                  </a:lnTo>
                  <a:lnTo>
                    <a:pt x="2454070" y="3603283"/>
                  </a:lnTo>
                  <a:lnTo>
                    <a:pt x="2454195" y="3603283"/>
                  </a:lnTo>
                  <a:lnTo>
                    <a:pt x="2454320" y="3603283"/>
                  </a:lnTo>
                  <a:lnTo>
                    <a:pt x="2454445" y="3603283"/>
                  </a:lnTo>
                  <a:lnTo>
                    <a:pt x="2454570" y="3603283"/>
                  </a:lnTo>
                  <a:lnTo>
                    <a:pt x="2454695" y="3603283"/>
                  </a:lnTo>
                  <a:lnTo>
                    <a:pt x="2454820" y="3603283"/>
                  </a:lnTo>
                  <a:lnTo>
                    <a:pt x="2454945" y="3603283"/>
                  </a:lnTo>
                  <a:lnTo>
                    <a:pt x="2455070" y="3603283"/>
                  </a:lnTo>
                  <a:lnTo>
                    <a:pt x="2455195" y="3603283"/>
                  </a:lnTo>
                  <a:lnTo>
                    <a:pt x="2455320" y="3603283"/>
                  </a:lnTo>
                  <a:lnTo>
                    <a:pt x="2455445" y="3603283"/>
                  </a:lnTo>
                  <a:lnTo>
                    <a:pt x="2455570" y="3603283"/>
                  </a:lnTo>
                  <a:lnTo>
                    <a:pt x="2455695" y="3603283"/>
                  </a:lnTo>
                  <a:lnTo>
                    <a:pt x="2455820" y="3603283"/>
                  </a:lnTo>
                  <a:lnTo>
                    <a:pt x="2455946" y="3603283"/>
                  </a:lnTo>
                  <a:lnTo>
                    <a:pt x="2456071" y="3603283"/>
                  </a:lnTo>
                  <a:lnTo>
                    <a:pt x="2456196" y="3603283"/>
                  </a:lnTo>
                  <a:lnTo>
                    <a:pt x="2456196" y="3593329"/>
                  </a:lnTo>
                  <a:lnTo>
                    <a:pt x="2456321" y="3593329"/>
                  </a:lnTo>
                  <a:lnTo>
                    <a:pt x="2456446" y="3593329"/>
                  </a:lnTo>
                  <a:lnTo>
                    <a:pt x="2456571" y="3593329"/>
                  </a:lnTo>
                  <a:lnTo>
                    <a:pt x="2456696" y="3593329"/>
                  </a:lnTo>
                  <a:lnTo>
                    <a:pt x="2456821" y="3593329"/>
                  </a:lnTo>
                  <a:lnTo>
                    <a:pt x="2456946" y="3593329"/>
                  </a:lnTo>
                  <a:lnTo>
                    <a:pt x="2457071" y="3593329"/>
                  </a:lnTo>
                  <a:lnTo>
                    <a:pt x="2457196" y="3593329"/>
                  </a:lnTo>
                  <a:lnTo>
                    <a:pt x="2457321" y="3593329"/>
                  </a:lnTo>
                  <a:lnTo>
                    <a:pt x="2457446" y="3593329"/>
                  </a:lnTo>
                  <a:lnTo>
                    <a:pt x="2457571" y="3593329"/>
                  </a:lnTo>
                  <a:lnTo>
                    <a:pt x="2457696" y="3593329"/>
                  </a:lnTo>
                  <a:lnTo>
                    <a:pt x="2457821" y="3593329"/>
                  </a:lnTo>
                  <a:lnTo>
                    <a:pt x="2457946" y="3593329"/>
                  </a:lnTo>
                  <a:lnTo>
                    <a:pt x="2458071" y="3593329"/>
                  </a:lnTo>
                  <a:lnTo>
                    <a:pt x="2458196" y="3593329"/>
                  </a:lnTo>
                  <a:lnTo>
                    <a:pt x="2458321" y="3593329"/>
                  </a:lnTo>
                  <a:lnTo>
                    <a:pt x="2458446" y="3593329"/>
                  </a:lnTo>
                  <a:lnTo>
                    <a:pt x="2458571" y="3593329"/>
                  </a:lnTo>
                  <a:lnTo>
                    <a:pt x="2458696" y="3593329"/>
                  </a:lnTo>
                  <a:lnTo>
                    <a:pt x="2458821" y="3593329"/>
                  </a:lnTo>
                  <a:lnTo>
                    <a:pt x="2458947" y="3593329"/>
                  </a:lnTo>
                  <a:lnTo>
                    <a:pt x="2459072" y="3593329"/>
                  </a:lnTo>
                  <a:lnTo>
                    <a:pt x="2459197" y="3593329"/>
                  </a:lnTo>
                  <a:lnTo>
                    <a:pt x="2459322" y="3593329"/>
                  </a:lnTo>
                  <a:lnTo>
                    <a:pt x="2459447" y="3593329"/>
                  </a:lnTo>
                  <a:lnTo>
                    <a:pt x="2459572" y="3593329"/>
                  </a:lnTo>
                  <a:lnTo>
                    <a:pt x="2459697" y="3593329"/>
                  </a:lnTo>
                  <a:lnTo>
                    <a:pt x="2459822" y="3593329"/>
                  </a:lnTo>
                  <a:lnTo>
                    <a:pt x="2459947" y="3593329"/>
                  </a:lnTo>
                  <a:lnTo>
                    <a:pt x="2460072" y="3593329"/>
                  </a:lnTo>
                  <a:lnTo>
                    <a:pt x="2460197" y="3593329"/>
                  </a:lnTo>
                  <a:lnTo>
                    <a:pt x="2460322" y="3593329"/>
                  </a:lnTo>
                  <a:lnTo>
                    <a:pt x="2460447" y="3593329"/>
                  </a:lnTo>
                  <a:lnTo>
                    <a:pt x="2460572" y="3593329"/>
                  </a:lnTo>
                  <a:lnTo>
                    <a:pt x="2460697" y="3593329"/>
                  </a:lnTo>
                  <a:lnTo>
                    <a:pt x="2460822" y="3593329"/>
                  </a:lnTo>
                  <a:lnTo>
                    <a:pt x="2460947" y="3593329"/>
                  </a:lnTo>
                  <a:lnTo>
                    <a:pt x="2461072" y="3593329"/>
                  </a:lnTo>
                  <a:lnTo>
                    <a:pt x="2461197" y="3593329"/>
                  </a:lnTo>
                  <a:lnTo>
                    <a:pt x="2461322" y="3593329"/>
                  </a:lnTo>
                  <a:lnTo>
                    <a:pt x="2461447" y="3593329"/>
                  </a:lnTo>
                  <a:lnTo>
                    <a:pt x="2461572" y="3593329"/>
                  </a:lnTo>
                  <a:lnTo>
                    <a:pt x="2461697" y="3593329"/>
                  </a:lnTo>
                  <a:lnTo>
                    <a:pt x="2461822" y="3593329"/>
                  </a:lnTo>
                  <a:lnTo>
                    <a:pt x="2461948" y="3593329"/>
                  </a:lnTo>
                  <a:lnTo>
                    <a:pt x="2462073" y="3593329"/>
                  </a:lnTo>
                  <a:lnTo>
                    <a:pt x="2462198" y="3593329"/>
                  </a:lnTo>
                  <a:lnTo>
                    <a:pt x="2462323" y="3593329"/>
                  </a:lnTo>
                  <a:lnTo>
                    <a:pt x="2462448" y="3593329"/>
                  </a:lnTo>
                  <a:lnTo>
                    <a:pt x="2462573" y="3593329"/>
                  </a:lnTo>
                  <a:lnTo>
                    <a:pt x="2462698" y="3593329"/>
                  </a:lnTo>
                  <a:lnTo>
                    <a:pt x="2462823" y="3593329"/>
                  </a:lnTo>
                  <a:lnTo>
                    <a:pt x="2462948" y="3593329"/>
                  </a:lnTo>
                  <a:lnTo>
                    <a:pt x="2463073" y="3593329"/>
                  </a:lnTo>
                  <a:lnTo>
                    <a:pt x="2463198" y="3593329"/>
                  </a:lnTo>
                  <a:lnTo>
                    <a:pt x="2463323" y="3593329"/>
                  </a:lnTo>
                  <a:lnTo>
                    <a:pt x="2463448" y="3593329"/>
                  </a:lnTo>
                  <a:lnTo>
                    <a:pt x="2463573" y="3593329"/>
                  </a:lnTo>
                  <a:lnTo>
                    <a:pt x="2463698" y="3593329"/>
                  </a:lnTo>
                  <a:lnTo>
                    <a:pt x="2463823" y="3593329"/>
                  </a:lnTo>
                  <a:lnTo>
                    <a:pt x="2463948" y="3593329"/>
                  </a:lnTo>
                  <a:lnTo>
                    <a:pt x="2464073" y="3593329"/>
                  </a:lnTo>
                  <a:lnTo>
                    <a:pt x="2464198" y="3593329"/>
                  </a:lnTo>
                  <a:lnTo>
                    <a:pt x="2464323" y="3593329"/>
                  </a:lnTo>
                  <a:lnTo>
                    <a:pt x="2464448" y="3593329"/>
                  </a:lnTo>
                  <a:lnTo>
                    <a:pt x="2464573" y="3593329"/>
                  </a:lnTo>
                  <a:lnTo>
                    <a:pt x="2464698" y="3593329"/>
                  </a:lnTo>
                  <a:lnTo>
                    <a:pt x="2464823" y="3593329"/>
                  </a:lnTo>
                  <a:lnTo>
                    <a:pt x="2464949" y="3593329"/>
                  </a:lnTo>
                  <a:lnTo>
                    <a:pt x="2465074" y="3593329"/>
                  </a:lnTo>
                  <a:lnTo>
                    <a:pt x="2465199" y="3593329"/>
                  </a:lnTo>
                  <a:lnTo>
                    <a:pt x="2465324" y="3593329"/>
                  </a:lnTo>
                  <a:lnTo>
                    <a:pt x="2465449" y="3593329"/>
                  </a:lnTo>
                  <a:lnTo>
                    <a:pt x="2465574" y="3593329"/>
                  </a:lnTo>
                  <a:lnTo>
                    <a:pt x="2465699" y="3593329"/>
                  </a:lnTo>
                  <a:lnTo>
                    <a:pt x="2465824" y="3593329"/>
                  </a:lnTo>
                  <a:lnTo>
                    <a:pt x="2465949" y="3593329"/>
                  </a:lnTo>
                  <a:lnTo>
                    <a:pt x="2466074" y="3593329"/>
                  </a:lnTo>
                  <a:lnTo>
                    <a:pt x="2466199" y="3593329"/>
                  </a:lnTo>
                  <a:lnTo>
                    <a:pt x="2466324" y="3593329"/>
                  </a:lnTo>
                  <a:lnTo>
                    <a:pt x="2466449" y="3593329"/>
                  </a:lnTo>
                  <a:lnTo>
                    <a:pt x="2466574" y="3593329"/>
                  </a:lnTo>
                  <a:lnTo>
                    <a:pt x="2466699" y="3593329"/>
                  </a:lnTo>
                  <a:lnTo>
                    <a:pt x="2466824" y="3593329"/>
                  </a:lnTo>
                  <a:lnTo>
                    <a:pt x="2466949" y="3593329"/>
                  </a:lnTo>
                  <a:lnTo>
                    <a:pt x="2467074" y="3593329"/>
                  </a:lnTo>
                  <a:lnTo>
                    <a:pt x="2467199" y="3593329"/>
                  </a:lnTo>
                  <a:lnTo>
                    <a:pt x="2467324" y="3593329"/>
                  </a:lnTo>
                  <a:lnTo>
                    <a:pt x="2467449" y="3593329"/>
                  </a:lnTo>
                  <a:lnTo>
                    <a:pt x="2467574" y="3593329"/>
                  </a:lnTo>
                  <a:lnTo>
                    <a:pt x="2467699" y="3593329"/>
                  </a:lnTo>
                  <a:lnTo>
                    <a:pt x="2467699" y="3583376"/>
                  </a:lnTo>
                  <a:lnTo>
                    <a:pt x="2467824" y="3583376"/>
                  </a:lnTo>
                  <a:lnTo>
                    <a:pt x="2467950" y="3583376"/>
                  </a:lnTo>
                  <a:lnTo>
                    <a:pt x="2468075" y="3583376"/>
                  </a:lnTo>
                  <a:lnTo>
                    <a:pt x="2468200" y="3583376"/>
                  </a:lnTo>
                  <a:lnTo>
                    <a:pt x="2468325" y="3583376"/>
                  </a:lnTo>
                  <a:lnTo>
                    <a:pt x="2468450" y="3583376"/>
                  </a:lnTo>
                  <a:lnTo>
                    <a:pt x="2468575" y="3583376"/>
                  </a:lnTo>
                  <a:lnTo>
                    <a:pt x="2468700" y="3583376"/>
                  </a:lnTo>
                  <a:lnTo>
                    <a:pt x="2468825" y="3583376"/>
                  </a:lnTo>
                  <a:lnTo>
                    <a:pt x="2468950" y="3583376"/>
                  </a:lnTo>
                  <a:lnTo>
                    <a:pt x="2469075" y="3583376"/>
                  </a:lnTo>
                  <a:lnTo>
                    <a:pt x="2469200" y="3583376"/>
                  </a:lnTo>
                  <a:lnTo>
                    <a:pt x="2469325" y="3583376"/>
                  </a:lnTo>
                  <a:lnTo>
                    <a:pt x="2469450" y="3583376"/>
                  </a:lnTo>
                  <a:lnTo>
                    <a:pt x="2469575" y="3583376"/>
                  </a:lnTo>
                  <a:lnTo>
                    <a:pt x="2469700" y="3583376"/>
                  </a:lnTo>
                  <a:lnTo>
                    <a:pt x="2469825" y="3583376"/>
                  </a:lnTo>
                  <a:lnTo>
                    <a:pt x="2469950" y="3583376"/>
                  </a:lnTo>
                  <a:lnTo>
                    <a:pt x="2470075" y="3583376"/>
                  </a:lnTo>
                  <a:lnTo>
                    <a:pt x="2470200" y="3583376"/>
                  </a:lnTo>
                  <a:lnTo>
                    <a:pt x="2470325" y="3583376"/>
                  </a:lnTo>
                  <a:lnTo>
                    <a:pt x="2470450" y="3583376"/>
                  </a:lnTo>
                  <a:lnTo>
                    <a:pt x="2470575" y="3583376"/>
                  </a:lnTo>
                  <a:lnTo>
                    <a:pt x="2470700" y="3583376"/>
                  </a:lnTo>
                  <a:lnTo>
                    <a:pt x="2470825" y="3583376"/>
                  </a:lnTo>
                  <a:lnTo>
                    <a:pt x="2470951" y="3583376"/>
                  </a:lnTo>
                  <a:lnTo>
                    <a:pt x="2471076" y="3583376"/>
                  </a:lnTo>
                  <a:lnTo>
                    <a:pt x="2471201" y="3583376"/>
                  </a:lnTo>
                  <a:lnTo>
                    <a:pt x="2471326" y="3583376"/>
                  </a:lnTo>
                  <a:lnTo>
                    <a:pt x="2471451" y="3583376"/>
                  </a:lnTo>
                  <a:lnTo>
                    <a:pt x="2471576" y="3583376"/>
                  </a:lnTo>
                  <a:lnTo>
                    <a:pt x="2471701" y="3583376"/>
                  </a:lnTo>
                  <a:lnTo>
                    <a:pt x="2471826" y="3583376"/>
                  </a:lnTo>
                  <a:lnTo>
                    <a:pt x="2471951" y="3583376"/>
                  </a:lnTo>
                  <a:lnTo>
                    <a:pt x="2472076" y="3583376"/>
                  </a:lnTo>
                  <a:lnTo>
                    <a:pt x="2472201" y="3583376"/>
                  </a:lnTo>
                  <a:lnTo>
                    <a:pt x="2472326" y="3583376"/>
                  </a:lnTo>
                  <a:lnTo>
                    <a:pt x="2472451" y="3583376"/>
                  </a:lnTo>
                  <a:lnTo>
                    <a:pt x="2472576" y="3583376"/>
                  </a:lnTo>
                  <a:lnTo>
                    <a:pt x="2472701" y="3583376"/>
                  </a:lnTo>
                  <a:lnTo>
                    <a:pt x="2472826" y="3583376"/>
                  </a:lnTo>
                  <a:lnTo>
                    <a:pt x="2472951" y="3583376"/>
                  </a:lnTo>
                  <a:lnTo>
                    <a:pt x="2473076" y="3583376"/>
                  </a:lnTo>
                  <a:lnTo>
                    <a:pt x="2473201" y="3583376"/>
                  </a:lnTo>
                  <a:lnTo>
                    <a:pt x="2473326" y="3583376"/>
                  </a:lnTo>
                  <a:lnTo>
                    <a:pt x="2473451" y="3583376"/>
                  </a:lnTo>
                  <a:lnTo>
                    <a:pt x="2473576" y="3583376"/>
                  </a:lnTo>
                  <a:lnTo>
                    <a:pt x="2473701" y="3583376"/>
                  </a:lnTo>
                  <a:lnTo>
                    <a:pt x="2473826" y="3583376"/>
                  </a:lnTo>
                  <a:lnTo>
                    <a:pt x="2473952" y="3583376"/>
                  </a:lnTo>
                  <a:lnTo>
                    <a:pt x="2474077" y="3583376"/>
                  </a:lnTo>
                  <a:lnTo>
                    <a:pt x="2474202" y="3583376"/>
                  </a:lnTo>
                  <a:lnTo>
                    <a:pt x="2474327" y="3583376"/>
                  </a:lnTo>
                  <a:lnTo>
                    <a:pt x="2474452" y="3583376"/>
                  </a:lnTo>
                  <a:lnTo>
                    <a:pt x="2474577" y="3583376"/>
                  </a:lnTo>
                  <a:lnTo>
                    <a:pt x="2474702" y="3583376"/>
                  </a:lnTo>
                  <a:lnTo>
                    <a:pt x="2474827" y="3583376"/>
                  </a:lnTo>
                  <a:lnTo>
                    <a:pt x="2474952" y="3583376"/>
                  </a:lnTo>
                  <a:lnTo>
                    <a:pt x="2474952" y="3573422"/>
                  </a:lnTo>
                  <a:lnTo>
                    <a:pt x="2475077" y="3573422"/>
                  </a:lnTo>
                  <a:lnTo>
                    <a:pt x="2475202" y="3573422"/>
                  </a:lnTo>
                  <a:lnTo>
                    <a:pt x="2475327" y="3573422"/>
                  </a:lnTo>
                  <a:lnTo>
                    <a:pt x="2475452" y="3573422"/>
                  </a:lnTo>
                  <a:lnTo>
                    <a:pt x="2475577" y="3573422"/>
                  </a:lnTo>
                  <a:lnTo>
                    <a:pt x="2475702" y="3573422"/>
                  </a:lnTo>
                  <a:lnTo>
                    <a:pt x="2475827" y="3573422"/>
                  </a:lnTo>
                  <a:lnTo>
                    <a:pt x="2475952" y="3573422"/>
                  </a:lnTo>
                  <a:lnTo>
                    <a:pt x="2476077" y="3573422"/>
                  </a:lnTo>
                  <a:lnTo>
                    <a:pt x="2476202" y="3573422"/>
                  </a:lnTo>
                  <a:lnTo>
                    <a:pt x="2476327" y="3573422"/>
                  </a:lnTo>
                  <a:lnTo>
                    <a:pt x="2476452" y="3573422"/>
                  </a:lnTo>
                  <a:lnTo>
                    <a:pt x="2476577" y="3573422"/>
                  </a:lnTo>
                  <a:lnTo>
                    <a:pt x="2476702" y="3573422"/>
                  </a:lnTo>
                  <a:lnTo>
                    <a:pt x="2476827" y="3573422"/>
                  </a:lnTo>
                  <a:lnTo>
                    <a:pt x="2476953" y="3573422"/>
                  </a:lnTo>
                  <a:lnTo>
                    <a:pt x="2477078" y="3573422"/>
                  </a:lnTo>
                  <a:lnTo>
                    <a:pt x="2477203" y="3573422"/>
                  </a:lnTo>
                  <a:lnTo>
                    <a:pt x="2477328" y="3573422"/>
                  </a:lnTo>
                  <a:lnTo>
                    <a:pt x="2477453" y="3573422"/>
                  </a:lnTo>
                  <a:lnTo>
                    <a:pt x="2477578" y="3573422"/>
                  </a:lnTo>
                  <a:lnTo>
                    <a:pt x="2477703" y="3573422"/>
                  </a:lnTo>
                  <a:lnTo>
                    <a:pt x="2477828" y="3573422"/>
                  </a:lnTo>
                  <a:lnTo>
                    <a:pt x="2477953" y="3573422"/>
                  </a:lnTo>
                  <a:lnTo>
                    <a:pt x="2478078" y="3573422"/>
                  </a:lnTo>
                  <a:lnTo>
                    <a:pt x="2478078" y="3563468"/>
                  </a:lnTo>
                  <a:lnTo>
                    <a:pt x="2478203" y="3563468"/>
                  </a:lnTo>
                  <a:lnTo>
                    <a:pt x="2478328" y="3563468"/>
                  </a:lnTo>
                  <a:lnTo>
                    <a:pt x="2478453" y="3563468"/>
                  </a:lnTo>
                  <a:lnTo>
                    <a:pt x="2478578" y="3563468"/>
                  </a:lnTo>
                  <a:lnTo>
                    <a:pt x="2478703" y="3563468"/>
                  </a:lnTo>
                  <a:lnTo>
                    <a:pt x="2478828" y="3563468"/>
                  </a:lnTo>
                  <a:lnTo>
                    <a:pt x="2478953" y="3563468"/>
                  </a:lnTo>
                  <a:lnTo>
                    <a:pt x="2479078" y="3563468"/>
                  </a:lnTo>
                  <a:lnTo>
                    <a:pt x="2479203" y="3563468"/>
                  </a:lnTo>
                  <a:lnTo>
                    <a:pt x="2479328" y="3563468"/>
                  </a:lnTo>
                  <a:lnTo>
                    <a:pt x="2479453" y="3563468"/>
                  </a:lnTo>
                  <a:lnTo>
                    <a:pt x="2479578" y="3563468"/>
                  </a:lnTo>
                  <a:lnTo>
                    <a:pt x="2479703" y="3563468"/>
                  </a:lnTo>
                  <a:lnTo>
                    <a:pt x="2479828" y="3563468"/>
                  </a:lnTo>
                  <a:lnTo>
                    <a:pt x="2479954" y="3563468"/>
                  </a:lnTo>
                  <a:lnTo>
                    <a:pt x="2480079" y="3563468"/>
                  </a:lnTo>
                  <a:lnTo>
                    <a:pt x="2480204" y="3563468"/>
                  </a:lnTo>
                  <a:lnTo>
                    <a:pt x="2480329" y="3563468"/>
                  </a:lnTo>
                  <a:lnTo>
                    <a:pt x="2480454" y="3563468"/>
                  </a:lnTo>
                  <a:lnTo>
                    <a:pt x="2480579" y="3563468"/>
                  </a:lnTo>
                  <a:lnTo>
                    <a:pt x="2480704" y="3563468"/>
                  </a:lnTo>
                  <a:lnTo>
                    <a:pt x="2480829" y="3563468"/>
                  </a:lnTo>
                  <a:lnTo>
                    <a:pt x="2480954" y="3563468"/>
                  </a:lnTo>
                  <a:lnTo>
                    <a:pt x="2481079" y="3563468"/>
                  </a:lnTo>
                  <a:lnTo>
                    <a:pt x="2481204" y="3563468"/>
                  </a:lnTo>
                  <a:lnTo>
                    <a:pt x="2481329" y="3563468"/>
                  </a:lnTo>
                  <a:lnTo>
                    <a:pt x="2481454" y="3563468"/>
                  </a:lnTo>
                  <a:lnTo>
                    <a:pt x="2481579" y="3563468"/>
                  </a:lnTo>
                  <a:lnTo>
                    <a:pt x="2481704" y="3563468"/>
                  </a:lnTo>
                  <a:lnTo>
                    <a:pt x="2481829" y="3563468"/>
                  </a:lnTo>
                  <a:lnTo>
                    <a:pt x="2481954" y="3563468"/>
                  </a:lnTo>
                  <a:lnTo>
                    <a:pt x="2482079" y="3563468"/>
                  </a:lnTo>
                  <a:lnTo>
                    <a:pt x="2482204" y="3563468"/>
                  </a:lnTo>
                  <a:lnTo>
                    <a:pt x="2482329" y="3563468"/>
                  </a:lnTo>
                  <a:lnTo>
                    <a:pt x="2482454" y="3563468"/>
                  </a:lnTo>
                  <a:lnTo>
                    <a:pt x="2482579" y="3563468"/>
                  </a:lnTo>
                  <a:lnTo>
                    <a:pt x="2482704" y="3563468"/>
                  </a:lnTo>
                  <a:lnTo>
                    <a:pt x="2482829" y="3563468"/>
                  </a:lnTo>
                  <a:lnTo>
                    <a:pt x="2482955" y="3563468"/>
                  </a:lnTo>
                  <a:lnTo>
                    <a:pt x="2483080" y="3563468"/>
                  </a:lnTo>
                  <a:lnTo>
                    <a:pt x="2483205" y="3563468"/>
                  </a:lnTo>
                  <a:lnTo>
                    <a:pt x="2483330" y="3563468"/>
                  </a:lnTo>
                  <a:lnTo>
                    <a:pt x="2483455" y="3563468"/>
                  </a:lnTo>
                  <a:lnTo>
                    <a:pt x="2483580" y="3563468"/>
                  </a:lnTo>
                  <a:lnTo>
                    <a:pt x="2483705" y="3563468"/>
                  </a:lnTo>
                  <a:lnTo>
                    <a:pt x="2483830" y="3563468"/>
                  </a:lnTo>
                  <a:lnTo>
                    <a:pt x="2483955" y="3563468"/>
                  </a:lnTo>
                  <a:lnTo>
                    <a:pt x="2484080" y="3563468"/>
                  </a:lnTo>
                  <a:lnTo>
                    <a:pt x="2484205" y="3563468"/>
                  </a:lnTo>
                  <a:lnTo>
                    <a:pt x="2484330" y="3563468"/>
                  </a:lnTo>
                  <a:lnTo>
                    <a:pt x="2484455" y="3563468"/>
                  </a:lnTo>
                  <a:lnTo>
                    <a:pt x="2484580" y="3563468"/>
                  </a:lnTo>
                  <a:lnTo>
                    <a:pt x="2484705" y="3563468"/>
                  </a:lnTo>
                  <a:lnTo>
                    <a:pt x="2484830" y="3563468"/>
                  </a:lnTo>
                  <a:lnTo>
                    <a:pt x="2484955" y="3563468"/>
                  </a:lnTo>
                  <a:lnTo>
                    <a:pt x="2485080" y="3563468"/>
                  </a:lnTo>
                  <a:lnTo>
                    <a:pt x="2485205" y="3563468"/>
                  </a:lnTo>
                  <a:lnTo>
                    <a:pt x="2485330" y="3563468"/>
                  </a:lnTo>
                  <a:lnTo>
                    <a:pt x="2485455" y="3563468"/>
                  </a:lnTo>
                  <a:lnTo>
                    <a:pt x="2485580" y="3563468"/>
                  </a:lnTo>
                  <a:lnTo>
                    <a:pt x="2485705" y="3563468"/>
                  </a:lnTo>
                  <a:lnTo>
                    <a:pt x="2485831" y="3563468"/>
                  </a:lnTo>
                  <a:lnTo>
                    <a:pt x="2485956" y="3563468"/>
                  </a:lnTo>
                  <a:lnTo>
                    <a:pt x="2486081" y="3563468"/>
                  </a:lnTo>
                  <a:lnTo>
                    <a:pt x="2486206" y="3563468"/>
                  </a:lnTo>
                  <a:lnTo>
                    <a:pt x="2486331" y="3563468"/>
                  </a:lnTo>
                  <a:lnTo>
                    <a:pt x="2486456" y="3563468"/>
                  </a:lnTo>
                  <a:lnTo>
                    <a:pt x="2486581" y="3563468"/>
                  </a:lnTo>
                  <a:lnTo>
                    <a:pt x="2486706" y="3563468"/>
                  </a:lnTo>
                  <a:lnTo>
                    <a:pt x="2486831" y="3563468"/>
                  </a:lnTo>
                  <a:lnTo>
                    <a:pt x="2486956" y="3563468"/>
                  </a:lnTo>
                  <a:lnTo>
                    <a:pt x="2487081" y="3563468"/>
                  </a:lnTo>
                  <a:lnTo>
                    <a:pt x="2487206" y="3563468"/>
                  </a:lnTo>
                  <a:lnTo>
                    <a:pt x="2487331" y="3563468"/>
                  </a:lnTo>
                  <a:lnTo>
                    <a:pt x="2487456" y="3563468"/>
                  </a:lnTo>
                  <a:lnTo>
                    <a:pt x="2487581" y="3563468"/>
                  </a:lnTo>
                  <a:lnTo>
                    <a:pt x="2487706" y="3563468"/>
                  </a:lnTo>
                  <a:lnTo>
                    <a:pt x="2487831" y="3563468"/>
                  </a:lnTo>
                  <a:lnTo>
                    <a:pt x="2487956" y="3563468"/>
                  </a:lnTo>
                  <a:lnTo>
                    <a:pt x="2488081" y="3563468"/>
                  </a:lnTo>
                  <a:lnTo>
                    <a:pt x="2488206" y="3563468"/>
                  </a:lnTo>
                  <a:lnTo>
                    <a:pt x="2488331" y="3563468"/>
                  </a:lnTo>
                  <a:lnTo>
                    <a:pt x="2488456" y="3563468"/>
                  </a:lnTo>
                  <a:lnTo>
                    <a:pt x="2488581" y="3563468"/>
                  </a:lnTo>
                  <a:lnTo>
                    <a:pt x="2488706" y="3563468"/>
                  </a:lnTo>
                  <a:lnTo>
                    <a:pt x="2488832" y="3563468"/>
                  </a:lnTo>
                  <a:lnTo>
                    <a:pt x="2488957" y="3563468"/>
                  </a:lnTo>
                  <a:lnTo>
                    <a:pt x="2489082" y="3563468"/>
                  </a:lnTo>
                  <a:lnTo>
                    <a:pt x="2489207" y="3563468"/>
                  </a:lnTo>
                  <a:lnTo>
                    <a:pt x="2489332" y="3563468"/>
                  </a:lnTo>
                  <a:lnTo>
                    <a:pt x="2489457" y="3563468"/>
                  </a:lnTo>
                  <a:lnTo>
                    <a:pt x="2489582" y="3563468"/>
                  </a:lnTo>
                  <a:lnTo>
                    <a:pt x="2489707" y="3563468"/>
                  </a:lnTo>
                  <a:lnTo>
                    <a:pt x="2489832" y="3563468"/>
                  </a:lnTo>
                  <a:lnTo>
                    <a:pt x="2489957" y="3563468"/>
                  </a:lnTo>
                  <a:lnTo>
                    <a:pt x="2490082" y="3563468"/>
                  </a:lnTo>
                  <a:lnTo>
                    <a:pt x="2490207" y="3563468"/>
                  </a:lnTo>
                  <a:lnTo>
                    <a:pt x="2490332" y="3563468"/>
                  </a:lnTo>
                  <a:lnTo>
                    <a:pt x="2490457" y="3563468"/>
                  </a:lnTo>
                  <a:lnTo>
                    <a:pt x="2490582" y="3563468"/>
                  </a:lnTo>
                  <a:lnTo>
                    <a:pt x="2490707" y="3563468"/>
                  </a:lnTo>
                  <a:lnTo>
                    <a:pt x="2490832" y="3563468"/>
                  </a:lnTo>
                  <a:lnTo>
                    <a:pt x="2490957" y="3563468"/>
                  </a:lnTo>
                  <a:lnTo>
                    <a:pt x="2491082" y="3563468"/>
                  </a:lnTo>
                  <a:lnTo>
                    <a:pt x="2491207" y="3563468"/>
                  </a:lnTo>
                  <a:lnTo>
                    <a:pt x="2491332" y="3563468"/>
                  </a:lnTo>
                  <a:lnTo>
                    <a:pt x="2491457" y="3563468"/>
                  </a:lnTo>
                  <a:lnTo>
                    <a:pt x="2491582" y="3563468"/>
                  </a:lnTo>
                  <a:lnTo>
                    <a:pt x="2491707" y="3563468"/>
                  </a:lnTo>
                  <a:lnTo>
                    <a:pt x="2491833" y="3563468"/>
                  </a:lnTo>
                  <a:lnTo>
                    <a:pt x="2491958" y="3563468"/>
                  </a:lnTo>
                  <a:lnTo>
                    <a:pt x="2492083" y="3563468"/>
                  </a:lnTo>
                  <a:lnTo>
                    <a:pt x="2492208" y="3563468"/>
                  </a:lnTo>
                  <a:lnTo>
                    <a:pt x="2492333" y="3563468"/>
                  </a:lnTo>
                  <a:lnTo>
                    <a:pt x="2492458" y="3563468"/>
                  </a:lnTo>
                  <a:lnTo>
                    <a:pt x="2492583" y="3563468"/>
                  </a:lnTo>
                  <a:lnTo>
                    <a:pt x="2492708" y="3563468"/>
                  </a:lnTo>
                  <a:lnTo>
                    <a:pt x="2492833" y="3563468"/>
                  </a:lnTo>
                  <a:lnTo>
                    <a:pt x="2492958" y="3563468"/>
                  </a:lnTo>
                  <a:lnTo>
                    <a:pt x="2493083" y="3563468"/>
                  </a:lnTo>
                  <a:lnTo>
                    <a:pt x="2493208" y="3563468"/>
                  </a:lnTo>
                  <a:lnTo>
                    <a:pt x="2493333" y="3563468"/>
                  </a:lnTo>
                  <a:lnTo>
                    <a:pt x="2493458" y="3563468"/>
                  </a:lnTo>
                  <a:lnTo>
                    <a:pt x="2493583" y="3563468"/>
                  </a:lnTo>
                  <a:lnTo>
                    <a:pt x="2493708" y="3563468"/>
                  </a:lnTo>
                  <a:lnTo>
                    <a:pt x="2493833" y="3563468"/>
                  </a:lnTo>
                  <a:lnTo>
                    <a:pt x="2493958" y="3563468"/>
                  </a:lnTo>
                  <a:lnTo>
                    <a:pt x="2494083" y="3563468"/>
                  </a:lnTo>
                  <a:lnTo>
                    <a:pt x="2494208" y="3563468"/>
                  </a:lnTo>
                  <a:lnTo>
                    <a:pt x="2494333" y="3563468"/>
                  </a:lnTo>
                  <a:lnTo>
                    <a:pt x="2494458" y="3563468"/>
                  </a:lnTo>
                  <a:lnTo>
                    <a:pt x="2494583" y="3563468"/>
                  </a:lnTo>
                  <a:lnTo>
                    <a:pt x="2494708" y="3563468"/>
                  </a:lnTo>
                  <a:lnTo>
                    <a:pt x="2494834" y="3563468"/>
                  </a:lnTo>
                  <a:lnTo>
                    <a:pt x="2494959" y="3563468"/>
                  </a:lnTo>
                  <a:lnTo>
                    <a:pt x="2495084" y="3563468"/>
                  </a:lnTo>
                  <a:lnTo>
                    <a:pt x="2495209" y="3563468"/>
                  </a:lnTo>
                  <a:lnTo>
                    <a:pt x="2495334" y="3563468"/>
                  </a:lnTo>
                  <a:lnTo>
                    <a:pt x="2495459" y="3563468"/>
                  </a:lnTo>
                  <a:lnTo>
                    <a:pt x="2495584" y="3563468"/>
                  </a:lnTo>
                  <a:lnTo>
                    <a:pt x="2495709" y="3563468"/>
                  </a:lnTo>
                  <a:lnTo>
                    <a:pt x="2495834" y="3563468"/>
                  </a:lnTo>
                  <a:lnTo>
                    <a:pt x="2495959" y="3563468"/>
                  </a:lnTo>
                  <a:lnTo>
                    <a:pt x="2496084" y="3563468"/>
                  </a:lnTo>
                  <a:lnTo>
                    <a:pt x="2496209" y="3563468"/>
                  </a:lnTo>
                  <a:lnTo>
                    <a:pt x="2496334" y="3563468"/>
                  </a:lnTo>
                  <a:lnTo>
                    <a:pt x="2496459" y="3563468"/>
                  </a:lnTo>
                  <a:lnTo>
                    <a:pt x="2496584" y="3563468"/>
                  </a:lnTo>
                  <a:lnTo>
                    <a:pt x="2496709" y="3563468"/>
                  </a:lnTo>
                  <a:lnTo>
                    <a:pt x="2496834" y="3563468"/>
                  </a:lnTo>
                  <a:lnTo>
                    <a:pt x="2496959" y="3563468"/>
                  </a:lnTo>
                  <a:lnTo>
                    <a:pt x="2497084" y="3563468"/>
                  </a:lnTo>
                  <a:lnTo>
                    <a:pt x="2497209" y="3563468"/>
                  </a:lnTo>
                  <a:lnTo>
                    <a:pt x="2497334" y="3563468"/>
                  </a:lnTo>
                  <a:lnTo>
                    <a:pt x="2497459" y="3563468"/>
                  </a:lnTo>
                  <a:lnTo>
                    <a:pt x="2497584" y="3563468"/>
                  </a:lnTo>
                  <a:lnTo>
                    <a:pt x="2497709" y="3563468"/>
                  </a:lnTo>
                  <a:lnTo>
                    <a:pt x="2497835" y="3563468"/>
                  </a:lnTo>
                  <a:lnTo>
                    <a:pt x="2497835" y="3553514"/>
                  </a:lnTo>
                  <a:lnTo>
                    <a:pt x="2497960" y="3553514"/>
                  </a:lnTo>
                  <a:lnTo>
                    <a:pt x="2498085" y="3553514"/>
                  </a:lnTo>
                  <a:lnTo>
                    <a:pt x="2498210" y="3553514"/>
                  </a:lnTo>
                  <a:lnTo>
                    <a:pt x="2498335" y="3553514"/>
                  </a:lnTo>
                  <a:lnTo>
                    <a:pt x="2498460" y="3553514"/>
                  </a:lnTo>
                  <a:lnTo>
                    <a:pt x="2498585" y="3553514"/>
                  </a:lnTo>
                  <a:lnTo>
                    <a:pt x="2498710" y="3553514"/>
                  </a:lnTo>
                  <a:lnTo>
                    <a:pt x="2498835" y="3553514"/>
                  </a:lnTo>
                  <a:lnTo>
                    <a:pt x="2498960" y="3553514"/>
                  </a:lnTo>
                  <a:lnTo>
                    <a:pt x="2499085" y="3553514"/>
                  </a:lnTo>
                  <a:lnTo>
                    <a:pt x="2499210" y="3553514"/>
                  </a:lnTo>
                  <a:lnTo>
                    <a:pt x="2499335" y="3553514"/>
                  </a:lnTo>
                  <a:lnTo>
                    <a:pt x="2499460" y="3553514"/>
                  </a:lnTo>
                  <a:lnTo>
                    <a:pt x="2499585" y="3553514"/>
                  </a:lnTo>
                  <a:lnTo>
                    <a:pt x="2499710" y="3553514"/>
                  </a:lnTo>
                  <a:lnTo>
                    <a:pt x="2499835" y="3553514"/>
                  </a:lnTo>
                  <a:lnTo>
                    <a:pt x="2499960" y="3553514"/>
                  </a:lnTo>
                  <a:lnTo>
                    <a:pt x="2500085" y="3553514"/>
                  </a:lnTo>
                  <a:lnTo>
                    <a:pt x="2500210" y="3553514"/>
                  </a:lnTo>
                  <a:lnTo>
                    <a:pt x="2500335" y="3553514"/>
                  </a:lnTo>
                  <a:lnTo>
                    <a:pt x="2500460" y="3553514"/>
                  </a:lnTo>
                  <a:lnTo>
                    <a:pt x="2500585" y="3553514"/>
                  </a:lnTo>
                  <a:lnTo>
                    <a:pt x="2500710" y="3553514"/>
                  </a:lnTo>
                  <a:lnTo>
                    <a:pt x="2500836" y="3553514"/>
                  </a:lnTo>
                  <a:lnTo>
                    <a:pt x="2500961" y="3553514"/>
                  </a:lnTo>
                  <a:lnTo>
                    <a:pt x="2501086" y="3553514"/>
                  </a:lnTo>
                  <a:lnTo>
                    <a:pt x="2501211" y="3553514"/>
                  </a:lnTo>
                  <a:lnTo>
                    <a:pt x="2501336" y="3553514"/>
                  </a:lnTo>
                  <a:lnTo>
                    <a:pt x="2501461" y="3553514"/>
                  </a:lnTo>
                  <a:lnTo>
                    <a:pt x="2501461" y="3543560"/>
                  </a:lnTo>
                  <a:lnTo>
                    <a:pt x="2501586" y="3543560"/>
                  </a:lnTo>
                  <a:lnTo>
                    <a:pt x="2501711" y="3543560"/>
                  </a:lnTo>
                  <a:lnTo>
                    <a:pt x="2501836" y="3543560"/>
                  </a:lnTo>
                  <a:lnTo>
                    <a:pt x="2501961" y="3543560"/>
                  </a:lnTo>
                  <a:lnTo>
                    <a:pt x="2502086" y="3543560"/>
                  </a:lnTo>
                  <a:lnTo>
                    <a:pt x="2502211" y="3543560"/>
                  </a:lnTo>
                  <a:lnTo>
                    <a:pt x="2502336" y="3543560"/>
                  </a:lnTo>
                  <a:lnTo>
                    <a:pt x="2502461" y="3543560"/>
                  </a:lnTo>
                  <a:lnTo>
                    <a:pt x="2502586" y="3543560"/>
                  </a:lnTo>
                  <a:lnTo>
                    <a:pt x="2502711" y="3543560"/>
                  </a:lnTo>
                  <a:lnTo>
                    <a:pt x="2502836" y="3543560"/>
                  </a:lnTo>
                  <a:lnTo>
                    <a:pt x="2502961" y="3543560"/>
                  </a:lnTo>
                  <a:lnTo>
                    <a:pt x="2503086" y="3543560"/>
                  </a:lnTo>
                  <a:lnTo>
                    <a:pt x="2503211" y="3543560"/>
                  </a:lnTo>
                  <a:lnTo>
                    <a:pt x="2503336" y="3543560"/>
                  </a:lnTo>
                  <a:lnTo>
                    <a:pt x="2503461" y="3543560"/>
                  </a:lnTo>
                  <a:lnTo>
                    <a:pt x="2503586" y="3543560"/>
                  </a:lnTo>
                  <a:lnTo>
                    <a:pt x="2503711" y="3543560"/>
                  </a:lnTo>
                  <a:lnTo>
                    <a:pt x="2503837" y="3543560"/>
                  </a:lnTo>
                  <a:lnTo>
                    <a:pt x="2503962" y="3543560"/>
                  </a:lnTo>
                  <a:lnTo>
                    <a:pt x="2504087" y="3543560"/>
                  </a:lnTo>
                  <a:lnTo>
                    <a:pt x="2504212" y="3543560"/>
                  </a:lnTo>
                  <a:lnTo>
                    <a:pt x="2504337" y="3543560"/>
                  </a:lnTo>
                  <a:lnTo>
                    <a:pt x="2504462" y="3543560"/>
                  </a:lnTo>
                  <a:lnTo>
                    <a:pt x="2504587" y="3543560"/>
                  </a:lnTo>
                  <a:lnTo>
                    <a:pt x="2504712" y="3543560"/>
                  </a:lnTo>
                  <a:lnTo>
                    <a:pt x="2504837" y="3543560"/>
                  </a:lnTo>
                  <a:lnTo>
                    <a:pt x="2504962" y="3543560"/>
                  </a:lnTo>
                  <a:lnTo>
                    <a:pt x="2505087" y="3543560"/>
                  </a:lnTo>
                  <a:lnTo>
                    <a:pt x="2505212" y="3543560"/>
                  </a:lnTo>
                  <a:lnTo>
                    <a:pt x="2505337" y="3543560"/>
                  </a:lnTo>
                  <a:lnTo>
                    <a:pt x="2505462" y="3543560"/>
                  </a:lnTo>
                  <a:lnTo>
                    <a:pt x="2505587" y="3543560"/>
                  </a:lnTo>
                  <a:lnTo>
                    <a:pt x="2505712" y="3543560"/>
                  </a:lnTo>
                  <a:lnTo>
                    <a:pt x="2505837" y="3543560"/>
                  </a:lnTo>
                  <a:lnTo>
                    <a:pt x="2505837" y="3533607"/>
                  </a:lnTo>
                  <a:lnTo>
                    <a:pt x="2505962" y="3533607"/>
                  </a:lnTo>
                  <a:lnTo>
                    <a:pt x="2506087" y="3533607"/>
                  </a:lnTo>
                  <a:lnTo>
                    <a:pt x="2506212" y="3533607"/>
                  </a:lnTo>
                  <a:lnTo>
                    <a:pt x="2506337" y="3533607"/>
                  </a:lnTo>
                  <a:lnTo>
                    <a:pt x="2506462" y="3533607"/>
                  </a:lnTo>
                  <a:lnTo>
                    <a:pt x="2506587" y="3533607"/>
                  </a:lnTo>
                  <a:lnTo>
                    <a:pt x="2506712" y="3533607"/>
                  </a:lnTo>
                  <a:lnTo>
                    <a:pt x="2506838" y="3533607"/>
                  </a:lnTo>
                  <a:lnTo>
                    <a:pt x="2506963" y="3533607"/>
                  </a:lnTo>
                  <a:lnTo>
                    <a:pt x="2507088" y="3533607"/>
                  </a:lnTo>
                  <a:lnTo>
                    <a:pt x="2507213" y="3533607"/>
                  </a:lnTo>
                  <a:lnTo>
                    <a:pt x="2507338" y="3533607"/>
                  </a:lnTo>
                  <a:lnTo>
                    <a:pt x="2507463" y="3533607"/>
                  </a:lnTo>
                  <a:lnTo>
                    <a:pt x="2507588" y="3533607"/>
                  </a:lnTo>
                  <a:lnTo>
                    <a:pt x="2507713" y="3533607"/>
                  </a:lnTo>
                  <a:lnTo>
                    <a:pt x="2507838" y="3533607"/>
                  </a:lnTo>
                  <a:lnTo>
                    <a:pt x="2507963" y="3533607"/>
                  </a:lnTo>
                  <a:lnTo>
                    <a:pt x="2508088" y="3533607"/>
                  </a:lnTo>
                  <a:lnTo>
                    <a:pt x="2508213" y="3533607"/>
                  </a:lnTo>
                  <a:lnTo>
                    <a:pt x="2508338" y="3533607"/>
                  </a:lnTo>
                  <a:lnTo>
                    <a:pt x="2508463" y="3533607"/>
                  </a:lnTo>
                  <a:lnTo>
                    <a:pt x="2508588" y="3533607"/>
                  </a:lnTo>
                  <a:lnTo>
                    <a:pt x="2508713" y="3533607"/>
                  </a:lnTo>
                  <a:lnTo>
                    <a:pt x="2508838" y="3533607"/>
                  </a:lnTo>
                  <a:lnTo>
                    <a:pt x="2508963" y="3533607"/>
                  </a:lnTo>
                  <a:lnTo>
                    <a:pt x="2509088" y="3533607"/>
                  </a:lnTo>
                  <a:lnTo>
                    <a:pt x="2509213" y="3533607"/>
                  </a:lnTo>
                  <a:lnTo>
                    <a:pt x="2509338" y="3533607"/>
                  </a:lnTo>
                  <a:lnTo>
                    <a:pt x="2509463" y="3533607"/>
                  </a:lnTo>
                  <a:lnTo>
                    <a:pt x="2509588" y="3533607"/>
                  </a:lnTo>
                  <a:lnTo>
                    <a:pt x="2509713" y="3533607"/>
                  </a:lnTo>
                  <a:lnTo>
                    <a:pt x="2509839" y="3533607"/>
                  </a:lnTo>
                  <a:lnTo>
                    <a:pt x="2509964" y="3533607"/>
                  </a:lnTo>
                  <a:lnTo>
                    <a:pt x="2510089" y="3533607"/>
                  </a:lnTo>
                  <a:lnTo>
                    <a:pt x="2510214" y="3533607"/>
                  </a:lnTo>
                  <a:lnTo>
                    <a:pt x="2510339" y="3533607"/>
                  </a:lnTo>
                  <a:lnTo>
                    <a:pt x="2510464" y="3533607"/>
                  </a:lnTo>
                  <a:lnTo>
                    <a:pt x="2510589" y="3533607"/>
                  </a:lnTo>
                  <a:lnTo>
                    <a:pt x="2510714" y="3533607"/>
                  </a:lnTo>
                  <a:lnTo>
                    <a:pt x="2510839" y="3533607"/>
                  </a:lnTo>
                  <a:lnTo>
                    <a:pt x="2510964" y="3533607"/>
                  </a:lnTo>
                  <a:lnTo>
                    <a:pt x="2511089" y="3533607"/>
                  </a:lnTo>
                  <a:lnTo>
                    <a:pt x="2511214" y="3533607"/>
                  </a:lnTo>
                  <a:lnTo>
                    <a:pt x="2511339" y="3533607"/>
                  </a:lnTo>
                  <a:lnTo>
                    <a:pt x="2511464" y="3533607"/>
                  </a:lnTo>
                  <a:lnTo>
                    <a:pt x="2511589" y="3533607"/>
                  </a:lnTo>
                  <a:lnTo>
                    <a:pt x="2511714" y="3533607"/>
                  </a:lnTo>
                  <a:lnTo>
                    <a:pt x="2511839" y="3533607"/>
                  </a:lnTo>
                  <a:lnTo>
                    <a:pt x="2511964" y="3533607"/>
                  </a:lnTo>
                  <a:lnTo>
                    <a:pt x="2512089" y="3533607"/>
                  </a:lnTo>
                  <a:lnTo>
                    <a:pt x="2512214" y="3533607"/>
                  </a:lnTo>
                  <a:lnTo>
                    <a:pt x="2512339" y="3533607"/>
                  </a:lnTo>
                  <a:lnTo>
                    <a:pt x="2512464" y="3533607"/>
                  </a:lnTo>
                  <a:lnTo>
                    <a:pt x="2512589" y="3533607"/>
                  </a:lnTo>
                  <a:lnTo>
                    <a:pt x="2512714" y="3533607"/>
                  </a:lnTo>
                  <a:lnTo>
                    <a:pt x="2512840" y="3533607"/>
                  </a:lnTo>
                  <a:lnTo>
                    <a:pt x="2512965" y="3533607"/>
                  </a:lnTo>
                  <a:lnTo>
                    <a:pt x="2513090" y="3533607"/>
                  </a:lnTo>
                  <a:lnTo>
                    <a:pt x="2513215" y="3533607"/>
                  </a:lnTo>
                  <a:lnTo>
                    <a:pt x="2513340" y="3533607"/>
                  </a:lnTo>
                  <a:lnTo>
                    <a:pt x="2513465" y="3533607"/>
                  </a:lnTo>
                  <a:lnTo>
                    <a:pt x="2513590" y="3533607"/>
                  </a:lnTo>
                  <a:lnTo>
                    <a:pt x="2513715" y="3533607"/>
                  </a:lnTo>
                  <a:lnTo>
                    <a:pt x="2513840" y="3533607"/>
                  </a:lnTo>
                  <a:lnTo>
                    <a:pt x="2513965" y="3533607"/>
                  </a:lnTo>
                  <a:lnTo>
                    <a:pt x="2514090" y="3533607"/>
                  </a:lnTo>
                  <a:lnTo>
                    <a:pt x="2514215" y="3533607"/>
                  </a:lnTo>
                  <a:lnTo>
                    <a:pt x="2514340" y="3533607"/>
                  </a:lnTo>
                  <a:lnTo>
                    <a:pt x="2514465" y="3533607"/>
                  </a:lnTo>
                  <a:lnTo>
                    <a:pt x="2514590" y="3533607"/>
                  </a:lnTo>
                  <a:lnTo>
                    <a:pt x="2514715" y="3533607"/>
                  </a:lnTo>
                  <a:lnTo>
                    <a:pt x="2514840" y="3533607"/>
                  </a:lnTo>
                  <a:lnTo>
                    <a:pt x="2514965" y="3533607"/>
                  </a:lnTo>
                  <a:lnTo>
                    <a:pt x="2515090" y="3533607"/>
                  </a:lnTo>
                  <a:lnTo>
                    <a:pt x="2515215" y="3533607"/>
                  </a:lnTo>
                  <a:lnTo>
                    <a:pt x="2515340" y="3533607"/>
                  </a:lnTo>
                  <a:lnTo>
                    <a:pt x="2515465" y="3533607"/>
                  </a:lnTo>
                  <a:lnTo>
                    <a:pt x="2515590" y="3533607"/>
                  </a:lnTo>
                  <a:lnTo>
                    <a:pt x="2515715" y="3533607"/>
                  </a:lnTo>
                  <a:lnTo>
                    <a:pt x="2515841" y="3533607"/>
                  </a:lnTo>
                  <a:lnTo>
                    <a:pt x="2515966" y="3533607"/>
                  </a:lnTo>
                  <a:lnTo>
                    <a:pt x="2516091" y="3533607"/>
                  </a:lnTo>
                  <a:lnTo>
                    <a:pt x="2516216" y="3533607"/>
                  </a:lnTo>
                  <a:lnTo>
                    <a:pt x="2516341" y="3533607"/>
                  </a:lnTo>
                  <a:lnTo>
                    <a:pt x="2516466" y="3533607"/>
                  </a:lnTo>
                  <a:lnTo>
                    <a:pt x="2516591" y="3533607"/>
                  </a:lnTo>
                  <a:lnTo>
                    <a:pt x="2516716" y="3533607"/>
                  </a:lnTo>
                  <a:lnTo>
                    <a:pt x="2516841" y="3533607"/>
                  </a:lnTo>
                  <a:lnTo>
                    <a:pt x="2516966" y="3533607"/>
                  </a:lnTo>
                  <a:lnTo>
                    <a:pt x="2517091" y="3533607"/>
                  </a:lnTo>
                  <a:lnTo>
                    <a:pt x="2517216" y="3533607"/>
                  </a:lnTo>
                  <a:lnTo>
                    <a:pt x="2517341" y="3533607"/>
                  </a:lnTo>
                  <a:lnTo>
                    <a:pt x="2517466" y="3533607"/>
                  </a:lnTo>
                  <a:lnTo>
                    <a:pt x="2517591" y="3533607"/>
                  </a:lnTo>
                  <a:lnTo>
                    <a:pt x="2517716" y="3533607"/>
                  </a:lnTo>
                  <a:lnTo>
                    <a:pt x="2517841" y="3533607"/>
                  </a:lnTo>
                  <a:lnTo>
                    <a:pt x="2517966" y="3533607"/>
                  </a:lnTo>
                  <a:lnTo>
                    <a:pt x="2518091" y="3533607"/>
                  </a:lnTo>
                  <a:lnTo>
                    <a:pt x="2518216" y="3533607"/>
                  </a:lnTo>
                  <a:lnTo>
                    <a:pt x="2518341" y="3533607"/>
                  </a:lnTo>
                  <a:lnTo>
                    <a:pt x="2518466" y="3533607"/>
                  </a:lnTo>
                  <a:lnTo>
                    <a:pt x="2518591" y="3533607"/>
                  </a:lnTo>
                  <a:lnTo>
                    <a:pt x="2518716" y="3533607"/>
                  </a:lnTo>
                  <a:lnTo>
                    <a:pt x="2518842" y="3533607"/>
                  </a:lnTo>
                  <a:lnTo>
                    <a:pt x="2518967" y="3533607"/>
                  </a:lnTo>
                  <a:lnTo>
                    <a:pt x="2519092" y="3533607"/>
                  </a:lnTo>
                  <a:lnTo>
                    <a:pt x="2519217" y="3533607"/>
                  </a:lnTo>
                  <a:lnTo>
                    <a:pt x="2519342" y="3533607"/>
                  </a:lnTo>
                  <a:lnTo>
                    <a:pt x="2519467" y="3533607"/>
                  </a:lnTo>
                  <a:lnTo>
                    <a:pt x="2519592" y="3533607"/>
                  </a:lnTo>
                  <a:lnTo>
                    <a:pt x="2519717" y="3533607"/>
                  </a:lnTo>
                  <a:lnTo>
                    <a:pt x="2519842" y="3533607"/>
                  </a:lnTo>
                  <a:lnTo>
                    <a:pt x="2519967" y="3533607"/>
                  </a:lnTo>
                  <a:lnTo>
                    <a:pt x="2520092" y="3533607"/>
                  </a:lnTo>
                  <a:lnTo>
                    <a:pt x="2520217" y="3533607"/>
                  </a:lnTo>
                  <a:lnTo>
                    <a:pt x="2520342" y="3533607"/>
                  </a:lnTo>
                  <a:lnTo>
                    <a:pt x="2520467" y="3533607"/>
                  </a:lnTo>
                  <a:lnTo>
                    <a:pt x="2520592" y="3533607"/>
                  </a:lnTo>
                  <a:lnTo>
                    <a:pt x="2520717" y="3533607"/>
                  </a:lnTo>
                  <a:lnTo>
                    <a:pt x="2520842" y="3533607"/>
                  </a:lnTo>
                  <a:lnTo>
                    <a:pt x="2520842" y="3523653"/>
                  </a:lnTo>
                  <a:lnTo>
                    <a:pt x="2520967" y="3523653"/>
                  </a:lnTo>
                  <a:lnTo>
                    <a:pt x="2521092" y="3523653"/>
                  </a:lnTo>
                  <a:lnTo>
                    <a:pt x="2521217" y="3523653"/>
                  </a:lnTo>
                  <a:lnTo>
                    <a:pt x="2521342" y="3523653"/>
                  </a:lnTo>
                  <a:lnTo>
                    <a:pt x="2521467" y="3523653"/>
                  </a:lnTo>
                  <a:lnTo>
                    <a:pt x="2521592" y="3523653"/>
                  </a:lnTo>
                  <a:lnTo>
                    <a:pt x="2521717" y="3523653"/>
                  </a:lnTo>
                  <a:lnTo>
                    <a:pt x="2521843" y="3523653"/>
                  </a:lnTo>
                  <a:lnTo>
                    <a:pt x="2521968" y="3523653"/>
                  </a:lnTo>
                  <a:lnTo>
                    <a:pt x="2522093" y="3523653"/>
                  </a:lnTo>
                  <a:lnTo>
                    <a:pt x="2522218" y="3523653"/>
                  </a:lnTo>
                  <a:lnTo>
                    <a:pt x="2522343" y="3523653"/>
                  </a:lnTo>
                  <a:lnTo>
                    <a:pt x="2522468" y="3523653"/>
                  </a:lnTo>
                  <a:lnTo>
                    <a:pt x="2522593" y="3523653"/>
                  </a:lnTo>
                  <a:lnTo>
                    <a:pt x="2522718" y="3523653"/>
                  </a:lnTo>
                  <a:lnTo>
                    <a:pt x="2522843" y="3523653"/>
                  </a:lnTo>
                  <a:lnTo>
                    <a:pt x="2522968" y="3523653"/>
                  </a:lnTo>
                  <a:lnTo>
                    <a:pt x="2523093" y="3523653"/>
                  </a:lnTo>
                  <a:lnTo>
                    <a:pt x="2523218" y="3523653"/>
                  </a:lnTo>
                  <a:lnTo>
                    <a:pt x="2523343" y="3523653"/>
                  </a:lnTo>
                  <a:lnTo>
                    <a:pt x="2523468" y="3523653"/>
                  </a:lnTo>
                  <a:lnTo>
                    <a:pt x="2523593" y="3523653"/>
                  </a:lnTo>
                  <a:lnTo>
                    <a:pt x="2523718" y="3523653"/>
                  </a:lnTo>
                  <a:lnTo>
                    <a:pt x="2523843" y="3523653"/>
                  </a:lnTo>
                  <a:lnTo>
                    <a:pt x="2523968" y="3523653"/>
                  </a:lnTo>
                  <a:lnTo>
                    <a:pt x="2524093" y="3523653"/>
                  </a:lnTo>
                  <a:lnTo>
                    <a:pt x="2524218" y="3523653"/>
                  </a:lnTo>
                  <a:lnTo>
                    <a:pt x="2524343" y="3523653"/>
                  </a:lnTo>
                  <a:lnTo>
                    <a:pt x="2524468" y="3523653"/>
                  </a:lnTo>
                  <a:lnTo>
                    <a:pt x="2524593" y="3523653"/>
                  </a:lnTo>
                  <a:lnTo>
                    <a:pt x="2524719" y="3523653"/>
                  </a:lnTo>
                  <a:lnTo>
                    <a:pt x="2524844" y="3523653"/>
                  </a:lnTo>
                  <a:lnTo>
                    <a:pt x="2524969" y="3523653"/>
                  </a:lnTo>
                  <a:lnTo>
                    <a:pt x="2525094" y="3523653"/>
                  </a:lnTo>
                  <a:lnTo>
                    <a:pt x="2525219" y="3523653"/>
                  </a:lnTo>
                  <a:lnTo>
                    <a:pt x="2525344" y="3523653"/>
                  </a:lnTo>
                  <a:lnTo>
                    <a:pt x="2525469" y="3523653"/>
                  </a:lnTo>
                  <a:lnTo>
                    <a:pt x="2525594" y="3523653"/>
                  </a:lnTo>
                  <a:lnTo>
                    <a:pt x="2525719" y="3523653"/>
                  </a:lnTo>
                  <a:lnTo>
                    <a:pt x="2525844" y="3523653"/>
                  </a:lnTo>
                  <a:lnTo>
                    <a:pt x="2525969" y="3523653"/>
                  </a:lnTo>
                  <a:lnTo>
                    <a:pt x="2526094" y="3523653"/>
                  </a:lnTo>
                  <a:lnTo>
                    <a:pt x="2526219" y="3523653"/>
                  </a:lnTo>
                  <a:lnTo>
                    <a:pt x="2526344" y="3523653"/>
                  </a:lnTo>
                  <a:lnTo>
                    <a:pt x="2526469" y="3523653"/>
                  </a:lnTo>
                  <a:lnTo>
                    <a:pt x="2526594" y="3523653"/>
                  </a:lnTo>
                  <a:lnTo>
                    <a:pt x="2526719" y="3523653"/>
                  </a:lnTo>
                  <a:lnTo>
                    <a:pt x="2526844" y="3523653"/>
                  </a:lnTo>
                  <a:lnTo>
                    <a:pt x="2526969" y="3523653"/>
                  </a:lnTo>
                  <a:lnTo>
                    <a:pt x="2527094" y="3523653"/>
                  </a:lnTo>
                  <a:lnTo>
                    <a:pt x="2527219" y="3523653"/>
                  </a:lnTo>
                  <a:lnTo>
                    <a:pt x="2527344" y="3523653"/>
                  </a:lnTo>
                  <a:lnTo>
                    <a:pt x="2527469" y="3523653"/>
                  </a:lnTo>
                  <a:lnTo>
                    <a:pt x="2527594" y="3523653"/>
                  </a:lnTo>
                  <a:lnTo>
                    <a:pt x="2527720" y="3523653"/>
                  </a:lnTo>
                  <a:lnTo>
                    <a:pt x="2527845" y="3523653"/>
                  </a:lnTo>
                  <a:lnTo>
                    <a:pt x="2527970" y="3523653"/>
                  </a:lnTo>
                  <a:lnTo>
                    <a:pt x="2528095" y="3523653"/>
                  </a:lnTo>
                  <a:lnTo>
                    <a:pt x="2528220" y="3523653"/>
                  </a:lnTo>
                  <a:lnTo>
                    <a:pt x="2528345" y="3523653"/>
                  </a:lnTo>
                  <a:lnTo>
                    <a:pt x="2528470" y="3523653"/>
                  </a:lnTo>
                  <a:lnTo>
                    <a:pt x="2528595" y="3523653"/>
                  </a:lnTo>
                  <a:lnTo>
                    <a:pt x="2528720" y="3523653"/>
                  </a:lnTo>
                  <a:lnTo>
                    <a:pt x="2528845" y="3523653"/>
                  </a:lnTo>
                  <a:lnTo>
                    <a:pt x="2528970" y="3523653"/>
                  </a:lnTo>
                  <a:lnTo>
                    <a:pt x="2529095" y="3523653"/>
                  </a:lnTo>
                  <a:lnTo>
                    <a:pt x="2529220" y="3523653"/>
                  </a:lnTo>
                  <a:lnTo>
                    <a:pt x="2529345" y="3523653"/>
                  </a:lnTo>
                  <a:lnTo>
                    <a:pt x="2529470" y="3523653"/>
                  </a:lnTo>
                  <a:lnTo>
                    <a:pt x="2529595" y="3523653"/>
                  </a:lnTo>
                  <a:lnTo>
                    <a:pt x="2529720" y="3523653"/>
                  </a:lnTo>
                  <a:lnTo>
                    <a:pt x="2529845" y="3523653"/>
                  </a:lnTo>
                  <a:lnTo>
                    <a:pt x="2529970" y="3523653"/>
                  </a:lnTo>
                  <a:lnTo>
                    <a:pt x="2530095" y="3523653"/>
                  </a:lnTo>
                  <a:lnTo>
                    <a:pt x="2530220" y="3523653"/>
                  </a:lnTo>
                  <a:lnTo>
                    <a:pt x="2530345" y="3523653"/>
                  </a:lnTo>
                  <a:lnTo>
                    <a:pt x="2530470" y="3523653"/>
                  </a:lnTo>
                  <a:lnTo>
                    <a:pt x="2530595" y="3523653"/>
                  </a:lnTo>
                  <a:lnTo>
                    <a:pt x="2530721" y="3523653"/>
                  </a:lnTo>
                  <a:lnTo>
                    <a:pt x="2530846" y="3523653"/>
                  </a:lnTo>
                  <a:lnTo>
                    <a:pt x="2530971" y="3523653"/>
                  </a:lnTo>
                  <a:lnTo>
                    <a:pt x="2530971" y="3513699"/>
                  </a:lnTo>
                  <a:lnTo>
                    <a:pt x="2531096" y="3513699"/>
                  </a:lnTo>
                  <a:lnTo>
                    <a:pt x="2531221" y="3513699"/>
                  </a:lnTo>
                  <a:lnTo>
                    <a:pt x="2531346" y="3513699"/>
                  </a:lnTo>
                  <a:lnTo>
                    <a:pt x="2531471" y="3513699"/>
                  </a:lnTo>
                  <a:lnTo>
                    <a:pt x="2531596" y="3513699"/>
                  </a:lnTo>
                  <a:lnTo>
                    <a:pt x="2531721" y="3513699"/>
                  </a:lnTo>
                  <a:lnTo>
                    <a:pt x="2531846" y="3513699"/>
                  </a:lnTo>
                  <a:lnTo>
                    <a:pt x="2531971" y="3513699"/>
                  </a:lnTo>
                  <a:lnTo>
                    <a:pt x="2532096" y="3513699"/>
                  </a:lnTo>
                  <a:lnTo>
                    <a:pt x="2532221" y="3513699"/>
                  </a:lnTo>
                  <a:lnTo>
                    <a:pt x="2532346" y="3513699"/>
                  </a:lnTo>
                  <a:lnTo>
                    <a:pt x="2532471" y="3513699"/>
                  </a:lnTo>
                  <a:lnTo>
                    <a:pt x="2532596" y="3513699"/>
                  </a:lnTo>
                  <a:lnTo>
                    <a:pt x="2532721" y="3513699"/>
                  </a:lnTo>
                  <a:lnTo>
                    <a:pt x="2532846" y="3513699"/>
                  </a:lnTo>
                  <a:lnTo>
                    <a:pt x="2532971" y="3513699"/>
                  </a:lnTo>
                  <a:lnTo>
                    <a:pt x="2533096" y="3513699"/>
                  </a:lnTo>
                  <a:lnTo>
                    <a:pt x="2533221" y="3513699"/>
                  </a:lnTo>
                  <a:lnTo>
                    <a:pt x="2533346" y="3513699"/>
                  </a:lnTo>
                  <a:lnTo>
                    <a:pt x="2533471" y="3513699"/>
                  </a:lnTo>
                  <a:lnTo>
                    <a:pt x="2533596" y="3513699"/>
                  </a:lnTo>
                  <a:lnTo>
                    <a:pt x="2533722" y="3513699"/>
                  </a:lnTo>
                  <a:lnTo>
                    <a:pt x="2533847" y="3513699"/>
                  </a:lnTo>
                  <a:lnTo>
                    <a:pt x="2533972" y="3513699"/>
                  </a:lnTo>
                  <a:lnTo>
                    <a:pt x="2534097" y="3513699"/>
                  </a:lnTo>
                  <a:lnTo>
                    <a:pt x="2534222" y="3513699"/>
                  </a:lnTo>
                  <a:lnTo>
                    <a:pt x="2534347" y="3513699"/>
                  </a:lnTo>
                  <a:lnTo>
                    <a:pt x="2534472" y="3513699"/>
                  </a:lnTo>
                  <a:lnTo>
                    <a:pt x="2534597" y="3513699"/>
                  </a:lnTo>
                  <a:lnTo>
                    <a:pt x="2534722" y="3513699"/>
                  </a:lnTo>
                  <a:lnTo>
                    <a:pt x="2534847" y="3513699"/>
                  </a:lnTo>
                  <a:lnTo>
                    <a:pt x="2534972" y="3513699"/>
                  </a:lnTo>
                  <a:lnTo>
                    <a:pt x="2534972" y="3503745"/>
                  </a:lnTo>
                  <a:lnTo>
                    <a:pt x="2535097" y="3503745"/>
                  </a:lnTo>
                  <a:lnTo>
                    <a:pt x="2535222" y="3503745"/>
                  </a:lnTo>
                  <a:lnTo>
                    <a:pt x="2535347" y="3503745"/>
                  </a:lnTo>
                  <a:lnTo>
                    <a:pt x="2535472" y="3503745"/>
                  </a:lnTo>
                  <a:lnTo>
                    <a:pt x="2535597" y="3503745"/>
                  </a:lnTo>
                  <a:lnTo>
                    <a:pt x="2535722" y="3503745"/>
                  </a:lnTo>
                  <a:lnTo>
                    <a:pt x="2535847" y="3503745"/>
                  </a:lnTo>
                  <a:lnTo>
                    <a:pt x="2535972" y="3503745"/>
                  </a:lnTo>
                  <a:lnTo>
                    <a:pt x="2536097" y="3503745"/>
                  </a:lnTo>
                  <a:lnTo>
                    <a:pt x="2536222" y="3503745"/>
                  </a:lnTo>
                  <a:lnTo>
                    <a:pt x="2536347" y="3503745"/>
                  </a:lnTo>
                  <a:lnTo>
                    <a:pt x="2536472" y="3503745"/>
                  </a:lnTo>
                  <a:lnTo>
                    <a:pt x="2536597" y="3503745"/>
                  </a:lnTo>
                  <a:lnTo>
                    <a:pt x="2536723" y="3503745"/>
                  </a:lnTo>
                  <a:lnTo>
                    <a:pt x="2536848" y="3503745"/>
                  </a:lnTo>
                  <a:lnTo>
                    <a:pt x="2536973" y="3503745"/>
                  </a:lnTo>
                  <a:lnTo>
                    <a:pt x="2537098" y="3503745"/>
                  </a:lnTo>
                  <a:lnTo>
                    <a:pt x="2537223" y="3503745"/>
                  </a:lnTo>
                  <a:lnTo>
                    <a:pt x="2537348" y="3503745"/>
                  </a:lnTo>
                  <a:lnTo>
                    <a:pt x="2537473" y="3503745"/>
                  </a:lnTo>
                  <a:lnTo>
                    <a:pt x="2537598" y="3503745"/>
                  </a:lnTo>
                  <a:lnTo>
                    <a:pt x="2537723" y="3503745"/>
                  </a:lnTo>
                  <a:lnTo>
                    <a:pt x="2537848" y="3503745"/>
                  </a:lnTo>
                  <a:lnTo>
                    <a:pt x="2537973" y="3503745"/>
                  </a:lnTo>
                  <a:lnTo>
                    <a:pt x="2538098" y="3503745"/>
                  </a:lnTo>
                  <a:lnTo>
                    <a:pt x="2538223" y="3503745"/>
                  </a:lnTo>
                  <a:lnTo>
                    <a:pt x="2538348" y="3503745"/>
                  </a:lnTo>
                  <a:lnTo>
                    <a:pt x="2538473" y="3503745"/>
                  </a:lnTo>
                  <a:lnTo>
                    <a:pt x="2538598" y="3503745"/>
                  </a:lnTo>
                  <a:lnTo>
                    <a:pt x="2538723" y="3503745"/>
                  </a:lnTo>
                  <a:lnTo>
                    <a:pt x="2538848" y="3503745"/>
                  </a:lnTo>
                  <a:lnTo>
                    <a:pt x="2538973" y="3503745"/>
                  </a:lnTo>
                  <a:lnTo>
                    <a:pt x="2539098" y="3503745"/>
                  </a:lnTo>
                  <a:lnTo>
                    <a:pt x="2539223" y="3503745"/>
                  </a:lnTo>
                  <a:lnTo>
                    <a:pt x="2539348" y="3503745"/>
                  </a:lnTo>
                  <a:lnTo>
                    <a:pt x="2539473" y="3503745"/>
                  </a:lnTo>
                  <a:lnTo>
                    <a:pt x="2539598" y="3503745"/>
                  </a:lnTo>
                  <a:lnTo>
                    <a:pt x="2539724" y="3503745"/>
                  </a:lnTo>
                  <a:lnTo>
                    <a:pt x="2539849" y="3503745"/>
                  </a:lnTo>
                  <a:lnTo>
                    <a:pt x="2539974" y="3503745"/>
                  </a:lnTo>
                  <a:lnTo>
                    <a:pt x="2540099" y="3503745"/>
                  </a:lnTo>
                  <a:lnTo>
                    <a:pt x="2540224" y="3503745"/>
                  </a:lnTo>
                  <a:lnTo>
                    <a:pt x="2540349" y="3503745"/>
                  </a:lnTo>
                  <a:lnTo>
                    <a:pt x="2540474" y="3503745"/>
                  </a:lnTo>
                  <a:lnTo>
                    <a:pt x="2540599" y="3503745"/>
                  </a:lnTo>
                  <a:lnTo>
                    <a:pt x="2540724" y="3503745"/>
                  </a:lnTo>
                  <a:lnTo>
                    <a:pt x="2540849" y="3503745"/>
                  </a:lnTo>
                  <a:lnTo>
                    <a:pt x="2540974" y="3503745"/>
                  </a:lnTo>
                  <a:lnTo>
                    <a:pt x="2541099" y="3503745"/>
                  </a:lnTo>
                  <a:lnTo>
                    <a:pt x="2541224" y="3503745"/>
                  </a:lnTo>
                  <a:lnTo>
                    <a:pt x="2541349" y="3503745"/>
                  </a:lnTo>
                  <a:lnTo>
                    <a:pt x="2541474" y="3503745"/>
                  </a:lnTo>
                  <a:lnTo>
                    <a:pt x="2541599" y="3503745"/>
                  </a:lnTo>
                  <a:lnTo>
                    <a:pt x="2541724" y="3503745"/>
                  </a:lnTo>
                  <a:lnTo>
                    <a:pt x="2541849" y="3503745"/>
                  </a:lnTo>
                  <a:lnTo>
                    <a:pt x="2541974" y="3503745"/>
                  </a:lnTo>
                  <a:lnTo>
                    <a:pt x="2542099" y="3503745"/>
                  </a:lnTo>
                  <a:lnTo>
                    <a:pt x="2542224" y="3503745"/>
                  </a:lnTo>
                  <a:lnTo>
                    <a:pt x="2542349" y="3503745"/>
                  </a:lnTo>
                  <a:lnTo>
                    <a:pt x="2542474" y="3503745"/>
                  </a:lnTo>
                  <a:lnTo>
                    <a:pt x="2542599" y="3503745"/>
                  </a:lnTo>
                  <a:lnTo>
                    <a:pt x="2542725" y="3503745"/>
                  </a:lnTo>
                  <a:lnTo>
                    <a:pt x="2542850" y="3503745"/>
                  </a:lnTo>
                  <a:lnTo>
                    <a:pt x="2542975" y="3503745"/>
                  </a:lnTo>
                  <a:lnTo>
                    <a:pt x="2543100" y="3503745"/>
                  </a:lnTo>
                  <a:lnTo>
                    <a:pt x="2543225" y="3503745"/>
                  </a:lnTo>
                  <a:lnTo>
                    <a:pt x="2543350" y="3503745"/>
                  </a:lnTo>
                  <a:lnTo>
                    <a:pt x="2543475" y="3503745"/>
                  </a:lnTo>
                  <a:lnTo>
                    <a:pt x="2543600" y="3503745"/>
                  </a:lnTo>
                  <a:lnTo>
                    <a:pt x="2543725" y="3503745"/>
                  </a:lnTo>
                  <a:lnTo>
                    <a:pt x="2543850" y="3503745"/>
                  </a:lnTo>
                  <a:lnTo>
                    <a:pt x="2543975" y="3503745"/>
                  </a:lnTo>
                  <a:lnTo>
                    <a:pt x="2544100" y="3503745"/>
                  </a:lnTo>
                  <a:lnTo>
                    <a:pt x="2544225" y="3503745"/>
                  </a:lnTo>
                  <a:lnTo>
                    <a:pt x="2544350" y="3503745"/>
                  </a:lnTo>
                  <a:lnTo>
                    <a:pt x="2544475" y="3503745"/>
                  </a:lnTo>
                  <a:lnTo>
                    <a:pt x="2544600" y="3503745"/>
                  </a:lnTo>
                  <a:lnTo>
                    <a:pt x="2544725" y="3503745"/>
                  </a:lnTo>
                  <a:lnTo>
                    <a:pt x="2544850" y="3503745"/>
                  </a:lnTo>
                  <a:lnTo>
                    <a:pt x="2544975" y="3503745"/>
                  </a:lnTo>
                  <a:lnTo>
                    <a:pt x="2544975" y="3493791"/>
                  </a:lnTo>
                  <a:lnTo>
                    <a:pt x="2545100" y="3493791"/>
                  </a:lnTo>
                  <a:lnTo>
                    <a:pt x="2545225" y="3493791"/>
                  </a:lnTo>
                  <a:lnTo>
                    <a:pt x="2545350" y="3493791"/>
                  </a:lnTo>
                  <a:lnTo>
                    <a:pt x="2545475" y="3493791"/>
                  </a:lnTo>
                  <a:lnTo>
                    <a:pt x="2545600" y="3493791"/>
                  </a:lnTo>
                  <a:lnTo>
                    <a:pt x="2545726" y="3493791"/>
                  </a:lnTo>
                  <a:lnTo>
                    <a:pt x="2545851" y="3493791"/>
                  </a:lnTo>
                  <a:lnTo>
                    <a:pt x="2545976" y="3493791"/>
                  </a:lnTo>
                  <a:lnTo>
                    <a:pt x="2546101" y="3493791"/>
                  </a:lnTo>
                  <a:lnTo>
                    <a:pt x="2546226" y="3493791"/>
                  </a:lnTo>
                  <a:lnTo>
                    <a:pt x="2546351" y="3493791"/>
                  </a:lnTo>
                  <a:lnTo>
                    <a:pt x="2546476" y="3493791"/>
                  </a:lnTo>
                  <a:lnTo>
                    <a:pt x="2546601" y="3493791"/>
                  </a:lnTo>
                  <a:lnTo>
                    <a:pt x="2546726" y="3493791"/>
                  </a:lnTo>
                  <a:lnTo>
                    <a:pt x="2546851" y="3493791"/>
                  </a:lnTo>
                  <a:lnTo>
                    <a:pt x="2546976" y="3493791"/>
                  </a:lnTo>
                  <a:lnTo>
                    <a:pt x="2547101" y="3493791"/>
                  </a:lnTo>
                  <a:lnTo>
                    <a:pt x="2547226" y="3493791"/>
                  </a:lnTo>
                  <a:lnTo>
                    <a:pt x="2547351" y="3493791"/>
                  </a:lnTo>
                  <a:lnTo>
                    <a:pt x="2547476" y="3493791"/>
                  </a:lnTo>
                  <a:lnTo>
                    <a:pt x="2547601" y="3493791"/>
                  </a:lnTo>
                  <a:lnTo>
                    <a:pt x="2547726" y="3493791"/>
                  </a:lnTo>
                  <a:lnTo>
                    <a:pt x="2547851" y="3493791"/>
                  </a:lnTo>
                  <a:lnTo>
                    <a:pt x="2547976" y="3493791"/>
                  </a:lnTo>
                  <a:lnTo>
                    <a:pt x="2548101" y="3493791"/>
                  </a:lnTo>
                  <a:lnTo>
                    <a:pt x="2548226" y="3493791"/>
                  </a:lnTo>
                  <a:lnTo>
                    <a:pt x="2548351" y="3493791"/>
                  </a:lnTo>
                  <a:lnTo>
                    <a:pt x="2548476" y="3493791"/>
                  </a:lnTo>
                  <a:lnTo>
                    <a:pt x="2548601" y="3493791"/>
                  </a:lnTo>
                  <a:lnTo>
                    <a:pt x="2548727" y="3493791"/>
                  </a:lnTo>
                  <a:lnTo>
                    <a:pt x="2548852" y="3493791"/>
                  </a:lnTo>
                  <a:lnTo>
                    <a:pt x="2548977" y="3493791"/>
                  </a:lnTo>
                  <a:lnTo>
                    <a:pt x="2549102" y="3493791"/>
                  </a:lnTo>
                  <a:lnTo>
                    <a:pt x="2549227" y="3493791"/>
                  </a:lnTo>
                  <a:lnTo>
                    <a:pt x="2549352" y="3493791"/>
                  </a:lnTo>
                  <a:lnTo>
                    <a:pt x="2549477" y="3493791"/>
                  </a:lnTo>
                  <a:lnTo>
                    <a:pt x="2549602" y="3493791"/>
                  </a:lnTo>
                  <a:lnTo>
                    <a:pt x="2549727" y="3493791"/>
                  </a:lnTo>
                  <a:lnTo>
                    <a:pt x="2549852" y="3493791"/>
                  </a:lnTo>
                  <a:lnTo>
                    <a:pt x="2549977" y="3493791"/>
                  </a:lnTo>
                  <a:lnTo>
                    <a:pt x="2550102" y="3493791"/>
                  </a:lnTo>
                  <a:lnTo>
                    <a:pt x="2550227" y="3493791"/>
                  </a:lnTo>
                  <a:lnTo>
                    <a:pt x="2550352" y="3493791"/>
                  </a:lnTo>
                  <a:lnTo>
                    <a:pt x="2550477" y="3493791"/>
                  </a:lnTo>
                  <a:lnTo>
                    <a:pt x="2550602" y="3493791"/>
                  </a:lnTo>
                  <a:lnTo>
                    <a:pt x="2550727" y="3493791"/>
                  </a:lnTo>
                  <a:lnTo>
                    <a:pt x="2550852" y="3493791"/>
                  </a:lnTo>
                  <a:lnTo>
                    <a:pt x="2550977" y="3493791"/>
                  </a:lnTo>
                  <a:lnTo>
                    <a:pt x="2551102" y="3493791"/>
                  </a:lnTo>
                  <a:lnTo>
                    <a:pt x="2551227" y="3493791"/>
                  </a:lnTo>
                  <a:lnTo>
                    <a:pt x="2551352" y="3493791"/>
                  </a:lnTo>
                  <a:lnTo>
                    <a:pt x="2551477" y="3493791"/>
                  </a:lnTo>
                  <a:lnTo>
                    <a:pt x="2551602" y="3493791"/>
                  </a:lnTo>
                  <a:lnTo>
                    <a:pt x="2551728" y="3493791"/>
                  </a:lnTo>
                  <a:lnTo>
                    <a:pt x="2551853" y="3493791"/>
                  </a:lnTo>
                  <a:lnTo>
                    <a:pt x="2551978" y="3493791"/>
                  </a:lnTo>
                  <a:lnTo>
                    <a:pt x="2552103" y="3493791"/>
                  </a:lnTo>
                  <a:lnTo>
                    <a:pt x="2552228" y="3493791"/>
                  </a:lnTo>
                  <a:lnTo>
                    <a:pt x="2552353" y="3493791"/>
                  </a:lnTo>
                  <a:lnTo>
                    <a:pt x="2552478" y="3493791"/>
                  </a:lnTo>
                  <a:lnTo>
                    <a:pt x="2552603" y="3493791"/>
                  </a:lnTo>
                  <a:lnTo>
                    <a:pt x="2552728" y="3493791"/>
                  </a:lnTo>
                  <a:lnTo>
                    <a:pt x="2552853" y="3493791"/>
                  </a:lnTo>
                  <a:lnTo>
                    <a:pt x="2552978" y="3493791"/>
                  </a:lnTo>
                  <a:lnTo>
                    <a:pt x="2553103" y="3493791"/>
                  </a:lnTo>
                  <a:lnTo>
                    <a:pt x="2553228" y="3493791"/>
                  </a:lnTo>
                  <a:lnTo>
                    <a:pt x="2553353" y="3493791"/>
                  </a:lnTo>
                  <a:lnTo>
                    <a:pt x="2553478" y="3493791"/>
                  </a:lnTo>
                  <a:lnTo>
                    <a:pt x="2553603" y="3493791"/>
                  </a:lnTo>
                  <a:lnTo>
                    <a:pt x="2553728" y="3493791"/>
                  </a:lnTo>
                  <a:lnTo>
                    <a:pt x="2553853" y="3493791"/>
                  </a:lnTo>
                  <a:lnTo>
                    <a:pt x="2553978" y="3493791"/>
                  </a:lnTo>
                  <a:lnTo>
                    <a:pt x="2554103" y="3493791"/>
                  </a:lnTo>
                  <a:lnTo>
                    <a:pt x="2554228" y="3493791"/>
                  </a:lnTo>
                  <a:lnTo>
                    <a:pt x="2554353" y="3493791"/>
                  </a:lnTo>
                  <a:lnTo>
                    <a:pt x="2554478" y="3493791"/>
                  </a:lnTo>
                  <a:lnTo>
                    <a:pt x="2554603" y="3493791"/>
                  </a:lnTo>
                  <a:lnTo>
                    <a:pt x="2554729" y="3493791"/>
                  </a:lnTo>
                  <a:lnTo>
                    <a:pt x="2554854" y="3493791"/>
                  </a:lnTo>
                  <a:lnTo>
                    <a:pt x="2554979" y="3493791"/>
                  </a:lnTo>
                  <a:lnTo>
                    <a:pt x="2555104" y="3493791"/>
                  </a:lnTo>
                  <a:lnTo>
                    <a:pt x="2555229" y="3493791"/>
                  </a:lnTo>
                  <a:lnTo>
                    <a:pt x="2555354" y="3493791"/>
                  </a:lnTo>
                  <a:lnTo>
                    <a:pt x="2555479" y="3493791"/>
                  </a:lnTo>
                  <a:lnTo>
                    <a:pt x="2555604" y="3493791"/>
                  </a:lnTo>
                  <a:lnTo>
                    <a:pt x="2555729" y="3493791"/>
                  </a:lnTo>
                  <a:lnTo>
                    <a:pt x="2555854" y="3493791"/>
                  </a:lnTo>
                  <a:lnTo>
                    <a:pt x="2555979" y="3493791"/>
                  </a:lnTo>
                  <a:lnTo>
                    <a:pt x="2556104" y="3493791"/>
                  </a:lnTo>
                  <a:lnTo>
                    <a:pt x="2556229" y="3493791"/>
                  </a:lnTo>
                  <a:lnTo>
                    <a:pt x="2556354" y="3493791"/>
                  </a:lnTo>
                  <a:lnTo>
                    <a:pt x="2556479" y="3493791"/>
                  </a:lnTo>
                  <a:lnTo>
                    <a:pt x="2556604" y="3493791"/>
                  </a:lnTo>
                  <a:lnTo>
                    <a:pt x="2556729" y="3493791"/>
                  </a:lnTo>
                  <a:lnTo>
                    <a:pt x="2556854" y="3493791"/>
                  </a:lnTo>
                  <a:lnTo>
                    <a:pt x="2556979" y="3493791"/>
                  </a:lnTo>
                  <a:lnTo>
                    <a:pt x="2557104" y="3493791"/>
                  </a:lnTo>
                  <a:lnTo>
                    <a:pt x="2557229" y="3493791"/>
                  </a:lnTo>
                  <a:lnTo>
                    <a:pt x="2557354" y="3493791"/>
                  </a:lnTo>
                  <a:lnTo>
                    <a:pt x="2557479" y="3493791"/>
                  </a:lnTo>
                  <a:lnTo>
                    <a:pt x="2557604" y="3493791"/>
                  </a:lnTo>
                  <a:lnTo>
                    <a:pt x="2557730" y="3493791"/>
                  </a:lnTo>
                  <a:lnTo>
                    <a:pt x="2557855" y="3493791"/>
                  </a:lnTo>
                  <a:lnTo>
                    <a:pt x="2557980" y="3493791"/>
                  </a:lnTo>
                  <a:lnTo>
                    <a:pt x="2558105" y="3493791"/>
                  </a:lnTo>
                  <a:lnTo>
                    <a:pt x="2558230" y="3493791"/>
                  </a:lnTo>
                  <a:lnTo>
                    <a:pt x="2558355" y="3493791"/>
                  </a:lnTo>
                  <a:lnTo>
                    <a:pt x="2558480" y="3493791"/>
                  </a:lnTo>
                  <a:lnTo>
                    <a:pt x="2558605" y="3493791"/>
                  </a:lnTo>
                  <a:lnTo>
                    <a:pt x="2558730" y="3493791"/>
                  </a:lnTo>
                  <a:lnTo>
                    <a:pt x="2558855" y="3493791"/>
                  </a:lnTo>
                  <a:lnTo>
                    <a:pt x="2558980" y="3493791"/>
                  </a:lnTo>
                  <a:lnTo>
                    <a:pt x="2559105" y="3493791"/>
                  </a:lnTo>
                  <a:lnTo>
                    <a:pt x="2559230" y="3493791"/>
                  </a:lnTo>
                  <a:lnTo>
                    <a:pt x="2559355" y="3493791"/>
                  </a:lnTo>
                  <a:lnTo>
                    <a:pt x="2559480" y="3493791"/>
                  </a:lnTo>
                  <a:lnTo>
                    <a:pt x="2559605" y="3493791"/>
                  </a:lnTo>
                  <a:lnTo>
                    <a:pt x="2559730" y="3493791"/>
                  </a:lnTo>
                  <a:lnTo>
                    <a:pt x="2559855" y="3493791"/>
                  </a:lnTo>
                  <a:lnTo>
                    <a:pt x="2559980" y="3493791"/>
                  </a:lnTo>
                  <a:lnTo>
                    <a:pt x="2560105" y="3493791"/>
                  </a:lnTo>
                  <a:lnTo>
                    <a:pt x="2560230" y="3493791"/>
                  </a:lnTo>
                  <a:lnTo>
                    <a:pt x="2560355" y="3493791"/>
                  </a:lnTo>
                  <a:lnTo>
                    <a:pt x="2560480" y="3493791"/>
                  </a:lnTo>
                  <a:lnTo>
                    <a:pt x="2560605" y="3493791"/>
                  </a:lnTo>
                  <a:lnTo>
                    <a:pt x="2560731" y="3493791"/>
                  </a:lnTo>
                  <a:lnTo>
                    <a:pt x="2560856" y="3493791"/>
                  </a:lnTo>
                  <a:lnTo>
                    <a:pt x="2560981" y="3493791"/>
                  </a:lnTo>
                  <a:lnTo>
                    <a:pt x="2561106" y="3493791"/>
                  </a:lnTo>
                  <a:lnTo>
                    <a:pt x="2561231" y="3493791"/>
                  </a:lnTo>
                  <a:lnTo>
                    <a:pt x="2561356" y="3493791"/>
                  </a:lnTo>
                  <a:lnTo>
                    <a:pt x="2561481" y="3493791"/>
                  </a:lnTo>
                  <a:lnTo>
                    <a:pt x="2561606" y="3493791"/>
                  </a:lnTo>
                  <a:lnTo>
                    <a:pt x="2561731" y="3493791"/>
                  </a:lnTo>
                  <a:lnTo>
                    <a:pt x="2561856" y="3493791"/>
                  </a:lnTo>
                  <a:lnTo>
                    <a:pt x="2561981" y="3493791"/>
                  </a:lnTo>
                  <a:lnTo>
                    <a:pt x="2562106" y="3493791"/>
                  </a:lnTo>
                  <a:lnTo>
                    <a:pt x="2562231" y="3493791"/>
                  </a:lnTo>
                  <a:lnTo>
                    <a:pt x="2562356" y="3493791"/>
                  </a:lnTo>
                  <a:lnTo>
                    <a:pt x="2562481" y="3493791"/>
                  </a:lnTo>
                  <a:lnTo>
                    <a:pt x="2562606" y="3493791"/>
                  </a:lnTo>
                  <a:lnTo>
                    <a:pt x="2562731" y="3493791"/>
                  </a:lnTo>
                  <a:lnTo>
                    <a:pt x="2562856" y="3493791"/>
                  </a:lnTo>
                  <a:lnTo>
                    <a:pt x="2562981" y="3493791"/>
                  </a:lnTo>
                  <a:lnTo>
                    <a:pt x="2563106" y="3493791"/>
                  </a:lnTo>
                  <a:lnTo>
                    <a:pt x="2563231" y="3493791"/>
                  </a:lnTo>
                  <a:lnTo>
                    <a:pt x="2563356" y="3493791"/>
                  </a:lnTo>
                  <a:lnTo>
                    <a:pt x="2563481" y="3493791"/>
                  </a:lnTo>
                  <a:lnTo>
                    <a:pt x="2563607" y="3493791"/>
                  </a:lnTo>
                  <a:lnTo>
                    <a:pt x="2563732" y="3493791"/>
                  </a:lnTo>
                  <a:lnTo>
                    <a:pt x="2563857" y="3493791"/>
                  </a:lnTo>
                  <a:lnTo>
                    <a:pt x="2563982" y="3493791"/>
                  </a:lnTo>
                  <a:lnTo>
                    <a:pt x="2564107" y="3493791"/>
                  </a:lnTo>
                  <a:lnTo>
                    <a:pt x="2564232" y="3493791"/>
                  </a:lnTo>
                  <a:lnTo>
                    <a:pt x="2564357" y="3493791"/>
                  </a:lnTo>
                  <a:lnTo>
                    <a:pt x="2564482" y="3493791"/>
                  </a:lnTo>
                  <a:lnTo>
                    <a:pt x="2564607" y="3493791"/>
                  </a:lnTo>
                  <a:lnTo>
                    <a:pt x="2564732" y="3493791"/>
                  </a:lnTo>
                  <a:lnTo>
                    <a:pt x="2564857" y="3493791"/>
                  </a:lnTo>
                  <a:lnTo>
                    <a:pt x="2564982" y="3493791"/>
                  </a:lnTo>
                  <a:lnTo>
                    <a:pt x="2565107" y="3493791"/>
                  </a:lnTo>
                  <a:lnTo>
                    <a:pt x="2565232" y="3493791"/>
                  </a:lnTo>
                  <a:lnTo>
                    <a:pt x="2565357" y="3493791"/>
                  </a:lnTo>
                  <a:lnTo>
                    <a:pt x="2565482" y="3493791"/>
                  </a:lnTo>
                  <a:lnTo>
                    <a:pt x="2565607" y="3493791"/>
                  </a:lnTo>
                  <a:lnTo>
                    <a:pt x="2565732" y="3493791"/>
                  </a:lnTo>
                  <a:lnTo>
                    <a:pt x="2565857" y="3493791"/>
                  </a:lnTo>
                  <a:lnTo>
                    <a:pt x="2565982" y="3493791"/>
                  </a:lnTo>
                  <a:lnTo>
                    <a:pt x="2566107" y="3493791"/>
                  </a:lnTo>
                  <a:lnTo>
                    <a:pt x="2566232" y="3493791"/>
                  </a:lnTo>
                  <a:lnTo>
                    <a:pt x="2566357" y="3493791"/>
                  </a:lnTo>
                  <a:lnTo>
                    <a:pt x="2566482" y="3493791"/>
                  </a:lnTo>
                  <a:lnTo>
                    <a:pt x="2566608" y="3493791"/>
                  </a:lnTo>
                  <a:lnTo>
                    <a:pt x="2566733" y="3493791"/>
                  </a:lnTo>
                  <a:lnTo>
                    <a:pt x="2566858" y="3493791"/>
                  </a:lnTo>
                  <a:lnTo>
                    <a:pt x="2566983" y="3493791"/>
                  </a:lnTo>
                  <a:lnTo>
                    <a:pt x="2567108" y="3493791"/>
                  </a:lnTo>
                  <a:lnTo>
                    <a:pt x="2567233" y="3493791"/>
                  </a:lnTo>
                  <a:lnTo>
                    <a:pt x="2567358" y="3493791"/>
                  </a:lnTo>
                  <a:lnTo>
                    <a:pt x="2567483" y="3493791"/>
                  </a:lnTo>
                  <a:lnTo>
                    <a:pt x="2567608" y="3493791"/>
                  </a:lnTo>
                  <a:lnTo>
                    <a:pt x="2567733" y="3493791"/>
                  </a:lnTo>
                  <a:lnTo>
                    <a:pt x="2567858" y="3493791"/>
                  </a:lnTo>
                  <a:lnTo>
                    <a:pt x="2567983" y="3493791"/>
                  </a:lnTo>
                  <a:lnTo>
                    <a:pt x="2568108" y="3493791"/>
                  </a:lnTo>
                  <a:lnTo>
                    <a:pt x="2568233" y="3493791"/>
                  </a:lnTo>
                  <a:lnTo>
                    <a:pt x="2568358" y="3493791"/>
                  </a:lnTo>
                  <a:lnTo>
                    <a:pt x="2568483" y="3493791"/>
                  </a:lnTo>
                  <a:lnTo>
                    <a:pt x="2568608" y="3493791"/>
                  </a:lnTo>
                  <a:lnTo>
                    <a:pt x="2568733" y="3493791"/>
                  </a:lnTo>
                  <a:lnTo>
                    <a:pt x="2568858" y="3493791"/>
                  </a:lnTo>
                  <a:lnTo>
                    <a:pt x="2568983" y="3493791"/>
                  </a:lnTo>
                  <a:lnTo>
                    <a:pt x="2569108" y="3493791"/>
                  </a:lnTo>
                  <a:lnTo>
                    <a:pt x="2569233" y="3493791"/>
                  </a:lnTo>
                  <a:lnTo>
                    <a:pt x="2569358" y="3493791"/>
                  </a:lnTo>
                  <a:lnTo>
                    <a:pt x="2569483" y="3493791"/>
                  </a:lnTo>
                  <a:lnTo>
                    <a:pt x="2569609" y="3493791"/>
                  </a:lnTo>
                  <a:lnTo>
                    <a:pt x="2569734" y="3493791"/>
                  </a:lnTo>
                  <a:lnTo>
                    <a:pt x="2569859" y="3493791"/>
                  </a:lnTo>
                  <a:lnTo>
                    <a:pt x="2569984" y="3493791"/>
                  </a:lnTo>
                  <a:lnTo>
                    <a:pt x="2570109" y="3493791"/>
                  </a:lnTo>
                  <a:lnTo>
                    <a:pt x="2570234" y="3493791"/>
                  </a:lnTo>
                  <a:lnTo>
                    <a:pt x="2570359" y="3493791"/>
                  </a:lnTo>
                  <a:lnTo>
                    <a:pt x="2570484" y="3493791"/>
                  </a:lnTo>
                  <a:lnTo>
                    <a:pt x="2570609" y="3493791"/>
                  </a:lnTo>
                  <a:lnTo>
                    <a:pt x="2570734" y="3493791"/>
                  </a:lnTo>
                  <a:lnTo>
                    <a:pt x="2570859" y="3493791"/>
                  </a:lnTo>
                  <a:lnTo>
                    <a:pt x="2570984" y="3493791"/>
                  </a:lnTo>
                  <a:lnTo>
                    <a:pt x="2571109" y="3493791"/>
                  </a:lnTo>
                  <a:lnTo>
                    <a:pt x="2571234" y="3493791"/>
                  </a:lnTo>
                  <a:lnTo>
                    <a:pt x="2571359" y="3493791"/>
                  </a:lnTo>
                  <a:lnTo>
                    <a:pt x="2571484" y="3493791"/>
                  </a:lnTo>
                  <a:lnTo>
                    <a:pt x="2571609" y="3493791"/>
                  </a:lnTo>
                  <a:lnTo>
                    <a:pt x="2571734" y="3493791"/>
                  </a:lnTo>
                  <a:lnTo>
                    <a:pt x="2571859" y="3493791"/>
                  </a:lnTo>
                  <a:lnTo>
                    <a:pt x="2571984" y="3493791"/>
                  </a:lnTo>
                  <a:lnTo>
                    <a:pt x="2572109" y="3493791"/>
                  </a:lnTo>
                  <a:lnTo>
                    <a:pt x="2572234" y="3493791"/>
                  </a:lnTo>
                  <a:lnTo>
                    <a:pt x="2572359" y="3493791"/>
                  </a:lnTo>
                  <a:lnTo>
                    <a:pt x="2572484" y="3493791"/>
                  </a:lnTo>
                  <a:lnTo>
                    <a:pt x="2572610" y="3493791"/>
                  </a:lnTo>
                  <a:lnTo>
                    <a:pt x="2572735" y="3493791"/>
                  </a:lnTo>
                  <a:lnTo>
                    <a:pt x="2572860" y="3493791"/>
                  </a:lnTo>
                  <a:lnTo>
                    <a:pt x="2572985" y="3493791"/>
                  </a:lnTo>
                  <a:lnTo>
                    <a:pt x="2573110" y="3493791"/>
                  </a:lnTo>
                  <a:lnTo>
                    <a:pt x="2573235" y="3493791"/>
                  </a:lnTo>
                  <a:lnTo>
                    <a:pt x="2573360" y="3493791"/>
                  </a:lnTo>
                  <a:lnTo>
                    <a:pt x="2573485" y="3493791"/>
                  </a:lnTo>
                  <a:lnTo>
                    <a:pt x="2573610" y="3493791"/>
                  </a:lnTo>
                  <a:lnTo>
                    <a:pt x="2573735" y="3493791"/>
                  </a:lnTo>
                  <a:lnTo>
                    <a:pt x="2573860" y="3493791"/>
                  </a:lnTo>
                  <a:lnTo>
                    <a:pt x="2573985" y="3493791"/>
                  </a:lnTo>
                  <a:lnTo>
                    <a:pt x="2574110" y="3493791"/>
                  </a:lnTo>
                  <a:lnTo>
                    <a:pt x="2574235" y="3493791"/>
                  </a:lnTo>
                  <a:lnTo>
                    <a:pt x="2574360" y="3493791"/>
                  </a:lnTo>
                  <a:lnTo>
                    <a:pt x="2574485" y="3493791"/>
                  </a:lnTo>
                  <a:lnTo>
                    <a:pt x="2574610" y="3493791"/>
                  </a:lnTo>
                  <a:lnTo>
                    <a:pt x="2574735" y="3493791"/>
                  </a:lnTo>
                  <a:lnTo>
                    <a:pt x="2574860" y="3493791"/>
                  </a:lnTo>
                  <a:lnTo>
                    <a:pt x="2574985" y="3493791"/>
                  </a:lnTo>
                  <a:lnTo>
                    <a:pt x="2575110" y="3493791"/>
                  </a:lnTo>
                  <a:lnTo>
                    <a:pt x="2575235" y="3493791"/>
                  </a:lnTo>
                  <a:lnTo>
                    <a:pt x="2575360" y="3493791"/>
                  </a:lnTo>
                  <a:lnTo>
                    <a:pt x="2575485" y="3493791"/>
                  </a:lnTo>
                  <a:lnTo>
                    <a:pt x="2575611" y="3493791"/>
                  </a:lnTo>
                  <a:lnTo>
                    <a:pt x="2575736" y="3493791"/>
                  </a:lnTo>
                  <a:lnTo>
                    <a:pt x="2575861" y="3493791"/>
                  </a:lnTo>
                  <a:lnTo>
                    <a:pt x="2575986" y="3493791"/>
                  </a:lnTo>
                  <a:lnTo>
                    <a:pt x="2576111" y="3493791"/>
                  </a:lnTo>
                  <a:lnTo>
                    <a:pt x="2576236" y="3493791"/>
                  </a:lnTo>
                  <a:lnTo>
                    <a:pt x="2576361" y="3493791"/>
                  </a:lnTo>
                  <a:lnTo>
                    <a:pt x="2576486" y="3493791"/>
                  </a:lnTo>
                  <a:lnTo>
                    <a:pt x="2576611" y="3493791"/>
                  </a:lnTo>
                  <a:lnTo>
                    <a:pt x="2576736" y="3493791"/>
                  </a:lnTo>
                  <a:lnTo>
                    <a:pt x="2576861" y="3493791"/>
                  </a:lnTo>
                  <a:lnTo>
                    <a:pt x="2576986" y="3493791"/>
                  </a:lnTo>
                  <a:lnTo>
                    <a:pt x="2577111" y="3493791"/>
                  </a:lnTo>
                  <a:lnTo>
                    <a:pt x="2577236" y="3493791"/>
                  </a:lnTo>
                  <a:lnTo>
                    <a:pt x="2577361" y="3493791"/>
                  </a:lnTo>
                  <a:lnTo>
                    <a:pt x="2577486" y="3493791"/>
                  </a:lnTo>
                  <a:lnTo>
                    <a:pt x="2577611" y="3493791"/>
                  </a:lnTo>
                  <a:lnTo>
                    <a:pt x="2577736" y="3493791"/>
                  </a:lnTo>
                  <a:lnTo>
                    <a:pt x="2577861" y="3493791"/>
                  </a:lnTo>
                  <a:lnTo>
                    <a:pt x="2577986" y="3493791"/>
                  </a:lnTo>
                  <a:lnTo>
                    <a:pt x="2578111" y="3493791"/>
                  </a:lnTo>
                  <a:lnTo>
                    <a:pt x="2578236" y="3493791"/>
                  </a:lnTo>
                  <a:lnTo>
                    <a:pt x="2578361" y="3493791"/>
                  </a:lnTo>
                  <a:lnTo>
                    <a:pt x="2578361" y="3483837"/>
                  </a:lnTo>
                  <a:lnTo>
                    <a:pt x="2578486" y="3483837"/>
                  </a:lnTo>
                  <a:lnTo>
                    <a:pt x="2578612" y="3483837"/>
                  </a:lnTo>
                  <a:lnTo>
                    <a:pt x="2578737" y="3483837"/>
                  </a:lnTo>
                  <a:lnTo>
                    <a:pt x="2578862" y="3483837"/>
                  </a:lnTo>
                  <a:lnTo>
                    <a:pt x="2578987" y="3483837"/>
                  </a:lnTo>
                  <a:lnTo>
                    <a:pt x="2579112" y="3483837"/>
                  </a:lnTo>
                  <a:lnTo>
                    <a:pt x="2579237" y="3483837"/>
                  </a:lnTo>
                  <a:lnTo>
                    <a:pt x="2579362" y="3483837"/>
                  </a:lnTo>
                  <a:lnTo>
                    <a:pt x="2579487" y="3483837"/>
                  </a:lnTo>
                  <a:lnTo>
                    <a:pt x="2579612" y="3483837"/>
                  </a:lnTo>
                  <a:lnTo>
                    <a:pt x="2579737" y="3483837"/>
                  </a:lnTo>
                  <a:lnTo>
                    <a:pt x="2579862" y="3483837"/>
                  </a:lnTo>
                  <a:lnTo>
                    <a:pt x="2579987" y="3483837"/>
                  </a:lnTo>
                  <a:lnTo>
                    <a:pt x="2580112" y="3483837"/>
                  </a:lnTo>
                  <a:lnTo>
                    <a:pt x="2580237" y="3483837"/>
                  </a:lnTo>
                  <a:lnTo>
                    <a:pt x="2580362" y="3483837"/>
                  </a:lnTo>
                  <a:lnTo>
                    <a:pt x="2580487" y="3483837"/>
                  </a:lnTo>
                  <a:lnTo>
                    <a:pt x="2580612" y="3483837"/>
                  </a:lnTo>
                  <a:lnTo>
                    <a:pt x="2580737" y="3483837"/>
                  </a:lnTo>
                  <a:lnTo>
                    <a:pt x="2580862" y="3483837"/>
                  </a:lnTo>
                  <a:lnTo>
                    <a:pt x="2580987" y="3483837"/>
                  </a:lnTo>
                  <a:lnTo>
                    <a:pt x="2581112" y="3483837"/>
                  </a:lnTo>
                  <a:lnTo>
                    <a:pt x="2581237" y="3483837"/>
                  </a:lnTo>
                  <a:lnTo>
                    <a:pt x="2581362" y="3483837"/>
                  </a:lnTo>
                  <a:lnTo>
                    <a:pt x="2581487" y="3483837"/>
                  </a:lnTo>
                  <a:lnTo>
                    <a:pt x="2581613" y="3483837"/>
                  </a:lnTo>
                  <a:lnTo>
                    <a:pt x="2581738" y="3483837"/>
                  </a:lnTo>
                  <a:lnTo>
                    <a:pt x="2581863" y="3483837"/>
                  </a:lnTo>
                  <a:lnTo>
                    <a:pt x="2581988" y="3483837"/>
                  </a:lnTo>
                  <a:lnTo>
                    <a:pt x="2582113" y="3483837"/>
                  </a:lnTo>
                  <a:lnTo>
                    <a:pt x="2582113" y="3473884"/>
                  </a:lnTo>
                  <a:lnTo>
                    <a:pt x="2582238" y="3473884"/>
                  </a:lnTo>
                  <a:lnTo>
                    <a:pt x="2582363" y="3473884"/>
                  </a:lnTo>
                  <a:lnTo>
                    <a:pt x="2582488" y="3473884"/>
                  </a:lnTo>
                  <a:lnTo>
                    <a:pt x="2582613" y="3473884"/>
                  </a:lnTo>
                  <a:lnTo>
                    <a:pt x="2582738" y="3473884"/>
                  </a:lnTo>
                  <a:lnTo>
                    <a:pt x="2582863" y="3473884"/>
                  </a:lnTo>
                  <a:lnTo>
                    <a:pt x="2582988" y="3473884"/>
                  </a:lnTo>
                  <a:lnTo>
                    <a:pt x="2583113" y="3473884"/>
                  </a:lnTo>
                  <a:lnTo>
                    <a:pt x="2583238" y="3473884"/>
                  </a:lnTo>
                  <a:lnTo>
                    <a:pt x="2583363" y="3473884"/>
                  </a:lnTo>
                  <a:lnTo>
                    <a:pt x="2583488" y="3473884"/>
                  </a:lnTo>
                  <a:lnTo>
                    <a:pt x="2583613" y="3473884"/>
                  </a:lnTo>
                  <a:lnTo>
                    <a:pt x="2583738" y="3473884"/>
                  </a:lnTo>
                  <a:lnTo>
                    <a:pt x="2583863" y="3473884"/>
                  </a:lnTo>
                  <a:lnTo>
                    <a:pt x="2583988" y="3473884"/>
                  </a:lnTo>
                  <a:lnTo>
                    <a:pt x="2584113" y="3473884"/>
                  </a:lnTo>
                  <a:lnTo>
                    <a:pt x="2584238" y="3473884"/>
                  </a:lnTo>
                  <a:lnTo>
                    <a:pt x="2584363" y="3473884"/>
                  </a:lnTo>
                  <a:lnTo>
                    <a:pt x="2584488" y="3473884"/>
                  </a:lnTo>
                  <a:lnTo>
                    <a:pt x="2584614" y="3473884"/>
                  </a:lnTo>
                  <a:lnTo>
                    <a:pt x="2584739" y="3473884"/>
                  </a:lnTo>
                  <a:lnTo>
                    <a:pt x="2584864" y="3473884"/>
                  </a:lnTo>
                  <a:lnTo>
                    <a:pt x="2584989" y="3473884"/>
                  </a:lnTo>
                  <a:lnTo>
                    <a:pt x="2585114" y="3473884"/>
                  </a:lnTo>
                  <a:lnTo>
                    <a:pt x="2585239" y="3473884"/>
                  </a:lnTo>
                  <a:lnTo>
                    <a:pt x="2585364" y="3473884"/>
                  </a:lnTo>
                  <a:lnTo>
                    <a:pt x="2585489" y="3473884"/>
                  </a:lnTo>
                  <a:lnTo>
                    <a:pt x="2585614" y="3473884"/>
                  </a:lnTo>
                  <a:lnTo>
                    <a:pt x="2585739" y="3473884"/>
                  </a:lnTo>
                  <a:lnTo>
                    <a:pt x="2585864" y="3473884"/>
                  </a:lnTo>
                  <a:lnTo>
                    <a:pt x="2585989" y="3473884"/>
                  </a:lnTo>
                  <a:lnTo>
                    <a:pt x="2586114" y="3473884"/>
                  </a:lnTo>
                  <a:lnTo>
                    <a:pt x="2586239" y="3473884"/>
                  </a:lnTo>
                  <a:lnTo>
                    <a:pt x="2586364" y="3473884"/>
                  </a:lnTo>
                  <a:lnTo>
                    <a:pt x="2586489" y="3473884"/>
                  </a:lnTo>
                  <a:lnTo>
                    <a:pt x="2586614" y="3473884"/>
                  </a:lnTo>
                  <a:lnTo>
                    <a:pt x="2586739" y="3473884"/>
                  </a:lnTo>
                  <a:lnTo>
                    <a:pt x="2586864" y="3473884"/>
                  </a:lnTo>
                  <a:lnTo>
                    <a:pt x="2586989" y="3473884"/>
                  </a:lnTo>
                  <a:lnTo>
                    <a:pt x="2587114" y="3473884"/>
                  </a:lnTo>
                  <a:lnTo>
                    <a:pt x="2587239" y="3473884"/>
                  </a:lnTo>
                  <a:lnTo>
                    <a:pt x="2587364" y="3473884"/>
                  </a:lnTo>
                  <a:lnTo>
                    <a:pt x="2587489" y="3473884"/>
                  </a:lnTo>
                  <a:lnTo>
                    <a:pt x="2587615" y="3473884"/>
                  </a:lnTo>
                  <a:lnTo>
                    <a:pt x="2587740" y="3473884"/>
                  </a:lnTo>
                  <a:lnTo>
                    <a:pt x="2587865" y="3473884"/>
                  </a:lnTo>
                  <a:lnTo>
                    <a:pt x="2587990" y="3473884"/>
                  </a:lnTo>
                  <a:lnTo>
                    <a:pt x="2588115" y="3473884"/>
                  </a:lnTo>
                  <a:lnTo>
                    <a:pt x="2588240" y="3473884"/>
                  </a:lnTo>
                  <a:lnTo>
                    <a:pt x="2588365" y="3473884"/>
                  </a:lnTo>
                  <a:lnTo>
                    <a:pt x="2588490" y="3473884"/>
                  </a:lnTo>
                  <a:lnTo>
                    <a:pt x="2588615" y="3473884"/>
                  </a:lnTo>
                  <a:lnTo>
                    <a:pt x="2588740" y="3473884"/>
                  </a:lnTo>
                  <a:lnTo>
                    <a:pt x="2588865" y="3473884"/>
                  </a:lnTo>
                  <a:lnTo>
                    <a:pt x="2588990" y="3473884"/>
                  </a:lnTo>
                  <a:lnTo>
                    <a:pt x="2589115" y="3473884"/>
                  </a:lnTo>
                  <a:lnTo>
                    <a:pt x="2589240" y="3473884"/>
                  </a:lnTo>
                  <a:lnTo>
                    <a:pt x="2589365" y="3473884"/>
                  </a:lnTo>
                  <a:lnTo>
                    <a:pt x="2589490" y="3473884"/>
                  </a:lnTo>
                  <a:lnTo>
                    <a:pt x="2589615" y="3473884"/>
                  </a:lnTo>
                  <a:lnTo>
                    <a:pt x="2589740" y="3473884"/>
                  </a:lnTo>
                  <a:lnTo>
                    <a:pt x="2589865" y="3473884"/>
                  </a:lnTo>
                  <a:lnTo>
                    <a:pt x="2589990" y="3473884"/>
                  </a:lnTo>
                  <a:lnTo>
                    <a:pt x="2590115" y="3473884"/>
                  </a:lnTo>
                  <a:lnTo>
                    <a:pt x="2590240" y="3473884"/>
                  </a:lnTo>
                  <a:lnTo>
                    <a:pt x="2590365" y="3473884"/>
                  </a:lnTo>
                  <a:lnTo>
                    <a:pt x="2590490" y="3473884"/>
                  </a:lnTo>
                  <a:lnTo>
                    <a:pt x="2590490" y="3463930"/>
                  </a:lnTo>
                  <a:lnTo>
                    <a:pt x="2590616" y="3463930"/>
                  </a:lnTo>
                  <a:lnTo>
                    <a:pt x="2590741" y="3463930"/>
                  </a:lnTo>
                  <a:lnTo>
                    <a:pt x="2590866" y="3463930"/>
                  </a:lnTo>
                  <a:lnTo>
                    <a:pt x="2590991" y="3463930"/>
                  </a:lnTo>
                  <a:lnTo>
                    <a:pt x="2591116" y="3463930"/>
                  </a:lnTo>
                  <a:lnTo>
                    <a:pt x="2591241" y="3463930"/>
                  </a:lnTo>
                  <a:lnTo>
                    <a:pt x="2591241" y="3453976"/>
                  </a:lnTo>
                  <a:lnTo>
                    <a:pt x="2591366" y="3453976"/>
                  </a:lnTo>
                  <a:lnTo>
                    <a:pt x="2591491" y="3453976"/>
                  </a:lnTo>
                  <a:lnTo>
                    <a:pt x="2591616" y="3453976"/>
                  </a:lnTo>
                  <a:lnTo>
                    <a:pt x="2591741" y="3453976"/>
                  </a:lnTo>
                  <a:lnTo>
                    <a:pt x="2591866" y="3453976"/>
                  </a:lnTo>
                  <a:lnTo>
                    <a:pt x="2591991" y="3453976"/>
                  </a:lnTo>
                  <a:lnTo>
                    <a:pt x="2592116" y="3453976"/>
                  </a:lnTo>
                  <a:lnTo>
                    <a:pt x="2592241" y="3453976"/>
                  </a:lnTo>
                  <a:lnTo>
                    <a:pt x="2592366" y="3453976"/>
                  </a:lnTo>
                  <a:lnTo>
                    <a:pt x="2592491" y="3453976"/>
                  </a:lnTo>
                  <a:lnTo>
                    <a:pt x="2592616" y="3453976"/>
                  </a:lnTo>
                  <a:lnTo>
                    <a:pt x="2592741" y="3453976"/>
                  </a:lnTo>
                  <a:lnTo>
                    <a:pt x="2592866" y="3453976"/>
                  </a:lnTo>
                  <a:lnTo>
                    <a:pt x="2592991" y="3453976"/>
                  </a:lnTo>
                  <a:lnTo>
                    <a:pt x="2593116" y="3453976"/>
                  </a:lnTo>
                  <a:lnTo>
                    <a:pt x="2593241" y="3453976"/>
                  </a:lnTo>
                  <a:lnTo>
                    <a:pt x="2593366" y="3453976"/>
                  </a:lnTo>
                  <a:lnTo>
                    <a:pt x="2593491" y="3453976"/>
                  </a:lnTo>
                  <a:lnTo>
                    <a:pt x="2593617" y="3453976"/>
                  </a:lnTo>
                  <a:lnTo>
                    <a:pt x="2593742" y="3453976"/>
                  </a:lnTo>
                  <a:lnTo>
                    <a:pt x="2593867" y="3453976"/>
                  </a:lnTo>
                  <a:lnTo>
                    <a:pt x="2593992" y="3453976"/>
                  </a:lnTo>
                  <a:lnTo>
                    <a:pt x="2594117" y="3453976"/>
                  </a:lnTo>
                  <a:lnTo>
                    <a:pt x="2594242" y="3453976"/>
                  </a:lnTo>
                  <a:lnTo>
                    <a:pt x="2594367" y="3453976"/>
                  </a:lnTo>
                  <a:lnTo>
                    <a:pt x="2594492" y="3453976"/>
                  </a:lnTo>
                  <a:lnTo>
                    <a:pt x="2594617" y="3453976"/>
                  </a:lnTo>
                  <a:lnTo>
                    <a:pt x="2594742" y="3453976"/>
                  </a:lnTo>
                  <a:lnTo>
                    <a:pt x="2594867" y="3453976"/>
                  </a:lnTo>
                  <a:lnTo>
                    <a:pt x="2594992" y="3453976"/>
                  </a:lnTo>
                  <a:lnTo>
                    <a:pt x="2595117" y="3453976"/>
                  </a:lnTo>
                  <a:lnTo>
                    <a:pt x="2595242" y="3453976"/>
                  </a:lnTo>
                  <a:lnTo>
                    <a:pt x="2595367" y="3453976"/>
                  </a:lnTo>
                  <a:lnTo>
                    <a:pt x="2595492" y="3453976"/>
                  </a:lnTo>
                  <a:lnTo>
                    <a:pt x="2595617" y="3453976"/>
                  </a:lnTo>
                  <a:lnTo>
                    <a:pt x="2595742" y="3453976"/>
                  </a:lnTo>
                  <a:lnTo>
                    <a:pt x="2595867" y="3453976"/>
                  </a:lnTo>
                  <a:lnTo>
                    <a:pt x="2595992" y="3453976"/>
                  </a:lnTo>
                  <a:lnTo>
                    <a:pt x="2596117" y="3453976"/>
                  </a:lnTo>
                  <a:lnTo>
                    <a:pt x="2596242" y="3453976"/>
                  </a:lnTo>
                  <a:lnTo>
                    <a:pt x="2596367" y="3453976"/>
                  </a:lnTo>
                  <a:lnTo>
                    <a:pt x="2596492" y="3453976"/>
                  </a:lnTo>
                  <a:lnTo>
                    <a:pt x="2596618" y="3453976"/>
                  </a:lnTo>
                  <a:lnTo>
                    <a:pt x="2596743" y="3453976"/>
                  </a:lnTo>
                  <a:lnTo>
                    <a:pt x="2596868" y="3453976"/>
                  </a:lnTo>
                  <a:lnTo>
                    <a:pt x="2596993" y="3453976"/>
                  </a:lnTo>
                  <a:lnTo>
                    <a:pt x="2597118" y="3453976"/>
                  </a:lnTo>
                  <a:lnTo>
                    <a:pt x="2597243" y="3453976"/>
                  </a:lnTo>
                  <a:lnTo>
                    <a:pt x="2597368" y="3453976"/>
                  </a:lnTo>
                  <a:lnTo>
                    <a:pt x="2597493" y="3453976"/>
                  </a:lnTo>
                  <a:lnTo>
                    <a:pt x="2597618" y="3453976"/>
                  </a:lnTo>
                  <a:lnTo>
                    <a:pt x="2597743" y="3453976"/>
                  </a:lnTo>
                  <a:lnTo>
                    <a:pt x="2597868" y="3453976"/>
                  </a:lnTo>
                  <a:lnTo>
                    <a:pt x="2597993" y="3453976"/>
                  </a:lnTo>
                  <a:lnTo>
                    <a:pt x="2598118" y="3453976"/>
                  </a:lnTo>
                  <a:lnTo>
                    <a:pt x="2598243" y="3453976"/>
                  </a:lnTo>
                  <a:lnTo>
                    <a:pt x="2598368" y="3453976"/>
                  </a:lnTo>
                  <a:lnTo>
                    <a:pt x="2598493" y="3453976"/>
                  </a:lnTo>
                  <a:lnTo>
                    <a:pt x="2598618" y="3453976"/>
                  </a:lnTo>
                  <a:lnTo>
                    <a:pt x="2598743" y="3453976"/>
                  </a:lnTo>
                  <a:lnTo>
                    <a:pt x="2598868" y="3453976"/>
                  </a:lnTo>
                  <a:lnTo>
                    <a:pt x="2598993" y="3453976"/>
                  </a:lnTo>
                  <a:lnTo>
                    <a:pt x="2599118" y="3453976"/>
                  </a:lnTo>
                  <a:lnTo>
                    <a:pt x="2599243" y="3453976"/>
                  </a:lnTo>
                  <a:lnTo>
                    <a:pt x="2599368" y="3453976"/>
                  </a:lnTo>
                  <a:lnTo>
                    <a:pt x="2599493" y="3453976"/>
                  </a:lnTo>
                  <a:lnTo>
                    <a:pt x="2599619" y="3453976"/>
                  </a:lnTo>
                  <a:lnTo>
                    <a:pt x="2599744" y="3453976"/>
                  </a:lnTo>
                  <a:lnTo>
                    <a:pt x="2599869" y="3453976"/>
                  </a:lnTo>
                  <a:lnTo>
                    <a:pt x="2599994" y="3453976"/>
                  </a:lnTo>
                  <a:lnTo>
                    <a:pt x="2600119" y="3453976"/>
                  </a:lnTo>
                  <a:lnTo>
                    <a:pt x="2600244" y="3453976"/>
                  </a:lnTo>
                  <a:lnTo>
                    <a:pt x="2600244" y="3444022"/>
                  </a:lnTo>
                  <a:lnTo>
                    <a:pt x="2600369" y="3444022"/>
                  </a:lnTo>
                  <a:lnTo>
                    <a:pt x="2600494" y="3444022"/>
                  </a:lnTo>
                  <a:lnTo>
                    <a:pt x="2600619" y="3444022"/>
                  </a:lnTo>
                  <a:lnTo>
                    <a:pt x="2600744" y="3444022"/>
                  </a:lnTo>
                  <a:lnTo>
                    <a:pt x="2600869" y="3444022"/>
                  </a:lnTo>
                  <a:lnTo>
                    <a:pt x="2600994" y="3444022"/>
                  </a:lnTo>
                  <a:lnTo>
                    <a:pt x="2601119" y="3444022"/>
                  </a:lnTo>
                  <a:lnTo>
                    <a:pt x="2601244" y="3444022"/>
                  </a:lnTo>
                  <a:lnTo>
                    <a:pt x="2601369" y="3444022"/>
                  </a:lnTo>
                  <a:lnTo>
                    <a:pt x="2601494" y="3444022"/>
                  </a:lnTo>
                  <a:lnTo>
                    <a:pt x="2601619" y="3444022"/>
                  </a:lnTo>
                  <a:lnTo>
                    <a:pt x="2601744" y="3444022"/>
                  </a:lnTo>
                  <a:lnTo>
                    <a:pt x="2601869" y="3444022"/>
                  </a:lnTo>
                  <a:lnTo>
                    <a:pt x="2601994" y="3444022"/>
                  </a:lnTo>
                  <a:lnTo>
                    <a:pt x="2602119" y="3444022"/>
                  </a:lnTo>
                  <a:lnTo>
                    <a:pt x="2602244" y="3444022"/>
                  </a:lnTo>
                  <a:lnTo>
                    <a:pt x="2602369" y="3444022"/>
                  </a:lnTo>
                  <a:lnTo>
                    <a:pt x="2602495" y="3444022"/>
                  </a:lnTo>
                  <a:lnTo>
                    <a:pt x="2602620" y="3444022"/>
                  </a:lnTo>
                  <a:lnTo>
                    <a:pt x="2602745" y="3444022"/>
                  </a:lnTo>
                  <a:lnTo>
                    <a:pt x="2602870" y="3444022"/>
                  </a:lnTo>
                  <a:lnTo>
                    <a:pt x="2602995" y="3444022"/>
                  </a:lnTo>
                  <a:lnTo>
                    <a:pt x="2603120" y="3444022"/>
                  </a:lnTo>
                  <a:lnTo>
                    <a:pt x="2603245" y="3444022"/>
                  </a:lnTo>
                  <a:lnTo>
                    <a:pt x="2603370" y="3444022"/>
                  </a:lnTo>
                  <a:lnTo>
                    <a:pt x="2603495" y="3444022"/>
                  </a:lnTo>
                  <a:lnTo>
                    <a:pt x="2603620" y="3444022"/>
                  </a:lnTo>
                  <a:lnTo>
                    <a:pt x="2603745" y="3444022"/>
                  </a:lnTo>
                  <a:lnTo>
                    <a:pt x="2603870" y="3444022"/>
                  </a:lnTo>
                  <a:lnTo>
                    <a:pt x="2603995" y="3444022"/>
                  </a:lnTo>
                  <a:lnTo>
                    <a:pt x="2604120" y="3444022"/>
                  </a:lnTo>
                  <a:lnTo>
                    <a:pt x="2604245" y="3444022"/>
                  </a:lnTo>
                  <a:lnTo>
                    <a:pt x="2604370" y="3444022"/>
                  </a:lnTo>
                  <a:lnTo>
                    <a:pt x="2604495" y="3444022"/>
                  </a:lnTo>
                  <a:lnTo>
                    <a:pt x="2604620" y="3444022"/>
                  </a:lnTo>
                  <a:lnTo>
                    <a:pt x="2604745" y="3444022"/>
                  </a:lnTo>
                  <a:lnTo>
                    <a:pt x="2604870" y="3444022"/>
                  </a:lnTo>
                  <a:lnTo>
                    <a:pt x="2604995" y="3444022"/>
                  </a:lnTo>
                  <a:lnTo>
                    <a:pt x="2605120" y="3444022"/>
                  </a:lnTo>
                  <a:lnTo>
                    <a:pt x="2605245" y="3444022"/>
                  </a:lnTo>
                  <a:lnTo>
                    <a:pt x="2605370" y="3444022"/>
                  </a:lnTo>
                  <a:lnTo>
                    <a:pt x="2605496" y="3444022"/>
                  </a:lnTo>
                  <a:lnTo>
                    <a:pt x="2605621" y="3444022"/>
                  </a:lnTo>
                  <a:lnTo>
                    <a:pt x="2605746" y="3444022"/>
                  </a:lnTo>
                  <a:lnTo>
                    <a:pt x="2605871" y="3444022"/>
                  </a:lnTo>
                  <a:lnTo>
                    <a:pt x="2605996" y="3444022"/>
                  </a:lnTo>
                  <a:lnTo>
                    <a:pt x="2606121" y="3444022"/>
                  </a:lnTo>
                  <a:lnTo>
                    <a:pt x="2606246" y="3444022"/>
                  </a:lnTo>
                  <a:lnTo>
                    <a:pt x="2606371" y="3444022"/>
                  </a:lnTo>
                  <a:lnTo>
                    <a:pt x="2606496" y="3444022"/>
                  </a:lnTo>
                  <a:lnTo>
                    <a:pt x="2606621" y="3444022"/>
                  </a:lnTo>
                  <a:lnTo>
                    <a:pt x="2606746" y="3444022"/>
                  </a:lnTo>
                  <a:lnTo>
                    <a:pt x="2606871" y="3444022"/>
                  </a:lnTo>
                  <a:lnTo>
                    <a:pt x="2606996" y="3444022"/>
                  </a:lnTo>
                  <a:lnTo>
                    <a:pt x="2607121" y="3444022"/>
                  </a:lnTo>
                  <a:lnTo>
                    <a:pt x="2607246" y="3444022"/>
                  </a:lnTo>
                  <a:lnTo>
                    <a:pt x="2607371" y="3444022"/>
                  </a:lnTo>
                  <a:lnTo>
                    <a:pt x="2607371" y="3434068"/>
                  </a:lnTo>
                  <a:lnTo>
                    <a:pt x="2607496" y="3434068"/>
                  </a:lnTo>
                  <a:lnTo>
                    <a:pt x="2607621" y="3434068"/>
                  </a:lnTo>
                  <a:lnTo>
                    <a:pt x="2607746" y="3434068"/>
                  </a:lnTo>
                  <a:lnTo>
                    <a:pt x="2607871" y="3434068"/>
                  </a:lnTo>
                  <a:lnTo>
                    <a:pt x="2607996" y="3434068"/>
                  </a:lnTo>
                  <a:lnTo>
                    <a:pt x="2608121" y="3434068"/>
                  </a:lnTo>
                  <a:lnTo>
                    <a:pt x="2608246" y="3434068"/>
                  </a:lnTo>
                  <a:lnTo>
                    <a:pt x="2608371" y="3434068"/>
                  </a:lnTo>
                  <a:lnTo>
                    <a:pt x="2608497" y="3434068"/>
                  </a:lnTo>
                  <a:lnTo>
                    <a:pt x="2608622" y="3434068"/>
                  </a:lnTo>
                  <a:lnTo>
                    <a:pt x="2608747" y="3434068"/>
                  </a:lnTo>
                  <a:lnTo>
                    <a:pt x="2608872" y="3434068"/>
                  </a:lnTo>
                  <a:lnTo>
                    <a:pt x="2608997" y="3434068"/>
                  </a:lnTo>
                  <a:lnTo>
                    <a:pt x="2609122" y="3434068"/>
                  </a:lnTo>
                  <a:lnTo>
                    <a:pt x="2609247" y="3434068"/>
                  </a:lnTo>
                  <a:lnTo>
                    <a:pt x="2609372" y="3434068"/>
                  </a:lnTo>
                  <a:lnTo>
                    <a:pt x="2609497" y="3434068"/>
                  </a:lnTo>
                  <a:lnTo>
                    <a:pt x="2609622" y="3434068"/>
                  </a:lnTo>
                  <a:lnTo>
                    <a:pt x="2609622" y="3424114"/>
                  </a:lnTo>
                  <a:lnTo>
                    <a:pt x="2609747" y="3424114"/>
                  </a:lnTo>
                  <a:lnTo>
                    <a:pt x="2609872" y="3424114"/>
                  </a:lnTo>
                  <a:lnTo>
                    <a:pt x="2609997" y="3424114"/>
                  </a:lnTo>
                  <a:lnTo>
                    <a:pt x="2610122" y="3424114"/>
                  </a:lnTo>
                  <a:lnTo>
                    <a:pt x="2610247" y="3424114"/>
                  </a:lnTo>
                  <a:lnTo>
                    <a:pt x="2610372" y="3424114"/>
                  </a:lnTo>
                  <a:lnTo>
                    <a:pt x="2610497" y="3424114"/>
                  </a:lnTo>
                  <a:lnTo>
                    <a:pt x="2610622" y="3424114"/>
                  </a:lnTo>
                  <a:lnTo>
                    <a:pt x="2610747" y="3424114"/>
                  </a:lnTo>
                  <a:lnTo>
                    <a:pt x="2610872" y="3424114"/>
                  </a:lnTo>
                  <a:lnTo>
                    <a:pt x="2610997" y="3424114"/>
                  </a:lnTo>
                  <a:lnTo>
                    <a:pt x="2611122" y="3424114"/>
                  </a:lnTo>
                  <a:lnTo>
                    <a:pt x="2611247" y="3424114"/>
                  </a:lnTo>
                  <a:lnTo>
                    <a:pt x="2611372" y="3424114"/>
                  </a:lnTo>
                  <a:lnTo>
                    <a:pt x="2611498" y="3424114"/>
                  </a:lnTo>
                  <a:lnTo>
                    <a:pt x="2611623" y="3424114"/>
                  </a:lnTo>
                  <a:lnTo>
                    <a:pt x="2611748" y="3424114"/>
                  </a:lnTo>
                  <a:lnTo>
                    <a:pt x="2611873" y="3424114"/>
                  </a:lnTo>
                  <a:lnTo>
                    <a:pt x="2611998" y="3424114"/>
                  </a:lnTo>
                  <a:lnTo>
                    <a:pt x="2612123" y="3424114"/>
                  </a:lnTo>
                  <a:lnTo>
                    <a:pt x="2612248" y="3424114"/>
                  </a:lnTo>
                  <a:lnTo>
                    <a:pt x="2612373" y="3424114"/>
                  </a:lnTo>
                  <a:lnTo>
                    <a:pt x="2612498" y="3424114"/>
                  </a:lnTo>
                  <a:lnTo>
                    <a:pt x="2612623" y="3424114"/>
                  </a:lnTo>
                  <a:lnTo>
                    <a:pt x="2612748" y="3424114"/>
                  </a:lnTo>
                  <a:lnTo>
                    <a:pt x="2612873" y="3424114"/>
                  </a:lnTo>
                  <a:lnTo>
                    <a:pt x="2612998" y="3424114"/>
                  </a:lnTo>
                  <a:lnTo>
                    <a:pt x="2613123" y="3424114"/>
                  </a:lnTo>
                  <a:lnTo>
                    <a:pt x="2613248" y="3424114"/>
                  </a:lnTo>
                  <a:lnTo>
                    <a:pt x="2613373" y="3424114"/>
                  </a:lnTo>
                  <a:lnTo>
                    <a:pt x="2613498" y="3424114"/>
                  </a:lnTo>
                  <a:lnTo>
                    <a:pt x="2613623" y="3424114"/>
                  </a:lnTo>
                  <a:lnTo>
                    <a:pt x="2613748" y="3424114"/>
                  </a:lnTo>
                  <a:lnTo>
                    <a:pt x="2613873" y="3424114"/>
                  </a:lnTo>
                  <a:lnTo>
                    <a:pt x="2613998" y="3424114"/>
                  </a:lnTo>
                  <a:lnTo>
                    <a:pt x="2614123" y="3424114"/>
                  </a:lnTo>
                  <a:lnTo>
                    <a:pt x="2614248" y="3424114"/>
                  </a:lnTo>
                  <a:lnTo>
                    <a:pt x="2614373" y="3424114"/>
                  </a:lnTo>
                  <a:lnTo>
                    <a:pt x="2614499" y="3424114"/>
                  </a:lnTo>
                  <a:lnTo>
                    <a:pt x="2614624" y="3424114"/>
                  </a:lnTo>
                  <a:lnTo>
                    <a:pt x="2614749" y="3424114"/>
                  </a:lnTo>
                  <a:lnTo>
                    <a:pt x="2614874" y="3424114"/>
                  </a:lnTo>
                  <a:lnTo>
                    <a:pt x="2614999" y="3424114"/>
                  </a:lnTo>
                  <a:lnTo>
                    <a:pt x="2615124" y="3424114"/>
                  </a:lnTo>
                  <a:lnTo>
                    <a:pt x="2615249" y="3424114"/>
                  </a:lnTo>
                  <a:lnTo>
                    <a:pt x="2615374" y="3424114"/>
                  </a:lnTo>
                  <a:lnTo>
                    <a:pt x="2615499" y="3424114"/>
                  </a:lnTo>
                  <a:lnTo>
                    <a:pt x="2615499" y="3414161"/>
                  </a:lnTo>
                  <a:lnTo>
                    <a:pt x="2615624" y="3414161"/>
                  </a:lnTo>
                  <a:lnTo>
                    <a:pt x="2615749" y="3414161"/>
                  </a:lnTo>
                  <a:lnTo>
                    <a:pt x="2615874" y="3414161"/>
                  </a:lnTo>
                  <a:lnTo>
                    <a:pt x="2615999" y="3414161"/>
                  </a:lnTo>
                  <a:lnTo>
                    <a:pt x="2616124" y="3414161"/>
                  </a:lnTo>
                  <a:lnTo>
                    <a:pt x="2616249" y="3414161"/>
                  </a:lnTo>
                  <a:lnTo>
                    <a:pt x="2616374" y="3414161"/>
                  </a:lnTo>
                  <a:lnTo>
                    <a:pt x="2616499" y="3414161"/>
                  </a:lnTo>
                  <a:lnTo>
                    <a:pt x="2616624" y="3414161"/>
                  </a:lnTo>
                  <a:lnTo>
                    <a:pt x="2616749" y="3414161"/>
                  </a:lnTo>
                  <a:lnTo>
                    <a:pt x="2616874" y="3414161"/>
                  </a:lnTo>
                  <a:lnTo>
                    <a:pt x="2616999" y="3414161"/>
                  </a:lnTo>
                  <a:lnTo>
                    <a:pt x="2617124" y="3414161"/>
                  </a:lnTo>
                  <a:lnTo>
                    <a:pt x="2617249" y="3414161"/>
                  </a:lnTo>
                  <a:lnTo>
                    <a:pt x="2617374" y="3414161"/>
                  </a:lnTo>
                  <a:lnTo>
                    <a:pt x="2617500" y="3414161"/>
                  </a:lnTo>
                  <a:lnTo>
                    <a:pt x="2617625" y="3414161"/>
                  </a:lnTo>
                  <a:lnTo>
                    <a:pt x="2617750" y="3414161"/>
                  </a:lnTo>
                  <a:lnTo>
                    <a:pt x="2617875" y="3414161"/>
                  </a:lnTo>
                  <a:lnTo>
                    <a:pt x="2618000" y="3414161"/>
                  </a:lnTo>
                  <a:lnTo>
                    <a:pt x="2618125" y="3414161"/>
                  </a:lnTo>
                  <a:lnTo>
                    <a:pt x="2618250" y="3414161"/>
                  </a:lnTo>
                  <a:lnTo>
                    <a:pt x="2618375" y="3414161"/>
                  </a:lnTo>
                  <a:lnTo>
                    <a:pt x="2618500" y="3414161"/>
                  </a:lnTo>
                  <a:lnTo>
                    <a:pt x="2618625" y="3414161"/>
                  </a:lnTo>
                  <a:lnTo>
                    <a:pt x="2618750" y="3414161"/>
                  </a:lnTo>
                  <a:lnTo>
                    <a:pt x="2618875" y="3414161"/>
                  </a:lnTo>
                  <a:lnTo>
                    <a:pt x="2619000" y="3414161"/>
                  </a:lnTo>
                  <a:lnTo>
                    <a:pt x="2619125" y="3414161"/>
                  </a:lnTo>
                  <a:lnTo>
                    <a:pt x="2619250" y="3414161"/>
                  </a:lnTo>
                  <a:lnTo>
                    <a:pt x="2619375" y="3414161"/>
                  </a:lnTo>
                  <a:lnTo>
                    <a:pt x="2619500" y="3414161"/>
                  </a:lnTo>
                  <a:lnTo>
                    <a:pt x="2619625" y="3414161"/>
                  </a:lnTo>
                  <a:lnTo>
                    <a:pt x="2619750" y="3414161"/>
                  </a:lnTo>
                  <a:lnTo>
                    <a:pt x="2619875" y="3414161"/>
                  </a:lnTo>
                  <a:lnTo>
                    <a:pt x="2620000" y="3414161"/>
                  </a:lnTo>
                  <a:lnTo>
                    <a:pt x="2620125" y="3414161"/>
                  </a:lnTo>
                  <a:lnTo>
                    <a:pt x="2620250" y="3414161"/>
                  </a:lnTo>
                  <a:lnTo>
                    <a:pt x="2620375" y="3414161"/>
                  </a:lnTo>
                  <a:lnTo>
                    <a:pt x="2620501" y="3414161"/>
                  </a:lnTo>
                  <a:lnTo>
                    <a:pt x="2620626" y="3414161"/>
                  </a:lnTo>
                  <a:lnTo>
                    <a:pt x="2620751" y="3414161"/>
                  </a:lnTo>
                  <a:lnTo>
                    <a:pt x="2620876" y="3414161"/>
                  </a:lnTo>
                  <a:lnTo>
                    <a:pt x="2621001" y="3414161"/>
                  </a:lnTo>
                  <a:lnTo>
                    <a:pt x="2621126" y="3414161"/>
                  </a:lnTo>
                  <a:lnTo>
                    <a:pt x="2621251" y="3414161"/>
                  </a:lnTo>
                  <a:lnTo>
                    <a:pt x="2621376" y="3414161"/>
                  </a:lnTo>
                  <a:lnTo>
                    <a:pt x="2621501" y="3414161"/>
                  </a:lnTo>
                  <a:lnTo>
                    <a:pt x="2621626" y="3414161"/>
                  </a:lnTo>
                  <a:lnTo>
                    <a:pt x="2621751" y="3414161"/>
                  </a:lnTo>
                  <a:lnTo>
                    <a:pt x="2621876" y="3414161"/>
                  </a:lnTo>
                  <a:lnTo>
                    <a:pt x="2622001" y="3414161"/>
                  </a:lnTo>
                  <a:lnTo>
                    <a:pt x="2622126" y="3414161"/>
                  </a:lnTo>
                  <a:lnTo>
                    <a:pt x="2622251" y="3414161"/>
                  </a:lnTo>
                  <a:lnTo>
                    <a:pt x="2622376" y="3414161"/>
                  </a:lnTo>
                  <a:lnTo>
                    <a:pt x="2622501" y="3414161"/>
                  </a:lnTo>
                  <a:lnTo>
                    <a:pt x="2622626" y="3414161"/>
                  </a:lnTo>
                  <a:lnTo>
                    <a:pt x="2622751" y="3414161"/>
                  </a:lnTo>
                  <a:lnTo>
                    <a:pt x="2622876" y="3414161"/>
                  </a:lnTo>
                  <a:lnTo>
                    <a:pt x="2623001" y="3414161"/>
                  </a:lnTo>
                  <a:lnTo>
                    <a:pt x="2623126" y="3414161"/>
                  </a:lnTo>
                  <a:lnTo>
                    <a:pt x="2623251" y="3414161"/>
                  </a:lnTo>
                  <a:lnTo>
                    <a:pt x="2623376" y="3414161"/>
                  </a:lnTo>
                  <a:lnTo>
                    <a:pt x="2623502" y="3414161"/>
                  </a:lnTo>
                  <a:lnTo>
                    <a:pt x="2623627" y="3414161"/>
                  </a:lnTo>
                  <a:lnTo>
                    <a:pt x="2623752" y="3414161"/>
                  </a:lnTo>
                  <a:lnTo>
                    <a:pt x="2623877" y="3414161"/>
                  </a:lnTo>
                  <a:lnTo>
                    <a:pt x="2624002" y="3414161"/>
                  </a:lnTo>
                  <a:lnTo>
                    <a:pt x="2624127" y="3414161"/>
                  </a:lnTo>
                  <a:lnTo>
                    <a:pt x="2624252" y="3414161"/>
                  </a:lnTo>
                  <a:lnTo>
                    <a:pt x="2624377" y="3414161"/>
                  </a:lnTo>
                  <a:lnTo>
                    <a:pt x="2624502" y="3414161"/>
                  </a:lnTo>
                  <a:lnTo>
                    <a:pt x="2624627" y="3414161"/>
                  </a:lnTo>
                  <a:lnTo>
                    <a:pt x="2624752" y="3414161"/>
                  </a:lnTo>
                  <a:lnTo>
                    <a:pt x="2624877" y="3414161"/>
                  </a:lnTo>
                  <a:lnTo>
                    <a:pt x="2625002" y="3414161"/>
                  </a:lnTo>
                  <a:lnTo>
                    <a:pt x="2625127" y="3414161"/>
                  </a:lnTo>
                  <a:lnTo>
                    <a:pt x="2625252" y="3414161"/>
                  </a:lnTo>
                  <a:lnTo>
                    <a:pt x="2625377" y="3414161"/>
                  </a:lnTo>
                  <a:lnTo>
                    <a:pt x="2625502" y="3414161"/>
                  </a:lnTo>
                  <a:lnTo>
                    <a:pt x="2625627" y="3414161"/>
                  </a:lnTo>
                  <a:lnTo>
                    <a:pt x="2625752" y="3414161"/>
                  </a:lnTo>
                  <a:lnTo>
                    <a:pt x="2625877" y="3414161"/>
                  </a:lnTo>
                  <a:lnTo>
                    <a:pt x="2626002" y="3414161"/>
                  </a:lnTo>
                  <a:lnTo>
                    <a:pt x="2626127" y="3414161"/>
                  </a:lnTo>
                  <a:lnTo>
                    <a:pt x="2626252" y="3414161"/>
                  </a:lnTo>
                  <a:lnTo>
                    <a:pt x="2626377" y="3414161"/>
                  </a:lnTo>
                  <a:lnTo>
                    <a:pt x="2626503" y="3414161"/>
                  </a:lnTo>
                  <a:lnTo>
                    <a:pt x="2626628" y="3414161"/>
                  </a:lnTo>
                  <a:lnTo>
                    <a:pt x="2626753" y="3414161"/>
                  </a:lnTo>
                  <a:lnTo>
                    <a:pt x="2626878" y="3414161"/>
                  </a:lnTo>
                  <a:lnTo>
                    <a:pt x="2627003" y="3414161"/>
                  </a:lnTo>
                  <a:lnTo>
                    <a:pt x="2627128" y="3414161"/>
                  </a:lnTo>
                  <a:lnTo>
                    <a:pt x="2627253" y="3414161"/>
                  </a:lnTo>
                  <a:lnTo>
                    <a:pt x="2627378" y="3414161"/>
                  </a:lnTo>
                  <a:lnTo>
                    <a:pt x="2627503" y="3414161"/>
                  </a:lnTo>
                  <a:lnTo>
                    <a:pt x="2627628" y="3414161"/>
                  </a:lnTo>
                  <a:lnTo>
                    <a:pt x="2627753" y="3414161"/>
                  </a:lnTo>
                  <a:lnTo>
                    <a:pt x="2627878" y="3414161"/>
                  </a:lnTo>
                  <a:lnTo>
                    <a:pt x="2628003" y="3414161"/>
                  </a:lnTo>
                  <a:lnTo>
                    <a:pt x="2628128" y="3414161"/>
                  </a:lnTo>
                  <a:lnTo>
                    <a:pt x="2628253" y="3414161"/>
                  </a:lnTo>
                  <a:lnTo>
                    <a:pt x="2628378" y="3414161"/>
                  </a:lnTo>
                  <a:lnTo>
                    <a:pt x="2628503" y="3414161"/>
                  </a:lnTo>
                  <a:lnTo>
                    <a:pt x="2628628" y="3414161"/>
                  </a:lnTo>
                  <a:lnTo>
                    <a:pt x="2628753" y="3414161"/>
                  </a:lnTo>
                  <a:lnTo>
                    <a:pt x="2628878" y="3414161"/>
                  </a:lnTo>
                  <a:lnTo>
                    <a:pt x="2629003" y="3414161"/>
                  </a:lnTo>
                  <a:lnTo>
                    <a:pt x="2629128" y="3414161"/>
                  </a:lnTo>
                  <a:lnTo>
                    <a:pt x="2629253" y="3414161"/>
                  </a:lnTo>
                  <a:lnTo>
                    <a:pt x="2629378" y="3414161"/>
                  </a:lnTo>
                  <a:lnTo>
                    <a:pt x="2629504" y="3414161"/>
                  </a:lnTo>
                  <a:lnTo>
                    <a:pt x="2629629" y="3414161"/>
                  </a:lnTo>
                  <a:lnTo>
                    <a:pt x="2629754" y="3414161"/>
                  </a:lnTo>
                  <a:lnTo>
                    <a:pt x="2629879" y="3414161"/>
                  </a:lnTo>
                  <a:lnTo>
                    <a:pt x="2630004" y="3414161"/>
                  </a:lnTo>
                  <a:lnTo>
                    <a:pt x="2630129" y="3414161"/>
                  </a:lnTo>
                  <a:lnTo>
                    <a:pt x="2630254" y="3414161"/>
                  </a:lnTo>
                  <a:lnTo>
                    <a:pt x="2630379" y="3414161"/>
                  </a:lnTo>
                  <a:lnTo>
                    <a:pt x="2630504" y="3414161"/>
                  </a:lnTo>
                  <a:lnTo>
                    <a:pt x="2630629" y="3414161"/>
                  </a:lnTo>
                  <a:lnTo>
                    <a:pt x="2630754" y="3414161"/>
                  </a:lnTo>
                  <a:lnTo>
                    <a:pt x="2630879" y="3414161"/>
                  </a:lnTo>
                  <a:lnTo>
                    <a:pt x="2631004" y="3414161"/>
                  </a:lnTo>
                  <a:lnTo>
                    <a:pt x="2631129" y="3414161"/>
                  </a:lnTo>
                  <a:lnTo>
                    <a:pt x="2631254" y="3414161"/>
                  </a:lnTo>
                  <a:lnTo>
                    <a:pt x="2631379" y="3414161"/>
                  </a:lnTo>
                  <a:lnTo>
                    <a:pt x="2631504" y="3414161"/>
                  </a:lnTo>
                  <a:lnTo>
                    <a:pt x="2631629" y="3414161"/>
                  </a:lnTo>
                  <a:lnTo>
                    <a:pt x="2631754" y="3414161"/>
                  </a:lnTo>
                  <a:lnTo>
                    <a:pt x="2631879" y="3414161"/>
                  </a:lnTo>
                  <a:lnTo>
                    <a:pt x="2632004" y="3414161"/>
                  </a:lnTo>
                  <a:lnTo>
                    <a:pt x="2632129" y="3414161"/>
                  </a:lnTo>
                  <a:lnTo>
                    <a:pt x="2632254" y="3414161"/>
                  </a:lnTo>
                  <a:lnTo>
                    <a:pt x="2632379" y="3414161"/>
                  </a:lnTo>
                  <a:lnTo>
                    <a:pt x="2632505" y="3414161"/>
                  </a:lnTo>
                  <a:lnTo>
                    <a:pt x="2632630" y="3414161"/>
                  </a:lnTo>
                  <a:lnTo>
                    <a:pt x="2632755" y="3414161"/>
                  </a:lnTo>
                  <a:lnTo>
                    <a:pt x="2632880" y="3414161"/>
                  </a:lnTo>
                  <a:lnTo>
                    <a:pt x="2633005" y="3414161"/>
                  </a:lnTo>
                  <a:lnTo>
                    <a:pt x="2633130" y="3414161"/>
                  </a:lnTo>
                  <a:lnTo>
                    <a:pt x="2633255" y="3414161"/>
                  </a:lnTo>
                  <a:lnTo>
                    <a:pt x="2633380" y="3414161"/>
                  </a:lnTo>
                  <a:lnTo>
                    <a:pt x="2633505" y="3414161"/>
                  </a:lnTo>
                  <a:lnTo>
                    <a:pt x="2633630" y="3414161"/>
                  </a:lnTo>
                  <a:lnTo>
                    <a:pt x="2633755" y="3414161"/>
                  </a:lnTo>
                  <a:lnTo>
                    <a:pt x="2633880" y="3414161"/>
                  </a:lnTo>
                  <a:lnTo>
                    <a:pt x="2634005" y="3414161"/>
                  </a:lnTo>
                  <a:lnTo>
                    <a:pt x="2634130" y="3414161"/>
                  </a:lnTo>
                  <a:lnTo>
                    <a:pt x="2634255" y="3414161"/>
                  </a:lnTo>
                  <a:lnTo>
                    <a:pt x="2634380" y="3414161"/>
                  </a:lnTo>
                  <a:lnTo>
                    <a:pt x="2634505" y="3414161"/>
                  </a:lnTo>
                  <a:lnTo>
                    <a:pt x="2634630" y="3414161"/>
                  </a:lnTo>
                  <a:lnTo>
                    <a:pt x="2634755" y="3414161"/>
                  </a:lnTo>
                  <a:lnTo>
                    <a:pt x="2634880" y="3414161"/>
                  </a:lnTo>
                  <a:lnTo>
                    <a:pt x="2635005" y="3414161"/>
                  </a:lnTo>
                  <a:lnTo>
                    <a:pt x="2635130" y="3414161"/>
                  </a:lnTo>
                  <a:lnTo>
                    <a:pt x="2635255" y="3414161"/>
                  </a:lnTo>
                  <a:lnTo>
                    <a:pt x="2635380" y="3414161"/>
                  </a:lnTo>
                  <a:lnTo>
                    <a:pt x="2635506" y="3414161"/>
                  </a:lnTo>
                  <a:lnTo>
                    <a:pt x="2635631" y="3414161"/>
                  </a:lnTo>
                  <a:lnTo>
                    <a:pt x="2635756" y="3414161"/>
                  </a:lnTo>
                  <a:lnTo>
                    <a:pt x="2635881" y="3414161"/>
                  </a:lnTo>
                  <a:lnTo>
                    <a:pt x="2636006" y="3414161"/>
                  </a:lnTo>
                  <a:lnTo>
                    <a:pt x="2636131" y="3414161"/>
                  </a:lnTo>
                  <a:lnTo>
                    <a:pt x="2636256" y="3414161"/>
                  </a:lnTo>
                  <a:lnTo>
                    <a:pt x="2636381" y="3414161"/>
                  </a:lnTo>
                  <a:lnTo>
                    <a:pt x="2636506" y="3414161"/>
                  </a:lnTo>
                  <a:lnTo>
                    <a:pt x="2636631" y="3414161"/>
                  </a:lnTo>
                  <a:lnTo>
                    <a:pt x="2636756" y="3414161"/>
                  </a:lnTo>
                  <a:lnTo>
                    <a:pt x="2636881" y="3414161"/>
                  </a:lnTo>
                  <a:lnTo>
                    <a:pt x="2637006" y="3414161"/>
                  </a:lnTo>
                  <a:lnTo>
                    <a:pt x="2637131" y="3414161"/>
                  </a:lnTo>
                  <a:lnTo>
                    <a:pt x="2637256" y="3414161"/>
                  </a:lnTo>
                  <a:lnTo>
                    <a:pt x="2637381" y="3414161"/>
                  </a:lnTo>
                  <a:lnTo>
                    <a:pt x="2637506" y="3414161"/>
                  </a:lnTo>
                  <a:lnTo>
                    <a:pt x="2637631" y="3414161"/>
                  </a:lnTo>
                  <a:lnTo>
                    <a:pt x="2637756" y="3414161"/>
                  </a:lnTo>
                  <a:lnTo>
                    <a:pt x="2637881" y="3414161"/>
                  </a:lnTo>
                  <a:lnTo>
                    <a:pt x="2638006" y="3414161"/>
                  </a:lnTo>
                  <a:lnTo>
                    <a:pt x="2638131" y="3414161"/>
                  </a:lnTo>
                  <a:lnTo>
                    <a:pt x="2638256" y="3414161"/>
                  </a:lnTo>
                  <a:lnTo>
                    <a:pt x="2638381" y="3414161"/>
                  </a:lnTo>
                  <a:lnTo>
                    <a:pt x="2638507" y="3414161"/>
                  </a:lnTo>
                  <a:lnTo>
                    <a:pt x="2638632" y="3414161"/>
                  </a:lnTo>
                  <a:lnTo>
                    <a:pt x="2638757" y="3414161"/>
                  </a:lnTo>
                  <a:lnTo>
                    <a:pt x="2638882" y="3414161"/>
                  </a:lnTo>
                  <a:lnTo>
                    <a:pt x="2639007" y="3414161"/>
                  </a:lnTo>
                  <a:lnTo>
                    <a:pt x="2639132" y="3414161"/>
                  </a:lnTo>
                  <a:lnTo>
                    <a:pt x="2639257" y="3414161"/>
                  </a:lnTo>
                  <a:lnTo>
                    <a:pt x="2639382" y="3414161"/>
                  </a:lnTo>
                  <a:lnTo>
                    <a:pt x="2639507" y="3414161"/>
                  </a:lnTo>
                  <a:lnTo>
                    <a:pt x="2639632" y="3414161"/>
                  </a:lnTo>
                  <a:lnTo>
                    <a:pt x="2639757" y="3414161"/>
                  </a:lnTo>
                  <a:lnTo>
                    <a:pt x="2639882" y="3414161"/>
                  </a:lnTo>
                  <a:lnTo>
                    <a:pt x="2640007" y="3414161"/>
                  </a:lnTo>
                  <a:lnTo>
                    <a:pt x="2640132" y="3414161"/>
                  </a:lnTo>
                  <a:lnTo>
                    <a:pt x="2640257" y="3414161"/>
                  </a:lnTo>
                  <a:lnTo>
                    <a:pt x="2640382" y="3414161"/>
                  </a:lnTo>
                  <a:lnTo>
                    <a:pt x="2640507" y="3414161"/>
                  </a:lnTo>
                  <a:lnTo>
                    <a:pt x="2640632" y="3414161"/>
                  </a:lnTo>
                  <a:lnTo>
                    <a:pt x="2640757" y="3414161"/>
                  </a:lnTo>
                  <a:lnTo>
                    <a:pt x="2640882" y="3414161"/>
                  </a:lnTo>
                  <a:lnTo>
                    <a:pt x="2641007" y="3414161"/>
                  </a:lnTo>
                  <a:lnTo>
                    <a:pt x="2641132" y="3414161"/>
                  </a:lnTo>
                  <a:lnTo>
                    <a:pt x="2641257" y="3414161"/>
                  </a:lnTo>
                  <a:lnTo>
                    <a:pt x="2641383" y="3414161"/>
                  </a:lnTo>
                  <a:lnTo>
                    <a:pt x="2641508" y="3414161"/>
                  </a:lnTo>
                  <a:lnTo>
                    <a:pt x="2641633" y="3414161"/>
                  </a:lnTo>
                  <a:lnTo>
                    <a:pt x="2641758" y="3414161"/>
                  </a:lnTo>
                  <a:lnTo>
                    <a:pt x="2641883" y="3414161"/>
                  </a:lnTo>
                  <a:lnTo>
                    <a:pt x="2642008" y="3414161"/>
                  </a:lnTo>
                  <a:lnTo>
                    <a:pt x="2642133" y="3414161"/>
                  </a:lnTo>
                  <a:lnTo>
                    <a:pt x="2642258" y="3414161"/>
                  </a:lnTo>
                  <a:lnTo>
                    <a:pt x="2642383" y="3414161"/>
                  </a:lnTo>
                  <a:lnTo>
                    <a:pt x="2642508" y="3414161"/>
                  </a:lnTo>
                  <a:lnTo>
                    <a:pt x="2642633" y="3414161"/>
                  </a:lnTo>
                  <a:lnTo>
                    <a:pt x="2642758" y="3414161"/>
                  </a:lnTo>
                  <a:lnTo>
                    <a:pt x="2642883" y="3414161"/>
                  </a:lnTo>
                  <a:lnTo>
                    <a:pt x="2643008" y="3414161"/>
                  </a:lnTo>
                  <a:lnTo>
                    <a:pt x="2643133" y="3414161"/>
                  </a:lnTo>
                  <a:lnTo>
                    <a:pt x="2643258" y="3414161"/>
                  </a:lnTo>
                  <a:lnTo>
                    <a:pt x="2643383" y="3414161"/>
                  </a:lnTo>
                  <a:lnTo>
                    <a:pt x="2643508" y="3414161"/>
                  </a:lnTo>
                  <a:lnTo>
                    <a:pt x="2643633" y="3414161"/>
                  </a:lnTo>
                  <a:lnTo>
                    <a:pt x="2643758" y="3414161"/>
                  </a:lnTo>
                  <a:lnTo>
                    <a:pt x="2643883" y="3414161"/>
                  </a:lnTo>
                  <a:lnTo>
                    <a:pt x="2644008" y="3414161"/>
                  </a:lnTo>
                  <a:lnTo>
                    <a:pt x="2644133" y="3414161"/>
                  </a:lnTo>
                  <a:lnTo>
                    <a:pt x="2644258" y="3414161"/>
                  </a:lnTo>
                  <a:lnTo>
                    <a:pt x="2644384" y="3414161"/>
                  </a:lnTo>
                  <a:lnTo>
                    <a:pt x="2644509" y="3414161"/>
                  </a:lnTo>
                  <a:lnTo>
                    <a:pt x="2644634" y="3414161"/>
                  </a:lnTo>
                  <a:lnTo>
                    <a:pt x="2644759" y="3414161"/>
                  </a:lnTo>
                  <a:lnTo>
                    <a:pt x="2644884" y="3414161"/>
                  </a:lnTo>
                  <a:lnTo>
                    <a:pt x="2645009" y="3414161"/>
                  </a:lnTo>
                  <a:lnTo>
                    <a:pt x="2645134" y="3414161"/>
                  </a:lnTo>
                  <a:lnTo>
                    <a:pt x="2645259" y="3414161"/>
                  </a:lnTo>
                  <a:lnTo>
                    <a:pt x="2645384" y="3414161"/>
                  </a:lnTo>
                  <a:lnTo>
                    <a:pt x="2645509" y="3414161"/>
                  </a:lnTo>
                  <a:lnTo>
                    <a:pt x="2645634" y="3414161"/>
                  </a:lnTo>
                  <a:lnTo>
                    <a:pt x="2645759" y="3414161"/>
                  </a:lnTo>
                  <a:lnTo>
                    <a:pt x="2645884" y="3414161"/>
                  </a:lnTo>
                  <a:lnTo>
                    <a:pt x="2646009" y="3414161"/>
                  </a:lnTo>
                  <a:lnTo>
                    <a:pt x="2646134" y="3414161"/>
                  </a:lnTo>
                  <a:lnTo>
                    <a:pt x="2646259" y="3414161"/>
                  </a:lnTo>
                  <a:lnTo>
                    <a:pt x="2646384" y="3414161"/>
                  </a:lnTo>
                  <a:lnTo>
                    <a:pt x="2646509" y="3414161"/>
                  </a:lnTo>
                  <a:lnTo>
                    <a:pt x="2646634" y="3414161"/>
                  </a:lnTo>
                  <a:lnTo>
                    <a:pt x="2646759" y="3414161"/>
                  </a:lnTo>
                  <a:lnTo>
                    <a:pt x="2646884" y="3414161"/>
                  </a:lnTo>
                  <a:lnTo>
                    <a:pt x="2647009" y="3414161"/>
                  </a:lnTo>
                  <a:lnTo>
                    <a:pt x="2647134" y="3414161"/>
                  </a:lnTo>
                  <a:lnTo>
                    <a:pt x="2647259" y="3414161"/>
                  </a:lnTo>
                  <a:lnTo>
                    <a:pt x="2647385" y="3414161"/>
                  </a:lnTo>
                  <a:lnTo>
                    <a:pt x="2647510" y="3414161"/>
                  </a:lnTo>
                  <a:lnTo>
                    <a:pt x="2647635" y="3414161"/>
                  </a:lnTo>
                  <a:lnTo>
                    <a:pt x="2647760" y="3414161"/>
                  </a:lnTo>
                  <a:lnTo>
                    <a:pt x="2647885" y="3414161"/>
                  </a:lnTo>
                  <a:lnTo>
                    <a:pt x="2648010" y="3414161"/>
                  </a:lnTo>
                  <a:lnTo>
                    <a:pt x="2648135" y="3414161"/>
                  </a:lnTo>
                  <a:lnTo>
                    <a:pt x="2648260" y="3414161"/>
                  </a:lnTo>
                  <a:lnTo>
                    <a:pt x="2648385" y="3414161"/>
                  </a:lnTo>
                  <a:lnTo>
                    <a:pt x="2648510" y="3414161"/>
                  </a:lnTo>
                  <a:lnTo>
                    <a:pt x="2648635" y="3414161"/>
                  </a:lnTo>
                  <a:lnTo>
                    <a:pt x="2648760" y="3414161"/>
                  </a:lnTo>
                  <a:lnTo>
                    <a:pt x="2648885" y="3414161"/>
                  </a:lnTo>
                  <a:lnTo>
                    <a:pt x="2649010" y="3414161"/>
                  </a:lnTo>
                  <a:lnTo>
                    <a:pt x="2649135" y="3414161"/>
                  </a:lnTo>
                  <a:lnTo>
                    <a:pt x="2649260" y="3414161"/>
                  </a:lnTo>
                  <a:lnTo>
                    <a:pt x="2649385" y="3414161"/>
                  </a:lnTo>
                  <a:lnTo>
                    <a:pt x="2649510" y="3414161"/>
                  </a:lnTo>
                  <a:lnTo>
                    <a:pt x="2649635" y="3414161"/>
                  </a:lnTo>
                  <a:lnTo>
                    <a:pt x="2649760" y="3414161"/>
                  </a:lnTo>
                  <a:lnTo>
                    <a:pt x="2649885" y="3414161"/>
                  </a:lnTo>
                  <a:lnTo>
                    <a:pt x="2650010" y="3414161"/>
                  </a:lnTo>
                  <a:lnTo>
                    <a:pt x="2650135" y="3414161"/>
                  </a:lnTo>
                  <a:lnTo>
                    <a:pt x="2650260" y="3414161"/>
                  </a:lnTo>
                  <a:lnTo>
                    <a:pt x="2650386" y="3414161"/>
                  </a:lnTo>
                  <a:lnTo>
                    <a:pt x="2650511" y="3414161"/>
                  </a:lnTo>
                  <a:lnTo>
                    <a:pt x="2650636" y="3414161"/>
                  </a:lnTo>
                  <a:lnTo>
                    <a:pt x="2650761" y="3414161"/>
                  </a:lnTo>
                  <a:lnTo>
                    <a:pt x="2650886" y="3414161"/>
                  </a:lnTo>
                  <a:lnTo>
                    <a:pt x="2651011" y="3414161"/>
                  </a:lnTo>
                  <a:lnTo>
                    <a:pt x="2651136" y="3414161"/>
                  </a:lnTo>
                  <a:lnTo>
                    <a:pt x="2651261" y="3414161"/>
                  </a:lnTo>
                  <a:lnTo>
                    <a:pt x="2651386" y="3414161"/>
                  </a:lnTo>
                  <a:lnTo>
                    <a:pt x="2651511" y="3414161"/>
                  </a:lnTo>
                  <a:lnTo>
                    <a:pt x="2651636" y="3414161"/>
                  </a:lnTo>
                  <a:lnTo>
                    <a:pt x="2651761" y="3414161"/>
                  </a:lnTo>
                  <a:lnTo>
                    <a:pt x="2651886" y="3414161"/>
                  </a:lnTo>
                  <a:lnTo>
                    <a:pt x="2652011" y="3414161"/>
                  </a:lnTo>
                  <a:lnTo>
                    <a:pt x="2652136" y="3414161"/>
                  </a:lnTo>
                  <a:lnTo>
                    <a:pt x="2652261" y="3414161"/>
                  </a:lnTo>
                  <a:lnTo>
                    <a:pt x="2652386" y="3414161"/>
                  </a:lnTo>
                  <a:lnTo>
                    <a:pt x="2652386" y="3404207"/>
                  </a:lnTo>
                  <a:lnTo>
                    <a:pt x="2652511" y="3404207"/>
                  </a:lnTo>
                  <a:lnTo>
                    <a:pt x="2652636" y="3404207"/>
                  </a:lnTo>
                  <a:lnTo>
                    <a:pt x="2652761" y="3404207"/>
                  </a:lnTo>
                  <a:lnTo>
                    <a:pt x="2652886" y="3404207"/>
                  </a:lnTo>
                  <a:lnTo>
                    <a:pt x="2653011" y="3404207"/>
                  </a:lnTo>
                  <a:lnTo>
                    <a:pt x="2653136" y="3404207"/>
                  </a:lnTo>
                  <a:lnTo>
                    <a:pt x="2653261" y="3404207"/>
                  </a:lnTo>
                  <a:lnTo>
                    <a:pt x="2653387" y="3404207"/>
                  </a:lnTo>
                  <a:lnTo>
                    <a:pt x="2653512" y="3404207"/>
                  </a:lnTo>
                  <a:lnTo>
                    <a:pt x="2653637" y="3404207"/>
                  </a:lnTo>
                  <a:lnTo>
                    <a:pt x="2653762" y="3404207"/>
                  </a:lnTo>
                  <a:lnTo>
                    <a:pt x="2653887" y="3404207"/>
                  </a:lnTo>
                  <a:lnTo>
                    <a:pt x="2654012" y="3404207"/>
                  </a:lnTo>
                  <a:lnTo>
                    <a:pt x="2654137" y="3404207"/>
                  </a:lnTo>
                  <a:lnTo>
                    <a:pt x="2654262" y="3404207"/>
                  </a:lnTo>
                  <a:lnTo>
                    <a:pt x="2654387" y="3404207"/>
                  </a:lnTo>
                  <a:lnTo>
                    <a:pt x="2654512" y="3404207"/>
                  </a:lnTo>
                  <a:lnTo>
                    <a:pt x="2654637" y="3404207"/>
                  </a:lnTo>
                  <a:lnTo>
                    <a:pt x="2654762" y="3404207"/>
                  </a:lnTo>
                  <a:lnTo>
                    <a:pt x="2654887" y="3404207"/>
                  </a:lnTo>
                  <a:lnTo>
                    <a:pt x="2655012" y="3404207"/>
                  </a:lnTo>
                  <a:lnTo>
                    <a:pt x="2655137" y="3404207"/>
                  </a:lnTo>
                  <a:lnTo>
                    <a:pt x="2655262" y="3404207"/>
                  </a:lnTo>
                  <a:lnTo>
                    <a:pt x="2655387" y="3404207"/>
                  </a:lnTo>
                  <a:lnTo>
                    <a:pt x="2655512" y="3404207"/>
                  </a:lnTo>
                  <a:lnTo>
                    <a:pt x="2655637" y="3404207"/>
                  </a:lnTo>
                  <a:lnTo>
                    <a:pt x="2655762" y="3404207"/>
                  </a:lnTo>
                  <a:lnTo>
                    <a:pt x="2655887" y="3404207"/>
                  </a:lnTo>
                  <a:lnTo>
                    <a:pt x="2656012" y="3404207"/>
                  </a:lnTo>
                  <a:lnTo>
                    <a:pt x="2656137" y="3404207"/>
                  </a:lnTo>
                  <a:lnTo>
                    <a:pt x="2656262" y="3404207"/>
                  </a:lnTo>
                  <a:lnTo>
                    <a:pt x="2656388" y="3404207"/>
                  </a:lnTo>
                  <a:lnTo>
                    <a:pt x="2656513" y="3404207"/>
                  </a:lnTo>
                  <a:lnTo>
                    <a:pt x="2656638" y="3404207"/>
                  </a:lnTo>
                  <a:lnTo>
                    <a:pt x="2656763" y="3404207"/>
                  </a:lnTo>
                  <a:lnTo>
                    <a:pt x="2656888" y="3404207"/>
                  </a:lnTo>
                  <a:lnTo>
                    <a:pt x="2657013" y="3404207"/>
                  </a:lnTo>
                  <a:lnTo>
                    <a:pt x="2657138" y="3404207"/>
                  </a:lnTo>
                  <a:lnTo>
                    <a:pt x="2657263" y="3404207"/>
                  </a:lnTo>
                  <a:lnTo>
                    <a:pt x="2657388" y="3404207"/>
                  </a:lnTo>
                  <a:lnTo>
                    <a:pt x="2657513" y="3404207"/>
                  </a:lnTo>
                  <a:lnTo>
                    <a:pt x="2657638" y="3404207"/>
                  </a:lnTo>
                  <a:lnTo>
                    <a:pt x="2657763" y="3404207"/>
                  </a:lnTo>
                  <a:lnTo>
                    <a:pt x="2657888" y="3404207"/>
                  </a:lnTo>
                  <a:lnTo>
                    <a:pt x="2658013" y="3404207"/>
                  </a:lnTo>
                  <a:lnTo>
                    <a:pt x="2658013" y="3394253"/>
                  </a:lnTo>
                  <a:lnTo>
                    <a:pt x="2658138" y="3394253"/>
                  </a:lnTo>
                  <a:lnTo>
                    <a:pt x="2658263" y="3394253"/>
                  </a:lnTo>
                  <a:lnTo>
                    <a:pt x="2658388" y="3394253"/>
                  </a:lnTo>
                  <a:lnTo>
                    <a:pt x="2658513" y="3394253"/>
                  </a:lnTo>
                  <a:lnTo>
                    <a:pt x="2658638" y="3394253"/>
                  </a:lnTo>
                  <a:lnTo>
                    <a:pt x="2658763" y="3394253"/>
                  </a:lnTo>
                  <a:lnTo>
                    <a:pt x="2658888" y="3394253"/>
                  </a:lnTo>
                  <a:lnTo>
                    <a:pt x="2659013" y="3394253"/>
                  </a:lnTo>
                  <a:lnTo>
                    <a:pt x="2659138" y="3394253"/>
                  </a:lnTo>
                  <a:lnTo>
                    <a:pt x="2659263" y="3394253"/>
                  </a:lnTo>
                  <a:lnTo>
                    <a:pt x="2659389" y="3394253"/>
                  </a:lnTo>
                  <a:lnTo>
                    <a:pt x="2659514" y="3394253"/>
                  </a:lnTo>
                  <a:lnTo>
                    <a:pt x="2659639" y="3394253"/>
                  </a:lnTo>
                  <a:lnTo>
                    <a:pt x="2659764" y="3394253"/>
                  </a:lnTo>
                  <a:lnTo>
                    <a:pt x="2659889" y="3394253"/>
                  </a:lnTo>
                  <a:lnTo>
                    <a:pt x="2660014" y="3394253"/>
                  </a:lnTo>
                  <a:lnTo>
                    <a:pt x="2660139" y="3394253"/>
                  </a:lnTo>
                  <a:lnTo>
                    <a:pt x="2660264" y="3394253"/>
                  </a:lnTo>
                  <a:lnTo>
                    <a:pt x="2660389" y="3394253"/>
                  </a:lnTo>
                  <a:lnTo>
                    <a:pt x="2660514" y="3394253"/>
                  </a:lnTo>
                  <a:lnTo>
                    <a:pt x="2660639" y="3394253"/>
                  </a:lnTo>
                  <a:lnTo>
                    <a:pt x="2660764" y="3394253"/>
                  </a:lnTo>
                  <a:lnTo>
                    <a:pt x="2660889" y="3394253"/>
                  </a:lnTo>
                  <a:lnTo>
                    <a:pt x="2661014" y="3394253"/>
                  </a:lnTo>
                  <a:lnTo>
                    <a:pt x="2661139" y="3394253"/>
                  </a:lnTo>
                  <a:lnTo>
                    <a:pt x="2661264" y="3394253"/>
                  </a:lnTo>
                  <a:lnTo>
                    <a:pt x="2661389" y="3394253"/>
                  </a:lnTo>
                  <a:lnTo>
                    <a:pt x="2661514" y="3394253"/>
                  </a:lnTo>
                  <a:lnTo>
                    <a:pt x="2661639" y="3394253"/>
                  </a:lnTo>
                  <a:lnTo>
                    <a:pt x="2661764" y="3394253"/>
                  </a:lnTo>
                  <a:lnTo>
                    <a:pt x="2661889" y="3394253"/>
                  </a:lnTo>
                  <a:lnTo>
                    <a:pt x="2662014" y="3394253"/>
                  </a:lnTo>
                  <a:lnTo>
                    <a:pt x="2662139" y="3394253"/>
                  </a:lnTo>
                  <a:lnTo>
                    <a:pt x="2662264" y="3394253"/>
                  </a:lnTo>
                  <a:lnTo>
                    <a:pt x="2662390" y="3394253"/>
                  </a:lnTo>
                  <a:lnTo>
                    <a:pt x="2662515" y="3394253"/>
                  </a:lnTo>
                  <a:lnTo>
                    <a:pt x="2662640" y="3394253"/>
                  </a:lnTo>
                  <a:lnTo>
                    <a:pt x="2662765" y="3394253"/>
                  </a:lnTo>
                  <a:lnTo>
                    <a:pt x="2662890" y="3394253"/>
                  </a:lnTo>
                  <a:lnTo>
                    <a:pt x="2663015" y="3394253"/>
                  </a:lnTo>
                  <a:lnTo>
                    <a:pt x="2663140" y="3394253"/>
                  </a:lnTo>
                  <a:lnTo>
                    <a:pt x="2663265" y="3394253"/>
                  </a:lnTo>
                  <a:lnTo>
                    <a:pt x="2663390" y="3394253"/>
                  </a:lnTo>
                  <a:lnTo>
                    <a:pt x="2663515" y="3394253"/>
                  </a:lnTo>
                  <a:lnTo>
                    <a:pt x="2663640" y="3394253"/>
                  </a:lnTo>
                  <a:lnTo>
                    <a:pt x="2663765" y="3394253"/>
                  </a:lnTo>
                  <a:lnTo>
                    <a:pt x="2663890" y="3394253"/>
                  </a:lnTo>
                  <a:lnTo>
                    <a:pt x="2664015" y="3394253"/>
                  </a:lnTo>
                  <a:lnTo>
                    <a:pt x="2664140" y="3394253"/>
                  </a:lnTo>
                  <a:lnTo>
                    <a:pt x="2664265" y="3394253"/>
                  </a:lnTo>
                  <a:lnTo>
                    <a:pt x="2664390" y="3394253"/>
                  </a:lnTo>
                  <a:lnTo>
                    <a:pt x="2664515" y="3394253"/>
                  </a:lnTo>
                  <a:lnTo>
                    <a:pt x="2664640" y="3394253"/>
                  </a:lnTo>
                  <a:lnTo>
                    <a:pt x="2664765" y="3394253"/>
                  </a:lnTo>
                  <a:lnTo>
                    <a:pt x="2664890" y="3394253"/>
                  </a:lnTo>
                  <a:lnTo>
                    <a:pt x="2665015" y="3394253"/>
                  </a:lnTo>
                  <a:lnTo>
                    <a:pt x="2665140" y="3394253"/>
                  </a:lnTo>
                  <a:lnTo>
                    <a:pt x="2665265" y="3394253"/>
                  </a:lnTo>
                  <a:lnTo>
                    <a:pt x="2665391" y="3394253"/>
                  </a:lnTo>
                  <a:lnTo>
                    <a:pt x="2665516" y="3394253"/>
                  </a:lnTo>
                  <a:lnTo>
                    <a:pt x="2665641" y="3394253"/>
                  </a:lnTo>
                  <a:lnTo>
                    <a:pt x="2665766" y="3394253"/>
                  </a:lnTo>
                  <a:lnTo>
                    <a:pt x="2665891" y="3394253"/>
                  </a:lnTo>
                  <a:lnTo>
                    <a:pt x="2666016" y="3394253"/>
                  </a:lnTo>
                  <a:lnTo>
                    <a:pt x="2666016" y="3384299"/>
                  </a:lnTo>
                  <a:lnTo>
                    <a:pt x="2666141" y="3384299"/>
                  </a:lnTo>
                  <a:lnTo>
                    <a:pt x="2666266" y="3384299"/>
                  </a:lnTo>
                  <a:lnTo>
                    <a:pt x="2666391" y="3384299"/>
                  </a:lnTo>
                  <a:lnTo>
                    <a:pt x="2666516" y="3384299"/>
                  </a:lnTo>
                  <a:lnTo>
                    <a:pt x="2666641" y="3384299"/>
                  </a:lnTo>
                  <a:lnTo>
                    <a:pt x="2666766" y="3384299"/>
                  </a:lnTo>
                  <a:lnTo>
                    <a:pt x="2666891" y="3384299"/>
                  </a:lnTo>
                  <a:lnTo>
                    <a:pt x="2667016" y="3384299"/>
                  </a:lnTo>
                  <a:lnTo>
                    <a:pt x="2667141" y="3384299"/>
                  </a:lnTo>
                  <a:lnTo>
                    <a:pt x="2667266" y="3384299"/>
                  </a:lnTo>
                  <a:lnTo>
                    <a:pt x="2667391" y="3384299"/>
                  </a:lnTo>
                  <a:lnTo>
                    <a:pt x="2667516" y="3384299"/>
                  </a:lnTo>
                  <a:lnTo>
                    <a:pt x="2667641" y="3384299"/>
                  </a:lnTo>
                  <a:lnTo>
                    <a:pt x="2667766" y="3384299"/>
                  </a:lnTo>
                  <a:lnTo>
                    <a:pt x="2667891" y="3384299"/>
                  </a:lnTo>
                  <a:lnTo>
                    <a:pt x="2668016" y="3384299"/>
                  </a:lnTo>
                  <a:lnTo>
                    <a:pt x="2668141" y="3384299"/>
                  </a:lnTo>
                  <a:lnTo>
                    <a:pt x="2668266" y="3384299"/>
                  </a:lnTo>
                  <a:lnTo>
                    <a:pt x="2668392" y="3384299"/>
                  </a:lnTo>
                  <a:lnTo>
                    <a:pt x="2668517" y="3384299"/>
                  </a:lnTo>
                  <a:lnTo>
                    <a:pt x="2668642" y="3384299"/>
                  </a:lnTo>
                  <a:lnTo>
                    <a:pt x="2668767" y="3384299"/>
                  </a:lnTo>
                  <a:lnTo>
                    <a:pt x="2668892" y="3384299"/>
                  </a:lnTo>
                  <a:lnTo>
                    <a:pt x="2669017" y="3384299"/>
                  </a:lnTo>
                  <a:lnTo>
                    <a:pt x="2669142" y="3384299"/>
                  </a:lnTo>
                  <a:lnTo>
                    <a:pt x="2669142" y="3374345"/>
                  </a:lnTo>
                  <a:lnTo>
                    <a:pt x="2669267" y="3374345"/>
                  </a:lnTo>
                  <a:lnTo>
                    <a:pt x="2669392" y="3374345"/>
                  </a:lnTo>
                  <a:lnTo>
                    <a:pt x="2669517" y="3374345"/>
                  </a:lnTo>
                  <a:lnTo>
                    <a:pt x="2669642" y="3374345"/>
                  </a:lnTo>
                  <a:lnTo>
                    <a:pt x="2669767" y="3374345"/>
                  </a:lnTo>
                  <a:lnTo>
                    <a:pt x="2669892" y="3374345"/>
                  </a:lnTo>
                  <a:lnTo>
                    <a:pt x="2669892" y="3364392"/>
                  </a:lnTo>
                  <a:lnTo>
                    <a:pt x="2670017" y="3364392"/>
                  </a:lnTo>
                  <a:lnTo>
                    <a:pt x="2670142" y="3364392"/>
                  </a:lnTo>
                  <a:lnTo>
                    <a:pt x="2670267" y="3364392"/>
                  </a:lnTo>
                  <a:lnTo>
                    <a:pt x="2670392" y="3364392"/>
                  </a:lnTo>
                  <a:lnTo>
                    <a:pt x="2670517" y="3364392"/>
                  </a:lnTo>
                  <a:lnTo>
                    <a:pt x="2670642" y="3364392"/>
                  </a:lnTo>
                  <a:lnTo>
                    <a:pt x="2670767" y="3364392"/>
                  </a:lnTo>
                  <a:lnTo>
                    <a:pt x="2670892" y="3364392"/>
                  </a:lnTo>
                  <a:lnTo>
                    <a:pt x="2671017" y="3364392"/>
                  </a:lnTo>
                  <a:lnTo>
                    <a:pt x="2671142" y="3364392"/>
                  </a:lnTo>
                  <a:lnTo>
                    <a:pt x="2671267" y="3364392"/>
                  </a:lnTo>
                  <a:lnTo>
                    <a:pt x="2671393" y="3364392"/>
                  </a:lnTo>
                  <a:lnTo>
                    <a:pt x="2671518" y="3364392"/>
                  </a:lnTo>
                  <a:lnTo>
                    <a:pt x="2671643" y="3364392"/>
                  </a:lnTo>
                  <a:lnTo>
                    <a:pt x="2671768" y="3364392"/>
                  </a:lnTo>
                  <a:lnTo>
                    <a:pt x="2671893" y="3364392"/>
                  </a:lnTo>
                  <a:lnTo>
                    <a:pt x="2672018" y="3364392"/>
                  </a:lnTo>
                  <a:lnTo>
                    <a:pt x="2672143" y="3364392"/>
                  </a:lnTo>
                  <a:lnTo>
                    <a:pt x="2672268" y="3364392"/>
                  </a:lnTo>
                  <a:lnTo>
                    <a:pt x="2672393" y="3364392"/>
                  </a:lnTo>
                  <a:lnTo>
                    <a:pt x="2672518" y="3364392"/>
                  </a:lnTo>
                  <a:lnTo>
                    <a:pt x="2672643" y="3364392"/>
                  </a:lnTo>
                  <a:lnTo>
                    <a:pt x="2672768" y="3364392"/>
                  </a:lnTo>
                  <a:lnTo>
                    <a:pt x="2672893" y="3364392"/>
                  </a:lnTo>
                  <a:lnTo>
                    <a:pt x="2673018" y="3364392"/>
                  </a:lnTo>
                  <a:lnTo>
                    <a:pt x="2673143" y="3364392"/>
                  </a:lnTo>
                  <a:lnTo>
                    <a:pt x="2673268" y="3364392"/>
                  </a:lnTo>
                  <a:lnTo>
                    <a:pt x="2673393" y="3364392"/>
                  </a:lnTo>
                  <a:lnTo>
                    <a:pt x="2673518" y="3364392"/>
                  </a:lnTo>
                  <a:lnTo>
                    <a:pt x="2673643" y="3364392"/>
                  </a:lnTo>
                  <a:lnTo>
                    <a:pt x="2673768" y="3364392"/>
                  </a:lnTo>
                  <a:lnTo>
                    <a:pt x="2673893" y="3364392"/>
                  </a:lnTo>
                  <a:lnTo>
                    <a:pt x="2674018" y="3364392"/>
                  </a:lnTo>
                  <a:lnTo>
                    <a:pt x="2674143" y="3364392"/>
                  </a:lnTo>
                  <a:lnTo>
                    <a:pt x="2674268" y="3364392"/>
                  </a:lnTo>
                  <a:lnTo>
                    <a:pt x="2674394" y="3364392"/>
                  </a:lnTo>
                  <a:lnTo>
                    <a:pt x="2674519" y="3364392"/>
                  </a:lnTo>
                  <a:lnTo>
                    <a:pt x="2674644" y="3364392"/>
                  </a:lnTo>
                  <a:lnTo>
                    <a:pt x="2674769" y="3364392"/>
                  </a:lnTo>
                  <a:lnTo>
                    <a:pt x="2674894" y="3364392"/>
                  </a:lnTo>
                  <a:lnTo>
                    <a:pt x="2675019" y="3364392"/>
                  </a:lnTo>
                  <a:lnTo>
                    <a:pt x="2675144" y="3364392"/>
                  </a:lnTo>
                  <a:lnTo>
                    <a:pt x="2675269" y="3364392"/>
                  </a:lnTo>
                  <a:lnTo>
                    <a:pt x="2675394" y="3364392"/>
                  </a:lnTo>
                  <a:lnTo>
                    <a:pt x="2675519" y="3364392"/>
                  </a:lnTo>
                  <a:lnTo>
                    <a:pt x="2675644" y="3364392"/>
                  </a:lnTo>
                  <a:lnTo>
                    <a:pt x="2675769" y="3364392"/>
                  </a:lnTo>
                  <a:lnTo>
                    <a:pt x="2675894" y="3364392"/>
                  </a:lnTo>
                  <a:lnTo>
                    <a:pt x="2676019" y="3364392"/>
                  </a:lnTo>
                  <a:lnTo>
                    <a:pt x="2676144" y="3364392"/>
                  </a:lnTo>
                  <a:lnTo>
                    <a:pt x="2676269" y="3364392"/>
                  </a:lnTo>
                  <a:lnTo>
                    <a:pt x="2676394" y="3364392"/>
                  </a:lnTo>
                  <a:lnTo>
                    <a:pt x="2676519" y="3364392"/>
                  </a:lnTo>
                  <a:lnTo>
                    <a:pt x="2676644" y="3364392"/>
                  </a:lnTo>
                  <a:lnTo>
                    <a:pt x="2676644" y="3354438"/>
                  </a:lnTo>
                  <a:lnTo>
                    <a:pt x="2676769" y="3354438"/>
                  </a:lnTo>
                  <a:lnTo>
                    <a:pt x="2676894" y="3354438"/>
                  </a:lnTo>
                  <a:lnTo>
                    <a:pt x="2677019" y="3354438"/>
                  </a:lnTo>
                  <a:lnTo>
                    <a:pt x="2677144" y="3354438"/>
                  </a:lnTo>
                  <a:lnTo>
                    <a:pt x="2677269" y="3354438"/>
                  </a:lnTo>
                  <a:lnTo>
                    <a:pt x="2677395" y="3354438"/>
                  </a:lnTo>
                  <a:lnTo>
                    <a:pt x="2677520" y="3354438"/>
                  </a:lnTo>
                  <a:lnTo>
                    <a:pt x="2677645" y="3354438"/>
                  </a:lnTo>
                  <a:lnTo>
                    <a:pt x="2677770" y="3354438"/>
                  </a:lnTo>
                  <a:lnTo>
                    <a:pt x="2677895" y="3354438"/>
                  </a:lnTo>
                  <a:lnTo>
                    <a:pt x="2678020" y="3354438"/>
                  </a:lnTo>
                  <a:lnTo>
                    <a:pt x="2678145" y="3354438"/>
                  </a:lnTo>
                  <a:lnTo>
                    <a:pt x="2678270" y="3354438"/>
                  </a:lnTo>
                  <a:lnTo>
                    <a:pt x="2678395" y="3354438"/>
                  </a:lnTo>
                  <a:lnTo>
                    <a:pt x="2678520" y="3354438"/>
                  </a:lnTo>
                  <a:lnTo>
                    <a:pt x="2678645" y="3354438"/>
                  </a:lnTo>
                  <a:lnTo>
                    <a:pt x="2678770" y="3354438"/>
                  </a:lnTo>
                  <a:lnTo>
                    <a:pt x="2678895" y="3354438"/>
                  </a:lnTo>
                  <a:lnTo>
                    <a:pt x="2679020" y="3354438"/>
                  </a:lnTo>
                  <a:lnTo>
                    <a:pt x="2679145" y="3354438"/>
                  </a:lnTo>
                  <a:lnTo>
                    <a:pt x="2679270" y="3354438"/>
                  </a:lnTo>
                  <a:lnTo>
                    <a:pt x="2679395" y="3354438"/>
                  </a:lnTo>
                  <a:lnTo>
                    <a:pt x="2679520" y="3354438"/>
                  </a:lnTo>
                  <a:lnTo>
                    <a:pt x="2679645" y="3354438"/>
                  </a:lnTo>
                  <a:lnTo>
                    <a:pt x="2679770" y="3354438"/>
                  </a:lnTo>
                  <a:lnTo>
                    <a:pt x="2679895" y="3354438"/>
                  </a:lnTo>
                  <a:lnTo>
                    <a:pt x="2680020" y="3354438"/>
                  </a:lnTo>
                  <a:lnTo>
                    <a:pt x="2680145" y="3354438"/>
                  </a:lnTo>
                  <a:lnTo>
                    <a:pt x="2680271" y="3354438"/>
                  </a:lnTo>
                  <a:lnTo>
                    <a:pt x="2680396" y="3354438"/>
                  </a:lnTo>
                  <a:lnTo>
                    <a:pt x="2680521" y="3354438"/>
                  </a:lnTo>
                  <a:lnTo>
                    <a:pt x="2680646" y="3354438"/>
                  </a:lnTo>
                  <a:lnTo>
                    <a:pt x="2680771" y="3354438"/>
                  </a:lnTo>
                  <a:lnTo>
                    <a:pt x="2680896" y="3354438"/>
                  </a:lnTo>
                  <a:lnTo>
                    <a:pt x="2681021" y="3354438"/>
                  </a:lnTo>
                  <a:lnTo>
                    <a:pt x="2681146" y="3354438"/>
                  </a:lnTo>
                  <a:lnTo>
                    <a:pt x="2681271" y="3354438"/>
                  </a:lnTo>
                  <a:lnTo>
                    <a:pt x="2681396" y="3354438"/>
                  </a:lnTo>
                  <a:lnTo>
                    <a:pt x="2681521" y="3354438"/>
                  </a:lnTo>
                  <a:lnTo>
                    <a:pt x="2681646" y="3354438"/>
                  </a:lnTo>
                  <a:lnTo>
                    <a:pt x="2681771" y="3354438"/>
                  </a:lnTo>
                  <a:lnTo>
                    <a:pt x="2681896" y="3354438"/>
                  </a:lnTo>
                  <a:lnTo>
                    <a:pt x="2681896" y="3344484"/>
                  </a:lnTo>
                  <a:lnTo>
                    <a:pt x="2682021" y="3344484"/>
                  </a:lnTo>
                  <a:lnTo>
                    <a:pt x="2682146" y="3344484"/>
                  </a:lnTo>
                  <a:lnTo>
                    <a:pt x="2682271" y="3344484"/>
                  </a:lnTo>
                  <a:lnTo>
                    <a:pt x="2682396" y="3344484"/>
                  </a:lnTo>
                  <a:lnTo>
                    <a:pt x="2682521" y="3344484"/>
                  </a:lnTo>
                  <a:lnTo>
                    <a:pt x="2682646" y="3344484"/>
                  </a:lnTo>
                  <a:lnTo>
                    <a:pt x="2682771" y="3344484"/>
                  </a:lnTo>
                  <a:lnTo>
                    <a:pt x="2682896" y="3344484"/>
                  </a:lnTo>
                  <a:lnTo>
                    <a:pt x="2683021" y="3344484"/>
                  </a:lnTo>
                  <a:lnTo>
                    <a:pt x="2683146" y="3344484"/>
                  </a:lnTo>
                  <a:lnTo>
                    <a:pt x="2683272" y="3344484"/>
                  </a:lnTo>
                  <a:lnTo>
                    <a:pt x="2683397" y="3344484"/>
                  </a:lnTo>
                  <a:lnTo>
                    <a:pt x="2683522" y="3344484"/>
                  </a:lnTo>
                  <a:lnTo>
                    <a:pt x="2683647" y="3344484"/>
                  </a:lnTo>
                  <a:lnTo>
                    <a:pt x="2683772" y="3344484"/>
                  </a:lnTo>
                  <a:lnTo>
                    <a:pt x="2683897" y="3344484"/>
                  </a:lnTo>
                  <a:lnTo>
                    <a:pt x="2684022" y="3344484"/>
                  </a:lnTo>
                  <a:lnTo>
                    <a:pt x="2684147" y="3344484"/>
                  </a:lnTo>
                  <a:lnTo>
                    <a:pt x="2684272" y="3344484"/>
                  </a:lnTo>
                  <a:lnTo>
                    <a:pt x="2684397" y="3344484"/>
                  </a:lnTo>
                  <a:lnTo>
                    <a:pt x="2684522" y="3344484"/>
                  </a:lnTo>
                  <a:lnTo>
                    <a:pt x="2684647" y="3344484"/>
                  </a:lnTo>
                  <a:lnTo>
                    <a:pt x="2684772" y="3344484"/>
                  </a:lnTo>
                  <a:lnTo>
                    <a:pt x="2684897" y="3344484"/>
                  </a:lnTo>
                  <a:lnTo>
                    <a:pt x="2685022" y="3344484"/>
                  </a:lnTo>
                  <a:lnTo>
                    <a:pt x="2685147" y="3344484"/>
                  </a:lnTo>
                  <a:lnTo>
                    <a:pt x="2685272" y="3344484"/>
                  </a:lnTo>
                  <a:lnTo>
                    <a:pt x="2685397" y="3344484"/>
                  </a:lnTo>
                  <a:lnTo>
                    <a:pt x="2685522" y="3344484"/>
                  </a:lnTo>
                  <a:lnTo>
                    <a:pt x="2685647" y="3344484"/>
                  </a:lnTo>
                  <a:lnTo>
                    <a:pt x="2685772" y="3344484"/>
                  </a:lnTo>
                  <a:lnTo>
                    <a:pt x="2685897" y="3344484"/>
                  </a:lnTo>
                  <a:lnTo>
                    <a:pt x="2686022" y="3344484"/>
                  </a:lnTo>
                  <a:lnTo>
                    <a:pt x="2686147" y="3344484"/>
                  </a:lnTo>
                  <a:lnTo>
                    <a:pt x="2686273" y="3344484"/>
                  </a:lnTo>
                  <a:lnTo>
                    <a:pt x="2686398" y="3344484"/>
                  </a:lnTo>
                  <a:lnTo>
                    <a:pt x="2686523" y="3344484"/>
                  </a:lnTo>
                  <a:lnTo>
                    <a:pt x="2686648" y="3344484"/>
                  </a:lnTo>
                  <a:lnTo>
                    <a:pt x="2686773" y="3344484"/>
                  </a:lnTo>
                  <a:lnTo>
                    <a:pt x="2686898" y="3344484"/>
                  </a:lnTo>
                  <a:lnTo>
                    <a:pt x="2687023" y="3344484"/>
                  </a:lnTo>
                  <a:lnTo>
                    <a:pt x="2687148" y="3344484"/>
                  </a:lnTo>
                  <a:lnTo>
                    <a:pt x="2687273" y="3344484"/>
                  </a:lnTo>
                  <a:lnTo>
                    <a:pt x="2687398" y="3344484"/>
                  </a:lnTo>
                  <a:lnTo>
                    <a:pt x="2687523" y="3344484"/>
                  </a:lnTo>
                  <a:lnTo>
                    <a:pt x="2687648" y="3344484"/>
                  </a:lnTo>
                  <a:lnTo>
                    <a:pt x="2687773" y="3344484"/>
                  </a:lnTo>
                  <a:lnTo>
                    <a:pt x="2687898" y="3344484"/>
                  </a:lnTo>
                  <a:lnTo>
                    <a:pt x="2688023" y="3344484"/>
                  </a:lnTo>
                  <a:lnTo>
                    <a:pt x="2688148" y="3344484"/>
                  </a:lnTo>
                  <a:lnTo>
                    <a:pt x="2688273" y="3344484"/>
                  </a:lnTo>
                  <a:lnTo>
                    <a:pt x="2688398" y="3344484"/>
                  </a:lnTo>
                  <a:lnTo>
                    <a:pt x="2688523" y="3344484"/>
                  </a:lnTo>
                  <a:lnTo>
                    <a:pt x="2688648" y="3344484"/>
                  </a:lnTo>
                  <a:lnTo>
                    <a:pt x="2688773" y="3344484"/>
                  </a:lnTo>
                  <a:lnTo>
                    <a:pt x="2688898" y="3344484"/>
                  </a:lnTo>
                  <a:lnTo>
                    <a:pt x="2689023" y="3344484"/>
                  </a:lnTo>
                  <a:lnTo>
                    <a:pt x="2689148" y="3344484"/>
                  </a:lnTo>
                  <a:lnTo>
                    <a:pt x="2689274" y="3344484"/>
                  </a:lnTo>
                  <a:lnTo>
                    <a:pt x="2689399" y="3344484"/>
                  </a:lnTo>
                  <a:lnTo>
                    <a:pt x="2689524" y="3344484"/>
                  </a:lnTo>
                  <a:lnTo>
                    <a:pt x="2689649" y="3344484"/>
                  </a:lnTo>
                  <a:lnTo>
                    <a:pt x="2689774" y="3344484"/>
                  </a:lnTo>
                  <a:lnTo>
                    <a:pt x="2689899" y="3344484"/>
                  </a:lnTo>
                  <a:lnTo>
                    <a:pt x="2690024" y="3344484"/>
                  </a:lnTo>
                  <a:lnTo>
                    <a:pt x="2690149" y="3344484"/>
                  </a:lnTo>
                  <a:lnTo>
                    <a:pt x="2690274" y="3344484"/>
                  </a:lnTo>
                  <a:lnTo>
                    <a:pt x="2690399" y="3344484"/>
                  </a:lnTo>
                  <a:lnTo>
                    <a:pt x="2690524" y="3344484"/>
                  </a:lnTo>
                  <a:lnTo>
                    <a:pt x="2690649" y="3344484"/>
                  </a:lnTo>
                  <a:lnTo>
                    <a:pt x="2690774" y="3344484"/>
                  </a:lnTo>
                  <a:lnTo>
                    <a:pt x="2690899" y="3344484"/>
                  </a:lnTo>
                  <a:lnTo>
                    <a:pt x="2691024" y="3344484"/>
                  </a:lnTo>
                  <a:lnTo>
                    <a:pt x="2691149" y="3344484"/>
                  </a:lnTo>
                  <a:lnTo>
                    <a:pt x="2691274" y="3344484"/>
                  </a:lnTo>
                  <a:lnTo>
                    <a:pt x="2691399" y="3344484"/>
                  </a:lnTo>
                  <a:lnTo>
                    <a:pt x="2691524" y="3344484"/>
                  </a:lnTo>
                  <a:lnTo>
                    <a:pt x="2691649" y="3344484"/>
                  </a:lnTo>
                  <a:lnTo>
                    <a:pt x="2691774" y="3344484"/>
                  </a:lnTo>
                  <a:lnTo>
                    <a:pt x="2691899" y="3344484"/>
                  </a:lnTo>
                  <a:lnTo>
                    <a:pt x="2692024" y="3344484"/>
                  </a:lnTo>
                  <a:lnTo>
                    <a:pt x="2692149" y="3344484"/>
                  </a:lnTo>
                  <a:lnTo>
                    <a:pt x="2692275" y="3344484"/>
                  </a:lnTo>
                  <a:lnTo>
                    <a:pt x="2692400" y="3344484"/>
                  </a:lnTo>
                  <a:lnTo>
                    <a:pt x="2692525" y="3344484"/>
                  </a:lnTo>
                  <a:lnTo>
                    <a:pt x="2692650" y="3344484"/>
                  </a:lnTo>
                  <a:lnTo>
                    <a:pt x="2692775" y="3344484"/>
                  </a:lnTo>
                  <a:lnTo>
                    <a:pt x="2692900" y="3344484"/>
                  </a:lnTo>
                  <a:lnTo>
                    <a:pt x="2693025" y="3344484"/>
                  </a:lnTo>
                  <a:lnTo>
                    <a:pt x="2693150" y="3344484"/>
                  </a:lnTo>
                  <a:lnTo>
                    <a:pt x="2693275" y="3344484"/>
                  </a:lnTo>
                  <a:lnTo>
                    <a:pt x="2693400" y="3344484"/>
                  </a:lnTo>
                  <a:lnTo>
                    <a:pt x="2693525" y="3344484"/>
                  </a:lnTo>
                  <a:lnTo>
                    <a:pt x="2693650" y="3344484"/>
                  </a:lnTo>
                  <a:lnTo>
                    <a:pt x="2693775" y="3344484"/>
                  </a:lnTo>
                  <a:lnTo>
                    <a:pt x="2693900" y="3344484"/>
                  </a:lnTo>
                  <a:lnTo>
                    <a:pt x="2694025" y="3344484"/>
                  </a:lnTo>
                  <a:lnTo>
                    <a:pt x="2694150" y="3344484"/>
                  </a:lnTo>
                  <a:lnTo>
                    <a:pt x="2694275" y="3344484"/>
                  </a:lnTo>
                  <a:lnTo>
                    <a:pt x="2694400" y="3344484"/>
                  </a:lnTo>
                  <a:lnTo>
                    <a:pt x="2694525" y="3344484"/>
                  </a:lnTo>
                  <a:lnTo>
                    <a:pt x="2694650" y="3344484"/>
                  </a:lnTo>
                  <a:lnTo>
                    <a:pt x="2694775" y="3344484"/>
                  </a:lnTo>
                  <a:lnTo>
                    <a:pt x="2694900" y="3344484"/>
                  </a:lnTo>
                  <a:lnTo>
                    <a:pt x="2695025" y="3344484"/>
                  </a:lnTo>
                  <a:lnTo>
                    <a:pt x="2695150" y="3344484"/>
                  </a:lnTo>
                  <a:lnTo>
                    <a:pt x="2695276" y="3344484"/>
                  </a:lnTo>
                  <a:lnTo>
                    <a:pt x="2695401" y="3344484"/>
                  </a:lnTo>
                  <a:lnTo>
                    <a:pt x="2695526" y="3344484"/>
                  </a:lnTo>
                  <a:lnTo>
                    <a:pt x="2695651" y="3344484"/>
                  </a:lnTo>
                  <a:lnTo>
                    <a:pt x="2695776" y="3344484"/>
                  </a:lnTo>
                  <a:lnTo>
                    <a:pt x="2695901" y="3344484"/>
                  </a:lnTo>
                  <a:lnTo>
                    <a:pt x="2696026" y="3344484"/>
                  </a:lnTo>
                  <a:lnTo>
                    <a:pt x="2696151" y="3344484"/>
                  </a:lnTo>
                  <a:lnTo>
                    <a:pt x="2696276" y="3344484"/>
                  </a:lnTo>
                  <a:lnTo>
                    <a:pt x="2696401" y="3344484"/>
                  </a:lnTo>
                  <a:lnTo>
                    <a:pt x="2696526" y="3344484"/>
                  </a:lnTo>
                  <a:lnTo>
                    <a:pt x="2696651" y="3344484"/>
                  </a:lnTo>
                  <a:lnTo>
                    <a:pt x="2696776" y="3344484"/>
                  </a:lnTo>
                  <a:lnTo>
                    <a:pt x="2696901" y="3344484"/>
                  </a:lnTo>
                  <a:lnTo>
                    <a:pt x="2697026" y="3344484"/>
                  </a:lnTo>
                  <a:lnTo>
                    <a:pt x="2697151" y="3344484"/>
                  </a:lnTo>
                  <a:lnTo>
                    <a:pt x="2697276" y="3344484"/>
                  </a:lnTo>
                  <a:lnTo>
                    <a:pt x="2697401" y="3344484"/>
                  </a:lnTo>
                  <a:lnTo>
                    <a:pt x="2697526" y="3344484"/>
                  </a:lnTo>
                  <a:lnTo>
                    <a:pt x="2697651" y="3344484"/>
                  </a:lnTo>
                  <a:lnTo>
                    <a:pt x="2697776" y="3344484"/>
                  </a:lnTo>
                  <a:lnTo>
                    <a:pt x="2697901" y="3344484"/>
                  </a:lnTo>
                  <a:lnTo>
                    <a:pt x="2698026" y="3344484"/>
                  </a:lnTo>
                  <a:lnTo>
                    <a:pt x="2698151" y="3344484"/>
                  </a:lnTo>
                  <a:lnTo>
                    <a:pt x="2698277" y="3344484"/>
                  </a:lnTo>
                  <a:lnTo>
                    <a:pt x="2698402" y="3344484"/>
                  </a:lnTo>
                  <a:lnTo>
                    <a:pt x="2698527" y="3344484"/>
                  </a:lnTo>
                  <a:lnTo>
                    <a:pt x="2698652" y="3344484"/>
                  </a:lnTo>
                  <a:lnTo>
                    <a:pt x="2698777" y="3344484"/>
                  </a:lnTo>
                  <a:lnTo>
                    <a:pt x="2698902" y="3344484"/>
                  </a:lnTo>
                  <a:lnTo>
                    <a:pt x="2699027" y="3344484"/>
                  </a:lnTo>
                  <a:lnTo>
                    <a:pt x="2699152" y="3344484"/>
                  </a:lnTo>
                  <a:lnTo>
                    <a:pt x="2699277" y="3344484"/>
                  </a:lnTo>
                  <a:lnTo>
                    <a:pt x="2699402" y="3344484"/>
                  </a:lnTo>
                  <a:lnTo>
                    <a:pt x="2699527" y="3344484"/>
                  </a:lnTo>
                  <a:lnTo>
                    <a:pt x="2699652" y="3344484"/>
                  </a:lnTo>
                  <a:lnTo>
                    <a:pt x="2699777" y="3344484"/>
                  </a:lnTo>
                  <a:lnTo>
                    <a:pt x="2699902" y="3344484"/>
                  </a:lnTo>
                  <a:lnTo>
                    <a:pt x="2700027" y="3344484"/>
                  </a:lnTo>
                  <a:lnTo>
                    <a:pt x="2700152" y="3344484"/>
                  </a:lnTo>
                  <a:lnTo>
                    <a:pt x="2700277" y="3344484"/>
                  </a:lnTo>
                  <a:lnTo>
                    <a:pt x="2700402" y="3344484"/>
                  </a:lnTo>
                  <a:lnTo>
                    <a:pt x="2700527" y="3344484"/>
                  </a:lnTo>
                  <a:lnTo>
                    <a:pt x="2700652" y="3344484"/>
                  </a:lnTo>
                  <a:lnTo>
                    <a:pt x="2700777" y="3344484"/>
                  </a:lnTo>
                  <a:lnTo>
                    <a:pt x="2700902" y="3344484"/>
                  </a:lnTo>
                  <a:lnTo>
                    <a:pt x="2701027" y="3344484"/>
                  </a:lnTo>
                  <a:lnTo>
                    <a:pt x="2701152" y="3344484"/>
                  </a:lnTo>
                  <a:lnTo>
                    <a:pt x="2701278" y="3344484"/>
                  </a:lnTo>
                  <a:lnTo>
                    <a:pt x="2701403" y="3344484"/>
                  </a:lnTo>
                  <a:lnTo>
                    <a:pt x="2701528" y="3344484"/>
                  </a:lnTo>
                  <a:lnTo>
                    <a:pt x="2701653" y="3344484"/>
                  </a:lnTo>
                  <a:lnTo>
                    <a:pt x="2701778" y="3344484"/>
                  </a:lnTo>
                  <a:lnTo>
                    <a:pt x="2701903" y="3344484"/>
                  </a:lnTo>
                  <a:lnTo>
                    <a:pt x="2702028" y="3344484"/>
                  </a:lnTo>
                  <a:lnTo>
                    <a:pt x="2702153" y="3344484"/>
                  </a:lnTo>
                  <a:lnTo>
                    <a:pt x="2702278" y="3344484"/>
                  </a:lnTo>
                  <a:lnTo>
                    <a:pt x="2702403" y="3344484"/>
                  </a:lnTo>
                  <a:lnTo>
                    <a:pt x="2702403" y="3334530"/>
                  </a:lnTo>
                  <a:lnTo>
                    <a:pt x="2702528" y="3334530"/>
                  </a:lnTo>
                  <a:lnTo>
                    <a:pt x="2702653" y="3334530"/>
                  </a:lnTo>
                  <a:lnTo>
                    <a:pt x="2702778" y="3334530"/>
                  </a:lnTo>
                  <a:lnTo>
                    <a:pt x="2702903" y="3334530"/>
                  </a:lnTo>
                  <a:lnTo>
                    <a:pt x="2703028" y="3334530"/>
                  </a:lnTo>
                  <a:lnTo>
                    <a:pt x="2703153" y="3334530"/>
                  </a:lnTo>
                  <a:lnTo>
                    <a:pt x="2703278" y="3334530"/>
                  </a:lnTo>
                  <a:lnTo>
                    <a:pt x="2703403" y="3334530"/>
                  </a:lnTo>
                  <a:lnTo>
                    <a:pt x="2703528" y="3334530"/>
                  </a:lnTo>
                  <a:lnTo>
                    <a:pt x="2703653" y="3334530"/>
                  </a:lnTo>
                  <a:lnTo>
                    <a:pt x="2703778" y="3334530"/>
                  </a:lnTo>
                  <a:lnTo>
                    <a:pt x="2703778" y="3324576"/>
                  </a:lnTo>
                  <a:lnTo>
                    <a:pt x="2703903" y="3324576"/>
                  </a:lnTo>
                  <a:lnTo>
                    <a:pt x="2704028" y="3324576"/>
                  </a:lnTo>
                  <a:lnTo>
                    <a:pt x="2704153" y="3324576"/>
                  </a:lnTo>
                  <a:lnTo>
                    <a:pt x="2704279" y="3324576"/>
                  </a:lnTo>
                  <a:lnTo>
                    <a:pt x="2704404" y="3324576"/>
                  </a:lnTo>
                  <a:lnTo>
                    <a:pt x="2704529" y="3324576"/>
                  </a:lnTo>
                  <a:lnTo>
                    <a:pt x="2704654" y="3324576"/>
                  </a:lnTo>
                  <a:lnTo>
                    <a:pt x="2704779" y="3324576"/>
                  </a:lnTo>
                  <a:lnTo>
                    <a:pt x="2704904" y="3324576"/>
                  </a:lnTo>
                  <a:lnTo>
                    <a:pt x="2705029" y="3324576"/>
                  </a:lnTo>
                  <a:lnTo>
                    <a:pt x="2705154" y="3324576"/>
                  </a:lnTo>
                  <a:lnTo>
                    <a:pt x="2705279" y="3324576"/>
                  </a:lnTo>
                  <a:lnTo>
                    <a:pt x="2705404" y="3324576"/>
                  </a:lnTo>
                  <a:lnTo>
                    <a:pt x="2705529" y="3324576"/>
                  </a:lnTo>
                  <a:lnTo>
                    <a:pt x="2705654" y="3324576"/>
                  </a:lnTo>
                  <a:lnTo>
                    <a:pt x="2705779" y="3324576"/>
                  </a:lnTo>
                  <a:lnTo>
                    <a:pt x="2705904" y="3324576"/>
                  </a:lnTo>
                  <a:lnTo>
                    <a:pt x="2706029" y="3324576"/>
                  </a:lnTo>
                  <a:lnTo>
                    <a:pt x="2706154" y="3324576"/>
                  </a:lnTo>
                  <a:lnTo>
                    <a:pt x="2706279" y="3324576"/>
                  </a:lnTo>
                  <a:lnTo>
                    <a:pt x="2706404" y="3324576"/>
                  </a:lnTo>
                  <a:lnTo>
                    <a:pt x="2706529" y="3324576"/>
                  </a:lnTo>
                  <a:lnTo>
                    <a:pt x="2706654" y="3324576"/>
                  </a:lnTo>
                  <a:lnTo>
                    <a:pt x="2706779" y="3324576"/>
                  </a:lnTo>
                  <a:lnTo>
                    <a:pt x="2706904" y="3324576"/>
                  </a:lnTo>
                  <a:lnTo>
                    <a:pt x="2707029" y="3324576"/>
                  </a:lnTo>
                  <a:lnTo>
                    <a:pt x="2707154" y="3324576"/>
                  </a:lnTo>
                  <a:lnTo>
                    <a:pt x="2707280" y="3324576"/>
                  </a:lnTo>
                  <a:lnTo>
                    <a:pt x="2707405" y="3324576"/>
                  </a:lnTo>
                  <a:lnTo>
                    <a:pt x="2707530" y="3324576"/>
                  </a:lnTo>
                  <a:lnTo>
                    <a:pt x="2707655" y="3324576"/>
                  </a:lnTo>
                  <a:lnTo>
                    <a:pt x="2707780" y="3324576"/>
                  </a:lnTo>
                  <a:lnTo>
                    <a:pt x="2707905" y="3324576"/>
                  </a:lnTo>
                  <a:lnTo>
                    <a:pt x="2708030" y="3324576"/>
                  </a:lnTo>
                  <a:lnTo>
                    <a:pt x="2708155" y="3324576"/>
                  </a:lnTo>
                  <a:lnTo>
                    <a:pt x="2708280" y="3324576"/>
                  </a:lnTo>
                  <a:lnTo>
                    <a:pt x="2708405" y="3324576"/>
                  </a:lnTo>
                  <a:lnTo>
                    <a:pt x="2708530" y="3324576"/>
                  </a:lnTo>
                  <a:lnTo>
                    <a:pt x="2708655" y="3324576"/>
                  </a:lnTo>
                  <a:lnTo>
                    <a:pt x="2708780" y="3324576"/>
                  </a:lnTo>
                  <a:lnTo>
                    <a:pt x="2708905" y="3324576"/>
                  </a:lnTo>
                  <a:lnTo>
                    <a:pt x="2709030" y="3324576"/>
                  </a:lnTo>
                  <a:lnTo>
                    <a:pt x="2709155" y="3324576"/>
                  </a:lnTo>
                  <a:lnTo>
                    <a:pt x="2709280" y="3324576"/>
                  </a:lnTo>
                  <a:lnTo>
                    <a:pt x="2709405" y="3324576"/>
                  </a:lnTo>
                  <a:lnTo>
                    <a:pt x="2709530" y="3324576"/>
                  </a:lnTo>
                  <a:lnTo>
                    <a:pt x="2709655" y="3324576"/>
                  </a:lnTo>
                  <a:lnTo>
                    <a:pt x="2709780" y="3324576"/>
                  </a:lnTo>
                  <a:lnTo>
                    <a:pt x="2709905" y="3324576"/>
                  </a:lnTo>
                  <a:lnTo>
                    <a:pt x="2710030" y="3324576"/>
                  </a:lnTo>
                  <a:lnTo>
                    <a:pt x="2710155" y="3324576"/>
                  </a:lnTo>
                  <a:lnTo>
                    <a:pt x="2710281" y="3324576"/>
                  </a:lnTo>
                  <a:lnTo>
                    <a:pt x="2710406" y="3324576"/>
                  </a:lnTo>
                  <a:lnTo>
                    <a:pt x="2710531" y="3324576"/>
                  </a:lnTo>
                  <a:lnTo>
                    <a:pt x="2710656" y="3324576"/>
                  </a:lnTo>
                  <a:lnTo>
                    <a:pt x="2710781" y="3324576"/>
                  </a:lnTo>
                  <a:lnTo>
                    <a:pt x="2710906" y="3324576"/>
                  </a:lnTo>
                  <a:lnTo>
                    <a:pt x="2711031" y="3324576"/>
                  </a:lnTo>
                  <a:lnTo>
                    <a:pt x="2711156" y="3324576"/>
                  </a:lnTo>
                  <a:lnTo>
                    <a:pt x="2711281" y="3324576"/>
                  </a:lnTo>
                  <a:lnTo>
                    <a:pt x="2711406" y="3324576"/>
                  </a:lnTo>
                  <a:lnTo>
                    <a:pt x="2711531" y="3324576"/>
                  </a:lnTo>
                  <a:lnTo>
                    <a:pt x="2711656" y="3324576"/>
                  </a:lnTo>
                  <a:lnTo>
                    <a:pt x="2711781" y="3324576"/>
                  </a:lnTo>
                  <a:lnTo>
                    <a:pt x="2711906" y="3324576"/>
                  </a:lnTo>
                  <a:lnTo>
                    <a:pt x="2712031" y="3324576"/>
                  </a:lnTo>
                  <a:lnTo>
                    <a:pt x="2712156" y="3324576"/>
                  </a:lnTo>
                  <a:lnTo>
                    <a:pt x="2712281" y="3324576"/>
                  </a:lnTo>
                  <a:lnTo>
                    <a:pt x="2712406" y="3324576"/>
                  </a:lnTo>
                  <a:lnTo>
                    <a:pt x="2712531" y="3324576"/>
                  </a:lnTo>
                  <a:lnTo>
                    <a:pt x="2712656" y="3324576"/>
                  </a:lnTo>
                  <a:lnTo>
                    <a:pt x="2712781" y="3324576"/>
                  </a:lnTo>
                  <a:lnTo>
                    <a:pt x="2712906" y="3324576"/>
                  </a:lnTo>
                  <a:lnTo>
                    <a:pt x="2713031" y="3324576"/>
                  </a:lnTo>
                  <a:lnTo>
                    <a:pt x="2713156" y="3324576"/>
                  </a:lnTo>
                  <a:lnTo>
                    <a:pt x="2713282" y="3324576"/>
                  </a:lnTo>
                  <a:lnTo>
                    <a:pt x="2713407" y="3324576"/>
                  </a:lnTo>
                  <a:lnTo>
                    <a:pt x="2713532" y="3324576"/>
                  </a:lnTo>
                  <a:lnTo>
                    <a:pt x="2713657" y="3324576"/>
                  </a:lnTo>
                  <a:lnTo>
                    <a:pt x="2713782" y="3324576"/>
                  </a:lnTo>
                  <a:lnTo>
                    <a:pt x="2713907" y="3324576"/>
                  </a:lnTo>
                  <a:lnTo>
                    <a:pt x="2714032" y="3324576"/>
                  </a:lnTo>
                  <a:lnTo>
                    <a:pt x="2714157" y="3324576"/>
                  </a:lnTo>
                  <a:lnTo>
                    <a:pt x="2714282" y="3324576"/>
                  </a:lnTo>
                  <a:lnTo>
                    <a:pt x="2714407" y="3324576"/>
                  </a:lnTo>
                  <a:lnTo>
                    <a:pt x="2714532" y="3324576"/>
                  </a:lnTo>
                  <a:lnTo>
                    <a:pt x="2714532" y="3314622"/>
                  </a:lnTo>
                  <a:lnTo>
                    <a:pt x="2714657" y="3314622"/>
                  </a:lnTo>
                  <a:lnTo>
                    <a:pt x="2714782" y="3314622"/>
                  </a:lnTo>
                  <a:lnTo>
                    <a:pt x="2714907" y="3314622"/>
                  </a:lnTo>
                  <a:lnTo>
                    <a:pt x="2715032" y="3314622"/>
                  </a:lnTo>
                  <a:lnTo>
                    <a:pt x="2715157" y="3314622"/>
                  </a:lnTo>
                  <a:lnTo>
                    <a:pt x="2715282" y="3314622"/>
                  </a:lnTo>
                  <a:lnTo>
                    <a:pt x="2715407" y="3314622"/>
                  </a:lnTo>
                  <a:lnTo>
                    <a:pt x="2715532" y="3314622"/>
                  </a:lnTo>
                  <a:lnTo>
                    <a:pt x="2715657" y="3314622"/>
                  </a:lnTo>
                  <a:lnTo>
                    <a:pt x="2715782" y="3314622"/>
                  </a:lnTo>
                  <a:lnTo>
                    <a:pt x="2715907" y="3314622"/>
                  </a:lnTo>
                  <a:lnTo>
                    <a:pt x="2716032" y="3314622"/>
                  </a:lnTo>
                  <a:lnTo>
                    <a:pt x="2716158" y="3314622"/>
                  </a:lnTo>
                  <a:lnTo>
                    <a:pt x="2716283" y="3314622"/>
                  </a:lnTo>
                  <a:lnTo>
                    <a:pt x="2716408" y="3314622"/>
                  </a:lnTo>
                  <a:lnTo>
                    <a:pt x="2716533" y="3314622"/>
                  </a:lnTo>
                  <a:lnTo>
                    <a:pt x="2716658" y="3314622"/>
                  </a:lnTo>
                  <a:lnTo>
                    <a:pt x="2716783" y="3314622"/>
                  </a:lnTo>
                  <a:lnTo>
                    <a:pt x="2716908" y="3314622"/>
                  </a:lnTo>
                  <a:lnTo>
                    <a:pt x="2717033" y="3314622"/>
                  </a:lnTo>
                  <a:lnTo>
                    <a:pt x="2717158" y="3314622"/>
                  </a:lnTo>
                  <a:lnTo>
                    <a:pt x="2717283" y="3314622"/>
                  </a:lnTo>
                  <a:lnTo>
                    <a:pt x="2717408" y="3314622"/>
                  </a:lnTo>
                  <a:lnTo>
                    <a:pt x="2717533" y="3314622"/>
                  </a:lnTo>
                  <a:lnTo>
                    <a:pt x="2717658" y="3314622"/>
                  </a:lnTo>
                  <a:lnTo>
                    <a:pt x="2717783" y="3314622"/>
                  </a:lnTo>
                  <a:lnTo>
                    <a:pt x="2717908" y="3314622"/>
                  </a:lnTo>
                  <a:lnTo>
                    <a:pt x="2718033" y="3314622"/>
                  </a:lnTo>
                  <a:lnTo>
                    <a:pt x="2718158" y="3314622"/>
                  </a:lnTo>
                  <a:lnTo>
                    <a:pt x="2718283" y="3314622"/>
                  </a:lnTo>
                  <a:lnTo>
                    <a:pt x="2718408" y="3314622"/>
                  </a:lnTo>
                  <a:lnTo>
                    <a:pt x="2718533" y="3314622"/>
                  </a:lnTo>
                  <a:lnTo>
                    <a:pt x="2718658" y="3314622"/>
                  </a:lnTo>
                  <a:lnTo>
                    <a:pt x="2718783" y="3314622"/>
                  </a:lnTo>
                  <a:lnTo>
                    <a:pt x="2718908" y="3314622"/>
                  </a:lnTo>
                  <a:lnTo>
                    <a:pt x="2719033" y="3314622"/>
                  </a:lnTo>
                  <a:lnTo>
                    <a:pt x="2719159" y="3314622"/>
                  </a:lnTo>
                  <a:lnTo>
                    <a:pt x="2719284" y="3314622"/>
                  </a:lnTo>
                  <a:lnTo>
                    <a:pt x="2719409" y="3314622"/>
                  </a:lnTo>
                  <a:lnTo>
                    <a:pt x="2719534" y="3314622"/>
                  </a:lnTo>
                  <a:lnTo>
                    <a:pt x="2719659" y="3314622"/>
                  </a:lnTo>
                  <a:lnTo>
                    <a:pt x="2719784" y="3314622"/>
                  </a:lnTo>
                  <a:lnTo>
                    <a:pt x="2719909" y="3314622"/>
                  </a:lnTo>
                  <a:lnTo>
                    <a:pt x="2720034" y="3314622"/>
                  </a:lnTo>
                  <a:lnTo>
                    <a:pt x="2720159" y="3314622"/>
                  </a:lnTo>
                  <a:lnTo>
                    <a:pt x="2720284" y="3314622"/>
                  </a:lnTo>
                  <a:lnTo>
                    <a:pt x="2720409" y="3314622"/>
                  </a:lnTo>
                  <a:lnTo>
                    <a:pt x="2720534" y="3314622"/>
                  </a:lnTo>
                  <a:lnTo>
                    <a:pt x="2720659" y="3314622"/>
                  </a:lnTo>
                  <a:lnTo>
                    <a:pt x="2720784" y="3314622"/>
                  </a:lnTo>
                  <a:lnTo>
                    <a:pt x="2720909" y="3314622"/>
                  </a:lnTo>
                  <a:lnTo>
                    <a:pt x="2721034" y="3314622"/>
                  </a:lnTo>
                  <a:lnTo>
                    <a:pt x="2721159" y="3314622"/>
                  </a:lnTo>
                  <a:lnTo>
                    <a:pt x="2721284" y="3314622"/>
                  </a:lnTo>
                  <a:lnTo>
                    <a:pt x="2721409" y="3314622"/>
                  </a:lnTo>
                  <a:lnTo>
                    <a:pt x="2721534" y="3314622"/>
                  </a:lnTo>
                  <a:lnTo>
                    <a:pt x="2721659" y="3314622"/>
                  </a:lnTo>
                  <a:lnTo>
                    <a:pt x="2721784" y="3314622"/>
                  </a:lnTo>
                  <a:lnTo>
                    <a:pt x="2721909" y="3314622"/>
                  </a:lnTo>
                  <a:lnTo>
                    <a:pt x="2722034" y="3314622"/>
                  </a:lnTo>
                  <a:lnTo>
                    <a:pt x="2722160" y="3314622"/>
                  </a:lnTo>
                  <a:lnTo>
                    <a:pt x="2722285" y="3314622"/>
                  </a:lnTo>
                  <a:lnTo>
                    <a:pt x="2722410" y="3314622"/>
                  </a:lnTo>
                  <a:lnTo>
                    <a:pt x="2722535" y="3314622"/>
                  </a:lnTo>
                  <a:lnTo>
                    <a:pt x="2722660" y="3314622"/>
                  </a:lnTo>
                  <a:lnTo>
                    <a:pt x="2722785" y="3314622"/>
                  </a:lnTo>
                  <a:lnTo>
                    <a:pt x="2722910" y="3314622"/>
                  </a:lnTo>
                  <a:lnTo>
                    <a:pt x="2723035" y="3314622"/>
                  </a:lnTo>
                  <a:lnTo>
                    <a:pt x="2723160" y="3314622"/>
                  </a:lnTo>
                  <a:lnTo>
                    <a:pt x="2723285" y="3314622"/>
                  </a:lnTo>
                  <a:lnTo>
                    <a:pt x="2723410" y="3314622"/>
                  </a:lnTo>
                  <a:lnTo>
                    <a:pt x="2723535" y="3314622"/>
                  </a:lnTo>
                  <a:lnTo>
                    <a:pt x="2723660" y="3314622"/>
                  </a:lnTo>
                  <a:lnTo>
                    <a:pt x="2723785" y="3314622"/>
                  </a:lnTo>
                  <a:lnTo>
                    <a:pt x="2723910" y="3314622"/>
                  </a:lnTo>
                  <a:lnTo>
                    <a:pt x="2724035" y="3314622"/>
                  </a:lnTo>
                  <a:lnTo>
                    <a:pt x="2724160" y="3314622"/>
                  </a:lnTo>
                  <a:lnTo>
                    <a:pt x="2724285" y="3314622"/>
                  </a:lnTo>
                  <a:lnTo>
                    <a:pt x="2724410" y="3314622"/>
                  </a:lnTo>
                  <a:lnTo>
                    <a:pt x="2724535" y="3314622"/>
                  </a:lnTo>
                  <a:lnTo>
                    <a:pt x="2724660" y="3314622"/>
                  </a:lnTo>
                  <a:lnTo>
                    <a:pt x="2724785" y="3314622"/>
                  </a:lnTo>
                  <a:lnTo>
                    <a:pt x="2724910" y="3314622"/>
                  </a:lnTo>
                  <a:lnTo>
                    <a:pt x="2725035" y="3314622"/>
                  </a:lnTo>
                  <a:lnTo>
                    <a:pt x="2725161" y="3314622"/>
                  </a:lnTo>
                  <a:lnTo>
                    <a:pt x="2725286" y="3314622"/>
                  </a:lnTo>
                  <a:lnTo>
                    <a:pt x="2725411" y="3314622"/>
                  </a:lnTo>
                  <a:lnTo>
                    <a:pt x="2725536" y="3314622"/>
                  </a:lnTo>
                  <a:lnTo>
                    <a:pt x="2725661" y="3314622"/>
                  </a:lnTo>
                  <a:lnTo>
                    <a:pt x="2725786" y="3314622"/>
                  </a:lnTo>
                  <a:lnTo>
                    <a:pt x="2725911" y="3314622"/>
                  </a:lnTo>
                  <a:lnTo>
                    <a:pt x="2726036" y="3314622"/>
                  </a:lnTo>
                  <a:lnTo>
                    <a:pt x="2726161" y="3314622"/>
                  </a:lnTo>
                  <a:lnTo>
                    <a:pt x="2726286" y="3314622"/>
                  </a:lnTo>
                  <a:lnTo>
                    <a:pt x="2726411" y="3314622"/>
                  </a:lnTo>
                  <a:lnTo>
                    <a:pt x="2726536" y="3314622"/>
                  </a:lnTo>
                  <a:lnTo>
                    <a:pt x="2726661" y="3314622"/>
                  </a:lnTo>
                  <a:lnTo>
                    <a:pt x="2726786" y="3314622"/>
                  </a:lnTo>
                  <a:lnTo>
                    <a:pt x="2726911" y="3314622"/>
                  </a:lnTo>
                  <a:lnTo>
                    <a:pt x="2727036" y="3314622"/>
                  </a:lnTo>
                  <a:lnTo>
                    <a:pt x="2727161" y="3314622"/>
                  </a:lnTo>
                  <a:lnTo>
                    <a:pt x="2727286" y="3314622"/>
                  </a:lnTo>
                  <a:lnTo>
                    <a:pt x="2727411" y="3314622"/>
                  </a:lnTo>
                  <a:lnTo>
                    <a:pt x="2727536" y="3314622"/>
                  </a:lnTo>
                  <a:lnTo>
                    <a:pt x="2727661" y="3314622"/>
                  </a:lnTo>
                  <a:lnTo>
                    <a:pt x="2727786" y="3314622"/>
                  </a:lnTo>
                  <a:lnTo>
                    <a:pt x="2727911" y="3314622"/>
                  </a:lnTo>
                  <a:lnTo>
                    <a:pt x="2728036" y="3314622"/>
                  </a:lnTo>
                  <a:lnTo>
                    <a:pt x="2728162" y="3314622"/>
                  </a:lnTo>
                  <a:lnTo>
                    <a:pt x="2728287" y="3314622"/>
                  </a:lnTo>
                  <a:lnTo>
                    <a:pt x="2728287" y="3304669"/>
                  </a:lnTo>
                  <a:lnTo>
                    <a:pt x="2728412" y="3304669"/>
                  </a:lnTo>
                  <a:lnTo>
                    <a:pt x="2728537" y="3304669"/>
                  </a:lnTo>
                  <a:lnTo>
                    <a:pt x="2728662" y="3304669"/>
                  </a:lnTo>
                  <a:lnTo>
                    <a:pt x="2728787" y="3304669"/>
                  </a:lnTo>
                  <a:lnTo>
                    <a:pt x="2728912" y="3304669"/>
                  </a:lnTo>
                  <a:lnTo>
                    <a:pt x="2729037" y="3304669"/>
                  </a:lnTo>
                  <a:lnTo>
                    <a:pt x="2729162" y="3304669"/>
                  </a:lnTo>
                  <a:lnTo>
                    <a:pt x="2729287" y="3304669"/>
                  </a:lnTo>
                  <a:lnTo>
                    <a:pt x="2729287" y="3294715"/>
                  </a:lnTo>
                  <a:lnTo>
                    <a:pt x="2729412" y="3294715"/>
                  </a:lnTo>
                  <a:lnTo>
                    <a:pt x="2729537" y="3294715"/>
                  </a:lnTo>
                  <a:lnTo>
                    <a:pt x="2729662" y="3294715"/>
                  </a:lnTo>
                  <a:lnTo>
                    <a:pt x="2729787" y="3294715"/>
                  </a:lnTo>
                  <a:lnTo>
                    <a:pt x="2729912" y="3294715"/>
                  </a:lnTo>
                  <a:lnTo>
                    <a:pt x="2730037" y="3294715"/>
                  </a:lnTo>
                  <a:lnTo>
                    <a:pt x="2730162" y="3294715"/>
                  </a:lnTo>
                  <a:lnTo>
                    <a:pt x="2730287" y="3294715"/>
                  </a:lnTo>
                  <a:lnTo>
                    <a:pt x="2730412" y="3294715"/>
                  </a:lnTo>
                  <a:lnTo>
                    <a:pt x="2730537" y="3294715"/>
                  </a:lnTo>
                  <a:lnTo>
                    <a:pt x="2730662" y="3294715"/>
                  </a:lnTo>
                  <a:lnTo>
                    <a:pt x="2730787" y="3294715"/>
                  </a:lnTo>
                  <a:lnTo>
                    <a:pt x="2730912" y="3294715"/>
                  </a:lnTo>
                  <a:lnTo>
                    <a:pt x="2731037" y="3294715"/>
                  </a:lnTo>
                  <a:lnTo>
                    <a:pt x="2731163" y="3294715"/>
                  </a:lnTo>
                  <a:lnTo>
                    <a:pt x="2731288" y="3294715"/>
                  </a:lnTo>
                  <a:lnTo>
                    <a:pt x="2731413" y="3294715"/>
                  </a:lnTo>
                  <a:lnTo>
                    <a:pt x="2731538" y="3294715"/>
                  </a:lnTo>
                  <a:lnTo>
                    <a:pt x="2731663" y="3294715"/>
                  </a:lnTo>
                  <a:lnTo>
                    <a:pt x="2731788" y="3294715"/>
                  </a:lnTo>
                  <a:lnTo>
                    <a:pt x="2731913" y="3294715"/>
                  </a:lnTo>
                  <a:lnTo>
                    <a:pt x="2732038" y="3294715"/>
                  </a:lnTo>
                  <a:lnTo>
                    <a:pt x="2732163" y="3294715"/>
                  </a:lnTo>
                  <a:lnTo>
                    <a:pt x="2732288" y="3294715"/>
                  </a:lnTo>
                  <a:lnTo>
                    <a:pt x="2732413" y="3294715"/>
                  </a:lnTo>
                  <a:lnTo>
                    <a:pt x="2732538" y="3294715"/>
                  </a:lnTo>
                  <a:lnTo>
                    <a:pt x="2732663" y="3294715"/>
                  </a:lnTo>
                  <a:lnTo>
                    <a:pt x="2732788" y="3294715"/>
                  </a:lnTo>
                  <a:lnTo>
                    <a:pt x="2732913" y="3294715"/>
                  </a:lnTo>
                  <a:lnTo>
                    <a:pt x="2733038" y="3294715"/>
                  </a:lnTo>
                  <a:lnTo>
                    <a:pt x="2733163" y="3294715"/>
                  </a:lnTo>
                  <a:lnTo>
                    <a:pt x="2733288" y="3294715"/>
                  </a:lnTo>
                  <a:lnTo>
                    <a:pt x="2733413" y="3294715"/>
                  </a:lnTo>
                  <a:lnTo>
                    <a:pt x="2733538" y="3294715"/>
                  </a:lnTo>
                  <a:lnTo>
                    <a:pt x="2733663" y="3294715"/>
                  </a:lnTo>
                  <a:lnTo>
                    <a:pt x="2733788" y="3294715"/>
                  </a:lnTo>
                  <a:lnTo>
                    <a:pt x="2733913" y="3294715"/>
                  </a:lnTo>
                  <a:lnTo>
                    <a:pt x="2734038" y="3294715"/>
                  </a:lnTo>
                  <a:lnTo>
                    <a:pt x="2734164" y="3294715"/>
                  </a:lnTo>
                  <a:lnTo>
                    <a:pt x="2734289" y="3294715"/>
                  </a:lnTo>
                  <a:lnTo>
                    <a:pt x="2734414" y="3294715"/>
                  </a:lnTo>
                  <a:lnTo>
                    <a:pt x="2734539" y="3294715"/>
                  </a:lnTo>
                  <a:lnTo>
                    <a:pt x="2734664" y="3294715"/>
                  </a:lnTo>
                  <a:lnTo>
                    <a:pt x="2734664" y="3284761"/>
                  </a:lnTo>
                  <a:lnTo>
                    <a:pt x="2734789" y="3284761"/>
                  </a:lnTo>
                  <a:lnTo>
                    <a:pt x="2734914" y="3284761"/>
                  </a:lnTo>
                  <a:lnTo>
                    <a:pt x="2735039" y="3284761"/>
                  </a:lnTo>
                  <a:lnTo>
                    <a:pt x="2735164" y="3284761"/>
                  </a:lnTo>
                  <a:lnTo>
                    <a:pt x="2735289" y="3284761"/>
                  </a:lnTo>
                  <a:lnTo>
                    <a:pt x="2735414" y="3284761"/>
                  </a:lnTo>
                  <a:lnTo>
                    <a:pt x="2735539" y="3284761"/>
                  </a:lnTo>
                  <a:lnTo>
                    <a:pt x="2735664" y="3284761"/>
                  </a:lnTo>
                  <a:lnTo>
                    <a:pt x="2735789" y="3284761"/>
                  </a:lnTo>
                  <a:lnTo>
                    <a:pt x="2735914" y="3284761"/>
                  </a:lnTo>
                  <a:lnTo>
                    <a:pt x="2736039" y="3284761"/>
                  </a:lnTo>
                  <a:lnTo>
                    <a:pt x="2736164" y="3284761"/>
                  </a:lnTo>
                  <a:lnTo>
                    <a:pt x="2736289" y="3284761"/>
                  </a:lnTo>
                  <a:lnTo>
                    <a:pt x="2736414" y="3284761"/>
                  </a:lnTo>
                  <a:lnTo>
                    <a:pt x="2736539" y="3284761"/>
                  </a:lnTo>
                  <a:lnTo>
                    <a:pt x="2736664" y="3284761"/>
                  </a:lnTo>
                  <a:lnTo>
                    <a:pt x="2736789" y="3284761"/>
                  </a:lnTo>
                  <a:lnTo>
                    <a:pt x="2736914" y="3284761"/>
                  </a:lnTo>
                  <a:lnTo>
                    <a:pt x="2737039" y="3284761"/>
                  </a:lnTo>
                  <a:lnTo>
                    <a:pt x="2737165" y="3284761"/>
                  </a:lnTo>
                  <a:lnTo>
                    <a:pt x="2737290" y="3284761"/>
                  </a:lnTo>
                  <a:lnTo>
                    <a:pt x="2737415" y="3284761"/>
                  </a:lnTo>
                  <a:lnTo>
                    <a:pt x="2737540" y="3284761"/>
                  </a:lnTo>
                  <a:lnTo>
                    <a:pt x="2737665" y="3284761"/>
                  </a:lnTo>
                  <a:lnTo>
                    <a:pt x="2737790" y="3284761"/>
                  </a:lnTo>
                  <a:lnTo>
                    <a:pt x="2737915" y="3284761"/>
                  </a:lnTo>
                  <a:lnTo>
                    <a:pt x="2738040" y="3284761"/>
                  </a:lnTo>
                  <a:lnTo>
                    <a:pt x="2738165" y="3284761"/>
                  </a:lnTo>
                  <a:lnTo>
                    <a:pt x="2738290" y="3284761"/>
                  </a:lnTo>
                  <a:lnTo>
                    <a:pt x="2738415" y="3284761"/>
                  </a:lnTo>
                  <a:lnTo>
                    <a:pt x="2738540" y="3284761"/>
                  </a:lnTo>
                  <a:lnTo>
                    <a:pt x="2738665" y="3284761"/>
                  </a:lnTo>
                  <a:lnTo>
                    <a:pt x="2738790" y="3284761"/>
                  </a:lnTo>
                  <a:lnTo>
                    <a:pt x="2738915" y="3284761"/>
                  </a:lnTo>
                  <a:lnTo>
                    <a:pt x="2739040" y="3284761"/>
                  </a:lnTo>
                  <a:lnTo>
                    <a:pt x="2739165" y="3284761"/>
                  </a:lnTo>
                  <a:lnTo>
                    <a:pt x="2739290" y="3284761"/>
                  </a:lnTo>
                  <a:lnTo>
                    <a:pt x="2739415" y="3284761"/>
                  </a:lnTo>
                  <a:lnTo>
                    <a:pt x="2739540" y="3284761"/>
                  </a:lnTo>
                  <a:lnTo>
                    <a:pt x="2739665" y="3284761"/>
                  </a:lnTo>
                  <a:lnTo>
                    <a:pt x="2739790" y="3284761"/>
                  </a:lnTo>
                  <a:lnTo>
                    <a:pt x="2739915" y="3284761"/>
                  </a:lnTo>
                  <a:lnTo>
                    <a:pt x="2740040" y="3284761"/>
                  </a:lnTo>
                  <a:lnTo>
                    <a:pt x="2740166" y="3284761"/>
                  </a:lnTo>
                  <a:lnTo>
                    <a:pt x="2740291" y="3284761"/>
                  </a:lnTo>
                  <a:lnTo>
                    <a:pt x="2740416" y="3284761"/>
                  </a:lnTo>
                  <a:lnTo>
                    <a:pt x="2740541" y="3284761"/>
                  </a:lnTo>
                  <a:lnTo>
                    <a:pt x="2740666" y="3284761"/>
                  </a:lnTo>
                  <a:lnTo>
                    <a:pt x="2740791" y="3284761"/>
                  </a:lnTo>
                  <a:lnTo>
                    <a:pt x="2740916" y="3284761"/>
                  </a:lnTo>
                  <a:lnTo>
                    <a:pt x="2741041" y="3284761"/>
                  </a:lnTo>
                  <a:lnTo>
                    <a:pt x="2741166" y="3284761"/>
                  </a:lnTo>
                  <a:lnTo>
                    <a:pt x="2741291" y="3284761"/>
                  </a:lnTo>
                  <a:lnTo>
                    <a:pt x="2741416" y="3284761"/>
                  </a:lnTo>
                  <a:lnTo>
                    <a:pt x="2741541" y="3284761"/>
                  </a:lnTo>
                  <a:lnTo>
                    <a:pt x="2741666" y="3284761"/>
                  </a:lnTo>
                  <a:lnTo>
                    <a:pt x="2741791" y="3284761"/>
                  </a:lnTo>
                  <a:lnTo>
                    <a:pt x="2741916" y="3284761"/>
                  </a:lnTo>
                  <a:lnTo>
                    <a:pt x="2741916" y="3274807"/>
                  </a:lnTo>
                  <a:lnTo>
                    <a:pt x="2742041" y="3274807"/>
                  </a:lnTo>
                  <a:lnTo>
                    <a:pt x="2742166" y="3274807"/>
                  </a:lnTo>
                  <a:lnTo>
                    <a:pt x="2742291" y="3274807"/>
                  </a:lnTo>
                  <a:lnTo>
                    <a:pt x="2742416" y="3274807"/>
                  </a:lnTo>
                  <a:lnTo>
                    <a:pt x="2742541" y="3274807"/>
                  </a:lnTo>
                  <a:lnTo>
                    <a:pt x="2742666" y="3274807"/>
                  </a:lnTo>
                  <a:lnTo>
                    <a:pt x="2742791" y="3274807"/>
                  </a:lnTo>
                  <a:lnTo>
                    <a:pt x="2742916" y="3274807"/>
                  </a:lnTo>
                  <a:lnTo>
                    <a:pt x="2743041" y="3274807"/>
                  </a:lnTo>
                  <a:lnTo>
                    <a:pt x="2743167" y="3274807"/>
                  </a:lnTo>
                  <a:lnTo>
                    <a:pt x="2743292" y="3274807"/>
                  </a:lnTo>
                  <a:lnTo>
                    <a:pt x="2743417" y="3274807"/>
                  </a:lnTo>
                  <a:lnTo>
                    <a:pt x="2743542" y="3274807"/>
                  </a:lnTo>
                  <a:lnTo>
                    <a:pt x="2743667" y="3274807"/>
                  </a:lnTo>
                  <a:lnTo>
                    <a:pt x="2743792" y="3274807"/>
                  </a:lnTo>
                  <a:lnTo>
                    <a:pt x="2743917" y="3274807"/>
                  </a:lnTo>
                  <a:lnTo>
                    <a:pt x="2744042" y="3274807"/>
                  </a:lnTo>
                  <a:lnTo>
                    <a:pt x="2744167" y="3274807"/>
                  </a:lnTo>
                  <a:lnTo>
                    <a:pt x="2744292" y="3274807"/>
                  </a:lnTo>
                  <a:lnTo>
                    <a:pt x="2744417" y="3274807"/>
                  </a:lnTo>
                  <a:lnTo>
                    <a:pt x="2744542" y="3274807"/>
                  </a:lnTo>
                  <a:lnTo>
                    <a:pt x="2744667" y="3274807"/>
                  </a:lnTo>
                  <a:lnTo>
                    <a:pt x="2744792" y="3274807"/>
                  </a:lnTo>
                  <a:lnTo>
                    <a:pt x="2744917" y="3274807"/>
                  </a:lnTo>
                  <a:lnTo>
                    <a:pt x="2745042" y="3274807"/>
                  </a:lnTo>
                  <a:lnTo>
                    <a:pt x="2745167" y="3274807"/>
                  </a:lnTo>
                  <a:lnTo>
                    <a:pt x="2745292" y="3274807"/>
                  </a:lnTo>
                  <a:lnTo>
                    <a:pt x="2745417" y="3274807"/>
                  </a:lnTo>
                  <a:lnTo>
                    <a:pt x="2745542" y="3274807"/>
                  </a:lnTo>
                  <a:lnTo>
                    <a:pt x="2745667" y="3274807"/>
                  </a:lnTo>
                  <a:lnTo>
                    <a:pt x="2745792" y="3274807"/>
                  </a:lnTo>
                  <a:lnTo>
                    <a:pt x="2745917" y="3274807"/>
                  </a:lnTo>
                  <a:lnTo>
                    <a:pt x="2746042" y="3274807"/>
                  </a:lnTo>
                  <a:lnTo>
                    <a:pt x="2746168" y="3274807"/>
                  </a:lnTo>
                  <a:lnTo>
                    <a:pt x="2746293" y="3274807"/>
                  </a:lnTo>
                  <a:lnTo>
                    <a:pt x="2746418" y="3274807"/>
                  </a:lnTo>
                  <a:lnTo>
                    <a:pt x="2746543" y="3274807"/>
                  </a:lnTo>
                  <a:lnTo>
                    <a:pt x="2746668" y="3274807"/>
                  </a:lnTo>
                  <a:lnTo>
                    <a:pt x="2746793" y="3274807"/>
                  </a:lnTo>
                  <a:lnTo>
                    <a:pt x="2746918" y="3274807"/>
                  </a:lnTo>
                  <a:lnTo>
                    <a:pt x="2747043" y="3274807"/>
                  </a:lnTo>
                  <a:lnTo>
                    <a:pt x="2747168" y="3274807"/>
                  </a:lnTo>
                  <a:lnTo>
                    <a:pt x="2747293" y="3274807"/>
                  </a:lnTo>
                  <a:lnTo>
                    <a:pt x="2747418" y="3274807"/>
                  </a:lnTo>
                  <a:lnTo>
                    <a:pt x="2747543" y="3274807"/>
                  </a:lnTo>
                  <a:lnTo>
                    <a:pt x="2747668" y="3274807"/>
                  </a:lnTo>
                  <a:lnTo>
                    <a:pt x="2747793" y="3274807"/>
                  </a:lnTo>
                  <a:lnTo>
                    <a:pt x="2747918" y="3274807"/>
                  </a:lnTo>
                  <a:lnTo>
                    <a:pt x="2748043" y="3274807"/>
                  </a:lnTo>
                  <a:lnTo>
                    <a:pt x="2748168" y="3274807"/>
                  </a:lnTo>
                  <a:lnTo>
                    <a:pt x="2748293" y="3274807"/>
                  </a:lnTo>
                  <a:lnTo>
                    <a:pt x="2748418" y="3274807"/>
                  </a:lnTo>
                  <a:lnTo>
                    <a:pt x="2748543" y="3274807"/>
                  </a:lnTo>
                  <a:lnTo>
                    <a:pt x="2748668" y="3274807"/>
                  </a:lnTo>
                  <a:lnTo>
                    <a:pt x="2748793" y="3274807"/>
                  </a:lnTo>
                  <a:lnTo>
                    <a:pt x="2748918" y="3274807"/>
                  </a:lnTo>
                  <a:lnTo>
                    <a:pt x="2749043" y="3274807"/>
                  </a:lnTo>
                  <a:lnTo>
                    <a:pt x="2749169" y="3274807"/>
                  </a:lnTo>
                  <a:lnTo>
                    <a:pt x="2749294" y="3274807"/>
                  </a:lnTo>
                  <a:lnTo>
                    <a:pt x="2749419" y="3274807"/>
                  </a:lnTo>
                  <a:lnTo>
                    <a:pt x="2749544" y="3274807"/>
                  </a:lnTo>
                  <a:lnTo>
                    <a:pt x="2749669" y="3274807"/>
                  </a:lnTo>
                  <a:lnTo>
                    <a:pt x="2749794" y="3274807"/>
                  </a:lnTo>
                  <a:lnTo>
                    <a:pt x="2749919" y="3274807"/>
                  </a:lnTo>
                  <a:lnTo>
                    <a:pt x="2750044" y="3274807"/>
                  </a:lnTo>
                  <a:lnTo>
                    <a:pt x="2750169" y="3274807"/>
                  </a:lnTo>
                  <a:lnTo>
                    <a:pt x="2750294" y="3274807"/>
                  </a:lnTo>
                  <a:lnTo>
                    <a:pt x="2750419" y="3274807"/>
                  </a:lnTo>
                  <a:lnTo>
                    <a:pt x="2750544" y="3274807"/>
                  </a:lnTo>
                  <a:lnTo>
                    <a:pt x="2750669" y="3274807"/>
                  </a:lnTo>
                  <a:lnTo>
                    <a:pt x="2750794" y="3274807"/>
                  </a:lnTo>
                  <a:lnTo>
                    <a:pt x="2750919" y="3274807"/>
                  </a:lnTo>
                  <a:lnTo>
                    <a:pt x="2751044" y="3274807"/>
                  </a:lnTo>
                  <a:lnTo>
                    <a:pt x="2751169" y="3274807"/>
                  </a:lnTo>
                  <a:lnTo>
                    <a:pt x="2751294" y="3274807"/>
                  </a:lnTo>
                  <a:lnTo>
                    <a:pt x="2751419" y="3274807"/>
                  </a:lnTo>
                  <a:lnTo>
                    <a:pt x="2751544" y="3274807"/>
                  </a:lnTo>
                  <a:lnTo>
                    <a:pt x="2751669" y="3274807"/>
                  </a:lnTo>
                  <a:lnTo>
                    <a:pt x="2751794" y="3274807"/>
                  </a:lnTo>
                  <a:lnTo>
                    <a:pt x="2751919" y="3274807"/>
                  </a:lnTo>
                  <a:lnTo>
                    <a:pt x="2752044" y="3274807"/>
                  </a:lnTo>
                  <a:lnTo>
                    <a:pt x="2752170" y="3274807"/>
                  </a:lnTo>
                  <a:lnTo>
                    <a:pt x="2752295" y="3274807"/>
                  </a:lnTo>
                  <a:lnTo>
                    <a:pt x="2752420" y="3274807"/>
                  </a:lnTo>
                  <a:lnTo>
                    <a:pt x="2752545" y="3274807"/>
                  </a:lnTo>
                  <a:lnTo>
                    <a:pt x="2752670" y="3274807"/>
                  </a:lnTo>
                  <a:lnTo>
                    <a:pt x="2752795" y="3274807"/>
                  </a:lnTo>
                  <a:lnTo>
                    <a:pt x="2752920" y="3274807"/>
                  </a:lnTo>
                  <a:lnTo>
                    <a:pt x="2753045" y="3274807"/>
                  </a:lnTo>
                  <a:lnTo>
                    <a:pt x="2753170" y="3274807"/>
                  </a:lnTo>
                  <a:lnTo>
                    <a:pt x="2753295" y="3274807"/>
                  </a:lnTo>
                  <a:lnTo>
                    <a:pt x="2753420" y="3274807"/>
                  </a:lnTo>
                  <a:lnTo>
                    <a:pt x="2753545" y="3274807"/>
                  </a:lnTo>
                  <a:lnTo>
                    <a:pt x="2753670" y="3274807"/>
                  </a:lnTo>
                  <a:lnTo>
                    <a:pt x="2753795" y="3274807"/>
                  </a:lnTo>
                  <a:lnTo>
                    <a:pt x="2753920" y="3274807"/>
                  </a:lnTo>
                  <a:lnTo>
                    <a:pt x="2754045" y="3274807"/>
                  </a:lnTo>
                  <a:lnTo>
                    <a:pt x="2754170" y="3274807"/>
                  </a:lnTo>
                  <a:lnTo>
                    <a:pt x="2754295" y="3274807"/>
                  </a:lnTo>
                  <a:lnTo>
                    <a:pt x="2754420" y="3274807"/>
                  </a:lnTo>
                  <a:lnTo>
                    <a:pt x="2754545" y="3274807"/>
                  </a:lnTo>
                  <a:lnTo>
                    <a:pt x="2754670" y="3274807"/>
                  </a:lnTo>
                  <a:lnTo>
                    <a:pt x="2754795" y="3274807"/>
                  </a:lnTo>
                  <a:lnTo>
                    <a:pt x="2754920" y="3274807"/>
                  </a:lnTo>
                  <a:lnTo>
                    <a:pt x="2755046" y="3274807"/>
                  </a:lnTo>
                  <a:lnTo>
                    <a:pt x="2755171" y="3274807"/>
                  </a:lnTo>
                  <a:lnTo>
                    <a:pt x="2755296" y="3274807"/>
                  </a:lnTo>
                  <a:lnTo>
                    <a:pt x="2755421" y="3274807"/>
                  </a:lnTo>
                  <a:lnTo>
                    <a:pt x="2755546" y="3274807"/>
                  </a:lnTo>
                  <a:lnTo>
                    <a:pt x="2755671" y="3274807"/>
                  </a:lnTo>
                  <a:lnTo>
                    <a:pt x="2755796" y="3274807"/>
                  </a:lnTo>
                  <a:lnTo>
                    <a:pt x="2755921" y="3274807"/>
                  </a:lnTo>
                  <a:lnTo>
                    <a:pt x="2756046" y="3274807"/>
                  </a:lnTo>
                  <a:lnTo>
                    <a:pt x="2756171" y="3274807"/>
                  </a:lnTo>
                  <a:lnTo>
                    <a:pt x="2756296" y="3274807"/>
                  </a:lnTo>
                  <a:lnTo>
                    <a:pt x="2756421" y="3274807"/>
                  </a:lnTo>
                  <a:lnTo>
                    <a:pt x="2756546" y="3274807"/>
                  </a:lnTo>
                  <a:lnTo>
                    <a:pt x="2756671" y="3274807"/>
                  </a:lnTo>
                  <a:lnTo>
                    <a:pt x="2756796" y="3274807"/>
                  </a:lnTo>
                  <a:lnTo>
                    <a:pt x="2756921" y="3274807"/>
                  </a:lnTo>
                  <a:lnTo>
                    <a:pt x="2757046" y="3274807"/>
                  </a:lnTo>
                  <a:lnTo>
                    <a:pt x="2757171" y="3274807"/>
                  </a:lnTo>
                  <a:lnTo>
                    <a:pt x="2757296" y="3274807"/>
                  </a:lnTo>
                  <a:lnTo>
                    <a:pt x="2757421" y="3274807"/>
                  </a:lnTo>
                  <a:lnTo>
                    <a:pt x="2757546" y="3274807"/>
                  </a:lnTo>
                  <a:lnTo>
                    <a:pt x="2757671" y="3274807"/>
                  </a:lnTo>
                  <a:lnTo>
                    <a:pt x="2757796" y="3274807"/>
                  </a:lnTo>
                  <a:lnTo>
                    <a:pt x="2757921" y="3274807"/>
                  </a:lnTo>
                  <a:lnTo>
                    <a:pt x="2757921" y="3264853"/>
                  </a:lnTo>
                  <a:lnTo>
                    <a:pt x="2758047" y="3264853"/>
                  </a:lnTo>
                  <a:lnTo>
                    <a:pt x="2758172" y="3264853"/>
                  </a:lnTo>
                  <a:lnTo>
                    <a:pt x="2758297" y="3264853"/>
                  </a:lnTo>
                  <a:lnTo>
                    <a:pt x="2758422" y="3264853"/>
                  </a:lnTo>
                  <a:lnTo>
                    <a:pt x="2758547" y="3264853"/>
                  </a:lnTo>
                  <a:lnTo>
                    <a:pt x="2758672" y="3264853"/>
                  </a:lnTo>
                  <a:lnTo>
                    <a:pt x="2758797" y="3264853"/>
                  </a:lnTo>
                  <a:lnTo>
                    <a:pt x="2758922" y="3264853"/>
                  </a:lnTo>
                  <a:lnTo>
                    <a:pt x="2759047" y="3264853"/>
                  </a:lnTo>
                  <a:lnTo>
                    <a:pt x="2759172" y="3264853"/>
                  </a:lnTo>
                  <a:lnTo>
                    <a:pt x="2759297" y="3264853"/>
                  </a:lnTo>
                  <a:lnTo>
                    <a:pt x="2759422" y="3264853"/>
                  </a:lnTo>
                  <a:lnTo>
                    <a:pt x="2759547" y="3264853"/>
                  </a:lnTo>
                  <a:lnTo>
                    <a:pt x="2759672" y="3264853"/>
                  </a:lnTo>
                  <a:lnTo>
                    <a:pt x="2759797" y="3264853"/>
                  </a:lnTo>
                  <a:lnTo>
                    <a:pt x="2759922" y="3264853"/>
                  </a:lnTo>
                  <a:lnTo>
                    <a:pt x="2760047" y="3264853"/>
                  </a:lnTo>
                  <a:lnTo>
                    <a:pt x="2760172" y="3264853"/>
                  </a:lnTo>
                  <a:lnTo>
                    <a:pt x="2760297" y="3264853"/>
                  </a:lnTo>
                  <a:lnTo>
                    <a:pt x="2760422" y="3264853"/>
                  </a:lnTo>
                  <a:lnTo>
                    <a:pt x="2760547" y="3264853"/>
                  </a:lnTo>
                  <a:lnTo>
                    <a:pt x="2760672" y="3264853"/>
                  </a:lnTo>
                  <a:lnTo>
                    <a:pt x="2760797" y="3264853"/>
                  </a:lnTo>
                  <a:lnTo>
                    <a:pt x="2760922" y="3264853"/>
                  </a:lnTo>
                  <a:lnTo>
                    <a:pt x="2761048" y="3264853"/>
                  </a:lnTo>
                  <a:lnTo>
                    <a:pt x="2761173" y="3264853"/>
                  </a:lnTo>
                  <a:lnTo>
                    <a:pt x="2761298" y="3264853"/>
                  </a:lnTo>
                  <a:lnTo>
                    <a:pt x="2761423" y="3264853"/>
                  </a:lnTo>
                  <a:lnTo>
                    <a:pt x="2761548" y="3264853"/>
                  </a:lnTo>
                  <a:lnTo>
                    <a:pt x="2761673" y="3264853"/>
                  </a:lnTo>
                  <a:lnTo>
                    <a:pt x="2761798" y="3264853"/>
                  </a:lnTo>
                  <a:lnTo>
                    <a:pt x="2761923" y="3264853"/>
                  </a:lnTo>
                  <a:lnTo>
                    <a:pt x="2762048" y="3264853"/>
                  </a:lnTo>
                  <a:lnTo>
                    <a:pt x="2762173" y="3264853"/>
                  </a:lnTo>
                  <a:lnTo>
                    <a:pt x="2762298" y="3264853"/>
                  </a:lnTo>
                  <a:lnTo>
                    <a:pt x="2762423" y="3264853"/>
                  </a:lnTo>
                  <a:lnTo>
                    <a:pt x="2762548" y="3264853"/>
                  </a:lnTo>
                  <a:lnTo>
                    <a:pt x="2762673" y="3264853"/>
                  </a:lnTo>
                  <a:lnTo>
                    <a:pt x="2762798" y="3264853"/>
                  </a:lnTo>
                  <a:lnTo>
                    <a:pt x="2762923" y="3264853"/>
                  </a:lnTo>
                  <a:lnTo>
                    <a:pt x="2763048" y="3264853"/>
                  </a:lnTo>
                  <a:lnTo>
                    <a:pt x="2763173" y="3264853"/>
                  </a:lnTo>
                  <a:lnTo>
                    <a:pt x="2763298" y="3264853"/>
                  </a:lnTo>
                  <a:lnTo>
                    <a:pt x="2763423" y="3264853"/>
                  </a:lnTo>
                  <a:lnTo>
                    <a:pt x="2763548" y="3264853"/>
                  </a:lnTo>
                  <a:lnTo>
                    <a:pt x="2763673" y="3264853"/>
                  </a:lnTo>
                  <a:lnTo>
                    <a:pt x="2763798" y="3264853"/>
                  </a:lnTo>
                  <a:lnTo>
                    <a:pt x="2763923" y="3264853"/>
                  </a:lnTo>
                  <a:lnTo>
                    <a:pt x="2764049" y="3264853"/>
                  </a:lnTo>
                  <a:lnTo>
                    <a:pt x="2764174" y="3264853"/>
                  </a:lnTo>
                  <a:lnTo>
                    <a:pt x="2764299" y="3264853"/>
                  </a:lnTo>
                  <a:lnTo>
                    <a:pt x="2764424" y="3264853"/>
                  </a:lnTo>
                  <a:lnTo>
                    <a:pt x="2764549" y="3264853"/>
                  </a:lnTo>
                  <a:lnTo>
                    <a:pt x="2764674" y="3264853"/>
                  </a:lnTo>
                  <a:lnTo>
                    <a:pt x="2764799" y="3264853"/>
                  </a:lnTo>
                  <a:lnTo>
                    <a:pt x="2764924" y="3264853"/>
                  </a:lnTo>
                  <a:lnTo>
                    <a:pt x="2765049" y="3264853"/>
                  </a:lnTo>
                  <a:lnTo>
                    <a:pt x="2765174" y="3264853"/>
                  </a:lnTo>
                  <a:lnTo>
                    <a:pt x="2765299" y="3264853"/>
                  </a:lnTo>
                  <a:lnTo>
                    <a:pt x="2765424" y="3264853"/>
                  </a:lnTo>
                  <a:lnTo>
                    <a:pt x="2765549" y="3264853"/>
                  </a:lnTo>
                  <a:lnTo>
                    <a:pt x="2765674" y="3264853"/>
                  </a:lnTo>
                  <a:lnTo>
                    <a:pt x="2765799" y="3264853"/>
                  </a:lnTo>
                  <a:lnTo>
                    <a:pt x="2765924" y="3264853"/>
                  </a:lnTo>
                  <a:lnTo>
                    <a:pt x="2766049" y="3264853"/>
                  </a:lnTo>
                  <a:lnTo>
                    <a:pt x="2766174" y="3264853"/>
                  </a:lnTo>
                  <a:lnTo>
                    <a:pt x="2766299" y="3264853"/>
                  </a:lnTo>
                  <a:lnTo>
                    <a:pt x="2766424" y="3264853"/>
                  </a:lnTo>
                  <a:lnTo>
                    <a:pt x="2766549" y="3264853"/>
                  </a:lnTo>
                  <a:lnTo>
                    <a:pt x="2766674" y="3264853"/>
                  </a:lnTo>
                  <a:lnTo>
                    <a:pt x="2766799" y="3264853"/>
                  </a:lnTo>
                  <a:lnTo>
                    <a:pt x="2766924" y="3264853"/>
                  </a:lnTo>
                  <a:lnTo>
                    <a:pt x="2767050" y="3264853"/>
                  </a:lnTo>
                  <a:lnTo>
                    <a:pt x="2767175" y="3264853"/>
                  </a:lnTo>
                  <a:lnTo>
                    <a:pt x="2767300" y="3264853"/>
                  </a:lnTo>
                  <a:lnTo>
                    <a:pt x="2767425" y="3264853"/>
                  </a:lnTo>
                  <a:lnTo>
                    <a:pt x="2767550" y="3264853"/>
                  </a:lnTo>
                  <a:lnTo>
                    <a:pt x="2767675" y="3264853"/>
                  </a:lnTo>
                  <a:lnTo>
                    <a:pt x="2767800" y="3264853"/>
                  </a:lnTo>
                  <a:lnTo>
                    <a:pt x="2767925" y="3264853"/>
                  </a:lnTo>
                  <a:lnTo>
                    <a:pt x="2768050" y="3264853"/>
                  </a:lnTo>
                  <a:lnTo>
                    <a:pt x="2768175" y="3264853"/>
                  </a:lnTo>
                  <a:lnTo>
                    <a:pt x="2768300" y="3264853"/>
                  </a:lnTo>
                  <a:lnTo>
                    <a:pt x="2768425" y="3264853"/>
                  </a:lnTo>
                  <a:lnTo>
                    <a:pt x="2768550" y="3264853"/>
                  </a:lnTo>
                  <a:lnTo>
                    <a:pt x="2768675" y="3264853"/>
                  </a:lnTo>
                  <a:lnTo>
                    <a:pt x="2768800" y="3264853"/>
                  </a:lnTo>
                  <a:lnTo>
                    <a:pt x="2768925" y="3264853"/>
                  </a:lnTo>
                  <a:lnTo>
                    <a:pt x="2769050" y="3264853"/>
                  </a:lnTo>
                  <a:lnTo>
                    <a:pt x="2769175" y="3264853"/>
                  </a:lnTo>
                  <a:lnTo>
                    <a:pt x="2769300" y="3264853"/>
                  </a:lnTo>
                  <a:lnTo>
                    <a:pt x="2769425" y="3264853"/>
                  </a:lnTo>
                  <a:lnTo>
                    <a:pt x="2769550" y="3264853"/>
                  </a:lnTo>
                  <a:lnTo>
                    <a:pt x="2769675" y="3264853"/>
                  </a:lnTo>
                  <a:lnTo>
                    <a:pt x="2769800" y="3264853"/>
                  </a:lnTo>
                  <a:lnTo>
                    <a:pt x="2769925" y="3264853"/>
                  </a:lnTo>
                  <a:lnTo>
                    <a:pt x="2770051" y="3264853"/>
                  </a:lnTo>
                  <a:lnTo>
                    <a:pt x="2770051" y="3254900"/>
                  </a:lnTo>
                  <a:lnTo>
                    <a:pt x="2770176" y="3254900"/>
                  </a:lnTo>
                  <a:lnTo>
                    <a:pt x="2770301" y="3254900"/>
                  </a:lnTo>
                  <a:lnTo>
                    <a:pt x="2770426" y="3254900"/>
                  </a:lnTo>
                  <a:lnTo>
                    <a:pt x="2770551" y="3254900"/>
                  </a:lnTo>
                  <a:lnTo>
                    <a:pt x="2770676" y="3254900"/>
                  </a:lnTo>
                  <a:lnTo>
                    <a:pt x="2770676" y="3244946"/>
                  </a:lnTo>
                  <a:lnTo>
                    <a:pt x="2770801" y="3244946"/>
                  </a:lnTo>
                  <a:lnTo>
                    <a:pt x="2770926" y="3244946"/>
                  </a:lnTo>
                  <a:lnTo>
                    <a:pt x="2771051" y="3244946"/>
                  </a:lnTo>
                  <a:lnTo>
                    <a:pt x="2771176" y="3244946"/>
                  </a:lnTo>
                  <a:lnTo>
                    <a:pt x="2771301" y="3244946"/>
                  </a:lnTo>
                  <a:lnTo>
                    <a:pt x="2771426" y="3244946"/>
                  </a:lnTo>
                  <a:lnTo>
                    <a:pt x="2771551" y="3244946"/>
                  </a:lnTo>
                  <a:lnTo>
                    <a:pt x="2771676" y="3244946"/>
                  </a:lnTo>
                  <a:lnTo>
                    <a:pt x="2771801" y="3244946"/>
                  </a:lnTo>
                  <a:lnTo>
                    <a:pt x="2771926" y="3244946"/>
                  </a:lnTo>
                  <a:lnTo>
                    <a:pt x="2772051" y="3244946"/>
                  </a:lnTo>
                  <a:lnTo>
                    <a:pt x="2772176" y="3244946"/>
                  </a:lnTo>
                  <a:lnTo>
                    <a:pt x="2772301" y="3244946"/>
                  </a:lnTo>
                  <a:lnTo>
                    <a:pt x="2772426" y="3244946"/>
                  </a:lnTo>
                  <a:lnTo>
                    <a:pt x="2772551" y="3244946"/>
                  </a:lnTo>
                  <a:lnTo>
                    <a:pt x="2772676" y="3244946"/>
                  </a:lnTo>
                  <a:lnTo>
                    <a:pt x="2772801" y="3244946"/>
                  </a:lnTo>
                  <a:lnTo>
                    <a:pt x="2772926" y="3244946"/>
                  </a:lnTo>
                  <a:lnTo>
                    <a:pt x="2773052" y="3244946"/>
                  </a:lnTo>
                  <a:lnTo>
                    <a:pt x="2773177" y="3244946"/>
                  </a:lnTo>
                  <a:lnTo>
                    <a:pt x="2773302" y="3244946"/>
                  </a:lnTo>
                  <a:lnTo>
                    <a:pt x="2773427" y="3244946"/>
                  </a:lnTo>
                  <a:lnTo>
                    <a:pt x="2773552" y="3244946"/>
                  </a:lnTo>
                  <a:lnTo>
                    <a:pt x="2773677" y="3244946"/>
                  </a:lnTo>
                  <a:lnTo>
                    <a:pt x="2773802" y="3244946"/>
                  </a:lnTo>
                  <a:lnTo>
                    <a:pt x="2773927" y="3244946"/>
                  </a:lnTo>
                  <a:lnTo>
                    <a:pt x="2774052" y="3244946"/>
                  </a:lnTo>
                  <a:lnTo>
                    <a:pt x="2774177" y="3244946"/>
                  </a:lnTo>
                  <a:lnTo>
                    <a:pt x="2774302" y="3244946"/>
                  </a:lnTo>
                  <a:lnTo>
                    <a:pt x="2774427" y="3244946"/>
                  </a:lnTo>
                  <a:lnTo>
                    <a:pt x="2774552" y="3244946"/>
                  </a:lnTo>
                  <a:lnTo>
                    <a:pt x="2774677" y="3244946"/>
                  </a:lnTo>
                  <a:lnTo>
                    <a:pt x="2774802" y="3244946"/>
                  </a:lnTo>
                  <a:lnTo>
                    <a:pt x="2774927" y="3244946"/>
                  </a:lnTo>
                  <a:lnTo>
                    <a:pt x="2775052" y="3244946"/>
                  </a:lnTo>
                  <a:lnTo>
                    <a:pt x="2775177" y="3244946"/>
                  </a:lnTo>
                  <a:lnTo>
                    <a:pt x="2775302" y="3244946"/>
                  </a:lnTo>
                  <a:lnTo>
                    <a:pt x="2775427" y="3244946"/>
                  </a:lnTo>
                  <a:lnTo>
                    <a:pt x="2775552" y="3244946"/>
                  </a:lnTo>
                  <a:lnTo>
                    <a:pt x="2775677" y="3244946"/>
                  </a:lnTo>
                  <a:lnTo>
                    <a:pt x="2775802" y="3244946"/>
                  </a:lnTo>
                  <a:lnTo>
                    <a:pt x="2775927" y="3244946"/>
                  </a:lnTo>
                  <a:lnTo>
                    <a:pt x="2776053" y="3244946"/>
                  </a:lnTo>
                  <a:lnTo>
                    <a:pt x="2776178" y="3244946"/>
                  </a:lnTo>
                  <a:lnTo>
                    <a:pt x="2776303" y="3244946"/>
                  </a:lnTo>
                  <a:lnTo>
                    <a:pt x="2776428" y="3244946"/>
                  </a:lnTo>
                  <a:lnTo>
                    <a:pt x="2776553" y="3244946"/>
                  </a:lnTo>
                  <a:lnTo>
                    <a:pt x="2776678" y="3244946"/>
                  </a:lnTo>
                  <a:lnTo>
                    <a:pt x="2776803" y="3244946"/>
                  </a:lnTo>
                  <a:lnTo>
                    <a:pt x="2776928" y="3244946"/>
                  </a:lnTo>
                  <a:lnTo>
                    <a:pt x="2777053" y="3244946"/>
                  </a:lnTo>
                  <a:lnTo>
                    <a:pt x="2777178" y="3244946"/>
                  </a:lnTo>
                  <a:lnTo>
                    <a:pt x="2777303" y="3244946"/>
                  </a:lnTo>
                  <a:lnTo>
                    <a:pt x="2777428" y="3244946"/>
                  </a:lnTo>
                  <a:lnTo>
                    <a:pt x="2777553" y="3244946"/>
                  </a:lnTo>
                  <a:lnTo>
                    <a:pt x="2777678" y="3244946"/>
                  </a:lnTo>
                  <a:lnTo>
                    <a:pt x="2777803" y="3244946"/>
                  </a:lnTo>
                  <a:lnTo>
                    <a:pt x="2777928" y="3244946"/>
                  </a:lnTo>
                  <a:lnTo>
                    <a:pt x="2778053" y="3244946"/>
                  </a:lnTo>
                  <a:lnTo>
                    <a:pt x="2778178" y="3244946"/>
                  </a:lnTo>
                  <a:lnTo>
                    <a:pt x="2778303" y="3244946"/>
                  </a:lnTo>
                  <a:lnTo>
                    <a:pt x="2778428" y="3244946"/>
                  </a:lnTo>
                  <a:lnTo>
                    <a:pt x="2778553" y="3244946"/>
                  </a:lnTo>
                  <a:lnTo>
                    <a:pt x="2778678" y="3244946"/>
                  </a:lnTo>
                  <a:lnTo>
                    <a:pt x="2778803" y="3244946"/>
                  </a:lnTo>
                  <a:lnTo>
                    <a:pt x="2778928" y="3244946"/>
                  </a:lnTo>
                  <a:lnTo>
                    <a:pt x="2779054" y="3244946"/>
                  </a:lnTo>
                  <a:lnTo>
                    <a:pt x="2779054" y="3234992"/>
                  </a:lnTo>
                  <a:lnTo>
                    <a:pt x="2779179" y="3234992"/>
                  </a:lnTo>
                  <a:lnTo>
                    <a:pt x="2779304" y="3234992"/>
                  </a:lnTo>
                  <a:lnTo>
                    <a:pt x="2779429" y="3234992"/>
                  </a:lnTo>
                  <a:lnTo>
                    <a:pt x="2779554" y="3234992"/>
                  </a:lnTo>
                  <a:lnTo>
                    <a:pt x="2779679" y="3234992"/>
                  </a:lnTo>
                  <a:lnTo>
                    <a:pt x="2779804" y="3234992"/>
                  </a:lnTo>
                  <a:lnTo>
                    <a:pt x="2779929" y="3234992"/>
                  </a:lnTo>
                  <a:lnTo>
                    <a:pt x="2780054" y="3234992"/>
                  </a:lnTo>
                  <a:lnTo>
                    <a:pt x="2780179" y="3234992"/>
                  </a:lnTo>
                  <a:lnTo>
                    <a:pt x="2780304" y="3234992"/>
                  </a:lnTo>
                  <a:lnTo>
                    <a:pt x="2780429" y="3234992"/>
                  </a:lnTo>
                  <a:lnTo>
                    <a:pt x="2780554" y="3234992"/>
                  </a:lnTo>
                  <a:lnTo>
                    <a:pt x="2780679" y="3234992"/>
                  </a:lnTo>
                  <a:lnTo>
                    <a:pt x="2780804" y="3234992"/>
                  </a:lnTo>
                  <a:lnTo>
                    <a:pt x="2780929" y="3234992"/>
                  </a:lnTo>
                  <a:lnTo>
                    <a:pt x="2781054" y="3234992"/>
                  </a:lnTo>
                  <a:lnTo>
                    <a:pt x="2781179" y="3234992"/>
                  </a:lnTo>
                  <a:lnTo>
                    <a:pt x="2781304" y="3234992"/>
                  </a:lnTo>
                  <a:lnTo>
                    <a:pt x="2781429" y="3234992"/>
                  </a:lnTo>
                  <a:lnTo>
                    <a:pt x="2781554" y="3234992"/>
                  </a:lnTo>
                  <a:lnTo>
                    <a:pt x="2781679" y="3234992"/>
                  </a:lnTo>
                  <a:lnTo>
                    <a:pt x="2781804" y="3234992"/>
                  </a:lnTo>
                  <a:lnTo>
                    <a:pt x="2781929" y="3234992"/>
                  </a:lnTo>
                  <a:lnTo>
                    <a:pt x="2782055" y="3234992"/>
                  </a:lnTo>
                  <a:lnTo>
                    <a:pt x="2782180" y="3234992"/>
                  </a:lnTo>
                  <a:lnTo>
                    <a:pt x="2782305" y="3234992"/>
                  </a:lnTo>
                  <a:lnTo>
                    <a:pt x="2782430" y="3234992"/>
                  </a:lnTo>
                  <a:lnTo>
                    <a:pt x="2782555" y="3234992"/>
                  </a:lnTo>
                  <a:lnTo>
                    <a:pt x="2782680" y="3234992"/>
                  </a:lnTo>
                  <a:lnTo>
                    <a:pt x="2782805" y="3234992"/>
                  </a:lnTo>
                  <a:lnTo>
                    <a:pt x="2782930" y="3234992"/>
                  </a:lnTo>
                  <a:lnTo>
                    <a:pt x="2783055" y="3234992"/>
                  </a:lnTo>
                  <a:lnTo>
                    <a:pt x="2783180" y="3234992"/>
                  </a:lnTo>
                  <a:lnTo>
                    <a:pt x="2783305" y="3234992"/>
                  </a:lnTo>
                  <a:lnTo>
                    <a:pt x="2783430" y="3234992"/>
                  </a:lnTo>
                  <a:lnTo>
                    <a:pt x="2783555" y="3234992"/>
                  </a:lnTo>
                  <a:lnTo>
                    <a:pt x="2783680" y="3234992"/>
                  </a:lnTo>
                  <a:lnTo>
                    <a:pt x="2783805" y="3234992"/>
                  </a:lnTo>
                  <a:lnTo>
                    <a:pt x="2783930" y="3234992"/>
                  </a:lnTo>
                  <a:lnTo>
                    <a:pt x="2784055" y="3234992"/>
                  </a:lnTo>
                  <a:lnTo>
                    <a:pt x="2784055" y="3225038"/>
                  </a:lnTo>
                  <a:lnTo>
                    <a:pt x="2784180" y="3225038"/>
                  </a:lnTo>
                  <a:lnTo>
                    <a:pt x="2784305" y="3225038"/>
                  </a:lnTo>
                  <a:lnTo>
                    <a:pt x="2784430" y="3225038"/>
                  </a:lnTo>
                  <a:lnTo>
                    <a:pt x="2784555" y="3225038"/>
                  </a:lnTo>
                  <a:lnTo>
                    <a:pt x="2784680" y="3225038"/>
                  </a:lnTo>
                  <a:lnTo>
                    <a:pt x="2784805" y="3225038"/>
                  </a:lnTo>
                  <a:lnTo>
                    <a:pt x="2784930" y="3225038"/>
                  </a:lnTo>
                  <a:lnTo>
                    <a:pt x="2785056" y="3225038"/>
                  </a:lnTo>
                  <a:lnTo>
                    <a:pt x="2785181" y="3225038"/>
                  </a:lnTo>
                  <a:lnTo>
                    <a:pt x="2785306" y="3225038"/>
                  </a:lnTo>
                  <a:lnTo>
                    <a:pt x="2785431" y="3225038"/>
                  </a:lnTo>
                  <a:lnTo>
                    <a:pt x="2785556" y="3225038"/>
                  </a:lnTo>
                  <a:lnTo>
                    <a:pt x="2785681" y="3225038"/>
                  </a:lnTo>
                  <a:lnTo>
                    <a:pt x="2785806" y="3225038"/>
                  </a:lnTo>
                  <a:lnTo>
                    <a:pt x="2785931" y="3225038"/>
                  </a:lnTo>
                  <a:lnTo>
                    <a:pt x="2786056" y="3225038"/>
                  </a:lnTo>
                  <a:lnTo>
                    <a:pt x="2786181" y="3225038"/>
                  </a:lnTo>
                  <a:lnTo>
                    <a:pt x="2786306" y="3225038"/>
                  </a:lnTo>
                  <a:lnTo>
                    <a:pt x="2786431" y="3225038"/>
                  </a:lnTo>
                  <a:lnTo>
                    <a:pt x="2786556" y="3225038"/>
                  </a:lnTo>
                  <a:lnTo>
                    <a:pt x="2786681" y="3225038"/>
                  </a:lnTo>
                  <a:lnTo>
                    <a:pt x="2786806" y="3225038"/>
                  </a:lnTo>
                  <a:lnTo>
                    <a:pt x="2786931" y="3225038"/>
                  </a:lnTo>
                  <a:lnTo>
                    <a:pt x="2786931" y="3215084"/>
                  </a:lnTo>
                  <a:lnTo>
                    <a:pt x="2787056" y="3215084"/>
                  </a:lnTo>
                  <a:lnTo>
                    <a:pt x="2787181" y="3215084"/>
                  </a:lnTo>
                  <a:lnTo>
                    <a:pt x="2787306" y="3215084"/>
                  </a:lnTo>
                  <a:lnTo>
                    <a:pt x="2787431" y="3215084"/>
                  </a:lnTo>
                  <a:lnTo>
                    <a:pt x="2787556" y="3215084"/>
                  </a:lnTo>
                  <a:lnTo>
                    <a:pt x="2787681" y="3215084"/>
                  </a:lnTo>
                  <a:lnTo>
                    <a:pt x="2787806" y="3215084"/>
                  </a:lnTo>
                  <a:lnTo>
                    <a:pt x="2787931" y="3215084"/>
                  </a:lnTo>
                  <a:lnTo>
                    <a:pt x="2788057" y="3215084"/>
                  </a:lnTo>
                  <a:lnTo>
                    <a:pt x="2788182" y="3215084"/>
                  </a:lnTo>
                  <a:lnTo>
                    <a:pt x="2788307" y="3215084"/>
                  </a:lnTo>
                  <a:lnTo>
                    <a:pt x="2788432" y="3215084"/>
                  </a:lnTo>
                  <a:lnTo>
                    <a:pt x="2788557" y="3215084"/>
                  </a:lnTo>
                  <a:lnTo>
                    <a:pt x="2788682" y="3215084"/>
                  </a:lnTo>
                  <a:lnTo>
                    <a:pt x="2788807" y="3215084"/>
                  </a:lnTo>
                  <a:lnTo>
                    <a:pt x="2788932" y="3215084"/>
                  </a:lnTo>
                  <a:lnTo>
                    <a:pt x="2789057" y="3215084"/>
                  </a:lnTo>
                  <a:lnTo>
                    <a:pt x="2789182" y="3215084"/>
                  </a:lnTo>
                  <a:lnTo>
                    <a:pt x="2789307" y="3215084"/>
                  </a:lnTo>
                  <a:lnTo>
                    <a:pt x="2789432" y="3215084"/>
                  </a:lnTo>
                  <a:lnTo>
                    <a:pt x="2789432" y="3205130"/>
                  </a:lnTo>
                  <a:lnTo>
                    <a:pt x="2789557" y="3205130"/>
                  </a:lnTo>
                  <a:lnTo>
                    <a:pt x="2789682" y="3205130"/>
                  </a:lnTo>
                  <a:lnTo>
                    <a:pt x="2789807" y="3205130"/>
                  </a:lnTo>
                  <a:lnTo>
                    <a:pt x="2789932" y="3205130"/>
                  </a:lnTo>
                  <a:lnTo>
                    <a:pt x="2790057" y="3205130"/>
                  </a:lnTo>
                  <a:lnTo>
                    <a:pt x="2790182" y="3205130"/>
                  </a:lnTo>
                  <a:lnTo>
                    <a:pt x="2790307" y="3205130"/>
                  </a:lnTo>
                  <a:lnTo>
                    <a:pt x="2790432" y="3205130"/>
                  </a:lnTo>
                  <a:lnTo>
                    <a:pt x="2790557" y="3205130"/>
                  </a:lnTo>
                  <a:lnTo>
                    <a:pt x="2790682" y="3205130"/>
                  </a:lnTo>
                  <a:lnTo>
                    <a:pt x="2790807" y="3205130"/>
                  </a:lnTo>
                  <a:lnTo>
                    <a:pt x="2790932" y="3205130"/>
                  </a:lnTo>
                  <a:lnTo>
                    <a:pt x="2791058" y="3205130"/>
                  </a:lnTo>
                  <a:lnTo>
                    <a:pt x="2791183" y="3205130"/>
                  </a:lnTo>
                  <a:lnTo>
                    <a:pt x="2791308" y="3205130"/>
                  </a:lnTo>
                  <a:lnTo>
                    <a:pt x="2791433" y="3205130"/>
                  </a:lnTo>
                  <a:lnTo>
                    <a:pt x="2791558" y="3205130"/>
                  </a:lnTo>
                  <a:lnTo>
                    <a:pt x="2791683" y="3205130"/>
                  </a:lnTo>
                  <a:lnTo>
                    <a:pt x="2791808" y="3205130"/>
                  </a:lnTo>
                  <a:lnTo>
                    <a:pt x="2791933" y="3205130"/>
                  </a:lnTo>
                  <a:lnTo>
                    <a:pt x="2792058" y="3205130"/>
                  </a:lnTo>
                  <a:lnTo>
                    <a:pt x="2792183" y="3205130"/>
                  </a:lnTo>
                  <a:lnTo>
                    <a:pt x="2792308" y="3205130"/>
                  </a:lnTo>
                  <a:lnTo>
                    <a:pt x="2792433" y="3205130"/>
                  </a:lnTo>
                  <a:lnTo>
                    <a:pt x="2792558" y="3205130"/>
                  </a:lnTo>
                  <a:lnTo>
                    <a:pt x="2792683" y="3205130"/>
                  </a:lnTo>
                  <a:lnTo>
                    <a:pt x="2792808" y="3205130"/>
                  </a:lnTo>
                  <a:lnTo>
                    <a:pt x="2792933" y="3205130"/>
                  </a:lnTo>
                  <a:lnTo>
                    <a:pt x="2793058" y="3205130"/>
                  </a:lnTo>
                  <a:lnTo>
                    <a:pt x="2793183" y="3205130"/>
                  </a:lnTo>
                  <a:lnTo>
                    <a:pt x="2793308" y="3205130"/>
                  </a:lnTo>
                  <a:lnTo>
                    <a:pt x="2793433" y="3205130"/>
                  </a:lnTo>
                  <a:lnTo>
                    <a:pt x="2793558" y="3205130"/>
                  </a:lnTo>
                  <a:lnTo>
                    <a:pt x="2793683" y="3205130"/>
                  </a:lnTo>
                  <a:lnTo>
                    <a:pt x="2793808" y="3205130"/>
                  </a:lnTo>
                  <a:lnTo>
                    <a:pt x="2793934" y="3205130"/>
                  </a:lnTo>
                  <a:lnTo>
                    <a:pt x="2794059" y="3205130"/>
                  </a:lnTo>
                  <a:lnTo>
                    <a:pt x="2794184" y="3205130"/>
                  </a:lnTo>
                  <a:lnTo>
                    <a:pt x="2794309" y="3205130"/>
                  </a:lnTo>
                  <a:lnTo>
                    <a:pt x="2794434" y="3205130"/>
                  </a:lnTo>
                  <a:lnTo>
                    <a:pt x="2794559" y="3205130"/>
                  </a:lnTo>
                  <a:lnTo>
                    <a:pt x="2794684" y="3205130"/>
                  </a:lnTo>
                  <a:lnTo>
                    <a:pt x="2794809" y="3205130"/>
                  </a:lnTo>
                  <a:lnTo>
                    <a:pt x="2794934" y="3205130"/>
                  </a:lnTo>
                  <a:lnTo>
                    <a:pt x="2795059" y="3205130"/>
                  </a:lnTo>
                  <a:lnTo>
                    <a:pt x="2795184" y="3205130"/>
                  </a:lnTo>
                  <a:lnTo>
                    <a:pt x="2795309" y="3205130"/>
                  </a:lnTo>
                  <a:lnTo>
                    <a:pt x="2795434" y="3205130"/>
                  </a:lnTo>
                  <a:lnTo>
                    <a:pt x="2795559" y="3205130"/>
                  </a:lnTo>
                  <a:lnTo>
                    <a:pt x="2795684" y="3205130"/>
                  </a:lnTo>
                  <a:lnTo>
                    <a:pt x="2795809" y="3205130"/>
                  </a:lnTo>
                  <a:lnTo>
                    <a:pt x="2795934" y="3205130"/>
                  </a:lnTo>
                  <a:lnTo>
                    <a:pt x="2796059" y="3205130"/>
                  </a:lnTo>
                  <a:lnTo>
                    <a:pt x="2796184" y="3205130"/>
                  </a:lnTo>
                  <a:lnTo>
                    <a:pt x="2796309" y="3205130"/>
                  </a:lnTo>
                  <a:lnTo>
                    <a:pt x="2796434" y="3205130"/>
                  </a:lnTo>
                  <a:lnTo>
                    <a:pt x="2796559" y="3205130"/>
                  </a:lnTo>
                  <a:lnTo>
                    <a:pt x="2796684" y="3205130"/>
                  </a:lnTo>
                  <a:lnTo>
                    <a:pt x="2796809" y="3205130"/>
                  </a:lnTo>
                  <a:lnTo>
                    <a:pt x="2796935" y="3205130"/>
                  </a:lnTo>
                  <a:lnTo>
                    <a:pt x="2797060" y="3205130"/>
                  </a:lnTo>
                  <a:lnTo>
                    <a:pt x="2797185" y="3205130"/>
                  </a:lnTo>
                  <a:lnTo>
                    <a:pt x="2797310" y="3205130"/>
                  </a:lnTo>
                  <a:lnTo>
                    <a:pt x="2797435" y="3205130"/>
                  </a:lnTo>
                  <a:lnTo>
                    <a:pt x="2797560" y="3205130"/>
                  </a:lnTo>
                  <a:lnTo>
                    <a:pt x="2797685" y="3205130"/>
                  </a:lnTo>
                  <a:lnTo>
                    <a:pt x="2797810" y="3205130"/>
                  </a:lnTo>
                  <a:lnTo>
                    <a:pt x="2797935" y="3205130"/>
                  </a:lnTo>
                  <a:lnTo>
                    <a:pt x="2798060" y="3205130"/>
                  </a:lnTo>
                  <a:lnTo>
                    <a:pt x="2798185" y="3205130"/>
                  </a:lnTo>
                  <a:lnTo>
                    <a:pt x="2798310" y="3205130"/>
                  </a:lnTo>
                  <a:lnTo>
                    <a:pt x="2798435" y="3205130"/>
                  </a:lnTo>
                  <a:lnTo>
                    <a:pt x="2798560" y="3205130"/>
                  </a:lnTo>
                  <a:lnTo>
                    <a:pt x="2798685" y="3205130"/>
                  </a:lnTo>
                  <a:lnTo>
                    <a:pt x="2798810" y="3205130"/>
                  </a:lnTo>
                  <a:lnTo>
                    <a:pt x="2798935" y="3205130"/>
                  </a:lnTo>
                  <a:lnTo>
                    <a:pt x="2799060" y="3205130"/>
                  </a:lnTo>
                  <a:lnTo>
                    <a:pt x="2799185" y="3205130"/>
                  </a:lnTo>
                  <a:lnTo>
                    <a:pt x="2799310" y="3205130"/>
                  </a:lnTo>
                  <a:lnTo>
                    <a:pt x="2799435" y="3205130"/>
                  </a:lnTo>
                  <a:lnTo>
                    <a:pt x="2799560" y="3205130"/>
                  </a:lnTo>
                  <a:lnTo>
                    <a:pt x="2799685" y="3205130"/>
                  </a:lnTo>
                  <a:lnTo>
                    <a:pt x="2799810" y="3205130"/>
                  </a:lnTo>
                  <a:lnTo>
                    <a:pt x="2799936" y="3205130"/>
                  </a:lnTo>
                  <a:lnTo>
                    <a:pt x="2800061" y="3205130"/>
                  </a:lnTo>
                  <a:lnTo>
                    <a:pt x="2800186" y="3205130"/>
                  </a:lnTo>
                  <a:lnTo>
                    <a:pt x="2800311" y="3205130"/>
                  </a:lnTo>
                  <a:lnTo>
                    <a:pt x="2800436" y="3205130"/>
                  </a:lnTo>
                  <a:lnTo>
                    <a:pt x="2800561" y="3205130"/>
                  </a:lnTo>
                  <a:lnTo>
                    <a:pt x="2800686" y="3205130"/>
                  </a:lnTo>
                  <a:lnTo>
                    <a:pt x="2800811" y="3205130"/>
                  </a:lnTo>
                  <a:lnTo>
                    <a:pt x="2800936" y="3205130"/>
                  </a:lnTo>
                  <a:lnTo>
                    <a:pt x="2801061" y="3205130"/>
                  </a:lnTo>
                  <a:lnTo>
                    <a:pt x="2801186" y="3205130"/>
                  </a:lnTo>
                  <a:lnTo>
                    <a:pt x="2801311" y="3205130"/>
                  </a:lnTo>
                  <a:lnTo>
                    <a:pt x="2801436" y="3205130"/>
                  </a:lnTo>
                  <a:lnTo>
                    <a:pt x="2801561" y="3205130"/>
                  </a:lnTo>
                  <a:lnTo>
                    <a:pt x="2801686" y="3205130"/>
                  </a:lnTo>
                  <a:lnTo>
                    <a:pt x="2801811" y="3205130"/>
                  </a:lnTo>
                  <a:lnTo>
                    <a:pt x="2801936" y="3205130"/>
                  </a:lnTo>
                  <a:lnTo>
                    <a:pt x="2802061" y="3205130"/>
                  </a:lnTo>
                  <a:lnTo>
                    <a:pt x="2802186" y="3205130"/>
                  </a:lnTo>
                  <a:lnTo>
                    <a:pt x="2802311" y="3205130"/>
                  </a:lnTo>
                  <a:lnTo>
                    <a:pt x="2802436" y="3205130"/>
                  </a:lnTo>
                  <a:lnTo>
                    <a:pt x="2802561" y="3205130"/>
                  </a:lnTo>
                  <a:lnTo>
                    <a:pt x="2802686" y="3205130"/>
                  </a:lnTo>
                  <a:lnTo>
                    <a:pt x="2802811" y="3205130"/>
                  </a:lnTo>
                  <a:lnTo>
                    <a:pt x="2802937" y="3205130"/>
                  </a:lnTo>
                  <a:lnTo>
                    <a:pt x="2803062" y="3205130"/>
                  </a:lnTo>
                  <a:lnTo>
                    <a:pt x="2803187" y="3205130"/>
                  </a:lnTo>
                  <a:lnTo>
                    <a:pt x="2803312" y="3205130"/>
                  </a:lnTo>
                  <a:lnTo>
                    <a:pt x="2803437" y="3205130"/>
                  </a:lnTo>
                  <a:lnTo>
                    <a:pt x="2803562" y="3205130"/>
                  </a:lnTo>
                  <a:lnTo>
                    <a:pt x="2803687" y="3205130"/>
                  </a:lnTo>
                  <a:lnTo>
                    <a:pt x="2803812" y="3205130"/>
                  </a:lnTo>
                  <a:lnTo>
                    <a:pt x="2803937" y="3205130"/>
                  </a:lnTo>
                  <a:lnTo>
                    <a:pt x="2804062" y="3205130"/>
                  </a:lnTo>
                  <a:lnTo>
                    <a:pt x="2804187" y="3205130"/>
                  </a:lnTo>
                  <a:lnTo>
                    <a:pt x="2804312" y="3205130"/>
                  </a:lnTo>
                  <a:lnTo>
                    <a:pt x="2804437" y="3205130"/>
                  </a:lnTo>
                  <a:lnTo>
                    <a:pt x="2804562" y="3205130"/>
                  </a:lnTo>
                  <a:lnTo>
                    <a:pt x="2804562" y="3195177"/>
                  </a:lnTo>
                  <a:lnTo>
                    <a:pt x="2804687" y="3195177"/>
                  </a:lnTo>
                  <a:lnTo>
                    <a:pt x="2804812" y="3195177"/>
                  </a:lnTo>
                  <a:lnTo>
                    <a:pt x="2804937" y="3195177"/>
                  </a:lnTo>
                  <a:lnTo>
                    <a:pt x="2805062" y="3195177"/>
                  </a:lnTo>
                  <a:lnTo>
                    <a:pt x="2805187" y="3195177"/>
                  </a:lnTo>
                  <a:lnTo>
                    <a:pt x="2805312" y="3195177"/>
                  </a:lnTo>
                  <a:lnTo>
                    <a:pt x="2805437" y="3195177"/>
                  </a:lnTo>
                  <a:lnTo>
                    <a:pt x="2805562" y="3195177"/>
                  </a:lnTo>
                  <a:lnTo>
                    <a:pt x="2805687" y="3195177"/>
                  </a:lnTo>
                  <a:lnTo>
                    <a:pt x="2805812" y="3195177"/>
                  </a:lnTo>
                  <a:lnTo>
                    <a:pt x="2805938" y="3195177"/>
                  </a:lnTo>
                  <a:lnTo>
                    <a:pt x="2806063" y="3195177"/>
                  </a:lnTo>
                  <a:lnTo>
                    <a:pt x="2806188" y="3195177"/>
                  </a:lnTo>
                  <a:lnTo>
                    <a:pt x="2806313" y="3195177"/>
                  </a:lnTo>
                  <a:lnTo>
                    <a:pt x="2806438" y="3195177"/>
                  </a:lnTo>
                  <a:lnTo>
                    <a:pt x="2806563" y="3195177"/>
                  </a:lnTo>
                  <a:lnTo>
                    <a:pt x="2806688" y="3195177"/>
                  </a:lnTo>
                  <a:lnTo>
                    <a:pt x="2806813" y="3195177"/>
                  </a:lnTo>
                  <a:lnTo>
                    <a:pt x="2806938" y="3195177"/>
                  </a:lnTo>
                  <a:lnTo>
                    <a:pt x="2807063" y="3195177"/>
                  </a:lnTo>
                  <a:lnTo>
                    <a:pt x="2807188" y="3195177"/>
                  </a:lnTo>
                  <a:lnTo>
                    <a:pt x="2807313" y="3195177"/>
                  </a:lnTo>
                  <a:lnTo>
                    <a:pt x="2807438" y="3195177"/>
                  </a:lnTo>
                  <a:lnTo>
                    <a:pt x="2807563" y="3195177"/>
                  </a:lnTo>
                  <a:lnTo>
                    <a:pt x="2807688" y="3195177"/>
                  </a:lnTo>
                  <a:lnTo>
                    <a:pt x="2807813" y="3195177"/>
                  </a:lnTo>
                  <a:lnTo>
                    <a:pt x="2807938" y="3195177"/>
                  </a:lnTo>
                  <a:lnTo>
                    <a:pt x="2808063" y="3195177"/>
                  </a:lnTo>
                  <a:lnTo>
                    <a:pt x="2808188" y="3195177"/>
                  </a:lnTo>
                  <a:lnTo>
                    <a:pt x="2808313" y="3195177"/>
                  </a:lnTo>
                  <a:lnTo>
                    <a:pt x="2808438" y="3195177"/>
                  </a:lnTo>
                  <a:lnTo>
                    <a:pt x="2808563" y="3195177"/>
                  </a:lnTo>
                  <a:lnTo>
                    <a:pt x="2808688" y="3195177"/>
                  </a:lnTo>
                  <a:lnTo>
                    <a:pt x="2808813" y="3195177"/>
                  </a:lnTo>
                  <a:lnTo>
                    <a:pt x="2808939" y="3195177"/>
                  </a:lnTo>
                  <a:lnTo>
                    <a:pt x="2809064" y="3195177"/>
                  </a:lnTo>
                  <a:lnTo>
                    <a:pt x="2809189" y="3195177"/>
                  </a:lnTo>
                  <a:lnTo>
                    <a:pt x="2809314" y="3195177"/>
                  </a:lnTo>
                  <a:lnTo>
                    <a:pt x="2809439" y="3195177"/>
                  </a:lnTo>
                  <a:lnTo>
                    <a:pt x="2809564" y="3195177"/>
                  </a:lnTo>
                  <a:lnTo>
                    <a:pt x="2809689" y="3195177"/>
                  </a:lnTo>
                  <a:lnTo>
                    <a:pt x="2809814" y="3195177"/>
                  </a:lnTo>
                  <a:lnTo>
                    <a:pt x="2809939" y="3195177"/>
                  </a:lnTo>
                  <a:lnTo>
                    <a:pt x="2810064" y="3195177"/>
                  </a:lnTo>
                  <a:lnTo>
                    <a:pt x="2810064" y="3185223"/>
                  </a:lnTo>
                  <a:lnTo>
                    <a:pt x="2810189" y="3185223"/>
                  </a:lnTo>
                  <a:lnTo>
                    <a:pt x="2810314" y="3185223"/>
                  </a:lnTo>
                  <a:lnTo>
                    <a:pt x="2810439" y="3185223"/>
                  </a:lnTo>
                  <a:lnTo>
                    <a:pt x="2810564" y="3185223"/>
                  </a:lnTo>
                  <a:lnTo>
                    <a:pt x="2810689" y="3185223"/>
                  </a:lnTo>
                  <a:lnTo>
                    <a:pt x="2810814" y="3185223"/>
                  </a:lnTo>
                  <a:lnTo>
                    <a:pt x="2810939" y="3185223"/>
                  </a:lnTo>
                  <a:lnTo>
                    <a:pt x="2811064" y="3185223"/>
                  </a:lnTo>
                  <a:lnTo>
                    <a:pt x="2811189" y="3185223"/>
                  </a:lnTo>
                  <a:lnTo>
                    <a:pt x="2811314" y="3185223"/>
                  </a:lnTo>
                  <a:lnTo>
                    <a:pt x="2811439" y="3185223"/>
                  </a:lnTo>
                  <a:lnTo>
                    <a:pt x="2811564" y="3185223"/>
                  </a:lnTo>
                  <a:lnTo>
                    <a:pt x="2811689" y="3185223"/>
                  </a:lnTo>
                  <a:lnTo>
                    <a:pt x="2811814" y="3185223"/>
                  </a:lnTo>
                  <a:lnTo>
                    <a:pt x="2811940" y="3185223"/>
                  </a:lnTo>
                  <a:lnTo>
                    <a:pt x="2812065" y="3185223"/>
                  </a:lnTo>
                  <a:lnTo>
                    <a:pt x="2812190" y="3185223"/>
                  </a:lnTo>
                  <a:lnTo>
                    <a:pt x="2812315" y="3185223"/>
                  </a:lnTo>
                  <a:lnTo>
                    <a:pt x="2812440" y="3185223"/>
                  </a:lnTo>
                  <a:lnTo>
                    <a:pt x="2812565" y="3185223"/>
                  </a:lnTo>
                  <a:lnTo>
                    <a:pt x="2812690" y="3185223"/>
                  </a:lnTo>
                  <a:lnTo>
                    <a:pt x="2812815" y="3185223"/>
                  </a:lnTo>
                  <a:lnTo>
                    <a:pt x="2812940" y="3185223"/>
                  </a:lnTo>
                  <a:lnTo>
                    <a:pt x="2813065" y="3185223"/>
                  </a:lnTo>
                  <a:lnTo>
                    <a:pt x="2813190" y="3185223"/>
                  </a:lnTo>
                  <a:lnTo>
                    <a:pt x="2813315" y="3185223"/>
                  </a:lnTo>
                  <a:lnTo>
                    <a:pt x="2813440" y="3185223"/>
                  </a:lnTo>
                  <a:lnTo>
                    <a:pt x="2813565" y="3185223"/>
                  </a:lnTo>
                  <a:lnTo>
                    <a:pt x="2813690" y="3185223"/>
                  </a:lnTo>
                  <a:lnTo>
                    <a:pt x="2813815" y="3185223"/>
                  </a:lnTo>
                  <a:lnTo>
                    <a:pt x="2813940" y="3185223"/>
                  </a:lnTo>
                  <a:lnTo>
                    <a:pt x="2814065" y="3185223"/>
                  </a:lnTo>
                  <a:lnTo>
                    <a:pt x="2814190" y="3185223"/>
                  </a:lnTo>
                  <a:lnTo>
                    <a:pt x="2814315" y="3185223"/>
                  </a:lnTo>
                  <a:lnTo>
                    <a:pt x="2814440" y="3185223"/>
                  </a:lnTo>
                  <a:lnTo>
                    <a:pt x="2814565" y="3185223"/>
                  </a:lnTo>
                  <a:lnTo>
                    <a:pt x="2814690" y="3185223"/>
                  </a:lnTo>
                  <a:lnTo>
                    <a:pt x="2814815" y="3185223"/>
                  </a:lnTo>
                  <a:lnTo>
                    <a:pt x="2814941" y="3185223"/>
                  </a:lnTo>
                  <a:lnTo>
                    <a:pt x="2815066" y="3185223"/>
                  </a:lnTo>
                  <a:lnTo>
                    <a:pt x="2815191" y="3185223"/>
                  </a:lnTo>
                  <a:lnTo>
                    <a:pt x="2815316" y="3185223"/>
                  </a:lnTo>
                  <a:lnTo>
                    <a:pt x="2815441" y="3185223"/>
                  </a:lnTo>
                  <a:lnTo>
                    <a:pt x="2815566" y="3185223"/>
                  </a:lnTo>
                  <a:lnTo>
                    <a:pt x="2815691" y="3185223"/>
                  </a:lnTo>
                  <a:lnTo>
                    <a:pt x="2815816" y="3185223"/>
                  </a:lnTo>
                  <a:lnTo>
                    <a:pt x="2815941" y="3185223"/>
                  </a:lnTo>
                  <a:lnTo>
                    <a:pt x="2816066" y="3185223"/>
                  </a:lnTo>
                  <a:lnTo>
                    <a:pt x="2816191" y="3185223"/>
                  </a:lnTo>
                  <a:lnTo>
                    <a:pt x="2816316" y="3185223"/>
                  </a:lnTo>
                  <a:lnTo>
                    <a:pt x="2816441" y="3185223"/>
                  </a:lnTo>
                  <a:lnTo>
                    <a:pt x="2816566" y="3185223"/>
                  </a:lnTo>
                  <a:lnTo>
                    <a:pt x="2816691" y="3185223"/>
                  </a:lnTo>
                  <a:lnTo>
                    <a:pt x="2816816" y="3185223"/>
                  </a:lnTo>
                  <a:lnTo>
                    <a:pt x="2816941" y="3185223"/>
                  </a:lnTo>
                  <a:lnTo>
                    <a:pt x="2817066" y="3185223"/>
                  </a:lnTo>
                  <a:lnTo>
                    <a:pt x="2817191" y="3185223"/>
                  </a:lnTo>
                  <a:lnTo>
                    <a:pt x="2817316" y="3185223"/>
                  </a:lnTo>
                  <a:lnTo>
                    <a:pt x="2817441" y="3185223"/>
                  </a:lnTo>
                  <a:lnTo>
                    <a:pt x="2817566" y="3185223"/>
                  </a:lnTo>
                  <a:lnTo>
                    <a:pt x="2817691" y="3185223"/>
                  </a:lnTo>
                  <a:lnTo>
                    <a:pt x="2817816" y="3185223"/>
                  </a:lnTo>
                  <a:lnTo>
                    <a:pt x="2817942" y="3185223"/>
                  </a:lnTo>
                  <a:lnTo>
                    <a:pt x="2818067" y="3185223"/>
                  </a:lnTo>
                  <a:lnTo>
                    <a:pt x="2818192" y="3185223"/>
                  </a:lnTo>
                  <a:lnTo>
                    <a:pt x="2818317" y="3185223"/>
                  </a:lnTo>
                  <a:lnTo>
                    <a:pt x="2818442" y="3185223"/>
                  </a:lnTo>
                  <a:lnTo>
                    <a:pt x="2818567" y="3185223"/>
                  </a:lnTo>
                  <a:lnTo>
                    <a:pt x="2818692" y="3185223"/>
                  </a:lnTo>
                  <a:lnTo>
                    <a:pt x="2818817" y="3185223"/>
                  </a:lnTo>
                  <a:lnTo>
                    <a:pt x="2818942" y="3185223"/>
                  </a:lnTo>
                  <a:lnTo>
                    <a:pt x="2819067" y="3185223"/>
                  </a:lnTo>
                  <a:lnTo>
                    <a:pt x="2819192" y="3185223"/>
                  </a:lnTo>
                  <a:lnTo>
                    <a:pt x="2819317" y="3185223"/>
                  </a:lnTo>
                  <a:lnTo>
                    <a:pt x="2819442" y="3185223"/>
                  </a:lnTo>
                  <a:lnTo>
                    <a:pt x="2819567" y="3185223"/>
                  </a:lnTo>
                  <a:lnTo>
                    <a:pt x="2819692" y="3185223"/>
                  </a:lnTo>
                  <a:lnTo>
                    <a:pt x="2819817" y="3185223"/>
                  </a:lnTo>
                  <a:lnTo>
                    <a:pt x="2819942" y="3185223"/>
                  </a:lnTo>
                  <a:lnTo>
                    <a:pt x="2820067" y="3185223"/>
                  </a:lnTo>
                  <a:lnTo>
                    <a:pt x="2820192" y="3185223"/>
                  </a:lnTo>
                  <a:lnTo>
                    <a:pt x="2820317" y="3185223"/>
                  </a:lnTo>
                  <a:lnTo>
                    <a:pt x="2820442" y="3185223"/>
                  </a:lnTo>
                  <a:lnTo>
                    <a:pt x="2820567" y="3185223"/>
                  </a:lnTo>
                  <a:lnTo>
                    <a:pt x="2820692" y="3185223"/>
                  </a:lnTo>
                  <a:lnTo>
                    <a:pt x="2820817" y="3185223"/>
                  </a:lnTo>
                  <a:lnTo>
                    <a:pt x="2820943" y="3185223"/>
                  </a:lnTo>
                  <a:lnTo>
                    <a:pt x="2821068" y="3185223"/>
                  </a:lnTo>
                  <a:lnTo>
                    <a:pt x="2821193" y="3185223"/>
                  </a:lnTo>
                  <a:lnTo>
                    <a:pt x="2821318" y="3185223"/>
                  </a:lnTo>
                  <a:lnTo>
                    <a:pt x="2821443" y="3185223"/>
                  </a:lnTo>
                  <a:lnTo>
                    <a:pt x="2821568" y="3185223"/>
                  </a:lnTo>
                  <a:lnTo>
                    <a:pt x="2821693" y="3185223"/>
                  </a:lnTo>
                  <a:lnTo>
                    <a:pt x="2821818" y="3185223"/>
                  </a:lnTo>
                  <a:lnTo>
                    <a:pt x="2821818" y="3175269"/>
                  </a:lnTo>
                  <a:lnTo>
                    <a:pt x="2821943" y="3175269"/>
                  </a:lnTo>
                  <a:lnTo>
                    <a:pt x="2822068" y="3175269"/>
                  </a:lnTo>
                  <a:lnTo>
                    <a:pt x="2822193" y="3175269"/>
                  </a:lnTo>
                  <a:lnTo>
                    <a:pt x="2822318" y="3175269"/>
                  </a:lnTo>
                  <a:lnTo>
                    <a:pt x="2822443" y="3175269"/>
                  </a:lnTo>
                  <a:lnTo>
                    <a:pt x="2822568" y="3175269"/>
                  </a:lnTo>
                  <a:lnTo>
                    <a:pt x="2822693" y="3175269"/>
                  </a:lnTo>
                  <a:lnTo>
                    <a:pt x="2822818" y="3175269"/>
                  </a:lnTo>
                  <a:lnTo>
                    <a:pt x="2822943" y="3175269"/>
                  </a:lnTo>
                  <a:lnTo>
                    <a:pt x="2823068" y="3175269"/>
                  </a:lnTo>
                  <a:lnTo>
                    <a:pt x="2823193" y="3175269"/>
                  </a:lnTo>
                  <a:lnTo>
                    <a:pt x="2823318" y="3175269"/>
                  </a:lnTo>
                  <a:lnTo>
                    <a:pt x="2823443" y="3175269"/>
                  </a:lnTo>
                  <a:lnTo>
                    <a:pt x="2823568" y="3175269"/>
                  </a:lnTo>
                  <a:lnTo>
                    <a:pt x="2823693" y="3175269"/>
                  </a:lnTo>
                  <a:lnTo>
                    <a:pt x="2823818" y="3175269"/>
                  </a:lnTo>
                  <a:lnTo>
                    <a:pt x="2823944" y="3175269"/>
                  </a:lnTo>
                  <a:lnTo>
                    <a:pt x="2824069" y="3175269"/>
                  </a:lnTo>
                  <a:lnTo>
                    <a:pt x="2824194" y="3175269"/>
                  </a:lnTo>
                  <a:lnTo>
                    <a:pt x="2824319" y="3175269"/>
                  </a:lnTo>
                  <a:lnTo>
                    <a:pt x="2824444" y="3175269"/>
                  </a:lnTo>
                  <a:lnTo>
                    <a:pt x="2824569" y="3175269"/>
                  </a:lnTo>
                  <a:lnTo>
                    <a:pt x="2824694" y="3175269"/>
                  </a:lnTo>
                  <a:lnTo>
                    <a:pt x="2824819" y="3175269"/>
                  </a:lnTo>
                  <a:lnTo>
                    <a:pt x="2824944" y="3175269"/>
                  </a:lnTo>
                  <a:lnTo>
                    <a:pt x="2825069" y="3175269"/>
                  </a:lnTo>
                  <a:lnTo>
                    <a:pt x="2825194" y="3175269"/>
                  </a:lnTo>
                  <a:lnTo>
                    <a:pt x="2825319" y="3175269"/>
                  </a:lnTo>
                  <a:lnTo>
                    <a:pt x="2825444" y="3175269"/>
                  </a:lnTo>
                  <a:lnTo>
                    <a:pt x="2825569" y="3175269"/>
                  </a:lnTo>
                  <a:lnTo>
                    <a:pt x="2825694" y="3175269"/>
                  </a:lnTo>
                  <a:lnTo>
                    <a:pt x="2825819" y="3175269"/>
                  </a:lnTo>
                  <a:lnTo>
                    <a:pt x="2825944" y="3175269"/>
                  </a:lnTo>
                  <a:lnTo>
                    <a:pt x="2826069" y="3175269"/>
                  </a:lnTo>
                  <a:lnTo>
                    <a:pt x="2826194" y="3175269"/>
                  </a:lnTo>
                  <a:lnTo>
                    <a:pt x="2826319" y="3175269"/>
                  </a:lnTo>
                  <a:lnTo>
                    <a:pt x="2826444" y="3175269"/>
                  </a:lnTo>
                  <a:lnTo>
                    <a:pt x="2826569" y="3175269"/>
                  </a:lnTo>
                  <a:lnTo>
                    <a:pt x="2826694" y="3175269"/>
                  </a:lnTo>
                  <a:lnTo>
                    <a:pt x="2826819" y="3175269"/>
                  </a:lnTo>
                  <a:lnTo>
                    <a:pt x="2826945" y="3175269"/>
                  </a:lnTo>
                  <a:lnTo>
                    <a:pt x="2827070" y="3175269"/>
                  </a:lnTo>
                  <a:lnTo>
                    <a:pt x="2827195" y="3175269"/>
                  </a:lnTo>
                  <a:lnTo>
                    <a:pt x="2827320" y="3175269"/>
                  </a:lnTo>
                  <a:lnTo>
                    <a:pt x="2827445" y="3175269"/>
                  </a:lnTo>
                  <a:lnTo>
                    <a:pt x="2827570" y="3175269"/>
                  </a:lnTo>
                  <a:lnTo>
                    <a:pt x="2827695" y="3175269"/>
                  </a:lnTo>
                  <a:lnTo>
                    <a:pt x="2827820" y="3175269"/>
                  </a:lnTo>
                  <a:lnTo>
                    <a:pt x="2827945" y="3175269"/>
                  </a:lnTo>
                  <a:lnTo>
                    <a:pt x="2828070" y="3175269"/>
                  </a:lnTo>
                  <a:lnTo>
                    <a:pt x="2828195" y="3175269"/>
                  </a:lnTo>
                  <a:lnTo>
                    <a:pt x="2828320" y="3175269"/>
                  </a:lnTo>
                  <a:lnTo>
                    <a:pt x="2828445" y="3175269"/>
                  </a:lnTo>
                  <a:lnTo>
                    <a:pt x="2828570" y="3175269"/>
                  </a:lnTo>
                  <a:lnTo>
                    <a:pt x="2828695" y="3175269"/>
                  </a:lnTo>
                  <a:lnTo>
                    <a:pt x="2828820" y="3175269"/>
                  </a:lnTo>
                  <a:lnTo>
                    <a:pt x="2828945" y="3175269"/>
                  </a:lnTo>
                  <a:lnTo>
                    <a:pt x="2829070" y="3175269"/>
                  </a:lnTo>
                  <a:lnTo>
                    <a:pt x="2829195" y="3175269"/>
                  </a:lnTo>
                  <a:lnTo>
                    <a:pt x="2829320" y="3175269"/>
                  </a:lnTo>
                  <a:lnTo>
                    <a:pt x="2829445" y="3175269"/>
                  </a:lnTo>
                  <a:lnTo>
                    <a:pt x="2829570" y="3175269"/>
                  </a:lnTo>
                  <a:lnTo>
                    <a:pt x="2829695" y="3175269"/>
                  </a:lnTo>
                  <a:lnTo>
                    <a:pt x="2829820" y="3175269"/>
                  </a:lnTo>
                  <a:lnTo>
                    <a:pt x="2829946" y="3175269"/>
                  </a:lnTo>
                  <a:lnTo>
                    <a:pt x="2830071" y="3175269"/>
                  </a:lnTo>
                  <a:lnTo>
                    <a:pt x="2830196" y="3175269"/>
                  </a:lnTo>
                  <a:lnTo>
                    <a:pt x="2830321" y="3175269"/>
                  </a:lnTo>
                  <a:lnTo>
                    <a:pt x="2830446" y="3175269"/>
                  </a:lnTo>
                  <a:lnTo>
                    <a:pt x="2830571" y="3175269"/>
                  </a:lnTo>
                  <a:lnTo>
                    <a:pt x="2830696" y="3175269"/>
                  </a:lnTo>
                  <a:lnTo>
                    <a:pt x="2830821" y="3175269"/>
                  </a:lnTo>
                  <a:lnTo>
                    <a:pt x="2830946" y="3175269"/>
                  </a:lnTo>
                  <a:lnTo>
                    <a:pt x="2831071" y="3175269"/>
                  </a:lnTo>
                  <a:lnTo>
                    <a:pt x="2831196" y="3175269"/>
                  </a:lnTo>
                  <a:lnTo>
                    <a:pt x="2831321" y="3175269"/>
                  </a:lnTo>
                  <a:lnTo>
                    <a:pt x="2831446" y="3175269"/>
                  </a:lnTo>
                  <a:lnTo>
                    <a:pt x="2831571" y="3175269"/>
                  </a:lnTo>
                  <a:lnTo>
                    <a:pt x="2831696" y="3175269"/>
                  </a:lnTo>
                  <a:lnTo>
                    <a:pt x="2831821" y="3175269"/>
                  </a:lnTo>
                  <a:lnTo>
                    <a:pt x="2831946" y="3175269"/>
                  </a:lnTo>
                  <a:lnTo>
                    <a:pt x="2832071" y="3175269"/>
                  </a:lnTo>
                  <a:lnTo>
                    <a:pt x="2832196" y="3175269"/>
                  </a:lnTo>
                  <a:lnTo>
                    <a:pt x="2832321" y="3175269"/>
                  </a:lnTo>
                  <a:lnTo>
                    <a:pt x="2832446" y="3175269"/>
                  </a:lnTo>
                  <a:lnTo>
                    <a:pt x="2832571" y="3175269"/>
                  </a:lnTo>
                  <a:lnTo>
                    <a:pt x="2832696" y="3175269"/>
                  </a:lnTo>
                  <a:lnTo>
                    <a:pt x="2832822" y="3175269"/>
                  </a:lnTo>
                  <a:lnTo>
                    <a:pt x="2832947" y="3175269"/>
                  </a:lnTo>
                  <a:lnTo>
                    <a:pt x="2833072" y="3175269"/>
                  </a:lnTo>
                  <a:lnTo>
                    <a:pt x="2833197" y="3175269"/>
                  </a:lnTo>
                  <a:lnTo>
                    <a:pt x="2833322" y="3175269"/>
                  </a:lnTo>
                  <a:lnTo>
                    <a:pt x="2833447" y="3175269"/>
                  </a:lnTo>
                  <a:lnTo>
                    <a:pt x="2833572" y="3175269"/>
                  </a:lnTo>
                  <a:lnTo>
                    <a:pt x="2833697" y="3175269"/>
                  </a:lnTo>
                  <a:lnTo>
                    <a:pt x="2833822" y="3175269"/>
                  </a:lnTo>
                  <a:lnTo>
                    <a:pt x="2833947" y="3175269"/>
                  </a:lnTo>
                  <a:lnTo>
                    <a:pt x="2834072" y="3175269"/>
                  </a:lnTo>
                  <a:lnTo>
                    <a:pt x="2834197" y="3175269"/>
                  </a:lnTo>
                  <a:lnTo>
                    <a:pt x="2834322" y="3175269"/>
                  </a:lnTo>
                  <a:lnTo>
                    <a:pt x="2834447" y="3175269"/>
                  </a:lnTo>
                  <a:lnTo>
                    <a:pt x="2834572" y="3175269"/>
                  </a:lnTo>
                  <a:lnTo>
                    <a:pt x="2834697" y="3175269"/>
                  </a:lnTo>
                  <a:lnTo>
                    <a:pt x="2834822" y="3175269"/>
                  </a:lnTo>
                  <a:lnTo>
                    <a:pt x="2834947" y="3175269"/>
                  </a:lnTo>
                  <a:lnTo>
                    <a:pt x="2835072" y="3175269"/>
                  </a:lnTo>
                  <a:lnTo>
                    <a:pt x="2835197" y="3175269"/>
                  </a:lnTo>
                  <a:lnTo>
                    <a:pt x="2835322" y="3175269"/>
                  </a:lnTo>
                  <a:lnTo>
                    <a:pt x="2835447" y="3175269"/>
                  </a:lnTo>
                  <a:lnTo>
                    <a:pt x="2835572" y="3175269"/>
                  </a:lnTo>
                  <a:lnTo>
                    <a:pt x="2835697" y="3175269"/>
                  </a:lnTo>
                  <a:lnTo>
                    <a:pt x="2835823" y="3175269"/>
                  </a:lnTo>
                  <a:lnTo>
                    <a:pt x="2835948" y="3175269"/>
                  </a:lnTo>
                  <a:lnTo>
                    <a:pt x="2836073" y="3175269"/>
                  </a:lnTo>
                  <a:lnTo>
                    <a:pt x="2836198" y="3175269"/>
                  </a:lnTo>
                  <a:lnTo>
                    <a:pt x="2836323" y="3175269"/>
                  </a:lnTo>
                  <a:lnTo>
                    <a:pt x="2836448" y="3175269"/>
                  </a:lnTo>
                  <a:lnTo>
                    <a:pt x="2836573" y="3175269"/>
                  </a:lnTo>
                  <a:lnTo>
                    <a:pt x="2836698" y="3175269"/>
                  </a:lnTo>
                  <a:lnTo>
                    <a:pt x="2836823" y="3175269"/>
                  </a:lnTo>
                  <a:lnTo>
                    <a:pt x="2836948" y="3175269"/>
                  </a:lnTo>
                  <a:lnTo>
                    <a:pt x="2837073" y="3175269"/>
                  </a:lnTo>
                  <a:lnTo>
                    <a:pt x="2837198" y="3175269"/>
                  </a:lnTo>
                  <a:lnTo>
                    <a:pt x="2837323" y="3175269"/>
                  </a:lnTo>
                  <a:lnTo>
                    <a:pt x="2837448" y="3175269"/>
                  </a:lnTo>
                  <a:lnTo>
                    <a:pt x="2837573" y="3175269"/>
                  </a:lnTo>
                  <a:lnTo>
                    <a:pt x="2837698" y="3175269"/>
                  </a:lnTo>
                  <a:lnTo>
                    <a:pt x="2837823" y="3175269"/>
                  </a:lnTo>
                  <a:lnTo>
                    <a:pt x="2837948" y="3175269"/>
                  </a:lnTo>
                  <a:lnTo>
                    <a:pt x="2838073" y="3175269"/>
                  </a:lnTo>
                  <a:lnTo>
                    <a:pt x="2838198" y="3175269"/>
                  </a:lnTo>
                  <a:lnTo>
                    <a:pt x="2838323" y="3175269"/>
                  </a:lnTo>
                  <a:lnTo>
                    <a:pt x="2838448" y="3175269"/>
                  </a:lnTo>
                  <a:lnTo>
                    <a:pt x="2838573" y="3175269"/>
                  </a:lnTo>
                  <a:lnTo>
                    <a:pt x="2838698" y="3175269"/>
                  </a:lnTo>
                  <a:lnTo>
                    <a:pt x="2838824" y="3175269"/>
                  </a:lnTo>
                  <a:lnTo>
                    <a:pt x="2838949" y="3175269"/>
                  </a:lnTo>
                  <a:lnTo>
                    <a:pt x="2839074" y="3175269"/>
                  </a:lnTo>
                  <a:lnTo>
                    <a:pt x="2839199" y="3175269"/>
                  </a:lnTo>
                  <a:lnTo>
                    <a:pt x="2839324" y="3175269"/>
                  </a:lnTo>
                  <a:lnTo>
                    <a:pt x="2839449" y="3175269"/>
                  </a:lnTo>
                  <a:lnTo>
                    <a:pt x="2839574" y="3175269"/>
                  </a:lnTo>
                  <a:lnTo>
                    <a:pt x="2839574" y="3165315"/>
                  </a:lnTo>
                  <a:lnTo>
                    <a:pt x="2839699" y="3165315"/>
                  </a:lnTo>
                  <a:lnTo>
                    <a:pt x="2839824" y="3165315"/>
                  </a:lnTo>
                  <a:lnTo>
                    <a:pt x="2839949" y="3165315"/>
                  </a:lnTo>
                  <a:lnTo>
                    <a:pt x="2840074" y="3165315"/>
                  </a:lnTo>
                  <a:lnTo>
                    <a:pt x="2840199" y="3165315"/>
                  </a:lnTo>
                  <a:lnTo>
                    <a:pt x="2840324" y="3165315"/>
                  </a:lnTo>
                  <a:lnTo>
                    <a:pt x="2840449" y="3165315"/>
                  </a:lnTo>
                  <a:lnTo>
                    <a:pt x="2840574" y="3165315"/>
                  </a:lnTo>
                  <a:lnTo>
                    <a:pt x="2840699" y="3165315"/>
                  </a:lnTo>
                  <a:lnTo>
                    <a:pt x="2840824" y="3165315"/>
                  </a:lnTo>
                  <a:lnTo>
                    <a:pt x="2840949" y="3165315"/>
                  </a:lnTo>
                  <a:lnTo>
                    <a:pt x="2841074" y="3165315"/>
                  </a:lnTo>
                  <a:lnTo>
                    <a:pt x="2841199" y="3165315"/>
                  </a:lnTo>
                  <a:lnTo>
                    <a:pt x="2841324" y="3165315"/>
                  </a:lnTo>
                  <a:lnTo>
                    <a:pt x="2841449" y="3165315"/>
                  </a:lnTo>
                  <a:lnTo>
                    <a:pt x="2841574" y="3165315"/>
                  </a:lnTo>
                  <a:lnTo>
                    <a:pt x="2841574" y="3155361"/>
                  </a:lnTo>
                  <a:lnTo>
                    <a:pt x="2841699" y="3155361"/>
                  </a:lnTo>
                  <a:lnTo>
                    <a:pt x="2841825" y="3155361"/>
                  </a:lnTo>
                  <a:lnTo>
                    <a:pt x="2841950" y="3155361"/>
                  </a:lnTo>
                  <a:lnTo>
                    <a:pt x="2842075" y="3155361"/>
                  </a:lnTo>
                  <a:lnTo>
                    <a:pt x="2842200" y="3155361"/>
                  </a:lnTo>
                  <a:lnTo>
                    <a:pt x="2842325" y="3155361"/>
                  </a:lnTo>
                  <a:lnTo>
                    <a:pt x="2842450" y="3155361"/>
                  </a:lnTo>
                  <a:lnTo>
                    <a:pt x="2842575" y="3155361"/>
                  </a:lnTo>
                  <a:lnTo>
                    <a:pt x="2842700" y="3155361"/>
                  </a:lnTo>
                  <a:lnTo>
                    <a:pt x="2842825" y="3155361"/>
                  </a:lnTo>
                  <a:lnTo>
                    <a:pt x="2842950" y="3155361"/>
                  </a:lnTo>
                  <a:lnTo>
                    <a:pt x="2843075" y="3155361"/>
                  </a:lnTo>
                  <a:lnTo>
                    <a:pt x="2843200" y="3155361"/>
                  </a:lnTo>
                  <a:lnTo>
                    <a:pt x="2843325" y="3155361"/>
                  </a:lnTo>
                  <a:lnTo>
                    <a:pt x="2843450" y="3155361"/>
                  </a:lnTo>
                  <a:lnTo>
                    <a:pt x="2843575" y="3155361"/>
                  </a:lnTo>
                  <a:lnTo>
                    <a:pt x="2843700" y="3155361"/>
                  </a:lnTo>
                  <a:lnTo>
                    <a:pt x="2843825" y="3155361"/>
                  </a:lnTo>
                  <a:lnTo>
                    <a:pt x="2843950" y="3155361"/>
                  </a:lnTo>
                  <a:lnTo>
                    <a:pt x="2844075" y="3155361"/>
                  </a:lnTo>
                  <a:lnTo>
                    <a:pt x="2844200" y="3155361"/>
                  </a:lnTo>
                  <a:lnTo>
                    <a:pt x="2844325" y="3155361"/>
                  </a:lnTo>
                  <a:lnTo>
                    <a:pt x="2844450" y="3155361"/>
                  </a:lnTo>
                  <a:lnTo>
                    <a:pt x="2844575" y="3155361"/>
                  </a:lnTo>
                  <a:lnTo>
                    <a:pt x="2844700" y="3155361"/>
                  </a:lnTo>
                  <a:lnTo>
                    <a:pt x="2844826" y="3155361"/>
                  </a:lnTo>
                  <a:lnTo>
                    <a:pt x="2844951" y="3155361"/>
                  </a:lnTo>
                  <a:lnTo>
                    <a:pt x="2845076" y="3155361"/>
                  </a:lnTo>
                  <a:lnTo>
                    <a:pt x="2845201" y="3155361"/>
                  </a:lnTo>
                  <a:lnTo>
                    <a:pt x="2845326" y="3155361"/>
                  </a:lnTo>
                  <a:lnTo>
                    <a:pt x="2845451" y="3155361"/>
                  </a:lnTo>
                  <a:lnTo>
                    <a:pt x="2845576" y="3155361"/>
                  </a:lnTo>
                  <a:lnTo>
                    <a:pt x="2845701" y="3155361"/>
                  </a:lnTo>
                  <a:lnTo>
                    <a:pt x="2845826" y="3155361"/>
                  </a:lnTo>
                  <a:lnTo>
                    <a:pt x="2845951" y="3155361"/>
                  </a:lnTo>
                  <a:lnTo>
                    <a:pt x="2846076" y="3155361"/>
                  </a:lnTo>
                  <a:lnTo>
                    <a:pt x="2846201" y="3155361"/>
                  </a:lnTo>
                  <a:lnTo>
                    <a:pt x="2846326" y="3155361"/>
                  </a:lnTo>
                  <a:lnTo>
                    <a:pt x="2846451" y="3155361"/>
                  </a:lnTo>
                  <a:lnTo>
                    <a:pt x="2846576" y="3155361"/>
                  </a:lnTo>
                  <a:lnTo>
                    <a:pt x="2846701" y="3155361"/>
                  </a:lnTo>
                  <a:lnTo>
                    <a:pt x="2846826" y="3155361"/>
                  </a:lnTo>
                  <a:lnTo>
                    <a:pt x="2846951" y="3155361"/>
                  </a:lnTo>
                  <a:lnTo>
                    <a:pt x="2847076" y="3155361"/>
                  </a:lnTo>
                  <a:lnTo>
                    <a:pt x="2847201" y="3155361"/>
                  </a:lnTo>
                  <a:lnTo>
                    <a:pt x="2847326" y="3155361"/>
                  </a:lnTo>
                  <a:lnTo>
                    <a:pt x="2847451" y="3155361"/>
                  </a:lnTo>
                  <a:lnTo>
                    <a:pt x="2847576" y="3155361"/>
                  </a:lnTo>
                  <a:lnTo>
                    <a:pt x="2847701" y="3155361"/>
                  </a:lnTo>
                  <a:lnTo>
                    <a:pt x="2847827" y="3155361"/>
                  </a:lnTo>
                  <a:lnTo>
                    <a:pt x="2847952" y="3155361"/>
                  </a:lnTo>
                  <a:lnTo>
                    <a:pt x="2848077" y="3155361"/>
                  </a:lnTo>
                  <a:lnTo>
                    <a:pt x="2848202" y="3155361"/>
                  </a:lnTo>
                  <a:lnTo>
                    <a:pt x="2848327" y="3155361"/>
                  </a:lnTo>
                  <a:lnTo>
                    <a:pt x="2848452" y="3155361"/>
                  </a:lnTo>
                  <a:lnTo>
                    <a:pt x="2848577" y="3155361"/>
                  </a:lnTo>
                  <a:lnTo>
                    <a:pt x="2848702" y="3155361"/>
                  </a:lnTo>
                  <a:lnTo>
                    <a:pt x="2848827" y="3155361"/>
                  </a:lnTo>
                  <a:lnTo>
                    <a:pt x="2848952" y="3155361"/>
                  </a:lnTo>
                  <a:lnTo>
                    <a:pt x="2849077" y="3155361"/>
                  </a:lnTo>
                  <a:lnTo>
                    <a:pt x="2849202" y="3155361"/>
                  </a:lnTo>
                  <a:lnTo>
                    <a:pt x="2849327" y="3155361"/>
                  </a:lnTo>
                  <a:lnTo>
                    <a:pt x="2849452" y="3155361"/>
                  </a:lnTo>
                  <a:lnTo>
                    <a:pt x="2849577" y="3155361"/>
                  </a:lnTo>
                  <a:lnTo>
                    <a:pt x="2849702" y="3155361"/>
                  </a:lnTo>
                  <a:lnTo>
                    <a:pt x="2849827" y="3155361"/>
                  </a:lnTo>
                  <a:lnTo>
                    <a:pt x="2849952" y="3155361"/>
                  </a:lnTo>
                  <a:lnTo>
                    <a:pt x="2850077" y="3155361"/>
                  </a:lnTo>
                  <a:lnTo>
                    <a:pt x="2850202" y="3155361"/>
                  </a:lnTo>
                  <a:lnTo>
                    <a:pt x="2850327" y="3155361"/>
                  </a:lnTo>
                  <a:lnTo>
                    <a:pt x="2850452" y="3155361"/>
                  </a:lnTo>
                  <a:lnTo>
                    <a:pt x="2850577" y="3155361"/>
                  </a:lnTo>
                  <a:lnTo>
                    <a:pt x="2850702" y="3155361"/>
                  </a:lnTo>
                  <a:lnTo>
                    <a:pt x="2850828" y="3155361"/>
                  </a:lnTo>
                  <a:lnTo>
                    <a:pt x="2850953" y="3155361"/>
                  </a:lnTo>
                  <a:lnTo>
                    <a:pt x="2851078" y="3155361"/>
                  </a:lnTo>
                  <a:lnTo>
                    <a:pt x="2851203" y="3155361"/>
                  </a:lnTo>
                  <a:lnTo>
                    <a:pt x="2851328" y="3155361"/>
                  </a:lnTo>
                  <a:lnTo>
                    <a:pt x="2851453" y="3155361"/>
                  </a:lnTo>
                  <a:lnTo>
                    <a:pt x="2851578" y="3155361"/>
                  </a:lnTo>
                  <a:lnTo>
                    <a:pt x="2851703" y="3155361"/>
                  </a:lnTo>
                  <a:lnTo>
                    <a:pt x="2851828" y="3155361"/>
                  </a:lnTo>
                  <a:lnTo>
                    <a:pt x="2851953" y="3155361"/>
                  </a:lnTo>
                  <a:lnTo>
                    <a:pt x="2852078" y="3155361"/>
                  </a:lnTo>
                  <a:lnTo>
                    <a:pt x="2852203" y="3155361"/>
                  </a:lnTo>
                  <a:lnTo>
                    <a:pt x="2852328" y="3155361"/>
                  </a:lnTo>
                  <a:lnTo>
                    <a:pt x="2852453" y="3155361"/>
                  </a:lnTo>
                  <a:lnTo>
                    <a:pt x="2852578" y="3155361"/>
                  </a:lnTo>
                  <a:lnTo>
                    <a:pt x="2852703" y="3155361"/>
                  </a:lnTo>
                  <a:lnTo>
                    <a:pt x="2852828" y="3155361"/>
                  </a:lnTo>
                  <a:lnTo>
                    <a:pt x="2852953" y="3155361"/>
                  </a:lnTo>
                  <a:lnTo>
                    <a:pt x="2853078" y="3155361"/>
                  </a:lnTo>
                  <a:lnTo>
                    <a:pt x="2853203" y="3155361"/>
                  </a:lnTo>
                  <a:lnTo>
                    <a:pt x="2853328" y="3155361"/>
                  </a:lnTo>
                  <a:lnTo>
                    <a:pt x="2853453" y="3155361"/>
                  </a:lnTo>
                  <a:lnTo>
                    <a:pt x="2853578" y="3155361"/>
                  </a:lnTo>
                  <a:lnTo>
                    <a:pt x="2853703" y="3155361"/>
                  </a:lnTo>
                  <a:lnTo>
                    <a:pt x="2853829" y="3155361"/>
                  </a:lnTo>
                  <a:lnTo>
                    <a:pt x="2853954" y="3155361"/>
                  </a:lnTo>
                  <a:lnTo>
                    <a:pt x="2854079" y="3155361"/>
                  </a:lnTo>
                  <a:lnTo>
                    <a:pt x="2854204" y="3155361"/>
                  </a:lnTo>
                  <a:lnTo>
                    <a:pt x="2854329" y="3155361"/>
                  </a:lnTo>
                  <a:lnTo>
                    <a:pt x="2854454" y="3155361"/>
                  </a:lnTo>
                  <a:lnTo>
                    <a:pt x="2854579" y="3155361"/>
                  </a:lnTo>
                  <a:lnTo>
                    <a:pt x="2854704" y="3155361"/>
                  </a:lnTo>
                  <a:lnTo>
                    <a:pt x="2854829" y="3155361"/>
                  </a:lnTo>
                  <a:lnTo>
                    <a:pt x="2854954" y="3155361"/>
                  </a:lnTo>
                  <a:lnTo>
                    <a:pt x="2855079" y="3155361"/>
                  </a:lnTo>
                  <a:lnTo>
                    <a:pt x="2855204" y="3155361"/>
                  </a:lnTo>
                  <a:lnTo>
                    <a:pt x="2855329" y="3155361"/>
                  </a:lnTo>
                  <a:lnTo>
                    <a:pt x="2855454" y="3155361"/>
                  </a:lnTo>
                  <a:lnTo>
                    <a:pt x="2855579" y="3155361"/>
                  </a:lnTo>
                  <a:lnTo>
                    <a:pt x="2855704" y="3155361"/>
                  </a:lnTo>
                  <a:lnTo>
                    <a:pt x="2855829" y="3155361"/>
                  </a:lnTo>
                  <a:lnTo>
                    <a:pt x="2855954" y="3155361"/>
                  </a:lnTo>
                  <a:lnTo>
                    <a:pt x="2856079" y="3155361"/>
                  </a:lnTo>
                  <a:lnTo>
                    <a:pt x="2856204" y="3155361"/>
                  </a:lnTo>
                  <a:lnTo>
                    <a:pt x="2856329" y="3155361"/>
                  </a:lnTo>
                  <a:lnTo>
                    <a:pt x="2856454" y="3155361"/>
                  </a:lnTo>
                  <a:lnTo>
                    <a:pt x="2856579" y="3155361"/>
                  </a:lnTo>
                  <a:lnTo>
                    <a:pt x="2856704" y="3155361"/>
                  </a:lnTo>
                  <a:lnTo>
                    <a:pt x="2856830" y="3155361"/>
                  </a:lnTo>
                  <a:lnTo>
                    <a:pt x="2856955" y="3155361"/>
                  </a:lnTo>
                  <a:lnTo>
                    <a:pt x="2857080" y="3155361"/>
                  </a:lnTo>
                  <a:lnTo>
                    <a:pt x="2857205" y="3155361"/>
                  </a:lnTo>
                  <a:lnTo>
                    <a:pt x="2857330" y="3155361"/>
                  </a:lnTo>
                  <a:lnTo>
                    <a:pt x="2857455" y="3155361"/>
                  </a:lnTo>
                  <a:lnTo>
                    <a:pt x="2857580" y="3155361"/>
                  </a:lnTo>
                  <a:lnTo>
                    <a:pt x="2857705" y="3155361"/>
                  </a:lnTo>
                  <a:lnTo>
                    <a:pt x="2857830" y="3155361"/>
                  </a:lnTo>
                  <a:lnTo>
                    <a:pt x="2857955" y="3155361"/>
                  </a:lnTo>
                  <a:lnTo>
                    <a:pt x="2858080" y="3155361"/>
                  </a:lnTo>
                  <a:lnTo>
                    <a:pt x="2858205" y="3155361"/>
                  </a:lnTo>
                  <a:lnTo>
                    <a:pt x="2858330" y="3155361"/>
                  </a:lnTo>
                  <a:lnTo>
                    <a:pt x="2858455" y="3155361"/>
                  </a:lnTo>
                  <a:lnTo>
                    <a:pt x="2858580" y="3155361"/>
                  </a:lnTo>
                  <a:lnTo>
                    <a:pt x="2858705" y="3155361"/>
                  </a:lnTo>
                  <a:lnTo>
                    <a:pt x="2858830" y="3155361"/>
                  </a:lnTo>
                  <a:lnTo>
                    <a:pt x="2858955" y="3155361"/>
                  </a:lnTo>
                  <a:lnTo>
                    <a:pt x="2859080" y="3155361"/>
                  </a:lnTo>
                  <a:lnTo>
                    <a:pt x="2859205" y="3155361"/>
                  </a:lnTo>
                  <a:lnTo>
                    <a:pt x="2859330" y="3155361"/>
                  </a:lnTo>
                  <a:lnTo>
                    <a:pt x="2859455" y="3155361"/>
                  </a:lnTo>
                  <a:lnTo>
                    <a:pt x="2859580" y="3155361"/>
                  </a:lnTo>
                  <a:lnTo>
                    <a:pt x="2859705" y="3155361"/>
                  </a:lnTo>
                  <a:lnTo>
                    <a:pt x="2859831" y="3155361"/>
                  </a:lnTo>
                  <a:lnTo>
                    <a:pt x="2859956" y="3155361"/>
                  </a:lnTo>
                  <a:lnTo>
                    <a:pt x="2860081" y="3155361"/>
                  </a:lnTo>
                  <a:lnTo>
                    <a:pt x="2860206" y="3155361"/>
                  </a:lnTo>
                  <a:lnTo>
                    <a:pt x="2860331" y="3155361"/>
                  </a:lnTo>
                  <a:lnTo>
                    <a:pt x="2860456" y="3155361"/>
                  </a:lnTo>
                  <a:lnTo>
                    <a:pt x="2860581" y="3155361"/>
                  </a:lnTo>
                  <a:lnTo>
                    <a:pt x="2860706" y="3155361"/>
                  </a:lnTo>
                  <a:lnTo>
                    <a:pt x="2860831" y="3155361"/>
                  </a:lnTo>
                  <a:lnTo>
                    <a:pt x="2860956" y="3155361"/>
                  </a:lnTo>
                  <a:lnTo>
                    <a:pt x="2861081" y="3155361"/>
                  </a:lnTo>
                  <a:lnTo>
                    <a:pt x="2861206" y="3155361"/>
                  </a:lnTo>
                  <a:lnTo>
                    <a:pt x="2861331" y="3155361"/>
                  </a:lnTo>
                  <a:lnTo>
                    <a:pt x="2861456" y="3155361"/>
                  </a:lnTo>
                  <a:lnTo>
                    <a:pt x="2861581" y="3155361"/>
                  </a:lnTo>
                  <a:lnTo>
                    <a:pt x="2861706" y="3155361"/>
                  </a:lnTo>
                  <a:lnTo>
                    <a:pt x="2861831" y="3155361"/>
                  </a:lnTo>
                  <a:lnTo>
                    <a:pt x="2861956" y="3155361"/>
                  </a:lnTo>
                  <a:lnTo>
                    <a:pt x="2862081" y="3155361"/>
                  </a:lnTo>
                  <a:lnTo>
                    <a:pt x="2862206" y="3155361"/>
                  </a:lnTo>
                  <a:lnTo>
                    <a:pt x="2862331" y="3155361"/>
                  </a:lnTo>
                  <a:lnTo>
                    <a:pt x="2862456" y="3155361"/>
                  </a:lnTo>
                  <a:lnTo>
                    <a:pt x="2862456" y="3145407"/>
                  </a:lnTo>
                  <a:lnTo>
                    <a:pt x="2862581" y="3145407"/>
                  </a:lnTo>
                  <a:lnTo>
                    <a:pt x="2862706" y="3145407"/>
                  </a:lnTo>
                  <a:lnTo>
                    <a:pt x="2862832" y="3145407"/>
                  </a:lnTo>
                  <a:lnTo>
                    <a:pt x="2862957" y="3145407"/>
                  </a:lnTo>
                  <a:lnTo>
                    <a:pt x="2863082" y="3145407"/>
                  </a:lnTo>
                  <a:lnTo>
                    <a:pt x="2863207" y="3145407"/>
                  </a:lnTo>
                  <a:lnTo>
                    <a:pt x="2863332" y="3145407"/>
                  </a:lnTo>
                  <a:lnTo>
                    <a:pt x="2863457" y="3145407"/>
                  </a:lnTo>
                  <a:lnTo>
                    <a:pt x="2863582" y="3145407"/>
                  </a:lnTo>
                  <a:lnTo>
                    <a:pt x="2863707" y="3145407"/>
                  </a:lnTo>
                  <a:lnTo>
                    <a:pt x="2863832" y="3145407"/>
                  </a:lnTo>
                  <a:lnTo>
                    <a:pt x="2863957" y="3145407"/>
                  </a:lnTo>
                  <a:lnTo>
                    <a:pt x="2864082" y="3145407"/>
                  </a:lnTo>
                  <a:lnTo>
                    <a:pt x="2864207" y="3145407"/>
                  </a:lnTo>
                  <a:lnTo>
                    <a:pt x="2864332" y="3145407"/>
                  </a:lnTo>
                  <a:lnTo>
                    <a:pt x="2864457" y="3145407"/>
                  </a:lnTo>
                  <a:lnTo>
                    <a:pt x="2864582" y="3145407"/>
                  </a:lnTo>
                  <a:lnTo>
                    <a:pt x="2864707" y="3145407"/>
                  </a:lnTo>
                  <a:lnTo>
                    <a:pt x="2864832" y="3145407"/>
                  </a:lnTo>
                  <a:lnTo>
                    <a:pt x="2864957" y="3145407"/>
                  </a:lnTo>
                  <a:lnTo>
                    <a:pt x="2865082" y="3145407"/>
                  </a:lnTo>
                  <a:lnTo>
                    <a:pt x="2865207" y="3145407"/>
                  </a:lnTo>
                  <a:lnTo>
                    <a:pt x="2865332" y="3145407"/>
                  </a:lnTo>
                  <a:lnTo>
                    <a:pt x="2865457" y="3145407"/>
                  </a:lnTo>
                  <a:lnTo>
                    <a:pt x="2865582" y="3145407"/>
                  </a:lnTo>
                  <a:lnTo>
                    <a:pt x="2865707" y="3145407"/>
                  </a:lnTo>
                  <a:lnTo>
                    <a:pt x="2865833" y="3145407"/>
                  </a:lnTo>
                  <a:lnTo>
                    <a:pt x="2865958" y="3145407"/>
                  </a:lnTo>
                  <a:lnTo>
                    <a:pt x="2866083" y="3145407"/>
                  </a:lnTo>
                  <a:lnTo>
                    <a:pt x="2866208" y="3145407"/>
                  </a:lnTo>
                  <a:lnTo>
                    <a:pt x="2866333" y="3145407"/>
                  </a:lnTo>
                  <a:lnTo>
                    <a:pt x="2866458" y="3145407"/>
                  </a:lnTo>
                  <a:lnTo>
                    <a:pt x="2866583" y="3145407"/>
                  </a:lnTo>
                  <a:lnTo>
                    <a:pt x="2866708" y="3145407"/>
                  </a:lnTo>
                  <a:lnTo>
                    <a:pt x="2866833" y="3145407"/>
                  </a:lnTo>
                  <a:lnTo>
                    <a:pt x="2866958" y="3145407"/>
                  </a:lnTo>
                  <a:lnTo>
                    <a:pt x="2867083" y="3145407"/>
                  </a:lnTo>
                  <a:lnTo>
                    <a:pt x="2867208" y="3145407"/>
                  </a:lnTo>
                  <a:lnTo>
                    <a:pt x="2867333" y="3145407"/>
                  </a:lnTo>
                  <a:lnTo>
                    <a:pt x="2867458" y="3145407"/>
                  </a:lnTo>
                  <a:lnTo>
                    <a:pt x="2867583" y="3145407"/>
                  </a:lnTo>
                  <a:lnTo>
                    <a:pt x="2867708" y="3145407"/>
                  </a:lnTo>
                  <a:lnTo>
                    <a:pt x="2867833" y="3145407"/>
                  </a:lnTo>
                  <a:lnTo>
                    <a:pt x="2867958" y="3145407"/>
                  </a:lnTo>
                  <a:lnTo>
                    <a:pt x="2868083" y="3145407"/>
                  </a:lnTo>
                  <a:lnTo>
                    <a:pt x="2868208" y="3145407"/>
                  </a:lnTo>
                  <a:lnTo>
                    <a:pt x="2868333" y="3145407"/>
                  </a:lnTo>
                  <a:lnTo>
                    <a:pt x="2868458" y="3145407"/>
                  </a:lnTo>
                  <a:lnTo>
                    <a:pt x="2868583" y="3145407"/>
                  </a:lnTo>
                  <a:lnTo>
                    <a:pt x="2868708" y="3145407"/>
                  </a:lnTo>
                  <a:lnTo>
                    <a:pt x="2868834" y="3145407"/>
                  </a:lnTo>
                  <a:lnTo>
                    <a:pt x="2868959" y="3145407"/>
                  </a:lnTo>
                  <a:lnTo>
                    <a:pt x="2869084" y="3145407"/>
                  </a:lnTo>
                  <a:lnTo>
                    <a:pt x="2869209" y="3145407"/>
                  </a:lnTo>
                  <a:lnTo>
                    <a:pt x="2869334" y="3145407"/>
                  </a:lnTo>
                  <a:lnTo>
                    <a:pt x="2869459" y="3145407"/>
                  </a:lnTo>
                  <a:lnTo>
                    <a:pt x="2869584" y="3145407"/>
                  </a:lnTo>
                  <a:lnTo>
                    <a:pt x="2869709" y="3145407"/>
                  </a:lnTo>
                  <a:lnTo>
                    <a:pt x="2869834" y="3145407"/>
                  </a:lnTo>
                  <a:lnTo>
                    <a:pt x="2869959" y="3145407"/>
                  </a:lnTo>
                  <a:lnTo>
                    <a:pt x="2870084" y="3145407"/>
                  </a:lnTo>
                  <a:lnTo>
                    <a:pt x="2870209" y="3145407"/>
                  </a:lnTo>
                  <a:lnTo>
                    <a:pt x="2870334" y="3145407"/>
                  </a:lnTo>
                  <a:lnTo>
                    <a:pt x="2870459" y="3145407"/>
                  </a:lnTo>
                  <a:lnTo>
                    <a:pt x="2870584" y="3145407"/>
                  </a:lnTo>
                  <a:lnTo>
                    <a:pt x="2870709" y="3145407"/>
                  </a:lnTo>
                  <a:lnTo>
                    <a:pt x="2870834" y="3145407"/>
                  </a:lnTo>
                  <a:lnTo>
                    <a:pt x="2870959" y="3145407"/>
                  </a:lnTo>
                  <a:lnTo>
                    <a:pt x="2871084" y="3145407"/>
                  </a:lnTo>
                  <a:lnTo>
                    <a:pt x="2871209" y="3145407"/>
                  </a:lnTo>
                  <a:lnTo>
                    <a:pt x="2871334" y="3145407"/>
                  </a:lnTo>
                  <a:lnTo>
                    <a:pt x="2871459" y="3145407"/>
                  </a:lnTo>
                  <a:lnTo>
                    <a:pt x="2871584" y="3145407"/>
                  </a:lnTo>
                  <a:lnTo>
                    <a:pt x="2871710" y="3145407"/>
                  </a:lnTo>
                  <a:lnTo>
                    <a:pt x="2871835" y="3145407"/>
                  </a:lnTo>
                  <a:lnTo>
                    <a:pt x="2871960" y="3145407"/>
                  </a:lnTo>
                  <a:lnTo>
                    <a:pt x="2872085" y="3145407"/>
                  </a:lnTo>
                  <a:lnTo>
                    <a:pt x="2872210" y="3145407"/>
                  </a:lnTo>
                  <a:lnTo>
                    <a:pt x="2872335" y="3145407"/>
                  </a:lnTo>
                  <a:lnTo>
                    <a:pt x="2872460" y="3145407"/>
                  </a:lnTo>
                  <a:lnTo>
                    <a:pt x="2872585" y="3145407"/>
                  </a:lnTo>
                  <a:lnTo>
                    <a:pt x="2872710" y="3145407"/>
                  </a:lnTo>
                  <a:lnTo>
                    <a:pt x="2872835" y="3145407"/>
                  </a:lnTo>
                  <a:lnTo>
                    <a:pt x="2872960" y="3145407"/>
                  </a:lnTo>
                  <a:lnTo>
                    <a:pt x="2873085" y="3145407"/>
                  </a:lnTo>
                  <a:lnTo>
                    <a:pt x="2873210" y="3145407"/>
                  </a:lnTo>
                  <a:lnTo>
                    <a:pt x="2873335" y="3145407"/>
                  </a:lnTo>
                  <a:lnTo>
                    <a:pt x="2873460" y="3145407"/>
                  </a:lnTo>
                  <a:lnTo>
                    <a:pt x="2873585" y="3145407"/>
                  </a:lnTo>
                  <a:lnTo>
                    <a:pt x="2873710" y="3145407"/>
                  </a:lnTo>
                  <a:lnTo>
                    <a:pt x="2873835" y="3145407"/>
                  </a:lnTo>
                  <a:lnTo>
                    <a:pt x="2873960" y="3145407"/>
                  </a:lnTo>
                  <a:lnTo>
                    <a:pt x="2874085" y="3145407"/>
                  </a:lnTo>
                  <a:lnTo>
                    <a:pt x="2874210" y="3145407"/>
                  </a:lnTo>
                  <a:lnTo>
                    <a:pt x="2874335" y="3145407"/>
                  </a:lnTo>
                  <a:lnTo>
                    <a:pt x="2874460" y="3145407"/>
                  </a:lnTo>
                  <a:lnTo>
                    <a:pt x="2874585" y="3145407"/>
                  </a:lnTo>
                  <a:lnTo>
                    <a:pt x="2874711" y="3145407"/>
                  </a:lnTo>
                  <a:lnTo>
                    <a:pt x="2874836" y="3145407"/>
                  </a:lnTo>
                  <a:lnTo>
                    <a:pt x="2874961" y="3145407"/>
                  </a:lnTo>
                  <a:lnTo>
                    <a:pt x="2875086" y="3145407"/>
                  </a:lnTo>
                  <a:lnTo>
                    <a:pt x="2875211" y="3145407"/>
                  </a:lnTo>
                  <a:lnTo>
                    <a:pt x="2875336" y="3145407"/>
                  </a:lnTo>
                  <a:lnTo>
                    <a:pt x="2875461" y="3145407"/>
                  </a:lnTo>
                  <a:lnTo>
                    <a:pt x="2875586" y="3145407"/>
                  </a:lnTo>
                  <a:lnTo>
                    <a:pt x="2875711" y="3145407"/>
                  </a:lnTo>
                  <a:lnTo>
                    <a:pt x="2875836" y="3145407"/>
                  </a:lnTo>
                  <a:lnTo>
                    <a:pt x="2875961" y="3145407"/>
                  </a:lnTo>
                  <a:lnTo>
                    <a:pt x="2876086" y="3145407"/>
                  </a:lnTo>
                  <a:lnTo>
                    <a:pt x="2876211" y="3145407"/>
                  </a:lnTo>
                  <a:lnTo>
                    <a:pt x="2876336" y="3145407"/>
                  </a:lnTo>
                  <a:lnTo>
                    <a:pt x="2876461" y="3145407"/>
                  </a:lnTo>
                  <a:lnTo>
                    <a:pt x="2876586" y="3145407"/>
                  </a:lnTo>
                  <a:lnTo>
                    <a:pt x="2876711" y="3145407"/>
                  </a:lnTo>
                  <a:lnTo>
                    <a:pt x="2876836" y="3145407"/>
                  </a:lnTo>
                  <a:lnTo>
                    <a:pt x="2876961" y="3145407"/>
                  </a:lnTo>
                  <a:lnTo>
                    <a:pt x="2877086" y="3145407"/>
                  </a:lnTo>
                  <a:lnTo>
                    <a:pt x="2877211" y="3145407"/>
                  </a:lnTo>
                  <a:lnTo>
                    <a:pt x="2877336" y="3145407"/>
                  </a:lnTo>
                  <a:lnTo>
                    <a:pt x="2877461" y="3145407"/>
                  </a:lnTo>
                  <a:lnTo>
                    <a:pt x="2877586" y="3145407"/>
                  </a:lnTo>
                  <a:lnTo>
                    <a:pt x="2877712" y="3145407"/>
                  </a:lnTo>
                  <a:lnTo>
                    <a:pt x="2877837" y="3145407"/>
                  </a:lnTo>
                  <a:lnTo>
                    <a:pt x="2877962" y="3145407"/>
                  </a:lnTo>
                  <a:lnTo>
                    <a:pt x="2878087" y="3145407"/>
                  </a:lnTo>
                  <a:lnTo>
                    <a:pt x="2878212" y="3145407"/>
                  </a:lnTo>
                  <a:lnTo>
                    <a:pt x="2878337" y="3145407"/>
                  </a:lnTo>
                  <a:lnTo>
                    <a:pt x="2878462" y="3145407"/>
                  </a:lnTo>
                  <a:lnTo>
                    <a:pt x="2878587" y="3145407"/>
                  </a:lnTo>
                  <a:lnTo>
                    <a:pt x="2878712" y="3145407"/>
                  </a:lnTo>
                  <a:lnTo>
                    <a:pt x="2878837" y="3145407"/>
                  </a:lnTo>
                  <a:lnTo>
                    <a:pt x="2878962" y="3145407"/>
                  </a:lnTo>
                  <a:lnTo>
                    <a:pt x="2879087" y="3145407"/>
                  </a:lnTo>
                  <a:lnTo>
                    <a:pt x="2879212" y="3145407"/>
                  </a:lnTo>
                  <a:lnTo>
                    <a:pt x="2879337" y="3145407"/>
                  </a:lnTo>
                  <a:lnTo>
                    <a:pt x="2879462" y="3145407"/>
                  </a:lnTo>
                  <a:lnTo>
                    <a:pt x="2879587" y="3145407"/>
                  </a:lnTo>
                  <a:lnTo>
                    <a:pt x="2879712" y="3145407"/>
                  </a:lnTo>
                  <a:lnTo>
                    <a:pt x="2879837" y="3145407"/>
                  </a:lnTo>
                  <a:lnTo>
                    <a:pt x="2879962" y="3145407"/>
                  </a:lnTo>
                  <a:lnTo>
                    <a:pt x="2880087" y="3145407"/>
                  </a:lnTo>
                  <a:lnTo>
                    <a:pt x="2880212" y="3145407"/>
                  </a:lnTo>
                  <a:lnTo>
                    <a:pt x="2880337" y="3145407"/>
                  </a:lnTo>
                  <a:lnTo>
                    <a:pt x="2880462" y="3145407"/>
                  </a:lnTo>
                  <a:lnTo>
                    <a:pt x="2880587" y="3145407"/>
                  </a:lnTo>
                  <a:lnTo>
                    <a:pt x="2880713" y="3145407"/>
                  </a:lnTo>
                  <a:lnTo>
                    <a:pt x="2880838" y="3145407"/>
                  </a:lnTo>
                  <a:lnTo>
                    <a:pt x="2880963" y="3145407"/>
                  </a:lnTo>
                  <a:lnTo>
                    <a:pt x="2881088" y="3145407"/>
                  </a:lnTo>
                  <a:lnTo>
                    <a:pt x="2881213" y="3145407"/>
                  </a:lnTo>
                  <a:lnTo>
                    <a:pt x="2881338" y="3145407"/>
                  </a:lnTo>
                  <a:lnTo>
                    <a:pt x="2881463" y="3145407"/>
                  </a:lnTo>
                  <a:lnTo>
                    <a:pt x="2881588" y="3145407"/>
                  </a:lnTo>
                  <a:lnTo>
                    <a:pt x="2881713" y="3145407"/>
                  </a:lnTo>
                  <a:lnTo>
                    <a:pt x="2881838" y="3145407"/>
                  </a:lnTo>
                  <a:lnTo>
                    <a:pt x="2881963" y="3145407"/>
                  </a:lnTo>
                  <a:lnTo>
                    <a:pt x="2882088" y="3145407"/>
                  </a:lnTo>
                  <a:lnTo>
                    <a:pt x="2882213" y="3145407"/>
                  </a:lnTo>
                  <a:lnTo>
                    <a:pt x="2882338" y="3145407"/>
                  </a:lnTo>
                  <a:lnTo>
                    <a:pt x="2882463" y="3145407"/>
                  </a:lnTo>
                  <a:lnTo>
                    <a:pt x="2882588" y="3145407"/>
                  </a:lnTo>
                  <a:lnTo>
                    <a:pt x="2882713" y="3145407"/>
                  </a:lnTo>
                  <a:lnTo>
                    <a:pt x="2882838" y="3145407"/>
                  </a:lnTo>
                  <a:lnTo>
                    <a:pt x="2882963" y="3145407"/>
                  </a:lnTo>
                  <a:lnTo>
                    <a:pt x="2883088" y="3145407"/>
                  </a:lnTo>
                  <a:lnTo>
                    <a:pt x="2883213" y="3145407"/>
                  </a:lnTo>
                  <a:lnTo>
                    <a:pt x="2883338" y="3145407"/>
                  </a:lnTo>
                  <a:lnTo>
                    <a:pt x="2883463" y="3145407"/>
                  </a:lnTo>
                  <a:lnTo>
                    <a:pt x="2883588" y="3145407"/>
                  </a:lnTo>
                  <a:lnTo>
                    <a:pt x="2883714" y="3145407"/>
                  </a:lnTo>
                  <a:lnTo>
                    <a:pt x="2883839" y="3145407"/>
                  </a:lnTo>
                  <a:lnTo>
                    <a:pt x="2883964" y="3145407"/>
                  </a:lnTo>
                  <a:lnTo>
                    <a:pt x="2884089" y="3145407"/>
                  </a:lnTo>
                  <a:lnTo>
                    <a:pt x="2884214" y="3145407"/>
                  </a:lnTo>
                  <a:lnTo>
                    <a:pt x="2884339" y="3145407"/>
                  </a:lnTo>
                  <a:lnTo>
                    <a:pt x="2884464" y="3145407"/>
                  </a:lnTo>
                  <a:lnTo>
                    <a:pt x="2884589" y="3145407"/>
                  </a:lnTo>
                  <a:lnTo>
                    <a:pt x="2884714" y="3145407"/>
                  </a:lnTo>
                  <a:lnTo>
                    <a:pt x="2884839" y="3145407"/>
                  </a:lnTo>
                  <a:lnTo>
                    <a:pt x="2884964" y="3145407"/>
                  </a:lnTo>
                  <a:lnTo>
                    <a:pt x="2885089" y="3145407"/>
                  </a:lnTo>
                  <a:lnTo>
                    <a:pt x="2885214" y="3145407"/>
                  </a:lnTo>
                  <a:lnTo>
                    <a:pt x="2885339" y="3145407"/>
                  </a:lnTo>
                  <a:lnTo>
                    <a:pt x="2885464" y="3145407"/>
                  </a:lnTo>
                  <a:lnTo>
                    <a:pt x="2885589" y="3145407"/>
                  </a:lnTo>
                  <a:lnTo>
                    <a:pt x="2885714" y="3145407"/>
                  </a:lnTo>
                  <a:lnTo>
                    <a:pt x="2885839" y="3145407"/>
                  </a:lnTo>
                  <a:lnTo>
                    <a:pt x="2885964" y="3145407"/>
                  </a:lnTo>
                  <a:lnTo>
                    <a:pt x="2886089" y="3145407"/>
                  </a:lnTo>
                  <a:lnTo>
                    <a:pt x="2886214" y="3145407"/>
                  </a:lnTo>
                  <a:lnTo>
                    <a:pt x="2886339" y="3145407"/>
                  </a:lnTo>
                  <a:lnTo>
                    <a:pt x="2886464" y="3145407"/>
                  </a:lnTo>
                  <a:lnTo>
                    <a:pt x="2886589" y="3145407"/>
                  </a:lnTo>
                  <a:lnTo>
                    <a:pt x="2886715" y="3145407"/>
                  </a:lnTo>
                  <a:lnTo>
                    <a:pt x="2886840" y="3145407"/>
                  </a:lnTo>
                  <a:lnTo>
                    <a:pt x="2886965" y="3145407"/>
                  </a:lnTo>
                  <a:lnTo>
                    <a:pt x="2887090" y="3145407"/>
                  </a:lnTo>
                  <a:lnTo>
                    <a:pt x="2887215" y="3145407"/>
                  </a:lnTo>
                  <a:lnTo>
                    <a:pt x="2887340" y="3145407"/>
                  </a:lnTo>
                  <a:lnTo>
                    <a:pt x="2887465" y="3145407"/>
                  </a:lnTo>
                  <a:lnTo>
                    <a:pt x="2887590" y="3145407"/>
                  </a:lnTo>
                  <a:lnTo>
                    <a:pt x="2887715" y="3145407"/>
                  </a:lnTo>
                  <a:lnTo>
                    <a:pt x="2887840" y="3145407"/>
                  </a:lnTo>
                  <a:lnTo>
                    <a:pt x="2887965" y="3145407"/>
                  </a:lnTo>
                  <a:lnTo>
                    <a:pt x="2888090" y="3145407"/>
                  </a:lnTo>
                  <a:lnTo>
                    <a:pt x="2888215" y="3145407"/>
                  </a:lnTo>
                  <a:lnTo>
                    <a:pt x="2888340" y="3145407"/>
                  </a:lnTo>
                  <a:lnTo>
                    <a:pt x="2888465" y="3145407"/>
                  </a:lnTo>
                  <a:lnTo>
                    <a:pt x="2888590" y="3145407"/>
                  </a:lnTo>
                  <a:lnTo>
                    <a:pt x="2888715" y="3145407"/>
                  </a:lnTo>
                  <a:lnTo>
                    <a:pt x="2888840" y="3145407"/>
                  </a:lnTo>
                  <a:lnTo>
                    <a:pt x="2888965" y="3145407"/>
                  </a:lnTo>
                  <a:lnTo>
                    <a:pt x="2889090" y="3145407"/>
                  </a:lnTo>
                  <a:lnTo>
                    <a:pt x="2889215" y="3145407"/>
                  </a:lnTo>
                  <a:lnTo>
                    <a:pt x="2889340" y="3145407"/>
                  </a:lnTo>
                  <a:lnTo>
                    <a:pt x="2889465" y="3145407"/>
                  </a:lnTo>
                  <a:lnTo>
                    <a:pt x="2889590" y="3145407"/>
                  </a:lnTo>
                  <a:lnTo>
                    <a:pt x="2889716" y="3145407"/>
                  </a:lnTo>
                  <a:lnTo>
                    <a:pt x="2889841" y="3145407"/>
                  </a:lnTo>
                  <a:lnTo>
                    <a:pt x="2889966" y="3145407"/>
                  </a:lnTo>
                  <a:lnTo>
                    <a:pt x="2890091" y="3145407"/>
                  </a:lnTo>
                  <a:lnTo>
                    <a:pt x="2890216" y="3145407"/>
                  </a:lnTo>
                  <a:lnTo>
                    <a:pt x="2890341" y="3145407"/>
                  </a:lnTo>
                  <a:lnTo>
                    <a:pt x="2890466" y="3145407"/>
                  </a:lnTo>
                  <a:lnTo>
                    <a:pt x="2890591" y="3145407"/>
                  </a:lnTo>
                  <a:lnTo>
                    <a:pt x="2890716" y="3145407"/>
                  </a:lnTo>
                  <a:lnTo>
                    <a:pt x="2890841" y="3145407"/>
                  </a:lnTo>
                  <a:lnTo>
                    <a:pt x="2890966" y="3145407"/>
                  </a:lnTo>
                  <a:lnTo>
                    <a:pt x="2891091" y="3145407"/>
                  </a:lnTo>
                  <a:lnTo>
                    <a:pt x="2891216" y="3145407"/>
                  </a:lnTo>
                  <a:lnTo>
                    <a:pt x="2891341" y="3145407"/>
                  </a:lnTo>
                  <a:lnTo>
                    <a:pt x="2891466" y="3145407"/>
                  </a:lnTo>
                  <a:lnTo>
                    <a:pt x="2891591" y="3145407"/>
                  </a:lnTo>
                  <a:lnTo>
                    <a:pt x="2891716" y="3145407"/>
                  </a:lnTo>
                  <a:lnTo>
                    <a:pt x="2891841" y="3145407"/>
                  </a:lnTo>
                  <a:lnTo>
                    <a:pt x="2891966" y="3145407"/>
                  </a:lnTo>
                  <a:lnTo>
                    <a:pt x="2892091" y="3145407"/>
                  </a:lnTo>
                  <a:lnTo>
                    <a:pt x="2892216" y="3145407"/>
                  </a:lnTo>
                  <a:lnTo>
                    <a:pt x="2892341" y="3145407"/>
                  </a:lnTo>
                  <a:lnTo>
                    <a:pt x="2892466" y="3145407"/>
                  </a:lnTo>
                  <a:lnTo>
                    <a:pt x="2892591" y="3145407"/>
                  </a:lnTo>
                  <a:lnTo>
                    <a:pt x="2892717" y="3145407"/>
                  </a:lnTo>
                  <a:lnTo>
                    <a:pt x="2892842" y="3145407"/>
                  </a:lnTo>
                  <a:lnTo>
                    <a:pt x="2892967" y="3145407"/>
                  </a:lnTo>
                  <a:lnTo>
                    <a:pt x="2893092" y="3145407"/>
                  </a:lnTo>
                  <a:lnTo>
                    <a:pt x="2893217" y="3145407"/>
                  </a:lnTo>
                  <a:lnTo>
                    <a:pt x="2893342" y="3145407"/>
                  </a:lnTo>
                  <a:lnTo>
                    <a:pt x="2893342" y="3135454"/>
                  </a:lnTo>
                  <a:lnTo>
                    <a:pt x="2893467" y="3135454"/>
                  </a:lnTo>
                  <a:lnTo>
                    <a:pt x="2893592" y="3135454"/>
                  </a:lnTo>
                  <a:lnTo>
                    <a:pt x="2893717" y="3135454"/>
                  </a:lnTo>
                  <a:lnTo>
                    <a:pt x="2893842" y="3135454"/>
                  </a:lnTo>
                  <a:lnTo>
                    <a:pt x="2893967" y="3135454"/>
                  </a:lnTo>
                  <a:lnTo>
                    <a:pt x="2894092" y="3135454"/>
                  </a:lnTo>
                  <a:lnTo>
                    <a:pt x="2894217" y="3135454"/>
                  </a:lnTo>
                  <a:lnTo>
                    <a:pt x="2894342" y="3135454"/>
                  </a:lnTo>
                  <a:lnTo>
                    <a:pt x="2894467" y="3135454"/>
                  </a:lnTo>
                  <a:lnTo>
                    <a:pt x="2894592" y="3135454"/>
                  </a:lnTo>
                  <a:lnTo>
                    <a:pt x="2894717" y="3135454"/>
                  </a:lnTo>
                  <a:lnTo>
                    <a:pt x="2894842" y="3135454"/>
                  </a:lnTo>
                  <a:lnTo>
                    <a:pt x="2894967" y="3135454"/>
                  </a:lnTo>
                  <a:lnTo>
                    <a:pt x="2894967" y="3125500"/>
                  </a:lnTo>
                  <a:lnTo>
                    <a:pt x="2895092" y="3125500"/>
                  </a:lnTo>
                  <a:lnTo>
                    <a:pt x="2895217" y="3125500"/>
                  </a:lnTo>
                  <a:lnTo>
                    <a:pt x="2895342" y="3125500"/>
                  </a:lnTo>
                  <a:lnTo>
                    <a:pt x="2895467" y="3125500"/>
                  </a:lnTo>
                  <a:lnTo>
                    <a:pt x="2895592" y="3125500"/>
                  </a:lnTo>
                  <a:lnTo>
                    <a:pt x="2895718" y="3125500"/>
                  </a:lnTo>
                  <a:lnTo>
                    <a:pt x="2895843" y="3125500"/>
                  </a:lnTo>
                  <a:lnTo>
                    <a:pt x="2895968" y="3125500"/>
                  </a:lnTo>
                  <a:lnTo>
                    <a:pt x="2896093" y="3125500"/>
                  </a:lnTo>
                  <a:lnTo>
                    <a:pt x="2896218" y="3125500"/>
                  </a:lnTo>
                  <a:lnTo>
                    <a:pt x="2896343" y="3125500"/>
                  </a:lnTo>
                  <a:lnTo>
                    <a:pt x="2896468" y="3125500"/>
                  </a:lnTo>
                  <a:lnTo>
                    <a:pt x="2896593" y="3125500"/>
                  </a:lnTo>
                  <a:lnTo>
                    <a:pt x="2896718" y="3125500"/>
                  </a:lnTo>
                  <a:lnTo>
                    <a:pt x="2896843" y="3125500"/>
                  </a:lnTo>
                  <a:lnTo>
                    <a:pt x="2896968" y="3125500"/>
                  </a:lnTo>
                  <a:lnTo>
                    <a:pt x="2897093" y="3125500"/>
                  </a:lnTo>
                  <a:lnTo>
                    <a:pt x="2897218" y="3125500"/>
                  </a:lnTo>
                  <a:lnTo>
                    <a:pt x="2897343" y="3125500"/>
                  </a:lnTo>
                  <a:lnTo>
                    <a:pt x="2897468" y="3125500"/>
                  </a:lnTo>
                  <a:lnTo>
                    <a:pt x="2897593" y="3125500"/>
                  </a:lnTo>
                  <a:lnTo>
                    <a:pt x="2897718" y="3125500"/>
                  </a:lnTo>
                  <a:lnTo>
                    <a:pt x="2897843" y="3125500"/>
                  </a:lnTo>
                  <a:lnTo>
                    <a:pt x="2897968" y="3125500"/>
                  </a:lnTo>
                  <a:lnTo>
                    <a:pt x="2898093" y="3125500"/>
                  </a:lnTo>
                  <a:lnTo>
                    <a:pt x="2898218" y="3125500"/>
                  </a:lnTo>
                  <a:lnTo>
                    <a:pt x="2898343" y="3125500"/>
                  </a:lnTo>
                  <a:lnTo>
                    <a:pt x="2898468" y="3125500"/>
                  </a:lnTo>
                  <a:lnTo>
                    <a:pt x="2898468" y="3115546"/>
                  </a:lnTo>
                  <a:lnTo>
                    <a:pt x="2898593" y="3115546"/>
                  </a:lnTo>
                  <a:lnTo>
                    <a:pt x="2898719" y="3115546"/>
                  </a:lnTo>
                  <a:lnTo>
                    <a:pt x="2898844" y="3115546"/>
                  </a:lnTo>
                  <a:lnTo>
                    <a:pt x="2898969" y="3115546"/>
                  </a:lnTo>
                  <a:lnTo>
                    <a:pt x="2899094" y="3115546"/>
                  </a:lnTo>
                  <a:lnTo>
                    <a:pt x="2899219" y="3115546"/>
                  </a:lnTo>
                  <a:lnTo>
                    <a:pt x="2899219" y="3105592"/>
                  </a:lnTo>
                  <a:lnTo>
                    <a:pt x="2899344" y="3105592"/>
                  </a:lnTo>
                  <a:lnTo>
                    <a:pt x="2899469" y="3105592"/>
                  </a:lnTo>
                  <a:lnTo>
                    <a:pt x="2899594" y="3105592"/>
                  </a:lnTo>
                  <a:lnTo>
                    <a:pt x="2899719" y="3105592"/>
                  </a:lnTo>
                  <a:lnTo>
                    <a:pt x="2899844" y="3105592"/>
                  </a:lnTo>
                  <a:lnTo>
                    <a:pt x="2899969" y="3105592"/>
                  </a:lnTo>
                  <a:lnTo>
                    <a:pt x="2900094" y="3105592"/>
                  </a:lnTo>
                  <a:lnTo>
                    <a:pt x="2900219" y="3105592"/>
                  </a:lnTo>
                  <a:lnTo>
                    <a:pt x="2900344" y="3105592"/>
                  </a:lnTo>
                  <a:lnTo>
                    <a:pt x="2900469" y="3105592"/>
                  </a:lnTo>
                  <a:lnTo>
                    <a:pt x="2900594" y="3105592"/>
                  </a:lnTo>
                  <a:lnTo>
                    <a:pt x="2900719" y="3105592"/>
                  </a:lnTo>
                  <a:lnTo>
                    <a:pt x="2900844" y="3105592"/>
                  </a:lnTo>
                  <a:lnTo>
                    <a:pt x="2900969" y="3105592"/>
                  </a:lnTo>
                  <a:lnTo>
                    <a:pt x="2901094" y="3105592"/>
                  </a:lnTo>
                  <a:lnTo>
                    <a:pt x="2901219" y="3105592"/>
                  </a:lnTo>
                  <a:lnTo>
                    <a:pt x="2901344" y="3105592"/>
                  </a:lnTo>
                  <a:lnTo>
                    <a:pt x="2901469" y="3105592"/>
                  </a:lnTo>
                  <a:lnTo>
                    <a:pt x="2901594" y="3105592"/>
                  </a:lnTo>
                  <a:lnTo>
                    <a:pt x="2901720" y="3105592"/>
                  </a:lnTo>
                  <a:lnTo>
                    <a:pt x="2901845" y="3105592"/>
                  </a:lnTo>
                  <a:lnTo>
                    <a:pt x="2901970" y="3105592"/>
                  </a:lnTo>
                  <a:lnTo>
                    <a:pt x="2902095" y="3105592"/>
                  </a:lnTo>
                  <a:lnTo>
                    <a:pt x="2902220" y="3105592"/>
                  </a:lnTo>
                  <a:lnTo>
                    <a:pt x="2902345" y="3105592"/>
                  </a:lnTo>
                  <a:lnTo>
                    <a:pt x="2902470" y="3105592"/>
                  </a:lnTo>
                  <a:lnTo>
                    <a:pt x="2902595" y="3105592"/>
                  </a:lnTo>
                  <a:lnTo>
                    <a:pt x="2902720" y="3105592"/>
                  </a:lnTo>
                  <a:lnTo>
                    <a:pt x="2902845" y="3105592"/>
                  </a:lnTo>
                  <a:lnTo>
                    <a:pt x="2902970" y="3105592"/>
                  </a:lnTo>
                  <a:lnTo>
                    <a:pt x="2903095" y="3105592"/>
                  </a:lnTo>
                  <a:lnTo>
                    <a:pt x="2903220" y="3105592"/>
                  </a:lnTo>
                  <a:lnTo>
                    <a:pt x="2903345" y="3105592"/>
                  </a:lnTo>
                  <a:lnTo>
                    <a:pt x="2903470" y="3105592"/>
                  </a:lnTo>
                  <a:lnTo>
                    <a:pt x="2903595" y="3105592"/>
                  </a:lnTo>
                  <a:lnTo>
                    <a:pt x="2903720" y="3105592"/>
                  </a:lnTo>
                  <a:lnTo>
                    <a:pt x="2903845" y="3105592"/>
                  </a:lnTo>
                  <a:lnTo>
                    <a:pt x="2903970" y="3105592"/>
                  </a:lnTo>
                  <a:lnTo>
                    <a:pt x="2904095" y="3105592"/>
                  </a:lnTo>
                  <a:lnTo>
                    <a:pt x="2904220" y="3105592"/>
                  </a:lnTo>
                  <a:lnTo>
                    <a:pt x="2904345" y="3105592"/>
                  </a:lnTo>
                  <a:lnTo>
                    <a:pt x="2904470" y="3105592"/>
                  </a:lnTo>
                  <a:lnTo>
                    <a:pt x="2904595" y="3105592"/>
                  </a:lnTo>
                  <a:lnTo>
                    <a:pt x="2904721" y="3105592"/>
                  </a:lnTo>
                  <a:lnTo>
                    <a:pt x="2904846" y="3105592"/>
                  </a:lnTo>
                  <a:lnTo>
                    <a:pt x="2904971" y="3105592"/>
                  </a:lnTo>
                  <a:lnTo>
                    <a:pt x="2905096" y="3105592"/>
                  </a:lnTo>
                  <a:lnTo>
                    <a:pt x="2905221" y="3105592"/>
                  </a:lnTo>
                  <a:lnTo>
                    <a:pt x="2905346" y="3105592"/>
                  </a:lnTo>
                  <a:lnTo>
                    <a:pt x="2905471" y="3105592"/>
                  </a:lnTo>
                  <a:lnTo>
                    <a:pt x="2905596" y="3105592"/>
                  </a:lnTo>
                  <a:lnTo>
                    <a:pt x="2905721" y="3105592"/>
                  </a:lnTo>
                  <a:lnTo>
                    <a:pt x="2905846" y="3105592"/>
                  </a:lnTo>
                  <a:lnTo>
                    <a:pt x="2905971" y="3105592"/>
                  </a:lnTo>
                  <a:lnTo>
                    <a:pt x="2906096" y="3105592"/>
                  </a:lnTo>
                  <a:lnTo>
                    <a:pt x="2906221" y="3105592"/>
                  </a:lnTo>
                  <a:lnTo>
                    <a:pt x="2906346" y="3105592"/>
                  </a:lnTo>
                  <a:lnTo>
                    <a:pt x="2906471" y="3105592"/>
                  </a:lnTo>
                  <a:lnTo>
                    <a:pt x="2906596" y="3105592"/>
                  </a:lnTo>
                  <a:lnTo>
                    <a:pt x="2906721" y="3105592"/>
                  </a:lnTo>
                  <a:lnTo>
                    <a:pt x="2906846" y="3105592"/>
                  </a:lnTo>
                  <a:lnTo>
                    <a:pt x="2906971" y="3105592"/>
                  </a:lnTo>
                  <a:lnTo>
                    <a:pt x="2907096" y="3105592"/>
                  </a:lnTo>
                  <a:lnTo>
                    <a:pt x="2907221" y="3105592"/>
                  </a:lnTo>
                  <a:lnTo>
                    <a:pt x="2907346" y="3105592"/>
                  </a:lnTo>
                  <a:lnTo>
                    <a:pt x="2907471" y="3105592"/>
                  </a:lnTo>
                  <a:lnTo>
                    <a:pt x="2907596" y="3105592"/>
                  </a:lnTo>
                  <a:lnTo>
                    <a:pt x="2907722" y="3105592"/>
                  </a:lnTo>
                  <a:lnTo>
                    <a:pt x="2907847" y="3105592"/>
                  </a:lnTo>
                  <a:lnTo>
                    <a:pt x="2907972" y="3105592"/>
                  </a:lnTo>
                  <a:lnTo>
                    <a:pt x="2907972" y="3095638"/>
                  </a:lnTo>
                  <a:lnTo>
                    <a:pt x="2908097" y="3095638"/>
                  </a:lnTo>
                  <a:lnTo>
                    <a:pt x="2908222" y="3095638"/>
                  </a:lnTo>
                  <a:lnTo>
                    <a:pt x="2908347" y="3095638"/>
                  </a:lnTo>
                  <a:lnTo>
                    <a:pt x="2908472" y="3095638"/>
                  </a:lnTo>
                  <a:lnTo>
                    <a:pt x="2908597" y="3095638"/>
                  </a:lnTo>
                  <a:lnTo>
                    <a:pt x="2908722" y="3095638"/>
                  </a:lnTo>
                  <a:lnTo>
                    <a:pt x="2908847" y="3095638"/>
                  </a:lnTo>
                  <a:lnTo>
                    <a:pt x="2908972" y="3095638"/>
                  </a:lnTo>
                  <a:lnTo>
                    <a:pt x="2909097" y="3095638"/>
                  </a:lnTo>
                  <a:lnTo>
                    <a:pt x="2909222" y="3095638"/>
                  </a:lnTo>
                  <a:lnTo>
                    <a:pt x="2909347" y="3095638"/>
                  </a:lnTo>
                  <a:lnTo>
                    <a:pt x="2909472" y="3095638"/>
                  </a:lnTo>
                  <a:lnTo>
                    <a:pt x="2909597" y="3095638"/>
                  </a:lnTo>
                  <a:lnTo>
                    <a:pt x="2909722" y="3095638"/>
                  </a:lnTo>
                  <a:lnTo>
                    <a:pt x="2909847" y="3095638"/>
                  </a:lnTo>
                  <a:lnTo>
                    <a:pt x="2909972" y="3095638"/>
                  </a:lnTo>
                  <a:lnTo>
                    <a:pt x="2910097" y="3095638"/>
                  </a:lnTo>
                  <a:lnTo>
                    <a:pt x="2910222" y="3095638"/>
                  </a:lnTo>
                  <a:lnTo>
                    <a:pt x="2910347" y="3095638"/>
                  </a:lnTo>
                  <a:lnTo>
                    <a:pt x="2910472" y="3095638"/>
                  </a:lnTo>
                  <a:lnTo>
                    <a:pt x="2910598" y="3095638"/>
                  </a:lnTo>
                  <a:lnTo>
                    <a:pt x="2910723" y="3095638"/>
                  </a:lnTo>
                  <a:lnTo>
                    <a:pt x="2910848" y="3095638"/>
                  </a:lnTo>
                  <a:lnTo>
                    <a:pt x="2910973" y="3095638"/>
                  </a:lnTo>
                  <a:lnTo>
                    <a:pt x="2911098" y="3095638"/>
                  </a:lnTo>
                  <a:lnTo>
                    <a:pt x="2911223" y="3095638"/>
                  </a:lnTo>
                  <a:lnTo>
                    <a:pt x="2911348" y="3095638"/>
                  </a:lnTo>
                  <a:lnTo>
                    <a:pt x="2911473" y="3095638"/>
                  </a:lnTo>
                  <a:lnTo>
                    <a:pt x="2911598" y="3095638"/>
                  </a:lnTo>
                  <a:lnTo>
                    <a:pt x="2911723" y="3095638"/>
                  </a:lnTo>
                  <a:lnTo>
                    <a:pt x="2911848" y="3095638"/>
                  </a:lnTo>
                  <a:lnTo>
                    <a:pt x="2911973" y="3095638"/>
                  </a:lnTo>
                  <a:lnTo>
                    <a:pt x="2912098" y="3095638"/>
                  </a:lnTo>
                  <a:lnTo>
                    <a:pt x="2912223" y="3095638"/>
                  </a:lnTo>
                  <a:lnTo>
                    <a:pt x="2912348" y="3095638"/>
                  </a:lnTo>
                  <a:lnTo>
                    <a:pt x="2912473" y="3095638"/>
                  </a:lnTo>
                  <a:lnTo>
                    <a:pt x="2912598" y="3095638"/>
                  </a:lnTo>
                  <a:lnTo>
                    <a:pt x="2912723" y="3095638"/>
                  </a:lnTo>
                  <a:lnTo>
                    <a:pt x="2912848" y="3095638"/>
                  </a:lnTo>
                  <a:lnTo>
                    <a:pt x="2912973" y="3095638"/>
                  </a:lnTo>
                  <a:lnTo>
                    <a:pt x="2913098" y="3095638"/>
                  </a:lnTo>
                  <a:lnTo>
                    <a:pt x="2913223" y="3095638"/>
                  </a:lnTo>
                  <a:lnTo>
                    <a:pt x="2913348" y="3095638"/>
                  </a:lnTo>
                  <a:lnTo>
                    <a:pt x="2913473" y="3095638"/>
                  </a:lnTo>
                  <a:lnTo>
                    <a:pt x="2913599" y="3095638"/>
                  </a:lnTo>
                  <a:lnTo>
                    <a:pt x="2913724" y="3095638"/>
                  </a:lnTo>
                  <a:lnTo>
                    <a:pt x="2913849" y="3095638"/>
                  </a:lnTo>
                  <a:lnTo>
                    <a:pt x="2913974" y="3095638"/>
                  </a:lnTo>
                  <a:lnTo>
                    <a:pt x="2914099" y="3095638"/>
                  </a:lnTo>
                  <a:lnTo>
                    <a:pt x="2914224" y="3095638"/>
                  </a:lnTo>
                  <a:lnTo>
                    <a:pt x="2914349" y="3095638"/>
                  </a:lnTo>
                  <a:lnTo>
                    <a:pt x="2914474" y="3095638"/>
                  </a:lnTo>
                  <a:lnTo>
                    <a:pt x="2914599" y="3095638"/>
                  </a:lnTo>
                  <a:lnTo>
                    <a:pt x="2914724" y="3095638"/>
                  </a:lnTo>
                  <a:lnTo>
                    <a:pt x="2914849" y="3095638"/>
                  </a:lnTo>
                  <a:lnTo>
                    <a:pt x="2914974" y="3095638"/>
                  </a:lnTo>
                  <a:lnTo>
                    <a:pt x="2915099" y="3095638"/>
                  </a:lnTo>
                  <a:lnTo>
                    <a:pt x="2915224" y="3095638"/>
                  </a:lnTo>
                  <a:lnTo>
                    <a:pt x="2915349" y="3095638"/>
                  </a:lnTo>
                  <a:lnTo>
                    <a:pt x="2915474" y="3095638"/>
                  </a:lnTo>
                  <a:lnTo>
                    <a:pt x="2915599" y="3095638"/>
                  </a:lnTo>
                  <a:lnTo>
                    <a:pt x="2915724" y="3095638"/>
                  </a:lnTo>
                  <a:lnTo>
                    <a:pt x="2915849" y="3095638"/>
                  </a:lnTo>
                  <a:lnTo>
                    <a:pt x="2915974" y="3095638"/>
                  </a:lnTo>
                  <a:lnTo>
                    <a:pt x="2916099" y="3095638"/>
                  </a:lnTo>
                  <a:lnTo>
                    <a:pt x="2916224" y="3095638"/>
                  </a:lnTo>
                  <a:lnTo>
                    <a:pt x="2916349" y="3095638"/>
                  </a:lnTo>
                  <a:lnTo>
                    <a:pt x="2916474" y="3095638"/>
                  </a:lnTo>
                  <a:lnTo>
                    <a:pt x="2916600" y="3095638"/>
                  </a:lnTo>
                  <a:lnTo>
                    <a:pt x="2916725" y="3095638"/>
                  </a:lnTo>
                  <a:lnTo>
                    <a:pt x="2916850" y="3095638"/>
                  </a:lnTo>
                  <a:lnTo>
                    <a:pt x="2916975" y="3095638"/>
                  </a:lnTo>
                  <a:lnTo>
                    <a:pt x="2917100" y="3095638"/>
                  </a:lnTo>
                  <a:lnTo>
                    <a:pt x="2917225" y="3095638"/>
                  </a:lnTo>
                  <a:lnTo>
                    <a:pt x="2917350" y="3095638"/>
                  </a:lnTo>
                  <a:lnTo>
                    <a:pt x="2917475" y="3095638"/>
                  </a:lnTo>
                  <a:lnTo>
                    <a:pt x="2917600" y="3095638"/>
                  </a:lnTo>
                  <a:lnTo>
                    <a:pt x="2917725" y="3095638"/>
                  </a:lnTo>
                  <a:lnTo>
                    <a:pt x="2917850" y="3095638"/>
                  </a:lnTo>
                  <a:lnTo>
                    <a:pt x="2917975" y="3095638"/>
                  </a:lnTo>
                  <a:lnTo>
                    <a:pt x="2918100" y="3095638"/>
                  </a:lnTo>
                  <a:lnTo>
                    <a:pt x="2918225" y="3095638"/>
                  </a:lnTo>
                  <a:lnTo>
                    <a:pt x="2918350" y="3095638"/>
                  </a:lnTo>
                  <a:lnTo>
                    <a:pt x="2918475" y="3095638"/>
                  </a:lnTo>
                  <a:lnTo>
                    <a:pt x="2918600" y="3095638"/>
                  </a:lnTo>
                  <a:lnTo>
                    <a:pt x="2918725" y="3095638"/>
                  </a:lnTo>
                  <a:lnTo>
                    <a:pt x="2918850" y="3095638"/>
                  </a:lnTo>
                  <a:lnTo>
                    <a:pt x="2918975" y="3095638"/>
                  </a:lnTo>
                  <a:lnTo>
                    <a:pt x="2919100" y="3095638"/>
                  </a:lnTo>
                  <a:lnTo>
                    <a:pt x="2919225" y="3095638"/>
                  </a:lnTo>
                  <a:lnTo>
                    <a:pt x="2919350" y="3095638"/>
                  </a:lnTo>
                  <a:lnTo>
                    <a:pt x="2919475" y="3095638"/>
                  </a:lnTo>
                  <a:lnTo>
                    <a:pt x="2919601" y="3095638"/>
                  </a:lnTo>
                  <a:lnTo>
                    <a:pt x="2919726" y="3095638"/>
                  </a:lnTo>
                  <a:lnTo>
                    <a:pt x="2919851" y="3095638"/>
                  </a:lnTo>
                  <a:lnTo>
                    <a:pt x="2919976" y="3095638"/>
                  </a:lnTo>
                  <a:lnTo>
                    <a:pt x="2920101" y="3095638"/>
                  </a:lnTo>
                  <a:lnTo>
                    <a:pt x="2920226" y="3095638"/>
                  </a:lnTo>
                  <a:lnTo>
                    <a:pt x="2920351" y="3095638"/>
                  </a:lnTo>
                  <a:lnTo>
                    <a:pt x="2920476" y="3095638"/>
                  </a:lnTo>
                  <a:lnTo>
                    <a:pt x="2920601" y="3095638"/>
                  </a:lnTo>
                  <a:lnTo>
                    <a:pt x="2920726" y="3095638"/>
                  </a:lnTo>
                  <a:lnTo>
                    <a:pt x="2920851" y="3095638"/>
                  </a:lnTo>
                  <a:lnTo>
                    <a:pt x="2920976" y="3095638"/>
                  </a:lnTo>
                  <a:lnTo>
                    <a:pt x="2921101" y="3095638"/>
                  </a:lnTo>
                  <a:lnTo>
                    <a:pt x="2921226" y="3095638"/>
                  </a:lnTo>
                  <a:lnTo>
                    <a:pt x="2921351" y="3095638"/>
                  </a:lnTo>
                  <a:lnTo>
                    <a:pt x="2921476" y="3095638"/>
                  </a:lnTo>
                  <a:lnTo>
                    <a:pt x="2921601" y="3095638"/>
                  </a:lnTo>
                  <a:lnTo>
                    <a:pt x="2921726" y="3095638"/>
                  </a:lnTo>
                  <a:lnTo>
                    <a:pt x="2921851" y="3095638"/>
                  </a:lnTo>
                  <a:lnTo>
                    <a:pt x="2921976" y="3095638"/>
                  </a:lnTo>
                  <a:lnTo>
                    <a:pt x="2922101" y="3095638"/>
                  </a:lnTo>
                  <a:lnTo>
                    <a:pt x="2922226" y="3095638"/>
                  </a:lnTo>
                  <a:lnTo>
                    <a:pt x="2922351" y="3095638"/>
                  </a:lnTo>
                  <a:lnTo>
                    <a:pt x="2922476" y="3095638"/>
                  </a:lnTo>
                  <a:lnTo>
                    <a:pt x="2922602" y="3095638"/>
                  </a:lnTo>
                  <a:lnTo>
                    <a:pt x="2922727" y="3095638"/>
                  </a:lnTo>
                  <a:lnTo>
                    <a:pt x="2922852" y="3095638"/>
                  </a:lnTo>
                  <a:lnTo>
                    <a:pt x="2922977" y="3095638"/>
                  </a:lnTo>
                  <a:lnTo>
                    <a:pt x="2923102" y="3095638"/>
                  </a:lnTo>
                  <a:lnTo>
                    <a:pt x="2923227" y="3095638"/>
                  </a:lnTo>
                  <a:lnTo>
                    <a:pt x="2923352" y="3095638"/>
                  </a:lnTo>
                  <a:lnTo>
                    <a:pt x="2923477" y="3095638"/>
                  </a:lnTo>
                  <a:lnTo>
                    <a:pt x="2923602" y="3095638"/>
                  </a:lnTo>
                  <a:lnTo>
                    <a:pt x="2923727" y="3095638"/>
                  </a:lnTo>
                  <a:lnTo>
                    <a:pt x="2923852" y="3095638"/>
                  </a:lnTo>
                  <a:lnTo>
                    <a:pt x="2923977" y="3095638"/>
                  </a:lnTo>
                  <a:lnTo>
                    <a:pt x="2924102" y="3095638"/>
                  </a:lnTo>
                  <a:lnTo>
                    <a:pt x="2924227" y="3095638"/>
                  </a:lnTo>
                  <a:lnTo>
                    <a:pt x="2924352" y="3095638"/>
                  </a:lnTo>
                  <a:lnTo>
                    <a:pt x="2924477" y="3095638"/>
                  </a:lnTo>
                  <a:lnTo>
                    <a:pt x="2924602" y="3095638"/>
                  </a:lnTo>
                  <a:lnTo>
                    <a:pt x="2924727" y="3095638"/>
                  </a:lnTo>
                  <a:lnTo>
                    <a:pt x="2924852" y="3095638"/>
                  </a:lnTo>
                  <a:lnTo>
                    <a:pt x="2924977" y="3095638"/>
                  </a:lnTo>
                  <a:lnTo>
                    <a:pt x="2925102" y="3095638"/>
                  </a:lnTo>
                  <a:lnTo>
                    <a:pt x="2925102" y="3085685"/>
                  </a:lnTo>
                  <a:lnTo>
                    <a:pt x="2925227" y="3085685"/>
                  </a:lnTo>
                  <a:lnTo>
                    <a:pt x="2925352" y="3085685"/>
                  </a:lnTo>
                  <a:lnTo>
                    <a:pt x="2925477" y="3085685"/>
                  </a:lnTo>
                  <a:lnTo>
                    <a:pt x="2925603" y="3085685"/>
                  </a:lnTo>
                  <a:lnTo>
                    <a:pt x="2925728" y="3085685"/>
                  </a:lnTo>
                  <a:lnTo>
                    <a:pt x="2925853" y="3085685"/>
                  </a:lnTo>
                  <a:lnTo>
                    <a:pt x="2925978" y="3085685"/>
                  </a:lnTo>
                  <a:lnTo>
                    <a:pt x="2926103" y="3085685"/>
                  </a:lnTo>
                  <a:lnTo>
                    <a:pt x="2926228" y="3085685"/>
                  </a:lnTo>
                  <a:lnTo>
                    <a:pt x="2926353" y="3085685"/>
                  </a:lnTo>
                  <a:lnTo>
                    <a:pt x="2926478" y="3085685"/>
                  </a:lnTo>
                  <a:lnTo>
                    <a:pt x="2926603" y="3085685"/>
                  </a:lnTo>
                  <a:lnTo>
                    <a:pt x="2926728" y="3085685"/>
                  </a:lnTo>
                  <a:lnTo>
                    <a:pt x="2926853" y="3085685"/>
                  </a:lnTo>
                  <a:lnTo>
                    <a:pt x="2926978" y="3085685"/>
                  </a:lnTo>
                  <a:lnTo>
                    <a:pt x="2927103" y="3085685"/>
                  </a:lnTo>
                  <a:lnTo>
                    <a:pt x="2927228" y="3085685"/>
                  </a:lnTo>
                  <a:lnTo>
                    <a:pt x="2927353" y="3085685"/>
                  </a:lnTo>
                  <a:lnTo>
                    <a:pt x="2927478" y="3085685"/>
                  </a:lnTo>
                  <a:lnTo>
                    <a:pt x="2927603" y="3085685"/>
                  </a:lnTo>
                  <a:lnTo>
                    <a:pt x="2927728" y="3085685"/>
                  </a:lnTo>
                  <a:lnTo>
                    <a:pt x="2927853" y="3085685"/>
                  </a:lnTo>
                  <a:lnTo>
                    <a:pt x="2927978" y="3085685"/>
                  </a:lnTo>
                  <a:lnTo>
                    <a:pt x="2928103" y="3085685"/>
                  </a:lnTo>
                  <a:lnTo>
                    <a:pt x="2928228" y="3085685"/>
                  </a:lnTo>
                  <a:lnTo>
                    <a:pt x="2928353" y="3085685"/>
                  </a:lnTo>
                  <a:lnTo>
                    <a:pt x="2928478" y="3085685"/>
                  </a:lnTo>
                  <a:lnTo>
                    <a:pt x="2928604" y="3085685"/>
                  </a:lnTo>
                  <a:lnTo>
                    <a:pt x="2928729" y="3085685"/>
                  </a:lnTo>
                  <a:lnTo>
                    <a:pt x="2928854" y="3085685"/>
                  </a:lnTo>
                  <a:lnTo>
                    <a:pt x="2928979" y="3085685"/>
                  </a:lnTo>
                  <a:lnTo>
                    <a:pt x="2929104" y="3085685"/>
                  </a:lnTo>
                  <a:lnTo>
                    <a:pt x="2929229" y="3085685"/>
                  </a:lnTo>
                  <a:lnTo>
                    <a:pt x="2929354" y="3085685"/>
                  </a:lnTo>
                  <a:lnTo>
                    <a:pt x="2929479" y="3085685"/>
                  </a:lnTo>
                  <a:lnTo>
                    <a:pt x="2929604" y="3085685"/>
                  </a:lnTo>
                  <a:lnTo>
                    <a:pt x="2929729" y="3085685"/>
                  </a:lnTo>
                  <a:lnTo>
                    <a:pt x="2929854" y="3085685"/>
                  </a:lnTo>
                  <a:lnTo>
                    <a:pt x="2929979" y="3085685"/>
                  </a:lnTo>
                  <a:lnTo>
                    <a:pt x="2930104" y="3085685"/>
                  </a:lnTo>
                  <a:lnTo>
                    <a:pt x="2930229" y="3085685"/>
                  </a:lnTo>
                  <a:lnTo>
                    <a:pt x="2930354" y="3085685"/>
                  </a:lnTo>
                  <a:lnTo>
                    <a:pt x="2930479" y="3085685"/>
                  </a:lnTo>
                  <a:lnTo>
                    <a:pt x="2930604" y="3085685"/>
                  </a:lnTo>
                  <a:lnTo>
                    <a:pt x="2930729" y="3085685"/>
                  </a:lnTo>
                  <a:lnTo>
                    <a:pt x="2930854" y="3085685"/>
                  </a:lnTo>
                  <a:lnTo>
                    <a:pt x="2930979" y="3085685"/>
                  </a:lnTo>
                  <a:lnTo>
                    <a:pt x="2931104" y="3085685"/>
                  </a:lnTo>
                  <a:lnTo>
                    <a:pt x="2931229" y="3085685"/>
                  </a:lnTo>
                  <a:lnTo>
                    <a:pt x="2931354" y="3085685"/>
                  </a:lnTo>
                  <a:lnTo>
                    <a:pt x="2931479" y="3085685"/>
                  </a:lnTo>
                  <a:lnTo>
                    <a:pt x="2931605" y="3085685"/>
                  </a:lnTo>
                  <a:lnTo>
                    <a:pt x="2931730" y="3085685"/>
                  </a:lnTo>
                  <a:lnTo>
                    <a:pt x="2931855" y="3085685"/>
                  </a:lnTo>
                  <a:lnTo>
                    <a:pt x="2931980" y="3085685"/>
                  </a:lnTo>
                  <a:lnTo>
                    <a:pt x="2932105" y="3085685"/>
                  </a:lnTo>
                  <a:lnTo>
                    <a:pt x="2932230" y="3085685"/>
                  </a:lnTo>
                  <a:lnTo>
                    <a:pt x="2932355" y="3085685"/>
                  </a:lnTo>
                  <a:lnTo>
                    <a:pt x="2932480" y="3085685"/>
                  </a:lnTo>
                  <a:lnTo>
                    <a:pt x="2932605" y="3085685"/>
                  </a:lnTo>
                  <a:lnTo>
                    <a:pt x="2932730" y="3085685"/>
                  </a:lnTo>
                  <a:lnTo>
                    <a:pt x="2932855" y="3085685"/>
                  </a:lnTo>
                  <a:lnTo>
                    <a:pt x="2932980" y="3085685"/>
                  </a:lnTo>
                  <a:lnTo>
                    <a:pt x="2933105" y="3085685"/>
                  </a:lnTo>
                  <a:lnTo>
                    <a:pt x="2933230" y="3085685"/>
                  </a:lnTo>
                  <a:lnTo>
                    <a:pt x="2933355" y="3085685"/>
                  </a:lnTo>
                  <a:lnTo>
                    <a:pt x="2933480" y="3085685"/>
                  </a:lnTo>
                  <a:lnTo>
                    <a:pt x="2933605" y="3085685"/>
                  </a:lnTo>
                  <a:lnTo>
                    <a:pt x="2933730" y="3085685"/>
                  </a:lnTo>
                  <a:lnTo>
                    <a:pt x="2933855" y="3085685"/>
                  </a:lnTo>
                  <a:lnTo>
                    <a:pt x="2933980" y="3085685"/>
                  </a:lnTo>
                  <a:lnTo>
                    <a:pt x="2934105" y="3085685"/>
                  </a:lnTo>
                  <a:lnTo>
                    <a:pt x="2934230" y="3085685"/>
                  </a:lnTo>
                  <a:lnTo>
                    <a:pt x="2934355" y="3085685"/>
                  </a:lnTo>
                  <a:lnTo>
                    <a:pt x="2934480" y="3085685"/>
                  </a:lnTo>
                  <a:lnTo>
                    <a:pt x="2934606" y="3085685"/>
                  </a:lnTo>
                  <a:lnTo>
                    <a:pt x="2934731" y="3085685"/>
                  </a:lnTo>
                  <a:lnTo>
                    <a:pt x="2934856" y="3085685"/>
                  </a:lnTo>
                  <a:lnTo>
                    <a:pt x="2934981" y="3085685"/>
                  </a:lnTo>
                  <a:lnTo>
                    <a:pt x="2935106" y="3085685"/>
                  </a:lnTo>
                  <a:lnTo>
                    <a:pt x="2935231" y="3085685"/>
                  </a:lnTo>
                  <a:lnTo>
                    <a:pt x="2935356" y="3085685"/>
                  </a:lnTo>
                  <a:lnTo>
                    <a:pt x="2935481" y="3085685"/>
                  </a:lnTo>
                  <a:lnTo>
                    <a:pt x="2935606" y="3085685"/>
                  </a:lnTo>
                  <a:lnTo>
                    <a:pt x="2935731" y="3085685"/>
                  </a:lnTo>
                  <a:lnTo>
                    <a:pt x="2935856" y="3085685"/>
                  </a:lnTo>
                  <a:lnTo>
                    <a:pt x="2935856" y="3075731"/>
                  </a:lnTo>
                  <a:lnTo>
                    <a:pt x="2935981" y="3075731"/>
                  </a:lnTo>
                  <a:lnTo>
                    <a:pt x="2936106" y="3075731"/>
                  </a:lnTo>
                  <a:lnTo>
                    <a:pt x="2936231" y="3075731"/>
                  </a:lnTo>
                  <a:lnTo>
                    <a:pt x="2936356" y="3075731"/>
                  </a:lnTo>
                  <a:lnTo>
                    <a:pt x="2936481" y="3075731"/>
                  </a:lnTo>
                  <a:lnTo>
                    <a:pt x="2936606" y="3075731"/>
                  </a:lnTo>
                  <a:lnTo>
                    <a:pt x="2936731" y="3075731"/>
                  </a:lnTo>
                  <a:lnTo>
                    <a:pt x="2936856" y="3075731"/>
                  </a:lnTo>
                  <a:lnTo>
                    <a:pt x="2936981" y="3075731"/>
                  </a:lnTo>
                  <a:lnTo>
                    <a:pt x="2937106" y="3075731"/>
                  </a:lnTo>
                  <a:lnTo>
                    <a:pt x="2937231" y="3075731"/>
                  </a:lnTo>
                  <a:lnTo>
                    <a:pt x="2937356" y="3075731"/>
                  </a:lnTo>
                  <a:lnTo>
                    <a:pt x="2937356" y="3065777"/>
                  </a:lnTo>
                  <a:lnTo>
                    <a:pt x="2937481" y="3065777"/>
                  </a:lnTo>
                  <a:lnTo>
                    <a:pt x="2937607" y="3065777"/>
                  </a:lnTo>
                  <a:lnTo>
                    <a:pt x="2937732" y="3065777"/>
                  </a:lnTo>
                  <a:lnTo>
                    <a:pt x="2937857" y="3065777"/>
                  </a:lnTo>
                  <a:lnTo>
                    <a:pt x="2937982" y="3065777"/>
                  </a:lnTo>
                  <a:lnTo>
                    <a:pt x="2938107" y="3065777"/>
                  </a:lnTo>
                  <a:lnTo>
                    <a:pt x="2938232" y="3065777"/>
                  </a:lnTo>
                  <a:lnTo>
                    <a:pt x="2938357" y="3065777"/>
                  </a:lnTo>
                  <a:lnTo>
                    <a:pt x="2938482" y="3065777"/>
                  </a:lnTo>
                  <a:lnTo>
                    <a:pt x="2938607" y="3065777"/>
                  </a:lnTo>
                  <a:lnTo>
                    <a:pt x="2938732" y="3065777"/>
                  </a:lnTo>
                  <a:lnTo>
                    <a:pt x="2938857" y="3065777"/>
                  </a:lnTo>
                  <a:lnTo>
                    <a:pt x="2938982" y="3065777"/>
                  </a:lnTo>
                  <a:lnTo>
                    <a:pt x="2939107" y="3065777"/>
                  </a:lnTo>
                  <a:lnTo>
                    <a:pt x="2939232" y="3065777"/>
                  </a:lnTo>
                  <a:lnTo>
                    <a:pt x="2939357" y="3065777"/>
                  </a:lnTo>
                  <a:lnTo>
                    <a:pt x="2939482" y="3065777"/>
                  </a:lnTo>
                  <a:lnTo>
                    <a:pt x="2939607" y="3065777"/>
                  </a:lnTo>
                  <a:lnTo>
                    <a:pt x="2939732" y="3065777"/>
                  </a:lnTo>
                  <a:lnTo>
                    <a:pt x="2939857" y="3065777"/>
                  </a:lnTo>
                  <a:lnTo>
                    <a:pt x="2939982" y="3065777"/>
                  </a:lnTo>
                  <a:lnTo>
                    <a:pt x="2940107" y="3065777"/>
                  </a:lnTo>
                  <a:lnTo>
                    <a:pt x="2940232" y="3065777"/>
                  </a:lnTo>
                  <a:lnTo>
                    <a:pt x="2940357" y="3065777"/>
                  </a:lnTo>
                  <a:lnTo>
                    <a:pt x="2940482" y="3065777"/>
                  </a:lnTo>
                  <a:lnTo>
                    <a:pt x="2940608" y="3065777"/>
                  </a:lnTo>
                  <a:lnTo>
                    <a:pt x="2940733" y="3065777"/>
                  </a:lnTo>
                  <a:lnTo>
                    <a:pt x="2940858" y="3065777"/>
                  </a:lnTo>
                  <a:lnTo>
                    <a:pt x="2940983" y="3065777"/>
                  </a:lnTo>
                  <a:lnTo>
                    <a:pt x="2941108" y="3065777"/>
                  </a:lnTo>
                  <a:lnTo>
                    <a:pt x="2941233" y="3065777"/>
                  </a:lnTo>
                  <a:lnTo>
                    <a:pt x="2941358" y="3065777"/>
                  </a:lnTo>
                  <a:lnTo>
                    <a:pt x="2941483" y="3065777"/>
                  </a:lnTo>
                  <a:lnTo>
                    <a:pt x="2941608" y="3065777"/>
                  </a:lnTo>
                  <a:lnTo>
                    <a:pt x="2941733" y="3065777"/>
                  </a:lnTo>
                  <a:lnTo>
                    <a:pt x="2941858" y="3065777"/>
                  </a:lnTo>
                  <a:lnTo>
                    <a:pt x="2941983" y="3065777"/>
                  </a:lnTo>
                  <a:lnTo>
                    <a:pt x="2942108" y="3065777"/>
                  </a:lnTo>
                  <a:lnTo>
                    <a:pt x="2942233" y="3065777"/>
                  </a:lnTo>
                  <a:lnTo>
                    <a:pt x="2942358" y="3065777"/>
                  </a:lnTo>
                  <a:lnTo>
                    <a:pt x="2942483" y="3065777"/>
                  </a:lnTo>
                  <a:lnTo>
                    <a:pt x="2942608" y="3065777"/>
                  </a:lnTo>
                  <a:lnTo>
                    <a:pt x="2942733" y="3065777"/>
                  </a:lnTo>
                  <a:lnTo>
                    <a:pt x="2942858" y="3065777"/>
                  </a:lnTo>
                  <a:lnTo>
                    <a:pt x="2942983" y="3065777"/>
                  </a:lnTo>
                  <a:lnTo>
                    <a:pt x="2943108" y="3065777"/>
                  </a:lnTo>
                  <a:lnTo>
                    <a:pt x="2943233" y="3065777"/>
                  </a:lnTo>
                  <a:lnTo>
                    <a:pt x="2943358" y="3065777"/>
                  </a:lnTo>
                  <a:lnTo>
                    <a:pt x="2943483" y="3065777"/>
                  </a:lnTo>
                  <a:lnTo>
                    <a:pt x="2943609" y="3065777"/>
                  </a:lnTo>
                  <a:lnTo>
                    <a:pt x="2943734" y="3065777"/>
                  </a:lnTo>
                  <a:lnTo>
                    <a:pt x="2943859" y="3065777"/>
                  </a:lnTo>
                  <a:lnTo>
                    <a:pt x="2943984" y="3065777"/>
                  </a:lnTo>
                  <a:lnTo>
                    <a:pt x="2944109" y="3065777"/>
                  </a:lnTo>
                  <a:lnTo>
                    <a:pt x="2944234" y="3065777"/>
                  </a:lnTo>
                  <a:lnTo>
                    <a:pt x="2944359" y="3065777"/>
                  </a:lnTo>
                  <a:lnTo>
                    <a:pt x="2944484" y="3065777"/>
                  </a:lnTo>
                  <a:lnTo>
                    <a:pt x="2944609" y="3065777"/>
                  </a:lnTo>
                  <a:lnTo>
                    <a:pt x="2944734" y="3065777"/>
                  </a:lnTo>
                  <a:lnTo>
                    <a:pt x="2944859" y="3065777"/>
                  </a:lnTo>
                  <a:lnTo>
                    <a:pt x="2944984" y="3065777"/>
                  </a:lnTo>
                  <a:lnTo>
                    <a:pt x="2945109" y="3065777"/>
                  </a:lnTo>
                  <a:lnTo>
                    <a:pt x="2945234" y="3065777"/>
                  </a:lnTo>
                  <a:lnTo>
                    <a:pt x="2945359" y="3065777"/>
                  </a:lnTo>
                  <a:lnTo>
                    <a:pt x="2945484" y="3065777"/>
                  </a:lnTo>
                  <a:lnTo>
                    <a:pt x="2945609" y="3065777"/>
                  </a:lnTo>
                  <a:lnTo>
                    <a:pt x="2945734" y="3065777"/>
                  </a:lnTo>
                  <a:lnTo>
                    <a:pt x="2945859" y="3065777"/>
                  </a:lnTo>
                  <a:lnTo>
                    <a:pt x="2945984" y="3065777"/>
                  </a:lnTo>
                  <a:lnTo>
                    <a:pt x="2946109" y="3065777"/>
                  </a:lnTo>
                  <a:lnTo>
                    <a:pt x="2946234" y="3065777"/>
                  </a:lnTo>
                  <a:lnTo>
                    <a:pt x="2946359" y="3065777"/>
                  </a:lnTo>
                  <a:lnTo>
                    <a:pt x="2946484" y="3065777"/>
                  </a:lnTo>
                  <a:lnTo>
                    <a:pt x="2946610" y="3065777"/>
                  </a:lnTo>
                  <a:lnTo>
                    <a:pt x="2946735" y="3065777"/>
                  </a:lnTo>
                  <a:lnTo>
                    <a:pt x="2946860" y="3065777"/>
                  </a:lnTo>
                  <a:lnTo>
                    <a:pt x="2946985" y="3065777"/>
                  </a:lnTo>
                  <a:lnTo>
                    <a:pt x="2947110" y="3065777"/>
                  </a:lnTo>
                  <a:lnTo>
                    <a:pt x="2947235" y="3065777"/>
                  </a:lnTo>
                  <a:lnTo>
                    <a:pt x="2947360" y="3065777"/>
                  </a:lnTo>
                  <a:lnTo>
                    <a:pt x="2947485" y="3065777"/>
                  </a:lnTo>
                  <a:lnTo>
                    <a:pt x="2947610" y="3065777"/>
                  </a:lnTo>
                  <a:lnTo>
                    <a:pt x="2947735" y="3065777"/>
                  </a:lnTo>
                  <a:lnTo>
                    <a:pt x="2947860" y="3065777"/>
                  </a:lnTo>
                  <a:lnTo>
                    <a:pt x="2947985" y="3065777"/>
                  </a:lnTo>
                  <a:lnTo>
                    <a:pt x="2948110" y="3065777"/>
                  </a:lnTo>
                  <a:lnTo>
                    <a:pt x="2948235" y="3065777"/>
                  </a:lnTo>
                  <a:lnTo>
                    <a:pt x="2948360" y="3065777"/>
                  </a:lnTo>
                  <a:lnTo>
                    <a:pt x="2948485" y="3065777"/>
                  </a:lnTo>
                  <a:lnTo>
                    <a:pt x="2948610" y="3065777"/>
                  </a:lnTo>
                  <a:lnTo>
                    <a:pt x="2948735" y="3065777"/>
                  </a:lnTo>
                  <a:lnTo>
                    <a:pt x="2948860" y="3065777"/>
                  </a:lnTo>
                  <a:lnTo>
                    <a:pt x="2948985" y="3065777"/>
                  </a:lnTo>
                  <a:lnTo>
                    <a:pt x="2949110" y="3065777"/>
                  </a:lnTo>
                  <a:lnTo>
                    <a:pt x="2949235" y="3065777"/>
                  </a:lnTo>
                  <a:lnTo>
                    <a:pt x="2949360" y="3065777"/>
                  </a:lnTo>
                  <a:lnTo>
                    <a:pt x="2949486" y="3065777"/>
                  </a:lnTo>
                  <a:lnTo>
                    <a:pt x="2949611" y="3065777"/>
                  </a:lnTo>
                  <a:lnTo>
                    <a:pt x="2949736" y="3065777"/>
                  </a:lnTo>
                  <a:lnTo>
                    <a:pt x="2949861" y="3065777"/>
                  </a:lnTo>
                  <a:lnTo>
                    <a:pt x="2949986" y="3065777"/>
                  </a:lnTo>
                  <a:lnTo>
                    <a:pt x="2950111" y="3065777"/>
                  </a:lnTo>
                  <a:lnTo>
                    <a:pt x="2950236" y="3065777"/>
                  </a:lnTo>
                  <a:lnTo>
                    <a:pt x="2950361" y="3065777"/>
                  </a:lnTo>
                  <a:lnTo>
                    <a:pt x="2950486" y="3065777"/>
                  </a:lnTo>
                  <a:lnTo>
                    <a:pt x="2950611" y="3065777"/>
                  </a:lnTo>
                  <a:lnTo>
                    <a:pt x="2950736" y="3065777"/>
                  </a:lnTo>
                  <a:lnTo>
                    <a:pt x="2950861" y="3065777"/>
                  </a:lnTo>
                  <a:lnTo>
                    <a:pt x="2950986" y="3065777"/>
                  </a:lnTo>
                  <a:lnTo>
                    <a:pt x="2951111" y="3065777"/>
                  </a:lnTo>
                  <a:lnTo>
                    <a:pt x="2951236" y="3065777"/>
                  </a:lnTo>
                  <a:lnTo>
                    <a:pt x="2951361" y="3065777"/>
                  </a:lnTo>
                  <a:lnTo>
                    <a:pt x="2951486" y="3065777"/>
                  </a:lnTo>
                  <a:lnTo>
                    <a:pt x="2951611" y="3065777"/>
                  </a:lnTo>
                  <a:lnTo>
                    <a:pt x="2951736" y="3065777"/>
                  </a:lnTo>
                  <a:lnTo>
                    <a:pt x="2951861" y="3065777"/>
                  </a:lnTo>
                  <a:lnTo>
                    <a:pt x="2951986" y="3065777"/>
                  </a:lnTo>
                  <a:lnTo>
                    <a:pt x="2952111" y="3065777"/>
                  </a:lnTo>
                  <a:lnTo>
                    <a:pt x="2952236" y="3065777"/>
                  </a:lnTo>
                  <a:lnTo>
                    <a:pt x="2952361" y="3065777"/>
                  </a:lnTo>
                  <a:lnTo>
                    <a:pt x="2952487" y="3065777"/>
                  </a:lnTo>
                  <a:lnTo>
                    <a:pt x="2952612" y="3065777"/>
                  </a:lnTo>
                  <a:lnTo>
                    <a:pt x="2952737" y="3065777"/>
                  </a:lnTo>
                  <a:lnTo>
                    <a:pt x="2952862" y="3065777"/>
                  </a:lnTo>
                  <a:lnTo>
                    <a:pt x="2952987" y="3065777"/>
                  </a:lnTo>
                  <a:lnTo>
                    <a:pt x="2953112" y="3065777"/>
                  </a:lnTo>
                  <a:lnTo>
                    <a:pt x="2953237" y="3065777"/>
                  </a:lnTo>
                  <a:lnTo>
                    <a:pt x="2953362" y="3065777"/>
                  </a:lnTo>
                  <a:lnTo>
                    <a:pt x="2953487" y="3065777"/>
                  </a:lnTo>
                  <a:lnTo>
                    <a:pt x="2953612" y="3065777"/>
                  </a:lnTo>
                  <a:lnTo>
                    <a:pt x="2953737" y="3065777"/>
                  </a:lnTo>
                  <a:lnTo>
                    <a:pt x="2953862" y="3065777"/>
                  </a:lnTo>
                  <a:lnTo>
                    <a:pt x="2953987" y="3065777"/>
                  </a:lnTo>
                  <a:lnTo>
                    <a:pt x="2954112" y="3065777"/>
                  </a:lnTo>
                  <a:lnTo>
                    <a:pt x="2954237" y="3065777"/>
                  </a:lnTo>
                  <a:lnTo>
                    <a:pt x="2954362" y="3065777"/>
                  </a:lnTo>
                  <a:lnTo>
                    <a:pt x="2954487" y="3065777"/>
                  </a:lnTo>
                  <a:lnTo>
                    <a:pt x="2954612" y="3065777"/>
                  </a:lnTo>
                  <a:lnTo>
                    <a:pt x="2954737" y="3065777"/>
                  </a:lnTo>
                  <a:lnTo>
                    <a:pt x="2954862" y="3065777"/>
                  </a:lnTo>
                  <a:lnTo>
                    <a:pt x="2954987" y="3065777"/>
                  </a:lnTo>
                  <a:lnTo>
                    <a:pt x="2955112" y="3065777"/>
                  </a:lnTo>
                  <a:lnTo>
                    <a:pt x="2955237" y="3065777"/>
                  </a:lnTo>
                  <a:lnTo>
                    <a:pt x="2955362" y="3065777"/>
                  </a:lnTo>
                  <a:lnTo>
                    <a:pt x="2955488" y="3065777"/>
                  </a:lnTo>
                  <a:lnTo>
                    <a:pt x="2955613" y="3065777"/>
                  </a:lnTo>
                  <a:lnTo>
                    <a:pt x="2955738" y="3065777"/>
                  </a:lnTo>
                  <a:lnTo>
                    <a:pt x="2955863" y="3065777"/>
                  </a:lnTo>
                  <a:lnTo>
                    <a:pt x="2955988" y="3065777"/>
                  </a:lnTo>
                  <a:lnTo>
                    <a:pt x="2955988" y="3055823"/>
                  </a:lnTo>
                  <a:lnTo>
                    <a:pt x="2956113" y="3055823"/>
                  </a:lnTo>
                  <a:lnTo>
                    <a:pt x="2956238" y="3055823"/>
                  </a:lnTo>
                  <a:lnTo>
                    <a:pt x="2956363" y="3055823"/>
                  </a:lnTo>
                  <a:lnTo>
                    <a:pt x="2956488" y="3055823"/>
                  </a:lnTo>
                  <a:lnTo>
                    <a:pt x="2956613" y="3055823"/>
                  </a:lnTo>
                  <a:lnTo>
                    <a:pt x="2956738" y="3055823"/>
                  </a:lnTo>
                  <a:lnTo>
                    <a:pt x="2956863" y="3055823"/>
                  </a:lnTo>
                  <a:lnTo>
                    <a:pt x="2956988" y="3055823"/>
                  </a:lnTo>
                  <a:lnTo>
                    <a:pt x="2957113" y="3055823"/>
                  </a:lnTo>
                  <a:lnTo>
                    <a:pt x="2957238" y="3055823"/>
                  </a:lnTo>
                  <a:lnTo>
                    <a:pt x="2957363" y="3055823"/>
                  </a:lnTo>
                  <a:lnTo>
                    <a:pt x="2957488" y="3055823"/>
                  </a:lnTo>
                  <a:lnTo>
                    <a:pt x="2957613" y="3055823"/>
                  </a:lnTo>
                  <a:lnTo>
                    <a:pt x="2957738" y="3055823"/>
                  </a:lnTo>
                  <a:lnTo>
                    <a:pt x="2957863" y="3055823"/>
                  </a:lnTo>
                  <a:lnTo>
                    <a:pt x="2957988" y="3055823"/>
                  </a:lnTo>
                  <a:lnTo>
                    <a:pt x="2958113" y="3055823"/>
                  </a:lnTo>
                  <a:lnTo>
                    <a:pt x="2958238" y="3055823"/>
                  </a:lnTo>
                  <a:lnTo>
                    <a:pt x="2958363" y="3055823"/>
                  </a:lnTo>
                  <a:lnTo>
                    <a:pt x="2958363" y="3045869"/>
                  </a:lnTo>
                  <a:lnTo>
                    <a:pt x="2958489" y="3045869"/>
                  </a:lnTo>
                  <a:lnTo>
                    <a:pt x="2958614" y="3045869"/>
                  </a:lnTo>
                  <a:lnTo>
                    <a:pt x="2958739" y="3045869"/>
                  </a:lnTo>
                  <a:lnTo>
                    <a:pt x="2958864" y="3045869"/>
                  </a:lnTo>
                  <a:lnTo>
                    <a:pt x="2958989" y="3045869"/>
                  </a:lnTo>
                  <a:lnTo>
                    <a:pt x="2959114" y="3045869"/>
                  </a:lnTo>
                  <a:lnTo>
                    <a:pt x="2959239" y="3045869"/>
                  </a:lnTo>
                  <a:lnTo>
                    <a:pt x="2959364" y="3045869"/>
                  </a:lnTo>
                  <a:lnTo>
                    <a:pt x="2959489" y="3045869"/>
                  </a:lnTo>
                  <a:lnTo>
                    <a:pt x="2959614" y="3045869"/>
                  </a:lnTo>
                  <a:lnTo>
                    <a:pt x="2959739" y="3045869"/>
                  </a:lnTo>
                  <a:lnTo>
                    <a:pt x="2959864" y="3045869"/>
                  </a:lnTo>
                  <a:lnTo>
                    <a:pt x="2959989" y="3045869"/>
                  </a:lnTo>
                  <a:lnTo>
                    <a:pt x="2960114" y="3045869"/>
                  </a:lnTo>
                  <a:lnTo>
                    <a:pt x="2960239" y="3045869"/>
                  </a:lnTo>
                  <a:lnTo>
                    <a:pt x="2960364" y="3045869"/>
                  </a:lnTo>
                  <a:lnTo>
                    <a:pt x="2960489" y="3045869"/>
                  </a:lnTo>
                  <a:lnTo>
                    <a:pt x="2960614" y="3045869"/>
                  </a:lnTo>
                  <a:lnTo>
                    <a:pt x="2960739" y="3045869"/>
                  </a:lnTo>
                  <a:lnTo>
                    <a:pt x="2960864" y="3045869"/>
                  </a:lnTo>
                  <a:lnTo>
                    <a:pt x="2960989" y="3045869"/>
                  </a:lnTo>
                  <a:lnTo>
                    <a:pt x="2961114" y="3045869"/>
                  </a:lnTo>
                  <a:lnTo>
                    <a:pt x="2961239" y="3045869"/>
                  </a:lnTo>
                  <a:lnTo>
                    <a:pt x="2961364" y="3045869"/>
                  </a:lnTo>
                  <a:lnTo>
                    <a:pt x="2961490" y="3045869"/>
                  </a:lnTo>
                  <a:lnTo>
                    <a:pt x="2961615" y="3045869"/>
                  </a:lnTo>
                  <a:lnTo>
                    <a:pt x="2961740" y="3045869"/>
                  </a:lnTo>
                  <a:lnTo>
                    <a:pt x="2961865" y="3045869"/>
                  </a:lnTo>
                  <a:lnTo>
                    <a:pt x="2961990" y="3045869"/>
                  </a:lnTo>
                  <a:lnTo>
                    <a:pt x="2962115" y="3045869"/>
                  </a:lnTo>
                  <a:lnTo>
                    <a:pt x="2962240" y="3045869"/>
                  </a:lnTo>
                  <a:lnTo>
                    <a:pt x="2962365" y="3045869"/>
                  </a:lnTo>
                  <a:lnTo>
                    <a:pt x="2962490" y="3045869"/>
                  </a:lnTo>
                  <a:lnTo>
                    <a:pt x="2962615" y="3045869"/>
                  </a:lnTo>
                  <a:lnTo>
                    <a:pt x="2962740" y="3045869"/>
                  </a:lnTo>
                  <a:lnTo>
                    <a:pt x="2962865" y="3045869"/>
                  </a:lnTo>
                  <a:lnTo>
                    <a:pt x="2962990" y="3045869"/>
                  </a:lnTo>
                  <a:lnTo>
                    <a:pt x="2963115" y="3045869"/>
                  </a:lnTo>
                  <a:lnTo>
                    <a:pt x="2963240" y="3045869"/>
                  </a:lnTo>
                  <a:lnTo>
                    <a:pt x="2963365" y="3045869"/>
                  </a:lnTo>
                  <a:lnTo>
                    <a:pt x="2963490" y="3045869"/>
                  </a:lnTo>
                  <a:lnTo>
                    <a:pt x="2963615" y="3045869"/>
                  </a:lnTo>
                  <a:lnTo>
                    <a:pt x="2963740" y="3045869"/>
                  </a:lnTo>
                  <a:lnTo>
                    <a:pt x="2963865" y="3045869"/>
                  </a:lnTo>
                  <a:lnTo>
                    <a:pt x="2963990" y="3045869"/>
                  </a:lnTo>
                  <a:lnTo>
                    <a:pt x="2964115" y="3045869"/>
                  </a:lnTo>
                  <a:lnTo>
                    <a:pt x="2964240" y="3045869"/>
                  </a:lnTo>
                  <a:lnTo>
                    <a:pt x="2964365" y="3045869"/>
                  </a:lnTo>
                  <a:lnTo>
                    <a:pt x="2964491" y="3045869"/>
                  </a:lnTo>
                  <a:lnTo>
                    <a:pt x="2964616" y="3045869"/>
                  </a:lnTo>
                  <a:lnTo>
                    <a:pt x="2964741" y="3045869"/>
                  </a:lnTo>
                  <a:lnTo>
                    <a:pt x="2964866" y="3045869"/>
                  </a:lnTo>
                  <a:lnTo>
                    <a:pt x="2964991" y="3045869"/>
                  </a:lnTo>
                  <a:lnTo>
                    <a:pt x="2965116" y="3045869"/>
                  </a:lnTo>
                  <a:lnTo>
                    <a:pt x="2965241" y="3045869"/>
                  </a:lnTo>
                  <a:lnTo>
                    <a:pt x="2965366" y="3045869"/>
                  </a:lnTo>
                  <a:lnTo>
                    <a:pt x="2965491" y="3045869"/>
                  </a:lnTo>
                  <a:lnTo>
                    <a:pt x="2965616" y="3045869"/>
                  </a:lnTo>
                  <a:lnTo>
                    <a:pt x="2965741" y="3045869"/>
                  </a:lnTo>
                  <a:lnTo>
                    <a:pt x="2965866" y="3045869"/>
                  </a:lnTo>
                  <a:lnTo>
                    <a:pt x="2965991" y="3045869"/>
                  </a:lnTo>
                  <a:lnTo>
                    <a:pt x="2966116" y="3045869"/>
                  </a:lnTo>
                  <a:lnTo>
                    <a:pt x="2966241" y="3045869"/>
                  </a:lnTo>
                  <a:lnTo>
                    <a:pt x="2966366" y="3045869"/>
                  </a:lnTo>
                  <a:lnTo>
                    <a:pt x="2966491" y="3045869"/>
                  </a:lnTo>
                  <a:lnTo>
                    <a:pt x="2966616" y="3045869"/>
                  </a:lnTo>
                  <a:lnTo>
                    <a:pt x="2966741" y="3045869"/>
                  </a:lnTo>
                  <a:lnTo>
                    <a:pt x="2966866" y="3045869"/>
                  </a:lnTo>
                  <a:lnTo>
                    <a:pt x="2966991" y="3045869"/>
                  </a:lnTo>
                  <a:lnTo>
                    <a:pt x="2967116" y="3045869"/>
                  </a:lnTo>
                  <a:lnTo>
                    <a:pt x="2967241" y="3045869"/>
                  </a:lnTo>
                  <a:lnTo>
                    <a:pt x="2967366" y="3045869"/>
                  </a:lnTo>
                  <a:lnTo>
                    <a:pt x="2967492" y="3045869"/>
                  </a:lnTo>
                  <a:lnTo>
                    <a:pt x="2967617" y="3045869"/>
                  </a:lnTo>
                  <a:lnTo>
                    <a:pt x="2967742" y="3045869"/>
                  </a:lnTo>
                  <a:lnTo>
                    <a:pt x="2967867" y="3045869"/>
                  </a:lnTo>
                  <a:lnTo>
                    <a:pt x="2967992" y="3045869"/>
                  </a:lnTo>
                  <a:lnTo>
                    <a:pt x="2968117" y="3045869"/>
                  </a:lnTo>
                  <a:lnTo>
                    <a:pt x="2968242" y="3045869"/>
                  </a:lnTo>
                  <a:lnTo>
                    <a:pt x="2968367" y="3045869"/>
                  </a:lnTo>
                  <a:lnTo>
                    <a:pt x="2968492" y="3045869"/>
                  </a:lnTo>
                  <a:lnTo>
                    <a:pt x="2968617" y="3045869"/>
                  </a:lnTo>
                  <a:lnTo>
                    <a:pt x="2968742" y="3045869"/>
                  </a:lnTo>
                  <a:lnTo>
                    <a:pt x="2968867" y="3045869"/>
                  </a:lnTo>
                  <a:lnTo>
                    <a:pt x="2968992" y="3045869"/>
                  </a:lnTo>
                  <a:lnTo>
                    <a:pt x="2969117" y="3045869"/>
                  </a:lnTo>
                  <a:lnTo>
                    <a:pt x="2969242" y="3045869"/>
                  </a:lnTo>
                  <a:lnTo>
                    <a:pt x="2969367" y="3045869"/>
                  </a:lnTo>
                  <a:lnTo>
                    <a:pt x="2969492" y="3045869"/>
                  </a:lnTo>
                  <a:lnTo>
                    <a:pt x="2969617" y="3045869"/>
                  </a:lnTo>
                  <a:lnTo>
                    <a:pt x="2969742" y="3045869"/>
                  </a:lnTo>
                  <a:lnTo>
                    <a:pt x="2969867" y="3045869"/>
                  </a:lnTo>
                  <a:lnTo>
                    <a:pt x="2969992" y="3045869"/>
                  </a:lnTo>
                  <a:lnTo>
                    <a:pt x="2970117" y="3045869"/>
                  </a:lnTo>
                  <a:lnTo>
                    <a:pt x="2970242" y="3045869"/>
                  </a:lnTo>
                  <a:lnTo>
                    <a:pt x="2970367" y="3045869"/>
                  </a:lnTo>
                  <a:lnTo>
                    <a:pt x="2970493" y="3045869"/>
                  </a:lnTo>
                  <a:lnTo>
                    <a:pt x="2970618" y="3045869"/>
                  </a:lnTo>
                  <a:lnTo>
                    <a:pt x="2970743" y="3045869"/>
                  </a:lnTo>
                  <a:lnTo>
                    <a:pt x="2970868" y="3045869"/>
                  </a:lnTo>
                  <a:lnTo>
                    <a:pt x="2970993" y="3045869"/>
                  </a:lnTo>
                  <a:lnTo>
                    <a:pt x="2971118" y="3045869"/>
                  </a:lnTo>
                  <a:lnTo>
                    <a:pt x="2971243" y="3045869"/>
                  </a:lnTo>
                  <a:lnTo>
                    <a:pt x="2971368" y="3045869"/>
                  </a:lnTo>
                  <a:lnTo>
                    <a:pt x="2971493" y="3045869"/>
                  </a:lnTo>
                  <a:lnTo>
                    <a:pt x="2971618" y="3045869"/>
                  </a:lnTo>
                  <a:lnTo>
                    <a:pt x="2971743" y="3045869"/>
                  </a:lnTo>
                  <a:lnTo>
                    <a:pt x="2971868" y="3045869"/>
                  </a:lnTo>
                  <a:lnTo>
                    <a:pt x="2971993" y="3045869"/>
                  </a:lnTo>
                  <a:lnTo>
                    <a:pt x="2972118" y="3045869"/>
                  </a:lnTo>
                  <a:lnTo>
                    <a:pt x="2972243" y="3045869"/>
                  </a:lnTo>
                  <a:lnTo>
                    <a:pt x="2972368" y="3045869"/>
                  </a:lnTo>
                  <a:lnTo>
                    <a:pt x="2972493" y="3045869"/>
                  </a:lnTo>
                  <a:lnTo>
                    <a:pt x="2972618" y="3045869"/>
                  </a:lnTo>
                  <a:lnTo>
                    <a:pt x="2972743" y="3045869"/>
                  </a:lnTo>
                  <a:lnTo>
                    <a:pt x="2972868" y="3045869"/>
                  </a:lnTo>
                  <a:lnTo>
                    <a:pt x="2972993" y="3045869"/>
                  </a:lnTo>
                  <a:lnTo>
                    <a:pt x="2973118" y="3045869"/>
                  </a:lnTo>
                  <a:lnTo>
                    <a:pt x="2973243" y="3045869"/>
                  </a:lnTo>
                  <a:lnTo>
                    <a:pt x="2973368" y="3045869"/>
                  </a:lnTo>
                  <a:lnTo>
                    <a:pt x="2973494" y="3045869"/>
                  </a:lnTo>
                  <a:lnTo>
                    <a:pt x="2973619" y="3045869"/>
                  </a:lnTo>
                  <a:lnTo>
                    <a:pt x="2973744" y="3045869"/>
                  </a:lnTo>
                  <a:lnTo>
                    <a:pt x="2973869" y="3045869"/>
                  </a:lnTo>
                  <a:lnTo>
                    <a:pt x="2973994" y="3045869"/>
                  </a:lnTo>
                  <a:lnTo>
                    <a:pt x="2974119" y="3045869"/>
                  </a:lnTo>
                  <a:lnTo>
                    <a:pt x="2974244" y="3045869"/>
                  </a:lnTo>
                  <a:lnTo>
                    <a:pt x="2974369" y="3045869"/>
                  </a:lnTo>
                  <a:lnTo>
                    <a:pt x="2974494" y="3045869"/>
                  </a:lnTo>
                  <a:lnTo>
                    <a:pt x="2974619" y="3045869"/>
                  </a:lnTo>
                  <a:lnTo>
                    <a:pt x="2974744" y="3045869"/>
                  </a:lnTo>
                  <a:lnTo>
                    <a:pt x="2974869" y="3045869"/>
                  </a:lnTo>
                  <a:lnTo>
                    <a:pt x="2974994" y="3045869"/>
                  </a:lnTo>
                  <a:lnTo>
                    <a:pt x="2975119" y="3045869"/>
                  </a:lnTo>
                  <a:lnTo>
                    <a:pt x="2975244" y="3045869"/>
                  </a:lnTo>
                  <a:lnTo>
                    <a:pt x="2975369" y="3045869"/>
                  </a:lnTo>
                  <a:lnTo>
                    <a:pt x="2975494" y="3045869"/>
                  </a:lnTo>
                  <a:lnTo>
                    <a:pt x="2975619" y="3045869"/>
                  </a:lnTo>
                  <a:lnTo>
                    <a:pt x="2975744" y="3045869"/>
                  </a:lnTo>
                  <a:lnTo>
                    <a:pt x="2975869" y="3045869"/>
                  </a:lnTo>
                  <a:lnTo>
                    <a:pt x="2975994" y="3045869"/>
                  </a:lnTo>
                  <a:lnTo>
                    <a:pt x="2976119" y="3045869"/>
                  </a:lnTo>
                  <a:lnTo>
                    <a:pt x="2976244" y="3045869"/>
                  </a:lnTo>
                  <a:lnTo>
                    <a:pt x="2976369" y="3045869"/>
                  </a:lnTo>
                  <a:lnTo>
                    <a:pt x="2976495" y="3045869"/>
                  </a:lnTo>
                  <a:lnTo>
                    <a:pt x="2976620" y="3045869"/>
                  </a:lnTo>
                  <a:lnTo>
                    <a:pt x="2976745" y="3045869"/>
                  </a:lnTo>
                  <a:lnTo>
                    <a:pt x="2976870" y="3045869"/>
                  </a:lnTo>
                  <a:lnTo>
                    <a:pt x="2976995" y="3045869"/>
                  </a:lnTo>
                  <a:lnTo>
                    <a:pt x="2977120" y="3045869"/>
                  </a:lnTo>
                  <a:lnTo>
                    <a:pt x="2977245" y="3045869"/>
                  </a:lnTo>
                  <a:lnTo>
                    <a:pt x="2977370" y="3045869"/>
                  </a:lnTo>
                  <a:lnTo>
                    <a:pt x="2977495" y="3045869"/>
                  </a:lnTo>
                  <a:lnTo>
                    <a:pt x="2977620" y="3045869"/>
                  </a:lnTo>
                  <a:lnTo>
                    <a:pt x="2977745" y="3045869"/>
                  </a:lnTo>
                  <a:lnTo>
                    <a:pt x="2977745" y="3035915"/>
                  </a:lnTo>
                  <a:lnTo>
                    <a:pt x="2977870" y="3035915"/>
                  </a:lnTo>
                  <a:lnTo>
                    <a:pt x="2977995" y="3035915"/>
                  </a:lnTo>
                  <a:lnTo>
                    <a:pt x="2978120" y="3035915"/>
                  </a:lnTo>
                  <a:lnTo>
                    <a:pt x="2978245" y="3035915"/>
                  </a:lnTo>
                  <a:lnTo>
                    <a:pt x="2978370" y="3035915"/>
                  </a:lnTo>
                  <a:lnTo>
                    <a:pt x="2978495" y="3035915"/>
                  </a:lnTo>
                  <a:lnTo>
                    <a:pt x="2978620" y="3035915"/>
                  </a:lnTo>
                  <a:lnTo>
                    <a:pt x="2978745" y="3035915"/>
                  </a:lnTo>
                  <a:lnTo>
                    <a:pt x="2978870" y="3035915"/>
                  </a:lnTo>
                  <a:lnTo>
                    <a:pt x="2978995" y="3035915"/>
                  </a:lnTo>
                  <a:lnTo>
                    <a:pt x="2979120" y="3035915"/>
                  </a:lnTo>
                  <a:lnTo>
                    <a:pt x="2979245" y="3035915"/>
                  </a:lnTo>
                  <a:lnTo>
                    <a:pt x="2979370" y="3035915"/>
                  </a:lnTo>
                  <a:lnTo>
                    <a:pt x="2979496" y="3035915"/>
                  </a:lnTo>
                  <a:lnTo>
                    <a:pt x="2979621" y="3035915"/>
                  </a:lnTo>
                  <a:lnTo>
                    <a:pt x="2979746" y="3035915"/>
                  </a:lnTo>
                  <a:lnTo>
                    <a:pt x="2979871" y="3035915"/>
                  </a:lnTo>
                  <a:lnTo>
                    <a:pt x="2979996" y="3035915"/>
                  </a:lnTo>
                  <a:lnTo>
                    <a:pt x="2980121" y="3035915"/>
                  </a:lnTo>
                  <a:lnTo>
                    <a:pt x="2980246" y="3035915"/>
                  </a:lnTo>
                  <a:lnTo>
                    <a:pt x="2980371" y="3035915"/>
                  </a:lnTo>
                  <a:lnTo>
                    <a:pt x="2980496" y="3035915"/>
                  </a:lnTo>
                  <a:lnTo>
                    <a:pt x="2980621" y="3035915"/>
                  </a:lnTo>
                  <a:lnTo>
                    <a:pt x="2980746" y="3035915"/>
                  </a:lnTo>
                  <a:lnTo>
                    <a:pt x="2980871" y="3035915"/>
                  </a:lnTo>
                  <a:lnTo>
                    <a:pt x="2980996" y="3035915"/>
                  </a:lnTo>
                  <a:lnTo>
                    <a:pt x="2981121" y="3035915"/>
                  </a:lnTo>
                  <a:lnTo>
                    <a:pt x="2981246" y="3035915"/>
                  </a:lnTo>
                  <a:lnTo>
                    <a:pt x="2981371" y="3035915"/>
                  </a:lnTo>
                  <a:lnTo>
                    <a:pt x="2981496" y="3035915"/>
                  </a:lnTo>
                  <a:lnTo>
                    <a:pt x="2981621" y="3035915"/>
                  </a:lnTo>
                  <a:lnTo>
                    <a:pt x="2981746" y="3035915"/>
                  </a:lnTo>
                  <a:lnTo>
                    <a:pt x="2981871" y="3035915"/>
                  </a:lnTo>
                  <a:lnTo>
                    <a:pt x="2981996" y="3035915"/>
                  </a:lnTo>
                  <a:lnTo>
                    <a:pt x="2982121" y="3035915"/>
                  </a:lnTo>
                  <a:lnTo>
                    <a:pt x="2982246" y="3035915"/>
                  </a:lnTo>
                  <a:lnTo>
                    <a:pt x="2982371" y="3035915"/>
                  </a:lnTo>
                  <a:lnTo>
                    <a:pt x="2982497" y="3035915"/>
                  </a:lnTo>
                  <a:lnTo>
                    <a:pt x="2982622" y="3035915"/>
                  </a:lnTo>
                  <a:lnTo>
                    <a:pt x="2982747" y="3035915"/>
                  </a:lnTo>
                  <a:lnTo>
                    <a:pt x="2982872" y="3035915"/>
                  </a:lnTo>
                  <a:lnTo>
                    <a:pt x="2982997" y="3035915"/>
                  </a:lnTo>
                  <a:lnTo>
                    <a:pt x="2983122" y="3035915"/>
                  </a:lnTo>
                  <a:lnTo>
                    <a:pt x="2983247" y="3035915"/>
                  </a:lnTo>
                  <a:lnTo>
                    <a:pt x="2983372" y="3035915"/>
                  </a:lnTo>
                  <a:lnTo>
                    <a:pt x="2983497" y="3035915"/>
                  </a:lnTo>
                  <a:lnTo>
                    <a:pt x="2983622" y="3035915"/>
                  </a:lnTo>
                  <a:lnTo>
                    <a:pt x="2983747" y="3035915"/>
                  </a:lnTo>
                  <a:lnTo>
                    <a:pt x="2983872" y="3035915"/>
                  </a:lnTo>
                  <a:lnTo>
                    <a:pt x="2983997" y="3035915"/>
                  </a:lnTo>
                  <a:lnTo>
                    <a:pt x="2984122" y="3035915"/>
                  </a:lnTo>
                  <a:lnTo>
                    <a:pt x="2984247" y="3035915"/>
                  </a:lnTo>
                  <a:lnTo>
                    <a:pt x="2984372" y="3035915"/>
                  </a:lnTo>
                  <a:lnTo>
                    <a:pt x="2984497" y="3035915"/>
                  </a:lnTo>
                  <a:lnTo>
                    <a:pt x="2984622" y="3035915"/>
                  </a:lnTo>
                  <a:lnTo>
                    <a:pt x="2984747" y="3035915"/>
                  </a:lnTo>
                  <a:lnTo>
                    <a:pt x="2984872" y="3035915"/>
                  </a:lnTo>
                  <a:lnTo>
                    <a:pt x="2984997" y="3035915"/>
                  </a:lnTo>
                  <a:lnTo>
                    <a:pt x="2985122" y="3035915"/>
                  </a:lnTo>
                  <a:lnTo>
                    <a:pt x="2985247" y="3035915"/>
                  </a:lnTo>
                  <a:lnTo>
                    <a:pt x="2985372" y="3035915"/>
                  </a:lnTo>
                  <a:lnTo>
                    <a:pt x="2985498" y="3035915"/>
                  </a:lnTo>
                  <a:lnTo>
                    <a:pt x="2985623" y="3035915"/>
                  </a:lnTo>
                  <a:lnTo>
                    <a:pt x="2985748" y="3035915"/>
                  </a:lnTo>
                  <a:lnTo>
                    <a:pt x="2985873" y="3035915"/>
                  </a:lnTo>
                  <a:lnTo>
                    <a:pt x="2985998" y="3035915"/>
                  </a:lnTo>
                  <a:lnTo>
                    <a:pt x="2986123" y="3035915"/>
                  </a:lnTo>
                  <a:lnTo>
                    <a:pt x="2986248" y="3035915"/>
                  </a:lnTo>
                  <a:lnTo>
                    <a:pt x="2986373" y="3035915"/>
                  </a:lnTo>
                  <a:lnTo>
                    <a:pt x="2986498" y="3035915"/>
                  </a:lnTo>
                  <a:lnTo>
                    <a:pt x="2986623" y="3035915"/>
                  </a:lnTo>
                  <a:lnTo>
                    <a:pt x="2986748" y="3035915"/>
                  </a:lnTo>
                  <a:lnTo>
                    <a:pt x="2986873" y="3035915"/>
                  </a:lnTo>
                  <a:lnTo>
                    <a:pt x="2986998" y="3035915"/>
                  </a:lnTo>
                  <a:lnTo>
                    <a:pt x="2987123" y="3035915"/>
                  </a:lnTo>
                  <a:lnTo>
                    <a:pt x="2987248" y="3035915"/>
                  </a:lnTo>
                  <a:lnTo>
                    <a:pt x="2987373" y="3035915"/>
                  </a:lnTo>
                  <a:lnTo>
                    <a:pt x="2987498" y="3035915"/>
                  </a:lnTo>
                  <a:lnTo>
                    <a:pt x="2987623" y="3035915"/>
                  </a:lnTo>
                  <a:lnTo>
                    <a:pt x="2987748" y="3035915"/>
                  </a:lnTo>
                  <a:lnTo>
                    <a:pt x="2987873" y="3035915"/>
                  </a:lnTo>
                  <a:lnTo>
                    <a:pt x="2987998" y="3035915"/>
                  </a:lnTo>
                  <a:lnTo>
                    <a:pt x="2988123" y="3035915"/>
                  </a:lnTo>
                  <a:lnTo>
                    <a:pt x="2988248" y="3035915"/>
                  </a:lnTo>
                  <a:lnTo>
                    <a:pt x="2988374" y="3035915"/>
                  </a:lnTo>
                  <a:lnTo>
                    <a:pt x="2988499" y="3035915"/>
                  </a:lnTo>
                  <a:lnTo>
                    <a:pt x="2988624" y="3035915"/>
                  </a:lnTo>
                  <a:lnTo>
                    <a:pt x="2988749" y="3035915"/>
                  </a:lnTo>
                  <a:lnTo>
                    <a:pt x="2988874" y="3035915"/>
                  </a:lnTo>
                  <a:lnTo>
                    <a:pt x="2988999" y="3035915"/>
                  </a:lnTo>
                  <a:lnTo>
                    <a:pt x="2989124" y="3035915"/>
                  </a:lnTo>
                  <a:lnTo>
                    <a:pt x="2989249" y="3035915"/>
                  </a:lnTo>
                  <a:lnTo>
                    <a:pt x="2989374" y="3035915"/>
                  </a:lnTo>
                  <a:lnTo>
                    <a:pt x="2989499" y="3035915"/>
                  </a:lnTo>
                  <a:lnTo>
                    <a:pt x="2989624" y="3035915"/>
                  </a:lnTo>
                  <a:lnTo>
                    <a:pt x="2989749" y="3035915"/>
                  </a:lnTo>
                  <a:lnTo>
                    <a:pt x="2989874" y="3035915"/>
                  </a:lnTo>
                  <a:lnTo>
                    <a:pt x="2989999" y="3035915"/>
                  </a:lnTo>
                  <a:lnTo>
                    <a:pt x="2990124" y="3035915"/>
                  </a:lnTo>
                  <a:lnTo>
                    <a:pt x="2990249" y="3035915"/>
                  </a:lnTo>
                  <a:lnTo>
                    <a:pt x="2990374" y="3035915"/>
                  </a:lnTo>
                  <a:lnTo>
                    <a:pt x="2990499" y="3035915"/>
                  </a:lnTo>
                  <a:lnTo>
                    <a:pt x="2990624" y="3035915"/>
                  </a:lnTo>
                  <a:lnTo>
                    <a:pt x="2990749" y="3035915"/>
                  </a:lnTo>
                  <a:lnTo>
                    <a:pt x="2990874" y="3035915"/>
                  </a:lnTo>
                  <a:lnTo>
                    <a:pt x="2990999" y="3035915"/>
                  </a:lnTo>
                  <a:lnTo>
                    <a:pt x="2991124" y="3035915"/>
                  </a:lnTo>
                  <a:lnTo>
                    <a:pt x="2991249" y="3035915"/>
                  </a:lnTo>
                  <a:lnTo>
                    <a:pt x="2991375" y="3035915"/>
                  </a:lnTo>
                  <a:lnTo>
                    <a:pt x="2991500" y="3035915"/>
                  </a:lnTo>
                  <a:lnTo>
                    <a:pt x="2991625" y="3035915"/>
                  </a:lnTo>
                  <a:lnTo>
                    <a:pt x="2991750" y="3035915"/>
                  </a:lnTo>
                  <a:lnTo>
                    <a:pt x="2991875" y="3035915"/>
                  </a:lnTo>
                  <a:lnTo>
                    <a:pt x="2992000" y="3035915"/>
                  </a:lnTo>
                  <a:lnTo>
                    <a:pt x="2992125" y="3035915"/>
                  </a:lnTo>
                  <a:lnTo>
                    <a:pt x="2992250" y="3035915"/>
                  </a:lnTo>
                  <a:lnTo>
                    <a:pt x="2992375" y="3035915"/>
                  </a:lnTo>
                  <a:lnTo>
                    <a:pt x="2992500" y="3035915"/>
                  </a:lnTo>
                  <a:lnTo>
                    <a:pt x="2992625" y="3035915"/>
                  </a:lnTo>
                  <a:lnTo>
                    <a:pt x="2992750" y="3035915"/>
                  </a:lnTo>
                  <a:lnTo>
                    <a:pt x="2992875" y="3035915"/>
                  </a:lnTo>
                  <a:lnTo>
                    <a:pt x="2992875" y="3025962"/>
                  </a:lnTo>
                  <a:lnTo>
                    <a:pt x="2993000" y="3025962"/>
                  </a:lnTo>
                  <a:lnTo>
                    <a:pt x="2993125" y="3025962"/>
                  </a:lnTo>
                  <a:lnTo>
                    <a:pt x="2993250" y="3025962"/>
                  </a:lnTo>
                  <a:lnTo>
                    <a:pt x="2993375" y="3025962"/>
                  </a:lnTo>
                  <a:lnTo>
                    <a:pt x="2993500" y="3025962"/>
                  </a:lnTo>
                  <a:lnTo>
                    <a:pt x="2993625" y="3025962"/>
                  </a:lnTo>
                  <a:lnTo>
                    <a:pt x="2993750" y="3025962"/>
                  </a:lnTo>
                  <a:lnTo>
                    <a:pt x="2993875" y="3025962"/>
                  </a:lnTo>
                  <a:lnTo>
                    <a:pt x="2994000" y="3025962"/>
                  </a:lnTo>
                  <a:lnTo>
                    <a:pt x="2994125" y="3025962"/>
                  </a:lnTo>
                  <a:lnTo>
                    <a:pt x="2994250" y="3025962"/>
                  </a:lnTo>
                  <a:lnTo>
                    <a:pt x="2994376" y="3025962"/>
                  </a:lnTo>
                  <a:lnTo>
                    <a:pt x="2994501" y="3025962"/>
                  </a:lnTo>
                  <a:lnTo>
                    <a:pt x="2994626" y="3025962"/>
                  </a:lnTo>
                  <a:lnTo>
                    <a:pt x="2994751" y="3025962"/>
                  </a:lnTo>
                  <a:lnTo>
                    <a:pt x="2994876" y="3025962"/>
                  </a:lnTo>
                  <a:lnTo>
                    <a:pt x="2995001" y="3025962"/>
                  </a:lnTo>
                  <a:lnTo>
                    <a:pt x="2995126" y="3025962"/>
                  </a:lnTo>
                  <a:lnTo>
                    <a:pt x="2995251" y="3025962"/>
                  </a:lnTo>
                  <a:lnTo>
                    <a:pt x="2995376" y="3025962"/>
                  </a:lnTo>
                  <a:lnTo>
                    <a:pt x="2995501" y="3025962"/>
                  </a:lnTo>
                  <a:lnTo>
                    <a:pt x="2995626" y="3025962"/>
                  </a:lnTo>
                  <a:lnTo>
                    <a:pt x="2995751" y="3025962"/>
                  </a:lnTo>
                  <a:lnTo>
                    <a:pt x="2995876" y="3025962"/>
                  </a:lnTo>
                  <a:lnTo>
                    <a:pt x="2996001" y="3025962"/>
                  </a:lnTo>
                  <a:lnTo>
                    <a:pt x="2996126" y="3025962"/>
                  </a:lnTo>
                  <a:lnTo>
                    <a:pt x="2996251" y="3025962"/>
                  </a:lnTo>
                  <a:lnTo>
                    <a:pt x="2996376" y="3025962"/>
                  </a:lnTo>
                  <a:lnTo>
                    <a:pt x="2996501" y="3025962"/>
                  </a:lnTo>
                  <a:lnTo>
                    <a:pt x="2996626" y="3025962"/>
                  </a:lnTo>
                  <a:lnTo>
                    <a:pt x="2996751" y="3025962"/>
                  </a:lnTo>
                  <a:lnTo>
                    <a:pt x="2996876" y="3025962"/>
                  </a:lnTo>
                  <a:lnTo>
                    <a:pt x="2997001" y="3025962"/>
                  </a:lnTo>
                  <a:lnTo>
                    <a:pt x="2997126" y="3025962"/>
                  </a:lnTo>
                  <a:lnTo>
                    <a:pt x="2997251" y="3025962"/>
                  </a:lnTo>
                  <a:lnTo>
                    <a:pt x="2997377" y="3025962"/>
                  </a:lnTo>
                  <a:lnTo>
                    <a:pt x="2997502" y="3025962"/>
                  </a:lnTo>
                  <a:lnTo>
                    <a:pt x="2997627" y="3025962"/>
                  </a:lnTo>
                  <a:lnTo>
                    <a:pt x="2997752" y="3025962"/>
                  </a:lnTo>
                  <a:lnTo>
                    <a:pt x="2997877" y="3025962"/>
                  </a:lnTo>
                  <a:lnTo>
                    <a:pt x="2998002" y="3025962"/>
                  </a:lnTo>
                  <a:lnTo>
                    <a:pt x="2998127" y="3025962"/>
                  </a:lnTo>
                  <a:lnTo>
                    <a:pt x="2998252" y="3025962"/>
                  </a:lnTo>
                  <a:lnTo>
                    <a:pt x="2998377" y="3025962"/>
                  </a:lnTo>
                  <a:lnTo>
                    <a:pt x="2998502" y="3025962"/>
                  </a:lnTo>
                  <a:lnTo>
                    <a:pt x="2998627" y="3025962"/>
                  </a:lnTo>
                  <a:lnTo>
                    <a:pt x="2998752" y="3025962"/>
                  </a:lnTo>
                  <a:lnTo>
                    <a:pt x="2998877" y="3025962"/>
                  </a:lnTo>
                  <a:lnTo>
                    <a:pt x="2999002" y="3025962"/>
                  </a:lnTo>
                  <a:lnTo>
                    <a:pt x="2999127" y="3025962"/>
                  </a:lnTo>
                  <a:lnTo>
                    <a:pt x="2999252" y="3025962"/>
                  </a:lnTo>
                  <a:lnTo>
                    <a:pt x="2999377" y="3025962"/>
                  </a:lnTo>
                  <a:lnTo>
                    <a:pt x="2999502" y="3025962"/>
                  </a:lnTo>
                  <a:lnTo>
                    <a:pt x="2999627" y="3025962"/>
                  </a:lnTo>
                  <a:lnTo>
                    <a:pt x="2999752" y="3025962"/>
                  </a:lnTo>
                  <a:lnTo>
                    <a:pt x="2999877" y="3025962"/>
                  </a:lnTo>
                  <a:lnTo>
                    <a:pt x="3000002" y="3025962"/>
                  </a:lnTo>
                  <a:lnTo>
                    <a:pt x="3000127" y="3025962"/>
                  </a:lnTo>
                  <a:lnTo>
                    <a:pt x="3000252" y="3025962"/>
                  </a:lnTo>
                  <a:lnTo>
                    <a:pt x="3000378" y="3025962"/>
                  </a:lnTo>
                  <a:lnTo>
                    <a:pt x="3000503" y="3025962"/>
                  </a:lnTo>
                  <a:lnTo>
                    <a:pt x="3000628" y="3025962"/>
                  </a:lnTo>
                  <a:lnTo>
                    <a:pt x="3000753" y="3025962"/>
                  </a:lnTo>
                  <a:lnTo>
                    <a:pt x="3000878" y="3025962"/>
                  </a:lnTo>
                  <a:lnTo>
                    <a:pt x="3001003" y="3025962"/>
                  </a:lnTo>
                  <a:lnTo>
                    <a:pt x="3001128" y="3025962"/>
                  </a:lnTo>
                  <a:lnTo>
                    <a:pt x="3001253" y="3025962"/>
                  </a:lnTo>
                  <a:lnTo>
                    <a:pt x="3001378" y="3025962"/>
                  </a:lnTo>
                  <a:lnTo>
                    <a:pt x="3001503" y="3025962"/>
                  </a:lnTo>
                  <a:lnTo>
                    <a:pt x="3001628" y="3025962"/>
                  </a:lnTo>
                  <a:lnTo>
                    <a:pt x="3001753" y="3025962"/>
                  </a:lnTo>
                  <a:lnTo>
                    <a:pt x="3001753" y="3016008"/>
                  </a:lnTo>
                  <a:lnTo>
                    <a:pt x="3001878" y="3016008"/>
                  </a:lnTo>
                  <a:lnTo>
                    <a:pt x="3002003" y="3016008"/>
                  </a:lnTo>
                  <a:lnTo>
                    <a:pt x="3002128" y="3016008"/>
                  </a:lnTo>
                  <a:lnTo>
                    <a:pt x="3002253" y="3016008"/>
                  </a:lnTo>
                  <a:lnTo>
                    <a:pt x="3002378" y="3016008"/>
                  </a:lnTo>
                  <a:lnTo>
                    <a:pt x="3002503" y="3016008"/>
                  </a:lnTo>
                  <a:lnTo>
                    <a:pt x="3002628" y="3016008"/>
                  </a:lnTo>
                  <a:lnTo>
                    <a:pt x="3002753" y="3016008"/>
                  </a:lnTo>
                  <a:lnTo>
                    <a:pt x="3002878" y="3016008"/>
                  </a:lnTo>
                  <a:lnTo>
                    <a:pt x="3003003" y="3016008"/>
                  </a:lnTo>
                  <a:lnTo>
                    <a:pt x="3003128" y="3016008"/>
                  </a:lnTo>
                  <a:lnTo>
                    <a:pt x="3003253" y="3016008"/>
                  </a:lnTo>
                  <a:lnTo>
                    <a:pt x="3003379" y="3016008"/>
                  </a:lnTo>
                  <a:lnTo>
                    <a:pt x="3003504" y="3016008"/>
                  </a:lnTo>
                  <a:lnTo>
                    <a:pt x="3003629" y="3016008"/>
                  </a:lnTo>
                  <a:lnTo>
                    <a:pt x="3003754" y="3016008"/>
                  </a:lnTo>
                  <a:lnTo>
                    <a:pt x="3003879" y="3016008"/>
                  </a:lnTo>
                  <a:lnTo>
                    <a:pt x="3004004" y="3016008"/>
                  </a:lnTo>
                  <a:lnTo>
                    <a:pt x="3004129" y="3016008"/>
                  </a:lnTo>
                  <a:lnTo>
                    <a:pt x="3004254" y="3016008"/>
                  </a:lnTo>
                  <a:lnTo>
                    <a:pt x="3004379" y="3016008"/>
                  </a:lnTo>
                  <a:lnTo>
                    <a:pt x="3004504" y="3016008"/>
                  </a:lnTo>
                  <a:lnTo>
                    <a:pt x="3004629" y="3016008"/>
                  </a:lnTo>
                  <a:lnTo>
                    <a:pt x="3004754" y="3016008"/>
                  </a:lnTo>
                  <a:lnTo>
                    <a:pt x="3004879" y="3016008"/>
                  </a:lnTo>
                  <a:lnTo>
                    <a:pt x="3005004" y="3016008"/>
                  </a:lnTo>
                  <a:lnTo>
                    <a:pt x="3005129" y="3016008"/>
                  </a:lnTo>
                  <a:lnTo>
                    <a:pt x="3005254" y="3016008"/>
                  </a:lnTo>
                  <a:lnTo>
                    <a:pt x="3005379" y="3016008"/>
                  </a:lnTo>
                  <a:lnTo>
                    <a:pt x="3005504" y="3016008"/>
                  </a:lnTo>
                  <a:lnTo>
                    <a:pt x="3005629" y="3016008"/>
                  </a:lnTo>
                  <a:lnTo>
                    <a:pt x="3005754" y="3016008"/>
                  </a:lnTo>
                  <a:lnTo>
                    <a:pt x="3005879" y="3016008"/>
                  </a:lnTo>
                  <a:lnTo>
                    <a:pt x="3006004" y="3016008"/>
                  </a:lnTo>
                  <a:lnTo>
                    <a:pt x="3006129" y="3016008"/>
                  </a:lnTo>
                  <a:lnTo>
                    <a:pt x="3006254" y="3016008"/>
                  </a:lnTo>
                  <a:lnTo>
                    <a:pt x="3006380" y="3016008"/>
                  </a:lnTo>
                  <a:lnTo>
                    <a:pt x="3006505" y="3016008"/>
                  </a:lnTo>
                  <a:lnTo>
                    <a:pt x="3006630" y="3016008"/>
                  </a:lnTo>
                  <a:lnTo>
                    <a:pt x="3006755" y="3016008"/>
                  </a:lnTo>
                  <a:lnTo>
                    <a:pt x="3006880" y="3016008"/>
                  </a:lnTo>
                  <a:lnTo>
                    <a:pt x="3007005" y="3016008"/>
                  </a:lnTo>
                  <a:lnTo>
                    <a:pt x="3007130" y="3016008"/>
                  </a:lnTo>
                  <a:lnTo>
                    <a:pt x="3007255" y="3016008"/>
                  </a:lnTo>
                  <a:lnTo>
                    <a:pt x="3007380" y="3016008"/>
                  </a:lnTo>
                  <a:lnTo>
                    <a:pt x="3007505" y="3016008"/>
                  </a:lnTo>
                  <a:lnTo>
                    <a:pt x="3007630" y="3016008"/>
                  </a:lnTo>
                  <a:lnTo>
                    <a:pt x="3007755" y="3016008"/>
                  </a:lnTo>
                  <a:lnTo>
                    <a:pt x="3007880" y="3016008"/>
                  </a:lnTo>
                  <a:lnTo>
                    <a:pt x="3008005" y="3016008"/>
                  </a:lnTo>
                  <a:lnTo>
                    <a:pt x="3008130" y="3016008"/>
                  </a:lnTo>
                  <a:lnTo>
                    <a:pt x="3008255" y="3016008"/>
                  </a:lnTo>
                  <a:lnTo>
                    <a:pt x="3008380" y="3016008"/>
                  </a:lnTo>
                  <a:lnTo>
                    <a:pt x="3008505" y="3016008"/>
                  </a:lnTo>
                  <a:lnTo>
                    <a:pt x="3008630" y="3016008"/>
                  </a:lnTo>
                  <a:lnTo>
                    <a:pt x="3008755" y="3016008"/>
                  </a:lnTo>
                  <a:lnTo>
                    <a:pt x="3008880" y="3016008"/>
                  </a:lnTo>
                  <a:lnTo>
                    <a:pt x="3009005" y="3016008"/>
                  </a:lnTo>
                  <a:lnTo>
                    <a:pt x="3009130" y="3016008"/>
                  </a:lnTo>
                  <a:lnTo>
                    <a:pt x="3009255" y="3016008"/>
                  </a:lnTo>
                  <a:lnTo>
                    <a:pt x="3009381" y="3016008"/>
                  </a:lnTo>
                  <a:lnTo>
                    <a:pt x="3009506" y="3016008"/>
                  </a:lnTo>
                  <a:lnTo>
                    <a:pt x="3009631" y="3016008"/>
                  </a:lnTo>
                  <a:lnTo>
                    <a:pt x="3009756" y="3016008"/>
                  </a:lnTo>
                  <a:lnTo>
                    <a:pt x="3009881" y="3016008"/>
                  </a:lnTo>
                  <a:lnTo>
                    <a:pt x="3010006" y="3016008"/>
                  </a:lnTo>
                  <a:lnTo>
                    <a:pt x="3010131" y="3016008"/>
                  </a:lnTo>
                  <a:lnTo>
                    <a:pt x="3010256" y="3016008"/>
                  </a:lnTo>
                  <a:lnTo>
                    <a:pt x="3010381" y="3016008"/>
                  </a:lnTo>
                  <a:lnTo>
                    <a:pt x="3010506" y="3016008"/>
                  </a:lnTo>
                  <a:lnTo>
                    <a:pt x="3010631" y="3016008"/>
                  </a:lnTo>
                  <a:lnTo>
                    <a:pt x="3010756" y="3016008"/>
                  </a:lnTo>
                  <a:lnTo>
                    <a:pt x="3010881" y="3016008"/>
                  </a:lnTo>
                  <a:lnTo>
                    <a:pt x="3011006" y="3016008"/>
                  </a:lnTo>
                  <a:lnTo>
                    <a:pt x="3011131" y="3016008"/>
                  </a:lnTo>
                  <a:lnTo>
                    <a:pt x="3011256" y="3016008"/>
                  </a:lnTo>
                  <a:lnTo>
                    <a:pt x="3011381" y="3016008"/>
                  </a:lnTo>
                  <a:lnTo>
                    <a:pt x="3011506" y="3016008"/>
                  </a:lnTo>
                  <a:lnTo>
                    <a:pt x="3011631" y="3016008"/>
                  </a:lnTo>
                  <a:lnTo>
                    <a:pt x="3011756" y="3016008"/>
                  </a:lnTo>
                  <a:lnTo>
                    <a:pt x="3011881" y="3016008"/>
                  </a:lnTo>
                  <a:lnTo>
                    <a:pt x="3012006" y="3016008"/>
                  </a:lnTo>
                  <a:lnTo>
                    <a:pt x="3012131" y="3016008"/>
                  </a:lnTo>
                  <a:lnTo>
                    <a:pt x="3012256" y="3016008"/>
                  </a:lnTo>
                  <a:lnTo>
                    <a:pt x="3012382" y="3016008"/>
                  </a:lnTo>
                  <a:lnTo>
                    <a:pt x="3012507" y="3016008"/>
                  </a:lnTo>
                  <a:lnTo>
                    <a:pt x="3012632" y="3016008"/>
                  </a:lnTo>
                  <a:lnTo>
                    <a:pt x="3012757" y="3016008"/>
                  </a:lnTo>
                  <a:lnTo>
                    <a:pt x="3012882" y="3016008"/>
                  </a:lnTo>
                  <a:lnTo>
                    <a:pt x="3013007" y="3016008"/>
                  </a:lnTo>
                  <a:lnTo>
                    <a:pt x="3013132" y="3016008"/>
                  </a:lnTo>
                  <a:lnTo>
                    <a:pt x="3013257" y="3016008"/>
                  </a:lnTo>
                  <a:lnTo>
                    <a:pt x="3013382" y="3016008"/>
                  </a:lnTo>
                  <a:lnTo>
                    <a:pt x="3013507" y="3016008"/>
                  </a:lnTo>
                  <a:lnTo>
                    <a:pt x="3013632" y="3016008"/>
                  </a:lnTo>
                  <a:lnTo>
                    <a:pt x="3013757" y="3016008"/>
                  </a:lnTo>
                  <a:lnTo>
                    <a:pt x="3013882" y="3016008"/>
                  </a:lnTo>
                  <a:lnTo>
                    <a:pt x="3014007" y="3016008"/>
                  </a:lnTo>
                  <a:lnTo>
                    <a:pt x="3014132" y="3016008"/>
                  </a:lnTo>
                  <a:lnTo>
                    <a:pt x="3014257" y="3016008"/>
                  </a:lnTo>
                  <a:lnTo>
                    <a:pt x="3014382" y="3016008"/>
                  </a:lnTo>
                  <a:lnTo>
                    <a:pt x="3014507" y="3016008"/>
                  </a:lnTo>
                  <a:lnTo>
                    <a:pt x="3014632" y="3016008"/>
                  </a:lnTo>
                  <a:lnTo>
                    <a:pt x="3014757" y="3016008"/>
                  </a:lnTo>
                  <a:lnTo>
                    <a:pt x="3014882" y="3016008"/>
                  </a:lnTo>
                  <a:lnTo>
                    <a:pt x="3015007" y="3016008"/>
                  </a:lnTo>
                  <a:lnTo>
                    <a:pt x="3015132" y="3016008"/>
                  </a:lnTo>
                  <a:lnTo>
                    <a:pt x="3015257" y="3016008"/>
                  </a:lnTo>
                  <a:lnTo>
                    <a:pt x="3015383" y="3016008"/>
                  </a:lnTo>
                  <a:lnTo>
                    <a:pt x="3015508" y="3016008"/>
                  </a:lnTo>
                  <a:lnTo>
                    <a:pt x="3015633" y="3016008"/>
                  </a:lnTo>
                  <a:lnTo>
                    <a:pt x="3015758" y="3016008"/>
                  </a:lnTo>
                  <a:lnTo>
                    <a:pt x="3015883" y="3016008"/>
                  </a:lnTo>
                  <a:lnTo>
                    <a:pt x="3016008" y="3016008"/>
                  </a:lnTo>
                  <a:lnTo>
                    <a:pt x="3016133" y="3016008"/>
                  </a:lnTo>
                  <a:lnTo>
                    <a:pt x="3016258" y="3016008"/>
                  </a:lnTo>
                  <a:lnTo>
                    <a:pt x="3016258" y="3006054"/>
                  </a:lnTo>
                  <a:lnTo>
                    <a:pt x="3016383" y="3006054"/>
                  </a:lnTo>
                  <a:lnTo>
                    <a:pt x="3016508" y="3006054"/>
                  </a:lnTo>
                  <a:lnTo>
                    <a:pt x="3016633" y="3006054"/>
                  </a:lnTo>
                  <a:lnTo>
                    <a:pt x="3016758" y="3006054"/>
                  </a:lnTo>
                  <a:lnTo>
                    <a:pt x="3016883" y="3006054"/>
                  </a:lnTo>
                  <a:lnTo>
                    <a:pt x="3017008" y="3006054"/>
                  </a:lnTo>
                  <a:lnTo>
                    <a:pt x="3017133" y="3006054"/>
                  </a:lnTo>
                  <a:lnTo>
                    <a:pt x="3017258" y="3006054"/>
                  </a:lnTo>
                  <a:lnTo>
                    <a:pt x="3017383" y="3006054"/>
                  </a:lnTo>
                  <a:lnTo>
                    <a:pt x="3017508" y="3006054"/>
                  </a:lnTo>
                  <a:lnTo>
                    <a:pt x="3017633" y="3006054"/>
                  </a:lnTo>
                  <a:lnTo>
                    <a:pt x="3017758" y="3006054"/>
                  </a:lnTo>
                  <a:lnTo>
                    <a:pt x="3017883" y="3006054"/>
                  </a:lnTo>
                  <a:lnTo>
                    <a:pt x="3018008" y="3006054"/>
                  </a:lnTo>
                  <a:lnTo>
                    <a:pt x="3018133" y="3006054"/>
                  </a:lnTo>
                  <a:lnTo>
                    <a:pt x="3018258" y="3006054"/>
                  </a:lnTo>
                  <a:lnTo>
                    <a:pt x="3018384" y="3006054"/>
                  </a:lnTo>
                  <a:lnTo>
                    <a:pt x="3018509" y="3006054"/>
                  </a:lnTo>
                  <a:lnTo>
                    <a:pt x="3018634" y="3006054"/>
                  </a:lnTo>
                  <a:lnTo>
                    <a:pt x="3018759" y="3006054"/>
                  </a:lnTo>
                  <a:lnTo>
                    <a:pt x="3018884" y="3006054"/>
                  </a:lnTo>
                  <a:lnTo>
                    <a:pt x="3019009" y="3006054"/>
                  </a:lnTo>
                  <a:lnTo>
                    <a:pt x="3019134" y="3006054"/>
                  </a:lnTo>
                  <a:lnTo>
                    <a:pt x="3019259" y="3006054"/>
                  </a:lnTo>
                  <a:lnTo>
                    <a:pt x="3019384" y="3006054"/>
                  </a:lnTo>
                  <a:lnTo>
                    <a:pt x="3019509" y="3006054"/>
                  </a:lnTo>
                  <a:lnTo>
                    <a:pt x="3019634" y="3006054"/>
                  </a:lnTo>
                  <a:lnTo>
                    <a:pt x="3019759" y="3006054"/>
                  </a:lnTo>
                  <a:lnTo>
                    <a:pt x="3019884" y="3006054"/>
                  </a:lnTo>
                  <a:lnTo>
                    <a:pt x="3020009" y="3006054"/>
                  </a:lnTo>
                  <a:lnTo>
                    <a:pt x="3020134" y="3006054"/>
                  </a:lnTo>
                  <a:lnTo>
                    <a:pt x="3020259" y="3006054"/>
                  </a:lnTo>
                  <a:lnTo>
                    <a:pt x="3020384" y="3006054"/>
                  </a:lnTo>
                  <a:lnTo>
                    <a:pt x="3020509" y="3006054"/>
                  </a:lnTo>
                  <a:lnTo>
                    <a:pt x="3020634" y="3006054"/>
                  </a:lnTo>
                  <a:lnTo>
                    <a:pt x="3020759" y="3006054"/>
                  </a:lnTo>
                  <a:lnTo>
                    <a:pt x="3020884" y="3006054"/>
                  </a:lnTo>
                  <a:lnTo>
                    <a:pt x="3021009" y="3006054"/>
                  </a:lnTo>
                  <a:lnTo>
                    <a:pt x="3021134" y="3006054"/>
                  </a:lnTo>
                  <a:lnTo>
                    <a:pt x="3021259" y="3006054"/>
                  </a:lnTo>
                  <a:lnTo>
                    <a:pt x="3021385" y="3006054"/>
                  </a:lnTo>
                  <a:lnTo>
                    <a:pt x="3021510" y="3006054"/>
                  </a:lnTo>
                  <a:lnTo>
                    <a:pt x="3021635" y="3006054"/>
                  </a:lnTo>
                  <a:lnTo>
                    <a:pt x="3021760" y="3006054"/>
                  </a:lnTo>
                  <a:lnTo>
                    <a:pt x="3021885" y="3006054"/>
                  </a:lnTo>
                  <a:lnTo>
                    <a:pt x="3022010" y="3006054"/>
                  </a:lnTo>
                  <a:lnTo>
                    <a:pt x="3022135" y="3006054"/>
                  </a:lnTo>
                  <a:lnTo>
                    <a:pt x="3022260" y="3006054"/>
                  </a:lnTo>
                  <a:lnTo>
                    <a:pt x="3022385" y="3006054"/>
                  </a:lnTo>
                  <a:lnTo>
                    <a:pt x="3022510" y="3006054"/>
                  </a:lnTo>
                  <a:lnTo>
                    <a:pt x="3022635" y="3006054"/>
                  </a:lnTo>
                  <a:lnTo>
                    <a:pt x="3022760" y="3006054"/>
                  </a:lnTo>
                  <a:lnTo>
                    <a:pt x="3022885" y="3006054"/>
                  </a:lnTo>
                  <a:lnTo>
                    <a:pt x="3023010" y="3006054"/>
                  </a:lnTo>
                  <a:lnTo>
                    <a:pt x="3023135" y="3006054"/>
                  </a:lnTo>
                  <a:lnTo>
                    <a:pt x="3023260" y="3006054"/>
                  </a:lnTo>
                  <a:lnTo>
                    <a:pt x="3023385" y="3006054"/>
                  </a:lnTo>
                  <a:lnTo>
                    <a:pt x="3023510" y="3006054"/>
                  </a:lnTo>
                  <a:lnTo>
                    <a:pt x="3023635" y="3006054"/>
                  </a:lnTo>
                  <a:lnTo>
                    <a:pt x="3023760" y="3006054"/>
                  </a:lnTo>
                  <a:lnTo>
                    <a:pt x="3023885" y="3006054"/>
                  </a:lnTo>
                  <a:lnTo>
                    <a:pt x="3024010" y="3006054"/>
                  </a:lnTo>
                  <a:lnTo>
                    <a:pt x="3024135" y="3006054"/>
                  </a:lnTo>
                  <a:lnTo>
                    <a:pt x="3024260" y="3006054"/>
                  </a:lnTo>
                  <a:lnTo>
                    <a:pt x="3024386" y="3006054"/>
                  </a:lnTo>
                  <a:lnTo>
                    <a:pt x="3024511" y="3006054"/>
                  </a:lnTo>
                  <a:lnTo>
                    <a:pt x="3024636" y="3006054"/>
                  </a:lnTo>
                  <a:lnTo>
                    <a:pt x="3024761" y="3006054"/>
                  </a:lnTo>
                  <a:lnTo>
                    <a:pt x="3024886" y="3006054"/>
                  </a:lnTo>
                  <a:lnTo>
                    <a:pt x="3025011" y="3006054"/>
                  </a:lnTo>
                  <a:lnTo>
                    <a:pt x="3025136" y="3006054"/>
                  </a:lnTo>
                  <a:lnTo>
                    <a:pt x="3025261" y="3006054"/>
                  </a:lnTo>
                  <a:lnTo>
                    <a:pt x="3025386" y="3006054"/>
                  </a:lnTo>
                  <a:lnTo>
                    <a:pt x="3025511" y="3006054"/>
                  </a:lnTo>
                  <a:lnTo>
                    <a:pt x="3025636" y="3006054"/>
                  </a:lnTo>
                  <a:lnTo>
                    <a:pt x="3025761" y="3006054"/>
                  </a:lnTo>
                  <a:lnTo>
                    <a:pt x="3025886" y="3006054"/>
                  </a:lnTo>
                  <a:lnTo>
                    <a:pt x="3026011" y="3006054"/>
                  </a:lnTo>
                  <a:lnTo>
                    <a:pt x="3026136" y="3006054"/>
                  </a:lnTo>
                  <a:lnTo>
                    <a:pt x="3026261" y="3006054"/>
                  </a:lnTo>
                  <a:lnTo>
                    <a:pt x="3026386" y="3006054"/>
                  </a:lnTo>
                  <a:lnTo>
                    <a:pt x="3026511" y="3006054"/>
                  </a:lnTo>
                  <a:lnTo>
                    <a:pt x="3026636" y="3006054"/>
                  </a:lnTo>
                  <a:lnTo>
                    <a:pt x="3026761" y="3006054"/>
                  </a:lnTo>
                  <a:lnTo>
                    <a:pt x="3026886" y="3006054"/>
                  </a:lnTo>
                  <a:lnTo>
                    <a:pt x="3027011" y="3006054"/>
                  </a:lnTo>
                  <a:lnTo>
                    <a:pt x="3027136" y="3006054"/>
                  </a:lnTo>
                  <a:lnTo>
                    <a:pt x="3027262" y="3006054"/>
                  </a:lnTo>
                  <a:lnTo>
                    <a:pt x="3027387" y="3006054"/>
                  </a:lnTo>
                  <a:lnTo>
                    <a:pt x="3027512" y="3006054"/>
                  </a:lnTo>
                  <a:lnTo>
                    <a:pt x="3027512" y="2996100"/>
                  </a:lnTo>
                  <a:lnTo>
                    <a:pt x="3027637" y="2996100"/>
                  </a:lnTo>
                  <a:lnTo>
                    <a:pt x="3027762" y="2996100"/>
                  </a:lnTo>
                  <a:lnTo>
                    <a:pt x="3027887" y="2996100"/>
                  </a:lnTo>
                  <a:lnTo>
                    <a:pt x="3028012" y="2996100"/>
                  </a:lnTo>
                  <a:lnTo>
                    <a:pt x="3028137" y="2996100"/>
                  </a:lnTo>
                  <a:lnTo>
                    <a:pt x="3028262" y="2996100"/>
                  </a:lnTo>
                  <a:lnTo>
                    <a:pt x="3028387" y="2996100"/>
                  </a:lnTo>
                  <a:lnTo>
                    <a:pt x="3028512" y="2996100"/>
                  </a:lnTo>
                  <a:lnTo>
                    <a:pt x="3028637" y="2996100"/>
                  </a:lnTo>
                  <a:lnTo>
                    <a:pt x="3028762" y="2996100"/>
                  </a:lnTo>
                  <a:lnTo>
                    <a:pt x="3028887" y="2996100"/>
                  </a:lnTo>
                  <a:lnTo>
                    <a:pt x="3029012" y="2996100"/>
                  </a:lnTo>
                  <a:lnTo>
                    <a:pt x="3029137" y="2996100"/>
                  </a:lnTo>
                  <a:lnTo>
                    <a:pt x="3029262" y="2996100"/>
                  </a:lnTo>
                  <a:lnTo>
                    <a:pt x="3029387" y="2996100"/>
                  </a:lnTo>
                  <a:lnTo>
                    <a:pt x="3029512" y="2996100"/>
                  </a:lnTo>
                  <a:lnTo>
                    <a:pt x="3029637" y="2996100"/>
                  </a:lnTo>
                  <a:lnTo>
                    <a:pt x="3029762" y="2996100"/>
                  </a:lnTo>
                  <a:lnTo>
                    <a:pt x="3029887" y="2996100"/>
                  </a:lnTo>
                  <a:lnTo>
                    <a:pt x="3030012" y="2996100"/>
                  </a:lnTo>
                  <a:lnTo>
                    <a:pt x="3030137" y="2996100"/>
                  </a:lnTo>
                  <a:lnTo>
                    <a:pt x="3030263" y="2996100"/>
                  </a:lnTo>
                  <a:lnTo>
                    <a:pt x="3030388" y="2996100"/>
                  </a:lnTo>
                  <a:lnTo>
                    <a:pt x="3030513" y="2996100"/>
                  </a:lnTo>
                  <a:lnTo>
                    <a:pt x="3030638" y="2996100"/>
                  </a:lnTo>
                  <a:lnTo>
                    <a:pt x="3030763" y="2996100"/>
                  </a:lnTo>
                  <a:lnTo>
                    <a:pt x="3030888" y="2996100"/>
                  </a:lnTo>
                  <a:lnTo>
                    <a:pt x="3031013" y="2996100"/>
                  </a:lnTo>
                  <a:lnTo>
                    <a:pt x="3031138" y="2996100"/>
                  </a:lnTo>
                  <a:lnTo>
                    <a:pt x="3031263" y="2996100"/>
                  </a:lnTo>
                  <a:lnTo>
                    <a:pt x="3031388" y="2996100"/>
                  </a:lnTo>
                  <a:lnTo>
                    <a:pt x="3031513" y="2996100"/>
                  </a:lnTo>
                  <a:lnTo>
                    <a:pt x="3031638" y="2996100"/>
                  </a:lnTo>
                  <a:lnTo>
                    <a:pt x="3031763" y="2996100"/>
                  </a:lnTo>
                  <a:lnTo>
                    <a:pt x="3031888" y="2996100"/>
                  </a:lnTo>
                  <a:lnTo>
                    <a:pt x="3032013" y="2996100"/>
                  </a:lnTo>
                  <a:lnTo>
                    <a:pt x="3032138" y="2996100"/>
                  </a:lnTo>
                  <a:lnTo>
                    <a:pt x="3032263" y="2996100"/>
                  </a:lnTo>
                  <a:lnTo>
                    <a:pt x="3032388" y="2996100"/>
                  </a:lnTo>
                  <a:lnTo>
                    <a:pt x="3032513" y="2996100"/>
                  </a:lnTo>
                  <a:lnTo>
                    <a:pt x="3032638" y="2996100"/>
                  </a:lnTo>
                  <a:lnTo>
                    <a:pt x="3032763" y="2996100"/>
                  </a:lnTo>
                  <a:lnTo>
                    <a:pt x="3032888" y="2996100"/>
                  </a:lnTo>
                  <a:lnTo>
                    <a:pt x="3033013" y="2996100"/>
                  </a:lnTo>
                  <a:lnTo>
                    <a:pt x="3033138" y="2996100"/>
                  </a:lnTo>
                  <a:lnTo>
                    <a:pt x="3033264" y="2996100"/>
                  </a:lnTo>
                  <a:lnTo>
                    <a:pt x="3033389" y="2996100"/>
                  </a:lnTo>
                  <a:lnTo>
                    <a:pt x="3033514" y="2996100"/>
                  </a:lnTo>
                  <a:lnTo>
                    <a:pt x="3033639" y="2996100"/>
                  </a:lnTo>
                  <a:lnTo>
                    <a:pt x="3033764" y="2996100"/>
                  </a:lnTo>
                  <a:lnTo>
                    <a:pt x="3033889" y="2996100"/>
                  </a:lnTo>
                  <a:lnTo>
                    <a:pt x="3034014" y="2996100"/>
                  </a:lnTo>
                  <a:lnTo>
                    <a:pt x="3034139" y="2996100"/>
                  </a:lnTo>
                  <a:lnTo>
                    <a:pt x="3034264" y="2996100"/>
                  </a:lnTo>
                  <a:lnTo>
                    <a:pt x="3034389" y="2996100"/>
                  </a:lnTo>
                  <a:lnTo>
                    <a:pt x="3034514" y="2996100"/>
                  </a:lnTo>
                  <a:lnTo>
                    <a:pt x="3034639" y="2996100"/>
                  </a:lnTo>
                  <a:lnTo>
                    <a:pt x="3034764" y="2996100"/>
                  </a:lnTo>
                  <a:lnTo>
                    <a:pt x="3034889" y="2996100"/>
                  </a:lnTo>
                  <a:lnTo>
                    <a:pt x="3035014" y="2996100"/>
                  </a:lnTo>
                  <a:lnTo>
                    <a:pt x="3035139" y="2996100"/>
                  </a:lnTo>
                  <a:lnTo>
                    <a:pt x="3035264" y="2996100"/>
                  </a:lnTo>
                  <a:lnTo>
                    <a:pt x="3035389" y="2996100"/>
                  </a:lnTo>
                  <a:lnTo>
                    <a:pt x="3035514" y="2996100"/>
                  </a:lnTo>
                  <a:lnTo>
                    <a:pt x="3035639" y="2996100"/>
                  </a:lnTo>
                  <a:lnTo>
                    <a:pt x="3035764" y="2996100"/>
                  </a:lnTo>
                  <a:lnTo>
                    <a:pt x="3035889" y="2996100"/>
                  </a:lnTo>
                  <a:lnTo>
                    <a:pt x="3036014" y="2996100"/>
                  </a:lnTo>
                  <a:lnTo>
                    <a:pt x="3036139" y="2996100"/>
                  </a:lnTo>
                  <a:lnTo>
                    <a:pt x="3036265" y="2996100"/>
                  </a:lnTo>
                  <a:lnTo>
                    <a:pt x="3036390" y="2996100"/>
                  </a:lnTo>
                  <a:lnTo>
                    <a:pt x="3036515" y="2996100"/>
                  </a:lnTo>
                  <a:lnTo>
                    <a:pt x="3036640" y="2996100"/>
                  </a:lnTo>
                  <a:lnTo>
                    <a:pt x="3036765" y="2996100"/>
                  </a:lnTo>
                  <a:lnTo>
                    <a:pt x="3036890" y="2996100"/>
                  </a:lnTo>
                  <a:lnTo>
                    <a:pt x="3037015" y="2996100"/>
                  </a:lnTo>
                  <a:lnTo>
                    <a:pt x="3037140" y="2996100"/>
                  </a:lnTo>
                  <a:lnTo>
                    <a:pt x="3037265" y="2996100"/>
                  </a:lnTo>
                  <a:lnTo>
                    <a:pt x="3037390" y="2996100"/>
                  </a:lnTo>
                  <a:lnTo>
                    <a:pt x="3037515" y="2996100"/>
                  </a:lnTo>
                  <a:lnTo>
                    <a:pt x="3037640" y="2996100"/>
                  </a:lnTo>
                  <a:lnTo>
                    <a:pt x="3037765" y="2996100"/>
                  </a:lnTo>
                  <a:lnTo>
                    <a:pt x="3037890" y="2996100"/>
                  </a:lnTo>
                  <a:lnTo>
                    <a:pt x="3038015" y="2996100"/>
                  </a:lnTo>
                  <a:lnTo>
                    <a:pt x="3038140" y="2996100"/>
                  </a:lnTo>
                  <a:lnTo>
                    <a:pt x="3038265" y="2996100"/>
                  </a:lnTo>
                  <a:lnTo>
                    <a:pt x="3038390" y="2996100"/>
                  </a:lnTo>
                  <a:lnTo>
                    <a:pt x="3038515" y="2996100"/>
                  </a:lnTo>
                  <a:lnTo>
                    <a:pt x="3038640" y="2996100"/>
                  </a:lnTo>
                  <a:lnTo>
                    <a:pt x="3038765" y="2996100"/>
                  </a:lnTo>
                  <a:lnTo>
                    <a:pt x="3038890" y="2996100"/>
                  </a:lnTo>
                  <a:lnTo>
                    <a:pt x="3039015" y="2996100"/>
                  </a:lnTo>
                  <a:lnTo>
                    <a:pt x="3039140" y="2996100"/>
                  </a:lnTo>
                  <a:lnTo>
                    <a:pt x="3039266" y="2996100"/>
                  </a:lnTo>
                  <a:lnTo>
                    <a:pt x="3039391" y="2996100"/>
                  </a:lnTo>
                  <a:lnTo>
                    <a:pt x="3039516" y="2996100"/>
                  </a:lnTo>
                  <a:lnTo>
                    <a:pt x="3039641" y="2996100"/>
                  </a:lnTo>
                  <a:lnTo>
                    <a:pt x="3039766" y="2996100"/>
                  </a:lnTo>
                  <a:lnTo>
                    <a:pt x="3039891" y="2996100"/>
                  </a:lnTo>
                  <a:lnTo>
                    <a:pt x="3040016" y="2996100"/>
                  </a:lnTo>
                  <a:lnTo>
                    <a:pt x="3040141" y="2996100"/>
                  </a:lnTo>
                  <a:lnTo>
                    <a:pt x="3040266" y="2996100"/>
                  </a:lnTo>
                  <a:lnTo>
                    <a:pt x="3040391" y="2996100"/>
                  </a:lnTo>
                  <a:lnTo>
                    <a:pt x="3040516" y="2996100"/>
                  </a:lnTo>
                  <a:lnTo>
                    <a:pt x="3040641" y="2996100"/>
                  </a:lnTo>
                  <a:lnTo>
                    <a:pt x="3040766" y="2996100"/>
                  </a:lnTo>
                  <a:lnTo>
                    <a:pt x="3040891" y="2996100"/>
                  </a:lnTo>
                  <a:lnTo>
                    <a:pt x="3041016" y="2996100"/>
                  </a:lnTo>
                  <a:lnTo>
                    <a:pt x="3041141" y="2996100"/>
                  </a:lnTo>
                  <a:lnTo>
                    <a:pt x="3041266" y="2996100"/>
                  </a:lnTo>
                  <a:lnTo>
                    <a:pt x="3041391" y="2996100"/>
                  </a:lnTo>
                  <a:lnTo>
                    <a:pt x="3041391" y="2986146"/>
                  </a:lnTo>
                  <a:lnTo>
                    <a:pt x="3041516" y="2986146"/>
                  </a:lnTo>
                  <a:lnTo>
                    <a:pt x="3041641" y="2986146"/>
                  </a:lnTo>
                  <a:lnTo>
                    <a:pt x="3041766" y="2986146"/>
                  </a:lnTo>
                  <a:lnTo>
                    <a:pt x="3041891" y="2986146"/>
                  </a:lnTo>
                  <a:lnTo>
                    <a:pt x="3042016" y="2986146"/>
                  </a:lnTo>
                  <a:lnTo>
                    <a:pt x="3042141" y="2986146"/>
                  </a:lnTo>
                  <a:lnTo>
                    <a:pt x="3042267" y="2986146"/>
                  </a:lnTo>
                  <a:lnTo>
                    <a:pt x="3042392" y="2986146"/>
                  </a:lnTo>
                  <a:lnTo>
                    <a:pt x="3042517" y="2986146"/>
                  </a:lnTo>
                  <a:lnTo>
                    <a:pt x="3042642" y="2986146"/>
                  </a:lnTo>
                  <a:lnTo>
                    <a:pt x="3042767" y="2986146"/>
                  </a:lnTo>
                  <a:lnTo>
                    <a:pt x="3042892" y="2986146"/>
                  </a:lnTo>
                  <a:lnTo>
                    <a:pt x="3043017" y="2986146"/>
                  </a:lnTo>
                  <a:lnTo>
                    <a:pt x="3043142" y="2986146"/>
                  </a:lnTo>
                  <a:lnTo>
                    <a:pt x="3043267" y="2986146"/>
                  </a:lnTo>
                  <a:lnTo>
                    <a:pt x="3043392" y="2986146"/>
                  </a:lnTo>
                  <a:lnTo>
                    <a:pt x="3043517" y="2986146"/>
                  </a:lnTo>
                  <a:lnTo>
                    <a:pt x="3043642" y="2986146"/>
                  </a:lnTo>
                  <a:lnTo>
                    <a:pt x="3043767" y="2986146"/>
                  </a:lnTo>
                  <a:lnTo>
                    <a:pt x="3043892" y="2986146"/>
                  </a:lnTo>
                  <a:lnTo>
                    <a:pt x="3044017" y="2986146"/>
                  </a:lnTo>
                  <a:lnTo>
                    <a:pt x="3044142" y="2986146"/>
                  </a:lnTo>
                  <a:lnTo>
                    <a:pt x="3044267" y="2986146"/>
                  </a:lnTo>
                  <a:lnTo>
                    <a:pt x="3044392" y="2986146"/>
                  </a:lnTo>
                  <a:lnTo>
                    <a:pt x="3044517" y="2986146"/>
                  </a:lnTo>
                  <a:lnTo>
                    <a:pt x="3044642" y="2986146"/>
                  </a:lnTo>
                  <a:lnTo>
                    <a:pt x="3044767" y="2986146"/>
                  </a:lnTo>
                  <a:lnTo>
                    <a:pt x="3044892" y="2986146"/>
                  </a:lnTo>
                  <a:lnTo>
                    <a:pt x="3045017" y="2986146"/>
                  </a:lnTo>
                  <a:lnTo>
                    <a:pt x="3045142" y="2986146"/>
                  </a:lnTo>
                  <a:lnTo>
                    <a:pt x="3045268" y="2986146"/>
                  </a:lnTo>
                  <a:lnTo>
                    <a:pt x="3045393" y="2986146"/>
                  </a:lnTo>
                  <a:lnTo>
                    <a:pt x="3045518" y="2986146"/>
                  </a:lnTo>
                  <a:lnTo>
                    <a:pt x="3045643" y="2986146"/>
                  </a:lnTo>
                  <a:lnTo>
                    <a:pt x="3045768" y="2986146"/>
                  </a:lnTo>
                  <a:lnTo>
                    <a:pt x="3045893" y="2986146"/>
                  </a:lnTo>
                  <a:lnTo>
                    <a:pt x="3046018" y="2986146"/>
                  </a:lnTo>
                  <a:lnTo>
                    <a:pt x="3046143" y="2986146"/>
                  </a:lnTo>
                  <a:lnTo>
                    <a:pt x="3046268" y="2986146"/>
                  </a:lnTo>
                  <a:lnTo>
                    <a:pt x="3046393" y="2986146"/>
                  </a:lnTo>
                  <a:lnTo>
                    <a:pt x="3046518" y="2986146"/>
                  </a:lnTo>
                  <a:lnTo>
                    <a:pt x="3046643" y="2986146"/>
                  </a:lnTo>
                  <a:lnTo>
                    <a:pt x="3046768" y="2986146"/>
                  </a:lnTo>
                  <a:lnTo>
                    <a:pt x="3046893" y="2986146"/>
                  </a:lnTo>
                  <a:lnTo>
                    <a:pt x="3047018" y="2986146"/>
                  </a:lnTo>
                  <a:lnTo>
                    <a:pt x="3047143" y="2986146"/>
                  </a:lnTo>
                  <a:lnTo>
                    <a:pt x="3047268" y="2986146"/>
                  </a:lnTo>
                  <a:lnTo>
                    <a:pt x="3047393" y="2986146"/>
                  </a:lnTo>
                  <a:lnTo>
                    <a:pt x="3047518" y="2986146"/>
                  </a:lnTo>
                  <a:lnTo>
                    <a:pt x="3047643" y="2986146"/>
                  </a:lnTo>
                  <a:lnTo>
                    <a:pt x="3047768" y="2986146"/>
                  </a:lnTo>
                  <a:lnTo>
                    <a:pt x="3047893" y="2986146"/>
                  </a:lnTo>
                  <a:lnTo>
                    <a:pt x="3048018" y="2986146"/>
                  </a:lnTo>
                  <a:lnTo>
                    <a:pt x="3048143" y="2986146"/>
                  </a:lnTo>
                  <a:lnTo>
                    <a:pt x="3048269" y="2986146"/>
                  </a:lnTo>
                  <a:lnTo>
                    <a:pt x="3048394" y="2986146"/>
                  </a:lnTo>
                  <a:lnTo>
                    <a:pt x="3048519" y="2986146"/>
                  </a:lnTo>
                  <a:lnTo>
                    <a:pt x="3048644" y="2986146"/>
                  </a:lnTo>
                  <a:lnTo>
                    <a:pt x="3048769" y="2986146"/>
                  </a:lnTo>
                  <a:lnTo>
                    <a:pt x="3048894" y="2986146"/>
                  </a:lnTo>
                  <a:lnTo>
                    <a:pt x="3049019" y="2986146"/>
                  </a:lnTo>
                  <a:lnTo>
                    <a:pt x="3049144" y="2986146"/>
                  </a:lnTo>
                  <a:lnTo>
                    <a:pt x="3049269" y="2986146"/>
                  </a:lnTo>
                  <a:lnTo>
                    <a:pt x="3049394" y="2986146"/>
                  </a:lnTo>
                  <a:lnTo>
                    <a:pt x="3049519" y="2986146"/>
                  </a:lnTo>
                  <a:lnTo>
                    <a:pt x="3049644" y="2986146"/>
                  </a:lnTo>
                  <a:lnTo>
                    <a:pt x="3049769" y="2986146"/>
                  </a:lnTo>
                  <a:lnTo>
                    <a:pt x="3049894" y="2986146"/>
                  </a:lnTo>
                  <a:lnTo>
                    <a:pt x="3050019" y="2986146"/>
                  </a:lnTo>
                  <a:lnTo>
                    <a:pt x="3050144" y="2986146"/>
                  </a:lnTo>
                  <a:lnTo>
                    <a:pt x="3050269" y="2986146"/>
                  </a:lnTo>
                  <a:lnTo>
                    <a:pt x="3050394" y="2986146"/>
                  </a:lnTo>
                  <a:lnTo>
                    <a:pt x="3050519" y="2986146"/>
                  </a:lnTo>
                  <a:lnTo>
                    <a:pt x="3050644" y="2986146"/>
                  </a:lnTo>
                  <a:lnTo>
                    <a:pt x="3050769" y="2986146"/>
                  </a:lnTo>
                  <a:lnTo>
                    <a:pt x="3050894" y="2986146"/>
                  </a:lnTo>
                  <a:lnTo>
                    <a:pt x="3051019" y="2986146"/>
                  </a:lnTo>
                  <a:lnTo>
                    <a:pt x="3051144" y="2986146"/>
                  </a:lnTo>
                  <a:lnTo>
                    <a:pt x="3051270" y="2986146"/>
                  </a:lnTo>
                  <a:lnTo>
                    <a:pt x="3051395" y="2986146"/>
                  </a:lnTo>
                  <a:lnTo>
                    <a:pt x="3051520" y="2986146"/>
                  </a:lnTo>
                  <a:lnTo>
                    <a:pt x="3051645" y="2986146"/>
                  </a:lnTo>
                  <a:lnTo>
                    <a:pt x="3051770" y="2986146"/>
                  </a:lnTo>
                  <a:lnTo>
                    <a:pt x="3051895" y="2986146"/>
                  </a:lnTo>
                  <a:lnTo>
                    <a:pt x="3052020" y="2986146"/>
                  </a:lnTo>
                  <a:lnTo>
                    <a:pt x="3052145" y="2986146"/>
                  </a:lnTo>
                  <a:lnTo>
                    <a:pt x="3052270" y="2986146"/>
                  </a:lnTo>
                  <a:lnTo>
                    <a:pt x="3052395" y="2986146"/>
                  </a:lnTo>
                  <a:lnTo>
                    <a:pt x="3052520" y="2986146"/>
                  </a:lnTo>
                  <a:lnTo>
                    <a:pt x="3052645" y="2986146"/>
                  </a:lnTo>
                  <a:lnTo>
                    <a:pt x="3052770" y="2986146"/>
                  </a:lnTo>
                  <a:lnTo>
                    <a:pt x="3052895" y="2986146"/>
                  </a:lnTo>
                  <a:lnTo>
                    <a:pt x="3053020" y="2986146"/>
                  </a:lnTo>
                  <a:lnTo>
                    <a:pt x="3053145" y="2986146"/>
                  </a:lnTo>
                  <a:lnTo>
                    <a:pt x="3053270" y="2986146"/>
                  </a:lnTo>
                  <a:lnTo>
                    <a:pt x="3053395" y="2986146"/>
                  </a:lnTo>
                  <a:lnTo>
                    <a:pt x="3053520" y="2986146"/>
                  </a:lnTo>
                  <a:lnTo>
                    <a:pt x="3053645" y="2986146"/>
                  </a:lnTo>
                  <a:lnTo>
                    <a:pt x="3053770" y="2986146"/>
                  </a:lnTo>
                  <a:lnTo>
                    <a:pt x="3053895" y="2986146"/>
                  </a:lnTo>
                  <a:lnTo>
                    <a:pt x="3054020" y="2986146"/>
                  </a:lnTo>
                  <a:lnTo>
                    <a:pt x="3054145" y="2986146"/>
                  </a:lnTo>
                  <a:lnTo>
                    <a:pt x="3054271" y="2986146"/>
                  </a:lnTo>
                  <a:lnTo>
                    <a:pt x="3054396" y="2986146"/>
                  </a:lnTo>
                  <a:lnTo>
                    <a:pt x="3054521" y="2986146"/>
                  </a:lnTo>
                  <a:lnTo>
                    <a:pt x="3054646" y="2986146"/>
                  </a:lnTo>
                  <a:lnTo>
                    <a:pt x="3054771" y="2986146"/>
                  </a:lnTo>
                  <a:lnTo>
                    <a:pt x="3054896" y="2986146"/>
                  </a:lnTo>
                  <a:lnTo>
                    <a:pt x="3055021" y="2986146"/>
                  </a:lnTo>
                  <a:lnTo>
                    <a:pt x="3055146" y="2986146"/>
                  </a:lnTo>
                  <a:lnTo>
                    <a:pt x="3055271" y="2986146"/>
                  </a:lnTo>
                  <a:lnTo>
                    <a:pt x="3055271" y="2976192"/>
                  </a:lnTo>
                  <a:lnTo>
                    <a:pt x="3055396" y="2976192"/>
                  </a:lnTo>
                  <a:lnTo>
                    <a:pt x="3055521" y="2976192"/>
                  </a:lnTo>
                  <a:lnTo>
                    <a:pt x="3055646" y="2976192"/>
                  </a:lnTo>
                  <a:lnTo>
                    <a:pt x="3055771" y="2976192"/>
                  </a:lnTo>
                  <a:lnTo>
                    <a:pt x="3055896" y="2976192"/>
                  </a:lnTo>
                  <a:lnTo>
                    <a:pt x="3056021" y="2976192"/>
                  </a:lnTo>
                  <a:lnTo>
                    <a:pt x="3056146" y="2976192"/>
                  </a:lnTo>
                  <a:lnTo>
                    <a:pt x="3056271" y="2976192"/>
                  </a:lnTo>
                  <a:lnTo>
                    <a:pt x="3056396" y="2976192"/>
                  </a:lnTo>
                  <a:lnTo>
                    <a:pt x="3056521" y="2976192"/>
                  </a:lnTo>
                  <a:lnTo>
                    <a:pt x="3056646" y="2976192"/>
                  </a:lnTo>
                  <a:lnTo>
                    <a:pt x="3056771" y="2976192"/>
                  </a:lnTo>
                  <a:lnTo>
                    <a:pt x="3056896" y="2976192"/>
                  </a:lnTo>
                  <a:lnTo>
                    <a:pt x="3057021" y="2976192"/>
                  </a:lnTo>
                  <a:lnTo>
                    <a:pt x="3057146" y="2976192"/>
                  </a:lnTo>
                  <a:lnTo>
                    <a:pt x="3057272" y="2976192"/>
                  </a:lnTo>
                  <a:lnTo>
                    <a:pt x="3057397" y="2976192"/>
                  </a:lnTo>
                  <a:lnTo>
                    <a:pt x="3057522" y="2976192"/>
                  </a:lnTo>
                  <a:lnTo>
                    <a:pt x="3057647" y="2976192"/>
                  </a:lnTo>
                  <a:lnTo>
                    <a:pt x="3057772" y="2976192"/>
                  </a:lnTo>
                  <a:lnTo>
                    <a:pt x="3057897" y="2976192"/>
                  </a:lnTo>
                  <a:lnTo>
                    <a:pt x="3058022" y="2976192"/>
                  </a:lnTo>
                  <a:lnTo>
                    <a:pt x="3058147" y="2976192"/>
                  </a:lnTo>
                  <a:lnTo>
                    <a:pt x="3058272" y="2976192"/>
                  </a:lnTo>
                  <a:lnTo>
                    <a:pt x="3058397" y="2976192"/>
                  </a:lnTo>
                  <a:lnTo>
                    <a:pt x="3058522" y="2976192"/>
                  </a:lnTo>
                  <a:lnTo>
                    <a:pt x="3058647" y="2976192"/>
                  </a:lnTo>
                  <a:lnTo>
                    <a:pt x="3058772" y="2976192"/>
                  </a:lnTo>
                  <a:lnTo>
                    <a:pt x="3058897" y="2976192"/>
                  </a:lnTo>
                  <a:lnTo>
                    <a:pt x="3059022" y="2976192"/>
                  </a:lnTo>
                  <a:lnTo>
                    <a:pt x="3059147" y="2976192"/>
                  </a:lnTo>
                  <a:lnTo>
                    <a:pt x="3059272" y="2976192"/>
                  </a:lnTo>
                  <a:lnTo>
                    <a:pt x="3059397" y="2976192"/>
                  </a:lnTo>
                  <a:lnTo>
                    <a:pt x="3059522" y="2976192"/>
                  </a:lnTo>
                  <a:lnTo>
                    <a:pt x="3059647" y="2976192"/>
                  </a:lnTo>
                  <a:lnTo>
                    <a:pt x="3059772" y="2976192"/>
                  </a:lnTo>
                  <a:lnTo>
                    <a:pt x="3059897" y="2976192"/>
                  </a:lnTo>
                  <a:lnTo>
                    <a:pt x="3060022" y="2976192"/>
                  </a:lnTo>
                  <a:lnTo>
                    <a:pt x="3060147" y="2976192"/>
                  </a:lnTo>
                  <a:lnTo>
                    <a:pt x="3060273" y="2976192"/>
                  </a:lnTo>
                  <a:lnTo>
                    <a:pt x="3060398" y="2976192"/>
                  </a:lnTo>
                  <a:lnTo>
                    <a:pt x="3060523" y="2976192"/>
                  </a:lnTo>
                  <a:lnTo>
                    <a:pt x="3060648" y="2976192"/>
                  </a:lnTo>
                  <a:lnTo>
                    <a:pt x="3060773" y="2976192"/>
                  </a:lnTo>
                  <a:lnTo>
                    <a:pt x="3060898" y="2976192"/>
                  </a:lnTo>
                  <a:lnTo>
                    <a:pt x="3061023" y="2976192"/>
                  </a:lnTo>
                  <a:lnTo>
                    <a:pt x="3061148" y="2976192"/>
                  </a:lnTo>
                  <a:lnTo>
                    <a:pt x="3061273" y="2976192"/>
                  </a:lnTo>
                  <a:lnTo>
                    <a:pt x="3061398" y="2976192"/>
                  </a:lnTo>
                  <a:lnTo>
                    <a:pt x="3061523" y="2976192"/>
                  </a:lnTo>
                  <a:lnTo>
                    <a:pt x="3061648" y="2976192"/>
                  </a:lnTo>
                  <a:lnTo>
                    <a:pt x="3061773" y="2976192"/>
                  </a:lnTo>
                  <a:lnTo>
                    <a:pt x="3061898" y="2976192"/>
                  </a:lnTo>
                  <a:lnTo>
                    <a:pt x="3062023" y="2976192"/>
                  </a:lnTo>
                  <a:lnTo>
                    <a:pt x="3062148" y="2976192"/>
                  </a:lnTo>
                  <a:lnTo>
                    <a:pt x="3062273" y="2976192"/>
                  </a:lnTo>
                  <a:lnTo>
                    <a:pt x="3062398" y="2976192"/>
                  </a:lnTo>
                  <a:lnTo>
                    <a:pt x="3062523" y="2976192"/>
                  </a:lnTo>
                  <a:lnTo>
                    <a:pt x="3062648" y="2976192"/>
                  </a:lnTo>
                  <a:lnTo>
                    <a:pt x="3062773" y="2976192"/>
                  </a:lnTo>
                  <a:lnTo>
                    <a:pt x="3062898" y="2976192"/>
                  </a:lnTo>
                  <a:lnTo>
                    <a:pt x="3063023" y="2976192"/>
                  </a:lnTo>
                  <a:lnTo>
                    <a:pt x="3063148" y="2976192"/>
                  </a:lnTo>
                  <a:lnTo>
                    <a:pt x="3063274" y="2976192"/>
                  </a:lnTo>
                  <a:lnTo>
                    <a:pt x="3063399" y="2976192"/>
                  </a:lnTo>
                  <a:lnTo>
                    <a:pt x="3063524" y="2976192"/>
                  </a:lnTo>
                  <a:lnTo>
                    <a:pt x="3063649" y="2976192"/>
                  </a:lnTo>
                  <a:lnTo>
                    <a:pt x="3063774" y="2976192"/>
                  </a:lnTo>
                  <a:lnTo>
                    <a:pt x="3063899" y="2976192"/>
                  </a:lnTo>
                  <a:lnTo>
                    <a:pt x="3064024" y="2976192"/>
                  </a:lnTo>
                  <a:lnTo>
                    <a:pt x="3064149" y="2976192"/>
                  </a:lnTo>
                  <a:lnTo>
                    <a:pt x="3064274" y="2976192"/>
                  </a:lnTo>
                  <a:lnTo>
                    <a:pt x="3064399" y="2976192"/>
                  </a:lnTo>
                  <a:lnTo>
                    <a:pt x="3064524" y="2976192"/>
                  </a:lnTo>
                  <a:lnTo>
                    <a:pt x="3064649" y="2976192"/>
                  </a:lnTo>
                  <a:lnTo>
                    <a:pt x="3064649" y="2966239"/>
                  </a:lnTo>
                  <a:lnTo>
                    <a:pt x="3064774" y="2966239"/>
                  </a:lnTo>
                  <a:lnTo>
                    <a:pt x="3064899" y="2966239"/>
                  </a:lnTo>
                  <a:lnTo>
                    <a:pt x="3065024" y="2966239"/>
                  </a:lnTo>
                  <a:lnTo>
                    <a:pt x="3065149" y="2966239"/>
                  </a:lnTo>
                  <a:lnTo>
                    <a:pt x="3065274" y="2966239"/>
                  </a:lnTo>
                  <a:lnTo>
                    <a:pt x="3065399" y="2966239"/>
                  </a:lnTo>
                  <a:lnTo>
                    <a:pt x="3065524" y="2966239"/>
                  </a:lnTo>
                  <a:lnTo>
                    <a:pt x="3065649" y="2966239"/>
                  </a:lnTo>
                  <a:lnTo>
                    <a:pt x="3065774" y="2966239"/>
                  </a:lnTo>
                  <a:lnTo>
                    <a:pt x="3065899" y="2966239"/>
                  </a:lnTo>
                  <a:lnTo>
                    <a:pt x="3066024" y="2966239"/>
                  </a:lnTo>
                  <a:lnTo>
                    <a:pt x="3066150" y="2966239"/>
                  </a:lnTo>
                  <a:lnTo>
                    <a:pt x="3066275" y="2966239"/>
                  </a:lnTo>
                  <a:lnTo>
                    <a:pt x="3066400" y="2966239"/>
                  </a:lnTo>
                  <a:lnTo>
                    <a:pt x="3066525" y="2966239"/>
                  </a:lnTo>
                  <a:lnTo>
                    <a:pt x="3066650" y="2966239"/>
                  </a:lnTo>
                  <a:lnTo>
                    <a:pt x="3066775" y="2966239"/>
                  </a:lnTo>
                  <a:lnTo>
                    <a:pt x="3066900" y="2966239"/>
                  </a:lnTo>
                  <a:lnTo>
                    <a:pt x="3067025" y="2966239"/>
                  </a:lnTo>
                  <a:lnTo>
                    <a:pt x="3067150" y="2966239"/>
                  </a:lnTo>
                  <a:lnTo>
                    <a:pt x="3067275" y="2966239"/>
                  </a:lnTo>
                  <a:lnTo>
                    <a:pt x="3067400" y="2966239"/>
                  </a:lnTo>
                  <a:lnTo>
                    <a:pt x="3067525" y="2966239"/>
                  </a:lnTo>
                  <a:lnTo>
                    <a:pt x="3067650" y="2966239"/>
                  </a:lnTo>
                  <a:lnTo>
                    <a:pt x="3067775" y="2966239"/>
                  </a:lnTo>
                  <a:lnTo>
                    <a:pt x="3067900" y="2966239"/>
                  </a:lnTo>
                  <a:lnTo>
                    <a:pt x="3068025" y="2966239"/>
                  </a:lnTo>
                  <a:lnTo>
                    <a:pt x="3068150" y="2966239"/>
                  </a:lnTo>
                  <a:lnTo>
                    <a:pt x="3068275" y="2966239"/>
                  </a:lnTo>
                  <a:lnTo>
                    <a:pt x="3068400" y="2966239"/>
                  </a:lnTo>
                  <a:lnTo>
                    <a:pt x="3068525" y="2966239"/>
                  </a:lnTo>
                  <a:lnTo>
                    <a:pt x="3068650" y="2966239"/>
                  </a:lnTo>
                  <a:lnTo>
                    <a:pt x="3068775" y="2966239"/>
                  </a:lnTo>
                  <a:lnTo>
                    <a:pt x="3068900" y="2966239"/>
                  </a:lnTo>
                  <a:lnTo>
                    <a:pt x="3069025" y="2966239"/>
                  </a:lnTo>
                  <a:lnTo>
                    <a:pt x="3069025" y="2956285"/>
                  </a:lnTo>
                  <a:lnTo>
                    <a:pt x="3069151" y="2956285"/>
                  </a:lnTo>
                  <a:lnTo>
                    <a:pt x="3069276" y="2956285"/>
                  </a:lnTo>
                  <a:lnTo>
                    <a:pt x="3069401" y="2956285"/>
                  </a:lnTo>
                  <a:lnTo>
                    <a:pt x="3069526" y="2956285"/>
                  </a:lnTo>
                  <a:lnTo>
                    <a:pt x="3069651" y="2956285"/>
                  </a:lnTo>
                  <a:lnTo>
                    <a:pt x="3069776" y="2956285"/>
                  </a:lnTo>
                  <a:lnTo>
                    <a:pt x="3069901" y="2956285"/>
                  </a:lnTo>
                  <a:lnTo>
                    <a:pt x="3070026" y="2956285"/>
                  </a:lnTo>
                  <a:lnTo>
                    <a:pt x="3070151" y="2956285"/>
                  </a:lnTo>
                  <a:lnTo>
                    <a:pt x="3070276" y="2956285"/>
                  </a:lnTo>
                  <a:lnTo>
                    <a:pt x="3070401" y="2956285"/>
                  </a:lnTo>
                  <a:lnTo>
                    <a:pt x="3070526" y="2956285"/>
                  </a:lnTo>
                  <a:lnTo>
                    <a:pt x="3070651" y="2956285"/>
                  </a:lnTo>
                  <a:lnTo>
                    <a:pt x="3070776" y="2956285"/>
                  </a:lnTo>
                  <a:lnTo>
                    <a:pt x="3070901" y="2956285"/>
                  </a:lnTo>
                  <a:lnTo>
                    <a:pt x="3071026" y="2956285"/>
                  </a:lnTo>
                  <a:lnTo>
                    <a:pt x="3071151" y="2956285"/>
                  </a:lnTo>
                  <a:lnTo>
                    <a:pt x="3071276" y="2956285"/>
                  </a:lnTo>
                  <a:lnTo>
                    <a:pt x="3071401" y="2956285"/>
                  </a:lnTo>
                  <a:lnTo>
                    <a:pt x="3071526" y="2956285"/>
                  </a:lnTo>
                  <a:lnTo>
                    <a:pt x="3071651" y="2956285"/>
                  </a:lnTo>
                  <a:lnTo>
                    <a:pt x="3071776" y="2956285"/>
                  </a:lnTo>
                  <a:lnTo>
                    <a:pt x="3071901" y="2956285"/>
                  </a:lnTo>
                  <a:lnTo>
                    <a:pt x="3072026" y="2956285"/>
                  </a:lnTo>
                  <a:lnTo>
                    <a:pt x="3072152" y="2956285"/>
                  </a:lnTo>
                  <a:lnTo>
                    <a:pt x="3072277" y="2956285"/>
                  </a:lnTo>
                  <a:lnTo>
                    <a:pt x="3072402" y="2956285"/>
                  </a:lnTo>
                  <a:lnTo>
                    <a:pt x="3072527" y="2956285"/>
                  </a:lnTo>
                  <a:lnTo>
                    <a:pt x="3072652" y="2956285"/>
                  </a:lnTo>
                  <a:lnTo>
                    <a:pt x="3072777" y="2956285"/>
                  </a:lnTo>
                  <a:lnTo>
                    <a:pt x="3072902" y="2956285"/>
                  </a:lnTo>
                  <a:lnTo>
                    <a:pt x="3073027" y="2956285"/>
                  </a:lnTo>
                  <a:lnTo>
                    <a:pt x="3073152" y="2956285"/>
                  </a:lnTo>
                  <a:lnTo>
                    <a:pt x="3073277" y="2956285"/>
                  </a:lnTo>
                  <a:lnTo>
                    <a:pt x="3073402" y="2956285"/>
                  </a:lnTo>
                  <a:lnTo>
                    <a:pt x="3073527" y="2956285"/>
                  </a:lnTo>
                  <a:lnTo>
                    <a:pt x="3073652" y="2956285"/>
                  </a:lnTo>
                  <a:lnTo>
                    <a:pt x="3073777" y="2956285"/>
                  </a:lnTo>
                  <a:lnTo>
                    <a:pt x="3073902" y="2956285"/>
                  </a:lnTo>
                  <a:lnTo>
                    <a:pt x="3074027" y="2956285"/>
                  </a:lnTo>
                  <a:lnTo>
                    <a:pt x="3074152" y="2956285"/>
                  </a:lnTo>
                  <a:lnTo>
                    <a:pt x="3074277" y="2956285"/>
                  </a:lnTo>
                  <a:lnTo>
                    <a:pt x="3074402" y="2956285"/>
                  </a:lnTo>
                  <a:lnTo>
                    <a:pt x="3074527" y="2956285"/>
                  </a:lnTo>
                  <a:lnTo>
                    <a:pt x="3074652" y="2956285"/>
                  </a:lnTo>
                  <a:lnTo>
                    <a:pt x="3074777" y="2956285"/>
                  </a:lnTo>
                  <a:lnTo>
                    <a:pt x="3074902" y="2956285"/>
                  </a:lnTo>
                  <a:lnTo>
                    <a:pt x="3075027" y="2956285"/>
                  </a:lnTo>
                  <a:lnTo>
                    <a:pt x="3075153" y="2956285"/>
                  </a:lnTo>
                  <a:lnTo>
                    <a:pt x="3075278" y="2956285"/>
                  </a:lnTo>
                  <a:lnTo>
                    <a:pt x="3075403" y="2956285"/>
                  </a:lnTo>
                  <a:lnTo>
                    <a:pt x="3075528" y="2956285"/>
                  </a:lnTo>
                  <a:lnTo>
                    <a:pt x="3075653" y="2956285"/>
                  </a:lnTo>
                  <a:lnTo>
                    <a:pt x="3075778" y="2956285"/>
                  </a:lnTo>
                  <a:lnTo>
                    <a:pt x="3075903" y="2956285"/>
                  </a:lnTo>
                  <a:lnTo>
                    <a:pt x="3076028" y="2956285"/>
                  </a:lnTo>
                  <a:lnTo>
                    <a:pt x="3076153" y="2956285"/>
                  </a:lnTo>
                  <a:lnTo>
                    <a:pt x="3076278" y="2956285"/>
                  </a:lnTo>
                  <a:lnTo>
                    <a:pt x="3076403" y="2956285"/>
                  </a:lnTo>
                  <a:lnTo>
                    <a:pt x="3076528" y="2956285"/>
                  </a:lnTo>
                  <a:lnTo>
                    <a:pt x="3076528" y="2946331"/>
                  </a:lnTo>
                  <a:lnTo>
                    <a:pt x="3076653" y="2946331"/>
                  </a:lnTo>
                  <a:lnTo>
                    <a:pt x="3076778" y="2946331"/>
                  </a:lnTo>
                  <a:lnTo>
                    <a:pt x="3076903" y="2946331"/>
                  </a:lnTo>
                  <a:lnTo>
                    <a:pt x="3077028" y="2946331"/>
                  </a:lnTo>
                  <a:lnTo>
                    <a:pt x="3077153" y="2946331"/>
                  </a:lnTo>
                  <a:lnTo>
                    <a:pt x="3077278" y="2946331"/>
                  </a:lnTo>
                  <a:lnTo>
                    <a:pt x="3077403" y="2946331"/>
                  </a:lnTo>
                  <a:lnTo>
                    <a:pt x="3077528" y="2946331"/>
                  </a:lnTo>
                  <a:lnTo>
                    <a:pt x="3077653" y="2946331"/>
                  </a:lnTo>
                  <a:lnTo>
                    <a:pt x="3077778" y="2946331"/>
                  </a:lnTo>
                  <a:lnTo>
                    <a:pt x="3077903" y="2946331"/>
                  </a:lnTo>
                  <a:lnTo>
                    <a:pt x="3078028" y="2946331"/>
                  </a:lnTo>
                  <a:lnTo>
                    <a:pt x="3078154" y="2946331"/>
                  </a:lnTo>
                  <a:lnTo>
                    <a:pt x="3078279" y="2946331"/>
                  </a:lnTo>
                  <a:lnTo>
                    <a:pt x="3078404" y="2946331"/>
                  </a:lnTo>
                  <a:lnTo>
                    <a:pt x="3078529" y="2946331"/>
                  </a:lnTo>
                  <a:lnTo>
                    <a:pt x="3078654" y="2946331"/>
                  </a:lnTo>
                  <a:lnTo>
                    <a:pt x="3078779" y="2946331"/>
                  </a:lnTo>
                  <a:lnTo>
                    <a:pt x="3078904" y="2946331"/>
                  </a:lnTo>
                  <a:lnTo>
                    <a:pt x="3079029" y="2946331"/>
                  </a:lnTo>
                  <a:lnTo>
                    <a:pt x="3079154" y="2946331"/>
                  </a:lnTo>
                  <a:lnTo>
                    <a:pt x="3079279" y="2946331"/>
                  </a:lnTo>
                  <a:lnTo>
                    <a:pt x="3079404" y="2946331"/>
                  </a:lnTo>
                  <a:lnTo>
                    <a:pt x="3079529" y="2946331"/>
                  </a:lnTo>
                  <a:lnTo>
                    <a:pt x="3079654" y="2946331"/>
                  </a:lnTo>
                  <a:lnTo>
                    <a:pt x="3079779" y="2946331"/>
                  </a:lnTo>
                  <a:lnTo>
                    <a:pt x="3079904" y="2946331"/>
                  </a:lnTo>
                  <a:lnTo>
                    <a:pt x="3080029" y="2946331"/>
                  </a:lnTo>
                  <a:lnTo>
                    <a:pt x="3080154" y="2946331"/>
                  </a:lnTo>
                  <a:lnTo>
                    <a:pt x="3080279" y="2946331"/>
                  </a:lnTo>
                  <a:lnTo>
                    <a:pt x="3080404" y="2946331"/>
                  </a:lnTo>
                  <a:lnTo>
                    <a:pt x="3080529" y="2946331"/>
                  </a:lnTo>
                  <a:lnTo>
                    <a:pt x="3080654" y="2946331"/>
                  </a:lnTo>
                  <a:lnTo>
                    <a:pt x="3080779" y="2946331"/>
                  </a:lnTo>
                  <a:lnTo>
                    <a:pt x="3080904" y="2946331"/>
                  </a:lnTo>
                  <a:lnTo>
                    <a:pt x="3081029" y="2946331"/>
                  </a:lnTo>
                  <a:lnTo>
                    <a:pt x="3081155" y="2946331"/>
                  </a:lnTo>
                  <a:lnTo>
                    <a:pt x="3081280" y="2946331"/>
                  </a:lnTo>
                  <a:lnTo>
                    <a:pt x="3081405" y="2946331"/>
                  </a:lnTo>
                  <a:lnTo>
                    <a:pt x="3081530" y="2946331"/>
                  </a:lnTo>
                  <a:lnTo>
                    <a:pt x="3081655" y="2946331"/>
                  </a:lnTo>
                  <a:lnTo>
                    <a:pt x="3081780" y="2946331"/>
                  </a:lnTo>
                  <a:lnTo>
                    <a:pt x="3081905" y="2946331"/>
                  </a:lnTo>
                  <a:lnTo>
                    <a:pt x="3082030" y="2946331"/>
                  </a:lnTo>
                  <a:lnTo>
                    <a:pt x="3082155" y="2946331"/>
                  </a:lnTo>
                  <a:lnTo>
                    <a:pt x="3082280" y="2946331"/>
                  </a:lnTo>
                  <a:lnTo>
                    <a:pt x="3082405" y="2946331"/>
                  </a:lnTo>
                  <a:lnTo>
                    <a:pt x="3082530" y="2946331"/>
                  </a:lnTo>
                  <a:lnTo>
                    <a:pt x="3082655" y="2946331"/>
                  </a:lnTo>
                  <a:lnTo>
                    <a:pt x="3082780" y="2946331"/>
                  </a:lnTo>
                  <a:lnTo>
                    <a:pt x="3082905" y="2946331"/>
                  </a:lnTo>
                  <a:lnTo>
                    <a:pt x="3083030" y="2946331"/>
                  </a:lnTo>
                  <a:lnTo>
                    <a:pt x="3083155" y="2946331"/>
                  </a:lnTo>
                  <a:lnTo>
                    <a:pt x="3083280" y="2946331"/>
                  </a:lnTo>
                  <a:lnTo>
                    <a:pt x="3083405" y="2946331"/>
                  </a:lnTo>
                  <a:lnTo>
                    <a:pt x="3083530" y="2946331"/>
                  </a:lnTo>
                  <a:lnTo>
                    <a:pt x="3083655" y="2946331"/>
                  </a:lnTo>
                  <a:lnTo>
                    <a:pt x="3083780" y="2946331"/>
                  </a:lnTo>
                  <a:lnTo>
                    <a:pt x="3083905" y="2946331"/>
                  </a:lnTo>
                  <a:lnTo>
                    <a:pt x="3084030" y="2946331"/>
                  </a:lnTo>
                  <a:lnTo>
                    <a:pt x="3084156" y="2946331"/>
                  </a:lnTo>
                  <a:lnTo>
                    <a:pt x="3084281" y="2946331"/>
                  </a:lnTo>
                  <a:lnTo>
                    <a:pt x="3084406" y="2946331"/>
                  </a:lnTo>
                  <a:lnTo>
                    <a:pt x="3084531" y="2946331"/>
                  </a:lnTo>
                  <a:lnTo>
                    <a:pt x="3084656" y="2946331"/>
                  </a:lnTo>
                  <a:lnTo>
                    <a:pt x="3084781" y="2946331"/>
                  </a:lnTo>
                  <a:lnTo>
                    <a:pt x="3084906" y="2946331"/>
                  </a:lnTo>
                  <a:lnTo>
                    <a:pt x="3085031" y="2946331"/>
                  </a:lnTo>
                  <a:lnTo>
                    <a:pt x="3085156" y="2946331"/>
                  </a:lnTo>
                  <a:lnTo>
                    <a:pt x="3085281" y="2946331"/>
                  </a:lnTo>
                  <a:lnTo>
                    <a:pt x="3085406" y="2946331"/>
                  </a:lnTo>
                  <a:lnTo>
                    <a:pt x="3085531" y="2946331"/>
                  </a:lnTo>
                  <a:lnTo>
                    <a:pt x="3085656" y="2946331"/>
                  </a:lnTo>
                  <a:lnTo>
                    <a:pt x="3085781" y="2946331"/>
                  </a:lnTo>
                  <a:lnTo>
                    <a:pt x="3085906" y="2946331"/>
                  </a:lnTo>
                  <a:lnTo>
                    <a:pt x="3086031" y="2946331"/>
                  </a:lnTo>
                  <a:lnTo>
                    <a:pt x="3086156" y="2946331"/>
                  </a:lnTo>
                  <a:lnTo>
                    <a:pt x="3086281" y="2946331"/>
                  </a:lnTo>
                  <a:lnTo>
                    <a:pt x="3086406" y="2946331"/>
                  </a:lnTo>
                  <a:lnTo>
                    <a:pt x="3086531" y="2946331"/>
                  </a:lnTo>
                  <a:lnTo>
                    <a:pt x="3086656" y="2946331"/>
                  </a:lnTo>
                  <a:lnTo>
                    <a:pt x="3086781" y="2946331"/>
                  </a:lnTo>
                  <a:lnTo>
                    <a:pt x="3086906" y="2946331"/>
                  </a:lnTo>
                  <a:lnTo>
                    <a:pt x="3087031" y="2946331"/>
                  </a:lnTo>
                  <a:lnTo>
                    <a:pt x="3087157" y="2946331"/>
                  </a:lnTo>
                  <a:lnTo>
                    <a:pt x="3087282" y="2946331"/>
                  </a:lnTo>
                  <a:lnTo>
                    <a:pt x="3087407" y="2946331"/>
                  </a:lnTo>
                  <a:lnTo>
                    <a:pt x="3087532" y="2946331"/>
                  </a:lnTo>
                  <a:lnTo>
                    <a:pt x="3087657" y="2946331"/>
                  </a:lnTo>
                  <a:lnTo>
                    <a:pt x="3087782" y="2946331"/>
                  </a:lnTo>
                  <a:lnTo>
                    <a:pt x="3087907" y="2946331"/>
                  </a:lnTo>
                  <a:lnTo>
                    <a:pt x="3088032" y="2946331"/>
                  </a:lnTo>
                  <a:lnTo>
                    <a:pt x="3088157" y="2946331"/>
                  </a:lnTo>
                  <a:lnTo>
                    <a:pt x="3088282" y="2946331"/>
                  </a:lnTo>
                  <a:lnTo>
                    <a:pt x="3088407" y="2946331"/>
                  </a:lnTo>
                  <a:lnTo>
                    <a:pt x="3088532" y="2946331"/>
                  </a:lnTo>
                  <a:lnTo>
                    <a:pt x="3088657" y="2946331"/>
                  </a:lnTo>
                  <a:lnTo>
                    <a:pt x="3088782" y="2946331"/>
                  </a:lnTo>
                  <a:lnTo>
                    <a:pt x="3088907" y="2946331"/>
                  </a:lnTo>
                  <a:lnTo>
                    <a:pt x="3089032" y="2946331"/>
                  </a:lnTo>
                  <a:lnTo>
                    <a:pt x="3089157" y="2946331"/>
                  </a:lnTo>
                  <a:lnTo>
                    <a:pt x="3089282" y="2946331"/>
                  </a:lnTo>
                  <a:lnTo>
                    <a:pt x="3089407" y="2946331"/>
                  </a:lnTo>
                  <a:lnTo>
                    <a:pt x="3089532" y="2946331"/>
                  </a:lnTo>
                  <a:lnTo>
                    <a:pt x="3089657" y="2946331"/>
                  </a:lnTo>
                  <a:lnTo>
                    <a:pt x="3089782" y="2946331"/>
                  </a:lnTo>
                  <a:lnTo>
                    <a:pt x="3089907" y="2946331"/>
                  </a:lnTo>
                  <a:lnTo>
                    <a:pt x="3090032" y="2946331"/>
                  </a:lnTo>
                  <a:lnTo>
                    <a:pt x="3090158" y="2946331"/>
                  </a:lnTo>
                  <a:lnTo>
                    <a:pt x="3090283" y="2946331"/>
                  </a:lnTo>
                  <a:lnTo>
                    <a:pt x="3090408" y="2946331"/>
                  </a:lnTo>
                  <a:lnTo>
                    <a:pt x="3090533" y="2946331"/>
                  </a:lnTo>
                  <a:lnTo>
                    <a:pt x="3090658" y="2946331"/>
                  </a:lnTo>
                  <a:lnTo>
                    <a:pt x="3090783" y="2946331"/>
                  </a:lnTo>
                  <a:lnTo>
                    <a:pt x="3090908" y="2946331"/>
                  </a:lnTo>
                  <a:lnTo>
                    <a:pt x="3091033" y="2946331"/>
                  </a:lnTo>
                  <a:lnTo>
                    <a:pt x="3091158" y="2946331"/>
                  </a:lnTo>
                  <a:lnTo>
                    <a:pt x="3091283" y="2946331"/>
                  </a:lnTo>
                  <a:lnTo>
                    <a:pt x="3091408" y="2946331"/>
                  </a:lnTo>
                  <a:lnTo>
                    <a:pt x="3091533" y="2946331"/>
                  </a:lnTo>
                  <a:lnTo>
                    <a:pt x="3091658" y="2946331"/>
                  </a:lnTo>
                  <a:lnTo>
                    <a:pt x="3091783" y="2946331"/>
                  </a:lnTo>
                  <a:lnTo>
                    <a:pt x="3091908" y="2946331"/>
                  </a:lnTo>
                  <a:lnTo>
                    <a:pt x="3092033" y="2946331"/>
                  </a:lnTo>
                  <a:lnTo>
                    <a:pt x="3092158" y="2946331"/>
                  </a:lnTo>
                  <a:lnTo>
                    <a:pt x="3092283" y="2946331"/>
                  </a:lnTo>
                  <a:lnTo>
                    <a:pt x="3092408" y="2946331"/>
                  </a:lnTo>
                  <a:lnTo>
                    <a:pt x="3092533" y="2946331"/>
                  </a:lnTo>
                  <a:lnTo>
                    <a:pt x="3092658" y="2946331"/>
                  </a:lnTo>
                  <a:lnTo>
                    <a:pt x="3092783" y="2946331"/>
                  </a:lnTo>
                  <a:lnTo>
                    <a:pt x="3092908" y="2946331"/>
                  </a:lnTo>
                  <a:lnTo>
                    <a:pt x="3093033" y="2946331"/>
                  </a:lnTo>
                  <a:lnTo>
                    <a:pt x="3093159" y="2946331"/>
                  </a:lnTo>
                  <a:lnTo>
                    <a:pt x="3093284" y="2946331"/>
                  </a:lnTo>
                  <a:lnTo>
                    <a:pt x="3093409" y="2946331"/>
                  </a:lnTo>
                  <a:lnTo>
                    <a:pt x="3093534" y="2946331"/>
                  </a:lnTo>
                  <a:lnTo>
                    <a:pt x="3093659" y="2946331"/>
                  </a:lnTo>
                  <a:lnTo>
                    <a:pt x="3093784" y="2946331"/>
                  </a:lnTo>
                  <a:lnTo>
                    <a:pt x="3093909" y="2946331"/>
                  </a:lnTo>
                  <a:lnTo>
                    <a:pt x="3094034" y="2946331"/>
                  </a:lnTo>
                  <a:lnTo>
                    <a:pt x="3094159" y="2946331"/>
                  </a:lnTo>
                  <a:lnTo>
                    <a:pt x="3094284" y="2946331"/>
                  </a:lnTo>
                  <a:lnTo>
                    <a:pt x="3094409" y="2946331"/>
                  </a:lnTo>
                  <a:lnTo>
                    <a:pt x="3094534" y="2946331"/>
                  </a:lnTo>
                  <a:lnTo>
                    <a:pt x="3094659" y="2946331"/>
                  </a:lnTo>
                  <a:lnTo>
                    <a:pt x="3094784" y="2946331"/>
                  </a:lnTo>
                  <a:lnTo>
                    <a:pt x="3094909" y="2946331"/>
                  </a:lnTo>
                  <a:lnTo>
                    <a:pt x="3095034" y="2946331"/>
                  </a:lnTo>
                  <a:lnTo>
                    <a:pt x="3095159" y="2946331"/>
                  </a:lnTo>
                  <a:lnTo>
                    <a:pt x="3095284" y="2946331"/>
                  </a:lnTo>
                  <a:lnTo>
                    <a:pt x="3095409" y="2946331"/>
                  </a:lnTo>
                  <a:lnTo>
                    <a:pt x="3095534" y="2946331"/>
                  </a:lnTo>
                  <a:lnTo>
                    <a:pt x="3095659" y="2946331"/>
                  </a:lnTo>
                  <a:lnTo>
                    <a:pt x="3095659" y="2936377"/>
                  </a:lnTo>
                  <a:lnTo>
                    <a:pt x="3095784" y="2936377"/>
                  </a:lnTo>
                  <a:lnTo>
                    <a:pt x="3095909" y="2936377"/>
                  </a:lnTo>
                  <a:lnTo>
                    <a:pt x="3096034" y="2936377"/>
                  </a:lnTo>
                  <a:lnTo>
                    <a:pt x="3096160" y="2936377"/>
                  </a:lnTo>
                  <a:lnTo>
                    <a:pt x="3096285" y="2936377"/>
                  </a:lnTo>
                  <a:lnTo>
                    <a:pt x="3096410" y="2936377"/>
                  </a:lnTo>
                  <a:lnTo>
                    <a:pt x="3096535" y="2936377"/>
                  </a:lnTo>
                  <a:lnTo>
                    <a:pt x="3096660" y="2936377"/>
                  </a:lnTo>
                  <a:lnTo>
                    <a:pt x="3096785" y="2936377"/>
                  </a:lnTo>
                  <a:lnTo>
                    <a:pt x="3096910" y="2936377"/>
                  </a:lnTo>
                  <a:lnTo>
                    <a:pt x="3097035" y="2936377"/>
                  </a:lnTo>
                  <a:lnTo>
                    <a:pt x="3097160" y="2936377"/>
                  </a:lnTo>
                  <a:lnTo>
                    <a:pt x="3097285" y="2936377"/>
                  </a:lnTo>
                  <a:lnTo>
                    <a:pt x="3097410" y="2936377"/>
                  </a:lnTo>
                  <a:lnTo>
                    <a:pt x="3097535" y="2936377"/>
                  </a:lnTo>
                  <a:lnTo>
                    <a:pt x="3097660" y="2936377"/>
                  </a:lnTo>
                  <a:lnTo>
                    <a:pt x="3097785" y="2936377"/>
                  </a:lnTo>
                  <a:lnTo>
                    <a:pt x="3097910" y="2936377"/>
                  </a:lnTo>
                  <a:lnTo>
                    <a:pt x="3098035" y="2936377"/>
                  </a:lnTo>
                  <a:lnTo>
                    <a:pt x="3098160" y="2936377"/>
                  </a:lnTo>
                  <a:lnTo>
                    <a:pt x="3098285" y="2936377"/>
                  </a:lnTo>
                  <a:lnTo>
                    <a:pt x="3098410" y="2936377"/>
                  </a:lnTo>
                  <a:lnTo>
                    <a:pt x="3098535" y="2936377"/>
                  </a:lnTo>
                  <a:lnTo>
                    <a:pt x="3098660" y="2936377"/>
                  </a:lnTo>
                  <a:lnTo>
                    <a:pt x="3098785" y="2936377"/>
                  </a:lnTo>
                  <a:lnTo>
                    <a:pt x="3098910" y="2936377"/>
                  </a:lnTo>
                  <a:lnTo>
                    <a:pt x="3099035" y="2936377"/>
                  </a:lnTo>
                  <a:lnTo>
                    <a:pt x="3099161" y="2936377"/>
                  </a:lnTo>
                  <a:lnTo>
                    <a:pt x="3099286" y="2936377"/>
                  </a:lnTo>
                  <a:lnTo>
                    <a:pt x="3099411" y="2936377"/>
                  </a:lnTo>
                  <a:lnTo>
                    <a:pt x="3099536" y="2936377"/>
                  </a:lnTo>
                  <a:lnTo>
                    <a:pt x="3099661" y="2936377"/>
                  </a:lnTo>
                  <a:lnTo>
                    <a:pt x="3099786" y="2936377"/>
                  </a:lnTo>
                  <a:lnTo>
                    <a:pt x="3099911" y="2936377"/>
                  </a:lnTo>
                  <a:lnTo>
                    <a:pt x="3100036" y="2936377"/>
                  </a:lnTo>
                  <a:lnTo>
                    <a:pt x="3100161" y="2936377"/>
                  </a:lnTo>
                  <a:lnTo>
                    <a:pt x="3100286" y="2936377"/>
                  </a:lnTo>
                  <a:lnTo>
                    <a:pt x="3100411" y="2936377"/>
                  </a:lnTo>
                  <a:lnTo>
                    <a:pt x="3100536" y="2936377"/>
                  </a:lnTo>
                  <a:lnTo>
                    <a:pt x="3100661" y="2936377"/>
                  </a:lnTo>
                  <a:lnTo>
                    <a:pt x="3100786" y="2936377"/>
                  </a:lnTo>
                  <a:lnTo>
                    <a:pt x="3100911" y="2936377"/>
                  </a:lnTo>
                  <a:lnTo>
                    <a:pt x="3101036" y="2936377"/>
                  </a:lnTo>
                  <a:lnTo>
                    <a:pt x="3101161" y="2936377"/>
                  </a:lnTo>
                  <a:lnTo>
                    <a:pt x="3101286" y="2936377"/>
                  </a:lnTo>
                  <a:lnTo>
                    <a:pt x="3101411" y="2936377"/>
                  </a:lnTo>
                  <a:lnTo>
                    <a:pt x="3101536" y="2936377"/>
                  </a:lnTo>
                  <a:lnTo>
                    <a:pt x="3101661" y="2936377"/>
                  </a:lnTo>
                  <a:lnTo>
                    <a:pt x="3101786" y="2936377"/>
                  </a:lnTo>
                  <a:lnTo>
                    <a:pt x="3101911" y="2936377"/>
                  </a:lnTo>
                  <a:lnTo>
                    <a:pt x="3102036" y="2936377"/>
                  </a:lnTo>
                  <a:lnTo>
                    <a:pt x="3102162" y="2936377"/>
                  </a:lnTo>
                  <a:lnTo>
                    <a:pt x="3102287" y="2936377"/>
                  </a:lnTo>
                  <a:lnTo>
                    <a:pt x="3102412" y="2936377"/>
                  </a:lnTo>
                  <a:lnTo>
                    <a:pt x="3102537" y="2936377"/>
                  </a:lnTo>
                  <a:lnTo>
                    <a:pt x="3102662" y="2936377"/>
                  </a:lnTo>
                  <a:lnTo>
                    <a:pt x="3102787" y="2936377"/>
                  </a:lnTo>
                  <a:lnTo>
                    <a:pt x="3102912" y="2936377"/>
                  </a:lnTo>
                  <a:lnTo>
                    <a:pt x="3103037" y="2936377"/>
                  </a:lnTo>
                  <a:lnTo>
                    <a:pt x="3103162" y="2936377"/>
                  </a:lnTo>
                  <a:lnTo>
                    <a:pt x="3103287" y="2936377"/>
                  </a:lnTo>
                  <a:lnTo>
                    <a:pt x="3103412" y="2936377"/>
                  </a:lnTo>
                  <a:lnTo>
                    <a:pt x="3103537" y="2936377"/>
                  </a:lnTo>
                  <a:lnTo>
                    <a:pt x="3103662" y="2936377"/>
                  </a:lnTo>
                  <a:lnTo>
                    <a:pt x="3103787" y="2936377"/>
                  </a:lnTo>
                  <a:lnTo>
                    <a:pt x="3103912" y="2936377"/>
                  </a:lnTo>
                  <a:lnTo>
                    <a:pt x="3104037" y="2936377"/>
                  </a:lnTo>
                  <a:lnTo>
                    <a:pt x="3104162" y="2936377"/>
                  </a:lnTo>
                  <a:lnTo>
                    <a:pt x="3104287" y="2936377"/>
                  </a:lnTo>
                  <a:lnTo>
                    <a:pt x="3104412" y="2936377"/>
                  </a:lnTo>
                  <a:lnTo>
                    <a:pt x="3104537" y="2936377"/>
                  </a:lnTo>
                  <a:lnTo>
                    <a:pt x="3104662" y="2936377"/>
                  </a:lnTo>
                  <a:lnTo>
                    <a:pt x="3104787" y="2936377"/>
                  </a:lnTo>
                  <a:lnTo>
                    <a:pt x="3104912" y="2936377"/>
                  </a:lnTo>
                  <a:lnTo>
                    <a:pt x="3105038" y="2936377"/>
                  </a:lnTo>
                  <a:lnTo>
                    <a:pt x="3105163" y="2936377"/>
                  </a:lnTo>
                  <a:lnTo>
                    <a:pt x="3105288" y="2936377"/>
                  </a:lnTo>
                  <a:lnTo>
                    <a:pt x="3105413" y="2936377"/>
                  </a:lnTo>
                  <a:lnTo>
                    <a:pt x="3105538" y="2936377"/>
                  </a:lnTo>
                  <a:lnTo>
                    <a:pt x="3105663" y="2936377"/>
                  </a:lnTo>
                  <a:lnTo>
                    <a:pt x="3105788" y="2936377"/>
                  </a:lnTo>
                  <a:lnTo>
                    <a:pt x="3105913" y="2936377"/>
                  </a:lnTo>
                  <a:lnTo>
                    <a:pt x="3106038" y="2936377"/>
                  </a:lnTo>
                  <a:lnTo>
                    <a:pt x="3106163" y="2936377"/>
                  </a:lnTo>
                  <a:lnTo>
                    <a:pt x="3106288" y="2936377"/>
                  </a:lnTo>
                  <a:lnTo>
                    <a:pt x="3106413" y="2936377"/>
                  </a:lnTo>
                  <a:lnTo>
                    <a:pt x="3106538" y="2936377"/>
                  </a:lnTo>
                  <a:lnTo>
                    <a:pt x="3106663" y="2936377"/>
                  </a:lnTo>
                  <a:lnTo>
                    <a:pt x="3106788" y="2936377"/>
                  </a:lnTo>
                  <a:lnTo>
                    <a:pt x="3106913" y="2936377"/>
                  </a:lnTo>
                  <a:lnTo>
                    <a:pt x="3107038" y="2936377"/>
                  </a:lnTo>
                  <a:lnTo>
                    <a:pt x="3107163" y="2936377"/>
                  </a:lnTo>
                  <a:lnTo>
                    <a:pt x="3107288" y="2936377"/>
                  </a:lnTo>
                  <a:lnTo>
                    <a:pt x="3107413" y="2936377"/>
                  </a:lnTo>
                  <a:lnTo>
                    <a:pt x="3107538" y="2936377"/>
                  </a:lnTo>
                  <a:lnTo>
                    <a:pt x="3107663" y="2936377"/>
                  </a:lnTo>
                  <a:lnTo>
                    <a:pt x="3107788" y="2936377"/>
                  </a:lnTo>
                  <a:lnTo>
                    <a:pt x="3107913" y="2936377"/>
                  </a:lnTo>
                  <a:lnTo>
                    <a:pt x="3108039" y="2936377"/>
                  </a:lnTo>
                  <a:lnTo>
                    <a:pt x="3108164" y="2936377"/>
                  </a:lnTo>
                  <a:lnTo>
                    <a:pt x="3108289" y="2936377"/>
                  </a:lnTo>
                  <a:lnTo>
                    <a:pt x="3108414" y="2936377"/>
                  </a:lnTo>
                  <a:lnTo>
                    <a:pt x="3108539" y="2936377"/>
                  </a:lnTo>
                  <a:lnTo>
                    <a:pt x="3108664" y="2936377"/>
                  </a:lnTo>
                  <a:lnTo>
                    <a:pt x="3108789" y="2936377"/>
                  </a:lnTo>
                  <a:lnTo>
                    <a:pt x="3108914" y="2936377"/>
                  </a:lnTo>
                  <a:lnTo>
                    <a:pt x="3109039" y="2936377"/>
                  </a:lnTo>
                  <a:lnTo>
                    <a:pt x="3109164" y="2936377"/>
                  </a:lnTo>
                  <a:lnTo>
                    <a:pt x="3109289" y="2936377"/>
                  </a:lnTo>
                  <a:lnTo>
                    <a:pt x="3109414" y="2936377"/>
                  </a:lnTo>
                  <a:lnTo>
                    <a:pt x="3109539" y="2936377"/>
                  </a:lnTo>
                  <a:lnTo>
                    <a:pt x="3109664" y="2936377"/>
                  </a:lnTo>
                  <a:lnTo>
                    <a:pt x="3109789" y="2936377"/>
                  </a:lnTo>
                  <a:lnTo>
                    <a:pt x="3109914" y="2936377"/>
                  </a:lnTo>
                  <a:lnTo>
                    <a:pt x="3110039" y="2936377"/>
                  </a:lnTo>
                  <a:lnTo>
                    <a:pt x="3110164" y="2936377"/>
                  </a:lnTo>
                  <a:lnTo>
                    <a:pt x="3110289" y="2936377"/>
                  </a:lnTo>
                  <a:lnTo>
                    <a:pt x="3110414" y="2936377"/>
                  </a:lnTo>
                  <a:lnTo>
                    <a:pt x="3110539" y="2936377"/>
                  </a:lnTo>
                  <a:lnTo>
                    <a:pt x="3110664" y="2936377"/>
                  </a:lnTo>
                  <a:lnTo>
                    <a:pt x="3110789" y="2936377"/>
                  </a:lnTo>
                  <a:lnTo>
                    <a:pt x="3110914" y="2936377"/>
                  </a:lnTo>
                  <a:lnTo>
                    <a:pt x="3111040" y="2936377"/>
                  </a:lnTo>
                  <a:lnTo>
                    <a:pt x="3111165" y="2936377"/>
                  </a:lnTo>
                  <a:lnTo>
                    <a:pt x="3111290" y="2936377"/>
                  </a:lnTo>
                  <a:lnTo>
                    <a:pt x="3111415" y="2936377"/>
                  </a:lnTo>
                  <a:lnTo>
                    <a:pt x="3111540" y="2936377"/>
                  </a:lnTo>
                  <a:lnTo>
                    <a:pt x="3111665" y="2936377"/>
                  </a:lnTo>
                  <a:lnTo>
                    <a:pt x="3111790" y="2936377"/>
                  </a:lnTo>
                  <a:lnTo>
                    <a:pt x="3111915" y="2936377"/>
                  </a:lnTo>
                  <a:lnTo>
                    <a:pt x="3112040" y="2936377"/>
                  </a:lnTo>
                  <a:lnTo>
                    <a:pt x="3112165" y="2936377"/>
                  </a:lnTo>
                  <a:lnTo>
                    <a:pt x="3112290" y="2936377"/>
                  </a:lnTo>
                  <a:lnTo>
                    <a:pt x="3112415" y="2936377"/>
                  </a:lnTo>
                  <a:lnTo>
                    <a:pt x="3112540" y="2936377"/>
                  </a:lnTo>
                  <a:lnTo>
                    <a:pt x="3112665" y="2936377"/>
                  </a:lnTo>
                  <a:lnTo>
                    <a:pt x="3112790" y="2936377"/>
                  </a:lnTo>
                  <a:lnTo>
                    <a:pt x="3112915" y="2936377"/>
                  </a:lnTo>
                  <a:lnTo>
                    <a:pt x="3113040" y="2936377"/>
                  </a:lnTo>
                  <a:lnTo>
                    <a:pt x="3113165" y="2936377"/>
                  </a:lnTo>
                  <a:lnTo>
                    <a:pt x="3113290" y="2936377"/>
                  </a:lnTo>
                  <a:lnTo>
                    <a:pt x="3113415" y="2936377"/>
                  </a:lnTo>
                  <a:lnTo>
                    <a:pt x="3113540" y="2936377"/>
                  </a:lnTo>
                  <a:lnTo>
                    <a:pt x="3113665" y="2936377"/>
                  </a:lnTo>
                  <a:lnTo>
                    <a:pt x="3113790" y="2936377"/>
                  </a:lnTo>
                  <a:lnTo>
                    <a:pt x="3113915" y="2936377"/>
                  </a:lnTo>
                  <a:lnTo>
                    <a:pt x="3114041" y="2936377"/>
                  </a:lnTo>
                  <a:lnTo>
                    <a:pt x="3114166" y="2936377"/>
                  </a:lnTo>
                  <a:lnTo>
                    <a:pt x="3114291" y="2936377"/>
                  </a:lnTo>
                  <a:lnTo>
                    <a:pt x="3114416" y="2936377"/>
                  </a:lnTo>
                  <a:lnTo>
                    <a:pt x="3114541" y="2936377"/>
                  </a:lnTo>
                  <a:lnTo>
                    <a:pt x="3114666" y="2936377"/>
                  </a:lnTo>
                  <a:lnTo>
                    <a:pt x="3114791" y="2936377"/>
                  </a:lnTo>
                  <a:lnTo>
                    <a:pt x="3114916" y="2936377"/>
                  </a:lnTo>
                  <a:lnTo>
                    <a:pt x="3115041" y="2936377"/>
                  </a:lnTo>
                  <a:lnTo>
                    <a:pt x="3115166" y="2936377"/>
                  </a:lnTo>
                  <a:lnTo>
                    <a:pt x="3115291" y="2936377"/>
                  </a:lnTo>
                  <a:lnTo>
                    <a:pt x="3115416" y="2936377"/>
                  </a:lnTo>
                  <a:lnTo>
                    <a:pt x="3115541" y="2936377"/>
                  </a:lnTo>
                  <a:lnTo>
                    <a:pt x="3115666" y="2936377"/>
                  </a:lnTo>
                  <a:lnTo>
                    <a:pt x="3115791" y="2936377"/>
                  </a:lnTo>
                  <a:lnTo>
                    <a:pt x="3115916" y="2936377"/>
                  </a:lnTo>
                  <a:lnTo>
                    <a:pt x="3116041" y="2936377"/>
                  </a:lnTo>
                  <a:lnTo>
                    <a:pt x="3116166" y="2936377"/>
                  </a:lnTo>
                  <a:lnTo>
                    <a:pt x="3116291" y="2936377"/>
                  </a:lnTo>
                  <a:lnTo>
                    <a:pt x="3116416" y="2936377"/>
                  </a:lnTo>
                  <a:lnTo>
                    <a:pt x="3116541" y="2936377"/>
                  </a:lnTo>
                  <a:lnTo>
                    <a:pt x="3116666" y="2936377"/>
                  </a:lnTo>
                  <a:lnTo>
                    <a:pt x="3116791" y="2936377"/>
                  </a:lnTo>
                  <a:lnTo>
                    <a:pt x="3116916" y="2936377"/>
                  </a:lnTo>
                  <a:lnTo>
                    <a:pt x="3117042" y="2936377"/>
                  </a:lnTo>
                  <a:lnTo>
                    <a:pt x="3117167" y="2936377"/>
                  </a:lnTo>
                  <a:lnTo>
                    <a:pt x="3117292" y="2936377"/>
                  </a:lnTo>
                  <a:lnTo>
                    <a:pt x="3117417" y="2936377"/>
                  </a:lnTo>
                  <a:lnTo>
                    <a:pt x="3117542" y="2936377"/>
                  </a:lnTo>
                  <a:lnTo>
                    <a:pt x="3117667" y="2936377"/>
                  </a:lnTo>
                  <a:lnTo>
                    <a:pt x="3117792" y="2936377"/>
                  </a:lnTo>
                  <a:lnTo>
                    <a:pt x="3117917" y="2936377"/>
                  </a:lnTo>
                  <a:lnTo>
                    <a:pt x="3118042" y="2936377"/>
                  </a:lnTo>
                  <a:lnTo>
                    <a:pt x="3118167" y="2936377"/>
                  </a:lnTo>
                  <a:lnTo>
                    <a:pt x="3118292" y="2936377"/>
                  </a:lnTo>
                  <a:lnTo>
                    <a:pt x="3118417" y="2936377"/>
                  </a:lnTo>
                  <a:lnTo>
                    <a:pt x="3118542" y="2936377"/>
                  </a:lnTo>
                  <a:lnTo>
                    <a:pt x="3118667" y="2936377"/>
                  </a:lnTo>
                  <a:lnTo>
                    <a:pt x="3118792" y="2936377"/>
                  </a:lnTo>
                  <a:lnTo>
                    <a:pt x="3118917" y="2936377"/>
                  </a:lnTo>
                  <a:lnTo>
                    <a:pt x="3119042" y="2936377"/>
                  </a:lnTo>
                  <a:lnTo>
                    <a:pt x="3119167" y="2936377"/>
                  </a:lnTo>
                  <a:lnTo>
                    <a:pt x="3119292" y="2936377"/>
                  </a:lnTo>
                  <a:lnTo>
                    <a:pt x="3119417" y="2936377"/>
                  </a:lnTo>
                  <a:lnTo>
                    <a:pt x="3119542" y="2936377"/>
                  </a:lnTo>
                  <a:lnTo>
                    <a:pt x="3119667" y="2936377"/>
                  </a:lnTo>
                  <a:lnTo>
                    <a:pt x="3119792" y="2936377"/>
                  </a:lnTo>
                  <a:lnTo>
                    <a:pt x="3119917" y="2936377"/>
                  </a:lnTo>
                  <a:lnTo>
                    <a:pt x="3120043" y="2936377"/>
                  </a:lnTo>
                  <a:lnTo>
                    <a:pt x="3120168" y="2936377"/>
                  </a:lnTo>
                  <a:lnTo>
                    <a:pt x="3120293" y="2936377"/>
                  </a:lnTo>
                  <a:lnTo>
                    <a:pt x="3120293" y="2926423"/>
                  </a:lnTo>
                  <a:lnTo>
                    <a:pt x="3120418" y="2926423"/>
                  </a:lnTo>
                  <a:lnTo>
                    <a:pt x="3120543" y="2926423"/>
                  </a:lnTo>
                  <a:lnTo>
                    <a:pt x="3120668" y="2926423"/>
                  </a:lnTo>
                  <a:lnTo>
                    <a:pt x="3120793" y="2926423"/>
                  </a:lnTo>
                  <a:lnTo>
                    <a:pt x="3120918" y="2926423"/>
                  </a:lnTo>
                  <a:lnTo>
                    <a:pt x="3121043" y="2926423"/>
                  </a:lnTo>
                  <a:lnTo>
                    <a:pt x="3121168" y="2926423"/>
                  </a:lnTo>
                  <a:lnTo>
                    <a:pt x="3121293" y="2926423"/>
                  </a:lnTo>
                  <a:lnTo>
                    <a:pt x="3121418" y="2926423"/>
                  </a:lnTo>
                  <a:lnTo>
                    <a:pt x="3121543" y="2926423"/>
                  </a:lnTo>
                  <a:lnTo>
                    <a:pt x="3121668" y="2926423"/>
                  </a:lnTo>
                  <a:lnTo>
                    <a:pt x="3121793" y="2926423"/>
                  </a:lnTo>
                  <a:lnTo>
                    <a:pt x="3121918" y="2926423"/>
                  </a:lnTo>
                  <a:lnTo>
                    <a:pt x="3122043" y="2926423"/>
                  </a:lnTo>
                  <a:lnTo>
                    <a:pt x="3122168" y="2926423"/>
                  </a:lnTo>
                  <a:lnTo>
                    <a:pt x="3122293" y="2926423"/>
                  </a:lnTo>
                  <a:lnTo>
                    <a:pt x="3122418" y="2926423"/>
                  </a:lnTo>
                  <a:lnTo>
                    <a:pt x="3122543" y="2926423"/>
                  </a:lnTo>
                  <a:lnTo>
                    <a:pt x="3122668" y="2926423"/>
                  </a:lnTo>
                  <a:lnTo>
                    <a:pt x="3122793" y="2926423"/>
                  </a:lnTo>
                  <a:lnTo>
                    <a:pt x="3122918" y="2926423"/>
                  </a:lnTo>
                  <a:lnTo>
                    <a:pt x="3123044" y="2926423"/>
                  </a:lnTo>
                  <a:lnTo>
                    <a:pt x="3123169" y="2926423"/>
                  </a:lnTo>
                  <a:lnTo>
                    <a:pt x="3123294" y="2926423"/>
                  </a:lnTo>
                  <a:lnTo>
                    <a:pt x="3123419" y="2926423"/>
                  </a:lnTo>
                  <a:lnTo>
                    <a:pt x="3123544" y="2926423"/>
                  </a:lnTo>
                  <a:lnTo>
                    <a:pt x="3123669" y="2926423"/>
                  </a:lnTo>
                  <a:lnTo>
                    <a:pt x="3123794" y="2926423"/>
                  </a:lnTo>
                  <a:lnTo>
                    <a:pt x="3123919" y="2926423"/>
                  </a:lnTo>
                  <a:lnTo>
                    <a:pt x="3124044" y="2926423"/>
                  </a:lnTo>
                  <a:lnTo>
                    <a:pt x="3124169" y="2926423"/>
                  </a:lnTo>
                  <a:lnTo>
                    <a:pt x="3124169" y="2916470"/>
                  </a:lnTo>
                  <a:lnTo>
                    <a:pt x="3124294" y="2916470"/>
                  </a:lnTo>
                  <a:lnTo>
                    <a:pt x="3124419" y="2916470"/>
                  </a:lnTo>
                  <a:lnTo>
                    <a:pt x="3124544" y="2916470"/>
                  </a:lnTo>
                  <a:lnTo>
                    <a:pt x="3124669" y="2916470"/>
                  </a:lnTo>
                  <a:lnTo>
                    <a:pt x="3124794" y="2916470"/>
                  </a:lnTo>
                  <a:lnTo>
                    <a:pt x="3124919" y="2916470"/>
                  </a:lnTo>
                  <a:lnTo>
                    <a:pt x="3125044" y="2916470"/>
                  </a:lnTo>
                  <a:lnTo>
                    <a:pt x="3125169" y="2916470"/>
                  </a:lnTo>
                  <a:lnTo>
                    <a:pt x="3125294" y="2916470"/>
                  </a:lnTo>
                  <a:lnTo>
                    <a:pt x="3125419" y="2916470"/>
                  </a:lnTo>
                  <a:lnTo>
                    <a:pt x="3125544" y="2916470"/>
                  </a:lnTo>
                  <a:lnTo>
                    <a:pt x="3125669" y="2916470"/>
                  </a:lnTo>
                  <a:lnTo>
                    <a:pt x="3125794" y="2916470"/>
                  </a:lnTo>
                  <a:lnTo>
                    <a:pt x="3125919" y="2916470"/>
                  </a:lnTo>
                  <a:lnTo>
                    <a:pt x="3126045" y="2916470"/>
                  </a:lnTo>
                  <a:lnTo>
                    <a:pt x="3126170" y="2916470"/>
                  </a:lnTo>
                  <a:lnTo>
                    <a:pt x="3126295" y="2916470"/>
                  </a:lnTo>
                  <a:lnTo>
                    <a:pt x="3126420" y="2916470"/>
                  </a:lnTo>
                  <a:lnTo>
                    <a:pt x="3126545" y="2916470"/>
                  </a:lnTo>
                  <a:lnTo>
                    <a:pt x="3126670" y="2916470"/>
                  </a:lnTo>
                  <a:lnTo>
                    <a:pt x="3126795" y="2916470"/>
                  </a:lnTo>
                  <a:lnTo>
                    <a:pt x="3126920" y="2916470"/>
                  </a:lnTo>
                  <a:lnTo>
                    <a:pt x="3127045" y="2916470"/>
                  </a:lnTo>
                  <a:lnTo>
                    <a:pt x="3127170" y="2916470"/>
                  </a:lnTo>
                  <a:lnTo>
                    <a:pt x="3127295" y="2916470"/>
                  </a:lnTo>
                  <a:lnTo>
                    <a:pt x="3127420" y="2916470"/>
                  </a:lnTo>
                  <a:lnTo>
                    <a:pt x="3127545" y="2916470"/>
                  </a:lnTo>
                  <a:lnTo>
                    <a:pt x="3127670" y="2916470"/>
                  </a:lnTo>
                  <a:lnTo>
                    <a:pt x="3127795" y="2916470"/>
                  </a:lnTo>
                  <a:lnTo>
                    <a:pt x="3127920" y="2916470"/>
                  </a:lnTo>
                  <a:lnTo>
                    <a:pt x="3128045" y="2916470"/>
                  </a:lnTo>
                  <a:lnTo>
                    <a:pt x="3128170" y="2916470"/>
                  </a:lnTo>
                  <a:lnTo>
                    <a:pt x="3128295" y="2916470"/>
                  </a:lnTo>
                  <a:lnTo>
                    <a:pt x="3128420" y="2916470"/>
                  </a:lnTo>
                  <a:lnTo>
                    <a:pt x="3128545" y="2916470"/>
                  </a:lnTo>
                  <a:lnTo>
                    <a:pt x="3128670" y="2916470"/>
                  </a:lnTo>
                  <a:lnTo>
                    <a:pt x="3128795" y="2916470"/>
                  </a:lnTo>
                  <a:lnTo>
                    <a:pt x="3128920" y="2916470"/>
                  </a:lnTo>
                  <a:lnTo>
                    <a:pt x="3129046" y="2916470"/>
                  </a:lnTo>
                  <a:lnTo>
                    <a:pt x="3129171" y="2916470"/>
                  </a:lnTo>
                  <a:lnTo>
                    <a:pt x="3129296" y="2916470"/>
                  </a:lnTo>
                  <a:lnTo>
                    <a:pt x="3129421" y="2916470"/>
                  </a:lnTo>
                  <a:lnTo>
                    <a:pt x="3129546" y="2916470"/>
                  </a:lnTo>
                  <a:lnTo>
                    <a:pt x="3129671" y="2916470"/>
                  </a:lnTo>
                  <a:lnTo>
                    <a:pt x="3129796" y="2916470"/>
                  </a:lnTo>
                  <a:lnTo>
                    <a:pt x="3129921" y="2916470"/>
                  </a:lnTo>
                  <a:lnTo>
                    <a:pt x="3130046" y="2916470"/>
                  </a:lnTo>
                  <a:lnTo>
                    <a:pt x="3130171" y="2916470"/>
                  </a:lnTo>
                  <a:lnTo>
                    <a:pt x="3130296" y="2916470"/>
                  </a:lnTo>
                  <a:lnTo>
                    <a:pt x="3130421" y="2916470"/>
                  </a:lnTo>
                  <a:lnTo>
                    <a:pt x="3130546" y="2916470"/>
                  </a:lnTo>
                  <a:lnTo>
                    <a:pt x="3130671" y="2916470"/>
                  </a:lnTo>
                  <a:lnTo>
                    <a:pt x="3130796" y="2916470"/>
                  </a:lnTo>
                  <a:lnTo>
                    <a:pt x="3130921" y="2916470"/>
                  </a:lnTo>
                  <a:lnTo>
                    <a:pt x="3131046" y="2916470"/>
                  </a:lnTo>
                  <a:lnTo>
                    <a:pt x="3131171" y="2916470"/>
                  </a:lnTo>
                  <a:lnTo>
                    <a:pt x="3131296" y="2916470"/>
                  </a:lnTo>
                  <a:lnTo>
                    <a:pt x="3131421" y="2916470"/>
                  </a:lnTo>
                  <a:lnTo>
                    <a:pt x="3131546" y="2916470"/>
                  </a:lnTo>
                  <a:lnTo>
                    <a:pt x="3131671" y="2916470"/>
                  </a:lnTo>
                  <a:lnTo>
                    <a:pt x="3131796" y="2916470"/>
                  </a:lnTo>
                  <a:lnTo>
                    <a:pt x="3131921" y="2916470"/>
                  </a:lnTo>
                  <a:lnTo>
                    <a:pt x="3132047" y="2916470"/>
                  </a:lnTo>
                  <a:lnTo>
                    <a:pt x="3132172" y="2916470"/>
                  </a:lnTo>
                  <a:lnTo>
                    <a:pt x="3132297" y="2916470"/>
                  </a:lnTo>
                  <a:lnTo>
                    <a:pt x="3132422" y="2916470"/>
                  </a:lnTo>
                  <a:lnTo>
                    <a:pt x="3132547" y="2916470"/>
                  </a:lnTo>
                  <a:lnTo>
                    <a:pt x="3132672" y="2916470"/>
                  </a:lnTo>
                  <a:lnTo>
                    <a:pt x="3132797" y="2916470"/>
                  </a:lnTo>
                  <a:lnTo>
                    <a:pt x="3132922" y="2916470"/>
                  </a:lnTo>
                  <a:lnTo>
                    <a:pt x="3133047" y="2916470"/>
                  </a:lnTo>
                  <a:lnTo>
                    <a:pt x="3133172" y="2916470"/>
                  </a:lnTo>
                  <a:lnTo>
                    <a:pt x="3133297" y="2916470"/>
                  </a:lnTo>
                  <a:lnTo>
                    <a:pt x="3133422" y="2916470"/>
                  </a:lnTo>
                  <a:lnTo>
                    <a:pt x="3133547" y="2916470"/>
                  </a:lnTo>
                  <a:lnTo>
                    <a:pt x="3133672" y="2916470"/>
                  </a:lnTo>
                  <a:lnTo>
                    <a:pt x="3133797" y="2916470"/>
                  </a:lnTo>
                  <a:lnTo>
                    <a:pt x="3133922" y="2916470"/>
                  </a:lnTo>
                  <a:lnTo>
                    <a:pt x="3134047" y="2916470"/>
                  </a:lnTo>
                  <a:lnTo>
                    <a:pt x="3134172" y="2916470"/>
                  </a:lnTo>
                  <a:lnTo>
                    <a:pt x="3134297" y="2916470"/>
                  </a:lnTo>
                  <a:lnTo>
                    <a:pt x="3134422" y="2916470"/>
                  </a:lnTo>
                  <a:lnTo>
                    <a:pt x="3134547" y="2916470"/>
                  </a:lnTo>
                  <a:lnTo>
                    <a:pt x="3134672" y="2916470"/>
                  </a:lnTo>
                  <a:lnTo>
                    <a:pt x="3134797" y="2916470"/>
                  </a:lnTo>
                  <a:lnTo>
                    <a:pt x="3134922" y="2916470"/>
                  </a:lnTo>
                  <a:lnTo>
                    <a:pt x="3135048" y="2916470"/>
                  </a:lnTo>
                  <a:lnTo>
                    <a:pt x="3135173" y="2916470"/>
                  </a:lnTo>
                  <a:lnTo>
                    <a:pt x="3135298" y="2916470"/>
                  </a:lnTo>
                  <a:lnTo>
                    <a:pt x="3135423" y="2916470"/>
                  </a:lnTo>
                  <a:lnTo>
                    <a:pt x="3135548" y="2916470"/>
                  </a:lnTo>
                  <a:lnTo>
                    <a:pt x="3135673" y="2916470"/>
                  </a:lnTo>
                  <a:lnTo>
                    <a:pt x="3135798" y="2916470"/>
                  </a:lnTo>
                  <a:lnTo>
                    <a:pt x="3135923" y="2916470"/>
                  </a:lnTo>
                  <a:lnTo>
                    <a:pt x="3136048" y="2916470"/>
                  </a:lnTo>
                  <a:lnTo>
                    <a:pt x="3136173" y="2916470"/>
                  </a:lnTo>
                  <a:lnTo>
                    <a:pt x="3136298" y="2916470"/>
                  </a:lnTo>
                  <a:lnTo>
                    <a:pt x="3136423" y="2916470"/>
                  </a:lnTo>
                  <a:lnTo>
                    <a:pt x="3136548" y="2916470"/>
                  </a:lnTo>
                  <a:lnTo>
                    <a:pt x="3136673" y="2916470"/>
                  </a:lnTo>
                  <a:lnTo>
                    <a:pt x="3136798" y="2916470"/>
                  </a:lnTo>
                  <a:lnTo>
                    <a:pt x="3136923" y="2916470"/>
                  </a:lnTo>
                  <a:lnTo>
                    <a:pt x="3137048" y="2916470"/>
                  </a:lnTo>
                  <a:lnTo>
                    <a:pt x="3137173" y="2916470"/>
                  </a:lnTo>
                  <a:lnTo>
                    <a:pt x="3137298" y="2916470"/>
                  </a:lnTo>
                  <a:lnTo>
                    <a:pt x="3137423" y="2916470"/>
                  </a:lnTo>
                  <a:lnTo>
                    <a:pt x="3137548" y="2916470"/>
                  </a:lnTo>
                  <a:lnTo>
                    <a:pt x="3137673" y="2916470"/>
                  </a:lnTo>
                  <a:lnTo>
                    <a:pt x="3137798" y="2916470"/>
                  </a:lnTo>
                  <a:lnTo>
                    <a:pt x="3137923" y="2916470"/>
                  </a:lnTo>
                  <a:lnTo>
                    <a:pt x="3137923" y="2906516"/>
                  </a:lnTo>
                  <a:lnTo>
                    <a:pt x="3138049" y="2906516"/>
                  </a:lnTo>
                  <a:lnTo>
                    <a:pt x="3138174" y="2906516"/>
                  </a:lnTo>
                  <a:lnTo>
                    <a:pt x="3138299" y="2906516"/>
                  </a:lnTo>
                  <a:lnTo>
                    <a:pt x="3138424" y="2906516"/>
                  </a:lnTo>
                  <a:lnTo>
                    <a:pt x="3138549" y="2906516"/>
                  </a:lnTo>
                  <a:lnTo>
                    <a:pt x="3138674" y="2906516"/>
                  </a:lnTo>
                  <a:lnTo>
                    <a:pt x="3138799" y="2906516"/>
                  </a:lnTo>
                  <a:lnTo>
                    <a:pt x="3138924" y="2906516"/>
                  </a:lnTo>
                  <a:lnTo>
                    <a:pt x="3139049" y="2906516"/>
                  </a:lnTo>
                  <a:lnTo>
                    <a:pt x="3139174" y="2906516"/>
                  </a:lnTo>
                  <a:lnTo>
                    <a:pt x="3139299" y="2906516"/>
                  </a:lnTo>
                  <a:lnTo>
                    <a:pt x="3139424" y="2906516"/>
                  </a:lnTo>
                  <a:lnTo>
                    <a:pt x="3139549" y="2906516"/>
                  </a:lnTo>
                  <a:lnTo>
                    <a:pt x="3139674" y="2906516"/>
                  </a:lnTo>
                  <a:lnTo>
                    <a:pt x="3139799" y="2906516"/>
                  </a:lnTo>
                  <a:lnTo>
                    <a:pt x="3139924" y="2906516"/>
                  </a:lnTo>
                  <a:lnTo>
                    <a:pt x="3140049" y="2906516"/>
                  </a:lnTo>
                  <a:lnTo>
                    <a:pt x="3140174" y="2906516"/>
                  </a:lnTo>
                  <a:lnTo>
                    <a:pt x="3140299" y="2906516"/>
                  </a:lnTo>
                  <a:lnTo>
                    <a:pt x="3140424" y="2906516"/>
                  </a:lnTo>
                  <a:lnTo>
                    <a:pt x="3140549" y="2906516"/>
                  </a:lnTo>
                  <a:lnTo>
                    <a:pt x="3140674" y="2906516"/>
                  </a:lnTo>
                  <a:lnTo>
                    <a:pt x="3140799" y="2906516"/>
                  </a:lnTo>
                  <a:lnTo>
                    <a:pt x="3140924" y="2906516"/>
                  </a:lnTo>
                  <a:lnTo>
                    <a:pt x="3141050" y="2906516"/>
                  </a:lnTo>
                  <a:lnTo>
                    <a:pt x="3141175" y="2906516"/>
                  </a:lnTo>
                  <a:lnTo>
                    <a:pt x="3141300" y="2906516"/>
                  </a:lnTo>
                  <a:lnTo>
                    <a:pt x="3141425" y="2906516"/>
                  </a:lnTo>
                  <a:lnTo>
                    <a:pt x="3141550" y="2906516"/>
                  </a:lnTo>
                  <a:lnTo>
                    <a:pt x="3141675" y="2906516"/>
                  </a:lnTo>
                  <a:lnTo>
                    <a:pt x="3141800" y="2906516"/>
                  </a:lnTo>
                  <a:lnTo>
                    <a:pt x="3141925" y="2906516"/>
                  </a:lnTo>
                  <a:lnTo>
                    <a:pt x="3142050" y="2906516"/>
                  </a:lnTo>
                  <a:lnTo>
                    <a:pt x="3142175" y="2906516"/>
                  </a:lnTo>
                  <a:lnTo>
                    <a:pt x="3142300" y="2906516"/>
                  </a:lnTo>
                  <a:lnTo>
                    <a:pt x="3142425" y="2906516"/>
                  </a:lnTo>
                  <a:lnTo>
                    <a:pt x="3142550" y="2906516"/>
                  </a:lnTo>
                  <a:lnTo>
                    <a:pt x="3142675" y="2906516"/>
                  </a:lnTo>
                  <a:lnTo>
                    <a:pt x="3142800" y="2906516"/>
                  </a:lnTo>
                  <a:lnTo>
                    <a:pt x="3142925" y="2906516"/>
                  </a:lnTo>
                  <a:lnTo>
                    <a:pt x="3143050" y="2906516"/>
                  </a:lnTo>
                  <a:lnTo>
                    <a:pt x="3143175" y="2906516"/>
                  </a:lnTo>
                  <a:lnTo>
                    <a:pt x="3143300" y="2906516"/>
                  </a:lnTo>
                  <a:lnTo>
                    <a:pt x="3143425" y="2906516"/>
                  </a:lnTo>
                  <a:lnTo>
                    <a:pt x="3143550" y="2906516"/>
                  </a:lnTo>
                  <a:lnTo>
                    <a:pt x="3143675" y="2906516"/>
                  </a:lnTo>
                  <a:lnTo>
                    <a:pt x="3143800" y="2906516"/>
                  </a:lnTo>
                  <a:lnTo>
                    <a:pt x="3143926" y="2906516"/>
                  </a:lnTo>
                  <a:lnTo>
                    <a:pt x="3144051" y="2906516"/>
                  </a:lnTo>
                  <a:lnTo>
                    <a:pt x="3144176" y="2906516"/>
                  </a:lnTo>
                  <a:lnTo>
                    <a:pt x="3144301" y="2906516"/>
                  </a:lnTo>
                  <a:lnTo>
                    <a:pt x="3144426" y="2906516"/>
                  </a:lnTo>
                  <a:lnTo>
                    <a:pt x="3144551" y="2906516"/>
                  </a:lnTo>
                  <a:lnTo>
                    <a:pt x="3144676" y="2906516"/>
                  </a:lnTo>
                  <a:lnTo>
                    <a:pt x="3144801" y="2906516"/>
                  </a:lnTo>
                  <a:lnTo>
                    <a:pt x="3144926" y="2906516"/>
                  </a:lnTo>
                  <a:lnTo>
                    <a:pt x="3145051" y="2906516"/>
                  </a:lnTo>
                  <a:lnTo>
                    <a:pt x="3145176" y="2906516"/>
                  </a:lnTo>
                  <a:lnTo>
                    <a:pt x="3145301" y="2906516"/>
                  </a:lnTo>
                  <a:lnTo>
                    <a:pt x="3145426" y="2906516"/>
                  </a:lnTo>
                  <a:lnTo>
                    <a:pt x="3145551" y="2906516"/>
                  </a:lnTo>
                  <a:lnTo>
                    <a:pt x="3145676" y="2906516"/>
                  </a:lnTo>
                  <a:lnTo>
                    <a:pt x="3145801" y="2906516"/>
                  </a:lnTo>
                  <a:lnTo>
                    <a:pt x="3145926" y="2906516"/>
                  </a:lnTo>
                  <a:lnTo>
                    <a:pt x="3146051" y="2906516"/>
                  </a:lnTo>
                  <a:lnTo>
                    <a:pt x="3146176" y="2906516"/>
                  </a:lnTo>
                  <a:lnTo>
                    <a:pt x="3146301" y="2906516"/>
                  </a:lnTo>
                  <a:lnTo>
                    <a:pt x="3146426" y="2906516"/>
                  </a:lnTo>
                  <a:lnTo>
                    <a:pt x="3146551" y="2906516"/>
                  </a:lnTo>
                  <a:lnTo>
                    <a:pt x="3146676" y="2906516"/>
                  </a:lnTo>
                  <a:lnTo>
                    <a:pt x="3146801" y="2906516"/>
                  </a:lnTo>
                  <a:lnTo>
                    <a:pt x="3146927" y="2906516"/>
                  </a:lnTo>
                  <a:lnTo>
                    <a:pt x="3147052" y="2906516"/>
                  </a:lnTo>
                  <a:lnTo>
                    <a:pt x="3147177" y="2906516"/>
                  </a:lnTo>
                  <a:lnTo>
                    <a:pt x="3147177" y="2896562"/>
                  </a:lnTo>
                  <a:lnTo>
                    <a:pt x="3147302" y="2896562"/>
                  </a:lnTo>
                  <a:lnTo>
                    <a:pt x="3147427" y="2896562"/>
                  </a:lnTo>
                  <a:lnTo>
                    <a:pt x="3147552" y="2896562"/>
                  </a:lnTo>
                  <a:lnTo>
                    <a:pt x="3147677" y="2896562"/>
                  </a:lnTo>
                  <a:lnTo>
                    <a:pt x="3147802" y="2896562"/>
                  </a:lnTo>
                  <a:lnTo>
                    <a:pt x="3147927" y="2896562"/>
                  </a:lnTo>
                  <a:lnTo>
                    <a:pt x="3148052" y="2896562"/>
                  </a:lnTo>
                  <a:lnTo>
                    <a:pt x="3148052" y="2886608"/>
                  </a:lnTo>
                  <a:lnTo>
                    <a:pt x="3148177" y="2886608"/>
                  </a:lnTo>
                  <a:lnTo>
                    <a:pt x="3148302" y="2886608"/>
                  </a:lnTo>
                  <a:lnTo>
                    <a:pt x="3148427" y="2886608"/>
                  </a:lnTo>
                  <a:lnTo>
                    <a:pt x="3148552" y="2886608"/>
                  </a:lnTo>
                  <a:lnTo>
                    <a:pt x="3148677" y="2886608"/>
                  </a:lnTo>
                  <a:lnTo>
                    <a:pt x="3148802" y="2886608"/>
                  </a:lnTo>
                  <a:lnTo>
                    <a:pt x="3148927" y="2886608"/>
                  </a:lnTo>
                  <a:lnTo>
                    <a:pt x="3149052" y="2886608"/>
                  </a:lnTo>
                  <a:lnTo>
                    <a:pt x="3149177" y="2886608"/>
                  </a:lnTo>
                  <a:lnTo>
                    <a:pt x="3149302" y="2886608"/>
                  </a:lnTo>
                  <a:lnTo>
                    <a:pt x="3149427" y="2886608"/>
                  </a:lnTo>
                  <a:lnTo>
                    <a:pt x="3149552" y="2886608"/>
                  </a:lnTo>
                  <a:lnTo>
                    <a:pt x="3149677" y="2886608"/>
                  </a:lnTo>
                  <a:lnTo>
                    <a:pt x="3149802" y="2886608"/>
                  </a:lnTo>
                  <a:lnTo>
                    <a:pt x="3149928" y="2886608"/>
                  </a:lnTo>
                  <a:lnTo>
                    <a:pt x="3150053" y="2886608"/>
                  </a:lnTo>
                  <a:lnTo>
                    <a:pt x="3150178" y="2886608"/>
                  </a:lnTo>
                  <a:lnTo>
                    <a:pt x="3150303" y="2886608"/>
                  </a:lnTo>
                  <a:lnTo>
                    <a:pt x="3150428" y="2886608"/>
                  </a:lnTo>
                  <a:lnTo>
                    <a:pt x="3150553" y="2886608"/>
                  </a:lnTo>
                  <a:lnTo>
                    <a:pt x="3150678" y="2886608"/>
                  </a:lnTo>
                  <a:lnTo>
                    <a:pt x="3150803" y="2886608"/>
                  </a:lnTo>
                  <a:lnTo>
                    <a:pt x="3150928" y="2886608"/>
                  </a:lnTo>
                  <a:lnTo>
                    <a:pt x="3151053" y="2886608"/>
                  </a:lnTo>
                  <a:lnTo>
                    <a:pt x="3151178" y="2886608"/>
                  </a:lnTo>
                  <a:lnTo>
                    <a:pt x="3151303" y="2886608"/>
                  </a:lnTo>
                  <a:lnTo>
                    <a:pt x="3151428" y="2886608"/>
                  </a:lnTo>
                  <a:lnTo>
                    <a:pt x="3151553" y="2886608"/>
                  </a:lnTo>
                  <a:lnTo>
                    <a:pt x="3151678" y="2886608"/>
                  </a:lnTo>
                  <a:lnTo>
                    <a:pt x="3151803" y="2886608"/>
                  </a:lnTo>
                  <a:lnTo>
                    <a:pt x="3151928" y="2886608"/>
                  </a:lnTo>
                  <a:lnTo>
                    <a:pt x="3152053" y="2886608"/>
                  </a:lnTo>
                  <a:lnTo>
                    <a:pt x="3152178" y="2886608"/>
                  </a:lnTo>
                  <a:lnTo>
                    <a:pt x="3152303" y="2886608"/>
                  </a:lnTo>
                  <a:lnTo>
                    <a:pt x="3152428" y="2886608"/>
                  </a:lnTo>
                  <a:lnTo>
                    <a:pt x="3152553" y="2886608"/>
                  </a:lnTo>
                  <a:lnTo>
                    <a:pt x="3152678" y="2886608"/>
                  </a:lnTo>
                  <a:lnTo>
                    <a:pt x="3152803" y="2886608"/>
                  </a:lnTo>
                  <a:lnTo>
                    <a:pt x="3152929" y="2886608"/>
                  </a:lnTo>
                  <a:lnTo>
                    <a:pt x="3153054" y="2886608"/>
                  </a:lnTo>
                  <a:lnTo>
                    <a:pt x="3153179" y="2886608"/>
                  </a:lnTo>
                  <a:lnTo>
                    <a:pt x="3153304" y="2886608"/>
                  </a:lnTo>
                  <a:lnTo>
                    <a:pt x="3153429" y="2886608"/>
                  </a:lnTo>
                  <a:lnTo>
                    <a:pt x="3153554" y="2886608"/>
                  </a:lnTo>
                  <a:lnTo>
                    <a:pt x="3153679" y="2886608"/>
                  </a:lnTo>
                  <a:lnTo>
                    <a:pt x="3153804" y="2886608"/>
                  </a:lnTo>
                  <a:lnTo>
                    <a:pt x="3153929" y="2886608"/>
                  </a:lnTo>
                  <a:lnTo>
                    <a:pt x="3154054" y="2886608"/>
                  </a:lnTo>
                  <a:lnTo>
                    <a:pt x="3154179" y="2886608"/>
                  </a:lnTo>
                  <a:lnTo>
                    <a:pt x="3154304" y="2886608"/>
                  </a:lnTo>
                  <a:lnTo>
                    <a:pt x="3154429" y="2886608"/>
                  </a:lnTo>
                  <a:lnTo>
                    <a:pt x="3154554" y="2886608"/>
                  </a:lnTo>
                  <a:lnTo>
                    <a:pt x="3154679" y="2886608"/>
                  </a:lnTo>
                  <a:lnTo>
                    <a:pt x="3154804" y="2886608"/>
                  </a:lnTo>
                  <a:lnTo>
                    <a:pt x="3154929" y="2886608"/>
                  </a:lnTo>
                  <a:lnTo>
                    <a:pt x="3155054" y="2886608"/>
                  </a:lnTo>
                  <a:lnTo>
                    <a:pt x="3155179" y="2886608"/>
                  </a:lnTo>
                  <a:lnTo>
                    <a:pt x="3155304" y="2886608"/>
                  </a:lnTo>
                  <a:lnTo>
                    <a:pt x="3155429" y="2886608"/>
                  </a:lnTo>
                  <a:lnTo>
                    <a:pt x="3155554" y="2886608"/>
                  </a:lnTo>
                  <a:lnTo>
                    <a:pt x="3155679" y="2886608"/>
                  </a:lnTo>
                  <a:lnTo>
                    <a:pt x="3155804" y="2886608"/>
                  </a:lnTo>
                  <a:lnTo>
                    <a:pt x="3155930" y="2886608"/>
                  </a:lnTo>
                  <a:lnTo>
                    <a:pt x="3156055" y="2886608"/>
                  </a:lnTo>
                  <a:lnTo>
                    <a:pt x="3156180" y="2886608"/>
                  </a:lnTo>
                  <a:lnTo>
                    <a:pt x="3156305" y="2886608"/>
                  </a:lnTo>
                  <a:lnTo>
                    <a:pt x="3156430" y="2886608"/>
                  </a:lnTo>
                  <a:lnTo>
                    <a:pt x="3156555" y="2886608"/>
                  </a:lnTo>
                  <a:lnTo>
                    <a:pt x="3156680" y="2886608"/>
                  </a:lnTo>
                  <a:lnTo>
                    <a:pt x="3156805" y="2886608"/>
                  </a:lnTo>
                  <a:lnTo>
                    <a:pt x="3156930" y="2886608"/>
                  </a:lnTo>
                  <a:lnTo>
                    <a:pt x="3157055" y="2886608"/>
                  </a:lnTo>
                  <a:lnTo>
                    <a:pt x="3157180" y="2886608"/>
                  </a:lnTo>
                  <a:lnTo>
                    <a:pt x="3157305" y="2886608"/>
                  </a:lnTo>
                  <a:lnTo>
                    <a:pt x="3157430" y="2886608"/>
                  </a:lnTo>
                  <a:lnTo>
                    <a:pt x="3157555" y="2886608"/>
                  </a:lnTo>
                  <a:lnTo>
                    <a:pt x="3157680" y="2886608"/>
                  </a:lnTo>
                  <a:lnTo>
                    <a:pt x="3157805" y="2886608"/>
                  </a:lnTo>
                  <a:lnTo>
                    <a:pt x="3157930" y="2886608"/>
                  </a:lnTo>
                  <a:lnTo>
                    <a:pt x="3158055" y="2886608"/>
                  </a:lnTo>
                  <a:lnTo>
                    <a:pt x="3158180" y="2886608"/>
                  </a:lnTo>
                  <a:lnTo>
                    <a:pt x="3158305" y="2886608"/>
                  </a:lnTo>
                  <a:lnTo>
                    <a:pt x="3158430" y="2886608"/>
                  </a:lnTo>
                  <a:lnTo>
                    <a:pt x="3158555" y="2886608"/>
                  </a:lnTo>
                  <a:lnTo>
                    <a:pt x="3158680" y="2886608"/>
                  </a:lnTo>
                  <a:lnTo>
                    <a:pt x="3158805" y="2886608"/>
                  </a:lnTo>
                  <a:lnTo>
                    <a:pt x="3158931" y="2886608"/>
                  </a:lnTo>
                  <a:lnTo>
                    <a:pt x="3159056" y="2886608"/>
                  </a:lnTo>
                  <a:lnTo>
                    <a:pt x="3159181" y="2886608"/>
                  </a:lnTo>
                  <a:lnTo>
                    <a:pt x="3159306" y="2886608"/>
                  </a:lnTo>
                  <a:lnTo>
                    <a:pt x="3159306" y="2876654"/>
                  </a:lnTo>
                  <a:lnTo>
                    <a:pt x="3159431" y="2876654"/>
                  </a:lnTo>
                  <a:lnTo>
                    <a:pt x="3159556" y="2876654"/>
                  </a:lnTo>
                  <a:lnTo>
                    <a:pt x="3159681" y="2876654"/>
                  </a:lnTo>
                  <a:lnTo>
                    <a:pt x="3159806" y="2876654"/>
                  </a:lnTo>
                  <a:lnTo>
                    <a:pt x="3159931" y="2876654"/>
                  </a:lnTo>
                  <a:lnTo>
                    <a:pt x="3160056" y="2876654"/>
                  </a:lnTo>
                  <a:lnTo>
                    <a:pt x="3160181" y="2876654"/>
                  </a:lnTo>
                  <a:lnTo>
                    <a:pt x="3160306" y="2876654"/>
                  </a:lnTo>
                  <a:lnTo>
                    <a:pt x="3160431" y="2876654"/>
                  </a:lnTo>
                  <a:lnTo>
                    <a:pt x="3160556" y="2876654"/>
                  </a:lnTo>
                  <a:lnTo>
                    <a:pt x="3160681" y="2876654"/>
                  </a:lnTo>
                  <a:lnTo>
                    <a:pt x="3160806" y="2876654"/>
                  </a:lnTo>
                  <a:lnTo>
                    <a:pt x="3160931" y="2876654"/>
                  </a:lnTo>
                  <a:lnTo>
                    <a:pt x="3161056" y="2876654"/>
                  </a:lnTo>
                  <a:lnTo>
                    <a:pt x="3161181" y="2876654"/>
                  </a:lnTo>
                  <a:lnTo>
                    <a:pt x="3161306" y="2876654"/>
                  </a:lnTo>
                  <a:lnTo>
                    <a:pt x="3161431" y="2876654"/>
                  </a:lnTo>
                  <a:lnTo>
                    <a:pt x="3161556" y="2876654"/>
                  </a:lnTo>
                  <a:lnTo>
                    <a:pt x="3161681" y="2876654"/>
                  </a:lnTo>
                  <a:lnTo>
                    <a:pt x="3161806" y="2876654"/>
                  </a:lnTo>
                  <a:lnTo>
                    <a:pt x="3161932" y="2876654"/>
                  </a:lnTo>
                  <a:lnTo>
                    <a:pt x="3162057" y="2876654"/>
                  </a:lnTo>
                  <a:lnTo>
                    <a:pt x="3162182" y="2876654"/>
                  </a:lnTo>
                  <a:lnTo>
                    <a:pt x="3162182" y="2866700"/>
                  </a:lnTo>
                  <a:lnTo>
                    <a:pt x="3162307" y="2866700"/>
                  </a:lnTo>
                  <a:lnTo>
                    <a:pt x="3162432" y="2866700"/>
                  </a:lnTo>
                  <a:lnTo>
                    <a:pt x="3162557" y="2866700"/>
                  </a:lnTo>
                  <a:lnTo>
                    <a:pt x="3162682" y="2866700"/>
                  </a:lnTo>
                  <a:lnTo>
                    <a:pt x="3162807" y="2866700"/>
                  </a:lnTo>
                  <a:lnTo>
                    <a:pt x="3162932" y="2866700"/>
                  </a:lnTo>
                  <a:lnTo>
                    <a:pt x="3163057" y="2866700"/>
                  </a:lnTo>
                  <a:lnTo>
                    <a:pt x="3163182" y="2866700"/>
                  </a:lnTo>
                  <a:lnTo>
                    <a:pt x="3163307" y="2866700"/>
                  </a:lnTo>
                  <a:lnTo>
                    <a:pt x="3163432" y="2866700"/>
                  </a:lnTo>
                  <a:lnTo>
                    <a:pt x="3163557" y="2866700"/>
                  </a:lnTo>
                  <a:lnTo>
                    <a:pt x="3163682" y="2866700"/>
                  </a:lnTo>
                  <a:lnTo>
                    <a:pt x="3163807" y="2866700"/>
                  </a:lnTo>
                  <a:lnTo>
                    <a:pt x="3163932" y="2866700"/>
                  </a:lnTo>
                  <a:lnTo>
                    <a:pt x="3164057" y="2866700"/>
                  </a:lnTo>
                  <a:lnTo>
                    <a:pt x="3164182" y="2866700"/>
                  </a:lnTo>
                  <a:lnTo>
                    <a:pt x="3164307" y="2866700"/>
                  </a:lnTo>
                  <a:lnTo>
                    <a:pt x="3164432" y="2866700"/>
                  </a:lnTo>
                  <a:lnTo>
                    <a:pt x="3164557" y="2866700"/>
                  </a:lnTo>
                  <a:lnTo>
                    <a:pt x="3164682" y="2866700"/>
                  </a:lnTo>
                  <a:lnTo>
                    <a:pt x="3164807" y="2866700"/>
                  </a:lnTo>
                  <a:lnTo>
                    <a:pt x="3164933" y="2866700"/>
                  </a:lnTo>
                  <a:lnTo>
                    <a:pt x="3165058" y="2866700"/>
                  </a:lnTo>
                  <a:lnTo>
                    <a:pt x="3165183" y="2866700"/>
                  </a:lnTo>
                  <a:lnTo>
                    <a:pt x="3165308" y="2866700"/>
                  </a:lnTo>
                  <a:lnTo>
                    <a:pt x="3165433" y="2866700"/>
                  </a:lnTo>
                  <a:lnTo>
                    <a:pt x="3165558" y="2866700"/>
                  </a:lnTo>
                  <a:lnTo>
                    <a:pt x="3165683" y="2866700"/>
                  </a:lnTo>
                  <a:lnTo>
                    <a:pt x="3165808" y="2866700"/>
                  </a:lnTo>
                  <a:lnTo>
                    <a:pt x="3165933" y="2866700"/>
                  </a:lnTo>
                  <a:lnTo>
                    <a:pt x="3166058" y="2866700"/>
                  </a:lnTo>
                  <a:lnTo>
                    <a:pt x="3166183" y="2866700"/>
                  </a:lnTo>
                  <a:lnTo>
                    <a:pt x="3166308" y="2866700"/>
                  </a:lnTo>
                  <a:lnTo>
                    <a:pt x="3166433" y="2866700"/>
                  </a:lnTo>
                  <a:lnTo>
                    <a:pt x="3166558" y="2866700"/>
                  </a:lnTo>
                  <a:lnTo>
                    <a:pt x="3166683" y="2866700"/>
                  </a:lnTo>
                  <a:lnTo>
                    <a:pt x="3166808" y="2866700"/>
                  </a:lnTo>
                  <a:lnTo>
                    <a:pt x="3166933" y="2866700"/>
                  </a:lnTo>
                  <a:lnTo>
                    <a:pt x="3167058" y="2866700"/>
                  </a:lnTo>
                  <a:lnTo>
                    <a:pt x="3167183" y="2866700"/>
                  </a:lnTo>
                  <a:lnTo>
                    <a:pt x="3167308" y="2866700"/>
                  </a:lnTo>
                  <a:lnTo>
                    <a:pt x="3167433" y="2866700"/>
                  </a:lnTo>
                  <a:lnTo>
                    <a:pt x="3167558" y="2866700"/>
                  </a:lnTo>
                  <a:lnTo>
                    <a:pt x="3167683" y="2866700"/>
                  </a:lnTo>
                  <a:lnTo>
                    <a:pt x="3167808" y="2866700"/>
                  </a:lnTo>
                  <a:lnTo>
                    <a:pt x="3167934" y="2866700"/>
                  </a:lnTo>
                  <a:lnTo>
                    <a:pt x="3168059" y="2866700"/>
                  </a:lnTo>
                  <a:lnTo>
                    <a:pt x="3168184" y="2866700"/>
                  </a:lnTo>
                  <a:lnTo>
                    <a:pt x="3168309" y="2866700"/>
                  </a:lnTo>
                  <a:lnTo>
                    <a:pt x="3168434" y="2866700"/>
                  </a:lnTo>
                  <a:lnTo>
                    <a:pt x="3168559" y="2866700"/>
                  </a:lnTo>
                  <a:lnTo>
                    <a:pt x="3168684" y="2866700"/>
                  </a:lnTo>
                  <a:lnTo>
                    <a:pt x="3168809" y="2866700"/>
                  </a:lnTo>
                  <a:lnTo>
                    <a:pt x="3168934" y="2866700"/>
                  </a:lnTo>
                  <a:lnTo>
                    <a:pt x="3169059" y="2866700"/>
                  </a:lnTo>
                  <a:lnTo>
                    <a:pt x="3169184" y="2866700"/>
                  </a:lnTo>
                  <a:lnTo>
                    <a:pt x="3169309" y="2866700"/>
                  </a:lnTo>
                  <a:lnTo>
                    <a:pt x="3169434" y="2866700"/>
                  </a:lnTo>
                  <a:lnTo>
                    <a:pt x="3169559" y="2866700"/>
                  </a:lnTo>
                  <a:lnTo>
                    <a:pt x="3169684" y="2866700"/>
                  </a:lnTo>
                  <a:lnTo>
                    <a:pt x="3169809" y="2866700"/>
                  </a:lnTo>
                  <a:lnTo>
                    <a:pt x="3169934" y="2866700"/>
                  </a:lnTo>
                  <a:lnTo>
                    <a:pt x="3170059" y="2866700"/>
                  </a:lnTo>
                  <a:lnTo>
                    <a:pt x="3170184" y="2866700"/>
                  </a:lnTo>
                  <a:lnTo>
                    <a:pt x="3170309" y="2866700"/>
                  </a:lnTo>
                  <a:lnTo>
                    <a:pt x="3170434" y="2866700"/>
                  </a:lnTo>
                  <a:lnTo>
                    <a:pt x="3170559" y="2866700"/>
                  </a:lnTo>
                  <a:lnTo>
                    <a:pt x="3170684" y="2866700"/>
                  </a:lnTo>
                  <a:lnTo>
                    <a:pt x="3170809" y="2866700"/>
                  </a:lnTo>
                  <a:lnTo>
                    <a:pt x="3170935" y="2866700"/>
                  </a:lnTo>
                  <a:lnTo>
                    <a:pt x="3171060" y="2866700"/>
                  </a:lnTo>
                  <a:lnTo>
                    <a:pt x="3171185" y="2866700"/>
                  </a:lnTo>
                  <a:lnTo>
                    <a:pt x="3171310" y="2866700"/>
                  </a:lnTo>
                  <a:lnTo>
                    <a:pt x="3171435" y="2866700"/>
                  </a:lnTo>
                  <a:lnTo>
                    <a:pt x="3171560" y="2866700"/>
                  </a:lnTo>
                  <a:lnTo>
                    <a:pt x="3171685" y="2866700"/>
                  </a:lnTo>
                  <a:lnTo>
                    <a:pt x="3171810" y="2866700"/>
                  </a:lnTo>
                  <a:lnTo>
                    <a:pt x="3171935" y="2866700"/>
                  </a:lnTo>
                  <a:lnTo>
                    <a:pt x="3172060" y="2866700"/>
                  </a:lnTo>
                  <a:lnTo>
                    <a:pt x="3172185" y="2866700"/>
                  </a:lnTo>
                  <a:lnTo>
                    <a:pt x="3172310" y="2866700"/>
                  </a:lnTo>
                  <a:lnTo>
                    <a:pt x="3172435" y="2866700"/>
                  </a:lnTo>
                  <a:lnTo>
                    <a:pt x="3172560" y="2866700"/>
                  </a:lnTo>
                  <a:lnTo>
                    <a:pt x="3172685" y="2866700"/>
                  </a:lnTo>
                  <a:lnTo>
                    <a:pt x="3172810" y="2866700"/>
                  </a:lnTo>
                  <a:lnTo>
                    <a:pt x="3172935" y="2866700"/>
                  </a:lnTo>
                  <a:lnTo>
                    <a:pt x="3173060" y="2866700"/>
                  </a:lnTo>
                  <a:lnTo>
                    <a:pt x="3173185" y="2866700"/>
                  </a:lnTo>
                  <a:lnTo>
                    <a:pt x="3173310" y="2866700"/>
                  </a:lnTo>
                  <a:lnTo>
                    <a:pt x="3173435" y="2866700"/>
                  </a:lnTo>
                  <a:lnTo>
                    <a:pt x="3173560" y="2866700"/>
                  </a:lnTo>
                  <a:lnTo>
                    <a:pt x="3173685" y="2866700"/>
                  </a:lnTo>
                  <a:lnTo>
                    <a:pt x="3173810" y="2866700"/>
                  </a:lnTo>
                  <a:lnTo>
                    <a:pt x="3173936" y="2866700"/>
                  </a:lnTo>
                  <a:lnTo>
                    <a:pt x="3174061" y="2866700"/>
                  </a:lnTo>
                  <a:lnTo>
                    <a:pt x="3174186" y="2866700"/>
                  </a:lnTo>
                  <a:lnTo>
                    <a:pt x="3174311" y="2866700"/>
                  </a:lnTo>
                  <a:lnTo>
                    <a:pt x="3174436" y="2866700"/>
                  </a:lnTo>
                  <a:lnTo>
                    <a:pt x="3174561" y="2866700"/>
                  </a:lnTo>
                  <a:lnTo>
                    <a:pt x="3174686" y="2866700"/>
                  </a:lnTo>
                  <a:lnTo>
                    <a:pt x="3174811" y="2866700"/>
                  </a:lnTo>
                  <a:lnTo>
                    <a:pt x="3174936" y="2866700"/>
                  </a:lnTo>
                  <a:lnTo>
                    <a:pt x="3175061" y="2866700"/>
                  </a:lnTo>
                  <a:lnTo>
                    <a:pt x="3175186" y="2866700"/>
                  </a:lnTo>
                  <a:lnTo>
                    <a:pt x="3175311" y="2866700"/>
                  </a:lnTo>
                  <a:lnTo>
                    <a:pt x="3175436" y="2866700"/>
                  </a:lnTo>
                  <a:lnTo>
                    <a:pt x="3175561" y="2866700"/>
                  </a:lnTo>
                  <a:lnTo>
                    <a:pt x="3175686" y="2866700"/>
                  </a:lnTo>
                  <a:lnTo>
                    <a:pt x="3175811" y="2866700"/>
                  </a:lnTo>
                  <a:lnTo>
                    <a:pt x="3175936" y="2866700"/>
                  </a:lnTo>
                  <a:lnTo>
                    <a:pt x="3176061" y="2866700"/>
                  </a:lnTo>
                  <a:lnTo>
                    <a:pt x="3176186" y="2866700"/>
                  </a:lnTo>
                  <a:lnTo>
                    <a:pt x="3176311" y="2866700"/>
                  </a:lnTo>
                  <a:lnTo>
                    <a:pt x="3176436" y="2866700"/>
                  </a:lnTo>
                  <a:lnTo>
                    <a:pt x="3176561" y="2866700"/>
                  </a:lnTo>
                  <a:lnTo>
                    <a:pt x="3176686" y="2866700"/>
                  </a:lnTo>
                  <a:lnTo>
                    <a:pt x="3176811" y="2866700"/>
                  </a:lnTo>
                  <a:lnTo>
                    <a:pt x="3176937" y="2866700"/>
                  </a:lnTo>
                  <a:lnTo>
                    <a:pt x="3177062" y="2866700"/>
                  </a:lnTo>
                  <a:lnTo>
                    <a:pt x="3177187" y="2866700"/>
                  </a:lnTo>
                  <a:lnTo>
                    <a:pt x="3177312" y="2866700"/>
                  </a:lnTo>
                  <a:lnTo>
                    <a:pt x="3177437" y="2866700"/>
                  </a:lnTo>
                  <a:lnTo>
                    <a:pt x="3177562" y="2866700"/>
                  </a:lnTo>
                  <a:lnTo>
                    <a:pt x="3177687" y="2866700"/>
                  </a:lnTo>
                  <a:lnTo>
                    <a:pt x="3177812" y="2866700"/>
                  </a:lnTo>
                  <a:lnTo>
                    <a:pt x="3177937" y="2866700"/>
                  </a:lnTo>
                  <a:lnTo>
                    <a:pt x="3178062" y="2866700"/>
                  </a:lnTo>
                  <a:lnTo>
                    <a:pt x="3178187" y="2866700"/>
                  </a:lnTo>
                  <a:lnTo>
                    <a:pt x="3178312" y="2866700"/>
                  </a:lnTo>
                  <a:lnTo>
                    <a:pt x="3178437" y="2866700"/>
                  </a:lnTo>
                  <a:lnTo>
                    <a:pt x="3178562" y="2866700"/>
                  </a:lnTo>
                  <a:lnTo>
                    <a:pt x="3178687" y="2866700"/>
                  </a:lnTo>
                  <a:lnTo>
                    <a:pt x="3178812" y="2866700"/>
                  </a:lnTo>
                  <a:lnTo>
                    <a:pt x="3178937" y="2866700"/>
                  </a:lnTo>
                  <a:lnTo>
                    <a:pt x="3179062" y="2866700"/>
                  </a:lnTo>
                  <a:lnTo>
                    <a:pt x="3179187" y="2866700"/>
                  </a:lnTo>
                  <a:lnTo>
                    <a:pt x="3179312" y="2866700"/>
                  </a:lnTo>
                  <a:lnTo>
                    <a:pt x="3179437" y="2866700"/>
                  </a:lnTo>
                  <a:lnTo>
                    <a:pt x="3179562" y="2866700"/>
                  </a:lnTo>
                  <a:lnTo>
                    <a:pt x="3179687" y="2866700"/>
                  </a:lnTo>
                  <a:lnTo>
                    <a:pt x="3179812" y="2866700"/>
                  </a:lnTo>
                  <a:lnTo>
                    <a:pt x="3179938" y="2866700"/>
                  </a:lnTo>
                  <a:lnTo>
                    <a:pt x="3180063" y="2866700"/>
                  </a:lnTo>
                  <a:lnTo>
                    <a:pt x="3180188" y="2866700"/>
                  </a:lnTo>
                  <a:lnTo>
                    <a:pt x="3180188" y="2856747"/>
                  </a:lnTo>
                  <a:lnTo>
                    <a:pt x="3180313" y="2856747"/>
                  </a:lnTo>
                  <a:lnTo>
                    <a:pt x="3180438" y="2856747"/>
                  </a:lnTo>
                  <a:lnTo>
                    <a:pt x="3180563" y="2856747"/>
                  </a:lnTo>
                  <a:lnTo>
                    <a:pt x="3180688" y="2856747"/>
                  </a:lnTo>
                  <a:lnTo>
                    <a:pt x="3180813" y="2856747"/>
                  </a:lnTo>
                  <a:lnTo>
                    <a:pt x="3180938" y="2856747"/>
                  </a:lnTo>
                  <a:lnTo>
                    <a:pt x="3181063" y="2856747"/>
                  </a:lnTo>
                  <a:lnTo>
                    <a:pt x="3181188" y="2856747"/>
                  </a:lnTo>
                  <a:lnTo>
                    <a:pt x="3181313" y="2856747"/>
                  </a:lnTo>
                  <a:lnTo>
                    <a:pt x="3181438" y="2856747"/>
                  </a:lnTo>
                  <a:lnTo>
                    <a:pt x="3181563" y="2856747"/>
                  </a:lnTo>
                  <a:lnTo>
                    <a:pt x="3181688" y="2856747"/>
                  </a:lnTo>
                  <a:lnTo>
                    <a:pt x="3181813" y="2856747"/>
                  </a:lnTo>
                  <a:lnTo>
                    <a:pt x="3181813" y="2846793"/>
                  </a:lnTo>
                  <a:lnTo>
                    <a:pt x="3181938" y="2846793"/>
                  </a:lnTo>
                  <a:lnTo>
                    <a:pt x="3182063" y="2846793"/>
                  </a:lnTo>
                  <a:lnTo>
                    <a:pt x="3182188" y="2846793"/>
                  </a:lnTo>
                  <a:lnTo>
                    <a:pt x="3182313" y="2846793"/>
                  </a:lnTo>
                  <a:lnTo>
                    <a:pt x="3182438" y="2846793"/>
                  </a:lnTo>
                  <a:lnTo>
                    <a:pt x="3182563" y="2846793"/>
                  </a:lnTo>
                  <a:lnTo>
                    <a:pt x="3182688" y="2846793"/>
                  </a:lnTo>
                  <a:lnTo>
                    <a:pt x="3182814" y="2846793"/>
                  </a:lnTo>
                  <a:lnTo>
                    <a:pt x="3182939" y="2846793"/>
                  </a:lnTo>
                  <a:lnTo>
                    <a:pt x="3183064" y="2846793"/>
                  </a:lnTo>
                  <a:lnTo>
                    <a:pt x="3183189" y="2846793"/>
                  </a:lnTo>
                  <a:lnTo>
                    <a:pt x="3183314" y="2846793"/>
                  </a:lnTo>
                  <a:lnTo>
                    <a:pt x="3183439" y="2846793"/>
                  </a:lnTo>
                  <a:lnTo>
                    <a:pt x="3183564" y="2846793"/>
                  </a:lnTo>
                  <a:lnTo>
                    <a:pt x="3183689" y="2846793"/>
                  </a:lnTo>
                  <a:lnTo>
                    <a:pt x="3183814" y="2846793"/>
                  </a:lnTo>
                  <a:lnTo>
                    <a:pt x="3183939" y="2846793"/>
                  </a:lnTo>
                  <a:lnTo>
                    <a:pt x="3184064" y="2846793"/>
                  </a:lnTo>
                  <a:lnTo>
                    <a:pt x="3184189" y="2846793"/>
                  </a:lnTo>
                  <a:lnTo>
                    <a:pt x="3184314" y="2846793"/>
                  </a:lnTo>
                  <a:lnTo>
                    <a:pt x="3184439" y="2846793"/>
                  </a:lnTo>
                  <a:lnTo>
                    <a:pt x="3184564" y="2846793"/>
                  </a:lnTo>
                  <a:lnTo>
                    <a:pt x="3184689" y="2846793"/>
                  </a:lnTo>
                  <a:lnTo>
                    <a:pt x="3184814" y="2846793"/>
                  </a:lnTo>
                  <a:lnTo>
                    <a:pt x="3184939" y="2846793"/>
                  </a:lnTo>
                  <a:lnTo>
                    <a:pt x="3185064" y="2846793"/>
                  </a:lnTo>
                  <a:lnTo>
                    <a:pt x="3185189" y="2846793"/>
                  </a:lnTo>
                  <a:lnTo>
                    <a:pt x="3185314" y="2846793"/>
                  </a:lnTo>
                  <a:lnTo>
                    <a:pt x="3185439" y="2846793"/>
                  </a:lnTo>
                  <a:lnTo>
                    <a:pt x="3185564" y="2846793"/>
                  </a:lnTo>
                  <a:lnTo>
                    <a:pt x="3185689" y="2846793"/>
                  </a:lnTo>
                  <a:lnTo>
                    <a:pt x="3185815" y="2846793"/>
                  </a:lnTo>
                  <a:lnTo>
                    <a:pt x="3185940" y="2846793"/>
                  </a:lnTo>
                  <a:lnTo>
                    <a:pt x="3186065" y="2846793"/>
                  </a:lnTo>
                  <a:lnTo>
                    <a:pt x="3186190" y="2846793"/>
                  </a:lnTo>
                  <a:lnTo>
                    <a:pt x="3186315" y="2846793"/>
                  </a:lnTo>
                  <a:lnTo>
                    <a:pt x="3186440" y="2846793"/>
                  </a:lnTo>
                  <a:lnTo>
                    <a:pt x="3186565" y="2846793"/>
                  </a:lnTo>
                  <a:lnTo>
                    <a:pt x="3186690" y="2846793"/>
                  </a:lnTo>
                  <a:lnTo>
                    <a:pt x="3186815" y="2846793"/>
                  </a:lnTo>
                  <a:lnTo>
                    <a:pt x="3186940" y="2846793"/>
                  </a:lnTo>
                  <a:lnTo>
                    <a:pt x="3187065" y="2846793"/>
                  </a:lnTo>
                  <a:lnTo>
                    <a:pt x="3187190" y="2846793"/>
                  </a:lnTo>
                  <a:lnTo>
                    <a:pt x="3187315" y="2846793"/>
                  </a:lnTo>
                  <a:lnTo>
                    <a:pt x="3187315" y="2836839"/>
                  </a:lnTo>
                  <a:lnTo>
                    <a:pt x="3187440" y="2836839"/>
                  </a:lnTo>
                  <a:lnTo>
                    <a:pt x="3187565" y="2836839"/>
                  </a:lnTo>
                  <a:lnTo>
                    <a:pt x="3187690" y="2836839"/>
                  </a:lnTo>
                  <a:lnTo>
                    <a:pt x="3187815" y="2836839"/>
                  </a:lnTo>
                  <a:lnTo>
                    <a:pt x="3187940" y="2836839"/>
                  </a:lnTo>
                  <a:lnTo>
                    <a:pt x="3188065" y="2836839"/>
                  </a:lnTo>
                  <a:lnTo>
                    <a:pt x="3188190" y="2836839"/>
                  </a:lnTo>
                  <a:lnTo>
                    <a:pt x="3188315" y="2836839"/>
                  </a:lnTo>
                  <a:lnTo>
                    <a:pt x="3188440" y="2836839"/>
                  </a:lnTo>
                  <a:lnTo>
                    <a:pt x="3188565" y="2836839"/>
                  </a:lnTo>
                  <a:lnTo>
                    <a:pt x="3188690" y="2836839"/>
                  </a:lnTo>
                  <a:lnTo>
                    <a:pt x="3188816" y="2836839"/>
                  </a:lnTo>
                  <a:lnTo>
                    <a:pt x="3188941" y="2836839"/>
                  </a:lnTo>
                  <a:lnTo>
                    <a:pt x="3189066" y="2836839"/>
                  </a:lnTo>
                  <a:lnTo>
                    <a:pt x="3189191" y="2836839"/>
                  </a:lnTo>
                  <a:lnTo>
                    <a:pt x="3189316" y="2836839"/>
                  </a:lnTo>
                  <a:lnTo>
                    <a:pt x="3189441" y="2836839"/>
                  </a:lnTo>
                  <a:lnTo>
                    <a:pt x="3189566" y="2836839"/>
                  </a:lnTo>
                  <a:lnTo>
                    <a:pt x="3189691" y="2836839"/>
                  </a:lnTo>
                  <a:lnTo>
                    <a:pt x="3189816" y="2836839"/>
                  </a:lnTo>
                  <a:lnTo>
                    <a:pt x="3189941" y="2836839"/>
                  </a:lnTo>
                  <a:lnTo>
                    <a:pt x="3190066" y="2836839"/>
                  </a:lnTo>
                  <a:lnTo>
                    <a:pt x="3190191" y="2836839"/>
                  </a:lnTo>
                  <a:lnTo>
                    <a:pt x="3190316" y="2836839"/>
                  </a:lnTo>
                  <a:lnTo>
                    <a:pt x="3190441" y="2836839"/>
                  </a:lnTo>
                  <a:lnTo>
                    <a:pt x="3190566" y="2836839"/>
                  </a:lnTo>
                  <a:lnTo>
                    <a:pt x="3190691" y="2836839"/>
                  </a:lnTo>
                  <a:lnTo>
                    <a:pt x="3190816" y="2836839"/>
                  </a:lnTo>
                  <a:lnTo>
                    <a:pt x="3190941" y="2836839"/>
                  </a:lnTo>
                  <a:lnTo>
                    <a:pt x="3191066" y="2836839"/>
                  </a:lnTo>
                  <a:lnTo>
                    <a:pt x="3191191" y="2836839"/>
                  </a:lnTo>
                  <a:lnTo>
                    <a:pt x="3191316" y="2836839"/>
                  </a:lnTo>
                  <a:lnTo>
                    <a:pt x="3191441" y="2836839"/>
                  </a:lnTo>
                  <a:lnTo>
                    <a:pt x="3191566" y="2836839"/>
                  </a:lnTo>
                  <a:lnTo>
                    <a:pt x="3191691" y="2836839"/>
                  </a:lnTo>
                  <a:lnTo>
                    <a:pt x="3191817" y="2836839"/>
                  </a:lnTo>
                  <a:lnTo>
                    <a:pt x="3191942" y="2836839"/>
                  </a:lnTo>
                  <a:lnTo>
                    <a:pt x="3192067" y="2836839"/>
                  </a:lnTo>
                  <a:lnTo>
                    <a:pt x="3192192" y="2836839"/>
                  </a:lnTo>
                  <a:lnTo>
                    <a:pt x="3192317" y="2836839"/>
                  </a:lnTo>
                  <a:lnTo>
                    <a:pt x="3192317" y="2826885"/>
                  </a:lnTo>
                  <a:lnTo>
                    <a:pt x="3192442" y="2826885"/>
                  </a:lnTo>
                  <a:lnTo>
                    <a:pt x="3192567" y="2826885"/>
                  </a:lnTo>
                  <a:lnTo>
                    <a:pt x="3192692" y="2826885"/>
                  </a:lnTo>
                  <a:lnTo>
                    <a:pt x="3192817" y="2826885"/>
                  </a:lnTo>
                  <a:lnTo>
                    <a:pt x="3192942" y="2826885"/>
                  </a:lnTo>
                  <a:lnTo>
                    <a:pt x="3193067" y="2826885"/>
                  </a:lnTo>
                  <a:lnTo>
                    <a:pt x="3193192" y="2826885"/>
                  </a:lnTo>
                  <a:lnTo>
                    <a:pt x="3193317" y="2826885"/>
                  </a:lnTo>
                  <a:lnTo>
                    <a:pt x="3193442" y="2826885"/>
                  </a:lnTo>
                  <a:lnTo>
                    <a:pt x="3193567" y="2826885"/>
                  </a:lnTo>
                  <a:lnTo>
                    <a:pt x="3193692" y="2826885"/>
                  </a:lnTo>
                  <a:lnTo>
                    <a:pt x="3193817" y="2826885"/>
                  </a:lnTo>
                  <a:lnTo>
                    <a:pt x="3193942" y="2826885"/>
                  </a:lnTo>
                  <a:lnTo>
                    <a:pt x="3194067" y="2826885"/>
                  </a:lnTo>
                  <a:lnTo>
                    <a:pt x="3194192" y="2826885"/>
                  </a:lnTo>
                  <a:lnTo>
                    <a:pt x="3194317" y="2826885"/>
                  </a:lnTo>
                  <a:lnTo>
                    <a:pt x="3194442" y="2826885"/>
                  </a:lnTo>
                  <a:lnTo>
                    <a:pt x="3194567" y="2826885"/>
                  </a:lnTo>
                  <a:lnTo>
                    <a:pt x="3194692" y="2826885"/>
                  </a:lnTo>
                  <a:lnTo>
                    <a:pt x="3194818" y="2826885"/>
                  </a:lnTo>
                  <a:lnTo>
                    <a:pt x="3194943" y="2826885"/>
                  </a:lnTo>
                  <a:lnTo>
                    <a:pt x="3195068" y="2826885"/>
                  </a:lnTo>
                  <a:lnTo>
                    <a:pt x="3195193" y="2826885"/>
                  </a:lnTo>
                  <a:lnTo>
                    <a:pt x="3195318" y="2826885"/>
                  </a:lnTo>
                  <a:lnTo>
                    <a:pt x="3195443" y="2826885"/>
                  </a:lnTo>
                  <a:lnTo>
                    <a:pt x="3195568" y="2826885"/>
                  </a:lnTo>
                  <a:lnTo>
                    <a:pt x="3195693" y="2826885"/>
                  </a:lnTo>
                  <a:lnTo>
                    <a:pt x="3195818" y="2826885"/>
                  </a:lnTo>
                  <a:lnTo>
                    <a:pt x="3195943" y="2826885"/>
                  </a:lnTo>
                  <a:lnTo>
                    <a:pt x="3196068" y="2826885"/>
                  </a:lnTo>
                  <a:lnTo>
                    <a:pt x="3196193" y="2826885"/>
                  </a:lnTo>
                  <a:lnTo>
                    <a:pt x="3196318" y="2826885"/>
                  </a:lnTo>
                  <a:lnTo>
                    <a:pt x="3196443" y="2826885"/>
                  </a:lnTo>
                  <a:lnTo>
                    <a:pt x="3196568" y="2826885"/>
                  </a:lnTo>
                  <a:lnTo>
                    <a:pt x="3196693" y="2826885"/>
                  </a:lnTo>
                  <a:lnTo>
                    <a:pt x="3196818" y="2826885"/>
                  </a:lnTo>
                  <a:lnTo>
                    <a:pt x="3196943" y="2826885"/>
                  </a:lnTo>
                  <a:lnTo>
                    <a:pt x="3197068" y="2826885"/>
                  </a:lnTo>
                  <a:lnTo>
                    <a:pt x="3197193" y="2826885"/>
                  </a:lnTo>
                  <a:lnTo>
                    <a:pt x="3197318" y="2826885"/>
                  </a:lnTo>
                  <a:lnTo>
                    <a:pt x="3197443" y="2826885"/>
                  </a:lnTo>
                  <a:lnTo>
                    <a:pt x="3197568" y="2826885"/>
                  </a:lnTo>
                  <a:lnTo>
                    <a:pt x="3197693" y="2826885"/>
                  </a:lnTo>
                  <a:lnTo>
                    <a:pt x="3197819" y="2826885"/>
                  </a:lnTo>
                  <a:lnTo>
                    <a:pt x="3197944" y="2826885"/>
                  </a:lnTo>
                  <a:lnTo>
                    <a:pt x="3198069" y="2826885"/>
                  </a:lnTo>
                  <a:lnTo>
                    <a:pt x="3198194" y="2826885"/>
                  </a:lnTo>
                  <a:lnTo>
                    <a:pt x="3198319" y="2826885"/>
                  </a:lnTo>
                  <a:lnTo>
                    <a:pt x="3198444" y="2826885"/>
                  </a:lnTo>
                  <a:lnTo>
                    <a:pt x="3198569" y="2826885"/>
                  </a:lnTo>
                  <a:lnTo>
                    <a:pt x="3198694" y="2826885"/>
                  </a:lnTo>
                  <a:lnTo>
                    <a:pt x="3198819" y="2826885"/>
                  </a:lnTo>
                  <a:lnTo>
                    <a:pt x="3198944" y="2826885"/>
                  </a:lnTo>
                  <a:lnTo>
                    <a:pt x="3199069" y="2826885"/>
                  </a:lnTo>
                  <a:lnTo>
                    <a:pt x="3199194" y="2826885"/>
                  </a:lnTo>
                  <a:lnTo>
                    <a:pt x="3199319" y="2826885"/>
                  </a:lnTo>
                  <a:lnTo>
                    <a:pt x="3199444" y="2826885"/>
                  </a:lnTo>
                  <a:lnTo>
                    <a:pt x="3199569" y="2826885"/>
                  </a:lnTo>
                  <a:lnTo>
                    <a:pt x="3199694" y="2826885"/>
                  </a:lnTo>
                  <a:lnTo>
                    <a:pt x="3199819" y="2826885"/>
                  </a:lnTo>
                  <a:lnTo>
                    <a:pt x="3199944" y="2826885"/>
                  </a:lnTo>
                  <a:lnTo>
                    <a:pt x="3200069" y="2826885"/>
                  </a:lnTo>
                  <a:lnTo>
                    <a:pt x="3200194" y="2826885"/>
                  </a:lnTo>
                  <a:lnTo>
                    <a:pt x="3200319" y="2826885"/>
                  </a:lnTo>
                  <a:lnTo>
                    <a:pt x="3200444" y="2826885"/>
                  </a:lnTo>
                  <a:lnTo>
                    <a:pt x="3200569" y="2826885"/>
                  </a:lnTo>
                  <a:lnTo>
                    <a:pt x="3200694" y="2826885"/>
                  </a:lnTo>
                  <a:lnTo>
                    <a:pt x="3200820" y="2826885"/>
                  </a:lnTo>
                  <a:lnTo>
                    <a:pt x="3200945" y="2826885"/>
                  </a:lnTo>
                  <a:lnTo>
                    <a:pt x="3201070" y="2826885"/>
                  </a:lnTo>
                  <a:lnTo>
                    <a:pt x="3201195" y="2826885"/>
                  </a:lnTo>
                  <a:lnTo>
                    <a:pt x="3201320" y="2826885"/>
                  </a:lnTo>
                  <a:lnTo>
                    <a:pt x="3201445" y="2826885"/>
                  </a:lnTo>
                  <a:lnTo>
                    <a:pt x="3201570" y="2826885"/>
                  </a:lnTo>
                  <a:lnTo>
                    <a:pt x="3201695" y="2826885"/>
                  </a:lnTo>
                  <a:lnTo>
                    <a:pt x="3201820" y="2826885"/>
                  </a:lnTo>
                  <a:lnTo>
                    <a:pt x="3201945" y="2826885"/>
                  </a:lnTo>
                  <a:lnTo>
                    <a:pt x="3202070" y="2826885"/>
                  </a:lnTo>
                  <a:lnTo>
                    <a:pt x="3202195" y="2826885"/>
                  </a:lnTo>
                  <a:lnTo>
                    <a:pt x="3202320" y="2826885"/>
                  </a:lnTo>
                  <a:lnTo>
                    <a:pt x="3202445" y="2826885"/>
                  </a:lnTo>
                  <a:lnTo>
                    <a:pt x="3202570" y="2826885"/>
                  </a:lnTo>
                  <a:lnTo>
                    <a:pt x="3202695" y="2826885"/>
                  </a:lnTo>
                  <a:lnTo>
                    <a:pt x="3202820" y="2826885"/>
                  </a:lnTo>
                  <a:lnTo>
                    <a:pt x="3202945" y="2826885"/>
                  </a:lnTo>
                  <a:lnTo>
                    <a:pt x="3203070" y="2826885"/>
                  </a:lnTo>
                  <a:lnTo>
                    <a:pt x="3203195" y="2826885"/>
                  </a:lnTo>
                  <a:lnTo>
                    <a:pt x="3203320" y="2826885"/>
                  </a:lnTo>
                  <a:lnTo>
                    <a:pt x="3203445" y="2826885"/>
                  </a:lnTo>
                  <a:lnTo>
                    <a:pt x="3203570" y="2826885"/>
                  </a:lnTo>
                  <a:lnTo>
                    <a:pt x="3203695" y="2826885"/>
                  </a:lnTo>
                  <a:lnTo>
                    <a:pt x="3203821" y="2826885"/>
                  </a:lnTo>
                  <a:lnTo>
                    <a:pt x="3203946" y="2826885"/>
                  </a:lnTo>
                  <a:lnTo>
                    <a:pt x="3204071" y="2826885"/>
                  </a:lnTo>
                  <a:lnTo>
                    <a:pt x="3204196" y="2826885"/>
                  </a:lnTo>
                  <a:lnTo>
                    <a:pt x="3204321" y="2826885"/>
                  </a:lnTo>
                  <a:lnTo>
                    <a:pt x="3204446" y="2826885"/>
                  </a:lnTo>
                  <a:lnTo>
                    <a:pt x="3204571" y="2826885"/>
                  </a:lnTo>
                  <a:lnTo>
                    <a:pt x="3204696" y="2826885"/>
                  </a:lnTo>
                  <a:lnTo>
                    <a:pt x="3204821" y="2826885"/>
                  </a:lnTo>
                  <a:lnTo>
                    <a:pt x="3204946" y="2826885"/>
                  </a:lnTo>
                  <a:lnTo>
                    <a:pt x="3205071" y="2826885"/>
                  </a:lnTo>
                  <a:lnTo>
                    <a:pt x="3205196" y="2826885"/>
                  </a:lnTo>
                  <a:lnTo>
                    <a:pt x="3205321" y="2826885"/>
                  </a:lnTo>
                  <a:lnTo>
                    <a:pt x="3205446" y="2826885"/>
                  </a:lnTo>
                  <a:lnTo>
                    <a:pt x="3205571" y="2826885"/>
                  </a:lnTo>
                  <a:lnTo>
                    <a:pt x="3205696" y="2826885"/>
                  </a:lnTo>
                  <a:lnTo>
                    <a:pt x="3205821" y="2826885"/>
                  </a:lnTo>
                  <a:lnTo>
                    <a:pt x="3205946" y="2826885"/>
                  </a:lnTo>
                  <a:lnTo>
                    <a:pt x="3206071" y="2826885"/>
                  </a:lnTo>
                  <a:lnTo>
                    <a:pt x="3206196" y="2826885"/>
                  </a:lnTo>
                  <a:lnTo>
                    <a:pt x="3206321" y="2826885"/>
                  </a:lnTo>
                  <a:lnTo>
                    <a:pt x="3206446" y="2826885"/>
                  </a:lnTo>
                  <a:lnTo>
                    <a:pt x="3206571" y="2826885"/>
                  </a:lnTo>
                  <a:lnTo>
                    <a:pt x="3206696" y="2826885"/>
                  </a:lnTo>
                  <a:lnTo>
                    <a:pt x="3206822" y="2826885"/>
                  </a:lnTo>
                  <a:lnTo>
                    <a:pt x="3206947" y="2826885"/>
                  </a:lnTo>
                  <a:lnTo>
                    <a:pt x="3207072" y="2826885"/>
                  </a:lnTo>
                  <a:lnTo>
                    <a:pt x="3207197" y="2826885"/>
                  </a:lnTo>
                  <a:lnTo>
                    <a:pt x="3207322" y="2826885"/>
                  </a:lnTo>
                  <a:lnTo>
                    <a:pt x="3207447" y="2826885"/>
                  </a:lnTo>
                  <a:lnTo>
                    <a:pt x="3207572" y="2826885"/>
                  </a:lnTo>
                  <a:lnTo>
                    <a:pt x="3207697" y="2826885"/>
                  </a:lnTo>
                  <a:lnTo>
                    <a:pt x="3207822" y="2826885"/>
                  </a:lnTo>
                  <a:lnTo>
                    <a:pt x="3207947" y="2826885"/>
                  </a:lnTo>
                  <a:lnTo>
                    <a:pt x="3208072" y="2826885"/>
                  </a:lnTo>
                  <a:lnTo>
                    <a:pt x="3208197" y="2826885"/>
                  </a:lnTo>
                  <a:lnTo>
                    <a:pt x="3208322" y="2826885"/>
                  </a:lnTo>
                  <a:lnTo>
                    <a:pt x="3208447" y="2826885"/>
                  </a:lnTo>
                  <a:lnTo>
                    <a:pt x="3208572" y="2826885"/>
                  </a:lnTo>
                  <a:lnTo>
                    <a:pt x="3208697" y="2826885"/>
                  </a:lnTo>
                  <a:lnTo>
                    <a:pt x="3208822" y="2826885"/>
                  </a:lnTo>
                  <a:lnTo>
                    <a:pt x="3208947" y="2826885"/>
                  </a:lnTo>
                  <a:lnTo>
                    <a:pt x="3209072" y="2826885"/>
                  </a:lnTo>
                  <a:lnTo>
                    <a:pt x="3209197" y="2826885"/>
                  </a:lnTo>
                  <a:lnTo>
                    <a:pt x="3209322" y="2826885"/>
                  </a:lnTo>
                  <a:lnTo>
                    <a:pt x="3209447" y="2826885"/>
                  </a:lnTo>
                  <a:lnTo>
                    <a:pt x="3209572" y="2826885"/>
                  </a:lnTo>
                  <a:lnTo>
                    <a:pt x="3209697" y="2826885"/>
                  </a:lnTo>
                  <a:lnTo>
                    <a:pt x="3209823" y="2826885"/>
                  </a:lnTo>
                  <a:lnTo>
                    <a:pt x="3209823" y="2816931"/>
                  </a:lnTo>
                  <a:lnTo>
                    <a:pt x="3209948" y="2816931"/>
                  </a:lnTo>
                  <a:lnTo>
                    <a:pt x="3210073" y="2816931"/>
                  </a:lnTo>
                  <a:lnTo>
                    <a:pt x="3210198" y="2816931"/>
                  </a:lnTo>
                  <a:lnTo>
                    <a:pt x="3210323" y="2816931"/>
                  </a:lnTo>
                  <a:lnTo>
                    <a:pt x="3210448" y="2816931"/>
                  </a:lnTo>
                  <a:lnTo>
                    <a:pt x="3210573" y="2816931"/>
                  </a:lnTo>
                  <a:lnTo>
                    <a:pt x="3210698" y="2816931"/>
                  </a:lnTo>
                  <a:lnTo>
                    <a:pt x="3210823" y="2816931"/>
                  </a:lnTo>
                  <a:lnTo>
                    <a:pt x="3210948" y="2816931"/>
                  </a:lnTo>
                  <a:lnTo>
                    <a:pt x="3211073" y="2816931"/>
                  </a:lnTo>
                  <a:lnTo>
                    <a:pt x="3211198" y="2816931"/>
                  </a:lnTo>
                  <a:lnTo>
                    <a:pt x="3211323" y="2816931"/>
                  </a:lnTo>
                  <a:lnTo>
                    <a:pt x="3211448" y="2816931"/>
                  </a:lnTo>
                  <a:lnTo>
                    <a:pt x="3211573" y="2816931"/>
                  </a:lnTo>
                  <a:lnTo>
                    <a:pt x="3211698" y="2816931"/>
                  </a:lnTo>
                  <a:lnTo>
                    <a:pt x="3211823" y="2816931"/>
                  </a:lnTo>
                  <a:lnTo>
                    <a:pt x="3211948" y="2816931"/>
                  </a:lnTo>
                  <a:lnTo>
                    <a:pt x="3212073" y="2816931"/>
                  </a:lnTo>
                  <a:lnTo>
                    <a:pt x="3212198" y="2816931"/>
                  </a:lnTo>
                  <a:lnTo>
                    <a:pt x="3212323" y="2816931"/>
                  </a:lnTo>
                  <a:lnTo>
                    <a:pt x="3212448" y="2816931"/>
                  </a:lnTo>
                  <a:lnTo>
                    <a:pt x="3212573" y="2816931"/>
                  </a:lnTo>
                  <a:lnTo>
                    <a:pt x="3212698" y="2816931"/>
                  </a:lnTo>
                  <a:lnTo>
                    <a:pt x="3212824" y="2816931"/>
                  </a:lnTo>
                  <a:lnTo>
                    <a:pt x="3212949" y="2816931"/>
                  </a:lnTo>
                  <a:lnTo>
                    <a:pt x="3213074" y="2816931"/>
                  </a:lnTo>
                  <a:lnTo>
                    <a:pt x="3213199" y="2816931"/>
                  </a:lnTo>
                  <a:lnTo>
                    <a:pt x="3213324" y="2816931"/>
                  </a:lnTo>
                  <a:lnTo>
                    <a:pt x="3213449" y="2816931"/>
                  </a:lnTo>
                  <a:lnTo>
                    <a:pt x="3213574" y="2816931"/>
                  </a:lnTo>
                  <a:lnTo>
                    <a:pt x="3213699" y="2816931"/>
                  </a:lnTo>
                  <a:lnTo>
                    <a:pt x="3213824" y="2816931"/>
                  </a:lnTo>
                  <a:lnTo>
                    <a:pt x="3213949" y="2816931"/>
                  </a:lnTo>
                  <a:lnTo>
                    <a:pt x="3214074" y="2816931"/>
                  </a:lnTo>
                  <a:lnTo>
                    <a:pt x="3214199" y="2816931"/>
                  </a:lnTo>
                  <a:lnTo>
                    <a:pt x="3214324" y="2816931"/>
                  </a:lnTo>
                  <a:lnTo>
                    <a:pt x="3214449" y="2816931"/>
                  </a:lnTo>
                  <a:lnTo>
                    <a:pt x="3214574" y="2816931"/>
                  </a:lnTo>
                  <a:lnTo>
                    <a:pt x="3214699" y="2816931"/>
                  </a:lnTo>
                  <a:lnTo>
                    <a:pt x="3214824" y="2816931"/>
                  </a:lnTo>
                  <a:lnTo>
                    <a:pt x="3214949" y="2816931"/>
                  </a:lnTo>
                  <a:lnTo>
                    <a:pt x="3215074" y="2816931"/>
                  </a:lnTo>
                  <a:lnTo>
                    <a:pt x="3215199" y="2816931"/>
                  </a:lnTo>
                  <a:lnTo>
                    <a:pt x="3215324" y="2816931"/>
                  </a:lnTo>
                  <a:lnTo>
                    <a:pt x="3215449" y="2816931"/>
                  </a:lnTo>
                  <a:lnTo>
                    <a:pt x="3215574" y="2816931"/>
                  </a:lnTo>
                  <a:lnTo>
                    <a:pt x="3215699" y="2816931"/>
                  </a:lnTo>
                  <a:lnTo>
                    <a:pt x="3215825" y="2816931"/>
                  </a:lnTo>
                  <a:lnTo>
                    <a:pt x="3215950" y="2816931"/>
                  </a:lnTo>
                  <a:lnTo>
                    <a:pt x="3216075" y="2816931"/>
                  </a:lnTo>
                  <a:lnTo>
                    <a:pt x="3216200" y="2816931"/>
                  </a:lnTo>
                  <a:lnTo>
                    <a:pt x="3216325" y="2816931"/>
                  </a:lnTo>
                  <a:lnTo>
                    <a:pt x="3216450" y="2816931"/>
                  </a:lnTo>
                  <a:lnTo>
                    <a:pt x="3216575" y="2816931"/>
                  </a:lnTo>
                  <a:lnTo>
                    <a:pt x="3216700" y="2816931"/>
                  </a:lnTo>
                  <a:lnTo>
                    <a:pt x="3216825" y="2816931"/>
                  </a:lnTo>
                  <a:lnTo>
                    <a:pt x="3216950" y="2816931"/>
                  </a:lnTo>
                  <a:lnTo>
                    <a:pt x="3217075" y="2816931"/>
                  </a:lnTo>
                  <a:lnTo>
                    <a:pt x="3217200" y="2816931"/>
                  </a:lnTo>
                  <a:lnTo>
                    <a:pt x="3217325" y="2816931"/>
                  </a:lnTo>
                  <a:lnTo>
                    <a:pt x="3217450" y="2816931"/>
                  </a:lnTo>
                  <a:lnTo>
                    <a:pt x="3217575" y="2816931"/>
                  </a:lnTo>
                  <a:lnTo>
                    <a:pt x="3217700" y="2816931"/>
                  </a:lnTo>
                  <a:lnTo>
                    <a:pt x="3217825" y="2816931"/>
                  </a:lnTo>
                  <a:lnTo>
                    <a:pt x="3217950" y="2816931"/>
                  </a:lnTo>
                  <a:lnTo>
                    <a:pt x="3218075" y="2816931"/>
                  </a:lnTo>
                  <a:lnTo>
                    <a:pt x="3218200" y="2816931"/>
                  </a:lnTo>
                  <a:lnTo>
                    <a:pt x="3218325" y="2816931"/>
                  </a:lnTo>
                  <a:lnTo>
                    <a:pt x="3218450" y="2816931"/>
                  </a:lnTo>
                  <a:lnTo>
                    <a:pt x="3218575" y="2816931"/>
                  </a:lnTo>
                  <a:lnTo>
                    <a:pt x="3218700" y="2816931"/>
                  </a:lnTo>
                  <a:lnTo>
                    <a:pt x="3218826" y="2816931"/>
                  </a:lnTo>
                  <a:lnTo>
                    <a:pt x="3218951" y="2816931"/>
                  </a:lnTo>
                  <a:lnTo>
                    <a:pt x="3219076" y="2816931"/>
                  </a:lnTo>
                  <a:lnTo>
                    <a:pt x="3219201" y="2816931"/>
                  </a:lnTo>
                  <a:lnTo>
                    <a:pt x="3219326" y="2816931"/>
                  </a:lnTo>
                  <a:lnTo>
                    <a:pt x="3219451" y="2816931"/>
                  </a:lnTo>
                  <a:lnTo>
                    <a:pt x="3219576" y="2816931"/>
                  </a:lnTo>
                  <a:lnTo>
                    <a:pt x="3219701" y="2816931"/>
                  </a:lnTo>
                  <a:lnTo>
                    <a:pt x="3219826" y="2816931"/>
                  </a:lnTo>
                  <a:lnTo>
                    <a:pt x="3219951" y="2816931"/>
                  </a:lnTo>
                  <a:lnTo>
                    <a:pt x="3220076" y="2816931"/>
                  </a:lnTo>
                  <a:lnTo>
                    <a:pt x="3220201" y="2816931"/>
                  </a:lnTo>
                  <a:lnTo>
                    <a:pt x="3220326" y="2816931"/>
                  </a:lnTo>
                  <a:lnTo>
                    <a:pt x="3220451" y="2816931"/>
                  </a:lnTo>
                  <a:lnTo>
                    <a:pt x="3220576" y="2816931"/>
                  </a:lnTo>
                  <a:lnTo>
                    <a:pt x="3220701" y="2816931"/>
                  </a:lnTo>
                  <a:lnTo>
                    <a:pt x="3220826" y="2816931"/>
                  </a:lnTo>
                  <a:lnTo>
                    <a:pt x="3220951" y="2816931"/>
                  </a:lnTo>
                  <a:lnTo>
                    <a:pt x="3221076" y="2816931"/>
                  </a:lnTo>
                  <a:lnTo>
                    <a:pt x="3221201" y="2816931"/>
                  </a:lnTo>
                  <a:lnTo>
                    <a:pt x="3221326" y="2816931"/>
                  </a:lnTo>
                  <a:lnTo>
                    <a:pt x="3221451" y="2816931"/>
                  </a:lnTo>
                  <a:lnTo>
                    <a:pt x="3221576" y="2816931"/>
                  </a:lnTo>
                  <a:lnTo>
                    <a:pt x="3221702" y="2816931"/>
                  </a:lnTo>
                  <a:lnTo>
                    <a:pt x="3221827" y="2816931"/>
                  </a:lnTo>
                  <a:lnTo>
                    <a:pt x="3221952" y="2816931"/>
                  </a:lnTo>
                  <a:lnTo>
                    <a:pt x="3222077" y="2816931"/>
                  </a:lnTo>
                  <a:lnTo>
                    <a:pt x="3222202" y="2816931"/>
                  </a:lnTo>
                  <a:lnTo>
                    <a:pt x="3222327" y="2816931"/>
                  </a:lnTo>
                  <a:lnTo>
                    <a:pt x="3222452" y="2816931"/>
                  </a:lnTo>
                  <a:lnTo>
                    <a:pt x="3222577" y="2816931"/>
                  </a:lnTo>
                  <a:lnTo>
                    <a:pt x="3222702" y="2816931"/>
                  </a:lnTo>
                  <a:lnTo>
                    <a:pt x="3222827" y="2816931"/>
                  </a:lnTo>
                  <a:lnTo>
                    <a:pt x="3222952" y="2816931"/>
                  </a:lnTo>
                  <a:lnTo>
                    <a:pt x="3223077" y="2816931"/>
                  </a:lnTo>
                  <a:lnTo>
                    <a:pt x="3223202" y="2816931"/>
                  </a:lnTo>
                  <a:lnTo>
                    <a:pt x="3223327" y="2816931"/>
                  </a:lnTo>
                  <a:lnTo>
                    <a:pt x="3223452" y="2816931"/>
                  </a:lnTo>
                  <a:lnTo>
                    <a:pt x="3223577" y="2816931"/>
                  </a:lnTo>
                  <a:lnTo>
                    <a:pt x="3223702" y="2816931"/>
                  </a:lnTo>
                  <a:lnTo>
                    <a:pt x="3223827" y="2816931"/>
                  </a:lnTo>
                  <a:lnTo>
                    <a:pt x="3223952" y="2816931"/>
                  </a:lnTo>
                  <a:lnTo>
                    <a:pt x="3224077" y="2816931"/>
                  </a:lnTo>
                  <a:lnTo>
                    <a:pt x="3224202" y="2816931"/>
                  </a:lnTo>
                  <a:lnTo>
                    <a:pt x="3224327" y="2816931"/>
                  </a:lnTo>
                  <a:lnTo>
                    <a:pt x="3224452" y="2816931"/>
                  </a:lnTo>
                  <a:lnTo>
                    <a:pt x="3224577" y="2816931"/>
                  </a:lnTo>
                  <a:lnTo>
                    <a:pt x="3224703" y="2816931"/>
                  </a:lnTo>
                  <a:lnTo>
                    <a:pt x="3224828" y="2816931"/>
                  </a:lnTo>
                  <a:lnTo>
                    <a:pt x="3224828" y="2806977"/>
                  </a:lnTo>
                  <a:lnTo>
                    <a:pt x="3224953" y="2806977"/>
                  </a:lnTo>
                  <a:lnTo>
                    <a:pt x="3225078" y="2806977"/>
                  </a:lnTo>
                  <a:lnTo>
                    <a:pt x="3225203" y="2806977"/>
                  </a:lnTo>
                  <a:lnTo>
                    <a:pt x="3225328" y="2806977"/>
                  </a:lnTo>
                  <a:lnTo>
                    <a:pt x="3225453" y="2806977"/>
                  </a:lnTo>
                  <a:lnTo>
                    <a:pt x="3225578" y="2806977"/>
                  </a:lnTo>
                  <a:lnTo>
                    <a:pt x="3225703" y="2806977"/>
                  </a:lnTo>
                  <a:lnTo>
                    <a:pt x="3225828" y="2806977"/>
                  </a:lnTo>
                  <a:lnTo>
                    <a:pt x="3225953" y="2806977"/>
                  </a:lnTo>
                  <a:lnTo>
                    <a:pt x="3226078" y="2806977"/>
                  </a:lnTo>
                  <a:lnTo>
                    <a:pt x="3226203" y="2806977"/>
                  </a:lnTo>
                  <a:lnTo>
                    <a:pt x="3226328" y="2806977"/>
                  </a:lnTo>
                  <a:lnTo>
                    <a:pt x="3226453" y="2806977"/>
                  </a:lnTo>
                  <a:lnTo>
                    <a:pt x="3226578" y="2806977"/>
                  </a:lnTo>
                  <a:lnTo>
                    <a:pt x="3226703" y="2806977"/>
                  </a:lnTo>
                  <a:lnTo>
                    <a:pt x="3226828" y="2806977"/>
                  </a:lnTo>
                  <a:lnTo>
                    <a:pt x="3226953" y="2806977"/>
                  </a:lnTo>
                  <a:lnTo>
                    <a:pt x="3227078" y="2806977"/>
                  </a:lnTo>
                  <a:lnTo>
                    <a:pt x="3227203" y="2806977"/>
                  </a:lnTo>
                  <a:lnTo>
                    <a:pt x="3227328" y="2806977"/>
                  </a:lnTo>
                  <a:lnTo>
                    <a:pt x="3227453" y="2806977"/>
                  </a:lnTo>
                  <a:lnTo>
                    <a:pt x="3227578" y="2806977"/>
                  </a:lnTo>
                  <a:lnTo>
                    <a:pt x="3227704" y="2806977"/>
                  </a:lnTo>
                  <a:lnTo>
                    <a:pt x="3227829" y="2806977"/>
                  </a:lnTo>
                  <a:lnTo>
                    <a:pt x="3227954" y="2806977"/>
                  </a:lnTo>
                  <a:lnTo>
                    <a:pt x="3228079" y="2806977"/>
                  </a:lnTo>
                  <a:lnTo>
                    <a:pt x="3228204" y="2806977"/>
                  </a:lnTo>
                  <a:lnTo>
                    <a:pt x="3228329" y="2806977"/>
                  </a:lnTo>
                  <a:lnTo>
                    <a:pt x="3228454" y="2806977"/>
                  </a:lnTo>
                  <a:lnTo>
                    <a:pt x="3228579" y="2806977"/>
                  </a:lnTo>
                  <a:lnTo>
                    <a:pt x="3228704" y="2806977"/>
                  </a:lnTo>
                  <a:lnTo>
                    <a:pt x="3228829" y="2806977"/>
                  </a:lnTo>
                  <a:lnTo>
                    <a:pt x="3228954" y="2806977"/>
                  </a:lnTo>
                  <a:lnTo>
                    <a:pt x="3229079" y="2806977"/>
                  </a:lnTo>
                  <a:lnTo>
                    <a:pt x="3229204" y="2806977"/>
                  </a:lnTo>
                  <a:lnTo>
                    <a:pt x="3229329" y="2806977"/>
                  </a:lnTo>
                  <a:lnTo>
                    <a:pt x="3229454" y="2806977"/>
                  </a:lnTo>
                  <a:lnTo>
                    <a:pt x="3229579" y="2806977"/>
                  </a:lnTo>
                  <a:lnTo>
                    <a:pt x="3229704" y="2806977"/>
                  </a:lnTo>
                  <a:lnTo>
                    <a:pt x="3229829" y="2806977"/>
                  </a:lnTo>
                  <a:lnTo>
                    <a:pt x="3229954" y="2806977"/>
                  </a:lnTo>
                  <a:lnTo>
                    <a:pt x="3230079" y="2806977"/>
                  </a:lnTo>
                  <a:lnTo>
                    <a:pt x="3230204" y="2806977"/>
                  </a:lnTo>
                  <a:lnTo>
                    <a:pt x="3230329" y="2806977"/>
                  </a:lnTo>
                  <a:lnTo>
                    <a:pt x="3230454" y="2806977"/>
                  </a:lnTo>
                  <a:lnTo>
                    <a:pt x="3230579" y="2806977"/>
                  </a:lnTo>
                  <a:lnTo>
                    <a:pt x="3230705" y="2806977"/>
                  </a:lnTo>
                  <a:lnTo>
                    <a:pt x="3230830" y="2806977"/>
                  </a:lnTo>
                  <a:lnTo>
                    <a:pt x="3230955" y="2806977"/>
                  </a:lnTo>
                  <a:lnTo>
                    <a:pt x="3231080" y="2806977"/>
                  </a:lnTo>
                  <a:lnTo>
                    <a:pt x="3231205" y="2806977"/>
                  </a:lnTo>
                  <a:lnTo>
                    <a:pt x="3231330" y="2806977"/>
                  </a:lnTo>
                  <a:lnTo>
                    <a:pt x="3231455" y="2806977"/>
                  </a:lnTo>
                  <a:lnTo>
                    <a:pt x="3231580" y="2806977"/>
                  </a:lnTo>
                  <a:lnTo>
                    <a:pt x="3231705" y="2806977"/>
                  </a:lnTo>
                  <a:lnTo>
                    <a:pt x="3231830" y="2806977"/>
                  </a:lnTo>
                  <a:lnTo>
                    <a:pt x="3231955" y="2806977"/>
                  </a:lnTo>
                  <a:lnTo>
                    <a:pt x="3232080" y="2806977"/>
                  </a:lnTo>
                  <a:lnTo>
                    <a:pt x="3232205" y="2806977"/>
                  </a:lnTo>
                  <a:lnTo>
                    <a:pt x="3232330" y="2806977"/>
                  </a:lnTo>
                  <a:lnTo>
                    <a:pt x="3232455" y="2806977"/>
                  </a:lnTo>
                  <a:lnTo>
                    <a:pt x="3232580" y="2806977"/>
                  </a:lnTo>
                  <a:lnTo>
                    <a:pt x="3232705" y="2806977"/>
                  </a:lnTo>
                  <a:lnTo>
                    <a:pt x="3232830" y="2806977"/>
                  </a:lnTo>
                  <a:lnTo>
                    <a:pt x="3232955" y="2806977"/>
                  </a:lnTo>
                  <a:lnTo>
                    <a:pt x="3233080" y="2806977"/>
                  </a:lnTo>
                  <a:lnTo>
                    <a:pt x="3233205" y="2806977"/>
                  </a:lnTo>
                  <a:lnTo>
                    <a:pt x="3233330" y="2806977"/>
                  </a:lnTo>
                  <a:lnTo>
                    <a:pt x="3233455" y="2806977"/>
                  </a:lnTo>
                  <a:lnTo>
                    <a:pt x="3233580" y="2806977"/>
                  </a:lnTo>
                  <a:lnTo>
                    <a:pt x="3233706" y="2806977"/>
                  </a:lnTo>
                  <a:lnTo>
                    <a:pt x="3233831" y="2806977"/>
                  </a:lnTo>
                  <a:lnTo>
                    <a:pt x="3233956" y="2806977"/>
                  </a:lnTo>
                  <a:lnTo>
                    <a:pt x="3234081" y="2806977"/>
                  </a:lnTo>
                  <a:lnTo>
                    <a:pt x="3234206" y="2806977"/>
                  </a:lnTo>
                  <a:lnTo>
                    <a:pt x="3234331" y="2806977"/>
                  </a:lnTo>
                  <a:lnTo>
                    <a:pt x="3234456" y="2806977"/>
                  </a:lnTo>
                  <a:lnTo>
                    <a:pt x="3234581" y="2806977"/>
                  </a:lnTo>
                  <a:lnTo>
                    <a:pt x="3234706" y="2806977"/>
                  </a:lnTo>
                  <a:lnTo>
                    <a:pt x="3234831" y="2806977"/>
                  </a:lnTo>
                  <a:lnTo>
                    <a:pt x="3234956" y="2806977"/>
                  </a:lnTo>
                  <a:lnTo>
                    <a:pt x="3235081" y="2806977"/>
                  </a:lnTo>
                  <a:lnTo>
                    <a:pt x="3235206" y="2806977"/>
                  </a:lnTo>
                  <a:lnTo>
                    <a:pt x="3235331" y="2806977"/>
                  </a:lnTo>
                  <a:lnTo>
                    <a:pt x="3235456" y="2806977"/>
                  </a:lnTo>
                  <a:lnTo>
                    <a:pt x="3235581" y="2806977"/>
                  </a:lnTo>
                  <a:lnTo>
                    <a:pt x="3235706" y="2806977"/>
                  </a:lnTo>
                  <a:lnTo>
                    <a:pt x="3235831" y="2806977"/>
                  </a:lnTo>
                  <a:lnTo>
                    <a:pt x="3235956" y="2806977"/>
                  </a:lnTo>
                  <a:lnTo>
                    <a:pt x="3236081" y="2806977"/>
                  </a:lnTo>
                  <a:lnTo>
                    <a:pt x="3236206" y="2806977"/>
                  </a:lnTo>
                  <a:lnTo>
                    <a:pt x="3236331" y="2806977"/>
                  </a:lnTo>
                  <a:lnTo>
                    <a:pt x="3236456" y="2806977"/>
                  </a:lnTo>
                  <a:lnTo>
                    <a:pt x="3236581" y="2806977"/>
                  </a:lnTo>
                  <a:lnTo>
                    <a:pt x="3236707" y="2806977"/>
                  </a:lnTo>
                  <a:lnTo>
                    <a:pt x="3236832" y="2806977"/>
                  </a:lnTo>
                  <a:lnTo>
                    <a:pt x="3236957" y="2806977"/>
                  </a:lnTo>
                  <a:lnTo>
                    <a:pt x="3237082" y="2806977"/>
                  </a:lnTo>
                  <a:lnTo>
                    <a:pt x="3237207" y="2806977"/>
                  </a:lnTo>
                  <a:lnTo>
                    <a:pt x="3237332" y="2806977"/>
                  </a:lnTo>
                  <a:lnTo>
                    <a:pt x="3237457" y="2806977"/>
                  </a:lnTo>
                  <a:lnTo>
                    <a:pt x="3237582" y="2806977"/>
                  </a:lnTo>
                  <a:lnTo>
                    <a:pt x="3237707" y="2806977"/>
                  </a:lnTo>
                  <a:lnTo>
                    <a:pt x="3237832" y="2806977"/>
                  </a:lnTo>
                  <a:lnTo>
                    <a:pt x="3237957" y="2806977"/>
                  </a:lnTo>
                  <a:lnTo>
                    <a:pt x="3238082" y="2806977"/>
                  </a:lnTo>
                  <a:lnTo>
                    <a:pt x="3238207" y="2806977"/>
                  </a:lnTo>
                  <a:lnTo>
                    <a:pt x="3238332" y="2806977"/>
                  </a:lnTo>
                  <a:lnTo>
                    <a:pt x="3238457" y="2806977"/>
                  </a:lnTo>
                  <a:lnTo>
                    <a:pt x="3238582" y="2806977"/>
                  </a:lnTo>
                  <a:lnTo>
                    <a:pt x="3238707" y="2806977"/>
                  </a:lnTo>
                  <a:lnTo>
                    <a:pt x="3238832" y="2806977"/>
                  </a:lnTo>
                  <a:lnTo>
                    <a:pt x="3238957" y="2806977"/>
                  </a:lnTo>
                  <a:lnTo>
                    <a:pt x="3239082" y="2806977"/>
                  </a:lnTo>
                  <a:lnTo>
                    <a:pt x="3239207" y="2806977"/>
                  </a:lnTo>
                  <a:lnTo>
                    <a:pt x="3239332" y="2806977"/>
                  </a:lnTo>
                  <a:lnTo>
                    <a:pt x="3239457" y="2806977"/>
                  </a:lnTo>
                  <a:lnTo>
                    <a:pt x="3239582" y="2806977"/>
                  </a:lnTo>
                  <a:lnTo>
                    <a:pt x="3239708" y="2806977"/>
                  </a:lnTo>
                  <a:lnTo>
                    <a:pt x="3239833" y="2806977"/>
                  </a:lnTo>
                  <a:lnTo>
                    <a:pt x="3239958" y="2806977"/>
                  </a:lnTo>
                  <a:lnTo>
                    <a:pt x="3240083" y="2806977"/>
                  </a:lnTo>
                  <a:lnTo>
                    <a:pt x="3240208" y="2806977"/>
                  </a:lnTo>
                  <a:lnTo>
                    <a:pt x="3240333" y="2806977"/>
                  </a:lnTo>
                  <a:lnTo>
                    <a:pt x="3240458" y="2806977"/>
                  </a:lnTo>
                  <a:lnTo>
                    <a:pt x="3240583" y="2806977"/>
                  </a:lnTo>
                  <a:lnTo>
                    <a:pt x="3240708" y="2806977"/>
                  </a:lnTo>
                  <a:lnTo>
                    <a:pt x="3240833" y="2806977"/>
                  </a:lnTo>
                  <a:lnTo>
                    <a:pt x="3240958" y="2806977"/>
                  </a:lnTo>
                  <a:lnTo>
                    <a:pt x="3241083" y="2806977"/>
                  </a:lnTo>
                  <a:lnTo>
                    <a:pt x="3241208" y="2806977"/>
                  </a:lnTo>
                  <a:lnTo>
                    <a:pt x="3241333" y="2806977"/>
                  </a:lnTo>
                  <a:lnTo>
                    <a:pt x="3241458" y="2806977"/>
                  </a:lnTo>
                  <a:lnTo>
                    <a:pt x="3241583" y="2806977"/>
                  </a:lnTo>
                  <a:lnTo>
                    <a:pt x="3241708" y="2806977"/>
                  </a:lnTo>
                  <a:lnTo>
                    <a:pt x="3241833" y="2806977"/>
                  </a:lnTo>
                  <a:lnTo>
                    <a:pt x="3241958" y="2806977"/>
                  </a:lnTo>
                  <a:lnTo>
                    <a:pt x="3241958" y="2797024"/>
                  </a:lnTo>
                  <a:lnTo>
                    <a:pt x="3242083" y="2797024"/>
                  </a:lnTo>
                  <a:lnTo>
                    <a:pt x="3242208" y="2797024"/>
                  </a:lnTo>
                  <a:lnTo>
                    <a:pt x="3242333" y="2797024"/>
                  </a:lnTo>
                  <a:lnTo>
                    <a:pt x="3242458" y="2797024"/>
                  </a:lnTo>
                  <a:lnTo>
                    <a:pt x="3242583" y="2797024"/>
                  </a:lnTo>
                  <a:lnTo>
                    <a:pt x="3242709" y="2797024"/>
                  </a:lnTo>
                  <a:lnTo>
                    <a:pt x="3242834" y="2797024"/>
                  </a:lnTo>
                  <a:lnTo>
                    <a:pt x="3242959" y="2797024"/>
                  </a:lnTo>
                  <a:lnTo>
                    <a:pt x="3243084" y="2797024"/>
                  </a:lnTo>
                  <a:lnTo>
                    <a:pt x="3243209" y="2797024"/>
                  </a:lnTo>
                  <a:lnTo>
                    <a:pt x="3243334" y="2797024"/>
                  </a:lnTo>
                  <a:lnTo>
                    <a:pt x="3243459" y="2797024"/>
                  </a:lnTo>
                  <a:lnTo>
                    <a:pt x="3243584" y="2797024"/>
                  </a:lnTo>
                  <a:lnTo>
                    <a:pt x="3243709" y="2797024"/>
                  </a:lnTo>
                  <a:lnTo>
                    <a:pt x="3243834" y="2797024"/>
                  </a:lnTo>
                  <a:lnTo>
                    <a:pt x="3243959" y="2797024"/>
                  </a:lnTo>
                  <a:lnTo>
                    <a:pt x="3244084" y="2797024"/>
                  </a:lnTo>
                  <a:lnTo>
                    <a:pt x="3244209" y="2797024"/>
                  </a:lnTo>
                  <a:lnTo>
                    <a:pt x="3244334" y="2797024"/>
                  </a:lnTo>
                  <a:lnTo>
                    <a:pt x="3244459" y="2797024"/>
                  </a:lnTo>
                  <a:lnTo>
                    <a:pt x="3244584" y="2797024"/>
                  </a:lnTo>
                  <a:lnTo>
                    <a:pt x="3244709" y="2797024"/>
                  </a:lnTo>
                  <a:lnTo>
                    <a:pt x="3244834" y="2797024"/>
                  </a:lnTo>
                  <a:lnTo>
                    <a:pt x="3244834" y="2787070"/>
                  </a:lnTo>
                  <a:lnTo>
                    <a:pt x="3244959" y="2787070"/>
                  </a:lnTo>
                  <a:lnTo>
                    <a:pt x="3245084" y="2787070"/>
                  </a:lnTo>
                  <a:lnTo>
                    <a:pt x="3245209" y="2787070"/>
                  </a:lnTo>
                  <a:lnTo>
                    <a:pt x="3245334" y="2787070"/>
                  </a:lnTo>
                  <a:lnTo>
                    <a:pt x="3245459" y="2787070"/>
                  </a:lnTo>
                  <a:lnTo>
                    <a:pt x="3245584" y="2787070"/>
                  </a:lnTo>
                  <a:lnTo>
                    <a:pt x="3245710" y="2787070"/>
                  </a:lnTo>
                  <a:lnTo>
                    <a:pt x="3245835" y="2787070"/>
                  </a:lnTo>
                  <a:lnTo>
                    <a:pt x="3245960" y="2787070"/>
                  </a:lnTo>
                  <a:lnTo>
                    <a:pt x="3246085" y="2787070"/>
                  </a:lnTo>
                  <a:lnTo>
                    <a:pt x="3246210" y="2787070"/>
                  </a:lnTo>
                  <a:lnTo>
                    <a:pt x="3246335" y="2787070"/>
                  </a:lnTo>
                  <a:lnTo>
                    <a:pt x="3246460" y="2787070"/>
                  </a:lnTo>
                  <a:lnTo>
                    <a:pt x="3246585" y="2787070"/>
                  </a:lnTo>
                  <a:lnTo>
                    <a:pt x="3246710" y="2787070"/>
                  </a:lnTo>
                  <a:lnTo>
                    <a:pt x="3246835" y="2787070"/>
                  </a:lnTo>
                  <a:lnTo>
                    <a:pt x="3246960" y="2787070"/>
                  </a:lnTo>
                  <a:lnTo>
                    <a:pt x="3247085" y="2787070"/>
                  </a:lnTo>
                  <a:lnTo>
                    <a:pt x="3247210" y="2787070"/>
                  </a:lnTo>
                  <a:lnTo>
                    <a:pt x="3247335" y="2787070"/>
                  </a:lnTo>
                  <a:lnTo>
                    <a:pt x="3247460" y="2787070"/>
                  </a:lnTo>
                  <a:lnTo>
                    <a:pt x="3247585" y="2787070"/>
                  </a:lnTo>
                  <a:lnTo>
                    <a:pt x="3247710" y="2787070"/>
                  </a:lnTo>
                  <a:lnTo>
                    <a:pt x="3247835" y="2787070"/>
                  </a:lnTo>
                  <a:lnTo>
                    <a:pt x="3247960" y="2787070"/>
                  </a:lnTo>
                  <a:lnTo>
                    <a:pt x="3248085" y="2787070"/>
                  </a:lnTo>
                  <a:lnTo>
                    <a:pt x="3248210" y="2787070"/>
                  </a:lnTo>
                  <a:lnTo>
                    <a:pt x="3248335" y="2787070"/>
                  </a:lnTo>
                  <a:lnTo>
                    <a:pt x="3248460" y="2787070"/>
                  </a:lnTo>
                  <a:lnTo>
                    <a:pt x="3248585" y="2787070"/>
                  </a:lnTo>
                  <a:lnTo>
                    <a:pt x="3248711" y="2787070"/>
                  </a:lnTo>
                  <a:lnTo>
                    <a:pt x="3248836" y="2787070"/>
                  </a:lnTo>
                  <a:lnTo>
                    <a:pt x="3248961" y="2787070"/>
                  </a:lnTo>
                  <a:lnTo>
                    <a:pt x="3249086" y="2787070"/>
                  </a:lnTo>
                  <a:lnTo>
                    <a:pt x="3249211" y="2787070"/>
                  </a:lnTo>
                  <a:lnTo>
                    <a:pt x="3249336" y="2787070"/>
                  </a:lnTo>
                  <a:lnTo>
                    <a:pt x="3249461" y="2787070"/>
                  </a:lnTo>
                  <a:lnTo>
                    <a:pt x="3249586" y="2787070"/>
                  </a:lnTo>
                  <a:lnTo>
                    <a:pt x="3249711" y="2787070"/>
                  </a:lnTo>
                  <a:lnTo>
                    <a:pt x="3249836" y="2787070"/>
                  </a:lnTo>
                  <a:lnTo>
                    <a:pt x="3249961" y="2787070"/>
                  </a:lnTo>
                  <a:lnTo>
                    <a:pt x="3250086" y="2787070"/>
                  </a:lnTo>
                  <a:lnTo>
                    <a:pt x="3250211" y="2787070"/>
                  </a:lnTo>
                  <a:lnTo>
                    <a:pt x="3250336" y="2787070"/>
                  </a:lnTo>
                  <a:lnTo>
                    <a:pt x="3250461" y="2787070"/>
                  </a:lnTo>
                  <a:lnTo>
                    <a:pt x="3250586" y="2787070"/>
                  </a:lnTo>
                  <a:lnTo>
                    <a:pt x="3250711" y="2787070"/>
                  </a:lnTo>
                  <a:lnTo>
                    <a:pt x="3250836" y="2787070"/>
                  </a:lnTo>
                  <a:lnTo>
                    <a:pt x="3250961" y="2787070"/>
                  </a:lnTo>
                  <a:lnTo>
                    <a:pt x="3251086" y="2787070"/>
                  </a:lnTo>
                  <a:lnTo>
                    <a:pt x="3251211" y="2787070"/>
                  </a:lnTo>
                  <a:lnTo>
                    <a:pt x="3251336" y="2787070"/>
                  </a:lnTo>
                  <a:lnTo>
                    <a:pt x="3251461" y="2787070"/>
                  </a:lnTo>
                  <a:lnTo>
                    <a:pt x="3251586" y="2787070"/>
                  </a:lnTo>
                  <a:lnTo>
                    <a:pt x="3251712" y="2787070"/>
                  </a:lnTo>
                  <a:lnTo>
                    <a:pt x="3251837" y="2787070"/>
                  </a:lnTo>
                  <a:lnTo>
                    <a:pt x="3251962" y="2787070"/>
                  </a:lnTo>
                  <a:lnTo>
                    <a:pt x="3252087" y="2787070"/>
                  </a:lnTo>
                  <a:lnTo>
                    <a:pt x="3252212" y="2787070"/>
                  </a:lnTo>
                  <a:lnTo>
                    <a:pt x="3252337" y="2787070"/>
                  </a:lnTo>
                  <a:lnTo>
                    <a:pt x="3252462" y="2787070"/>
                  </a:lnTo>
                  <a:lnTo>
                    <a:pt x="3252587" y="2787070"/>
                  </a:lnTo>
                  <a:lnTo>
                    <a:pt x="3252712" y="2787070"/>
                  </a:lnTo>
                  <a:lnTo>
                    <a:pt x="3252837" y="2787070"/>
                  </a:lnTo>
                  <a:lnTo>
                    <a:pt x="3252962" y="2787070"/>
                  </a:lnTo>
                  <a:lnTo>
                    <a:pt x="3253087" y="2787070"/>
                  </a:lnTo>
                  <a:lnTo>
                    <a:pt x="3253212" y="2787070"/>
                  </a:lnTo>
                  <a:lnTo>
                    <a:pt x="3253337" y="2787070"/>
                  </a:lnTo>
                  <a:lnTo>
                    <a:pt x="3253462" y="2787070"/>
                  </a:lnTo>
                  <a:lnTo>
                    <a:pt x="3253587" y="2787070"/>
                  </a:lnTo>
                  <a:lnTo>
                    <a:pt x="3253712" y="2787070"/>
                  </a:lnTo>
                  <a:lnTo>
                    <a:pt x="3253837" y="2787070"/>
                  </a:lnTo>
                  <a:lnTo>
                    <a:pt x="3253962" y="2787070"/>
                  </a:lnTo>
                  <a:lnTo>
                    <a:pt x="3254087" y="2787070"/>
                  </a:lnTo>
                  <a:lnTo>
                    <a:pt x="3254212" y="2787070"/>
                  </a:lnTo>
                  <a:lnTo>
                    <a:pt x="3254337" y="2787070"/>
                  </a:lnTo>
                  <a:lnTo>
                    <a:pt x="3254462" y="2787070"/>
                  </a:lnTo>
                  <a:lnTo>
                    <a:pt x="3254587" y="2787070"/>
                  </a:lnTo>
                  <a:lnTo>
                    <a:pt x="3254713" y="2787070"/>
                  </a:lnTo>
                  <a:lnTo>
                    <a:pt x="3254838" y="2787070"/>
                  </a:lnTo>
                  <a:lnTo>
                    <a:pt x="3254963" y="2787070"/>
                  </a:lnTo>
                  <a:lnTo>
                    <a:pt x="3255088" y="2787070"/>
                  </a:lnTo>
                  <a:lnTo>
                    <a:pt x="3255213" y="2787070"/>
                  </a:lnTo>
                  <a:lnTo>
                    <a:pt x="3255338" y="2787070"/>
                  </a:lnTo>
                  <a:lnTo>
                    <a:pt x="3255463" y="2787070"/>
                  </a:lnTo>
                  <a:lnTo>
                    <a:pt x="3255588" y="2787070"/>
                  </a:lnTo>
                  <a:lnTo>
                    <a:pt x="3255713" y="2787070"/>
                  </a:lnTo>
                  <a:lnTo>
                    <a:pt x="3255838" y="2787070"/>
                  </a:lnTo>
                  <a:lnTo>
                    <a:pt x="3255963" y="2787070"/>
                  </a:lnTo>
                  <a:lnTo>
                    <a:pt x="3256088" y="2787070"/>
                  </a:lnTo>
                  <a:lnTo>
                    <a:pt x="3256213" y="2787070"/>
                  </a:lnTo>
                  <a:lnTo>
                    <a:pt x="3256338" y="2787070"/>
                  </a:lnTo>
                  <a:lnTo>
                    <a:pt x="3256463" y="2787070"/>
                  </a:lnTo>
                  <a:lnTo>
                    <a:pt x="3256588" y="2787070"/>
                  </a:lnTo>
                  <a:lnTo>
                    <a:pt x="3256713" y="2787070"/>
                  </a:lnTo>
                  <a:lnTo>
                    <a:pt x="3256838" y="2787070"/>
                  </a:lnTo>
                  <a:lnTo>
                    <a:pt x="3256963" y="2787070"/>
                  </a:lnTo>
                  <a:lnTo>
                    <a:pt x="3257088" y="2787070"/>
                  </a:lnTo>
                  <a:lnTo>
                    <a:pt x="3257213" y="2787070"/>
                  </a:lnTo>
                  <a:lnTo>
                    <a:pt x="3257338" y="2787070"/>
                  </a:lnTo>
                  <a:lnTo>
                    <a:pt x="3257463" y="2787070"/>
                  </a:lnTo>
                  <a:lnTo>
                    <a:pt x="3257588" y="2787070"/>
                  </a:lnTo>
                  <a:lnTo>
                    <a:pt x="3257714" y="2787070"/>
                  </a:lnTo>
                  <a:lnTo>
                    <a:pt x="3257839" y="2787070"/>
                  </a:lnTo>
                  <a:lnTo>
                    <a:pt x="3257964" y="2787070"/>
                  </a:lnTo>
                  <a:lnTo>
                    <a:pt x="3258089" y="2787070"/>
                  </a:lnTo>
                  <a:lnTo>
                    <a:pt x="3258214" y="2787070"/>
                  </a:lnTo>
                  <a:lnTo>
                    <a:pt x="3258339" y="2787070"/>
                  </a:lnTo>
                  <a:lnTo>
                    <a:pt x="3258464" y="2787070"/>
                  </a:lnTo>
                  <a:lnTo>
                    <a:pt x="3258589" y="2787070"/>
                  </a:lnTo>
                  <a:lnTo>
                    <a:pt x="3258714" y="2787070"/>
                  </a:lnTo>
                  <a:lnTo>
                    <a:pt x="3258839" y="2787070"/>
                  </a:lnTo>
                  <a:lnTo>
                    <a:pt x="3258964" y="2787070"/>
                  </a:lnTo>
                  <a:lnTo>
                    <a:pt x="3259089" y="2787070"/>
                  </a:lnTo>
                  <a:lnTo>
                    <a:pt x="3259214" y="2787070"/>
                  </a:lnTo>
                  <a:lnTo>
                    <a:pt x="3259339" y="2787070"/>
                  </a:lnTo>
                  <a:lnTo>
                    <a:pt x="3259464" y="2787070"/>
                  </a:lnTo>
                  <a:lnTo>
                    <a:pt x="3259589" y="2787070"/>
                  </a:lnTo>
                  <a:lnTo>
                    <a:pt x="3259714" y="2787070"/>
                  </a:lnTo>
                  <a:lnTo>
                    <a:pt x="3259839" y="2787070"/>
                  </a:lnTo>
                  <a:lnTo>
                    <a:pt x="3259964" y="2787070"/>
                  </a:lnTo>
                  <a:lnTo>
                    <a:pt x="3260089" y="2787070"/>
                  </a:lnTo>
                  <a:lnTo>
                    <a:pt x="3260214" y="2787070"/>
                  </a:lnTo>
                  <a:lnTo>
                    <a:pt x="3260339" y="2787070"/>
                  </a:lnTo>
                  <a:lnTo>
                    <a:pt x="3260464" y="2787070"/>
                  </a:lnTo>
                  <a:lnTo>
                    <a:pt x="3260590" y="2787070"/>
                  </a:lnTo>
                  <a:lnTo>
                    <a:pt x="3260715" y="2787070"/>
                  </a:lnTo>
                  <a:lnTo>
                    <a:pt x="3260840" y="2787070"/>
                  </a:lnTo>
                  <a:lnTo>
                    <a:pt x="3260965" y="2787070"/>
                  </a:lnTo>
                  <a:lnTo>
                    <a:pt x="3261090" y="2787070"/>
                  </a:lnTo>
                  <a:lnTo>
                    <a:pt x="3261215" y="2787070"/>
                  </a:lnTo>
                  <a:lnTo>
                    <a:pt x="3261340" y="2787070"/>
                  </a:lnTo>
                  <a:lnTo>
                    <a:pt x="3261465" y="2787070"/>
                  </a:lnTo>
                  <a:lnTo>
                    <a:pt x="3261590" y="2787070"/>
                  </a:lnTo>
                  <a:lnTo>
                    <a:pt x="3261715" y="2787070"/>
                  </a:lnTo>
                  <a:lnTo>
                    <a:pt x="3261840" y="2787070"/>
                  </a:lnTo>
                  <a:lnTo>
                    <a:pt x="3261965" y="2787070"/>
                  </a:lnTo>
                  <a:lnTo>
                    <a:pt x="3262090" y="2787070"/>
                  </a:lnTo>
                  <a:lnTo>
                    <a:pt x="3262215" y="2787070"/>
                  </a:lnTo>
                  <a:lnTo>
                    <a:pt x="3262340" y="2787070"/>
                  </a:lnTo>
                  <a:lnTo>
                    <a:pt x="3262465" y="2787070"/>
                  </a:lnTo>
                  <a:lnTo>
                    <a:pt x="3262590" y="2787070"/>
                  </a:lnTo>
                  <a:lnTo>
                    <a:pt x="3262715" y="2787070"/>
                  </a:lnTo>
                  <a:lnTo>
                    <a:pt x="3262840" y="2787070"/>
                  </a:lnTo>
                  <a:lnTo>
                    <a:pt x="3262965" y="2787070"/>
                  </a:lnTo>
                  <a:lnTo>
                    <a:pt x="3263090" y="2787070"/>
                  </a:lnTo>
                  <a:lnTo>
                    <a:pt x="3263215" y="2787070"/>
                  </a:lnTo>
                  <a:lnTo>
                    <a:pt x="3263340" y="2787070"/>
                  </a:lnTo>
                  <a:lnTo>
                    <a:pt x="3263465" y="2787070"/>
                  </a:lnTo>
                  <a:lnTo>
                    <a:pt x="3263591" y="2787070"/>
                  </a:lnTo>
                  <a:lnTo>
                    <a:pt x="3263716" y="2787070"/>
                  </a:lnTo>
                  <a:lnTo>
                    <a:pt x="3263841" y="2787070"/>
                  </a:lnTo>
                  <a:lnTo>
                    <a:pt x="3263966" y="2787070"/>
                  </a:lnTo>
                  <a:lnTo>
                    <a:pt x="3264091" y="2787070"/>
                  </a:lnTo>
                  <a:lnTo>
                    <a:pt x="3264216" y="2787070"/>
                  </a:lnTo>
                  <a:lnTo>
                    <a:pt x="3264341" y="2787070"/>
                  </a:lnTo>
                  <a:lnTo>
                    <a:pt x="3264466" y="2787070"/>
                  </a:lnTo>
                  <a:lnTo>
                    <a:pt x="3264591" y="2787070"/>
                  </a:lnTo>
                  <a:lnTo>
                    <a:pt x="3264716" y="2787070"/>
                  </a:lnTo>
                  <a:lnTo>
                    <a:pt x="3264841" y="2787070"/>
                  </a:lnTo>
                  <a:lnTo>
                    <a:pt x="3264966" y="2787070"/>
                  </a:lnTo>
                  <a:lnTo>
                    <a:pt x="3265091" y="2787070"/>
                  </a:lnTo>
                  <a:lnTo>
                    <a:pt x="3265216" y="2787070"/>
                  </a:lnTo>
                  <a:lnTo>
                    <a:pt x="3265341" y="2787070"/>
                  </a:lnTo>
                  <a:lnTo>
                    <a:pt x="3265466" y="2787070"/>
                  </a:lnTo>
                  <a:lnTo>
                    <a:pt x="3265591" y="2787070"/>
                  </a:lnTo>
                  <a:lnTo>
                    <a:pt x="3265716" y="2787070"/>
                  </a:lnTo>
                  <a:lnTo>
                    <a:pt x="3265841" y="2787070"/>
                  </a:lnTo>
                  <a:lnTo>
                    <a:pt x="3265966" y="2787070"/>
                  </a:lnTo>
                  <a:lnTo>
                    <a:pt x="3266091" y="2787070"/>
                  </a:lnTo>
                  <a:lnTo>
                    <a:pt x="3266216" y="2787070"/>
                  </a:lnTo>
                  <a:lnTo>
                    <a:pt x="3266341" y="2787070"/>
                  </a:lnTo>
                  <a:lnTo>
                    <a:pt x="3266466" y="2787070"/>
                  </a:lnTo>
                  <a:lnTo>
                    <a:pt x="3266592" y="2787070"/>
                  </a:lnTo>
                  <a:lnTo>
                    <a:pt x="3266717" y="2787070"/>
                  </a:lnTo>
                  <a:lnTo>
                    <a:pt x="3266842" y="2787070"/>
                  </a:lnTo>
                  <a:lnTo>
                    <a:pt x="3266967" y="2787070"/>
                  </a:lnTo>
                  <a:lnTo>
                    <a:pt x="3267092" y="2787070"/>
                  </a:lnTo>
                  <a:lnTo>
                    <a:pt x="3267217" y="2787070"/>
                  </a:lnTo>
                  <a:lnTo>
                    <a:pt x="3267342" y="2787070"/>
                  </a:lnTo>
                  <a:lnTo>
                    <a:pt x="3267467" y="2787070"/>
                  </a:lnTo>
                  <a:lnTo>
                    <a:pt x="3267592" y="2787070"/>
                  </a:lnTo>
                  <a:lnTo>
                    <a:pt x="3267717" y="2787070"/>
                  </a:lnTo>
                  <a:lnTo>
                    <a:pt x="3267842" y="2787070"/>
                  </a:lnTo>
                  <a:lnTo>
                    <a:pt x="3267967" y="2787070"/>
                  </a:lnTo>
                  <a:lnTo>
                    <a:pt x="3268092" y="2787070"/>
                  </a:lnTo>
                  <a:lnTo>
                    <a:pt x="3268217" y="2787070"/>
                  </a:lnTo>
                  <a:lnTo>
                    <a:pt x="3268342" y="2787070"/>
                  </a:lnTo>
                  <a:lnTo>
                    <a:pt x="3268467" y="2787070"/>
                  </a:lnTo>
                  <a:lnTo>
                    <a:pt x="3268592" y="2787070"/>
                  </a:lnTo>
                  <a:lnTo>
                    <a:pt x="3268717" y="2787070"/>
                  </a:lnTo>
                  <a:lnTo>
                    <a:pt x="3268842" y="2787070"/>
                  </a:lnTo>
                  <a:lnTo>
                    <a:pt x="3268967" y="2787070"/>
                  </a:lnTo>
                  <a:lnTo>
                    <a:pt x="3269092" y="2787070"/>
                  </a:lnTo>
                  <a:lnTo>
                    <a:pt x="3269217" y="2787070"/>
                  </a:lnTo>
                  <a:lnTo>
                    <a:pt x="3269342" y="2787070"/>
                  </a:lnTo>
                  <a:lnTo>
                    <a:pt x="3269467" y="2787070"/>
                  </a:lnTo>
                  <a:lnTo>
                    <a:pt x="3269593" y="2787070"/>
                  </a:lnTo>
                  <a:lnTo>
                    <a:pt x="3269718" y="2787070"/>
                  </a:lnTo>
                  <a:lnTo>
                    <a:pt x="3269843" y="2787070"/>
                  </a:lnTo>
                  <a:lnTo>
                    <a:pt x="3269968" y="2787070"/>
                  </a:lnTo>
                  <a:lnTo>
                    <a:pt x="3270093" y="2787070"/>
                  </a:lnTo>
                  <a:lnTo>
                    <a:pt x="3270218" y="2787070"/>
                  </a:lnTo>
                  <a:lnTo>
                    <a:pt x="3270343" y="2787070"/>
                  </a:lnTo>
                  <a:lnTo>
                    <a:pt x="3270468" y="2787070"/>
                  </a:lnTo>
                  <a:lnTo>
                    <a:pt x="3270593" y="2787070"/>
                  </a:lnTo>
                  <a:lnTo>
                    <a:pt x="3270718" y="2787070"/>
                  </a:lnTo>
                  <a:lnTo>
                    <a:pt x="3270843" y="2787070"/>
                  </a:lnTo>
                  <a:lnTo>
                    <a:pt x="3270968" y="2787070"/>
                  </a:lnTo>
                  <a:lnTo>
                    <a:pt x="3271093" y="2787070"/>
                  </a:lnTo>
                  <a:lnTo>
                    <a:pt x="3271218" y="2787070"/>
                  </a:lnTo>
                  <a:lnTo>
                    <a:pt x="3271343" y="2787070"/>
                  </a:lnTo>
                  <a:lnTo>
                    <a:pt x="3271468" y="2787070"/>
                  </a:lnTo>
                  <a:lnTo>
                    <a:pt x="3271593" y="2787070"/>
                  </a:lnTo>
                  <a:lnTo>
                    <a:pt x="3271718" y="2787070"/>
                  </a:lnTo>
                  <a:lnTo>
                    <a:pt x="3271843" y="2787070"/>
                  </a:lnTo>
                  <a:lnTo>
                    <a:pt x="3271968" y="2787070"/>
                  </a:lnTo>
                  <a:lnTo>
                    <a:pt x="3272093" y="2787070"/>
                  </a:lnTo>
                  <a:lnTo>
                    <a:pt x="3272218" y="2787070"/>
                  </a:lnTo>
                  <a:lnTo>
                    <a:pt x="3272343" y="2787070"/>
                  </a:lnTo>
                  <a:lnTo>
                    <a:pt x="3272468" y="2787070"/>
                  </a:lnTo>
                  <a:lnTo>
                    <a:pt x="3272594" y="2787070"/>
                  </a:lnTo>
                  <a:lnTo>
                    <a:pt x="3272719" y="2787070"/>
                  </a:lnTo>
                  <a:lnTo>
                    <a:pt x="3272844" y="2787070"/>
                  </a:lnTo>
                  <a:lnTo>
                    <a:pt x="3272969" y="2787070"/>
                  </a:lnTo>
                  <a:lnTo>
                    <a:pt x="3273094" y="2787070"/>
                  </a:lnTo>
                  <a:lnTo>
                    <a:pt x="3273219" y="2787070"/>
                  </a:lnTo>
                  <a:lnTo>
                    <a:pt x="3273344" y="2787070"/>
                  </a:lnTo>
                  <a:lnTo>
                    <a:pt x="3273469" y="2787070"/>
                  </a:lnTo>
                  <a:lnTo>
                    <a:pt x="3273594" y="2787070"/>
                  </a:lnTo>
                  <a:lnTo>
                    <a:pt x="3273719" y="2787070"/>
                  </a:lnTo>
                  <a:lnTo>
                    <a:pt x="3273844" y="2787070"/>
                  </a:lnTo>
                  <a:lnTo>
                    <a:pt x="3273969" y="2787070"/>
                  </a:lnTo>
                  <a:lnTo>
                    <a:pt x="3274094" y="2787070"/>
                  </a:lnTo>
                  <a:lnTo>
                    <a:pt x="3274219" y="2787070"/>
                  </a:lnTo>
                  <a:lnTo>
                    <a:pt x="3274344" y="2787070"/>
                  </a:lnTo>
                  <a:lnTo>
                    <a:pt x="3274469" y="2787070"/>
                  </a:lnTo>
                  <a:lnTo>
                    <a:pt x="3274594" y="2787070"/>
                  </a:lnTo>
                  <a:lnTo>
                    <a:pt x="3274719" y="2787070"/>
                  </a:lnTo>
                  <a:lnTo>
                    <a:pt x="3274844" y="2787070"/>
                  </a:lnTo>
                  <a:lnTo>
                    <a:pt x="3274969" y="2787070"/>
                  </a:lnTo>
                  <a:lnTo>
                    <a:pt x="3275094" y="2787070"/>
                  </a:lnTo>
                  <a:lnTo>
                    <a:pt x="3275219" y="2787070"/>
                  </a:lnTo>
                  <a:lnTo>
                    <a:pt x="3275344" y="2787070"/>
                  </a:lnTo>
                  <a:lnTo>
                    <a:pt x="3275469" y="2787070"/>
                  </a:lnTo>
                  <a:lnTo>
                    <a:pt x="3275595" y="2787070"/>
                  </a:lnTo>
                  <a:lnTo>
                    <a:pt x="3275720" y="2787070"/>
                  </a:lnTo>
                  <a:lnTo>
                    <a:pt x="3275845" y="2787070"/>
                  </a:lnTo>
                  <a:lnTo>
                    <a:pt x="3275970" y="2787070"/>
                  </a:lnTo>
                  <a:lnTo>
                    <a:pt x="3276095" y="2787070"/>
                  </a:lnTo>
                  <a:lnTo>
                    <a:pt x="3276220" y="2787070"/>
                  </a:lnTo>
                  <a:lnTo>
                    <a:pt x="3276345" y="2787070"/>
                  </a:lnTo>
                  <a:lnTo>
                    <a:pt x="3276470" y="2787070"/>
                  </a:lnTo>
                  <a:lnTo>
                    <a:pt x="3276595" y="2787070"/>
                  </a:lnTo>
                  <a:lnTo>
                    <a:pt x="3276720" y="2787070"/>
                  </a:lnTo>
                  <a:lnTo>
                    <a:pt x="3276845" y="2787070"/>
                  </a:lnTo>
                  <a:lnTo>
                    <a:pt x="3276970" y="2787070"/>
                  </a:lnTo>
                  <a:lnTo>
                    <a:pt x="3277095" y="2787070"/>
                  </a:lnTo>
                  <a:lnTo>
                    <a:pt x="3277220" y="2787070"/>
                  </a:lnTo>
                  <a:lnTo>
                    <a:pt x="3277345" y="2787070"/>
                  </a:lnTo>
                  <a:lnTo>
                    <a:pt x="3277470" y="2787070"/>
                  </a:lnTo>
                  <a:lnTo>
                    <a:pt x="3277595" y="2787070"/>
                  </a:lnTo>
                  <a:lnTo>
                    <a:pt x="3277720" y="2787070"/>
                  </a:lnTo>
                  <a:lnTo>
                    <a:pt x="3277845" y="2787070"/>
                  </a:lnTo>
                  <a:lnTo>
                    <a:pt x="3277970" y="2787070"/>
                  </a:lnTo>
                  <a:lnTo>
                    <a:pt x="3278095" y="2787070"/>
                  </a:lnTo>
                  <a:lnTo>
                    <a:pt x="3278095" y="2777116"/>
                  </a:lnTo>
                  <a:lnTo>
                    <a:pt x="3278220" y="2777116"/>
                  </a:lnTo>
                  <a:lnTo>
                    <a:pt x="3278345" y="2777116"/>
                  </a:lnTo>
                  <a:lnTo>
                    <a:pt x="3278470" y="2777116"/>
                  </a:lnTo>
                  <a:lnTo>
                    <a:pt x="3278596" y="2777116"/>
                  </a:lnTo>
                  <a:lnTo>
                    <a:pt x="3278721" y="2777116"/>
                  </a:lnTo>
                  <a:lnTo>
                    <a:pt x="3278846" y="2777116"/>
                  </a:lnTo>
                  <a:lnTo>
                    <a:pt x="3278971" y="2777116"/>
                  </a:lnTo>
                  <a:lnTo>
                    <a:pt x="3278971" y="2767162"/>
                  </a:lnTo>
                  <a:lnTo>
                    <a:pt x="3279096" y="2767162"/>
                  </a:lnTo>
                  <a:lnTo>
                    <a:pt x="3279221" y="2767162"/>
                  </a:lnTo>
                  <a:lnTo>
                    <a:pt x="3279346" y="2767162"/>
                  </a:lnTo>
                  <a:lnTo>
                    <a:pt x="3279471" y="2767162"/>
                  </a:lnTo>
                  <a:lnTo>
                    <a:pt x="3279596" y="2767162"/>
                  </a:lnTo>
                  <a:lnTo>
                    <a:pt x="3279721" y="2767162"/>
                  </a:lnTo>
                  <a:lnTo>
                    <a:pt x="3279846" y="2767162"/>
                  </a:lnTo>
                  <a:lnTo>
                    <a:pt x="3279971" y="2767162"/>
                  </a:lnTo>
                  <a:lnTo>
                    <a:pt x="3280096" y="2767162"/>
                  </a:lnTo>
                  <a:lnTo>
                    <a:pt x="3280221" y="2767162"/>
                  </a:lnTo>
                  <a:lnTo>
                    <a:pt x="3280346" y="2767162"/>
                  </a:lnTo>
                  <a:lnTo>
                    <a:pt x="3280471" y="2767162"/>
                  </a:lnTo>
                  <a:lnTo>
                    <a:pt x="3280596" y="2767162"/>
                  </a:lnTo>
                  <a:lnTo>
                    <a:pt x="3280721" y="2767162"/>
                  </a:lnTo>
                  <a:lnTo>
                    <a:pt x="3280846" y="2767162"/>
                  </a:lnTo>
                  <a:lnTo>
                    <a:pt x="3280971" y="2767162"/>
                  </a:lnTo>
                  <a:lnTo>
                    <a:pt x="3281096" y="2767162"/>
                  </a:lnTo>
                  <a:lnTo>
                    <a:pt x="3281221" y="2767162"/>
                  </a:lnTo>
                  <a:lnTo>
                    <a:pt x="3281346" y="2767162"/>
                  </a:lnTo>
                  <a:lnTo>
                    <a:pt x="3281471" y="2767162"/>
                  </a:lnTo>
                  <a:lnTo>
                    <a:pt x="3281597" y="2767162"/>
                  </a:lnTo>
                  <a:lnTo>
                    <a:pt x="3281722" y="2767162"/>
                  </a:lnTo>
                  <a:lnTo>
                    <a:pt x="3281847" y="2767162"/>
                  </a:lnTo>
                  <a:lnTo>
                    <a:pt x="3281972" y="2767162"/>
                  </a:lnTo>
                  <a:lnTo>
                    <a:pt x="3282097" y="2767162"/>
                  </a:lnTo>
                  <a:lnTo>
                    <a:pt x="3282222" y="2767162"/>
                  </a:lnTo>
                  <a:lnTo>
                    <a:pt x="3282347" y="2767162"/>
                  </a:lnTo>
                  <a:lnTo>
                    <a:pt x="3282472" y="2767162"/>
                  </a:lnTo>
                  <a:lnTo>
                    <a:pt x="3282597" y="2767162"/>
                  </a:lnTo>
                  <a:lnTo>
                    <a:pt x="3282722" y="2767162"/>
                  </a:lnTo>
                  <a:lnTo>
                    <a:pt x="3282847" y="2767162"/>
                  </a:lnTo>
                  <a:lnTo>
                    <a:pt x="3282972" y="2767162"/>
                  </a:lnTo>
                  <a:lnTo>
                    <a:pt x="3283097" y="2767162"/>
                  </a:lnTo>
                  <a:lnTo>
                    <a:pt x="3283222" y="2767162"/>
                  </a:lnTo>
                  <a:lnTo>
                    <a:pt x="3283347" y="2767162"/>
                  </a:lnTo>
                  <a:lnTo>
                    <a:pt x="3283472" y="2767162"/>
                  </a:lnTo>
                  <a:lnTo>
                    <a:pt x="3283597" y="2767162"/>
                  </a:lnTo>
                  <a:lnTo>
                    <a:pt x="3283722" y="2767162"/>
                  </a:lnTo>
                  <a:lnTo>
                    <a:pt x="3283847" y="2767162"/>
                  </a:lnTo>
                  <a:lnTo>
                    <a:pt x="3283972" y="2767162"/>
                  </a:lnTo>
                  <a:lnTo>
                    <a:pt x="3284097" y="2767162"/>
                  </a:lnTo>
                  <a:lnTo>
                    <a:pt x="3284222" y="2767162"/>
                  </a:lnTo>
                  <a:lnTo>
                    <a:pt x="3284347" y="2767162"/>
                  </a:lnTo>
                  <a:lnTo>
                    <a:pt x="3284472" y="2767162"/>
                  </a:lnTo>
                  <a:lnTo>
                    <a:pt x="3284598" y="2767162"/>
                  </a:lnTo>
                  <a:lnTo>
                    <a:pt x="3284723" y="2767162"/>
                  </a:lnTo>
                  <a:lnTo>
                    <a:pt x="3284848" y="2767162"/>
                  </a:lnTo>
                  <a:lnTo>
                    <a:pt x="3284973" y="2767162"/>
                  </a:lnTo>
                  <a:lnTo>
                    <a:pt x="3285098" y="2767162"/>
                  </a:lnTo>
                  <a:lnTo>
                    <a:pt x="3285223" y="2767162"/>
                  </a:lnTo>
                  <a:lnTo>
                    <a:pt x="3285348" y="2767162"/>
                  </a:lnTo>
                  <a:lnTo>
                    <a:pt x="3285473" y="2767162"/>
                  </a:lnTo>
                  <a:lnTo>
                    <a:pt x="3285598" y="2767162"/>
                  </a:lnTo>
                  <a:lnTo>
                    <a:pt x="3285723" y="2767162"/>
                  </a:lnTo>
                  <a:lnTo>
                    <a:pt x="3285848" y="2767162"/>
                  </a:lnTo>
                  <a:lnTo>
                    <a:pt x="3285973" y="2767162"/>
                  </a:lnTo>
                  <a:lnTo>
                    <a:pt x="3286098" y="2767162"/>
                  </a:lnTo>
                  <a:lnTo>
                    <a:pt x="3286223" y="2767162"/>
                  </a:lnTo>
                  <a:lnTo>
                    <a:pt x="3286348" y="2767162"/>
                  </a:lnTo>
                  <a:lnTo>
                    <a:pt x="3286473" y="2767162"/>
                  </a:lnTo>
                  <a:lnTo>
                    <a:pt x="3286598" y="2767162"/>
                  </a:lnTo>
                  <a:lnTo>
                    <a:pt x="3286723" y="2767162"/>
                  </a:lnTo>
                  <a:lnTo>
                    <a:pt x="3286848" y="2767162"/>
                  </a:lnTo>
                  <a:lnTo>
                    <a:pt x="3286973" y="2767162"/>
                  </a:lnTo>
                  <a:lnTo>
                    <a:pt x="3287098" y="2767162"/>
                  </a:lnTo>
                  <a:lnTo>
                    <a:pt x="3287223" y="2767162"/>
                  </a:lnTo>
                  <a:lnTo>
                    <a:pt x="3287348" y="2767162"/>
                  </a:lnTo>
                  <a:lnTo>
                    <a:pt x="3287473" y="2767162"/>
                  </a:lnTo>
                  <a:lnTo>
                    <a:pt x="3287599" y="2767162"/>
                  </a:lnTo>
                  <a:lnTo>
                    <a:pt x="3287724" y="2767162"/>
                  </a:lnTo>
                  <a:lnTo>
                    <a:pt x="3287849" y="2767162"/>
                  </a:lnTo>
                  <a:lnTo>
                    <a:pt x="3287974" y="2767162"/>
                  </a:lnTo>
                  <a:lnTo>
                    <a:pt x="3288099" y="2767162"/>
                  </a:lnTo>
                  <a:lnTo>
                    <a:pt x="3288224" y="2767162"/>
                  </a:lnTo>
                  <a:lnTo>
                    <a:pt x="3288349" y="2767162"/>
                  </a:lnTo>
                  <a:lnTo>
                    <a:pt x="3288474" y="2767162"/>
                  </a:lnTo>
                  <a:lnTo>
                    <a:pt x="3288599" y="2767162"/>
                  </a:lnTo>
                  <a:lnTo>
                    <a:pt x="3288724" y="2767162"/>
                  </a:lnTo>
                  <a:lnTo>
                    <a:pt x="3288849" y="2767162"/>
                  </a:lnTo>
                  <a:lnTo>
                    <a:pt x="3288974" y="2767162"/>
                  </a:lnTo>
                  <a:lnTo>
                    <a:pt x="3289099" y="2767162"/>
                  </a:lnTo>
                  <a:lnTo>
                    <a:pt x="3289224" y="2767162"/>
                  </a:lnTo>
                  <a:lnTo>
                    <a:pt x="3289349" y="2767162"/>
                  </a:lnTo>
                  <a:lnTo>
                    <a:pt x="3289474" y="2767162"/>
                  </a:lnTo>
                  <a:lnTo>
                    <a:pt x="3289599" y="2767162"/>
                  </a:lnTo>
                  <a:lnTo>
                    <a:pt x="3289724" y="2767162"/>
                  </a:lnTo>
                  <a:lnTo>
                    <a:pt x="3289849" y="2767162"/>
                  </a:lnTo>
                  <a:lnTo>
                    <a:pt x="3289974" y="2767162"/>
                  </a:lnTo>
                  <a:lnTo>
                    <a:pt x="3290099" y="2767162"/>
                  </a:lnTo>
                  <a:lnTo>
                    <a:pt x="3290224" y="2767162"/>
                  </a:lnTo>
                  <a:lnTo>
                    <a:pt x="3290349" y="2767162"/>
                  </a:lnTo>
                  <a:lnTo>
                    <a:pt x="3290474" y="2767162"/>
                  </a:lnTo>
                  <a:lnTo>
                    <a:pt x="3290600" y="2767162"/>
                  </a:lnTo>
                  <a:lnTo>
                    <a:pt x="3290725" y="2767162"/>
                  </a:lnTo>
                  <a:lnTo>
                    <a:pt x="3290850" y="2767162"/>
                  </a:lnTo>
                  <a:lnTo>
                    <a:pt x="3290975" y="2767162"/>
                  </a:lnTo>
                  <a:lnTo>
                    <a:pt x="3291100" y="2767162"/>
                  </a:lnTo>
                  <a:lnTo>
                    <a:pt x="3291225" y="2767162"/>
                  </a:lnTo>
                  <a:lnTo>
                    <a:pt x="3291350" y="2767162"/>
                  </a:lnTo>
                  <a:lnTo>
                    <a:pt x="3291475" y="2767162"/>
                  </a:lnTo>
                  <a:lnTo>
                    <a:pt x="3291600" y="2767162"/>
                  </a:lnTo>
                  <a:lnTo>
                    <a:pt x="3291725" y="2767162"/>
                  </a:lnTo>
                  <a:lnTo>
                    <a:pt x="3291850" y="2767162"/>
                  </a:lnTo>
                  <a:lnTo>
                    <a:pt x="3291975" y="2767162"/>
                  </a:lnTo>
                  <a:lnTo>
                    <a:pt x="3292100" y="2767162"/>
                  </a:lnTo>
                  <a:lnTo>
                    <a:pt x="3292225" y="2767162"/>
                  </a:lnTo>
                  <a:lnTo>
                    <a:pt x="3292350" y="2767162"/>
                  </a:lnTo>
                  <a:lnTo>
                    <a:pt x="3292475" y="2767162"/>
                  </a:lnTo>
                  <a:lnTo>
                    <a:pt x="3292600" y="2767162"/>
                  </a:lnTo>
                  <a:lnTo>
                    <a:pt x="3292725" y="2767162"/>
                  </a:lnTo>
                  <a:lnTo>
                    <a:pt x="3292850" y="2767162"/>
                  </a:lnTo>
                  <a:lnTo>
                    <a:pt x="3292975" y="2767162"/>
                  </a:lnTo>
                  <a:lnTo>
                    <a:pt x="3293100" y="2767162"/>
                  </a:lnTo>
                  <a:lnTo>
                    <a:pt x="3293225" y="2767162"/>
                  </a:lnTo>
                  <a:lnTo>
                    <a:pt x="3293350" y="2767162"/>
                  </a:lnTo>
                  <a:lnTo>
                    <a:pt x="3293475" y="2767162"/>
                  </a:lnTo>
                  <a:lnTo>
                    <a:pt x="3293601" y="2767162"/>
                  </a:lnTo>
                  <a:lnTo>
                    <a:pt x="3293726" y="2767162"/>
                  </a:lnTo>
                  <a:lnTo>
                    <a:pt x="3293851" y="2767162"/>
                  </a:lnTo>
                  <a:lnTo>
                    <a:pt x="3293976" y="2767162"/>
                  </a:lnTo>
                  <a:lnTo>
                    <a:pt x="3294101" y="2767162"/>
                  </a:lnTo>
                  <a:lnTo>
                    <a:pt x="3294226" y="2767162"/>
                  </a:lnTo>
                  <a:lnTo>
                    <a:pt x="3294351" y="2767162"/>
                  </a:lnTo>
                  <a:lnTo>
                    <a:pt x="3294476" y="2767162"/>
                  </a:lnTo>
                  <a:lnTo>
                    <a:pt x="3294601" y="2767162"/>
                  </a:lnTo>
                  <a:lnTo>
                    <a:pt x="3294726" y="2767162"/>
                  </a:lnTo>
                  <a:lnTo>
                    <a:pt x="3294851" y="2767162"/>
                  </a:lnTo>
                  <a:lnTo>
                    <a:pt x="3294976" y="2767162"/>
                  </a:lnTo>
                  <a:lnTo>
                    <a:pt x="3295101" y="2767162"/>
                  </a:lnTo>
                  <a:lnTo>
                    <a:pt x="3295226" y="2767162"/>
                  </a:lnTo>
                  <a:lnTo>
                    <a:pt x="3295351" y="2767162"/>
                  </a:lnTo>
                  <a:lnTo>
                    <a:pt x="3295476" y="2767162"/>
                  </a:lnTo>
                  <a:lnTo>
                    <a:pt x="3295601" y="2767162"/>
                  </a:lnTo>
                  <a:lnTo>
                    <a:pt x="3295726" y="2767162"/>
                  </a:lnTo>
                  <a:lnTo>
                    <a:pt x="3295851" y="2767162"/>
                  </a:lnTo>
                  <a:lnTo>
                    <a:pt x="3295976" y="2767162"/>
                  </a:lnTo>
                  <a:lnTo>
                    <a:pt x="3296101" y="2767162"/>
                  </a:lnTo>
                  <a:lnTo>
                    <a:pt x="3296226" y="2767162"/>
                  </a:lnTo>
                  <a:lnTo>
                    <a:pt x="3296351" y="2767162"/>
                  </a:lnTo>
                  <a:lnTo>
                    <a:pt x="3296476" y="2767162"/>
                  </a:lnTo>
                  <a:lnTo>
                    <a:pt x="3296602" y="2767162"/>
                  </a:lnTo>
                  <a:lnTo>
                    <a:pt x="3296727" y="2767162"/>
                  </a:lnTo>
                  <a:lnTo>
                    <a:pt x="3296852" y="2767162"/>
                  </a:lnTo>
                  <a:lnTo>
                    <a:pt x="3296977" y="2767162"/>
                  </a:lnTo>
                  <a:lnTo>
                    <a:pt x="3297102" y="2767162"/>
                  </a:lnTo>
                  <a:lnTo>
                    <a:pt x="3297227" y="2767162"/>
                  </a:lnTo>
                  <a:lnTo>
                    <a:pt x="3297352" y="2767162"/>
                  </a:lnTo>
                  <a:lnTo>
                    <a:pt x="3297477" y="2767162"/>
                  </a:lnTo>
                  <a:lnTo>
                    <a:pt x="3297602" y="2767162"/>
                  </a:lnTo>
                  <a:lnTo>
                    <a:pt x="3297727" y="2767162"/>
                  </a:lnTo>
                  <a:lnTo>
                    <a:pt x="3297852" y="2767162"/>
                  </a:lnTo>
                  <a:lnTo>
                    <a:pt x="3297977" y="2767162"/>
                  </a:lnTo>
                  <a:lnTo>
                    <a:pt x="3298102" y="2767162"/>
                  </a:lnTo>
                  <a:lnTo>
                    <a:pt x="3298227" y="2767162"/>
                  </a:lnTo>
                  <a:lnTo>
                    <a:pt x="3298352" y="2767162"/>
                  </a:lnTo>
                  <a:lnTo>
                    <a:pt x="3298477" y="2767162"/>
                  </a:lnTo>
                  <a:lnTo>
                    <a:pt x="3298602" y="2767162"/>
                  </a:lnTo>
                  <a:lnTo>
                    <a:pt x="3298727" y="2767162"/>
                  </a:lnTo>
                  <a:lnTo>
                    <a:pt x="3298852" y="2767162"/>
                  </a:lnTo>
                  <a:lnTo>
                    <a:pt x="3298977" y="2767162"/>
                  </a:lnTo>
                  <a:lnTo>
                    <a:pt x="3299102" y="2767162"/>
                  </a:lnTo>
                  <a:lnTo>
                    <a:pt x="3299227" y="2767162"/>
                  </a:lnTo>
                  <a:lnTo>
                    <a:pt x="3299352" y="2767162"/>
                  </a:lnTo>
                  <a:lnTo>
                    <a:pt x="3299478" y="2767162"/>
                  </a:lnTo>
                  <a:lnTo>
                    <a:pt x="3299603" y="2767162"/>
                  </a:lnTo>
                  <a:lnTo>
                    <a:pt x="3299728" y="2767162"/>
                  </a:lnTo>
                  <a:lnTo>
                    <a:pt x="3299853" y="2767162"/>
                  </a:lnTo>
                  <a:lnTo>
                    <a:pt x="3299978" y="2767162"/>
                  </a:lnTo>
                  <a:lnTo>
                    <a:pt x="3300103" y="2767162"/>
                  </a:lnTo>
                  <a:lnTo>
                    <a:pt x="3300228" y="2767162"/>
                  </a:lnTo>
                  <a:lnTo>
                    <a:pt x="3300353" y="2767162"/>
                  </a:lnTo>
                  <a:lnTo>
                    <a:pt x="3300478" y="2767162"/>
                  </a:lnTo>
                  <a:lnTo>
                    <a:pt x="3300603" y="2767162"/>
                  </a:lnTo>
                  <a:lnTo>
                    <a:pt x="3300728" y="2767162"/>
                  </a:lnTo>
                  <a:lnTo>
                    <a:pt x="3300853" y="2767162"/>
                  </a:lnTo>
                  <a:lnTo>
                    <a:pt x="3300978" y="2767162"/>
                  </a:lnTo>
                  <a:lnTo>
                    <a:pt x="3301103" y="2767162"/>
                  </a:lnTo>
                  <a:lnTo>
                    <a:pt x="3301228" y="2767162"/>
                  </a:lnTo>
                  <a:lnTo>
                    <a:pt x="3301353" y="2767162"/>
                  </a:lnTo>
                  <a:lnTo>
                    <a:pt x="3301478" y="2767162"/>
                  </a:lnTo>
                  <a:lnTo>
                    <a:pt x="3301603" y="2767162"/>
                  </a:lnTo>
                  <a:lnTo>
                    <a:pt x="3301728" y="2767162"/>
                  </a:lnTo>
                  <a:lnTo>
                    <a:pt x="3301853" y="2767162"/>
                  </a:lnTo>
                  <a:lnTo>
                    <a:pt x="3301978" y="2767162"/>
                  </a:lnTo>
                  <a:lnTo>
                    <a:pt x="3302103" y="2767162"/>
                  </a:lnTo>
                  <a:lnTo>
                    <a:pt x="3302228" y="2767162"/>
                  </a:lnTo>
                  <a:lnTo>
                    <a:pt x="3302353" y="2767162"/>
                  </a:lnTo>
                  <a:lnTo>
                    <a:pt x="3302479" y="2767162"/>
                  </a:lnTo>
                  <a:lnTo>
                    <a:pt x="3302604" y="2767162"/>
                  </a:lnTo>
                  <a:lnTo>
                    <a:pt x="3302729" y="2767162"/>
                  </a:lnTo>
                  <a:lnTo>
                    <a:pt x="3302854" y="2767162"/>
                  </a:lnTo>
                  <a:lnTo>
                    <a:pt x="3302979" y="2767162"/>
                  </a:lnTo>
                  <a:lnTo>
                    <a:pt x="3303104" y="2767162"/>
                  </a:lnTo>
                  <a:lnTo>
                    <a:pt x="3303229" y="2767162"/>
                  </a:lnTo>
                  <a:lnTo>
                    <a:pt x="3303354" y="2767162"/>
                  </a:lnTo>
                  <a:lnTo>
                    <a:pt x="3303479" y="2767162"/>
                  </a:lnTo>
                  <a:lnTo>
                    <a:pt x="3303604" y="2767162"/>
                  </a:lnTo>
                  <a:lnTo>
                    <a:pt x="3303729" y="2767162"/>
                  </a:lnTo>
                  <a:lnTo>
                    <a:pt x="3303854" y="2767162"/>
                  </a:lnTo>
                  <a:lnTo>
                    <a:pt x="3303979" y="2767162"/>
                  </a:lnTo>
                  <a:lnTo>
                    <a:pt x="3304104" y="2767162"/>
                  </a:lnTo>
                  <a:lnTo>
                    <a:pt x="3304229" y="2767162"/>
                  </a:lnTo>
                  <a:lnTo>
                    <a:pt x="3304354" y="2767162"/>
                  </a:lnTo>
                  <a:lnTo>
                    <a:pt x="3304479" y="2767162"/>
                  </a:lnTo>
                  <a:lnTo>
                    <a:pt x="3304604" y="2767162"/>
                  </a:lnTo>
                  <a:lnTo>
                    <a:pt x="3304729" y="2767162"/>
                  </a:lnTo>
                  <a:lnTo>
                    <a:pt x="3304854" y="2767162"/>
                  </a:lnTo>
                  <a:lnTo>
                    <a:pt x="3304979" y="2767162"/>
                  </a:lnTo>
                  <a:lnTo>
                    <a:pt x="3305104" y="2767162"/>
                  </a:lnTo>
                  <a:lnTo>
                    <a:pt x="3305229" y="2767162"/>
                  </a:lnTo>
                  <a:lnTo>
                    <a:pt x="3305354" y="2767162"/>
                  </a:lnTo>
                  <a:lnTo>
                    <a:pt x="3305480" y="2767162"/>
                  </a:lnTo>
                  <a:lnTo>
                    <a:pt x="3305605" y="2767162"/>
                  </a:lnTo>
                  <a:lnTo>
                    <a:pt x="3305730" y="2767162"/>
                  </a:lnTo>
                  <a:lnTo>
                    <a:pt x="3305855" y="2767162"/>
                  </a:lnTo>
                  <a:lnTo>
                    <a:pt x="3305980" y="2767162"/>
                  </a:lnTo>
                  <a:lnTo>
                    <a:pt x="3306105" y="2767162"/>
                  </a:lnTo>
                  <a:lnTo>
                    <a:pt x="3306230" y="2767162"/>
                  </a:lnTo>
                  <a:lnTo>
                    <a:pt x="3306355" y="2767162"/>
                  </a:lnTo>
                  <a:lnTo>
                    <a:pt x="3306480" y="2767162"/>
                  </a:lnTo>
                  <a:lnTo>
                    <a:pt x="3306605" y="2767162"/>
                  </a:lnTo>
                  <a:lnTo>
                    <a:pt x="3306730" y="2767162"/>
                  </a:lnTo>
                  <a:lnTo>
                    <a:pt x="3306855" y="2767162"/>
                  </a:lnTo>
                  <a:lnTo>
                    <a:pt x="3306980" y="2767162"/>
                  </a:lnTo>
                  <a:lnTo>
                    <a:pt x="3307105" y="2767162"/>
                  </a:lnTo>
                  <a:lnTo>
                    <a:pt x="3307230" y="2767162"/>
                  </a:lnTo>
                  <a:lnTo>
                    <a:pt x="3307355" y="2767162"/>
                  </a:lnTo>
                  <a:lnTo>
                    <a:pt x="3307355" y="2757208"/>
                  </a:lnTo>
                  <a:lnTo>
                    <a:pt x="3307480" y="2757208"/>
                  </a:lnTo>
                  <a:lnTo>
                    <a:pt x="3307605" y="2757208"/>
                  </a:lnTo>
                  <a:lnTo>
                    <a:pt x="3307730" y="2757208"/>
                  </a:lnTo>
                  <a:lnTo>
                    <a:pt x="3307855" y="2757208"/>
                  </a:lnTo>
                  <a:lnTo>
                    <a:pt x="3307980" y="2757208"/>
                  </a:lnTo>
                  <a:lnTo>
                    <a:pt x="3308105" y="2757208"/>
                  </a:lnTo>
                  <a:lnTo>
                    <a:pt x="3308230" y="2757208"/>
                  </a:lnTo>
                  <a:lnTo>
                    <a:pt x="3308355" y="2757208"/>
                  </a:lnTo>
                  <a:lnTo>
                    <a:pt x="3308481" y="2757208"/>
                  </a:lnTo>
                  <a:lnTo>
                    <a:pt x="3308606" y="2757208"/>
                  </a:lnTo>
                  <a:lnTo>
                    <a:pt x="3308731" y="2757208"/>
                  </a:lnTo>
                  <a:lnTo>
                    <a:pt x="3308856" y="2757208"/>
                  </a:lnTo>
                  <a:lnTo>
                    <a:pt x="3308981" y="2757208"/>
                  </a:lnTo>
                  <a:lnTo>
                    <a:pt x="3309106" y="2757208"/>
                  </a:lnTo>
                  <a:lnTo>
                    <a:pt x="3309231" y="2757208"/>
                  </a:lnTo>
                  <a:lnTo>
                    <a:pt x="3309356" y="2757208"/>
                  </a:lnTo>
                  <a:lnTo>
                    <a:pt x="3309481" y="2757208"/>
                  </a:lnTo>
                  <a:lnTo>
                    <a:pt x="3309606" y="2757208"/>
                  </a:lnTo>
                  <a:lnTo>
                    <a:pt x="3309731" y="2757208"/>
                  </a:lnTo>
                  <a:lnTo>
                    <a:pt x="3309856" y="2757208"/>
                  </a:lnTo>
                  <a:lnTo>
                    <a:pt x="3309981" y="2757208"/>
                  </a:lnTo>
                  <a:lnTo>
                    <a:pt x="3310106" y="2757208"/>
                  </a:lnTo>
                  <a:lnTo>
                    <a:pt x="3310231" y="2757208"/>
                  </a:lnTo>
                  <a:lnTo>
                    <a:pt x="3310356" y="2757208"/>
                  </a:lnTo>
                  <a:lnTo>
                    <a:pt x="3310481" y="2757208"/>
                  </a:lnTo>
                  <a:lnTo>
                    <a:pt x="3310606" y="2757208"/>
                  </a:lnTo>
                  <a:lnTo>
                    <a:pt x="3310731" y="2757208"/>
                  </a:lnTo>
                  <a:lnTo>
                    <a:pt x="3310856" y="2757208"/>
                  </a:lnTo>
                  <a:lnTo>
                    <a:pt x="3310981" y="2757208"/>
                  </a:lnTo>
                  <a:lnTo>
                    <a:pt x="3311106" y="2757208"/>
                  </a:lnTo>
                  <a:lnTo>
                    <a:pt x="3311231" y="2757208"/>
                  </a:lnTo>
                  <a:lnTo>
                    <a:pt x="3311356" y="2757208"/>
                  </a:lnTo>
                  <a:lnTo>
                    <a:pt x="3311482" y="2757208"/>
                  </a:lnTo>
                  <a:lnTo>
                    <a:pt x="3311607" y="2757208"/>
                  </a:lnTo>
                  <a:lnTo>
                    <a:pt x="3311732" y="2757208"/>
                  </a:lnTo>
                  <a:lnTo>
                    <a:pt x="3311857" y="2757208"/>
                  </a:lnTo>
                  <a:lnTo>
                    <a:pt x="3311982" y="2757208"/>
                  </a:lnTo>
                  <a:lnTo>
                    <a:pt x="3312107" y="2757208"/>
                  </a:lnTo>
                  <a:lnTo>
                    <a:pt x="3312232" y="2757208"/>
                  </a:lnTo>
                  <a:lnTo>
                    <a:pt x="3312357" y="2757208"/>
                  </a:lnTo>
                  <a:lnTo>
                    <a:pt x="3312482" y="2757208"/>
                  </a:lnTo>
                  <a:lnTo>
                    <a:pt x="3312607" y="2757208"/>
                  </a:lnTo>
                  <a:lnTo>
                    <a:pt x="3312732" y="2757208"/>
                  </a:lnTo>
                  <a:lnTo>
                    <a:pt x="3312857" y="2757208"/>
                  </a:lnTo>
                  <a:lnTo>
                    <a:pt x="3312982" y="2757208"/>
                  </a:lnTo>
                  <a:lnTo>
                    <a:pt x="3313107" y="2757208"/>
                  </a:lnTo>
                  <a:lnTo>
                    <a:pt x="3313232" y="2757208"/>
                  </a:lnTo>
                  <a:lnTo>
                    <a:pt x="3313357" y="2757208"/>
                  </a:lnTo>
                  <a:lnTo>
                    <a:pt x="3313482" y="2757208"/>
                  </a:lnTo>
                  <a:lnTo>
                    <a:pt x="3313607" y="2757208"/>
                  </a:lnTo>
                  <a:lnTo>
                    <a:pt x="3313732" y="2757208"/>
                  </a:lnTo>
                  <a:lnTo>
                    <a:pt x="3313857" y="2757208"/>
                  </a:lnTo>
                  <a:lnTo>
                    <a:pt x="3313982" y="2757208"/>
                  </a:lnTo>
                  <a:lnTo>
                    <a:pt x="3314107" y="2757208"/>
                  </a:lnTo>
                  <a:lnTo>
                    <a:pt x="3314232" y="2757208"/>
                  </a:lnTo>
                  <a:lnTo>
                    <a:pt x="3314357" y="2757208"/>
                  </a:lnTo>
                  <a:lnTo>
                    <a:pt x="3314483" y="2757208"/>
                  </a:lnTo>
                  <a:lnTo>
                    <a:pt x="3314608" y="2757208"/>
                  </a:lnTo>
                  <a:lnTo>
                    <a:pt x="3314733" y="2757208"/>
                  </a:lnTo>
                  <a:lnTo>
                    <a:pt x="3314858" y="2757208"/>
                  </a:lnTo>
                  <a:lnTo>
                    <a:pt x="3314983" y="2757208"/>
                  </a:lnTo>
                  <a:lnTo>
                    <a:pt x="3315108" y="2757208"/>
                  </a:lnTo>
                  <a:lnTo>
                    <a:pt x="3315233" y="2757208"/>
                  </a:lnTo>
                  <a:lnTo>
                    <a:pt x="3315358" y="2757208"/>
                  </a:lnTo>
                  <a:lnTo>
                    <a:pt x="3315483" y="2757208"/>
                  </a:lnTo>
                  <a:lnTo>
                    <a:pt x="3315608" y="2757208"/>
                  </a:lnTo>
                  <a:lnTo>
                    <a:pt x="3315733" y="2757208"/>
                  </a:lnTo>
                  <a:lnTo>
                    <a:pt x="3315858" y="2757208"/>
                  </a:lnTo>
                  <a:lnTo>
                    <a:pt x="3315983" y="2757208"/>
                  </a:lnTo>
                  <a:lnTo>
                    <a:pt x="3316108" y="2757208"/>
                  </a:lnTo>
                  <a:lnTo>
                    <a:pt x="3316233" y="2757208"/>
                  </a:lnTo>
                  <a:lnTo>
                    <a:pt x="3316358" y="2757208"/>
                  </a:lnTo>
                  <a:lnTo>
                    <a:pt x="3316483" y="2757208"/>
                  </a:lnTo>
                  <a:lnTo>
                    <a:pt x="3316608" y="2757208"/>
                  </a:lnTo>
                  <a:lnTo>
                    <a:pt x="3316733" y="2757208"/>
                  </a:lnTo>
                  <a:lnTo>
                    <a:pt x="3316858" y="2757208"/>
                  </a:lnTo>
                  <a:lnTo>
                    <a:pt x="3316983" y="2757208"/>
                  </a:lnTo>
                  <a:lnTo>
                    <a:pt x="3317108" y="2757208"/>
                  </a:lnTo>
                  <a:lnTo>
                    <a:pt x="3317233" y="2757208"/>
                  </a:lnTo>
                  <a:lnTo>
                    <a:pt x="3317358" y="2757208"/>
                  </a:lnTo>
                  <a:lnTo>
                    <a:pt x="3317484" y="2757208"/>
                  </a:lnTo>
                  <a:lnTo>
                    <a:pt x="3317609" y="2757208"/>
                  </a:lnTo>
                  <a:lnTo>
                    <a:pt x="3317734" y="2757208"/>
                  </a:lnTo>
                  <a:lnTo>
                    <a:pt x="3317859" y="2757208"/>
                  </a:lnTo>
                  <a:lnTo>
                    <a:pt x="3317984" y="2757208"/>
                  </a:lnTo>
                  <a:lnTo>
                    <a:pt x="3318109" y="2757208"/>
                  </a:lnTo>
                  <a:lnTo>
                    <a:pt x="3318234" y="2757208"/>
                  </a:lnTo>
                  <a:lnTo>
                    <a:pt x="3318359" y="2757208"/>
                  </a:lnTo>
                  <a:lnTo>
                    <a:pt x="3318484" y="2757208"/>
                  </a:lnTo>
                  <a:lnTo>
                    <a:pt x="3318609" y="2757208"/>
                  </a:lnTo>
                  <a:lnTo>
                    <a:pt x="3318734" y="2757208"/>
                  </a:lnTo>
                  <a:lnTo>
                    <a:pt x="3318859" y="2757208"/>
                  </a:lnTo>
                  <a:lnTo>
                    <a:pt x="3318984" y="2757208"/>
                  </a:lnTo>
                  <a:lnTo>
                    <a:pt x="3319109" y="2757208"/>
                  </a:lnTo>
                  <a:lnTo>
                    <a:pt x="3319234" y="2757208"/>
                  </a:lnTo>
                  <a:lnTo>
                    <a:pt x="3319359" y="2757208"/>
                  </a:lnTo>
                  <a:lnTo>
                    <a:pt x="3319484" y="2757208"/>
                  </a:lnTo>
                  <a:lnTo>
                    <a:pt x="3319609" y="2757208"/>
                  </a:lnTo>
                  <a:lnTo>
                    <a:pt x="3319734" y="2757208"/>
                  </a:lnTo>
                  <a:lnTo>
                    <a:pt x="3319859" y="2757208"/>
                  </a:lnTo>
                  <a:lnTo>
                    <a:pt x="3319984" y="2757208"/>
                  </a:lnTo>
                  <a:lnTo>
                    <a:pt x="3320109" y="2757208"/>
                  </a:lnTo>
                  <a:lnTo>
                    <a:pt x="3320234" y="2757208"/>
                  </a:lnTo>
                  <a:lnTo>
                    <a:pt x="3320359" y="2757208"/>
                  </a:lnTo>
                  <a:lnTo>
                    <a:pt x="3320485" y="2757208"/>
                  </a:lnTo>
                  <a:lnTo>
                    <a:pt x="3320610" y="2757208"/>
                  </a:lnTo>
                  <a:lnTo>
                    <a:pt x="3320735" y="2757208"/>
                  </a:lnTo>
                  <a:lnTo>
                    <a:pt x="3320860" y="2757208"/>
                  </a:lnTo>
                  <a:lnTo>
                    <a:pt x="3320985" y="2757208"/>
                  </a:lnTo>
                  <a:lnTo>
                    <a:pt x="3321110" y="2757208"/>
                  </a:lnTo>
                  <a:lnTo>
                    <a:pt x="3321235" y="2757208"/>
                  </a:lnTo>
                  <a:lnTo>
                    <a:pt x="3321360" y="2757208"/>
                  </a:lnTo>
                  <a:lnTo>
                    <a:pt x="3321485" y="2757208"/>
                  </a:lnTo>
                  <a:lnTo>
                    <a:pt x="3321610" y="2757208"/>
                  </a:lnTo>
                  <a:lnTo>
                    <a:pt x="3321735" y="2757208"/>
                  </a:lnTo>
                  <a:lnTo>
                    <a:pt x="3321860" y="2757208"/>
                  </a:lnTo>
                  <a:lnTo>
                    <a:pt x="3321985" y="2757208"/>
                  </a:lnTo>
                  <a:lnTo>
                    <a:pt x="3322110" y="2757208"/>
                  </a:lnTo>
                  <a:lnTo>
                    <a:pt x="3322235" y="2757208"/>
                  </a:lnTo>
                  <a:lnTo>
                    <a:pt x="3322360" y="2757208"/>
                  </a:lnTo>
                  <a:lnTo>
                    <a:pt x="3322485" y="2757208"/>
                  </a:lnTo>
                  <a:lnTo>
                    <a:pt x="3322610" y="2757208"/>
                  </a:lnTo>
                  <a:lnTo>
                    <a:pt x="3322735" y="2757208"/>
                  </a:lnTo>
                  <a:lnTo>
                    <a:pt x="3322860" y="2757208"/>
                  </a:lnTo>
                  <a:lnTo>
                    <a:pt x="3322985" y="2757208"/>
                  </a:lnTo>
                  <a:lnTo>
                    <a:pt x="3323110" y="2757208"/>
                  </a:lnTo>
                  <a:lnTo>
                    <a:pt x="3323235" y="2757208"/>
                  </a:lnTo>
                  <a:lnTo>
                    <a:pt x="3323360" y="2757208"/>
                  </a:lnTo>
                  <a:lnTo>
                    <a:pt x="3323486" y="2757208"/>
                  </a:lnTo>
                  <a:lnTo>
                    <a:pt x="3323611" y="2757208"/>
                  </a:lnTo>
                  <a:lnTo>
                    <a:pt x="3323736" y="2757208"/>
                  </a:lnTo>
                  <a:lnTo>
                    <a:pt x="3323861" y="2757208"/>
                  </a:lnTo>
                  <a:lnTo>
                    <a:pt x="3323986" y="2757208"/>
                  </a:lnTo>
                  <a:lnTo>
                    <a:pt x="3324111" y="2757208"/>
                  </a:lnTo>
                  <a:lnTo>
                    <a:pt x="3324236" y="2757208"/>
                  </a:lnTo>
                  <a:lnTo>
                    <a:pt x="3324361" y="2757208"/>
                  </a:lnTo>
                  <a:lnTo>
                    <a:pt x="3324486" y="2757208"/>
                  </a:lnTo>
                  <a:lnTo>
                    <a:pt x="3324611" y="2757208"/>
                  </a:lnTo>
                  <a:lnTo>
                    <a:pt x="3324736" y="2757208"/>
                  </a:lnTo>
                  <a:lnTo>
                    <a:pt x="3324861" y="2757208"/>
                  </a:lnTo>
                  <a:lnTo>
                    <a:pt x="3324986" y="2757208"/>
                  </a:lnTo>
                  <a:lnTo>
                    <a:pt x="3325111" y="2757208"/>
                  </a:lnTo>
                  <a:lnTo>
                    <a:pt x="3325236" y="2757208"/>
                  </a:lnTo>
                  <a:lnTo>
                    <a:pt x="3325361" y="2757208"/>
                  </a:lnTo>
                  <a:lnTo>
                    <a:pt x="3325486" y="2757208"/>
                  </a:lnTo>
                  <a:lnTo>
                    <a:pt x="3325611" y="2757208"/>
                  </a:lnTo>
                  <a:lnTo>
                    <a:pt x="3325736" y="2757208"/>
                  </a:lnTo>
                  <a:lnTo>
                    <a:pt x="3325861" y="2757208"/>
                  </a:lnTo>
                  <a:lnTo>
                    <a:pt x="3325986" y="2757208"/>
                  </a:lnTo>
                  <a:lnTo>
                    <a:pt x="3326111" y="2757208"/>
                  </a:lnTo>
                  <a:lnTo>
                    <a:pt x="3326236" y="2757208"/>
                  </a:lnTo>
                  <a:lnTo>
                    <a:pt x="3326361" y="2757208"/>
                  </a:lnTo>
                  <a:lnTo>
                    <a:pt x="3326487" y="2757208"/>
                  </a:lnTo>
                  <a:lnTo>
                    <a:pt x="3326612" y="2757208"/>
                  </a:lnTo>
                  <a:lnTo>
                    <a:pt x="3326612" y="2747255"/>
                  </a:lnTo>
                  <a:lnTo>
                    <a:pt x="3326612" y="2737301"/>
                  </a:lnTo>
                  <a:lnTo>
                    <a:pt x="3326737" y="2737301"/>
                  </a:lnTo>
                  <a:lnTo>
                    <a:pt x="3326862" y="2737301"/>
                  </a:lnTo>
                  <a:lnTo>
                    <a:pt x="3326987" y="2737301"/>
                  </a:lnTo>
                  <a:lnTo>
                    <a:pt x="3327112" y="2737301"/>
                  </a:lnTo>
                  <a:lnTo>
                    <a:pt x="3327237" y="2737301"/>
                  </a:lnTo>
                  <a:lnTo>
                    <a:pt x="3327362" y="2737301"/>
                  </a:lnTo>
                  <a:lnTo>
                    <a:pt x="3327487" y="2737301"/>
                  </a:lnTo>
                  <a:lnTo>
                    <a:pt x="3327612" y="2737301"/>
                  </a:lnTo>
                  <a:lnTo>
                    <a:pt x="3327737" y="2737301"/>
                  </a:lnTo>
                  <a:lnTo>
                    <a:pt x="3327862" y="2737301"/>
                  </a:lnTo>
                  <a:lnTo>
                    <a:pt x="3327987" y="2737301"/>
                  </a:lnTo>
                  <a:lnTo>
                    <a:pt x="3328112" y="2737301"/>
                  </a:lnTo>
                  <a:lnTo>
                    <a:pt x="3328237" y="2737301"/>
                  </a:lnTo>
                  <a:lnTo>
                    <a:pt x="3328362" y="2737301"/>
                  </a:lnTo>
                  <a:lnTo>
                    <a:pt x="3328487" y="2737301"/>
                  </a:lnTo>
                  <a:lnTo>
                    <a:pt x="3328612" y="2737301"/>
                  </a:lnTo>
                  <a:lnTo>
                    <a:pt x="3328737" y="2737301"/>
                  </a:lnTo>
                  <a:lnTo>
                    <a:pt x="3328862" y="2737301"/>
                  </a:lnTo>
                  <a:lnTo>
                    <a:pt x="3328987" y="2737301"/>
                  </a:lnTo>
                  <a:lnTo>
                    <a:pt x="3329112" y="2737301"/>
                  </a:lnTo>
                  <a:lnTo>
                    <a:pt x="3329237" y="2737301"/>
                  </a:lnTo>
                  <a:lnTo>
                    <a:pt x="3329362" y="2737301"/>
                  </a:lnTo>
                  <a:lnTo>
                    <a:pt x="3329488" y="2737301"/>
                  </a:lnTo>
                  <a:lnTo>
                    <a:pt x="3329613" y="2737301"/>
                  </a:lnTo>
                  <a:lnTo>
                    <a:pt x="3329738" y="2737301"/>
                  </a:lnTo>
                  <a:lnTo>
                    <a:pt x="3329863" y="2737301"/>
                  </a:lnTo>
                  <a:lnTo>
                    <a:pt x="3329988" y="2737301"/>
                  </a:lnTo>
                  <a:lnTo>
                    <a:pt x="3330113" y="2737301"/>
                  </a:lnTo>
                  <a:lnTo>
                    <a:pt x="3330238" y="2737301"/>
                  </a:lnTo>
                  <a:lnTo>
                    <a:pt x="3330363" y="2737301"/>
                  </a:lnTo>
                  <a:lnTo>
                    <a:pt x="3330488" y="2737301"/>
                  </a:lnTo>
                  <a:lnTo>
                    <a:pt x="3330613" y="2737301"/>
                  </a:lnTo>
                  <a:lnTo>
                    <a:pt x="3330738" y="2737301"/>
                  </a:lnTo>
                  <a:lnTo>
                    <a:pt x="3330863" y="2737301"/>
                  </a:lnTo>
                  <a:lnTo>
                    <a:pt x="3330988" y="2737301"/>
                  </a:lnTo>
                  <a:lnTo>
                    <a:pt x="3331113" y="2737301"/>
                  </a:lnTo>
                  <a:lnTo>
                    <a:pt x="3331238" y="2737301"/>
                  </a:lnTo>
                  <a:lnTo>
                    <a:pt x="3331363" y="2737301"/>
                  </a:lnTo>
                  <a:lnTo>
                    <a:pt x="3331488" y="2737301"/>
                  </a:lnTo>
                  <a:lnTo>
                    <a:pt x="3331613" y="2737301"/>
                  </a:lnTo>
                  <a:lnTo>
                    <a:pt x="3331738" y="2737301"/>
                  </a:lnTo>
                  <a:lnTo>
                    <a:pt x="3331863" y="2737301"/>
                  </a:lnTo>
                  <a:lnTo>
                    <a:pt x="3331988" y="2737301"/>
                  </a:lnTo>
                  <a:lnTo>
                    <a:pt x="3332113" y="2737301"/>
                  </a:lnTo>
                  <a:lnTo>
                    <a:pt x="3332238" y="2737301"/>
                  </a:lnTo>
                  <a:lnTo>
                    <a:pt x="3332363" y="2737301"/>
                  </a:lnTo>
                  <a:lnTo>
                    <a:pt x="3332489" y="2737301"/>
                  </a:lnTo>
                  <a:lnTo>
                    <a:pt x="3332614" y="2737301"/>
                  </a:lnTo>
                  <a:lnTo>
                    <a:pt x="3332739" y="2737301"/>
                  </a:lnTo>
                  <a:lnTo>
                    <a:pt x="3332864" y="2737301"/>
                  </a:lnTo>
                  <a:lnTo>
                    <a:pt x="3332989" y="2737301"/>
                  </a:lnTo>
                  <a:lnTo>
                    <a:pt x="3333114" y="2737301"/>
                  </a:lnTo>
                  <a:lnTo>
                    <a:pt x="3333239" y="2737301"/>
                  </a:lnTo>
                  <a:lnTo>
                    <a:pt x="3333364" y="2737301"/>
                  </a:lnTo>
                  <a:lnTo>
                    <a:pt x="3333489" y="2737301"/>
                  </a:lnTo>
                  <a:lnTo>
                    <a:pt x="3333614" y="2737301"/>
                  </a:lnTo>
                  <a:lnTo>
                    <a:pt x="3333739" y="2737301"/>
                  </a:lnTo>
                  <a:lnTo>
                    <a:pt x="3333864" y="2737301"/>
                  </a:lnTo>
                  <a:lnTo>
                    <a:pt x="3333989" y="2737301"/>
                  </a:lnTo>
                  <a:lnTo>
                    <a:pt x="3334114" y="2737301"/>
                  </a:lnTo>
                  <a:lnTo>
                    <a:pt x="3334239" y="2737301"/>
                  </a:lnTo>
                  <a:lnTo>
                    <a:pt x="3334364" y="2737301"/>
                  </a:lnTo>
                  <a:lnTo>
                    <a:pt x="3334489" y="2737301"/>
                  </a:lnTo>
                  <a:lnTo>
                    <a:pt x="3334614" y="2737301"/>
                  </a:lnTo>
                  <a:lnTo>
                    <a:pt x="3334739" y="2737301"/>
                  </a:lnTo>
                  <a:lnTo>
                    <a:pt x="3334864" y="2737301"/>
                  </a:lnTo>
                  <a:lnTo>
                    <a:pt x="3334989" y="2737301"/>
                  </a:lnTo>
                  <a:lnTo>
                    <a:pt x="3335114" y="2737301"/>
                  </a:lnTo>
                  <a:lnTo>
                    <a:pt x="3335239" y="2737301"/>
                  </a:lnTo>
                  <a:lnTo>
                    <a:pt x="3335364" y="2737301"/>
                  </a:lnTo>
                  <a:lnTo>
                    <a:pt x="3335490" y="2737301"/>
                  </a:lnTo>
                  <a:lnTo>
                    <a:pt x="3335615" y="2737301"/>
                  </a:lnTo>
                  <a:lnTo>
                    <a:pt x="3335740" y="2737301"/>
                  </a:lnTo>
                  <a:lnTo>
                    <a:pt x="3335865" y="2737301"/>
                  </a:lnTo>
                  <a:lnTo>
                    <a:pt x="3335990" y="2737301"/>
                  </a:lnTo>
                  <a:lnTo>
                    <a:pt x="3336115" y="2737301"/>
                  </a:lnTo>
                  <a:lnTo>
                    <a:pt x="3336240" y="2737301"/>
                  </a:lnTo>
                  <a:lnTo>
                    <a:pt x="3336365" y="2737301"/>
                  </a:lnTo>
                  <a:lnTo>
                    <a:pt x="3336490" y="2737301"/>
                  </a:lnTo>
                  <a:lnTo>
                    <a:pt x="3336615" y="2737301"/>
                  </a:lnTo>
                  <a:lnTo>
                    <a:pt x="3336740" y="2737301"/>
                  </a:lnTo>
                  <a:lnTo>
                    <a:pt x="3336865" y="2737301"/>
                  </a:lnTo>
                  <a:lnTo>
                    <a:pt x="3336990" y="2737301"/>
                  </a:lnTo>
                  <a:lnTo>
                    <a:pt x="3337115" y="2737301"/>
                  </a:lnTo>
                  <a:lnTo>
                    <a:pt x="3337240" y="2737301"/>
                  </a:lnTo>
                  <a:lnTo>
                    <a:pt x="3337365" y="2737301"/>
                  </a:lnTo>
                  <a:lnTo>
                    <a:pt x="3337490" y="2737301"/>
                  </a:lnTo>
                  <a:lnTo>
                    <a:pt x="3337615" y="2737301"/>
                  </a:lnTo>
                  <a:lnTo>
                    <a:pt x="3337740" y="2737301"/>
                  </a:lnTo>
                  <a:lnTo>
                    <a:pt x="3337865" y="2737301"/>
                  </a:lnTo>
                  <a:lnTo>
                    <a:pt x="3337990" y="2737301"/>
                  </a:lnTo>
                  <a:lnTo>
                    <a:pt x="3338115" y="2737301"/>
                  </a:lnTo>
                  <a:lnTo>
                    <a:pt x="3338240" y="2737301"/>
                  </a:lnTo>
                  <a:lnTo>
                    <a:pt x="3338366" y="2737301"/>
                  </a:lnTo>
                  <a:lnTo>
                    <a:pt x="3338491" y="2737301"/>
                  </a:lnTo>
                  <a:lnTo>
                    <a:pt x="3338616" y="2737301"/>
                  </a:lnTo>
                  <a:lnTo>
                    <a:pt x="3338741" y="2737301"/>
                  </a:lnTo>
                  <a:lnTo>
                    <a:pt x="3338866" y="2737301"/>
                  </a:lnTo>
                  <a:lnTo>
                    <a:pt x="3338991" y="2737301"/>
                  </a:lnTo>
                  <a:lnTo>
                    <a:pt x="3339116" y="2737301"/>
                  </a:lnTo>
                  <a:lnTo>
                    <a:pt x="3339241" y="2737301"/>
                  </a:lnTo>
                  <a:lnTo>
                    <a:pt x="3339366" y="2737301"/>
                  </a:lnTo>
                  <a:lnTo>
                    <a:pt x="3339491" y="2737301"/>
                  </a:lnTo>
                  <a:lnTo>
                    <a:pt x="3339616" y="2737301"/>
                  </a:lnTo>
                  <a:lnTo>
                    <a:pt x="3339741" y="2737301"/>
                  </a:lnTo>
                  <a:lnTo>
                    <a:pt x="3339866" y="2737301"/>
                  </a:lnTo>
                  <a:lnTo>
                    <a:pt x="3339991" y="2737301"/>
                  </a:lnTo>
                  <a:lnTo>
                    <a:pt x="3340116" y="2737301"/>
                  </a:lnTo>
                  <a:lnTo>
                    <a:pt x="3340241" y="2737301"/>
                  </a:lnTo>
                  <a:lnTo>
                    <a:pt x="3340366" y="2737301"/>
                  </a:lnTo>
                  <a:lnTo>
                    <a:pt x="3340491" y="2737301"/>
                  </a:lnTo>
                  <a:lnTo>
                    <a:pt x="3340616" y="2737301"/>
                  </a:lnTo>
                  <a:lnTo>
                    <a:pt x="3340741" y="2737301"/>
                  </a:lnTo>
                  <a:lnTo>
                    <a:pt x="3340866" y="2737301"/>
                  </a:lnTo>
                  <a:lnTo>
                    <a:pt x="3340991" y="2737301"/>
                  </a:lnTo>
                  <a:lnTo>
                    <a:pt x="3341116" y="2737301"/>
                  </a:lnTo>
                  <a:lnTo>
                    <a:pt x="3341241" y="2737301"/>
                  </a:lnTo>
                  <a:lnTo>
                    <a:pt x="3341367" y="2737301"/>
                  </a:lnTo>
                  <a:lnTo>
                    <a:pt x="3341492" y="2737301"/>
                  </a:lnTo>
                  <a:lnTo>
                    <a:pt x="3341617" y="2737301"/>
                  </a:lnTo>
                  <a:lnTo>
                    <a:pt x="3341742" y="2737301"/>
                  </a:lnTo>
                  <a:lnTo>
                    <a:pt x="3341867" y="2737301"/>
                  </a:lnTo>
                  <a:lnTo>
                    <a:pt x="3341992" y="2737301"/>
                  </a:lnTo>
                  <a:lnTo>
                    <a:pt x="3342117" y="2737301"/>
                  </a:lnTo>
                  <a:lnTo>
                    <a:pt x="3342242" y="2737301"/>
                  </a:lnTo>
                  <a:lnTo>
                    <a:pt x="3342367" y="2737301"/>
                  </a:lnTo>
                  <a:lnTo>
                    <a:pt x="3342367" y="2727347"/>
                  </a:lnTo>
                  <a:lnTo>
                    <a:pt x="3342492" y="2727347"/>
                  </a:lnTo>
                  <a:lnTo>
                    <a:pt x="3342617" y="2727347"/>
                  </a:lnTo>
                  <a:lnTo>
                    <a:pt x="3342742" y="2727347"/>
                  </a:lnTo>
                  <a:lnTo>
                    <a:pt x="3342867" y="2727347"/>
                  </a:lnTo>
                  <a:lnTo>
                    <a:pt x="3342992" y="2727347"/>
                  </a:lnTo>
                  <a:lnTo>
                    <a:pt x="3343117" y="2727347"/>
                  </a:lnTo>
                  <a:lnTo>
                    <a:pt x="3343242" y="2727347"/>
                  </a:lnTo>
                  <a:lnTo>
                    <a:pt x="3343367" y="2727347"/>
                  </a:lnTo>
                  <a:lnTo>
                    <a:pt x="3343367" y="2717393"/>
                  </a:lnTo>
                  <a:lnTo>
                    <a:pt x="3343492" y="2717393"/>
                  </a:lnTo>
                  <a:lnTo>
                    <a:pt x="3343617" y="2717393"/>
                  </a:lnTo>
                  <a:lnTo>
                    <a:pt x="3343742" y="2717393"/>
                  </a:lnTo>
                  <a:lnTo>
                    <a:pt x="3343867" y="2717393"/>
                  </a:lnTo>
                  <a:lnTo>
                    <a:pt x="3343992" y="2717393"/>
                  </a:lnTo>
                  <a:lnTo>
                    <a:pt x="3344117" y="2717393"/>
                  </a:lnTo>
                  <a:lnTo>
                    <a:pt x="3344242" y="2717393"/>
                  </a:lnTo>
                  <a:lnTo>
                    <a:pt x="3344368" y="2717393"/>
                  </a:lnTo>
                  <a:lnTo>
                    <a:pt x="3344493" y="2717393"/>
                  </a:lnTo>
                  <a:lnTo>
                    <a:pt x="3344618" y="2717393"/>
                  </a:lnTo>
                  <a:lnTo>
                    <a:pt x="3344743" y="2717393"/>
                  </a:lnTo>
                  <a:lnTo>
                    <a:pt x="3344868" y="2717393"/>
                  </a:lnTo>
                  <a:lnTo>
                    <a:pt x="3344993" y="2717393"/>
                  </a:lnTo>
                  <a:lnTo>
                    <a:pt x="3345118" y="2717393"/>
                  </a:lnTo>
                  <a:lnTo>
                    <a:pt x="3345243" y="2717393"/>
                  </a:lnTo>
                  <a:lnTo>
                    <a:pt x="3345368" y="2717393"/>
                  </a:lnTo>
                  <a:lnTo>
                    <a:pt x="3345493" y="2717393"/>
                  </a:lnTo>
                  <a:lnTo>
                    <a:pt x="3345618" y="2717393"/>
                  </a:lnTo>
                  <a:lnTo>
                    <a:pt x="3345743" y="2717393"/>
                  </a:lnTo>
                  <a:lnTo>
                    <a:pt x="3345868" y="2717393"/>
                  </a:lnTo>
                  <a:lnTo>
                    <a:pt x="3345993" y="2717393"/>
                  </a:lnTo>
                  <a:lnTo>
                    <a:pt x="3346118" y="2717393"/>
                  </a:lnTo>
                  <a:lnTo>
                    <a:pt x="3346243" y="2717393"/>
                  </a:lnTo>
                  <a:lnTo>
                    <a:pt x="3346368" y="2717393"/>
                  </a:lnTo>
                  <a:lnTo>
                    <a:pt x="3346493" y="2717393"/>
                  </a:lnTo>
                  <a:lnTo>
                    <a:pt x="3346618" y="2717393"/>
                  </a:lnTo>
                  <a:lnTo>
                    <a:pt x="3346743" y="2717393"/>
                  </a:lnTo>
                  <a:lnTo>
                    <a:pt x="3346868" y="2717393"/>
                  </a:lnTo>
                  <a:lnTo>
                    <a:pt x="3346993" y="2717393"/>
                  </a:lnTo>
                  <a:lnTo>
                    <a:pt x="3347118" y="2717393"/>
                  </a:lnTo>
                  <a:lnTo>
                    <a:pt x="3347243" y="2717393"/>
                  </a:lnTo>
                  <a:lnTo>
                    <a:pt x="3347369" y="2717393"/>
                  </a:lnTo>
                  <a:lnTo>
                    <a:pt x="3347494" y="2717393"/>
                  </a:lnTo>
                  <a:lnTo>
                    <a:pt x="3347619" y="2717393"/>
                  </a:lnTo>
                  <a:lnTo>
                    <a:pt x="3347744" y="2717393"/>
                  </a:lnTo>
                  <a:lnTo>
                    <a:pt x="3347869" y="2717393"/>
                  </a:lnTo>
                  <a:lnTo>
                    <a:pt x="3347994" y="2717393"/>
                  </a:lnTo>
                  <a:lnTo>
                    <a:pt x="3348119" y="2717393"/>
                  </a:lnTo>
                  <a:lnTo>
                    <a:pt x="3348244" y="2717393"/>
                  </a:lnTo>
                  <a:lnTo>
                    <a:pt x="3348244" y="2707439"/>
                  </a:lnTo>
                  <a:lnTo>
                    <a:pt x="3348369" y="2707439"/>
                  </a:lnTo>
                  <a:lnTo>
                    <a:pt x="3348494" y="2707439"/>
                  </a:lnTo>
                  <a:lnTo>
                    <a:pt x="3348619" y="2707439"/>
                  </a:lnTo>
                  <a:lnTo>
                    <a:pt x="3348744" y="2707439"/>
                  </a:lnTo>
                  <a:lnTo>
                    <a:pt x="3348869" y="2707439"/>
                  </a:lnTo>
                  <a:lnTo>
                    <a:pt x="3348994" y="2707439"/>
                  </a:lnTo>
                  <a:lnTo>
                    <a:pt x="3349119" y="2707439"/>
                  </a:lnTo>
                  <a:lnTo>
                    <a:pt x="3349244" y="2707439"/>
                  </a:lnTo>
                  <a:lnTo>
                    <a:pt x="3349369" y="2707439"/>
                  </a:lnTo>
                  <a:lnTo>
                    <a:pt x="3349494" y="2707439"/>
                  </a:lnTo>
                  <a:lnTo>
                    <a:pt x="3349619" y="2707439"/>
                  </a:lnTo>
                  <a:lnTo>
                    <a:pt x="3349744" y="2707439"/>
                  </a:lnTo>
                  <a:lnTo>
                    <a:pt x="3349869" y="2707439"/>
                  </a:lnTo>
                  <a:lnTo>
                    <a:pt x="3349994" y="2707439"/>
                  </a:lnTo>
                  <a:lnTo>
                    <a:pt x="3350119" y="2707439"/>
                  </a:lnTo>
                  <a:lnTo>
                    <a:pt x="3350244" y="2707439"/>
                  </a:lnTo>
                  <a:lnTo>
                    <a:pt x="3350370" y="2707439"/>
                  </a:lnTo>
                  <a:lnTo>
                    <a:pt x="3350495" y="2707439"/>
                  </a:lnTo>
                  <a:lnTo>
                    <a:pt x="3350620" y="2707439"/>
                  </a:lnTo>
                  <a:lnTo>
                    <a:pt x="3350745" y="2707439"/>
                  </a:lnTo>
                  <a:lnTo>
                    <a:pt x="3350870" y="2707439"/>
                  </a:lnTo>
                  <a:lnTo>
                    <a:pt x="3350995" y="2707439"/>
                  </a:lnTo>
                  <a:lnTo>
                    <a:pt x="3351120" y="2707439"/>
                  </a:lnTo>
                  <a:lnTo>
                    <a:pt x="3351245" y="2707439"/>
                  </a:lnTo>
                  <a:lnTo>
                    <a:pt x="3351370" y="2707439"/>
                  </a:lnTo>
                  <a:lnTo>
                    <a:pt x="3351495" y="2707439"/>
                  </a:lnTo>
                  <a:lnTo>
                    <a:pt x="3351620" y="2707439"/>
                  </a:lnTo>
                  <a:lnTo>
                    <a:pt x="3351745" y="2707439"/>
                  </a:lnTo>
                  <a:lnTo>
                    <a:pt x="3351870" y="2707439"/>
                  </a:lnTo>
                  <a:lnTo>
                    <a:pt x="3351995" y="2707439"/>
                  </a:lnTo>
                  <a:lnTo>
                    <a:pt x="3352120" y="2707439"/>
                  </a:lnTo>
                  <a:lnTo>
                    <a:pt x="3352245" y="2707439"/>
                  </a:lnTo>
                  <a:lnTo>
                    <a:pt x="3352370" y="2707439"/>
                  </a:lnTo>
                  <a:lnTo>
                    <a:pt x="3352495" y="2707439"/>
                  </a:lnTo>
                  <a:lnTo>
                    <a:pt x="3352495" y="2697485"/>
                  </a:lnTo>
                  <a:lnTo>
                    <a:pt x="3352620" y="2697485"/>
                  </a:lnTo>
                  <a:lnTo>
                    <a:pt x="3352745" y="2697485"/>
                  </a:lnTo>
                  <a:lnTo>
                    <a:pt x="3352870" y="2697485"/>
                  </a:lnTo>
                  <a:lnTo>
                    <a:pt x="3352870" y="2687532"/>
                  </a:lnTo>
                  <a:lnTo>
                    <a:pt x="3352995" y="2687532"/>
                  </a:lnTo>
                  <a:lnTo>
                    <a:pt x="3353120" y="2687532"/>
                  </a:lnTo>
                  <a:lnTo>
                    <a:pt x="3353245" y="2687532"/>
                  </a:lnTo>
                  <a:lnTo>
                    <a:pt x="3353371" y="2687532"/>
                  </a:lnTo>
                  <a:lnTo>
                    <a:pt x="3353496" y="2687532"/>
                  </a:lnTo>
                  <a:lnTo>
                    <a:pt x="3353621" y="2687532"/>
                  </a:lnTo>
                  <a:lnTo>
                    <a:pt x="3353746" y="2687532"/>
                  </a:lnTo>
                  <a:lnTo>
                    <a:pt x="3353871" y="2687532"/>
                  </a:lnTo>
                  <a:lnTo>
                    <a:pt x="3353996" y="2687532"/>
                  </a:lnTo>
                  <a:lnTo>
                    <a:pt x="3354121" y="2687532"/>
                  </a:lnTo>
                  <a:lnTo>
                    <a:pt x="3354246" y="2687532"/>
                  </a:lnTo>
                  <a:lnTo>
                    <a:pt x="3354371" y="2687532"/>
                  </a:lnTo>
                  <a:lnTo>
                    <a:pt x="3354496" y="2687532"/>
                  </a:lnTo>
                  <a:lnTo>
                    <a:pt x="3354621" y="2687532"/>
                  </a:lnTo>
                  <a:lnTo>
                    <a:pt x="3354746" y="2687532"/>
                  </a:lnTo>
                  <a:lnTo>
                    <a:pt x="3354871" y="2687532"/>
                  </a:lnTo>
                  <a:lnTo>
                    <a:pt x="3354996" y="2687532"/>
                  </a:lnTo>
                  <a:lnTo>
                    <a:pt x="3355121" y="2687532"/>
                  </a:lnTo>
                  <a:lnTo>
                    <a:pt x="3355246" y="2687532"/>
                  </a:lnTo>
                  <a:lnTo>
                    <a:pt x="3355371" y="2687532"/>
                  </a:lnTo>
                  <a:lnTo>
                    <a:pt x="3355496" y="2687532"/>
                  </a:lnTo>
                  <a:lnTo>
                    <a:pt x="3355621" y="2687532"/>
                  </a:lnTo>
                  <a:lnTo>
                    <a:pt x="3355746" y="2687532"/>
                  </a:lnTo>
                  <a:lnTo>
                    <a:pt x="3355871" y="2687532"/>
                  </a:lnTo>
                  <a:lnTo>
                    <a:pt x="3355996" y="2687532"/>
                  </a:lnTo>
                  <a:lnTo>
                    <a:pt x="3356121" y="2687532"/>
                  </a:lnTo>
                  <a:lnTo>
                    <a:pt x="3356246" y="2687532"/>
                  </a:lnTo>
                  <a:lnTo>
                    <a:pt x="3356372" y="2687532"/>
                  </a:lnTo>
                  <a:lnTo>
                    <a:pt x="3356497" y="2687532"/>
                  </a:lnTo>
                  <a:lnTo>
                    <a:pt x="3356622" y="2687532"/>
                  </a:lnTo>
                  <a:lnTo>
                    <a:pt x="3356747" y="2687532"/>
                  </a:lnTo>
                  <a:lnTo>
                    <a:pt x="3356872" y="2687532"/>
                  </a:lnTo>
                  <a:lnTo>
                    <a:pt x="3356997" y="2687532"/>
                  </a:lnTo>
                  <a:lnTo>
                    <a:pt x="3357122" y="2687532"/>
                  </a:lnTo>
                  <a:lnTo>
                    <a:pt x="3357247" y="2687532"/>
                  </a:lnTo>
                  <a:lnTo>
                    <a:pt x="3357372" y="2687532"/>
                  </a:lnTo>
                  <a:lnTo>
                    <a:pt x="3357497" y="2687532"/>
                  </a:lnTo>
                  <a:lnTo>
                    <a:pt x="3357622" y="2687532"/>
                  </a:lnTo>
                  <a:lnTo>
                    <a:pt x="3357747" y="2687532"/>
                  </a:lnTo>
                  <a:lnTo>
                    <a:pt x="3357872" y="2687532"/>
                  </a:lnTo>
                  <a:lnTo>
                    <a:pt x="3357997" y="2687532"/>
                  </a:lnTo>
                  <a:lnTo>
                    <a:pt x="3358122" y="2687532"/>
                  </a:lnTo>
                  <a:lnTo>
                    <a:pt x="3358247" y="2687532"/>
                  </a:lnTo>
                  <a:lnTo>
                    <a:pt x="3358372" y="2687532"/>
                  </a:lnTo>
                  <a:lnTo>
                    <a:pt x="3358497" y="2687532"/>
                  </a:lnTo>
                  <a:lnTo>
                    <a:pt x="3358622" y="2687532"/>
                  </a:lnTo>
                  <a:lnTo>
                    <a:pt x="3358747" y="2687532"/>
                  </a:lnTo>
                  <a:lnTo>
                    <a:pt x="3358872" y="2687532"/>
                  </a:lnTo>
                  <a:lnTo>
                    <a:pt x="3358997" y="2687532"/>
                  </a:lnTo>
                  <a:lnTo>
                    <a:pt x="3359122" y="2687532"/>
                  </a:lnTo>
                  <a:lnTo>
                    <a:pt x="3359247" y="2687532"/>
                  </a:lnTo>
                  <a:lnTo>
                    <a:pt x="3359373" y="2687532"/>
                  </a:lnTo>
                  <a:lnTo>
                    <a:pt x="3359498" y="2687532"/>
                  </a:lnTo>
                  <a:lnTo>
                    <a:pt x="3359623" y="2687532"/>
                  </a:lnTo>
                  <a:lnTo>
                    <a:pt x="3359748" y="2687532"/>
                  </a:lnTo>
                  <a:lnTo>
                    <a:pt x="3359873" y="2687532"/>
                  </a:lnTo>
                  <a:lnTo>
                    <a:pt x="3359998" y="2687532"/>
                  </a:lnTo>
                  <a:lnTo>
                    <a:pt x="3360123" y="2687532"/>
                  </a:lnTo>
                  <a:lnTo>
                    <a:pt x="3360248" y="2687532"/>
                  </a:lnTo>
                  <a:lnTo>
                    <a:pt x="3360373" y="2687532"/>
                  </a:lnTo>
                  <a:lnTo>
                    <a:pt x="3360498" y="2687532"/>
                  </a:lnTo>
                  <a:lnTo>
                    <a:pt x="3360623" y="2687532"/>
                  </a:lnTo>
                  <a:lnTo>
                    <a:pt x="3360748" y="2687532"/>
                  </a:lnTo>
                  <a:lnTo>
                    <a:pt x="3360873" y="2687532"/>
                  </a:lnTo>
                  <a:lnTo>
                    <a:pt x="3360998" y="2687532"/>
                  </a:lnTo>
                  <a:lnTo>
                    <a:pt x="3361123" y="2687532"/>
                  </a:lnTo>
                  <a:lnTo>
                    <a:pt x="3361248" y="2687532"/>
                  </a:lnTo>
                  <a:lnTo>
                    <a:pt x="3361373" y="2687532"/>
                  </a:lnTo>
                  <a:lnTo>
                    <a:pt x="3361498" y="2687532"/>
                  </a:lnTo>
                  <a:lnTo>
                    <a:pt x="3361623" y="2687532"/>
                  </a:lnTo>
                  <a:lnTo>
                    <a:pt x="3361748" y="2687532"/>
                  </a:lnTo>
                  <a:lnTo>
                    <a:pt x="3361873" y="2687532"/>
                  </a:lnTo>
                  <a:lnTo>
                    <a:pt x="3361998" y="2687532"/>
                  </a:lnTo>
                  <a:lnTo>
                    <a:pt x="3362123" y="2687532"/>
                  </a:lnTo>
                  <a:lnTo>
                    <a:pt x="3362248" y="2687532"/>
                  </a:lnTo>
                  <a:lnTo>
                    <a:pt x="3362374" y="2687532"/>
                  </a:lnTo>
                  <a:lnTo>
                    <a:pt x="3362499" y="2687532"/>
                  </a:lnTo>
                  <a:lnTo>
                    <a:pt x="3362624" y="2687532"/>
                  </a:lnTo>
                  <a:lnTo>
                    <a:pt x="3362749" y="2687532"/>
                  </a:lnTo>
                  <a:lnTo>
                    <a:pt x="3362874" y="2687532"/>
                  </a:lnTo>
                  <a:lnTo>
                    <a:pt x="3362999" y="2687532"/>
                  </a:lnTo>
                  <a:lnTo>
                    <a:pt x="3363124" y="2687532"/>
                  </a:lnTo>
                  <a:lnTo>
                    <a:pt x="3363249" y="2687532"/>
                  </a:lnTo>
                  <a:lnTo>
                    <a:pt x="3363374" y="2687532"/>
                  </a:lnTo>
                  <a:lnTo>
                    <a:pt x="3363499" y="2687532"/>
                  </a:lnTo>
                  <a:lnTo>
                    <a:pt x="3363624" y="2687532"/>
                  </a:lnTo>
                  <a:lnTo>
                    <a:pt x="3363749" y="2687532"/>
                  </a:lnTo>
                  <a:lnTo>
                    <a:pt x="3363874" y="2687532"/>
                  </a:lnTo>
                  <a:lnTo>
                    <a:pt x="3363999" y="2687532"/>
                  </a:lnTo>
                  <a:lnTo>
                    <a:pt x="3364124" y="2687532"/>
                  </a:lnTo>
                  <a:lnTo>
                    <a:pt x="3364249" y="2687532"/>
                  </a:lnTo>
                  <a:lnTo>
                    <a:pt x="3364374" y="2687532"/>
                  </a:lnTo>
                  <a:lnTo>
                    <a:pt x="3364499" y="2687532"/>
                  </a:lnTo>
                  <a:lnTo>
                    <a:pt x="3364624" y="2687532"/>
                  </a:lnTo>
                  <a:lnTo>
                    <a:pt x="3364749" y="2687532"/>
                  </a:lnTo>
                  <a:lnTo>
                    <a:pt x="3364874" y="2687532"/>
                  </a:lnTo>
                  <a:lnTo>
                    <a:pt x="3364999" y="2687532"/>
                  </a:lnTo>
                  <a:lnTo>
                    <a:pt x="3365124" y="2687532"/>
                  </a:lnTo>
                  <a:lnTo>
                    <a:pt x="3365249" y="2687532"/>
                  </a:lnTo>
                  <a:lnTo>
                    <a:pt x="3365375" y="2687532"/>
                  </a:lnTo>
                  <a:lnTo>
                    <a:pt x="3365500" y="2687532"/>
                  </a:lnTo>
                  <a:lnTo>
                    <a:pt x="3365625" y="2687532"/>
                  </a:lnTo>
                  <a:lnTo>
                    <a:pt x="3365750" y="2687532"/>
                  </a:lnTo>
                  <a:lnTo>
                    <a:pt x="3365875" y="2687532"/>
                  </a:lnTo>
                  <a:lnTo>
                    <a:pt x="3366000" y="2687532"/>
                  </a:lnTo>
                  <a:lnTo>
                    <a:pt x="3366125" y="2687532"/>
                  </a:lnTo>
                  <a:lnTo>
                    <a:pt x="3366250" y="2687532"/>
                  </a:lnTo>
                  <a:lnTo>
                    <a:pt x="3366250" y="2677578"/>
                  </a:lnTo>
                  <a:lnTo>
                    <a:pt x="3366375" y="2677578"/>
                  </a:lnTo>
                  <a:lnTo>
                    <a:pt x="3366500" y="2677578"/>
                  </a:lnTo>
                  <a:lnTo>
                    <a:pt x="3366625" y="2677578"/>
                  </a:lnTo>
                  <a:lnTo>
                    <a:pt x="3366750" y="2677578"/>
                  </a:lnTo>
                  <a:lnTo>
                    <a:pt x="3366875" y="2677578"/>
                  </a:lnTo>
                  <a:lnTo>
                    <a:pt x="3367000" y="2677578"/>
                  </a:lnTo>
                  <a:lnTo>
                    <a:pt x="3367125" y="2677578"/>
                  </a:lnTo>
                  <a:lnTo>
                    <a:pt x="3367250" y="2677578"/>
                  </a:lnTo>
                  <a:lnTo>
                    <a:pt x="3367375" y="2677578"/>
                  </a:lnTo>
                  <a:lnTo>
                    <a:pt x="3367500" y="2677578"/>
                  </a:lnTo>
                  <a:lnTo>
                    <a:pt x="3367625" y="2677578"/>
                  </a:lnTo>
                  <a:lnTo>
                    <a:pt x="3367750" y="2677578"/>
                  </a:lnTo>
                  <a:lnTo>
                    <a:pt x="3367875" y="2677578"/>
                  </a:lnTo>
                  <a:lnTo>
                    <a:pt x="3368000" y="2677578"/>
                  </a:lnTo>
                  <a:lnTo>
                    <a:pt x="3368125" y="2677578"/>
                  </a:lnTo>
                  <a:lnTo>
                    <a:pt x="3368250" y="2677578"/>
                  </a:lnTo>
                  <a:lnTo>
                    <a:pt x="3368376" y="2677578"/>
                  </a:lnTo>
                  <a:lnTo>
                    <a:pt x="3368501" y="2677578"/>
                  </a:lnTo>
                  <a:lnTo>
                    <a:pt x="3368626" y="2677578"/>
                  </a:lnTo>
                  <a:lnTo>
                    <a:pt x="3368751" y="2677578"/>
                  </a:lnTo>
                  <a:lnTo>
                    <a:pt x="3368876" y="2677578"/>
                  </a:lnTo>
                  <a:lnTo>
                    <a:pt x="3369001" y="2677578"/>
                  </a:lnTo>
                  <a:lnTo>
                    <a:pt x="3369126" y="2677578"/>
                  </a:lnTo>
                  <a:lnTo>
                    <a:pt x="3369251" y="2677578"/>
                  </a:lnTo>
                  <a:lnTo>
                    <a:pt x="3369376" y="2677578"/>
                  </a:lnTo>
                  <a:lnTo>
                    <a:pt x="3369501" y="2677578"/>
                  </a:lnTo>
                  <a:lnTo>
                    <a:pt x="3369626" y="2677578"/>
                  </a:lnTo>
                  <a:lnTo>
                    <a:pt x="3369751" y="2677578"/>
                  </a:lnTo>
                  <a:lnTo>
                    <a:pt x="3369876" y="2677578"/>
                  </a:lnTo>
                  <a:lnTo>
                    <a:pt x="3370001" y="2677578"/>
                  </a:lnTo>
                  <a:lnTo>
                    <a:pt x="3370126" y="2677578"/>
                  </a:lnTo>
                  <a:lnTo>
                    <a:pt x="3370251" y="2677578"/>
                  </a:lnTo>
                  <a:lnTo>
                    <a:pt x="3370376" y="2677578"/>
                  </a:lnTo>
                  <a:lnTo>
                    <a:pt x="3370501" y="2677578"/>
                  </a:lnTo>
                  <a:lnTo>
                    <a:pt x="3370626" y="2677578"/>
                  </a:lnTo>
                  <a:lnTo>
                    <a:pt x="3370751" y="2677578"/>
                  </a:lnTo>
                  <a:lnTo>
                    <a:pt x="3370876" y="2677578"/>
                  </a:lnTo>
                  <a:lnTo>
                    <a:pt x="3371001" y="2677578"/>
                  </a:lnTo>
                  <a:lnTo>
                    <a:pt x="3371126" y="2677578"/>
                  </a:lnTo>
                  <a:lnTo>
                    <a:pt x="3371251" y="2677578"/>
                  </a:lnTo>
                  <a:lnTo>
                    <a:pt x="3371377" y="2677578"/>
                  </a:lnTo>
                  <a:lnTo>
                    <a:pt x="3371502" y="2677578"/>
                  </a:lnTo>
                  <a:lnTo>
                    <a:pt x="3371627" y="2677578"/>
                  </a:lnTo>
                  <a:lnTo>
                    <a:pt x="3371752" y="2677578"/>
                  </a:lnTo>
                  <a:lnTo>
                    <a:pt x="3371877" y="2677578"/>
                  </a:lnTo>
                  <a:lnTo>
                    <a:pt x="3372002" y="2677578"/>
                  </a:lnTo>
                  <a:lnTo>
                    <a:pt x="3372127" y="2677578"/>
                  </a:lnTo>
                  <a:lnTo>
                    <a:pt x="3372252" y="2677578"/>
                  </a:lnTo>
                  <a:lnTo>
                    <a:pt x="3372377" y="2677578"/>
                  </a:lnTo>
                  <a:lnTo>
                    <a:pt x="3372502" y="2677578"/>
                  </a:lnTo>
                  <a:lnTo>
                    <a:pt x="3372627" y="2677578"/>
                  </a:lnTo>
                  <a:lnTo>
                    <a:pt x="3372627" y="2667624"/>
                  </a:lnTo>
                  <a:lnTo>
                    <a:pt x="3372752" y="2667624"/>
                  </a:lnTo>
                  <a:lnTo>
                    <a:pt x="3372877" y="2667624"/>
                  </a:lnTo>
                  <a:lnTo>
                    <a:pt x="3373002" y="2667624"/>
                  </a:lnTo>
                  <a:lnTo>
                    <a:pt x="3373127" y="2667624"/>
                  </a:lnTo>
                  <a:lnTo>
                    <a:pt x="3373252" y="2667624"/>
                  </a:lnTo>
                  <a:lnTo>
                    <a:pt x="3373377" y="2667624"/>
                  </a:lnTo>
                  <a:lnTo>
                    <a:pt x="3373502" y="2667624"/>
                  </a:lnTo>
                  <a:lnTo>
                    <a:pt x="3373627" y="2667624"/>
                  </a:lnTo>
                  <a:lnTo>
                    <a:pt x="3373752" y="2667624"/>
                  </a:lnTo>
                  <a:lnTo>
                    <a:pt x="3373877" y="2667624"/>
                  </a:lnTo>
                  <a:lnTo>
                    <a:pt x="3374002" y="2667624"/>
                  </a:lnTo>
                  <a:lnTo>
                    <a:pt x="3374127" y="2667624"/>
                  </a:lnTo>
                  <a:lnTo>
                    <a:pt x="3374252" y="2667624"/>
                  </a:lnTo>
                  <a:lnTo>
                    <a:pt x="3374378" y="2667624"/>
                  </a:lnTo>
                  <a:lnTo>
                    <a:pt x="3374503" y="2667624"/>
                  </a:lnTo>
                  <a:lnTo>
                    <a:pt x="3374628" y="2667624"/>
                  </a:lnTo>
                  <a:lnTo>
                    <a:pt x="3374753" y="2667624"/>
                  </a:lnTo>
                  <a:lnTo>
                    <a:pt x="3374878" y="2667624"/>
                  </a:lnTo>
                  <a:lnTo>
                    <a:pt x="3375003" y="2667624"/>
                  </a:lnTo>
                  <a:lnTo>
                    <a:pt x="3375128" y="2667624"/>
                  </a:lnTo>
                  <a:lnTo>
                    <a:pt x="3375253" y="2667624"/>
                  </a:lnTo>
                  <a:lnTo>
                    <a:pt x="3375378" y="2667624"/>
                  </a:lnTo>
                  <a:lnTo>
                    <a:pt x="3375503" y="2667624"/>
                  </a:lnTo>
                  <a:lnTo>
                    <a:pt x="3375628" y="2667624"/>
                  </a:lnTo>
                  <a:lnTo>
                    <a:pt x="3375753" y="2667624"/>
                  </a:lnTo>
                  <a:lnTo>
                    <a:pt x="3375878" y="2667624"/>
                  </a:lnTo>
                  <a:lnTo>
                    <a:pt x="3376003" y="2667624"/>
                  </a:lnTo>
                  <a:lnTo>
                    <a:pt x="3376128" y="2667624"/>
                  </a:lnTo>
                  <a:lnTo>
                    <a:pt x="3376253" y="2667624"/>
                  </a:lnTo>
                  <a:lnTo>
                    <a:pt x="3376378" y="2667624"/>
                  </a:lnTo>
                  <a:lnTo>
                    <a:pt x="3376503" y="2667624"/>
                  </a:lnTo>
                  <a:lnTo>
                    <a:pt x="3376628" y="2667624"/>
                  </a:lnTo>
                  <a:lnTo>
                    <a:pt x="3376753" y="2667624"/>
                  </a:lnTo>
                  <a:lnTo>
                    <a:pt x="3376878" y="2667624"/>
                  </a:lnTo>
                  <a:lnTo>
                    <a:pt x="3377003" y="2667624"/>
                  </a:lnTo>
                  <a:lnTo>
                    <a:pt x="3377128" y="2667624"/>
                  </a:lnTo>
                  <a:lnTo>
                    <a:pt x="3377254" y="2667624"/>
                  </a:lnTo>
                  <a:lnTo>
                    <a:pt x="3377379" y="2667624"/>
                  </a:lnTo>
                  <a:lnTo>
                    <a:pt x="3377504" y="2667624"/>
                  </a:lnTo>
                  <a:lnTo>
                    <a:pt x="3377629" y="2667624"/>
                  </a:lnTo>
                  <a:lnTo>
                    <a:pt x="3377754" y="2667624"/>
                  </a:lnTo>
                  <a:lnTo>
                    <a:pt x="3377879" y="2667624"/>
                  </a:lnTo>
                  <a:lnTo>
                    <a:pt x="3378004" y="2667624"/>
                  </a:lnTo>
                  <a:lnTo>
                    <a:pt x="3378129" y="2667624"/>
                  </a:lnTo>
                  <a:lnTo>
                    <a:pt x="3378254" y="2667624"/>
                  </a:lnTo>
                  <a:lnTo>
                    <a:pt x="3378379" y="2667624"/>
                  </a:lnTo>
                  <a:lnTo>
                    <a:pt x="3378504" y="2667624"/>
                  </a:lnTo>
                  <a:lnTo>
                    <a:pt x="3378629" y="2667624"/>
                  </a:lnTo>
                  <a:lnTo>
                    <a:pt x="3378754" y="2667624"/>
                  </a:lnTo>
                  <a:lnTo>
                    <a:pt x="3378879" y="2667624"/>
                  </a:lnTo>
                  <a:lnTo>
                    <a:pt x="3379004" y="2667624"/>
                  </a:lnTo>
                  <a:lnTo>
                    <a:pt x="3379129" y="2667624"/>
                  </a:lnTo>
                  <a:lnTo>
                    <a:pt x="3379254" y="2667624"/>
                  </a:lnTo>
                  <a:lnTo>
                    <a:pt x="3379379" y="2667624"/>
                  </a:lnTo>
                  <a:lnTo>
                    <a:pt x="3379504" y="2667624"/>
                  </a:lnTo>
                  <a:lnTo>
                    <a:pt x="3379629" y="2667624"/>
                  </a:lnTo>
                  <a:lnTo>
                    <a:pt x="3379754" y="2667624"/>
                  </a:lnTo>
                  <a:lnTo>
                    <a:pt x="3379879" y="2667624"/>
                  </a:lnTo>
                  <a:lnTo>
                    <a:pt x="3380004" y="2667624"/>
                  </a:lnTo>
                  <a:lnTo>
                    <a:pt x="3380129" y="2667624"/>
                  </a:lnTo>
                  <a:lnTo>
                    <a:pt x="3380255" y="2667624"/>
                  </a:lnTo>
                  <a:lnTo>
                    <a:pt x="3380380" y="2667624"/>
                  </a:lnTo>
                  <a:lnTo>
                    <a:pt x="3380505" y="2667624"/>
                  </a:lnTo>
                  <a:lnTo>
                    <a:pt x="3380630" y="2667624"/>
                  </a:lnTo>
                  <a:lnTo>
                    <a:pt x="3380755" y="2667624"/>
                  </a:lnTo>
                  <a:lnTo>
                    <a:pt x="3380880" y="2667624"/>
                  </a:lnTo>
                  <a:lnTo>
                    <a:pt x="3381005" y="2667624"/>
                  </a:lnTo>
                  <a:lnTo>
                    <a:pt x="3381130" y="2667624"/>
                  </a:lnTo>
                  <a:lnTo>
                    <a:pt x="3381255" y="2667624"/>
                  </a:lnTo>
                  <a:lnTo>
                    <a:pt x="3381380" y="2667624"/>
                  </a:lnTo>
                  <a:lnTo>
                    <a:pt x="3381505" y="2667624"/>
                  </a:lnTo>
                  <a:lnTo>
                    <a:pt x="3381630" y="2667624"/>
                  </a:lnTo>
                  <a:lnTo>
                    <a:pt x="3381755" y="2667624"/>
                  </a:lnTo>
                  <a:lnTo>
                    <a:pt x="3381880" y="2667624"/>
                  </a:lnTo>
                  <a:lnTo>
                    <a:pt x="3382005" y="2667624"/>
                  </a:lnTo>
                  <a:lnTo>
                    <a:pt x="3382130" y="2667624"/>
                  </a:lnTo>
                  <a:lnTo>
                    <a:pt x="3382255" y="2667624"/>
                  </a:lnTo>
                  <a:lnTo>
                    <a:pt x="3382380" y="2667624"/>
                  </a:lnTo>
                  <a:lnTo>
                    <a:pt x="3382505" y="2667624"/>
                  </a:lnTo>
                  <a:lnTo>
                    <a:pt x="3382630" y="2667624"/>
                  </a:lnTo>
                  <a:lnTo>
                    <a:pt x="3382755" y="2667624"/>
                  </a:lnTo>
                  <a:lnTo>
                    <a:pt x="3382880" y="2667624"/>
                  </a:lnTo>
                  <a:lnTo>
                    <a:pt x="3383005" y="2667624"/>
                  </a:lnTo>
                  <a:lnTo>
                    <a:pt x="3383130" y="2667624"/>
                  </a:lnTo>
                  <a:lnTo>
                    <a:pt x="3383256" y="2667624"/>
                  </a:lnTo>
                  <a:lnTo>
                    <a:pt x="3383381" y="2667624"/>
                  </a:lnTo>
                  <a:lnTo>
                    <a:pt x="3383506" y="2667624"/>
                  </a:lnTo>
                  <a:lnTo>
                    <a:pt x="3383631" y="2667624"/>
                  </a:lnTo>
                  <a:lnTo>
                    <a:pt x="3383756" y="2667624"/>
                  </a:lnTo>
                  <a:lnTo>
                    <a:pt x="3383881" y="2667624"/>
                  </a:lnTo>
                  <a:lnTo>
                    <a:pt x="3384006" y="2667624"/>
                  </a:lnTo>
                  <a:lnTo>
                    <a:pt x="3384131" y="2667624"/>
                  </a:lnTo>
                  <a:lnTo>
                    <a:pt x="3384256" y="2667624"/>
                  </a:lnTo>
                  <a:lnTo>
                    <a:pt x="3384381" y="2667624"/>
                  </a:lnTo>
                  <a:lnTo>
                    <a:pt x="3384506" y="2667624"/>
                  </a:lnTo>
                  <a:lnTo>
                    <a:pt x="3384631" y="2667624"/>
                  </a:lnTo>
                  <a:lnTo>
                    <a:pt x="3384756" y="2667624"/>
                  </a:lnTo>
                  <a:lnTo>
                    <a:pt x="3384881" y="2667624"/>
                  </a:lnTo>
                  <a:lnTo>
                    <a:pt x="3385006" y="2667624"/>
                  </a:lnTo>
                  <a:lnTo>
                    <a:pt x="3385131" y="2667624"/>
                  </a:lnTo>
                  <a:lnTo>
                    <a:pt x="3385256" y="2667624"/>
                  </a:lnTo>
                  <a:lnTo>
                    <a:pt x="3385381" y="2667624"/>
                  </a:lnTo>
                  <a:lnTo>
                    <a:pt x="3385506" y="2667624"/>
                  </a:lnTo>
                  <a:lnTo>
                    <a:pt x="3385631" y="2667624"/>
                  </a:lnTo>
                  <a:lnTo>
                    <a:pt x="3385756" y="2667624"/>
                  </a:lnTo>
                  <a:lnTo>
                    <a:pt x="3385881" y="2667624"/>
                  </a:lnTo>
                  <a:lnTo>
                    <a:pt x="3386006" y="2667624"/>
                  </a:lnTo>
                  <a:lnTo>
                    <a:pt x="3386131" y="2667624"/>
                  </a:lnTo>
                  <a:lnTo>
                    <a:pt x="3386257" y="2667624"/>
                  </a:lnTo>
                  <a:lnTo>
                    <a:pt x="3386382" y="2667624"/>
                  </a:lnTo>
                  <a:lnTo>
                    <a:pt x="3386507" y="2667624"/>
                  </a:lnTo>
                  <a:lnTo>
                    <a:pt x="3386507" y="2657670"/>
                  </a:lnTo>
                  <a:lnTo>
                    <a:pt x="3386632" y="2657670"/>
                  </a:lnTo>
                  <a:lnTo>
                    <a:pt x="3386757" y="2657670"/>
                  </a:lnTo>
                  <a:lnTo>
                    <a:pt x="3386882" y="2657670"/>
                  </a:lnTo>
                  <a:lnTo>
                    <a:pt x="3387007" y="2657670"/>
                  </a:lnTo>
                  <a:lnTo>
                    <a:pt x="3387132" y="2657670"/>
                  </a:lnTo>
                  <a:lnTo>
                    <a:pt x="3387257" y="2657670"/>
                  </a:lnTo>
                  <a:lnTo>
                    <a:pt x="3387382" y="2657670"/>
                  </a:lnTo>
                  <a:lnTo>
                    <a:pt x="3387507" y="2657670"/>
                  </a:lnTo>
                  <a:lnTo>
                    <a:pt x="3387632" y="2657670"/>
                  </a:lnTo>
                  <a:lnTo>
                    <a:pt x="3387757" y="2657670"/>
                  </a:lnTo>
                  <a:lnTo>
                    <a:pt x="3387882" y="2657670"/>
                  </a:lnTo>
                  <a:lnTo>
                    <a:pt x="3388007" y="2657670"/>
                  </a:lnTo>
                  <a:lnTo>
                    <a:pt x="3388132" y="2657670"/>
                  </a:lnTo>
                  <a:lnTo>
                    <a:pt x="3388257" y="2657670"/>
                  </a:lnTo>
                  <a:lnTo>
                    <a:pt x="3388382" y="2657670"/>
                  </a:lnTo>
                  <a:lnTo>
                    <a:pt x="3388507" y="2657670"/>
                  </a:lnTo>
                  <a:lnTo>
                    <a:pt x="3388632" y="2657670"/>
                  </a:lnTo>
                  <a:lnTo>
                    <a:pt x="3388757" y="2657670"/>
                  </a:lnTo>
                  <a:lnTo>
                    <a:pt x="3388882" y="2657670"/>
                  </a:lnTo>
                  <a:lnTo>
                    <a:pt x="3389007" y="2657670"/>
                  </a:lnTo>
                  <a:lnTo>
                    <a:pt x="3389132" y="2657670"/>
                  </a:lnTo>
                  <a:lnTo>
                    <a:pt x="3389258" y="2657670"/>
                  </a:lnTo>
                  <a:lnTo>
                    <a:pt x="3389383" y="2657670"/>
                  </a:lnTo>
                  <a:lnTo>
                    <a:pt x="3389508" y="2657670"/>
                  </a:lnTo>
                  <a:lnTo>
                    <a:pt x="3389633" y="2657670"/>
                  </a:lnTo>
                  <a:lnTo>
                    <a:pt x="3389758" y="2657670"/>
                  </a:lnTo>
                  <a:lnTo>
                    <a:pt x="3389883" y="2657670"/>
                  </a:lnTo>
                  <a:lnTo>
                    <a:pt x="3390008" y="2657670"/>
                  </a:lnTo>
                  <a:lnTo>
                    <a:pt x="3390133" y="2657670"/>
                  </a:lnTo>
                  <a:lnTo>
                    <a:pt x="3390258" y="2657670"/>
                  </a:lnTo>
                  <a:lnTo>
                    <a:pt x="3390383" y="2657670"/>
                  </a:lnTo>
                  <a:lnTo>
                    <a:pt x="3390508" y="2657670"/>
                  </a:lnTo>
                  <a:lnTo>
                    <a:pt x="3390633" y="2657670"/>
                  </a:lnTo>
                  <a:lnTo>
                    <a:pt x="3390758" y="2657670"/>
                  </a:lnTo>
                  <a:lnTo>
                    <a:pt x="3390883" y="2657670"/>
                  </a:lnTo>
                  <a:lnTo>
                    <a:pt x="3391008" y="2657670"/>
                  </a:lnTo>
                  <a:lnTo>
                    <a:pt x="3391133" y="2657670"/>
                  </a:lnTo>
                  <a:lnTo>
                    <a:pt x="3391258" y="2657670"/>
                  </a:lnTo>
                  <a:lnTo>
                    <a:pt x="3391383" y="2657670"/>
                  </a:lnTo>
                  <a:lnTo>
                    <a:pt x="3391508" y="2657670"/>
                  </a:lnTo>
                  <a:lnTo>
                    <a:pt x="3391633" y="2657670"/>
                  </a:lnTo>
                  <a:lnTo>
                    <a:pt x="3391758" y="2657670"/>
                  </a:lnTo>
                  <a:lnTo>
                    <a:pt x="3391883" y="2657670"/>
                  </a:lnTo>
                  <a:lnTo>
                    <a:pt x="3392008" y="2657670"/>
                  </a:lnTo>
                  <a:lnTo>
                    <a:pt x="3392133" y="2657670"/>
                  </a:lnTo>
                  <a:lnTo>
                    <a:pt x="3392259" y="2657670"/>
                  </a:lnTo>
                  <a:lnTo>
                    <a:pt x="3392384" y="2657670"/>
                  </a:lnTo>
                  <a:lnTo>
                    <a:pt x="3392509" y="2657670"/>
                  </a:lnTo>
                  <a:lnTo>
                    <a:pt x="3392634" y="2657670"/>
                  </a:lnTo>
                  <a:lnTo>
                    <a:pt x="3392759" y="2657670"/>
                  </a:lnTo>
                  <a:lnTo>
                    <a:pt x="3392884" y="2657670"/>
                  </a:lnTo>
                  <a:lnTo>
                    <a:pt x="3393009" y="2657670"/>
                  </a:lnTo>
                  <a:lnTo>
                    <a:pt x="3393134" y="2657670"/>
                  </a:lnTo>
                  <a:lnTo>
                    <a:pt x="3393259" y="2657670"/>
                  </a:lnTo>
                  <a:lnTo>
                    <a:pt x="3393384" y="2657670"/>
                  </a:lnTo>
                  <a:lnTo>
                    <a:pt x="3393384" y="2647716"/>
                  </a:lnTo>
                  <a:lnTo>
                    <a:pt x="3393509" y="2647716"/>
                  </a:lnTo>
                  <a:lnTo>
                    <a:pt x="3393634" y="2647716"/>
                  </a:lnTo>
                  <a:lnTo>
                    <a:pt x="3393759" y="2647716"/>
                  </a:lnTo>
                  <a:lnTo>
                    <a:pt x="3393884" y="2647716"/>
                  </a:lnTo>
                  <a:lnTo>
                    <a:pt x="3394009" y="2647716"/>
                  </a:lnTo>
                  <a:lnTo>
                    <a:pt x="3394134" y="2647716"/>
                  </a:lnTo>
                  <a:lnTo>
                    <a:pt x="3394259" y="2647716"/>
                  </a:lnTo>
                  <a:lnTo>
                    <a:pt x="3394384" y="2647716"/>
                  </a:lnTo>
                  <a:lnTo>
                    <a:pt x="3394509" y="2647716"/>
                  </a:lnTo>
                  <a:lnTo>
                    <a:pt x="3394634" y="2647716"/>
                  </a:lnTo>
                  <a:lnTo>
                    <a:pt x="3394759" y="2647716"/>
                  </a:lnTo>
                  <a:lnTo>
                    <a:pt x="3394884" y="2647716"/>
                  </a:lnTo>
                  <a:lnTo>
                    <a:pt x="3395009" y="2647716"/>
                  </a:lnTo>
                  <a:lnTo>
                    <a:pt x="3395134" y="2647716"/>
                  </a:lnTo>
                  <a:lnTo>
                    <a:pt x="3395260" y="2647716"/>
                  </a:lnTo>
                  <a:lnTo>
                    <a:pt x="3395385" y="2647716"/>
                  </a:lnTo>
                  <a:lnTo>
                    <a:pt x="3395510" y="2647716"/>
                  </a:lnTo>
                  <a:lnTo>
                    <a:pt x="3395635" y="2647716"/>
                  </a:lnTo>
                  <a:lnTo>
                    <a:pt x="3395760" y="2647716"/>
                  </a:lnTo>
                  <a:lnTo>
                    <a:pt x="3395885" y="2647716"/>
                  </a:lnTo>
                  <a:lnTo>
                    <a:pt x="3396010" y="2647716"/>
                  </a:lnTo>
                  <a:lnTo>
                    <a:pt x="3396135" y="2647716"/>
                  </a:lnTo>
                  <a:lnTo>
                    <a:pt x="3396260" y="2647716"/>
                  </a:lnTo>
                  <a:lnTo>
                    <a:pt x="3396385" y="2647716"/>
                  </a:lnTo>
                  <a:lnTo>
                    <a:pt x="3396510" y="2647716"/>
                  </a:lnTo>
                  <a:lnTo>
                    <a:pt x="3396635" y="2647716"/>
                  </a:lnTo>
                  <a:lnTo>
                    <a:pt x="3396760" y="2647716"/>
                  </a:lnTo>
                  <a:lnTo>
                    <a:pt x="3396885" y="2647716"/>
                  </a:lnTo>
                  <a:lnTo>
                    <a:pt x="3397010" y="2647716"/>
                  </a:lnTo>
                  <a:lnTo>
                    <a:pt x="3397135" y="2647716"/>
                  </a:lnTo>
                  <a:lnTo>
                    <a:pt x="3397260" y="2647716"/>
                  </a:lnTo>
                  <a:lnTo>
                    <a:pt x="3397385" y="2647716"/>
                  </a:lnTo>
                  <a:lnTo>
                    <a:pt x="3397510" y="2647716"/>
                  </a:lnTo>
                  <a:lnTo>
                    <a:pt x="3397635" y="2647716"/>
                  </a:lnTo>
                  <a:lnTo>
                    <a:pt x="3397760" y="2647716"/>
                  </a:lnTo>
                  <a:lnTo>
                    <a:pt x="3397885" y="2647716"/>
                  </a:lnTo>
                  <a:lnTo>
                    <a:pt x="3398010" y="2647716"/>
                  </a:lnTo>
                  <a:lnTo>
                    <a:pt x="3398135" y="2647716"/>
                  </a:lnTo>
                  <a:lnTo>
                    <a:pt x="3398261" y="2647716"/>
                  </a:lnTo>
                  <a:lnTo>
                    <a:pt x="3398386" y="2647716"/>
                  </a:lnTo>
                  <a:lnTo>
                    <a:pt x="3398511" y="2647716"/>
                  </a:lnTo>
                  <a:lnTo>
                    <a:pt x="3398636" y="2647716"/>
                  </a:lnTo>
                  <a:lnTo>
                    <a:pt x="3398761" y="2647716"/>
                  </a:lnTo>
                  <a:lnTo>
                    <a:pt x="3398886" y="2647716"/>
                  </a:lnTo>
                  <a:lnTo>
                    <a:pt x="3399011" y="2647716"/>
                  </a:lnTo>
                  <a:lnTo>
                    <a:pt x="3399136" y="2647716"/>
                  </a:lnTo>
                  <a:lnTo>
                    <a:pt x="3399261" y="2647716"/>
                  </a:lnTo>
                  <a:lnTo>
                    <a:pt x="3399386" y="2647716"/>
                  </a:lnTo>
                  <a:lnTo>
                    <a:pt x="3399511" y="2647716"/>
                  </a:lnTo>
                  <a:lnTo>
                    <a:pt x="3399636" y="2647716"/>
                  </a:lnTo>
                  <a:lnTo>
                    <a:pt x="3399761" y="2647716"/>
                  </a:lnTo>
                  <a:lnTo>
                    <a:pt x="3399886" y="2647716"/>
                  </a:lnTo>
                  <a:lnTo>
                    <a:pt x="3400011" y="2647716"/>
                  </a:lnTo>
                  <a:lnTo>
                    <a:pt x="3400136" y="2647716"/>
                  </a:lnTo>
                  <a:lnTo>
                    <a:pt x="3400261" y="2647716"/>
                  </a:lnTo>
                  <a:lnTo>
                    <a:pt x="3400386" y="2647716"/>
                  </a:lnTo>
                  <a:lnTo>
                    <a:pt x="3400511" y="2647716"/>
                  </a:lnTo>
                  <a:lnTo>
                    <a:pt x="3400636" y="2647716"/>
                  </a:lnTo>
                  <a:lnTo>
                    <a:pt x="3400761" y="2647716"/>
                  </a:lnTo>
                  <a:lnTo>
                    <a:pt x="3400886" y="2647716"/>
                  </a:lnTo>
                  <a:lnTo>
                    <a:pt x="3401011" y="2647716"/>
                  </a:lnTo>
                  <a:lnTo>
                    <a:pt x="3401136" y="2647716"/>
                  </a:lnTo>
                  <a:lnTo>
                    <a:pt x="3401262" y="2647716"/>
                  </a:lnTo>
                  <a:lnTo>
                    <a:pt x="3401387" y="2647716"/>
                  </a:lnTo>
                  <a:lnTo>
                    <a:pt x="3401512" y="2647716"/>
                  </a:lnTo>
                  <a:lnTo>
                    <a:pt x="3401637" y="2647716"/>
                  </a:lnTo>
                  <a:lnTo>
                    <a:pt x="3401762" y="2647716"/>
                  </a:lnTo>
                  <a:lnTo>
                    <a:pt x="3401887" y="2647716"/>
                  </a:lnTo>
                  <a:lnTo>
                    <a:pt x="3402012" y="2647716"/>
                  </a:lnTo>
                  <a:lnTo>
                    <a:pt x="3402137" y="2647716"/>
                  </a:lnTo>
                  <a:lnTo>
                    <a:pt x="3402262" y="2647716"/>
                  </a:lnTo>
                  <a:lnTo>
                    <a:pt x="3402387" y="2647716"/>
                  </a:lnTo>
                  <a:lnTo>
                    <a:pt x="3402512" y="2647716"/>
                  </a:lnTo>
                  <a:lnTo>
                    <a:pt x="3402637" y="2647716"/>
                  </a:lnTo>
                  <a:lnTo>
                    <a:pt x="3402762" y="2647716"/>
                  </a:lnTo>
                  <a:lnTo>
                    <a:pt x="3402887" y="2647716"/>
                  </a:lnTo>
                  <a:lnTo>
                    <a:pt x="3403012" y="2647716"/>
                  </a:lnTo>
                  <a:lnTo>
                    <a:pt x="3403137" y="2647716"/>
                  </a:lnTo>
                  <a:lnTo>
                    <a:pt x="3403262" y="2647716"/>
                  </a:lnTo>
                  <a:lnTo>
                    <a:pt x="3403387" y="2647716"/>
                  </a:lnTo>
                  <a:lnTo>
                    <a:pt x="3403512" y="2647716"/>
                  </a:lnTo>
                  <a:lnTo>
                    <a:pt x="3403637" y="2647716"/>
                  </a:lnTo>
                  <a:lnTo>
                    <a:pt x="3403762" y="2647716"/>
                  </a:lnTo>
                  <a:lnTo>
                    <a:pt x="3403887" y="2647716"/>
                  </a:lnTo>
                  <a:lnTo>
                    <a:pt x="3404012" y="2647716"/>
                  </a:lnTo>
                  <a:lnTo>
                    <a:pt x="3404137" y="2647716"/>
                  </a:lnTo>
                  <a:lnTo>
                    <a:pt x="3404263" y="2647716"/>
                  </a:lnTo>
                  <a:lnTo>
                    <a:pt x="3404388" y="2647716"/>
                  </a:lnTo>
                  <a:lnTo>
                    <a:pt x="3404513" y="2647716"/>
                  </a:lnTo>
                  <a:lnTo>
                    <a:pt x="3404638" y="2647716"/>
                  </a:lnTo>
                  <a:lnTo>
                    <a:pt x="3404763" y="2647716"/>
                  </a:lnTo>
                  <a:lnTo>
                    <a:pt x="3404888" y="2647716"/>
                  </a:lnTo>
                  <a:lnTo>
                    <a:pt x="3405013" y="2647716"/>
                  </a:lnTo>
                  <a:lnTo>
                    <a:pt x="3405138" y="2647716"/>
                  </a:lnTo>
                  <a:lnTo>
                    <a:pt x="3405263" y="2647716"/>
                  </a:lnTo>
                  <a:lnTo>
                    <a:pt x="3405388" y="2647716"/>
                  </a:lnTo>
                  <a:lnTo>
                    <a:pt x="3405513" y="2647716"/>
                  </a:lnTo>
                  <a:lnTo>
                    <a:pt x="3405638" y="2647716"/>
                  </a:lnTo>
                  <a:lnTo>
                    <a:pt x="3405763" y="2647716"/>
                  </a:lnTo>
                  <a:lnTo>
                    <a:pt x="3405888" y="2647716"/>
                  </a:lnTo>
                  <a:lnTo>
                    <a:pt x="3406013" y="2647716"/>
                  </a:lnTo>
                  <a:lnTo>
                    <a:pt x="3406138" y="2647716"/>
                  </a:lnTo>
                  <a:lnTo>
                    <a:pt x="3406263" y="2647716"/>
                  </a:lnTo>
                  <a:lnTo>
                    <a:pt x="3406388" y="2647716"/>
                  </a:lnTo>
                  <a:lnTo>
                    <a:pt x="3406513" y="2647716"/>
                  </a:lnTo>
                  <a:lnTo>
                    <a:pt x="3406638" y="2647716"/>
                  </a:lnTo>
                  <a:lnTo>
                    <a:pt x="3406763" y="2647716"/>
                  </a:lnTo>
                  <a:lnTo>
                    <a:pt x="3406888" y="2647716"/>
                  </a:lnTo>
                  <a:lnTo>
                    <a:pt x="3407013" y="2647716"/>
                  </a:lnTo>
                  <a:lnTo>
                    <a:pt x="3407138" y="2647716"/>
                  </a:lnTo>
                  <a:lnTo>
                    <a:pt x="3407264" y="2647716"/>
                  </a:lnTo>
                  <a:lnTo>
                    <a:pt x="3407389" y="2647716"/>
                  </a:lnTo>
                  <a:lnTo>
                    <a:pt x="3407514" y="2647716"/>
                  </a:lnTo>
                  <a:lnTo>
                    <a:pt x="3407639" y="2647716"/>
                  </a:lnTo>
                  <a:lnTo>
                    <a:pt x="3407764" y="2647716"/>
                  </a:lnTo>
                  <a:lnTo>
                    <a:pt x="3407889" y="2647716"/>
                  </a:lnTo>
                  <a:lnTo>
                    <a:pt x="3408014" y="2647716"/>
                  </a:lnTo>
                  <a:lnTo>
                    <a:pt x="3408139" y="2647716"/>
                  </a:lnTo>
                  <a:lnTo>
                    <a:pt x="3408264" y="2647716"/>
                  </a:lnTo>
                  <a:lnTo>
                    <a:pt x="3408389" y="2647716"/>
                  </a:lnTo>
                  <a:lnTo>
                    <a:pt x="3408514" y="2647716"/>
                  </a:lnTo>
                  <a:lnTo>
                    <a:pt x="3408639" y="2647716"/>
                  </a:lnTo>
                  <a:lnTo>
                    <a:pt x="3408764" y="2647716"/>
                  </a:lnTo>
                  <a:lnTo>
                    <a:pt x="3408889" y="2647716"/>
                  </a:lnTo>
                  <a:lnTo>
                    <a:pt x="3409014" y="2647716"/>
                  </a:lnTo>
                  <a:lnTo>
                    <a:pt x="3409139" y="2647716"/>
                  </a:lnTo>
                  <a:lnTo>
                    <a:pt x="3409264" y="2647716"/>
                  </a:lnTo>
                  <a:lnTo>
                    <a:pt x="3409389" y="2647716"/>
                  </a:lnTo>
                  <a:lnTo>
                    <a:pt x="3409514" y="2647716"/>
                  </a:lnTo>
                  <a:lnTo>
                    <a:pt x="3409639" y="2647716"/>
                  </a:lnTo>
                  <a:lnTo>
                    <a:pt x="3409764" y="2647716"/>
                  </a:lnTo>
                  <a:lnTo>
                    <a:pt x="3409889" y="2647716"/>
                  </a:lnTo>
                  <a:lnTo>
                    <a:pt x="3410014" y="2647716"/>
                  </a:lnTo>
                  <a:lnTo>
                    <a:pt x="3410139" y="2647716"/>
                  </a:lnTo>
                  <a:lnTo>
                    <a:pt x="3410265" y="2647716"/>
                  </a:lnTo>
                  <a:lnTo>
                    <a:pt x="3410390" y="2647716"/>
                  </a:lnTo>
                  <a:lnTo>
                    <a:pt x="3410515" y="2647716"/>
                  </a:lnTo>
                  <a:lnTo>
                    <a:pt x="3410640" y="2647716"/>
                  </a:lnTo>
                  <a:lnTo>
                    <a:pt x="3410765" y="2647716"/>
                  </a:lnTo>
                  <a:lnTo>
                    <a:pt x="3410890" y="2647716"/>
                  </a:lnTo>
                  <a:lnTo>
                    <a:pt x="3411015" y="2647716"/>
                  </a:lnTo>
                  <a:lnTo>
                    <a:pt x="3411140" y="2647716"/>
                  </a:lnTo>
                  <a:lnTo>
                    <a:pt x="3411265" y="2647716"/>
                  </a:lnTo>
                  <a:lnTo>
                    <a:pt x="3411390" y="2647716"/>
                  </a:lnTo>
                  <a:lnTo>
                    <a:pt x="3411515" y="2647716"/>
                  </a:lnTo>
                  <a:lnTo>
                    <a:pt x="3411640" y="2647716"/>
                  </a:lnTo>
                  <a:lnTo>
                    <a:pt x="3411765" y="2647716"/>
                  </a:lnTo>
                  <a:lnTo>
                    <a:pt x="3411890" y="2647716"/>
                  </a:lnTo>
                  <a:lnTo>
                    <a:pt x="3412015" y="2647716"/>
                  </a:lnTo>
                  <a:lnTo>
                    <a:pt x="3412140" y="2647716"/>
                  </a:lnTo>
                  <a:lnTo>
                    <a:pt x="3412265" y="2647716"/>
                  </a:lnTo>
                  <a:lnTo>
                    <a:pt x="3412265" y="2637762"/>
                  </a:lnTo>
                  <a:lnTo>
                    <a:pt x="3412390" y="2637762"/>
                  </a:lnTo>
                  <a:lnTo>
                    <a:pt x="3412515" y="2637762"/>
                  </a:lnTo>
                  <a:lnTo>
                    <a:pt x="3412640" y="2637762"/>
                  </a:lnTo>
                  <a:lnTo>
                    <a:pt x="3412765" y="2637762"/>
                  </a:lnTo>
                  <a:lnTo>
                    <a:pt x="3412890" y="2637762"/>
                  </a:lnTo>
                  <a:lnTo>
                    <a:pt x="3413015" y="2637762"/>
                  </a:lnTo>
                  <a:lnTo>
                    <a:pt x="3413140" y="2637762"/>
                  </a:lnTo>
                  <a:lnTo>
                    <a:pt x="3413266" y="2637762"/>
                  </a:lnTo>
                  <a:lnTo>
                    <a:pt x="3413391" y="2637762"/>
                  </a:lnTo>
                  <a:lnTo>
                    <a:pt x="3413516" y="2637762"/>
                  </a:lnTo>
                  <a:lnTo>
                    <a:pt x="3413641" y="2637762"/>
                  </a:lnTo>
                  <a:lnTo>
                    <a:pt x="3413766" y="2637762"/>
                  </a:lnTo>
                  <a:lnTo>
                    <a:pt x="3413891" y="2637762"/>
                  </a:lnTo>
                  <a:lnTo>
                    <a:pt x="3414016" y="2637762"/>
                  </a:lnTo>
                  <a:lnTo>
                    <a:pt x="3414141" y="2637762"/>
                  </a:lnTo>
                  <a:lnTo>
                    <a:pt x="3414266" y="2637762"/>
                  </a:lnTo>
                  <a:lnTo>
                    <a:pt x="3414391" y="2637762"/>
                  </a:lnTo>
                  <a:lnTo>
                    <a:pt x="3414516" y="2637762"/>
                  </a:lnTo>
                  <a:lnTo>
                    <a:pt x="3414641" y="2637762"/>
                  </a:lnTo>
                  <a:lnTo>
                    <a:pt x="3414766" y="2637762"/>
                  </a:lnTo>
                  <a:lnTo>
                    <a:pt x="3414891" y="2637762"/>
                  </a:lnTo>
                  <a:lnTo>
                    <a:pt x="3415016" y="2637762"/>
                  </a:lnTo>
                  <a:lnTo>
                    <a:pt x="3415141" y="2637762"/>
                  </a:lnTo>
                  <a:lnTo>
                    <a:pt x="3415266" y="2637762"/>
                  </a:lnTo>
                  <a:lnTo>
                    <a:pt x="3415391" y="2637762"/>
                  </a:lnTo>
                  <a:lnTo>
                    <a:pt x="3415516" y="2637762"/>
                  </a:lnTo>
                  <a:lnTo>
                    <a:pt x="3415641" y="2637762"/>
                  </a:lnTo>
                  <a:lnTo>
                    <a:pt x="3415766" y="2637762"/>
                  </a:lnTo>
                  <a:lnTo>
                    <a:pt x="3415891" y="2637762"/>
                  </a:lnTo>
                  <a:lnTo>
                    <a:pt x="3416016" y="2637762"/>
                  </a:lnTo>
                  <a:lnTo>
                    <a:pt x="3416142" y="2637762"/>
                  </a:lnTo>
                  <a:lnTo>
                    <a:pt x="3416267" y="2637762"/>
                  </a:lnTo>
                  <a:lnTo>
                    <a:pt x="3416392" y="2637762"/>
                  </a:lnTo>
                  <a:lnTo>
                    <a:pt x="3416517" y="2637762"/>
                  </a:lnTo>
                  <a:lnTo>
                    <a:pt x="3416642" y="2637762"/>
                  </a:lnTo>
                  <a:lnTo>
                    <a:pt x="3416767" y="2637762"/>
                  </a:lnTo>
                  <a:lnTo>
                    <a:pt x="3416892" y="2637762"/>
                  </a:lnTo>
                  <a:lnTo>
                    <a:pt x="3417017" y="2637762"/>
                  </a:lnTo>
                  <a:lnTo>
                    <a:pt x="3417142" y="2637762"/>
                  </a:lnTo>
                  <a:lnTo>
                    <a:pt x="3417267" y="2637762"/>
                  </a:lnTo>
                  <a:lnTo>
                    <a:pt x="3417392" y="2637762"/>
                  </a:lnTo>
                  <a:lnTo>
                    <a:pt x="3417517" y="2637762"/>
                  </a:lnTo>
                  <a:lnTo>
                    <a:pt x="3417642" y="2637762"/>
                  </a:lnTo>
                  <a:lnTo>
                    <a:pt x="3417767" y="2637762"/>
                  </a:lnTo>
                  <a:lnTo>
                    <a:pt x="3417892" y="2637762"/>
                  </a:lnTo>
                  <a:lnTo>
                    <a:pt x="3418017" y="2637762"/>
                  </a:lnTo>
                  <a:lnTo>
                    <a:pt x="3418142" y="2637762"/>
                  </a:lnTo>
                  <a:lnTo>
                    <a:pt x="3418267" y="2637762"/>
                  </a:lnTo>
                  <a:lnTo>
                    <a:pt x="3418392" y="2637762"/>
                  </a:lnTo>
                  <a:lnTo>
                    <a:pt x="3418517" y="2637762"/>
                  </a:lnTo>
                  <a:lnTo>
                    <a:pt x="3418642" y="2637762"/>
                  </a:lnTo>
                  <a:lnTo>
                    <a:pt x="3418767" y="2637762"/>
                  </a:lnTo>
                  <a:lnTo>
                    <a:pt x="3418892" y="2637762"/>
                  </a:lnTo>
                  <a:lnTo>
                    <a:pt x="3419017" y="2637762"/>
                  </a:lnTo>
                  <a:lnTo>
                    <a:pt x="3419143" y="2637762"/>
                  </a:lnTo>
                  <a:lnTo>
                    <a:pt x="3419268" y="2637762"/>
                  </a:lnTo>
                  <a:lnTo>
                    <a:pt x="3419393" y="2637762"/>
                  </a:lnTo>
                  <a:lnTo>
                    <a:pt x="3419518" y="2637762"/>
                  </a:lnTo>
                  <a:lnTo>
                    <a:pt x="3419643" y="2637762"/>
                  </a:lnTo>
                  <a:lnTo>
                    <a:pt x="3419768" y="2637762"/>
                  </a:lnTo>
                  <a:lnTo>
                    <a:pt x="3419893" y="2637762"/>
                  </a:lnTo>
                  <a:lnTo>
                    <a:pt x="3420018" y="2637762"/>
                  </a:lnTo>
                  <a:lnTo>
                    <a:pt x="3420143" y="2637762"/>
                  </a:lnTo>
                  <a:lnTo>
                    <a:pt x="3420268" y="2637762"/>
                  </a:lnTo>
                  <a:lnTo>
                    <a:pt x="3420393" y="2637762"/>
                  </a:lnTo>
                  <a:lnTo>
                    <a:pt x="3420518" y="2637762"/>
                  </a:lnTo>
                  <a:lnTo>
                    <a:pt x="3420643" y="2637762"/>
                  </a:lnTo>
                  <a:lnTo>
                    <a:pt x="3420768" y="2637762"/>
                  </a:lnTo>
                  <a:lnTo>
                    <a:pt x="3420893" y="2637762"/>
                  </a:lnTo>
                  <a:lnTo>
                    <a:pt x="3421018" y="2637762"/>
                  </a:lnTo>
                  <a:lnTo>
                    <a:pt x="3421143" y="2637762"/>
                  </a:lnTo>
                  <a:lnTo>
                    <a:pt x="3421268" y="2637762"/>
                  </a:lnTo>
                  <a:lnTo>
                    <a:pt x="3421393" y="2637762"/>
                  </a:lnTo>
                  <a:lnTo>
                    <a:pt x="3421518" y="2637762"/>
                  </a:lnTo>
                  <a:lnTo>
                    <a:pt x="3421643" y="2637762"/>
                  </a:lnTo>
                  <a:lnTo>
                    <a:pt x="3421768" y="2637762"/>
                  </a:lnTo>
                  <a:lnTo>
                    <a:pt x="3421893" y="2637762"/>
                  </a:lnTo>
                  <a:lnTo>
                    <a:pt x="3422018" y="2637762"/>
                  </a:lnTo>
                  <a:lnTo>
                    <a:pt x="3422144" y="2637762"/>
                  </a:lnTo>
                  <a:lnTo>
                    <a:pt x="3422269" y="2637762"/>
                  </a:lnTo>
                  <a:lnTo>
                    <a:pt x="3422394" y="2637762"/>
                  </a:lnTo>
                  <a:lnTo>
                    <a:pt x="3422519" y="2637762"/>
                  </a:lnTo>
                  <a:lnTo>
                    <a:pt x="3422644" y="2637762"/>
                  </a:lnTo>
                  <a:lnTo>
                    <a:pt x="3422769" y="2637762"/>
                  </a:lnTo>
                  <a:lnTo>
                    <a:pt x="3422894" y="2637762"/>
                  </a:lnTo>
                  <a:lnTo>
                    <a:pt x="3423019" y="2637762"/>
                  </a:lnTo>
                  <a:lnTo>
                    <a:pt x="3423144" y="2637762"/>
                  </a:lnTo>
                  <a:lnTo>
                    <a:pt x="3423269" y="2637762"/>
                  </a:lnTo>
                  <a:lnTo>
                    <a:pt x="3423394" y="2637762"/>
                  </a:lnTo>
                  <a:lnTo>
                    <a:pt x="3423519" y="2637762"/>
                  </a:lnTo>
                  <a:lnTo>
                    <a:pt x="3423644" y="2637762"/>
                  </a:lnTo>
                  <a:lnTo>
                    <a:pt x="3423769" y="2637762"/>
                  </a:lnTo>
                  <a:lnTo>
                    <a:pt x="3423894" y="2637762"/>
                  </a:lnTo>
                  <a:lnTo>
                    <a:pt x="3424019" y="2637762"/>
                  </a:lnTo>
                  <a:lnTo>
                    <a:pt x="3424144" y="2637762"/>
                  </a:lnTo>
                  <a:lnTo>
                    <a:pt x="3424269" y="2637762"/>
                  </a:lnTo>
                  <a:lnTo>
                    <a:pt x="3424394" y="2637762"/>
                  </a:lnTo>
                  <a:lnTo>
                    <a:pt x="3424519" y="2637762"/>
                  </a:lnTo>
                  <a:lnTo>
                    <a:pt x="3424644" y="2637762"/>
                  </a:lnTo>
                  <a:lnTo>
                    <a:pt x="3424769" y="2637762"/>
                  </a:lnTo>
                  <a:lnTo>
                    <a:pt x="3424894" y="2637762"/>
                  </a:lnTo>
                  <a:lnTo>
                    <a:pt x="3425019" y="2637762"/>
                  </a:lnTo>
                  <a:lnTo>
                    <a:pt x="3425145" y="2637762"/>
                  </a:lnTo>
                  <a:lnTo>
                    <a:pt x="3425270" y="2637762"/>
                  </a:lnTo>
                  <a:lnTo>
                    <a:pt x="3425395" y="2637762"/>
                  </a:lnTo>
                  <a:lnTo>
                    <a:pt x="3425520" y="2637762"/>
                  </a:lnTo>
                  <a:lnTo>
                    <a:pt x="3425645" y="2637762"/>
                  </a:lnTo>
                  <a:lnTo>
                    <a:pt x="3425770" y="2637762"/>
                  </a:lnTo>
                  <a:lnTo>
                    <a:pt x="3425895" y="2637762"/>
                  </a:lnTo>
                  <a:lnTo>
                    <a:pt x="3426020" y="2637762"/>
                  </a:lnTo>
                  <a:lnTo>
                    <a:pt x="3426145" y="2637762"/>
                  </a:lnTo>
                  <a:lnTo>
                    <a:pt x="3426270" y="2637762"/>
                  </a:lnTo>
                  <a:lnTo>
                    <a:pt x="3426395" y="2637762"/>
                  </a:lnTo>
                  <a:lnTo>
                    <a:pt x="3426520" y="2637762"/>
                  </a:lnTo>
                  <a:lnTo>
                    <a:pt x="3426645" y="2637762"/>
                  </a:lnTo>
                  <a:lnTo>
                    <a:pt x="3426770" y="2637762"/>
                  </a:lnTo>
                  <a:lnTo>
                    <a:pt x="3426895" y="2637762"/>
                  </a:lnTo>
                  <a:lnTo>
                    <a:pt x="3427020" y="2637762"/>
                  </a:lnTo>
                  <a:lnTo>
                    <a:pt x="3427145" y="2637762"/>
                  </a:lnTo>
                  <a:lnTo>
                    <a:pt x="3427270" y="2637762"/>
                  </a:lnTo>
                  <a:lnTo>
                    <a:pt x="3427395" y="2637762"/>
                  </a:lnTo>
                  <a:lnTo>
                    <a:pt x="3427520" y="2637762"/>
                  </a:lnTo>
                  <a:lnTo>
                    <a:pt x="3427645" y="2637762"/>
                  </a:lnTo>
                  <a:lnTo>
                    <a:pt x="3427770" y="2637762"/>
                  </a:lnTo>
                  <a:lnTo>
                    <a:pt x="3427895" y="2637762"/>
                  </a:lnTo>
                  <a:lnTo>
                    <a:pt x="3428020" y="2637762"/>
                  </a:lnTo>
                  <a:lnTo>
                    <a:pt x="3428146" y="2637762"/>
                  </a:lnTo>
                  <a:lnTo>
                    <a:pt x="3428271" y="2637762"/>
                  </a:lnTo>
                  <a:lnTo>
                    <a:pt x="3428396" y="2637762"/>
                  </a:lnTo>
                  <a:lnTo>
                    <a:pt x="3428521" y="2637762"/>
                  </a:lnTo>
                  <a:lnTo>
                    <a:pt x="3428646" y="2637762"/>
                  </a:lnTo>
                  <a:lnTo>
                    <a:pt x="3428771" y="2637762"/>
                  </a:lnTo>
                  <a:lnTo>
                    <a:pt x="3428896" y="2637762"/>
                  </a:lnTo>
                  <a:lnTo>
                    <a:pt x="3429021" y="2637762"/>
                  </a:lnTo>
                  <a:lnTo>
                    <a:pt x="3429146" y="2637762"/>
                  </a:lnTo>
                  <a:lnTo>
                    <a:pt x="3429271" y="2637762"/>
                  </a:lnTo>
                  <a:lnTo>
                    <a:pt x="3429396" y="2637762"/>
                  </a:lnTo>
                  <a:lnTo>
                    <a:pt x="3429521" y="2637762"/>
                  </a:lnTo>
                  <a:lnTo>
                    <a:pt x="3429646" y="2637762"/>
                  </a:lnTo>
                  <a:lnTo>
                    <a:pt x="3429771" y="2637762"/>
                  </a:lnTo>
                  <a:lnTo>
                    <a:pt x="3429896" y="2637762"/>
                  </a:lnTo>
                  <a:lnTo>
                    <a:pt x="3430021" y="2637762"/>
                  </a:lnTo>
                  <a:lnTo>
                    <a:pt x="3430146" y="2637762"/>
                  </a:lnTo>
                  <a:lnTo>
                    <a:pt x="3430271" y="2637762"/>
                  </a:lnTo>
                  <a:lnTo>
                    <a:pt x="3430396" y="2637762"/>
                  </a:lnTo>
                  <a:lnTo>
                    <a:pt x="3430521" y="2637762"/>
                  </a:lnTo>
                  <a:lnTo>
                    <a:pt x="3430646" y="2637762"/>
                  </a:lnTo>
                  <a:lnTo>
                    <a:pt x="3430771" y="2637762"/>
                  </a:lnTo>
                  <a:lnTo>
                    <a:pt x="3430896" y="2637762"/>
                  </a:lnTo>
                  <a:lnTo>
                    <a:pt x="3431021" y="2637762"/>
                  </a:lnTo>
                  <a:lnTo>
                    <a:pt x="3431147" y="2637762"/>
                  </a:lnTo>
                  <a:lnTo>
                    <a:pt x="3431272" y="2637762"/>
                  </a:lnTo>
                  <a:lnTo>
                    <a:pt x="3431397" y="2637762"/>
                  </a:lnTo>
                  <a:lnTo>
                    <a:pt x="3431522" y="2637762"/>
                  </a:lnTo>
                  <a:lnTo>
                    <a:pt x="3431647" y="2637762"/>
                  </a:lnTo>
                  <a:lnTo>
                    <a:pt x="3431772" y="2637762"/>
                  </a:lnTo>
                  <a:lnTo>
                    <a:pt x="3431897" y="2637762"/>
                  </a:lnTo>
                  <a:lnTo>
                    <a:pt x="3432022" y="2637762"/>
                  </a:lnTo>
                  <a:lnTo>
                    <a:pt x="3432147" y="2637762"/>
                  </a:lnTo>
                  <a:lnTo>
                    <a:pt x="3432272" y="2637762"/>
                  </a:lnTo>
                  <a:lnTo>
                    <a:pt x="3432397" y="2637762"/>
                  </a:lnTo>
                  <a:lnTo>
                    <a:pt x="3432522" y="2637762"/>
                  </a:lnTo>
                  <a:lnTo>
                    <a:pt x="3432647" y="2637762"/>
                  </a:lnTo>
                  <a:lnTo>
                    <a:pt x="3432772" y="2637762"/>
                  </a:lnTo>
                  <a:lnTo>
                    <a:pt x="3432897" y="2637762"/>
                  </a:lnTo>
                  <a:lnTo>
                    <a:pt x="3433022" y="2637762"/>
                  </a:lnTo>
                  <a:lnTo>
                    <a:pt x="3433147" y="2637762"/>
                  </a:lnTo>
                  <a:lnTo>
                    <a:pt x="3433272" y="2637762"/>
                  </a:lnTo>
                  <a:lnTo>
                    <a:pt x="3433397" y="2637762"/>
                  </a:lnTo>
                  <a:lnTo>
                    <a:pt x="3433522" y="2637762"/>
                  </a:lnTo>
                  <a:lnTo>
                    <a:pt x="3433647" y="2637762"/>
                  </a:lnTo>
                  <a:lnTo>
                    <a:pt x="3433772" y="2637762"/>
                  </a:lnTo>
                  <a:lnTo>
                    <a:pt x="3433897" y="2637762"/>
                  </a:lnTo>
                  <a:lnTo>
                    <a:pt x="3434022" y="2637762"/>
                  </a:lnTo>
                  <a:lnTo>
                    <a:pt x="3434148" y="2637762"/>
                  </a:lnTo>
                  <a:lnTo>
                    <a:pt x="3434273" y="2637762"/>
                  </a:lnTo>
                  <a:lnTo>
                    <a:pt x="3434398" y="2637762"/>
                  </a:lnTo>
                  <a:lnTo>
                    <a:pt x="3434523" y="2637762"/>
                  </a:lnTo>
                  <a:lnTo>
                    <a:pt x="3434648" y="2637762"/>
                  </a:lnTo>
                  <a:lnTo>
                    <a:pt x="3434773" y="2637762"/>
                  </a:lnTo>
                  <a:lnTo>
                    <a:pt x="3434898" y="2637762"/>
                  </a:lnTo>
                  <a:lnTo>
                    <a:pt x="3435023" y="2637762"/>
                  </a:lnTo>
                  <a:lnTo>
                    <a:pt x="3435148" y="2637762"/>
                  </a:lnTo>
                  <a:lnTo>
                    <a:pt x="3435273" y="2637762"/>
                  </a:lnTo>
                  <a:lnTo>
                    <a:pt x="3435398" y="2637762"/>
                  </a:lnTo>
                  <a:lnTo>
                    <a:pt x="3435523" y="2637762"/>
                  </a:lnTo>
                  <a:lnTo>
                    <a:pt x="3435648" y="2637762"/>
                  </a:lnTo>
                  <a:lnTo>
                    <a:pt x="3435773" y="2637762"/>
                  </a:lnTo>
                  <a:lnTo>
                    <a:pt x="3435898" y="2637762"/>
                  </a:lnTo>
                  <a:lnTo>
                    <a:pt x="3436023" y="2637762"/>
                  </a:lnTo>
                  <a:lnTo>
                    <a:pt x="3436148" y="2637762"/>
                  </a:lnTo>
                  <a:lnTo>
                    <a:pt x="3436273" y="2637762"/>
                  </a:lnTo>
                  <a:lnTo>
                    <a:pt x="3436398" y="2637762"/>
                  </a:lnTo>
                  <a:lnTo>
                    <a:pt x="3436523" y="2637762"/>
                  </a:lnTo>
                  <a:lnTo>
                    <a:pt x="3436648" y="2637762"/>
                  </a:lnTo>
                  <a:lnTo>
                    <a:pt x="3436773" y="2637762"/>
                  </a:lnTo>
                  <a:lnTo>
                    <a:pt x="3436898" y="2637762"/>
                  </a:lnTo>
                  <a:lnTo>
                    <a:pt x="3437023" y="2637762"/>
                  </a:lnTo>
                  <a:lnTo>
                    <a:pt x="3437149" y="2637762"/>
                  </a:lnTo>
                  <a:lnTo>
                    <a:pt x="3437274" y="2637762"/>
                  </a:lnTo>
                  <a:lnTo>
                    <a:pt x="3437399" y="2637762"/>
                  </a:lnTo>
                  <a:lnTo>
                    <a:pt x="3437524" y="2637762"/>
                  </a:lnTo>
                  <a:lnTo>
                    <a:pt x="3437649" y="2637762"/>
                  </a:lnTo>
                  <a:lnTo>
                    <a:pt x="3437774" y="2637762"/>
                  </a:lnTo>
                  <a:lnTo>
                    <a:pt x="3437899" y="2637762"/>
                  </a:lnTo>
                  <a:lnTo>
                    <a:pt x="3438024" y="2637762"/>
                  </a:lnTo>
                  <a:lnTo>
                    <a:pt x="3438149" y="2637762"/>
                  </a:lnTo>
                  <a:lnTo>
                    <a:pt x="3438274" y="2637762"/>
                  </a:lnTo>
                  <a:lnTo>
                    <a:pt x="3438399" y="2637762"/>
                  </a:lnTo>
                  <a:lnTo>
                    <a:pt x="3438524" y="2637762"/>
                  </a:lnTo>
                  <a:lnTo>
                    <a:pt x="3438649" y="2637762"/>
                  </a:lnTo>
                  <a:lnTo>
                    <a:pt x="3438774" y="2637762"/>
                  </a:lnTo>
                  <a:lnTo>
                    <a:pt x="3438899" y="2637762"/>
                  </a:lnTo>
                  <a:lnTo>
                    <a:pt x="3439024" y="2637762"/>
                  </a:lnTo>
                  <a:lnTo>
                    <a:pt x="3439149" y="2637762"/>
                  </a:lnTo>
                  <a:lnTo>
                    <a:pt x="3439274" y="2637762"/>
                  </a:lnTo>
                  <a:lnTo>
                    <a:pt x="3439399" y="2637762"/>
                  </a:lnTo>
                  <a:lnTo>
                    <a:pt x="3439524" y="2637762"/>
                  </a:lnTo>
                  <a:lnTo>
                    <a:pt x="3439649" y="2637762"/>
                  </a:lnTo>
                  <a:lnTo>
                    <a:pt x="3439774" y="2637762"/>
                  </a:lnTo>
                  <a:lnTo>
                    <a:pt x="3439899" y="2637762"/>
                  </a:lnTo>
                  <a:lnTo>
                    <a:pt x="3440024" y="2637762"/>
                  </a:lnTo>
                  <a:lnTo>
                    <a:pt x="3440150" y="2637762"/>
                  </a:lnTo>
                  <a:lnTo>
                    <a:pt x="3440275" y="2637762"/>
                  </a:lnTo>
                  <a:lnTo>
                    <a:pt x="3440400" y="2637762"/>
                  </a:lnTo>
                  <a:lnTo>
                    <a:pt x="3440525" y="2637762"/>
                  </a:lnTo>
                  <a:lnTo>
                    <a:pt x="3440650" y="2637762"/>
                  </a:lnTo>
                  <a:lnTo>
                    <a:pt x="3440775" y="2637762"/>
                  </a:lnTo>
                  <a:lnTo>
                    <a:pt x="3440900" y="2637762"/>
                  </a:lnTo>
                  <a:lnTo>
                    <a:pt x="3441025" y="2637762"/>
                  </a:lnTo>
                  <a:lnTo>
                    <a:pt x="3441150" y="2637762"/>
                  </a:lnTo>
                  <a:lnTo>
                    <a:pt x="3441275" y="2637762"/>
                  </a:lnTo>
                  <a:lnTo>
                    <a:pt x="3441400" y="2637762"/>
                  </a:lnTo>
                  <a:lnTo>
                    <a:pt x="3441525" y="2637762"/>
                  </a:lnTo>
                  <a:lnTo>
                    <a:pt x="3441650" y="2637762"/>
                  </a:lnTo>
                  <a:lnTo>
                    <a:pt x="3441775" y="2637762"/>
                  </a:lnTo>
                  <a:lnTo>
                    <a:pt x="3441900" y="2637762"/>
                  </a:lnTo>
                  <a:lnTo>
                    <a:pt x="3442025" y="2637762"/>
                  </a:lnTo>
                  <a:lnTo>
                    <a:pt x="3442150" y="2637762"/>
                  </a:lnTo>
                  <a:lnTo>
                    <a:pt x="3442275" y="2637762"/>
                  </a:lnTo>
                  <a:lnTo>
                    <a:pt x="3442400" y="2637762"/>
                  </a:lnTo>
                  <a:lnTo>
                    <a:pt x="3442525" y="2637762"/>
                  </a:lnTo>
                  <a:lnTo>
                    <a:pt x="3442650" y="2637762"/>
                  </a:lnTo>
                  <a:lnTo>
                    <a:pt x="3442775" y="2637762"/>
                  </a:lnTo>
                  <a:lnTo>
                    <a:pt x="3442900" y="2637762"/>
                  </a:lnTo>
                  <a:lnTo>
                    <a:pt x="3443025" y="2637762"/>
                  </a:lnTo>
                  <a:lnTo>
                    <a:pt x="3443151" y="2637762"/>
                  </a:lnTo>
                  <a:lnTo>
                    <a:pt x="3443276" y="2637762"/>
                  </a:lnTo>
                  <a:lnTo>
                    <a:pt x="3443401" y="2637762"/>
                  </a:lnTo>
                  <a:lnTo>
                    <a:pt x="3443526" y="2637762"/>
                  </a:lnTo>
                  <a:lnTo>
                    <a:pt x="3443651" y="2637762"/>
                  </a:lnTo>
                  <a:lnTo>
                    <a:pt x="3443776" y="2637762"/>
                  </a:lnTo>
                  <a:lnTo>
                    <a:pt x="3443901" y="2637762"/>
                  </a:lnTo>
                  <a:lnTo>
                    <a:pt x="3444026" y="2637762"/>
                  </a:lnTo>
                  <a:lnTo>
                    <a:pt x="3444151" y="2637762"/>
                  </a:lnTo>
                  <a:lnTo>
                    <a:pt x="3444276" y="2637762"/>
                  </a:lnTo>
                  <a:lnTo>
                    <a:pt x="3444401" y="2637762"/>
                  </a:lnTo>
                  <a:lnTo>
                    <a:pt x="3444526" y="2637762"/>
                  </a:lnTo>
                  <a:lnTo>
                    <a:pt x="3444651" y="2637762"/>
                  </a:lnTo>
                  <a:lnTo>
                    <a:pt x="3444776" y="2637762"/>
                  </a:lnTo>
                  <a:lnTo>
                    <a:pt x="3444901" y="2637762"/>
                  </a:lnTo>
                  <a:lnTo>
                    <a:pt x="3445026" y="2637762"/>
                  </a:lnTo>
                  <a:lnTo>
                    <a:pt x="3445151" y="2637762"/>
                  </a:lnTo>
                  <a:lnTo>
                    <a:pt x="3445276" y="2637762"/>
                  </a:lnTo>
                  <a:lnTo>
                    <a:pt x="3445401" y="2637762"/>
                  </a:lnTo>
                  <a:lnTo>
                    <a:pt x="3445526" y="2637762"/>
                  </a:lnTo>
                  <a:lnTo>
                    <a:pt x="3445651" y="2637762"/>
                  </a:lnTo>
                  <a:lnTo>
                    <a:pt x="3445776" y="2637762"/>
                  </a:lnTo>
                  <a:lnTo>
                    <a:pt x="3445776" y="2627809"/>
                  </a:lnTo>
                  <a:lnTo>
                    <a:pt x="3445901" y="2627809"/>
                  </a:lnTo>
                  <a:lnTo>
                    <a:pt x="3446026" y="2627809"/>
                  </a:lnTo>
                  <a:lnTo>
                    <a:pt x="3446152" y="2627809"/>
                  </a:lnTo>
                  <a:lnTo>
                    <a:pt x="3446277" y="2627809"/>
                  </a:lnTo>
                  <a:lnTo>
                    <a:pt x="3446402" y="2627809"/>
                  </a:lnTo>
                  <a:lnTo>
                    <a:pt x="3446527" y="2627809"/>
                  </a:lnTo>
                  <a:lnTo>
                    <a:pt x="3446652" y="2627809"/>
                  </a:lnTo>
                  <a:lnTo>
                    <a:pt x="3446777" y="2627809"/>
                  </a:lnTo>
                  <a:lnTo>
                    <a:pt x="3446902" y="2627809"/>
                  </a:lnTo>
                  <a:lnTo>
                    <a:pt x="3447027" y="2627809"/>
                  </a:lnTo>
                  <a:lnTo>
                    <a:pt x="3447152" y="2627809"/>
                  </a:lnTo>
                  <a:lnTo>
                    <a:pt x="3447277" y="2627809"/>
                  </a:lnTo>
                  <a:lnTo>
                    <a:pt x="3447402" y="2627809"/>
                  </a:lnTo>
                  <a:lnTo>
                    <a:pt x="3447527" y="2627809"/>
                  </a:lnTo>
                  <a:lnTo>
                    <a:pt x="3447652" y="2627809"/>
                  </a:lnTo>
                  <a:lnTo>
                    <a:pt x="3447777" y="2627809"/>
                  </a:lnTo>
                  <a:lnTo>
                    <a:pt x="3447902" y="2627809"/>
                  </a:lnTo>
                  <a:lnTo>
                    <a:pt x="3448027" y="2627809"/>
                  </a:lnTo>
                  <a:lnTo>
                    <a:pt x="3448152" y="2627809"/>
                  </a:lnTo>
                  <a:lnTo>
                    <a:pt x="3448277" y="2627809"/>
                  </a:lnTo>
                  <a:lnTo>
                    <a:pt x="3448277" y="2617855"/>
                  </a:lnTo>
                  <a:lnTo>
                    <a:pt x="3448402" y="2617855"/>
                  </a:lnTo>
                  <a:lnTo>
                    <a:pt x="3448527" y="2617855"/>
                  </a:lnTo>
                  <a:lnTo>
                    <a:pt x="3448652" y="2617855"/>
                  </a:lnTo>
                  <a:lnTo>
                    <a:pt x="3448777" y="2617855"/>
                  </a:lnTo>
                  <a:lnTo>
                    <a:pt x="3448902" y="2617855"/>
                  </a:lnTo>
                  <a:lnTo>
                    <a:pt x="3449027" y="2617855"/>
                  </a:lnTo>
                  <a:lnTo>
                    <a:pt x="3449153" y="2617855"/>
                  </a:lnTo>
                  <a:lnTo>
                    <a:pt x="3449278" y="2617855"/>
                  </a:lnTo>
                  <a:lnTo>
                    <a:pt x="3449403" y="2617855"/>
                  </a:lnTo>
                  <a:lnTo>
                    <a:pt x="3449528" y="2617855"/>
                  </a:lnTo>
                  <a:lnTo>
                    <a:pt x="3449653" y="2617855"/>
                  </a:lnTo>
                  <a:lnTo>
                    <a:pt x="3449778" y="2617855"/>
                  </a:lnTo>
                  <a:lnTo>
                    <a:pt x="3449903" y="2617855"/>
                  </a:lnTo>
                  <a:lnTo>
                    <a:pt x="3449903" y="2607901"/>
                  </a:lnTo>
                  <a:lnTo>
                    <a:pt x="3450028" y="2607901"/>
                  </a:lnTo>
                  <a:lnTo>
                    <a:pt x="3450153" y="2607901"/>
                  </a:lnTo>
                  <a:lnTo>
                    <a:pt x="3450278" y="2607901"/>
                  </a:lnTo>
                  <a:lnTo>
                    <a:pt x="3450403" y="2607901"/>
                  </a:lnTo>
                  <a:lnTo>
                    <a:pt x="3450528" y="2607901"/>
                  </a:lnTo>
                  <a:lnTo>
                    <a:pt x="3450653" y="2607901"/>
                  </a:lnTo>
                  <a:lnTo>
                    <a:pt x="3450778" y="2607901"/>
                  </a:lnTo>
                  <a:lnTo>
                    <a:pt x="3450903" y="2607901"/>
                  </a:lnTo>
                  <a:lnTo>
                    <a:pt x="3451028" y="2607901"/>
                  </a:lnTo>
                  <a:lnTo>
                    <a:pt x="3451153" y="2607901"/>
                  </a:lnTo>
                  <a:lnTo>
                    <a:pt x="3451278" y="2607901"/>
                  </a:lnTo>
                  <a:lnTo>
                    <a:pt x="3451403" y="2607901"/>
                  </a:lnTo>
                  <a:lnTo>
                    <a:pt x="3451528" y="2607901"/>
                  </a:lnTo>
                  <a:lnTo>
                    <a:pt x="3451653" y="2607901"/>
                  </a:lnTo>
                  <a:lnTo>
                    <a:pt x="3451778" y="2607901"/>
                  </a:lnTo>
                  <a:lnTo>
                    <a:pt x="3451903" y="2607901"/>
                  </a:lnTo>
                  <a:lnTo>
                    <a:pt x="3451903" y="2597947"/>
                  </a:lnTo>
                  <a:lnTo>
                    <a:pt x="3452028" y="2597947"/>
                  </a:lnTo>
                  <a:lnTo>
                    <a:pt x="3452154" y="2597947"/>
                  </a:lnTo>
                  <a:lnTo>
                    <a:pt x="3452279" y="2597947"/>
                  </a:lnTo>
                  <a:lnTo>
                    <a:pt x="3452404" y="2597947"/>
                  </a:lnTo>
                  <a:lnTo>
                    <a:pt x="3452529" y="2597947"/>
                  </a:lnTo>
                  <a:lnTo>
                    <a:pt x="3452654" y="2597947"/>
                  </a:lnTo>
                  <a:lnTo>
                    <a:pt x="3452779" y="2597947"/>
                  </a:lnTo>
                  <a:lnTo>
                    <a:pt x="3452904" y="2597947"/>
                  </a:lnTo>
                  <a:lnTo>
                    <a:pt x="3453029" y="2597947"/>
                  </a:lnTo>
                  <a:lnTo>
                    <a:pt x="3453154" y="2597947"/>
                  </a:lnTo>
                  <a:lnTo>
                    <a:pt x="3453279" y="2597947"/>
                  </a:lnTo>
                  <a:lnTo>
                    <a:pt x="3453404" y="2597947"/>
                  </a:lnTo>
                  <a:lnTo>
                    <a:pt x="3453529" y="2597947"/>
                  </a:lnTo>
                  <a:lnTo>
                    <a:pt x="3453654" y="2597947"/>
                  </a:lnTo>
                  <a:lnTo>
                    <a:pt x="3453779" y="2597947"/>
                  </a:lnTo>
                  <a:lnTo>
                    <a:pt x="3453904" y="2597947"/>
                  </a:lnTo>
                  <a:lnTo>
                    <a:pt x="3454029" y="2597947"/>
                  </a:lnTo>
                  <a:lnTo>
                    <a:pt x="3454154" y="2597947"/>
                  </a:lnTo>
                  <a:lnTo>
                    <a:pt x="3454279" y="2597947"/>
                  </a:lnTo>
                  <a:lnTo>
                    <a:pt x="3454404" y="2597947"/>
                  </a:lnTo>
                  <a:lnTo>
                    <a:pt x="3454529" y="2597947"/>
                  </a:lnTo>
                  <a:lnTo>
                    <a:pt x="3454654" y="2597947"/>
                  </a:lnTo>
                  <a:lnTo>
                    <a:pt x="3454779" y="2597947"/>
                  </a:lnTo>
                  <a:lnTo>
                    <a:pt x="3454904" y="2597947"/>
                  </a:lnTo>
                  <a:lnTo>
                    <a:pt x="3455030" y="2597947"/>
                  </a:lnTo>
                  <a:lnTo>
                    <a:pt x="3455155" y="2597947"/>
                  </a:lnTo>
                  <a:lnTo>
                    <a:pt x="3455280" y="2597947"/>
                  </a:lnTo>
                  <a:lnTo>
                    <a:pt x="3455405" y="2597947"/>
                  </a:lnTo>
                  <a:lnTo>
                    <a:pt x="3455530" y="2597947"/>
                  </a:lnTo>
                  <a:lnTo>
                    <a:pt x="3455655" y="2597947"/>
                  </a:lnTo>
                  <a:lnTo>
                    <a:pt x="3455780" y="2597947"/>
                  </a:lnTo>
                  <a:lnTo>
                    <a:pt x="3455905" y="2597947"/>
                  </a:lnTo>
                  <a:lnTo>
                    <a:pt x="3456030" y="2597947"/>
                  </a:lnTo>
                  <a:lnTo>
                    <a:pt x="3456155" y="2597947"/>
                  </a:lnTo>
                  <a:lnTo>
                    <a:pt x="3456280" y="2597947"/>
                  </a:lnTo>
                  <a:lnTo>
                    <a:pt x="3456405" y="2597947"/>
                  </a:lnTo>
                  <a:lnTo>
                    <a:pt x="3456530" y="2597947"/>
                  </a:lnTo>
                  <a:lnTo>
                    <a:pt x="3456655" y="2597947"/>
                  </a:lnTo>
                  <a:lnTo>
                    <a:pt x="3456780" y="2597947"/>
                  </a:lnTo>
                  <a:lnTo>
                    <a:pt x="3456905" y="2597947"/>
                  </a:lnTo>
                  <a:lnTo>
                    <a:pt x="3457030" y="2597947"/>
                  </a:lnTo>
                  <a:lnTo>
                    <a:pt x="3457155" y="2597947"/>
                  </a:lnTo>
                  <a:lnTo>
                    <a:pt x="3457280" y="2597947"/>
                  </a:lnTo>
                  <a:lnTo>
                    <a:pt x="3457405" y="2597947"/>
                  </a:lnTo>
                  <a:lnTo>
                    <a:pt x="3457530" y="2597947"/>
                  </a:lnTo>
                  <a:lnTo>
                    <a:pt x="3457655" y="2597947"/>
                  </a:lnTo>
                  <a:lnTo>
                    <a:pt x="3457780" y="2597947"/>
                  </a:lnTo>
                  <a:lnTo>
                    <a:pt x="3457905" y="2597947"/>
                  </a:lnTo>
                  <a:lnTo>
                    <a:pt x="3458031" y="2597947"/>
                  </a:lnTo>
                  <a:lnTo>
                    <a:pt x="3458156" y="2597947"/>
                  </a:lnTo>
                  <a:lnTo>
                    <a:pt x="3458281" y="2597947"/>
                  </a:lnTo>
                  <a:lnTo>
                    <a:pt x="3458406" y="2597947"/>
                  </a:lnTo>
                  <a:lnTo>
                    <a:pt x="3458531" y="2597947"/>
                  </a:lnTo>
                  <a:lnTo>
                    <a:pt x="3458656" y="2597947"/>
                  </a:lnTo>
                  <a:lnTo>
                    <a:pt x="3458781" y="2597947"/>
                  </a:lnTo>
                  <a:lnTo>
                    <a:pt x="3458906" y="2597947"/>
                  </a:lnTo>
                  <a:lnTo>
                    <a:pt x="3459031" y="2597947"/>
                  </a:lnTo>
                  <a:lnTo>
                    <a:pt x="3459156" y="2597947"/>
                  </a:lnTo>
                  <a:lnTo>
                    <a:pt x="3459281" y="2597947"/>
                  </a:lnTo>
                  <a:lnTo>
                    <a:pt x="3459406" y="2597947"/>
                  </a:lnTo>
                  <a:lnTo>
                    <a:pt x="3459531" y="2597947"/>
                  </a:lnTo>
                  <a:lnTo>
                    <a:pt x="3459656" y="2597947"/>
                  </a:lnTo>
                  <a:lnTo>
                    <a:pt x="3459781" y="2597947"/>
                  </a:lnTo>
                  <a:lnTo>
                    <a:pt x="3459906" y="2597947"/>
                  </a:lnTo>
                  <a:lnTo>
                    <a:pt x="3460031" y="2597947"/>
                  </a:lnTo>
                  <a:lnTo>
                    <a:pt x="3460156" y="2597947"/>
                  </a:lnTo>
                  <a:lnTo>
                    <a:pt x="3460281" y="2597947"/>
                  </a:lnTo>
                  <a:lnTo>
                    <a:pt x="3460406" y="2597947"/>
                  </a:lnTo>
                  <a:lnTo>
                    <a:pt x="3460531" y="2597947"/>
                  </a:lnTo>
                  <a:lnTo>
                    <a:pt x="3460656" y="2597947"/>
                  </a:lnTo>
                  <a:lnTo>
                    <a:pt x="3460781" y="2597947"/>
                  </a:lnTo>
                  <a:lnTo>
                    <a:pt x="3460906" y="2597947"/>
                  </a:lnTo>
                  <a:lnTo>
                    <a:pt x="3461032" y="2597947"/>
                  </a:lnTo>
                  <a:lnTo>
                    <a:pt x="3461157" y="2597947"/>
                  </a:lnTo>
                  <a:lnTo>
                    <a:pt x="3461282" y="2597947"/>
                  </a:lnTo>
                  <a:lnTo>
                    <a:pt x="3461407" y="2597947"/>
                  </a:lnTo>
                  <a:lnTo>
                    <a:pt x="3461532" y="2597947"/>
                  </a:lnTo>
                  <a:lnTo>
                    <a:pt x="3461657" y="2597947"/>
                  </a:lnTo>
                  <a:lnTo>
                    <a:pt x="3461782" y="2597947"/>
                  </a:lnTo>
                  <a:lnTo>
                    <a:pt x="3461907" y="2597947"/>
                  </a:lnTo>
                  <a:lnTo>
                    <a:pt x="3462032" y="2597947"/>
                  </a:lnTo>
                  <a:lnTo>
                    <a:pt x="3462157" y="2597947"/>
                  </a:lnTo>
                  <a:lnTo>
                    <a:pt x="3462282" y="2597947"/>
                  </a:lnTo>
                  <a:lnTo>
                    <a:pt x="3462407" y="2597947"/>
                  </a:lnTo>
                  <a:lnTo>
                    <a:pt x="3462532" y="2597947"/>
                  </a:lnTo>
                  <a:lnTo>
                    <a:pt x="3462657" y="2597947"/>
                  </a:lnTo>
                  <a:lnTo>
                    <a:pt x="3462782" y="2597947"/>
                  </a:lnTo>
                  <a:lnTo>
                    <a:pt x="3462907" y="2597947"/>
                  </a:lnTo>
                  <a:lnTo>
                    <a:pt x="3463032" y="2597947"/>
                  </a:lnTo>
                  <a:lnTo>
                    <a:pt x="3463157" y="2597947"/>
                  </a:lnTo>
                  <a:lnTo>
                    <a:pt x="3463282" y="2597947"/>
                  </a:lnTo>
                  <a:lnTo>
                    <a:pt x="3463407" y="2597947"/>
                  </a:lnTo>
                  <a:lnTo>
                    <a:pt x="3463407" y="2587993"/>
                  </a:lnTo>
                  <a:lnTo>
                    <a:pt x="3463532" y="2587993"/>
                  </a:lnTo>
                  <a:lnTo>
                    <a:pt x="3463657" y="2587993"/>
                  </a:lnTo>
                  <a:lnTo>
                    <a:pt x="3463782" y="2587993"/>
                  </a:lnTo>
                  <a:lnTo>
                    <a:pt x="3463907" y="2587993"/>
                  </a:lnTo>
                  <a:lnTo>
                    <a:pt x="3464033" y="2587993"/>
                  </a:lnTo>
                  <a:lnTo>
                    <a:pt x="3464158" y="2587993"/>
                  </a:lnTo>
                  <a:lnTo>
                    <a:pt x="3464283" y="2587993"/>
                  </a:lnTo>
                  <a:lnTo>
                    <a:pt x="3464408" y="2587993"/>
                  </a:lnTo>
                  <a:lnTo>
                    <a:pt x="3464533" y="2587993"/>
                  </a:lnTo>
                  <a:lnTo>
                    <a:pt x="3464658" y="2587993"/>
                  </a:lnTo>
                  <a:lnTo>
                    <a:pt x="3464783" y="2587993"/>
                  </a:lnTo>
                  <a:lnTo>
                    <a:pt x="3464908" y="2587993"/>
                  </a:lnTo>
                  <a:lnTo>
                    <a:pt x="3465033" y="2587993"/>
                  </a:lnTo>
                  <a:lnTo>
                    <a:pt x="3465158" y="2587993"/>
                  </a:lnTo>
                  <a:lnTo>
                    <a:pt x="3465283" y="2587993"/>
                  </a:lnTo>
                  <a:lnTo>
                    <a:pt x="3465408" y="2587993"/>
                  </a:lnTo>
                  <a:lnTo>
                    <a:pt x="3465533" y="2587993"/>
                  </a:lnTo>
                  <a:lnTo>
                    <a:pt x="3465658" y="2587993"/>
                  </a:lnTo>
                  <a:lnTo>
                    <a:pt x="3465783" y="2587993"/>
                  </a:lnTo>
                  <a:lnTo>
                    <a:pt x="3465908" y="2587993"/>
                  </a:lnTo>
                  <a:lnTo>
                    <a:pt x="3466033" y="2587993"/>
                  </a:lnTo>
                  <a:lnTo>
                    <a:pt x="3466158" y="2587993"/>
                  </a:lnTo>
                  <a:lnTo>
                    <a:pt x="3466283" y="2587993"/>
                  </a:lnTo>
                  <a:lnTo>
                    <a:pt x="3466408" y="2587993"/>
                  </a:lnTo>
                  <a:lnTo>
                    <a:pt x="3466533" y="2587993"/>
                  </a:lnTo>
                  <a:lnTo>
                    <a:pt x="3466658" y="2587993"/>
                  </a:lnTo>
                  <a:lnTo>
                    <a:pt x="3466783" y="2587993"/>
                  </a:lnTo>
                  <a:lnTo>
                    <a:pt x="3466908" y="2587993"/>
                  </a:lnTo>
                  <a:lnTo>
                    <a:pt x="3467034" y="2587993"/>
                  </a:lnTo>
                  <a:lnTo>
                    <a:pt x="3467159" y="2587993"/>
                  </a:lnTo>
                  <a:lnTo>
                    <a:pt x="3467284" y="2587993"/>
                  </a:lnTo>
                  <a:lnTo>
                    <a:pt x="3467409" y="2587993"/>
                  </a:lnTo>
                  <a:lnTo>
                    <a:pt x="3467534" y="2587993"/>
                  </a:lnTo>
                  <a:lnTo>
                    <a:pt x="3467659" y="2587993"/>
                  </a:lnTo>
                  <a:lnTo>
                    <a:pt x="3467784" y="2587993"/>
                  </a:lnTo>
                  <a:lnTo>
                    <a:pt x="3467909" y="2587993"/>
                  </a:lnTo>
                  <a:lnTo>
                    <a:pt x="3468034" y="2587993"/>
                  </a:lnTo>
                  <a:lnTo>
                    <a:pt x="3468159" y="2587993"/>
                  </a:lnTo>
                  <a:lnTo>
                    <a:pt x="3468284" y="2587993"/>
                  </a:lnTo>
                  <a:lnTo>
                    <a:pt x="3468409" y="2587993"/>
                  </a:lnTo>
                  <a:lnTo>
                    <a:pt x="3468534" y="2587993"/>
                  </a:lnTo>
                  <a:lnTo>
                    <a:pt x="3468659" y="2587993"/>
                  </a:lnTo>
                  <a:lnTo>
                    <a:pt x="3468784" y="2587993"/>
                  </a:lnTo>
                  <a:lnTo>
                    <a:pt x="3468909" y="2587993"/>
                  </a:lnTo>
                  <a:lnTo>
                    <a:pt x="3469034" y="2587993"/>
                  </a:lnTo>
                  <a:lnTo>
                    <a:pt x="3469159" y="2587993"/>
                  </a:lnTo>
                  <a:lnTo>
                    <a:pt x="3469284" y="2587993"/>
                  </a:lnTo>
                  <a:lnTo>
                    <a:pt x="3469409" y="2587993"/>
                  </a:lnTo>
                  <a:lnTo>
                    <a:pt x="3469534" y="2587993"/>
                  </a:lnTo>
                  <a:lnTo>
                    <a:pt x="3469659" y="2587993"/>
                  </a:lnTo>
                  <a:lnTo>
                    <a:pt x="3469784" y="2587993"/>
                  </a:lnTo>
                  <a:lnTo>
                    <a:pt x="3469909" y="2587993"/>
                  </a:lnTo>
                  <a:lnTo>
                    <a:pt x="3470035" y="2587993"/>
                  </a:lnTo>
                  <a:lnTo>
                    <a:pt x="3470160" y="2587993"/>
                  </a:lnTo>
                  <a:lnTo>
                    <a:pt x="3470285" y="2587993"/>
                  </a:lnTo>
                  <a:lnTo>
                    <a:pt x="3470410" y="2587993"/>
                  </a:lnTo>
                  <a:lnTo>
                    <a:pt x="3470535" y="2587993"/>
                  </a:lnTo>
                  <a:lnTo>
                    <a:pt x="3470660" y="2587993"/>
                  </a:lnTo>
                  <a:lnTo>
                    <a:pt x="3470785" y="2587993"/>
                  </a:lnTo>
                  <a:lnTo>
                    <a:pt x="3470910" y="2587993"/>
                  </a:lnTo>
                  <a:lnTo>
                    <a:pt x="3471035" y="2587993"/>
                  </a:lnTo>
                  <a:lnTo>
                    <a:pt x="3471160" y="2587993"/>
                  </a:lnTo>
                  <a:lnTo>
                    <a:pt x="3471285" y="2587993"/>
                  </a:lnTo>
                  <a:lnTo>
                    <a:pt x="3471410" y="2587993"/>
                  </a:lnTo>
                  <a:lnTo>
                    <a:pt x="3471535" y="2587993"/>
                  </a:lnTo>
                  <a:lnTo>
                    <a:pt x="3471660" y="2587993"/>
                  </a:lnTo>
                  <a:lnTo>
                    <a:pt x="3471785" y="2587993"/>
                  </a:lnTo>
                  <a:lnTo>
                    <a:pt x="3471910" y="2587993"/>
                  </a:lnTo>
                  <a:lnTo>
                    <a:pt x="3472035" y="2587993"/>
                  </a:lnTo>
                  <a:lnTo>
                    <a:pt x="3472160" y="2587993"/>
                  </a:lnTo>
                  <a:lnTo>
                    <a:pt x="3472285" y="2587993"/>
                  </a:lnTo>
                  <a:lnTo>
                    <a:pt x="3472410" y="2587993"/>
                  </a:lnTo>
                  <a:lnTo>
                    <a:pt x="3472535" y="2587993"/>
                  </a:lnTo>
                  <a:lnTo>
                    <a:pt x="3472660" y="2587993"/>
                  </a:lnTo>
                  <a:lnTo>
                    <a:pt x="3472785" y="2587993"/>
                  </a:lnTo>
                  <a:lnTo>
                    <a:pt x="3472910" y="2587993"/>
                  </a:lnTo>
                  <a:lnTo>
                    <a:pt x="3473036" y="2587993"/>
                  </a:lnTo>
                  <a:lnTo>
                    <a:pt x="3473161" y="2587993"/>
                  </a:lnTo>
                  <a:lnTo>
                    <a:pt x="3473286" y="2587993"/>
                  </a:lnTo>
                  <a:lnTo>
                    <a:pt x="3473411" y="2587993"/>
                  </a:lnTo>
                  <a:lnTo>
                    <a:pt x="3473536" y="2587993"/>
                  </a:lnTo>
                  <a:lnTo>
                    <a:pt x="3473661" y="2587993"/>
                  </a:lnTo>
                  <a:lnTo>
                    <a:pt x="3473786" y="2587993"/>
                  </a:lnTo>
                  <a:lnTo>
                    <a:pt x="3473911" y="2587993"/>
                  </a:lnTo>
                  <a:lnTo>
                    <a:pt x="3474036" y="2587993"/>
                  </a:lnTo>
                  <a:lnTo>
                    <a:pt x="3474161" y="2587993"/>
                  </a:lnTo>
                  <a:lnTo>
                    <a:pt x="3474286" y="2587993"/>
                  </a:lnTo>
                  <a:lnTo>
                    <a:pt x="3474411" y="2587993"/>
                  </a:lnTo>
                  <a:lnTo>
                    <a:pt x="3474536" y="2587993"/>
                  </a:lnTo>
                  <a:lnTo>
                    <a:pt x="3474661" y="2587993"/>
                  </a:lnTo>
                  <a:lnTo>
                    <a:pt x="3474786" y="2587993"/>
                  </a:lnTo>
                  <a:lnTo>
                    <a:pt x="3474911" y="2587993"/>
                  </a:lnTo>
                  <a:lnTo>
                    <a:pt x="3475036" y="2587993"/>
                  </a:lnTo>
                  <a:lnTo>
                    <a:pt x="3475161" y="2587993"/>
                  </a:lnTo>
                  <a:lnTo>
                    <a:pt x="3475286" y="2587993"/>
                  </a:lnTo>
                  <a:lnTo>
                    <a:pt x="3475411" y="2587993"/>
                  </a:lnTo>
                  <a:lnTo>
                    <a:pt x="3475536" y="2587993"/>
                  </a:lnTo>
                  <a:lnTo>
                    <a:pt x="3475661" y="2587993"/>
                  </a:lnTo>
                  <a:lnTo>
                    <a:pt x="3475786" y="2587993"/>
                  </a:lnTo>
                  <a:lnTo>
                    <a:pt x="3475911" y="2587993"/>
                  </a:lnTo>
                  <a:lnTo>
                    <a:pt x="3476037" y="2587993"/>
                  </a:lnTo>
                  <a:lnTo>
                    <a:pt x="3476162" y="2587993"/>
                  </a:lnTo>
                  <a:lnTo>
                    <a:pt x="3476287" y="2587993"/>
                  </a:lnTo>
                  <a:lnTo>
                    <a:pt x="3476412" y="2587993"/>
                  </a:lnTo>
                  <a:lnTo>
                    <a:pt x="3476537" y="2587993"/>
                  </a:lnTo>
                  <a:lnTo>
                    <a:pt x="3476662" y="2587993"/>
                  </a:lnTo>
                  <a:lnTo>
                    <a:pt x="3476787" y="2587993"/>
                  </a:lnTo>
                  <a:lnTo>
                    <a:pt x="3476912" y="2587993"/>
                  </a:lnTo>
                  <a:lnTo>
                    <a:pt x="3477037" y="2587993"/>
                  </a:lnTo>
                  <a:lnTo>
                    <a:pt x="3477162" y="2587993"/>
                  </a:lnTo>
                  <a:lnTo>
                    <a:pt x="3477287" y="2587993"/>
                  </a:lnTo>
                  <a:lnTo>
                    <a:pt x="3477412" y="2587993"/>
                  </a:lnTo>
                  <a:lnTo>
                    <a:pt x="3477537" y="2587993"/>
                  </a:lnTo>
                  <a:lnTo>
                    <a:pt x="3477662" y="2587993"/>
                  </a:lnTo>
                  <a:lnTo>
                    <a:pt x="3477787" y="2587993"/>
                  </a:lnTo>
                  <a:lnTo>
                    <a:pt x="3477912" y="2587993"/>
                  </a:lnTo>
                  <a:lnTo>
                    <a:pt x="3478037" y="2587993"/>
                  </a:lnTo>
                  <a:lnTo>
                    <a:pt x="3478162" y="2587993"/>
                  </a:lnTo>
                  <a:lnTo>
                    <a:pt x="3478287" y="2587993"/>
                  </a:lnTo>
                  <a:lnTo>
                    <a:pt x="3478412" y="2587993"/>
                  </a:lnTo>
                  <a:lnTo>
                    <a:pt x="3478537" y="2587993"/>
                  </a:lnTo>
                  <a:lnTo>
                    <a:pt x="3478662" y="2587993"/>
                  </a:lnTo>
                  <a:lnTo>
                    <a:pt x="3478787" y="2587993"/>
                  </a:lnTo>
                  <a:lnTo>
                    <a:pt x="3478912" y="2587993"/>
                  </a:lnTo>
                  <a:lnTo>
                    <a:pt x="3478912" y="2578040"/>
                  </a:lnTo>
                  <a:lnTo>
                    <a:pt x="3479038" y="2578040"/>
                  </a:lnTo>
                  <a:lnTo>
                    <a:pt x="3479163" y="2578040"/>
                  </a:lnTo>
                  <a:lnTo>
                    <a:pt x="3479288" y="2578040"/>
                  </a:lnTo>
                  <a:lnTo>
                    <a:pt x="3479413" y="2578040"/>
                  </a:lnTo>
                  <a:lnTo>
                    <a:pt x="3479538" y="2578040"/>
                  </a:lnTo>
                  <a:lnTo>
                    <a:pt x="3479663" y="2578040"/>
                  </a:lnTo>
                  <a:lnTo>
                    <a:pt x="3479788" y="2578040"/>
                  </a:lnTo>
                  <a:lnTo>
                    <a:pt x="3479913" y="2578040"/>
                  </a:lnTo>
                  <a:lnTo>
                    <a:pt x="3479913" y="2568086"/>
                  </a:lnTo>
                  <a:lnTo>
                    <a:pt x="3480038" y="2568086"/>
                  </a:lnTo>
                  <a:lnTo>
                    <a:pt x="3480163" y="2568086"/>
                  </a:lnTo>
                  <a:lnTo>
                    <a:pt x="3480288" y="2568086"/>
                  </a:lnTo>
                  <a:lnTo>
                    <a:pt x="3480413" y="2568086"/>
                  </a:lnTo>
                  <a:lnTo>
                    <a:pt x="3480538" y="2568086"/>
                  </a:lnTo>
                  <a:lnTo>
                    <a:pt x="3480663" y="2568086"/>
                  </a:lnTo>
                  <a:lnTo>
                    <a:pt x="3480788" y="2568086"/>
                  </a:lnTo>
                  <a:lnTo>
                    <a:pt x="3480913" y="2568086"/>
                  </a:lnTo>
                  <a:lnTo>
                    <a:pt x="3481038" y="2568086"/>
                  </a:lnTo>
                  <a:lnTo>
                    <a:pt x="3481163" y="2568086"/>
                  </a:lnTo>
                  <a:lnTo>
                    <a:pt x="3481288" y="2568086"/>
                  </a:lnTo>
                  <a:lnTo>
                    <a:pt x="3481413" y="2568086"/>
                  </a:lnTo>
                  <a:lnTo>
                    <a:pt x="3481538" y="2568086"/>
                  </a:lnTo>
                  <a:lnTo>
                    <a:pt x="3481538" y="2558132"/>
                  </a:lnTo>
                  <a:lnTo>
                    <a:pt x="3481663" y="2558132"/>
                  </a:lnTo>
                  <a:lnTo>
                    <a:pt x="3481788" y="2558132"/>
                  </a:lnTo>
                  <a:lnTo>
                    <a:pt x="3481913" y="2558132"/>
                  </a:lnTo>
                  <a:lnTo>
                    <a:pt x="3482039" y="2558132"/>
                  </a:lnTo>
                  <a:lnTo>
                    <a:pt x="3482164" y="2558132"/>
                  </a:lnTo>
                  <a:lnTo>
                    <a:pt x="3482289" y="2558132"/>
                  </a:lnTo>
                  <a:lnTo>
                    <a:pt x="3482414" y="2558132"/>
                  </a:lnTo>
                  <a:lnTo>
                    <a:pt x="3482539" y="2558132"/>
                  </a:lnTo>
                  <a:lnTo>
                    <a:pt x="3482664" y="2558132"/>
                  </a:lnTo>
                  <a:lnTo>
                    <a:pt x="3482789" y="2558132"/>
                  </a:lnTo>
                  <a:lnTo>
                    <a:pt x="3482914" y="2558132"/>
                  </a:lnTo>
                  <a:lnTo>
                    <a:pt x="3483039" y="2558132"/>
                  </a:lnTo>
                  <a:lnTo>
                    <a:pt x="3483164" y="2558132"/>
                  </a:lnTo>
                  <a:lnTo>
                    <a:pt x="3483289" y="2558132"/>
                  </a:lnTo>
                  <a:lnTo>
                    <a:pt x="3483414" y="2558132"/>
                  </a:lnTo>
                  <a:lnTo>
                    <a:pt x="3483539" y="2558132"/>
                  </a:lnTo>
                  <a:lnTo>
                    <a:pt x="3483664" y="2558132"/>
                  </a:lnTo>
                  <a:lnTo>
                    <a:pt x="3483789" y="2558132"/>
                  </a:lnTo>
                  <a:lnTo>
                    <a:pt x="3483914" y="2558132"/>
                  </a:lnTo>
                  <a:lnTo>
                    <a:pt x="3484039" y="2558132"/>
                  </a:lnTo>
                  <a:lnTo>
                    <a:pt x="3484164" y="2558132"/>
                  </a:lnTo>
                  <a:lnTo>
                    <a:pt x="3484289" y="2558132"/>
                  </a:lnTo>
                  <a:lnTo>
                    <a:pt x="3484414" y="2558132"/>
                  </a:lnTo>
                  <a:lnTo>
                    <a:pt x="3484539" y="2558132"/>
                  </a:lnTo>
                  <a:lnTo>
                    <a:pt x="3484664" y="2558132"/>
                  </a:lnTo>
                  <a:lnTo>
                    <a:pt x="3484789" y="2558132"/>
                  </a:lnTo>
                  <a:lnTo>
                    <a:pt x="3484914" y="2558132"/>
                  </a:lnTo>
                  <a:lnTo>
                    <a:pt x="3485040" y="2558132"/>
                  </a:lnTo>
                  <a:lnTo>
                    <a:pt x="3485165" y="2558132"/>
                  </a:lnTo>
                  <a:lnTo>
                    <a:pt x="3485290" y="2558132"/>
                  </a:lnTo>
                  <a:lnTo>
                    <a:pt x="3485415" y="2558132"/>
                  </a:lnTo>
                  <a:lnTo>
                    <a:pt x="3485540" y="2558132"/>
                  </a:lnTo>
                  <a:lnTo>
                    <a:pt x="3485665" y="2558132"/>
                  </a:lnTo>
                  <a:lnTo>
                    <a:pt x="3485790" y="2558132"/>
                  </a:lnTo>
                  <a:lnTo>
                    <a:pt x="3485915" y="2558132"/>
                  </a:lnTo>
                  <a:lnTo>
                    <a:pt x="3486040" y="2558132"/>
                  </a:lnTo>
                  <a:lnTo>
                    <a:pt x="3486165" y="2558132"/>
                  </a:lnTo>
                  <a:lnTo>
                    <a:pt x="3486290" y="2558132"/>
                  </a:lnTo>
                  <a:lnTo>
                    <a:pt x="3486415" y="2558132"/>
                  </a:lnTo>
                  <a:lnTo>
                    <a:pt x="3486540" y="2558132"/>
                  </a:lnTo>
                  <a:lnTo>
                    <a:pt x="3486665" y="2558132"/>
                  </a:lnTo>
                  <a:lnTo>
                    <a:pt x="3486790" y="2558132"/>
                  </a:lnTo>
                  <a:lnTo>
                    <a:pt x="3486915" y="2558132"/>
                  </a:lnTo>
                  <a:lnTo>
                    <a:pt x="3487040" y="2558132"/>
                  </a:lnTo>
                  <a:lnTo>
                    <a:pt x="3487165" y="2558132"/>
                  </a:lnTo>
                  <a:lnTo>
                    <a:pt x="3487290" y="2558132"/>
                  </a:lnTo>
                  <a:lnTo>
                    <a:pt x="3487415" y="2558132"/>
                  </a:lnTo>
                  <a:lnTo>
                    <a:pt x="3487540" y="2558132"/>
                  </a:lnTo>
                  <a:lnTo>
                    <a:pt x="3487665" y="2558132"/>
                  </a:lnTo>
                  <a:lnTo>
                    <a:pt x="3487790" y="2558132"/>
                  </a:lnTo>
                  <a:lnTo>
                    <a:pt x="3487915" y="2558132"/>
                  </a:lnTo>
                  <a:lnTo>
                    <a:pt x="3488041" y="2558132"/>
                  </a:lnTo>
                  <a:lnTo>
                    <a:pt x="3488166" y="2558132"/>
                  </a:lnTo>
                  <a:lnTo>
                    <a:pt x="3488291" y="2558132"/>
                  </a:lnTo>
                  <a:lnTo>
                    <a:pt x="3488416" y="2558132"/>
                  </a:lnTo>
                  <a:lnTo>
                    <a:pt x="3488541" y="2558132"/>
                  </a:lnTo>
                  <a:lnTo>
                    <a:pt x="3488666" y="2558132"/>
                  </a:lnTo>
                  <a:lnTo>
                    <a:pt x="3488791" y="2558132"/>
                  </a:lnTo>
                  <a:lnTo>
                    <a:pt x="3488916" y="2558132"/>
                  </a:lnTo>
                  <a:lnTo>
                    <a:pt x="3489041" y="2558132"/>
                  </a:lnTo>
                  <a:lnTo>
                    <a:pt x="3489166" y="2558132"/>
                  </a:lnTo>
                  <a:lnTo>
                    <a:pt x="3489291" y="2558132"/>
                  </a:lnTo>
                  <a:lnTo>
                    <a:pt x="3489416" y="2558132"/>
                  </a:lnTo>
                  <a:lnTo>
                    <a:pt x="3489541" y="2558132"/>
                  </a:lnTo>
                  <a:lnTo>
                    <a:pt x="3489666" y="2558132"/>
                  </a:lnTo>
                  <a:lnTo>
                    <a:pt x="3489791" y="2558132"/>
                  </a:lnTo>
                  <a:lnTo>
                    <a:pt x="3489916" y="2558132"/>
                  </a:lnTo>
                  <a:lnTo>
                    <a:pt x="3490041" y="2558132"/>
                  </a:lnTo>
                  <a:lnTo>
                    <a:pt x="3490166" y="2558132"/>
                  </a:lnTo>
                  <a:lnTo>
                    <a:pt x="3490291" y="2558132"/>
                  </a:lnTo>
                  <a:lnTo>
                    <a:pt x="3490416" y="2558132"/>
                  </a:lnTo>
                  <a:lnTo>
                    <a:pt x="3490541" y="2558132"/>
                  </a:lnTo>
                  <a:lnTo>
                    <a:pt x="3490666" y="2558132"/>
                  </a:lnTo>
                  <a:lnTo>
                    <a:pt x="3490791" y="2558132"/>
                  </a:lnTo>
                  <a:lnTo>
                    <a:pt x="3490916" y="2558132"/>
                  </a:lnTo>
                  <a:lnTo>
                    <a:pt x="3491042" y="2558132"/>
                  </a:lnTo>
                  <a:lnTo>
                    <a:pt x="3491167" y="2558132"/>
                  </a:lnTo>
                  <a:lnTo>
                    <a:pt x="3491292" y="2558132"/>
                  </a:lnTo>
                  <a:lnTo>
                    <a:pt x="3491417" y="2558132"/>
                  </a:lnTo>
                  <a:lnTo>
                    <a:pt x="3491542" y="2558132"/>
                  </a:lnTo>
                  <a:lnTo>
                    <a:pt x="3491667" y="2558132"/>
                  </a:lnTo>
                  <a:lnTo>
                    <a:pt x="3491792" y="2558132"/>
                  </a:lnTo>
                  <a:lnTo>
                    <a:pt x="3491917" y="2558132"/>
                  </a:lnTo>
                  <a:lnTo>
                    <a:pt x="3492042" y="2558132"/>
                  </a:lnTo>
                  <a:lnTo>
                    <a:pt x="3492167" y="2558132"/>
                  </a:lnTo>
                  <a:lnTo>
                    <a:pt x="3492292" y="2558132"/>
                  </a:lnTo>
                  <a:lnTo>
                    <a:pt x="3492417" y="2558132"/>
                  </a:lnTo>
                  <a:lnTo>
                    <a:pt x="3492542" y="2558132"/>
                  </a:lnTo>
                  <a:lnTo>
                    <a:pt x="3492667" y="2558132"/>
                  </a:lnTo>
                  <a:lnTo>
                    <a:pt x="3492792" y="2558132"/>
                  </a:lnTo>
                  <a:lnTo>
                    <a:pt x="3492917" y="2558132"/>
                  </a:lnTo>
                  <a:lnTo>
                    <a:pt x="3493042" y="2558132"/>
                  </a:lnTo>
                  <a:lnTo>
                    <a:pt x="3493167" y="2558132"/>
                  </a:lnTo>
                  <a:lnTo>
                    <a:pt x="3493292" y="2558132"/>
                  </a:lnTo>
                  <a:lnTo>
                    <a:pt x="3493417" y="2558132"/>
                  </a:lnTo>
                  <a:lnTo>
                    <a:pt x="3493542" y="2558132"/>
                  </a:lnTo>
                  <a:lnTo>
                    <a:pt x="3493667" y="2558132"/>
                  </a:lnTo>
                  <a:lnTo>
                    <a:pt x="3493792" y="2558132"/>
                  </a:lnTo>
                  <a:lnTo>
                    <a:pt x="3493918" y="2558132"/>
                  </a:lnTo>
                  <a:lnTo>
                    <a:pt x="3494043" y="2558132"/>
                  </a:lnTo>
                  <a:lnTo>
                    <a:pt x="3494168" y="2558132"/>
                  </a:lnTo>
                  <a:lnTo>
                    <a:pt x="3494293" y="2558132"/>
                  </a:lnTo>
                  <a:lnTo>
                    <a:pt x="3494418" y="2558132"/>
                  </a:lnTo>
                  <a:lnTo>
                    <a:pt x="3494543" y="2558132"/>
                  </a:lnTo>
                  <a:lnTo>
                    <a:pt x="3494668" y="2558132"/>
                  </a:lnTo>
                  <a:lnTo>
                    <a:pt x="3494793" y="2558132"/>
                  </a:lnTo>
                  <a:lnTo>
                    <a:pt x="3494918" y="2558132"/>
                  </a:lnTo>
                  <a:lnTo>
                    <a:pt x="3495043" y="2558132"/>
                  </a:lnTo>
                  <a:lnTo>
                    <a:pt x="3495168" y="2558132"/>
                  </a:lnTo>
                  <a:lnTo>
                    <a:pt x="3495168" y="2548178"/>
                  </a:lnTo>
                  <a:lnTo>
                    <a:pt x="3495293" y="2548178"/>
                  </a:lnTo>
                  <a:lnTo>
                    <a:pt x="3495418" y="2548178"/>
                  </a:lnTo>
                  <a:lnTo>
                    <a:pt x="3495543" y="2548178"/>
                  </a:lnTo>
                  <a:lnTo>
                    <a:pt x="3495668" y="2548178"/>
                  </a:lnTo>
                  <a:lnTo>
                    <a:pt x="3495793" y="2548178"/>
                  </a:lnTo>
                  <a:lnTo>
                    <a:pt x="3495918" y="2548178"/>
                  </a:lnTo>
                  <a:lnTo>
                    <a:pt x="3496043" y="2548178"/>
                  </a:lnTo>
                  <a:lnTo>
                    <a:pt x="3496168" y="2548178"/>
                  </a:lnTo>
                  <a:lnTo>
                    <a:pt x="3496293" y="2548178"/>
                  </a:lnTo>
                  <a:lnTo>
                    <a:pt x="3496418" y="2548178"/>
                  </a:lnTo>
                  <a:lnTo>
                    <a:pt x="3496543" y="2548178"/>
                  </a:lnTo>
                  <a:lnTo>
                    <a:pt x="3496668" y="2548178"/>
                  </a:lnTo>
                  <a:lnTo>
                    <a:pt x="3496793" y="2548178"/>
                  </a:lnTo>
                  <a:lnTo>
                    <a:pt x="3496919" y="2548178"/>
                  </a:lnTo>
                  <a:lnTo>
                    <a:pt x="3497044" y="2548178"/>
                  </a:lnTo>
                  <a:lnTo>
                    <a:pt x="3497169" y="2548178"/>
                  </a:lnTo>
                  <a:lnTo>
                    <a:pt x="3497294" y="2548178"/>
                  </a:lnTo>
                  <a:lnTo>
                    <a:pt x="3497419" y="2548178"/>
                  </a:lnTo>
                  <a:lnTo>
                    <a:pt x="3497544" y="2548178"/>
                  </a:lnTo>
                  <a:lnTo>
                    <a:pt x="3497669" y="2548178"/>
                  </a:lnTo>
                  <a:lnTo>
                    <a:pt x="3497669" y="2538224"/>
                  </a:lnTo>
                  <a:lnTo>
                    <a:pt x="3497794" y="2538224"/>
                  </a:lnTo>
                  <a:lnTo>
                    <a:pt x="3497919" y="2538224"/>
                  </a:lnTo>
                  <a:lnTo>
                    <a:pt x="3498044" y="2538224"/>
                  </a:lnTo>
                  <a:lnTo>
                    <a:pt x="3498169" y="2538224"/>
                  </a:lnTo>
                  <a:lnTo>
                    <a:pt x="3498294" y="2538224"/>
                  </a:lnTo>
                  <a:lnTo>
                    <a:pt x="3498419" y="2538224"/>
                  </a:lnTo>
                  <a:lnTo>
                    <a:pt x="3498544" y="2538224"/>
                  </a:lnTo>
                  <a:lnTo>
                    <a:pt x="3498669" y="2538224"/>
                  </a:lnTo>
                  <a:lnTo>
                    <a:pt x="3498794" y="2538224"/>
                  </a:lnTo>
                  <a:lnTo>
                    <a:pt x="3498919" y="2538224"/>
                  </a:lnTo>
                  <a:lnTo>
                    <a:pt x="3499044" y="2538224"/>
                  </a:lnTo>
                  <a:lnTo>
                    <a:pt x="3499169" y="2538224"/>
                  </a:lnTo>
                  <a:lnTo>
                    <a:pt x="3499294" y="2538224"/>
                  </a:lnTo>
                  <a:lnTo>
                    <a:pt x="3499419" y="2538224"/>
                  </a:lnTo>
                  <a:lnTo>
                    <a:pt x="3499544" y="2538224"/>
                  </a:lnTo>
                  <a:lnTo>
                    <a:pt x="3499669" y="2538224"/>
                  </a:lnTo>
                  <a:lnTo>
                    <a:pt x="3499794" y="2538224"/>
                  </a:lnTo>
                  <a:lnTo>
                    <a:pt x="3499920" y="2538224"/>
                  </a:lnTo>
                  <a:lnTo>
                    <a:pt x="3500045" y="2538224"/>
                  </a:lnTo>
                  <a:lnTo>
                    <a:pt x="3500170" y="2538224"/>
                  </a:lnTo>
                  <a:lnTo>
                    <a:pt x="3500295" y="2538224"/>
                  </a:lnTo>
                  <a:lnTo>
                    <a:pt x="3500420" y="2538224"/>
                  </a:lnTo>
                  <a:lnTo>
                    <a:pt x="3500545" y="2538224"/>
                  </a:lnTo>
                  <a:lnTo>
                    <a:pt x="3500670" y="2538224"/>
                  </a:lnTo>
                  <a:lnTo>
                    <a:pt x="3500795" y="2538224"/>
                  </a:lnTo>
                  <a:lnTo>
                    <a:pt x="3500920" y="2538224"/>
                  </a:lnTo>
                  <a:lnTo>
                    <a:pt x="3501045" y="2538224"/>
                  </a:lnTo>
                  <a:lnTo>
                    <a:pt x="3501170" y="2538224"/>
                  </a:lnTo>
                  <a:lnTo>
                    <a:pt x="3501295" y="2538224"/>
                  </a:lnTo>
                  <a:lnTo>
                    <a:pt x="3501420" y="2538224"/>
                  </a:lnTo>
                  <a:lnTo>
                    <a:pt x="3501545" y="2538224"/>
                  </a:lnTo>
                  <a:lnTo>
                    <a:pt x="3501670" y="2538224"/>
                  </a:lnTo>
                  <a:lnTo>
                    <a:pt x="3501795" y="2538224"/>
                  </a:lnTo>
                  <a:lnTo>
                    <a:pt x="3501920" y="2538224"/>
                  </a:lnTo>
                  <a:lnTo>
                    <a:pt x="3502045" y="2538224"/>
                  </a:lnTo>
                  <a:lnTo>
                    <a:pt x="3502170" y="2538224"/>
                  </a:lnTo>
                  <a:lnTo>
                    <a:pt x="3502295" y="2538224"/>
                  </a:lnTo>
                  <a:lnTo>
                    <a:pt x="3502420" y="2538224"/>
                  </a:lnTo>
                  <a:lnTo>
                    <a:pt x="3502545" y="2538224"/>
                  </a:lnTo>
                  <a:lnTo>
                    <a:pt x="3502670" y="2538224"/>
                  </a:lnTo>
                  <a:lnTo>
                    <a:pt x="3502795" y="2538224"/>
                  </a:lnTo>
                  <a:lnTo>
                    <a:pt x="3502921" y="2538224"/>
                  </a:lnTo>
                  <a:lnTo>
                    <a:pt x="3503046" y="2538224"/>
                  </a:lnTo>
                  <a:lnTo>
                    <a:pt x="3503171" y="2538224"/>
                  </a:lnTo>
                  <a:lnTo>
                    <a:pt x="3503296" y="2538224"/>
                  </a:lnTo>
                  <a:lnTo>
                    <a:pt x="3503421" y="2538224"/>
                  </a:lnTo>
                  <a:lnTo>
                    <a:pt x="3503546" y="2538224"/>
                  </a:lnTo>
                  <a:lnTo>
                    <a:pt x="3503671" y="2538224"/>
                  </a:lnTo>
                  <a:lnTo>
                    <a:pt x="3503796" y="2538224"/>
                  </a:lnTo>
                  <a:lnTo>
                    <a:pt x="3503921" y="2538224"/>
                  </a:lnTo>
                  <a:lnTo>
                    <a:pt x="3504046" y="2538224"/>
                  </a:lnTo>
                  <a:lnTo>
                    <a:pt x="3504171" y="2538224"/>
                  </a:lnTo>
                  <a:lnTo>
                    <a:pt x="3504296" y="2538224"/>
                  </a:lnTo>
                  <a:lnTo>
                    <a:pt x="3504421" y="2538224"/>
                  </a:lnTo>
                  <a:lnTo>
                    <a:pt x="3504546" y="2538224"/>
                  </a:lnTo>
                  <a:lnTo>
                    <a:pt x="3504671" y="2538224"/>
                  </a:lnTo>
                  <a:lnTo>
                    <a:pt x="3504796" y="2538224"/>
                  </a:lnTo>
                  <a:lnTo>
                    <a:pt x="3504921" y="2538224"/>
                  </a:lnTo>
                  <a:lnTo>
                    <a:pt x="3505046" y="2538224"/>
                  </a:lnTo>
                  <a:lnTo>
                    <a:pt x="3505171" y="2538224"/>
                  </a:lnTo>
                  <a:lnTo>
                    <a:pt x="3505296" y="2538224"/>
                  </a:lnTo>
                  <a:lnTo>
                    <a:pt x="3505421" y="2538224"/>
                  </a:lnTo>
                  <a:lnTo>
                    <a:pt x="3505546" y="2538224"/>
                  </a:lnTo>
                  <a:lnTo>
                    <a:pt x="3505671" y="2538224"/>
                  </a:lnTo>
                  <a:lnTo>
                    <a:pt x="3505796" y="2538224"/>
                  </a:lnTo>
                  <a:lnTo>
                    <a:pt x="3505922" y="2538224"/>
                  </a:lnTo>
                  <a:lnTo>
                    <a:pt x="3506047" y="2538224"/>
                  </a:lnTo>
                  <a:lnTo>
                    <a:pt x="3506172" y="2538224"/>
                  </a:lnTo>
                  <a:lnTo>
                    <a:pt x="3506297" y="2538224"/>
                  </a:lnTo>
                  <a:lnTo>
                    <a:pt x="3506422" y="2538224"/>
                  </a:lnTo>
                  <a:lnTo>
                    <a:pt x="3506547" y="2538224"/>
                  </a:lnTo>
                  <a:lnTo>
                    <a:pt x="3506672" y="2538224"/>
                  </a:lnTo>
                  <a:lnTo>
                    <a:pt x="3506797" y="2538224"/>
                  </a:lnTo>
                  <a:lnTo>
                    <a:pt x="3506922" y="2538224"/>
                  </a:lnTo>
                  <a:lnTo>
                    <a:pt x="3507047" y="2538224"/>
                  </a:lnTo>
                  <a:lnTo>
                    <a:pt x="3507172" y="2538224"/>
                  </a:lnTo>
                  <a:lnTo>
                    <a:pt x="3507297" y="2538224"/>
                  </a:lnTo>
                  <a:lnTo>
                    <a:pt x="3507422" y="2538224"/>
                  </a:lnTo>
                  <a:lnTo>
                    <a:pt x="3507547" y="2538224"/>
                  </a:lnTo>
                  <a:lnTo>
                    <a:pt x="3507672" y="2538224"/>
                  </a:lnTo>
                  <a:lnTo>
                    <a:pt x="3507797" y="2538224"/>
                  </a:lnTo>
                  <a:lnTo>
                    <a:pt x="3507922" y="2538224"/>
                  </a:lnTo>
                  <a:lnTo>
                    <a:pt x="3508047" y="2538224"/>
                  </a:lnTo>
                  <a:lnTo>
                    <a:pt x="3508172" y="2538224"/>
                  </a:lnTo>
                  <a:lnTo>
                    <a:pt x="3508297" y="2538224"/>
                  </a:lnTo>
                  <a:lnTo>
                    <a:pt x="3508422" y="2538224"/>
                  </a:lnTo>
                  <a:lnTo>
                    <a:pt x="3508547" y="2538224"/>
                  </a:lnTo>
                  <a:lnTo>
                    <a:pt x="3508672" y="2538224"/>
                  </a:lnTo>
                  <a:lnTo>
                    <a:pt x="3508797" y="2538224"/>
                  </a:lnTo>
                  <a:lnTo>
                    <a:pt x="3508923" y="2538224"/>
                  </a:lnTo>
                  <a:lnTo>
                    <a:pt x="3509048" y="2538224"/>
                  </a:lnTo>
                  <a:lnTo>
                    <a:pt x="3509173" y="2538224"/>
                  </a:lnTo>
                  <a:lnTo>
                    <a:pt x="3509298" y="2538224"/>
                  </a:lnTo>
                  <a:lnTo>
                    <a:pt x="3509423" y="2538224"/>
                  </a:lnTo>
                  <a:lnTo>
                    <a:pt x="3509548" y="2538224"/>
                  </a:lnTo>
                  <a:lnTo>
                    <a:pt x="3509673" y="2538224"/>
                  </a:lnTo>
                  <a:lnTo>
                    <a:pt x="3509798" y="2538224"/>
                  </a:lnTo>
                  <a:lnTo>
                    <a:pt x="3509923" y="2538224"/>
                  </a:lnTo>
                  <a:lnTo>
                    <a:pt x="3510048" y="2538224"/>
                  </a:lnTo>
                  <a:lnTo>
                    <a:pt x="3510173" y="2538224"/>
                  </a:lnTo>
                  <a:lnTo>
                    <a:pt x="3510298" y="2538224"/>
                  </a:lnTo>
                  <a:lnTo>
                    <a:pt x="3510423" y="2538224"/>
                  </a:lnTo>
                  <a:lnTo>
                    <a:pt x="3510548" y="2538224"/>
                  </a:lnTo>
                  <a:lnTo>
                    <a:pt x="3510673" y="2538224"/>
                  </a:lnTo>
                  <a:lnTo>
                    <a:pt x="3510673" y="2528270"/>
                  </a:lnTo>
                  <a:lnTo>
                    <a:pt x="3510798" y="2528270"/>
                  </a:lnTo>
                  <a:lnTo>
                    <a:pt x="3510923" y="2528270"/>
                  </a:lnTo>
                  <a:lnTo>
                    <a:pt x="3511048" y="2528270"/>
                  </a:lnTo>
                  <a:lnTo>
                    <a:pt x="3511173" y="2528270"/>
                  </a:lnTo>
                  <a:lnTo>
                    <a:pt x="3511298" y="2528270"/>
                  </a:lnTo>
                  <a:lnTo>
                    <a:pt x="3511423" y="2528270"/>
                  </a:lnTo>
                  <a:lnTo>
                    <a:pt x="3511548" y="2528270"/>
                  </a:lnTo>
                  <a:lnTo>
                    <a:pt x="3511673" y="2528270"/>
                  </a:lnTo>
                  <a:lnTo>
                    <a:pt x="3511798" y="2528270"/>
                  </a:lnTo>
                  <a:lnTo>
                    <a:pt x="3511924" y="2528270"/>
                  </a:lnTo>
                  <a:lnTo>
                    <a:pt x="3512049" y="2528270"/>
                  </a:lnTo>
                  <a:lnTo>
                    <a:pt x="3512174" y="2528270"/>
                  </a:lnTo>
                  <a:lnTo>
                    <a:pt x="3512299" y="2528270"/>
                  </a:lnTo>
                  <a:lnTo>
                    <a:pt x="3512424" y="2528270"/>
                  </a:lnTo>
                  <a:lnTo>
                    <a:pt x="3512549" y="2528270"/>
                  </a:lnTo>
                  <a:lnTo>
                    <a:pt x="3512674" y="2528270"/>
                  </a:lnTo>
                  <a:lnTo>
                    <a:pt x="3512799" y="2528270"/>
                  </a:lnTo>
                  <a:lnTo>
                    <a:pt x="3512924" y="2528270"/>
                  </a:lnTo>
                  <a:lnTo>
                    <a:pt x="3513049" y="2528270"/>
                  </a:lnTo>
                  <a:lnTo>
                    <a:pt x="3513174" y="2528270"/>
                  </a:lnTo>
                  <a:lnTo>
                    <a:pt x="3513299" y="2528270"/>
                  </a:lnTo>
                  <a:lnTo>
                    <a:pt x="3513424" y="2528270"/>
                  </a:lnTo>
                  <a:lnTo>
                    <a:pt x="3513549" y="2528270"/>
                  </a:lnTo>
                  <a:lnTo>
                    <a:pt x="3513674" y="2528270"/>
                  </a:lnTo>
                  <a:lnTo>
                    <a:pt x="3513799" y="2528270"/>
                  </a:lnTo>
                  <a:lnTo>
                    <a:pt x="3513924" y="2528270"/>
                  </a:lnTo>
                  <a:lnTo>
                    <a:pt x="3514049" y="2528270"/>
                  </a:lnTo>
                  <a:lnTo>
                    <a:pt x="3514174" y="2528270"/>
                  </a:lnTo>
                  <a:lnTo>
                    <a:pt x="3514299" y="2528270"/>
                  </a:lnTo>
                  <a:lnTo>
                    <a:pt x="3514424" y="2528270"/>
                  </a:lnTo>
                  <a:lnTo>
                    <a:pt x="3514549" y="2528270"/>
                  </a:lnTo>
                  <a:lnTo>
                    <a:pt x="3514674" y="2528270"/>
                  </a:lnTo>
                  <a:lnTo>
                    <a:pt x="3514799" y="2528270"/>
                  </a:lnTo>
                  <a:lnTo>
                    <a:pt x="3514925" y="2528270"/>
                  </a:lnTo>
                  <a:lnTo>
                    <a:pt x="3515050" y="2528270"/>
                  </a:lnTo>
                  <a:lnTo>
                    <a:pt x="3515175" y="2528270"/>
                  </a:lnTo>
                  <a:lnTo>
                    <a:pt x="3515300" y="2528270"/>
                  </a:lnTo>
                  <a:lnTo>
                    <a:pt x="3515425" y="2528270"/>
                  </a:lnTo>
                  <a:lnTo>
                    <a:pt x="3515550" y="2528270"/>
                  </a:lnTo>
                  <a:lnTo>
                    <a:pt x="3515675" y="2528270"/>
                  </a:lnTo>
                  <a:lnTo>
                    <a:pt x="3515800" y="2528270"/>
                  </a:lnTo>
                  <a:lnTo>
                    <a:pt x="3515925" y="2528270"/>
                  </a:lnTo>
                  <a:lnTo>
                    <a:pt x="3516050" y="2528270"/>
                  </a:lnTo>
                  <a:lnTo>
                    <a:pt x="3516175" y="2528270"/>
                  </a:lnTo>
                  <a:lnTo>
                    <a:pt x="3516300" y="2528270"/>
                  </a:lnTo>
                  <a:lnTo>
                    <a:pt x="3516425" y="2528270"/>
                  </a:lnTo>
                  <a:lnTo>
                    <a:pt x="3516550" y="2528270"/>
                  </a:lnTo>
                  <a:lnTo>
                    <a:pt x="3516675" y="2528270"/>
                  </a:lnTo>
                  <a:lnTo>
                    <a:pt x="3516800" y="2528270"/>
                  </a:lnTo>
                  <a:lnTo>
                    <a:pt x="3516925" y="2528270"/>
                  </a:lnTo>
                  <a:lnTo>
                    <a:pt x="3517050" y="2528270"/>
                  </a:lnTo>
                  <a:lnTo>
                    <a:pt x="3517175" y="2528270"/>
                  </a:lnTo>
                  <a:lnTo>
                    <a:pt x="3517300" y="2528270"/>
                  </a:lnTo>
                  <a:lnTo>
                    <a:pt x="3517425" y="2528270"/>
                  </a:lnTo>
                  <a:lnTo>
                    <a:pt x="3517550" y="2528270"/>
                  </a:lnTo>
                  <a:lnTo>
                    <a:pt x="3517550" y="2518317"/>
                  </a:lnTo>
                  <a:lnTo>
                    <a:pt x="3517675" y="2518317"/>
                  </a:lnTo>
                  <a:lnTo>
                    <a:pt x="3517800" y="2518317"/>
                  </a:lnTo>
                  <a:lnTo>
                    <a:pt x="3517926" y="2518317"/>
                  </a:lnTo>
                  <a:lnTo>
                    <a:pt x="3518051" y="2518317"/>
                  </a:lnTo>
                  <a:lnTo>
                    <a:pt x="3518176" y="2518317"/>
                  </a:lnTo>
                  <a:lnTo>
                    <a:pt x="3518301" y="2518317"/>
                  </a:lnTo>
                  <a:lnTo>
                    <a:pt x="3518426" y="2518317"/>
                  </a:lnTo>
                  <a:lnTo>
                    <a:pt x="3518551" y="2518317"/>
                  </a:lnTo>
                  <a:lnTo>
                    <a:pt x="3518676" y="2518317"/>
                  </a:lnTo>
                  <a:lnTo>
                    <a:pt x="3518801" y="2518317"/>
                  </a:lnTo>
                  <a:lnTo>
                    <a:pt x="3518926" y="2518317"/>
                  </a:lnTo>
                  <a:lnTo>
                    <a:pt x="3519051" y="2518317"/>
                  </a:lnTo>
                  <a:lnTo>
                    <a:pt x="3519176" y="2518317"/>
                  </a:lnTo>
                  <a:lnTo>
                    <a:pt x="3519301" y="2518317"/>
                  </a:lnTo>
                  <a:lnTo>
                    <a:pt x="3519426" y="2518317"/>
                  </a:lnTo>
                  <a:lnTo>
                    <a:pt x="3519551" y="2518317"/>
                  </a:lnTo>
                  <a:lnTo>
                    <a:pt x="3519676" y="2518317"/>
                  </a:lnTo>
                  <a:lnTo>
                    <a:pt x="3519801" y="2518317"/>
                  </a:lnTo>
                  <a:lnTo>
                    <a:pt x="3519926" y="2518317"/>
                  </a:lnTo>
                  <a:lnTo>
                    <a:pt x="3520051" y="2518317"/>
                  </a:lnTo>
                  <a:lnTo>
                    <a:pt x="3520176" y="2518317"/>
                  </a:lnTo>
                  <a:lnTo>
                    <a:pt x="3520301" y="2518317"/>
                  </a:lnTo>
                  <a:lnTo>
                    <a:pt x="3520426" y="2518317"/>
                  </a:lnTo>
                  <a:lnTo>
                    <a:pt x="3520551" y="2518317"/>
                  </a:lnTo>
                  <a:lnTo>
                    <a:pt x="3520676" y="2518317"/>
                  </a:lnTo>
                  <a:lnTo>
                    <a:pt x="3520801" y="2518317"/>
                  </a:lnTo>
                  <a:lnTo>
                    <a:pt x="3520927" y="2518317"/>
                  </a:lnTo>
                  <a:lnTo>
                    <a:pt x="3521052" y="2518317"/>
                  </a:lnTo>
                  <a:lnTo>
                    <a:pt x="3521177" y="2518317"/>
                  </a:lnTo>
                  <a:lnTo>
                    <a:pt x="3521302" y="2518317"/>
                  </a:lnTo>
                  <a:lnTo>
                    <a:pt x="3521427" y="2518317"/>
                  </a:lnTo>
                  <a:lnTo>
                    <a:pt x="3521552" y="2518317"/>
                  </a:lnTo>
                  <a:lnTo>
                    <a:pt x="3521677" y="2518317"/>
                  </a:lnTo>
                  <a:lnTo>
                    <a:pt x="3521802" y="2518317"/>
                  </a:lnTo>
                  <a:lnTo>
                    <a:pt x="3521927" y="2518317"/>
                  </a:lnTo>
                  <a:lnTo>
                    <a:pt x="3522052" y="2518317"/>
                  </a:lnTo>
                  <a:lnTo>
                    <a:pt x="3522177" y="2518317"/>
                  </a:lnTo>
                  <a:lnTo>
                    <a:pt x="3522302" y="2518317"/>
                  </a:lnTo>
                  <a:lnTo>
                    <a:pt x="3522427" y="2518317"/>
                  </a:lnTo>
                  <a:lnTo>
                    <a:pt x="3522552" y="2518317"/>
                  </a:lnTo>
                  <a:lnTo>
                    <a:pt x="3522677" y="2518317"/>
                  </a:lnTo>
                  <a:lnTo>
                    <a:pt x="3522802" y="2518317"/>
                  </a:lnTo>
                  <a:lnTo>
                    <a:pt x="3522927" y="2518317"/>
                  </a:lnTo>
                  <a:lnTo>
                    <a:pt x="3523052" y="2518317"/>
                  </a:lnTo>
                  <a:lnTo>
                    <a:pt x="3523177" y="2518317"/>
                  </a:lnTo>
                  <a:lnTo>
                    <a:pt x="3523302" y="2518317"/>
                  </a:lnTo>
                  <a:lnTo>
                    <a:pt x="3523427" y="2518317"/>
                  </a:lnTo>
                  <a:lnTo>
                    <a:pt x="3523552" y="2518317"/>
                  </a:lnTo>
                  <a:lnTo>
                    <a:pt x="3523677" y="2518317"/>
                  </a:lnTo>
                  <a:lnTo>
                    <a:pt x="3523802" y="2518317"/>
                  </a:lnTo>
                  <a:lnTo>
                    <a:pt x="3523928" y="2518317"/>
                  </a:lnTo>
                  <a:lnTo>
                    <a:pt x="3524053" y="2518317"/>
                  </a:lnTo>
                  <a:lnTo>
                    <a:pt x="3524178" y="2518317"/>
                  </a:lnTo>
                  <a:lnTo>
                    <a:pt x="3524303" y="2518317"/>
                  </a:lnTo>
                  <a:lnTo>
                    <a:pt x="3524428" y="2518317"/>
                  </a:lnTo>
                  <a:lnTo>
                    <a:pt x="3524553" y="2518317"/>
                  </a:lnTo>
                  <a:lnTo>
                    <a:pt x="3524678" y="2518317"/>
                  </a:lnTo>
                  <a:lnTo>
                    <a:pt x="3524803" y="2518317"/>
                  </a:lnTo>
                  <a:lnTo>
                    <a:pt x="3524928" y="2518317"/>
                  </a:lnTo>
                  <a:lnTo>
                    <a:pt x="3525053" y="2518317"/>
                  </a:lnTo>
                  <a:lnTo>
                    <a:pt x="3525178" y="2518317"/>
                  </a:lnTo>
                  <a:lnTo>
                    <a:pt x="3525303" y="2518317"/>
                  </a:lnTo>
                  <a:lnTo>
                    <a:pt x="3525428" y="2518317"/>
                  </a:lnTo>
                  <a:lnTo>
                    <a:pt x="3525553" y="2518317"/>
                  </a:lnTo>
                  <a:lnTo>
                    <a:pt x="3525678" y="2518317"/>
                  </a:lnTo>
                  <a:lnTo>
                    <a:pt x="3525803" y="2518317"/>
                  </a:lnTo>
                  <a:lnTo>
                    <a:pt x="3525928" y="2518317"/>
                  </a:lnTo>
                  <a:lnTo>
                    <a:pt x="3526053" y="2518317"/>
                  </a:lnTo>
                  <a:lnTo>
                    <a:pt x="3526178" y="2518317"/>
                  </a:lnTo>
                  <a:lnTo>
                    <a:pt x="3526303" y="2518317"/>
                  </a:lnTo>
                  <a:lnTo>
                    <a:pt x="3526428" y="2518317"/>
                  </a:lnTo>
                  <a:lnTo>
                    <a:pt x="3526553" y="2518317"/>
                  </a:lnTo>
                  <a:lnTo>
                    <a:pt x="3526678" y="2518317"/>
                  </a:lnTo>
                  <a:lnTo>
                    <a:pt x="3526803" y="2518317"/>
                  </a:lnTo>
                  <a:lnTo>
                    <a:pt x="3526929" y="2518317"/>
                  </a:lnTo>
                  <a:lnTo>
                    <a:pt x="3527054" y="2518317"/>
                  </a:lnTo>
                  <a:lnTo>
                    <a:pt x="3527179" y="2518317"/>
                  </a:lnTo>
                  <a:lnTo>
                    <a:pt x="3527304" y="2518317"/>
                  </a:lnTo>
                  <a:lnTo>
                    <a:pt x="3527429" y="2518317"/>
                  </a:lnTo>
                  <a:lnTo>
                    <a:pt x="3527554" y="2518317"/>
                  </a:lnTo>
                  <a:lnTo>
                    <a:pt x="3527679" y="2518317"/>
                  </a:lnTo>
                  <a:lnTo>
                    <a:pt x="3527804" y="2518317"/>
                  </a:lnTo>
                  <a:lnTo>
                    <a:pt x="3527929" y="2518317"/>
                  </a:lnTo>
                  <a:lnTo>
                    <a:pt x="3528054" y="2518317"/>
                  </a:lnTo>
                  <a:lnTo>
                    <a:pt x="3528179" y="2518317"/>
                  </a:lnTo>
                  <a:lnTo>
                    <a:pt x="3528304" y="2518317"/>
                  </a:lnTo>
                  <a:lnTo>
                    <a:pt x="3528429" y="2518317"/>
                  </a:lnTo>
                  <a:lnTo>
                    <a:pt x="3528554" y="2518317"/>
                  </a:lnTo>
                  <a:lnTo>
                    <a:pt x="3528679" y="2518317"/>
                  </a:lnTo>
                  <a:lnTo>
                    <a:pt x="3528804" y="2518317"/>
                  </a:lnTo>
                  <a:lnTo>
                    <a:pt x="3528929" y="2518317"/>
                  </a:lnTo>
                  <a:lnTo>
                    <a:pt x="3529054" y="2518317"/>
                  </a:lnTo>
                  <a:lnTo>
                    <a:pt x="3529179" y="2518317"/>
                  </a:lnTo>
                  <a:lnTo>
                    <a:pt x="3529304" y="2518317"/>
                  </a:lnTo>
                  <a:lnTo>
                    <a:pt x="3529429" y="2518317"/>
                  </a:lnTo>
                  <a:lnTo>
                    <a:pt x="3529554" y="2518317"/>
                  </a:lnTo>
                  <a:lnTo>
                    <a:pt x="3529679" y="2518317"/>
                  </a:lnTo>
                  <a:lnTo>
                    <a:pt x="3529804" y="2518317"/>
                  </a:lnTo>
                  <a:lnTo>
                    <a:pt x="3529930" y="2518317"/>
                  </a:lnTo>
                  <a:lnTo>
                    <a:pt x="3530055" y="2518317"/>
                  </a:lnTo>
                  <a:lnTo>
                    <a:pt x="3530180" y="2518317"/>
                  </a:lnTo>
                  <a:lnTo>
                    <a:pt x="3530305" y="2518317"/>
                  </a:lnTo>
                  <a:lnTo>
                    <a:pt x="3530430" y="2518317"/>
                  </a:lnTo>
                  <a:lnTo>
                    <a:pt x="3530555" y="2518317"/>
                  </a:lnTo>
                  <a:lnTo>
                    <a:pt x="3530680" y="2518317"/>
                  </a:lnTo>
                  <a:lnTo>
                    <a:pt x="3530805" y="2518317"/>
                  </a:lnTo>
                  <a:lnTo>
                    <a:pt x="3530930" y="2518317"/>
                  </a:lnTo>
                  <a:lnTo>
                    <a:pt x="3531055" y="2518317"/>
                  </a:lnTo>
                  <a:lnTo>
                    <a:pt x="3531180" y="2518317"/>
                  </a:lnTo>
                  <a:lnTo>
                    <a:pt x="3531305" y="2518317"/>
                  </a:lnTo>
                  <a:lnTo>
                    <a:pt x="3531430" y="2518317"/>
                  </a:lnTo>
                  <a:lnTo>
                    <a:pt x="3531555" y="2518317"/>
                  </a:lnTo>
                  <a:lnTo>
                    <a:pt x="3531680" y="2518317"/>
                  </a:lnTo>
                  <a:lnTo>
                    <a:pt x="3531805" y="2518317"/>
                  </a:lnTo>
                  <a:lnTo>
                    <a:pt x="3531930" y="2518317"/>
                  </a:lnTo>
                  <a:lnTo>
                    <a:pt x="3532055" y="2518317"/>
                  </a:lnTo>
                  <a:lnTo>
                    <a:pt x="3532180" y="2518317"/>
                  </a:lnTo>
                  <a:lnTo>
                    <a:pt x="3532305" y="2518317"/>
                  </a:lnTo>
                  <a:lnTo>
                    <a:pt x="3532430" y="2518317"/>
                  </a:lnTo>
                  <a:lnTo>
                    <a:pt x="3532555" y="2518317"/>
                  </a:lnTo>
                  <a:lnTo>
                    <a:pt x="3532680" y="2518317"/>
                  </a:lnTo>
                  <a:lnTo>
                    <a:pt x="3532806" y="2518317"/>
                  </a:lnTo>
                  <a:lnTo>
                    <a:pt x="3532931" y="2518317"/>
                  </a:lnTo>
                  <a:lnTo>
                    <a:pt x="3533056" y="2518317"/>
                  </a:lnTo>
                  <a:lnTo>
                    <a:pt x="3533181" y="2518317"/>
                  </a:lnTo>
                  <a:lnTo>
                    <a:pt x="3533306" y="2518317"/>
                  </a:lnTo>
                  <a:lnTo>
                    <a:pt x="3533431" y="2518317"/>
                  </a:lnTo>
                  <a:lnTo>
                    <a:pt x="3533556" y="2518317"/>
                  </a:lnTo>
                  <a:lnTo>
                    <a:pt x="3533681" y="2518317"/>
                  </a:lnTo>
                  <a:lnTo>
                    <a:pt x="3533806" y="2518317"/>
                  </a:lnTo>
                  <a:lnTo>
                    <a:pt x="3533931" y="2518317"/>
                  </a:lnTo>
                  <a:lnTo>
                    <a:pt x="3534056" y="2518317"/>
                  </a:lnTo>
                  <a:lnTo>
                    <a:pt x="3534181" y="2518317"/>
                  </a:lnTo>
                  <a:lnTo>
                    <a:pt x="3534306" y="2518317"/>
                  </a:lnTo>
                  <a:lnTo>
                    <a:pt x="3534431" y="2518317"/>
                  </a:lnTo>
                  <a:lnTo>
                    <a:pt x="3534556" y="2518317"/>
                  </a:lnTo>
                  <a:lnTo>
                    <a:pt x="3534681" y="2518317"/>
                  </a:lnTo>
                  <a:lnTo>
                    <a:pt x="3534806" y="2518317"/>
                  </a:lnTo>
                  <a:lnTo>
                    <a:pt x="3534931" y="2518317"/>
                  </a:lnTo>
                  <a:lnTo>
                    <a:pt x="3535056" y="2518317"/>
                  </a:lnTo>
                  <a:lnTo>
                    <a:pt x="3535181" y="2518317"/>
                  </a:lnTo>
                  <a:lnTo>
                    <a:pt x="3535306" y="2518317"/>
                  </a:lnTo>
                  <a:lnTo>
                    <a:pt x="3535431" y="2518317"/>
                  </a:lnTo>
                  <a:lnTo>
                    <a:pt x="3535556" y="2518317"/>
                  </a:lnTo>
                  <a:lnTo>
                    <a:pt x="3535681" y="2518317"/>
                  </a:lnTo>
                  <a:lnTo>
                    <a:pt x="3535807" y="2518317"/>
                  </a:lnTo>
                  <a:lnTo>
                    <a:pt x="3535932" y="2518317"/>
                  </a:lnTo>
                  <a:lnTo>
                    <a:pt x="3536057" y="2518317"/>
                  </a:lnTo>
                  <a:lnTo>
                    <a:pt x="3536182" y="2518317"/>
                  </a:lnTo>
                  <a:lnTo>
                    <a:pt x="3536307" y="2518317"/>
                  </a:lnTo>
                  <a:lnTo>
                    <a:pt x="3536432" y="2518317"/>
                  </a:lnTo>
                  <a:lnTo>
                    <a:pt x="3536557" y="2518317"/>
                  </a:lnTo>
                  <a:lnTo>
                    <a:pt x="3536682" y="2518317"/>
                  </a:lnTo>
                  <a:lnTo>
                    <a:pt x="3536807" y="2518317"/>
                  </a:lnTo>
                  <a:lnTo>
                    <a:pt x="3536932" y="2518317"/>
                  </a:lnTo>
                  <a:lnTo>
                    <a:pt x="3537057" y="2518317"/>
                  </a:lnTo>
                  <a:lnTo>
                    <a:pt x="3537182" y="2518317"/>
                  </a:lnTo>
                  <a:lnTo>
                    <a:pt x="3537307" y="2518317"/>
                  </a:lnTo>
                  <a:lnTo>
                    <a:pt x="3537432" y="2518317"/>
                  </a:lnTo>
                  <a:lnTo>
                    <a:pt x="3537557" y="2518317"/>
                  </a:lnTo>
                  <a:lnTo>
                    <a:pt x="3537682" y="2518317"/>
                  </a:lnTo>
                  <a:lnTo>
                    <a:pt x="3537807" y="2518317"/>
                  </a:lnTo>
                  <a:lnTo>
                    <a:pt x="3537932" y="2518317"/>
                  </a:lnTo>
                  <a:lnTo>
                    <a:pt x="3538057" y="2518317"/>
                  </a:lnTo>
                  <a:lnTo>
                    <a:pt x="3538182" y="2518317"/>
                  </a:lnTo>
                  <a:lnTo>
                    <a:pt x="3538307" y="2518317"/>
                  </a:lnTo>
                  <a:lnTo>
                    <a:pt x="3538432" y="2518317"/>
                  </a:lnTo>
                  <a:lnTo>
                    <a:pt x="3538557" y="2518317"/>
                  </a:lnTo>
                  <a:lnTo>
                    <a:pt x="3538682" y="2518317"/>
                  </a:lnTo>
                  <a:lnTo>
                    <a:pt x="3538808" y="2518317"/>
                  </a:lnTo>
                  <a:lnTo>
                    <a:pt x="3538933" y="2518317"/>
                  </a:lnTo>
                  <a:lnTo>
                    <a:pt x="3539058" y="2518317"/>
                  </a:lnTo>
                  <a:lnTo>
                    <a:pt x="3539183" y="2518317"/>
                  </a:lnTo>
                  <a:lnTo>
                    <a:pt x="3539308" y="2518317"/>
                  </a:lnTo>
                  <a:lnTo>
                    <a:pt x="3539433" y="2518317"/>
                  </a:lnTo>
                  <a:lnTo>
                    <a:pt x="3539433" y="2508363"/>
                  </a:lnTo>
                  <a:lnTo>
                    <a:pt x="3539558" y="2508363"/>
                  </a:lnTo>
                  <a:lnTo>
                    <a:pt x="3539683" y="2508363"/>
                  </a:lnTo>
                  <a:lnTo>
                    <a:pt x="3539808" y="2508363"/>
                  </a:lnTo>
                  <a:lnTo>
                    <a:pt x="3539933" y="2508363"/>
                  </a:lnTo>
                  <a:lnTo>
                    <a:pt x="3540058" y="2508363"/>
                  </a:lnTo>
                  <a:lnTo>
                    <a:pt x="3540183" y="2508363"/>
                  </a:lnTo>
                  <a:lnTo>
                    <a:pt x="3540308" y="2508363"/>
                  </a:lnTo>
                  <a:lnTo>
                    <a:pt x="3540433" y="2508363"/>
                  </a:lnTo>
                  <a:lnTo>
                    <a:pt x="3540558" y="2508363"/>
                  </a:lnTo>
                  <a:lnTo>
                    <a:pt x="3540683" y="2508363"/>
                  </a:lnTo>
                  <a:lnTo>
                    <a:pt x="3540808" y="2508363"/>
                  </a:lnTo>
                  <a:lnTo>
                    <a:pt x="3540933" y="2508363"/>
                  </a:lnTo>
                  <a:lnTo>
                    <a:pt x="3541058" y="2508363"/>
                  </a:lnTo>
                  <a:lnTo>
                    <a:pt x="3541183" y="2508363"/>
                  </a:lnTo>
                  <a:lnTo>
                    <a:pt x="3541308" y="2508363"/>
                  </a:lnTo>
                  <a:lnTo>
                    <a:pt x="3541433" y="2508363"/>
                  </a:lnTo>
                  <a:lnTo>
                    <a:pt x="3541558" y="2508363"/>
                  </a:lnTo>
                  <a:lnTo>
                    <a:pt x="3541683" y="2508363"/>
                  </a:lnTo>
                  <a:lnTo>
                    <a:pt x="3541809" y="2508363"/>
                  </a:lnTo>
                  <a:lnTo>
                    <a:pt x="3541934" y="2508363"/>
                  </a:lnTo>
                  <a:lnTo>
                    <a:pt x="3542059" y="2508363"/>
                  </a:lnTo>
                  <a:lnTo>
                    <a:pt x="3542184" y="2508363"/>
                  </a:lnTo>
                  <a:lnTo>
                    <a:pt x="3542309" y="2508363"/>
                  </a:lnTo>
                  <a:lnTo>
                    <a:pt x="3542434" y="2508363"/>
                  </a:lnTo>
                  <a:lnTo>
                    <a:pt x="3542559" y="2508363"/>
                  </a:lnTo>
                  <a:lnTo>
                    <a:pt x="3542684" y="2508363"/>
                  </a:lnTo>
                  <a:lnTo>
                    <a:pt x="3542809" y="2508363"/>
                  </a:lnTo>
                  <a:lnTo>
                    <a:pt x="3542934" y="2508363"/>
                  </a:lnTo>
                  <a:lnTo>
                    <a:pt x="3543059" y="2508363"/>
                  </a:lnTo>
                  <a:lnTo>
                    <a:pt x="3543184" y="2508363"/>
                  </a:lnTo>
                  <a:lnTo>
                    <a:pt x="3543309" y="2508363"/>
                  </a:lnTo>
                  <a:lnTo>
                    <a:pt x="3543434" y="2508363"/>
                  </a:lnTo>
                  <a:lnTo>
                    <a:pt x="3543559" y="2508363"/>
                  </a:lnTo>
                  <a:lnTo>
                    <a:pt x="3543684" y="2508363"/>
                  </a:lnTo>
                  <a:lnTo>
                    <a:pt x="3543809" y="2508363"/>
                  </a:lnTo>
                  <a:lnTo>
                    <a:pt x="3543934" y="2508363"/>
                  </a:lnTo>
                  <a:lnTo>
                    <a:pt x="3544059" y="2508363"/>
                  </a:lnTo>
                  <a:lnTo>
                    <a:pt x="3544184" y="2508363"/>
                  </a:lnTo>
                  <a:lnTo>
                    <a:pt x="3544309" y="2508363"/>
                  </a:lnTo>
                  <a:lnTo>
                    <a:pt x="3544434" y="2508363"/>
                  </a:lnTo>
                  <a:lnTo>
                    <a:pt x="3544559" y="2508363"/>
                  </a:lnTo>
                  <a:lnTo>
                    <a:pt x="3544684" y="2508363"/>
                  </a:lnTo>
                  <a:lnTo>
                    <a:pt x="3544810" y="2508363"/>
                  </a:lnTo>
                  <a:lnTo>
                    <a:pt x="3544935" y="2508363"/>
                  </a:lnTo>
                  <a:lnTo>
                    <a:pt x="3545060" y="2508363"/>
                  </a:lnTo>
                  <a:lnTo>
                    <a:pt x="3545185" y="2508363"/>
                  </a:lnTo>
                  <a:lnTo>
                    <a:pt x="3545310" y="2508363"/>
                  </a:lnTo>
                  <a:lnTo>
                    <a:pt x="3545435" y="2508363"/>
                  </a:lnTo>
                  <a:lnTo>
                    <a:pt x="3545560" y="2508363"/>
                  </a:lnTo>
                  <a:lnTo>
                    <a:pt x="3545685" y="2508363"/>
                  </a:lnTo>
                  <a:lnTo>
                    <a:pt x="3545810" y="2508363"/>
                  </a:lnTo>
                  <a:lnTo>
                    <a:pt x="3545935" y="2508363"/>
                  </a:lnTo>
                  <a:lnTo>
                    <a:pt x="3545935" y="2498409"/>
                  </a:lnTo>
                  <a:lnTo>
                    <a:pt x="3546060" y="2498409"/>
                  </a:lnTo>
                  <a:lnTo>
                    <a:pt x="3546185" y="2498409"/>
                  </a:lnTo>
                  <a:lnTo>
                    <a:pt x="3546310" y="2498409"/>
                  </a:lnTo>
                  <a:lnTo>
                    <a:pt x="3546435" y="2498409"/>
                  </a:lnTo>
                  <a:lnTo>
                    <a:pt x="3546560" y="2498409"/>
                  </a:lnTo>
                  <a:lnTo>
                    <a:pt x="3546685" y="2498409"/>
                  </a:lnTo>
                  <a:lnTo>
                    <a:pt x="3546810" y="2498409"/>
                  </a:lnTo>
                  <a:lnTo>
                    <a:pt x="3546935" y="2498409"/>
                  </a:lnTo>
                  <a:lnTo>
                    <a:pt x="3547060" y="2498409"/>
                  </a:lnTo>
                  <a:lnTo>
                    <a:pt x="3547185" y="2498409"/>
                  </a:lnTo>
                  <a:lnTo>
                    <a:pt x="3547310" y="2498409"/>
                  </a:lnTo>
                  <a:lnTo>
                    <a:pt x="3547435" y="2498409"/>
                  </a:lnTo>
                  <a:lnTo>
                    <a:pt x="3547560" y="2498409"/>
                  </a:lnTo>
                  <a:lnTo>
                    <a:pt x="3547685" y="2498409"/>
                  </a:lnTo>
                  <a:lnTo>
                    <a:pt x="3547811" y="2498409"/>
                  </a:lnTo>
                  <a:lnTo>
                    <a:pt x="3547936" y="2498409"/>
                  </a:lnTo>
                  <a:lnTo>
                    <a:pt x="3548061" y="2498409"/>
                  </a:lnTo>
                  <a:lnTo>
                    <a:pt x="3548186" y="2498409"/>
                  </a:lnTo>
                  <a:lnTo>
                    <a:pt x="3548311" y="2498409"/>
                  </a:lnTo>
                  <a:lnTo>
                    <a:pt x="3548436" y="2498409"/>
                  </a:lnTo>
                  <a:lnTo>
                    <a:pt x="3548436" y="2488455"/>
                  </a:lnTo>
                  <a:lnTo>
                    <a:pt x="3548561" y="2488455"/>
                  </a:lnTo>
                  <a:lnTo>
                    <a:pt x="3548686" y="2488455"/>
                  </a:lnTo>
                  <a:lnTo>
                    <a:pt x="3548811" y="2488455"/>
                  </a:lnTo>
                  <a:lnTo>
                    <a:pt x="3548936" y="2488455"/>
                  </a:lnTo>
                  <a:lnTo>
                    <a:pt x="3549061" y="2488455"/>
                  </a:lnTo>
                  <a:lnTo>
                    <a:pt x="3549186" y="2488455"/>
                  </a:lnTo>
                  <a:lnTo>
                    <a:pt x="3549311" y="2488455"/>
                  </a:lnTo>
                  <a:lnTo>
                    <a:pt x="3549436" y="2488455"/>
                  </a:lnTo>
                  <a:lnTo>
                    <a:pt x="3549561" y="2488455"/>
                  </a:lnTo>
                  <a:lnTo>
                    <a:pt x="3549686" y="2488455"/>
                  </a:lnTo>
                  <a:lnTo>
                    <a:pt x="3549811" y="2488455"/>
                  </a:lnTo>
                  <a:lnTo>
                    <a:pt x="3549936" y="2488455"/>
                  </a:lnTo>
                  <a:lnTo>
                    <a:pt x="3550061" y="2488455"/>
                  </a:lnTo>
                  <a:lnTo>
                    <a:pt x="3550186" y="2488455"/>
                  </a:lnTo>
                  <a:lnTo>
                    <a:pt x="3550311" y="2488455"/>
                  </a:lnTo>
                  <a:lnTo>
                    <a:pt x="3550436" y="2488455"/>
                  </a:lnTo>
                  <a:lnTo>
                    <a:pt x="3550561" y="2488455"/>
                  </a:lnTo>
                  <a:lnTo>
                    <a:pt x="3550686" y="2488455"/>
                  </a:lnTo>
                  <a:lnTo>
                    <a:pt x="3550812" y="2488455"/>
                  </a:lnTo>
                  <a:lnTo>
                    <a:pt x="3550937" y="2488455"/>
                  </a:lnTo>
                  <a:lnTo>
                    <a:pt x="3551062" y="2488455"/>
                  </a:lnTo>
                  <a:lnTo>
                    <a:pt x="3551062" y="2478501"/>
                  </a:lnTo>
                  <a:lnTo>
                    <a:pt x="3551187" y="2478501"/>
                  </a:lnTo>
                  <a:lnTo>
                    <a:pt x="3551312" y="2478501"/>
                  </a:lnTo>
                  <a:lnTo>
                    <a:pt x="3551437" y="2478501"/>
                  </a:lnTo>
                  <a:lnTo>
                    <a:pt x="3551562" y="2478501"/>
                  </a:lnTo>
                  <a:lnTo>
                    <a:pt x="3551687" y="2478501"/>
                  </a:lnTo>
                  <a:lnTo>
                    <a:pt x="3551812" y="2478501"/>
                  </a:lnTo>
                  <a:lnTo>
                    <a:pt x="3551937" y="2478501"/>
                  </a:lnTo>
                  <a:lnTo>
                    <a:pt x="3552062" y="2478501"/>
                  </a:lnTo>
                  <a:lnTo>
                    <a:pt x="3552187" y="2478501"/>
                  </a:lnTo>
                  <a:lnTo>
                    <a:pt x="3552312" y="2478501"/>
                  </a:lnTo>
                  <a:lnTo>
                    <a:pt x="3552437" y="2478501"/>
                  </a:lnTo>
                  <a:lnTo>
                    <a:pt x="3552562" y="2478501"/>
                  </a:lnTo>
                  <a:lnTo>
                    <a:pt x="3552687" y="2478501"/>
                  </a:lnTo>
                  <a:lnTo>
                    <a:pt x="3552812" y="2478501"/>
                  </a:lnTo>
                  <a:lnTo>
                    <a:pt x="3552937" y="2478501"/>
                  </a:lnTo>
                  <a:lnTo>
                    <a:pt x="3553062" y="2478501"/>
                  </a:lnTo>
                  <a:lnTo>
                    <a:pt x="3553187" y="2478501"/>
                  </a:lnTo>
                  <a:lnTo>
                    <a:pt x="3553312" y="2478501"/>
                  </a:lnTo>
                  <a:lnTo>
                    <a:pt x="3553437" y="2478501"/>
                  </a:lnTo>
                  <a:lnTo>
                    <a:pt x="3553562" y="2478501"/>
                  </a:lnTo>
                  <a:lnTo>
                    <a:pt x="3553687" y="2478501"/>
                  </a:lnTo>
                  <a:lnTo>
                    <a:pt x="3553813" y="2478501"/>
                  </a:lnTo>
                  <a:lnTo>
                    <a:pt x="3553938" y="2478501"/>
                  </a:lnTo>
                  <a:lnTo>
                    <a:pt x="3554063" y="2478501"/>
                  </a:lnTo>
                  <a:lnTo>
                    <a:pt x="3554188" y="2478501"/>
                  </a:lnTo>
                  <a:lnTo>
                    <a:pt x="3554313" y="2478501"/>
                  </a:lnTo>
                  <a:lnTo>
                    <a:pt x="3554438" y="2478501"/>
                  </a:lnTo>
                  <a:lnTo>
                    <a:pt x="3554563" y="2478501"/>
                  </a:lnTo>
                  <a:lnTo>
                    <a:pt x="3554688" y="2478501"/>
                  </a:lnTo>
                  <a:lnTo>
                    <a:pt x="3554813" y="2478501"/>
                  </a:lnTo>
                  <a:lnTo>
                    <a:pt x="3554938" y="2478501"/>
                  </a:lnTo>
                  <a:lnTo>
                    <a:pt x="3555063" y="2478501"/>
                  </a:lnTo>
                  <a:lnTo>
                    <a:pt x="3555188" y="2478501"/>
                  </a:lnTo>
                  <a:lnTo>
                    <a:pt x="3555313" y="2478501"/>
                  </a:lnTo>
                  <a:lnTo>
                    <a:pt x="3555438" y="2478501"/>
                  </a:lnTo>
                  <a:lnTo>
                    <a:pt x="3555563" y="2478501"/>
                  </a:lnTo>
                  <a:lnTo>
                    <a:pt x="3555688" y="2478501"/>
                  </a:lnTo>
                  <a:lnTo>
                    <a:pt x="3555813" y="2478501"/>
                  </a:lnTo>
                  <a:lnTo>
                    <a:pt x="3555938" y="2478501"/>
                  </a:lnTo>
                  <a:lnTo>
                    <a:pt x="3556063" y="2478501"/>
                  </a:lnTo>
                  <a:lnTo>
                    <a:pt x="3556188" y="2478501"/>
                  </a:lnTo>
                  <a:lnTo>
                    <a:pt x="3556313" y="2478501"/>
                  </a:lnTo>
                  <a:lnTo>
                    <a:pt x="3556438" y="2478501"/>
                  </a:lnTo>
                  <a:lnTo>
                    <a:pt x="3556563" y="2478501"/>
                  </a:lnTo>
                  <a:lnTo>
                    <a:pt x="3556688" y="2478501"/>
                  </a:lnTo>
                  <a:lnTo>
                    <a:pt x="3556814" y="2478501"/>
                  </a:lnTo>
                  <a:lnTo>
                    <a:pt x="3556939" y="2478501"/>
                  </a:lnTo>
                  <a:lnTo>
                    <a:pt x="3557064" y="2478501"/>
                  </a:lnTo>
                  <a:lnTo>
                    <a:pt x="3557189" y="2478501"/>
                  </a:lnTo>
                  <a:lnTo>
                    <a:pt x="3557314" y="2478501"/>
                  </a:lnTo>
                  <a:lnTo>
                    <a:pt x="3557439" y="2478501"/>
                  </a:lnTo>
                  <a:lnTo>
                    <a:pt x="3557564" y="2478501"/>
                  </a:lnTo>
                  <a:lnTo>
                    <a:pt x="3557689" y="2478501"/>
                  </a:lnTo>
                  <a:lnTo>
                    <a:pt x="3557814" y="2478501"/>
                  </a:lnTo>
                  <a:lnTo>
                    <a:pt x="3557939" y="2478501"/>
                  </a:lnTo>
                  <a:lnTo>
                    <a:pt x="3558064" y="2478501"/>
                  </a:lnTo>
                  <a:lnTo>
                    <a:pt x="3558189" y="2478501"/>
                  </a:lnTo>
                  <a:lnTo>
                    <a:pt x="3558314" y="2478501"/>
                  </a:lnTo>
                  <a:lnTo>
                    <a:pt x="3558439" y="2478501"/>
                  </a:lnTo>
                  <a:lnTo>
                    <a:pt x="3558564" y="2478501"/>
                  </a:lnTo>
                  <a:lnTo>
                    <a:pt x="3558689" y="2478501"/>
                  </a:lnTo>
                  <a:lnTo>
                    <a:pt x="3558814" y="2478501"/>
                  </a:lnTo>
                  <a:lnTo>
                    <a:pt x="3558939" y="2478501"/>
                  </a:lnTo>
                  <a:lnTo>
                    <a:pt x="3559064" y="2478501"/>
                  </a:lnTo>
                  <a:lnTo>
                    <a:pt x="3559189" y="2478501"/>
                  </a:lnTo>
                  <a:lnTo>
                    <a:pt x="3559314" y="2478501"/>
                  </a:lnTo>
                  <a:lnTo>
                    <a:pt x="3559439" y="2478501"/>
                  </a:lnTo>
                  <a:lnTo>
                    <a:pt x="3559564" y="2478501"/>
                  </a:lnTo>
                  <a:lnTo>
                    <a:pt x="3559689" y="2478501"/>
                  </a:lnTo>
                  <a:lnTo>
                    <a:pt x="3559815" y="2478501"/>
                  </a:lnTo>
                  <a:lnTo>
                    <a:pt x="3559940" y="2478501"/>
                  </a:lnTo>
                  <a:lnTo>
                    <a:pt x="3560065" y="2478501"/>
                  </a:lnTo>
                  <a:lnTo>
                    <a:pt x="3560190" y="2478501"/>
                  </a:lnTo>
                  <a:lnTo>
                    <a:pt x="3560315" y="2478501"/>
                  </a:lnTo>
                  <a:lnTo>
                    <a:pt x="3560440" y="2478501"/>
                  </a:lnTo>
                  <a:lnTo>
                    <a:pt x="3560565" y="2478501"/>
                  </a:lnTo>
                  <a:lnTo>
                    <a:pt x="3560690" y="2478501"/>
                  </a:lnTo>
                  <a:lnTo>
                    <a:pt x="3560815" y="2478501"/>
                  </a:lnTo>
                  <a:lnTo>
                    <a:pt x="3560940" y="2478501"/>
                  </a:lnTo>
                  <a:lnTo>
                    <a:pt x="3561065" y="2478501"/>
                  </a:lnTo>
                  <a:lnTo>
                    <a:pt x="3561190" y="2478501"/>
                  </a:lnTo>
                  <a:lnTo>
                    <a:pt x="3561315" y="2478501"/>
                  </a:lnTo>
                  <a:lnTo>
                    <a:pt x="3561440" y="2478501"/>
                  </a:lnTo>
                  <a:lnTo>
                    <a:pt x="3561565" y="2478501"/>
                  </a:lnTo>
                  <a:lnTo>
                    <a:pt x="3561690" y="2478501"/>
                  </a:lnTo>
                  <a:lnTo>
                    <a:pt x="3561815" y="2478501"/>
                  </a:lnTo>
                  <a:lnTo>
                    <a:pt x="3561940" y="2478501"/>
                  </a:lnTo>
                  <a:lnTo>
                    <a:pt x="3562065" y="2478501"/>
                  </a:lnTo>
                  <a:lnTo>
                    <a:pt x="3562190" y="2478501"/>
                  </a:lnTo>
                  <a:lnTo>
                    <a:pt x="3562315" y="2478501"/>
                  </a:lnTo>
                  <a:lnTo>
                    <a:pt x="3562440" y="2478501"/>
                  </a:lnTo>
                  <a:lnTo>
                    <a:pt x="3562565" y="2478501"/>
                  </a:lnTo>
                  <a:lnTo>
                    <a:pt x="3562690" y="2478501"/>
                  </a:lnTo>
                  <a:lnTo>
                    <a:pt x="3562816" y="2478501"/>
                  </a:lnTo>
                  <a:lnTo>
                    <a:pt x="3562941" y="2478501"/>
                  </a:lnTo>
                  <a:lnTo>
                    <a:pt x="3563066" y="2478501"/>
                  </a:lnTo>
                  <a:lnTo>
                    <a:pt x="3563191" y="2478501"/>
                  </a:lnTo>
                  <a:lnTo>
                    <a:pt x="3563316" y="2478501"/>
                  </a:lnTo>
                  <a:lnTo>
                    <a:pt x="3563441" y="2478501"/>
                  </a:lnTo>
                  <a:lnTo>
                    <a:pt x="3563566" y="2478501"/>
                  </a:lnTo>
                  <a:lnTo>
                    <a:pt x="3563691" y="2478501"/>
                  </a:lnTo>
                  <a:lnTo>
                    <a:pt x="3563816" y="2478501"/>
                  </a:lnTo>
                  <a:lnTo>
                    <a:pt x="3563941" y="2478501"/>
                  </a:lnTo>
                  <a:lnTo>
                    <a:pt x="3564066" y="2478501"/>
                  </a:lnTo>
                  <a:lnTo>
                    <a:pt x="3564191" y="2478501"/>
                  </a:lnTo>
                  <a:lnTo>
                    <a:pt x="3564316" y="2478501"/>
                  </a:lnTo>
                  <a:lnTo>
                    <a:pt x="3564441" y="2478501"/>
                  </a:lnTo>
                  <a:lnTo>
                    <a:pt x="3564566" y="2478501"/>
                  </a:lnTo>
                  <a:lnTo>
                    <a:pt x="3564691" y="2478501"/>
                  </a:lnTo>
                  <a:lnTo>
                    <a:pt x="3564816" y="2478501"/>
                  </a:lnTo>
                  <a:lnTo>
                    <a:pt x="3564941" y="2478501"/>
                  </a:lnTo>
                  <a:lnTo>
                    <a:pt x="3565066" y="2478501"/>
                  </a:lnTo>
                  <a:lnTo>
                    <a:pt x="3565191" y="2478501"/>
                  </a:lnTo>
                  <a:lnTo>
                    <a:pt x="3565316" y="2478501"/>
                  </a:lnTo>
                  <a:lnTo>
                    <a:pt x="3565441" y="2478501"/>
                  </a:lnTo>
                  <a:lnTo>
                    <a:pt x="3565566" y="2478501"/>
                  </a:lnTo>
                  <a:lnTo>
                    <a:pt x="3565691" y="2478501"/>
                  </a:lnTo>
                  <a:lnTo>
                    <a:pt x="3565817" y="2478501"/>
                  </a:lnTo>
                  <a:lnTo>
                    <a:pt x="3565942" y="2478501"/>
                  </a:lnTo>
                  <a:lnTo>
                    <a:pt x="3566067" y="2478501"/>
                  </a:lnTo>
                  <a:lnTo>
                    <a:pt x="3566192" y="2478501"/>
                  </a:lnTo>
                  <a:lnTo>
                    <a:pt x="3566317" y="2478501"/>
                  </a:lnTo>
                  <a:lnTo>
                    <a:pt x="3566442" y="2478501"/>
                  </a:lnTo>
                  <a:lnTo>
                    <a:pt x="3566567" y="2478501"/>
                  </a:lnTo>
                  <a:lnTo>
                    <a:pt x="3566692" y="2478501"/>
                  </a:lnTo>
                  <a:lnTo>
                    <a:pt x="3566817" y="2478501"/>
                  </a:lnTo>
                  <a:lnTo>
                    <a:pt x="3566942" y="2478501"/>
                  </a:lnTo>
                  <a:lnTo>
                    <a:pt x="3567067" y="2478501"/>
                  </a:lnTo>
                  <a:lnTo>
                    <a:pt x="3567192" y="2478501"/>
                  </a:lnTo>
                  <a:lnTo>
                    <a:pt x="3567317" y="2478501"/>
                  </a:lnTo>
                  <a:lnTo>
                    <a:pt x="3567442" y="2478501"/>
                  </a:lnTo>
                  <a:lnTo>
                    <a:pt x="3567567" y="2478501"/>
                  </a:lnTo>
                  <a:lnTo>
                    <a:pt x="3567692" y="2478501"/>
                  </a:lnTo>
                  <a:lnTo>
                    <a:pt x="3567817" y="2478501"/>
                  </a:lnTo>
                  <a:lnTo>
                    <a:pt x="3567942" y="2478501"/>
                  </a:lnTo>
                  <a:lnTo>
                    <a:pt x="3568067" y="2478501"/>
                  </a:lnTo>
                  <a:lnTo>
                    <a:pt x="3568192" y="2478501"/>
                  </a:lnTo>
                  <a:lnTo>
                    <a:pt x="3568317" y="2478501"/>
                  </a:lnTo>
                  <a:lnTo>
                    <a:pt x="3568442" y="2478501"/>
                  </a:lnTo>
                  <a:lnTo>
                    <a:pt x="3568567" y="2478501"/>
                  </a:lnTo>
                  <a:lnTo>
                    <a:pt x="3568692" y="2478501"/>
                  </a:lnTo>
                  <a:lnTo>
                    <a:pt x="3568818" y="2478501"/>
                  </a:lnTo>
                  <a:lnTo>
                    <a:pt x="3568943" y="2478501"/>
                  </a:lnTo>
                  <a:lnTo>
                    <a:pt x="3569068" y="2478501"/>
                  </a:lnTo>
                  <a:lnTo>
                    <a:pt x="3569193" y="2478501"/>
                  </a:lnTo>
                  <a:lnTo>
                    <a:pt x="3569318" y="2478501"/>
                  </a:lnTo>
                  <a:lnTo>
                    <a:pt x="3569443" y="2478501"/>
                  </a:lnTo>
                  <a:lnTo>
                    <a:pt x="3569568" y="2478501"/>
                  </a:lnTo>
                  <a:lnTo>
                    <a:pt x="3569693" y="2478501"/>
                  </a:lnTo>
                  <a:lnTo>
                    <a:pt x="3569818" y="2478501"/>
                  </a:lnTo>
                  <a:lnTo>
                    <a:pt x="3569943" y="2478501"/>
                  </a:lnTo>
                  <a:lnTo>
                    <a:pt x="3570068" y="2478501"/>
                  </a:lnTo>
                  <a:lnTo>
                    <a:pt x="3570193" y="2478501"/>
                  </a:lnTo>
                  <a:lnTo>
                    <a:pt x="3570318" y="2478501"/>
                  </a:lnTo>
                  <a:lnTo>
                    <a:pt x="3570443" y="2478501"/>
                  </a:lnTo>
                  <a:lnTo>
                    <a:pt x="3570568" y="2478501"/>
                  </a:lnTo>
                  <a:lnTo>
                    <a:pt x="3570693" y="2478501"/>
                  </a:lnTo>
                  <a:lnTo>
                    <a:pt x="3570818" y="2478501"/>
                  </a:lnTo>
                  <a:lnTo>
                    <a:pt x="3570943" y="2478501"/>
                  </a:lnTo>
                  <a:lnTo>
                    <a:pt x="3571068" y="2478501"/>
                  </a:lnTo>
                  <a:lnTo>
                    <a:pt x="3571193" y="2478501"/>
                  </a:lnTo>
                  <a:lnTo>
                    <a:pt x="3571318" y="2478501"/>
                  </a:lnTo>
                  <a:lnTo>
                    <a:pt x="3571443" y="2478501"/>
                  </a:lnTo>
                  <a:lnTo>
                    <a:pt x="3571568" y="2478501"/>
                  </a:lnTo>
                  <a:lnTo>
                    <a:pt x="3571694" y="2478501"/>
                  </a:lnTo>
                  <a:lnTo>
                    <a:pt x="3571819" y="2478501"/>
                  </a:lnTo>
                  <a:lnTo>
                    <a:pt x="3571944" y="2478501"/>
                  </a:lnTo>
                  <a:lnTo>
                    <a:pt x="3572069" y="2478501"/>
                  </a:lnTo>
                  <a:lnTo>
                    <a:pt x="3572194" y="2478501"/>
                  </a:lnTo>
                  <a:lnTo>
                    <a:pt x="3572319" y="2478501"/>
                  </a:lnTo>
                  <a:lnTo>
                    <a:pt x="3572444" y="2478501"/>
                  </a:lnTo>
                  <a:lnTo>
                    <a:pt x="3572569" y="2478501"/>
                  </a:lnTo>
                  <a:lnTo>
                    <a:pt x="3572694" y="2478501"/>
                  </a:lnTo>
                  <a:lnTo>
                    <a:pt x="3572819" y="2478501"/>
                  </a:lnTo>
                  <a:lnTo>
                    <a:pt x="3572944" y="2478501"/>
                  </a:lnTo>
                  <a:lnTo>
                    <a:pt x="3573069" y="2478501"/>
                  </a:lnTo>
                  <a:lnTo>
                    <a:pt x="3573194" y="2478501"/>
                  </a:lnTo>
                  <a:lnTo>
                    <a:pt x="3573319" y="2478501"/>
                  </a:lnTo>
                  <a:lnTo>
                    <a:pt x="3573444" y="2478501"/>
                  </a:lnTo>
                  <a:lnTo>
                    <a:pt x="3573569" y="2478501"/>
                  </a:lnTo>
                  <a:lnTo>
                    <a:pt x="3573694" y="2478501"/>
                  </a:lnTo>
                  <a:lnTo>
                    <a:pt x="3573819" y="2478501"/>
                  </a:lnTo>
                  <a:lnTo>
                    <a:pt x="3573944" y="2478501"/>
                  </a:lnTo>
                  <a:lnTo>
                    <a:pt x="3574069" y="2478501"/>
                  </a:lnTo>
                  <a:lnTo>
                    <a:pt x="3574194" y="2478501"/>
                  </a:lnTo>
                  <a:lnTo>
                    <a:pt x="3574319" y="2478501"/>
                  </a:lnTo>
                  <a:lnTo>
                    <a:pt x="3574444" y="2478501"/>
                  </a:lnTo>
                  <a:lnTo>
                    <a:pt x="3574569" y="2478501"/>
                  </a:lnTo>
                  <a:lnTo>
                    <a:pt x="3574695" y="2478501"/>
                  </a:lnTo>
                  <a:lnTo>
                    <a:pt x="3574820" y="2478501"/>
                  </a:lnTo>
                  <a:lnTo>
                    <a:pt x="3574945" y="2478501"/>
                  </a:lnTo>
                  <a:lnTo>
                    <a:pt x="3575070" y="2478501"/>
                  </a:lnTo>
                  <a:lnTo>
                    <a:pt x="3575195" y="2478501"/>
                  </a:lnTo>
                  <a:lnTo>
                    <a:pt x="3575320" y="2478501"/>
                  </a:lnTo>
                  <a:lnTo>
                    <a:pt x="3575445" y="2478501"/>
                  </a:lnTo>
                  <a:lnTo>
                    <a:pt x="3575570" y="2478501"/>
                  </a:lnTo>
                  <a:lnTo>
                    <a:pt x="3575695" y="2478501"/>
                  </a:lnTo>
                  <a:lnTo>
                    <a:pt x="3575820" y="2478501"/>
                  </a:lnTo>
                  <a:lnTo>
                    <a:pt x="3575945" y="2478501"/>
                  </a:lnTo>
                  <a:lnTo>
                    <a:pt x="3576070" y="2478501"/>
                  </a:lnTo>
                  <a:lnTo>
                    <a:pt x="3576195" y="2478501"/>
                  </a:lnTo>
                  <a:lnTo>
                    <a:pt x="3576320" y="2478501"/>
                  </a:lnTo>
                  <a:lnTo>
                    <a:pt x="3576445" y="2478501"/>
                  </a:lnTo>
                  <a:lnTo>
                    <a:pt x="3576570" y="2478501"/>
                  </a:lnTo>
                  <a:lnTo>
                    <a:pt x="3576695" y="2478501"/>
                  </a:lnTo>
                  <a:lnTo>
                    <a:pt x="3576820" y="2478501"/>
                  </a:lnTo>
                  <a:lnTo>
                    <a:pt x="3576945" y="2478501"/>
                  </a:lnTo>
                  <a:lnTo>
                    <a:pt x="3577070" y="2478501"/>
                  </a:lnTo>
                  <a:lnTo>
                    <a:pt x="3577195" y="2478501"/>
                  </a:lnTo>
                  <a:lnTo>
                    <a:pt x="3577320" y="2478501"/>
                  </a:lnTo>
                  <a:lnTo>
                    <a:pt x="3577445" y="2478501"/>
                  </a:lnTo>
                  <a:lnTo>
                    <a:pt x="3577570" y="2478501"/>
                  </a:lnTo>
                  <a:lnTo>
                    <a:pt x="3577696" y="2478501"/>
                  </a:lnTo>
                  <a:lnTo>
                    <a:pt x="3577696" y="2468548"/>
                  </a:lnTo>
                  <a:lnTo>
                    <a:pt x="3577821" y="2468548"/>
                  </a:lnTo>
                  <a:lnTo>
                    <a:pt x="3577946" y="2468548"/>
                  </a:lnTo>
                  <a:lnTo>
                    <a:pt x="3578071" y="2468548"/>
                  </a:lnTo>
                  <a:lnTo>
                    <a:pt x="3578196" y="2468548"/>
                  </a:lnTo>
                  <a:lnTo>
                    <a:pt x="3578321" y="2468548"/>
                  </a:lnTo>
                  <a:lnTo>
                    <a:pt x="3578446" y="2468548"/>
                  </a:lnTo>
                  <a:lnTo>
                    <a:pt x="3578571" y="2468548"/>
                  </a:lnTo>
                  <a:lnTo>
                    <a:pt x="3578696" y="2468548"/>
                  </a:lnTo>
                  <a:lnTo>
                    <a:pt x="3578696" y="2458594"/>
                  </a:lnTo>
                  <a:lnTo>
                    <a:pt x="3578821" y="2458594"/>
                  </a:lnTo>
                  <a:lnTo>
                    <a:pt x="3578946" y="2458594"/>
                  </a:lnTo>
                  <a:lnTo>
                    <a:pt x="3579071" y="2458594"/>
                  </a:lnTo>
                  <a:lnTo>
                    <a:pt x="3579196" y="2458594"/>
                  </a:lnTo>
                  <a:lnTo>
                    <a:pt x="3579321" y="2458594"/>
                  </a:lnTo>
                  <a:lnTo>
                    <a:pt x="3579446" y="2458594"/>
                  </a:lnTo>
                  <a:lnTo>
                    <a:pt x="3579571" y="2458594"/>
                  </a:lnTo>
                  <a:lnTo>
                    <a:pt x="3579696" y="2458594"/>
                  </a:lnTo>
                  <a:lnTo>
                    <a:pt x="3579821" y="2458594"/>
                  </a:lnTo>
                  <a:lnTo>
                    <a:pt x="3579946" y="2458594"/>
                  </a:lnTo>
                  <a:lnTo>
                    <a:pt x="3580071" y="2458594"/>
                  </a:lnTo>
                  <a:lnTo>
                    <a:pt x="3580196" y="2458594"/>
                  </a:lnTo>
                  <a:lnTo>
                    <a:pt x="3580321" y="2458594"/>
                  </a:lnTo>
                  <a:lnTo>
                    <a:pt x="3580446" y="2458594"/>
                  </a:lnTo>
                  <a:lnTo>
                    <a:pt x="3580571" y="2458594"/>
                  </a:lnTo>
                  <a:lnTo>
                    <a:pt x="3580697" y="2458594"/>
                  </a:lnTo>
                  <a:lnTo>
                    <a:pt x="3580822" y="2458594"/>
                  </a:lnTo>
                  <a:lnTo>
                    <a:pt x="3580947" y="2458594"/>
                  </a:lnTo>
                  <a:lnTo>
                    <a:pt x="3581072" y="2458594"/>
                  </a:lnTo>
                  <a:lnTo>
                    <a:pt x="3581197" y="2458594"/>
                  </a:lnTo>
                  <a:lnTo>
                    <a:pt x="3581322" y="2458594"/>
                  </a:lnTo>
                  <a:lnTo>
                    <a:pt x="3581447" y="2458594"/>
                  </a:lnTo>
                  <a:lnTo>
                    <a:pt x="3581572" y="2458594"/>
                  </a:lnTo>
                  <a:lnTo>
                    <a:pt x="3581697" y="2458594"/>
                  </a:lnTo>
                  <a:lnTo>
                    <a:pt x="3581822" y="2458594"/>
                  </a:lnTo>
                  <a:lnTo>
                    <a:pt x="3581947" y="2458594"/>
                  </a:lnTo>
                  <a:lnTo>
                    <a:pt x="3582072" y="2458594"/>
                  </a:lnTo>
                  <a:lnTo>
                    <a:pt x="3582197" y="2458594"/>
                  </a:lnTo>
                  <a:lnTo>
                    <a:pt x="3582322" y="2458594"/>
                  </a:lnTo>
                  <a:lnTo>
                    <a:pt x="3582447" y="2458594"/>
                  </a:lnTo>
                  <a:lnTo>
                    <a:pt x="3582572" y="2458594"/>
                  </a:lnTo>
                  <a:lnTo>
                    <a:pt x="3582697" y="2458594"/>
                  </a:lnTo>
                  <a:lnTo>
                    <a:pt x="3582822" y="2458594"/>
                  </a:lnTo>
                  <a:lnTo>
                    <a:pt x="3582947" y="2458594"/>
                  </a:lnTo>
                  <a:lnTo>
                    <a:pt x="3583072" y="2458594"/>
                  </a:lnTo>
                  <a:lnTo>
                    <a:pt x="3583197" y="2458594"/>
                  </a:lnTo>
                  <a:lnTo>
                    <a:pt x="3583322" y="2458594"/>
                  </a:lnTo>
                  <a:lnTo>
                    <a:pt x="3583447" y="2458594"/>
                  </a:lnTo>
                  <a:lnTo>
                    <a:pt x="3583572" y="2458594"/>
                  </a:lnTo>
                  <a:lnTo>
                    <a:pt x="3583698" y="2458594"/>
                  </a:lnTo>
                  <a:lnTo>
                    <a:pt x="3583823" y="2458594"/>
                  </a:lnTo>
                  <a:lnTo>
                    <a:pt x="3583948" y="2458594"/>
                  </a:lnTo>
                  <a:lnTo>
                    <a:pt x="3584073" y="2458594"/>
                  </a:lnTo>
                  <a:lnTo>
                    <a:pt x="3584198" y="2458594"/>
                  </a:lnTo>
                  <a:lnTo>
                    <a:pt x="3584323" y="2458594"/>
                  </a:lnTo>
                  <a:lnTo>
                    <a:pt x="3584448" y="2458594"/>
                  </a:lnTo>
                  <a:lnTo>
                    <a:pt x="3584573" y="2458594"/>
                  </a:lnTo>
                  <a:lnTo>
                    <a:pt x="3584698" y="2458594"/>
                  </a:lnTo>
                  <a:lnTo>
                    <a:pt x="3584823" y="2458594"/>
                  </a:lnTo>
                  <a:lnTo>
                    <a:pt x="3584948" y="2458594"/>
                  </a:lnTo>
                  <a:lnTo>
                    <a:pt x="3585073" y="2458594"/>
                  </a:lnTo>
                  <a:lnTo>
                    <a:pt x="3585198" y="2458594"/>
                  </a:lnTo>
                  <a:lnTo>
                    <a:pt x="3585323" y="2458594"/>
                  </a:lnTo>
                  <a:lnTo>
                    <a:pt x="3585448" y="2458594"/>
                  </a:lnTo>
                  <a:lnTo>
                    <a:pt x="3585573" y="2458594"/>
                  </a:lnTo>
                  <a:lnTo>
                    <a:pt x="3585698" y="2458594"/>
                  </a:lnTo>
                  <a:lnTo>
                    <a:pt x="3585823" y="2458594"/>
                  </a:lnTo>
                  <a:lnTo>
                    <a:pt x="3585948" y="2458594"/>
                  </a:lnTo>
                  <a:lnTo>
                    <a:pt x="3586073" y="2458594"/>
                  </a:lnTo>
                  <a:lnTo>
                    <a:pt x="3586198" y="2458594"/>
                  </a:lnTo>
                  <a:lnTo>
                    <a:pt x="3586323" y="2458594"/>
                  </a:lnTo>
                  <a:lnTo>
                    <a:pt x="3586448" y="2458594"/>
                  </a:lnTo>
                  <a:lnTo>
                    <a:pt x="3586573" y="2458594"/>
                  </a:lnTo>
                  <a:lnTo>
                    <a:pt x="3586699" y="2458594"/>
                  </a:lnTo>
                  <a:lnTo>
                    <a:pt x="3586824" y="2458594"/>
                  </a:lnTo>
                  <a:lnTo>
                    <a:pt x="3586949" y="2458594"/>
                  </a:lnTo>
                  <a:lnTo>
                    <a:pt x="3587074" y="2458594"/>
                  </a:lnTo>
                  <a:lnTo>
                    <a:pt x="3587199" y="2458594"/>
                  </a:lnTo>
                  <a:lnTo>
                    <a:pt x="3587324" y="2458594"/>
                  </a:lnTo>
                  <a:lnTo>
                    <a:pt x="3587449" y="2458594"/>
                  </a:lnTo>
                  <a:lnTo>
                    <a:pt x="3587574" y="2458594"/>
                  </a:lnTo>
                  <a:lnTo>
                    <a:pt x="3587699" y="2458594"/>
                  </a:lnTo>
                  <a:lnTo>
                    <a:pt x="3587824" y="2458594"/>
                  </a:lnTo>
                  <a:lnTo>
                    <a:pt x="3587949" y="2458594"/>
                  </a:lnTo>
                  <a:lnTo>
                    <a:pt x="3588074" y="2458594"/>
                  </a:lnTo>
                  <a:lnTo>
                    <a:pt x="3588199" y="2458594"/>
                  </a:lnTo>
                  <a:lnTo>
                    <a:pt x="3588324" y="2458594"/>
                  </a:lnTo>
                  <a:lnTo>
                    <a:pt x="3588449" y="2458594"/>
                  </a:lnTo>
                  <a:lnTo>
                    <a:pt x="3588574" y="2458594"/>
                  </a:lnTo>
                  <a:lnTo>
                    <a:pt x="3588699" y="2458594"/>
                  </a:lnTo>
                  <a:lnTo>
                    <a:pt x="3588824" y="2458594"/>
                  </a:lnTo>
                  <a:lnTo>
                    <a:pt x="3588949" y="2458594"/>
                  </a:lnTo>
                  <a:lnTo>
                    <a:pt x="3589074" y="2458594"/>
                  </a:lnTo>
                  <a:lnTo>
                    <a:pt x="3589199" y="2458594"/>
                  </a:lnTo>
                  <a:lnTo>
                    <a:pt x="3589324" y="2458594"/>
                  </a:lnTo>
                  <a:lnTo>
                    <a:pt x="3589449" y="2458594"/>
                  </a:lnTo>
                  <a:lnTo>
                    <a:pt x="3589574" y="2458594"/>
                  </a:lnTo>
                  <a:lnTo>
                    <a:pt x="3589700" y="2458594"/>
                  </a:lnTo>
                  <a:lnTo>
                    <a:pt x="3589825" y="2458594"/>
                  </a:lnTo>
                  <a:lnTo>
                    <a:pt x="3589950" y="2458594"/>
                  </a:lnTo>
                  <a:lnTo>
                    <a:pt x="3590075" y="2458594"/>
                  </a:lnTo>
                  <a:lnTo>
                    <a:pt x="3590200" y="2458594"/>
                  </a:lnTo>
                  <a:lnTo>
                    <a:pt x="3590325" y="2458594"/>
                  </a:lnTo>
                  <a:lnTo>
                    <a:pt x="3590450" y="2458594"/>
                  </a:lnTo>
                  <a:lnTo>
                    <a:pt x="3590575" y="2458594"/>
                  </a:lnTo>
                  <a:lnTo>
                    <a:pt x="3590700" y="2458594"/>
                  </a:lnTo>
                  <a:lnTo>
                    <a:pt x="3590825" y="2458594"/>
                  </a:lnTo>
                  <a:lnTo>
                    <a:pt x="3590950" y="2458594"/>
                  </a:lnTo>
                  <a:lnTo>
                    <a:pt x="3591075" y="2458594"/>
                  </a:lnTo>
                  <a:lnTo>
                    <a:pt x="3591200" y="2458594"/>
                  </a:lnTo>
                  <a:lnTo>
                    <a:pt x="3591325" y="2458594"/>
                  </a:lnTo>
                  <a:lnTo>
                    <a:pt x="3591450" y="2458594"/>
                  </a:lnTo>
                  <a:lnTo>
                    <a:pt x="3591575" y="2458594"/>
                  </a:lnTo>
                  <a:lnTo>
                    <a:pt x="3591700" y="2458594"/>
                  </a:lnTo>
                  <a:lnTo>
                    <a:pt x="3591825" y="2458594"/>
                  </a:lnTo>
                  <a:lnTo>
                    <a:pt x="3591950" y="2458594"/>
                  </a:lnTo>
                  <a:lnTo>
                    <a:pt x="3592075" y="2458594"/>
                  </a:lnTo>
                  <a:lnTo>
                    <a:pt x="3592200" y="2458594"/>
                  </a:lnTo>
                  <a:lnTo>
                    <a:pt x="3592325" y="2458594"/>
                  </a:lnTo>
                  <a:lnTo>
                    <a:pt x="3592450" y="2458594"/>
                  </a:lnTo>
                  <a:lnTo>
                    <a:pt x="3592575" y="2458594"/>
                  </a:lnTo>
                  <a:lnTo>
                    <a:pt x="3592701" y="2458594"/>
                  </a:lnTo>
                  <a:lnTo>
                    <a:pt x="3592826" y="2458594"/>
                  </a:lnTo>
                  <a:lnTo>
                    <a:pt x="3592951" y="2458594"/>
                  </a:lnTo>
                  <a:lnTo>
                    <a:pt x="3593076" y="2458594"/>
                  </a:lnTo>
                  <a:lnTo>
                    <a:pt x="3593201" y="2458594"/>
                  </a:lnTo>
                  <a:lnTo>
                    <a:pt x="3593201" y="2448640"/>
                  </a:lnTo>
                  <a:lnTo>
                    <a:pt x="3593326" y="2448640"/>
                  </a:lnTo>
                  <a:lnTo>
                    <a:pt x="3593451" y="2448640"/>
                  </a:lnTo>
                  <a:lnTo>
                    <a:pt x="3593576" y="2448640"/>
                  </a:lnTo>
                  <a:lnTo>
                    <a:pt x="3593701" y="2448640"/>
                  </a:lnTo>
                  <a:lnTo>
                    <a:pt x="3593701" y="2438686"/>
                  </a:lnTo>
                  <a:lnTo>
                    <a:pt x="3593826" y="2438686"/>
                  </a:lnTo>
                  <a:lnTo>
                    <a:pt x="3593951" y="2438686"/>
                  </a:lnTo>
                  <a:lnTo>
                    <a:pt x="3594076" y="2438686"/>
                  </a:lnTo>
                  <a:lnTo>
                    <a:pt x="3594201" y="2438686"/>
                  </a:lnTo>
                  <a:lnTo>
                    <a:pt x="3594326" y="2438686"/>
                  </a:lnTo>
                  <a:lnTo>
                    <a:pt x="3594451" y="2438686"/>
                  </a:lnTo>
                  <a:lnTo>
                    <a:pt x="3594576" y="2438686"/>
                  </a:lnTo>
                  <a:lnTo>
                    <a:pt x="3594701" y="2438686"/>
                  </a:lnTo>
                  <a:lnTo>
                    <a:pt x="3594826" y="2438686"/>
                  </a:lnTo>
                  <a:lnTo>
                    <a:pt x="3594951" y="2438686"/>
                  </a:lnTo>
                  <a:lnTo>
                    <a:pt x="3595076" y="2438686"/>
                  </a:lnTo>
                  <a:lnTo>
                    <a:pt x="3595201" y="2438686"/>
                  </a:lnTo>
                  <a:lnTo>
                    <a:pt x="3595326" y="2438686"/>
                  </a:lnTo>
                  <a:lnTo>
                    <a:pt x="3595451" y="2438686"/>
                  </a:lnTo>
                  <a:lnTo>
                    <a:pt x="3595576" y="2438686"/>
                  </a:lnTo>
                  <a:lnTo>
                    <a:pt x="3595702" y="2438686"/>
                  </a:lnTo>
                  <a:lnTo>
                    <a:pt x="3595827" y="2438686"/>
                  </a:lnTo>
                  <a:lnTo>
                    <a:pt x="3595952" y="2438686"/>
                  </a:lnTo>
                  <a:lnTo>
                    <a:pt x="3596077" y="2438686"/>
                  </a:lnTo>
                  <a:lnTo>
                    <a:pt x="3596202" y="2438686"/>
                  </a:lnTo>
                  <a:lnTo>
                    <a:pt x="3596327" y="2438686"/>
                  </a:lnTo>
                  <a:lnTo>
                    <a:pt x="3596452" y="2438686"/>
                  </a:lnTo>
                  <a:lnTo>
                    <a:pt x="3596577" y="2438686"/>
                  </a:lnTo>
                  <a:lnTo>
                    <a:pt x="3596702" y="2438686"/>
                  </a:lnTo>
                  <a:lnTo>
                    <a:pt x="3596827" y="2438686"/>
                  </a:lnTo>
                  <a:lnTo>
                    <a:pt x="3596952" y="2438686"/>
                  </a:lnTo>
                  <a:lnTo>
                    <a:pt x="3597077" y="2438686"/>
                  </a:lnTo>
                  <a:lnTo>
                    <a:pt x="3597202" y="2438686"/>
                  </a:lnTo>
                  <a:lnTo>
                    <a:pt x="3597327" y="2438686"/>
                  </a:lnTo>
                  <a:lnTo>
                    <a:pt x="3597452" y="2438686"/>
                  </a:lnTo>
                  <a:lnTo>
                    <a:pt x="3597577" y="2438686"/>
                  </a:lnTo>
                  <a:lnTo>
                    <a:pt x="3597702" y="2438686"/>
                  </a:lnTo>
                  <a:lnTo>
                    <a:pt x="3597827" y="2438686"/>
                  </a:lnTo>
                  <a:lnTo>
                    <a:pt x="3597952" y="2438686"/>
                  </a:lnTo>
                  <a:lnTo>
                    <a:pt x="3598077" y="2438686"/>
                  </a:lnTo>
                  <a:lnTo>
                    <a:pt x="3598202" y="2438686"/>
                  </a:lnTo>
                  <a:lnTo>
                    <a:pt x="3598327" y="2438686"/>
                  </a:lnTo>
                  <a:lnTo>
                    <a:pt x="3598452" y="2438686"/>
                  </a:lnTo>
                  <a:lnTo>
                    <a:pt x="3598577" y="2438686"/>
                  </a:lnTo>
                  <a:lnTo>
                    <a:pt x="3598703" y="2438686"/>
                  </a:lnTo>
                  <a:lnTo>
                    <a:pt x="3598828" y="2438686"/>
                  </a:lnTo>
                  <a:lnTo>
                    <a:pt x="3598953" y="2438686"/>
                  </a:lnTo>
                  <a:lnTo>
                    <a:pt x="3599078" y="2438686"/>
                  </a:lnTo>
                  <a:lnTo>
                    <a:pt x="3599203" y="2438686"/>
                  </a:lnTo>
                  <a:lnTo>
                    <a:pt x="3599328" y="2438686"/>
                  </a:lnTo>
                  <a:lnTo>
                    <a:pt x="3599453" y="2438686"/>
                  </a:lnTo>
                  <a:lnTo>
                    <a:pt x="3599578" y="2438686"/>
                  </a:lnTo>
                  <a:lnTo>
                    <a:pt x="3599703" y="2438686"/>
                  </a:lnTo>
                  <a:lnTo>
                    <a:pt x="3599828" y="2438686"/>
                  </a:lnTo>
                  <a:lnTo>
                    <a:pt x="3599953" y="2438686"/>
                  </a:lnTo>
                  <a:lnTo>
                    <a:pt x="3600078" y="2438686"/>
                  </a:lnTo>
                  <a:lnTo>
                    <a:pt x="3600203" y="2438686"/>
                  </a:lnTo>
                  <a:lnTo>
                    <a:pt x="3600328" y="2438686"/>
                  </a:lnTo>
                  <a:lnTo>
                    <a:pt x="3600453" y="2438686"/>
                  </a:lnTo>
                  <a:lnTo>
                    <a:pt x="3600578" y="2438686"/>
                  </a:lnTo>
                  <a:lnTo>
                    <a:pt x="3600703" y="2438686"/>
                  </a:lnTo>
                  <a:lnTo>
                    <a:pt x="3600828" y="2438686"/>
                  </a:lnTo>
                  <a:lnTo>
                    <a:pt x="3600953" y="2438686"/>
                  </a:lnTo>
                  <a:lnTo>
                    <a:pt x="3601078" y="2438686"/>
                  </a:lnTo>
                  <a:lnTo>
                    <a:pt x="3601203" y="2438686"/>
                  </a:lnTo>
                  <a:lnTo>
                    <a:pt x="3601328" y="2438686"/>
                  </a:lnTo>
                  <a:lnTo>
                    <a:pt x="3601453" y="2438686"/>
                  </a:lnTo>
                  <a:lnTo>
                    <a:pt x="3601578" y="2438686"/>
                  </a:lnTo>
                  <a:lnTo>
                    <a:pt x="3601704" y="2438686"/>
                  </a:lnTo>
                  <a:lnTo>
                    <a:pt x="3601829" y="2438686"/>
                  </a:lnTo>
                  <a:lnTo>
                    <a:pt x="3601954" y="2438686"/>
                  </a:lnTo>
                  <a:lnTo>
                    <a:pt x="3602079" y="2438686"/>
                  </a:lnTo>
                  <a:lnTo>
                    <a:pt x="3602204" y="2438686"/>
                  </a:lnTo>
                  <a:lnTo>
                    <a:pt x="3602329" y="2438686"/>
                  </a:lnTo>
                  <a:lnTo>
                    <a:pt x="3602454" y="2438686"/>
                  </a:lnTo>
                  <a:lnTo>
                    <a:pt x="3602579" y="2438686"/>
                  </a:lnTo>
                  <a:lnTo>
                    <a:pt x="3602704" y="2438686"/>
                  </a:lnTo>
                  <a:lnTo>
                    <a:pt x="3602829" y="2438686"/>
                  </a:lnTo>
                  <a:lnTo>
                    <a:pt x="3602954" y="2438686"/>
                  </a:lnTo>
                  <a:lnTo>
                    <a:pt x="3603079" y="2438686"/>
                  </a:lnTo>
                  <a:lnTo>
                    <a:pt x="3603204" y="2438686"/>
                  </a:lnTo>
                  <a:lnTo>
                    <a:pt x="3603329" y="2438686"/>
                  </a:lnTo>
                  <a:lnTo>
                    <a:pt x="3603454" y="2438686"/>
                  </a:lnTo>
                  <a:lnTo>
                    <a:pt x="3603579" y="2438686"/>
                  </a:lnTo>
                  <a:lnTo>
                    <a:pt x="3603704" y="2438686"/>
                  </a:lnTo>
                  <a:lnTo>
                    <a:pt x="3603829" y="2438686"/>
                  </a:lnTo>
                  <a:lnTo>
                    <a:pt x="3603954" y="2438686"/>
                  </a:lnTo>
                  <a:lnTo>
                    <a:pt x="3604079" y="2438686"/>
                  </a:lnTo>
                  <a:lnTo>
                    <a:pt x="3604204" y="2438686"/>
                  </a:lnTo>
                  <a:lnTo>
                    <a:pt x="3604329" y="2438686"/>
                  </a:lnTo>
                  <a:lnTo>
                    <a:pt x="3604454" y="2438686"/>
                  </a:lnTo>
                  <a:lnTo>
                    <a:pt x="3604579" y="2438686"/>
                  </a:lnTo>
                  <a:lnTo>
                    <a:pt x="3604705" y="2438686"/>
                  </a:lnTo>
                  <a:lnTo>
                    <a:pt x="3604830" y="2438686"/>
                  </a:lnTo>
                  <a:lnTo>
                    <a:pt x="3604955" y="2438686"/>
                  </a:lnTo>
                  <a:lnTo>
                    <a:pt x="3605080" y="2438686"/>
                  </a:lnTo>
                  <a:lnTo>
                    <a:pt x="3605205" y="2438686"/>
                  </a:lnTo>
                  <a:lnTo>
                    <a:pt x="3605330" y="2438686"/>
                  </a:lnTo>
                  <a:lnTo>
                    <a:pt x="3605455" y="2438686"/>
                  </a:lnTo>
                  <a:lnTo>
                    <a:pt x="3605580" y="2438686"/>
                  </a:lnTo>
                  <a:lnTo>
                    <a:pt x="3605705" y="2438686"/>
                  </a:lnTo>
                  <a:lnTo>
                    <a:pt x="3605830" y="2438686"/>
                  </a:lnTo>
                  <a:lnTo>
                    <a:pt x="3605955" y="2438686"/>
                  </a:lnTo>
                  <a:lnTo>
                    <a:pt x="3606080" y="2438686"/>
                  </a:lnTo>
                  <a:lnTo>
                    <a:pt x="3606205" y="2438686"/>
                  </a:lnTo>
                  <a:lnTo>
                    <a:pt x="3606330" y="2438686"/>
                  </a:lnTo>
                  <a:lnTo>
                    <a:pt x="3606455" y="2438686"/>
                  </a:lnTo>
                  <a:lnTo>
                    <a:pt x="3606580" y="2438686"/>
                  </a:lnTo>
                  <a:lnTo>
                    <a:pt x="3606705" y="2438686"/>
                  </a:lnTo>
                  <a:lnTo>
                    <a:pt x="3606830" y="2438686"/>
                  </a:lnTo>
                  <a:lnTo>
                    <a:pt x="3606955" y="2438686"/>
                  </a:lnTo>
                  <a:lnTo>
                    <a:pt x="3607080" y="2438686"/>
                  </a:lnTo>
                  <a:lnTo>
                    <a:pt x="3607205" y="2438686"/>
                  </a:lnTo>
                  <a:lnTo>
                    <a:pt x="3607330" y="2438686"/>
                  </a:lnTo>
                  <a:lnTo>
                    <a:pt x="3607455" y="2438686"/>
                  </a:lnTo>
                  <a:lnTo>
                    <a:pt x="3607580" y="2438686"/>
                  </a:lnTo>
                  <a:lnTo>
                    <a:pt x="3607706" y="2438686"/>
                  </a:lnTo>
                  <a:lnTo>
                    <a:pt x="3607831" y="2438686"/>
                  </a:lnTo>
                  <a:lnTo>
                    <a:pt x="3607956" y="2438686"/>
                  </a:lnTo>
                  <a:lnTo>
                    <a:pt x="3608081" y="2438686"/>
                  </a:lnTo>
                  <a:lnTo>
                    <a:pt x="3608206" y="2438686"/>
                  </a:lnTo>
                  <a:lnTo>
                    <a:pt x="3608331" y="2438686"/>
                  </a:lnTo>
                  <a:lnTo>
                    <a:pt x="3608456" y="2438686"/>
                  </a:lnTo>
                  <a:lnTo>
                    <a:pt x="3608581" y="2438686"/>
                  </a:lnTo>
                  <a:lnTo>
                    <a:pt x="3608706" y="2438686"/>
                  </a:lnTo>
                  <a:lnTo>
                    <a:pt x="3608831" y="2438686"/>
                  </a:lnTo>
                  <a:lnTo>
                    <a:pt x="3608956" y="2438686"/>
                  </a:lnTo>
                  <a:lnTo>
                    <a:pt x="3609081" y="2438686"/>
                  </a:lnTo>
                  <a:lnTo>
                    <a:pt x="3609206" y="2438686"/>
                  </a:lnTo>
                  <a:lnTo>
                    <a:pt x="3609331" y="2438686"/>
                  </a:lnTo>
                  <a:lnTo>
                    <a:pt x="3609456" y="2438686"/>
                  </a:lnTo>
                  <a:lnTo>
                    <a:pt x="3609581" y="2438686"/>
                  </a:lnTo>
                  <a:lnTo>
                    <a:pt x="3609706" y="2438686"/>
                  </a:lnTo>
                  <a:lnTo>
                    <a:pt x="3609831" y="2438686"/>
                  </a:lnTo>
                  <a:lnTo>
                    <a:pt x="3609956" y="2438686"/>
                  </a:lnTo>
                  <a:lnTo>
                    <a:pt x="3610081" y="2438686"/>
                  </a:lnTo>
                  <a:lnTo>
                    <a:pt x="3610206" y="2438686"/>
                  </a:lnTo>
                  <a:lnTo>
                    <a:pt x="3610331" y="2438686"/>
                  </a:lnTo>
                  <a:lnTo>
                    <a:pt x="3610456" y="2438686"/>
                  </a:lnTo>
                  <a:lnTo>
                    <a:pt x="3610582" y="2438686"/>
                  </a:lnTo>
                  <a:lnTo>
                    <a:pt x="3610707" y="2438686"/>
                  </a:lnTo>
                  <a:lnTo>
                    <a:pt x="3610832" y="2438686"/>
                  </a:lnTo>
                  <a:lnTo>
                    <a:pt x="3610957" y="2438686"/>
                  </a:lnTo>
                  <a:lnTo>
                    <a:pt x="3611082" y="2438686"/>
                  </a:lnTo>
                  <a:lnTo>
                    <a:pt x="3611207" y="2438686"/>
                  </a:lnTo>
                  <a:lnTo>
                    <a:pt x="3611332" y="2438686"/>
                  </a:lnTo>
                  <a:lnTo>
                    <a:pt x="3611457" y="2438686"/>
                  </a:lnTo>
                  <a:lnTo>
                    <a:pt x="3611582" y="2438686"/>
                  </a:lnTo>
                  <a:lnTo>
                    <a:pt x="3611582" y="2428732"/>
                  </a:lnTo>
                  <a:lnTo>
                    <a:pt x="3611707" y="2428732"/>
                  </a:lnTo>
                  <a:lnTo>
                    <a:pt x="3611832" y="2428732"/>
                  </a:lnTo>
                  <a:lnTo>
                    <a:pt x="3611957" y="2428732"/>
                  </a:lnTo>
                  <a:lnTo>
                    <a:pt x="3612082" y="2428732"/>
                  </a:lnTo>
                  <a:lnTo>
                    <a:pt x="3612207" y="2428732"/>
                  </a:lnTo>
                  <a:lnTo>
                    <a:pt x="3612332" y="2428732"/>
                  </a:lnTo>
                  <a:lnTo>
                    <a:pt x="3612457" y="2428732"/>
                  </a:lnTo>
                  <a:lnTo>
                    <a:pt x="3612582" y="2428732"/>
                  </a:lnTo>
                  <a:lnTo>
                    <a:pt x="3612707" y="2428732"/>
                  </a:lnTo>
                  <a:lnTo>
                    <a:pt x="3612832" y="2428732"/>
                  </a:lnTo>
                  <a:lnTo>
                    <a:pt x="3612957" y="2428732"/>
                  </a:lnTo>
                  <a:lnTo>
                    <a:pt x="3613082" y="2428732"/>
                  </a:lnTo>
                  <a:lnTo>
                    <a:pt x="3613207" y="2428732"/>
                  </a:lnTo>
                  <a:lnTo>
                    <a:pt x="3613332" y="2428732"/>
                  </a:lnTo>
                  <a:lnTo>
                    <a:pt x="3613457" y="2428732"/>
                  </a:lnTo>
                  <a:lnTo>
                    <a:pt x="3613583" y="2428732"/>
                  </a:lnTo>
                  <a:lnTo>
                    <a:pt x="3613708" y="2428732"/>
                  </a:lnTo>
                  <a:lnTo>
                    <a:pt x="3613833" y="2428732"/>
                  </a:lnTo>
                  <a:lnTo>
                    <a:pt x="3613958" y="2428732"/>
                  </a:lnTo>
                  <a:lnTo>
                    <a:pt x="3614083" y="2428732"/>
                  </a:lnTo>
                  <a:lnTo>
                    <a:pt x="3614208" y="2428732"/>
                  </a:lnTo>
                  <a:lnTo>
                    <a:pt x="3614333" y="2428732"/>
                  </a:lnTo>
                  <a:lnTo>
                    <a:pt x="3614458" y="2428732"/>
                  </a:lnTo>
                  <a:lnTo>
                    <a:pt x="3614583" y="2428732"/>
                  </a:lnTo>
                  <a:lnTo>
                    <a:pt x="3614708" y="2428732"/>
                  </a:lnTo>
                  <a:lnTo>
                    <a:pt x="3614833" y="2428732"/>
                  </a:lnTo>
                  <a:lnTo>
                    <a:pt x="3614958" y="2428732"/>
                  </a:lnTo>
                  <a:lnTo>
                    <a:pt x="3615083" y="2428732"/>
                  </a:lnTo>
                  <a:lnTo>
                    <a:pt x="3615083" y="2418778"/>
                  </a:lnTo>
                  <a:lnTo>
                    <a:pt x="3615208" y="2418778"/>
                  </a:lnTo>
                  <a:lnTo>
                    <a:pt x="3615333" y="2418778"/>
                  </a:lnTo>
                  <a:lnTo>
                    <a:pt x="3615458" y="2418778"/>
                  </a:lnTo>
                  <a:lnTo>
                    <a:pt x="3615583" y="2418778"/>
                  </a:lnTo>
                  <a:lnTo>
                    <a:pt x="3615708" y="2418778"/>
                  </a:lnTo>
                  <a:lnTo>
                    <a:pt x="3615833" y="2418778"/>
                  </a:lnTo>
                  <a:lnTo>
                    <a:pt x="3615958" y="2418778"/>
                  </a:lnTo>
                  <a:lnTo>
                    <a:pt x="3616083" y="2418778"/>
                  </a:lnTo>
                  <a:lnTo>
                    <a:pt x="3616208" y="2418778"/>
                  </a:lnTo>
                  <a:lnTo>
                    <a:pt x="3616333" y="2418778"/>
                  </a:lnTo>
                  <a:lnTo>
                    <a:pt x="3616458" y="2418778"/>
                  </a:lnTo>
                  <a:lnTo>
                    <a:pt x="3616584" y="2418778"/>
                  </a:lnTo>
                  <a:lnTo>
                    <a:pt x="3616709" y="2418778"/>
                  </a:lnTo>
                  <a:lnTo>
                    <a:pt x="3616834" y="2418778"/>
                  </a:lnTo>
                  <a:lnTo>
                    <a:pt x="3616959" y="2418778"/>
                  </a:lnTo>
                  <a:lnTo>
                    <a:pt x="3617084" y="2418778"/>
                  </a:lnTo>
                  <a:lnTo>
                    <a:pt x="3617209" y="2418778"/>
                  </a:lnTo>
                  <a:lnTo>
                    <a:pt x="3617334" y="2418778"/>
                  </a:lnTo>
                  <a:lnTo>
                    <a:pt x="3617459" y="2418778"/>
                  </a:lnTo>
                  <a:lnTo>
                    <a:pt x="3617584" y="2418778"/>
                  </a:lnTo>
                  <a:lnTo>
                    <a:pt x="3617709" y="2418778"/>
                  </a:lnTo>
                  <a:lnTo>
                    <a:pt x="3617834" y="2418778"/>
                  </a:lnTo>
                  <a:lnTo>
                    <a:pt x="3617959" y="2418778"/>
                  </a:lnTo>
                  <a:lnTo>
                    <a:pt x="3618084" y="2418778"/>
                  </a:lnTo>
                  <a:lnTo>
                    <a:pt x="3618209" y="2418778"/>
                  </a:lnTo>
                  <a:lnTo>
                    <a:pt x="3618334" y="2418778"/>
                  </a:lnTo>
                  <a:lnTo>
                    <a:pt x="3618459" y="2418778"/>
                  </a:lnTo>
                  <a:lnTo>
                    <a:pt x="3618584" y="2418778"/>
                  </a:lnTo>
                  <a:lnTo>
                    <a:pt x="3618709" y="2418778"/>
                  </a:lnTo>
                  <a:lnTo>
                    <a:pt x="3618834" y="2418778"/>
                  </a:lnTo>
                  <a:lnTo>
                    <a:pt x="3618959" y="2418778"/>
                  </a:lnTo>
                  <a:lnTo>
                    <a:pt x="3619084" y="2418778"/>
                  </a:lnTo>
                  <a:lnTo>
                    <a:pt x="3619209" y="2418778"/>
                  </a:lnTo>
                  <a:lnTo>
                    <a:pt x="3619334" y="2418778"/>
                  </a:lnTo>
                  <a:lnTo>
                    <a:pt x="3619459" y="2418778"/>
                  </a:lnTo>
                  <a:lnTo>
                    <a:pt x="3619585" y="2418778"/>
                  </a:lnTo>
                  <a:lnTo>
                    <a:pt x="3619710" y="2418778"/>
                  </a:lnTo>
                  <a:lnTo>
                    <a:pt x="3619835" y="2418778"/>
                  </a:lnTo>
                  <a:lnTo>
                    <a:pt x="3619960" y="2418778"/>
                  </a:lnTo>
                  <a:lnTo>
                    <a:pt x="3620085" y="2418778"/>
                  </a:lnTo>
                  <a:lnTo>
                    <a:pt x="3620210" y="2418778"/>
                  </a:lnTo>
                  <a:lnTo>
                    <a:pt x="3620335" y="2418778"/>
                  </a:lnTo>
                  <a:lnTo>
                    <a:pt x="3620460" y="2418778"/>
                  </a:lnTo>
                  <a:lnTo>
                    <a:pt x="3620585" y="2418778"/>
                  </a:lnTo>
                  <a:lnTo>
                    <a:pt x="3620710" y="2418778"/>
                  </a:lnTo>
                  <a:lnTo>
                    <a:pt x="3620835" y="2418778"/>
                  </a:lnTo>
                  <a:lnTo>
                    <a:pt x="3620960" y="2418778"/>
                  </a:lnTo>
                  <a:lnTo>
                    <a:pt x="3621085" y="2418778"/>
                  </a:lnTo>
                  <a:lnTo>
                    <a:pt x="3621210" y="2418778"/>
                  </a:lnTo>
                  <a:lnTo>
                    <a:pt x="3621335" y="2418778"/>
                  </a:lnTo>
                  <a:lnTo>
                    <a:pt x="3621460" y="2418778"/>
                  </a:lnTo>
                  <a:lnTo>
                    <a:pt x="3621585" y="2418778"/>
                  </a:lnTo>
                  <a:lnTo>
                    <a:pt x="3621710" y="2418778"/>
                  </a:lnTo>
                  <a:lnTo>
                    <a:pt x="3621835" y="2418778"/>
                  </a:lnTo>
                  <a:lnTo>
                    <a:pt x="3621960" y="2418778"/>
                  </a:lnTo>
                  <a:lnTo>
                    <a:pt x="3622085" y="2418778"/>
                  </a:lnTo>
                  <a:lnTo>
                    <a:pt x="3622210" y="2418778"/>
                  </a:lnTo>
                  <a:lnTo>
                    <a:pt x="3622335" y="2418778"/>
                  </a:lnTo>
                  <a:lnTo>
                    <a:pt x="3622460" y="2418778"/>
                  </a:lnTo>
                  <a:lnTo>
                    <a:pt x="3622586" y="2418778"/>
                  </a:lnTo>
                  <a:lnTo>
                    <a:pt x="3622711" y="2418778"/>
                  </a:lnTo>
                  <a:lnTo>
                    <a:pt x="3622836" y="2418778"/>
                  </a:lnTo>
                  <a:lnTo>
                    <a:pt x="3622961" y="2418778"/>
                  </a:lnTo>
                  <a:lnTo>
                    <a:pt x="3623086" y="2418778"/>
                  </a:lnTo>
                  <a:lnTo>
                    <a:pt x="3623211" y="2418778"/>
                  </a:lnTo>
                  <a:lnTo>
                    <a:pt x="3623336" y="2418778"/>
                  </a:lnTo>
                  <a:lnTo>
                    <a:pt x="3623461" y="2418778"/>
                  </a:lnTo>
                  <a:lnTo>
                    <a:pt x="3623586" y="2418778"/>
                  </a:lnTo>
                  <a:lnTo>
                    <a:pt x="3623711" y="2418778"/>
                  </a:lnTo>
                  <a:lnTo>
                    <a:pt x="3623836" y="2418778"/>
                  </a:lnTo>
                  <a:lnTo>
                    <a:pt x="3623961" y="2418778"/>
                  </a:lnTo>
                  <a:lnTo>
                    <a:pt x="3624086" y="2418778"/>
                  </a:lnTo>
                  <a:lnTo>
                    <a:pt x="3624211" y="2418778"/>
                  </a:lnTo>
                  <a:lnTo>
                    <a:pt x="3624336" y="2418778"/>
                  </a:lnTo>
                  <a:lnTo>
                    <a:pt x="3624461" y="2418778"/>
                  </a:lnTo>
                  <a:lnTo>
                    <a:pt x="3624586" y="2418778"/>
                  </a:lnTo>
                  <a:lnTo>
                    <a:pt x="3624711" y="2418778"/>
                  </a:lnTo>
                  <a:lnTo>
                    <a:pt x="3624836" y="2418778"/>
                  </a:lnTo>
                  <a:lnTo>
                    <a:pt x="3624961" y="2418778"/>
                  </a:lnTo>
                  <a:lnTo>
                    <a:pt x="3625086" y="2418778"/>
                  </a:lnTo>
                  <a:lnTo>
                    <a:pt x="3625211" y="2418778"/>
                  </a:lnTo>
                  <a:lnTo>
                    <a:pt x="3625336" y="2418778"/>
                  </a:lnTo>
                  <a:lnTo>
                    <a:pt x="3625461" y="2418778"/>
                  </a:lnTo>
                  <a:lnTo>
                    <a:pt x="3625587" y="2418778"/>
                  </a:lnTo>
                  <a:lnTo>
                    <a:pt x="3625712" y="2418778"/>
                  </a:lnTo>
                  <a:lnTo>
                    <a:pt x="3625712" y="2408825"/>
                  </a:lnTo>
                  <a:lnTo>
                    <a:pt x="3625837" y="2408825"/>
                  </a:lnTo>
                  <a:lnTo>
                    <a:pt x="3625962" y="2408825"/>
                  </a:lnTo>
                  <a:lnTo>
                    <a:pt x="3626087" y="2408825"/>
                  </a:lnTo>
                  <a:lnTo>
                    <a:pt x="3626212" y="2408825"/>
                  </a:lnTo>
                  <a:lnTo>
                    <a:pt x="3626337" y="2408825"/>
                  </a:lnTo>
                  <a:lnTo>
                    <a:pt x="3626462" y="2408825"/>
                  </a:lnTo>
                  <a:lnTo>
                    <a:pt x="3626587" y="2408825"/>
                  </a:lnTo>
                  <a:lnTo>
                    <a:pt x="3626712" y="2408825"/>
                  </a:lnTo>
                  <a:lnTo>
                    <a:pt x="3626837" y="2408825"/>
                  </a:lnTo>
                  <a:lnTo>
                    <a:pt x="3626962" y="2408825"/>
                  </a:lnTo>
                  <a:lnTo>
                    <a:pt x="3627087" y="2408825"/>
                  </a:lnTo>
                  <a:lnTo>
                    <a:pt x="3627212" y="2408825"/>
                  </a:lnTo>
                  <a:lnTo>
                    <a:pt x="3627337" y="2408825"/>
                  </a:lnTo>
                  <a:lnTo>
                    <a:pt x="3627462" y="2408825"/>
                  </a:lnTo>
                  <a:lnTo>
                    <a:pt x="3627587" y="2408825"/>
                  </a:lnTo>
                  <a:lnTo>
                    <a:pt x="3627712" y="2408825"/>
                  </a:lnTo>
                  <a:lnTo>
                    <a:pt x="3627837" y="2408825"/>
                  </a:lnTo>
                  <a:lnTo>
                    <a:pt x="3627962" y="2408825"/>
                  </a:lnTo>
                  <a:lnTo>
                    <a:pt x="3628087" y="2408825"/>
                  </a:lnTo>
                  <a:lnTo>
                    <a:pt x="3628212" y="2408825"/>
                  </a:lnTo>
                  <a:lnTo>
                    <a:pt x="3628337" y="2408825"/>
                  </a:lnTo>
                  <a:lnTo>
                    <a:pt x="3628462" y="2408825"/>
                  </a:lnTo>
                  <a:lnTo>
                    <a:pt x="3628588" y="2408825"/>
                  </a:lnTo>
                  <a:lnTo>
                    <a:pt x="3628713" y="2408825"/>
                  </a:lnTo>
                  <a:lnTo>
                    <a:pt x="3628838" y="2408825"/>
                  </a:lnTo>
                  <a:lnTo>
                    <a:pt x="3628963" y="2408825"/>
                  </a:lnTo>
                  <a:lnTo>
                    <a:pt x="3629088" y="2408825"/>
                  </a:lnTo>
                  <a:lnTo>
                    <a:pt x="3629213" y="2408825"/>
                  </a:lnTo>
                  <a:lnTo>
                    <a:pt x="3629338" y="2408825"/>
                  </a:lnTo>
                  <a:lnTo>
                    <a:pt x="3629463" y="2408825"/>
                  </a:lnTo>
                  <a:lnTo>
                    <a:pt x="3629588" y="2408825"/>
                  </a:lnTo>
                  <a:lnTo>
                    <a:pt x="3629713" y="2408825"/>
                  </a:lnTo>
                  <a:lnTo>
                    <a:pt x="3629838" y="2408825"/>
                  </a:lnTo>
                  <a:lnTo>
                    <a:pt x="3629963" y="2408825"/>
                  </a:lnTo>
                  <a:lnTo>
                    <a:pt x="3630088" y="2408825"/>
                  </a:lnTo>
                  <a:lnTo>
                    <a:pt x="3630213" y="2408825"/>
                  </a:lnTo>
                  <a:lnTo>
                    <a:pt x="3630213" y="2398871"/>
                  </a:lnTo>
                  <a:lnTo>
                    <a:pt x="3630338" y="2398871"/>
                  </a:lnTo>
                  <a:lnTo>
                    <a:pt x="3630463" y="2398871"/>
                  </a:lnTo>
                  <a:lnTo>
                    <a:pt x="3630588" y="2398871"/>
                  </a:lnTo>
                  <a:lnTo>
                    <a:pt x="3630713" y="2398871"/>
                  </a:lnTo>
                  <a:lnTo>
                    <a:pt x="3630838" y="2398871"/>
                  </a:lnTo>
                  <a:lnTo>
                    <a:pt x="3630963" y="2398871"/>
                  </a:lnTo>
                  <a:lnTo>
                    <a:pt x="3631088" y="2398871"/>
                  </a:lnTo>
                  <a:lnTo>
                    <a:pt x="3631213" y="2398871"/>
                  </a:lnTo>
                  <a:lnTo>
                    <a:pt x="3631338" y="2398871"/>
                  </a:lnTo>
                  <a:lnTo>
                    <a:pt x="3631463" y="2398871"/>
                  </a:lnTo>
                  <a:lnTo>
                    <a:pt x="3631589" y="2398871"/>
                  </a:lnTo>
                  <a:lnTo>
                    <a:pt x="3631714" y="2398871"/>
                  </a:lnTo>
                  <a:lnTo>
                    <a:pt x="3631839" y="2398871"/>
                  </a:lnTo>
                  <a:lnTo>
                    <a:pt x="3631964" y="2398871"/>
                  </a:lnTo>
                  <a:lnTo>
                    <a:pt x="3632089" y="2398871"/>
                  </a:lnTo>
                  <a:lnTo>
                    <a:pt x="3632214" y="2398871"/>
                  </a:lnTo>
                  <a:lnTo>
                    <a:pt x="3632339" y="2398871"/>
                  </a:lnTo>
                  <a:lnTo>
                    <a:pt x="3632464" y="2398871"/>
                  </a:lnTo>
                  <a:lnTo>
                    <a:pt x="3632589" y="2398871"/>
                  </a:lnTo>
                  <a:lnTo>
                    <a:pt x="3632714" y="2398871"/>
                  </a:lnTo>
                  <a:lnTo>
                    <a:pt x="3632839" y="2398871"/>
                  </a:lnTo>
                  <a:lnTo>
                    <a:pt x="3632964" y="2398871"/>
                  </a:lnTo>
                  <a:lnTo>
                    <a:pt x="3633089" y="2398871"/>
                  </a:lnTo>
                  <a:lnTo>
                    <a:pt x="3633214" y="2398871"/>
                  </a:lnTo>
                  <a:lnTo>
                    <a:pt x="3633339" y="2398871"/>
                  </a:lnTo>
                  <a:lnTo>
                    <a:pt x="3633464" y="2398871"/>
                  </a:lnTo>
                  <a:lnTo>
                    <a:pt x="3633589" y="2398871"/>
                  </a:lnTo>
                  <a:lnTo>
                    <a:pt x="3633714" y="2398871"/>
                  </a:lnTo>
                  <a:lnTo>
                    <a:pt x="3633839" y="2398871"/>
                  </a:lnTo>
                  <a:lnTo>
                    <a:pt x="3633964" y="2398871"/>
                  </a:lnTo>
                  <a:lnTo>
                    <a:pt x="3634089" y="2398871"/>
                  </a:lnTo>
                  <a:lnTo>
                    <a:pt x="3634214" y="2398871"/>
                  </a:lnTo>
                  <a:lnTo>
                    <a:pt x="3634339" y="2398871"/>
                  </a:lnTo>
                  <a:lnTo>
                    <a:pt x="3634464" y="2398871"/>
                  </a:lnTo>
                  <a:lnTo>
                    <a:pt x="3634590" y="2398871"/>
                  </a:lnTo>
                  <a:lnTo>
                    <a:pt x="3634715" y="2398871"/>
                  </a:lnTo>
                  <a:lnTo>
                    <a:pt x="3634840" y="2398871"/>
                  </a:lnTo>
                  <a:lnTo>
                    <a:pt x="3634965" y="2398871"/>
                  </a:lnTo>
                  <a:lnTo>
                    <a:pt x="3635090" y="2398871"/>
                  </a:lnTo>
                  <a:lnTo>
                    <a:pt x="3635215" y="2398871"/>
                  </a:lnTo>
                  <a:lnTo>
                    <a:pt x="3635340" y="2398871"/>
                  </a:lnTo>
                  <a:lnTo>
                    <a:pt x="3635465" y="2398871"/>
                  </a:lnTo>
                  <a:lnTo>
                    <a:pt x="3635590" y="2398871"/>
                  </a:lnTo>
                  <a:lnTo>
                    <a:pt x="3635715" y="2398871"/>
                  </a:lnTo>
                  <a:lnTo>
                    <a:pt x="3635840" y="2398871"/>
                  </a:lnTo>
                  <a:lnTo>
                    <a:pt x="3635965" y="2398871"/>
                  </a:lnTo>
                  <a:lnTo>
                    <a:pt x="3636090" y="2398871"/>
                  </a:lnTo>
                  <a:lnTo>
                    <a:pt x="3636215" y="2398871"/>
                  </a:lnTo>
                  <a:lnTo>
                    <a:pt x="3636340" y="2398871"/>
                  </a:lnTo>
                  <a:lnTo>
                    <a:pt x="3636465" y="2398871"/>
                  </a:lnTo>
                  <a:lnTo>
                    <a:pt x="3636590" y="2398871"/>
                  </a:lnTo>
                  <a:lnTo>
                    <a:pt x="3636715" y="2398871"/>
                  </a:lnTo>
                  <a:lnTo>
                    <a:pt x="3636840" y="2398871"/>
                  </a:lnTo>
                  <a:lnTo>
                    <a:pt x="3636965" y="2398871"/>
                  </a:lnTo>
                  <a:lnTo>
                    <a:pt x="3637090" y="2398871"/>
                  </a:lnTo>
                  <a:lnTo>
                    <a:pt x="3637215" y="2398871"/>
                  </a:lnTo>
                  <a:lnTo>
                    <a:pt x="3637340" y="2398871"/>
                  </a:lnTo>
                  <a:lnTo>
                    <a:pt x="3637465" y="2398871"/>
                  </a:lnTo>
                  <a:lnTo>
                    <a:pt x="3637591" y="2398871"/>
                  </a:lnTo>
                  <a:lnTo>
                    <a:pt x="3637716" y="2398871"/>
                  </a:lnTo>
                  <a:lnTo>
                    <a:pt x="3637841" y="2398871"/>
                  </a:lnTo>
                  <a:lnTo>
                    <a:pt x="3637966" y="2398871"/>
                  </a:lnTo>
                  <a:lnTo>
                    <a:pt x="3638091" y="2398871"/>
                  </a:lnTo>
                  <a:lnTo>
                    <a:pt x="3638216" y="2398871"/>
                  </a:lnTo>
                  <a:lnTo>
                    <a:pt x="3638341" y="2398871"/>
                  </a:lnTo>
                  <a:lnTo>
                    <a:pt x="3638466" y="2398871"/>
                  </a:lnTo>
                  <a:lnTo>
                    <a:pt x="3638591" y="2398871"/>
                  </a:lnTo>
                  <a:lnTo>
                    <a:pt x="3638716" y="2398871"/>
                  </a:lnTo>
                  <a:lnTo>
                    <a:pt x="3638841" y="2398871"/>
                  </a:lnTo>
                  <a:lnTo>
                    <a:pt x="3638966" y="2398871"/>
                  </a:lnTo>
                  <a:lnTo>
                    <a:pt x="3639091" y="2398871"/>
                  </a:lnTo>
                  <a:lnTo>
                    <a:pt x="3639216" y="2398871"/>
                  </a:lnTo>
                  <a:lnTo>
                    <a:pt x="3639341" y="2398871"/>
                  </a:lnTo>
                  <a:lnTo>
                    <a:pt x="3639466" y="2398871"/>
                  </a:lnTo>
                  <a:lnTo>
                    <a:pt x="3639591" y="2398871"/>
                  </a:lnTo>
                  <a:lnTo>
                    <a:pt x="3639716" y="2398871"/>
                  </a:lnTo>
                  <a:lnTo>
                    <a:pt x="3639841" y="2398871"/>
                  </a:lnTo>
                  <a:lnTo>
                    <a:pt x="3639966" y="2398871"/>
                  </a:lnTo>
                  <a:lnTo>
                    <a:pt x="3640091" y="2398871"/>
                  </a:lnTo>
                  <a:lnTo>
                    <a:pt x="3640216" y="2398871"/>
                  </a:lnTo>
                  <a:lnTo>
                    <a:pt x="3640341" y="2398871"/>
                  </a:lnTo>
                  <a:lnTo>
                    <a:pt x="3640466" y="2398871"/>
                  </a:lnTo>
                  <a:lnTo>
                    <a:pt x="3640592" y="2398871"/>
                  </a:lnTo>
                  <a:lnTo>
                    <a:pt x="3640717" y="2398871"/>
                  </a:lnTo>
                  <a:lnTo>
                    <a:pt x="3640842" y="2398871"/>
                  </a:lnTo>
                  <a:lnTo>
                    <a:pt x="3640967" y="2398871"/>
                  </a:lnTo>
                  <a:lnTo>
                    <a:pt x="3641092" y="2398871"/>
                  </a:lnTo>
                  <a:lnTo>
                    <a:pt x="3641092" y="2388917"/>
                  </a:lnTo>
                  <a:lnTo>
                    <a:pt x="3641217" y="2388917"/>
                  </a:lnTo>
                  <a:lnTo>
                    <a:pt x="3641342" y="2388917"/>
                  </a:lnTo>
                  <a:lnTo>
                    <a:pt x="3641467" y="2388917"/>
                  </a:lnTo>
                  <a:lnTo>
                    <a:pt x="3641592" y="2388917"/>
                  </a:lnTo>
                  <a:lnTo>
                    <a:pt x="3641717" y="2388917"/>
                  </a:lnTo>
                  <a:lnTo>
                    <a:pt x="3641842" y="2388917"/>
                  </a:lnTo>
                  <a:lnTo>
                    <a:pt x="3641967" y="2388917"/>
                  </a:lnTo>
                  <a:lnTo>
                    <a:pt x="3642092" y="2388917"/>
                  </a:lnTo>
                  <a:lnTo>
                    <a:pt x="3642217" y="2388917"/>
                  </a:lnTo>
                  <a:lnTo>
                    <a:pt x="3642342" y="2388917"/>
                  </a:lnTo>
                  <a:lnTo>
                    <a:pt x="3642467" y="2388917"/>
                  </a:lnTo>
                  <a:lnTo>
                    <a:pt x="3642592" y="2388917"/>
                  </a:lnTo>
                  <a:lnTo>
                    <a:pt x="3642717" y="2388917"/>
                  </a:lnTo>
                  <a:lnTo>
                    <a:pt x="3642842" y="2388917"/>
                  </a:lnTo>
                  <a:lnTo>
                    <a:pt x="3642967" y="2388917"/>
                  </a:lnTo>
                  <a:lnTo>
                    <a:pt x="3643092" y="2388917"/>
                  </a:lnTo>
                  <a:lnTo>
                    <a:pt x="3643217" y="2388917"/>
                  </a:lnTo>
                  <a:lnTo>
                    <a:pt x="3643342" y="2388917"/>
                  </a:lnTo>
                  <a:lnTo>
                    <a:pt x="3643467" y="2388917"/>
                  </a:lnTo>
                  <a:lnTo>
                    <a:pt x="3643593" y="2388917"/>
                  </a:lnTo>
                  <a:lnTo>
                    <a:pt x="3643718" y="2388917"/>
                  </a:lnTo>
                  <a:lnTo>
                    <a:pt x="3643843" y="2388917"/>
                  </a:lnTo>
                  <a:lnTo>
                    <a:pt x="3643968" y="2388917"/>
                  </a:lnTo>
                  <a:lnTo>
                    <a:pt x="3644093" y="2388917"/>
                  </a:lnTo>
                  <a:lnTo>
                    <a:pt x="3644218" y="2388917"/>
                  </a:lnTo>
                  <a:lnTo>
                    <a:pt x="3644343" y="2388917"/>
                  </a:lnTo>
                  <a:lnTo>
                    <a:pt x="3644468" y="2388917"/>
                  </a:lnTo>
                  <a:lnTo>
                    <a:pt x="3644593" y="2388917"/>
                  </a:lnTo>
                  <a:lnTo>
                    <a:pt x="3644718" y="2388917"/>
                  </a:lnTo>
                  <a:lnTo>
                    <a:pt x="3644843" y="2388917"/>
                  </a:lnTo>
                  <a:lnTo>
                    <a:pt x="3644968" y="2388917"/>
                  </a:lnTo>
                  <a:lnTo>
                    <a:pt x="3645093" y="2388917"/>
                  </a:lnTo>
                  <a:lnTo>
                    <a:pt x="3645218" y="2388917"/>
                  </a:lnTo>
                  <a:lnTo>
                    <a:pt x="3645343" y="2388917"/>
                  </a:lnTo>
                  <a:lnTo>
                    <a:pt x="3645468" y="2388917"/>
                  </a:lnTo>
                  <a:lnTo>
                    <a:pt x="3645593" y="2388917"/>
                  </a:lnTo>
                  <a:lnTo>
                    <a:pt x="3645718" y="2388917"/>
                  </a:lnTo>
                  <a:lnTo>
                    <a:pt x="3645843" y="2388917"/>
                  </a:lnTo>
                  <a:lnTo>
                    <a:pt x="3645968" y="2388917"/>
                  </a:lnTo>
                  <a:lnTo>
                    <a:pt x="3646093" y="2388917"/>
                  </a:lnTo>
                  <a:lnTo>
                    <a:pt x="3646218" y="2388917"/>
                  </a:lnTo>
                  <a:lnTo>
                    <a:pt x="3646343" y="2388917"/>
                  </a:lnTo>
                  <a:lnTo>
                    <a:pt x="3646468" y="2388917"/>
                  </a:lnTo>
                  <a:lnTo>
                    <a:pt x="3646594" y="2388917"/>
                  </a:lnTo>
                  <a:lnTo>
                    <a:pt x="3646719" y="2388917"/>
                  </a:lnTo>
                  <a:lnTo>
                    <a:pt x="3646844" y="2388917"/>
                  </a:lnTo>
                  <a:lnTo>
                    <a:pt x="3646969" y="2388917"/>
                  </a:lnTo>
                  <a:lnTo>
                    <a:pt x="3647094" y="2388917"/>
                  </a:lnTo>
                  <a:lnTo>
                    <a:pt x="3647219" y="2388917"/>
                  </a:lnTo>
                  <a:lnTo>
                    <a:pt x="3647344" y="2388917"/>
                  </a:lnTo>
                  <a:lnTo>
                    <a:pt x="3647469" y="2388917"/>
                  </a:lnTo>
                  <a:lnTo>
                    <a:pt x="3647594" y="2388917"/>
                  </a:lnTo>
                  <a:lnTo>
                    <a:pt x="3647719" y="2388917"/>
                  </a:lnTo>
                  <a:lnTo>
                    <a:pt x="3647844" y="2388917"/>
                  </a:lnTo>
                  <a:lnTo>
                    <a:pt x="3647969" y="2388917"/>
                  </a:lnTo>
                  <a:lnTo>
                    <a:pt x="3648094" y="2388917"/>
                  </a:lnTo>
                  <a:lnTo>
                    <a:pt x="3648219" y="2388917"/>
                  </a:lnTo>
                  <a:lnTo>
                    <a:pt x="3648344" y="2388917"/>
                  </a:lnTo>
                  <a:lnTo>
                    <a:pt x="3648469" y="2388917"/>
                  </a:lnTo>
                  <a:lnTo>
                    <a:pt x="3648594" y="2388917"/>
                  </a:lnTo>
                  <a:lnTo>
                    <a:pt x="3648719" y="2388917"/>
                  </a:lnTo>
                  <a:lnTo>
                    <a:pt x="3648844" y="2388917"/>
                  </a:lnTo>
                  <a:lnTo>
                    <a:pt x="3648969" y="2388917"/>
                  </a:lnTo>
                  <a:lnTo>
                    <a:pt x="3649094" y="2388917"/>
                  </a:lnTo>
                  <a:lnTo>
                    <a:pt x="3649219" y="2388917"/>
                  </a:lnTo>
                  <a:lnTo>
                    <a:pt x="3649344" y="2388917"/>
                  </a:lnTo>
                  <a:lnTo>
                    <a:pt x="3649470" y="2388917"/>
                  </a:lnTo>
                  <a:lnTo>
                    <a:pt x="3649595" y="2388917"/>
                  </a:lnTo>
                  <a:lnTo>
                    <a:pt x="3649720" y="2388917"/>
                  </a:lnTo>
                  <a:lnTo>
                    <a:pt x="3649845" y="2388917"/>
                  </a:lnTo>
                  <a:lnTo>
                    <a:pt x="3649970" y="2388917"/>
                  </a:lnTo>
                  <a:lnTo>
                    <a:pt x="3650095" y="2388917"/>
                  </a:lnTo>
                  <a:lnTo>
                    <a:pt x="3650220" y="2388917"/>
                  </a:lnTo>
                  <a:lnTo>
                    <a:pt x="3650345" y="2388917"/>
                  </a:lnTo>
                  <a:lnTo>
                    <a:pt x="3650470" y="2388917"/>
                  </a:lnTo>
                  <a:lnTo>
                    <a:pt x="3650595" y="2388917"/>
                  </a:lnTo>
                  <a:lnTo>
                    <a:pt x="3650720" y="2388917"/>
                  </a:lnTo>
                  <a:lnTo>
                    <a:pt x="3650845" y="2388917"/>
                  </a:lnTo>
                  <a:lnTo>
                    <a:pt x="3650970" y="2388917"/>
                  </a:lnTo>
                  <a:lnTo>
                    <a:pt x="3651095" y="2388917"/>
                  </a:lnTo>
                  <a:lnTo>
                    <a:pt x="3651220" y="2388917"/>
                  </a:lnTo>
                  <a:lnTo>
                    <a:pt x="3651345" y="2388917"/>
                  </a:lnTo>
                  <a:lnTo>
                    <a:pt x="3651470" y="2388917"/>
                  </a:lnTo>
                  <a:lnTo>
                    <a:pt x="3651595" y="2388917"/>
                  </a:lnTo>
                  <a:lnTo>
                    <a:pt x="3651720" y="2388917"/>
                  </a:lnTo>
                  <a:lnTo>
                    <a:pt x="3651845" y="2388917"/>
                  </a:lnTo>
                  <a:lnTo>
                    <a:pt x="3651970" y="2388917"/>
                  </a:lnTo>
                  <a:lnTo>
                    <a:pt x="3652095" y="2388917"/>
                  </a:lnTo>
                  <a:lnTo>
                    <a:pt x="3652220" y="2388917"/>
                  </a:lnTo>
                  <a:lnTo>
                    <a:pt x="3652345" y="2388917"/>
                  </a:lnTo>
                  <a:lnTo>
                    <a:pt x="3652471" y="2388917"/>
                  </a:lnTo>
                  <a:lnTo>
                    <a:pt x="3652596" y="2388917"/>
                  </a:lnTo>
                  <a:lnTo>
                    <a:pt x="3652721" y="2388917"/>
                  </a:lnTo>
                  <a:lnTo>
                    <a:pt x="3652846" y="2388917"/>
                  </a:lnTo>
                  <a:lnTo>
                    <a:pt x="3652971" y="2388917"/>
                  </a:lnTo>
                  <a:lnTo>
                    <a:pt x="3653096" y="2388917"/>
                  </a:lnTo>
                  <a:lnTo>
                    <a:pt x="3653221" y="2388917"/>
                  </a:lnTo>
                  <a:lnTo>
                    <a:pt x="3653346" y="2388917"/>
                  </a:lnTo>
                  <a:lnTo>
                    <a:pt x="3653471" y="2388917"/>
                  </a:lnTo>
                  <a:lnTo>
                    <a:pt x="3653596" y="2388917"/>
                  </a:lnTo>
                  <a:lnTo>
                    <a:pt x="3653596" y="2378963"/>
                  </a:lnTo>
                  <a:lnTo>
                    <a:pt x="3653721" y="2378963"/>
                  </a:lnTo>
                  <a:lnTo>
                    <a:pt x="3653846" y="2378963"/>
                  </a:lnTo>
                  <a:lnTo>
                    <a:pt x="3653971" y="2378963"/>
                  </a:lnTo>
                  <a:lnTo>
                    <a:pt x="3654096" y="2378963"/>
                  </a:lnTo>
                  <a:lnTo>
                    <a:pt x="3654221" y="2378963"/>
                  </a:lnTo>
                  <a:lnTo>
                    <a:pt x="3654346" y="2378963"/>
                  </a:lnTo>
                  <a:lnTo>
                    <a:pt x="3654471" y="2378963"/>
                  </a:lnTo>
                  <a:lnTo>
                    <a:pt x="3654596" y="2378963"/>
                  </a:lnTo>
                  <a:lnTo>
                    <a:pt x="3654721" y="2378963"/>
                  </a:lnTo>
                  <a:lnTo>
                    <a:pt x="3654846" y="2378963"/>
                  </a:lnTo>
                  <a:lnTo>
                    <a:pt x="3654971" y="2378963"/>
                  </a:lnTo>
                  <a:lnTo>
                    <a:pt x="3655096" y="2378963"/>
                  </a:lnTo>
                  <a:lnTo>
                    <a:pt x="3655221" y="2378963"/>
                  </a:lnTo>
                  <a:lnTo>
                    <a:pt x="3655346" y="2378963"/>
                  </a:lnTo>
                  <a:lnTo>
                    <a:pt x="3655472" y="2378963"/>
                  </a:lnTo>
                  <a:lnTo>
                    <a:pt x="3655597" y="2378963"/>
                  </a:lnTo>
                  <a:lnTo>
                    <a:pt x="3655722" y="2378963"/>
                  </a:lnTo>
                  <a:lnTo>
                    <a:pt x="3655847" y="2378963"/>
                  </a:lnTo>
                  <a:lnTo>
                    <a:pt x="3655972" y="2378963"/>
                  </a:lnTo>
                  <a:lnTo>
                    <a:pt x="3656097" y="2378963"/>
                  </a:lnTo>
                  <a:lnTo>
                    <a:pt x="3656222" y="2378963"/>
                  </a:lnTo>
                  <a:lnTo>
                    <a:pt x="3656347" y="2378963"/>
                  </a:lnTo>
                  <a:lnTo>
                    <a:pt x="3656472" y="2378963"/>
                  </a:lnTo>
                  <a:lnTo>
                    <a:pt x="3656597" y="2378963"/>
                  </a:lnTo>
                  <a:lnTo>
                    <a:pt x="3656722" y="2378963"/>
                  </a:lnTo>
                  <a:lnTo>
                    <a:pt x="3656847" y="2378963"/>
                  </a:lnTo>
                  <a:lnTo>
                    <a:pt x="3656972" y="2378963"/>
                  </a:lnTo>
                  <a:lnTo>
                    <a:pt x="3657097" y="2378963"/>
                  </a:lnTo>
                  <a:lnTo>
                    <a:pt x="3657222" y="2378963"/>
                  </a:lnTo>
                  <a:lnTo>
                    <a:pt x="3657347" y="2378963"/>
                  </a:lnTo>
                  <a:lnTo>
                    <a:pt x="3657472" y="2378963"/>
                  </a:lnTo>
                  <a:lnTo>
                    <a:pt x="3657597" y="2378963"/>
                  </a:lnTo>
                  <a:lnTo>
                    <a:pt x="3657722" y="2378963"/>
                  </a:lnTo>
                  <a:lnTo>
                    <a:pt x="3657847" y="2378963"/>
                  </a:lnTo>
                  <a:lnTo>
                    <a:pt x="3657972" y="2378963"/>
                  </a:lnTo>
                  <a:lnTo>
                    <a:pt x="3658097" y="2378963"/>
                  </a:lnTo>
                  <a:lnTo>
                    <a:pt x="3658222" y="2378963"/>
                  </a:lnTo>
                  <a:lnTo>
                    <a:pt x="3658347" y="2378963"/>
                  </a:lnTo>
                  <a:lnTo>
                    <a:pt x="3658473" y="2378963"/>
                  </a:lnTo>
                  <a:lnTo>
                    <a:pt x="3658598" y="2378963"/>
                  </a:lnTo>
                  <a:lnTo>
                    <a:pt x="3658723" y="2378963"/>
                  </a:lnTo>
                  <a:lnTo>
                    <a:pt x="3658848" y="2378963"/>
                  </a:lnTo>
                  <a:lnTo>
                    <a:pt x="3658973" y="2378963"/>
                  </a:lnTo>
                  <a:lnTo>
                    <a:pt x="3659098" y="2378963"/>
                  </a:lnTo>
                  <a:lnTo>
                    <a:pt x="3659223" y="2378963"/>
                  </a:lnTo>
                  <a:lnTo>
                    <a:pt x="3659348" y="2378963"/>
                  </a:lnTo>
                  <a:lnTo>
                    <a:pt x="3659473" y="2378963"/>
                  </a:lnTo>
                  <a:lnTo>
                    <a:pt x="3659598" y="2378963"/>
                  </a:lnTo>
                  <a:lnTo>
                    <a:pt x="3659723" y="2378963"/>
                  </a:lnTo>
                  <a:lnTo>
                    <a:pt x="3659848" y="2378963"/>
                  </a:lnTo>
                  <a:lnTo>
                    <a:pt x="3659973" y="2378963"/>
                  </a:lnTo>
                  <a:lnTo>
                    <a:pt x="3660098" y="2378963"/>
                  </a:lnTo>
                  <a:lnTo>
                    <a:pt x="3660223" y="2378963"/>
                  </a:lnTo>
                  <a:lnTo>
                    <a:pt x="3660348" y="2378963"/>
                  </a:lnTo>
                  <a:lnTo>
                    <a:pt x="3660473" y="2378963"/>
                  </a:lnTo>
                  <a:lnTo>
                    <a:pt x="3660598" y="2378963"/>
                  </a:lnTo>
                  <a:lnTo>
                    <a:pt x="3660723" y="2378963"/>
                  </a:lnTo>
                  <a:lnTo>
                    <a:pt x="3660848" y="2378963"/>
                  </a:lnTo>
                  <a:lnTo>
                    <a:pt x="3660973" y="2378963"/>
                  </a:lnTo>
                  <a:lnTo>
                    <a:pt x="3661098" y="2378963"/>
                  </a:lnTo>
                  <a:lnTo>
                    <a:pt x="3661223" y="2378963"/>
                  </a:lnTo>
                  <a:lnTo>
                    <a:pt x="3661348" y="2378963"/>
                  </a:lnTo>
                  <a:lnTo>
                    <a:pt x="3661474" y="2378963"/>
                  </a:lnTo>
                  <a:lnTo>
                    <a:pt x="3661599" y="2378963"/>
                  </a:lnTo>
                  <a:lnTo>
                    <a:pt x="3661724" y="2378963"/>
                  </a:lnTo>
                  <a:lnTo>
                    <a:pt x="3661849" y="2378963"/>
                  </a:lnTo>
                  <a:lnTo>
                    <a:pt x="3661974" y="2378963"/>
                  </a:lnTo>
                  <a:lnTo>
                    <a:pt x="3662099" y="2378963"/>
                  </a:lnTo>
                  <a:lnTo>
                    <a:pt x="3662224" y="2378963"/>
                  </a:lnTo>
                  <a:lnTo>
                    <a:pt x="3662349" y="2378963"/>
                  </a:lnTo>
                  <a:lnTo>
                    <a:pt x="3662474" y="2378963"/>
                  </a:lnTo>
                  <a:lnTo>
                    <a:pt x="3662599" y="2378963"/>
                  </a:lnTo>
                  <a:lnTo>
                    <a:pt x="3662724" y="2378963"/>
                  </a:lnTo>
                  <a:lnTo>
                    <a:pt x="3662849" y="2378963"/>
                  </a:lnTo>
                  <a:lnTo>
                    <a:pt x="3662974" y="2378963"/>
                  </a:lnTo>
                  <a:lnTo>
                    <a:pt x="3663099" y="2378963"/>
                  </a:lnTo>
                  <a:lnTo>
                    <a:pt x="3663224" y="2378963"/>
                  </a:lnTo>
                  <a:lnTo>
                    <a:pt x="3663349" y="2378963"/>
                  </a:lnTo>
                  <a:lnTo>
                    <a:pt x="3663474" y="2378963"/>
                  </a:lnTo>
                  <a:lnTo>
                    <a:pt x="3663599" y="2378963"/>
                  </a:lnTo>
                  <a:lnTo>
                    <a:pt x="3663724" y="2378963"/>
                  </a:lnTo>
                  <a:lnTo>
                    <a:pt x="3663849" y="2378963"/>
                  </a:lnTo>
                  <a:lnTo>
                    <a:pt x="3663974" y="2378963"/>
                  </a:lnTo>
                  <a:lnTo>
                    <a:pt x="3664099" y="2378963"/>
                  </a:lnTo>
                  <a:lnTo>
                    <a:pt x="3664224" y="2378963"/>
                  </a:lnTo>
                  <a:lnTo>
                    <a:pt x="3664349" y="2378963"/>
                  </a:lnTo>
                  <a:lnTo>
                    <a:pt x="3664475" y="2378963"/>
                  </a:lnTo>
                  <a:lnTo>
                    <a:pt x="3664600" y="2378963"/>
                  </a:lnTo>
                  <a:lnTo>
                    <a:pt x="3664725" y="2378963"/>
                  </a:lnTo>
                  <a:lnTo>
                    <a:pt x="3664850" y="2378963"/>
                  </a:lnTo>
                  <a:lnTo>
                    <a:pt x="3664975" y="2378963"/>
                  </a:lnTo>
                  <a:lnTo>
                    <a:pt x="3665100" y="2378963"/>
                  </a:lnTo>
                  <a:lnTo>
                    <a:pt x="3665225" y="2378963"/>
                  </a:lnTo>
                  <a:lnTo>
                    <a:pt x="3665350" y="2378963"/>
                  </a:lnTo>
                  <a:lnTo>
                    <a:pt x="3665475" y="2378963"/>
                  </a:lnTo>
                  <a:lnTo>
                    <a:pt x="3665600" y="2378963"/>
                  </a:lnTo>
                  <a:lnTo>
                    <a:pt x="3665725" y="2378963"/>
                  </a:lnTo>
                  <a:lnTo>
                    <a:pt x="3665850" y="2378963"/>
                  </a:lnTo>
                  <a:lnTo>
                    <a:pt x="3665975" y="2378963"/>
                  </a:lnTo>
                  <a:lnTo>
                    <a:pt x="3666100" y="2378963"/>
                  </a:lnTo>
                  <a:lnTo>
                    <a:pt x="3666225" y="2378963"/>
                  </a:lnTo>
                  <a:lnTo>
                    <a:pt x="3666350" y="2378963"/>
                  </a:lnTo>
                  <a:lnTo>
                    <a:pt x="3666475" y="2378963"/>
                  </a:lnTo>
                  <a:lnTo>
                    <a:pt x="3666600" y="2378963"/>
                  </a:lnTo>
                  <a:lnTo>
                    <a:pt x="3666725" y="2378963"/>
                  </a:lnTo>
                  <a:lnTo>
                    <a:pt x="3666850" y="2378963"/>
                  </a:lnTo>
                  <a:lnTo>
                    <a:pt x="3666975" y="2378963"/>
                  </a:lnTo>
                  <a:lnTo>
                    <a:pt x="3667100" y="2378963"/>
                  </a:lnTo>
                  <a:lnTo>
                    <a:pt x="3667225" y="2378963"/>
                  </a:lnTo>
                  <a:lnTo>
                    <a:pt x="3667350" y="2378963"/>
                  </a:lnTo>
                  <a:lnTo>
                    <a:pt x="3667476" y="2378963"/>
                  </a:lnTo>
                  <a:lnTo>
                    <a:pt x="3667601" y="2378963"/>
                  </a:lnTo>
                  <a:lnTo>
                    <a:pt x="3667726" y="2378963"/>
                  </a:lnTo>
                  <a:lnTo>
                    <a:pt x="3667851" y="2378963"/>
                  </a:lnTo>
                  <a:lnTo>
                    <a:pt x="3667976" y="2378963"/>
                  </a:lnTo>
                  <a:lnTo>
                    <a:pt x="3668101" y="2378963"/>
                  </a:lnTo>
                  <a:lnTo>
                    <a:pt x="3668226" y="2378963"/>
                  </a:lnTo>
                  <a:lnTo>
                    <a:pt x="3668351" y="2378963"/>
                  </a:lnTo>
                  <a:lnTo>
                    <a:pt x="3668476" y="2378963"/>
                  </a:lnTo>
                  <a:lnTo>
                    <a:pt x="3668601" y="2378963"/>
                  </a:lnTo>
                  <a:lnTo>
                    <a:pt x="3668601" y="2369009"/>
                  </a:lnTo>
                  <a:lnTo>
                    <a:pt x="3668726" y="2369009"/>
                  </a:lnTo>
                  <a:lnTo>
                    <a:pt x="3668851" y="2369009"/>
                  </a:lnTo>
                  <a:lnTo>
                    <a:pt x="3668976" y="2369009"/>
                  </a:lnTo>
                  <a:lnTo>
                    <a:pt x="3669101" y="2369009"/>
                  </a:lnTo>
                  <a:lnTo>
                    <a:pt x="3669226" y="2369009"/>
                  </a:lnTo>
                  <a:lnTo>
                    <a:pt x="3669351" y="2369009"/>
                  </a:lnTo>
                  <a:lnTo>
                    <a:pt x="3669476" y="2369009"/>
                  </a:lnTo>
                  <a:lnTo>
                    <a:pt x="3669601" y="2369009"/>
                  </a:lnTo>
                  <a:lnTo>
                    <a:pt x="3669726" y="2369009"/>
                  </a:lnTo>
                  <a:lnTo>
                    <a:pt x="3669851" y="2369009"/>
                  </a:lnTo>
                  <a:lnTo>
                    <a:pt x="3669976" y="2369009"/>
                  </a:lnTo>
                  <a:lnTo>
                    <a:pt x="3670101" y="2369009"/>
                  </a:lnTo>
                  <a:lnTo>
                    <a:pt x="3670226" y="2369009"/>
                  </a:lnTo>
                  <a:lnTo>
                    <a:pt x="3670351" y="2369009"/>
                  </a:lnTo>
                  <a:lnTo>
                    <a:pt x="3670477" y="2369009"/>
                  </a:lnTo>
                  <a:lnTo>
                    <a:pt x="3670602" y="2369009"/>
                  </a:lnTo>
                  <a:lnTo>
                    <a:pt x="3670727" y="2369009"/>
                  </a:lnTo>
                  <a:lnTo>
                    <a:pt x="3670852" y="2369009"/>
                  </a:lnTo>
                  <a:lnTo>
                    <a:pt x="3670977" y="2369009"/>
                  </a:lnTo>
                  <a:lnTo>
                    <a:pt x="3671102" y="2369009"/>
                  </a:lnTo>
                  <a:lnTo>
                    <a:pt x="3671227" y="2369009"/>
                  </a:lnTo>
                  <a:lnTo>
                    <a:pt x="3671352" y="2369009"/>
                  </a:lnTo>
                  <a:lnTo>
                    <a:pt x="3671477" y="2369009"/>
                  </a:lnTo>
                  <a:lnTo>
                    <a:pt x="3671602" y="2369009"/>
                  </a:lnTo>
                  <a:lnTo>
                    <a:pt x="3671727" y="2369009"/>
                  </a:lnTo>
                  <a:lnTo>
                    <a:pt x="3671852" y="2369009"/>
                  </a:lnTo>
                  <a:lnTo>
                    <a:pt x="3671977" y="2369009"/>
                  </a:lnTo>
                  <a:lnTo>
                    <a:pt x="3672102" y="2369009"/>
                  </a:lnTo>
                  <a:lnTo>
                    <a:pt x="3672227" y="2369009"/>
                  </a:lnTo>
                  <a:lnTo>
                    <a:pt x="3672352" y="2369009"/>
                  </a:lnTo>
                  <a:lnTo>
                    <a:pt x="3672477" y="2369009"/>
                  </a:lnTo>
                  <a:lnTo>
                    <a:pt x="3672602" y="2369009"/>
                  </a:lnTo>
                  <a:lnTo>
                    <a:pt x="3672727" y="2369009"/>
                  </a:lnTo>
                  <a:lnTo>
                    <a:pt x="3672852" y="2369009"/>
                  </a:lnTo>
                  <a:lnTo>
                    <a:pt x="3672977" y="2369009"/>
                  </a:lnTo>
                  <a:lnTo>
                    <a:pt x="3673102" y="2369009"/>
                  </a:lnTo>
                  <a:lnTo>
                    <a:pt x="3673227" y="2369009"/>
                  </a:lnTo>
                  <a:lnTo>
                    <a:pt x="3673352" y="2369009"/>
                  </a:lnTo>
                  <a:lnTo>
                    <a:pt x="3673478" y="2369009"/>
                  </a:lnTo>
                  <a:lnTo>
                    <a:pt x="3673603" y="2369009"/>
                  </a:lnTo>
                  <a:lnTo>
                    <a:pt x="3673728" y="2369009"/>
                  </a:lnTo>
                  <a:lnTo>
                    <a:pt x="3673853" y="2369009"/>
                  </a:lnTo>
                  <a:lnTo>
                    <a:pt x="3673978" y="2369009"/>
                  </a:lnTo>
                  <a:lnTo>
                    <a:pt x="3674103" y="2369009"/>
                  </a:lnTo>
                  <a:lnTo>
                    <a:pt x="3674228" y="2369009"/>
                  </a:lnTo>
                  <a:lnTo>
                    <a:pt x="3674353" y="2369009"/>
                  </a:lnTo>
                  <a:lnTo>
                    <a:pt x="3674478" y="2369009"/>
                  </a:lnTo>
                  <a:lnTo>
                    <a:pt x="3674603" y="2369009"/>
                  </a:lnTo>
                  <a:lnTo>
                    <a:pt x="3674728" y="2369009"/>
                  </a:lnTo>
                  <a:lnTo>
                    <a:pt x="3674853" y="2369009"/>
                  </a:lnTo>
                  <a:lnTo>
                    <a:pt x="3674978" y="2369009"/>
                  </a:lnTo>
                  <a:lnTo>
                    <a:pt x="3675103" y="2369009"/>
                  </a:lnTo>
                  <a:lnTo>
                    <a:pt x="3675228" y="2369009"/>
                  </a:lnTo>
                  <a:lnTo>
                    <a:pt x="3675353" y="2369009"/>
                  </a:lnTo>
                  <a:lnTo>
                    <a:pt x="3675478" y="2369009"/>
                  </a:lnTo>
                  <a:lnTo>
                    <a:pt x="3675603" y="2369009"/>
                  </a:lnTo>
                  <a:lnTo>
                    <a:pt x="3675728" y="2369009"/>
                  </a:lnTo>
                  <a:lnTo>
                    <a:pt x="3675853" y="2369009"/>
                  </a:lnTo>
                  <a:lnTo>
                    <a:pt x="3675978" y="2369009"/>
                  </a:lnTo>
                  <a:lnTo>
                    <a:pt x="3676103" y="2369009"/>
                  </a:lnTo>
                  <a:lnTo>
                    <a:pt x="3676228" y="2369009"/>
                  </a:lnTo>
                  <a:lnTo>
                    <a:pt x="3676353" y="2369009"/>
                  </a:lnTo>
                  <a:lnTo>
                    <a:pt x="3676479" y="2369009"/>
                  </a:lnTo>
                  <a:lnTo>
                    <a:pt x="3676604" y="2369009"/>
                  </a:lnTo>
                  <a:lnTo>
                    <a:pt x="3676729" y="2369009"/>
                  </a:lnTo>
                  <a:lnTo>
                    <a:pt x="3676854" y="2369009"/>
                  </a:lnTo>
                  <a:lnTo>
                    <a:pt x="3676979" y="2369009"/>
                  </a:lnTo>
                  <a:lnTo>
                    <a:pt x="3677104" y="2369009"/>
                  </a:lnTo>
                  <a:lnTo>
                    <a:pt x="3677229" y="2369009"/>
                  </a:lnTo>
                  <a:lnTo>
                    <a:pt x="3677354" y="2369009"/>
                  </a:lnTo>
                  <a:lnTo>
                    <a:pt x="3677479" y="2369009"/>
                  </a:lnTo>
                  <a:lnTo>
                    <a:pt x="3677604" y="2369009"/>
                  </a:lnTo>
                  <a:lnTo>
                    <a:pt x="3677729" y="2369009"/>
                  </a:lnTo>
                  <a:lnTo>
                    <a:pt x="3677854" y="2369009"/>
                  </a:lnTo>
                  <a:lnTo>
                    <a:pt x="3677979" y="2369009"/>
                  </a:lnTo>
                  <a:lnTo>
                    <a:pt x="3678104" y="2369009"/>
                  </a:lnTo>
                  <a:lnTo>
                    <a:pt x="3678229" y="2369009"/>
                  </a:lnTo>
                  <a:lnTo>
                    <a:pt x="3678354" y="2369009"/>
                  </a:lnTo>
                  <a:lnTo>
                    <a:pt x="3678479" y="2369009"/>
                  </a:lnTo>
                  <a:lnTo>
                    <a:pt x="3678604" y="2369009"/>
                  </a:lnTo>
                  <a:lnTo>
                    <a:pt x="3678729" y="2369009"/>
                  </a:lnTo>
                  <a:lnTo>
                    <a:pt x="3678854" y="2369009"/>
                  </a:lnTo>
                  <a:lnTo>
                    <a:pt x="3678979" y="2369009"/>
                  </a:lnTo>
                  <a:lnTo>
                    <a:pt x="3679104" y="2369009"/>
                  </a:lnTo>
                  <a:lnTo>
                    <a:pt x="3679229" y="2369009"/>
                  </a:lnTo>
                  <a:lnTo>
                    <a:pt x="3679354" y="2369009"/>
                  </a:lnTo>
                  <a:lnTo>
                    <a:pt x="3679480" y="2369009"/>
                  </a:lnTo>
                  <a:lnTo>
                    <a:pt x="3679605" y="2369009"/>
                  </a:lnTo>
                  <a:lnTo>
                    <a:pt x="3679730" y="2369009"/>
                  </a:lnTo>
                  <a:lnTo>
                    <a:pt x="3679855" y="2369009"/>
                  </a:lnTo>
                  <a:lnTo>
                    <a:pt x="3679980" y="2369009"/>
                  </a:lnTo>
                  <a:lnTo>
                    <a:pt x="3680105" y="2369009"/>
                  </a:lnTo>
                  <a:lnTo>
                    <a:pt x="3680230" y="2369009"/>
                  </a:lnTo>
                  <a:lnTo>
                    <a:pt x="3680355" y="2369009"/>
                  </a:lnTo>
                  <a:lnTo>
                    <a:pt x="3680480" y="2369009"/>
                  </a:lnTo>
                  <a:lnTo>
                    <a:pt x="3680605" y="2369009"/>
                  </a:lnTo>
                  <a:lnTo>
                    <a:pt x="3680730" y="2369009"/>
                  </a:lnTo>
                  <a:lnTo>
                    <a:pt x="3680855" y="2369009"/>
                  </a:lnTo>
                  <a:lnTo>
                    <a:pt x="3680980" y="2369009"/>
                  </a:lnTo>
                  <a:lnTo>
                    <a:pt x="3681105" y="2369009"/>
                  </a:lnTo>
                  <a:lnTo>
                    <a:pt x="3681230" y="2369009"/>
                  </a:lnTo>
                  <a:lnTo>
                    <a:pt x="3681355" y="2369009"/>
                  </a:lnTo>
                  <a:lnTo>
                    <a:pt x="3681480" y="2369009"/>
                  </a:lnTo>
                  <a:lnTo>
                    <a:pt x="3681605" y="2369009"/>
                  </a:lnTo>
                  <a:lnTo>
                    <a:pt x="3681730" y="2369009"/>
                  </a:lnTo>
                  <a:lnTo>
                    <a:pt x="3681855" y="2369009"/>
                  </a:lnTo>
                  <a:lnTo>
                    <a:pt x="3681980" y="2369009"/>
                  </a:lnTo>
                  <a:lnTo>
                    <a:pt x="3682105" y="2369009"/>
                  </a:lnTo>
                  <a:lnTo>
                    <a:pt x="3682230" y="2369009"/>
                  </a:lnTo>
                  <a:lnTo>
                    <a:pt x="3682355" y="2369009"/>
                  </a:lnTo>
                  <a:lnTo>
                    <a:pt x="3682481" y="2369009"/>
                  </a:lnTo>
                  <a:lnTo>
                    <a:pt x="3682606" y="2369009"/>
                  </a:lnTo>
                  <a:lnTo>
                    <a:pt x="3682731" y="2369009"/>
                  </a:lnTo>
                  <a:lnTo>
                    <a:pt x="3682856" y="2369009"/>
                  </a:lnTo>
                  <a:lnTo>
                    <a:pt x="3682981" y="2369009"/>
                  </a:lnTo>
                  <a:lnTo>
                    <a:pt x="3683106" y="2369009"/>
                  </a:lnTo>
                  <a:lnTo>
                    <a:pt x="3683231" y="2369009"/>
                  </a:lnTo>
                  <a:lnTo>
                    <a:pt x="3683356" y="2369009"/>
                  </a:lnTo>
                  <a:lnTo>
                    <a:pt x="3683481" y="2369009"/>
                  </a:lnTo>
                  <a:lnTo>
                    <a:pt x="3683606" y="2369009"/>
                  </a:lnTo>
                  <a:lnTo>
                    <a:pt x="3683731" y="2369009"/>
                  </a:lnTo>
                  <a:lnTo>
                    <a:pt x="3683856" y="2369009"/>
                  </a:lnTo>
                  <a:lnTo>
                    <a:pt x="3683981" y="2369009"/>
                  </a:lnTo>
                  <a:lnTo>
                    <a:pt x="3684106" y="2369009"/>
                  </a:lnTo>
                  <a:lnTo>
                    <a:pt x="3684231" y="2369009"/>
                  </a:lnTo>
                  <a:lnTo>
                    <a:pt x="3684356" y="2369009"/>
                  </a:lnTo>
                  <a:lnTo>
                    <a:pt x="3684481" y="2369009"/>
                  </a:lnTo>
                  <a:lnTo>
                    <a:pt x="3684606" y="2369009"/>
                  </a:lnTo>
                  <a:lnTo>
                    <a:pt x="3684731" y="2369009"/>
                  </a:lnTo>
                  <a:lnTo>
                    <a:pt x="3684856" y="2369009"/>
                  </a:lnTo>
                  <a:lnTo>
                    <a:pt x="3684981" y="2369009"/>
                  </a:lnTo>
                  <a:lnTo>
                    <a:pt x="3685106" y="2369009"/>
                  </a:lnTo>
                  <a:lnTo>
                    <a:pt x="3685231" y="2369009"/>
                  </a:lnTo>
                  <a:lnTo>
                    <a:pt x="3685356" y="2369009"/>
                  </a:lnTo>
                  <a:lnTo>
                    <a:pt x="3685482" y="2369009"/>
                  </a:lnTo>
                  <a:lnTo>
                    <a:pt x="3685607" y="2369009"/>
                  </a:lnTo>
                  <a:lnTo>
                    <a:pt x="3685732" y="2369009"/>
                  </a:lnTo>
                  <a:lnTo>
                    <a:pt x="3685857" y="2369009"/>
                  </a:lnTo>
                  <a:lnTo>
                    <a:pt x="3685982" y="2369009"/>
                  </a:lnTo>
                  <a:lnTo>
                    <a:pt x="3686107" y="2369009"/>
                  </a:lnTo>
                  <a:lnTo>
                    <a:pt x="3686232" y="2369009"/>
                  </a:lnTo>
                  <a:lnTo>
                    <a:pt x="3686357" y="2369009"/>
                  </a:lnTo>
                  <a:lnTo>
                    <a:pt x="3686482" y="2369009"/>
                  </a:lnTo>
                  <a:lnTo>
                    <a:pt x="3686607" y="2369009"/>
                  </a:lnTo>
                  <a:lnTo>
                    <a:pt x="3686732" y="2369009"/>
                  </a:lnTo>
                  <a:lnTo>
                    <a:pt x="3686857" y="2369009"/>
                  </a:lnTo>
                  <a:lnTo>
                    <a:pt x="3686982" y="2369009"/>
                  </a:lnTo>
                  <a:lnTo>
                    <a:pt x="3687107" y="2369009"/>
                  </a:lnTo>
                  <a:lnTo>
                    <a:pt x="3687232" y="2369009"/>
                  </a:lnTo>
                  <a:lnTo>
                    <a:pt x="3687357" y="2369009"/>
                  </a:lnTo>
                  <a:lnTo>
                    <a:pt x="3687482" y="2369009"/>
                  </a:lnTo>
                  <a:lnTo>
                    <a:pt x="3687607" y="2369009"/>
                  </a:lnTo>
                  <a:lnTo>
                    <a:pt x="3687732" y="2369009"/>
                  </a:lnTo>
                  <a:lnTo>
                    <a:pt x="3687857" y="2369009"/>
                  </a:lnTo>
                  <a:lnTo>
                    <a:pt x="3687982" y="2369009"/>
                  </a:lnTo>
                  <a:lnTo>
                    <a:pt x="3688107" y="2369009"/>
                  </a:lnTo>
                  <a:lnTo>
                    <a:pt x="3688232" y="2369009"/>
                  </a:lnTo>
                  <a:lnTo>
                    <a:pt x="3688358" y="2369009"/>
                  </a:lnTo>
                  <a:lnTo>
                    <a:pt x="3688483" y="2369009"/>
                  </a:lnTo>
                  <a:lnTo>
                    <a:pt x="3688608" y="2369009"/>
                  </a:lnTo>
                  <a:lnTo>
                    <a:pt x="3688733" y="2369009"/>
                  </a:lnTo>
                  <a:lnTo>
                    <a:pt x="3688858" y="2369009"/>
                  </a:lnTo>
                  <a:lnTo>
                    <a:pt x="3688983" y="2369009"/>
                  </a:lnTo>
                  <a:lnTo>
                    <a:pt x="3689108" y="2369009"/>
                  </a:lnTo>
                  <a:lnTo>
                    <a:pt x="3689233" y="2369009"/>
                  </a:lnTo>
                  <a:lnTo>
                    <a:pt x="3689358" y="2369009"/>
                  </a:lnTo>
                  <a:lnTo>
                    <a:pt x="3689483" y="2369009"/>
                  </a:lnTo>
                  <a:lnTo>
                    <a:pt x="3689608" y="2369009"/>
                  </a:lnTo>
                  <a:lnTo>
                    <a:pt x="3689733" y="2369009"/>
                  </a:lnTo>
                  <a:lnTo>
                    <a:pt x="3689858" y="2369009"/>
                  </a:lnTo>
                  <a:lnTo>
                    <a:pt x="3689983" y="2369009"/>
                  </a:lnTo>
                  <a:lnTo>
                    <a:pt x="3690108" y="2369009"/>
                  </a:lnTo>
                  <a:lnTo>
                    <a:pt x="3690233" y="2369009"/>
                  </a:lnTo>
                  <a:lnTo>
                    <a:pt x="3690358" y="2369009"/>
                  </a:lnTo>
                  <a:lnTo>
                    <a:pt x="3690483" y="2369009"/>
                  </a:lnTo>
                  <a:lnTo>
                    <a:pt x="3690608" y="2369009"/>
                  </a:lnTo>
                  <a:lnTo>
                    <a:pt x="3690733" y="2369009"/>
                  </a:lnTo>
                  <a:lnTo>
                    <a:pt x="3690858" y="2369009"/>
                  </a:lnTo>
                  <a:lnTo>
                    <a:pt x="3690983" y="2369009"/>
                  </a:lnTo>
                  <a:lnTo>
                    <a:pt x="3691108" y="2369009"/>
                  </a:lnTo>
                  <a:lnTo>
                    <a:pt x="3691233" y="2369009"/>
                  </a:lnTo>
                  <a:lnTo>
                    <a:pt x="3691359" y="2369009"/>
                  </a:lnTo>
                  <a:lnTo>
                    <a:pt x="3691484" y="2369009"/>
                  </a:lnTo>
                  <a:lnTo>
                    <a:pt x="3691609" y="2369009"/>
                  </a:lnTo>
                  <a:lnTo>
                    <a:pt x="3691734" y="2369009"/>
                  </a:lnTo>
                  <a:lnTo>
                    <a:pt x="3691859" y="2369009"/>
                  </a:lnTo>
                  <a:lnTo>
                    <a:pt x="3691984" y="2369009"/>
                  </a:lnTo>
                  <a:lnTo>
                    <a:pt x="3692109" y="2369009"/>
                  </a:lnTo>
                  <a:lnTo>
                    <a:pt x="3692234" y="2369009"/>
                  </a:lnTo>
                  <a:lnTo>
                    <a:pt x="3692359" y="2369009"/>
                  </a:lnTo>
                  <a:lnTo>
                    <a:pt x="3692484" y="2369009"/>
                  </a:lnTo>
                  <a:lnTo>
                    <a:pt x="3692609" y="2369009"/>
                  </a:lnTo>
                  <a:lnTo>
                    <a:pt x="3692734" y="2369009"/>
                  </a:lnTo>
                  <a:lnTo>
                    <a:pt x="3692859" y="2369009"/>
                  </a:lnTo>
                  <a:lnTo>
                    <a:pt x="3692984" y="2369009"/>
                  </a:lnTo>
                  <a:lnTo>
                    <a:pt x="3693109" y="2369009"/>
                  </a:lnTo>
                  <a:lnTo>
                    <a:pt x="3693234" y="2369009"/>
                  </a:lnTo>
                  <a:lnTo>
                    <a:pt x="3693359" y="2369009"/>
                  </a:lnTo>
                  <a:lnTo>
                    <a:pt x="3693484" y="2369009"/>
                  </a:lnTo>
                  <a:lnTo>
                    <a:pt x="3693609" y="2369009"/>
                  </a:lnTo>
                  <a:lnTo>
                    <a:pt x="3693734" y="2369009"/>
                  </a:lnTo>
                  <a:lnTo>
                    <a:pt x="3693859" y="2369009"/>
                  </a:lnTo>
                  <a:lnTo>
                    <a:pt x="3693984" y="2369009"/>
                  </a:lnTo>
                  <a:lnTo>
                    <a:pt x="3694109" y="2369009"/>
                  </a:lnTo>
                  <a:lnTo>
                    <a:pt x="3694234" y="2369009"/>
                  </a:lnTo>
                  <a:lnTo>
                    <a:pt x="3694360" y="2369009"/>
                  </a:lnTo>
                  <a:lnTo>
                    <a:pt x="3694485" y="2369009"/>
                  </a:lnTo>
                  <a:lnTo>
                    <a:pt x="3694610" y="2369009"/>
                  </a:lnTo>
                  <a:lnTo>
                    <a:pt x="3694735" y="2369009"/>
                  </a:lnTo>
                  <a:lnTo>
                    <a:pt x="3694860" y="2369009"/>
                  </a:lnTo>
                  <a:lnTo>
                    <a:pt x="3694985" y="2369009"/>
                  </a:lnTo>
                  <a:lnTo>
                    <a:pt x="3695110" y="2369009"/>
                  </a:lnTo>
                  <a:lnTo>
                    <a:pt x="3695235" y="2369009"/>
                  </a:lnTo>
                  <a:lnTo>
                    <a:pt x="3695360" y="2369009"/>
                  </a:lnTo>
                  <a:lnTo>
                    <a:pt x="3695485" y="2369009"/>
                  </a:lnTo>
                  <a:lnTo>
                    <a:pt x="3695610" y="2369009"/>
                  </a:lnTo>
                  <a:lnTo>
                    <a:pt x="3695735" y="2369009"/>
                  </a:lnTo>
                  <a:lnTo>
                    <a:pt x="3695860" y="2369009"/>
                  </a:lnTo>
                  <a:lnTo>
                    <a:pt x="3695985" y="2369009"/>
                  </a:lnTo>
                  <a:lnTo>
                    <a:pt x="3696110" y="2369009"/>
                  </a:lnTo>
                  <a:lnTo>
                    <a:pt x="3696235" y="2369009"/>
                  </a:lnTo>
                  <a:lnTo>
                    <a:pt x="3696360" y="2369009"/>
                  </a:lnTo>
                  <a:lnTo>
                    <a:pt x="3696485" y="2369009"/>
                  </a:lnTo>
                  <a:lnTo>
                    <a:pt x="3696610" y="2369009"/>
                  </a:lnTo>
                  <a:lnTo>
                    <a:pt x="3696735" y="2369009"/>
                  </a:lnTo>
                  <a:lnTo>
                    <a:pt x="3696860" y="2369009"/>
                  </a:lnTo>
                  <a:lnTo>
                    <a:pt x="3696985" y="2369009"/>
                  </a:lnTo>
                  <a:lnTo>
                    <a:pt x="3697110" y="2369009"/>
                  </a:lnTo>
                  <a:lnTo>
                    <a:pt x="3697235" y="2369009"/>
                  </a:lnTo>
                  <a:lnTo>
                    <a:pt x="3697361" y="2369009"/>
                  </a:lnTo>
                  <a:lnTo>
                    <a:pt x="3697486" y="2369009"/>
                  </a:lnTo>
                  <a:lnTo>
                    <a:pt x="3697611" y="2369009"/>
                  </a:lnTo>
                  <a:lnTo>
                    <a:pt x="3697736" y="2369009"/>
                  </a:lnTo>
                  <a:lnTo>
                    <a:pt x="3697861" y="2369009"/>
                  </a:lnTo>
                  <a:lnTo>
                    <a:pt x="3697986" y="2369009"/>
                  </a:lnTo>
                  <a:lnTo>
                    <a:pt x="3698111" y="2369009"/>
                  </a:lnTo>
                  <a:lnTo>
                    <a:pt x="3698236" y="2369009"/>
                  </a:lnTo>
                  <a:lnTo>
                    <a:pt x="3698361" y="2369009"/>
                  </a:lnTo>
                  <a:lnTo>
                    <a:pt x="3698486" y="2369009"/>
                  </a:lnTo>
                  <a:lnTo>
                    <a:pt x="3698611" y="2369009"/>
                  </a:lnTo>
                  <a:lnTo>
                    <a:pt x="3698736" y="2369009"/>
                  </a:lnTo>
                  <a:lnTo>
                    <a:pt x="3698861" y="2369009"/>
                  </a:lnTo>
                  <a:lnTo>
                    <a:pt x="3698986" y="2369009"/>
                  </a:lnTo>
                  <a:lnTo>
                    <a:pt x="3699111" y="2369009"/>
                  </a:lnTo>
                  <a:lnTo>
                    <a:pt x="3699236" y="2369009"/>
                  </a:lnTo>
                  <a:lnTo>
                    <a:pt x="3699361" y="2369009"/>
                  </a:lnTo>
                  <a:lnTo>
                    <a:pt x="3699486" y="2369009"/>
                  </a:lnTo>
                  <a:lnTo>
                    <a:pt x="3699611" y="2369009"/>
                  </a:lnTo>
                  <a:lnTo>
                    <a:pt x="3699736" y="2369009"/>
                  </a:lnTo>
                  <a:lnTo>
                    <a:pt x="3699861" y="2369009"/>
                  </a:lnTo>
                  <a:lnTo>
                    <a:pt x="3699986" y="2369009"/>
                  </a:lnTo>
                  <a:lnTo>
                    <a:pt x="3700111" y="2369009"/>
                  </a:lnTo>
                  <a:lnTo>
                    <a:pt x="3700236" y="2369009"/>
                  </a:lnTo>
                  <a:lnTo>
                    <a:pt x="3700362" y="2369009"/>
                  </a:lnTo>
                  <a:lnTo>
                    <a:pt x="3700487" y="2369009"/>
                  </a:lnTo>
                  <a:lnTo>
                    <a:pt x="3700612" y="2369009"/>
                  </a:lnTo>
                  <a:lnTo>
                    <a:pt x="3700737" y="2369009"/>
                  </a:lnTo>
                  <a:lnTo>
                    <a:pt x="3700862" y="2369009"/>
                  </a:lnTo>
                  <a:lnTo>
                    <a:pt x="3700987" y="2369009"/>
                  </a:lnTo>
                  <a:lnTo>
                    <a:pt x="3701112" y="2369009"/>
                  </a:lnTo>
                  <a:lnTo>
                    <a:pt x="3701237" y="2369009"/>
                  </a:lnTo>
                  <a:lnTo>
                    <a:pt x="3701362" y="2369009"/>
                  </a:lnTo>
                  <a:lnTo>
                    <a:pt x="3701487" y="2369009"/>
                  </a:lnTo>
                  <a:lnTo>
                    <a:pt x="3701612" y="2369009"/>
                  </a:lnTo>
                  <a:lnTo>
                    <a:pt x="3701737" y="2369009"/>
                  </a:lnTo>
                  <a:lnTo>
                    <a:pt x="3701862" y="2369009"/>
                  </a:lnTo>
                  <a:lnTo>
                    <a:pt x="3701987" y="2369009"/>
                  </a:lnTo>
                  <a:lnTo>
                    <a:pt x="3702112" y="2369009"/>
                  </a:lnTo>
                  <a:lnTo>
                    <a:pt x="3702237" y="2369009"/>
                  </a:lnTo>
                  <a:lnTo>
                    <a:pt x="3702362" y="2369009"/>
                  </a:lnTo>
                  <a:lnTo>
                    <a:pt x="3702487" y="2369009"/>
                  </a:lnTo>
                  <a:lnTo>
                    <a:pt x="3702612" y="2369009"/>
                  </a:lnTo>
                  <a:lnTo>
                    <a:pt x="3702737" y="2369009"/>
                  </a:lnTo>
                  <a:lnTo>
                    <a:pt x="3702862" y="2369009"/>
                  </a:lnTo>
                  <a:lnTo>
                    <a:pt x="3702987" y="2369009"/>
                  </a:lnTo>
                  <a:lnTo>
                    <a:pt x="3703112" y="2369009"/>
                  </a:lnTo>
                  <a:lnTo>
                    <a:pt x="3703237" y="2369009"/>
                  </a:lnTo>
                  <a:lnTo>
                    <a:pt x="3703363" y="2369009"/>
                  </a:lnTo>
                  <a:lnTo>
                    <a:pt x="3703488" y="2369009"/>
                  </a:lnTo>
                  <a:lnTo>
                    <a:pt x="3703613" y="2369009"/>
                  </a:lnTo>
                  <a:lnTo>
                    <a:pt x="3703738" y="2369009"/>
                  </a:lnTo>
                  <a:lnTo>
                    <a:pt x="3703863" y="2369009"/>
                  </a:lnTo>
                  <a:lnTo>
                    <a:pt x="3703988" y="2369009"/>
                  </a:lnTo>
                  <a:lnTo>
                    <a:pt x="3704113" y="2369009"/>
                  </a:lnTo>
                  <a:lnTo>
                    <a:pt x="3704238" y="2369009"/>
                  </a:lnTo>
                  <a:lnTo>
                    <a:pt x="3704363" y="2369009"/>
                  </a:lnTo>
                  <a:lnTo>
                    <a:pt x="3704488" y="2369009"/>
                  </a:lnTo>
                  <a:lnTo>
                    <a:pt x="3704613" y="2369009"/>
                  </a:lnTo>
                  <a:lnTo>
                    <a:pt x="3704738" y="2369009"/>
                  </a:lnTo>
                  <a:lnTo>
                    <a:pt x="3704863" y="2369009"/>
                  </a:lnTo>
                  <a:lnTo>
                    <a:pt x="3704988" y="2369009"/>
                  </a:lnTo>
                  <a:lnTo>
                    <a:pt x="3705113" y="2369009"/>
                  </a:lnTo>
                  <a:lnTo>
                    <a:pt x="3705238" y="2369009"/>
                  </a:lnTo>
                  <a:lnTo>
                    <a:pt x="3705363" y="2369009"/>
                  </a:lnTo>
                  <a:lnTo>
                    <a:pt x="3705488" y="2369009"/>
                  </a:lnTo>
                  <a:lnTo>
                    <a:pt x="3705613" y="2369009"/>
                  </a:lnTo>
                  <a:lnTo>
                    <a:pt x="3705738" y="2369009"/>
                  </a:lnTo>
                  <a:lnTo>
                    <a:pt x="3705863" y="2369009"/>
                  </a:lnTo>
                  <a:lnTo>
                    <a:pt x="3705988" y="2369009"/>
                  </a:lnTo>
                  <a:lnTo>
                    <a:pt x="3706113" y="2369009"/>
                  </a:lnTo>
                  <a:lnTo>
                    <a:pt x="3706238" y="2369009"/>
                  </a:lnTo>
                  <a:lnTo>
                    <a:pt x="3706364" y="2369009"/>
                  </a:lnTo>
                  <a:lnTo>
                    <a:pt x="3706489" y="2369009"/>
                  </a:lnTo>
                  <a:lnTo>
                    <a:pt x="3706614" y="2369009"/>
                  </a:lnTo>
                  <a:lnTo>
                    <a:pt x="3706739" y="2369009"/>
                  </a:lnTo>
                  <a:lnTo>
                    <a:pt x="3706864" y="2369009"/>
                  </a:lnTo>
                  <a:lnTo>
                    <a:pt x="3706989" y="2369009"/>
                  </a:lnTo>
                  <a:lnTo>
                    <a:pt x="3707114" y="2369009"/>
                  </a:lnTo>
                  <a:lnTo>
                    <a:pt x="3707239" y="2369009"/>
                  </a:lnTo>
                  <a:lnTo>
                    <a:pt x="3707364" y="2369009"/>
                  </a:lnTo>
                  <a:lnTo>
                    <a:pt x="3707489" y="2369009"/>
                  </a:lnTo>
                  <a:lnTo>
                    <a:pt x="3707614" y="2369009"/>
                  </a:lnTo>
                  <a:lnTo>
                    <a:pt x="3707739" y="2369009"/>
                  </a:lnTo>
                  <a:lnTo>
                    <a:pt x="3707864" y="2369009"/>
                  </a:lnTo>
                  <a:lnTo>
                    <a:pt x="3707989" y="2369009"/>
                  </a:lnTo>
                  <a:lnTo>
                    <a:pt x="3708114" y="2369009"/>
                  </a:lnTo>
                  <a:lnTo>
                    <a:pt x="3708239" y="2369009"/>
                  </a:lnTo>
                  <a:lnTo>
                    <a:pt x="3708364" y="2369009"/>
                  </a:lnTo>
                  <a:lnTo>
                    <a:pt x="3708489" y="2369009"/>
                  </a:lnTo>
                  <a:lnTo>
                    <a:pt x="3708614" y="2369009"/>
                  </a:lnTo>
                  <a:lnTo>
                    <a:pt x="3708739" y="2369009"/>
                  </a:lnTo>
                  <a:lnTo>
                    <a:pt x="3708864" y="2369009"/>
                  </a:lnTo>
                  <a:lnTo>
                    <a:pt x="3708989" y="2369009"/>
                  </a:lnTo>
                  <a:lnTo>
                    <a:pt x="3709114" y="2369009"/>
                  </a:lnTo>
                  <a:lnTo>
                    <a:pt x="3709239" y="2369009"/>
                  </a:lnTo>
                  <a:lnTo>
                    <a:pt x="3709365" y="2369009"/>
                  </a:lnTo>
                  <a:lnTo>
                    <a:pt x="3709490" y="2369009"/>
                  </a:lnTo>
                  <a:lnTo>
                    <a:pt x="3709615" y="2369009"/>
                  </a:lnTo>
                  <a:lnTo>
                    <a:pt x="3709740" y="2369009"/>
                  </a:lnTo>
                  <a:lnTo>
                    <a:pt x="3709865" y="2369009"/>
                  </a:lnTo>
                  <a:lnTo>
                    <a:pt x="3709990" y="2369009"/>
                  </a:lnTo>
                  <a:lnTo>
                    <a:pt x="3710115" y="2369009"/>
                  </a:lnTo>
                  <a:lnTo>
                    <a:pt x="3710240" y="2369009"/>
                  </a:lnTo>
                  <a:lnTo>
                    <a:pt x="3710365" y="2369009"/>
                  </a:lnTo>
                  <a:lnTo>
                    <a:pt x="3710490" y="2369009"/>
                  </a:lnTo>
                  <a:lnTo>
                    <a:pt x="3710615" y="2369009"/>
                  </a:lnTo>
                  <a:lnTo>
                    <a:pt x="3710740" y="2369009"/>
                  </a:lnTo>
                  <a:lnTo>
                    <a:pt x="3710865" y="2369009"/>
                  </a:lnTo>
                  <a:lnTo>
                    <a:pt x="3710990" y="2369009"/>
                  </a:lnTo>
                  <a:lnTo>
                    <a:pt x="3711115" y="2369009"/>
                  </a:lnTo>
                  <a:lnTo>
                    <a:pt x="3711240" y="2369009"/>
                  </a:lnTo>
                  <a:lnTo>
                    <a:pt x="3711365" y="2369009"/>
                  </a:lnTo>
                  <a:lnTo>
                    <a:pt x="3711490" y="2369009"/>
                  </a:lnTo>
                  <a:lnTo>
                    <a:pt x="3711615" y="2369009"/>
                  </a:lnTo>
                  <a:lnTo>
                    <a:pt x="3711740" y="2369009"/>
                  </a:lnTo>
                  <a:lnTo>
                    <a:pt x="3711865" y="2369009"/>
                  </a:lnTo>
                  <a:lnTo>
                    <a:pt x="3711990" y="2369009"/>
                  </a:lnTo>
                  <a:lnTo>
                    <a:pt x="3712115" y="2369009"/>
                  </a:lnTo>
                  <a:lnTo>
                    <a:pt x="3712240" y="2369009"/>
                  </a:lnTo>
                  <a:lnTo>
                    <a:pt x="3712366" y="2369009"/>
                  </a:lnTo>
                  <a:lnTo>
                    <a:pt x="3712491" y="2369009"/>
                  </a:lnTo>
                  <a:lnTo>
                    <a:pt x="3712616" y="2369009"/>
                  </a:lnTo>
                  <a:lnTo>
                    <a:pt x="3712741" y="2369009"/>
                  </a:lnTo>
                  <a:lnTo>
                    <a:pt x="3712866" y="2369009"/>
                  </a:lnTo>
                  <a:lnTo>
                    <a:pt x="3712991" y="2369009"/>
                  </a:lnTo>
                  <a:lnTo>
                    <a:pt x="3713116" y="2369009"/>
                  </a:lnTo>
                  <a:lnTo>
                    <a:pt x="3713241" y="2369009"/>
                  </a:lnTo>
                  <a:lnTo>
                    <a:pt x="3713366" y="2369009"/>
                  </a:lnTo>
                  <a:lnTo>
                    <a:pt x="3713491" y="2369009"/>
                  </a:lnTo>
                  <a:lnTo>
                    <a:pt x="3713616" y="2369009"/>
                  </a:lnTo>
                  <a:lnTo>
                    <a:pt x="3713741" y="2369009"/>
                  </a:lnTo>
                  <a:lnTo>
                    <a:pt x="3713866" y="2369009"/>
                  </a:lnTo>
                  <a:lnTo>
                    <a:pt x="3713991" y="2369009"/>
                  </a:lnTo>
                  <a:lnTo>
                    <a:pt x="3714116" y="2369009"/>
                  </a:lnTo>
                  <a:lnTo>
                    <a:pt x="3714241" y="2369009"/>
                  </a:lnTo>
                  <a:lnTo>
                    <a:pt x="3714366" y="2369009"/>
                  </a:lnTo>
                  <a:lnTo>
                    <a:pt x="3714491" y="2369009"/>
                  </a:lnTo>
                  <a:lnTo>
                    <a:pt x="3714616" y="2369009"/>
                  </a:lnTo>
                  <a:lnTo>
                    <a:pt x="3714741" y="2369009"/>
                  </a:lnTo>
                  <a:lnTo>
                    <a:pt x="3714866" y="2369009"/>
                  </a:lnTo>
                  <a:lnTo>
                    <a:pt x="3714991" y="2369009"/>
                  </a:lnTo>
                  <a:lnTo>
                    <a:pt x="3715116" y="2369009"/>
                  </a:lnTo>
                  <a:lnTo>
                    <a:pt x="3715116" y="2359055"/>
                  </a:lnTo>
                  <a:lnTo>
                    <a:pt x="3715241" y="2359055"/>
                  </a:lnTo>
                  <a:lnTo>
                    <a:pt x="3715367" y="2359055"/>
                  </a:lnTo>
                  <a:lnTo>
                    <a:pt x="3715492" y="2359055"/>
                  </a:lnTo>
                  <a:lnTo>
                    <a:pt x="3715617" y="2359055"/>
                  </a:lnTo>
                  <a:lnTo>
                    <a:pt x="3715742" y="2359055"/>
                  </a:lnTo>
                  <a:lnTo>
                    <a:pt x="3715867" y="2359055"/>
                  </a:lnTo>
                  <a:lnTo>
                    <a:pt x="3715992" y="2359055"/>
                  </a:lnTo>
                  <a:lnTo>
                    <a:pt x="3716117" y="2359055"/>
                  </a:lnTo>
                  <a:lnTo>
                    <a:pt x="3716242" y="2359055"/>
                  </a:lnTo>
                  <a:lnTo>
                    <a:pt x="3716367" y="2359055"/>
                  </a:lnTo>
                  <a:lnTo>
                    <a:pt x="3716492" y="2359055"/>
                  </a:lnTo>
                  <a:lnTo>
                    <a:pt x="3716617" y="2359055"/>
                  </a:lnTo>
                  <a:lnTo>
                    <a:pt x="3716742" y="2359055"/>
                  </a:lnTo>
                  <a:lnTo>
                    <a:pt x="3716867" y="2359055"/>
                  </a:lnTo>
                  <a:lnTo>
                    <a:pt x="3716992" y="2359055"/>
                  </a:lnTo>
                  <a:lnTo>
                    <a:pt x="3717117" y="2359055"/>
                  </a:lnTo>
                  <a:lnTo>
                    <a:pt x="3717242" y="2359055"/>
                  </a:lnTo>
                  <a:lnTo>
                    <a:pt x="3717367" y="2359055"/>
                  </a:lnTo>
                  <a:lnTo>
                    <a:pt x="3717492" y="2359055"/>
                  </a:lnTo>
                  <a:lnTo>
                    <a:pt x="3717617" y="2359055"/>
                  </a:lnTo>
                  <a:lnTo>
                    <a:pt x="3717742" y="2359055"/>
                  </a:lnTo>
                  <a:lnTo>
                    <a:pt x="3717867" y="2359055"/>
                  </a:lnTo>
                  <a:lnTo>
                    <a:pt x="3717992" y="2359055"/>
                  </a:lnTo>
                  <a:lnTo>
                    <a:pt x="3718117" y="2359055"/>
                  </a:lnTo>
                  <a:lnTo>
                    <a:pt x="3718242" y="2359055"/>
                  </a:lnTo>
                  <a:lnTo>
                    <a:pt x="3718368" y="2359055"/>
                  </a:lnTo>
                  <a:lnTo>
                    <a:pt x="3718493" y="2359055"/>
                  </a:lnTo>
                  <a:lnTo>
                    <a:pt x="3718618" y="2359055"/>
                  </a:lnTo>
                  <a:lnTo>
                    <a:pt x="3718743" y="2359055"/>
                  </a:lnTo>
                  <a:lnTo>
                    <a:pt x="3718868" y="2359055"/>
                  </a:lnTo>
                  <a:lnTo>
                    <a:pt x="3718993" y="2359055"/>
                  </a:lnTo>
                  <a:lnTo>
                    <a:pt x="3719118" y="2359055"/>
                  </a:lnTo>
                  <a:lnTo>
                    <a:pt x="3719243" y="2359055"/>
                  </a:lnTo>
                  <a:lnTo>
                    <a:pt x="3719368" y="2359055"/>
                  </a:lnTo>
                  <a:lnTo>
                    <a:pt x="3719493" y="2359055"/>
                  </a:lnTo>
                  <a:lnTo>
                    <a:pt x="3719618" y="2359055"/>
                  </a:lnTo>
                  <a:lnTo>
                    <a:pt x="3719743" y="2359055"/>
                  </a:lnTo>
                  <a:lnTo>
                    <a:pt x="3719868" y="2359055"/>
                  </a:lnTo>
                  <a:lnTo>
                    <a:pt x="3719993" y="2359055"/>
                  </a:lnTo>
                  <a:lnTo>
                    <a:pt x="3720118" y="2359055"/>
                  </a:lnTo>
                  <a:lnTo>
                    <a:pt x="3720243" y="2359055"/>
                  </a:lnTo>
                  <a:lnTo>
                    <a:pt x="3720368" y="2359055"/>
                  </a:lnTo>
                  <a:lnTo>
                    <a:pt x="3720493" y="2359055"/>
                  </a:lnTo>
                  <a:lnTo>
                    <a:pt x="3720618" y="2359055"/>
                  </a:lnTo>
                  <a:lnTo>
                    <a:pt x="3720743" y="2359055"/>
                  </a:lnTo>
                  <a:lnTo>
                    <a:pt x="3720868" y="2359055"/>
                  </a:lnTo>
                  <a:lnTo>
                    <a:pt x="3720993" y="2359055"/>
                  </a:lnTo>
                  <a:lnTo>
                    <a:pt x="3721118" y="2359055"/>
                  </a:lnTo>
                  <a:lnTo>
                    <a:pt x="3721243" y="2359055"/>
                  </a:lnTo>
                  <a:lnTo>
                    <a:pt x="3721369" y="2359055"/>
                  </a:lnTo>
                  <a:lnTo>
                    <a:pt x="3721494" y="2359055"/>
                  </a:lnTo>
                  <a:lnTo>
                    <a:pt x="3721619" y="2359055"/>
                  </a:lnTo>
                  <a:lnTo>
                    <a:pt x="3721744" y="2359055"/>
                  </a:lnTo>
                  <a:lnTo>
                    <a:pt x="3721869" y="2359055"/>
                  </a:lnTo>
                  <a:lnTo>
                    <a:pt x="3721994" y="2359055"/>
                  </a:lnTo>
                  <a:lnTo>
                    <a:pt x="3722119" y="2359055"/>
                  </a:lnTo>
                  <a:lnTo>
                    <a:pt x="3722244" y="2359055"/>
                  </a:lnTo>
                  <a:lnTo>
                    <a:pt x="3722369" y="2359055"/>
                  </a:lnTo>
                  <a:lnTo>
                    <a:pt x="3722494" y="2359055"/>
                  </a:lnTo>
                  <a:lnTo>
                    <a:pt x="3722619" y="2359055"/>
                  </a:lnTo>
                  <a:lnTo>
                    <a:pt x="3722744" y="2359055"/>
                  </a:lnTo>
                  <a:lnTo>
                    <a:pt x="3722869" y="2359055"/>
                  </a:lnTo>
                  <a:lnTo>
                    <a:pt x="3722994" y="2359055"/>
                  </a:lnTo>
                  <a:lnTo>
                    <a:pt x="3723119" y="2359055"/>
                  </a:lnTo>
                  <a:lnTo>
                    <a:pt x="3723244" y="2359055"/>
                  </a:lnTo>
                  <a:lnTo>
                    <a:pt x="3723369" y="2359055"/>
                  </a:lnTo>
                  <a:lnTo>
                    <a:pt x="3723494" y="2359055"/>
                  </a:lnTo>
                  <a:lnTo>
                    <a:pt x="3723619" y="2359055"/>
                  </a:lnTo>
                  <a:lnTo>
                    <a:pt x="3723744" y="2359055"/>
                  </a:lnTo>
                  <a:lnTo>
                    <a:pt x="3723869" y="2359055"/>
                  </a:lnTo>
                  <a:lnTo>
                    <a:pt x="3723994" y="2359055"/>
                  </a:lnTo>
                  <a:lnTo>
                    <a:pt x="3724119" y="2359055"/>
                  </a:lnTo>
                  <a:lnTo>
                    <a:pt x="3724244" y="2359055"/>
                  </a:lnTo>
                  <a:lnTo>
                    <a:pt x="3724370" y="2359055"/>
                  </a:lnTo>
                  <a:lnTo>
                    <a:pt x="3724495" y="2359055"/>
                  </a:lnTo>
                  <a:lnTo>
                    <a:pt x="3724620" y="2359055"/>
                  </a:lnTo>
                  <a:lnTo>
                    <a:pt x="3724745" y="2359055"/>
                  </a:lnTo>
                  <a:lnTo>
                    <a:pt x="3724870" y="2359055"/>
                  </a:lnTo>
                  <a:lnTo>
                    <a:pt x="3724995" y="2359055"/>
                  </a:lnTo>
                  <a:lnTo>
                    <a:pt x="3725120" y="2359055"/>
                  </a:lnTo>
                  <a:lnTo>
                    <a:pt x="3725245" y="2359055"/>
                  </a:lnTo>
                  <a:lnTo>
                    <a:pt x="3725370" y="2359055"/>
                  </a:lnTo>
                  <a:lnTo>
                    <a:pt x="3725495" y="2359055"/>
                  </a:lnTo>
                  <a:lnTo>
                    <a:pt x="3725620" y="2359055"/>
                  </a:lnTo>
                  <a:lnTo>
                    <a:pt x="3725745" y="2359055"/>
                  </a:lnTo>
                  <a:lnTo>
                    <a:pt x="3725870" y="2359055"/>
                  </a:lnTo>
                  <a:lnTo>
                    <a:pt x="3725995" y="2359055"/>
                  </a:lnTo>
                  <a:lnTo>
                    <a:pt x="3726120" y="2359055"/>
                  </a:lnTo>
                  <a:lnTo>
                    <a:pt x="3726245" y="2359055"/>
                  </a:lnTo>
                  <a:lnTo>
                    <a:pt x="3726370" y="2359055"/>
                  </a:lnTo>
                  <a:lnTo>
                    <a:pt x="3726495" y="2359055"/>
                  </a:lnTo>
                  <a:lnTo>
                    <a:pt x="3726620" y="2359055"/>
                  </a:lnTo>
                  <a:lnTo>
                    <a:pt x="3726745" y="2359055"/>
                  </a:lnTo>
                  <a:lnTo>
                    <a:pt x="3726870" y="2359055"/>
                  </a:lnTo>
                  <a:lnTo>
                    <a:pt x="3726995" y="2359055"/>
                  </a:lnTo>
                  <a:lnTo>
                    <a:pt x="3727120" y="2359055"/>
                  </a:lnTo>
                  <a:lnTo>
                    <a:pt x="3727246" y="2359055"/>
                  </a:lnTo>
                  <a:lnTo>
                    <a:pt x="3727371" y="2359055"/>
                  </a:lnTo>
                  <a:lnTo>
                    <a:pt x="3727496" y="2359055"/>
                  </a:lnTo>
                  <a:lnTo>
                    <a:pt x="3727621" y="2359055"/>
                  </a:lnTo>
                  <a:lnTo>
                    <a:pt x="3727746" y="2359055"/>
                  </a:lnTo>
                  <a:lnTo>
                    <a:pt x="3727871" y="2359055"/>
                  </a:lnTo>
                  <a:lnTo>
                    <a:pt x="3727996" y="2359055"/>
                  </a:lnTo>
                  <a:lnTo>
                    <a:pt x="3728121" y="2359055"/>
                  </a:lnTo>
                  <a:lnTo>
                    <a:pt x="3728246" y="2359055"/>
                  </a:lnTo>
                  <a:lnTo>
                    <a:pt x="3728371" y="2359055"/>
                  </a:lnTo>
                  <a:lnTo>
                    <a:pt x="3728496" y="2359055"/>
                  </a:lnTo>
                  <a:lnTo>
                    <a:pt x="3728621" y="2359055"/>
                  </a:lnTo>
                  <a:lnTo>
                    <a:pt x="3728746" y="2359055"/>
                  </a:lnTo>
                  <a:lnTo>
                    <a:pt x="3728871" y="2359055"/>
                  </a:lnTo>
                  <a:lnTo>
                    <a:pt x="3728996" y="2359055"/>
                  </a:lnTo>
                  <a:lnTo>
                    <a:pt x="3729121" y="2359055"/>
                  </a:lnTo>
                  <a:lnTo>
                    <a:pt x="3729246" y="2359055"/>
                  </a:lnTo>
                  <a:lnTo>
                    <a:pt x="3729371" y="2359055"/>
                  </a:lnTo>
                  <a:lnTo>
                    <a:pt x="3729496" y="2359055"/>
                  </a:lnTo>
                  <a:lnTo>
                    <a:pt x="3729621" y="2359055"/>
                  </a:lnTo>
                  <a:lnTo>
                    <a:pt x="3729746" y="2359055"/>
                  </a:lnTo>
                  <a:lnTo>
                    <a:pt x="3729871" y="2359055"/>
                  </a:lnTo>
                  <a:lnTo>
                    <a:pt x="3729996" y="2359055"/>
                  </a:lnTo>
                  <a:lnTo>
                    <a:pt x="3730121" y="2359055"/>
                  </a:lnTo>
                  <a:lnTo>
                    <a:pt x="3730247" y="2359055"/>
                  </a:lnTo>
                  <a:lnTo>
                    <a:pt x="3730372" y="2359055"/>
                  </a:lnTo>
                  <a:lnTo>
                    <a:pt x="3730497" y="2359055"/>
                  </a:lnTo>
                  <a:lnTo>
                    <a:pt x="3730622" y="2359055"/>
                  </a:lnTo>
                  <a:lnTo>
                    <a:pt x="3730747" y="2359055"/>
                  </a:lnTo>
                  <a:lnTo>
                    <a:pt x="3730872" y="2359055"/>
                  </a:lnTo>
                  <a:lnTo>
                    <a:pt x="3730997" y="2359055"/>
                  </a:lnTo>
                  <a:lnTo>
                    <a:pt x="3731122" y="2359055"/>
                  </a:lnTo>
                  <a:lnTo>
                    <a:pt x="3731247" y="2359055"/>
                  </a:lnTo>
                  <a:lnTo>
                    <a:pt x="3731372" y="2359055"/>
                  </a:lnTo>
                  <a:lnTo>
                    <a:pt x="3731497" y="2359055"/>
                  </a:lnTo>
                  <a:lnTo>
                    <a:pt x="3731622" y="2359055"/>
                  </a:lnTo>
                  <a:lnTo>
                    <a:pt x="3731747" y="2359055"/>
                  </a:lnTo>
                  <a:lnTo>
                    <a:pt x="3731872" y="2359055"/>
                  </a:lnTo>
                  <a:lnTo>
                    <a:pt x="3731997" y="2359055"/>
                  </a:lnTo>
                  <a:lnTo>
                    <a:pt x="3732122" y="2359055"/>
                  </a:lnTo>
                  <a:lnTo>
                    <a:pt x="3732247" y="2359055"/>
                  </a:lnTo>
                  <a:lnTo>
                    <a:pt x="3732372" y="2359055"/>
                  </a:lnTo>
                  <a:lnTo>
                    <a:pt x="3732497" y="2359055"/>
                  </a:lnTo>
                  <a:lnTo>
                    <a:pt x="3732622" y="2359055"/>
                  </a:lnTo>
                  <a:lnTo>
                    <a:pt x="3732747" y="2359055"/>
                  </a:lnTo>
                  <a:lnTo>
                    <a:pt x="3732872" y="2359055"/>
                  </a:lnTo>
                  <a:lnTo>
                    <a:pt x="3732997" y="2359055"/>
                  </a:lnTo>
                  <a:lnTo>
                    <a:pt x="3733122" y="2359055"/>
                  </a:lnTo>
                  <a:lnTo>
                    <a:pt x="3733248" y="2359055"/>
                  </a:lnTo>
                  <a:lnTo>
                    <a:pt x="3733373" y="2359055"/>
                  </a:lnTo>
                  <a:lnTo>
                    <a:pt x="3733498" y="2359055"/>
                  </a:lnTo>
                  <a:lnTo>
                    <a:pt x="3733623" y="2359055"/>
                  </a:lnTo>
                  <a:lnTo>
                    <a:pt x="3733748" y="2359055"/>
                  </a:lnTo>
                  <a:lnTo>
                    <a:pt x="3733873" y="2359055"/>
                  </a:lnTo>
                  <a:lnTo>
                    <a:pt x="3733998" y="2359055"/>
                  </a:lnTo>
                  <a:lnTo>
                    <a:pt x="3734123" y="2359055"/>
                  </a:lnTo>
                  <a:lnTo>
                    <a:pt x="3734248" y="2359055"/>
                  </a:lnTo>
                  <a:lnTo>
                    <a:pt x="3734373" y="2359055"/>
                  </a:lnTo>
                  <a:lnTo>
                    <a:pt x="3734498" y="2359055"/>
                  </a:lnTo>
                  <a:lnTo>
                    <a:pt x="3734623" y="2359055"/>
                  </a:lnTo>
                  <a:lnTo>
                    <a:pt x="3734748" y="2359055"/>
                  </a:lnTo>
                  <a:lnTo>
                    <a:pt x="3734873" y="2359055"/>
                  </a:lnTo>
                  <a:lnTo>
                    <a:pt x="3734998" y="2359055"/>
                  </a:lnTo>
                  <a:lnTo>
                    <a:pt x="3735123" y="2359055"/>
                  </a:lnTo>
                  <a:lnTo>
                    <a:pt x="3735248" y="2359055"/>
                  </a:lnTo>
                  <a:lnTo>
                    <a:pt x="3735373" y="2359055"/>
                  </a:lnTo>
                  <a:lnTo>
                    <a:pt x="3735498" y="2359055"/>
                  </a:lnTo>
                  <a:lnTo>
                    <a:pt x="3735623" y="2359055"/>
                  </a:lnTo>
                  <a:lnTo>
                    <a:pt x="3735748" y="2359055"/>
                  </a:lnTo>
                  <a:lnTo>
                    <a:pt x="3735873" y="2359055"/>
                  </a:lnTo>
                  <a:lnTo>
                    <a:pt x="3735998" y="2359055"/>
                  </a:lnTo>
                  <a:lnTo>
                    <a:pt x="3736123" y="2359055"/>
                  </a:lnTo>
                  <a:lnTo>
                    <a:pt x="3736249" y="2359055"/>
                  </a:lnTo>
                  <a:lnTo>
                    <a:pt x="3736374" y="2359055"/>
                  </a:lnTo>
                  <a:lnTo>
                    <a:pt x="3736499" y="2359055"/>
                  </a:lnTo>
                  <a:lnTo>
                    <a:pt x="3736624" y="2359055"/>
                  </a:lnTo>
                  <a:lnTo>
                    <a:pt x="3736749" y="2359055"/>
                  </a:lnTo>
                  <a:lnTo>
                    <a:pt x="3736874" y="2359055"/>
                  </a:lnTo>
                  <a:lnTo>
                    <a:pt x="3736999" y="2359055"/>
                  </a:lnTo>
                  <a:lnTo>
                    <a:pt x="3737124" y="2359055"/>
                  </a:lnTo>
                  <a:lnTo>
                    <a:pt x="3737249" y="2359055"/>
                  </a:lnTo>
                  <a:lnTo>
                    <a:pt x="3737374" y="2359055"/>
                  </a:lnTo>
                  <a:lnTo>
                    <a:pt x="3737499" y="2359055"/>
                  </a:lnTo>
                  <a:lnTo>
                    <a:pt x="3737624" y="2359055"/>
                  </a:lnTo>
                  <a:lnTo>
                    <a:pt x="3737749" y="2359055"/>
                  </a:lnTo>
                  <a:lnTo>
                    <a:pt x="3737874" y="2359055"/>
                  </a:lnTo>
                  <a:lnTo>
                    <a:pt x="3737999" y="2359055"/>
                  </a:lnTo>
                  <a:lnTo>
                    <a:pt x="3738124" y="2359055"/>
                  </a:lnTo>
                  <a:lnTo>
                    <a:pt x="3738249" y="2359055"/>
                  </a:lnTo>
                  <a:lnTo>
                    <a:pt x="3738374" y="2359055"/>
                  </a:lnTo>
                  <a:lnTo>
                    <a:pt x="3738499" y="2359055"/>
                  </a:lnTo>
                  <a:lnTo>
                    <a:pt x="3738624" y="2359055"/>
                  </a:lnTo>
                  <a:lnTo>
                    <a:pt x="3738749" y="2359055"/>
                  </a:lnTo>
                  <a:lnTo>
                    <a:pt x="3738874" y="2359055"/>
                  </a:lnTo>
                  <a:lnTo>
                    <a:pt x="3738999" y="2359055"/>
                  </a:lnTo>
                  <a:lnTo>
                    <a:pt x="3739124" y="2359055"/>
                  </a:lnTo>
                  <a:lnTo>
                    <a:pt x="3739250" y="2359055"/>
                  </a:lnTo>
                  <a:lnTo>
                    <a:pt x="3739375" y="2359055"/>
                  </a:lnTo>
                  <a:lnTo>
                    <a:pt x="3739500" y="2359055"/>
                  </a:lnTo>
                  <a:lnTo>
                    <a:pt x="3739625" y="2359055"/>
                  </a:lnTo>
                  <a:lnTo>
                    <a:pt x="3739750" y="2359055"/>
                  </a:lnTo>
                  <a:lnTo>
                    <a:pt x="3739875" y="2359055"/>
                  </a:lnTo>
                  <a:lnTo>
                    <a:pt x="3740000" y="2359055"/>
                  </a:lnTo>
                  <a:lnTo>
                    <a:pt x="3740125" y="2359055"/>
                  </a:lnTo>
                  <a:lnTo>
                    <a:pt x="3740250" y="2359055"/>
                  </a:lnTo>
                  <a:lnTo>
                    <a:pt x="3740375" y="2359055"/>
                  </a:lnTo>
                  <a:lnTo>
                    <a:pt x="3740500" y="2359055"/>
                  </a:lnTo>
                  <a:lnTo>
                    <a:pt x="3740625" y="2359055"/>
                  </a:lnTo>
                  <a:lnTo>
                    <a:pt x="3740750" y="2359055"/>
                  </a:lnTo>
                  <a:lnTo>
                    <a:pt x="3740875" y="2359055"/>
                  </a:lnTo>
                  <a:lnTo>
                    <a:pt x="3741000" y="2359055"/>
                  </a:lnTo>
                  <a:lnTo>
                    <a:pt x="3741125" y="2359055"/>
                  </a:lnTo>
                  <a:lnTo>
                    <a:pt x="3741250" y="2359055"/>
                  </a:lnTo>
                  <a:lnTo>
                    <a:pt x="3741375" y="2359055"/>
                  </a:lnTo>
                  <a:lnTo>
                    <a:pt x="3741500" y="2359055"/>
                  </a:lnTo>
                  <a:lnTo>
                    <a:pt x="3741625" y="2359055"/>
                  </a:lnTo>
                  <a:lnTo>
                    <a:pt x="3741750" y="2359055"/>
                  </a:lnTo>
                  <a:lnTo>
                    <a:pt x="3741875" y="2359055"/>
                  </a:lnTo>
                  <a:lnTo>
                    <a:pt x="3742000" y="2359055"/>
                  </a:lnTo>
                  <a:lnTo>
                    <a:pt x="3742125" y="2359055"/>
                  </a:lnTo>
                  <a:lnTo>
                    <a:pt x="3742251" y="2359055"/>
                  </a:lnTo>
                  <a:lnTo>
                    <a:pt x="3742376" y="2359055"/>
                  </a:lnTo>
                  <a:lnTo>
                    <a:pt x="3742501" y="2359055"/>
                  </a:lnTo>
                  <a:lnTo>
                    <a:pt x="3742626" y="2359055"/>
                  </a:lnTo>
                  <a:lnTo>
                    <a:pt x="3742751" y="2359055"/>
                  </a:lnTo>
                  <a:lnTo>
                    <a:pt x="3742876" y="2359055"/>
                  </a:lnTo>
                  <a:lnTo>
                    <a:pt x="3743001" y="2359055"/>
                  </a:lnTo>
                  <a:lnTo>
                    <a:pt x="3743126" y="2359055"/>
                  </a:lnTo>
                  <a:lnTo>
                    <a:pt x="3743251" y="2359055"/>
                  </a:lnTo>
                  <a:lnTo>
                    <a:pt x="3743376" y="2359055"/>
                  </a:lnTo>
                  <a:lnTo>
                    <a:pt x="3743501" y="2359055"/>
                  </a:lnTo>
                  <a:lnTo>
                    <a:pt x="3743626" y="2359055"/>
                  </a:lnTo>
                  <a:lnTo>
                    <a:pt x="3743751" y="2359055"/>
                  </a:lnTo>
                  <a:lnTo>
                    <a:pt x="3743876" y="2359055"/>
                  </a:lnTo>
                  <a:lnTo>
                    <a:pt x="3744001" y="2359055"/>
                  </a:lnTo>
                  <a:lnTo>
                    <a:pt x="3744126" y="2359055"/>
                  </a:lnTo>
                  <a:lnTo>
                    <a:pt x="3744251" y="2359055"/>
                  </a:lnTo>
                  <a:lnTo>
                    <a:pt x="3744376" y="2359055"/>
                  </a:lnTo>
                  <a:lnTo>
                    <a:pt x="3744501" y="2359055"/>
                  </a:lnTo>
                  <a:lnTo>
                    <a:pt x="3744626" y="2359055"/>
                  </a:lnTo>
                  <a:lnTo>
                    <a:pt x="3744751" y="2359055"/>
                  </a:lnTo>
                  <a:lnTo>
                    <a:pt x="3744876" y="2359055"/>
                  </a:lnTo>
                  <a:lnTo>
                    <a:pt x="3745001" y="2359055"/>
                  </a:lnTo>
                  <a:lnTo>
                    <a:pt x="3745126" y="2359055"/>
                  </a:lnTo>
                  <a:lnTo>
                    <a:pt x="3745252" y="2359055"/>
                  </a:lnTo>
                  <a:lnTo>
                    <a:pt x="3745377" y="2359055"/>
                  </a:lnTo>
                  <a:lnTo>
                    <a:pt x="3745502" y="2359055"/>
                  </a:lnTo>
                  <a:lnTo>
                    <a:pt x="3745627" y="2359055"/>
                  </a:lnTo>
                  <a:lnTo>
                    <a:pt x="3745752" y="2359055"/>
                  </a:lnTo>
                  <a:lnTo>
                    <a:pt x="3745877" y="2359055"/>
                  </a:lnTo>
                  <a:lnTo>
                    <a:pt x="3746002" y="2359055"/>
                  </a:lnTo>
                  <a:lnTo>
                    <a:pt x="3746127" y="2359055"/>
                  </a:lnTo>
                  <a:lnTo>
                    <a:pt x="3746252" y="2359055"/>
                  </a:lnTo>
                  <a:lnTo>
                    <a:pt x="3746377" y="2359055"/>
                  </a:lnTo>
                  <a:lnTo>
                    <a:pt x="3746502" y="2359055"/>
                  </a:lnTo>
                  <a:lnTo>
                    <a:pt x="3746627" y="2359055"/>
                  </a:lnTo>
                  <a:lnTo>
                    <a:pt x="3746752" y="2359055"/>
                  </a:lnTo>
                  <a:lnTo>
                    <a:pt x="3746877" y="2359055"/>
                  </a:lnTo>
                  <a:lnTo>
                    <a:pt x="3747002" y="2359055"/>
                  </a:lnTo>
                  <a:lnTo>
                    <a:pt x="3747127" y="2359055"/>
                  </a:lnTo>
                  <a:lnTo>
                    <a:pt x="3747252" y="2359055"/>
                  </a:lnTo>
                  <a:lnTo>
                    <a:pt x="3747377" y="2359055"/>
                  </a:lnTo>
                  <a:lnTo>
                    <a:pt x="3747502" y="2359055"/>
                  </a:lnTo>
                  <a:lnTo>
                    <a:pt x="3747627" y="2359055"/>
                  </a:lnTo>
                  <a:lnTo>
                    <a:pt x="3747752" y="2359055"/>
                  </a:lnTo>
                  <a:lnTo>
                    <a:pt x="3747877" y="2359055"/>
                  </a:lnTo>
                  <a:lnTo>
                    <a:pt x="3748002" y="2359055"/>
                  </a:lnTo>
                  <a:lnTo>
                    <a:pt x="3748127" y="2359055"/>
                  </a:lnTo>
                  <a:lnTo>
                    <a:pt x="3748253" y="2359055"/>
                  </a:lnTo>
                  <a:lnTo>
                    <a:pt x="3748378" y="2359055"/>
                  </a:lnTo>
                  <a:lnTo>
                    <a:pt x="3748503" y="2359055"/>
                  </a:lnTo>
                  <a:lnTo>
                    <a:pt x="3748628" y="2359055"/>
                  </a:lnTo>
                  <a:lnTo>
                    <a:pt x="3748753" y="2359055"/>
                  </a:lnTo>
                  <a:lnTo>
                    <a:pt x="3748878" y="2359055"/>
                  </a:lnTo>
                  <a:lnTo>
                    <a:pt x="3749003" y="2359055"/>
                  </a:lnTo>
                  <a:lnTo>
                    <a:pt x="3749128" y="2359055"/>
                  </a:lnTo>
                  <a:lnTo>
                    <a:pt x="3749253" y="2359055"/>
                  </a:lnTo>
                  <a:lnTo>
                    <a:pt x="3749378" y="2359055"/>
                  </a:lnTo>
                  <a:lnTo>
                    <a:pt x="3749503" y="2359055"/>
                  </a:lnTo>
                  <a:lnTo>
                    <a:pt x="3749628" y="2359055"/>
                  </a:lnTo>
                  <a:lnTo>
                    <a:pt x="3749753" y="2359055"/>
                  </a:lnTo>
                  <a:lnTo>
                    <a:pt x="3749878" y="2359055"/>
                  </a:lnTo>
                  <a:lnTo>
                    <a:pt x="3750003" y="2359055"/>
                  </a:lnTo>
                  <a:lnTo>
                    <a:pt x="3750128" y="2359055"/>
                  </a:lnTo>
                  <a:lnTo>
                    <a:pt x="3750253" y="2359055"/>
                  </a:lnTo>
                  <a:lnTo>
                    <a:pt x="3750378" y="2359055"/>
                  </a:lnTo>
                  <a:lnTo>
                    <a:pt x="3750503" y="2359055"/>
                  </a:lnTo>
                  <a:lnTo>
                    <a:pt x="3750628" y="2359055"/>
                  </a:lnTo>
                  <a:lnTo>
                    <a:pt x="3750753" y="2359055"/>
                  </a:lnTo>
                  <a:lnTo>
                    <a:pt x="3750878" y="2359055"/>
                  </a:lnTo>
                  <a:lnTo>
                    <a:pt x="3751003" y="2359055"/>
                  </a:lnTo>
                  <a:lnTo>
                    <a:pt x="3751128" y="2359055"/>
                  </a:lnTo>
                  <a:lnTo>
                    <a:pt x="3751254" y="2359055"/>
                  </a:lnTo>
                  <a:lnTo>
                    <a:pt x="3751379" y="2359055"/>
                  </a:lnTo>
                  <a:lnTo>
                    <a:pt x="3751504" y="2359055"/>
                  </a:lnTo>
                  <a:lnTo>
                    <a:pt x="3751629" y="2359055"/>
                  </a:lnTo>
                  <a:lnTo>
                    <a:pt x="3751754" y="2359055"/>
                  </a:lnTo>
                  <a:lnTo>
                    <a:pt x="3751879" y="2359055"/>
                  </a:lnTo>
                  <a:lnTo>
                    <a:pt x="3752004" y="2359055"/>
                  </a:lnTo>
                  <a:lnTo>
                    <a:pt x="3752129" y="2359055"/>
                  </a:lnTo>
                  <a:lnTo>
                    <a:pt x="3752254" y="2359055"/>
                  </a:lnTo>
                  <a:lnTo>
                    <a:pt x="3752379" y="2359055"/>
                  </a:lnTo>
                  <a:lnTo>
                    <a:pt x="3752504" y="2359055"/>
                  </a:lnTo>
                  <a:lnTo>
                    <a:pt x="3752629" y="2359055"/>
                  </a:lnTo>
                  <a:lnTo>
                    <a:pt x="3752754" y="2359055"/>
                  </a:lnTo>
                  <a:lnTo>
                    <a:pt x="3752879" y="2359055"/>
                  </a:lnTo>
                  <a:lnTo>
                    <a:pt x="3753004" y="2359055"/>
                  </a:lnTo>
                  <a:lnTo>
                    <a:pt x="3753129" y="2359055"/>
                  </a:lnTo>
                  <a:lnTo>
                    <a:pt x="3753254" y="2359055"/>
                  </a:lnTo>
                  <a:lnTo>
                    <a:pt x="3753379" y="2359055"/>
                  </a:lnTo>
                  <a:lnTo>
                    <a:pt x="3753504" y="2359055"/>
                  </a:lnTo>
                  <a:lnTo>
                    <a:pt x="3753629" y="2359055"/>
                  </a:lnTo>
                  <a:lnTo>
                    <a:pt x="3753754" y="2359055"/>
                  </a:lnTo>
                  <a:lnTo>
                    <a:pt x="3753879" y="2359055"/>
                  </a:lnTo>
                  <a:lnTo>
                    <a:pt x="3754004" y="2359055"/>
                  </a:lnTo>
                  <a:lnTo>
                    <a:pt x="3754129" y="2359055"/>
                  </a:lnTo>
                  <a:lnTo>
                    <a:pt x="3754255" y="2359055"/>
                  </a:lnTo>
                  <a:lnTo>
                    <a:pt x="3754380" y="2359055"/>
                  </a:lnTo>
                  <a:lnTo>
                    <a:pt x="3754505" y="2359055"/>
                  </a:lnTo>
                  <a:lnTo>
                    <a:pt x="3754630" y="2359055"/>
                  </a:lnTo>
                  <a:lnTo>
                    <a:pt x="3754755" y="2359055"/>
                  </a:lnTo>
                  <a:lnTo>
                    <a:pt x="3754880" y="2359055"/>
                  </a:lnTo>
                  <a:lnTo>
                    <a:pt x="3755005" y="2359055"/>
                  </a:lnTo>
                  <a:lnTo>
                    <a:pt x="3755130" y="2359055"/>
                  </a:lnTo>
                  <a:lnTo>
                    <a:pt x="3755255" y="2359055"/>
                  </a:lnTo>
                  <a:lnTo>
                    <a:pt x="3755380" y="2359055"/>
                  </a:lnTo>
                  <a:lnTo>
                    <a:pt x="3755505" y="2359055"/>
                  </a:lnTo>
                  <a:lnTo>
                    <a:pt x="3755630" y="2359055"/>
                  </a:lnTo>
                  <a:lnTo>
                    <a:pt x="3755755" y="2359055"/>
                  </a:lnTo>
                  <a:lnTo>
                    <a:pt x="3755880" y="2359055"/>
                  </a:lnTo>
                  <a:lnTo>
                    <a:pt x="3756005" y="2359055"/>
                  </a:lnTo>
                  <a:lnTo>
                    <a:pt x="3756130" y="2359055"/>
                  </a:lnTo>
                  <a:lnTo>
                    <a:pt x="3756255" y="2359055"/>
                  </a:lnTo>
                  <a:lnTo>
                    <a:pt x="3756380" y="2359055"/>
                  </a:lnTo>
                  <a:lnTo>
                    <a:pt x="3756505" y="2359055"/>
                  </a:lnTo>
                  <a:lnTo>
                    <a:pt x="3756630" y="2359055"/>
                  </a:lnTo>
                  <a:lnTo>
                    <a:pt x="3756755" y="2359055"/>
                  </a:lnTo>
                  <a:lnTo>
                    <a:pt x="3756880" y="2359055"/>
                  </a:lnTo>
                  <a:lnTo>
                    <a:pt x="3757005" y="2359055"/>
                  </a:lnTo>
                  <a:lnTo>
                    <a:pt x="3757130" y="2359055"/>
                  </a:lnTo>
                  <a:lnTo>
                    <a:pt x="3757256" y="2359055"/>
                  </a:lnTo>
                  <a:lnTo>
                    <a:pt x="3757381" y="2359055"/>
                  </a:lnTo>
                  <a:lnTo>
                    <a:pt x="3757506" y="2359055"/>
                  </a:lnTo>
                  <a:lnTo>
                    <a:pt x="3757631" y="2359055"/>
                  </a:lnTo>
                  <a:lnTo>
                    <a:pt x="3757756" y="2359055"/>
                  </a:lnTo>
                  <a:lnTo>
                    <a:pt x="3757881" y="2359055"/>
                  </a:lnTo>
                  <a:lnTo>
                    <a:pt x="3758006" y="2359055"/>
                  </a:lnTo>
                  <a:lnTo>
                    <a:pt x="3758131" y="2359055"/>
                  </a:lnTo>
                  <a:lnTo>
                    <a:pt x="3758256" y="2359055"/>
                  </a:lnTo>
                  <a:lnTo>
                    <a:pt x="3758381" y="2359055"/>
                  </a:lnTo>
                  <a:lnTo>
                    <a:pt x="3758506" y="2359055"/>
                  </a:lnTo>
                  <a:lnTo>
                    <a:pt x="3758631" y="2359055"/>
                  </a:lnTo>
                  <a:lnTo>
                    <a:pt x="3758756" y="2359055"/>
                  </a:lnTo>
                  <a:lnTo>
                    <a:pt x="3758881" y="2359055"/>
                  </a:lnTo>
                  <a:lnTo>
                    <a:pt x="3759006" y="2359055"/>
                  </a:lnTo>
                  <a:lnTo>
                    <a:pt x="3759131" y="2359055"/>
                  </a:lnTo>
                  <a:lnTo>
                    <a:pt x="3759256" y="2359055"/>
                  </a:lnTo>
                  <a:lnTo>
                    <a:pt x="3759381" y="2359055"/>
                  </a:lnTo>
                  <a:lnTo>
                    <a:pt x="3759506" y="2359055"/>
                  </a:lnTo>
                  <a:lnTo>
                    <a:pt x="3759631" y="2359055"/>
                  </a:lnTo>
                  <a:lnTo>
                    <a:pt x="3759756" y="2359055"/>
                  </a:lnTo>
                  <a:lnTo>
                    <a:pt x="3759881" y="2359055"/>
                  </a:lnTo>
                  <a:lnTo>
                    <a:pt x="3760006" y="2359055"/>
                  </a:lnTo>
                  <a:lnTo>
                    <a:pt x="3760006" y="2349102"/>
                  </a:lnTo>
                  <a:lnTo>
                    <a:pt x="3760131" y="2349102"/>
                  </a:lnTo>
                  <a:lnTo>
                    <a:pt x="3760257" y="2349102"/>
                  </a:lnTo>
                  <a:lnTo>
                    <a:pt x="3760382" y="2349102"/>
                  </a:lnTo>
                  <a:lnTo>
                    <a:pt x="3760507" y="2349102"/>
                  </a:lnTo>
                  <a:lnTo>
                    <a:pt x="3760632" y="2349102"/>
                  </a:lnTo>
                  <a:lnTo>
                    <a:pt x="3760632" y="2339148"/>
                  </a:lnTo>
                  <a:lnTo>
                    <a:pt x="3760757" y="2339148"/>
                  </a:lnTo>
                  <a:lnTo>
                    <a:pt x="3760882" y="2339148"/>
                  </a:lnTo>
                  <a:lnTo>
                    <a:pt x="3761007" y="2339148"/>
                  </a:lnTo>
                  <a:lnTo>
                    <a:pt x="3761132" y="2339148"/>
                  </a:lnTo>
                  <a:lnTo>
                    <a:pt x="3761257" y="2339148"/>
                  </a:lnTo>
                  <a:lnTo>
                    <a:pt x="3761382" y="2339148"/>
                  </a:lnTo>
                  <a:lnTo>
                    <a:pt x="3761507" y="2339148"/>
                  </a:lnTo>
                  <a:lnTo>
                    <a:pt x="3761632" y="2339148"/>
                  </a:lnTo>
                  <a:lnTo>
                    <a:pt x="3761757" y="2339148"/>
                  </a:lnTo>
                  <a:lnTo>
                    <a:pt x="3761882" y="2339148"/>
                  </a:lnTo>
                  <a:lnTo>
                    <a:pt x="3762007" y="2339148"/>
                  </a:lnTo>
                  <a:lnTo>
                    <a:pt x="3762132" y="2339148"/>
                  </a:lnTo>
                  <a:lnTo>
                    <a:pt x="3762257" y="2339148"/>
                  </a:lnTo>
                  <a:lnTo>
                    <a:pt x="3762382" y="2339148"/>
                  </a:lnTo>
                  <a:lnTo>
                    <a:pt x="3762507" y="2339148"/>
                  </a:lnTo>
                  <a:lnTo>
                    <a:pt x="3762632" y="2339148"/>
                  </a:lnTo>
                  <a:lnTo>
                    <a:pt x="3762757" y="2339148"/>
                  </a:lnTo>
                  <a:lnTo>
                    <a:pt x="3762882" y="2339148"/>
                  </a:lnTo>
                  <a:lnTo>
                    <a:pt x="3763007" y="2339148"/>
                  </a:lnTo>
                  <a:lnTo>
                    <a:pt x="3763132" y="2339148"/>
                  </a:lnTo>
                  <a:lnTo>
                    <a:pt x="3763258" y="2339148"/>
                  </a:lnTo>
                  <a:lnTo>
                    <a:pt x="3763383" y="2339148"/>
                  </a:lnTo>
                  <a:lnTo>
                    <a:pt x="3763508" y="2339148"/>
                  </a:lnTo>
                  <a:lnTo>
                    <a:pt x="3763633" y="2339148"/>
                  </a:lnTo>
                  <a:lnTo>
                    <a:pt x="3763758" y="2339148"/>
                  </a:lnTo>
                  <a:lnTo>
                    <a:pt x="3763883" y="2339148"/>
                  </a:lnTo>
                  <a:lnTo>
                    <a:pt x="3764008" y="2339148"/>
                  </a:lnTo>
                  <a:lnTo>
                    <a:pt x="3764133" y="2339148"/>
                  </a:lnTo>
                  <a:lnTo>
                    <a:pt x="3764258" y="2339148"/>
                  </a:lnTo>
                  <a:lnTo>
                    <a:pt x="3764383" y="2339148"/>
                  </a:lnTo>
                  <a:lnTo>
                    <a:pt x="3764508" y="2339148"/>
                  </a:lnTo>
                  <a:lnTo>
                    <a:pt x="3764633" y="2339148"/>
                  </a:lnTo>
                  <a:lnTo>
                    <a:pt x="3764758" y="2339148"/>
                  </a:lnTo>
                  <a:lnTo>
                    <a:pt x="3764883" y="2339148"/>
                  </a:lnTo>
                  <a:lnTo>
                    <a:pt x="3765008" y="2339148"/>
                  </a:lnTo>
                  <a:lnTo>
                    <a:pt x="3765133" y="2339148"/>
                  </a:lnTo>
                  <a:lnTo>
                    <a:pt x="3765258" y="2339148"/>
                  </a:lnTo>
                  <a:lnTo>
                    <a:pt x="3765383" y="2339148"/>
                  </a:lnTo>
                  <a:lnTo>
                    <a:pt x="3765508" y="2339148"/>
                  </a:lnTo>
                  <a:lnTo>
                    <a:pt x="3765633" y="2339148"/>
                  </a:lnTo>
                  <a:lnTo>
                    <a:pt x="3765758" y="2339148"/>
                  </a:lnTo>
                  <a:lnTo>
                    <a:pt x="3765883" y="2339148"/>
                  </a:lnTo>
                  <a:lnTo>
                    <a:pt x="3766008" y="2339148"/>
                  </a:lnTo>
                  <a:lnTo>
                    <a:pt x="3766134" y="2339148"/>
                  </a:lnTo>
                  <a:lnTo>
                    <a:pt x="3766259" y="2339148"/>
                  </a:lnTo>
                  <a:lnTo>
                    <a:pt x="3766384" y="2339148"/>
                  </a:lnTo>
                  <a:lnTo>
                    <a:pt x="3766509" y="2339148"/>
                  </a:lnTo>
                  <a:lnTo>
                    <a:pt x="3766634" y="2339148"/>
                  </a:lnTo>
                  <a:lnTo>
                    <a:pt x="3766759" y="2339148"/>
                  </a:lnTo>
                  <a:lnTo>
                    <a:pt x="3766884" y="2339148"/>
                  </a:lnTo>
                  <a:lnTo>
                    <a:pt x="3767009" y="2339148"/>
                  </a:lnTo>
                  <a:lnTo>
                    <a:pt x="3767134" y="2339148"/>
                  </a:lnTo>
                  <a:lnTo>
                    <a:pt x="3767259" y="2339148"/>
                  </a:lnTo>
                  <a:lnTo>
                    <a:pt x="3767384" y="2339148"/>
                  </a:lnTo>
                  <a:lnTo>
                    <a:pt x="3767509" y="2339148"/>
                  </a:lnTo>
                  <a:lnTo>
                    <a:pt x="3767634" y="2339148"/>
                  </a:lnTo>
                  <a:lnTo>
                    <a:pt x="3767759" y="2339148"/>
                  </a:lnTo>
                  <a:lnTo>
                    <a:pt x="3767884" y="2339148"/>
                  </a:lnTo>
                  <a:lnTo>
                    <a:pt x="3768009" y="2339148"/>
                  </a:lnTo>
                  <a:lnTo>
                    <a:pt x="3768134" y="2339148"/>
                  </a:lnTo>
                  <a:lnTo>
                    <a:pt x="3768259" y="2339148"/>
                  </a:lnTo>
                  <a:lnTo>
                    <a:pt x="3768384" y="2339148"/>
                  </a:lnTo>
                  <a:lnTo>
                    <a:pt x="3768509" y="2339148"/>
                  </a:lnTo>
                  <a:lnTo>
                    <a:pt x="3768634" y="2339148"/>
                  </a:lnTo>
                  <a:lnTo>
                    <a:pt x="3768759" y="2339148"/>
                  </a:lnTo>
                  <a:lnTo>
                    <a:pt x="3768884" y="2339148"/>
                  </a:lnTo>
                  <a:lnTo>
                    <a:pt x="3769009" y="2339148"/>
                  </a:lnTo>
                  <a:lnTo>
                    <a:pt x="3769135" y="2339148"/>
                  </a:lnTo>
                  <a:lnTo>
                    <a:pt x="3769260" y="2339148"/>
                  </a:lnTo>
                  <a:lnTo>
                    <a:pt x="3769385" y="2339148"/>
                  </a:lnTo>
                  <a:lnTo>
                    <a:pt x="3769510" y="2339148"/>
                  </a:lnTo>
                  <a:lnTo>
                    <a:pt x="3769635" y="2339148"/>
                  </a:lnTo>
                  <a:lnTo>
                    <a:pt x="3769760" y="2339148"/>
                  </a:lnTo>
                  <a:lnTo>
                    <a:pt x="3769885" y="2339148"/>
                  </a:lnTo>
                  <a:lnTo>
                    <a:pt x="3770010" y="2339148"/>
                  </a:lnTo>
                  <a:lnTo>
                    <a:pt x="3770135" y="2339148"/>
                  </a:lnTo>
                  <a:lnTo>
                    <a:pt x="3770260" y="2339148"/>
                  </a:lnTo>
                  <a:lnTo>
                    <a:pt x="3770385" y="2339148"/>
                  </a:lnTo>
                  <a:lnTo>
                    <a:pt x="3770510" y="2339148"/>
                  </a:lnTo>
                  <a:lnTo>
                    <a:pt x="3770635" y="2339148"/>
                  </a:lnTo>
                  <a:lnTo>
                    <a:pt x="3770760" y="2339148"/>
                  </a:lnTo>
                  <a:lnTo>
                    <a:pt x="3770885" y="2339148"/>
                  </a:lnTo>
                  <a:lnTo>
                    <a:pt x="3771010" y="2339148"/>
                  </a:lnTo>
                  <a:lnTo>
                    <a:pt x="3771135" y="2339148"/>
                  </a:lnTo>
                  <a:lnTo>
                    <a:pt x="3771260" y="2339148"/>
                  </a:lnTo>
                  <a:lnTo>
                    <a:pt x="3771385" y="2339148"/>
                  </a:lnTo>
                  <a:lnTo>
                    <a:pt x="3771510" y="2339148"/>
                  </a:lnTo>
                  <a:lnTo>
                    <a:pt x="3771635" y="2339148"/>
                  </a:lnTo>
                  <a:lnTo>
                    <a:pt x="3771760" y="2339148"/>
                  </a:lnTo>
                  <a:lnTo>
                    <a:pt x="3771885" y="2339148"/>
                  </a:lnTo>
                  <a:lnTo>
                    <a:pt x="3772010" y="2339148"/>
                  </a:lnTo>
                  <a:lnTo>
                    <a:pt x="3772136" y="2339148"/>
                  </a:lnTo>
                  <a:lnTo>
                    <a:pt x="3772261" y="2339148"/>
                  </a:lnTo>
                  <a:lnTo>
                    <a:pt x="3772386" y="2339148"/>
                  </a:lnTo>
                  <a:lnTo>
                    <a:pt x="3772511" y="2339148"/>
                  </a:lnTo>
                  <a:lnTo>
                    <a:pt x="3772636" y="2339148"/>
                  </a:lnTo>
                  <a:lnTo>
                    <a:pt x="3772761" y="2339148"/>
                  </a:lnTo>
                  <a:lnTo>
                    <a:pt x="3772886" y="2339148"/>
                  </a:lnTo>
                  <a:lnTo>
                    <a:pt x="3773011" y="2339148"/>
                  </a:lnTo>
                  <a:lnTo>
                    <a:pt x="3773136" y="2339148"/>
                  </a:lnTo>
                  <a:lnTo>
                    <a:pt x="3773261" y="2339148"/>
                  </a:lnTo>
                  <a:lnTo>
                    <a:pt x="3773386" y="2339148"/>
                  </a:lnTo>
                  <a:lnTo>
                    <a:pt x="3773511" y="2339148"/>
                  </a:lnTo>
                  <a:lnTo>
                    <a:pt x="3773636" y="2339148"/>
                  </a:lnTo>
                  <a:lnTo>
                    <a:pt x="3773761" y="2339148"/>
                  </a:lnTo>
                  <a:lnTo>
                    <a:pt x="3773886" y="2339148"/>
                  </a:lnTo>
                  <a:lnTo>
                    <a:pt x="3774011" y="2339148"/>
                  </a:lnTo>
                  <a:lnTo>
                    <a:pt x="3774136" y="2339148"/>
                  </a:lnTo>
                  <a:lnTo>
                    <a:pt x="3774261" y="2339148"/>
                  </a:lnTo>
                  <a:lnTo>
                    <a:pt x="3774386" y="2339148"/>
                  </a:lnTo>
                  <a:lnTo>
                    <a:pt x="3774511" y="2339148"/>
                  </a:lnTo>
                  <a:lnTo>
                    <a:pt x="3774636" y="2339148"/>
                  </a:lnTo>
                  <a:lnTo>
                    <a:pt x="3774761" y="2339148"/>
                  </a:lnTo>
                  <a:lnTo>
                    <a:pt x="3774886" y="2339148"/>
                  </a:lnTo>
                  <a:lnTo>
                    <a:pt x="3775011" y="2339148"/>
                  </a:lnTo>
                  <a:lnTo>
                    <a:pt x="3775137" y="2339148"/>
                  </a:lnTo>
                  <a:lnTo>
                    <a:pt x="3775262" y="2339148"/>
                  </a:lnTo>
                  <a:lnTo>
                    <a:pt x="3775387" y="2339148"/>
                  </a:lnTo>
                  <a:lnTo>
                    <a:pt x="3775512" y="2339148"/>
                  </a:lnTo>
                  <a:lnTo>
                    <a:pt x="3775637" y="2339148"/>
                  </a:lnTo>
                  <a:lnTo>
                    <a:pt x="3775762" y="2339148"/>
                  </a:lnTo>
                  <a:lnTo>
                    <a:pt x="3775887" y="2339148"/>
                  </a:lnTo>
                  <a:lnTo>
                    <a:pt x="3776012" y="2339148"/>
                  </a:lnTo>
                  <a:lnTo>
                    <a:pt x="3776137" y="2339148"/>
                  </a:lnTo>
                  <a:lnTo>
                    <a:pt x="3776262" y="2339148"/>
                  </a:lnTo>
                  <a:lnTo>
                    <a:pt x="3776387" y="2339148"/>
                  </a:lnTo>
                  <a:lnTo>
                    <a:pt x="3776512" y="2339148"/>
                  </a:lnTo>
                  <a:lnTo>
                    <a:pt x="3776637" y="2339148"/>
                  </a:lnTo>
                  <a:lnTo>
                    <a:pt x="3776762" y="2339148"/>
                  </a:lnTo>
                  <a:lnTo>
                    <a:pt x="3776887" y="2339148"/>
                  </a:lnTo>
                  <a:lnTo>
                    <a:pt x="3777012" y="2339148"/>
                  </a:lnTo>
                  <a:lnTo>
                    <a:pt x="3777137" y="2339148"/>
                  </a:lnTo>
                  <a:lnTo>
                    <a:pt x="3777262" y="2339148"/>
                  </a:lnTo>
                  <a:lnTo>
                    <a:pt x="3777262" y="2329194"/>
                  </a:lnTo>
                  <a:lnTo>
                    <a:pt x="3777387" y="2329194"/>
                  </a:lnTo>
                  <a:lnTo>
                    <a:pt x="3777512" y="2329194"/>
                  </a:lnTo>
                  <a:lnTo>
                    <a:pt x="3777637" y="2329194"/>
                  </a:lnTo>
                  <a:lnTo>
                    <a:pt x="3777762" y="2329194"/>
                  </a:lnTo>
                  <a:lnTo>
                    <a:pt x="3777887" y="2329194"/>
                  </a:lnTo>
                  <a:lnTo>
                    <a:pt x="3778012" y="2329194"/>
                  </a:lnTo>
                  <a:lnTo>
                    <a:pt x="3778138" y="2329194"/>
                  </a:lnTo>
                  <a:lnTo>
                    <a:pt x="3778263" y="2329194"/>
                  </a:lnTo>
                  <a:lnTo>
                    <a:pt x="3778388" y="2329194"/>
                  </a:lnTo>
                  <a:lnTo>
                    <a:pt x="3778513" y="2329194"/>
                  </a:lnTo>
                  <a:lnTo>
                    <a:pt x="3778638" y="2329194"/>
                  </a:lnTo>
                  <a:lnTo>
                    <a:pt x="3778763" y="2329194"/>
                  </a:lnTo>
                  <a:lnTo>
                    <a:pt x="3778888" y="2329194"/>
                  </a:lnTo>
                  <a:lnTo>
                    <a:pt x="3779013" y="2329194"/>
                  </a:lnTo>
                  <a:lnTo>
                    <a:pt x="3779138" y="2329194"/>
                  </a:lnTo>
                  <a:lnTo>
                    <a:pt x="3779263" y="2329194"/>
                  </a:lnTo>
                  <a:lnTo>
                    <a:pt x="3779388" y="2329194"/>
                  </a:lnTo>
                  <a:lnTo>
                    <a:pt x="3779513" y="2329194"/>
                  </a:lnTo>
                  <a:lnTo>
                    <a:pt x="3779638" y="2329194"/>
                  </a:lnTo>
                  <a:lnTo>
                    <a:pt x="3779763" y="2329194"/>
                  </a:lnTo>
                  <a:lnTo>
                    <a:pt x="3779888" y="2329194"/>
                  </a:lnTo>
                  <a:lnTo>
                    <a:pt x="3780013" y="2329194"/>
                  </a:lnTo>
                  <a:lnTo>
                    <a:pt x="3780138" y="2329194"/>
                  </a:lnTo>
                  <a:lnTo>
                    <a:pt x="3780263" y="2329194"/>
                  </a:lnTo>
                  <a:lnTo>
                    <a:pt x="3780388" y="2329194"/>
                  </a:lnTo>
                  <a:lnTo>
                    <a:pt x="3780513" y="2329194"/>
                  </a:lnTo>
                  <a:lnTo>
                    <a:pt x="3780638" y="2329194"/>
                  </a:lnTo>
                  <a:lnTo>
                    <a:pt x="3780763" y="2329194"/>
                  </a:lnTo>
                  <a:lnTo>
                    <a:pt x="3780888" y="2329194"/>
                  </a:lnTo>
                  <a:lnTo>
                    <a:pt x="3781013" y="2329194"/>
                  </a:lnTo>
                  <a:lnTo>
                    <a:pt x="3781139" y="2329194"/>
                  </a:lnTo>
                  <a:lnTo>
                    <a:pt x="3781264" y="2329194"/>
                  </a:lnTo>
                  <a:lnTo>
                    <a:pt x="3781389" y="2329194"/>
                  </a:lnTo>
                  <a:lnTo>
                    <a:pt x="3781514" y="2329194"/>
                  </a:lnTo>
                  <a:lnTo>
                    <a:pt x="3781639" y="2329194"/>
                  </a:lnTo>
                  <a:lnTo>
                    <a:pt x="3781764" y="2329194"/>
                  </a:lnTo>
                  <a:lnTo>
                    <a:pt x="3781889" y="2329194"/>
                  </a:lnTo>
                  <a:lnTo>
                    <a:pt x="3782014" y="2329194"/>
                  </a:lnTo>
                  <a:lnTo>
                    <a:pt x="3782139" y="2329194"/>
                  </a:lnTo>
                  <a:lnTo>
                    <a:pt x="3782264" y="2329194"/>
                  </a:lnTo>
                  <a:lnTo>
                    <a:pt x="3782389" y="2329194"/>
                  </a:lnTo>
                  <a:lnTo>
                    <a:pt x="3782514" y="2329194"/>
                  </a:lnTo>
                  <a:lnTo>
                    <a:pt x="3782639" y="2329194"/>
                  </a:lnTo>
                  <a:lnTo>
                    <a:pt x="3782764" y="2329194"/>
                  </a:lnTo>
                  <a:lnTo>
                    <a:pt x="3782889" y="2329194"/>
                  </a:lnTo>
                  <a:lnTo>
                    <a:pt x="3783014" y="2329194"/>
                  </a:lnTo>
                  <a:lnTo>
                    <a:pt x="3783139" y="2329194"/>
                  </a:lnTo>
                  <a:lnTo>
                    <a:pt x="3783264" y="2329194"/>
                  </a:lnTo>
                  <a:lnTo>
                    <a:pt x="3783389" y="2329194"/>
                  </a:lnTo>
                  <a:lnTo>
                    <a:pt x="3783514" y="2329194"/>
                  </a:lnTo>
                  <a:lnTo>
                    <a:pt x="3783639" y="2329194"/>
                  </a:lnTo>
                  <a:lnTo>
                    <a:pt x="3783764" y="2329194"/>
                  </a:lnTo>
                  <a:lnTo>
                    <a:pt x="3783889" y="2329194"/>
                  </a:lnTo>
                  <a:lnTo>
                    <a:pt x="3784014" y="2329194"/>
                  </a:lnTo>
                  <a:lnTo>
                    <a:pt x="3784140" y="2329194"/>
                  </a:lnTo>
                  <a:lnTo>
                    <a:pt x="3784265" y="2329194"/>
                  </a:lnTo>
                  <a:lnTo>
                    <a:pt x="3784390" y="2329194"/>
                  </a:lnTo>
                  <a:lnTo>
                    <a:pt x="3784515" y="2329194"/>
                  </a:lnTo>
                  <a:lnTo>
                    <a:pt x="3784640" y="2329194"/>
                  </a:lnTo>
                  <a:lnTo>
                    <a:pt x="3784765" y="2329194"/>
                  </a:lnTo>
                  <a:lnTo>
                    <a:pt x="3784890" y="2329194"/>
                  </a:lnTo>
                  <a:lnTo>
                    <a:pt x="3785015" y="2329194"/>
                  </a:lnTo>
                  <a:lnTo>
                    <a:pt x="3785140" y="2329194"/>
                  </a:lnTo>
                  <a:lnTo>
                    <a:pt x="3785265" y="2329194"/>
                  </a:lnTo>
                  <a:lnTo>
                    <a:pt x="3785390" y="2329194"/>
                  </a:lnTo>
                  <a:lnTo>
                    <a:pt x="3785515" y="2329194"/>
                  </a:lnTo>
                  <a:lnTo>
                    <a:pt x="3785640" y="2329194"/>
                  </a:lnTo>
                  <a:lnTo>
                    <a:pt x="3785765" y="2329194"/>
                  </a:lnTo>
                  <a:lnTo>
                    <a:pt x="3785890" y="2329194"/>
                  </a:lnTo>
                  <a:lnTo>
                    <a:pt x="3786015" y="2329194"/>
                  </a:lnTo>
                  <a:lnTo>
                    <a:pt x="3786140" y="2329194"/>
                  </a:lnTo>
                  <a:lnTo>
                    <a:pt x="3786265" y="2329194"/>
                  </a:lnTo>
                  <a:lnTo>
                    <a:pt x="3786390" y="2329194"/>
                  </a:lnTo>
                  <a:lnTo>
                    <a:pt x="3786515" y="2329194"/>
                  </a:lnTo>
                  <a:lnTo>
                    <a:pt x="3786640" y="2329194"/>
                  </a:lnTo>
                  <a:lnTo>
                    <a:pt x="3786765" y="2329194"/>
                  </a:lnTo>
                  <a:lnTo>
                    <a:pt x="3786890" y="2329194"/>
                  </a:lnTo>
                  <a:lnTo>
                    <a:pt x="3787015" y="2329194"/>
                  </a:lnTo>
                  <a:lnTo>
                    <a:pt x="3787141" y="2329194"/>
                  </a:lnTo>
                  <a:lnTo>
                    <a:pt x="3787266" y="2329194"/>
                  </a:lnTo>
                  <a:lnTo>
                    <a:pt x="3787391" y="2329194"/>
                  </a:lnTo>
                  <a:lnTo>
                    <a:pt x="3787516" y="2329194"/>
                  </a:lnTo>
                  <a:lnTo>
                    <a:pt x="3787641" y="2329194"/>
                  </a:lnTo>
                  <a:lnTo>
                    <a:pt x="3787766" y="2329194"/>
                  </a:lnTo>
                  <a:lnTo>
                    <a:pt x="3787891" y="2329194"/>
                  </a:lnTo>
                  <a:lnTo>
                    <a:pt x="3788016" y="2329194"/>
                  </a:lnTo>
                  <a:lnTo>
                    <a:pt x="3788141" y="2329194"/>
                  </a:lnTo>
                  <a:lnTo>
                    <a:pt x="3788266" y="2329194"/>
                  </a:lnTo>
                  <a:lnTo>
                    <a:pt x="3788391" y="2329194"/>
                  </a:lnTo>
                  <a:lnTo>
                    <a:pt x="3788516" y="2329194"/>
                  </a:lnTo>
                  <a:lnTo>
                    <a:pt x="3788641" y="2329194"/>
                  </a:lnTo>
                  <a:lnTo>
                    <a:pt x="3788766" y="2329194"/>
                  </a:lnTo>
                  <a:lnTo>
                    <a:pt x="3788891" y="2329194"/>
                  </a:lnTo>
                  <a:lnTo>
                    <a:pt x="3789016" y="2329194"/>
                  </a:lnTo>
                  <a:lnTo>
                    <a:pt x="3789141" y="2329194"/>
                  </a:lnTo>
                  <a:lnTo>
                    <a:pt x="3789266" y="2329194"/>
                  </a:lnTo>
                  <a:lnTo>
                    <a:pt x="3789391" y="2329194"/>
                  </a:lnTo>
                  <a:lnTo>
                    <a:pt x="3789516" y="2329194"/>
                  </a:lnTo>
                  <a:lnTo>
                    <a:pt x="3789641" y="2329194"/>
                  </a:lnTo>
                  <a:lnTo>
                    <a:pt x="3789766" y="2329194"/>
                  </a:lnTo>
                  <a:lnTo>
                    <a:pt x="3789891" y="2329194"/>
                  </a:lnTo>
                  <a:lnTo>
                    <a:pt x="3790016" y="2329194"/>
                  </a:lnTo>
                  <a:lnTo>
                    <a:pt x="3790142" y="2329194"/>
                  </a:lnTo>
                  <a:lnTo>
                    <a:pt x="3790267" y="2329194"/>
                  </a:lnTo>
                  <a:lnTo>
                    <a:pt x="3790392" y="2329194"/>
                  </a:lnTo>
                  <a:lnTo>
                    <a:pt x="3790517" y="2329194"/>
                  </a:lnTo>
                  <a:lnTo>
                    <a:pt x="3790642" y="2329194"/>
                  </a:lnTo>
                  <a:lnTo>
                    <a:pt x="3790767" y="2329194"/>
                  </a:lnTo>
                  <a:lnTo>
                    <a:pt x="3790892" y="2329194"/>
                  </a:lnTo>
                  <a:lnTo>
                    <a:pt x="3791017" y="2329194"/>
                  </a:lnTo>
                  <a:lnTo>
                    <a:pt x="3791142" y="2329194"/>
                  </a:lnTo>
                  <a:lnTo>
                    <a:pt x="3791267" y="2329194"/>
                  </a:lnTo>
                  <a:lnTo>
                    <a:pt x="3791392" y="2329194"/>
                  </a:lnTo>
                  <a:lnTo>
                    <a:pt x="3791517" y="2329194"/>
                  </a:lnTo>
                  <a:lnTo>
                    <a:pt x="3791642" y="2329194"/>
                  </a:lnTo>
                  <a:lnTo>
                    <a:pt x="3791767" y="2329194"/>
                  </a:lnTo>
                  <a:lnTo>
                    <a:pt x="3791892" y="2329194"/>
                  </a:lnTo>
                  <a:lnTo>
                    <a:pt x="3792017" y="2329194"/>
                  </a:lnTo>
                  <a:lnTo>
                    <a:pt x="3792142" y="2329194"/>
                  </a:lnTo>
                  <a:lnTo>
                    <a:pt x="3792267" y="2329194"/>
                  </a:lnTo>
                  <a:lnTo>
                    <a:pt x="3792392" y="2329194"/>
                  </a:lnTo>
                  <a:lnTo>
                    <a:pt x="3792517" y="2329194"/>
                  </a:lnTo>
                  <a:lnTo>
                    <a:pt x="3792642" y="2329194"/>
                  </a:lnTo>
                  <a:lnTo>
                    <a:pt x="3792767" y="2329194"/>
                  </a:lnTo>
                  <a:lnTo>
                    <a:pt x="3792892" y="2329194"/>
                  </a:lnTo>
                  <a:lnTo>
                    <a:pt x="3793017" y="2329194"/>
                  </a:lnTo>
                  <a:lnTo>
                    <a:pt x="3793143" y="2329194"/>
                  </a:lnTo>
                  <a:lnTo>
                    <a:pt x="3793268" y="2329194"/>
                  </a:lnTo>
                  <a:lnTo>
                    <a:pt x="3793393" y="2329194"/>
                  </a:lnTo>
                  <a:lnTo>
                    <a:pt x="3793518" y="2329194"/>
                  </a:lnTo>
                  <a:lnTo>
                    <a:pt x="3793643" y="2329194"/>
                  </a:lnTo>
                  <a:lnTo>
                    <a:pt x="3793768" y="2329194"/>
                  </a:lnTo>
                  <a:lnTo>
                    <a:pt x="3793893" y="2329194"/>
                  </a:lnTo>
                  <a:lnTo>
                    <a:pt x="3794018" y="2329194"/>
                  </a:lnTo>
                  <a:lnTo>
                    <a:pt x="3794143" y="2329194"/>
                  </a:lnTo>
                  <a:lnTo>
                    <a:pt x="3794268" y="2329194"/>
                  </a:lnTo>
                  <a:lnTo>
                    <a:pt x="3794393" y="2329194"/>
                  </a:lnTo>
                  <a:lnTo>
                    <a:pt x="3794518" y="2329194"/>
                  </a:lnTo>
                  <a:lnTo>
                    <a:pt x="3794643" y="2329194"/>
                  </a:lnTo>
                  <a:lnTo>
                    <a:pt x="3794768" y="2329194"/>
                  </a:lnTo>
                  <a:lnTo>
                    <a:pt x="3794893" y="2329194"/>
                  </a:lnTo>
                  <a:lnTo>
                    <a:pt x="3795018" y="2329194"/>
                  </a:lnTo>
                  <a:lnTo>
                    <a:pt x="3795143" y="2329194"/>
                  </a:lnTo>
                  <a:lnTo>
                    <a:pt x="3795268" y="2329194"/>
                  </a:lnTo>
                  <a:lnTo>
                    <a:pt x="3795393" y="2329194"/>
                  </a:lnTo>
                  <a:lnTo>
                    <a:pt x="3795518" y="2329194"/>
                  </a:lnTo>
                  <a:lnTo>
                    <a:pt x="3795643" y="2329194"/>
                  </a:lnTo>
                  <a:lnTo>
                    <a:pt x="3795768" y="2329194"/>
                  </a:lnTo>
                  <a:lnTo>
                    <a:pt x="3795893" y="2329194"/>
                  </a:lnTo>
                  <a:lnTo>
                    <a:pt x="3796018" y="2329194"/>
                  </a:lnTo>
                  <a:lnTo>
                    <a:pt x="3796144" y="2329194"/>
                  </a:lnTo>
                  <a:lnTo>
                    <a:pt x="3796269" y="2329194"/>
                  </a:lnTo>
                  <a:lnTo>
                    <a:pt x="3796394" y="2329194"/>
                  </a:lnTo>
                  <a:lnTo>
                    <a:pt x="3796519" y="2329194"/>
                  </a:lnTo>
                  <a:lnTo>
                    <a:pt x="3796644" y="2329194"/>
                  </a:lnTo>
                  <a:lnTo>
                    <a:pt x="3796769" y="2329194"/>
                  </a:lnTo>
                  <a:lnTo>
                    <a:pt x="3796894" y="2329194"/>
                  </a:lnTo>
                  <a:lnTo>
                    <a:pt x="3797019" y="2329194"/>
                  </a:lnTo>
                  <a:lnTo>
                    <a:pt x="3797144" y="2329194"/>
                  </a:lnTo>
                  <a:lnTo>
                    <a:pt x="3797269" y="2329194"/>
                  </a:lnTo>
                  <a:lnTo>
                    <a:pt x="3797394" y="2329194"/>
                  </a:lnTo>
                  <a:lnTo>
                    <a:pt x="3797519" y="2329194"/>
                  </a:lnTo>
                  <a:lnTo>
                    <a:pt x="3797519" y="2319240"/>
                  </a:lnTo>
                  <a:lnTo>
                    <a:pt x="3797644" y="2319240"/>
                  </a:lnTo>
                  <a:lnTo>
                    <a:pt x="3797769" y="2319240"/>
                  </a:lnTo>
                  <a:lnTo>
                    <a:pt x="3797894" y="2319240"/>
                  </a:lnTo>
                  <a:lnTo>
                    <a:pt x="3798019" y="2319240"/>
                  </a:lnTo>
                  <a:lnTo>
                    <a:pt x="3798144" y="2319240"/>
                  </a:lnTo>
                  <a:lnTo>
                    <a:pt x="3798269" y="2319240"/>
                  </a:lnTo>
                  <a:lnTo>
                    <a:pt x="3798394" y="2319240"/>
                  </a:lnTo>
                  <a:lnTo>
                    <a:pt x="3798519" y="2319240"/>
                  </a:lnTo>
                  <a:lnTo>
                    <a:pt x="3798644" y="2319240"/>
                  </a:lnTo>
                  <a:lnTo>
                    <a:pt x="3798769" y="2319240"/>
                  </a:lnTo>
                  <a:lnTo>
                    <a:pt x="3798894" y="2319240"/>
                  </a:lnTo>
                  <a:lnTo>
                    <a:pt x="3799019" y="2319240"/>
                  </a:lnTo>
                  <a:lnTo>
                    <a:pt x="3799019" y="2309286"/>
                  </a:lnTo>
                  <a:lnTo>
                    <a:pt x="3799145" y="2309286"/>
                  </a:lnTo>
                  <a:lnTo>
                    <a:pt x="3799270" y="2309286"/>
                  </a:lnTo>
                  <a:lnTo>
                    <a:pt x="3799395" y="2309286"/>
                  </a:lnTo>
                  <a:lnTo>
                    <a:pt x="3799520" y="2309286"/>
                  </a:lnTo>
                  <a:lnTo>
                    <a:pt x="3799645" y="2309286"/>
                  </a:lnTo>
                  <a:lnTo>
                    <a:pt x="3799770" y="2309286"/>
                  </a:lnTo>
                  <a:lnTo>
                    <a:pt x="3799895" y="2309286"/>
                  </a:lnTo>
                  <a:lnTo>
                    <a:pt x="3800020" y="2309286"/>
                  </a:lnTo>
                  <a:lnTo>
                    <a:pt x="3800145" y="2309286"/>
                  </a:lnTo>
                  <a:lnTo>
                    <a:pt x="3800270" y="2309286"/>
                  </a:lnTo>
                  <a:lnTo>
                    <a:pt x="3800395" y="2309286"/>
                  </a:lnTo>
                  <a:lnTo>
                    <a:pt x="3800520" y="2309286"/>
                  </a:lnTo>
                  <a:lnTo>
                    <a:pt x="3800645" y="2309286"/>
                  </a:lnTo>
                  <a:lnTo>
                    <a:pt x="3800770" y="2309286"/>
                  </a:lnTo>
                  <a:lnTo>
                    <a:pt x="3800895" y="2309286"/>
                  </a:lnTo>
                  <a:lnTo>
                    <a:pt x="3801020" y="2309286"/>
                  </a:lnTo>
                  <a:lnTo>
                    <a:pt x="3801145" y="2309286"/>
                  </a:lnTo>
                  <a:lnTo>
                    <a:pt x="3801270" y="2309286"/>
                  </a:lnTo>
                  <a:lnTo>
                    <a:pt x="3801395" y="2309286"/>
                  </a:lnTo>
                  <a:lnTo>
                    <a:pt x="3801520" y="2309286"/>
                  </a:lnTo>
                  <a:lnTo>
                    <a:pt x="3801645" y="2309286"/>
                  </a:lnTo>
                  <a:lnTo>
                    <a:pt x="3801770" y="2309286"/>
                  </a:lnTo>
                  <a:lnTo>
                    <a:pt x="3801895" y="2309286"/>
                  </a:lnTo>
                  <a:lnTo>
                    <a:pt x="3802020" y="2309286"/>
                  </a:lnTo>
                  <a:lnTo>
                    <a:pt x="3802146" y="2309286"/>
                  </a:lnTo>
                  <a:lnTo>
                    <a:pt x="3802271" y="2309286"/>
                  </a:lnTo>
                  <a:lnTo>
                    <a:pt x="3802396" y="2309286"/>
                  </a:lnTo>
                  <a:lnTo>
                    <a:pt x="3802521" y="2309286"/>
                  </a:lnTo>
                  <a:lnTo>
                    <a:pt x="3802646" y="2309286"/>
                  </a:lnTo>
                  <a:lnTo>
                    <a:pt x="3802771" y="2309286"/>
                  </a:lnTo>
                  <a:lnTo>
                    <a:pt x="3802896" y="2309286"/>
                  </a:lnTo>
                  <a:lnTo>
                    <a:pt x="3803021" y="2309286"/>
                  </a:lnTo>
                  <a:lnTo>
                    <a:pt x="3803146" y="2309286"/>
                  </a:lnTo>
                  <a:lnTo>
                    <a:pt x="3803271" y="2309286"/>
                  </a:lnTo>
                  <a:lnTo>
                    <a:pt x="3803396" y="2309286"/>
                  </a:lnTo>
                  <a:lnTo>
                    <a:pt x="3803521" y="2309286"/>
                  </a:lnTo>
                  <a:lnTo>
                    <a:pt x="3803646" y="2309286"/>
                  </a:lnTo>
                  <a:lnTo>
                    <a:pt x="3803771" y="2309286"/>
                  </a:lnTo>
                  <a:lnTo>
                    <a:pt x="3803896" y="2309286"/>
                  </a:lnTo>
                  <a:lnTo>
                    <a:pt x="3804021" y="2309286"/>
                  </a:lnTo>
                  <a:lnTo>
                    <a:pt x="3804146" y="2309286"/>
                  </a:lnTo>
                  <a:lnTo>
                    <a:pt x="3804271" y="2309286"/>
                  </a:lnTo>
                  <a:lnTo>
                    <a:pt x="3804396" y="2309286"/>
                  </a:lnTo>
                  <a:lnTo>
                    <a:pt x="3804521" y="2309286"/>
                  </a:lnTo>
                  <a:lnTo>
                    <a:pt x="3804646" y="2309286"/>
                  </a:lnTo>
                  <a:lnTo>
                    <a:pt x="3804771" y="2309286"/>
                  </a:lnTo>
                  <a:lnTo>
                    <a:pt x="3804896" y="2309286"/>
                  </a:lnTo>
                  <a:lnTo>
                    <a:pt x="3805022" y="2309286"/>
                  </a:lnTo>
                  <a:lnTo>
                    <a:pt x="3805147" y="2309286"/>
                  </a:lnTo>
                  <a:lnTo>
                    <a:pt x="3805272" y="2309286"/>
                  </a:lnTo>
                  <a:lnTo>
                    <a:pt x="3805397" y="2309286"/>
                  </a:lnTo>
                  <a:lnTo>
                    <a:pt x="3805522" y="2309286"/>
                  </a:lnTo>
                  <a:lnTo>
                    <a:pt x="3805647" y="2309286"/>
                  </a:lnTo>
                  <a:lnTo>
                    <a:pt x="3805772" y="2309286"/>
                  </a:lnTo>
                  <a:lnTo>
                    <a:pt x="3805897" y="2309286"/>
                  </a:lnTo>
                  <a:lnTo>
                    <a:pt x="3806022" y="2309286"/>
                  </a:lnTo>
                  <a:lnTo>
                    <a:pt x="3806147" y="2309286"/>
                  </a:lnTo>
                  <a:lnTo>
                    <a:pt x="3806272" y="2309286"/>
                  </a:lnTo>
                  <a:lnTo>
                    <a:pt x="3806397" y="2309286"/>
                  </a:lnTo>
                  <a:lnTo>
                    <a:pt x="3806522" y="2309286"/>
                  </a:lnTo>
                  <a:lnTo>
                    <a:pt x="3806647" y="2309286"/>
                  </a:lnTo>
                  <a:lnTo>
                    <a:pt x="3806772" y="2309286"/>
                  </a:lnTo>
                  <a:lnTo>
                    <a:pt x="3806897" y="2309286"/>
                  </a:lnTo>
                  <a:lnTo>
                    <a:pt x="3807022" y="2309286"/>
                  </a:lnTo>
                  <a:lnTo>
                    <a:pt x="3807147" y="2309286"/>
                  </a:lnTo>
                  <a:lnTo>
                    <a:pt x="3807272" y="2309286"/>
                  </a:lnTo>
                  <a:lnTo>
                    <a:pt x="3807397" y="2309286"/>
                  </a:lnTo>
                  <a:lnTo>
                    <a:pt x="3807522" y="2309286"/>
                  </a:lnTo>
                  <a:lnTo>
                    <a:pt x="3807647" y="2309286"/>
                  </a:lnTo>
                  <a:lnTo>
                    <a:pt x="3807772" y="2309286"/>
                  </a:lnTo>
                  <a:lnTo>
                    <a:pt x="3807897" y="2309286"/>
                  </a:lnTo>
                  <a:lnTo>
                    <a:pt x="3808023" y="2309286"/>
                  </a:lnTo>
                  <a:lnTo>
                    <a:pt x="3808148" y="2309286"/>
                  </a:lnTo>
                  <a:lnTo>
                    <a:pt x="3808273" y="2309286"/>
                  </a:lnTo>
                  <a:lnTo>
                    <a:pt x="3808398" y="2309286"/>
                  </a:lnTo>
                  <a:lnTo>
                    <a:pt x="3808523" y="2309286"/>
                  </a:lnTo>
                  <a:lnTo>
                    <a:pt x="3808648" y="2309286"/>
                  </a:lnTo>
                  <a:lnTo>
                    <a:pt x="3808773" y="2309286"/>
                  </a:lnTo>
                  <a:lnTo>
                    <a:pt x="3808898" y="2309286"/>
                  </a:lnTo>
                  <a:lnTo>
                    <a:pt x="3809023" y="2309286"/>
                  </a:lnTo>
                  <a:lnTo>
                    <a:pt x="3809148" y="2309286"/>
                  </a:lnTo>
                  <a:lnTo>
                    <a:pt x="3809273" y="2309286"/>
                  </a:lnTo>
                  <a:lnTo>
                    <a:pt x="3809398" y="2309286"/>
                  </a:lnTo>
                  <a:lnTo>
                    <a:pt x="3809523" y="2309286"/>
                  </a:lnTo>
                  <a:lnTo>
                    <a:pt x="3809648" y="2309286"/>
                  </a:lnTo>
                  <a:lnTo>
                    <a:pt x="3809773" y="2309286"/>
                  </a:lnTo>
                  <a:lnTo>
                    <a:pt x="3809898" y="2309286"/>
                  </a:lnTo>
                  <a:lnTo>
                    <a:pt x="3810023" y="2309286"/>
                  </a:lnTo>
                  <a:lnTo>
                    <a:pt x="3810148" y="2309286"/>
                  </a:lnTo>
                  <a:lnTo>
                    <a:pt x="3810273" y="2309286"/>
                  </a:lnTo>
                  <a:lnTo>
                    <a:pt x="3810398" y="2309286"/>
                  </a:lnTo>
                  <a:lnTo>
                    <a:pt x="3810523" y="2309286"/>
                  </a:lnTo>
                  <a:lnTo>
                    <a:pt x="3810648" y="2309286"/>
                  </a:lnTo>
                  <a:lnTo>
                    <a:pt x="3810773" y="2309286"/>
                  </a:lnTo>
                  <a:lnTo>
                    <a:pt x="3810898" y="2309286"/>
                  </a:lnTo>
                  <a:lnTo>
                    <a:pt x="3811024" y="2309286"/>
                  </a:lnTo>
                  <a:lnTo>
                    <a:pt x="3811149" y="2309286"/>
                  </a:lnTo>
                  <a:lnTo>
                    <a:pt x="3811274" y="2309286"/>
                  </a:lnTo>
                  <a:lnTo>
                    <a:pt x="3811399" y="2309286"/>
                  </a:lnTo>
                  <a:lnTo>
                    <a:pt x="3811524" y="2309286"/>
                  </a:lnTo>
                  <a:lnTo>
                    <a:pt x="3811649" y="2309286"/>
                  </a:lnTo>
                  <a:lnTo>
                    <a:pt x="3811774" y="2309286"/>
                  </a:lnTo>
                  <a:lnTo>
                    <a:pt x="3811899" y="2309286"/>
                  </a:lnTo>
                  <a:lnTo>
                    <a:pt x="3812024" y="2309286"/>
                  </a:lnTo>
                  <a:lnTo>
                    <a:pt x="3812149" y="2309286"/>
                  </a:lnTo>
                  <a:lnTo>
                    <a:pt x="3812274" y="2309286"/>
                  </a:lnTo>
                  <a:lnTo>
                    <a:pt x="3812399" y="2309286"/>
                  </a:lnTo>
                  <a:lnTo>
                    <a:pt x="3812524" y="2309286"/>
                  </a:lnTo>
                  <a:lnTo>
                    <a:pt x="3812649" y="2309286"/>
                  </a:lnTo>
                  <a:lnTo>
                    <a:pt x="3812774" y="2309286"/>
                  </a:lnTo>
                  <a:lnTo>
                    <a:pt x="3812899" y="2309286"/>
                  </a:lnTo>
                  <a:lnTo>
                    <a:pt x="3813024" y="2309286"/>
                  </a:lnTo>
                  <a:lnTo>
                    <a:pt x="3813149" y="2309286"/>
                  </a:lnTo>
                  <a:lnTo>
                    <a:pt x="3813274" y="2309286"/>
                  </a:lnTo>
                  <a:lnTo>
                    <a:pt x="3813274" y="2299333"/>
                  </a:lnTo>
                  <a:lnTo>
                    <a:pt x="3813399" y="2299333"/>
                  </a:lnTo>
                  <a:lnTo>
                    <a:pt x="3813524" y="2299333"/>
                  </a:lnTo>
                  <a:lnTo>
                    <a:pt x="3813649" y="2299333"/>
                  </a:lnTo>
                  <a:lnTo>
                    <a:pt x="3813774" y="2299333"/>
                  </a:lnTo>
                  <a:lnTo>
                    <a:pt x="3813899" y="2299333"/>
                  </a:lnTo>
                  <a:lnTo>
                    <a:pt x="3814025" y="2299333"/>
                  </a:lnTo>
                  <a:lnTo>
                    <a:pt x="3814150" y="2299333"/>
                  </a:lnTo>
                  <a:lnTo>
                    <a:pt x="3814275" y="2299333"/>
                  </a:lnTo>
                  <a:lnTo>
                    <a:pt x="3814400" y="2299333"/>
                  </a:lnTo>
                  <a:lnTo>
                    <a:pt x="3814525" y="2299333"/>
                  </a:lnTo>
                  <a:lnTo>
                    <a:pt x="3814650" y="2299333"/>
                  </a:lnTo>
                  <a:lnTo>
                    <a:pt x="3814775" y="2299333"/>
                  </a:lnTo>
                  <a:lnTo>
                    <a:pt x="3814900" y="2299333"/>
                  </a:lnTo>
                  <a:lnTo>
                    <a:pt x="3815025" y="2299333"/>
                  </a:lnTo>
                  <a:lnTo>
                    <a:pt x="3815150" y="2299333"/>
                  </a:lnTo>
                  <a:lnTo>
                    <a:pt x="3815275" y="2299333"/>
                  </a:lnTo>
                  <a:lnTo>
                    <a:pt x="3815400" y="2299333"/>
                  </a:lnTo>
                  <a:lnTo>
                    <a:pt x="3815525" y="2299333"/>
                  </a:lnTo>
                  <a:lnTo>
                    <a:pt x="3815650" y="2299333"/>
                  </a:lnTo>
                  <a:lnTo>
                    <a:pt x="3815775" y="2299333"/>
                  </a:lnTo>
                  <a:lnTo>
                    <a:pt x="3815900" y="2299333"/>
                  </a:lnTo>
                  <a:lnTo>
                    <a:pt x="3816025" y="2299333"/>
                  </a:lnTo>
                  <a:lnTo>
                    <a:pt x="3816150" y="2299333"/>
                  </a:lnTo>
                  <a:lnTo>
                    <a:pt x="3816275" y="2299333"/>
                  </a:lnTo>
                  <a:lnTo>
                    <a:pt x="3816400" y="2299333"/>
                  </a:lnTo>
                  <a:lnTo>
                    <a:pt x="3816525" y="2299333"/>
                  </a:lnTo>
                  <a:lnTo>
                    <a:pt x="3816650" y="2299333"/>
                  </a:lnTo>
                  <a:lnTo>
                    <a:pt x="3816775" y="2299333"/>
                  </a:lnTo>
                  <a:lnTo>
                    <a:pt x="3816900" y="2299333"/>
                  </a:lnTo>
                  <a:lnTo>
                    <a:pt x="3817026" y="2299333"/>
                  </a:lnTo>
                  <a:lnTo>
                    <a:pt x="3817151" y="2299333"/>
                  </a:lnTo>
                  <a:lnTo>
                    <a:pt x="3817276" y="2299333"/>
                  </a:lnTo>
                  <a:lnTo>
                    <a:pt x="3817401" y="2299333"/>
                  </a:lnTo>
                  <a:lnTo>
                    <a:pt x="3817526" y="2299333"/>
                  </a:lnTo>
                  <a:lnTo>
                    <a:pt x="3817651" y="2299333"/>
                  </a:lnTo>
                  <a:lnTo>
                    <a:pt x="3817776" y="2299333"/>
                  </a:lnTo>
                  <a:lnTo>
                    <a:pt x="3817901" y="2299333"/>
                  </a:lnTo>
                  <a:lnTo>
                    <a:pt x="3818026" y="2299333"/>
                  </a:lnTo>
                  <a:lnTo>
                    <a:pt x="3818151" y="2299333"/>
                  </a:lnTo>
                  <a:lnTo>
                    <a:pt x="3818276" y="2299333"/>
                  </a:lnTo>
                  <a:lnTo>
                    <a:pt x="3818401" y="2299333"/>
                  </a:lnTo>
                  <a:lnTo>
                    <a:pt x="3818526" y="2299333"/>
                  </a:lnTo>
                  <a:lnTo>
                    <a:pt x="3818651" y="2299333"/>
                  </a:lnTo>
                  <a:lnTo>
                    <a:pt x="3818776" y="2299333"/>
                  </a:lnTo>
                  <a:lnTo>
                    <a:pt x="3818901" y="2299333"/>
                  </a:lnTo>
                  <a:lnTo>
                    <a:pt x="3819026" y="2299333"/>
                  </a:lnTo>
                  <a:lnTo>
                    <a:pt x="3819151" y="2299333"/>
                  </a:lnTo>
                  <a:lnTo>
                    <a:pt x="3819276" y="2299333"/>
                  </a:lnTo>
                  <a:lnTo>
                    <a:pt x="3819401" y="2299333"/>
                  </a:lnTo>
                  <a:lnTo>
                    <a:pt x="3819526" y="2299333"/>
                  </a:lnTo>
                  <a:lnTo>
                    <a:pt x="3819651" y="2299333"/>
                  </a:lnTo>
                  <a:lnTo>
                    <a:pt x="3819776" y="2299333"/>
                  </a:lnTo>
                  <a:lnTo>
                    <a:pt x="3819901" y="2299333"/>
                  </a:lnTo>
                  <a:lnTo>
                    <a:pt x="3820027" y="2299333"/>
                  </a:lnTo>
                  <a:lnTo>
                    <a:pt x="3820152" y="2299333"/>
                  </a:lnTo>
                  <a:lnTo>
                    <a:pt x="3820277" y="2299333"/>
                  </a:lnTo>
                  <a:lnTo>
                    <a:pt x="3820402" y="2299333"/>
                  </a:lnTo>
                  <a:lnTo>
                    <a:pt x="3820527" y="2299333"/>
                  </a:lnTo>
                  <a:lnTo>
                    <a:pt x="3820652" y="2299333"/>
                  </a:lnTo>
                  <a:lnTo>
                    <a:pt x="3820777" y="2299333"/>
                  </a:lnTo>
                  <a:lnTo>
                    <a:pt x="3820902" y="2299333"/>
                  </a:lnTo>
                  <a:lnTo>
                    <a:pt x="3821027" y="2299333"/>
                  </a:lnTo>
                  <a:lnTo>
                    <a:pt x="3821152" y="2299333"/>
                  </a:lnTo>
                  <a:lnTo>
                    <a:pt x="3821277" y="2299333"/>
                  </a:lnTo>
                  <a:lnTo>
                    <a:pt x="3821402" y="2299333"/>
                  </a:lnTo>
                  <a:lnTo>
                    <a:pt x="3821527" y="2299333"/>
                  </a:lnTo>
                  <a:lnTo>
                    <a:pt x="3821652" y="2299333"/>
                  </a:lnTo>
                  <a:lnTo>
                    <a:pt x="3821777" y="2299333"/>
                  </a:lnTo>
                  <a:lnTo>
                    <a:pt x="3821902" y="2299333"/>
                  </a:lnTo>
                  <a:lnTo>
                    <a:pt x="3822027" y="2299333"/>
                  </a:lnTo>
                  <a:lnTo>
                    <a:pt x="3822152" y="2299333"/>
                  </a:lnTo>
                  <a:lnTo>
                    <a:pt x="3822277" y="2299333"/>
                  </a:lnTo>
                  <a:lnTo>
                    <a:pt x="3822402" y="2299333"/>
                  </a:lnTo>
                  <a:lnTo>
                    <a:pt x="3822527" y="2299333"/>
                  </a:lnTo>
                  <a:lnTo>
                    <a:pt x="3822652" y="2299333"/>
                  </a:lnTo>
                  <a:lnTo>
                    <a:pt x="3822777" y="2299333"/>
                  </a:lnTo>
                  <a:lnTo>
                    <a:pt x="3822902" y="2299333"/>
                  </a:lnTo>
                  <a:lnTo>
                    <a:pt x="3823028" y="2299333"/>
                  </a:lnTo>
                  <a:lnTo>
                    <a:pt x="3823153" y="2299333"/>
                  </a:lnTo>
                  <a:lnTo>
                    <a:pt x="3823278" y="2299333"/>
                  </a:lnTo>
                  <a:lnTo>
                    <a:pt x="3823403" y="2299333"/>
                  </a:lnTo>
                  <a:lnTo>
                    <a:pt x="3823528" y="2299333"/>
                  </a:lnTo>
                  <a:lnTo>
                    <a:pt x="3823653" y="2299333"/>
                  </a:lnTo>
                  <a:lnTo>
                    <a:pt x="3823778" y="2299333"/>
                  </a:lnTo>
                  <a:lnTo>
                    <a:pt x="3823903" y="2299333"/>
                  </a:lnTo>
                  <a:lnTo>
                    <a:pt x="3824028" y="2299333"/>
                  </a:lnTo>
                  <a:lnTo>
                    <a:pt x="3824153" y="2299333"/>
                  </a:lnTo>
                  <a:lnTo>
                    <a:pt x="3824278" y="2299333"/>
                  </a:lnTo>
                  <a:lnTo>
                    <a:pt x="3824403" y="2299333"/>
                  </a:lnTo>
                  <a:lnTo>
                    <a:pt x="3824528" y="2299333"/>
                  </a:lnTo>
                  <a:lnTo>
                    <a:pt x="3824653" y="2299333"/>
                  </a:lnTo>
                  <a:lnTo>
                    <a:pt x="3824778" y="2299333"/>
                  </a:lnTo>
                  <a:lnTo>
                    <a:pt x="3824903" y="2299333"/>
                  </a:lnTo>
                  <a:lnTo>
                    <a:pt x="3825028" y="2299333"/>
                  </a:lnTo>
                  <a:lnTo>
                    <a:pt x="3825153" y="2299333"/>
                  </a:lnTo>
                  <a:lnTo>
                    <a:pt x="3825278" y="2299333"/>
                  </a:lnTo>
                  <a:lnTo>
                    <a:pt x="3825403" y="2299333"/>
                  </a:lnTo>
                  <a:lnTo>
                    <a:pt x="3825528" y="2299333"/>
                  </a:lnTo>
                  <a:lnTo>
                    <a:pt x="3825653" y="2299333"/>
                  </a:lnTo>
                  <a:lnTo>
                    <a:pt x="3825778" y="2299333"/>
                  </a:lnTo>
                  <a:lnTo>
                    <a:pt x="3825903" y="2299333"/>
                  </a:lnTo>
                  <a:lnTo>
                    <a:pt x="3826029" y="2299333"/>
                  </a:lnTo>
                  <a:lnTo>
                    <a:pt x="3826154" y="2299333"/>
                  </a:lnTo>
                  <a:lnTo>
                    <a:pt x="3826279" y="2299333"/>
                  </a:lnTo>
                  <a:lnTo>
                    <a:pt x="3826404" y="2299333"/>
                  </a:lnTo>
                  <a:lnTo>
                    <a:pt x="3826529" y="2299333"/>
                  </a:lnTo>
                  <a:lnTo>
                    <a:pt x="3826654" y="2299333"/>
                  </a:lnTo>
                  <a:lnTo>
                    <a:pt x="3826779" y="2299333"/>
                  </a:lnTo>
                  <a:lnTo>
                    <a:pt x="3826904" y="2299333"/>
                  </a:lnTo>
                  <a:lnTo>
                    <a:pt x="3827029" y="2299333"/>
                  </a:lnTo>
                  <a:lnTo>
                    <a:pt x="3827154" y="2299333"/>
                  </a:lnTo>
                  <a:lnTo>
                    <a:pt x="3827279" y="2299333"/>
                  </a:lnTo>
                  <a:lnTo>
                    <a:pt x="3827404" y="2299333"/>
                  </a:lnTo>
                  <a:lnTo>
                    <a:pt x="3827529" y="2299333"/>
                  </a:lnTo>
                  <a:lnTo>
                    <a:pt x="3827654" y="2299333"/>
                  </a:lnTo>
                  <a:lnTo>
                    <a:pt x="3827779" y="2299333"/>
                  </a:lnTo>
                  <a:lnTo>
                    <a:pt x="3827904" y="2299333"/>
                  </a:lnTo>
                  <a:lnTo>
                    <a:pt x="3828029" y="2299333"/>
                  </a:lnTo>
                  <a:lnTo>
                    <a:pt x="3828154" y="2299333"/>
                  </a:lnTo>
                  <a:lnTo>
                    <a:pt x="3828279" y="2299333"/>
                  </a:lnTo>
                  <a:lnTo>
                    <a:pt x="3828404" y="2299333"/>
                  </a:lnTo>
                  <a:lnTo>
                    <a:pt x="3828529" y="2299333"/>
                  </a:lnTo>
                  <a:lnTo>
                    <a:pt x="3828654" y="2299333"/>
                  </a:lnTo>
                  <a:lnTo>
                    <a:pt x="3828779" y="2299333"/>
                  </a:lnTo>
                  <a:lnTo>
                    <a:pt x="3828904" y="2299333"/>
                  </a:lnTo>
                  <a:lnTo>
                    <a:pt x="3829030" y="2299333"/>
                  </a:lnTo>
                  <a:lnTo>
                    <a:pt x="3829155" y="2299333"/>
                  </a:lnTo>
                  <a:lnTo>
                    <a:pt x="3829280" y="2299333"/>
                  </a:lnTo>
                  <a:lnTo>
                    <a:pt x="3829405" y="2299333"/>
                  </a:lnTo>
                  <a:lnTo>
                    <a:pt x="3829530" y="2299333"/>
                  </a:lnTo>
                  <a:lnTo>
                    <a:pt x="3829655" y="2299333"/>
                  </a:lnTo>
                  <a:lnTo>
                    <a:pt x="3829780" y="2299333"/>
                  </a:lnTo>
                  <a:lnTo>
                    <a:pt x="3829905" y="2299333"/>
                  </a:lnTo>
                  <a:lnTo>
                    <a:pt x="3830030" y="2299333"/>
                  </a:lnTo>
                  <a:lnTo>
                    <a:pt x="3830155" y="2299333"/>
                  </a:lnTo>
                  <a:lnTo>
                    <a:pt x="3830280" y="2299333"/>
                  </a:lnTo>
                  <a:lnTo>
                    <a:pt x="3830405" y="2299333"/>
                  </a:lnTo>
                  <a:lnTo>
                    <a:pt x="3830530" y="2299333"/>
                  </a:lnTo>
                  <a:lnTo>
                    <a:pt x="3830655" y="2299333"/>
                  </a:lnTo>
                  <a:lnTo>
                    <a:pt x="3830780" y="2299333"/>
                  </a:lnTo>
                  <a:lnTo>
                    <a:pt x="3830905" y="2299333"/>
                  </a:lnTo>
                  <a:lnTo>
                    <a:pt x="3831030" y="2299333"/>
                  </a:lnTo>
                  <a:lnTo>
                    <a:pt x="3831155" y="2299333"/>
                  </a:lnTo>
                  <a:lnTo>
                    <a:pt x="3831280" y="2299333"/>
                  </a:lnTo>
                  <a:lnTo>
                    <a:pt x="3831405" y="2299333"/>
                  </a:lnTo>
                  <a:lnTo>
                    <a:pt x="3831530" y="2299333"/>
                  </a:lnTo>
                  <a:lnTo>
                    <a:pt x="3831655" y="2299333"/>
                  </a:lnTo>
                  <a:lnTo>
                    <a:pt x="3831780" y="2299333"/>
                  </a:lnTo>
                  <a:lnTo>
                    <a:pt x="3831905" y="2299333"/>
                  </a:lnTo>
                  <a:lnTo>
                    <a:pt x="3832031" y="2299333"/>
                  </a:lnTo>
                  <a:lnTo>
                    <a:pt x="3832156" y="2299333"/>
                  </a:lnTo>
                  <a:lnTo>
                    <a:pt x="3832281" y="2299333"/>
                  </a:lnTo>
                  <a:lnTo>
                    <a:pt x="3832281" y="2289379"/>
                  </a:lnTo>
                  <a:lnTo>
                    <a:pt x="3832406" y="2289379"/>
                  </a:lnTo>
                  <a:lnTo>
                    <a:pt x="3832531" y="2289379"/>
                  </a:lnTo>
                  <a:lnTo>
                    <a:pt x="3832656" y="2289379"/>
                  </a:lnTo>
                  <a:lnTo>
                    <a:pt x="3832781" y="2289379"/>
                  </a:lnTo>
                  <a:lnTo>
                    <a:pt x="3832906" y="2289379"/>
                  </a:lnTo>
                  <a:lnTo>
                    <a:pt x="3833031" y="2289379"/>
                  </a:lnTo>
                  <a:lnTo>
                    <a:pt x="3833156" y="2289379"/>
                  </a:lnTo>
                  <a:lnTo>
                    <a:pt x="3833281" y="2289379"/>
                  </a:lnTo>
                  <a:lnTo>
                    <a:pt x="3833406" y="2289379"/>
                  </a:lnTo>
                  <a:lnTo>
                    <a:pt x="3833531" y="2289379"/>
                  </a:lnTo>
                  <a:lnTo>
                    <a:pt x="3833656" y="2289379"/>
                  </a:lnTo>
                  <a:lnTo>
                    <a:pt x="3833781" y="2289379"/>
                  </a:lnTo>
                  <a:lnTo>
                    <a:pt x="3833906" y="2289379"/>
                  </a:lnTo>
                  <a:lnTo>
                    <a:pt x="3834031" y="2289379"/>
                  </a:lnTo>
                  <a:lnTo>
                    <a:pt x="3834156" y="2289379"/>
                  </a:lnTo>
                  <a:lnTo>
                    <a:pt x="3834281" y="2289379"/>
                  </a:lnTo>
                  <a:lnTo>
                    <a:pt x="3834406" y="2289379"/>
                  </a:lnTo>
                  <a:lnTo>
                    <a:pt x="3834531" y="2289379"/>
                  </a:lnTo>
                  <a:lnTo>
                    <a:pt x="3834656" y="2289379"/>
                  </a:lnTo>
                  <a:lnTo>
                    <a:pt x="3834781" y="2289379"/>
                  </a:lnTo>
                  <a:lnTo>
                    <a:pt x="3834906" y="2289379"/>
                  </a:lnTo>
                  <a:lnTo>
                    <a:pt x="3835032" y="2289379"/>
                  </a:lnTo>
                  <a:lnTo>
                    <a:pt x="3835157" y="2289379"/>
                  </a:lnTo>
                  <a:lnTo>
                    <a:pt x="3835282" y="2289379"/>
                  </a:lnTo>
                  <a:lnTo>
                    <a:pt x="3835407" y="2289379"/>
                  </a:lnTo>
                  <a:lnTo>
                    <a:pt x="3835532" y="2289379"/>
                  </a:lnTo>
                  <a:lnTo>
                    <a:pt x="3835657" y="2289379"/>
                  </a:lnTo>
                  <a:lnTo>
                    <a:pt x="3835782" y="2289379"/>
                  </a:lnTo>
                  <a:lnTo>
                    <a:pt x="3835907" y="2289379"/>
                  </a:lnTo>
                  <a:lnTo>
                    <a:pt x="3836032" y="2289379"/>
                  </a:lnTo>
                  <a:lnTo>
                    <a:pt x="3836157" y="2289379"/>
                  </a:lnTo>
                  <a:lnTo>
                    <a:pt x="3836282" y="2289379"/>
                  </a:lnTo>
                  <a:lnTo>
                    <a:pt x="3836407" y="2289379"/>
                  </a:lnTo>
                  <a:lnTo>
                    <a:pt x="3836532" y="2289379"/>
                  </a:lnTo>
                  <a:lnTo>
                    <a:pt x="3836657" y="2289379"/>
                  </a:lnTo>
                  <a:lnTo>
                    <a:pt x="3836782" y="2289379"/>
                  </a:lnTo>
                  <a:lnTo>
                    <a:pt x="3836907" y="2289379"/>
                  </a:lnTo>
                  <a:lnTo>
                    <a:pt x="3837032" y="2289379"/>
                  </a:lnTo>
                  <a:lnTo>
                    <a:pt x="3837157" y="2289379"/>
                  </a:lnTo>
                  <a:lnTo>
                    <a:pt x="3837282" y="2289379"/>
                  </a:lnTo>
                  <a:lnTo>
                    <a:pt x="3837407" y="2289379"/>
                  </a:lnTo>
                  <a:lnTo>
                    <a:pt x="3837532" y="2289379"/>
                  </a:lnTo>
                  <a:lnTo>
                    <a:pt x="3837657" y="2289379"/>
                  </a:lnTo>
                  <a:lnTo>
                    <a:pt x="3837782" y="2289379"/>
                  </a:lnTo>
                  <a:lnTo>
                    <a:pt x="3837907" y="2289379"/>
                  </a:lnTo>
                  <a:lnTo>
                    <a:pt x="3838033" y="2289379"/>
                  </a:lnTo>
                  <a:lnTo>
                    <a:pt x="3838158" y="2289379"/>
                  </a:lnTo>
                  <a:lnTo>
                    <a:pt x="3838283" y="2289379"/>
                  </a:lnTo>
                  <a:lnTo>
                    <a:pt x="3838408" y="2289379"/>
                  </a:lnTo>
                  <a:lnTo>
                    <a:pt x="3838533" y="2289379"/>
                  </a:lnTo>
                  <a:lnTo>
                    <a:pt x="3838658" y="2289379"/>
                  </a:lnTo>
                  <a:lnTo>
                    <a:pt x="3838783" y="2289379"/>
                  </a:lnTo>
                  <a:lnTo>
                    <a:pt x="3838908" y="2289379"/>
                  </a:lnTo>
                  <a:lnTo>
                    <a:pt x="3839033" y="2289379"/>
                  </a:lnTo>
                  <a:lnTo>
                    <a:pt x="3839158" y="2289379"/>
                  </a:lnTo>
                  <a:lnTo>
                    <a:pt x="3839283" y="2289379"/>
                  </a:lnTo>
                  <a:lnTo>
                    <a:pt x="3839408" y="2289379"/>
                  </a:lnTo>
                  <a:lnTo>
                    <a:pt x="3839533" y="2289379"/>
                  </a:lnTo>
                  <a:lnTo>
                    <a:pt x="3839658" y="2289379"/>
                  </a:lnTo>
                  <a:lnTo>
                    <a:pt x="3839783" y="2289379"/>
                  </a:lnTo>
                  <a:lnTo>
                    <a:pt x="3839908" y="2289379"/>
                  </a:lnTo>
                  <a:lnTo>
                    <a:pt x="3840033" y="2289379"/>
                  </a:lnTo>
                  <a:lnTo>
                    <a:pt x="3840158" y="2289379"/>
                  </a:lnTo>
                  <a:lnTo>
                    <a:pt x="3840283" y="2289379"/>
                  </a:lnTo>
                  <a:lnTo>
                    <a:pt x="3840408" y="2289379"/>
                  </a:lnTo>
                  <a:lnTo>
                    <a:pt x="3840533" y="2289379"/>
                  </a:lnTo>
                  <a:lnTo>
                    <a:pt x="3840658" y="2289379"/>
                  </a:lnTo>
                  <a:lnTo>
                    <a:pt x="3840783" y="2289379"/>
                  </a:lnTo>
                  <a:lnTo>
                    <a:pt x="3840908" y="2289379"/>
                  </a:lnTo>
                  <a:lnTo>
                    <a:pt x="3841034" y="2289379"/>
                  </a:lnTo>
                  <a:lnTo>
                    <a:pt x="3841159" y="2289379"/>
                  </a:lnTo>
                  <a:lnTo>
                    <a:pt x="3841284" y="2289379"/>
                  </a:lnTo>
                  <a:lnTo>
                    <a:pt x="3841409" y="2289379"/>
                  </a:lnTo>
                  <a:lnTo>
                    <a:pt x="3841534" y="2289379"/>
                  </a:lnTo>
                  <a:lnTo>
                    <a:pt x="3841659" y="2289379"/>
                  </a:lnTo>
                  <a:lnTo>
                    <a:pt x="3841784" y="2289379"/>
                  </a:lnTo>
                  <a:lnTo>
                    <a:pt x="3841909" y="2289379"/>
                  </a:lnTo>
                  <a:lnTo>
                    <a:pt x="3842034" y="2289379"/>
                  </a:lnTo>
                  <a:lnTo>
                    <a:pt x="3842159" y="2289379"/>
                  </a:lnTo>
                  <a:lnTo>
                    <a:pt x="3842284" y="2289379"/>
                  </a:lnTo>
                  <a:lnTo>
                    <a:pt x="3842409" y="2289379"/>
                  </a:lnTo>
                  <a:lnTo>
                    <a:pt x="3842534" y="2289379"/>
                  </a:lnTo>
                  <a:lnTo>
                    <a:pt x="3842659" y="2289379"/>
                  </a:lnTo>
                  <a:lnTo>
                    <a:pt x="3842784" y="2289379"/>
                  </a:lnTo>
                  <a:lnTo>
                    <a:pt x="3842909" y="2289379"/>
                  </a:lnTo>
                  <a:lnTo>
                    <a:pt x="3843034" y="2289379"/>
                  </a:lnTo>
                  <a:lnTo>
                    <a:pt x="3843159" y="2289379"/>
                  </a:lnTo>
                  <a:lnTo>
                    <a:pt x="3843284" y="2289379"/>
                  </a:lnTo>
                  <a:lnTo>
                    <a:pt x="3843409" y="2289379"/>
                  </a:lnTo>
                  <a:lnTo>
                    <a:pt x="3843534" y="2289379"/>
                  </a:lnTo>
                  <a:lnTo>
                    <a:pt x="3843659" y="2289379"/>
                  </a:lnTo>
                  <a:lnTo>
                    <a:pt x="3843784" y="2289379"/>
                  </a:lnTo>
                  <a:lnTo>
                    <a:pt x="3843910" y="2289379"/>
                  </a:lnTo>
                  <a:lnTo>
                    <a:pt x="3844035" y="2289379"/>
                  </a:lnTo>
                  <a:lnTo>
                    <a:pt x="3844160" y="2289379"/>
                  </a:lnTo>
                  <a:lnTo>
                    <a:pt x="3844285" y="2289379"/>
                  </a:lnTo>
                  <a:lnTo>
                    <a:pt x="3844410" y="2289379"/>
                  </a:lnTo>
                  <a:lnTo>
                    <a:pt x="3844535" y="2289379"/>
                  </a:lnTo>
                  <a:lnTo>
                    <a:pt x="3844660" y="2289379"/>
                  </a:lnTo>
                  <a:lnTo>
                    <a:pt x="3844785" y="2289379"/>
                  </a:lnTo>
                  <a:lnTo>
                    <a:pt x="3844910" y="2289379"/>
                  </a:lnTo>
                  <a:lnTo>
                    <a:pt x="3845035" y="2289379"/>
                  </a:lnTo>
                  <a:lnTo>
                    <a:pt x="3845160" y="2289379"/>
                  </a:lnTo>
                  <a:lnTo>
                    <a:pt x="3845285" y="2289379"/>
                  </a:lnTo>
                  <a:lnTo>
                    <a:pt x="3845410" y="2289379"/>
                  </a:lnTo>
                  <a:lnTo>
                    <a:pt x="3845535" y="2289379"/>
                  </a:lnTo>
                  <a:lnTo>
                    <a:pt x="3845660" y="2289379"/>
                  </a:lnTo>
                  <a:lnTo>
                    <a:pt x="3845785" y="2289379"/>
                  </a:lnTo>
                  <a:lnTo>
                    <a:pt x="3845910" y="2289379"/>
                  </a:lnTo>
                  <a:lnTo>
                    <a:pt x="3846035" y="2289379"/>
                  </a:lnTo>
                  <a:lnTo>
                    <a:pt x="3846035" y="2279425"/>
                  </a:lnTo>
                  <a:lnTo>
                    <a:pt x="3846160" y="2279425"/>
                  </a:lnTo>
                  <a:lnTo>
                    <a:pt x="3846285" y="2279425"/>
                  </a:lnTo>
                  <a:lnTo>
                    <a:pt x="3846410" y="2279425"/>
                  </a:lnTo>
                  <a:lnTo>
                    <a:pt x="3846535" y="2279425"/>
                  </a:lnTo>
                  <a:lnTo>
                    <a:pt x="3846660" y="2279425"/>
                  </a:lnTo>
                  <a:lnTo>
                    <a:pt x="3846785" y="2279425"/>
                  </a:lnTo>
                  <a:lnTo>
                    <a:pt x="3846911" y="2279425"/>
                  </a:lnTo>
                  <a:lnTo>
                    <a:pt x="3847036" y="2279425"/>
                  </a:lnTo>
                  <a:lnTo>
                    <a:pt x="3847161" y="2279425"/>
                  </a:lnTo>
                  <a:lnTo>
                    <a:pt x="3847286" y="2279425"/>
                  </a:lnTo>
                  <a:lnTo>
                    <a:pt x="3847411" y="2279425"/>
                  </a:lnTo>
                  <a:lnTo>
                    <a:pt x="3847536" y="2279425"/>
                  </a:lnTo>
                  <a:lnTo>
                    <a:pt x="3847661" y="2279425"/>
                  </a:lnTo>
                  <a:lnTo>
                    <a:pt x="3847786" y="2279425"/>
                  </a:lnTo>
                  <a:lnTo>
                    <a:pt x="3847786" y="2269471"/>
                  </a:lnTo>
                  <a:lnTo>
                    <a:pt x="3847911" y="2269471"/>
                  </a:lnTo>
                  <a:lnTo>
                    <a:pt x="3848036" y="2269471"/>
                  </a:lnTo>
                  <a:lnTo>
                    <a:pt x="3848161" y="2269471"/>
                  </a:lnTo>
                  <a:lnTo>
                    <a:pt x="3848286" y="2269471"/>
                  </a:lnTo>
                  <a:lnTo>
                    <a:pt x="3848411" y="2269471"/>
                  </a:lnTo>
                  <a:lnTo>
                    <a:pt x="3848536" y="2269471"/>
                  </a:lnTo>
                  <a:lnTo>
                    <a:pt x="3848661" y="2269471"/>
                  </a:lnTo>
                  <a:lnTo>
                    <a:pt x="3848786" y="2269471"/>
                  </a:lnTo>
                  <a:lnTo>
                    <a:pt x="3848911" y="2269471"/>
                  </a:lnTo>
                  <a:lnTo>
                    <a:pt x="3849036" y="2269471"/>
                  </a:lnTo>
                  <a:lnTo>
                    <a:pt x="3849161" y="2269471"/>
                  </a:lnTo>
                  <a:lnTo>
                    <a:pt x="3849286" y="2269471"/>
                  </a:lnTo>
                  <a:lnTo>
                    <a:pt x="3849411" y="2269471"/>
                  </a:lnTo>
                  <a:lnTo>
                    <a:pt x="3849536" y="2269471"/>
                  </a:lnTo>
                  <a:lnTo>
                    <a:pt x="3849661" y="2269471"/>
                  </a:lnTo>
                  <a:lnTo>
                    <a:pt x="3849786" y="2269471"/>
                  </a:lnTo>
                  <a:lnTo>
                    <a:pt x="3849912" y="2269471"/>
                  </a:lnTo>
                  <a:lnTo>
                    <a:pt x="3850037" y="2269471"/>
                  </a:lnTo>
                  <a:lnTo>
                    <a:pt x="3850162" y="2269471"/>
                  </a:lnTo>
                  <a:lnTo>
                    <a:pt x="3850287" y="2269471"/>
                  </a:lnTo>
                  <a:lnTo>
                    <a:pt x="3850412" y="2269471"/>
                  </a:lnTo>
                  <a:lnTo>
                    <a:pt x="3850537" y="2269471"/>
                  </a:lnTo>
                  <a:lnTo>
                    <a:pt x="3850662" y="2269471"/>
                  </a:lnTo>
                  <a:lnTo>
                    <a:pt x="3850787" y="2269471"/>
                  </a:lnTo>
                  <a:lnTo>
                    <a:pt x="3850912" y="2269471"/>
                  </a:lnTo>
                  <a:lnTo>
                    <a:pt x="3851037" y="2269471"/>
                  </a:lnTo>
                  <a:lnTo>
                    <a:pt x="3851162" y="2269471"/>
                  </a:lnTo>
                  <a:lnTo>
                    <a:pt x="3851287" y="2269471"/>
                  </a:lnTo>
                  <a:lnTo>
                    <a:pt x="3851412" y="2269471"/>
                  </a:lnTo>
                  <a:lnTo>
                    <a:pt x="3851537" y="2269471"/>
                  </a:lnTo>
                  <a:lnTo>
                    <a:pt x="3851662" y="2269471"/>
                  </a:lnTo>
                  <a:lnTo>
                    <a:pt x="3851787" y="2269471"/>
                  </a:lnTo>
                  <a:lnTo>
                    <a:pt x="3851912" y="2269471"/>
                  </a:lnTo>
                  <a:lnTo>
                    <a:pt x="3852037" y="2269471"/>
                  </a:lnTo>
                  <a:lnTo>
                    <a:pt x="3852162" y="2269471"/>
                  </a:lnTo>
                  <a:lnTo>
                    <a:pt x="3852287" y="2269471"/>
                  </a:lnTo>
                  <a:lnTo>
                    <a:pt x="3852412" y="2269471"/>
                  </a:lnTo>
                  <a:lnTo>
                    <a:pt x="3852537" y="2269471"/>
                  </a:lnTo>
                  <a:lnTo>
                    <a:pt x="3852662" y="2269471"/>
                  </a:lnTo>
                  <a:lnTo>
                    <a:pt x="3852787" y="2269471"/>
                  </a:lnTo>
                  <a:lnTo>
                    <a:pt x="3852913" y="2269471"/>
                  </a:lnTo>
                  <a:lnTo>
                    <a:pt x="3853038" y="2269471"/>
                  </a:lnTo>
                  <a:lnTo>
                    <a:pt x="3853163" y="2269471"/>
                  </a:lnTo>
                  <a:lnTo>
                    <a:pt x="3853288" y="2269471"/>
                  </a:lnTo>
                  <a:lnTo>
                    <a:pt x="3853413" y="2269471"/>
                  </a:lnTo>
                  <a:lnTo>
                    <a:pt x="3853538" y="2269471"/>
                  </a:lnTo>
                  <a:lnTo>
                    <a:pt x="3853663" y="2269471"/>
                  </a:lnTo>
                  <a:lnTo>
                    <a:pt x="3853788" y="2269471"/>
                  </a:lnTo>
                  <a:lnTo>
                    <a:pt x="3853913" y="2269471"/>
                  </a:lnTo>
                  <a:lnTo>
                    <a:pt x="3854038" y="2269471"/>
                  </a:lnTo>
                  <a:lnTo>
                    <a:pt x="3854163" y="2269471"/>
                  </a:lnTo>
                  <a:lnTo>
                    <a:pt x="3854288" y="2269471"/>
                  </a:lnTo>
                  <a:lnTo>
                    <a:pt x="3854413" y="2269471"/>
                  </a:lnTo>
                  <a:lnTo>
                    <a:pt x="3854538" y="2269471"/>
                  </a:lnTo>
                  <a:lnTo>
                    <a:pt x="3854663" y="2269471"/>
                  </a:lnTo>
                  <a:lnTo>
                    <a:pt x="3854788" y="2269471"/>
                  </a:lnTo>
                  <a:lnTo>
                    <a:pt x="3854913" y="2269471"/>
                  </a:lnTo>
                  <a:lnTo>
                    <a:pt x="3855038" y="2269471"/>
                  </a:lnTo>
                  <a:lnTo>
                    <a:pt x="3855163" y="2269471"/>
                  </a:lnTo>
                  <a:lnTo>
                    <a:pt x="3855288" y="2269471"/>
                  </a:lnTo>
                  <a:lnTo>
                    <a:pt x="3855413" y="2269471"/>
                  </a:lnTo>
                  <a:lnTo>
                    <a:pt x="3855538" y="2269471"/>
                  </a:lnTo>
                  <a:lnTo>
                    <a:pt x="3855663" y="2269471"/>
                  </a:lnTo>
                  <a:lnTo>
                    <a:pt x="3855788" y="2269471"/>
                  </a:lnTo>
                  <a:lnTo>
                    <a:pt x="3855914" y="2269471"/>
                  </a:lnTo>
                  <a:lnTo>
                    <a:pt x="3856039" y="2269471"/>
                  </a:lnTo>
                  <a:lnTo>
                    <a:pt x="3856164" y="2269471"/>
                  </a:lnTo>
                  <a:lnTo>
                    <a:pt x="3856289" y="2269471"/>
                  </a:lnTo>
                  <a:lnTo>
                    <a:pt x="3856414" y="2269471"/>
                  </a:lnTo>
                  <a:lnTo>
                    <a:pt x="3856539" y="2269471"/>
                  </a:lnTo>
                  <a:lnTo>
                    <a:pt x="3856664" y="2269471"/>
                  </a:lnTo>
                  <a:lnTo>
                    <a:pt x="3856789" y="2269471"/>
                  </a:lnTo>
                  <a:lnTo>
                    <a:pt x="3856914" y="2269471"/>
                  </a:lnTo>
                  <a:lnTo>
                    <a:pt x="3857039" y="2269471"/>
                  </a:lnTo>
                  <a:lnTo>
                    <a:pt x="3857164" y="2269471"/>
                  </a:lnTo>
                  <a:lnTo>
                    <a:pt x="3857289" y="2269471"/>
                  </a:lnTo>
                  <a:lnTo>
                    <a:pt x="3857414" y="2269471"/>
                  </a:lnTo>
                  <a:lnTo>
                    <a:pt x="3857539" y="2269471"/>
                  </a:lnTo>
                  <a:lnTo>
                    <a:pt x="3857664" y="2269471"/>
                  </a:lnTo>
                  <a:lnTo>
                    <a:pt x="3857789" y="2269471"/>
                  </a:lnTo>
                  <a:lnTo>
                    <a:pt x="3857914" y="2269471"/>
                  </a:lnTo>
                  <a:lnTo>
                    <a:pt x="3858039" y="2269471"/>
                  </a:lnTo>
                  <a:lnTo>
                    <a:pt x="3858164" y="2269471"/>
                  </a:lnTo>
                  <a:lnTo>
                    <a:pt x="3858289" y="2269471"/>
                  </a:lnTo>
                  <a:lnTo>
                    <a:pt x="3858414" y="2269471"/>
                  </a:lnTo>
                  <a:lnTo>
                    <a:pt x="3858539" y="2269471"/>
                  </a:lnTo>
                  <a:lnTo>
                    <a:pt x="3858664" y="2269471"/>
                  </a:lnTo>
                  <a:lnTo>
                    <a:pt x="3858789" y="2269471"/>
                  </a:lnTo>
                  <a:lnTo>
                    <a:pt x="3858915" y="2269471"/>
                  </a:lnTo>
                  <a:lnTo>
                    <a:pt x="3859040" y="2269471"/>
                  </a:lnTo>
                  <a:lnTo>
                    <a:pt x="3859165" y="2269471"/>
                  </a:lnTo>
                  <a:lnTo>
                    <a:pt x="3859290" y="2269471"/>
                  </a:lnTo>
                  <a:lnTo>
                    <a:pt x="3859415" y="2269471"/>
                  </a:lnTo>
                  <a:lnTo>
                    <a:pt x="3859540" y="2269471"/>
                  </a:lnTo>
                  <a:lnTo>
                    <a:pt x="3859665" y="2269471"/>
                  </a:lnTo>
                  <a:lnTo>
                    <a:pt x="3859790" y="2269471"/>
                  </a:lnTo>
                  <a:lnTo>
                    <a:pt x="3859915" y="2269471"/>
                  </a:lnTo>
                  <a:lnTo>
                    <a:pt x="3860040" y="2269471"/>
                  </a:lnTo>
                  <a:lnTo>
                    <a:pt x="3860165" y="2269471"/>
                  </a:lnTo>
                  <a:lnTo>
                    <a:pt x="3860290" y="2269471"/>
                  </a:lnTo>
                  <a:lnTo>
                    <a:pt x="3860415" y="2269471"/>
                  </a:lnTo>
                  <a:lnTo>
                    <a:pt x="3860540" y="2269471"/>
                  </a:lnTo>
                  <a:lnTo>
                    <a:pt x="3860665" y="2269471"/>
                  </a:lnTo>
                  <a:lnTo>
                    <a:pt x="3860790" y="2269471"/>
                  </a:lnTo>
                  <a:lnTo>
                    <a:pt x="3860915" y="2269471"/>
                  </a:lnTo>
                  <a:lnTo>
                    <a:pt x="3861040" y="2269471"/>
                  </a:lnTo>
                  <a:lnTo>
                    <a:pt x="3861165" y="2269471"/>
                  </a:lnTo>
                  <a:lnTo>
                    <a:pt x="3861290" y="2269471"/>
                  </a:lnTo>
                  <a:lnTo>
                    <a:pt x="3861415" y="2269471"/>
                  </a:lnTo>
                  <a:lnTo>
                    <a:pt x="3861540" y="2269471"/>
                  </a:lnTo>
                  <a:lnTo>
                    <a:pt x="3861665" y="2269471"/>
                  </a:lnTo>
                  <a:lnTo>
                    <a:pt x="3861790" y="2269471"/>
                  </a:lnTo>
                  <a:lnTo>
                    <a:pt x="3861916" y="2269471"/>
                  </a:lnTo>
                  <a:lnTo>
                    <a:pt x="3862041" y="2269471"/>
                  </a:lnTo>
                  <a:lnTo>
                    <a:pt x="3862166" y="2269471"/>
                  </a:lnTo>
                  <a:lnTo>
                    <a:pt x="3862291" y="2269471"/>
                  </a:lnTo>
                  <a:lnTo>
                    <a:pt x="3862416" y="2269471"/>
                  </a:lnTo>
                  <a:lnTo>
                    <a:pt x="3862541" y="2269471"/>
                  </a:lnTo>
                  <a:lnTo>
                    <a:pt x="3862666" y="2269471"/>
                  </a:lnTo>
                  <a:lnTo>
                    <a:pt x="3862791" y="2269471"/>
                  </a:lnTo>
                  <a:lnTo>
                    <a:pt x="3862916" y="2269471"/>
                  </a:lnTo>
                  <a:lnTo>
                    <a:pt x="3863041" y="2269471"/>
                  </a:lnTo>
                  <a:lnTo>
                    <a:pt x="3863166" y="2269471"/>
                  </a:lnTo>
                  <a:lnTo>
                    <a:pt x="3863291" y="2269471"/>
                  </a:lnTo>
                  <a:lnTo>
                    <a:pt x="3863416" y="2269471"/>
                  </a:lnTo>
                  <a:lnTo>
                    <a:pt x="3863541" y="2269471"/>
                  </a:lnTo>
                  <a:lnTo>
                    <a:pt x="3863666" y="2269471"/>
                  </a:lnTo>
                  <a:lnTo>
                    <a:pt x="3863791" y="2269471"/>
                  </a:lnTo>
                  <a:lnTo>
                    <a:pt x="3863916" y="2269471"/>
                  </a:lnTo>
                  <a:lnTo>
                    <a:pt x="3864041" y="2269471"/>
                  </a:lnTo>
                  <a:lnTo>
                    <a:pt x="3864166" y="2269471"/>
                  </a:lnTo>
                  <a:lnTo>
                    <a:pt x="3864291" y="2269471"/>
                  </a:lnTo>
                  <a:lnTo>
                    <a:pt x="3864416" y="2269471"/>
                  </a:lnTo>
                  <a:lnTo>
                    <a:pt x="3864541" y="2269471"/>
                  </a:lnTo>
                  <a:lnTo>
                    <a:pt x="3864666" y="2269471"/>
                  </a:lnTo>
                  <a:lnTo>
                    <a:pt x="3864791" y="2269471"/>
                  </a:lnTo>
                  <a:lnTo>
                    <a:pt x="3864917" y="2269471"/>
                  </a:lnTo>
                  <a:lnTo>
                    <a:pt x="3865042" y="2269471"/>
                  </a:lnTo>
                  <a:lnTo>
                    <a:pt x="3865167" y="2269471"/>
                  </a:lnTo>
                  <a:lnTo>
                    <a:pt x="3865292" y="2269471"/>
                  </a:lnTo>
                  <a:lnTo>
                    <a:pt x="3865417" y="2269471"/>
                  </a:lnTo>
                  <a:lnTo>
                    <a:pt x="3865542" y="2269471"/>
                  </a:lnTo>
                  <a:lnTo>
                    <a:pt x="3865667" y="2269471"/>
                  </a:lnTo>
                  <a:lnTo>
                    <a:pt x="3865792" y="2269471"/>
                  </a:lnTo>
                  <a:lnTo>
                    <a:pt x="3865917" y="2269471"/>
                  </a:lnTo>
                  <a:lnTo>
                    <a:pt x="3866042" y="2269471"/>
                  </a:lnTo>
                  <a:lnTo>
                    <a:pt x="3866167" y="2269471"/>
                  </a:lnTo>
                  <a:lnTo>
                    <a:pt x="3866292" y="2269471"/>
                  </a:lnTo>
                  <a:lnTo>
                    <a:pt x="3866417" y="2269471"/>
                  </a:lnTo>
                  <a:lnTo>
                    <a:pt x="3866542" y="2269471"/>
                  </a:lnTo>
                  <a:lnTo>
                    <a:pt x="3866667" y="2269471"/>
                  </a:lnTo>
                  <a:lnTo>
                    <a:pt x="3866792" y="2269471"/>
                  </a:lnTo>
                  <a:lnTo>
                    <a:pt x="3866917" y="2269471"/>
                  </a:lnTo>
                  <a:lnTo>
                    <a:pt x="3867042" y="2269471"/>
                  </a:lnTo>
                  <a:lnTo>
                    <a:pt x="3867167" y="2269471"/>
                  </a:lnTo>
                  <a:lnTo>
                    <a:pt x="3867292" y="2269471"/>
                  </a:lnTo>
                  <a:lnTo>
                    <a:pt x="3867417" y="2269471"/>
                  </a:lnTo>
                  <a:lnTo>
                    <a:pt x="3867542" y="2269471"/>
                  </a:lnTo>
                  <a:lnTo>
                    <a:pt x="3867667" y="2269471"/>
                  </a:lnTo>
                  <a:lnTo>
                    <a:pt x="3867792" y="2269471"/>
                  </a:lnTo>
                  <a:lnTo>
                    <a:pt x="3867918" y="2269471"/>
                  </a:lnTo>
                  <a:lnTo>
                    <a:pt x="3868043" y="2269471"/>
                  </a:lnTo>
                  <a:lnTo>
                    <a:pt x="3868168" y="2269471"/>
                  </a:lnTo>
                  <a:lnTo>
                    <a:pt x="3868293" y="2269471"/>
                  </a:lnTo>
                  <a:lnTo>
                    <a:pt x="3868418" y="2269471"/>
                  </a:lnTo>
                  <a:lnTo>
                    <a:pt x="3868543" y="2269471"/>
                  </a:lnTo>
                  <a:lnTo>
                    <a:pt x="3868668" y="2269471"/>
                  </a:lnTo>
                  <a:lnTo>
                    <a:pt x="3868793" y="2269471"/>
                  </a:lnTo>
                  <a:lnTo>
                    <a:pt x="3868918" y="2269471"/>
                  </a:lnTo>
                  <a:lnTo>
                    <a:pt x="3869043" y="2269471"/>
                  </a:lnTo>
                  <a:lnTo>
                    <a:pt x="3869168" y="2269471"/>
                  </a:lnTo>
                  <a:lnTo>
                    <a:pt x="3869293" y="2269471"/>
                  </a:lnTo>
                  <a:lnTo>
                    <a:pt x="3869418" y="2269471"/>
                  </a:lnTo>
                  <a:lnTo>
                    <a:pt x="3869543" y="2269471"/>
                  </a:lnTo>
                  <a:lnTo>
                    <a:pt x="3869668" y="2269471"/>
                  </a:lnTo>
                  <a:lnTo>
                    <a:pt x="3869793" y="2269471"/>
                  </a:lnTo>
                  <a:lnTo>
                    <a:pt x="3869918" y="2269471"/>
                  </a:lnTo>
                  <a:lnTo>
                    <a:pt x="3870043" y="2269471"/>
                  </a:lnTo>
                  <a:lnTo>
                    <a:pt x="3870168" y="2269471"/>
                  </a:lnTo>
                  <a:lnTo>
                    <a:pt x="3870293" y="2269471"/>
                  </a:lnTo>
                  <a:lnTo>
                    <a:pt x="3870418" y="2269471"/>
                  </a:lnTo>
                  <a:lnTo>
                    <a:pt x="3870543" y="2269471"/>
                  </a:lnTo>
                  <a:lnTo>
                    <a:pt x="3870668" y="2269471"/>
                  </a:lnTo>
                  <a:lnTo>
                    <a:pt x="3870793" y="2269471"/>
                  </a:lnTo>
                  <a:lnTo>
                    <a:pt x="3870919" y="2269471"/>
                  </a:lnTo>
                  <a:lnTo>
                    <a:pt x="3871044" y="2269471"/>
                  </a:lnTo>
                  <a:lnTo>
                    <a:pt x="3871169" y="2269471"/>
                  </a:lnTo>
                  <a:lnTo>
                    <a:pt x="3871294" y="2269471"/>
                  </a:lnTo>
                  <a:lnTo>
                    <a:pt x="3871419" y="2269471"/>
                  </a:lnTo>
                  <a:lnTo>
                    <a:pt x="3871544" y="2269471"/>
                  </a:lnTo>
                  <a:lnTo>
                    <a:pt x="3871669" y="2269471"/>
                  </a:lnTo>
                  <a:lnTo>
                    <a:pt x="3871794" y="2269471"/>
                  </a:lnTo>
                  <a:lnTo>
                    <a:pt x="3871919" y="2269471"/>
                  </a:lnTo>
                  <a:lnTo>
                    <a:pt x="3872044" y="2269471"/>
                  </a:lnTo>
                  <a:lnTo>
                    <a:pt x="3872169" y="2269471"/>
                  </a:lnTo>
                  <a:lnTo>
                    <a:pt x="3872294" y="2269471"/>
                  </a:lnTo>
                  <a:lnTo>
                    <a:pt x="3872419" y="2269471"/>
                  </a:lnTo>
                  <a:lnTo>
                    <a:pt x="3872544" y="2269471"/>
                  </a:lnTo>
                  <a:lnTo>
                    <a:pt x="3872669" y="2269471"/>
                  </a:lnTo>
                  <a:lnTo>
                    <a:pt x="3872794" y="2269471"/>
                  </a:lnTo>
                  <a:lnTo>
                    <a:pt x="3872919" y="2269471"/>
                  </a:lnTo>
                  <a:lnTo>
                    <a:pt x="3873044" y="2269471"/>
                  </a:lnTo>
                  <a:lnTo>
                    <a:pt x="3873169" y="2269471"/>
                  </a:lnTo>
                  <a:lnTo>
                    <a:pt x="3873294" y="2269471"/>
                  </a:lnTo>
                  <a:lnTo>
                    <a:pt x="3873419" y="2269471"/>
                  </a:lnTo>
                  <a:lnTo>
                    <a:pt x="3873544" y="2269471"/>
                  </a:lnTo>
                  <a:lnTo>
                    <a:pt x="3873669" y="2269471"/>
                  </a:lnTo>
                  <a:lnTo>
                    <a:pt x="3873794" y="2269471"/>
                  </a:lnTo>
                  <a:lnTo>
                    <a:pt x="3873920" y="2269471"/>
                  </a:lnTo>
                  <a:lnTo>
                    <a:pt x="3874045" y="2269471"/>
                  </a:lnTo>
                  <a:lnTo>
                    <a:pt x="3874170" y="2269471"/>
                  </a:lnTo>
                  <a:lnTo>
                    <a:pt x="3874295" y="2269471"/>
                  </a:lnTo>
                  <a:lnTo>
                    <a:pt x="3874420" y="2269471"/>
                  </a:lnTo>
                  <a:lnTo>
                    <a:pt x="3874545" y="2269471"/>
                  </a:lnTo>
                  <a:lnTo>
                    <a:pt x="3874670" y="2269471"/>
                  </a:lnTo>
                  <a:lnTo>
                    <a:pt x="3874795" y="2269471"/>
                  </a:lnTo>
                  <a:lnTo>
                    <a:pt x="3874920" y="2269471"/>
                  </a:lnTo>
                  <a:lnTo>
                    <a:pt x="3875045" y="2269471"/>
                  </a:lnTo>
                  <a:lnTo>
                    <a:pt x="3875170" y="2269471"/>
                  </a:lnTo>
                  <a:lnTo>
                    <a:pt x="3875295" y="2269471"/>
                  </a:lnTo>
                  <a:lnTo>
                    <a:pt x="3875420" y="2269471"/>
                  </a:lnTo>
                  <a:lnTo>
                    <a:pt x="3875545" y="2269471"/>
                  </a:lnTo>
                  <a:lnTo>
                    <a:pt x="3875670" y="2269471"/>
                  </a:lnTo>
                  <a:lnTo>
                    <a:pt x="3875795" y="2269471"/>
                  </a:lnTo>
                  <a:lnTo>
                    <a:pt x="3875920" y="2269471"/>
                  </a:lnTo>
                  <a:lnTo>
                    <a:pt x="3876045" y="2269471"/>
                  </a:lnTo>
                  <a:lnTo>
                    <a:pt x="3876170" y="2269471"/>
                  </a:lnTo>
                  <a:lnTo>
                    <a:pt x="3876295" y="2269471"/>
                  </a:lnTo>
                  <a:lnTo>
                    <a:pt x="3876420" y="2269471"/>
                  </a:lnTo>
                  <a:lnTo>
                    <a:pt x="3876545" y="2269471"/>
                  </a:lnTo>
                  <a:lnTo>
                    <a:pt x="3876670" y="2269471"/>
                  </a:lnTo>
                  <a:lnTo>
                    <a:pt x="3876795" y="2269471"/>
                  </a:lnTo>
                  <a:lnTo>
                    <a:pt x="3876921" y="2269471"/>
                  </a:lnTo>
                  <a:lnTo>
                    <a:pt x="3877046" y="2269471"/>
                  </a:lnTo>
                  <a:lnTo>
                    <a:pt x="3877171" y="2269471"/>
                  </a:lnTo>
                  <a:lnTo>
                    <a:pt x="3877296" y="2269471"/>
                  </a:lnTo>
                  <a:lnTo>
                    <a:pt x="3877421" y="2269471"/>
                  </a:lnTo>
                  <a:lnTo>
                    <a:pt x="3877546" y="2269471"/>
                  </a:lnTo>
                  <a:lnTo>
                    <a:pt x="3877671" y="2269471"/>
                  </a:lnTo>
                  <a:lnTo>
                    <a:pt x="3877796" y="2269471"/>
                  </a:lnTo>
                  <a:lnTo>
                    <a:pt x="3877921" y="2269471"/>
                  </a:lnTo>
                  <a:lnTo>
                    <a:pt x="3878046" y="2269471"/>
                  </a:lnTo>
                  <a:lnTo>
                    <a:pt x="3878171" y="2269471"/>
                  </a:lnTo>
                  <a:lnTo>
                    <a:pt x="3878296" y="2269471"/>
                  </a:lnTo>
                  <a:lnTo>
                    <a:pt x="3878421" y="2269471"/>
                  </a:lnTo>
                  <a:lnTo>
                    <a:pt x="3878546" y="2269471"/>
                  </a:lnTo>
                  <a:lnTo>
                    <a:pt x="3878671" y="2269471"/>
                  </a:lnTo>
                  <a:lnTo>
                    <a:pt x="3878796" y="2269471"/>
                  </a:lnTo>
                  <a:lnTo>
                    <a:pt x="3878921" y="2269471"/>
                  </a:lnTo>
                  <a:lnTo>
                    <a:pt x="3879046" y="2269471"/>
                  </a:lnTo>
                  <a:lnTo>
                    <a:pt x="3879171" y="2269471"/>
                  </a:lnTo>
                  <a:lnTo>
                    <a:pt x="3879296" y="2269471"/>
                  </a:lnTo>
                  <a:lnTo>
                    <a:pt x="3879421" y="2269471"/>
                  </a:lnTo>
                  <a:lnTo>
                    <a:pt x="3879546" y="2269471"/>
                  </a:lnTo>
                  <a:lnTo>
                    <a:pt x="3879671" y="2269471"/>
                  </a:lnTo>
                  <a:lnTo>
                    <a:pt x="3879796" y="2269471"/>
                  </a:lnTo>
                  <a:lnTo>
                    <a:pt x="3879922" y="2269471"/>
                  </a:lnTo>
                  <a:lnTo>
                    <a:pt x="3880047" y="2269471"/>
                  </a:lnTo>
                  <a:lnTo>
                    <a:pt x="3880172" y="2269471"/>
                  </a:lnTo>
                  <a:lnTo>
                    <a:pt x="3880297" y="2269471"/>
                  </a:lnTo>
                  <a:lnTo>
                    <a:pt x="3880422" y="2269471"/>
                  </a:lnTo>
                  <a:lnTo>
                    <a:pt x="3880547" y="2269471"/>
                  </a:lnTo>
                  <a:lnTo>
                    <a:pt x="3880672" y="2269471"/>
                  </a:lnTo>
                  <a:lnTo>
                    <a:pt x="3880797" y="2269471"/>
                  </a:lnTo>
                  <a:lnTo>
                    <a:pt x="3880922" y="2269471"/>
                  </a:lnTo>
                  <a:lnTo>
                    <a:pt x="3881047" y="2269471"/>
                  </a:lnTo>
                  <a:lnTo>
                    <a:pt x="3881172" y="2269471"/>
                  </a:lnTo>
                  <a:lnTo>
                    <a:pt x="3881297" y="2269471"/>
                  </a:lnTo>
                  <a:lnTo>
                    <a:pt x="3881422" y="2269471"/>
                  </a:lnTo>
                  <a:lnTo>
                    <a:pt x="3881547" y="2269471"/>
                  </a:lnTo>
                  <a:lnTo>
                    <a:pt x="3881672" y="2269471"/>
                  </a:lnTo>
                  <a:lnTo>
                    <a:pt x="3881797" y="2269471"/>
                  </a:lnTo>
                  <a:lnTo>
                    <a:pt x="3881922" y="2269471"/>
                  </a:lnTo>
                  <a:lnTo>
                    <a:pt x="3882047" y="2269471"/>
                  </a:lnTo>
                  <a:lnTo>
                    <a:pt x="3882172" y="2269471"/>
                  </a:lnTo>
                  <a:lnTo>
                    <a:pt x="3882297" y="2269471"/>
                  </a:lnTo>
                  <a:lnTo>
                    <a:pt x="3882422" y="2269471"/>
                  </a:lnTo>
                  <a:lnTo>
                    <a:pt x="3882547" y="2269471"/>
                  </a:lnTo>
                  <a:lnTo>
                    <a:pt x="3882672" y="2269471"/>
                  </a:lnTo>
                  <a:lnTo>
                    <a:pt x="3882798" y="2269471"/>
                  </a:lnTo>
                  <a:lnTo>
                    <a:pt x="3882923" y="2269471"/>
                  </a:lnTo>
                  <a:lnTo>
                    <a:pt x="3883048" y="2269471"/>
                  </a:lnTo>
                  <a:lnTo>
                    <a:pt x="3883173" y="2269471"/>
                  </a:lnTo>
                  <a:lnTo>
                    <a:pt x="3883298" y="2269471"/>
                  </a:lnTo>
                  <a:lnTo>
                    <a:pt x="3883423" y="2269471"/>
                  </a:lnTo>
                  <a:lnTo>
                    <a:pt x="3883548" y="2269471"/>
                  </a:lnTo>
                  <a:lnTo>
                    <a:pt x="3883673" y="2269471"/>
                  </a:lnTo>
                  <a:lnTo>
                    <a:pt x="3883798" y="2269471"/>
                  </a:lnTo>
                  <a:lnTo>
                    <a:pt x="3883923" y="2269471"/>
                  </a:lnTo>
                  <a:lnTo>
                    <a:pt x="3884048" y="2269471"/>
                  </a:lnTo>
                  <a:lnTo>
                    <a:pt x="3884173" y="2269471"/>
                  </a:lnTo>
                  <a:lnTo>
                    <a:pt x="3884298" y="2269471"/>
                  </a:lnTo>
                  <a:lnTo>
                    <a:pt x="3884423" y="2269471"/>
                  </a:lnTo>
                  <a:lnTo>
                    <a:pt x="3884548" y="2269471"/>
                  </a:lnTo>
                  <a:lnTo>
                    <a:pt x="3884673" y="2269471"/>
                  </a:lnTo>
                  <a:lnTo>
                    <a:pt x="3884798" y="2269471"/>
                  </a:lnTo>
                  <a:lnTo>
                    <a:pt x="3884923" y="2269471"/>
                  </a:lnTo>
                  <a:lnTo>
                    <a:pt x="3885048" y="2269471"/>
                  </a:lnTo>
                  <a:lnTo>
                    <a:pt x="3885173" y="2269471"/>
                  </a:lnTo>
                  <a:lnTo>
                    <a:pt x="3885298" y="2269471"/>
                  </a:lnTo>
                  <a:lnTo>
                    <a:pt x="3885423" y="2269471"/>
                  </a:lnTo>
                  <a:lnTo>
                    <a:pt x="3885548" y="2269471"/>
                  </a:lnTo>
                  <a:lnTo>
                    <a:pt x="3885673" y="2269471"/>
                  </a:lnTo>
                  <a:lnTo>
                    <a:pt x="3885799" y="2269471"/>
                  </a:lnTo>
                  <a:lnTo>
                    <a:pt x="3885924" y="2269471"/>
                  </a:lnTo>
                  <a:lnTo>
                    <a:pt x="3886049" y="2269471"/>
                  </a:lnTo>
                  <a:lnTo>
                    <a:pt x="3886174" y="2269471"/>
                  </a:lnTo>
                  <a:lnTo>
                    <a:pt x="3886299" y="2269471"/>
                  </a:lnTo>
                  <a:lnTo>
                    <a:pt x="3886424" y="2269471"/>
                  </a:lnTo>
                  <a:lnTo>
                    <a:pt x="3886549" y="2269471"/>
                  </a:lnTo>
                  <a:lnTo>
                    <a:pt x="3886674" y="2269471"/>
                  </a:lnTo>
                  <a:lnTo>
                    <a:pt x="3886799" y="2269471"/>
                  </a:lnTo>
                  <a:lnTo>
                    <a:pt x="3886924" y="2269471"/>
                  </a:lnTo>
                  <a:lnTo>
                    <a:pt x="3887049" y="2269471"/>
                  </a:lnTo>
                  <a:lnTo>
                    <a:pt x="3887174" y="2269471"/>
                  </a:lnTo>
                  <a:lnTo>
                    <a:pt x="3887299" y="2269471"/>
                  </a:lnTo>
                  <a:lnTo>
                    <a:pt x="3887424" y="2269471"/>
                  </a:lnTo>
                  <a:lnTo>
                    <a:pt x="3887549" y="2269471"/>
                  </a:lnTo>
                  <a:lnTo>
                    <a:pt x="3887674" y="2269471"/>
                  </a:lnTo>
                  <a:lnTo>
                    <a:pt x="3887799" y="2269471"/>
                  </a:lnTo>
                  <a:lnTo>
                    <a:pt x="3887924" y="2269471"/>
                  </a:lnTo>
                  <a:lnTo>
                    <a:pt x="3888049" y="2269471"/>
                  </a:lnTo>
                  <a:lnTo>
                    <a:pt x="3888174" y="2269471"/>
                  </a:lnTo>
                  <a:lnTo>
                    <a:pt x="3888299" y="2269471"/>
                  </a:lnTo>
                  <a:lnTo>
                    <a:pt x="3888424" y="2269471"/>
                  </a:lnTo>
                  <a:lnTo>
                    <a:pt x="3888549" y="2269471"/>
                  </a:lnTo>
                  <a:lnTo>
                    <a:pt x="3888674" y="2269471"/>
                  </a:lnTo>
                  <a:lnTo>
                    <a:pt x="3888800" y="2269471"/>
                  </a:lnTo>
                  <a:lnTo>
                    <a:pt x="3888925" y="2269471"/>
                  </a:lnTo>
                  <a:lnTo>
                    <a:pt x="3889050" y="2269471"/>
                  </a:lnTo>
                  <a:lnTo>
                    <a:pt x="3889175" y="2269471"/>
                  </a:lnTo>
                  <a:lnTo>
                    <a:pt x="3889300" y="2269471"/>
                  </a:lnTo>
                  <a:lnTo>
                    <a:pt x="3889425" y="2269471"/>
                  </a:lnTo>
                  <a:lnTo>
                    <a:pt x="3889550" y="2269471"/>
                  </a:lnTo>
                  <a:lnTo>
                    <a:pt x="3889675" y="2269471"/>
                  </a:lnTo>
                  <a:lnTo>
                    <a:pt x="3889800" y="2269471"/>
                  </a:lnTo>
                  <a:lnTo>
                    <a:pt x="3889925" y="2269471"/>
                  </a:lnTo>
                  <a:lnTo>
                    <a:pt x="3890050" y="2269471"/>
                  </a:lnTo>
                  <a:lnTo>
                    <a:pt x="3890175" y="2269471"/>
                  </a:lnTo>
                  <a:lnTo>
                    <a:pt x="3890300" y="2269471"/>
                  </a:lnTo>
                  <a:lnTo>
                    <a:pt x="3890425" y="2269471"/>
                  </a:lnTo>
                  <a:lnTo>
                    <a:pt x="3890550" y="2269471"/>
                  </a:lnTo>
                  <a:lnTo>
                    <a:pt x="3890675" y="2269471"/>
                  </a:lnTo>
                  <a:lnTo>
                    <a:pt x="3890800" y="2269471"/>
                  </a:lnTo>
                  <a:lnTo>
                    <a:pt x="3890925" y="2269471"/>
                  </a:lnTo>
                  <a:lnTo>
                    <a:pt x="3891050" y="2269471"/>
                  </a:lnTo>
                  <a:lnTo>
                    <a:pt x="3891175" y="2269471"/>
                  </a:lnTo>
                  <a:lnTo>
                    <a:pt x="3891300" y="2269471"/>
                  </a:lnTo>
                  <a:lnTo>
                    <a:pt x="3891425" y="2269471"/>
                  </a:lnTo>
                  <a:lnTo>
                    <a:pt x="3891550" y="2269471"/>
                  </a:lnTo>
                  <a:lnTo>
                    <a:pt x="3891675" y="2269471"/>
                  </a:lnTo>
                  <a:lnTo>
                    <a:pt x="3891801" y="2269471"/>
                  </a:lnTo>
                  <a:lnTo>
                    <a:pt x="3891801" y="2259517"/>
                  </a:lnTo>
                  <a:lnTo>
                    <a:pt x="3891926" y="2259517"/>
                  </a:lnTo>
                  <a:lnTo>
                    <a:pt x="3892051" y="2259517"/>
                  </a:lnTo>
                  <a:lnTo>
                    <a:pt x="3892176" y="2259517"/>
                  </a:lnTo>
                  <a:lnTo>
                    <a:pt x="3892301" y="2259517"/>
                  </a:lnTo>
                  <a:lnTo>
                    <a:pt x="3892426" y="2259517"/>
                  </a:lnTo>
                  <a:lnTo>
                    <a:pt x="3892551" y="2259517"/>
                  </a:lnTo>
                  <a:lnTo>
                    <a:pt x="3892676" y="2259517"/>
                  </a:lnTo>
                  <a:lnTo>
                    <a:pt x="3892676" y="2249563"/>
                  </a:lnTo>
                  <a:lnTo>
                    <a:pt x="3892801" y="2249563"/>
                  </a:lnTo>
                  <a:lnTo>
                    <a:pt x="3892926" y="2249563"/>
                  </a:lnTo>
                  <a:lnTo>
                    <a:pt x="3893051" y="2249563"/>
                  </a:lnTo>
                  <a:lnTo>
                    <a:pt x="3893176" y="2249563"/>
                  </a:lnTo>
                  <a:lnTo>
                    <a:pt x="3893301" y="2249563"/>
                  </a:lnTo>
                  <a:lnTo>
                    <a:pt x="3893426" y="2249563"/>
                  </a:lnTo>
                  <a:lnTo>
                    <a:pt x="3893551" y="2249563"/>
                  </a:lnTo>
                  <a:lnTo>
                    <a:pt x="3893676" y="2249563"/>
                  </a:lnTo>
                  <a:lnTo>
                    <a:pt x="3893801" y="2249563"/>
                  </a:lnTo>
                  <a:lnTo>
                    <a:pt x="3893926" y="2249563"/>
                  </a:lnTo>
                  <a:lnTo>
                    <a:pt x="3894051" y="2249563"/>
                  </a:lnTo>
                  <a:lnTo>
                    <a:pt x="3894176" y="2249563"/>
                  </a:lnTo>
                  <a:lnTo>
                    <a:pt x="3894301" y="2249563"/>
                  </a:lnTo>
                  <a:lnTo>
                    <a:pt x="3894426" y="2249563"/>
                  </a:lnTo>
                  <a:lnTo>
                    <a:pt x="3894551" y="2249563"/>
                  </a:lnTo>
                  <a:lnTo>
                    <a:pt x="3894676" y="2249563"/>
                  </a:lnTo>
                  <a:lnTo>
                    <a:pt x="3894802" y="2249563"/>
                  </a:lnTo>
                  <a:lnTo>
                    <a:pt x="3894802" y="2239610"/>
                  </a:lnTo>
                  <a:lnTo>
                    <a:pt x="3894927" y="2239610"/>
                  </a:lnTo>
                  <a:lnTo>
                    <a:pt x="3895052" y="2239610"/>
                  </a:lnTo>
                  <a:lnTo>
                    <a:pt x="3895177" y="2239610"/>
                  </a:lnTo>
                  <a:lnTo>
                    <a:pt x="3895302" y="2239610"/>
                  </a:lnTo>
                  <a:lnTo>
                    <a:pt x="3895427" y="2239610"/>
                  </a:lnTo>
                  <a:lnTo>
                    <a:pt x="3895552" y="2239610"/>
                  </a:lnTo>
                  <a:lnTo>
                    <a:pt x="3895677" y="2239610"/>
                  </a:lnTo>
                  <a:lnTo>
                    <a:pt x="3895802" y="2239610"/>
                  </a:lnTo>
                  <a:lnTo>
                    <a:pt x="3895927" y="2239610"/>
                  </a:lnTo>
                  <a:lnTo>
                    <a:pt x="3896052" y="2239610"/>
                  </a:lnTo>
                  <a:lnTo>
                    <a:pt x="3896177" y="2239610"/>
                  </a:lnTo>
                  <a:lnTo>
                    <a:pt x="3896302" y="2239610"/>
                  </a:lnTo>
                  <a:lnTo>
                    <a:pt x="3896427" y="2239610"/>
                  </a:lnTo>
                  <a:lnTo>
                    <a:pt x="3896552" y="2239610"/>
                  </a:lnTo>
                  <a:lnTo>
                    <a:pt x="3896677" y="2239610"/>
                  </a:lnTo>
                  <a:lnTo>
                    <a:pt x="3896802" y="2239610"/>
                  </a:lnTo>
                  <a:lnTo>
                    <a:pt x="3896927" y="2239610"/>
                  </a:lnTo>
                  <a:lnTo>
                    <a:pt x="3897052" y="2239610"/>
                  </a:lnTo>
                  <a:lnTo>
                    <a:pt x="3897177" y="2239610"/>
                  </a:lnTo>
                  <a:lnTo>
                    <a:pt x="3897302" y="2239610"/>
                  </a:lnTo>
                  <a:lnTo>
                    <a:pt x="3897427" y="2239610"/>
                  </a:lnTo>
                  <a:lnTo>
                    <a:pt x="3897552" y="2239610"/>
                  </a:lnTo>
                  <a:lnTo>
                    <a:pt x="3897677" y="2239610"/>
                  </a:lnTo>
                  <a:lnTo>
                    <a:pt x="3897803" y="2239610"/>
                  </a:lnTo>
                  <a:lnTo>
                    <a:pt x="3897928" y="2239610"/>
                  </a:lnTo>
                  <a:lnTo>
                    <a:pt x="3898053" y="2239610"/>
                  </a:lnTo>
                  <a:lnTo>
                    <a:pt x="3898178" y="2239610"/>
                  </a:lnTo>
                  <a:lnTo>
                    <a:pt x="3898303" y="2239610"/>
                  </a:lnTo>
                  <a:lnTo>
                    <a:pt x="3898428" y="2239610"/>
                  </a:lnTo>
                  <a:lnTo>
                    <a:pt x="3898553" y="2239610"/>
                  </a:lnTo>
                  <a:lnTo>
                    <a:pt x="3898678" y="2239610"/>
                  </a:lnTo>
                  <a:lnTo>
                    <a:pt x="3898678" y="2229656"/>
                  </a:lnTo>
                  <a:lnTo>
                    <a:pt x="3898803" y="2229656"/>
                  </a:lnTo>
                  <a:lnTo>
                    <a:pt x="3898928" y="2229656"/>
                  </a:lnTo>
                  <a:lnTo>
                    <a:pt x="3899053" y="2229656"/>
                  </a:lnTo>
                  <a:lnTo>
                    <a:pt x="3899178" y="2229656"/>
                  </a:lnTo>
                  <a:lnTo>
                    <a:pt x="3899303" y="2229656"/>
                  </a:lnTo>
                  <a:lnTo>
                    <a:pt x="3899428" y="2229656"/>
                  </a:lnTo>
                  <a:lnTo>
                    <a:pt x="3899553" y="2229656"/>
                  </a:lnTo>
                  <a:lnTo>
                    <a:pt x="3899678" y="2229656"/>
                  </a:lnTo>
                  <a:lnTo>
                    <a:pt x="3899803" y="2229656"/>
                  </a:lnTo>
                  <a:lnTo>
                    <a:pt x="3899928" y="2229656"/>
                  </a:lnTo>
                  <a:lnTo>
                    <a:pt x="3900053" y="2229656"/>
                  </a:lnTo>
                  <a:lnTo>
                    <a:pt x="3900178" y="2229656"/>
                  </a:lnTo>
                  <a:lnTo>
                    <a:pt x="3900303" y="2229656"/>
                  </a:lnTo>
                  <a:lnTo>
                    <a:pt x="3900428" y="2229656"/>
                  </a:lnTo>
                  <a:lnTo>
                    <a:pt x="3900553" y="2229656"/>
                  </a:lnTo>
                  <a:lnTo>
                    <a:pt x="3900678" y="2229656"/>
                  </a:lnTo>
                  <a:lnTo>
                    <a:pt x="3900804" y="2229656"/>
                  </a:lnTo>
                  <a:lnTo>
                    <a:pt x="3900929" y="2229656"/>
                  </a:lnTo>
                  <a:lnTo>
                    <a:pt x="3901054" y="2229656"/>
                  </a:lnTo>
                  <a:lnTo>
                    <a:pt x="3901179" y="2229656"/>
                  </a:lnTo>
                  <a:lnTo>
                    <a:pt x="3901304" y="2229656"/>
                  </a:lnTo>
                  <a:lnTo>
                    <a:pt x="3901429" y="2229656"/>
                  </a:lnTo>
                  <a:lnTo>
                    <a:pt x="3901554" y="2229656"/>
                  </a:lnTo>
                  <a:lnTo>
                    <a:pt x="3901679" y="2229656"/>
                  </a:lnTo>
                  <a:lnTo>
                    <a:pt x="3901804" y="2229656"/>
                  </a:lnTo>
                  <a:lnTo>
                    <a:pt x="3901929" y="2229656"/>
                  </a:lnTo>
                  <a:lnTo>
                    <a:pt x="3902054" y="2229656"/>
                  </a:lnTo>
                  <a:lnTo>
                    <a:pt x="3902179" y="2229656"/>
                  </a:lnTo>
                  <a:lnTo>
                    <a:pt x="3902304" y="2229656"/>
                  </a:lnTo>
                  <a:lnTo>
                    <a:pt x="3902429" y="2229656"/>
                  </a:lnTo>
                  <a:lnTo>
                    <a:pt x="3902554" y="2229656"/>
                  </a:lnTo>
                  <a:lnTo>
                    <a:pt x="3902679" y="2229656"/>
                  </a:lnTo>
                  <a:lnTo>
                    <a:pt x="3902804" y="2229656"/>
                  </a:lnTo>
                  <a:lnTo>
                    <a:pt x="3902929" y="2229656"/>
                  </a:lnTo>
                  <a:lnTo>
                    <a:pt x="3903054" y="2229656"/>
                  </a:lnTo>
                  <a:lnTo>
                    <a:pt x="3903179" y="2229656"/>
                  </a:lnTo>
                  <a:lnTo>
                    <a:pt x="3903304" y="2229656"/>
                  </a:lnTo>
                  <a:lnTo>
                    <a:pt x="3903429" y="2229656"/>
                  </a:lnTo>
                  <a:lnTo>
                    <a:pt x="3903554" y="2229656"/>
                  </a:lnTo>
                  <a:lnTo>
                    <a:pt x="3903679" y="2229656"/>
                  </a:lnTo>
                  <a:lnTo>
                    <a:pt x="3903805" y="2229656"/>
                  </a:lnTo>
                  <a:lnTo>
                    <a:pt x="3903930" y="2229656"/>
                  </a:lnTo>
                  <a:lnTo>
                    <a:pt x="3904055" y="2229656"/>
                  </a:lnTo>
                  <a:lnTo>
                    <a:pt x="3904180" y="2229656"/>
                  </a:lnTo>
                  <a:lnTo>
                    <a:pt x="3904305" y="2229656"/>
                  </a:lnTo>
                  <a:lnTo>
                    <a:pt x="3904430" y="2229656"/>
                  </a:lnTo>
                  <a:lnTo>
                    <a:pt x="3904555" y="2229656"/>
                  </a:lnTo>
                  <a:lnTo>
                    <a:pt x="3904680" y="2229656"/>
                  </a:lnTo>
                  <a:lnTo>
                    <a:pt x="3904805" y="2229656"/>
                  </a:lnTo>
                  <a:lnTo>
                    <a:pt x="3904930" y="2229656"/>
                  </a:lnTo>
                  <a:lnTo>
                    <a:pt x="3905055" y="2229656"/>
                  </a:lnTo>
                  <a:lnTo>
                    <a:pt x="3905180" y="2229656"/>
                  </a:lnTo>
                  <a:lnTo>
                    <a:pt x="3905305" y="2229656"/>
                  </a:lnTo>
                  <a:lnTo>
                    <a:pt x="3905305" y="2219702"/>
                  </a:lnTo>
                  <a:lnTo>
                    <a:pt x="3905430" y="2219702"/>
                  </a:lnTo>
                  <a:lnTo>
                    <a:pt x="3905555" y="2219702"/>
                  </a:lnTo>
                  <a:lnTo>
                    <a:pt x="3905680" y="2219702"/>
                  </a:lnTo>
                  <a:lnTo>
                    <a:pt x="3905805" y="2219702"/>
                  </a:lnTo>
                  <a:lnTo>
                    <a:pt x="3905930" y="2219702"/>
                  </a:lnTo>
                  <a:lnTo>
                    <a:pt x="3906055" y="2219702"/>
                  </a:lnTo>
                  <a:lnTo>
                    <a:pt x="3906180" y="2219702"/>
                  </a:lnTo>
                  <a:lnTo>
                    <a:pt x="3906305" y="2219702"/>
                  </a:lnTo>
                  <a:lnTo>
                    <a:pt x="3906430" y="2219702"/>
                  </a:lnTo>
                  <a:lnTo>
                    <a:pt x="3906555" y="2219702"/>
                  </a:lnTo>
                  <a:lnTo>
                    <a:pt x="3906680" y="2219702"/>
                  </a:lnTo>
                  <a:lnTo>
                    <a:pt x="3906806" y="2219702"/>
                  </a:lnTo>
                  <a:lnTo>
                    <a:pt x="3906931" y="2219702"/>
                  </a:lnTo>
                  <a:lnTo>
                    <a:pt x="3907056" y="2219702"/>
                  </a:lnTo>
                  <a:lnTo>
                    <a:pt x="3907181" y="2219702"/>
                  </a:lnTo>
                  <a:lnTo>
                    <a:pt x="3907306" y="2219702"/>
                  </a:lnTo>
                  <a:lnTo>
                    <a:pt x="3907431" y="2219702"/>
                  </a:lnTo>
                  <a:lnTo>
                    <a:pt x="3907556" y="2219702"/>
                  </a:lnTo>
                  <a:lnTo>
                    <a:pt x="3907681" y="2219702"/>
                  </a:lnTo>
                  <a:lnTo>
                    <a:pt x="3907806" y="2219702"/>
                  </a:lnTo>
                  <a:lnTo>
                    <a:pt x="3907931" y="2219702"/>
                  </a:lnTo>
                  <a:lnTo>
                    <a:pt x="3908056" y="2219702"/>
                  </a:lnTo>
                  <a:lnTo>
                    <a:pt x="3908181" y="2219702"/>
                  </a:lnTo>
                  <a:lnTo>
                    <a:pt x="3908306" y="2219702"/>
                  </a:lnTo>
                  <a:lnTo>
                    <a:pt x="3908431" y="2219702"/>
                  </a:lnTo>
                  <a:lnTo>
                    <a:pt x="3908556" y="2219702"/>
                  </a:lnTo>
                  <a:lnTo>
                    <a:pt x="3908681" y="2219702"/>
                  </a:lnTo>
                  <a:lnTo>
                    <a:pt x="3908806" y="2219702"/>
                  </a:lnTo>
                  <a:lnTo>
                    <a:pt x="3908931" y="2219702"/>
                  </a:lnTo>
                  <a:lnTo>
                    <a:pt x="3909056" y="2219702"/>
                  </a:lnTo>
                  <a:lnTo>
                    <a:pt x="3909181" y="2219702"/>
                  </a:lnTo>
                  <a:lnTo>
                    <a:pt x="3909306" y="2219702"/>
                  </a:lnTo>
                  <a:lnTo>
                    <a:pt x="3909431" y="2219702"/>
                  </a:lnTo>
                  <a:lnTo>
                    <a:pt x="3909556" y="2219702"/>
                  </a:lnTo>
                  <a:lnTo>
                    <a:pt x="3909681" y="2219702"/>
                  </a:lnTo>
                  <a:lnTo>
                    <a:pt x="3909807" y="2219702"/>
                  </a:lnTo>
                  <a:lnTo>
                    <a:pt x="3909932" y="2219702"/>
                  </a:lnTo>
                  <a:lnTo>
                    <a:pt x="3910057" y="2219702"/>
                  </a:lnTo>
                  <a:lnTo>
                    <a:pt x="3910182" y="2219702"/>
                  </a:lnTo>
                  <a:lnTo>
                    <a:pt x="3910307" y="2219702"/>
                  </a:lnTo>
                  <a:lnTo>
                    <a:pt x="3910432" y="2219702"/>
                  </a:lnTo>
                  <a:lnTo>
                    <a:pt x="3910557" y="2219702"/>
                  </a:lnTo>
                  <a:lnTo>
                    <a:pt x="3910682" y="2219702"/>
                  </a:lnTo>
                  <a:lnTo>
                    <a:pt x="3910807" y="2219702"/>
                  </a:lnTo>
                  <a:lnTo>
                    <a:pt x="3910932" y="2219702"/>
                  </a:lnTo>
                  <a:lnTo>
                    <a:pt x="3911057" y="2219702"/>
                  </a:lnTo>
                  <a:lnTo>
                    <a:pt x="3911182" y="2219702"/>
                  </a:lnTo>
                  <a:lnTo>
                    <a:pt x="3911307" y="2219702"/>
                  </a:lnTo>
                  <a:lnTo>
                    <a:pt x="3911432" y="2219702"/>
                  </a:lnTo>
                  <a:lnTo>
                    <a:pt x="3911557" y="2219702"/>
                  </a:lnTo>
                  <a:lnTo>
                    <a:pt x="3911682" y="2219702"/>
                  </a:lnTo>
                  <a:lnTo>
                    <a:pt x="3911807" y="2219702"/>
                  </a:lnTo>
                  <a:lnTo>
                    <a:pt x="3911932" y="2219702"/>
                  </a:lnTo>
                  <a:lnTo>
                    <a:pt x="3912057" y="2219702"/>
                  </a:lnTo>
                  <a:lnTo>
                    <a:pt x="3912182" y="2219702"/>
                  </a:lnTo>
                  <a:lnTo>
                    <a:pt x="3912307" y="2219702"/>
                  </a:lnTo>
                  <a:lnTo>
                    <a:pt x="3912432" y="2219702"/>
                  </a:lnTo>
                  <a:lnTo>
                    <a:pt x="3912557" y="2219702"/>
                  </a:lnTo>
                  <a:lnTo>
                    <a:pt x="3912682" y="2219702"/>
                  </a:lnTo>
                  <a:lnTo>
                    <a:pt x="3912808" y="2219702"/>
                  </a:lnTo>
                  <a:lnTo>
                    <a:pt x="3912933" y="2219702"/>
                  </a:lnTo>
                  <a:lnTo>
                    <a:pt x="3913058" y="2219702"/>
                  </a:lnTo>
                  <a:lnTo>
                    <a:pt x="3913183" y="2219702"/>
                  </a:lnTo>
                  <a:lnTo>
                    <a:pt x="3913308" y="2219702"/>
                  </a:lnTo>
                  <a:lnTo>
                    <a:pt x="3913433" y="2219702"/>
                  </a:lnTo>
                  <a:lnTo>
                    <a:pt x="3913558" y="2219702"/>
                  </a:lnTo>
                  <a:lnTo>
                    <a:pt x="3913683" y="2219702"/>
                  </a:lnTo>
                  <a:lnTo>
                    <a:pt x="3913808" y="2219702"/>
                  </a:lnTo>
                  <a:lnTo>
                    <a:pt x="3913933" y="2219702"/>
                  </a:lnTo>
                  <a:lnTo>
                    <a:pt x="3914058" y="2219702"/>
                  </a:lnTo>
                  <a:lnTo>
                    <a:pt x="3914183" y="2219702"/>
                  </a:lnTo>
                  <a:lnTo>
                    <a:pt x="3914308" y="2219702"/>
                  </a:lnTo>
                  <a:lnTo>
                    <a:pt x="3914433" y="2219702"/>
                  </a:lnTo>
                  <a:lnTo>
                    <a:pt x="3914558" y="2219702"/>
                  </a:lnTo>
                  <a:lnTo>
                    <a:pt x="3914683" y="2219702"/>
                  </a:lnTo>
                  <a:lnTo>
                    <a:pt x="3914808" y="2219702"/>
                  </a:lnTo>
                  <a:lnTo>
                    <a:pt x="3914933" y="2219702"/>
                  </a:lnTo>
                  <a:lnTo>
                    <a:pt x="3915058" y="2219702"/>
                  </a:lnTo>
                  <a:lnTo>
                    <a:pt x="3915183" y="2219702"/>
                  </a:lnTo>
                  <a:lnTo>
                    <a:pt x="3915308" y="2219702"/>
                  </a:lnTo>
                  <a:lnTo>
                    <a:pt x="3915433" y="2219702"/>
                  </a:lnTo>
                  <a:lnTo>
                    <a:pt x="3915558" y="2219702"/>
                  </a:lnTo>
                  <a:lnTo>
                    <a:pt x="3915683" y="2219702"/>
                  </a:lnTo>
                  <a:lnTo>
                    <a:pt x="3915809" y="2219702"/>
                  </a:lnTo>
                  <a:lnTo>
                    <a:pt x="3915934" y="2219702"/>
                  </a:lnTo>
                  <a:lnTo>
                    <a:pt x="3916059" y="2219702"/>
                  </a:lnTo>
                  <a:lnTo>
                    <a:pt x="3916184" y="2219702"/>
                  </a:lnTo>
                  <a:lnTo>
                    <a:pt x="3916309" y="2219702"/>
                  </a:lnTo>
                  <a:lnTo>
                    <a:pt x="3916434" y="2219702"/>
                  </a:lnTo>
                  <a:lnTo>
                    <a:pt x="3916559" y="2219702"/>
                  </a:lnTo>
                  <a:lnTo>
                    <a:pt x="3916684" y="2219702"/>
                  </a:lnTo>
                  <a:lnTo>
                    <a:pt x="3916809" y="2219702"/>
                  </a:lnTo>
                  <a:lnTo>
                    <a:pt x="3916934" y="2219702"/>
                  </a:lnTo>
                  <a:lnTo>
                    <a:pt x="3917059" y="2219702"/>
                  </a:lnTo>
                  <a:lnTo>
                    <a:pt x="3917184" y="2219702"/>
                  </a:lnTo>
                  <a:lnTo>
                    <a:pt x="3917309" y="2219702"/>
                  </a:lnTo>
                  <a:lnTo>
                    <a:pt x="3917434" y="2219702"/>
                  </a:lnTo>
                  <a:lnTo>
                    <a:pt x="3917559" y="2219702"/>
                  </a:lnTo>
                  <a:lnTo>
                    <a:pt x="3917684" y="2219702"/>
                  </a:lnTo>
                  <a:lnTo>
                    <a:pt x="3917809" y="2219702"/>
                  </a:lnTo>
                  <a:lnTo>
                    <a:pt x="3917934" y="2219702"/>
                  </a:lnTo>
                  <a:lnTo>
                    <a:pt x="3918059" y="2219702"/>
                  </a:lnTo>
                  <a:lnTo>
                    <a:pt x="3918184" y="2219702"/>
                  </a:lnTo>
                  <a:lnTo>
                    <a:pt x="3918309" y="2219702"/>
                  </a:lnTo>
                  <a:lnTo>
                    <a:pt x="3918434" y="2219702"/>
                  </a:lnTo>
                  <a:lnTo>
                    <a:pt x="3918559" y="2219702"/>
                  </a:lnTo>
                  <a:lnTo>
                    <a:pt x="3918684" y="2219702"/>
                  </a:lnTo>
                  <a:lnTo>
                    <a:pt x="3918810" y="2219702"/>
                  </a:lnTo>
                  <a:lnTo>
                    <a:pt x="3918935" y="2219702"/>
                  </a:lnTo>
                  <a:lnTo>
                    <a:pt x="3919060" y="2219702"/>
                  </a:lnTo>
                  <a:lnTo>
                    <a:pt x="3919185" y="2219702"/>
                  </a:lnTo>
                  <a:lnTo>
                    <a:pt x="3919310" y="2219702"/>
                  </a:lnTo>
                  <a:lnTo>
                    <a:pt x="3919435" y="2219702"/>
                  </a:lnTo>
                  <a:lnTo>
                    <a:pt x="3919560" y="2219702"/>
                  </a:lnTo>
                  <a:lnTo>
                    <a:pt x="3919685" y="2219702"/>
                  </a:lnTo>
                  <a:lnTo>
                    <a:pt x="3919810" y="2219702"/>
                  </a:lnTo>
                  <a:lnTo>
                    <a:pt x="3919935" y="2219702"/>
                  </a:lnTo>
                  <a:lnTo>
                    <a:pt x="3920060" y="2219702"/>
                  </a:lnTo>
                  <a:lnTo>
                    <a:pt x="3920185" y="2219702"/>
                  </a:lnTo>
                  <a:lnTo>
                    <a:pt x="3920310" y="2219702"/>
                  </a:lnTo>
                  <a:lnTo>
                    <a:pt x="3920435" y="2219702"/>
                  </a:lnTo>
                  <a:lnTo>
                    <a:pt x="3920560" y="2219702"/>
                  </a:lnTo>
                  <a:lnTo>
                    <a:pt x="3920685" y="2219702"/>
                  </a:lnTo>
                  <a:lnTo>
                    <a:pt x="3920810" y="2219702"/>
                  </a:lnTo>
                  <a:lnTo>
                    <a:pt x="3920935" y="2219702"/>
                  </a:lnTo>
                  <a:lnTo>
                    <a:pt x="3921060" y="2219702"/>
                  </a:lnTo>
                  <a:lnTo>
                    <a:pt x="3921185" y="2219702"/>
                  </a:lnTo>
                  <a:lnTo>
                    <a:pt x="3921310" y="2219702"/>
                  </a:lnTo>
                  <a:lnTo>
                    <a:pt x="3921435" y="2219702"/>
                  </a:lnTo>
                  <a:lnTo>
                    <a:pt x="3921560" y="2219702"/>
                  </a:lnTo>
                  <a:lnTo>
                    <a:pt x="3921686" y="2219702"/>
                  </a:lnTo>
                  <a:lnTo>
                    <a:pt x="3921811" y="2219702"/>
                  </a:lnTo>
                  <a:lnTo>
                    <a:pt x="3921936" y="2219702"/>
                  </a:lnTo>
                  <a:lnTo>
                    <a:pt x="3922061" y="2219702"/>
                  </a:lnTo>
                  <a:lnTo>
                    <a:pt x="3922186" y="2219702"/>
                  </a:lnTo>
                  <a:lnTo>
                    <a:pt x="3922311" y="2219702"/>
                  </a:lnTo>
                  <a:lnTo>
                    <a:pt x="3922436" y="2219702"/>
                  </a:lnTo>
                  <a:lnTo>
                    <a:pt x="3922561" y="2219702"/>
                  </a:lnTo>
                  <a:lnTo>
                    <a:pt x="3922686" y="2219702"/>
                  </a:lnTo>
                  <a:lnTo>
                    <a:pt x="3922811" y="2219702"/>
                  </a:lnTo>
                  <a:lnTo>
                    <a:pt x="3922936" y="2219702"/>
                  </a:lnTo>
                  <a:lnTo>
                    <a:pt x="3923061" y="2219702"/>
                  </a:lnTo>
                  <a:lnTo>
                    <a:pt x="3923186" y="2219702"/>
                  </a:lnTo>
                  <a:lnTo>
                    <a:pt x="3923311" y="2219702"/>
                  </a:lnTo>
                  <a:lnTo>
                    <a:pt x="3923436" y="2219702"/>
                  </a:lnTo>
                  <a:lnTo>
                    <a:pt x="3923561" y="2219702"/>
                  </a:lnTo>
                  <a:lnTo>
                    <a:pt x="3923686" y="2219702"/>
                  </a:lnTo>
                  <a:lnTo>
                    <a:pt x="3923811" y="2219702"/>
                  </a:lnTo>
                  <a:lnTo>
                    <a:pt x="3923936" y="2219702"/>
                  </a:lnTo>
                  <a:lnTo>
                    <a:pt x="3924061" y="2219702"/>
                  </a:lnTo>
                  <a:lnTo>
                    <a:pt x="3924186" y="2219702"/>
                  </a:lnTo>
                  <a:lnTo>
                    <a:pt x="3924311" y="2219702"/>
                  </a:lnTo>
                  <a:lnTo>
                    <a:pt x="3924436" y="2219702"/>
                  </a:lnTo>
                  <a:lnTo>
                    <a:pt x="3924561" y="2219702"/>
                  </a:lnTo>
                  <a:lnTo>
                    <a:pt x="3924687" y="2219702"/>
                  </a:lnTo>
                  <a:lnTo>
                    <a:pt x="3924812" y="2219702"/>
                  </a:lnTo>
                  <a:lnTo>
                    <a:pt x="3924937" y="2219702"/>
                  </a:lnTo>
                  <a:lnTo>
                    <a:pt x="3925062" y="2219702"/>
                  </a:lnTo>
                  <a:lnTo>
                    <a:pt x="3925187" y="2219702"/>
                  </a:lnTo>
                  <a:lnTo>
                    <a:pt x="3925312" y="2219702"/>
                  </a:lnTo>
                  <a:lnTo>
                    <a:pt x="3925437" y="2219702"/>
                  </a:lnTo>
                  <a:lnTo>
                    <a:pt x="3925562" y="2219702"/>
                  </a:lnTo>
                  <a:lnTo>
                    <a:pt x="3925687" y="2219702"/>
                  </a:lnTo>
                  <a:lnTo>
                    <a:pt x="3925812" y="2219702"/>
                  </a:lnTo>
                  <a:lnTo>
                    <a:pt x="3925937" y="2219702"/>
                  </a:lnTo>
                  <a:lnTo>
                    <a:pt x="3926062" y="2219702"/>
                  </a:lnTo>
                  <a:lnTo>
                    <a:pt x="3926187" y="2219702"/>
                  </a:lnTo>
                  <a:lnTo>
                    <a:pt x="3926312" y="2219702"/>
                  </a:lnTo>
                  <a:lnTo>
                    <a:pt x="3926312" y="2209748"/>
                  </a:lnTo>
                  <a:lnTo>
                    <a:pt x="3926437" y="2209748"/>
                  </a:lnTo>
                  <a:lnTo>
                    <a:pt x="3926437" y="2199794"/>
                  </a:lnTo>
                  <a:lnTo>
                    <a:pt x="3926562" y="2199794"/>
                  </a:lnTo>
                  <a:lnTo>
                    <a:pt x="3926687" y="2199794"/>
                  </a:lnTo>
                  <a:lnTo>
                    <a:pt x="3926812" y="2199794"/>
                  </a:lnTo>
                  <a:lnTo>
                    <a:pt x="3926937" y="2199794"/>
                  </a:lnTo>
                  <a:lnTo>
                    <a:pt x="3927062" y="2199794"/>
                  </a:lnTo>
                  <a:lnTo>
                    <a:pt x="3927187" y="2199794"/>
                  </a:lnTo>
                  <a:lnTo>
                    <a:pt x="3927312" y="2199794"/>
                  </a:lnTo>
                  <a:lnTo>
                    <a:pt x="3927437" y="2199794"/>
                  </a:lnTo>
                  <a:lnTo>
                    <a:pt x="3927562" y="2199794"/>
                  </a:lnTo>
                  <a:lnTo>
                    <a:pt x="3927688" y="2199794"/>
                  </a:lnTo>
                  <a:lnTo>
                    <a:pt x="3927813" y="2199794"/>
                  </a:lnTo>
                  <a:lnTo>
                    <a:pt x="3927938" y="2199794"/>
                  </a:lnTo>
                  <a:lnTo>
                    <a:pt x="3928063" y="2199794"/>
                  </a:lnTo>
                  <a:lnTo>
                    <a:pt x="3928188" y="2199794"/>
                  </a:lnTo>
                  <a:lnTo>
                    <a:pt x="3928313" y="2199794"/>
                  </a:lnTo>
                  <a:lnTo>
                    <a:pt x="3928438" y="2199794"/>
                  </a:lnTo>
                  <a:lnTo>
                    <a:pt x="3928563" y="2199794"/>
                  </a:lnTo>
                  <a:lnTo>
                    <a:pt x="3928688" y="2199794"/>
                  </a:lnTo>
                  <a:lnTo>
                    <a:pt x="3928813" y="2199794"/>
                  </a:lnTo>
                  <a:lnTo>
                    <a:pt x="3928938" y="2199794"/>
                  </a:lnTo>
                  <a:lnTo>
                    <a:pt x="3929063" y="2199794"/>
                  </a:lnTo>
                  <a:lnTo>
                    <a:pt x="3929188" y="2199794"/>
                  </a:lnTo>
                  <a:lnTo>
                    <a:pt x="3929313" y="2199794"/>
                  </a:lnTo>
                  <a:lnTo>
                    <a:pt x="3929438" y="2199794"/>
                  </a:lnTo>
                  <a:lnTo>
                    <a:pt x="3929563" y="2199794"/>
                  </a:lnTo>
                  <a:lnTo>
                    <a:pt x="3929688" y="2199794"/>
                  </a:lnTo>
                  <a:lnTo>
                    <a:pt x="3929813" y="2199794"/>
                  </a:lnTo>
                  <a:lnTo>
                    <a:pt x="3929938" y="2199794"/>
                  </a:lnTo>
                  <a:lnTo>
                    <a:pt x="3930063" y="2199794"/>
                  </a:lnTo>
                  <a:lnTo>
                    <a:pt x="3930188" y="2199794"/>
                  </a:lnTo>
                  <a:lnTo>
                    <a:pt x="3930313" y="2199794"/>
                  </a:lnTo>
                  <a:lnTo>
                    <a:pt x="3930438" y="2199794"/>
                  </a:lnTo>
                  <a:lnTo>
                    <a:pt x="3930563" y="2199794"/>
                  </a:lnTo>
                  <a:lnTo>
                    <a:pt x="3930689" y="2199794"/>
                  </a:lnTo>
                  <a:lnTo>
                    <a:pt x="3930814" y="2199794"/>
                  </a:lnTo>
                  <a:lnTo>
                    <a:pt x="3930939" y="2199794"/>
                  </a:lnTo>
                  <a:lnTo>
                    <a:pt x="3931064" y="2199794"/>
                  </a:lnTo>
                  <a:lnTo>
                    <a:pt x="3931189" y="2199794"/>
                  </a:lnTo>
                  <a:lnTo>
                    <a:pt x="3931314" y="2199794"/>
                  </a:lnTo>
                  <a:lnTo>
                    <a:pt x="3931439" y="2199794"/>
                  </a:lnTo>
                  <a:lnTo>
                    <a:pt x="3931564" y="2199794"/>
                  </a:lnTo>
                  <a:lnTo>
                    <a:pt x="3931564" y="2189840"/>
                  </a:lnTo>
                  <a:lnTo>
                    <a:pt x="3931689" y="2189840"/>
                  </a:lnTo>
                  <a:lnTo>
                    <a:pt x="3931814" y="2189840"/>
                  </a:lnTo>
                  <a:lnTo>
                    <a:pt x="3931939" y="2189840"/>
                  </a:lnTo>
                  <a:lnTo>
                    <a:pt x="3932064" y="2189840"/>
                  </a:lnTo>
                  <a:lnTo>
                    <a:pt x="3932189" y="2189840"/>
                  </a:lnTo>
                  <a:lnTo>
                    <a:pt x="3932314" y="2189840"/>
                  </a:lnTo>
                  <a:lnTo>
                    <a:pt x="3932439" y="2189840"/>
                  </a:lnTo>
                  <a:lnTo>
                    <a:pt x="3932564" y="2189840"/>
                  </a:lnTo>
                  <a:lnTo>
                    <a:pt x="3932689" y="2189840"/>
                  </a:lnTo>
                  <a:lnTo>
                    <a:pt x="3932814" y="2189840"/>
                  </a:lnTo>
                  <a:lnTo>
                    <a:pt x="3932939" y="2189840"/>
                  </a:lnTo>
                  <a:lnTo>
                    <a:pt x="3933064" y="2189840"/>
                  </a:lnTo>
                  <a:lnTo>
                    <a:pt x="3933189" y="2189840"/>
                  </a:lnTo>
                  <a:lnTo>
                    <a:pt x="3933314" y="2189840"/>
                  </a:lnTo>
                  <a:lnTo>
                    <a:pt x="3933439" y="2189840"/>
                  </a:lnTo>
                  <a:lnTo>
                    <a:pt x="3933564" y="2189840"/>
                  </a:lnTo>
                  <a:lnTo>
                    <a:pt x="3933690" y="2189840"/>
                  </a:lnTo>
                  <a:lnTo>
                    <a:pt x="3933815" y="2189840"/>
                  </a:lnTo>
                  <a:lnTo>
                    <a:pt x="3933940" y="2189840"/>
                  </a:lnTo>
                  <a:lnTo>
                    <a:pt x="3934065" y="2189840"/>
                  </a:lnTo>
                  <a:lnTo>
                    <a:pt x="3934190" y="2189840"/>
                  </a:lnTo>
                  <a:lnTo>
                    <a:pt x="3934315" y="2189840"/>
                  </a:lnTo>
                  <a:lnTo>
                    <a:pt x="3934440" y="2189840"/>
                  </a:lnTo>
                  <a:lnTo>
                    <a:pt x="3934565" y="2189840"/>
                  </a:lnTo>
                  <a:lnTo>
                    <a:pt x="3934690" y="2189840"/>
                  </a:lnTo>
                  <a:lnTo>
                    <a:pt x="3934815" y="2189840"/>
                  </a:lnTo>
                  <a:lnTo>
                    <a:pt x="3934940" y="2189840"/>
                  </a:lnTo>
                  <a:lnTo>
                    <a:pt x="3935065" y="2189840"/>
                  </a:lnTo>
                  <a:lnTo>
                    <a:pt x="3935190" y="2189840"/>
                  </a:lnTo>
                  <a:lnTo>
                    <a:pt x="3935315" y="2189840"/>
                  </a:lnTo>
                  <a:lnTo>
                    <a:pt x="3935440" y="2189840"/>
                  </a:lnTo>
                  <a:lnTo>
                    <a:pt x="3935565" y="2189840"/>
                  </a:lnTo>
                  <a:lnTo>
                    <a:pt x="3935690" y="2189840"/>
                  </a:lnTo>
                  <a:lnTo>
                    <a:pt x="3935815" y="2189840"/>
                  </a:lnTo>
                  <a:lnTo>
                    <a:pt x="3935815" y="2179887"/>
                  </a:lnTo>
                  <a:lnTo>
                    <a:pt x="3935940" y="2179887"/>
                  </a:lnTo>
                  <a:lnTo>
                    <a:pt x="3936065" y="2179887"/>
                  </a:lnTo>
                  <a:lnTo>
                    <a:pt x="3936190" y="2179887"/>
                  </a:lnTo>
                  <a:lnTo>
                    <a:pt x="3936315" y="2179887"/>
                  </a:lnTo>
                  <a:lnTo>
                    <a:pt x="3936440" y="2179887"/>
                  </a:lnTo>
                  <a:lnTo>
                    <a:pt x="3936565" y="2179887"/>
                  </a:lnTo>
                  <a:lnTo>
                    <a:pt x="3936691" y="2179887"/>
                  </a:lnTo>
                  <a:lnTo>
                    <a:pt x="3936816" y="2179887"/>
                  </a:lnTo>
                  <a:lnTo>
                    <a:pt x="3936941" y="2179887"/>
                  </a:lnTo>
                  <a:lnTo>
                    <a:pt x="3937066" y="2179887"/>
                  </a:lnTo>
                  <a:lnTo>
                    <a:pt x="3937191" y="2179887"/>
                  </a:lnTo>
                  <a:lnTo>
                    <a:pt x="3937316" y="2179887"/>
                  </a:lnTo>
                  <a:lnTo>
                    <a:pt x="3937441" y="2179887"/>
                  </a:lnTo>
                  <a:lnTo>
                    <a:pt x="3937566" y="2179887"/>
                  </a:lnTo>
                  <a:lnTo>
                    <a:pt x="3937691" y="2179887"/>
                  </a:lnTo>
                  <a:lnTo>
                    <a:pt x="3937816" y="2179887"/>
                  </a:lnTo>
                  <a:lnTo>
                    <a:pt x="3937941" y="2179887"/>
                  </a:lnTo>
                  <a:lnTo>
                    <a:pt x="3938066" y="2179887"/>
                  </a:lnTo>
                  <a:lnTo>
                    <a:pt x="3938191" y="2179887"/>
                  </a:lnTo>
                  <a:lnTo>
                    <a:pt x="3938316" y="2179887"/>
                  </a:lnTo>
                  <a:lnTo>
                    <a:pt x="3938441" y="2179887"/>
                  </a:lnTo>
                  <a:lnTo>
                    <a:pt x="3938566" y="2179887"/>
                  </a:lnTo>
                  <a:lnTo>
                    <a:pt x="3938691" y="2179887"/>
                  </a:lnTo>
                  <a:lnTo>
                    <a:pt x="3938816" y="2179887"/>
                  </a:lnTo>
                  <a:lnTo>
                    <a:pt x="3938941" y="2179887"/>
                  </a:lnTo>
                  <a:lnTo>
                    <a:pt x="3939066" y="2179887"/>
                  </a:lnTo>
                  <a:lnTo>
                    <a:pt x="3939191" y="2179887"/>
                  </a:lnTo>
                  <a:lnTo>
                    <a:pt x="3939316" y="2179887"/>
                  </a:lnTo>
                  <a:lnTo>
                    <a:pt x="3939441" y="2179887"/>
                  </a:lnTo>
                  <a:lnTo>
                    <a:pt x="3939566" y="2179887"/>
                  </a:lnTo>
                  <a:lnTo>
                    <a:pt x="3939692" y="2179887"/>
                  </a:lnTo>
                  <a:lnTo>
                    <a:pt x="3939817" y="2179887"/>
                  </a:lnTo>
                  <a:lnTo>
                    <a:pt x="3939942" y="2179887"/>
                  </a:lnTo>
                  <a:lnTo>
                    <a:pt x="3940067" y="2179887"/>
                  </a:lnTo>
                  <a:lnTo>
                    <a:pt x="3940192" y="2179887"/>
                  </a:lnTo>
                  <a:lnTo>
                    <a:pt x="3940317" y="2179887"/>
                  </a:lnTo>
                  <a:lnTo>
                    <a:pt x="3940442" y="2179887"/>
                  </a:lnTo>
                  <a:lnTo>
                    <a:pt x="3940567" y="2179887"/>
                  </a:lnTo>
                  <a:lnTo>
                    <a:pt x="3940692" y="2179887"/>
                  </a:lnTo>
                  <a:lnTo>
                    <a:pt x="3940817" y="2179887"/>
                  </a:lnTo>
                  <a:lnTo>
                    <a:pt x="3940942" y="2179887"/>
                  </a:lnTo>
                  <a:lnTo>
                    <a:pt x="3941067" y="2179887"/>
                  </a:lnTo>
                  <a:lnTo>
                    <a:pt x="3941192" y="2179887"/>
                  </a:lnTo>
                  <a:lnTo>
                    <a:pt x="3941317" y="2179887"/>
                  </a:lnTo>
                  <a:lnTo>
                    <a:pt x="3941442" y="2179887"/>
                  </a:lnTo>
                  <a:lnTo>
                    <a:pt x="3941567" y="2179887"/>
                  </a:lnTo>
                  <a:lnTo>
                    <a:pt x="3941692" y="2179887"/>
                  </a:lnTo>
                  <a:lnTo>
                    <a:pt x="3941817" y="2179887"/>
                  </a:lnTo>
                  <a:lnTo>
                    <a:pt x="3941942" y="2179887"/>
                  </a:lnTo>
                  <a:lnTo>
                    <a:pt x="3942067" y="2179887"/>
                  </a:lnTo>
                  <a:lnTo>
                    <a:pt x="3942192" y="2179887"/>
                  </a:lnTo>
                  <a:lnTo>
                    <a:pt x="3942317" y="2179887"/>
                  </a:lnTo>
                  <a:lnTo>
                    <a:pt x="3942442" y="2179887"/>
                  </a:lnTo>
                  <a:lnTo>
                    <a:pt x="3942567" y="2179887"/>
                  </a:lnTo>
                  <a:lnTo>
                    <a:pt x="3942693" y="2179887"/>
                  </a:lnTo>
                  <a:lnTo>
                    <a:pt x="3942818" y="2179887"/>
                  </a:lnTo>
                  <a:lnTo>
                    <a:pt x="3942943" y="2179887"/>
                  </a:lnTo>
                  <a:lnTo>
                    <a:pt x="3943068" y="2179887"/>
                  </a:lnTo>
                  <a:lnTo>
                    <a:pt x="3943193" y="2179887"/>
                  </a:lnTo>
                  <a:lnTo>
                    <a:pt x="3943318" y="2179887"/>
                  </a:lnTo>
                  <a:lnTo>
                    <a:pt x="3943443" y="2179887"/>
                  </a:lnTo>
                  <a:lnTo>
                    <a:pt x="3943568" y="2179887"/>
                  </a:lnTo>
                  <a:lnTo>
                    <a:pt x="3943693" y="2179887"/>
                  </a:lnTo>
                  <a:lnTo>
                    <a:pt x="3943818" y="2179887"/>
                  </a:lnTo>
                  <a:lnTo>
                    <a:pt x="3943943" y="2179887"/>
                  </a:lnTo>
                  <a:lnTo>
                    <a:pt x="3944068" y="2179887"/>
                  </a:lnTo>
                  <a:lnTo>
                    <a:pt x="3944193" y="2179887"/>
                  </a:lnTo>
                  <a:lnTo>
                    <a:pt x="3944318" y="2179887"/>
                  </a:lnTo>
                  <a:lnTo>
                    <a:pt x="3944443" y="2179887"/>
                  </a:lnTo>
                  <a:lnTo>
                    <a:pt x="3944568" y="2179887"/>
                  </a:lnTo>
                  <a:lnTo>
                    <a:pt x="3944693" y="2179887"/>
                  </a:lnTo>
                  <a:lnTo>
                    <a:pt x="3944818" y="2179887"/>
                  </a:lnTo>
                  <a:lnTo>
                    <a:pt x="3944943" y="2179887"/>
                  </a:lnTo>
                  <a:lnTo>
                    <a:pt x="3945068" y="2179887"/>
                  </a:lnTo>
                  <a:lnTo>
                    <a:pt x="3945193" y="2179887"/>
                  </a:lnTo>
                  <a:lnTo>
                    <a:pt x="3945318" y="2179887"/>
                  </a:lnTo>
                  <a:lnTo>
                    <a:pt x="3945443" y="2179887"/>
                  </a:lnTo>
                  <a:lnTo>
                    <a:pt x="3945568" y="2179887"/>
                  </a:lnTo>
                  <a:lnTo>
                    <a:pt x="3945694" y="2179887"/>
                  </a:lnTo>
                  <a:lnTo>
                    <a:pt x="3945819" y="2179887"/>
                  </a:lnTo>
                  <a:lnTo>
                    <a:pt x="3945944" y="2179887"/>
                  </a:lnTo>
                  <a:lnTo>
                    <a:pt x="3946069" y="2179887"/>
                  </a:lnTo>
                  <a:lnTo>
                    <a:pt x="3946194" y="2179887"/>
                  </a:lnTo>
                  <a:lnTo>
                    <a:pt x="3946319" y="2179887"/>
                  </a:lnTo>
                  <a:lnTo>
                    <a:pt x="3946444" y="2179887"/>
                  </a:lnTo>
                  <a:lnTo>
                    <a:pt x="3946569" y="2179887"/>
                  </a:lnTo>
                  <a:lnTo>
                    <a:pt x="3946694" y="2179887"/>
                  </a:lnTo>
                  <a:lnTo>
                    <a:pt x="3946819" y="2179887"/>
                  </a:lnTo>
                  <a:lnTo>
                    <a:pt x="3946944" y="2179887"/>
                  </a:lnTo>
                  <a:lnTo>
                    <a:pt x="3947069" y="2179887"/>
                  </a:lnTo>
                  <a:lnTo>
                    <a:pt x="3947194" y="2179887"/>
                  </a:lnTo>
                  <a:lnTo>
                    <a:pt x="3947319" y="2179887"/>
                  </a:lnTo>
                  <a:lnTo>
                    <a:pt x="3947444" y="2179887"/>
                  </a:lnTo>
                  <a:lnTo>
                    <a:pt x="3947569" y="2179887"/>
                  </a:lnTo>
                  <a:lnTo>
                    <a:pt x="3947694" y="2179887"/>
                  </a:lnTo>
                  <a:lnTo>
                    <a:pt x="3947819" y="2179887"/>
                  </a:lnTo>
                  <a:lnTo>
                    <a:pt x="3947944" y="2179887"/>
                  </a:lnTo>
                  <a:lnTo>
                    <a:pt x="3948069" y="2179887"/>
                  </a:lnTo>
                  <a:lnTo>
                    <a:pt x="3948194" y="2179887"/>
                  </a:lnTo>
                  <a:lnTo>
                    <a:pt x="3948319" y="2179887"/>
                  </a:lnTo>
                  <a:lnTo>
                    <a:pt x="3948444" y="2179887"/>
                  </a:lnTo>
                  <a:lnTo>
                    <a:pt x="3948569" y="2179887"/>
                  </a:lnTo>
                  <a:lnTo>
                    <a:pt x="3948695" y="2179887"/>
                  </a:lnTo>
                  <a:lnTo>
                    <a:pt x="3948820" y="2179887"/>
                  </a:lnTo>
                  <a:lnTo>
                    <a:pt x="3948945" y="2179887"/>
                  </a:lnTo>
                  <a:lnTo>
                    <a:pt x="3949070" y="2179887"/>
                  </a:lnTo>
                  <a:lnTo>
                    <a:pt x="3949195" y="2179887"/>
                  </a:lnTo>
                  <a:lnTo>
                    <a:pt x="3949320" y="2179887"/>
                  </a:lnTo>
                  <a:lnTo>
                    <a:pt x="3949445" y="2179887"/>
                  </a:lnTo>
                  <a:lnTo>
                    <a:pt x="3949570" y="2179887"/>
                  </a:lnTo>
                  <a:lnTo>
                    <a:pt x="3949695" y="2179887"/>
                  </a:lnTo>
                  <a:lnTo>
                    <a:pt x="3949820" y="2179887"/>
                  </a:lnTo>
                  <a:lnTo>
                    <a:pt x="3949945" y="2179887"/>
                  </a:lnTo>
                  <a:lnTo>
                    <a:pt x="3950070" y="2179887"/>
                  </a:lnTo>
                  <a:lnTo>
                    <a:pt x="3950195" y="2179887"/>
                  </a:lnTo>
                  <a:lnTo>
                    <a:pt x="3950320" y="2179887"/>
                  </a:lnTo>
                  <a:lnTo>
                    <a:pt x="3950445" y="2179887"/>
                  </a:lnTo>
                  <a:lnTo>
                    <a:pt x="3950570" y="2179887"/>
                  </a:lnTo>
                  <a:lnTo>
                    <a:pt x="3950695" y="2179887"/>
                  </a:lnTo>
                  <a:lnTo>
                    <a:pt x="3950820" y="2179887"/>
                  </a:lnTo>
                  <a:lnTo>
                    <a:pt x="3950945" y="2179887"/>
                  </a:lnTo>
                  <a:lnTo>
                    <a:pt x="3951070" y="2179887"/>
                  </a:lnTo>
                  <a:lnTo>
                    <a:pt x="3951195" y="2179887"/>
                  </a:lnTo>
                  <a:lnTo>
                    <a:pt x="3951320" y="2179887"/>
                  </a:lnTo>
                  <a:lnTo>
                    <a:pt x="3951445" y="2179887"/>
                  </a:lnTo>
                  <a:lnTo>
                    <a:pt x="3951570" y="2179887"/>
                  </a:lnTo>
                  <a:lnTo>
                    <a:pt x="3951696" y="2179887"/>
                  </a:lnTo>
                  <a:lnTo>
                    <a:pt x="3951821" y="2179887"/>
                  </a:lnTo>
                  <a:lnTo>
                    <a:pt x="3951946" y="2179887"/>
                  </a:lnTo>
                  <a:lnTo>
                    <a:pt x="3952071" y="2179887"/>
                  </a:lnTo>
                  <a:lnTo>
                    <a:pt x="3952196" y="2179887"/>
                  </a:lnTo>
                  <a:lnTo>
                    <a:pt x="3952321" y="2179887"/>
                  </a:lnTo>
                  <a:lnTo>
                    <a:pt x="3952446" y="2179887"/>
                  </a:lnTo>
                  <a:lnTo>
                    <a:pt x="3952571" y="2179887"/>
                  </a:lnTo>
                  <a:lnTo>
                    <a:pt x="3952696" y="2179887"/>
                  </a:lnTo>
                  <a:lnTo>
                    <a:pt x="3952821" y="2179887"/>
                  </a:lnTo>
                  <a:lnTo>
                    <a:pt x="3952946" y="2179887"/>
                  </a:lnTo>
                  <a:lnTo>
                    <a:pt x="3953071" y="2179887"/>
                  </a:lnTo>
                  <a:lnTo>
                    <a:pt x="3953196" y="2179887"/>
                  </a:lnTo>
                  <a:lnTo>
                    <a:pt x="3953321" y="2179887"/>
                  </a:lnTo>
                  <a:lnTo>
                    <a:pt x="3953446" y="2179887"/>
                  </a:lnTo>
                  <a:lnTo>
                    <a:pt x="3953571" y="2179887"/>
                  </a:lnTo>
                  <a:lnTo>
                    <a:pt x="3953696" y="2179887"/>
                  </a:lnTo>
                  <a:lnTo>
                    <a:pt x="3953821" y="2179887"/>
                  </a:lnTo>
                  <a:lnTo>
                    <a:pt x="3953946" y="2179887"/>
                  </a:lnTo>
                  <a:lnTo>
                    <a:pt x="3954071" y="2179887"/>
                  </a:lnTo>
                  <a:lnTo>
                    <a:pt x="3954196" y="2179887"/>
                  </a:lnTo>
                  <a:lnTo>
                    <a:pt x="3954321" y="2179887"/>
                  </a:lnTo>
                  <a:lnTo>
                    <a:pt x="3954446" y="2179887"/>
                  </a:lnTo>
                  <a:lnTo>
                    <a:pt x="3954571" y="2179887"/>
                  </a:lnTo>
                  <a:lnTo>
                    <a:pt x="3954697" y="2179887"/>
                  </a:lnTo>
                  <a:lnTo>
                    <a:pt x="3954822" y="2179887"/>
                  </a:lnTo>
                  <a:lnTo>
                    <a:pt x="3954947" y="2179887"/>
                  </a:lnTo>
                  <a:lnTo>
                    <a:pt x="3955072" y="2179887"/>
                  </a:lnTo>
                  <a:lnTo>
                    <a:pt x="3955197" y="2179887"/>
                  </a:lnTo>
                  <a:lnTo>
                    <a:pt x="3955322" y="2179887"/>
                  </a:lnTo>
                  <a:lnTo>
                    <a:pt x="3955447" y="2179887"/>
                  </a:lnTo>
                  <a:lnTo>
                    <a:pt x="3955572" y="2179887"/>
                  </a:lnTo>
                  <a:lnTo>
                    <a:pt x="3955697" y="2179887"/>
                  </a:lnTo>
                  <a:lnTo>
                    <a:pt x="3955822" y="2179887"/>
                  </a:lnTo>
                  <a:lnTo>
                    <a:pt x="3955947" y="2179887"/>
                  </a:lnTo>
                  <a:lnTo>
                    <a:pt x="3956072" y="2179887"/>
                  </a:lnTo>
                  <a:lnTo>
                    <a:pt x="3956197" y="2179887"/>
                  </a:lnTo>
                  <a:lnTo>
                    <a:pt x="3956322" y="2179887"/>
                  </a:lnTo>
                  <a:lnTo>
                    <a:pt x="3956447" y="2179887"/>
                  </a:lnTo>
                  <a:lnTo>
                    <a:pt x="3956572" y="2179887"/>
                  </a:lnTo>
                  <a:lnTo>
                    <a:pt x="3956697" y="2179887"/>
                  </a:lnTo>
                  <a:lnTo>
                    <a:pt x="3956822" y="2179887"/>
                  </a:lnTo>
                  <a:lnTo>
                    <a:pt x="3956947" y="2179887"/>
                  </a:lnTo>
                  <a:lnTo>
                    <a:pt x="3957072" y="2179887"/>
                  </a:lnTo>
                  <a:lnTo>
                    <a:pt x="3957197" y="2179887"/>
                  </a:lnTo>
                  <a:lnTo>
                    <a:pt x="3957322" y="2179887"/>
                  </a:lnTo>
                  <a:lnTo>
                    <a:pt x="3957447" y="2179887"/>
                  </a:lnTo>
                  <a:lnTo>
                    <a:pt x="3957572" y="2179887"/>
                  </a:lnTo>
                  <a:lnTo>
                    <a:pt x="3957698" y="2179887"/>
                  </a:lnTo>
                  <a:lnTo>
                    <a:pt x="3957823" y="2179887"/>
                  </a:lnTo>
                  <a:lnTo>
                    <a:pt x="3957948" y="2179887"/>
                  </a:lnTo>
                  <a:lnTo>
                    <a:pt x="3958073" y="2179887"/>
                  </a:lnTo>
                  <a:lnTo>
                    <a:pt x="3958198" y="2179887"/>
                  </a:lnTo>
                  <a:lnTo>
                    <a:pt x="3958323" y="2179887"/>
                  </a:lnTo>
                  <a:lnTo>
                    <a:pt x="3958448" y="2179887"/>
                  </a:lnTo>
                  <a:lnTo>
                    <a:pt x="3958573" y="2179887"/>
                  </a:lnTo>
                  <a:lnTo>
                    <a:pt x="3958573" y="2169933"/>
                  </a:lnTo>
                  <a:lnTo>
                    <a:pt x="3958698" y="2169933"/>
                  </a:lnTo>
                  <a:lnTo>
                    <a:pt x="3958823" y="2169933"/>
                  </a:lnTo>
                  <a:lnTo>
                    <a:pt x="3958948" y="2169933"/>
                  </a:lnTo>
                  <a:lnTo>
                    <a:pt x="3959073" y="2169933"/>
                  </a:lnTo>
                  <a:lnTo>
                    <a:pt x="3959198" y="2169933"/>
                  </a:lnTo>
                  <a:lnTo>
                    <a:pt x="3959323" y="2169933"/>
                  </a:lnTo>
                  <a:lnTo>
                    <a:pt x="3959448" y="2169933"/>
                  </a:lnTo>
                  <a:lnTo>
                    <a:pt x="3959573" y="2169933"/>
                  </a:lnTo>
                  <a:lnTo>
                    <a:pt x="3959698" y="2169933"/>
                  </a:lnTo>
                  <a:lnTo>
                    <a:pt x="3959823" y="2169933"/>
                  </a:lnTo>
                  <a:lnTo>
                    <a:pt x="3959948" y="2169933"/>
                  </a:lnTo>
                  <a:lnTo>
                    <a:pt x="3960073" y="2169933"/>
                  </a:lnTo>
                  <a:lnTo>
                    <a:pt x="3960198" y="2169933"/>
                  </a:lnTo>
                  <a:lnTo>
                    <a:pt x="3960323" y="2169933"/>
                  </a:lnTo>
                  <a:lnTo>
                    <a:pt x="3960448" y="2169933"/>
                  </a:lnTo>
                  <a:lnTo>
                    <a:pt x="3960574" y="2169933"/>
                  </a:lnTo>
                  <a:lnTo>
                    <a:pt x="3960699" y="2169933"/>
                  </a:lnTo>
                  <a:lnTo>
                    <a:pt x="3960824" y="2169933"/>
                  </a:lnTo>
                  <a:lnTo>
                    <a:pt x="3960949" y="2169933"/>
                  </a:lnTo>
                  <a:lnTo>
                    <a:pt x="3961074" y="2169933"/>
                  </a:lnTo>
                  <a:lnTo>
                    <a:pt x="3961199" y="2169933"/>
                  </a:lnTo>
                  <a:lnTo>
                    <a:pt x="3961324" y="2169933"/>
                  </a:lnTo>
                  <a:lnTo>
                    <a:pt x="3961449" y="2169933"/>
                  </a:lnTo>
                  <a:lnTo>
                    <a:pt x="3961574" y="2169933"/>
                  </a:lnTo>
                  <a:lnTo>
                    <a:pt x="3961699" y="2169933"/>
                  </a:lnTo>
                  <a:lnTo>
                    <a:pt x="3961824" y="2169933"/>
                  </a:lnTo>
                  <a:lnTo>
                    <a:pt x="3961949" y="2169933"/>
                  </a:lnTo>
                  <a:lnTo>
                    <a:pt x="3962074" y="2169933"/>
                  </a:lnTo>
                  <a:lnTo>
                    <a:pt x="3962199" y="2169933"/>
                  </a:lnTo>
                  <a:lnTo>
                    <a:pt x="3962324" y="2169933"/>
                  </a:lnTo>
                  <a:lnTo>
                    <a:pt x="3962449" y="2169933"/>
                  </a:lnTo>
                  <a:lnTo>
                    <a:pt x="3962574" y="2169933"/>
                  </a:lnTo>
                  <a:lnTo>
                    <a:pt x="3962699" y="2169933"/>
                  </a:lnTo>
                  <a:lnTo>
                    <a:pt x="3962824" y="2169933"/>
                  </a:lnTo>
                  <a:lnTo>
                    <a:pt x="3962949" y="2169933"/>
                  </a:lnTo>
                  <a:lnTo>
                    <a:pt x="3963074" y="2169933"/>
                  </a:lnTo>
                  <a:lnTo>
                    <a:pt x="3963199" y="2169933"/>
                  </a:lnTo>
                  <a:lnTo>
                    <a:pt x="3963324" y="2169933"/>
                  </a:lnTo>
                  <a:lnTo>
                    <a:pt x="3963449" y="2169933"/>
                  </a:lnTo>
                  <a:lnTo>
                    <a:pt x="3963575" y="2169933"/>
                  </a:lnTo>
                  <a:lnTo>
                    <a:pt x="3963700" y="2169933"/>
                  </a:lnTo>
                  <a:lnTo>
                    <a:pt x="3963825" y="2169933"/>
                  </a:lnTo>
                  <a:lnTo>
                    <a:pt x="3963950" y="2169933"/>
                  </a:lnTo>
                  <a:lnTo>
                    <a:pt x="3964075" y="2169933"/>
                  </a:lnTo>
                  <a:lnTo>
                    <a:pt x="3964200" y="2169933"/>
                  </a:lnTo>
                  <a:lnTo>
                    <a:pt x="3964325" y="2169933"/>
                  </a:lnTo>
                  <a:lnTo>
                    <a:pt x="3964450" y="2169933"/>
                  </a:lnTo>
                  <a:lnTo>
                    <a:pt x="3964575" y="2169933"/>
                  </a:lnTo>
                  <a:lnTo>
                    <a:pt x="3964700" y="2169933"/>
                  </a:lnTo>
                  <a:lnTo>
                    <a:pt x="3964825" y="2169933"/>
                  </a:lnTo>
                  <a:lnTo>
                    <a:pt x="3964950" y="2169933"/>
                  </a:lnTo>
                  <a:lnTo>
                    <a:pt x="3965075" y="2169933"/>
                  </a:lnTo>
                  <a:lnTo>
                    <a:pt x="3965200" y="2169933"/>
                  </a:lnTo>
                  <a:lnTo>
                    <a:pt x="3965325" y="2169933"/>
                  </a:lnTo>
                  <a:lnTo>
                    <a:pt x="3965450" y="2169933"/>
                  </a:lnTo>
                  <a:lnTo>
                    <a:pt x="3965575" y="2169933"/>
                  </a:lnTo>
                  <a:lnTo>
                    <a:pt x="3965700" y="2169933"/>
                  </a:lnTo>
                  <a:lnTo>
                    <a:pt x="3965825" y="2169933"/>
                  </a:lnTo>
                  <a:lnTo>
                    <a:pt x="3965950" y="2169933"/>
                  </a:lnTo>
                  <a:lnTo>
                    <a:pt x="3966075" y="2169933"/>
                  </a:lnTo>
                  <a:lnTo>
                    <a:pt x="3966200" y="2169933"/>
                  </a:lnTo>
                  <a:lnTo>
                    <a:pt x="3966325" y="2169933"/>
                  </a:lnTo>
                  <a:lnTo>
                    <a:pt x="3966450" y="2169933"/>
                  </a:lnTo>
                  <a:lnTo>
                    <a:pt x="3966576" y="2169933"/>
                  </a:lnTo>
                  <a:lnTo>
                    <a:pt x="3966701" y="2169933"/>
                  </a:lnTo>
                  <a:lnTo>
                    <a:pt x="3966826" y="2169933"/>
                  </a:lnTo>
                  <a:lnTo>
                    <a:pt x="3966951" y="2169933"/>
                  </a:lnTo>
                  <a:lnTo>
                    <a:pt x="3967076" y="2169933"/>
                  </a:lnTo>
                  <a:lnTo>
                    <a:pt x="3967201" y="2169933"/>
                  </a:lnTo>
                  <a:lnTo>
                    <a:pt x="3967326" y="2169933"/>
                  </a:lnTo>
                  <a:lnTo>
                    <a:pt x="3967451" y="2169933"/>
                  </a:lnTo>
                  <a:lnTo>
                    <a:pt x="3967576" y="2169933"/>
                  </a:lnTo>
                  <a:lnTo>
                    <a:pt x="3967701" y="2169933"/>
                  </a:lnTo>
                  <a:lnTo>
                    <a:pt x="3967826" y="2169933"/>
                  </a:lnTo>
                  <a:lnTo>
                    <a:pt x="3967951" y="2169933"/>
                  </a:lnTo>
                  <a:lnTo>
                    <a:pt x="3968076" y="2169933"/>
                  </a:lnTo>
                  <a:lnTo>
                    <a:pt x="3968201" y="2169933"/>
                  </a:lnTo>
                  <a:lnTo>
                    <a:pt x="3968326" y="2169933"/>
                  </a:lnTo>
                  <a:lnTo>
                    <a:pt x="3968451" y="2169933"/>
                  </a:lnTo>
                  <a:lnTo>
                    <a:pt x="3968576" y="2169933"/>
                  </a:lnTo>
                  <a:lnTo>
                    <a:pt x="3968701" y="2169933"/>
                  </a:lnTo>
                  <a:lnTo>
                    <a:pt x="3968826" y="2169933"/>
                  </a:lnTo>
                  <a:lnTo>
                    <a:pt x="3968951" y="2169933"/>
                  </a:lnTo>
                  <a:lnTo>
                    <a:pt x="3969076" y="2169933"/>
                  </a:lnTo>
                  <a:lnTo>
                    <a:pt x="3969201" y="2169933"/>
                  </a:lnTo>
                  <a:lnTo>
                    <a:pt x="3969326" y="2169933"/>
                  </a:lnTo>
                  <a:lnTo>
                    <a:pt x="3969451" y="2169933"/>
                  </a:lnTo>
                  <a:lnTo>
                    <a:pt x="3969577" y="2169933"/>
                  </a:lnTo>
                  <a:lnTo>
                    <a:pt x="3969702" y="2169933"/>
                  </a:lnTo>
                  <a:lnTo>
                    <a:pt x="3969827" y="2169933"/>
                  </a:lnTo>
                  <a:lnTo>
                    <a:pt x="3969952" y="2169933"/>
                  </a:lnTo>
                  <a:lnTo>
                    <a:pt x="3970077" y="2169933"/>
                  </a:lnTo>
                  <a:lnTo>
                    <a:pt x="3970202" y="2169933"/>
                  </a:lnTo>
                  <a:lnTo>
                    <a:pt x="3970327" y="2169933"/>
                  </a:lnTo>
                  <a:lnTo>
                    <a:pt x="3970452" y="2169933"/>
                  </a:lnTo>
                  <a:lnTo>
                    <a:pt x="3970577" y="2169933"/>
                  </a:lnTo>
                  <a:lnTo>
                    <a:pt x="3970702" y="2169933"/>
                  </a:lnTo>
                  <a:lnTo>
                    <a:pt x="3970827" y="2169933"/>
                  </a:lnTo>
                  <a:lnTo>
                    <a:pt x="3970952" y="2169933"/>
                  </a:lnTo>
                  <a:lnTo>
                    <a:pt x="3971077" y="2169933"/>
                  </a:lnTo>
                  <a:lnTo>
                    <a:pt x="3971202" y="2169933"/>
                  </a:lnTo>
                  <a:lnTo>
                    <a:pt x="3971327" y="2169933"/>
                  </a:lnTo>
                  <a:lnTo>
                    <a:pt x="3971452" y="2169933"/>
                  </a:lnTo>
                  <a:lnTo>
                    <a:pt x="3971577" y="2169933"/>
                  </a:lnTo>
                  <a:lnTo>
                    <a:pt x="3971702" y="2169933"/>
                  </a:lnTo>
                  <a:lnTo>
                    <a:pt x="3971827" y="2169933"/>
                  </a:lnTo>
                  <a:lnTo>
                    <a:pt x="3971952" y="2169933"/>
                  </a:lnTo>
                  <a:lnTo>
                    <a:pt x="3972077" y="2169933"/>
                  </a:lnTo>
                  <a:lnTo>
                    <a:pt x="3972202" y="2169933"/>
                  </a:lnTo>
                  <a:lnTo>
                    <a:pt x="3972327" y="2169933"/>
                  </a:lnTo>
                  <a:lnTo>
                    <a:pt x="3972452" y="2169933"/>
                  </a:lnTo>
                  <a:lnTo>
                    <a:pt x="3972578" y="2169933"/>
                  </a:lnTo>
                  <a:lnTo>
                    <a:pt x="3972703" y="2169933"/>
                  </a:lnTo>
                  <a:lnTo>
                    <a:pt x="3972828" y="2169933"/>
                  </a:lnTo>
                  <a:lnTo>
                    <a:pt x="3972953" y="2169933"/>
                  </a:lnTo>
                  <a:lnTo>
                    <a:pt x="3973078" y="2169933"/>
                  </a:lnTo>
                  <a:lnTo>
                    <a:pt x="3973203" y="2169933"/>
                  </a:lnTo>
                  <a:lnTo>
                    <a:pt x="3973328" y="2169933"/>
                  </a:lnTo>
                  <a:lnTo>
                    <a:pt x="3973453" y="2169933"/>
                  </a:lnTo>
                  <a:lnTo>
                    <a:pt x="3973578" y="2169933"/>
                  </a:lnTo>
                  <a:lnTo>
                    <a:pt x="3973703" y="2169933"/>
                  </a:lnTo>
                  <a:lnTo>
                    <a:pt x="3973828" y="2169933"/>
                  </a:lnTo>
                  <a:lnTo>
                    <a:pt x="3973953" y="2169933"/>
                  </a:lnTo>
                  <a:lnTo>
                    <a:pt x="3974078" y="2169933"/>
                  </a:lnTo>
                  <a:lnTo>
                    <a:pt x="3974203" y="2169933"/>
                  </a:lnTo>
                  <a:lnTo>
                    <a:pt x="3974328" y="2169933"/>
                  </a:lnTo>
                  <a:lnTo>
                    <a:pt x="3974453" y="2169933"/>
                  </a:lnTo>
                  <a:lnTo>
                    <a:pt x="3974578" y="2169933"/>
                  </a:lnTo>
                  <a:lnTo>
                    <a:pt x="3974703" y="2169933"/>
                  </a:lnTo>
                  <a:lnTo>
                    <a:pt x="3974828" y="2169933"/>
                  </a:lnTo>
                  <a:lnTo>
                    <a:pt x="3974953" y="2169933"/>
                  </a:lnTo>
                  <a:lnTo>
                    <a:pt x="3975078" y="2169933"/>
                  </a:lnTo>
                  <a:lnTo>
                    <a:pt x="3975203" y="2169933"/>
                  </a:lnTo>
                  <a:lnTo>
                    <a:pt x="3975328" y="2169933"/>
                  </a:lnTo>
                  <a:lnTo>
                    <a:pt x="3975453" y="2169933"/>
                  </a:lnTo>
                  <a:lnTo>
                    <a:pt x="3975579" y="2169933"/>
                  </a:lnTo>
                  <a:lnTo>
                    <a:pt x="3975704" y="2169933"/>
                  </a:lnTo>
                  <a:lnTo>
                    <a:pt x="3975829" y="2169933"/>
                  </a:lnTo>
                  <a:lnTo>
                    <a:pt x="3975954" y="2169933"/>
                  </a:lnTo>
                  <a:lnTo>
                    <a:pt x="3976079" y="2169933"/>
                  </a:lnTo>
                  <a:lnTo>
                    <a:pt x="3976204" y="2169933"/>
                  </a:lnTo>
                  <a:lnTo>
                    <a:pt x="3976329" y="2169933"/>
                  </a:lnTo>
                  <a:lnTo>
                    <a:pt x="3976454" y="2169933"/>
                  </a:lnTo>
                  <a:lnTo>
                    <a:pt x="3976579" y="2169933"/>
                  </a:lnTo>
                  <a:lnTo>
                    <a:pt x="3976704" y="2169933"/>
                  </a:lnTo>
                  <a:lnTo>
                    <a:pt x="3976829" y="2169933"/>
                  </a:lnTo>
                  <a:lnTo>
                    <a:pt x="3976954" y="2169933"/>
                  </a:lnTo>
                  <a:lnTo>
                    <a:pt x="3977079" y="2169933"/>
                  </a:lnTo>
                  <a:lnTo>
                    <a:pt x="3977204" y="2169933"/>
                  </a:lnTo>
                  <a:lnTo>
                    <a:pt x="3977329" y="2169933"/>
                  </a:lnTo>
                  <a:lnTo>
                    <a:pt x="3977454" y="2169933"/>
                  </a:lnTo>
                  <a:lnTo>
                    <a:pt x="3977579" y="2169933"/>
                  </a:lnTo>
                  <a:lnTo>
                    <a:pt x="3977704" y="2169933"/>
                  </a:lnTo>
                  <a:lnTo>
                    <a:pt x="3977829" y="2169933"/>
                  </a:lnTo>
                  <a:lnTo>
                    <a:pt x="3977954" y="2169933"/>
                  </a:lnTo>
                  <a:lnTo>
                    <a:pt x="3978079" y="2169933"/>
                  </a:lnTo>
                  <a:lnTo>
                    <a:pt x="3978204" y="2169933"/>
                  </a:lnTo>
                  <a:lnTo>
                    <a:pt x="3978329" y="2169933"/>
                  </a:lnTo>
                  <a:lnTo>
                    <a:pt x="3978454" y="2169933"/>
                  </a:lnTo>
                  <a:lnTo>
                    <a:pt x="3978580" y="2169933"/>
                  </a:lnTo>
                  <a:lnTo>
                    <a:pt x="3978705" y="2169933"/>
                  </a:lnTo>
                  <a:lnTo>
                    <a:pt x="3978830" y="2169933"/>
                  </a:lnTo>
                  <a:lnTo>
                    <a:pt x="3978955" y="2169933"/>
                  </a:lnTo>
                  <a:lnTo>
                    <a:pt x="3979080" y="2169933"/>
                  </a:lnTo>
                  <a:lnTo>
                    <a:pt x="3979205" y="2169933"/>
                  </a:lnTo>
                  <a:lnTo>
                    <a:pt x="3979330" y="2169933"/>
                  </a:lnTo>
                  <a:lnTo>
                    <a:pt x="3979455" y="2169933"/>
                  </a:lnTo>
                  <a:lnTo>
                    <a:pt x="3979580" y="2169933"/>
                  </a:lnTo>
                  <a:lnTo>
                    <a:pt x="3979705" y="2169933"/>
                  </a:lnTo>
                  <a:lnTo>
                    <a:pt x="3979830" y="2169933"/>
                  </a:lnTo>
                  <a:lnTo>
                    <a:pt x="3979955" y="2169933"/>
                  </a:lnTo>
                  <a:lnTo>
                    <a:pt x="3980080" y="2169933"/>
                  </a:lnTo>
                  <a:lnTo>
                    <a:pt x="3980205" y="2169933"/>
                  </a:lnTo>
                  <a:lnTo>
                    <a:pt x="3980330" y="2169933"/>
                  </a:lnTo>
                  <a:lnTo>
                    <a:pt x="3980455" y="2169933"/>
                  </a:lnTo>
                  <a:lnTo>
                    <a:pt x="3980580" y="2169933"/>
                  </a:lnTo>
                  <a:lnTo>
                    <a:pt x="3980705" y="2169933"/>
                  </a:lnTo>
                  <a:lnTo>
                    <a:pt x="3980830" y="2169933"/>
                  </a:lnTo>
                  <a:lnTo>
                    <a:pt x="3980955" y="2169933"/>
                  </a:lnTo>
                  <a:lnTo>
                    <a:pt x="3981080" y="2169933"/>
                  </a:lnTo>
                  <a:lnTo>
                    <a:pt x="3981205" y="2169933"/>
                  </a:lnTo>
                  <a:lnTo>
                    <a:pt x="3981330" y="2169933"/>
                  </a:lnTo>
                  <a:lnTo>
                    <a:pt x="3981455" y="2169933"/>
                  </a:lnTo>
                  <a:lnTo>
                    <a:pt x="3981581" y="2169933"/>
                  </a:lnTo>
                  <a:lnTo>
                    <a:pt x="3981706" y="2169933"/>
                  </a:lnTo>
                  <a:lnTo>
                    <a:pt x="3981831" y="2169933"/>
                  </a:lnTo>
                  <a:lnTo>
                    <a:pt x="3981956" y="2169933"/>
                  </a:lnTo>
                  <a:lnTo>
                    <a:pt x="3982081" y="2169933"/>
                  </a:lnTo>
                  <a:lnTo>
                    <a:pt x="3982206" y="2169933"/>
                  </a:lnTo>
                  <a:lnTo>
                    <a:pt x="3982331" y="2169933"/>
                  </a:lnTo>
                  <a:lnTo>
                    <a:pt x="3982456" y="2169933"/>
                  </a:lnTo>
                  <a:lnTo>
                    <a:pt x="3982581" y="2169933"/>
                  </a:lnTo>
                  <a:lnTo>
                    <a:pt x="3982706" y="2169933"/>
                  </a:lnTo>
                  <a:lnTo>
                    <a:pt x="3982831" y="2169933"/>
                  </a:lnTo>
                  <a:lnTo>
                    <a:pt x="3982956" y="2169933"/>
                  </a:lnTo>
                  <a:lnTo>
                    <a:pt x="3983081" y="2169933"/>
                  </a:lnTo>
                  <a:lnTo>
                    <a:pt x="3983206" y="2169933"/>
                  </a:lnTo>
                  <a:lnTo>
                    <a:pt x="3983331" y="2169933"/>
                  </a:lnTo>
                  <a:lnTo>
                    <a:pt x="3983456" y="2169933"/>
                  </a:lnTo>
                  <a:lnTo>
                    <a:pt x="3983581" y="2169933"/>
                  </a:lnTo>
                  <a:lnTo>
                    <a:pt x="3983706" y="2169933"/>
                  </a:lnTo>
                  <a:lnTo>
                    <a:pt x="3983831" y="2169933"/>
                  </a:lnTo>
                  <a:lnTo>
                    <a:pt x="3983956" y="2169933"/>
                  </a:lnTo>
                  <a:lnTo>
                    <a:pt x="3984081" y="2169933"/>
                  </a:lnTo>
                  <a:lnTo>
                    <a:pt x="3984206" y="2169933"/>
                  </a:lnTo>
                  <a:lnTo>
                    <a:pt x="3984331" y="2169933"/>
                  </a:lnTo>
                  <a:lnTo>
                    <a:pt x="3984456" y="2169933"/>
                  </a:lnTo>
                  <a:lnTo>
                    <a:pt x="3984582" y="2169933"/>
                  </a:lnTo>
                  <a:lnTo>
                    <a:pt x="3984707" y="2169933"/>
                  </a:lnTo>
                  <a:lnTo>
                    <a:pt x="3984832" y="2169933"/>
                  </a:lnTo>
                  <a:lnTo>
                    <a:pt x="3984957" y="2169933"/>
                  </a:lnTo>
                  <a:lnTo>
                    <a:pt x="3985082" y="2169933"/>
                  </a:lnTo>
                  <a:lnTo>
                    <a:pt x="3985207" y="2169933"/>
                  </a:lnTo>
                  <a:lnTo>
                    <a:pt x="3985332" y="2169933"/>
                  </a:lnTo>
                  <a:lnTo>
                    <a:pt x="3985457" y="2169933"/>
                  </a:lnTo>
                  <a:lnTo>
                    <a:pt x="3985582" y="2169933"/>
                  </a:lnTo>
                  <a:lnTo>
                    <a:pt x="3985707" y="2169933"/>
                  </a:lnTo>
                  <a:lnTo>
                    <a:pt x="3985832" y="2169933"/>
                  </a:lnTo>
                  <a:lnTo>
                    <a:pt x="3985957" y="2169933"/>
                  </a:lnTo>
                  <a:lnTo>
                    <a:pt x="3986082" y="2169933"/>
                  </a:lnTo>
                  <a:lnTo>
                    <a:pt x="3986207" y="2169933"/>
                  </a:lnTo>
                  <a:lnTo>
                    <a:pt x="3986332" y="2169933"/>
                  </a:lnTo>
                  <a:lnTo>
                    <a:pt x="3986457" y="2169933"/>
                  </a:lnTo>
                  <a:lnTo>
                    <a:pt x="3986582" y="2169933"/>
                  </a:lnTo>
                  <a:lnTo>
                    <a:pt x="3986707" y="2169933"/>
                  </a:lnTo>
                  <a:lnTo>
                    <a:pt x="3986832" y="2169933"/>
                  </a:lnTo>
                  <a:lnTo>
                    <a:pt x="3986957" y="2169933"/>
                  </a:lnTo>
                  <a:lnTo>
                    <a:pt x="3987082" y="2169933"/>
                  </a:lnTo>
                  <a:lnTo>
                    <a:pt x="3987207" y="2169933"/>
                  </a:lnTo>
                  <a:lnTo>
                    <a:pt x="3987332" y="2169933"/>
                  </a:lnTo>
                  <a:lnTo>
                    <a:pt x="3987457" y="2169933"/>
                  </a:lnTo>
                  <a:lnTo>
                    <a:pt x="3987583" y="2169933"/>
                  </a:lnTo>
                  <a:lnTo>
                    <a:pt x="3987708" y="2169933"/>
                  </a:lnTo>
                  <a:lnTo>
                    <a:pt x="3987833" y="2169933"/>
                  </a:lnTo>
                  <a:lnTo>
                    <a:pt x="3987958" y="2169933"/>
                  </a:lnTo>
                  <a:lnTo>
                    <a:pt x="3988083" y="2169933"/>
                  </a:lnTo>
                  <a:lnTo>
                    <a:pt x="3988208" y="2169933"/>
                  </a:lnTo>
                  <a:lnTo>
                    <a:pt x="3988333" y="2169933"/>
                  </a:lnTo>
                  <a:lnTo>
                    <a:pt x="3988458" y="2169933"/>
                  </a:lnTo>
                  <a:lnTo>
                    <a:pt x="3988583" y="2169933"/>
                  </a:lnTo>
                  <a:lnTo>
                    <a:pt x="3988708" y="2169933"/>
                  </a:lnTo>
                  <a:lnTo>
                    <a:pt x="3988833" y="2169933"/>
                  </a:lnTo>
                  <a:lnTo>
                    <a:pt x="3988958" y="2169933"/>
                  </a:lnTo>
                  <a:lnTo>
                    <a:pt x="3989083" y="2169933"/>
                  </a:lnTo>
                  <a:lnTo>
                    <a:pt x="3989208" y="2169933"/>
                  </a:lnTo>
                  <a:lnTo>
                    <a:pt x="3989333" y="2169933"/>
                  </a:lnTo>
                  <a:lnTo>
                    <a:pt x="3989458" y="2169933"/>
                  </a:lnTo>
                  <a:lnTo>
                    <a:pt x="3989583" y="2169933"/>
                  </a:lnTo>
                  <a:lnTo>
                    <a:pt x="3989708" y="2169933"/>
                  </a:lnTo>
                  <a:lnTo>
                    <a:pt x="3989833" y="2169933"/>
                  </a:lnTo>
                  <a:lnTo>
                    <a:pt x="3989958" y="2169933"/>
                  </a:lnTo>
                  <a:lnTo>
                    <a:pt x="3990083" y="2169933"/>
                  </a:lnTo>
                  <a:lnTo>
                    <a:pt x="3990208" y="2169933"/>
                  </a:lnTo>
                  <a:lnTo>
                    <a:pt x="3990333" y="2169933"/>
                  </a:lnTo>
                  <a:lnTo>
                    <a:pt x="3990458" y="2169933"/>
                  </a:lnTo>
                  <a:lnTo>
                    <a:pt x="3990584" y="2169933"/>
                  </a:lnTo>
                  <a:lnTo>
                    <a:pt x="3990709" y="2169933"/>
                  </a:lnTo>
                  <a:lnTo>
                    <a:pt x="3990834" y="2169933"/>
                  </a:lnTo>
                  <a:lnTo>
                    <a:pt x="3990959" y="2169933"/>
                  </a:lnTo>
                  <a:lnTo>
                    <a:pt x="3991084" y="2169933"/>
                  </a:lnTo>
                  <a:lnTo>
                    <a:pt x="3991209" y="2169933"/>
                  </a:lnTo>
                  <a:lnTo>
                    <a:pt x="3991334" y="2169933"/>
                  </a:lnTo>
                  <a:lnTo>
                    <a:pt x="3991459" y="2169933"/>
                  </a:lnTo>
                  <a:lnTo>
                    <a:pt x="3991584" y="2169933"/>
                  </a:lnTo>
                  <a:lnTo>
                    <a:pt x="3991709" y="2169933"/>
                  </a:lnTo>
                  <a:lnTo>
                    <a:pt x="3991834" y="2169933"/>
                  </a:lnTo>
                  <a:lnTo>
                    <a:pt x="3991959" y="2169933"/>
                  </a:lnTo>
                  <a:lnTo>
                    <a:pt x="3992084" y="2169933"/>
                  </a:lnTo>
                  <a:lnTo>
                    <a:pt x="3992209" y="2169933"/>
                  </a:lnTo>
                  <a:lnTo>
                    <a:pt x="3992334" y="2169933"/>
                  </a:lnTo>
                  <a:lnTo>
                    <a:pt x="3992459" y="2169933"/>
                  </a:lnTo>
                  <a:lnTo>
                    <a:pt x="3992584" y="2169933"/>
                  </a:lnTo>
                  <a:lnTo>
                    <a:pt x="3992709" y="2169933"/>
                  </a:lnTo>
                  <a:lnTo>
                    <a:pt x="3992834" y="2169933"/>
                  </a:lnTo>
                  <a:lnTo>
                    <a:pt x="3992959" y="2169933"/>
                  </a:lnTo>
                  <a:lnTo>
                    <a:pt x="3993084" y="2169933"/>
                  </a:lnTo>
                  <a:lnTo>
                    <a:pt x="3993209" y="2169933"/>
                  </a:lnTo>
                  <a:lnTo>
                    <a:pt x="3993334" y="2169933"/>
                  </a:lnTo>
                  <a:lnTo>
                    <a:pt x="3993459" y="2169933"/>
                  </a:lnTo>
                  <a:lnTo>
                    <a:pt x="3993585" y="2169933"/>
                  </a:lnTo>
                  <a:lnTo>
                    <a:pt x="3993710" y="2169933"/>
                  </a:lnTo>
                  <a:lnTo>
                    <a:pt x="3993835" y="2169933"/>
                  </a:lnTo>
                  <a:lnTo>
                    <a:pt x="3993960" y="2169933"/>
                  </a:lnTo>
                  <a:lnTo>
                    <a:pt x="3994085" y="2169933"/>
                  </a:lnTo>
                  <a:lnTo>
                    <a:pt x="3994210" y="2169933"/>
                  </a:lnTo>
                  <a:lnTo>
                    <a:pt x="3994335" y="2169933"/>
                  </a:lnTo>
                  <a:lnTo>
                    <a:pt x="3994460" y="2169933"/>
                  </a:lnTo>
                  <a:lnTo>
                    <a:pt x="3994585" y="2169933"/>
                  </a:lnTo>
                  <a:lnTo>
                    <a:pt x="3994710" y="2169933"/>
                  </a:lnTo>
                  <a:lnTo>
                    <a:pt x="3994835" y="2169933"/>
                  </a:lnTo>
                  <a:lnTo>
                    <a:pt x="3994960" y="2169933"/>
                  </a:lnTo>
                  <a:lnTo>
                    <a:pt x="3995085" y="2169933"/>
                  </a:lnTo>
                  <a:lnTo>
                    <a:pt x="3995210" y="2169933"/>
                  </a:lnTo>
                  <a:lnTo>
                    <a:pt x="3995335" y="2169933"/>
                  </a:lnTo>
                  <a:lnTo>
                    <a:pt x="3995460" y="2169933"/>
                  </a:lnTo>
                  <a:lnTo>
                    <a:pt x="3995585" y="2169933"/>
                  </a:lnTo>
                  <a:lnTo>
                    <a:pt x="3995710" y="2169933"/>
                  </a:lnTo>
                  <a:lnTo>
                    <a:pt x="3995835" y="2169933"/>
                  </a:lnTo>
                  <a:lnTo>
                    <a:pt x="3995960" y="2169933"/>
                  </a:lnTo>
                  <a:lnTo>
                    <a:pt x="3996085" y="2169933"/>
                  </a:lnTo>
                  <a:lnTo>
                    <a:pt x="3996210" y="2169933"/>
                  </a:lnTo>
                  <a:lnTo>
                    <a:pt x="3996335" y="2169933"/>
                  </a:lnTo>
                  <a:lnTo>
                    <a:pt x="3996460" y="2169933"/>
                  </a:lnTo>
                  <a:lnTo>
                    <a:pt x="3996586" y="2169933"/>
                  </a:lnTo>
                  <a:lnTo>
                    <a:pt x="3996711" y="2169933"/>
                  </a:lnTo>
                  <a:lnTo>
                    <a:pt x="3996836" y="2169933"/>
                  </a:lnTo>
                  <a:lnTo>
                    <a:pt x="3996961" y="2169933"/>
                  </a:lnTo>
                  <a:lnTo>
                    <a:pt x="3997086" y="2169933"/>
                  </a:lnTo>
                  <a:lnTo>
                    <a:pt x="3997211" y="2169933"/>
                  </a:lnTo>
                  <a:lnTo>
                    <a:pt x="3997336" y="2169933"/>
                  </a:lnTo>
                  <a:lnTo>
                    <a:pt x="3997461" y="2169933"/>
                  </a:lnTo>
                  <a:lnTo>
                    <a:pt x="3997586" y="2169933"/>
                  </a:lnTo>
                  <a:lnTo>
                    <a:pt x="3997711" y="2169933"/>
                  </a:lnTo>
                  <a:lnTo>
                    <a:pt x="3997836" y="2169933"/>
                  </a:lnTo>
                  <a:lnTo>
                    <a:pt x="3997961" y="2169933"/>
                  </a:lnTo>
                  <a:lnTo>
                    <a:pt x="3998086" y="2169933"/>
                  </a:lnTo>
                  <a:lnTo>
                    <a:pt x="3998211" y="2169933"/>
                  </a:lnTo>
                  <a:lnTo>
                    <a:pt x="3998336" y="2169933"/>
                  </a:lnTo>
                  <a:lnTo>
                    <a:pt x="3998461" y="2169933"/>
                  </a:lnTo>
                  <a:lnTo>
                    <a:pt x="3998586" y="2169933"/>
                  </a:lnTo>
                  <a:lnTo>
                    <a:pt x="3998711" y="2169933"/>
                  </a:lnTo>
                  <a:lnTo>
                    <a:pt x="3998836" y="2169933"/>
                  </a:lnTo>
                  <a:lnTo>
                    <a:pt x="3998961" y="2169933"/>
                  </a:lnTo>
                  <a:lnTo>
                    <a:pt x="3999086" y="2169933"/>
                  </a:lnTo>
                  <a:lnTo>
                    <a:pt x="3999211" y="2169933"/>
                  </a:lnTo>
                  <a:lnTo>
                    <a:pt x="3999336" y="2169933"/>
                  </a:lnTo>
                  <a:lnTo>
                    <a:pt x="3999462" y="2169933"/>
                  </a:lnTo>
                  <a:lnTo>
                    <a:pt x="3999587" y="2169933"/>
                  </a:lnTo>
                  <a:lnTo>
                    <a:pt x="3999712" y="2169933"/>
                  </a:lnTo>
                  <a:lnTo>
                    <a:pt x="3999837" y="2169933"/>
                  </a:lnTo>
                  <a:lnTo>
                    <a:pt x="3999962" y="2169933"/>
                  </a:lnTo>
                  <a:lnTo>
                    <a:pt x="4000087" y="2169933"/>
                  </a:lnTo>
                  <a:lnTo>
                    <a:pt x="4000212" y="2169933"/>
                  </a:lnTo>
                  <a:lnTo>
                    <a:pt x="4000337" y="2169933"/>
                  </a:lnTo>
                  <a:lnTo>
                    <a:pt x="4000462" y="2169933"/>
                  </a:lnTo>
                  <a:lnTo>
                    <a:pt x="4000587" y="2169933"/>
                  </a:lnTo>
                  <a:lnTo>
                    <a:pt x="4000712" y="2169933"/>
                  </a:lnTo>
                  <a:lnTo>
                    <a:pt x="4000837" y="2169933"/>
                  </a:lnTo>
                  <a:lnTo>
                    <a:pt x="4000962" y="2169933"/>
                  </a:lnTo>
                  <a:lnTo>
                    <a:pt x="4001087" y="2169933"/>
                  </a:lnTo>
                  <a:lnTo>
                    <a:pt x="4001212" y="2169933"/>
                  </a:lnTo>
                  <a:lnTo>
                    <a:pt x="4001337" y="2169933"/>
                  </a:lnTo>
                  <a:lnTo>
                    <a:pt x="4001462" y="2169933"/>
                  </a:lnTo>
                  <a:lnTo>
                    <a:pt x="4001587" y="2169933"/>
                  </a:lnTo>
                  <a:lnTo>
                    <a:pt x="4001712" y="2169933"/>
                  </a:lnTo>
                  <a:lnTo>
                    <a:pt x="4001837" y="2169933"/>
                  </a:lnTo>
                  <a:lnTo>
                    <a:pt x="4001962" y="2169933"/>
                  </a:lnTo>
                  <a:lnTo>
                    <a:pt x="4002087" y="2169933"/>
                  </a:lnTo>
                  <a:lnTo>
                    <a:pt x="4002212" y="2169933"/>
                  </a:lnTo>
                  <a:lnTo>
                    <a:pt x="4002337" y="2169933"/>
                  </a:lnTo>
                  <a:lnTo>
                    <a:pt x="4002463" y="2169933"/>
                  </a:lnTo>
                  <a:lnTo>
                    <a:pt x="4002588" y="2169933"/>
                  </a:lnTo>
                  <a:lnTo>
                    <a:pt x="4002713" y="2169933"/>
                  </a:lnTo>
                  <a:lnTo>
                    <a:pt x="4002838" y="2169933"/>
                  </a:lnTo>
                  <a:lnTo>
                    <a:pt x="4002963" y="2169933"/>
                  </a:lnTo>
                  <a:lnTo>
                    <a:pt x="4003088" y="2169933"/>
                  </a:lnTo>
                  <a:lnTo>
                    <a:pt x="4003213" y="2169933"/>
                  </a:lnTo>
                  <a:lnTo>
                    <a:pt x="4003338" y="2169933"/>
                  </a:lnTo>
                  <a:lnTo>
                    <a:pt x="4003463" y="2169933"/>
                  </a:lnTo>
                  <a:lnTo>
                    <a:pt x="4003588" y="2169933"/>
                  </a:lnTo>
                  <a:lnTo>
                    <a:pt x="4003713" y="2169933"/>
                  </a:lnTo>
                  <a:lnTo>
                    <a:pt x="4003838" y="2169933"/>
                  </a:lnTo>
                  <a:lnTo>
                    <a:pt x="4003963" y="2169933"/>
                  </a:lnTo>
                  <a:lnTo>
                    <a:pt x="4004088" y="2169933"/>
                  </a:lnTo>
                  <a:lnTo>
                    <a:pt x="4004213" y="2169933"/>
                  </a:lnTo>
                  <a:lnTo>
                    <a:pt x="4004338" y="2169933"/>
                  </a:lnTo>
                  <a:lnTo>
                    <a:pt x="4004463" y="2169933"/>
                  </a:lnTo>
                  <a:lnTo>
                    <a:pt x="4004588" y="2169933"/>
                  </a:lnTo>
                  <a:lnTo>
                    <a:pt x="4004713" y="2169933"/>
                  </a:lnTo>
                  <a:lnTo>
                    <a:pt x="4004838" y="2169933"/>
                  </a:lnTo>
                  <a:lnTo>
                    <a:pt x="4004963" y="2169933"/>
                  </a:lnTo>
                  <a:lnTo>
                    <a:pt x="4005088" y="2169933"/>
                  </a:lnTo>
                  <a:lnTo>
                    <a:pt x="4005213" y="2169933"/>
                  </a:lnTo>
                  <a:lnTo>
                    <a:pt x="4005338" y="2169933"/>
                  </a:lnTo>
                  <a:lnTo>
                    <a:pt x="4005464" y="2169933"/>
                  </a:lnTo>
                  <a:lnTo>
                    <a:pt x="4005589" y="2169933"/>
                  </a:lnTo>
                  <a:lnTo>
                    <a:pt x="4005714" y="2169933"/>
                  </a:lnTo>
                  <a:lnTo>
                    <a:pt x="4005839" y="2169933"/>
                  </a:lnTo>
                  <a:lnTo>
                    <a:pt x="4005964" y="2169933"/>
                  </a:lnTo>
                  <a:lnTo>
                    <a:pt x="4006089" y="2169933"/>
                  </a:lnTo>
                  <a:lnTo>
                    <a:pt x="4006214" y="2169933"/>
                  </a:lnTo>
                  <a:lnTo>
                    <a:pt x="4006339" y="2169933"/>
                  </a:lnTo>
                  <a:lnTo>
                    <a:pt x="4006464" y="2169933"/>
                  </a:lnTo>
                  <a:lnTo>
                    <a:pt x="4006589" y="2169933"/>
                  </a:lnTo>
                  <a:lnTo>
                    <a:pt x="4006714" y="2169933"/>
                  </a:lnTo>
                  <a:lnTo>
                    <a:pt x="4006839" y="2169933"/>
                  </a:lnTo>
                  <a:lnTo>
                    <a:pt x="4006964" y="2169933"/>
                  </a:lnTo>
                  <a:lnTo>
                    <a:pt x="4007089" y="2169933"/>
                  </a:lnTo>
                  <a:lnTo>
                    <a:pt x="4007214" y="2169933"/>
                  </a:lnTo>
                  <a:lnTo>
                    <a:pt x="4007339" y="2169933"/>
                  </a:lnTo>
                  <a:lnTo>
                    <a:pt x="4007464" y="2169933"/>
                  </a:lnTo>
                  <a:lnTo>
                    <a:pt x="4007589" y="2169933"/>
                  </a:lnTo>
                  <a:lnTo>
                    <a:pt x="4007714" y="2169933"/>
                  </a:lnTo>
                  <a:lnTo>
                    <a:pt x="4007839" y="2169933"/>
                  </a:lnTo>
                  <a:lnTo>
                    <a:pt x="4007964" y="2169933"/>
                  </a:lnTo>
                  <a:lnTo>
                    <a:pt x="4008089" y="2169933"/>
                  </a:lnTo>
                  <a:lnTo>
                    <a:pt x="4008214" y="2169933"/>
                  </a:lnTo>
                  <a:lnTo>
                    <a:pt x="4008339" y="2169933"/>
                  </a:lnTo>
                  <a:lnTo>
                    <a:pt x="4008465" y="2169933"/>
                  </a:lnTo>
                  <a:lnTo>
                    <a:pt x="4008590" y="2169933"/>
                  </a:lnTo>
                  <a:lnTo>
                    <a:pt x="4008715" y="2169933"/>
                  </a:lnTo>
                  <a:lnTo>
                    <a:pt x="4008840" y="2169933"/>
                  </a:lnTo>
                  <a:lnTo>
                    <a:pt x="4008965" y="2169933"/>
                  </a:lnTo>
                  <a:lnTo>
                    <a:pt x="4009090" y="2169933"/>
                  </a:lnTo>
                  <a:lnTo>
                    <a:pt x="4009215" y="2169933"/>
                  </a:lnTo>
                  <a:lnTo>
                    <a:pt x="4009340" y="2169933"/>
                  </a:lnTo>
                  <a:lnTo>
                    <a:pt x="4009465" y="2169933"/>
                  </a:lnTo>
                  <a:lnTo>
                    <a:pt x="4009590" y="2169933"/>
                  </a:lnTo>
                  <a:lnTo>
                    <a:pt x="4009715" y="2169933"/>
                  </a:lnTo>
                  <a:lnTo>
                    <a:pt x="4009840" y="2169933"/>
                  </a:lnTo>
                  <a:lnTo>
                    <a:pt x="4009965" y="2169933"/>
                  </a:lnTo>
                  <a:lnTo>
                    <a:pt x="4010090" y="2169933"/>
                  </a:lnTo>
                  <a:lnTo>
                    <a:pt x="4010215" y="2169933"/>
                  </a:lnTo>
                  <a:lnTo>
                    <a:pt x="4010340" y="2169933"/>
                  </a:lnTo>
                  <a:lnTo>
                    <a:pt x="4010465" y="2169933"/>
                  </a:lnTo>
                  <a:lnTo>
                    <a:pt x="4010590" y="2169933"/>
                  </a:lnTo>
                  <a:lnTo>
                    <a:pt x="4010715" y="2169933"/>
                  </a:lnTo>
                  <a:lnTo>
                    <a:pt x="4010840" y="2169933"/>
                  </a:lnTo>
                  <a:lnTo>
                    <a:pt x="4010965" y="2169933"/>
                  </a:lnTo>
                  <a:lnTo>
                    <a:pt x="4011090" y="2169933"/>
                  </a:lnTo>
                  <a:lnTo>
                    <a:pt x="4011215" y="2169933"/>
                  </a:lnTo>
                  <a:lnTo>
                    <a:pt x="4011340" y="2169933"/>
                  </a:lnTo>
                  <a:lnTo>
                    <a:pt x="4011466" y="2169933"/>
                  </a:lnTo>
                  <a:lnTo>
                    <a:pt x="4011591" y="2169933"/>
                  </a:lnTo>
                  <a:lnTo>
                    <a:pt x="4011716" y="2169933"/>
                  </a:lnTo>
                  <a:lnTo>
                    <a:pt x="4011841" y="2169933"/>
                  </a:lnTo>
                  <a:lnTo>
                    <a:pt x="4011966" y="2169933"/>
                  </a:lnTo>
                  <a:lnTo>
                    <a:pt x="4012091" y="2169933"/>
                  </a:lnTo>
                  <a:lnTo>
                    <a:pt x="4012216" y="2169933"/>
                  </a:lnTo>
                  <a:lnTo>
                    <a:pt x="4012341" y="2169933"/>
                  </a:lnTo>
                  <a:lnTo>
                    <a:pt x="4012466" y="2169933"/>
                  </a:lnTo>
                  <a:lnTo>
                    <a:pt x="4012591" y="2169933"/>
                  </a:lnTo>
                  <a:lnTo>
                    <a:pt x="4012716" y="2169933"/>
                  </a:lnTo>
                  <a:lnTo>
                    <a:pt x="4012841" y="2169933"/>
                  </a:lnTo>
                  <a:lnTo>
                    <a:pt x="4012966" y="2169933"/>
                  </a:lnTo>
                  <a:lnTo>
                    <a:pt x="4013091" y="2169933"/>
                  </a:lnTo>
                  <a:lnTo>
                    <a:pt x="4013216" y="2169933"/>
                  </a:lnTo>
                  <a:lnTo>
                    <a:pt x="4013341" y="2169933"/>
                  </a:lnTo>
                  <a:lnTo>
                    <a:pt x="4013466" y="2169933"/>
                  </a:lnTo>
                  <a:lnTo>
                    <a:pt x="4013591" y="2169933"/>
                  </a:lnTo>
                  <a:lnTo>
                    <a:pt x="4013716" y="2169933"/>
                  </a:lnTo>
                  <a:lnTo>
                    <a:pt x="4013841" y="2169933"/>
                  </a:lnTo>
                  <a:lnTo>
                    <a:pt x="4013966" y="2169933"/>
                  </a:lnTo>
                  <a:lnTo>
                    <a:pt x="4014091" y="2169933"/>
                  </a:lnTo>
                  <a:lnTo>
                    <a:pt x="4014216" y="2169933"/>
                  </a:lnTo>
                  <a:lnTo>
                    <a:pt x="4014341" y="2169933"/>
                  </a:lnTo>
                  <a:lnTo>
                    <a:pt x="4014467" y="2169933"/>
                  </a:lnTo>
                  <a:lnTo>
                    <a:pt x="4014592" y="2169933"/>
                  </a:lnTo>
                  <a:lnTo>
                    <a:pt x="4014717" y="2169933"/>
                  </a:lnTo>
                  <a:lnTo>
                    <a:pt x="4014842" y="2169933"/>
                  </a:lnTo>
                  <a:lnTo>
                    <a:pt x="4014967" y="2169933"/>
                  </a:lnTo>
                  <a:lnTo>
                    <a:pt x="4015092" y="2169933"/>
                  </a:lnTo>
                  <a:lnTo>
                    <a:pt x="4015217" y="2169933"/>
                  </a:lnTo>
                  <a:lnTo>
                    <a:pt x="4015342" y="2169933"/>
                  </a:lnTo>
                  <a:lnTo>
                    <a:pt x="4015467" y="2169933"/>
                  </a:lnTo>
                  <a:lnTo>
                    <a:pt x="4015592" y="2169933"/>
                  </a:lnTo>
                  <a:lnTo>
                    <a:pt x="4015717" y="2169933"/>
                  </a:lnTo>
                  <a:lnTo>
                    <a:pt x="4015842" y="2169933"/>
                  </a:lnTo>
                  <a:lnTo>
                    <a:pt x="4015967" y="2169933"/>
                  </a:lnTo>
                  <a:lnTo>
                    <a:pt x="4016092" y="2169933"/>
                  </a:lnTo>
                  <a:lnTo>
                    <a:pt x="4016217" y="2169933"/>
                  </a:lnTo>
                  <a:lnTo>
                    <a:pt x="4016342" y="2169933"/>
                  </a:lnTo>
                  <a:lnTo>
                    <a:pt x="4016467" y="2169933"/>
                  </a:lnTo>
                  <a:lnTo>
                    <a:pt x="4016592" y="2169933"/>
                  </a:lnTo>
                  <a:lnTo>
                    <a:pt x="4016717" y="2169933"/>
                  </a:lnTo>
                  <a:lnTo>
                    <a:pt x="4016842" y="2169933"/>
                  </a:lnTo>
                  <a:lnTo>
                    <a:pt x="4016967" y="2169933"/>
                  </a:lnTo>
                  <a:lnTo>
                    <a:pt x="4017092" y="2169933"/>
                  </a:lnTo>
                  <a:lnTo>
                    <a:pt x="4017217" y="2169933"/>
                  </a:lnTo>
                  <a:lnTo>
                    <a:pt x="4017342" y="2169933"/>
                  </a:lnTo>
                  <a:lnTo>
                    <a:pt x="4017468" y="2169933"/>
                  </a:lnTo>
                  <a:lnTo>
                    <a:pt x="4017593" y="2169933"/>
                  </a:lnTo>
                  <a:lnTo>
                    <a:pt x="4017718" y="2169933"/>
                  </a:lnTo>
                  <a:lnTo>
                    <a:pt x="4017843" y="2169933"/>
                  </a:lnTo>
                  <a:lnTo>
                    <a:pt x="4017968" y="2169933"/>
                  </a:lnTo>
                  <a:lnTo>
                    <a:pt x="4018093" y="2169933"/>
                  </a:lnTo>
                  <a:lnTo>
                    <a:pt x="4018218" y="2169933"/>
                  </a:lnTo>
                  <a:lnTo>
                    <a:pt x="4018343" y="2169933"/>
                  </a:lnTo>
                  <a:lnTo>
                    <a:pt x="4018468" y="2169933"/>
                  </a:lnTo>
                  <a:lnTo>
                    <a:pt x="4018593" y="2169933"/>
                  </a:lnTo>
                  <a:lnTo>
                    <a:pt x="4018718" y="2169933"/>
                  </a:lnTo>
                  <a:lnTo>
                    <a:pt x="4018843" y="2169933"/>
                  </a:lnTo>
                  <a:lnTo>
                    <a:pt x="4018968" y="2169933"/>
                  </a:lnTo>
                  <a:lnTo>
                    <a:pt x="4019093" y="2169933"/>
                  </a:lnTo>
                  <a:lnTo>
                    <a:pt x="4019093" y="2159979"/>
                  </a:lnTo>
                  <a:lnTo>
                    <a:pt x="4019218" y="2159979"/>
                  </a:lnTo>
                  <a:lnTo>
                    <a:pt x="4019343" y="2159979"/>
                  </a:lnTo>
                  <a:lnTo>
                    <a:pt x="4019468" y="2159979"/>
                  </a:lnTo>
                  <a:lnTo>
                    <a:pt x="4019593" y="2159979"/>
                  </a:lnTo>
                  <a:lnTo>
                    <a:pt x="4019718" y="2159979"/>
                  </a:lnTo>
                  <a:lnTo>
                    <a:pt x="4019843" y="2159979"/>
                  </a:lnTo>
                  <a:lnTo>
                    <a:pt x="4019968" y="2159979"/>
                  </a:lnTo>
                  <a:lnTo>
                    <a:pt x="4020093" y="2159979"/>
                  </a:lnTo>
                  <a:lnTo>
                    <a:pt x="4020218" y="2159979"/>
                  </a:lnTo>
                  <a:lnTo>
                    <a:pt x="4020343" y="2159979"/>
                  </a:lnTo>
                  <a:lnTo>
                    <a:pt x="4020469" y="2159979"/>
                  </a:lnTo>
                  <a:lnTo>
                    <a:pt x="4020594" y="2159979"/>
                  </a:lnTo>
                  <a:lnTo>
                    <a:pt x="4020719" y="2159979"/>
                  </a:lnTo>
                  <a:lnTo>
                    <a:pt x="4020844" y="2159979"/>
                  </a:lnTo>
                  <a:lnTo>
                    <a:pt x="4020969" y="2159979"/>
                  </a:lnTo>
                  <a:lnTo>
                    <a:pt x="4021094" y="2159979"/>
                  </a:lnTo>
                  <a:lnTo>
                    <a:pt x="4021219" y="2159979"/>
                  </a:lnTo>
                  <a:lnTo>
                    <a:pt x="4021344" y="2159979"/>
                  </a:lnTo>
                  <a:lnTo>
                    <a:pt x="4021469" y="2159979"/>
                  </a:lnTo>
                  <a:lnTo>
                    <a:pt x="4021594" y="2159979"/>
                  </a:lnTo>
                  <a:lnTo>
                    <a:pt x="4021719" y="2159979"/>
                  </a:lnTo>
                  <a:lnTo>
                    <a:pt x="4021844" y="2159979"/>
                  </a:lnTo>
                  <a:lnTo>
                    <a:pt x="4021969" y="2159979"/>
                  </a:lnTo>
                  <a:lnTo>
                    <a:pt x="4022094" y="2159979"/>
                  </a:lnTo>
                  <a:lnTo>
                    <a:pt x="4022219" y="2159979"/>
                  </a:lnTo>
                  <a:lnTo>
                    <a:pt x="4022344" y="2159979"/>
                  </a:lnTo>
                  <a:lnTo>
                    <a:pt x="4022469" y="2159979"/>
                  </a:lnTo>
                  <a:lnTo>
                    <a:pt x="4022594" y="2159979"/>
                  </a:lnTo>
                  <a:lnTo>
                    <a:pt x="4022719" y="2159979"/>
                  </a:lnTo>
                  <a:lnTo>
                    <a:pt x="4022844" y="2159979"/>
                  </a:lnTo>
                  <a:lnTo>
                    <a:pt x="4022969" y="2159979"/>
                  </a:lnTo>
                  <a:lnTo>
                    <a:pt x="4023094" y="2159979"/>
                  </a:lnTo>
                  <a:lnTo>
                    <a:pt x="4023219" y="2159979"/>
                  </a:lnTo>
                  <a:lnTo>
                    <a:pt x="4023344" y="2159979"/>
                  </a:lnTo>
                  <a:lnTo>
                    <a:pt x="4023470" y="2159979"/>
                  </a:lnTo>
                  <a:lnTo>
                    <a:pt x="4023595" y="2159979"/>
                  </a:lnTo>
                  <a:lnTo>
                    <a:pt x="4023720" y="2159979"/>
                  </a:lnTo>
                  <a:lnTo>
                    <a:pt x="4023845" y="2159979"/>
                  </a:lnTo>
                  <a:lnTo>
                    <a:pt x="4023970" y="2159979"/>
                  </a:lnTo>
                  <a:lnTo>
                    <a:pt x="4024095" y="2159979"/>
                  </a:lnTo>
                  <a:lnTo>
                    <a:pt x="4024220" y="2159979"/>
                  </a:lnTo>
                  <a:lnTo>
                    <a:pt x="4024345" y="2159979"/>
                  </a:lnTo>
                  <a:lnTo>
                    <a:pt x="4024470" y="2159979"/>
                  </a:lnTo>
                  <a:lnTo>
                    <a:pt x="4024595" y="2159979"/>
                  </a:lnTo>
                  <a:lnTo>
                    <a:pt x="4024720" y="2159979"/>
                  </a:lnTo>
                  <a:lnTo>
                    <a:pt x="4024845" y="2159979"/>
                  </a:lnTo>
                  <a:lnTo>
                    <a:pt x="4024970" y="2159979"/>
                  </a:lnTo>
                  <a:lnTo>
                    <a:pt x="4025095" y="2159979"/>
                  </a:lnTo>
                  <a:lnTo>
                    <a:pt x="4025220" y="2159979"/>
                  </a:lnTo>
                  <a:lnTo>
                    <a:pt x="4025345" y="2159979"/>
                  </a:lnTo>
                  <a:lnTo>
                    <a:pt x="4025345" y="2150025"/>
                  </a:lnTo>
                  <a:lnTo>
                    <a:pt x="4025470" y="2150025"/>
                  </a:lnTo>
                  <a:lnTo>
                    <a:pt x="4025595" y="2150025"/>
                  </a:lnTo>
                  <a:lnTo>
                    <a:pt x="4025720" y="2150025"/>
                  </a:lnTo>
                  <a:lnTo>
                    <a:pt x="4025845" y="2150025"/>
                  </a:lnTo>
                  <a:lnTo>
                    <a:pt x="4025970" y="2150025"/>
                  </a:lnTo>
                  <a:lnTo>
                    <a:pt x="4026095" y="2150025"/>
                  </a:lnTo>
                  <a:lnTo>
                    <a:pt x="4026220" y="2150025"/>
                  </a:lnTo>
                  <a:lnTo>
                    <a:pt x="4026345" y="2150025"/>
                  </a:lnTo>
                  <a:lnTo>
                    <a:pt x="4026471" y="2150025"/>
                  </a:lnTo>
                  <a:lnTo>
                    <a:pt x="4026596" y="2150025"/>
                  </a:lnTo>
                  <a:lnTo>
                    <a:pt x="4026721" y="2150025"/>
                  </a:lnTo>
                  <a:lnTo>
                    <a:pt x="4026846" y="2150025"/>
                  </a:lnTo>
                  <a:lnTo>
                    <a:pt x="4026971" y="2150025"/>
                  </a:lnTo>
                  <a:lnTo>
                    <a:pt x="4027096" y="2150025"/>
                  </a:lnTo>
                  <a:lnTo>
                    <a:pt x="4027221" y="2150025"/>
                  </a:lnTo>
                  <a:lnTo>
                    <a:pt x="4027346" y="2150025"/>
                  </a:lnTo>
                  <a:lnTo>
                    <a:pt x="4027471" y="2150025"/>
                  </a:lnTo>
                  <a:lnTo>
                    <a:pt x="4027596" y="2150025"/>
                  </a:lnTo>
                  <a:lnTo>
                    <a:pt x="4027721" y="2150025"/>
                  </a:lnTo>
                  <a:lnTo>
                    <a:pt x="4027846" y="2150025"/>
                  </a:lnTo>
                  <a:lnTo>
                    <a:pt x="4027971" y="2150025"/>
                  </a:lnTo>
                  <a:lnTo>
                    <a:pt x="4028096" y="2150025"/>
                  </a:lnTo>
                  <a:lnTo>
                    <a:pt x="4028221" y="2150025"/>
                  </a:lnTo>
                  <a:lnTo>
                    <a:pt x="4028346" y="2150025"/>
                  </a:lnTo>
                  <a:lnTo>
                    <a:pt x="4028471" y="2150025"/>
                  </a:lnTo>
                  <a:lnTo>
                    <a:pt x="4028596" y="2150025"/>
                  </a:lnTo>
                  <a:lnTo>
                    <a:pt x="4028721" y="2150025"/>
                  </a:lnTo>
                  <a:lnTo>
                    <a:pt x="4028846" y="2150025"/>
                  </a:lnTo>
                  <a:lnTo>
                    <a:pt x="4028971" y="2150025"/>
                  </a:lnTo>
                  <a:lnTo>
                    <a:pt x="4029096" y="2150025"/>
                  </a:lnTo>
                  <a:lnTo>
                    <a:pt x="4029221" y="2150025"/>
                  </a:lnTo>
                  <a:lnTo>
                    <a:pt x="4029346" y="2150025"/>
                  </a:lnTo>
                  <a:lnTo>
                    <a:pt x="4029472" y="2150025"/>
                  </a:lnTo>
                  <a:lnTo>
                    <a:pt x="4029597" y="2150025"/>
                  </a:lnTo>
                  <a:lnTo>
                    <a:pt x="4029722" y="2150025"/>
                  </a:lnTo>
                  <a:lnTo>
                    <a:pt x="4029847" y="2150025"/>
                  </a:lnTo>
                  <a:lnTo>
                    <a:pt x="4029972" y="2150025"/>
                  </a:lnTo>
                  <a:lnTo>
                    <a:pt x="4030097" y="2150025"/>
                  </a:lnTo>
                  <a:lnTo>
                    <a:pt x="4030222" y="2150025"/>
                  </a:lnTo>
                  <a:lnTo>
                    <a:pt x="4030347" y="2150025"/>
                  </a:lnTo>
                  <a:lnTo>
                    <a:pt x="4030472" y="2150025"/>
                  </a:lnTo>
                  <a:lnTo>
                    <a:pt x="4030597" y="2150025"/>
                  </a:lnTo>
                  <a:lnTo>
                    <a:pt x="4030722" y="2150025"/>
                  </a:lnTo>
                  <a:lnTo>
                    <a:pt x="4030847" y="2150025"/>
                  </a:lnTo>
                  <a:lnTo>
                    <a:pt x="4030972" y="2150025"/>
                  </a:lnTo>
                  <a:lnTo>
                    <a:pt x="4031097" y="2150025"/>
                  </a:lnTo>
                  <a:lnTo>
                    <a:pt x="4031222" y="2150025"/>
                  </a:lnTo>
                  <a:lnTo>
                    <a:pt x="4031347" y="2150025"/>
                  </a:lnTo>
                  <a:lnTo>
                    <a:pt x="4031472" y="2150025"/>
                  </a:lnTo>
                  <a:lnTo>
                    <a:pt x="4031597" y="2150025"/>
                  </a:lnTo>
                  <a:lnTo>
                    <a:pt x="4031722" y="2150025"/>
                  </a:lnTo>
                  <a:lnTo>
                    <a:pt x="4031847" y="2150025"/>
                  </a:lnTo>
                  <a:lnTo>
                    <a:pt x="4031972" y="2150025"/>
                  </a:lnTo>
                  <a:lnTo>
                    <a:pt x="4032097" y="2150025"/>
                  </a:lnTo>
                  <a:lnTo>
                    <a:pt x="4032222" y="2150025"/>
                  </a:lnTo>
                  <a:lnTo>
                    <a:pt x="4032347" y="2150025"/>
                  </a:lnTo>
                  <a:lnTo>
                    <a:pt x="4032473" y="2150025"/>
                  </a:lnTo>
                  <a:lnTo>
                    <a:pt x="4032598" y="2150025"/>
                  </a:lnTo>
                  <a:lnTo>
                    <a:pt x="4032723" y="2150025"/>
                  </a:lnTo>
                  <a:lnTo>
                    <a:pt x="4032848" y="2150025"/>
                  </a:lnTo>
                  <a:lnTo>
                    <a:pt x="4032973" y="2150025"/>
                  </a:lnTo>
                  <a:lnTo>
                    <a:pt x="4033098" y="2150025"/>
                  </a:lnTo>
                  <a:lnTo>
                    <a:pt x="4033223" y="2150025"/>
                  </a:lnTo>
                  <a:lnTo>
                    <a:pt x="4033348" y="2150025"/>
                  </a:lnTo>
                  <a:lnTo>
                    <a:pt x="4033473" y="2150025"/>
                  </a:lnTo>
                  <a:lnTo>
                    <a:pt x="4033598" y="2150025"/>
                  </a:lnTo>
                  <a:lnTo>
                    <a:pt x="4033723" y="2150025"/>
                  </a:lnTo>
                  <a:lnTo>
                    <a:pt x="4033848" y="2150025"/>
                  </a:lnTo>
                  <a:lnTo>
                    <a:pt x="4033973" y="2150025"/>
                  </a:lnTo>
                  <a:lnTo>
                    <a:pt x="4034098" y="2150025"/>
                  </a:lnTo>
                  <a:lnTo>
                    <a:pt x="4034223" y="2150025"/>
                  </a:lnTo>
                  <a:lnTo>
                    <a:pt x="4034348" y="2150025"/>
                  </a:lnTo>
                  <a:lnTo>
                    <a:pt x="4034473" y="2150025"/>
                  </a:lnTo>
                  <a:lnTo>
                    <a:pt x="4034598" y="2150025"/>
                  </a:lnTo>
                  <a:lnTo>
                    <a:pt x="4034723" y="2150025"/>
                  </a:lnTo>
                  <a:lnTo>
                    <a:pt x="4034723" y="2140071"/>
                  </a:lnTo>
                  <a:lnTo>
                    <a:pt x="4034848" y="2140071"/>
                  </a:lnTo>
                  <a:lnTo>
                    <a:pt x="4034973" y="2140071"/>
                  </a:lnTo>
                  <a:lnTo>
                    <a:pt x="4035098" y="2140071"/>
                  </a:lnTo>
                  <a:lnTo>
                    <a:pt x="4035223" y="2140071"/>
                  </a:lnTo>
                  <a:lnTo>
                    <a:pt x="4035348" y="2140071"/>
                  </a:lnTo>
                  <a:lnTo>
                    <a:pt x="4035474" y="2140071"/>
                  </a:lnTo>
                  <a:lnTo>
                    <a:pt x="4035599" y="2140071"/>
                  </a:lnTo>
                  <a:lnTo>
                    <a:pt x="4035724" y="2140071"/>
                  </a:lnTo>
                  <a:lnTo>
                    <a:pt x="4035849" y="2140071"/>
                  </a:lnTo>
                  <a:lnTo>
                    <a:pt x="4035974" y="2140071"/>
                  </a:lnTo>
                  <a:lnTo>
                    <a:pt x="4036099" y="2140071"/>
                  </a:lnTo>
                  <a:lnTo>
                    <a:pt x="4036099" y="2130118"/>
                  </a:lnTo>
                  <a:lnTo>
                    <a:pt x="4036224" y="2130118"/>
                  </a:lnTo>
                  <a:lnTo>
                    <a:pt x="4036349" y="2130118"/>
                  </a:lnTo>
                  <a:lnTo>
                    <a:pt x="4036474" y="2130118"/>
                  </a:lnTo>
                  <a:lnTo>
                    <a:pt x="4036599" y="2130118"/>
                  </a:lnTo>
                  <a:lnTo>
                    <a:pt x="4036724" y="2130118"/>
                  </a:lnTo>
                  <a:lnTo>
                    <a:pt x="4036849" y="2130118"/>
                  </a:lnTo>
                  <a:lnTo>
                    <a:pt x="4036974" y="2130118"/>
                  </a:lnTo>
                  <a:lnTo>
                    <a:pt x="4037099" y="2130118"/>
                  </a:lnTo>
                  <a:lnTo>
                    <a:pt x="4037224" y="2130118"/>
                  </a:lnTo>
                  <a:lnTo>
                    <a:pt x="4037349" y="2130118"/>
                  </a:lnTo>
                  <a:lnTo>
                    <a:pt x="4037474" y="2130118"/>
                  </a:lnTo>
                  <a:lnTo>
                    <a:pt x="4037599" y="2130118"/>
                  </a:lnTo>
                  <a:lnTo>
                    <a:pt x="4037724" y="2130118"/>
                  </a:lnTo>
                  <a:lnTo>
                    <a:pt x="4037849" y="2130118"/>
                  </a:lnTo>
                  <a:lnTo>
                    <a:pt x="4037974" y="2130118"/>
                  </a:lnTo>
                  <a:lnTo>
                    <a:pt x="4038099" y="2130118"/>
                  </a:lnTo>
                  <a:lnTo>
                    <a:pt x="4038224" y="2130118"/>
                  </a:lnTo>
                  <a:lnTo>
                    <a:pt x="4038350" y="2130118"/>
                  </a:lnTo>
                  <a:lnTo>
                    <a:pt x="4038475" y="2130118"/>
                  </a:lnTo>
                  <a:lnTo>
                    <a:pt x="4038600" y="2130118"/>
                  </a:lnTo>
                  <a:lnTo>
                    <a:pt x="4038725" y="2130118"/>
                  </a:lnTo>
                  <a:lnTo>
                    <a:pt x="4038850" y="2130118"/>
                  </a:lnTo>
                  <a:lnTo>
                    <a:pt x="4038975" y="2130118"/>
                  </a:lnTo>
                  <a:lnTo>
                    <a:pt x="4039100" y="2130118"/>
                  </a:lnTo>
                  <a:lnTo>
                    <a:pt x="4039225" y="2130118"/>
                  </a:lnTo>
                  <a:lnTo>
                    <a:pt x="4039350" y="2130118"/>
                  </a:lnTo>
                  <a:lnTo>
                    <a:pt x="4039475" y="2130118"/>
                  </a:lnTo>
                  <a:lnTo>
                    <a:pt x="4039475" y="2120164"/>
                  </a:lnTo>
                  <a:lnTo>
                    <a:pt x="4039600" y="2120164"/>
                  </a:lnTo>
                  <a:lnTo>
                    <a:pt x="4039725" y="2120164"/>
                  </a:lnTo>
                  <a:lnTo>
                    <a:pt x="4039850" y="2120164"/>
                  </a:lnTo>
                  <a:lnTo>
                    <a:pt x="4039975" y="2120164"/>
                  </a:lnTo>
                  <a:lnTo>
                    <a:pt x="4040100" y="2120164"/>
                  </a:lnTo>
                  <a:lnTo>
                    <a:pt x="4040225" y="2120164"/>
                  </a:lnTo>
                  <a:lnTo>
                    <a:pt x="4040350" y="2120164"/>
                  </a:lnTo>
                  <a:lnTo>
                    <a:pt x="4040475" y="2120164"/>
                  </a:lnTo>
                  <a:lnTo>
                    <a:pt x="4040600" y="2120164"/>
                  </a:lnTo>
                  <a:lnTo>
                    <a:pt x="4040725" y="2120164"/>
                  </a:lnTo>
                  <a:lnTo>
                    <a:pt x="4040850" y="2120164"/>
                  </a:lnTo>
                  <a:lnTo>
                    <a:pt x="4040975" y="2120164"/>
                  </a:lnTo>
                  <a:lnTo>
                    <a:pt x="4041100" y="2120164"/>
                  </a:lnTo>
                  <a:lnTo>
                    <a:pt x="4041225" y="2120164"/>
                  </a:lnTo>
                  <a:lnTo>
                    <a:pt x="4041351" y="2120164"/>
                  </a:lnTo>
                  <a:lnTo>
                    <a:pt x="4041476" y="2120164"/>
                  </a:lnTo>
                  <a:lnTo>
                    <a:pt x="4041601" y="2120164"/>
                  </a:lnTo>
                  <a:lnTo>
                    <a:pt x="4041726" y="2120164"/>
                  </a:lnTo>
                  <a:lnTo>
                    <a:pt x="4041851" y="2120164"/>
                  </a:lnTo>
                  <a:lnTo>
                    <a:pt x="4041976" y="2120164"/>
                  </a:lnTo>
                  <a:lnTo>
                    <a:pt x="4042101" y="2120164"/>
                  </a:lnTo>
                  <a:lnTo>
                    <a:pt x="4042226" y="2120164"/>
                  </a:lnTo>
                  <a:lnTo>
                    <a:pt x="4042351" y="2120164"/>
                  </a:lnTo>
                  <a:lnTo>
                    <a:pt x="4042476" y="2120164"/>
                  </a:lnTo>
                  <a:lnTo>
                    <a:pt x="4042601" y="2120164"/>
                  </a:lnTo>
                  <a:lnTo>
                    <a:pt x="4042726" y="2120164"/>
                  </a:lnTo>
                  <a:lnTo>
                    <a:pt x="4042851" y="2120164"/>
                  </a:lnTo>
                  <a:lnTo>
                    <a:pt x="4042976" y="2120164"/>
                  </a:lnTo>
                  <a:lnTo>
                    <a:pt x="4043101" y="2120164"/>
                  </a:lnTo>
                  <a:lnTo>
                    <a:pt x="4043226" y="2120164"/>
                  </a:lnTo>
                  <a:lnTo>
                    <a:pt x="4043351" y="2120164"/>
                  </a:lnTo>
                  <a:lnTo>
                    <a:pt x="4043476" y="2120164"/>
                  </a:lnTo>
                  <a:lnTo>
                    <a:pt x="4043601" y="2120164"/>
                  </a:lnTo>
                  <a:lnTo>
                    <a:pt x="4043726" y="2120164"/>
                  </a:lnTo>
                  <a:lnTo>
                    <a:pt x="4043851" y="2120164"/>
                  </a:lnTo>
                  <a:lnTo>
                    <a:pt x="4043976" y="2120164"/>
                  </a:lnTo>
                  <a:lnTo>
                    <a:pt x="4044101" y="2120164"/>
                  </a:lnTo>
                  <a:lnTo>
                    <a:pt x="4044226" y="2120164"/>
                  </a:lnTo>
                  <a:lnTo>
                    <a:pt x="4044352" y="2120164"/>
                  </a:lnTo>
                  <a:lnTo>
                    <a:pt x="4044477" y="2120164"/>
                  </a:lnTo>
                  <a:lnTo>
                    <a:pt x="4044602" y="2120164"/>
                  </a:lnTo>
                  <a:lnTo>
                    <a:pt x="4044727" y="2120164"/>
                  </a:lnTo>
                  <a:lnTo>
                    <a:pt x="4044852" y="2120164"/>
                  </a:lnTo>
                  <a:lnTo>
                    <a:pt x="4044977" y="2120164"/>
                  </a:lnTo>
                  <a:lnTo>
                    <a:pt x="4045102" y="2120164"/>
                  </a:lnTo>
                  <a:lnTo>
                    <a:pt x="4045227" y="2120164"/>
                  </a:lnTo>
                  <a:lnTo>
                    <a:pt x="4045352" y="2120164"/>
                  </a:lnTo>
                  <a:lnTo>
                    <a:pt x="4045477" y="2120164"/>
                  </a:lnTo>
                  <a:lnTo>
                    <a:pt x="4045602" y="2120164"/>
                  </a:lnTo>
                  <a:lnTo>
                    <a:pt x="4045727" y="2120164"/>
                  </a:lnTo>
                  <a:lnTo>
                    <a:pt x="4045852" y="2120164"/>
                  </a:lnTo>
                  <a:lnTo>
                    <a:pt x="4045977" y="2120164"/>
                  </a:lnTo>
                  <a:lnTo>
                    <a:pt x="4046102" y="2120164"/>
                  </a:lnTo>
                  <a:lnTo>
                    <a:pt x="4046227" y="2120164"/>
                  </a:lnTo>
                  <a:lnTo>
                    <a:pt x="4046352" y="2120164"/>
                  </a:lnTo>
                  <a:lnTo>
                    <a:pt x="4046477" y="2120164"/>
                  </a:lnTo>
                  <a:lnTo>
                    <a:pt x="4046602" y="2120164"/>
                  </a:lnTo>
                  <a:lnTo>
                    <a:pt x="4046727" y="2120164"/>
                  </a:lnTo>
                  <a:lnTo>
                    <a:pt x="4046852" y="2120164"/>
                  </a:lnTo>
                  <a:lnTo>
                    <a:pt x="4046977" y="2120164"/>
                  </a:lnTo>
                  <a:lnTo>
                    <a:pt x="4047102" y="2120164"/>
                  </a:lnTo>
                  <a:lnTo>
                    <a:pt x="4047227" y="2120164"/>
                  </a:lnTo>
                  <a:lnTo>
                    <a:pt x="4047353" y="2120164"/>
                  </a:lnTo>
                  <a:lnTo>
                    <a:pt x="4047478" y="2120164"/>
                  </a:lnTo>
                  <a:lnTo>
                    <a:pt x="4047603" y="2120164"/>
                  </a:lnTo>
                  <a:lnTo>
                    <a:pt x="4047728" y="2120164"/>
                  </a:lnTo>
                  <a:lnTo>
                    <a:pt x="4047853" y="2120164"/>
                  </a:lnTo>
                  <a:lnTo>
                    <a:pt x="4047978" y="2120164"/>
                  </a:lnTo>
                  <a:lnTo>
                    <a:pt x="4048103" y="2120164"/>
                  </a:lnTo>
                  <a:lnTo>
                    <a:pt x="4048228" y="2120164"/>
                  </a:lnTo>
                  <a:lnTo>
                    <a:pt x="4048353" y="2120164"/>
                  </a:lnTo>
                  <a:lnTo>
                    <a:pt x="4048478" y="2120164"/>
                  </a:lnTo>
                  <a:lnTo>
                    <a:pt x="4048603" y="2120164"/>
                  </a:lnTo>
                  <a:lnTo>
                    <a:pt x="4048728" y="2120164"/>
                  </a:lnTo>
                  <a:lnTo>
                    <a:pt x="4048853" y="2120164"/>
                  </a:lnTo>
                  <a:lnTo>
                    <a:pt x="4048978" y="2120164"/>
                  </a:lnTo>
                  <a:lnTo>
                    <a:pt x="4049103" y="2120164"/>
                  </a:lnTo>
                  <a:lnTo>
                    <a:pt x="4049228" y="2120164"/>
                  </a:lnTo>
                  <a:lnTo>
                    <a:pt x="4049353" y="2120164"/>
                  </a:lnTo>
                  <a:lnTo>
                    <a:pt x="4049478" y="2120164"/>
                  </a:lnTo>
                  <a:lnTo>
                    <a:pt x="4049603" y="2120164"/>
                  </a:lnTo>
                  <a:lnTo>
                    <a:pt x="4049728" y="2120164"/>
                  </a:lnTo>
                  <a:lnTo>
                    <a:pt x="4049853" y="2120164"/>
                  </a:lnTo>
                  <a:lnTo>
                    <a:pt x="4049978" y="2120164"/>
                  </a:lnTo>
                  <a:lnTo>
                    <a:pt x="4050103" y="2120164"/>
                  </a:lnTo>
                  <a:lnTo>
                    <a:pt x="4050228" y="2120164"/>
                  </a:lnTo>
                  <a:lnTo>
                    <a:pt x="4050354" y="2120164"/>
                  </a:lnTo>
                  <a:lnTo>
                    <a:pt x="4050479" y="2120164"/>
                  </a:lnTo>
                  <a:lnTo>
                    <a:pt x="4050604" y="2120164"/>
                  </a:lnTo>
                  <a:lnTo>
                    <a:pt x="4050729" y="2120164"/>
                  </a:lnTo>
                  <a:lnTo>
                    <a:pt x="4050854" y="2120164"/>
                  </a:lnTo>
                  <a:lnTo>
                    <a:pt x="4050979" y="2120164"/>
                  </a:lnTo>
                  <a:lnTo>
                    <a:pt x="4051104" y="2120164"/>
                  </a:lnTo>
                  <a:lnTo>
                    <a:pt x="4051229" y="2120164"/>
                  </a:lnTo>
                  <a:lnTo>
                    <a:pt x="4051354" y="2120164"/>
                  </a:lnTo>
                  <a:lnTo>
                    <a:pt x="4051479" y="2120164"/>
                  </a:lnTo>
                  <a:lnTo>
                    <a:pt x="4051604" y="2120164"/>
                  </a:lnTo>
                  <a:lnTo>
                    <a:pt x="4051729" y="2120164"/>
                  </a:lnTo>
                  <a:lnTo>
                    <a:pt x="4051854" y="2120164"/>
                  </a:lnTo>
                  <a:lnTo>
                    <a:pt x="4051979" y="2120164"/>
                  </a:lnTo>
                  <a:lnTo>
                    <a:pt x="4052104" y="2120164"/>
                  </a:lnTo>
                  <a:lnTo>
                    <a:pt x="4052229" y="2120164"/>
                  </a:lnTo>
                  <a:lnTo>
                    <a:pt x="4052354" y="2120164"/>
                  </a:lnTo>
                  <a:lnTo>
                    <a:pt x="4052479" y="2120164"/>
                  </a:lnTo>
                  <a:lnTo>
                    <a:pt x="4052604" y="2120164"/>
                  </a:lnTo>
                  <a:lnTo>
                    <a:pt x="4052729" y="2120164"/>
                  </a:lnTo>
                  <a:lnTo>
                    <a:pt x="4052854" y="2120164"/>
                  </a:lnTo>
                  <a:lnTo>
                    <a:pt x="4052979" y="2120164"/>
                  </a:lnTo>
                  <a:lnTo>
                    <a:pt x="4053104" y="2120164"/>
                  </a:lnTo>
                  <a:lnTo>
                    <a:pt x="4053229" y="2120164"/>
                  </a:lnTo>
                  <a:lnTo>
                    <a:pt x="4053355" y="2120164"/>
                  </a:lnTo>
                  <a:lnTo>
                    <a:pt x="4053480" y="2120164"/>
                  </a:lnTo>
                  <a:lnTo>
                    <a:pt x="4053605" y="2120164"/>
                  </a:lnTo>
                  <a:lnTo>
                    <a:pt x="4053730" y="2120164"/>
                  </a:lnTo>
                  <a:lnTo>
                    <a:pt x="4053855" y="2120164"/>
                  </a:lnTo>
                  <a:lnTo>
                    <a:pt x="4053980" y="2120164"/>
                  </a:lnTo>
                  <a:lnTo>
                    <a:pt x="4054105" y="2120164"/>
                  </a:lnTo>
                  <a:lnTo>
                    <a:pt x="4054230" y="2120164"/>
                  </a:lnTo>
                  <a:lnTo>
                    <a:pt x="4054355" y="2120164"/>
                  </a:lnTo>
                  <a:lnTo>
                    <a:pt x="4054480" y="2120164"/>
                  </a:lnTo>
                  <a:lnTo>
                    <a:pt x="4054605" y="2120164"/>
                  </a:lnTo>
                  <a:lnTo>
                    <a:pt x="4054730" y="2120164"/>
                  </a:lnTo>
                  <a:lnTo>
                    <a:pt x="4054855" y="2120164"/>
                  </a:lnTo>
                  <a:lnTo>
                    <a:pt x="4054980" y="2120164"/>
                  </a:lnTo>
                  <a:lnTo>
                    <a:pt x="4055105" y="2120164"/>
                  </a:lnTo>
                  <a:lnTo>
                    <a:pt x="4055230" y="2120164"/>
                  </a:lnTo>
                  <a:lnTo>
                    <a:pt x="4055355" y="2120164"/>
                  </a:lnTo>
                  <a:lnTo>
                    <a:pt x="4055480" y="2120164"/>
                  </a:lnTo>
                  <a:lnTo>
                    <a:pt x="4055605" y="2120164"/>
                  </a:lnTo>
                  <a:lnTo>
                    <a:pt x="4055730" y="2120164"/>
                  </a:lnTo>
                  <a:lnTo>
                    <a:pt x="4055855" y="2120164"/>
                  </a:lnTo>
                  <a:lnTo>
                    <a:pt x="4055980" y="2120164"/>
                  </a:lnTo>
                  <a:lnTo>
                    <a:pt x="4056105" y="2120164"/>
                  </a:lnTo>
                  <a:lnTo>
                    <a:pt x="4056230" y="2120164"/>
                  </a:lnTo>
                  <a:lnTo>
                    <a:pt x="4056230" y="2110210"/>
                  </a:lnTo>
                  <a:lnTo>
                    <a:pt x="4056356" y="2110210"/>
                  </a:lnTo>
                  <a:lnTo>
                    <a:pt x="4056481" y="2110210"/>
                  </a:lnTo>
                  <a:lnTo>
                    <a:pt x="4056606" y="2110210"/>
                  </a:lnTo>
                  <a:lnTo>
                    <a:pt x="4056731" y="2110210"/>
                  </a:lnTo>
                  <a:lnTo>
                    <a:pt x="4056856" y="2110210"/>
                  </a:lnTo>
                  <a:lnTo>
                    <a:pt x="4056981" y="2110210"/>
                  </a:lnTo>
                  <a:lnTo>
                    <a:pt x="4057106" y="2110210"/>
                  </a:lnTo>
                  <a:lnTo>
                    <a:pt x="4057231" y="2110210"/>
                  </a:lnTo>
                  <a:lnTo>
                    <a:pt x="4057356" y="2110210"/>
                  </a:lnTo>
                  <a:lnTo>
                    <a:pt x="4057481" y="2110210"/>
                  </a:lnTo>
                  <a:lnTo>
                    <a:pt x="4057606" y="2110210"/>
                  </a:lnTo>
                  <a:lnTo>
                    <a:pt x="4057731" y="2110210"/>
                  </a:lnTo>
                  <a:lnTo>
                    <a:pt x="4057856" y="2110210"/>
                  </a:lnTo>
                  <a:lnTo>
                    <a:pt x="4057981" y="2110210"/>
                  </a:lnTo>
                  <a:lnTo>
                    <a:pt x="4058106" y="2110210"/>
                  </a:lnTo>
                  <a:lnTo>
                    <a:pt x="4058231" y="2110210"/>
                  </a:lnTo>
                  <a:lnTo>
                    <a:pt x="4058356" y="2110210"/>
                  </a:lnTo>
                  <a:lnTo>
                    <a:pt x="4058481" y="2110210"/>
                  </a:lnTo>
                  <a:lnTo>
                    <a:pt x="4058606" y="2110210"/>
                  </a:lnTo>
                  <a:lnTo>
                    <a:pt x="4058731" y="2110210"/>
                  </a:lnTo>
                  <a:lnTo>
                    <a:pt x="4058856" y="2110210"/>
                  </a:lnTo>
                  <a:lnTo>
                    <a:pt x="4058981" y="2110210"/>
                  </a:lnTo>
                  <a:lnTo>
                    <a:pt x="4059106" y="2110210"/>
                  </a:lnTo>
                  <a:lnTo>
                    <a:pt x="4059231" y="2110210"/>
                  </a:lnTo>
                  <a:lnTo>
                    <a:pt x="4059357" y="2110210"/>
                  </a:lnTo>
                  <a:lnTo>
                    <a:pt x="4059482" y="2110210"/>
                  </a:lnTo>
                  <a:lnTo>
                    <a:pt x="4059607" y="2110210"/>
                  </a:lnTo>
                  <a:lnTo>
                    <a:pt x="4059732" y="2110210"/>
                  </a:lnTo>
                  <a:lnTo>
                    <a:pt x="4059857" y="2110210"/>
                  </a:lnTo>
                  <a:lnTo>
                    <a:pt x="4059982" y="2110210"/>
                  </a:lnTo>
                  <a:lnTo>
                    <a:pt x="4060107" y="2110210"/>
                  </a:lnTo>
                  <a:lnTo>
                    <a:pt x="4060232" y="2110210"/>
                  </a:lnTo>
                  <a:lnTo>
                    <a:pt x="4060357" y="2110210"/>
                  </a:lnTo>
                  <a:lnTo>
                    <a:pt x="4060482" y="2110210"/>
                  </a:lnTo>
                  <a:lnTo>
                    <a:pt x="4060607" y="2110210"/>
                  </a:lnTo>
                  <a:lnTo>
                    <a:pt x="4060732" y="2110210"/>
                  </a:lnTo>
                  <a:lnTo>
                    <a:pt x="4060857" y="2110210"/>
                  </a:lnTo>
                  <a:lnTo>
                    <a:pt x="4060982" y="2110210"/>
                  </a:lnTo>
                  <a:lnTo>
                    <a:pt x="4061107" y="2110210"/>
                  </a:lnTo>
                  <a:lnTo>
                    <a:pt x="4061232" y="2110210"/>
                  </a:lnTo>
                  <a:lnTo>
                    <a:pt x="4061357" y="2110210"/>
                  </a:lnTo>
                  <a:lnTo>
                    <a:pt x="4061482" y="2110210"/>
                  </a:lnTo>
                  <a:lnTo>
                    <a:pt x="4061607" y="2110210"/>
                  </a:lnTo>
                  <a:lnTo>
                    <a:pt x="4061732" y="2110210"/>
                  </a:lnTo>
                  <a:lnTo>
                    <a:pt x="4061857" y="2110210"/>
                  </a:lnTo>
                  <a:lnTo>
                    <a:pt x="4061982" y="2110210"/>
                  </a:lnTo>
                  <a:lnTo>
                    <a:pt x="4062107" y="2110210"/>
                  </a:lnTo>
                  <a:lnTo>
                    <a:pt x="4062232" y="2110210"/>
                  </a:lnTo>
                  <a:lnTo>
                    <a:pt x="4062358" y="2110210"/>
                  </a:lnTo>
                  <a:lnTo>
                    <a:pt x="4062483" y="2110210"/>
                  </a:lnTo>
                  <a:lnTo>
                    <a:pt x="4062608" y="2110210"/>
                  </a:lnTo>
                  <a:lnTo>
                    <a:pt x="4062733" y="2110210"/>
                  </a:lnTo>
                  <a:lnTo>
                    <a:pt x="4062858" y="2110210"/>
                  </a:lnTo>
                  <a:lnTo>
                    <a:pt x="4062983" y="2110210"/>
                  </a:lnTo>
                  <a:lnTo>
                    <a:pt x="4063108" y="2110210"/>
                  </a:lnTo>
                  <a:lnTo>
                    <a:pt x="4063233" y="2110210"/>
                  </a:lnTo>
                  <a:lnTo>
                    <a:pt x="4063358" y="2110210"/>
                  </a:lnTo>
                  <a:lnTo>
                    <a:pt x="4063483" y="2110210"/>
                  </a:lnTo>
                  <a:lnTo>
                    <a:pt x="4063608" y="2110210"/>
                  </a:lnTo>
                  <a:lnTo>
                    <a:pt x="4063733" y="2110210"/>
                  </a:lnTo>
                  <a:lnTo>
                    <a:pt x="4063858" y="2110210"/>
                  </a:lnTo>
                  <a:lnTo>
                    <a:pt x="4063983" y="2110210"/>
                  </a:lnTo>
                  <a:lnTo>
                    <a:pt x="4064108" y="2110210"/>
                  </a:lnTo>
                  <a:lnTo>
                    <a:pt x="4064233" y="2110210"/>
                  </a:lnTo>
                  <a:lnTo>
                    <a:pt x="4064358" y="2110210"/>
                  </a:lnTo>
                  <a:lnTo>
                    <a:pt x="4064483" y="2110210"/>
                  </a:lnTo>
                  <a:lnTo>
                    <a:pt x="4064608" y="2110210"/>
                  </a:lnTo>
                  <a:lnTo>
                    <a:pt x="4064733" y="2110210"/>
                  </a:lnTo>
                  <a:lnTo>
                    <a:pt x="4064858" y="2110210"/>
                  </a:lnTo>
                  <a:lnTo>
                    <a:pt x="4064983" y="2110210"/>
                  </a:lnTo>
                  <a:lnTo>
                    <a:pt x="4065108" y="2110210"/>
                  </a:lnTo>
                  <a:lnTo>
                    <a:pt x="4065233" y="2110210"/>
                  </a:lnTo>
                  <a:lnTo>
                    <a:pt x="4065359" y="2110210"/>
                  </a:lnTo>
                  <a:lnTo>
                    <a:pt x="4065484" y="2110210"/>
                  </a:lnTo>
                  <a:lnTo>
                    <a:pt x="4065609" y="2110210"/>
                  </a:lnTo>
                  <a:lnTo>
                    <a:pt x="4065734" y="2110210"/>
                  </a:lnTo>
                  <a:lnTo>
                    <a:pt x="4065859" y="2110210"/>
                  </a:lnTo>
                  <a:lnTo>
                    <a:pt x="4065859" y="2100256"/>
                  </a:lnTo>
                  <a:lnTo>
                    <a:pt x="4065984" y="2100256"/>
                  </a:lnTo>
                  <a:lnTo>
                    <a:pt x="4066109" y="2100256"/>
                  </a:lnTo>
                  <a:lnTo>
                    <a:pt x="4066234" y="2100256"/>
                  </a:lnTo>
                  <a:lnTo>
                    <a:pt x="4066359" y="2100256"/>
                  </a:lnTo>
                  <a:lnTo>
                    <a:pt x="4066484" y="2100256"/>
                  </a:lnTo>
                  <a:lnTo>
                    <a:pt x="4066609" y="2100256"/>
                  </a:lnTo>
                  <a:lnTo>
                    <a:pt x="4066734" y="2100256"/>
                  </a:lnTo>
                  <a:lnTo>
                    <a:pt x="4066859" y="2100256"/>
                  </a:lnTo>
                  <a:lnTo>
                    <a:pt x="4066984" y="2100256"/>
                  </a:lnTo>
                  <a:lnTo>
                    <a:pt x="4067109" y="2100256"/>
                  </a:lnTo>
                  <a:lnTo>
                    <a:pt x="4067234" y="2100256"/>
                  </a:lnTo>
                  <a:lnTo>
                    <a:pt x="4067359" y="2100256"/>
                  </a:lnTo>
                  <a:lnTo>
                    <a:pt x="4067484" y="2100256"/>
                  </a:lnTo>
                  <a:lnTo>
                    <a:pt x="4067609" y="2100256"/>
                  </a:lnTo>
                  <a:lnTo>
                    <a:pt x="4067734" y="2100256"/>
                  </a:lnTo>
                  <a:lnTo>
                    <a:pt x="4067859" y="2100256"/>
                  </a:lnTo>
                  <a:lnTo>
                    <a:pt x="4067984" y="2100256"/>
                  </a:lnTo>
                  <a:lnTo>
                    <a:pt x="4068109" y="2100256"/>
                  </a:lnTo>
                  <a:lnTo>
                    <a:pt x="4068234" y="2100256"/>
                  </a:lnTo>
                  <a:lnTo>
                    <a:pt x="4068360" y="2100256"/>
                  </a:lnTo>
                  <a:lnTo>
                    <a:pt x="4068485" y="2100256"/>
                  </a:lnTo>
                  <a:lnTo>
                    <a:pt x="4068610" y="2100256"/>
                  </a:lnTo>
                  <a:lnTo>
                    <a:pt x="4068735" y="2100256"/>
                  </a:lnTo>
                  <a:lnTo>
                    <a:pt x="4068860" y="2100256"/>
                  </a:lnTo>
                  <a:lnTo>
                    <a:pt x="4068985" y="2100256"/>
                  </a:lnTo>
                  <a:lnTo>
                    <a:pt x="4069110" y="2100256"/>
                  </a:lnTo>
                  <a:lnTo>
                    <a:pt x="4069110" y="2090302"/>
                  </a:lnTo>
                  <a:lnTo>
                    <a:pt x="4069235" y="2090302"/>
                  </a:lnTo>
                  <a:lnTo>
                    <a:pt x="4069360" y="2090302"/>
                  </a:lnTo>
                  <a:lnTo>
                    <a:pt x="4069485" y="2090302"/>
                  </a:lnTo>
                  <a:lnTo>
                    <a:pt x="4069610" y="2090302"/>
                  </a:lnTo>
                  <a:lnTo>
                    <a:pt x="4069735" y="2090302"/>
                  </a:lnTo>
                  <a:lnTo>
                    <a:pt x="4069860" y="2090302"/>
                  </a:lnTo>
                  <a:lnTo>
                    <a:pt x="4069985" y="2090302"/>
                  </a:lnTo>
                  <a:lnTo>
                    <a:pt x="4070110" y="2090302"/>
                  </a:lnTo>
                  <a:lnTo>
                    <a:pt x="4070235" y="2090302"/>
                  </a:lnTo>
                  <a:lnTo>
                    <a:pt x="4070360" y="2090302"/>
                  </a:lnTo>
                  <a:lnTo>
                    <a:pt x="4070485" y="2090302"/>
                  </a:lnTo>
                  <a:lnTo>
                    <a:pt x="4070610" y="2090302"/>
                  </a:lnTo>
                  <a:lnTo>
                    <a:pt x="4070735" y="2090302"/>
                  </a:lnTo>
                  <a:lnTo>
                    <a:pt x="4070860" y="2090302"/>
                  </a:lnTo>
                  <a:lnTo>
                    <a:pt x="4070985" y="2090302"/>
                  </a:lnTo>
                  <a:lnTo>
                    <a:pt x="4071110" y="2090302"/>
                  </a:lnTo>
                  <a:lnTo>
                    <a:pt x="4071235" y="2090302"/>
                  </a:lnTo>
                  <a:lnTo>
                    <a:pt x="4071361" y="2090302"/>
                  </a:lnTo>
                  <a:lnTo>
                    <a:pt x="4071486" y="2090302"/>
                  </a:lnTo>
                  <a:lnTo>
                    <a:pt x="4071611" y="2090302"/>
                  </a:lnTo>
                  <a:lnTo>
                    <a:pt x="4071736" y="2090302"/>
                  </a:lnTo>
                  <a:lnTo>
                    <a:pt x="4071736" y="2080348"/>
                  </a:lnTo>
                  <a:lnTo>
                    <a:pt x="4071861" y="2080348"/>
                  </a:lnTo>
                  <a:lnTo>
                    <a:pt x="4071986" y="2080348"/>
                  </a:lnTo>
                  <a:lnTo>
                    <a:pt x="4072111" y="2080348"/>
                  </a:lnTo>
                  <a:lnTo>
                    <a:pt x="4072236" y="2080348"/>
                  </a:lnTo>
                  <a:lnTo>
                    <a:pt x="4072361" y="2080348"/>
                  </a:lnTo>
                  <a:lnTo>
                    <a:pt x="4072486" y="2080348"/>
                  </a:lnTo>
                  <a:lnTo>
                    <a:pt x="4072611" y="2080348"/>
                  </a:lnTo>
                  <a:lnTo>
                    <a:pt x="4072736" y="2080348"/>
                  </a:lnTo>
                  <a:lnTo>
                    <a:pt x="4072861" y="2080348"/>
                  </a:lnTo>
                  <a:lnTo>
                    <a:pt x="4072986" y="2080348"/>
                  </a:lnTo>
                  <a:lnTo>
                    <a:pt x="4073111" y="2080348"/>
                  </a:lnTo>
                  <a:lnTo>
                    <a:pt x="4073236" y="2080348"/>
                  </a:lnTo>
                  <a:lnTo>
                    <a:pt x="4073361" y="2080348"/>
                  </a:lnTo>
                  <a:lnTo>
                    <a:pt x="4073486" y="2080348"/>
                  </a:lnTo>
                  <a:lnTo>
                    <a:pt x="4073611" y="2080348"/>
                  </a:lnTo>
                  <a:lnTo>
                    <a:pt x="4073736" y="2080348"/>
                  </a:lnTo>
                  <a:lnTo>
                    <a:pt x="4073861" y="2080348"/>
                  </a:lnTo>
                  <a:lnTo>
                    <a:pt x="4073986" y="2080348"/>
                  </a:lnTo>
                  <a:lnTo>
                    <a:pt x="4074111" y="2080348"/>
                  </a:lnTo>
                  <a:lnTo>
                    <a:pt x="4074237" y="2080348"/>
                  </a:lnTo>
                  <a:lnTo>
                    <a:pt x="4074362" y="2080348"/>
                  </a:lnTo>
                  <a:lnTo>
                    <a:pt x="4074487" y="2080348"/>
                  </a:lnTo>
                  <a:lnTo>
                    <a:pt x="4074612" y="2080348"/>
                  </a:lnTo>
                  <a:lnTo>
                    <a:pt x="4074737" y="2080348"/>
                  </a:lnTo>
                  <a:lnTo>
                    <a:pt x="4074862" y="2080348"/>
                  </a:lnTo>
                  <a:lnTo>
                    <a:pt x="4074987" y="2080348"/>
                  </a:lnTo>
                  <a:lnTo>
                    <a:pt x="4075112" y="2080348"/>
                  </a:lnTo>
                  <a:lnTo>
                    <a:pt x="4075237" y="2080348"/>
                  </a:lnTo>
                  <a:lnTo>
                    <a:pt x="4075362" y="2080348"/>
                  </a:lnTo>
                  <a:lnTo>
                    <a:pt x="4075487" y="2080348"/>
                  </a:lnTo>
                  <a:lnTo>
                    <a:pt x="4075612" y="2080348"/>
                  </a:lnTo>
                  <a:lnTo>
                    <a:pt x="4075737" y="2080348"/>
                  </a:lnTo>
                  <a:lnTo>
                    <a:pt x="4075862" y="2080348"/>
                  </a:lnTo>
                  <a:lnTo>
                    <a:pt x="4075987" y="2080348"/>
                  </a:lnTo>
                  <a:lnTo>
                    <a:pt x="4076112" y="2080348"/>
                  </a:lnTo>
                  <a:lnTo>
                    <a:pt x="4076237" y="2080348"/>
                  </a:lnTo>
                  <a:lnTo>
                    <a:pt x="4076362" y="2080348"/>
                  </a:lnTo>
                  <a:lnTo>
                    <a:pt x="4076487" y="2080348"/>
                  </a:lnTo>
                  <a:lnTo>
                    <a:pt x="4076612" y="2080348"/>
                  </a:lnTo>
                  <a:lnTo>
                    <a:pt x="4076737" y="2080348"/>
                  </a:lnTo>
                  <a:lnTo>
                    <a:pt x="4076862" y="2080348"/>
                  </a:lnTo>
                  <a:lnTo>
                    <a:pt x="4076987" y="2080348"/>
                  </a:lnTo>
                  <a:lnTo>
                    <a:pt x="4077112" y="2080348"/>
                  </a:lnTo>
                  <a:lnTo>
                    <a:pt x="4077238" y="2080348"/>
                  </a:lnTo>
                  <a:lnTo>
                    <a:pt x="4077363" y="2080348"/>
                  </a:lnTo>
                  <a:lnTo>
                    <a:pt x="4077488" y="2080348"/>
                  </a:lnTo>
                  <a:lnTo>
                    <a:pt x="4077613" y="2080348"/>
                  </a:lnTo>
                  <a:lnTo>
                    <a:pt x="4077738" y="2080348"/>
                  </a:lnTo>
                  <a:lnTo>
                    <a:pt x="4077863" y="2080348"/>
                  </a:lnTo>
                  <a:lnTo>
                    <a:pt x="4077988" y="2080348"/>
                  </a:lnTo>
                  <a:lnTo>
                    <a:pt x="4078113" y="2080348"/>
                  </a:lnTo>
                  <a:lnTo>
                    <a:pt x="4078238" y="2080348"/>
                  </a:lnTo>
                  <a:lnTo>
                    <a:pt x="4078363" y="2080348"/>
                  </a:lnTo>
                  <a:lnTo>
                    <a:pt x="4078488" y="2080348"/>
                  </a:lnTo>
                  <a:lnTo>
                    <a:pt x="4078613" y="2080348"/>
                  </a:lnTo>
                  <a:lnTo>
                    <a:pt x="4078738" y="2080348"/>
                  </a:lnTo>
                  <a:lnTo>
                    <a:pt x="4078863" y="2080348"/>
                  </a:lnTo>
                  <a:lnTo>
                    <a:pt x="4078988" y="2080348"/>
                  </a:lnTo>
                  <a:lnTo>
                    <a:pt x="4079113" y="2080348"/>
                  </a:lnTo>
                  <a:lnTo>
                    <a:pt x="4079238" y="2080348"/>
                  </a:lnTo>
                  <a:lnTo>
                    <a:pt x="4079363" y="2080348"/>
                  </a:lnTo>
                  <a:lnTo>
                    <a:pt x="4079488" y="2080348"/>
                  </a:lnTo>
                  <a:lnTo>
                    <a:pt x="4079613" y="2080348"/>
                  </a:lnTo>
                  <a:lnTo>
                    <a:pt x="4079738" y="2080348"/>
                  </a:lnTo>
                  <a:lnTo>
                    <a:pt x="4079863" y="2080348"/>
                  </a:lnTo>
                  <a:lnTo>
                    <a:pt x="4079988" y="2080348"/>
                  </a:lnTo>
                  <a:lnTo>
                    <a:pt x="4080113" y="2080348"/>
                  </a:lnTo>
                  <a:lnTo>
                    <a:pt x="4080239" y="2080348"/>
                  </a:lnTo>
                  <a:lnTo>
                    <a:pt x="4080364" y="2080348"/>
                  </a:lnTo>
                  <a:lnTo>
                    <a:pt x="4080489" y="2080348"/>
                  </a:lnTo>
                  <a:lnTo>
                    <a:pt x="4080614" y="2080348"/>
                  </a:lnTo>
                  <a:lnTo>
                    <a:pt x="4080739" y="2080348"/>
                  </a:lnTo>
                  <a:lnTo>
                    <a:pt x="4080864" y="2080348"/>
                  </a:lnTo>
                  <a:lnTo>
                    <a:pt x="4080989" y="2080348"/>
                  </a:lnTo>
                  <a:lnTo>
                    <a:pt x="4081114" y="2080348"/>
                  </a:lnTo>
                  <a:lnTo>
                    <a:pt x="4081239" y="2080348"/>
                  </a:lnTo>
                  <a:lnTo>
                    <a:pt x="4081364" y="2080348"/>
                  </a:lnTo>
                  <a:lnTo>
                    <a:pt x="4081489" y="2080348"/>
                  </a:lnTo>
                  <a:lnTo>
                    <a:pt x="4081614" y="2080348"/>
                  </a:lnTo>
                  <a:lnTo>
                    <a:pt x="4081739" y="2080348"/>
                  </a:lnTo>
                  <a:lnTo>
                    <a:pt x="4081864" y="2080348"/>
                  </a:lnTo>
                  <a:lnTo>
                    <a:pt x="4081989" y="2080348"/>
                  </a:lnTo>
                  <a:lnTo>
                    <a:pt x="4082114" y="2080348"/>
                  </a:lnTo>
                  <a:lnTo>
                    <a:pt x="4082239" y="2080348"/>
                  </a:lnTo>
                  <a:lnTo>
                    <a:pt x="4082364" y="2080348"/>
                  </a:lnTo>
                  <a:lnTo>
                    <a:pt x="4082489" y="2080348"/>
                  </a:lnTo>
                  <a:lnTo>
                    <a:pt x="4082614" y="2080348"/>
                  </a:lnTo>
                  <a:lnTo>
                    <a:pt x="4082739" y="2080348"/>
                  </a:lnTo>
                  <a:lnTo>
                    <a:pt x="4082864" y="2080348"/>
                  </a:lnTo>
                  <a:lnTo>
                    <a:pt x="4082989" y="2080348"/>
                  </a:lnTo>
                  <a:lnTo>
                    <a:pt x="4083114" y="2080348"/>
                  </a:lnTo>
                  <a:lnTo>
                    <a:pt x="4083240" y="2080348"/>
                  </a:lnTo>
                  <a:lnTo>
                    <a:pt x="4083365" y="2080348"/>
                  </a:lnTo>
                  <a:lnTo>
                    <a:pt x="4083490" y="2080348"/>
                  </a:lnTo>
                  <a:lnTo>
                    <a:pt x="4083615" y="2080348"/>
                  </a:lnTo>
                  <a:lnTo>
                    <a:pt x="4083740" y="2080348"/>
                  </a:lnTo>
                  <a:lnTo>
                    <a:pt x="4083865" y="2080348"/>
                  </a:lnTo>
                  <a:lnTo>
                    <a:pt x="4083990" y="2080348"/>
                  </a:lnTo>
                  <a:lnTo>
                    <a:pt x="4084115" y="2080348"/>
                  </a:lnTo>
                  <a:lnTo>
                    <a:pt x="4084240" y="2080348"/>
                  </a:lnTo>
                  <a:lnTo>
                    <a:pt x="4084365" y="2080348"/>
                  </a:lnTo>
                  <a:lnTo>
                    <a:pt x="4084490" y="2080348"/>
                  </a:lnTo>
                  <a:lnTo>
                    <a:pt x="4084615" y="2080348"/>
                  </a:lnTo>
                  <a:lnTo>
                    <a:pt x="4084740" y="2080348"/>
                  </a:lnTo>
                  <a:lnTo>
                    <a:pt x="4084865" y="2080348"/>
                  </a:lnTo>
                  <a:lnTo>
                    <a:pt x="4084990" y="2080348"/>
                  </a:lnTo>
                  <a:lnTo>
                    <a:pt x="4085115" y="2080348"/>
                  </a:lnTo>
                  <a:lnTo>
                    <a:pt x="4085240" y="2080348"/>
                  </a:lnTo>
                  <a:lnTo>
                    <a:pt x="4085365" y="2080348"/>
                  </a:lnTo>
                  <a:lnTo>
                    <a:pt x="4085490" y="2080348"/>
                  </a:lnTo>
                  <a:lnTo>
                    <a:pt x="4085615" y="2080348"/>
                  </a:lnTo>
                  <a:lnTo>
                    <a:pt x="4085740" y="2080348"/>
                  </a:lnTo>
                  <a:lnTo>
                    <a:pt x="4085865" y="2080348"/>
                  </a:lnTo>
                  <a:lnTo>
                    <a:pt x="4085990" y="2080348"/>
                  </a:lnTo>
                  <a:lnTo>
                    <a:pt x="4086115" y="2080348"/>
                  </a:lnTo>
                  <a:lnTo>
                    <a:pt x="4086241" y="2080348"/>
                  </a:lnTo>
                  <a:lnTo>
                    <a:pt x="4086366" y="2080348"/>
                  </a:lnTo>
                  <a:lnTo>
                    <a:pt x="4086491" y="2080348"/>
                  </a:lnTo>
                  <a:lnTo>
                    <a:pt x="4086616" y="2080348"/>
                  </a:lnTo>
                  <a:lnTo>
                    <a:pt x="4086741" y="2080348"/>
                  </a:lnTo>
                  <a:lnTo>
                    <a:pt x="4086866" y="2080348"/>
                  </a:lnTo>
                  <a:lnTo>
                    <a:pt x="4086991" y="2080348"/>
                  </a:lnTo>
                  <a:lnTo>
                    <a:pt x="4087116" y="2080348"/>
                  </a:lnTo>
                  <a:lnTo>
                    <a:pt x="4087241" y="2080348"/>
                  </a:lnTo>
                  <a:lnTo>
                    <a:pt x="4087366" y="2080348"/>
                  </a:lnTo>
                  <a:lnTo>
                    <a:pt x="4087491" y="2080348"/>
                  </a:lnTo>
                  <a:lnTo>
                    <a:pt x="4087616" y="2080348"/>
                  </a:lnTo>
                  <a:lnTo>
                    <a:pt x="4087741" y="2080348"/>
                  </a:lnTo>
                  <a:lnTo>
                    <a:pt x="4087866" y="2080348"/>
                  </a:lnTo>
                  <a:lnTo>
                    <a:pt x="4087991" y="2080348"/>
                  </a:lnTo>
                  <a:lnTo>
                    <a:pt x="4088116" y="2080348"/>
                  </a:lnTo>
                  <a:lnTo>
                    <a:pt x="4088241" y="2080348"/>
                  </a:lnTo>
                  <a:lnTo>
                    <a:pt x="4088366" y="2080348"/>
                  </a:lnTo>
                  <a:lnTo>
                    <a:pt x="4088491" y="2080348"/>
                  </a:lnTo>
                  <a:lnTo>
                    <a:pt x="4088616" y="2080348"/>
                  </a:lnTo>
                  <a:lnTo>
                    <a:pt x="4088741" y="2080348"/>
                  </a:lnTo>
                  <a:lnTo>
                    <a:pt x="4088866" y="2080348"/>
                  </a:lnTo>
                  <a:lnTo>
                    <a:pt x="4088991" y="2080348"/>
                  </a:lnTo>
                  <a:lnTo>
                    <a:pt x="4089116" y="2080348"/>
                  </a:lnTo>
                  <a:lnTo>
                    <a:pt x="4089242" y="2080348"/>
                  </a:lnTo>
                  <a:lnTo>
                    <a:pt x="4089367" y="2080348"/>
                  </a:lnTo>
                  <a:lnTo>
                    <a:pt x="4089492" y="2080348"/>
                  </a:lnTo>
                  <a:lnTo>
                    <a:pt x="4089617" y="2080348"/>
                  </a:lnTo>
                  <a:lnTo>
                    <a:pt x="4089742" y="2080348"/>
                  </a:lnTo>
                  <a:lnTo>
                    <a:pt x="4089867" y="2080348"/>
                  </a:lnTo>
                  <a:lnTo>
                    <a:pt x="4089992" y="2080348"/>
                  </a:lnTo>
                  <a:lnTo>
                    <a:pt x="4090117" y="2080348"/>
                  </a:lnTo>
                  <a:lnTo>
                    <a:pt x="4090242" y="2080348"/>
                  </a:lnTo>
                  <a:lnTo>
                    <a:pt x="4090367" y="2080348"/>
                  </a:lnTo>
                  <a:lnTo>
                    <a:pt x="4090492" y="2080348"/>
                  </a:lnTo>
                  <a:lnTo>
                    <a:pt x="4090617" y="2080348"/>
                  </a:lnTo>
                  <a:lnTo>
                    <a:pt x="4090742" y="2080348"/>
                  </a:lnTo>
                  <a:lnTo>
                    <a:pt x="4090867" y="2080348"/>
                  </a:lnTo>
                  <a:lnTo>
                    <a:pt x="4090992" y="2080348"/>
                  </a:lnTo>
                  <a:lnTo>
                    <a:pt x="4091117" y="2080348"/>
                  </a:lnTo>
                  <a:lnTo>
                    <a:pt x="4091242" y="2080348"/>
                  </a:lnTo>
                  <a:lnTo>
                    <a:pt x="4091367" y="2080348"/>
                  </a:lnTo>
                  <a:lnTo>
                    <a:pt x="4091492" y="2080348"/>
                  </a:lnTo>
                  <a:lnTo>
                    <a:pt x="4091617" y="2080348"/>
                  </a:lnTo>
                  <a:lnTo>
                    <a:pt x="4091742" y="2080348"/>
                  </a:lnTo>
                  <a:lnTo>
                    <a:pt x="4091867" y="2080348"/>
                  </a:lnTo>
                  <a:lnTo>
                    <a:pt x="4091992" y="2080348"/>
                  </a:lnTo>
                  <a:lnTo>
                    <a:pt x="4092117" y="2080348"/>
                  </a:lnTo>
                  <a:lnTo>
                    <a:pt x="4092243" y="2080348"/>
                  </a:lnTo>
                  <a:lnTo>
                    <a:pt x="4092368" y="2080348"/>
                  </a:lnTo>
                  <a:lnTo>
                    <a:pt x="4092493" y="2080348"/>
                  </a:lnTo>
                  <a:lnTo>
                    <a:pt x="4092618" y="2080348"/>
                  </a:lnTo>
                  <a:lnTo>
                    <a:pt x="4092743" y="2080348"/>
                  </a:lnTo>
                  <a:lnTo>
                    <a:pt x="4092868" y="2080348"/>
                  </a:lnTo>
                  <a:lnTo>
                    <a:pt x="4092993" y="2080348"/>
                  </a:lnTo>
                  <a:lnTo>
                    <a:pt x="4093118" y="2080348"/>
                  </a:lnTo>
                  <a:lnTo>
                    <a:pt x="4093243" y="2080348"/>
                  </a:lnTo>
                  <a:lnTo>
                    <a:pt x="4093368" y="2080348"/>
                  </a:lnTo>
                  <a:lnTo>
                    <a:pt x="4093493" y="2080348"/>
                  </a:lnTo>
                  <a:lnTo>
                    <a:pt x="4093618" y="2080348"/>
                  </a:lnTo>
                  <a:lnTo>
                    <a:pt x="4093743" y="2080348"/>
                  </a:lnTo>
                  <a:lnTo>
                    <a:pt x="4093868" y="2080348"/>
                  </a:lnTo>
                  <a:lnTo>
                    <a:pt x="4093993" y="2080348"/>
                  </a:lnTo>
                  <a:lnTo>
                    <a:pt x="4094118" y="2080348"/>
                  </a:lnTo>
                  <a:lnTo>
                    <a:pt x="4094243" y="2080348"/>
                  </a:lnTo>
                  <a:lnTo>
                    <a:pt x="4094368" y="2080348"/>
                  </a:lnTo>
                  <a:lnTo>
                    <a:pt x="4094493" y="2080348"/>
                  </a:lnTo>
                  <a:lnTo>
                    <a:pt x="4094618" y="2080348"/>
                  </a:lnTo>
                  <a:lnTo>
                    <a:pt x="4094743" y="2080348"/>
                  </a:lnTo>
                  <a:lnTo>
                    <a:pt x="4094868" y="2080348"/>
                  </a:lnTo>
                  <a:lnTo>
                    <a:pt x="4094993" y="2080348"/>
                  </a:lnTo>
                  <a:lnTo>
                    <a:pt x="4095118" y="2080348"/>
                  </a:lnTo>
                  <a:lnTo>
                    <a:pt x="4095244" y="2080348"/>
                  </a:lnTo>
                  <a:lnTo>
                    <a:pt x="4095369" y="2080348"/>
                  </a:lnTo>
                  <a:lnTo>
                    <a:pt x="4095494" y="2080348"/>
                  </a:lnTo>
                  <a:lnTo>
                    <a:pt x="4095619" y="2080348"/>
                  </a:lnTo>
                  <a:lnTo>
                    <a:pt x="4095744" y="2080348"/>
                  </a:lnTo>
                  <a:lnTo>
                    <a:pt x="4095869" y="2080348"/>
                  </a:lnTo>
                  <a:lnTo>
                    <a:pt x="4095994" y="2080348"/>
                  </a:lnTo>
                  <a:lnTo>
                    <a:pt x="4096119" y="2080348"/>
                  </a:lnTo>
                  <a:lnTo>
                    <a:pt x="4096244" y="2080348"/>
                  </a:lnTo>
                  <a:lnTo>
                    <a:pt x="4096369" y="2080348"/>
                  </a:lnTo>
                  <a:lnTo>
                    <a:pt x="4096494" y="2080348"/>
                  </a:lnTo>
                  <a:lnTo>
                    <a:pt x="4096619" y="2080348"/>
                  </a:lnTo>
                  <a:lnTo>
                    <a:pt x="4096744" y="2080348"/>
                  </a:lnTo>
                  <a:lnTo>
                    <a:pt x="4096869" y="2080348"/>
                  </a:lnTo>
                  <a:lnTo>
                    <a:pt x="4096994" y="2080348"/>
                  </a:lnTo>
                  <a:lnTo>
                    <a:pt x="4097119" y="2080348"/>
                  </a:lnTo>
                  <a:lnTo>
                    <a:pt x="4097244" y="2080348"/>
                  </a:lnTo>
                  <a:lnTo>
                    <a:pt x="4097369" y="2080348"/>
                  </a:lnTo>
                  <a:lnTo>
                    <a:pt x="4097494" y="2080348"/>
                  </a:lnTo>
                  <a:lnTo>
                    <a:pt x="4097619" y="2080348"/>
                  </a:lnTo>
                  <a:lnTo>
                    <a:pt x="4097744" y="2080348"/>
                  </a:lnTo>
                  <a:lnTo>
                    <a:pt x="4097869" y="2080348"/>
                  </a:lnTo>
                  <a:lnTo>
                    <a:pt x="4097869" y="2070395"/>
                  </a:lnTo>
                  <a:lnTo>
                    <a:pt x="4097994" y="2070395"/>
                  </a:lnTo>
                  <a:lnTo>
                    <a:pt x="4098119" y="2070395"/>
                  </a:lnTo>
                  <a:lnTo>
                    <a:pt x="4098245" y="2070395"/>
                  </a:lnTo>
                  <a:lnTo>
                    <a:pt x="4098370" y="2070395"/>
                  </a:lnTo>
                  <a:lnTo>
                    <a:pt x="4098495" y="2070395"/>
                  </a:lnTo>
                  <a:lnTo>
                    <a:pt x="4098620" y="2070395"/>
                  </a:lnTo>
                  <a:lnTo>
                    <a:pt x="4098745" y="2070395"/>
                  </a:lnTo>
                  <a:lnTo>
                    <a:pt x="4098870" y="2070395"/>
                  </a:lnTo>
                  <a:lnTo>
                    <a:pt x="4098995" y="2070395"/>
                  </a:lnTo>
                  <a:lnTo>
                    <a:pt x="4099120" y="2070395"/>
                  </a:lnTo>
                  <a:lnTo>
                    <a:pt x="4099245" y="2070395"/>
                  </a:lnTo>
                  <a:lnTo>
                    <a:pt x="4099370" y="2070395"/>
                  </a:lnTo>
                  <a:lnTo>
                    <a:pt x="4099495" y="2070395"/>
                  </a:lnTo>
                  <a:lnTo>
                    <a:pt x="4099620" y="2070395"/>
                  </a:lnTo>
                  <a:lnTo>
                    <a:pt x="4099745" y="2070395"/>
                  </a:lnTo>
                  <a:lnTo>
                    <a:pt x="4099870" y="2070395"/>
                  </a:lnTo>
                  <a:lnTo>
                    <a:pt x="4099995" y="2070395"/>
                  </a:lnTo>
                  <a:lnTo>
                    <a:pt x="4100120" y="2070395"/>
                  </a:lnTo>
                  <a:lnTo>
                    <a:pt x="4100245" y="2070395"/>
                  </a:lnTo>
                  <a:lnTo>
                    <a:pt x="4100370" y="2070395"/>
                  </a:lnTo>
                  <a:lnTo>
                    <a:pt x="4100495" y="2070395"/>
                  </a:lnTo>
                  <a:lnTo>
                    <a:pt x="4100620" y="2070395"/>
                  </a:lnTo>
                  <a:lnTo>
                    <a:pt x="4100745" y="2070395"/>
                  </a:lnTo>
                  <a:lnTo>
                    <a:pt x="4100870" y="2070395"/>
                  </a:lnTo>
                  <a:lnTo>
                    <a:pt x="4100995" y="2070395"/>
                  </a:lnTo>
                  <a:lnTo>
                    <a:pt x="4101120" y="2070395"/>
                  </a:lnTo>
                  <a:lnTo>
                    <a:pt x="4101246" y="2070395"/>
                  </a:lnTo>
                  <a:lnTo>
                    <a:pt x="4101371" y="2070395"/>
                  </a:lnTo>
                  <a:lnTo>
                    <a:pt x="4101496" y="2070395"/>
                  </a:lnTo>
                  <a:lnTo>
                    <a:pt x="4101621" y="2070395"/>
                  </a:lnTo>
                  <a:lnTo>
                    <a:pt x="4101746" y="2070395"/>
                  </a:lnTo>
                  <a:lnTo>
                    <a:pt x="4101871" y="2070395"/>
                  </a:lnTo>
                  <a:lnTo>
                    <a:pt x="4101996" y="2070395"/>
                  </a:lnTo>
                  <a:lnTo>
                    <a:pt x="4102121" y="2070395"/>
                  </a:lnTo>
                  <a:lnTo>
                    <a:pt x="4102246" y="2070395"/>
                  </a:lnTo>
                  <a:lnTo>
                    <a:pt x="4102371" y="2070395"/>
                  </a:lnTo>
                  <a:lnTo>
                    <a:pt x="4102496" y="2070395"/>
                  </a:lnTo>
                  <a:lnTo>
                    <a:pt x="4102621" y="2070395"/>
                  </a:lnTo>
                  <a:lnTo>
                    <a:pt x="4102746" y="2070395"/>
                  </a:lnTo>
                  <a:lnTo>
                    <a:pt x="4102871" y="2070395"/>
                  </a:lnTo>
                  <a:lnTo>
                    <a:pt x="4102996" y="2070395"/>
                  </a:lnTo>
                  <a:lnTo>
                    <a:pt x="4103121" y="2070395"/>
                  </a:lnTo>
                  <a:lnTo>
                    <a:pt x="4103246" y="2070395"/>
                  </a:lnTo>
                  <a:lnTo>
                    <a:pt x="4103371" y="2070395"/>
                  </a:lnTo>
                  <a:lnTo>
                    <a:pt x="4103496" y="2070395"/>
                  </a:lnTo>
                  <a:lnTo>
                    <a:pt x="4103621" y="2070395"/>
                  </a:lnTo>
                  <a:lnTo>
                    <a:pt x="4103746" y="2070395"/>
                  </a:lnTo>
                  <a:lnTo>
                    <a:pt x="4103871" y="2070395"/>
                  </a:lnTo>
                  <a:lnTo>
                    <a:pt x="4103996" y="2070395"/>
                  </a:lnTo>
                  <a:lnTo>
                    <a:pt x="4104121" y="2070395"/>
                  </a:lnTo>
                  <a:lnTo>
                    <a:pt x="4104247" y="2070395"/>
                  </a:lnTo>
                  <a:lnTo>
                    <a:pt x="4104372" y="2070395"/>
                  </a:lnTo>
                  <a:lnTo>
                    <a:pt x="4104497" y="2070395"/>
                  </a:lnTo>
                  <a:lnTo>
                    <a:pt x="4104622" y="2070395"/>
                  </a:lnTo>
                  <a:lnTo>
                    <a:pt x="4104747" y="2070395"/>
                  </a:lnTo>
                  <a:lnTo>
                    <a:pt x="4104872" y="2070395"/>
                  </a:lnTo>
                  <a:lnTo>
                    <a:pt x="4104997" y="2070395"/>
                  </a:lnTo>
                  <a:lnTo>
                    <a:pt x="4105122" y="2070395"/>
                  </a:lnTo>
                  <a:lnTo>
                    <a:pt x="4105247" y="2070395"/>
                  </a:lnTo>
                  <a:lnTo>
                    <a:pt x="4105372" y="2070395"/>
                  </a:lnTo>
                  <a:lnTo>
                    <a:pt x="4105497" y="2070395"/>
                  </a:lnTo>
                  <a:lnTo>
                    <a:pt x="4105622" y="2070395"/>
                  </a:lnTo>
                  <a:lnTo>
                    <a:pt x="4105747" y="2070395"/>
                  </a:lnTo>
                  <a:lnTo>
                    <a:pt x="4105872" y="2070395"/>
                  </a:lnTo>
                  <a:lnTo>
                    <a:pt x="4105997" y="2070395"/>
                  </a:lnTo>
                  <a:lnTo>
                    <a:pt x="4106122" y="2070395"/>
                  </a:lnTo>
                  <a:lnTo>
                    <a:pt x="4106247" y="2070395"/>
                  </a:lnTo>
                  <a:lnTo>
                    <a:pt x="4106372" y="2070395"/>
                  </a:lnTo>
                  <a:lnTo>
                    <a:pt x="4106497" y="2070395"/>
                  </a:lnTo>
                  <a:lnTo>
                    <a:pt x="4106622" y="2070395"/>
                  </a:lnTo>
                  <a:lnTo>
                    <a:pt x="4106747" y="2070395"/>
                  </a:lnTo>
                  <a:lnTo>
                    <a:pt x="4106872" y="2070395"/>
                  </a:lnTo>
                  <a:lnTo>
                    <a:pt x="4106997" y="2070395"/>
                  </a:lnTo>
                  <a:lnTo>
                    <a:pt x="4107122" y="2070395"/>
                  </a:lnTo>
                  <a:lnTo>
                    <a:pt x="4107248" y="2070395"/>
                  </a:lnTo>
                  <a:lnTo>
                    <a:pt x="4107373" y="2070395"/>
                  </a:lnTo>
                  <a:lnTo>
                    <a:pt x="4107498" y="2070395"/>
                  </a:lnTo>
                  <a:lnTo>
                    <a:pt x="4107623" y="2070395"/>
                  </a:lnTo>
                  <a:lnTo>
                    <a:pt x="4107748" y="2070395"/>
                  </a:lnTo>
                  <a:lnTo>
                    <a:pt x="4107873" y="2070395"/>
                  </a:lnTo>
                  <a:lnTo>
                    <a:pt x="4107998" y="2070395"/>
                  </a:lnTo>
                  <a:lnTo>
                    <a:pt x="4108123" y="2070395"/>
                  </a:lnTo>
                  <a:lnTo>
                    <a:pt x="4108248" y="2070395"/>
                  </a:lnTo>
                  <a:lnTo>
                    <a:pt x="4108373" y="2070395"/>
                  </a:lnTo>
                  <a:lnTo>
                    <a:pt x="4108498" y="2070395"/>
                  </a:lnTo>
                  <a:lnTo>
                    <a:pt x="4108623" y="2070395"/>
                  </a:lnTo>
                  <a:lnTo>
                    <a:pt x="4108748" y="2070395"/>
                  </a:lnTo>
                  <a:lnTo>
                    <a:pt x="4108873" y="2070395"/>
                  </a:lnTo>
                  <a:lnTo>
                    <a:pt x="4108998" y="2070395"/>
                  </a:lnTo>
                  <a:lnTo>
                    <a:pt x="4109123" y="2070395"/>
                  </a:lnTo>
                  <a:lnTo>
                    <a:pt x="4109248" y="2070395"/>
                  </a:lnTo>
                  <a:lnTo>
                    <a:pt x="4109373" y="2070395"/>
                  </a:lnTo>
                  <a:lnTo>
                    <a:pt x="4109498" y="2070395"/>
                  </a:lnTo>
                  <a:lnTo>
                    <a:pt x="4109623" y="2070395"/>
                  </a:lnTo>
                  <a:lnTo>
                    <a:pt x="4109748" y="2070395"/>
                  </a:lnTo>
                  <a:lnTo>
                    <a:pt x="4109873" y="2070395"/>
                  </a:lnTo>
                  <a:lnTo>
                    <a:pt x="4109998" y="2070395"/>
                  </a:lnTo>
                  <a:lnTo>
                    <a:pt x="4110123" y="2070395"/>
                  </a:lnTo>
                  <a:lnTo>
                    <a:pt x="4110249" y="2070395"/>
                  </a:lnTo>
                  <a:lnTo>
                    <a:pt x="4110374" y="2070395"/>
                  </a:lnTo>
                  <a:lnTo>
                    <a:pt x="4110499" y="2070395"/>
                  </a:lnTo>
                  <a:lnTo>
                    <a:pt x="4110624" y="2070395"/>
                  </a:lnTo>
                  <a:lnTo>
                    <a:pt x="4110749" y="2070395"/>
                  </a:lnTo>
                  <a:lnTo>
                    <a:pt x="4110874" y="2070395"/>
                  </a:lnTo>
                  <a:lnTo>
                    <a:pt x="4110999" y="2070395"/>
                  </a:lnTo>
                  <a:lnTo>
                    <a:pt x="4111124" y="2070395"/>
                  </a:lnTo>
                  <a:lnTo>
                    <a:pt x="4111249" y="2070395"/>
                  </a:lnTo>
                  <a:lnTo>
                    <a:pt x="4111374" y="2070395"/>
                  </a:lnTo>
                  <a:lnTo>
                    <a:pt x="4111499" y="2070395"/>
                  </a:lnTo>
                  <a:lnTo>
                    <a:pt x="4111624" y="2070395"/>
                  </a:lnTo>
                  <a:lnTo>
                    <a:pt x="4111749" y="2070395"/>
                  </a:lnTo>
                  <a:lnTo>
                    <a:pt x="4111874" y="2070395"/>
                  </a:lnTo>
                  <a:lnTo>
                    <a:pt x="4111999" y="2070395"/>
                  </a:lnTo>
                  <a:lnTo>
                    <a:pt x="4112124" y="2070395"/>
                  </a:lnTo>
                  <a:lnTo>
                    <a:pt x="4112249" y="2070395"/>
                  </a:lnTo>
                  <a:lnTo>
                    <a:pt x="4112374" y="2070395"/>
                  </a:lnTo>
                  <a:lnTo>
                    <a:pt x="4112499" y="2070395"/>
                  </a:lnTo>
                  <a:lnTo>
                    <a:pt x="4112624" y="2070395"/>
                  </a:lnTo>
                  <a:lnTo>
                    <a:pt x="4112749" y="2070395"/>
                  </a:lnTo>
                  <a:lnTo>
                    <a:pt x="4112874" y="2070395"/>
                  </a:lnTo>
                  <a:lnTo>
                    <a:pt x="4112999" y="2070395"/>
                  </a:lnTo>
                  <a:lnTo>
                    <a:pt x="4113125" y="2070395"/>
                  </a:lnTo>
                  <a:lnTo>
                    <a:pt x="4113250" y="2070395"/>
                  </a:lnTo>
                  <a:lnTo>
                    <a:pt x="4113375" y="2070395"/>
                  </a:lnTo>
                  <a:lnTo>
                    <a:pt x="4113500" y="2070395"/>
                  </a:lnTo>
                  <a:lnTo>
                    <a:pt x="4113625" y="2070395"/>
                  </a:lnTo>
                  <a:lnTo>
                    <a:pt x="4113750" y="2070395"/>
                  </a:lnTo>
                  <a:lnTo>
                    <a:pt x="4113875" y="2070395"/>
                  </a:lnTo>
                  <a:lnTo>
                    <a:pt x="4114000" y="2070395"/>
                  </a:lnTo>
                  <a:lnTo>
                    <a:pt x="4114125" y="2070395"/>
                  </a:lnTo>
                  <a:lnTo>
                    <a:pt x="4114250" y="2070395"/>
                  </a:lnTo>
                  <a:lnTo>
                    <a:pt x="4114375" y="2070395"/>
                  </a:lnTo>
                  <a:lnTo>
                    <a:pt x="4114500" y="2070395"/>
                  </a:lnTo>
                  <a:lnTo>
                    <a:pt x="4114625" y="2070395"/>
                  </a:lnTo>
                  <a:lnTo>
                    <a:pt x="4114750" y="2070395"/>
                  </a:lnTo>
                  <a:lnTo>
                    <a:pt x="4114875" y="2070395"/>
                  </a:lnTo>
                  <a:lnTo>
                    <a:pt x="4115000" y="2070395"/>
                  </a:lnTo>
                  <a:lnTo>
                    <a:pt x="4115125" y="2070395"/>
                  </a:lnTo>
                  <a:lnTo>
                    <a:pt x="4115250" y="2070395"/>
                  </a:lnTo>
                  <a:lnTo>
                    <a:pt x="4115375" y="2070395"/>
                  </a:lnTo>
                  <a:lnTo>
                    <a:pt x="4115500" y="2070395"/>
                  </a:lnTo>
                  <a:lnTo>
                    <a:pt x="4115625" y="2070395"/>
                  </a:lnTo>
                  <a:lnTo>
                    <a:pt x="4115750" y="2070395"/>
                  </a:lnTo>
                  <a:lnTo>
                    <a:pt x="4115875" y="2070395"/>
                  </a:lnTo>
                  <a:lnTo>
                    <a:pt x="4116000" y="2070395"/>
                  </a:lnTo>
                  <a:lnTo>
                    <a:pt x="4116126" y="2070395"/>
                  </a:lnTo>
                  <a:lnTo>
                    <a:pt x="4116251" y="2070395"/>
                  </a:lnTo>
                  <a:lnTo>
                    <a:pt x="4116376" y="2070395"/>
                  </a:lnTo>
                  <a:lnTo>
                    <a:pt x="4116501" y="2070395"/>
                  </a:lnTo>
                  <a:lnTo>
                    <a:pt x="4116626" y="2070395"/>
                  </a:lnTo>
                  <a:lnTo>
                    <a:pt x="4116751" y="2070395"/>
                  </a:lnTo>
                  <a:lnTo>
                    <a:pt x="4116876" y="2070395"/>
                  </a:lnTo>
                  <a:lnTo>
                    <a:pt x="4117001" y="2070395"/>
                  </a:lnTo>
                  <a:lnTo>
                    <a:pt x="4117126" y="2070395"/>
                  </a:lnTo>
                  <a:lnTo>
                    <a:pt x="4117251" y="2070395"/>
                  </a:lnTo>
                  <a:lnTo>
                    <a:pt x="4117376" y="2070395"/>
                  </a:lnTo>
                  <a:lnTo>
                    <a:pt x="4117501" y="2070395"/>
                  </a:lnTo>
                  <a:lnTo>
                    <a:pt x="4117626" y="2070395"/>
                  </a:lnTo>
                  <a:lnTo>
                    <a:pt x="4117751" y="2070395"/>
                  </a:lnTo>
                  <a:lnTo>
                    <a:pt x="4117876" y="2070395"/>
                  </a:lnTo>
                  <a:lnTo>
                    <a:pt x="4118001" y="2070395"/>
                  </a:lnTo>
                  <a:lnTo>
                    <a:pt x="4118126" y="2070395"/>
                  </a:lnTo>
                  <a:lnTo>
                    <a:pt x="4118251" y="2070395"/>
                  </a:lnTo>
                  <a:lnTo>
                    <a:pt x="4118376" y="2070395"/>
                  </a:lnTo>
                  <a:lnTo>
                    <a:pt x="4118501" y="2070395"/>
                  </a:lnTo>
                  <a:lnTo>
                    <a:pt x="4118626" y="2070395"/>
                  </a:lnTo>
                  <a:lnTo>
                    <a:pt x="4118751" y="2070395"/>
                  </a:lnTo>
                  <a:lnTo>
                    <a:pt x="4118876" y="2070395"/>
                  </a:lnTo>
                  <a:lnTo>
                    <a:pt x="4119001" y="2070395"/>
                  </a:lnTo>
                  <a:lnTo>
                    <a:pt x="4119127" y="2070395"/>
                  </a:lnTo>
                  <a:lnTo>
                    <a:pt x="4119252" y="2070395"/>
                  </a:lnTo>
                  <a:lnTo>
                    <a:pt x="4119377" y="2070395"/>
                  </a:lnTo>
                  <a:lnTo>
                    <a:pt x="4119502" y="2070395"/>
                  </a:lnTo>
                  <a:lnTo>
                    <a:pt x="4119627" y="2070395"/>
                  </a:lnTo>
                  <a:lnTo>
                    <a:pt x="4119752" y="2070395"/>
                  </a:lnTo>
                  <a:lnTo>
                    <a:pt x="4119877" y="2070395"/>
                  </a:lnTo>
                  <a:lnTo>
                    <a:pt x="4120002" y="2070395"/>
                  </a:lnTo>
                  <a:lnTo>
                    <a:pt x="4120127" y="2070395"/>
                  </a:lnTo>
                  <a:lnTo>
                    <a:pt x="4120252" y="2070395"/>
                  </a:lnTo>
                  <a:lnTo>
                    <a:pt x="4120377" y="2070395"/>
                  </a:lnTo>
                  <a:lnTo>
                    <a:pt x="4120502" y="2070395"/>
                  </a:lnTo>
                  <a:lnTo>
                    <a:pt x="4120502" y="2060441"/>
                  </a:lnTo>
                  <a:lnTo>
                    <a:pt x="4120627" y="2060441"/>
                  </a:lnTo>
                  <a:lnTo>
                    <a:pt x="4120752" y="2060441"/>
                  </a:lnTo>
                  <a:lnTo>
                    <a:pt x="4120877" y="2060441"/>
                  </a:lnTo>
                  <a:lnTo>
                    <a:pt x="4121002" y="2060441"/>
                  </a:lnTo>
                  <a:lnTo>
                    <a:pt x="4121127" y="2060441"/>
                  </a:lnTo>
                  <a:lnTo>
                    <a:pt x="4121252" y="2060441"/>
                  </a:lnTo>
                  <a:lnTo>
                    <a:pt x="4121377" y="2060441"/>
                  </a:lnTo>
                  <a:lnTo>
                    <a:pt x="4121502" y="2060441"/>
                  </a:lnTo>
                  <a:lnTo>
                    <a:pt x="4121627" y="2060441"/>
                  </a:lnTo>
                  <a:lnTo>
                    <a:pt x="4121752" y="2060441"/>
                  </a:lnTo>
                  <a:lnTo>
                    <a:pt x="4121877" y="2060441"/>
                  </a:lnTo>
                  <a:lnTo>
                    <a:pt x="4122002" y="2060441"/>
                  </a:lnTo>
                  <a:lnTo>
                    <a:pt x="4122002" y="2050487"/>
                  </a:lnTo>
                  <a:lnTo>
                    <a:pt x="4122128" y="2050487"/>
                  </a:lnTo>
                  <a:lnTo>
                    <a:pt x="4122253" y="2050487"/>
                  </a:lnTo>
                  <a:lnTo>
                    <a:pt x="4122378" y="2050487"/>
                  </a:lnTo>
                  <a:lnTo>
                    <a:pt x="4122503" y="2050487"/>
                  </a:lnTo>
                  <a:lnTo>
                    <a:pt x="4122628" y="2050487"/>
                  </a:lnTo>
                  <a:lnTo>
                    <a:pt x="4122753" y="2050487"/>
                  </a:lnTo>
                  <a:lnTo>
                    <a:pt x="4122878" y="2050487"/>
                  </a:lnTo>
                  <a:lnTo>
                    <a:pt x="4123003" y="2050487"/>
                  </a:lnTo>
                  <a:lnTo>
                    <a:pt x="4123128" y="2050487"/>
                  </a:lnTo>
                  <a:lnTo>
                    <a:pt x="4123253" y="2050487"/>
                  </a:lnTo>
                  <a:lnTo>
                    <a:pt x="4123378" y="2050487"/>
                  </a:lnTo>
                  <a:lnTo>
                    <a:pt x="4123503" y="2050487"/>
                  </a:lnTo>
                  <a:lnTo>
                    <a:pt x="4123628" y="2050487"/>
                  </a:lnTo>
                  <a:lnTo>
                    <a:pt x="4123753" y="2050487"/>
                  </a:lnTo>
                  <a:lnTo>
                    <a:pt x="4123878" y="2050487"/>
                  </a:lnTo>
                  <a:lnTo>
                    <a:pt x="4124003" y="2050487"/>
                  </a:lnTo>
                  <a:lnTo>
                    <a:pt x="4124128" y="2050487"/>
                  </a:lnTo>
                  <a:lnTo>
                    <a:pt x="4124253" y="2050487"/>
                  </a:lnTo>
                  <a:lnTo>
                    <a:pt x="4124378" y="2050487"/>
                  </a:lnTo>
                  <a:lnTo>
                    <a:pt x="4124503" y="2050487"/>
                  </a:lnTo>
                  <a:lnTo>
                    <a:pt x="4124628" y="2050487"/>
                  </a:lnTo>
                  <a:lnTo>
                    <a:pt x="4124753" y="2050487"/>
                  </a:lnTo>
                  <a:lnTo>
                    <a:pt x="4124878" y="2050487"/>
                  </a:lnTo>
                  <a:lnTo>
                    <a:pt x="4125003" y="2050487"/>
                  </a:lnTo>
                  <a:lnTo>
                    <a:pt x="4125129" y="2050487"/>
                  </a:lnTo>
                  <a:lnTo>
                    <a:pt x="4125254" y="2050487"/>
                  </a:lnTo>
                  <a:lnTo>
                    <a:pt x="4125379" y="2050487"/>
                  </a:lnTo>
                  <a:lnTo>
                    <a:pt x="4125504" y="2050487"/>
                  </a:lnTo>
                  <a:lnTo>
                    <a:pt x="4125629" y="2050487"/>
                  </a:lnTo>
                  <a:lnTo>
                    <a:pt x="4125754" y="2050487"/>
                  </a:lnTo>
                  <a:lnTo>
                    <a:pt x="4125879" y="2050487"/>
                  </a:lnTo>
                  <a:lnTo>
                    <a:pt x="4126004" y="2050487"/>
                  </a:lnTo>
                  <a:lnTo>
                    <a:pt x="4126129" y="2050487"/>
                  </a:lnTo>
                  <a:lnTo>
                    <a:pt x="4126254" y="2050487"/>
                  </a:lnTo>
                  <a:lnTo>
                    <a:pt x="4126379" y="2050487"/>
                  </a:lnTo>
                  <a:lnTo>
                    <a:pt x="4126504" y="2050487"/>
                  </a:lnTo>
                  <a:lnTo>
                    <a:pt x="4126629" y="2050487"/>
                  </a:lnTo>
                  <a:lnTo>
                    <a:pt x="4126754" y="2050487"/>
                  </a:lnTo>
                  <a:lnTo>
                    <a:pt x="4126754" y="2040533"/>
                  </a:lnTo>
                  <a:lnTo>
                    <a:pt x="4126879" y="2040533"/>
                  </a:lnTo>
                  <a:lnTo>
                    <a:pt x="4127004" y="2040533"/>
                  </a:lnTo>
                  <a:lnTo>
                    <a:pt x="4127129" y="2040533"/>
                  </a:lnTo>
                  <a:lnTo>
                    <a:pt x="4127254" y="2040533"/>
                  </a:lnTo>
                  <a:lnTo>
                    <a:pt x="4127379" y="2040533"/>
                  </a:lnTo>
                  <a:lnTo>
                    <a:pt x="4127504" y="2040533"/>
                  </a:lnTo>
                  <a:lnTo>
                    <a:pt x="4127629" y="2040533"/>
                  </a:lnTo>
                  <a:lnTo>
                    <a:pt x="4127754" y="2040533"/>
                  </a:lnTo>
                  <a:lnTo>
                    <a:pt x="4127879" y="2040533"/>
                  </a:lnTo>
                  <a:lnTo>
                    <a:pt x="4128004" y="2040533"/>
                  </a:lnTo>
                  <a:lnTo>
                    <a:pt x="4128130" y="2040533"/>
                  </a:lnTo>
                  <a:lnTo>
                    <a:pt x="4128255" y="2040533"/>
                  </a:lnTo>
                  <a:lnTo>
                    <a:pt x="4128380" y="2040533"/>
                  </a:lnTo>
                  <a:lnTo>
                    <a:pt x="4128505" y="2040533"/>
                  </a:lnTo>
                  <a:lnTo>
                    <a:pt x="4128630" y="2040533"/>
                  </a:lnTo>
                  <a:lnTo>
                    <a:pt x="4128755" y="2040533"/>
                  </a:lnTo>
                  <a:lnTo>
                    <a:pt x="4128880" y="2040533"/>
                  </a:lnTo>
                  <a:lnTo>
                    <a:pt x="4129005" y="2040533"/>
                  </a:lnTo>
                  <a:lnTo>
                    <a:pt x="4129130" y="2040533"/>
                  </a:lnTo>
                  <a:lnTo>
                    <a:pt x="4129255" y="2040533"/>
                  </a:lnTo>
                  <a:lnTo>
                    <a:pt x="4129380" y="2040533"/>
                  </a:lnTo>
                  <a:lnTo>
                    <a:pt x="4129505" y="2040533"/>
                  </a:lnTo>
                  <a:lnTo>
                    <a:pt x="4129630" y="2040533"/>
                  </a:lnTo>
                  <a:lnTo>
                    <a:pt x="4129755" y="2040533"/>
                  </a:lnTo>
                  <a:lnTo>
                    <a:pt x="4129880" y="2040533"/>
                  </a:lnTo>
                  <a:lnTo>
                    <a:pt x="4130005" y="2040533"/>
                  </a:lnTo>
                  <a:lnTo>
                    <a:pt x="4130130" y="2040533"/>
                  </a:lnTo>
                  <a:lnTo>
                    <a:pt x="4130255" y="2040533"/>
                  </a:lnTo>
                  <a:lnTo>
                    <a:pt x="4130380" y="2040533"/>
                  </a:lnTo>
                  <a:lnTo>
                    <a:pt x="4130505" y="2040533"/>
                  </a:lnTo>
                  <a:lnTo>
                    <a:pt x="4130630" y="2040533"/>
                  </a:lnTo>
                  <a:lnTo>
                    <a:pt x="4130755" y="2040533"/>
                  </a:lnTo>
                  <a:lnTo>
                    <a:pt x="4130880" y="2040533"/>
                  </a:lnTo>
                  <a:lnTo>
                    <a:pt x="4131005" y="2040533"/>
                  </a:lnTo>
                  <a:lnTo>
                    <a:pt x="4131131" y="2040533"/>
                  </a:lnTo>
                  <a:lnTo>
                    <a:pt x="4131256" y="2040533"/>
                  </a:lnTo>
                  <a:lnTo>
                    <a:pt x="4131381" y="2040533"/>
                  </a:lnTo>
                  <a:lnTo>
                    <a:pt x="4131506" y="2040533"/>
                  </a:lnTo>
                  <a:lnTo>
                    <a:pt x="4131631" y="2040533"/>
                  </a:lnTo>
                  <a:lnTo>
                    <a:pt x="4131756" y="2040533"/>
                  </a:lnTo>
                  <a:lnTo>
                    <a:pt x="4131881" y="2040533"/>
                  </a:lnTo>
                  <a:lnTo>
                    <a:pt x="4132006" y="2040533"/>
                  </a:lnTo>
                  <a:lnTo>
                    <a:pt x="4132131" y="2040533"/>
                  </a:lnTo>
                  <a:lnTo>
                    <a:pt x="4132256" y="2040533"/>
                  </a:lnTo>
                  <a:lnTo>
                    <a:pt x="4132381" y="2040533"/>
                  </a:lnTo>
                  <a:lnTo>
                    <a:pt x="4132506" y="2040533"/>
                  </a:lnTo>
                  <a:lnTo>
                    <a:pt x="4132631" y="2040533"/>
                  </a:lnTo>
                  <a:lnTo>
                    <a:pt x="4132756" y="2040533"/>
                  </a:lnTo>
                  <a:lnTo>
                    <a:pt x="4132881" y="2040533"/>
                  </a:lnTo>
                  <a:lnTo>
                    <a:pt x="4133006" y="2040533"/>
                  </a:lnTo>
                  <a:lnTo>
                    <a:pt x="4133131" y="2040533"/>
                  </a:lnTo>
                  <a:lnTo>
                    <a:pt x="4133256" y="2040533"/>
                  </a:lnTo>
                  <a:lnTo>
                    <a:pt x="4133381" y="2040533"/>
                  </a:lnTo>
                  <a:lnTo>
                    <a:pt x="4133506" y="2040533"/>
                  </a:lnTo>
                  <a:lnTo>
                    <a:pt x="4133631" y="2040533"/>
                  </a:lnTo>
                  <a:lnTo>
                    <a:pt x="4133756" y="2040533"/>
                  </a:lnTo>
                  <a:lnTo>
                    <a:pt x="4133881" y="2040533"/>
                  </a:lnTo>
                  <a:lnTo>
                    <a:pt x="4134006" y="2040533"/>
                  </a:lnTo>
                  <a:lnTo>
                    <a:pt x="4134132" y="2040533"/>
                  </a:lnTo>
                  <a:lnTo>
                    <a:pt x="4134257" y="2040533"/>
                  </a:lnTo>
                  <a:lnTo>
                    <a:pt x="4134382" y="2040533"/>
                  </a:lnTo>
                  <a:lnTo>
                    <a:pt x="4134507" y="2040533"/>
                  </a:lnTo>
                  <a:lnTo>
                    <a:pt x="4134632" y="2040533"/>
                  </a:lnTo>
                  <a:lnTo>
                    <a:pt x="4134757" y="2040533"/>
                  </a:lnTo>
                  <a:lnTo>
                    <a:pt x="4134882" y="2040533"/>
                  </a:lnTo>
                  <a:lnTo>
                    <a:pt x="4135007" y="2040533"/>
                  </a:lnTo>
                  <a:lnTo>
                    <a:pt x="4135132" y="2040533"/>
                  </a:lnTo>
                  <a:lnTo>
                    <a:pt x="4135257" y="2040533"/>
                  </a:lnTo>
                  <a:lnTo>
                    <a:pt x="4135382" y="2040533"/>
                  </a:lnTo>
                  <a:lnTo>
                    <a:pt x="4135507" y="2040533"/>
                  </a:lnTo>
                  <a:lnTo>
                    <a:pt x="4135632" y="2040533"/>
                  </a:lnTo>
                  <a:lnTo>
                    <a:pt x="4135757" y="2040533"/>
                  </a:lnTo>
                  <a:lnTo>
                    <a:pt x="4135882" y="2040533"/>
                  </a:lnTo>
                  <a:lnTo>
                    <a:pt x="4136007" y="2040533"/>
                  </a:lnTo>
                  <a:lnTo>
                    <a:pt x="4136132" y="2040533"/>
                  </a:lnTo>
                  <a:lnTo>
                    <a:pt x="4136257" y="2040533"/>
                  </a:lnTo>
                  <a:lnTo>
                    <a:pt x="4136382" y="2040533"/>
                  </a:lnTo>
                  <a:lnTo>
                    <a:pt x="4136507" y="2040533"/>
                  </a:lnTo>
                  <a:lnTo>
                    <a:pt x="4136632" y="2040533"/>
                  </a:lnTo>
                  <a:lnTo>
                    <a:pt x="4136757" y="2040533"/>
                  </a:lnTo>
                  <a:lnTo>
                    <a:pt x="4136882" y="2040533"/>
                  </a:lnTo>
                  <a:lnTo>
                    <a:pt x="4137007" y="2040533"/>
                  </a:lnTo>
                  <a:lnTo>
                    <a:pt x="4137133" y="2040533"/>
                  </a:lnTo>
                  <a:lnTo>
                    <a:pt x="4137258" y="2040533"/>
                  </a:lnTo>
                  <a:lnTo>
                    <a:pt x="4137383" y="2040533"/>
                  </a:lnTo>
                  <a:lnTo>
                    <a:pt x="4137508" y="2040533"/>
                  </a:lnTo>
                  <a:lnTo>
                    <a:pt x="4137633" y="2040533"/>
                  </a:lnTo>
                  <a:lnTo>
                    <a:pt x="4137758" y="2040533"/>
                  </a:lnTo>
                  <a:lnTo>
                    <a:pt x="4137883" y="2040533"/>
                  </a:lnTo>
                  <a:lnTo>
                    <a:pt x="4138008" y="2040533"/>
                  </a:lnTo>
                  <a:lnTo>
                    <a:pt x="4138133" y="2040533"/>
                  </a:lnTo>
                  <a:lnTo>
                    <a:pt x="4138258" y="2040533"/>
                  </a:lnTo>
                  <a:lnTo>
                    <a:pt x="4138383" y="2040533"/>
                  </a:lnTo>
                  <a:lnTo>
                    <a:pt x="4138508" y="2040533"/>
                  </a:lnTo>
                  <a:lnTo>
                    <a:pt x="4138633" y="2040533"/>
                  </a:lnTo>
                  <a:lnTo>
                    <a:pt x="4138758" y="2040533"/>
                  </a:lnTo>
                  <a:lnTo>
                    <a:pt x="4138883" y="2040533"/>
                  </a:lnTo>
                  <a:lnTo>
                    <a:pt x="4139008" y="2040533"/>
                  </a:lnTo>
                  <a:lnTo>
                    <a:pt x="4139133" y="2040533"/>
                  </a:lnTo>
                  <a:lnTo>
                    <a:pt x="4139258" y="2040533"/>
                  </a:lnTo>
                  <a:lnTo>
                    <a:pt x="4139383" y="2040533"/>
                  </a:lnTo>
                  <a:lnTo>
                    <a:pt x="4139508" y="2040533"/>
                  </a:lnTo>
                  <a:lnTo>
                    <a:pt x="4139633" y="2040533"/>
                  </a:lnTo>
                  <a:lnTo>
                    <a:pt x="4139758" y="2040533"/>
                  </a:lnTo>
                  <a:lnTo>
                    <a:pt x="4139883" y="2040533"/>
                  </a:lnTo>
                  <a:lnTo>
                    <a:pt x="4140008" y="2040533"/>
                  </a:lnTo>
                  <a:lnTo>
                    <a:pt x="4140134" y="2040533"/>
                  </a:lnTo>
                  <a:lnTo>
                    <a:pt x="4140259" y="2040533"/>
                  </a:lnTo>
                  <a:lnTo>
                    <a:pt x="4140384" y="2040533"/>
                  </a:lnTo>
                  <a:lnTo>
                    <a:pt x="4140509" y="2040533"/>
                  </a:lnTo>
                  <a:lnTo>
                    <a:pt x="4140634" y="2040533"/>
                  </a:lnTo>
                  <a:lnTo>
                    <a:pt x="4140759" y="2040533"/>
                  </a:lnTo>
                  <a:lnTo>
                    <a:pt x="4140884" y="2040533"/>
                  </a:lnTo>
                  <a:lnTo>
                    <a:pt x="4141009" y="2040533"/>
                  </a:lnTo>
                  <a:lnTo>
                    <a:pt x="4141134" y="2040533"/>
                  </a:lnTo>
                  <a:lnTo>
                    <a:pt x="4141259" y="2040533"/>
                  </a:lnTo>
                  <a:lnTo>
                    <a:pt x="4141384" y="2040533"/>
                  </a:lnTo>
                  <a:lnTo>
                    <a:pt x="4141509" y="2040533"/>
                  </a:lnTo>
                  <a:lnTo>
                    <a:pt x="4141634" y="2040533"/>
                  </a:lnTo>
                  <a:lnTo>
                    <a:pt x="4141759" y="2040533"/>
                  </a:lnTo>
                  <a:lnTo>
                    <a:pt x="4141884" y="2040533"/>
                  </a:lnTo>
                  <a:lnTo>
                    <a:pt x="4142009" y="2040533"/>
                  </a:lnTo>
                  <a:lnTo>
                    <a:pt x="4142134" y="2040533"/>
                  </a:lnTo>
                  <a:lnTo>
                    <a:pt x="4142259" y="2040533"/>
                  </a:lnTo>
                  <a:lnTo>
                    <a:pt x="4142384" y="2040533"/>
                  </a:lnTo>
                  <a:lnTo>
                    <a:pt x="4142509" y="2040533"/>
                  </a:lnTo>
                  <a:lnTo>
                    <a:pt x="4142634" y="2040533"/>
                  </a:lnTo>
                  <a:lnTo>
                    <a:pt x="4142759" y="2040533"/>
                  </a:lnTo>
                  <a:lnTo>
                    <a:pt x="4142884" y="2040533"/>
                  </a:lnTo>
                  <a:lnTo>
                    <a:pt x="4143009" y="2040533"/>
                  </a:lnTo>
                  <a:lnTo>
                    <a:pt x="4143135" y="2040533"/>
                  </a:lnTo>
                  <a:lnTo>
                    <a:pt x="4143260" y="2040533"/>
                  </a:lnTo>
                  <a:lnTo>
                    <a:pt x="4143385" y="2040533"/>
                  </a:lnTo>
                  <a:lnTo>
                    <a:pt x="4143510" y="2040533"/>
                  </a:lnTo>
                  <a:lnTo>
                    <a:pt x="4143635" y="2040533"/>
                  </a:lnTo>
                  <a:lnTo>
                    <a:pt x="4143760" y="2040533"/>
                  </a:lnTo>
                  <a:lnTo>
                    <a:pt x="4143760" y="2030579"/>
                  </a:lnTo>
                  <a:lnTo>
                    <a:pt x="4143885" y="2030579"/>
                  </a:lnTo>
                  <a:lnTo>
                    <a:pt x="4144010" y="2030579"/>
                  </a:lnTo>
                  <a:lnTo>
                    <a:pt x="4144135" y="2030579"/>
                  </a:lnTo>
                  <a:lnTo>
                    <a:pt x="4144260" y="2030579"/>
                  </a:lnTo>
                  <a:lnTo>
                    <a:pt x="4144385" y="2030579"/>
                  </a:lnTo>
                  <a:lnTo>
                    <a:pt x="4144510" y="2030579"/>
                  </a:lnTo>
                  <a:lnTo>
                    <a:pt x="4144635" y="2030579"/>
                  </a:lnTo>
                  <a:lnTo>
                    <a:pt x="4144760" y="2030579"/>
                  </a:lnTo>
                  <a:lnTo>
                    <a:pt x="4144885" y="2030579"/>
                  </a:lnTo>
                  <a:lnTo>
                    <a:pt x="4145010" y="2030579"/>
                  </a:lnTo>
                  <a:lnTo>
                    <a:pt x="4145135" y="2030579"/>
                  </a:lnTo>
                  <a:lnTo>
                    <a:pt x="4145260" y="2030579"/>
                  </a:lnTo>
                  <a:lnTo>
                    <a:pt x="4145385" y="2030579"/>
                  </a:lnTo>
                  <a:lnTo>
                    <a:pt x="4145510" y="2030579"/>
                  </a:lnTo>
                  <a:lnTo>
                    <a:pt x="4145635" y="2030579"/>
                  </a:lnTo>
                  <a:lnTo>
                    <a:pt x="4145635" y="2020625"/>
                  </a:lnTo>
                  <a:lnTo>
                    <a:pt x="4145760" y="2020625"/>
                  </a:lnTo>
                  <a:lnTo>
                    <a:pt x="4145885" y="2020625"/>
                  </a:lnTo>
                  <a:lnTo>
                    <a:pt x="4146010" y="2020625"/>
                  </a:lnTo>
                  <a:lnTo>
                    <a:pt x="4146136" y="2020625"/>
                  </a:lnTo>
                  <a:lnTo>
                    <a:pt x="4146261" y="2020625"/>
                  </a:lnTo>
                  <a:lnTo>
                    <a:pt x="4146386" y="2020625"/>
                  </a:lnTo>
                  <a:lnTo>
                    <a:pt x="4146511" y="2020625"/>
                  </a:lnTo>
                  <a:lnTo>
                    <a:pt x="4146636" y="2020625"/>
                  </a:lnTo>
                  <a:lnTo>
                    <a:pt x="4146761" y="2020625"/>
                  </a:lnTo>
                  <a:lnTo>
                    <a:pt x="4146886" y="2020625"/>
                  </a:lnTo>
                  <a:lnTo>
                    <a:pt x="4147011" y="2020625"/>
                  </a:lnTo>
                  <a:lnTo>
                    <a:pt x="4147136" y="2020625"/>
                  </a:lnTo>
                  <a:lnTo>
                    <a:pt x="4147261" y="2020625"/>
                  </a:lnTo>
                  <a:lnTo>
                    <a:pt x="4147386" y="2020625"/>
                  </a:lnTo>
                  <a:lnTo>
                    <a:pt x="4147511" y="2020625"/>
                  </a:lnTo>
                  <a:lnTo>
                    <a:pt x="4147636" y="2020625"/>
                  </a:lnTo>
                  <a:lnTo>
                    <a:pt x="4147761" y="2020625"/>
                  </a:lnTo>
                  <a:lnTo>
                    <a:pt x="4147886" y="2020625"/>
                  </a:lnTo>
                  <a:lnTo>
                    <a:pt x="4148011" y="2020625"/>
                  </a:lnTo>
                  <a:lnTo>
                    <a:pt x="4148136" y="2020625"/>
                  </a:lnTo>
                  <a:lnTo>
                    <a:pt x="4148261" y="2020625"/>
                  </a:lnTo>
                  <a:lnTo>
                    <a:pt x="4148386" y="2020625"/>
                  </a:lnTo>
                  <a:lnTo>
                    <a:pt x="4148511" y="2020625"/>
                  </a:lnTo>
                  <a:lnTo>
                    <a:pt x="4148636" y="2020625"/>
                  </a:lnTo>
                  <a:lnTo>
                    <a:pt x="4148761" y="2020625"/>
                  </a:lnTo>
                  <a:lnTo>
                    <a:pt x="4148886" y="2020625"/>
                  </a:lnTo>
                  <a:lnTo>
                    <a:pt x="4149011" y="2020625"/>
                  </a:lnTo>
                  <a:lnTo>
                    <a:pt x="4149137" y="2020625"/>
                  </a:lnTo>
                  <a:lnTo>
                    <a:pt x="4149262" y="2020625"/>
                  </a:lnTo>
                  <a:lnTo>
                    <a:pt x="4149387" y="2020625"/>
                  </a:lnTo>
                  <a:lnTo>
                    <a:pt x="4149512" y="2020625"/>
                  </a:lnTo>
                  <a:lnTo>
                    <a:pt x="4149637" y="2020625"/>
                  </a:lnTo>
                  <a:lnTo>
                    <a:pt x="4149762" y="2020625"/>
                  </a:lnTo>
                  <a:lnTo>
                    <a:pt x="4149887" y="2020625"/>
                  </a:lnTo>
                  <a:lnTo>
                    <a:pt x="4150012" y="2020625"/>
                  </a:lnTo>
                  <a:lnTo>
                    <a:pt x="4150137" y="2020625"/>
                  </a:lnTo>
                  <a:lnTo>
                    <a:pt x="4150262" y="2020625"/>
                  </a:lnTo>
                  <a:lnTo>
                    <a:pt x="4150387" y="2020625"/>
                  </a:lnTo>
                  <a:lnTo>
                    <a:pt x="4150512" y="2020625"/>
                  </a:lnTo>
                  <a:lnTo>
                    <a:pt x="4150637" y="2020625"/>
                  </a:lnTo>
                  <a:lnTo>
                    <a:pt x="4150762" y="2020625"/>
                  </a:lnTo>
                  <a:lnTo>
                    <a:pt x="4150887" y="2020625"/>
                  </a:lnTo>
                  <a:lnTo>
                    <a:pt x="4151012" y="2020625"/>
                  </a:lnTo>
                  <a:lnTo>
                    <a:pt x="4151137" y="2020625"/>
                  </a:lnTo>
                  <a:lnTo>
                    <a:pt x="4151262" y="2020625"/>
                  </a:lnTo>
                  <a:lnTo>
                    <a:pt x="4151387" y="2020625"/>
                  </a:lnTo>
                  <a:lnTo>
                    <a:pt x="4151512" y="2020625"/>
                  </a:lnTo>
                  <a:lnTo>
                    <a:pt x="4151637" y="2020625"/>
                  </a:lnTo>
                  <a:lnTo>
                    <a:pt x="4151762" y="2020625"/>
                  </a:lnTo>
                  <a:lnTo>
                    <a:pt x="4151887" y="2020625"/>
                  </a:lnTo>
                  <a:lnTo>
                    <a:pt x="4152013" y="2020625"/>
                  </a:lnTo>
                  <a:lnTo>
                    <a:pt x="4152138" y="2020625"/>
                  </a:lnTo>
                  <a:lnTo>
                    <a:pt x="4152263" y="2020625"/>
                  </a:lnTo>
                  <a:lnTo>
                    <a:pt x="4152388" y="2020625"/>
                  </a:lnTo>
                  <a:lnTo>
                    <a:pt x="4152513" y="2020625"/>
                  </a:lnTo>
                  <a:lnTo>
                    <a:pt x="4152638" y="2020625"/>
                  </a:lnTo>
                  <a:lnTo>
                    <a:pt x="4152763" y="2020625"/>
                  </a:lnTo>
                  <a:lnTo>
                    <a:pt x="4152888" y="2020625"/>
                  </a:lnTo>
                  <a:lnTo>
                    <a:pt x="4153013" y="2020625"/>
                  </a:lnTo>
                  <a:lnTo>
                    <a:pt x="4153138" y="2020625"/>
                  </a:lnTo>
                  <a:lnTo>
                    <a:pt x="4153263" y="2020625"/>
                  </a:lnTo>
                  <a:lnTo>
                    <a:pt x="4153388" y="2020625"/>
                  </a:lnTo>
                  <a:lnTo>
                    <a:pt x="4153513" y="2020625"/>
                  </a:lnTo>
                  <a:lnTo>
                    <a:pt x="4153638" y="2020625"/>
                  </a:lnTo>
                  <a:lnTo>
                    <a:pt x="4153763" y="2020625"/>
                  </a:lnTo>
                  <a:lnTo>
                    <a:pt x="4153888" y="2020625"/>
                  </a:lnTo>
                  <a:lnTo>
                    <a:pt x="4154013" y="2020625"/>
                  </a:lnTo>
                  <a:lnTo>
                    <a:pt x="4154138" y="2020625"/>
                  </a:lnTo>
                  <a:lnTo>
                    <a:pt x="4154263" y="2020625"/>
                  </a:lnTo>
                  <a:lnTo>
                    <a:pt x="4154388" y="2020625"/>
                  </a:lnTo>
                  <a:lnTo>
                    <a:pt x="4154513" y="2020625"/>
                  </a:lnTo>
                  <a:lnTo>
                    <a:pt x="4154638" y="2020625"/>
                  </a:lnTo>
                  <a:lnTo>
                    <a:pt x="4154763" y="2020625"/>
                  </a:lnTo>
                  <a:lnTo>
                    <a:pt x="4154888" y="2020625"/>
                  </a:lnTo>
                  <a:lnTo>
                    <a:pt x="4155014" y="2020625"/>
                  </a:lnTo>
                  <a:lnTo>
                    <a:pt x="4155139" y="2020625"/>
                  </a:lnTo>
                  <a:lnTo>
                    <a:pt x="4155264" y="2020625"/>
                  </a:lnTo>
                  <a:lnTo>
                    <a:pt x="4155389" y="2020625"/>
                  </a:lnTo>
                  <a:lnTo>
                    <a:pt x="4155514" y="2020625"/>
                  </a:lnTo>
                  <a:lnTo>
                    <a:pt x="4155639" y="2020625"/>
                  </a:lnTo>
                  <a:lnTo>
                    <a:pt x="4155764" y="2020625"/>
                  </a:lnTo>
                  <a:lnTo>
                    <a:pt x="4155889" y="2020625"/>
                  </a:lnTo>
                  <a:lnTo>
                    <a:pt x="4156014" y="2020625"/>
                  </a:lnTo>
                  <a:lnTo>
                    <a:pt x="4156139" y="2020625"/>
                  </a:lnTo>
                  <a:lnTo>
                    <a:pt x="4156264" y="2020625"/>
                  </a:lnTo>
                  <a:lnTo>
                    <a:pt x="4156389" y="2020625"/>
                  </a:lnTo>
                  <a:lnTo>
                    <a:pt x="4156514" y="2020625"/>
                  </a:lnTo>
                  <a:lnTo>
                    <a:pt x="4156639" y="2020625"/>
                  </a:lnTo>
                  <a:lnTo>
                    <a:pt x="4156764" y="2020625"/>
                  </a:lnTo>
                  <a:lnTo>
                    <a:pt x="4156889" y="2020625"/>
                  </a:lnTo>
                  <a:lnTo>
                    <a:pt x="4157014" y="2020625"/>
                  </a:lnTo>
                  <a:lnTo>
                    <a:pt x="4157139" y="2020625"/>
                  </a:lnTo>
                  <a:lnTo>
                    <a:pt x="4157264" y="2020625"/>
                  </a:lnTo>
                  <a:lnTo>
                    <a:pt x="4157389" y="2020625"/>
                  </a:lnTo>
                  <a:lnTo>
                    <a:pt x="4157514" y="2020625"/>
                  </a:lnTo>
                  <a:lnTo>
                    <a:pt x="4157639" y="2020625"/>
                  </a:lnTo>
                  <a:lnTo>
                    <a:pt x="4157764" y="2020625"/>
                  </a:lnTo>
                  <a:lnTo>
                    <a:pt x="4157889" y="2020625"/>
                  </a:lnTo>
                  <a:lnTo>
                    <a:pt x="4158015" y="2020625"/>
                  </a:lnTo>
                  <a:lnTo>
                    <a:pt x="4158140" y="2020625"/>
                  </a:lnTo>
                  <a:lnTo>
                    <a:pt x="4158265" y="2020625"/>
                  </a:lnTo>
                  <a:lnTo>
                    <a:pt x="4158390" y="2020625"/>
                  </a:lnTo>
                  <a:lnTo>
                    <a:pt x="4158515" y="2020625"/>
                  </a:lnTo>
                  <a:lnTo>
                    <a:pt x="4158640" y="2020625"/>
                  </a:lnTo>
                  <a:lnTo>
                    <a:pt x="4158765" y="2020625"/>
                  </a:lnTo>
                  <a:lnTo>
                    <a:pt x="4158890" y="2020625"/>
                  </a:lnTo>
                  <a:lnTo>
                    <a:pt x="4159015" y="2020625"/>
                  </a:lnTo>
                  <a:lnTo>
                    <a:pt x="4159140" y="2020625"/>
                  </a:lnTo>
                  <a:lnTo>
                    <a:pt x="4159265" y="2020625"/>
                  </a:lnTo>
                  <a:lnTo>
                    <a:pt x="4159390" y="2020625"/>
                  </a:lnTo>
                  <a:lnTo>
                    <a:pt x="4159515" y="2020625"/>
                  </a:lnTo>
                  <a:lnTo>
                    <a:pt x="4159640" y="2020625"/>
                  </a:lnTo>
                  <a:lnTo>
                    <a:pt x="4159765" y="2020625"/>
                  </a:lnTo>
                  <a:lnTo>
                    <a:pt x="4159890" y="2020625"/>
                  </a:lnTo>
                  <a:lnTo>
                    <a:pt x="4160015" y="2020625"/>
                  </a:lnTo>
                  <a:lnTo>
                    <a:pt x="4160140" y="2020625"/>
                  </a:lnTo>
                  <a:lnTo>
                    <a:pt x="4160265" y="2020625"/>
                  </a:lnTo>
                  <a:lnTo>
                    <a:pt x="4160390" y="2020625"/>
                  </a:lnTo>
                  <a:lnTo>
                    <a:pt x="4160515" y="2020625"/>
                  </a:lnTo>
                  <a:lnTo>
                    <a:pt x="4160640" y="2020625"/>
                  </a:lnTo>
                  <a:lnTo>
                    <a:pt x="4160765" y="2020625"/>
                  </a:lnTo>
                  <a:lnTo>
                    <a:pt x="4160890" y="2020625"/>
                  </a:lnTo>
                  <a:lnTo>
                    <a:pt x="4161016" y="2020625"/>
                  </a:lnTo>
                  <a:lnTo>
                    <a:pt x="4161141" y="2020625"/>
                  </a:lnTo>
                  <a:lnTo>
                    <a:pt x="4161266" y="2020625"/>
                  </a:lnTo>
                  <a:lnTo>
                    <a:pt x="4161391" y="2020625"/>
                  </a:lnTo>
                  <a:lnTo>
                    <a:pt x="4161516" y="2020625"/>
                  </a:lnTo>
                  <a:lnTo>
                    <a:pt x="4161641" y="2020625"/>
                  </a:lnTo>
                  <a:lnTo>
                    <a:pt x="4161766" y="2020625"/>
                  </a:lnTo>
                  <a:lnTo>
                    <a:pt x="4161891" y="2020625"/>
                  </a:lnTo>
                  <a:lnTo>
                    <a:pt x="4162016" y="2020625"/>
                  </a:lnTo>
                  <a:lnTo>
                    <a:pt x="4162141" y="2020625"/>
                  </a:lnTo>
                  <a:lnTo>
                    <a:pt x="4162266" y="2020625"/>
                  </a:lnTo>
                  <a:lnTo>
                    <a:pt x="4162391" y="2020625"/>
                  </a:lnTo>
                  <a:lnTo>
                    <a:pt x="4162516" y="2020625"/>
                  </a:lnTo>
                  <a:lnTo>
                    <a:pt x="4162641" y="2020625"/>
                  </a:lnTo>
                  <a:lnTo>
                    <a:pt x="4162766" y="2020625"/>
                  </a:lnTo>
                  <a:lnTo>
                    <a:pt x="4162891" y="2020625"/>
                  </a:lnTo>
                  <a:lnTo>
                    <a:pt x="4163016" y="2020625"/>
                  </a:lnTo>
                  <a:lnTo>
                    <a:pt x="4163141" y="2020625"/>
                  </a:lnTo>
                  <a:lnTo>
                    <a:pt x="4163266" y="2020625"/>
                  </a:lnTo>
                  <a:lnTo>
                    <a:pt x="4163391" y="2020625"/>
                  </a:lnTo>
                  <a:lnTo>
                    <a:pt x="4163516" y="2020625"/>
                  </a:lnTo>
                  <a:lnTo>
                    <a:pt x="4163641" y="2020625"/>
                  </a:lnTo>
                  <a:lnTo>
                    <a:pt x="4163766" y="2020625"/>
                  </a:lnTo>
                  <a:lnTo>
                    <a:pt x="4163891" y="2020625"/>
                  </a:lnTo>
                  <a:lnTo>
                    <a:pt x="4164017" y="2020625"/>
                  </a:lnTo>
                  <a:lnTo>
                    <a:pt x="4164142" y="2020625"/>
                  </a:lnTo>
                  <a:lnTo>
                    <a:pt x="4164267" y="2020625"/>
                  </a:lnTo>
                  <a:lnTo>
                    <a:pt x="4164392" y="2020625"/>
                  </a:lnTo>
                  <a:lnTo>
                    <a:pt x="4164517" y="2020625"/>
                  </a:lnTo>
                  <a:lnTo>
                    <a:pt x="4164642" y="2020625"/>
                  </a:lnTo>
                  <a:lnTo>
                    <a:pt x="4164767" y="2020625"/>
                  </a:lnTo>
                  <a:lnTo>
                    <a:pt x="4164892" y="2020625"/>
                  </a:lnTo>
                  <a:lnTo>
                    <a:pt x="4165017" y="2020625"/>
                  </a:lnTo>
                  <a:lnTo>
                    <a:pt x="4165142" y="2020625"/>
                  </a:lnTo>
                  <a:lnTo>
                    <a:pt x="4165267" y="2020625"/>
                  </a:lnTo>
                  <a:lnTo>
                    <a:pt x="4165392" y="2020625"/>
                  </a:lnTo>
                  <a:lnTo>
                    <a:pt x="4165517" y="2020625"/>
                  </a:lnTo>
                  <a:lnTo>
                    <a:pt x="4165642" y="2020625"/>
                  </a:lnTo>
                  <a:lnTo>
                    <a:pt x="4165767" y="2020625"/>
                  </a:lnTo>
                  <a:lnTo>
                    <a:pt x="4165892" y="2020625"/>
                  </a:lnTo>
                  <a:lnTo>
                    <a:pt x="4166017" y="2020625"/>
                  </a:lnTo>
                  <a:lnTo>
                    <a:pt x="4166142" y="2020625"/>
                  </a:lnTo>
                  <a:lnTo>
                    <a:pt x="4166267" y="2020625"/>
                  </a:lnTo>
                  <a:lnTo>
                    <a:pt x="4166392" y="2020625"/>
                  </a:lnTo>
                  <a:lnTo>
                    <a:pt x="4166517" y="2020625"/>
                  </a:lnTo>
                  <a:lnTo>
                    <a:pt x="4166642" y="2020625"/>
                  </a:lnTo>
                  <a:lnTo>
                    <a:pt x="4166767" y="2020625"/>
                  </a:lnTo>
                  <a:lnTo>
                    <a:pt x="4166892" y="2020625"/>
                  </a:lnTo>
                  <a:lnTo>
                    <a:pt x="4167018" y="2020625"/>
                  </a:lnTo>
                  <a:lnTo>
                    <a:pt x="4167143" y="2020625"/>
                  </a:lnTo>
                  <a:lnTo>
                    <a:pt x="4167268" y="2020625"/>
                  </a:lnTo>
                  <a:lnTo>
                    <a:pt x="4167393" y="2020625"/>
                  </a:lnTo>
                  <a:lnTo>
                    <a:pt x="4167518" y="2020625"/>
                  </a:lnTo>
                  <a:lnTo>
                    <a:pt x="4167643" y="2020625"/>
                  </a:lnTo>
                  <a:lnTo>
                    <a:pt x="4167768" y="2020625"/>
                  </a:lnTo>
                  <a:lnTo>
                    <a:pt x="4167893" y="2020625"/>
                  </a:lnTo>
                  <a:lnTo>
                    <a:pt x="4168018" y="2020625"/>
                  </a:lnTo>
                  <a:lnTo>
                    <a:pt x="4168143" y="2020625"/>
                  </a:lnTo>
                  <a:lnTo>
                    <a:pt x="4168268" y="2020625"/>
                  </a:lnTo>
                  <a:lnTo>
                    <a:pt x="4168393" y="2020625"/>
                  </a:lnTo>
                  <a:lnTo>
                    <a:pt x="4168518" y="2020625"/>
                  </a:lnTo>
                  <a:lnTo>
                    <a:pt x="4168643" y="2020625"/>
                  </a:lnTo>
                  <a:lnTo>
                    <a:pt x="4168768" y="2020625"/>
                  </a:lnTo>
                  <a:lnTo>
                    <a:pt x="4168893" y="2020625"/>
                  </a:lnTo>
                  <a:lnTo>
                    <a:pt x="4169018" y="2020625"/>
                  </a:lnTo>
                  <a:lnTo>
                    <a:pt x="4169143" y="2020625"/>
                  </a:lnTo>
                  <a:lnTo>
                    <a:pt x="4169268" y="2020625"/>
                  </a:lnTo>
                  <a:lnTo>
                    <a:pt x="4169393" y="2020625"/>
                  </a:lnTo>
                  <a:lnTo>
                    <a:pt x="4169518" y="2020625"/>
                  </a:lnTo>
                  <a:lnTo>
                    <a:pt x="4169643" y="2020625"/>
                  </a:lnTo>
                  <a:lnTo>
                    <a:pt x="4169768" y="2020625"/>
                  </a:lnTo>
                  <a:lnTo>
                    <a:pt x="4169893" y="2020625"/>
                  </a:lnTo>
                  <a:lnTo>
                    <a:pt x="4170019" y="2020625"/>
                  </a:lnTo>
                  <a:lnTo>
                    <a:pt x="4170144" y="2020625"/>
                  </a:lnTo>
                  <a:lnTo>
                    <a:pt x="4170269" y="2020625"/>
                  </a:lnTo>
                  <a:lnTo>
                    <a:pt x="4170394" y="2020625"/>
                  </a:lnTo>
                  <a:lnTo>
                    <a:pt x="4170519" y="2020625"/>
                  </a:lnTo>
                  <a:lnTo>
                    <a:pt x="4170644" y="2020625"/>
                  </a:lnTo>
                  <a:lnTo>
                    <a:pt x="4170769" y="2020625"/>
                  </a:lnTo>
                  <a:lnTo>
                    <a:pt x="4170894" y="2020625"/>
                  </a:lnTo>
                  <a:lnTo>
                    <a:pt x="4171019" y="2020625"/>
                  </a:lnTo>
                  <a:lnTo>
                    <a:pt x="4171144" y="2020625"/>
                  </a:lnTo>
                  <a:lnTo>
                    <a:pt x="4171269" y="2020625"/>
                  </a:lnTo>
                  <a:lnTo>
                    <a:pt x="4171394" y="2020625"/>
                  </a:lnTo>
                  <a:lnTo>
                    <a:pt x="4171519" y="2020625"/>
                  </a:lnTo>
                  <a:lnTo>
                    <a:pt x="4171644" y="2020625"/>
                  </a:lnTo>
                  <a:lnTo>
                    <a:pt x="4171769" y="2020625"/>
                  </a:lnTo>
                  <a:lnTo>
                    <a:pt x="4171894" y="2020625"/>
                  </a:lnTo>
                  <a:lnTo>
                    <a:pt x="4172019" y="2020625"/>
                  </a:lnTo>
                  <a:lnTo>
                    <a:pt x="4172144" y="2020625"/>
                  </a:lnTo>
                  <a:lnTo>
                    <a:pt x="4172269" y="2020625"/>
                  </a:lnTo>
                  <a:lnTo>
                    <a:pt x="4172394" y="2020625"/>
                  </a:lnTo>
                  <a:lnTo>
                    <a:pt x="4172519" y="2020625"/>
                  </a:lnTo>
                  <a:lnTo>
                    <a:pt x="4172644" y="2020625"/>
                  </a:lnTo>
                  <a:lnTo>
                    <a:pt x="4172769" y="2020625"/>
                  </a:lnTo>
                  <a:lnTo>
                    <a:pt x="4172894" y="2020625"/>
                  </a:lnTo>
                  <a:lnTo>
                    <a:pt x="4173020" y="2020625"/>
                  </a:lnTo>
                  <a:lnTo>
                    <a:pt x="4173145" y="2020625"/>
                  </a:lnTo>
                  <a:lnTo>
                    <a:pt x="4173270" y="2020625"/>
                  </a:lnTo>
                  <a:lnTo>
                    <a:pt x="4173270" y="2010672"/>
                  </a:lnTo>
                  <a:lnTo>
                    <a:pt x="4173395" y="2010672"/>
                  </a:lnTo>
                  <a:lnTo>
                    <a:pt x="4173520" y="2010672"/>
                  </a:lnTo>
                  <a:lnTo>
                    <a:pt x="4173645" y="2010672"/>
                  </a:lnTo>
                  <a:lnTo>
                    <a:pt x="4173770" y="2010672"/>
                  </a:lnTo>
                  <a:lnTo>
                    <a:pt x="4173895" y="2010672"/>
                  </a:lnTo>
                  <a:lnTo>
                    <a:pt x="4174020" y="2010672"/>
                  </a:lnTo>
                  <a:lnTo>
                    <a:pt x="4174145" y="2010672"/>
                  </a:lnTo>
                  <a:lnTo>
                    <a:pt x="4174270" y="2010672"/>
                  </a:lnTo>
                  <a:lnTo>
                    <a:pt x="4174395" y="2010672"/>
                  </a:lnTo>
                  <a:lnTo>
                    <a:pt x="4174520" y="2010672"/>
                  </a:lnTo>
                  <a:lnTo>
                    <a:pt x="4174645" y="2010672"/>
                  </a:lnTo>
                  <a:lnTo>
                    <a:pt x="4174770" y="2010672"/>
                  </a:lnTo>
                  <a:lnTo>
                    <a:pt x="4174895" y="2010672"/>
                  </a:lnTo>
                  <a:lnTo>
                    <a:pt x="4175020" y="2010672"/>
                  </a:lnTo>
                  <a:lnTo>
                    <a:pt x="4175145" y="2010672"/>
                  </a:lnTo>
                  <a:lnTo>
                    <a:pt x="4175270" y="2010672"/>
                  </a:lnTo>
                  <a:lnTo>
                    <a:pt x="4175395" y="2010672"/>
                  </a:lnTo>
                  <a:lnTo>
                    <a:pt x="4175520" y="2010672"/>
                  </a:lnTo>
                  <a:lnTo>
                    <a:pt x="4175645" y="2010672"/>
                  </a:lnTo>
                  <a:lnTo>
                    <a:pt x="4175770" y="2010672"/>
                  </a:lnTo>
                  <a:lnTo>
                    <a:pt x="4175895" y="2010672"/>
                  </a:lnTo>
                  <a:lnTo>
                    <a:pt x="4176021" y="2010672"/>
                  </a:lnTo>
                  <a:lnTo>
                    <a:pt x="4176146" y="2010672"/>
                  </a:lnTo>
                  <a:lnTo>
                    <a:pt x="4176271" y="2010672"/>
                  </a:lnTo>
                  <a:lnTo>
                    <a:pt x="4176396" y="2010672"/>
                  </a:lnTo>
                  <a:lnTo>
                    <a:pt x="4176521" y="2010672"/>
                  </a:lnTo>
                  <a:lnTo>
                    <a:pt x="4176646" y="2010672"/>
                  </a:lnTo>
                  <a:lnTo>
                    <a:pt x="4176771" y="2010672"/>
                  </a:lnTo>
                  <a:lnTo>
                    <a:pt x="4176896" y="2010672"/>
                  </a:lnTo>
                  <a:lnTo>
                    <a:pt x="4177021" y="2010672"/>
                  </a:lnTo>
                  <a:lnTo>
                    <a:pt x="4177146" y="2010672"/>
                  </a:lnTo>
                  <a:lnTo>
                    <a:pt x="4177271" y="2010672"/>
                  </a:lnTo>
                  <a:lnTo>
                    <a:pt x="4177396" y="2010672"/>
                  </a:lnTo>
                  <a:lnTo>
                    <a:pt x="4177521" y="2010672"/>
                  </a:lnTo>
                  <a:lnTo>
                    <a:pt x="4177646" y="2010672"/>
                  </a:lnTo>
                  <a:lnTo>
                    <a:pt x="4177771" y="2010672"/>
                  </a:lnTo>
                  <a:lnTo>
                    <a:pt x="4177896" y="2010672"/>
                  </a:lnTo>
                  <a:lnTo>
                    <a:pt x="4178021" y="2010672"/>
                  </a:lnTo>
                  <a:lnTo>
                    <a:pt x="4178146" y="2010672"/>
                  </a:lnTo>
                  <a:lnTo>
                    <a:pt x="4178271" y="2010672"/>
                  </a:lnTo>
                  <a:lnTo>
                    <a:pt x="4178396" y="2010672"/>
                  </a:lnTo>
                  <a:lnTo>
                    <a:pt x="4178521" y="2010672"/>
                  </a:lnTo>
                  <a:lnTo>
                    <a:pt x="4178646" y="2010672"/>
                  </a:lnTo>
                  <a:lnTo>
                    <a:pt x="4178771" y="2010672"/>
                  </a:lnTo>
                  <a:lnTo>
                    <a:pt x="4178896" y="2010672"/>
                  </a:lnTo>
                  <a:lnTo>
                    <a:pt x="4179022" y="2010672"/>
                  </a:lnTo>
                  <a:lnTo>
                    <a:pt x="4179147" y="2010672"/>
                  </a:lnTo>
                  <a:lnTo>
                    <a:pt x="4179272" y="2010672"/>
                  </a:lnTo>
                  <a:lnTo>
                    <a:pt x="4179397" y="2010672"/>
                  </a:lnTo>
                  <a:lnTo>
                    <a:pt x="4179522" y="2010672"/>
                  </a:lnTo>
                  <a:lnTo>
                    <a:pt x="4179647" y="2010672"/>
                  </a:lnTo>
                  <a:lnTo>
                    <a:pt x="4179772" y="2010672"/>
                  </a:lnTo>
                  <a:lnTo>
                    <a:pt x="4179897" y="2010672"/>
                  </a:lnTo>
                  <a:lnTo>
                    <a:pt x="4180022" y="2010672"/>
                  </a:lnTo>
                  <a:lnTo>
                    <a:pt x="4180147" y="2010672"/>
                  </a:lnTo>
                  <a:lnTo>
                    <a:pt x="4180272" y="2010672"/>
                  </a:lnTo>
                  <a:lnTo>
                    <a:pt x="4180397" y="2010672"/>
                  </a:lnTo>
                  <a:lnTo>
                    <a:pt x="4180397" y="2000718"/>
                  </a:lnTo>
                  <a:lnTo>
                    <a:pt x="4180522" y="2000718"/>
                  </a:lnTo>
                  <a:lnTo>
                    <a:pt x="4180647" y="2000718"/>
                  </a:lnTo>
                  <a:lnTo>
                    <a:pt x="4180772" y="2000718"/>
                  </a:lnTo>
                  <a:lnTo>
                    <a:pt x="4180897" y="2000718"/>
                  </a:lnTo>
                  <a:lnTo>
                    <a:pt x="4181022" y="2000718"/>
                  </a:lnTo>
                  <a:lnTo>
                    <a:pt x="4181147" y="2000718"/>
                  </a:lnTo>
                  <a:lnTo>
                    <a:pt x="4181272" y="2000718"/>
                  </a:lnTo>
                  <a:lnTo>
                    <a:pt x="4181397" y="2000718"/>
                  </a:lnTo>
                  <a:lnTo>
                    <a:pt x="4181522" y="2000718"/>
                  </a:lnTo>
                  <a:lnTo>
                    <a:pt x="4181647" y="2000718"/>
                  </a:lnTo>
                  <a:lnTo>
                    <a:pt x="4181772" y="2000718"/>
                  </a:lnTo>
                  <a:lnTo>
                    <a:pt x="4181897" y="2000718"/>
                  </a:lnTo>
                  <a:lnTo>
                    <a:pt x="4182023" y="2000718"/>
                  </a:lnTo>
                  <a:lnTo>
                    <a:pt x="4182148" y="2000718"/>
                  </a:lnTo>
                  <a:lnTo>
                    <a:pt x="4182273" y="2000718"/>
                  </a:lnTo>
                  <a:lnTo>
                    <a:pt x="4182398" y="2000718"/>
                  </a:lnTo>
                  <a:lnTo>
                    <a:pt x="4182523" y="2000718"/>
                  </a:lnTo>
                  <a:lnTo>
                    <a:pt x="4182648" y="2000718"/>
                  </a:lnTo>
                  <a:lnTo>
                    <a:pt x="4182773" y="2000718"/>
                  </a:lnTo>
                  <a:lnTo>
                    <a:pt x="4182898" y="2000718"/>
                  </a:lnTo>
                  <a:lnTo>
                    <a:pt x="4183023" y="2000718"/>
                  </a:lnTo>
                  <a:lnTo>
                    <a:pt x="4183148" y="2000718"/>
                  </a:lnTo>
                  <a:lnTo>
                    <a:pt x="4183273" y="2000718"/>
                  </a:lnTo>
                  <a:lnTo>
                    <a:pt x="4183398" y="2000718"/>
                  </a:lnTo>
                  <a:lnTo>
                    <a:pt x="4183523" y="2000718"/>
                  </a:lnTo>
                  <a:lnTo>
                    <a:pt x="4183648" y="2000718"/>
                  </a:lnTo>
                  <a:lnTo>
                    <a:pt x="4183773" y="2000718"/>
                  </a:lnTo>
                  <a:lnTo>
                    <a:pt x="4183898" y="2000718"/>
                  </a:lnTo>
                  <a:lnTo>
                    <a:pt x="4184023" y="2000718"/>
                  </a:lnTo>
                  <a:lnTo>
                    <a:pt x="4184148" y="2000718"/>
                  </a:lnTo>
                  <a:lnTo>
                    <a:pt x="4184273" y="2000718"/>
                  </a:lnTo>
                  <a:lnTo>
                    <a:pt x="4184398" y="2000718"/>
                  </a:lnTo>
                  <a:lnTo>
                    <a:pt x="4184523" y="2000718"/>
                  </a:lnTo>
                  <a:lnTo>
                    <a:pt x="4184648" y="2000718"/>
                  </a:lnTo>
                  <a:lnTo>
                    <a:pt x="4184773" y="2000718"/>
                  </a:lnTo>
                  <a:lnTo>
                    <a:pt x="4184898" y="2000718"/>
                  </a:lnTo>
                  <a:lnTo>
                    <a:pt x="4185024" y="2000718"/>
                  </a:lnTo>
                  <a:lnTo>
                    <a:pt x="4185149" y="2000718"/>
                  </a:lnTo>
                  <a:lnTo>
                    <a:pt x="4185274" y="2000718"/>
                  </a:lnTo>
                  <a:lnTo>
                    <a:pt x="4185399" y="2000718"/>
                  </a:lnTo>
                  <a:lnTo>
                    <a:pt x="4185524" y="2000718"/>
                  </a:lnTo>
                  <a:lnTo>
                    <a:pt x="4185649" y="2000718"/>
                  </a:lnTo>
                  <a:lnTo>
                    <a:pt x="4185774" y="2000718"/>
                  </a:lnTo>
                  <a:lnTo>
                    <a:pt x="4185899" y="2000718"/>
                  </a:lnTo>
                  <a:lnTo>
                    <a:pt x="4186024" y="2000718"/>
                  </a:lnTo>
                  <a:lnTo>
                    <a:pt x="4186149" y="2000718"/>
                  </a:lnTo>
                  <a:lnTo>
                    <a:pt x="4186274" y="2000718"/>
                  </a:lnTo>
                  <a:lnTo>
                    <a:pt x="4186399" y="2000718"/>
                  </a:lnTo>
                  <a:lnTo>
                    <a:pt x="4186524" y="2000718"/>
                  </a:lnTo>
                  <a:lnTo>
                    <a:pt x="4186649" y="2000718"/>
                  </a:lnTo>
                  <a:lnTo>
                    <a:pt x="4186774" y="2000718"/>
                  </a:lnTo>
                  <a:lnTo>
                    <a:pt x="4186774" y="1990764"/>
                  </a:lnTo>
                  <a:lnTo>
                    <a:pt x="4186899" y="1990764"/>
                  </a:lnTo>
                  <a:lnTo>
                    <a:pt x="4187024" y="1990764"/>
                  </a:lnTo>
                  <a:lnTo>
                    <a:pt x="4187149" y="1990764"/>
                  </a:lnTo>
                  <a:lnTo>
                    <a:pt x="4187274" y="1990764"/>
                  </a:lnTo>
                  <a:lnTo>
                    <a:pt x="4187399" y="1990764"/>
                  </a:lnTo>
                  <a:lnTo>
                    <a:pt x="4187524" y="1990764"/>
                  </a:lnTo>
                  <a:lnTo>
                    <a:pt x="4187649" y="1990764"/>
                  </a:lnTo>
                  <a:lnTo>
                    <a:pt x="4187774" y="1990764"/>
                  </a:lnTo>
                  <a:lnTo>
                    <a:pt x="4187899" y="1990764"/>
                  </a:lnTo>
                  <a:lnTo>
                    <a:pt x="4188025" y="1990764"/>
                  </a:lnTo>
                  <a:lnTo>
                    <a:pt x="4188150" y="1990764"/>
                  </a:lnTo>
                  <a:lnTo>
                    <a:pt x="4188275" y="1990764"/>
                  </a:lnTo>
                  <a:lnTo>
                    <a:pt x="4188400" y="1990764"/>
                  </a:lnTo>
                  <a:lnTo>
                    <a:pt x="4188525" y="1990764"/>
                  </a:lnTo>
                  <a:lnTo>
                    <a:pt x="4188650" y="1990764"/>
                  </a:lnTo>
                  <a:lnTo>
                    <a:pt x="4188775" y="1990764"/>
                  </a:lnTo>
                  <a:lnTo>
                    <a:pt x="4188900" y="1990764"/>
                  </a:lnTo>
                  <a:lnTo>
                    <a:pt x="4189025" y="1990764"/>
                  </a:lnTo>
                  <a:lnTo>
                    <a:pt x="4189150" y="1990764"/>
                  </a:lnTo>
                  <a:lnTo>
                    <a:pt x="4189275" y="1990764"/>
                  </a:lnTo>
                  <a:lnTo>
                    <a:pt x="4189400" y="1990764"/>
                  </a:lnTo>
                  <a:lnTo>
                    <a:pt x="4189525" y="1990764"/>
                  </a:lnTo>
                  <a:lnTo>
                    <a:pt x="4189650" y="1990764"/>
                  </a:lnTo>
                  <a:lnTo>
                    <a:pt x="4189775" y="1990764"/>
                  </a:lnTo>
                  <a:lnTo>
                    <a:pt x="4189900" y="1990764"/>
                  </a:lnTo>
                  <a:lnTo>
                    <a:pt x="4190025" y="1990764"/>
                  </a:lnTo>
                  <a:lnTo>
                    <a:pt x="4190150" y="1990764"/>
                  </a:lnTo>
                  <a:lnTo>
                    <a:pt x="4190275" y="1990764"/>
                  </a:lnTo>
                  <a:lnTo>
                    <a:pt x="4190400" y="1990764"/>
                  </a:lnTo>
                  <a:lnTo>
                    <a:pt x="4190525" y="1990764"/>
                  </a:lnTo>
                  <a:lnTo>
                    <a:pt x="4190650" y="1990764"/>
                  </a:lnTo>
                  <a:lnTo>
                    <a:pt x="4190775" y="1990764"/>
                  </a:lnTo>
                  <a:lnTo>
                    <a:pt x="4190901" y="1990764"/>
                  </a:lnTo>
                  <a:lnTo>
                    <a:pt x="4191026" y="1990764"/>
                  </a:lnTo>
                  <a:lnTo>
                    <a:pt x="4191151" y="1990764"/>
                  </a:lnTo>
                  <a:lnTo>
                    <a:pt x="4191276" y="1990764"/>
                  </a:lnTo>
                  <a:lnTo>
                    <a:pt x="4191401" y="1990764"/>
                  </a:lnTo>
                  <a:lnTo>
                    <a:pt x="4191526" y="1990764"/>
                  </a:lnTo>
                  <a:lnTo>
                    <a:pt x="4191651" y="1990764"/>
                  </a:lnTo>
                  <a:lnTo>
                    <a:pt x="4191776" y="1990764"/>
                  </a:lnTo>
                  <a:lnTo>
                    <a:pt x="4191901" y="1990764"/>
                  </a:lnTo>
                  <a:lnTo>
                    <a:pt x="4192026" y="1990764"/>
                  </a:lnTo>
                  <a:lnTo>
                    <a:pt x="4192151" y="1990764"/>
                  </a:lnTo>
                  <a:lnTo>
                    <a:pt x="4192276" y="1990764"/>
                  </a:lnTo>
                  <a:lnTo>
                    <a:pt x="4192401" y="1990764"/>
                  </a:lnTo>
                  <a:lnTo>
                    <a:pt x="4192526" y="1990764"/>
                  </a:lnTo>
                  <a:lnTo>
                    <a:pt x="4192651" y="1990764"/>
                  </a:lnTo>
                  <a:lnTo>
                    <a:pt x="4192776" y="1990764"/>
                  </a:lnTo>
                  <a:lnTo>
                    <a:pt x="4192901" y="1990764"/>
                  </a:lnTo>
                  <a:lnTo>
                    <a:pt x="4193026" y="1990764"/>
                  </a:lnTo>
                  <a:lnTo>
                    <a:pt x="4193151" y="1990764"/>
                  </a:lnTo>
                  <a:lnTo>
                    <a:pt x="4193276" y="1990764"/>
                  </a:lnTo>
                  <a:lnTo>
                    <a:pt x="4193401" y="1990764"/>
                  </a:lnTo>
                  <a:lnTo>
                    <a:pt x="4193526" y="1990764"/>
                  </a:lnTo>
                  <a:lnTo>
                    <a:pt x="4193651" y="1990764"/>
                  </a:lnTo>
                  <a:lnTo>
                    <a:pt x="4193776" y="1990764"/>
                  </a:lnTo>
                  <a:lnTo>
                    <a:pt x="4193902" y="1990764"/>
                  </a:lnTo>
                  <a:lnTo>
                    <a:pt x="4194027" y="1990764"/>
                  </a:lnTo>
                  <a:lnTo>
                    <a:pt x="4194152" y="1990764"/>
                  </a:lnTo>
                  <a:lnTo>
                    <a:pt x="4194277" y="1990764"/>
                  </a:lnTo>
                  <a:lnTo>
                    <a:pt x="4194402" y="1990764"/>
                  </a:lnTo>
                  <a:lnTo>
                    <a:pt x="4194527" y="1990764"/>
                  </a:lnTo>
                  <a:lnTo>
                    <a:pt x="4194652" y="1990764"/>
                  </a:lnTo>
                  <a:lnTo>
                    <a:pt x="4194777" y="1990764"/>
                  </a:lnTo>
                  <a:lnTo>
                    <a:pt x="4194902" y="1990764"/>
                  </a:lnTo>
                  <a:lnTo>
                    <a:pt x="4195027" y="1990764"/>
                  </a:lnTo>
                  <a:lnTo>
                    <a:pt x="4195152" y="1990764"/>
                  </a:lnTo>
                  <a:lnTo>
                    <a:pt x="4195277" y="1990764"/>
                  </a:lnTo>
                  <a:lnTo>
                    <a:pt x="4195402" y="1990764"/>
                  </a:lnTo>
                  <a:lnTo>
                    <a:pt x="4195527" y="1990764"/>
                  </a:lnTo>
                  <a:lnTo>
                    <a:pt x="4195652" y="1990764"/>
                  </a:lnTo>
                  <a:lnTo>
                    <a:pt x="4195777" y="1990764"/>
                  </a:lnTo>
                  <a:lnTo>
                    <a:pt x="4195902" y="1990764"/>
                  </a:lnTo>
                  <a:lnTo>
                    <a:pt x="4196027" y="1990764"/>
                  </a:lnTo>
                  <a:lnTo>
                    <a:pt x="4196152" y="1990764"/>
                  </a:lnTo>
                  <a:lnTo>
                    <a:pt x="4196277" y="1990764"/>
                  </a:lnTo>
                  <a:lnTo>
                    <a:pt x="4196402" y="1990764"/>
                  </a:lnTo>
                  <a:lnTo>
                    <a:pt x="4196527" y="1990764"/>
                  </a:lnTo>
                  <a:lnTo>
                    <a:pt x="4196652" y="1990764"/>
                  </a:lnTo>
                  <a:lnTo>
                    <a:pt x="4196777" y="1990764"/>
                  </a:lnTo>
                  <a:lnTo>
                    <a:pt x="4196903" y="1990764"/>
                  </a:lnTo>
                  <a:lnTo>
                    <a:pt x="4197028" y="1990764"/>
                  </a:lnTo>
                  <a:lnTo>
                    <a:pt x="4197153" y="1990764"/>
                  </a:lnTo>
                  <a:lnTo>
                    <a:pt x="4197278" y="1990764"/>
                  </a:lnTo>
                  <a:lnTo>
                    <a:pt x="4197403" y="1990764"/>
                  </a:lnTo>
                  <a:lnTo>
                    <a:pt x="4197528" y="1990764"/>
                  </a:lnTo>
                  <a:lnTo>
                    <a:pt x="4197653" y="1990764"/>
                  </a:lnTo>
                  <a:lnTo>
                    <a:pt x="4197778" y="1990764"/>
                  </a:lnTo>
                  <a:lnTo>
                    <a:pt x="4197903" y="1990764"/>
                  </a:lnTo>
                  <a:lnTo>
                    <a:pt x="4198028" y="1990764"/>
                  </a:lnTo>
                  <a:lnTo>
                    <a:pt x="4198153" y="1990764"/>
                  </a:lnTo>
                  <a:lnTo>
                    <a:pt x="4198278" y="1990764"/>
                  </a:lnTo>
                  <a:lnTo>
                    <a:pt x="4198403" y="1990764"/>
                  </a:lnTo>
                  <a:lnTo>
                    <a:pt x="4198528" y="1990764"/>
                  </a:lnTo>
                  <a:lnTo>
                    <a:pt x="4198653" y="1990764"/>
                  </a:lnTo>
                  <a:lnTo>
                    <a:pt x="4198778" y="1990764"/>
                  </a:lnTo>
                  <a:lnTo>
                    <a:pt x="4198903" y="1990764"/>
                  </a:lnTo>
                  <a:lnTo>
                    <a:pt x="4199028" y="1990764"/>
                  </a:lnTo>
                  <a:lnTo>
                    <a:pt x="4199153" y="1990764"/>
                  </a:lnTo>
                  <a:lnTo>
                    <a:pt x="4199278" y="1990764"/>
                  </a:lnTo>
                  <a:lnTo>
                    <a:pt x="4199403" y="1990764"/>
                  </a:lnTo>
                  <a:lnTo>
                    <a:pt x="4199528" y="1990764"/>
                  </a:lnTo>
                  <a:lnTo>
                    <a:pt x="4199653" y="1990764"/>
                  </a:lnTo>
                  <a:lnTo>
                    <a:pt x="4199778" y="1990764"/>
                  </a:lnTo>
                  <a:lnTo>
                    <a:pt x="4199904" y="1990764"/>
                  </a:lnTo>
                  <a:lnTo>
                    <a:pt x="4200029" y="1990764"/>
                  </a:lnTo>
                  <a:lnTo>
                    <a:pt x="4200154" y="1990764"/>
                  </a:lnTo>
                  <a:lnTo>
                    <a:pt x="4200279" y="1990764"/>
                  </a:lnTo>
                  <a:lnTo>
                    <a:pt x="4200404" y="1990764"/>
                  </a:lnTo>
                  <a:lnTo>
                    <a:pt x="4200529" y="1990764"/>
                  </a:lnTo>
                  <a:lnTo>
                    <a:pt x="4200654" y="1990764"/>
                  </a:lnTo>
                  <a:lnTo>
                    <a:pt x="4200779" y="1990764"/>
                  </a:lnTo>
                  <a:lnTo>
                    <a:pt x="4200904" y="1990764"/>
                  </a:lnTo>
                  <a:lnTo>
                    <a:pt x="4201029" y="1990764"/>
                  </a:lnTo>
                  <a:lnTo>
                    <a:pt x="4201154" y="1990764"/>
                  </a:lnTo>
                  <a:lnTo>
                    <a:pt x="4201279" y="1990764"/>
                  </a:lnTo>
                  <a:lnTo>
                    <a:pt x="4201404" y="1990764"/>
                  </a:lnTo>
                  <a:lnTo>
                    <a:pt x="4201529" y="1990764"/>
                  </a:lnTo>
                  <a:lnTo>
                    <a:pt x="4201654" y="1990764"/>
                  </a:lnTo>
                  <a:lnTo>
                    <a:pt x="4201779" y="1990764"/>
                  </a:lnTo>
                  <a:lnTo>
                    <a:pt x="4201904" y="1990764"/>
                  </a:lnTo>
                  <a:lnTo>
                    <a:pt x="4202029" y="1990764"/>
                  </a:lnTo>
                  <a:lnTo>
                    <a:pt x="4202154" y="1990764"/>
                  </a:lnTo>
                  <a:lnTo>
                    <a:pt x="4202279" y="1990764"/>
                  </a:lnTo>
                  <a:lnTo>
                    <a:pt x="4202404" y="1990764"/>
                  </a:lnTo>
                  <a:lnTo>
                    <a:pt x="4202529" y="1990764"/>
                  </a:lnTo>
                  <a:lnTo>
                    <a:pt x="4202654" y="1990764"/>
                  </a:lnTo>
                  <a:lnTo>
                    <a:pt x="4202779" y="1990764"/>
                  </a:lnTo>
                  <a:lnTo>
                    <a:pt x="4202905" y="1990764"/>
                  </a:lnTo>
                  <a:lnTo>
                    <a:pt x="4203030" y="1990764"/>
                  </a:lnTo>
                  <a:lnTo>
                    <a:pt x="4203155" y="1990764"/>
                  </a:lnTo>
                  <a:lnTo>
                    <a:pt x="4203280" y="1990764"/>
                  </a:lnTo>
                  <a:lnTo>
                    <a:pt x="4203405" y="1990764"/>
                  </a:lnTo>
                  <a:lnTo>
                    <a:pt x="4203530" y="1990764"/>
                  </a:lnTo>
                  <a:lnTo>
                    <a:pt x="4203530" y="1980810"/>
                  </a:lnTo>
                  <a:lnTo>
                    <a:pt x="4203655" y="1980810"/>
                  </a:lnTo>
                  <a:lnTo>
                    <a:pt x="4203780" y="1980810"/>
                  </a:lnTo>
                  <a:lnTo>
                    <a:pt x="4203905" y="1980810"/>
                  </a:lnTo>
                  <a:lnTo>
                    <a:pt x="4204030" y="1980810"/>
                  </a:lnTo>
                  <a:lnTo>
                    <a:pt x="4204155" y="1980810"/>
                  </a:lnTo>
                  <a:lnTo>
                    <a:pt x="4204280" y="1980810"/>
                  </a:lnTo>
                  <a:lnTo>
                    <a:pt x="4204405" y="1980810"/>
                  </a:lnTo>
                  <a:lnTo>
                    <a:pt x="4204530" y="1980810"/>
                  </a:lnTo>
                  <a:lnTo>
                    <a:pt x="4204655" y="1980810"/>
                  </a:lnTo>
                  <a:lnTo>
                    <a:pt x="4204780" y="1980810"/>
                  </a:lnTo>
                  <a:lnTo>
                    <a:pt x="4204905" y="1980810"/>
                  </a:lnTo>
                  <a:lnTo>
                    <a:pt x="4205030" y="1980810"/>
                  </a:lnTo>
                  <a:lnTo>
                    <a:pt x="4205155" y="1980810"/>
                  </a:lnTo>
                  <a:lnTo>
                    <a:pt x="4205280" y="1980810"/>
                  </a:lnTo>
                  <a:lnTo>
                    <a:pt x="4205405" y="1980810"/>
                  </a:lnTo>
                  <a:lnTo>
                    <a:pt x="4205530" y="1980810"/>
                  </a:lnTo>
                  <a:lnTo>
                    <a:pt x="4205655" y="1980810"/>
                  </a:lnTo>
                  <a:lnTo>
                    <a:pt x="4205780" y="1980810"/>
                  </a:lnTo>
                  <a:lnTo>
                    <a:pt x="4205906" y="1980810"/>
                  </a:lnTo>
                  <a:lnTo>
                    <a:pt x="4206031" y="1980810"/>
                  </a:lnTo>
                  <a:lnTo>
                    <a:pt x="4206156" y="1980810"/>
                  </a:lnTo>
                  <a:lnTo>
                    <a:pt x="4206281" y="1980810"/>
                  </a:lnTo>
                  <a:lnTo>
                    <a:pt x="4206406" y="1980810"/>
                  </a:lnTo>
                  <a:lnTo>
                    <a:pt x="4206531" y="1980810"/>
                  </a:lnTo>
                  <a:lnTo>
                    <a:pt x="4206656" y="1980810"/>
                  </a:lnTo>
                  <a:lnTo>
                    <a:pt x="4206781" y="1980810"/>
                  </a:lnTo>
                  <a:lnTo>
                    <a:pt x="4206906" y="1980810"/>
                  </a:lnTo>
                  <a:lnTo>
                    <a:pt x="4207031" y="1980810"/>
                  </a:lnTo>
                  <a:lnTo>
                    <a:pt x="4207156" y="1980810"/>
                  </a:lnTo>
                  <a:lnTo>
                    <a:pt x="4207281" y="1980810"/>
                  </a:lnTo>
                  <a:lnTo>
                    <a:pt x="4207406" y="1980810"/>
                  </a:lnTo>
                  <a:lnTo>
                    <a:pt x="4207531" y="1980810"/>
                  </a:lnTo>
                  <a:lnTo>
                    <a:pt x="4207656" y="1980810"/>
                  </a:lnTo>
                  <a:lnTo>
                    <a:pt x="4207781" y="1980810"/>
                  </a:lnTo>
                  <a:lnTo>
                    <a:pt x="4207906" y="1980810"/>
                  </a:lnTo>
                  <a:lnTo>
                    <a:pt x="4208031" y="1980810"/>
                  </a:lnTo>
                  <a:lnTo>
                    <a:pt x="4208156" y="1980810"/>
                  </a:lnTo>
                  <a:lnTo>
                    <a:pt x="4208281" y="1980810"/>
                  </a:lnTo>
                  <a:lnTo>
                    <a:pt x="4208406" y="1980810"/>
                  </a:lnTo>
                  <a:lnTo>
                    <a:pt x="4208531" y="1980810"/>
                  </a:lnTo>
                  <a:lnTo>
                    <a:pt x="4208656" y="1980810"/>
                  </a:lnTo>
                  <a:lnTo>
                    <a:pt x="4208781" y="1980810"/>
                  </a:lnTo>
                  <a:lnTo>
                    <a:pt x="4208907" y="1980810"/>
                  </a:lnTo>
                  <a:lnTo>
                    <a:pt x="4209032" y="1980810"/>
                  </a:lnTo>
                  <a:lnTo>
                    <a:pt x="4209157" y="1980810"/>
                  </a:lnTo>
                  <a:lnTo>
                    <a:pt x="4209282" y="1980810"/>
                  </a:lnTo>
                  <a:lnTo>
                    <a:pt x="4209407" y="1980810"/>
                  </a:lnTo>
                  <a:lnTo>
                    <a:pt x="4209532" y="1980810"/>
                  </a:lnTo>
                  <a:lnTo>
                    <a:pt x="4209657" y="1980810"/>
                  </a:lnTo>
                  <a:lnTo>
                    <a:pt x="4209782" y="1980810"/>
                  </a:lnTo>
                  <a:lnTo>
                    <a:pt x="4209907" y="1980810"/>
                  </a:lnTo>
                  <a:lnTo>
                    <a:pt x="4210032" y="1980810"/>
                  </a:lnTo>
                  <a:lnTo>
                    <a:pt x="4210157" y="1980810"/>
                  </a:lnTo>
                  <a:lnTo>
                    <a:pt x="4210282" y="1980810"/>
                  </a:lnTo>
                  <a:lnTo>
                    <a:pt x="4210407" y="1980810"/>
                  </a:lnTo>
                  <a:lnTo>
                    <a:pt x="4210532" y="1980810"/>
                  </a:lnTo>
                  <a:lnTo>
                    <a:pt x="4210657" y="1980810"/>
                  </a:lnTo>
                  <a:lnTo>
                    <a:pt x="4210782" y="1980810"/>
                  </a:lnTo>
                  <a:lnTo>
                    <a:pt x="4210907" y="1980810"/>
                  </a:lnTo>
                  <a:lnTo>
                    <a:pt x="4211032" y="1980810"/>
                  </a:lnTo>
                  <a:lnTo>
                    <a:pt x="4211157" y="1980810"/>
                  </a:lnTo>
                  <a:lnTo>
                    <a:pt x="4211282" y="1980810"/>
                  </a:lnTo>
                  <a:lnTo>
                    <a:pt x="4211407" y="1980810"/>
                  </a:lnTo>
                  <a:lnTo>
                    <a:pt x="4211532" y="1980810"/>
                  </a:lnTo>
                  <a:lnTo>
                    <a:pt x="4211657" y="1980810"/>
                  </a:lnTo>
                  <a:lnTo>
                    <a:pt x="4211782" y="1980810"/>
                  </a:lnTo>
                  <a:lnTo>
                    <a:pt x="4211908" y="1980810"/>
                  </a:lnTo>
                  <a:lnTo>
                    <a:pt x="4212033" y="1980810"/>
                  </a:lnTo>
                  <a:lnTo>
                    <a:pt x="4212158" y="1980810"/>
                  </a:lnTo>
                  <a:lnTo>
                    <a:pt x="4212283" y="1980810"/>
                  </a:lnTo>
                  <a:lnTo>
                    <a:pt x="4212408" y="1980810"/>
                  </a:lnTo>
                  <a:lnTo>
                    <a:pt x="4212533" y="1980810"/>
                  </a:lnTo>
                  <a:lnTo>
                    <a:pt x="4212658" y="1980810"/>
                  </a:lnTo>
                  <a:lnTo>
                    <a:pt x="4212783" y="1980810"/>
                  </a:lnTo>
                  <a:lnTo>
                    <a:pt x="4212908" y="1980810"/>
                  </a:lnTo>
                  <a:lnTo>
                    <a:pt x="4213033" y="1980810"/>
                  </a:lnTo>
                  <a:lnTo>
                    <a:pt x="4213158" y="1980810"/>
                  </a:lnTo>
                  <a:lnTo>
                    <a:pt x="4213283" y="1980810"/>
                  </a:lnTo>
                  <a:lnTo>
                    <a:pt x="4213408" y="1980810"/>
                  </a:lnTo>
                  <a:lnTo>
                    <a:pt x="4213533" y="1980810"/>
                  </a:lnTo>
                  <a:lnTo>
                    <a:pt x="4213658" y="1980810"/>
                  </a:lnTo>
                  <a:lnTo>
                    <a:pt x="4213783" y="1980810"/>
                  </a:lnTo>
                  <a:lnTo>
                    <a:pt x="4213908" y="1980810"/>
                  </a:lnTo>
                  <a:lnTo>
                    <a:pt x="4214033" y="1980810"/>
                  </a:lnTo>
                  <a:lnTo>
                    <a:pt x="4214158" y="1980810"/>
                  </a:lnTo>
                  <a:lnTo>
                    <a:pt x="4214283" y="1980810"/>
                  </a:lnTo>
                  <a:lnTo>
                    <a:pt x="4214408" y="1980810"/>
                  </a:lnTo>
                  <a:lnTo>
                    <a:pt x="4214533" y="1980810"/>
                  </a:lnTo>
                  <a:lnTo>
                    <a:pt x="4214658" y="1980810"/>
                  </a:lnTo>
                  <a:lnTo>
                    <a:pt x="4214783" y="1980810"/>
                  </a:lnTo>
                  <a:lnTo>
                    <a:pt x="4214909" y="1980810"/>
                  </a:lnTo>
                  <a:lnTo>
                    <a:pt x="4215034" y="1980810"/>
                  </a:lnTo>
                  <a:lnTo>
                    <a:pt x="4215159" y="1980810"/>
                  </a:lnTo>
                  <a:lnTo>
                    <a:pt x="4215284" y="1980810"/>
                  </a:lnTo>
                  <a:lnTo>
                    <a:pt x="4215409" y="1980810"/>
                  </a:lnTo>
                  <a:lnTo>
                    <a:pt x="4215534" y="1980810"/>
                  </a:lnTo>
                  <a:lnTo>
                    <a:pt x="4215659" y="1980810"/>
                  </a:lnTo>
                  <a:lnTo>
                    <a:pt x="4215784" y="1980810"/>
                  </a:lnTo>
                  <a:lnTo>
                    <a:pt x="4215909" y="1980810"/>
                  </a:lnTo>
                  <a:lnTo>
                    <a:pt x="4216034" y="1980810"/>
                  </a:lnTo>
                  <a:lnTo>
                    <a:pt x="4216034" y="1970856"/>
                  </a:lnTo>
                  <a:lnTo>
                    <a:pt x="4216159" y="1970856"/>
                  </a:lnTo>
                  <a:lnTo>
                    <a:pt x="4216284" y="1970856"/>
                  </a:lnTo>
                  <a:lnTo>
                    <a:pt x="4216409" y="1970856"/>
                  </a:lnTo>
                  <a:lnTo>
                    <a:pt x="4216534" y="1970856"/>
                  </a:lnTo>
                  <a:lnTo>
                    <a:pt x="4216659" y="1970856"/>
                  </a:lnTo>
                  <a:lnTo>
                    <a:pt x="4216784" y="1970856"/>
                  </a:lnTo>
                  <a:lnTo>
                    <a:pt x="4216909" y="1970856"/>
                  </a:lnTo>
                  <a:lnTo>
                    <a:pt x="4217034" y="1970856"/>
                  </a:lnTo>
                  <a:lnTo>
                    <a:pt x="4217159" y="1970856"/>
                  </a:lnTo>
                  <a:lnTo>
                    <a:pt x="4217284" y="1970856"/>
                  </a:lnTo>
                  <a:lnTo>
                    <a:pt x="4217409" y="1970856"/>
                  </a:lnTo>
                  <a:lnTo>
                    <a:pt x="4217534" y="1970856"/>
                  </a:lnTo>
                  <a:lnTo>
                    <a:pt x="4217659" y="1970856"/>
                  </a:lnTo>
                  <a:lnTo>
                    <a:pt x="4217784" y="1970856"/>
                  </a:lnTo>
                  <a:lnTo>
                    <a:pt x="4217910" y="1970856"/>
                  </a:lnTo>
                  <a:lnTo>
                    <a:pt x="4218035" y="1970856"/>
                  </a:lnTo>
                  <a:lnTo>
                    <a:pt x="4218160" y="1970856"/>
                  </a:lnTo>
                  <a:lnTo>
                    <a:pt x="4218285" y="1970856"/>
                  </a:lnTo>
                  <a:lnTo>
                    <a:pt x="4218410" y="1970856"/>
                  </a:lnTo>
                  <a:lnTo>
                    <a:pt x="4218535" y="1970856"/>
                  </a:lnTo>
                  <a:lnTo>
                    <a:pt x="4218660" y="1970856"/>
                  </a:lnTo>
                  <a:lnTo>
                    <a:pt x="4218660" y="1960903"/>
                  </a:lnTo>
                  <a:lnTo>
                    <a:pt x="4218785" y="1960903"/>
                  </a:lnTo>
                  <a:lnTo>
                    <a:pt x="4218910" y="1960903"/>
                  </a:lnTo>
                  <a:lnTo>
                    <a:pt x="4219035" y="1960903"/>
                  </a:lnTo>
                  <a:lnTo>
                    <a:pt x="4219160" y="1960903"/>
                  </a:lnTo>
                  <a:lnTo>
                    <a:pt x="4219285" y="1960903"/>
                  </a:lnTo>
                  <a:lnTo>
                    <a:pt x="4219410" y="1960903"/>
                  </a:lnTo>
                  <a:lnTo>
                    <a:pt x="4219535" y="1960903"/>
                  </a:lnTo>
                  <a:lnTo>
                    <a:pt x="4219660" y="1960903"/>
                  </a:lnTo>
                  <a:lnTo>
                    <a:pt x="4219785" y="1960903"/>
                  </a:lnTo>
                  <a:lnTo>
                    <a:pt x="4219910" y="1960903"/>
                  </a:lnTo>
                  <a:lnTo>
                    <a:pt x="4220035" y="1960903"/>
                  </a:lnTo>
                  <a:lnTo>
                    <a:pt x="4220160" y="1960903"/>
                  </a:lnTo>
                  <a:lnTo>
                    <a:pt x="4220285" y="1960903"/>
                  </a:lnTo>
                  <a:lnTo>
                    <a:pt x="4220410" y="1960903"/>
                  </a:lnTo>
                  <a:lnTo>
                    <a:pt x="4220535" y="1960903"/>
                  </a:lnTo>
                  <a:lnTo>
                    <a:pt x="4220660" y="1960903"/>
                  </a:lnTo>
                  <a:lnTo>
                    <a:pt x="4220660" y="1950949"/>
                  </a:lnTo>
                  <a:lnTo>
                    <a:pt x="4220785" y="1950949"/>
                  </a:lnTo>
                  <a:lnTo>
                    <a:pt x="4220911" y="1950949"/>
                  </a:lnTo>
                  <a:lnTo>
                    <a:pt x="4221036" y="1950949"/>
                  </a:lnTo>
                  <a:lnTo>
                    <a:pt x="4221161" y="1950949"/>
                  </a:lnTo>
                  <a:lnTo>
                    <a:pt x="4221286" y="1950949"/>
                  </a:lnTo>
                  <a:lnTo>
                    <a:pt x="4221411" y="1950949"/>
                  </a:lnTo>
                  <a:lnTo>
                    <a:pt x="4221536" y="1950949"/>
                  </a:lnTo>
                  <a:lnTo>
                    <a:pt x="4221661" y="1950949"/>
                  </a:lnTo>
                  <a:lnTo>
                    <a:pt x="4221786" y="1950949"/>
                  </a:lnTo>
                  <a:lnTo>
                    <a:pt x="4221911" y="1950949"/>
                  </a:lnTo>
                  <a:lnTo>
                    <a:pt x="4222036" y="1950949"/>
                  </a:lnTo>
                  <a:lnTo>
                    <a:pt x="4222161" y="1950949"/>
                  </a:lnTo>
                  <a:lnTo>
                    <a:pt x="4222286" y="1950949"/>
                  </a:lnTo>
                  <a:lnTo>
                    <a:pt x="4222411" y="1950949"/>
                  </a:lnTo>
                  <a:lnTo>
                    <a:pt x="4222536" y="1950949"/>
                  </a:lnTo>
                  <a:lnTo>
                    <a:pt x="4222661" y="1950949"/>
                  </a:lnTo>
                  <a:lnTo>
                    <a:pt x="4222786" y="1950949"/>
                  </a:lnTo>
                  <a:lnTo>
                    <a:pt x="4222911" y="1950949"/>
                  </a:lnTo>
                  <a:lnTo>
                    <a:pt x="4223036" y="1950949"/>
                  </a:lnTo>
                  <a:lnTo>
                    <a:pt x="4223161" y="1950949"/>
                  </a:lnTo>
                  <a:lnTo>
                    <a:pt x="4223286" y="1950949"/>
                  </a:lnTo>
                  <a:lnTo>
                    <a:pt x="4223411" y="1950949"/>
                  </a:lnTo>
                  <a:lnTo>
                    <a:pt x="4223536" y="1950949"/>
                  </a:lnTo>
                  <a:lnTo>
                    <a:pt x="4223661" y="1950949"/>
                  </a:lnTo>
                  <a:lnTo>
                    <a:pt x="4223786" y="1950949"/>
                  </a:lnTo>
                  <a:lnTo>
                    <a:pt x="4223912" y="1950949"/>
                  </a:lnTo>
                  <a:lnTo>
                    <a:pt x="4224037" y="1950949"/>
                  </a:lnTo>
                  <a:lnTo>
                    <a:pt x="4224162" y="1950949"/>
                  </a:lnTo>
                  <a:lnTo>
                    <a:pt x="4224287" y="1950949"/>
                  </a:lnTo>
                  <a:lnTo>
                    <a:pt x="4224412" y="1950949"/>
                  </a:lnTo>
                  <a:lnTo>
                    <a:pt x="4224537" y="1950949"/>
                  </a:lnTo>
                  <a:lnTo>
                    <a:pt x="4224662" y="1950949"/>
                  </a:lnTo>
                  <a:lnTo>
                    <a:pt x="4224787" y="1950949"/>
                  </a:lnTo>
                  <a:lnTo>
                    <a:pt x="4224912" y="1950949"/>
                  </a:lnTo>
                  <a:lnTo>
                    <a:pt x="4225037" y="1950949"/>
                  </a:lnTo>
                  <a:lnTo>
                    <a:pt x="4225162" y="1950949"/>
                  </a:lnTo>
                  <a:lnTo>
                    <a:pt x="4225287" y="1950949"/>
                  </a:lnTo>
                  <a:lnTo>
                    <a:pt x="4225412" y="1950949"/>
                  </a:lnTo>
                  <a:lnTo>
                    <a:pt x="4225537" y="1950949"/>
                  </a:lnTo>
                  <a:lnTo>
                    <a:pt x="4225662" y="1950949"/>
                  </a:lnTo>
                  <a:lnTo>
                    <a:pt x="4225787" y="1950949"/>
                  </a:lnTo>
                  <a:lnTo>
                    <a:pt x="4225912" y="1950949"/>
                  </a:lnTo>
                  <a:lnTo>
                    <a:pt x="4226037" y="1950949"/>
                  </a:lnTo>
                  <a:lnTo>
                    <a:pt x="4226162" y="1950949"/>
                  </a:lnTo>
                  <a:lnTo>
                    <a:pt x="4226287" y="1950949"/>
                  </a:lnTo>
                  <a:lnTo>
                    <a:pt x="4226412" y="1950949"/>
                  </a:lnTo>
                  <a:lnTo>
                    <a:pt x="4226537" y="1950949"/>
                  </a:lnTo>
                  <a:lnTo>
                    <a:pt x="4226662" y="1950949"/>
                  </a:lnTo>
                  <a:lnTo>
                    <a:pt x="4226787" y="1950949"/>
                  </a:lnTo>
                  <a:lnTo>
                    <a:pt x="4226913" y="1950949"/>
                  </a:lnTo>
                  <a:lnTo>
                    <a:pt x="4227038" y="1950949"/>
                  </a:lnTo>
                  <a:lnTo>
                    <a:pt x="4227163" y="1950949"/>
                  </a:lnTo>
                  <a:lnTo>
                    <a:pt x="4227288" y="1950949"/>
                  </a:lnTo>
                  <a:lnTo>
                    <a:pt x="4227413" y="1950949"/>
                  </a:lnTo>
                  <a:lnTo>
                    <a:pt x="4227538" y="1950949"/>
                  </a:lnTo>
                  <a:lnTo>
                    <a:pt x="4227663" y="1950949"/>
                  </a:lnTo>
                  <a:lnTo>
                    <a:pt x="4227788" y="1950949"/>
                  </a:lnTo>
                  <a:lnTo>
                    <a:pt x="4227913" y="1950949"/>
                  </a:lnTo>
                  <a:lnTo>
                    <a:pt x="4228038" y="1950949"/>
                  </a:lnTo>
                  <a:lnTo>
                    <a:pt x="4228038" y="1940995"/>
                  </a:lnTo>
                  <a:lnTo>
                    <a:pt x="4228163" y="1940995"/>
                  </a:lnTo>
                  <a:lnTo>
                    <a:pt x="4228288" y="1940995"/>
                  </a:lnTo>
                  <a:lnTo>
                    <a:pt x="4228413" y="1940995"/>
                  </a:lnTo>
                  <a:lnTo>
                    <a:pt x="4228538" y="1940995"/>
                  </a:lnTo>
                  <a:lnTo>
                    <a:pt x="4228663" y="1940995"/>
                  </a:lnTo>
                  <a:lnTo>
                    <a:pt x="4228788" y="1940995"/>
                  </a:lnTo>
                  <a:lnTo>
                    <a:pt x="4228913" y="1940995"/>
                  </a:lnTo>
                  <a:lnTo>
                    <a:pt x="4229038" y="1940995"/>
                  </a:lnTo>
                  <a:lnTo>
                    <a:pt x="4229163" y="1940995"/>
                  </a:lnTo>
                  <a:lnTo>
                    <a:pt x="4229288" y="1940995"/>
                  </a:lnTo>
                  <a:lnTo>
                    <a:pt x="4229413" y="1940995"/>
                  </a:lnTo>
                  <a:lnTo>
                    <a:pt x="4229538" y="1940995"/>
                  </a:lnTo>
                  <a:lnTo>
                    <a:pt x="4229663" y="1940995"/>
                  </a:lnTo>
                  <a:lnTo>
                    <a:pt x="4229789" y="1940995"/>
                  </a:lnTo>
                  <a:lnTo>
                    <a:pt x="4229914" y="1940995"/>
                  </a:lnTo>
                  <a:lnTo>
                    <a:pt x="4230039" y="1940995"/>
                  </a:lnTo>
                  <a:lnTo>
                    <a:pt x="4230164" y="1940995"/>
                  </a:lnTo>
                  <a:lnTo>
                    <a:pt x="4230289" y="1940995"/>
                  </a:lnTo>
                  <a:lnTo>
                    <a:pt x="4230414" y="1940995"/>
                  </a:lnTo>
                  <a:lnTo>
                    <a:pt x="4230539" y="1940995"/>
                  </a:lnTo>
                  <a:lnTo>
                    <a:pt x="4230664" y="1940995"/>
                  </a:lnTo>
                  <a:lnTo>
                    <a:pt x="4230789" y="1940995"/>
                  </a:lnTo>
                  <a:lnTo>
                    <a:pt x="4230914" y="1940995"/>
                  </a:lnTo>
                  <a:lnTo>
                    <a:pt x="4231039" y="1940995"/>
                  </a:lnTo>
                  <a:lnTo>
                    <a:pt x="4231164" y="1940995"/>
                  </a:lnTo>
                  <a:lnTo>
                    <a:pt x="4231289" y="1940995"/>
                  </a:lnTo>
                  <a:lnTo>
                    <a:pt x="4231414" y="1940995"/>
                  </a:lnTo>
                  <a:lnTo>
                    <a:pt x="4231539" y="1940995"/>
                  </a:lnTo>
                  <a:lnTo>
                    <a:pt x="4231664" y="1940995"/>
                  </a:lnTo>
                  <a:lnTo>
                    <a:pt x="4231789" y="1940995"/>
                  </a:lnTo>
                  <a:lnTo>
                    <a:pt x="4231914" y="1940995"/>
                  </a:lnTo>
                  <a:lnTo>
                    <a:pt x="4232039" y="1940995"/>
                  </a:lnTo>
                  <a:lnTo>
                    <a:pt x="4232164" y="1940995"/>
                  </a:lnTo>
                  <a:lnTo>
                    <a:pt x="4232289" y="1940995"/>
                  </a:lnTo>
                  <a:lnTo>
                    <a:pt x="4232414" y="1940995"/>
                  </a:lnTo>
                  <a:lnTo>
                    <a:pt x="4232539" y="1940995"/>
                  </a:lnTo>
                  <a:lnTo>
                    <a:pt x="4232664" y="1940995"/>
                  </a:lnTo>
                  <a:lnTo>
                    <a:pt x="4232790" y="1940995"/>
                  </a:lnTo>
                  <a:lnTo>
                    <a:pt x="4232915" y="1940995"/>
                  </a:lnTo>
                  <a:lnTo>
                    <a:pt x="4233040" y="1940995"/>
                  </a:lnTo>
                  <a:lnTo>
                    <a:pt x="4233165" y="1940995"/>
                  </a:lnTo>
                  <a:lnTo>
                    <a:pt x="4233290" y="1940995"/>
                  </a:lnTo>
                  <a:lnTo>
                    <a:pt x="4233415" y="1940995"/>
                  </a:lnTo>
                  <a:lnTo>
                    <a:pt x="4233540" y="1940995"/>
                  </a:lnTo>
                  <a:lnTo>
                    <a:pt x="4233665" y="1940995"/>
                  </a:lnTo>
                  <a:lnTo>
                    <a:pt x="4233790" y="1940995"/>
                  </a:lnTo>
                  <a:lnTo>
                    <a:pt x="4233915" y="1940995"/>
                  </a:lnTo>
                  <a:lnTo>
                    <a:pt x="4234040" y="1940995"/>
                  </a:lnTo>
                  <a:lnTo>
                    <a:pt x="4234165" y="1940995"/>
                  </a:lnTo>
                  <a:lnTo>
                    <a:pt x="4234290" y="1940995"/>
                  </a:lnTo>
                  <a:lnTo>
                    <a:pt x="4234415" y="1940995"/>
                  </a:lnTo>
                  <a:lnTo>
                    <a:pt x="4234540" y="1940995"/>
                  </a:lnTo>
                  <a:lnTo>
                    <a:pt x="4234665" y="1940995"/>
                  </a:lnTo>
                  <a:lnTo>
                    <a:pt x="4234790" y="1940995"/>
                  </a:lnTo>
                  <a:lnTo>
                    <a:pt x="4234915" y="1940995"/>
                  </a:lnTo>
                  <a:lnTo>
                    <a:pt x="4235040" y="1940995"/>
                  </a:lnTo>
                  <a:lnTo>
                    <a:pt x="4235165" y="1940995"/>
                  </a:lnTo>
                  <a:lnTo>
                    <a:pt x="4235290" y="1940995"/>
                  </a:lnTo>
                  <a:lnTo>
                    <a:pt x="4235415" y="1940995"/>
                  </a:lnTo>
                  <a:lnTo>
                    <a:pt x="4235540" y="1940995"/>
                  </a:lnTo>
                  <a:lnTo>
                    <a:pt x="4235665" y="1940995"/>
                  </a:lnTo>
                  <a:lnTo>
                    <a:pt x="4235791" y="1940995"/>
                  </a:lnTo>
                  <a:lnTo>
                    <a:pt x="4235916" y="1940995"/>
                  </a:lnTo>
                  <a:lnTo>
                    <a:pt x="4236041" y="1940995"/>
                  </a:lnTo>
                  <a:lnTo>
                    <a:pt x="4236166" y="1940995"/>
                  </a:lnTo>
                  <a:lnTo>
                    <a:pt x="4236291" y="1940995"/>
                  </a:lnTo>
                  <a:lnTo>
                    <a:pt x="4236416" y="1940995"/>
                  </a:lnTo>
                  <a:lnTo>
                    <a:pt x="4236541" y="1940995"/>
                  </a:lnTo>
                  <a:lnTo>
                    <a:pt x="4236666" y="1940995"/>
                  </a:lnTo>
                  <a:lnTo>
                    <a:pt x="4236791" y="1940995"/>
                  </a:lnTo>
                  <a:lnTo>
                    <a:pt x="4236916" y="1940995"/>
                  </a:lnTo>
                  <a:lnTo>
                    <a:pt x="4237041" y="1940995"/>
                  </a:lnTo>
                  <a:lnTo>
                    <a:pt x="4237166" y="1940995"/>
                  </a:lnTo>
                  <a:lnTo>
                    <a:pt x="4237291" y="1940995"/>
                  </a:lnTo>
                  <a:lnTo>
                    <a:pt x="4237416" y="1940995"/>
                  </a:lnTo>
                  <a:lnTo>
                    <a:pt x="4237541" y="1940995"/>
                  </a:lnTo>
                  <a:lnTo>
                    <a:pt x="4237666" y="1940995"/>
                  </a:lnTo>
                  <a:lnTo>
                    <a:pt x="4237791" y="1940995"/>
                  </a:lnTo>
                  <a:lnTo>
                    <a:pt x="4237916" y="1940995"/>
                  </a:lnTo>
                  <a:lnTo>
                    <a:pt x="4238041" y="1940995"/>
                  </a:lnTo>
                  <a:lnTo>
                    <a:pt x="4238166" y="1940995"/>
                  </a:lnTo>
                  <a:lnTo>
                    <a:pt x="4238291" y="1940995"/>
                  </a:lnTo>
                  <a:lnTo>
                    <a:pt x="4238416" y="1940995"/>
                  </a:lnTo>
                  <a:lnTo>
                    <a:pt x="4238541" y="1940995"/>
                  </a:lnTo>
                  <a:lnTo>
                    <a:pt x="4238666" y="1940995"/>
                  </a:lnTo>
                  <a:lnTo>
                    <a:pt x="4238792" y="1940995"/>
                  </a:lnTo>
                  <a:lnTo>
                    <a:pt x="4238917" y="1940995"/>
                  </a:lnTo>
                  <a:lnTo>
                    <a:pt x="4239042" y="1940995"/>
                  </a:lnTo>
                  <a:lnTo>
                    <a:pt x="4239167" y="1940995"/>
                  </a:lnTo>
                  <a:lnTo>
                    <a:pt x="4239292" y="1940995"/>
                  </a:lnTo>
                  <a:lnTo>
                    <a:pt x="4239417" y="1940995"/>
                  </a:lnTo>
                  <a:lnTo>
                    <a:pt x="4239542" y="1940995"/>
                  </a:lnTo>
                  <a:lnTo>
                    <a:pt x="4239667" y="1940995"/>
                  </a:lnTo>
                  <a:lnTo>
                    <a:pt x="4239792" y="1940995"/>
                  </a:lnTo>
                  <a:lnTo>
                    <a:pt x="4239917" y="1940995"/>
                  </a:lnTo>
                  <a:lnTo>
                    <a:pt x="4240042" y="1940995"/>
                  </a:lnTo>
                  <a:lnTo>
                    <a:pt x="4240167" y="1940995"/>
                  </a:lnTo>
                  <a:lnTo>
                    <a:pt x="4240292" y="1940995"/>
                  </a:lnTo>
                  <a:lnTo>
                    <a:pt x="4240417" y="1940995"/>
                  </a:lnTo>
                  <a:lnTo>
                    <a:pt x="4240542" y="1940995"/>
                  </a:lnTo>
                  <a:lnTo>
                    <a:pt x="4240667" y="1940995"/>
                  </a:lnTo>
                  <a:lnTo>
                    <a:pt x="4240792" y="1940995"/>
                  </a:lnTo>
                  <a:lnTo>
                    <a:pt x="4240917" y="1940995"/>
                  </a:lnTo>
                  <a:lnTo>
                    <a:pt x="4241042" y="1940995"/>
                  </a:lnTo>
                  <a:lnTo>
                    <a:pt x="4241167" y="1940995"/>
                  </a:lnTo>
                  <a:lnTo>
                    <a:pt x="4241292" y="1940995"/>
                  </a:lnTo>
                  <a:lnTo>
                    <a:pt x="4241417" y="1940995"/>
                  </a:lnTo>
                  <a:lnTo>
                    <a:pt x="4241542" y="1940995"/>
                  </a:lnTo>
                  <a:lnTo>
                    <a:pt x="4241667" y="1940995"/>
                  </a:lnTo>
                  <a:lnTo>
                    <a:pt x="4241793" y="1940995"/>
                  </a:lnTo>
                  <a:lnTo>
                    <a:pt x="4241918" y="1940995"/>
                  </a:lnTo>
                  <a:lnTo>
                    <a:pt x="4242043" y="1940995"/>
                  </a:lnTo>
                  <a:lnTo>
                    <a:pt x="4242168" y="1940995"/>
                  </a:lnTo>
                  <a:lnTo>
                    <a:pt x="4242293" y="1940995"/>
                  </a:lnTo>
                  <a:lnTo>
                    <a:pt x="4242418" y="1940995"/>
                  </a:lnTo>
                  <a:lnTo>
                    <a:pt x="4242543" y="1940995"/>
                  </a:lnTo>
                  <a:lnTo>
                    <a:pt x="4242668" y="1940995"/>
                  </a:lnTo>
                  <a:lnTo>
                    <a:pt x="4242793" y="1940995"/>
                  </a:lnTo>
                  <a:lnTo>
                    <a:pt x="4242918" y="1940995"/>
                  </a:lnTo>
                  <a:lnTo>
                    <a:pt x="4243043" y="1940995"/>
                  </a:lnTo>
                  <a:lnTo>
                    <a:pt x="4243168" y="1940995"/>
                  </a:lnTo>
                  <a:lnTo>
                    <a:pt x="4243293" y="1940995"/>
                  </a:lnTo>
                  <a:lnTo>
                    <a:pt x="4243418" y="1940995"/>
                  </a:lnTo>
                  <a:lnTo>
                    <a:pt x="4243543" y="1940995"/>
                  </a:lnTo>
                  <a:lnTo>
                    <a:pt x="4243668" y="1940995"/>
                  </a:lnTo>
                  <a:lnTo>
                    <a:pt x="4243793" y="1940995"/>
                  </a:lnTo>
                  <a:lnTo>
                    <a:pt x="4243918" y="1940995"/>
                  </a:lnTo>
                  <a:lnTo>
                    <a:pt x="4244043" y="1940995"/>
                  </a:lnTo>
                  <a:lnTo>
                    <a:pt x="4244168" y="1940995"/>
                  </a:lnTo>
                  <a:lnTo>
                    <a:pt x="4244293" y="1940995"/>
                  </a:lnTo>
                  <a:lnTo>
                    <a:pt x="4244418" y="1940995"/>
                  </a:lnTo>
                  <a:lnTo>
                    <a:pt x="4244543" y="1940995"/>
                  </a:lnTo>
                  <a:lnTo>
                    <a:pt x="4244668" y="1940995"/>
                  </a:lnTo>
                  <a:lnTo>
                    <a:pt x="4244794" y="1940995"/>
                  </a:lnTo>
                  <a:lnTo>
                    <a:pt x="4244919" y="1940995"/>
                  </a:lnTo>
                  <a:lnTo>
                    <a:pt x="4245044" y="1940995"/>
                  </a:lnTo>
                  <a:lnTo>
                    <a:pt x="4245169" y="1940995"/>
                  </a:lnTo>
                  <a:lnTo>
                    <a:pt x="4245294" y="1940995"/>
                  </a:lnTo>
                  <a:lnTo>
                    <a:pt x="4245419" y="1940995"/>
                  </a:lnTo>
                  <a:lnTo>
                    <a:pt x="4245544" y="1940995"/>
                  </a:lnTo>
                  <a:lnTo>
                    <a:pt x="4245669" y="1940995"/>
                  </a:lnTo>
                  <a:lnTo>
                    <a:pt x="4245794" y="1940995"/>
                  </a:lnTo>
                  <a:lnTo>
                    <a:pt x="4245919" y="1940995"/>
                  </a:lnTo>
                  <a:lnTo>
                    <a:pt x="4246044" y="1940995"/>
                  </a:lnTo>
                  <a:lnTo>
                    <a:pt x="4246169" y="1940995"/>
                  </a:lnTo>
                  <a:lnTo>
                    <a:pt x="4246294" y="1940995"/>
                  </a:lnTo>
                  <a:lnTo>
                    <a:pt x="4246419" y="1940995"/>
                  </a:lnTo>
                  <a:lnTo>
                    <a:pt x="4246544" y="1940995"/>
                  </a:lnTo>
                  <a:lnTo>
                    <a:pt x="4246669" y="1940995"/>
                  </a:lnTo>
                  <a:lnTo>
                    <a:pt x="4246794" y="1940995"/>
                  </a:lnTo>
                  <a:lnTo>
                    <a:pt x="4246919" y="1940995"/>
                  </a:lnTo>
                  <a:lnTo>
                    <a:pt x="4247044" y="1940995"/>
                  </a:lnTo>
                  <a:lnTo>
                    <a:pt x="4247169" y="1940995"/>
                  </a:lnTo>
                  <a:lnTo>
                    <a:pt x="4247294" y="1940995"/>
                  </a:lnTo>
                  <a:lnTo>
                    <a:pt x="4247419" y="1940995"/>
                  </a:lnTo>
                  <a:lnTo>
                    <a:pt x="4247544" y="1940995"/>
                  </a:lnTo>
                  <a:lnTo>
                    <a:pt x="4247669" y="1940995"/>
                  </a:lnTo>
                  <a:lnTo>
                    <a:pt x="4247795" y="1940995"/>
                  </a:lnTo>
                  <a:lnTo>
                    <a:pt x="4247920" y="1940995"/>
                  </a:lnTo>
                  <a:lnTo>
                    <a:pt x="4248045" y="1940995"/>
                  </a:lnTo>
                  <a:lnTo>
                    <a:pt x="4248170" y="1940995"/>
                  </a:lnTo>
                  <a:lnTo>
                    <a:pt x="4248295" y="1940995"/>
                  </a:lnTo>
                  <a:lnTo>
                    <a:pt x="4248420" y="1940995"/>
                  </a:lnTo>
                  <a:lnTo>
                    <a:pt x="4248545" y="1940995"/>
                  </a:lnTo>
                  <a:lnTo>
                    <a:pt x="4248670" y="1940995"/>
                  </a:lnTo>
                  <a:lnTo>
                    <a:pt x="4248795" y="1940995"/>
                  </a:lnTo>
                  <a:lnTo>
                    <a:pt x="4248920" y="1940995"/>
                  </a:lnTo>
                  <a:lnTo>
                    <a:pt x="4249045" y="1940995"/>
                  </a:lnTo>
                  <a:lnTo>
                    <a:pt x="4249170" y="1940995"/>
                  </a:lnTo>
                  <a:lnTo>
                    <a:pt x="4249295" y="1940995"/>
                  </a:lnTo>
                  <a:lnTo>
                    <a:pt x="4249420" y="1940995"/>
                  </a:lnTo>
                  <a:lnTo>
                    <a:pt x="4249545" y="1940995"/>
                  </a:lnTo>
                  <a:lnTo>
                    <a:pt x="4249670" y="1940995"/>
                  </a:lnTo>
                  <a:lnTo>
                    <a:pt x="4249795" y="1940995"/>
                  </a:lnTo>
                  <a:lnTo>
                    <a:pt x="4249920" y="1940995"/>
                  </a:lnTo>
                  <a:lnTo>
                    <a:pt x="4250045" y="1940995"/>
                  </a:lnTo>
                  <a:lnTo>
                    <a:pt x="4250170" y="1940995"/>
                  </a:lnTo>
                  <a:lnTo>
                    <a:pt x="4250295" y="1940995"/>
                  </a:lnTo>
                  <a:lnTo>
                    <a:pt x="4250420" y="1940995"/>
                  </a:lnTo>
                  <a:lnTo>
                    <a:pt x="4250545" y="1940995"/>
                  </a:lnTo>
                  <a:lnTo>
                    <a:pt x="4250670" y="1940995"/>
                  </a:lnTo>
                  <a:lnTo>
                    <a:pt x="4250796" y="1940995"/>
                  </a:lnTo>
                  <a:lnTo>
                    <a:pt x="4250921" y="1940995"/>
                  </a:lnTo>
                  <a:lnTo>
                    <a:pt x="4251046" y="1940995"/>
                  </a:lnTo>
                  <a:lnTo>
                    <a:pt x="4251171" y="1940995"/>
                  </a:lnTo>
                  <a:lnTo>
                    <a:pt x="4251296" y="1940995"/>
                  </a:lnTo>
                  <a:lnTo>
                    <a:pt x="4251421" y="1940995"/>
                  </a:lnTo>
                  <a:lnTo>
                    <a:pt x="4251546" y="1940995"/>
                  </a:lnTo>
                  <a:lnTo>
                    <a:pt x="4251671" y="1940995"/>
                  </a:lnTo>
                  <a:lnTo>
                    <a:pt x="4251796" y="1940995"/>
                  </a:lnTo>
                  <a:lnTo>
                    <a:pt x="4251921" y="1940995"/>
                  </a:lnTo>
                  <a:lnTo>
                    <a:pt x="4252046" y="1940995"/>
                  </a:lnTo>
                  <a:lnTo>
                    <a:pt x="4252171" y="1940995"/>
                  </a:lnTo>
                  <a:lnTo>
                    <a:pt x="4252296" y="1940995"/>
                  </a:lnTo>
                  <a:lnTo>
                    <a:pt x="4252421" y="1940995"/>
                  </a:lnTo>
                  <a:lnTo>
                    <a:pt x="4252546" y="1940995"/>
                  </a:lnTo>
                  <a:lnTo>
                    <a:pt x="4252671" y="1940995"/>
                  </a:lnTo>
                  <a:lnTo>
                    <a:pt x="4252796" y="1940995"/>
                  </a:lnTo>
                  <a:lnTo>
                    <a:pt x="4252921" y="1940995"/>
                  </a:lnTo>
                  <a:lnTo>
                    <a:pt x="4253046" y="1940995"/>
                  </a:lnTo>
                  <a:lnTo>
                    <a:pt x="4253171" y="1940995"/>
                  </a:lnTo>
                  <a:lnTo>
                    <a:pt x="4253296" y="1940995"/>
                  </a:lnTo>
                  <a:lnTo>
                    <a:pt x="4253421" y="1940995"/>
                  </a:lnTo>
                  <a:lnTo>
                    <a:pt x="4253546" y="1940995"/>
                  </a:lnTo>
                  <a:lnTo>
                    <a:pt x="4253671" y="1940995"/>
                  </a:lnTo>
                  <a:lnTo>
                    <a:pt x="4253797" y="1940995"/>
                  </a:lnTo>
                  <a:lnTo>
                    <a:pt x="4253922" y="1940995"/>
                  </a:lnTo>
                  <a:lnTo>
                    <a:pt x="4254047" y="1940995"/>
                  </a:lnTo>
                  <a:lnTo>
                    <a:pt x="4254172" y="1940995"/>
                  </a:lnTo>
                  <a:lnTo>
                    <a:pt x="4254297" y="1940995"/>
                  </a:lnTo>
                  <a:lnTo>
                    <a:pt x="4254422" y="1940995"/>
                  </a:lnTo>
                  <a:lnTo>
                    <a:pt x="4254547" y="1940995"/>
                  </a:lnTo>
                  <a:lnTo>
                    <a:pt x="4254672" y="1940995"/>
                  </a:lnTo>
                  <a:lnTo>
                    <a:pt x="4254797" y="1940995"/>
                  </a:lnTo>
                  <a:lnTo>
                    <a:pt x="4254922" y="1940995"/>
                  </a:lnTo>
                  <a:lnTo>
                    <a:pt x="4255047" y="1940995"/>
                  </a:lnTo>
                  <a:lnTo>
                    <a:pt x="4255172" y="1940995"/>
                  </a:lnTo>
                  <a:lnTo>
                    <a:pt x="4255297" y="1940995"/>
                  </a:lnTo>
                  <a:lnTo>
                    <a:pt x="4255422" y="1940995"/>
                  </a:lnTo>
                  <a:lnTo>
                    <a:pt x="4255547" y="1940995"/>
                  </a:lnTo>
                  <a:lnTo>
                    <a:pt x="4255672" y="1940995"/>
                  </a:lnTo>
                  <a:lnTo>
                    <a:pt x="4255797" y="1940995"/>
                  </a:lnTo>
                  <a:lnTo>
                    <a:pt x="4255922" y="1940995"/>
                  </a:lnTo>
                  <a:lnTo>
                    <a:pt x="4256047" y="1940995"/>
                  </a:lnTo>
                  <a:lnTo>
                    <a:pt x="4256172" y="1940995"/>
                  </a:lnTo>
                  <a:lnTo>
                    <a:pt x="4256297" y="1940995"/>
                  </a:lnTo>
                  <a:lnTo>
                    <a:pt x="4256422" y="1940995"/>
                  </a:lnTo>
                  <a:lnTo>
                    <a:pt x="4256547" y="1940995"/>
                  </a:lnTo>
                  <a:lnTo>
                    <a:pt x="4256672" y="1940995"/>
                  </a:lnTo>
                  <a:lnTo>
                    <a:pt x="4256798" y="1940995"/>
                  </a:lnTo>
                  <a:lnTo>
                    <a:pt x="4256923" y="1940995"/>
                  </a:lnTo>
                  <a:lnTo>
                    <a:pt x="4257048" y="1940995"/>
                  </a:lnTo>
                  <a:lnTo>
                    <a:pt x="4257173" y="1940995"/>
                  </a:lnTo>
                  <a:lnTo>
                    <a:pt x="4257298" y="1940995"/>
                  </a:lnTo>
                  <a:lnTo>
                    <a:pt x="4257423" y="1940995"/>
                  </a:lnTo>
                  <a:lnTo>
                    <a:pt x="4257548" y="1940995"/>
                  </a:lnTo>
                  <a:lnTo>
                    <a:pt x="4257673" y="1940995"/>
                  </a:lnTo>
                  <a:lnTo>
                    <a:pt x="4257798" y="1940995"/>
                  </a:lnTo>
                  <a:lnTo>
                    <a:pt x="4257923" y="1940995"/>
                  </a:lnTo>
                  <a:lnTo>
                    <a:pt x="4258048" y="1940995"/>
                  </a:lnTo>
                  <a:lnTo>
                    <a:pt x="4258173" y="1940995"/>
                  </a:lnTo>
                  <a:lnTo>
                    <a:pt x="4258298" y="1940995"/>
                  </a:lnTo>
                  <a:lnTo>
                    <a:pt x="4258423" y="1940995"/>
                  </a:lnTo>
                  <a:lnTo>
                    <a:pt x="4258548" y="1940995"/>
                  </a:lnTo>
                  <a:lnTo>
                    <a:pt x="4258673" y="1940995"/>
                  </a:lnTo>
                  <a:lnTo>
                    <a:pt x="4258798" y="1940995"/>
                  </a:lnTo>
                  <a:lnTo>
                    <a:pt x="4258923" y="1940995"/>
                  </a:lnTo>
                  <a:lnTo>
                    <a:pt x="4259048" y="1940995"/>
                  </a:lnTo>
                  <a:lnTo>
                    <a:pt x="4259173" y="1940995"/>
                  </a:lnTo>
                  <a:lnTo>
                    <a:pt x="4259298" y="1940995"/>
                  </a:lnTo>
                  <a:lnTo>
                    <a:pt x="4259423" y="1940995"/>
                  </a:lnTo>
                  <a:lnTo>
                    <a:pt x="4259548" y="1940995"/>
                  </a:lnTo>
                  <a:lnTo>
                    <a:pt x="4259673" y="1940995"/>
                  </a:lnTo>
                  <a:lnTo>
                    <a:pt x="4259799" y="1940995"/>
                  </a:lnTo>
                  <a:lnTo>
                    <a:pt x="4259924" y="1940995"/>
                  </a:lnTo>
                  <a:lnTo>
                    <a:pt x="4260049" y="1940995"/>
                  </a:lnTo>
                  <a:lnTo>
                    <a:pt x="4260174" y="1940995"/>
                  </a:lnTo>
                  <a:lnTo>
                    <a:pt x="4260299" y="1940995"/>
                  </a:lnTo>
                  <a:lnTo>
                    <a:pt x="4260424" y="1940995"/>
                  </a:lnTo>
                  <a:lnTo>
                    <a:pt x="4260549" y="1940995"/>
                  </a:lnTo>
                  <a:lnTo>
                    <a:pt x="4260674" y="1940995"/>
                  </a:lnTo>
                  <a:lnTo>
                    <a:pt x="4260799" y="1940995"/>
                  </a:lnTo>
                  <a:lnTo>
                    <a:pt x="4260924" y="1940995"/>
                  </a:lnTo>
                  <a:lnTo>
                    <a:pt x="4261049" y="1940995"/>
                  </a:lnTo>
                  <a:lnTo>
                    <a:pt x="4261174" y="1940995"/>
                  </a:lnTo>
                  <a:lnTo>
                    <a:pt x="4261299" y="1940995"/>
                  </a:lnTo>
                  <a:lnTo>
                    <a:pt x="4261424" y="1940995"/>
                  </a:lnTo>
                  <a:lnTo>
                    <a:pt x="4261549" y="1940995"/>
                  </a:lnTo>
                  <a:lnTo>
                    <a:pt x="4261674" y="1940995"/>
                  </a:lnTo>
                  <a:lnTo>
                    <a:pt x="4261799" y="1940995"/>
                  </a:lnTo>
                  <a:lnTo>
                    <a:pt x="4261924" y="1940995"/>
                  </a:lnTo>
                  <a:lnTo>
                    <a:pt x="4262049" y="1940995"/>
                  </a:lnTo>
                  <a:lnTo>
                    <a:pt x="4262174" y="1940995"/>
                  </a:lnTo>
                  <a:lnTo>
                    <a:pt x="4262299" y="1940995"/>
                  </a:lnTo>
                  <a:lnTo>
                    <a:pt x="4262424" y="1940995"/>
                  </a:lnTo>
                  <a:lnTo>
                    <a:pt x="4262549" y="1940995"/>
                  </a:lnTo>
                  <a:lnTo>
                    <a:pt x="4262674" y="1940995"/>
                  </a:lnTo>
                  <a:lnTo>
                    <a:pt x="4262800" y="1940995"/>
                  </a:lnTo>
                  <a:lnTo>
                    <a:pt x="4262925" y="1940995"/>
                  </a:lnTo>
                  <a:lnTo>
                    <a:pt x="4263050" y="1940995"/>
                  </a:lnTo>
                  <a:lnTo>
                    <a:pt x="4263175" y="1940995"/>
                  </a:lnTo>
                  <a:lnTo>
                    <a:pt x="4263300" y="1940995"/>
                  </a:lnTo>
                  <a:lnTo>
                    <a:pt x="4263425" y="1940995"/>
                  </a:lnTo>
                  <a:lnTo>
                    <a:pt x="4263550" y="1940995"/>
                  </a:lnTo>
                  <a:lnTo>
                    <a:pt x="4263675" y="1940995"/>
                  </a:lnTo>
                  <a:lnTo>
                    <a:pt x="4263800" y="1940995"/>
                  </a:lnTo>
                  <a:lnTo>
                    <a:pt x="4263925" y="1940995"/>
                  </a:lnTo>
                  <a:lnTo>
                    <a:pt x="4264050" y="1940995"/>
                  </a:lnTo>
                  <a:lnTo>
                    <a:pt x="4264175" y="1940995"/>
                  </a:lnTo>
                  <a:lnTo>
                    <a:pt x="4264300" y="1940995"/>
                  </a:lnTo>
                  <a:lnTo>
                    <a:pt x="4264425" y="1940995"/>
                  </a:lnTo>
                  <a:lnTo>
                    <a:pt x="4264550" y="1940995"/>
                  </a:lnTo>
                  <a:lnTo>
                    <a:pt x="4264675" y="1940995"/>
                  </a:lnTo>
                  <a:lnTo>
                    <a:pt x="4264800" y="1940995"/>
                  </a:lnTo>
                  <a:lnTo>
                    <a:pt x="4264925" y="1940995"/>
                  </a:lnTo>
                  <a:lnTo>
                    <a:pt x="4265050" y="1940995"/>
                  </a:lnTo>
                  <a:lnTo>
                    <a:pt x="4265175" y="1940995"/>
                  </a:lnTo>
                  <a:lnTo>
                    <a:pt x="4265300" y="1940995"/>
                  </a:lnTo>
                  <a:lnTo>
                    <a:pt x="4265425" y="1940995"/>
                  </a:lnTo>
                  <a:lnTo>
                    <a:pt x="4265550" y="1940995"/>
                  </a:lnTo>
                  <a:lnTo>
                    <a:pt x="4265675" y="1940995"/>
                  </a:lnTo>
                  <a:lnTo>
                    <a:pt x="4265801" y="1940995"/>
                  </a:lnTo>
                  <a:lnTo>
                    <a:pt x="4265926" y="1940995"/>
                  </a:lnTo>
                  <a:lnTo>
                    <a:pt x="4266051" y="1940995"/>
                  </a:lnTo>
                  <a:lnTo>
                    <a:pt x="4266176" y="1940995"/>
                  </a:lnTo>
                  <a:lnTo>
                    <a:pt x="4266301" y="1940995"/>
                  </a:lnTo>
                  <a:lnTo>
                    <a:pt x="4266426" y="1940995"/>
                  </a:lnTo>
                  <a:lnTo>
                    <a:pt x="4266551" y="1940995"/>
                  </a:lnTo>
                  <a:lnTo>
                    <a:pt x="4266676" y="1940995"/>
                  </a:lnTo>
                  <a:lnTo>
                    <a:pt x="4266801" y="1940995"/>
                  </a:lnTo>
                  <a:lnTo>
                    <a:pt x="4266926" y="1940995"/>
                  </a:lnTo>
                  <a:lnTo>
                    <a:pt x="4267051" y="1940995"/>
                  </a:lnTo>
                  <a:lnTo>
                    <a:pt x="4267176" y="1940995"/>
                  </a:lnTo>
                  <a:lnTo>
                    <a:pt x="4267301" y="1940995"/>
                  </a:lnTo>
                  <a:lnTo>
                    <a:pt x="4267426" y="1940995"/>
                  </a:lnTo>
                  <a:lnTo>
                    <a:pt x="4267551" y="1940995"/>
                  </a:lnTo>
                  <a:lnTo>
                    <a:pt x="4267676" y="1940995"/>
                  </a:lnTo>
                  <a:lnTo>
                    <a:pt x="4267801" y="1940995"/>
                  </a:lnTo>
                  <a:lnTo>
                    <a:pt x="4267926" y="1940995"/>
                  </a:lnTo>
                  <a:lnTo>
                    <a:pt x="4268051" y="1940995"/>
                  </a:lnTo>
                  <a:lnTo>
                    <a:pt x="4268176" y="1940995"/>
                  </a:lnTo>
                  <a:lnTo>
                    <a:pt x="4268301" y="1940995"/>
                  </a:lnTo>
                  <a:lnTo>
                    <a:pt x="4268426" y="1940995"/>
                  </a:lnTo>
                  <a:lnTo>
                    <a:pt x="4268551" y="1940995"/>
                  </a:lnTo>
                  <a:lnTo>
                    <a:pt x="4268677" y="1940995"/>
                  </a:lnTo>
                  <a:lnTo>
                    <a:pt x="4268802" y="1940995"/>
                  </a:lnTo>
                  <a:lnTo>
                    <a:pt x="4268927" y="1940995"/>
                  </a:lnTo>
                  <a:lnTo>
                    <a:pt x="4269052" y="1940995"/>
                  </a:lnTo>
                  <a:lnTo>
                    <a:pt x="4269177" y="1940995"/>
                  </a:lnTo>
                  <a:lnTo>
                    <a:pt x="4269302" y="1940995"/>
                  </a:lnTo>
                  <a:lnTo>
                    <a:pt x="4269427" y="1940995"/>
                  </a:lnTo>
                  <a:lnTo>
                    <a:pt x="4269552" y="1940995"/>
                  </a:lnTo>
                  <a:lnTo>
                    <a:pt x="4269677" y="1940995"/>
                  </a:lnTo>
                  <a:lnTo>
                    <a:pt x="4269802" y="1940995"/>
                  </a:lnTo>
                  <a:lnTo>
                    <a:pt x="4269927" y="1940995"/>
                  </a:lnTo>
                  <a:lnTo>
                    <a:pt x="4270052" y="1940995"/>
                  </a:lnTo>
                  <a:lnTo>
                    <a:pt x="4270177" y="1940995"/>
                  </a:lnTo>
                  <a:lnTo>
                    <a:pt x="4270302" y="1940995"/>
                  </a:lnTo>
                  <a:lnTo>
                    <a:pt x="4270427" y="1940995"/>
                  </a:lnTo>
                  <a:lnTo>
                    <a:pt x="4270552" y="1940995"/>
                  </a:lnTo>
                  <a:lnTo>
                    <a:pt x="4270677" y="1940995"/>
                  </a:lnTo>
                  <a:lnTo>
                    <a:pt x="4270802" y="1940995"/>
                  </a:lnTo>
                  <a:lnTo>
                    <a:pt x="4270927" y="1940995"/>
                  </a:lnTo>
                  <a:lnTo>
                    <a:pt x="4271052" y="1940995"/>
                  </a:lnTo>
                  <a:lnTo>
                    <a:pt x="4271177" y="1940995"/>
                  </a:lnTo>
                  <a:lnTo>
                    <a:pt x="4271302" y="1940995"/>
                  </a:lnTo>
                  <a:lnTo>
                    <a:pt x="4271427" y="1940995"/>
                  </a:lnTo>
                  <a:lnTo>
                    <a:pt x="4271552" y="1940995"/>
                  </a:lnTo>
                  <a:lnTo>
                    <a:pt x="4271678" y="1940995"/>
                  </a:lnTo>
                  <a:lnTo>
                    <a:pt x="4271803" y="1940995"/>
                  </a:lnTo>
                  <a:lnTo>
                    <a:pt x="4271928" y="1940995"/>
                  </a:lnTo>
                  <a:lnTo>
                    <a:pt x="4272053" y="1940995"/>
                  </a:lnTo>
                  <a:lnTo>
                    <a:pt x="4272178" y="1940995"/>
                  </a:lnTo>
                  <a:lnTo>
                    <a:pt x="4272303" y="1940995"/>
                  </a:lnTo>
                  <a:lnTo>
                    <a:pt x="4272428" y="1940995"/>
                  </a:lnTo>
                  <a:lnTo>
                    <a:pt x="4272553" y="1940995"/>
                  </a:lnTo>
                  <a:lnTo>
                    <a:pt x="4272678" y="1940995"/>
                  </a:lnTo>
                  <a:lnTo>
                    <a:pt x="4272803" y="1940995"/>
                  </a:lnTo>
                  <a:lnTo>
                    <a:pt x="4272928" y="1940995"/>
                  </a:lnTo>
                  <a:lnTo>
                    <a:pt x="4273053" y="1940995"/>
                  </a:lnTo>
                  <a:lnTo>
                    <a:pt x="4273178" y="1940995"/>
                  </a:lnTo>
                  <a:lnTo>
                    <a:pt x="4273303" y="1940995"/>
                  </a:lnTo>
                  <a:lnTo>
                    <a:pt x="4273428" y="1940995"/>
                  </a:lnTo>
                  <a:lnTo>
                    <a:pt x="4273553" y="1940995"/>
                  </a:lnTo>
                  <a:lnTo>
                    <a:pt x="4273678" y="1940995"/>
                  </a:lnTo>
                  <a:lnTo>
                    <a:pt x="4273803" y="1940995"/>
                  </a:lnTo>
                  <a:lnTo>
                    <a:pt x="4273928" y="1940995"/>
                  </a:lnTo>
                  <a:lnTo>
                    <a:pt x="4274053" y="1940995"/>
                  </a:lnTo>
                  <a:lnTo>
                    <a:pt x="4274178" y="1940995"/>
                  </a:lnTo>
                  <a:lnTo>
                    <a:pt x="4274303" y="1940995"/>
                  </a:lnTo>
                  <a:lnTo>
                    <a:pt x="4274428" y="1940995"/>
                  </a:lnTo>
                  <a:lnTo>
                    <a:pt x="4274553" y="1940995"/>
                  </a:lnTo>
                  <a:lnTo>
                    <a:pt x="4274679" y="1940995"/>
                  </a:lnTo>
                  <a:lnTo>
                    <a:pt x="4274804" y="1940995"/>
                  </a:lnTo>
                  <a:lnTo>
                    <a:pt x="4274929" y="1940995"/>
                  </a:lnTo>
                  <a:lnTo>
                    <a:pt x="4275054" y="1940995"/>
                  </a:lnTo>
                  <a:lnTo>
                    <a:pt x="4275179" y="1940995"/>
                  </a:lnTo>
                  <a:lnTo>
                    <a:pt x="4275304" y="1940995"/>
                  </a:lnTo>
                  <a:lnTo>
                    <a:pt x="4275429" y="1940995"/>
                  </a:lnTo>
                  <a:lnTo>
                    <a:pt x="4275554" y="1940995"/>
                  </a:lnTo>
                  <a:lnTo>
                    <a:pt x="4275679" y="1940995"/>
                  </a:lnTo>
                  <a:lnTo>
                    <a:pt x="4275804" y="1940995"/>
                  </a:lnTo>
                  <a:lnTo>
                    <a:pt x="4275929" y="1940995"/>
                  </a:lnTo>
                  <a:lnTo>
                    <a:pt x="4276054" y="1940995"/>
                  </a:lnTo>
                  <a:lnTo>
                    <a:pt x="4276179" y="1940995"/>
                  </a:lnTo>
                  <a:lnTo>
                    <a:pt x="4276304" y="1940995"/>
                  </a:lnTo>
                  <a:lnTo>
                    <a:pt x="4276429" y="1940995"/>
                  </a:lnTo>
                  <a:lnTo>
                    <a:pt x="4276554" y="1940995"/>
                  </a:lnTo>
                  <a:lnTo>
                    <a:pt x="4276679" y="1940995"/>
                  </a:lnTo>
                  <a:lnTo>
                    <a:pt x="4276804" y="1940995"/>
                  </a:lnTo>
                  <a:lnTo>
                    <a:pt x="4276929" y="1940995"/>
                  </a:lnTo>
                  <a:lnTo>
                    <a:pt x="4277054" y="1940995"/>
                  </a:lnTo>
                  <a:lnTo>
                    <a:pt x="4277179" y="1940995"/>
                  </a:lnTo>
                  <a:lnTo>
                    <a:pt x="4277304" y="1940995"/>
                  </a:lnTo>
                  <a:lnTo>
                    <a:pt x="4277429" y="1940995"/>
                  </a:lnTo>
                  <a:lnTo>
                    <a:pt x="4277554" y="1940995"/>
                  </a:lnTo>
                  <a:lnTo>
                    <a:pt x="4277680" y="1940995"/>
                  </a:lnTo>
                  <a:lnTo>
                    <a:pt x="4277805" y="1940995"/>
                  </a:lnTo>
                  <a:lnTo>
                    <a:pt x="4277930" y="1940995"/>
                  </a:lnTo>
                  <a:lnTo>
                    <a:pt x="4278055" y="1940995"/>
                  </a:lnTo>
                  <a:lnTo>
                    <a:pt x="4278180" y="1940995"/>
                  </a:lnTo>
                  <a:lnTo>
                    <a:pt x="4278305" y="1940995"/>
                  </a:lnTo>
                  <a:lnTo>
                    <a:pt x="4278430" y="1940995"/>
                  </a:lnTo>
                  <a:lnTo>
                    <a:pt x="4278555" y="1940995"/>
                  </a:lnTo>
                  <a:lnTo>
                    <a:pt x="4278680" y="1940995"/>
                  </a:lnTo>
                  <a:lnTo>
                    <a:pt x="4278805" y="1940995"/>
                  </a:lnTo>
                  <a:lnTo>
                    <a:pt x="4278930" y="1940995"/>
                  </a:lnTo>
                  <a:lnTo>
                    <a:pt x="4279055" y="1940995"/>
                  </a:lnTo>
                  <a:lnTo>
                    <a:pt x="4279180" y="1940995"/>
                  </a:lnTo>
                  <a:lnTo>
                    <a:pt x="4279305" y="1940995"/>
                  </a:lnTo>
                  <a:lnTo>
                    <a:pt x="4279430" y="1940995"/>
                  </a:lnTo>
                  <a:lnTo>
                    <a:pt x="4279555" y="1940995"/>
                  </a:lnTo>
                  <a:lnTo>
                    <a:pt x="4279680" y="1940995"/>
                  </a:lnTo>
                  <a:lnTo>
                    <a:pt x="4279805" y="1940995"/>
                  </a:lnTo>
                  <a:lnTo>
                    <a:pt x="4279930" y="1940995"/>
                  </a:lnTo>
                  <a:lnTo>
                    <a:pt x="4280055" y="1940995"/>
                  </a:lnTo>
                  <a:lnTo>
                    <a:pt x="4280180" y="1940995"/>
                  </a:lnTo>
                  <a:lnTo>
                    <a:pt x="4280305" y="1940995"/>
                  </a:lnTo>
                  <a:lnTo>
                    <a:pt x="4280430" y="1940995"/>
                  </a:lnTo>
                  <a:lnTo>
                    <a:pt x="4280555" y="1940995"/>
                  </a:lnTo>
                  <a:lnTo>
                    <a:pt x="4280681" y="1940995"/>
                  </a:lnTo>
                  <a:lnTo>
                    <a:pt x="4280806" y="1940995"/>
                  </a:lnTo>
                  <a:lnTo>
                    <a:pt x="4280931" y="1940995"/>
                  </a:lnTo>
                  <a:lnTo>
                    <a:pt x="4281056" y="1940995"/>
                  </a:lnTo>
                  <a:lnTo>
                    <a:pt x="4281181" y="1940995"/>
                  </a:lnTo>
                  <a:lnTo>
                    <a:pt x="4281306" y="1940995"/>
                  </a:lnTo>
                  <a:lnTo>
                    <a:pt x="4281431" y="1940995"/>
                  </a:lnTo>
                  <a:lnTo>
                    <a:pt x="4281556" y="1940995"/>
                  </a:lnTo>
                  <a:lnTo>
                    <a:pt x="4281681" y="1940995"/>
                  </a:lnTo>
                  <a:lnTo>
                    <a:pt x="4281806" y="1940995"/>
                  </a:lnTo>
                  <a:lnTo>
                    <a:pt x="4281931" y="1940995"/>
                  </a:lnTo>
                  <a:lnTo>
                    <a:pt x="4282056" y="1940995"/>
                  </a:lnTo>
                  <a:lnTo>
                    <a:pt x="4282181" y="1940995"/>
                  </a:lnTo>
                  <a:lnTo>
                    <a:pt x="4282306" y="1940995"/>
                  </a:lnTo>
                  <a:lnTo>
                    <a:pt x="4282431" y="1940995"/>
                  </a:lnTo>
                  <a:lnTo>
                    <a:pt x="4282556" y="1940995"/>
                  </a:lnTo>
                  <a:lnTo>
                    <a:pt x="4282681" y="1940995"/>
                  </a:lnTo>
                  <a:lnTo>
                    <a:pt x="4282806" y="1940995"/>
                  </a:lnTo>
                  <a:lnTo>
                    <a:pt x="4282931" y="1940995"/>
                  </a:lnTo>
                  <a:lnTo>
                    <a:pt x="4283056" y="1940995"/>
                  </a:lnTo>
                  <a:lnTo>
                    <a:pt x="4283181" y="1940995"/>
                  </a:lnTo>
                  <a:lnTo>
                    <a:pt x="4283306" y="1940995"/>
                  </a:lnTo>
                  <a:lnTo>
                    <a:pt x="4283431" y="1940995"/>
                  </a:lnTo>
                  <a:lnTo>
                    <a:pt x="4283556" y="1940995"/>
                  </a:lnTo>
                  <a:lnTo>
                    <a:pt x="4283682" y="1940995"/>
                  </a:lnTo>
                  <a:lnTo>
                    <a:pt x="4283807" y="1940995"/>
                  </a:lnTo>
                  <a:lnTo>
                    <a:pt x="4283932" y="1940995"/>
                  </a:lnTo>
                  <a:lnTo>
                    <a:pt x="4284057" y="1940995"/>
                  </a:lnTo>
                  <a:lnTo>
                    <a:pt x="4284182" y="1940995"/>
                  </a:lnTo>
                  <a:lnTo>
                    <a:pt x="4284307" y="1940995"/>
                  </a:lnTo>
                  <a:lnTo>
                    <a:pt x="4284432" y="1940995"/>
                  </a:lnTo>
                  <a:lnTo>
                    <a:pt x="4284557" y="1940995"/>
                  </a:lnTo>
                  <a:lnTo>
                    <a:pt x="4284682" y="1940995"/>
                  </a:lnTo>
                  <a:lnTo>
                    <a:pt x="4284807" y="1940995"/>
                  </a:lnTo>
                  <a:lnTo>
                    <a:pt x="4284932" y="1940995"/>
                  </a:lnTo>
                  <a:lnTo>
                    <a:pt x="4285057" y="1940995"/>
                  </a:lnTo>
                  <a:lnTo>
                    <a:pt x="4285182" y="1940995"/>
                  </a:lnTo>
                  <a:lnTo>
                    <a:pt x="4285307" y="1940995"/>
                  </a:lnTo>
                  <a:lnTo>
                    <a:pt x="4285432" y="1940995"/>
                  </a:lnTo>
                  <a:lnTo>
                    <a:pt x="4285557" y="1940995"/>
                  </a:lnTo>
                  <a:lnTo>
                    <a:pt x="4285682" y="1940995"/>
                  </a:lnTo>
                  <a:lnTo>
                    <a:pt x="4285807" y="1940995"/>
                  </a:lnTo>
                  <a:lnTo>
                    <a:pt x="4285932" y="1940995"/>
                  </a:lnTo>
                  <a:lnTo>
                    <a:pt x="4286057" y="1940995"/>
                  </a:lnTo>
                  <a:lnTo>
                    <a:pt x="4286182" y="1940995"/>
                  </a:lnTo>
                  <a:lnTo>
                    <a:pt x="4286307" y="1940995"/>
                  </a:lnTo>
                  <a:lnTo>
                    <a:pt x="4286432" y="1940995"/>
                  </a:lnTo>
                  <a:lnTo>
                    <a:pt x="4286557" y="1940995"/>
                  </a:lnTo>
                  <a:lnTo>
                    <a:pt x="4286683" y="1940995"/>
                  </a:lnTo>
                  <a:lnTo>
                    <a:pt x="4286808" y="1940995"/>
                  </a:lnTo>
                  <a:lnTo>
                    <a:pt x="4286933" y="1940995"/>
                  </a:lnTo>
                  <a:lnTo>
                    <a:pt x="4287058" y="1940995"/>
                  </a:lnTo>
                  <a:lnTo>
                    <a:pt x="4287183" y="1940995"/>
                  </a:lnTo>
                  <a:lnTo>
                    <a:pt x="4287308" y="1940995"/>
                  </a:lnTo>
                  <a:lnTo>
                    <a:pt x="4287433" y="1940995"/>
                  </a:lnTo>
                  <a:lnTo>
                    <a:pt x="4287558" y="1940995"/>
                  </a:lnTo>
                  <a:lnTo>
                    <a:pt x="4287683" y="1940995"/>
                  </a:lnTo>
                  <a:lnTo>
                    <a:pt x="4287808" y="1940995"/>
                  </a:lnTo>
                  <a:lnTo>
                    <a:pt x="4287933" y="1940995"/>
                  </a:lnTo>
                  <a:lnTo>
                    <a:pt x="4288058" y="1940995"/>
                  </a:lnTo>
                  <a:lnTo>
                    <a:pt x="4288183" y="1940995"/>
                  </a:lnTo>
                  <a:lnTo>
                    <a:pt x="4288308" y="1940995"/>
                  </a:lnTo>
                  <a:lnTo>
                    <a:pt x="4288433" y="1940995"/>
                  </a:lnTo>
                  <a:lnTo>
                    <a:pt x="4288558" y="1940995"/>
                  </a:lnTo>
                  <a:lnTo>
                    <a:pt x="4288683" y="1940995"/>
                  </a:lnTo>
                  <a:lnTo>
                    <a:pt x="4288683" y="1931041"/>
                  </a:lnTo>
                  <a:lnTo>
                    <a:pt x="4288808" y="1931041"/>
                  </a:lnTo>
                  <a:lnTo>
                    <a:pt x="4288933" y="1931041"/>
                  </a:lnTo>
                  <a:lnTo>
                    <a:pt x="4289058" y="1931041"/>
                  </a:lnTo>
                  <a:lnTo>
                    <a:pt x="4289183" y="1931041"/>
                  </a:lnTo>
                  <a:lnTo>
                    <a:pt x="4289308" y="1931041"/>
                  </a:lnTo>
                  <a:lnTo>
                    <a:pt x="4289433" y="1931041"/>
                  </a:lnTo>
                  <a:lnTo>
                    <a:pt x="4289558" y="1931041"/>
                  </a:lnTo>
                  <a:lnTo>
                    <a:pt x="4289684" y="1931041"/>
                  </a:lnTo>
                  <a:lnTo>
                    <a:pt x="4289809" y="1931041"/>
                  </a:lnTo>
                  <a:lnTo>
                    <a:pt x="4289934" y="1931041"/>
                  </a:lnTo>
                  <a:lnTo>
                    <a:pt x="4290059" y="1931041"/>
                  </a:lnTo>
                  <a:lnTo>
                    <a:pt x="4290184" y="1931041"/>
                  </a:lnTo>
                  <a:lnTo>
                    <a:pt x="4290309" y="1931041"/>
                  </a:lnTo>
                  <a:lnTo>
                    <a:pt x="4290434" y="1931041"/>
                  </a:lnTo>
                  <a:lnTo>
                    <a:pt x="4290559" y="1931041"/>
                  </a:lnTo>
                  <a:lnTo>
                    <a:pt x="4290684" y="1931041"/>
                  </a:lnTo>
                  <a:lnTo>
                    <a:pt x="4290809" y="1931041"/>
                  </a:lnTo>
                  <a:lnTo>
                    <a:pt x="4290934" y="1931041"/>
                  </a:lnTo>
                  <a:lnTo>
                    <a:pt x="4291059" y="1931041"/>
                  </a:lnTo>
                  <a:lnTo>
                    <a:pt x="4291184" y="1931041"/>
                  </a:lnTo>
                  <a:lnTo>
                    <a:pt x="4291309" y="1931041"/>
                  </a:lnTo>
                  <a:lnTo>
                    <a:pt x="4291434" y="1931041"/>
                  </a:lnTo>
                  <a:lnTo>
                    <a:pt x="4291559" y="1931041"/>
                  </a:lnTo>
                  <a:lnTo>
                    <a:pt x="4291684" y="1931041"/>
                  </a:lnTo>
                  <a:lnTo>
                    <a:pt x="4291809" y="1931041"/>
                  </a:lnTo>
                  <a:lnTo>
                    <a:pt x="4291934" y="1931041"/>
                  </a:lnTo>
                  <a:lnTo>
                    <a:pt x="4291934" y="1921087"/>
                  </a:lnTo>
                  <a:lnTo>
                    <a:pt x="4292059" y="1921087"/>
                  </a:lnTo>
                  <a:lnTo>
                    <a:pt x="4292184" y="1921087"/>
                  </a:lnTo>
                  <a:lnTo>
                    <a:pt x="4292309" y="1921087"/>
                  </a:lnTo>
                  <a:lnTo>
                    <a:pt x="4292434" y="1921087"/>
                  </a:lnTo>
                  <a:lnTo>
                    <a:pt x="4292559" y="1921087"/>
                  </a:lnTo>
                  <a:lnTo>
                    <a:pt x="4292685" y="1921087"/>
                  </a:lnTo>
                  <a:lnTo>
                    <a:pt x="4292810" y="1921087"/>
                  </a:lnTo>
                  <a:lnTo>
                    <a:pt x="4292935" y="1921087"/>
                  </a:lnTo>
                  <a:lnTo>
                    <a:pt x="4293060" y="1921087"/>
                  </a:lnTo>
                  <a:lnTo>
                    <a:pt x="4293185" y="1921087"/>
                  </a:lnTo>
                  <a:lnTo>
                    <a:pt x="4293310" y="1921087"/>
                  </a:lnTo>
                  <a:lnTo>
                    <a:pt x="4293435" y="1921087"/>
                  </a:lnTo>
                  <a:lnTo>
                    <a:pt x="4293560" y="1921087"/>
                  </a:lnTo>
                  <a:lnTo>
                    <a:pt x="4293685" y="1921087"/>
                  </a:lnTo>
                  <a:lnTo>
                    <a:pt x="4293810" y="1921087"/>
                  </a:lnTo>
                  <a:lnTo>
                    <a:pt x="4293935" y="1921087"/>
                  </a:lnTo>
                  <a:lnTo>
                    <a:pt x="4294060" y="1921087"/>
                  </a:lnTo>
                  <a:lnTo>
                    <a:pt x="4294185" y="1921087"/>
                  </a:lnTo>
                  <a:lnTo>
                    <a:pt x="4294310" y="1921087"/>
                  </a:lnTo>
                  <a:lnTo>
                    <a:pt x="4294435" y="1921087"/>
                  </a:lnTo>
                  <a:lnTo>
                    <a:pt x="4294560" y="1921087"/>
                  </a:lnTo>
                  <a:lnTo>
                    <a:pt x="4294685" y="1921087"/>
                  </a:lnTo>
                  <a:lnTo>
                    <a:pt x="4294810" y="1921087"/>
                  </a:lnTo>
                  <a:lnTo>
                    <a:pt x="4294935" y="1921087"/>
                  </a:lnTo>
                  <a:lnTo>
                    <a:pt x="4295060" y="1921087"/>
                  </a:lnTo>
                  <a:lnTo>
                    <a:pt x="4295185" y="1921087"/>
                  </a:lnTo>
                  <a:lnTo>
                    <a:pt x="4295310" y="1921087"/>
                  </a:lnTo>
                  <a:lnTo>
                    <a:pt x="4295435" y="1921087"/>
                  </a:lnTo>
                  <a:lnTo>
                    <a:pt x="4295560" y="1921087"/>
                  </a:lnTo>
                  <a:lnTo>
                    <a:pt x="4295686" y="1921087"/>
                  </a:lnTo>
                  <a:lnTo>
                    <a:pt x="4295811" y="1921087"/>
                  </a:lnTo>
                  <a:lnTo>
                    <a:pt x="4295936" y="1921087"/>
                  </a:lnTo>
                  <a:lnTo>
                    <a:pt x="4296061" y="1921087"/>
                  </a:lnTo>
                  <a:lnTo>
                    <a:pt x="4296186" y="1921087"/>
                  </a:lnTo>
                  <a:lnTo>
                    <a:pt x="4296311" y="1921087"/>
                  </a:lnTo>
                  <a:lnTo>
                    <a:pt x="4296311" y="1911133"/>
                  </a:lnTo>
                  <a:lnTo>
                    <a:pt x="4296436" y="1911133"/>
                  </a:lnTo>
                  <a:lnTo>
                    <a:pt x="4296561" y="1911133"/>
                  </a:lnTo>
                  <a:lnTo>
                    <a:pt x="4296686" y="1911133"/>
                  </a:lnTo>
                  <a:lnTo>
                    <a:pt x="4296811" y="1911133"/>
                  </a:lnTo>
                  <a:lnTo>
                    <a:pt x="4296936" y="1911133"/>
                  </a:lnTo>
                  <a:lnTo>
                    <a:pt x="4297061" y="1911133"/>
                  </a:lnTo>
                  <a:lnTo>
                    <a:pt x="4297186" y="1911133"/>
                  </a:lnTo>
                  <a:lnTo>
                    <a:pt x="4297311" y="1911133"/>
                  </a:lnTo>
                  <a:lnTo>
                    <a:pt x="4297436" y="1911133"/>
                  </a:lnTo>
                  <a:lnTo>
                    <a:pt x="4297561" y="1911133"/>
                  </a:lnTo>
                  <a:lnTo>
                    <a:pt x="4297686" y="1911133"/>
                  </a:lnTo>
                  <a:lnTo>
                    <a:pt x="4297811" y="1911133"/>
                  </a:lnTo>
                  <a:lnTo>
                    <a:pt x="4297936" y="1911133"/>
                  </a:lnTo>
                  <a:lnTo>
                    <a:pt x="4298061" y="1911133"/>
                  </a:lnTo>
                  <a:lnTo>
                    <a:pt x="4298186" y="1911133"/>
                  </a:lnTo>
                  <a:lnTo>
                    <a:pt x="4298311" y="1911133"/>
                  </a:lnTo>
                  <a:lnTo>
                    <a:pt x="4298436" y="1911133"/>
                  </a:lnTo>
                  <a:lnTo>
                    <a:pt x="4298561" y="1911133"/>
                  </a:lnTo>
                  <a:lnTo>
                    <a:pt x="4298687" y="1911133"/>
                  </a:lnTo>
                  <a:lnTo>
                    <a:pt x="4298812" y="1911133"/>
                  </a:lnTo>
                  <a:lnTo>
                    <a:pt x="4298937" y="1911133"/>
                  </a:lnTo>
                  <a:lnTo>
                    <a:pt x="4299062" y="1911133"/>
                  </a:lnTo>
                  <a:lnTo>
                    <a:pt x="4299187" y="1911133"/>
                  </a:lnTo>
                  <a:lnTo>
                    <a:pt x="4299312" y="1911133"/>
                  </a:lnTo>
                  <a:lnTo>
                    <a:pt x="4299437" y="1911133"/>
                  </a:lnTo>
                  <a:lnTo>
                    <a:pt x="4299562" y="1911133"/>
                  </a:lnTo>
                  <a:lnTo>
                    <a:pt x="4299687" y="1911133"/>
                  </a:lnTo>
                  <a:lnTo>
                    <a:pt x="4299812" y="1911133"/>
                  </a:lnTo>
                  <a:lnTo>
                    <a:pt x="4299937" y="1911133"/>
                  </a:lnTo>
                  <a:lnTo>
                    <a:pt x="4300062" y="1911133"/>
                  </a:lnTo>
                  <a:lnTo>
                    <a:pt x="4300187" y="1911133"/>
                  </a:lnTo>
                  <a:lnTo>
                    <a:pt x="4300312" y="1911133"/>
                  </a:lnTo>
                  <a:lnTo>
                    <a:pt x="4300437" y="1911133"/>
                  </a:lnTo>
                  <a:lnTo>
                    <a:pt x="4300562" y="1911133"/>
                  </a:lnTo>
                  <a:lnTo>
                    <a:pt x="4300687" y="1911133"/>
                  </a:lnTo>
                  <a:lnTo>
                    <a:pt x="4300812" y="1911133"/>
                  </a:lnTo>
                  <a:lnTo>
                    <a:pt x="4300937" y="1911133"/>
                  </a:lnTo>
                  <a:lnTo>
                    <a:pt x="4301062" y="1911133"/>
                  </a:lnTo>
                  <a:lnTo>
                    <a:pt x="4301187" y="1911133"/>
                  </a:lnTo>
                  <a:lnTo>
                    <a:pt x="4301312" y="1911133"/>
                  </a:lnTo>
                  <a:lnTo>
                    <a:pt x="4301437" y="1911133"/>
                  </a:lnTo>
                  <a:lnTo>
                    <a:pt x="4301562" y="1911133"/>
                  </a:lnTo>
                  <a:lnTo>
                    <a:pt x="4301688" y="1911133"/>
                  </a:lnTo>
                  <a:lnTo>
                    <a:pt x="4301813" y="1911133"/>
                  </a:lnTo>
                  <a:lnTo>
                    <a:pt x="4301938" y="1911133"/>
                  </a:lnTo>
                  <a:lnTo>
                    <a:pt x="4302063" y="1911133"/>
                  </a:lnTo>
                  <a:lnTo>
                    <a:pt x="4302188" y="1911133"/>
                  </a:lnTo>
                  <a:lnTo>
                    <a:pt x="4302313" y="1911133"/>
                  </a:lnTo>
                  <a:lnTo>
                    <a:pt x="4302438" y="1911133"/>
                  </a:lnTo>
                  <a:lnTo>
                    <a:pt x="4302563" y="1911133"/>
                  </a:lnTo>
                  <a:lnTo>
                    <a:pt x="4302688" y="1911133"/>
                  </a:lnTo>
                  <a:lnTo>
                    <a:pt x="4302813" y="1911133"/>
                  </a:lnTo>
                  <a:lnTo>
                    <a:pt x="4302938" y="1911133"/>
                  </a:lnTo>
                  <a:lnTo>
                    <a:pt x="4303063" y="1911133"/>
                  </a:lnTo>
                  <a:lnTo>
                    <a:pt x="4303188" y="1911133"/>
                  </a:lnTo>
                  <a:lnTo>
                    <a:pt x="4303313" y="1911133"/>
                  </a:lnTo>
                  <a:lnTo>
                    <a:pt x="4303438" y="1911133"/>
                  </a:lnTo>
                  <a:lnTo>
                    <a:pt x="4303563" y="1911133"/>
                  </a:lnTo>
                  <a:lnTo>
                    <a:pt x="4303688" y="1911133"/>
                  </a:lnTo>
                  <a:lnTo>
                    <a:pt x="4303813" y="1911133"/>
                  </a:lnTo>
                  <a:lnTo>
                    <a:pt x="4303938" y="1911133"/>
                  </a:lnTo>
                  <a:lnTo>
                    <a:pt x="4304063" y="1911133"/>
                  </a:lnTo>
                  <a:lnTo>
                    <a:pt x="4304188" y="1911133"/>
                  </a:lnTo>
                  <a:lnTo>
                    <a:pt x="4304313" y="1911133"/>
                  </a:lnTo>
                  <a:lnTo>
                    <a:pt x="4304438" y="1911133"/>
                  </a:lnTo>
                  <a:lnTo>
                    <a:pt x="4304563" y="1911133"/>
                  </a:lnTo>
                  <a:lnTo>
                    <a:pt x="4304689" y="1911133"/>
                  </a:lnTo>
                  <a:lnTo>
                    <a:pt x="4304814" y="1911133"/>
                  </a:lnTo>
                  <a:lnTo>
                    <a:pt x="4304939" y="1911133"/>
                  </a:lnTo>
                  <a:lnTo>
                    <a:pt x="4305064" y="1911133"/>
                  </a:lnTo>
                  <a:lnTo>
                    <a:pt x="4305189" y="1911133"/>
                  </a:lnTo>
                  <a:lnTo>
                    <a:pt x="4305314" y="1911133"/>
                  </a:lnTo>
                  <a:lnTo>
                    <a:pt x="4305439" y="1911133"/>
                  </a:lnTo>
                  <a:lnTo>
                    <a:pt x="4305564" y="1911133"/>
                  </a:lnTo>
                  <a:lnTo>
                    <a:pt x="4305689" y="1911133"/>
                  </a:lnTo>
                  <a:lnTo>
                    <a:pt x="4305814" y="1911133"/>
                  </a:lnTo>
                  <a:lnTo>
                    <a:pt x="4305939" y="1911133"/>
                  </a:lnTo>
                  <a:lnTo>
                    <a:pt x="4306064" y="1911133"/>
                  </a:lnTo>
                  <a:lnTo>
                    <a:pt x="4306189" y="1911133"/>
                  </a:lnTo>
                  <a:lnTo>
                    <a:pt x="4306314" y="1911133"/>
                  </a:lnTo>
                  <a:lnTo>
                    <a:pt x="4306439" y="1911133"/>
                  </a:lnTo>
                  <a:lnTo>
                    <a:pt x="4306564" y="1911133"/>
                  </a:lnTo>
                  <a:lnTo>
                    <a:pt x="4306689" y="1911133"/>
                  </a:lnTo>
                  <a:lnTo>
                    <a:pt x="4306814" y="1911133"/>
                  </a:lnTo>
                  <a:lnTo>
                    <a:pt x="4306939" y="1911133"/>
                  </a:lnTo>
                  <a:lnTo>
                    <a:pt x="4307064" y="1911133"/>
                  </a:lnTo>
                  <a:lnTo>
                    <a:pt x="4307189" y="1911133"/>
                  </a:lnTo>
                  <a:lnTo>
                    <a:pt x="4307314" y="1911133"/>
                  </a:lnTo>
                  <a:lnTo>
                    <a:pt x="4307439" y="1911133"/>
                  </a:lnTo>
                  <a:lnTo>
                    <a:pt x="4307565" y="1911133"/>
                  </a:lnTo>
                  <a:lnTo>
                    <a:pt x="4307690" y="1911133"/>
                  </a:lnTo>
                  <a:lnTo>
                    <a:pt x="4307815" y="1911133"/>
                  </a:lnTo>
                  <a:lnTo>
                    <a:pt x="4307940" y="1911133"/>
                  </a:lnTo>
                  <a:lnTo>
                    <a:pt x="4308065" y="1911133"/>
                  </a:lnTo>
                  <a:lnTo>
                    <a:pt x="4308190" y="1911133"/>
                  </a:lnTo>
                  <a:lnTo>
                    <a:pt x="4308315" y="1911133"/>
                  </a:lnTo>
                  <a:lnTo>
                    <a:pt x="4308440" y="1911133"/>
                  </a:lnTo>
                  <a:lnTo>
                    <a:pt x="4308565" y="1911133"/>
                  </a:lnTo>
                  <a:lnTo>
                    <a:pt x="4308690" y="1911133"/>
                  </a:lnTo>
                  <a:lnTo>
                    <a:pt x="4308815" y="1911133"/>
                  </a:lnTo>
                  <a:lnTo>
                    <a:pt x="4308940" y="1911133"/>
                  </a:lnTo>
                  <a:lnTo>
                    <a:pt x="4309065" y="1911133"/>
                  </a:lnTo>
                  <a:lnTo>
                    <a:pt x="4309190" y="1911133"/>
                  </a:lnTo>
                  <a:lnTo>
                    <a:pt x="4309315" y="1911133"/>
                  </a:lnTo>
                  <a:lnTo>
                    <a:pt x="4309440" y="1911133"/>
                  </a:lnTo>
                  <a:lnTo>
                    <a:pt x="4309565" y="1911133"/>
                  </a:lnTo>
                  <a:lnTo>
                    <a:pt x="4309690" y="1911133"/>
                  </a:lnTo>
                  <a:lnTo>
                    <a:pt x="4309815" y="1911133"/>
                  </a:lnTo>
                  <a:lnTo>
                    <a:pt x="4309940" y="1911133"/>
                  </a:lnTo>
                  <a:lnTo>
                    <a:pt x="4310065" y="1911133"/>
                  </a:lnTo>
                  <a:lnTo>
                    <a:pt x="4310190" y="1911133"/>
                  </a:lnTo>
                  <a:lnTo>
                    <a:pt x="4310315" y="1911133"/>
                  </a:lnTo>
                  <a:lnTo>
                    <a:pt x="4310440" y="1911133"/>
                  </a:lnTo>
                  <a:lnTo>
                    <a:pt x="4310566" y="1911133"/>
                  </a:lnTo>
                  <a:lnTo>
                    <a:pt x="4310691" y="1911133"/>
                  </a:lnTo>
                  <a:lnTo>
                    <a:pt x="4310816" y="1911133"/>
                  </a:lnTo>
                  <a:lnTo>
                    <a:pt x="4310941" y="1911133"/>
                  </a:lnTo>
                  <a:lnTo>
                    <a:pt x="4311066" y="1911133"/>
                  </a:lnTo>
                  <a:lnTo>
                    <a:pt x="4311191" y="1911133"/>
                  </a:lnTo>
                  <a:lnTo>
                    <a:pt x="4311316" y="1911133"/>
                  </a:lnTo>
                  <a:lnTo>
                    <a:pt x="4311441" y="1911133"/>
                  </a:lnTo>
                  <a:lnTo>
                    <a:pt x="4311566" y="1911133"/>
                  </a:lnTo>
                  <a:lnTo>
                    <a:pt x="4311691" y="1911133"/>
                  </a:lnTo>
                  <a:lnTo>
                    <a:pt x="4311816" y="1911133"/>
                  </a:lnTo>
                  <a:lnTo>
                    <a:pt x="4311941" y="1911133"/>
                  </a:lnTo>
                  <a:lnTo>
                    <a:pt x="4312066" y="1911133"/>
                  </a:lnTo>
                  <a:lnTo>
                    <a:pt x="4312191" y="1911133"/>
                  </a:lnTo>
                  <a:lnTo>
                    <a:pt x="4312191" y="1901180"/>
                  </a:lnTo>
                  <a:lnTo>
                    <a:pt x="4312316" y="1901180"/>
                  </a:lnTo>
                  <a:lnTo>
                    <a:pt x="4312441" y="1901180"/>
                  </a:lnTo>
                  <a:lnTo>
                    <a:pt x="4312566" y="1901180"/>
                  </a:lnTo>
                  <a:lnTo>
                    <a:pt x="4312691" y="1901180"/>
                  </a:lnTo>
                  <a:lnTo>
                    <a:pt x="4312816" y="1901180"/>
                  </a:lnTo>
                  <a:lnTo>
                    <a:pt x="4312941" y="1901180"/>
                  </a:lnTo>
                  <a:lnTo>
                    <a:pt x="4313066" y="1901180"/>
                  </a:lnTo>
                  <a:lnTo>
                    <a:pt x="4313191" y="1901180"/>
                  </a:lnTo>
                  <a:lnTo>
                    <a:pt x="4313316" y="1901180"/>
                  </a:lnTo>
                  <a:lnTo>
                    <a:pt x="4313441" y="1901180"/>
                  </a:lnTo>
                  <a:lnTo>
                    <a:pt x="4313567" y="1901180"/>
                  </a:lnTo>
                  <a:lnTo>
                    <a:pt x="4313692" y="1901180"/>
                  </a:lnTo>
                  <a:lnTo>
                    <a:pt x="4313817" y="1901180"/>
                  </a:lnTo>
                  <a:lnTo>
                    <a:pt x="4313942" y="1901180"/>
                  </a:lnTo>
                  <a:lnTo>
                    <a:pt x="4314067" y="1901180"/>
                  </a:lnTo>
                  <a:lnTo>
                    <a:pt x="4314192" y="1901180"/>
                  </a:lnTo>
                  <a:lnTo>
                    <a:pt x="4314317" y="1901180"/>
                  </a:lnTo>
                  <a:lnTo>
                    <a:pt x="4314442" y="1901180"/>
                  </a:lnTo>
                  <a:lnTo>
                    <a:pt x="4314567" y="1901180"/>
                  </a:lnTo>
                  <a:lnTo>
                    <a:pt x="4314692" y="1901180"/>
                  </a:lnTo>
                  <a:lnTo>
                    <a:pt x="4314817" y="1901180"/>
                  </a:lnTo>
                  <a:lnTo>
                    <a:pt x="4314942" y="1901180"/>
                  </a:lnTo>
                  <a:lnTo>
                    <a:pt x="4315067" y="1901180"/>
                  </a:lnTo>
                  <a:lnTo>
                    <a:pt x="4315192" y="1901180"/>
                  </a:lnTo>
                  <a:lnTo>
                    <a:pt x="4315317" y="1901180"/>
                  </a:lnTo>
                  <a:lnTo>
                    <a:pt x="4315442" y="1901180"/>
                  </a:lnTo>
                  <a:lnTo>
                    <a:pt x="4315567" y="1901180"/>
                  </a:lnTo>
                  <a:lnTo>
                    <a:pt x="4315692" y="1901180"/>
                  </a:lnTo>
                  <a:lnTo>
                    <a:pt x="4315817" y="1901180"/>
                  </a:lnTo>
                  <a:lnTo>
                    <a:pt x="4315942" y="1901180"/>
                  </a:lnTo>
                  <a:lnTo>
                    <a:pt x="4316067" y="1901180"/>
                  </a:lnTo>
                  <a:lnTo>
                    <a:pt x="4316192" y="1901180"/>
                  </a:lnTo>
                  <a:lnTo>
                    <a:pt x="4316317" y="1901180"/>
                  </a:lnTo>
                  <a:lnTo>
                    <a:pt x="4316442" y="1901180"/>
                  </a:lnTo>
                  <a:lnTo>
                    <a:pt x="4316568" y="1901180"/>
                  </a:lnTo>
                  <a:lnTo>
                    <a:pt x="4316693" y="1901180"/>
                  </a:lnTo>
                  <a:lnTo>
                    <a:pt x="4316818" y="1901180"/>
                  </a:lnTo>
                  <a:lnTo>
                    <a:pt x="4316943" y="1901180"/>
                  </a:lnTo>
                  <a:lnTo>
                    <a:pt x="4317068" y="1901180"/>
                  </a:lnTo>
                  <a:lnTo>
                    <a:pt x="4317193" y="1901180"/>
                  </a:lnTo>
                  <a:lnTo>
                    <a:pt x="4317318" y="1901180"/>
                  </a:lnTo>
                  <a:lnTo>
                    <a:pt x="4317443" y="1901180"/>
                  </a:lnTo>
                  <a:lnTo>
                    <a:pt x="4317568" y="1901180"/>
                  </a:lnTo>
                  <a:lnTo>
                    <a:pt x="4317693" y="1901180"/>
                  </a:lnTo>
                  <a:lnTo>
                    <a:pt x="4317818" y="1901180"/>
                  </a:lnTo>
                  <a:lnTo>
                    <a:pt x="4317943" y="1901180"/>
                  </a:lnTo>
                  <a:lnTo>
                    <a:pt x="4318068" y="1901180"/>
                  </a:lnTo>
                  <a:lnTo>
                    <a:pt x="4318193" y="1901180"/>
                  </a:lnTo>
                  <a:lnTo>
                    <a:pt x="4318318" y="1901180"/>
                  </a:lnTo>
                  <a:lnTo>
                    <a:pt x="4318443" y="1901180"/>
                  </a:lnTo>
                  <a:lnTo>
                    <a:pt x="4318568" y="1901180"/>
                  </a:lnTo>
                  <a:lnTo>
                    <a:pt x="4318693" y="1901180"/>
                  </a:lnTo>
                  <a:lnTo>
                    <a:pt x="4318818" y="1901180"/>
                  </a:lnTo>
                  <a:lnTo>
                    <a:pt x="4318943" y="1901180"/>
                  </a:lnTo>
                  <a:lnTo>
                    <a:pt x="4319068" y="1901180"/>
                  </a:lnTo>
                  <a:lnTo>
                    <a:pt x="4319193" y="1901180"/>
                  </a:lnTo>
                  <a:lnTo>
                    <a:pt x="4319318" y="1901180"/>
                  </a:lnTo>
                  <a:lnTo>
                    <a:pt x="4319443" y="1901180"/>
                  </a:lnTo>
                  <a:lnTo>
                    <a:pt x="4319569" y="1901180"/>
                  </a:lnTo>
                  <a:lnTo>
                    <a:pt x="4319694" y="1901180"/>
                  </a:lnTo>
                  <a:lnTo>
                    <a:pt x="4319819" y="1901180"/>
                  </a:lnTo>
                  <a:lnTo>
                    <a:pt x="4319944" y="1901180"/>
                  </a:lnTo>
                  <a:lnTo>
                    <a:pt x="4320069" y="1901180"/>
                  </a:lnTo>
                  <a:lnTo>
                    <a:pt x="4320194" y="1901180"/>
                  </a:lnTo>
                  <a:lnTo>
                    <a:pt x="4320319" y="1901180"/>
                  </a:lnTo>
                  <a:lnTo>
                    <a:pt x="4320444" y="1901180"/>
                  </a:lnTo>
                  <a:lnTo>
                    <a:pt x="4320569" y="1901180"/>
                  </a:lnTo>
                  <a:lnTo>
                    <a:pt x="4320694" y="1901180"/>
                  </a:lnTo>
                  <a:lnTo>
                    <a:pt x="4320819" y="1901180"/>
                  </a:lnTo>
                  <a:lnTo>
                    <a:pt x="4320944" y="1901180"/>
                  </a:lnTo>
                  <a:lnTo>
                    <a:pt x="4320944" y="1891226"/>
                  </a:lnTo>
                  <a:lnTo>
                    <a:pt x="4321069" y="1891226"/>
                  </a:lnTo>
                  <a:lnTo>
                    <a:pt x="4321194" y="1891226"/>
                  </a:lnTo>
                  <a:lnTo>
                    <a:pt x="4321319" y="1891226"/>
                  </a:lnTo>
                  <a:lnTo>
                    <a:pt x="4321444" y="1891226"/>
                  </a:lnTo>
                  <a:lnTo>
                    <a:pt x="4321569" y="1891226"/>
                  </a:lnTo>
                  <a:lnTo>
                    <a:pt x="4321694" y="1891226"/>
                  </a:lnTo>
                  <a:lnTo>
                    <a:pt x="4321819" y="1891226"/>
                  </a:lnTo>
                  <a:lnTo>
                    <a:pt x="4321944" y="1891226"/>
                  </a:lnTo>
                  <a:lnTo>
                    <a:pt x="4322069" y="1891226"/>
                  </a:lnTo>
                  <a:lnTo>
                    <a:pt x="4322194" y="1891226"/>
                  </a:lnTo>
                  <a:lnTo>
                    <a:pt x="4322319" y="1891226"/>
                  </a:lnTo>
                  <a:lnTo>
                    <a:pt x="4322444" y="1891226"/>
                  </a:lnTo>
                  <a:lnTo>
                    <a:pt x="4322570" y="1891226"/>
                  </a:lnTo>
                  <a:lnTo>
                    <a:pt x="4322695" y="1891226"/>
                  </a:lnTo>
                  <a:lnTo>
                    <a:pt x="4322820" y="1891226"/>
                  </a:lnTo>
                  <a:lnTo>
                    <a:pt x="4322945" y="1891226"/>
                  </a:lnTo>
                  <a:lnTo>
                    <a:pt x="4323070" y="1891226"/>
                  </a:lnTo>
                  <a:lnTo>
                    <a:pt x="4323195" y="1891226"/>
                  </a:lnTo>
                  <a:lnTo>
                    <a:pt x="4323320" y="1891226"/>
                  </a:lnTo>
                  <a:lnTo>
                    <a:pt x="4323445" y="1891226"/>
                  </a:lnTo>
                  <a:lnTo>
                    <a:pt x="4323570" y="1891226"/>
                  </a:lnTo>
                  <a:lnTo>
                    <a:pt x="4323695" y="1891226"/>
                  </a:lnTo>
                  <a:lnTo>
                    <a:pt x="4323820" y="1891226"/>
                  </a:lnTo>
                  <a:lnTo>
                    <a:pt x="4323945" y="1891226"/>
                  </a:lnTo>
                  <a:lnTo>
                    <a:pt x="4324070" y="1891226"/>
                  </a:lnTo>
                  <a:lnTo>
                    <a:pt x="4324195" y="1891226"/>
                  </a:lnTo>
                  <a:lnTo>
                    <a:pt x="4324320" y="1891226"/>
                  </a:lnTo>
                  <a:lnTo>
                    <a:pt x="4324445" y="1891226"/>
                  </a:lnTo>
                  <a:lnTo>
                    <a:pt x="4324570" y="1891226"/>
                  </a:lnTo>
                  <a:lnTo>
                    <a:pt x="4324695" y="1891226"/>
                  </a:lnTo>
                  <a:lnTo>
                    <a:pt x="4324820" y="1891226"/>
                  </a:lnTo>
                  <a:lnTo>
                    <a:pt x="4324945" y="1891226"/>
                  </a:lnTo>
                  <a:lnTo>
                    <a:pt x="4325070" y="1891226"/>
                  </a:lnTo>
                  <a:lnTo>
                    <a:pt x="4325195" y="1891226"/>
                  </a:lnTo>
                  <a:lnTo>
                    <a:pt x="4325320" y="1891226"/>
                  </a:lnTo>
                  <a:lnTo>
                    <a:pt x="4325445" y="1891226"/>
                  </a:lnTo>
                  <a:lnTo>
                    <a:pt x="4325571" y="1891226"/>
                  </a:lnTo>
                  <a:lnTo>
                    <a:pt x="4325696" y="1891226"/>
                  </a:lnTo>
                  <a:lnTo>
                    <a:pt x="4325821" y="1891226"/>
                  </a:lnTo>
                  <a:lnTo>
                    <a:pt x="4325946" y="1891226"/>
                  </a:lnTo>
                  <a:lnTo>
                    <a:pt x="4326071" y="1891226"/>
                  </a:lnTo>
                  <a:lnTo>
                    <a:pt x="4326196" y="1891226"/>
                  </a:lnTo>
                  <a:lnTo>
                    <a:pt x="4326321" y="1891226"/>
                  </a:lnTo>
                  <a:lnTo>
                    <a:pt x="4326446" y="1891226"/>
                  </a:lnTo>
                  <a:lnTo>
                    <a:pt x="4326571" y="1891226"/>
                  </a:lnTo>
                  <a:lnTo>
                    <a:pt x="4326696" y="1891226"/>
                  </a:lnTo>
                  <a:lnTo>
                    <a:pt x="4326821" y="1891226"/>
                  </a:lnTo>
                  <a:lnTo>
                    <a:pt x="4326946" y="1891226"/>
                  </a:lnTo>
                  <a:lnTo>
                    <a:pt x="4327071" y="1891226"/>
                  </a:lnTo>
                  <a:lnTo>
                    <a:pt x="4327196" y="1891226"/>
                  </a:lnTo>
                  <a:lnTo>
                    <a:pt x="4327321" y="1891226"/>
                  </a:lnTo>
                  <a:lnTo>
                    <a:pt x="4327446" y="1891226"/>
                  </a:lnTo>
                  <a:lnTo>
                    <a:pt x="4327571" y="1891226"/>
                  </a:lnTo>
                  <a:lnTo>
                    <a:pt x="4327696" y="1891226"/>
                  </a:lnTo>
                  <a:lnTo>
                    <a:pt x="4327821" y="1891226"/>
                  </a:lnTo>
                  <a:lnTo>
                    <a:pt x="4327946" y="1891226"/>
                  </a:lnTo>
                  <a:lnTo>
                    <a:pt x="4328071" y="1891226"/>
                  </a:lnTo>
                  <a:lnTo>
                    <a:pt x="4328196" y="1891226"/>
                  </a:lnTo>
                  <a:lnTo>
                    <a:pt x="4328321" y="1891226"/>
                  </a:lnTo>
                  <a:lnTo>
                    <a:pt x="4328446" y="1891226"/>
                  </a:lnTo>
                  <a:lnTo>
                    <a:pt x="4328572" y="1891226"/>
                  </a:lnTo>
                  <a:lnTo>
                    <a:pt x="4328697" y="1891226"/>
                  </a:lnTo>
                  <a:lnTo>
                    <a:pt x="4328822" y="1891226"/>
                  </a:lnTo>
                  <a:lnTo>
                    <a:pt x="4328947" y="1891226"/>
                  </a:lnTo>
                  <a:lnTo>
                    <a:pt x="4329072" y="1891226"/>
                  </a:lnTo>
                  <a:lnTo>
                    <a:pt x="4329197" y="1891226"/>
                  </a:lnTo>
                  <a:lnTo>
                    <a:pt x="4329322" y="1891226"/>
                  </a:lnTo>
                  <a:lnTo>
                    <a:pt x="4329447" y="1891226"/>
                  </a:lnTo>
                  <a:lnTo>
                    <a:pt x="4329572" y="1891226"/>
                  </a:lnTo>
                  <a:lnTo>
                    <a:pt x="4329697" y="1891226"/>
                  </a:lnTo>
                  <a:lnTo>
                    <a:pt x="4329822" y="1891226"/>
                  </a:lnTo>
                  <a:lnTo>
                    <a:pt x="4329947" y="1891226"/>
                  </a:lnTo>
                  <a:lnTo>
                    <a:pt x="4330072" y="1891226"/>
                  </a:lnTo>
                  <a:lnTo>
                    <a:pt x="4330197" y="1891226"/>
                  </a:lnTo>
                  <a:lnTo>
                    <a:pt x="4330322" y="1891226"/>
                  </a:lnTo>
                  <a:lnTo>
                    <a:pt x="4330447" y="1891226"/>
                  </a:lnTo>
                  <a:lnTo>
                    <a:pt x="4330572" y="1891226"/>
                  </a:lnTo>
                  <a:lnTo>
                    <a:pt x="4330697" y="1891226"/>
                  </a:lnTo>
                  <a:lnTo>
                    <a:pt x="4330822" y="1891226"/>
                  </a:lnTo>
                  <a:lnTo>
                    <a:pt x="4330947" y="1891226"/>
                  </a:lnTo>
                  <a:lnTo>
                    <a:pt x="4331072" y="1891226"/>
                  </a:lnTo>
                  <a:lnTo>
                    <a:pt x="4331197" y="1891226"/>
                  </a:lnTo>
                  <a:lnTo>
                    <a:pt x="4331322" y="1891226"/>
                  </a:lnTo>
                  <a:lnTo>
                    <a:pt x="4331447" y="1891226"/>
                  </a:lnTo>
                  <a:lnTo>
                    <a:pt x="4331573" y="1891226"/>
                  </a:lnTo>
                  <a:lnTo>
                    <a:pt x="4331698" y="1891226"/>
                  </a:lnTo>
                  <a:lnTo>
                    <a:pt x="4331823" y="1891226"/>
                  </a:lnTo>
                  <a:lnTo>
                    <a:pt x="4331948" y="1891226"/>
                  </a:lnTo>
                  <a:lnTo>
                    <a:pt x="4332073" y="1891226"/>
                  </a:lnTo>
                  <a:lnTo>
                    <a:pt x="4332198" y="1891226"/>
                  </a:lnTo>
                  <a:lnTo>
                    <a:pt x="4332323" y="1891226"/>
                  </a:lnTo>
                  <a:lnTo>
                    <a:pt x="4332448" y="1891226"/>
                  </a:lnTo>
                  <a:lnTo>
                    <a:pt x="4332573" y="1891226"/>
                  </a:lnTo>
                  <a:lnTo>
                    <a:pt x="4332698" y="1891226"/>
                  </a:lnTo>
                  <a:lnTo>
                    <a:pt x="4332823" y="1891226"/>
                  </a:lnTo>
                  <a:lnTo>
                    <a:pt x="4332948" y="1891226"/>
                  </a:lnTo>
                  <a:lnTo>
                    <a:pt x="4333073" y="1891226"/>
                  </a:lnTo>
                  <a:lnTo>
                    <a:pt x="4333198" y="1891226"/>
                  </a:lnTo>
                  <a:lnTo>
                    <a:pt x="4333323" y="1891226"/>
                  </a:lnTo>
                  <a:lnTo>
                    <a:pt x="4333448" y="1891226"/>
                  </a:lnTo>
                  <a:lnTo>
                    <a:pt x="4333573" y="1891226"/>
                  </a:lnTo>
                  <a:lnTo>
                    <a:pt x="4333698" y="1891226"/>
                  </a:lnTo>
                  <a:lnTo>
                    <a:pt x="4333823" y="1891226"/>
                  </a:lnTo>
                  <a:lnTo>
                    <a:pt x="4333948" y="1891226"/>
                  </a:lnTo>
                  <a:lnTo>
                    <a:pt x="4334073" y="1891226"/>
                  </a:lnTo>
                  <a:lnTo>
                    <a:pt x="4334198" y="1891226"/>
                  </a:lnTo>
                  <a:lnTo>
                    <a:pt x="4334323" y="1891226"/>
                  </a:lnTo>
                  <a:lnTo>
                    <a:pt x="4334448" y="1891226"/>
                  </a:lnTo>
                  <a:lnTo>
                    <a:pt x="4334574" y="1891226"/>
                  </a:lnTo>
                  <a:lnTo>
                    <a:pt x="4334699" y="1891226"/>
                  </a:lnTo>
                  <a:lnTo>
                    <a:pt x="4334824" y="1891226"/>
                  </a:lnTo>
                  <a:lnTo>
                    <a:pt x="4334949" y="1891226"/>
                  </a:lnTo>
                  <a:lnTo>
                    <a:pt x="4335074" y="1891226"/>
                  </a:lnTo>
                  <a:lnTo>
                    <a:pt x="4335199" y="1891226"/>
                  </a:lnTo>
                  <a:lnTo>
                    <a:pt x="4335324" y="1891226"/>
                  </a:lnTo>
                  <a:lnTo>
                    <a:pt x="4335449" y="1891226"/>
                  </a:lnTo>
                  <a:lnTo>
                    <a:pt x="4335574" y="1891226"/>
                  </a:lnTo>
                  <a:lnTo>
                    <a:pt x="4335699" y="1891226"/>
                  </a:lnTo>
                  <a:lnTo>
                    <a:pt x="4335824" y="1891226"/>
                  </a:lnTo>
                  <a:lnTo>
                    <a:pt x="4335949" y="1891226"/>
                  </a:lnTo>
                  <a:lnTo>
                    <a:pt x="4336074" y="1891226"/>
                  </a:lnTo>
                  <a:lnTo>
                    <a:pt x="4336199" y="1891226"/>
                  </a:lnTo>
                  <a:lnTo>
                    <a:pt x="4336324" y="1891226"/>
                  </a:lnTo>
                  <a:lnTo>
                    <a:pt x="4336449" y="1891226"/>
                  </a:lnTo>
                  <a:lnTo>
                    <a:pt x="4336574" y="1891226"/>
                  </a:lnTo>
                  <a:lnTo>
                    <a:pt x="4336699" y="1891226"/>
                  </a:lnTo>
                  <a:lnTo>
                    <a:pt x="4336699" y="1881272"/>
                  </a:lnTo>
                  <a:lnTo>
                    <a:pt x="4336824" y="1881272"/>
                  </a:lnTo>
                  <a:lnTo>
                    <a:pt x="4336949" y="1881272"/>
                  </a:lnTo>
                  <a:lnTo>
                    <a:pt x="4337074" y="1881272"/>
                  </a:lnTo>
                  <a:lnTo>
                    <a:pt x="4337199" y="1881272"/>
                  </a:lnTo>
                  <a:lnTo>
                    <a:pt x="4337324" y="1881272"/>
                  </a:lnTo>
                  <a:lnTo>
                    <a:pt x="4337449" y="1881272"/>
                  </a:lnTo>
                  <a:lnTo>
                    <a:pt x="4337575" y="1881272"/>
                  </a:lnTo>
                  <a:lnTo>
                    <a:pt x="4337700" y="1881272"/>
                  </a:lnTo>
                  <a:lnTo>
                    <a:pt x="4337825" y="1881272"/>
                  </a:lnTo>
                  <a:lnTo>
                    <a:pt x="4337950" y="1881272"/>
                  </a:lnTo>
                  <a:lnTo>
                    <a:pt x="4338075" y="1881272"/>
                  </a:lnTo>
                  <a:lnTo>
                    <a:pt x="4338200" y="1881272"/>
                  </a:lnTo>
                  <a:lnTo>
                    <a:pt x="4338325" y="1881272"/>
                  </a:lnTo>
                  <a:lnTo>
                    <a:pt x="4338450" y="1881272"/>
                  </a:lnTo>
                  <a:lnTo>
                    <a:pt x="4338575" y="1881272"/>
                  </a:lnTo>
                  <a:lnTo>
                    <a:pt x="4338700" y="1881272"/>
                  </a:lnTo>
                  <a:lnTo>
                    <a:pt x="4338825" y="1881272"/>
                  </a:lnTo>
                  <a:lnTo>
                    <a:pt x="4338950" y="1881272"/>
                  </a:lnTo>
                  <a:lnTo>
                    <a:pt x="4339075" y="1881272"/>
                  </a:lnTo>
                  <a:lnTo>
                    <a:pt x="4339200" y="1881272"/>
                  </a:lnTo>
                  <a:lnTo>
                    <a:pt x="4339325" y="1881272"/>
                  </a:lnTo>
                  <a:lnTo>
                    <a:pt x="4339450" y="1881272"/>
                  </a:lnTo>
                  <a:lnTo>
                    <a:pt x="4339575" y="1881272"/>
                  </a:lnTo>
                  <a:lnTo>
                    <a:pt x="4339700" y="1881272"/>
                  </a:lnTo>
                  <a:lnTo>
                    <a:pt x="4339825" y="1881272"/>
                  </a:lnTo>
                  <a:lnTo>
                    <a:pt x="4339950" y="1881272"/>
                  </a:lnTo>
                  <a:lnTo>
                    <a:pt x="4340075" y="1881272"/>
                  </a:lnTo>
                  <a:lnTo>
                    <a:pt x="4340200" y="1881272"/>
                  </a:lnTo>
                  <a:lnTo>
                    <a:pt x="4340325" y="1881272"/>
                  </a:lnTo>
                  <a:lnTo>
                    <a:pt x="4340450" y="1881272"/>
                  </a:lnTo>
                  <a:lnTo>
                    <a:pt x="4340576" y="1881272"/>
                  </a:lnTo>
                  <a:lnTo>
                    <a:pt x="4340701" y="1881272"/>
                  </a:lnTo>
                  <a:lnTo>
                    <a:pt x="4340826" y="1881272"/>
                  </a:lnTo>
                  <a:lnTo>
                    <a:pt x="4340951" y="1881272"/>
                  </a:lnTo>
                  <a:lnTo>
                    <a:pt x="4341076" y="1881272"/>
                  </a:lnTo>
                  <a:lnTo>
                    <a:pt x="4341201" y="1881272"/>
                  </a:lnTo>
                  <a:lnTo>
                    <a:pt x="4341326" y="1881272"/>
                  </a:lnTo>
                  <a:lnTo>
                    <a:pt x="4341451" y="1881272"/>
                  </a:lnTo>
                  <a:lnTo>
                    <a:pt x="4341576" y="1881272"/>
                  </a:lnTo>
                  <a:lnTo>
                    <a:pt x="4341701" y="1881272"/>
                  </a:lnTo>
                  <a:lnTo>
                    <a:pt x="4341826" y="1881272"/>
                  </a:lnTo>
                  <a:lnTo>
                    <a:pt x="4341951" y="1881272"/>
                  </a:lnTo>
                  <a:lnTo>
                    <a:pt x="4342076" y="1881272"/>
                  </a:lnTo>
                  <a:lnTo>
                    <a:pt x="4342201" y="1881272"/>
                  </a:lnTo>
                  <a:lnTo>
                    <a:pt x="4342326" y="1881272"/>
                  </a:lnTo>
                  <a:lnTo>
                    <a:pt x="4342451" y="1881272"/>
                  </a:lnTo>
                  <a:lnTo>
                    <a:pt x="4342576" y="1881272"/>
                  </a:lnTo>
                  <a:lnTo>
                    <a:pt x="4342701" y="1881272"/>
                  </a:lnTo>
                  <a:lnTo>
                    <a:pt x="4342826" y="1881272"/>
                  </a:lnTo>
                  <a:lnTo>
                    <a:pt x="4342951" y="1881272"/>
                  </a:lnTo>
                  <a:lnTo>
                    <a:pt x="4343076" y="1881272"/>
                  </a:lnTo>
                  <a:lnTo>
                    <a:pt x="4343201" y="1881272"/>
                  </a:lnTo>
                  <a:lnTo>
                    <a:pt x="4343326" y="1881272"/>
                  </a:lnTo>
                  <a:lnTo>
                    <a:pt x="4343451" y="1881272"/>
                  </a:lnTo>
                  <a:lnTo>
                    <a:pt x="4343577" y="1881272"/>
                  </a:lnTo>
                  <a:lnTo>
                    <a:pt x="4343702" y="1881272"/>
                  </a:lnTo>
                  <a:lnTo>
                    <a:pt x="4343827" y="1881272"/>
                  </a:lnTo>
                  <a:lnTo>
                    <a:pt x="4343952" y="1881272"/>
                  </a:lnTo>
                  <a:lnTo>
                    <a:pt x="4344077" y="1881272"/>
                  </a:lnTo>
                  <a:lnTo>
                    <a:pt x="4344202" y="1881272"/>
                  </a:lnTo>
                  <a:lnTo>
                    <a:pt x="4344327" y="1881272"/>
                  </a:lnTo>
                  <a:lnTo>
                    <a:pt x="4344452" y="1881272"/>
                  </a:lnTo>
                  <a:lnTo>
                    <a:pt x="4344577" y="1881272"/>
                  </a:lnTo>
                  <a:lnTo>
                    <a:pt x="4344702" y="1881272"/>
                  </a:lnTo>
                  <a:lnTo>
                    <a:pt x="4344827" y="1881272"/>
                  </a:lnTo>
                  <a:lnTo>
                    <a:pt x="4344952" y="1881272"/>
                  </a:lnTo>
                  <a:lnTo>
                    <a:pt x="4345077" y="1881272"/>
                  </a:lnTo>
                  <a:lnTo>
                    <a:pt x="4345202" y="1881272"/>
                  </a:lnTo>
                  <a:lnTo>
                    <a:pt x="4345327" y="1881272"/>
                  </a:lnTo>
                  <a:lnTo>
                    <a:pt x="4345452" y="1881272"/>
                  </a:lnTo>
                  <a:lnTo>
                    <a:pt x="4345577" y="1881272"/>
                  </a:lnTo>
                  <a:lnTo>
                    <a:pt x="4345702" y="1881272"/>
                  </a:lnTo>
                  <a:lnTo>
                    <a:pt x="4345827" y="1881272"/>
                  </a:lnTo>
                  <a:lnTo>
                    <a:pt x="4345952" y="1881272"/>
                  </a:lnTo>
                  <a:lnTo>
                    <a:pt x="4346077" y="1881272"/>
                  </a:lnTo>
                  <a:lnTo>
                    <a:pt x="4346202" y="1881272"/>
                  </a:lnTo>
                  <a:lnTo>
                    <a:pt x="4346327" y="1881272"/>
                  </a:lnTo>
                  <a:lnTo>
                    <a:pt x="4346453" y="1881272"/>
                  </a:lnTo>
                  <a:lnTo>
                    <a:pt x="4346578" y="1881272"/>
                  </a:lnTo>
                  <a:lnTo>
                    <a:pt x="4346703" y="1881272"/>
                  </a:lnTo>
                  <a:lnTo>
                    <a:pt x="4346828" y="1881272"/>
                  </a:lnTo>
                  <a:lnTo>
                    <a:pt x="4346953" y="1881272"/>
                  </a:lnTo>
                  <a:lnTo>
                    <a:pt x="4347078" y="1881272"/>
                  </a:lnTo>
                  <a:lnTo>
                    <a:pt x="4347203" y="1881272"/>
                  </a:lnTo>
                  <a:lnTo>
                    <a:pt x="4347328" y="1881272"/>
                  </a:lnTo>
                  <a:lnTo>
                    <a:pt x="4347453" y="1881272"/>
                  </a:lnTo>
                  <a:lnTo>
                    <a:pt x="4347578" y="1881272"/>
                  </a:lnTo>
                  <a:lnTo>
                    <a:pt x="4347703" y="1881272"/>
                  </a:lnTo>
                  <a:lnTo>
                    <a:pt x="4347828" y="1881272"/>
                  </a:lnTo>
                  <a:lnTo>
                    <a:pt x="4347953" y="1881272"/>
                  </a:lnTo>
                  <a:lnTo>
                    <a:pt x="4348078" y="1881272"/>
                  </a:lnTo>
                  <a:lnTo>
                    <a:pt x="4348203" y="1881272"/>
                  </a:lnTo>
                  <a:lnTo>
                    <a:pt x="4348328" y="1881272"/>
                  </a:lnTo>
                  <a:lnTo>
                    <a:pt x="4348453" y="1881272"/>
                  </a:lnTo>
                  <a:lnTo>
                    <a:pt x="4348578" y="1881272"/>
                  </a:lnTo>
                  <a:lnTo>
                    <a:pt x="4348703" y="1881272"/>
                  </a:lnTo>
                  <a:lnTo>
                    <a:pt x="4348828" y="1881272"/>
                  </a:lnTo>
                  <a:lnTo>
                    <a:pt x="4348953" y="1881272"/>
                  </a:lnTo>
                  <a:lnTo>
                    <a:pt x="4349078" y="1881272"/>
                  </a:lnTo>
                  <a:lnTo>
                    <a:pt x="4349203" y="1881272"/>
                  </a:lnTo>
                  <a:lnTo>
                    <a:pt x="4349328" y="1881272"/>
                  </a:lnTo>
                  <a:lnTo>
                    <a:pt x="4349454" y="1881272"/>
                  </a:lnTo>
                  <a:lnTo>
                    <a:pt x="4349579" y="1881272"/>
                  </a:lnTo>
                  <a:lnTo>
                    <a:pt x="4349704" y="1881272"/>
                  </a:lnTo>
                  <a:lnTo>
                    <a:pt x="4349829" y="1881272"/>
                  </a:lnTo>
                  <a:lnTo>
                    <a:pt x="4349954" y="1881272"/>
                  </a:lnTo>
                  <a:lnTo>
                    <a:pt x="4350079" y="1881272"/>
                  </a:lnTo>
                  <a:lnTo>
                    <a:pt x="4350204" y="1881272"/>
                  </a:lnTo>
                  <a:lnTo>
                    <a:pt x="4350329" y="1881272"/>
                  </a:lnTo>
                  <a:lnTo>
                    <a:pt x="4350454" y="1881272"/>
                  </a:lnTo>
                  <a:lnTo>
                    <a:pt x="4350579" y="1881272"/>
                  </a:lnTo>
                  <a:lnTo>
                    <a:pt x="4350704" y="1881272"/>
                  </a:lnTo>
                  <a:lnTo>
                    <a:pt x="4350829" y="1881272"/>
                  </a:lnTo>
                  <a:lnTo>
                    <a:pt x="4350954" y="1881272"/>
                  </a:lnTo>
                  <a:lnTo>
                    <a:pt x="4351079" y="1881272"/>
                  </a:lnTo>
                  <a:lnTo>
                    <a:pt x="4351204" y="1881272"/>
                  </a:lnTo>
                  <a:lnTo>
                    <a:pt x="4351329" y="1881272"/>
                  </a:lnTo>
                  <a:lnTo>
                    <a:pt x="4351454" y="1881272"/>
                  </a:lnTo>
                  <a:lnTo>
                    <a:pt x="4351579" y="1881272"/>
                  </a:lnTo>
                  <a:lnTo>
                    <a:pt x="4351704" y="1881272"/>
                  </a:lnTo>
                  <a:lnTo>
                    <a:pt x="4351829" y="1881272"/>
                  </a:lnTo>
                  <a:lnTo>
                    <a:pt x="4351954" y="1881272"/>
                  </a:lnTo>
                  <a:lnTo>
                    <a:pt x="4352079" y="1881272"/>
                  </a:lnTo>
                  <a:lnTo>
                    <a:pt x="4352204" y="1881272"/>
                  </a:lnTo>
                  <a:lnTo>
                    <a:pt x="4352329" y="1881272"/>
                  </a:lnTo>
                  <a:lnTo>
                    <a:pt x="4352455" y="1881272"/>
                  </a:lnTo>
                  <a:lnTo>
                    <a:pt x="4352580" y="1881272"/>
                  </a:lnTo>
                  <a:lnTo>
                    <a:pt x="4352705" y="1881272"/>
                  </a:lnTo>
                  <a:lnTo>
                    <a:pt x="4352705" y="1871318"/>
                  </a:lnTo>
                  <a:lnTo>
                    <a:pt x="4352830" y="1871318"/>
                  </a:lnTo>
                  <a:lnTo>
                    <a:pt x="4352955" y="1871318"/>
                  </a:lnTo>
                  <a:lnTo>
                    <a:pt x="4353080" y="1871318"/>
                  </a:lnTo>
                  <a:lnTo>
                    <a:pt x="4353205" y="1871318"/>
                  </a:lnTo>
                  <a:lnTo>
                    <a:pt x="4353330" y="1871318"/>
                  </a:lnTo>
                  <a:lnTo>
                    <a:pt x="4353455" y="1871318"/>
                  </a:lnTo>
                  <a:lnTo>
                    <a:pt x="4353580" y="1871318"/>
                  </a:lnTo>
                  <a:lnTo>
                    <a:pt x="4353705" y="1871318"/>
                  </a:lnTo>
                  <a:lnTo>
                    <a:pt x="4353830" y="1871318"/>
                  </a:lnTo>
                  <a:lnTo>
                    <a:pt x="4353955" y="1871318"/>
                  </a:lnTo>
                  <a:lnTo>
                    <a:pt x="4354080" y="1871318"/>
                  </a:lnTo>
                  <a:lnTo>
                    <a:pt x="4354205" y="1871318"/>
                  </a:lnTo>
                  <a:lnTo>
                    <a:pt x="4354330" y="1871318"/>
                  </a:lnTo>
                  <a:lnTo>
                    <a:pt x="4354455" y="1871318"/>
                  </a:lnTo>
                  <a:lnTo>
                    <a:pt x="4354580" y="1871318"/>
                  </a:lnTo>
                  <a:lnTo>
                    <a:pt x="4354705" y="1871318"/>
                  </a:lnTo>
                  <a:lnTo>
                    <a:pt x="4354830" y="1871318"/>
                  </a:lnTo>
                  <a:lnTo>
                    <a:pt x="4354955" y="1871318"/>
                  </a:lnTo>
                  <a:lnTo>
                    <a:pt x="4355080" y="1871318"/>
                  </a:lnTo>
                  <a:lnTo>
                    <a:pt x="4355205" y="1871318"/>
                  </a:lnTo>
                  <a:lnTo>
                    <a:pt x="4355330" y="1871318"/>
                  </a:lnTo>
                  <a:lnTo>
                    <a:pt x="4355456" y="1871318"/>
                  </a:lnTo>
                  <a:lnTo>
                    <a:pt x="4355581" y="1871318"/>
                  </a:lnTo>
                  <a:lnTo>
                    <a:pt x="4355706" y="1871318"/>
                  </a:lnTo>
                  <a:lnTo>
                    <a:pt x="4355831" y="1871318"/>
                  </a:lnTo>
                  <a:lnTo>
                    <a:pt x="4355956" y="1871318"/>
                  </a:lnTo>
                  <a:lnTo>
                    <a:pt x="4356081" y="1871318"/>
                  </a:lnTo>
                  <a:lnTo>
                    <a:pt x="4356206" y="1871318"/>
                  </a:lnTo>
                  <a:lnTo>
                    <a:pt x="4356331" y="1871318"/>
                  </a:lnTo>
                  <a:lnTo>
                    <a:pt x="4356456" y="1871318"/>
                  </a:lnTo>
                  <a:lnTo>
                    <a:pt x="4356581" y="1871318"/>
                  </a:lnTo>
                  <a:lnTo>
                    <a:pt x="4356706" y="1871318"/>
                  </a:lnTo>
                  <a:lnTo>
                    <a:pt x="4356831" y="1871318"/>
                  </a:lnTo>
                  <a:lnTo>
                    <a:pt x="4356956" y="1871318"/>
                  </a:lnTo>
                  <a:lnTo>
                    <a:pt x="4357081" y="1871318"/>
                  </a:lnTo>
                  <a:lnTo>
                    <a:pt x="4357206" y="1871318"/>
                  </a:lnTo>
                  <a:lnTo>
                    <a:pt x="4357331" y="1871318"/>
                  </a:lnTo>
                  <a:lnTo>
                    <a:pt x="4357456" y="1871318"/>
                  </a:lnTo>
                  <a:lnTo>
                    <a:pt x="4357581" y="1871318"/>
                  </a:lnTo>
                  <a:lnTo>
                    <a:pt x="4357706" y="1871318"/>
                  </a:lnTo>
                  <a:lnTo>
                    <a:pt x="4357831" y="1871318"/>
                  </a:lnTo>
                  <a:lnTo>
                    <a:pt x="4357956" y="1871318"/>
                  </a:lnTo>
                  <a:lnTo>
                    <a:pt x="4358081" y="1871318"/>
                  </a:lnTo>
                  <a:lnTo>
                    <a:pt x="4358206" y="1871318"/>
                  </a:lnTo>
                  <a:lnTo>
                    <a:pt x="4358331" y="1871318"/>
                  </a:lnTo>
                  <a:lnTo>
                    <a:pt x="4358457" y="1871318"/>
                  </a:lnTo>
                  <a:lnTo>
                    <a:pt x="4358582" y="1871318"/>
                  </a:lnTo>
                  <a:lnTo>
                    <a:pt x="4358707" y="1871318"/>
                  </a:lnTo>
                  <a:lnTo>
                    <a:pt x="4358832" y="1871318"/>
                  </a:lnTo>
                  <a:lnTo>
                    <a:pt x="4358957" y="1871318"/>
                  </a:lnTo>
                  <a:lnTo>
                    <a:pt x="4359082" y="1871318"/>
                  </a:lnTo>
                  <a:lnTo>
                    <a:pt x="4359207" y="1871318"/>
                  </a:lnTo>
                  <a:lnTo>
                    <a:pt x="4359332" y="1871318"/>
                  </a:lnTo>
                  <a:lnTo>
                    <a:pt x="4359457" y="1871318"/>
                  </a:lnTo>
                  <a:lnTo>
                    <a:pt x="4359582" y="1871318"/>
                  </a:lnTo>
                  <a:lnTo>
                    <a:pt x="4359707" y="1871318"/>
                  </a:lnTo>
                  <a:lnTo>
                    <a:pt x="4359832" y="1871318"/>
                  </a:lnTo>
                  <a:lnTo>
                    <a:pt x="4359957" y="1871318"/>
                  </a:lnTo>
                  <a:lnTo>
                    <a:pt x="4360082" y="1871318"/>
                  </a:lnTo>
                  <a:lnTo>
                    <a:pt x="4360207" y="1871318"/>
                  </a:lnTo>
                  <a:lnTo>
                    <a:pt x="4360332" y="1871318"/>
                  </a:lnTo>
                  <a:lnTo>
                    <a:pt x="4360457" y="1871318"/>
                  </a:lnTo>
                  <a:lnTo>
                    <a:pt x="4360582" y="1871318"/>
                  </a:lnTo>
                  <a:lnTo>
                    <a:pt x="4360707" y="1871318"/>
                  </a:lnTo>
                  <a:lnTo>
                    <a:pt x="4360832" y="1871318"/>
                  </a:lnTo>
                  <a:lnTo>
                    <a:pt x="4360957" y="1871318"/>
                  </a:lnTo>
                  <a:lnTo>
                    <a:pt x="4361082" y="1871318"/>
                  </a:lnTo>
                  <a:lnTo>
                    <a:pt x="4361207" y="1871318"/>
                  </a:lnTo>
                  <a:lnTo>
                    <a:pt x="4361332" y="1871318"/>
                  </a:lnTo>
                  <a:lnTo>
                    <a:pt x="4361458" y="1871318"/>
                  </a:lnTo>
                  <a:lnTo>
                    <a:pt x="4361583" y="1871318"/>
                  </a:lnTo>
                  <a:lnTo>
                    <a:pt x="4361708" y="1871318"/>
                  </a:lnTo>
                  <a:lnTo>
                    <a:pt x="4361833" y="1871318"/>
                  </a:lnTo>
                  <a:lnTo>
                    <a:pt x="4361958" y="1871318"/>
                  </a:lnTo>
                  <a:lnTo>
                    <a:pt x="4362083" y="1871318"/>
                  </a:lnTo>
                  <a:lnTo>
                    <a:pt x="4362208" y="1871318"/>
                  </a:lnTo>
                  <a:lnTo>
                    <a:pt x="4362333" y="1871318"/>
                  </a:lnTo>
                  <a:lnTo>
                    <a:pt x="4362458" y="1871318"/>
                  </a:lnTo>
                  <a:lnTo>
                    <a:pt x="4362583" y="1871318"/>
                  </a:lnTo>
                  <a:lnTo>
                    <a:pt x="4362708" y="1871318"/>
                  </a:lnTo>
                  <a:lnTo>
                    <a:pt x="4362833" y="1871318"/>
                  </a:lnTo>
                  <a:lnTo>
                    <a:pt x="4362958" y="1871318"/>
                  </a:lnTo>
                  <a:lnTo>
                    <a:pt x="4363083" y="1871318"/>
                  </a:lnTo>
                  <a:lnTo>
                    <a:pt x="4363208" y="1871318"/>
                  </a:lnTo>
                  <a:lnTo>
                    <a:pt x="4363333" y="1871318"/>
                  </a:lnTo>
                  <a:lnTo>
                    <a:pt x="4363458" y="1871318"/>
                  </a:lnTo>
                  <a:lnTo>
                    <a:pt x="4363583" y="1871318"/>
                  </a:lnTo>
                  <a:lnTo>
                    <a:pt x="4363708" y="1871318"/>
                  </a:lnTo>
                  <a:lnTo>
                    <a:pt x="4363833" y="1871318"/>
                  </a:lnTo>
                  <a:lnTo>
                    <a:pt x="4363958" y="1871318"/>
                  </a:lnTo>
                  <a:lnTo>
                    <a:pt x="4363958" y="1861364"/>
                  </a:lnTo>
                  <a:lnTo>
                    <a:pt x="4364083" y="1861364"/>
                  </a:lnTo>
                  <a:lnTo>
                    <a:pt x="4364208" y="1861364"/>
                  </a:lnTo>
                  <a:lnTo>
                    <a:pt x="4364333" y="1861364"/>
                  </a:lnTo>
                  <a:lnTo>
                    <a:pt x="4364459" y="1861364"/>
                  </a:lnTo>
                  <a:lnTo>
                    <a:pt x="4364584" y="1861364"/>
                  </a:lnTo>
                  <a:lnTo>
                    <a:pt x="4364709" y="1861364"/>
                  </a:lnTo>
                  <a:lnTo>
                    <a:pt x="4364834" y="1861364"/>
                  </a:lnTo>
                  <a:lnTo>
                    <a:pt x="4364959" y="1861364"/>
                  </a:lnTo>
                  <a:lnTo>
                    <a:pt x="4365084" y="1861364"/>
                  </a:lnTo>
                  <a:lnTo>
                    <a:pt x="4365209" y="1861364"/>
                  </a:lnTo>
                  <a:lnTo>
                    <a:pt x="4365334" y="1861364"/>
                  </a:lnTo>
                  <a:lnTo>
                    <a:pt x="4365459" y="1861364"/>
                  </a:lnTo>
                  <a:lnTo>
                    <a:pt x="4365584" y="1861364"/>
                  </a:lnTo>
                  <a:lnTo>
                    <a:pt x="4365709" y="1861364"/>
                  </a:lnTo>
                  <a:lnTo>
                    <a:pt x="4365834" y="1861364"/>
                  </a:lnTo>
                  <a:lnTo>
                    <a:pt x="4365959" y="1861364"/>
                  </a:lnTo>
                  <a:lnTo>
                    <a:pt x="4366084" y="1861364"/>
                  </a:lnTo>
                  <a:lnTo>
                    <a:pt x="4366209" y="1861364"/>
                  </a:lnTo>
                  <a:lnTo>
                    <a:pt x="4366334" y="1861364"/>
                  </a:lnTo>
                  <a:lnTo>
                    <a:pt x="4366459" y="1861364"/>
                  </a:lnTo>
                  <a:lnTo>
                    <a:pt x="4366584" y="1861364"/>
                  </a:lnTo>
                  <a:lnTo>
                    <a:pt x="4366709" y="1861364"/>
                  </a:lnTo>
                  <a:lnTo>
                    <a:pt x="4366834" y="1861364"/>
                  </a:lnTo>
                  <a:lnTo>
                    <a:pt x="4366959" y="1861364"/>
                  </a:lnTo>
                  <a:lnTo>
                    <a:pt x="4367084" y="1861364"/>
                  </a:lnTo>
                  <a:lnTo>
                    <a:pt x="4367209" y="1861364"/>
                  </a:lnTo>
                  <a:lnTo>
                    <a:pt x="4367334" y="1861364"/>
                  </a:lnTo>
                  <a:lnTo>
                    <a:pt x="4367460" y="1861364"/>
                  </a:lnTo>
                  <a:lnTo>
                    <a:pt x="4367585" y="1861364"/>
                  </a:lnTo>
                  <a:lnTo>
                    <a:pt x="4367710" y="1861364"/>
                  </a:lnTo>
                  <a:lnTo>
                    <a:pt x="4367835" y="1861364"/>
                  </a:lnTo>
                  <a:lnTo>
                    <a:pt x="4367960" y="1861364"/>
                  </a:lnTo>
                  <a:lnTo>
                    <a:pt x="4368085" y="1861364"/>
                  </a:lnTo>
                  <a:lnTo>
                    <a:pt x="4368210" y="1861364"/>
                  </a:lnTo>
                  <a:lnTo>
                    <a:pt x="4368335" y="1861364"/>
                  </a:lnTo>
                  <a:lnTo>
                    <a:pt x="4368460" y="1861364"/>
                  </a:lnTo>
                  <a:lnTo>
                    <a:pt x="4368585" y="1861364"/>
                  </a:lnTo>
                  <a:lnTo>
                    <a:pt x="4368710" y="1861364"/>
                  </a:lnTo>
                  <a:lnTo>
                    <a:pt x="4368835" y="1861364"/>
                  </a:lnTo>
                  <a:lnTo>
                    <a:pt x="4368960" y="1861364"/>
                  </a:lnTo>
                  <a:lnTo>
                    <a:pt x="4369085" y="1861364"/>
                  </a:lnTo>
                  <a:lnTo>
                    <a:pt x="4369210" y="1861364"/>
                  </a:lnTo>
                  <a:lnTo>
                    <a:pt x="4369335" y="1861364"/>
                  </a:lnTo>
                  <a:lnTo>
                    <a:pt x="4369460" y="1861364"/>
                  </a:lnTo>
                  <a:lnTo>
                    <a:pt x="4369585" y="1861364"/>
                  </a:lnTo>
                  <a:lnTo>
                    <a:pt x="4369710" y="1861364"/>
                  </a:lnTo>
                  <a:lnTo>
                    <a:pt x="4369835" y="1861364"/>
                  </a:lnTo>
                  <a:lnTo>
                    <a:pt x="4369960" y="1861364"/>
                  </a:lnTo>
                  <a:lnTo>
                    <a:pt x="4370085" y="1861364"/>
                  </a:lnTo>
                  <a:lnTo>
                    <a:pt x="4370210" y="1861364"/>
                  </a:lnTo>
                  <a:lnTo>
                    <a:pt x="4370335" y="1861364"/>
                  </a:lnTo>
                  <a:lnTo>
                    <a:pt x="4370461" y="1861364"/>
                  </a:lnTo>
                  <a:lnTo>
                    <a:pt x="4370586" y="1861364"/>
                  </a:lnTo>
                  <a:lnTo>
                    <a:pt x="4370711" y="1861364"/>
                  </a:lnTo>
                  <a:lnTo>
                    <a:pt x="4370836" y="1861364"/>
                  </a:lnTo>
                  <a:lnTo>
                    <a:pt x="4370961" y="1861364"/>
                  </a:lnTo>
                  <a:lnTo>
                    <a:pt x="4371086" y="1861364"/>
                  </a:lnTo>
                  <a:lnTo>
                    <a:pt x="4371211" y="1861364"/>
                  </a:lnTo>
                  <a:lnTo>
                    <a:pt x="4371336" y="1861364"/>
                  </a:lnTo>
                  <a:lnTo>
                    <a:pt x="4371461" y="1861364"/>
                  </a:lnTo>
                  <a:lnTo>
                    <a:pt x="4371586" y="1861364"/>
                  </a:lnTo>
                  <a:lnTo>
                    <a:pt x="4371711" y="1861364"/>
                  </a:lnTo>
                  <a:lnTo>
                    <a:pt x="4371836" y="1861364"/>
                  </a:lnTo>
                  <a:lnTo>
                    <a:pt x="4371961" y="1861364"/>
                  </a:lnTo>
                  <a:lnTo>
                    <a:pt x="4372086" y="1861364"/>
                  </a:lnTo>
                  <a:lnTo>
                    <a:pt x="4372211" y="1861364"/>
                  </a:lnTo>
                  <a:lnTo>
                    <a:pt x="4372336" y="1861364"/>
                  </a:lnTo>
                  <a:lnTo>
                    <a:pt x="4372461" y="1861364"/>
                  </a:lnTo>
                  <a:lnTo>
                    <a:pt x="4372586" y="1861364"/>
                  </a:lnTo>
                  <a:lnTo>
                    <a:pt x="4372586" y="1851411"/>
                  </a:lnTo>
                  <a:lnTo>
                    <a:pt x="4372711" y="1851411"/>
                  </a:lnTo>
                  <a:lnTo>
                    <a:pt x="4372836" y="1851411"/>
                  </a:lnTo>
                  <a:lnTo>
                    <a:pt x="4372961" y="1851411"/>
                  </a:lnTo>
                  <a:lnTo>
                    <a:pt x="4373086" y="1851411"/>
                  </a:lnTo>
                  <a:lnTo>
                    <a:pt x="4373211" y="1851411"/>
                  </a:lnTo>
                  <a:lnTo>
                    <a:pt x="4373336" y="1851411"/>
                  </a:lnTo>
                  <a:lnTo>
                    <a:pt x="4373462" y="1851411"/>
                  </a:lnTo>
                  <a:lnTo>
                    <a:pt x="4373587" y="1851411"/>
                  </a:lnTo>
                  <a:lnTo>
                    <a:pt x="4373712" y="1851411"/>
                  </a:lnTo>
                  <a:lnTo>
                    <a:pt x="4373837" y="1851411"/>
                  </a:lnTo>
                  <a:lnTo>
                    <a:pt x="4373962" y="1851411"/>
                  </a:lnTo>
                  <a:lnTo>
                    <a:pt x="4374087" y="1851411"/>
                  </a:lnTo>
                  <a:lnTo>
                    <a:pt x="4374212" y="1851411"/>
                  </a:lnTo>
                  <a:lnTo>
                    <a:pt x="4374337" y="1851411"/>
                  </a:lnTo>
                  <a:lnTo>
                    <a:pt x="4374462" y="1851411"/>
                  </a:lnTo>
                  <a:lnTo>
                    <a:pt x="4374587" y="1851411"/>
                  </a:lnTo>
                  <a:lnTo>
                    <a:pt x="4374712" y="1851411"/>
                  </a:lnTo>
                  <a:lnTo>
                    <a:pt x="4374837" y="1851411"/>
                  </a:lnTo>
                  <a:lnTo>
                    <a:pt x="4374962" y="1851411"/>
                  </a:lnTo>
                  <a:lnTo>
                    <a:pt x="4375087" y="1851411"/>
                  </a:lnTo>
                  <a:lnTo>
                    <a:pt x="4375212" y="1851411"/>
                  </a:lnTo>
                  <a:lnTo>
                    <a:pt x="4375337" y="1851411"/>
                  </a:lnTo>
                  <a:lnTo>
                    <a:pt x="4375462" y="1851411"/>
                  </a:lnTo>
                  <a:lnTo>
                    <a:pt x="4375587" y="1851411"/>
                  </a:lnTo>
                  <a:lnTo>
                    <a:pt x="4375712" y="1851411"/>
                  </a:lnTo>
                  <a:lnTo>
                    <a:pt x="4375837" y="1851411"/>
                  </a:lnTo>
                  <a:lnTo>
                    <a:pt x="4375962" y="1851411"/>
                  </a:lnTo>
                  <a:lnTo>
                    <a:pt x="4376087" y="1851411"/>
                  </a:lnTo>
                  <a:lnTo>
                    <a:pt x="4376212" y="1851411"/>
                  </a:lnTo>
                  <a:lnTo>
                    <a:pt x="4376337" y="1851411"/>
                  </a:lnTo>
                  <a:lnTo>
                    <a:pt x="4376463" y="1851411"/>
                  </a:lnTo>
                  <a:lnTo>
                    <a:pt x="4376588" y="1851411"/>
                  </a:lnTo>
                  <a:lnTo>
                    <a:pt x="4376713" y="1851411"/>
                  </a:lnTo>
                  <a:lnTo>
                    <a:pt x="4376838" y="1851411"/>
                  </a:lnTo>
                  <a:lnTo>
                    <a:pt x="4376963" y="1851411"/>
                  </a:lnTo>
                  <a:lnTo>
                    <a:pt x="4377088" y="1851411"/>
                  </a:lnTo>
                  <a:lnTo>
                    <a:pt x="4377213" y="1851411"/>
                  </a:lnTo>
                  <a:lnTo>
                    <a:pt x="4377338" y="1851411"/>
                  </a:lnTo>
                  <a:lnTo>
                    <a:pt x="4377463" y="1851411"/>
                  </a:lnTo>
                  <a:lnTo>
                    <a:pt x="4377588" y="1851411"/>
                  </a:lnTo>
                  <a:lnTo>
                    <a:pt x="4377713" y="1851411"/>
                  </a:lnTo>
                  <a:lnTo>
                    <a:pt x="4377838" y="1851411"/>
                  </a:lnTo>
                  <a:lnTo>
                    <a:pt x="4377963" y="1851411"/>
                  </a:lnTo>
                  <a:lnTo>
                    <a:pt x="4378088" y="1851411"/>
                  </a:lnTo>
                  <a:lnTo>
                    <a:pt x="4378213" y="1851411"/>
                  </a:lnTo>
                  <a:lnTo>
                    <a:pt x="4378338" y="1851411"/>
                  </a:lnTo>
                  <a:lnTo>
                    <a:pt x="4378463" y="1851411"/>
                  </a:lnTo>
                  <a:lnTo>
                    <a:pt x="4378588" y="1851411"/>
                  </a:lnTo>
                  <a:lnTo>
                    <a:pt x="4378713" y="1851411"/>
                  </a:lnTo>
                  <a:lnTo>
                    <a:pt x="4378838" y="1851411"/>
                  </a:lnTo>
                  <a:lnTo>
                    <a:pt x="4378963" y="1851411"/>
                  </a:lnTo>
                  <a:lnTo>
                    <a:pt x="4379088" y="1851411"/>
                  </a:lnTo>
                  <a:lnTo>
                    <a:pt x="4379213" y="1851411"/>
                  </a:lnTo>
                  <a:lnTo>
                    <a:pt x="4379338" y="1851411"/>
                  </a:lnTo>
                  <a:lnTo>
                    <a:pt x="4379464" y="1851411"/>
                  </a:lnTo>
                  <a:lnTo>
                    <a:pt x="4379589" y="1851411"/>
                  </a:lnTo>
                  <a:lnTo>
                    <a:pt x="4379714" y="1851411"/>
                  </a:lnTo>
                  <a:lnTo>
                    <a:pt x="4379839" y="1851411"/>
                  </a:lnTo>
                  <a:lnTo>
                    <a:pt x="4379964" y="1851411"/>
                  </a:lnTo>
                  <a:lnTo>
                    <a:pt x="4380089" y="1851411"/>
                  </a:lnTo>
                  <a:lnTo>
                    <a:pt x="4380214" y="1851411"/>
                  </a:lnTo>
                  <a:lnTo>
                    <a:pt x="4380339" y="1851411"/>
                  </a:lnTo>
                  <a:lnTo>
                    <a:pt x="4380464" y="1851411"/>
                  </a:lnTo>
                  <a:lnTo>
                    <a:pt x="4380589" y="1851411"/>
                  </a:lnTo>
                  <a:lnTo>
                    <a:pt x="4380714" y="1851411"/>
                  </a:lnTo>
                  <a:lnTo>
                    <a:pt x="4380839" y="1851411"/>
                  </a:lnTo>
                  <a:lnTo>
                    <a:pt x="4380964" y="1851411"/>
                  </a:lnTo>
                  <a:lnTo>
                    <a:pt x="4381089" y="1851411"/>
                  </a:lnTo>
                  <a:lnTo>
                    <a:pt x="4381214" y="1851411"/>
                  </a:lnTo>
                  <a:lnTo>
                    <a:pt x="4381339" y="1851411"/>
                  </a:lnTo>
                  <a:lnTo>
                    <a:pt x="4381464" y="1851411"/>
                  </a:lnTo>
                  <a:lnTo>
                    <a:pt x="4381589" y="1851411"/>
                  </a:lnTo>
                  <a:lnTo>
                    <a:pt x="4381714" y="1851411"/>
                  </a:lnTo>
                  <a:lnTo>
                    <a:pt x="4381839" y="1851411"/>
                  </a:lnTo>
                  <a:lnTo>
                    <a:pt x="4381964" y="1851411"/>
                  </a:lnTo>
                  <a:lnTo>
                    <a:pt x="4382089" y="1851411"/>
                  </a:lnTo>
                  <a:lnTo>
                    <a:pt x="4382214" y="1851411"/>
                  </a:lnTo>
                  <a:lnTo>
                    <a:pt x="4382339" y="1851411"/>
                  </a:lnTo>
                  <a:lnTo>
                    <a:pt x="4382465" y="1851411"/>
                  </a:lnTo>
                  <a:lnTo>
                    <a:pt x="4382590" y="1851411"/>
                  </a:lnTo>
                  <a:lnTo>
                    <a:pt x="4382715" y="1851411"/>
                  </a:lnTo>
                  <a:lnTo>
                    <a:pt x="4382840" y="1851411"/>
                  </a:lnTo>
                  <a:lnTo>
                    <a:pt x="4382965" y="1851411"/>
                  </a:lnTo>
                  <a:lnTo>
                    <a:pt x="4383090" y="1851411"/>
                  </a:lnTo>
                  <a:lnTo>
                    <a:pt x="4383215" y="1851411"/>
                  </a:lnTo>
                  <a:lnTo>
                    <a:pt x="4383340" y="1851411"/>
                  </a:lnTo>
                  <a:lnTo>
                    <a:pt x="4383465" y="1851411"/>
                  </a:lnTo>
                  <a:lnTo>
                    <a:pt x="4383590" y="1851411"/>
                  </a:lnTo>
                  <a:lnTo>
                    <a:pt x="4383715" y="1851411"/>
                  </a:lnTo>
                  <a:lnTo>
                    <a:pt x="4383840" y="1851411"/>
                  </a:lnTo>
                  <a:lnTo>
                    <a:pt x="4383965" y="1851411"/>
                  </a:lnTo>
                  <a:lnTo>
                    <a:pt x="4384090" y="1851411"/>
                  </a:lnTo>
                  <a:lnTo>
                    <a:pt x="4384215" y="1851411"/>
                  </a:lnTo>
                  <a:lnTo>
                    <a:pt x="4384340" y="1851411"/>
                  </a:lnTo>
                  <a:lnTo>
                    <a:pt x="4384465" y="1851411"/>
                  </a:lnTo>
                  <a:lnTo>
                    <a:pt x="4384590" y="1851411"/>
                  </a:lnTo>
                  <a:lnTo>
                    <a:pt x="4384715" y="1851411"/>
                  </a:lnTo>
                  <a:lnTo>
                    <a:pt x="4384840" y="1851411"/>
                  </a:lnTo>
                  <a:lnTo>
                    <a:pt x="4384965" y="1851411"/>
                  </a:lnTo>
                  <a:lnTo>
                    <a:pt x="4385090" y="1851411"/>
                  </a:lnTo>
                  <a:lnTo>
                    <a:pt x="4385090" y="1841457"/>
                  </a:lnTo>
                  <a:lnTo>
                    <a:pt x="4385215" y="1841457"/>
                  </a:lnTo>
                  <a:lnTo>
                    <a:pt x="4385341" y="1841457"/>
                  </a:lnTo>
                  <a:lnTo>
                    <a:pt x="4385466" y="1841457"/>
                  </a:lnTo>
                  <a:lnTo>
                    <a:pt x="4385591" y="1841457"/>
                  </a:lnTo>
                  <a:lnTo>
                    <a:pt x="4385716" y="1841457"/>
                  </a:lnTo>
                  <a:lnTo>
                    <a:pt x="4385841" y="1841457"/>
                  </a:lnTo>
                  <a:lnTo>
                    <a:pt x="4385966" y="1841457"/>
                  </a:lnTo>
                  <a:lnTo>
                    <a:pt x="4386091" y="1841457"/>
                  </a:lnTo>
                  <a:lnTo>
                    <a:pt x="4386216" y="1841457"/>
                  </a:lnTo>
                  <a:lnTo>
                    <a:pt x="4386341" y="1841457"/>
                  </a:lnTo>
                  <a:lnTo>
                    <a:pt x="4386466" y="1841457"/>
                  </a:lnTo>
                  <a:lnTo>
                    <a:pt x="4386591" y="1841457"/>
                  </a:lnTo>
                  <a:lnTo>
                    <a:pt x="4386716" y="1841457"/>
                  </a:lnTo>
                  <a:lnTo>
                    <a:pt x="4386841" y="1841457"/>
                  </a:lnTo>
                  <a:lnTo>
                    <a:pt x="4386966" y="1841457"/>
                  </a:lnTo>
                  <a:lnTo>
                    <a:pt x="4387091" y="1841457"/>
                  </a:lnTo>
                  <a:lnTo>
                    <a:pt x="4387216" y="1841457"/>
                  </a:lnTo>
                  <a:lnTo>
                    <a:pt x="4387341" y="1841457"/>
                  </a:lnTo>
                  <a:lnTo>
                    <a:pt x="4387466" y="1841457"/>
                  </a:lnTo>
                  <a:lnTo>
                    <a:pt x="4387591" y="1841457"/>
                  </a:lnTo>
                  <a:lnTo>
                    <a:pt x="4387716" y="1841457"/>
                  </a:lnTo>
                  <a:lnTo>
                    <a:pt x="4387841" y="1841457"/>
                  </a:lnTo>
                  <a:lnTo>
                    <a:pt x="4387966" y="1841457"/>
                  </a:lnTo>
                  <a:lnTo>
                    <a:pt x="4388091" y="1841457"/>
                  </a:lnTo>
                  <a:lnTo>
                    <a:pt x="4388216" y="1841457"/>
                  </a:lnTo>
                  <a:lnTo>
                    <a:pt x="4388342" y="1841457"/>
                  </a:lnTo>
                  <a:lnTo>
                    <a:pt x="4388467" y="1841457"/>
                  </a:lnTo>
                  <a:lnTo>
                    <a:pt x="4388592" y="1841457"/>
                  </a:lnTo>
                  <a:lnTo>
                    <a:pt x="4388717" y="1841457"/>
                  </a:lnTo>
                  <a:lnTo>
                    <a:pt x="4388842" y="1841457"/>
                  </a:lnTo>
                  <a:lnTo>
                    <a:pt x="4388967" y="1841457"/>
                  </a:lnTo>
                  <a:lnTo>
                    <a:pt x="4389092" y="1841457"/>
                  </a:lnTo>
                  <a:lnTo>
                    <a:pt x="4389217" y="1841457"/>
                  </a:lnTo>
                  <a:lnTo>
                    <a:pt x="4389342" y="1841457"/>
                  </a:lnTo>
                  <a:lnTo>
                    <a:pt x="4389467" y="1841457"/>
                  </a:lnTo>
                  <a:lnTo>
                    <a:pt x="4389592" y="1841457"/>
                  </a:lnTo>
                  <a:lnTo>
                    <a:pt x="4389717" y="1841457"/>
                  </a:lnTo>
                  <a:lnTo>
                    <a:pt x="4389842" y="1841457"/>
                  </a:lnTo>
                  <a:lnTo>
                    <a:pt x="4389967" y="1841457"/>
                  </a:lnTo>
                  <a:lnTo>
                    <a:pt x="4390092" y="1841457"/>
                  </a:lnTo>
                  <a:lnTo>
                    <a:pt x="4390217" y="1841457"/>
                  </a:lnTo>
                  <a:lnTo>
                    <a:pt x="4390342" y="1841457"/>
                  </a:lnTo>
                  <a:lnTo>
                    <a:pt x="4390467" y="1841457"/>
                  </a:lnTo>
                  <a:lnTo>
                    <a:pt x="4390592" y="1841457"/>
                  </a:lnTo>
                  <a:lnTo>
                    <a:pt x="4390717" y="1841457"/>
                  </a:lnTo>
                  <a:lnTo>
                    <a:pt x="4390842" y="1841457"/>
                  </a:lnTo>
                  <a:lnTo>
                    <a:pt x="4390967" y="1841457"/>
                  </a:lnTo>
                  <a:lnTo>
                    <a:pt x="4391092" y="1841457"/>
                  </a:lnTo>
                  <a:lnTo>
                    <a:pt x="4391217" y="1841457"/>
                  </a:lnTo>
                  <a:lnTo>
                    <a:pt x="4391343" y="1841457"/>
                  </a:lnTo>
                  <a:lnTo>
                    <a:pt x="4391468" y="1841457"/>
                  </a:lnTo>
                  <a:lnTo>
                    <a:pt x="4391593" y="1841457"/>
                  </a:lnTo>
                  <a:lnTo>
                    <a:pt x="4391718" y="1841457"/>
                  </a:lnTo>
                  <a:lnTo>
                    <a:pt x="4391843" y="1841457"/>
                  </a:lnTo>
                  <a:lnTo>
                    <a:pt x="4391968" y="1841457"/>
                  </a:lnTo>
                  <a:lnTo>
                    <a:pt x="4392093" y="1841457"/>
                  </a:lnTo>
                  <a:lnTo>
                    <a:pt x="4392218" y="1841457"/>
                  </a:lnTo>
                  <a:lnTo>
                    <a:pt x="4392343" y="1841457"/>
                  </a:lnTo>
                  <a:lnTo>
                    <a:pt x="4392468" y="1841457"/>
                  </a:lnTo>
                  <a:lnTo>
                    <a:pt x="4392593" y="1841457"/>
                  </a:lnTo>
                  <a:lnTo>
                    <a:pt x="4392718" y="1841457"/>
                  </a:lnTo>
                  <a:lnTo>
                    <a:pt x="4392843" y="1841457"/>
                  </a:lnTo>
                  <a:lnTo>
                    <a:pt x="4392968" y="1841457"/>
                  </a:lnTo>
                  <a:lnTo>
                    <a:pt x="4393093" y="1841457"/>
                  </a:lnTo>
                  <a:lnTo>
                    <a:pt x="4393218" y="1841457"/>
                  </a:lnTo>
                  <a:lnTo>
                    <a:pt x="4393343" y="1841457"/>
                  </a:lnTo>
                  <a:lnTo>
                    <a:pt x="4393468" y="1841457"/>
                  </a:lnTo>
                  <a:lnTo>
                    <a:pt x="4393593" y="1841457"/>
                  </a:lnTo>
                  <a:lnTo>
                    <a:pt x="4393718" y="1841457"/>
                  </a:lnTo>
                  <a:lnTo>
                    <a:pt x="4393843" y="1841457"/>
                  </a:lnTo>
                  <a:lnTo>
                    <a:pt x="4393968" y="1841457"/>
                  </a:lnTo>
                  <a:lnTo>
                    <a:pt x="4394093" y="1841457"/>
                  </a:lnTo>
                  <a:lnTo>
                    <a:pt x="4394218" y="1841457"/>
                  </a:lnTo>
                  <a:lnTo>
                    <a:pt x="4394344" y="1841457"/>
                  </a:lnTo>
                  <a:lnTo>
                    <a:pt x="4394469" y="1841457"/>
                  </a:lnTo>
                  <a:lnTo>
                    <a:pt x="4394594" y="1841457"/>
                  </a:lnTo>
                  <a:lnTo>
                    <a:pt x="4394719" y="1841457"/>
                  </a:lnTo>
                  <a:lnTo>
                    <a:pt x="4394844" y="1841457"/>
                  </a:lnTo>
                  <a:lnTo>
                    <a:pt x="4394969" y="1841457"/>
                  </a:lnTo>
                  <a:lnTo>
                    <a:pt x="4395094" y="1841457"/>
                  </a:lnTo>
                  <a:lnTo>
                    <a:pt x="4395219" y="1841457"/>
                  </a:lnTo>
                  <a:lnTo>
                    <a:pt x="4395344" y="1841457"/>
                  </a:lnTo>
                  <a:lnTo>
                    <a:pt x="4395469" y="1841457"/>
                  </a:lnTo>
                  <a:lnTo>
                    <a:pt x="4395594" y="1841457"/>
                  </a:lnTo>
                  <a:lnTo>
                    <a:pt x="4395719" y="1841457"/>
                  </a:lnTo>
                  <a:lnTo>
                    <a:pt x="4395844" y="1841457"/>
                  </a:lnTo>
                  <a:lnTo>
                    <a:pt x="4395969" y="1841457"/>
                  </a:lnTo>
                  <a:lnTo>
                    <a:pt x="4396094" y="1841457"/>
                  </a:lnTo>
                  <a:lnTo>
                    <a:pt x="4396219" y="1841457"/>
                  </a:lnTo>
                  <a:lnTo>
                    <a:pt x="4396344" y="1841457"/>
                  </a:lnTo>
                  <a:lnTo>
                    <a:pt x="4396469" y="1841457"/>
                  </a:lnTo>
                  <a:lnTo>
                    <a:pt x="4396594" y="1841457"/>
                  </a:lnTo>
                  <a:lnTo>
                    <a:pt x="4396719" y="1841457"/>
                  </a:lnTo>
                  <a:lnTo>
                    <a:pt x="4396844" y="1841457"/>
                  </a:lnTo>
                  <a:lnTo>
                    <a:pt x="4396969" y="1841457"/>
                  </a:lnTo>
                  <a:lnTo>
                    <a:pt x="4397094" y="1841457"/>
                  </a:lnTo>
                  <a:lnTo>
                    <a:pt x="4397219" y="1841457"/>
                  </a:lnTo>
                  <a:lnTo>
                    <a:pt x="4397345" y="1841457"/>
                  </a:lnTo>
                  <a:lnTo>
                    <a:pt x="4397470" y="1841457"/>
                  </a:lnTo>
                  <a:lnTo>
                    <a:pt x="4397595" y="1841457"/>
                  </a:lnTo>
                  <a:lnTo>
                    <a:pt x="4397720" y="1841457"/>
                  </a:lnTo>
                  <a:lnTo>
                    <a:pt x="4397845" y="1841457"/>
                  </a:lnTo>
                  <a:lnTo>
                    <a:pt x="4397970" y="1841457"/>
                  </a:lnTo>
                  <a:lnTo>
                    <a:pt x="4398095" y="1841457"/>
                  </a:lnTo>
                  <a:lnTo>
                    <a:pt x="4398220" y="1841457"/>
                  </a:lnTo>
                  <a:lnTo>
                    <a:pt x="4398345" y="1841457"/>
                  </a:lnTo>
                  <a:lnTo>
                    <a:pt x="4398470" y="1841457"/>
                  </a:lnTo>
                  <a:lnTo>
                    <a:pt x="4398595" y="1841457"/>
                  </a:lnTo>
                  <a:lnTo>
                    <a:pt x="4398720" y="1841457"/>
                  </a:lnTo>
                  <a:lnTo>
                    <a:pt x="4398845" y="1841457"/>
                  </a:lnTo>
                  <a:lnTo>
                    <a:pt x="4398970" y="1841457"/>
                  </a:lnTo>
                  <a:lnTo>
                    <a:pt x="4399095" y="1841457"/>
                  </a:lnTo>
                  <a:lnTo>
                    <a:pt x="4399220" y="1841457"/>
                  </a:lnTo>
                  <a:lnTo>
                    <a:pt x="4399345" y="1841457"/>
                  </a:lnTo>
                  <a:lnTo>
                    <a:pt x="4399470" y="1841457"/>
                  </a:lnTo>
                  <a:lnTo>
                    <a:pt x="4399595" y="1841457"/>
                  </a:lnTo>
                  <a:lnTo>
                    <a:pt x="4399720" y="1841457"/>
                  </a:lnTo>
                  <a:lnTo>
                    <a:pt x="4399845" y="1841457"/>
                  </a:lnTo>
                  <a:lnTo>
                    <a:pt x="4399970" y="1841457"/>
                  </a:lnTo>
                  <a:lnTo>
                    <a:pt x="4400095" y="1841457"/>
                  </a:lnTo>
                  <a:lnTo>
                    <a:pt x="4400220" y="1841457"/>
                  </a:lnTo>
                  <a:lnTo>
                    <a:pt x="4400346" y="1841457"/>
                  </a:lnTo>
                  <a:lnTo>
                    <a:pt x="4400471" y="1841457"/>
                  </a:lnTo>
                  <a:lnTo>
                    <a:pt x="4400596" y="1841457"/>
                  </a:lnTo>
                  <a:lnTo>
                    <a:pt x="4400721" y="1841457"/>
                  </a:lnTo>
                  <a:lnTo>
                    <a:pt x="4400846" y="1841457"/>
                  </a:lnTo>
                  <a:lnTo>
                    <a:pt x="4400971" y="1841457"/>
                  </a:lnTo>
                  <a:lnTo>
                    <a:pt x="4401096" y="1841457"/>
                  </a:lnTo>
                  <a:lnTo>
                    <a:pt x="4401221" y="1841457"/>
                  </a:lnTo>
                  <a:lnTo>
                    <a:pt x="4401346" y="1841457"/>
                  </a:lnTo>
                  <a:lnTo>
                    <a:pt x="4401471" y="1841457"/>
                  </a:lnTo>
                  <a:lnTo>
                    <a:pt x="4401596" y="1841457"/>
                  </a:lnTo>
                  <a:lnTo>
                    <a:pt x="4401721" y="1841457"/>
                  </a:lnTo>
                  <a:lnTo>
                    <a:pt x="4401846" y="1841457"/>
                  </a:lnTo>
                  <a:lnTo>
                    <a:pt x="4401971" y="1841457"/>
                  </a:lnTo>
                  <a:lnTo>
                    <a:pt x="4402096" y="1841457"/>
                  </a:lnTo>
                  <a:lnTo>
                    <a:pt x="4402221" y="1841457"/>
                  </a:lnTo>
                  <a:lnTo>
                    <a:pt x="4402346" y="1841457"/>
                  </a:lnTo>
                  <a:lnTo>
                    <a:pt x="4402471" y="1841457"/>
                  </a:lnTo>
                  <a:lnTo>
                    <a:pt x="4402596" y="1841457"/>
                  </a:lnTo>
                  <a:lnTo>
                    <a:pt x="4402721" y="1841457"/>
                  </a:lnTo>
                  <a:lnTo>
                    <a:pt x="4402846" y="1841457"/>
                  </a:lnTo>
                  <a:lnTo>
                    <a:pt x="4402971" y="1841457"/>
                  </a:lnTo>
                  <a:lnTo>
                    <a:pt x="4403096" y="1841457"/>
                  </a:lnTo>
                  <a:lnTo>
                    <a:pt x="4403221" y="1841457"/>
                  </a:lnTo>
                  <a:lnTo>
                    <a:pt x="4403347" y="1841457"/>
                  </a:lnTo>
                  <a:lnTo>
                    <a:pt x="4403472" y="1841457"/>
                  </a:lnTo>
                  <a:lnTo>
                    <a:pt x="4403597" y="1841457"/>
                  </a:lnTo>
                  <a:lnTo>
                    <a:pt x="4403722" y="1841457"/>
                  </a:lnTo>
                  <a:lnTo>
                    <a:pt x="4403847" y="1841457"/>
                  </a:lnTo>
                  <a:lnTo>
                    <a:pt x="4403972" y="1841457"/>
                  </a:lnTo>
                  <a:lnTo>
                    <a:pt x="4404097" y="1841457"/>
                  </a:lnTo>
                  <a:lnTo>
                    <a:pt x="4404222" y="1841457"/>
                  </a:lnTo>
                  <a:lnTo>
                    <a:pt x="4404347" y="1841457"/>
                  </a:lnTo>
                  <a:lnTo>
                    <a:pt x="4404472" y="1841457"/>
                  </a:lnTo>
                  <a:lnTo>
                    <a:pt x="4404597" y="1841457"/>
                  </a:lnTo>
                  <a:lnTo>
                    <a:pt x="4404722" y="1841457"/>
                  </a:lnTo>
                  <a:lnTo>
                    <a:pt x="4404847" y="1841457"/>
                  </a:lnTo>
                  <a:lnTo>
                    <a:pt x="4404972" y="1841457"/>
                  </a:lnTo>
                  <a:lnTo>
                    <a:pt x="4405097" y="1841457"/>
                  </a:lnTo>
                  <a:lnTo>
                    <a:pt x="4405222" y="1841457"/>
                  </a:lnTo>
                  <a:lnTo>
                    <a:pt x="4405347" y="1841457"/>
                  </a:lnTo>
                  <a:lnTo>
                    <a:pt x="4405472" y="1841457"/>
                  </a:lnTo>
                  <a:lnTo>
                    <a:pt x="4405597" y="1841457"/>
                  </a:lnTo>
                  <a:lnTo>
                    <a:pt x="4405722" y="1841457"/>
                  </a:lnTo>
                  <a:lnTo>
                    <a:pt x="4405847" y="1841457"/>
                  </a:lnTo>
                  <a:lnTo>
                    <a:pt x="4405972" y="1841457"/>
                  </a:lnTo>
                  <a:lnTo>
                    <a:pt x="4406097" y="1841457"/>
                  </a:lnTo>
                  <a:lnTo>
                    <a:pt x="4406222" y="1841457"/>
                  </a:lnTo>
                  <a:lnTo>
                    <a:pt x="4406348" y="1841457"/>
                  </a:lnTo>
                  <a:lnTo>
                    <a:pt x="4406473" y="1841457"/>
                  </a:lnTo>
                  <a:lnTo>
                    <a:pt x="4406598" y="1841457"/>
                  </a:lnTo>
                  <a:lnTo>
                    <a:pt x="4406723" y="1841457"/>
                  </a:lnTo>
                  <a:lnTo>
                    <a:pt x="4406848" y="1841457"/>
                  </a:lnTo>
                  <a:lnTo>
                    <a:pt x="4406973" y="1841457"/>
                  </a:lnTo>
                  <a:lnTo>
                    <a:pt x="4407098" y="1841457"/>
                  </a:lnTo>
                  <a:lnTo>
                    <a:pt x="4407223" y="1841457"/>
                  </a:lnTo>
                  <a:lnTo>
                    <a:pt x="4407348" y="1841457"/>
                  </a:lnTo>
                  <a:lnTo>
                    <a:pt x="4407473" y="1841457"/>
                  </a:lnTo>
                  <a:lnTo>
                    <a:pt x="4407598" y="1841457"/>
                  </a:lnTo>
                  <a:lnTo>
                    <a:pt x="4407723" y="1841457"/>
                  </a:lnTo>
                  <a:lnTo>
                    <a:pt x="4407848" y="1841457"/>
                  </a:lnTo>
                  <a:lnTo>
                    <a:pt x="4407973" y="1841457"/>
                  </a:lnTo>
                  <a:lnTo>
                    <a:pt x="4407973" y="1831503"/>
                  </a:lnTo>
                  <a:lnTo>
                    <a:pt x="4408098" y="1831503"/>
                  </a:lnTo>
                  <a:lnTo>
                    <a:pt x="4408223" y="1831503"/>
                  </a:lnTo>
                  <a:lnTo>
                    <a:pt x="4408348" y="1831503"/>
                  </a:lnTo>
                  <a:lnTo>
                    <a:pt x="4408473" y="1831503"/>
                  </a:lnTo>
                  <a:lnTo>
                    <a:pt x="4408598" y="1831503"/>
                  </a:lnTo>
                  <a:lnTo>
                    <a:pt x="4408723" y="1831503"/>
                  </a:lnTo>
                  <a:lnTo>
                    <a:pt x="4408848" y="1831503"/>
                  </a:lnTo>
                  <a:lnTo>
                    <a:pt x="4408973" y="1831503"/>
                  </a:lnTo>
                  <a:lnTo>
                    <a:pt x="4409098" y="1831503"/>
                  </a:lnTo>
                  <a:lnTo>
                    <a:pt x="4409223" y="1831503"/>
                  </a:lnTo>
                  <a:lnTo>
                    <a:pt x="4409349" y="1831503"/>
                  </a:lnTo>
                  <a:lnTo>
                    <a:pt x="4409474" y="1831503"/>
                  </a:lnTo>
                  <a:lnTo>
                    <a:pt x="4409599" y="1831503"/>
                  </a:lnTo>
                  <a:lnTo>
                    <a:pt x="4409724" y="1831503"/>
                  </a:lnTo>
                  <a:lnTo>
                    <a:pt x="4409849" y="1831503"/>
                  </a:lnTo>
                  <a:lnTo>
                    <a:pt x="4409974" y="1831503"/>
                  </a:lnTo>
                  <a:lnTo>
                    <a:pt x="4410099" y="1831503"/>
                  </a:lnTo>
                  <a:lnTo>
                    <a:pt x="4410224" y="1831503"/>
                  </a:lnTo>
                  <a:lnTo>
                    <a:pt x="4410349" y="1831503"/>
                  </a:lnTo>
                  <a:lnTo>
                    <a:pt x="4410474" y="1831503"/>
                  </a:lnTo>
                  <a:lnTo>
                    <a:pt x="4410599" y="1831503"/>
                  </a:lnTo>
                  <a:lnTo>
                    <a:pt x="4410724" y="1831503"/>
                  </a:lnTo>
                  <a:lnTo>
                    <a:pt x="4410849" y="1831503"/>
                  </a:lnTo>
                  <a:lnTo>
                    <a:pt x="4410974" y="1831503"/>
                  </a:lnTo>
                  <a:lnTo>
                    <a:pt x="4411099" y="1831503"/>
                  </a:lnTo>
                  <a:lnTo>
                    <a:pt x="4411224" y="1831503"/>
                  </a:lnTo>
                  <a:lnTo>
                    <a:pt x="4411349" y="1831503"/>
                  </a:lnTo>
                  <a:lnTo>
                    <a:pt x="4411474" y="1831503"/>
                  </a:lnTo>
                  <a:lnTo>
                    <a:pt x="4411599" y="1831503"/>
                  </a:lnTo>
                  <a:lnTo>
                    <a:pt x="4411724" y="1831503"/>
                  </a:lnTo>
                  <a:lnTo>
                    <a:pt x="4411849" y="1831503"/>
                  </a:lnTo>
                  <a:lnTo>
                    <a:pt x="4411974" y="1831503"/>
                  </a:lnTo>
                  <a:lnTo>
                    <a:pt x="4412099" y="1831503"/>
                  </a:lnTo>
                  <a:lnTo>
                    <a:pt x="4412224" y="1831503"/>
                  </a:lnTo>
                  <a:lnTo>
                    <a:pt x="4412350" y="1831503"/>
                  </a:lnTo>
                  <a:lnTo>
                    <a:pt x="4412475" y="1831503"/>
                  </a:lnTo>
                  <a:lnTo>
                    <a:pt x="4412600" y="1831503"/>
                  </a:lnTo>
                  <a:lnTo>
                    <a:pt x="4412725" y="1831503"/>
                  </a:lnTo>
                  <a:lnTo>
                    <a:pt x="4412850" y="1831503"/>
                  </a:lnTo>
                  <a:lnTo>
                    <a:pt x="4412975" y="1831503"/>
                  </a:lnTo>
                  <a:lnTo>
                    <a:pt x="4413100" y="1831503"/>
                  </a:lnTo>
                  <a:lnTo>
                    <a:pt x="4413225" y="1831503"/>
                  </a:lnTo>
                  <a:lnTo>
                    <a:pt x="4413350" y="1831503"/>
                  </a:lnTo>
                  <a:lnTo>
                    <a:pt x="4413475" y="1831503"/>
                  </a:lnTo>
                  <a:lnTo>
                    <a:pt x="4413600" y="1831503"/>
                  </a:lnTo>
                  <a:lnTo>
                    <a:pt x="4413725" y="1831503"/>
                  </a:lnTo>
                  <a:lnTo>
                    <a:pt x="4413850" y="1831503"/>
                  </a:lnTo>
                  <a:lnTo>
                    <a:pt x="4413975" y="1831503"/>
                  </a:lnTo>
                  <a:lnTo>
                    <a:pt x="4414100" y="1831503"/>
                  </a:lnTo>
                  <a:lnTo>
                    <a:pt x="4414225" y="1831503"/>
                  </a:lnTo>
                  <a:lnTo>
                    <a:pt x="4414350" y="1831503"/>
                  </a:lnTo>
                  <a:lnTo>
                    <a:pt x="4414475" y="1831503"/>
                  </a:lnTo>
                  <a:lnTo>
                    <a:pt x="4414600" y="1831503"/>
                  </a:lnTo>
                  <a:lnTo>
                    <a:pt x="4414725" y="1831503"/>
                  </a:lnTo>
                  <a:lnTo>
                    <a:pt x="4414850" y="1831503"/>
                  </a:lnTo>
                  <a:lnTo>
                    <a:pt x="4414975" y="1831503"/>
                  </a:lnTo>
                  <a:lnTo>
                    <a:pt x="4415100" y="1831503"/>
                  </a:lnTo>
                  <a:lnTo>
                    <a:pt x="4415225" y="1831503"/>
                  </a:lnTo>
                  <a:lnTo>
                    <a:pt x="4415351" y="1831503"/>
                  </a:lnTo>
                  <a:lnTo>
                    <a:pt x="4415476" y="1831503"/>
                  </a:lnTo>
                  <a:lnTo>
                    <a:pt x="4415601" y="1831503"/>
                  </a:lnTo>
                  <a:lnTo>
                    <a:pt x="4415601" y="1821549"/>
                  </a:lnTo>
                  <a:lnTo>
                    <a:pt x="4415726" y="1821549"/>
                  </a:lnTo>
                  <a:lnTo>
                    <a:pt x="4415851" y="1821549"/>
                  </a:lnTo>
                  <a:lnTo>
                    <a:pt x="4415851" y="1811595"/>
                  </a:lnTo>
                  <a:lnTo>
                    <a:pt x="4415976" y="1811595"/>
                  </a:lnTo>
                  <a:lnTo>
                    <a:pt x="4416101" y="1811595"/>
                  </a:lnTo>
                  <a:lnTo>
                    <a:pt x="4416226" y="1811595"/>
                  </a:lnTo>
                  <a:lnTo>
                    <a:pt x="4416351" y="1811595"/>
                  </a:lnTo>
                  <a:lnTo>
                    <a:pt x="4416476" y="1811595"/>
                  </a:lnTo>
                  <a:lnTo>
                    <a:pt x="4416601" y="1811595"/>
                  </a:lnTo>
                  <a:lnTo>
                    <a:pt x="4416726" y="1811595"/>
                  </a:lnTo>
                  <a:lnTo>
                    <a:pt x="4416851" y="1811595"/>
                  </a:lnTo>
                  <a:lnTo>
                    <a:pt x="4416976" y="1811595"/>
                  </a:lnTo>
                  <a:lnTo>
                    <a:pt x="4417101" y="1811595"/>
                  </a:lnTo>
                  <a:lnTo>
                    <a:pt x="4417226" y="1811595"/>
                  </a:lnTo>
                  <a:lnTo>
                    <a:pt x="4417351" y="1811595"/>
                  </a:lnTo>
                  <a:lnTo>
                    <a:pt x="4417476" y="1811595"/>
                  </a:lnTo>
                  <a:lnTo>
                    <a:pt x="4417601" y="1811595"/>
                  </a:lnTo>
                  <a:lnTo>
                    <a:pt x="4417726" y="1811595"/>
                  </a:lnTo>
                  <a:lnTo>
                    <a:pt x="4417851" y="1811595"/>
                  </a:lnTo>
                  <a:lnTo>
                    <a:pt x="4417976" y="1811595"/>
                  </a:lnTo>
                  <a:lnTo>
                    <a:pt x="4418101" y="1811595"/>
                  </a:lnTo>
                  <a:lnTo>
                    <a:pt x="4418226" y="1811595"/>
                  </a:lnTo>
                  <a:lnTo>
                    <a:pt x="4418352" y="1811595"/>
                  </a:lnTo>
                  <a:lnTo>
                    <a:pt x="4418477" y="1811595"/>
                  </a:lnTo>
                  <a:lnTo>
                    <a:pt x="4418602" y="1811595"/>
                  </a:lnTo>
                  <a:lnTo>
                    <a:pt x="4418727" y="1811595"/>
                  </a:lnTo>
                  <a:lnTo>
                    <a:pt x="4418852" y="1811595"/>
                  </a:lnTo>
                  <a:lnTo>
                    <a:pt x="4418977" y="1811595"/>
                  </a:lnTo>
                  <a:lnTo>
                    <a:pt x="4419102" y="1811595"/>
                  </a:lnTo>
                  <a:lnTo>
                    <a:pt x="4419227" y="1811595"/>
                  </a:lnTo>
                  <a:lnTo>
                    <a:pt x="4419227" y="1801641"/>
                  </a:lnTo>
                  <a:lnTo>
                    <a:pt x="4419352" y="1801641"/>
                  </a:lnTo>
                  <a:lnTo>
                    <a:pt x="4419477" y="1801641"/>
                  </a:lnTo>
                  <a:lnTo>
                    <a:pt x="4419602" y="1801641"/>
                  </a:lnTo>
                  <a:lnTo>
                    <a:pt x="4419727" y="1801641"/>
                  </a:lnTo>
                  <a:lnTo>
                    <a:pt x="4419852" y="1801641"/>
                  </a:lnTo>
                  <a:lnTo>
                    <a:pt x="4419977" y="1801641"/>
                  </a:lnTo>
                  <a:lnTo>
                    <a:pt x="4420102" y="1801641"/>
                  </a:lnTo>
                  <a:lnTo>
                    <a:pt x="4420227" y="1801641"/>
                  </a:lnTo>
                  <a:lnTo>
                    <a:pt x="4420352" y="1801641"/>
                  </a:lnTo>
                  <a:lnTo>
                    <a:pt x="4420477" y="1801641"/>
                  </a:lnTo>
                  <a:lnTo>
                    <a:pt x="4420602" y="1801641"/>
                  </a:lnTo>
                  <a:lnTo>
                    <a:pt x="4420727" y="1801641"/>
                  </a:lnTo>
                  <a:lnTo>
                    <a:pt x="4420852" y="1801641"/>
                  </a:lnTo>
                  <a:lnTo>
                    <a:pt x="4420977" y="1801641"/>
                  </a:lnTo>
                  <a:lnTo>
                    <a:pt x="4421102" y="1801641"/>
                  </a:lnTo>
                  <a:lnTo>
                    <a:pt x="4421227" y="1801641"/>
                  </a:lnTo>
                  <a:lnTo>
                    <a:pt x="4421353" y="1801641"/>
                  </a:lnTo>
                  <a:lnTo>
                    <a:pt x="4421478" y="1801641"/>
                  </a:lnTo>
                  <a:lnTo>
                    <a:pt x="4421603" y="1801641"/>
                  </a:lnTo>
                  <a:lnTo>
                    <a:pt x="4421728" y="1801641"/>
                  </a:lnTo>
                  <a:lnTo>
                    <a:pt x="4421853" y="1801641"/>
                  </a:lnTo>
                  <a:lnTo>
                    <a:pt x="4421978" y="1801641"/>
                  </a:lnTo>
                  <a:lnTo>
                    <a:pt x="4422103" y="1801641"/>
                  </a:lnTo>
                  <a:lnTo>
                    <a:pt x="4422228" y="1801641"/>
                  </a:lnTo>
                  <a:lnTo>
                    <a:pt x="4422353" y="1801641"/>
                  </a:lnTo>
                  <a:lnTo>
                    <a:pt x="4422478" y="1801641"/>
                  </a:lnTo>
                  <a:lnTo>
                    <a:pt x="4422603" y="1801641"/>
                  </a:lnTo>
                  <a:lnTo>
                    <a:pt x="4422728" y="1801641"/>
                  </a:lnTo>
                  <a:lnTo>
                    <a:pt x="4422853" y="1801641"/>
                  </a:lnTo>
                  <a:lnTo>
                    <a:pt x="4422978" y="1801641"/>
                  </a:lnTo>
                  <a:lnTo>
                    <a:pt x="4423103" y="1801641"/>
                  </a:lnTo>
                  <a:lnTo>
                    <a:pt x="4423228" y="1801641"/>
                  </a:lnTo>
                  <a:lnTo>
                    <a:pt x="4423353" y="1801641"/>
                  </a:lnTo>
                  <a:lnTo>
                    <a:pt x="4423353" y="1791688"/>
                  </a:lnTo>
                  <a:lnTo>
                    <a:pt x="4423478" y="1791688"/>
                  </a:lnTo>
                  <a:lnTo>
                    <a:pt x="4423603" y="1791688"/>
                  </a:lnTo>
                  <a:lnTo>
                    <a:pt x="4423728" y="1791688"/>
                  </a:lnTo>
                  <a:lnTo>
                    <a:pt x="4423853" y="1791688"/>
                  </a:lnTo>
                  <a:lnTo>
                    <a:pt x="4423978" y="1791688"/>
                  </a:lnTo>
                  <a:lnTo>
                    <a:pt x="4423978" y="1781734"/>
                  </a:lnTo>
                  <a:lnTo>
                    <a:pt x="4424103" y="1781734"/>
                  </a:lnTo>
                  <a:lnTo>
                    <a:pt x="4424229" y="1781734"/>
                  </a:lnTo>
                  <a:lnTo>
                    <a:pt x="4424354" y="1781734"/>
                  </a:lnTo>
                  <a:lnTo>
                    <a:pt x="4424479" y="1781734"/>
                  </a:lnTo>
                  <a:lnTo>
                    <a:pt x="4424604" y="1781734"/>
                  </a:lnTo>
                  <a:lnTo>
                    <a:pt x="4424729" y="1781734"/>
                  </a:lnTo>
                  <a:lnTo>
                    <a:pt x="4424854" y="1781734"/>
                  </a:lnTo>
                  <a:lnTo>
                    <a:pt x="4424979" y="1781734"/>
                  </a:lnTo>
                  <a:lnTo>
                    <a:pt x="4425104" y="1781734"/>
                  </a:lnTo>
                  <a:lnTo>
                    <a:pt x="4425229" y="1781734"/>
                  </a:lnTo>
                  <a:lnTo>
                    <a:pt x="4425354" y="1781734"/>
                  </a:lnTo>
                  <a:lnTo>
                    <a:pt x="4425479" y="1781734"/>
                  </a:lnTo>
                  <a:lnTo>
                    <a:pt x="4425604" y="1781734"/>
                  </a:lnTo>
                  <a:lnTo>
                    <a:pt x="4425729" y="1781734"/>
                  </a:lnTo>
                  <a:lnTo>
                    <a:pt x="4425854" y="1781734"/>
                  </a:lnTo>
                  <a:lnTo>
                    <a:pt x="4425979" y="1781734"/>
                  </a:lnTo>
                  <a:lnTo>
                    <a:pt x="4426104" y="1781734"/>
                  </a:lnTo>
                  <a:lnTo>
                    <a:pt x="4426229" y="1781734"/>
                  </a:lnTo>
                  <a:lnTo>
                    <a:pt x="4426354" y="1781734"/>
                  </a:lnTo>
                  <a:lnTo>
                    <a:pt x="4426479" y="1781734"/>
                  </a:lnTo>
                  <a:lnTo>
                    <a:pt x="4426604" y="1781734"/>
                  </a:lnTo>
                  <a:lnTo>
                    <a:pt x="4426729" y="1781734"/>
                  </a:lnTo>
                  <a:lnTo>
                    <a:pt x="4426854" y="1781734"/>
                  </a:lnTo>
                  <a:lnTo>
                    <a:pt x="4426979" y="1781734"/>
                  </a:lnTo>
                  <a:lnTo>
                    <a:pt x="4427104" y="1781734"/>
                  </a:lnTo>
                  <a:lnTo>
                    <a:pt x="4427230" y="1781734"/>
                  </a:lnTo>
                  <a:lnTo>
                    <a:pt x="4427355" y="1781734"/>
                  </a:lnTo>
                  <a:lnTo>
                    <a:pt x="4427480" y="1781734"/>
                  </a:lnTo>
                  <a:lnTo>
                    <a:pt x="4427605" y="1781734"/>
                  </a:lnTo>
                  <a:lnTo>
                    <a:pt x="4427730" y="1781734"/>
                  </a:lnTo>
                  <a:lnTo>
                    <a:pt x="4427855" y="1781734"/>
                  </a:lnTo>
                  <a:lnTo>
                    <a:pt x="4427980" y="1781734"/>
                  </a:lnTo>
                  <a:lnTo>
                    <a:pt x="4428105" y="1781734"/>
                  </a:lnTo>
                  <a:lnTo>
                    <a:pt x="4428230" y="1781734"/>
                  </a:lnTo>
                  <a:lnTo>
                    <a:pt x="4428355" y="1781734"/>
                  </a:lnTo>
                  <a:lnTo>
                    <a:pt x="4428480" y="1781734"/>
                  </a:lnTo>
                  <a:lnTo>
                    <a:pt x="4428605" y="1781734"/>
                  </a:lnTo>
                  <a:lnTo>
                    <a:pt x="4428730" y="1781734"/>
                  </a:lnTo>
                  <a:lnTo>
                    <a:pt x="4428855" y="1781734"/>
                  </a:lnTo>
                  <a:lnTo>
                    <a:pt x="4428980" y="1781734"/>
                  </a:lnTo>
                  <a:lnTo>
                    <a:pt x="4429105" y="1781734"/>
                  </a:lnTo>
                  <a:lnTo>
                    <a:pt x="4429230" y="1781734"/>
                  </a:lnTo>
                  <a:lnTo>
                    <a:pt x="4429355" y="1781734"/>
                  </a:lnTo>
                  <a:lnTo>
                    <a:pt x="4429480" y="1781734"/>
                  </a:lnTo>
                  <a:lnTo>
                    <a:pt x="4429605" y="1781734"/>
                  </a:lnTo>
                  <a:lnTo>
                    <a:pt x="4429730" y="1781734"/>
                  </a:lnTo>
                  <a:lnTo>
                    <a:pt x="4429855" y="1781734"/>
                  </a:lnTo>
                  <a:lnTo>
                    <a:pt x="4429980" y="1781734"/>
                  </a:lnTo>
                  <a:lnTo>
                    <a:pt x="4430105" y="1781734"/>
                  </a:lnTo>
                  <a:lnTo>
                    <a:pt x="4430231" y="1781734"/>
                  </a:lnTo>
                  <a:lnTo>
                    <a:pt x="4430356" y="1781734"/>
                  </a:lnTo>
                  <a:lnTo>
                    <a:pt x="4430481" y="1781734"/>
                  </a:lnTo>
                  <a:lnTo>
                    <a:pt x="4430606" y="1781734"/>
                  </a:lnTo>
                  <a:lnTo>
                    <a:pt x="4430731" y="1781734"/>
                  </a:lnTo>
                  <a:lnTo>
                    <a:pt x="4430856" y="1781734"/>
                  </a:lnTo>
                  <a:lnTo>
                    <a:pt x="4430981" y="1781734"/>
                  </a:lnTo>
                  <a:lnTo>
                    <a:pt x="4431106" y="1781734"/>
                  </a:lnTo>
                  <a:lnTo>
                    <a:pt x="4431231" y="1781734"/>
                  </a:lnTo>
                  <a:lnTo>
                    <a:pt x="4431356" y="1781734"/>
                  </a:lnTo>
                  <a:lnTo>
                    <a:pt x="4431481" y="1781734"/>
                  </a:lnTo>
                  <a:lnTo>
                    <a:pt x="4431606" y="1781734"/>
                  </a:lnTo>
                  <a:lnTo>
                    <a:pt x="4431731" y="1781734"/>
                  </a:lnTo>
                  <a:lnTo>
                    <a:pt x="4431856" y="1781734"/>
                  </a:lnTo>
                  <a:lnTo>
                    <a:pt x="4431981" y="1781734"/>
                  </a:lnTo>
                  <a:lnTo>
                    <a:pt x="4432106" y="1781734"/>
                  </a:lnTo>
                  <a:lnTo>
                    <a:pt x="4432231" y="1781734"/>
                  </a:lnTo>
                  <a:lnTo>
                    <a:pt x="4432356" y="1781734"/>
                  </a:lnTo>
                  <a:lnTo>
                    <a:pt x="4432481" y="1781734"/>
                  </a:lnTo>
                  <a:lnTo>
                    <a:pt x="4432606" y="1781734"/>
                  </a:lnTo>
                  <a:lnTo>
                    <a:pt x="4432731" y="1781734"/>
                  </a:lnTo>
                  <a:lnTo>
                    <a:pt x="4432856" y="1781734"/>
                  </a:lnTo>
                  <a:lnTo>
                    <a:pt x="4432981" y="1781734"/>
                  </a:lnTo>
                  <a:lnTo>
                    <a:pt x="4433106" y="1781734"/>
                  </a:lnTo>
                  <a:lnTo>
                    <a:pt x="4433232" y="1781734"/>
                  </a:lnTo>
                  <a:lnTo>
                    <a:pt x="4433357" y="1781734"/>
                  </a:lnTo>
                  <a:lnTo>
                    <a:pt x="4433482" y="1781734"/>
                  </a:lnTo>
                  <a:lnTo>
                    <a:pt x="4433607" y="1781734"/>
                  </a:lnTo>
                  <a:lnTo>
                    <a:pt x="4433732" y="1781734"/>
                  </a:lnTo>
                  <a:lnTo>
                    <a:pt x="4433857" y="1781734"/>
                  </a:lnTo>
                  <a:lnTo>
                    <a:pt x="4433982" y="1781734"/>
                  </a:lnTo>
                  <a:lnTo>
                    <a:pt x="4434107" y="1781734"/>
                  </a:lnTo>
                  <a:lnTo>
                    <a:pt x="4434232" y="1781734"/>
                  </a:lnTo>
                  <a:lnTo>
                    <a:pt x="4434357" y="1781734"/>
                  </a:lnTo>
                  <a:lnTo>
                    <a:pt x="4434482" y="1781734"/>
                  </a:lnTo>
                  <a:lnTo>
                    <a:pt x="4434607" y="1781734"/>
                  </a:lnTo>
                  <a:lnTo>
                    <a:pt x="4434732" y="1781734"/>
                  </a:lnTo>
                  <a:lnTo>
                    <a:pt x="4434857" y="1781734"/>
                  </a:lnTo>
                  <a:lnTo>
                    <a:pt x="4434982" y="1781734"/>
                  </a:lnTo>
                  <a:lnTo>
                    <a:pt x="4435107" y="1781734"/>
                  </a:lnTo>
                  <a:lnTo>
                    <a:pt x="4435232" y="1781734"/>
                  </a:lnTo>
                  <a:lnTo>
                    <a:pt x="4435357" y="1781734"/>
                  </a:lnTo>
                  <a:lnTo>
                    <a:pt x="4435482" y="1781734"/>
                  </a:lnTo>
                  <a:lnTo>
                    <a:pt x="4435607" y="1781734"/>
                  </a:lnTo>
                  <a:lnTo>
                    <a:pt x="4435732" y="1781734"/>
                  </a:lnTo>
                  <a:lnTo>
                    <a:pt x="4435857" y="1781734"/>
                  </a:lnTo>
                  <a:lnTo>
                    <a:pt x="4435982" y="1781734"/>
                  </a:lnTo>
                  <a:lnTo>
                    <a:pt x="4436107" y="1781734"/>
                  </a:lnTo>
                  <a:lnTo>
                    <a:pt x="4436233" y="1781734"/>
                  </a:lnTo>
                  <a:lnTo>
                    <a:pt x="4436358" y="1781734"/>
                  </a:lnTo>
                  <a:lnTo>
                    <a:pt x="4436483" y="1781734"/>
                  </a:lnTo>
                  <a:lnTo>
                    <a:pt x="4436608" y="1781734"/>
                  </a:lnTo>
                  <a:lnTo>
                    <a:pt x="4436733" y="1781734"/>
                  </a:lnTo>
                  <a:lnTo>
                    <a:pt x="4436858" y="1781734"/>
                  </a:lnTo>
                  <a:lnTo>
                    <a:pt x="4436983" y="1781734"/>
                  </a:lnTo>
                  <a:lnTo>
                    <a:pt x="4437108" y="1781734"/>
                  </a:lnTo>
                  <a:lnTo>
                    <a:pt x="4437233" y="1781734"/>
                  </a:lnTo>
                  <a:lnTo>
                    <a:pt x="4437358" y="1781734"/>
                  </a:lnTo>
                  <a:lnTo>
                    <a:pt x="4437483" y="1781734"/>
                  </a:lnTo>
                  <a:lnTo>
                    <a:pt x="4437608" y="1781734"/>
                  </a:lnTo>
                  <a:lnTo>
                    <a:pt x="4437733" y="1781734"/>
                  </a:lnTo>
                  <a:lnTo>
                    <a:pt x="4437858" y="1781734"/>
                  </a:lnTo>
                  <a:lnTo>
                    <a:pt x="4437983" y="1781734"/>
                  </a:lnTo>
                  <a:lnTo>
                    <a:pt x="4438108" y="1781734"/>
                  </a:lnTo>
                  <a:lnTo>
                    <a:pt x="4438233" y="1781734"/>
                  </a:lnTo>
                  <a:lnTo>
                    <a:pt x="4438358" y="1781734"/>
                  </a:lnTo>
                  <a:lnTo>
                    <a:pt x="4438483" y="1781734"/>
                  </a:lnTo>
                  <a:lnTo>
                    <a:pt x="4438608" y="1781734"/>
                  </a:lnTo>
                  <a:lnTo>
                    <a:pt x="4438733" y="1781734"/>
                  </a:lnTo>
                  <a:lnTo>
                    <a:pt x="4438858" y="1781734"/>
                  </a:lnTo>
                  <a:lnTo>
                    <a:pt x="4438983" y="1781734"/>
                  </a:lnTo>
                  <a:lnTo>
                    <a:pt x="4439108" y="1781734"/>
                  </a:lnTo>
                  <a:lnTo>
                    <a:pt x="4439234" y="1781734"/>
                  </a:lnTo>
                  <a:lnTo>
                    <a:pt x="4439359" y="1781734"/>
                  </a:lnTo>
                  <a:lnTo>
                    <a:pt x="4439484" y="1781734"/>
                  </a:lnTo>
                  <a:lnTo>
                    <a:pt x="4439609" y="1781734"/>
                  </a:lnTo>
                  <a:lnTo>
                    <a:pt x="4439734" y="1781734"/>
                  </a:lnTo>
                  <a:lnTo>
                    <a:pt x="4439859" y="1781734"/>
                  </a:lnTo>
                  <a:lnTo>
                    <a:pt x="4439984" y="1781734"/>
                  </a:lnTo>
                  <a:lnTo>
                    <a:pt x="4440109" y="1781734"/>
                  </a:lnTo>
                  <a:lnTo>
                    <a:pt x="4440234" y="1781734"/>
                  </a:lnTo>
                  <a:lnTo>
                    <a:pt x="4440359" y="1781734"/>
                  </a:lnTo>
                  <a:lnTo>
                    <a:pt x="4440484" y="1781734"/>
                  </a:lnTo>
                  <a:lnTo>
                    <a:pt x="4440609" y="1781734"/>
                  </a:lnTo>
                  <a:lnTo>
                    <a:pt x="4440734" y="1781734"/>
                  </a:lnTo>
                  <a:lnTo>
                    <a:pt x="4440859" y="1781734"/>
                  </a:lnTo>
                  <a:lnTo>
                    <a:pt x="4440984" y="1781734"/>
                  </a:lnTo>
                  <a:lnTo>
                    <a:pt x="4441109" y="1781734"/>
                  </a:lnTo>
                  <a:lnTo>
                    <a:pt x="4441234" y="1781734"/>
                  </a:lnTo>
                  <a:lnTo>
                    <a:pt x="4441359" y="1781734"/>
                  </a:lnTo>
                  <a:lnTo>
                    <a:pt x="4441484" y="1781734"/>
                  </a:lnTo>
                  <a:lnTo>
                    <a:pt x="4441609" y="1781734"/>
                  </a:lnTo>
                  <a:lnTo>
                    <a:pt x="4441734" y="1781734"/>
                  </a:lnTo>
                  <a:lnTo>
                    <a:pt x="4441859" y="1781734"/>
                  </a:lnTo>
                  <a:lnTo>
                    <a:pt x="4441984" y="1781734"/>
                  </a:lnTo>
                  <a:lnTo>
                    <a:pt x="4442109" y="1781734"/>
                  </a:lnTo>
                  <a:lnTo>
                    <a:pt x="4442235" y="1781734"/>
                  </a:lnTo>
                  <a:lnTo>
                    <a:pt x="4442360" y="1781734"/>
                  </a:lnTo>
                  <a:lnTo>
                    <a:pt x="4442485" y="1781734"/>
                  </a:lnTo>
                  <a:lnTo>
                    <a:pt x="4442610" y="1781734"/>
                  </a:lnTo>
                  <a:lnTo>
                    <a:pt x="4442735" y="1781734"/>
                  </a:lnTo>
                  <a:lnTo>
                    <a:pt x="4442860" y="1781734"/>
                  </a:lnTo>
                  <a:lnTo>
                    <a:pt x="4442985" y="1781734"/>
                  </a:lnTo>
                  <a:lnTo>
                    <a:pt x="4443110" y="1781734"/>
                  </a:lnTo>
                  <a:lnTo>
                    <a:pt x="4443235" y="1781734"/>
                  </a:lnTo>
                  <a:lnTo>
                    <a:pt x="4443360" y="1781734"/>
                  </a:lnTo>
                  <a:lnTo>
                    <a:pt x="4443485" y="1781734"/>
                  </a:lnTo>
                  <a:lnTo>
                    <a:pt x="4443610" y="1781734"/>
                  </a:lnTo>
                  <a:lnTo>
                    <a:pt x="4443735" y="1781734"/>
                  </a:lnTo>
                  <a:lnTo>
                    <a:pt x="4443860" y="1781734"/>
                  </a:lnTo>
                  <a:lnTo>
                    <a:pt x="4443985" y="1781734"/>
                  </a:lnTo>
                  <a:lnTo>
                    <a:pt x="4444110" y="1781734"/>
                  </a:lnTo>
                  <a:lnTo>
                    <a:pt x="4444235" y="1781734"/>
                  </a:lnTo>
                  <a:lnTo>
                    <a:pt x="4444360" y="1781734"/>
                  </a:lnTo>
                  <a:lnTo>
                    <a:pt x="4444360" y="1771780"/>
                  </a:lnTo>
                  <a:lnTo>
                    <a:pt x="4444485" y="1771780"/>
                  </a:lnTo>
                  <a:lnTo>
                    <a:pt x="4444610" y="1771780"/>
                  </a:lnTo>
                  <a:lnTo>
                    <a:pt x="4444735" y="1771780"/>
                  </a:lnTo>
                  <a:lnTo>
                    <a:pt x="4444860" y="1771780"/>
                  </a:lnTo>
                  <a:lnTo>
                    <a:pt x="4444985" y="1771780"/>
                  </a:lnTo>
                  <a:lnTo>
                    <a:pt x="4445110" y="1771780"/>
                  </a:lnTo>
                  <a:lnTo>
                    <a:pt x="4445236" y="1771780"/>
                  </a:lnTo>
                  <a:lnTo>
                    <a:pt x="4445361" y="1771780"/>
                  </a:lnTo>
                  <a:lnTo>
                    <a:pt x="4445486" y="1771780"/>
                  </a:lnTo>
                  <a:lnTo>
                    <a:pt x="4445611" y="1771780"/>
                  </a:lnTo>
                  <a:lnTo>
                    <a:pt x="4445736" y="1771780"/>
                  </a:lnTo>
                  <a:lnTo>
                    <a:pt x="4445861" y="1771780"/>
                  </a:lnTo>
                  <a:lnTo>
                    <a:pt x="4445986" y="1771780"/>
                  </a:lnTo>
                  <a:lnTo>
                    <a:pt x="4446111" y="1771780"/>
                  </a:lnTo>
                  <a:lnTo>
                    <a:pt x="4446236" y="1771780"/>
                  </a:lnTo>
                  <a:lnTo>
                    <a:pt x="4446361" y="1771780"/>
                  </a:lnTo>
                  <a:lnTo>
                    <a:pt x="4446486" y="1771780"/>
                  </a:lnTo>
                  <a:lnTo>
                    <a:pt x="4446611" y="1771780"/>
                  </a:lnTo>
                  <a:lnTo>
                    <a:pt x="4446736" y="1771780"/>
                  </a:lnTo>
                  <a:lnTo>
                    <a:pt x="4446861" y="1771780"/>
                  </a:lnTo>
                  <a:lnTo>
                    <a:pt x="4446986" y="1771780"/>
                  </a:lnTo>
                  <a:lnTo>
                    <a:pt x="4447111" y="1771780"/>
                  </a:lnTo>
                  <a:lnTo>
                    <a:pt x="4447236" y="1771780"/>
                  </a:lnTo>
                  <a:lnTo>
                    <a:pt x="4447361" y="1771780"/>
                  </a:lnTo>
                  <a:lnTo>
                    <a:pt x="4447486" y="1771780"/>
                  </a:lnTo>
                  <a:lnTo>
                    <a:pt x="4447611" y="1771780"/>
                  </a:lnTo>
                  <a:lnTo>
                    <a:pt x="4447736" y="1771780"/>
                  </a:lnTo>
                  <a:lnTo>
                    <a:pt x="4447861" y="1771780"/>
                  </a:lnTo>
                  <a:lnTo>
                    <a:pt x="4447986" y="1771780"/>
                  </a:lnTo>
                  <a:lnTo>
                    <a:pt x="4448111" y="1771780"/>
                  </a:lnTo>
                  <a:lnTo>
                    <a:pt x="4448237" y="1771780"/>
                  </a:lnTo>
                  <a:lnTo>
                    <a:pt x="4448362" y="1771780"/>
                  </a:lnTo>
                  <a:lnTo>
                    <a:pt x="4448487" y="1771780"/>
                  </a:lnTo>
                  <a:lnTo>
                    <a:pt x="4448612" y="1771780"/>
                  </a:lnTo>
                  <a:lnTo>
                    <a:pt x="4448737" y="1771780"/>
                  </a:lnTo>
                  <a:lnTo>
                    <a:pt x="4448862" y="1771780"/>
                  </a:lnTo>
                  <a:lnTo>
                    <a:pt x="4448987" y="1771780"/>
                  </a:lnTo>
                  <a:lnTo>
                    <a:pt x="4449112" y="1771780"/>
                  </a:lnTo>
                  <a:lnTo>
                    <a:pt x="4449237" y="1771780"/>
                  </a:lnTo>
                  <a:lnTo>
                    <a:pt x="4449362" y="1771780"/>
                  </a:lnTo>
                  <a:lnTo>
                    <a:pt x="4449487" y="1771780"/>
                  </a:lnTo>
                  <a:lnTo>
                    <a:pt x="4449612" y="1771780"/>
                  </a:lnTo>
                  <a:lnTo>
                    <a:pt x="4449737" y="1771780"/>
                  </a:lnTo>
                  <a:lnTo>
                    <a:pt x="4449862" y="1771780"/>
                  </a:lnTo>
                  <a:lnTo>
                    <a:pt x="4449987" y="1771780"/>
                  </a:lnTo>
                  <a:lnTo>
                    <a:pt x="4450112" y="1771780"/>
                  </a:lnTo>
                  <a:lnTo>
                    <a:pt x="4450237" y="1771780"/>
                  </a:lnTo>
                  <a:lnTo>
                    <a:pt x="4450362" y="1771780"/>
                  </a:lnTo>
                  <a:lnTo>
                    <a:pt x="4450487" y="1771780"/>
                  </a:lnTo>
                  <a:lnTo>
                    <a:pt x="4450612" y="1771780"/>
                  </a:lnTo>
                  <a:lnTo>
                    <a:pt x="4450737" y="1771780"/>
                  </a:lnTo>
                  <a:lnTo>
                    <a:pt x="4450862" y="1771780"/>
                  </a:lnTo>
                  <a:lnTo>
                    <a:pt x="4450987" y="1771780"/>
                  </a:lnTo>
                  <a:lnTo>
                    <a:pt x="4451112" y="1771780"/>
                  </a:lnTo>
                  <a:lnTo>
                    <a:pt x="4451238" y="1771780"/>
                  </a:lnTo>
                  <a:lnTo>
                    <a:pt x="4451363" y="1771780"/>
                  </a:lnTo>
                  <a:lnTo>
                    <a:pt x="4451488" y="1771780"/>
                  </a:lnTo>
                  <a:lnTo>
                    <a:pt x="4451613" y="1771780"/>
                  </a:lnTo>
                  <a:lnTo>
                    <a:pt x="4451738" y="1771780"/>
                  </a:lnTo>
                  <a:lnTo>
                    <a:pt x="4451863" y="1771780"/>
                  </a:lnTo>
                  <a:lnTo>
                    <a:pt x="4451988" y="1771780"/>
                  </a:lnTo>
                  <a:lnTo>
                    <a:pt x="4452113" y="1771780"/>
                  </a:lnTo>
                  <a:lnTo>
                    <a:pt x="4452238" y="1771780"/>
                  </a:lnTo>
                  <a:lnTo>
                    <a:pt x="4452363" y="1771780"/>
                  </a:lnTo>
                  <a:lnTo>
                    <a:pt x="4452488" y="1771780"/>
                  </a:lnTo>
                  <a:lnTo>
                    <a:pt x="4452613" y="1771780"/>
                  </a:lnTo>
                  <a:lnTo>
                    <a:pt x="4452738" y="1771780"/>
                  </a:lnTo>
                  <a:lnTo>
                    <a:pt x="4452863" y="1771780"/>
                  </a:lnTo>
                  <a:lnTo>
                    <a:pt x="4452988" y="1771780"/>
                  </a:lnTo>
                  <a:lnTo>
                    <a:pt x="4453113" y="1771780"/>
                  </a:lnTo>
                  <a:lnTo>
                    <a:pt x="4453238" y="1771780"/>
                  </a:lnTo>
                  <a:lnTo>
                    <a:pt x="4453363" y="1771780"/>
                  </a:lnTo>
                  <a:lnTo>
                    <a:pt x="4453488" y="1771780"/>
                  </a:lnTo>
                  <a:lnTo>
                    <a:pt x="4453613" y="1771780"/>
                  </a:lnTo>
                  <a:lnTo>
                    <a:pt x="4453738" y="1771780"/>
                  </a:lnTo>
                  <a:lnTo>
                    <a:pt x="4453863" y="1771780"/>
                  </a:lnTo>
                  <a:lnTo>
                    <a:pt x="4453988" y="1771780"/>
                  </a:lnTo>
                  <a:lnTo>
                    <a:pt x="4454113" y="1771780"/>
                  </a:lnTo>
                  <a:lnTo>
                    <a:pt x="4454239" y="1771780"/>
                  </a:lnTo>
                  <a:lnTo>
                    <a:pt x="4454364" y="1771780"/>
                  </a:lnTo>
                  <a:lnTo>
                    <a:pt x="4454489" y="1771780"/>
                  </a:lnTo>
                  <a:lnTo>
                    <a:pt x="4454614" y="1771780"/>
                  </a:lnTo>
                  <a:lnTo>
                    <a:pt x="4454739" y="1771780"/>
                  </a:lnTo>
                  <a:lnTo>
                    <a:pt x="4454864" y="1771780"/>
                  </a:lnTo>
                  <a:lnTo>
                    <a:pt x="4454989" y="1771780"/>
                  </a:lnTo>
                  <a:lnTo>
                    <a:pt x="4455114" y="1771780"/>
                  </a:lnTo>
                  <a:lnTo>
                    <a:pt x="4455239" y="1771780"/>
                  </a:lnTo>
                  <a:lnTo>
                    <a:pt x="4455364" y="1771780"/>
                  </a:lnTo>
                  <a:lnTo>
                    <a:pt x="4455489" y="1771780"/>
                  </a:lnTo>
                  <a:lnTo>
                    <a:pt x="4455614" y="1771780"/>
                  </a:lnTo>
                  <a:lnTo>
                    <a:pt x="4455739" y="1771780"/>
                  </a:lnTo>
                  <a:lnTo>
                    <a:pt x="4455864" y="1771780"/>
                  </a:lnTo>
                  <a:lnTo>
                    <a:pt x="4455989" y="1771780"/>
                  </a:lnTo>
                  <a:lnTo>
                    <a:pt x="4456114" y="1771780"/>
                  </a:lnTo>
                  <a:lnTo>
                    <a:pt x="4456239" y="1771780"/>
                  </a:lnTo>
                  <a:lnTo>
                    <a:pt x="4456364" y="1771780"/>
                  </a:lnTo>
                  <a:lnTo>
                    <a:pt x="4456489" y="1771780"/>
                  </a:lnTo>
                  <a:lnTo>
                    <a:pt x="4456614" y="1771780"/>
                  </a:lnTo>
                  <a:lnTo>
                    <a:pt x="4456739" y="1771780"/>
                  </a:lnTo>
                  <a:lnTo>
                    <a:pt x="4456864" y="1771780"/>
                  </a:lnTo>
                  <a:lnTo>
                    <a:pt x="4456989" y="1771780"/>
                  </a:lnTo>
                  <a:lnTo>
                    <a:pt x="4457114" y="1771780"/>
                  </a:lnTo>
                  <a:lnTo>
                    <a:pt x="4457240" y="1771780"/>
                  </a:lnTo>
                  <a:lnTo>
                    <a:pt x="4457365" y="1771780"/>
                  </a:lnTo>
                  <a:lnTo>
                    <a:pt x="4457490" y="1771780"/>
                  </a:lnTo>
                  <a:lnTo>
                    <a:pt x="4457615" y="1771780"/>
                  </a:lnTo>
                  <a:lnTo>
                    <a:pt x="4457740" y="1771780"/>
                  </a:lnTo>
                  <a:lnTo>
                    <a:pt x="4457865" y="1771780"/>
                  </a:lnTo>
                  <a:lnTo>
                    <a:pt x="4457990" y="1771780"/>
                  </a:lnTo>
                  <a:lnTo>
                    <a:pt x="4458115" y="1771780"/>
                  </a:lnTo>
                  <a:lnTo>
                    <a:pt x="4458115" y="1761826"/>
                  </a:lnTo>
                  <a:lnTo>
                    <a:pt x="4458240" y="1761826"/>
                  </a:lnTo>
                  <a:lnTo>
                    <a:pt x="4458365" y="1761826"/>
                  </a:lnTo>
                  <a:lnTo>
                    <a:pt x="4458490" y="1761826"/>
                  </a:lnTo>
                  <a:lnTo>
                    <a:pt x="4458615" y="1761826"/>
                  </a:lnTo>
                  <a:lnTo>
                    <a:pt x="4458740" y="1761826"/>
                  </a:lnTo>
                  <a:lnTo>
                    <a:pt x="4458865" y="1761826"/>
                  </a:lnTo>
                  <a:lnTo>
                    <a:pt x="4458990" y="1761826"/>
                  </a:lnTo>
                  <a:lnTo>
                    <a:pt x="4459115" y="1761826"/>
                  </a:lnTo>
                  <a:lnTo>
                    <a:pt x="4459240" y="1761826"/>
                  </a:lnTo>
                  <a:lnTo>
                    <a:pt x="4459365" y="1761826"/>
                  </a:lnTo>
                  <a:lnTo>
                    <a:pt x="4459490" y="1761826"/>
                  </a:lnTo>
                  <a:lnTo>
                    <a:pt x="4459615" y="1761826"/>
                  </a:lnTo>
                  <a:lnTo>
                    <a:pt x="4459740" y="1761826"/>
                  </a:lnTo>
                  <a:lnTo>
                    <a:pt x="4459865" y="1761826"/>
                  </a:lnTo>
                  <a:lnTo>
                    <a:pt x="4459990" y="1761826"/>
                  </a:lnTo>
                  <a:lnTo>
                    <a:pt x="4460115" y="1761826"/>
                  </a:lnTo>
                  <a:lnTo>
                    <a:pt x="4460241" y="1761826"/>
                  </a:lnTo>
                  <a:lnTo>
                    <a:pt x="4460366" y="1761826"/>
                  </a:lnTo>
                  <a:lnTo>
                    <a:pt x="4460491" y="1761826"/>
                  </a:lnTo>
                  <a:lnTo>
                    <a:pt x="4460616" y="1761826"/>
                  </a:lnTo>
                  <a:lnTo>
                    <a:pt x="4460741" y="1761826"/>
                  </a:lnTo>
                  <a:lnTo>
                    <a:pt x="4460866" y="1761826"/>
                  </a:lnTo>
                  <a:lnTo>
                    <a:pt x="4460991" y="1761826"/>
                  </a:lnTo>
                  <a:lnTo>
                    <a:pt x="4461116" y="1761826"/>
                  </a:lnTo>
                  <a:lnTo>
                    <a:pt x="4461241" y="1761826"/>
                  </a:lnTo>
                  <a:lnTo>
                    <a:pt x="4461366" y="1761826"/>
                  </a:lnTo>
                  <a:lnTo>
                    <a:pt x="4461491" y="1761826"/>
                  </a:lnTo>
                  <a:lnTo>
                    <a:pt x="4461616" y="1761826"/>
                  </a:lnTo>
                  <a:lnTo>
                    <a:pt x="4461741" y="1761826"/>
                  </a:lnTo>
                  <a:lnTo>
                    <a:pt x="4461866" y="1761826"/>
                  </a:lnTo>
                  <a:lnTo>
                    <a:pt x="4461991" y="1761826"/>
                  </a:lnTo>
                  <a:lnTo>
                    <a:pt x="4462116" y="1761826"/>
                  </a:lnTo>
                  <a:lnTo>
                    <a:pt x="4462241" y="1761826"/>
                  </a:lnTo>
                  <a:lnTo>
                    <a:pt x="4462366" y="1761826"/>
                  </a:lnTo>
                  <a:lnTo>
                    <a:pt x="4462491" y="1761826"/>
                  </a:lnTo>
                  <a:lnTo>
                    <a:pt x="4462616" y="1761826"/>
                  </a:lnTo>
                  <a:lnTo>
                    <a:pt x="4462741" y="1761826"/>
                  </a:lnTo>
                  <a:lnTo>
                    <a:pt x="4462866" y="1761826"/>
                  </a:lnTo>
                  <a:lnTo>
                    <a:pt x="4462991" y="1761826"/>
                  </a:lnTo>
                  <a:lnTo>
                    <a:pt x="4463117" y="1761826"/>
                  </a:lnTo>
                  <a:lnTo>
                    <a:pt x="4463242" y="1761826"/>
                  </a:lnTo>
                  <a:lnTo>
                    <a:pt x="4463367" y="1761826"/>
                  </a:lnTo>
                  <a:lnTo>
                    <a:pt x="4463492" y="1761826"/>
                  </a:lnTo>
                  <a:lnTo>
                    <a:pt x="4463617" y="1761826"/>
                  </a:lnTo>
                  <a:lnTo>
                    <a:pt x="4463742" y="1761826"/>
                  </a:lnTo>
                  <a:lnTo>
                    <a:pt x="4463867" y="1761826"/>
                  </a:lnTo>
                  <a:lnTo>
                    <a:pt x="4463992" y="1761826"/>
                  </a:lnTo>
                  <a:lnTo>
                    <a:pt x="4464117" y="1761826"/>
                  </a:lnTo>
                  <a:lnTo>
                    <a:pt x="4464242" y="1761826"/>
                  </a:lnTo>
                  <a:lnTo>
                    <a:pt x="4464367" y="1761826"/>
                  </a:lnTo>
                  <a:lnTo>
                    <a:pt x="4464492" y="1761826"/>
                  </a:lnTo>
                  <a:lnTo>
                    <a:pt x="4464617" y="1761826"/>
                  </a:lnTo>
                  <a:lnTo>
                    <a:pt x="4464742" y="1761826"/>
                  </a:lnTo>
                  <a:lnTo>
                    <a:pt x="4464867" y="1761826"/>
                  </a:lnTo>
                  <a:lnTo>
                    <a:pt x="4464992" y="1761826"/>
                  </a:lnTo>
                  <a:lnTo>
                    <a:pt x="4465117" y="1761826"/>
                  </a:lnTo>
                  <a:lnTo>
                    <a:pt x="4465242" y="1761826"/>
                  </a:lnTo>
                  <a:lnTo>
                    <a:pt x="4465367" y="1761826"/>
                  </a:lnTo>
                  <a:lnTo>
                    <a:pt x="4465492" y="1761826"/>
                  </a:lnTo>
                  <a:lnTo>
                    <a:pt x="4465617" y="1761826"/>
                  </a:lnTo>
                  <a:lnTo>
                    <a:pt x="4465742" y="1761826"/>
                  </a:lnTo>
                  <a:lnTo>
                    <a:pt x="4465867" y="1761826"/>
                  </a:lnTo>
                  <a:lnTo>
                    <a:pt x="4465992" y="1761826"/>
                  </a:lnTo>
                  <a:lnTo>
                    <a:pt x="4466118" y="1761826"/>
                  </a:lnTo>
                  <a:lnTo>
                    <a:pt x="4466243" y="1761826"/>
                  </a:lnTo>
                  <a:lnTo>
                    <a:pt x="4466368" y="1761826"/>
                  </a:lnTo>
                  <a:lnTo>
                    <a:pt x="4466493" y="1761826"/>
                  </a:lnTo>
                  <a:lnTo>
                    <a:pt x="4466618" y="1761826"/>
                  </a:lnTo>
                  <a:lnTo>
                    <a:pt x="4466743" y="1761826"/>
                  </a:lnTo>
                  <a:lnTo>
                    <a:pt x="4466868" y="1761826"/>
                  </a:lnTo>
                  <a:lnTo>
                    <a:pt x="4466993" y="1761826"/>
                  </a:lnTo>
                  <a:lnTo>
                    <a:pt x="4467118" y="1761826"/>
                  </a:lnTo>
                  <a:lnTo>
                    <a:pt x="4467243" y="1761826"/>
                  </a:lnTo>
                  <a:lnTo>
                    <a:pt x="4467368" y="1761826"/>
                  </a:lnTo>
                  <a:lnTo>
                    <a:pt x="4467493" y="1761826"/>
                  </a:lnTo>
                  <a:lnTo>
                    <a:pt x="4467618" y="1761826"/>
                  </a:lnTo>
                  <a:lnTo>
                    <a:pt x="4467743" y="1761826"/>
                  </a:lnTo>
                  <a:lnTo>
                    <a:pt x="4467868" y="1761826"/>
                  </a:lnTo>
                  <a:lnTo>
                    <a:pt x="4467993" y="1761826"/>
                  </a:lnTo>
                  <a:lnTo>
                    <a:pt x="4468118" y="1761826"/>
                  </a:lnTo>
                  <a:lnTo>
                    <a:pt x="4468243" y="1761826"/>
                  </a:lnTo>
                  <a:lnTo>
                    <a:pt x="4468368" y="1761826"/>
                  </a:lnTo>
                  <a:lnTo>
                    <a:pt x="4468493" y="1761826"/>
                  </a:lnTo>
                  <a:lnTo>
                    <a:pt x="4468618" y="1761826"/>
                  </a:lnTo>
                  <a:lnTo>
                    <a:pt x="4468743" y="1761826"/>
                  </a:lnTo>
                  <a:lnTo>
                    <a:pt x="4468868" y="1761826"/>
                  </a:lnTo>
                  <a:lnTo>
                    <a:pt x="4468868" y="1751872"/>
                  </a:lnTo>
                  <a:lnTo>
                    <a:pt x="4468993" y="1751872"/>
                  </a:lnTo>
                  <a:lnTo>
                    <a:pt x="4469119" y="1751872"/>
                  </a:lnTo>
                  <a:lnTo>
                    <a:pt x="4469244" y="1751872"/>
                  </a:lnTo>
                  <a:lnTo>
                    <a:pt x="4469369" y="1751872"/>
                  </a:lnTo>
                  <a:lnTo>
                    <a:pt x="4469494" y="1751872"/>
                  </a:lnTo>
                  <a:lnTo>
                    <a:pt x="4469619" y="1751872"/>
                  </a:lnTo>
                  <a:lnTo>
                    <a:pt x="4469744" y="1751872"/>
                  </a:lnTo>
                  <a:lnTo>
                    <a:pt x="4469869" y="1751872"/>
                  </a:lnTo>
                  <a:lnTo>
                    <a:pt x="4469994" y="1751872"/>
                  </a:lnTo>
                  <a:lnTo>
                    <a:pt x="4470119" y="1751872"/>
                  </a:lnTo>
                  <a:lnTo>
                    <a:pt x="4470244" y="1751872"/>
                  </a:lnTo>
                  <a:lnTo>
                    <a:pt x="4470369" y="1751872"/>
                  </a:lnTo>
                  <a:lnTo>
                    <a:pt x="4470494" y="1751872"/>
                  </a:lnTo>
                  <a:lnTo>
                    <a:pt x="4470619" y="1751872"/>
                  </a:lnTo>
                  <a:lnTo>
                    <a:pt x="4470744" y="1751872"/>
                  </a:lnTo>
                  <a:lnTo>
                    <a:pt x="4470869" y="1751872"/>
                  </a:lnTo>
                  <a:lnTo>
                    <a:pt x="4470994" y="1751872"/>
                  </a:lnTo>
                  <a:lnTo>
                    <a:pt x="4471119" y="1751872"/>
                  </a:lnTo>
                  <a:lnTo>
                    <a:pt x="4471244" y="1751872"/>
                  </a:lnTo>
                  <a:lnTo>
                    <a:pt x="4471369" y="1751872"/>
                  </a:lnTo>
                  <a:lnTo>
                    <a:pt x="4471494" y="1751872"/>
                  </a:lnTo>
                  <a:lnTo>
                    <a:pt x="4471619" y="1751872"/>
                  </a:lnTo>
                  <a:lnTo>
                    <a:pt x="4471744" y="1751872"/>
                  </a:lnTo>
                  <a:lnTo>
                    <a:pt x="4471869" y="1751872"/>
                  </a:lnTo>
                  <a:lnTo>
                    <a:pt x="4471994" y="1751872"/>
                  </a:lnTo>
                  <a:lnTo>
                    <a:pt x="4472120" y="1751872"/>
                  </a:lnTo>
                  <a:lnTo>
                    <a:pt x="4472245" y="1751872"/>
                  </a:lnTo>
                  <a:lnTo>
                    <a:pt x="4472370" y="1751872"/>
                  </a:lnTo>
                  <a:lnTo>
                    <a:pt x="4472495" y="1751872"/>
                  </a:lnTo>
                  <a:lnTo>
                    <a:pt x="4472620" y="1751872"/>
                  </a:lnTo>
                  <a:lnTo>
                    <a:pt x="4472745" y="1751872"/>
                  </a:lnTo>
                  <a:lnTo>
                    <a:pt x="4472870" y="1751872"/>
                  </a:lnTo>
                  <a:lnTo>
                    <a:pt x="4472995" y="1751872"/>
                  </a:lnTo>
                  <a:lnTo>
                    <a:pt x="4473120" y="1751872"/>
                  </a:lnTo>
                  <a:lnTo>
                    <a:pt x="4473245" y="1751872"/>
                  </a:lnTo>
                  <a:lnTo>
                    <a:pt x="4473370" y="1751872"/>
                  </a:lnTo>
                  <a:lnTo>
                    <a:pt x="4473495" y="1751872"/>
                  </a:lnTo>
                  <a:lnTo>
                    <a:pt x="4473620" y="1751872"/>
                  </a:lnTo>
                  <a:lnTo>
                    <a:pt x="4473745" y="1751872"/>
                  </a:lnTo>
                  <a:lnTo>
                    <a:pt x="4473870" y="1751872"/>
                  </a:lnTo>
                  <a:lnTo>
                    <a:pt x="4473995" y="1751872"/>
                  </a:lnTo>
                  <a:lnTo>
                    <a:pt x="4474120" y="1751872"/>
                  </a:lnTo>
                  <a:lnTo>
                    <a:pt x="4474245" y="1751872"/>
                  </a:lnTo>
                  <a:lnTo>
                    <a:pt x="4474370" y="1751872"/>
                  </a:lnTo>
                  <a:lnTo>
                    <a:pt x="4474495" y="1751872"/>
                  </a:lnTo>
                  <a:lnTo>
                    <a:pt x="4474620" y="1751872"/>
                  </a:lnTo>
                  <a:lnTo>
                    <a:pt x="4474745" y="1751872"/>
                  </a:lnTo>
                  <a:lnTo>
                    <a:pt x="4474870" y="1751872"/>
                  </a:lnTo>
                  <a:lnTo>
                    <a:pt x="4474995" y="1751872"/>
                  </a:lnTo>
                  <a:lnTo>
                    <a:pt x="4475121" y="1751872"/>
                  </a:lnTo>
                  <a:lnTo>
                    <a:pt x="4475246" y="1751872"/>
                  </a:lnTo>
                  <a:lnTo>
                    <a:pt x="4475371" y="1751872"/>
                  </a:lnTo>
                  <a:lnTo>
                    <a:pt x="4475496" y="1751872"/>
                  </a:lnTo>
                  <a:lnTo>
                    <a:pt x="4475621" y="1751872"/>
                  </a:lnTo>
                  <a:lnTo>
                    <a:pt x="4475746" y="1751872"/>
                  </a:lnTo>
                  <a:lnTo>
                    <a:pt x="4475871" y="1751872"/>
                  </a:lnTo>
                  <a:lnTo>
                    <a:pt x="4475996" y="1751872"/>
                  </a:lnTo>
                  <a:lnTo>
                    <a:pt x="4476121" y="1751872"/>
                  </a:lnTo>
                  <a:lnTo>
                    <a:pt x="4476246" y="1751872"/>
                  </a:lnTo>
                  <a:lnTo>
                    <a:pt x="4476371" y="1751872"/>
                  </a:lnTo>
                  <a:lnTo>
                    <a:pt x="4476496" y="1751872"/>
                  </a:lnTo>
                  <a:lnTo>
                    <a:pt x="4476621" y="1751872"/>
                  </a:lnTo>
                  <a:lnTo>
                    <a:pt x="4476746" y="1751872"/>
                  </a:lnTo>
                  <a:lnTo>
                    <a:pt x="4476871" y="1751872"/>
                  </a:lnTo>
                  <a:lnTo>
                    <a:pt x="4476996" y="1751872"/>
                  </a:lnTo>
                  <a:lnTo>
                    <a:pt x="4477121" y="1751872"/>
                  </a:lnTo>
                  <a:lnTo>
                    <a:pt x="4477246" y="1751872"/>
                  </a:lnTo>
                  <a:lnTo>
                    <a:pt x="4477371" y="1751872"/>
                  </a:lnTo>
                  <a:lnTo>
                    <a:pt x="4477496" y="1751872"/>
                  </a:lnTo>
                  <a:lnTo>
                    <a:pt x="4477621" y="1751872"/>
                  </a:lnTo>
                  <a:lnTo>
                    <a:pt x="4477746" y="1751872"/>
                  </a:lnTo>
                  <a:lnTo>
                    <a:pt x="4477871" y="1751872"/>
                  </a:lnTo>
                  <a:lnTo>
                    <a:pt x="4477996" y="1751872"/>
                  </a:lnTo>
                  <a:lnTo>
                    <a:pt x="4478122" y="1751872"/>
                  </a:lnTo>
                  <a:lnTo>
                    <a:pt x="4478247" y="1751872"/>
                  </a:lnTo>
                  <a:lnTo>
                    <a:pt x="4478372" y="1751872"/>
                  </a:lnTo>
                  <a:lnTo>
                    <a:pt x="4478497" y="1751872"/>
                  </a:lnTo>
                  <a:lnTo>
                    <a:pt x="4478622" y="1751872"/>
                  </a:lnTo>
                  <a:lnTo>
                    <a:pt x="4478747" y="1751872"/>
                  </a:lnTo>
                  <a:lnTo>
                    <a:pt x="4478872" y="1751872"/>
                  </a:lnTo>
                  <a:lnTo>
                    <a:pt x="4478997" y="1751872"/>
                  </a:lnTo>
                  <a:lnTo>
                    <a:pt x="4479122" y="1751872"/>
                  </a:lnTo>
                  <a:lnTo>
                    <a:pt x="4479247" y="1751872"/>
                  </a:lnTo>
                  <a:lnTo>
                    <a:pt x="4479372" y="1751872"/>
                  </a:lnTo>
                  <a:lnTo>
                    <a:pt x="4479497" y="1751872"/>
                  </a:lnTo>
                  <a:lnTo>
                    <a:pt x="4479622" y="1751872"/>
                  </a:lnTo>
                  <a:lnTo>
                    <a:pt x="4479747" y="1751872"/>
                  </a:lnTo>
                  <a:lnTo>
                    <a:pt x="4479872" y="1751872"/>
                  </a:lnTo>
                  <a:lnTo>
                    <a:pt x="4479997" y="1751872"/>
                  </a:lnTo>
                  <a:lnTo>
                    <a:pt x="4480122" y="1751872"/>
                  </a:lnTo>
                  <a:lnTo>
                    <a:pt x="4480122" y="1741918"/>
                  </a:lnTo>
                  <a:lnTo>
                    <a:pt x="4480247" y="1741918"/>
                  </a:lnTo>
                  <a:lnTo>
                    <a:pt x="4480372" y="1741918"/>
                  </a:lnTo>
                  <a:lnTo>
                    <a:pt x="4480497" y="1741918"/>
                  </a:lnTo>
                  <a:lnTo>
                    <a:pt x="4480622" y="1741918"/>
                  </a:lnTo>
                  <a:lnTo>
                    <a:pt x="4480747" y="1741918"/>
                  </a:lnTo>
                  <a:lnTo>
                    <a:pt x="4480872" y="1741918"/>
                  </a:lnTo>
                  <a:lnTo>
                    <a:pt x="4480997" y="1741918"/>
                  </a:lnTo>
                  <a:lnTo>
                    <a:pt x="4481123" y="1741918"/>
                  </a:lnTo>
                  <a:lnTo>
                    <a:pt x="4481248" y="1741918"/>
                  </a:lnTo>
                  <a:lnTo>
                    <a:pt x="4481373" y="1741918"/>
                  </a:lnTo>
                  <a:lnTo>
                    <a:pt x="4481498" y="1741918"/>
                  </a:lnTo>
                  <a:lnTo>
                    <a:pt x="4481623" y="1741918"/>
                  </a:lnTo>
                  <a:lnTo>
                    <a:pt x="4481748" y="1741918"/>
                  </a:lnTo>
                  <a:lnTo>
                    <a:pt x="4481873" y="1741918"/>
                  </a:lnTo>
                  <a:lnTo>
                    <a:pt x="4481998" y="1741918"/>
                  </a:lnTo>
                  <a:lnTo>
                    <a:pt x="4482123" y="1741918"/>
                  </a:lnTo>
                  <a:lnTo>
                    <a:pt x="4482248" y="1741918"/>
                  </a:lnTo>
                  <a:lnTo>
                    <a:pt x="4482373" y="1741918"/>
                  </a:lnTo>
                  <a:lnTo>
                    <a:pt x="4482498" y="1741918"/>
                  </a:lnTo>
                  <a:lnTo>
                    <a:pt x="4482623" y="1741918"/>
                  </a:lnTo>
                  <a:lnTo>
                    <a:pt x="4482748" y="1741918"/>
                  </a:lnTo>
                  <a:lnTo>
                    <a:pt x="4482873" y="1741918"/>
                  </a:lnTo>
                  <a:lnTo>
                    <a:pt x="4482998" y="1741918"/>
                  </a:lnTo>
                  <a:lnTo>
                    <a:pt x="4483123" y="1741918"/>
                  </a:lnTo>
                  <a:lnTo>
                    <a:pt x="4483248" y="1741918"/>
                  </a:lnTo>
                  <a:lnTo>
                    <a:pt x="4483373" y="1741918"/>
                  </a:lnTo>
                  <a:lnTo>
                    <a:pt x="4483498" y="1741918"/>
                  </a:lnTo>
                  <a:lnTo>
                    <a:pt x="4483623" y="1741918"/>
                  </a:lnTo>
                  <a:lnTo>
                    <a:pt x="4483748" y="1741918"/>
                  </a:lnTo>
                  <a:lnTo>
                    <a:pt x="4483873" y="1741918"/>
                  </a:lnTo>
                  <a:lnTo>
                    <a:pt x="4483998" y="1741918"/>
                  </a:lnTo>
                  <a:lnTo>
                    <a:pt x="4484124" y="1741918"/>
                  </a:lnTo>
                  <a:lnTo>
                    <a:pt x="4484249" y="1741918"/>
                  </a:lnTo>
                  <a:lnTo>
                    <a:pt x="4484374" y="1741918"/>
                  </a:lnTo>
                  <a:lnTo>
                    <a:pt x="4484499" y="1741918"/>
                  </a:lnTo>
                  <a:lnTo>
                    <a:pt x="4484624" y="1741918"/>
                  </a:lnTo>
                  <a:lnTo>
                    <a:pt x="4484749" y="1741918"/>
                  </a:lnTo>
                  <a:lnTo>
                    <a:pt x="4484874" y="1741918"/>
                  </a:lnTo>
                  <a:lnTo>
                    <a:pt x="4484999" y="1741918"/>
                  </a:lnTo>
                  <a:lnTo>
                    <a:pt x="4485124" y="1741918"/>
                  </a:lnTo>
                  <a:lnTo>
                    <a:pt x="4485249" y="1741918"/>
                  </a:lnTo>
                  <a:lnTo>
                    <a:pt x="4485374" y="1741918"/>
                  </a:lnTo>
                  <a:lnTo>
                    <a:pt x="4485499" y="1741918"/>
                  </a:lnTo>
                  <a:lnTo>
                    <a:pt x="4485624" y="1741918"/>
                  </a:lnTo>
                  <a:lnTo>
                    <a:pt x="4485749" y="1741918"/>
                  </a:lnTo>
                  <a:lnTo>
                    <a:pt x="4485874" y="1741918"/>
                  </a:lnTo>
                  <a:lnTo>
                    <a:pt x="4485999" y="1741918"/>
                  </a:lnTo>
                  <a:lnTo>
                    <a:pt x="4486124" y="1741918"/>
                  </a:lnTo>
                  <a:lnTo>
                    <a:pt x="4486249" y="1741918"/>
                  </a:lnTo>
                  <a:lnTo>
                    <a:pt x="4486374" y="1741918"/>
                  </a:lnTo>
                  <a:lnTo>
                    <a:pt x="4486499" y="1741918"/>
                  </a:lnTo>
                  <a:lnTo>
                    <a:pt x="4486624" y="1741918"/>
                  </a:lnTo>
                  <a:lnTo>
                    <a:pt x="4486749" y="1741918"/>
                  </a:lnTo>
                  <a:lnTo>
                    <a:pt x="4486874" y="1741918"/>
                  </a:lnTo>
                  <a:lnTo>
                    <a:pt x="4486999" y="1741918"/>
                  </a:lnTo>
                  <a:lnTo>
                    <a:pt x="4487125" y="1741918"/>
                  </a:lnTo>
                  <a:lnTo>
                    <a:pt x="4487250" y="1741918"/>
                  </a:lnTo>
                  <a:lnTo>
                    <a:pt x="4487375" y="1741918"/>
                  </a:lnTo>
                  <a:lnTo>
                    <a:pt x="4487500" y="1741918"/>
                  </a:lnTo>
                  <a:lnTo>
                    <a:pt x="4487625" y="1741918"/>
                  </a:lnTo>
                  <a:lnTo>
                    <a:pt x="4487750" y="1741918"/>
                  </a:lnTo>
                  <a:lnTo>
                    <a:pt x="4487875" y="1741918"/>
                  </a:lnTo>
                  <a:lnTo>
                    <a:pt x="4488000" y="1741918"/>
                  </a:lnTo>
                  <a:lnTo>
                    <a:pt x="4488125" y="1741918"/>
                  </a:lnTo>
                  <a:lnTo>
                    <a:pt x="4488250" y="1741918"/>
                  </a:lnTo>
                  <a:lnTo>
                    <a:pt x="4488375" y="1741918"/>
                  </a:lnTo>
                  <a:lnTo>
                    <a:pt x="4488500" y="1741918"/>
                  </a:lnTo>
                  <a:lnTo>
                    <a:pt x="4488625" y="1741918"/>
                  </a:lnTo>
                  <a:lnTo>
                    <a:pt x="4488750" y="1741918"/>
                  </a:lnTo>
                  <a:lnTo>
                    <a:pt x="4488875" y="1741918"/>
                  </a:lnTo>
                  <a:lnTo>
                    <a:pt x="4489000" y="1741918"/>
                  </a:lnTo>
                  <a:lnTo>
                    <a:pt x="4489125" y="1741918"/>
                  </a:lnTo>
                  <a:lnTo>
                    <a:pt x="4489250" y="1741918"/>
                  </a:lnTo>
                  <a:lnTo>
                    <a:pt x="4489375" y="1741918"/>
                  </a:lnTo>
                  <a:lnTo>
                    <a:pt x="4489500" y="1741918"/>
                  </a:lnTo>
                  <a:lnTo>
                    <a:pt x="4489625" y="1741918"/>
                  </a:lnTo>
                  <a:lnTo>
                    <a:pt x="4489750" y="1741918"/>
                  </a:lnTo>
                  <a:lnTo>
                    <a:pt x="4489875" y="1741918"/>
                  </a:lnTo>
                  <a:lnTo>
                    <a:pt x="4490000" y="1741918"/>
                  </a:lnTo>
                  <a:lnTo>
                    <a:pt x="4490126" y="1741918"/>
                  </a:lnTo>
                  <a:lnTo>
                    <a:pt x="4490251" y="1741918"/>
                  </a:lnTo>
                  <a:lnTo>
                    <a:pt x="4490376" y="1741918"/>
                  </a:lnTo>
                  <a:lnTo>
                    <a:pt x="4490501" y="1741918"/>
                  </a:lnTo>
                  <a:lnTo>
                    <a:pt x="4490626" y="1741918"/>
                  </a:lnTo>
                  <a:lnTo>
                    <a:pt x="4490751" y="1741918"/>
                  </a:lnTo>
                  <a:lnTo>
                    <a:pt x="4490876" y="1741918"/>
                  </a:lnTo>
                  <a:lnTo>
                    <a:pt x="4491001" y="1741918"/>
                  </a:lnTo>
                  <a:lnTo>
                    <a:pt x="4491126" y="1741918"/>
                  </a:lnTo>
                  <a:lnTo>
                    <a:pt x="4491251" y="1741918"/>
                  </a:lnTo>
                  <a:lnTo>
                    <a:pt x="4491376" y="1741918"/>
                  </a:lnTo>
                  <a:lnTo>
                    <a:pt x="4491501" y="1741918"/>
                  </a:lnTo>
                  <a:lnTo>
                    <a:pt x="4491626" y="1741918"/>
                  </a:lnTo>
                  <a:lnTo>
                    <a:pt x="4491751" y="1741918"/>
                  </a:lnTo>
                  <a:lnTo>
                    <a:pt x="4491876" y="1741918"/>
                  </a:lnTo>
                  <a:lnTo>
                    <a:pt x="4492001" y="1741918"/>
                  </a:lnTo>
                  <a:lnTo>
                    <a:pt x="4492126" y="1741918"/>
                  </a:lnTo>
                  <a:lnTo>
                    <a:pt x="4492251" y="1741918"/>
                  </a:lnTo>
                  <a:lnTo>
                    <a:pt x="4492376" y="1741918"/>
                  </a:lnTo>
                  <a:lnTo>
                    <a:pt x="4492376" y="1731965"/>
                  </a:lnTo>
                  <a:lnTo>
                    <a:pt x="4492501" y="1731965"/>
                  </a:lnTo>
                  <a:lnTo>
                    <a:pt x="4492626" y="1731965"/>
                  </a:lnTo>
                  <a:lnTo>
                    <a:pt x="4492751" y="1731965"/>
                  </a:lnTo>
                  <a:lnTo>
                    <a:pt x="4492876" y="1731965"/>
                  </a:lnTo>
                  <a:lnTo>
                    <a:pt x="4493001" y="1731965"/>
                  </a:lnTo>
                  <a:lnTo>
                    <a:pt x="4493127" y="1731965"/>
                  </a:lnTo>
                  <a:lnTo>
                    <a:pt x="4493252" y="1731965"/>
                  </a:lnTo>
                  <a:lnTo>
                    <a:pt x="4493377" y="1731965"/>
                  </a:lnTo>
                  <a:lnTo>
                    <a:pt x="4493502" y="1731965"/>
                  </a:lnTo>
                  <a:lnTo>
                    <a:pt x="4493627" y="1731965"/>
                  </a:lnTo>
                  <a:lnTo>
                    <a:pt x="4493752" y="1731965"/>
                  </a:lnTo>
                  <a:lnTo>
                    <a:pt x="4493877" y="1731965"/>
                  </a:lnTo>
                  <a:lnTo>
                    <a:pt x="4494002" y="1731965"/>
                  </a:lnTo>
                  <a:lnTo>
                    <a:pt x="4494127" y="1731965"/>
                  </a:lnTo>
                  <a:lnTo>
                    <a:pt x="4494252" y="1731965"/>
                  </a:lnTo>
                  <a:lnTo>
                    <a:pt x="4494377" y="1731965"/>
                  </a:lnTo>
                  <a:lnTo>
                    <a:pt x="4494502" y="1731965"/>
                  </a:lnTo>
                  <a:lnTo>
                    <a:pt x="4494627" y="1731965"/>
                  </a:lnTo>
                  <a:lnTo>
                    <a:pt x="4494752" y="1731965"/>
                  </a:lnTo>
                  <a:lnTo>
                    <a:pt x="4494877" y="1731965"/>
                  </a:lnTo>
                  <a:lnTo>
                    <a:pt x="4495002" y="1731965"/>
                  </a:lnTo>
                  <a:lnTo>
                    <a:pt x="4495127" y="1731965"/>
                  </a:lnTo>
                  <a:lnTo>
                    <a:pt x="4495252" y="1731965"/>
                  </a:lnTo>
                  <a:lnTo>
                    <a:pt x="4495377" y="1731965"/>
                  </a:lnTo>
                  <a:lnTo>
                    <a:pt x="4495502" y="1731965"/>
                  </a:lnTo>
                  <a:lnTo>
                    <a:pt x="4495627" y="1731965"/>
                  </a:lnTo>
                  <a:lnTo>
                    <a:pt x="4495752" y="1731965"/>
                  </a:lnTo>
                  <a:lnTo>
                    <a:pt x="4495877" y="1731965"/>
                  </a:lnTo>
                  <a:lnTo>
                    <a:pt x="4496002" y="1731965"/>
                  </a:lnTo>
                  <a:lnTo>
                    <a:pt x="4496128" y="1731965"/>
                  </a:lnTo>
                  <a:lnTo>
                    <a:pt x="4496253" y="1731965"/>
                  </a:lnTo>
                  <a:lnTo>
                    <a:pt x="4496378" y="1731965"/>
                  </a:lnTo>
                  <a:lnTo>
                    <a:pt x="4496503" y="1731965"/>
                  </a:lnTo>
                  <a:lnTo>
                    <a:pt x="4496628" y="1731965"/>
                  </a:lnTo>
                  <a:lnTo>
                    <a:pt x="4496753" y="1731965"/>
                  </a:lnTo>
                  <a:lnTo>
                    <a:pt x="4496878" y="1731965"/>
                  </a:lnTo>
                  <a:lnTo>
                    <a:pt x="4497003" y="1731965"/>
                  </a:lnTo>
                  <a:lnTo>
                    <a:pt x="4497128" y="1731965"/>
                  </a:lnTo>
                  <a:lnTo>
                    <a:pt x="4497253" y="1731965"/>
                  </a:lnTo>
                  <a:lnTo>
                    <a:pt x="4497378" y="1731965"/>
                  </a:lnTo>
                  <a:lnTo>
                    <a:pt x="4497503" y="1731965"/>
                  </a:lnTo>
                  <a:lnTo>
                    <a:pt x="4497628" y="1731965"/>
                  </a:lnTo>
                  <a:lnTo>
                    <a:pt x="4497753" y="1731965"/>
                  </a:lnTo>
                  <a:lnTo>
                    <a:pt x="4497878" y="1731965"/>
                  </a:lnTo>
                  <a:lnTo>
                    <a:pt x="4498003" y="1731965"/>
                  </a:lnTo>
                  <a:lnTo>
                    <a:pt x="4498128" y="1731965"/>
                  </a:lnTo>
                  <a:lnTo>
                    <a:pt x="4498253" y="1731965"/>
                  </a:lnTo>
                  <a:lnTo>
                    <a:pt x="4498378" y="1731965"/>
                  </a:lnTo>
                  <a:lnTo>
                    <a:pt x="4498503" y="1731965"/>
                  </a:lnTo>
                  <a:lnTo>
                    <a:pt x="4498628" y="1731965"/>
                  </a:lnTo>
                  <a:lnTo>
                    <a:pt x="4498753" y="1731965"/>
                  </a:lnTo>
                  <a:lnTo>
                    <a:pt x="4498878" y="1731965"/>
                  </a:lnTo>
                  <a:lnTo>
                    <a:pt x="4499003" y="1731965"/>
                  </a:lnTo>
                  <a:lnTo>
                    <a:pt x="4499129" y="1731965"/>
                  </a:lnTo>
                  <a:lnTo>
                    <a:pt x="4499254" y="1731965"/>
                  </a:lnTo>
                  <a:lnTo>
                    <a:pt x="4499379" y="1731965"/>
                  </a:lnTo>
                  <a:lnTo>
                    <a:pt x="4499504" y="1731965"/>
                  </a:lnTo>
                  <a:lnTo>
                    <a:pt x="4499629" y="1731965"/>
                  </a:lnTo>
                  <a:lnTo>
                    <a:pt x="4499754" y="1731965"/>
                  </a:lnTo>
                  <a:lnTo>
                    <a:pt x="4499879" y="1731965"/>
                  </a:lnTo>
                  <a:lnTo>
                    <a:pt x="4500004" y="1731965"/>
                  </a:lnTo>
                  <a:lnTo>
                    <a:pt x="4500129" y="1731965"/>
                  </a:lnTo>
                  <a:lnTo>
                    <a:pt x="4500254" y="1731965"/>
                  </a:lnTo>
                  <a:lnTo>
                    <a:pt x="4500379" y="1731965"/>
                  </a:lnTo>
                  <a:lnTo>
                    <a:pt x="4500504" y="1731965"/>
                  </a:lnTo>
                  <a:lnTo>
                    <a:pt x="4500629" y="1731965"/>
                  </a:lnTo>
                  <a:lnTo>
                    <a:pt x="4500754" y="1731965"/>
                  </a:lnTo>
                  <a:lnTo>
                    <a:pt x="4500879" y="1731965"/>
                  </a:lnTo>
                  <a:lnTo>
                    <a:pt x="4501004" y="1731965"/>
                  </a:lnTo>
                  <a:lnTo>
                    <a:pt x="4501129" y="1731965"/>
                  </a:lnTo>
                  <a:lnTo>
                    <a:pt x="4501254" y="1731965"/>
                  </a:lnTo>
                  <a:lnTo>
                    <a:pt x="4501379" y="1731965"/>
                  </a:lnTo>
                  <a:lnTo>
                    <a:pt x="4501504" y="1731965"/>
                  </a:lnTo>
                  <a:lnTo>
                    <a:pt x="4501629" y="1731965"/>
                  </a:lnTo>
                  <a:lnTo>
                    <a:pt x="4501754" y="1731965"/>
                  </a:lnTo>
                  <a:lnTo>
                    <a:pt x="4501879" y="1731965"/>
                  </a:lnTo>
                  <a:lnTo>
                    <a:pt x="4502005" y="1731965"/>
                  </a:lnTo>
                  <a:lnTo>
                    <a:pt x="4502130" y="1731965"/>
                  </a:lnTo>
                  <a:lnTo>
                    <a:pt x="4502255" y="1731965"/>
                  </a:lnTo>
                  <a:lnTo>
                    <a:pt x="4502380" y="1731965"/>
                  </a:lnTo>
                  <a:lnTo>
                    <a:pt x="4502505" y="1731965"/>
                  </a:lnTo>
                  <a:lnTo>
                    <a:pt x="4502630" y="1731965"/>
                  </a:lnTo>
                  <a:lnTo>
                    <a:pt x="4502755" y="1731965"/>
                  </a:lnTo>
                  <a:lnTo>
                    <a:pt x="4502880" y="1731965"/>
                  </a:lnTo>
                  <a:lnTo>
                    <a:pt x="4503005" y="1731965"/>
                  </a:lnTo>
                  <a:lnTo>
                    <a:pt x="4503130" y="1731965"/>
                  </a:lnTo>
                  <a:lnTo>
                    <a:pt x="4503255" y="1731965"/>
                  </a:lnTo>
                  <a:lnTo>
                    <a:pt x="4503380" y="1731965"/>
                  </a:lnTo>
                  <a:lnTo>
                    <a:pt x="4503505" y="1731965"/>
                  </a:lnTo>
                  <a:lnTo>
                    <a:pt x="4503630" y="1731965"/>
                  </a:lnTo>
                  <a:lnTo>
                    <a:pt x="4503755" y="1731965"/>
                  </a:lnTo>
                  <a:lnTo>
                    <a:pt x="4503880" y="1731965"/>
                  </a:lnTo>
                  <a:lnTo>
                    <a:pt x="4504005" y="1731965"/>
                  </a:lnTo>
                  <a:lnTo>
                    <a:pt x="4504130" y="1731965"/>
                  </a:lnTo>
                  <a:lnTo>
                    <a:pt x="4504255" y="1731965"/>
                  </a:lnTo>
                  <a:lnTo>
                    <a:pt x="4504380" y="1731965"/>
                  </a:lnTo>
                  <a:lnTo>
                    <a:pt x="4504505" y="1731965"/>
                  </a:lnTo>
                  <a:lnTo>
                    <a:pt x="4504630" y="1731965"/>
                  </a:lnTo>
                  <a:lnTo>
                    <a:pt x="4504755" y="1731965"/>
                  </a:lnTo>
                  <a:lnTo>
                    <a:pt x="4504880" y="1731965"/>
                  </a:lnTo>
                  <a:lnTo>
                    <a:pt x="4505006" y="1731965"/>
                  </a:lnTo>
                  <a:lnTo>
                    <a:pt x="4505131" y="1731965"/>
                  </a:lnTo>
                  <a:lnTo>
                    <a:pt x="4505256" y="1731965"/>
                  </a:lnTo>
                  <a:lnTo>
                    <a:pt x="4505381" y="1731965"/>
                  </a:lnTo>
                  <a:lnTo>
                    <a:pt x="4505506" y="1731965"/>
                  </a:lnTo>
                  <a:lnTo>
                    <a:pt x="4505631" y="1731965"/>
                  </a:lnTo>
                  <a:lnTo>
                    <a:pt x="4505756" y="1731965"/>
                  </a:lnTo>
                  <a:lnTo>
                    <a:pt x="4505881" y="1731965"/>
                  </a:lnTo>
                  <a:lnTo>
                    <a:pt x="4506006" y="1731965"/>
                  </a:lnTo>
                  <a:lnTo>
                    <a:pt x="4506131" y="1731965"/>
                  </a:lnTo>
                  <a:lnTo>
                    <a:pt x="4506256" y="1731965"/>
                  </a:lnTo>
                  <a:lnTo>
                    <a:pt x="4506381" y="1731965"/>
                  </a:lnTo>
                  <a:lnTo>
                    <a:pt x="4506506" y="1731965"/>
                  </a:lnTo>
                  <a:lnTo>
                    <a:pt x="4506631" y="1731965"/>
                  </a:lnTo>
                  <a:lnTo>
                    <a:pt x="4506756" y="1731965"/>
                  </a:lnTo>
                  <a:lnTo>
                    <a:pt x="4506881" y="1731965"/>
                  </a:lnTo>
                  <a:lnTo>
                    <a:pt x="4507006" y="1731965"/>
                  </a:lnTo>
                  <a:lnTo>
                    <a:pt x="4507131" y="1731965"/>
                  </a:lnTo>
                  <a:lnTo>
                    <a:pt x="4507256" y="1731965"/>
                  </a:lnTo>
                  <a:lnTo>
                    <a:pt x="4507381" y="1731965"/>
                  </a:lnTo>
                  <a:lnTo>
                    <a:pt x="4507506" y="1731965"/>
                  </a:lnTo>
                  <a:lnTo>
                    <a:pt x="4507631" y="1731965"/>
                  </a:lnTo>
                  <a:lnTo>
                    <a:pt x="4507756" y="1731965"/>
                  </a:lnTo>
                  <a:lnTo>
                    <a:pt x="4507881" y="1731965"/>
                  </a:lnTo>
                  <a:lnTo>
                    <a:pt x="4508007" y="1731965"/>
                  </a:lnTo>
                  <a:lnTo>
                    <a:pt x="4508132" y="1731965"/>
                  </a:lnTo>
                  <a:lnTo>
                    <a:pt x="4508257" y="1731965"/>
                  </a:lnTo>
                  <a:lnTo>
                    <a:pt x="4508382" y="1731965"/>
                  </a:lnTo>
                  <a:lnTo>
                    <a:pt x="4508507" y="1731965"/>
                  </a:lnTo>
                  <a:lnTo>
                    <a:pt x="4508632" y="1731965"/>
                  </a:lnTo>
                  <a:lnTo>
                    <a:pt x="4508757" y="1731965"/>
                  </a:lnTo>
                  <a:lnTo>
                    <a:pt x="4508882" y="1731965"/>
                  </a:lnTo>
                  <a:lnTo>
                    <a:pt x="4509007" y="1731965"/>
                  </a:lnTo>
                  <a:lnTo>
                    <a:pt x="4509132" y="1731965"/>
                  </a:lnTo>
                  <a:lnTo>
                    <a:pt x="4509257" y="1731965"/>
                  </a:lnTo>
                  <a:lnTo>
                    <a:pt x="4509382" y="1731965"/>
                  </a:lnTo>
                  <a:lnTo>
                    <a:pt x="4509507" y="1731965"/>
                  </a:lnTo>
                  <a:lnTo>
                    <a:pt x="4509632" y="1731965"/>
                  </a:lnTo>
                  <a:lnTo>
                    <a:pt x="4509757" y="1731965"/>
                  </a:lnTo>
                  <a:lnTo>
                    <a:pt x="4509882" y="1731965"/>
                  </a:lnTo>
                  <a:lnTo>
                    <a:pt x="4510007" y="1731965"/>
                  </a:lnTo>
                  <a:lnTo>
                    <a:pt x="4510132" y="1731965"/>
                  </a:lnTo>
                  <a:lnTo>
                    <a:pt x="4510257" y="1731965"/>
                  </a:lnTo>
                  <a:lnTo>
                    <a:pt x="4510382" y="1731965"/>
                  </a:lnTo>
                  <a:lnTo>
                    <a:pt x="4510507" y="1731965"/>
                  </a:lnTo>
                  <a:lnTo>
                    <a:pt x="4510632" y="1731965"/>
                  </a:lnTo>
                  <a:lnTo>
                    <a:pt x="4510757" y="1731965"/>
                  </a:lnTo>
                  <a:lnTo>
                    <a:pt x="4510882" y="1731965"/>
                  </a:lnTo>
                  <a:lnTo>
                    <a:pt x="4511008" y="1731965"/>
                  </a:lnTo>
                  <a:lnTo>
                    <a:pt x="4511133" y="1731965"/>
                  </a:lnTo>
                  <a:lnTo>
                    <a:pt x="4511258" y="1731965"/>
                  </a:lnTo>
                  <a:lnTo>
                    <a:pt x="4511383" y="1731965"/>
                  </a:lnTo>
                  <a:lnTo>
                    <a:pt x="4511508" y="1731965"/>
                  </a:lnTo>
                  <a:lnTo>
                    <a:pt x="4511633" y="1731965"/>
                  </a:lnTo>
                  <a:lnTo>
                    <a:pt x="4511758" y="1731965"/>
                  </a:lnTo>
                  <a:lnTo>
                    <a:pt x="4511883" y="1731965"/>
                  </a:lnTo>
                  <a:lnTo>
                    <a:pt x="4512008" y="1731965"/>
                  </a:lnTo>
                  <a:lnTo>
                    <a:pt x="4512133" y="1731965"/>
                  </a:lnTo>
                  <a:lnTo>
                    <a:pt x="4512258" y="1731965"/>
                  </a:lnTo>
                  <a:lnTo>
                    <a:pt x="4512383" y="1731965"/>
                  </a:lnTo>
                  <a:lnTo>
                    <a:pt x="4512508" y="1731965"/>
                  </a:lnTo>
                  <a:lnTo>
                    <a:pt x="4512633" y="1731965"/>
                  </a:lnTo>
                  <a:lnTo>
                    <a:pt x="4512758" y="1731965"/>
                  </a:lnTo>
                  <a:lnTo>
                    <a:pt x="4512883" y="1731965"/>
                  </a:lnTo>
                  <a:lnTo>
                    <a:pt x="4513008" y="1731965"/>
                  </a:lnTo>
                  <a:lnTo>
                    <a:pt x="4513133" y="1731965"/>
                  </a:lnTo>
                  <a:lnTo>
                    <a:pt x="4513258" y="1731965"/>
                  </a:lnTo>
                  <a:lnTo>
                    <a:pt x="4513383" y="1731965"/>
                  </a:lnTo>
                  <a:lnTo>
                    <a:pt x="4513508" y="1731965"/>
                  </a:lnTo>
                  <a:lnTo>
                    <a:pt x="4513633" y="1731965"/>
                  </a:lnTo>
                  <a:lnTo>
                    <a:pt x="4513758" y="1731965"/>
                  </a:lnTo>
                  <a:lnTo>
                    <a:pt x="4513883" y="1731965"/>
                  </a:lnTo>
                  <a:lnTo>
                    <a:pt x="4514009" y="1731965"/>
                  </a:lnTo>
                  <a:lnTo>
                    <a:pt x="4514134" y="1731965"/>
                  </a:lnTo>
                  <a:lnTo>
                    <a:pt x="4514259" y="1731965"/>
                  </a:lnTo>
                  <a:lnTo>
                    <a:pt x="4514384" y="1731965"/>
                  </a:lnTo>
                  <a:lnTo>
                    <a:pt x="4514509" y="1731965"/>
                  </a:lnTo>
                  <a:lnTo>
                    <a:pt x="4514634" y="1731965"/>
                  </a:lnTo>
                  <a:lnTo>
                    <a:pt x="4514759" y="1731965"/>
                  </a:lnTo>
                  <a:lnTo>
                    <a:pt x="4514884" y="1731965"/>
                  </a:lnTo>
                  <a:lnTo>
                    <a:pt x="4515009" y="1731965"/>
                  </a:lnTo>
                  <a:lnTo>
                    <a:pt x="4515134" y="1731965"/>
                  </a:lnTo>
                  <a:lnTo>
                    <a:pt x="4515259" y="1731965"/>
                  </a:lnTo>
                  <a:lnTo>
                    <a:pt x="4515384" y="1731965"/>
                  </a:lnTo>
                  <a:lnTo>
                    <a:pt x="4515509" y="1731965"/>
                  </a:lnTo>
                  <a:lnTo>
                    <a:pt x="4515634" y="1731965"/>
                  </a:lnTo>
                  <a:lnTo>
                    <a:pt x="4515759" y="1731965"/>
                  </a:lnTo>
                  <a:lnTo>
                    <a:pt x="4515884" y="1731965"/>
                  </a:lnTo>
                  <a:lnTo>
                    <a:pt x="4516009" y="1731965"/>
                  </a:lnTo>
                  <a:lnTo>
                    <a:pt x="4516134" y="1731965"/>
                  </a:lnTo>
                  <a:lnTo>
                    <a:pt x="4516259" y="1731965"/>
                  </a:lnTo>
                  <a:lnTo>
                    <a:pt x="4516384" y="1731965"/>
                  </a:lnTo>
                  <a:lnTo>
                    <a:pt x="4516509" y="1731965"/>
                  </a:lnTo>
                  <a:lnTo>
                    <a:pt x="4516634" y="1731965"/>
                  </a:lnTo>
                  <a:lnTo>
                    <a:pt x="4516759" y="1731965"/>
                  </a:lnTo>
                  <a:lnTo>
                    <a:pt x="4516884" y="1731965"/>
                  </a:lnTo>
                  <a:lnTo>
                    <a:pt x="4517010" y="1731965"/>
                  </a:lnTo>
                  <a:lnTo>
                    <a:pt x="4517135" y="1731965"/>
                  </a:lnTo>
                  <a:lnTo>
                    <a:pt x="4517260" y="1731965"/>
                  </a:lnTo>
                  <a:lnTo>
                    <a:pt x="4517385" y="1731965"/>
                  </a:lnTo>
                  <a:lnTo>
                    <a:pt x="4517510" y="1731965"/>
                  </a:lnTo>
                  <a:lnTo>
                    <a:pt x="4517635" y="1731965"/>
                  </a:lnTo>
                  <a:lnTo>
                    <a:pt x="4517760" y="1731965"/>
                  </a:lnTo>
                  <a:lnTo>
                    <a:pt x="4517885" y="1731965"/>
                  </a:lnTo>
                  <a:lnTo>
                    <a:pt x="4518010" y="1731965"/>
                  </a:lnTo>
                  <a:lnTo>
                    <a:pt x="4518135" y="1731965"/>
                  </a:lnTo>
                  <a:lnTo>
                    <a:pt x="4518260" y="1731965"/>
                  </a:lnTo>
                  <a:lnTo>
                    <a:pt x="4518385" y="1731965"/>
                  </a:lnTo>
                  <a:lnTo>
                    <a:pt x="4518510" y="1731965"/>
                  </a:lnTo>
                  <a:lnTo>
                    <a:pt x="4518635" y="1731965"/>
                  </a:lnTo>
                  <a:lnTo>
                    <a:pt x="4518760" y="1731965"/>
                  </a:lnTo>
                  <a:lnTo>
                    <a:pt x="4518885" y="1731965"/>
                  </a:lnTo>
                  <a:lnTo>
                    <a:pt x="4519010" y="1731965"/>
                  </a:lnTo>
                  <a:lnTo>
                    <a:pt x="4519135" y="1731965"/>
                  </a:lnTo>
                  <a:lnTo>
                    <a:pt x="4519260" y="1731965"/>
                  </a:lnTo>
                  <a:lnTo>
                    <a:pt x="4519385" y="1731965"/>
                  </a:lnTo>
                  <a:lnTo>
                    <a:pt x="4519510" y="1731965"/>
                  </a:lnTo>
                  <a:lnTo>
                    <a:pt x="4519635" y="1731965"/>
                  </a:lnTo>
                  <a:lnTo>
                    <a:pt x="4519760" y="1731965"/>
                  </a:lnTo>
                  <a:lnTo>
                    <a:pt x="4519885" y="1731965"/>
                  </a:lnTo>
                  <a:lnTo>
                    <a:pt x="4520011" y="1731965"/>
                  </a:lnTo>
                  <a:lnTo>
                    <a:pt x="4520136" y="1731965"/>
                  </a:lnTo>
                  <a:lnTo>
                    <a:pt x="4520261" y="1731965"/>
                  </a:lnTo>
                  <a:lnTo>
                    <a:pt x="4520386" y="1731965"/>
                  </a:lnTo>
                  <a:lnTo>
                    <a:pt x="4520511" y="1731965"/>
                  </a:lnTo>
                  <a:lnTo>
                    <a:pt x="4520636" y="1731965"/>
                  </a:lnTo>
                  <a:lnTo>
                    <a:pt x="4520761" y="1731965"/>
                  </a:lnTo>
                  <a:lnTo>
                    <a:pt x="4520886" y="1731965"/>
                  </a:lnTo>
                  <a:lnTo>
                    <a:pt x="4521011" y="1731965"/>
                  </a:lnTo>
                  <a:lnTo>
                    <a:pt x="4521136" y="1731965"/>
                  </a:lnTo>
                  <a:lnTo>
                    <a:pt x="4521261" y="1731965"/>
                  </a:lnTo>
                  <a:lnTo>
                    <a:pt x="4521386" y="1731965"/>
                  </a:lnTo>
                  <a:lnTo>
                    <a:pt x="4521511" y="1731965"/>
                  </a:lnTo>
                  <a:lnTo>
                    <a:pt x="4521636" y="1731965"/>
                  </a:lnTo>
                  <a:lnTo>
                    <a:pt x="4521761" y="1731965"/>
                  </a:lnTo>
                  <a:lnTo>
                    <a:pt x="4521886" y="1731965"/>
                  </a:lnTo>
                  <a:lnTo>
                    <a:pt x="4522011" y="1731965"/>
                  </a:lnTo>
                  <a:lnTo>
                    <a:pt x="4522136" y="1731965"/>
                  </a:lnTo>
                  <a:lnTo>
                    <a:pt x="4522261" y="1731965"/>
                  </a:lnTo>
                  <a:lnTo>
                    <a:pt x="4522386" y="1731965"/>
                  </a:lnTo>
                  <a:lnTo>
                    <a:pt x="4522511" y="1731965"/>
                  </a:lnTo>
                  <a:lnTo>
                    <a:pt x="4522636" y="1731965"/>
                  </a:lnTo>
                  <a:lnTo>
                    <a:pt x="4522761" y="1731965"/>
                  </a:lnTo>
                  <a:lnTo>
                    <a:pt x="4522886" y="1731965"/>
                  </a:lnTo>
                  <a:lnTo>
                    <a:pt x="4523012" y="1731965"/>
                  </a:lnTo>
                  <a:lnTo>
                    <a:pt x="4523137" y="1731965"/>
                  </a:lnTo>
                  <a:lnTo>
                    <a:pt x="4523262" y="1731965"/>
                  </a:lnTo>
                  <a:lnTo>
                    <a:pt x="4523387" y="1731965"/>
                  </a:lnTo>
                  <a:lnTo>
                    <a:pt x="4523512" y="1731965"/>
                  </a:lnTo>
                  <a:lnTo>
                    <a:pt x="4523637" y="1731965"/>
                  </a:lnTo>
                  <a:lnTo>
                    <a:pt x="4523762" y="1731965"/>
                  </a:lnTo>
                  <a:lnTo>
                    <a:pt x="4523887" y="1731965"/>
                  </a:lnTo>
                  <a:lnTo>
                    <a:pt x="4524012" y="1731965"/>
                  </a:lnTo>
                  <a:lnTo>
                    <a:pt x="4524137" y="1731965"/>
                  </a:lnTo>
                  <a:lnTo>
                    <a:pt x="4524262" y="1731965"/>
                  </a:lnTo>
                  <a:lnTo>
                    <a:pt x="4524387" y="1731965"/>
                  </a:lnTo>
                  <a:lnTo>
                    <a:pt x="4524512" y="1731965"/>
                  </a:lnTo>
                  <a:lnTo>
                    <a:pt x="4524637" y="1731965"/>
                  </a:lnTo>
                  <a:lnTo>
                    <a:pt x="4524762" y="1731965"/>
                  </a:lnTo>
                  <a:lnTo>
                    <a:pt x="4524887" y="1731965"/>
                  </a:lnTo>
                  <a:lnTo>
                    <a:pt x="4525012" y="1731965"/>
                  </a:lnTo>
                  <a:lnTo>
                    <a:pt x="4525137" y="1731965"/>
                  </a:lnTo>
                  <a:lnTo>
                    <a:pt x="4525262" y="1731965"/>
                  </a:lnTo>
                  <a:lnTo>
                    <a:pt x="4525387" y="1731965"/>
                  </a:lnTo>
                  <a:lnTo>
                    <a:pt x="4525512" y="1731965"/>
                  </a:lnTo>
                  <a:lnTo>
                    <a:pt x="4525637" y="1731965"/>
                  </a:lnTo>
                  <a:lnTo>
                    <a:pt x="4525762" y="1731965"/>
                  </a:lnTo>
                  <a:lnTo>
                    <a:pt x="4525887" y="1731965"/>
                  </a:lnTo>
                  <a:lnTo>
                    <a:pt x="4526013" y="1731965"/>
                  </a:lnTo>
                  <a:lnTo>
                    <a:pt x="4526138" y="1731965"/>
                  </a:lnTo>
                  <a:lnTo>
                    <a:pt x="4526263" y="1731965"/>
                  </a:lnTo>
                  <a:lnTo>
                    <a:pt x="4526388" y="1731965"/>
                  </a:lnTo>
                  <a:lnTo>
                    <a:pt x="4526513" y="1731965"/>
                  </a:lnTo>
                  <a:lnTo>
                    <a:pt x="4526638" y="1731965"/>
                  </a:lnTo>
                  <a:lnTo>
                    <a:pt x="4526763" y="1731965"/>
                  </a:lnTo>
                  <a:lnTo>
                    <a:pt x="4526888" y="1731965"/>
                  </a:lnTo>
                  <a:lnTo>
                    <a:pt x="4527013" y="1731965"/>
                  </a:lnTo>
                  <a:lnTo>
                    <a:pt x="4527138" y="1731965"/>
                  </a:lnTo>
                  <a:lnTo>
                    <a:pt x="4527263" y="1731965"/>
                  </a:lnTo>
                  <a:lnTo>
                    <a:pt x="4527388" y="1731965"/>
                  </a:lnTo>
                  <a:lnTo>
                    <a:pt x="4527513" y="1731965"/>
                  </a:lnTo>
                  <a:lnTo>
                    <a:pt x="4527638" y="1731965"/>
                  </a:lnTo>
                  <a:lnTo>
                    <a:pt x="4527763" y="1731965"/>
                  </a:lnTo>
                  <a:lnTo>
                    <a:pt x="4527888" y="1731965"/>
                  </a:lnTo>
                  <a:lnTo>
                    <a:pt x="4528013" y="1731965"/>
                  </a:lnTo>
                  <a:lnTo>
                    <a:pt x="4528013" y="1722011"/>
                  </a:lnTo>
                  <a:lnTo>
                    <a:pt x="4528138" y="1722011"/>
                  </a:lnTo>
                  <a:lnTo>
                    <a:pt x="4528263" y="1722011"/>
                  </a:lnTo>
                  <a:lnTo>
                    <a:pt x="4528388" y="1722011"/>
                  </a:lnTo>
                  <a:lnTo>
                    <a:pt x="4528513" y="1722011"/>
                  </a:lnTo>
                  <a:lnTo>
                    <a:pt x="4528638" y="1722011"/>
                  </a:lnTo>
                  <a:lnTo>
                    <a:pt x="4528763" y="1722011"/>
                  </a:lnTo>
                  <a:lnTo>
                    <a:pt x="4528888" y="1722011"/>
                  </a:lnTo>
                  <a:lnTo>
                    <a:pt x="4529014" y="1722011"/>
                  </a:lnTo>
                  <a:lnTo>
                    <a:pt x="4529139" y="1722011"/>
                  </a:lnTo>
                  <a:lnTo>
                    <a:pt x="4529264" y="1722011"/>
                  </a:lnTo>
                  <a:lnTo>
                    <a:pt x="4529389" y="1722011"/>
                  </a:lnTo>
                  <a:lnTo>
                    <a:pt x="4529514" y="1722011"/>
                  </a:lnTo>
                  <a:lnTo>
                    <a:pt x="4529639" y="1722011"/>
                  </a:lnTo>
                  <a:lnTo>
                    <a:pt x="4529764" y="1722011"/>
                  </a:lnTo>
                  <a:lnTo>
                    <a:pt x="4529889" y="1722011"/>
                  </a:lnTo>
                  <a:lnTo>
                    <a:pt x="4530014" y="1722011"/>
                  </a:lnTo>
                  <a:lnTo>
                    <a:pt x="4530139" y="1722011"/>
                  </a:lnTo>
                  <a:lnTo>
                    <a:pt x="4530264" y="1722011"/>
                  </a:lnTo>
                  <a:lnTo>
                    <a:pt x="4530389" y="1722011"/>
                  </a:lnTo>
                  <a:lnTo>
                    <a:pt x="4530514" y="1722011"/>
                  </a:lnTo>
                  <a:lnTo>
                    <a:pt x="4530639" y="1722011"/>
                  </a:lnTo>
                  <a:lnTo>
                    <a:pt x="4530764" y="1722011"/>
                  </a:lnTo>
                  <a:lnTo>
                    <a:pt x="4530889" y="1722011"/>
                  </a:lnTo>
                  <a:lnTo>
                    <a:pt x="4531014" y="1722011"/>
                  </a:lnTo>
                  <a:lnTo>
                    <a:pt x="4531139" y="1722011"/>
                  </a:lnTo>
                  <a:lnTo>
                    <a:pt x="4531264" y="1722011"/>
                  </a:lnTo>
                  <a:lnTo>
                    <a:pt x="4531389" y="1722011"/>
                  </a:lnTo>
                  <a:lnTo>
                    <a:pt x="4531514" y="1722011"/>
                  </a:lnTo>
                  <a:lnTo>
                    <a:pt x="4531639" y="1722011"/>
                  </a:lnTo>
                  <a:lnTo>
                    <a:pt x="4531764" y="1722011"/>
                  </a:lnTo>
                  <a:lnTo>
                    <a:pt x="4531889" y="1722011"/>
                  </a:lnTo>
                  <a:lnTo>
                    <a:pt x="4532015" y="1722011"/>
                  </a:lnTo>
                  <a:lnTo>
                    <a:pt x="4532140" y="1722011"/>
                  </a:lnTo>
                  <a:lnTo>
                    <a:pt x="4532265" y="1722011"/>
                  </a:lnTo>
                  <a:lnTo>
                    <a:pt x="4532390" y="1722011"/>
                  </a:lnTo>
                  <a:lnTo>
                    <a:pt x="4532515" y="1722011"/>
                  </a:lnTo>
                  <a:lnTo>
                    <a:pt x="4532640" y="1722011"/>
                  </a:lnTo>
                  <a:lnTo>
                    <a:pt x="4532765" y="1722011"/>
                  </a:lnTo>
                  <a:lnTo>
                    <a:pt x="4532890" y="1722011"/>
                  </a:lnTo>
                  <a:lnTo>
                    <a:pt x="4533015" y="1722011"/>
                  </a:lnTo>
                  <a:lnTo>
                    <a:pt x="4533140" y="1722011"/>
                  </a:lnTo>
                  <a:lnTo>
                    <a:pt x="4533265" y="1722011"/>
                  </a:lnTo>
                  <a:lnTo>
                    <a:pt x="4533390" y="1722011"/>
                  </a:lnTo>
                  <a:lnTo>
                    <a:pt x="4533515" y="1722011"/>
                  </a:lnTo>
                  <a:lnTo>
                    <a:pt x="4533640" y="1722011"/>
                  </a:lnTo>
                  <a:lnTo>
                    <a:pt x="4533765" y="1722011"/>
                  </a:lnTo>
                  <a:lnTo>
                    <a:pt x="4533890" y="1722011"/>
                  </a:lnTo>
                  <a:lnTo>
                    <a:pt x="4534015" y="1722011"/>
                  </a:lnTo>
                  <a:lnTo>
                    <a:pt x="4534140" y="1722011"/>
                  </a:lnTo>
                  <a:lnTo>
                    <a:pt x="4534265" y="1722011"/>
                  </a:lnTo>
                  <a:lnTo>
                    <a:pt x="4534390" y="1722011"/>
                  </a:lnTo>
                  <a:lnTo>
                    <a:pt x="4534515" y="1722011"/>
                  </a:lnTo>
                  <a:lnTo>
                    <a:pt x="4534640" y="1722011"/>
                  </a:lnTo>
                  <a:lnTo>
                    <a:pt x="4534765" y="1722011"/>
                  </a:lnTo>
                  <a:lnTo>
                    <a:pt x="4534890" y="1722011"/>
                  </a:lnTo>
                  <a:lnTo>
                    <a:pt x="4535016" y="1722011"/>
                  </a:lnTo>
                  <a:lnTo>
                    <a:pt x="4535141" y="1722011"/>
                  </a:lnTo>
                  <a:lnTo>
                    <a:pt x="4535266" y="1722011"/>
                  </a:lnTo>
                  <a:lnTo>
                    <a:pt x="4535391" y="1722011"/>
                  </a:lnTo>
                  <a:lnTo>
                    <a:pt x="4535516" y="1722011"/>
                  </a:lnTo>
                  <a:lnTo>
                    <a:pt x="4535641" y="1722011"/>
                  </a:lnTo>
                  <a:lnTo>
                    <a:pt x="4535766" y="1722011"/>
                  </a:lnTo>
                  <a:lnTo>
                    <a:pt x="4535891" y="1722011"/>
                  </a:lnTo>
                  <a:lnTo>
                    <a:pt x="4536016" y="1722011"/>
                  </a:lnTo>
                  <a:lnTo>
                    <a:pt x="4536141" y="1722011"/>
                  </a:lnTo>
                  <a:lnTo>
                    <a:pt x="4536266" y="1722011"/>
                  </a:lnTo>
                  <a:lnTo>
                    <a:pt x="4536391" y="1722011"/>
                  </a:lnTo>
                  <a:lnTo>
                    <a:pt x="4536516" y="1722011"/>
                  </a:lnTo>
                  <a:lnTo>
                    <a:pt x="4536641" y="1722011"/>
                  </a:lnTo>
                  <a:lnTo>
                    <a:pt x="4536766" y="1722011"/>
                  </a:lnTo>
                  <a:lnTo>
                    <a:pt x="4536891" y="1722011"/>
                  </a:lnTo>
                  <a:lnTo>
                    <a:pt x="4536891" y="1712057"/>
                  </a:lnTo>
                  <a:lnTo>
                    <a:pt x="4537016" y="1712057"/>
                  </a:lnTo>
                  <a:lnTo>
                    <a:pt x="4537141" y="1712057"/>
                  </a:lnTo>
                  <a:lnTo>
                    <a:pt x="4537266" y="1712057"/>
                  </a:lnTo>
                  <a:lnTo>
                    <a:pt x="4537391" y="1712057"/>
                  </a:lnTo>
                  <a:lnTo>
                    <a:pt x="4537516" y="1712057"/>
                  </a:lnTo>
                  <a:lnTo>
                    <a:pt x="4537641" y="1712057"/>
                  </a:lnTo>
                  <a:lnTo>
                    <a:pt x="4537766" y="1712057"/>
                  </a:lnTo>
                  <a:lnTo>
                    <a:pt x="4537766" y="1702103"/>
                  </a:lnTo>
                  <a:lnTo>
                    <a:pt x="4537891" y="1702103"/>
                  </a:lnTo>
                  <a:lnTo>
                    <a:pt x="4538017" y="1702103"/>
                  </a:lnTo>
                  <a:lnTo>
                    <a:pt x="4538142" y="1702103"/>
                  </a:lnTo>
                  <a:lnTo>
                    <a:pt x="4538267" y="1702103"/>
                  </a:lnTo>
                  <a:lnTo>
                    <a:pt x="4538392" y="1702103"/>
                  </a:lnTo>
                  <a:lnTo>
                    <a:pt x="4538517" y="1702103"/>
                  </a:lnTo>
                  <a:lnTo>
                    <a:pt x="4538642" y="1702103"/>
                  </a:lnTo>
                  <a:lnTo>
                    <a:pt x="4538767" y="1702103"/>
                  </a:lnTo>
                  <a:lnTo>
                    <a:pt x="4538892" y="1702103"/>
                  </a:lnTo>
                  <a:lnTo>
                    <a:pt x="4539017" y="1702103"/>
                  </a:lnTo>
                  <a:lnTo>
                    <a:pt x="4539142" y="1702103"/>
                  </a:lnTo>
                  <a:lnTo>
                    <a:pt x="4539267" y="1702103"/>
                  </a:lnTo>
                  <a:lnTo>
                    <a:pt x="4539392" y="1702103"/>
                  </a:lnTo>
                  <a:lnTo>
                    <a:pt x="4539517" y="1702103"/>
                  </a:lnTo>
                  <a:lnTo>
                    <a:pt x="4539642" y="1702103"/>
                  </a:lnTo>
                  <a:lnTo>
                    <a:pt x="4539767" y="1702103"/>
                  </a:lnTo>
                  <a:lnTo>
                    <a:pt x="4539892" y="1702103"/>
                  </a:lnTo>
                  <a:lnTo>
                    <a:pt x="4540017" y="1702103"/>
                  </a:lnTo>
                  <a:lnTo>
                    <a:pt x="4540142" y="1702103"/>
                  </a:lnTo>
                  <a:lnTo>
                    <a:pt x="4540267" y="1702103"/>
                  </a:lnTo>
                  <a:lnTo>
                    <a:pt x="4540392" y="1702103"/>
                  </a:lnTo>
                  <a:lnTo>
                    <a:pt x="4540517" y="1702103"/>
                  </a:lnTo>
                  <a:lnTo>
                    <a:pt x="4540642" y="1702103"/>
                  </a:lnTo>
                  <a:lnTo>
                    <a:pt x="4540767" y="1702103"/>
                  </a:lnTo>
                  <a:lnTo>
                    <a:pt x="4540893" y="1702103"/>
                  </a:lnTo>
                  <a:lnTo>
                    <a:pt x="4541018" y="1702103"/>
                  </a:lnTo>
                  <a:lnTo>
                    <a:pt x="4541143" y="1702103"/>
                  </a:lnTo>
                  <a:lnTo>
                    <a:pt x="4541268" y="1702103"/>
                  </a:lnTo>
                  <a:lnTo>
                    <a:pt x="4541393" y="1702103"/>
                  </a:lnTo>
                  <a:lnTo>
                    <a:pt x="4541518" y="1702103"/>
                  </a:lnTo>
                  <a:lnTo>
                    <a:pt x="4541643" y="1702103"/>
                  </a:lnTo>
                  <a:lnTo>
                    <a:pt x="4541768" y="1702103"/>
                  </a:lnTo>
                  <a:lnTo>
                    <a:pt x="4541893" y="1702103"/>
                  </a:lnTo>
                  <a:lnTo>
                    <a:pt x="4542018" y="1702103"/>
                  </a:lnTo>
                  <a:lnTo>
                    <a:pt x="4542143" y="1702103"/>
                  </a:lnTo>
                  <a:lnTo>
                    <a:pt x="4542268" y="1702103"/>
                  </a:lnTo>
                  <a:lnTo>
                    <a:pt x="4542393" y="1702103"/>
                  </a:lnTo>
                  <a:lnTo>
                    <a:pt x="4542518" y="1702103"/>
                  </a:lnTo>
                  <a:lnTo>
                    <a:pt x="4542643" y="1702103"/>
                  </a:lnTo>
                  <a:lnTo>
                    <a:pt x="4542768" y="1702103"/>
                  </a:lnTo>
                  <a:lnTo>
                    <a:pt x="4542893" y="1702103"/>
                  </a:lnTo>
                  <a:lnTo>
                    <a:pt x="4543018" y="1702103"/>
                  </a:lnTo>
                  <a:lnTo>
                    <a:pt x="4543143" y="1702103"/>
                  </a:lnTo>
                  <a:lnTo>
                    <a:pt x="4543268" y="1702103"/>
                  </a:lnTo>
                  <a:lnTo>
                    <a:pt x="4543393" y="1702103"/>
                  </a:lnTo>
                  <a:lnTo>
                    <a:pt x="4543518" y="1702103"/>
                  </a:lnTo>
                  <a:lnTo>
                    <a:pt x="4543643" y="1702103"/>
                  </a:lnTo>
                  <a:lnTo>
                    <a:pt x="4543768" y="1702103"/>
                  </a:lnTo>
                  <a:lnTo>
                    <a:pt x="4543894" y="1702103"/>
                  </a:lnTo>
                  <a:lnTo>
                    <a:pt x="4544019" y="1702103"/>
                  </a:lnTo>
                  <a:lnTo>
                    <a:pt x="4544144" y="1702103"/>
                  </a:lnTo>
                  <a:lnTo>
                    <a:pt x="4544269" y="1702103"/>
                  </a:lnTo>
                  <a:lnTo>
                    <a:pt x="4544394" y="1702103"/>
                  </a:lnTo>
                  <a:lnTo>
                    <a:pt x="4544519" y="1702103"/>
                  </a:lnTo>
                  <a:lnTo>
                    <a:pt x="4544644" y="1702103"/>
                  </a:lnTo>
                  <a:lnTo>
                    <a:pt x="4544769" y="1702103"/>
                  </a:lnTo>
                  <a:lnTo>
                    <a:pt x="4544894" y="1702103"/>
                  </a:lnTo>
                  <a:lnTo>
                    <a:pt x="4545019" y="1702103"/>
                  </a:lnTo>
                  <a:lnTo>
                    <a:pt x="4545144" y="1702103"/>
                  </a:lnTo>
                  <a:lnTo>
                    <a:pt x="4545269" y="1702103"/>
                  </a:lnTo>
                  <a:lnTo>
                    <a:pt x="4545394" y="1702103"/>
                  </a:lnTo>
                  <a:lnTo>
                    <a:pt x="4545519" y="1702103"/>
                  </a:lnTo>
                  <a:lnTo>
                    <a:pt x="4545644" y="1702103"/>
                  </a:lnTo>
                  <a:lnTo>
                    <a:pt x="4545769" y="1702103"/>
                  </a:lnTo>
                  <a:lnTo>
                    <a:pt x="4545894" y="1702103"/>
                  </a:lnTo>
                  <a:lnTo>
                    <a:pt x="4546019" y="1702103"/>
                  </a:lnTo>
                  <a:lnTo>
                    <a:pt x="4546144" y="1702103"/>
                  </a:lnTo>
                  <a:lnTo>
                    <a:pt x="4546269" y="1702103"/>
                  </a:lnTo>
                  <a:lnTo>
                    <a:pt x="4546394" y="1702103"/>
                  </a:lnTo>
                  <a:lnTo>
                    <a:pt x="4546519" y="1702103"/>
                  </a:lnTo>
                  <a:lnTo>
                    <a:pt x="4546644" y="1702103"/>
                  </a:lnTo>
                  <a:lnTo>
                    <a:pt x="4546769" y="1702103"/>
                  </a:lnTo>
                  <a:lnTo>
                    <a:pt x="4546895" y="1702103"/>
                  </a:lnTo>
                  <a:lnTo>
                    <a:pt x="4547020" y="1702103"/>
                  </a:lnTo>
                  <a:lnTo>
                    <a:pt x="4547145" y="1702103"/>
                  </a:lnTo>
                  <a:lnTo>
                    <a:pt x="4547270" y="1702103"/>
                  </a:lnTo>
                  <a:lnTo>
                    <a:pt x="4547395" y="1702103"/>
                  </a:lnTo>
                  <a:lnTo>
                    <a:pt x="4547520" y="1702103"/>
                  </a:lnTo>
                  <a:lnTo>
                    <a:pt x="4547645" y="1702103"/>
                  </a:lnTo>
                  <a:lnTo>
                    <a:pt x="4547770" y="1702103"/>
                  </a:lnTo>
                  <a:lnTo>
                    <a:pt x="4547895" y="1702103"/>
                  </a:lnTo>
                  <a:lnTo>
                    <a:pt x="4548020" y="1702103"/>
                  </a:lnTo>
                  <a:lnTo>
                    <a:pt x="4548145" y="1702103"/>
                  </a:lnTo>
                  <a:lnTo>
                    <a:pt x="4548270" y="1702103"/>
                  </a:lnTo>
                  <a:lnTo>
                    <a:pt x="4548395" y="1702103"/>
                  </a:lnTo>
                  <a:lnTo>
                    <a:pt x="4548520" y="1702103"/>
                  </a:lnTo>
                  <a:lnTo>
                    <a:pt x="4548645" y="1702103"/>
                  </a:lnTo>
                  <a:lnTo>
                    <a:pt x="4548770" y="1702103"/>
                  </a:lnTo>
                  <a:lnTo>
                    <a:pt x="4548895" y="1702103"/>
                  </a:lnTo>
                  <a:lnTo>
                    <a:pt x="4549020" y="1702103"/>
                  </a:lnTo>
                  <a:lnTo>
                    <a:pt x="4549145" y="1702103"/>
                  </a:lnTo>
                  <a:lnTo>
                    <a:pt x="4549270" y="1702103"/>
                  </a:lnTo>
                  <a:lnTo>
                    <a:pt x="4549395" y="1702103"/>
                  </a:lnTo>
                  <a:lnTo>
                    <a:pt x="4549520" y="1702103"/>
                  </a:lnTo>
                  <a:lnTo>
                    <a:pt x="4549645" y="1702103"/>
                  </a:lnTo>
                  <a:lnTo>
                    <a:pt x="4549770" y="1702103"/>
                  </a:lnTo>
                  <a:lnTo>
                    <a:pt x="4549896" y="1702103"/>
                  </a:lnTo>
                  <a:lnTo>
                    <a:pt x="4550021" y="1702103"/>
                  </a:lnTo>
                  <a:lnTo>
                    <a:pt x="4550146" y="1702103"/>
                  </a:lnTo>
                  <a:lnTo>
                    <a:pt x="4550271" y="1702103"/>
                  </a:lnTo>
                  <a:lnTo>
                    <a:pt x="4550396" y="1702103"/>
                  </a:lnTo>
                  <a:lnTo>
                    <a:pt x="4550521" y="1702103"/>
                  </a:lnTo>
                  <a:lnTo>
                    <a:pt x="4550646" y="1702103"/>
                  </a:lnTo>
                  <a:lnTo>
                    <a:pt x="4550771" y="1702103"/>
                  </a:lnTo>
                  <a:lnTo>
                    <a:pt x="4550896" y="1702103"/>
                  </a:lnTo>
                  <a:lnTo>
                    <a:pt x="4551021" y="1702103"/>
                  </a:lnTo>
                  <a:lnTo>
                    <a:pt x="4551146" y="1702103"/>
                  </a:lnTo>
                  <a:lnTo>
                    <a:pt x="4551271" y="1702103"/>
                  </a:lnTo>
                  <a:lnTo>
                    <a:pt x="4551396" y="1702103"/>
                  </a:lnTo>
                  <a:lnTo>
                    <a:pt x="4551396" y="1692149"/>
                  </a:lnTo>
                  <a:lnTo>
                    <a:pt x="4551521" y="1692149"/>
                  </a:lnTo>
                  <a:lnTo>
                    <a:pt x="4551646" y="1692149"/>
                  </a:lnTo>
                  <a:lnTo>
                    <a:pt x="4551771" y="1692149"/>
                  </a:lnTo>
                  <a:lnTo>
                    <a:pt x="4551896" y="1692149"/>
                  </a:lnTo>
                  <a:lnTo>
                    <a:pt x="4552021" y="1692149"/>
                  </a:lnTo>
                  <a:lnTo>
                    <a:pt x="4552146" y="1692149"/>
                  </a:lnTo>
                  <a:lnTo>
                    <a:pt x="4552271" y="1692149"/>
                  </a:lnTo>
                  <a:lnTo>
                    <a:pt x="4552396" y="1692149"/>
                  </a:lnTo>
                  <a:lnTo>
                    <a:pt x="4552521" y="1692149"/>
                  </a:lnTo>
                  <a:lnTo>
                    <a:pt x="4552646" y="1692149"/>
                  </a:lnTo>
                  <a:lnTo>
                    <a:pt x="4552771" y="1692149"/>
                  </a:lnTo>
                  <a:lnTo>
                    <a:pt x="4552897" y="1692149"/>
                  </a:lnTo>
                  <a:lnTo>
                    <a:pt x="4553022" y="1692149"/>
                  </a:lnTo>
                  <a:lnTo>
                    <a:pt x="4553147" y="1692149"/>
                  </a:lnTo>
                  <a:lnTo>
                    <a:pt x="4553272" y="1692149"/>
                  </a:lnTo>
                  <a:lnTo>
                    <a:pt x="4553397" y="1692149"/>
                  </a:lnTo>
                  <a:lnTo>
                    <a:pt x="4553522" y="1692149"/>
                  </a:lnTo>
                  <a:lnTo>
                    <a:pt x="4553647" y="1692149"/>
                  </a:lnTo>
                  <a:lnTo>
                    <a:pt x="4553772" y="1692149"/>
                  </a:lnTo>
                  <a:lnTo>
                    <a:pt x="4553897" y="1692149"/>
                  </a:lnTo>
                  <a:lnTo>
                    <a:pt x="4554022" y="1692149"/>
                  </a:lnTo>
                  <a:lnTo>
                    <a:pt x="4554147" y="1692149"/>
                  </a:lnTo>
                  <a:lnTo>
                    <a:pt x="4554272" y="1692149"/>
                  </a:lnTo>
                  <a:lnTo>
                    <a:pt x="4554397" y="1692149"/>
                  </a:lnTo>
                  <a:lnTo>
                    <a:pt x="4554522" y="1692149"/>
                  </a:lnTo>
                  <a:lnTo>
                    <a:pt x="4554647" y="1692149"/>
                  </a:lnTo>
                  <a:lnTo>
                    <a:pt x="4554772" y="1692149"/>
                  </a:lnTo>
                  <a:lnTo>
                    <a:pt x="4554897" y="1692149"/>
                  </a:lnTo>
                  <a:lnTo>
                    <a:pt x="4555022" y="1692149"/>
                  </a:lnTo>
                  <a:lnTo>
                    <a:pt x="4555147" y="1692149"/>
                  </a:lnTo>
                  <a:lnTo>
                    <a:pt x="4555272" y="1692149"/>
                  </a:lnTo>
                  <a:lnTo>
                    <a:pt x="4555397" y="1692149"/>
                  </a:lnTo>
                  <a:lnTo>
                    <a:pt x="4555522" y="1692149"/>
                  </a:lnTo>
                  <a:lnTo>
                    <a:pt x="4555647" y="1692149"/>
                  </a:lnTo>
                  <a:lnTo>
                    <a:pt x="4555772" y="1692149"/>
                  </a:lnTo>
                  <a:lnTo>
                    <a:pt x="4555898" y="1692149"/>
                  </a:lnTo>
                  <a:lnTo>
                    <a:pt x="4556023" y="1692149"/>
                  </a:lnTo>
                  <a:lnTo>
                    <a:pt x="4556148" y="1692149"/>
                  </a:lnTo>
                  <a:lnTo>
                    <a:pt x="4556148" y="1682196"/>
                  </a:lnTo>
                  <a:lnTo>
                    <a:pt x="4556273" y="1682196"/>
                  </a:lnTo>
                  <a:lnTo>
                    <a:pt x="4556398" y="1682196"/>
                  </a:lnTo>
                  <a:lnTo>
                    <a:pt x="4556523" y="1682196"/>
                  </a:lnTo>
                  <a:lnTo>
                    <a:pt x="4556648" y="1682196"/>
                  </a:lnTo>
                  <a:lnTo>
                    <a:pt x="4556773" y="1682196"/>
                  </a:lnTo>
                  <a:lnTo>
                    <a:pt x="4556898" y="1682196"/>
                  </a:lnTo>
                  <a:lnTo>
                    <a:pt x="4557023" y="1682196"/>
                  </a:lnTo>
                  <a:lnTo>
                    <a:pt x="4557148" y="1682196"/>
                  </a:lnTo>
                  <a:lnTo>
                    <a:pt x="4557273" y="1682196"/>
                  </a:lnTo>
                  <a:lnTo>
                    <a:pt x="4557398" y="1682196"/>
                  </a:lnTo>
                  <a:lnTo>
                    <a:pt x="4557523" y="1682196"/>
                  </a:lnTo>
                  <a:lnTo>
                    <a:pt x="4557648" y="1682196"/>
                  </a:lnTo>
                  <a:lnTo>
                    <a:pt x="4557773" y="1682196"/>
                  </a:lnTo>
                  <a:lnTo>
                    <a:pt x="4557898" y="1682196"/>
                  </a:lnTo>
                  <a:lnTo>
                    <a:pt x="4558023" y="1682196"/>
                  </a:lnTo>
                  <a:lnTo>
                    <a:pt x="4558148" y="1682196"/>
                  </a:lnTo>
                  <a:lnTo>
                    <a:pt x="4558273" y="1682196"/>
                  </a:lnTo>
                  <a:lnTo>
                    <a:pt x="4558398" y="1682196"/>
                  </a:lnTo>
                  <a:lnTo>
                    <a:pt x="4558523" y="1682196"/>
                  </a:lnTo>
                  <a:lnTo>
                    <a:pt x="4558648" y="1682196"/>
                  </a:lnTo>
                  <a:lnTo>
                    <a:pt x="4558773" y="1682196"/>
                  </a:lnTo>
                  <a:lnTo>
                    <a:pt x="4558899" y="1682196"/>
                  </a:lnTo>
                  <a:lnTo>
                    <a:pt x="4559024" y="1682196"/>
                  </a:lnTo>
                  <a:lnTo>
                    <a:pt x="4559149" y="1682196"/>
                  </a:lnTo>
                  <a:lnTo>
                    <a:pt x="4559274" y="1682196"/>
                  </a:lnTo>
                  <a:lnTo>
                    <a:pt x="4559399" y="1682196"/>
                  </a:lnTo>
                  <a:lnTo>
                    <a:pt x="4559524" y="1682196"/>
                  </a:lnTo>
                  <a:lnTo>
                    <a:pt x="4559649" y="1682196"/>
                  </a:lnTo>
                  <a:lnTo>
                    <a:pt x="4559774" y="1682196"/>
                  </a:lnTo>
                  <a:lnTo>
                    <a:pt x="4559899" y="1682196"/>
                  </a:lnTo>
                  <a:lnTo>
                    <a:pt x="4560024" y="1682196"/>
                  </a:lnTo>
                  <a:lnTo>
                    <a:pt x="4560149" y="1682196"/>
                  </a:lnTo>
                  <a:lnTo>
                    <a:pt x="4560274" y="1682196"/>
                  </a:lnTo>
                  <a:lnTo>
                    <a:pt x="4560399" y="1682196"/>
                  </a:lnTo>
                  <a:lnTo>
                    <a:pt x="4560524" y="1682196"/>
                  </a:lnTo>
                  <a:lnTo>
                    <a:pt x="4560649" y="1682196"/>
                  </a:lnTo>
                  <a:lnTo>
                    <a:pt x="4560774" y="1682196"/>
                  </a:lnTo>
                  <a:lnTo>
                    <a:pt x="4560899" y="1682196"/>
                  </a:lnTo>
                  <a:lnTo>
                    <a:pt x="4561024" y="1682196"/>
                  </a:lnTo>
                  <a:lnTo>
                    <a:pt x="4561149" y="1682196"/>
                  </a:lnTo>
                  <a:lnTo>
                    <a:pt x="4561274" y="1682196"/>
                  </a:lnTo>
                  <a:lnTo>
                    <a:pt x="4561399" y="1682196"/>
                  </a:lnTo>
                  <a:lnTo>
                    <a:pt x="4561524" y="1682196"/>
                  </a:lnTo>
                  <a:lnTo>
                    <a:pt x="4561649" y="1682196"/>
                  </a:lnTo>
                  <a:lnTo>
                    <a:pt x="4561774" y="1682196"/>
                  </a:lnTo>
                  <a:lnTo>
                    <a:pt x="4561900" y="1682196"/>
                  </a:lnTo>
                  <a:lnTo>
                    <a:pt x="4562025" y="1682196"/>
                  </a:lnTo>
                  <a:lnTo>
                    <a:pt x="4562150" y="1682196"/>
                  </a:lnTo>
                  <a:lnTo>
                    <a:pt x="4562275" y="1682196"/>
                  </a:lnTo>
                  <a:lnTo>
                    <a:pt x="4562400" y="1682196"/>
                  </a:lnTo>
                  <a:lnTo>
                    <a:pt x="4562525" y="1682196"/>
                  </a:lnTo>
                  <a:lnTo>
                    <a:pt x="4562650" y="1682196"/>
                  </a:lnTo>
                  <a:lnTo>
                    <a:pt x="4562775" y="1682196"/>
                  </a:lnTo>
                  <a:lnTo>
                    <a:pt x="4562900" y="1682196"/>
                  </a:lnTo>
                  <a:lnTo>
                    <a:pt x="4563025" y="1682196"/>
                  </a:lnTo>
                  <a:lnTo>
                    <a:pt x="4563150" y="1682196"/>
                  </a:lnTo>
                  <a:lnTo>
                    <a:pt x="4563275" y="1682196"/>
                  </a:lnTo>
                  <a:lnTo>
                    <a:pt x="4563400" y="1682196"/>
                  </a:lnTo>
                  <a:lnTo>
                    <a:pt x="4563525" y="1682196"/>
                  </a:lnTo>
                  <a:lnTo>
                    <a:pt x="4563650" y="1682196"/>
                  </a:lnTo>
                  <a:lnTo>
                    <a:pt x="4563775" y="1682196"/>
                  </a:lnTo>
                  <a:lnTo>
                    <a:pt x="4563900" y="1682196"/>
                  </a:lnTo>
                  <a:lnTo>
                    <a:pt x="4564025" y="1682196"/>
                  </a:lnTo>
                  <a:lnTo>
                    <a:pt x="4564150" y="1682196"/>
                  </a:lnTo>
                  <a:lnTo>
                    <a:pt x="4564275" y="1682196"/>
                  </a:lnTo>
                  <a:lnTo>
                    <a:pt x="4564400" y="1682196"/>
                  </a:lnTo>
                  <a:lnTo>
                    <a:pt x="4564525" y="1682196"/>
                  </a:lnTo>
                  <a:lnTo>
                    <a:pt x="4564650" y="1682196"/>
                  </a:lnTo>
                  <a:lnTo>
                    <a:pt x="4564775" y="1682196"/>
                  </a:lnTo>
                  <a:lnTo>
                    <a:pt x="4564901" y="1682196"/>
                  </a:lnTo>
                  <a:lnTo>
                    <a:pt x="4565026" y="1682196"/>
                  </a:lnTo>
                  <a:lnTo>
                    <a:pt x="4565151" y="1682196"/>
                  </a:lnTo>
                  <a:lnTo>
                    <a:pt x="4565276" y="1682196"/>
                  </a:lnTo>
                  <a:lnTo>
                    <a:pt x="4565401" y="1682196"/>
                  </a:lnTo>
                  <a:lnTo>
                    <a:pt x="4565526" y="1682196"/>
                  </a:lnTo>
                  <a:lnTo>
                    <a:pt x="4565651" y="1682196"/>
                  </a:lnTo>
                  <a:lnTo>
                    <a:pt x="4565776" y="1682196"/>
                  </a:lnTo>
                  <a:lnTo>
                    <a:pt x="4565901" y="1682196"/>
                  </a:lnTo>
                  <a:lnTo>
                    <a:pt x="4566026" y="1682196"/>
                  </a:lnTo>
                  <a:lnTo>
                    <a:pt x="4566151" y="1682196"/>
                  </a:lnTo>
                  <a:lnTo>
                    <a:pt x="4566276" y="1682196"/>
                  </a:lnTo>
                  <a:lnTo>
                    <a:pt x="4566401" y="1682196"/>
                  </a:lnTo>
                  <a:lnTo>
                    <a:pt x="4566526" y="1682196"/>
                  </a:lnTo>
                  <a:lnTo>
                    <a:pt x="4566651" y="1682196"/>
                  </a:lnTo>
                  <a:lnTo>
                    <a:pt x="4566776" y="1682196"/>
                  </a:lnTo>
                  <a:lnTo>
                    <a:pt x="4566901" y="1682196"/>
                  </a:lnTo>
                  <a:lnTo>
                    <a:pt x="4567026" y="1682196"/>
                  </a:lnTo>
                  <a:lnTo>
                    <a:pt x="4567151" y="1682196"/>
                  </a:lnTo>
                  <a:lnTo>
                    <a:pt x="4567276" y="1682196"/>
                  </a:lnTo>
                  <a:lnTo>
                    <a:pt x="4567401" y="1682196"/>
                  </a:lnTo>
                  <a:lnTo>
                    <a:pt x="4567526" y="1682196"/>
                  </a:lnTo>
                  <a:lnTo>
                    <a:pt x="4567651" y="1682196"/>
                  </a:lnTo>
                  <a:lnTo>
                    <a:pt x="4567776" y="1682196"/>
                  </a:lnTo>
                  <a:lnTo>
                    <a:pt x="4567902" y="1682196"/>
                  </a:lnTo>
                  <a:lnTo>
                    <a:pt x="4568027" y="1682196"/>
                  </a:lnTo>
                  <a:lnTo>
                    <a:pt x="4568152" y="1682196"/>
                  </a:lnTo>
                  <a:lnTo>
                    <a:pt x="4568277" y="1682196"/>
                  </a:lnTo>
                  <a:lnTo>
                    <a:pt x="4568402" y="1682196"/>
                  </a:lnTo>
                  <a:lnTo>
                    <a:pt x="4568527" y="1682196"/>
                  </a:lnTo>
                  <a:lnTo>
                    <a:pt x="4568652" y="1682196"/>
                  </a:lnTo>
                  <a:lnTo>
                    <a:pt x="4568777" y="1682196"/>
                  </a:lnTo>
                  <a:lnTo>
                    <a:pt x="4568902" y="1682196"/>
                  </a:lnTo>
                  <a:lnTo>
                    <a:pt x="4569027" y="1682196"/>
                  </a:lnTo>
                  <a:lnTo>
                    <a:pt x="4569152" y="1682196"/>
                  </a:lnTo>
                  <a:lnTo>
                    <a:pt x="4569277" y="1682196"/>
                  </a:lnTo>
                  <a:lnTo>
                    <a:pt x="4569402" y="1682196"/>
                  </a:lnTo>
                  <a:lnTo>
                    <a:pt x="4569527" y="1682196"/>
                  </a:lnTo>
                  <a:lnTo>
                    <a:pt x="4569652" y="1682196"/>
                  </a:lnTo>
                  <a:lnTo>
                    <a:pt x="4569777" y="1682196"/>
                  </a:lnTo>
                  <a:lnTo>
                    <a:pt x="4569902" y="1682196"/>
                  </a:lnTo>
                  <a:lnTo>
                    <a:pt x="4570027" y="1682196"/>
                  </a:lnTo>
                  <a:lnTo>
                    <a:pt x="4570152" y="1682196"/>
                  </a:lnTo>
                  <a:lnTo>
                    <a:pt x="4570277" y="1682196"/>
                  </a:lnTo>
                  <a:lnTo>
                    <a:pt x="4570402" y="1682196"/>
                  </a:lnTo>
                  <a:lnTo>
                    <a:pt x="4570527" y="1682196"/>
                  </a:lnTo>
                  <a:lnTo>
                    <a:pt x="4570652" y="1682196"/>
                  </a:lnTo>
                  <a:lnTo>
                    <a:pt x="4570777" y="1682196"/>
                  </a:lnTo>
                  <a:lnTo>
                    <a:pt x="4570903" y="1682196"/>
                  </a:lnTo>
                  <a:lnTo>
                    <a:pt x="4571028" y="1682196"/>
                  </a:lnTo>
                  <a:lnTo>
                    <a:pt x="4571153" y="1682196"/>
                  </a:lnTo>
                  <a:lnTo>
                    <a:pt x="4571278" y="1682196"/>
                  </a:lnTo>
                  <a:lnTo>
                    <a:pt x="4571403" y="1682196"/>
                  </a:lnTo>
                  <a:lnTo>
                    <a:pt x="4571528" y="1682196"/>
                  </a:lnTo>
                  <a:lnTo>
                    <a:pt x="4571653" y="1682196"/>
                  </a:lnTo>
                  <a:lnTo>
                    <a:pt x="4571778" y="1682196"/>
                  </a:lnTo>
                  <a:lnTo>
                    <a:pt x="4571903" y="1682196"/>
                  </a:lnTo>
                  <a:lnTo>
                    <a:pt x="4572028" y="1682196"/>
                  </a:lnTo>
                  <a:lnTo>
                    <a:pt x="4572153" y="1682196"/>
                  </a:lnTo>
                  <a:lnTo>
                    <a:pt x="4572278" y="1682196"/>
                  </a:lnTo>
                  <a:lnTo>
                    <a:pt x="4572403" y="1682196"/>
                  </a:lnTo>
                  <a:lnTo>
                    <a:pt x="4572528" y="1682196"/>
                  </a:lnTo>
                  <a:lnTo>
                    <a:pt x="4572653" y="1682196"/>
                  </a:lnTo>
                  <a:lnTo>
                    <a:pt x="4572778" y="1682196"/>
                  </a:lnTo>
                  <a:lnTo>
                    <a:pt x="4572903" y="1682196"/>
                  </a:lnTo>
                  <a:lnTo>
                    <a:pt x="4573028" y="1682196"/>
                  </a:lnTo>
                  <a:lnTo>
                    <a:pt x="4573153" y="1682196"/>
                  </a:lnTo>
                  <a:lnTo>
                    <a:pt x="4573278" y="1682196"/>
                  </a:lnTo>
                  <a:lnTo>
                    <a:pt x="4573403" y="1682196"/>
                  </a:lnTo>
                  <a:lnTo>
                    <a:pt x="4573528" y="1682196"/>
                  </a:lnTo>
                  <a:lnTo>
                    <a:pt x="4573653" y="1682196"/>
                  </a:lnTo>
                  <a:lnTo>
                    <a:pt x="4573778" y="1682196"/>
                  </a:lnTo>
                  <a:lnTo>
                    <a:pt x="4573904" y="1682196"/>
                  </a:lnTo>
                  <a:lnTo>
                    <a:pt x="4574029" y="1682196"/>
                  </a:lnTo>
                  <a:lnTo>
                    <a:pt x="4574154" y="1682196"/>
                  </a:lnTo>
                  <a:lnTo>
                    <a:pt x="4574279" y="1682196"/>
                  </a:lnTo>
                  <a:lnTo>
                    <a:pt x="4574404" y="1682196"/>
                  </a:lnTo>
                  <a:lnTo>
                    <a:pt x="4574529" y="1682196"/>
                  </a:lnTo>
                  <a:lnTo>
                    <a:pt x="4574654" y="1682196"/>
                  </a:lnTo>
                  <a:lnTo>
                    <a:pt x="4574779" y="1682196"/>
                  </a:lnTo>
                  <a:lnTo>
                    <a:pt x="4574904" y="1682196"/>
                  </a:lnTo>
                  <a:lnTo>
                    <a:pt x="4575029" y="1682196"/>
                  </a:lnTo>
                  <a:lnTo>
                    <a:pt x="4575154" y="1682196"/>
                  </a:lnTo>
                  <a:lnTo>
                    <a:pt x="4575279" y="1682196"/>
                  </a:lnTo>
                  <a:lnTo>
                    <a:pt x="4575404" y="1682196"/>
                  </a:lnTo>
                  <a:lnTo>
                    <a:pt x="4575529" y="1682196"/>
                  </a:lnTo>
                  <a:lnTo>
                    <a:pt x="4575654" y="1682196"/>
                  </a:lnTo>
                  <a:lnTo>
                    <a:pt x="4575779" y="1682196"/>
                  </a:lnTo>
                  <a:lnTo>
                    <a:pt x="4575904" y="1682196"/>
                  </a:lnTo>
                  <a:lnTo>
                    <a:pt x="4576029" y="1682196"/>
                  </a:lnTo>
                  <a:lnTo>
                    <a:pt x="4576154" y="1682196"/>
                  </a:lnTo>
                  <a:lnTo>
                    <a:pt x="4576279" y="1682196"/>
                  </a:lnTo>
                  <a:lnTo>
                    <a:pt x="4576404" y="1682196"/>
                  </a:lnTo>
                  <a:lnTo>
                    <a:pt x="4576529" y="1682196"/>
                  </a:lnTo>
                  <a:lnTo>
                    <a:pt x="4576654" y="1682196"/>
                  </a:lnTo>
                  <a:lnTo>
                    <a:pt x="4576779" y="1682196"/>
                  </a:lnTo>
                  <a:lnTo>
                    <a:pt x="4576905" y="1682196"/>
                  </a:lnTo>
                  <a:lnTo>
                    <a:pt x="4577030" y="1682196"/>
                  </a:lnTo>
                  <a:lnTo>
                    <a:pt x="4577155" y="1682196"/>
                  </a:lnTo>
                  <a:lnTo>
                    <a:pt x="4577280" y="1682196"/>
                  </a:lnTo>
                  <a:lnTo>
                    <a:pt x="4577405" y="1682196"/>
                  </a:lnTo>
                  <a:lnTo>
                    <a:pt x="4577530" y="1682196"/>
                  </a:lnTo>
                  <a:lnTo>
                    <a:pt x="4577655" y="1682196"/>
                  </a:lnTo>
                  <a:lnTo>
                    <a:pt x="4577780" y="1682196"/>
                  </a:lnTo>
                  <a:lnTo>
                    <a:pt x="4577905" y="1682196"/>
                  </a:lnTo>
                  <a:lnTo>
                    <a:pt x="4578030" y="1682196"/>
                  </a:lnTo>
                  <a:lnTo>
                    <a:pt x="4578155" y="1682196"/>
                  </a:lnTo>
                  <a:lnTo>
                    <a:pt x="4578280" y="1682196"/>
                  </a:lnTo>
                  <a:lnTo>
                    <a:pt x="4578405" y="1682196"/>
                  </a:lnTo>
                  <a:lnTo>
                    <a:pt x="4578530" y="1682196"/>
                  </a:lnTo>
                  <a:lnTo>
                    <a:pt x="4578655" y="1682196"/>
                  </a:lnTo>
                  <a:lnTo>
                    <a:pt x="4578780" y="1682196"/>
                  </a:lnTo>
                  <a:lnTo>
                    <a:pt x="4578905" y="1682196"/>
                  </a:lnTo>
                  <a:lnTo>
                    <a:pt x="4579030" y="1682196"/>
                  </a:lnTo>
                  <a:lnTo>
                    <a:pt x="4579155" y="1682196"/>
                  </a:lnTo>
                  <a:lnTo>
                    <a:pt x="4579280" y="1682196"/>
                  </a:lnTo>
                  <a:lnTo>
                    <a:pt x="4579405" y="1682196"/>
                  </a:lnTo>
                  <a:lnTo>
                    <a:pt x="4579530" y="1682196"/>
                  </a:lnTo>
                  <a:lnTo>
                    <a:pt x="4579655" y="1682196"/>
                  </a:lnTo>
                  <a:lnTo>
                    <a:pt x="4579781" y="1682196"/>
                  </a:lnTo>
                  <a:lnTo>
                    <a:pt x="4579906" y="1682196"/>
                  </a:lnTo>
                  <a:lnTo>
                    <a:pt x="4580031" y="1682196"/>
                  </a:lnTo>
                  <a:lnTo>
                    <a:pt x="4580156" y="1682196"/>
                  </a:lnTo>
                  <a:lnTo>
                    <a:pt x="4580281" y="1682196"/>
                  </a:lnTo>
                  <a:lnTo>
                    <a:pt x="4580406" y="1682196"/>
                  </a:lnTo>
                  <a:lnTo>
                    <a:pt x="4580531" y="1682196"/>
                  </a:lnTo>
                  <a:lnTo>
                    <a:pt x="4580656" y="1682196"/>
                  </a:lnTo>
                  <a:lnTo>
                    <a:pt x="4580781" y="1682196"/>
                  </a:lnTo>
                  <a:lnTo>
                    <a:pt x="4580906" y="1682196"/>
                  </a:lnTo>
                  <a:lnTo>
                    <a:pt x="4581031" y="1682196"/>
                  </a:lnTo>
                  <a:lnTo>
                    <a:pt x="4581156" y="1682196"/>
                  </a:lnTo>
                  <a:lnTo>
                    <a:pt x="4581281" y="1682196"/>
                  </a:lnTo>
                  <a:lnTo>
                    <a:pt x="4581406" y="1682196"/>
                  </a:lnTo>
                  <a:lnTo>
                    <a:pt x="4581531" y="1682196"/>
                  </a:lnTo>
                  <a:lnTo>
                    <a:pt x="4581656" y="1682196"/>
                  </a:lnTo>
                  <a:lnTo>
                    <a:pt x="4581781" y="1682196"/>
                  </a:lnTo>
                  <a:lnTo>
                    <a:pt x="4581906" y="1682196"/>
                  </a:lnTo>
                  <a:lnTo>
                    <a:pt x="4582031" y="1682196"/>
                  </a:lnTo>
                  <a:lnTo>
                    <a:pt x="4582156" y="1682196"/>
                  </a:lnTo>
                  <a:lnTo>
                    <a:pt x="4582281" y="1682196"/>
                  </a:lnTo>
                  <a:lnTo>
                    <a:pt x="4582406" y="1682196"/>
                  </a:lnTo>
                  <a:lnTo>
                    <a:pt x="4582531" y="1682196"/>
                  </a:lnTo>
                  <a:lnTo>
                    <a:pt x="4582656" y="1682196"/>
                  </a:lnTo>
                  <a:lnTo>
                    <a:pt x="4582782" y="1682196"/>
                  </a:lnTo>
                  <a:lnTo>
                    <a:pt x="4582907" y="1682196"/>
                  </a:lnTo>
                  <a:lnTo>
                    <a:pt x="4583032" y="1682196"/>
                  </a:lnTo>
                  <a:lnTo>
                    <a:pt x="4583157" y="1682196"/>
                  </a:lnTo>
                  <a:lnTo>
                    <a:pt x="4583282" y="1682196"/>
                  </a:lnTo>
                  <a:lnTo>
                    <a:pt x="4583407" y="1682196"/>
                  </a:lnTo>
                  <a:lnTo>
                    <a:pt x="4583532" y="1682196"/>
                  </a:lnTo>
                  <a:lnTo>
                    <a:pt x="4583657" y="1682196"/>
                  </a:lnTo>
                  <a:lnTo>
                    <a:pt x="4583782" y="1682196"/>
                  </a:lnTo>
                  <a:lnTo>
                    <a:pt x="4583907" y="1682196"/>
                  </a:lnTo>
                  <a:lnTo>
                    <a:pt x="4584032" y="1682196"/>
                  </a:lnTo>
                  <a:lnTo>
                    <a:pt x="4584157" y="1682196"/>
                  </a:lnTo>
                  <a:lnTo>
                    <a:pt x="4584282" y="1682196"/>
                  </a:lnTo>
                  <a:lnTo>
                    <a:pt x="4584407" y="1682196"/>
                  </a:lnTo>
                  <a:lnTo>
                    <a:pt x="4584532" y="1682196"/>
                  </a:lnTo>
                  <a:lnTo>
                    <a:pt x="4584657" y="1682196"/>
                  </a:lnTo>
                  <a:lnTo>
                    <a:pt x="4584782" y="1682196"/>
                  </a:lnTo>
                  <a:lnTo>
                    <a:pt x="4584907" y="1682196"/>
                  </a:lnTo>
                  <a:lnTo>
                    <a:pt x="4585032" y="1682196"/>
                  </a:lnTo>
                  <a:lnTo>
                    <a:pt x="4585157" y="1682196"/>
                  </a:lnTo>
                  <a:lnTo>
                    <a:pt x="4585282" y="1682196"/>
                  </a:lnTo>
                  <a:lnTo>
                    <a:pt x="4585407" y="1682196"/>
                  </a:lnTo>
                  <a:lnTo>
                    <a:pt x="4585532" y="1682196"/>
                  </a:lnTo>
                  <a:lnTo>
                    <a:pt x="4585657" y="1682196"/>
                  </a:lnTo>
                  <a:lnTo>
                    <a:pt x="4585783" y="1682196"/>
                  </a:lnTo>
                  <a:lnTo>
                    <a:pt x="4585908" y="1682196"/>
                  </a:lnTo>
                  <a:lnTo>
                    <a:pt x="4586033" y="1682196"/>
                  </a:lnTo>
                  <a:lnTo>
                    <a:pt x="4586158" y="1682196"/>
                  </a:lnTo>
                  <a:lnTo>
                    <a:pt x="4586283" y="1682196"/>
                  </a:lnTo>
                  <a:lnTo>
                    <a:pt x="4586408" y="1682196"/>
                  </a:lnTo>
                  <a:lnTo>
                    <a:pt x="4586533" y="1682196"/>
                  </a:lnTo>
                  <a:lnTo>
                    <a:pt x="4586658" y="1682196"/>
                  </a:lnTo>
                  <a:lnTo>
                    <a:pt x="4586783" y="1682196"/>
                  </a:lnTo>
                  <a:lnTo>
                    <a:pt x="4586908" y="1682196"/>
                  </a:lnTo>
                  <a:lnTo>
                    <a:pt x="4587033" y="1682196"/>
                  </a:lnTo>
                  <a:lnTo>
                    <a:pt x="4587158" y="1682196"/>
                  </a:lnTo>
                  <a:lnTo>
                    <a:pt x="4587283" y="1682196"/>
                  </a:lnTo>
                  <a:lnTo>
                    <a:pt x="4587408" y="1682196"/>
                  </a:lnTo>
                  <a:lnTo>
                    <a:pt x="4587533" y="1682196"/>
                  </a:lnTo>
                  <a:lnTo>
                    <a:pt x="4587658" y="1682196"/>
                  </a:lnTo>
                  <a:lnTo>
                    <a:pt x="4587783" y="1682196"/>
                  </a:lnTo>
                  <a:lnTo>
                    <a:pt x="4587908" y="1682196"/>
                  </a:lnTo>
                  <a:lnTo>
                    <a:pt x="4588033" y="1682196"/>
                  </a:lnTo>
                  <a:lnTo>
                    <a:pt x="4588158" y="1682196"/>
                  </a:lnTo>
                  <a:lnTo>
                    <a:pt x="4588283" y="1682196"/>
                  </a:lnTo>
                  <a:lnTo>
                    <a:pt x="4588408" y="1682196"/>
                  </a:lnTo>
                  <a:lnTo>
                    <a:pt x="4588533" y="1682196"/>
                  </a:lnTo>
                  <a:lnTo>
                    <a:pt x="4588658" y="1682196"/>
                  </a:lnTo>
                  <a:lnTo>
                    <a:pt x="4588784" y="1682196"/>
                  </a:lnTo>
                  <a:lnTo>
                    <a:pt x="4588909" y="1682196"/>
                  </a:lnTo>
                  <a:lnTo>
                    <a:pt x="4589034" y="1682196"/>
                  </a:lnTo>
                  <a:lnTo>
                    <a:pt x="4589159" y="1682196"/>
                  </a:lnTo>
                  <a:lnTo>
                    <a:pt x="4589284" y="1682196"/>
                  </a:lnTo>
                  <a:lnTo>
                    <a:pt x="4589409" y="1682196"/>
                  </a:lnTo>
                  <a:lnTo>
                    <a:pt x="4589534" y="1682196"/>
                  </a:lnTo>
                  <a:lnTo>
                    <a:pt x="4589659" y="1682196"/>
                  </a:lnTo>
                  <a:lnTo>
                    <a:pt x="4589784" y="1682196"/>
                  </a:lnTo>
                  <a:lnTo>
                    <a:pt x="4589909" y="1682196"/>
                  </a:lnTo>
                  <a:lnTo>
                    <a:pt x="4590034" y="1682196"/>
                  </a:lnTo>
                  <a:lnTo>
                    <a:pt x="4590159" y="1682196"/>
                  </a:lnTo>
                  <a:lnTo>
                    <a:pt x="4590284" y="1682196"/>
                  </a:lnTo>
                  <a:lnTo>
                    <a:pt x="4590409" y="1682196"/>
                  </a:lnTo>
                  <a:lnTo>
                    <a:pt x="4590534" y="1682196"/>
                  </a:lnTo>
                  <a:lnTo>
                    <a:pt x="4590659" y="1682196"/>
                  </a:lnTo>
                  <a:lnTo>
                    <a:pt x="4590784" y="1682196"/>
                  </a:lnTo>
                  <a:lnTo>
                    <a:pt x="4590909" y="1682196"/>
                  </a:lnTo>
                  <a:lnTo>
                    <a:pt x="4591034" y="1682196"/>
                  </a:lnTo>
                  <a:lnTo>
                    <a:pt x="4591159" y="1682196"/>
                  </a:lnTo>
                  <a:lnTo>
                    <a:pt x="4591284" y="1682196"/>
                  </a:lnTo>
                  <a:lnTo>
                    <a:pt x="4591409" y="1682196"/>
                  </a:lnTo>
                  <a:lnTo>
                    <a:pt x="4591534" y="1682196"/>
                  </a:lnTo>
                  <a:lnTo>
                    <a:pt x="4591659" y="1682196"/>
                  </a:lnTo>
                  <a:lnTo>
                    <a:pt x="4591785" y="1682196"/>
                  </a:lnTo>
                  <a:lnTo>
                    <a:pt x="4591910" y="1682196"/>
                  </a:lnTo>
                  <a:lnTo>
                    <a:pt x="4592035" y="1682196"/>
                  </a:lnTo>
                  <a:lnTo>
                    <a:pt x="4592160" y="1682196"/>
                  </a:lnTo>
                  <a:lnTo>
                    <a:pt x="4592285" y="1682196"/>
                  </a:lnTo>
                  <a:lnTo>
                    <a:pt x="4592410" y="1682196"/>
                  </a:lnTo>
                  <a:lnTo>
                    <a:pt x="4592535" y="1682196"/>
                  </a:lnTo>
                  <a:lnTo>
                    <a:pt x="4592660" y="1682196"/>
                  </a:lnTo>
                  <a:lnTo>
                    <a:pt x="4592785" y="1682196"/>
                  </a:lnTo>
                  <a:lnTo>
                    <a:pt x="4592910" y="1682196"/>
                  </a:lnTo>
                  <a:lnTo>
                    <a:pt x="4593035" y="1682196"/>
                  </a:lnTo>
                  <a:lnTo>
                    <a:pt x="4593160" y="1682196"/>
                  </a:lnTo>
                  <a:lnTo>
                    <a:pt x="4593285" y="1682196"/>
                  </a:lnTo>
                  <a:lnTo>
                    <a:pt x="4593410" y="1682196"/>
                  </a:lnTo>
                  <a:lnTo>
                    <a:pt x="4593535" y="1682196"/>
                  </a:lnTo>
                  <a:lnTo>
                    <a:pt x="4593660" y="1682196"/>
                  </a:lnTo>
                  <a:lnTo>
                    <a:pt x="4593785" y="1682196"/>
                  </a:lnTo>
                  <a:lnTo>
                    <a:pt x="4593910" y="1682196"/>
                  </a:lnTo>
                  <a:lnTo>
                    <a:pt x="4594035" y="1682196"/>
                  </a:lnTo>
                  <a:lnTo>
                    <a:pt x="4594160" y="1682196"/>
                  </a:lnTo>
                  <a:lnTo>
                    <a:pt x="4594285" y="1682196"/>
                  </a:lnTo>
                  <a:lnTo>
                    <a:pt x="4594410" y="1682196"/>
                  </a:lnTo>
                  <a:lnTo>
                    <a:pt x="4594535" y="1682196"/>
                  </a:lnTo>
                  <a:lnTo>
                    <a:pt x="4594660" y="1682196"/>
                  </a:lnTo>
                  <a:lnTo>
                    <a:pt x="4594786" y="1682196"/>
                  </a:lnTo>
                  <a:lnTo>
                    <a:pt x="4594911" y="1682196"/>
                  </a:lnTo>
                  <a:lnTo>
                    <a:pt x="4595036" y="1682196"/>
                  </a:lnTo>
                  <a:lnTo>
                    <a:pt x="4595161" y="1682196"/>
                  </a:lnTo>
                  <a:lnTo>
                    <a:pt x="4595286" y="1682196"/>
                  </a:lnTo>
                  <a:lnTo>
                    <a:pt x="4595411" y="1682196"/>
                  </a:lnTo>
                  <a:lnTo>
                    <a:pt x="4595536" y="1682196"/>
                  </a:lnTo>
                  <a:lnTo>
                    <a:pt x="4595661" y="1682196"/>
                  </a:lnTo>
                  <a:lnTo>
                    <a:pt x="4595786" y="1682196"/>
                  </a:lnTo>
                  <a:lnTo>
                    <a:pt x="4595911" y="1682196"/>
                  </a:lnTo>
                  <a:lnTo>
                    <a:pt x="4596036" y="1682196"/>
                  </a:lnTo>
                  <a:lnTo>
                    <a:pt x="4596036" y="1672242"/>
                  </a:lnTo>
                  <a:lnTo>
                    <a:pt x="4596161" y="1672242"/>
                  </a:lnTo>
                  <a:lnTo>
                    <a:pt x="4596286" y="1672242"/>
                  </a:lnTo>
                  <a:lnTo>
                    <a:pt x="4596411" y="1672242"/>
                  </a:lnTo>
                  <a:lnTo>
                    <a:pt x="4596411" y="1662288"/>
                  </a:lnTo>
                  <a:lnTo>
                    <a:pt x="4596536" y="1662288"/>
                  </a:lnTo>
                  <a:lnTo>
                    <a:pt x="4596661" y="1662288"/>
                  </a:lnTo>
                  <a:lnTo>
                    <a:pt x="4596786" y="1662288"/>
                  </a:lnTo>
                  <a:lnTo>
                    <a:pt x="4596911" y="1662288"/>
                  </a:lnTo>
                  <a:lnTo>
                    <a:pt x="4597036" y="1662288"/>
                  </a:lnTo>
                  <a:lnTo>
                    <a:pt x="4597161" y="1662288"/>
                  </a:lnTo>
                  <a:lnTo>
                    <a:pt x="4597286" y="1662288"/>
                  </a:lnTo>
                  <a:lnTo>
                    <a:pt x="4597411" y="1662288"/>
                  </a:lnTo>
                  <a:lnTo>
                    <a:pt x="4597536" y="1662288"/>
                  </a:lnTo>
                  <a:lnTo>
                    <a:pt x="4597661" y="1662288"/>
                  </a:lnTo>
                  <a:lnTo>
                    <a:pt x="4597787" y="1662288"/>
                  </a:lnTo>
                  <a:lnTo>
                    <a:pt x="4597912" y="1662288"/>
                  </a:lnTo>
                  <a:lnTo>
                    <a:pt x="4598037" y="1662288"/>
                  </a:lnTo>
                  <a:lnTo>
                    <a:pt x="4598162" y="1662288"/>
                  </a:lnTo>
                  <a:lnTo>
                    <a:pt x="4598287" y="1662288"/>
                  </a:lnTo>
                  <a:lnTo>
                    <a:pt x="4598412" y="1662288"/>
                  </a:lnTo>
                  <a:lnTo>
                    <a:pt x="4598537" y="1662288"/>
                  </a:lnTo>
                  <a:lnTo>
                    <a:pt x="4598662" y="1662288"/>
                  </a:lnTo>
                  <a:lnTo>
                    <a:pt x="4598787" y="1662288"/>
                  </a:lnTo>
                  <a:lnTo>
                    <a:pt x="4598912" y="1662288"/>
                  </a:lnTo>
                  <a:lnTo>
                    <a:pt x="4599037" y="1662288"/>
                  </a:lnTo>
                  <a:lnTo>
                    <a:pt x="4599162" y="1662288"/>
                  </a:lnTo>
                  <a:lnTo>
                    <a:pt x="4599287" y="1662288"/>
                  </a:lnTo>
                  <a:lnTo>
                    <a:pt x="4599412" y="1662288"/>
                  </a:lnTo>
                  <a:lnTo>
                    <a:pt x="4599537" y="1662288"/>
                  </a:lnTo>
                  <a:lnTo>
                    <a:pt x="4599662" y="1662288"/>
                  </a:lnTo>
                  <a:lnTo>
                    <a:pt x="4599787" y="1662288"/>
                  </a:lnTo>
                  <a:lnTo>
                    <a:pt x="4599912" y="1662288"/>
                  </a:lnTo>
                  <a:lnTo>
                    <a:pt x="4600037" y="1662288"/>
                  </a:lnTo>
                  <a:lnTo>
                    <a:pt x="4600162" y="1662288"/>
                  </a:lnTo>
                  <a:lnTo>
                    <a:pt x="4600287" y="1662288"/>
                  </a:lnTo>
                  <a:lnTo>
                    <a:pt x="4600412" y="1662288"/>
                  </a:lnTo>
                  <a:lnTo>
                    <a:pt x="4600537" y="1662288"/>
                  </a:lnTo>
                  <a:lnTo>
                    <a:pt x="4600662" y="1662288"/>
                  </a:lnTo>
                  <a:lnTo>
                    <a:pt x="4600788" y="1662288"/>
                  </a:lnTo>
                  <a:lnTo>
                    <a:pt x="4600913" y="1662288"/>
                  </a:lnTo>
                  <a:lnTo>
                    <a:pt x="4601038" y="1662288"/>
                  </a:lnTo>
                  <a:lnTo>
                    <a:pt x="4601163" y="1662288"/>
                  </a:lnTo>
                  <a:lnTo>
                    <a:pt x="4601288" y="1662288"/>
                  </a:lnTo>
                  <a:lnTo>
                    <a:pt x="4601413" y="1662288"/>
                  </a:lnTo>
                  <a:lnTo>
                    <a:pt x="4601538" y="1662288"/>
                  </a:lnTo>
                  <a:lnTo>
                    <a:pt x="4601663" y="1662288"/>
                  </a:lnTo>
                  <a:lnTo>
                    <a:pt x="4601788" y="1662288"/>
                  </a:lnTo>
                  <a:lnTo>
                    <a:pt x="4601913" y="1662288"/>
                  </a:lnTo>
                  <a:lnTo>
                    <a:pt x="4602038" y="1662288"/>
                  </a:lnTo>
                  <a:lnTo>
                    <a:pt x="4602163" y="1662288"/>
                  </a:lnTo>
                  <a:lnTo>
                    <a:pt x="4602288" y="1662288"/>
                  </a:lnTo>
                  <a:lnTo>
                    <a:pt x="4602288" y="1652334"/>
                  </a:lnTo>
                  <a:lnTo>
                    <a:pt x="4602413" y="1652334"/>
                  </a:lnTo>
                  <a:lnTo>
                    <a:pt x="4602538" y="1652334"/>
                  </a:lnTo>
                  <a:lnTo>
                    <a:pt x="4602663" y="1652334"/>
                  </a:lnTo>
                  <a:lnTo>
                    <a:pt x="4602788" y="1652334"/>
                  </a:lnTo>
                  <a:lnTo>
                    <a:pt x="4602913" y="1652334"/>
                  </a:lnTo>
                  <a:lnTo>
                    <a:pt x="4603038" y="1652334"/>
                  </a:lnTo>
                  <a:lnTo>
                    <a:pt x="4603163" y="1652334"/>
                  </a:lnTo>
                  <a:lnTo>
                    <a:pt x="4603288" y="1652334"/>
                  </a:lnTo>
                  <a:lnTo>
                    <a:pt x="4603413" y="1652334"/>
                  </a:lnTo>
                  <a:lnTo>
                    <a:pt x="4603538" y="1652334"/>
                  </a:lnTo>
                  <a:lnTo>
                    <a:pt x="4603663" y="1652334"/>
                  </a:lnTo>
                  <a:lnTo>
                    <a:pt x="4603789" y="1652334"/>
                  </a:lnTo>
                  <a:lnTo>
                    <a:pt x="4603914" y="1652334"/>
                  </a:lnTo>
                  <a:lnTo>
                    <a:pt x="4604039" y="1652334"/>
                  </a:lnTo>
                  <a:lnTo>
                    <a:pt x="4604164" y="1652334"/>
                  </a:lnTo>
                  <a:lnTo>
                    <a:pt x="4604289" y="1652334"/>
                  </a:lnTo>
                  <a:lnTo>
                    <a:pt x="4604414" y="1652334"/>
                  </a:lnTo>
                  <a:lnTo>
                    <a:pt x="4604539" y="1652334"/>
                  </a:lnTo>
                  <a:lnTo>
                    <a:pt x="4604664" y="1652334"/>
                  </a:lnTo>
                  <a:lnTo>
                    <a:pt x="4604789" y="1652334"/>
                  </a:lnTo>
                  <a:lnTo>
                    <a:pt x="4604914" y="1652334"/>
                  </a:lnTo>
                  <a:lnTo>
                    <a:pt x="4605039" y="1652334"/>
                  </a:lnTo>
                  <a:lnTo>
                    <a:pt x="4605164" y="1652334"/>
                  </a:lnTo>
                  <a:lnTo>
                    <a:pt x="4605289" y="1652334"/>
                  </a:lnTo>
                  <a:lnTo>
                    <a:pt x="4605414" y="1652334"/>
                  </a:lnTo>
                  <a:lnTo>
                    <a:pt x="4605539" y="1652334"/>
                  </a:lnTo>
                  <a:lnTo>
                    <a:pt x="4605664" y="1652334"/>
                  </a:lnTo>
                  <a:lnTo>
                    <a:pt x="4605789" y="1652334"/>
                  </a:lnTo>
                  <a:lnTo>
                    <a:pt x="4605914" y="1652334"/>
                  </a:lnTo>
                  <a:lnTo>
                    <a:pt x="4606039" y="1652334"/>
                  </a:lnTo>
                  <a:lnTo>
                    <a:pt x="4606164" y="1652334"/>
                  </a:lnTo>
                  <a:lnTo>
                    <a:pt x="4606289" y="1652334"/>
                  </a:lnTo>
                  <a:lnTo>
                    <a:pt x="4606414" y="1652334"/>
                  </a:lnTo>
                  <a:lnTo>
                    <a:pt x="4606539" y="1652334"/>
                  </a:lnTo>
                  <a:lnTo>
                    <a:pt x="4606664" y="1652334"/>
                  </a:lnTo>
                  <a:lnTo>
                    <a:pt x="4606790" y="1652334"/>
                  </a:lnTo>
                  <a:lnTo>
                    <a:pt x="4606915" y="1652334"/>
                  </a:lnTo>
                  <a:lnTo>
                    <a:pt x="4607040" y="1652334"/>
                  </a:lnTo>
                  <a:lnTo>
                    <a:pt x="4607165" y="1652334"/>
                  </a:lnTo>
                  <a:lnTo>
                    <a:pt x="4607290" y="1652334"/>
                  </a:lnTo>
                  <a:lnTo>
                    <a:pt x="4607415" y="1652334"/>
                  </a:lnTo>
                  <a:lnTo>
                    <a:pt x="4607540" y="1652334"/>
                  </a:lnTo>
                  <a:lnTo>
                    <a:pt x="4607665" y="1652334"/>
                  </a:lnTo>
                  <a:lnTo>
                    <a:pt x="4607790" y="1652334"/>
                  </a:lnTo>
                  <a:lnTo>
                    <a:pt x="4607915" y="1652334"/>
                  </a:lnTo>
                  <a:lnTo>
                    <a:pt x="4608040" y="1652334"/>
                  </a:lnTo>
                  <a:lnTo>
                    <a:pt x="4608165" y="1652334"/>
                  </a:lnTo>
                  <a:lnTo>
                    <a:pt x="4608290" y="1652334"/>
                  </a:lnTo>
                  <a:lnTo>
                    <a:pt x="4608415" y="1652334"/>
                  </a:lnTo>
                  <a:lnTo>
                    <a:pt x="4608540" y="1652334"/>
                  </a:lnTo>
                  <a:lnTo>
                    <a:pt x="4608665" y="1652334"/>
                  </a:lnTo>
                  <a:lnTo>
                    <a:pt x="4608790" y="1652334"/>
                  </a:lnTo>
                  <a:lnTo>
                    <a:pt x="4608915" y="1652334"/>
                  </a:lnTo>
                  <a:lnTo>
                    <a:pt x="4609040" y="1652334"/>
                  </a:lnTo>
                  <a:lnTo>
                    <a:pt x="4609165" y="1652334"/>
                  </a:lnTo>
                  <a:lnTo>
                    <a:pt x="4609290" y="1652334"/>
                  </a:lnTo>
                  <a:lnTo>
                    <a:pt x="4609415" y="1652334"/>
                  </a:lnTo>
                  <a:lnTo>
                    <a:pt x="4609540" y="1652334"/>
                  </a:lnTo>
                  <a:lnTo>
                    <a:pt x="4609665" y="1652334"/>
                  </a:lnTo>
                  <a:lnTo>
                    <a:pt x="4609791" y="1652334"/>
                  </a:lnTo>
                  <a:lnTo>
                    <a:pt x="4609916" y="1652334"/>
                  </a:lnTo>
                  <a:lnTo>
                    <a:pt x="4610041" y="1652334"/>
                  </a:lnTo>
                  <a:lnTo>
                    <a:pt x="4610166" y="1652334"/>
                  </a:lnTo>
                  <a:lnTo>
                    <a:pt x="4610291" y="1652334"/>
                  </a:lnTo>
                  <a:lnTo>
                    <a:pt x="4610416" y="1652334"/>
                  </a:lnTo>
                  <a:lnTo>
                    <a:pt x="4610541" y="1652334"/>
                  </a:lnTo>
                  <a:lnTo>
                    <a:pt x="4610666" y="1652334"/>
                  </a:lnTo>
                  <a:lnTo>
                    <a:pt x="4610791" y="1652334"/>
                  </a:lnTo>
                  <a:lnTo>
                    <a:pt x="4610916" y="1652334"/>
                  </a:lnTo>
                  <a:lnTo>
                    <a:pt x="4611041" y="1652334"/>
                  </a:lnTo>
                  <a:lnTo>
                    <a:pt x="4611166" y="1652334"/>
                  </a:lnTo>
                  <a:lnTo>
                    <a:pt x="4611291" y="1652334"/>
                  </a:lnTo>
                  <a:lnTo>
                    <a:pt x="4611416" y="1652334"/>
                  </a:lnTo>
                  <a:lnTo>
                    <a:pt x="4611541" y="1652334"/>
                  </a:lnTo>
                  <a:lnTo>
                    <a:pt x="4611666" y="1652334"/>
                  </a:lnTo>
                  <a:lnTo>
                    <a:pt x="4611791" y="1652334"/>
                  </a:lnTo>
                  <a:lnTo>
                    <a:pt x="4611916" y="1652334"/>
                  </a:lnTo>
                  <a:lnTo>
                    <a:pt x="4612041" y="1652334"/>
                  </a:lnTo>
                  <a:lnTo>
                    <a:pt x="4612166" y="1652334"/>
                  </a:lnTo>
                  <a:lnTo>
                    <a:pt x="4612291" y="1652334"/>
                  </a:lnTo>
                  <a:lnTo>
                    <a:pt x="4612416" y="1652334"/>
                  </a:lnTo>
                  <a:lnTo>
                    <a:pt x="4612541" y="1652334"/>
                  </a:lnTo>
                  <a:lnTo>
                    <a:pt x="4612666" y="1652334"/>
                  </a:lnTo>
                  <a:lnTo>
                    <a:pt x="4612792" y="1652334"/>
                  </a:lnTo>
                  <a:lnTo>
                    <a:pt x="4612917" y="1652334"/>
                  </a:lnTo>
                  <a:lnTo>
                    <a:pt x="4613042" y="1652334"/>
                  </a:lnTo>
                  <a:lnTo>
                    <a:pt x="4613167" y="1652334"/>
                  </a:lnTo>
                  <a:lnTo>
                    <a:pt x="4613292" y="1652334"/>
                  </a:lnTo>
                  <a:lnTo>
                    <a:pt x="4613417" y="1652334"/>
                  </a:lnTo>
                  <a:lnTo>
                    <a:pt x="4613542" y="1652334"/>
                  </a:lnTo>
                  <a:lnTo>
                    <a:pt x="4613667" y="1652334"/>
                  </a:lnTo>
                  <a:lnTo>
                    <a:pt x="4613792" y="1652334"/>
                  </a:lnTo>
                  <a:lnTo>
                    <a:pt x="4613917" y="1652334"/>
                  </a:lnTo>
                  <a:lnTo>
                    <a:pt x="4614042" y="1652334"/>
                  </a:lnTo>
                  <a:lnTo>
                    <a:pt x="4614167" y="1652334"/>
                  </a:lnTo>
                  <a:lnTo>
                    <a:pt x="4614292" y="1652334"/>
                  </a:lnTo>
                  <a:lnTo>
                    <a:pt x="4614417" y="1652334"/>
                  </a:lnTo>
                  <a:lnTo>
                    <a:pt x="4614542" y="1652334"/>
                  </a:lnTo>
                  <a:lnTo>
                    <a:pt x="4614667" y="1652334"/>
                  </a:lnTo>
                  <a:lnTo>
                    <a:pt x="4614792" y="1652334"/>
                  </a:lnTo>
                  <a:lnTo>
                    <a:pt x="4614917" y="1652334"/>
                  </a:lnTo>
                  <a:lnTo>
                    <a:pt x="4615042" y="1652334"/>
                  </a:lnTo>
                  <a:lnTo>
                    <a:pt x="4615167" y="1652334"/>
                  </a:lnTo>
                  <a:lnTo>
                    <a:pt x="4615292" y="1652334"/>
                  </a:lnTo>
                  <a:lnTo>
                    <a:pt x="4615417" y="1652334"/>
                  </a:lnTo>
                  <a:lnTo>
                    <a:pt x="4615542" y="1652334"/>
                  </a:lnTo>
                  <a:lnTo>
                    <a:pt x="4615667" y="1652334"/>
                  </a:lnTo>
                  <a:lnTo>
                    <a:pt x="4615793" y="1652334"/>
                  </a:lnTo>
                  <a:lnTo>
                    <a:pt x="4615918" y="1652334"/>
                  </a:lnTo>
                  <a:lnTo>
                    <a:pt x="4616043" y="1652334"/>
                  </a:lnTo>
                  <a:lnTo>
                    <a:pt x="4616168" y="1652334"/>
                  </a:lnTo>
                  <a:lnTo>
                    <a:pt x="4616293" y="1652334"/>
                  </a:lnTo>
                  <a:lnTo>
                    <a:pt x="4616418" y="1652334"/>
                  </a:lnTo>
                  <a:lnTo>
                    <a:pt x="4616543" y="1652334"/>
                  </a:lnTo>
                  <a:lnTo>
                    <a:pt x="4616668" y="1652334"/>
                  </a:lnTo>
                  <a:lnTo>
                    <a:pt x="4616793" y="1652334"/>
                  </a:lnTo>
                  <a:lnTo>
                    <a:pt x="4616918" y="1652334"/>
                  </a:lnTo>
                  <a:lnTo>
                    <a:pt x="4617043" y="1652334"/>
                  </a:lnTo>
                  <a:lnTo>
                    <a:pt x="4617168" y="1652334"/>
                  </a:lnTo>
                  <a:lnTo>
                    <a:pt x="4617293" y="1652334"/>
                  </a:lnTo>
                  <a:lnTo>
                    <a:pt x="4617418" y="1652334"/>
                  </a:lnTo>
                  <a:lnTo>
                    <a:pt x="4617543" y="1652334"/>
                  </a:lnTo>
                  <a:lnTo>
                    <a:pt x="4617668" y="1652334"/>
                  </a:lnTo>
                  <a:lnTo>
                    <a:pt x="4617793" y="1652334"/>
                  </a:lnTo>
                  <a:lnTo>
                    <a:pt x="4617918" y="1652334"/>
                  </a:lnTo>
                  <a:lnTo>
                    <a:pt x="4618043" y="1652334"/>
                  </a:lnTo>
                  <a:lnTo>
                    <a:pt x="4618168" y="1652334"/>
                  </a:lnTo>
                  <a:lnTo>
                    <a:pt x="4618293" y="1652334"/>
                  </a:lnTo>
                  <a:lnTo>
                    <a:pt x="4618418" y="1652334"/>
                  </a:lnTo>
                  <a:lnTo>
                    <a:pt x="4618543" y="1652334"/>
                  </a:lnTo>
                  <a:lnTo>
                    <a:pt x="4618669" y="1652334"/>
                  </a:lnTo>
                  <a:lnTo>
                    <a:pt x="4618794" y="1652334"/>
                  </a:lnTo>
                  <a:lnTo>
                    <a:pt x="4618919" y="1652334"/>
                  </a:lnTo>
                  <a:lnTo>
                    <a:pt x="4619044" y="1652334"/>
                  </a:lnTo>
                  <a:lnTo>
                    <a:pt x="4619169" y="1652334"/>
                  </a:lnTo>
                  <a:lnTo>
                    <a:pt x="4619294" y="1652334"/>
                  </a:lnTo>
                  <a:lnTo>
                    <a:pt x="4619419" y="1652334"/>
                  </a:lnTo>
                  <a:lnTo>
                    <a:pt x="4619544" y="1652334"/>
                  </a:lnTo>
                  <a:lnTo>
                    <a:pt x="4619669" y="1652334"/>
                  </a:lnTo>
                  <a:lnTo>
                    <a:pt x="4619794" y="1652334"/>
                  </a:lnTo>
                  <a:lnTo>
                    <a:pt x="4619919" y="1652334"/>
                  </a:lnTo>
                  <a:lnTo>
                    <a:pt x="4620044" y="1652334"/>
                  </a:lnTo>
                  <a:lnTo>
                    <a:pt x="4620169" y="1652334"/>
                  </a:lnTo>
                  <a:lnTo>
                    <a:pt x="4620294" y="1652334"/>
                  </a:lnTo>
                  <a:lnTo>
                    <a:pt x="4620419" y="1652334"/>
                  </a:lnTo>
                  <a:lnTo>
                    <a:pt x="4620544" y="1652334"/>
                  </a:lnTo>
                  <a:lnTo>
                    <a:pt x="4620669" y="1652334"/>
                  </a:lnTo>
                  <a:lnTo>
                    <a:pt x="4620794" y="1652334"/>
                  </a:lnTo>
                  <a:lnTo>
                    <a:pt x="4620919" y="1652334"/>
                  </a:lnTo>
                  <a:lnTo>
                    <a:pt x="4621044" y="1652334"/>
                  </a:lnTo>
                  <a:lnTo>
                    <a:pt x="4621169" y="1652334"/>
                  </a:lnTo>
                  <a:lnTo>
                    <a:pt x="4621294" y="1652334"/>
                  </a:lnTo>
                  <a:lnTo>
                    <a:pt x="4621419" y="1652334"/>
                  </a:lnTo>
                  <a:lnTo>
                    <a:pt x="4621544" y="1652334"/>
                  </a:lnTo>
                  <a:lnTo>
                    <a:pt x="4621670" y="1652334"/>
                  </a:lnTo>
                  <a:lnTo>
                    <a:pt x="4621795" y="1652334"/>
                  </a:lnTo>
                  <a:lnTo>
                    <a:pt x="4621920" y="1652334"/>
                  </a:lnTo>
                  <a:lnTo>
                    <a:pt x="4622045" y="1652334"/>
                  </a:lnTo>
                  <a:lnTo>
                    <a:pt x="4622170" y="1652334"/>
                  </a:lnTo>
                  <a:lnTo>
                    <a:pt x="4622295" y="1652334"/>
                  </a:lnTo>
                  <a:lnTo>
                    <a:pt x="4622420" y="1652334"/>
                  </a:lnTo>
                  <a:lnTo>
                    <a:pt x="4622545" y="1652334"/>
                  </a:lnTo>
                  <a:lnTo>
                    <a:pt x="4622670" y="1652334"/>
                  </a:lnTo>
                  <a:lnTo>
                    <a:pt x="4622795" y="1652334"/>
                  </a:lnTo>
                  <a:lnTo>
                    <a:pt x="4622920" y="1652334"/>
                  </a:lnTo>
                  <a:lnTo>
                    <a:pt x="4623045" y="1652334"/>
                  </a:lnTo>
                  <a:lnTo>
                    <a:pt x="4623170" y="1652334"/>
                  </a:lnTo>
                  <a:lnTo>
                    <a:pt x="4623295" y="1652334"/>
                  </a:lnTo>
                  <a:lnTo>
                    <a:pt x="4623420" y="1652334"/>
                  </a:lnTo>
                  <a:lnTo>
                    <a:pt x="4623545" y="1652334"/>
                  </a:lnTo>
                  <a:lnTo>
                    <a:pt x="4623670" y="1652334"/>
                  </a:lnTo>
                  <a:lnTo>
                    <a:pt x="4623795" y="1652334"/>
                  </a:lnTo>
                  <a:lnTo>
                    <a:pt x="4623920" y="1652334"/>
                  </a:lnTo>
                  <a:lnTo>
                    <a:pt x="4624045" y="1652334"/>
                  </a:lnTo>
                  <a:lnTo>
                    <a:pt x="4624170" y="1652334"/>
                  </a:lnTo>
                  <a:lnTo>
                    <a:pt x="4624295" y="1652334"/>
                  </a:lnTo>
                  <a:lnTo>
                    <a:pt x="4624420" y="1652334"/>
                  </a:lnTo>
                  <a:lnTo>
                    <a:pt x="4624545" y="1652334"/>
                  </a:lnTo>
                  <a:lnTo>
                    <a:pt x="4624671" y="1652334"/>
                  </a:lnTo>
                  <a:lnTo>
                    <a:pt x="4624796" y="1652334"/>
                  </a:lnTo>
                  <a:lnTo>
                    <a:pt x="4624921" y="1652334"/>
                  </a:lnTo>
                  <a:lnTo>
                    <a:pt x="4625046" y="1652334"/>
                  </a:lnTo>
                  <a:lnTo>
                    <a:pt x="4625171" y="1652334"/>
                  </a:lnTo>
                  <a:lnTo>
                    <a:pt x="4625296" y="1652334"/>
                  </a:lnTo>
                  <a:lnTo>
                    <a:pt x="4625421" y="1652334"/>
                  </a:lnTo>
                  <a:lnTo>
                    <a:pt x="4625546" y="1652334"/>
                  </a:lnTo>
                  <a:lnTo>
                    <a:pt x="4625671" y="1652334"/>
                  </a:lnTo>
                  <a:lnTo>
                    <a:pt x="4625796" y="1652334"/>
                  </a:lnTo>
                  <a:lnTo>
                    <a:pt x="4625921" y="1652334"/>
                  </a:lnTo>
                  <a:lnTo>
                    <a:pt x="4626046" y="1652334"/>
                  </a:lnTo>
                  <a:lnTo>
                    <a:pt x="4626171" y="1652334"/>
                  </a:lnTo>
                  <a:lnTo>
                    <a:pt x="4626296" y="1652334"/>
                  </a:lnTo>
                  <a:lnTo>
                    <a:pt x="4626421" y="1652334"/>
                  </a:lnTo>
                  <a:lnTo>
                    <a:pt x="4626546" y="1652334"/>
                  </a:lnTo>
                  <a:lnTo>
                    <a:pt x="4626671" y="1652334"/>
                  </a:lnTo>
                  <a:lnTo>
                    <a:pt x="4626796" y="1652334"/>
                  </a:lnTo>
                  <a:lnTo>
                    <a:pt x="4626921" y="1652334"/>
                  </a:lnTo>
                  <a:lnTo>
                    <a:pt x="4627046" y="1652334"/>
                  </a:lnTo>
                  <a:lnTo>
                    <a:pt x="4627171" y="1652334"/>
                  </a:lnTo>
                  <a:lnTo>
                    <a:pt x="4627296" y="1652334"/>
                  </a:lnTo>
                  <a:lnTo>
                    <a:pt x="4627421" y="1652334"/>
                  </a:lnTo>
                  <a:lnTo>
                    <a:pt x="4627546" y="1652334"/>
                  </a:lnTo>
                  <a:lnTo>
                    <a:pt x="4627672" y="1652334"/>
                  </a:lnTo>
                  <a:lnTo>
                    <a:pt x="4627797" y="1652334"/>
                  </a:lnTo>
                  <a:lnTo>
                    <a:pt x="4627922" y="1652334"/>
                  </a:lnTo>
                  <a:lnTo>
                    <a:pt x="4628047" y="1652334"/>
                  </a:lnTo>
                  <a:lnTo>
                    <a:pt x="4628172" y="1652334"/>
                  </a:lnTo>
                  <a:lnTo>
                    <a:pt x="4628297" y="1652334"/>
                  </a:lnTo>
                  <a:lnTo>
                    <a:pt x="4628422" y="1652334"/>
                  </a:lnTo>
                  <a:lnTo>
                    <a:pt x="4628547" y="1652334"/>
                  </a:lnTo>
                  <a:lnTo>
                    <a:pt x="4628672" y="1652334"/>
                  </a:lnTo>
                  <a:lnTo>
                    <a:pt x="4628797" y="1652334"/>
                  </a:lnTo>
                  <a:lnTo>
                    <a:pt x="4628922" y="1652334"/>
                  </a:lnTo>
                  <a:lnTo>
                    <a:pt x="4629047" y="1652334"/>
                  </a:lnTo>
                  <a:lnTo>
                    <a:pt x="4629172" y="1652334"/>
                  </a:lnTo>
                  <a:lnTo>
                    <a:pt x="4629297" y="1652334"/>
                  </a:lnTo>
                  <a:lnTo>
                    <a:pt x="4629422" y="1652334"/>
                  </a:lnTo>
                  <a:lnTo>
                    <a:pt x="4629547" y="1652334"/>
                  </a:lnTo>
                  <a:lnTo>
                    <a:pt x="4629672" y="1652334"/>
                  </a:lnTo>
                  <a:lnTo>
                    <a:pt x="4629797" y="1652334"/>
                  </a:lnTo>
                  <a:lnTo>
                    <a:pt x="4629922" y="1652334"/>
                  </a:lnTo>
                  <a:lnTo>
                    <a:pt x="4630047" y="1652334"/>
                  </a:lnTo>
                  <a:lnTo>
                    <a:pt x="4630172" y="1652334"/>
                  </a:lnTo>
                  <a:lnTo>
                    <a:pt x="4630297" y="1652334"/>
                  </a:lnTo>
                  <a:lnTo>
                    <a:pt x="4630422" y="1652334"/>
                  </a:lnTo>
                  <a:lnTo>
                    <a:pt x="4630547" y="1652334"/>
                  </a:lnTo>
                  <a:lnTo>
                    <a:pt x="4630673" y="1652334"/>
                  </a:lnTo>
                  <a:lnTo>
                    <a:pt x="4630798" y="1652334"/>
                  </a:lnTo>
                  <a:lnTo>
                    <a:pt x="4630923" y="1652334"/>
                  </a:lnTo>
                  <a:lnTo>
                    <a:pt x="4631048" y="1652334"/>
                  </a:lnTo>
                  <a:lnTo>
                    <a:pt x="4631173" y="1652334"/>
                  </a:lnTo>
                  <a:lnTo>
                    <a:pt x="4631298" y="1652334"/>
                  </a:lnTo>
                  <a:lnTo>
                    <a:pt x="4631423" y="1652334"/>
                  </a:lnTo>
                  <a:lnTo>
                    <a:pt x="4631548" y="1652334"/>
                  </a:lnTo>
                  <a:lnTo>
                    <a:pt x="4631673" y="1652334"/>
                  </a:lnTo>
                  <a:lnTo>
                    <a:pt x="4631798" y="1652334"/>
                  </a:lnTo>
                  <a:lnTo>
                    <a:pt x="4631923" y="1652334"/>
                  </a:lnTo>
                  <a:lnTo>
                    <a:pt x="4632048" y="1652334"/>
                  </a:lnTo>
                  <a:lnTo>
                    <a:pt x="4632173" y="1652334"/>
                  </a:lnTo>
                  <a:lnTo>
                    <a:pt x="4632298" y="1652334"/>
                  </a:lnTo>
                  <a:lnTo>
                    <a:pt x="4632423" y="1652334"/>
                  </a:lnTo>
                  <a:lnTo>
                    <a:pt x="4632548" y="1652334"/>
                  </a:lnTo>
                  <a:lnTo>
                    <a:pt x="4632673" y="1652334"/>
                  </a:lnTo>
                  <a:lnTo>
                    <a:pt x="4632798" y="1652334"/>
                  </a:lnTo>
                  <a:lnTo>
                    <a:pt x="4632923" y="1652334"/>
                  </a:lnTo>
                  <a:lnTo>
                    <a:pt x="4633048" y="1652334"/>
                  </a:lnTo>
                  <a:lnTo>
                    <a:pt x="4633173" y="1652334"/>
                  </a:lnTo>
                  <a:lnTo>
                    <a:pt x="4633298" y="1652334"/>
                  </a:lnTo>
                  <a:lnTo>
                    <a:pt x="4633423" y="1652334"/>
                  </a:lnTo>
                  <a:lnTo>
                    <a:pt x="4633548" y="1652334"/>
                  </a:lnTo>
                  <a:lnTo>
                    <a:pt x="4633674" y="1652334"/>
                  </a:lnTo>
                  <a:lnTo>
                    <a:pt x="4633799" y="1652334"/>
                  </a:lnTo>
                  <a:lnTo>
                    <a:pt x="4633924" y="1652334"/>
                  </a:lnTo>
                  <a:lnTo>
                    <a:pt x="4634049" y="1652334"/>
                  </a:lnTo>
                  <a:lnTo>
                    <a:pt x="4634174" y="1652334"/>
                  </a:lnTo>
                  <a:lnTo>
                    <a:pt x="4634299" y="1652334"/>
                  </a:lnTo>
                  <a:lnTo>
                    <a:pt x="4634424" y="1652334"/>
                  </a:lnTo>
                  <a:lnTo>
                    <a:pt x="4634549" y="1652334"/>
                  </a:lnTo>
                  <a:lnTo>
                    <a:pt x="4634674" y="1652334"/>
                  </a:lnTo>
                  <a:lnTo>
                    <a:pt x="4634799" y="1652334"/>
                  </a:lnTo>
                  <a:lnTo>
                    <a:pt x="4634924" y="1652334"/>
                  </a:lnTo>
                  <a:lnTo>
                    <a:pt x="4635049" y="1652334"/>
                  </a:lnTo>
                  <a:lnTo>
                    <a:pt x="4635174" y="1652334"/>
                  </a:lnTo>
                  <a:lnTo>
                    <a:pt x="4635299" y="1652334"/>
                  </a:lnTo>
                  <a:lnTo>
                    <a:pt x="4635424" y="1652334"/>
                  </a:lnTo>
                  <a:lnTo>
                    <a:pt x="4635549" y="1652334"/>
                  </a:lnTo>
                  <a:lnTo>
                    <a:pt x="4635674" y="1652334"/>
                  </a:lnTo>
                  <a:lnTo>
                    <a:pt x="4635799" y="1652334"/>
                  </a:lnTo>
                  <a:lnTo>
                    <a:pt x="4635924" y="1652334"/>
                  </a:lnTo>
                  <a:lnTo>
                    <a:pt x="4636049" y="1652334"/>
                  </a:lnTo>
                  <a:lnTo>
                    <a:pt x="4636174" y="1652334"/>
                  </a:lnTo>
                  <a:lnTo>
                    <a:pt x="4636299" y="1652334"/>
                  </a:lnTo>
                  <a:lnTo>
                    <a:pt x="4636424" y="1652334"/>
                  </a:lnTo>
                  <a:lnTo>
                    <a:pt x="4636549" y="1652334"/>
                  </a:lnTo>
                  <a:lnTo>
                    <a:pt x="4636675" y="1652334"/>
                  </a:lnTo>
                  <a:lnTo>
                    <a:pt x="4636800" y="1652334"/>
                  </a:lnTo>
                  <a:lnTo>
                    <a:pt x="4636925" y="1652334"/>
                  </a:lnTo>
                  <a:lnTo>
                    <a:pt x="4637050" y="1652334"/>
                  </a:lnTo>
                  <a:lnTo>
                    <a:pt x="4637175" y="1652334"/>
                  </a:lnTo>
                  <a:lnTo>
                    <a:pt x="4637300" y="1652334"/>
                  </a:lnTo>
                  <a:lnTo>
                    <a:pt x="4637425" y="1652334"/>
                  </a:lnTo>
                  <a:lnTo>
                    <a:pt x="4637550" y="1652334"/>
                  </a:lnTo>
                  <a:lnTo>
                    <a:pt x="4637675" y="1652334"/>
                  </a:lnTo>
                  <a:lnTo>
                    <a:pt x="4637800" y="1652334"/>
                  </a:lnTo>
                  <a:lnTo>
                    <a:pt x="4637925" y="1652334"/>
                  </a:lnTo>
                  <a:lnTo>
                    <a:pt x="4638050" y="1652334"/>
                  </a:lnTo>
                  <a:lnTo>
                    <a:pt x="4638175" y="1652334"/>
                  </a:lnTo>
                  <a:lnTo>
                    <a:pt x="4638300" y="1652334"/>
                  </a:lnTo>
                  <a:lnTo>
                    <a:pt x="4638425" y="1652334"/>
                  </a:lnTo>
                  <a:lnTo>
                    <a:pt x="4638550" y="1652334"/>
                  </a:lnTo>
                  <a:lnTo>
                    <a:pt x="4638675" y="1652334"/>
                  </a:lnTo>
                  <a:lnTo>
                    <a:pt x="4638800" y="1652334"/>
                  </a:lnTo>
                  <a:lnTo>
                    <a:pt x="4638925" y="1652334"/>
                  </a:lnTo>
                  <a:lnTo>
                    <a:pt x="4639050" y="1652334"/>
                  </a:lnTo>
                  <a:lnTo>
                    <a:pt x="4639175" y="1652334"/>
                  </a:lnTo>
                  <a:lnTo>
                    <a:pt x="4639300" y="1652334"/>
                  </a:lnTo>
                  <a:lnTo>
                    <a:pt x="4639425" y="1652334"/>
                  </a:lnTo>
                  <a:lnTo>
                    <a:pt x="4639550" y="1652334"/>
                  </a:lnTo>
                  <a:lnTo>
                    <a:pt x="4639676" y="1652334"/>
                  </a:lnTo>
                  <a:lnTo>
                    <a:pt x="4639801" y="1652334"/>
                  </a:lnTo>
                  <a:lnTo>
                    <a:pt x="4639926" y="1652334"/>
                  </a:lnTo>
                  <a:lnTo>
                    <a:pt x="4640051" y="1652334"/>
                  </a:lnTo>
                  <a:lnTo>
                    <a:pt x="4640176" y="1652334"/>
                  </a:lnTo>
                  <a:lnTo>
                    <a:pt x="4640301" y="1652334"/>
                  </a:lnTo>
                  <a:lnTo>
                    <a:pt x="4640426" y="1652334"/>
                  </a:lnTo>
                  <a:lnTo>
                    <a:pt x="4640551" y="1652334"/>
                  </a:lnTo>
                  <a:lnTo>
                    <a:pt x="4640676" y="1652334"/>
                  </a:lnTo>
                  <a:lnTo>
                    <a:pt x="4640801" y="1652334"/>
                  </a:lnTo>
                  <a:lnTo>
                    <a:pt x="4640926" y="1652334"/>
                  </a:lnTo>
                  <a:lnTo>
                    <a:pt x="4641051" y="1652334"/>
                  </a:lnTo>
                  <a:lnTo>
                    <a:pt x="4641176" y="1652334"/>
                  </a:lnTo>
                  <a:lnTo>
                    <a:pt x="4641301" y="1652334"/>
                  </a:lnTo>
                  <a:lnTo>
                    <a:pt x="4641426" y="1652334"/>
                  </a:lnTo>
                  <a:lnTo>
                    <a:pt x="4641551" y="1652334"/>
                  </a:lnTo>
                  <a:lnTo>
                    <a:pt x="4641676" y="1652334"/>
                  </a:lnTo>
                  <a:lnTo>
                    <a:pt x="4641801" y="1652334"/>
                  </a:lnTo>
                  <a:lnTo>
                    <a:pt x="4641926" y="1652334"/>
                  </a:lnTo>
                  <a:lnTo>
                    <a:pt x="4642051" y="1652334"/>
                  </a:lnTo>
                  <a:lnTo>
                    <a:pt x="4642176" y="1652334"/>
                  </a:lnTo>
                  <a:lnTo>
                    <a:pt x="4642301" y="1652334"/>
                  </a:lnTo>
                  <a:lnTo>
                    <a:pt x="4642426" y="1652334"/>
                  </a:lnTo>
                  <a:lnTo>
                    <a:pt x="4642551" y="1652334"/>
                  </a:lnTo>
                  <a:lnTo>
                    <a:pt x="4642677" y="1652334"/>
                  </a:lnTo>
                  <a:lnTo>
                    <a:pt x="4642802" y="1652334"/>
                  </a:lnTo>
                  <a:lnTo>
                    <a:pt x="4642927" y="1652334"/>
                  </a:lnTo>
                  <a:lnTo>
                    <a:pt x="4643052" y="1652334"/>
                  </a:lnTo>
                  <a:lnTo>
                    <a:pt x="4643177" y="1652334"/>
                  </a:lnTo>
                  <a:lnTo>
                    <a:pt x="4643302" y="1652334"/>
                  </a:lnTo>
                  <a:lnTo>
                    <a:pt x="4643427" y="1652334"/>
                  </a:lnTo>
                  <a:lnTo>
                    <a:pt x="4643552" y="1652334"/>
                  </a:lnTo>
                  <a:lnTo>
                    <a:pt x="4643677" y="1652334"/>
                  </a:lnTo>
                  <a:lnTo>
                    <a:pt x="4643802" y="1652334"/>
                  </a:lnTo>
                  <a:lnTo>
                    <a:pt x="4643927" y="1652334"/>
                  </a:lnTo>
                  <a:lnTo>
                    <a:pt x="4644052" y="1652334"/>
                  </a:lnTo>
                  <a:lnTo>
                    <a:pt x="4644177" y="1652334"/>
                  </a:lnTo>
                  <a:lnTo>
                    <a:pt x="4644302" y="1652334"/>
                  </a:lnTo>
                  <a:lnTo>
                    <a:pt x="4644427" y="1652334"/>
                  </a:lnTo>
                  <a:lnTo>
                    <a:pt x="4644552" y="1652334"/>
                  </a:lnTo>
                  <a:lnTo>
                    <a:pt x="4644677" y="1652334"/>
                  </a:lnTo>
                  <a:lnTo>
                    <a:pt x="4644802" y="1652334"/>
                  </a:lnTo>
                  <a:lnTo>
                    <a:pt x="4644927" y="1652334"/>
                  </a:lnTo>
                  <a:lnTo>
                    <a:pt x="4645052" y="1652334"/>
                  </a:lnTo>
                  <a:lnTo>
                    <a:pt x="4645177" y="1652334"/>
                  </a:lnTo>
                  <a:lnTo>
                    <a:pt x="4645302" y="1652334"/>
                  </a:lnTo>
                  <a:lnTo>
                    <a:pt x="4645427" y="1652334"/>
                  </a:lnTo>
                  <a:lnTo>
                    <a:pt x="4645552" y="1652334"/>
                  </a:lnTo>
                  <a:lnTo>
                    <a:pt x="4645678" y="1652334"/>
                  </a:lnTo>
                  <a:lnTo>
                    <a:pt x="4645803" y="1652334"/>
                  </a:lnTo>
                  <a:lnTo>
                    <a:pt x="4645928" y="1652334"/>
                  </a:lnTo>
                  <a:lnTo>
                    <a:pt x="4646053" y="1652334"/>
                  </a:lnTo>
                  <a:lnTo>
                    <a:pt x="4646178" y="1652334"/>
                  </a:lnTo>
                  <a:lnTo>
                    <a:pt x="4646303" y="1652334"/>
                  </a:lnTo>
                  <a:lnTo>
                    <a:pt x="4646428" y="1652334"/>
                  </a:lnTo>
                  <a:lnTo>
                    <a:pt x="4646553" y="1652334"/>
                  </a:lnTo>
                  <a:lnTo>
                    <a:pt x="4646678" y="1652334"/>
                  </a:lnTo>
                  <a:lnTo>
                    <a:pt x="4646803" y="1652334"/>
                  </a:lnTo>
                  <a:lnTo>
                    <a:pt x="4646928" y="1652334"/>
                  </a:lnTo>
                  <a:lnTo>
                    <a:pt x="4647053" y="1652334"/>
                  </a:lnTo>
                  <a:lnTo>
                    <a:pt x="4647178" y="1652334"/>
                  </a:lnTo>
                  <a:lnTo>
                    <a:pt x="4647303" y="1652334"/>
                  </a:lnTo>
                  <a:lnTo>
                    <a:pt x="4647428" y="1652334"/>
                  </a:lnTo>
                  <a:lnTo>
                    <a:pt x="4647553" y="1652334"/>
                  </a:lnTo>
                  <a:lnTo>
                    <a:pt x="4647678" y="1652334"/>
                  </a:lnTo>
                  <a:lnTo>
                    <a:pt x="4647803" y="1652334"/>
                  </a:lnTo>
                  <a:lnTo>
                    <a:pt x="4647928" y="1652334"/>
                  </a:lnTo>
                  <a:lnTo>
                    <a:pt x="4648053" y="1652334"/>
                  </a:lnTo>
                  <a:lnTo>
                    <a:pt x="4648178" y="1652334"/>
                  </a:lnTo>
                  <a:lnTo>
                    <a:pt x="4648303" y="1652334"/>
                  </a:lnTo>
                  <a:lnTo>
                    <a:pt x="4648428" y="1652334"/>
                  </a:lnTo>
                  <a:lnTo>
                    <a:pt x="4648553" y="1652334"/>
                  </a:lnTo>
                  <a:lnTo>
                    <a:pt x="4648679" y="1652334"/>
                  </a:lnTo>
                  <a:lnTo>
                    <a:pt x="4648804" y="1652334"/>
                  </a:lnTo>
                  <a:lnTo>
                    <a:pt x="4648929" y="1652334"/>
                  </a:lnTo>
                  <a:lnTo>
                    <a:pt x="4649054" y="1652334"/>
                  </a:lnTo>
                  <a:lnTo>
                    <a:pt x="4649179" y="1652334"/>
                  </a:lnTo>
                  <a:lnTo>
                    <a:pt x="4649304" y="1652334"/>
                  </a:lnTo>
                  <a:lnTo>
                    <a:pt x="4649429" y="1652334"/>
                  </a:lnTo>
                  <a:lnTo>
                    <a:pt x="4649554" y="1652334"/>
                  </a:lnTo>
                  <a:lnTo>
                    <a:pt x="4649679" y="1652334"/>
                  </a:lnTo>
                  <a:lnTo>
                    <a:pt x="4649804" y="1652334"/>
                  </a:lnTo>
                  <a:lnTo>
                    <a:pt x="4649929" y="1652334"/>
                  </a:lnTo>
                  <a:lnTo>
                    <a:pt x="4650054" y="1652334"/>
                  </a:lnTo>
                  <a:lnTo>
                    <a:pt x="4650179" y="1652334"/>
                  </a:lnTo>
                  <a:lnTo>
                    <a:pt x="4650304" y="1652334"/>
                  </a:lnTo>
                  <a:lnTo>
                    <a:pt x="4650429" y="1652334"/>
                  </a:lnTo>
                  <a:lnTo>
                    <a:pt x="4650554" y="1652334"/>
                  </a:lnTo>
                  <a:lnTo>
                    <a:pt x="4650679" y="1652334"/>
                  </a:lnTo>
                  <a:lnTo>
                    <a:pt x="4650804" y="1652334"/>
                  </a:lnTo>
                  <a:lnTo>
                    <a:pt x="4650929" y="1652334"/>
                  </a:lnTo>
                  <a:lnTo>
                    <a:pt x="4651054" y="1652334"/>
                  </a:lnTo>
                  <a:lnTo>
                    <a:pt x="4651179" y="1652334"/>
                  </a:lnTo>
                  <a:lnTo>
                    <a:pt x="4651304" y="1652334"/>
                  </a:lnTo>
                  <a:lnTo>
                    <a:pt x="4651429" y="1652334"/>
                  </a:lnTo>
                  <a:lnTo>
                    <a:pt x="4651554" y="1652334"/>
                  </a:lnTo>
                  <a:lnTo>
                    <a:pt x="4651680" y="1652334"/>
                  </a:lnTo>
                  <a:lnTo>
                    <a:pt x="4651805" y="1652334"/>
                  </a:lnTo>
                  <a:lnTo>
                    <a:pt x="4651930" y="1652334"/>
                  </a:lnTo>
                  <a:lnTo>
                    <a:pt x="4652055" y="1652334"/>
                  </a:lnTo>
                  <a:lnTo>
                    <a:pt x="4652180" y="1652334"/>
                  </a:lnTo>
                  <a:lnTo>
                    <a:pt x="4652305" y="1652334"/>
                  </a:lnTo>
                  <a:lnTo>
                    <a:pt x="4652430" y="1652334"/>
                  </a:lnTo>
                  <a:lnTo>
                    <a:pt x="4652555" y="1652334"/>
                  </a:lnTo>
                  <a:lnTo>
                    <a:pt x="4652680" y="1652334"/>
                  </a:lnTo>
                  <a:lnTo>
                    <a:pt x="4652805" y="1652334"/>
                  </a:lnTo>
                  <a:lnTo>
                    <a:pt x="4652930" y="1652334"/>
                  </a:lnTo>
                  <a:lnTo>
                    <a:pt x="4653055" y="1652334"/>
                  </a:lnTo>
                  <a:lnTo>
                    <a:pt x="4653180" y="1652334"/>
                  </a:lnTo>
                  <a:lnTo>
                    <a:pt x="4653305" y="1652334"/>
                  </a:lnTo>
                  <a:lnTo>
                    <a:pt x="4653430" y="1652334"/>
                  </a:lnTo>
                  <a:lnTo>
                    <a:pt x="4653555" y="1652334"/>
                  </a:lnTo>
                  <a:lnTo>
                    <a:pt x="4653680" y="1652334"/>
                  </a:lnTo>
                  <a:lnTo>
                    <a:pt x="4653805" y="1652334"/>
                  </a:lnTo>
                  <a:lnTo>
                    <a:pt x="4653930" y="1652334"/>
                  </a:lnTo>
                  <a:lnTo>
                    <a:pt x="4654055" y="1652334"/>
                  </a:lnTo>
                  <a:lnTo>
                    <a:pt x="4654180" y="1652334"/>
                  </a:lnTo>
                  <a:lnTo>
                    <a:pt x="4654305" y="1652334"/>
                  </a:lnTo>
                  <a:lnTo>
                    <a:pt x="4654430" y="1652334"/>
                  </a:lnTo>
                  <a:lnTo>
                    <a:pt x="4654555" y="1652334"/>
                  </a:lnTo>
                  <a:lnTo>
                    <a:pt x="4654681" y="1652334"/>
                  </a:lnTo>
                  <a:lnTo>
                    <a:pt x="4654806" y="1652334"/>
                  </a:lnTo>
                  <a:lnTo>
                    <a:pt x="4654931" y="1652334"/>
                  </a:lnTo>
                  <a:lnTo>
                    <a:pt x="4655056" y="1652334"/>
                  </a:lnTo>
                  <a:lnTo>
                    <a:pt x="4655181" y="1652334"/>
                  </a:lnTo>
                  <a:lnTo>
                    <a:pt x="4655306" y="1652334"/>
                  </a:lnTo>
                  <a:lnTo>
                    <a:pt x="4655431" y="1652334"/>
                  </a:lnTo>
                  <a:lnTo>
                    <a:pt x="4655556" y="1652334"/>
                  </a:lnTo>
                  <a:lnTo>
                    <a:pt x="4655681" y="1652334"/>
                  </a:lnTo>
                  <a:lnTo>
                    <a:pt x="4655806" y="1652334"/>
                  </a:lnTo>
                  <a:lnTo>
                    <a:pt x="4655931" y="1652334"/>
                  </a:lnTo>
                  <a:lnTo>
                    <a:pt x="4656056" y="1652334"/>
                  </a:lnTo>
                  <a:lnTo>
                    <a:pt x="4656181" y="1652334"/>
                  </a:lnTo>
                  <a:lnTo>
                    <a:pt x="4656306" y="1652334"/>
                  </a:lnTo>
                  <a:lnTo>
                    <a:pt x="4656431" y="1652334"/>
                  </a:lnTo>
                  <a:lnTo>
                    <a:pt x="4656556" y="1652334"/>
                  </a:lnTo>
                  <a:lnTo>
                    <a:pt x="4656681" y="1652334"/>
                  </a:lnTo>
                  <a:lnTo>
                    <a:pt x="4656806" y="1652334"/>
                  </a:lnTo>
                  <a:lnTo>
                    <a:pt x="4656931" y="1652334"/>
                  </a:lnTo>
                  <a:lnTo>
                    <a:pt x="4657056" y="1652334"/>
                  </a:lnTo>
                  <a:lnTo>
                    <a:pt x="4657181" y="1652334"/>
                  </a:lnTo>
                  <a:lnTo>
                    <a:pt x="4657306" y="1652334"/>
                  </a:lnTo>
                  <a:lnTo>
                    <a:pt x="4657431" y="1652334"/>
                  </a:lnTo>
                  <a:lnTo>
                    <a:pt x="4657557" y="1652334"/>
                  </a:lnTo>
                  <a:lnTo>
                    <a:pt x="4657682" y="1652334"/>
                  </a:lnTo>
                  <a:lnTo>
                    <a:pt x="4657807" y="1652334"/>
                  </a:lnTo>
                  <a:lnTo>
                    <a:pt x="4657932" y="1652334"/>
                  </a:lnTo>
                  <a:lnTo>
                    <a:pt x="4658057" y="1652334"/>
                  </a:lnTo>
                  <a:lnTo>
                    <a:pt x="4658182" y="1652334"/>
                  </a:lnTo>
                  <a:lnTo>
                    <a:pt x="4658307" y="1652334"/>
                  </a:lnTo>
                  <a:lnTo>
                    <a:pt x="4658432" y="1652334"/>
                  </a:lnTo>
                  <a:lnTo>
                    <a:pt x="4658557" y="1652334"/>
                  </a:lnTo>
                  <a:lnTo>
                    <a:pt x="4658682" y="1652334"/>
                  </a:lnTo>
                  <a:lnTo>
                    <a:pt x="4658807" y="1652334"/>
                  </a:lnTo>
                  <a:lnTo>
                    <a:pt x="4658932" y="1652334"/>
                  </a:lnTo>
                  <a:lnTo>
                    <a:pt x="4659057" y="1652334"/>
                  </a:lnTo>
                  <a:lnTo>
                    <a:pt x="4659182" y="1652334"/>
                  </a:lnTo>
                  <a:lnTo>
                    <a:pt x="4659307" y="1652334"/>
                  </a:lnTo>
                  <a:lnTo>
                    <a:pt x="4659307" y="1642380"/>
                  </a:lnTo>
                  <a:lnTo>
                    <a:pt x="4659432" y="1642380"/>
                  </a:lnTo>
                  <a:lnTo>
                    <a:pt x="4659557" y="1642380"/>
                  </a:lnTo>
                  <a:lnTo>
                    <a:pt x="4659682" y="1642380"/>
                  </a:lnTo>
                  <a:lnTo>
                    <a:pt x="4659807" y="1642380"/>
                  </a:lnTo>
                  <a:lnTo>
                    <a:pt x="4659932" y="1642380"/>
                  </a:lnTo>
                  <a:lnTo>
                    <a:pt x="4660057" y="1642380"/>
                  </a:lnTo>
                  <a:lnTo>
                    <a:pt x="4660182" y="1642380"/>
                  </a:lnTo>
                  <a:lnTo>
                    <a:pt x="4660307" y="1642380"/>
                  </a:lnTo>
                  <a:lnTo>
                    <a:pt x="4660432" y="1642380"/>
                  </a:lnTo>
                  <a:lnTo>
                    <a:pt x="4660558" y="1642380"/>
                  </a:lnTo>
                  <a:lnTo>
                    <a:pt x="4660683" y="1642380"/>
                  </a:lnTo>
                  <a:lnTo>
                    <a:pt x="4660808" y="1642380"/>
                  </a:lnTo>
                  <a:lnTo>
                    <a:pt x="4660933" y="1642380"/>
                  </a:lnTo>
                  <a:lnTo>
                    <a:pt x="4661058" y="1642380"/>
                  </a:lnTo>
                  <a:lnTo>
                    <a:pt x="4661183" y="1642380"/>
                  </a:lnTo>
                  <a:lnTo>
                    <a:pt x="4661308" y="1642380"/>
                  </a:lnTo>
                  <a:lnTo>
                    <a:pt x="4661433" y="1642380"/>
                  </a:lnTo>
                  <a:lnTo>
                    <a:pt x="4661558" y="1642380"/>
                  </a:lnTo>
                  <a:lnTo>
                    <a:pt x="4661683" y="1642380"/>
                  </a:lnTo>
                  <a:lnTo>
                    <a:pt x="4661808" y="1642380"/>
                  </a:lnTo>
                  <a:lnTo>
                    <a:pt x="4661933" y="1642380"/>
                  </a:lnTo>
                  <a:lnTo>
                    <a:pt x="4662058" y="1642380"/>
                  </a:lnTo>
                  <a:lnTo>
                    <a:pt x="4662183" y="1642380"/>
                  </a:lnTo>
                  <a:lnTo>
                    <a:pt x="4662308" y="1642380"/>
                  </a:lnTo>
                  <a:lnTo>
                    <a:pt x="4662433" y="1642380"/>
                  </a:lnTo>
                  <a:lnTo>
                    <a:pt x="4662558" y="1642380"/>
                  </a:lnTo>
                  <a:lnTo>
                    <a:pt x="4662683" y="1642380"/>
                  </a:lnTo>
                  <a:lnTo>
                    <a:pt x="4662808" y="1642380"/>
                  </a:lnTo>
                  <a:lnTo>
                    <a:pt x="4662933" y="1642380"/>
                  </a:lnTo>
                  <a:lnTo>
                    <a:pt x="4663058" y="1642380"/>
                  </a:lnTo>
                  <a:lnTo>
                    <a:pt x="4663183" y="1642380"/>
                  </a:lnTo>
                  <a:lnTo>
                    <a:pt x="4663308" y="1642380"/>
                  </a:lnTo>
                  <a:lnTo>
                    <a:pt x="4663433" y="1642380"/>
                  </a:lnTo>
                  <a:lnTo>
                    <a:pt x="4663559" y="1642380"/>
                  </a:lnTo>
                  <a:lnTo>
                    <a:pt x="4663684" y="1642380"/>
                  </a:lnTo>
                  <a:lnTo>
                    <a:pt x="4663809" y="1642380"/>
                  </a:lnTo>
                  <a:lnTo>
                    <a:pt x="4663934" y="1642380"/>
                  </a:lnTo>
                  <a:lnTo>
                    <a:pt x="4664059" y="1642380"/>
                  </a:lnTo>
                  <a:lnTo>
                    <a:pt x="4664184" y="1642380"/>
                  </a:lnTo>
                  <a:lnTo>
                    <a:pt x="4664309" y="1642380"/>
                  </a:lnTo>
                  <a:lnTo>
                    <a:pt x="4664434" y="1642380"/>
                  </a:lnTo>
                  <a:lnTo>
                    <a:pt x="4664559" y="1642380"/>
                  </a:lnTo>
                  <a:lnTo>
                    <a:pt x="4664684" y="1642380"/>
                  </a:lnTo>
                  <a:lnTo>
                    <a:pt x="4664809" y="1642380"/>
                  </a:lnTo>
                  <a:lnTo>
                    <a:pt x="4664934" y="1642380"/>
                  </a:lnTo>
                  <a:lnTo>
                    <a:pt x="4665059" y="1642380"/>
                  </a:lnTo>
                  <a:lnTo>
                    <a:pt x="4665184" y="1642380"/>
                  </a:lnTo>
                  <a:lnTo>
                    <a:pt x="4665309" y="1642380"/>
                  </a:lnTo>
                  <a:lnTo>
                    <a:pt x="4665434" y="1642380"/>
                  </a:lnTo>
                  <a:lnTo>
                    <a:pt x="4665559" y="1642380"/>
                  </a:lnTo>
                  <a:lnTo>
                    <a:pt x="4665684" y="1642380"/>
                  </a:lnTo>
                  <a:lnTo>
                    <a:pt x="4665809" y="1642380"/>
                  </a:lnTo>
                  <a:lnTo>
                    <a:pt x="4665934" y="1642380"/>
                  </a:lnTo>
                  <a:lnTo>
                    <a:pt x="4666059" y="1642380"/>
                  </a:lnTo>
                  <a:lnTo>
                    <a:pt x="4666184" y="1642380"/>
                  </a:lnTo>
                  <a:lnTo>
                    <a:pt x="4666309" y="1642380"/>
                  </a:lnTo>
                  <a:lnTo>
                    <a:pt x="4666434" y="1642380"/>
                  </a:lnTo>
                  <a:lnTo>
                    <a:pt x="4666560" y="1642380"/>
                  </a:lnTo>
                  <a:lnTo>
                    <a:pt x="4666685" y="1642380"/>
                  </a:lnTo>
                  <a:lnTo>
                    <a:pt x="4666810" y="1642380"/>
                  </a:lnTo>
                  <a:lnTo>
                    <a:pt x="4666935" y="1642380"/>
                  </a:lnTo>
                  <a:lnTo>
                    <a:pt x="4667060" y="1642380"/>
                  </a:lnTo>
                  <a:lnTo>
                    <a:pt x="4667185" y="1642380"/>
                  </a:lnTo>
                  <a:lnTo>
                    <a:pt x="4667310" y="1642380"/>
                  </a:lnTo>
                  <a:lnTo>
                    <a:pt x="4667435" y="1642380"/>
                  </a:lnTo>
                  <a:lnTo>
                    <a:pt x="4667560" y="1642380"/>
                  </a:lnTo>
                  <a:lnTo>
                    <a:pt x="4667685" y="1642380"/>
                  </a:lnTo>
                  <a:lnTo>
                    <a:pt x="4667810" y="1642380"/>
                  </a:lnTo>
                  <a:lnTo>
                    <a:pt x="4667935" y="1642380"/>
                  </a:lnTo>
                  <a:lnTo>
                    <a:pt x="4668060" y="1642380"/>
                  </a:lnTo>
                  <a:lnTo>
                    <a:pt x="4668185" y="1642380"/>
                  </a:lnTo>
                  <a:lnTo>
                    <a:pt x="4668310" y="1642380"/>
                  </a:lnTo>
                  <a:lnTo>
                    <a:pt x="4668435" y="1642380"/>
                  </a:lnTo>
                  <a:lnTo>
                    <a:pt x="4668560" y="1642380"/>
                  </a:lnTo>
                  <a:lnTo>
                    <a:pt x="4668685" y="1642380"/>
                  </a:lnTo>
                  <a:lnTo>
                    <a:pt x="4668685" y="1632426"/>
                  </a:lnTo>
                  <a:lnTo>
                    <a:pt x="4668810" y="1632426"/>
                  </a:lnTo>
                  <a:lnTo>
                    <a:pt x="4668935" y="1632426"/>
                  </a:lnTo>
                  <a:lnTo>
                    <a:pt x="4669060" y="1632426"/>
                  </a:lnTo>
                  <a:lnTo>
                    <a:pt x="4669185" y="1632426"/>
                  </a:lnTo>
                  <a:lnTo>
                    <a:pt x="4669310" y="1632426"/>
                  </a:lnTo>
                  <a:lnTo>
                    <a:pt x="4669435" y="1632426"/>
                  </a:lnTo>
                  <a:lnTo>
                    <a:pt x="4669561" y="1632426"/>
                  </a:lnTo>
                  <a:lnTo>
                    <a:pt x="4669686" y="1632426"/>
                  </a:lnTo>
                  <a:lnTo>
                    <a:pt x="4669811" y="1632426"/>
                  </a:lnTo>
                  <a:lnTo>
                    <a:pt x="4669936" y="1632426"/>
                  </a:lnTo>
                  <a:lnTo>
                    <a:pt x="4670061" y="1632426"/>
                  </a:lnTo>
                  <a:lnTo>
                    <a:pt x="4670186" y="1632426"/>
                  </a:lnTo>
                  <a:lnTo>
                    <a:pt x="4670311" y="1632426"/>
                  </a:lnTo>
                  <a:lnTo>
                    <a:pt x="4670436" y="1632426"/>
                  </a:lnTo>
                  <a:lnTo>
                    <a:pt x="4670561" y="1632426"/>
                  </a:lnTo>
                  <a:lnTo>
                    <a:pt x="4670686" y="1632426"/>
                  </a:lnTo>
                  <a:lnTo>
                    <a:pt x="4670811" y="1632426"/>
                  </a:lnTo>
                  <a:lnTo>
                    <a:pt x="4670936" y="1632426"/>
                  </a:lnTo>
                  <a:lnTo>
                    <a:pt x="4671061" y="1632426"/>
                  </a:lnTo>
                  <a:lnTo>
                    <a:pt x="4671186" y="1632426"/>
                  </a:lnTo>
                  <a:lnTo>
                    <a:pt x="4671311" y="1632426"/>
                  </a:lnTo>
                  <a:lnTo>
                    <a:pt x="4671436" y="1632426"/>
                  </a:lnTo>
                  <a:lnTo>
                    <a:pt x="4671561" y="1632426"/>
                  </a:lnTo>
                  <a:lnTo>
                    <a:pt x="4671686" y="1632426"/>
                  </a:lnTo>
                  <a:lnTo>
                    <a:pt x="4671811" y="1632426"/>
                  </a:lnTo>
                  <a:lnTo>
                    <a:pt x="4671936" y="1632426"/>
                  </a:lnTo>
                  <a:lnTo>
                    <a:pt x="4672061" y="1632426"/>
                  </a:lnTo>
                  <a:lnTo>
                    <a:pt x="4672186" y="1632426"/>
                  </a:lnTo>
                  <a:lnTo>
                    <a:pt x="4672311" y="1632426"/>
                  </a:lnTo>
                  <a:lnTo>
                    <a:pt x="4672436" y="1632426"/>
                  </a:lnTo>
                  <a:lnTo>
                    <a:pt x="4672562" y="1632426"/>
                  </a:lnTo>
                  <a:lnTo>
                    <a:pt x="4672687" y="1632426"/>
                  </a:lnTo>
                  <a:lnTo>
                    <a:pt x="4672812" y="1632426"/>
                  </a:lnTo>
                  <a:lnTo>
                    <a:pt x="4672937" y="1632426"/>
                  </a:lnTo>
                  <a:lnTo>
                    <a:pt x="4673062" y="1632426"/>
                  </a:lnTo>
                  <a:lnTo>
                    <a:pt x="4673187" y="1632426"/>
                  </a:lnTo>
                  <a:lnTo>
                    <a:pt x="4673312" y="1632426"/>
                  </a:lnTo>
                  <a:lnTo>
                    <a:pt x="4673437" y="1632426"/>
                  </a:lnTo>
                  <a:lnTo>
                    <a:pt x="4673562" y="1632426"/>
                  </a:lnTo>
                  <a:lnTo>
                    <a:pt x="4673687" y="1632426"/>
                  </a:lnTo>
                  <a:lnTo>
                    <a:pt x="4673812" y="1632426"/>
                  </a:lnTo>
                  <a:lnTo>
                    <a:pt x="4673937" y="1632426"/>
                  </a:lnTo>
                  <a:lnTo>
                    <a:pt x="4674062" y="1632426"/>
                  </a:lnTo>
                  <a:lnTo>
                    <a:pt x="4674187" y="1632426"/>
                  </a:lnTo>
                  <a:lnTo>
                    <a:pt x="4674312" y="1632426"/>
                  </a:lnTo>
                  <a:lnTo>
                    <a:pt x="4674437" y="1632426"/>
                  </a:lnTo>
                  <a:lnTo>
                    <a:pt x="4674562" y="1632426"/>
                  </a:lnTo>
                  <a:lnTo>
                    <a:pt x="4674687" y="1632426"/>
                  </a:lnTo>
                  <a:lnTo>
                    <a:pt x="4674812" y="1632426"/>
                  </a:lnTo>
                  <a:lnTo>
                    <a:pt x="4674937" y="1632426"/>
                  </a:lnTo>
                  <a:lnTo>
                    <a:pt x="4675062" y="1632426"/>
                  </a:lnTo>
                  <a:lnTo>
                    <a:pt x="4675187" y="1632426"/>
                  </a:lnTo>
                  <a:lnTo>
                    <a:pt x="4675312" y="1632426"/>
                  </a:lnTo>
                  <a:lnTo>
                    <a:pt x="4675437" y="1632426"/>
                  </a:lnTo>
                  <a:lnTo>
                    <a:pt x="4675563" y="1632426"/>
                  </a:lnTo>
                  <a:lnTo>
                    <a:pt x="4675688" y="1632426"/>
                  </a:lnTo>
                  <a:lnTo>
                    <a:pt x="4675813" y="1632426"/>
                  </a:lnTo>
                  <a:lnTo>
                    <a:pt x="4675938" y="1632426"/>
                  </a:lnTo>
                  <a:lnTo>
                    <a:pt x="4676063" y="1632426"/>
                  </a:lnTo>
                  <a:lnTo>
                    <a:pt x="4676188" y="1632426"/>
                  </a:lnTo>
                  <a:lnTo>
                    <a:pt x="4676313" y="1632426"/>
                  </a:lnTo>
                  <a:lnTo>
                    <a:pt x="4676438" y="1632426"/>
                  </a:lnTo>
                  <a:lnTo>
                    <a:pt x="4676563" y="1632426"/>
                  </a:lnTo>
                  <a:lnTo>
                    <a:pt x="4676688" y="1632426"/>
                  </a:lnTo>
                  <a:lnTo>
                    <a:pt x="4676813" y="1632426"/>
                  </a:lnTo>
                  <a:lnTo>
                    <a:pt x="4676938" y="1632426"/>
                  </a:lnTo>
                  <a:lnTo>
                    <a:pt x="4677063" y="1632426"/>
                  </a:lnTo>
                  <a:lnTo>
                    <a:pt x="4677188" y="1632426"/>
                  </a:lnTo>
                  <a:lnTo>
                    <a:pt x="4677313" y="1632426"/>
                  </a:lnTo>
                  <a:lnTo>
                    <a:pt x="4677438" y="1632426"/>
                  </a:lnTo>
                  <a:lnTo>
                    <a:pt x="4677563" y="1632426"/>
                  </a:lnTo>
                  <a:lnTo>
                    <a:pt x="4677563" y="1622473"/>
                  </a:lnTo>
                  <a:lnTo>
                    <a:pt x="4677688" y="1622473"/>
                  </a:lnTo>
                  <a:lnTo>
                    <a:pt x="4677813" y="1622473"/>
                  </a:lnTo>
                  <a:lnTo>
                    <a:pt x="4677938" y="1622473"/>
                  </a:lnTo>
                  <a:lnTo>
                    <a:pt x="4678063" y="1622473"/>
                  </a:lnTo>
                  <a:lnTo>
                    <a:pt x="4678188" y="1622473"/>
                  </a:lnTo>
                  <a:lnTo>
                    <a:pt x="4678313" y="1622473"/>
                  </a:lnTo>
                  <a:lnTo>
                    <a:pt x="4678438" y="1622473"/>
                  </a:lnTo>
                  <a:lnTo>
                    <a:pt x="4678564" y="1622473"/>
                  </a:lnTo>
                  <a:lnTo>
                    <a:pt x="4678689" y="1622473"/>
                  </a:lnTo>
                  <a:lnTo>
                    <a:pt x="4678814" y="1622473"/>
                  </a:lnTo>
                  <a:lnTo>
                    <a:pt x="4678939" y="1622473"/>
                  </a:lnTo>
                  <a:lnTo>
                    <a:pt x="4679064" y="1622473"/>
                  </a:lnTo>
                  <a:lnTo>
                    <a:pt x="4679189" y="1622473"/>
                  </a:lnTo>
                  <a:lnTo>
                    <a:pt x="4679314" y="1622473"/>
                  </a:lnTo>
                  <a:lnTo>
                    <a:pt x="4679439" y="1622473"/>
                  </a:lnTo>
                  <a:lnTo>
                    <a:pt x="4679564" y="1622473"/>
                  </a:lnTo>
                  <a:lnTo>
                    <a:pt x="4679689" y="1622473"/>
                  </a:lnTo>
                  <a:lnTo>
                    <a:pt x="4679814" y="1622473"/>
                  </a:lnTo>
                  <a:lnTo>
                    <a:pt x="4679939" y="1622473"/>
                  </a:lnTo>
                  <a:lnTo>
                    <a:pt x="4680064" y="1622473"/>
                  </a:lnTo>
                  <a:lnTo>
                    <a:pt x="4680189" y="1622473"/>
                  </a:lnTo>
                  <a:lnTo>
                    <a:pt x="4680314" y="1622473"/>
                  </a:lnTo>
                  <a:lnTo>
                    <a:pt x="4680439" y="1622473"/>
                  </a:lnTo>
                  <a:lnTo>
                    <a:pt x="4680564" y="1622473"/>
                  </a:lnTo>
                  <a:lnTo>
                    <a:pt x="4680689" y="1622473"/>
                  </a:lnTo>
                  <a:lnTo>
                    <a:pt x="4680814" y="1622473"/>
                  </a:lnTo>
                  <a:lnTo>
                    <a:pt x="4680939" y="1622473"/>
                  </a:lnTo>
                  <a:lnTo>
                    <a:pt x="4681064" y="1622473"/>
                  </a:lnTo>
                  <a:lnTo>
                    <a:pt x="4681189" y="1622473"/>
                  </a:lnTo>
                  <a:lnTo>
                    <a:pt x="4681314" y="1622473"/>
                  </a:lnTo>
                  <a:lnTo>
                    <a:pt x="4681439" y="1622473"/>
                  </a:lnTo>
                  <a:lnTo>
                    <a:pt x="4681565" y="1622473"/>
                  </a:lnTo>
                  <a:lnTo>
                    <a:pt x="4681690" y="1622473"/>
                  </a:lnTo>
                  <a:lnTo>
                    <a:pt x="4681815" y="1622473"/>
                  </a:lnTo>
                  <a:lnTo>
                    <a:pt x="4681940" y="1622473"/>
                  </a:lnTo>
                  <a:lnTo>
                    <a:pt x="4682065" y="1622473"/>
                  </a:lnTo>
                  <a:lnTo>
                    <a:pt x="4682190" y="1622473"/>
                  </a:lnTo>
                  <a:lnTo>
                    <a:pt x="4682315" y="1622473"/>
                  </a:lnTo>
                  <a:lnTo>
                    <a:pt x="4682440" y="1622473"/>
                  </a:lnTo>
                  <a:lnTo>
                    <a:pt x="4682565" y="1622473"/>
                  </a:lnTo>
                  <a:lnTo>
                    <a:pt x="4682690" y="1622473"/>
                  </a:lnTo>
                  <a:lnTo>
                    <a:pt x="4682815" y="1622473"/>
                  </a:lnTo>
                  <a:lnTo>
                    <a:pt x="4682940" y="1622473"/>
                  </a:lnTo>
                  <a:lnTo>
                    <a:pt x="4683065" y="1622473"/>
                  </a:lnTo>
                  <a:lnTo>
                    <a:pt x="4683190" y="1622473"/>
                  </a:lnTo>
                  <a:lnTo>
                    <a:pt x="4683315" y="1622473"/>
                  </a:lnTo>
                  <a:lnTo>
                    <a:pt x="4683440" y="1622473"/>
                  </a:lnTo>
                  <a:lnTo>
                    <a:pt x="4683565" y="1622473"/>
                  </a:lnTo>
                  <a:lnTo>
                    <a:pt x="4683690" y="1622473"/>
                  </a:lnTo>
                  <a:lnTo>
                    <a:pt x="4683815" y="1622473"/>
                  </a:lnTo>
                  <a:lnTo>
                    <a:pt x="4683940" y="1622473"/>
                  </a:lnTo>
                  <a:lnTo>
                    <a:pt x="4684065" y="1622473"/>
                  </a:lnTo>
                  <a:lnTo>
                    <a:pt x="4684190" y="1622473"/>
                  </a:lnTo>
                  <a:lnTo>
                    <a:pt x="4684315" y="1622473"/>
                  </a:lnTo>
                  <a:lnTo>
                    <a:pt x="4684440" y="1622473"/>
                  </a:lnTo>
                  <a:lnTo>
                    <a:pt x="4684566" y="1622473"/>
                  </a:lnTo>
                  <a:lnTo>
                    <a:pt x="4684691" y="1622473"/>
                  </a:lnTo>
                  <a:lnTo>
                    <a:pt x="4684816" y="1622473"/>
                  </a:lnTo>
                  <a:lnTo>
                    <a:pt x="4684941" y="1622473"/>
                  </a:lnTo>
                  <a:lnTo>
                    <a:pt x="4685066" y="1622473"/>
                  </a:lnTo>
                  <a:lnTo>
                    <a:pt x="4685191" y="1622473"/>
                  </a:lnTo>
                  <a:lnTo>
                    <a:pt x="4685316" y="1622473"/>
                  </a:lnTo>
                  <a:lnTo>
                    <a:pt x="4685441" y="1622473"/>
                  </a:lnTo>
                  <a:lnTo>
                    <a:pt x="4685566" y="1622473"/>
                  </a:lnTo>
                  <a:lnTo>
                    <a:pt x="4685691" y="1622473"/>
                  </a:lnTo>
                  <a:lnTo>
                    <a:pt x="4685816" y="1622473"/>
                  </a:lnTo>
                  <a:lnTo>
                    <a:pt x="4685941" y="1622473"/>
                  </a:lnTo>
                  <a:lnTo>
                    <a:pt x="4686066" y="1622473"/>
                  </a:lnTo>
                  <a:lnTo>
                    <a:pt x="4686191" y="1622473"/>
                  </a:lnTo>
                  <a:lnTo>
                    <a:pt x="4686316" y="1622473"/>
                  </a:lnTo>
                  <a:lnTo>
                    <a:pt x="4686441" y="1622473"/>
                  </a:lnTo>
                  <a:lnTo>
                    <a:pt x="4686566" y="1622473"/>
                  </a:lnTo>
                  <a:lnTo>
                    <a:pt x="4686691" y="1622473"/>
                  </a:lnTo>
                  <a:lnTo>
                    <a:pt x="4686816" y="1622473"/>
                  </a:lnTo>
                  <a:lnTo>
                    <a:pt x="4686941" y="1622473"/>
                  </a:lnTo>
                  <a:lnTo>
                    <a:pt x="4687066" y="1622473"/>
                  </a:lnTo>
                  <a:lnTo>
                    <a:pt x="4687191" y="1622473"/>
                  </a:lnTo>
                  <a:lnTo>
                    <a:pt x="4687316" y="1622473"/>
                  </a:lnTo>
                  <a:lnTo>
                    <a:pt x="4687441" y="1622473"/>
                  </a:lnTo>
                  <a:lnTo>
                    <a:pt x="4687567" y="1622473"/>
                  </a:lnTo>
                  <a:lnTo>
                    <a:pt x="4687692" y="1622473"/>
                  </a:lnTo>
                  <a:lnTo>
                    <a:pt x="4687817" y="1622473"/>
                  </a:lnTo>
                  <a:lnTo>
                    <a:pt x="4687942" y="1622473"/>
                  </a:lnTo>
                  <a:lnTo>
                    <a:pt x="4688067" y="1622473"/>
                  </a:lnTo>
                  <a:lnTo>
                    <a:pt x="4688192" y="1622473"/>
                  </a:lnTo>
                  <a:lnTo>
                    <a:pt x="4688317" y="1622473"/>
                  </a:lnTo>
                  <a:lnTo>
                    <a:pt x="4688442" y="1622473"/>
                  </a:lnTo>
                  <a:lnTo>
                    <a:pt x="4688567" y="1622473"/>
                  </a:lnTo>
                  <a:lnTo>
                    <a:pt x="4688692" y="1622473"/>
                  </a:lnTo>
                  <a:lnTo>
                    <a:pt x="4688817" y="1622473"/>
                  </a:lnTo>
                  <a:lnTo>
                    <a:pt x="4688942" y="1622473"/>
                  </a:lnTo>
                  <a:lnTo>
                    <a:pt x="4689067" y="1622473"/>
                  </a:lnTo>
                  <a:lnTo>
                    <a:pt x="4689192" y="1622473"/>
                  </a:lnTo>
                  <a:lnTo>
                    <a:pt x="4689317" y="1622473"/>
                  </a:lnTo>
                  <a:lnTo>
                    <a:pt x="4689442" y="1622473"/>
                  </a:lnTo>
                  <a:lnTo>
                    <a:pt x="4689567" y="1622473"/>
                  </a:lnTo>
                  <a:lnTo>
                    <a:pt x="4689692" y="1622473"/>
                  </a:lnTo>
                  <a:lnTo>
                    <a:pt x="4689817" y="1622473"/>
                  </a:lnTo>
                  <a:lnTo>
                    <a:pt x="4689942" y="1622473"/>
                  </a:lnTo>
                  <a:lnTo>
                    <a:pt x="4690067" y="1622473"/>
                  </a:lnTo>
                  <a:lnTo>
                    <a:pt x="4690192" y="1622473"/>
                  </a:lnTo>
                  <a:lnTo>
                    <a:pt x="4690317" y="1622473"/>
                  </a:lnTo>
                  <a:lnTo>
                    <a:pt x="4690442" y="1622473"/>
                  </a:lnTo>
                  <a:lnTo>
                    <a:pt x="4690568" y="1622473"/>
                  </a:lnTo>
                  <a:lnTo>
                    <a:pt x="4690693" y="1622473"/>
                  </a:lnTo>
                  <a:lnTo>
                    <a:pt x="4690818" y="1622473"/>
                  </a:lnTo>
                  <a:lnTo>
                    <a:pt x="4690943" y="1622473"/>
                  </a:lnTo>
                  <a:lnTo>
                    <a:pt x="4691068" y="1622473"/>
                  </a:lnTo>
                  <a:lnTo>
                    <a:pt x="4691193" y="1622473"/>
                  </a:lnTo>
                  <a:lnTo>
                    <a:pt x="4691318" y="1622473"/>
                  </a:lnTo>
                  <a:lnTo>
                    <a:pt x="4691443" y="1622473"/>
                  </a:lnTo>
                  <a:lnTo>
                    <a:pt x="4691568" y="1622473"/>
                  </a:lnTo>
                  <a:lnTo>
                    <a:pt x="4691693" y="1622473"/>
                  </a:lnTo>
                  <a:lnTo>
                    <a:pt x="4691818" y="1622473"/>
                  </a:lnTo>
                  <a:lnTo>
                    <a:pt x="4691943" y="1622473"/>
                  </a:lnTo>
                  <a:lnTo>
                    <a:pt x="4692068" y="1622473"/>
                  </a:lnTo>
                  <a:lnTo>
                    <a:pt x="4692193" y="1622473"/>
                  </a:lnTo>
                  <a:lnTo>
                    <a:pt x="4692318" y="1622473"/>
                  </a:lnTo>
                  <a:lnTo>
                    <a:pt x="4692443" y="1622473"/>
                  </a:lnTo>
                  <a:lnTo>
                    <a:pt x="4692568" y="1622473"/>
                  </a:lnTo>
                  <a:lnTo>
                    <a:pt x="4692693" y="1622473"/>
                  </a:lnTo>
                  <a:lnTo>
                    <a:pt x="4692818" y="1622473"/>
                  </a:lnTo>
                  <a:lnTo>
                    <a:pt x="4692943" y="1622473"/>
                  </a:lnTo>
                  <a:lnTo>
                    <a:pt x="4693068" y="1622473"/>
                  </a:lnTo>
                  <a:lnTo>
                    <a:pt x="4693193" y="1622473"/>
                  </a:lnTo>
                  <a:lnTo>
                    <a:pt x="4693318" y="1622473"/>
                  </a:lnTo>
                  <a:lnTo>
                    <a:pt x="4693443" y="1622473"/>
                  </a:lnTo>
                  <a:lnTo>
                    <a:pt x="4693569" y="1622473"/>
                  </a:lnTo>
                  <a:lnTo>
                    <a:pt x="4693694" y="1622473"/>
                  </a:lnTo>
                  <a:lnTo>
                    <a:pt x="4693819" y="1622473"/>
                  </a:lnTo>
                  <a:lnTo>
                    <a:pt x="4693944" y="1622473"/>
                  </a:lnTo>
                  <a:lnTo>
                    <a:pt x="4694069" y="1622473"/>
                  </a:lnTo>
                  <a:lnTo>
                    <a:pt x="4694194" y="1622473"/>
                  </a:lnTo>
                  <a:lnTo>
                    <a:pt x="4694319" y="1622473"/>
                  </a:lnTo>
                  <a:lnTo>
                    <a:pt x="4694444" y="1622473"/>
                  </a:lnTo>
                  <a:lnTo>
                    <a:pt x="4694569" y="1622473"/>
                  </a:lnTo>
                  <a:lnTo>
                    <a:pt x="4694694" y="1622473"/>
                  </a:lnTo>
                  <a:lnTo>
                    <a:pt x="4694819" y="1622473"/>
                  </a:lnTo>
                  <a:lnTo>
                    <a:pt x="4694944" y="1622473"/>
                  </a:lnTo>
                  <a:lnTo>
                    <a:pt x="4695069" y="1622473"/>
                  </a:lnTo>
                  <a:lnTo>
                    <a:pt x="4695194" y="1622473"/>
                  </a:lnTo>
                  <a:lnTo>
                    <a:pt x="4695319" y="1622473"/>
                  </a:lnTo>
                  <a:lnTo>
                    <a:pt x="4695444" y="1622473"/>
                  </a:lnTo>
                  <a:lnTo>
                    <a:pt x="4695569" y="1622473"/>
                  </a:lnTo>
                  <a:lnTo>
                    <a:pt x="4695694" y="1622473"/>
                  </a:lnTo>
                  <a:lnTo>
                    <a:pt x="4695819" y="1622473"/>
                  </a:lnTo>
                  <a:lnTo>
                    <a:pt x="4695944" y="1622473"/>
                  </a:lnTo>
                  <a:lnTo>
                    <a:pt x="4696069" y="1622473"/>
                  </a:lnTo>
                  <a:lnTo>
                    <a:pt x="4696194" y="1622473"/>
                  </a:lnTo>
                  <a:lnTo>
                    <a:pt x="4696319" y="1622473"/>
                  </a:lnTo>
                  <a:lnTo>
                    <a:pt x="4696445" y="1622473"/>
                  </a:lnTo>
                  <a:lnTo>
                    <a:pt x="4696570" y="1622473"/>
                  </a:lnTo>
                  <a:lnTo>
                    <a:pt x="4696695" y="1622473"/>
                  </a:lnTo>
                  <a:lnTo>
                    <a:pt x="4696820" y="1622473"/>
                  </a:lnTo>
                  <a:lnTo>
                    <a:pt x="4696945" y="1622473"/>
                  </a:lnTo>
                  <a:lnTo>
                    <a:pt x="4697070" y="1622473"/>
                  </a:lnTo>
                  <a:lnTo>
                    <a:pt x="4697195" y="1622473"/>
                  </a:lnTo>
                  <a:lnTo>
                    <a:pt x="4697320" y="1622473"/>
                  </a:lnTo>
                  <a:lnTo>
                    <a:pt x="4697445" y="1622473"/>
                  </a:lnTo>
                  <a:lnTo>
                    <a:pt x="4697570" y="1622473"/>
                  </a:lnTo>
                  <a:lnTo>
                    <a:pt x="4697695" y="1622473"/>
                  </a:lnTo>
                  <a:lnTo>
                    <a:pt x="4697820" y="1622473"/>
                  </a:lnTo>
                  <a:lnTo>
                    <a:pt x="4697945" y="1622473"/>
                  </a:lnTo>
                  <a:lnTo>
                    <a:pt x="4698070" y="1622473"/>
                  </a:lnTo>
                  <a:lnTo>
                    <a:pt x="4698195" y="1622473"/>
                  </a:lnTo>
                  <a:lnTo>
                    <a:pt x="4698320" y="1622473"/>
                  </a:lnTo>
                  <a:lnTo>
                    <a:pt x="4698445" y="1622473"/>
                  </a:lnTo>
                  <a:lnTo>
                    <a:pt x="4698570" y="1622473"/>
                  </a:lnTo>
                  <a:lnTo>
                    <a:pt x="4698695" y="1622473"/>
                  </a:lnTo>
                  <a:lnTo>
                    <a:pt x="4698820" y="1622473"/>
                  </a:lnTo>
                  <a:lnTo>
                    <a:pt x="4698945" y="1622473"/>
                  </a:lnTo>
                  <a:lnTo>
                    <a:pt x="4699070" y="1622473"/>
                  </a:lnTo>
                  <a:lnTo>
                    <a:pt x="4699195" y="1622473"/>
                  </a:lnTo>
                  <a:lnTo>
                    <a:pt x="4699320" y="1622473"/>
                  </a:lnTo>
                  <a:lnTo>
                    <a:pt x="4699446" y="1622473"/>
                  </a:lnTo>
                  <a:lnTo>
                    <a:pt x="4699571" y="1622473"/>
                  </a:lnTo>
                  <a:lnTo>
                    <a:pt x="4699696" y="1622473"/>
                  </a:lnTo>
                  <a:lnTo>
                    <a:pt x="4699821" y="1622473"/>
                  </a:lnTo>
                  <a:lnTo>
                    <a:pt x="4699946" y="1622473"/>
                  </a:lnTo>
                  <a:lnTo>
                    <a:pt x="4700071" y="1622473"/>
                  </a:lnTo>
                  <a:lnTo>
                    <a:pt x="4700196" y="1622473"/>
                  </a:lnTo>
                  <a:lnTo>
                    <a:pt x="4700321" y="1622473"/>
                  </a:lnTo>
                  <a:lnTo>
                    <a:pt x="4700446" y="1622473"/>
                  </a:lnTo>
                  <a:lnTo>
                    <a:pt x="4700571" y="1622473"/>
                  </a:lnTo>
                  <a:lnTo>
                    <a:pt x="4700696" y="1622473"/>
                  </a:lnTo>
                  <a:lnTo>
                    <a:pt x="4700821" y="1622473"/>
                  </a:lnTo>
                  <a:lnTo>
                    <a:pt x="4700946" y="1622473"/>
                  </a:lnTo>
                  <a:lnTo>
                    <a:pt x="4701071" y="1622473"/>
                  </a:lnTo>
                  <a:lnTo>
                    <a:pt x="4701196" y="1622473"/>
                  </a:lnTo>
                  <a:lnTo>
                    <a:pt x="4701321" y="1622473"/>
                  </a:lnTo>
                  <a:lnTo>
                    <a:pt x="4701446" y="1622473"/>
                  </a:lnTo>
                  <a:lnTo>
                    <a:pt x="4701571" y="1622473"/>
                  </a:lnTo>
                  <a:lnTo>
                    <a:pt x="4701696" y="1622473"/>
                  </a:lnTo>
                  <a:lnTo>
                    <a:pt x="4701821" y="1622473"/>
                  </a:lnTo>
                  <a:lnTo>
                    <a:pt x="4701946" y="1622473"/>
                  </a:lnTo>
                  <a:lnTo>
                    <a:pt x="4702071" y="1622473"/>
                  </a:lnTo>
                  <a:lnTo>
                    <a:pt x="4702196" y="1622473"/>
                  </a:lnTo>
                  <a:lnTo>
                    <a:pt x="4702321" y="1622473"/>
                  </a:lnTo>
                  <a:lnTo>
                    <a:pt x="4702447" y="1622473"/>
                  </a:lnTo>
                  <a:lnTo>
                    <a:pt x="4702572" y="1622473"/>
                  </a:lnTo>
                  <a:lnTo>
                    <a:pt x="4702697" y="1622473"/>
                  </a:lnTo>
                  <a:lnTo>
                    <a:pt x="4702822" y="1622473"/>
                  </a:lnTo>
                  <a:lnTo>
                    <a:pt x="4702947" y="1622473"/>
                  </a:lnTo>
                  <a:lnTo>
                    <a:pt x="4703072" y="1622473"/>
                  </a:lnTo>
                  <a:lnTo>
                    <a:pt x="4703197" y="1622473"/>
                  </a:lnTo>
                  <a:lnTo>
                    <a:pt x="4703322" y="1622473"/>
                  </a:lnTo>
                  <a:lnTo>
                    <a:pt x="4703447" y="1622473"/>
                  </a:lnTo>
                  <a:lnTo>
                    <a:pt x="4703572" y="1622473"/>
                  </a:lnTo>
                  <a:lnTo>
                    <a:pt x="4703697" y="1622473"/>
                  </a:lnTo>
                  <a:lnTo>
                    <a:pt x="4703822" y="1622473"/>
                  </a:lnTo>
                  <a:lnTo>
                    <a:pt x="4703947" y="1622473"/>
                  </a:lnTo>
                  <a:lnTo>
                    <a:pt x="4704072" y="1622473"/>
                  </a:lnTo>
                  <a:lnTo>
                    <a:pt x="4704197" y="1622473"/>
                  </a:lnTo>
                  <a:lnTo>
                    <a:pt x="4704322" y="1622473"/>
                  </a:lnTo>
                  <a:lnTo>
                    <a:pt x="4704447" y="1622473"/>
                  </a:lnTo>
                  <a:lnTo>
                    <a:pt x="4704572" y="1622473"/>
                  </a:lnTo>
                  <a:lnTo>
                    <a:pt x="4704697" y="1622473"/>
                  </a:lnTo>
                  <a:lnTo>
                    <a:pt x="4704822" y="1622473"/>
                  </a:lnTo>
                  <a:lnTo>
                    <a:pt x="4704947" y="1622473"/>
                  </a:lnTo>
                  <a:lnTo>
                    <a:pt x="4705072" y="1622473"/>
                  </a:lnTo>
                  <a:lnTo>
                    <a:pt x="4705197" y="1622473"/>
                  </a:lnTo>
                  <a:lnTo>
                    <a:pt x="4705322" y="1622473"/>
                  </a:lnTo>
                  <a:lnTo>
                    <a:pt x="4705448" y="1622473"/>
                  </a:lnTo>
                  <a:lnTo>
                    <a:pt x="4705573" y="1622473"/>
                  </a:lnTo>
                  <a:lnTo>
                    <a:pt x="4705698" y="1622473"/>
                  </a:lnTo>
                  <a:lnTo>
                    <a:pt x="4705823" y="1622473"/>
                  </a:lnTo>
                  <a:lnTo>
                    <a:pt x="4705948" y="1622473"/>
                  </a:lnTo>
                  <a:lnTo>
                    <a:pt x="4706073" y="1622473"/>
                  </a:lnTo>
                  <a:lnTo>
                    <a:pt x="4706198" y="1622473"/>
                  </a:lnTo>
                  <a:lnTo>
                    <a:pt x="4706323" y="1622473"/>
                  </a:lnTo>
                  <a:lnTo>
                    <a:pt x="4706448" y="1622473"/>
                  </a:lnTo>
                  <a:lnTo>
                    <a:pt x="4706573" y="1622473"/>
                  </a:lnTo>
                  <a:lnTo>
                    <a:pt x="4706698" y="1622473"/>
                  </a:lnTo>
                  <a:lnTo>
                    <a:pt x="4706823" y="1622473"/>
                  </a:lnTo>
                  <a:lnTo>
                    <a:pt x="4706948" y="1622473"/>
                  </a:lnTo>
                  <a:lnTo>
                    <a:pt x="4707073" y="1622473"/>
                  </a:lnTo>
                  <a:lnTo>
                    <a:pt x="4707198" y="1622473"/>
                  </a:lnTo>
                  <a:lnTo>
                    <a:pt x="4707323" y="1622473"/>
                  </a:lnTo>
                  <a:lnTo>
                    <a:pt x="4707448" y="1622473"/>
                  </a:lnTo>
                  <a:lnTo>
                    <a:pt x="4707573" y="1622473"/>
                  </a:lnTo>
                  <a:lnTo>
                    <a:pt x="4707698" y="1622473"/>
                  </a:lnTo>
                  <a:lnTo>
                    <a:pt x="4707823" y="1622473"/>
                  </a:lnTo>
                  <a:lnTo>
                    <a:pt x="4707948" y="1622473"/>
                  </a:lnTo>
                  <a:lnTo>
                    <a:pt x="4708073" y="1622473"/>
                  </a:lnTo>
                  <a:lnTo>
                    <a:pt x="4708198" y="1622473"/>
                  </a:lnTo>
                  <a:lnTo>
                    <a:pt x="4708323" y="1622473"/>
                  </a:lnTo>
                  <a:lnTo>
                    <a:pt x="4708449" y="1622473"/>
                  </a:lnTo>
                  <a:lnTo>
                    <a:pt x="4708574" y="1622473"/>
                  </a:lnTo>
                  <a:lnTo>
                    <a:pt x="4708699" y="1622473"/>
                  </a:lnTo>
                  <a:lnTo>
                    <a:pt x="4708824" y="1622473"/>
                  </a:lnTo>
                  <a:lnTo>
                    <a:pt x="4708949" y="1622473"/>
                  </a:lnTo>
                  <a:lnTo>
                    <a:pt x="4709074" y="1622473"/>
                  </a:lnTo>
                  <a:lnTo>
                    <a:pt x="4709199" y="1622473"/>
                  </a:lnTo>
                  <a:lnTo>
                    <a:pt x="4709324" y="1622473"/>
                  </a:lnTo>
                  <a:lnTo>
                    <a:pt x="4709449" y="1622473"/>
                  </a:lnTo>
                  <a:lnTo>
                    <a:pt x="4709574" y="1622473"/>
                  </a:lnTo>
                  <a:lnTo>
                    <a:pt x="4709699" y="1622473"/>
                  </a:lnTo>
                  <a:lnTo>
                    <a:pt x="4709824" y="1622473"/>
                  </a:lnTo>
                  <a:lnTo>
                    <a:pt x="4709949" y="1622473"/>
                  </a:lnTo>
                  <a:lnTo>
                    <a:pt x="4710074" y="1622473"/>
                  </a:lnTo>
                  <a:lnTo>
                    <a:pt x="4710199" y="1622473"/>
                  </a:lnTo>
                  <a:lnTo>
                    <a:pt x="4710324" y="1622473"/>
                  </a:lnTo>
                  <a:lnTo>
                    <a:pt x="4710449" y="1622473"/>
                  </a:lnTo>
                  <a:lnTo>
                    <a:pt x="4710574" y="1622473"/>
                  </a:lnTo>
                  <a:lnTo>
                    <a:pt x="4710699" y="1622473"/>
                  </a:lnTo>
                  <a:lnTo>
                    <a:pt x="4710824" y="1622473"/>
                  </a:lnTo>
                  <a:lnTo>
                    <a:pt x="4710949" y="1622473"/>
                  </a:lnTo>
                  <a:lnTo>
                    <a:pt x="4711074" y="1622473"/>
                  </a:lnTo>
                  <a:lnTo>
                    <a:pt x="4711199" y="1622473"/>
                  </a:lnTo>
                  <a:lnTo>
                    <a:pt x="4711199" y="1612519"/>
                  </a:lnTo>
                  <a:lnTo>
                    <a:pt x="4711324" y="1612519"/>
                  </a:lnTo>
                  <a:lnTo>
                    <a:pt x="4711450" y="1612519"/>
                  </a:lnTo>
                  <a:lnTo>
                    <a:pt x="4711575" y="1612519"/>
                  </a:lnTo>
                  <a:lnTo>
                    <a:pt x="4711700" y="1612519"/>
                  </a:lnTo>
                  <a:lnTo>
                    <a:pt x="4711825" y="1612519"/>
                  </a:lnTo>
                  <a:lnTo>
                    <a:pt x="4711950" y="1612519"/>
                  </a:lnTo>
                  <a:lnTo>
                    <a:pt x="4712075" y="1612519"/>
                  </a:lnTo>
                  <a:lnTo>
                    <a:pt x="4712200" y="1612519"/>
                  </a:lnTo>
                  <a:lnTo>
                    <a:pt x="4712325" y="1612519"/>
                  </a:lnTo>
                  <a:lnTo>
                    <a:pt x="4712450" y="1612519"/>
                  </a:lnTo>
                  <a:lnTo>
                    <a:pt x="4712575" y="1612519"/>
                  </a:lnTo>
                  <a:lnTo>
                    <a:pt x="4712700" y="1612519"/>
                  </a:lnTo>
                  <a:lnTo>
                    <a:pt x="4712825" y="1612519"/>
                  </a:lnTo>
                  <a:lnTo>
                    <a:pt x="4712950" y="1612519"/>
                  </a:lnTo>
                  <a:lnTo>
                    <a:pt x="4713075" y="1612519"/>
                  </a:lnTo>
                  <a:lnTo>
                    <a:pt x="4713200" y="1612519"/>
                  </a:lnTo>
                  <a:lnTo>
                    <a:pt x="4713325" y="1612519"/>
                  </a:lnTo>
                  <a:lnTo>
                    <a:pt x="4713450" y="1612519"/>
                  </a:lnTo>
                  <a:lnTo>
                    <a:pt x="4713575" y="1612519"/>
                  </a:lnTo>
                  <a:lnTo>
                    <a:pt x="4713700" y="1612519"/>
                  </a:lnTo>
                  <a:lnTo>
                    <a:pt x="4713825" y="1612519"/>
                  </a:lnTo>
                  <a:lnTo>
                    <a:pt x="4713950" y="1612519"/>
                  </a:lnTo>
                  <a:lnTo>
                    <a:pt x="4714075" y="1612519"/>
                  </a:lnTo>
                  <a:lnTo>
                    <a:pt x="4714200" y="1612519"/>
                  </a:lnTo>
                  <a:lnTo>
                    <a:pt x="4714325" y="1612519"/>
                  </a:lnTo>
                  <a:lnTo>
                    <a:pt x="4714451" y="1612519"/>
                  </a:lnTo>
                  <a:lnTo>
                    <a:pt x="4714576" y="1612519"/>
                  </a:lnTo>
                  <a:lnTo>
                    <a:pt x="4714701" y="1612519"/>
                  </a:lnTo>
                  <a:lnTo>
                    <a:pt x="4714826" y="1612519"/>
                  </a:lnTo>
                  <a:lnTo>
                    <a:pt x="4714951" y="1612519"/>
                  </a:lnTo>
                  <a:lnTo>
                    <a:pt x="4715076" y="1612519"/>
                  </a:lnTo>
                  <a:lnTo>
                    <a:pt x="4715201" y="1612519"/>
                  </a:lnTo>
                  <a:lnTo>
                    <a:pt x="4715326" y="1612519"/>
                  </a:lnTo>
                  <a:lnTo>
                    <a:pt x="4715451" y="1612519"/>
                  </a:lnTo>
                  <a:lnTo>
                    <a:pt x="4715576" y="1612519"/>
                  </a:lnTo>
                  <a:lnTo>
                    <a:pt x="4715701" y="1612519"/>
                  </a:lnTo>
                  <a:lnTo>
                    <a:pt x="4715826" y="1612519"/>
                  </a:lnTo>
                  <a:lnTo>
                    <a:pt x="4715951" y="1612519"/>
                  </a:lnTo>
                  <a:lnTo>
                    <a:pt x="4716076" y="1612519"/>
                  </a:lnTo>
                  <a:lnTo>
                    <a:pt x="4716201" y="1612519"/>
                  </a:lnTo>
                  <a:lnTo>
                    <a:pt x="4716326" y="1612519"/>
                  </a:lnTo>
                  <a:lnTo>
                    <a:pt x="4716451" y="1612519"/>
                  </a:lnTo>
                  <a:lnTo>
                    <a:pt x="4716576" y="1612519"/>
                  </a:lnTo>
                  <a:lnTo>
                    <a:pt x="4716701" y="1612519"/>
                  </a:lnTo>
                  <a:lnTo>
                    <a:pt x="4716826" y="1612519"/>
                  </a:lnTo>
                  <a:lnTo>
                    <a:pt x="4716951" y="1612519"/>
                  </a:lnTo>
                  <a:lnTo>
                    <a:pt x="4717076" y="1612519"/>
                  </a:lnTo>
                  <a:lnTo>
                    <a:pt x="4717201" y="1612519"/>
                  </a:lnTo>
                  <a:lnTo>
                    <a:pt x="4717326" y="1612519"/>
                  </a:lnTo>
                  <a:lnTo>
                    <a:pt x="4717452" y="1612519"/>
                  </a:lnTo>
                  <a:lnTo>
                    <a:pt x="4717577" y="1612519"/>
                  </a:lnTo>
                  <a:lnTo>
                    <a:pt x="4717702" y="1612519"/>
                  </a:lnTo>
                  <a:lnTo>
                    <a:pt x="4717827" y="1612519"/>
                  </a:lnTo>
                  <a:lnTo>
                    <a:pt x="4717952" y="1612519"/>
                  </a:lnTo>
                  <a:lnTo>
                    <a:pt x="4718077" y="1612519"/>
                  </a:lnTo>
                  <a:lnTo>
                    <a:pt x="4718202" y="1612519"/>
                  </a:lnTo>
                  <a:lnTo>
                    <a:pt x="4718327" y="1612519"/>
                  </a:lnTo>
                  <a:lnTo>
                    <a:pt x="4718452" y="1612519"/>
                  </a:lnTo>
                  <a:lnTo>
                    <a:pt x="4718577" y="1612519"/>
                  </a:lnTo>
                  <a:lnTo>
                    <a:pt x="4718702" y="1612519"/>
                  </a:lnTo>
                  <a:lnTo>
                    <a:pt x="4718827" y="1612519"/>
                  </a:lnTo>
                  <a:lnTo>
                    <a:pt x="4718952" y="1612519"/>
                  </a:lnTo>
                  <a:lnTo>
                    <a:pt x="4719077" y="1612519"/>
                  </a:lnTo>
                  <a:lnTo>
                    <a:pt x="4719202" y="1612519"/>
                  </a:lnTo>
                  <a:lnTo>
                    <a:pt x="4719327" y="1612519"/>
                  </a:lnTo>
                  <a:lnTo>
                    <a:pt x="4719452" y="1612519"/>
                  </a:lnTo>
                  <a:lnTo>
                    <a:pt x="4719577" y="1612519"/>
                  </a:lnTo>
                  <a:lnTo>
                    <a:pt x="4719702" y="1612519"/>
                  </a:lnTo>
                  <a:lnTo>
                    <a:pt x="4719827" y="1612519"/>
                  </a:lnTo>
                  <a:lnTo>
                    <a:pt x="4719952" y="1612519"/>
                  </a:lnTo>
                  <a:lnTo>
                    <a:pt x="4720077" y="1612519"/>
                  </a:lnTo>
                  <a:lnTo>
                    <a:pt x="4720202" y="1612519"/>
                  </a:lnTo>
                  <a:lnTo>
                    <a:pt x="4720327" y="1612519"/>
                  </a:lnTo>
                  <a:lnTo>
                    <a:pt x="4720327" y="1602565"/>
                  </a:lnTo>
                  <a:lnTo>
                    <a:pt x="4720453" y="1602565"/>
                  </a:lnTo>
                  <a:lnTo>
                    <a:pt x="4720578" y="1602565"/>
                  </a:lnTo>
                  <a:lnTo>
                    <a:pt x="4720703" y="1602565"/>
                  </a:lnTo>
                  <a:lnTo>
                    <a:pt x="4720828" y="1602565"/>
                  </a:lnTo>
                  <a:lnTo>
                    <a:pt x="4720953" y="1602565"/>
                  </a:lnTo>
                  <a:lnTo>
                    <a:pt x="4721078" y="1602565"/>
                  </a:lnTo>
                  <a:lnTo>
                    <a:pt x="4721203" y="1602565"/>
                  </a:lnTo>
                  <a:lnTo>
                    <a:pt x="4721328" y="1602565"/>
                  </a:lnTo>
                  <a:lnTo>
                    <a:pt x="4721453" y="1602565"/>
                  </a:lnTo>
                  <a:lnTo>
                    <a:pt x="4721578" y="1602565"/>
                  </a:lnTo>
                  <a:lnTo>
                    <a:pt x="4721703" y="1602565"/>
                  </a:lnTo>
                  <a:lnTo>
                    <a:pt x="4721828" y="1602565"/>
                  </a:lnTo>
                  <a:lnTo>
                    <a:pt x="4721953" y="1602565"/>
                  </a:lnTo>
                  <a:lnTo>
                    <a:pt x="4722078" y="1602565"/>
                  </a:lnTo>
                  <a:lnTo>
                    <a:pt x="4722203" y="1602565"/>
                  </a:lnTo>
                  <a:lnTo>
                    <a:pt x="4722328" y="1602565"/>
                  </a:lnTo>
                  <a:lnTo>
                    <a:pt x="4722453" y="1602565"/>
                  </a:lnTo>
                  <a:lnTo>
                    <a:pt x="4722578" y="1602565"/>
                  </a:lnTo>
                  <a:lnTo>
                    <a:pt x="4722703" y="1602565"/>
                  </a:lnTo>
                  <a:lnTo>
                    <a:pt x="4722828" y="1602565"/>
                  </a:lnTo>
                  <a:lnTo>
                    <a:pt x="4722953" y="1602565"/>
                  </a:lnTo>
                  <a:lnTo>
                    <a:pt x="4723078" y="1602565"/>
                  </a:lnTo>
                  <a:lnTo>
                    <a:pt x="4723203" y="1602565"/>
                  </a:lnTo>
                  <a:lnTo>
                    <a:pt x="4723328" y="1602565"/>
                  </a:lnTo>
                  <a:lnTo>
                    <a:pt x="4723454" y="1602565"/>
                  </a:lnTo>
                  <a:lnTo>
                    <a:pt x="4723579" y="1602565"/>
                  </a:lnTo>
                  <a:lnTo>
                    <a:pt x="4723704" y="1602565"/>
                  </a:lnTo>
                  <a:lnTo>
                    <a:pt x="4723829" y="1602565"/>
                  </a:lnTo>
                  <a:lnTo>
                    <a:pt x="4723954" y="1602565"/>
                  </a:lnTo>
                  <a:lnTo>
                    <a:pt x="4724079" y="1602565"/>
                  </a:lnTo>
                  <a:lnTo>
                    <a:pt x="4724204" y="1602565"/>
                  </a:lnTo>
                  <a:lnTo>
                    <a:pt x="4724329" y="1602565"/>
                  </a:lnTo>
                  <a:lnTo>
                    <a:pt x="4724454" y="1602565"/>
                  </a:lnTo>
                  <a:lnTo>
                    <a:pt x="4724579" y="1602565"/>
                  </a:lnTo>
                  <a:lnTo>
                    <a:pt x="4724704" y="1602565"/>
                  </a:lnTo>
                  <a:lnTo>
                    <a:pt x="4724829" y="1602565"/>
                  </a:lnTo>
                  <a:lnTo>
                    <a:pt x="4724954" y="1602565"/>
                  </a:lnTo>
                  <a:lnTo>
                    <a:pt x="4725079" y="1602565"/>
                  </a:lnTo>
                  <a:lnTo>
                    <a:pt x="4725204" y="1602565"/>
                  </a:lnTo>
                  <a:lnTo>
                    <a:pt x="4725329" y="1602565"/>
                  </a:lnTo>
                  <a:lnTo>
                    <a:pt x="4725454" y="1602565"/>
                  </a:lnTo>
                  <a:lnTo>
                    <a:pt x="4725579" y="1602565"/>
                  </a:lnTo>
                  <a:lnTo>
                    <a:pt x="4725704" y="1602565"/>
                  </a:lnTo>
                  <a:lnTo>
                    <a:pt x="4725829" y="1602565"/>
                  </a:lnTo>
                  <a:lnTo>
                    <a:pt x="4725954" y="1602565"/>
                  </a:lnTo>
                  <a:lnTo>
                    <a:pt x="4726079" y="1602565"/>
                  </a:lnTo>
                  <a:lnTo>
                    <a:pt x="4726204" y="1602565"/>
                  </a:lnTo>
                  <a:lnTo>
                    <a:pt x="4726329" y="1602565"/>
                  </a:lnTo>
                  <a:lnTo>
                    <a:pt x="4726455" y="1602565"/>
                  </a:lnTo>
                  <a:lnTo>
                    <a:pt x="4726580" y="1602565"/>
                  </a:lnTo>
                  <a:lnTo>
                    <a:pt x="4726705" y="1602565"/>
                  </a:lnTo>
                  <a:lnTo>
                    <a:pt x="4726830" y="1602565"/>
                  </a:lnTo>
                  <a:lnTo>
                    <a:pt x="4726955" y="1602565"/>
                  </a:lnTo>
                  <a:lnTo>
                    <a:pt x="4727080" y="1602565"/>
                  </a:lnTo>
                  <a:lnTo>
                    <a:pt x="4727205" y="1602565"/>
                  </a:lnTo>
                  <a:lnTo>
                    <a:pt x="4727330" y="1602565"/>
                  </a:lnTo>
                  <a:lnTo>
                    <a:pt x="4727455" y="1602565"/>
                  </a:lnTo>
                  <a:lnTo>
                    <a:pt x="4727580" y="1602565"/>
                  </a:lnTo>
                  <a:lnTo>
                    <a:pt x="4727705" y="1602565"/>
                  </a:lnTo>
                  <a:lnTo>
                    <a:pt x="4727830" y="1602565"/>
                  </a:lnTo>
                  <a:lnTo>
                    <a:pt x="4727955" y="1602565"/>
                  </a:lnTo>
                  <a:lnTo>
                    <a:pt x="4727955" y="1592611"/>
                  </a:lnTo>
                  <a:lnTo>
                    <a:pt x="4728080" y="1592611"/>
                  </a:lnTo>
                  <a:lnTo>
                    <a:pt x="4728205" y="1592611"/>
                  </a:lnTo>
                  <a:lnTo>
                    <a:pt x="4728330" y="1592611"/>
                  </a:lnTo>
                  <a:lnTo>
                    <a:pt x="4728455" y="1592611"/>
                  </a:lnTo>
                  <a:lnTo>
                    <a:pt x="4728580" y="1592611"/>
                  </a:lnTo>
                  <a:lnTo>
                    <a:pt x="4728705" y="1592611"/>
                  </a:lnTo>
                  <a:lnTo>
                    <a:pt x="4728830" y="1592611"/>
                  </a:lnTo>
                  <a:lnTo>
                    <a:pt x="4728955" y="1592611"/>
                  </a:lnTo>
                  <a:lnTo>
                    <a:pt x="4729080" y="1592611"/>
                  </a:lnTo>
                  <a:lnTo>
                    <a:pt x="4729205" y="1592611"/>
                  </a:lnTo>
                  <a:lnTo>
                    <a:pt x="4729330" y="1592611"/>
                  </a:lnTo>
                  <a:lnTo>
                    <a:pt x="4729456" y="1592611"/>
                  </a:lnTo>
                  <a:lnTo>
                    <a:pt x="4729581" y="1592611"/>
                  </a:lnTo>
                  <a:lnTo>
                    <a:pt x="4729706" y="1592611"/>
                  </a:lnTo>
                  <a:lnTo>
                    <a:pt x="4729831" y="1592611"/>
                  </a:lnTo>
                  <a:lnTo>
                    <a:pt x="4729956" y="1592611"/>
                  </a:lnTo>
                  <a:lnTo>
                    <a:pt x="4730081" y="1592611"/>
                  </a:lnTo>
                  <a:lnTo>
                    <a:pt x="4730206" y="1592611"/>
                  </a:lnTo>
                  <a:lnTo>
                    <a:pt x="4730331" y="1592611"/>
                  </a:lnTo>
                  <a:lnTo>
                    <a:pt x="4730456" y="1592611"/>
                  </a:lnTo>
                  <a:lnTo>
                    <a:pt x="4730581" y="1592611"/>
                  </a:lnTo>
                  <a:lnTo>
                    <a:pt x="4730706" y="1592611"/>
                  </a:lnTo>
                  <a:lnTo>
                    <a:pt x="4730831" y="1592611"/>
                  </a:lnTo>
                  <a:lnTo>
                    <a:pt x="4730956" y="1592611"/>
                  </a:lnTo>
                  <a:lnTo>
                    <a:pt x="4731081" y="1592611"/>
                  </a:lnTo>
                  <a:lnTo>
                    <a:pt x="4731206" y="1592611"/>
                  </a:lnTo>
                  <a:lnTo>
                    <a:pt x="4731331" y="1592611"/>
                  </a:lnTo>
                  <a:lnTo>
                    <a:pt x="4731456" y="1592611"/>
                  </a:lnTo>
                  <a:lnTo>
                    <a:pt x="4731581" y="1592611"/>
                  </a:lnTo>
                  <a:lnTo>
                    <a:pt x="4731706" y="1592611"/>
                  </a:lnTo>
                  <a:lnTo>
                    <a:pt x="4731831" y="1592611"/>
                  </a:lnTo>
                  <a:lnTo>
                    <a:pt x="4731956" y="1592611"/>
                  </a:lnTo>
                  <a:lnTo>
                    <a:pt x="4732081" y="1592611"/>
                  </a:lnTo>
                  <a:lnTo>
                    <a:pt x="4732206" y="1592611"/>
                  </a:lnTo>
                  <a:lnTo>
                    <a:pt x="4732331" y="1592611"/>
                  </a:lnTo>
                  <a:lnTo>
                    <a:pt x="4732457" y="1592611"/>
                  </a:lnTo>
                  <a:lnTo>
                    <a:pt x="4732582" y="1592611"/>
                  </a:lnTo>
                  <a:lnTo>
                    <a:pt x="4732707" y="1592611"/>
                  </a:lnTo>
                  <a:lnTo>
                    <a:pt x="4732832" y="1592611"/>
                  </a:lnTo>
                  <a:lnTo>
                    <a:pt x="4732957" y="1592611"/>
                  </a:lnTo>
                  <a:lnTo>
                    <a:pt x="4733082" y="1592611"/>
                  </a:lnTo>
                  <a:lnTo>
                    <a:pt x="4733207" y="1592611"/>
                  </a:lnTo>
                  <a:lnTo>
                    <a:pt x="4733332" y="1592611"/>
                  </a:lnTo>
                  <a:lnTo>
                    <a:pt x="4733457" y="1592611"/>
                  </a:lnTo>
                  <a:lnTo>
                    <a:pt x="4733582" y="1592611"/>
                  </a:lnTo>
                  <a:lnTo>
                    <a:pt x="4733707" y="1592611"/>
                  </a:lnTo>
                  <a:lnTo>
                    <a:pt x="4733832" y="1592611"/>
                  </a:lnTo>
                  <a:lnTo>
                    <a:pt x="4733957" y="1592611"/>
                  </a:lnTo>
                  <a:lnTo>
                    <a:pt x="4734082" y="1592611"/>
                  </a:lnTo>
                  <a:lnTo>
                    <a:pt x="4734207" y="1592611"/>
                  </a:lnTo>
                  <a:lnTo>
                    <a:pt x="4734332" y="1592611"/>
                  </a:lnTo>
                  <a:lnTo>
                    <a:pt x="4734457" y="1592611"/>
                  </a:lnTo>
                  <a:lnTo>
                    <a:pt x="4734582" y="1592611"/>
                  </a:lnTo>
                  <a:lnTo>
                    <a:pt x="4734707" y="1592611"/>
                  </a:lnTo>
                  <a:lnTo>
                    <a:pt x="4734832" y="1592611"/>
                  </a:lnTo>
                  <a:lnTo>
                    <a:pt x="4734957" y="1592611"/>
                  </a:lnTo>
                  <a:lnTo>
                    <a:pt x="4735082" y="1592611"/>
                  </a:lnTo>
                  <a:lnTo>
                    <a:pt x="4735207" y="1592611"/>
                  </a:lnTo>
                  <a:lnTo>
                    <a:pt x="4735333" y="1592611"/>
                  </a:lnTo>
                  <a:lnTo>
                    <a:pt x="4735458" y="1592611"/>
                  </a:lnTo>
                  <a:lnTo>
                    <a:pt x="4735583" y="1592611"/>
                  </a:lnTo>
                  <a:lnTo>
                    <a:pt x="4735708" y="1592611"/>
                  </a:lnTo>
                  <a:lnTo>
                    <a:pt x="4735833" y="1592611"/>
                  </a:lnTo>
                  <a:lnTo>
                    <a:pt x="4735958" y="1592611"/>
                  </a:lnTo>
                  <a:lnTo>
                    <a:pt x="4736083" y="1592611"/>
                  </a:lnTo>
                  <a:lnTo>
                    <a:pt x="4736208" y="1592611"/>
                  </a:lnTo>
                  <a:lnTo>
                    <a:pt x="4736333" y="1592611"/>
                  </a:lnTo>
                  <a:lnTo>
                    <a:pt x="4736458" y="1592611"/>
                  </a:lnTo>
                  <a:lnTo>
                    <a:pt x="4736583" y="1592611"/>
                  </a:lnTo>
                  <a:lnTo>
                    <a:pt x="4736708" y="1592611"/>
                  </a:lnTo>
                  <a:lnTo>
                    <a:pt x="4736833" y="1592611"/>
                  </a:lnTo>
                  <a:lnTo>
                    <a:pt x="4736958" y="1592611"/>
                  </a:lnTo>
                  <a:lnTo>
                    <a:pt x="4737083" y="1592611"/>
                  </a:lnTo>
                  <a:lnTo>
                    <a:pt x="4737208" y="1592611"/>
                  </a:lnTo>
                  <a:lnTo>
                    <a:pt x="4737333" y="1592611"/>
                  </a:lnTo>
                  <a:lnTo>
                    <a:pt x="4737458" y="1592611"/>
                  </a:lnTo>
                  <a:lnTo>
                    <a:pt x="4737583" y="1592611"/>
                  </a:lnTo>
                  <a:lnTo>
                    <a:pt x="4737708" y="1592611"/>
                  </a:lnTo>
                  <a:lnTo>
                    <a:pt x="4737833" y="1592611"/>
                  </a:lnTo>
                  <a:lnTo>
                    <a:pt x="4737958" y="1592611"/>
                  </a:lnTo>
                  <a:lnTo>
                    <a:pt x="4738083" y="1592611"/>
                  </a:lnTo>
                  <a:lnTo>
                    <a:pt x="4738208" y="1592611"/>
                  </a:lnTo>
                  <a:lnTo>
                    <a:pt x="4738334" y="1592611"/>
                  </a:lnTo>
                  <a:lnTo>
                    <a:pt x="4738459" y="1592611"/>
                  </a:lnTo>
                  <a:lnTo>
                    <a:pt x="4738584" y="1592611"/>
                  </a:lnTo>
                  <a:lnTo>
                    <a:pt x="4738709" y="1592611"/>
                  </a:lnTo>
                  <a:lnTo>
                    <a:pt x="4738834" y="1592611"/>
                  </a:lnTo>
                  <a:lnTo>
                    <a:pt x="4738959" y="1592611"/>
                  </a:lnTo>
                  <a:lnTo>
                    <a:pt x="4739084" y="1592611"/>
                  </a:lnTo>
                  <a:lnTo>
                    <a:pt x="4739209" y="1592611"/>
                  </a:lnTo>
                  <a:lnTo>
                    <a:pt x="4739334" y="1592611"/>
                  </a:lnTo>
                  <a:lnTo>
                    <a:pt x="4739459" y="1592611"/>
                  </a:lnTo>
                  <a:lnTo>
                    <a:pt x="4739584" y="1592611"/>
                  </a:lnTo>
                  <a:lnTo>
                    <a:pt x="4739709" y="1592611"/>
                  </a:lnTo>
                  <a:lnTo>
                    <a:pt x="4739834" y="1592611"/>
                  </a:lnTo>
                  <a:lnTo>
                    <a:pt x="4739959" y="1592611"/>
                  </a:lnTo>
                  <a:lnTo>
                    <a:pt x="4740084" y="1592611"/>
                  </a:lnTo>
                  <a:lnTo>
                    <a:pt x="4740209" y="1592611"/>
                  </a:lnTo>
                  <a:lnTo>
                    <a:pt x="4740334" y="1592611"/>
                  </a:lnTo>
                  <a:lnTo>
                    <a:pt x="4740459" y="1592611"/>
                  </a:lnTo>
                  <a:lnTo>
                    <a:pt x="4740584" y="1592611"/>
                  </a:lnTo>
                  <a:lnTo>
                    <a:pt x="4740709" y="1592611"/>
                  </a:lnTo>
                  <a:lnTo>
                    <a:pt x="4740834" y="1592611"/>
                  </a:lnTo>
                  <a:lnTo>
                    <a:pt x="4740959" y="1592611"/>
                  </a:lnTo>
                  <a:lnTo>
                    <a:pt x="4741084" y="1592611"/>
                  </a:lnTo>
                  <a:lnTo>
                    <a:pt x="4741209" y="1592611"/>
                  </a:lnTo>
                  <a:lnTo>
                    <a:pt x="4741335" y="1592611"/>
                  </a:lnTo>
                  <a:lnTo>
                    <a:pt x="4741335" y="1582657"/>
                  </a:lnTo>
                  <a:lnTo>
                    <a:pt x="4741460" y="1582657"/>
                  </a:lnTo>
                  <a:lnTo>
                    <a:pt x="4741585" y="1582657"/>
                  </a:lnTo>
                  <a:lnTo>
                    <a:pt x="4741710" y="1582657"/>
                  </a:lnTo>
                  <a:lnTo>
                    <a:pt x="4741835" y="1582657"/>
                  </a:lnTo>
                  <a:lnTo>
                    <a:pt x="4741960" y="1582657"/>
                  </a:lnTo>
                  <a:lnTo>
                    <a:pt x="4742085" y="1582657"/>
                  </a:lnTo>
                  <a:lnTo>
                    <a:pt x="4742210" y="1582657"/>
                  </a:lnTo>
                  <a:lnTo>
                    <a:pt x="4742335" y="1582657"/>
                  </a:lnTo>
                  <a:lnTo>
                    <a:pt x="4742460" y="1582657"/>
                  </a:lnTo>
                  <a:lnTo>
                    <a:pt x="4742585" y="1582657"/>
                  </a:lnTo>
                  <a:lnTo>
                    <a:pt x="4742710" y="1582657"/>
                  </a:lnTo>
                  <a:lnTo>
                    <a:pt x="4742835" y="1582657"/>
                  </a:lnTo>
                  <a:lnTo>
                    <a:pt x="4742960" y="1582657"/>
                  </a:lnTo>
                  <a:lnTo>
                    <a:pt x="4743085" y="1582657"/>
                  </a:lnTo>
                  <a:lnTo>
                    <a:pt x="4743210" y="1582657"/>
                  </a:lnTo>
                  <a:lnTo>
                    <a:pt x="4743335" y="1582657"/>
                  </a:lnTo>
                  <a:lnTo>
                    <a:pt x="4743460" y="1582657"/>
                  </a:lnTo>
                  <a:lnTo>
                    <a:pt x="4743585" y="1582657"/>
                  </a:lnTo>
                  <a:lnTo>
                    <a:pt x="4743710" y="1582657"/>
                  </a:lnTo>
                  <a:lnTo>
                    <a:pt x="4743835" y="1582657"/>
                  </a:lnTo>
                  <a:lnTo>
                    <a:pt x="4743960" y="1582657"/>
                  </a:lnTo>
                  <a:lnTo>
                    <a:pt x="4744085" y="1582657"/>
                  </a:lnTo>
                  <a:lnTo>
                    <a:pt x="4744210" y="1582657"/>
                  </a:lnTo>
                  <a:lnTo>
                    <a:pt x="4744336" y="1582657"/>
                  </a:lnTo>
                  <a:lnTo>
                    <a:pt x="4744461" y="1582657"/>
                  </a:lnTo>
                  <a:lnTo>
                    <a:pt x="4744586" y="1582657"/>
                  </a:lnTo>
                  <a:lnTo>
                    <a:pt x="4744711" y="1582657"/>
                  </a:lnTo>
                  <a:lnTo>
                    <a:pt x="4744836" y="1582657"/>
                  </a:lnTo>
                  <a:lnTo>
                    <a:pt x="4744961" y="1582657"/>
                  </a:lnTo>
                  <a:lnTo>
                    <a:pt x="4745086" y="1582657"/>
                  </a:lnTo>
                  <a:lnTo>
                    <a:pt x="4745211" y="1582657"/>
                  </a:lnTo>
                  <a:lnTo>
                    <a:pt x="4745336" y="1582657"/>
                  </a:lnTo>
                  <a:lnTo>
                    <a:pt x="4745461" y="1582657"/>
                  </a:lnTo>
                  <a:lnTo>
                    <a:pt x="4745586" y="1582657"/>
                  </a:lnTo>
                  <a:lnTo>
                    <a:pt x="4745711" y="1582657"/>
                  </a:lnTo>
                  <a:lnTo>
                    <a:pt x="4745836" y="1582657"/>
                  </a:lnTo>
                  <a:lnTo>
                    <a:pt x="4745961" y="1582657"/>
                  </a:lnTo>
                  <a:lnTo>
                    <a:pt x="4746086" y="1582657"/>
                  </a:lnTo>
                  <a:lnTo>
                    <a:pt x="4746211" y="1582657"/>
                  </a:lnTo>
                  <a:lnTo>
                    <a:pt x="4746336" y="1582657"/>
                  </a:lnTo>
                  <a:lnTo>
                    <a:pt x="4746461" y="1582657"/>
                  </a:lnTo>
                  <a:lnTo>
                    <a:pt x="4746586" y="1582657"/>
                  </a:lnTo>
                  <a:lnTo>
                    <a:pt x="4746711" y="1582657"/>
                  </a:lnTo>
                  <a:lnTo>
                    <a:pt x="4746836" y="1582657"/>
                  </a:lnTo>
                  <a:lnTo>
                    <a:pt x="4746961" y="1582657"/>
                  </a:lnTo>
                  <a:lnTo>
                    <a:pt x="4747086" y="1582657"/>
                  </a:lnTo>
                  <a:lnTo>
                    <a:pt x="4747211" y="1582657"/>
                  </a:lnTo>
                  <a:lnTo>
                    <a:pt x="4747337" y="1582657"/>
                  </a:lnTo>
                  <a:lnTo>
                    <a:pt x="4747462" y="1582657"/>
                  </a:lnTo>
                  <a:lnTo>
                    <a:pt x="4747587" y="1582657"/>
                  </a:lnTo>
                  <a:lnTo>
                    <a:pt x="4747712" y="1582657"/>
                  </a:lnTo>
                  <a:lnTo>
                    <a:pt x="4747837" y="1582657"/>
                  </a:lnTo>
                  <a:lnTo>
                    <a:pt x="4747962" y="1582657"/>
                  </a:lnTo>
                  <a:lnTo>
                    <a:pt x="4748087" y="1582657"/>
                  </a:lnTo>
                  <a:lnTo>
                    <a:pt x="4748212" y="1582657"/>
                  </a:lnTo>
                  <a:lnTo>
                    <a:pt x="4748337" y="1582657"/>
                  </a:lnTo>
                  <a:lnTo>
                    <a:pt x="4748462" y="1582657"/>
                  </a:lnTo>
                  <a:lnTo>
                    <a:pt x="4748587" y="1582657"/>
                  </a:lnTo>
                  <a:lnTo>
                    <a:pt x="4748712" y="1582657"/>
                  </a:lnTo>
                  <a:lnTo>
                    <a:pt x="4748837" y="1582657"/>
                  </a:lnTo>
                  <a:lnTo>
                    <a:pt x="4748962" y="1582657"/>
                  </a:lnTo>
                  <a:lnTo>
                    <a:pt x="4749087" y="1582657"/>
                  </a:lnTo>
                  <a:lnTo>
                    <a:pt x="4749212" y="1582657"/>
                  </a:lnTo>
                  <a:lnTo>
                    <a:pt x="4749337" y="1582657"/>
                  </a:lnTo>
                  <a:lnTo>
                    <a:pt x="4749462" y="1582657"/>
                  </a:lnTo>
                  <a:lnTo>
                    <a:pt x="4749587" y="1582657"/>
                  </a:lnTo>
                  <a:lnTo>
                    <a:pt x="4749712" y="1582657"/>
                  </a:lnTo>
                  <a:lnTo>
                    <a:pt x="4749837" y="1582657"/>
                  </a:lnTo>
                  <a:lnTo>
                    <a:pt x="4749962" y="1582657"/>
                  </a:lnTo>
                  <a:lnTo>
                    <a:pt x="4750087" y="1582657"/>
                  </a:lnTo>
                  <a:lnTo>
                    <a:pt x="4750212" y="1582657"/>
                  </a:lnTo>
                  <a:lnTo>
                    <a:pt x="4750338" y="1582657"/>
                  </a:lnTo>
                  <a:lnTo>
                    <a:pt x="4750463" y="1582657"/>
                  </a:lnTo>
                  <a:lnTo>
                    <a:pt x="4750588" y="1582657"/>
                  </a:lnTo>
                  <a:lnTo>
                    <a:pt x="4750713" y="1582657"/>
                  </a:lnTo>
                  <a:lnTo>
                    <a:pt x="4750838" y="1582657"/>
                  </a:lnTo>
                  <a:lnTo>
                    <a:pt x="4750963" y="1582657"/>
                  </a:lnTo>
                  <a:lnTo>
                    <a:pt x="4751088" y="1582657"/>
                  </a:lnTo>
                  <a:lnTo>
                    <a:pt x="4751213" y="1582657"/>
                  </a:lnTo>
                  <a:lnTo>
                    <a:pt x="4751338" y="1582657"/>
                  </a:lnTo>
                  <a:lnTo>
                    <a:pt x="4751463" y="1582657"/>
                  </a:lnTo>
                  <a:lnTo>
                    <a:pt x="4751588" y="1582657"/>
                  </a:lnTo>
                  <a:lnTo>
                    <a:pt x="4751713" y="1582657"/>
                  </a:lnTo>
                  <a:lnTo>
                    <a:pt x="4751838" y="1582657"/>
                  </a:lnTo>
                  <a:lnTo>
                    <a:pt x="4751963" y="1582657"/>
                  </a:lnTo>
                  <a:lnTo>
                    <a:pt x="4752088" y="1582657"/>
                  </a:lnTo>
                  <a:lnTo>
                    <a:pt x="4752213" y="1582657"/>
                  </a:lnTo>
                  <a:lnTo>
                    <a:pt x="4752338" y="1582657"/>
                  </a:lnTo>
                  <a:lnTo>
                    <a:pt x="4752463" y="1582657"/>
                  </a:lnTo>
                  <a:lnTo>
                    <a:pt x="4752588" y="1582657"/>
                  </a:lnTo>
                  <a:lnTo>
                    <a:pt x="4752713" y="1582657"/>
                  </a:lnTo>
                  <a:lnTo>
                    <a:pt x="4752838" y="1582657"/>
                  </a:lnTo>
                  <a:lnTo>
                    <a:pt x="4752963" y="1582657"/>
                  </a:lnTo>
                  <a:lnTo>
                    <a:pt x="4753088" y="1582657"/>
                  </a:lnTo>
                  <a:lnTo>
                    <a:pt x="4753213" y="1582657"/>
                  </a:lnTo>
                  <a:lnTo>
                    <a:pt x="4753339" y="1582657"/>
                  </a:lnTo>
                  <a:lnTo>
                    <a:pt x="4753464" y="1582657"/>
                  </a:lnTo>
                  <a:lnTo>
                    <a:pt x="4753589" y="1582657"/>
                  </a:lnTo>
                  <a:lnTo>
                    <a:pt x="4753714" y="1582657"/>
                  </a:lnTo>
                  <a:lnTo>
                    <a:pt x="4753839" y="1582657"/>
                  </a:lnTo>
                  <a:lnTo>
                    <a:pt x="4753964" y="1582657"/>
                  </a:lnTo>
                  <a:lnTo>
                    <a:pt x="4754089" y="1582657"/>
                  </a:lnTo>
                  <a:lnTo>
                    <a:pt x="4754214" y="1582657"/>
                  </a:lnTo>
                  <a:lnTo>
                    <a:pt x="4754339" y="1582657"/>
                  </a:lnTo>
                  <a:lnTo>
                    <a:pt x="4754464" y="1582657"/>
                  </a:lnTo>
                  <a:lnTo>
                    <a:pt x="4754589" y="1582657"/>
                  </a:lnTo>
                  <a:lnTo>
                    <a:pt x="4754714" y="1582657"/>
                  </a:lnTo>
                  <a:lnTo>
                    <a:pt x="4754839" y="1582657"/>
                  </a:lnTo>
                  <a:lnTo>
                    <a:pt x="4754964" y="1582657"/>
                  </a:lnTo>
                  <a:lnTo>
                    <a:pt x="4755089" y="1582657"/>
                  </a:lnTo>
                  <a:lnTo>
                    <a:pt x="4755214" y="1582657"/>
                  </a:lnTo>
                  <a:lnTo>
                    <a:pt x="4755339" y="1582657"/>
                  </a:lnTo>
                  <a:lnTo>
                    <a:pt x="4755464" y="1582657"/>
                  </a:lnTo>
                  <a:lnTo>
                    <a:pt x="4755589" y="1582657"/>
                  </a:lnTo>
                  <a:lnTo>
                    <a:pt x="4755714" y="1582657"/>
                  </a:lnTo>
                  <a:lnTo>
                    <a:pt x="4755839" y="1582657"/>
                  </a:lnTo>
                  <a:lnTo>
                    <a:pt x="4755964" y="1582657"/>
                  </a:lnTo>
                  <a:lnTo>
                    <a:pt x="4756089" y="1582657"/>
                  </a:lnTo>
                  <a:lnTo>
                    <a:pt x="4756214" y="1582657"/>
                  </a:lnTo>
                  <a:lnTo>
                    <a:pt x="4756340" y="1582657"/>
                  </a:lnTo>
                  <a:lnTo>
                    <a:pt x="4756465" y="1582657"/>
                  </a:lnTo>
                  <a:lnTo>
                    <a:pt x="4756590" y="1582657"/>
                  </a:lnTo>
                  <a:lnTo>
                    <a:pt x="4756715" y="1582657"/>
                  </a:lnTo>
                  <a:lnTo>
                    <a:pt x="4756840" y="1582657"/>
                  </a:lnTo>
                  <a:lnTo>
                    <a:pt x="4756965" y="1582657"/>
                  </a:lnTo>
                  <a:lnTo>
                    <a:pt x="4757090" y="1582657"/>
                  </a:lnTo>
                  <a:lnTo>
                    <a:pt x="4757215" y="1582657"/>
                  </a:lnTo>
                  <a:lnTo>
                    <a:pt x="4757340" y="1582657"/>
                  </a:lnTo>
                  <a:lnTo>
                    <a:pt x="4757465" y="1582657"/>
                  </a:lnTo>
                  <a:lnTo>
                    <a:pt x="4757590" y="1582657"/>
                  </a:lnTo>
                  <a:lnTo>
                    <a:pt x="4757715" y="1582657"/>
                  </a:lnTo>
                  <a:lnTo>
                    <a:pt x="4757840" y="1582657"/>
                  </a:lnTo>
                  <a:lnTo>
                    <a:pt x="4757965" y="1582657"/>
                  </a:lnTo>
                  <a:lnTo>
                    <a:pt x="4758090" y="1582657"/>
                  </a:lnTo>
                  <a:lnTo>
                    <a:pt x="4758215" y="1582657"/>
                  </a:lnTo>
                  <a:lnTo>
                    <a:pt x="4758340" y="1582657"/>
                  </a:lnTo>
                  <a:lnTo>
                    <a:pt x="4758465" y="1582657"/>
                  </a:lnTo>
                  <a:lnTo>
                    <a:pt x="4758590" y="1582657"/>
                  </a:lnTo>
                  <a:lnTo>
                    <a:pt x="4758715" y="1582657"/>
                  </a:lnTo>
                  <a:lnTo>
                    <a:pt x="4758840" y="1582657"/>
                  </a:lnTo>
                  <a:lnTo>
                    <a:pt x="4758965" y="1582657"/>
                  </a:lnTo>
                  <a:lnTo>
                    <a:pt x="4759090" y="1582657"/>
                  </a:lnTo>
                  <a:lnTo>
                    <a:pt x="4759215" y="1582657"/>
                  </a:lnTo>
                  <a:lnTo>
                    <a:pt x="4759341" y="1582657"/>
                  </a:lnTo>
                  <a:lnTo>
                    <a:pt x="4759466" y="1582657"/>
                  </a:lnTo>
                  <a:lnTo>
                    <a:pt x="4759591" y="1582657"/>
                  </a:lnTo>
                  <a:lnTo>
                    <a:pt x="4759716" y="1582657"/>
                  </a:lnTo>
                  <a:lnTo>
                    <a:pt x="4759841" y="1582657"/>
                  </a:lnTo>
                  <a:lnTo>
                    <a:pt x="4759966" y="1582657"/>
                  </a:lnTo>
                  <a:lnTo>
                    <a:pt x="4760091" y="1582657"/>
                  </a:lnTo>
                  <a:lnTo>
                    <a:pt x="4760216" y="1582657"/>
                  </a:lnTo>
                  <a:lnTo>
                    <a:pt x="4760341" y="1582657"/>
                  </a:lnTo>
                  <a:lnTo>
                    <a:pt x="4760466" y="1582657"/>
                  </a:lnTo>
                  <a:lnTo>
                    <a:pt x="4760591" y="1582657"/>
                  </a:lnTo>
                  <a:lnTo>
                    <a:pt x="4760716" y="1582657"/>
                  </a:lnTo>
                  <a:lnTo>
                    <a:pt x="4760841" y="1582657"/>
                  </a:lnTo>
                  <a:lnTo>
                    <a:pt x="4760966" y="1582657"/>
                  </a:lnTo>
                  <a:lnTo>
                    <a:pt x="4761091" y="1582657"/>
                  </a:lnTo>
                  <a:lnTo>
                    <a:pt x="4761216" y="1582657"/>
                  </a:lnTo>
                  <a:lnTo>
                    <a:pt x="4761341" y="1582657"/>
                  </a:lnTo>
                  <a:lnTo>
                    <a:pt x="4761466" y="1582657"/>
                  </a:lnTo>
                  <a:lnTo>
                    <a:pt x="4761591" y="1582657"/>
                  </a:lnTo>
                  <a:lnTo>
                    <a:pt x="4761716" y="1582657"/>
                  </a:lnTo>
                  <a:lnTo>
                    <a:pt x="4761841" y="1582657"/>
                  </a:lnTo>
                  <a:lnTo>
                    <a:pt x="4761966" y="1582657"/>
                  </a:lnTo>
                  <a:lnTo>
                    <a:pt x="4762091" y="1582657"/>
                  </a:lnTo>
                  <a:lnTo>
                    <a:pt x="4762216" y="1582657"/>
                  </a:lnTo>
                  <a:lnTo>
                    <a:pt x="4762342" y="1582657"/>
                  </a:lnTo>
                  <a:lnTo>
                    <a:pt x="4762467" y="1582657"/>
                  </a:lnTo>
                  <a:lnTo>
                    <a:pt x="4762592" y="1582657"/>
                  </a:lnTo>
                  <a:lnTo>
                    <a:pt x="4762717" y="1582657"/>
                  </a:lnTo>
                  <a:lnTo>
                    <a:pt x="4762842" y="1582657"/>
                  </a:lnTo>
                  <a:lnTo>
                    <a:pt x="4762967" y="1582657"/>
                  </a:lnTo>
                  <a:lnTo>
                    <a:pt x="4763092" y="1582657"/>
                  </a:lnTo>
                  <a:lnTo>
                    <a:pt x="4763217" y="1582657"/>
                  </a:lnTo>
                  <a:lnTo>
                    <a:pt x="4763342" y="1582657"/>
                  </a:lnTo>
                  <a:lnTo>
                    <a:pt x="4763467" y="1582657"/>
                  </a:lnTo>
                  <a:lnTo>
                    <a:pt x="4763592" y="1582657"/>
                  </a:lnTo>
                  <a:lnTo>
                    <a:pt x="4763717" y="1582657"/>
                  </a:lnTo>
                  <a:lnTo>
                    <a:pt x="4763842" y="1582657"/>
                  </a:lnTo>
                  <a:lnTo>
                    <a:pt x="4763967" y="1582657"/>
                  </a:lnTo>
                  <a:lnTo>
                    <a:pt x="4764092" y="1582657"/>
                  </a:lnTo>
                  <a:lnTo>
                    <a:pt x="4764217" y="1582657"/>
                  </a:lnTo>
                  <a:lnTo>
                    <a:pt x="4764342" y="1582657"/>
                  </a:lnTo>
                  <a:lnTo>
                    <a:pt x="4764467" y="1582657"/>
                  </a:lnTo>
                  <a:lnTo>
                    <a:pt x="4764592" y="1582657"/>
                  </a:lnTo>
                  <a:lnTo>
                    <a:pt x="4764717" y="1582657"/>
                  </a:lnTo>
                  <a:lnTo>
                    <a:pt x="4764842" y="1582657"/>
                  </a:lnTo>
                  <a:lnTo>
                    <a:pt x="4764967" y="1582657"/>
                  </a:lnTo>
                  <a:lnTo>
                    <a:pt x="4765092" y="1582657"/>
                  </a:lnTo>
                  <a:lnTo>
                    <a:pt x="4765217" y="1582657"/>
                  </a:lnTo>
                  <a:lnTo>
                    <a:pt x="4765343" y="1582657"/>
                  </a:lnTo>
                  <a:lnTo>
                    <a:pt x="4765468" y="1582657"/>
                  </a:lnTo>
                  <a:lnTo>
                    <a:pt x="4765593" y="1582657"/>
                  </a:lnTo>
                  <a:lnTo>
                    <a:pt x="4765718" y="1582657"/>
                  </a:lnTo>
                  <a:lnTo>
                    <a:pt x="4765843" y="1582657"/>
                  </a:lnTo>
                  <a:lnTo>
                    <a:pt x="4765968" y="1582657"/>
                  </a:lnTo>
                  <a:lnTo>
                    <a:pt x="4766093" y="1582657"/>
                  </a:lnTo>
                  <a:lnTo>
                    <a:pt x="4766218" y="1582657"/>
                  </a:lnTo>
                  <a:lnTo>
                    <a:pt x="4766343" y="1582657"/>
                  </a:lnTo>
                  <a:lnTo>
                    <a:pt x="4766468" y="1582657"/>
                  </a:lnTo>
                  <a:lnTo>
                    <a:pt x="4766593" y="1582657"/>
                  </a:lnTo>
                  <a:lnTo>
                    <a:pt x="4766718" y="1582657"/>
                  </a:lnTo>
                  <a:lnTo>
                    <a:pt x="4766843" y="1582657"/>
                  </a:lnTo>
                  <a:lnTo>
                    <a:pt x="4766968" y="1582657"/>
                  </a:lnTo>
                  <a:lnTo>
                    <a:pt x="4767093" y="1582657"/>
                  </a:lnTo>
                  <a:lnTo>
                    <a:pt x="4767218" y="1582657"/>
                  </a:lnTo>
                  <a:lnTo>
                    <a:pt x="4767343" y="1582657"/>
                  </a:lnTo>
                  <a:lnTo>
                    <a:pt x="4767468" y="1582657"/>
                  </a:lnTo>
                  <a:lnTo>
                    <a:pt x="4767593" y="1582657"/>
                  </a:lnTo>
                  <a:lnTo>
                    <a:pt x="4767718" y="1582657"/>
                  </a:lnTo>
                  <a:lnTo>
                    <a:pt x="4767843" y="1582657"/>
                  </a:lnTo>
                  <a:lnTo>
                    <a:pt x="4767968" y="1582657"/>
                  </a:lnTo>
                  <a:lnTo>
                    <a:pt x="4768093" y="1582657"/>
                  </a:lnTo>
                  <a:lnTo>
                    <a:pt x="4768218" y="1582657"/>
                  </a:lnTo>
                  <a:lnTo>
                    <a:pt x="4768344" y="1582657"/>
                  </a:lnTo>
                  <a:lnTo>
                    <a:pt x="4768469" y="1582657"/>
                  </a:lnTo>
                  <a:lnTo>
                    <a:pt x="4768594" y="1582657"/>
                  </a:lnTo>
                  <a:lnTo>
                    <a:pt x="4768719" y="1582657"/>
                  </a:lnTo>
                  <a:lnTo>
                    <a:pt x="4768844" y="1582657"/>
                  </a:lnTo>
                  <a:lnTo>
                    <a:pt x="4768969" y="1582657"/>
                  </a:lnTo>
                  <a:lnTo>
                    <a:pt x="4769094" y="1582657"/>
                  </a:lnTo>
                  <a:lnTo>
                    <a:pt x="4769219" y="1582657"/>
                  </a:lnTo>
                  <a:lnTo>
                    <a:pt x="4769344" y="1582657"/>
                  </a:lnTo>
                  <a:lnTo>
                    <a:pt x="4769469" y="1582657"/>
                  </a:lnTo>
                  <a:lnTo>
                    <a:pt x="4769594" y="1582657"/>
                  </a:lnTo>
                  <a:lnTo>
                    <a:pt x="4769594" y="1572703"/>
                  </a:lnTo>
                  <a:lnTo>
                    <a:pt x="4769719" y="1572703"/>
                  </a:lnTo>
                  <a:lnTo>
                    <a:pt x="4769844" y="1572703"/>
                  </a:lnTo>
                  <a:lnTo>
                    <a:pt x="4769969" y="1572703"/>
                  </a:lnTo>
                  <a:lnTo>
                    <a:pt x="4770094" y="1572703"/>
                  </a:lnTo>
                  <a:lnTo>
                    <a:pt x="4770219" y="1572703"/>
                  </a:lnTo>
                  <a:lnTo>
                    <a:pt x="4770344" y="1572703"/>
                  </a:lnTo>
                  <a:lnTo>
                    <a:pt x="4770469" y="1572703"/>
                  </a:lnTo>
                  <a:lnTo>
                    <a:pt x="4770594" y="1572703"/>
                  </a:lnTo>
                  <a:lnTo>
                    <a:pt x="4770719" y="1572703"/>
                  </a:lnTo>
                  <a:lnTo>
                    <a:pt x="4770844" y="1572703"/>
                  </a:lnTo>
                  <a:lnTo>
                    <a:pt x="4770969" y="1572703"/>
                  </a:lnTo>
                  <a:lnTo>
                    <a:pt x="4771094" y="1572703"/>
                  </a:lnTo>
                  <a:lnTo>
                    <a:pt x="4771219" y="1572703"/>
                  </a:lnTo>
                  <a:lnTo>
                    <a:pt x="4771345" y="1572703"/>
                  </a:lnTo>
                  <a:lnTo>
                    <a:pt x="4771470" y="1572703"/>
                  </a:lnTo>
                  <a:lnTo>
                    <a:pt x="4771595" y="1572703"/>
                  </a:lnTo>
                  <a:lnTo>
                    <a:pt x="4771720" y="1572703"/>
                  </a:lnTo>
                  <a:lnTo>
                    <a:pt x="4771845" y="1572703"/>
                  </a:lnTo>
                  <a:lnTo>
                    <a:pt x="4771970" y="1572703"/>
                  </a:lnTo>
                  <a:lnTo>
                    <a:pt x="4772095" y="1572703"/>
                  </a:lnTo>
                  <a:lnTo>
                    <a:pt x="4772220" y="1572703"/>
                  </a:lnTo>
                  <a:lnTo>
                    <a:pt x="4772345" y="1572703"/>
                  </a:lnTo>
                  <a:lnTo>
                    <a:pt x="4772470" y="1572703"/>
                  </a:lnTo>
                  <a:lnTo>
                    <a:pt x="4772595" y="1572703"/>
                  </a:lnTo>
                  <a:lnTo>
                    <a:pt x="4772720" y="1572703"/>
                  </a:lnTo>
                  <a:lnTo>
                    <a:pt x="4772845" y="1572703"/>
                  </a:lnTo>
                  <a:lnTo>
                    <a:pt x="4772970" y="1572703"/>
                  </a:lnTo>
                  <a:lnTo>
                    <a:pt x="4773095" y="1572703"/>
                  </a:lnTo>
                  <a:lnTo>
                    <a:pt x="4773220" y="1572703"/>
                  </a:lnTo>
                  <a:lnTo>
                    <a:pt x="4773345" y="1572703"/>
                  </a:lnTo>
                  <a:lnTo>
                    <a:pt x="4773470" y="1572703"/>
                  </a:lnTo>
                  <a:lnTo>
                    <a:pt x="4773595" y="1572703"/>
                  </a:lnTo>
                  <a:lnTo>
                    <a:pt x="4773720" y="1572703"/>
                  </a:lnTo>
                  <a:lnTo>
                    <a:pt x="4773845" y="1572703"/>
                  </a:lnTo>
                  <a:lnTo>
                    <a:pt x="4773970" y="1572703"/>
                  </a:lnTo>
                  <a:lnTo>
                    <a:pt x="4774095" y="1572703"/>
                  </a:lnTo>
                  <a:lnTo>
                    <a:pt x="4774221" y="1572703"/>
                  </a:lnTo>
                  <a:lnTo>
                    <a:pt x="4774346" y="1572703"/>
                  </a:lnTo>
                  <a:lnTo>
                    <a:pt x="4774471" y="1572703"/>
                  </a:lnTo>
                  <a:lnTo>
                    <a:pt x="4774596" y="1572703"/>
                  </a:lnTo>
                  <a:lnTo>
                    <a:pt x="4774721" y="1572703"/>
                  </a:lnTo>
                  <a:lnTo>
                    <a:pt x="4774846" y="1572703"/>
                  </a:lnTo>
                  <a:lnTo>
                    <a:pt x="4774971" y="1572703"/>
                  </a:lnTo>
                  <a:lnTo>
                    <a:pt x="4775096" y="1572703"/>
                  </a:lnTo>
                  <a:lnTo>
                    <a:pt x="4775221" y="1572703"/>
                  </a:lnTo>
                  <a:lnTo>
                    <a:pt x="4775346" y="1572703"/>
                  </a:lnTo>
                  <a:lnTo>
                    <a:pt x="4775471" y="1572703"/>
                  </a:lnTo>
                  <a:lnTo>
                    <a:pt x="4775596" y="1572703"/>
                  </a:lnTo>
                  <a:lnTo>
                    <a:pt x="4775721" y="1572703"/>
                  </a:lnTo>
                  <a:lnTo>
                    <a:pt x="4775846" y="1572703"/>
                  </a:lnTo>
                  <a:lnTo>
                    <a:pt x="4775971" y="1572703"/>
                  </a:lnTo>
                  <a:lnTo>
                    <a:pt x="4776096" y="1572703"/>
                  </a:lnTo>
                  <a:lnTo>
                    <a:pt x="4776096" y="1562750"/>
                  </a:lnTo>
                  <a:lnTo>
                    <a:pt x="4776221" y="1562750"/>
                  </a:lnTo>
                  <a:lnTo>
                    <a:pt x="4776346" y="1562750"/>
                  </a:lnTo>
                  <a:lnTo>
                    <a:pt x="4776471" y="1562750"/>
                  </a:lnTo>
                  <a:lnTo>
                    <a:pt x="4776596" y="1562750"/>
                  </a:lnTo>
                  <a:lnTo>
                    <a:pt x="4776721" y="1562750"/>
                  </a:lnTo>
                  <a:lnTo>
                    <a:pt x="4776846" y="1562750"/>
                  </a:lnTo>
                  <a:lnTo>
                    <a:pt x="4776971" y="1562750"/>
                  </a:lnTo>
                  <a:lnTo>
                    <a:pt x="4777096" y="1562750"/>
                  </a:lnTo>
                  <a:lnTo>
                    <a:pt x="4777222" y="1562750"/>
                  </a:lnTo>
                  <a:lnTo>
                    <a:pt x="4777347" y="1562750"/>
                  </a:lnTo>
                  <a:lnTo>
                    <a:pt x="4777472" y="1562750"/>
                  </a:lnTo>
                  <a:lnTo>
                    <a:pt x="4777597" y="1562750"/>
                  </a:lnTo>
                  <a:lnTo>
                    <a:pt x="4777722" y="1562750"/>
                  </a:lnTo>
                  <a:lnTo>
                    <a:pt x="4777847" y="1562750"/>
                  </a:lnTo>
                  <a:lnTo>
                    <a:pt x="4777972" y="1562750"/>
                  </a:lnTo>
                  <a:lnTo>
                    <a:pt x="4778097" y="1562750"/>
                  </a:lnTo>
                  <a:lnTo>
                    <a:pt x="4778222" y="1562750"/>
                  </a:lnTo>
                  <a:lnTo>
                    <a:pt x="4778347" y="1562750"/>
                  </a:lnTo>
                  <a:lnTo>
                    <a:pt x="4778472" y="1562750"/>
                  </a:lnTo>
                  <a:lnTo>
                    <a:pt x="4778597" y="1562750"/>
                  </a:lnTo>
                  <a:lnTo>
                    <a:pt x="4778722" y="1562750"/>
                  </a:lnTo>
                  <a:lnTo>
                    <a:pt x="4778847" y="1562750"/>
                  </a:lnTo>
                  <a:lnTo>
                    <a:pt x="4778972" y="1562750"/>
                  </a:lnTo>
                  <a:lnTo>
                    <a:pt x="4779097" y="1562750"/>
                  </a:lnTo>
                  <a:lnTo>
                    <a:pt x="4779222" y="1562750"/>
                  </a:lnTo>
                  <a:lnTo>
                    <a:pt x="4779347" y="1562750"/>
                  </a:lnTo>
                  <a:lnTo>
                    <a:pt x="4779472" y="1562750"/>
                  </a:lnTo>
                  <a:lnTo>
                    <a:pt x="4779597" y="1562750"/>
                  </a:lnTo>
                  <a:lnTo>
                    <a:pt x="4779722" y="1562750"/>
                  </a:lnTo>
                  <a:lnTo>
                    <a:pt x="4779847" y="1562750"/>
                  </a:lnTo>
                  <a:lnTo>
                    <a:pt x="4779972" y="1562750"/>
                  </a:lnTo>
                  <a:lnTo>
                    <a:pt x="4780097" y="1562750"/>
                  </a:lnTo>
                  <a:lnTo>
                    <a:pt x="4780223" y="1562750"/>
                  </a:lnTo>
                  <a:lnTo>
                    <a:pt x="4780348" y="1562750"/>
                  </a:lnTo>
                  <a:lnTo>
                    <a:pt x="4780473" y="1562750"/>
                  </a:lnTo>
                  <a:lnTo>
                    <a:pt x="4780598" y="1562750"/>
                  </a:lnTo>
                  <a:lnTo>
                    <a:pt x="4780723" y="1562750"/>
                  </a:lnTo>
                  <a:lnTo>
                    <a:pt x="4780848" y="1562750"/>
                  </a:lnTo>
                  <a:lnTo>
                    <a:pt x="4780973" y="1562750"/>
                  </a:lnTo>
                  <a:lnTo>
                    <a:pt x="4781098" y="1562750"/>
                  </a:lnTo>
                  <a:lnTo>
                    <a:pt x="4781223" y="1562750"/>
                  </a:lnTo>
                  <a:lnTo>
                    <a:pt x="4781348" y="1562750"/>
                  </a:lnTo>
                  <a:lnTo>
                    <a:pt x="4781473" y="1562750"/>
                  </a:lnTo>
                  <a:lnTo>
                    <a:pt x="4781598" y="1562750"/>
                  </a:lnTo>
                  <a:lnTo>
                    <a:pt x="4781723" y="1562750"/>
                  </a:lnTo>
                  <a:lnTo>
                    <a:pt x="4781848" y="1562750"/>
                  </a:lnTo>
                  <a:lnTo>
                    <a:pt x="4781973" y="1562750"/>
                  </a:lnTo>
                  <a:lnTo>
                    <a:pt x="4782098" y="1562750"/>
                  </a:lnTo>
                  <a:lnTo>
                    <a:pt x="4782223" y="1562750"/>
                  </a:lnTo>
                  <a:lnTo>
                    <a:pt x="4782348" y="1562750"/>
                  </a:lnTo>
                  <a:lnTo>
                    <a:pt x="4782473" y="1562750"/>
                  </a:lnTo>
                  <a:lnTo>
                    <a:pt x="4782598" y="1562750"/>
                  </a:lnTo>
                  <a:lnTo>
                    <a:pt x="4782723" y="1562750"/>
                  </a:lnTo>
                  <a:lnTo>
                    <a:pt x="4782848" y="1562750"/>
                  </a:lnTo>
                  <a:lnTo>
                    <a:pt x="4782973" y="1562750"/>
                  </a:lnTo>
                  <a:lnTo>
                    <a:pt x="4782973" y="1552796"/>
                  </a:lnTo>
                  <a:lnTo>
                    <a:pt x="4783098" y="1552796"/>
                  </a:lnTo>
                  <a:lnTo>
                    <a:pt x="4783224" y="1552796"/>
                  </a:lnTo>
                  <a:lnTo>
                    <a:pt x="4783349" y="1552796"/>
                  </a:lnTo>
                  <a:lnTo>
                    <a:pt x="4783474" y="1552796"/>
                  </a:lnTo>
                  <a:lnTo>
                    <a:pt x="4783599" y="1552796"/>
                  </a:lnTo>
                  <a:lnTo>
                    <a:pt x="4783724" y="1552796"/>
                  </a:lnTo>
                  <a:lnTo>
                    <a:pt x="4783849" y="1552796"/>
                  </a:lnTo>
                  <a:lnTo>
                    <a:pt x="4783974" y="1552796"/>
                  </a:lnTo>
                  <a:lnTo>
                    <a:pt x="4784099" y="1552796"/>
                  </a:lnTo>
                  <a:lnTo>
                    <a:pt x="4784224" y="1552796"/>
                  </a:lnTo>
                  <a:lnTo>
                    <a:pt x="4784349" y="1552796"/>
                  </a:lnTo>
                  <a:lnTo>
                    <a:pt x="4784474" y="1552796"/>
                  </a:lnTo>
                  <a:lnTo>
                    <a:pt x="4784599" y="1552796"/>
                  </a:lnTo>
                  <a:lnTo>
                    <a:pt x="4784724" y="1552796"/>
                  </a:lnTo>
                  <a:lnTo>
                    <a:pt x="4784849" y="1552796"/>
                  </a:lnTo>
                  <a:lnTo>
                    <a:pt x="4784974" y="1552796"/>
                  </a:lnTo>
                  <a:lnTo>
                    <a:pt x="4785099" y="1552796"/>
                  </a:lnTo>
                  <a:lnTo>
                    <a:pt x="4785224" y="1552796"/>
                  </a:lnTo>
                  <a:lnTo>
                    <a:pt x="4785224" y="1542842"/>
                  </a:lnTo>
                  <a:lnTo>
                    <a:pt x="4785349" y="1542842"/>
                  </a:lnTo>
                  <a:lnTo>
                    <a:pt x="4785474" y="1542842"/>
                  </a:lnTo>
                  <a:lnTo>
                    <a:pt x="4785599" y="1542842"/>
                  </a:lnTo>
                  <a:lnTo>
                    <a:pt x="4785724" y="1542842"/>
                  </a:lnTo>
                  <a:lnTo>
                    <a:pt x="4785849" y="1542842"/>
                  </a:lnTo>
                  <a:lnTo>
                    <a:pt x="4785974" y="1542842"/>
                  </a:lnTo>
                  <a:lnTo>
                    <a:pt x="4786099" y="1542842"/>
                  </a:lnTo>
                  <a:lnTo>
                    <a:pt x="4786225" y="1542842"/>
                  </a:lnTo>
                  <a:lnTo>
                    <a:pt x="4786350" y="1542842"/>
                  </a:lnTo>
                  <a:lnTo>
                    <a:pt x="4786475" y="1542842"/>
                  </a:lnTo>
                  <a:lnTo>
                    <a:pt x="4786600" y="1542842"/>
                  </a:lnTo>
                  <a:lnTo>
                    <a:pt x="4786725" y="1542842"/>
                  </a:lnTo>
                  <a:lnTo>
                    <a:pt x="4786850" y="1542842"/>
                  </a:lnTo>
                  <a:lnTo>
                    <a:pt x="4786975" y="1542842"/>
                  </a:lnTo>
                  <a:lnTo>
                    <a:pt x="4787100" y="1542842"/>
                  </a:lnTo>
                  <a:lnTo>
                    <a:pt x="4787225" y="1542842"/>
                  </a:lnTo>
                  <a:lnTo>
                    <a:pt x="4787350" y="1542842"/>
                  </a:lnTo>
                  <a:lnTo>
                    <a:pt x="4787475" y="1542842"/>
                  </a:lnTo>
                  <a:lnTo>
                    <a:pt x="4787600" y="1542842"/>
                  </a:lnTo>
                  <a:lnTo>
                    <a:pt x="4787725" y="1542842"/>
                  </a:lnTo>
                  <a:lnTo>
                    <a:pt x="4787850" y="1542842"/>
                  </a:lnTo>
                  <a:lnTo>
                    <a:pt x="4787975" y="1542842"/>
                  </a:lnTo>
                  <a:lnTo>
                    <a:pt x="4788100" y="1542842"/>
                  </a:lnTo>
                  <a:lnTo>
                    <a:pt x="4788225" y="1542842"/>
                  </a:lnTo>
                  <a:lnTo>
                    <a:pt x="4788350" y="1542842"/>
                  </a:lnTo>
                  <a:lnTo>
                    <a:pt x="4788475" y="1542842"/>
                  </a:lnTo>
                  <a:lnTo>
                    <a:pt x="4788600" y="1542842"/>
                  </a:lnTo>
                  <a:lnTo>
                    <a:pt x="4788725" y="1542842"/>
                  </a:lnTo>
                  <a:lnTo>
                    <a:pt x="4788850" y="1542842"/>
                  </a:lnTo>
                  <a:lnTo>
                    <a:pt x="4788975" y="1542842"/>
                  </a:lnTo>
                  <a:lnTo>
                    <a:pt x="4789100" y="1542842"/>
                  </a:lnTo>
                  <a:lnTo>
                    <a:pt x="4789226" y="1542842"/>
                  </a:lnTo>
                  <a:lnTo>
                    <a:pt x="4789351" y="1542842"/>
                  </a:lnTo>
                  <a:lnTo>
                    <a:pt x="4789476" y="1542842"/>
                  </a:lnTo>
                  <a:lnTo>
                    <a:pt x="4789601" y="1542842"/>
                  </a:lnTo>
                  <a:lnTo>
                    <a:pt x="4789726" y="1542842"/>
                  </a:lnTo>
                  <a:lnTo>
                    <a:pt x="4789851" y="1542842"/>
                  </a:lnTo>
                  <a:lnTo>
                    <a:pt x="4789976" y="1542842"/>
                  </a:lnTo>
                  <a:lnTo>
                    <a:pt x="4790101" y="1542842"/>
                  </a:lnTo>
                  <a:lnTo>
                    <a:pt x="4790226" y="1542842"/>
                  </a:lnTo>
                  <a:lnTo>
                    <a:pt x="4790351" y="1542842"/>
                  </a:lnTo>
                  <a:lnTo>
                    <a:pt x="4790476" y="1542842"/>
                  </a:lnTo>
                  <a:lnTo>
                    <a:pt x="4790601" y="1542842"/>
                  </a:lnTo>
                  <a:lnTo>
                    <a:pt x="4790726" y="1542842"/>
                  </a:lnTo>
                  <a:lnTo>
                    <a:pt x="4790851" y="1542842"/>
                  </a:lnTo>
                  <a:lnTo>
                    <a:pt x="4790976" y="1542842"/>
                  </a:lnTo>
                  <a:lnTo>
                    <a:pt x="4791101" y="1542842"/>
                  </a:lnTo>
                  <a:lnTo>
                    <a:pt x="4791226" y="1542842"/>
                  </a:lnTo>
                  <a:lnTo>
                    <a:pt x="4791351" y="1542842"/>
                  </a:lnTo>
                  <a:lnTo>
                    <a:pt x="4791476" y="1542842"/>
                  </a:lnTo>
                  <a:lnTo>
                    <a:pt x="4791601" y="1542842"/>
                  </a:lnTo>
                  <a:lnTo>
                    <a:pt x="4791726" y="1542842"/>
                  </a:lnTo>
                  <a:lnTo>
                    <a:pt x="4791851" y="1542842"/>
                  </a:lnTo>
                  <a:lnTo>
                    <a:pt x="4791976" y="1542842"/>
                  </a:lnTo>
                  <a:lnTo>
                    <a:pt x="4792101" y="1542842"/>
                  </a:lnTo>
                  <a:lnTo>
                    <a:pt x="4792227" y="1542842"/>
                  </a:lnTo>
                  <a:lnTo>
                    <a:pt x="4792352" y="1542842"/>
                  </a:lnTo>
                  <a:lnTo>
                    <a:pt x="4792477" y="1542842"/>
                  </a:lnTo>
                  <a:lnTo>
                    <a:pt x="4792602" y="1542842"/>
                  </a:lnTo>
                  <a:lnTo>
                    <a:pt x="4792727" y="1542842"/>
                  </a:lnTo>
                  <a:lnTo>
                    <a:pt x="4792852" y="1542842"/>
                  </a:lnTo>
                  <a:lnTo>
                    <a:pt x="4792977" y="1542842"/>
                  </a:lnTo>
                  <a:lnTo>
                    <a:pt x="4793102" y="1542842"/>
                  </a:lnTo>
                  <a:lnTo>
                    <a:pt x="4793102" y="1532888"/>
                  </a:lnTo>
                  <a:lnTo>
                    <a:pt x="4793227" y="1532888"/>
                  </a:lnTo>
                  <a:lnTo>
                    <a:pt x="4793352" y="1532888"/>
                  </a:lnTo>
                  <a:lnTo>
                    <a:pt x="4793477" y="1532888"/>
                  </a:lnTo>
                  <a:lnTo>
                    <a:pt x="4793602" y="1532888"/>
                  </a:lnTo>
                  <a:lnTo>
                    <a:pt x="4793727" y="1532888"/>
                  </a:lnTo>
                  <a:lnTo>
                    <a:pt x="4793852" y="1532888"/>
                  </a:lnTo>
                  <a:lnTo>
                    <a:pt x="4793977" y="1532888"/>
                  </a:lnTo>
                  <a:lnTo>
                    <a:pt x="4794102" y="1532888"/>
                  </a:lnTo>
                  <a:lnTo>
                    <a:pt x="4794227" y="1532888"/>
                  </a:lnTo>
                  <a:lnTo>
                    <a:pt x="4794352" y="1532888"/>
                  </a:lnTo>
                  <a:lnTo>
                    <a:pt x="4794477" y="1532888"/>
                  </a:lnTo>
                  <a:lnTo>
                    <a:pt x="4794602" y="1532888"/>
                  </a:lnTo>
                  <a:lnTo>
                    <a:pt x="4794727" y="1532888"/>
                  </a:lnTo>
                  <a:lnTo>
                    <a:pt x="4794852" y="1532888"/>
                  </a:lnTo>
                  <a:lnTo>
                    <a:pt x="4794977" y="1532888"/>
                  </a:lnTo>
                  <a:lnTo>
                    <a:pt x="4795102" y="1532888"/>
                  </a:lnTo>
                  <a:lnTo>
                    <a:pt x="4795228" y="1532888"/>
                  </a:lnTo>
                  <a:lnTo>
                    <a:pt x="4795353" y="1532888"/>
                  </a:lnTo>
                  <a:lnTo>
                    <a:pt x="4795478" y="1532888"/>
                  </a:lnTo>
                  <a:lnTo>
                    <a:pt x="4795603" y="1532888"/>
                  </a:lnTo>
                  <a:lnTo>
                    <a:pt x="4795728" y="1532888"/>
                  </a:lnTo>
                  <a:lnTo>
                    <a:pt x="4795853" y="1532888"/>
                  </a:lnTo>
                  <a:lnTo>
                    <a:pt x="4795978" y="1532888"/>
                  </a:lnTo>
                  <a:lnTo>
                    <a:pt x="4796103" y="1532888"/>
                  </a:lnTo>
                  <a:lnTo>
                    <a:pt x="4796228" y="1532888"/>
                  </a:lnTo>
                  <a:lnTo>
                    <a:pt x="4796353" y="1532888"/>
                  </a:lnTo>
                  <a:lnTo>
                    <a:pt x="4796478" y="1532888"/>
                  </a:lnTo>
                  <a:lnTo>
                    <a:pt x="4796603" y="1532888"/>
                  </a:lnTo>
                  <a:lnTo>
                    <a:pt x="4796728" y="1532888"/>
                  </a:lnTo>
                  <a:lnTo>
                    <a:pt x="4796853" y="1532888"/>
                  </a:lnTo>
                  <a:lnTo>
                    <a:pt x="4796978" y="1532888"/>
                  </a:lnTo>
                  <a:lnTo>
                    <a:pt x="4797103" y="1532888"/>
                  </a:lnTo>
                  <a:lnTo>
                    <a:pt x="4797228" y="1532888"/>
                  </a:lnTo>
                  <a:lnTo>
                    <a:pt x="4797353" y="1532888"/>
                  </a:lnTo>
                  <a:lnTo>
                    <a:pt x="4797478" y="1532888"/>
                  </a:lnTo>
                  <a:lnTo>
                    <a:pt x="4797603" y="1532888"/>
                  </a:lnTo>
                  <a:lnTo>
                    <a:pt x="4797728" y="1532888"/>
                  </a:lnTo>
                  <a:lnTo>
                    <a:pt x="4797853" y="1532888"/>
                  </a:lnTo>
                  <a:lnTo>
                    <a:pt x="4797978" y="1532888"/>
                  </a:lnTo>
                  <a:lnTo>
                    <a:pt x="4798103" y="1532888"/>
                  </a:lnTo>
                  <a:lnTo>
                    <a:pt x="4798229" y="1532888"/>
                  </a:lnTo>
                  <a:lnTo>
                    <a:pt x="4798354" y="1532888"/>
                  </a:lnTo>
                  <a:lnTo>
                    <a:pt x="4798479" y="1532888"/>
                  </a:lnTo>
                  <a:lnTo>
                    <a:pt x="4798604" y="1532888"/>
                  </a:lnTo>
                  <a:lnTo>
                    <a:pt x="4798729" y="1532888"/>
                  </a:lnTo>
                  <a:lnTo>
                    <a:pt x="4798854" y="1532888"/>
                  </a:lnTo>
                  <a:lnTo>
                    <a:pt x="4798979" y="1532888"/>
                  </a:lnTo>
                  <a:lnTo>
                    <a:pt x="4799104" y="1532888"/>
                  </a:lnTo>
                  <a:lnTo>
                    <a:pt x="4799229" y="1532888"/>
                  </a:lnTo>
                  <a:lnTo>
                    <a:pt x="4799354" y="1532888"/>
                  </a:lnTo>
                  <a:lnTo>
                    <a:pt x="4799479" y="1532888"/>
                  </a:lnTo>
                  <a:lnTo>
                    <a:pt x="4799604" y="1532888"/>
                  </a:lnTo>
                  <a:lnTo>
                    <a:pt x="4799729" y="1532888"/>
                  </a:lnTo>
                  <a:lnTo>
                    <a:pt x="4799854" y="1532888"/>
                  </a:lnTo>
                  <a:lnTo>
                    <a:pt x="4799979" y="1532888"/>
                  </a:lnTo>
                  <a:lnTo>
                    <a:pt x="4800104" y="1532888"/>
                  </a:lnTo>
                  <a:lnTo>
                    <a:pt x="4800229" y="1532888"/>
                  </a:lnTo>
                  <a:lnTo>
                    <a:pt x="4800354" y="1532888"/>
                  </a:lnTo>
                  <a:lnTo>
                    <a:pt x="4800479" y="1532888"/>
                  </a:lnTo>
                  <a:lnTo>
                    <a:pt x="4800604" y="1532888"/>
                  </a:lnTo>
                  <a:lnTo>
                    <a:pt x="4800729" y="1532888"/>
                  </a:lnTo>
                  <a:lnTo>
                    <a:pt x="4800854" y="1532888"/>
                  </a:lnTo>
                  <a:lnTo>
                    <a:pt x="4800979" y="1532888"/>
                  </a:lnTo>
                  <a:lnTo>
                    <a:pt x="4801104" y="1532888"/>
                  </a:lnTo>
                  <a:lnTo>
                    <a:pt x="4801230" y="1532888"/>
                  </a:lnTo>
                  <a:lnTo>
                    <a:pt x="4801355" y="1532888"/>
                  </a:lnTo>
                  <a:lnTo>
                    <a:pt x="4801480" y="1532888"/>
                  </a:lnTo>
                  <a:lnTo>
                    <a:pt x="4801605" y="1532888"/>
                  </a:lnTo>
                  <a:lnTo>
                    <a:pt x="4801730" y="1532888"/>
                  </a:lnTo>
                  <a:lnTo>
                    <a:pt x="4801855" y="1532888"/>
                  </a:lnTo>
                  <a:lnTo>
                    <a:pt x="4801980" y="1532888"/>
                  </a:lnTo>
                  <a:lnTo>
                    <a:pt x="4802105" y="1532888"/>
                  </a:lnTo>
                  <a:lnTo>
                    <a:pt x="4802230" y="1532888"/>
                  </a:lnTo>
                  <a:lnTo>
                    <a:pt x="4802355" y="1532888"/>
                  </a:lnTo>
                  <a:lnTo>
                    <a:pt x="4802480" y="1532888"/>
                  </a:lnTo>
                  <a:lnTo>
                    <a:pt x="4802605" y="1532888"/>
                  </a:lnTo>
                  <a:lnTo>
                    <a:pt x="4802730" y="1532888"/>
                  </a:lnTo>
                  <a:lnTo>
                    <a:pt x="4802855" y="1532888"/>
                  </a:lnTo>
                  <a:lnTo>
                    <a:pt x="4802980" y="1532888"/>
                  </a:lnTo>
                  <a:lnTo>
                    <a:pt x="4803105" y="1532888"/>
                  </a:lnTo>
                  <a:lnTo>
                    <a:pt x="4803230" y="1532888"/>
                  </a:lnTo>
                  <a:lnTo>
                    <a:pt x="4803355" y="1532888"/>
                  </a:lnTo>
                  <a:lnTo>
                    <a:pt x="4803480" y="1532888"/>
                  </a:lnTo>
                  <a:lnTo>
                    <a:pt x="4803605" y="1532888"/>
                  </a:lnTo>
                  <a:lnTo>
                    <a:pt x="4803730" y="1532888"/>
                  </a:lnTo>
                  <a:lnTo>
                    <a:pt x="4803855" y="1532888"/>
                  </a:lnTo>
                  <a:lnTo>
                    <a:pt x="4803980" y="1532888"/>
                  </a:lnTo>
                  <a:lnTo>
                    <a:pt x="4804105" y="1532888"/>
                  </a:lnTo>
                  <a:lnTo>
                    <a:pt x="4804231" y="1532888"/>
                  </a:lnTo>
                  <a:lnTo>
                    <a:pt x="4804356" y="1532888"/>
                  </a:lnTo>
                  <a:lnTo>
                    <a:pt x="4804481" y="1532888"/>
                  </a:lnTo>
                  <a:lnTo>
                    <a:pt x="4804606" y="1532888"/>
                  </a:lnTo>
                  <a:lnTo>
                    <a:pt x="4804731" y="1532888"/>
                  </a:lnTo>
                  <a:lnTo>
                    <a:pt x="4804856" y="1532888"/>
                  </a:lnTo>
                  <a:lnTo>
                    <a:pt x="4804981" y="1532888"/>
                  </a:lnTo>
                  <a:lnTo>
                    <a:pt x="4805106" y="1532888"/>
                  </a:lnTo>
                  <a:lnTo>
                    <a:pt x="4805231" y="1532888"/>
                  </a:lnTo>
                  <a:lnTo>
                    <a:pt x="4805356" y="1532888"/>
                  </a:lnTo>
                  <a:lnTo>
                    <a:pt x="4805481" y="1532888"/>
                  </a:lnTo>
                  <a:lnTo>
                    <a:pt x="4805606" y="1532888"/>
                  </a:lnTo>
                  <a:lnTo>
                    <a:pt x="4805731" y="1532888"/>
                  </a:lnTo>
                  <a:lnTo>
                    <a:pt x="4805856" y="1532888"/>
                  </a:lnTo>
                  <a:lnTo>
                    <a:pt x="4805981" y="1532888"/>
                  </a:lnTo>
                  <a:lnTo>
                    <a:pt x="4806106" y="1532888"/>
                  </a:lnTo>
                  <a:lnTo>
                    <a:pt x="4806231" y="1532888"/>
                  </a:lnTo>
                  <a:lnTo>
                    <a:pt x="4806356" y="1532888"/>
                  </a:lnTo>
                  <a:lnTo>
                    <a:pt x="4806481" y="1532888"/>
                  </a:lnTo>
                  <a:lnTo>
                    <a:pt x="4806606" y="1532888"/>
                  </a:lnTo>
                  <a:lnTo>
                    <a:pt x="4806731" y="1532888"/>
                  </a:lnTo>
                  <a:lnTo>
                    <a:pt x="4806856" y="1532888"/>
                  </a:lnTo>
                  <a:lnTo>
                    <a:pt x="4806981" y="1532888"/>
                  </a:lnTo>
                  <a:lnTo>
                    <a:pt x="4807106" y="1532888"/>
                  </a:lnTo>
                  <a:lnTo>
                    <a:pt x="4807232" y="1532888"/>
                  </a:lnTo>
                  <a:lnTo>
                    <a:pt x="4807357" y="1532888"/>
                  </a:lnTo>
                  <a:lnTo>
                    <a:pt x="4807482" y="1532888"/>
                  </a:lnTo>
                  <a:lnTo>
                    <a:pt x="4807607" y="1532888"/>
                  </a:lnTo>
                  <a:lnTo>
                    <a:pt x="4807732" y="1532888"/>
                  </a:lnTo>
                  <a:lnTo>
                    <a:pt x="4807857" y="1532888"/>
                  </a:lnTo>
                  <a:lnTo>
                    <a:pt x="4807982" y="1532888"/>
                  </a:lnTo>
                  <a:lnTo>
                    <a:pt x="4808107" y="1532888"/>
                  </a:lnTo>
                  <a:lnTo>
                    <a:pt x="4808232" y="1532888"/>
                  </a:lnTo>
                  <a:lnTo>
                    <a:pt x="4808357" y="1532888"/>
                  </a:lnTo>
                  <a:lnTo>
                    <a:pt x="4808482" y="1532888"/>
                  </a:lnTo>
                  <a:lnTo>
                    <a:pt x="4808607" y="1532888"/>
                  </a:lnTo>
                  <a:lnTo>
                    <a:pt x="4808732" y="1532888"/>
                  </a:lnTo>
                  <a:lnTo>
                    <a:pt x="4808857" y="1532888"/>
                  </a:lnTo>
                  <a:lnTo>
                    <a:pt x="4808982" y="1532888"/>
                  </a:lnTo>
                  <a:lnTo>
                    <a:pt x="4809107" y="1532888"/>
                  </a:lnTo>
                  <a:lnTo>
                    <a:pt x="4809232" y="1532888"/>
                  </a:lnTo>
                  <a:lnTo>
                    <a:pt x="4809357" y="1532888"/>
                  </a:lnTo>
                  <a:lnTo>
                    <a:pt x="4809482" y="1532888"/>
                  </a:lnTo>
                  <a:lnTo>
                    <a:pt x="4809607" y="1532888"/>
                  </a:lnTo>
                  <a:lnTo>
                    <a:pt x="4809732" y="1532888"/>
                  </a:lnTo>
                  <a:lnTo>
                    <a:pt x="4809857" y="1532888"/>
                  </a:lnTo>
                  <a:lnTo>
                    <a:pt x="4809982" y="1532888"/>
                  </a:lnTo>
                  <a:lnTo>
                    <a:pt x="4810107" y="1532888"/>
                  </a:lnTo>
                  <a:lnTo>
                    <a:pt x="4810233" y="1532888"/>
                  </a:lnTo>
                  <a:lnTo>
                    <a:pt x="4810358" y="1532888"/>
                  </a:lnTo>
                  <a:lnTo>
                    <a:pt x="4810483" y="1532888"/>
                  </a:lnTo>
                  <a:lnTo>
                    <a:pt x="4810608" y="1532888"/>
                  </a:lnTo>
                  <a:lnTo>
                    <a:pt x="4810733" y="1532888"/>
                  </a:lnTo>
                  <a:lnTo>
                    <a:pt x="4810858" y="1532888"/>
                  </a:lnTo>
                  <a:lnTo>
                    <a:pt x="4810983" y="1532888"/>
                  </a:lnTo>
                  <a:lnTo>
                    <a:pt x="4811108" y="1532888"/>
                  </a:lnTo>
                  <a:lnTo>
                    <a:pt x="4811233" y="1532888"/>
                  </a:lnTo>
                  <a:lnTo>
                    <a:pt x="4811358" y="1532888"/>
                  </a:lnTo>
                  <a:lnTo>
                    <a:pt x="4811483" y="1532888"/>
                  </a:lnTo>
                  <a:lnTo>
                    <a:pt x="4811608" y="1532888"/>
                  </a:lnTo>
                  <a:lnTo>
                    <a:pt x="4811733" y="1532888"/>
                  </a:lnTo>
                  <a:lnTo>
                    <a:pt x="4811858" y="1532888"/>
                  </a:lnTo>
                  <a:lnTo>
                    <a:pt x="4811983" y="1532888"/>
                  </a:lnTo>
                  <a:lnTo>
                    <a:pt x="4811983" y="1522934"/>
                  </a:lnTo>
                  <a:lnTo>
                    <a:pt x="4812108" y="1522934"/>
                  </a:lnTo>
                  <a:lnTo>
                    <a:pt x="4812233" y="1522934"/>
                  </a:lnTo>
                  <a:lnTo>
                    <a:pt x="4812358" y="1522934"/>
                  </a:lnTo>
                  <a:lnTo>
                    <a:pt x="4812483" y="1522934"/>
                  </a:lnTo>
                  <a:lnTo>
                    <a:pt x="4812608" y="1522934"/>
                  </a:lnTo>
                  <a:lnTo>
                    <a:pt x="4812733" y="1522934"/>
                  </a:lnTo>
                  <a:lnTo>
                    <a:pt x="4812858" y="1522934"/>
                  </a:lnTo>
                  <a:lnTo>
                    <a:pt x="4812983" y="1522934"/>
                  </a:lnTo>
                  <a:lnTo>
                    <a:pt x="4813109" y="1522934"/>
                  </a:lnTo>
                  <a:lnTo>
                    <a:pt x="4813234" y="1522934"/>
                  </a:lnTo>
                  <a:lnTo>
                    <a:pt x="4813359" y="1522934"/>
                  </a:lnTo>
                  <a:lnTo>
                    <a:pt x="4813484" y="1522934"/>
                  </a:lnTo>
                  <a:lnTo>
                    <a:pt x="4813609" y="1522934"/>
                  </a:lnTo>
                  <a:lnTo>
                    <a:pt x="4813734" y="1522934"/>
                  </a:lnTo>
                  <a:lnTo>
                    <a:pt x="4813859" y="1522934"/>
                  </a:lnTo>
                  <a:lnTo>
                    <a:pt x="4813984" y="1522934"/>
                  </a:lnTo>
                  <a:lnTo>
                    <a:pt x="4814109" y="1522934"/>
                  </a:lnTo>
                  <a:lnTo>
                    <a:pt x="4814234" y="1522934"/>
                  </a:lnTo>
                  <a:lnTo>
                    <a:pt x="4814359" y="1522934"/>
                  </a:lnTo>
                  <a:lnTo>
                    <a:pt x="4814484" y="1522934"/>
                  </a:lnTo>
                  <a:lnTo>
                    <a:pt x="4814609" y="1522934"/>
                  </a:lnTo>
                  <a:lnTo>
                    <a:pt x="4814734" y="1522934"/>
                  </a:lnTo>
                  <a:lnTo>
                    <a:pt x="4814859" y="1522934"/>
                  </a:lnTo>
                  <a:lnTo>
                    <a:pt x="4814984" y="1522934"/>
                  </a:lnTo>
                  <a:lnTo>
                    <a:pt x="4815109" y="1522934"/>
                  </a:lnTo>
                  <a:lnTo>
                    <a:pt x="4815234" y="1522934"/>
                  </a:lnTo>
                  <a:lnTo>
                    <a:pt x="4815359" y="1522934"/>
                  </a:lnTo>
                  <a:lnTo>
                    <a:pt x="4815484" y="1522934"/>
                  </a:lnTo>
                  <a:lnTo>
                    <a:pt x="4815609" y="1522934"/>
                  </a:lnTo>
                  <a:lnTo>
                    <a:pt x="4815734" y="1522934"/>
                  </a:lnTo>
                  <a:lnTo>
                    <a:pt x="4815859" y="1522934"/>
                  </a:lnTo>
                  <a:lnTo>
                    <a:pt x="4815984" y="1522934"/>
                  </a:lnTo>
                  <a:lnTo>
                    <a:pt x="4816110" y="1522934"/>
                  </a:lnTo>
                  <a:lnTo>
                    <a:pt x="4816235" y="1522934"/>
                  </a:lnTo>
                  <a:lnTo>
                    <a:pt x="4816360" y="1522934"/>
                  </a:lnTo>
                  <a:lnTo>
                    <a:pt x="4816485" y="1522934"/>
                  </a:lnTo>
                  <a:lnTo>
                    <a:pt x="4816610" y="1522934"/>
                  </a:lnTo>
                  <a:lnTo>
                    <a:pt x="4816735" y="1522934"/>
                  </a:lnTo>
                  <a:lnTo>
                    <a:pt x="4816860" y="1522934"/>
                  </a:lnTo>
                  <a:lnTo>
                    <a:pt x="4816985" y="1522934"/>
                  </a:lnTo>
                  <a:lnTo>
                    <a:pt x="4817110" y="1522934"/>
                  </a:lnTo>
                  <a:lnTo>
                    <a:pt x="4817235" y="1522934"/>
                  </a:lnTo>
                  <a:lnTo>
                    <a:pt x="4817360" y="1522934"/>
                  </a:lnTo>
                  <a:lnTo>
                    <a:pt x="4817485" y="1522934"/>
                  </a:lnTo>
                  <a:lnTo>
                    <a:pt x="4817610" y="1522934"/>
                  </a:lnTo>
                  <a:lnTo>
                    <a:pt x="4817735" y="1522934"/>
                  </a:lnTo>
                  <a:lnTo>
                    <a:pt x="4817860" y="1522934"/>
                  </a:lnTo>
                  <a:lnTo>
                    <a:pt x="4817985" y="1522934"/>
                  </a:lnTo>
                  <a:lnTo>
                    <a:pt x="4818110" y="1522934"/>
                  </a:lnTo>
                  <a:lnTo>
                    <a:pt x="4818235" y="1522934"/>
                  </a:lnTo>
                  <a:lnTo>
                    <a:pt x="4818360" y="1522934"/>
                  </a:lnTo>
                  <a:lnTo>
                    <a:pt x="4818485" y="1522934"/>
                  </a:lnTo>
                  <a:lnTo>
                    <a:pt x="4818610" y="1522934"/>
                  </a:lnTo>
                  <a:lnTo>
                    <a:pt x="4818735" y="1522934"/>
                  </a:lnTo>
                  <a:lnTo>
                    <a:pt x="4818860" y="1522934"/>
                  </a:lnTo>
                  <a:lnTo>
                    <a:pt x="4818985" y="1522934"/>
                  </a:lnTo>
                  <a:lnTo>
                    <a:pt x="4819111" y="1522934"/>
                  </a:lnTo>
                  <a:lnTo>
                    <a:pt x="4819236" y="1522934"/>
                  </a:lnTo>
                  <a:lnTo>
                    <a:pt x="4819361" y="1522934"/>
                  </a:lnTo>
                  <a:lnTo>
                    <a:pt x="4819486" y="1522934"/>
                  </a:lnTo>
                  <a:lnTo>
                    <a:pt x="4819611" y="1522934"/>
                  </a:lnTo>
                  <a:lnTo>
                    <a:pt x="4819736" y="1522934"/>
                  </a:lnTo>
                  <a:lnTo>
                    <a:pt x="4819861" y="1522934"/>
                  </a:lnTo>
                  <a:lnTo>
                    <a:pt x="4819986" y="1522934"/>
                  </a:lnTo>
                  <a:lnTo>
                    <a:pt x="4820111" y="1522934"/>
                  </a:lnTo>
                  <a:lnTo>
                    <a:pt x="4820236" y="1522934"/>
                  </a:lnTo>
                  <a:lnTo>
                    <a:pt x="4820361" y="1522934"/>
                  </a:lnTo>
                  <a:lnTo>
                    <a:pt x="4820361" y="1512981"/>
                  </a:lnTo>
                  <a:lnTo>
                    <a:pt x="4820486" y="1512981"/>
                  </a:lnTo>
                  <a:lnTo>
                    <a:pt x="4820611" y="1512981"/>
                  </a:lnTo>
                  <a:lnTo>
                    <a:pt x="4820736" y="1512981"/>
                  </a:lnTo>
                  <a:lnTo>
                    <a:pt x="4820861" y="1512981"/>
                  </a:lnTo>
                  <a:lnTo>
                    <a:pt x="4820986" y="1512981"/>
                  </a:lnTo>
                  <a:lnTo>
                    <a:pt x="4821111" y="1512981"/>
                  </a:lnTo>
                  <a:lnTo>
                    <a:pt x="4821236" y="1512981"/>
                  </a:lnTo>
                  <a:lnTo>
                    <a:pt x="4821361" y="1512981"/>
                  </a:lnTo>
                  <a:lnTo>
                    <a:pt x="4821486" y="1512981"/>
                  </a:lnTo>
                  <a:lnTo>
                    <a:pt x="4821611" y="1512981"/>
                  </a:lnTo>
                  <a:lnTo>
                    <a:pt x="4821736" y="1512981"/>
                  </a:lnTo>
                  <a:lnTo>
                    <a:pt x="4821861" y="1512981"/>
                  </a:lnTo>
                  <a:lnTo>
                    <a:pt x="4821986" y="1512981"/>
                  </a:lnTo>
                  <a:lnTo>
                    <a:pt x="4822112" y="1512981"/>
                  </a:lnTo>
                  <a:lnTo>
                    <a:pt x="4822237" y="1512981"/>
                  </a:lnTo>
                  <a:lnTo>
                    <a:pt x="4822362" y="1512981"/>
                  </a:lnTo>
                  <a:lnTo>
                    <a:pt x="4822487" y="1512981"/>
                  </a:lnTo>
                  <a:lnTo>
                    <a:pt x="4822612" y="1512981"/>
                  </a:lnTo>
                  <a:lnTo>
                    <a:pt x="4822737" y="1512981"/>
                  </a:lnTo>
                  <a:lnTo>
                    <a:pt x="4822862" y="1512981"/>
                  </a:lnTo>
                  <a:lnTo>
                    <a:pt x="4822987" y="1512981"/>
                  </a:lnTo>
                  <a:lnTo>
                    <a:pt x="4823112" y="1512981"/>
                  </a:lnTo>
                  <a:lnTo>
                    <a:pt x="4823237" y="1512981"/>
                  </a:lnTo>
                  <a:lnTo>
                    <a:pt x="4823362" y="1512981"/>
                  </a:lnTo>
                  <a:lnTo>
                    <a:pt x="4823487" y="1512981"/>
                  </a:lnTo>
                  <a:lnTo>
                    <a:pt x="4823612" y="1512981"/>
                  </a:lnTo>
                  <a:lnTo>
                    <a:pt x="4823737" y="1512981"/>
                  </a:lnTo>
                  <a:lnTo>
                    <a:pt x="4823862" y="1512981"/>
                  </a:lnTo>
                  <a:lnTo>
                    <a:pt x="4823987" y="1512981"/>
                  </a:lnTo>
                  <a:lnTo>
                    <a:pt x="4824112" y="1512981"/>
                  </a:lnTo>
                  <a:lnTo>
                    <a:pt x="4824237" y="1512981"/>
                  </a:lnTo>
                  <a:lnTo>
                    <a:pt x="4824362" y="1512981"/>
                  </a:lnTo>
                  <a:lnTo>
                    <a:pt x="4824487" y="1512981"/>
                  </a:lnTo>
                  <a:lnTo>
                    <a:pt x="4824612" y="1512981"/>
                  </a:lnTo>
                  <a:lnTo>
                    <a:pt x="4824737" y="1512981"/>
                  </a:lnTo>
                  <a:lnTo>
                    <a:pt x="4824862" y="1512981"/>
                  </a:lnTo>
                  <a:lnTo>
                    <a:pt x="4824987" y="1512981"/>
                  </a:lnTo>
                  <a:lnTo>
                    <a:pt x="4825113" y="1512981"/>
                  </a:lnTo>
                  <a:lnTo>
                    <a:pt x="4825238" y="1512981"/>
                  </a:lnTo>
                  <a:lnTo>
                    <a:pt x="4825363" y="1512981"/>
                  </a:lnTo>
                  <a:lnTo>
                    <a:pt x="4825488" y="1512981"/>
                  </a:lnTo>
                  <a:lnTo>
                    <a:pt x="4825613" y="1512981"/>
                  </a:lnTo>
                  <a:lnTo>
                    <a:pt x="4825738" y="1512981"/>
                  </a:lnTo>
                  <a:lnTo>
                    <a:pt x="4825863" y="1512981"/>
                  </a:lnTo>
                  <a:lnTo>
                    <a:pt x="4825988" y="1512981"/>
                  </a:lnTo>
                  <a:lnTo>
                    <a:pt x="4826113" y="1512981"/>
                  </a:lnTo>
                  <a:lnTo>
                    <a:pt x="4826238" y="1512981"/>
                  </a:lnTo>
                  <a:lnTo>
                    <a:pt x="4826363" y="1512981"/>
                  </a:lnTo>
                  <a:lnTo>
                    <a:pt x="4826488" y="1512981"/>
                  </a:lnTo>
                  <a:lnTo>
                    <a:pt x="4826613" y="1512981"/>
                  </a:lnTo>
                  <a:lnTo>
                    <a:pt x="4826738" y="1512981"/>
                  </a:lnTo>
                  <a:lnTo>
                    <a:pt x="4826863" y="1512981"/>
                  </a:lnTo>
                  <a:lnTo>
                    <a:pt x="4826988" y="1512981"/>
                  </a:lnTo>
                  <a:lnTo>
                    <a:pt x="4827113" y="1512981"/>
                  </a:lnTo>
                  <a:lnTo>
                    <a:pt x="4827238" y="1512981"/>
                  </a:lnTo>
                  <a:lnTo>
                    <a:pt x="4827363" y="1512981"/>
                  </a:lnTo>
                  <a:lnTo>
                    <a:pt x="4827488" y="1512981"/>
                  </a:lnTo>
                  <a:lnTo>
                    <a:pt x="4827613" y="1512981"/>
                  </a:lnTo>
                  <a:lnTo>
                    <a:pt x="4827738" y="1512981"/>
                  </a:lnTo>
                  <a:lnTo>
                    <a:pt x="4827863" y="1512981"/>
                  </a:lnTo>
                  <a:lnTo>
                    <a:pt x="4827988" y="1512981"/>
                  </a:lnTo>
                  <a:lnTo>
                    <a:pt x="4828114" y="1512981"/>
                  </a:lnTo>
                  <a:lnTo>
                    <a:pt x="4828239" y="1512981"/>
                  </a:lnTo>
                  <a:lnTo>
                    <a:pt x="4828364" y="1512981"/>
                  </a:lnTo>
                  <a:lnTo>
                    <a:pt x="4828489" y="1512981"/>
                  </a:lnTo>
                  <a:lnTo>
                    <a:pt x="4828614" y="1512981"/>
                  </a:lnTo>
                  <a:lnTo>
                    <a:pt x="4828739" y="1512981"/>
                  </a:lnTo>
                  <a:lnTo>
                    <a:pt x="4828864" y="1512981"/>
                  </a:lnTo>
                  <a:lnTo>
                    <a:pt x="4828989" y="1512981"/>
                  </a:lnTo>
                  <a:lnTo>
                    <a:pt x="4829114" y="1512981"/>
                  </a:lnTo>
                  <a:lnTo>
                    <a:pt x="4829239" y="1512981"/>
                  </a:lnTo>
                  <a:lnTo>
                    <a:pt x="4829364" y="1512981"/>
                  </a:lnTo>
                  <a:lnTo>
                    <a:pt x="4829489" y="1512981"/>
                  </a:lnTo>
                  <a:lnTo>
                    <a:pt x="4829614" y="1512981"/>
                  </a:lnTo>
                  <a:lnTo>
                    <a:pt x="4829739" y="1512981"/>
                  </a:lnTo>
                  <a:lnTo>
                    <a:pt x="4829864" y="1512981"/>
                  </a:lnTo>
                  <a:lnTo>
                    <a:pt x="4829989" y="1512981"/>
                  </a:lnTo>
                  <a:lnTo>
                    <a:pt x="4830114" y="1512981"/>
                  </a:lnTo>
                  <a:lnTo>
                    <a:pt x="4830239" y="1512981"/>
                  </a:lnTo>
                  <a:lnTo>
                    <a:pt x="4830364" y="1512981"/>
                  </a:lnTo>
                  <a:lnTo>
                    <a:pt x="4830489" y="1512981"/>
                  </a:lnTo>
                  <a:lnTo>
                    <a:pt x="4830614" y="1512981"/>
                  </a:lnTo>
                  <a:lnTo>
                    <a:pt x="4830739" y="1512981"/>
                  </a:lnTo>
                  <a:lnTo>
                    <a:pt x="4830864" y="1512981"/>
                  </a:lnTo>
                  <a:lnTo>
                    <a:pt x="4830989" y="1512981"/>
                  </a:lnTo>
                  <a:lnTo>
                    <a:pt x="4831115" y="1512981"/>
                  </a:lnTo>
                  <a:lnTo>
                    <a:pt x="4831240" y="1512981"/>
                  </a:lnTo>
                  <a:lnTo>
                    <a:pt x="4831365" y="1512981"/>
                  </a:lnTo>
                  <a:lnTo>
                    <a:pt x="4831490" y="1512981"/>
                  </a:lnTo>
                  <a:lnTo>
                    <a:pt x="4831615" y="1512981"/>
                  </a:lnTo>
                  <a:lnTo>
                    <a:pt x="4831740" y="1512981"/>
                  </a:lnTo>
                  <a:lnTo>
                    <a:pt x="4831865" y="1512981"/>
                  </a:lnTo>
                  <a:lnTo>
                    <a:pt x="4831990" y="1512981"/>
                  </a:lnTo>
                  <a:lnTo>
                    <a:pt x="4832115" y="1512981"/>
                  </a:lnTo>
                  <a:lnTo>
                    <a:pt x="4832240" y="1512981"/>
                  </a:lnTo>
                  <a:lnTo>
                    <a:pt x="4832365" y="1512981"/>
                  </a:lnTo>
                  <a:lnTo>
                    <a:pt x="4832490" y="1512981"/>
                  </a:lnTo>
                  <a:lnTo>
                    <a:pt x="4832615" y="1512981"/>
                  </a:lnTo>
                  <a:lnTo>
                    <a:pt x="4832740" y="1512981"/>
                  </a:lnTo>
                  <a:lnTo>
                    <a:pt x="4832865" y="1512981"/>
                  </a:lnTo>
                  <a:lnTo>
                    <a:pt x="4832990" y="1512981"/>
                  </a:lnTo>
                  <a:lnTo>
                    <a:pt x="4833115" y="1512981"/>
                  </a:lnTo>
                  <a:lnTo>
                    <a:pt x="4833240" y="1512981"/>
                  </a:lnTo>
                  <a:lnTo>
                    <a:pt x="4833365" y="1512981"/>
                  </a:lnTo>
                  <a:lnTo>
                    <a:pt x="4833490" y="1512981"/>
                  </a:lnTo>
                  <a:lnTo>
                    <a:pt x="4833615" y="1512981"/>
                  </a:lnTo>
                  <a:lnTo>
                    <a:pt x="4833740" y="1512981"/>
                  </a:lnTo>
                  <a:lnTo>
                    <a:pt x="4833865" y="1512981"/>
                  </a:lnTo>
                  <a:lnTo>
                    <a:pt x="4833990" y="1512981"/>
                  </a:lnTo>
                  <a:lnTo>
                    <a:pt x="4834116" y="1512981"/>
                  </a:lnTo>
                  <a:lnTo>
                    <a:pt x="4834241" y="1512981"/>
                  </a:lnTo>
                  <a:lnTo>
                    <a:pt x="4834366" y="1512981"/>
                  </a:lnTo>
                  <a:lnTo>
                    <a:pt x="4834491" y="1512981"/>
                  </a:lnTo>
                  <a:lnTo>
                    <a:pt x="4834616" y="1512981"/>
                  </a:lnTo>
                  <a:lnTo>
                    <a:pt x="4834741" y="1512981"/>
                  </a:lnTo>
                  <a:lnTo>
                    <a:pt x="4834866" y="1512981"/>
                  </a:lnTo>
                  <a:lnTo>
                    <a:pt x="4834991" y="1512981"/>
                  </a:lnTo>
                  <a:lnTo>
                    <a:pt x="4835116" y="1512981"/>
                  </a:lnTo>
                  <a:lnTo>
                    <a:pt x="4835241" y="1512981"/>
                  </a:lnTo>
                  <a:lnTo>
                    <a:pt x="4835366" y="1512981"/>
                  </a:lnTo>
                  <a:lnTo>
                    <a:pt x="4835491" y="1512981"/>
                  </a:lnTo>
                  <a:lnTo>
                    <a:pt x="4835616" y="1512981"/>
                  </a:lnTo>
                  <a:lnTo>
                    <a:pt x="4835741" y="1512981"/>
                  </a:lnTo>
                  <a:lnTo>
                    <a:pt x="4835866" y="1512981"/>
                  </a:lnTo>
                  <a:lnTo>
                    <a:pt x="4835991" y="1512981"/>
                  </a:lnTo>
                  <a:lnTo>
                    <a:pt x="4836116" y="1512981"/>
                  </a:lnTo>
                  <a:lnTo>
                    <a:pt x="4836241" y="1512981"/>
                  </a:lnTo>
                  <a:lnTo>
                    <a:pt x="4836366" y="1512981"/>
                  </a:lnTo>
                  <a:lnTo>
                    <a:pt x="4836366" y="1503027"/>
                  </a:lnTo>
                  <a:lnTo>
                    <a:pt x="4836491" y="1503027"/>
                  </a:lnTo>
                  <a:lnTo>
                    <a:pt x="4836616" y="1503027"/>
                  </a:lnTo>
                  <a:lnTo>
                    <a:pt x="4836741" y="1503027"/>
                  </a:lnTo>
                  <a:lnTo>
                    <a:pt x="4836866" y="1503027"/>
                  </a:lnTo>
                  <a:lnTo>
                    <a:pt x="4836991" y="1503027"/>
                  </a:lnTo>
                  <a:lnTo>
                    <a:pt x="4837117" y="1503027"/>
                  </a:lnTo>
                  <a:lnTo>
                    <a:pt x="4837242" y="1503027"/>
                  </a:lnTo>
                  <a:lnTo>
                    <a:pt x="4837367" y="1503027"/>
                  </a:lnTo>
                  <a:lnTo>
                    <a:pt x="4837492" y="1503027"/>
                  </a:lnTo>
                  <a:lnTo>
                    <a:pt x="4837617" y="1503027"/>
                  </a:lnTo>
                  <a:lnTo>
                    <a:pt x="4837742" y="1503027"/>
                  </a:lnTo>
                  <a:lnTo>
                    <a:pt x="4837867" y="1503027"/>
                  </a:lnTo>
                  <a:lnTo>
                    <a:pt x="4837992" y="1503027"/>
                  </a:lnTo>
                  <a:lnTo>
                    <a:pt x="4838117" y="1503027"/>
                  </a:lnTo>
                  <a:lnTo>
                    <a:pt x="4838242" y="1503027"/>
                  </a:lnTo>
                  <a:lnTo>
                    <a:pt x="4838367" y="1503027"/>
                  </a:lnTo>
                  <a:lnTo>
                    <a:pt x="4838492" y="1503027"/>
                  </a:lnTo>
                  <a:lnTo>
                    <a:pt x="4838617" y="1503027"/>
                  </a:lnTo>
                  <a:lnTo>
                    <a:pt x="4838742" y="1503027"/>
                  </a:lnTo>
                  <a:lnTo>
                    <a:pt x="4838867" y="1503027"/>
                  </a:lnTo>
                  <a:lnTo>
                    <a:pt x="4838992" y="1503027"/>
                  </a:lnTo>
                  <a:lnTo>
                    <a:pt x="4839117" y="1503027"/>
                  </a:lnTo>
                  <a:lnTo>
                    <a:pt x="4839242" y="1503027"/>
                  </a:lnTo>
                  <a:lnTo>
                    <a:pt x="4839367" y="1503027"/>
                  </a:lnTo>
                  <a:lnTo>
                    <a:pt x="4839492" y="1503027"/>
                  </a:lnTo>
                  <a:lnTo>
                    <a:pt x="4839617" y="1503027"/>
                  </a:lnTo>
                  <a:lnTo>
                    <a:pt x="4839742" y="1503027"/>
                  </a:lnTo>
                  <a:lnTo>
                    <a:pt x="4839867" y="1503027"/>
                  </a:lnTo>
                  <a:lnTo>
                    <a:pt x="4839992" y="1503027"/>
                  </a:lnTo>
                  <a:lnTo>
                    <a:pt x="4840118" y="1503027"/>
                  </a:lnTo>
                  <a:lnTo>
                    <a:pt x="4840243" y="1503027"/>
                  </a:lnTo>
                  <a:lnTo>
                    <a:pt x="4840368" y="1503027"/>
                  </a:lnTo>
                  <a:lnTo>
                    <a:pt x="4840493" y="1503027"/>
                  </a:lnTo>
                  <a:lnTo>
                    <a:pt x="4840618" y="1503027"/>
                  </a:lnTo>
                  <a:lnTo>
                    <a:pt x="4840743" y="1503027"/>
                  </a:lnTo>
                  <a:lnTo>
                    <a:pt x="4840868" y="1503027"/>
                  </a:lnTo>
                  <a:lnTo>
                    <a:pt x="4840993" y="1503027"/>
                  </a:lnTo>
                  <a:lnTo>
                    <a:pt x="4841118" y="1503027"/>
                  </a:lnTo>
                  <a:lnTo>
                    <a:pt x="4841243" y="1503027"/>
                  </a:lnTo>
                  <a:lnTo>
                    <a:pt x="4841368" y="1503027"/>
                  </a:lnTo>
                  <a:lnTo>
                    <a:pt x="4841493" y="1503027"/>
                  </a:lnTo>
                  <a:lnTo>
                    <a:pt x="4841618" y="1503027"/>
                  </a:lnTo>
                  <a:lnTo>
                    <a:pt x="4841743" y="1503027"/>
                  </a:lnTo>
                  <a:lnTo>
                    <a:pt x="4841868" y="1503027"/>
                  </a:lnTo>
                  <a:lnTo>
                    <a:pt x="4841993" y="1503027"/>
                  </a:lnTo>
                  <a:lnTo>
                    <a:pt x="4842118" y="1503027"/>
                  </a:lnTo>
                  <a:lnTo>
                    <a:pt x="4842243" y="1503027"/>
                  </a:lnTo>
                  <a:lnTo>
                    <a:pt x="4842368" y="1503027"/>
                  </a:lnTo>
                  <a:lnTo>
                    <a:pt x="4842493" y="1503027"/>
                  </a:lnTo>
                  <a:lnTo>
                    <a:pt x="4842618" y="1503027"/>
                  </a:lnTo>
                  <a:lnTo>
                    <a:pt x="4842743" y="1503027"/>
                  </a:lnTo>
                  <a:lnTo>
                    <a:pt x="4842868" y="1503027"/>
                  </a:lnTo>
                  <a:lnTo>
                    <a:pt x="4842993" y="1503027"/>
                  </a:lnTo>
                  <a:lnTo>
                    <a:pt x="4843119" y="1503027"/>
                  </a:lnTo>
                  <a:lnTo>
                    <a:pt x="4843244" y="1503027"/>
                  </a:lnTo>
                  <a:lnTo>
                    <a:pt x="4843369" y="1503027"/>
                  </a:lnTo>
                  <a:lnTo>
                    <a:pt x="4843494" y="1503027"/>
                  </a:lnTo>
                  <a:lnTo>
                    <a:pt x="4843619" y="1503027"/>
                  </a:lnTo>
                  <a:lnTo>
                    <a:pt x="4843744" y="1503027"/>
                  </a:lnTo>
                  <a:lnTo>
                    <a:pt x="4843869" y="1503027"/>
                  </a:lnTo>
                  <a:lnTo>
                    <a:pt x="4843994" y="1503027"/>
                  </a:lnTo>
                  <a:lnTo>
                    <a:pt x="4844119" y="1503027"/>
                  </a:lnTo>
                  <a:lnTo>
                    <a:pt x="4844244" y="1503027"/>
                  </a:lnTo>
                  <a:lnTo>
                    <a:pt x="4844369" y="1503027"/>
                  </a:lnTo>
                  <a:lnTo>
                    <a:pt x="4844494" y="1503027"/>
                  </a:lnTo>
                  <a:lnTo>
                    <a:pt x="4844619" y="1503027"/>
                  </a:lnTo>
                  <a:lnTo>
                    <a:pt x="4844744" y="1503027"/>
                  </a:lnTo>
                  <a:lnTo>
                    <a:pt x="4844869" y="1503027"/>
                  </a:lnTo>
                  <a:lnTo>
                    <a:pt x="4844994" y="1503027"/>
                  </a:lnTo>
                  <a:lnTo>
                    <a:pt x="4845119" y="1503027"/>
                  </a:lnTo>
                  <a:lnTo>
                    <a:pt x="4845244" y="1503027"/>
                  </a:lnTo>
                  <a:lnTo>
                    <a:pt x="4845369" y="1503027"/>
                  </a:lnTo>
                  <a:lnTo>
                    <a:pt x="4845494" y="1503027"/>
                  </a:lnTo>
                  <a:lnTo>
                    <a:pt x="4845619" y="1503027"/>
                  </a:lnTo>
                  <a:lnTo>
                    <a:pt x="4845744" y="1503027"/>
                  </a:lnTo>
                  <a:lnTo>
                    <a:pt x="4845869" y="1503027"/>
                  </a:lnTo>
                  <a:lnTo>
                    <a:pt x="4845994" y="1503027"/>
                  </a:lnTo>
                  <a:lnTo>
                    <a:pt x="4846120" y="1503027"/>
                  </a:lnTo>
                  <a:lnTo>
                    <a:pt x="4846245" y="1503027"/>
                  </a:lnTo>
                  <a:lnTo>
                    <a:pt x="4846370" y="1503027"/>
                  </a:lnTo>
                  <a:lnTo>
                    <a:pt x="4846495" y="1503027"/>
                  </a:lnTo>
                  <a:lnTo>
                    <a:pt x="4846620" y="1503027"/>
                  </a:lnTo>
                  <a:lnTo>
                    <a:pt x="4846745" y="1503027"/>
                  </a:lnTo>
                  <a:lnTo>
                    <a:pt x="4846870" y="1503027"/>
                  </a:lnTo>
                  <a:lnTo>
                    <a:pt x="4846995" y="1503027"/>
                  </a:lnTo>
                  <a:lnTo>
                    <a:pt x="4847120" y="1503027"/>
                  </a:lnTo>
                  <a:lnTo>
                    <a:pt x="4847245" y="1503027"/>
                  </a:lnTo>
                  <a:lnTo>
                    <a:pt x="4847370" y="1503027"/>
                  </a:lnTo>
                  <a:lnTo>
                    <a:pt x="4847495" y="1503027"/>
                  </a:lnTo>
                  <a:lnTo>
                    <a:pt x="4847620" y="1503027"/>
                  </a:lnTo>
                  <a:lnTo>
                    <a:pt x="4847745" y="1503027"/>
                  </a:lnTo>
                  <a:lnTo>
                    <a:pt x="4847870" y="1503027"/>
                  </a:lnTo>
                  <a:lnTo>
                    <a:pt x="4847995" y="1503027"/>
                  </a:lnTo>
                  <a:lnTo>
                    <a:pt x="4848120" y="1503027"/>
                  </a:lnTo>
                  <a:lnTo>
                    <a:pt x="4848245" y="1503027"/>
                  </a:lnTo>
                  <a:lnTo>
                    <a:pt x="4848370" y="1503027"/>
                  </a:lnTo>
                  <a:lnTo>
                    <a:pt x="4848495" y="1503027"/>
                  </a:lnTo>
                  <a:lnTo>
                    <a:pt x="4848620" y="1503027"/>
                  </a:lnTo>
                  <a:lnTo>
                    <a:pt x="4848745" y="1503027"/>
                  </a:lnTo>
                  <a:lnTo>
                    <a:pt x="4848870" y="1503027"/>
                  </a:lnTo>
                  <a:lnTo>
                    <a:pt x="4848995" y="1503027"/>
                  </a:lnTo>
                  <a:lnTo>
                    <a:pt x="4849121" y="1503027"/>
                  </a:lnTo>
                  <a:lnTo>
                    <a:pt x="4849246" y="1503027"/>
                  </a:lnTo>
                  <a:lnTo>
                    <a:pt x="4849371" y="1503027"/>
                  </a:lnTo>
                  <a:lnTo>
                    <a:pt x="4849496" y="1503027"/>
                  </a:lnTo>
                  <a:lnTo>
                    <a:pt x="4849621" y="1503027"/>
                  </a:lnTo>
                  <a:lnTo>
                    <a:pt x="4849746" y="1503027"/>
                  </a:lnTo>
                  <a:lnTo>
                    <a:pt x="4849871" y="1503027"/>
                  </a:lnTo>
                  <a:lnTo>
                    <a:pt x="4849996" y="1503027"/>
                  </a:lnTo>
                  <a:lnTo>
                    <a:pt x="4850121" y="1503027"/>
                  </a:lnTo>
                  <a:lnTo>
                    <a:pt x="4850246" y="1503027"/>
                  </a:lnTo>
                  <a:lnTo>
                    <a:pt x="4850371" y="1503027"/>
                  </a:lnTo>
                  <a:lnTo>
                    <a:pt x="4850496" y="1503027"/>
                  </a:lnTo>
                  <a:lnTo>
                    <a:pt x="4850621" y="1503027"/>
                  </a:lnTo>
                  <a:lnTo>
                    <a:pt x="4850746" y="1503027"/>
                  </a:lnTo>
                  <a:lnTo>
                    <a:pt x="4850871" y="1503027"/>
                  </a:lnTo>
                  <a:lnTo>
                    <a:pt x="4850996" y="1503027"/>
                  </a:lnTo>
                  <a:lnTo>
                    <a:pt x="4851121" y="1503027"/>
                  </a:lnTo>
                  <a:lnTo>
                    <a:pt x="4851246" y="1503027"/>
                  </a:lnTo>
                  <a:lnTo>
                    <a:pt x="4851371" y="1503027"/>
                  </a:lnTo>
                  <a:lnTo>
                    <a:pt x="4851496" y="1503027"/>
                  </a:lnTo>
                  <a:lnTo>
                    <a:pt x="4851621" y="1503027"/>
                  </a:lnTo>
                  <a:lnTo>
                    <a:pt x="4851746" y="1503027"/>
                  </a:lnTo>
                  <a:lnTo>
                    <a:pt x="4851871" y="1503027"/>
                  </a:lnTo>
                  <a:lnTo>
                    <a:pt x="4851997" y="1503027"/>
                  </a:lnTo>
                  <a:lnTo>
                    <a:pt x="4852122" y="1503027"/>
                  </a:lnTo>
                  <a:lnTo>
                    <a:pt x="4852247" y="1503027"/>
                  </a:lnTo>
                  <a:lnTo>
                    <a:pt x="4852372" y="1503027"/>
                  </a:lnTo>
                  <a:lnTo>
                    <a:pt x="4852497" y="1503027"/>
                  </a:lnTo>
                  <a:lnTo>
                    <a:pt x="4852622" y="1503027"/>
                  </a:lnTo>
                  <a:lnTo>
                    <a:pt x="4852747" y="1503027"/>
                  </a:lnTo>
                  <a:lnTo>
                    <a:pt x="4852872" y="1503027"/>
                  </a:lnTo>
                  <a:lnTo>
                    <a:pt x="4852997" y="1503027"/>
                  </a:lnTo>
                  <a:lnTo>
                    <a:pt x="4853122" y="1503027"/>
                  </a:lnTo>
                  <a:lnTo>
                    <a:pt x="4853247" y="1503027"/>
                  </a:lnTo>
                  <a:lnTo>
                    <a:pt x="4853372" y="1503027"/>
                  </a:lnTo>
                  <a:lnTo>
                    <a:pt x="4853497" y="1503027"/>
                  </a:lnTo>
                  <a:lnTo>
                    <a:pt x="4853622" y="1503027"/>
                  </a:lnTo>
                  <a:lnTo>
                    <a:pt x="4853747" y="1503027"/>
                  </a:lnTo>
                  <a:lnTo>
                    <a:pt x="4853872" y="1503027"/>
                  </a:lnTo>
                  <a:lnTo>
                    <a:pt x="4853997" y="1503027"/>
                  </a:lnTo>
                  <a:lnTo>
                    <a:pt x="4854122" y="1503027"/>
                  </a:lnTo>
                  <a:lnTo>
                    <a:pt x="4854247" y="1503027"/>
                  </a:lnTo>
                  <a:lnTo>
                    <a:pt x="4854247" y="1493073"/>
                  </a:lnTo>
                  <a:lnTo>
                    <a:pt x="4854372" y="1493073"/>
                  </a:lnTo>
                  <a:lnTo>
                    <a:pt x="4854497" y="1493073"/>
                  </a:lnTo>
                  <a:lnTo>
                    <a:pt x="4854622" y="1493073"/>
                  </a:lnTo>
                  <a:lnTo>
                    <a:pt x="4854747" y="1493073"/>
                  </a:lnTo>
                  <a:lnTo>
                    <a:pt x="4854872" y="1493073"/>
                  </a:lnTo>
                  <a:lnTo>
                    <a:pt x="4854998" y="1493073"/>
                  </a:lnTo>
                  <a:lnTo>
                    <a:pt x="4855123" y="1493073"/>
                  </a:lnTo>
                  <a:lnTo>
                    <a:pt x="4855248" y="1493073"/>
                  </a:lnTo>
                  <a:lnTo>
                    <a:pt x="4855373" y="1493073"/>
                  </a:lnTo>
                  <a:lnTo>
                    <a:pt x="4855498" y="1493073"/>
                  </a:lnTo>
                  <a:lnTo>
                    <a:pt x="4855623" y="1493073"/>
                  </a:lnTo>
                  <a:lnTo>
                    <a:pt x="4855748" y="1493073"/>
                  </a:lnTo>
                  <a:lnTo>
                    <a:pt x="4855873" y="1493073"/>
                  </a:lnTo>
                  <a:lnTo>
                    <a:pt x="4855998" y="1493073"/>
                  </a:lnTo>
                  <a:lnTo>
                    <a:pt x="4856123" y="1493073"/>
                  </a:lnTo>
                  <a:lnTo>
                    <a:pt x="4856248" y="1493073"/>
                  </a:lnTo>
                  <a:lnTo>
                    <a:pt x="4856373" y="1493073"/>
                  </a:lnTo>
                  <a:lnTo>
                    <a:pt x="4856498" y="1493073"/>
                  </a:lnTo>
                  <a:lnTo>
                    <a:pt x="4856498" y="1483119"/>
                  </a:lnTo>
                  <a:lnTo>
                    <a:pt x="4856623" y="1483119"/>
                  </a:lnTo>
                  <a:lnTo>
                    <a:pt x="4856748" y="1483119"/>
                  </a:lnTo>
                  <a:lnTo>
                    <a:pt x="4856873" y="1483119"/>
                  </a:lnTo>
                  <a:lnTo>
                    <a:pt x="4856998" y="1483119"/>
                  </a:lnTo>
                  <a:lnTo>
                    <a:pt x="4857123" y="1483119"/>
                  </a:lnTo>
                  <a:lnTo>
                    <a:pt x="4857248" y="1483119"/>
                  </a:lnTo>
                  <a:lnTo>
                    <a:pt x="4857373" y="1483119"/>
                  </a:lnTo>
                  <a:lnTo>
                    <a:pt x="4857498" y="1483119"/>
                  </a:lnTo>
                  <a:lnTo>
                    <a:pt x="4857623" y="1483119"/>
                  </a:lnTo>
                  <a:lnTo>
                    <a:pt x="4857748" y="1483119"/>
                  </a:lnTo>
                  <a:lnTo>
                    <a:pt x="4857873" y="1483119"/>
                  </a:lnTo>
                  <a:lnTo>
                    <a:pt x="4857999" y="1483119"/>
                  </a:lnTo>
                  <a:lnTo>
                    <a:pt x="4858124" y="1483119"/>
                  </a:lnTo>
                  <a:lnTo>
                    <a:pt x="4858249" y="1483119"/>
                  </a:lnTo>
                  <a:lnTo>
                    <a:pt x="4858374" y="1483119"/>
                  </a:lnTo>
                  <a:lnTo>
                    <a:pt x="4858499" y="1483119"/>
                  </a:lnTo>
                  <a:lnTo>
                    <a:pt x="4858624" y="1483119"/>
                  </a:lnTo>
                  <a:lnTo>
                    <a:pt x="4858749" y="1483119"/>
                  </a:lnTo>
                  <a:lnTo>
                    <a:pt x="4858874" y="1483119"/>
                  </a:lnTo>
                  <a:lnTo>
                    <a:pt x="4858999" y="1483119"/>
                  </a:lnTo>
                  <a:lnTo>
                    <a:pt x="4859124" y="1483119"/>
                  </a:lnTo>
                  <a:lnTo>
                    <a:pt x="4859249" y="1483119"/>
                  </a:lnTo>
                  <a:lnTo>
                    <a:pt x="4859374" y="1483119"/>
                  </a:lnTo>
                  <a:lnTo>
                    <a:pt x="4859499" y="1483119"/>
                  </a:lnTo>
                  <a:lnTo>
                    <a:pt x="4859624" y="1483119"/>
                  </a:lnTo>
                  <a:lnTo>
                    <a:pt x="4859749" y="1483119"/>
                  </a:lnTo>
                  <a:lnTo>
                    <a:pt x="4859874" y="1483119"/>
                  </a:lnTo>
                  <a:lnTo>
                    <a:pt x="4859999" y="1483119"/>
                  </a:lnTo>
                  <a:lnTo>
                    <a:pt x="4860124" y="1483119"/>
                  </a:lnTo>
                  <a:lnTo>
                    <a:pt x="4860249" y="1483119"/>
                  </a:lnTo>
                  <a:lnTo>
                    <a:pt x="4860374" y="1483119"/>
                  </a:lnTo>
                  <a:lnTo>
                    <a:pt x="4860499" y="1483119"/>
                  </a:lnTo>
                  <a:lnTo>
                    <a:pt x="4860624" y="1483119"/>
                  </a:lnTo>
                  <a:lnTo>
                    <a:pt x="4860749" y="1483119"/>
                  </a:lnTo>
                  <a:lnTo>
                    <a:pt x="4860874" y="1483119"/>
                  </a:lnTo>
                  <a:lnTo>
                    <a:pt x="4861000" y="1483119"/>
                  </a:lnTo>
                  <a:lnTo>
                    <a:pt x="4861125" y="1483119"/>
                  </a:lnTo>
                  <a:lnTo>
                    <a:pt x="4861250" y="1483119"/>
                  </a:lnTo>
                  <a:lnTo>
                    <a:pt x="4861375" y="1483119"/>
                  </a:lnTo>
                  <a:lnTo>
                    <a:pt x="4861500" y="1483119"/>
                  </a:lnTo>
                  <a:lnTo>
                    <a:pt x="4861625" y="1483119"/>
                  </a:lnTo>
                  <a:lnTo>
                    <a:pt x="4861750" y="1483119"/>
                  </a:lnTo>
                  <a:lnTo>
                    <a:pt x="4861875" y="1483119"/>
                  </a:lnTo>
                  <a:lnTo>
                    <a:pt x="4862000" y="1483119"/>
                  </a:lnTo>
                  <a:lnTo>
                    <a:pt x="4862125" y="1483119"/>
                  </a:lnTo>
                  <a:lnTo>
                    <a:pt x="4862250" y="1483119"/>
                  </a:lnTo>
                  <a:lnTo>
                    <a:pt x="4862375" y="1483119"/>
                  </a:lnTo>
                  <a:lnTo>
                    <a:pt x="4862375" y="1473165"/>
                  </a:lnTo>
                  <a:lnTo>
                    <a:pt x="4862500" y="1473165"/>
                  </a:lnTo>
                  <a:lnTo>
                    <a:pt x="4862625" y="1473165"/>
                  </a:lnTo>
                  <a:lnTo>
                    <a:pt x="4862750" y="1473165"/>
                  </a:lnTo>
                  <a:lnTo>
                    <a:pt x="4862875" y="1473165"/>
                  </a:lnTo>
                  <a:lnTo>
                    <a:pt x="4863000" y="1473165"/>
                  </a:lnTo>
                  <a:lnTo>
                    <a:pt x="4863125" y="1473165"/>
                  </a:lnTo>
                  <a:lnTo>
                    <a:pt x="4863250" y="1473165"/>
                  </a:lnTo>
                  <a:lnTo>
                    <a:pt x="4863375" y="1473165"/>
                  </a:lnTo>
                  <a:lnTo>
                    <a:pt x="4863500" y="1473165"/>
                  </a:lnTo>
                  <a:lnTo>
                    <a:pt x="4863625" y="1473165"/>
                  </a:lnTo>
                  <a:lnTo>
                    <a:pt x="4863750" y="1473165"/>
                  </a:lnTo>
                  <a:lnTo>
                    <a:pt x="4863875" y="1473165"/>
                  </a:lnTo>
                  <a:lnTo>
                    <a:pt x="4864001" y="1473165"/>
                  </a:lnTo>
                  <a:lnTo>
                    <a:pt x="4864126" y="1473165"/>
                  </a:lnTo>
                  <a:lnTo>
                    <a:pt x="4864251" y="1473165"/>
                  </a:lnTo>
                  <a:lnTo>
                    <a:pt x="4864376" y="1473165"/>
                  </a:lnTo>
                  <a:lnTo>
                    <a:pt x="4864501" y="1473165"/>
                  </a:lnTo>
                  <a:lnTo>
                    <a:pt x="4864626" y="1473165"/>
                  </a:lnTo>
                  <a:lnTo>
                    <a:pt x="4864751" y="1473165"/>
                  </a:lnTo>
                  <a:lnTo>
                    <a:pt x="4864876" y="1473165"/>
                  </a:lnTo>
                  <a:lnTo>
                    <a:pt x="4865001" y="1473165"/>
                  </a:lnTo>
                  <a:lnTo>
                    <a:pt x="4865126" y="1473165"/>
                  </a:lnTo>
                  <a:lnTo>
                    <a:pt x="4865251" y="1473165"/>
                  </a:lnTo>
                  <a:lnTo>
                    <a:pt x="4865376" y="1473165"/>
                  </a:lnTo>
                  <a:lnTo>
                    <a:pt x="4865501" y="1473165"/>
                  </a:lnTo>
                  <a:lnTo>
                    <a:pt x="4865626" y="1473165"/>
                  </a:lnTo>
                  <a:lnTo>
                    <a:pt x="4865751" y="1473165"/>
                  </a:lnTo>
                  <a:lnTo>
                    <a:pt x="4865876" y="1473165"/>
                  </a:lnTo>
                  <a:lnTo>
                    <a:pt x="4866001" y="1473165"/>
                  </a:lnTo>
                  <a:lnTo>
                    <a:pt x="4866126" y="1473165"/>
                  </a:lnTo>
                  <a:lnTo>
                    <a:pt x="4866251" y="1473165"/>
                  </a:lnTo>
                  <a:lnTo>
                    <a:pt x="4866376" y="1473165"/>
                  </a:lnTo>
                  <a:lnTo>
                    <a:pt x="4866501" y="1473165"/>
                  </a:lnTo>
                  <a:lnTo>
                    <a:pt x="4866626" y="1473165"/>
                  </a:lnTo>
                  <a:lnTo>
                    <a:pt x="4866751" y="1473165"/>
                  </a:lnTo>
                  <a:lnTo>
                    <a:pt x="4866876" y="1473165"/>
                  </a:lnTo>
                  <a:lnTo>
                    <a:pt x="4867002" y="1473165"/>
                  </a:lnTo>
                  <a:lnTo>
                    <a:pt x="4867127" y="1473165"/>
                  </a:lnTo>
                  <a:lnTo>
                    <a:pt x="4867252" y="1473165"/>
                  </a:lnTo>
                  <a:lnTo>
                    <a:pt x="4867377" y="1473165"/>
                  </a:lnTo>
                  <a:lnTo>
                    <a:pt x="4867502" y="1473165"/>
                  </a:lnTo>
                  <a:lnTo>
                    <a:pt x="4867627" y="1473165"/>
                  </a:lnTo>
                  <a:lnTo>
                    <a:pt x="4867752" y="1473165"/>
                  </a:lnTo>
                  <a:lnTo>
                    <a:pt x="4867877" y="1473165"/>
                  </a:lnTo>
                  <a:lnTo>
                    <a:pt x="4868002" y="1473165"/>
                  </a:lnTo>
                  <a:lnTo>
                    <a:pt x="4868127" y="1473165"/>
                  </a:lnTo>
                  <a:lnTo>
                    <a:pt x="4868252" y="1473165"/>
                  </a:lnTo>
                  <a:lnTo>
                    <a:pt x="4868377" y="1473165"/>
                  </a:lnTo>
                  <a:lnTo>
                    <a:pt x="4868502" y="1473165"/>
                  </a:lnTo>
                  <a:lnTo>
                    <a:pt x="4868627" y="1473165"/>
                  </a:lnTo>
                  <a:lnTo>
                    <a:pt x="4868752" y="1473165"/>
                  </a:lnTo>
                  <a:lnTo>
                    <a:pt x="4868877" y="1473165"/>
                  </a:lnTo>
                  <a:lnTo>
                    <a:pt x="4868877" y="1463211"/>
                  </a:lnTo>
                  <a:lnTo>
                    <a:pt x="4869002" y="1463211"/>
                  </a:lnTo>
                  <a:lnTo>
                    <a:pt x="4869127" y="1463211"/>
                  </a:lnTo>
                  <a:lnTo>
                    <a:pt x="4869252" y="1463211"/>
                  </a:lnTo>
                  <a:lnTo>
                    <a:pt x="4869377" y="1463211"/>
                  </a:lnTo>
                  <a:lnTo>
                    <a:pt x="4869502" y="1463211"/>
                  </a:lnTo>
                  <a:lnTo>
                    <a:pt x="4869627" y="1463211"/>
                  </a:lnTo>
                  <a:lnTo>
                    <a:pt x="4869752" y="1463211"/>
                  </a:lnTo>
                  <a:lnTo>
                    <a:pt x="4869877" y="1463211"/>
                  </a:lnTo>
                  <a:lnTo>
                    <a:pt x="4870003" y="1463211"/>
                  </a:lnTo>
                  <a:lnTo>
                    <a:pt x="4870128" y="1463211"/>
                  </a:lnTo>
                  <a:lnTo>
                    <a:pt x="4870253" y="1463211"/>
                  </a:lnTo>
                  <a:lnTo>
                    <a:pt x="4870378" y="1463211"/>
                  </a:lnTo>
                  <a:lnTo>
                    <a:pt x="4870503" y="1463211"/>
                  </a:lnTo>
                  <a:lnTo>
                    <a:pt x="4870628" y="1463211"/>
                  </a:lnTo>
                  <a:lnTo>
                    <a:pt x="4870753" y="1463211"/>
                  </a:lnTo>
                  <a:lnTo>
                    <a:pt x="4870878" y="1463211"/>
                  </a:lnTo>
                  <a:lnTo>
                    <a:pt x="4871003" y="1463211"/>
                  </a:lnTo>
                  <a:lnTo>
                    <a:pt x="4871128" y="1463211"/>
                  </a:lnTo>
                  <a:lnTo>
                    <a:pt x="4871253" y="1463211"/>
                  </a:lnTo>
                  <a:lnTo>
                    <a:pt x="4871378" y="1463211"/>
                  </a:lnTo>
                  <a:lnTo>
                    <a:pt x="4871503" y="1463211"/>
                  </a:lnTo>
                  <a:lnTo>
                    <a:pt x="4871628" y="1463211"/>
                  </a:lnTo>
                  <a:lnTo>
                    <a:pt x="4871753" y="1463211"/>
                  </a:lnTo>
                  <a:lnTo>
                    <a:pt x="4871878" y="1463211"/>
                  </a:lnTo>
                  <a:lnTo>
                    <a:pt x="4872003" y="1463211"/>
                  </a:lnTo>
                  <a:lnTo>
                    <a:pt x="4872128" y="1463211"/>
                  </a:lnTo>
                  <a:lnTo>
                    <a:pt x="4872253" y="1463211"/>
                  </a:lnTo>
                  <a:lnTo>
                    <a:pt x="4872378" y="1463211"/>
                  </a:lnTo>
                  <a:lnTo>
                    <a:pt x="4872503" y="1463211"/>
                  </a:lnTo>
                  <a:lnTo>
                    <a:pt x="4872628" y="1463211"/>
                  </a:lnTo>
                  <a:lnTo>
                    <a:pt x="4872753" y="1463211"/>
                  </a:lnTo>
                  <a:lnTo>
                    <a:pt x="4872878" y="1463211"/>
                  </a:lnTo>
                  <a:lnTo>
                    <a:pt x="4873004" y="1463211"/>
                  </a:lnTo>
                  <a:lnTo>
                    <a:pt x="4873129" y="1463211"/>
                  </a:lnTo>
                  <a:lnTo>
                    <a:pt x="4873254" y="1463211"/>
                  </a:lnTo>
                  <a:lnTo>
                    <a:pt x="4873379" y="1463211"/>
                  </a:lnTo>
                  <a:lnTo>
                    <a:pt x="4873504" y="1463211"/>
                  </a:lnTo>
                  <a:lnTo>
                    <a:pt x="4873629" y="1463211"/>
                  </a:lnTo>
                  <a:lnTo>
                    <a:pt x="4873754" y="1463211"/>
                  </a:lnTo>
                  <a:lnTo>
                    <a:pt x="4873879" y="1463211"/>
                  </a:lnTo>
                  <a:lnTo>
                    <a:pt x="4874004" y="1463211"/>
                  </a:lnTo>
                  <a:lnTo>
                    <a:pt x="4874129" y="1463211"/>
                  </a:lnTo>
                  <a:lnTo>
                    <a:pt x="4874254" y="1463211"/>
                  </a:lnTo>
                  <a:lnTo>
                    <a:pt x="4874379" y="1463211"/>
                  </a:lnTo>
                  <a:lnTo>
                    <a:pt x="4874504" y="1463211"/>
                  </a:lnTo>
                  <a:lnTo>
                    <a:pt x="4874629" y="1463211"/>
                  </a:lnTo>
                  <a:lnTo>
                    <a:pt x="4874754" y="1463211"/>
                  </a:lnTo>
                  <a:lnTo>
                    <a:pt x="4874879" y="1463211"/>
                  </a:lnTo>
                  <a:lnTo>
                    <a:pt x="4875004" y="1463211"/>
                  </a:lnTo>
                  <a:lnTo>
                    <a:pt x="4875129" y="1463211"/>
                  </a:lnTo>
                  <a:lnTo>
                    <a:pt x="4875254" y="1463211"/>
                  </a:lnTo>
                  <a:lnTo>
                    <a:pt x="4875379" y="1463211"/>
                  </a:lnTo>
                  <a:lnTo>
                    <a:pt x="4875504" y="1463211"/>
                  </a:lnTo>
                  <a:lnTo>
                    <a:pt x="4875629" y="1463211"/>
                  </a:lnTo>
                  <a:lnTo>
                    <a:pt x="4875754" y="1463211"/>
                  </a:lnTo>
                  <a:lnTo>
                    <a:pt x="4875754" y="1453258"/>
                  </a:lnTo>
                  <a:lnTo>
                    <a:pt x="4875879" y="1453258"/>
                  </a:lnTo>
                  <a:lnTo>
                    <a:pt x="4876005" y="1453258"/>
                  </a:lnTo>
                  <a:lnTo>
                    <a:pt x="4876130" y="1453258"/>
                  </a:lnTo>
                  <a:lnTo>
                    <a:pt x="4876255" y="1453258"/>
                  </a:lnTo>
                  <a:lnTo>
                    <a:pt x="4876380" y="1453258"/>
                  </a:lnTo>
                  <a:lnTo>
                    <a:pt x="4876505" y="1453258"/>
                  </a:lnTo>
                  <a:lnTo>
                    <a:pt x="4876630" y="1453258"/>
                  </a:lnTo>
                  <a:lnTo>
                    <a:pt x="4876755" y="1453258"/>
                  </a:lnTo>
                  <a:lnTo>
                    <a:pt x="4876880" y="1453258"/>
                  </a:lnTo>
                  <a:lnTo>
                    <a:pt x="4877005" y="1453258"/>
                  </a:lnTo>
                  <a:lnTo>
                    <a:pt x="4877130" y="1453258"/>
                  </a:lnTo>
                  <a:lnTo>
                    <a:pt x="4877255" y="1453258"/>
                  </a:lnTo>
                  <a:lnTo>
                    <a:pt x="4877380" y="1453258"/>
                  </a:lnTo>
                  <a:lnTo>
                    <a:pt x="4877505" y="1453258"/>
                  </a:lnTo>
                  <a:lnTo>
                    <a:pt x="4877630" y="1453258"/>
                  </a:lnTo>
                  <a:lnTo>
                    <a:pt x="4877755" y="1453258"/>
                  </a:lnTo>
                  <a:lnTo>
                    <a:pt x="4877880" y="1453258"/>
                  </a:lnTo>
                  <a:lnTo>
                    <a:pt x="4878005" y="1453258"/>
                  </a:lnTo>
                  <a:lnTo>
                    <a:pt x="4878130" y="1453258"/>
                  </a:lnTo>
                  <a:lnTo>
                    <a:pt x="4878255" y="1453258"/>
                  </a:lnTo>
                  <a:lnTo>
                    <a:pt x="4878380" y="1453258"/>
                  </a:lnTo>
                  <a:lnTo>
                    <a:pt x="4878505" y="1453258"/>
                  </a:lnTo>
                  <a:lnTo>
                    <a:pt x="4878630" y="1453258"/>
                  </a:lnTo>
                  <a:lnTo>
                    <a:pt x="4878755" y="1453258"/>
                  </a:lnTo>
                  <a:lnTo>
                    <a:pt x="4878880" y="1453258"/>
                  </a:lnTo>
                  <a:lnTo>
                    <a:pt x="4879006" y="1453258"/>
                  </a:lnTo>
                  <a:lnTo>
                    <a:pt x="4879131" y="1453258"/>
                  </a:lnTo>
                  <a:lnTo>
                    <a:pt x="4879256" y="1453258"/>
                  </a:lnTo>
                  <a:lnTo>
                    <a:pt x="4879381" y="1453258"/>
                  </a:lnTo>
                  <a:lnTo>
                    <a:pt x="4879506" y="1453258"/>
                  </a:lnTo>
                  <a:lnTo>
                    <a:pt x="4879631" y="1453258"/>
                  </a:lnTo>
                  <a:lnTo>
                    <a:pt x="4879756" y="1453258"/>
                  </a:lnTo>
                  <a:lnTo>
                    <a:pt x="4879881" y="1453258"/>
                  </a:lnTo>
                  <a:lnTo>
                    <a:pt x="4880006" y="1453258"/>
                  </a:lnTo>
                  <a:lnTo>
                    <a:pt x="4880131" y="1453258"/>
                  </a:lnTo>
                  <a:lnTo>
                    <a:pt x="4880256" y="1453258"/>
                  </a:lnTo>
                  <a:lnTo>
                    <a:pt x="4880381" y="1453258"/>
                  </a:lnTo>
                  <a:lnTo>
                    <a:pt x="4880506" y="1453258"/>
                  </a:lnTo>
                  <a:lnTo>
                    <a:pt x="4880631" y="1453258"/>
                  </a:lnTo>
                  <a:lnTo>
                    <a:pt x="4880756" y="1453258"/>
                  </a:lnTo>
                  <a:lnTo>
                    <a:pt x="4880881" y="1453258"/>
                  </a:lnTo>
                  <a:lnTo>
                    <a:pt x="4881006" y="1453258"/>
                  </a:lnTo>
                  <a:lnTo>
                    <a:pt x="4881131" y="1453258"/>
                  </a:lnTo>
                  <a:lnTo>
                    <a:pt x="4881256" y="1453258"/>
                  </a:lnTo>
                  <a:lnTo>
                    <a:pt x="4881381" y="1453258"/>
                  </a:lnTo>
                  <a:lnTo>
                    <a:pt x="4881506" y="1453258"/>
                  </a:lnTo>
                  <a:lnTo>
                    <a:pt x="4881631" y="1453258"/>
                  </a:lnTo>
                  <a:lnTo>
                    <a:pt x="4881756" y="1453258"/>
                  </a:lnTo>
                  <a:lnTo>
                    <a:pt x="4881881" y="1453258"/>
                  </a:lnTo>
                  <a:lnTo>
                    <a:pt x="4882007" y="1453258"/>
                  </a:lnTo>
                  <a:lnTo>
                    <a:pt x="4882132" y="1453258"/>
                  </a:lnTo>
                  <a:lnTo>
                    <a:pt x="4882257" y="1453258"/>
                  </a:lnTo>
                  <a:lnTo>
                    <a:pt x="4882382" y="1453258"/>
                  </a:lnTo>
                  <a:lnTo>
                    <a:pt x="4882507" y="1453258"/>
                  </a:lnTo>
                  <a:lnTo>
                    <a:pt x="4882632" y="1453258"/>
                  </a:lnTo>
                  <a:lnTo>
                    <a:pt x="4882757" y="1453258"/>
                  </a:lnTo>
                  <a:lnTo>
                    <a:pt x="4882882" y="1453258"/>
                  </a:lnTo>
                  <a:lnTo>
                    <a:pt x="4883007" y="1453258"/>
                  </a:lnTo>
                  <a:lnTo>
                    <a:pt x="4883132" y="1453258"/>
                  </a:lnTo>
                  <a:lnTo>
                    <a:pt x="4883257" y="1453258"/>
                  </a:lnTo>
                  <a:lnTo>
                    <a:pt x="4883382" y="1453258"/>
                  </a:lnTo>
                  <a:lnTo>
                    <a:pt x="4883507" y="1453258"/>
                  </a:lnTo>
                  <a:lnTo>
                    <a:pt x="4883632" y="1453258"/>
                  </a:lnTo>
                  <a:lnTo>
                    <a:pt x="4883757" y="1453258"/>
                  </a:lnTo>
                  <a:lnTo>
                    <a:pt x="4883882" y="1453258"/>
                  </a:lnTo>
                  <a:lnTo>
                    <a:pt x="4884007" y="1453258"/>
                  </a:lnTo>
                  <a:lnTo>
                    <a:pt x="4884132" y="1453258"/>
                  </a:lnTo>
                  <a:lnTo>
                    <a:pt x="4884257" y="1453258"/>
                  </a:lnTo>
                  <a:lnTo>
                    <a:pt x="4884382" y="1453258"/>
                  </a:lnTo>
                  <a:lnTo>
                    <a:pt x="4884507" y="1453258"/>
                  </a:lnTo>
                  <a:lnTo>
                    <a:pt x="4884507" y="1443304"/>
                  </a:lnTo>
                  <a:lnTo>
                    <a:pt x="4884632" y="1443304"/>
                  </a:lnTo>
                  <a:lnTo>
                    <a:pt x="4884757" y="1443304"/>
                  </a:lnTo>
                  <a:lnTo>
                    <a:pt x="4884882" y="1443304"/>
                  </a:lnTo>
                  <a:lnTo>
                    <a:pt x="4885008" y="1443304"/>
                  </a:lnTo>
                  <a:lnTo>
                    <a:pt x="4885133" y="1443304"/>
                  </a:lnTo>
                  <a:lnTo>
                    <a:pt x="4885258" y="1443304"/>
                  </a:lnTo>
                  <a:lnTo>
                    <a:pt x="4885383" y="1443304"/>
                  </a:lnTo>
                  <a:lnTo>
                    <a:pt x="4885508" y="1443304"/>
                  </a:lnTo>
                  <a:lnTo>
                    <a:pt x="4885633" y="1443304"/>
                  </a:lnTo>
                  <a:lnTo>
                    <a:pt x="4885758" y="1443304"/>
                  </a:lnTo>
                  <a:lnTo>
                    <a:pt x="4885883" y="1443304"/>
                  </a:lnTo>
                  <a:lnTo>
                    <a:pt x="4886008" y="1443304"/>
                  </a:lnTo>
                  <a:lnTo>
                    <a:pt x="4886133" y="1443304"/>
                  </a:lnTo>
                  <a:lnTo>
                    <a:pt x="4886258" y="1443304"/>
                  </a:lnTo>
                  <a:lnTo>
                    <a:pt x="4886383" y="1443304"/>
                  </a:lnTo>
                  <a:lnTo>
                    <a:pt x="4886508" y="1443304"/>
                  </a:lnTo>
                  <a:lnTo>
                    <a:pt x="4886633" y="1443304"/>
                  </a:lnTo>
                  <a:lnTo>
                    <a:pt x="4886758" y="1443304"/>
                  </a:lnTo>
                  <a:lnTo>
                    <a:pt x="4886883" y="1443304"/>
                  </a:lnTo>
                  <a:lnTo>
                    <a:pt x="4887008" y="1443304"/>
                  </a:lnTo>
                  <a:lnTo>
                    <a:pt x="4887008" y="1433350"/>
                  </a:lnTo>
                  <a:lnTo>
                    <a:pt x="4887133" y="1433350"/>
                  </a:lnTo>
                  <a:lnTo>
                    <a:pt x="4887258" y="1433350"/>
                  </a:lnTo>
                  <a:lnTo>
                    <a:pt x="4887383" y="1433350"/>
                  </a:lnTo>
                  <a:lnTo>
                    <a:pt x="4887508" y="1433350"/>
                  </a:lnTo>
                  <a:lnTo>
                    <a:pt x="4887633" y="1433350"/>
                  </a:lnTo>
                  <a:lnTo>
                    <a:pt x="4887758" y="1433350"/>
                  </a:lnTo>
                  <a:lnTo>
                    <a:pt x="4887883" y="1433350"/>
                  </a:lnTo>
                  <a:lnTo>
                    <a:pt x="4888009" y="1433350"/>
                  </a:lnTo>
                  <a:lnTo>
                    <a:pt x="4888134" y="1433350"/>
                  </a:lnTo>
                  <a:lnTo>
                    <a:pt x="4888259" y="1433350"/>
                  </a:lnTo>
                  <a:lnTo>
                    <a:pt x="4888384" y="1433350"/>
                  </a:lnTo>
                  <a:lnTo>
                    <a:pt x="4888509" y="1433350"/>
                  </a:lnTo>
                  <a:lnTo>
                    <a:pt x="4888634" y="1433350"/>
                  </a:lnTo>
                  <a:lnTo>
                    <a:pt x="4888759" y="1433350"/>
                  </a:lnTo>
                  <a:lnTo>
                    <a:pt x="4888884" y="1433350"/>
                  </a:lnTo>
                  <a:lnTo>
                    <a:pt x="4889009" y="1433350"/>
                  </a:lnTo>
                  <a:lnTo>
                    <a:pt x="4889134" y="1433350"/>
                  </a:lnTo>
                  <a:lnTo>
                    <a:pt x="4889259" y="1433350"/>
                  </a:lnTo>
                  <a:lnTo>
                    <a:pt x="4889384" y="1433350"/>
                  </a:lnTo>
                  <a:lnTo>
                    <a:pt x="4889509" y="1433350"/>
                  </a:lnTo>
                  <a:lnTo>
                    <a:pt x="4889634" y="1433350"/>
                  </a:lnTo>
                  <a:lnTo>
                    <a:pt x="4889759" y="1433350"/>
                  </a:lnTo>
                  <a:lnTo>
                    <a:pt x="4889884" y="1433350"/>
                  </a:lnTo>
                  <a:lnTo>
                    <a:pt x="4890009" y="1433350"/>
                  </a:lnTo>
                  <a:lnTo>
                    <a:pt x="4890134" y="1433350"/>
                  </a:lnTo>
                  <a:lnTo>
                    <a:pt x="4890259" y="1433350"/>
                  </a:lnTo>
                  <a:lnTo>
                    <a:pt x="4890384" y="1433350"/>
                  </a:lnTo>
                  <a:lnTo>
                    <a:pt x="4890509" y="1433350"/>
                  </a:lnTo>
                  <a:lnTo>
                    <a:pt x="4890634" y="1433350"/>
                  </a:lnTo>
                  <a:lnTo>
                    <a:pt x="4890759" y="1433350"/>
                  </a:lnTo>
                  <a:lnTo>
                    <a:pt x="4890885" y="1433350"/>
                  </a:lnTo>
                  <a:lnTo>
                    <a:pt x="4891010" y="1433350"/>
                  </a:lnTo>
                  <a:lnTo>
                    <a:pt x="4891135" y="1433350"/>
                  </a:lnTo>
                  <a:lnTo>
                    <a:pt x="4891260" y="1433350"/>
                  </a:lnTo>
                  <a:lnTo>
                    <a:pt x="4891385" y="1433350"/>
                  </a:lnTo>
                  <a:lnTo>
                    <a:pt x="4891510" y="1433350"/>
                  </a:lnTo>
                  <a:lnTo>
                    <a:pt x="4891635" y="1433350"/>
                  </a:lnTo>
                  <a:lnTo>
                    <a:pt x="4891760" y="1433350"/>
                  </a:lnTo>
                  <a:lnTo>
                    <a:pt x="4891885" y="1433350"/>
                  </a:lnTo>
                  <a:lnTo>
                    <a:pt x="4892010" y="1433350"/>
                  </a:lnTo>
                  <a:lnTo>
                    <a:pt x="4892135" y="1433350"/>
                  </a:lnTo>
                  <a:lnTo>
                    <a:pt x="4892260" y="1433350"/>
                  </a:lnTo>
                  <a:lnTo>
                    <a:pt x="4892385" y="1433350"/>
                  </a:lnTo>
                  <a:lnTo>
                    <a:pt x="4892510" y="1433350"/>
                  </a:lnTo>
                  <a:lnTo>
                    <a:pt x="4892635" y="1433350"/>
                  </a:lnTo>
                  <a:lnTo>
                    <a:pt x="4892760" y="1433350"/>
                  </a:lnTo>
                  <a:lnTo>
                    <a:pt x="4892885" y="1433350"/>
                  </a:lnTo>
                  <a:lnTo>
                    <a:pt x="4893010" y="1433350"/>
                  </a:lnTo>
                  <a:lnTo>
                    <a:pt x="4893135" y="1433350"/>
                  </a:lnTo>
                  <a:lnTo>
                    <a:pt x="4893260" y="1433350"/>
                  </a:lnTo>
                  <a:lnTo>
                    <a:pt x="4893385" y="1433350"/>
                  </a:lnTo>
                  <a:lnTo>
                    <a:pt x="4893510" y="1433350"/>
                  </a:lnTo>
                  <a:lnTo>
                    <a:pt x="4893635" y="1433350"/>
                  </a:lnTo>
                  <a:lnTo>
                    <a:pt x="4893760" y="1433350"/>
                  </a:lnTo>
                  <a:lnTo>
                    <a:pt x="4893886" y="1433350"/>
                  </a:lnTo>
                  <a:lnTo>
                    <a:pt x="4894011" y="1433350"/>
                  </a:lnTo>
                  <a:lnTo>
                    <a:pt x="4894136" y="1433350"/>
                  </a:lnTo>
                  <a:lnTo>
                    <a:pt x="4894261" y="1433350"/>
                  </a:lnTo>
                  <a:lnTo>
                    <a:pt x="4894386" y="1433350"/>
                  </a:lnTo>
                  <a:lnTo>
                    <a:pt x="4894511" y="1433350"/>
                  </a:lnTo>
                  <a:lnTo>
                    <a:pt x="4894636" y="1433350"/>
                  </a:lnTo>
                  <a:lnTo>
                    <a:pt x="4894761" y="1433350"/>
                  </a:lnTo>
                  <a:lnTo>
                    <a:pt x="4894886" y="1433350"/>
                  </a:lnTo>
                  <a:lnTo>
                    <a:pt x="4895011" y="1433350"/>
                  </a:lnTo>
                  <a:lnTo>
                    <a:pt x="4895136" y="1433350"/>
                  </a:lnTo>
                  <a:lnTo>
                    <a:pt x="4895261" y="1433350"/>
                  </a:lnTo>
                  <a:lnTo>
                    <a:pt x="4895386" y="1433350"/>
                  </a:lnTo>
                  <a:lnTo>
                    <a:pt x="4895511" y="1433350"/>
                  </a:lnTo>
                  <a:lnTo>
                    <a:pt x="4895636" y="1433350"/>
                  </a:lnTo>
                  <a:lnTo>
                    <a:pt x="4895761" y="1433350"/>
                  </a:lnTo>
                  <a:lnTo>
                    <a:pt x="4895886" y="1433350"/>
                  </a:lnTo>
                  <a:lnTo>
                    <a:pt x="4896011" y="1433350"/>
                  </a:lnTo>
                  <a:lnTo>
                    <a:pt x="4896136" y="1433350"/>
                  </a:lnTo>
                  <a:lnTo>
                    <a:pt x="4896261" y="1433350"/>
                  </a:lnTo>
                  <a:lnTo>
                    <a:pt x="4896386" y="1433350"/>
                  </a:lnTo>
                  <a:lnTo>
                    <a:pt x="4896511" y="1433350"/>
                  </a:lnTo>
                  <a:lnTo>
                    <a:pt x="4896636" y="1433350"/>
                  </a:lnTo>
                  <a:lnTo>
                    <a:pt x="4896761" y="1433350"/>
                  </a:lnTo>
                  <a:lnTo>
                    <a:pt x="4896887" y="1433350"/>
                  </a:lnTo>
                  <a:lnTo>
                    <a:pt x="4897012" y="1433350"/>
                  </a:lnTo>
                  <a:lnTo>
                    <a:pt x="4897137" y="1433350"/>
                  </a:lnTo>
                  <a:lnTo>
                    <a:pt x="4897262" y="1433350"/>
                  </a:lnTo>
                  <a:lnTo>
                    <a:pt x="4897387" y="1433350"/>
                  </a:lnTo>
                  <a:lnTo>
                    <a:pt x="4897512" y="1433350"/>
                  </a:lnTo>
                  <a:lnTo>
                    <a:pt x="4897637" y="1433350"/>
                  </a:lnTo>
                  <a:lnTo>
                    <a:pt x="4897762" y="1433350"/>
                  </a:lnTo>
                  <a:lnTo>
                    <a:pt x="4897887" y="1433350"/>
                  </a:lnTo>
                  <a:lnTo>
                    <a:pt x="4898012" y="1433350"/>
                  </a:lnTo>
                  <a:lnTo>
                    <a:pt x="4898137" y="1433350"/>
                  </a:lnTo>
                  <a:lnTo>
                    <a:pt x="4898262" y="1433350"/>
                  </a:lnTo>
                  <a:lnTo>
                    <a:pt x="4898387" y="1433350"/>
                  </a:lnTo>
                  <a:lnTo>
                    <a:pt x="4898512" y="1433350"/>
                  </a:lnTo>
                  <a:lnTo>
                    <a:pt x="4898637" y="1433350"/>
                  </a:lnTo>
                  <a:lnTo>
                    <a:pt x="4898762" y="1433350"/>
                  </a:lnTo>
                  <a:lnTo>
                    <a:pt x="4898887" y="1433350"/>
                  </a:lnTo>
                  <a:lnTo>
                    <a:pt x="4899012" y="1433350"/>
                  </a:lnTo>
                  <a:lnTo>
                    <a:pt x="4899137" y="1433350"/>
                  </a:lnTo>
                  <a:lnTo>
                    <a:pt x="4899262" y="1433350"/>
                  </a:lnTo>
                  <a:lnTo>
                    <a:pt x="4899387" y="1433350"/>
                  </a:lnTo>
                  <a:lnTo>
                    <a:pt x="4899512" y="1433350"/>
                  </a:lnTo>
                  <a:lnTo>
                    <a:pt x="4899637" y="1433350"/>
                  </a:lnTo>
                  <a:lnTo>
                    <a:pt x="4899762" y="1433350"/>
                  </a:lnTo>
                  <a:lnTo>
                    <a:pt x="4899888" y="1433350"/>
                  </a:lnTo>
                  <a:lnTo>
                    <a:pt x="4900013" y="1433350"/>
                  </a:lnTo>
                  <a:lnTo>
                    <a:pt x="4900138" y="1433350"/>
                  </a:lnTo>
                  <a:lnTo>
                    <a:pt x="4900263" y="1433350"/>
                  </a:lnTo>
                  <a:lnTo>
                    <a:pt x="4900388" y="1433350"/>
                  </a:lnTo>
                  <a:lnTo>
                    <a:pt x="4900513" y="1433350"/>
                  </a:lnTo>
                  <a:lnTo>
                    <a:pt x="4900638" y="1433350"/>
                  </a:lnTo>
                  <a:lnTo>
                    <a:pt x="4900763" y="1433350"/>
                  </a:lnTo>
                  <a:lnTo>
                    <a:pt x="4900888" y="1433350"/>
                  </a:lnTo>
                  <a:lnTo>
                    <a:pt x="4901013" y="1433350"/>
                  </a:lnTo>
                  <a:lnTo>
                    <a:pt x="4901138" y="1433350"/>
                  </a:lnTo>
                  <a:lnTo>
                    <a:pt x="4901263" y="1433350"/>
                  </a:lnTo>
                  <a:lnTo>
                    <a:pt x="4901388" y="1433350"/>
                  </a:lnTo>
                  <a:lnTo>
                    <a:pt x="4901513" y="1433350"/>
                  </a:lnTo>
                  <a:lnTo>
                    <a:pt x="4901638" y="1433350"/>
                  </a:lnTo>
                  <a:lnTo>
                    <a:pt x="4901763" y="1433350"/>
                  </a:lnTo>
                  <a:lnTo>
                    <a:pt x="4901888" y="1433350"/>
                  </a:lnTo>
                  <a:lnTo>
                    <a:pt x="4902013" y="1433350"/>
                  </a:lnTo>
                  <a:lnTo>
                    <a:pt x="4902138" y="1433350"/>
                  </a:lnTo>
                  <a:lnTo>
                    <a:pt x="4902263" y="1433350"/>
                  </a:lnTo>
                  <a:lnTo>
                    <a:pt x="4902388" y="1433350"/>
                  </a:lnTo>
                  <a:lnTo>
                    <a:pt x="4902513" y="1433350"/>
                  </a:lnTo>
                  <a:lnTo>
                    <a:pt x="4902638" y="1433350"/>
                  </a:lnTo>
                  <a:lnTo>
                    <a:pt x="4902763" y="1433350"/>
                  </a:lnTo>
                  <a:lnTo>
                    <a:pt x="4902889" y="1433350"/>
                  </a:lnTo>
                  <a:lnTo>
                    <a:pt x="4903014" y="1433350"/>
                  </a:lnTo>
                  <a:lnTo>
                    <a:pt x="4903139" y="1433350"/>
                  </a:lnTo>
                  <a:lnTo>
                    <a:pt x="4903264" y="1433350"/>
                  </a:lnTo>
                  <a:lnTo>
                    <a:pt x="4903389" y="1433350"/>
                  </a:lnTo>
                  <a:lnTo>
                    <a:pt x="4903514" y="1433350"/>
                  </a:lnTo>
                  <a:lnTo>
                    <a:pt x="4903639" y="1433350"/>
                  </a:lnTo>
                  <a:lnTo>
                    <a:pt x="4903764" y="1433350"/>
                  </a:lnTo>
                  <a:lnTo>
                    <a:pt x="4903889" y="1433350"/>
                  </a:lnTo>
                  <a:lnTo>
                    <a:pt x="4904014" y="1433350"/>
                  </a:lnTo>
                  <a:lnTo>
                    <a:pt x="4904139" y="1433350"/>
                  </a:lnTo>
                  <a:lnTo>
                    <a:pt x="4904264" y="1433350"/>
                  </a:lnTo>
                  <a:lnTo>
                    <a:pt x="4904389" y="1433350"/>
                  </a:lnTo>
                  <a:lnTo>
                    <a:pt x="4904514" y="1433350"/>
                  </a:lnTo>
                  <a:lnTo>
                    <a:pt x="4904639" y="1433350"/>
                  </a:lnTo>
                  <a:lnTo>
                    <a:pt x="4904764" y="1433350"/>
                  </a:lnTo>
                  <a:lnTo>
                    <a:pt x="4904889" y="1433350"/>
                  </a:lnTo>
                  <a:lnTo>
                    <a:pt x="4905014" y="1433350"/>
                  </a:lnTo>
                  <a:lnTo>
                    <a:pt x="4905139" y="1433350"/>
                  </a:lnTo>
                  <a:lnTo>
                    <a:pt x="4905264" y="1433350"/>
                  </a:lnTo>
                  <a:lnTo>
                    <a:pt x="4905389" y="1433350"/>
                  </a:lnTo>
                  <a:lnTo>
                    <a:pt x="4905514" y="1433350"/>
                  </a:lnTo>
                  <a:lnTo>
                    <a:pt x="4905639" y="1433350"/>
                  </a:lnTo>
                  <a:lnTo>
                    <a:pt x="4905764" y="1433350"/>
                  </a:lnTo>
                  <a:lnTo>
                    <a:pt x="4905890" y="1433350"/>
                  </a:lnTo>
                  <a:lnTo>
                    <a:pt x="4906015" y="1433350"/>
                  </a:lnTo>
                  <a:lnTo>
                    <a:pt x="4906140" y="1433350"/>
                  </a:lnTo>
                  <a:lnTo>
                    <a:pt x="4906265" y="1433350"/>
                  </a:lnTo>
                  <a:lnTo>
                    <a:pt x="4906390" y="1433350"/>
                  </a:lnTo>
                  <a:lnTo>
                    <a:pt x="4906515" y="1433350"/>
                  </a:lnTo>
                  <a:lnTo>
                    <a:pt x="4906640" y="1433350"/>
                  </a:lnTo>
                  <a:lnTo>
                    <a:pt x="4906765" y="1433350"/>
                  </a:lnTo>
                  <a:lnTo>
                    <a:pt x="4906890" y="1433350"/>
                  </a:lnTo>
                  <a:lnTo>
                    <a:pt x="4907015" y="1433350"/>
                  </a:lnTo>
                  <a:lnTo>
                    <a:pt x="4907140" y="1433350"/>
                  </a:lnTo>
                  <a:lnTo>
                    <a:pt x="4907265" y="1433350"/>
                  </a:lnTo>
                  <a:lnTo>
                    <a:pt x="4907390" y="1433350"/>
                  </a:lnTo>
                  <a:lnTo>
                    <a:pt x="4907515" y="1433350"/>
                  </a:lnTo>
                  <a:lnTo>
                    <a:pt x="4907640" y="1433350"/>
                  </a:lnTo>
                  <a:lnTo>
                    <a:pt x="4907765" y="1433350"/>
                  </a:lnTo>
                  <a:lnTo>
                    <a:pt x="4907890" y="1433350"/>
                  </a:lnTo>
                  <a:lnTo>
                    <a:pt x="4908015" y="1433350"/>
                  </a:lnTo>
                  <a:lnTo>
                    <a:pt x="4908140" y="1433350"/>
                  </a:lnTo>
                  <a:lnTo>
                    <a:pt x="4908265" y="1433350"/>
                  </a:lnTo>
                  <a:lnTo>
                    <a:pt x="4908390" y="1433350"/>
                  </a:lnTo>
                  <a:lnTo>
                    <a:pt x="4908515" y="1433350"/>
                  </a:lnTo>
                  <a:lnTo>
                    <a:pt x="4908640" y="1433350"/>
                  </a:lnTo>
                  <a:lnTo>
                    <a:pt x="4908765" y="1433350"/>
                  </a:lnTo>
                  <a:lnTo>
                    <a:pt x="4908891" y="1433350"/>
                  </a:lnTo>
                  <a:lnTo>
                    <a:pt x="4909016" y="1433350"/>
                  </a:lnTo>
                  <a:lnTo>
                    <a:pt x="4909141" y="1433350"/>
                  </a:lnTo>
                  <a:lnTo>
                    <a:pt x="4909266" y="1433350"/>
                  </a:lnTo>
                  <a:lnTo>
                    <a:pt x="4909391" y="1433350"/>
                  </a:lnTo>
                  <a:lnTo>
                    <a:pt x="4909516" y="1433350"/>
                  </a:lnTo>
                  <a:lnTo>
                    <a:pt x="4909641" y="1433350"/>
                  </a:lnTo>
                  <a:lnTo>
                    <a:pt x="4909766" y="1433350"/>
                  </a:lnTo>
                  <a:lnTo>
                    <a:pt x="4909891" y="1433350"/>
                  </a:lnTo>
                  <a:lnTo>
                    <a:pt x="4910016" y="1433350"/>
                  </a:lnTo>
                  <a:lnTo>
                    <a:pt x="4910141" y="1433350"/>
                  </a:lnTo>
                  <a:lnTo>
                    <a:pt x="4910266" y="1433350"/>
                  </a:lnTo>
                  <a:lnTo>
                    <a:pt x="4910391" y="1433350"/>
                  </a:lnTo>
                  <a:lnTo>
                    <a:pt x="4910516" y="1433350"/>
                  </a:lnTo>
                  <a:lnTo>
                    <a:pt x="4910641" y="1433350"/>
                  </a:lnTo>
                  <a:lnTo>
                    <a:pt x="4910766" y="1433350"/>
                  </a:lnTo>
                  <a:lnTo>
                    <a:pt x="4910891" y="1433350"/>
                  </a:lnTo>
                  <a:lnTo>
                    <a:pt x="4911016" y="1433350"/>
                  </a:lnTo>
                  <a:lnTo>
                    <a:pt x="4911141" y="1433350"/>
                  </a:lnTo>
                  <a:lnTo>
                    <a:pt x="4911266" y="1433350"/>
                  </a:lnTo>
                  <a:lnTo>
                    <a:pt x="4911391" y="1433350"/>
                  </a:lnTo>
                  <a:lnTo>
                    <a:pt x="4911516" y="1433350"/>
                  </a:lnTo>
                  <a:lnTo>
                    <a:pt x="4911641" y="1433350"/>
                  </a:lnTo>
                  <a:lnTo>
                    <a:pt x="4911766" y="1433350"/>
                  </a:lnTo>
                  <a:lnTo>
                    <a:pt x="4911892" y="1433350"/>
                  </a:lnTo>
                  <a:lnTo>
                    <a:pt x="4912017" y="1433350"/>
                  </a:lnTo>
                  <a:lnTo>
                    <a:pt x="4912142" y="1433350"/>
                  </a:lnTo>
                  <a:lnTo>
                    <a:pt x="4912267" y="1433350"/>
                  </a:lnTo>
                  <a:lnTo>
                    <a:pt x="4912392" y="1433350"/>
                  </a:lnTo>
                  <a:lnTo>
                    <a:pt x="4912517" y="1433350"/>
                  </a:lnTo>
                  <a:lnTo>
                    <a:pt x="4912642" y="1433350"/>
                  </a:lnTo>
                  <a:lnTo>
                    <a:pt x="4912767" y="1433350"/>
                  </a:lnTo>
                  <a:lnTo>
                    <a:pt x="4912892" y="1433350"/>
                  </a:lnTo>
                  <a:lnTo>
                    <a:pt x="4913017" y="1433350"/>
                  </a:lnTo>
                  <a:lnTo>
                    <a:pt x="4913142" y="1433350"/>
                  </a:lnTo>
                  <a:lnTo>
                    <a:pt x="4913267" y="1433350"/>
                  </a:lnTo>
                  <a:lnTo>
                    <a:pt x="4913392" y="1433350"/>
                  </a:lnTo>
                  <a:lnTo>
                    <a:pt x="4913517" y="1433350"/>
                  </a:lnTo>
                  <a:lnTo>
                    <a:pt x="4913642" y="1433350"/>
                  </a:lnTo>
                  <a:lnTo>
                    <a:pt x="4913767" y="1433350"/>
                  </a:lnTo>
                  <a:lnTo>
                    <a:pt x="4913892" y="1433350"/>
                  </a:lnTo>
                  <a:lnTo>
                    <a:pt x="4914017" y="1433350"/>
                  </a:lnTo>
                  <a:lnTo>
                    <a:pt x="4914142" y="1433350"/>
                  </a:lnTo>
                  <a:lnTo>
                    <a:pt x="4914267" y="1433350"/>
                  </a:lnTo>
                  <a:lnTo>
                    <a:pt x="4914392" y="1433350"/>
                  </a:lnTo>
                  <a:lnTo>
                    <a:pt x="4914517" y="1433350"/>
                  </a:lnTo>
                  <a:lnTo>
                    <a:pt x="4914642" y="1433350"/>
                  </a:lnTo>
                  <a:lnTo>
                    <a:pt x="4914767" y="1433350"/>
                  </a:lnTo>
                  <a:lnTo>
                    <a:pt x="4914893" y="1433350"/>
                  </a:lnTo>
                  <a:lnTo>
                    <a:pt x="4915018" y="1433350"/>
                  </a:lnTo>
                  <a:lnTo>
                    <a:pt x="4915143" y="1433350"/>
                  </a:lnTo>
                  <a:lnTo>
                    <a:pt x="4915268" y="1433350"/>
                  </a:lnTo>
                  <a:lnTo>
                    <a:pt x="4915393" y="1433350"/>
                  </a:lnTo>
                  <a:lnTo>
                    <a:pt x="4915518" y="1433350"/>
                  </a:lnTo>
                  <a:lnTo>
                    <a:pt x="4915643" y="1433350"/>
                  </a:lnTo>
                  <a:lnTo>
                    <a:pt x="4915768" y="1433350"/>
                  </a:lnTo>
                  <a:lnTo>
                    <a:pt x="4915893" y="1433350"/>
                  </a:lnTo>
                  <a:lnTo>
                    <a:pt x="4916018" y="1433350"/>
                  </a:lnTo>
                  <a:lnTo>
                    <a:pt x="4916143" y="1433350"/>
                  </a:lnTo>
                  <a:lnTo>
                    <a:pt x="4916268" y="1433350"/>
                  </a:lnTo>
                  <a:lnTo>
                    <a:pt x="4916393" y="1433350"/>
                  </a:lnTo>
                  <a:lnTo>
                    <a:pt x="4916518" y="1433350"/>
                  </a:lnTo>
                  <a:lnTo>
                    <a:pt x="4916643" y="1433350"/>
                  </a:lnTo>
                  <a:lnTo>
                    <a:pt x="4916768" y="1433350"/>
                  </a:lnTo>
                  <a:lnTo>
                    <a:pt x="4916893" y="1433350"/>
                  </a:lnTo>
                  <a:lnTo>
                    <a:pt x="4917018" y="1433350"/>
                  </a:lnTo>
                  <a:lnTo>
                    <a:pt x="4917143" y="1433350"/>
                  </a:lnTo>
                  <a:lnTo>
                    <a:pt x="4917268" y="1433350"/>
                  </a:lnTo>
                  <a:lnTo>
                    <a:pt x="4917393" y="1433350"/>
                  </a:lnTo>
                  <a:lnTo>
                    <a:pt x="4917518" y="1433350"/>
                  </a:lnTo>
                  <a:lnTo>
                    <a:pt x="4917643" y="1433350"/>
                  </a:lnTo>
                  <a:lnTo>
                    <a:pt x="4917768" y="1433350"/>
                  </a:lnTo>
                  <a:lnTo>
                    <a:pt x="4917894" y="1433350"/>
                  </a:lnTo>
                  <a:lnTo>
                    <a:pt x="4918019" y="1433350"/>
                  </a:lnTo>
                  <a:lnTo>
                    <a:pt x="4918144" y="1433350"/>
                  </a:lnTo>
                  <a:lnTo>
                    <a:pt x="4918269" y="1433350"/>
                  </a:lnTo>
                  <a:lnTo>
                    <a:pt x="4918394" y="1433350"/>
                  </a:lnTo>
                  <a:lnTo>
                    <a:pt x="4918519" y="1433350"/>
                  </a:lnTo>
                  <a:lnTo>
                    <a:pt x="4918644" y="1433350"/>
                  </a:lnTo>
                  <a:lnTo>
                    <a:pt x="4918769" y="1433350"/>
                  </a:lnTo>
                  <a:lnTo>
                    <a:pt x="4918894" y="1433350"/>
                  </a:lnTo>
                  <a:lnTo>
                    <a:pt x="4919019" y="1433350"/>
                  </a:lnTo>
                  <a:lnTo>
                    <a:pt x="4919144" y="1433350"/>
                  </a:lnTo>
                  <a:lnTo>
                    <a:pt x="4919269" y="1433350"/>
                  </a:lnTo>
                  <a:lnTo>
                    <a:pt x="4919394" y="1433350"/>
                  </a:lnTo>
                  <a:lnTo>
                    <a:pt x="4919519" y="1433350"/>
                  </a:lnTo>
                  <a:lnTo>
                    <a:pt x="4919644" y="1433350"/>
                  </a:lnTo>
                  <a:lnTo>
                    <a:pt x="4919769" y="1433350"/>
                  </a:lnTo>
                  <a:lnTo>
                    <a:pt x="4919894" y="1433350"/>
                  </a:lnTo>
                  <a:lnTo>
                    <a:pt x="4920019" y="1433350"/>
                  </a:lnTo>
                  <a:lnTo>
                    <a:pt x="4920144" y="1433350"/>
                  </a:lnTo>
                  <a:lnTo>
                    <a:pt x="4920269" y="1433350"/>
                  </a:lnTo>
                  <a:lnTo>
                    <a:pt x="4920394" y="1433350"/>
                  </a:lnTo>
                  <a:lnTo>
                    <a:pt x="4920519" y="1433350"/>
                  </a:lnTo>
                  <a:lnTo>
                    <a:pt x="4920644" y="1433350"/>
                  </a:lnTo>
                  <a:lnTo>
                    <a:pt x="4920769" y="1433350"/>
                  </a:lnTo>
                  <a:lnTo>
                    <a:pt x="4920895" y="1433350"/>
                  </a:lnTo>
                  <a:lnTo>
                    <a:pt x="4921020" y="1433350"/>
                  </a:lnTo>
                  <a:lnTo>
                    <a:pt x="4921145" y="1433350"/>
                  </a:lnTo>
                  <a:lnTo>
                    <a:pt x="4921270" y="1433350"/>
                  </a:lnTo>
                  <a:lnTo>
                    <a:pt x="4921395" y="1433350"/>
                  </a:lnTo>
                  <a:lnTo>
                    <a:pt x="4921520" y="1433350"/>
                  </a:lnTo>
                  <a:lnTo>
                    <a:pt x="4921645" y="1433350"/>
                  </a:lnTo>
                  <a:lnTo>
                    <a:pt x="4921770" y="1433350"/>
                  </a:lnTo>
                  <a:lnTo>
                    <a:pt x="4921895" y="1433350"/>
                  </a:lnTo>
                  <a:lnTo>
                    <a:pt x="4922020" y="1433350"/>
                  </a:lnTo>
                  <a:lnTo>
                    <a:pt x="4922145" y="1433350"/>
                  </a:lnTo>
                  <a:lnTo>
                    <a:pt x="4922270" y="1433350"/>
                  </a:lnTo>
                  <a:lnTo>
                    <a:pt x="4922395" y="1433350"/>
                  </a:lnTo>
                  <a:lnTo>
                    <a:pt x="4922520" y="1433350"/>
                  </a:lnTo>
                  <a:lnTo>
                    <a:pt x="4922645" y="1433350"/>
                  </a:lnTo>
                  <a:lnTo>
                    <a:pt x="4922770" y="1433350"/>
                  </a:lnTo>
                  <a:lnTo>
                    <a:pt x="4922895" y="1433350"/>
                  </a:lnTo>
                  <a:lnTo>
                    <a:pt x="4923020" y="1433350"/>
                  </a:lnTo>
                  <a:lnTo>
                    <a:pt x="4923145" y="1433350"/>
                  </a:lnTo>
                  <a:lnTo>
                    <a:pt x="4923270" y="1433350"/>
                  </a:lnTo>
                  <a:lnTo>
                    <a:pt x="4923395" y="1433350"/>
                  </a:lnTo>
                  <a:lnTo>
                    <a:pt x="4923520" y="1433350"/>
                  </a:lnTo>
                  <a:lnTo>
                    <a:pt x="4923645" y="1433350"/>
                  </a:lnTo>
                  <a:lnTo>
                    <a:pt x="4923770" y="1433350"/>
                  </a:lnTo>
                  <a:lnTo>
                    <a:pt x="4923896" y="1433350"/>
                  </a:lnTo>
                  <a:lnTo>
                    <a:pt x="4924021" y="1433350"/>
                  </a:lnTo>
                  <a:lnTo>
                    <a:pt x="4924146" y="1433350"/>
                  </a:lnTo>
                  <a:lnTo>
                    <a:pt x="4924271" y="1433350"/>
                  </a:lnTo>
                  <a:lnTo>
                    <a:pt x="4924396" y="1433350"/>
                  </a:lnTo>
                  <a:lnTo>
                    <a:pt x="4924521" y="1433350"/>
                  </a:lnTo>
                  <a:lnTo>
                    <a:pt x="4924646" y="1433350"/>
                  </a:lnTo>
                  <a:lnTo>
                    <a:pt x="4924771" y="1433350"/>
                  </a:lnTo>
                  <a:lnTo>
                    <a:pt x="4924896" y="1433350"/>
                  </a:lnTo>
                  <a:lnTo>
                    <a:pt x="4925021" y="1433350"/>
                  </a:lnTo>
                  <a:lnTo>
                    <a:pt x="4925146" y="1433350"/>
                  </a:lnTo>
                  <a:lnTo>
                    <a:pt x="4925271" y="1433350"/>
                  </a:lnTo>
                  <a:lnTo>
                    <a:pt x="4925396" y="1433350"/>
                  </a:lnTo>
                  <a:lnTo>
                    <a:pt x="4925521" y="1433350"/>
                  </a:lnTo>
                  <a:lnTo>
                    <a:pt x="4925646" y="1433350"/>
                  </a:lnTo>
                  <a:lnTo>
                    <a:pt x="4925771" y="1433350"/>
                  </a:lnTo>
                  <a:lnTo>
                    <a:pt x="4925896" y="1433350"/>
                  </a:lnTo>
                  <a:lnTo>
                    <a:pt x="4926021" y="1433350"/>
                  </a:lnTo>
                  <a:lnTo>
                    <a:pt x="4926146" y="1433350"/>
                  </a:lnTo>
                  <a:lnTo>
                    <a:pt x="4926271" y="1433350"/>
                  </a:lnTo>
                  <a:lnTo>
                    <a:pt x="4926396" y="1433350"/>
                  </a:lnTo>
                  <a:lnTo>
                    <a:pt x="4926521" y="1433350"/>
                  </a:lnTo>
                  <a:lnTo>
                    <a:pt x="4926646" y="1433350"/>
                  </a:lnTo>
                  <a:lnTo>
                    <a:pt x="4926771" y="1433350"/>
                  </a:lnTo>
                  <a:lnTo>
                    <a:pt x="4926897" y="1433350"/>
                  </a:lnTo>
                  <a:lnTo>
                    <a:pt x="4927022" y="1433350"/>
                  </a:lnTo>
                  <a:lnTo>
                    <a:pt x="4927147" y="1433350"/>
                  </a:lnTo>
                  <a:lnTo>
                    <a:pt x="4927272" y="1433350"/>
                  </a:lnTo>
                  <a:lnTo>
                    <a:pt x="4927397" y="1433350"/>
                  </a:lnTo>
                  <a:lnTo>
                    <a:pt x="4927522" y="1433350"/>
                  </a:lnTo>
                  <a:lnTo>
                    <a:pt x="4927647" y="1433350"/>
                  </a:lnTo>
                  <a:lnTo>
                    <a:pt x="4927772" y="1433350"/>
                  </a:lnTo>
                  <a:lnTo>
                    <a:pt x="4927897" y="1433350"/>
                  </a:lnTo>
                  <a:lnTo>
                    <a:pt x="4928022" y="1433350"/>
                  </a:lnTo>
                  <a:lnTo>
                    <a:pt x="4928147" y="1433350"/>
                  </a:lnTo>
                  <a:lnTo>
                    <a:pt x="4928272" y="1433350"/>
                  </a:lnTo>
                  <a:lnTo>
                    <a:pt x="4928397" y="1433350"/>
                  </a:lnTo>
                  <a:lnTo>
                    <a:pt x="4928522" y="1433350"/>
                  </a:lnTo>
                  <a:lnTo>
                    <a:pt x="4928647" y="1433350"/>
                  </a:lnTo>
                  <a:lnTo>
                    <a:pt x="4928772" y="1433350"/>
                  </a:lnTo>
                  <a:lnTo>
                    <a:pt x="4928897" y="1433350"/>
                  </a:lnTo>
                  <a:lnTo>
                    <a:pt x="4929022" y="1433350"/>
                  </a:lnTo>
                  <a:lnTo>
                    <a:pt x="4929147" y="1433350"/>
                  </a:lnTo>
                  <a:lnTo>
                    <a:pt x="4929272" y="1433350"/>
                  </a:lnTo>
                  <a:lnTo>
                    <a:pt x="4929397" y="1433350"/>
                  </a:lnTo>
                  <a:lnTo>
                    <a:pt x="4929522" y="1433350"/>
                  </a:lnTo>
                  <a:lnTo>
                    <a:pt x="4929647" y="1433350"/>
                  </a:lnTo>
                  <a:lnTo>
                    <a:pt x="4929773" y="1433350"/>
                  </a:lnTo>
                  <a:lnTo>
                    <a:pt x="4929898" y="1433350"/>
                  </a:lnTo>
                  <a:lnTo>
                    <a:pt x="4930023" y="1433350"/>
                  </a:lnTo>
                  <a:lnTo>
                    <a:pt x="4930148" y="1433350"/>
                  </a:lnTo>
                  <a:lnTo>
                    <a:pt x="4930273" y="1433350"/>
                  </a:lnTo>
                  <a:lnTo>
                    <a:pt x="4930398" y="1433350"/>
                  </a:lnTo>
                  <a:lnTo>
                    <a:pt x="4930523" y="1433350"/>
                  </a:lnTo>
                  <a:lnTo>
                    <a:pt x="4930648" y="1433350"/>
                  </a:lnTo>
                  <a:lnTo>
                    <a:pt x="4930773" y="1433350"/>
                  </a:lnTo>
                  <a:lnTo>
                    <a:pt x="4930898" y="1433350"/>
                  </a:lnTo>
                  <a:lnTo>
                    <a:pt x="4931023" y="1433350"/>
                  </a:lnTo>
                  <a:lnTo>
                    <a:pt x="4931148" y="1433350"/>
                  </a:lnTo>
                  <a:lnTo>
                    <a:pt x="4931273" y="1433350"/>
                  </a:lnTo>
                  <a:lnTo>
                    <a:pt x="4931398" y="1433350"/>
                  </a:lnTo>
                  <a:lnTo>
                    <a:pt x="4931523" y="1433350"/>
                  </a:lnTo>
                  <a:lnTo>
                    <a:pt x="4931648" y="1433350"/>
                  </a:lnTo>
                  <a:lnTo>
                    <a:pt x="4931773" y="1433350"/>
                  </a:lnTo>
                  <a:lnTo>
                    <a:pt x="4931898" y="1433350"/>
                  </a:lnTo>
                  <a:lnTo>
                    <a:pt x="4932023" y="1433350"/>
                  </a:lnTo>
                  <a:lnTo>
                    <a:pt x="4932148" y="1433350"/>
                  </a:lnTo>
                  <a:lnTo>
                    <a:pt x="4932273" y="1433350"/>
                  </a:lnTo>
                  <a:lnTo>
                    <a:pt x="4932398" y="1433350"/>
                  </a:lnTo>
                  <a:lnTo>
                    <a:pt x="4932523" y="1433350"/>
                  </a:lnTo>
                  <a:lnTo>
                    <a:pt x="4932648" y="1433350"/>
                  </a:lnTo>
                  <a:lnTo>
                    <a:pt x="4932774" y="1433350"/>
                  </a:lnTo>
                  <a:lnTo>
                    <a:pt x="4932899" y="1433350"/>
                  </a:lnTo>
                  <a:lnTo>
                    <a:pt x="4933024" y="1433350"/>
                  </a:lnTo>
                  <a:lnTo>
                    <a:pt x="4933149" y="1433350"/>
                  </a:lnTo>
                  <a:lnTo>
                    <a:pt x="4933274" y="1433350"/>
                  </a:lnTo>
                  <a:lnTo>
                    <a:pt x="4933399" y="1433350"/>
                  </a:lnTo>
                  <a:lnTo>
                    <a:pt x="4933524" y="1433350"/>
                  </a:lnTo>
                  <a:lnTo>
                    <a:pt x="4933649" y="1433350"/>
                  </a:lnTo>
                  <a:lnTo>
                    <a:pt x="4933774" y="1433350"/>
                  </a:lnTo>
                  <a:lnTo>
                    <a:pt x="4933899" y="1433350"/>
                  </a:lnTo>
                  <a:lnTo>
                    <a:pt x="4934024" y="1433350"/>
                  </a:lnTo>
                  <a:lnTo>
                    <a:pt x="4934149" y="1433350"/>
                  </a:lnTo>
                  <a:lnTo>
                    <a:pt x="4934274" y="1433350"/>
                  </a:lnTo>
                  <a:lnTo>
                    <a:pt x="4934399" y="1433350"/>
                  </a:lnTo>
                  <a:lnTo>
                    <a:pt x="4934524" y="1433350"/>
                  </a:lnTo>
                  <a:lnTo>
                    <a:pt x="4934649" y="1433350"/>
                  </a:lnTo>
                  <a:lnTo>
                    <a:pt x="4934774" y="1433350"/>
                  </a:lnTo>
                  <a:lnTo>
                    <a:pt x="4934899" y="1433350"/>
                  </a:lnTo>
                  <a:lnTo>
                    <a:pt x="4935024" y="1433350"/>
                  </a:lnTo>
                  <a:lnTo>
                    <a:pt x="4935149" y="1433350"/>
                  </a:lnTo>
                  <a:lnTo>
                    <a:pt x="4935274" y="1433350"/>
                  </a:lnTo>
                  <a:lnTo>
                    <a:pt x="4935399" y="1433350"/>
                  </a:lnTo>
                  <a:lnTo>
                    <a:pt x="4935524" y="1433350"/>
                  </a:lnTo>
                  <a:lnTo>
                    <a:pt x="4935649" y="1433350"/>
                  </a:lnTo>
                  <a:lnTo>
                    <a:pt x="4935775" y="1433350"/>
                  </a:lnTo>
                  <a:lnTo>
                    <a:pt x="4935900" y="1433350"/>
                  </a:lnTo>
                  <a:lnTo>
                    <a:pt x="4936025" y="1433350"/>
                  </a:lnTo>
                  <a:lnTo>
                    <a:pt x="4936150" y="1433350"/>
                  </a:lnTo>
                  <a:lnTo>
                    <a:pt x="4936275" y="1433350"/>
                  </a:lnTo>
                  <a:lnTo>
                    <a:pt x="4936400" y="1433350"/>
                  </a:lnTo>
                  <a:lnTo>
                    <a:pt x="4936525" y="1433350"/>
                  </a:lnTo>
                  <a:lnTo>
                    <a:pt x="4936650" y="1433350"/>
                  </a:lnTo>
                  <a:lnTo>
                    <a:pt x="4936775" y="1433350"/>
                  </a:lnTo>
                  <a:lnTo>
                    <a:pt x="4936900" y="1433350"/>
                  </a:lnTo>
                  <a:lnTo>
                    <a:pt x="4937025" y="1433350"/>
                  </a:lnTo>
                  <a:lnTo>
                    <a:pt x="4937150" y="1433350"/>
                  </a:lnTo>
                  <a:lnTo>
                    <a:pt x="4937275" y="1433350"/>
                  </a:lnTo>
                  <a:lnTo>
                    <a:pt x="4937400" y="1433350"/>
                  </a:lnTo>
                  <a:lnTo>
                    <a:pt x="4937525" y="1433350"/>
                  </a:lnTo>
                  <a:lnTo>
                    <a:pt x="4937650" y="1433350"/>
                  </a:lnTo>
                  <a:lnTo>
                    <a:pt x="4937775" y="1433350"/>
                  </a:lnTo>
                  <a:lnTo>
                    <a:pt x="4937900" y="1433350"/>
                  </a:lnTo>
                  <a:lnTo>
                    <a:pt x="4938025" y="1433350"/>
                  </a:lnTo>
                  <a:lnTo>
                    <a:pt x="4938150" y="1433350"/>
                  </a:lnTo>
                  <a:lnTo>
                    <a:pt x="4938275" y="1433350"/>
                  </a:lnTo>
                  <a:lnTo>
                    <a:pt x="4938400" y="1433350"/>
                  </a:lnTo>
                  <a:lnTo>
                    <a:pt x="4938525" y="1433350"/>
                  </a:lnTo>
                  <a:lnTo>
                    <a:pt x="4938650" y="1433350"/>
                  </a:lnTo>
                  <a:lnTo>
                    <a:pt x="4938776" y="1433350"/>
                  </a:lnTo>
                  <a:lnTo>
                    <a:pt x="4938901" y="1433350"/>
                  </a:lnTo>
                  <a:lnTo>
                    <a:pt x="4939026" y="1433350"/>
                  </a:lnTo>
                  <a:lnTo>
                    <a:pt x="4939151" y="1433350"/>
                  </a:lnTo>
                  <a:lnTo>
                    <a:pt x="4939276" y="1433350"/>
                  </a:lnTo>
                  <a:lnTo>
                    <a:pt x="4939401" y="1433350"/>
                  </a:lnTo>
                  <a:lnTo>
                    <a:pt x="4939526" y="1433350"/>
                  </a:lnTo>
                  <a:lnTo>
                    <a:pt x="4939651" y="1433350"/>
                  </a:lnTo>
                  <a:lnTo>
                    <a:pt x="4939776" y="1433350"/>
                  </a:lnTo>
                  <a:lnTo>
                    <a:pt x="4939901" y="1433350"/>
                  </a:lnTo>
                  <a:lnTo>
                    <a:pt x="4940026" y="1433350"/>
                  </a:lnTo>
                  <a:lnTo>
                    <a:pt x="4940151" y="1433350"/>
                  </a:lnTo>
                  <a:lnTo>
                    <a:pt x="4940276" y="1433350"/>
                  </a:lnTo>
                  <a:lnTo>
                    <a:pt x="4940401" y="1433350"/>
                  </a:lnTo>
                  <a:lnTo>
                    <a:pt x="4940526" y="1433350"/>
                  </a:lnTo>
                  <a:lnTo>
                    <a:pt x="4940651" y="1433350"/>
                  </a:lnTo>
                  <a:lnTo>
                    <a:pt x="4940776" y="1433350"/>
                  </a:lnTo>
                  <a:lnTo>
                    <a:pt x="4940901" y="1433350"/>
                  </a:lnTo>
                  <a:lnTo>
                    <a:pt x="4941026" y="1433350"/>
                  </a:lnTo>
                  <a:lnTo>
                    <a:pt x="4941151" y="1433350"/>
                  </a:lnTo>
                  <a:lnTo>
                    <a:pt x="4941276" y="1433350"/>
                  </a:lnTo>
                  <a:lnTo>
                    <a:pt x="4941401" y="1433350"/>
                  </a:lnTo>
                  <a:lnTo>
                    <a:pt x="4941526" y="1433350"/>
                  </a:lnTo>
                  <a:lnTo>
                    <a:pt x="4941651" y="1433350"/>
                  </a:lnTo>
                  <a:lnTo>
                    <a:pt x="4941777" y="1433350"/>
                  </a:lnTo>
                  <a:lnTo>
                    <a:pt x="4941902" y="1433350"/>
                  </a:lnTo>
                  <a:lnTo>
                    <a:pt x="4942027" y="1433350"/>
                  </a:lnTo>
                  <a:lnTo>
                    <a:pt x="4942152" y="1433350"/>
                  </a:lnTo>
                  <a:lnTo>
                    <a:pt x="4942277" y="1433350"/>
                  </a:lnTo>
                  <a:lnTo>
                    <a:pt x="4942402" y="1433350"/>
                  </a:lnTo>
                  <a:lnTo>
                    <a:pt x="4942527" y="1433350"/>
                  </a:lnTo>
                  <a:lnTo>
                    <a:pt x="4942652" y="1433350"/>
                  </a:lnTo>
                  <a:lnTo>
                    <a:pt x="4942777" y="1433350"/>
                  </a:lnTo>
                  <a:lnTo>
                    <a:pt x="4942902" y="1433350"/>
                  </a:lnTo>
                  <a:lnTo>
                    <a:pt x="4943027" y="1433350"/>
                  </a:lnTo>
                  <a:lnTo>
                    <a:pt x="4943152" y="1433350"/>
                  </a:lnTo>
                  <a:lnTo>
                    <a:pt x="4943277" y="1433350"/>
                  </a:lnTo>
                  <a:lnTo>
                    <a:pt x="4943402" y="1433350"/>
                  </a:lnTo>
                  <a:lnTo>
                    <a:pt x="4943527" y="1433350"/>
                  </a:lnTo>
                  <a:lnTo>
                    <a:pt x="4943652" y="1433350"/>
                  </a:lnTo>
                  <a:lnTo>
                    <a:pt x="4943777" y="1433350"/>
                  </a:lnTo>
                  <a:lnTo>
                    <a:pt x="4943902" y="1433350"/>
                  </a:lnTo>
                  <a:lnTo>
                    <a:pt x="4944027" y="1433350"/>
                  </a:lnTo>
                  <a:lnTo>
                    <a:pt x="4944152" y="1433350"/>
                  </a:lnTo>
                  <a:lnTo>
                    <a:pt x="4944277" y="1433350"/>
                  </a:lnTo>
                  <a:lnTo>
                    <a:pt x="4944402" y="1433350"/>
                  </a:lnTo>
                  <a:lnTo>
                    <a:pt x="4944527" y="1433350"/>
                  </a:lnTo>
                  <a:lnTo>
                    <a:pt x="4944652" y="1433350"/>
                  </a:lnTo>
                  <a:lnTo>
                    <a:pt x="4944778" y="1433350"/>
                  </a:lnTo>
                  <a:lnTo>
                    <a:pt x="4944903" y="1433350"/>
                  </a:lnTo>
                  <a:lnTo>
                    <a:pt x="4945028" y="1433350"/>
                  </a:lnTo>
                  <a:lnTo>
                    <a:pt x="4945153" y="1433350"/>
                  </a:lnTo>
                  <a:lnTo>
                    <a:pt x="4945278" y="1433350"/>
                  </a:lnTo>
                  <a:lnTo>
                    <a:pt x="4945403" y="1433350"/>
                  </a:lnTo>
                  <a:lnTo>
                    <a:pt x="4945528" y="1433350"/>
                  </a:lnTo>
                  <a:lnTo>
                    <a:pt x="4945653" y="1433350"/>
                  </a:lnTo>
                  <a:lnTo>
                    <a:pt x="4945778" y="1433350"/>
                  </a:lnTo>
                  <a:lnTo>
                    <a:pt x="4945903" y="1433350"/>
                  </a:lnTo>
                  <a:lnTo>
                    <a:pt x="4946028" y="1433350"/>
                  </a:lnTo>
                  <a:lnTo>
                    <a:pt x="4946153" y="1433350"/>
                  </a:lnTo>
                  <a:lnTo>
                    <a:pt x="4946278" y="1433350"/>
                  </a:lnTo>
                  <a:lnTo>
                    <a:pt x="4946403" y="1433350"/>
                  </a:lnTo>
                  <a:lnTo>
                    <a:pt x="4946528" y="1433350"/>
                  </a:lnTo>
                  <a:lnTo>
                    <a:pt x="4946653" y="1433350"/>
                  </a:lnTo>
                  <a:lnTo>
                    <a:pt x="4946778" y="1433350"/>
                  </a:lnTo>
                  <a:lnTo>
                    <a:pt x="4946903" y="1433350"/>
                  </a:lnTo>
                  <a:lnTo>
                    <a:pt x="4947028" y="1433350"/>
                  </a:lnTo>
                  <a:lnTo>
                    <a:pt x="4947153" y="1433350"/>
                  </a:lnTo>
                  <a:lnTo>
                    <a:pt x="4947278" y="1433350"/>
                  </a:lnTo>
                  <a:lnTo>
                    <a:pt x="4947403" y="1433350"/>
                  </a:lnTo>
                  <a:lnTo>
                    <a:pt x="4947528" y="1433350"/>
                  </a:lnTo>
                  <a:lnTo>
                    <a:pt x="4947653" y="1433350"/>
                  </a:lnTo>
                  <a:lnTo>
                    <a:pt x="4947779" y="1433350"/>
                  </a:lnTo>
                  <a:lnTo>
                    <a:pt x="4947904" y="1433350"/>
                  </a:lnTo>
                  <a:lnTo>
                    <a:pt x="4948029" y="1433350"/>
                  </a:lnTo>
                  <a:lnTo>
                    <a:pt x="4948154" y="1433350"/>
                  </a:lnTo>
                  <a:lnTo>
                    <a:pt x="4948154" y="1423396"/>
                  </a:lnTo>
                  <a:lnTo>
                    <a:pt x="4948279" y="1423396"/>
                  </a:lnTo>
                  <a:lnTo>
                    <a:pt x="4948404" y="1423396"/>
                  </a:lnTo>
                  <a:lnTo>
                    <a:pt x="4948529" y="1423396"/>
                  </a:lnTo>
                  <a:lnTo>
                    <a:pt x="4948654" y="1423396"/>
                  </a:lnTo>
                  <a:lnTo>
                    <a:pt x="4948779" y="1423396"/>
                  </a:lnTo>
                  <a:lnTo>
                    <a:pt x="4948904" y="1423396"/>
                  </a:lnTo>
                  <a:lnTo>
                    <a:pt x="4949029" y="1423396"/>
                  </a:lnTo>
                  <a:lnTo>
                    <a:pt x="4949154" y="1423396"/>
                  </a:lnTo>
                  <a:lnTo>
                    <a:pt x="4949279" y="1423396"/>
                  </a:lnTo>
                  <a:lnTo>
                    <a:pt x="4949404" y="1423396"/>
                  </a:lnTo>
                  <a:lnTo>
                    <a:pt x="4949529" y="1423396"/>
                  </a:lnTo>
                  <a:lnTo>
                    <a:pt x="4949654" y="1423396"/>
                  </a:lnTo>
                  <a:lnTo>
                    <a:pt x="4949779" y="1423396"/>
                  </a:lnTo>
                  <a:lnTo>
                    <a:pt x="4949904" y="1423396"/>
                  </a:lnTo>
                  <a:lnTo>
                    <a:pt x="4950029" y="1423396"/>
                  </a:lnTo>
                  <a:lnTo>
                    <a:pt x="4950154" y="1423396"/>
                  </a:lnTo>
                  <a:lnTo>
                    <a:pt x="4950279" y="1423396"/>
                  </a:lnTo>
                  <a:lnTo>
                    <a:pt x="4950279" y="1413442"/>
                  </a:lnTo>
                  <a:lnTo>
                    <a:pt x="4950404" y="1413442"/>
                  </a:lnTo>
                  <a:lnTo>
                    <a:pt x="4950529" y="1413442"/>
                  </a:lnTo>
                  <a:lnTo>
                    <a:pt x="4950654" y="1413442"/>
                  </a:lnTo>
                  <a:lnTo>
                    <a:pt x="4950780" y="1413442"/>
                  </a:lnTo>
                  <a:lnTo>
                    <a:pt x="4950905" y="1413442"/>
                  </a:lnTo>
                  <a:lnTo>
                    <a:pt x="4951030" y="1413442"/>
                  </a:lnTo>
                  <a:lnTo>
                    <a:pt x="4951155" y="1413442"/>
                  </a:lnTo>
                  <a:lnTo>
                    <a:pt x="4951280" y="1413442"/>
                  </a:lnTo>
                  <a:lnTo>
                    <a:pt x="4951405" y="1413442"/>
                  </a:lnTo>
                  <a:lnTo>
                    <a:pt x="4951530" y="1413442"/>
                  </a:lnTo>
                  <a:lnTo>
                    <a:pt x="4951655" y="1413442"/>
                  </a:lnTo>
                  <a:lnTo>
                    <a:pt x="4951780" y="1413442"/>
                  </a:lnTo>
                  <a:lnTo>
                    <a:pt x="4951905" y="1413442"/>
                  </a:lnTo>
                  <a:lnTo>
                    <a:pt x="4952030" y="1413442"/>
                  </a:lnTo>
                  <a:lnTo>
                    <a:pt x="4952155" y="1413442"/>
                  </a:lnTo>
                  <a:lnTo>
                    <a:pt x="4952280" y="1413442"/>
                  </a:lnTo>
                  <a:lnTo>
                    <a:pt x="4952405" y="1413442"/>
                  </a:lnTo>
                  <a:lnTo>
                    <a:pt x="4952530" y="1413442"/>
                  </a:lnTo>
                  <a:lnTo>
                    <a:pt x="4952655" y="1413442"/>
                  </a:lnTo>
                  <a:lnTo>
                    <a:pt x="4952780" y="1413442"/>
                  </a:lnTo>
                  <a:lnTo>
                    <a:pt x="4952905" y="1413442"/>
                  </a:lnTo>
                  <a:lnTo>
                    <a:pt x="4953030" y="1413442"/>
                  </a:lnTo>
                  <a:lnTo>
                    <a:pt x="4953155" y="1413442"/>
                  </a:lnTo>
                  <a:lnTo>
                    <a:pt x="4953280" y="1413442"/>
                  </a:lnTo>
                  <a:lnTo>
                    <a:pt x="4953405" y="1413442"/>
                  </a:lnTo>
                  <a:lnTo>
                    <a:pt x="4953530" y="1413442"/>
                  </a:lnTo>
                  <a:lnTo>
                    <a:pt x="4953655" y="1413442"/>
                  </a:lnTo>
                  <a:lnTo>
                    <a:pt x="4953781" y="1413442"/>
                  </a:lnTo>
                  <a:lnTo>
                    <a:pt x="4953906" y="1413442"/>
                  </a:lnTo>
                  <a:lnTo>
                    <a:pt x="4954031" y="1413442"/>
                  </a:lnTo>
                  <a:lnTo>
                    <a:pt x="4954156" y="1413442"/>
                  </a:lnTo>
                  <a:lnTo>
                    <a:pt x="4954281" y="1413442"/>
                  </a:lnTo>
                  <a:lnTo>
                    <a:pt x="4954406" y="1413442"/>
                  </a:lnTo>
                  <a:lnTo>
                    <a:pt x="4954531" y="1413442"/>
                  </a:lnTo>
                  <a:lnTo>
                    <a:pt x="4954656" y="1413442"/>
                  </a:lnTo>
                  <a:lnTo>
                    <a:pt x="4954781" y="1413442"/>
                  </a:lnTo>
                  <a:lnTo>
                    <a:pt x="4954906" y="1413442"/>
                  </a:lnTo>
                  <a:lnTo>
                    <a:pt x="4955031" y="1413442"/>
                  </a:lnTo>
                  <a:lnTo>
                    <a:pt x="4955156" y="1413442"/>
                  </a:lnTo>
                  <a:lnTo>
                    <a:pt x="4955281" y="1413442"/>
                  </a:lnTo>
                  <a:lnTo>
                    <a:pt x="4955406" y="1413442"/>
                  </a:lnTo>
                  <a:lnTo>
                    <a:pt x="4955531" y="1413442"/>
                  </a:lnTo>
                  <a:lnTo>
                    <a:pt x="4955656" y="1413442"/>
                  </a:lnTo>
                  <a:lnTo>
                    <a:pt x="4955781" y="1413442"/>
                  </a:lnTo>
                  <a:lnTo>
                    <a:pt x="4955906" y="1413442"/>
                  </a:lnTo>
                  <a:lnTo>
                    <a:pt x="4956031" y="1413442"/>
                  </a:lnTo>
                  <a:lnTo>
                    <a:pt x="4956156" y="1413442"/>
                  </a:lnTo>
                  <a:lnTo>
                    <a:pt x="4956281" y="1413442"/>
                  </a:lnTo>
                  <a:lnTo>
                    <a:pt x="4956406" y="1413442"/>
                  </a:lnTo>
                  <a:lnTo>
                    <a:pt x="4956531" y="1413442"/>
                  </a:lnTo>
                  <a:lnTo>
                    <a:pt x="4956656" y="1413442"/>
                  </a:lnTo>
                  <a:lnTo>
                    <a:pt x="4956782" y="1413442"/>
                  </a:lnTo>
                  <a:lnTo>
                    <a:pt x="4956907" y="1413442"/>
                  </a:lnTo>
                  <a:lnTo>
                    <a:pt x="4957032" y="1413442"/>
                  </a:lnTo>
                  <a:lnTo>
                    <a:pt x="4957157" y="1413442"/>
                  </a:lnTo>
                  <a:lnTo>
                    <a:pt x="4957282" y="1413442"/>
                  </a:lnTo>
                  <a:lnTo>
                    <a:pt x="4957407" y="1413442"/>
                  </a:lnTo>
                  <a:lnTo>
                    <a:pt x="4957532" y="1413442"/>
                  </a:lnTo>
                  <a:lnTo>
                    <a:pt x="4957657" y="1413442"/>
                  </a:lnTo>
                  <a:lnTo>
                    <a:pt x="4957782" y="1413442"/>
                  </a:lnTo>
                  <a:lnTo>
                    <a:pt x="4957907" y="1413442"/>
                  </a:lnTo>
                  <a:lnTo>
                    <a:pt x="4958032" y="1413442"/>
                  </a:lnTo>
                  <a:lnTo>
                    <a:pt x="4958157" y="1413442"/>
                  </a:lnTo>
                  <a:lnTo>
                    <a:pt x="4958282" y="1413442"/>
                  </a:lnTo>
                  <a:lnTo>
                    <a:pt x="4958407" y="1413442"/>
                  </a:lnTo>
                  <a:lnTo>
                    <a:pt x="4958532" y="1413442"/>
                  </a:lnTo>
                  <a:lnTo>
                    <a:pt x="4958657" y="1413442"/>
                  </a:lnTo>
                  <a:lnTo>
                    <a:pt x="4958782" y="1413442"/>
                  </a:lnTo>
                  <a:lnTo>
                    <a:pt x="4958907" y="1413442"/>
                  </a:lnTo>
                  <a:lnTo>
                    <a:pt x="4959032" y="1413442"/>
                  </a:lnTo>
                  <a:lnTo>
                    <a:pt x="4959157" y="1413442"/>
                  </a:lnTo>
                  <a:lnTo>
                    <a:pt x="4959282" y="1413442"/>
                  </a:lnTo>
                  <a:lnTo>
                    <a:pt x="4959407" y="1413442"/>
                  </a:lnTo>
                  <a:lnTo>
                    <a:pt x="4959532" y="1413442"/>
                  </a:lnTo>
                  <a:lnTo>
                    <a:pt x="4959657" y="1413442"/>
                  </a:lnTo>
                  <a:lnTo>
                    <a:pt x="4959783" y="1413442"/>
                  </a:lnTo>
                  <a:lnTo>
                    <a:pt x="4959908" y="1413442"/>
                  </a:lnTo>
                  <a:lnTo>
                    <a:pt x="4960033" y="1413442"/>
                  </a:lnTo>
                  <a:lnTo>
                    <a:pt x="4960158" y="1413442"/>
                  </a:lnTo>
                  <a:lnTo>
                    <a:pt x="4960283" y="1413442"/>
                  </a:lnTo>
                  <a:lnTo>
                    <a:pt x="4960408" y="1413442"/>
                  </a:lnTo>
                  <a:lnTo>
                    <a:pt x="4960533" y="1413442"/>
                  </a:lnTo>
                  <a:lnTo>
                    <a:pt x="4960658" y="1413442"/>
                  </a:lnTo>
                  <a:lnTo>
                    <a:pt x="4960783" y="1413442"/>
                  </a:lnTo>
                  <a:lnTo>
                    <a:pt x="4960908" y="1413442"/>
                  </a:lnTo>
                  <a:lnTo>
                    <a:pt x="4961033" y="1413442"/>
                  </a:lnTo>
                  <a:lnTo>
                    <a:pt x="4961158" y="1413442"/>
                  </a:lnTo>
                  <a:lnTo>
                    <a:pt x="4961283" y="1413442"/>
                  </a:lnTo>
                  <a:lnTo>
                    <a:pt x="4961408" y="1413442"/>
                  </a:lnTo>
                  <a:lnTo>
                    <a:pt x="4961533" y="1413442"/>
                  </a:lnTo>
                  <a:lnTo>
                    <a:pt x="4961658" y="1413442"/>
                  </a:lnTo>
                  <a:lnTo>
                    <a:pt x="4961783" y="1413442"/>
                  </a:lnTo>
                  <a:lnTo>
                    <a:pt x="4961908" y="1413442"/>
                  </a:lnTo>
                  <a:lnTo>
                    <a:pt x="4962033" y="1413442"/>
                  </a:lnTo>
                  <a:lnTo>
                    <a:pt x="4962158" y="1413442"/>
                  </a:lnTo>
                  <a:lnTo>
                    <a:pt x="4962283" y="1413442"/>
                  </a:lnTo>
                  <a:lnTo>
                    <a:pt x="4962408" y="1413442"/>
                  </a:lnTo>
                  <a:lnTo>
                    <a:pt x="4962533" y="1413442"/>
                  </a:lnTo>
                  <a:lnTo>
                    <a:pt x="4962658" y="1413442"/>
                  </a:lnTo>
                  <a:lnTo>
                    <a:pt x="4962784" y="1413442"/>
                  </a:lnTo>
                  <a:lnTo>
                    <a:pt x="4962909" y="1413442"/>
                  </a:lnTo>
                  <a:lnTo>
                    <a:pt x="4963034" y="1413442"/>
                  </a:lnTo>
                  <a:lnTo>
                    <a:pt x="4963159" y="1413442"/>
                  </a:lnTo>
                  <a:lnTo>
                    <a:pt x="4963284" y="1413442"/>
                  </a:lnTo>
                  <a:lnTo>
                    <a:pt x="4963409" y="1413442"/>
                  </a:lnTo>
                  <a:lnTo>
                    <a:pt x="4963534" y="1413442"/>
                  </a:lnTo>
                  <a:lnTo>
                    <a:pt x="4963659" y="1413442"/>
                  </a:lnTo>
                  <a:lnTo>
                    <a:pt x="4963784" y="1413442"/>
                  </a:lnTo>
                  <a:lnTo>
                    <a:pt x="4963909" y="1413442"/>
                  </a:lnTo>
                  <a:lnTo>
                    <a:pt x="4964034" y="1413442"/>
                  </a:lnTo>
                  <a:lnTo>
                    <a:pt x="4964159" y="1413442"/>
                  </a:lnTo>
                  <a:lnTo>
                    <a:pt x="4964284" y="1413442"/>
                  </a:lnTo>
                  <a:lnTo>
                    <a:pt x="4964409" y="1413442"/>
                  </a:lnTo>
                  <a:lnTo>
                    <a:pt x="4964534" y="1413442"/>
                  </a:lnTo>
                  <a:lnTo>
                    <a:pt x="4964659" y="1413442"/>
                  </a:lnTo>
                  <a:lnTo>
                    <a:pt x="4964784" y="1413442"/>
                  </a:lnTo>
                  <a:lnTo>
                    <a:pt x="4964909" y="1413442"/>
                  </a:lnTo>
                  <a:lnTo>
                    <a:pt x="4965034" y="1413442"/>
                  </a:lnTo>
                  <a:lnTo>
                    <a:pt x="4965159" y="1413442"/>
                  </a:lnTo>
                  <a:lnTo>
                    <a:pt x="4965284" y="1413442"/>
                  </a:lnTo>
                  <a:lnTo>
                    <a:pt x="4965409" y="1413442"/>
                  </a:lnTo>
                  <a:lnTo>
                    <a:pt x="4965534" y="1413442"/>
                  </a:lnTo>
                  <a:lnTo>
                    <a:pt x="4965659" y="1413442"/>
                  </a:lnTo>
                  <a:lnTo>
                    <a:pt x="4965785" y="1413442"/>
                  </a:lnTo>
                  <a:lnTo>
                    <a:pt x="4965910" y="1413442"/>
                  </a:lnTo>
                  <a:lnTo>
                    <a:pt x="4966035" y="1413442"/>
                  </a:lnTo>
                  <a:lnTo>
                    <a:pt x="4966160" y="1413442"/>
                  </a:lnTo>
                  <a:lnTo>
                    <a:pt x="4966285" y="1413442"/>
                  </a:lnTo>
                  <a:lnTo>
                    <a:pt x="4966410" y="1413442"/>
                  </a:lnTo>
                  <a:lnTo>
                    <a:pt x="4966535" y="1413442"/>
                  </a:lnTo>
                  <a:lnTo>
                    <a:pt x="4966660" y="1413442"/>
                  </a:lnTo>
                  <a:lnTo>
                    <a:pt x="4966785" y="1413442"/>
                  </a:lnTo>
                  <a:lnTo>
                    <a:pt x="4966910" y="1413442"/>
                  </a:lnTo>
                  <a:lnTo>
                    <a:pt x="4967035" y="1413442"/>
                  </a:lnTo>
                  <a:lnTo>
                    <a:pt x="4967160" y="1413442"/>
                  </a:lnTo>
                  <a:lnTo>
                    <a:pt x="4967285" y="1413442"/>
                  </a:lnTo>
                  <a:lnTo>
                    <a:pt x="4967410" y="1413442"/>
                  </a:lnTo>
                  <a:lnTo>
                    <a:pt x="4967535" y="1413442"/>
                  </a:lnTo>
                  <a:lnTo>
                    <a:pt x="4967660" y="1413442"/>
                  </a:lnTo>
                  <a:lnTo>
                    <a:pt x="4967785" y="1413442"/>
                  </a:lnTo>
                  <a:lnTo>
                    <a:pt x="4967910" y="1413442"/>
                  </a:lnTo>
                  <a:lnTo>
                    <a:pt x="4968035" y="1413442"/>
                  </a:lnTo>
                  <a:lnTo>
                    <a:pt x="4968160" y="1413442"/>
                  </a:lnTo>
                  <a:lnTo>
                    <a:pt x="4968285" y="1413442"/>
                  </a:lnTo>
                  <a:lnTo>
                    <a:pt x="4968410" y="1413442"/>
                  </a:lnTo>
                  <a:lnTo>
                    <a:pt x="4968535" y="1413442"/>
                  </a:lnTo>
                  <a:lnTo>
                    <a:pt x="4968661" y="1413442"/>
                  </a:lnTo>
                  <a:lnTo>
                    <a:pt x="4968786" y="1413442"/>
                  </a:lnTo>
                  <a:lnTo>
                    <a:pt x="4968911" y="1413442"/>
                  </a:lnTo>
                  <a:lnTo>
                    <a:pt x="4969036" y="1413442"/>
                  </a:lnTo>
                  <a:lnTo>
                    <a:pt x="4969161" y="1413442"/>
                  </a:lnTo>
                  <a:lnTo>
                    <a:pt x="4969286" y="1413442"/>
                  </a:lnTo>
                  <a:lnTo>
                    <a:pt x="4969411" y="1413442"/>
                  </a:lnTo>
                  <a:lnTo>
                    <a:pt x="4969536" y="1413442"/>
                  </a:lnTo>
                  <a:lnTo>
                    <a:pt x="4969661" y="1413442"/>
                  </a:lnTo>
                  <a:lnTo>
                    <a:pt x="4969786" y="1413442"/>
                  </a:lnTo>
                  <a:lnTo>
                    <a:pt x="4969911" y="1413442"/>
                  </a:lnTo>
                  <a:lnTo>
                    <a:pt x="4970036" y="1413442"/>
                  </a:lnTo>
                  <a:lnTo>
                    <a:pt x="4970161" y="1413442"/>
                  </a:lnTo>
                  <a:lnTo>
                    <a:pt x="4970286" y="1413442"/>
                  </a:lnTo>
                  <a:lnTo>
                    <a:pt x="4970411" y="1413442"/>
                  </a:lnTo>
                  <a:lnTo>
                    <a:pt x="4970536" y="1413442"/>
                  </a:lnTo>
                  <a:lnTo>
                    <a:pt x="4970661" y="1413442"/>
                  </a:lnTo>
                  <a:lnTo>
                    <a:pt x="4970786" y="1413442"/>
                  </a:lnTo>
                  <a:lnTo>
                    <a:pt x="4970911" y="1413442"/>
                  </a:lnTo>
                  <a:lnTo>
                    <a:pt x="4971036" y="1413442"/>
                  </a:lnTo>
                  <a:lnTo>
                    <a:pt x="4971161" y="1413442"/>
                  </a:lnTo>
                  <a:lnTo>
                    <a:pt x="4971286" y="1413442"/>
                  </a:lnTo>
                  <a:lnTo>
                    <a:pt x="4971411" y="1413442"/>
                  </a:lnTo>
                  <a:lnTo>
                    <a:pt x="4971536" y="1413442"/>
                  </a:lnTo>
                  <a:lnTo>
                    <a:pt x="4971662" y="1413442"/>
                  </a:lnTo>
                  <a:lnTo>
                    <a:pt x="4971787" y="1413442"/>
                  </a:lnTo>
                  <a:lnTo>
                    <a:pt x="4971912" y="1413442"/>
                  </a:lnTo>
                  <a:lnTo>
                    <a:pt x="4972037" y="1413442"/>
                  </a:lnTo>
                  <a:lnTo>
                    <a:pt x="4972162" y="1413442"/>
                  </a:lnTo>
                  <a:lnTo>
                    <a:pt x="4972287" y="1413442"/>
                  </a:lnTo>
                  <a:lnTo>
                    <a:pt x="4972412" y="1413442"/>
                  </a:lnTo>
                  <a:lnTo>
                    <a:pt x="4972537" y="1413442"/>
                  </a:lnTo>
                  <a:lnTo>
                    <a:pt x="4972662" y="1413442"/>
                  </a:lnTo>
                  <a:lnTo>
                    <a:pt x="4972787" y="1413442"/>
                  </a:lnTo>
                  <a:lnTo>
                    <a:pt x="4972912" y="1413442"/>
                  </a:lnTo>
                  <a:lnTo>
                    <a:pt x="4973037" y="1413442"/>
                  </a:lnTo>
                  <a:lnTo>
                    <a:pt x="4973162" y="1413442"/>
                  </a:lnTo>
                  <a:lnTo>
                    <a:pt x="4973287" y="1413442"/>
                  </a:lnTo>
                  <a:lnTo>
                    <a:pt x="4973412" y="1413442"/>
                  </a:lnTo>
                  <a:lnTo>
                    <a:pt x="4973537" y="1413442"/>
                  </a:lnTo>
                  <a:lnTo>
                    <a:pt x="4973662" y="1413442"/>
                  </a:lnTo>
                  <a:lnTo>
                    <a:pt x="4973787" y="1413442"/>
                  </a:lnTo>
                  <a:lnTo>
                    <a:pt x="4973912" y="1413442"/>
                  </a:lnTo>
                  <a:lnTo>
                    <a:pt x="4974037" y="1413442"/>
                  </a:lnTo>
                  <a:lnTo>
                    <a:pt x="4974162" y="1413442"/>
                  </a:lnTo>
                  <a:lnTo>
                    <a:pt x="4974287" y="1413442"/>
                  </a:lnTo>
                  <a:lnTo>
                    <a:pt x="4974412" y="1413442"/>
                  </a:lnTo>
                  <a:lnTo>
                    <a:pt x="4974537" y="1413442"/>
                  </a:lnTo>
                  <a:lnTo>
                    <a:pt x="4974663" y="1413442"/>
                  </a:lnTo>
                  <a:lnTo>
                    <a:pt x="4974788" y="1413442"/>
                  </a:lnTo>
                  <a:lnTo>
                    <a:pt x="4974913" y="1413442"/>
                  </a:lnTo>
                  <a:lnTo>
                    <a:pt x="4975038" y="1413442"/>
                  </a:lnTo>
                  <a:lnTo>
                    <a:pt x="4975163" y="1413442"/>
                  </a:lnTo>
                  <a:lnTo>
                    <a:pt x="4975288" y="1413442"/>
                  </a:lnTo>
                  <a:lnTo>
                    <a:pt x="4975288" y="1403488"/>
                  </a:lnTo>
                  <a:lnTo>
                    <a:pt x="4975413" y="1403488"/>
                  </a:lnTo>
                  <a:lnTo>
                    <a:pt x="4975538" y="1403488"/>
                  </a:lnTo>
                  <a:lnTo>
                    <a:pt x="4975663" y="1403488"/>
                  </a:lnTo>
                  <a:lnTo>
                    <a:pt x="4975788" y="1403488"/>
                  </a:lnTo>
                  <a:lnTo>
                    <a:pt x="4975913" y="1403488"/>
                  </a:lnTo>
                  <a:lnTo>
                    <a:pt x="4976038" y="1403488"/>
                  </a:lnTo>
                  <a:lnTo>
                    <a:pt x="4976163" y="1403488"/>
                  </a:lnTo>
                  <a:lnTo>
                    <a:pt x="4976288" y="1403488"/>
                  </a:lnTo>
                  <a:lnTo>
                    <a:pt x="4976413" y="1403488"/>
                  </a:lnTo>
                  <a:lnTo>
                    <a:pt x="4976538" y="1403488"/>
                  </a:lnTo>
                  <a:lnTo>
                    <a:pt x="4976663" y="1403488"/>
                  </a:lnTo>
                  <a:lnTo>
                    <a:pt x="4976788" y="1403488"/>
                  </a:lnTo>
                  <a:lnTo>
                    <a:pt x="4976913" y="1403488"/>
                  </a:lnTo>
                  <a:lnTo>
                    <a:pt x="4977038" y="1403488"/>
                  </a:lnTo>
                  <a:lnTo>
                    <a:pt x="4977163" y="1403488"/>
                  </a:lnTo>
                  <a:lnTo>
                    <a:pt x="4977288" y="1403488"/>
                  </a:lnTo>
                  <a:lnTo>
                    <a:pt x="4977413" y="1403488"/>
                  </a:lnTo>
                  <a:lnTo>
                    <a:pt x="4977538" y="1403488"/>
                  </a:lnTo>
                  <a:lnTo>
                    <a:pt x="4977664" y="1403488"/>
                  </a:lnTo>
                  <a:lnTo>
                    <a:pt x="4977789" y="1403488"/>
                  </a:lnTo>
                  <a:lnTo>
                    <a:pt x="4977914" y="1403488"/>
                  </a:lnTo>
                  <a:lnTo>
                    <a:pt x="4978039" y="1403488"/>
                  </a:lnTo>
                  <a:lnTo>
                    <a:pt x="4978164" y="1403488"/>
                  </a:lnTo>
                  <a:lnTo>
                    <a:pt x="4978289" y="1403488"/>
                  </a:lnTo>
                  <a:lnTo>
                    <a:pt x="4978414" y="1403488"/>
                  </a:lnTo>
                  <a:lnTo>
                    <a:pt x="4978539" y="1403488"/>
                  </a:lnTo>
                  <a:lnTo>
                    <a:pt x="4978664" y="1403488"/>
                  </a:lnTo>
                  <a:lnTo>
                    <a:pt x="4978789" y="1403488"/>
                  </a:lnTo>
                  <a:lnTo>
                    <a:pt x="4978914" y="1403488"/>
                  </a:lnTo>
                  <a:lnTo>
                    <a:pt x="4979039" y="1403488"/>
                  </a:lnTo>
                  <a:lnTo>
                    <a:pt x="4979164" y="1403488"/>
                  </a:lnTo>
                  <a:lnTo>
                    <a:pt x="4979289" y="1403488"/>
                  </a:lnTo>
                  <a:lnTo>
                    <a:pt x="4979414" y="1403488"/>
                  </a:lnTo>
                  <a:lnTo>
                    <a:pt x="4979539" y="1403488"/>
                  </a:lnTo>
                  <a:lnTo>
                    <a:pt x="4979664" y="1403488"/>
                  </a:lnTo>
                  <a:lnTo>
                    <a:pt x="4979789" y="1403488"/>
                  </a:lnTo>
                  <a:lnTo>
                    <a:pt x="4979914" y="1403488"/>
                  </a:lnTo>
                  <a:lnTo>
                    <a:pt x="4980039" y="1403488"/>
                  </a:lnTo>
                  <a:lnTo>
                    <a:pt x="4980164" y="1403488"/>
                  </a:lnTo>
                  <a:lnTo>
                    <a:pt x="4980289" y="1403488"/>
                  </a:lnTo>
                  <a:lnTo>
                    <a:pt x="4980414" y="1403488"/>
                  </a:lnTo>
                  <a:lnTo>
                    <a:pt x="4980539" y="1403488"/>
                  </a:lnTo>
                  <a:lnTo>
                    <a:pt x="4980665" y="1403488"/>
                  </a:lnTo>
                  <a:lnTo>
                    <a:pt x="4980790" y="1403488"/>
                  </a:lnTo>
                  <a:lnTo>
                    <a:pt x="4980915" y="1403488"/>
                  </a:lnTo>
                  <a:lnTo>
                    <a:pt x="4981040" y="1403488"/>
                  </a:lnTo>
                  <a:lnTo>
                    <a:pt x="4981165" y="1403488"/>
                  </a:lnTo>
                  <a:lnTo>
                    <a:pt x="4981290" y="1403488"/>
                  </a:lnTo>
                  <a:lnTo>
                    <a:pt x="4981415" y="1403488"/>
                  </a:lnTo>
                  <a:lnTo>
                    <a:pt x="4981540" y="1403488"/>
                  </a:lnTo>
                  <a:lnTo>
                    <a:pt x="4981665" y="1403488"/>
                  </a:lnTo>
                  <a:lnTo>
                    <a:pt x="4981790" y="1403488"/>
                  </a:lnTo>
                  <a:lnTo>
                    <a:pt x="4981915" y="1403488"/>
                  </a:lnTo>
                  <a:lnTo>
                    <a:pt x="4982040" y="1403488"/>
                  </a:lnTo>
                  <a:lnTo>
                    <a:pt x="4982165" y="1403488"/>
                  </a:lnTo>
                  <a:lnTo>
                    <a:pt x="4982290" y="1403488"/>
                  </a:lnTo>
                  <a:lnTo>
                    <a:pt x="4982415" y="1403488"/>
                  </a:lnTo>
                  <a:lnTo>
                    <a:pt x="4982540" y="1403488"/>
                  </a:lnTo>
                  <a:lnTo>
                    <a:pt x="4982665" y="1403488"/>
                  </a:lnTo>
                  <a:lnTo>
                    <a:pt x="4982790" y="1403488"/>
                  </a:lnTo>
                  <a:lnTo>
                    <a:pt x="4982915" y="1403488"/>
                  </a:lnTo>
                  <a:lnTo>
                    <a:pt x="4983040" y="1403488"/>
                  </a:lnTo>
                  <a:lnTo>
                    <a:pt x="4983165" y="1403488"/>
                  </a:lnTo>
                  <a:lnTo>
                    <a:pt x="4983290" y="1403488"/>
                  </a:lnTo>
                  <a:lnTo>
                    <a:pt x="4983415" y="1403488"/>
                  </a:lnTo>
                  <a:lnTo>
                    <a:pt x="4983540" y="1403488"/>
                  </a:lnTo>
                  <a:lnTo>
                    <a:pt x="4983666" y="1403488"/>
                  </a:lnTo>
                  <a:lnTo>
                    <a:pt x="4983791" y="1403488"/>
                  </a:lnTo>
                  <a:lnTo>
                    <a:pt x="4983916" y="1403488"/>
                  </a:lnTo>
                  <a:lnTo>
                    <a:pt x="4984041" y="1403488"/>
                  </a:lnTo>
                  <a:lnTo>
                    <a:pt x="4984166" y="1403488"/>
                  </a:lnTo>
                  <a:lnTo>
                    <a:pt x="4984291" y="1403488"/>
                  </a:lnTo>
                  <a:lnTo>
                    <a:pt x="4984416" y="1403488"/>
                  </a:lnTo>
                  <a:lnTo>
                    <a:pt x="4984541" y="1403488"/>
                  </a:lnTo>
                  <a:lnTo>
                    <a:pt x="4984666" y="1403488"/>
                  </a:lnTo>
                  <a:lnTo>
                    <a:pt x="4984791" y="1403488"/>
                  </a:lnTo>
                  <a:lnTo>
                    <a:pt x="4984916" y="1403488"/>
                  </a:lnTo>
                  <a:lnTo>
                    <a:pt x="4985041" y="1403488"/>
                  </a:lnTo>
                  <a:lnTo>
                    <a:pt x="4985166" y="1403488"/>
                  </a:lnTo>
                  <a:lnTo>
                    <a:pt x="4985291" y="1403488"/>
                  </a:lnTo>
                  <a:lnTo>
                    <a:pt x="4985416" y="1403488"/>
                  </a:lnTo>
                  <a:lnTo>
                    <a:pt x="4985541" y="1403488"/>
                  </a:lnTo>
                  <a:lnTo>
                    <a:pt x="4985666" y="1403488"/>
                  </a:lnTo>
                  <a:lnTo>
                    <a:pt x="4985791" y="1403488"/>
                  </a:lnTo>
                  <a:lnTo>
                    <a:pt x="4985916" y="1403488"/>
                  </a:lnTo>
                  <a:lnTo>
                    <a:pt x="4986041" y="1403488"/>
                  </a:lnTo>
                  <a:lnTo>
                    <a:pt x="4986166" y="1403488"/>
                  </a:lnTo>
                  <a:lnTo>
                    <a:pt x="4986291" y="1403488"/>
                  </a:lnTo>
                  <a:lnTo>
                    <a:pt x="4986416" y="1403488"/>
                  </a:lnTo>
                  <a:lnTo>
                    <a:pt x="4986541" y="1403488"/>
                  </a:lnTo>
                  <a:lnTo>
                    <a:pt x="4986667" y="1403488"/>
                  </a:lnTo>
                  <a:lnTo>
                    <a:pt x="4986792" y="1403488"/>
                  </a:lnTo>
                  <a:lnTo>
                    <a:pt x="4986917" y="1403488"/>
                  </a:lnTo>
                  <a:lnTo>
                    <a:pt x="4987042" y="1403488"/>
                  </a:lnTo>
                  <a:lnTo>
                    <a:pt x="4987167" y="1403488"/>
                  </a:lnTo>
                  <a:lnTo>
                    <a:pt x="4987292" y="1403488"/>
                  </a:lnTo>
                  <a:lnTo>
                    <a:pt x="4987417" y="1403488"/>
                  </a:lnTo>
                  <a:lnTo>
                    <a:pt x="4987542" y="1403488"/>
                  </a:lnTo>
                  <a:lnTo>
                    <a:pt x="4987667" y="1403488"/>
                  </a:lnTo>
                  <a:lnTo>
                    <a:pt x="4987792" y="1403488"/>
                  </a:lnTo>
                  <a:lnTo>
                    <a:pt x="4987917" y="1403488"/>
                  </a:lnTo>
                  <a:lnTo>
                    <a:pt x="4988042" y="1403488"/>
                  </a:lnTo>
                  <a:lnTo>
                    <a:pt x="4988167" y="1403488"/>
                  </a:lnTo>
                  <a:lnTo>
                    <a:pt x="4988292" y="1403488"/>
                  </a:lnTo>
                  <a:lnTo>
                    <a:pt x="4988417" y="1403488"/>
                  </a:lnTo>
                  <a:lnTo>
                    <a:pt x="4988542" y="1403488"/>
                  </a:lnTo>
                  <a:lnTo>
                    <a:pt x="4988667" y="1403488"/>
                  </a:lnTo>
                  <a:lnTo>
                    <a:pt x="4988792" y="1403488"/>
                  </a:lnTo>
                  <a:lnTo>
                    <a:pt x="4988917" y="1403488"/>
                  </a:lnTo>
                  <a:lnTo>
                    <a:pt x="4989042" y="1403488"/>
                  </a:lnTo>
                  <a:lnTo>
                    <a:pt x="4989167" y="1403488"/>
                  </a:lnTo>
                  <a:lnTo>
                    <a:pt x="4989292" y="1403488"/>
                  </a:lnTo>
                  <a:lnTo>
                    <a:pt x="4989417" y="1403488"/>
                  </a:lnTo>
                  <a:lnTo>
                    <a:pt x="4989542" y="1403488"/>
                  </a:lnTo>
                  <a:lnTo>
                    <a:pt x="4989668" y="1403488"/>
                  </a:lnTo>
                  <a:lnTo>
                    <a:pt x="4989793" y="1403488"/>
                  </a:lnTo>
                  <a:lnTo>
                    <a:pt x="4989918" y="1403488"/>
                  </a:lnTo>
                  <a:lnTo>
                    <a:pt x="4990043" y="1403488"/>
                  </a:lnTo>
                  <a:lnTo>
                    <a:pt x="4990168" y="1403488"/>
                  </a:lnTo>
                  <a:lnTo>
                    <a:pt x="4990293" y="1403488"/>
                  </a:lnTo>
                  <a:lnTo>
                    <a:pt x="4990418" y="1403488"/>
                  </a:lnTo>
                  <a:lnTo>
                    <a:pt x="4990543" y="1403488"/>
                  </a:lnTo>
                  <a:lnTo>
                    <a:pt x="4990668" y="1403488"/>
                  </a:lnTo>
                  <a:lnTo>
                    <a:pt x="4990793" y="1403488"/>
                  </a:lnTo>
                  <a:lnTo>
                    <a:pt x="4990918" y="1403488"/>
                  </a:lnTo>
                  <a:lnTo>
                    <a:pt x="4991043" y="1403488"/>
                  </a:lnTo>
                  <a:lnTo>
                    <a:pt x="4991168" y="1403488"/>
                  </a:lnTo>
                  <a:lnTo>
                    <a:pt x="4991293" y="1403488"/>
                  </a:lnTo>
                  <a:lnTo>
                    <a:pt x="4991418" y="1403488"/>
                  </a:lnTo>
                  <a:lnTo>
                    <a:pt x="4991543" y="1403488"/>
                  </a:lnTo>
                  <a:lnTo>
                    <a:pt x="4991668" y="1403488"/>
                  </a:lnTo>
                  <a:lnTo>
                    <a:pt x="4991793" y="1403488"/>
                  </a:lnTo>
                  <a:lnTo>
                    <a:pt x="4991918" y="1403488"/>
                  </a:lnTo>
                  <a:lnTo>
                    <a:pt x="4992043" y="1403488"/>
                  </a:lnTo>
                  <a:lnTo>
                    <a:pt x="4992168" y="1403488"/>
                  </a:lnTo>
                  <a:lnTo>
                    <a:pt x="4992293" y="1403488"/>
                  </a:lnTo>
                  <a:lnTo>
                    <a:pt x="4992418" y="1403488"/>
                  </a:lnTo>
                  <a:lnTo>
                    <a:pt x="4992543" y="1403488"/>
                  </a:lnTo>
                  <a:lnTo>
                    <a:pt x="4992669" y="1403488"/>
                  </a:lnTo>
                  <a:lnTo>
                    <a:pt x="4992794" y="1403488"/>
                  </a:lnTo>
                  <a:lnTo>
                    <a:pt x="4992919" y="1403488"/>
                  </a:lnTo>
                  <a:lnTo>
                    <a:pt x="4993044" y="1403488"/>
                  </a:lnTo>
                  <a:lnTo>
                    <a:pt x="4993169" y="1403488"/>
                  </a:lnTo>
                  <a:lnTo>
                    <a:pt x="4993294" y="1403488"/>
                  </a:lnTo>
                  <a:lnTo>
                    <a:pt x="4993419" y="1403488"/>
                  </a:lnTo>
                  <a:lnTo>
                    <a:pt x="4993544" y="1403488"/>
                  </a:lnTo>
                  <a:lnTo>
                    <a:pt x="4993669" y="1403488"/>
                  </a:lnTo>
                  <a:lnTo>
                    <a:pt x="4993794" y="1403488"/>
                  </a:lnTo>
                  <a:lnTo>
                    <a:pt x="4993919" y="1403488"/>
                  </a:lnTo>
                  <a:lnTo>
                    <a:pt x="4994044" y="1403488"/>
                  </a:lnTo>
                  <a:lnTo>
                    <a:pt x="4994169" y="1403488"/>
                  </a:lnTo>
                  <a:lnTo>
                    <a:pt x="4994294" y="1403488"/>
                  </a:lnTo>
                  <a:lnTo>
                    <a:pt x="4994419" y="1403488"/>
                  </a:lnTo>
                  <a:lnTo>
                    <a:pt x="4994544" y="1403488"/>
                  </a:lnTo>
                  <a:lnTo>
                    <a:pt x="4994669" y="1403488"/>
                  </a:lnTo>
                  <a:lnTo>
                    <a:pt x="4994794" y="1403488"/>
                  </a:lnTo>
                  <a:lnTo>
                    <a:pt x="4994919" y="1403488"/>
                  </a:lnTo>
                  <a:lnTo>
                    <a:pt x="4995044" y="1403488"/>
                  </a:lnTo>
                  <a:lnTo>
                    <a:pt x="4995169" y="1403488"/>
                  </a:lnTo>
                  <a:lnTo>
                    <a:pt x="4995294" y="1403488"/>
                  </a:lnTo>
                  <a:lnTo>
                    <a:pt x="4995419" y="1403488"/>
                  </a:lnTo>
                  <a:lnTo>
                    <a:pt x="4995544" y="1403488"/>
                  </a:lnTo>
                  <a:lnTo>
                    <a:pt x="4995670" y="1403488"/>
                  </a:lnTo>
                  <a:lnTo>
                    <a:pt x="4995795" y="1403488"/>
                  </a:lnTo>
                  <a:lnTo>
                    <a:pt x="4995920" y="1403488"/>
                  </a:lnTo>
                  <a:lnTo>
                    <a:pt x="4996045" y="1403488"/>
                  </a:lnTo>
                  <a:lnTo>
                    <a:pt x="4996170" y="1403488"/>
                  </a:lnTo>
                  <a:lnTo>
                    <a:pt x="4996295" y="1403488"/>
                  </a:lnTo>
                  <a:lnTo>
                    <a:pt x="4996420" y="1403488"/>
                  </a:lnTo>
                  <a:lnTo>
                    <a:pt x="4996545" y="1403488"/>
                  </a:lnTo>
                  <a:lnTo>
                    <a:pt x="4996670" y="1403488"/>
                  </a:lnTo>
                  <a:lnTo>
                    <a:pt x="4996795" y="1403488"/>
                  </a:lnTo>
                  <a:lnTo>
                    <a:pt x="4996920" y="1403488"/>
                  </a:lnTo>
                  <a:lnTo>
                    <a:pt x="4997045" y="1403488"/>
                  </a:lnTo>
                  <a:lnTo>
                    <a:pt x="4997170" y="1403488"/>
                  </a:lnTo>
                  <a:lnTo>
                    <a:pt x="4997295" y="1403488"/>
                  </a:lnTo>
                  <a:lnTo>
                    <a:pt x="4997420" y="1403488"/>
                  </a:lnTo>
                  <a:lnTo>
                    <a:pt x="4997545" y="1403488"/>
                  </a:lnTo>
                  <a:lnTo>
                    <a:pt x="4997670" y="1403488"/>
                  </a:lnTo>
                  <a:lnTo>
                    <a:pt x="4997795" y="1403488"/>
                  </a:lnTo>
                  <a:lnTo>
                    <a:pt x="4997920" y="1403488"/>
                  </a:lnTo>
                  <a:lnTo>
                    <a:pt x="4998045" y="1403488"/>
                  </a:lnTo>
                  <a:lnTo>
                    <a:pt x="4998170" y="1403488"/>
                  </a:lnTo>
                  <a:lnTo>
                    <a:pt x="4998295" y="1403488"/>
                  </a:lnTo>
                  <a:lnTo>
                    <a:pt x="4998420" y="1403488"/>
                  </a:lnTo>
                  <a:lnTo>
                    <a:pt x="4998545" y="1403488"/>
                  </a:lnTo>
                  <a:lnTo>
                    <a:pt x="4998671" y="1403488"/>
                  </a:lnTo>
                  <a:lnTo>
                    <a:pt x="4998796" y="1403488"/>
                  </a:lnTo>
                  <a:lnTo>
                    <a:pt x="4998921" y="1403488"/>
                  </a:lnTo>
                  <a:lnTo>
                    <a:pt x="4999046" y="1403488"/>
                  </a:lnTo>
                  <a:lnTo>
                    <a:pt x="4999171" y="1403488"/>
                  </a:lnTo>
                  <a:lnTo>
                    <a:pt x="4999296" y="1403488"/>
                  </a:lnTo>
                  <a:lnTo>
                    <a:pt x="4999421" y="1403488"/>
                  </a:lnTo>
                  <a:lnTo>
                    <a:pt x="4999546" y="1403488"/>
                  </a:lnTo>
                  <a:lnTo>
                    <a:pt x="4999671" y="1403488"/>
                  </a:lnTo>
                  <a:lnTo>
                    <a:pt x="4999796" y="1403488"/>
                  </a:lnTo>
                  <a:lnTo>
                    <a:pt x="4999921" y="1403488"/>
                  </a:lnTo>
                  <a:lnTo>
                    <a:pt x="5000046" y="1403488"/>
                  </a:lnTo>
                  <a:lnTo>
                    <a:pt x="5000171" y="1403488"/>
                  </a:lnTo>
                  <a:lnTo>
                    <a:pt x="5000296" y="1403488"/>
                  </a:lnTo>
                  <a:lnTo>
                    <a:pt x="5000421" y="1403488"/>
                  </a:lnTo>
                  <a:lnTo>
                    <a:pt x="5000546" y="1403488"/>
                  </a:lnTo>
                  <a:lnTo>
                    <a:pt x="5000671" y="1403488"/>
                  </a:lnTo>
                  <a:lnTo>
                    <a:pt x="5000796" y="1403488"/>
                  </a:lnTo>
                  <a:lnTo>
                    <a:pt x="5000921" y="1403488"/>
                  </a:lnTo>
                  <a:lnTo>
                    <a:pt x="5001046" y="1403488"/>
                  </a:lnTo>
                  <a:lnTo>
                    <a:pt x="5001171" y="1403488"/>
                  </a:lnTo>
                  <a:lnTo>
                    <a:pt x="5001296" y="1403488"/>
                  </a:lnTo>
                  <a:lnTo>
                    <a:pt x="5001421" y="1403488"/>
                  </a:lnTo>
                  <a:lnTo>
                    <a:pt x="5001546" y="1403488"/>
                  </a:lnTo>
                  <a:lnTo>
                    <a:pt x="5001672" y="1403488"/>
                  </a:lnTo>
                  <a:lnTo>
                    <a:pt x="5001797" y="1403488"/>
                  </a:lnTo>
                  <a:lnTo>
                    <a:pt x="5001922" y="1403488"/>
                  </a:lnTo>
                  <a:lnTo>
                    <a:pt x="5002047" y="1403488"/>
                  </a:lnTo>
                  <a:lnTo>
                    <a:pt x="5002172" y="1403488"/>
                  </a:lnTo>
                  <a:lnTo>
                    <a:pt x="5002297" y="1403488"/>
                  </a:lnTo>
                  <a:lnTo>
                    <a:pt x="5002422" y="1403488"/>
                  </a:lnTo>
                  <a:lnTo>
                    <a:pt x="5002547" y="1403488"/>
                  </a:lnTo>
                  <a:lnTo>
                    <a:pt x="5002672" y="1403488"/>
                  </a:lnTo>
                  <a:lnTo>
                    <a:pt x="5002797" y="1403488"/>
                  </a:lnTo>
                  <a:lnTo>
                    <a:pt x="5002922" y="1403488"/>
                  </a:lnTo>
                  <a:lnTo>
                    <a:pt x="5003047" y="1403488"/>
                  </a:lnTo>
                  <a:lnTo>
                    <a:pt x="5003172" y="1403488"/>
                  </a:lnTo>
                  <a:lnTo>
                    <a:pt x="5003297" y="1403488"/>
                  </a:lnTo>
                  <a:lnTo>
                    <a:pt x="5003422" y="1403488"/>
                  </a:lnTo>
                  <a:lnTo>
                    <a:pt x="5003547" y="1403488"/>
                  </a:lnTo>
                  <a:lnTo>
                    <a:pt x="5003672" y="1403488"/>
                  </a:lnTo>
                  <a:lnTo>
                    <a:pt x="5003797" y="1403488"/>
                  </a:lnTo>
                  <a:lnTo>
                    <a:pt x="5003922" y="1403488"/>
                  </a:lnTo>
                  <a:lnTo>
                    <a:pt x="5004047" y="1403488"/>
                  </a:lnTo>
                  <a:lnTo>
                    <a:pt x="5004172" y="1403488"/>
                  </a:lnTo>
                  <a:lnTo>
                    <a:pt x="5004297" y="1403488"/>
                  </a:lnTo>
                  <a:lnTo>
                    <a:pt x="5004422" y="1403488"/>
                  </a:lnTo>
                  <a:lnTo>
                    <a:pt x="5004547" y="1403488"/>
                  </a:lnTo>
                  <a:lnTo>
                    <a:pt x="5004673" y="1403488"/>
                  </a:lnTo>
                  <a:lnTo>
                    <a:pt x="5004798" y="1403488"/>
                  </a:lnTo>
                  <a:lnTo>
                    <a:pt x="5004923" y="1403488"/>
                  </a:lnTo>
                  <a:lnTo>
                    <a:pt x="5005048" y="1403488"/>
                  </a:lnTo>
                  <a:lnTo>
                    <a:pt x="5005173" y="1403488"/>
                  </a:lnTo>
                  <a:lnTo>
                    <a:pt x="5005298" y="1403488"/>
                  </a:lnTo>
                  <a:lnTo>
                    <a:pt x="5005423" y="1403488"/>
                  </a:lnTo>
                  <a:lnTo>
                    <a:pt x="5005548" y="1403488"/>
                  </a:lnTo>
                  <a:lnTo>
                    <a:pt x="5005673" y="1403488"/>
                  </a:lnTo>
                  <a:lnTo>
                    <a:pt x="5005798" y="1403488"/>
                  </a:lnTo>
                  <a:lnTo>
                    <a:pt x="5005923" y="1403488"/>
                  </a:lnTo>
                  <a:lnTo>
                    <a:pt x="5006048" y="1403488"/>
                  </a:lnTo>
                  <a:lnTo>
                    <a:pt x="5006173" y="1403488"/>
                  </a:lnTo>
                  <a:lnTo>
                    <a:pt x="5006298" y="1403488"/>
                  </a:lnTo>
                  <a:lnTo>
                    <a:pt x="5006423" y="1403488"/>
                  </a:lnTo>
                  <a:lnTo>
                    <a:pt x="5006548" y="1403488"/>
                  </a:lnTo>
                  <a:lnTo>
                    <a:pt x="5006673" y="1403488"/>
                  </a:lnTo>
                  <a:lnTo>
                    <a:pt x="5006798" y="1403488"/>
                  </a:lnTo>
                  <a:lnTo>
                    <a:pt x="5006923" y="1403488"/>
                  </a:lnTo>
                  <a:lnTo>
                    <a:pt x="5007048" y="1403488"/>
                  </a:lnTo>
                  <a:lnTo>
                    <a:pt x="5007173" y="1403488"/>
                  </a:lnTo>
                  <a:lnTo>
                    <a:pt x="5007298" y="1403488"/>
                  </a:lnTo>
                  <a:lnTo>
                    <a:pt x="5007423" y="1403488"/>
                  </a:lnTo>
                  <a:lnTo>
                    <a:pt x="5007549" y="1403488"/>
                  </a:lnTo>
                  <a:lnTo>
                    <a:pt x="5007674" y="1403488"/>
                  </a:lnTo>
                  <a:lnTo>
                    <a:pt x="5007799" y="1403488"/>
                  </a:lnTo>
                  <a:lnTo>
                    <a:pt x="5007924" y="1403488"/>
                  </a:lnTo>
                  <a:lnTo>
                    <a:pt x="5008049" y="1403488"/>
                  </a:lnTo>
                  <a:lnTo>
                    <a:pt x="5008174" y="1403488"/>
                  </a:lnTo>
                  <a:lnTo>
                    <a:pt x="5008299" y="1403488"/>
                  </a:lnTo>
                  <a:lnTo>
                    <a:pt x="5008424" y="1403488"/>
                  </a:lnTo>
                  <a:lnTo>
                    <a:pt x="5008549" y="1403488"/>
                  </a:lnTo>
                  <a:lnTo>
                    <a:pt x="5008674" y="1403488"/>
                  </a:lnTo>
                  <a:lnTo>
                    <a:pt x="5008799" y="1403488"/>
                  </a:lnTo>
                  <a:lnTo>
                    <a:pt x="5008924" y="1403488"/>
                  </a:lnTo>
                  <a:lnTo>
                    <a:pt x="5009049" y="1403488"/>
                  </a:lnTo>
                  <a:lnTo>
                    <a:pt x="5009174" y="1403488"/>
                  </a:lnTo>
                  <a:lnTo>
                    <a:pt x="5009299" y="1403488"/>
                  </a:lnTo>
                  <a:lnTo>
                    <a:pt x="5009424" y="1403488"/>
                  </a:lnTo>
                  <a:lnTo>
                    <a:pt x="5009549" y="1403488"/>
                  </a:lnTo>
                  <a:lnTo>
                    <a:pt x="5009674" y="1403488"/>
                  </a:lnTo>
                  <a:lnTo>
                    <a:pt x="5009799" y="1403488"/>
                  </a:lnTo>
                  <a:lnTo>
                    <a:pt x="5009924" y="1403488"/>
                  </a:lnTo>
                  <a:lnTo>
                    <a:pt x="5010049" y="1403488"/>
                  </a:lnTo>
                  <a:lnTo>
                    <a:pt x="5010174" y="1403488"/>
                  </a:lnTo>
                  <a:lnTo>
                    <a:pt x="5010299" y="1403488"/>
                  </a:lnTo>
                  <a:lnTo>
                    <a:pt x="5010424" y="1403488"/>
                  </a:lnTo>
                  <a:lnTo>
                    <a:pt x="5010550" y="1403488"/>
                  </a:lnTo>
                  <a:lnTo>
                    <a:pt x="5010675" y="1403488"/>
                  </a:lnTo>
                  <a:lnTo>
                    <a:pt x="5010800" y="1403488"/>
                  </a:lnTo>
                  <a:lnTo>
                    <a:pt x="5010925" y="1403488"/>
                  </a:lnTo>
                  <a:lnTo>
                    <a:pt x="5011050" y="1403488"/>
                  </a:lnTo>
                  <a:lnTo>
                    <a:pt x="5011175" y="1403488"/>
                  </a:lnTo>
                  <a:lnTo>
                    <a:pt x="5011300" y="1403488"/>
                  </a:lnTo>
                  <a:lnTo>
                    <a:pt x="5011425" y="1403488"/>
                  </a:lnTo>
                  <a:lnTo>
                    <a:pt x="5011550" y="1403488"/>
                  </a:lnTo>
                  <a:lnTo>
                    <a:pt x="5011675" y="1403488"/>
                  </a:lnTo>
                  <a:lnTo>
                    <a:pt x="5011800" y="1403488"/>
                  </a:lnTo>
                  <a:lnTo>
                    <a:pt x="5011925" y="1403488"/>
                  </a:lnTo>
                  <a:lnTo>
                    <a:pt x="5012050" y="1403488"/>
                  </a:lnTo>
                  <a:lnTo>
                    <a:pt x="5012175" y="1403488"/>
                  </a:lnTo>
                  <a:lnTo>
                    <a:pt x="5012300" y="1403488"/>
                  </a:lnTo>
                  <a:lnTo>
                    <a:pt x="5012425" y="1403488"/>
                  </a:lnTo>
                  <a:lnTo>
                    <a:pt x="5012550" y="1403488"/>
                  </a:lnTo>
                  <a:lnTo>
                    <a:pt x="5012675" y="1403488"/>
                  </a:lnTo>
                  <a:lnTo>
                    <a:pt x="5012800" y="1403488"/>
                  </a:lnTo>
                  <a:lnTo>
                    <a:pt x="5012925" y="1403488"/>
                  </a:lnTo>
                  <a:lnTo>
                    <a:pt x="5013050" y="1403488"/>
                  </a:lnTo>
                  <a:lnTo>
                    <a:pt x="5013175" y="1403488"/>
                  </a:lnTo>
                  <a:lnTo>
                    <a:pt x="5013300" y="1403488"/>
                  </a:lnTo>
                  <a:lnTo>
                    <a:pt x="5013425" y="1403488"/>
                  </a:lnTo>
                  <a:lnTo>
                    <a:pt x="5013551" y="1403488"/>
                  </a:lnTo>
                  <a:lnTo>
                    <a:pt x="5013676" y="1403488"/>
                  </a:lnTo>
                  <a:lnTo>
                    <a:pt x="5013801" y="1403488"/>
                  </a:lnTo>
                  <a:lnTo>
                    <a:pt x="5013926" y="1403488"/>
                  </a:lnTo>
                  <a:lnTo>
                    <a:pt x="5014051" y="1403488"/>
                  </a:lnTo>
                  <a:lnTo>
                    <a:pt x="5014176" y="1403488"/>
                  </a:lnTo>
                  <a:lnTo>
                    <a:pt x="5014301" y="1403488"/>
                  </a:lnTo>
                  <a:lnTo>
                    <a:pt x="5014426" y="1403488"/>
                  </a:lnTo>
                  <a:lnTo>
                    <a:pt x="5014551" y="1403488"/>
                  </a:lnTo>
                  <a:lnTo>
                    <a:pt x="5014676" y="1403488"/>
                  </a:lnTo>
                  <a:lnTo>
                    <a:pt x="5014801" y="1403488"/>
                  </a:lnTo>
                  <a:lnTo>
                    <a:pt x="5014926" y="1403488"/>
                  </a:lnTo>
                  <a:lnTo>
                    <a:pt x="5015051" y="1403488"/>
                  </a:lnTo>
                  <a:lnTo>
                    <a:pt x="5015176" y="1403488"/>
                  </a:lnTo>
                  <a:lnTo>
                    <a:pt x="5015301" y="1403488"/>
                  </a:lnTo>
                  <a:lnTo>
                    <a:pt x="5015426" y="1403488"/>
                  </a:lnTo>
                  <a:lnTo>
                    <a:pt x="5015551" y="1403488"/>
                  </a:lnTo>
                  <a:lnTo>
                    <a:pt x="5015676" y="1403488"/>
                  </a:lnTo>
                  <a:lnTo>
                    <a:pt x="5015801" y="1403488"/>
                  </a:lnTo>
                  <a:lnTo>
                    <a:pt x="5015926" y="1403488"/>
                  </a:lnTo>
                  <a:lnTo>
                    <a:pt x="5016051" y="1403488"/>
                  </a:lnTo>
                  <a:lnTo>
                    <a:pt x="5016176" y="1403488"/>
                  </a:lnTo>
                  <a:lnTo>
                    <a:pt x="5016301" y="1403488"/>
                  </a:lnTo>
                  <a:lnTo>
                    <a:pt x="5016426" y="1403488"/>
                  </a:lnTo>
                  <a:lnTo>
                    <a:pt x="5016552" y="1403488"/>
                  </a:lnTo>
                  <a:lnTo>
                    <a:pt x="5016677" y="1403488"/>
                  </a:lnTo>
                  <a:lnTo>
                    <a:pt x="5016802" y="1403488"/>
                  </a:lnTo>
                  <a:lnTo>
                    <a:pt x="5016927" y="1403488"/>
                  </a:lnTo>
                  <a:lnTo>
                    <a:pt x="5017052" y="1403488"/>
                  </a:lnTo>
                  <a:lnTo>
                    <a:pt x="5017177" y="1403488"/>
                  </a:lnTo>
                  <a:lnTo>
                    <a:pt x="5017302" y="1403488"/>
                  </a:lnTo>
                  <a:lnTo>
                    <a:pt x="5017427" y="1403488"/>
                  </a:lnTo>
                  <a:lnTo>
                    <a:pt x="5017552" y="1403488"/>
                  </a:lnTo>
                  <a:lnTo>
                    <a:pt x="5017677" y="1403488"/>
                  </a:lnTo>
                  <a:lnTo>
                    <a:pt x="5017802" y="1403488"/>
                  </a:lnTo>
                  <a:lnTo>
                    <a:pt x="5017927" y="1403488"/>
                  </a:lnTo>
                  <a:lnTo>
                    <a:pt x="5018052" y="1403488"/>
                  </a:lnTo>
                  <a:lnTo>
                    <a:pt x="5018177" y="1403488"/>
                  </a:lnTo>
                  <a:lnTo>
                    <a:pt x="5018302" y="1403488"/>
                  </a:lnTo>
                  <a:lnTo>
                    <a:pt x="5018427" y="1403488"/>
                  </a:lnTo>
                  <a:lnTo>
                    <a:pt x="5018552" y="1403488"/>
                  </a:lnTo>
                  <a:lnTo>
                    <a:pt x="5018677" y="1403488"/>
                  </a:lnTo>
                  <a:lnTo>
                    <a:pt x="5018802" y="1403488"/>
                  </a:lnTo>
                  <a:lnTo>
                    <a:pt x="5018927" y="1403488"/>
                  </a:lnTo>
                  <a:lnTo>
                    <a:pt x="5019052" y="1403488"/>
                  </a:lnTo>
                  <a:lnTo>
                    <a:pt x="5019177" y="1403488"/>
                  </a:lnTo>
                  <a:lnTo>
                    <a:pt x="5019302" y="1403488"/>
                  </a:lnTo>
                  <a:lnTo>
                    <a:pt x="5019427" y="1403488"/>
                  </a:lnTo>
                  <a:lnTo>
                    <a:pt x="5019553" y="1403488"/>
                  </a:lnTo>
                  <a:lnTo>
                    <a:pt x="5019678" y="1403488"/>
                  </a:lnTo>
                  <a:lnTo>
                    <a:pt x="5019803" y="1403488"/>
                  </a:lnTo>
                  <a:lnTo>
                    <a:pt x="5019928" y="1403488"/>
                  </a:lnTo>
                  <a:lnTo>
                    <a:pt x="5020053" y="1403488"/>
                  </a:lnTo>
                  <a:lnTo>
                    <a:pt x="5020178" y="1403488"/>
                  </a:lnTo>
                  <a:lnTo>
                    <a:pt x="5020303" y="1403488"/>
                  </a:lnTo>
                  <a:lnTo>
                    <a:pt x="5020428" y="1403488"/>
                  </a:lnTo>
                  <a:lnTo>
                    <a:pt x="5020553" y="1403488"/>
                  </a:lnTo>
                  <a:lnTo>
                    <a:pt x="5020678" y="1403488"/>
                  </a:lnTo>
                  <a:lnTo>
                    <a:pt x="5020803" y="1403488"/>
                  </a:lnTo>
                  <a:lnTo>
                    <a:pt x="5020928" y="1403488"/>
                  </a:lnTo>
                  <a:lnTo>
                    <a:pt x="5021053" y="1403488"/>
                  </a:lnTo>
                  <a:lnTo>
                    <a:pt x="5021178" y="1403488"/>
                  </a:lnTo>
                  <a:lnTo>
                    <a:pt x="5021303" y="1403488"/>
                  </a:lnTo>
                  <a:lnTo>
                    <a:pt x="5021428" y="1403488"/>
                  </a:lnTo>
                  <a:lnTo>
                    <a:pt x="5021553" y="1403488"/>
                  </a:lnTo>
                  <a:lnTo>
                    <a:pt x="5021678" y="1403488"/>
                  </a:lnTo>
                  <a:lnTo>
                    <a:pt x="5021803" y="1403488"/>
                  </a:lnTo>
                  <a:lnTo>
                    <a:pt x="5021928" y="1403488"/>
                  </a:lnTo>
                  <a:lnTo>
                    <a:pt x="5022053" y="1403488"/>
                  </a:lnTo>
                  <a:lnTo>
                    <a:pt x="5022178" y="1403488"/>
                  </a:lnTo>
                  <a:lnTo>
                    <a:pt x="5022303" y="1403488"/>
                  </a:lnTo>
                  <a:lnTo>
                    <a:pt x="5022428" y="1403488"/>
                  </a:lnTo>
                  <a:lnTo>
                    <a:pt x="5022554" y="1403488"/>
                  </a:lnTo>
                  <a:lnTo>
                    <a:pt x="5022679" y="1403488"/>
                  </a:lnTo>
                  <a:lnTo>
                    <a:pt x="5022804" y="1403488"/>
                  </a:lnTo>
                  <a:lnTo>
                    <a:pt x="5022929" y="1403488"/>
                  </a:lnTo>
                  <a:lnTo>
                    <a:pt x="5023054" y="1403488"/>
                  </a:lnTo>
                  <a:lnTo>
                    <a:pt x="5023179" y="1403488"/>
                  </a:lnTo>
                  <a:lnTo>
                    <a:pt x="5023304" y="1403488"/>
                  </a:lnTo>
                  <a:lnTo>
                    <a:pt x="5023429" y="1403488"/>
                  </a:lnTo>
                  <a:lnTo>
                    <a:pt x="5023554" y="1403488"/>
                  </a:lnTo>
                  <a:lnTo>
                    <a:pt x="5023679" y="1403488"/>
                  </a:lnTo>
                  <a:lnTo>
                    <a:pt x="5023804" y="1403488"/>
                  </a:lnTo>
                  <a:lnTo>
                    <a:pt x="5023929" y="1403488"/>
                  </a:lnTo>
                  <a:lnTo>
                    <a:pt x="5024054" y="1403488"/>
                  </a:lnTo>
                  <a:lnTo>
                    <a:pt x="5024179" y="1403488"/>
                  </a:lnTo>
                  <a:lnTo>
                    <a:pt x="5024304" y="1403488"/>
                  </a:lnTo>
                  <a:lnTo>
                    <a:pt x="5024429" y="1403488"/>
                  </a:lnTo>
                  <a:lnTo>
                    <a:pt x="5024554" y="1403488"/>
                  </a:lnTo>
                  <a:lnTo>
                    <a:pt x="5024679" y="1403488"/>
                  </a:lnTo>
                  <a:lnTo>
                    <a:pt x="5024804" y="1403488"/>
                  </a:lnTo>
                  <a:lnTo>
                    <a:pt x="5024929" y="1403488"/>
                  </a:lnTo>
                  <a:lnTo>
                    <a:pt x="5025054" y="1403488"/>
                  </a:lnTo>
                  <a:lnTo>
                    <a:pt x="5025179" y="1403488"/>
                  </a:lnTo>
                  <a:lnTo>
                    <a:pt x="5025304" y="1403488"/>
                  </a:lnTo>
                  <a:lnTo>
                    <a:pt x="5025429" y="1403488"/>
                  </a:lnTo>
                  <a:lnTo>
                    <a:pt x="5025555" y="1403488"/>
                  </a:lnTo>
                  <a:lnTo>
                    <a:pt x="5025680" y="1403488"/>
                  </a:lnTo>
                  <a:lnTo>
                    <a:pt x="5025805" y="1403488"/>
                  </a:lnTo>
                  <a:lnTo>
                    <a:pt x="5025930" y="1403488"/>
                  </a:lnTo>
                  <a:lnTo>
                    <a:pt x="5026055" y="1403488"/>
                  </a:lnTo>
                  <a:lnTo>
                    <a:pt x="5026180" y="1403488"/>
                  </a:lnTo>
                  <a:lnTo>
                    <a:pt x="5026305" y="1403488"/>
                  </a:lnTo>
                  <a:lnTo>
                    <a:pt x="5026430" y="1403488"/>
                  </a:lnTo>
                  <a:lnTo>
                    <a:pt x="5026555" y="1403488"/>
                  </a:lnTo>
                  <a:lnTo>
                    <a:pt x="5026680" y="1403488"/>
                  </a:lnTo>
                  <a:lnTo>
                    <a:pt x="5026805" y="1403488"/>
                  </a:lnTo>
                  <a:lnTo>
                    <a:pt x="5026930" y="1403488"/>
                  </a:lnTo>
                  <a:lnTo>
                    <a:pt x="5027055" y="1403488"/>
                  </a:lnTo>
                  <a:lnTo>
                    <a:pt x="5027180" y="1403488"/>
                  </a:lnTo>
                  <a:lnTo>
                    <a:pt x="5027305" y="1403488"/>
                  </a:lnTo>
                  <a:lnTo>
                    <a:pt x="5027430" y="1403488"/>
                  </a:lnTo>
                  <a:lnTo>
                    <a:pt x="5027555" y="1403488"/>
                  </a:lnTo>
                  <a:lnTo>
                    <a:pt x="5027680" y="1403488"/>
                  </a:lnTo>
                  <a:lnTo>
                    <a:pt x="5027805" y="1403488"/>
                  </a:lnTo>
                  <a:lnTo>
                    <a:pt x="5027930" y="1403488"/>
                  </a:lnTo>
                  <a:lnTo>
                    <a:pt x="5028055" y="1403488"/>
                  </a:lnTo>
                  <a:lnTo>
                    <a:pt x="5028180" y="1403488"/>
                  </a:lnTo>
                  <a:lnTo>
                    <a:pt x="5028305" y="1403488"/>
                  </a:lnTo>
                  <a:lnTo>
                    <a:pt x="5028430" y="1403488"/>
                  </a:lnTo>
                  <a:lnTo>
                    <a:pt x="5028556" y="1403488"/>
                  </a:lnTo>
                  <a:lnTo>
                    <a:pt x="5028681" y="1403488"/>
                  </a:lnTo>
                  <a:lnTo>
                    <a:pt x="5028806" y="1403488"/>
                  </a:lnTo>
                  <a:lnTo>
                    <a:pt x="5028931" y="1403488"/>
                  </a:lnTo>
                  <a:lnTo>
                    <a:pt x="5029056" y="1403488"/>
                  </a:lnTo>
                  <a:lnTo>
                    <a:pt x="5029181" y="1403488"/>
                  </a:lnTo>
                  <a:lnTo>
                    <a:pt x="5029306" y="1403488"/>
                  </a:lnTo>
                  <a:lnTo>
                    <a:pt x="5029431" y="1403488"/>
                  </a:lnTo>
                  <a:lnTo>
                    <a:pt x="5029556" y="1403488"/>
                  </a:lnTo>
                  <a:lnTo>
                    <a:pt x="5029681" y="1403488"/>
                  </a:lnTo>
                  <a:lnTo>
                    <a:pt x="5029806" y="1403488"/>
                  </a:lnTo>
                  <a:lnTo>
                    <a:pt x="5029931" y="1403488"/>
                  </a:lnTo>
                  <a:lnTo>
                    <a:pt x="5030056" y="1403488"/>
                  </a:lnTo>
                  <a:lnTo>
                    <a:pt x="5030181" y="1403488"/>
                  </a:lnTo>
                  <a:lnTo>
                    <a:pt x="5030306" y="1403488"/>
                  </a:lnTo>
                  <a:lnTo>
                    <a:pt x="5030431" y="1403488"/>
                  </a:lnTo>
                  <a:lnTo>
                    <a:pt x="5030556" y="1403488"/>
                  </a:lnTo>
                  <a:lnTo>
                    <a:pt x="5030681" y="1403488"/>
                  </a:lnTo>
                  <a:lnTo>
                    <a:pt x="5030806" y="1403488"/>
                  </a:lnTo>
                  <a:lnTo>
                    <a:pt x="5030931" y="1403488"/>
                  </a:lnTo>
                  <a:lnTo>
                    <a:pt x="5031056" y="1403488"/>
                  </a:lnTo>
                  <a:lnTo>
                    <a:pt x="5031181" y="1403488"/>
                  </a:lnTo>
                  <a:lnTo>
                    <a:pt x="5031306" y="1403488"/>
                  </a:lnTo>
                  <a:lnTo>
                    <a:pt x="5031431" y="1403488"/>
                  </a:lnTo>
                  <a:lnTo>
                    <a:pt x="5031557" y="1403488"/>
                  </a:lnTo>
                  <a:lnTo>
                    <a:pt x="5031682" y="1403488"/>
                  </a:lnTo>
                  <a:lnTo>
                    <a:pt x="5031807" y="1403488"/>
                  </a:lnTo>
                  <a:lnTo>
                    <a:pt x="5031932" y="1403488"/>
                  </a:lnTo>
                  <a:lnTo>
                    <a:pt x="5032057" y="1403488"/>
                  </a:lnTo>
                  <a:lnTo>
                    <a:pt x="5032182" y="1403488"/>
                  </a:lnTo>
                  <a:lnTo>
                    <a:pt x="5032307" y="1403488"/>
                  </a:lnTo>
                  <a:lnTo>
                    <a:pt x="5032432" y="1403488"/>
                  </a:lnTo>
                  <a:lnTo>
                    <a:pt x="5032557" y="1403488"/>
                  </a:lnTo>
                  <a:lnTo>
                    <a:pt x="5032682" y="1403488"/>
                  </a:lnTo>
                  <a:lnTo>
                    <a:pt x="5032807" y="1403488"/>
                  </a:lnTo>
                  <a:lnTo>
                    <a:pt x="5032932" y="1403488"/>
                  </a:lnTo>
                  <a:lnTo>
                    <a:pt x="5033057" y="1403488"/>
                  </a:lnTo>
                  <a:lnTo>
                    <a:pt x="5033182" y="1403488"/>
                  </a:lnTo>
                  <a:lnTo>
                    <a:pt x="5033307" y="1403488"/>
                  </a:lnTo>
                  <a:lnTo>
                    <a:pt x="5033432" y="1403488"/>
                  </a:lnTo>
                  <a:lnTo>
                    <a:pt x="5033557" y="1403488"/>
                  </a:lnTo>
                  <a:lnTo>
                    <a:pt x="5033682" y="1403488"/>
                  </a:lnTo>
                  <a:lnTo>
                    <a:pt x="5033807" y="1403488"/>
                  </a:lnTo>
                  <a:lnTo>
                    <a:pt x="5033932" y="1403488"/>
                  </a:lnTo>
                  <a:lnTo>
                    <a:pt x="5034057" y="1403488"/>
                  </a:lnTo>
                  <a:lnTo>
                    <a:pt x="5034182" y="1403488"/>
                  </a:lnTo>
                  <a:lnTo>
                    <a:pt x="5034307" y="1403488"/>
                  </a:lnTo>
                  <a:lnTo>
                    <a:pt x="5034432" y="1403488"/>
                  </a:lnTo>
                  <a:lnTo>
                    <a:pt x="5034558" y="1403488"/>
                  </a:lnTo>
                  <a:lnTo>
                    <a:pt x="5034683" y="1403488"/>
                  </a:lnTo>
                  <a:lnTo>
                    <a:pt x="5034808" y="1403488"/>
                  </a:lnTo>
                  <a:lnTo>
                    <a:pt x="5034933" y="1403488"/>
                  </a:lnTo>
                  <a:lnTo>
                    <a:pt x="5035058" y="1403488"/>
                  </a:lnTo>
                  <a:lnTo>
                    <a:pt x="5035183" y="1403488"/>
                  </a:lnTo>
                  <a:lnTo>
                    <a:pt x="5035308" y="1403488"/>
                  </a:lnTo>
                  <a:lnTo>
                    <a:pt x="5035433" y="1403488"/>
                  </a:lnTo>
                  <a:lnTo>
                    <a:pt x="5035558" y="1403488"/>
                  </a:lnTo>
                  <a:lnTo>
                    <a:pt x="5035683" y="1403488"/>
                  </a:lnTo>
                  <a:lnTo>
                    <a:pt x="5035808" y="1403488"/>
                  </a:lnTo>
                  <a:lnTo>
                    <a:pt x="5035933" y="1403488"/>
                  </a:lnTo>
                  <a:lnTo>
                    <a:pt x="5036058" y="1403488"/>
                  </a:lnTo>
                  <a:lnTo>
                    <a:pt x="5036183" y="1403488"/>
                  </a:lnTo>
                  <a:lnTo>
                    <a:pt x="5036308" y="1403488"/>
                  </a:lnTo>
                  <a:lnTo>
                    <a:pt x="5036433" y="1403488"/>
                  </a:lnTo>
                  <a:lnTo>
                    <a:pt x="5036558" y="1403488"/>
                  </a:lnTo>
                  <a:lnTo>
                    <a:pt x="5036683" y="1403488"/>
                  </a:lnTo>
                  <a:lnTo>
                    <a:pt x="5036808" y="1403488"/>
                  </a:lnTo>
                  <a:lnTo>
                    <a:pt x="5036933" y="1403488"/>
                  </a:lnTo>
                  <a:lnTo>
                    <a:pt x="5037058" y="1403488"/>
                  </a:lnTo>
                  <a:lnTo>
                    <a:pt x="5037183" y="1403488"/>
                  </a:lnTo>
                  <a:lnTo>
                    <a:pt x="5037308" y="1403488"/>
                  </a:lnTo>
                  <a:lnTo>
                    <a:pt x="5037433" y="1403488"/>
                  </a:lnTo>
                  <a:lnTo>
                    <a:pt x="5037559" y="1403488"/>
                  </a:lnTo>
                  <a:lnTo>
                    <a:pt x="5037684" y="1403488"/>
                  </a:lnTo>
                  <a:lnTo>
                    <a:pt x="5037809" y="1403488"/>
                  </a:lnTo>
                  <a:lnTo>
                    <a:pt x="5037934" y="1403488"/>
                  </a:lnTo>
                  <a:lnTo>
                    <a:pt x="5038059" y="1403488"/>
                  </a:lnTo>
                  <a:lnTo>
                    <a:pt x="5038184" y="1403488"/>
                  </a:lnTo>
                  <a:lnTo>
                    <a:pt x="5038309" y="1403488"/>
                  </a:lnTo>
                  <a:lnTo>
                    <a:pt x="5038434" y="1403488"/>
                  </a:lnTo>
                  <a:lnTo>
                    <a:pt x="5038559" y="1403488"/>
                  </a:lnTo>
                  <a:lnTo>
                    <a:pt x="5038684" y="1403488"/>
                  </a:lnTo>
                  <a:lnTo>
                    <a:pt x="5038809" y="1403488"/>
                  </a:lnTo>
                  <a:lnTo>
                    <a:pt x="5038934" y="1403488"/>
                  </a:lnTo>
                  <a:lnTo>
                    <a:pt x="5039059" y="1403488"/>
                  </a:lnTo>
                  <a:lnTo>
                    <a:pt x="5039184" y="1403488"/>
                  </a:lnTo>
                  <a:lnTo>
                    <a:pt x="5039309" y="1403488"/>
                  </a:lnTo>
                  <a:lnTo>
                    <a:pt x="5039434" y="1403488"/>
                  </a:lnTo>
                  <a:lnTo>
                    <a:pt x="5039559" y="1403488"/>
                  </a:lnTo>
                  <a:lnTo>
                    <a:pt x="5039684" y="1403488"/>
                  </a:lnTo>
                  <a:lnTo>
                    <a:pt x="5039809" y="1403488"/>
                  </a:lnTo>
                  <a:lnTo>
                    <a:pt x="5039934" y="1403488"/>
                  </a:lnTo>
                  <a:lnTo>
                    <a:pt x="5040059" y="1403488"/>
                  </a:lnTo>
                  <a:lnTo>
                    <a:pt x="5040184" y="1403488"/>
                  </a:lnTo>
                  <a:lnTo>
                    <a:pt x="5040309" y="1403488"/>
                  </a:lnTo>
                  <a:lnTo>
                    <a:pt x="5040434" y="1403488"/>
                  </a:lnTo>
                  <a:lnTo>
                    <a:pt x="5040560" y="1403488"/>
                  </a:lnTo>
                  <a:lnTo>
                    <a:pt x="5040685" y="1403488"/>
                  </a:lnTo>
                  <a:lnTo>
                    <a:pt x="5040810" y="1403488"/>
                  </a:lnTo>
                  <a:lnTo>
                    <a:pt x="5040935" y="1403488"/>
                  </a:lnTo>
                  <a:lnTo>
                    <a:pt x="5041060" y="1403488"/>
                  </a:lnTo>
                  <a:lnTo>
                    <a:pt x="5041185" y="1403488"/>
                  </a:lnTo>
                  <a:lnTo>
                    <a:pt x="5041310" y="1403488"/>
                  </a:lnTo>
                  <a:lnTo>
                    <a:pt x="5041435" y="1403488"/>
                  </a:lnTo>
                  <a:lnTo>
                    <a:pt x="5041560" y="1403488"/>
                  </a:lnTo>
                  <a:lnTo>
                    <a:pt x="5041685" y="1403488"/>
                  </a:lnTo>
                  <a:lnTo>
                    <a:pt x="5041810" y="1403488"/>
                  </a:lnTo>
                  <a:lnTo>
                    <a:pt x="5041935" y="1403488"/>
                  </a:lnTo>
                  <a:lnTo>
                    <a:pt x="5042060" y="1403488"/>
                  </a:lnTo>
                  <a:lnTo>
                    <a:pt x="5042185" y="1403488"/>
                  </a:lnTo>
                  <a:lnTo>
                    <a:pt x="5042310" y="1403488"/>
                  </a:lnTo>
                  <a:lnTo>
                    <a:pt x="5042435" y="1403488"/>
                  </a:lnTo>
                  <a:lnTo>
                    <a:pt x="5042560" y="1403488"/>
                  </a:lnTo>
                  <a:lnTo>
                    <a:pt x="5042685" y="1403488"/>
                  </a:lnTo>
                  <a:lnTo>
                    <a:pt x="5042810" y="1403488"/>
                  </a:lnTo>
                  <a:lnTo>
                    <a:pt x="5042935" y="1403488"/>
                  </a:lnTo>
                  <a:lnTo>
                    <a:pt x="5043060" y="1403488"/>
                  </a:lnTo>
                  <a:lnTo>
                    <a:pt x="5043185" y="1403488"/>
                  </a:lnTo>
                  <a:lnTo>
                    <a:pt x="5043310" y="1403488"/>
                  </a:lnTo>
                  <a:lnTo>
                    <a:pt x="5043435" y="1403488"/>
                  </a:lnTo>
                  <a:lnTo>
                    <a:pt x="5043561" y="1403488"/>
                  </a:lnTo>
                  <a:lnTo>
                    <a:pt x="5043686" y="1403488"/>
                  </a:lnTo>
                  <a:lnTo>
                    <a:pt x="5043811" y="1403488"/>
                  </a:lnTo>
                  <a:lnTo>
                    <a:pt x="5043936" y="1403488"/>
                  </a:lnTo>
                  <a:lnTo>
                    <a:pt x="5044061" y="1403488"/>
                  </a:lnTo>
                  <a:lnTo>
                    <a:pt x="5044186" y="1403488"/>
                  </a:lnTo>
                  <a:lnTo>
                    <a:pt x="5044311" y="1403488"/>
                  </a:lnTo>
                  <a:lnTo>
                    <a:pt x="5044436" y="1403488"/>
                  </a:lnTo>
                  <a:lnTo>
                    <a:pt x="5044561" y="1403488"/>
                  </a:lnTo>
                  <a:lnTo>
                    <a:pt x="5044686" y="1403488"/>
                  </a:lnTo>
                  <a:lnTo>
                    <a:pt x="5044811" y="1403488"/>
                  </a:lnTo>
                  <a:lnTo>
                    <a:pt x="5044936" y="1403488"/>
                  </a:lnTo>
                  <a:lnTo>
                    <a:pt x="5045061" y="1403488"/>
                  </a:lnTo>
                  <a:lnTo>
                    <a:pt x="5045186" y="1403488"/>
                  </a:lnTo>
                  <a:lnTo>
                    <a:pt x="5045311" y="1403488"/>
                  </a:lnTo>
                  <a:lnTo>
                    <a:pt x="5045436" y="1403488"/>
                  </a:lnTo>
                  <a:lnTo>
                    <a:pt x="5045561" y="1403488"/>
                  </a:lnTo>
                  <a:lnTo>
                    <a:pt x="5045686" y="1403488"/>
                  </a:lnTo>
                  <a:lnTo>
                    <a:pt x="5045811" y="1403488"/>
                  </a:lnTo>
                  <a:lnTo>
                    <a:pt x="5045936" y="1403488"/>
                  </a:lnTo>
                  <a:lnTo>
                    <a:pt x="5046061" y="1403488"/>
                  </a:lnTo>
                  <a:lnTo>
                    <a:pt x="5046186" y="1403488"/>
                  </a:lnTo>
                  <a:lnTo>
                    <a:pt x="5046311" y="1403488"/>
                  </a:lnTo>
                  <a:lnTo>
                    <a:pt x="5046437" y="1403488"/>
                  </a:lnTo>
                  <a:lnTo>
                    <a:pt x="5046562" y="1403488"/>
                  </a:lnTo>
                  <a:lnTo>
                    <a:pt x="5046687" y="1403488"/>
                  </a:lnTo>
                  <a:lnTo>
                    <a:pt x="5046812" y="1403488"/>
                  </a:lnTo>
                  <a:lnTo>
                    <a:pt x="5046937" y="1403488"/>
                  </a:lnTo>
                  <a:lnTo>
                    <a:pt x="5047062" y="1403488"/>
                  </a:lnTo>
                  <a:lnTo>
                    <a:pt x="5047187" y="1403488"/>
                  </a:lnTo>
                  <a:lnTo>
                    <a:pt x="5047312" y="1403488"/>
                  </a:lnTo>
                  <a:lnTo>
                    <a:pt x="5047437" y="1403488"/>
                  </a:lnTo>
                  <a:lnTo>
                    <a:pt x="5047562" y="1403488"/>
                  </a:lnTo>
                  <a:lnTo>
                    <a:pt x="5047687" y="1403488"/>
                  </a:lnTo>
                  <a:lnTo>
                    <a:pt x="5047812" y="1403488"/>
                  </a:lnTo>
                  <a:lnTo>
                    <a:pt x="5047937" y="1403488"/>
                  </a:lnTo>
                  <a:lnTo>
                    <a:pt x="5048062" y="1403488"/>
                  </a:lnTo>
                  <a:lnTo>
                    <a:pt x="5048187" y="1403488"/>
                  </a:lnTo>
                  <a:lnTo>
                    <a:pt x="5048312" y="1403488"/>
                  </a:lnTo>
                  <a:lnTo>
                    <a:pt x="5048437" y="1403488"/>
                  </a:lnTo>
                  <a:lnTo>
                    <a:pt x="5048562" y="1403488"/>
                  </a:lnTo>
                  <a:lnTo>
                    <a:pt x="5048687" y="1403488"/>
                  </a:lnTo>
                  <a:lnTo>
                    <a:pt x="5048812" y="1403488"/>
                  </a:lnTo>
                  <a:lnTo>
                    <a:pt x="5048937" y="1403488"/>
                  </a:lnTo>
                  <a:lnTo>
                    <a:pt x="5049062" y="1403488"/>
                  </a:lnTo>
                  <a:lnTo>
                    <a:pt x="5049187" y="1403488"/>
                  </a:lnTo>
                  <a:lnTo>
                    <a:pt x="5049312" y="1403488"/>
                  </a:lnTo>
                  <a:lnTo>
                    <a:pt x="5049438" y="1403488"/>
                  </a:lnTo>
                  <a:lnTo>
                    <a:pt x="5049563" y="1403488"/>
                  </a:lnTo>
                  <a:lnTo>
                    <a:pt x="5049688" y="1403488"/>
                  </a:lnTo>
                  <a:lnTo>
                    <a:pt x="5049813" y="1403488"/>
                  </a:lnTo>
                  <a:lnTo>
                    <a:pt x="5049938" y="1403488"/>
                  </a:lnTo>
                  <a:lnTo>
                    <a:pt x="5050063" y="1403488"/>
                  </a:lnTo>
                  <a:lnTo>
                    <a:pt x="5050188" y="1403488"/>
                  </a:lnTo>
                  <a:lnTo>
                    <a:pt x="5050313" y="1403488"/>
                  </a:lnTo>
                  <a:lnTo>
                    <a:pt x="5050438" y="1403488"/>
                  </a:lnTo>
                  <a:lnTo>
                    <a:pt x="5050563" y="1403488"/>
                  </a:lnTo>
                  <a:lnTo>
                    <a:pt x="5050688" y="1403488"/>
                  </a:lnTo>
                  <a:lnTo>
                    <a:pt x="5050813" y="1403488"/>
                  </a:lnTo>
                  <a:lnTo>
                    <a:pt x="5050938" y="1403488"/>
                  </a:lnTo>
                  <a:lnTo>
                    <a:pt x="5051063" y="1403488"/>
                  </a:lnTo>
                  <a:lnTo>
                    <a:pt x="5051188" y="1403488"/>
                  </a:lnTo>
                  <a:lnTo>
                    <a:pt x="5051188" y="1393535"/>
                  </a:lnTo>
                  <a:lnTo>
                    <a:pt x="5051313" y="1393535"/>
                  </a:lnTo>
                  <a:lnTo>
                    <a:pt x="5051438" y="1393535"/>
                  </a:lnTo>
                  <a:lnTo>
                    <a:pt x="5051563" y="1393535"/>
                  </a:lnTo>
                  <a:lnTo>
                    <a:pt x="5051688" y="1393535"/>
                  </a:lnTo>
                  <a:lnTo>
                    <a:pt x="5051813" y="1393535"/>
                  </a:lnTo>
                  <a:lnTo>
                    <a:pt x="5051938" y="1393535"/>
                  </a:lnTo>
                  <a:lnTo>
                    <a:pt x="5052063" y="1393535"/>
                  </a:lnTo>
                  <a:lnTo>
                    <a:pt x="5052188" y="1393535"/>
                  </a:lnTo>
                  <a:lnTo>
                    <a:pt x="5052313" y="1393535"/>
                  </a:lnTo>
                  <a:lnTo>
                    <a:pt x="5052439" y="1393535"/>
                  </a:lnTo>
                  <a:lnTo>
                    <a:pt x="5052564" y="1393535"/>
                  </a:lnTo>
                  <a:lnTo>
                    <a:pt x="5052689" y="1393535"/>
                  </a:lnTo>
                  <a:lnTo>
                    <a:pt x="5052814" y="1393535"/>
                  </a:lnTo>
                  <a:lnTo>
                    <a:pt x="5052939" y="1393535"/>
                  </a:lnTo>
                  <a:lnTo>
                    <a:pt x="5053064" y="1393535"/>
                  </a:lnTo>
                  <a:lnTo>
                    <a:pt x="5053189" y="1393535"/>
                  </a:lnTo>
                  <a:lnTo>
                    <a:pt x="5053314" y="1393535"/>
                  </a:lnTo>
                  <a:lnTo>
                    <a:pt x="5053439" y="1393535"/>
                  </a:lnTo>
                  <a:lnTo>
                    <a:pt x="5053564" y="1393535"/>
                  </a:lnTo>
                  <a:lnTo>
                    <a:pt x="5053689" y="1393535"/>
                  </a:lnTo>
                  <a:lnTo>
                    <a:pt x="5053814" y="1393535"/>
                  </a:lnTo>
                  <a:lnTo>
                    <a:pt x="5053939" y="1393535"/>
                  </a:lnTo>
                  <a:lnTo>
                    <a:pt x="5054064" y="1393535"/>
                  </a:lnTo>
                  <a:lnTo>
                    <a:pt x="5054189" y="1393535"/>
                  </a:lnTo>
                  <a:lnTo>
                    <a:pt x="5054314" y="1393535"/>
                  </a:lnTo>
                  <a:lnTo>
                    <a:pt x="5054439" y="1393535"/>
                  </a:lnTo>
                  <a:lnTo>
                    <a:pt x="5054564" y="1393535"/>
                  </a:lnTo>
                  <a:lnTo>
                    <a:pt x="5054689" y="1393535"/>
                  </a:lnTo>
                  <a:lnTo>
                    <a:pt x="5054814" y="1393535"/>
                  </a:lnTo>
                  <a:lnTo>
                    <a:pt x="5054939" y="1393535"/>
                  </a:lnTo>
                  <a:lnTo>
                    <a:pt x="5055064" y="1393535"/>
                  </a:lnTo>
                  <a:lnTo>
                    <a:pt x="5055189" y="1393535"/>
                  </a:lnTo>
                  <a:lnTo>
                    <a:pt x="5055314" y="1393535"/>
                  </a:lnTo>
                  <a:lnTo>
                    <a:pt x="5055440" y="1393535"/>
                  </a:lnTo>
                  <a:lnTo>
                    <a:pt x="5055565" y="1393535"/>
                  </a:lnTo>
                  <a:lnTo>
                    <a:pt x="5055690" y="1393535"/>
                  </a:lnTo>
                  <a:lnTo>
                    <a:pt x="5055815" y="1393535"/>
                  </a:lnTo>
                  <a:lnTo>
                    <a:pt x="5055940" y="1393535"/>
                  </a:lnTo>
                  <a:lnTo>
                    <a:pt x="5056065" y="1393535"/>
                  </a:lnTo>
                  <a:lnTo>
                    <a:pt x="5056190" y="1393535"/>
                  </a:lnTo>
                  <a:lnTo>
                    <a:pt x="5056315" y="1393535"/>
                  </a:lnTo>
                  <a:lnTo>
                    <a:pt x="5056440" y="1393535"/>
                  </a:lnTo>
                  <a:lnTo>
                    <a:pt x="5056565" y="1393535"/>
                  </a:lnTo>
                  <a:lnTo>
                    <a:pt x="5056690" y="1393535"/>
                  </a:lnTo>
                  <a:lnTo>
                    <a:pt x="5056815" y="1393535"/>
                  </a:lnTo>
                  <a:lnTo>
                    <a:pt x="5056940" y="1393535"/>
                  </a:lnTo>
                  <a:lnTo>
                    <a:pt x="5057065" y="1393535"/>
                  </a:lnTo>
                  <a:lnTo>
                    <a:pt x="5057190" y="1393535"/>
                  </a:lnTo>
                  <a:lnTo>
                    <a:pt x="5057315" y="1393535"/>
                  </a:lnTo>
                  <a:lnTo>
                    <a:pt x="5057440" y="1393535"/>
                  </a:lnTo>
                  <a:lnTo>
                    <a:pt x="5057565" y="1393535"/>
                  </a:lnTo>
                  <a:lnTo>
                    <a:pt x="5057690" y="1393535"/>
                  </a:lnTo>
                  <a:lnTo>
                    <a:pt x="5057815" y="1393535"/>
                  </a:lnTo>
                  <a:lnTo>
                    <a:pt x="5057940" y="1393535"/>
                  </a:lnTo>
                  <a:lnTo>
                    <a:pt x="5058065" y="1393535"/>
                  </a:lnTo>
                  <a:lnTo>
                    <a:pt x="5058190" y="1393535"/>
                  </a:lnTo>
                  <a:lnTo>
                    <a:pt x="5058315" y="1393535"/>
                  </a:lnTo>
                  <a:lnTo>
                    <a:pt x="5058441" y="1393535"/>
                  </a:lnTo>
                  <a:lnTo>
                    <a:pt x="5058566" y="1393535"/>
                  </a:lnTo>
                  <a:lnTo>
                    <a:pt x="5058566" y="1383581"/>
                  </a:lnTo>
                  <a:lnTo>
                    <a:pt x="5058691" y="1383581"/>
                  </a:lnTo>
                  <a:lnTo>
                    <a:pt x="5058816" y="1383581"/>
                  </a:lnTo>
                  <a:lnTo>
                    <a:pt x="5058941" y="1383581"/>
                  </a:lnTo>
                  <a:lnTo>
                    <a:pt x="5059066" y="1383581"/>
                  </a:lnTo>
                  <a:lnTo>
                    <a:pt x="5059066" y="1373627"/>
                  </a:lnTo>
                  <a:lnTo>
                    <a:pt x="5059191" y="1373627"/>
                  </a:lnTo>
                  <a:lnTo>
                    <a:pt x="5059316" y="1373627"/>
                  </a:lnTo>
                  <a:lnTo>
                    <a:pt x="5059441" y="1373627"/>
                  </a:lnTo>
                  <a:lnTo>
                    <a:pt x="5059566" y="1373627"/>
                  </a:lnTo>
                  <a:lnTo>
                    <a:pt x="5059691" y="1373627"/>
                  </a:lnTo>
                  <a:lnTo>
                    <a:pt x="5059816" y="1373627"/>
                  </a:lnTo>
                  <a:lnTo>
                    <a:pt x="5059941" y="1373627"/>
                  </a:lnTo>
                  <a:lnTo>
                    <a:pt x="5060066" y="1373627"/>
                  </a:lnTo>
                  <a:lnTo>
                    <a:pt x="5060191" y="1373627"/>
                  </a:lnTo>
                  <a:lnTo>
                    <a:pt x="5060316" y="1373627"/>
                  </a:lnTo>
                  <a:lnTo>
                    <a:pt x="5060441" y="1373627"/>
                  </a:lnTo>
                  <a:lnTo>
                    <a:pt x="5060566" y="1373627"/>
                  </a:lnTo>
                  <a:lnTo>
                    <a:pt x="5060691" y="1373627"/>
                  </a:lnTo>
                  <a:lnTo>
                    <a:pt x="5060816" y="1373627"/>
                  </a:lnTo>
                  <a:lnTo>
                    <a:pt x="5060941" y="1373627"/>
                  </a:lnTo>
                  <a:lnTo>
                    <a:pt x="5061066" y="1373627"/>
                  </a:lnTo>
                  <a:lnTo>
                    <a:pt x="5061191" y="1373627"/>
                  </a:lnTo>
                  <a:lnTo>
                    <a:pt x="5061316" y="1373627"/>
                  </a:lnTo>
                  <a:lnTo>
                    <a:pt x="5061442" y="1373627"/>
                  </a:lnTo>
                  <a:lnTo>
                    <a:pt x="5061567" y="1373627"/>
                  </a:lnTo>
                  <a:lnTo>
                    <a:pt x="5061692" y="1373627"/>
                  </a:lnTo>
                  <a:lnTo>
                    <a:pt x="5061817" y="1373627"/>
                  </a:lnTo>
                  <a:lnTo>
                    <a:pt x="5061942" y="1373627"/>
                  </a:lnTo>
                  <a:lnTo>
                    <a:pt x="5062067" y="1373627"/>
                  </a:lnTo>
                  <a:lnTo>
                    <a:pt x="5062192" y="1373627"/>
                  </a:lnTo>
                  <a:lnTo>
                    <a:pt x="5062317" y="1373627"/>
                  </a:lnTo>
                  <a:lnTo>
                    <a:pt x="5062442" y="1373627"/>
                  </a:lnTo>
                  <a:lnTo>
                    <a:pt x="5062567" y="1373627"/>
                  </a:lnTo>
                  <a:lnTo>
                    <a:pt x="5062692" y="1373627"/>
                  </a:lnTo>
                  <a:lnTo>
                    <a:pt x="5062817" y="1373627"/>
                  </a:lnTo>
                  <a:lnTo>
                    <a:pt x="5062942" y="1373627"/>
                  </a:lnTo>
                  <a:lnTo>
                    <a:pt x="5063067" y="1373627"/>
                  </a:lnTo>
                  <a:lnTo>
                    <a:pt x="5063192" y="1373627"/>
                  </a:lnTo>
                  <a:lnTo>
                    <a:pt x="5063317" y="1373627"/>
                  </a:lnTo>
                  <a:lnTo>
                    <a:pt x="5063442" y="1373627"/>
                  </a:lnTo>
                  <a:lnTo>
                    <a:pt x="5063567" y="1373627"/>
                  </a:lnTo>
                  <a:lnTo>
                    <a:pt x="5063692" y="1373627"/>
                  </a:lnTo>
                  <a:lnTo>
                    <a:pt x="5063817" y="1373627"/>
                  </a:lnTo>
                  <a:lnTo>
                    <a:pt x="5063942" y="1373627"/>
                  </a:lnTo>
                  <a:lnTo>
                    <a:pt x="5064067" y="1373627"/>
                  </a:lnTo>
                  <a:lnTo>
                    <a:pt x="5064067" y="1363673"/>
                  </a:lnTo>
                  <a:lnTo>
                    <a:pt x="5064192" y="1363673"/>
                  </a:lnTo>
                  <a:lnTo>
                    <a:pt x="5064317" y="1363673"/>
                  </a:lnTo>
                  <a:lnTo>
                    <a:pt x="5064443" y="1363673"/>
                  </a:lnTo>
                  <a:lnTo>
                    <a:pt x="5064568" y="1363673"/>
                  </a:lnTo>
                  <a:lnTo>
                    <a:pt x="5064693" y="1363673"/>
                  </a:lnTo>
                  <a:lnTo>
                    <a:pt x="5064818" y="1363673"/>
                  </a:lnTo>
                  <a:lnTo>
                    <a:pt x="5064943" y="1363673"/>
                  </a:lnTo>
                  <a:lnTo>
                    <a:pt x="5065068" y="1363673"/>
                  </a:lnTo>
                  <a:lnTo>
                    <a:pt x="5065193" y="1363673"/>
                  </a:lnTo>
                  <a:lnTo>
                    <a:pt x="5065318" y="1363673"/>
                  </a:lnTo>
                  <a:lnTo>
                    <a:pt x="5065443" y="1363673"/>
                  </a:lnTo>
                  <a:lnTo>
                    <a:pt x="5065568" y="1363673"/>
                  </a:lnTo>
                  <a:lnTo>
                    <a:pt x="5065693" y="1363673"/>
                  </a:lnTo>
                  <a:lnTo>
                    <a:pt x="5065818" y="1363673"/>
                  </a:lnTo>
                  <a:lnTo>
                    <a:pt x="5065943" y="1363673"/>
                  </a:lnTo>
                  <a:lnTo>
                    <a:pt x="5066068" y="1363673"/>
                  </a:lnTo>
                  <a:lnTo>
                    <a:pt x="5066193" y="1363673"/>
                  </a:lnTo>
                  <a:lnTo>
                    <a:pt x="5066318" y="1363673"/>
                  </a:lnTo>
                  <a:lnTo>
                    <a:pt x="5066443" y="1363673"/>
                  </a:lnTo>
                  <a:lnTo>
                    <a:pt x="5066568" y="1363673"/>
                  </a:lnTo>
                  <a:lnTo>
                    <a:pt x="5066693" y="1363673"/>
                  </a:lnTo>
                  <a:lnTo>
                    <a:pt x="5066818" y="1363673"/>
                  </a:lnTo>
                  <a:lnTo>
                    <a:pt x="5066943" y="1363673"/>
                  </a:lnTo>
                  <a:lnTo>
                    <a:pt x="5067068" y="1363673"/>
                  </a:lnTo>
                  <a:lnTo>
                    <a:pt x="5067193" y="1363673"/>
                  </a:lnTo>
                  <a:lnTo>
                    <a:pt x="5067318" y="1363673"/>
                  </a:lnTo>
                  <a:lnTo>
                    <a:pt x="5067444" y="1363673"/>
                  </a:lnTo>
                  <a:lnTo>
                    <a:pt x="5067569" y="1363673"/>
                  </a:lnTo>
                  <a:lnTo>
                    <a:pt x="5067694" y="1363673"/>
                  </a:lnTo>
                  <a:lnTo>
                    <a:pt x="5067819" y="1363673"/>
                  </a:lnTo>
                  <a:lnTo>
                    <a:pt x="5067944" y="1363673"/>
                  </a:lnTo>
                  <a:lnTo>
                    <a:pt x="5068069" y="1363673"/>
                  </a:lnTo>
                  <a:lnTo>
                    <a:pt x="5068194" y="1363673"/>
                  </a:lnTo>
                  <a:lnTo>
                    <a:pt x="5068319" y="1363673"/>
                  </a:lnTo>
                  <a:lnTo>
                    <a:pt x="5068444" y="1363673"/>
                  </a:lnTo>
                  <a:lnTo>
                    <a:pt x="5068569" y="1363673"/>
                  </a:lnTo>
                  <a:lnTo>
                    <a:pt x="5068694" y="1363673"/>
                  </a:lnTo>
                  <a:lnTo>
                    <a:pt x="5068819" y="1363673"/>
                  </a:lnTo>
                  <a:lnTo>
                    <a:pt x="5068944" y="1363673"/>
                  </a:lnTo>
                  <a:lnTo>
                    <a:pt x="5069069" y="1363673"/>
                  </a:lnTo>
                  <a:lnTo>
                    <a:pt x="5069194" y="1363673"/>
                  </a:lnTo>
                  <a:lnTo>
                    <a:pt x="5069319" y="1363673"/>
                  </a:lnTo>
                  <a:lnTo>
                    <a:pt x="5069444" y="1363673"/>
                  </a:lnTo>
                  <a:lnTo>
                    <a:pt x="5069569" y="1363673"/>
                  </a:lnTo>
                  <a:lnTo>
                    <a:pt x="5069694" y="1363673"/>
                  </a:lnTo>
                  <a:lnTo>
                    <a:pt x="5069819" y="1363673"/>
                  </a:lnTo>
                  <a:lnTo>
                    <a:pt x="5069944" y="1363673"/>
                  </a:lnTo>
                  <a:lnTo>
                    <a:pt x="5070069" y="1363673"/>
                  </a:lnTo>
                  <a:lnTo>
                    <a:pt x="5070194" y="1363673"/>
                  </a:lnTo>
                  <a:lnTo>
                    <a:pt x="5070319" y="1363673"/>
                  </a:lnTo>
                  <a:lnTo>
                    <a:pt x="5070445" y="1363673"/>
                  </a:lnTo>
                  <a:lnTo>
                    <a:pt x="5070570" y="1363673"/>
                  </a:lnTo>
                  <a:lnTo>
                    <a:pt x="5070695" y="1363673"/>
                  </a:lnTo>
                  <a:lnTo>
                    <a:pt x="5070820" y="1363673"/>
                  </a:lnTo>
                  <a:lnTo>
                    <a:pt x="5070945" y="1363673"/>
                  </a:lnTo>
                  <a:lnTo>
                    <a:pt x="5071070" y="1363673"/>
                  </a:lnTo>
                  <a:lnTo>
                    <a:pt x="5071195" y="1363673"/>
                  </a:lnTo>
                  <a:lnTo>
                    <a:pt x="5071320" y="1363673"/>
                  </a:lnTo>
                  <a:lnTo>
                    <a:pt x="5071445" y="1363673"/>
                  </a:lnTo>
                  <a:lnTo>
                    <a:pt x="5071570" y="1363673"/>
                  </a:lnTo>
                  <a:lnTo>
                    <a:pt x="5071695" y="1363673"/>
                  </a:lnTo>
                  <a:lnTo>
                    <a:pt x="5071820" y="1363673"/>
                  </a:lnTo>
                  <a:lnTo>
                    <a:pt x="5071945" y="1363673"/>
                  </a:lnTo>
                  <a:lnTo>
                    <a:pt x="5072070" y="1363673"/>
                  </a:lnTo>
                  <a:lnTo>
                    <a:pt x="5072195" y="1363673"/>
                  </a:lnTo>
                  <a:lnTo>
                    <a:pt x="5072320" y="1363673"/>
                  </a:lnTo>
                  <a:lnTo>
                    <a:pt x="5072445" y="1363673"/>
                  </a:lnTo>
                  <a:lnTo>
                    <a:pt x="5072570" y="1363673"/>
                  </a:lnTo>
                  <a:lnTo>
                    <a:pt x="5072695" y="1363673"/>
                  </a:lnTo>
                  <a:lnTo>
                    <a:pt x="5072820" y="1363673"/>
                  </a:lnTo>
                  <a:lnTo>
                    <a:pt x="5072945" y="1363673"/>
                  </a:lnTo>
                  <a:lnTo>
                    <a:pt x="5073070" y="1363673"/>
                  </a:lnTo>
                  <a:lnTo>
                    <a:pt x="5073195" y="1363673"/>
                  </a:lnTo>
                  <a:lnTo>
                    <a:pt x="5073320" y="1363673"/>
                  </a:lnTo>
                  <a:lnTo>
                    <a:pt x="5073446" y="1363673"/>
                  </a:lnTo>
                  <a:lnTo>
                    <a:pt x="5073571" y="1363673"/>
                  </a:lnTo>
                  <a:lnTo>
                    <a:pt x="5073696" y="1363673"/>
                  </a:lnTo>
                  <a:lnTo>
                    <a:pt x="5073821" y="1363673"/>
                  </a:lnTo>
                  <a:lnTo>
                    <a:pt x="5073946" y="1363673"/>
                  </a:lnTo>
                  <a:lnTo>
                    <a:pt x="5074071" y="1363673"/>
                  </a:lnTo>
                  <a:lnTo>
                    <a:pt x="5074196" y="1363673"/>
                  </a:lnTo>
                  <a:lnTo>
                    <a:pt x="5074321" y="1363673"/>
                  </a:lnTo>
                  <a:lnTo>
                    <a:pt x="5074446" y="1363673"/>
                  </a:lnTo>
                  <a:lnTo>
                    <a:pt x="5074571" y="1363673"/>
                  </a:lnTo>
                  <a:lnTo>
                    <a:pt x="5074696" y="1363673"/>
                  </a:lnTo>
                  <a:lnTo>
                    <a:pt x="5074821" y="1363673"/>
                  </a:lnTo>
                  <a:lnTo>
                    <a:pt x="5074946" y="1363673"/>
                  </a:lnTo>
                  <a:lnTo>
                    <a:pt x="5075071" y="1363673"/>
                  </a:lnTo>
                  <a:lnTo>
                    <a:pt x="5075196" y="1363673"/>
                  </a:lnTo>
                  <a:lnTo>
                    <a:pt x="5075321" y="1363673"/>
                  </a:lnTo>
                  <a:lnTo>
                    <a:pt x="5075446" y="1363673"/>
                  </a:lnTo>
                  <a:lnTo>
                    <a:pt x="5075571" y="1363673"/>
                  </a:lnTo>
                  <a:lnTo>
                    <a:pt x="5075696" y="1363673"/>
                  </a:lnTo>
                  <a:lnTo>
                    <a:pt x="5075821" y="1363673"/>
                  </a:lnTo>
                  <a:lnTo>
                    <a:pt x="5075946" y="1363673"/>
                  </a:lnTo>
                  <a:lnTo>
                    <a:pt x="5076071" y="1363673"/>
                  </a:lnTo>
                  <a:lnTo>
                    <a:pt x="5076196" y="1363673"/>
                  </a:lnTo>
                  <a:lnTo>
                    <a:pt x="5076321" y="1363673"/>
                  </a:lnTo>
                  <a:lnTo>
                    <a:pt x="5076447" y="1363673"/>
                  </a:lnTo>
                  <a:lnTo>
                    <a:pt x="5076572" y="1363673"/>
                  </a:lnTo>
                  <a:lnTo>
                    <a:pt x="5076697" y="1363673"/>
                  </a:lnTo>
                  <a:lnTo>
                    <a:pt x="5076822" y="1363673"/>
                  </a:lnTo>
                  <a:lnTo>
                    <a:pt x="5076947" y="1363673"/>
                  </a:lnTo>
                  <a:lnTo>
                    <a:pt x="5077072" y="1363673"/>
                  </a:lnTo>
                  <a:lnTo>
                    <a:pt x="5077197" y="1363673"/>
                  </a:lnTo>
                  <a:lnTo>
                    <a:pt x="5077322" y="1363673"/>
                  </a:lnTo>
                  <a:lnTo>
                    <a:pt x="5077447" y="1363673"/>
                  </a:lnTo>
                  <a:lnTo>
                    <a:pt x="5077572" y="1363673"/>
                  </a:lnTo>
                  <a:lnTo>
                    <a:pt x="5077697" y="1363673"/>
                  </a:lnTo>
                  <a:lnTo>
                    <a:pt x="5077822" y="1363673"/>
                  </a:lnTo>
                  <a:lnTo>
                    <a:pt x="5077947" y="1363673"/>
                  </a:lnTo>
                  <a:lnTo>
                    <a:pt x="5078072" y="1363673"/>
                  </a:lnTo>
                  <a:lnTo>
                    <a:pt x="5078197" y="1363673"/>
                  </a:lnTo>
                  <a:lnTo>
                    <a:pt x="5078322" y="1363673"/>
                  </a:lnTo>
                  <a:lnTo>
                    <a:pt x="5078447" y="1363673"/>
                  </a:lnTo>
                  <a:lnTo>
                    <a:pt x="5078572" y="1363673"/>
                  </a:lnTo>
                  <a:lnTo>
                    <a:pt x="5078697" y="1363673"/>
                  </a:lnTo>
                  <a:lnTo>
                    <a:pt x="5078822" y="1363673"/>
                  </a:lnTo>
                  <a:lnTo>
                    <a:pt x="5078947" y="1363673"/>
                  </a:lnTo>
                  <a:lnTo>
                    <a:pt x="5079072" y="1363673"/>
                  </a:lnTo>
                  <a:lnTo>
                    <a:pt x="5079197" y="1363673"/>
                  </a:lnTo>
                  <a:lnTo>
                    <a:pt x="5079322" y="1363673"/>
                  </a:lnTo>
                  <a:lnTo>
                    <a:pt x="5079448" y="1363673"/>
                  </a:lnTo>
                  <a:lnTo>
                    <a:pt x="5079573" y="1363673"/>
                  </a:lnTo>
                  <a:lnTo>
                    <a:pt x="5079698" y="1363673"/>
                  </a:lnTo>
                  <a:lnTo>
                    <a:pt x="5079823" y="1363673"/>
                  </a:lnTo>
                  <a:lnTo>
                    <a:pt x="5079948" y="1363673"/>
                  </a:lnTo>
                  <a:lnTo>
                    <a:pt x="5080073" y="1363673"/>
                  </a:lnTo>
                  <a:lnTo>
                    <a:pt x="5080198" y="1363673"/>
                  </a:lnTo>
                  <a:lnTo>
                    <a:pt x="5080323" y="1363673"/>
                  </a:lnTo>
                  <a:lnTo>
                    <a:pt x="5080448" y="1363673"/>
                  </a:lnTo>
                  <a:lnTo>
                    <a:pt x="5080573" y="1363673"/>
                  </a:lnTo>
                  <a:lnTo>
                    <a:pt x="5080698" y="1363673"/>
                  </a:lnTo>
                  <a:lnTo>
                    <a:pt x="5080823" y="1363673"/>
                  </a:lnTo>
                  <a:lnTo>
                    <a:pt x="5080948" y="1363673"/>
                  </a:lnTo>
                  <a:lnTo>
                    <a:pt x="5081073" y="1363673"/>
                  </a:lnTo>
                  <a:lnTo>
                    <a:pt x="5081198" y="1363673"/>
                  </a:lnTo>
                  <a:lnTo>
                    <a:pt x="5081323" y="1363673"/>
                  </a:lnTo>
                  <a:lnTo>
                    <a:pt x="5081448" y="1363673"/>
                  </a:lnTo>
                  <a:lnTo>
                    <a:pt x="5081573" y="1363673"/>
                  </a:lnTo>
                  <a:lnTo>
                    <a:pt x="5081698" y="1363673"/>
                  </a:lnTo>
                  <a:lnTo>
                    <a:pt x="5081823" y="1363673"/>
                  </a:lnTo>
                  <a:lnTo>
                    <a:pt x="5081948" y="1363673"/>
                  </a:lnTo>
                  <a:lnTo>
                    <a:pt x="5082073" y="1363673"/>
                  </a:lnTo>
                  <a:lnTo>
                    <a:pt x="5082198" y="1363673"/>
                  </a:lnTo>
                  <a:lnTo>
                    <a:pt x="5082323" y="1363673"/>
                  </a:lnTo>
                  <a:lnTo>
                    <a:pt x="5082449" y="1363673"/>
                  </a:lnTo>
                  <a:lnTo>
                    <a:pt x="5082574" y="1363673"/>
                  </a:lnTo>
                  <a:lnTo>
                    <a:pt x="5082699" y="1363673"/>
                  </a:lnTo>
                  <a:lnTo>
                    <a:pt x="5082824" y="1363673"/>
                  </a:lnTo>
                  <a:lnTo>
                    <a:pt x="5082949" y="1363673"/>
                  </a:lnTo>
                  <a:lnTo>
                    <a:pt x="5083074" y="1363673"/>
                  </a:lnTo>
                  <a:lnTo>
                    <a:pt x="5083199" y="1363673"/>
                  </a:lnTo>
                  <a:lnTo>
                    <a:pt x="5083324" y="1363673"/>
                  </a:lnTo>
                  <a:lnTo>
                    <a:pt x="5083449" y="1363673"/>
                  </a:lnTo>
                  <a:lnTo>
                    <a:pt x="5083574" y="1363673"/>
                  </a:lnTo>
                  <a:lnTo>
                    <a:pt x="5083699" y="1363673"/>
                  </a:lnTo>
                  <a:lnTo>
                    <a:pt x="5083824" y="1363673"/>
                  </a:lnTo>
                  <a:lnTo>
                    <a:pt x="5083949" y="1363673"/>
                  </a:lnTo>
                  <a:lnTo>
                    <a:pt x="5084074" y="1363673"/>
                  </a:lnTo>
                  <a:lnTo>
                    <a:pt x="5084199" y="1363673"/>
                  </a:lnTo>
                  <a:lnTo>
                    <a:pt x="5084324" y="1363673"/>
                  </a:lnTo>
                  <a:lnTo>
                    <a:pt x="5084449" y="1363673"/>
                  </a:lnTo>
                  <a:lnTo>
                    <a:pt x="5084574" y="1363673"/>
                  </a:lnTo>
                  <a:lnTo>
                    <a:pt x="5084699" y="1363673"/>
                  </a:lnTo>
                  <a:lnTo>
                    <a:pt x="5084824" y="1363673"/>
                  </a:lnTo>
                  <a:lnTo>
                    <a:pt x="5084949" y="1363673"/>
                  </a:lnTo>
                  <a:lnTo>
                    <a:pt x="5085074" y="1363673"/>
                  </a:lnTo>
                  <a:lnTo>
                    <a:pt x="5085199" y="1363673"/>
                  </a:lnTo>
                  <a:lnTo>
                    <a:pt x="5085325" y="1363673"/>
                  </a:lnTo>
                  <a:lnTo>
                    <a:pt x="5085450" y="1363673"/>
                  </a:lnTo>
                  <a:lnTo>
                    <a:pt x="5085575" y="1363673"/>
                  </a:lnTo>
                  <a:lnTo>
                    <a:pt x="5085700" y="1363673"/>
                  </a:lnTo>
                  <a:lnTo>
                    <a:pt x="5085825" y="1363673"/>
                  </a:lnTo>
                  <a:lnTo>
                    <a:pt x="5085950" y="1363673"/>
                  </a:lnTo>
                  <a:lnTo>
                    <a:pt x="5086075" y="1363673"/>
                  </a:lnTo>
                  <a:lnTo>
                    <a:pt x="5086200" y="1363673"/>
                  </a:lnTo>
                  <a:lnTo>
                    <a:pt x="5086325" y="1363673"/>
                  </a:lnTo>
                  <a:lnTo>
                    <a:pt x="5086450" y="1363673"/>
                  </a:lnTo>
                  <a:lnTo>
                    <a:pt x="5086575" y="1363673"/>
                  </a:lnTo>
                  <a:lnTo>
                    <a:pt x="5086700" y="1363673"/>
                  </a:lnTo>
                  <a:lnTo>
                    <a:pt x="5086825" y="1363673"/>
                  </a:lnTo>
                  <a:lnTo>
                    <a:pt x="5086950" y="1363673"/>
                  </a:lnTo>
                  <a:lnTo>
                    <a:pt x="5087075" y="1363673"/>
                  </a:lnTo>
                  <a:lnTo>
                    <a:pt x="5087200" y="1363673"/>
                  </a:lnTo>
                  <a:lnTo>
                    <a:pt x="5087325" y="1363673"/>
                  </a:lnTo>
                  <a:lnTo>
                    <a:pt x="5087450" y="1363673"/>
                  </a:lnTo>
                  <a:lnTo>
                    <a:pt x="5087575" y="1363673"/>
                  </a:lnTo>
                  <a:lnTo>
                    <a:pt x="5087700" y="1363673"/>
                  </a:lnTo>
                  <a:lnTo>
                    <a:pt x="5087825" y="1363673"/>
                  </a:lnTo>
                  <a:lnTo>
                    <a:pt x="5087950" y="1363673"/>
                  </a:lnTo>
                  <a:lnTo>
                    <a:pt x="5088075" y="1363673"/>
                  </a:lnTo>
                  <a:lnTo>
                    <a:pt x="5088200" y="1363673"/>
                  </a:lnTo>
                  <a:lnTo>
                    <a:pt x="5088326" y="1363673"/>
                  </a:lnTo>
                  <a:lnTo>
                    <a:pt x="5088451" y="1363673"/>
                  </a:lnTo>
                  <a:lnTo>
                    <a:pt x="5088576" y="1363673"/>
                  </a:lnTo>
                  <a:lnTo>
                    <a:pt x="5088701" y="1363673"/>
                  </a:lnTo>
                  <a:lnTo>
                    <a:pt x="5088826" y="1363673"/>
                  </a:lnTo>
                  <a:lnTo>
                    <a:pt x="5088951" y="1363673"/>
                  </a:lnTo>
                  <a:lnTo>
                    <a:pt x="5089076" y="1363673"/>
                  </a:lnTo>
                  <a:lnTo>
                    <a:pt x="5089201" y="1363673"/>
                  </a:lnTo>
                  <a:lnTo>
                    <a:pt x="5089326" y="1363673"/>
                  </a:lnTo>
                  <a:lnTo>
                    <a:pt x="5089451" y="1363673"/>
                  </a:lnTo>
                  <a:lnTo>
                    <a:pt x="5089576" y="1363673"/>
                  </a:lnTo>
                  <a:lnTo>
                    <a:pt x="5089701" y="1363673"/>
                  </a:lnTo>
                  <a:lnTo>
                    <a:pt x="5089826" y="1363673"/>
                  </a:lnTo>
                  <a:lnTo>
                    <a:pt x="5089951" y="1363673"/>
                  </a:lnTo>
                  <a:lnTo>
                    <a:pt x="5090076" y="1363673"/>
                  </a:lnTo>
                  <a:lnTo>
                    <a:pt x="5090201" y="1363673"/>
                  </a:lnTo>
                  <a:lnTo>
                    <a:pt x="5090326" y="1363673"/>
                  </a:lnTo>
                  <a:lnTo>
                    <a:pt x="5090451" y="1363673"/>
                  </a:lnTo>
                  <a:lnTo>
                    <a:pt x="5090576" y="1363673"/>
                  </a:lnTo>
                  <a:lnTo>
                    <a:pt x="5090701" y="1363673"/>
                  </a:lnTo>
                  <a:lnTo>
                    <a:pt x="5090826" y="1363673"/>
                  </a:lnTo>
                  <a:lnTo>
                    <a:pt x="5090951" y="1363673"/>
                  </a:lnTo>
                  <a:lnTo>
                    <a:pt x="5091076" y="1363673"/>
                  </a:lnTo>
                  <a:lnTo>
                    <a:pt x="5091201" y="1363673"/>
                  </a:lnTo>
                  <a:lnTo>
                    <a:pt x="5091327" y="1363673"/>
                  </a:lnTo>
                  <a:lnTo>
                    <a:pt x="5091452" y="1363673"/>
                  </a:lnTo>
                  <a:lnTo>
                    <a:pt x="5091577" y="1363673"/>
                  </a:lnTo>
                  <a:lnTo>
                    <a:pt x="5091702" y="1363673"/>
                  </a:lnTo>
                  <a:lnTo>
                    <a:pt x="5091827" y="1363673"/>
                  </a:lnTo>
                  <a:lnTo>
                    <a:pt x="5091952" y="1363673"/>
                  </a:lnTo>
                  <a:lnTo>
                    <a:pt x="5092077" y="1363673"/>
                  </a:lnTo>
                  <a:lnTo>
                    <a:pt x="5092202" y="1363673"/>
                  </a:lnTo>
                  <a:lnTo>
                    <a:pt x="5092327" y="1363673"/>
                  </a:lnTo>
                  <a:lnTo>
                    <a:pt x="5092452" y="1363673"/>
                  </a:lnTo>
                  <a:lnTo>
                    <a:pt x="5092577" y="1363673"/>
                  </a:lnTo>
                  <a:lnTo>
                    <a:pt x="5092702" y="1363673"/>
                  </a:lnTo>
                  <a:lnTo>
                    <a:pt x="5092827" y="1363673"/>
                  </a:lnTo>
                  <a:lnTo>
                    <a:pt x="5092952" y="1363673"/>
                  </a:lnTo>
                  <a:lnTo>
                    <a:pt x="5093077" y="1363673"/>
                  </a:lnTo>
                  <a:lnTo>
                    <a:pt x="5093202" y="1363673"/>
                  </a:lnTo>
                  <a:lnTo>
                    <a:pt x="5093327" y="1363673"/>
                  </a:lnTo>
                  <a:lnTo>
                    <a:pt x="5093452" y="1363673"/>
                  </a:lnTo>
                  <a:lnTo>
                    <a:pt x="5093577" y="1363673"/>
                  </a:lnTo>
                  <a:lnTo>
                    <a:pt x="5093702" y="1363673"/>
                  </a:lnTo>
                  <a:lnTo>
                    <a:pt x="5093827" y="1363673"/>
                  </a:lnTo>
                  <a:lnTo>
                    <a:pt x="5093952" y="1363673"/>
                  </a:lnTo>
                  <a:lnTo>
                    <a:pt x="5094077" y="1363673"/>
                  </a:lnTo>
                  <a:lnTo>
                    <a:pt x="5094202" y="1363673"/>
                  </a:lnTo>
                  <a:lnTo>
                    <a:pt x="5094328" y="1363673"/>
                  </a:lnTo>
                  <a:lnTo>
                    <a:pt x="5094453" y="1363673"/>
                  </a:lnTo>
                  <a:lnTo>
                    <a:pt x="5094578" y="1363673"/>
                  </a:lnTo>
                  <a:lnTo>
                    <a:pt x="5094703" y="1363673"/>
                  </a:lnTo>
                  <a:lnTo>
                    <a:pt x="5094828" y="1363673"/>
                  </a:lnTo>
                  <a:lnTo>
                    <a:pt x="5094953" y="1363673"/>
                  </a:lnTo>
                  <a:lnTo>
                    <a:pt x="5095078" y="1363673"/>
                  </a:lnTo>
                  <a:lnTo>
                    <a:pt x="5095203" y="1363673"/>
                  </a:lnTo>
                  <a:lnTo>
                    <a:pt x="5095203" y="1353719"/>
                  </a:lnTo>
                  <a:lnTo>
                    <a:pt x="5095328" y="1353719"/>
                  </a:lnTo>
                  <a:lnTo>
                    <a:pt x="5095453" y="1353719"/>
                  </a:lnTo>
                  <a:lnTo>
                    <a:pt x="5095578" y="1353719"/>
                  </a:lnTo>
                  <a:lnTo>
                    <a:pt x="5095703" y="1353719"/>
                  </a:lnTo>
                  <a:lnTo>
                    <a:pt x="5095828" y="1353719"/>
                  </a:lnTo>
                  <a:lnTo>
                    <a:pt x="5095953" y="1353719"/>
                  </a:lnTo>
                  <a:lnTo>
                    <a:pt x="5096078" y="1353719"/>
                  </a:lnTo>
                  <a:lnTo>
                    <a:pt x="5096203" y="1353719"/>
                  </a:lnTo>
                  <a:lnTo>
                    <a:pt x="5096328" y="1353719"/>
                  </a:lnTo>
                  <a:lnTo>
                    <a:pt x="5096453" y="1353719"/>
                  </a:lnTo>
                  <a:lnTo>
                    <a:pt x="5096578" y="1353719"/>
                  </a:lnTo>
                  <a:lnTo>
                    <a:pt x="5096703" y="1353719"/>
                  </a:lnTo>
                  <a:lnTo>
                    <a:pt x="5096828" y="1353719"/>
                  </a:lnTo>
                  <a:lnTo>
                    <a:pt x="5096953" y="1353719"/>
                  </a:lnTo>
                  <a:lnTo>
                    <a:pt x="5097078" y="1353719"/>
                  </a:lnTo>
                  <a:lnTo>
                    <a:pt x="5097203" y="1353719"/>
                  </a:lnTo>
                  <a:lnTo>
                    <a:pt x="5097329" y="1353719"/>
                  </a:lnTo>
                  <a:lnTo>
                    <a:pt x="5097454" y="1353719"/>
                  </a:lnTo>
                  <a:lnTo>
                    <a:pt x="5097579" y="1353719"/>
                  </a:lnTo>
                  <a:lnTo>
                    <a:pt x="5097704" y="1353719"/>
                  </a:lnTo>
                  <a:lnTo>
                    <a:pt x="5097829" y="1353719"/>
                  </a:lnTo>
                  <a:lnTo>
                    <a:pt x="5097954" y="1353719"/>
                  </a:lnTo>
                  <a:lnTo>
                    <a:pt x="5098079" y="1353719"/>
                  </a:lnTo>
                  <a:lnTo>
                    <a:pt x="5098204" y="1353719"/>
                  </a:lnTo>
                  <a:lnTo>
                    <a:pt x="5098329" y="1353719"/>
                  </a:lnTo>
                  <a:lnTo>
                    <a:pt x="5098454" y="1353719"/>
                  </a:lnTo>
                  <a:lnTo>
                    <a:pt x="5098579" y="1353719"/>
                  </a:lnTo>
                  <a:lnTo>
                    <a:pt x="5098704" y="1353719"/>
                  </a:lnTo>
                  <a:lnTo>
                    <a:pt x="5098829" y="1353719"/>
                  </a:lnTo>
                  <a:lnTo>
                    <a:pt x="5098954" y="1353719"/>
                  </a:lnTo>
                  <a:lnTo>
                    <a:pt x="5099079" y="1353719"/>
                  </a:lnTo>
                  <a:lnTo>
                    <a:pt x="5099204" y="1353719"/>
                  </a:lnTo>
                  <a:lnTo>
                    <a:pt x="5099329" y="1353719"/>
                  </a:lnTo>
                  <a:lnTo>
                    <a:pt x="5099454" y="1353719"/>
                  </a:lnTo>
                  <a:lnTo>
                    <a:pt x="5099579" y="1353719"/>
                  </a:lnTo>
                  <a:lnTo>
                    <a:pt x="5099704" y="1353719"/>
                  </a:lnTo>
                  <a:lnTo>
                    <a:pt x="5099829" y="1353719"/>
                  </a:lnTo>
                  <a:lnTo>
                    <a:pt x="5099954" y="1353719"/>
                  </a:lnTo>
                  <a:lnTo>
                    <a:pt x="5100079" y="1353719"/>
                  </a:lnTo>
                  <a:lnTo>
                    <a:pt x="5100204" y="1353719"/>
                  </a:lnTo>
                  <a:lnTo>
                    <a:pt x="5100330" y="1353719"/>
                  </a:lnTo>
                  <a:lnTo>
                    <a:pt x="5100455" y="1353719"/>
                  </a:lnTo>
                  <a:lnTo>
                    <a:pt x="5100580" y="1353719"/>
                  </a:lnTo>
                  <a:lnTo>
                    <a:pt x="5100705" y="1353719"/>
                  </a:lnTo>
                  <a:lnTo>
                    <a:pt x="5100830" y="1353719"/>
                  </a:lnTo>
                  <a:lnTo>
                    <a:pt x="5100955" y="1353719"/>
                  </a:lnTo>
                  <a:lnTo>
                    <a:pt x="5101080" y="1353719"/>
                  </a:lnTo>
                  <a:lnTo>
                    <a:pt x="5101205" y="1353719"/>
                  </a:lnTo>
                  <a:lnTo>
                    <a:pt x="5101330" y="1353719"/>
                  </a:lnTo>
                  <a:lnTo>
                    <a:pt x="5101455" y="1353719"/>
                  </a:lnTo>
                  <a:lnTo>
                    <a:pt x="5101580" y="1353719"/>
                  </a:lnTo>
                  <a:lnTo>
                    <a:pt x="5101705" y="1353719"/>
                  </a:lnTo>
                  <a:lnTo>
                    <a:pt x="5101830" y="1353719"/>
                  </a:lnTo>
                  <a:lnTo>
                    <a:pt x="5101955" y="1353719"/>
                  </a:lnTo>
                  <a:lnTo>
                    <a:pt x="5102080" y="1353719"/>
                  </a:lnTo>
                  <a:lnTo>
                    <a:pt x="5102205" y="1353719"/>
                  </a:lnTo>
                  <a:lnTo>
                    <a:pt x="5102330" y="1353719"/>
                  </a:lnTo>
                  <a:lnTo>
                    <a:pt x="5102455" y="1353719"/>
                  </a:lnTo>
                  <a:lnTo>
                    <a:pt x="5102580" y="1353719"/>
                  </a:lnTo>
                  <a:lnTo>
                    <a:pt x="5102705" y="1353719"/>
                  </a:lnTo>
                  <a:lnTo>
                    <a:pt x="5102830" y="1353719"/>
                  </a:lnTo>
                  <a:lnTo>
                    <a:pt x="5102955" y="1353719"/>
                  </a:lnTo>
                  <a:lnTo>
                    <a:pt x="5102955" y="1343766"/>
                  </a:lnTo>
                  <a:lnTo>
                    <a:pt x="5103080" y="1343766"/>
                  </a:lnTo>
                  <a:lnTo>
                    <a:pt x="5103205" y="1343766"/>
                  </a:lnTo>
                  <a:lnTo>
                    <a:pt x="5103331" y="1343766"/>
                  </a:lnTo>
                  <a:lnTo>
                    <a:pt x="5103456" y="1343766"/>
                  </a:lnTo>
                  <a:lnTo>
                    <a:pt x="5103581" y="1343766"/>
                  </a:lnTo>
                  <a:lnTo>
                    <a:pt x="5103706" y="1343766"/>
                  </a:lnTo>
                  <a:lnTo>
                    <a:pt x="5103831" y="1343766"/>
                  </a:lnTo>
                  <a:lnTo>
                    <a:pt x="5103956" y="1343766"/>
                  </a:lnTo>
                  <a:lnTo>
                    <a:pt x="5104081" y="1343766"/>
                  </a:lnTo>
                  <a:lnTo>
                    <a:pt x="5104206" y="1343766"/>
                  </a:lnTo>
                  <a:lnTo>
                    <a:pt x="5104331" y="1343766"/>
                  </a:lnTo>
                  <a:lnTo>
                    <a:pt x="5104456" y="1343766"/>
                  </a:lnTo>
                  <a:lnTo>
                    <a:pt x="5104581" y="1343766"/>
                  </a:lnTo>
                  <a:lnTo>
                    <a:pt x="5104706" y="1343766"/>
                  </a:lnTo>
                  <a:lnTo>
                    <a:pt x="5104831" y="1343766"/>
                  </a:lnTo>
                  <a:lnTo>
                    <a:pt x="5104956" y="1343766"/>
                  </a:lnTo>
                  <a:lnTo>
                    <a:pt x="5105081" y="1343766"/>
                  </a:lnTo>
                  <a:lnTo>
                    <a:pt x="5105206" y="1343766"/>
                  </a:lnTo>
                  <a:lnTo>
                    <a:pt x="5105331" y="1343766"/>
                  </a:lnTo>
                  <a:lnTo>
                    <a:pt x="5105456" y="1343766"/>
                  </a:lnTo>
                  <a:lnTo>
                    <a:pt x="5105581" y="1343766"/>
                  </a:lnTo>
                  <a:lnTo>
                    <a:pt x="5105706" y="1343766"/>
                  </a:lnTo>
                  <a:lnTo>
                    <a:pt x="5105831" y="1343766"/>
                  </a:lnTo>
                  <a:lnTo>
                    <a:pt x="5105831" y="1333812"/>
                  </a:lnTo>
                  <a:lnTo>
                    <a:pt x="5105956" y="1333812"/>
                  </a:lnTo>
                  <a:lnTo>
                    <a:pt x="5106081" y="1333812"/>
                  </a:lnTo>
                  <a:lnTo>
                    <a:pt x="5106206" y="1333812"/>
                  </a:lnTo>
                  <a:lnTo>
                    <a:pt x="5106332" y="1333812"/>
                  </a:lnTo>
                  <a:lnTo>
                    <a:pt x="5106457" y="1333812"/>
                  </a:lnTo>
                  <a:lnTo>
                    <a:pt x="5106582" y="1333812"/>
                  </a:lnTo>
                  <a:lnTo>
                    <a:pt x="5106707" y="1333812"/>
                  </a:lnTo>
                  <a:lnTo>
                    <a:pt x="5106832" y="1333812"/>
                  </a:lnTo>
                  <a:lnTo>
                    <a:pt x="5106957" y="1333812"/>
                  </a:lnTo>
                  <a:lnTo>
                    <a:pt x="5107082" y="1333812"/>
                  </a:lnTo>
                  <a:lnTo>
                    <a:pt x="5107207" y="1333812"/>
                  </a:lnTo>
                  <a:lnTo>
                    <a:pt x="5107332" y="1333812"/>
                  </a:lnTo>
                  <a:lnTo>
                    <a:pt x="5107457" y="1333812"/>
                  </a:lnTo>
                  <a:lnTo>
                    <a:pt x="5107582" y="1333812"/>
                  </a:lnTo>
                  <a:lnTo>
                    <a:pt x="5107707" y="1333812"/>
                  </a:lnTo>
                  <a:lnTo>
                    <a:pt x="5107832" y="1333812"/>
                  </a:lnTo>
                  <a:lnTo>
                    <a:pt x="5107957" y="1333812"/>
                  </a:lnTo>
                  <a:lnTo>
                    <a:pt x="5108082" y="1333812"/>
                  </a:lnTo>
                  <a:lnTo>
                    <a:pt x="5108207" y="1333812"/>
                  </a:lnTo>
                  <a:lnTo>
                    <a:pt x="5108332" y="1333812"/>
                  </a:lnTo>
                  <a:lnTo>
                    <a:pt x="5108457" y="1333812"/>
                  </a:lnTo>
                  <a:lnTo>
                    <a:pt x="5108582" y="1333812"/>
                  </a:lnTo>
                  <a:lnTo>
                    <a:pt x="5108707" y="1333812"/>
                  </a:lnTo>
                  <a:lnTo>
                    <a:pt x="5108832" y="1333812"/>
                  </a:lnTo>
                  <a:lnTo>
                    <a:pt x="5108957" y="1333812"/>
                  </a:lnTo>
                  <a:lnTo>
                    <a:pt x="5109082" y="1333812"/>
                  </a:lnTo>
                  <a:lnTo>
                    <a:pt x="5109207" y="1333812"/>
                  </a:lnTo>
                  <a:lnTo>
                    <a:pt x="5109333" y="1333812"/>
                  </a:lnTo>
                  <a:lnTo>
                    <a:pt x="5109458" y="1333812"/>
                  </a:lnTo>
                  <a:lnTo>
                    <a:pt x="5109583" y="1333812"/>
                  </a:lnTo>
                  <a:lnTo>
                    <a:pt x="5109708" y="1333812"/>
                  </a:lnTo>
                  <a:lnTo>
                    <a:pt x="5109833" y="1333812"/>
                  </a:lnTo>
                  <a:lnTo>
                    <a:pt x="5109958" y="1333812"/>
                  </a:lnTo>
                  <a:lnTo>
                    <a:pt x="5110083" y="1333812"/>
                  </a:lnTo>
                  <a:lnTo>
                    <a:pt x="5110208" y="1333812"/>
                  </a:lnTo>
                  <a:lnTo>
                    <a:pt x="5110333" y="1333812"/>
                  </a:lnTo>
                  <a:lnTo>
                    <a:pt x="5110458" y="1333812"/>
                  </a:lnTo>
                  <a:lnTo>
                    <a:pt x="5110583" y="1333812"/>
                  </a:lnTo>
                  <a:lnTo>
                    <a:pt x="5110708" y="1333812"/>
                  </a:lnTo>
                  <a:lnTo>
                    <a:pt x="5110833" y="1333812"/>
                  </a:lnTo>
                  <a:lnTo>
                    <a:pt x="5110958" y="1333812"/>
                  </a:lnTo>
                  <a:lnTo>
                    <a:pt x="5111083" y="1333812"/>
                  </a:lnTo>
                  <a:lnTo>
                    <a:pt x="5111208" y="1333812"/>
                  </a:lnTo>
                  <a:lnTo>
                    <a:pt x="5111333" y="1333812"/>
                  </a:lnTo>
                  <a:lnTo>
                    <a:pt x="5111458" y="1333812"/>
                  </a:lnTo>
                  <a:lnTo>
                    <a:pt x="5111583" y="1333812"/>
                  </a:lnTo>
                  <a:lnTo>
                    <a:pt x="5111708" y="1333812"/>
                  </a:lnTo>
                  <a:lnTo>
                    <a:pt x="5111833" y="1333812"/>
                  </a:lnTo>
                  <a:lnTo>
                    <a:pt x="5111958" y="1333812"/>
                  </a:lnTo>
                  <a:lnTo>
                    <a:pt x="5112083" y="1333812"/>
                  </a:lnTo>
                  <a:lnTo>
                    <a:pt x="5112208" y="1333812"/>
                  </a:lnTo>
                  <a:lnTo>
                    <a:pt x="5112334" y="1333812"/>
                  </a:lnTo>
                  <a:lnTo>
                    <a:pt x="5112459" y="1333812"/>
                  </a:lnTo>
                  <a:lnTo>
                    <a:pt x="5112584" y="1333812"/>
                  </a:lnTo>
                  <a:lnTo>
                    <a:pt x="5112709" y="1333812"/>
                  </a:lnTo>
                  <a:lnTo>
                    <a:pt x="5112834" y="1333812"/>
                  </a:lnTo>
                  <a:lnTo>
                    <a:pt x="5112959" y="1333812"/>
                  </a:lnTo>
                  <a:lnTo>
                    <a:pt x="5113084" y="1333812"/>
                  </a:lnTo>
                  <a:lnTo>
                    <a:pt x="5113209" y="1333812"/>
                  </a:lnTo>
                  <a:lnTo>
                    <a:pt x="5113334" y="1333812"/>
                  </a:lnTo>
                  <a:lnTo>
                    <a:pt x="5113459" y="1333812"/>
                  </a:lnTo>
                  <a:lnTo>
                    <a:pt x="5113584" y="1333812"/>
                  </a:lnTo>
                  <a:lnTo>
                    <a:pt x="5113709" y="1333812"/>
                  </a:lnTo>
                  <a:lnTo>
                    <a:pt x="5113834" y="1333812"/>
                  </a:lnTo>
                  <a:lnTo>
                    <a:pt x="5113959" y="1333812"/>
                  </a:lnTo>
                  <a:lnTo>
                    <a:pt x="5114084" y="1333812"/>
                  </a:lnTo>
                  <a:lnTo>
                    <a:pt x="5114209" y="1333812"/>
                  </a:lnTo>
                  <a:lnTo>
                    <a:pt x="5114334" y="1333812"/>
                  </a:lnTo>
                  <a:lnTo>
                    <a:pt x="5114459" y="1333812"/>
                  </a:lnTo>
                  <a:lnTo>
                    <a:pt x="5114584" y="1333812"/>
                  </a:lnTo>
                  <a:lnTo>
                    <a:pt x="5114709" y="1333812"/>
                  </a:lnTo>
                  <a:lnTo>
                    <a:pt x="5114834" y="1333812"/>
                  </a:lnTo>
                  <a:lnTo>
                    <a:pt x="5114959" y="1333812"/>
                  </a:lnTo>
                  <a:lnTo>
                    <a:pt x="5115084" y="1333812"/>
                  </a:lnTo>
                  <a:lnTo>
                    <a:pt x="5115209" y="1333812"/>
                  </a:lnTo>
                  <a:lnTo>
                    <a:pt x="5115335" y="1333812"/>
                  </a:lnTo>
                  <a:lnTo>
                    <a:pt x="5115460" y="1333812"/>
                  </a:lnTo>
                  <a:lnTo>
                    <a:pt x="5115585" y="1333812"/>
                  </a:lnTo>
                  <a:lnTo>
                    <a:pt x="5115710" y="1333812"/>
                  </a:lnTo>
                  <a:lnTo>
                    <a:pt x="5115835" y="1333812"/>
                  </a:lnTo>
                  <a:lnTo>
                    <a:pt x="5115960" y="1333812"/>
                  </a:lnTo>
                  <a:lnTo>
                    <a:pt x="5116085" y="1333812"/>
                  </a:lnTo>
                  <a:lnTo>
                    <a:pt x="5116210" y="1333812"/>
                  </a:lnTo>
                  <a:lnTo>
                    <a:pt x="5116335" y="1333812"/>
                  </a:lnTo>
                  <a:lnTo>
                    <a:pt x="5116460" y="1333812"/>
                  </a:lnTo>
                  <a:lnTo>
                    <a:pt x="5116585" y="1333812"/>
                  </a:lnTo>
                  <a:lnTo>
                    <a:pt x="5116710" y="1333812"/>
                  </a:lnTo>
                  <a:lnTo>
                    <a:pt x="5116835" y="1333812"/>
                  </a:lnTo>
                  <a:lnTo>
                    <a:pt x="5116960" y="1333812"/>
                  </a:lnTo>
                  <a:lnTo>
                    <a:pt x="5117085" y="1333812"/>
                  </a:lnTo>
                  <a:lnTo>
                    <a:pt x="5117210" y="1333812"/>
                  </a:lnTo>
                  <a:lnTo>
                    <a:pt x="5117335" y="1333812"/>
                  </a:lnTo>
                  <a:lnTo>
                    <a:pt x="5117460" y="1333812"/>
                  </a:lnTo>
                  <a:lnTo>
                    <a:pt x="5117585" y="1333812"/>
                  </a:lnTo>
                  <a:lnTo>
                    <a:pt x="5117710" y="1333812"/>
                  </a:lnTo>
                  <a:lnTo>
                    <a:pt x="5117835" y="1333812"/>
                  </a:lnTo>
                  <a:lnTo>
                    <a:pt x="5117960" y="1333812"/>
                  </a:lnTo>
                  <a:lnTo>
                    <a:pt x="5118085" y="1333812"/>
                  </a:lnTo>
                  <a:lnTo>
                    <a:pt x="5118210" y="1333812"/>
                  </a:lnTo>
                  <a:lnTo>
                    <a:pt x="5118336" y="1333812"/>
                  </a:lnTo>
                  <a:lnTo>
                    <a:pt x="5118461" y="1333812"/>
                  </a:lnTo>
                  <a:lnTo>
                    <a:pt x="5118586" y="1333812"/>
                  </a:lnTo>
                  <a:lnTo>
                    <a:pt x="5118711" y="1333812"/>
                  </a:lnTo>
                  <a:lnTo>
                    <a:pt x="5118836" y="1333812"/>
                  </a:lnTo>
                  <a:lnTo>
                    <a:pt x="5118961" y="1333812"/>
                  </a:lnTo>
                  <a:lnTo>
                    <a:pt x="5119086" y="1333812"/>
                  </a:lnTo>
                  <a:lnTo>
                    <a:pt x="5119211" y="1333812"/>
                  </a:lnTo>
                  <a:lnTo>
                    <a:pt x="5119336" y="1333812"/>
                  </a:lnTo>
                  <a:lnTo>
                    <a:pt x="5119461" y="1333812"/>
                  </a:lnTo>
                  <a:lnTo>
                    <a:pt x="5119586" y="1333812"/>
                  </a:lnTo>
                  <a:lnTo>
                    <a:pt x="5119711" y="1333812"/>
                  </a:lnTo>
                  <a:lnTo>
                    <a:pt x="5119836" y="1333812"/>
                  </a:lnTo>
                  <a:lnTo>
                    <a:pt x="5119961" y="1333812"/>
                  </a:lnTo>
                  <a:lnTo>
                    <a:pt x="5120086" y="1333812"/>
                  </a:lnTo>
                  <a:lnTo>
                    <a:pt x="5120211" y="1333812"/>
                  </a:lnTo>
                  <a:lnTo>
                    <a:pt x="5120336" y="1333812"/>
                  </a:lnTo>
                  <a:lnTo>
                    <a:pt x="5120461" y="1333812"/>
                  </a:lnTo>
                  <a:lnTo>
                    <a:pt x="5120586" y="1333812"/>
                  </a:lnTo>
                  <a:lnTo>
                    <a:pt x="5120711" y="1333812"/>
                  </a:lnTo>
                  <a:lnTo>
                    <a:pt x="5120836" y="1333812"/>
                  </a:lnTo>
                  <a:lnTo>
                    <a:pt x="5120961" y="1333812"/>
                  </a:lnTo>
                  <a:lnTo>
                    <a:pt x="5121086" y="1333812"/>
                  </a:lnTo>
                  <a:lnTo>
                    <a:pt x="5121211" y="1333812"/>
                  </a:lnTo>
                  <a:lnTo>
                    <a:pt x="5121337" y="1333812"/>
                  </a:lnTo>
                  <a:lnTo>
                    <a:pt x="5121462" y="1333812"/>
                  </a:lnTo>
                  <a:lnTo>
                    <a:pt x="5121587" y="1333812"/>
                  </a:lnTo>
                  <a:lnTo>
                    <a:pt x="5121712" y="1333812"/>
                  </a:lnTo>
                  <a:lnTo>
                    <a:pt x="5121837" y="1333812"/>
                  </a:lnTo>
                  <a:lnTo>
                    <a:pt x="5121962" y="1333812"/>
                  </a:lnTo>
                  <a:lnTo>
                    <a:pt x="5122087" y="1333812"/>
                  </a:lnTo>
                  <a:lnTo>
                    <a:pt x="5122212" y="1333812"/>
                  </a:lnTo>
                  <a:lnTo>
                    <a:pt x="5122337" y="1333812"/>
                  </a:lnTo>
                  <a:lnTo>
                    <a:pt x="5122462" y="1333812"/>
                  </a:lnTo>
                  <a:lnTo>
                    <a:pt x="5122587" y="1333812"/>
                  </a:lnTo>
                  <a:lnTo>
                    <a:pt x="5122712" y="1333812"/>
                  </a:lnTo>
                  <a:lnTo>
                    <a:pt x="5122837" y="1333812"/>
                  </a:lnTo>
                  <a:lnTo>
                    <a:pt x="5122962" y="1333812"/>
                  </a:lnTo>
                  <a:lnTo>
                    <a:pt x="5123087" y="1333812"/>
                  </a:lnTo>
                  <a:lnTo>
                    <a:pt x="5123212" y="1333812"/>
                  </a:lnTo>
                  <a:lnTo>
                    <a:pt x="5123337" y="1333812"/>
                  </a:lnTo>
                  <a:lnTo>
                    <a:pt x="5123462" y="1333812"/>
                  </a:lnTo>
                  <a:lnTo>
                    <a:pt x="5123587" y="1333812"/>
                  </a:lnTo>
                  <a:lnTo>
                    <a:pt x="5123712" y="1333812"/>
                  </a:lnTo>
                  <a:lnTo>
                    <a:pt x="5123837" y="1333812"/>
                  </a:lnTo>
                  <a:lnTo>
                    <a:pt x="5123962" y="1333812"/>
                  </a:lnTo>
                  <a:lnTo>
                    <a:pt x="5124087" y="1333812"/>
                  </a:lnTo>
                  <a:lnTo>
                    <a:pt x="5124213" y="1333812"/>
                  </a:lnTo>
                  <a:lnTo>
                    <a:pt x="5124338" y="1333812"/>
                  </a:lnTo>
                  <a:lnTo>
                    <a:pt x="5124463" y="1333812"/>
                  </a:lnTo>
                  <a:lnTo>
                    <a:pt x="5124588" y="1333812"/>
                  </a:lnTo>
                  <a:lnTo>
                    <a:pt x="5124713" y="1333812"/>
                  </a:lnTo>
                  <a:lnTo>
                    <a:pt x="5124838" y="1333812"/>
                  </a:lnTo>
                  <a:lnTo>
                    <a:pt x="5124963" y="1333812"/>
                  </a:lnTo>
                  <a:lnTo>
                    <a:pt x="5125088" y="1333812"/>
                  </a:lnTo>
                  <a:lnTo>
                    <a:pt x="5125213" y="1333812"/>
                  </a:lnTo>
                  <a:lnTo>
                    <a:pt x="5125338" y="1333812"/>
                  </a:lnTo>
                  <a:lnTo>
                    <a:pt x="5125463" y="1333812"/>
                  </a:lnTo>
                  <a:lnTo>
                    <a:pt x="5125588" y="1333812"/>
                  </a:lnTo>
                  <a:lnTo>
                    <a:pt x="5125713" y="1333812"/>
                  </a:lnTo>
                  <a:lnTo>
                    <a:pt x="5125838" y="1333812"/>
                  </a:lnTo>
                  <a:lnTo>
                    <a:pt x="5125963" y="1333812"/>
                  </a:lnTo>
                  <a:lnTo>
                    <a:pt x="5126088" y="1333812"/>
                  </a:lnTo>
                  <a:lnTo>
                    <a:pt x="5126213" y="1333812"/>
                  </a:lnTo>
                  <a:lnTo>
                    <a:pt x="5126338" y="1333812"/>
                  </a:lnTo>
                  <a:lnTo>
                    <a:pt x="5126463" y="1333812"/>
                  </a:lnTo>
                  <a:lnTo>
                    <a:pt x="5126588" y="1333812"/>
                  </a:lnTo>
                  <a:lnTo>
                    <a:pt x="5126713" y="1333812"/>
                  </a:lnTo>
                  <a:lnTo>
                    <a:pt x="5126838" y="1333812"/>
                  </a:lnTo>
                  <a:lnTo>
                    <a:pt x="5126963" y="1333812"/>
                  </a:lnTo>
                  <a:lnTo>
                    <a:pt x="5127088" y="1333812"/>
                  </a:lnTo>
                  <a:lnTo>
                    <a:pt x="5127214" y="1333812"/>
                  </a:lnTo>
                  <a:lnTo>
                    <a:pt x="5127339" y="1333812"/>
                  </a:lnTo>
                  <a:lnTo>
                    <a:pt x="5127464" y="1333812"/>
                  </a:lnTo>
                  <a:lnTo>
                    <a:pt x="5127589" y="1333812"/>
                  </a:lnTo>
                  <a:lnTo>
                    <a:pt x="5127714" y="1333812"/>
                  </a:lnTo>
                  <a:lnTo>
                    <a:pt x="5127839" y="1333812"/>
                  </a:lnTo>
                  <a:lnTo>
                    <a:pt x="5127964" y="1333812"/>
                  </a:lnTo>
                  <a:lnTo>
                    <a:pt x="5128089" y="1333812"/>
                  </a:lnTo>
                  <a:lnTo>
                    <a:pt x="5128214" y="1333812"/>
                  </a:lnTo>
                  <a:lnTo>
                    <a:pt x="5128339" y="1333812"/>
                  </a:lnTo>
                  <a:lnTo>
                    <a:pt x="5128464" y="1333812"/>
                  </a:lnTo>
                  <a:lnTo>
                    <a:pt x="5128589" y="1333812"/>
                  </a:lnTo>
                  <a:lnTo>
                    <a:pt x="5128714" y="1333812"/>
                  </a:lnTo>
                  <a:lnTo>
                    <a:pt x="5128839" y="1333812"/>
                  </a:lnTo>
                  <a:lnTo>
                    <a:pt x="5128964" y="1333812"/>
                  </a:lnTo>
                  <a:lnTo>
                    <a:pt x="5129089" y="1333812"/>
                  </a:lnTo>
                  <a:lnTo>
                    <a:pt x="5129214" y="1333812"/>
                  </a:lnTo>
                  <a:lnTo>
                    <a:pt x="5129339" y="1333812"/>
                  </a:lnTo>
                  <a:lnTo>
                    <a:pt x="5129464" y="1333812"/>
                  </a:lnTo>
                  <a:lnTo>
                    <a:pt x="5129589" y="1333812"/>
                  </a:lnTo>
                  <a:lnTo>
                    <a:pt x="5129714" y="1333812"/>
                  </a:lnTo>
                  <a:lnTo>
                    <a:pt x="5129839" y="1333812"/>
                  </a:lnTo>
                  <a:lnTo>
                    <a:pt x="5129964" y="1333812"/>
                  </a:lnTo>
                  <a:lnTo>
                    <a:pt x="5130089" y="1333812"/>
                  </a:lnTo>
                  <a:lnTo>
                    <a:pt x="5130215" y="1333812"/>
                  </a:lnTo>
                  <a:lnTo>
                    <a:pt x="5130340" y="1333812"/>
                  </a:lnTo>
                  <a:lnTo>
                    <a:pt x="5130465" y="1333812"/>
                  </a:lnTo>
                  <a:lnTo>
                    <a:pt x="5130590" y="1333812"/>
                  </a:lnTo>
                  <a:lnTo>
                    <a:pt x="5130715" y="1333812"/>
                  </a:lnTo>
                  <a:lnTo>
                    <a:pt x="5130840" y="1333812"/>
                  </a:lnTo>
                  <a:lnTo>
                    <a:pt x="5130965" y="1333812"/>
                  </a:lnTo>
                  <a:lnTo>
                    <a:pt x="5131090" y="1333812"/>
                  </a:lnTo>
                  <a:lnTo>
                    <a:pt x="5131215" y="1333812"/>
                  </a:lnTo>
                  <a:lnTo>
                    <a:pt x="5131340" y="1333812"/>
                  </a:lnTo>
                  <a:lnTo>
                    <a:pt x="5131465" y="1333812"/>
                  </a:lnTo>
                  <a:lnTo>
                    <a:pt x="5131590" y="1333812"/>
                  </a:lnTo>
                  <a:lnTo>
                    <a:pt x="5131715" y="1333812"/>
                  </a:lnTo>
                  <a:lnTo>
                    <a:pt x="5131840" y="1333812"/>
                  </a:lnTo>
                  <a:lnTo>
                    <a:pt x="5131965" y="1333812"/>
                  </a:lnTo>
                  <a:lnTo>
                    <a:pt x="5132090" y="1333812"/>
                  </a:lnTo>
                  <a:lnTo>
                    <a:pt x="5132215" y="1333812"/>
                  </a:lnTo>
                  <a:lnTo>
                    <a:pt x="5132340" y="1333812"/>
                  </a:lnTo>
                  <a:lnTo>
                    <a:pt x="5132465" y="1333812"/>
                  </a:lnTo>
                  <a:lnTo>
                    <a:pt x="5132590" y="1333812"/>
                  </a:lnTo>
                  <a:lnTo>
                    <a:pt x="5132715" y="1333812"/>
                  </a:lnTo>
                  <a:lnTo>
                    <a:pt x="5132840" y="1333812"/>
                  </a:lnTo>
                  <a:lnTo>
                    <a:pt x="5132965" y="1333812"/>
                  </a:lnTo>
                  <a:lnTo>
                    <a:pt x="5133090" y="1333812"/>
                  </a:lnTo>
                  <a:lnTo>
                    <a:pt x="5133216" y="1333812"/>
                  </a:lnTo>
                  <a:lnTo>
                    <a:pt x="5133341" y="1333812"/>
                  </a:lnTo>
                  <a:lnTo>
                    <a:pt x="5133466" y="1333812"/>
                  </a:lnTo>
                  <a:lnTo>
                    <a:pt x="5133591" y="1333812"/>
                  </a:lnTo>
                  <a:lnTo>
                    <a:pt x="5133716" y="1333812"/>
                  </a:lnTo>
                  <a:lnTo>
                    <a:pt x="5133841" y="1333812"/>
                  </a:lnTo>
                  <a:lnTo>
                    <a:pt x="5133966" y="1333812"/>
                  </a:lnTo>
                  <a:lnTo>
                    <a:pt x="5134091" y="1333812"/>
                  </a:lnTo>
                  <a:lnTo>
                    <a:pt x="5134216" y="1333812"/>
                  </a:lnTo>
                  <a:lnTo>
                    <a:pt x="5134341" y="1333812"/>
                  </a:lnTo>
                  <a:lnTo>
                    <a:pt x="5134466" y="1333812"/>
                  </a:lnTo>
                  <a:lnTo>
                    <a:pt x="5134591" y="1333812"/>
                  </a:lnTo>
                  <a:lnTo>
                    <a:pt x="5134716" y="1333812"/>
                  </a:lnTo>
                  <a:lnTo>
                    <a:pt x="5134841" y="1333812"/>
                  </a:lnTo>
                  <a:lnTo>
                    <a:pt x="5134966" y="1333812"/>
                  </a:lnTo>
                  <a:lnTo>
                    <a:pt x="5135091" y="1333812"/>
                  </a:lnTo>
                  <a:lnTo>
                    <a:pt x="5135216" y="1333812"/>
                  </a:lnTo>
                  <a:lnTo>
                    <a:pt x="5135341" y="1333812"/>
                  </a:lnTo>
                  <a:lnTo>
                    <a:pt x="5135466" y="1333812"/>
                  </a:lnTo>
                  <a:lnTo>
                    <a:pt x="5135591" y="1333812"/>
                  </a:lnTo>
                  <a:lnTo>
                    <a:pt x="5135716" y="1333812"/>
                  </a:lnTo>
                  <a:lnTo>
                    <a:pt x="5135841" y="1333812"/>
                  </a:lnTo>
                  <a:lnTo>
                    <a:pt x="5135966" y="1333812"/>
                  </a:lnTo>
                  <a:lnTo>
                    <a:pt x="5136091" y="1333812"/>
                  </a:lnTo>
                  <a:lnTo>
                    <a:pt x="5136217" y="1333812"/>
                  </a:lnTo>
                  <a:lnTo>
                    <a:pt x="5136342" y="1333812"/>
                  </a:lnTo>
                  <a:lnTo>
                    <a:pt x="5136467" y="1333812"/>
                  </a:lnTo>
                  <a:lnTo>
                    <a:pt x="5136592" y="1333812"/>
                  </a:lnTo>
                  <a:lnTo>
                    <a:pt x="5136717" y="1333812"/>
                  </a:lnTo>
                  <a:lnTo>
                    <a:pt x="5136842" y="1333812"/>
                  </a:lnTo>
                  <a:lnTo>
                    <a:pt x="5136967" y="1333812"/>
                  </a:lnTo>
                  <a:lnTo>
                    <a:pt x="5137092" y="1333812"/>
                  </a:lnTo>
                  <a:lnTo>
                    <a:pt x="5137217" y="1333812"/>
                  </a:lnTo>
                  <a:lnTo>
                    <a:pt x="5137342" y="1333812"/>
                  </a:lnTo>
                  <a:lnTo>
                    <a:pt x="5137467" y="1333812"/>
                  </a:lnTo>
                  <a:lnTo>
                    <a:pt x="5137592" y="1333812"/>
                  </a:lnTo>
                  <a:lnTo>
                    <a:pt x="5137717" y="1333812"/>
                  </a:lnTo>
                  <a:lnTo>
                    <a:pt x="5137842" y="1333812"/>
                  </a:lnTo>
                  <a:lnTo>
                    <a:pt x="5137967" y="1333812"/>
                  </a:lnTo>
                  <a:lnTo>
                    <a:pt x="5138092" y="1333812"/>
                  </a:lnTo>
                  <a:lnTo>
                    <a:pt x="5138217" y="1333812"/>
                  </a:lnTo>
                  <a:lnTo>
                    <a:pt x="5138342" y="1333812"/>
                  </a:lnTo>
                  <a:lnTo>
                    <a:pt x="5138467" y="1333812"/>
                  </a:lnTo>
                  <a:lnTo>
                    <a:pt x="5138592" y="1333812"/>
                  </a:lnTo>
                  <a:lnTo>
                    <a:pt x="5138717" y="1333812"/>
                  </a:lnTo>
                  <a:lnTo>
                    <a:pt x="5138842" y="1333812"/>
                  </a:lnTo>
                  <a:lnTo>
                    <a:pt x="5138967" y="1333812"/>
                  </a:lnTo>
                  <a:lnTo>
                    <a:pt x="5139092" y="1333812"/>
                  </a:lnTo>
                  <a:lnTo>
                    <a:pt x="5139218" y="1333812"/>
                  </a:lnTo>
                  <a:lnTo>
                    <a:pt x="5139343" y="1333812"/>
                  </a:lnTo>
                  <a:lnTo>
                    <a:pt x="5139468" y="1333812"/>
                  </a:lnTo>
                  <a:lnTo>
                    <a:pt x="5139593" y="1333812"/>
                  </a:lnTo>
                  <a:lnTo>
                    <a:pt x="5139718" y="1333812"/>
                  </a:lnTo>
                  <a:lnTo>
                    <a:pt x="5139843" y="1333812"/>
                  </a:lnTo>
                  <a:lnTo>
                    <a:pt x="5139968" y="1333812"/>
                  </a:lnTo>
                  <a:lnTo>
                    <a:pt x="5140093" y="1333812"/>
                  </a:lnTo>
                  <a:lnTo>
                    <a:pt x="5140218" y="1333812"/>
                  </a:lnTo>
                  <a:lnTo>
                    <a:pt x="5140343" y="1333812"/>
                  </a:lnTo>
                  <a:lnTo>
                    <a:pt x="5140468" y="1333812"/>
                  </a:lnTo>
                  <a:lnTo>
                    <a:pt x="5140593" y="1333812"/>
                  </a:lnTo>
                  <a:lnTo>
                    <a:pt x="5140718" y="1333812"/>
                  </a:lnTo>
                  <a:lnTo>
                    <a:pt x="5140843" y="1333812"/>
                  </a:lnTo>
                  <a:lnTo>
                    <a:pt x="5140968" y="1333812"/>
                  </a:lnTo>
                  <a:lnTo>
                    <a:pt x="5141093" y="1333812"/>
                  </a:lnTo>
                  <a:lnTo>
                    <a:pt x="5141218" y="1333812"/>
                  </a:lnTo>
                  <a:lnTo>
                    <a:pt x="5141343" y="1333812"/>
                  </a:lnTo>
                  <a:lnTo>
                    <a:pt x="5141468" y="1333812"/>
                  </a:lnTo>
                  <a:lnTo>
                    <a:pt x="5141593" y="1333812"/>
                  </a:lnTo>
                  <a:lnTo>
                    <a:pt x="5141718" y="1333812"/>
                  </a:lnTo>
                  <a:lnTo>
                    <a:pt x="5141843" y="1333812"/>
                  </a:lnTo>
                  <a:lnTo>
                    <a:pt x="5141968" y="1333812"/>
                  </a:lnTo>
                  <a:lnTo>
                    <a:pt x="5142093" y="1333812"/>
                  </a:lnTo>
                  <a:lnTo>
                    <a:pt x="5142219" y="1333812"/>
                  </a:lnTo>
                  <a:lnTo>
                    <a:pt x="5142344" y="1333812"/>
                  </a:lnTo>
                  <a:lnTo>
                    <a:pt x="5142469" y="1333812"/>
                  </a:lnTo>
                  <a:lnTo>
                    <a:pt x="5142594" y="1333812"/>
                  </a:lnTo>
                  <a:lnTo>
                    <a:pt x="5142719" y="1333812"/>
                  </a:lnTo>
                  <a:lnTo>
                    <a:pt x="5142844" y="1333812"/>
                  </a:lnTo>
                  <a:lnTo>
                    <a:pt x="5142969" y="1333812"/>
                  </a:lnTo>
                  <a:lnTo>
                    <a:pt x="5143094" y="1333812"/>
                  </a:lnTo>
                  <a:lnTo>
                    <a:pt x="5143219" y="1333812"/>
                  </a:lnTo>
                  <a:lnTo>
                    <a:pt x="5143344" y="1333812"/>
                  </a:lnTo>
                  <a:lnTo>
                    <a:pt x="5143469" y="1333812"/>
                  </a:lnTo>
                  <a:lnTo>
                    <a:pt x="5143594" y="1333812"/>
                  </a:lnTo>
                  <a:lnTo>
                    <a:pt x="5143719" y="1333812"/>
                  </a:lnTo>
                  <a:lnTo>
                    <a:pt x="5143844" y="1333812"/>
                  </a:lnTo>
                  <a:lnTo>
                    <a:pt x="5143969" y="1333812"/>
                  </a:lnTo>
                  <a:lnTo>
                    <a:pt x="5144094" y="1333812"/>
                  </a:lnTo>
                  <a:lnTo>
                    <a:pt x="5144219" y="1333812"/>
                  </a:lnTo>
                  <a:lnTo>
                    <a:pt x="5144344" y="1333812"/>
                  </a:lnTo>
                  <a:lnTo>
                    <a:pt x="5144469" y="1333812"/>
                  </a:lnTo>
                  <a:lnTo>
                    <a:pt x="5144594" y="1333812"/>
                  </a:lnTo>
                  <a:lnTo>
                    <a:pt x="5144719" y="1333812"/>
                  </a:lnTo>
                  <a:lnTo>
                    <a:pt x="5144844" y="1333812"/>
                  </a:lnTo>
                  <a:lnTo>
                    <a:pt x="5144969" y="1333812"/>
                  </a:lnTo>
                  <a:lnTo>
                    <a:pt x="5145094" y="1333812"/>
                  </a:lnTo>
                  <a:lnTo>
                    <a:pt x="5145220" y="1333812"/>
                  </a:lnTo>
                  <a:lnTo>
                    <a:pt x="5145345" y="1333812"/>
                  </a:lnTo>
                  <a:lnTo>
                    <a:pt x="5145470" y="1333812"/>
                  </a:lnTo>
                  <a:lnTo>
                    <a:pt x="5145595" y="1333812"/>
                  </a:lnTo>
                  <a:lnTo>
                    <a:pt x="5145720" y="1333812"/>
                  </a:lnTo>
                  <a:lnTo>
                    <a:pt x="5145845" y="1333812"/>
                  </a:lnTo>
                  <a:lnTo>
                    <a:pt x="5145970" y="1333812"/>
                  </a:lnTo>
                  <a:lnTo>
                    <a:pt x="5146095" y="1333812"/>
                  </a:lnTo>
                  <a:lnTo>
                    <a:pt x="5146220" y="1333812"/>
                  </a:lnTo>
                  <a:lnTo>
                    <a:pt x="5146345" y="1333812"/>
                  </a:lnTo>
                  <a:lnTo>
                    <a:pt x="5146470" y="1333812"/>
                  </a:lnTo>
                  <a:lnTo>
                    <a:pt x="5146595" y="1333812"/>
                  </a:lnTo>
                  <a:lnTo>
                    <a:pt x="5146720" y="1333812"/>
                  </a:lnTo>
                  <a:lnTo>
                    <a:pt x="5146845" y="1333812"/>
                  </a:lnTo>
                  <a:lnTo>
                    <a:pt x="5146970" y="1333812"/>
                  </a:lnTo>
                  <a:lnTo>
                    <a:pt x="5147095" y="1333812"/>
                  </a:lnTo>
                  <a:lnTo>
                    <a:pt x="5147220" y="1333812"/>
                  </a:lnTo>
                  <a:lnTo>
                    <a:pt x="5147345" y="1333812"/>
                  </a:lnTo>
                  <a:lnTo>
                    <a:pt x="5147470" y="1333812"/>
                  </a:lnTo>
                  <a:lnTo>
                    <a:pt x="5147595" y="1333812"/>
                  </a:lnTo>
                  <a:lnTo>
                    <a:pt x="5147720" y="1333812"/>
                  </a:lnTo>
                  <a:lnTo>
                    <a:pt x="5147845" y="1333812"/>
                  </a:lnTo>
                  <a:lnTo>
                    <a:pt x="5147970" y="1333812"/>
                  </a:lnTo>
                  <a:lnTo>
                    <a:pt x="5148095" y="1333812"/>
                  </a:lnTo>
                  <a:lnTo>
                    <a:pt x="5148221" y="1333812"/>
                  </a:lnTo>
                  <a:lnTo>
                    <a:pt x="5148346" y="1333812"/>
                  </a:lnTo>
                  <a:lnTo>
                    <a:pt x="5148471" y="1333812"/>
                  </a:lnTo>
                  <a:lnTo>
                    <a:pt x="5148596" y="1333812"/>
                  </a:lnTo>
                  <a:lnTo>
                    <a:pt x="5148721" y="1333812"/>
                  </a:lnTo>
                  <a:lnTo>
                    <a:pt x="5148846" y="1333812"/>
                  </a:lnTo>
                  <a:lnTo>
                    <a:pt x="5148971" y="1333812"/>
                  </a:lnTo>
                  <a:lnTo>
                    <a:pt x="5149096" y="1333812"/>
                  </a:lnTo>
                  <a:lnTo>
                    <a:pt x="5149221" y="1333812"/>
                  </a:lnTo>
                  <a:lnTo>
                    <a:pt x="5149346" y="1333812"/>
                  </a:lnTo>
                  <a:lnTo>
                    <a:pt x="5149471" y="1333812"/>
                  </a:lnTo>
                  <a:lnTo>
                    <a:pt x="5149596" y="1333812"/>
                  </a:lnTo>
                  <a:lnTo>
                    <a:pt x="5149721" y="1333812"/>
                  </a:lnTo>
                  <a:lnTo>
                    <a:pt x="5149846" y="1333812"/>
                  </a:lnTo>
                  <a:lnTo>
                    <a:pt x="5149971" y="1333812"/>
                  </a:lnTo>
                  <a:lnTo>
                    <a:pt x="5150096" y="1333812"/>
                  </a:lnTo>
                  <a:lnTo>
                    <a:pt x="5150221" y="1333812"/>
                  </a:lnTo>
                  <a:lnTo>
                    <a:pt x="5150346" y="1333812"/>
                  </a:lnTo>
                  <a:lnTo>
                    <a:pt x="5150471" y="1333812"/>
                  </a:lnTo>
                  <a:lnTo>
                    <a:pt x="5150596" y="1333812"/>
                  </a:lnTo>
                  <a:lnTo>
                    <a:pt x="5150721" y="1333812"/>
                  </a:lnTo>
                  <a:lnTo>
                    <a:pt x="5150846" y="1333812"/>
                  </a:lnTo>
                  <a:lnTo>
                    <a:pt x="5150971" y="1333812"/>
                  </a:lnTo>
                  <a:lnTo>
                    <a:pt x="5151096" y="1333812"/>
                  </a:lnTo>
                  <a:lnTo>
                    <a:pt x="5151222" y="1333812"/>
                  </a:lnTo>
                  <a:lnTo>
                    <a:pt x="5151347" y="1333812"/>
                  </a:lnTo>
                  <a:lnTo>
                    <a:pt x="5151472" y="1333812"/>
                  </a:lnTo>
                  <a:lnTo>
                    <a:pt x="5151597" y="1333812"/>
                  </a:lnTo>
                  <a:lnTo>
                    <a:pt x="5151722" y="1333812"/>
                  </a:lnTo>
                  <a:lnTo>
                    <a:pt x="5151847" y="1333812"/>
                  </a:lnTo>
                  <a:lnTo>
                    <a:pt x="5151972" y="1333812"/>
                  </a:lnTo>
                  <a:lnTo>
                    <a:pt x="5152097" y="1333812"/>
                  </a:lnTo>
                  <a:lnTo>
                    <a:pt x="5152222" y="1333812"/>
                  </a:lnTo>
                  <a:lnTo>
                    <a:pt x="5152347" y="1333812"/>
                  </a:lnTo>
                  <a:lnTo>
                    <a:pt x="5152472" y="1333812"/>
                  </a:lnTo>
                  <a:lnTo>
                    <a:pt x="5152597" y="1333812"/>
                  </a:lnTo>
                  <a:lnTo>
                    <a:pt x="5152722" y="1333812"/>
                  </a:lnTo>
                  <a:lnTo>
                    <a:pt x="5152847" y="1333812"/>
                  </a:lnTo>
                  <a:lnTo>
                    <a:pt x="5152972" y="1333812"/>
                  </a:lnTo>
                  <a:lnTo>
                    <a:pt x="5153097" y="1333812"/>
                  </a:lnTo>
                  <a:lnTo>
                    <a:pt x="5153222" y="1333812"/>
                  </a:lnTo>
                  <a:lnTo>
                    <a:pt x="5153347" y="1333812"/>
                  </a:lnTo>
                  <a:lnTo>
                    <a:pt x="5153472" y="1333812"/>
                  </a:lnTo>
                  <a:lnTo>
                    <a:pt x="5153597" y="1333812"/>
                  </a:lnTo>
                  <a:lnTo>
                    <a:pt x="5153722" y="1333812"/>
                  </a:lnTo>
                  <a:lnTo>
                    <a:pt x="5153847" y="1333812"/>
                  </a:lnTo>
                  <a:lnTo>
                    <a:pt x="5153972" y="1333812"/>
                  </a:lnTo>
                  <a:lnTo>
                    <a:pt x="5154097" y="1333812"/>
                  </a:lnTo>
                  <a:lnTo>
                    <a:pt x="5154223" y="1333812"/>
                  </a:lnTo>
                  <a:lnTo>
                    <a:pt x="5154348" y="1333812"/>
                  </a:lnTo>
                  <a:lnTo>
                    <a:pt x="5154473" y="1333812"/>
                  </a:lnTo>
                  <a:lnTo>
                    <a:pt x="5154598" y="1333812"/>
                  </a:lnTo>
                  <a:lnTo>
                    <a:pt x="5154723" y="1333812"/>
                  </a:lnTo>
                  <a:lnTo>
                    <a:pt x="5154848" y="1333812"/>
                  </a:lnTo>
                  <a:lnTo>
                    <a:pt x="5154973" y="1333812"/>
                  </a:lnTo>
                  <a:lnTo>
                    <a:pt x="5155098" y="1333812"/>
                  </a:lnTo>
                  <a:lnTo>
                    <a:pt x="5155223" y="1333812"/>
                  </a:lnTo>
                  <a:lnTo>
                    <a:pt x="5155348" y="1333812"/>
                  </a:lnTo>
                  <a:lnTo>
                    <a:pt x="5155473" y="1333812"/>
                  </a:lnTo>
                  <a:lnTo>
                    <a:pt x="5155598" y="1333812"/>
                  </a:lnTo>
                  <a:lnTo>
                    <a:pt x="5155723" y="1333812"/>
                  </a:lnTo>
                  <a:lnTo>
                    <a:pt x="5155848" y="1333812"/>
                  </a:lnTo>
                  <a:lnTo>
                    <a:pt x="5155973" y="1333812"/>
                  </a:lnTo>
                  <a:lnTo>
                    <a:pt x="5156098" y="1333812"/>
                  </a:lnTo>
                  <a:lnTo>
                    <a:pt x="5156223" y="1333812"/>
                  </a:lnTo>
                  <a:lnTo>
                    <a:pt x="5156348" y="1333812"/>
                  </a:lnTo>
                  <a:lnTo>
                    <a:pt x="5156473" y="1333812"/>
                  </a:lnTo>
                  <a:lnTo>
                    <a:pt x="5156598" y="1333812"/>
                  </a:lnTo>
                  <a:lnTo>
                    <a:pt x="5156723" y="1333812"/>
                  </a:lnTo>
                  <a:lnTo>
                    <a:pt x="5156848" y="1333812"/>
                  </a:lnTo>
                  <a:lnTo>
                    <a:pt x="5156973" y="1333812"/>
                  </a:lnTo>
                  <a:lnTo>
                    <a:pt x="5157098" y="1333812"/>
                  </a:lnTo>
                  <a:lnTo>
                    <a:pt x="5157224" y="1333812"/>
                  </a:lnTo>
                  <a:lnTo>
                    <a:pt x="5157349" y="1333812"/>
                  </a:lnTo>
                  <a:lnTo>
                    <a:pt x="5157349" y="1323858"/>
                  </a:lnTo>
                  <a:lnTo>
                    <a:pt x="5157474" y="1323858"/>
                  </a:lnTo>
                  <a:lnTo>
                    <a:pt x="5157599" y="1323858"/>
                  </a:lnTo>
                  <a:lnTo>
                    <a:pt x="5157724" y="1323858"/>
                  </a:lnTo>
                  <a:lnTo>
                    <a:pt x="5157849" y="1323858"/>
                  </a:lnTo>
                  <a:lnTo>
                    <a:pt x="5157974" y="1323858"/>
                  </a:lnTo>
                  <a:lnTo>
                    <a:pt x="5158099" y="1323858"/>
                  </a:lnTo>
                  <a:lnTo>
                    <a:pt x="5158224" y="1323858"/>
                  </a:lnTo>
                  <a:lnTo>
                    <a:pt x="5158349" y="1323858"/>
                  </a:lnTo>
                  <a:lnTo>
                    <a:pt x="5158474" y="1323858"/>
                  </a:lnTo>
                  <a:lnTo>
                    <a:pt x="5158599" y="1323858"/>
                  </a:lnTo>
                  <a:lnTo>
                    <a:pt x="5158724" y="1323858"/>
                  </a:lnTo>
                  <a:lnTo>
                    <a:pt x="5158849" y="1323858"/>
                  </a:lnTo>
                  <a:lnTo>
                    <a:pt x="5158974" y="1323858"/>
                  </a:lnTo>
                  <a:lnTo>
                    <a:pt x="5159099" y="1323858"/>
                  </a:lnTo>
                  <a:lnTo>
                    <a:pt x="5159224" y="1323858"/>
                  </a:lnTo>
                  <a:lnTo>
                    <a:pt x="5159349" y="1323858"/>
                  </a:lnTo>
                  <a:lnTo>
                    <a:pt x="5159474" y="1323858"/>
                  </a:lnTo>
                  <a:lnTo>
                    <a:pt x="5159599" y="1323858"/>
                  </a:lnTo>
                  <a:lnTo>
                    <a:pt x="5159724" y="1323858"/>
                  </a:lnTo>
                  <a:lnTo>
                    <a:pt x="5159849" y="1323858"/>
                  </a:lnTo>
                  <a:lnTo>
                    <a:pt x="5159974" y="1323858"/>
                  </a:lnTo>
                  <a:lnTo>
                    <a:pt x="5160099" y="1323858"/>
                  </a:lnTo>
                  <a:lnTo>
                    <a:pt x="5160225" y="1323858"/>
                  </a:lnTo>
                  <a:lnTo>
                    <a:pt x="5160350" y="1323858"/>
                  </a:lnTo>
                  <a:lnTo>
                    <a:pt x="5160475" y="1323858"/>
                  </a:lnTo>
                  <a:lnTo>
                    <a:pt x="5160600" y="1323858"/>
                  </a:lnTo>
                  <a:lnTo>
                    <a:pt x="5160725" y="1323858"/>
                  </a:lnTo>
                  <a:lnTo>
                    <a:pt x="5160850" y="1323858"/>
                  </a:lnTo>
                  <a:lnTo>
                    <a:pt x="5160975" y="1323858"/>
                  </a:lnTo>
                  <a:lnTo>
                    <a:pt x="5161100" y="1323858"/>
                  </a:lnTo>
                  <a:lnTo>
                    <a:pt x="5161225" y="1323858"/>
                  </a:lnTo>
                  <a:lnTo>
                    <a:pt x="5161350" y="1323858"/>
                  </a:lnTo>
                  <a:lnTo>
                    <a:pt x="5161475" y="1323858"/>
                  </a:lnTo>
                  <a:lnTo>
                    <a:pt x="5161600" y="1323858"/>
                  </a:lnTo>
                  <a:lnTo>
                    <a:pt x="5161725" y="1323858"/>
                  </a:lnTo>
                  <a:lnTo>
                    <a:pt x="5161850" y="1323858"/>
                  </a:lnTo>
                  <a:lnTo>
                    <a:pt x="5161975" y="1323858"/>
                  </a:lnTo>
                  <a:lnTo>
                    <a:pt x="5162100" y="1323858"/>
                  </a:lnTo>
                  <a:lnTo>
                    <a:pt x="5162225" y="1323858"/>
                  </a:lnTo>
                  <a:lnTo>
                    <a:pt x="5162350" y="1323858"/>
                  </a:lnTo>
                  <a:lnTo>
                    <a:pt x="5162475" y="1323858"/>
                  </a:lnTo>
                  <a:lnTo>
                    <a:pt x="5162600" y="1323858"/>
                  </a:lnTo>
                  <a:lnTo>
                    <a:pt x="5162725" y="1323858"/>
                  </a:lnTo>
                  <a:lnTo>
                    <a:pt x="5162850" y="1323858"/>
                  </a:lnTo>
                  <a:lnTo>
                    <a:pt x="5162975" y="1323858"/>
                  </a:lnTo>
                  <a:lnTo>
                    <a:pt x="5163101" y="1323858"/>
                  </a:lnTo>
                  <a:lnTo>
                    <a:pt x="5163226" y="1323858"/>
                  </a:lnTo>
                  <a:lnTo>
                    <a:pt x="5163351" y="1323858"/>
                  </a:lnTo>
                  <a:lnTo>
                    <a:pt x="5163476" y="1323858"/>
                  </a:lnTo>
                  <a:lnTo>
                    <a:pt x="5163601" y="1323858"/>
                  </a:lnTo>
                  <a:lnTo>
                    <a:pt x="5163726" y="1323858"/>
                  </a:lnTo>
                  <a:lnTo>
                    <a:pt x="5163851" y="1323858"/>
                  </a:lnTo>
                  <a:lnTo>
                    <a:pt x="5163976" y="1323858"/>
                  </a:lnTo>
                  <a:lnTo>
                    <a:pt x="5164101" y="1323858"/>
                  </a:lnTo>
                  <a:lnTo>
                    <a:pt x="5164226" y="1323858"/>
                  </a:lnTo>
                  <a:lnTo>
                    <a:pt x="5164351" y="1323858"/>
                  </a:lnTo>
                  <a:lnTo>
                    <a:pt x="5164476" y="1323858"/>
                  </a:lnTo>
                  <a:lnTo>
                    <a:pt x="5164601" y="1323858"/>
                  </a:lnTo>
                  <a:lnTo>
                    <a:pt x="5164726" y="1323858"/>
                  </a:lnTo>
                  <a:lnTo>
                    <a:pt x="5164851" y="1323858"/>
                  </a:lnTo>
                  <a:lnTo>
                    <a:pt x="5164976" y="1323858"/>
                  </a:lnTo>
                  <a:lnTo>
                    <a:pt x="5165101" y="1323858"/>
                  </a:lnTo>
                  <a:lnTo>
                    <a:pt x="5165226" y="1323858"/>
                  </a:lnTo>
                  <a:lnTo>
                    <a:pt x="5165351" y="1323858"/>
                  </a:lnTo>
                  <a:lnTo>
                    <a:pt x="5165476" y="1323858"/>
                  </a:lnTo>
                  <a:lnTo>
                    <a:pt x="5165601" y="1323858"/>
                  </a:lnTo>
                  <a:lnTo>
                    <a:pt x="5165726" y="1323858"/>
                  </a:lnTo>
                  <a:lnTo>
                    <a:pt x="5165851" y="1323858"/>
                  </a:lnTo>
                  <a:lnTo>
                    <a:pt x="5165976" y="1323858"/>
                  </a:lnTo>
                  <a:lnTo>
                    <a:pt x="5166102" y="1323858"/>
                  </a:lnTo>
                  <a:lnTo>
                    <a:pt x="5166227" y="1323858"/>
                  </a:lnTo>
                  <a:lnTo>
                    <a:pt x="5166352" y="1323858"/>
                  </a:lnTo>
                  <a:lnTo>
                    <a:pt x="5166477" y="1323858"/>
                  </a:lnTo>
                  <a:lnTo>
                    <a:pt x="5166602" y="1323858"/>
                  </a:lnTo>
                  <a:lnTo>
                    <a:pt x="5166727" y="1323858"/>
                  </a:lnTo>
                  <a:lnTo>
                    <a:pt x="5166852" y="1323858"/>
                  </a:lnTo>
                  <a:lnTo>
                    <a:pt x="5166977" y="1323858"/>
                  </a:lnTo>
                  <a:lnTo>
                    <a:pt x="5167102" y="1323858"/>
                  </a:lnTo>
                  <a:lnTo>
                    <a:pt x="5167227" y="1323858"/>
                  </a:lnTo>
                  <a:lnTo>
                    <a:pt x="5167352" y="1323858"/>
                  </a:lnTo>
                  <a:lnTo>
                    <a:pt x="5167477" y="1323858"/>
                  </a:lnTo>
                  <a:lnTo>
                    <a:pt x="5167602" y="1323858"/>
                  </a:lnTo>
                  <a:lnTo>
                    <a:pt x="5167727" y="1323858"/>
                  </a:lnTo>
                  <a:lnTo>
                    <a:pt x="5167852" y="1323858"/>
                  </a:lnTo>
                  <a:lnTo>
                    <a:pt x="5167977" y="1323858"/>
                  </a:lnTo>
                  <a:lnTo>
                    <a:pt x="5168102" y="1323858"/>
                  </a:lnTo>
                  <a:lnTo>
                    <a:pt x="5168227" y="1323858"/>
                  </a:lnTo>
                  <a:lnTo>
                    <a:pt x="5168352" y="1323858"/>
                  </a:lnTo>
                  <a:lnTo>
                    <a:pt x="5168477" y="1323858"/>
                  </a:lnTo>
                  <a:lnTo>
                    <a:pt x="5168602" y="1323858"/>
                  </a:lnTo>
                  <a:lnTo>
                    <a:pt x="5168727" y="1323858"/>
                  </a:lnTo>
                  <a:lnTo>
                    <a:pt x="5168852" y="1323858"/>
                  </a:lnTo>
                  <a:lnTo>
                    <a:pt x="5168977" y="1323858"/>
                  </a:lnTo>
                  <a:lnTo>
                    <a:pt x="5169103" y="1323858"/>
                  </a:lnTo>
                  <a:lnTo>
                    <a:pt x="5169228" y="1323858"/>
                  </a:lnTo>
                  <a:lnTo>
                    <a:pt x="5169353" y="1323858"/>
                  </a:lnTo>
                  <a:lnTo>
                    <a:pt x="5169478" y="1323858"/>
                  </a:lnTo>
                  <a:lnTo>
                    <a:pt x="5169603" y="1323858"/>
                  </a:lnTo>
                  <a:lnTo>
                    <a:pt x="5169728" y="1323858"/>
                  </a:lnTo>
                  <a:lnTo>
                    <a:pt x="5169853" y="1323858"/>
                  </a:lnTo>
                  <a:lnTo>
                    <a:pt x="5169978" y="1323858"/>
                  </a:lnTo>
                  <a:lnTo>
                    <a:pt x="5170103" y="1323858"/>
                  </a:lnTo>
                  <a:lnTo>
                    <a:pt x="5170228" y="1323858"/>
                  </a:lnTo>
                  <a:lnTo>
                    <a:pt x="5170353" y="1323858"/>
                  </a:lnTo>
                  <a:lnTo>
                    <a:pt x="5170478" y="1323858"/>
                  </a:lnTo>
                  <a:lnTo>
                    <a:pt x="5170603" y="1323858"/>
                  </a:lnTo>
                  <a:lnTo>
                    <a:pt x="5170728" y="1323858"/>
                  </a:lnTo>
                  <a:lnTo>
                    <a:pt x="5170853" y="1323858"/>
                  </a:lnTo>
                  <a:lnTo>
                    <a:pt x="5170978" y="1323858"/>
                  </a:lnTo>
                  <a:lnTo>
                    <a:pt x="5171103" y="1323858"/>
                  </a:lnTo>
                  <a:lnTo>
                    <a:pt x="5171228" y="1323858"/>
                  </a:lnTo>
                  <a:lnTo>
                    <a:pt x="5171353" y="1323858"/>
                  </a:lnTo>
                  <a:lnTo>
                    <a:pt x="5171478" y="1323858"/>
                  </a:lnTo>
                  <a:lnTo>
                    <a:pt x="5171603" y="1323858"/>
                  </a:lnTo>
                  <a:lnTo>
                    <a:pt x="5171728" y="1323858"/>
                  </a:lnTo>
                  <a:lnTo>
                    <a:pt x="5171853" y="1323858"/>
                  </a:lnTo>
                  <a:lnTo>
                    <a:pt x="5171978" y="1323858"/>
                  </a:lnTo>
                  <a:lnTo>
                    <a:pt x="5172104" y="1323858"/>
                  </a:lnTo>
                  <a:lnTo>
                    <a:pt x="5172229" y="1323858"/>
                  </a:lnTo>
                  <a:lnTo>
                    <a:pt x="5172354" y="1323858"/>
                  </a:lnTo>
                  <a:lnTo>
                    <a:pt x="5172479" y="1323858"/>
                  </a:lnTo>
                  <a:lnTo>
                    <a:pt x="5172604" y="1323858"/>
                  </a:lnTo>
                  <a:lnTo>
                    <a:pt x="5172729" y="1323858"/>
                  </a:lnTo>
                  <a:lnTo>
                    <a:pt x="5172854" y="1323858"/>
                  </a:lnTo>
                  <a:lnTo>
                    <a:pt x="5172979" y="1323858"/>
                  </a:lnTo>
                  <a:lnTo>
                    <a:pt x="5173104" y="1323858"/>
                  </a:lnTo>
                  <a:lnTo>
                    <a:pt x="5173229" y="1323858"/>
                  </a:lnTo>
                  <a:lnTo>
                    <a:pt x="5173354" y="1323858"/>
                  </a:lnTo>
                  <a:lnTo>
                    <a:pt x="5173479" y="1323858"/>
                  </a:lnTo>
                  <a:lnTo>
                    <a:pt x="5173604" y="1323858"/>
                  </a:lnTo>
                  <a:lnTo>
                    <a:pt x="5173729" y="1323858"/>
                  </a:lnTo>
                  <a:lnTo>
                    <a:pt x="5173854" y="1323858"/>
                  </a:lnTo>
                  <a:lnTo>
                    <a:pt x="5173979" y="1323858"/>
                  </a:lnTo>
                  <a:lnTo>
                    <a:pt x="5174104" y="1323858"/>
                  </a:lnTo>
                  <a:lnTo>
                    <a:pt x="5174229" y="1323858"/>
                  </a:lnTo>
                  <a:lnTo>
                    <a:pt x="5174354" y="1323858"/>
                  </a:lnTo>
                  <a:lnTo>
                    <a:pt x="5174479" y="1323858"/>
                  </a:lnTo>
                  <a:lnTo>
                    <a:pt x="5174604" y="1323858"/>
                  </a:lnTo>
                  <a:lnTo>
                    <a:pt x="5174729" y="1323858"/>
                  </a:lnTo>
                  <a:lnTo>
                    <a:pt x="5174854" y="1323858"/>
                  </a:lnTo>
                  <a:lnTo>
                    <a:pt x="5174979" y="1323858"/>
                  </a:lnTo>
                  <a:lnTo>
                    <a:pt x="5175105" y="1323858"/>
                  </a:lnTo>
                  <a:lnTo>
                    <a:pt x="5175230" y="1323858"/>
                  </a:lnTo>
                  <a:lnTo>
                    <a:pt x="5175355" y="1323858"/>
                  </a:lnTo>
                  <a:lnTo>
                    <a:pt x="5175480" y="1323858"/>
                  </a:lnTo>
                  <a:lnTo>
                    <a:pt x="5175605" y="1323858"/>
                  </a:lnTo>
                  <a:lnTo>
                    <a:pt x="5175730" y="1323858"/>
                  </a:lnTo>
                  <a:lnTo>
                    <a:pt x="5175855" y="1323858"/>
                  </a:lnTo>
                  <a:lnTo>
                    <a:pt x="5175980" y="1323858"/>
                  </a:lnTo>
                  <a:lnTo>
                    <a:pt x="5176105" y="1323858"/>
                  </a:lnTo>
                  <a:lnTo>
                    <a:pt x="5176230" y="1323858"/>
                  </a:lnTo>
                  <a:lnTo>
                    <a:pt x="5176355" y="1323858"/>
                  </a:lnTo>
                  <a:lnTo>
                    <a:pt x="5176480" y="1323858"/>
                  </a:lnTo>
                  <a:lnTo>
                    <a:pt x="5176605" y="1323858"/>
                  </a:lnTo>
                  <a:lnTo>
                    <a:pt x="5176730" y="1323858"/>
                  </a:lnTo>
                  <a:lnTo>
                    <a:pt x="5176855" y="1323858"/>
                  </a:lnTo>
                  <a:lnTo>
                    <a:pt x="5176980" y="1323858"/>
                  </a:lnTo>
                  <a:lnTo>
                    <a:pt x="5177105" y="1323858"/>
                  </a:lnTo>
                  <a:lnTo>
                    <a:pt x="5177230" y="1323858"/>
                  </a:lnTo>
                  <a:lnTo>
                    <a:pt x="5177355" y="1323858"/>
                  </a:lnTo>
                  <a:lnTo>
                    <a:pt x="5177480" y="1323858"/>
                  </a:lnTo>
                  <a:lnTo>
                    <a:pt x="5177605" y="1323858"/>
                  </a:lnTo>
                  <a:lnTo>
                    <a:pt x="5177730" y="1323858"/>
                  </a:lnTo>
                  <a:lnTo>
                    <a:pt x="5177855" y="1323858"/>
                  </a:lnTo>
                  <a:lnTo>
                    <a:pt x="5177980" y="1323858"/>
                  </a:lnTo>
                  <a:lnTo>
                    <a:pt x="5178106" y="1323858"/>
                  </a:lnTo>
                  <a:lnTo>
                    <a:pt x="5178231" y="1323858"/>
                  </a:lnTo>
                  <a:lnTo>
                    <a:pt x="5178356" y="1323858"/>
                  </a:lnTo>
                  <a:lnTo>
                    <a:pt x="5178481" y="1323858"/>
                  </a:lnTo>
                  <a:lnTo>
                    <a:pt x="5178606" y="1323858"/>
                  </a:lnTo>
                  <a:lnTo>
                    <a:pt x="5178731" y="1323858"/>
                  </a:lnTo>
                  <a:lnTo>
                    <a:pt x="5178856" y="1323858"/>
                  </a:lnTo>
                  <a:lnTo>
                    <a:pt x="5178981" y="1323858"/>
                  </a:lnTo>
                  <a:lnTo>
                    <a:pt x="5179106" y="1323858"/>
                  </a:lnTo>
                  <a:lnTo>
                    <a:pt x="5179231" y="1323858"/>
                  </a:lnTo>
                  <a:lnTo>
                    <a:pt x="5179356" y="1323858"/>
                  </a:lnTo>
                  <a:lnTo>
                    <a:pt x="5179481" y="1323858"/>
                  </a:lnTo>
                  <a:lnTo>
                    <a:pt x="5179606" y="1323858"/>
                  </a:lnTo>
                  <a:lnTo>
                    <a:pt x="5179731" y="1323858"/>
                  </a:lnTo>
                  <a:lnTo>
                    <a:pt x="5179856" y="1323858"/>
                  </a:lnTo>
                  <a:lnTo>
                    <a:pt x="5179981" y="1323858"/>
                  </a:lnTo>
                  <a:lnTo>
                    <a:pt x="5180106" y="1323858"/>
                  </a:lnTo>
                  <a:lnTo>
                    <a:pt x="5180231" y="1323858"/>
                  </a:lnTo>
                  <a:lnTo>
                    <a:pt x="5180356" y="1323858"/>
                  </a:lnTo>
                  <a:lnTo>
                    <a:pt x="5180481" y="1323858"/>
                  </a:lnTo>
                  <a:lnTo>
                    <a:pt x="5180606" y="1323858"/>
                  </a:lnTo>
                  <a:lnTo>
                    <a:pt x="5180731" y="1323858"/>
                  </a:lnTo>
                  <a:lnTo>
                    <a:pt x="5180856" y="1323858"/>
                  </a:lnTo>
                  <a:lnTo>
                    <a:pt x="5180981" y="1323858"/>
                  </a:lnTo>
                  <a:lnTo>
                    <a:pt x="5181107" y="1323858"/>
                  </a:lnTo>
                  <a:lnTo>
                    <a:pt x="5181232" y="1323858"/>
                  </a:lnTo>
                  <a:lnTo>
                    <a:pt x="5181357" y="1323858"/>
                  </a:lnTo>
                  <a:lnTo>
                    <a:pt x="5181482" y="1323858"/>
                  </a:lnTo>
                  <a:lnTo>
                    <a:pt x="5181607" y="1323858"/>
                  </a:lnTo>
                  <a:lnTo>
                    <a:pt x="5181732" y="1323858"/>
                  </a:lnTo>
                  <a:lnTo>
                    <a:pt x="5181857" y="1323858"/>
                  </a:lnTo>
                  <a:lnTo>
                    <a:pt x="5181982" y="1323858"/>
                  </a:lnTo>
                  <a:lnTo>
                    <a:pt x="5182107" y="1323858"/>
                  </a:lnTo>
                  <a:lnTo>
                    <a:pt x="5182232" y="1323858"/>
                  </a:lnTo>
                  <a:lnTo>
                    <a:pt x="5182357" y="1323858"/>
                  </a:lnTo>
                  <a:lnTo>
                    <a:pt x="5182482" y="1323858"/>
                  </a:lnTo>
                  <a:lnTo>
                    <a:pt x="5182607" y="1323858"/>
                  </a:lnTo>
                  <a:lnTo>
                    <a:pt x="5182732" y="1323858"/>
                  </a:lnTo>
                  <a:lnTo>
                    <a:pt x="5182857" y="1323858"/>
                  </a:lnTo>
                  <a:lnTo>
                    <a:pt x="5182982" y="1323858"/>
                  </a:lnTo>
                  <a:lnTo>
                    <a:pt x="5183107" y="1323858"/>
                  </a:lnTo>
                  <a:lnTo>
                    <a:pt x="5183232" y="1323858"/>
                  </a:lnTo>
                  <a:lnTo>
                    <a:pt x="5183357" y="1323858"/>
                  </a:lnTo>
                  <a:lnTo>
                    <a:pt x="5183482" y="1323858"/>
                  </a:lnTo>
                  <a:lnTo>
                    <a:pt x="5183607" y="1323858"/>
                  </a:lnTo>
                  <a:lnTo>
                    <a:pt x="5183732" y="1323858"/>
                  </a:lnTo>
                  <a:lnTo>
                    <a:pt x="5183857" y="1323858"/>
                  </a:lnTo>
                  <a:lnTo>
                    <a:pt x="5183982" y="1323858"/>
                  </a:lnTo>
                  <a:lnTo>
                    <a:pt x="5184108" y="1323858"/>
                  </a:lnTo>
                  <a:lnTo>
                    <a:pt x="5184233" y="1323858"/>
                  </a:lnTo>
                  <a:lnTo>
                    <a:pt x="5184358" y="1323858"/>
                  </a:lnTo>
                  <a:lnTo>
                    <a:pt x="5184483" y="1323858"/>
                  </a:lnTo>
                  <a:lnTo>
                    <a:pt x="5184608" y="1323858"/>
                  </a:lnTo>
                  <a:lnTo>
                    <a:pt x="5184733" y="1323858"/>
                  </a:lnTo>
                  <a:lnTo>
                    <a:pt x="5184858" y="1323858"/>
                  </a:lnTo>
                  <a:lnTo>
                    <a:pt x="5184983" y="1323858"/>
                  </a:lnTo>
                  <a:lnTo>
                    <a:pt x="5185108" y="1323858"/>
                  </a:lnTo>
                  <a:lnTo>
                    <a:pt x="5185233" y="1323858"/>
                  </a:lnTo>
                  <a:lnTo>
                    <a:pt x="5185358" y="1323858"/>
                  </a:lnTo>
                  <a:lnTo>
                    <a:pt x="5185483" y="1323858"/>
                  </a:lnTo>
                  <a:lnTo>
                    <a:pt x="5185608" y="1323858"/>
                  </a:lnTo>
                  <a:lnTo>
                    <a:pt x="5185733" y="1323858"/>
                  </a:lnTo>
                  <a:lnTo>
                    <a:pt x="5185858" y="1323858"/>
                  </a:lnTo>
                  <a:lnTo>
                    <a:pt x="5185983" y="1323858"/>
                  </a:lnTo>
                  <a:lnTo>
                    <a:pt x="5186108" y="1323858"/>
                  </a:lnTo>
                  <a:lnTo>
                    <a:pt x="5186233" y="1323858"/>
                  </a:lnTo>
                  <a:lnTo>
                    <a:pt x="5186358" y="1323858"/>
                  </a:lnTo>
                  <a:lnTo>
                    <a:pt x="5186483" y="1323858"/>
                  </a:lnTo>
                  <a:lnTo>
                    <a:pt x="5186608" y="1323858"/>
                  </a:lnTo>
                  <a:lnTo>
                    <a:pt x="5186733" y="1323858"/>
                  </a:lnTo>
                  <a:lnTo>
                    <a:pt x="5186858" y="1323858"/>
                  </a:lnTo>
                  <a:lnTo>
                    <a:pt x="5186983" y="1323858"/>
                  </a:lnTo>
                  <a:lnTo>
                    <a:pt x="5187109" y="1323858"/>
                  </a:lnTo>
                  <a:lnTo>
                    <a:pt x="5187234" y="1323858"/>
                  </a:lnTo>
                  <a:lnTo>
                    <a:pt x="5187359" y="1323858"/>
                  </a:lnTo>
                  <a:lnTo>
                    <a:pt x="5187484" y="1323858"/>
                  </a:lnTo>
                  <a:lnTo>
                    <a:pt x="5187609" y="1323858"/>
                  </a:lnTo>
                  <a:lnTo>
                    <a:pt x="5187734" y="1323858"/>
                  </a:lnTo>
                  <a:lnTo>
                    <a:pt x="5187859" y="1323858"/>
                  </a:lnTo>
                  <a:lnTo>
                    <a:pt x="5187984" y="1323858"/>
                  </a:lnTo>
                  <a:lnTo>
                    <a:pt x="5188109" y="1323858"/>
                  </a:lnTo>
                  <a:lnTo>
                    <a:pt x="5188234" y="1323858"/>
                  </a:lnTo>
                  <a:lnTo>
                    <a:pt x="5188359" y="1323858"/>
                  </a:lnTo>
                  <a:lnTo>
                    <a:pt x="5188484" y="1323858"/>
                  </a:lnTo>
                  <a:lnTo>
                    <a:pt x="5188609" y="1323858"/>
                  </a:lnTo>
                  <a:lnTo>
                    <a:pt x="5188734" y="1323858"/>
                  </a:lnTo>
                  <a:lnTo>
                    <a:pt x="5188859" y="1323858"/>
                  </a:lnTo>
                  <a:lnTo>
                    <a:pt x="5188984" y="1323858"/>
                  </a:lnTo>
                  <a:lnTo>
                    <a:pt x="5189109" y="1323858"/>
                  </a:lnTo>
                  <a:lnTo>
                    <a:pt x="5189234" y="1323858"/>
                  </a:lnTo>
                  <a:lnTo>
                    <a:pt x="5189359" y="1323858"/>
                  </a:lnTo>
                  <a:lnTo>
                    <a:pt x="5189484" y="1323858"/>
                  </a:lnTo>
                  <a:lnTo>
                    <a:pt x="5189609" y="1323858"/>
                  </a:lnTo>
                  <a:lnTo>
                    <a:pt x="5189734" y="1323858"/>
                  </a:lnTo>
                  <a:lnTo>
                    <a:pt x="5189859" y="1323858"/>
                  </a:lnTo>
                  <a:lnTo>
                    <a:pt x="5189984" y="1323858"/>
                  </a:lnTo>
                  <a:lnTo>
                    <a:pt x="5190110" y="1323858"/>
                  </a:lnTo>
                  <a:lnTo>
                    <a:pt x="5190235" y="1323858"/>
                  </a:lnTo>
                  <a:lnTo>
                    <a:pt x="5190360" y="1323858"/>
                  </a:lnTo>
                  <a:lnTo>
                    <a:pt x="5190485" y="1323858"/>
                  </a:lnTo>
                  <a:lnTo>
                    <a:pt x="5190610" y="1323858"/>
                  </a:lnTo>
                  <a:lnTo>
                    <a:pt x="5190735" y="1323858"/>
                  </a:lnTo>
                  <a:lnTo>
                    <a:pt x="5190860" y="1323858"/>
                  </a:lnTo>
                  <a:lnTo>
                    <a:pt x="5190985" y="1323858"/>
                  </a:lnTo>
                  <a:lnTo>
                    <a:pt x="5191110" y="1323858"/>
                  </a:lnTo>
                  <a:lnTo>
                    <a:pt x="5191235" y="1323858"/>
                  </a:lnTo>
                  <a:lnTo>
                    <a:pt x="5191360" y="1323858"/>
                  </a:lnTo>
                  <a:lnTo>
                    <a:pt x="5191485" y="1323858"/>
                  </a:lnTo>
                  <a:lnTo>
                    <a:pt x="5191610" y="1323858"/>
                  </a:lnTo>
                  <a:lnTo>
                    <a:pt x="5191735" y="1323858"/>
                  </a:lnTo>
                  <a:lnTo>
                    <a:pt x="5191860" y="1323858"/>
                  </a:lnTo>
                  <a:lnTo>
                    <a:pt x="5191985" y="1323858"/>
                  </a:lnTo>
                  <a:lnTo>
                    <a:pt x="5192110" y="1323858"/>
                  </a:lnTo>
                  <a:lnTo>
                    <a:pt x="5192235" y="1323858"/>
                  </a:lnTo>
                  <a:lnTo>
                    <a:pt x="5192360" y="1323858"/>
                  </a:lnTo>
                  <a:lnTo>
                    <a:pt x="5192485" y="1323858"/>
                  </a:lnTo>
                  <a:lnTo>
                    <a:pt x="5192610" y="1323858"/>
                  </a:lnTo>
                  <a:lnTo>
                    <a:pt x="5192735" y="1323858"/>
                  </a:lnTo>
                  <a:lnTo>
                    <a:pt x="5192860" y="1323858"/>
                  </a:lnTo>
                  <a:lnTo>
                    <a:pt x="5192985" y="1323858"/>
                  </a:lnTo>
                  <a:lnTo>
                    <a:pt x="5193111" y="1323858"/>
                  </a:lnTo>
                  <a:lnTo>
                    <a:pt x="5193236" y="1323858"/>
                  </a:lnTo>
                  <a:lnTo>
                    <a:pt x="5193361" y="1323858"/>
                  </a:lnTo>
                  <a:lnTo>
                    <a:pt x="5193486" y="1323858"/>
                  </a:lnTo>
                  <a:lnTo>
                    <a:pt x="5193611" y="1323858"/>
                  </a:lnTo>
                  <a:lnTo>
                    <a:pt x="5193736" y="1323858"/>
                  </a:lnTo>
                  <a:lnTo>
                    <a:pt x="5193861" y="1323858"/>
                  </a:lnTo>
                  <a:lnTo>
                    <a:pt x="5193986" y="1323858"/>
                  </a:lnTo>
                  <a:lnTo>
                    <a:pt x="5194111" y="1323858"/>
                  </a:lnTo>
                  <a:lnTo>
                    <a:pt x="5194236" y="1323858"/>
                  </a:lnTo>
                  <a:lnTo>
                    <a:pt x="5194361" y="1323858"/>
                  </a:lnTo>
                  <a:lnTo>
                    <a:pt x="5194486" y="1323858"/>
                  </a:lnTo>
                  <a:lnTo>
                    <a:pt x="5194611" y="1323858"/>
                  </a:lnTo>
                  <a:lnTo>
                    <a:pt x="5194736" y="1323858"/>
                  </a:lnTo>
                  <a:lnTo>
                    <a:pt x="5194861" y="1323858"/>
                  </a:lnTo>
                  <a:lnTo>
                    <a:pt x="5194986" y="1323858"/>
                  </a:lnTo>
                  <a:lnTo>
                    <a:pt x="5195111" y="1323858"/>
                  </a:lnTo>
                  <a:lnTo>
                    <a:pt x="5195236" y="1323858"/>
                  </a:lnTo>
                  <a:lnTo>
                    <a:pt x="5195361" y="1323858"/>
                  </a:lnTo>
                  <a:lnTo>
                    <a:pt x="5195486" y="1323858"/>
                  </a:lnTo>
                  <a:lnTo>
                    <a:pt x="5195611" y="1323858"/>
                  </a:lnTo>
                  <a:lnTo>
                    <a:pt x="5195736" y="1323858"/>
                  </a:lnTo>
                  <a:lnTo>
                    <a:pt x="5195861" y="1323858"/>
                  </a:lnTo>
                  <a:lnTo>
                    <a:pt x="5195986" y="1323858"/>
                  </a:lnTo>
                  <a:lnTo>
                    <a:pt x="5196112" y="1323858"/>
                  </a:lnTo>
                  <a:lnTo>
                    <a:pt x="5196237" y="1323858"/>
                  </a:lnTo>
                  <a:lnTo>
                    <a:pt x="5196362" y="1323858"/>
                  </a:lnTo>
                  <a:lnTo>
                    <a:pt x="5196487" y="1323858"/>
                  </a:lnTo>
                  <a:lnTo>
                    <a:pt x="5196612" y="1323858"/>
                  </a:lnTo>
                  <a:lnTo>
                    <a:pt x="5196737" y="1323858"/>
                  </a:lnTo>
                  <a:lnTo>
                    <a:pt x="5196862" y="1323858"/>
                  </a:lnTo>
                  <a:lnTo>
                    <a:pt x="5196987" y="1323858"/>
                  </a:lnTo>
                  <a:lnTo>
                    <a:pt x="5197112" y="1323858"/>
                  </a:lnTo>
                  <a:lnTo>
                    <a:pt x="5197237" y="1323858"/>
                  </a:lnTo>
                  <a:lnTo>
                    <a:pt x="5197362" y="1323858"/>
                  </a:lnTo>
                  <a:lnTo>
                    <a:pt x="5197487" y="1323858"/>
                  </a:lnTo>
                  <a:lnTo>
                    <a:pt x="5197612" y="1323858"/>
                  </a:lnTo>
                  <a:lnTo>
                    <a:pt x="5197737" y="1323858"/>
                  </a:lnTo>
                  <a:lnTo>
                    <a:pt x="5197862" y="1323858"/>
                  </a:lnTo>
                  <a:lnTo>
                    <a:pt x="5197987" y="1323858"/>
                  </a:lnTo>
                  <a:lnTo>
                    <a:pt x="5198112" y="1323858"/>
                  </a:lnTo>
                  <a:lnTo>
                    <a:pt x="5198237" y="1323858"/>
                  </a:lnTo>
                  <a:lnTo>
                    <a:pt x="5198362" y="1323858"/>
                  </a:lnTo>
                  <a:lnTo>
                    <a:pt x="5198487" y="1323858"/>
                  </a:lnTo>
                  <a:lnTo>
                    <a:pt x="5198612" y="1323858"/>
                  </a:lnTo>
                  <a:lnTo>
                    <a:pt x="5198737" y="1323858"/>
                  </a:lnTo>
                  <a:lnTo>
                    <a:pt x="5198862" y="1323858"/>
                  </a:lnTo>
                  <a:lnTo>
                    <a:pt x="5198987" y="1323858"/>
                  </a:lnTo>
                  <a:lnTo>
                    <a:pt x="5199113" y="1323858"/>
                  </a:lnTo>
                  <a:lnTo>
                    <a:pt x="5199238" y="1323858"/>
                  </a:lnTo>
                  <a:lnTo>
                    <a:pt x="5199363" y="1323858"/>
                  </a:lnTo>
                  <a:lnTo>
                    <a:pt x="5199488" y="1323858"/>
                  </a:lnTo>
                  <a:lnTo>
                    <a:pt x="5199613" y="1323858"/>
                  </a:lnTo>
                  <a:lnTo>
                    <a:pt x="5199738" y="1323858"/>
                  </a:lnTo>
                  <a:lnTo>
                    <a:pt x="5199863" y="1323858"/>
                  </a:lnTo>
                  <a:lnTo>
                    <a:pt x="5199988" y="1323858"/>
                  </a:lnTo>
                  <a:lnTo>
                    <a:pt x="5200113" y="1323858"/>
                  </a:lnTo>
                  <a:lnTo>
                    <a:pt x="5200238" y="1323858"/>
                  </a:lnTo>
                  <a:lnTo>
                    <a:pt x="5200363" y="1323858"/>
                  </a:lnTo>
                  <a:lnTo>
                    <a:pt x="5200488" y="1323858"/>
                  </a:lnTo>
                  <a:lnTo>
                    <a:pt x="5200613" y="1323858"/>
                  </a:lnTo>
                  <a:lnTo>
                    <a:pt x="5200738" y="1323858"/>
                  </a:lnTo>
                  <a:lnTo>
                    <a:pt x="5200863" y="1323858"/>
                  </a:lnTo>
                  <a:lnTo>
                    <a:pt x="5200988" y="1323858"/>
                  </a:lnTo>
                  <a:lnTo>
                    <a:pt x="5201113" y="1323858"/>
                  </a:lnTo>
                  <a:lnTo>
                    <a:pt x="5201238" y="1323858"/>
                  </a:lnTo>
                  <a:lnTo>
                    <a:pt x="5201363" y="1323858"/>
                  </a:lnTo>
                  <a:lnTo>
                    <a:pt x="5201488" y="1323858"/>
                  </a:lnTo>
                  <a:lnTo>
                    <a:pt x="5201613" y="1323858"/>
                  </a:lnTo>
                  <a:lnTo>
                    <a:pt x="5201738" y="1323858"/>
                  </a:lnTo>
                  <a:lnTo>
                    <a:pt x="5201863" y="1323858"/>
                  </a:lnTo>
                  <a:lnTo>
                    <a:pt x="5201989" y="1323858"/>
                  </a:lnTo>
                  <a:lnTo>
                    <a:pt x="5202114" y="1323858"/>
                  </a:lnTo>
                  <a:lnTo>
                    <a:pt x="5202239" y="1323858"/>
                  </a:lnTo>
                  <a:lnTo>
                    <a:pt x="5202364" y="1323858"/>
                  </a:lnTo>
                  <a:lnTo>
                    <a:pt x="5202489" y="1323858"/>
                  </a:lnTo>
                  <a:lnTo>
                    <a:pt x="5202614" y="1323858"/>
                  </a:lnTo>
                  <a:lnTo>
                    <a:pt x="5202739" y="1323858"/>
                  </a:lnTo>
                  <a:lnTo>
                    <a:pt x="5202864" y="1323858"/>
                  </a:lnTo>
                  <a:lnTo>
                    <a:pt x="5202989" y="1323858"/>
                  </a:lnTo>
                  <a:lnTo>
                    <a:pt x="5203114" y="1323858"/>
                  </a:lnTo>
                  <a:lnTo>
                    <a:pt x="5203239" y="1323858"/>
                  </a:lnTo>
                  <a:lnTo>
                    <a:pt x="5203364" y="1323858"/>
                  </a:lnTo>
                  <a:lnTo>
                    <a:pt x="5203489" y="1323858"/>
                  </a:lnTo>
                  <a:lnTo>
                    <a:pt x="5203614" y="1323858"/>
                  </a:lnTo>
                  <a:lnTo>
                    <a:pt x="5203739" y="1323858"/>
                  </a:lnTo>
                  <a:lnTo>
                    <a:pt x="5203864" y="1323858"/>
                  </a:lnTo>
                  <a:lnTo>
                    <a:pt x="5203989" y="1323858"/>
                  </a:lnTo>
                  <a:lnTo>
                    <a:pt x="5204114" y="1323858"/>
                  </a:lnTo>
                  <a:lnTo>
                    <a:pt x="5204239" y="1323858"/>
                  </a:lnTo>
                  <a:lnTo>
                    <a:pt x="5204364" y="1323858"/>
                  </a:lnTo>
                  <a:lnTo>
                    <a:pt x="5204489" y="1323858"/>
                  </a:lnTo>
                  <a:lnTo>
                    <a:pt x="5204614" y="1323858"/>
                  </a:lnTo>
                  <a:lnTo>
                    <a:pt x="5204739" y="1323858"/>
                  </a:lnTo>
                  <a:lnTo>
                    <a:pt x="5204864" y="1323858"/>
                  </a:lnTo>
                  <a:lnTo>
                    <a:pt x="5204990" y="1323858"/>
                  </a:lnTo>
                  <a:lnTo>
                    <a:pt x="5205115" y="1323858"/>
                  </a:lnTo>
                  <a:lnTo>
                    <a:pt x="5205240" y="1323858"/>
                  </a:lnTo>
                  <a:lnTo>
                    <a:pt x="5205365" y="1323858"/>
                  </a:lnTo>
                  <a:lnTo>
                    <a:pt x="5205490" y="1323858"/>
                  </a:lnTo>
                  <a:lnTo>
                    <a:pt x="5205615" y="1323858"/>
                  </a:lnTo>
                  <a:lnTo>
                    <a:pt x="5205740" y="1323858"/>
                  </a:lnTo>
                  <a:lnTo>
                    <a:pt x="5205865" y="1323858"/>
                  </a:lnTo>
                  <a:lnTo>
                    <a:pt x="5205990" y="1323858"/>
                  </a:lnTo>
                  <a:lnTo>
                    <a:pt x="5206115" y="1323858"/>
                  </a:lnTo>
                  <a:lnTo>
                    <a:pt x="5206240" y="1323858"/>
                  </a:lnTo>
                  <a:lnTo>
                    <a:pt x="5206365" y="1323858"/>
                  </a:lnTo>
                  <a:lnTo>
                    <a:pt x="5206490" y="1323858"/>
                  </a:lnTo>
                  <a:lnTo>
                    <a:pt x="5206615" y="1323858"/>
                  </a:lnTo>
                  <a:lnTo>
                    <a:pt x="5206740" y="1323858"/>
                  </a:lnTo>
                  <a:lnTo>
                    <a:pt x="5206865" y="1323858"/>
                  </a:lnTo>
                  <a:lnTo>
                    <a:pt x="5206990" y="1323858"/>
                  </a:lnTo>
                  <a:lnTo>
                    <a:pt x="5207115" y="1323858"/>
                  </a:lnTo>
                  <a:lnTo>
                    <a:pt x="5207240" y="1323858"/>
                  </a:lnTo>
                  <a:lnTo>
                    <a:pt x="5207365" y="1323858"/>
                  </a:lnTo>
                  <a:lnTo>
                    <a:pt x="5207490" y="1323858"/>
                  </a:lnTo>
                  <a:lnTo>
                    <a:pt x="5207615" y="1323858"/>
                  </a:lnTo>
                  <a:lnTo>
                    <a:pt x="5207740" y="1323858"/>
                  </a:lnTo>
                  <a:lnTo>
                    <a:pt x="5207865" y="1323858"/>
                  </a:lnTo>
                  <a:lnTo>
                    <a:pt x="5207991" y="1323858"/>
                  </a:lnTo>
                  <a:lnTo>
                    <a:pt x="5208116" y="1323858"/>
                  </a:lnTo>
                  <a:lnTo>
                    <a:pt x="5208241" y="1323858"/>
                  </a:lnTo>
                  <a:lnTo>
                    <a:pt x="5208366" y="1323858"/>
                  </a:lnTo>
                  <a:lnTo>
                    <a:pt x="5208491" y="1323858"/>
                  </a:lnTo>
                  <a:lnTo>
                    <a:pt x="5208616" y="1323858"/>
                  </a:lnTo>
                  <a:lnTo>
                    <a:pt x="5208741" y="1323858"/>
                  </a:lnTo>
                  <a:lnTo>
                    <a:pt x="5208741" y="1313904"/>
                  </a:lnTo>
                  <a:lnTo>
                    <a:pt x="5208866" y="1313904"/>
                  </a:lnTo>
                  <a:lnTo>
                    <a:pt x="5208991" y="1313904"/>
                  </a:lnTo>
                  <a:lnTo>
                    <a:pt x="5209116" y="1313904"/>
                  </a:lnTo>
                  <a:lnTo>
                    <a:pt x="5209241" y="1313904"/>
                  </a:lnTo>
                  <a:lnTo>
                    <a:pt x="5209366" y="1313904"/>
                  </a:lnTo>
                  <a:lnTo>
                    <a:pt x="5209491" y="1313904"/>
                  </a:lnTo>
                  <a:lnTo>
                    <a:pt x="5209616" y="1313904"/>
                  </a:lnTo>
                  <a:lnTo>
                    <a:pt x="5209616" y="1303950"/>
                  </a:lnTo>
                  <a:lnTo>
                    <a:pt x="5209741" y="1303950"/>
                  </a:lnTo>
                  <a:lnTo>
                    <a:pt x="5209866" y="1303950"/>
                  </a:lnTo>
                  <a:lnTo>
                    <a:pt x="5209991" y="1303950"/>
                  </a:lnTo>
                  <a:lnTo>
                    <a:pt x="5210116" y="1303950"/>
                  </a:lnTo>
                  <a:lnTo>
                    <a:pt x="5210241" y="1303950"/>
                  </a:lnTo>
                  <a:lnTo>
                    <a:pt x="5210366" y="1303950"/>
                  </a:lnTo>
                  <a:lnTo>
                    <a:pt x="5210491" y="1303950"/>
                  </a:lnTo>
                  <a:lnTo>
                    <a:pt x="5210616" y="1303950"/>
                  </a:lnTo>
                  <a:lnTo>
                    <a:pt x="5210741" y="1303950"/>
                  </a:lnTo>
                  <a:lnTo>
                    <a:pt x="5210866" y="1303950"/>
                  </a:lnTo>
                  <a:lnTo>
                    <a:pt x="5210992" y="1303950"/>
                  </a:lnTo>
                  <a:lnTo>
                    <a:pt x="5211117" y="1303950"/>
                  </a:lnTo>
                  <a:lnTo>
                    <a:pt x="5211242" y="1303950"/>
                  </a:lnTo>
                  <a:lnTo>
                    <a:pt x="5211367" y="1303950"/>
                  </a:lnTo>
                  <a:lnTo>
                    <a:pt x="5211492" y="1303950"/>
                  </a:lnTo>
                  <a:lnTo>
                    <a:pt x="5211617" y="1303950"/>
                  </a:lnTo>
                  <a:lnTo>
                    <a:pt x="5211742" y="1303950"/>
                  </a:lnTo>
                  <a:lnTo>
                    <a:pt x="5211867" y="1303950"/>
                  </a:lnTo>
                  <a:lnTo>
                    <a:pt x="5211992" y="1303950"/>
                  </a:lnTo>
                  <a:lnTo>
                    <a:pt x="5212117" y="1303950"/>
                  </a:lnTo>
                  <a:lnTo>
                    <a:pt x="5212242" y="1303950"/>
                  </a:lnTo>
                  <a:lnTo>
                    <a:pt x="5212367" y="1303950"/>
                  </a:lnTo>
                  <a:lnTo>
                    <a:pt x="5212492" y="1303950"/>
                  </a:lnTo>
                  <a:lnTo>
                    <a:pt x="5212617" y="1303950"/>
                  </a:lnTo>
                  <a:lnTo>
                    <a:pt x="5212742" y="1303950"/>
                  </a:lnTo>
                  <a:lnTo>
                    <a:pt x="5212867" y="1303950"/>
                  </a:lnTo>
                  <a:lnTo>
                    <a:pt x="5212992" y="1303950"/>
                  </a:lnTo>
                  <a:lnTo>
                    <a:pt x="5213117" y="1303950"/>
                  </a:lnTo>
                  <a:lnTo>
                    <a:pt x="5213242" y="1303950"/>
                  </a:lnTo>
                  <a:lnTo>
                    <a:pt x="5213367" y="1303950"/>
                  </a:lnTo>
                  <a:lnTo>
                    <a:pt x="5213492" y="1303950"/>
                  </a:lnTo>
                  <a:lnTo>
                    <a:pt x="5213617" y="1303950"/>
                  </a:lnTo>
                  <a:lnTo>
                    <a:pt x="5213742" y="1303950"/>
                  </a:lnTo>
                  <a:lnTo>
                    <a:pt x="5213867" y="1303950"/>
                  </a:lnTo>
                  <a:lnTo>
                    <a:pt x="5213993" y="1303950"/>
                  </a:lnTo>
                  <a:lnTo>
                    <a:pt x="5214118" y="1303950"/>
                  </a:lnTo>
                  <a:lnTo>
                    <a:pt x="5214243" y="1303950"/>
                  </a:lnTo>
                  <a:lnTo>
                    <a:pt x="5214368" y="1303950"/>
                  </a:lnTo>
                  <a:lnTo>
                    <a:pt x="5214493" y="1303950"/>
                  </a:lnTo>
                  <a:lnTo>
                    <a:pt x="5214618" y="1303950"/>
                  </a:lnTo>
                  <a:lnTo>
                    <a:pt x="5214743" y="1303950"/>
                  </a:lnTo>
                  <a:lnTo>
                    <a:pt x="5214868" y="1303950"/>
                  </a:lnTo>
                  <a:lnTo>
                    <a:pt x="5214993" y="1303950"/>
                  </a:lnTo>
                  <a:lnTo>
                    <a:pt x="5215118" y="1303950"/>
                  </a:lnTo>
                  <a:lnTo>
                    <a:pt x="5215243" y="1303950"/>
                  </a:lnTo>
                  <a:lnTo>
                    <a:pt x="5215368" y="1303950"/>
                  </a:lnTo>
                  <a:lnTo>
                    <a:pt x="5215493" y="1303950"/>
                  </a:lnTo>
                  <a:lnTo>
                    <a:pt x="5215618" y="1303950"/>
                  </a:lnTo>
                  <a:lnTo>
                    <a:pt x="5215743" y="1303950"/>
                  </a:lnTo>
                  <a:lnTo>
                    <a:pt x="5215868" y="1303950"/>
                  </a:lnTo>
                  <a:lnTo>
                    <a:pt x="5215993" y="1303950"/>
                  </a:lnTo>
                  <a:lnTo>
                    <a:pt x="5216118" y="1303950"/>
                  </a:lnTo>
                  <a:lnTo>
                    <a:pt x="5216243" y="1303950"/>
                  </a:lnTo>
                  <a:lnTo>
                    <a:pt x="5216368" y="1303950"/>
                  </a:lnTo>
                  <a:lnTo>
                    <a:pt x="5216493" y="1303950"/>
                  </a:lnTo>
                  <a:lnTo>
                    <a:pt x="5216618" y="1303950"/>
                  </a:lnTo>
                  <a:lnTo>
                    <a:pt x="5216743" y="1303950"/>
                  </a:lnTo>
                  <a:lnTo>
                    <a:pt x="5216868" y="1303950"/>
                  </a:lnTo>
                  <a:lnTo>
                    <a:pt x="5216994" y="1303950"/>
                  </a:lnTo>
                  <a:lnTo>
                    <a:pt x="5217119" y="1303950"/>
                  </a:lnTo>
                  <a:lnTo>
                    <a:pt x="5217119" y="1293996"/>
                  </a:lnTo>
                  <a:lnTo>
                    <a:pt x="5217244" y="1293996"/>
                  </a:lnTo>
                  <a:lnTo>
                    <a:pt x="5217369" y="1293996"/>
                  </a:lnTo>
                  <a:lnTo>
                    <a:pt x="5217494" y="1293996"/>
                  </a:lnTo>
                  <a:lnTo>
                    <a:pt x="5217619" y="1293996"/>
                  </a:lnTo>
                  <a:lnTo>
                    <a:pt x="5217744" y="1293996"/>
                  </a:lnTo>
                  <a:lnTo>
                    <a:pt x="5217869" y="1293996"/>
                  </a:lnTo>
                  <a:lnTo>
                    <a:pt x="5217994" y="1293996"/>
                  </a:lnTo>
                  <a:lnTo>
                    <a:pt x="5218119" y="1293996"/>
                  </a:lnTo>
                  <a:lnTo>
                    <a:pt x="5218244" y="1293996"/>
                  </a:lnTo>
                  <a:lnTo>
                    <a:pt x="5218369" y="1293996"/>
                  </a:lnTo>
                  <a:lnTo>
                    <a:pt x="5218494" y="1293996"/>
                  </a:lnTo>
                  <a:lnTo>
                    <a:pt x="5218619" y="1293996"/>
                  </a:lnTo>
                  <a:lnTo>
                    <a:pt x="5218744" y="1293996"/>
                  </a:lnTo>
                  <a:lnTo>
                    <a:pt x="5218869" y="1293996"/>
                  </a:lnTo>
                  <a:lnTo>
                    <a:pt x="5218994" y="1293996"/>
                  </a:lnTo>
                  <a:lnTo>
                    <a:pt x="5219119" y="1293996"/>
                  </a:lnTo>
                  <a:lnTo>
                    <a:pt x="5219244" y="1293996"/>
                  </a:lnTo>
                  <a:lnTo>
                    <a:pt x="5219369" y="1293996"/>
                  </a:lnTo>
                  <a:lnTo>
                    <a:pt x="5219494" y="1293996"/>
                  </a:lnTo>
                  <a:lnTo>
                    <a:pt x="5219619" y="1293996"/>
                  </a:lnTo>
                  <a:lnTo>
                    <a:pt x="5219744" y="1293996"/>
                  </a:lnTo>
                  <a:lnTo>
                    <a:pt x="5219869" y="1293996"/>
                  </a:lnTo>
                  <a:lnTo>
                    <a:pt x="5219995" y="1293996"/>
                  </a:lnTo>
                  <a:lnTo>
                    <a:pt x="5220120" y="1293996"/>
                  </a:lnTo>
                  <a:lnTo>
                    <a:pt x="5220245" y="1293996"/>
                  </a:lnTo>
                  <a:lnTo>
                    <a:pt x="5220370" y="1293996"/>
                  </a:lnTo>
                  <a:lnTo>
                    <a:pt x="5220495" y="1293996"/>
                  </a:lnTo>
                  <a:lnTo>
                    <a:pt x="5220620" y="1293996"/>
                  </a:lnTo>
                  <a:lnTo>
                    <a:pt x="5220745" y="1293996"/>
                  </a:lnTo>
                  <a:lnTo>
                    <a:pt x="5220870" y="1293996"/>
                  </a:lnTo>
                  <a:lnTo>
                    <a:pt x="5220995" y="1293996"/>
                  </a:lnTo>
                  <a:lnTo>
                    <a:pt x="5221120" y="1293996"/>
                  </a:lnTo>
                  <a:lnTo>
                    <a:pt x="5221245" y="1293996"/>
                  </a:lnTo>
                  <a:lnTo>
                    <a:pt x="5221370" y="1293996"/>
                  </a:lnTo>
                  <a:lnTo>
                    <a:pt x="5221495" y="1293996"/>
                  </a:lnTo>
                  <a:lnTo>
                    <a:pt x="5221620" y="1293996"/>
                  </a:lnTo>
                  <a:lnTo>
                    <a:pt x="5221745" y="1293996"/>
                  </a:lnTo>
                  <a:lnTo>
                    <a:pt x="5221870" y="1293996"/>
                  </a:lnTo>
                  <a:lnTo>
                    <a:pt x="5221995" y="1293996"/>
                  </a:lnTo>
                  <a:lnTo>
                    <a:pt x="5222120" y="1293996"/>
                  </a:lnTo>
                  <a:lnTo>
                    <a:pt x="5222245" y="1293996"/>
                  </a:lnTo>
                  <a:lnTo>
                    <a:pt x="5222370" y="1293996"/>
                  </a:lnTo>
                  <a:lnTo>
                    <a:pt x="5222495" y="1293996"/>
                  </a:lnTo>
                  <a:lnTo>
                    <a:pt x="5222620" y="1293996"/>
                  </a:lnTo>
                  <a:lnTo>
                    <a:pt x="5222745" y="1293996"/>
                  </a:lnTo>
                  <a:lnTo>
                    <a:pt x="5222870" y="1293996"/>
                  </a:lnTo>
                  <a:lnTo>
                    <a:pt x="5222996" y="1293996"/>
                  </a:lnTo>
                  <a:lnTo>
                    <a:pt x="5223121" y="1293996"/>
                  </a:lnTo>
                  <a:lnTo>
                    <a:pt x="5223246" y="1293996"/>
                  </a:lnTo>
                  <a:lnTo>
                    <a:pt x="5223371" y="1293996"/>
                  </a:lnTo>
                  <a:lnTo>
                    <a:pt x="5223496" y="1293996"/>
                  </a:lnTo>
                  <a:lnTo>
                    <a:pt x="5223621" y="1293996"/>
                  </a:lnTo>
                  <a:lnTo>
                    <a:pt x="5223746" y="1293996"/>
                  </a:lnTo>
                  <a:lnTo>
                    <a:pt x="5223871" y="1293996"/>
                  </a:lnTo>
                  <a:lnTo>
                    <a:pt x="5223996" y="1293996"/>
                  </a:lnTo>
                  <a:lnTo>
                    <a:pt x="5224121" y="1293996"/>
                  </a:lnTo>
                  <a:lnTo>
                    <a:pt x="5224246" y="1293996"/>
                  </a:lnTo>
                  <a:lnTo>
                    <a:pt x="5224371" y="1293996"/>
                  </a:lnTo>
                  <a:lnTo>
                    <a:pt x="5224496" y="1293996"/>
                  </a:lnTo>
                  <a:lnTo>
                    <a:pt x="5224621" y="1293996"/>
                  </a:lnTo>
                  <a:lnTo>
                    <a:pt x="5224746" y="1293996"/>
                  </a:lnTo>
                  <a:lnTo>
                    <a:pt x="5224871" y="1293996"/>
                  </a:lnTo>
                  <a:lnTo>
                    <a:pt x="5224996" y="1293996"/>
                  </a:lnTo>
                  <a:lnTo>
                    <a:pt x="5225121" y="1293996"/>
                  </a:lnTo>
                  <a:lnTo>
                    <a:pt x="5225246" y="1293996"/>
                  </a:lnTo>
                  <a:lnTo>
                    <a:pt x="5225371" y="1293996"/>
                  </a:lnTo>
                  <a:lnTo>
                    <a:pt x="5225496" y="1293996"/>
                  </a:lnTo>
                  <a:lnTo>
                    <a:pt x="5225621" y="1293996"/>
                  </a:lnTo>
                  <a:lnTo>
                    <a:pt x="5225746" y="1293996"/>
                  </a:lnTo>
                  <a:lnTo>
                    <a:pt x="5225871" y="1293996"/>
                  </a:lnTo>
                  <a:lnTo>
                    <a:pt x="5225997" y="1293996"/>
                  </a:lnTo>
                  <a:lnTo>
                    <a:pt x="5226122" y="1293996"/>
                  </a:lnTo>
                  <a:lnTo>
                    <a:pt x="5226247" y="1293996"/>
                  </a:lnTo>
                  <a:lnTo>
                    <a:pt x="5226372" y="1293996"/>
                  </a:lnTo>
                  <a:lnTo>
                    <a:pt x="5226497" y="1293996"/>
                  </a:lnTo>
                  <a:lnTo>
                    <a:pt x="5226622" y="1293996"/>
                  </a:lnTo>
                  <a:lnTo>
                    <a:pt x="5226747" y="1293996"/>
                  </a:lnTo>
                  <a:lnTo>
                    <a:pt x="5226872" y="1293996"/>
                  </a:lnTo>
                  <a:lnTo>
                    <a:pt x="5226997" y="1293996"/>
                  </a:lnTo>
                  <a:lnTo>
                    <a:pt x="5227122" y="1293996"/>
                  </a:lnTo>
                  <a:lnTo>
                    <a:pt x="5227247" y="1293996"/>
                  </a:lnTo>
                  <a:lnTo>
                    <a:pt x="5227372" y="1293996"/>
                  </a:lnTo>
                  <a:lnTo>
                    <a:pt x="5227372" y="1284043"/>
                  </a:lnTo>
                  <a:lnTo>
                    <a:pt x="5227497" y="1284043"/>
                  </a:lnTo>
                  <a:lnTo>
                    <a:pt x="5227622" y="1284043"/>
                  </a:lnTo>
                  <a:lnTo>
                    <a:pt x="5227747" y="1284043"/>
                  </a:lnTo>
                  <a:lnTo>
                    <a:pt x="5227872" y="1284043"/>
                  </a:lnTo>
                  <a:lnTo>
                    <a:pt x="5227997" y="1284043"/>
                  </a:lnTo>
                  <a:lnTo>
                    <a:pt x="5228122" y="1284043"/>
                  </a:lnTo>
                  <a:lnTo>
                    <a:pt x="5228247" y="1284043"/>
                  </a:lnTo>
                  <a:lnTo>
                    <a:pt x="5228372" y="1284043"/>
                  </a:lnTo>
                  <a:lnTo>
                    <a:pt x="5228497" y="1284043"/>
                  </a:lnTo>
                  <a:lnTo>
                    <a:pt x="5228622" y="1284043"/>
                  </a:lnTo>
                  <a:lnTo>
                    <a:pt x="5228747" y="1284043"/>
                  </a:lnTo>
                  <a:lnTo>
                    <a:pt x="5228872" y="1284043"/>
                  </a:lnTo>
                  <a:lnTo>
                    <a:pt x="5228998" y="1284043"/>
                  </a:lnTo>
                  <a:lnTo>
                    <a:pt x="5229123" y="1284043"/>
                  </a:lnTo>
                  <a:lnTo>
                    <a:pt x="5229248" y="1284043"/>
                  </a:lnTo>
                  <a:lnTo>
                    <a:pt x="5229373" y="1284043"/>
                  </a:lnTo>
                  <a:lnTo>
                    <a:pt x="5229498" y="1284043"/>
                  </a:lnTo>
                  <a:lnTo>
                    <a:pt x="5229623" y="1284043"/>
                  </a:lnTo>
                  <a:lnTo>
                    <a:pt x="5229748" y="1284043"/>
                  </a:lnTo>
                  <a:lnTo>
                    <a:pt x="5229873" y="1284043"/>
                  </a:lnTo>
                  <a:lnTo>
                    <a:pt x="5229998" y="1284043"/>
                  </a:lnTo>
                  <a:lnTo>
                    <a:pt x="5229998" y="1274089"/>
                  </a:lnTo>
                  <a:lnTo>
                    <a:pt x="5230123" y="1274089"/>
                  </a:lnTo>
                  <a:lnTo>
                    <a:pt x="5230248" y="1274089"/>
                  </a:lnTo>
                  <a:lnTo>
                    <a:pt x="5230373" y="1274089"/>
                  </a:lnTo>
                  <a:lnTo>
                    <a:pt x="5230498" y="1274089"/>
                  </a:lnTo>
                  <a:lnTo>
                    <a:pt x="5230623" y="1274089"/>
                  </a:lnTo>
                  <a:lnTo>
                    <a:pt x="5230748" y="1274089"/>
                  </a:lnTo>
                  <a:lnTo>
                    <a:pt x="5230873" y="1274089"/>
                  </a:lnTo>
                  <a:lnTo>
                    <a:pt x="5230998" y="1274089"/>
                  </a:lnTo>
                  <a:lnTo>
                    <a:pt x="5231123" y="1274089"/>
                  </a:lnTo>
                  <a:lnTo>
                    <a:pt x="5231248" y="1274089"/>
                  </a:lnTo>
                  <a:lnTo>
                    <a:pt x="5231373" y="1274089"/>
                  </a:lnTo>
                  <a:lnTo>
                    <a:pt x="5231498" y="1274089"/>
                  </a:lnTo>
                  <a:lnTo>
                    <a:pt x="5231623" y="1274089"/>
                  </a:lnTo>
                  <a:lnTo>
                    <a:pt x="5231748" y="1274089"/>
                  </a:lnTo>
                  <a:lnTo>
                    <a:pt x="5231873" y="1274089"/>
                  </a:lnTo>
                  <a:lnTo>
                    <a:pt x="5231999" y="1274089"/>
                  </a:lnTo>
                  <a:lnTo>
                    <a:pt x="5232124" y="1274089"/>
                  </a:lnTo>
                  <a:lnTo>
                    <a:pt x="5232249" y="1274089"/>
                  </a:lnTo>
                  <a:lnTo>
                    <a:pt x="5232374" y="1274089"/>
                  </a:lnTo>
                  <a:lnTo>
                    <a:pt x="5232499" y="1274089"/>
                  </a:lnTo>
                  <a:lnTo>
                    <a:pt x="5232624" y="1274089"/>
                  </a:lnTo>
                  <a:lnTo>
                    <a:pt x="5232749" y="1274089"/>
                  </a:lnTo>
                  <a:lnTo>
                    <a:pt x="5232874" y="1274089"/>
                  </a:lnTo>
                  <a:lnTo>
                    <a:pt x="5232999" y="1274089"/>
                  </a:lnTo>
                  <a:lnTo>
                    <a:pt x="5233124" y="1274089"/>
                  </a:lnTo>
                  <a:lnTo>
                    <a:pt x="5233249" y="1274089"/>
                  </a:lnTo>
                  <a:lnTo>
                    <a:pt x="5233374" y="1274089"/>
                  </a:lnTo>
                  <a:lnTo>
                    <a:pt x="5233499" y="1274089"/>
                  </a:lnTo>
                  <a:lnTo>
                    <a:pt x="5233624" y="1274089"/>
                  </a:lnTo>
                  <a:lnTo>
                    <a:pt x="5233749" y="1274089"/>
                  </a:lnTo>
                  <a:lnTo>
                    <a:pt x="5233874" y="1274089"/>
                  </a:lnTo>
                  <a:lnTo>
                    <a:pt x="5233999" y="1274089"/>
                  </a:lnTo>
                  <a:lnTo>
                    <a:pt x="5234124" y="1274089"/>
                  </a:lnTo>
                  <a:lnTo>
                    <a:pt x="5234249" y="1274089"/>
                  </a:lnTo>
                  <a:lnTo>
                    <a:pt x="5234374" y="1274089"/>
                  </a:lnTo>
                  <a:lnTo>
                    <a:pt x="5234499" y="1274089"/>
                  </a:lnTo>
                  <a:lnTo>
                    <a:pt x="5234624" y="1274089"/>
                  </a:lnTo>
                  <a:lnTo>
                    <a:pt x="5234749" y="1274089"/>
                  </a:lnTo>
                  <a:lnTo>
                    <a:pt x="5234874" y="1274089"/>
                  </a:lnTo>
                  <a:lnTo>
                    <a:pt x="5235000" y="1274089"/>
                  </a:lnTo>
                  <a:lnTo>
                    <a:pt x="5235125" y="1274089"/>
                  </a:lnTo>
                  <a:lnTo>
                    <a:pt x="5235250" y="1274089"/>
                  </a:lnTo>
                  <a:lnTo>
                    <a:pt x="5235375" y="1274089"/>
                  </a:lnTo>
                  <a:lnTo>
                    <a:pt x="5235500" y="1274089"/>
                  </a:lnTo>
                  <a:lnTo>
                    <a:pt x="5235625" y="1274089"/>
                  </a:lnTo>
                  <a:lnTo>
                    <a:pt x="5235750" y="1274089"/>
                  </a:lnTo>
                  <a:lnTo>
                    <a:pt x="5235875" y="1274089"/>
                  </a:lnTo>
                  <a:lnTo>
                    <a:pt x="5236000" y="1274089"/>
                  </a:lnTo>
                  <a:lnTo>
                    <a:pt x="5236125" y="1274089"/>
                  </a:lnTo>
                  <a:lnTo>
                    <a:pt x="5236250" y="1274089"/>
                  </a:lnTo>
                  <a:lnTo>
                    <a:pt x="5236375" y="1274089"/>
                  </a:lnTo>
                  <a:lnTo>
                    <a:pt x="5236500" y="1274089"/>
                  </a:lnTo>
                  <a:lnTo>
                    <a:pt x="5236625" y="1274089"/>
                  </a:lnTo>
                  <a:lnTo>
                    <a:pt x="5236750" y="1274089"/>
                  </a:lnTo>
                  <a:lnTo>
                    <a:pt x="5236875" y="1274089"/>
                  </a:lnTo>
                  <a:lnTo>
                    <a:pt x="5237000" y="1274089"/>
                  </a:lnTo>
                  <a:lnTo>
                    <a:pt x="5237125" y="1274089"/>
                  </a:lnTo>
                  <a:lnTo>
                    <a:pt x="5237250" y="1274089"/>
                  </a:lnTo>
                  <a:lnTo>
                    <a:pt x="5237375" y="1274089"/>
                  </a:lnTo>
                  <a:lnTo>
                    <a:pt x="5237500" y="1274089"/>
                  </a:lnTo>
                  <a:lnTo>
                    <a:pt x="5237625" y="1274089"/>
                  </a:lnTo>
                  <a:lnTo>
                    <a:pt x="5237750" y="1274089"/>
                  </a:lnTo>
                  <a:lnTo>
                    <a:pt x="5237875" y="1274089"/>
                  </a:lnTo>
                  <a:lnTo>
                    <a:pt x="5238001" y="1274089"/>
                  </a:lnTo>
                  <a:lnTo>
                    <a:pt x="5238126" y="1274089"/>
                  </a:lnTo>
                  <a:lnTo>
                    <a:pt x="5238251" y="1274089"/>
                  </a:lnTo>
                  <a:lnTo>
                    <a:pt x="5238376" y="1274089"/>
                  </a:lnTo>
                  <a:lnTo>
                    <a:pt x="5238501" y="1274089"/>
                  </a:lnTo>
                  <a:lnTo>
                    <a:pt x="5238626" y="1274089"/>
                  </a:lnTo>
                  <a:lnTo>
                    <a:pt x="5238751" y="1274089"/>
                  </a:lnTo>
                  <a:lnTo>
                    <a:pt x="5238876" y="1274089"/>
                  </a:lnTo>
                  <a:lnTo>
                    <a:pt x="5239001" y="1274089"/>
                  </a:lnTo>
                  <a:lnTo>
                    <a:pt x="5239126" y="1274089"/>
                  </a:lnTo>
                  <a:lnTo>
                    <a:pt x="5239251" y="1274089"/>
                  </a:lnTo>
                  <a:lnTo>
                    <a:pt x="5239376" y="1274089"/>
                  </a:lnTo>
                  <a:lnTo>
                    <a:pt x="5239501" y="1274089"/>
                  </a:lnTo>
                  <a:lnTo>
                    <a:pt x="5239626" y="1274089"/>
                  </a:lnTo>
                  <a:lnTo>
                    <a:pt x="5239751" y="1274089"/>
                  </a:lnTo>
                  <a:lnTo>
                    <a:pt x="5239876" y="1274089"/>
                  </a:lnTo>
                  <a:lnTo>
                    <a:pt x="5240001" y="1274089"/>
                  </a:lnTo>
                  <a:lnTo>
                    <a:pt x="5240126" y="1274089"/>
                  </a:lnTo>
                  <a:lnTo>
                    <a:pt x="5240251" y="1274089"/>
                  </a:lnTo>
                  <a:lnTo>
                    <a:pt x="5240376" y="1274089"/>
                  </a:lnTo>
                  <a:lnTo>
                    <a:pt x="5240501" y="1274089"/>
                  </a:lnTo>
                  <a:lnTo>
                    <a:pt x="5240626" y="1274089"/>
                  </a:lnTo>
                  <a:lnTo>
                    <a:pt x="5240751" y="1274089"/>
                  </a:lnTo>
                  <a:lnTo>
                    <a:pt x="5240877" y="1274089"/>
                  </a:lnTo>
                  <a:lnTo>
                    <a:pt x="5241002" y="1274089"/>
                  </a:lnTo>
                  <a:lnTo>
                    <a:pt x="5241127" y="1274089"/>
                  </a:lnTo>
                  <a:lnTo>
                    <a:pt x="5241252" y="1274089"/>
                  </a:lnTo>
                  <a:lnTo>
                    <a:pt x="5241377" y="1274089"/>
                  </a:lnTo>
                  <a:lnTo>
                    <a:pt x="5241502" y="1274089"/>
                  </a:lnTo>
                  <a:lnTo>
                    <a:pt x="5241627" y="1274089"/>
                  </a:lnTo>
                  <a:lnTo>
                    <a:pt x="5241752" y="1274089"/>
                  </a:lnTo>
                  <a:lnTo>
                    <a:pt x="5241877" y="1274089"/>
                  </a:lnTo>
                  <a:lnTo>
                    <a:pt x="5242002" y="1274089"/>
                  </a:lnTo>
                  <a:lnTo>
                    <a:pt x="5242127" y="1274089"/>
                  </a:lnTo>
                  <a:lnTo>
                    <a:pt x="5242252" y="1274089"/>
                  </a:lnTo>
                  <a:lnTo>
                    <a:pt x="5242377" y="1274089"/>
                  </a:lnTo>
                  <a:lnTo>
                    <a:pt x="5242502" y="1274089"/>
                  </a:lnTo>
                  <a:lnTo>
                    <a:pt x="5242627" y="1274089"/>
                  </a:lnTo>
                  <a:lnTo>
                    <a:pt x="5242752" y="1274089"/>
                  </a:lnTo>
                  <a:lnTo>
                    <a:pt x="5242877" y="1274089"/>
                  </a:lnTo>
                  <a:lnTo>
                    <a:pt x="5243002" y="1274089"/>
                  </a:lnTo>
                  <a:lnTo>
                    <a:pt x="5243127" y="1274089"/>
                  </a:lnTo>
                  <a:lnTo>
                    <a:pt x="5243252" y="1274089"/>
                  </a:lnTo>
                  <a:lnTo>
                    <a:pt x="5243377" y="1274089"/>
                  </a:lnTo>
                  <a:lnTo>
                    <a:pt x="5243502" y="1274089"/>
                  </a:lnTo>
                  <a:lnTo>
                    <a:pt x="5243627" y="1274089"/>
                  </a:lnTo>
                  <a:lnTo>
                    <a:pt x="5243752" y="1274089"/>
                  </a:lnTo>
                  <a:lnTo>
                    <a:pt x="5243878" y="1274089"/>
                  </a:lnTo>
                  <a:lnTo>
                    <a:pt x="5244003" y="1274089"/>
                  </a:lnTo>
                  <a:lnTo>
                    <a:pt x="5244128" y="1274089"/>
                  </a:lnTo>
                  <a:lnTo>
                    <a:pt x="5244253" y="1274089"/>
                  </a:lnTo>
                  <a:lnTo>
                    <a:pt x="5244378" y="1274089"/>
                  </a:lnTo>
                  <a:lnTo>
                    <a:pt x="5244503" y="1274089"/>
                  </a:lnTo>
                  <a:lnTo>
                    <a:pt x="5244628" y="1274089"/>
                  </a:lnTo>
                  <a:lnTo>
                    <a:pt x="5244753" y="1274089"/>
                  </a:lnTo>
                  <a:lnTo>
                    <a:pt x="5244878" y="1274089"/>
                  </a:lnTo>
                  <a:lnTo>
                    <a:pt x="5245003" y="1274089"/>
                  </a:lnTo>
                  <a:lnTo>
                    <a:pt x="5245128" y="1274089"/>
                  </a:lnTo>
                  <a:lnTo>
                    <a:pt x="5245253" y="1274089"/>
                  </a:lnTo>
                  <a:lnTo>
                    <a:pt x="5245378" y="1274089"/>
                  </a:lnTo>
                  <a:lnTo>
                    <a:pt x="5245503" y="1274089"/>
                  </a:lnTo>
                  <a:lnTo>
                    <a:pt x="5245628" y="1274089"/>
                  </a:lnTo>
                  <a:lnTo>
                    <a:pt x="5245753" y="1274089"/>
                  </a:lnTo>
                  <a:lnTo>
                    <a:pt x="5245878" y="1274089"/>
                  </a:lnTo>
                  <a:lnTo>
                    <a:pt x="5246003" y="1274089"/>
                  </a:lnTo>
                  <a:lnTo>
                    <a:pt x="5246128" y="1274089"/>
                  </a:lnTo>
                  <a:lnTo>
                    <a:pt x="5246253" y="1274089"/>
                  </a:lnTo>
                  <a:lnTo>
                    <a:pt x="5246378" y="1274089"/>
                  </a:lnTo>
                  <a:lnTo>
                    <a:pt x="5246503" y="1274089"/>
                  </a:lnTo>
                  <a:lnTo>
                    <a:pt x="5246628" y="1274089"/>
                  </a:lnTo>
                  <a:lnTo>
                    <a:pt x="5246753" y="1274089"/>
                  </a:lnTo>
                  <a:lnTo>
                    <a:pt x="5246879" y="1274089"/>
                  </a:lnTo>
                  <a:lnTo>
                    <a:pt x="5247004" y="1274089"/>
                  </a:lnTo>
                  <a:lnTo>
                    <a:pt x="5247129" y="1274089"/>
                  </a:lnTo>
                  <a:lnTo>
                    <a:pt x="5247254" y="1274089"/>
                  </a:lnTo>
                  <a:lnTo>
                    <a:pt x="5247379" y="1274089"/>
                  </a:lnTo>
                  <a:lnTo>
                    <a:pt x="5247504" y="1274089"/>
                  </a:lnTo>
                  <a:lnTo>
                    <a:pt x="5247629" y="1274089"/>
                  </a:lnTo>
                  <a:lnTo>
                    <a:pt x="5247629" y="1264135"/>
                  </a:lnTo>
                  <a:lnTo>
                    <a:pt x="5247754" y="1264135"/>
                  </a:lnTo>
                  <a:lnTo>
                    <a:pt x="5247879" y="1264135"/>
                  </a:lnTo>
                  <a:lnTo>
                    <a:pt x="5248004" y="1264135"/>
                  </a:lnTo>
                  <a:lnTo>
                    <a:pt x="5248129" y="1264135"/>
                  </a:lnTo>
                  <a:lnTo>
                    <a:pt x="5248254" y="1264135"/>
                  </a:lnTo>
                  <a:lnTo>
                    <a:pt x="5248379" y="1264135"/>
                  </a:lnTo>
                  <a:lnTo>
                    <a:pt x="5248504" y="1264135"/>
                  </a:lnTo>
                  <a:lnTo>
                    <a:pt x="5248629" y="1264135"/>
                  </a:lnTo>
                  <a:lnTo>
                    <a:pt x="5248754" y="1264135"/>
                  </a:lnTo>
                  <a:lnTo>
                    <a:pt x="5248879" y="1264135"/>
                  </a:lnTo>
                  <a:lnTo>
                    <a:pt x="5249004" y="1264135"/>
                  </a:lnTo>
                  <a:lnTo>
                    <a:pt x="5249129" y="1264135"/>
                  </a:lnTo>
                  <a:lnTo>
                    <a:pt x="5249254" y="1264135"/>
                  </a:lnTo>
                  <a:lnTo>
                    <a:pt x="5249379" y="1264135"/>
                  </a:lnTo>
                  <a:lnTo>
                    <a:pt x="5249504" y="1264135"/>
                  </a:lnTo>
                  <a:lnTo>
                    <a:pt x="5249629" y="1264135"/>
                  </a:lnTo>
                  <a:lnTo>
                    <a:pt x="5249754" y="1264135"/>
                  </a:lnTo>
                  <a:lnTo>
                    <a:pt x="5249880" y="1264135"/>
                  </a:lnTo>
                  <a:lnTo>
                    <a:pt x="5250005" y="1264135"/>
                  </a:lnTo>
                  <a:lnTo>
                    <a:pt x="5250130" y="1264135"/>
                  </a:lnTo>
                  <a:lnTo>
                    <a:pt x="5250255" y="1264135"/>
                  </a:lnTo>
                  <a:lnTo>
                    <a:pt x="5250380" y="1264135"/>
                  </a:lnTo>
                  <a:lnTo>
                    <a:pt x="5250505" y="1264135"/>
                  </a:lnTo>
                  <a:lnTo>
                    <a:pt x="5250630" y="1264135"/>
                  </a:lnTo>
                  <a:lnTo>
                    <a:pt x="5250755" y="1264135"/>
                  </a:lnTo>
                  <a:lnTo>
                    <a:pt x="5250880" y="1264135"/>
                  </a:lnTo>
                  <a:lnTo>
                    <a:pt x="5251005" y="1264135"/>
                  </a:lnTo>
                  <a:lnTo>
                    <a:pt x="5251130" y="1264135"/>
                  </a:lnTo>
                  <a:lnTo>
                    <a:pt x="5251255" y="1264135"/>
                  </a:lnTo>
                  <a:lnTo>
                    <a:pt x="5251380" y="1264135"/>
                  </a:lnTo>
                  <a:lnTo>
                    <a:pt x="5251505" y="1264135"/>
                  </a:lnTo>
                  <a:lnTo>
                    <a:pt x="5251630" y="1264135"/>
                  </a:lnTo>
                  <a:lnTo>
                    <a:pt x="5251755" y="1264135"/>
                  </a:lnTo>
                  <a:lnTo>
                    <a:pt x="5251880" y="1264135"/>
                  </a:lnTo>
                  <a:lnTo>
                    <a:pt x="5252005" y="1264135"/>
                  </a:lnTo>
                  <a:lnTo>
                    <a:pt x="5252130" y="1264135"/>
                  </a:lnTo>
                  <a:lnTo>
                    <a:pt x="5252255" y="1264135"/>
                  </a:lnTo>
                  <a:lnTo>
                    <a:pt x="5252380" y="1264135"/>
                  </a:lnTo>
                  <a:lnTo>
                    <a:pt x="5252505" y="1264135"/>
                  </a:lnTo>
                  <a:lnTo>
                    <a:pt x="5252630" y="1264135"/>
                  </a:lnTo>
                  <a:lnTo>
                    <a:pt x="5252755" y="1264135"/>
                  </a:lnTo>
                  <a:lnTo>
                    <a:pt x="5252881" y="1264135"/>
                  </a:lnTo>
                  <a:lnTo>
                    <a:pt x="5253006" y="1264135"/>
                  </a:lnTo>
                  <a:lnTo>
                    <a:pt x="5253131" y="1264135"/>
                  </a:lnTo>
                  <a:lnTo>
                    <a:pt x="5253256" y="1264135"/>
                  </a:lnTo>
                  <a:lnTo>
                    <a:pt x="5253381" y="1264135"/>
                  </a:lnTo>
                  <a:lnTo>
                    <a:pt x="5253506" y="1264135"/>
                  </a:lnTo>
                  <a:lnTo>
                    <a:pt x="5253631" y="1264135"/>
                  </a:lnTo>
                  <a:lnTo>
                    <a:pt x="5253756" y="1264135"/>
                  </a:lnTo>
                  <a:lnTo>
                    <a:pt x="5253881" y="1264135"/>
                  </a:lnTo>
                  <a:lnTo>
                    <a:pt x="5254006" y="1264135"/>
                  </a:lnTo>
                  <a:lnTo>
                    <a:pt x="5254131" y="1264135"/>
                  </a:lnTo>
                  <a:lnTo>
                    <a:pt x="5254256" y="1264135"/>
                  </a:lnTo>
                  <a:lnTo>
                    <a:pt x="5254381" y="1264135"/>
                  </a:lnTo>
                  <a:lnTo>
                    <a:pt x="5254506" y="1264135"/>
                  </a:lnTo>
                  <a:lnTo>
                    <a:pt x="5254631" y="1264135"/>
                  </a:lnTo>
                  <a:lnTo>
                    <a:pt x="5254756" y="1264135"/>
                  </a:lnTo>
                  <a:lnTo>
                    <a:pt x="5254881" y="1264135"/>
                  </a:lnTo>
                  <a:lnTo>
                    <a:pt x="5255006" y="1264135"/>
                  </a:lnTo>
                  <a:lnTo>
                    <a:pt x="5255131" y="1264135"/>
                  </a:lnTo>
                  <a:lnTo>
                    <a:pt x="5255256" y="1264135"/>
                  </a:lnTo>
                  <a:lnTo>
                    <a:pt x="5255381" y="1264135"/>
                  </a:lnTo>
                  <a:lnTo>
                    <a:pt x="5255506" y="1264135"/>
                  </a:lnTo>
                  <a:lnTo>
                    <a:pt x="5255631" y="1264135"/>
                  </a:lnTo>
                  <a:lnTo>
                    <a:pt x="5255756" y="1264135"/>
                  </a:lnTo>
                  <a:lnTo>
                    <a:pt x="5255882" y="1264135"/>
                  </a:lnTo>
                  <a:lnTo>
                    <a:pt x="5256007" y="1264135"/>
                  </a:lnTo>
                  <a:lnTo>
                    <a:pt x="5256132" y="1264135"/>
                  </a:lnTo>
                  <a:lnTo>
                    <a:pt x="5256257" y="1264135"/>
                  </a:lnTo>
                  <a:lnTo>
                    <a:pt x="5256382" y="1264135"/>
                  </a:lnTo>
                  <a:lnTo>
                    <a:pt x="5256507" y="1264135"/>
                  </a:lnTo>
                  <a:lnTo>
                    <a:pt x="5256632" y="1264135"/>
                  </a:lnTo>
                  <a:lnTo>
                    <a:pt x="5256757" y="1264135"/>
                  </a:lnTo>
                  <a:lnTo>
                    <a:pt x="5256882" y="1264135"/>
                  </a:lnTo>
                  <a:lnTo>
                    <a:pt x="5257007" y="1264135"/>
                  </a:lnTo>
                  <a:lnTo>
                    <a:pt x="5257132" y="1264135"/>
                  </a:lnTo>
                  <a:lnTo>
                    <a:pt x="5257257" y="1264135"/>
                  </a:lnTo>
                  <a:lnTo>
                    <a:pt x="5257382" y="1264135"/>
                  </a:lnTo>
                  <a:lnTo>
                    <a:pt x="5257507" y="1264135"/>
                  </a:lnTo>
                  <a:lnTo>
                    <a:pt x="5257632" y="1264135"/>
                  </a:lnTo>
                  <a:lnTo>
                    <a:pt x="5257757" y="1264135"/>
                  </a:lnTo>
                  <a:lnTo>
                    <a:pt x="5257882" y="1264135"/>
                  </a:lnTo>
                  <a:lnTo>
                    <a:pt x="5258007" y="1264135"/>
                  </a:lnTo>
                  <a:lnTo>
                    <a:pt x="5258132" y="1264135"/>
                  </a:lnTo>
                  <a:lnTo>
                    <a:pt x="5258257" y="1264135"/>
                  </a:lnTo>
                  <a:lnTo>
                    <a:pt x="5258382" y="1264135"/>
                  </a:lnTo>
                  <a:lnTo>
                    <a:pt x="5258507" y="1264135"/>
                  </a:lnTo>
                  <a:lnTo>
                    <a:pt x="5258632" y="1264135"/>
                  </a:lnTo>
                  <a:lnTo>
                    <a:pt x="5258757" y="1264135"/>
                  </a:lnTo>
                  <a:lnTo>
                    <a:pt x="5258883" y="1264135"/>
                  </a:lnTo>
                  <a:lnTo>
                    <a:pt x="5259008" y="1264135"/>
                  </a:lnTo>
                  <a:lnTo>
                    <a:pt x="5259133" y="1264135"/>
                  </a:lnTo>
                  <a:lnTo>
                    <a:pt x="5259258" y="1264135"/>
                  </a:lnTo>
                  <a:lnTo>
                    <a:pt x="5259383" y="1264135"/>
                  </a:lnTo>
                  <a:lnTo>
                    <a:pt x="5259508" y="1264135"/>
                  </a:lnTo>
                  <a:lnTo>
                    <a:pt x="5259633" y="1264135"/>
                  </a:lnTo>
                  <a:lnTo>
                    <a:pt x="5259758" y="1264135"/>
                  </a:lnTo>
                  <a:lnTo>
                    <a:pt x="5259883" y="1264135"/>
                  </a:lnTo>
                  <a:lnTo>
                    <a:pt x="5260008" y="1264135"/>
                  </a:lnTo>
                  <a:lnTo>
                    <a:pt x="5260133" y="1264135"/>
                  </a:lnTo>
                  <a:lnTo>
                    <a:pt x="5260258" y="1264135"/>
                  </a:lnTo>
                  <a:lnTo>
                    <a:pt x="5260383" y="1264135"/>
                  </a:lnTo>
                  <a:lnTo>
                    <a:pt x="5260508" y="1264135"/>
                  </a:lnTo>
                  <a:lnTo>
                    <a:pt x="5260633" y="1264135"/>
                  </a:lnTo>
                  <a:lnTo>
                    <a:pt x="5260758" y="1264135"/>
                  </a:lnTo>
                  <a:lnTo>
                    <a:pt x="5260883" y="1264135"/>
                  </a:lnTo>
                  <a:lnTo>
                    <a:pt x="5261008" y="1264135"/>
                  </a:lnTo>
                  <a:lnTo>
                    <a:pt x="5261133" y="1264135"/>
                  </a:lnTo>
                  <a:lnTo>
                    <a:pt x="5261258" y="1264135"/>
                  </a:lnTo>
                  <a:lnTo>
                    <a:pt x="5261383" y="1264135"/>
                  </a:lnTo>
                  <a:lnTo>
                    <a:pt x="5261508" y="1264135"/>
                  </a:lnTo>
                  <a:lnTo>
                    <a:pt x="5261633" y="1264135"/>
                  </a:lnTo>
                  <a:lnTo>
                    <a:pt x="5261758" y="1264135"/>
                  </a:lnTo>
                  <a:lnTo>
                    <a:pt x="5261884" y="1264135"/>
                  </a:lnTo>
                  <a:lnTo>
                    <a:pt x="5262009" y="1264135"/>
                  </a:lnTo>
                  <a:lnTo>
                    <a:pt x="5262134" y="1264135"/>
                  </a:lnTo>
                  <a:lnTo>
                    <a:pt x="5262259" y="1264135"/>
                  </a:lnTo>
                  <a:lnTo>
                    <a:pt x="5262384" y="1264135"/>
                  </a:lnTo>
                  <a:lnTo>
                    <a:pt x="5262509" y="1264135"/>
                  </a:lnTo>
                  <a:lnTo>
                    <a:pt x="5262634" y="1264135"/>
                  </a:lnTo>
                  <a:lnTo>
                    <a:pt x="5262759" y="1264135"/>
                  </a:lnTo>
                  <a:lnTo>
                    <a:pt x="5262884" y="1264135"/>
                  </a:lnTo>
                  <a:lnTo>
                    <a:pt x="5263009" y="1264135"/>
                  </a:lnTo>
                  <a:lnTo>
                    <a:pt x="5263134" y="1264135"/>
                  </a:lnTo>
                  <a:lnTo>
                    <a:pt x="5263259" y="1264135"/>
                  </a:lnTo>
                  <a:lnTo>
                    <a:pt x="5263384" y="1264135"/>
                  </a:lnTo>
                  <a:lnTo>
                    <a:pt x="5263509" y="1264135"/>
                  </a:lnTo>
                  <a:lnTo>
                    <a:pt x="5263634" y="1264135"/>
                  </a:lnTo>
                  <a:lnTo>
                    <a:pt x="5263759" y="1264135"/>
                  </a:lnTo>
                  <a:lnTo>
                    <a:pt x="5263884" y="1264135"/>
                  </a:lnTo>
                  <a:lnTo>
                    <a:pt x="5264009" y="1264135"/>
                  </a:lnTo>
                  <a:lnTo>
                    <a:pt x="5264134" y="1264135"/>
                  </a:lnTo>
                  <a:lnTo>
                    <a:pt x="5264259" y="1264135"/>
                  </a:lnTo>
                  <a:lnTo>
                    <a:pt x="5264384" y="1264135"/>
                  </a:lnTo>
                  <a:lnTo>
                    <a:pt x="5264509" y="1264135"/>
                  </a:lnTo>
                  <a:lnTo>
                    <a:pt x="5264634" y="1264135"/>
                  </a:lnTo>
                  <a:lnTo>
                    <a:pt x="5264759" y="1264135"/>
                  </a:lnTo>
                  <a:lnTo>
                    <a:pt x="5264885" y="1264135"/>
                  </a:lnTo>
                  <a:lnTo>
                    <a:pt x="5265010" y="1264135"/>
                  </a:lnTo>
                  <a:lnTo>
                    <a:pt x="5265135" y="1264135"/>
                  </a:lnTo>
                  <a:lnTo>
                    <a:pt x="5265260" y="1264135"/>
                  </a:lnTo>
                  <a:lnTo>
                    <a:pt x="5265385" y="1264135"/>
                  </a:lnTo>
                  <a:lnTo>
                    <a:pt x="5265510" y="1264135"/>
                  </a:lnTo>
                  <a:lnTo>
                    <a:pt x="5265635" y="1264135"/>
                  </a:lnTo>
                  <a:lnTo>
                    <a:pt x="5265760" y="1264135"/>
                  </a:lnTo>
                  <a:lnTo>
                    <a:pt x="5265885" y="1264135"/>
                  </a:lnTo>
                  <a:lnTo>
                    <a:pt x="5266010" y="1264135"/>
                  </a:lnTo>
                  <a:lnTo>
                    <a:pt x="5266135" y="1264135"/>
                  </a:lnTo>
                  <a:lnTo>
                    <a:pt x="5266260" y="1264135"/>
                  </a:lnTo>
                  <a:lnTo>
                    <a:pt x="5266385" y="1264135"/>
                  </a:lnTo>
                  <a:lnTo>
                    <a:pt x="5266510" y="1264135"/>
                  </a:lnTo>
                  <a:lnTo>
                    <a:pt x="5266635" y="1264135"/>
                  </a:lnTo>
                  <a:lnTo>
                    <a:pt x="5266760" y="1264135"/>
                  </a:lnTo>
                  <a:lnTo>
                    <a:pt x="5266885" y="1264135"/>
                  </a:lnTo>
                  <a:lnTo>
                    <a:pt x="5267010" y="1264135"/>
                  </a:lnTo>
                  <a:lnTo>
                    <a:pt x="5267135" y="1264135"/>
                  </a:lnTo>
                  <a:lnTo>
                    <a:pt x="5267260" y="1264135"/>
                  </a:lnTo>
                  <a:lnTo>
                    <a:pt x="5267385" y="1264135"/>
                  </a:lnTo>
                  <a:lnTo>
                    <a:pt x="5267510" y="1264135"/>
                  </a:lnTo>
                  <a:lnTo>
                    <a:pt x="5267635" y="1264135"/>
                  </a:lnTo>
                  <a:lnTo>
                    <a:pt x="5267760" y="1264135"/>
                  </a:lnTo>
                  <a:lnTo>
                    <a:pt x="5267886" y="1264135"/>
                  </a:lnTo>
                  <a:lnTo>
                    <a:pt x="5268011" y="1264135"/>
                  </a:lnTo>
                  <a:lnTo>
                    <a:pt x="5268136" y="1264135"/>
                  </a:lnTo>
                  <a:lnTo>
                    <a:pt x="5268261" y="1264135"/>
                  </a:lnTo>
                  <a:lnTo>
                    <a:pt x="5268386" y="1264135"/>
                  </a:lnTo>
                  <a:lnTo>
                    <a:pt x="5268511" y="1264135"/>
                  </a:lnTo>
                  <a:lnTo>
                    <a:pt x="5268636" y="1264135"/>
                  </a:lnTo>
                  <a:lnTo>
                    <a:pt x="5268761" y="1264135"/>
                  </a:lnTo>
                  <a:lnTo>
                    <a:pt x="5268886" y="1264135"/>
                  </a:lnTo>
                  <a:lnTo>
                    <a:pt x="5269011" y="1264135"/>
                  </a:lnTo>
                  <a:lnTo>
                    <a:pt x="5269136" y="1264135"/>
                  </a:lnTo>
                  <a:lnTo>
                    <a:pt x="5269261" y="1264135"/>
                  </a:lnTo>
                  <a:lnTo>
                    <a:pt x="5269386" y="1264135"/>
                  </a:lnTo>
                  <a:lnTo>
                    <a:pt x="5269511" y="1264135"/>
                  </a:lnTo>
                  <a:lnTo>
                    <a:pt x="5269636" y="1264135"/>
                  </a:lnTo>
                  <a:lnTo>
                    <a:pt x="5269761" y="1264135"/>
                  </a:lnTo>
                  <a:lnTo>
                    <a:pt x="5269886" y="1264135"/>
                  </a:lnTo>
                  <a:lnTo>
                    <a:pt x="5270011" y="1264135"/>
                  </a:lnTo>
                  <a:lnTo>
                    <a:pt x="5270136" y="1264135"/>
                  </a:lnTo>
                  <a:lnTo>
                    <a:pt x="5270261" y="1264135"/>
                  </a:lnTo>
                  <a:lnTo>
                    <a:pt x="5270386" y="1264135"/>
                  </a:lnTo>
                  <a:lnTo>
                    <a:pt x="5270511" y="1264135"/>
                  </a:lnTo>
                  <a:lnTo>
                    <a:pt x="5270636" y="1264135"/>
                  </a:lnTo>
                  <a:lnTo>
                    <a:pt x="5270761" y="1264135"/>
                  </a:lnTo>
                  <a:lnTo>
                    <a:pt x="5270887" y="1264135"/>
                  </a:lnTo>
                  <a:lnTo>
                    <a:pt x="5271012" y="1264135"/>
                  </a:lnTo>
                  <a:lnTo>
                    <a:pt x="5271137" y="1264135"/>
                  </a:lnTo>
                  <a:lnTo>
                    <a:pt x="5271262" y="1264135"/>
                  </a:lnTo>
                  <a:lnTo>
                    <a:pt x="5271387" y="1264135"/>
                  </a:lnTo>
                  <a:lnTo>
                    <a:pt x="5271512" y="1264135"/>
                  </a:lnTo>
                  <a:lnTo>
                    <a:pt x="5271637" y="1264135"/>
                  </a:lnTo>
                  <a:lnTo>
                    <a:pt x="5271762" y="1264135"/>
                  </a:lnTo>
                  <a:lnTo>
                    <a:pt x="5271887" y="1264135"/>
                  </a:lnTo>
                  <a:lnTo>
                    <a:pt x="5272012" y="1264135"/>
                  </a:lnTo>
                  <a:lnTo>
                    <a:pt x="5272137" y="1264135"/>
                  </a:lnTo>
                  <a:lnTo>
                    <a:pt x="5272262" y="1264135"/>
                  </a:lnTo>
                  <a:lnTo>
                    <a:pt x="5272387" y="1264135"/>
                  </a:lnTo>
                  <a:lnTo>
                    <a:pt x="5272512" y="1264135"/>
                  </a:lnTo>
                  <a:lnTo>
                    <a:pt x="5272637" y="1264135"/>
                  </a:lnTo>
                  <a:lnTo>
                    <a:pt x="5272762" y="1264135"/>
                  </a:lnTo>
                  <a:lnTo>
                    <a:pt x="5272887" y="1264135"/>
                  </a:lnTo>
                  <a:lnTo>
                    <a:pt x="5273012" y="1264135"/>
                  </a:lnTo>
                  <a:lnTo>
                    <a:pt x="5273137" y="1264135"/>
                  </a:lnTo>
                  <a:lnTo>
                    <a:pt x="5273262" y="1264135"/>
                  </a:lnTo>
                  <a:lnTo>
                    <a:pt x="5273387" y="1264135"/>
                  </a:lnTo>
                  <a:lnTo>
                    <a:pt x="5273512" y="1264135"/>
                  </a:lnTo>
                  <a:lnTo>
                    <a:pt x="5273637" y="1264135"/>
                  </a:lnTo>
                  <a:lnTo>
                    <a:pt x="5273762" y="1264135"/>
                  </a:lnTo>
                  <a:lnTo>
                    <a:pt x="5273888" y="1264135"/>
                  </a:lnTo>
                  <a:lnTo>
                    <a:pt x="5274013" y="1264135"/>
                  </a:lnTo>
                  <a:lnTo>
                    <a:pt x="5274138" y="1264135"/>
                  </a:lnTo>
                  <a:lnTo>
                    <a:pt x="5274263" y="1264135"/>
                  </a:lnTo>
                  <a:lnTo>
                    <a:pt x="5274388" y="1264135"/>
                  </a:lnTo>
                  <a:lnTo>
                    <a:pt x="5274513" y="1264135"/>
                  </a:lnTo>
                  <a:lnTo>
                    <a:pt x="5274638" y="1264135"/>
                  </a:lnTo>
                  <a:lnTo>
                    <a:pt x="5274763" y="1264135"/>
                  </a:lnTo>
                  <a:lnTo>
                    <a:pt x="5274888" y="1264135"/>
                  </a:lnTo>
                  <a:lnTo>
                    <a:pt x="5275013" y="1264135"/>
                  </a:lnTo>
                  <a:lnTo>
                    <a:pt x="5275138" y="1264135"/>
                  </a:lnTo>
                  <a:lnTo>
                    <a:pt x="5275263" y="1264135"/>
                  </a:lnTo>
                  <a:lnTo>
                    <a:pt x="5275388" y="1264135"/>
                  </a:lnTo>
                  <a:lnTo>
                    <a:pt x="5275513" y="1264135"/>
                  </a:lnTo>
                  <a:lnTo>
                    <a:pt x="5275638" y="1264135"/>
                  </a:lnTo>
                  <a:lnTo>
                    <a:pt x="5275763" y="1264135"/>
                  </a:lnTo>
                  <a:lnTo>
                    <a:pt x="5275888" y="1264135"/>
                  </a:lnTo>
                  <a:lnTo>
                    <a:pt x="5276013" y="1264135"/>
                  </a:lnTo>
                  <a:lnTo>
                    <a:pt x="5276138" y="1264135"/>
                  </a:lnTo>
                  <a:lnTo>
                    <a:pt x="5276263" y="1264135"/>
                  </a:lnTo>
                  <a:lnTo>
                    <a:pt x="5276388" y="1264135"/>
                  </a:lnTo>
                  <a:lnTo>
                    <a:pt x="5276513" y="1264135"/>
                  </a:lnTo>
                  <a:lnTo>
                    <a:pt x="5276638" y="1264135"/>
                  </a:lnTo>
                  <a:lnTo>
                    <a:pt x="5276763" y="1264135"/>
                  </a:lnTo>
                  <a:lnTo>
                    <a:pt x="5276889" y="1264135"/>
                  </a:lnTo>
                  <a:lnTo>
                    <a:pt x="5277014" y="1264135"/>
                  </a:lnTo>
                  <a:lnTo>
                    <a:pt x="5277139" y="1264135"/>
                  </a:lnTo>
                  <a:lnTo>
                    <a:pt x="5277264" y="1264135"/>
                  </a:lnTo>
                  <a:lnTo>
                    <a:pt x="5277389" y="1264135"/>
                  </a:lnTo>
                  <a:lnTo>
                    <a:pt x="5277514" y="1264135"/>
                  </a:lnTo>
                  <a:lnTo>
                    <a:pt x="5277639" y="1264135"/>
                  </a:lnTo>
                  <a:lnTo>
                    <a:pt x="5277764" y="1264135"/>
                  </a:lnTo>
                  <a:lnTo>
                    <a:pt x="5277889" y="1264135"/>
                  </a:lnTo>
                  <a:lnTo>
                    <a:pt x="5278014" y="1264135"/>
                  </a:lnTo>
                  <a:lnTo>
                    <a:pt x="5278139" y="1264135"/>
                  </a:lnTo>
                  <a:lnTo>
                    <a:pt x="5278264" y="1264135"/>
                  </a:lnTo>
                  <a:lnTo>
                    <a:pt x="5278389" y="1264135"/>
                  </a:lnTo>
                  <a:lnTo>
                    <a:pt x="5278514" y="1264135"/>
                  </a:lnTo>
                  <a:lnTo>
                    <a:pt x="5278639" y="1264135"/>
                  </a:lnTo>
                  <a:lnTo>
                    <a:pt x="5278764" y="1264135"/>
                  </a:lnTo>
                  <a:lnTo>
                    <a:pt x="5278889" y="1264135"/>
                  </a:lnTo>
                  <a:lnTo>
                    <a:pt x="5279014" y="1264135"/>
                  </a:lnTo>
                  <a:lnTo>
                    <a:pt x="5279139" y="1264135"/>
                  </a:lnTo>
                  <a:lnTo>
                    <a:pt x="5279264" y="1264135"/>
                  </a:lnTo>
                  <a:lnTo>
                    <a:pt x="5279389" y="1264135"/>
                  </a:lnTo>
                  <a:lnTo>
                    <a:pt x="5279514" y="1264135"/>
                  </a:lnTo>
                  <a:lnTo>
                    <a:pt x="5279639" y="1264135"/>
                  </a:lnTo>
                  <a:lnTo>
                    <a:pt x="5279765" y="1264135"/>
                  </a:lnTo>
                  <a:lnTo>
                    <a:pt x="5279890" y="1264135"/>
                  </a:lnTo>
                  <a:lnTo>
                    <a:pt x="5280015" y="1264135"/>
                  </a:lnTo>
                  <a:lnTo>
                    <a:pt x="5280140" y="1264135"/>
                  </a:lnTo>
                  <a:lnTo>
                    <a:pt x="5280265" y="1264135"/>
                  </a:lnTo>
                  <a:lnTo>
                    <a:pt x="5280390" y="1264135"/>
                  </a:lnTo>
                  <a:lnTo>
                    <a:pt x="5280515" y="1264135"/>
                  </a:lnTo>
                  <a:lnTo>
                    <a:pt x="5280640" y="1264135"/>
                  </a:lnTo>
                  <a:lnTo>
                    <a:pt x="5280765" y="1264135"/>
                  </a:lnTo>
                  <a:lnTo>
                    <a:pt x="5280890" y="1264135"/>
                  </a:lnTo>
                  <a:lnTo>
                    <a:pt x="5281015" y="1264135"/>
                  </a:lnTo>
                  <a:lnTo>
                    <a:pt x="5281140" y="1264135"/>
                  </a:lnTo>
                  <a:lnTo>
                    <a:pt x="5281265" y="1264135"/>
                  </a:lnTo>
                  <a:lnTo>
                    <a:pt x="5281390" y="1264135"/>
                  </a:lnTo>
                  <a:lnTo>
                    <a:pt x="5281515" y="1264135"/>
                  </a:lnTo>
                  <a:lnTo>
                    <a:pt x="5281640" y="1264135"/>
                  </a:lnTo>
                  <a:lnTo>
                    <a:pt x="5281765" y="1264135"/>
                  </a:lnTo>
                  <a:lnTo>
                    <a:pt x="5281890" y="1264135"/>
                  </a:lnTo>
                  <a:lnTo>
                    <a:pt x="5282015" y="1264135"/>
                  </a:lnTo>
                  <a:lnTo>
                    <a:pt x="5282140" y="1264135"/>
                  </a:lnTo>
                  <a:lnTo>
                    <a:pt x="5282265" y="1264135"/>
                  </a:lnTo>
                  <a:lnTo>
                    <a:pt x="5282390" y="1264135"/>
                  </a:lnTo>
                  <a:lnTo>
                    <a:pt x="5282515" y="1264135"/>
                  </a:lnTo>
                  <a:lnTo>
                    <a:pt x="5282640" y="1264135"/>
                  </a:lnTo>
                  <a:lnTo>
                    <a:pt x="5282766" y="1264135"/>
                  </a:lnTo>
                  <a:lnTo>
                    <a:pt x="5282891" y="1264135"/>
                  </a:lnTo>
                  <a:lnTo>
                    <a:pt x="5283016" y="1264135"/>
                  </a:lnTo>
                  <a:lnTo>
                    <a:pt x="5283141" y="1264135"/>
                  </a:lnTo>
                  <a:lnTo>
                    <a:pt x="5283266" y="1264135"/>
                  </a:lnTo>
                  <a:lnTo>
                    <a:pt x="5283391" y="1264135"/>
                  </a:lnTo>
                  <a:lnTo>
                    <a:pt x="5283516" y="1264135"/>
                  </a:lnTo>
                  <a:lnTo>
                    <a:pt x="5283641" y="1264135"/>
                  </a:lnTo>
                  <a:lnTo>
                    <a:pt x="5283766" y="1264135"/>
                  </a:lnTo>
                  <a:lnTo>
                    <a:pt x="5283891" y="1264135"/>
                  </a:lnTo>
                  <a:lnTo>
                    <a:pt x="5284016" y="1264135"/>
                  </a:lnTo>
                  <a:lnTo>
                    <a:pt x="5284141" y="1264135"/>
                  </a:lnTo>
                  <a:lnTo>
                    <a:pt x="5284266" y="1264135"/>
                  </a:lnTo>
                  <a:lnTo>
                    <a:pt x="5284391" y="1264135"/>
                  </a:lnTo>
                  <a:lnTo>
                    <a:pt x="5284516" y="1264135"/>
                  </a:lnTo>
                  <a:lnTo>
                    <a:pt x="5284641" y="1264135"/>
                  </a:lnTo>
                  <a:lnTo>
                    <a:pt x="5284766" y="1264135"/>
                  </a:lnTo>
                  <a:lnTo>
                    <a:pt x="5284891" y="1264135"/>
                  </a:lnTo>
                  <a:lnTo>
                    <a:pt x="5285016" y="1264135"/>
                  </a:lnTo>
                  <a:lnTo>
                    <a:pt x="5285141" y="1264135"/>
                  </a:lnTo>
                  <a:lnTo>
                    <a:pt x="5285266" y="1264135"/>
                  </a:lnTo>
                  <a:lnTo>
                    <a:pt x="5285391" y="1264135"/>
                  </a:lnTo>
                  <a:lnTo>
                    <a:pt x="5285516" y="1264135"/>
                  </a:lnTo>
                  <a:lnTo>
                    <a:pt x="5285641" y="1264135"/>
                  </a:lnTo>
                  <a:lnTo>
                    <a:pt x="5285767" y="1264135"/>
                  </a:lnTo>
                  <a:lnTo>
                    <a:pt x="5285892" y="1264135"/>
                  </a:lnTo>
                  <a:lnTo>
                    <a:pt x="5286017" y="1264135"/>
                  </a:lnTo>
                  <a:lnTo>
                    <a:pt x="5286142" y="1264135"/>
                  </a:lnTo>
                  <a:lnTo>
                    <a:pt x="5286267" y="1264135"/>
                  </a:lnTo>
                  <a:lnTo>
                    <a:pt x="5286392" y="1264135"/>
                  </a:lnTo>
                  <a:lnTo>
                    <a:pt x="5286517" y="1264135"/>
                  </a:lnTo>
                  <a:lnTo>
                    <a:pt x="5286642" y="1264135"/>
                  </a:lnTo>
                  <a:lnTo>
                    <a:pt x="5286767" y="1264135"/>
                  </a:lnTo>
                  <a:lnTo>
                    <a:pt x="5286892" y="1264135"/>
                  </a:lnTo>
                  <a:lnTo>
                    <a:pt x="5287017" y="1264135"/>
                  </a:lnTo>
                  <a:lnTo>
                    <a:pt x="5287142" y="1264135"/>
                  </a:lnTo>
                  <a:lnTo>
                    <a:pt x="5287267" y="1264135"/>
                  </a:lnTo>
                  <a:lnTo>
                    <a:pt x="5287392" y="1264135"/>
                  </a:lnTo>
                  <a:lnTo>
                    <a:pt x="5287517" y="1264135"/>
                  </a:lnTo>
                  <a:lnTo>
                    <a:pt x="5287642" y="1264135"/>
                  </a:lnTo>
                  <a:lnTo>
                    <a:pt x="5287767" y="1264135"/>
                  </a:lnTo>
                  <a:lnTo>
                    <a:pt x="5287892" y="1264135"/>
                  </a:lnTo>
                  <a:lnTo>
                    <a:pt x="5288017" y="1264135"/>
                  </a:lnTo>
                  <a:lnTo>
                    <a:pt x="5288142" y="1264135"/>
                  </a:lnTo>
                  <a:lnTo>
                    <a:pt x="5288267" y="1264135"/>
                  </a:lnTo>
                  <a:lnTo>
                    <a:pt x="5288392" y="1264135"/>
                  </a:lnTo>
                  <a:lnTo>
                    <a:pt x="5288517" y="1264135"/>
                  </a:lnTo>
                  <a:lnTo>
                    <a:pt x="5288642" y="1264135"/>
                  </a:lnTo>
                  <a:lnTo>
                    <a:pt x="5288768" y="1264135"/>
                  </a:lnTo>
                  <a:lnTo>
                    <a:pt x="5288893" y="1264135"/>
                  </a:lnTo>
                  <a:lnTo>
                    <a:pt x="5289018" y="1264135"/>
                  </a:lnTo>
                  <a:lnTo>
                    <a:pt x="5289143" y="1264135"/>
                  </a:lnTo>
                  <a:lnTo>
                    <a:pt x="5289268" y="1264135"/>
                  </a:lnTo>
                  <a:lnTo>
                    <a:pt x="5289393" y="1264135"/>
                  </a:lnTo>
                  <a:lnTo>
                    <a:pt x="5289518" y="1264135"/>
                  </a:lnTo>
                  <a:lnTo>
                    <a:pt x="5289643" y="1264135"/>
                  </a:lnTo>
                  <a:lnTo>
                    <a:pt x="5289768" y="1264135"/>
                  </a:lnTo>
                  <a:lnTo>
                    <a:pt x="5289893" y="1264135"/>
                  </a:lnTo>
                  <a:lnTo>
                    <a:pt x="5290018" y="1264135"/>
                  </a:lnTo>
                  <a:lnTo>
                    <a:pt x="5290143" y="1264135"/>
                  </a:lnTo>
                  <a:lnTo>
                    <a:pt x="5290268" y="1264135"/>
                  </a:lnTo>
                  <a:lnTo>
                    <a:pt x="5290393" y="1264135"/>
                  </a:lnTo>
                  <a:lnTo>
                    <a:pt x="5290518" y="1264135"/>
                  </a:lnTo>
                  <a:lnTo>
                    <a:pt x="5290643" y="1264135"/>
                  </a:lnTo>
                  <a:lnTo>
                    <a:pt x="5290768" y="1264135"/>
                  </a:lnTo>
                  <a:lnTo>
                    <a:pt x="5290893" y="1264135"/>
                  </a:lnTo>
                  <a:lnTo>
                    <a:pt x="5291018" y="1264135"/>
                  </a:lnTo>
                  <a:lnTo>
                    <a:pt x="5291143" y="1264135"/>
                  </a:lnTo>
                  <a:lnTo>
                    <a:pt x="5291268" y="1264135"/>
                  </a:lnTo>
                  <a:lnTo>
                    <a:pt x="5291393" y="1264135"/>
                  </a:lnTo>
                  <a:lnTo>
                    <a:pt x="5291518" y="1264135"/>
                  </a:lnTo>
                  <a:lnTo>
                    <a:pt x="5291643" y="1264135"/>
                  </a:lnTo>
                  <a:lnTo>
                    <a:pt x="5291769" y="1264135"/>
                  </a:lnTo>
                  <a:lnTo>
                    <a:pt x="5291894" y="1264135"/>
                  </a:lnTo>
                  <a:lnTo>
                    <a:pt x="5292019" y="1264135"/>
                  </a:lnTo>
                  <a:lnTo>
                    <a:pt x="5292144" y="1264135"/>
                  </a:lnTo>
                  <a:lnTo>
                    <a:pt x="5292269" y="1264135"/>
                  </a:lnTo>
                  <a:lnTo>
                    <a:pt x="5292394" y="1264135"/>
                  </a:lnTo>
                  <a:lnTo>
                    <a:pt x="5292519" y="1264135"/>
                  </a:lnTo>
                  <a:lnTo>
                    <a:pt x="5292644" y="1264135"/>
                  </a:lnTo>
                  <a:lnTo>
                    <a:pt x="5292769" y="1264135"/>
                  </a:lnTo>
                  <a:lnTo>
                    <a:pt x="5292894" y="1264135"/>
                  </a:lnTo>
                  <a:lnTo>
                    <a:pt x="5293019" y="1264135"/>
                  </a:lnTo>
                  <a:lnTo>
                    <a:pt x="5293144" y="1264135"/>
                  </a:lnTo>
                  <a:lnTo>
                    <a:pt x="5293269" y="1264135"/>
                  </a:lnTo>
                  <a:lnTo>
                    <a:pt x="5293394" y="1264135"/>
                  </a:lnTo>
                  <a:lnTo>
                    <a:pt x="5293519" y="1264135"/>
                  </a:lnTo>
                  <a:lnTo>
                    <a:pt x="5293644" y="1264135"/>
                  </a:lnTo>
                  <a:lnTo>
                    <a:pt x="5293769" y="1264135"/>
                  </a:lnTo>
                  <a:lnTo>
                    <a:pt x="5293894" y="1264135"/>
                  </a:lnTo>
                  <a:lnTo>
                    <a:pt x="5294019" y="1264135"/>
                  </a:lnTo>
                  <a:lnTo>
                    <a:pt x="5294144" y="1264135"/>
                  </a:lnTo>
                  <a:lnTo>
                    <a:pt x="5294269" y="1264135"/>
                  </a:lnTo>
                  <a:lnTo>
                    <a:pt x="5294394" y="1264135"/>
                  </a:lnTo>
                  <a:lnTo>
                    <a:pt x="5294519" y="1264135"/>
                  </a:lnTo>
                  <a:lnTo>
                    <a:pt x="5294644" y="1264135"/>
                  </a:lnTo>
                  <a:lnTo>
                    <a:pt x="5294770" y="1264135"/>
                  </a:lnTo>
                  <a:lnTo>
                    <a:pt x="5294895" y="1264135"/>
                  </a:lnTo>
                  <a:lnTo>
                    <a:pt x="5295020" y="1264135"/>
                  </a:lnTo>
                  <a:lnTo>
                    <a:pt x="5295145" y="1264135"/>
                  </a:lnTo>
                  <a:lnTo>
                    <a:pt x="5295145" y="1254181"/>
                  </a:lnTo>
                  <a:lnTo>
                    <a:pt x="5295270" y="1254181"/>
                  </a:lnTo>
                  <a:lnTo>
                    <a:pt x="5295395" y="1254181"/>
                  </a:lnTo>
                  <a:lnTo>
                    <a:pt x="5295520" y="1254181"/>
                  </a:lnTo>
                  <a:lnTo>
                    <a:pt x="5295645" y="1254181"/>
                  </a:lnTo>
                  <a:lnTo>
                    <a:pt x="5295770" y="1254181"/>
                  </a:lnTo>
                  <a:lnTo>
                    <a:pt x="5295895" y="1254181"/>
                  </a:lnTo>
                  <a:lnTo>
                    <a:pt x="5296020" y="1254181"/>
                  </a:lnTo>
                  <a:lnTo>
                    <a:pt x="5296145" y="1254181"/>
                  </a:lnTo>
                  <a:lnTo>
                    <a:pt x="5296270" y="1254181"/>
                  </a:lnTo>
                  <a:lnTo>
                    <a:pt x="5296395" y="1254181"/>
                  </a:lnTo>
                  <a:lnTo>
                    <a:pt x="5296520" y="1254181"/>
                  </a:lnTo>
                  <a:lnTo>
                    <a:pt x="5296645" y="1254181"/>
                  </a:lnTo>
                  <a:lnTo>
                    <a:pt x="5296770" y="1254181"/>
                  </a:lnTo>
                  <a:lnTo>
                    <a:pt x="5296895" y="1254181"/>
                  </a:lnTo>
                  <a:lnTo>
                    <a:pt x="5297020" y="1254181"/>
                  </a:lnTo>
                  <a:lnTo>
                    <a:pt x="5297145" y="1254181"/>
                  </a:lnTo>
                  <a:lnTo>
                    <a:pt x="5297270" y="1254181"/>
                  </a:lnTo>
                  <a:lnTo>
                    <a:pt x="5297395" y="1254181"/>
                  </a:lnTo>
                  <a:lnTo>
                    <a:pt x="5297520" y="1254181"/>
                  </a:lnTo>
                  <a:lnTo>
                    <a:pt x="5297645" y="1254181"/>
                  </a:lnTo>
                  <a:lnTo>
                    <a:pt x="5297771" y="1254181"/>
                  </a:lnTo>
                  <a:lnTo>
                    <a:pt x="5297896" y="1254181"/>
                  </a:lnTo>
                  <a:lnTo>
                    <a:pt x="5298021" y="1254181"/>
                  </a:lnTo>
                  <a:lnTo>
                    <a:pt x="5298146" y="1254181"/>
                  </a:lnTo>
                  <a:lnTo>
                    <a:pt x="5298271" y="1254181"/>
                  </a:lnTo>
                  <a:lnTo>
                    <a:pt x="5298396" y="1254181"/>
                  </a:lnTo>
                  <a:lnTo>
                    <a:pt x="5298521" y="1254181"/>
                  </a:lnTo>
                  <a:lnTo>
                    <a:pt x="5298646" y="1254181"/>
                  </a:lnTo>
                  <a:lnTo>
                    <a:pt x="5298771" y="1254181"/>
                  </a:lnTo>
                  <a:lnTo>
                    <a:pt x="5298896" y="1254181"/>
                  </a:lnTo>
                  <a:lnTo>
                    <a:pt x="5299021" y="1254181"/>
                  </a:lnTo>
                  <a:lnTo>
                    <a:pt x="5299146" y="1254181"/>
                  </a:lnTo>
                  <a:lnTo>
                    <a:pt x="5299271" y="1254181"/>
                  </a:lnTo>
                  <a:lnTo>
                    <a:pt x="5299396" y="1254181"/>
                  </a:lnTo>
                  <a:lnTo>
                    <a:pt x="5299521" y="1254181"/>
                  </a:lnTo>
                  <a:lnTo>
                    <a:pt x="5299646" y="1254181"/>
                  </a:lnTo>
                  <a:lnTo>
                    <a:pt x="5299771" y="1254181"/>
                  </a:lnTo>
                  <a:lnTo>
                    <a:pt x="5299896" y="1254181"/>
                  </a:lnTo>
                  <a:lnTo>
                    <a:pt x="5300021" y="1254181"/>
                  </a:lnTo>
                  <a:lnTo>
                    <a:pt x="5300146" y="1254181"/>
                  </a:lnTo>
                  <a:lnTo>
                    <a:pt x="5300271" y="1254181"/>
                  </a:lnTo>
                  <a:lnTo>
                    <a:pt x="5300396" y="1254181"/>
                  </a:lnTo>
                  <a:lnTo>
                    <a:pt x="5300521" y="1254181"/>
                  </a:lnTo>
                  <a:lnTo>
                    <a:pt x="5300646" y="1254181"/>
                  </a:lnTo>
                  <a:lnTo>
                    <a:pt x="5300646" y="1244227"/>
                  </a:lnTo>
                  <a:lnTo>
                    <a:pt x="5300772" y="1244227"/>
                  </a:lnTo>
                  <a:lnTo>
                    <a:pt x="5300897" y="1244227"/>
                  </a:lnTo>
                  <a:lnTo>
                    <a:pt x="5301022" y="1244227"/>
                  </a:lnTo>
                  <a:lnTo>
                    <a:pt x="5301147" y="1244227"/>
                  </a:lnTo>
                  <a:lnTo>
                    <a:pt x="5301272" y="1244227"/>
                  </a:lnTo>
                  <a:lnTo>
                    <a:pt x="5301397" y="1244227"/>
                  </a:lnTo>
                  <a:lnTo>
                    <a:pt x="5301522" y="1244227"/>
                  </a:lnTo>
                  <a:lnTo>
                    <a:pt x="5301647" y="1244227"/>
                  </a:lnTo>
                  <a:lnTo>
                    <a:pt x="5301772" y="1244227"/>
                  </a:lnTo>
                  <a:lnTo>
                    <a:pt x="5301897" y="1244227"/>
                  </a:lnTo>
                  <a:lnTo>
                    <a:pt x="5302022" y="1244227"/>
                  </a:lnTo>
                  <a:lnTo>
                    <a:pt x="5302147" y="1244227"/>
                  </a:lnTo>
                  <a:lnTo>
                    <a:pt x="5302272" y="1244227"/>
                  </a:lnTo>
                  <a:lnTo>
                    <a:pt x="5302397" y="1244227"/>
                  </a:lnTo>
                  <a:lnTo>
                    <a:pt x="5302522" y="1244227"/>
                  </a:lnTo>
                  <a:lnTo>
                    <a:pt x="5302647" y="1244227"/>
                  </a:lnTo>
                  <a:lnTo>
                    <a:pt x="5302772" y="1244227"/>
                  </a:lnTo>
                  <a:lnTo>
                    <a:pt x="5302897" y="1244227"/>
                  </a:lnTo>
                  <a:lnTo>
                    <a:pt x="5303022" y="1244227"/>
                  </a:lnTo>
                  <a:lnTo>
                    <a:pt x="5303147" y="1244227"/>
                  </a:lnTo>
                  <a:lnTo>
                    <a:pt x="5303272" y="1244227"/>
                  </a:lnTo>
                  <a:lnTo>
                    <a:pt x="5303397" y="1244227"/>
                  </a:lnTo>
                  <a:lnTo>
                    <a:pt x="5303522" y="1244227"/>
                  </a:lnTo>
                  <a:lnTo>
                    <a:pt x="5303647" y="1244227"/>
                  </a:lnTo>
                  <a:lnTo>
                    <a:pt x="5303773" y="1244227"/>
                  </a:lnTo>
                  <a:lnTo>
                    <a:pt x="5303898" y="1244227"/>
                  </a:lnTo>
                  <a:lnTo>
                    <a:pt x="5304023" y="1244227"/>
                  </a:lnTo>
                  <a:lnTo>
                    <a:pt x="5304148" y="1244227"/>
                  </a:lnTo>
                  <a:lnTo>
                    <a:pt x="5304273" y="1244227"/>
                  </a:lnTo>
                  <a:lnTo>
                    <a:pt x="5304398" y="1244227"/>
                  </a:lnTo>
                  <a:lnTo>
                    <a:pt x="5304523" y="1244227"/>
                  </a:lnTo>
                  <a:lnTo>
                    <a:pt x="5304648" y="1244227"/>
                  </a:lnTo>
                  <a:lnTo>
                    <a:pt x="5304773" y="1244227"/>
                  </a:lnTo>
                  <a:lnTo>
                    <a:pt x="5304898" y="1244227"/>
                  </a:lnTo>
                  <a:lnTo>
                    <a:pt x="5305023" y="1244227"/>
                  </a:lnTo>
                  <a:lnTo>
                    <a:pt x="5305148" y="1244227"/>
                  </a:lnTo>
                  <a:lnTo>
                    <a:pt x="5305273" y="1244227"/>
                  </a:lnTo>
                  <a:lnTo>
                    <a:pt x="5305398" y="1244227"/>
                  </a:lnTo>
                  <a:lnTo>
                    <a:pt x="5305523" y="1244227"/>
                  </a:lnTo>
                  <a:lnTo>
                    <a:pt x="5305648" y="1244227"/>
                  </a:lnTo>
                  <a:lnTo>
                    <a:pt x="5305773" y="1244227"/>
                  </a:lnTo>
                  <a:lnTo>
                    <a:pt x="5305898" y="1244227"/>
                  </a:lnTo>
                  <a:lnTo>
                    <a:pt x="5306023" y="1244227"/>
                  </a:lnTo>
                  <a:lnTo>
                    <a:pt x="5306148" y="1244227"/>
                  </a:lnTo>
                  <a:lnTo>
                    <a:pt x="5306273" y="1244227"/>
                  </a:lnTo>
                  <a:lnTo>
                    <a:pt x="5306398" y="1244227"/>
                  </a:lnTo>
                  <a:lnTo>
                    <a:pt x="5306523" y="1244227"/>
                  </a:lnTo>
                  <a:lnTo>
                    <a:pt x="5306648" y="1244227"/>
                  </a:lnTo>
                  <a:lnTo>
                    <a:pt x="5306774" y="1244227"/>
                  </a:lnTo>
                  <a:lnTo>
                    <a:pt x="5306899" y="1244227"/>
                  </a:lnTo>
                  <a:lnTo>
                    <a:pt x="5307024" y="1244227"/>
                  </a:lnTo>
                  <a:lnTo>
                    <a:pt x="5307149" y="1244227"/>
                  </a:lnTo>
                  <a:lnTo>
                    <a:pt x="5307274" y="1244227"/>
                  </a:lnTo>
                  <a:lnTo>
                    <a:pt x="5307399" y="1244227"/>
                  </a:lnTo>
                  <a:lnTo>
                    <a:pt x="5307524" y="1244227"/>
                  </a:lnTo>
                  <a:lnTo>
                    <a:pt x="5307649" y="1244227"/>
                  </a:lnTo>
                  <a:lnTo>
                    <a:pt x="5307774" y="1244227"/>
                  </a:lnTo>
                  <a:lnTo>
                    <a:pt x="5307899" y="1244227"/>
                  </a:lnTo>
                  <a:lnTo>
                    <a:pt x="5308024" y="1244227"/>
                  </a:lnTo>
                  <a:lnTo>
                    <a:pt x="5308149" y="1244227"/>
                  </a:lnTo>
                  <a:lnTo>
                    <a:pt x="5308274" y="1244227"/>
                  </a:lnTo>
                  <a:lnTo>
                    <a:pt x="5308399" y="1244227"/>
                  </a:lnTo>
                  <a:lnTo>
                    <a:pt x="5308524" y="1244227"/>
                  </a:lnTo>
                  <a:lnTo>
                    <a:pt x="5308649" y="1244227"/>
                  </a:lnTo>
                  <a:lnTo>
                    <a:pt x="5308774" y="1244227"/>
                  </a:lnTo>
                  <a:lnTo>
                    <a:pt x="5308899" y="1244227"/>
                  </a:lnTo>
                  <a:lnTo>
                    <a:pt x="5309024" y="1244227"/>
                  </a:lnTo>
                  <a:lnTo>
                    <a:pt x="5309149" y="1244227"/>
                  </a:lnTo>
                  <a:lnTo>
                    <a:pt x="5309274" y="1244227"/>
                  </a:lnTo>
                  <a:lnTo>
                    <a:pt x="5309399" y="1244227"/>
                  </a:lnTo>
                  <a:lnTo>
                    <a:pt x="5309524" y="1244227"/>
                  </a:lnTo>
                  <a:lnTo>
                    <a:pt x="5309649" y="1244227"/>
                  </a:lnTo>
                  <a:lnTo>
                    <a:pt x="5309775" y="1244227"/>
                  </a:lnTo>
                  <a:lnTo>
                    <a:pt x="5309900" y="1244227"/>
                  </a:lnTo>
                  <a:lnTo>
                    <a:pt x="5310025" y="1244227"/>
                  </a:lnTo>
                  <a:lnTo>
                    <a:pt x="5310150" y="1244227"/>
                  </a:lnTo>
                  <a:lnTo>
                    <a:pt x="5310275" y="1244227"/>
                  </a:lnTo>
                  <a:lnTo>
                    <a:pt x="5310400" y="1244227"/>
                  </a:lnTo>
                  <a:lnTo>
                    <a:pt x="5310525" y="1244227"/>
                  </a:lnTo>
                  <a:lnTo>
                    <a:pt x="5310650" y="1244227"/>
                  </a:lnTo>
                  <a:lnTo>
                    <a:pt x="5310775" y="1244227"/>
                  </a:lnTo>
                  <a:lnTo>
                    <a:pt x="5310900" y="1244227"/>
                  </a:lnTo>
                  <a:lnTo>
                    <a:pt x="5311025" y="1244227"/>
                  </a:lnTo>
                  <a:lnTo>
                    <a:pt x="5311150" y="1244227"/>
                  </a:lnTo>
                  <a:lnTo>
                    <a:pt x="5311275" y="1244227"/>
                  </a:lnTo>
                  <a:lnTo>
                    <a:pt x="5311400" y="1244227"/>
                  </a:lnTo>
                  <a:lnTo>
                    <a:pt x="5311525" y="1244227"/>
                  </a:lnTo>
                  <a:lnTo>
                    <a:pt x="5311650" y="1244227"/>
                  </a:lnTo>
                  <a:lnTo>
                    <a:pt x="5311775" y="1244227"/>
                  </a:lnTo>
                  <a:lnTo>
                    <a:pt x="5311900" y="1244227"/>
                  </a:lnTo>
                  <a:lnTo>
                    <a:pt x="5312025" y="1244227"/>
                  </a:lnTo>
                  <a:lnTo>
                    <a:pt x="5312150" y="1244227"/>
                  </a:lnTo>
                  <a:lnTo>
                    <a:pt x="5312275" y="1244227"/>
                  </a:lnTo>
                  <a:lnTo>
                    <a:pt x="5312400" y="1244227"/>
                  </a:lnTo>
                  <a:lnTo>
                    <a:pt x="5312525" y="1244227"/>
                  </a:lnTo>
                  <a:lnTo>
                    <a:pt x="5312650" y="1244227"/>
                  </a:lnTo>
                  <a:lnTo>
                    <a:pt x="5312776" y="1244227"/>
                  </a:lnTo>
                  <a:lnTo>
                    <a:pt x="5312901" y="1244227"/>
                  </a:lnTo>
                  <a:lnTo>
                    <a:pt x="5313026" y="1244227"/>
                  </a:lnTo>
                  <a:lnTo>
                    <a:pt x="5313151" y="1244227"/>
                  </a:lnTo>
                  <a:lnTo>
                    <a:pt x="5313276" y="1244227"/>
                  </a:lnTo>
                  <a:lnTo>
                    <a:pt x="5313401" y="1244227"/>
                  </a:lnTo>
                  <a:lnTo>
                    <a:pt x="5313526" y="1244227"/>
                  </a:lnTo>
                  <a:lnTo>
                    <a:pt x="5313651" y="1244227"/>
                  </a:lnTo>
                  <a:lnTo>
                    <a:pt x="5313776" y="1244227"/>
                  </a:lnTo>
                  <a:lnTo>
                    <a:pt x="5313901" y="1244227"/>
                  </a:lnTo>
                  <a:lnTo>
                    <a:pt x="5314026" y="1244227"/>
                  </a:lnTo>
                  <a:lnTo>
                    <a:pt x="5314151" y="1244227"/>
                  </a:lnTo>
                  <a:lnTo>
                    <a:pt x="5314276" y="1244227"/>
                  </a:lnTo>
                  <a:lnTo>
                    <a:pt x="5314401" y="1244227"/>
                  </a:lnTo>
                  <a:lnTo>
                    <a:pt x="5314526" y="1244227"/>
                  </a:lnTo>
                  <a:lnTo>
                    <a:pt x="5314651" y="1244227"/>
                  </a:lnTo>
                  <a:lnTo>
                    <a:pt x="5314776" y="1244227"/>
                  </a:lnTo>
                  <a:lnTo>
                    <a:pt x="5314901" y="1244227"/>
                  </a:lnTo>
                  <a:lnTo>
                    <a:pt x="5315026" y="1244227"/>
                  </a:lnTo>
                  <a:lnTo>
                    <a:pt x="5315151" y="1244227"/>
                  </a:lnTo>
                  <a:lnTo>
                    <a:pt x="5315276" y="1244227"/>
                  </a:lnTo>
                  <a:lnTo>
                    <a:pt x="5315401" y="1244227"/>
                  </a:lnTo>
                  <a:lnTo>
                    <a:pt x="5315526" y="1244227"/>
                  </a:lnTo>
                  <a:lnTo>
                    <a:pt x="5315651" y="1244227"/>
                  </a:lnTo>
                  <a:lnTo>
                    <a:pt x="5315777" y="1244227"/>
                  </a:lnTo>
                  <a:lnTo>
                    <a:pt x="5315902" y="1244227"/>
                  </a:lnTo>
                  <a:lnTo>
                    <a:pt x="5316027" y="1244227"/>
                  </a:lnTo>
                  <a:lnTo>
                    <a:pt x="5316152" y="1244227"/>
                  </a:lnTo>
                  <a:lnTo>
                    <a:pt x="5316277" y="1244227"/>
                  </a:lnTo>
                  <a:lnTo>
                    <a:pt x="5316402" y="1244227"/>
                  </a:lnTo>
                  <a:lnTo>
                    <a:pt x="5316527" y="1244227"/>
                  </a:lnTo>
                  <a:lnTo>
                    <a:pt x="5316652" y="1244227"/>
                  </a:lnTo>
                  <a:lnTo>
                    <a:pt x="5316777" y="1244227"/>
                  </a:lnTo>
                  <a:lnTo>
                    <a:pt x="5316902" y="1244227"/>
                  </a:lnTo>
                  <a:lnTo>
                    <a:pt x="5317027" y="1244227"/>
                  </a:lnTo>
                  <a:lnTo>
                    <a:pt x="5317152" y="1244227"/>
                  </a:lnTo>
                  <a:lnTo>
                    <a:pt x="5317277" y="1244227"/>
                  </a:lnTo>
                  <a:lnTo>
                    <a:pt x="5317402" y="1244227"/>
                  </a:lnTo>
                  <a:lnTo>
                    <a:pt x="5317527" y="1244227"/>
                  </a:lnTo>
                  <a:lnTo>
                    <a:pt x="5317652" y="1244227"/>
                  </a:lnTo>
                  <a:lnTo>
                    <a:pt x="5317777" y="1244227"/>
                  </a:lnTo>
                  <a:lnTo>
                    <a:pt x="5317902" y="1244227"/>
                  </a:lnTo>
                  <a:lnTo>
                    <a:pt x="5318027" y="1244227"/>
                  </a:lnTo>
                  <a:lnTo>
                    <a:pt x="5318152" y="1244227"/>
                  </a:lnTo>
                  <a:lnTo>
                    <a:pt x="5318277" y="1244227"/>
                  </a:lnTo>
                  <a:lnTo>
                    <a:pt x="5318402" y="1244227"/>
                  </a:lnTo>
                  <a:lnTo>
                    <a:pt x="5318527" y="1244227"/>
                  </a:lnTo>
                  <a:lnTo>
                    <a:pt x="5318653" y="1244227"/>
                  </a:lnTo>
                  <a:lnTo>
                    <a:pt x="5318778" y="1244227"/>
                  </a:lnTo>
                  <a:lnTo>
                    <a:pt x="5318903" y="1244227"/>
                  </a:lnTo>
                  <a:lnTo>
                    <a:pt x="5319028" y="1244227"/>
                  </a:lnTo>
                  <a:lnTo>
                    <a:pt x="5319153" y="1244227"/>
                  </a:lnTo>
                  <a:lnTo>
                    <a:pt x="5319278" y="1244227"/>
                  </a:lnTo>
                  <a:lnTo>
                    <a:pt x="5319403" y="1244227"/>
                  </a:lnTo>
                  <a:lnTo>
                    <a:pt x="5319528" y="1244227"/>
                  </a:lnTo>
                  <a:lnTo>
                    <a:pt x="5319653" y="1244227"/>
                  </a:lnTo>
                  <a:lnTo>
                    <a:pt x="5319778" y="1244227"/>
                  </a:lnTo>
                  <a:lnTo>
                    <a:pt x="5319903" y="1244227"/>
                  </a:lnTo>
                  <a:lnTo>
                    <a:pt x="5320028" y="1244227"/>
                  </a:lnTo>
                  <a:lnTo>
                    <a:pt x="5320153" y="1244227"/>
                  </a:lnTo>
                  <a:lnTo>
                    <a:pt x="5320278" y="1244227"/>
                  </a:lnTo>
                  <a:lnTo>
                    <a:pt x="5320403" y="1244227"/>
                  </a:lnTo>
                  <a:lnTo>
                    <a:pt x="5320528" y="1244227"/>
                  </a:lnTo>
                  <a:lnTo>
                    <a:pt x="5320653" y="1244227"/>
                  </a:lnTo>
                  <a:lnTo>
                    <a:pt x="5320778" y="1244227"/>
                  </a:lnTo>
                  <a:lnTo>
                    <a:pt x="5320903" y="1244227"/>
                  </a:lnTo>
                  <a:lnTo>
                    <a:pt x="5321028" y="1244227"/>
                  </a:lnTo>
                  <a:lnTo>
                    <a:pt x="5321153" y="1244227"/>
                  </a:lnTo>
                  <a:lnTo>
                    <a:pt x="5321278" y="1244227"/>
                  </a:lnTo>
                  <a:lnTo>
                    <a:pt x="5321403" y="1244227"/>
                  </a:lnTo>
                  <a:lnTo>
                    <a:pt x="5321528" y="1244227"/>
                  </a:lnTo>
                  <a:lnTo>
                    <a:pt x="5321654" y="1244227"/>
                  </a:lnTo>
                  <a:lnTo>
                    <a:pt x="5321779" y="1244227"/>
                  </a:lnTo>
                  <a:lnTo>
                    <a:pt x="5321904" y="1244227"/>
                  </a:lnTo>
                  <a:lnTo>
                    <a:pt x="5322029" y="1244227"/>
                  </a:lnTo>
                  <a:lnTo>
                    <a:pt x="5322154" y="1244227"/>
                  </a:lnTo>
                  <a:lnTo>
                    <a:pt x="5322279" y="1244227"/>
                  </a:lnTo>
                  <a:lnTo>
                    <a:pt x="5322404" y="1244227"/>
                  </a:lnTo>
                  <a:lnTo>
                    <a:pt x="5322529" y="1244227"/>
                  </a:lnTo>
                  <a:lnTo>
                    <a:pt x="5322654" y="1244227"/>
                  </a:lnTo>
                  <a:lnTo>
                    <a:pt x="5322779" y="1244227"/>
                  </a:lnTo>
                  <a:lnTo>
                    <a:pt x="5322904" y="1244227"/>
                  </a:lnTo>
                  <a:lnTo>
                    <a:pt x="5323029" y="1244227"/>
                  </a:lnTo>
                  <a:lnTo>
                    <a:pt x="5323154" y="1244227"/>
                  </a:lnTo>
                  <a:lnTo>
                    <a:pt x="5323279" y="1244227"/>
                  </a:lnTo>
                  <a:lnTo>
                    <a:pt x="5323404" y="1244227"/>
                  </a:lnTo>
                  <a:lnTo>
                    <a:pt x="5323529" y="1244227"/>
                  </a:lnTo>
                  <a:lnTo>
                    <a:pt x="5323654" y="1244227"/>
                  </a:lnTo>
                  <a:lnTo>
                    <a:pt x="5323779" y="1244227"/>
                  </a:lnTo>
                  <a:lnTo>
                    <a:pt x="5323904" y="1244227"/>
                  </a:lnTo>
                  <a:lnTo>
                    <a:pt x="5324029" y="1244227"/>
                  </a:lnTo>
                  <a:lnTo>
                    <a:pt x="5324154" y="1244227"/>
                  </a:lnTo>
                  <a:lnTo>
                    <a:pt x="5324279" y="1244227"/>
                  </a:lnTo>
                  <a:lnTo>
                    <a:pt x="5324404" y="1244227"/>
                  </a:lnTo>
                  <a:lnTo>
                    <a:pt x="5324529" y="1244227"/>
                  </a:lnTo>
                  <a:lnTo>
                    <a:pt x="5324655" y="1244227"/>
                  </a:lnTo>
                  <a:lnTo>
                    <a:pt x="5324780" y="1244227"/>
                  </a:lnTo>
                  <a:lnTo>
                    <a:pt x="5324905" y="1244227"/>
                  </a:lnTo>
                  <a:lnTo>
                    <a:pt x="5325030" y="1244227"/>
                  </a:lnTo>
                  <a:lnTo>
                    <a:pt x="5325155" y="1244227"/>
                  </a:lnTo>
                  <a:lnTo>
                    <a:pt x="5325280" y="1244227"/>
                  </a:lnTo>
                  <a:lnTo>
                    <a:pt x="5325405" y="1244227"/>
                  </a:lnTo>
                  <a:lnTo>
                    <a:pt x="5325530" y="1244227"/>
                  </a:lnTo>
                  <a:lnTo>
                    <a:pt x="5325655" y="1244227"/>
                  </a:lnTo>
                  <a:lnTo>
                    <a:pt x="5325780" y="1244227"/>
                  </a:lnTo>
                  <a:lnTo>
                    <a:pt x="5325905" y="1244227"/>
                  </a:lnTo>
                  <a:lnTo>
                    <a:pt x="5326030" y="1244227"/>
                  </a:lnTo>
                  <a:lnTo>
                    <a:pt x="5326155" y="1244227"/>
                  </a:lnTo>
                  <a:lnTo>
                    <a:pt x="5326280" y="1244227"/>
                  </a:lnTo>
                  <a:lnTo>
                    <a:pt x="5326405" y="1244227"/>
                  </a:lnTo>
                  <a:lnTo>
                    <a:pt x="5326530" y="1244227"/>
                  </a:lnTo>
                  <a:lnTo>
                    <a:pt x="5326655" y="1244227"/>
                  </a:lnTo>
                  <a:lnTo>
                    <a:pt x="5326780" y="1244227"/>
                  </a:lnTo>
                  <a:lnTo>
                    <a:pt x="5326905" y="1244227"/>
                  </a:lnTo>
                  <a:lnTo>
                    <a:pt x="5327030" y="1244227"/>
                  </a:lnTo>
                  <a:lnTo>
                    <a:pt x="5327155" y="1244227"/>
                  </a:lnTo>
                  <a:lnTo>
                    <a:pt x="5327280" y="1244227"/>
                  </a:lnTo>
                  <a:lnTo>
                    <a:pt x="5327405" y="1244227"/>
                  </a:lnTo>
                  <a:lnTo>
                    <a:pt x="5327530" y="1244227"/>
                  </a:lnTo>
                  <a:lnTo>
                    <a:pt x="5327656" y="1244227"/>
                  </a:lnTo>
                  <a:lnTo>
                    <a:pt x="5327781" y="1244227"/>
                  </a:lnTo>
                  <a:lnTo>
                    <a:pt x="5327906" y="1244227"/>
                  </a:lnTo>
                  <a:lnTo>
                    <a:pt x="5328031" y="1244227"/>
                  </a:lnTo>
                  <a:lnTo>
                    <a:pt x="5328156" y="1244227"/>
                  </a:lnTo>
                  <a:lnTo>
                    <a:pt x="5328281" y="1244227"/>
                  </a:lnTo>
                  <a:lnTo>
                    <a:pt x="5328406" y="1244227"/>
                  </a:lnTo>
                  <a:lnTo>
                    <a:pt x="5328531" y="1244227"/>
                  </a:lnTo>
                  <a:lnTo>
                    <a:pt x="5328656" y="1244227"/>
                  </a:lnTo>
                  <a:lnTo>
                    <a:pt x="5328781" y="1244227"/>
                  </a:lnTo>
                  <a:lnTo>
                    <a:pt x="5328906" y="1244227"/>
                  </a:lnTo>
                  <a:lnTo>
                    <a:pt x="5329031" y="1244227"/>
                  </a:lnTo>
                  <a:lnTo>
                    <a:pt x="5329156" y="1244227"/>
                  </a:lnTo>
                  <a:lnTo>
                    <a:pt x="5329281" y="1244227"/>
                  </a:lnTo>
                  <a:lnTo>
                    <a:pt x="5329406" y="1244227"/>
                  </a:lnTo>
                  <a:lnTo>
                    <a:pt x="5329531" y="1244227"/>
                  </a:lnTo>
                  <a:lnTo>
                    <a:pt x="5329656" y="1244227"/>
                  </a:lnTo>
                  <a:lnTo>
                    <a:pt x="5329781" y="1244227"/>
                  </a:lnTo>
                  <a:lnTo>
                    <a:pt x="5329906" y="1244227"/>
                  </a:lnTo>
                  <a:lnTo>
                    <a:pt x="5330031" y="1244227"/>
                  </a:lnTo>
                  <a:lnTo>
                    <a:pt x="5330156" y="1244227"/>
                  </a:lnTo>
                  <a:lnTo>
                    <a:pt x="5330281" y="1244227"/>
                  </a:lnTo>
                  <a:lnTo>
                    <a:pt x="5330406" y="1244227"/>
                  </a:lnTo>
                  <a:lnTo>
                    <a:pt x="5330531" y="1244227"/>
                  </a:lnTo>
                  <a:lnTo>
                    <a:pt x="5330657" y="1244227"/>
                  </a:lnTo>
                  <a:lnTo>
                    <a:pt x="5330782" y="1244227"/>
                  </a:lnTo>
                  <a:lnTo>
                    <a:pt x="5330907" y="1244227"/>
                  </a:lnTo>
                  <a:lnTo>
                    <a:pt x="5331032" y="1244227"/>
                  </a:lnTo>
                  <a:lnTo>
                    <a:pt x="5331157" y="1244227"/>
                  </a:lnTo>
                  <a:lnTo>
                    <a:pt x="5331282" y="1244227"/>
                  </a:lnTo>
                  <a:lnTo>
                    <a:pt x="5331407" y="1244227"/>
                  </a:lnTo>
                  <a:lnTo>
                    <a:pt x="5331532" y="1244227"/>
                  </a:lnTo>
                  <a:lnTo>
                    <a:pt x="5331657" y="1244227"/>
                  </a:lnTo>
                  <a:lnTo>
                    <a:pt x="5331782" y="1244227"/>
                  </a:lnTo>
                  <a:lnTo>
                    <a:pt x="5331907" y="1244227"/>
                  </a:lnTo>
                  <a:lnTo>
                    <a:pt x="5332032" y="1244227"/>
                  </a:lnTo>
                  <a:lnTo>
                    <a:pt x="5332157" y="1244227"/>
                  </a:lnTo>
                  <a:lnTo>
                    <a:pt x="5332282" y="1244227"/>
                  </a:lnTo>
                  <a:lnTo>
                    <a:pt x="5332407" y="1244227"/>
                  </a:lnTo>
                  <a:lnTo>
                    <a:pt x="5332532" y="1244227"/>
                  </a:lnTo>
                  <a:lnTo>
                    <a:pt x="5332657" y="1244227"/>
                  </a:lnTo>
                  <a:lnTo>
                    <a:pt x="5332782" y="1244227"/>
                  </a:lnTo>
                  <a:lnTo>
                    <a:pt x="5332907" y="1244227"/>
                  </a:lnTo>
                  <a:lnTo>
                    <a:pt x="5333032" y="1244227"/>
                  </a:lnTo>
                  <a:lnTo>
                    <a:pt x="5333157" y="1244227"/>
                  </a:lnTo>
                  <a:lnTo>
                    <a:pt x="5333282" y="1244227"/>
                  </a:lnTo>
                  <a:lnTo>
                    <a:pt x="5333407" y="1244227"/>
                  </a:lnTo>
                  <a:lnTo>
                    <a:pt x="5333532" y="1244227"/>
                  </a:lnTo>
                  <a:lnTo>
                    <a:pt x="5333658" y="1244227"/>
                  </a:lnTo>
                  <a:lnTo>
                    <a:pt x="5333783" y="1244227"/>
                  </a:lnTo>
                  <a:lnTo>
                    <a:pt x="5333908" y="1244227"/>
                  </a:lnTo>
                  <a:lnTo>
                    <a:pt x="5334033" y="1244227"/>
                  </a:lnTo>
                  <a:lnTo>
                    <a:pt x="5334158" y="1244227"/>
                  </a:lnTo>
                  <a:lnTo>
                    <a:pt x="5334283" y="1244227"/>
                  </a:lnTo>
                  <a:lnTo>
                    <a:pt x="5334408" y="1244227"/>
                  </a:lnTo>
                  <a:lnTo>
                    <a:pt x="5334533" y="1244227"/>
                  </a:lnTo>
                  <a:lnTo>
                    <a:pt x="5334658" y="1244227"/>
                  </a:lnTo>
                  <a:lnTo>
                    <a:pt x="5334783" y="1244227"/>
                  </a:lnTo>
                  <a:lnTo>
                    <a:pt x="5334908" y="1244227"/>
                  </a:lnTo>
                  <a:lnTo>
                    <a:pt x="5335033" y="1244227"/>
                  </a:lnTo>
                  <a:lnTo>
                    <a:pt x="5335158" y="1244227"/>
                  </a:lnTo>
                  <a:lnTo>
                    <a:pt x="5335283" y="1244227"/>
                  </a:lnTo>
                  <a:lnTo>
                    <a:pt x="5335408" y="1244227"/>
                  </a:lnTo>
                  <a:lnTo>
                    <a:pt x="5335533" y="1244227"/>
                  </a:lnTo>
                  <a:lnTo>
                    <a:pt x="5335658" y="1244227"/>
                  </a:lnTo>
                  <a:lnTo>
                    <a:pt x="5335783" y="1244227"/>
                  </a:lnTo>
                  <a:lnTo>
                    <a:pt x="5335908" y="1244227"/>
                  </a:lnTo>
                  <a:lnTo>
                    <a:pt x="5336033" y="1244227"/>
                  </a:lnTo>
                  <a:lnTo>
                    <a:pt x="5336158" y="1244227"/>
                  </a:lnTo>
                  <a:lnTo>
                    <a:pt x="5336283" y="1244227"/>
                  </a:lnTo>
                  <a:lnTo>
                    <a:pt x="5336408" y="1244227"/>
                  </a:lnTo>
                  <a:lnTo>
                    <a:pt x="5336533" y="1244227"/>
                  </a:lnTo>
                  <a:lnTo>
                    <a:pt x="5336659" y="1244227"/>
                  </a:lnTo>
                  <a:lnTo>
                    <a:pt x="5336784" y="1244227"/>
                  </a:lnTo>
                  <a:lnTo>
                    <a:pt x="5336909" y="1244227"/>
                  </a:lnTo>
                  <a:lnTo>
                    <a:pt x="5337034" y="1244227"/>
                  </a:lnTo>
                  <a:lnTo>
                    <a:pt x="5337159" y="1244227"/>
                  </a:lnTo>
                  <a:lnTo>
                    <a:pt x="5337284" y="1244227"/>
                  </a:lnTo>
                  <a:lnTo>
                    <a:pt x="5337409" y="1244227"/>
                  </a:lnTo>
                  <a:lnTo>
                    <a:pt x="5337534" y="1244227"/>
                  </a:lnTo>
                  <a:lnTo>
                    <a:pt x="5337659" y="1244227"/>
                  </a:lnTo>
                  <a:lnTo>
                    <a:pt x="5337784" y="1244227"/>
                  </a:lnTo>
                  <a:lnTo>
                    <a:pt x="5337909" y="1244227"/>
                  </a:lnTo>
                  <a:lnTo>
                    <a:pt x="5338034" y="1244227"/>
                  </a:lnTo>
                  <a:lnTo>
                    <a:pt x="5338159" y="1244227"/>
                  </a:lnTo>
                  <a:lnTo>
                    <a:pt x="5338284" y="1244227"/>
                  </a:lnTo>
                  <a:lnTo>
                    <a:pt x="5338409" y="1244227"/>
                  </a:lnTo>
                  <a:lnTo>
                    <a:pt x="5338534" y="1244227"/>
                  </a:lnTo>
                  <a:lnTo>
                    <a:pt x="5338659" y="1244227"/>
                  </a:lnTo>
                  <a:lnTo>
                    <a:pt x="5338784" y="1244227"/>
                  </a:lnTo>
                  <a:lnTo>
                    <a:pt x="5338909" y="1244227"/>
                  </a:lnTo>
                  <a:lnTo>
                    <a:pt x="5339034" y="1244227"/>
                  </a:lnTo>
                  <a:lnTo>
                    <a:pt x="5339159" y="1244227"/>
                  </a:lnTo>
                  <a:lnTo>
                    <a:pt x="5339284" y="1244227"/>
                  </a:lnTo>
                  <a:lnTo>
                    <a:pt x="5339409" y="1244227"/>
                  </a:lnTo>
                  <a:lnTo>
                    <a:pt x="5339534" y="1244227"/>
                  </a:lnTo>
                  <a:lnTo>
                    <a:pt x="5339660" y="1244227"/>
                  </a:lnTo>
                  <a:lnTo>
                    <a:pt x="5339785" y="1244227"/>
                  </a:lnTo>
                  <a:lnTo>
                    <a:pt x="5339910" y="1244227"/>
                  </a:lnTo>
                  <a:lnTo>
                    <a:pt x="5340035" y="1244227"/>
                  </a:lnTo>
                  <a:lnTo>
                    <a:pt x="5340160" y="1244227"/>
                  </a:lnTo>
                  <a:lnTo>
                    <a:pt x="5340285" y="1244227"/>
                  </a:lnTo>
                  <a:lnTo>
                    <a:pt x="5340410" y="1244227"/>
                  </a:lnTo>
                  <a:lnTo>
                    <a:pt x="5340535" y="1244227"/>
                  </a:lnTo>
                  <a:lnTo>
                    <a:pt x="5340660" y="1244227"/>
                  </a:lnTo>
                  <a:lnTo>
                    <a:pt x="5340785" y="1244227"/>
                  </a:lnTo>
                  <a:lnTo>
                    <a:pt x="5340910" y="1244227"/>
                  </a:lnTo>
                  <a:lnTo>
                    <a:pt x="5341035" y="1244227"/>
                  </a:lnTo>
                  <a:lnTo>
                    <a:pt x="5341160" y="1244227"/>
                  </a:lnTo>
                  <a:lnTo>
                    <a:pt x="5341285" y="1244227"/>
                  </a:lnTo>
                  <a:lnTo>
                    <a:pt x="5341410" y="1244227"/>
                  </a:lnTo>
                  <a:lnTo>
                    <a:pt x="5341535" y="1244227"/>
                  </a:lnTo>
                  <a:lnTo>
                    <a:pt x="5341660" y="1244227"/>
                  </a:lnTo>
                  <a:lnTo>
                    <a:pt x="5341785" y="1244227"/>
                  </a:lnTo>
                  <a:lnTo>
                    <a:pt x="5341910" y="1244227"/>
                  </a:lnTo>
                  <a:lnTo>
                    <a:pt x="5342035" y="1244227"/>
                  </a:lnTo>
                  <a:lnTo>
                    <a:pt x="5342160" y="1244227"/>
                  </a:lnTo>
                  <a:lnTo>
                    <a:pt x="5342285" y="1244227"/>
                  </a:lnTo>
                  <a:lnTo>
                    <a:pt x="5342410" y="1244227"/>
                  </a:lnTo>
                  <a:lnTo>
                    <a:pt x="5342535" y="1244227"/>
                  </a:lnTo>
                  <a:lnTo>
                    <a:pt x="5342661" y="1244227"/>
                  </a:lnTo>
                  <a:lnTo>
                    <a:pt x="5342786" y="1244227"/>
                  </a:lnTo>
                  <a:lnTo>
                    <a:pt x="5342911" y="1244227"/>
                  </a:lnTo>
                  <a:lnTo>
                    <a:pt x="5343036" y="1244227"/>
                  </a:lnTo>
                  <a:lnTo>
                    <a:pt x="5343161" y="1244227"/>
                  </a:lnTo>
                  <a:lnTo>
                    <a:pt x="5343286" y="1244227"/>
                  </a:lnTo>
                  <a:lnTo>
                    <a:pt x="5343411" y="1244227"/>
                  </a:lnTo>
                  <a:lnTo>
                    <a:pt x="5343536" y="1244227"/>
                  </a:lnTo>
                  <a:lnTo>
                    <a:pt x="5343661" y="1244227"/>
                  </a:lnTo>
                  <a:lnTo>
                    <a:pt x="5343786" y="1244227"/>
                  </a:lnTo>
                  <a:lnTo>
                    <a:pt x="5343911" y="1244227"/>
                  </a:lnTo>
                  <a:lnTo>
                    <a:pt x="5344036" y="1244227"/>
                  </a:lnTo>
                  <a:lnTo>
                    <a:pt x="5344161" y="1244227"/>
                  </a:lnTo>
                  <a:lnTo>
                    <a:pt x="5344286" y="1244227"/>
                  </a:lnTo>
                  <a:lnTo>
                    <a:pt x="5344411" y="1244227"/>
                  </a:lnTo>
                  <a:lnTo>
                    <a:pt x="5344536" y="1244227"/>
                  </a:lnTo>
                  <a:lnTo>
                    <a:pt x="5344661" y="1244227"/>
                  </a:lnTo>
                  <a:lnTo>
                    <a:pt x="5344786" y="1244227"/>
                  </a:lnTo>
                  <a:lnTo>
                    <a:pt x="5344911" y="1244227"/>
                  </a:lnTo>
                  <a:lnTo>
                    <a:pt x="5345036" y="1244227"/>
                  </a:lnTo>
                  <a:lnTo>
                    <a:pt x="5345161" y="1244227"/>
                  </a:lnTo>
                  <a:lnTo>
                    <a:pt x="5345286" y="1244227"/>
                  </a:lnTo>
                  <a:lnTo>
                    <a:pt x="5345411" y="1244227"/>
                  </a:lnTo>
                  <a:lnTo>
                    <a:pt x="5345536" y="1244227"/>
                  </a:lnTo>
                  <a:lnTo>
                    <a:pt x="5345662" y="1244227"/>
                  </a:lnTo>
                  <a:lnTo>
                    <a:pt x="5345787" y="1244227"/>
                  </a:lnTo>
                  <a:lnTo>
                    <a:pt x="5345912" y="1244227"/>
                  </a:lnTo>
                  <a:lnTo>
                    <a:pt x="5346037" y="1244227"/>
                  </a:lnTo>
                  <a:lnTo>
                    <a:pt x="5346162" y="1244227"/>
                  </a:lnTo>
                  <a:lnTo>
                    <a:pt x="5346287" y="1244227"/>
                  </a:lnTo>
                  <a:lnTo>
                    <a:pt x="5346412" y="1244227"/>
                  </a:lnTo>
                  <a:lnTo>
                    <a:pt x="5346537" y="1244227"/>
                  </a:lnTo>
                  <a:lnTo>
                    <a:pt x="5346662" y="1244227"/>
                  </a:lnTo>
                  <a:lnTo>
                    <a:pt x="5346787" y="1244227"/>
                  </a:lnTo>
                  <a:lnTo>
                    <a:pt x="5346912" y="1244227"/>
                  </a:lnTo>
                  <a:lnTo>
                    <a:pt x="5347037" y="1244227"/>
                  </a:lnTo>
                  <a:lnTo>
                    <a:pt x="5347162" y="1244227"/>
                  </a:lnTo>
                  <a:lnTo>
                    <a:pt x="5347287" y="1244227"/>
                  </a:lnTo>
                  <a:lnTo>
                    <a:pt x="5347412" y="1244227"/>
                  </a:lnTo>
                  <a:lnTo>
                    <a:pt x="5347537" y="1244227"/>
                  </a:lnTo>
                  <a:lnTo>
                    <a:pt x="5347662" y="1244227"/>
                  </a:lnTo>
                  <a:lnTo>
                    <a:pt x="5347787" y="1244227"/>
                  </a:lnTo>
                  <a:lnTo>
                    <a:pt x="5347912" y="1244227"/>
                  </a:lnTo>
                  <a:lnTo>
                    <a:pt x="5348037" y="1244227"/>
                  </a:lnTo>
                  <a:lnTo>
                    <a:pt x="5348162" y="1244227"/>
                  </a:lnTo>
                  <a:lnTo>
                    <a:pt x="5348287" y="1244227"/>
                  </a:lnTo>
                  <a:lnTo>
                    <a:pt x="5348412" y="1244227"/>
                  </a:lnTo>
                  <a:lnTo>
                    <a:pt x="5348537" y="1244227"/>
                  </a:lnTo>
                  <a:lnTo>
                    <a:pt x="5348663" y="1244227"/>
                  </a:lnTo>
                  <a:lnTo>
                    <a:pt x="5348788" y="1244227"/>
                  </a:lnTo>
                  <a:lnTo>
                    <a:pt x="5348913" y="1244227"/>
                  </a:lnTo>
                  <a:lnTo>
                    <a:pt x="5349038" y="1244227"/>
                  </a:lnTo>
                  <a:lnTo>
                    <a:pt x="5349163" y="1244227"/>
                  </a:lnTo>
                  <a:lnTo>
                    <a:pt x="5349288" y="1244227"/>
                  </a:lnTo>
                  <a:lnTo>
                    <a:pt x="5349413" y="1244227"/>
                  </a:lnTo>
                  <a:lnTo>
                    <a:pt x="5349538" y="1244227"/>
                  </a:lnTo>
                  <a:lnTo>
                    <a:pt x="5349663" y="1244227"/>
                  </a:lnTo>
                  <a:lnTo>
                    <a:pt x="5349788" y="1244227"/>
                  </a:lnTo>
                  <a:lnTo>
                    <a:pt x="5349913" y="1244227"/>
                  </a:lnTo>
                  <a:lnTo>
                    <a:pt x="5350038" y="1244227"/>
                  </a:lnTo>
                  <a:lnTo>
                    <a:pt x="5350163" y="1244227"/>
                  </a:lnTo>
                  <a:lnTo>
                    <a:pt x="5350288" y="1244227"/>
                  </a:lnTo>
                  <a:lnTo>
                    <a:pt x="5350413" y="1244227"/>
                  </a:lnTo>
                  <a:lnTo>
                    <a:pt x="5350538" y="1244227"/>
                  </a:lnTo>
                  <a:lnTo>
                    <a:pt x="5350663" y="1244227"/>
                  </a:lnTo>
                  <a:lnTo>
                    <a:pt x="5350788" y="1244227"/>
                  </a:lnTo>
                  <a:lnTo>
                    <a:pt x="5350913" y="1244227"/>
                  </a:lnTo>
                  <a:lnTo>
                    <a:pt x="5351038" y="1244227"/>
                  </a:lnTo>
                  <a:lnTo>
                    <a:pt x="5351163" y="1244227"/>
                  </a:lnTo>
                  <a:lnTo>
                    <a:pt x="5351288" y="1244227"/>
                  </a:lnTo>
                  <a:lnTo>
                    <a:pt x="5351413" y="1244227"/>
                  </a:lnTo>
                  <a:lnTo>
                    <a:pt x="5351538" y="1244227"/>
                  </a:lnTo>
                  <a:lnTo>
                    <a:pt x="5351664" y="1244227"/>
                  </a:lnTo>
                  <a:lnTo>
                    <a:pt x="5351789" y="1244227"/>
                  </a:lnTo>
                  <a:lnTo>
                    <a:pt x="5351914" y="1244227"/>
                  </a:lnTo>
                  <a:lnTo>
                    <a:pt x="5352039" y="1244227"/>
                  </a:lnTo>
                  <a:lnTo>
                    <a:pt x="5352164" y="1244227"/>
                  </a:lnTo>
                  <a:lnTo>
                    <a:pt x="5352289" y="1244227"/>
                  </a:lnTo>
                  <a:lnTo>
                    <a:pt x="5352414" y="1244227"/>
                  </a:lnTo>
                  <a:lnTo>
                    <a:pt x="5352539" y="1244227"/>
                  </a:lnTo>
                  <a:lnTo>
                    <a:pt x="5352664" y="1244227"/>
                  </a:lnTo>
                  <a:lnTo>
                    <a:pt x="5352789" y="1244227"/>
                  </a:lnTo>
                  <a:lnTo>
                    <a:pt x="5352914" y="1244227"/>
                  </a:lnTo>
                  <a:lnTo>
                    <a:pt x="5353039" y="1244227"/>
                  </a:lnTo>
                  <a:lnTo>
                    <a:pt x="5353164" y="1244227"/>
                  </a:lnTo>
                  <a:lnTo>
                    <a:pt x="5353289" y="1244227"/>
                  </a:lnTo>
                  <a:lnTo>
                    <a:pt x="5353414" y="1244227"/>
                  </a:lnTo>
                  <a:lnTo>
                    <a:pt x="5353539" y="1244227"/>
                  </a:lnTo>
                  <a:lnTo>
                    <a:pt x="5353664" y="1244227"/>
                  </a:lnTo>
                  <a:lnTo>
                    <a:pt x="5353789" y="1244227"/>
                  </a:lnTo>
                  <a:lnTo>
                    <a:pt x="5353914" y="1244227"/>
                  </a:lnTo>
                  <a:lnTo>
                    <a:pt x="5354039" y="1244227"/>
                  </a:lnTo>
                  <a:lnTo>
                    <a:pt x="5354164" y="1244227"/>
                  </a:lnTo>
                  <a:lnTo>
                    <a:pt x="5354289" y="1244227"/>
                  </a:lnTo>
                  <a:lnTo>
                    <a:pt x="5354414" y="1244227"/>
                  </a:lnTo>
                  <a:lnTo>
                    <a:pt x="5354539" y="1244227"/>
                  </a:lnTo>
                  <a:lnTo>
                    <a:pt x="5354665" y="1244227"/>
                  </a:lnTo>
                  <a:lnTo>
                    <a:pt x="5354790" y="1244227"/>
                  </a:lnTo>
                  <a:lnTo>
                    <a:pt x="5354915" y="1244227"/>
                  </a:lnTo>
                  <a:lnTo>
                    <a:pt x="5355040" y="1244227"/>
                  </a:lnTo>
                  <a:lnTo>
                    <a:pt x="5355165" y="1244227"/>
                  </a:lnTo>
                  <a:lnTo>
                    <a:pt x="5355290" y="1244227"/>
                  </a:lnTo>
                  <a:lnTo>
                    <a:pt x="5355415" y="1244227"/>
                  </a:lnTo>
                  <a:lnTo>
                    <a:pt x="5355540" y="1244227"/>
                  </a:lnTo>
                  <a:lnTo>
                    <a:pt x="5355665" y="1244227"/>
                  </a:lnTo>
                  <a:lnTo>
                    <a:pt x="5355790" y="1244227"/>
                  </a:lnTo>
                  <a:lnTo>
                    <a:pt x="5355915" y="1244227"/>
                  </a:lnTo>
                  <a:lnTo>
                    <a:pt x="5356040" y="1244227"/>
                  </a:lnTo>
                  <a:lnTo>
                    <a:pt x="5356165" y="1244227"/>
                  </a:lnTo>
                  <a:lnTo>
                    <a:pt x="5356290" y="1244227"/>
                  </a:lnTo>
                  <a:lnTo>
                    <a:pt x="5356415" y="1244227"/>
                  </a:lnTo>
                  <a:lnTo>
                    <a:pt x="5356540" y="1244227"/>
                  </a:lnTo>
                  <a:lnTo>
                    <a:pt x="5356665" y="1244227"/>
                  </a:lnTo>
                  <a:lnTo>
                    <a:pt x="5356790" y="1244227"/>
                  </a:lnTo>
                  <a:lnTo>
                    <a:pt x="5356915" y="1244227"/>
                  </a:lnTo>
                  <a:lnTo>
                    <a:pt x="5357040" y="1244227"/>
                  </a:lnTo>
                  <a:lnTo>
                    <a:pt x="5357165" y="1244227"/>
                  </a:lnTo>
                  <a:lnTo>
                    <a:pt x="5357290" y="1244227"/>
                  </a:lnTo>
                  <a:lnTo>
                    <a:pt x="5357415" y="1244227"/>
                  </a:lnTo>
                  <a:lnTo>
                    <a:pt x="5357541" y="1244227"/>
                  </a:lnTo>
                  <a:lnTo>
                    <a:pt x="5357666" y="1244227"/>
                  </a:lnTo>
                  <a:lnTo>
                    <a:pt x="5357791" y="1244227"/>
                  </a:lnTo>
                  <a:lnTo>
                    <a:pt x="5357916" y="1244227"/>
                  </a:lnTo>
                  <a:lnTo>
                    <a:pt x="5358041" y="1244227"/>
                  </a:lnTo>
                  <a:lnTo>
                    <a:pt x="5358166" y="1244227"/>
                  </a:lnTo>
                  <a:lnTo>
                    <a:pt x="5358291" y="1244227"/>
                  </a:lnTo>
                  <a:lnTo>
                    <a:pt x="5358416" y="1244227"/>
                  </a:lnTo>
                  <a:lnTo>
                    <a:pt x="5358541" y="1244227"/>
                  </a:lnTo>
                  <a:lnTo>
                    <a:pt x="5358666" y="1244227"/>
                  </a:lnTo>
                  <a:lnTo>
                    <a:pt x="5358791" y="1244227"/>
                  </a:lnTo>
                  <a:lnTo>
                    <a:pt x="5358916" y="1244227"/>
                  </a:lnTo>
                  <a:lnTo>
                    <a:pt x="5359041" y="1244227"/>
                  </a:lnTo>
                  <a:lnTo>
                    <a:pt x="5359166" y="1244227"/>
                  </a:lnTo>
                  <a:lnTo>
                    <a:pt x="5359291" y="1244227"/>
                  </a:lnTo>
                  <a:lnTo>
                    <a:pt x="5359416" y="1244227"/>
                  </a:lnTo>
                  <a:lnTo>
                    <a:pt x="5359541" y="1244227"/>
                  </a:lnTo>
                  <a:lnTo>
                    <a:pt x="5359666" y="1244227"/>
                  </a:lnTo>
                  <a:lnTo>
                    <a:pt x="5359791" y="1244227"/>
                  </a:lnTo>
                  <a:lnTo>
                    <a:pt x="5359916" y="1244227"/>
                  </a:lnTo>
                  <a:lnTo>
                    <a:pt x="5360041" y="1244227"/>
                  </a:lnTo>
                  <a:lnTo>
                    <a:pt x="5360166" y="1244227"/>
                  </a:lnTo>
                  <a:lnTo>
                    <a:pt x="5360291" y="1244227"/>
                  </a:lnTo>
                  <a:lnTo>
                    <a:pt x="5360416" y="1244227"/>
                  </a:lnTo>
                  <a:lnTo>
                    <a:pt x="5360542" y="1244227"/>
                  </a:lnTo>
                  <a:lnTo>
                    <a:pt x="5360667" y="1244227"/>
                  </a:lnTo>
                  <a:lnTo>
                    <a:pt x="5360792" y="1244227"/>
                  </a:lnTo>
                  <a:lnTo>
                    <a:pt x="5360917" y="1244227"/>
                  </a:lnTo>
                  <a:lnTo>
                    <a:pt x="5361042" y="1244227"/>
                  </a:lnTo>
                  <a:lnTo>
                    <a:pt x="5361167" y="1244227"/>
                  </a:lnTo>
                  <a:lnTo>
                    <a:pt x="5361292" y="1244227"/>
                  </a:lnTo>
                  <a:lnTo>
                    <a:pt x="5361417" y="1244227"/>
                  </a:lnTo>
                  <a:lnTo>
                    <a:pt x="5361542" y="1244227"/>
                  </a:lnTo>
                  <a:lnTo>
                    <a:pt x="5361667" y="1244227"/>
                  </a:lnTo>
                  <a:lnTo>
                    <a:pt x="5361792" y="1244227"/>
                  </a:lnTo>
                  <a:lnTo>
                    <a:pt x="5361917" y="1244227"/>
                  </a:lnTo>
                  <a:lnTo>
                    <a:pt x="5362042" y="1244227"/>
                  </a:lnTo>
                  <a:lnTo>
                    <a:pt x="5362167" y="1244227"/>
                  </a:lnTo>
                  <a:lnTo>
                    <a:pt x="5362292" y="1244227"/>
                  </a:lnTo>
                  <a:lnTo>
                    <a:pt x="5362417" y="1244227"/>
                  </a:lnTo>
                  <a:lnTo>
                    <a:pt x="5362542" y="1244227"/>
                  </a:lnTo>
                  <a:lnTo>
                    <a:pt x="5362667" y="1244227"/>
                  </a:lnTo>
                  <a:lnTo>
                    <a:pt x="5362792" y="1244227"/>
                  </a:lnTo>
                  <a:lnTo>
                    <a:pt x="5362917" y="1244227"/>
                  </a:lnTo>
                  <a:lnTo>
                    <a:pt x="5363042" y="1244227"/>
                  </a:lnTo>
                  <a:lnTo>
                    <a:pt x="5363167" y="1244227"/>
                  </a:lnTo>
                  <a:lnTo>
                    <a:pt x="5363292" y="1244227"/>
                  </a:lnTo>
                  <a:lnTo>
                    <a:pt x="5363417" y="1244227"/>
                  </a:lnTo>
                  <a:lnTo>
                    <a:pt x="5363543" y="1244227"/>
                  </a:lnTo>
                  <a:lnTo>
                    <a:pt x="5363668" y="1244227"/>
                  </a:lnTo>
                  <a:lnTo>
                    <a:pt x="5363793" y="1244227"/>
                  </a:lnTo>
                  <a:lnTo>
                    <a:pt x="5363793" y="1234274"/>
                  </a:lnTo>
                  <a:lnTo>
                    <a:pt x="5363918" y="1234274"/>
                  </a:lnTo>
                  <a:lnTo>
                    <a:pt x="5364043" y="1234274"/>
                  </a:lnTo>
                  <a:lnTo>
                    <a:pt x="5364168" y="1234274"/>
                  </a:lnTo>
                  <a:lnTo>
                    <a:pt x="5364293" y="1234274"/>
                  </a:lnTo>
                  <a:lnTo>
                    <a:pt x="5364418" y="1234274"/>
                  </a:lnTo>
                  <a:lnTo>
                    <a:pt x="5364543" y="1234274"/>
                  </a:lnTo>
                  <a:lnTo>
                    <a:pt x="5364668" y="1234274"/>
                  </a:lnTo>
                  <a:lnTo>
                    <a:pt x="5364793" y="1234274"/>
                  </a:lnTo>
                  <a:lnTo>
                    <a:pt x="5364918" y="1234274"/>
                  </a:lnTo>
                  <a:lnTo>
                    <a:pt x="5365043" y="1234274"/>
                  </a:lnTo>
                  <a:lnTo>
                    <a:pt x="5365168" y="1234274"/>
                  </a:lnTo>
                  <a:lnTo>
                    <a:pt x="5365293" y="1234274"/>
                  </a:lnTo>
                  <a:lnTo>
                    <a:pt x="5365418" y="1234274"/>
                  </a:lnTo>
                  <a:lnTo>
                    <a:pt x="5365543" y="1234274"/>
                  </a:lnTo>
                  <a:lnTo>
                    <a:pt x="5365668" y="1234274"/>
                  </a:lnTo>
                  <a:lnTo>
                    <a:pt x="5365793" y="1234274"/>
                  </a:lnTo>
                  <a:lnTo>
                    <a:pt x="5365918" y="1234274"/>
                  </a:lnTo>
                  <a:lnTo>
                    <a:pt x="5366043" y="1234274"/>
                  </a:lnTo>
                  <a:lnTo>
                    <a:pt x="5366168" y="1234274"/>
                  </a:lnTo>
                  <a:lnTo>
                    <a:pt x="5366293" y="1234274"/>
                  </a:lnTo>
                  <a:lnTo>
                    <a:pt x="5366418" y="1234274"/>
                  </a:lnTo>
                  <a:lnTo>
                    <a:pt x="5366544" y="1234274"/>
                  </a:lnTo>
                  <a:lnTo>
                    <a:pt x="5366669" y="1234274"/>
                  </a:lnTo>
                  <a:lnTo>
                    <a:pt x="5366794" y="1234274"/>
                  </a:lnTo>
                  <a:lnTo>
                    <a:pt x="5366919" y="1234274"/>
                  </a:lnTo>
                  <a:lnTo>
                    <a:pt x="5367044" y="1234274"/>
                  </a:lnTo>
                  <a:lnTo>
                    <a:pt x="5367169" y="1234274"/>
                  </a:lnTo>
                  <a:lnTo>
                    <a:pt x="5367294" y="1234274"/>
                  </a:lnTo>
                  <a:lnTo>
                    <a:pt x="5367419" y="1234274"/>
                  </a:lnTo>
                  <a:lnTo>
                    <a:pt x="5367544" y="1234274"/>
                  </a:lnTo>
                  <a:lnTo>
                    <a:pt x="5367669" y="1234274"/>
                  </a:lnTo>
                  <a:lnTo>
                    <a:pt x="5367794" y="1234274"/>
                  </a:lnTo>
                  <a:lnTo>
                    <a:pt x="5367919" y="1234274"/>
                  </a:lnTo>
                  <a:lnTo>
                    <a:pt x="5368044" y="1234274"/>
                  </a:lnTo>
                  <a:lnTo>
                    <a:pt x="5368169" y="1234274"/>
                  </a:lnTo>
                  <a:lnTo>
                    <a:pt x="5368294" y="1234274"/>
                  </a:lnTo>
                  <a:lnTo>
                    <a:pt x="5368419" y="1234274"/>
                  </a:lnTo>
                  <a:lnTo>
                    <a:pt x="5368544" y="1234274"/>
                  </a:lnTo>
                  <a:lnTo>
                    <a:pt x="5368669" y="1234274"/>
                  </a:lnTo>
                  <a:lnTo>
                    <a:pt x="5368794" y="1234274"/>
                  </a:lnTo>
                  <a:lnTo>
                    <a:pt x="5368919" y="1234274"/>
                  </a:lnTo>
                  <a:lnTo>
                    <a:pt x="5369044" y="1234274"/>
                  </a:lnTo>
                  <a:lnTo>
                    <a:pt x="5369169" y="1234274"/>
                  </a:lnTo>
                  <a:lnTo>
                    <a:pt x="5369294" y="1234274"/>
                  </a:lnTo>
                  <a:lnTo>
                    <a:pt x="5369419" y="1234274"/>
                  </a:lnTo>
                  <a:lnTo>
                    <a:pt x="5369545" y="1234274"/>
                  </a:lnTo>
                  <a:lnTo>
                    <a:pt x="5369670" y="1234274"/>
                  </a:lnTo>
                  <a:lnTo>
                    <a:pt x="5369795" y="1234274"/>
                  </a:lnTo>
                  <a:lnTo>
                    <a:pt x="5369920" y="1234274"/>
                  </a:lnTo>
                  <a:lnTo>
                    <a:pt x="5370045" y="1234274"/>
                  </a:lnTo>
                  <a:lnTo>
                    <a:pt x="5370170" y="1234274"/>
                  </a:lnTo>
                  <a:lnTo>
                    <a:pt x="5370295" y="1234274"/>
                  </a:lnTo>
                  <a:lnTo>
                    <a:pt x="5370420" y="1234274"/>
                  </a:lnTo>
                  <a:lnTo>
                    <a:pt x="5370545" y="1234274"/>
                  </a:lnTo>
                  <a:lnTo>
                    <a:pt x="5370670" y="1234274"/>
                  </a:lnTo>
                  <a:lnTo>
                    <a:pt x="5370795" y="1234274"/>
                  </a:lnTo>
                  <a:lnTo>
                    <a:pt x="5370920" y="1234274"/>
                  </a:lnTo>
                  <a:lnTo>
                    <a:pt x="5371045" y="1234274"/>
                  </a:lnTo>
                  <a:lnTo>
                    <a:pt x="5371170" y="1234274"/>
                  </a:lnTo>
                  <a:lnTo>
                    <a:pt x="5371295" y="1234274"/>
                  </a:lnTo>
                  <a:lnTo>
                    <a:pt x="5371420" y="1234274"/>
                  </a:lnTo>
                  <a:lnTo>
                    <a:pt x="5371545" y="1234274"/>
                  </a:lnTo>
                  <a:lnTo>
                    <a:pt x="5371670" y="1234274"/>
                  </a:lnTo>
                  <a:lnTo>
                    <a:pt x="5371795" y="1234274"/>
                  </a:lnTo>
                  <a:lnTo>
                    <a:pt x="5371920" y="1234274"/>
                  </a:lnTo>
                  <a:lnTo>
                    <a:pt x="5371920" y="1224320"/>
                  </a:lnTo>
                  <a:lnTo>
                    <a:pt x="5372045" y="1224320"/>
                  </a:lnTo>
                  <a:lnTo>
                    <a:pt x="5372170" y="1224320"/>
                  </a:lnTo>
                  <a:lnTo>
                    <a:pt x="5372295" y="1224320"/>
                  </a:lnTo>
                  <a:lnTo>
                    <a:pt x="5372420" y="1224320"/>
                  </a:lnTo>
                  <a:lnTo>
                    <a:pt x="5372546" y="1224320"/>
                  </a:lnTo>
                  <a:lnTo>
                    <a:pt x="5372671" y="1224320"/>
                  </a:lnTo>
                  <a:lnTo>
                    <a:pt x="5372796" y="1224320"/>
                  </a:lnTo>
                  <a:lnTo>
                    <a:pt x="5372921" y="1224320"/>
                  </a:lnTo>
                  <a:lnTo>
                    <a:pt x="5373046" y="1224320"/>
                  </a:lnTo>
                  <a:lnTo>
                    <a:pt x="5373171" y="1224320"/>
                  </a:lnTo>
                  <a:lnTo>
                    <a:pt x="5373296" y="1224320"/>
                  </a:lnTo>
                  <a:lnTo>
                    <a:pt x="5373421" y="1224320"/>
                  </a:lnTo>
                  <a:lnTo>
                    <a:pt x="5373546" y="1224320"/>
                  </a:lnTo>
                  <a:lnTo>
                    <a:pt x="5373671" y="1224320"/>
                  </a:lnTo>
                  <a:lnTo>
                    <a:pt x="5373796" y="1224320"/>
                  </a:lnTo>
                  <a:lnTo>
                    <a:pt x="5373921" y="1224320"/>
                  </a:lnTo>
                  <a:lnTo>
                    <a:pt x="5374046" y="1224320"/>
                  </a:lnTo>
                  <a:lnTo>
                    <a:pt x="5374171" y="1224320"/>
                  </a:lnTo>
                  <a:lnTo>
                    <a:pt x="5374296" y="1224320"/>
                  </a:lnTo>
                  <a:lnTo>
                    <a:pt x="5374421" y="1224320"/>
                  </a:lnTo>
                  <a:lnTo>
                    <a:pt x="5374546" y="1224320"/>
                  </a:lnTo>
                  <a:lnTo>
                    <a:pt x="5374671" y="1224320"/>
                  </a:lnTo>
                  <a:lnTo>
                    <a:pt x="5374796" y="1224320"/>
                  </a:lnTo>
                  <a:lnTo>
                    <a:pt x="5374921" y="1224320"/>
                  </a:lnTo>
                  <a:lnTo>
                    <a:pt x="5375046" y="1224320"/>
                  </a:lnTo>
                  <a:lnTo>
                    <a:pt x="5375171" y="1224320"/>
                  </a:lnTo>
                  <a:lnTo>
                    <a:pt x="5375296" y="1224320"/>
                  </a:lnTo>
                  <a:lnTo>
                    <a:pt x="5375421" y="1224320"/>
                  </a:lnTo>
                  <a:lnTo>
                    <a:pt x="5375547" y="1224320"/>
                  </a:lnTo>
                  <a:lnTo>
                    <a:pt x="5375672" y="1224320"/>
                  </a:lnTo>
                  <a:lnTo>
                    <a:pt x="5375797" y="1224320"/>
                  </a:lnTo>
                  <a:lnTo>
                    <a:pt x="5375922" y="1224320"/>
                  </a:lnTo>
                  <a:lnTo>
                    <a:pt x="5376047" y="1224320"/>
                  </a:lnTo>
                  <a:lnTo>
                    <a:pt x="5376172" y="1224320"/>
                  </a:lnTo>
                  <a:lnTo>
                    <a:pt x="5376297" y="1224320"/>
                  </a:lnTo>
                  <a:lnTo>
                    <a:pt x="5376422" y="1224320"/>
                  </a:lnTo>
                  <a:lnTo>
                    <a:pt x="5376547" y="1224320"/>
                  </a:lnTo>
                  <a:lnTo>
                    <a:pt x="5376672" y="1224320"/>
                  </a:lnTo>
                  <a:lnTo>
                    <a:pt x="5376797" y="1224320"/>
                  </a:lnTo>
                  <a:lnTo>
                    <a:pt x="5376922" y="1224320"/>
                  </a:lnTo>
                  <a:lnTo>
                    <a:pt x="5377047" y="1224320"/>
                  </a:lnTo>
                  <a:lnTo>
                    <a:pt x="5377172" y="1224320"/>
                  </a:lnTo>
                  <a:lnTo>
                    <a:pt x="5377297" y="1224320"/>
                  </a:lnTo>
                  <a:lnTo>
                    <a:pt x="5377422" y="1224320"/>
                  </a:lnTo>
                  <a:lnTo>
                    <a:pt x="5377547" y="1224320"/>
                  </a:lnTo>
                  <a:lnTo>
                    <a:pt x="5377672" y="1224320"/>
                  </a:lnTo>
                  <a:lnTo>
                    <a:pt x="5377797" y="1224320"/>
                  </a:lnTo>
                  <a:lnTo>
                    <a:pt x="5377922" y="1224320"/>
                  </a:lnTo>
                  <a:lnTo>
                    <a:pt x="5378047" y="1224320"/>
                  </a:lnTo>
                  <a:lnTo>
                    <a:pt x="5378172" y="1224320"/>
                  </a:lnTo>
                  <a:lnTo>
                    <a:pt x="5378297" y="1224320"/>
                  </a:lnTo>
                  <a:lnTo>
                    <a:pt x="5378422" y="1224320"/>
                  </a:lnTo>
                  <a:lnTo>
                    <a:pt x="5378548" y="1224320"/>
                  </a:lnTo>
                  <a:lnTo>
                    <a:pt x="5378673" y="1224320"/>
                  </a:lnTo>
                  <a:lnTo>
                    <a:pt x="5378798" y="1224320"/>
                  </a:lnTo>
                  <a:lnTo>
                    <a:pt x="5378923" y="1224320"/>
                  </a:lnTo>
                  <a:lnTo>
                    <a:pt x="5379048" y="1224320"/>
                  </a:lnTo>
                  <a:lnTo>
                    <a:pt x="5379173" y="1224320"/>
                  </a:lnTo>
                  <a:lnTo>
                    <a:pt x="5379298" y="1224320"/>
                  </a:lnTo>
                  <a:lnTo>
                    <a:pt x="5379423" y="1224320"/>
                  </a:lnTo>
                  <a:lnTo>
                    <a:pt x="5379548" y="1224320"/>
                  </a:lnTo>
                  <a:lnTo>
                    <a:pt x="5379673" y="1224320"/>
                  </a:lnTo>
                  <a:lnTo>
                    <a:pt x="5379798" y="1224320"/>
                  </a:lnTo>
                  <a:lnTo>
                    <a:pt x="5379923" y="1224320"/>
                  </a:lnTo>
                  <a:lnTo>
                    <a:pt x="5380048" y="1224320"/>
                  </a:lnTo>
                  <a:lnTo>
                    <a:pt x="5380173" y="1224320"/>
                  </a:lnTo>
                  <a:lnTo>
                    <a:pt x="5380298" y="1224320"/>
                  </a:lnTo>
                  <a:lnTo>
                    <a:pt x="5380423" y="1224320"/>
                  </a:lnTo>
                  <a:lnTo>
                    <a:pt x="5380548" y="1224320"/>
                  </a:lnTo>
                  <a:lnTo>
                    <a:pt x="5380673" y="1224320"/>
                  </a:lnTo>
                  <a:lnTo>
                    <a:pt x="5380798" y="1224320"/>
                  </a:lnTo>
                  <a:lnTo>
                    <a:pt x="5380923" y="1224320"/>
                  </a:lnTo>
                  <a:lnTo>
                    <a:pt x="5381048" y="1224320"/>
                  </a:lnTo>
                  <a:lnTo>
                    <a:pt x="5381173" y="1224320"/>
                  </a:lnTo>
                  <a:lnTo>
                    <a:pt x="5381298" y="1224320"/>
                  </a:lnTo>
                  <a:lnTo>
                    <a:pt x="5381423" y="1224320"/>
                  </a:lnTo>
                  <a:lnTo>
                    <a:pt x="5381549" y="1224320"/>
                  </a:lnTo>
                  <a:lnTo>
                    <a:pt x="5381674" y="1224320"/>
                  </a:lnTo>
                  <a:lnTo>
                    <a:pt x="5381799" y="1224320"/>
                  </a:lnTo>
                  <a:lnTo>
                    <a:pt x="5381924" y="1224320"/>
                  </a:lnTo>
                  <a:lnTo>
                    <a:pt x="5382049" y="1224320"/>
                  </a:lnTo>
                  <a:lnTo>
                    <a:pt x="5382174" y="1224320"/>
                  </a:lnTo>
                  <a:lnTo>
                    <a:pt x="5382299" y="1224320"/>
                  </a:lnTo>
                  <a:lnTo>
                    <a:pt x="5382424" y="1224320"/>
                  </a:lnTo>
                  <a:lnTo>
                    <a:pt x="5382549" y="1224320"/>
                  </a:lnTo>
                  <a:lnTo>
                    <a:pt x="5382674" y="1224320"/>
                  </a:lnTo>
                  <a:lnTo>
                    <a:pt x="5382799" y="1224320"/>
                  </a:lnTo>
                  <a:lnTo>
                    <a:pt x="5382924" y="1224320"/>
                  </a:lnTo>
                  <a:lnTo>
                    <a:pt x="5383049" y="1224320"/>
                  </a:lnTo>
                  <a:lnTo>
                    <a:pt x="5383174" y="1224320"/>
                  </a:lnTo>
                  <a:lnTo>
                    <a:pt x="5383299" y="1224320"/>
                  </a:lnTo>
                  <a:lnTo>
                    <a:pt x="5383424" y="1224320"/>
                  </a:lnTo>
                  <a:lnTo>
                    <a:pt x="5383549" y="1224320"/>
                  </a:lnTo>
                  <a:lnTo>
                    <a:pt x="5383674" y="1224320"/>
                  </a:lnTo>
                  <a:lnTo>
                    <a:pt x="5383799" y="1224320"/>
                  </a:lnTo>
                  <a:lnTo>
                    <a:pt x="5383924" y="1224320"/>
                  </a:lnTo>
                  <a:lnTo>
                    <a:pt x="5384049" y="1224320"/>
                  </a:lnTo>
                  <a:lnTo>
                    <a:pt x="5384174" y="1224320"/>
                  </a:lnTo>
                  <a:lnTo>
                    <a:pt x="5384299" y="1224320"/>
                  </a:lnTo>
                  <a:lnTo>
                    <a:pt x="5384424" y="1224320"/>
                  </a:lnTo>
                  <a:lnTo>
                    <a:pt x="5384550" y="1224320"/>
                  </a:lnTo>
                  <a:lnTo>
                    <a:pt x="5384675" y="1224320"/>
                  </a:lnTo>
                  <a:lnTo>
                    <a:pt x="5384800" y="1224320"/>
                  </a:lnTo>
                  <a:lnTo>
                    <a:pt x="5384925" y="1224320"/>
                  </a:lnTo>
                  <a:lnTo>
                    <a:pt x="5385050" y="1224320"/>
                  </a:lnTo>
                  <a:lnTo>
                    <a:pt x="5385175" y="1224320"/>
                  </a:lnTo>
                  <a:lnTo>
                    <a:pt x="5385300" y="1224320"/>
                  </a:lnTo>
                  <a:lnTo>
                    <a:pt x="5385425" y="1224320"/>
                  </a:lnTo>
                  <a:lnTo>
                    <a:pt x="5385550" y="1224320"/>
                  </a:lnTo>
                  <a:lnTo>
                    <a:pt x="5385675" y="1224320"/>
                  </a:lnTo>
                  <a:lnTo>
                    <a:pt x="5385800" y="1224320"/>
                  </a:lnTo>
                  <a:lnTo>
                    <a:pt x="5385925" y="1224320"/>
                  </a:lnTo>
                  <a:lnTo>
                    <a:pt x="5386050" y="1224320"/>
                  </a:lnTo>
                  <a:lnTo>
                    <a:pt x="5386175" y="1224320"/>
                  </a:lnTo>
                  <a:lnTo>
                    <a:pt x="5386300" y="1224320"/>
                  </a:lnTo>
                  <a:lnTo>
                    <a:pt x="5386425" y="1224320"/>
                  </a:lnTo>
                  <a:lnTo>
                    <a:pt x="5386550" y="1224320"/>
                  </a:lnTo>
                  <a:lnTo>
                    <a:pt x="5386675" y="1224320"/>
                  </a:lnTo>
                  <a:lnTo>
                    <a:pt x="5386800" y="1224320"/>
                  </a:lnTo>
                  <a:lnTo>
                    <a:pt x="5386925" y="1224320"/>
                  </a:lnTo>
                  <a:lnTo>
                    <a:pt x="5386925" y="1214366"/>
                  </a:lnTo>
                  <a:lnTo>
                    <a:pt x="5387050" y="1214366"/>
                  </a:lnTo>
                  <a:lnTo>
                    <a:pt x="5387175" y="1214366"/>
                  </a:lnTo>
                  <a:lnTo>
                    <a:pt x="5387300" y="1214366"/>
                  </a:lnTo>
                  <a:lnTo>
                    <a:pt x="5387425" y="1214366"/>
                  </a:lnTo>
                  <a:lnTo>
                    <a:pt x="5387551" y="1214366"/>
                  </a:lnTo>
                  <a:lnTo>
                    <a:pt x="5387676" y="1214366"/>
                  </a:lnTo>
                  <a:lnTo>
                    <a:pt x="5387801" y="1214366"/>
                  </a:lnTo>
                  <a:lnTo>
                    <a:pt x="5387926" y="1214366"/>
                  </a:lnTo>
                  <a:lnTo>
                    <a:pt x="5388051" y="1214366"/>
                  </a:lnTo>
                  <a:lnTo>
                    <a:pt x="5388176" y="1214366"/>
                  </a:lnTo>
                  <a:lnTo>
                    <a:pt x="5388301" y="1214366"/>
                  </a:lnTo>
                  <a:lnTo>
                    <a:pt x="5388426" y="1214366"/>
                  </a:lnTo>
                  <a:lnTo>
                    <a:pt x="5388551" y="1214366"/>
                  </a:lnTo>
                  <a:lnTo>
                    <a:pt x="5388676" y="1214366"/>
                  </a:lnTo>
                  <a:lnTo>
                    <a:pt x="5388801" y="1214366"/>
                  </a:lnTo>
                  <a:lnTo>
                    <a:pt x="5388926" y="1214366"/>
                  </a:lnTo>
                  <a:lnTo>
                    <a:pt x="5389051" y="1214366"/>
                  </a:lnTo>
                  <a:lnTo>
                    <a:pt x="5389176" y="1214366"/>
                  </a:lnTo>
                  <a:lnTo>
                    <a:pt x="5389301" y="1214366"/>
                  </a:lnTo>
                  <a:lnTo>
                    <a:pt x="5389426" y="1214366"/>
                  </a:lnTo>
                  <a:lnTo>
                    <a:pt x="5389551" y="1214366"/>
                  </a:lnTo>
                  <a:lnTo>
                    <a:pt x="5389676" y="1214366"/>
                  </a:lnTo>
                  <a:lnTo>
                    <a:pt x="5389801" y="1214366"/>
                  </a:lnTo>
                  <a:lnTo>
                    <a:pt x="5389926" y="1214366"/>
                  </a:lnTo>
                  <a:lnTo>
                    <a:pt x="5390051" y="1214366"/>
                  </a:lnTo>
                  <a:lnTo>
                    <a:pt x="5390176" y="1214366"/>
                  </a:lnTo>
                  <a:lnTo>
                    <a:pt x="5390301" y="1214366"/>
                  </a:lnTo>
                  <a:lnTo>
                    <a:pt x="5390426" y="1214366"/>
                  </a:lnTo>
                  <a:lnTo>
                    <a:pt x="5390552" y="1214366"/>
                  </a:lnTo>
                  <a:lnTo>
                    <a:pt x="5390677" y="1214366"/>
                  </a:lnTo>
                  <a:lnTo>
                    <a:pt x="5390802" y="1214366"/>
                  </a:lnTo>
                  <a:lnTo>
                    <a:pt x="5390927" y="1214366"/>
                  </a:lnTo>
                  <a:lnTo>
                    <a:pt x="5391052" y="1214366"/>
                  </a:lnTo>
                  <a:lnTo>
                    <a:pt x="5391177" y="1214366"/>
                  </a:lnTo>
                  <a:lnTo>
                    <a:pt x="5391302" y="1214366"/>
                  </a:lnTo>
                  <a:lnTo>
                    <a:pt x="5391427" y="1214366"/>
                  </a:lnTo>
                  <a:lnTo>
                    <a:pt x="5391552" y="1214366"/>
                  </a:lnTo>
                  <a:lnTo>
                    <a:pt x="5391677" y="1214366"/>
                  </a:lnTo>
                  <a:lnTo>
                    <a:pt x="5391802" y="1214366"/>
                  </a:lnTo>
                  <a:lnTo>
                    <a:pt x="5391927" y="1214366"/>
                  </a:lnTo>
                  <a:lnTo>
                    <a:pt x="5392052" y="1214366"/>
                  </a:lnTo>
                  <a:lnTo>
                    <a:pt x="5392177" y="1214366"/>
                  </a:lnTo>
                  <a:lnTo>
                    <a:pt x="5392302" y="1214366"/>
                  </a:lnTo>
                  <a:lnTo>
                    <a:pt x="5392427" y="1214366"/>
                  </a:lnTo>
                  <a:lnTo>
                    <a:pt x="5392552" y="1214366"/>
                  </a:lnTo>
                  <a:lnTo>
                    <a:pt x="5392677" y="1214366"/>
                  </a:lnTo>
                  <a:lnTo>
                    <a:pt x="5392802" y="1214366"/>
                  </a:lnTo>
                  <a:lnTo>
                    <a:pt x="5392927" y="1214366"/>
                  </a:lnTo>
                  <a:lnTo>
                    <a:pt x="5393052" y="1214366"/>
                  </a:lnTo>
                  <a:lnTo>
                    <a:pt x="5393177" y="1214366"/>
                  </a:lnTo>
                  <a:lnTo>
                    <a:pt x="5393302" y="1214366"/>
                  </a:lnTo>
                  <a:lnTo>
                    <a:pt x="5393427" y="1214366"/>
                  </a:lnTo>
                  <a:lnTo>
                    <a:pt x="5393553" y="1214366"/>
                  </a:lnTo>
                  <a:lnTo>
                    <a:pt x="5393678" y="1214366"/>
                  </a:lnTo>
                  <a:lnTo>
                    <a:pt x="5393803" y="1214366"/>
                  </a:lnTo>
                  <a:lnTo>
                    <a:pt x="5393928" y="1214366"/>
                  </a:lnTo>
                  <a:lnTo>
                    <a:pt x="5394053" y="1214366"/>
                  </a:lnTo>
                  <a:lnTo>
                    <a:pt x="5394178" y="1214366"/>
                  </a:lnTo>
                  <a:lnTo>
                    <a:pt x="5394303" y="1214366"/>
                  </a:lnTo>
                  <a:lnTo>
                    <a:pt x="5394428" y="1214366"/>
                  </a:lnTo>
                  <a:lnTo>
                    <a:pt x="5394553" y="1214366"/>
                  </a:lnTo>
                  <a:lnTo>
                    <a:pt x="5394678" y="1214366"/>
                  </a:lnTo>
                  <a:lnTo>
                    <a:pt x="5394803" y="1214366"/>
                  </a:lnTo>
                  <a:lnTo>
                    <a:pt x="5394928" y="1214366"/>
                  </a:lnTo>
                  <a:lnTo>
                    <a:pt x="5395053" y="1214366"/>
                  </a:lnTo>
                  <a:lnTo>
                    <a:pt x="5395178" y="1214366"/>
                  </a:lnTo>
                  <a:lnTo>
                    <a:pt x="5395303" y="1214366"/>
                  </a:lnTo>
                  <a:lnTo>
                    <a:pt x="5395428" y="1214366"/>
                  </a:lnTo>
                  <a:lnTo>
                    <a:pt x="5395553" y="1214366"/>
                  </a:lnTo>
                  <a:lnTo>
                    <a:pt x="5395678" y="1214366"/>
                  </a:lnTo>
                  <a:lnTo>
                    <a:pt x="5395803" y="1214366"/>
                  </a:lnTo>
                  <a:lnTo>
                    <a:pt x="5395928" y="1214366"/>
                  </a:lnTo>
                  <a:lnTo>
                    <a:pt x="5396053" y="1214366"/>
                  </a:lnTo>
                  <a:lnTo>
                    <a:pt x="5396178" y="1214366"/>
                  </a:lnTo>
                  <a:lnTo>
                    <a:pt x="5396303" y="1214366"/>
                  </a:lnTo>
                  <a:lnTo>
                    <a:pt x="5396429" y="1214366"/>
                  </a:lnTo>
                  <a:lnTo>
                    <a:pt x="5396554" y="1214366"/>
                  </a:lnTo>
                  <a:lnTo>
                    <a:pt x="5396679" y="1214366"/>
                  </a:lnTo>
                  <a:lnTo>
                    <a:pt x="5396804" y="1214366"/>
                  </a:lnTo>
                  <a:lnTo>
                    <a:pt x="5396929" y="1214366"/>
                  </a:lnTo>
                  <a:lnTo>
                    <a:pt x="5397054" y="1214366"/>
                  </a:lnTo>
                  <a:lnTo>
                    <a:pt x="5397179" y="1214366"/>
                  </a:lnTo>
                  <a:lnTo>
                    <a:pt x="5397304" y="1214366"/>
                  </a:lnTo>
                  <a:lnTo>
                    <a:pt x="5397429" y="1214366"/>
                  </a:lnTo>
                  <a:lnTo>
                    <a:pt x="5397554" y="1214366"/>
                  </a:lnTo>
                  <a:lnTo>
                    <a:pt x="5397679" y="1214366"/>
                  </a:lnTo>
                  <a:lnTo>
                    <a:pt x="5397804" y="1214366"/>
                  </a:lnTo>
                  <a:lnTo>
                    <a:pt x="5397929" y="1214366"/>
                  </a:lnTo>
                  <a:lnTo>
                    <a:pt x="5398054" y="1214366"/>
                  </a:lnTo>
                  <a:lnTo>
                    <a:pt x="5398179" y="1214366"/>
                  </a:lnTo>
                  <a:lnTo>
                    <a:pt x="5398304" y="1214366"/>
                  </a:lnTo>
                  <a:lnTo>
                    <a:pt x="5398429" y="1214366"/>
                  </a:lnTo>
                  <a:lnTo>
                    <a:pt x="5398554" y="1214366"/>
                  </a:lnTo>
                  <a:lnTo>
                    <a:pt x="5398679" y="1214366"/>
                  </a:lnTo>
                  <a:lnTo>
                    <a:pt x="5398804" y="1214366"/>
                  </a:lnTo>
                  <a:lnTo>
                    <a:pt x="5398929" y="1214366"/>
                  </a:lnTo>
                  <a:lnTo>
                    <a:pt x="5399054" y="1214366"/>
                  </a:lnTo>
                  <a:lnTo>
                    <a:pt x="5399179" y="1214366"/>
                  </a:lnTo>
                  <a:lnTo>
                    <a:pt x="5399304" y="1214366"/>
                  </a:lnTo>
                  <a:lnTo>
                    <a:pt x="5399430" y="1214366"/>
                  </a:lnTo>
                  <a:lnTo>
                    <a:pt x="5399555" y="1214366"/>
                  </a:lnTo>
                  <a:lnTo>
                    <a:pt x="5399680" y="1214366"/>
                  </a:lnTo>
                  <a:lnTo>
                    <a:pt x="5399805" y="1214366"/>
                  </a:lnTo>
                  <a:lnTo>
                    <a:pt x="5399930" y="1214366"/>
                  </a:lnTo>
                  <a:lnTo>
                    <a:pt x="5400055" y="1214366"/>
                  </a:lnTo>
                  <a:lnTo>
                    <a:pt x="5400180" y="1214366"/>
                  </a:lnTo>
                  <a:lnTo>
                    <a:pt x="5400305" y="1214366"/>
                  </a:lnTo>
                  <a:lnTo>
                    <a:pt x="5400430" y="1214366"/>
                  </a:lnTo>
                  <a:lnTo>
                    <a:pt x="5400555" y="1214366"/>
                  </a:lnTo>
                  <a:lnTo>
                    <a:pt x="5400680" y="1214366"/>
                  </a:lnTo>
                  <a:lnTo>
                    <a:pt x="5400805" y="1214366"/>
                  </a:lnTo>
                  <a:lnTo>
                    <a:pt x="5400930" y="1214366"/>
                  </a:lnTo>
                  <a:lnTo>
                    <a:pt x="5401055" y="1214366"/>
                  </a:lnTo>
                  <a:lnTo>
                    <a:pt x="5401180" y="1214366"/>
                  </a:lnTo>
                  <a:lnTo>
                    <a:pt x="5401305" y="1214366"/>
                  </a:lnTo>
                  <a:lnTo>
                    <a:pt x="5401430" y="1214366"/>
                  </a:lnTo>
                  <a:lnTo>
                    <a:pt x="5401555" y="1214366"/>
                  </a:lnTo>
                  <a:lnTo>
                    <a:pt x="5401680" y="1214366"/>
                  </a:lnTo>
                  <a:lnTo>
                    <a:pt x="5401805" y="1214366"/>
                  </a:lnTo>
                  <a:lnTo>
                    <a:pt x="5401930" y="1214366"/>
                  </a:lnTo>
                  <a:lnTo>
                    <a:pt x="5402055" y="1214366"/>
                  </a:lnTo>
                  <a:lnTo>
                    <a:pt x="5402055" y="1204412"/>
                  </a:lnTo>
                  <a:lnTo>
                    <a:pt x="5402180" y="1204412"/>
                  </a:lnTo>
                  <a:lnTo>
                    <a:pt x="5402305" y="1204412"/>
                  </a:lnTo>
                  <a:lnTo>
                    <a:pt x="5402431" y="1204412"/>
                  </a:lnTo>
                  <a:lnTo>
                    <a:pt x="5402556" y="1204412"/>
                  </a:lnTo>
                  <a:lnTo>
                    <a:pt x="5402681" y="1204412"/>
                  </a:lnTo>
                  <a:lnTo>
                    <a:pt x="5402806" y="1204412"/>
                  </a:lnTo>
                  <a:lnTo>
                    <a:pt x="5402931" y="1204412"/>
                  </a:lnTo>
                  <a:lnTo>
                    <a:pt x="5403056" y="1204412"/>
                  </a:lnTo>
                  <a:lnTo>
                    <a:pt x="5403181" y="1204412"/>
                  </a:lnTo>
                  <a:lnTo>
                    <a:pt x="5403306" y="1204412"/>
                  </a:lnTo>
                  <a:lnTo>
                    <a:pt x="5403431" y="1204412"/>
                  </a:lnTo>
                  <a:lnTo>
                    <a:pt x="5403556" y="1204412"/>
                  </a:lnTo>
                  <a:lnTo>
                    <a:pt x="5403681" y="1204412"/>
                  </a:lnTo>
                  <a:lnTo>
                    <a:pt x="5403806" y="1204412"/>
                  </a:lnTo>
                  <a:lnTo>
                    <a:pt x="5403931" y="1204412"/>
                  </a:lnTo>
                  <a:lnTo>
                    <a:pt x="5404056" y="1204412"/>
                  </a:lnTo>
                  <a:lnTo>
                    <a:pt x="5404181" y="1204412"/>
                  </a:lnTo>
                  <a:lnTo>
                    <a:pt x="5404306" y="1204412"/>
                  </a:lnTo>
                  <a:lnTo>
                    <a:pt x="5404431" y="1204412"/>
                  </a:lnTo>
                  <a:lnTo>
                    <a:pt x="5404556" y="1204412"/>
                  </a:lnTo>
                  <a:lnTo>
                    <a:pt x="5404681" y="1204412"/>
                  </a:lnTo>
                  <a:lnTo>
                    <a:pt x="5404806" y="1204412"/>
                  </a:lnTo>
                  <a:lnTo>
                    <a:pt x="5404931" y="1204412"/>
                  </a:lnTo>
                  <a:lnTo>
                    <a:pt x="5405056" y="1204412"/>
                  </a:lnTo>
                  <a:lnTo>
                    <a:pt x="5405181" y="1204412"/>
                  </a:lnTo>
                  <a:lnTo>
                    <a:pt x="5405306" y="1204412"/>
                  </a:lnTo>
                  <a:lnTo>
                    <a:pt x="5405432" y="1204412"/>
                  </a:lnTo>
                  <a:lnTo>
                    <a:pt x="5405557" y="1204412"/>
                  </a:lnTo>
                  <a:lnTo>
                    <a:pt x="5405682" y="1204412"/>
                  </a:lnTo>
                  <a:lnTo>
                    <a:pt x="5405807" y="1204412"/>
                  </a:lnTo>
                  <a:lnTo>
                    <a:pt x="5405932" y="1204412"/>
                  </a:lnTo>
                  <a:lnTo>
                    <a:pt x="5406057" y="1204412"/>
                  </a:lnTo>
                  <a:lnTo>
                    <a:pt x="5406182" y="1204412"/>
                  </a:lnTo>
                  <a:lnTo>
                    <a:pt x="5406307" y="1204412"/>
                  </a:lnTo>
                  <a:lnTo>
                    <a:pt x="5406432" y="1204412"/>
                  </a:lnTo>
                  <a:lnTo>
                    <a:pt x="5406557" y="1204412"/>
                  </a:lnTo>
                  <a:lnTo>
                    <a:pt x="5406682" y="1204412"/>
                  </a:lnTo>
                  <a:lnTo>
                    <a:pt x="5406807" y="1204412"/>
                  </a:lnTo>
                  <a:lnTo>
                    <a:pt x="5406807" y="1194458"/>
                  </a:lnTo>
                  <a:lnTo>
                    <a:pt x="5406932" y="1194458"/>
                  </a:lnTo>
                  <a:lnTo>
                    <a:pt x="5407057" y="1194458"/>
                  </a:lnTo>
                  <a:lnTo>
                    <a:pt x="5407182" y="1194458"/>
                  </a:lnTo>
                  <a:lnTo>
                    <a:pt x="5407307" y="1194458"/>
                  </a:lnTo>
                  <a:lnTo>
                    <a:pt x="5407432" y="1194458"/>
                  </a:lnTo>
                  <a:lnTo>
                    <a:pt x="5407557" y="1194458"/>
                  </a:lnTo>
                  <a:lnTo>
                    <a:pt x="5407682" y="1194458"/>
                  </a:lnTo>
                  <a:lnTo>
                    <a:pt x="5407807" y="1194458"/>
                  </a:lnTo>
                  <a:lnTo>
                    <a:pt x="5407932" y="1194458"/>
                  </a:lnTo>
                  <a:lnTo>
                    <a:pt x="5408057" y="1194458"/>
                  </a:lnTo>
                  <a:lnTo>
                    <a:pt x="5408182" y="1194458"/>
                  </a:lnTo>
                  <a:lnTo>
                    <a:pt x="5408307" y="1194458"/>
                  </a:lnTo>
                  <a:lnTo>
                    <a:pt x="5408433" y="1194458"/>
                  </a:lnTo>
                  <a:lnTo>
                    <a:pt x="5408558" y="1194458"/>
                  </a:lnTo>
                  <a:lnTo>
                    <a:pt x="5408683" y="1194458"/>
                  </a:lnTo>
                  <a:lnTo>
                    <a:pt x="5408808" y="1194458"/>
                  </a:lnTo>
                  <a:lnTo>
                    <a:pt x="5408933" y="1194458"/>
                  </a:lnTo>
                  <a:lnTo>
                    <a:pt x="5409058" y="1194458"/>
                  </a:lnTo>
                  <a:lnTo>
                    <a:pt x="5409183" y="1194458"/>
                  </a:lnTo>
                  <a:lnTo>
                    <a:pt x="5409308" y="1194458"/>
                  </a:lnTo>
                  <a:lnTo>
                    <a:pt x="5409433" y="1194458"/>
                  </a:lnTo>
                  <a:lnTo>
                    <a:pt x="5409558" y="1194458"/>
                  </a:lnTo>
                  <a:lnTo>
                    <a:pt x="5409683" y="1194458"/>
                  </a:lnTo>
                  <a:lnTo>
                    <a:pt x="5409808" y="1194458"/>
                  </a:lnTo>
                  <a:lnTo>
                    <a:pt x="5409933" y="1194458"/>
                  </a:lnTo>
                  <a:lnTo>
                    <a:pt x="5410058" y="1194458"/>
                  </a:lnTo>
                  <a:lnTo>
                    <a:pt x="5410183" y="1194458"/>
                  </a:lnTo>
                  <a:lnTo>
                    <a:pt x="5410308" y="1194458"/>
                  </a:lnTo>
                  <a:lnTo>
                    <a:pt x="5410433" y="1194458"/>
                  </a:lnTo>
                  <a:lnTo>
                    <a:pt x="5410558" y="1194458"/>
                  </a:lnTo>
                  <a:lnTo>
                    <a:pt x="5410683" y="1194458"/>
                  </a:lnTo>
                  <a:lnTo>
                    <a:pt x="5410808" y="1194458"/>
                  </a:lnTo>
                  <a:lnTo>
                    <a:pt x="5410933" y="1194458"/>
                  </a:lnTo>
                  <a:lnTo>
                    <a:pt x="5411058" y="1194458"/>
                  </a:lnTo>
                  <a:lnTo>
                    <a:pt x="5411183" y="1194458"/>
                  </a:lnTo>
                  <a:lnTo>
                    <a:pt x="5411308" y="1194458"/>
                  </a:lnTo>
                  <a:lnTo>
                    <a:pt x="5411434" y="1194458"/>
                  </a:lnTo>
                  <a:lnTo>
                    <a:pt x="5411559" y="1194458"/>
                  </a:lnTo>
                  <a:lnTo>
                    <a:pt x="5411684" y="1194458"/>
                  </a:lnTo>
                  <a:lnTo>
                    <a:pt x="5411809" y="1194458"/>
                  </a:lnTo>
                  <a:lnTo>
                    <a:pt x="5411934" y="1194458"/>
                  </a:lnTo>
                  <a:lnTo>
                    <a:pt x="5412059" y="1194458"/>
                  </a:lnTo>
                  <a:lnTo>
                    <a:pt x="5412184" y="1194458"/>
                  </a:lnTo>
                  <a:lnTo>
                    <a:pt x="5412309" y="1194458"/>
                  </a:lnTo>
                  <a:lnTo>
                    <a:pt x="5412434" y="1194458"/>
                  </a:lnTo>
                  <a:lnTo>
                    <a:pt x="5412559" y="1194458"/>
                  </a:lnTo>
                  <a:lnTo>
                    <a:pt x="5412684" y="1194458"/>
                  </a:lnTo>
                  <a:lnTo>
                    <a:pt x="5412809" y="1194458"/>
                  </a:lnTo>
                  <a:lnTo>
                    <a:pt x="5412934" y="1194458"/>
                  </a:lnTo>
                  <a:lnTo>
                    <a:pt x="5413059" y="1194458"/>
                  </a:lnTo>
                  <a:lnTo>
                    <a:pt x="5413184" y="1194458"/>
                  </a:lnTo>
                  <a:lnTo>
                    <a:pt x="5413309" y="1194458"/>
                  </a:lnTo>
                  <a:lnTo>
                    <a:pt x="5413434" y="1194458"/>
                  </a:lnTo>
                  <a:lnTo>
                    <a:pt x="5413559" y="1194458"/>
                  </a:lnTo>
                  <a:lnTo>
                    <a:pt x="5413684" y="1194458"/>
                  </a:lnTo>
                  <a:lnTo>
                    <a:pt x="5413809" y="1194458"/>
                  </a:lnTo>
                  <a:lnTo>
                    <a:pt x="5413934" y="1194458"/>
                  </a:lnTo>
                  <a:lnTo>
                    <a:pt x="5414059" y="1194458"/>
                  </a:lnTo>
                  <a:lnTo>
                    <a:pt x="5414184" y="1194458"/>
                  </a:lnTo>
                  <a:lnTo>
                    <a:pt x="5414309" y="1194458"/>
                  </a:lnTo>
                  <a:lnTo>
                    <a:pt x="5414435" y="1194458"/>
                  </a:lnTo>
                  <a:lnTo>
                    <a:pt x="5414560" y="1194458"/>
                  </a:lnTo>
                  <a:lnTo>
                    <a:pt x="5414685" y="1194458"/>
                  </a:lnTo>
                  <a:lnTo>
                    <a:pt x="5414810" y="1194458"/>
                  </a:lnTo>
                  <a:lnTo>
                    <a:pt x="5414935" y="1194458"/>
                  </a:lnTo>
                  <a:lnTo>
                    <a:pt x="5415060" y="1194458"/>
                  </a:lnTo>
                  <a:lnTo>
                    <a:pt x="5415185" y="1194458"/>
                  </a:lnTo>
                  <a:lnTo>
                    <a:pt x="5415310" y="1194458"/>
                  </a:lnTo>
                  <a:lnTo>
                    <a:pt x="5415435" y="1194458"/>
                  </a:lnTo>
                  <a:lnTo>
                    <a:pt x="5415560" y="1194458"/>
                  </a:lnTo>
                  <a:lnTo>
                    <a:pt x="5415685" y="1194458"/>
                  </a:lnTo>
                  <a:lnTo>
                    <a:pt x="5415810" y="1194458"/>
                  </a:lnTo>
                  <a:lnTo>
                    <a:pt x="5415935" y="1194458"/>
                  </a:lnTo>
                  <a:lnTo>
                    <a:pt x="5416060" y="1194458"/>
                  </a:lnTo>
                  <a:lnTo>
                    <a:pt x="5416185" y="1194458"/>
                  </a:lnTo>
                  <a:lnTo>
                    <a:pt x="5416310" y="1194458"/>
                  </a:lnTo>
                  <a:lnTo>
                    <a:pt x="5416435" y="1194458"/>
                  </a:lnTo>
                  <a:lnTo>
                    <a:pt x="5416560" y="1194458"/>
                  </a:lnTo>
                  <a:lnTo>
                    <a:pt x="5416685" y="1194458"/>
                  </a:lnTo>
                  <a:lnTo>
                    <a:pt x="5416810" y="1194458"/>
                  </a:lnTo>
                  <a:lnTo>
                    <a:pt x="5416935" y="1194458"/>
                  </a:lnTo>
                  <a:lnTo>
                    <a:pt x="5417060" y="1194458"/>
                  </a:lnTo>
                  <a:lnTo>
                    <a:pt x="5417185" y="1194458"/>
                  </a:lnTo>
                  <a:lnTo>
                    <a:pt x="5417310" y="1194458"/>
                  </a:lnTo>
                  <a:lnTo>
                    <a:pt x="5417436" y="1194458"/>
                  </a:lnTo>
                  <a:lnTo>
                    <a:pt x="5417561" y="1194458"/>
                  </a:lnTo>
                  <a:lnTo>
                    <a:pt x="5417686" y="1194458"/>
                  </a:lnTo>
                  <a:lnTo>
                    <a:pt x="5417811" y="1194458"/>
                  </a:lnTo>
                  <a:lnTo>
                    <a:pt x="5417936" y="1194458"/>
                  </a:lnTo>
                  <a:lnTo>
                    <a:pt x="5418061" y="1194458"/>
                  </a:lnTo>
                  <a:lnTo>
                    <a:pt x="5418186" y="1194458"/>
                  </a:lnTo>
                  <a:lnTo>
                    <a:pt x="5418311" y="1194458"/>
                  </a:lnTo>
                  <a:lnTo>
                    <a:pt x="5418436" y="1194458"/>
                  </a:lnTo>
                  <a:lnTo>
                    <a:pt x="5418561" y="1194458"/>
                  </a:lnTo>
                  <a:lnTo>
                    <a:pt x="5418686" y="1194458"/>
                  </a:lnTo>
                  <a:lnTo>
                    <a:pt x="5418811" y="1194458"/>
                  </a:lnTo>
                  <a:lnTo>
                    <a:pt x="5418936" y="1194458"/>
                  </a:lnTo>
                  <a:lnTo>
                    <a:pt x="5419061" y="1194458"/>
                  </a:lnTo>
                  <a:lnTo>
                    <a:pt x="5419186" y="1194458"/>
                  </a:lnTo>
                  <a:lnTo>
                    <a:pt x="5419311" y="1194458"/>
                  </a:lnTo>
                  <a:lnTo>
                    <a:pt x="5419436" y="1194458"/>
                  </a:lnTo>
                  <a:lnTo>
                    <a:pt x="5419561" y="1194458"/>
                  </a:lnTo>
                  <a:lnTo>
                    <a:pt x="5419686" y="1194458"/>
                  </a:lnTo>
                  <a:lnTo>
                    <a:pt x="5419811" y="1194458"/>
                  </a:lnTo>
                  <a:lnTo>
                    <a:pt x="5419936" y="1194458"/>
                  </a:lnTo>
                  <a:lnTo>
                    <a:pt x="5420061" y="1194458"/>
                  </a:lnTo>
                  <a:lnTo>
                    <a:pt x="5420186" y="1194458"/>
                  </a:lnTo>
                  <a:lnTo>
                    <a:pt x="5420311" y="1194458"/>
                  </a:lnTo>
                  <a:lnTo>
                    <a:pt x="5420437" y="1194458"/>
                  </a:lnTo>
                  <a:lnTo>
                    <a:pt x="5420562" y="1194458"/>
                  </a:lnTo>
                  <a:lnTo>
                    <a:pt x="5420687" y="1194458"/>
                  </a:lnTo>
                  <a:lnTo>
                    <a:pt x="5420812" y="1194458"/>
                  </a:lnTo>
                  <a:lnTo>
                    <a:pt x="5420937" y="1194458"/>
                  </a:lnTo>
                  <a:lnTo>
                    <a:pt x="5421062" y="1194458"/>
                  </a:lnTo>
                  <a:lnTo>
                    <a:pt x="5421187" y="1194458"/>
                  </a:lnTo>
                  <a:lnTo>
                    <a:pt x="5421312" y="1194458"/>
                  </a:lnTo>
                  <a:lnTo>
                    <a:pt x="5421437" y="1194458"/>
                  </a:lnTo>
                  <a:lnTo>
                    <a:pt x="5421562" y="1194458"/>
                  </a:lnTo>
                  <a:lnTo>
                    <a:pt x="5421687" y="1194458"/>
                  </a:lnTo>
                  <a:lnTo>
                    <a:pt x="5421812" y="1194458"/>
                  </a:lnTo>
                  <a:lnTo>
                    <a:pt x="5421937" y="1194458"/>
                  </a:lnTo>
                  <a:lnTo>
                    <a:pt x="5422062" y="1194458"/>
                  </a:lnTo>
                  <a:lnTo>
                    <a:pt x="5422187" y="1194458"/>
                  </a:lnTo>
                  <a:lnTo>
                    <a:pt x="5422312" y="1194458"/>
                  </a:lnTo>
                  <a:lnTo>
                    <a:pt x="5422437" y="1194458"/>
                  </a:lnTo>
                  <a:lnTo>
                    <a:pt x="5422562" y="1194458"/>
                  </a:lnTo>
                  <a:lnTo>
                    <a:pt x="5422687" y="1194458"/>
                  </a:lnTo>
                  <a:lnTo>
                    <a:pt x="5422812" y="1194458"/>
                  </a:lnTo>
                  <a:lnTo>
                    <a:pt x="5422937" y="1194458"/>
                  </a:lnTo>
                  <a:lnTo>
                    <a:pt x="5423062" y="1194458"/>
                  </a:lnTo>
                  <a:lnTo>
                    <a:pt x="5423187" y="1194458"/>
                  </a:lnTo>
                  <a:lnTo>
                    <a:pt x="5423312" y="1194458"/>
                  </a:lnTo>
                  <a:lnTo>
                    <a:pt x="5423438" y="1194458"/>
                  </a:lnTo>
                  <a:lnTo>
                    <a:pt x="5423563" y="1194458"/>
                  </a:lnTo>
                  <a:lnTo>
                    <a:pt x="5423688" y="1194458"/>
                  </a:lnTo>
                  <a:lnTo>
                    <a:pt x="5423813" y="1194458"/>
                  </a:lnTo>
                  <a:lnTo>
                    <a:pt x="5423938" y="1194458"/>
                  </a:lnTo>
                  <a:lnTo>
                    <a:pt x="5424063" y="1194458"/>
                  </a:lnTo>
                  <a:lnTo>
                    <a:pt x="5424188" y="1194458"/>
                  </a:lnTo>
                  <a:lnTo>
                    <a:pt x="5424313" y="1194458"/>
                  </a:lnTo>
                  <a:lnTo>
                    <a:pt x="5424438" y="1194458"/>
                  </a:lnTo>
                  <a:lnTo>
                    <a:pt x="5424563" y="1194458"/>
                  </a:lnTo>
                  <a:lnTo>
                    <a:pt x="5424688" y="1194458"/>
                  </a:lnTo>
                  <a:lnTo>
                    <a:pt x="5424813" y="1194458"/>
                  </a:lnTo>
                  <a:lnTo>
                    <a:pt x="5424938" y="1194458"/>
                  </a:lnTo>
                  <a:lnTo>
                    <a:pt x="5425063" y="1194458"/>
                  </a:lnTo>
                  <a:lnTo>
                    <a:pt x="5425188" y="1194458"/>
                  </a:lnTo>
                  <a:lnTo>
                    <a:pt x="5425313" y="1194458"/>
                  </a:lnTo>
                  <a:lnTo>
                    <a:pt x="5425438" y="1194458"/>
                  </a:lnTo>
                  <a:lnTo>
                    <a:pt x="5425563" y="1194458"/>
                  </a:lnTo>
                  <a:lnTo>
                    <a:pt x="5425688" y="1194458"/>
                  </a:lnTo>
                  <a:lnTo>
                    <a:pt x="5425813" y="1194458"/>
                  </a:lnTo>
                  <a:lnTo>
                    <a:pt x="5425938" y="1194458"/>
                  </a:lnTo>
                  <a:lnTo>
                    <a:pt x="5426063" y="1194458"/>
                  </a:lnTo>
                  <a:lnTo>
                    <a:pt x="5426188" y="1194458"/>
                  </a:lnTo>
                  <a:lnTo>
                    <a:pt x="5426313" y="1194458"/>
                  </a:lnTo>
                  <a:lnTo>
                    <a:pt x="5426439" y="1194458"/>
                  </a:lnTo>
                  <a:lnTo>
                    <a:pt x="5426564" y="1194458"/>
                  </a:lnTo>
                  <a:lnTo>
                    <a:pt x="5426689" y="1194458"/>
                  </a:lnTo>
                  <a:lnTo>
                    <a:pt x="5426814" y="1194458"/>
                  </a:lnTo>
                  <a:lnTo>
                    <a:pt x="5426939" y="1194458"/>
                  </a:lnTo>
                  <a:lnTo>
                    <a:pt x="5427064" y="1194458"/>
                  </a:lnTo>
                  <a:lnTo>
                    <a:pt x="5427189" y="1194458"/>
                  </a:lnTo>
                  <a:lnTo>
                    <a:pt x="5427314" y="1194458"/>
                  </a:lnTo>
                  <a:lnTo>
                    <a:pt x="5427439" y="1194458"/>
                  </a:lnTo>
                  <a:lnTo>
                    <a:pt x="5427564" y="1194458"/>
                  </a:lnTo>
                  <a:lnTo>
                    <a:pt x="5427689" y="1194458"/>
                  </a:lnTo>
                  <a:lnTo>
                    <a:pt x="5427814" y="1194458"/>
                  </a:lnTo>
                  <a:lnTo>
                    <a:pt x="5427939" y="1194458"/>
                  </a:lnTo>
                  <a:lnTo>
                    <a:pt x="5428064" y="1194458"/>
                  </a:lnTo>
                  <a:lnTo>
                    <a:pt x="5428189" y="1194458"/>
                  </a:lnTo>
                  <a:lnTo>
                    <a:pt x="5428314" y="1194458"/>
                  </a:lnTo>
                  <a:lnTo>
                    <a:pt x="5428439" y="1194458"/>
                  </a:lnTo>
                  <a:lnTo>
                    <a:pt x="5428564" y="1194458"/>
                  </a:lnTo>
                  <a:lnTo>
                    <a:pt x="5428689" y="1194458"/>
                  </a:lnTo>
                  <a:lnTo>
                    <a:pt x="5428814" y="1194458"/>
                  </a:lnTo>
                  <a:lnTo>
                    <a:pt x="5428939" y="1194458"/>
                  </a:lnTo>
                  <a:lnTo>
                    <a:pt x="5429064" y="1194458"/>
                  </a:lnTo>
                  <a:lnTo>
                    <a:pt x="5429189" y="1194458"/>
                  </a:lnTo>
                  <a:lnTo>
                    <a:pt x="5429314" y="1194458"/>
                  </a:lnTo>
                  <a:lnTo>
                    <a:pt x="5429440" y="1194458"/>
                  </a:lnTo>
                  <a:lnTo>
                    <a:pt x="5429565" y="1194458"/>
                  </a:lnTo>
                  <a:lnTo>
                    <a:pt x="5429690" y="1194458"/>
                  </a:lnTo>
                  <a:lnTo>
                    <a:pt x="5429815" y="1194458"/>
                  </a:lnTo>
                  <a:lnTo>
                    <a:pt x="5429940" y="1194458"/>
                  </a:lnTo>
                  <a:lnTo>
                    <a:pt x="5430065" y="1194458"/>
                  </a:lnTo>
                  <a:lnTo>
                    <a:pt x="5430190" y="1194458"/>
                  </a:lnTo>
                  <a:lnTo>
                    <a:pt x="5430315" y="1194458"/>
                  </a:lnTo>
                  <a:lnTo>
                    <a:pt x="5430440" y="1194458"/>
                  </a:lnTo>
                  <a:lnTo>
                    <a:pt x="5430565" y="1194458"/>
                  </a:lnTo>
                  <a:lnTo>
                    <a:pt x="5430690" y="1194458"/>
                  </a:lnTo>
                  <a:lnTo>
                    <a:pt x="5430815" y="1194458"/>
                  </a:lnTo>
                  <a:lnTo>
                    <a:pt x="5430940" y="1194458"/>
                  </a:lnTo>
                  <a:lnTo>
                    <a:pt x="5431065" y="1194458"/>
                  </a:lnTo>
                  <a:lnTo>
                    <a:pt x="5431190" y="1194458"/>
                  </a:lnTo>
                  <a:lnTo>
                    <a:pt x="5431315" y="1194458"/>
                  </a:lnTo>
                  <a:lnTo>
                    <a:pt x="5431440" y="1194458"/>
                  </a:lnTo>
                  <a:lnTo>
                    <a:pt x="5431565" y="1194458"/>
                  </a:lnTo>
                  <a:lnTo>
                    <a:pt x="5431690" y="1194458"/>
                  </a:lnTo>
                  <a:lnTo>
                    <a:pt x="5431815" y="1194458"/>
                  </a:lnTo>
                  <a:lnTo>
                    <a:pt x="5431940" y="1194458"/>
                  </a:lnTo>
                  <a:lnTo>
                    <a:pt x="5432065" y="1194458"/>
                  </a:lnTo>
                  <a:lnTo>
                    <a:pt x="5432190" y="1194458"/>
                  </a:lnTo>
                  <a:lnTo>
                    <a:pt x="5432316" y="1194458"/>
                  </a:lnTo>
                  <a:lnTo>
                    <a:pt x="5432441" y="1194458"/>
                  </a:lnTo>
                  <a:lnTo>
                    <a:pt x="5432441" y="1184504"/>
                  </a:lnTo>
                  <a:lnTo>
                    <a:pt x="5432566" y="1184504"/>
                  </a:lnTo>
                  <a:lnTo>
                    <a:pt x="5432691" y="1184504"/>
                  </a:lnTo>
                  <a:lnTo>
                    <a:pt x="5432816" y="1184504"/>
                  </a:lnTo>
                  <a:lnTo>
                    <a:pt x="5432941" y="1184504"/>
                  </a:lnTo>
                  <a:lnTo>
                    <a:pt x="5433066" y="1184504"/>
                  </a:lnTo>
                  <a:lnTo>
                    <a:pt x="5433191" y="1184504"/>
                  </a:lnTo>
                  <a:lnTo>
                    <a:pt x="5433316" y="1184504"/>
                  </a:lnTo>
                  <a:lnTo>
                    <a:pt x="5433441" y="1184504"/>
                  </a:lnTo>
                  <a:lnTo>
                    <a:pt x="5433566" y="1184504"/>
                  </a:lnTo>
                  <a:lnTo>
                    <a:pt x="5433691" y="1184504"/>
                  </a:lnTo>
                  <a:lnTo>
                    <a:pt x="5433816" y="1184504"/>
                  </a:lnTo>
                  <a:lnTo>
                    <a:pt x="5433941" y="1184504"/>
                  </a:lnTo>
                  <a:lnTo>
                    <a:pt x="5434066" y="1184504"/>
                  </a:lnTo>
                  <a:lnTo>
                    <a:pt x="5434191" y="1184504"/>
                  </a:lnTo>
                  <a:lnTo>
                    <a:pt x="5434316" y="1184504"/>
                  </a:lnTo>
                  <a:lnTo>
                    <a:pt x="5434441" y="1184504"/>
                  </a:lnTo>
                  <a:lnTo>
                    <a:pt x="5434566" y="1184504"/>
                  </a:lnTo>
                  <a:lnTo>
                    <a:pt x="5434691" y="1184504"/>
                  </a:lnTo>
                  <a:lnTo>
                    <a:pt x="5434816" y="1184504"/>
                  </a:lnTo>
                  <a:lnTo>
                    <a:pt x="5434941" y="1184504"/>
                  </a:lnTo>
                  <a:lnTo>
                    <a:pt x="5435066" y="1184504"/>
                  </a:lnTo>
                  <a:lnTo>
                    <a:pt x="5435191" y="1184504"/>
                  </a:lnTo>
                  <a:lnTo>
                    <a:pt x="5435317" y="1184504"/>
                  </a:lnTo>
                  <a:lnTo>
                    <a:pt x="5435442" y="1184504"/>
                  </a:lnTo>
                  <a:lnTo>
                    <a:pt x="5435442" y="1174551"/>
                  </a:lnTo>
                  <a:lnTo>
                    <a:pt x="5435567" y="1174551"/>
                  </a:lnTo>
                  <a:lnTo>
                    <a:pt x="5435692" y="1174551"/>
                  </a:lnTo>
                  <a:lnTo>
                    <a:pt x="5435817" y="1174551"/>
                  </a:lnTo>
                  <a:lnTo>
                    <a:pt x="5435942" y="1174551"/>
                  </a:lnTo>
                  <a:lnTo>
                    <a:pt x="5436067" y="1174551"/>
                  </a:lnTo>
                  <a:lnTo>
                    <a:pt x="5436192" y="1174551"/>
                  </a:lnTo>
                  <a:lnTo>
                    <a:pt x="5436317" y="1174551"/>
                  </a:lnTo>
                  <a:lnTo>
                    <a:pt x="5436442" y="1174551"/>
                  </a:lnTo>
                  <a:lnTo>
                    <a:pt x="5436567" y="1174551"/>
                  </a:lnTo>
                  <a:lnTo>
                    <a:pt x="5436692" y="1174551"/>
                  </a:lnTo>
                  <a:lnTo>
                    <a:pt x="5436817" y="1174551"/>
                  </a:lnTo>
                  <a:lnTo>
                    <a:pt x="5436942" y="1174551"/>
                  </a:lnTo>
                  <a:lnTo>
                    <a:pt x="5437067" y="1174551"/>
                  </a:lnTo>
                  <a:lnTo>
                    <a:pt x="5437192" y="1174551"/>
                  </a:lnTo>
                  <a:lnTo>
                    <a:pt x="5437317" y="1174551"/>
                  </a:lnTo>
                  <a:lnTo>
                    <a:pt x="5437442" y="1174551"/>
                  </a:lnTo>
                  <a:lnTo>
                    <a:pt x="5437567" y="1174551"/>
                  </a:lnTo>
                  <a:lnTo>
                    <a:pt x="5437692" y="1174551"/>
                  </a:lnTo>
                  <a:lnTo>
                    <a:pt x="5437817" y="1174551"/>
                  </a:lnTo>
                  <a:lnTo>
                    <a:pt x="5437942" y="1174551"/>
                  </a:lnTo>
                  <a:lnTo>
                    <a:pt x="5438067" y="1174551"/>
                  </a:lnTo>
                  <a:lnTo>
                    <a:pt x="5438192" y="1174551"/>
                  </a:lnTo>
                  <a:lnTo>
                    <a:pt x="5438318" y="1174551"/>
                  </a:lnTo>
                  <a:lnTo>
                    <a:pt x="5438443" y="1174551"/>
                  </a:lnTo>
                  <a:lnTo>
                    <a:pt x="5438568" y="1174551"/>
                  </a:lnTo>
                  <a:lnTo>
                    <a:pt x="5438693" y="1174551"/>
                  </a:lnTo>
                  <a:lnTo>
                    <a:pt x="5438818" y="1174551"/>
                  </a:lnTo>
                  <a:lnTo>
                    <a:pt x="5438943" y="1174551"/>
                  </a:lnTo>
                  <a:lnTo>
                    <a:pt x="5439068" y="1174551"/>
                  </a:lnTo>
                  <a:lnTo>
                    <a:pt x="5439193" y="1174551"/>
                  </a:lnTo>
                  <a:lnTo>
                    <a:pt x="5439318" y="1174551"/>
                  </a:lnTo>
                  <a:lnTo>
                    <a:pt x="5439443" y="1174551"/>
                  </a:lnTo>
                  <a:lnTo>
                    <a:pt x="5439568" y="1174551"/>
                  </a:lnTo>
                  <a:lnTo>
                    <a:pt x="5439693" y="1174551"/>
                  </a:lnTo>
                  <a:lnTo>
                    <a:pt x="5439818" y="1174551"/>
                  </a:lnTo>
                  <a:lnTo>
                    <a:pt x="5439943" y="1174551"/>
                  </a:lnTo>
                  <a:lnTo>
                    <a:pt x="5440068" y="1174551"/>
                  </a:lnTo>
                  <a:lnTo>
                    <a:pt x="5440193" y="1174551"/>
                  </a:lnTo>
                  <a:lnTo>
                    <a:pt x="5440318" y="1174551"/>
                  </a:lnTo>
                  <a:lnTo>
                    <a:pt x="5440443" y="1174551"/>
                  </a:lnTo>
                  <a:lnTo>
                    <a:pt x="5440568" y="1174551"/>
                  </a:lnTo>
                  <a:lnTo>
                    <a:pt x="5440693" y="1174551"/>
                  </a:lnTo>
                  <a:lnTo>
                    <a:pt x="5440818" y="1174551"/>
                  </a:lnTo>
                  <a:lnTo>
                    <a:pt x="5440943" y="1174551"/>
                  </a:lnTo>
                  <a:lnTo>
                    <a:pt x="5441068" y="1174551"/>
                  </a:lnTo>
                  <a:lnTo>
                    <a:pt x="5441193" y="1174551"/>
                  </a:lnTo>
                  <a:lnTo>
                    <a:pt x="5441319" y="1174551"/>
                  </a:lnTo>
                  <a:lnTo>
                    <a:pt x="5441444" y="1174551"/>
                  </a:lnTo>
                  <a:lnTo>
                    <a:pt x="5441569" y="1174551"/>
                  </a:lnTo>
                  <a:lnTo>
                    <a:pt x="5441694" y="1174551"/>
                  </a:lnTo>
                  <a:lnTo>
                    <a:pt x="5441819" y="1174551"/>
                  </a:lnTo>
                  <a:lnTo>
                    <a:pt x="5441944" y="1174551"/>
                  </a:lnTo>
                  <a:lnTo>
                    <a:pt x="5441944" y="1164597"/>
                  </a:lnTo>
                  <a:lnTo>
                    <a:pt x="5442069" y="1164597"/>
                  </a:lnTo>
                  <a:lnTo>
                    <a:pt x="5442194" y="1164597"/>
                  </a:lnTo>
                  <a:lnTo>
                    <a:pt x="5442319" y="1164597"/>
                  </a:lnTo>
                  <a:lnTo>
                    <a:pt x="5442444" y="1164597"/>
                  </a:lnTo>
                  <a:lnTo>
                    <a:pt x="5442569" y="1164597"/>
                  </a:lnTo>
                  <a:lnTo>
                    <a:pt x="5442694" y="1164597"/>
                  </a:lnTo>
                  <a:lnTo>
                    <a:pt x="5442819" y="1164597"/>
                  </a:lnTo>
                  <a:lnTo>
                    <a:pt x="5442944" y="1164597"/>
                  </a:lnTo>
                  <a:lnTo>
                    <a:pt x="5443069" y="1164597"/>
                  </a:lnTo>
                  <a:lnTo>
                    <a:pt x="5443194" y="1164597"/>
                  </a:lnTo>
                  <a:lnTo>
                    <a:pt x="5443319" y="1164597"/>
                  </a:lnTo>
                  <a:lnTo>
                    <a:pt x="5443444" y="1164597"/>
                  </a:lnTo>
                  <a:lnTo>
                    <a:pt x="5443569" y="1164597"/>
                  </a:lnTo>
                  <a:lnTo>
                    <a:pt x="5443694" y="1164597"/>
                  </a:lnTo>
                  <a:lnTo>
                    <a:pt x="5443819" y="1164597"/>
                  </a:lnTo>
                  <a:lnTo>
                    <a:pt x="5443944" y="1164597"/>
                  </a:lnTo>
                  <a:lnTo>
                    <a:pt x="5444069" y="1164597"/>
                  </a:lnTo>
                  <a:lnTo>
                    <a:pt x="5444194" y="1164597"/>
                  </a:lnTo>
                  <a:lnTo>
                    <a:pt x="5444320" y="1164597"/>
                  </a:lnTo>
                  <a:lnTo>
                    <a:pt x="5444445" y="1164597"/>
                  </a:lnTo>
                  <a:lnTo>
                    <a:pt x="5444570" y="1164597"/>
                  </a:lnTo>
                  <a:lnTo>
                    <a:pt x="5444695" y="1164597"/>
                  </a:lnTo>
                  <a:lnTo>
                    <a:pt x="5444820" y="1164597"/>
                  </a:lnTo>
                  <a:lnTo>
                    <a:pt x="5444945" y="1164597"/>
                  </a:lnTo>
                  <a:lnTo>
                    <a:pt x="5445070" y="1164597"/>
                  </a:lnTo>
                  <a:lnTo>
                    <a:pt x="5445195" y="1164597"/>
                  </a:lnTo>
                  <a:lnTo>
                    <a:pt x="5445320" y="1164597"/>
                  </a:lnTo>
                  <a:lnTo>
                    <a:pt x="5445445" y="1164597"/>
                  </a:lnTo>
                  <a:lnTo>
                    <a:pt x="5445570" y="1164597"/>
                  </a:lnTo>
                  <a:lnTo>
                    <a:pt x="5445695" y="1164597"/>
                  </a:lnTo>
                  <a:lnTo>
                    <a:pt x="5445820" y="1164597"/>
                  </a:lnTo>
                  <a:lnTo>
                    <a:pt x="5445945" y="1164597"/>
                  </a:lnTo>
                  <a:lnTo>
                    <a:pt x="5446070" y="1164597"/>
                  </a:lnTo>
                  <a:lnTo>
                    <a:pt x="5446195" y="1164597"/>
                  </a:lnTo>
                  <a:lnTo>
                    <a:pt x="5446320" y="1164597"/>
                  </a:lnTo>
                  <a:lnTo>
                    <a:pt x="5446445" y="1164597"/>
                  </a:lnTo>
                  <a:lnTo>
                    <a:pt x="5446570" y="1164597"/>
                  </a:lnTo>
                  <a:lnTo>
                    <a:pt x="5446695" y="1164597"/>
                  </a:lnTo>
                  <a:lnTo>
                    <a:pt x="5446820" y="1164597"/>
                  </a:lnTo>
                  <a:lnTo>
                    <a:pt x="5446945" y="1164597"/>
                  </a:lnTo>
                  <a:lnTo>
                    <a:pt x="5447070" y="1164597"/>
                  </a:lnTo>
                  <a:lnTo>
                    <a:pt x="5447195" y="1164597"/>
                  </a:lnTo>
                  <a:lnTo>
                    <a:pt x="5447321" y="1164597"/>
                  </a:lnTo>
                  <a:lnTo>
                    <a:pt x="5447446" y="1164597"/>
                  </a:lnTo>
                  <a:lnTo>
                    <a:pt x="5447571" y="1164597"/>
                  </a:lnTo>
                  <a:lnTo>
                    <a:pt x="5447696" y="1164597"/>
                  </a:lnTo>
                  <a:lnTo>
                    <a:pt x="5447821" y="1164597"/>
                  </a:lnTo>
                  <a:lnTo>
                    <a:pt x="5447946" y="1164597"/>
                  </a:lnTo>
                  <a:lnTo>
                    <a:pt x="5448071" y="1164597"/>
                  </a:lnTo>
                  <a:lnTo>
                    <a:pt x="5448196" y="1164597"/>
                  </a:lnTo>
                  <a:lnTo>
                    <a:pt x="5448321" y="1164597"/>
                  </a:lnTo>
                  <a:lnTo>
                    <a:pt x="5448446" y="1164597"/>
                  </a:lnTo>
                  <a:lnTo>
                    <a:pt x="5448571" y="1164597"/>
                  </a:lnTo>
                  <a:lnTo>
                    <a:pt x="5448696" y="1164597"/>
                  </a:lnTo>
                  <a:lnTo>
                    <a:pt x="5448821" y="1164597"/>
                  </a:lnTo>
                  <a:lnTo>
                    <a:pt x="5448946" y="1164597"/>
                  </a:lnTo>
                  <a:lnTo>
                    <a:pt x="5449071" y="1164597"/>
                  </a:lnTo>
                  <a:lnTo>
                    <a:pt x="5449196" y="1164597"/>
                  </a:lnTo>
                  <a:lnTo>
                    <a:pt x="5449321" y="1164597"/>
                  </a:lnTo>
                  <a:lnTo>
                    <a:pt x="5449446" y="1164597"/>
                  </a:lnTo>
                  <a:lnTo>
                    <a:pt x="5449571" y="1164597"/>
                  </a:lnTo>
                  <a:lnTo>
                    <a:pt x="5449696" y="1164597"/>
                  </a:lnTo>
                  <a:lnTo>
                    <a:pt x="5449821" y="1164597"/>
                  </a:lnTo>
                  <a:lnTo>
                    <a:pt x="5449946" y="1164597"/>
                  </a:lnTo>
                  <a:lnTo>
                    <a:pt x="5450071" y="1164597"/>
                  </a:lnTo>
                  <a:lnTo>
                    <a:pt x="5450196" y="1164597"/>
                  </a:lnTo>
                  <a:lnTo>
                    <a:pt x="5450322" y="1164597"/>
                  </a:lnTo>
                  <a:lnTo>
                    <a:pt x="5450447" y="1164597"/>
                  </a:lnTo>
                  <a:lnTo>
                    <a:pt x="5450572" y="1164597"/>
                  </a:lnTo>
                  <a:lnTo>
                    <a:pt x="5450697" y="1164597"/>
                  </a:lnTo>
                  <a:lnTo>
                    <a:pt x="5450822" y="1164597"/>
                  </a:lnTo>
                  <a:lnTo>
                    <a:pt x="5450947" y="1164597"/>
                  </a:lnTo>
                  <a:lnTo>
                    <a:pt x="5451072" y="1164597"/>
                  </a:lnTo>
                  <a:lnTo>
                    <a:pt x="5451197" y="1164597"/>
                  </a:lnTo>
                  <a:lnTo>
                    <a:pt x="5451322" y="1164597"/>
                  </a:lnTo>
                  <a:lnTo>
                    <a:pt x="5451447" y="1164597"/>
                  </a:lnTo>
                  <a:lnTo>
                    <a:pt x="5451572" y="1164597"/>
                  </a:lnTo>
                  <a:lnTo>
                    <a:pt x="5451697" y="1164597"/>
                  </a:lnTo>
                  <a:lnTo>
                    <a:pt x="5451822" y="1164597"/>
                  </a:lnTo>
                  <a:lnTo>
                    <a:pt x="5451947" y="1164597"/>
                  </a:lnTo>
                  <a:lnTo>
                    <a:pt x="5452072" y="1164597"/>
                  </a:lnTo>
                  <a:lnTo>
                    <a:pt x="5452197" y="1164597"/>
                  </a:lnTo>
                  <a:lnTo>
                    <a:pt x="5452322" y="1164597"/>
                  </a:lnTo>
                  <a:lnTo>
                    <a:pt x="5452447" y="1164597"/>
                  </a:lnTo>
                  <a:lnTo>
                    <a:pt x="5452572" y="1164597"/>
                  </a:lnTo>
                  <a:lnTo>
                    <a:pt x="5452697" y="1164597"/>
                  </a:lnTo>
                  <a:lnTo>
                    <a:pt x="5452822" y="1164597"/>
                  </a:lnTo>
                  <a:lnTo>
                    <a:pt x="5452947" y="1164597"/>
                  </a:lnTo>
                  <a:lnTo>
                    <a:pt x="5453072" y="1164597"/>
                  </a:lnTo>
                  <a:lnTo>
                    <a:pt x="5453197" y="1164597"/>
                  </a:lnTo>
                  <a:lnTo>
                    <a:pt x="5453323" y="1164597"/>
                  </a:lnTo>
                  <a:lnTo>
                    <a:pt x="5453448" y="1164597"/>
                  </a:lnTo>
                  <a:lnTo>
                    <a:pt x="5453573" y="1164597"/>
                  </a:lnTo>
                  <a:lnTo>
                    <a:pt x="5453698" y="1164597"/>
                  </a:lnTo>
                  <a:lnTo>
                    <a:pt x="5453823" y="1164597"/>
                  </a:lnTo>
                  <a:lnTo>
                    <a:pt x="5453948" y="1164597"/>
                  </a:lnTo>
                  <a:lnTo>
                    <a:pt x="5454073" y="1164597"/>
                  </a:lnTo>
                  <a:lnTo>
                    <a:pt x="5454198" y="1164597"/>
                  </a:lnTo>
                  <a:lnTo>
                    <a:pt x="5454323" y="1164597"/>
                  </a:lnTo>
                  <a:lnTo>
                    <a:pt x="5454448" y="1164597"/>
                  </a:lnTo>
                  <a:lnTo>
                    <a:pt x="5454573" y="1164597"/>
                  </a:lnTo>
                  <a:lnTo>
                    <a:pt x="5454698" y="1164597"/>
                  </a:lnTo>
                  <a:lnTo>
                    <a:pt x="5454823" y="1164597"/>
                  </a:lnTo>
                  <a:lnTo>
                    <a:pt x="5454948" y="1164597"/>
                  </a:lnTo>
                  <a:lnTo>
                    <a:pt x="5455073" y="1164597"/>
                  </a:lnTo>
                  <a:lnTo>
                    <a:pt x="5455198" y="1164597"/>
                  </a:lnTo>
                  <a:lnTo>
                    <a:pt x="5455323" y="1164597"/>
                  </a:lnTo>
                  <a:lnTo>
                    <a:pt x="5455448" y="1164597"/>
                  </a:lnTo>
                  <a:lnTo>
                    <a:pt x="5455573" y="1164597"/>
                  </a:lnTo>
                  <a:lnTo>
                    <a:pt x="5455698" y="1164597"/>
                  </a:lnTo>
                  <a:lnTo>
                    <a:pt x="5455823" y="1164597"/>
                  </a:lnTo>
                  <a:lnTo>
                    <a:pt x="5455948" y="1164597"/>
                  </a:lnTo>
                  <a:lnTo>
                    <a:pt x="5456073" y="1164597"/>
                  </a:lnTo>
                  <a:lnTo>
                    <a:pt x="5456198" y="1164597"/>
                  </a:lnTo>
                  <a:lnTo>
                    <a:pt x="5456324" y="1164597"/>
                  </a:lnTo>
                  <a:lnTo>
                    <a:pt x="5456449" y="1164597"/>
                  </a:lnTo>
                  <a:lnTo>
                    <a:pt x="5456574" y="1164597"/>
                  </a:lnTo>
                  <a:lnTo>
                    <a:pt x="5456699" y="1164597"/>
                  </a:lnTo>
                  <a:lnTo>
                    <a:pt x="5456824" y="1164597"/>
                  </a:lnTo>
                  <a:lnTo>
                    <a:pt x="5456949" y="1164597"/>
                  </a:lnTo>
                  <a:lnTo>
                    <a:pt x="5457074" y="1164597"/>
                  </a:lnTo>
                  <a:lnTo>
                    <a:pt x="5457199" y="1164597"/>
                  </a:lnTo>
                  <a:lnTo>
                    <a:pt x="5457324" y="1164597"/>
                  </a:lnTo>
                  <a:lnTo>
                    <a:pt x="5457449" y="1164597"/>
                  </a:lnTo>
                  <a:lnTo>
                    <a:pt x="5457574" y="1164597"/>
                  </a:lnTo>
                  <a:lnTo>
                    <a:pt x="5457699" y="1164597"/>
                  </a:lnTo>
                  <a:lnTo>
                    <a:pt x="5457824" y="1164597"/>
                  </a:lnTo>
                  <a:lnTo>
                    <a:pt x="5457949" y="1164597"/>
                  </a:lnTo>
                  <a:lnTo>
                    <a:pt x="5458074" y="1164597"/>
                  </a:lnTo>
                  <a:lnTo>
                    <a:pt x="5458199" y="1164597"/>
                  </a:lnTo>
                  <a:lnTo>
                    <a:pt x="5458324" y="1164597"/>
                  </a:lnTo>
                  <a:lnTo>
                    <a:pt x="5458449" y="1164597"/>
                  </a:lnTo>
                  <a:lnTo>
                    <a:pt x="5458574" y="1164597"/>
                  </a:lnTo>
                  <a:lnTo>
                    <a:pt x="5458699" y="1164597"/>
                  </a:lnTo>
                  <a:lnTo>
                    <a:pt x="5458824" y="1164597"/>
                  </a:lnTo>
                  <a:lnTo>
                    <a:pt x="5458949" y="1164597"/>
                  </a:lnTo>
                  <a:lnTo>
                    <a:pt x="5459074" y="1164597"/>
                  </a:lnTo>
                  <a:lnTo>
                    <a:pt x="5459199" y="1164597"/>
                  </a:lnTo>
                  <a:lnTo>
                    <a:pt x="5459325" y="1164597"/>
                  </a:lnTo>
                  <a:lnTo>
                    <a:pt x="5459450" y="1164597"/>
                  </a:lnTo>
                  <a:lnTo>
                    <a:pt x="5459575" y="1164597"/>
                  </a:lnTo>
                  <a:lnTo>
                    <a:pt x="5459700" y="1164597"/>
                  </a:lnTo>
                  <a:lnTo>
                    <a:pt x="5459825" y="1164597"/>
                  </a:lnTo>
                  <a:lnTo>
                    <a:pt x="5459950" y="1164597"/>
                  </a:lnTo>
                  <a:lnTo>
                    <a:pt x="5460075" y="1164597"/>
                  </a:lnTo>
                  <a:lnTo>
                    <a:pt x="5460200" y="1164597"/>
                  </a:lnTo>
                  <a:lnTo>
                    <a:pt x="5460325" y="1164597"/>
                  </a:lnTo>
                  <a:lnTo>
                    <a:pt x="5460450" y="1164597"/>
                  </a:lnTo>
                  <a:lnTo>
                    <a:pt x="5460575" y="1164597"/>
                  </a:lnTo>
                  <a:lnTo>
                    <a:pt x="5460700" y="1164597"/>
                  </a:lnTo>
                  <a:lnTo>
                    <a:pt x="5460825" y="1164597"/>
                  </a:lnTo>
                  <a:lnTo>
                    <a:pt x="5460950" y="1164597"/>
                  </a:lnTo>
                  <a:lnTo>
                    <a:pt x="5461075" y="1164597"/>
                  </a:lnTo>
                  <a:lnTo>
                    <a:pt x="5461200" y="1164597"/>
                  </a:lnTo>
                  <a:lnTo>
                    <a:pt x="5461325" y="1164597"/>
                  </a:lnTo>
                  <a:lnTo>
                    <a:pt x="5461450" y="1164597"/>
                  </a:lnTo>
                  <a:lnTo>
                    <a:pt x="5461575" y="1164597"/>
                  </a:lnTo>
                  <a:lnTo>
                    <a:pt x="5461700" y="1164597"/>
                  </a:lnTo>
                  <a:lnTo>
                    <a:pt x="5461825" y="1164597"/>
                  </a:lnTo>
                  <a:lnTo>
                    <a:pt x="5461950" y="1164597"/>
                  </a:lnTo>
                  <a:lnTo>
                    <a:pt x="5462075" y="1164597"/>
                  </a:lnTo>
                  <a:lnTo>
                    <a:pt x="5462200" y="1164597"/>
                  </a:lnTo>
                  <a:lnTo>
                    <a:pt x="5462326" y="1164597"/>
                  </a:lnTo>
                  <a:lnTo>
                    <a:pt x="5462451" y="1164597"/>
                  </a:lnTo>
                  <a:lnTo>
                    <a:pt x="5462576" y="1164597"/>
                  </a:lnTo>
                  <a:lnTo>
                    <a:pt x="5462701" y="1164597"/>
                  </a:lnTo>
                  <a:lnTo>
                    <a:pt x="5462701" y="1154643"/>
                  </a:lnTo>
                  <a:lnTo>
                    <a:pt x="5462826" y="1154643"/>
                  </a:lnTo>
                  <a:lnTo>
                    <a:pt x="5462951" y="1154643"/>
                  </a:lnTo>
                  <a:lnTo>
                    <a:pt x="5463076" y="1154643"/>
                  </a:lnTo>
                  <a:lnTo>
                    <a:pt x="5463201" y="1154643"/>
                  </a:lnTo>
                  <a:lnTo>
                    <a:pt x="5463326" y="1154643"/>
                  </a:lnTo>
                  <a:lnTo>
                    <a:pt x="5463451" y="1154643"/>
                  </a:lnTo>
                  <a:lnTo>
                    <a:pt x="5463576" y="1154643"/>
                  </a:lnTo>
                  <a:lnTo>
                    <a:pt x="5463701" y="1154643"/>
                  </a:lnTo>
                  <a:lnTo>
                    <a:pt x="5463826" y="1154643"/>
                  </a:lnTo>
                  <a:lnTo>
                    <a:pt x="5463951" y="1154643"/>
                  </a:lnTo>
                  <a:lnTo>
                    <a:pt x="5464076" y="1154643"/>
                  </a:lnTo>
                  <a:lnTo>
                    <a:pt x="5464201" y="1154643"/>
                  </a:lnTo>
                  <a:lnTo>
                    <a:pt x="5464326" y="1154643"/>
                  </a:lnTo>
                  <a:lnTo>
                    <a:pt x="5464451" y="1154643"/>
                  </a:lnTo>
                  <a:lnTo>
                    <a:pt x="5464576" y="1154643"/>
                  </a:lnTo>
                  <a:lnTo>
                    <a:pt x="5464701" y="1154643"/>
                  </a:lnTo>
                  <a:lnTo>
                    <a:pt x="5464701" y="1144689"/>
                  </a:lnTo>
                  <a:lnTo>
                    <a:pt x="5464826" y="1144689"/>
                  </a:lnTo>
                  <a:lnTo>
                    <a:pt x="5464951" y="1144689"/>
                  </a:lnTo>
                  <a:lnTo>
                    <a:pt x="5465076" y="1144689"/>
                  </a:lnTo>
                  <a:lnTo>
                    <a:pt x="5465201" y="1144689"/>
                  </a:lnTo>
                  <a:lnTo>
                    <a:pt x="5465327" y="1144689"/>
                  </a:lnTo>
                  <a:lnTo>
                    <a:pt x="5465452" y="1144689"/>
                  </a:lnTo>
                  <a:lnTo>
                    <a:pt x="5465577" y="1144689"/>
                  </a:lnTo>
                  <a:lnTo>
                    <a:pt x="5465702" y="1144689"/>
                  </a:lnTo>
                  <a:lnTo>
                    <a:pt x="5465827" y="1144689"/>
                  </a:lnTo>
                  <a:lnTo>
                    <a:pt x="5465952" y="1144689"/>
                  </a:lnTo>
                  <a:lnTo>
                    <a:pt x="5466077" y="1144689"/>
                  </a:lnTo>
                  <a:lnTo>
                    <a:pt x="5466202" y="1144689"/>
                  </a:lnTo>
                  <a:lnTo>
                    <a:pt x="5466327" y="1144689"/>
                  </a:lnTo>
                  <a:lnTo>
                    <a:pt x="5466452" y="1144689"/>
                  </a:lnTo>
                  <a:lnTo>
                    <a:pt x="5466577" y="1144689"/>
                  </a:lnTo>
                  <a:lnTo>
                    <a:pt x="5466702" y="1144689"/>
                  </a:lnTo>
                  <a:lnTo>
                    <a:pt x="5466827" y="1144689"/>
                  </a:lnTo>
                  <a:lnTo>
                    <a:pt x="5466952" y="1144689"/>
                  </a:lnTo>
                  <a:lnTo>
                    <a:pt x="5467077" y="1144689"/>
                  </a:lnTo>
                  <a:lnTo>
                    <a:pt x="5467202" y="1144689"/>
                  </a:lnTo>
                  <a:lnTo>
                    <a:pt x="5467327" y="1144689"/>
                  </a:lnTo>
                  <a:lnTo>
                    <a:pt x="5467452" y="1144689"/>
                  </a:lnTo>
                  <a:lnTo>
                    <a:pt x="5467577" y="1144689"/>
                  </a:lnTo>
                  <a:lnTo>
                    <a:pt x="5467702" y="1144689"/>
                  </a:lnTo>
                  <a:lnTo>
                    <a:pt x="5467827" y="1144689"/>
                  </a:lnTo>
                  <a:lnTo>
                    <a:pt x="5467952" y="1144689"/>
                  </a:lnTo>
                  <a:lnTo>
                    <a:pt x="5468077" y="1144689"/>
                  </a:lnTo>
                  <a:lnTo>
                    <a:pt x="5468202" y="1144689"/>
                  </a:lnTo>
                  <a:lnTo>
                    <a:pt x="5468328" y="1144689"/>
                  </a:lnTo>
                  <a:lnTo>
                    <a:pt x="5468453" y="1144689"/>
                  </a:lnTo>
                  <a:lnTo>
                    <a:pt x="5468578" y="1144689"/>
                  </a:lnTo>
                  <a:lnTo>
                    <a:pt x="5468703" y="1144689"/>
                  </a:lnTo>
                  <a:lnTo>
                    <a:pt x="5468828" y="1144689"/>
                  </a:lnTo>
                  <a:lnTo>
                    <a:pt x="5468953" y="1144689"/>
                  </a:lnTo>
                  <a:lnTo>
                    <a:pt x="5469078" y="1144689"/>
                  </a:lnTo>
                  <a:lnTo>
                    <a:pt x="5469203" y="1144689"/>
                  </a:lnTo>
                  <a:lnTo>
                    <a:pt x="5469328" y="1144689"/>
                  </a:lnTo>
                  <a:lnTo>
                    <a:pt x="5469453" y="1144689"/>
                  </a:lnTo>
                  <a:lnTo>
                    <a:pt x="5469578" y="1144689"/>
                  </a:lnTo>
                  <a:lnTo>
                    <a:pt x="5469703" y="1144689"/>
                  </a:lnTo>
                  <a:lnTo>
                    <a:pt x="5469828" y="1144689"/>
                  </a:lnTo>
                  <a:lnTo>
                    <a:pt x="5469953" y="1144689"/>
                  </a:lnTo>
                  <a:lnTo>
                    <a:pt x="5470078" y="1144689"/>
                  </a:lnTo>
                  <a:lnTo>
                    <a:pt x="5470203" y="1144689"/>
                  </a:lnTo>
                  <a:lnTo>
                    <a:pt x="5470328" y="1144689"/>
                  </a:lnTo>
                  <a:lnTo>
                    <a:pt x="5470453" y="1144689"/>
                  </a:lnTo>
                  <a:lnTo>
                    <a:pt x="5470578" y="1144689"/>
                  </a:lnTo>
                  <a:lnTo>
                    <a:pt x="5470703" y="1144689"/>
                  </a:lnTo>
                  <a:lnTo>
                    <a:pt x="5470828" y="1144689"/>
                  </a:lnTo>
                  <a:lnTo>
                    <a:pt x="5470953" y="1144689"/>
                  </a:lnTo>
                  <a:lnTo>
                    <a:pt x="5471078" y="1144689"/>
                  </a:lnTo>
                  <a:lnTo>
                    <a:pt x="5471204" y="1144689"/>
                  </a:lnTo>
                  <a:lnTo>
                    <a:pt x="5471329" y="1144689"/>
                  </a:lnTo>
                  <a:lnTo>
                    <a:pt x="5471454" y="1144689"/>
                  </a:lnTo>
                  <a:lnTo>
                    <a:pt x="5471579" y="1144689"/>
                  </a:lnTo>
                  <a:lnTo>
                    <a:pt x="5471704" y="1144689"/>
                  </a:lnTo>
                  <a:lnTo>
                    <a:pt x="5471829" y="1144689"/>
                  </a:lnTo>
                  <a:lnTo>
                    <a:pt x="5471954" y="1144689"/>
                  </a:lnTo>
                  <a:lnTo>
                    <a:pt x="5472079" y="1144689"/>
                  </a:lnTo>
                  <a:lnTo>
                    <a:pt x="5472204" y="1144689"/>
                  </a:lnTo>
                  <a:lnTo>
                    <a:pt x="5472329" y="1144689"/>
                  </a:lnTo>
                  <a:lnTo>
                    <a:pt x="5472454" y="1144689"/>
                  </a:lnTo>
                  <a:lnTo>
                    <a:pt x="5472579" y="1144689"/>
                  </a:lnTo>
                  <a:lnTo>
                    <a:pt x="5472704" y="1144689"/>
                  </a:lnTo>
                  <a:lnTo>
                    <a:pt x="5472829" y="1144689"/>
                  </a:lnTo>
                  <a:lnTo>
                    <a:pt x="5472954" y="1144689"/>
                  </a:lnTo>
                  <a:lnTo>
                    <a:pt x="5473079" y="1144689"/>
                  </a:lnTo>
                  <a:lnTo>
                    <a:pt x="5473204" y="1144689"/>
                  </a:lnTo>
                  <a:lnTo>
                    <a:pt x="5473329" y="1144689"/>
                  </a:lnTo>
                  <a:lnTo>
                    <a:pt x="5473454" y="1144689"/>
                  </a:lnTo>
                  <a:lnTo>
                    <a:pt x="5473579" y="1144689"/>
                  </a:lnTo>
                  <a:lnTo>
                    <a:pt x="5473704" y="1144689"/>
                  </a:lnTo>
                  <a:lnTo>
                    <a:pt x="5473829" y="1144689"/>
                  </a:lnTo>
                  <a:lnTo>
                    <a:pt x="5473954" y="1144689"/>
                  </a:lnTo>
                  <a:lnTo>
                    <a:pt x="5474079" y="1144689"/>
                  </a:lnTo>
                  <a:lnTo>
                    <a:pt x="5474205" y="1144689"/>
                  </a:lnTo>
                  <a:lnTo>
                    <a:pt x="5474330" y="1144689"/>
                  </a:lnTo>
                  <a:lnTo>
                    <a:pt x="5474455" y="1144689"/>
                  </a:lnTo>
                  <a:lnTo>
                    <a:pt x="5474580" y="1144689"/>
                  </a:lnTo>
                  <a:lnTo>
                    <a:pt x="5474705" y="1144689"/>
                  </a:lnTo>
                  <a:lnTo>
                    <a:pt x="5474830" y="1144689"/>
                  </a:lnTo>
                  <a:lnTo>
                    <a:pt x="5474955" y="1144689"/>
                  </a:lnTo>
                  <a:lnTo>
                    <a:pt x="5475080" y="1144689"/>
                  </a:lnTo>
                  <a:lnTo>
                    <a:pt x="5475205" y="1144689"/>
                  </a:lnTo>
                  <a:lnTo>
                    <a:pt x="5475330" y="1144689"/>
                  </a:lnTo>
                  <a:lnTo>
                    <a:pt x="5475455" y="1144689"/>
                  </a:lnTo>
                  <a:lnTo>
                    <a:pt x="5475580" y="1144689"/>
                  </a:lnTo>
                  <a:lnTo>
                    <a:pt x="5475705" y="1144689"/>
                  </a:lnTo>
                  <a:lnTo>
                    <a:pt x="5475830" y="1144689"/>
                  </a:lnTo>
                  <a:lnTo>
                    <a:pt x="5475955" y="1144689"/>
                  </a:lnTo>
                  <a:lnTo>
                    <a:pt x="5476080" y="1144689"/>
                  </a:lnTo>
                  <a:lnTo>
                    <a:pt x="5476205" y="1144689"/>
                  </a:lnTo>
                  <a:lnTo>
                    <a:pt x="5476330" y="1144689"/>
                  </a:lnTo>
                  <a:lnTo>
                    <a:pt x="5476455" y="1144689"/>
                  </a:lnTo>
                  <a:lnTo>
                    <a:pt x="5476580" y="1144689"/>
                  </a:lnTo>
                  <a:lnTo>
                    <a:pt x="5476705" y="1144689"/>
                  </a:lnTo>
                  <a:lnTo>
                    <a:pt x="5476830" y="1144689"/>
                  </a:lnTo>
                  <a:lnTo>
                    <a:pt x="5476955" y="1144689"/>
                  </a:lnTo>
                  <a:lnTo>
                    <a:pt x="5477080" y="1144689"/>
                  </a:lnTo>
                  <a:lnTo>
                    <a:pt x="5477206" y="1144689"/>
                  </a:lnTo>
                  <a:lnTo>
                    <a:pt x="5477331" y="1144689"/>
                  </a:lnTo>
                  <a:lnTo>
                    <a:pt x="5477456" y="1144689"/>
                  </a:lnTo>
                  <a:lnTo>
                    <a:pt x="5477581" y="1144689"/>
                  </a:lnTo>
                  <a:lnTo>
                    <a:pt x="5477706" y="1144689"/>
                  </a:lnTo>
                  <a:lnTo>
                    <a:pt x="5477831" y="1144689"/>
                  </a:lnTo>
                  <a:lnTo>
                    <a:pt x="5477956" y="1144689"/>
                  </a:lnTo>
                  <a:lnTo>
                    <a:pt x="5478081" y="1144689"/>
                  </a:lnTo>
                  <a:lnTo>
                    <a:pt x="5478206" y="1144689"/>
                  </a:lnTo>
                  <a:lnTo>
                    <a:pt x="5478331" y="1144689"/>
                  </a:lnTo>
                  <a:lnTo>
                    <a:pt x="5478456" y="1144689"/>
                  </a:lnTo>
                  <a:lnTo>
                    <a:pt x="5478581" y="1144689"/>
                  </a:lnTo>
                  <a:lnTo>
                    <a:pt x="5478706" y="1144689"/>
                  </a:lnTo>
                  <a:lnTo>
                    <a:pt x="5478831" y="1144689"/>
                  </a:lnTo>
                  <a:lnTo>
                    <a:pt x="5478956" y="1144689"/>
                  </a:lnTo>
                  <a:lnTo>
                    <a:pt x="5479081" y="1144689"/>
                  </a:lnTo>
                  <a:lnTo>
                    <a:pt x="5479206" y="1144689"/>
                  </a:lnTo>
                  <a:lnTo>
                    <a:pt x="5479331" y="1144689"/>
                  </a:lnTo>
                  <a:lnTo>
                    <a:pt x="5479456" y="1144689"/>
                  </a:lnTo>
                  <a:lnTo>
                    <a:pt x="5479581" y="1144689"/>
                  </a:lnTo>
                  <a:lnTo>
                    <a:pt x="5479706" y="1144689"/>
                  </a:lnTo>
                  <a:lnTo>
                    <a:pt x="5479831" y="1144689"/>
                  </a:lnTo>
                  <a:lnTo>
                    <a:pt x="5479956" y="1144689"/>
                  </a:lnTo>
                  <a:lnTo>
                    <a:pt x="5480081" y="1144689"/>
                  </a:lnTo>
                  <a:lnTo>
                    <a:pt x="5480207" y="1144689"/>
                  </a:lnTo>
                  <a:lnTo>
                    <a:pt x="5480332" y="1144689"/>
                  </a:lnTo>
                  <a:lnTo>
                    <a:pt x="5480457" y="1144689"/>
                  </a:lnTo>
                  <a:lnTo>
                    <a:pt x="5480582" y="1144689"/>
                  </a:lnTo>
                  <a:lnTo>
                    <a:pt x="5480707" y="1144689"/>
                  </a:lnTo>
                  <a:lnTo>
                    <a:pt x="5480832" y="1144689"/>
                  </a:lnTo>
                  <a:lnTo>
                    <a:pt x="5480957" y="1144689"/>
                  </a:lnTo>
                  <a:lnTo>
                    <a:pt x="5481082" y="1144689"/>
                  </a:lnTo>
                  <a:lnTo>
                    <a:pt x="5481207" y="1144689"/>
                  </a:lnTo>
                  <a:lnTo>
                    <a:pt x="5481332" y="1144689"/>
                  </a:lnTo>
                  <a:lnTo>
                    <a:pt x="5481457" y="1144689"/>
                  </a:lnTo>
                  <a:lnTo>
                    <a:pt x="5481582" y="1144689"/>
                  </a:lnTo>
                  <a:lnTo>
                    <a:pt x="5481707" y="1144689"/>
                  </a:lnTo>
                  <a:lnTo>
                    <a:pt x="5481832" y="1144689"/>
                  </a:lnTo>
                  <a:lnTo>
                    <a:pt x="5481957" y="1144689"/>
                  </a:lnTo>
                  <a:lnTo>
                    <a:pt x="5482082" y="1144689"/>
                  </a:lnTo>
                  <a:lnTo>
                    <a:pt x="5482207" y="1144689"/>
                  </a:lnTo>
                  <a:lnTo>
                    <a:pt x="5482332" y="1144689"/>
                  </a:lnTo>
                  <a:lnTo>
                    <a:pt x="5482457" y="1144689"/>
                  </a:lnTo>
                  <a:lnTo>
                    <a:pt x="5482582" y="1144689"/>
                  </a:lnTo>
                  <a:lnTo>
                    <a:pt x="5482707" y="1144689"/>
                  </a:lnTo>
                  <a:lnTo>
                    <a:pt x="5482832" y="1144689"/>
                  </a:lnTo>
                  <a:lnTo>
                    <a:pt x="5482957" y="1144689"/>
                  </a:lnTo>
                  <a:lnTo>
                    <a:pt x="5483082" y="1144689"/>
                  </a:lnTo>
                  <a:lnTo>
                    <a:pt x="5483208" y="1144689"/>
                  </a:lnTo>
                  <a:lnTo>
                    <a:pt x="5483333" y="1144689"/>
                  </a:lnTo>
                  <a:lnTo>
                    <a:pt x="5483458" y="1144689"/>
                  </a:lnTo>
                  <a:lnTo>
                    <a:pt x="5483583" y="1144689"/>
                  </a:lnTo>
                  <a:lnTo>
                    <a:pt x="5483708" y="1144689"/>
                  </a:lnTo>
                  <a:lnTo>
                    <a:pt x="5483833" y="1144689"/>
                  </a:lnTo>
                  <a:lnTo>
                    <a:pt x="5483958" y="1144689"/>
                  </a:lnTo>
                  <a:lnTo>
                    <a:pt x="5484083" y="1144689"/>
                  </a:lnTo>
                  <a:lnTo>
                    <a:pt x="5484208" y="1144689"/>
                  </a:lnTo>
                  <a:lnTo>
                    <a:pt x="5484333" y="1144689"/>
                  </a:lnTo>
                  <a:lnTo>
                    <a:pt x="5484458" y="1144689"/>
                  </a:lnTo>
                  <a:lnTo>
                    <a:pt x="5484583" y="1144689"/>
                  </a:lnTo>
                  <a:lnTo>
                    <a:pt x="5484708" y="1144689"/>
                  </a:lnTo>
                  <a:lnTo>
                    <a:pt x="5484833" y="1144689"/>
                  </a:lnTo>
                  <a:lnTo>
                    <a:pt x="5484958" y="1144689"/>
                  </a:lnTo>
                  <a:lnTo>
                    <a:pt x="5485083" y="1144689"/>
                  </a:lnTo>
                  <a:lnTo>
                    <a:pt x="5485208" y="1144689"/>
                  </a:lnTo>
                  <a:lnTo>
                    <a:pt x="5485333" y="1144689"/>
                  </a:lnTo>
                  <a:lnTo>
                    <a:pt x="5485458" y="1144689"/>
                  </a:lnTo>
                  <a:lnTo>
                    <a:pt x="5485583" y="1144689"/>
                  </a:lnTo>
                  <a:lnTo>
                    <a:pt x="5485708" y="1144689"/>
                  </a:lnTo>
                  <a:lnTo>
                    <a:pt x="5485833" y="1144689"/>
                  </a:lnTo>
                  <a:lnTo>
                    <a:pt x="5485958" y="1144689"/>
                  </a:lnTo>
                  <a:lnTo>
                    <a:pt x="5486083" y="1144689"/>
                  </a:lnTo>
                  <a:lnTo>
                    <a:pt x="5486209" y="1144689"/>
                  </a:lnTo>
                  <a:lnTo>
                    <a:pt x="5486334" y="1144689"/>
                  </a:lnTo>
                  <a:lnTo>
                    <a:pt x="5486459" y="1144689"/>
                  </a:lnTo>
                  <a:lnTo>
                    <a:pt x="5486584" y="1144689"/>
                  </a:lnTo>
                  <a:lnTo>
                    <a:pt x="5486709" y="1144689"/>
                  </a:lnTo>
                  <a:lnTo>
                    <a:pt x="5486834" y="1144689"/>
                  </a:lnTo>
                  <a:lnTo>
                    <a:pt x="5486959" y="1144689"/>
                  </a:lnTo>
                  <a:lnTo>
                    <a:pt x="5487084" y="1144689"/>
                  </a:lnTo>
                  <a:lnTo>
                    <a:pt x="5487209" y="1144689"/>
                  </a:lnTo>
                  <a:lnTo>
                    <a:pt x="5487334" y="1144689"/>
                  </a:lnTo>
                  <a:lnTo>
                    <a:pt x="5487459" y="1144689"/>
                  </a:lnTo>
                  <a:lnTo>
                    <a:pt x="5487584" y="1144689"/>
                  </a:lnTo>
                  <a:lnTo>
                    <a:pt x="5487709" y="1144689"/>
                  </a:lnTo>
                  <a:lnTo>
                    <a:pt x="5487834" y="1144689"/>
                  </a:lnTo>
                  <a:lnTo>
                    <a:pt x="5487959" y="1144689"/>
                  </a:lnTo>
                  <a:lnTo>
                    <a:pt x="5488084" y="1144689"/>
                  </a:lnTo>
                  <a:lnTo>
                    <a:pt x="5488209" y="1144689"/>
                  </a:lnTo>
                  <a:lnTo>
                    <a:pt x="5488334" y="1144689"/>
                  </a:lnTo>
                  <a:lnTo>
                    <a:pt x="5488459" y="1144689"/>
                  </a:lnTo>
                  <a:lnTo>
                    <a:pt x="5488584" y="1144689"/>
                  </a:lnTo>
                  <a:lnTo>
                    <a:pt x="5488709" y="1144689"/>
                  </a:lnTo>
                  <a:lnTo>
                    <a:pt x="5488834" y="1144689"/>
                  </a:lnTo>
                  <a:lnTo>
                    <a:pt x="5488959" y="1144689"/>
                  </a:lnTo>
                  <a:lnTo>
                    <a:pt x="5489084" y="1144689"/>
                  </a:lnTo>
                  <a:lnTo>
                    <a:pt x="5489210" y="1144689"/>
                  </a:lnTo>
                  <a:lnTo>
                    <a:pt x="5489335" y="1144689"/>
                  </a:lnTo>
                  <a:lnTo>
                    <a:pt x="5489460" y="1144689"/>
                  </a:lnTo>
                  <a:lnTo>
                    <a:pt x="5489585" y="1144689"/>
                  </a:lnTo>
                  <a:lnTo>
                    <a:pt x="5489710" y="1144689"/>
                  </a:lnTo>
                  <a:lnTo>
                    <a:pt x="5489835" y="1144689"/>
                  </a:lnTo>
                  <a:lnTo>
                    <a:pt x="5489960" y="1144689"/>
                  </a:lnTo>
                  <a:lnTo>
                    <a:pt x="5490085" y="1144689"/>
                  </a:lnTo>
                  <a:lnTo>
                    <a:pt x="5490210" y="1144689"/>
                  </a:lnTo>
                  <a:lnTo>
                    <a:pt x="5490335" y="1144689"/>
                  </a:lnTo>
                  <a:lnTo>
                    <a:pt x="5490460" y="1144689"/>
                  </a:lnTo>
                  <a:lnTo>
                    <a:pt x="5490585" y="1144689"/>
                  </a:lnTo>
                  <a:lnTo>
                    <a:pt x="5490710" y="1144689"/>
                  </a:lnTo>
                  <a:lnTo>
                    <a:pt x="5490835" y="1144689"/>
                  </a:lnTo>
                  <a:lnTo>
                    <a:pt x="5490960" y="1144689"/>
                  </a:lnTo>
                  <a:lnTo>
                    <a:pt x="5491085" y="1144689"/>
                  </a:lnTo>
                  <a:lnTo>
                    <a:pt x="5491210" y="1144689"/>
                  </a:lnTo>
                  <a:lnTo>
                    <a:pt x="5491335" y="1144689"/>
                  </a:lnTo>
                  <a:lnTo>
                    <a:pt x="5491460" y="1144689"/>
                  </a:lnTo>
                  <a:lnTo>
                    <a:pt x="5491585" y="1144689"/>
                  </a:lnTo>
                  <a:lnTo>
                    <a:pt x="5491710" y="1144689"/>
                  </a:lnTo>
                  <a:lnTo>
                    <a:pt x="5491835" y="1144689"/>
                  </a:lnTo>
                  <a:lnTo>
                    <a:pt x="5491960" y="1144689"/>
                  </a:lnTo>
                  <a:lnTo>
                    <a:pt x="5492085" y="1144689"/>
                  </a:lnTo>
                  <a:lnTo>
                    <a:pt x="5492211" y="1144689"/>
                  </a:lnTo>
                  <a:lnTo>
                    <a:pt x="5492336" y="1144689"/>
                  </a:lnTo>
                  <a:lnTo>
                    <a:pt x="5492461" y="1144689"/>
                  </a:lnTo>
                  <a:lnTo>
                    <a:pt x="5492586" y="1144689"/>
                  </a:lnTo>
                  <a:lnTo>
                    <a:pt x="5492711" y="1144689"/>
                  </a:lnTo>
                  <a:lnTo>
                    <a:pt x="5492836" y="1144689"/>
                  </a:lnTo>
                  <a:lnTo>
                    <a:pt x="5492961" y="1144689"/>
                  </a:lnTo>
                  <a:lnTo>
                    <a:pt x="5493086" y="1144689"/>
                  </a:lnTo>
                  <a:lnTo>
                    <a:pt x="5493211" y="1144689"/>
                  </a:lnTo>
                  <a:lnTo>
                    <a:pt x="5493336" y="1144689"/>
                  </a:lnTo>
                  <a:lnTo>
                    <a:pt x="5493461" y="1144689"/>
                  </a:lnTo>
                  <a:lnTo>
                    <a:pt x="5493586" y="1144689"/>
                  </a:lnTo>
                  <a:lnTo>
                    <a:pt x="5493711" y="1144689"/>
                  </a:lnTo>
                  <a:lnTo>
                    <a:pt x="5493836" y="1144689"/>
                  </a:lnTo>
                  <a:lnTo>
                    <a:pt x="5493961" y="1144689"/>
                  </a:lnTo>
                  <a:lnTo>
                    <a:pt x="5494086" y="1144689"/>
                  </a:lnTo>
                  <a:lnTo>
                    <a:pt x="5494211" y="1144689"/>
                  </a:lnTo>
                  <a:lnTo>
                    <a:pt x="5494336" y="1144689"/>
                  </a:lnTo>
                  <a:lnTo>
                    <a:pt x="5494461" y="1144689"/>
                  </a:lnTo>
                  <a:lnTo>
                    <a:pt x="5494586" y="1144689"/>
                  </a:lnTo>
                  <a:lnTo>
                    <a:pt x="5494711" y="1144689"/>
                  </a:lnTo>
                  <a:lnTo>
                    <a:pt x="5494836" y="1144689"/>
                  </a:lnTo>
                  <a:lnTo>
                    <a:pt x="5494961" y="1144689"/>
                  </a:lnTo>
                  <a:lnTo>
                    <a:pt x="5495086" y="1144689"/>
                  </a:lnTo>
                  <a:lnTo>
                    <a:pt x="5495212" y="1144689"/>
                  </a:lnTo>
                  <a:lnTo>
                    <a:pt x="5495337" y="1144689"/>
                  </a:lnTo>
                  <a:lnTo>
                    <a:pt x="5495462" y="1144689"/>
                  </a:lnTo>
                  <a:lnTo>
                    <a:pt x="5495587" y="1144689"/>
                  </a:lnTo>
                  <a:lnTo>
                    <a:pt x="5495712" y="1144689"/>
                  </a:lnTo>
                  <a:lnTo>
                    <a:pt x="5495837" y="1144689"/>
                  </a:lnTo>
                  <a:lnTo>
                    <a:pt x="5495962" y="1144689"/>
                  </a:lnTo>
                  <a:lnTo>
                    <a:pt x="5496087" y="1144689"/>
                  </a:lnTo>
                  <a:lnTo>
                    <a:pt x="5496212" y="1144689"/>
                  </a:lnTo>
                  <a:lnTo>
                    <a:pt x="5496337" y="1144689"/>
                  </a:lnTo>
                  <a:lnTo>
                    <a:pt x="5496462" y="1144689"/>
                  </a:lnTo>
                  <a:lnTo>
                    <a:pt x="5496587" y="1144689"/>
                  </a:lnTo>
                  <a:lnTo>
                    <a:pt x="5496712" y="1144689"/>
                  </a:lnTo>
                  <a:lnTo>
                    <a:pt x="5496837" y="1144689"/>
                  </a:lnTo>
                  <a:lnTo>
                    <a:pt x="5496962" y="1144689"/>
                  </a:lnTo>
                  <a:lnTo>
                    <a:pt x="5497087" y="1144689"/>
                  </a:lnTo>
                  <a:lnTo>
                    <a:pt x="5497212" y="1144689"/>
                  </a:lnTo>
                  <a:lnTo>
                    <a:pt x="5497337" y="1144689"/>
                  </a:lnTo>
                  <a:lnTo>
                    <a:pt x="5497462" y="1144689"/>
                  </a:lnTo>
                  <a:lnTo>
                    <a:pt x="5497587" y="1144689"/>
                  </a:lnTo>
                  <a:lnTo>
                    <a:pt x="5497712" y="1144689"/>
                  </a:lnTo>
                  <a:lnTo>
                    <a:pt x="5497837" y="1144689"/>
                  </a:lnTo>
                  <a:lnTo>
                    <a:pt x="5497962" y="1144689"/>
                  </a:lnTo>
                  <a:lnTo>
                    <a:pt x="5498087" y="1144689"/>
                  </a:lnTo>
                  <a:lnTo>
                    <a:pt x="5498213" y="1144689"/>
                  </a:lnTo>
                  <a:lnTo>
                    <a:pt x="5498338" y="1144689"/>
                  </a:lnTo>
                  <a:lnTo>
                    <a:pt x="5498463" y="1144689"/>
                  </a:lnTo>
                  <a:lnTo>
                    <a:pt x="5498588" y="1144689"/>
                  </a:lnTo>
                  <a:lnTo>
                    <a:pt x="5498713" y="1144689"/>
                  </a:lnTo>
                  <a:lnTo>
                    <a:pt x="5498838" y="1144689"/>
                  </a:lnTo>
                  <a:lnTo>
                    <a:pt x="5498963" y="1144689"/>
                  </a:lnTo>
                  <a:lnTo>
                    <a:pt x="5499088" y="1144689"/>
                  </a:lnTo>
                  <a:lnTo>
                    <a:pt x="5499213" y="1144689"/>
                  </a:lnTo>
                  <a:lnTo>
                    <a:pt x="5499338" y="1144689"/>
                  </a:lnTo>
                  <a:lnTo>
                    <a:pt x="5499463" y="1144689"/>
                  </a:lnTo>
                  <a:lnTo>
                    <a:pt x="5499588" y="1144689"/>
                  </a:lnTo>
                  <a:lnTo>
                    <a:pt x="5499713" y="1144689"/>
                  </a:lnTo>
                  <a:lnTo>
                    <a:pt x="5499838" y="1144689"/>
                  </a:lnTo>
                  <a:lnTo>
                    <a:pt x="5499963" y="1144689"/>
                  </a:lnTo>
                  <a:lnTo>
                    <a:pt x="5500088" y="1144689"/>
                  </a:lnTo>
                  <a:lnTo>
                    <a:pt x="5500213" y="1144689"/>
                  </a:lnTo>
                  <a:lnTo>
                    <a:pt x="5500338" y="1144689"/>
                  </a:lnTo>
                  <a:lnTo>
                    <a:pt x="5500463" y="1144689"/>
                  </a:lnTo>
                  <a:lnTo>
                    <a:pt x="5500588" y="1144689"/>
                  </a:lnTo>
                  <a:lnTo>
                    <a:pt x="5500713" y="1144689"/>
                  </a:lnTo>
                  <a:lnTo>
                    <a:pt x="5500838" y="1144689"/>
                  </a:lnTo>
                  <a:lnTo>
                    <a:pt x="5500963" y="1144689"/>
                  </a:lnTo>
                  <a:lnTo>
                    <a:pt x="5501088" y="1144689"/>
                  </a:lnTo>
                  <a:lnTo>
                    <a:pt x="5501214" y="1144689"/>
                  </a:lnTo>
                  <a:lnTo>
                    <a:pt x="5501339" y="1144689"/>
                  </a:lnTo>
                  <a:lnTo>
                    <a:pt x="5501464" y="1144689"/>
                  </a:lnTo>
                  <a:lnTo>
                    <a:pt x="5501589" y="1144689"/>
                  </a:lnTo>
                  <a:lnTo>
                    <a:pt x="5501714" y="1144689"/>
                  </a:lnTo>
                  <a:lnTo>
                    <a:pt x="5501839" y="1144689"/>
                  </a:lnTo>
                  <a:lnTo>
                    <a:pt x="5501964" y="1144689"/>
                  </a:lnTo>
                  <a:lnTo>
                    <a:pt x="5502089" y="1144689"/>
                  </a:lnTo>
                  <a:lnTo>
                    <a:pt x="5502214" y="1144689"/>
                  </a:lnTo>
                  <a:lnTo>
                    <a:pt x="5502339" y="1144689"/>
                  </a:lnTo>
                  <a:lnTo>
                    <a:pt x="5502464" y="1144689"/>
                  </a:lnTo>
                  <a:lnTo>
                    <a:pt x="5502589" y="1144689"/>
                  </a:lnTo>
                  <a:lnTo>
                    <a:pt x="5502714" y="1144689"/>
                  </a:lnTo>
                  <a:lnTo>
                    <a:pt x="5502839" y="1144689"/>
                  </a:lnTo>
                  <a:lnTo>
                    <a:pt x="5502964" y="1144689"/>
                  </a:lnTo>
                  <a:lnTo>
                    <a:pt x="5502964" y="1134735"/>
                  </a:lnTo>
                  <a:lnTo>
                    <a:pt x="5503089" y="1134735"/>
                  </a:lnTo>
                  <a:lnTo>
                    <a:pt x="5503214" y="1134735"/>
                  </a:lnTo>
                  <a:lnTo>
                    <a:pt x="5503339" y="1134735"/>
                  </a:lnTo>
                  <a:lnTo>
                    <a:pt x="5503464" y="1134735"/>
                  </a:lnTo>
                  <a:lnTo>
                    <a:pt x="5503589" y="1134735"/>
                  </a:lnTo>
                  <a:lnTo>
                    <a:pt x="5503714" y="1134735"/>
                  </a:lnTo>
                  <a:lnTo>
                    <a:pt x="5503839" y="1134735"/>
                  </a:lnTo>
                  <a:lnTo>
                    <a:pt x="5503964" y="1134735"/>
                  </a:lnTo>
                  <a:lnTo>
                    <a:pt x="5504089" y="1134735"/>
                  </a:lnTo>
                  <a:lnTo>
                    <a:pt x="5504215" y="1134735"/>
                  </a:lnTo>
                  <a:lnTo>
                    <a:pt x="5504340" y="1134735"/>
                  </a:lnTo>
                  <a:lnTo>
                    <a:pt x="5504465" y="1134735"/>
                  </a:lnTo>
                  <a:lnTo>
                    <a:pt x="5504590" y="1134735"/>
                  </a:lnTo>
                  <a:lnTo>
                    <a:pt x="5504715" y="1134735"/>
                  </a:lnTo>
                  <a:lnTo>
                    <a:pt x="5504840" y="1134735"/>
                  </a:lnTo>
                  <a:lnTo>
                    <a:pt x="5504965" y="1134735"/>
                  </a:lnTo>
                  <a:lnTo>
                    <a:pt x="5505090" y="1134735"/>
                  </a:lnTo>
                  <a:lnTo>
                    <a:pt x="5505215" y="1134735"/>
                  </a:lnTo>
                  <a:lnTo>
                    <a:pt x="5505340" y="1134735"/>
                  </a:lnTo>
                  <a:lnTo>
                    <a:pt x="5505465" y="1134735"/>
                  </a:lnTo>
                  <a:lnTo>
                    <a:pt x="5505590" y="1134735"/>
                  </a:lnTo>
                  <a:lnTo>
                    <a:pt x="5505715" y="1134735"/>
                  </a:lnTo>
                  <a:lnTo>
                    <a:pt x="5505840" y="1134735"/>
                  </a:lnTo>
                  <a:lnTo>
                    <a:pt x="5505965" y="1134735"/>
                  </a:lnTo>
                  <a:lnTo>
                    <a:pt x="5506090" y="1134735"/>
                  </a:lnTo>
                  <a:lnTo>
                    <a:pt x="5506215" y="1134735"/>
                  </a:lnTo>
                  <a:lnTo>
                    <a:pt x="5506215" y="1124781"/>
                  </a:lnTo>
                  <a:lnTo>
                    <a:pt x="5506340" y="1124781"/>
                  </a:lnTo>
                  <a:lnTo>
                    <a:pt x="5506465" y="1124781"/>
                  </a:lnTo>
                  <a:lnTo>
                    <a:pt x="5506590" y="1124781"/>
                  </a:lnTo>
                  <a:lnTo>
                    <a:pt x="5506715" y="1124781"/>
                  </a:lnTo>
                  <a:lnTo>
                    <a:pt x="5506840" y="1124781"/>
                  </a:lnTo>
                  <a:lnTo>
                    <a:pt x="5506965" y="1124781"/>
                  </a:lnTo>
                  <a:lnTo>
                    <a:pt x="5507090" y="1124781"/>
                  </a:lnTo>
                  <a:lnTo>
                    <a:pt x="5507216" y="1124781"/>
                  </a:lnTo>
                  <a:lnTo>
                    <a:pt x="5507341" y="1124781"/>
                  </a:lnTo>
                  <a:lnTo>
                    <a:pt x="5507466" y="1124781"/>
                  </a:lnTo>
                  <a:lnTo>
                    <a:pt x="5507591" y="1124781"/>
                  </a:lnTo>
                  <a:lnTo>
                    <a:pt x="5507716" y="1124781"/>
                  </a:lnTo>
                  <a:lnTo>
                    <a:pt x="5507841" y="1124781"/>
                  </a:lnTo>
                  <a:lnTo>
                    <a:pt x="5507966" y="1124781"/>
                  </a:lnTo>
                  <a:lnTo>
                    <a:pt x="5508091" y="1124781"/>
                  </a:lnTo>
                  <a:lnTo>
                    <a:pt x="5508216" y="1124781"/>
                  </a:lnTo>
                  <a:lnTo>
                    <a:pt x="5508341" y="1124781"/>
                  </a:lnTo>
                  <a:lnTo>
                    <a:pt x="5508466" y="1124781"/>
                  </a:lnTo>
                  <a:lnTo>
                    <a:pt x="5508591" y="1124781"/>
                  </a:lnTo>
                  <a:lnTo>
                    <a:pt x="5508716" y="1124781"/>
                  </a:lnTo>
                  <a:lnTo>
                    <a:pt x="5508841" y="1124781"/>
                  </a:lnTo>
                  <a:lnTo>
                    <a:pt x="5508966" y="1124781"/>
                  </a:lnTo>
                  <a:lnTo>
                    <a:pt x="5509091" y="1124781"/>
                  </a:lnTo>
                  <a:lnTo>
                    <a:pt x="5509216" y="1124781"/>
                  </a:lnTo>
                  <a:lnTo>
                    <a:pt x="5509341" y="1124781"/>
                  </a:lnTo>
                  <a:lnTo>
                    <a:pt x="5509466" y="1124781"/>
                  </a:lnTo>
                  <a:lnTo>
                    <a:pt x="5509591" y="1124781"/>
                  </a:lnTo>
                  <a:lnTo>
                    <a:pt x="5509716" y="1124781"/>
                  </a:lnTo>
                  <a:lnTo>
                    <a:pt x="5509841" y="1124781"/>
                  </a:lnTo>
                  <a:lnTo>
                    <a:pt x="5509966" y="1124781"/>
                  </a:lnTo>
                  <a:lnTo>
                    <a:pt x="5510092" y="1124781"/>
                  </a:lnTo>
                  <a:lnTo>
                    <a:pt x="5510217" y="1124781"/>
                  </a:lnTo>
                  <a:lnTo>
                    <a:pt x="5510342" y="1124781"/>
                  </a:lnTo>
                  <a:lnTo>
                    <a:pt x="5510467" y="1124781"/>
                  </a:lnTo>
                  <a:lnTo>
                    <a:pt x="5510592" y="1124781"/>
                  </a:lnTo>
                  <a:lnTo>
                    <a:pt x="5510717" y="1124781"/>
                  </a:lnTo>
                  <a:lnTo>
                    <a:pt x="5510842" y="1124781"/>
                  </a:lnTo>
                  <a:lnTo>
                    <a:pt x="5510967" y="1124781"/>
                  </a:lnTo>
                  <a:lnTo>
                    <a:pt x="5511092" y="1124781"/>
                  </a:lnTo>
                  <a:lnTo>
                    <a:pt x="5511217" y="1124781"/>
                  </a:lnTo>
                  <a:lnTo>
                    <a:pt x="5511342" y="1124781"/>
                  </a:lnTo>
                  <a:lnTo>
                    <a:pt x="5511467" y="1124781"/>
                  </a:lnTo>
                  <a:lnTo>
                    <a:pt x="5511592" y="1124781"/>
                  </a:lnTo>
                  <a:lnTo>
                    <a:pt x="5511717" y="1124781"/>
                  </a:lnTo>
                  <a:lnTo>
                    <a:pt x="5511842" y="1124781"/>
                  </a:lnTo>
                  <a:lnTo>
                    <a:pt x="5511967" y="1124781"/>
                  </a:lnTo>
                  <a:lnTo>
                    <a:pt x="5512092" y="1124781"/>
                  </a:lnTo>
                  <a:lnTo>
                    <a:pt x="5512217" y="1124781"/>
                  </a:lnTo>
                  <a:lnTo>
                    <a:pt x="5512342" y="1124781"/>
                  </a:lnTo>
                  <a:lnTo>
                    <a:pt x="5512467" y="1124781"/>
                  </a:lnTo>
                  <a:lnTo>
                    <a:pt x="5512592" y="1124781"/>
                  </a:lnTo>
                  <a:lnTo>
                    <a:pt x="5512717" y="1124781"/>
                  </a:lnTo>
                  <a:lnTo>
                    <a:pt x="5512842" y="1124781"/>
                  </a:lnTo>
                  <a:lnTo>
                    <a:pt x="5512967" y="1124781"/>
                  </a:lnTo>
                  <a:lnTo>
                    <a:pt x="5513093" y="1124781"/>
                  </a:lnTo>
                  <a:lnTo>
                    <a:pt x="5513218" y="1124781"/>
                  </a:lnTo>
                  <a:lnTo>
                    <a:pt x="5513343" y="1124781"/>
                  </a:lnTo>
                  <a:lnTo>
                    <a:pt x="5513468" y="1124781"/>
                  </a:lnTo>
                  <a:lnTo>
                    <a:pt x="5513593" y="1124781"/>
                  </a:lnTo>
                  <a:lnTo>
                    <a:pt x="5513718" y="1124781"/>
                  </a:lnTo>
                  <a:lnTo>
                    <a:pt x="5513843" y="1124781"/>
                  </a:lnTo>
                  <a:lnTo>
                    <a:pt x="5513968" y="1124781"/>
                  </a:lnTo>
                  <a:lnTo>
                    <a:pt x="5514093" y="1124781"/>
                  </a:lnTo>
                  <a:lnTo>
                    <a:pt x="5514218" y="1124781"/>
                  </a:lnTo>
                  <a:lnTo>
                    <a:pt x="5514343" y="1124781"/>
                  </a:lnTo>
                  <a:lnTo>
                    <a:pt x="5514468" y="1124781"/>
                  </a:lnTo>
                  <a:lnTo>
                    <a:pt x="5514593" y="1124781"/>
                  </a:lnTo>
                  <a:lnTo>
                    <a:pt x="5514718" y="1124781"/>
                  </a:lnTo>
                  <a:lnTo>
                    <a:pt x="5514843" y="1124781"/>
                  </a:lnTo>
                  <a:lnTo>
                    <a:pt x="5514968" y="1124781"/>
                  </a:lnTo>
                  <a:lnTo>
                    <a:pt x="5515093" y="1124781"/>
                  </a:lnTo>
                  <a:lnTo>
                    <a:pt x="5515218" y="1124781"/>
                  </a:lnTo>
                  <a:lnTo>
                    <a:pt x="5515343" y="1124781"/>
                  </a:lnTo>
                  <a:lnTo>
                    <a:pt x="5515468" y="1124781"/>
                  </a:lnTo>
                  <a:lnTo>
                    <a:pt x="5515593" y="1124781"/>
                  </a:lnTo>
                  <a:lnTo>
                    <a:pt x="5515718" y="1124781"/>
                  </a:lnTo>
                  <a:lnTo>
                    <a:pt x="5515843" y="1124781"/>
                  </a:lnTo>
                  <a:lnTo>
                    <a:pt x="5515968" y="1124781"/>
                  </a:lnTo>
                  <a:lnTo>
                    <a:pt x="5516094" y="1124781"/>
                  </a:lnTo>
                  <a:lnTo>
                    <a:pt x="5516219" y="1124781"/>
                  </a:lnTo>
                  <a:lnTo>
                    <a:pt x="5516344" y="1124781"/>
                  </a:lnTo>
                  <a:lnTo>
                    <a:pt x="5516469" y="1124781"/>
                  </a:lnTo>
                  <a:lnTo>
                    <a:pt x="5516594" y="1124781"/>
                  </a:lnTo>
                  <a:lnTo>
                    <a:pt x="5516719" y="1124781"/>
                  </a:lnTo>
                  <a:lnTo>
                    <a:pt x="5516844" y="1124781"/>
                  </a:lnTo>
                  <a:lnTo>
                    <a:pt x="5516969" y="1124781"/>
                  </a:lnTo>
                  <a:lnTo>
                    <a:pt x="5517094" y="1124781"/>
                  </a:lnTo>
                  <a:lnTo>
                    <a:pt x="5517219" y="1124781"/>
                  </a:lnTo>
                  <a:lnTo>
                    <a:pt x="5517344" y="1124781"/>
                  </a:lnTo>
                  <a:lnTo>
                    <a:pt x="5517469" y="1124781"/>
                  </a:lnTo>
                  <a:lnTo>
                    <a:pt x="5517594" y="1124781"/>
                  </a:lnTo>
                  <a:lnTo>
                    <a:pt x="5517719" y="1124781"/>
                  </a:lnTo>
                  <a:lnTo>
                    <a:pt x="5517844" y="1124781"/>
                  </a:lnTo>
                  <a:lnTo>
                    <a:pt x="5517969" y="1124781"/>
                  </a:lnTo>
                  <a:lnTo>
                    <a:pt x="5518094" y="1124781"/>
                  </a:lnTo>
                  <a:lnTo>
                    <a:pt x="5518219" y="1124781"/>
                  </a:lnTo>
                  <a:lnTo>
                    <a:pt x="5518344" y="1124781"/>
                  </a:lnTo>
                  <a:lnTo>
                    <a:pt x="5518469" y="1124781"/>
                  </a:lnTo>
                  <a:lnTo>
                    <a:pt x="5518594" y="1124781"/>
                  </a:lnTo>
                  <a:lnTo>
                    <a:pt x="5518719" y="1124781"/>
                  </a:lnTo>
                  <a:lnTo>
                    <a:pt x="5518719" y="1114828"/>
                  </a:lnTo>
                  <a:lnTo>
                    <a:pt x="5518844" y="1114828"/>
                  </a:lnTo>
                  <a:lnTo>
                    <a:pt x="5518969" y="1114828"/>
                  </a:lnTo>
                  <a:lnTo>
                    <a:pt x="5519095" y="1114828"/>
                  </a:lnTo>
                  <a:lnTo>
                    <a:pt x="5519220" y="1114828"/>
                  </a:lnTo>
                  <a:lnTo>
                    <a:pt x="5519345" y="1114828"/>
                  </a:lnTo>
                  <a:lnTo>
                    <a:pt x="5519470" y="1114828"/>
                  </a:lnTo>
                  <a:lnTo>
                    <a:pt x="5519470" y="1104874"/>
                  </a:lnTo>
                  <a:lnTo>
                    <a:pt x="5519595" y="1104874"/>
                  </a:lnTo>
                  <a:lnTo>
                    <a:pt x="5519595" y="1094920"/>
                  </a:lnTo>
                  <a:lnTo>
                    <a:pt x="5519720" y="1094920"/>
                  </a:lnTo>
                  <a:lnTo>
                    <a:pt x="5519845" y="1094920"/>
                  </a:lnTo>
                  <a:lnTo>
                    <a:pt x="5519970" y="1094920"/>
                  </a:lnTo>
                  <a:lnTo>
                    <a:pt x="5520095" y="1094920"/>
                  </a:lnTo>
                  <a:lnTo>
                    <a:pt x="5520220" y="1094920"/>
                  </a:lnTo>
                  <a:lnTo>
                    <a:pt x="5520345" y="1094920"/>
                  </a:lnTo>
                  <a:lnTo>
                    <a:pt x="5520470" y="1094920"/>
                  </a:lnTo>
                  <a:lnTo>
                    <a:pt x="5520595" y="1094920"/>
                  </a:lnTo>
                  <a:lnTo>
                    <a:pt x="5520720" y="1094920"/>
                  </a:lnTo>
                  <a:lnTo>
                    <a:pt x="5520845" y="1094920"/>
                  </a:lnTo>
                  <a:lnTo>
                    <a:pt x="5520970" y="1094920"/>
                  </a:lnTo>
                  <a:lnTo>
                    <a:pt x="5521095" y="1094920"/>
                  </a:lnTo>
                  <a:lnTo>
                    <a:pt x="5521220" y="1094920"/>
                  </a:lnTo>
                  <a:lnTo>
                    <a:pt x="5521345" y="1094920"/>
                  </a:lnTo>
                  <a:lnTo>
                    <a:pt x="5521470" y="1094920"/>
                  </a:lnTo>
                  <a:lnTo>
                    <a:pt x="5521595" y="1094920"/>
                  </a:lnTo>
                  <a:lnTo>
                    <a:pt x="5521720" y="1094920"/>
                  </a:lnTo>
                  <a:lnTo>
                    <a:pt x="5521845" y="1094920"/>
                  </a:lnTo>
                  <a:lnTo>
                    <a:pt x="5521970" y="1094920"/>
                  </a:lnTo>
                  <a:lnTo>
                    <a:pt x="5522096" y="1094920"/>
                  </a:lnTo>
                  <a:lnTo>
                    <a:pt x="5522221" y="1094920"/>
                  </a:lnTo>
                  <a:lnTo>
                    <a:pt x="5522346" y="1094920"/>
                  </a:lnTo>
                  <a:lnTo>
                    <a:pt x="5522471" y="1094920"/>
                  </a:lnTo>
                  <a:lnTo>
                    <a:pt x="5522596" y="1094920"/>
                  </a:lnTo>
                  <a:lnTo>
                    <a:pt x="5522721" y="1094920"/>
                  </a:lnTo>
                  <a:lnTo>
                    <a:pt x="5522846" y="1094920"/>
                  </a:lnTo>
                  <a:lnTo>
                    <a:pt x="5522971" y="1094920"/>
                  </a:lnTo>
                  <a:lnTo>
                    <a:pt x="5523096" y="1094920"/>
                  </a:lnTo>
                  <a:lnTo>
                    <a:pt x="5523221" y="1094920"/>
                  </a:lnTo>
                  <a:lnTo>
                    <a:pt x="5523346" y="1094920"/>
                  </a:lnTo>
                  <a:lnTo>
                    <a:pt x="5523471" y="1094920"/>
                  </a:lnTo>
                  <a:lnTo>
                    <a:pt x="5523596" y="1094920"/>
                  </a:lnTo>
                  <a:lnTo>
                    <a:pt x="5523721" y="1094920"/>
                  </a:lnTo>
                  <a:lnTo>
                    <a:pt x="5523846" y="1094920"/>
                  </a:lnTo>
                  <a:lnTo>
                    <a:pt x="5523971" y="1094920"/>
                  </a:lnTo>
                  <a:lnTo>
                    <a:pt x="5524096" y="1094920"/>
                  </a:lnTo>
                  <a:lnTo>
                    <a:pt x="5524221" y="1094920"/>
                  </a:lnTo>
                  <a:lnTo>
                    <a:pt x="5524346" y="1094920"/>
                  </a:lnTo>
                  <a:lnTo>
                    <a:pt x="5524471" y="1094920"/>
                  </a:lnTo>
                  <a:lnTo>
                    <a:pt x="5524596" y="1094920"/>
                  </a:lnTo>
                  <a:lnTo>
                    <a:pt x="5524721" y="1094920"/>
                  </a:lnTo>
                  <a:lnTo>
                    <a:pt x="5524846" y="1094920"/>
                  </a:lnTo>
                  <a:lnTo>
                    <a:pt x="5524971" y="1094920"/>
                  </a:lnTo>
                  <a:lnTo>
                    <a:pt x="5525097" y="1094920"/>
                  </a:lnTo>
                  <a:lnTo>
                    <a:pt x="5525222" y="1094920"/>
                  </a:lnTo>
                  <a:lnTo>
                    <a:pt x="5525347" y="1094920"/>
                  </a:lnTo>
                  <a:lnTo>
                    <a:pt x="5525472" y="1094920"/>
                  </a:lnTo>
                  <a:lnTo>
                    <a:pt x="5525597" y="1094920"/>
                  </a:lnTo>
                  <a:lnTo>
                    <a:pt x="5525722" y="1094920"/>
                  </a:lnTo>
                  <a:lnTo>
                    <a:pt x="5525847" y="1094920"/>
                  </a:lnTo>
                  <a:lnTo>
                    <a:pt x="5525972" y="1094920"/>
                  </a:lnTo>
                  <a:lnTo>
                    <a:pt x="5526097" y="1094920"/>
                  </a:lnTo>
                  <a:lnTo>
                    <a:pt x="5526222" y="1094920"/>
                  </a:lnTo>
                  <a:lnTo>
                    <a:pt x="5526347" y="1094920"/>
                  </a:lnTo>
                  <a:lnTo>
                    <a:pt x="5526472" y="1094920"/>
                  </a:lnTo>
                  <a:lnTo>
                    <a:pt x="5526597" y="1094920"/>
                  </a:lnTo>
                  <a:lnTo>
                    <a:pt x="5526722" y="1094920"/>
                  </a:lnTo>
                  <a:lnTo>
                    <a:pt x="5526847" y="1094920"/>
                  </a:lnTo>
                  <a:lnTo>
                    <a:pt x="5526972" y="1094920"/>
                  </a:lnTo>
                  <a:lnTo>
                    <a:pt x="5527097" y="1094920"/>
                  </a:lnTo>
                  <a:lnTo>
                    <a:pt x="5527222" y="1094920"/>
                  </a:lnTo>
                  <a:lnTo>
                    <a:pt x="5527347" y="1094920"/>
                  </a:lnTo>
                  <a:lnTo>
                    <a:pt x="5527472" y="1094920"/>
                  </a:lnTo>
                  <a:lnTo>
                    <a:pt x="5527597" y="1094920"/>
                  </a:lnTo>
                  <a:lnTo>
                    <a:pt x="5527722" y="1094920"/>
                  </a:lnTo>
                  <a:lnTo>
                    <a:pt x="5527847" y="1094920"/>
                  </a:lnTo>
                  <a:lnTo>
                    <a:pt x="5527972" y="1094920"/>
                  </a:lnTo>
                  <a:lnTo>
                    <a:pt x="5528098" y="1094920"/>
                  </a:lnTo>
                  <a:lnTo>
                    <a:pt x="5528223" y="1094920"/>
                  </a:lnTo>
                  <a:lnTo>
                    <a:pt x="5528348" y="1094920"/>
                  </a:lnTo>
                  <a:lnTo>
                    <a:pt x="5528473" y="1094920"/>
                  </a:lnTo>
                  <a:lnTo>
                    <a:pt x="5528598" y="1094920"/>
                  </a:lnTo>
                  <a:lnTo>
                    <a:pt x="5528723" y="1094920"/>
                  </a:lnTo>
                  <a:lnTo>
                    <a:pt x="5528848" y="1094920"/>
                  </a:lnTo>
                  <a:lnTo>
                    <a:pt x="5528973" y="1094920"/>
                  </a:lnTo>
                  <a:lnTo>
                    <a:pt x="5529098" y="1094920"/>
                  </a:lnTo>
                  <a:lnTo>
                    <a:pt x="5529223" y="1094920"/>
                  </a:lnTo>
                  <a:lnTo>
                    <a:pt x="5529348" y="1094920"/>
                  </a:lnTo>
                  <a:lnTo>
                    <a:pt x="5529473" y="1094920"/>
                  </a:lnTo>
                  <a:lnTo>
                    <a:pt x="5529598" y="1094920"/>
                  </a:lnTo>
                  <a:lnTo>
                    <a:pt x="5529723" y="1094920"/>
                  </a:lnTo>
                  <a:lnTo>
                    <a:pt x="5529848" y="1094920"/>
                  </a:lnTo>
                  <a:lnTo>
                    <a:pt x="5529973" y="1094920"/>
                  </a:lnTo>
                  <a:lnTo>
                    <a:pt x="5530098" y="1094920"/>
                  </a:lnTo>
                  <a:lnTo>
                    <a:pt x="5530223" y="1094920"/>
                  </a:lnTo>
                  <a:lnTo>
                    <a:pt x="5530348" y="1094920"/>
                  </a:lnTo>
                  <a:lnTo>
                    <a:pt x="5530473" y="1094920"/>
                  </a:lnTo>
                  <a:lnTo>
                    <a:pt x="5530598" y="1094920"/>
                  </a:lnTo>
                  <a:lnTo>
                    <a:pt x="5530723" y="1094920"/>
                  </a:lnTo>
                  <a:lnTo>
                    <a:pt x="5530848" y="1094920"/>
                  </a:lnTo>
                  <a:lnTo>
                    <a:pt x="5530973" y="1094920"/>
                  </a:lnTo>
                  <a:lnTo>
                    <a:pt x="5531099" y="1094920"/>
                  </a:lnTo>
                  <a:lnTo>
                    <a:pt x="5531224" y="1094920"/>
                  </a:lnTo>
                  <a:lnTo>
                    <a:pt x="5531349" y="1094920"/>
                  </a:lnTo>
                  <a:lnTo>
                    <a:pt x="5531474" y="1094920"/>
                  </a:lnTo>
                  <a:lnTo>
                    <a:pt x="5531599" y="1094920"/>
                  </a:lnTo>
                  <a:lnTo>
                    <a:pt x="5531724" y="1094920"/>
                  </a:lnTo>
                  <a:lnTo>
                    <a:pt x="5531849" y="1094920"/>
                  </a:lnTo>
                  <a:lnTo>
                    <a:pt x="5531974" y="1094920"/>
                  </a:lnTo>
                  <a:lnTo>
                    <a:pt x="5532099" y="1094920"/>
                  </a:lnTo>
                  <a:lnTo>
                    <a:pt x="5532224" y="1094920"/>
                  </a:lnTo>
                  <a:lnTo>
                    <a:pt x="5532349" y="1094920"/>
                  </a:lnTo>
                  <a:lnTo>
                    <a:pt x="5532474" y="1094920"/>
                  </a:lnTo>
                  <a:lnTo>
                    <a:pt x="5532599" y="1094920"/>
                  </a:lnTo>
                  <a:lnTo>
                    <a:pt x="5532724" y="1094920"/>
                  </a:lnTo>
                  <a:lnTo>
                    <a:pt x="5532849" y="1094920"/>
                  </a:lnTo>
                  <a:lnTo>
                    <a:pt x="5532974" y="1094920"/>
                  </a:lnTo>
                  <a:lnTo>
                    <a:pt x="5533099" y="1094920"/>
                  </a:lnTo>
                  <a:lnTo>
                    <a:pt x="5533224" y="1094920"/>
                  </a:lnTo>
                  <a:lnTo>
                    <a:pt x="5533349" y="1094920"/>
                  </a:lnTo>
                  <a:lnTo>
                    <a:pt x="5533474" y="1094920"/>
                  </a:lnTo>
                  <a:lnTo>
                    <a:pt x="5533599" y="1094920"/>
                  </a:lnTo>
                  <a:lnTo>
                    <a:pt x="5533724" y="1094920"/>
                  </a:lnTo>
                  <a:lnTo>
                    <a:pt x="5533849" y="1094920"/>
                  </a:lnTo>
                  <a:lnTo>
                    <a:pt x="5533974" y="1094920"/>
                  </a:lnTo>
                  <a:lnTo>
                    <a:pt x="5534100" y="1094920"/>
                  </a:lnTo>
                  <a:lnTo>
                    <a:pt x="5534225" y="1094920"/>
                  </a:lnTo>
                  <a:lnTo>
                    <a:pt x="5534350" y="1094920"/>
                  </a:lnTo>
                  <a:lnTo>
                    <a:pt x="5534475" y="1094920"/>
                  </a:lnTo>
                  <a:lnTo>
                    <a:pt x="5534600" y="1094920"/>
                  </a:lnTo>
                  <a:lnTo>
                    <a:pt x="5534725" y="1094920"/>
                  </a:lnTo>
                  <a:lnTo>
                    <a:pt x="5534850" y="1094920"/>
                  </a:lnTo>
                  <a:lnTo>
                    <a:pt x="5534975" y="1094920"/>
                  </a:lnTo>
                  <a:lnTo>
                    <a:pt x="5535100" y="1094920"/>
                  </a:lnTo>
                  <a:lnTo>
                    <a:pt x="5535225" y="1094920"/>
                  </a:lnTo>
                  <a:lnTo>
                    <a:pt x="5535350" y="1094920"/>
                  </a:lnTo>
                  <a:lnTo>
                    <a:pt x="5535475" y="1094920"/>
                  </a:lnTo>
                  <a:lnTo>
                    <a:pt x="5535600" y="1094920"/>
                  </a:lnTo>
                  <a:lnTo>
                    <a:pt x="5535725" y="1094920"/>
                  </a:lnTo>
                  <a:lnTo>
                    <a:pt x="5535850" y="1094920"/>
                  </a:lnTo>
                  <a:lnTo>
                    <a:pt x="5535975" y="1094920"/>
                  </a:lnTo>
                  <a:lnTo>
                    <a:pt x="5536100" y="1094920"/>
                  </a:lnTo>
                  <a:lnTo>
                    <a:pt x="5536225" y="1094920"/>
                  </a:lnTo>
                  <a:lnTo>
                    <a:pt x="5536350" y="1094920"/>
                  </a:lnTo>
                  <a:lnTo>
                    <a:pt x="5536475" y="1094920"/>
                  </a:lnTo>
                  <a:lnTo>
                    <a:pt x="5536600" y="1094920"/>
                  </a:lnTo>
                  <a:lnTo>
                    <a:pt x="5536725" y="1094920"/>
                  </a:lnTo>
                  <a:lnTo>
                    <a:pt x="5536850" y="1094920"/>
                  </a:lnTo>
                  <a:lnTo>
                    <a:pt x="5536975" y="1094920"/>
                  </a:lnTo>
                  <a:lnTo>
                    <a:pt x="5537101" y="1094920"/>
                  </a:lnTo>
                  <a:lnTo>
                    <a:pt x="5537226" y="1094920"/>
                  </a:lnTo>
                  <a:lnTo>
                    <a:pt x="5537351" y="1094920"/>
                  </a:lnTo>
                  <a:lnTo>
                    <a:pt x="5537476" y="1094920"/>
                  </a:lnTo>
                  <a:lnTo>
                    <a:pt x="5537601" y="1094920"/>
                  </a:lnTo>
                  <a:lnTo>
                    <a:pt x="5537726" y="1094920"/>
                  </a:lnTo>
                  <a:lnTo>
                    <a:pt x="5537851" y="1094920"/>
                  </a:lnTo>
                  <a:lnTo>
                    <a:pt x="5537976" y="1094920"/>
                  </a:lnTo>
                  <a:lnTo>
                    <a:pt x="5538101" y="1094920"/>
                  </a:lnTo>
                  <a:lnTo>
                    <a:pt x="5538226" y="1094920"/>
                  </a:lnTo>
                  <a:lnTo>
                    <a:pt x="5538351" y="1094920"/>
                  </a:lnTo>
                  <a:lnTo>
                    <a:pt x="5538476" y="1094920"/>
                  </a:lnTo>
                  <a:lnTo>
                    <a:pt x="5538601" y="1094920"/>
                  </a:lnTo>
                  <a:lnTo>
                    <a:pt x="5538726" y="1094920"/>
                  </a:lnTo>
                  <a:lnTo>
                    <a:pt x="5538851" y="1094920"/>
                  </a:lnTo>
                  <a:lnTo>
                    <a:pt x="5538976" y="1094920"/>
                  </a:lnTo>
                  <a:lnTo>
                    <a:pt x="5539101" y="1094920"/>
                  </a:lnTo>
                  <a:lnTo>
                    <a:pt x="5539226" y="1094920"/>
                  </a:lnTo>
                  <a:lnTo>
                    <a:pt x="5539351" y="1094920"/>
                  </a:lnTo>
                  <a:lnTo>
                    <a:pt x="5539476" y="1094920"/>
                  </a:lnTo>
                  <a:lnTo>
                    <a:pt x="5539601" y="1094920"/>
                  </a:lnTo>
                  <a:lnTo>
                    <a:pt x="5539726" y="1094920"/>
                  </a:lnTo>
                  <a:lnTo>
                    <a:pt x="5539851" y="1094920"/>
                  </a:lnTo>
                  <a:lnTo>
                    <a:pt x="5539976" y="1094920"/>
                  </a:lnTo>
                  <a:lnTo>
                    <a:pt x="5540102" y="1094920"/>
                  </a:lnTo>
                  <a:lnTo>
                    <a:pt x="5540227" y="1094920"/>
                  </a:lnTo>
                  <a:lnTo>
                    <a:pt x="5540352" y="1094920"/>
                  </a:lnTo>
                  <a:lnTo>
                    <a:pt x="5540477" y="1094920"/>
                  </a:lnTo>
                  <a:lnTo>
                    <a:pt x="5540602" y="1094920"/>
                  </a:lnTo>
                  <a:lnTo>
                    <a:pt x="5540727" y="1094920"/>
                  </a:lnTo>
                  <a:lnTo>
                    <a:pt x="5540852" y="1094920"/>
                  </a:lnTo>
                  <a:lnTo>
                    <a:pt x="5540977" y="1094920"/>
                  </a:lnTo>
                  <a:lnTo>
                    <a:pt x="5541102" y="1094920"/>
                  </a:lnTo>
                  <a:lnTo>
                    <a:pt x="5541227" y="1094920"/>
                  </a:lnTo>
                  <a:lnTo>
                    <a:pt x="5541352" y="1094920"/>
                  </a:lnTo>
                  <a:lnTo>
                    <a:pt x="5541477" y="1094920"/>
                  </a:lnTo>
                  <a:lnTo>
                    <a:pt x="5541602" y="1094920"/>
                  </a:lnTo>
                  <a:lnTo>
                    <a:pt x="5541727" y="1094920"/>
                  </a:lnTo>
                  <a:lnTo>
                    <a:pt x="5541852" y="1094920"/>
                  </a:lnTo>
                  <a:lnTo>
                    <a:pt x="5541977" y="1094920"/>
                  </a:lnTo>
                  <a:lnTo>
                    <a:pt x="5542102" y="1094920"/>
                  </a:lnTo>
                  <a:lnTo>
                    <a:pt x="5542227" y="1094920"/>
                  </a:lnTo>
                  <a:lnTo>
                    <a:pt x="5542352" y="1094920"/>
                  </a:lnTo>
                  <a:lnTo>
                    <a:pt x="5542477" y="1094920"/>
                  </a:lnTo>
                  <a:lnTo>
                    <a:pt x="5542602" y="1094920"/>
                  </a:lnTo>
                  <a:lnTo>
                    <a:pt x="5542727" y="1094920"/>
                  </a:lnTo>
                  <a:lnTo>
                    <a:pt x="5542852" y="1094920"/>
                  </a:lnTo>
                  <a:lnTo>
                    <a:pt x="5542977" y="1094920"/>
                  </a:lnTo>
                  <a:lnTo>
                    <a:pt x="5543103" y="1094920"/>
                  </a:lnTo>
                  <a:lnTo>
                    <a:pt x="5543228" y="1094920"/>
                  </a:lnTo>
                  <a:lnTo>
                    <a:pt x="5543353" y="1094920"/>
                  </a:lnTo>
                  <a:lnTo>
                    <a:pt x="5543478" y="1094920"/>
                  </a:lnTo>
                  <a:lnTo>
                    <a:pt x="5543603" y="1094920"/>
                  </a:lnTo>
                  <a:lnTo>
                    <a:pt x="5543728" y="1094920"/>
                  </a:lnTo>
                  <a:lnTo>
                    <a:pt x="5543853" y="1094920"/>
                  </a:lnTo>
                  <a:lnTo>
                    <a:pt x="5543978" y="1094920"/>
                  </a:lnTo>
                  <a:lnTo>
                    <a:pt x="5544103" y="1094920"/>
                  </a:lnTo>
                  <a:lnTo>
                    <a:pt x="5544228" y="1094920"/>
                  </a:lnTo>
                  <a:lnTo>
                    <a:pt x="5544353" y="1094920"/>
                  </a:lnTo>
                  <a:lnTo>
                    <a:pt x="5544478" y="1094920"/>
                  </a:lnTo>
                  <a:lnTo>
                    <a:pt x="5544603" y="1094920"/>
                  </a:lnTo>
                  <a:lnTo>
                    <a:pt x="5544728" y="1094920"/>
                  </a:lnTo>
                  <a:lnTo>
                    <a:pt x="5544853" y="1094920"/>
                  </a:lnTo>
                  <a:lnTo>
                    <a:pt x="5544978" y="1094920"/>
                  </a:lnTo>
                  <a:lnTo>
                    <a:pt x="5545103" y="1094920"/>
                  </a:lnTo>
                  <a:lnTo>
                    <a:pt x="5545228" y="1094920"/>
                  </a:lnTo>
                  <a:lnTo>
                    <a:pt x="5545353" y="1094920"/>
                  </a:lnTo>
                  <a:lnTo>
                    <a:pt x="5545478" y="1094920"/>
                  </a:lnTo>
                  <a:lnTo>
                    <a:pt x="5545603" y="1094920"/>
                  </a:lnTo>
                  <a:lnTo>
                    <a:pt x="5545728" y="1094920"/>
                  </a:lnTo>
                  <a:lnTo>
                    <a:pt x="5545853" y="1094920"/>
                  </a:lnTo>
                  <a:lnTo>
                    <a:pt x="5545978" y="1094920"/>
                  </a:lnTo>
                  <a:lnTo>
                    <a:pt x="5546104" y="1094920"/>
                  </a:lnTo>
                  <a:lnTo>
                    <a:pt x="5546229" y="1094920"/>
                  </a:lnTo>
                  <a:lnTo>
                    <a:pt x="5546354" y="1094920"/>
                  </a:lnTo>
                  <a:lnTo>
                    <a:pt x="5546479" y="1094920"/>
                  </a:lnTo>
                  <a:lnTo>
                    <a:pt x="5546604" y="1094920"/>
                  </a:lnTo>
                  <a:lnTo>
                    <a:pt x="5546729" y="1094920"/>
                  </a:lnTo>
                  <a:lnTo>
                    <a:pt x="5546854" y="1094920"/>
                  </a:lnTo>
                  <a:lnTo>
                    <a:pt x="5546979" y="1094920"/>
                  </a:lnTo>
                  <a:lnTo>
                    <a:pt x="5547104" y="1094920"/>
                  </a:lnTo>
                  <a:lnTo>
                    <a:pt x="5547229" y="1094920"/>
                  </a:lnTo>
                  <a:lnTo>
                    <a:pt x="5547354" y="1094920"/>
                  </a:lnTo>
                  <a:lnTo>
                    <a:pt x="5547479" y="1094920"/>
                  </a:lnTo>
                  <a:lnTo>
                    <a:pt x="5547604" y="1094920"/>
                  </a:lnTo>
                  <a:lnTo>
                    <a:pt x="5547729" y="1094920"/>
                  </a:lnTo>
                  <a:lnTo>
                    <a:pt x="5547854" y="1094920"/>
                  </a:lnTo>
                  <a:lnTo>
                    <a:pt x="5547979" y="1094920"/>
                  </a:lnTo>
                  <a:lnTo>
                    <a:pt x="5548104" y="1094920"/>
                  </a:lnTo>
                  <a:lnTo>
                    <a:pt x="5548229" y="1094920"/>
                  </a:lnTo>
                  <a:lnTo>
                    <a:pt x="5548354" y="1094920"/>
                  </a:lnTo>
                  <a:lnTo>
                    <a:pt x="5548479" y="1094920"/>
                  </a:lnTo>
                  <a:lnTo>
                    <a:pt x="5548604" y="1094920"/>
                  </a:lnTo>
                  <a:lnTo>
                    <a:pt x="5548729" y="1094920"/>
                  </a:lnTo>
                  <a:lnTo>
                    <a:pt x="5548854" y="1094920"/>
                  </a:lnTo>
                  <a:lnTo>
                    <a:pt x="5548980" y="1094920"/>
                  </a:lnTo>
                  <a:lnTo>
                    <a:pt x="5549105" y="1094920"/>
                  </a:lnTo>
                  <a:lnTo>
                    <a:pt x="5549230" y="1094920"/>
                  </a:lnTo>
                  <a:lnTo>
                    <a:pt x="5549355" y="1094920"/>
                  </a:lnTo>
                  <a:lnTo>
                    <a:pt x="5549480" y="1094920"/>
                  </a:lnTo>
                  <a:lnTo>
                    <a:pt x="5549605" y="1094920"/>
                  </a:lnTo>
                  <a:lnTo>
                    <a:pt x="5549730" y="1094920"/>
                  </a:lnTo>
                  <a:lnTo>
                    <a:pt x="5549855" y="1094920"/>
                  </a:lnTo>
                  <a:lnTo>
                    <a:pt x="5549980" y="1094920"/>
                  </a:lnTo>
                  <a:lnTo>
                    <a:pt x="5550105" y="1094920"/>
                  </a:lnTo>
                  <a:lnTo>
                    <a:pt x="5550230" y="1094920"/>
                  </a:lnTo>
                  <a:lnTo>
                    <a:pt x="5550355" y="1094920"/>
                  </a:lnTo>
                  <a:lnTo>
                    <a:pt x="5550480" y="1094920"/>
                  </a:lnTo>
                  <a:lnTo>
                    <a:pt x="5550605" y="1094920"/>
                  </a:lnTo>
                  <a:lnTo>
                    <a:pt x="5550730" y="1094920"/>
                  </a:lnTo>
                  <a:lnTo>
                    <a:pt x="5550855" y="1094920"/>
                  </a:lnTo>
                  <a:lnTo>
                    <a:pt x="5550980" y="1094920"/>
                  </a:lnTo>
                  <a:lnTo>
                    <a:pt x="5551105" y="1094920"/>
                  </a:lnTo>
                  <a:lnTo>
                    <a:pt x="5551230" y="1094920"/>
                  </a:lnTo>
                  <a:lnTo>
                    <a:pt x="5551355" y="1094920"/>
                  </a:lnTo>
                  <a:lnTo>
                    <a:pt x="5551480" y="1094920"/>
                  </a:lnTo>
                  <a:lnTo>
                    <a:pt x="5551605" y="1094920"/>
                  </a:lnTo>
                  <a:lnTo>
                    <a:pt x="5551730" y="1094920"/>
                  </a:lnTo>
                  <a:lnTo>
                    <a:pt x="5551855" y="1094920"/>
                  </a:lnTo>
                  <a:lnTo>
                    <a:pt x="5551981" y="1094920"/>
                  </a:lnTo>
                  <a:lnTo>
                    <a:pt x="5552106" y="1094920"/>
                  </a:lnTo>
                  <a:lnTo>
                    <a:pt x="5552231" y="1094920"/>
                  </a:lnTo>
                  <a:lnTo>
                    <a:pt x="5552356" y="1094920"/>
                  </a:lnTo>
                  <a:lnTo>
                    <a:pt x="5552481" y="1094920"/>
                  </a:lnTo>
                  <a:lnTo>
                    <a:pt x="5552606" y="1094920"/>
                  </a:lnTo>
                  <a:lnTo>
                    <a:pt x="5552731" y="1094920"/>
                  </a:lnTo>
                  <a:lnTo>
                    <a:pt x="5552856" y="1094920"/>
                  </a:lnTo>
                  <a:lnTo>
                    <a:pt x="5552981" y="1094920"/>
                  </a:lnTo>
                  <a:lnTo>
                    <a:pt x="5553106" y="1094920"/>
                  </a:lnTo>
                  <a:lnTo>
                    <a:pt x="5553231" y="1094920"/>
                  </a:lnTo>
                  <a:lnTo>
                    <a:pt x="5553356" y="1094920"/>
                  </a:lnTo>
                  <a:lnTo>
                    <a:pt x="5553481" y="1094920"/>
                  </a:lnTo>
                  <a:lnTo>
                    <a:pt x="5553606" y="1094920"/>
                  </a:lnTo>
                  <a:lnTo>
                    <a:pt x="5553731" y="1094920"/>
                  </a:lnTo>
                  <a:lnTo>
                    <a:pt x="5553856" y="1094920"/>
                  </a:lnTo>
                  <a:lnTo>
                    <a:pt x="5553981" y="1094920"/>
                  </a:lnTo>
                  <a:lnTo>
                    <a:pt x="5554106" y="1094920"/>
                  </a:lnTo>
                  <a:lnTo>
                    <a:pt x="5554231" y="1094920"/>
                  </a:lnTo>
                  <a:lnTo>
                    <a:pt x="5554356" y="1094920"/>
                  </a:lnTo>
                  <a:lnTo>
                    <a:pt x="5554481" y="1094920"/>
                  </a:lnTo>
                  <a:lnTo>
                    <a:pt x="5554606" y="1094920"/>
                  </a:lnTo>
                  <a:lnTo>
                    <a:pt x="5554731" y="1094920"/>
                  </a:lnTo>
                  <a:lnTo>
                    <a:pt x="5554856" y="1094920"/>
                  </a:lnTo>
                  <a:lnTo>
                    <a:pt x="5554982" y="1094920"/>
                  </a:lnTo>
                  <a:lnTo>
                    <a:pt x="5555107" y="1094920"/>
                  </a:lnTo>
                  <a:lnTo>
                    <a:pt x="5555232" y="1094920"/>
                  </a:lnTo>
                  <a:lnTo>
                    <a:pt x="5555357" y="1094920"/>
                  </a:lnTo>
                  <a:lnTo>
                    <a:pt x="5555482" y="1094920"/>
                  </a:lnTo>
                  <a:lnTo>
                    <a:pt x="5555607" y="1094920"/>
                  </a:lnTo>
                  <a:lnTo>
                    <a:pt x="5555732" y="1094920"/>
                  </a:lnTo>
                  <a:lnTo>
                    <a:pt x="5555857" y="1094920"/>
                  </a:lnTo>
                  <a:lnTo>
                    <a:pt x="5555982" y="1094920"/>
                  </a:lnTo>
                  <a:lnTo>
                    <a:pt x="5556107" y="1094920"/>
                  </a:lnTo>
                  <a:lnTo>
                    <a:pt x="5556232" y="1094920"/>
                  </a:lnTo>
                  <a:lnTo>
                    <a:pt x="5556357" y="1094920"/>
                  </a:lnTo>
                  <a:lnTo>
                    <a:pt x="5556482" y="1094920"/>
                  </a:lnTo>
                  <a:lnTo>
                    <a:pt x="5556607" y="1094920"/>
                  </a:lnTo>
                  <a:lnTo>
                    <a:pt x="5556732" y="1094920"/>
                  </a:lnTo>
                  <a:lnTo>
                    <a:pt x="5556857" y="1094920"/>
                  </a:lnTo>
                  <a:lnTo>
                    <a:pt x="5556982" y="1094920"/>
                  </a:lnTo>
                  <a:lnTo>
                    <a:pt x="5557107" y="1094920"/>
                  </a:lnTo>
                  <a:lnTo>
                    <a:pt x="5557232" y="1094920"/>
                  </a:lnTo>
                  <a:lnTo>
                    <a:pt x="5557357" y="1094920"/>
                  </a:lnTo>
                  <a:lnTo>
                    <a:pt x="5557482" y="1094920"/>
                  </a:lnTo>
                  <a:lnTo>
                    <a:pt x="5557607" y="1094920"/>
                  </a:lnTo>
                  <a:lnTo>
                    <a:pt x="5557732" y="1094920"/>
                  </a:lnTo>
                  <a:lnTo>
                    <a:pt x="5557857" y="1094920"/>
                  </a:lnTo>
                  <a:lnTo>
                    <a:pt x="5557983" y="1094920"/>
                  </a:lnTo>
                  <a:lnTo>
                    <a:pt x="5558108" y="1094920"/>
                  </a:lnTo>
                  <a:lnTo>
                    <a:pt x="5558233" y="1094920"/>
                  </a:lnTo>
                  <a:lnTo>
                    <a:pt x="5558358" y="1094920"/>
                  </a:lnTo>
                  <a:lnTo>
                    <a:pt x="5558483" y="1094920"/>
                  </a:lnTo>
                  <a:lnTo>
                    <a:pt x="5558608" y="1094920"/>
                  </a:lnTo>
                  <a:lnTo>
                    <a:pt x="5558733" y="1094920"/>
                  </a:lnTo>
                  <a:lnTo>
                    <a:pt x="5558858" y="1094920"/>
                  </a:lnTo>
                  <a:lnTo>
                    <a:pt x="5558983" y="1094920"/>
                  </a:lnTo>
                  <a:lnTo>
                    <a:pt x="5559108" y="1094920"/>
                  </a:lnTo>
                  <a:lnTo>
                    <a:pt x="5559233" y="1094920"/>
                  </a:lnTo>
                  <a:lnTo>
                    <a:pt x="5559358" y="1094920"/>
                  </a:lnTo>
                  <a:lnTo>
                    <a:pt x="5559483" y="1094920"/>
                  </a:lnTo>
                  <a:lnTo>
                    <a:pt x="5559608" y="1094920"/>
                  </a:lnTo>
                  <a:lnTo>
                    <a:pt x="5559733" y="1094920"/>
                  </a:lnTo>
                  <a:lnTo>
                    <a:pt x="5559858" y="1094920"/>
                  </a:lnTo>
                  <a:lnTo>
                    <a:pt x="5559983" y="1094920"/>
                  </a:lnTo>
                  <a:lnTo>
                    <a:pt x="5560108" y="1094920"/>
                  </a:lnTo>
                  <a:lnTo>
                    <a:pt x="5560233" y="1094920"/>
                  </a:lnTo>
                  <a:lnTo>
                    <a:pt x="5560358" y="1094920"/>
                  </a:lnTo>
                  <a:lnTo>
                    <a:pt x="5560483" y="1094920"/>
                  </a:lnTo>
                  <a:lnTo>
                    <a:pt x="5560608" y="1094920"/>
                  </a:lnTo>
                  <a:lnTo>
                    <a:pt x="5560733" y="1094920"/>
                  </a:lnTo>
                  <a:lnTo>
                    <a:pt x="5560858" y="1094920"/>
                  </a:lnTo>
                  <a:lnTo>
                    <a:pt x="5560984" y="1094920"/>
                  </a:lnTo>
                  <a:lnTo>
                    <a:pt x="5561109" y="1094920"/>
                  </a:lnTo>
                  <a:lnTo>
                    <a:pt x="5561234" y="1094920"/>
                  </a:lnTo>
                  <a:lnTo>
                    <a:pt x="5561359" y="1094920"/>
                  </a:lnTo>
                  <a:lnTo>
                    <a:pt x="5561484" y="1094920"/>
                  </a:lnTo>
                  <a:lnTo>
                    <a:pt x="5561609" y="1094920"/>
                  </a:lnTo>
                  <a:lnTo>
                    <a:pt x="5561734" y="1094920"/>
                  </a:lnTo>
                  <a:lnTo>
                    <a:pt x="5561859" y="1094920"/>
                  </a:lnTo>
                  <a:lnTo>
                    <a:pt x="5561984" y="1094920"/>
                  </a:lnTo>
                  <a:lnTo>
                    <a:pt x="5562109" y="1094920"/>
                  </a:lnTo>
                  <a:lnTo>
                    <a:pt x="5562234" y="1094920"/>
                  </a:lnTo>
                  <a:lnTo>
                    <a:pt x="5562359" y="1094920"/>
                  </a:lnTo>
                  <a:lnTo>
                    <a:pt x="5562484" y="1094920"/>
                  </a:lnTo>
                  <a:lnTo>
                    <a:pt x="5562609" y="1094920"/>
                  </a:lnTo>
                  <a:lnTo>
                    <a:pt x="5562734" y="1094920"/>
                  </a:lnTo>
                  <a:lnTo>
                    <a:pt x="5562859" y="1094920"/>
                  </a:lnTo>
                  <a:lnTo>
                    <a:pt x="5562984" y="1094920"/>
                  </a:lnTo>
                  <a:lnTo>
                    <a:pt x="5563109" y="1094920"/>
                  </a:lnTo>
                  <a:lnTo>
                    <a:pt x="5563234" y="1094920"/>
                  </a:lnTo>
                  <a:lnTo>
                    <a:pt x="5563359" y="1094920"/>
                  </a:lnTo>
                  <a:lnTo>
                    <a:pt x="5563484" y="1094920"/>
                  </a:lnTo>
                  <a:lnTo>
                    <a:pt x="5563609" y="1094920"/>
                  </a:lnTo>
                  <a:lnTo>
                    <a:pt x="5563734" y="1094920"/>
                  </a:lnTo>
                  <a:lnTo>
                    <a:pt x="5563859" y="1094920"/>
                  </a:lnTo>
                  <a:lnTo>
                    <a:pt x="5563985" y="1094920"/>
                  </a:lnTo>
                  <a:lnTo>
                    <a:pt x="5564110" y="1094920"/>
                  </a:lnTo>
                  <a:lnTo>
                    <a:pt x="5564235" y="1094920"/>
                  </a:lnTo>
                  <a:lnTo>
                    <a:pt x="5564360" y="1094920"/>
                  </a:lnTo>
                  <a:lnTo>
                    <a:pt x="5564485" y="1094920"/>
                  </a:lnTo>
                  <a:lnTo>
                    <a:pt x="5564610" y="1094920"/>
                  </a:lnTo>
                  <a:lnTo>
                    <a:pt x="5564735" y="1094920"/>
                  </a:lnTo>
                  <a:lnTo>
                    <a:pt x="5564860" y="1094920"/>
                  </a:lnTo>
                  <a:lnTo>
                    <a:pt x="5564985" y="1094920"/>
                  </a:lnTo>
                  <a:lnTo>
                    <a:pt x="5565110" y="1094920"/>
                  </a:lnTo>
                  <a:lnTo>
                    <a:pt x="5565235" y="1094920"/>
                  </a:lnTo>
                  <a:lnTo>
                    <a:pt x="5565360" y="1094920"/>
                  </a:lnTo>
                  <a:lnTo>
                    <a:pt x="5565485" y="1094920"/>
                  </a:lnTo>
                  <a:lnTo>
                    <a:pt x="5565610" y="1094920"/>
                  </a:lnTo>
                  <a:lnTo>
                    <a:pt x="5565735" y="1094920"/>
                  </a:lnTo>
                  <a:lnTo>
                    <a:pt x="5565860" y="1094920"/>
                  </a:lnTo>
                  <a:lnTo>
                    <a:pt x="5565985" y="1094920"/>
                  </a:lnTo>
                  <a:lnTo>
                    <a:pt x="5566110" y="1094920"/>
                  </a:lnTo>
                  <a:lnTo>
                    <a:pt x="5566235" y="1094920"/>
                  </a:lnTo>
                  <a:lnTo>
                    <a:pt x="5566360" y="1094920"/>
                  </a:lnTo>
                  <a:lnTo>
                    <a:pt x="5566485" y="1094920"/>
                  </a:lnTo>
                  <a:lnTo>
                    <a:pt x="5566610" y="1094920"/>
                  </a:lnTo>
                  <a:lnTo>
                    <a:pt x="5566735" y="1094920"/>
                  </a:lnTo>
                  <a:lnTo>
                    <a:pt x="5566860" y="1094920"/>
                  </a:lnTo>
                  <a:lnTo>
                    <a:pt x="5566986" y="1094920"/>
                  </a:lnTo>
                  <a:lnTo>
                    <a:pt x="5567111" y="1094920"/>
                  </a:lnTo>
                  <a:lnTo>
                    <a:pt x="5567236" y="1094920"/>
                  </a:lnTo>
                  <a:lnTo>
                    <a:pt x="5567361" y="1094920"/>
                  </a:lnTo>
                  <a:lnTo>
                    <a:pt x="5567486" y="1094920"/>
                  </a:lnTo>
                  <a:lnTo>
                    <a:pt x="5567611" y="1094920"/>
                  </a:lnTo>
                  <a:lnTo>
                    <a:pt x="5567736" y="1094920"/>
                  </a:lnTo>
                  <a:lnTo>
                    <a:pt x="5567861" y="1094920"/>
                  </a:lnTo>
                  <a:lnTo>
                    <a:pt x="5567986" y="1094920"/>
                  </a:lnTo>
                  <a:lnTo>
                    <a:pt x="5568111" y="1094920"/>
                  </a:lnTo>
                  <a:lnTo>
                    <a:pt x="5568236" y="1094920"/>
                  </a:lnTo>
                  <a:lnTo>
                    <a:pt x="5568361" y="1094920"/>
                  </a:lnTo>
                  <a:lnTo>
                    <a:pt x="5568486" y="1094920"/>
                  </a:lnTo>
                  <a:lnTo>
                    <a:pt x="5568611" y="1094920"/>
                  </a:lnTo>
                  <a:lnTo>
                    <a:pt x="5568736" y="1094920"/>
                  </a:lnTo>
                  <a:lnTo>
                    <a:pt x="5568861" y="1094920"/>
                  </a:lnTo>
                  <a:lnTo>
                    <a:pt x="5568986" y="1094920"/>
                  </a:lnTo>
                  <a:lnTo>
                    <a:pt x="5569111" y="1094920"/>
                  </a:lnTo>
                  <a:lnTo>
                    <a:pt x="5569236" y="1094920"/>
                  </a:lnTo>
                  <a:lnTo>
                    <a:pt x="5569361" y="1094920"/>
                  </a:lnTo>
                  <a:lnTo>
                    <a:pt x="5569486" y="1094920"/>
                  </a:lnTo>
                  <a:lnTo>
                    <a:pt x="5569611" y="1094920"/>
                  </a:lnTo>
                  <a:lnTo>
                    <a:pt x="5569736" y="1094920"/>
                  </a:lnTo>
                  <a:lnTo>
                    <a:pt x="5569861" y="1094920"/>
                  </a:lnTo>
                  <a:lnTo>
                    <a:pt x="5569987" y="1094920"/>
                  </a:lnTo>
                  <a:lnTo>
                    <a:pt x="5570112" y="1094920"/>
                  </a:lnTo>
                  <a:lnTo>
                    <a:pt x="5570237" y="1094920"/>
                  </a:lnTo>
                  <a:lnTo>
                    <a:pt x="5570362" y="1094920"/>
                  </a:lnTo>
                  <a:lnTo>
                    <a:pt x="5570487" y="1094920"/>
                  </a:lnTo>
                  <a:lnTo>
                    <a:pt x="5570612" y="1094920"/>
                  </a:lnTo>
                  <a:lnTo>
                    <a:pt x="5570737" y="1094920"/>
                  </a:lnTo>
                  <a:lnTo>
                    <a:pt x="5570862" y="1094920"/>
                  </a:lnTo>
                  <a:lnTo>
                    <a:pt x="5570987" y="1094920"/>
                  </a:lnTo>
                  <a:lnTo>
                    <a:pt x="5571112" y="1094920"/>
                  </a:lnTo>
                  <a:lnTo>
                    <a:pt x="5571237" y="1094920"/>
                  </a:lnTo>
                  <a:lnTo>
                    <a:pt x="5571362" y="1094920"/>
                  </a:lnTo>
                  <a:lnTo>
                    <a:pt x="5571487" y="1094920"/>
                  </a:lnTo>
                  <a:lnTo>
                    <a:pt x="5571612" y="1094920"/>
                  </a:lnTo>
                  <a:lnTo>
                    <a:pt x="5571737" y="1094920"/>
                  </a:lnTo>
                  <a:lnTo>
                    <a:pt x="5571862" y="1094920"/>
                  </a:lnTo>
                  <a:lnTo>
                    <a:pt x="5571987" y="1094920"/>
                  </a:lnTo>
                  <a:lnTo>
                    <a:pt x="5572112" y="1094920"/>
                  </a:lnTo>
                  <a:lnTo>
                    <a:pt x="5572112" y="1084966"/>
                  </a:lnTo>
                  <a:lnTo>
                    <a:pt x="5572237" y="1084966"/>
                  </a:lnTo>
                  <a:lnTo>
                    <a:pt x="5572362" y="1084966"/>
                  </a:lnTo>
                  <a:lnTo>
                    <a:pt x="5572487" y="1084966"/>
                  </a:lnTo>
                  <a:lnTo>
                    <a:pt x="5572612" y="1084966"/>
                  </a:lnTo>
                  <a:lnTo>
                    <a:pt x="5572737" y="1084966"/>
                  </a:lnTo>
                  <a:lnTo>
                    <a:pt x="5572862" y="1084966"/>
                  </a:lnTo>
                  <a:lnTo>
                    <a:pt x="5572988" y="1084966"/>
                  </a:lnTo>
                  <a:lnTo>
                    <a:pt x="5573113" y="1084966"/>
                  </a:lnTo>
                  <a:lnTo>
                    <a:pt x="5573238" y="1084966"/>
                  </a:lnTo>
                  <a:lnTo>
                    <a:pt x="5573363" y="1084966"/>
                  </a:lnTo>
                  <a:lnTo>
                    <a:pt x="5573488" y="1084966"/>
                  </a:lnTo>
                  <a:lnTo>
                    <a:pt x="5573613" y="1084966"/>
                  </a:lnTo>
                  <a:lnTo>
                    <a:pt x="5573738" y="1084966"/>
                  </a:lnTo>
                  <a:lnTo>
                    <a:pt x="5573863" y="1084966"/>
                  </a:lnTo>
                  <a:lnTo>
                    <a:pt x="5573988" y="1084966"/>
                  </a:lnTo>
                  <a:lnTo>
                    <a:pt x="5574113" y="1084966"/>
                  </a:lnTo>
                  <a:lnTo>
                    <a:pt x="5574238" y="1084966"/>
                  </a:lnTo>
                  <a:lnTo>
                    <a:pt x="5574363" y="1084966"/>
                  </a:lnTo>
                  <a:lnTo>
                    <a:pt x="5574488" y="1084966"/>
                  </a:lnTo>
                  <a:lnTo>
                    <a:pt x="5574613" y="1084966"/>
                  </a:lnTo>
                  <a:lnTo>
                    <a:pt x="5574738" y="1084966"/>
                  </a:lnTo>
                  <a:lnTo>
                    <a:pt x="5574863" y="1084966"/>
                  </a:lnTo>
                  <a:lnTo>
                    <a:pt x="5574988" y="1084966"/>
                  </a:lnTo>
                  <a:lnTo>
                    <a:pt x="5575113" y="1084966"/>
                  </a:lnTo>
                  <a:lnTo>
                    <a:pt x="5575238" y="1084966"/>
                  </a:lnTo>
                  <a:lnTo>
                    <a:pt x="5575363" y="1084966"/>
                  </a:lnTo>
                  <a:lnTo>
                    <a:pt x="5575488" y="1084966"/>
                  </a:lnTo>
                  <a:lnTo>
                    <a:pt x="5575613" y="1084966"/>
                  </a:lnTo>
                  <a:lnTo>
                    <a:pt x="5575738" y="1084966"/>
                  </a:lnTo>
                  <a:lnTo>
                    <a:pt x="5575863" y="1084966"/>
                  </a:lnTo>
                  <a:lnTo>
                    <a:pt x="5575989" y="1084966"/>
                  </a:lnTo>
                  <a:lnTo>
                    <a:pt x="5576114" y="1084966"/>
                  </a:lnTo>
                  <a:lnTo>
                    <a:pt x="5576239" y="1084966"/>
                  </a:lnTo>
                  <a:lnTo>
                    <a:pt x="5576364" y="1084966"/>
                  </a:lnTo>
                  <a:lnTo>
                    <a:pt x="5576489" y="1084966"/>
                  </a:lnTo>
                  <a:lnTo>
                    <a:pt x="5576614" y="1084966"/>
                  </a:lnTo>
                  <a:lnTo>
                    <a:pt x="5576739" y="1084966"/>
                  </a:lnTo>
                  <a:lnTo>
                    <a:pt x="5576864" y="1084966"/>
                  </a:lnTo>
                  <a:lnTo>
                    <a:pt x="5576989" y="1084966"/>
                  </a:lnTo>
                  <a:lnTo>
                    <a:pt x="5577114" y="1084966"/>
                  </a:lnTo>
                  <a:lnTo>
                    <a:pt x="5577239" y="1084966"/>
                  </a:lnTo>
                  <a:lnTo>
                    <a:pt x="5577364" y="1084966"/>
                  </a:lnTo>
                  <a:lnTo>
                    <a:pt x="5577489" y="1084966"/>
                  </a:lnTo>
                  <a:lnTo>
                    <a:pt x="5577614" y="1084966"/>
                  </a:lnTo>
                  <a:lnTo>
                    <a:pt x="5577614" y="1075012"/>
                  </a:lnTo>
                  <a:lnTo>
                    <a:pt x="5577739" y="1075012"/>
                  </a:lnTo>
                  <a:lnTo>
                    <a:pt x="5577864" y="1075012"/>
                  </a:lnTo>
                  <a:lnTo>
                    <a:pt x="5577989" y="1075012"/>
                  </a:lnTo>
                  <a:lnTo>
                    <a:pt x="5578114" y="1075012"/>
                  </a:lnTo>
                  <a:lnTo>
                    <a:pt x="5578239" y="1075012"/>
                  </a:lnTo>
                  <a:lnTo>
                    <a:pt x="5578364" y="1075012"/>
                  </a:lnTo>
                  <a:lnTo>
                    <a:pt x="5578489" y="1075012"/>
                  </a:lnTo>
                  <a:lnTo>
                    <a:pt x="5578614" y="1075012"/>
                  </a:lnTo>
                  <a:lnTo>
                    <a:pt x="5578739" y="1075012"/>
                  </a:lnTo>
                  <a:lnTo>
                    <a:pt x="5578864" y="1075012"/>
                  </a:lnTo>
                  <a:lnTo>
                    <a:pt x="5578990" y="1075012"/>
                  </a:lnTo>
                  <a:lnTo>
                    <a:pt x="5579115" y="1075012"/>
                  </a:lnTo>
                  <a:lnTo>
                    <a:pt x="5579240" y="1075012"/>
                  </a:lnTo>
                  <a:lnTo>
                    <a:pt x="5579365" y="1075012"/>
                  </a:lnTo>
                  <a:lnTo>
                    <a:pt x="5579490" y="1075012"/>
                  </a:lnTo>
                  <a:lnTo>
                    <a:pt x="5579615" y="1075012"/>
                  </a:lnTo>
                  <a:lnTo>
                    <a:pt x="5579740" y="1075012"/>
                  </a:lnTo>
                  <a:lnTo>
                    <a:pt x="5579865" y="1075012"/>
                  </a:lnTo>
                  <a:lnTo>
                    <a:pt x="5579990" y="1075012"/>
                  </a:lnTo>
                  <a:lnTo>
                    <a:pt x="5580115" y="1075012"/>
                  </a:lnTo>
                  <a:lnTo>
                    <a:pt x="5580240" y="1075012"/>
                  </a:lnTo>
                  <a:lnTo>
                    <a:pt x="5580365" y="1075012"/>
                  </a:lnTo>
                  <a:lnTo>
                    <a:pt x="5580490" y="1075012"/>
                  </a:lnTo>
                  <a:lnTo>
                    <a:pt x="5580615" y="1075012"/>
                  </a:lnTo>
                  <a:lnTo>
                    <a:pt x="5580740" y="1075012"/>
                  </a:lnTo>
                  <a:lnTo>
                    <a:pt x="5580865" y="1075012"/>
                  </a:lnTo>
                  <a:lnTo>
                    <a:pt x="5580990" y="1075012"/>
                  </a:lnTo>
                  <a:lnTo>
                    <a:pt x="5581115" y="1075012"/>
                  </a:lnTo>
                  <a:lnTo>
                    <a:pt x="5581240" y="1075012"/>
                  </a:lnTo>
                  <a:lnTo>
                    <a:pt x="5581365" y="1075012"/>
                  </a:lnTo>
                  <a:lnTo>
                    <a:pt x="5581490" y="1075012"/>
                  </a:lnTo>
                  <a:lnTo>
                    <a:pt x="5581615" y="1075012"/>
                  </a:lnTo>
                  <a:lnTo>
                    <a:pt x="5581740" y="1075012"/>
                  </a:lnTo>
                  <a:lnTo>
                    <a:pt x="5581865" y="1075012"/>
                  </a:lnTo>
                  <a:lnTo>
                    <a:pt x="5581991" y="1075012"/>
                  </a:lnTo>
                  <a:lnTo>
                    <a:pt x="5582116" y="1075012"/>
                  </a:lnTo>
                  <a:lnTo>
                    <a:pt x="5582241" y="1075012"/>
                  </a:lnTo>
                  <a:lnTo>
                    <a:pt x="5582366" y="1075012"/>
                  </a:lnTo>
                  <a:lnTo>
                    <a:pt x="5582491" y="1075012"/>
                  </a:lnTo>
                  <a:lnTo>
                    <a:pt x="5582616" y="1075012"/>
                  </a:lnTo>
                  <a:lnTo>
                    <a:pt x="5582741" y="1075012"/>
                  </a:lnTo>
                  <a:lnTo>
                    <a:pt x="5582866" y="1075012"/>
                  </a:lnTo>
                  <a:lnTo>
                    <a:pt x="5582991" y="1075012"/>
                  </a:lnTo>
                  <a:lnTo>
                    <a:pt x="5583116" y="1075012"/>
                  </a:lnTo>
                  <a:lnTo>
                    <a:pt x="5583241" y="1075012"/>
                  </a:lnTo>
                  <a:lnTo>
                    <a:pt x="5583366" y="1075012"/>
                  </a:lnTo>
                  <a:lnTo>
                    <a:pt x="5583491" y="1075012"/>
                  </a:lnTo>
                  <a:lnTo>
                    <a:pt x="5583616" y="1075012"/>
                  </a:lnTo>
                  <a:lnTo>
                    <a:pt x="5583741" y="1075012"/>
                  </a:lnTo>
                  <a:lnTo>
                    <a:pt x="5583866" y="1075012"/>
                  </a:lnTo>
                  <a:lnTo>
                    <a:pt x="5583991" y="1075012"/>
                  </a:lnTo>
                  <a:lnTo>
                    <a:pt x="5584116" y="1075012"/>
                  </a:lnTo>
                  <a:lnTo>
                    <a:pt x="5584241" y="1075012"/>
                  </a:lnTo>
                  <a:lnTo>
                    <a:pt x="5584366" y="1075012"/>
                  </a:lnTo>
                  <a:lnTo>
                    <a:pt x="5584491" y="1075012"/>
                  </a:lnTo>
                  <a:lnTo>
                    <a:pt x="5584616" y="1075012"/>
                  </a:lnTo>
                  <a:lnTo>
                    <a:pt x="5584741" y="1075012"/>
                  </a:lnTo>
                  <a:lnTo>
                    <a:pt x="5584866" y="1075012"/>
                  </a:lnTo>
                  <a:lnTo>
                    <a:pt x="5584992" y="1075012"/>
                  </a:lnTo>
                  <a:lnTo>
                    <a:pt x="5585117" y="1075012"/>
                  </a:lnTo>
                  <a:lnTo>
                    <a:pt x="5585242" y="1075012"/>
                  </a:lnTo>
                  <a:lnTo>
                    <a:pt x="5585367" y="1075012"/>
                  </a:lnTo>
                  <a:lnTo>
                    <a:pt x="5585492" y="1075012"/>
                  </a:lnTo>
                  <a:lnTo>
                    <a:pt x="5585617" y="1075012"/>
                  </a:lnTo>
                  <a:lnTo>
                    <a:pt x="5585742" y="1075012"/>
                  </a:lnTo>
                  <a:lnTo>
                    <a:pt x="5585867" y="1075012"/>
                  </a:lnTo>
                  <a:lnTo>
                    <a:pt x="5585867" y="1065059"/>
                  </a:lnTo>
                  <a:lnTo>
                    <a:pt x="5585992" y="1065059"/>
                  </a:lnTo>
                  <a:lnTo>
                    <a:pt x="5586117" y="1065059"/>
                  </a:lnTo>
                  <a:lnTo>
                    <a:pt x="5586242" y="1065059"/>
                  </a:lnTo>
                  <a:lnTo>
                    <a:pt x="5586367" y="1065059"/>
                  </a:lnTo>
                  <a:lnTo>
                    <a:pt x="5586492" y="1065059"/>
                  </a:lnTo>
                  <a:lnTo>
                    <a:pt x="5586617" y="1065059"/>
                  </a:lnTo>
                  <a:lnTo>
                    <a:pt x="5586742" y="1065059"/>
                  </a:lnTo>
                  <a:lnTo>
                    <a:pt x="5586867" y="1065059"/>
                  </a:lnTo>
                  <a:lnTo>
                    <a:pt x="5586992" y="1065059"/>
                  </a:lnTo>
                  <a:lnTo>
                    <a:pt x="5587117" y="1065059"/>
                  </a:lnTo>
                  <a:lnTo>
                    <a:pt x="5587242" y="1065059"/>
                  </a:lnTo>
                  <a:lnTo>
                    <a:pt x="5587367" y="1065059"/>
                  </a:lnTo>
                  <a:lnTo>
                    <a:pt x="5587492" y="1065059"/>
                  </a:lnTo>
                  <a:lnTo>
                    <a:pt x="5587617" y="1065059"/>
                  </a:lnTo>
                  <a:lnTo>
                    <a:pt x="5587742" y="1065059"/>
                  </a:lnTo>
                  <a:lnTo>
                    <a:pt x="5587868" y="1065059"/>
                  </a:lnTo>
                  <a:lnTo>
                    <a:pt x="5587993" y="1065059"/>
                  </a:lnTo>
                  <a:lnTo>
                    <a:pt x="5588118" y="1065059"/>
                  </a:lnTo>
                  <a:lnTo>
                    <a:pt x="5588243" y="1065059"/>
                  </a:lnTo>
                  <a:lnTo>
                    <a:pt x="5588368" y="1065059"/>
                  </a:lnTo>
                  <a:lnTo>
                    <a:pt x="5588493" y="1065059"/>
                  </a:lnTo>
                  <a:lnTo>
                    <a:pt x="5588618" y="1065059"/>
                  </a:lnTo>
                  <a:lnTo>
                    <a:pt x="5588743" y="1065059"/>
                  </a:lnTo>
                  <a:lnTo>
                    <a:pt x="5588868" y="1065059"/>
                  </a:lnTo>
                  <a:lnTo>
                    <a:pt x="5588993" y="1065059"/>
                  </a:lnTo>
                  <a:lnTo>
                    <a:pt x="5589118" y="1065059"/>
                  </a:lnTo>
                  <a:lnTo>
                    <a:pt x="5589243" y="1065059"/>
                  </a:lnTo>
                  <a:lnTo>
                    <a:pt x="5589368" y="1065059"/>
                  </a:lnTo>
                  <a:lnTo>
                    <a:pt x="5589493" y="1065059"/>
                  </a:lnTo>
                  <a:lnTo>
                    <a:pt x="5589618" y="1065059"/>
                  </a:lnTo>
                  <a:lnTo>
                    <a:pt x="5589743" y="1065059"/>
                  </a:lnTo>
                  <a:lnTo>
                    <a:pt x="5589868" y="1065059"/>
                  </a:lnTo>
                  <a:lnTo>
                    <a:pt x="5589993" y="1065059"/>
                  </a:lnTo>
                  <a:lnTo>
                    <a:pt x="5590118" y="1065059"/>
                  </a:lnTo>
                  <a:lnTo>
                    <a:pt x="5590243" y="1065059"/>
                  </a:lnTo>
                  <a:lnTo>
                    <a:pt x="5590368" y="1065059"/>
                  </a:lnTo>
                  <a:lnTo>
                    <a:pt x="5590493" y="1065059"/>
                  </a:lnTo>
                  <a:lnTo>
                    <a:pt x="5590618" y="1065059"/>
                  </a:lnTo>
                  <a:lnTo>
                    <a:pt x="5590743" y="1065059"/>
                  </a:lnTo>
                  <a:lnTo>
                    <a:pt x="5590869" y="1065059"/>
                  </a:lnTo>
                  <a:lnTo>
                    <a:pt x="5590994" y="1065059"/>
                  </a:lnTo>
                  <a:lnTo>
                    <a:pt x="5591119" y="1065059"/>
                  </a:lnTo>
                  <a:lnTo>
                    <a:pt x="5591244" y="1065059"/>
                  </a:lnTo>
                  <a:lnTo>
                    <a:pt x="5591244" y="1055105"/>
                  </a:lnTo>
                  <a:lnTo>
                    <a:pt x="5591369" y="1055105"/>
                  </a:lnTo>
                  <a:lnTo>
                    <a:pt x="5591494" y="1055105"/>
                  </a:lnTo>
                  <a:lnTo>
                    <a:pt x="5591619" y="1055105"/>
                  </a:lnTo>
                  <a:lnTo>
                    <a:pt x="5591744" y="1055105"/>
                  </a:lnTo>
                  <a:lnTo>
                    <a:pt x="5591869" y="1055105"/>
                  </a:lnTo>
                  <a:lnTo>
                    <a:pt x="5591994" y="1055105"/>
                  </a:lnTo>
                  <a:lnTo>
                    <a:pt x="5592119" y="1055105"/>
                  </a:lnTo>
                  <a:lnTo>
                    <a:pt x="5592244" y="1055105"/>
                  </a:lnTo>
                  <a:lnTo>
                    <a:pt x="5592369" y="1055105"/>
                  </a:lnTo>
                  <a:lnTo>
                    <a:pt x="5592494" y="1055105"/>
                  </a:lnTo>
                  <a:lnTo>
                    <a:pt x="5592619" y="1055105"/>
                  </a:lnTo>
                  <a:lnTo>
                    <a:pt x="5592744" y="1055105"/>
                  </a:lnTo>
                  <a:lnTo>
                    <a:pt x="5592869" y="1055105"/>
                  </a:lnTo>
                  <a:lnTo>
                    <a:pt x="5592994" y="1055105"/>
                  </a:lnTo>
                  <a:lnTo>
                    <a:pt x="5593119" y="1055105"/>
                  </a:lnTo>
                  <a:lnTo>
                    <a:pt x="5593244" y="1055105"/>
                  </a:lnTo>
                  <a:lnTo>
                    <a:pt x="5593244" y="1045151"/>
                  </a:lnTo>
                  <a:lnTo>
                    <a:pt x="5593369" y="1045151"/>
                  </a:lnTo>
                  <a:lnTo>
                    <a:pt x="5593494" y="1045151"/>
                  </a:lnTo>
                  <a:lnTo>
                    <a:pt x="5593619" y="1045151"/>
                  </a:lnTo>
                  <a:lnTo>
                    <a:pt x="5593744" y="1045151"/>
                  </a:lnTo>
                  <a:lnTo>
                    <a:pt x="5593870" y="1045151"/>
                  </a:lnTo>
                  <a:lnTo>
                    <a:pt x="5593995" y="1045151"/>
                  </a:lnTo>
                  <a:lnTo>
                    <a:pt x="5594120" y="1045151"/>
                  </a:lnTo>
                  <a:lnTo>
                    <a:pt x="5594245" y="1045151"/>
                  </a:lnTo>
                  <a:lnTo>
                    <a:pt x="5594370" y="1045151"/>
                  </a:lnTo>
                  <a:lnTo>
                    <a:pt x="5594495" y="1045151"/>
                  </a:lnTo>
                  <a:lnTo>
                    <a:pt x="5594620" y="1045151"/>
                  </a:lnTo>
                  <a:lnTo>
                    <a:pt x="5594745" y="1045151"/>
                  </a:lnTo>
                  <a:lnTo>
                    <a:pt x="5594870" y="1045151"/>
                  </a:lnTo>
                  <a:lnTo>
                    <a:pt x="5594995" y="1045151"/>
                  </a:lnTo>
                  <a:lnTo>
                    <a:pt x="5595120" y="1045151"/>
                  </a:lnTo>
                  <a:lnTo>
                    <a:pt x="5595245" y="1045151"/>
                  </a:lnTo>
                  <a:lnTo>
                    <a:pt x="5595370" y="1045151"/>
                  </a:lnTo>
                  <a:lnTo>
                    <a:pt x="5595495" y="1045151"/>
                  </a:lnTo>
                  <a:lnTo>
                    <a:pt x="5595620" y="1045151"/>
                  </a:lnTo>
                  <a:lnTo>
                    <a:pt x="5595745" y="1045151"/>
                  </a:lnTo>
                  <a:lnTo>
                    <a:pt x="5595870" y="1045151"/>
                  </a:lnTo>
                  <a:lnTo>
                    <a:pt x="5595995" y="1045151"/>
                  </a:lnTo>
                  <a:lnTo>
                    <a:pt x="5596120" y="1045151"/>
                  </a:lnTo>
                  <a:lnTo>
                    <a:pt x="5596245" y="1045151"/>
                  </a:lnTo>
                  <a:lnTo>
                    <a:pt x="5596370" y="1045151"/>
                  </a:lnTo>
                  <a:lnTo>
                    <a:pt x="5596495" y="1045151"/>
                  </a:lnTo>
                  <a:lnTo>
                    <a:pt x="5596620" y="1045151"/>
                  </a:lnTo>
                  <a:lnTo>
                    <a:pt x="5596745" y="1045151"/>
                  </a:lnTo>
                  <a:lnTo>
                    <a:pt x="5596871" y="1045151"/>
                  </a:lnTo>
                  <a:lnTo>
                    <a:pt x="5596996" y="1045151"/>
                  </a:lnTo>
                  <a:lnTo>
                    <a:pt x="5597121" y="1045151"/>
                  </a:lnTo>
                  <a:lnTo>
                    <a:pt x="5597246" y="1045151"/>
                  </a:lnTo>
                  <a:lnTo>
                    <a:pt x="5597371" y="1045151"/>
                  </a:lnTo>
                  <a:lnTo>
                    <a:pt x="5597496" y="1045151"/>
                  </a:lnTo>
                  <a:lnTo>
                    <a:pt x="5597621" y="1045151"/>
                  </a:lnTo>
                  <a:lnTo>
                    <a:pt x="5597746" y="1045151"/>
                  </a:lnTo>
                  <a:lnTo>
                    <a:pt x="5597871" y="1045151"/>
                  </a:lnTo>
                  <a:lnTo>
                    <a:pt x="5597996" y="1045151"/>
                  </a:lnTo>
                  <a:lnTo>
                    <a:pt x="5598121" y="1045151"/>
                  </a:lnTo>
                  <a:lnTo>
                    <a:pt x="5598246" y="1045151"/>
                  </a:lnTo>
                  <a:lnTo>
                    <a:pt x="5598371" y="1045151"/>
                  </a:lnTo>
                  <a:lnTo>
                    <a:pt x="5598496" y="1045151"/>
                  </a:lnTo>
                  <a:lnTo>
                    <a:pt x="5598621" y="1045151"/>
                  </a:lnTo>
                  <a:lnTo>
                    <a:pt x="5598746" y="1045151"/>
                  </a:lnTo>
                  <a:lnTo>
                    <a:pt x="5598871" y="1045151"/>
                  </a:lnTo>
                  <a:lnTo>
                    <a:pt x="5598996" y="1045151"/>
                  </a:lnTo>
                  <a:lnTo>
                    <a:pt x="5599121" y="1045151"/>
                  </a:lnTo>
                  <a:lnTo>
                    <a:pt x="5599246" y="1045151"/>
                  </a:lnTo>
                  <a:lnTo>
                    <a:pt x="5599371" y="1045151"/>
                  </a:lnTo>
                  <a:lnTo>
                    <a:pt x="5599496" y="1045151"/>
                  </a:lnTo>
                  <a:lnTo>
                    <a:pt x="5599621" y="1045151"/>
                  </a:lnTo>
                  <a:lnTo>
                    <a:pt x="5599746" y="1045151"/>
                  </a:lnTo>
                  <a:lnTo>
                    <a:pt x="5599872" y="1045151"/>
                  </a:lnTo>
                  <a:lnTo>
                    <a:pt x="5599997" y="1045151"/>
                  </a:lnTo>
                  <a:lnTo>
                    <a:pt x="5600122" y="1045151"/>
                  </a:lnTo>
                  <a:lnTo>
                    <a:pt x="5600247" y="1045151"/>
                  </a:lnTo>
                  <a:lnTo>
                    <a:pt x="5600372" y="1045151"/>
                  </a:lnTo>
                  <a:lnTo>
                    <a:pt x="5600497" y="1045151"/>
                  </a:lnTo>
                  <a:lnTo>
                    <a:pt x="5600622" y="1045151"/>
                  </a:lnTo>
                  <a:lnTo>
                    <a:pt x="5600747" y="1045151"/>
                  </a:lnTo>
                  <a:lnTo>
                    <a:pt x="5600872" y="1045151"/>
                  </a:lnTo>
                  <a:lnTo>
                    <a:pt x="5600997" y="1045151"/>
                  </a:lnTo>
                  <a:lnTo>
                    <a:pt x="5601122" y="1045151"/>
                  </a:lnTo>
                  <a:lnTo>
                    <a:pt x="5601247" y="1045151"/>
                  </a:lnTo>
                  <a:lnTo>
                    <a:pt x="5601372" y="1045151"/>
                  </a:lnTo>
                  <a:lnTo>
                    <a:pt x="5601497" y="1045151"/>
                  </a:lnTo>
                  <a:lnTo>
                    <a:pt x="5601622" y="1045151"/>
                  </a:lnTo>
                  <a:lnTo>
                    <a:pt x="5601747" y="1045151"/>
                  </a:lnTo>
                  <a:lnTo>
                    <a:pt x="5601872" y="1045151"/>
                  </a:lnTo>
                  <a:lnTo>
                    <a:pt x="5601997" y="1045151"/>
                  </a:lnTo>
                  <a:lnTo>
                    <a:pt x="5602122" y="1045151"/>
                  </a:lnTo>
                  <a:lnTo>
                    <a:pt x="5602247" y="1045151"/>
                  </a:lnTo>
                  <a:lnTo>
                    <a:pt x="5602372" y="1045151"/>
                  </a:lnTo>
                  <a:lnTo>
                    <a:pt x="5602497" y="1045151"/>
                  </a:lnTo>
                  <a:lnTo>
                    <a:pt x="5602622" y="1045151"/>
                  </a:lnTo>
                  <a:lnTo>
                    <a:pt x="5602747" y="1045151"/>
                  </a:lnTo>
                  <a:lnTo>
                    <a:pt x="5602873" y="1045151"/>
                  </a:lnTo>
                  <a:lnTo>
                    <a:pt x="5602998" y="1045151"/>
                  </a:lnTo>
                  <a:lnTo>
                    <a:pt x="5603123" y="1045151"/>
                  </a:lnTo>
                  <a:lnTo>
                    <a:pt x="5603248" y="1045151"/>
                  </a:lnTo>
                  <a:lnTo>
                    <a:pt x="5603373" y="1045151"/>
                  </a:lnTo>
                  <a:lnTo>
                    <a:pt x="5603498" y="1045151"/>
                  </a:lnTo>
                  <a:lnTo>
                    <a:pt x="5603623" y="1045151"/>
                  </a:lnTo>
                  <a:lnTo>
                    <a:pt x="5603748" y="1045151"/>
                  </a:lnTo>
                  <a:lnTo>
                    <a:pt x="5603873" y="1045151"/>
                  </a:lnTo>
                  <a:lnTo>
                    <a:pt x="5603998" y="1045151"/>
                  </a:lnTo>
                  <a:lnTo>
                    <a:pt x="5604123" y="1045151"/>
                  </a:lnTo>
                  <a:lnTo>
                    <a:pt x="5604248" y="1045151"/>
                  </a:lnTo>
                  <a:lnTo>
                    <a:pt x="5604373" y="1045151"/>
                  </a:lnTo>
                  <a:lnTo>
                    <a:pt x="5604498" y="1045151"/>
                  </a:lnTo>
                  <a:lnTo>
                    <a:pt x="5604623" y="1045151"/>
                  </a:lnTo>
                  <a:lnTo>
                    <a:pt x="5604748" y="1045151"/>
                  </a:lnTo>
                  <a:lnTo>
                    <a:pt x="5604873" y="1045151"/>
                  </a:lnTo>
                  <a:lnTo>
                    <a:pt x="5604998" y="1045151"/>
                  </a:lnTo>
                  <a:lnTo>
                    <a:pt x="5605123" y="1045151"/>
                  </a:lnTo>
                  <a:lnTo>
                    <a:pt x="5605248" y="1045151"/>
                  </a:lnTo>
                  <a:lnTo>
                    <a:pt x="5605373" y="1045151"/>
                  </a:lnTo>
                  <a:lnTo>
                    <a:pt x="5605498" y="1045151"/>
                  </a:lnTo>
                  <a:lnTo>
                    <a:pt x="5605623" y="1045151"/>
                  </a:lnTo>
                  <a:lnTo>
                    <a:pt x="5605748" y="1045151"/>
                  </a:lnTo>
                  <a:lnTo>
                    <a:pt x="5605874" y="1045151"/>
                  </a:lnTo>
                  <a:lnTo>
                    <a:pt x="5605874" y="1035197"/>
                  </a:lnTo>
                  <a:lnTo>
                    <a:pt x="5605999" y="1035197"/>
                  </a:lnTo>
                  <a:lnTo>
                    <a:pt x="5606124" y="1035197"/>
                  </a:lnTo>
                  <a:lnTo>
                    <a:pt x="5606249" y="1035197"/>
                  </a:lnTo>
                  <a:lnTo>
                    <a:pt x="5606374" y="1035197"/>
                  </a:lnTo>
                  <a:lnTo>
                    <a:pt x="5606499" y="1035197"/>
                  </a:lnTo>
                  <a:lnTo>
                    <a:pt x="5606624" y="1035197"/>
                  </a:lnTo>
                  <a:lnTo>
                    <a:pt x="5606749" y="1035197"/>
                  </a:lnTo>
                  <a:lnTo>
                    <a:pt x="5606874" y="1035197"/>
                  </a:lnTo>
                  <a:lnTo>
                    <a:pt x="5606999" y="1035197"/>
                  </a:lnTo>
                  <a:lnTo>
                    <a:pt x="5607124" y="1035197"/>
                  </a:lnTo>
                  <a:lnTo>
                    <a:pt x="5607249" y="1035197"/>
                  </a:lnTo>
                  <a:lnTo>
                    <a:pt x="5607374" y="1035197"/>
                  </a:lnTo>
                  <a:lnTo>
                    <a:pt x="5607374" y="1025243"/>
                  </a:lnTo>
                  <a:lnTo>
                    <a:pt x="5607499" y="1025243"/>
                  </a:lnTo>
                  <a:lnTo>
                    <a:pt x="5607624" y="1025243"/>
                  </a:lnTo>
                  <a:lnTo>
                    <a:pt x="5607749" y="1025243"/>
                  </a:lnTo>
                  <a:lnTo>
                    <a:pt x="5607874" y="1025243"/>
                  </a:lnTo>
                  <a:lnTo>
                    <a:pt x="5607999" y="1025243"/>
                  </a:lnTo>
                  <a:lnTo>
                    <a:pt x="5608124" y="1025243"/>
                  </a:lnTo>
                  <a:lnTo>
                    <a:pt x="5608249" y="1025243"/>
                  </a:lnTo>
                  <a:lnTo>
                    <a:pt x="5608374" y="1025243"/>
                  </a:lnTo>
                  <a:lnTo>
                    <a:pt x="5608499" y="1025243"/>
                  </a:lnTo>
                  <a:lnTo>
                    <a:pt x="5608624" y="1025243"/>
                  </a:lnTo>
                  <a:lnTo>
                    <a:pt x="5608749" y="1025243"/>
                  </a:lnTo>
                  <a:lnTo>
                    <a:pt x="5608875" y="1025243"/>
                  </a:lnTo>
                  <a:lnTo>
                    <a:pt x="5609000" y="1025243"/>
                  </a:lnTo>
                  <a:lnTo>
                    <a:pt x="5609125" y="1025243"/>
                  </a:lnTo>
                  <a:lnTo>
                    <a:pt x="5609250" y="1025243"/>
                  </a:lnTo>
                  <a:lnTo>
                    <a:pt x="5609375" y="1025243"/>
                  </a:lnTo>
                  <a:lnTo>
                    <a:pt x="5609500" y="1025243"/>
                  </a:lnTo>
                  <a:lnTo>
                    <a:pt x="5609625" y="1025243"/>
                  </a:lnTo>
                  <a:lnTo>
                    <a:pt x="5609750" y="1025243"/>
                  </a:lnTo>
                  <a:lnTo>
                    <a:pt x="5609875" y="1025243"/>
                  </a:lnTo>
                  <a:lnTo>
                    <a:pt x="5610000" y="1025243"/>
                  </a:lnTo>
                  <a:lnTo>
                    <a:pt x="5610125" y="1025243"/>
                  </a:lnTo>
                  <a:lnTo>
                    <a:pt x="5610250" y="1025243"/>
                  </a:lnTo>
                  <a:lnTo>
                    <a:pt x="5610375" y="1025243"/>
                  </a:lnTo>
                  <a:lnTo>
                    <a:pt x="5610500" y="1025243"/>
                  </a:lnTo>
                  <a:lnTo>
                    <a:pt x="5610625" y="1025243"/>
                  </a:lnTo>
                  <a:lnTo>
                    <a:pt x="5610750" y="1025243"/>
                  </a:lnTo>
                  <a:lnTo>
                    <a:pt x="5610875" y="1025243"/>
                  </a:lnTo>
                  <a:lnTo>
                    <a:pt x="5611000" y="1025243"/>
                  </a:lnTo>
                  <a:lnTo>
                    <a:pt x="5611125" y="1025243"/>
                  </a:lnTo>
                  <a:lnTo>
                    <a:pt x="5611250" y="1025243"/>
                  </a:lnTo>
                  <a:lnTo>
                    <a:pt x="5611375" y="1025243"/>
                  </a:lnTo>
                  <a:lnTo>
                    <a:pt x="5611500" y="1025243"/>
                  </a:lnTo>
                  <a:lnTo>
                    <a:pt x="5611625" y="1025243"/>
                  </a:lnTo>
                  <a:lnTo>
                    <a:pt x="5611750" y="1025243"/>
                  </a:lnTo>
                  <a:lnTo>
                    <a:pt x="5611876" y="1025243"/>
                  </a:lnTo>
                  <a:lnTo>
                    <a:pt x="5612001" y="1025243"/>
                  </a:lnTo>
                  <a:lnTo>
                    <a:pt x="5612126" y="1025243"/>
                  </a:lnTo>
                  <a:lnTo>
                    <a:pt x="5612251" y="1025243"/>
                  </a:lnTo>
                  <a:lnTo>
                    <a:pt x="5612376" y="1025243"/>
                  </a:lnTo>
                  <a:lnTo>
                    <a:pt x="5612501" y="1025243"/>
                  </a:lnTo>
                  <a:lnTo>
                    <a:pt x="5612626" y="1025243"/>
                  </a:lnTo>
                  <a:lnTo>
                    <a:pt x="5612751" y="1025243"/>
                  </a:lnTo>
                  <a:lnTo>
                    <a:pt x="5612876" y="1025243"/>
                  </a:lnTo>
                  <a:lnTo>
                    <a:pt x="5613001" y="1025243"/>
                  </a:lnTo>
                  <a:lnTo>
                    <a:pt x="5613126" y="1025243"/>
                  </a:lnTo>
                  <a:lnTo>
                    <a:pt x="5613251" y="1025243"/>
                  </a:lnTo>
                  <a:lnTo>
                    <a:pt x="5613376" y="1025243"/>
                  </a:lnTo>
                  <a:lnTo>
                    <a:pt x="5613501" y="1025243"/>
                  </a:lnTo>
                  <a:lnTo>
                    <a:pt x="5613626" y="1025243"/>
                  </a:lnTo>
                  <a:lnTo>
                    <a:pt x="5613751" y="1025243"/>
                  </a:lnTo>
                  <a:lnTo>
                    <a:pt x="5613876" y="1025243"/>
                  </a:lnTo>
                  <a:lnTo>
                    <a:pt x="5614001" y="1025243"/>
                  </a:lnTo>
                  <a:lnTo>
                    <a:pt x="5614126" y="1025243"/>
                  </a:lnTo>
                  <a:lnTo>
                    <a:pt x="5614251" y="1025243"/>
                  </a:lnTo>
                  <a:lnTo>
                    <a:pt x="5614376" y="1025243"/>
                  </a:lnTo>
                  <a:lnTo>
                    <a:pt x="5614501" y="1025243"/>
                  </a:lnTo>
                  <a:lnTo>
                    <a:pt x="5614626" y="1025243"/>
                  </a:lnTo>
                  <a:lnTo>
                    <a:pt x="5614751" y="1025243"/>
                  </a:lnTo>
                  <a:lnTo>
                    <a:pt x="5614877" y="1025243"/>
                  </a:lnTo>
                  <a:lnTo>
                    <a:pt x="5615002" y="1025243"/>
                  </a:lnTo>
                  <a:lnTo>
                    <a:pt x="5615127" y="1025243"/>
                  </a:lnTo>
                  <a:lnTo>
                    <a:pt x="5615252" y="1025243"/>
                  </a:lnTo>
                  <a:lnTo>
                    <a:pt x="5615377" y="1025243"/>
                  </a:lnTo>
                  <a:lnTo>
                    <a:pt x="5615502" y="1025243"/>
                  </a:lnTo>
                  <a:lnTo>
                    <a:pt x="5615627" y="1025243"/>
                  </a:lnTo>
                  <a:lnTo>
                    <a:pt x="5615752" y="1025243"/>
                  </a:lnTo>
                  <a:lnTo>
                    <a:pt x="5615877" y="1025243"/>
                  </a:lnTo>
                  <a:lnTo>
                    <a:pt x="5616002" y="1025243"/>
                  </a:lnTo>
                  <a:lnTo>
                    <a:pt x="5616127" y="1025243"/>
                  </a:lnTo>
                  <a:lnTo>
                    <a:pt x="5616252" y="1025243"/>
                  </a:lnTo>
                  <a:lnTo>
                    <a:pt x="5616377" y="1025243"/>
                  </a:lnTo>
                  <a:lnTo>
                    <a:pt x="5616502" y="1025243"/>
                  </a:lnTo>
                  <a:lnTo>
                    <a:pt x="5616627" y="1025243"/>
                  </a:lnTo>
                  <a:lnTo>
                    <a:pt x="5616752" y="1025243"/>
                  </a:lnTo>
                  <a:lnTo>
                    <a:pt x="5616877" y="1025243"/>
                  </a:lnTo>
                  <a:lnTo>
                    <a:pt x="5617002" y="1025243"/>
                  </a:lnTo>
                  <a:lnTo>
                    <a:pt x="5617127" y="1025243"/>
                  </a:lnTo>
                  <a:lnTo>
                    <a:pt x="5617252" y="1025243"/>
                  </a:lnTo>
                  <a:lnTo>
                    <a:pt x="5617377" y="1025243"/>
                  </a:lnTo>
                  <a:lnTo>
                    <a:pt x="5617502" y="1025243"/>
                  </a:lnTo>
                  <a:lnTo>
                    <a:pt x="5617627" y="1025243"/>
                  </a:lnTo>
                  <a:lnTo>
                    <a:pt x="5617752" y="1025243"/>
                  </a:lnTo>
                  <a:lnTo>
                    <a:pt x="5617878" y="1025243"/>
                  </a:lnTo>
                  <a:lnTo>
                    <a:pt x="5618003" y="1025243"/>
                  </a:lnTo>
                  <a:lnTo>
                    <a:pt x="5618128" y="1025243"/>
                  </a:lnTo>
                  <a:lnTo>
                    <a:pt x="5618253" y="1025243"/>
                  </a:lnTo>
                  <a:lnTo>
                    <a:pt x="5618378" y="1025243"/>
                  </a:lnTo>
                  <a:lnTo>
                    <a:pt x="5618503" y="1025243"/>
                  </a:lnTo>
                  <a:lnTo>
                    <a:pt x="5618628" y="1025243"/>
                  </a:lnTo>
                  <a:lnTo>
                    <a:pt x="5618753" y="1025243"/>
                  </a:lnTo>
                  <a:lnTo>
                    <a:pt x="5618878" y="1025243"/>
                  </a:lnTo>
                  <a:lnTo>
                    <a:pt x="5619003" y="1025243"/>
                  </a:lnTo>
                  <a:lnTo>
                    <a:pt x="5619128" y="1025243"/>
                  </a:lnTo>
                  <a:lnTo>
                    <a:pt x="5619253" y="1025243"/>
                  </a:lnTo>
                  <a:lnTo>
                    <a:pt x="5619378" y="1025243"/>
                  </a:lnTo>
                  <a:lnTo>
                    <a:pt x="5619503" y="1025243"/>
                  </a:lnTo>
                  <a:lnTo>
                    <a:pt x="5619628" y="1025243"/>
                  </a:lnTo>
                  <a:lnTo>
                    <a:pt x="5619753" y="1025243"/>
                  </a:lnTo>
                  <a:lnTo>
                    <a:pt x="5619878" y="1025243"/>
                  </a:lnTo>
                  <a:lnTo>
                    <a:pt x="5620003" y="1025243"/>
                  </a:lnTo>
                  <a:lnTo>
                    <a:pt x="5620128" y="1025243"/>
                  </a:lnTo>
                  <a:lnTo>
                    <a:pt x="5620253" y="1025243"/>
                  </a:lnTo>
                  <a:lnTo>
                    <a:pt x="5620378" y="1025243"/>
                  </a:lnTo>
                  <a:lnTo>
                    <a:pt x="5620503" y="1025243"/>
                  </a:lnTo>
                  <a:lnTo>
                    <a:pt x="5620628" y="1025243"/>
                  </a:lnTo>
                  <a:lnTo>
                    <a:pt x="5620753" y="1025243"/>
                  </a:lnTo>
                  <a:lnTo>
                    <a:pt x="5620879" y="1025243"/>
                  </a:lnTo>
                  <a:lnTo>
                    <a:pt x="5621004" y="1025243"/>
                  </a:lnTo>
                  <a:lnTo>
                    <a:pt x="5621129" y="1025243"/>
                  </a:lnTo>
                  <a:lnTo>
                    <a:pt x="5621254" y="1025243"/>
                  </a:lnTo>
                  <a:lnTo>
                    <a:pt x="5621379" y="1025243"/>
                  </a:lnTo>
                  <a:lnTo>
                    <a:pt x="5621504" y="1025243"/>
                  </a:lnTo>
                  <a:lnTo>
                    <a:pt x="5621629" y="1025243"/>
                  </a:lnTo>
                  <a:lnTo>
                    <a:pt x="5621754" y="1025243"/>
                  </a:lnTo>
                  <a:lnTo>
                    <a:pt x="5621879" y="1025243"/>
                  </a:lnTo>
                  <a:lnTo>
                    <a:pt x="5622004" y="1025243"/>
                  </a:lnTo>
                  <a:lnTo>
                    <a:pt x="5622129" y="1025243"/>
                  </a:lnTo>
                  <a:lnTo>
                    <a:pt x="5622254" y="1025243"/>
                  </a:lnTo>
                  <a:lnTo>
                    <a:pt x="5622379" y="1025243"/>
                  </a:lnTo>
                  <a:lnTo>
                    <a:pt x="5622504" y="1025243"/>
                  </a:lnTo>
                  <a:lnTo>
                    <a:pt x="5622629" y="1025243"/>
                  </a:lnTo>
                  <a:lnTo>
                    <a:pt x="5622754" y="1025243"/>
                  </a:lnTo>
                  <a:lnTo>
                    <a:pt x="5622879" y="1025243"/>
                  </a:lnTo>
                  <a:lnTo>
                    <a:pt x="5623004" y="1025243"/>
                  </a:lnTo>
                  <a:lnTo>
                    <a:pt x="5623129" y="1025243"/>
                  </a:lnTo>
                  <a:lnTo>
                    <a:pt x="5623254" y="1025243"/>
                  </a:lnTo>
                  <a:lnTo>
                    <a:pt x="5623379" y="1025243"/>
                  </a:lnTo>
                  <a:lnTo>
                    <a:pt x="5623504" y="1025243"/>
                  </a:lnTo>
                  <a:lnTo>
                    <a:pt x="5623629" y="1025243"/>
                  </a:lnTo>
                  <a:lnTo>
                    <a:pt x="5623754" y="1025243"/>
                  </a:lnTo>
                  <a:lnTo>
                    <a:pt x="5623880" y="1025243"/>
                  </a:lnTo>
                  <a:lnTo>
                    <a:pt x="5624005" y="1025243"/>
                  </a:lnTo>
                  <a:lnTo>
                    <a:pt x="5624130" y="1025243"/>
                  </a:lnTo>
                  <a:lnTo>
                    <a:pt x="5624255" y="1025243"/>
                  </a:lnTo>
                  <a:lnTo>
                    <a:pt x="5624380" y="1025243"/>
                  </a:lnTo>
                  <a:lnTo>
                    <a:pt x="5624505" y="1025243"/>
                  </a:lnTo>
                  <a:lnTo>
                    <a:pt x="5624630" y="1025243"/>
                  </a:lnTo>
                  <a:lnTo>
                    <a:pt x="5624755" y="1025243"/>
                  </a:lnTo>
                  <a:lnTo>
                    <a:pt x="5624880" y="1025243"/>
                  </a:lnTo>
                  <a:lnTo>
                    <a:pt x="5625005" y="1025243"/>
                  </a:lnTo>
                  <a:lnTo>
                    <a:pt x="5625130" y="1025243"/>
                  </a:lnTo>
                  <a:lnTo>
                    <a:pt x="5625255" y="1025243"/>
                  </a:lnTo>
                  <a:lnTo>
                    <a:pt x="5625380" y="1025243"/>
                  </a:lnTo>
                  <a:lnTo>
                    <a:pt x="5625505" y="1025243"/>
                  </a:lnTo>
                  <a:lnTo>
                    <a:pt x="5625630" y="1025243"/>
                  </a:lnTo>
                  <a:lnTo>
                    <a:pt x="5625755" y="1025243"/>
                  </a:lnTo>
                  <a:lnTo>
                    <a:pt x="5625880" y="1025243"/>
                  </a:lnTo>
                  <a:lnTo>
                    <a:pt x="5626005" y="1025243"/>
                  </a:lnTo>
                  <a:lnTo>
                    <a:pt x="5626130" y="1025243"/>
                  </a:lnTo>
                  <a:lnTo>
                    <a:pt x="5626255" y="1025243"/>
                  </a:lnTo>
                  <a:lnTo>
                    <a:pt x="5626380" y="1025243"/>
                  </a:lnTo>
                  <a:lnTo>
                    <a:pt x="5626505" y="1025243"/>
                  </a:lnTo>
                  <a:lnTo>
                    <a:pt x="5626630" y="1025243"/>
                  </a:lnTo>
                  <a:lnTo>
                    <a:pt x="5626756" y="1025243"/>
                  </a:lnTo>
                  <a:lnTo>
                    <a:pt x="5626881" y="1025243"/>
                  </a:lnTo>
                  <a:lnTo>
                    <a:pt x="5627006" y="1025243"/>
                  </a:lnTo>
                  <a:lnTo>
                    <a:pt x="5627131" y="1025243"/>
                  </a:lnTo>
                  <a:lnTo>
                    <a:pt x="5627256" y="1025243"/>
                  </a:lnTo>
                  <a:lnTo>
                    <a:pt x="5627381" y="1025243"/>
                  </a:lnTo>
                  <a:lnTo>
                    <a:pt x="5627506" y="1025243"/>
                  </a:lnTo>
                  <a:lnTo>
                    <a:pt x="5627631" y="1025243"/>
                  </a:lnTo>
                  <a:lnTo>
                    <a:pt x="5627756" y="1025243"/>
                  </a:lnTo>
                  <a:lnTo>
                    <a:pt x="5627881" y="1025243"/>
                  </a:lnTo>
                  <a:lnTo>
                    <a:pt x="5628006" y="1025243"/>
                  </a:lnTo>
                  <a:lnTo>
                    <a:pt x="5628131" y="1025243"/>
                  </a:lnTo>
                  <a:lnTo>
                    <a:pt x="5628256" y="1025243"/>
                  </a:lnTo>
                  <a:lnTo>
                    <a:pt x="5628381" y="1025243"/>
                  </a:lnTo>
                  <a:lnTo>
                    <a:pt x="5628506" y="1025243"/>
                  </a:lnTo>
                  <a:lnTo>
                    <a:pt x="5628631" y="1025243"/>
                  </a:lnTo>
                  <a:lnTo>
                    <a:pt x="5628756" y="1025243"/>
                  </a:lnTo>
                  <a:lnTo>
                    <a:pt x="5628881" y="1025243"/>
                  </a:lnTo>
                  <a:lnTo>
                    <a:pt x="5629006" y="1025243"/>
                  </a:lnTo>
                  <a:lnTo>
                    <a:pt x="5629131" y="1025243"/>
                  </a:lnTo>
                  <a:lnTo>
                    <a:pt x="5629256" y="1025243"/>
                  </a:lnTo>
                  <a:lnTo>
                    <a:pt x="5629381" y="1025243"/>
                  </a:lnTo>
                  <a:lnTo>
                    <a:pt x="5629506" y="1025243"/>
                  </a:lnTo>
                  <a:lnTo>
                    <a:pt x="5629631" y="1025243"/>
                  </a:lnTo>
                  <a:lnTo>
                    <a:pt x="5629757" y="1025243"/>
                  </a:lnTo>
                  <a:lnTo>
                    <a:pt x="5629882" y="1025243"/>
                  </a:lnTo>
                  <a:lnTo>
                    <a:pt x="5630007" y="1025243"/>
                  </a:lnTo>
                  <a:lnTo>
                    <a:pt x="5630132" y="1025243"/>
                  </a:lnTo>
                  <a:lnTo>
                    <a:pt x="5630257" y="1025243"/>
                  </a:lnTo>
                  <a:lnTo>
                    <a:pt x="5630382" y="1025243"/>
                  </a:lnTo>
                  <a:lnTo>
                    <a:pt x="5630507" y="1025243"/>
                  </a:lnTo>
                  <a:lnTo>
                    <a:pt x="5630632" y="1025243"/>
                  </a:lnTo>
                  <a:lnTo>
                    <a:pt x="5630757" y="1025243"/>
                  </a:lnTo>
                  <a:lnTo>
                    <a:pt x="5630882" y="1025243"/>
                  </a:lnTo>
                  <a:lnTo>
                    <a:pt x="5631007" y="1025243"/>
                  </a:lnTo>
                  <a:lnTo>
                    <a:pt x="5631132" y="1025243"/>
                  </a:lnTo>
                  <a:lnTo>
                    <a:pt x="5631257" y="1025243"/>
                  </a:lnTo>
                  <a:lnTo>
                    <a:pt x="5631382" y="1025243"/>
                  </a:lnTo>
                  <a:lnTo>
                    <a:pt x="5631507" y="1025243"/>
                  </a:lnTo>
                  <a:lnTo>
                    <a:pt x="5631632" y="1025243"/>
                  </a:lnTo>
                  <a:lnTo>
                    <a:pt x="5631757" y="1025243"/>
                  </a:lnTo>
                  <a:lnTo>
                    <a:pt x="5631882" y="1025243"/>
                  </a:lnTo>
                  <a:lnTo>
                    <a:pt x="5632007" y="1025243"/>
                  </a:lnTo>
                  <a:lnTo>
                    <a:pt x="5632132" y="1025243"/>
                  </a:lnTo>
                  <a:lnTo>
                    <a:pt x="5632257" y="1025243"/>
                  </a:lnTo>
                  <a:lnTo>
                    <a:pt x="5632382" y="1025243"/>
                  </a:lnTo>
                  <a:lnTo>
                    <a:pt x="5632507" y="1025243"/>
                  </a:lnTo>
                  <a:lnTo>
                    <a:pt x="5632632" y="1025243"/>
                  </a:lnTo>
                  <a:lnTo>
                    <a:pt x="5632758" y="1025243"/>
                  </a:lnTo>
                  <a:lnTo>
                    <a:pt x="5632883" y="1025243"/>
                  </a:lnTo>
                  <a:lnTo>
                    <a:pt x="5633008" y="1025243"/>
                  </a:lnTo>
                  <a:lnTo>
                    <a:pt x="5633133" y="1025243"/>
                  </a:lnTo>
                  <a:lnTo>
                    <a:pt x="5633258" y="1025243"/>
                  </a:lnTo>
                  <a:lnTo>
                    <a:pt x="5633383" y="1025243"/>
                  </a:lnTo>
                  <a:lnTo>
                    <a:pt x="5633508" y="1025243"/>
                  </a:lnTo>
                  <a:lnTo>
                    <a:pt x="5633633" y="1025243"/>
                  </a:lnTo>
                  <a:lnTo>
                    <a:pt x="5633758" y="1025243"/>
                  </a:lnTo>
                  <a:lnTo>
                    <a:pt x="5633883" y="1025243"/>
                  </a:lnTo>
                  <a:lnTo>
                    <a:pt x="5634008" y="1025243"/>
                  </a:lnTo>
                  <a:lnTo>
                    <a:pt x="5634133" y="1025243"/>
                  </a:lnTo>
                  <a:lnTo>
                    <a:pt x="5634258" y="1025243"/>
                  </a:lnTo>
                  <a:lnTo>
                    <a:pt x="5634383" y="1025243"/>
                  </a:lnTo>
                  <a:lnTo>
                    <a:pt x="5634508" y="1025243"/>
                  </a:lnTo>
                  <a:lnTo>
                    <a:pt x="5634633" y="1025243"/>
                  </a:lnTo>
                  <a:lnTo>
                    <a:pt x="5634758" y="1025243"/>
                  </a:lnTo>
                  <a:lnTo>
                    <a:pt x="5634883" y="1025243"/>
                  </a:lnTo>
                  <a:lnTo>
                    <a:pt x="5635008" y="1025243"/>
                  </a:lnTo>
                  <a:lnTo>
                    <a:pt x="5635133" y="1025243"/>
                  </a:lnTo>
                  <a:lnTo>
                    <a:pt x="5635258" y="1025243"/>
                  </a:lnTo>
                  <a:lnTo>
                    <a:pt x="5635383" y="1025243"/>
                  </a:lnTo>
                  <a:lnTo>
                    <a:pt x="5635508" y="1025243"/>
                  </a:lnTo>
                  <a:lnTo>
                    <a:pt x="5635633" y="1025243"/>
                  </a:lnTo>
                  <a:lnTo>
                    <a:pt x="5635759" y="1025243"/>
                  </a:lnTo>
                  <a:lnTo>
                    <a:pt x="5635884" y="1025243"/>
                  </a:lnTo>
                  <a:lnTo>
                    <a:pt x="5636009" y="1025243"/>
                  </a:lnTo>
                  <a:lnTo>
                    <a:pt x="5636134" y="1025243"/>
                  </a:lnTo>
                  <a:lnTo>
                    <a:pt x="5636259" y="1025243"/>
                  </a:lnTo>
                  <a:lnTo>
                    <a:pt x="5636384" y="1025243"/>
                  </a:lnTo>
                  <a:lnTo>
                    <a:pt x="5636509" y="1025243"/>
                  </a:lnTo>
                  <a:lnTo>
                    <a:pt x="5636634" y="1025243"/>
                  </a:lnTo>
                  <a:lnTo>
                    <a:pt x="5636759" y="1025243"/>
                  </a:lnTo>
                  <a:lnTo>
                    <a:pt x="5636884" y="1025243"/>
                  </a:lnTo>
                  <a:lnTo>
                    <a:pt x="5637009" y="1025243"/>
                  </a:lnTo>
                  <a:lnTo>
                    <a:pt x="5637134" y="1025243"/>
                  </a:lnTo>
                  <a:lnTo>
                    <a:pt x="5637259" y="1025243"/>
                  </a:lnTo>
                  <a:lnTo>
                    <a:pt x="5637384" y="1025243"/>
                  </a:lnTo>
                  <a:lnTo>
                    <a:pt x="5637509" y="1025243"/>
                  </a:lnTo>
                  <a:lnTo>
                    <a:pt x="5637634" y="1025243"/>
                  </a:lnTo>
                  <a:lnTo>
                    <a:pt x="5637759" y="1025243"/>
                  </a:lnTo>
                  <a:lnTo>
                    <a:pt x="5637884" y="1025243"/>
                  </a:lnTo>
                  <a:lnTo>
                    <a:pt x="5638009" y="1025243"/>
                  </a:lnTo>
                  <a:lnTo>
                    <a:pt x="5638134" y="1025243"/>
                  </a:lnTo>
                  <a:lnTo>
                    <a:pt x="5638259" y="1025243"/>
                  </a:lnTo>
                  <a:lnTo>
                    <a:pt x="5638384" y="1025243"/>
                  </a:lnTo>
                  <a:lnTo>
                    <a:pt x="5638509" y="1025243"/>
                  </a:lnTo>
                  <a:lnTo>
                    <a:pt x="5638634" y="1025243"/>
                  </a:lnTo>
                  <a:lnTo>
                    <a:pt x="5638760" y="1025243"/>
                  </a:lnTo>
                  <a:lnTo>
                    <a:pt x="5638885" y="1025243"/>
                  </a:lnTo>
                  <a:lnTo>
                    <a:pt x="5639010" y="1025243"/>
                  </a:lnTo>
                  <a:lnTo>
                    <a:pt x="5639135" y="1025243"/>
                  </a:lnTo>
                  <a:lnTo>
                    <a:pt x="5639260" y="1025243"/>
                  </a:lnTo>
                  <a:lnTo>
                    <a:pt x="5639385" y="1025243"/>
                  </a:lnTo>
                  <a:lnTo>
                    <a:pt x="5639510" y="1025243"/>
                  </a:lnTo>
                  <a:lnTo>
                    <a:pt x="5639635" y="1025243"/>
                  </a:lnTo>
                  <a:lnTo>
                    <a:pt x="5639760" y="1025243"/>
                  </a:lnTo>
                  <a:lnTo>
                    <a:pt x="5639885" y="1025243"/>
                  </a:lnTo>
                  <a:lnTo>
                    <a:pt x="5640010" y="1025243"/>
                  </a:lnTo>
                  <a:lnTo>
                    <a:pt x="5640135" y="1025243"/>
                  </a:lnTo>
                  <a:lnTo>
                    <a:pt x="5640260" y="1025243"/>
                  </a:lnTo>
                  <a:lnTo>
                    <a:pt x="5640385" y="1025243"/>
                  </a:lnTo>
                  <a:lnTo>
                    <a:pt x="5640510" y="1025243"/>
                  </a:lnTo>
                  <a:lnTo>
                    <a:pt x="5640635" y="1025243"/>
                  </a:lnTo>
                  <a:lnTo>
                    <a:pt x="5640760" y="1025243"/>
                  </a:lnTo>
                  <a:lnTo>
                    <a:pt x="5640885" y="1025243"/>
                  </a:lnTo>
                  <a:lnTo>
                    <a:pt x="5641010" y="1025243"/>
                  </a:lnTo>
                  <a:lnTo>
                    <a:pt x="5641135" y="1025243"/>
                  </a:lnTo>
                  <a:lnTo>
                    <a:pt x="5641260" y="1025243"/>
                  </a:lnTo>
                  <a:lnTo>
                    <a:pt x="5641385" y="1025243"/>
                  </a:lnTo>
                  <a:lnTo>
                    <a:pt x="5641510" y="1025243"/>
                  </a:lnTo>
                  <a:lnTo>
                    <a:pt x="5641635" y="1025243"/>
                  </a:lnTo>
                  <a:lnTo>
                    <a:pt x="5641761" y="1025243"/>
                  </a:lnTo>
                  <a:lnTo>
                    <a:pt x="5641886" y="1025243"/>
                  </a:lnTo>
                  <a:lnTo>
                    <a:pt x="5642011" y="1025243"/>
                  </a:lnTo>
                  <a:lnTo>
                    <a:pt x="5642136" y="1025243"/>
                  </a:lnTo>
                  <a:lnTo>
                    <a:pt x="5642261" y="1025243"/>
                  </a:lnTo>
                  <a:lnTo>
                    <a:pt x="5642386" y="1025243"/>
                  </a:lnTo>
                  <a:lnTo>
                    <a:pt x="5642511" y="1025243"/>
                  </a:lnTo>
                  <a:lnTo>
                    <a:pt x="5642636" y="1025243"/>
                  </a:lnTo>
                  <a:lnTo>
                    <a:pt x="5642761" y="1025243"/>
                  </a:lnTo>
                  <a:lnTo>
                    <a:pt x="5642886" y="1025243"/>
                  </a:lnTo>
                  <a:lnTo>
                    <a:pt x="5643011" y="1025243"/>
                  </a:lnTo>
                  <a:lnTo>
                    <a:pt x="5643136" y="1025243"/>
                  </a:lnTo>
                  <a:lnTo>
                    <a:pt x="5643261" y="1025243"/>
                  </a:lnTo>
                  <a:lnTo>
                    <a:pt x="5643386" y="1025243"/>
                  </a:lnTo>
                  <a:lnTo>
                    <a:pt x="5643511" y="1025243"/>
                  </a:lnTo>
                  <a:lnTo>
                    <a:pt x="5643636" y="1025243"/>
                  </a:lnTo>
                  <a:lnTo>
                    <a:pt x="5643761" y="1025243"/>
                  </a:lnTo>
                  <a:lnTo>
                    <a:pt x="5643761" y="1015289"/>
                  </a:lnTo>
                  <a:lnTo>
                    <a:pt x="5643886" y="1015289"/>
                  </a:lnTo>
                  <a:lnTo>
                    <a:pt x="5644011" y="1015289"/>
                  </a:lnTo>
                  <a:lnTo>
                    <a:pt x="5644136" y="1015289"/>
                  </a:lnTo>
                  <a:lnTo>
                    <a:pt x="5644261" y="1015289"/>
                  </a:lnTo>
                  <a:lnTo>
                    <a:pt x="5644386" y="1015289"/>
                  </a:lnTo>
                  <a:lnTo>
                    <a:pt x="5644511" y="1015289"/>
                  </a:lnTo>
                  <a:lnTo>
                    <a:pt x="5644636" y="1015289"/>
                  </a:lnTo>
                  <a:lnTo>
                    <a:pt x="5644762" y="1015289"/>
                  </a:lnTo>
                  <a:lnTo>
                    <a:pt x="5644887" y="1015289"/>
                  </a:lnTo>
                  <a:lnTo>
                    <a:pt x="5645012" y="1015289"/>
                  </a:lnTo>
                  <a:lnTo>
                    <a:pt x="5645137" y="1015289"/>
                  </a:lnTo>
                  <a:lnTo>
                    <a:pt x="5645262" y="1015289"/>
                  </a:lnTo>
                  <a:lnTo>
                    <a:pt x="5645387" y="1015289"/>
                  </a:lnTo>
                  <a:lnTo>
                    <a:pt x="5645512" y="1015289"/>
                  </a:lnTo>
                  <a:lnTo>
                    <a:pt x="5645637" y="1015289"/>
                  </a:lnTo>
                  <a:lnTo>
                    <a:pt x="5645762" y="1015289"/>
                  </a:lnTo>
                  <a:lnTo>
                    <a:pt x="5645887" y="1015289"/>
                  </a:lnTo>
                  <a:lnTo>
                    <a:pt x="5646012" y="1015289"/>
                  </a:lnTo>
                  <a:lnTo>
                    <a:pt x="5646137" y="1015289"/>
                  </a:lnTo>
                  <a:lnTo>
                    <a:pt x="5646262" y="1015289"/>
                  </a:lnTo>
                  <a:lnTo>
                    <a:pt x="5646387" y="1015289"/>
                  </a:lnTo>
                  <a:lnTo>
                    <a:pt x="5646512" y="1015289"/>
                  </a:lnTo>
                  <a:lnTo>
                    <a:pt x="5646637" y="1015289"/>
                  </a:lnTo>
                  <a:lnTo>
                    <a:pt x="5646762" y="1015289"/>
                  </a:lnTo>
                  <a:lnTo>
                    <a:pt x="5646887" y="1015289"/>
                  </a:lnTo>
                  <a:lnTo>
                    <a:pt x="5647012" y="1015289"/>
                  </a:lnTo>
                  <a:lnTo>
                    <a:pt x="5647137" y="1015289"/>
                  </a:lnTo>
                  <a:lnTo>
                    <a:pt x="5647262" y="1015289"/>
                  </a:lnTo>
                  <a:lnTo>
                    <a:pt x="5647387" y="1015289"/>
                  </a:lnTo>
                  <a:lnTo>
                    <a:pt x="5647512" y="1015289"/>
                  </a:lnTo>
                  <a:lnTo>
                    <a:pt x="5647637" y="1015289"/>
                  </a:lnTo>
                  <a:lnTo>
                    <a:pt x="5647763" y="1015289"/>
                  </a:lnTo>
                  <a:lnTo>
                    <a:pt x="5647888" y="1015289"/>
                  </a:lnTo>
                  <a:lnTo>
                    <a:pt x="5648013" y="1015289"/>
                  </a:lnTo>
                  <a:lnTo>
                    <a:pt x="5648138" y="1015289"/>
                  </a:lnTo>
                  <a:lnTo>
                    <a:pt x="5648263" y="1015289"/>
                  </a:lnTo>
                  <a:lnTo>
                    <a:pt x="5648388" y="1015289"/>
                  </a:lnTo>
                  <a:lnTo>
                    <a:pt x="5648513" y="1015289"/>
                  </a:lnTo>
                  <a:lnTo>
                    <a:pt x="5648638" y="1015289"/>
                  </a:lnTo>
                  <a:lnTo>
                    <a:pt x="5648638" y="1005336"/>
                  </a:lnTo>
                  <a:lnTo>
                    <a:pt x="5648763" y="1005336"/>
                  </a:lnTo>
                  <a:lnTo>
                    <a:pt x="5648888" y="1005336"/>
                  </a:lnTo>
                  <a:lnTo>
                    <a:pt x="5649013" y="1005336"/>
                  </a:lnTo>
                  <a:lnTo>
                    <a:pt x="5649138" y="1005336"/>
                  </a:lnTo>
                  <a:lnTo>
                    <a:pt x="5649263" y="1005336"/>
                  </a:lnTo>
                  <a:lnTo>
                    <a:pt x="5649388" y="1005336"/>
                  </a:lnTo>
                  <a:lnTo>
                    <a:pt x="5649513" y="1005336"/>
                  </a:lnTo>
                  <a:lnTo>
                    <a:pt x="5649638" y="1005336"/>
                  </a:lnTo>
                  <a:lnTo>
                    <a:pt x="5649763" y="1005336"/>
                  </a:lnTo>
                  <a:lnTo>
                    <a:pt x="5649888" y="1005336"/>
                  </a:lnTo>
                  <a:lnTo>
                    <a:pt x="5650013" y="1005336"/>
                  </a:lnTo>
                  <a:lnTo>
                    <a:pt x="5650138" y="1005336"/>
                  </a:lnTo>
                  <a:lnTo>
                    <a:pt x="5650263" y="1005336"/>
                  </a:lnTo>
                  <a:lnTo>
                    <a:pt x="5650388" y="1005336"/>
                  </a:lnTo>
                  <a:lnTo>
                    <a:pt x="5650513" y="1005336"/>
                  </a:lnTo>
                  <a:lnTo>
                    <a:pt x="5650638" y="1005336"/>
                  </a:lnTo>
                  <a:lnTo>
                    <a:pt x="5650764" y="1005336"/>
                  </a:lnTo>
                  <a:lnTo>
                    <a:pt x="5650889" y="1005336"/>
                  </a:lnTo>
                  <a:lnTo>
                    <a:pt x="5651014" y="1005336"/>
                  </a:lnTo>
                  <a:lnTo>
                    <a:pt x="5651014" y="995382"/>
                  </a:lnTo>
                  <a:lnTo>
                    <a:pt x="5651139" y="995382"/>
                  </a:lnTo>
                  <a:lnTo>
                    <a:pt x="5651264" y="995382"/>
                  </a:lnTo>
                  <a:lnTo>
                    <a:pt x="5651389" y="995382"/>
                  </a:lnTo>
                  <a:lnTo>
                    <a:pt x="5651514" y="995382"/>
                  </a:lnTo>
                  <a:lnTo>
                    <a:pt x="5651639" y="995382"/>
                  </a:lnTo>
                  <a:lnTo>
                    <a:pt x="5651764" y="995382"/>
                  </a:lnTo>
                  <a:lnTo>
                    <a:pt x="5651889" y="995382"/>
                  </a:lnTo>
                  <a:lnTo>
                    <a:pt x="5652014" y="995382"/>
                  </a:lnTo>
                  <a:lnTo>
                    <a:pt x="5652139" y="995382"/>
                  </a:lnTo>
                  <a:lnTo>
                    <a:pt x="5652264" y="995382"/>
                  </a:lnTo>
                  <a:lnTo>
                    <a:pt x="5652389" y="995382"/>
                  </a:lnTo>
                  <a:lnTo>
                    <a:pt x="5652514" y="995382"/>
                  </a:lnTo>
                  <a:lnTo>
                    <a:pt x="5652639" y="995382"/>
                  </a:lnTo>
                  <a:lnTo>
                    <a:pt x="5652764" y="995382"/>
                  </a:lnTo>
                  <a:lnTo>
                    <a:pt x="5652889" y="995382"/>
                  </a:lnTo>
                  <a:lnTo>
                    <a:pt x="5653014" y="995382"/>
                  </a:lnTo>
                  <a:lnTo>
                    <a:pt x="5653014" y="985428"/>
                  </a:lnTo>
                  <a:lnTo>
                    <a:pt x="5653139" y="985428"/>
                  </a:lnTo>
                  <a:lnTo>
                    <a:pt x="5653264" y="985428"/>
                  </a:lnTo>
                  <a:lnTo>
                    <a:pt x="5653389" y="985428"/>
                  </a:lnTo>
                  <a:lnTo>
                    <a:pt x="5653514" y="985428"/>
                  </a:lnTo>
                  <a:lnTo>
                    <a:pt x="5653639" y="985428"/>
                  </a:lnTo>
                  <a:lnTo>
                    <a:pt x="5653765" y="985428"/>
                  </a:lnTo>
                  <a:lnTo>
                    <a:pt x="5653890" y="985428"/>
                  </a:lnTo>
                  <a:lnTo>
                    <a:pt x="5654015" y="985428"/>
                  </a:lnTo>
                  <a:lnTo>
                    <a:pt x="5654140" y="985428"/>
                  </a:lnTo>
                  <a:lnTo>
                    <a:pt x="5654265" y="985428"/>
                  </a:lnTo>
                  <a:lnTo>
                    <a:pt x="5654390" y="985428"/>
                  </a:lnTo>
                  <a:lnTo>
                    <a:pt x="5654515" y="985428"/>
                  </a:lnTo>
                  <a:lnTo>
                    <a:pt x="5654640" y="985428"/>
                  </a:lnTo>
                  <a:lnTo>
                    <a:pt x="5654765" y="985428"/>
                  </a:lnTo>
                  <a:lnTo>
                    <a:pt x="5654890" y="985428"/>
                  </a:lnTo>
                  <a:lnTo>
                    <a:pt x="5655015" y="985428"/>
                  </a:lnTo>
                  <a:lnTo>
                    <a:pt x="5655140" y="985428"/>
                  </a:lnTo>
                  <a:lnTo>
                    <a:pt x="5655265" y="985428"/>
                  </a:lnTo>
                  <a:lnTo>
                    <a:pt x="5655390" y="985428"/>
                  </a:lnTo>
                  <a:lnTo>
                    <a:pt x="5655515" y="985428"/>
                  </a:lnTo>
                  <a:lnTo>
                    <a:pt x="5655640" y="985428"/>
                  </a:lnTo>
                  <a:lnTo>
                    <a:pt x="5655765" y="985428"/>
                  </a:lnTo>
                  <a:lnTo>
                    <a:pt x="5655890" y="985428"/>
                  </a:lnTo>
                  <a:lnTo>
                    <a:pt x="5656015" y="985428"/>
                  </a:lnTo>
                  <a:lnTo>
                    <a:pt x="5656140" y="985428"/>
                  </a:lnTo>
                  <a:lnTo>
                    <a:pt x="5656265" y="985428"/>
                  </a:lnTo>
                  <a:lnTo>
                    <a:pt x="5656390" y="985428"/>
                  </a:lnTo>
                  <a:lnTo>
                    <a:pt x="5656515" y="985428"/>
                  </a:lnTo>
                  <a:lnTo>
                    <a:pt x="5656640" y="985428"/>
                  </a:lnTo>
                  <a:lnTo>
                    <a:pt x="5656766" y="985428"/>
                  </a:lnTo>
                  <a:lnTo>
                    <a:pt x="5656891" y="985428"/>
                  </a:lnTo>
                  <a:lnTo>
                    <a:pt x="5657016" y="985428"/>
                  </a:lnTo>
                  <a:lnTo>
                    <a:pt x="5657141" y="985428"/>
                  </a:lnTo>
                  <a:lnTo>
                    <a:pt x="5657266" y="985428"/>
                  </a:lnTo>
                  <a:lnTo>
                    <a:pt x="5657391" y="985428"/>
                  </a:lnTo>
                  <a:lnTo>
                    <a:pt x="5657516" y="985428"/>
                  </a:lnTo>
                  <a:lnTo>
                    <a:pt x="5657641" y="985428"/>
                  </a:lnTo>
                  <a:lnTo>
                    <a:pt x="5657766" y="985428"/>
                  </a:lnTo>
                  <a:lnTo>
                    <a:pt x="5657891" y="985428"/>
                  </a:lnTo>
                  <a:lnTo>
                    <a:pt x="5658016" y="985428"/>
                  </a:lnTo>
                  <a:lnTo>
                    <a:pt x="5658141" y="985428"/>
                  </a:lnTo>
                  <a:lnTo>
                    <a:pt x="5658266" y="985428"/>
                  </a:lnTo>
                  <a:lnTo>
                    <a:pt x="5658391" y="985428"/>
                  </a:lnTo>
                  <a:lnTo>
                    <a:pt x="5658516" y="985428"/>
                  </a:lnTo>
                  <a:lnTo>
                    <a:pt x="5658641" y="985428"/>
                  </a:lnTo>
                  <a:lnTo>
                    <a:pt x="5658766" y="985428"/>
                  </a:lnTo>
                  <a:lnTo>
                    <a:pt x="5658891" y="985428"/>
                  </a:lnTo>
                  <a:lnTo>
                    <a:pt x="5659016" y="985428"/>
                  </a:lnTo>
                  <a:lnTo>
                    <a:pt x="5659141" y="985428"/>
                  </a:lnTo>
                  <a:lnTo>
                    <a:pt x="5659266" y="985428"/>
                  </a:lnTo>
                  <a:lnTo>
                    <a:pt x="5659391" y="985428"/>
                  </a:lnTo>
                  <a:lnTo>
                    <a:pt x="5659516" y="985428"/>
                  </a:lnTo>
                  <a:lnTo>
                    <a:pt x="5659641" y="985428"/>
                  </a:lnTo>
                  <a:lnTo>
                    <a:pt x="5659767" y="985428"/>
                  </a:lnTo>
                  <a:lnTo>
                    <a:pt x="5659892" y="985428"/>
                  </a:lnTo>
                  <a:lnTo>
                    <a:pt x="5660017" y="985428"/>
                  </a:lnTo>
                  <a:lnTo>
                    <a:pt x="5660142" y="985428"/>
                  </a:lnTo>
                  <a:lnTo>
                    <a:pt x="5660267" y="985428"/>
                  </a:lnTo>
                  <a:lnTo>
                    <a:pt x="5660392" y="985428"/>
                  </a:lnTo>
                  <a:lnTo>
                    <a:pt x="5660517" y="985428"/>
                  </a:lnTo>
                  <a:lnTo>
                    <a:pt x="5660642" y="985428"/>
                  </a:lnTo>
                  <a:lnTo>
                    <a:pt x="5660767" y="985428"/>
                  </a:lnTo>
                  <a:lnTo>
                    <a:pt x="5660892" y="985428"/>
                  </a:lnTo>
                  <a:lnTo>
                    <a:pt x="5661017" y="985428"/>
                  </a:lnTo>
                  <a:lnTo>
                    <a:pt x="5661142" y="985428"/>
                  </a:lnTo>
                  <a:lnTo>
                    <a:pt x="5661267" y="985428"/>
                  </a:lnTo>
                  <a:lnTo>
                    <a:pt x="5661392" y="985428"/>
                  </a:lnTo>
                  <a:lnTo>
                    <a:pt x="5661517" y="985428"/>
                  </a:lnTo>
                  <a:lnTo>
                    <a:pt x="5661642" y="985428"/>
                  </a:lnTo>
                  <a:lnTo>
                    <a:pt x="5661767" y="985428"/>
                  </a:lnTo>
                  <a:lnTo>
                    <a:pt x="5661767" y="975474"/>
                  </a:lnTo>
                  <a:lnTo>
                    <a:pt x="5661892" y="975474"/>
                  </a:lnTo>
                  <a:lnTo>
                    <a:pt x="5662017" y="975474"/>
                  </a:lnTo>
                  <a:lnTo>
                    <a:pt x="5662142" y="975474"/>
                  </a:lnTo>
                  <a:lnTo>
                    <a:pt x="5662267" y="975474"/>
                  </a:lnTo>
                  <a:lnTo>
                    <a:pt x="5662392" y="975474"/>
                  </a:lnTo>
                  <a:lnTo>
                    <a:pt x="5662517" y="975474"/>
                  </a:lnTo>
                  <a:lnTo>
                    <a:pt x="5662642" y="975474"/>
                  </a:lnTo>
                  <a:lnTo>
                    <a:pt x="5662768" y="975474"/>
                  </a:lnTo>
                  <a:lnTo>
                    <a:pt x="5662893" y="975474"/>
                  </a:lnTo>
                  <a:lnTo>
                    <a:pt x="5663018" y="975474"/>
                  </a:lnTo>
                  <a:lnTo>
                    <a:pt x="5663018" y="965520"/>
                  </a:lnTo>
                  <a:lnTo>
                    <a:pt x="5663143" y="965520"/>
                  </a:lnTo>
                  <a:lnTo>
                    <a:pt x="5663268" y="965520"/>
                  </a:lnTo>
                  <a:lnTo>
                    <a:pt x="5663393" y="965520"/>
                  </a:lnTo>
                  <a:lnTo>
                    <a:pt x="5663518" y="965520"/>
                  </a:lnTo>
                  <a:lnTo>
                    <a:pt x="5663643" y="965520"/>
                  </a:lnTo>
                  <a:lnTo>
                    <a:pt x="5663768" y="965520"/>
                  </a:lnTo>
                  <a:lnTo>
                    <a:pt x="5663893" y="965520"/>
                  </a:lnTo>
                  <a:lnTo>
                    <a:pt x="5664018" y="965520"/>
                  </a:lnTo>
                  <a:lnTo>
                    <a:pt x="5664143" y="965520"/>
                  </a:lnTo>
                  <a:lnTo>
                    <a:pt x="5664268" y="965520"/>
                  </a:lnTo>
                  <a:lnTo>
                    <a:pt x="5664393" y="965520"/>
                  </a:lnTo>
                  <a:lnTo>
                    <a:pt x="5664518" y="965520"/>
                  </a:lnTo>
                  <a:lnTo>
                    <a:pt x="5664643" y="965520"/>
                  </a:lnTo>
                  <a:lnTo>
                    <a:pt x="5664768" y="965520"/>
                  </a:lnTo>
                  <a:lnTo>
                    <a:pt x="5664893" y="965520"/>
                  </a:lnTo>
                  <a:lnTo>
                    <a:pt x="5665018" y="965520"/>
                  </a:lnTo>
                  <a:lnTo>
                    <a:pt x="5665143" y="965520"/>
                  </a:lnTo>
                  <a:lnTo>
                    <a:pt x="5665268" y="965520"/>
                  </a:lnTo>
                  <a:lnTo>
                    <a:pt x="5665393" y="965520"/>
                  </a:lnTo>
                  <a:lnTo>
                    <a:pt x="5665518" y="965520"/>
                  </a:lnTo>
                  <a:lnTo>
                    <a:pt x="5665644" y="965520"/>
                  </a:lnTo>
                  <a:lnTo>
                    <a:pt x="5665769" y="965520"/>
                  </a:lnTo>
                  <a:lnTo>
                    <a:pt x="5665894" y="965520"/>
                  </a:lnTo>
                  <a:lnTo>
                    <a:pt x="5666019" y="965520"/>
                  </a:lnTo>
                  <a:lnTo>
                    <a:pt x="5666144" y="965520"/>
                  </a:lnTo>
                  <a:lnTo>
                    <a:pt x="5666269" y="965520"/>
                  </a:lnTo>
                  <a:lnTo>
                    <a:pt x="5666394" y="965520"/>
                  </a:lnTo>
                  <a:lnTo>
                    <a:pt x="5666519" y="965520"/>
                  </a:lnTo>
                  <a:lnTo>
                    <a:pt x="5666644" y="965520"/>
                  </a:lnTo>
                  <a:lnTo>
                    <a:pt x="5666769" y="965520"/>
                  </a:lnTo>
                  <a:lnTo>
                    <a:pt x="5666894" y="965520"/>
                  </a:lnTo>
                  <a:lnTo>
                    <a:pt x="5667019" y="965520"/>
                  </a:lnTo>
                  <a:lnTo>
                    <a:pt x="5667144" y="965520"/>
                  </a:lnTo>
                  <a:lnTo>
                    <a:pt x="5667269" y="965520"/>
                  </a:lnTo>
                  <a:lnTo>
                    <a:pt x="5667394" y="965520"/>
                  </a:lnTo>
                  <a:lnTo>
                    <a:pt x="5667519" y="965520"/>
                  </a:lnTo>
                  <a:lnTo>
                    <a:pt x="5667644" y="965520"/>
                  </a:lnTo>
                  <a:lnTo>
                    <a:pt x="5667769" y="965520"/>
                  </a:lnTo>
                  <a:lnTo>
                    <a:pt x="5667894" y="965520"/>
                  </a:lnTo>
                  <a:lnTo>
                    <a:pt x="5668019" y="965520"/>
                  </a:lnTo>
                  <a:lnTo>
                    <a:pt x="5668144" y="965520"/>
                  </a:lnTo>
                  <a:lnTo>
                    <a:pt x="5668269" y="965520"/>
                  </a:lnTo>
                  <a:lnTo>
                    <a:pt x="5668394" y="965520"/>
                  </a:lnTo>
                  <a:lnTo>
                    <a:pt x="5668519" y="965520"/>
                  </a:lnTo>
                  <a:lnTo>
                    <a:pt x="5668645" y="965520"/>
                  </a:lnTo>
                  <a:lnTo>
                    <a:pt x="5668770" y="965520"/>
                  </a:lnTo>
                  <a:lnTo>
                    <a:pt x="5668895" y="965520"/>
                  </a:lnTo>
                  <a:lnTo>
                    <a:pt x="5669020" y="965520"/>
                  </a:lnTo>
                  <a:lnTo>
                    <a:pt x="5669145" y="965520"/>
                  </a:lnTo>
                  <a:lnTo>
                    <a:pt x="5669270" y="965520"/>
                  </a:lnTo>
                  <a:lnTo>
                    <a:pt x="5669395" y="965520"/>
                  </a:lnTo>
                  <a:lnTo>
                    <a:pt x="5669520" y="965520"/>
                  </a:lnTo>
                  <a:lnTo>
                    <a:pt x="5669645" y="965520"/>
                  </a:lnTo>
                  <a:lnTo>
                    <a:pt x="5669770" y="965520"/>
                  </a:lnTo>
                  <a:lnTo>
                    <a:pt x="5669895" y="965520"/>
                  </a:lnTo>
                  <a:lnTo>
                    <a:pt x="5670020" y="965520"/>
                  </a:lnTo>
                  <a:lnTo>
                    <a:pt x="5670145" y="965520"/>
                  </a:lnTo>
                  <a:lnTo>
                    <a:pt x="5670270" y="965520"/>
                  </a:lnTo>
                  <a:lnTo>
                    <a:pt x="5670395" y="965520"/>
                  </a:lnTo>
                  <a:lnTo>
                    <a:pt x="5670520" y="965520"/>
                  </a:lnTo>
                  <a:lnTo>
                    <a:pt x="5670645" y="965520"/>
                  </a:lnTo>
                  <a:lnTo>
                    <a:pt x="5670645" y="955566"/>
                  </a:lnTo>
                  <a:lnTo>
                    <a:pt x="5670770" y="955566"/>
                  </a:lnTo>
                  <a:lnTo>
                    <a:pt x="5670895" y="955566"/>
                  </a:lnTo>
                  <a:lnTo>
                    <a:pt x="5671020" y="955566"/>
                  </a:lnTo>
                  <a:lnTo>
                    <a:pt x="5671145" y="955566"/>
                  </a:lnTo>
                  <a:lnTo>
                    <a:pt x="5671270" y="955566"/>
                  </a:lnTo>
                  <a:lnTo>
                    <a:pt x="5671395" y="955566"/>
                  </a:lnTo>
                  <a:lnTo>
                    <a:pt x="5671520" y="955566"/>
                  </a:lnTo>
                  <a:lnTo>
                    <a:pt x="5671646" y="955566"/>
                  </a:lnTo>
                  <a:lnTo>
                    <a:pt x="5671771" y="955566"/>
                  </a:lnTo>
                  <a:lnTo>
                    <a:pt x="5671896" y="955566"/>
                  </a:lnTo>
                  <a:lnTo>
                    <a:pt x="5672021" y="955566"/>
                  </a:lnTo>
                  <a:lnTo>
                    <a:pt x="5672146" y="955566"/>
                  </a:lnTo>
                  <a:lnTo>
                    <a:pt x="5672271" y="955566"/>
                  </a:lnTo>
                  <a:lnTo>
                    <a:pt x="5672396" y="955566"/>
                  </a:lnTo>
                  <a:lnTo>
                    <a:pt x="5672521" y="955566"/>
                  </a:lnTo>
                  <a:lnTo>
                    <a:pt x="5672646" y="955566"/>
                  </a:lnTo>
                  <a:lnTo>
                    <a:pt x="5672771" y="955566"/>
                  </a:lnTo>
                  <a:lnTo>
                    <a:pt x="5672896" y="955566"/>
                  </a:lnTo>
                  <a:lnTo>
                    <a:pt x="5673021" y="955566"/>
                  </a:lnTo>
                  <a:lnTo>
                    <a:pt x="5673146" y="955566"/>
                  </a:lnTo>
                  <a:lnTo>
                    <a:pt x="5673271" y="955566"/>
                  </a:lnTo>
                  <a:lnTo>
                    <a:pt x="5673396" y="955566"/>
                  </a:lnTo>
                  <a:lnTo>
                    <a:pt x="5673521" y="955566"/>
                  </a:lnTo>
                  <a:lnTo>
                    <a:pt x="5673646" y="955566"/>
                  </a:lnTo>
                  <a:lnTo>
                    <a:pt x="5673771" y="955566"/>
                  </a:lnTo>
                  <a:lnTo>
                    <a:pt x="5673896" y="955566"/>
                  </a:lnTo>
                  <a:lnTo>
                    <a:pt x="5674021" y="955566"/>
                  </a:lnTo>
                  <a:lnTo>
                    <a:pt x="5674146" y="955566"/>
                  </a:lnTo>
                  <a:lnTo>
                    <a:pt x="5674271" y="955566"/>
                  </a:lnTo>
                  <a:lnTo>
                    <a:pt x="5674396" y="955566"/>
                  </a:lnTo>
                  <a:lnTo>
                    <a:pt x="5674521" y="955566"/>
                  </a:lnTo>
                  <a:lnTo>
                    <a:pt x="5674647" y="955566"/>
                  </a:lnTo>
                  <a:lnTo>
                    <a:pt x="5674772" y="955566"/>
                  </a:lnTo>
                  <a:lnTo>
                    <a:pt x="5674897" y="955566"/>
                  </a:lnTo>
                  <a:lnTo>
                    <a:pt x="5675022" y="955566"/>
                  </a:lnTo>
                  <a:lnTo>
                    <a:pt x="5675147" y="955566"/>
                  </a:lnTo>
                  <a:lnTo>
                    <a:pt x="5675272" y="955566"/>
                  </a:lnTo>
                  <a:lnTo>
                    <a:pt x="5675397" y="955566"/>
                  </a:lnTo>
                  <a:lnTo>
                    <a:pt x="5675522" y="955566"/>
                  </a:lnTo>
                  <a:lnTo>
                    <a:pt x="5675647" y="955566"/>
                  </a:lnTo>
                  <a:lnTo>
                    <a:pt x="5675772" y="955566"/>
                  </a:lnTo>
                  <a:lnTo>
                    <a:pt x="5675897" y="955566"/>
                  </a:lnTo>
                  <a:lnTo>
                    <a:pt x="5676022" y="955566"/>
                  </a:lnTo>
                  <a:lnTo>
                    <a:pt x="5676147" y="955566"/>
                  </a:lnTo>
                  <a:lnTo>
                    <a:pt x="5676272" y="955566"/>
                  </a:lnTo>
                  <a:lnTo>
                    <a:pt x="5676397" y="955566"/>
                  </a:lnTo>
                  <a:lnTo>
                    <a:pt x="5676522" y="955566"/>
                  </a:lnTo>
                  <a:lnTo>
                    <a:pt x="5676647" y="955566"/>
                  </a:lnTo>
                  <a:lnTo>
                    <a:pt x="5676772" y="955566"/>
                  </a:lnTo>
                  <a:lnTo>
                    <a:pt x="5676897" y="955566"/>
                  </a:lnTo>
                  <a:lnTo>
                    <a:pt x="5677022" y="955566"/>
                  </a:lnTo>
                  <a:lnTo>
                    <a:pt x="5677147" y="955566"/>
                  </a:lnTo>
                  <a:lnTo>
                    <a:pt x="5677272" y="955566"/>
                  </a:lnTo>
                  <a:lnTo>
                    <a:pt x="5677397" y="955566"/>
                  </a:lnTo>
                  <a:lnTo>
                    <a:pt x="5677522" y="955566"/>
                  </a:lnTo>
                  <a:lnTo>
                    <a:pt x="5677648" y="955566"/>
                  </a:lnTo>
                  <a:lnTo>
                    <a:pt x="5677773" y="955566"/>
                  </a:lnTo>
                  <a:lnTo>
                    <a:pt x="5677898" y="955566"/>
                  </a:lnTo>
                  <a:lnTo>
                    <a:pt x="5678023" y="955566"/>
                  </a:lnTo>
                  <a:lnTo>
                    <a:pt x="5678148" y="955566"/>
                  </a:lnTo>
                  <a:lnTo>
                    <a:pt x="5678273" y="955566"/>
                  </a:lnTo>
                  <a:lnTo>
                    <a:pt x="5678398" y="955566"/>
                  </a:lnTo>
                  <a:lnTo>
                    <a:pt x="5678523" y="955566"/>
                  </a:lnTo>
                  <a:lnTo>
                    <a:pt x="5678648" y="955566"/>
                  </a:lnTo>
                  <a:lnTo>
                    <a:pt x="5678773" y="955566"/>
                  </a:lnTo>
                  <a:lnTo>
                    <a:pt x="5678898" y="955566"/>
                  </a:lnTo>
                  <a:lnTo>
                    <a:pt x="5679023" y="955566"/>
                  </a:lnTo>
                  <a:lnTo>
                    <a:pt x="5679148" y="955566"/>
                  </a:lnTo>
                  <a:lnTo>
                    <a:pt x="5679273" y="955566"/>
                  </a:lnTo>
                  <a:lnTo>
                    <a:pt x="5679398" y="955566"/>
                  </a:lnTo>
                  <a:lnTo>
                    <a:pt x="5679523" y="955566"/>
                  </a:lnTo>
                  <a:lnTo>
                    <a:pt x="5679648" y="955566"/>
                  </a:lnTo>
                  <a:lnTo>
                    <a:pt x="5679773" y="955566"/>
                  </a:lnTo>
                  <a:lnTo>
                    <a:pt x="5679898" y="955566"/>
                  </a:lnTo>
                  <a:lnTo>
                    <a:pt x="5680023" y="955566"/>
                  </a:lnTo>
                  <a:lnTo>
                    <a:pt x="5680148" y="955566"/>
                  </a:lnTo>
                  <a:lnTo>
                    <a:pt x="5680273" y="955566"/>
                  </a:lnTo>
                  <a:lnTo>
                    <a:pt x="5680398" y="955566"/>
                  </a:lnTo>
                  <a:lnTo>
                    <a:pt x="5680523" y="955566"/>
                  </a:lnTo>
                  <a:lnTo>
                    <a:pt x="5680649" y="955566"/>
                  </a:lnTo>
                  <a:lnTo>
                    <a:pt x="5680774" y="955566"/>
                  </a:lnTo>
                  <a:lnTo>
                    <a:pt x="5680899" y="955566"/>
                  </a:lnTo>
                  <a:lnTo>
                    <a:pt x="5681024" y="955566"/>
                  </a:lnTo>
                  <a:lnTo>
                    <a:pt x="5681149" y="955566"/>
                  </a:lnTo>
                  <a:lnTo>
                    <a:pt x="5681274" y="955566"/>
                  </a:lnTo>
                  <a:lnTo>
                    <a:pt x="5681399" y="955566"/>
                  </a:lnTo>
                  <a:lnTo>
                    <a:pt x="5681524" y="955566"/>
                  </a:lnTo>
                  <a:lnTo>
                    <a:pt x="5681649" y="955566"/>
                  </a:lnTo>
                  <a:lnTo>
                    <a:pt x="5681774" y="955566"/>
                  </a:lnTo>
                  <a:lnTo>
                    <a:pt x="5681899" y="955566"/>
                  </a:lnTo>
                  <a:lnTo>
                    <a:pt x="5682024" y="955566"/>
                  </a:lnTo>
                  <a:lnTo>
                    <a:pt x="5682149" y="955566"/>
                  </a:lnTo>
                  <a:lnTo>
                    <a:pt x="5682274" y="955566"/>
                  </a:lnTo>
                  <a:lnTo>
                    <a:pt x="5682399" y="955566"/>
                  </a:lnTo>
                  <a:lnTo>
                    <a:pt x="5682524" y="955566"/>
                  </a:lnTo>
                  <a:lnTo>
                    <a:pt x="5682649" y="955566"/>
                  </a:lnTo>
                  <a:lnTo>
                    <a:pt x="5682774" y="955566"/>
                  </a:lnTo>
                  <a:lnTo>
                    <a:pt x="5682774" y="945613"/>
                  </a:lnTo>
                  <a:lnTo>
                    <a:pt x="5682899" y="945613"/>
                  </a:lnTo>
                  <a:lnTo>
                    <a:pt x="5683024" y="945613"/>
                  </a:lnTo>
                  <a:lnTo>
                    <a:pt x="5683149" y="945613"/>
                  </a:lnTo>
                  <a:lnTo>
                    <a:pt x="5683274" y="945613"/>
                  </a:lnTo>
                  <a:lnTo>
                    <a:pt x="5683399" y="945613"/>
                  </a:lnTo>
                  <a:lnTo>
                    <a:pt x="5683524" y="945613"/>
                  </a:lnTo>
                  <a:lnTo>
                    <a:pt x="5683650" y="945613"/>
                  </a:lnTo>
                  <a:lnTo>
                    <a:pt x="5683775" y="945613"/>
                  </a:lnTo>
                  <a:lnTo>
                    <a:pt x="5683900" y="945613"/>
                  </a:lnTo>
                  <a:lnTo>
                    <a:pt x="5684025" y="945613"/>
                  </a:lnTo>
                  <a:lnTo>
                    <a:pt x="5684150" y="945613"/>
                  </a:lnTo>
                  <a:lnTo>
                    <a:pt x="5684275" y="945613"/>
                  </a:lnTo>
                  <a:lnTo>
                    <a:pt x="5684400" y="945613"/>
                  </a:lnTo>
                  <a:lnTo>
                    <a:pt x="5684525" y="945613"/>
                  </a:lnTo>
                  <a:lnTo>
                    <a:pt x="5684650" y="945613"/>
                  </a:lnTo>
                  <a:lnTo>
                    <a:pt x="5684775" y="945613"/>
                  </a:lnTo>
                  <a:lnTo>
                    <a:pt x="5684900" y="945613"/>
                  </a:lnTo>
                  <a:lnTo>
                    <a:pt x="5685025" y="945613"/>
                  </a:lnTo>
                  <a:lnTo>
                    <a:pt x="5685150" y="945613"/>
                  </a:lnTo>
                  <a:lnTo>
                    <a:pt x="5685275" y="945613"/>
                  </a:lnTo>
                  <a:lnTo>
                    <a:pt x="5685400" y="945613"/>
                  </a:lnTo>
                  <a:lnTo>
                    <a:pt x="5685525" y="945613"/>
                  </a:lnTo>
                  <a:lnTo>
                    <a:pt x="5685650" y="945613"/>
                  </a:lnTo>
                  <a:lnTo>
                    <a:pt x="5685775" y="945613"/>
                  </a:lnTo>
                  <a:lnTo>
                    <a:pt x="5685900" y="945613"/>
                  </a:lnTo>
                  <a:lnTo>
                    <a:pt x="5686025" y="945613"/>
                  </a:lnTo>
                  <a:lnTo>
                    <a:pt x="5686150" y="945613"/>
                  </a:lnTo>
                  <a:lnTo>
                    <a:pt x="5686275" y="945613"/>
                  </a:lnTo>
                  <a:lnTo>
                    <a:pt x="5686400" y="945613"/>
                  </a:lnTo>
                  <a:lnTo>
                    <a:pt x="5686525" y="945613"/>
                  </a:lnTo>
                  <a:lnTo>
                    <a:pt x="5686651" y="945613"/>
                  </a:lnTo>
                  <a:lnTo>
                    <a:pt x="5686776" y="945613"/>
                  </a:lnTo>
                  <a:lnTo>
                    <a:pt x="5686901" y="945613"/>
                  </a:lnTo>
                  <a:lnTo>
                    <a:pt x="5687026" y="945613"/>
                  </a:lnTo>
                  <a:lnTo>
                    <a:pt x="5687151" y="945613"/>
                  </a:lnTo>
                  <a:lnTo>
                    <a:pt x="5687276" y="945613"/>
                  </a:lnTo>
                  <a:lnTo>
                    <a:pt x="5687401" y="945613"/>
                  </a:lnTo>
                  <a:lnTo>
                    <a:pt x="5687526" y="945613"/>
                  </a:lnTo>
                  <a:lnTo>
                    <a:pt x="5687651" y="945613"/>
                  </a:lnTo>
                  <a:lnTo>
                    <a:pt x="5687776" y="945613"/>
                  </a:lnTo>
                  <a:lnTo>
                    <a:pt x="5687901" y="945613"/>
                  </a:lnTo>
                  <a:lnTo>
                    <a:pt x="5688026" y="945613"/>
                  </a:lnTo>
                  <a:lnTo>
                    <a:pt x="5688026" y="935659"/>
                  </a:lnTo>
                  <a:lnTo>
                    <a:pt x="5688151" y="935659"/>
                  </a:lnTo>
                  <a:lnTo>
                    <a:pt x="5688276" y="935659"/>
                  </a:lnTo>
                  <a:lnTo>
                    <a:pt x="5688401" y="935659"/>
                  </a:lnTo>
                  <a:lnTo>
                    <a:pt x="5688526" y="935659"/>
                  </a:lnTo>
                  <a:lnTo>
                    <a:pt x="5688651" y="935659"/>
                  </a:lnTo>
                  <a:lnTo>
                    <a:pt x="5688776" y="935659"/>
                  </a:lnTo>
                  <a:lnTo>
                    <a:pt x="5688901" y="935659"/>
                  </a:lnTo>
                  <a:lnTo>
                    <a:pt x="5689026" y="935659"/>
                  </a:lnTo>
                  <a:lnTo>
                    <a:pt x="5689151" y="935659"/>
                  </a:lnTo>
                  <a:lnTo>
                    <a:pt x="5689276" y="935659"/>
                  </a:lnTo>
                  <a:lnTo>
                    <a:pt x="5689401" y="935659"/>
                  </a:lnTo>
                  <a:lnTo>
                    <a:pt x="5689526" y="935659"/>
                  </a:lnTo>
                  <a:lnTo>
                    <a:pt x="5689652" y="935659"/>
                  </a:lnTo>
                  <a:lnTo>
                    <a:pt x="5689777" y="935659"/>
                  </a:lnTo>
                  <a:lnTo>
                    <a:pt x="5689902" y="935659"/>
                  </a:lnTo>
                  <a:lnTo>
                    <a:pt x="5690027" y="935659"/>
                  </a:lnTo>
                  <a:lnTo>
                    <a:pt x="5690152" y="935659"/>
                  </a:lnTo>
                  <a:lnTo>
                    <a:pt x="5690277" y="935659"/>
                  </a:lnTo>
                  <a:lnTo>
                    <a:pt x="5690402" y="935659"/>
                  </a:lnTo>
                  <a:lnTo>
                    <a:pt x="5690527" y="935659"/>
                  </a:lnTo>
                  <a:lnTo>
                    <a:pt x="5690652" y="935659"/>
                  </a:lnTo>
                  <a:lnTo>
                    <a:pt x="5690777" y="935659"/>
                  </a:lnTo>
                  <a:lnTo>
                    <a:pt x="5690902" y="935659"/>
                  </a:lnTo>
                  <a:lnTo>
                    <a:pt x="5691027" y="935659"/>
                  </a:lnTo>
                  <a:lnTo>
                    <a:pt x="5691152" y="935659"/>
                  </a:lnTo>
                  <a:lnTo>
                    <a:pt x="5691277" y="935659"/>
                  </a:lnTo>
                  <a:lnTo>
                    <a:pt x="5691402" y="935659"/>
                  </a:lnTo>
                  <a:lnTo>
                    <a:pt x="5691527" y="935659"/>
                  </a:lnTo>
                  <a:lnTo>
                    <a:pt x="5691652" y="935659"/>
                  </a:lnTo>
                  <a:lnTo>
                    <a:pt x="5691777" y="935659"/>
                  </a:lnTo>
                  <a:lnTo>
                    <a:pt x="5691902" y="935659"/>
                  </a:lnTo>
                  <a:lnTo>
                    <a:pt x="5692027" y="935659"/>
                  </a:lnTo>
                  <a:lnTo>
                    <a:pt x="5692152" y="935659"/>
                  </a:lnTo>
                  <a:lnTo>
                    <a:pt x="5692277" y="935659"/>
                  </a:lnTo>
                  <a:lnTo>
                    <a:pt x="5692402" y="935659"/>
                  </a:lnTo>
                  <a:lnTo>
                    <a:pt x="5692527" y="935659"/>
                  </a:lnTo>
                  <a:lnTo>
                    <a:pt x="5692653" y="935659"/>
                  </a:lnTo>
                  <a:lnTo>
                    <a:pt x="5692778" y="935659"/>
                  </a:lnTo>
                  <a:lnTo>
                    <a:pt x="5692903" y="935659"/>
                  </a:lnTo>
                  <a:lnTo>
                    <a:pt x="5693028" y="935659"/>
                  </a:lnTo>
                  <a:lnTo>
                    <a:pt x="5693153" y="935659"/>
                  </a:lnTo>
                  <a:lnTo>
                    <a:pt x="5693278" y="935659"/>
                  </a:lnTo>
                  <a:lnTo>
                    <a:pt x="5693403" y="935659"/>
                  </a:lnTo>
                  <a:lnTo>
                    <a:pt x="5693528" y="935659"/>
                  </a:lnTo>
                  <a:lnTo>
                    <a:pt x="5693653" y="935659"/>
                  </a:lnTo>
                  <a:lnTo>
                    <a:pt x="5693778" y="935659"/>
                  </a:lnTo>
                  <a:lnTo>
                    <a:pt x="5693903" y="935659"/>
                  </a:lnTo>
                  <a:lnTo>
                    <a:pt x="5694028" y="935659"/>
                  </a:lnTo>
                  <a:lnTo>
                    <a:pt x="5694153" y="935659"/>
                  </a:lnTo>
                  <a:lnTo>
                    <a:pt x="5694278" y="935659"/>
                  </a:lnTo>
                  <a:lnTo>
                    <a:pt x="5694403" y="935659"/>
                  </a:lnTo>
                  <a:lnTo>
                    <a:pt x="5694528" y="935659"/>
                  </a:lnTo>
                  <a:lnTo>
                    <a:pt x="5694653" y="935659"/>
                  </a:lnTo>
                  <a:lnTo>
                    <a:pt x="5694778" y="935659"/>
                  </a:lnTo>
                  <a:lnTo>
                    <a:pt x="5694903" y="935659"/>
                  </a:lnTo>
                  <a:lnTo>
                    <a:pt x="5695028" y="935659"/>
                  </a:lnTo>
                  <a:lnTo>
                    <a:pt x="5695153" y="935659"/>
                  </a:lnTo>
                  <a:lnTo>
                    <a:pt x="5695278" y="935659"/>
                  </a:lnTo>
                  <a:lnTo>
                    <a:pt x="5695403" y="935659"/>
                  </a:lnTo>
                  <a:lnTo>
                    <a:pt x="5695528" y="935659"/>
                  </a:lnTo>
                  <a:lnTo>
                    <a:pt x="5695654" y="935659"/>
                  </a:lnTo>
                  <a:lnTo>
                    <a:pt x="5695779" y="935659"/>
                  </a:lnTo>
                  <a:lnTo>
                    <a:pt x="5695904" y="935659"/>
                  </a:lnTo>
                  <a:lnTo>
                    <a:pt x="5696029" y="935659"/>
                  </a:lnTo>
                  <a:lnTo>
                    <a:pt x="5696154" y="935659"/>
                  </a:lnTo>
                  <a:lnTo>
                    <a:pt x="5696279" y="935659"/>
                  </a:lnTo>
                  <a:lnTo>
                    <a:pt x="5696404" y="935659"/>
                  </a:lnTo>
                  <a:lnTo>
                    <a:pt x="5696529" y="935659"/>
                  </a:lnTo>
                  <a:lnTo>
                    <a:pt x="5696654" y="935659"/>
                  </a:lnTo>
                  <a:lnTo>
                    <a:pt x="5696779" y="935659"/>
                  </a:lnTo>
                  <a:lnTo>
                    <a:pt x="5696904" y="935659"/>
                  </a:lnTo>
                  <a:lnTo>
                    <a:pt x="5697029" y="935659"/>
                  </a:lnTo>
                  <a:lnTo>
                    <a:pt x="5697154" y="935659"/>
                  </a:lnTo>
                  <a:lnTo>
                    <a:pt x="5697279" y="935659"/>
                  </a:lnTo>
                  <a:lnTo>
                    <a:pt x="5697404" y="935659"/>
                  </a:lnTo>
                  <a:lnTo>
                    <a:pt x="5697529" y="935659"/>
                  </a:lnTo>
                  <a:lnTo>
                    <a:pt x="5697654" y="935659"/>
                  </a:lnTo>
                  <a:lnTo>
                    <a:pt x="5697779" y="935659"/>
                  </a:lnTo>
                  <a:lnTo>
                    <a:pt x="5697904" y="935659"/>
                  </a:lnTo>
                  <a:lnTo>
                    <a:pt x="5698029" y="935659"/>
                  </a:lnTo>
                  <a:lnTo>
                    <a:pt x="5698154" y="935659"/>
                  </a:lnTo>
                  <a:lnTo>
                    <a:pt x="5698279" y="935659"/>
                  </a:lnTo>
                  <a:lnTo>
                    <a:pt x="5698404" y="935659"/>
                  </a:lnTo>
                  <a:lnTo>
                    <a:pt x="5698529" y="935659"/>
                  </a:lnTo>
                  <a:lnTo>
                    <a:pt x="5698655" y="935659"/>
                  </a:lnTo>
                  <a:lnTo>
                    <a:pt x="5698780" y="935659"/>
                  </a:lnTo>
                  <a:lnTo>
                    <a:pt x="5698905" y="935659"/>
                  </a:lnTo>
                  <a:lnTo>
                    <a:pt x="5699030" y="935659"/>
                  </a:lnTo>
                  <a:lnTo>
                    <a:pt x="5699155" y="935659"/>
                  </a:lnTo>
                  <a:lnTo>
                    <a:pt x="5699280" y="935659"/>
                  </a:lnTo>
                  <a:lnTo>
                    <a:pt x="5699405" y="935659"/>
                  </a:lnTo>
                  <a:lnTo>
                    <a:pt x="5699530" y="935659"/>
                  </a:lnTo>
                  <a:lnTo>
                    <a:pt x="5699655" y="935659"/>
                  </a:lnTo>
                  <a:lnTo>
                    <a:pt x="5699780" y="935659"/>
                  </a:lnTo>
                  <a:lnTo>
                    <a:pt x="5699905" y="935659"/>
                  </a:lnTo>
                  <a:lnTo>
                    <a:pt x="5700030" y="935659"/>
                  </a:lnTo>
                  <a:lnTo>
                    <a:pt x="5700155" y="935659"/>
                  </a:lnTo>
                  <a:lnTo>
                    <a:pt x="5700280" y="935659"/>
                  </a:lnTo>
                  <a:lnTo>
                    <a:pt x="5700405" y="935659"/>
                  </a:lnTo>
                  <a:lnTo>
                    <a:pt x="5700530" y="935659"/>
                  </a:lnTo>
                  <a:lnTo>
                    <a:pt x="5700655" y="935659"/>
                  </a:lnTo>
                  <a:lnTo>
                    <a:pt x="5700655" y="925705"/>
                  </a:lnTo>
                  <a:lnTo>
                    <a:pt x="5700780" y="925705"/>
                  </a:lnTo>
                  <a:lnTo>
                    <a:pt x="5700905" y="925705"/>
                  </a:lnTo>
                  <a:lnTo>
                    <a:pt x="5701030" y="925705"/>
                  </a:lnTo>
                  <a:lnTo>
                    <a:pt x="5701155" y="925705"/>
                  </a:lnTo>
                  <a:lnTo>
                    <a:pt x="5701280" y="925705"/>
                  </a:lnTo>
                  <a:lnTo>
                    <a:pt x="5701405" y="925705"/>
                  </a:lnTo>
                  <a:lnTo>
                    <a:pt x="5701530" y="925705"/>
                  </a:lnTo>
                  <a:lnTo>
                    <a:pt x="5701656" y="925705"/>
                  </a:lnTo>
                  <a:lnTo>
                    <a:pt x="5701781" y="925705"/>
                  </a:lnTo>
                  <a:lnTo>
                    <a:pt x="5701906" y="925705"/>
                  </a:lnTo>
                  <a:lnTo>
                    <a:pt x="5702031" y="925705"/>
                  </a:lnTo>
                  <a:lnTo>
                    <a:pt x="5702156" y="925705"/>
                  </a:lnTo>
                  <a:lnTo>
                    <a:pt x="5702281" y="925705"/>
                  </a:lnTo>
                  <a:lnTo>
                    <a:pt x="5702406" y="925705"/>
                  </a:lnTo>
                  <a:lnTo>
                    <a:pt x="5702531" y="925705"/>
                  </a:lnTo>
                  <a:lnTo>
                    <a:pt x="5702656" y="925705"/>
                  </a:lnTo>
                  <a:lnTo>
                    <a:pt x="5702781" y="925705"/>
                  </a:lnTo>
                  <a:lnTo>
                    <a:pt x="5702906" y="925705"/>
                  </a:lnTo>
                  <a:lnTo>
                    <a:pt x="5703031" y="925705"/>
                  </a:lnTo>
                  <a:lnTo>
                    <a:pt x="5703156" y="925705"/>
                  </a:lnTo>
                  <a:lnTo>
                    <a:pt x="5703281" y="925705"/>
                  </a:lnTo>
                  <a:lnTo>
                    <a:pt x="5703406" y="925705"/>
                  </a:lnTo>
                  <a:lnTo>
                    <a:pt x="5703531" y="925705"/>
                  </a:lnTo>
                  <a:lnTo>
                    <a:pt x="5703656" y="925705"/>
                  </a:lnTo>
                  <a:lnTo>
                    <a:pt x="5703781" y="925705"/>
                  </a:lnTo>
                  <a:lnTo>
                    <a:pt x="5703906" y="925705"/>
                  </a:lnTo>
                  <a:lnTo>
                    <a:pt x="5704031" y="925705"/>
                  </a:lnTo>
                  <a:lnTo>
                    <a:pt x="5704156" y="925705"/>
                  </a:lnTo>
                  <a:lnTo>
                    <a:pt x="5704281" y="925705"/>
                  </a:lnTo>
                  <a:lnTo>
                    <a:pt x="5704406" y="925705"/>
                  </a:lnTo>
                  <a:lnTo>
                    <a:pt x="5704532" y="925705"/>
                  </a:lnTo>
                  <a:lnTo>
                    <a:pt x="5704657" y="925705"/>
                  </a:lnTo>
                  <a:lnTo>
                    <a:pt x="5704782" y="925705"/>
                  </a:lnTo>
                  <a:lnTo>
                    <a:pt x="5704907" y="925705"/>
                  </a:lnTo>
                  <a:lnTo>
                    <a:pt x="5705032" y="925705"/>
                  </a:lnTo>
                  <a:lnTo>
                    <a:pt x="5705157" y="925705"/>
                  </a:lnTo>
                  <a:lnTo>
                    <a:pt x="5705282" y="925705"/>
                  </a:lnTo>
                  <a:lnTo>
                    <a:pt x="5705407" y="925705"/>
                  </a:lnTo>
                  <a:lnTo>
                    <a:pt x="5705532" y="925705"/>
                  </a:lnTo>
                  <a:lnTo>
                    <a:pt x="5705657" y="925705"/>
                  </a:lnTo>
                  <a:lnTo>
                    <a:pt x="5705782" y="925705"/>
                  </a:lnTo>
                  <a:lnTo>
                    <a:pt x="5705907" y="925705"/>
                  </a:lnTo>
                  <a:lnTo>
                    <a:pt x="5705907" y="915751"/>
                  </a:lnTo>
                  <a:lnTo>
                    <a:pt x="5706032" y="915751"/>
                  </a:lnTo>
                  <a:lnTo>
                    <a:pt x="5706157" y="915751"/>
                  </a:lnTo>
                  <a:lnTo>
                    <a:pt x="5706282" y="915751"/>
                  </a:lnTo>
                  <a:lnTo>
                    <a:pt x="5706407" y="915751"/>
                  </a:lnTo>
                  <a:lnTo>
                    <a:pt x="5706532" y="915751"/>
                  </a:lnTo>
                  <a:lnTo>
                    <a:pt x="5706657" y="915751"/>
                  </a:lnTo>
                  <a:lnTo>
                    <a:pt x="5706782" y="915751"/>
                  </a:lnTo>
                  <a:lnTo>
                    <a:pt x="5706907" y="915751"/>
                  </a:lnTo>
                  <a:lnTo>
                    <a:pt x="5707032" y="915751"/>
                  </a:lnTo>
                  <a:lnTo>
                    <a:pt x="5707157" y="915751"/>
                  </a:lnTo>
                  <a:lnTo>
                    <a:pt x="5707282" y="915751"/>
                  </a:lnTo>
                  <a:lnTo>
                    <a:pt x="5707407" y="915751"/>
                  </a:lnTo>
                  <a:lnTo>
                    <a:pt x="5707533" y="915751"/>
                  </a:lnTo>
                  <a:lnTo>
                    <a:pt x="5707658" y="915751"/>
                  </a:lnTo>
                  <a:lnTo>
                    <a:pt x="5707783" y="915751"/>
                  </a:lnTo>
                  <a:lnTo>
                    <a:pt x="5707908" y="915751"/>
                  </a:lnTo>
                  <a:lnTo>
                    <a:pt x="5708033" y="915751"/>
                  </a:lnTo>
                  <a:lnTo>
                    <a:pt x="5708158" y="915751"/>
                  </a:lnTo>
                  <a:lnTo>
                    <a:pt x="5708283" y="915751"/>
                  </a:lnTo>
                  <a:lnTo>
                    <a:pt x="5708408" y="915751"/>
                  </a:lnTo>
                  <a:lnTo>
                    <a:pt x="5708533" y="915751"/>
                  </a:lnTo>
                  <a:lnTo>
                    <a:pt x="5708658" y="915751"/>
                  </a:lnTo>
                  <a:lnTo>
                    <a:pt x="5708783" y="915751"/>
                  </a:lnTo>
                  <a:lnTo>
                    <a:pt x="5708908" y="915751"/>
                  </a:lnTo>
                  <a:lnTo>
                    <a:pt x="5709033" y="915751"/>
                  </a:lnTo>
                  <a:lnTo>
                    <a:pt x="5709158" y="915751"/>
                  </a:lnTo>
                  <a:lnTo>
                    <a:pt x="5709283" y="915751"/>
                  </a:lnTo>
                  <a:lnTo>
                    <a:pt x="5709408" y="915751"/>
                  </a:lnTo>
                  <a:lnTo>
                    <a:pt x="5709533" y="915751"/>
                  </a:lnTo>
                  <a:lnTo>
                    <a:pt x="5709658" y="915751"/>
                  </a:lnTo>
                  <a:lnTo>
                    <a:pt x="5709783" y="915751"/>
                  </a:lnTo>
                  <a:lnTo>
                    <a:pt x="5709908" y="915751"/>
                  </a:lnTo>
                  <a:lnTo>
                    <a:pt x="5710033" y="915751"/>
                  </a:lnTo>
                  <a:lnTo>
                    <a:pt x="5710158" y="915751"/>
                  </a:lnTo>
                  <a:lnTo>
                    <a:pt x="5710283" y="915751"/>
                  </a:lnTo>
                  <a:lnTo>
                    <a:pt x="5710408" y="915751"/>
                  </a:lnTo>
                  <a:lnTo>
                    <a:pt x="5710408" y="905797"/>
                  </a:lnTo>
                  <a:lnTo>
                    <a:pt x="5710534" y="905797"/>
                  </a:lnTo>
                  <a:lnTo>
                    <a:pt x="5710659" y="905797"/>
                  </a:lnTo>
                  <a:lnTo>
                    <a:pt x="5710784" y="905797"/>
                  </a:lnTo>
                  <a:lnTo>
                    <a:pt x="5710909" y="905797"/>
                  </a:lnTo>
                  <a:lnTo>
                    <a:pt x="5711034" y="905797"/>
                  </a:lnTo>
                  <a:lnTo>
                    <a:pt x="5711159" y="905797"/>
                  </a:lnTo>
                  <a:lnTo>
                    <a:pt x="5711284" y="905797"/>
                  </a:lnTo>
                  <a:lnTo>
                    <a:pt x="5711409" y="905797"/>
                  </a:lnTo>
                  <a:lnTo>
                    <a:pt x="5711534" y="905797"/>
                  </a:lnTo>
                  <a:lnTo>
                    <a:pt x="5711659" y="905797"/>
                  </a:lnTo>
                  <a:lnTo>
                    <a:pt x="5711784" y="905797"/>
                  </a:lnTo>
                  <a:lnTo>
                    <a:pt x="5711909" y="905797"/>
                  </a:lnTo>
                  <a:lnTo>
                    <a:pt x="5712034" y="905797"/>
                  </a:lnTo>
                  <a:lnTo>
                    <a:pt x="5712159" y="905797"/>
                  </a:lnTo>
                  <a:lnTo>
                    <a:pt x="5712284" y="905797"/>
                  </a:lnTo>
                  <a:lnTo>
                    <a:pt x="5712409" y="905797"/>
                  </a:lnTo>
                  <a:lnTo>
                    <a:pt x="5712534" y="905797"/>
                  </a:lnTo>
                  <a:lnTo>
                    <a:pt x="5712659" y="905797"/>
                  </a:lnTo>
                  <a:lnTo>
                    <a:pt x="5712784" y="905797"/>
                  </a:lnTo>
                  <a:lnTo>
                    <a:pt x="5712909" y="905797"/>
                  </a:lnTo>
                  <a:lnTo>
                    <a:pt x="5713034" y="905797"/>
                  </a:lnTo>
                  <a:lnTo>
                    <a:pt x="5713159" y="905797"/>
                  </a:lnTo>
                  <a:lnTo>
                    <a:pt x="5713284" y="905797"/>
                  </a:lnTo>
                  <a:lnTo>
                    <a:pt x="5713409" y="905797"/>
                  </a:lnTo>
                  <a:lnTo>
                    <a:pt x="5713535" y="905797"/>
                  </a:lnTo>
                  <a:lnTo>
                    <a:pt x="5713660" y="905797"/>
                  </a:lnTo>
                  <a:lnTo>
                    <a:pt x="5713785" y="905797"/>
                  </a:lnTo>
                  <a:lnTo>
                    <a:pt x="5713910" y="905797"/>
                  </a:lnTo>
                  <a:lnTo>
                    <a:pt x="5714035" y="905797"/>
                  </a:lnTo>
                  <a:lnTo>
                    <a:pt x="5714160" y="905797"/>
                  </a:lnTo>
                  <a:lnTo>
                    <a:pt x="5714285" y="905797"/>
                  </a:lnTo>
                  <a:lnTo>
                    <a:pt x="5714410" y="905797"/>
                  </a:lnTo>
                  <a:lnTo>
                    <a:pt x="5714535" y="905797"/>
                  </a:lnTo>
                  <a:lnTo>
                    <a:pt x="5714660" y="905797"/>
                  </a:lnTo>
                  <a:lnTo>
                    <a:pt x="5714785" y="905797"/>
                  </a:lnTo>
                  <a:lnTo>
                    <a:pt x="5714910" y="905797"/>
                  </a:lnTo>
                  <a:lnTo>
                    <a:pt x="5715035" y="905797"/>
                  </a:lnTo>
                  <a:lnTo>
                    <a:pt x="5715160" y="905797"/>
                  </a:lnTo>
                  <a:lnTo>
                    <a:pt x="5715285" y="905797"/>
                  </a:lnTo>
                  <a:lnTo>
                    <a:pt x="5715410" y="905797"/>
                  </a:lnTo>
                  <a:lnTo>
                    <a:pt x="5715535" y="905797"/>
                  </a:lnTo>
                  <a:lnTo>
                    <a:pt x="5715660" y="905797"/>
                  </a:lnTo>
                  <a:lnTo>
                    <a:pt x="5715785" y="905797"/>
                  </a:lnTo>
                  <a:lnTo>
                    <a:pt x="5715910" y="905797"/>
                  </a:lnTo>
                  <a:lnTo>
                    <a:pt x="5716035" y="905797"/>
                  </a:lnTo>
                  <a:lnTo>
                    <a:pt x="5716160" y="905797"/>
                  </a:lnTo>
                  <a:lnTo>
                    <a:pt x="5716285" y="905797"/>
                  </a:lnTo>
                  <a:lnTo>
                    <a:pt x="5716410" y="905797"/>
                  </a:lnTo>
                  <a:lnTo>
                    <a:pt x="5716536" y="905797"/>
                  </a:lnTo>
                  <a:lnTo>
                    <a:pt x="5716661" y="905797"/>
                  </a:lnTo>
                  <a:lnTo>
                    <a:pt x="5716786" y="905797"/>
                  </a:lnTo>
                  <a:lnTo>
                    <a:pt x="5716911" y="905797"/>
                  </a:lnTo>
                  <a:lnTo>
                    <a:pt x="5717036" y="905797"/>
                  </a:lnTo>
                  <a:lnTo>
                    <a:pt x="5717161" y="905797"/>
                  </a:lnTo>
                  <a:lnTo>
                    <a:pt x="5717286" y="905797"/>
                  </a:lnTo>
                  <a:lnTo>
                    <a:pt x="5717411" y="905797"/>
                  </a:lnTo>
                  <a:lnTo>
                    <a:pt x="5717536" y="905797"/>
                  </a:lnTo>
                  <a:lnTo>
                    <a:pt x="5717661" y="905797"/>
                  </a:lnTo>
                  <a:lnTo>
                    <a:pt x="5717786" y="905797"/>
                  </a:lnTo>
                  <a:lnTo>
                    <a:pt x="5717911" y="905797"/>
                  </a:lnTo>
                  <a:lnTo>
                    <a:pt x="5718036" y="905797"/>
                  </a:lnTo>
                  <a:lnTo>
                    <a:pt x="5718161" y="905797"/>
                  </a:lnTo>
                  <a:lnTo>
                    <a:pt x="5718286" y="905797"/>
                  </a:lnTo>
                  <a:lnTo>
                    <a:pt x="5718411" y="905797"/>
                  </a:lnTo>
                  <a:lnTo>
                    <a:pt x="5718536" y="905797"/>
                  </a:lnTo>
                  <a:lnTo>
                    <a:pt x="5718661" y="905797"/>
                  </a:lnTo>
                  <a:lnTo>
                    <a:pt x="5718786" y="905797"/>
                  </a:lnTo>
                  <a:lnTo>
                    <a:pt x="5718911" y="905797"/>
                  </a:lnTo>
                  <a:lnTo>
                    <a:pt x="5719036" y="905797"/>
                  </a:lnTo>
                  <a:lnTo>
                    <a:pt x="5719161" y="905797"/>
                  </a:lnTo>
                  <a:lnTo>
                    <a:pt x="5719286" y="905797"/>
                  </a:lnTo>
                  <a:lnTo>
                    <a:pt x="5719411" y="905797"/>
                  </a:lnTo>
                  <a:lnTo>
                    <a:pt x="5719537" y="905797"/>
                  </a:lnTo>
                  <a:lnTo>
                    <a:pt x="5719662" y="905797"/>
                  </a:lnTo>
                  <a:lnTo>
                    <a:pt x="5719787" y="905797"/>
                  </a:lnTo>
                  <a:lnTo>
                    <a:pt x="5719912" y="905797"/>
                  </a:lnTo>
                  <a:lnTo>
                    <a:pt x="5720037" y="905797"/>
                  </a:lnTo>
                  <a:lnTo>
                    <a:pt x="5720162" y="905797"/>
                  </a:lnTo>
                  <a:lnTo>
                    <a:pt x="5720287" y="905797"/>
                  </a:lnTo>
                  <a:lnTo>
                    <a:pt x="5720412" y="905797"/>
                  </a:lnTo>
                  <a:lnTo>
                    <a:pt x="5720537" y="905797"/>
                  </a:lnTo>
                  <a:lnTo>
                    <a:pt x="5720662" y="905797"/>
                  </a:lnTo>
                  <a:lnTo>
                    <a:pt x="5720787" y="905797"/>
                  </a:lnTo>
                  <a:lnTo>
                    <a:pt x="5720912" y="905797"/>
                  </a:lnTo>
                  <a:lnTo>
                    <a:pt x="5721037" y="905797"/>
                  </a:lnTo>
                  <a:lnTo>
                    <a:pt x="5721162" y="905797"/>
                  </a:lnTo>
                  <a:lnTo>
                    <a:pt x="5721287" y="905797"/>
                  </a:lnTo>
                  <a:lnTo>
                    <a:pt x="5721412" y="905797"/>
                  </a:lnTo>
                  <a:lnTo>
                    <a:pt x="5721537" y="905797"/>
                  </a:lnTo>
                  <a:lnTo>
                    <a:pt x="5721662" y="905797"/>
                  </a:lnTo>
                  <a:lnTo>
                    <a:pt x="5721787" y="905797"/>
                  </a:lnTo>
                  <a:lnTo>
                    <a:pt x="5721912" y="905797"/>
                  </a:lnTo>
                  <a:lnTo>
                    <a:pt x="5722037" y="905797"/>
                  </a:lnTo>
                  <a:lnTo>
                    <a:pt x="5722162" y="905797"/>
                  </a:lnTo>
                  <a:lnTo>
                    <a:pt x="5722287" y="905797"/>
                  </a:lnTo>
                  <a:lnTo>
                    <a:pt x="5722412" y="905797"/>
                  </a:lnTo>
                  <a:lnTo>
                    <a:pt x="5722538" y="905797"/>
                  </a:lnTo>
                  <a:lnTo>
                    <a:pt x="5722663" y="905797"/>
                  </a:lnTo>
                  <a:lnTo>
                    <a:pt x="5722788" y="905797"/>
                  </a:lnTo>
                  <a:lnTo>
                    <a:pt x="5722913" y="905797"/>
                  </a:lnTo>
                  <a:lnTo>
                    <a:pt x="5723038" y="905797"/>
                  </a:lnTo>
                  <a:lnTo>
                    <a:pt x="5723163" y="905797"/>
                  </a:lnTo>
                  <a:lnTo>
                    <a:pt x="5723288" y="905797"/>
                  </a:lnTo>
                  <a:lnTo>
                    <a:pt x="5723413" y="905797"/>
                  </a:lnTo>
                  <a:lnTo>
                    <a:pt x="5723538" y="905797"/>
                  </a:lnTo>
                  <a:lnTo>
                    <a:pt x="5723663" y="905797"/>
                  </a:lnTo>
                  <a:lnTo>
                    <a:pt x="5723788" y="905797"/>
                  </a:lnTo>
                  <a:lnTo>
                    <a:pt x="5723913" y="905797"/>
                  </a:lnTo>
                  <a:lnTo>
                    <a:pt x="5724038" y="905797"/>
                  </a:lnTo>
                  <a:lnTo>
                    <a:pt x="5724163" y="905797"/>
                  </a:lnTo>
                  <a:lnTo>
                    <a:pt x="5724288" y="905797"/>
                  </a:lnTo>
                  <a:lnTo>
                    <a:pt x="5724413" y="905797"/>
                  </a:lnTo>
                  <a:lnTo>
                    <a:pt x="5724538" y="905797"/>
                  </a:lnTo>
                  <a:lnTo>
                    <a:pt x="5724663" y="905797"/>
                  </a:lnTo>
                  <a:lnTo>
                    <a:pt x="5724788" y="905797"/>
                  </a:lnTo>
                  <a:lnTo>
                    <a:pt x="5724913" y="905797"/>
                  </a:lnTo>
                  <a:lnTo>
                    <a:pt x="5725038" y="905797"/>
                  </a:lnTo>
                  <a:lnTo>
                    <a:pt x="5725163" y="905797"/>
                  </a:lnTo>
                  <a:lnTo>
                    <a:pt x="5725288" y="905797"/>
                  </a:lnTo>
                  <a:lnTo>
                    <a:pt x="5725413" y="905797"/>
                  </a:lnTo>
                  <a:lnTo>
                    <a:pt x="5725539" y="905797"/>
                  </a:lnTo>
                  <a:lnTo>
                    <a:pt x="5725664" y="905797"/>
                  </a:lnTo>
                  <a:lnTo>
                    <a:pt x="5725789" y="905797"/>
                  </a:lnTo>
                  <a:lnTo>
                    <a:pt x="5725914" y="905797"/>
                  </a:lnTo>
                  <a:lnTo>
                    <a:pt x="5726039" y="905797"/>
                  </a:lnTo>
                  <a:lnTo>
                    <a:pt x="5726164" y="905797"/>
                  </a:lnTo>
                  <a:lnTo>
                    <a:pt x="5726289" y="905797"/>
                  </a:lnTo>
                  <a:lnTo>
                    <a:pt x="5726414" y="905797"/>
                  </a:lnTo>
                  <a:lnTo>
                    <a:pt x="5726539" y="905797"/>
                  </a:lnTo>
                  <a:lnTo>
                    <a:pt x="5726664" y="905797"/>
                  </a:lnTo>
                  <a:lnTo>
                    <a:pt x="5726789" y="905797"/>
                  </a:lnTo>
                  <a:lnTo>
                    <a:pt x="5726914" y="905797"/>
                  </a:lnTo>
                  <a:lnTo>
                    <a:pt x="5727039" y="905797"/>
                  </a:lnTo>
                  <a:lnTo>
                    <a:pt x="5727164" y="905797"/>
                  </a:lnTo>
                  <a:lnTo>
                    <a:pt x="5727289" y="905797"/>
                  </a:lnTo>
                  <a:lnTo>
                    <a:pt x="5727414" y="905797"/>
                  </a:lnTo>
                  <a:lnTo>
                    <a:pt x="5727539" y="905797"/>
                  </a:lnTo>
                  <a:lnTo>
                    <a:pt x="5727664" y="905797"/>
                  </a:lnTo>
                  <a:lnTo>
                    <a:pt x="5727789" y="905797"/>
                  </a:lnTo>
                  <a:lnTo>
                    <a:pt x="5727914" y="905797"/>
                  </a:lnTo>
                  <a:lnTo>
                    <a:pt x="5728039" y="905797"/>
                  </a:lnTo>
                  <a:lnTo>
                    <a:pt x="5728164" y="905797"/>
                  </a:lnTo>
                  <a:lnTo>
                    <a:pt x="5728289" y="905797"/>
                  </a:lnTo>
                  <a:lnTo>
                    <a:pt x="5728414" y="905797"/>
                  </a:lnTo>
                  <a:lnTo>
                    <a:pt x="5728540" y="905797"/>
                  </a:lnTo>
                  <a:lnTo>
                    <a:pt x="5728665" y="905797"/>
                  </a:lnTo>
                  <a:lnTo>
                    <a:pt x="5728790" y="905797"/>
                  </a:lnTo>
                  <a:lnTo>
                    <a:pt x="5728915" y="905797"/>
                  </a:lnTo>
                  <a:lnTo>
                    <a:pt x="5729040" y="905797"/>
                  </a:lnTo>
                  <a:lnTo>
                    <a:pt x="5729165" y="905797"/>
                  </a:lnTo>
                  <a:lnTo>
                    <a:pt x="5729290" y="905797"/>
                  </a:lnTo>
                  <a:lnTo>
                    <a:pt x="5729415" y="905797"/>
                  </a:lnTo>
                  <a:lnTo>
                    <a:pt x="5729540" y="905797"/>
                  </a:lnTo>
                  <a:lnTo>
                    <a:pt x="5729665" y="905797"/>
                  </a:lnTo>
                  <a:lnTo>
                    <a:pt x="5729790" y="905797"/>
                  </a:lnTo>
                  <a:lnTo>
                    <a:pt x="5729915" y="905797"/>
                  </a:lnTo>
                  <a:lnTo>
                    <a:pt x="5729915" y="895844"/>
                  </a:lnTo>
                  <a:lnTo>
                    <a:pt x="5730040" y="895844"/>
                  </a:lnTo>
                  <a:lnTo>
                    <a:pt x="5730165" y="895844"/>
                  </a:lnTo>
                  <a:lnTo>
                    <a:pt x="5730290" y="895844"/>
                  </a:lnTo>
                  <a:lnTo>
                    <a:pt x="5730415" y="895844"/>
                  </a:lnTo>
                  <a:lnTo>
                    <a:pt x="5730540" y="895844"/>
                  </a:lnTo>
                  <a:lnTo>
                    <a:pt x="5730665" y="895844"/>
                  </a:lnTo>
                  <a:lnTo>
                    <a:pt x="5730790" y="895844"/>
                  </a:lnTo>
                  <a:lnTo>
                    <a:pt x="5730915" y="895844"/>
                  </a:lnTo>
                  <a:lnTo>
                    <a:pt x="5731040" y="895844"/>
                  </a:lnTo>
                  <a:lnTo>
                    <a:pt x="5731165" y="895844"/>
                  </a:lnTo>
                  <a:lnTo>
                    <a:pt x="5731290" y="895844"/>
                  </a:lnTo>
                  <a:lnTo>
                    <a:pt x="5731415" y="895844"/>
                  </a:lnTo>
                  <a:lnTo>
                    <a:pt x="5731541" y="895844"/>
                  </a:lnTo>
                  <a:lnTo>
                    <a:pt x="5731666" y="895844"/>
                  </a:lnTo>
                  <a:lnTo>
                    <a:pt x="5731791" y="895844"/>
                  </a:lnTo>
                  <a:lnTo>
                    <a:pt x="5731916" y="895844"/>
                  </a:lnTo>
                  <a:lnTo>
                    <a:pt x="5732041" y="895844"/>
                  </a:lnTo>
                  <a:lnTo>
                    <a:pt x="5732166" y="895844"/>
                  </a:lnTo>
                  <a:lnTo>
                    <a:pt x="5732291" y="895844"/>
                  </a:lnTo>
                  <a:lnTo>
                    <a:pt x="5732416" y="895844"/>
                  </a:lnTo>
                  <a:lnTo>
                    <a:pt x="5732541" y="895844"/>
                  </a:lnTo>
                  <a:lnTo>
                    <a:pt x="5732666" y="895844"/>
                  </a:lnTo>
                  <a:lnTo>
                    <a:pt x="5732791" y="895844"/>
                  </a:lnTo>
                  <a:lnTo>
                    <a:pt x="5732916" y="895844"/>
                  </a:lnTo>
                  <a:lnTo>
                    <a:pt x="5733041" y="895844"/>
                  </a:lnTo>
                  <a:lnTo>
                    <a:pt x="5733166" y="895844"/>
                  </a:lnTo>
                  <a:lnTo>
                    <a:pt x="5733291" y="895844"/>
                  </a:lnTo>
                  <a:lnTo>
                    <a:pt x="5733416" y="895844"/>
                  </a:lnTo>
                  <a:lnTo>
                    <a:pt x="5733541" y="895844"/>
                  </a:lnTo>
                  <a:lnTo>
                    <a:pt x="5733666" y="895844"/>
                  </a:lnTo>
                  <a:lnTo>
                    <a:pt x="5733791" y="895844"/>
                  </a:lnTo>
                  <a:lnTo>
                    <a:pt x="5733916" y="895844"/>
                  </a:lnTo>
                  <a:lnTo>
                    <a:pt x="5734041" y="895844"/>
                  </a:lnTo>
                  <a:lnTo>
                    <a:pt x="5734166" y="895844"/>
                  </a:lnTo>
                  <a:lnTo>
                    <a:pt x="5734291" y="895844"/>
                  </a:lnTo>
                  <a:lnTo>
                    <a:pt x="5734416" y="895844"/>
                  </a:lnTo>
                  <a:lnTo>
                    <a:pt x="5734542" y="895844"/>
                  </a:lnTo>
                  <a:lnTo>
                    <a:pt x="5734667" y="895844"/>
                  </a:lnTo>
                  <a:lnTo>
                    <a:pt x="5734792" y="895844"/>
                  </a:lnTo>
                  <a:lnTo>
                    <a:pt x="5734917" y="895844"/>
                  </a:lnTo>
                  <a:lnTo>
                    <a:pt x="5735042" y="895844"/>
                  </a:lnTo>
                  <a:lnTo>
                    <a:pt x="5735167" y="895844"/>
                  </a:lnTo>
                  <a:lnTo>
                    <a:pt x="5735292" y="895844"/>
                  </a:lnTo>
                  <a:lnTo>
                    <a:pt x="5735417" y="895844"/>
                  </a:lnTo>
                  <a:lnTo>
                    <a:pt x="5735542" y="895844"/>
                  </a:lnTo>
                  <a:lnTo>
                    <a:pt x="5735667" y="895844"/>
                  </a:lnTo>
                  <a:lnTo>
                    <a:pt x="5735792" y="895844"/>
                  </a:lnTo>
                  <a:lnTo>
                    <a:pt x="5735917" y="895844"/>
                  </a:lnTo>
                  <a:lnTo>
                    <a:pt x="5736042" y="895844"/>
                  </a:lnTo>
                  <a:lnTo>
                    <a:pt x="5736167" y="895844"/>
                  </a:lnTo>
                  <a:lnTo>
                    <a:pt x="5736292" y="895844"/>
                  </a:lnTo>
                  <a:lnTo>
                    <a:pt x="5736417" y="895844"/>
                  </a:lnTo>
                  <a:lnTo>
                    <a:pt x="5736542" y="895844"/>
                  </a:lnTo>
                  <a:lnTo>
                    <a:pt x="5736667" y="895844"/>
                  </a:lnTo>
                  <a:lnTo>
                    <a:pt x="5736792" y="895844"/>
                  </a:lnTo>
                  <a:lnTo>
                    <a:pt x="5736917" y="895844"/>
                  </a:lnTo>
                  <a:lnTo>
                    <a:pt x="5737042" y="895844"/>
                  </a:lnTo>
                  <a:lnTo>
                    <a:pt x="5737167" y="895844"/>
                  </a:lnTo>
                  <a:lnTo>
                    <a:pt x="5737292" y="895844"/>
                  </a:lnTo>
                  <a:lnTo>
                    <a:pt x="5737417" y="895844"/>
                  </a:lnTo>
                  <a:lnTo>
                    <a:pt x="5737543" y="895844"/>
                  </a:lnTo>
                  <a:lnTo>
                    <a:pt x="5737668" y="895844"/>
                  </a:lnTo>
                  <a:lnTo>
                    <a:pt x="5737793" y="895844"/>
                  </a:lnTo>
                  <a:lnTo>
                    <a:pt x="5737918" y="895844"/>
                  </a:lnTo>
                  <a:lnTo>
                    <a:pt x="5738043" y="895844"/>
                  </a:lnTo>
                  <a:lnTo>
                    <a:pt x="5738168" y="895844"/>
                  </a:lnTo>
                  <a:lnTo>
                    <a:pt x="5738293" y="895844"/>
                  </a:lnTo>
                  <a:lnTo>
                    <a:pt x="5738418" y="895844"/>
                  </a:lnTo>
                  <a:lnTo>
                    <a:pt x="5738543" y="895844"/>
                  </a:lnTo>
                  <a:lnTo>
                    <a:pt x="5738668" y="895844"/>
                  </a:lnTo>
                  <a:lnTo>
                    <a:pt x="5738793" y="895844"/>
                  </a:lnTo>
                  <a:lnTo>
                    <a:pt x="5738918" y="895844"/>
                  </a:lnTo>
                  <a:lnTo>
                    <a:pt x="5739043" y="895844"/>
                  </a:lnTo>
                  <a:lnTo>
                    <a:pt x="5739168" y="895844"/>
                  </a:lnTo>
                  <a:lnTo>
                    <a:pt x="5739293" y="895844"/>
                  </a:lnTo>
                  <a:lnTo>
                    <a:pt x="5739418" y="895844"/>
                  </a:lnTo>
                  <a:lnTo>
                    <a:pt x="5739543" y="895844"/>
                  </a:lnTo>
                  <a:lnTo>
                    <a:pt x="5739668" y="895844"/>
                  </a:lnTo>
                  <a:lnTo>
                    <a:pt x="5739793" y="895844"/>
                  </a:lnTo>
                  <a:lnTo>
                    <a:pt x="5739918" y="895844"/>
                  </a:lnTo>
                  <a:lnTo>
                    <a:pt x="5740043" y="895844"/>
                  </a:lnTo>
                  <a:lnTo>
                    <a:pt x="5740168" y="895844"/>
                  </a:lnTo>
                  <a:lnTo>
                    <a:pt x="5740293" y="895844"/>
                  </a:lnTo>
                  <a:lnTo>
                    <a:pt x="5740418" y="895844"/>
                  </a:lnTo>
                  <a:lnTo>
                    <a:pt x="5740544" y="895844"/>
                  </a:lnTo>
                  <a:lnTo>
                    <a:pt x="5740669" y="895844"/>
                  </a:lnTo>
                  <a:lnTo>
                    <a:pt x="5740794" y="895844"/>
                  </a:lnTo>
                  <a:lnTo>
                    <a:pt x="5740919" y="895844"/>
                  </a:lnTo>
                  <a:lnTo>
                    <a:pt x="5741044" y="895844"/>
                  </a:lnTo>
                  <a:lnTo>
                    <a:pt x="5741169" y="895844"/>
                  </a:lnTo>
                  <a:lnTo>
                    <a:pt x="5741294" y="895844"/>
                  </a:lnTo>
                  <a:lnTo>
                    <a:pt x="5741419" y="895844"/>
                  </a:lnTo>
                  <a:lnTo>
                    <a:pt x="5741544" y="895844"/>
                  </a:lnTo>
                  <a:lnTo>
                    <a:pt x="5741669" y="895844"/>
                  </a:lnTo>
                  <a:lnTo>
                    <a:pt x="5741794" y="895844"/>
                  </a:lnTo>
                  <a:lnTo>
                    <a:pt x="5741919" y="895844"/>
                  </a:lnTo>
                  <a:lnTo>
                    <a:pt x="5742044" y="895844"/>
                  </a:lnTo>
                  <a:lnTo>
                    <a:pt x="5742169" y="895844"/>
                  </a:lnTo>
                  <a:lnTo>
                    <a:pt x="5742294" y="895844"/>
                  </a:lnTo>
                  <a:lnTo>
                    <a:pt x="5742419" y="895844"/>
                  </a:lnTo>
                  <a:lnTo>
                    <a:pt x="5742544" y="895844"/>
                  </a:lnTo>
                  <a:lnTo>
                    <a:pt x="5742669" y="895844"/>
                  </a:lnTo>
                  <a:lnTo>
                    <a:pt x="5742794" y="895844"/>
                  </a:lnTo>
                  <a:lnTo>
                    <a:pt x="5742919" y="895844"/>
                  </a:lnTo>
                  <a:lnTo>
                    <a:pt x="5743044" y="895844"/>
                  </a:lnTo>
                  <a:lnTo>
                    <a:pt x="5743169" y="895844"/>
                  </a:lnTo>
                  <a:lnTo>
                    <a:pt x="5743294" y="895844"/>
                  </a:lnTo>
                  <a:lnTo>
                    <a:pt x="5743420" y="895844"/>
                  </a:lnTo>
                  <a:lnTo>
                    <a:pt x="5743545" y="895844"/>
                  </a:lnTo>
                  <a:lnTo>
                    <a:pt x="5743670" y="895844"/>
                  </a:lnTo>
                  <a:lnTo>
                    <a:pt x="5743795" y="895844"/>
                  </a:lnTo>
                  <a:lnTo>
                    <a:pt x="5743920" y="895844"/>
                  </a:lnTo>
                  <a:lnTo>
                    <a:pt x="5744045" y="895844"/>
                  </a:lnTo>
                  <a:lnTo>
                    <a:pt x="5744170" y="895844"/>
                  </a:lnTo>
                  <a:lnTo>
                    <a:pt x="5744295" y="895844"/>
                  </a:lnTo>
                  <a:lnTo>
                    <a:pt x="5744420" y="895844"/>
                  </a:lnTo>
                  <a:lnTo>
                    <a:pt x="5744545" y="895844"/>
                  </a:lnTo>
                  <a:lnTo>
                    <a:pt x="5744670" y="895844"/>
                  </a:lnTo>
                  <a:lnTo>
                    <a:pt x="5744795" y="895844"/>
                  </a:lnTo>
                  <a:lnTo>
                    <a:pt x="5744920" y="895844"/>
                  </a:lnTo>
                  <a:lnTo>
                    <a:pt x="5745045" y="895844"/>
                  </a:lnTo>
                  <a:lnTo>
                    <a:pt x="5745170" y="895844"/>
                  </a:lnTo>
                  <a:lnTo>
                    <a:pt x="5745295" y="895844"/>
                  </a:lnTo>
                  <a:lnTo>
                    <a:pt x="5745420" y="895844"/>
                  </a:lnTo>
                  <a:lnTo>
                    <a:pt x="5745545" y="895844"/>
                  </a:lnTo>
                  <a:lnTo>
                    <a:pt x="5745670" y="895844"/>
                  </a:lnTo>
                  <a:lnTo>
                    <a:pt x="5745795" y="895844"/>
                  </a:lnTo>
                  <a:lnTo>
                    <a:pt x="5745920" y="895844"/>
                  </a:lnTo>
                  <a:lnTo>
                    <a:pt x="5746045" y="895844"/>
                  </a:lnTo>
                  <a:lnTo>
                    <a:pt x="5746170" y="895844"/>
                  </a:lnTo>
                  <a:lnTo>
                    <a:pt x="5746295" y="895844"/>
                  </a:lnTo>
                  <a:lnTo>
                    <a:pt x="5746421" y="895844"/>
                  </a:lnTo>
                  <a:lnTo>
                    <a:pt x="5746546" y="895844"/>
                  </a:lnTo>
                  <a:lnTo>
                    <a:pt x="5746546" y="885890"/>
                  </a:lnTo>
                  <a:lnTo>
                    <a:pt x="5746671" y="885890"/>
                  </a:lnTo>
                  <a:lnTo>
                    <a:pt x="5746796" y="885890"/>
                  </a:lnTo>
                  <a:lnTo>
                    <a:pt x="5746921" y="885890"/>
                  </a:lnTo>
                  <a:lnTo>
                    <a:pt x="5747046" y="885890"/>
                  </a:lnTo>
                  <a:lnTo>
                    <a:pt x="5747171" y="885890"/>
                  </a:lnTo>
                  <a:lnTo>
                    <a:pt x="5747296" y="885890"/>
                  </a:lnTo>
                  <a:lnTo>
                    <a:pt x="5747421" y="885890"/>
                  </a:lnTo>
                  <a:lnTo>
                    <a:pt x="5747546" y="885890"/>
                  </a:lnTo>
                  <a:lnTo>
                    <a:pt x="5747671" y="885890"/>
                  </a:lnTo>
                  <a:lnTo>
                    <a:pt x="5747796" y="885890"/>
                  </a:lnTo>
                  <a:lnTo>
                    <a:pt x="5747921" y="885890"/>
                  </a:lnTo>
                  <a:lnTo>
                    <a:pt x="5748046" y="885890"/>
                  </a:lnTo>
                  <a:lnTo>
                    <a:pt x="5748171" y="885890"/>
                  </a:lnTo>
                  <a:lnTo>
                    <a:pt x="5748296" y="885890"/>
                  </a:lnTo>
                  <a:lnTo>
                    <a:pt x="5748421" y="885890"/>
                  </a:lnTo>
                  <a:lnTo>
                    <a:pt x="5748546" y="885890"/>
                  </a:lnTo>
                  <a:lnTo>
                    <a:pt x="5748671" y="885890"/>
                  </a:lnTo>
                  <a:lnTo>
                    <a:pt x="5748796" y="885890"/>
                  </a:lnTo>
                  <a:lnTo>
                    <a:pt x="5748921" y="885890"/>
                  </a:lnTo>
                  <a:lnTo>
                    <a:pt x="5749046" y="885890"/>
                  </a:lnTo>
                  <a:lnTo>
                    <a:pt x="5749171" y="885890"/>
                  </a:lnTo>
                  <a:lnTo>
                    <a:pt x="5749296" y="885890"/>
                  </a:lnTo>
                  <a:lnTo>
                    <a:pt x="5749422" y="885890"/>
                  </a:lnTo>
                  <a:lnTo>
                    <a:pt x="5749547" y="885890"/>
                  </a:lnTo>
                  <a:lnTo>
                    <a:pt x="5749672" y="885890"/>
                  </a:lnTo>
                  <a:lnTo>
                    <a:pt x="5749797" y="885890"/>
                  </a:lnTo>
                  <a:lnTo>
                    <a:pt x="5749922" y="885890"/>
                  </a:lnTo>
                  <a:lnTo>
                    <a:pt x="5750047" y="885890"/>
                  </a:lnTo>
                  <a:lnTo>
                    <a:pt x="5750172" y="885890"/>
                  </a:lnTo>
                  <a:lnTo>
                    <a:pt x="5750297" y="885890"/>
                  </a:lnTo>
                  <a:lnTo>
                    <a:pt x="5750422" y="885890"/>
                  </a:lnTo>
                  <a:lnTo>
                    <a:pt x="5750547" y="885890"/>
                  </a:lnTo>
                  <a:lnTo>
                    <a:pt x="5750672" y="885890"/>
                  </a:lnTo>
                  <a:lnTo>
                    <a:pt x="5750797" y="885890"/>
                  </a:lnTo>
                  <a:lnTo>
                    <a:pt x="5750922" y="885890"/>
                  </a:lnTo>
                  <a:lnTo>
                    <a:pt x="5751047" y="885890"/>
                  </a:lnTo>
                  <a:lnTo>
                    <a:pt x="5751172" y="885890"/>
                  </a:lnTo>
                  <a:lnTo>
                    <a:pt x="5751297" y="885890"/>
                  </a:lnTo>
                  <a:lnTo>
                    <a:pt x="5751422" y="885890"/>
                  </a:lnTo>
                  <a:lnTo>
                    <a:pt x="5751547" y="885890"/>
                  </a:lnTo>
                  <a:lnTo>
                    <a:pt x="5751672" y="885890"/>
                  </a:lnTo>
                  <a:lnTo>
                    <a:pt x="5751797" y="885890"/>
                  </a:lnTo>
                  <a:lnTo>
                    <a:pt x="5751922" y="885890"/>
                  </a:lnTo>
                  <a:lnTo>
                    <a:pt x="5752047" y="885890"/>
                  </a:lnTo>
                  <a:lnTo>
                    <a:pt x="5752172" y="885890"/>
                  </a:lnTo>
                  <a:lnTo>
                    <a:pt x="5752297" y="885890"/>
                  </a:lnTo>
                  <a:lnTo>
                    <a:pt x="5752423" y="885890"/>
                  </a:lnTo>
                  <a:lnTo>
                    <a:pt x="5752548" y="885890"/>
                  </a:lnTo>
                  <a:lnTo>
                    <a:pt x="5752548" y="875936"/>
                  </a:lnTo>
                  <a:lnTo>
                    <a:pt x="5752673" y="875936"/>
                  </a:lnTo>
                  <a:lnTo>
                    <a:pt x="5752798" y="875936"/>
                  </a:lnTo>
                  <a:lnTo>
                    <a:pt x="5752923" y="875936"/>
                  </a:lnTo>
                  <a:lnTo>
                    <a:pt x="5753048" y="875936"/>
                  </a:lnTo>
                  <a:lnTo>
                    <a:pt x="5753173" y="875936"/>
                  </a:lnTo>
                  <a:lnTo>
                    <a:pt x="5753298" y="875936"/>
                  </a:lnTo>
                  <a:lnTo>
                    <a:pt x="5753423" y="875936"/>
                  </a:lnTo>
                  <a:lnTo>
                    <a:pt x="5753548" y="875936"/>
                  </a:lnTo>
                  <a:lnTo>
                    <a:pt x="5753673" y="875936"/>
                  </a:lnTo>
                  <a:lnTo>
                    <a:pt x="5753798" y="875936"/>
                  </a:lnTo>
                  <a:lnTo>
                    <a:pt x="5753923" y="875936"/>
                  </a:lnTo>
                  <a:lnTo>
                    <a:pt x="5754048" y="875936"/>
                  </a:lnTo>
                  <a:lnTo>
                    <a:pt x="5754173" y="875936"/>
                  </a:lnTo>
                  <a:lnTo>
                    <a:pt x="5754298" y="875936"/>
                  </a:lnTo>
                  <a:lnTo>
                    <a:pt x="5754423" y="875936"/>
                  </a:lnTo>
                  <a:lnTo>
                    <a:pt x="5754548" y="875936"/>
                  </a:lnTo>
                  <a:lnTo>
                    <a:pt x="5754673" y="875936"/>
                  </a:lnTo>
                  <a:lnTo>
                    <a:pt x="5754798" y="875936"/>
                  </a:lnTo>
                  <a:lnTo>
                    <a:pt x="5754923" y="875936"/>
                  </a:lnTo>
                  <a:lnTo>
                    <a:pt x="5755048" y="875936"/>
                  </a:lnTo>
                  <a:lnTo>
                    <a:pt x="5755173" y="875936"/>
                  </a:lnTo>
                  <a:lnTo>
                    <a:pt x="5755298" y="875936"/>
                  </a:lnTo>
                  <a:lnTo>
                    <a:pt x="5755424" y="875936"/>
                  </a:lnTo>
                  <a:lnTo>
                    <a:pt x="5755549" y="875936"/>
                  </a:lnTo>
                  <a:lnTo>
                    <a:pt x="5755674" y="875936"/>
                  </a:lnTo>
                  <a:lnTo>
                    <a:pt x="5755799" y="875936"/>
                  </a:lnTo>
                  <a:lnTo>
                    <a:pt x="5755924" y="875936"/>
                  </a:lnTo>
                  <a:lnTo>
                    <a:pt x="5756049" y="875936"/>
                  </a:lnTo>
                  <a:lnTo>
                    <a:pt x="5756174" y="875936"/>
                  </a:lnTo>
                  <a:lnTo>
                    <a:pt x="5756299" y="875936"/>
                  </a:lnTo>
                  <a:lnTo>
                    <a:pt x="5756424" y="875936"/>
                  </a:lnTo>
                  <a:lnTo>
                    <a:pt x="5756549" y="875936"/>
                  </a:lnTo>
                  <a:lnTo>
                    <a:pt x="5756674" y="875936"/>
                  </a:lnTo>
                  <a:lnTo>
                    <a:pt x="5756799" y="875936"/>
                  </a:lnTo>
                  <a:lnTo>
                    <a:pt x="5756924" y="875936"/>
                  </a:lnTo>
                  <a:lnTo>
                    <a:pt x="5757049" y="875936"/>
                  </a:lnTo>
                  <a:lnTo>
                    <a:pt x="5757174" y="875936"/>
                  </a:lnTo>
                  <a:lnTo>
                    <a:pt x="5757299" y="875936"/>
                  </a:lnTo>
                  <a:lnTo>
                    <a:pt x="5757424" y="875936"/>
                  </a:lnTo>
                  <a:lnTo>
                    <a:pt x="5757549" y="875936"/>
                  </a:lnTo>
                  <a:lnTo>
                    <a:pt x="5757674" y="875936"/>
                  </a:lnTo>
                  <a:lnTo>
                    <a:pt x="5757674" y="865982"/>
                  </a:lnTo>
                  <a:lnTo>
                    <a:pt x="5757799" y="865982"/>
                  </a:lnTo>
                  <a:lnTo>
                    <a:pt x="5757924" y="865982"/>
                  </a:lnTo>
                  <a:lnTo>
                    <a:pt x="5758049" y="865982"/>
                  </a:lnTo>
                  <a:lnTo>
                    <a:pt x="5758174" y="865982"/>
                  </a:lnTo>
                  <a:lnTo>
                    <a:pt x="5758299" y="865982"/>
                  </a:lnTo>
                  <a:lnTo>
                    <a:pt x="5758425" y="865982"/>
                  </a:lnTo>
                  <a:lnTo>
                    <a:pt x="5758550" y="865982"/>
                  </a:lnTo>
                  <a:lnTo>
                    <a:pt x="5758675" y="865982"/>
                  </a:lnTo>
                  <a:lnTo>
                    <a:pt x="5758800" y="865982"/>
                  </a:lnTo>
                  <a:lnTo>
                    <a:pt x="5758925" y="865982"/>
                  </a:lnTo>
                  <a:lnTo>
                    <a:pt x="5759050" y="865982"/>
                  </a:lnTo>
                  <a:lnTo>
                    <a:pt x="5759175" y="865982"/>
                  </a:lnTo>
                  <a:lnTo>
                    <a:pt x="5759300" y="865982"/>
                  </a:lnTo>
                  <a:lnTo>
                    <a:pt x="5759425" y="865982"/>
                  </a:lnTo>
                  <a:lnTo>
                    <a:pt x="5759550" y="865982"/>
                  </a:lnTo>
                  <a:lnTo>
                    <a:pt x="5759675" y="865982"/>
                  </a:lnTo>
                  <a:lnTo>
                    <a:pt x="5759800" y="865982"/>
                  </a:lnTo>
                  <a:lnTo>
                    <a:pt x="5759925" y="865982"/>
                  </a:lnTo>
                  <a:lnTo>
                    <a:pt x="5760050" y="865982"/>
                  </a:lnTo>
                  <a:lnTo>
                    <a:pt x="5760175" y="865982"/>
                  </a:lnTo>
                  <a:lnTo>
                    <a:pt x="5760300" y="865982"/>
                  </a:lnTo>
                  <a:lnTo>
                    <a:pt x="5760425" y="865982"/>
                  </a:lnTo>
                  <a:lnTo>
                    <a:pt x="5760550" y="865982"/>
                  </a:lnTo>
                  <a:lnTo>
                    <a:pt x="5760675" y="865982"/>
                  </a:lnTo>
                  <a:lnTo>
                    <a:pt x="5760800" y="865982"/>
                  </a:lnTo>
                  <a:lnTo>
                    <a:pt x="5760925" y="865982"/>
                  </a:lnTo>
                  <a:lnTo>
                    <a:pt x="5761050" y="865982"/>
                  </a:lnTo>
                  <a:lnTo>
                    <a:pt x="5761175" y="865982"/>
                  </a:lnTo>
                  <a:lnTo>
                    <a:pt x="5761300" y="865982"/>
                  </a:lnTo>
                  <a:lnTo>
                    <a:pt x="5761426" y="865982"/>
                  </a:lnTo>
                  <a:lnTo>
                    <a:pt x="5761551" y="865982"/>
                  </a:lnTo>
                  <a:lnTo>
                    <a:pt x="5761676" y="865982"/>
                  </a:lnTo>
                  <a:lnTo>
                    <a:pt x="5761801" y="865982"/>
                  </a:lnTo>
                  <a:lnTo>
                    <a:pt x="5761926" y="865982"/>
                  </a:lnTo>
                  <a:lnTo>
                    <a:pt x="5762051" y="865982"/>
                  </a:lnTo>
                  <a:lnTo>
                    <a:pt x="5762176" y="865982"/>
                  </a:lnTo>
                  <a:lnTo>
                    <a:pt x="5762301" y="865982"/>
                  </a:lnTo>
                  <a:lnTo>
                    <a:pt x="5762426" y="865982"/>
                  </a:lnTo>
                  <a:lnTo>
                    <a:pt x="5762551" y="865982"/>
                  </a:lnTo>
                  <a:lnTo>
                    <a:pt x="5762676" y="865982"/>
                  </a:lnTo>
                  <a:lnTo>
                    <a:pt x="5762801" y="865982"/>
                  </a:lnTo>
                  <a:lnTo>
                    <a:pt x="5762926" y="865982"/>
                  </a:lnTo>
                  <a:lnTo>
                    <a:pt x="5763051" y="865982"/>
                  </a:lnTo>
                  <a:lnTo>
                    <a:pt x="5763176" y="865982"/>
                  </a:lnTo>
                  <a:lnTo>
                    <a:pt x="5763301" y="865982"/>
                  </a:lnTo>
                  <a:lnTo>
                    <a:pt x="5763426" y="865982"/>
                  </a:lnTo>
                  <a:lnTo>
                    <a:pt x="5763551" y="865982"/>
                  </a:lnTo>
                  <a:lnTo>
                    <a:pt x="5763676" y="865982"/>
                  </a:lnTo>
                  <a:lnTo>
                    <a:pt x="5763801" y="865982"/>
                  </a:lnTo>
                  <a:lnTo>
                    <a:pt x="5763926" y="865982"/>
                  </a:lnTo>
                  <a:lnTo>
                    <a:pt x="5764051" y="865982"/>
                  </a:lnTo>
                  <a:lnTo>
                    <a:pt x="5764176" y="865982"/>
                  </a:lnTo>
                  <a:lnTo>
                    <a:pt x="5764301" y="865982"/>
                  </a:lnTo>
                  <a:lnTo>
                    <a:pt x="5764427" y="865982"/>
                  </a:lnTo>
                  <a:lnTo>
                    <a:pt x="5764552" y="865982"/>
                  </a:lnTo>
                  <a:lnTo>
                    <a:pt x="5764677" y="865982"/>
                  </a:lnTo>
                  <a:lnTo>
                    <a:pt x="5764802" y="865982"/>
                  </a:lnTo>
                  <a:lnTo>
                    <a:pt x="5764927" y="865982"/>
                  </a:lnTo>
                  <a:lnTo>
                    <a:pt x="5765052" y="865982"/>
                  </a:lnTo>
                  <a:lnTo>
                    <a:pt x="5765177" y="865982"/>
                  </a:lnTo>
                  <a:lnTo>
                    <a:pt x="5765302" y="865982"/>
                  </a:lnTo>
                  <a:lnTo>
                    <a:pt x="5765427" y="865982"/>
                  </a:lnTo>
                  <a:lnTo>
                    <a:pt x="5765552" y="865982"/>
                  </a:lnTo>
                  <a:lnTo>
                    <a:pt x="5765677" y="865982"/>
                  </a:lnTo>
                  <a:lnTo>
                    <a:pt x="5765802" y="865982"/>
                  </a:lnTo>
                  <a:lnTo>
                    <a:pt x="5765927" y="865982"/>
                  </a:lnTo>
                  <a:lnTo>
                    <a:pt x="5766052" y="865982"/>
                  </a:lnTo>
                  <a:lnTo>
                    <a:pt x="5766177" y="865982"/>
                  </a:lnTo>
                  <a:lnTo>
                    <a:pt x="5766302" y="865982"/>
                  </a:lnTo>
                  <a:lnTo>
                    <a:pt x="5766427" y="865982"/>
                  </a:lnTo>
                  <a:lnTo>
                    <a:pt x="5766552" y="865982"/>
                  </a:lnTo>
                  <a:lnTo>
                    <a:pt x="5766677" y="865982"/>
                  </a:lnTo>
                  <a:lnTo>
                    <a:pt x="5766802" y="865982"/>
                  </a:lnTo>
                  <a:lnTo>
                    <a:pt x="5766927" y="865982"/>
                  </a:lnTo>
                  <a:lnTo>
                    <a:pt x="5767052" y="865982"/>
                  </a:lnTo>
                  <a:lnTo>
                    <a:pt x="5767177" y="865982"/>
                  </a:lnTo>
                  <a:lnTo>
                    <a:pt x="5767302" y="865982"/>
                  </a:lnTo>
                  <a:lnTo>
                    <a:pt x="5767428" y="865982"/>
                  </a:lnTo>
                  <a:lnTo>
                    <a:pt x="5767553" y="865982"/>
                  </a:lnTo>
                  <a:lnTo>
                    <a:pt x="5767678" y="865982"/>
                  </a:lnTo>
                  <a:lnTo>
                    <a:pt x="5767803" y="865982"/>
                  </a:lnTo>
                  <a:lnTo>
                    <a:pt x="5767928" y="865982"/>
                  </a:lnTo>
                  <a:lnTo>
                    <a:pt x="5768053" y="865982"/>
                  </a:lnTo>
                  <a:lnTo>
                    <a:pt x="5768178" y="865982"/>
                  </a:lnTo>
                  <a:lnTo>
                    <a:pt x="5768303" y="865982"/>
                  </a:lnTo>
                  <a:lnTo>
                    <a:pt x="5768428" y="865982"/>
                  </a:lnTo>
                  <a:lnTo>
                    <a:pt x="5768553" y="865982"/>
                  </a:lnTo>
                  <a:lnTo>
                    <a:pt x="5768678" y="865982"/>
                  </a:lnTo>
                  <a:lnTo>
                    <a:pt x="5768803" y="865982"/>
                  </a:lnTo>
                  <a:lnTo>
                    <a:pt x="5768928" y="865982"/>
                  </a:lnTo>
                  <a:lnTo>
                    <a:pt x="5769053" y="865982"/>
                  </a:lnTo>
                  <a:lnTo>
                    <a:pt x="5769178" y="865982"/>
                  </a:lnTo>
                  <a:lnTo>
                    <a:pt x="5769303" y="865982"/>
                  </a:lnTo>
                  <a:lnTo>
                    <a:pt x="5769428" y="865982"/>
                  </a:lnTo>
                  <a:lnTo>
                    <a:pt x="5769553" y="865982"/>
                  </a:lnTo>
                  <a:lnTo>
                    <a:pt x="5769678" y="865982"/>
                  </a:lnTo>
                  <a:lnTo>
                    <a:pt x="5769803" y="865982"/>
                  </a:lnTo>
                  <a:lnTo>
                    <a:pt x="5769928" y="865982"/>
                  </a:lnTo>
                  <a:lnTo>
                    <a:pt x="5770053" y="865982"/>
                  </a:lnTo>
                  <a:lnTo>
                    <a:pt x="5770178" y="865982"/>
                  </a:lnTo>
                  <a:lnTo>
                    <a:pt x="5770303" y="865982"/>
                  </a:lnTo>
                  <a:lnTo>
                    <a:pt x="5770429" y="865982"/>
                  </a:lnTo>
                  <a:lnTo>
                    <a:pt x="5770554" y="865982"/>
                  </a:lnTo>
                  <a:lnTo>
                    <a:pt x="5770679" y="865982"/>
                  </a:lnTo>
                  <a:lnTo>
                    <a:pt x="5770804" y="865982"/>
                  </a:lnTo>
                  <a:lnTo>
                    <a:pt x="5770929" y="865982"/>
                  </a:lnTo>
                  <a:lnTo>
                    <a:pt x="5771054" y="865982"/>
                  </a:lnTo>
                  <a:lnTo>
                    <a:pt x="5771179" y="865982"/>
                  </a:lnTo>
                  <a:lnTo>
                    <a:pt x="5771304" y="865982"/>
                  </a:lnTo>
                  <a:lnTo>
                    <a:pt x="5771429" y="865982"/>
                  </a:lnTo>
                  <a:lnTo>
                    <a:pt x="5771554" y="865982"/>
                  </a:lnTo>
                  <a:lnTo>
                    <a:pt x="5771679" y="865982"/>
                  </a:lnTo>
                  <a:lnTo>
                    <a:pt x="5771804" y="865982"/>
                  </a:lnTo>
                  <a:lnTo>
                    <a:pt x="5771929" y="865982"/>
                  </a:lnTo>
                  <a:lnTo>
                    <a:pt x="5772054" y="865982"/>
                  </a:lnTo>
                  <a:lnTo>
                    <a:pt x="5772179" y="865982"/>
                  </a:lnTo>
                  <a:lnTo>
                    <a:pt x="5772304" y="865982"/>
                  </a:lnTo>
                  <a:lnTo>
                    <a:pt x="5772429" y="865982"/>
                  </a:lnTo>
                  <a:lnTo>
                    <a:pt x="5772554" y="865982"/>
                  </a:lnTo>
                  <a:lnTo>
                    <a:pt x="5772679" y="865982"/>
                  </a:lnTo>
                  <a:lnTo>
                    <a:pt x="5772804" y="865982"/>
                  </a:lnTo>
                  <a:lnTo>
                    <a:pt x="5772929" y="865982"/>
                  </a:lnTo>
                  <a:lnTo>
                    <a:pt x="5773054" y="865982"/>
                  </a:lnTo>
                  <a:lnTo>
                    <a:pt x="5773179" y="865982"/>
                  </a:lnTo>
                  <a:lnTo>
                    <a:pt x="5773304" y="865982"/>
                  </a:lnTo>
                  <a:lnTo>
                    <a:pt x="5773430" y="865982"/>
                  </a:lnTo>
                  <a:lnTo>
                    <a:pt x="5773555" y="865982"/>
                  </a:lnTo>
                  <a:lnTo>
                    <a:pt x="5773680" y="865982"/>
                  </a:lnTo>
                  <a:lnTo>
                    <a:pt x="5773805" y="865982"/>
                  </a:lnTo>
                  <a:lnTo>
                    <a:pt x="5773930" y="865982"/>
                  </a:lnTo>
                  <a:lnTo>
                    <a:pt x="5774055" y="865982"/>
                  </a:lnTo>
                  <a:lnTo>
                    <a:pt x="5774180" y="865982"/>
                  </a:lnTo>
                  <a:lnTo>
                    <a:pt x="5774305" y="865982"/>
                  </a:lnTo>
                  <a:lnTo>
                    <a:pt x="5774430" y="865982"/>
                  </a:lnTo>
                  <a:lnTo>
                    <a:pt x="5774555" y="865982"/>
                  </a:lnTo>
                  <a:lnTo>
                    <a:pt x="5774680" y="865982"/>
                  </a:lnTo>
                  <a:lnTo>
                    <a:pt x="5774805" y="865982"/>
                  </a:lnTo>
                  <a:lnTo>
                    <a:pt x="5774930" y="865982"/>
                  </a:lnTo>
                  <a:lnTo>
                    <a:pt x="5775055" y="865982"/>
                  </a:lnTo>
                  <a:lnTo>
                    <a:pt x="5775180" y="865982"/>
                  </a:lnTo>
                  <a:lnTo>
                    <a:pt x="5775305" y="865982"/>
                  </a:lnTo>
                  <a:lnTo>
                    <a:pt x="5775430" y="865982"/>
                  </a:lnTo>
                  <a:lnTo>
                    <a:pt x="5775555" y="865982"/>
                  </a:lnTo>
                  <a:lnTo>
                    <a:pt x="5775680" y="865982"/>
                  </a:lnTo>
                  <a:lnTo>
                    <a:pt x="5775805" y="865982"/>
                  </a:lnTo>
                  <a:lnTo>
                    <a:pt x="5775930" y="865982"/>
                  </a:lnTo>
                  <a:lnTo>
                    <a:pt x="5776055" y="865982"/>
                  </a:lnTo>
                  <a:lnTo>
                    <a:pt x="5776180" y="865982"/>
                  </a:lnTo>
                  <a:lnTo>
                    <a:pt x="5776305" y="865982"/>
                  </a:lnTo>
                  <a:lnTo>
                    <a:pt x="5776431" y="865982"/>
                  </a:lnTo>
                  <a:lnTo>
                    <a:pt x="5776556" y="865982"/>
                  </a:lnTo>
                  <a:lnTo>
                    <a:pt x="5776681" y="865982"/>
                  </a:lnTo>
                  <a:lnTo>
                    <a:pt x="5776806" y="865982"/>
                  </a:lnTo>
                  <a:lnTo>
                    <a:pt x="5776931" y="865982"/>
                  </a:lnTo>
                  <a:lnTo>
                    <a:pt x="5777056" y="865982"/>
                  </a:lnTo>
                  <a:lnTo>
                    <a:pt x="5777181" y="865982"/>
                  </a:lnTo>
                  <a:lnTo>
                    <a:pt x="5777306" y="865982"/>
                  </a:lnTo>
                  <a:lnTo>
                    <a:pt x="5777431" y="865982"/>
                  </a:lnTo>
                  <a:lnTo>
                    <a:pt x="5777556" y="865982"/>
                  </a:lnTo>
                  <a:lnTo>
                    <a:pt x="5777681" y="865982"/>
                  </a:lnTo>
                  <a:lnTo>
                    <a:pt x="5777806" y="865982"/>
                  </a:lnTo>
                  <a:lnTo>
                    <a:pt x="5777931" y="865982"/>
                  </a:lnTo>
                  <a:lnTo>
                    <a:pt x="5778056" y="865982"/>
                  </a:lnTo>
                  <a:lnTo>
                    <a:pt x="5778181" y="865982"/>
                  </a:lnTo>
                  <a:lnTo>
                    <a:pt x="5778306" y="865982"/>
                  </a:lnTo>
                  <a:lnTo>
                    <a:pt x="5778431" y="865982"/>
                  </a:lnTo>
                  <a:lnTo>
                    <a:pt x="5778556" y="865982"/>
                  </a:lnTo>
                  <a:lnTo>
                    <a:pt x="5778681" y="865982"/>
                  </a:lnTo>
                  <a:lnTo>
                    <a:pt x="5778806" y="865982"/>
                  </a:lnTo>
                  <a:lnTo>
                    <a:pt x="5778931" y="865982"/>
                  </a:lnTo>
                  <a:lnTo>
                    <a:pt x="5779056" y="865982"/>
                  </a:lnTo>
                  <a:lnTo>
                    <a:pt x="5779181" y="865982"/>
                  </a:lnTo>
                  <a:lnTo>
                    <a:pt x="5779306" y="865982"/>
                  </a:lnTo>
                  <a:lnTo>
                    <a:pt x="5779432" y="865982"/>
                  </a:lnTo>
                  <a:lnTo>
                    <a:pt x="5779557" y="865982"/>
                  </a:lnTo>
                  <a:lnTo>
                    <a:pt x="5779682" y="865982"/>
                  </a:lnTo>
                  <a:lnTo>
                    <a:pt x="5779807" y="865982"/>
                  </a:lnTo>
                  <a:lnTo>
                    <a:pt x="5779932" y="865982"/>
                  </a:lnTo>
                  <a:lnTo>
                    <a:pt x="5780057" y="865982"/>
                  </a:lnTo>
                  <a:lnTo>
                    <a:pt x="5780182" y="865982"/>
                  </a:lnTo>
                  <a:lnTo>
                    <a:pt x="5780307" y="865982"/>
                  </a:lnTo>
                  <a:lnTo>
                    <a:pt x="5780432" y="865982"/>
                  </a:lnTo>
                  <a:lnTo>
                    <a:pt x="5780557" y="865982"/>
                  </a:lnTo>
                  <a:lnTo>
                    <a:pt x="5780682" y="865982"/>
                  </a:lnTo>
                  <a:lnTo>
                    <a:pt x="5780807" y="865982"/>
                  </a:lnTo>
                  <a:lnTo>
                    <a:pt x="5780932" y="865982"/>
                  </a:lnTo>
                  <a:lnTo>
                    <a:pt x="5781057" y="865982"/>
                  </a:lnTo>
                  <a:lnTo>
                    <a:pt x="5781182" y="865982"/>
                  </a:lnTo>
                  <a:lnTo>
                    <a:pt x="5781307" y="865982"/>
                  </a:lnTo>
                  <a:lnTo>
                    <a:pt x="5781432" y="865982"/>
                  </a:lnTo>
                  <a:lnTo>
                    <a:pt x="5781557" y="865982"/>
                  </a:lnTo>
                  <a:lnTo>
                    <a:pt x="5781682" y="865982"/>
                  </a:lnTo>
                  <a:lnTo>
                    <a:pt x="5781807" y="865982"/>
                  </a:lnTo>
                  <a:lnTo>
                    <a:pt x="5781932" y="865982"/>
                  </a:lnTo>
                  <a:lnTo>
                    <a:pt x="5782057" y="865982"/>
                  </a:lnTo>
                  <a:lnTo>
                    <a:pt x="5782182" y="865982"/>
                  </a:lnTo>
                  <a:lnTo>
                    <a:pt x="5782308" y="865982"/>
                  </a:lnTo>
                  <a:lnTo>
                    <a:pt x="5782433" y="865982"/>
                  </a:lnTo>
                  <a:lnTo>
                    <a:pt x="5782558" y="865982"/>
                  </a:lnTo>
                  <a:lnTo>
                    <a:pt x="5782683" y="865982"/>
                  </a:lnTo>
                  <a:lnTo>
                    <a:pt x="5782808" y="865982"/>
                  </a:lnTo>
                  <a:lnTo>
                    <a:pt x="5782933" y="865982"/>
                  </a:lnTo>
                  <a:lnTo>
                    <a:pt x="5783058" y="865982"/>
                  </a:lnTo>
                  <a:lnTo>
                    <a:pt x="5783183" y="865982"/>
                  </a:lnTo>
                  <a:lnTo>
                    <a:pt x="5783308" y="865982"/>
                  </a:lnTo>
                  <a:lnTo>
                    <a:pt x="5783433" y="865982"/>
                  </a:lnTo>
                  <a:lnTo>
                    <a:pt x="5783558" y="865982"/>
                  </a:lnTo>
                  <a:lnTo>
                    <a:pt x="5783683" y="865982"/>
                  </a:lnTo>
                  <a:lnTo>
                    <a:pt x="5783808" y="865982"/>
                  </a:lnTo>
                  <a:lnTo>
                    <a:pt x="5783933" y="865982"/>
                  </a:lnTo>
                  <a:lnTo>
                    <a:pt x="5784058" y="865982"/>
                  </a:lnTo>
                  <a:lnTo>
                    <a:pt x="5784183" y="865982"/>
                  </a:lnTo>
                  <a:lnTo>
                    <a:pt x="5784308" y="865982"/>
                  </a:lnTo>
                  <a:lnTo>
                    <a:pt x="5784433" y="865982"/>
                  </a:lnTo>
                  <a:lnTo>
                    <a:pt x="5784558" y="865982"/>
                  </a:lnTo>
                  <a:lnTo>
                    <a:pt x="5784683" y="865982"/>
                  </a:lnTo>
                  <a:lnTo>
                    <a:pt x="5784808" y="865982"/>
                  </a:lnTo>
                  <a:lnTo>
                    <a:pt x="5784933" y="865982"/>
                  </a:lnTo>
                  <a:lnTo>
                    <a:pt x="5785058" y="865982"/>
                  </a:lnTo>
                  <a:lnTo>
                    <a:pt x="5785183" y="865982"/>
                  </a:lnTo>
                  <a:lnTo>
                    <a:pt x="5785309" y="865982"/>
                  </a:lnTo>
                  <a:lnTo>
                    <a:pt x="5785434" y="865982"/>
                  </a:lnTo>
                  <a:lnTo>
                    <a:pt x="5785559" y="865982"/>
                  </a:lnTo>
                  <a:lnTo>
                    <a:pt x="5785684" y="865982"/>
                  </a:lnTo>
                  <a:lnTo>
                    <a:pt x="5785809" y="865982"/>
                  </a:lnTo>
                  <a:lnTo>
                    <a:pt x="5785934" y="865982"/>
                  </a:lnTo>
                  <a:lnTo>
                    <a:pt x="5786059" y="865982"/>
                  </a:lnTo>
                  <a:lnTo>
                    <a:pt x="5786184" y="865982"/>
                  </a:lnTo>
                  <a:lnTo>
                    <a:pt x="5786309" y="865982"/>
                  </a:lnTo>
                  <a:lnTo>
                    <a:pt x="5786434" y="865982"/>
                  </a:lnTo>
                  <a:lnTo>
                    <a:pt x="5786559" y="865982"/>
                  </a:lnTo>
                  <a:lnTo>
                    <a:pt x="5786684" y="865982"/>
                  </a:lnTo>
                  <a:lnTo>
                    <a:pt x="5786809" y="865982"/>
                  </a:lnTo>
                  <a:lnTo>
                    <a:pt x="5786934" y="865982"/>
                  </a:lnTo>
                  <a:lnTo>
                    <a:pt x="5787059" y="865982"/>
                  </a:lnTo>
                  <a:lnTo>
                    <a:pt x="5787184" y="865982"/>
                  </a:lnTo>
                  <a:lnTo>
                    <a:pt x="5787309" y="865982"/>
                  </a:lnTo>
                  <a:lnTo>
                    <a:pt x="5787434" y="865982"/>
                  </a:lnTo>
                  <a:lnTo>
                    <a:pt x="5787559" y="865982"/>
                  </a:lnTo>
                  <a:lnTo>
                    <a:pt x="5787684" y="865982"/>
                  </a:lnTo>
                  <a:lnTo>
                    <a:pt x="5787809" y="865982"/>
                  </a:lnTo>
                  <a:lnTo>
                    <a:pt x="5787934" y="865982"/>
                  </a:lnTo>
                  <a:lnTo>
                    <a:pt x="5788059" y="865982"/>
                  </a:lnTo>
                  <a:lnTo>
                    <a:pt x="5788184" y="865982"/>
                  </a:lnTo>
                  <a:lnTo>
                    <a:pt x="5788310" y="865982"/>
                  </a:lnTo>
                  <a:lnTo>
                    <a:pt x="5788435" y="865982"/>
                  </a:lnTo>
                  <a:lnTo>
                    <a:pt x="5788560" y="865982"/>
                  </a:lnTo>
                  <a:lnTo>
                    <a:pt x="5788685" y="865982"/>
                  </a:lnTo>
                  <a:lnTo>
                    <a:pt x="5788810" y="865982"/>
                  </a:lnTo>
                  <a:lnTo>
                    <a:pt x="5788935" y="865982"/>
                  </a:lnTo>
                  <a:lnTo>
                    <a:pt x="5789060" y="865982"/>
                  </a:lnTo>
                  <a:lnTo>
                    <a:pt x="5789185" y="865982"/>
                  </a:lnTo>
                  <a:lnTo>
                    <a:pt x="5789310" y="865982"/>
                  </a:lnTo>
                  <a:lnTo>
                    <a:pt x="5789435" y="865982"/>
                  </a:lnTo>
                  <a:lnTo>
                    <a:pt x="5789560" y="865982"/>
                  </a:lnTo>
                  <a:lnTo>
                    <a:pt x="5789685" y="865982"/>
                  </a:lnTo>
                  <a:lnTo>
                    <a:pt x="5789810" y="865982"/>
                  </a:lnTo>
                  <a:lnTo>
                    <a:pt x="5789935" y="865982"/>
                  </a:lnTo>
                  <a:lnTo>
                    <a:pt x="5790060" y="865982"/>
                  </a:lnTo>
                  <a:lnTo>
                    <a:pt x="5790185" y="865982"/>
                  </a:lnTo>
                  <a:lnTo>
                    <a:pt x="5790310" y="865982"/>
                  </a:lnTo>
                  <a:lnTo>
                    <a:pt x="5790435" y="865982"/>
                  </a:lnTo>
                  <a:lnTo>
                    <a:pt x="5790560" y="865982"/>
                  </a:lnTo>
                  <a:lnTo>
                    <a:pt x="5790685" y="865982"/>
                  </a:lnTo>
                  <a:lnTo>
                    <a:pt x="5790810" y="865982"/>
                  </a:lnTo>
                  <a:lnTo>
                    <a:pt x="5790935" y="865982"/>
                  </a:lnTo>
                  <a:lnTo>
                    <a:pt x="5791060" y="865982"/>
                  </a:lnTo>
                  <a:lnTo>
                    <a:pt x="5791185" y="865982"/>
                  </a:lnTo>
                  <a:lnTo>
                    <a:pt x="5791311" y="865982"/>
                  </a:lnTo>
                  <a:lnTo>
                    <a:pt x="5791436" y="865982"/>
                  </a:lnTo>
                  <a:lnTo>
                    <a:pt x="5791561" y="865982"/>
                  </a:lnTo>
                  <a:lnTo>
                    <a:pt x="5791686" y="865982"/>
                  </a:lnTo>
                  <a:lnTo>
                    <a:pt x="5791811" y="865982"/>
                  </a:lnTo>
                  <a:lnTo>
                    <a:pt x="5791936" y="865982"/>
                  </a:lnTo>
                  <a:lnTo>
                    <a:pt x="5792061" y="865982"/>
                  </a:lnTo>
                  <a:lnTo>
                    <a:pt x="5792186" y="865982"/>
                  </a:lnTo>
                  <a:lnTo>
                    <a:pt x="5792311" y="865982"/>
                  </a:lnTo>
                  <a:lnTo>
                    <a:pt x="5792436" y="865982"/>
                  </a:lnTo>
                  <a:lnTo>
                    <a:pt x="5792561" y="865982"/>
                  </a:lnTo>
                  <a:lnTo>
                    <a:pt x="5792686" y="865982"/>
                  </a:lnTo>
                  <a:lnTo>
                    <a:pt x="5792811" y="865982"/>
                  </a:lnTo>
                  <a:lnTo>
                    <a:pt x="5792936" y="865982"/>
                  </a:lnTo>
                  <a:lnTo>
                    <a:pt x="5793061" y="865982"/>
                  </a:lnTo>
                  <a:lnTo>
                    <a:pt x="5793186" y="865982"/>
                  </a:lnTo>
                  <a:lnTo>
                    <a:pt x="5793311" y="865982"/>
                  </a:lnTo>
                  <a:lnTo>
                    <a:pt x="5793436" y="865982"/>
                  </a:lnTo>
                  <a:lnTo>
                    <a:pt x="5793561" y="865982"/>
                  </a:lnTo>
                  <a:lnTo>
                    <a:pt x="5793686" y="865982"/>
                  </a:lnTo>
                  <a:lnTo>
                    <a:pt x="5793811" y="865982"/>
                  </a:lnTo>
                  <a:lnTo>
                    <a:pt x="5793936" y="865982"/>
                  </a:lnTo>
                  <a:lnTo>
                    <a:pt x="5794061" y="865982"/>
                  </a:lnTo>
                  <a:lnTo>
                    <a:pt x="5794186" y="865982"/>
                  </a:lnTo>
                  <a:lnTo>
                    <a:pt x="5794312" y="865982"/>
                  </a:lnTo>
                  <a:lnTo>
                    <a:pt x="5794437" y="865982"/>
                  </a:lnTo>
                  <a:lnTo>
                    <a:pt x="5794562" y="865982"/>
                  </a:lnTo>
                  <a:lnTo>
                    <a:pt x="5794687" y="865982"/>
                  </a:lnTo>
                  <a:lnTo>
                    <a:pt x="5794812" y="865982"/>
                  </a:lnTo>
                  <a:lnTo>
                    <a:pt x="5794937" y="865982"/>
                  </a:lnTo>
                  <a:lnTo>
                    <a:pt x="5795062" y="865982"/>
                  </a:lnTo>
                  <a:lnTo>
                    <a:pt x="5795187" y="865982"/>
                  </a:lnTo>
                  <a:lnTo>
                    <a:pt x="5795312" y="865982"/>
                  </a:lnTo>
                  <a:lnTo>
                    <a:pt x="5795437" y="865982"/>
                  </a:lnTo>
                  <a:lnTo>
                    <a:pt x="5795562" y="865982"/>
                  </a:lnTo>
                  <a:lnTo>
                    <a:pt x="5795687" y="865982"/>
                  </a:lnTo>
                  <a:lnTo>
                    <a:pt x="5795812" y="865982"/>
                  </a:lnTo>
                  <a:lnTo>
                    <a:pt x="5795937" y="865982"/>
                  </a:lnTo>
                  <a:lnTo>
                    <a:pt x="5796062" y="865982"/>
                  </a:lnTo>
                  <a:lnTo>
                    <a:pt x="5796187" y="865982"/>
                  </a:lnTo>
                  <a:lnTo>
                    <a:pt x="5796312" y="865982"/>
                  </a:lnTo>
                  <a:lnTo>
                    <a:pt x="5796437" y="865982"/>
                  </a:lnTo>
                  <a:lnTo>
                    <a:pt x="5796562" y="865982"/>
                  </a:lnTo>
                  <a:lnTo>
                    <a:pt x="5796687" y="865982"/>
                  </a:lnTo>
                  <a:lnTo>
                    <a:pt x="5796812" y="865982"/>
                  </a:lnTo>
                  <a:lnTo>
                    <a:pt x="5796937" y="865982"/>
                  </a:lnTo>
                  <a:lnTo>
                    <a:pt x="5797062" y="865982"/>
                  </a:lnTo>
                  <a:lnTo>
                    <a:pt x="5797187" y="865982"/>
                  </a:lnTo>
                  <a:lnTo>
                    <a:pt x="5797313" y="865982"/>
                  </a:lnTo>
                  <a:lnTo>
                    <a:pt x="5797438" y="865982"/>
                  </a:lnTo>
                  <a:lnTo>
                    <a:pt x="5797563" y="865982"/>
                  </a:lnTo>
                  <a:lnTo>
                    <a:pt x="5797688" y="865982"/>
                  </a:lnTo>
                  <a:lnTo>
                    <a:pt x="5797813" y="865982"/>
                  </a:lnTo>
                  <a:lnTo>
                    <a:pt x="5797938" y="865982"/>
                  </a:lnTo>
                  <a:lnTo>
                    <a:pt x="5798063" y="865982"/>
                  </a:lnTo>
                  <a:lnTo>
                    <a:pt x="5798188" y="865982"/>
                  </a:lnTo>
                  <a:lnTo>
                    <a:pt x="5798313" y="865982"/>
                  </a:lnTo>
                  <a:lnTo>
                    <a:pt x="5798438" y="865982"/>
                  </a:lnTo>
                  <a:lnTo>
                    <a:pt x="5798563" y="865982"/>
                  </a:lnTo>
                  <a:lnTo>
                    <a:pt x="5798688" y="865982"/>
                  </a:lnTo>
                  <a:lnTo>
                    <a:pt x="5798813" y="865982"/>
                  </a:lnTo>
                  <a:lnTo>
                    <a:pt x="5798938" y="865982"/>
                  </a:lnTo>
                  <a:lnTo>
                    <a:pt x="5799063" y="865982"/>
                  </a:lnTo>
                  <a:lnTo>
                    <a:pt x="5799188" y="865982"/>
                  </a:lnTo>
                  <a:lnTo>
                    <a:pt x="5799313" y="865982"/>
                  </a:lnTo>
                  <a:lnTo>
                    <a:pt x="5799438" y="865982"/>
                  </a:lnTo>
                  <a:lnTo>
                    <a:pt x="5799563" y="865982"/>
                  </a:lnTo>
                  <a:lnTo>
                    <a:pt x="5799688" y="865982"/>
                  </a:lnTo>
                  <a:lnTo>
                    <a:pt x="5799813" y="865982"/>
                  </a:lnTo>
                  <a:lnTo>
                    <a:pt x="5799938" y="865982"/>
                  </a:lnTo>
                  <a:lnTo>
                    <a:pt x="5800063" y="865982"/>
                  </a:lnTo>
                  <a:lnTo>
                    <a:pt x="5800188" y="865982"/>
                  </a:lnTo>
                  <a:lnTo>
                    <a:pt x="5800314" y="865982"/>
                  </a:lnTo>
                  <a:lnTo>
                    <a:pt x="5800439" y="865982"/>
                  </a:lnTo>
                  <a:lnTo>
                    <a:pt x="5800564" y="865982"/>
                  </a:lnTo>
                  <a:lnTo>
                    <a:pt x="5800689" y="865982"/>
                  </a:lnTo>
                  <a:lnTo>
                    <a:pt x="5800814" y="865982"/>
                  </a:lnTo>
                  <a:lnTo>
                    <a:pt x="5800939" y="865982"/>
                  </a:lnTo>
                  <a:lnTo>
                    <a:pt x="5801064" y="865982"/>
                  </a:lnTo>
                  <a:lnTo>
                    <a:pt x="5801189" y="865982"/>
                  </a:lnTo>
                  <a:lnTo>
                    <a:pt x="5801314" y="865982"/>
                  </a:lnTo>
                  <a:lnTo>
                    <a:pt x="5801439" y="865982"/>
                  </a:lnTo>
                  <a:lnTo>
                    <a:pt x="5801564" y="865982"/>
                  </a:lnTo>
                  <a:lnTo>
                    <a:pt x="5801689" y="865982"/>
                  </a:lnTo>
                  <a:lnTo>
                    <a:pt x="5801814" y="865982"/>
                  </a:lnTo>
                  <a:lnTo>
                    <a:pt x="5801939" y="865982"/>
                  </a:lnTo>
                  <a:lnTo>
                    <a:pt x="5802064" y="865982"/>
                  </a:lnTo>
                  <a:lnTo>
                    <a:pt x="5802189" y="865982"/>
                  </a:lnTo>
                  <a:lnTo>
                    <a:pt x="5802314" y="865982"/>
                  </a:lnTo>
                  <a:lnTo>
                    <a:pt x="5802439" y="865982"/>
                  </a:lnTo>
                  <a:lnTo>
                    <a:pt x="5802564" y="865982"/>
                  </a:lnTo>
                  <a:lnTo>
                    <a:pt x="5802689" y="865982"/>
                  </a:lnTo>
                  <a:lnTo>
                    <a:pt x="5802814" y="865982"/>
                  </a:lnTo>
                  <a:lnTo>
                    <a:pt x="5802939" y="865982"/>
                  </a:lnTo>
                  <a:lnTo>
                    <a:pt x="5803064" y="865982"/>
                  </a:lnTo>
                  <a:lnTo>
                    <a:pt x="5803189" y="865982"/>
                  </a:lnTo>
                  <a:lnTo>
                    <a:pt x="5803315" y="865982"/>
                  </a:lnTo>
                  <a:lnTo>
                    <a:pt x="5803440" y="865982"/>
                  </a:lnTo>
                  <a:lnTo>
                    <a:pt x="5803565" y="865982"/>
                  </a:lnTo>
                  <a:lnTo>
                    <a:pt x="5803690" y="865982"/>
                  </a:lnTo>
                  <a:lnTo>
                    <a:pt x="5803815" y="865982"/>
                  </a:lnTo>
                  <a:lnTo>
                    <a:pt x="5803940" y="865982"/>
                  </a:lnTo>
                  <a:lnTo>
                    <a:pt x="5804065" y="865982"/>
                  </a:lnTo>
                  <a:lnTo>
                    <a:pt x="5804190" y="865982"/>
                  </a:lnTo>
                  <a:lnTo>
                    <a:pt x="5804315" y="865982"/>
                  </a:lnTo>
                  <a:lnTo>
                    <a:pt x="5804440" y="865982"/>
                  </a:lnTo>
                  <a:lnTo>
                    <a:pt x="5804565" y="865982"/>
                  </a:lnTo>
                  <a:lnTo>
                    <a:pt x="5804690" y="865982"/>
                  </a:lnTo>
                  <a:lnTo>
                    <a:pt x="5804815" y="865982"/>
                  </a:lnTo>
                  <a:lnTo>
                    <a:pt x="5804940" y="865982"/>
                  </a:lnTo>
                  <a:lnTo>
                    <a:pt x="5805065" y="865982"/>
                  </a:lnTo>
                  <a:lnTo>
                    <a:pt x="5805190" y="865982"/>
                  </a:lnTo>
                  <a:lnTo>
                    <a:pt x="5805315" y="865982"/>
                  </a:lnTo>
                  <a:lnTo>
                    <a:pt x="5805440" y="865982"/>
                  </a:lnTo>
                  <a:lnTo>
                    <a:pt x="5805565" y="865982"/>
                  </a:lnTo>
                  <a:lnTo>
                    <a:pt x="5805690" y="865982"/>
                  </a:lnTo>
                  <a:lnTo>
                    <a:pt x="5805815" y="865982"/>
                  </a:lnTo>
                  <a:lnTo>
                    <a:pt x="5805940" y="865982"/>
                  </a:lnTo>
                  <a:lnTo>
                    <a:pt x="5806065" y="865982"/>
                  </a:lnTo>
                  <a:lnTo>
                    <a:pt x="5806190" y="865982"/>
                  </a:lnTo>
                  <a:lnTo>
                    <a:pt x="5806316" y="865982"/>
                  </a:lnTo>
                  <a:lnTo>
                    <a:pt x="5806441" y="865982"/>
                  </a:lnTo>
                  <a:lnTo>
                    <a:pt x="5806566" y="865982"/>
                  </a:lnTo>
                  <a:lnTo>
                    <a:pt x="5806691" y="865982"/>
                  </a:lnTo>
                  <a:lnTo>
                    <a:pt x="5806816" y="865982"/>
                  </a:lnTo>
                  <a:lnTo>
                    <a:pt x="5806941" y="865982"/>
                  </a:lnTo>
                  <a:lnTo>
                    <a:pt x="5807066" y="865982"/>
                  </a:lnTo>
                  <a:lnTo>
                    <a:pt x="5807191" y="865982"/>
                  </a:lnTo>
                  <a:lnTo>
                    <a:pt x="5807316" y="865982"/>
                  </a:lnTo>
                  <a:lnTo>
                    <a:pt x="5807441" y="865982"/>
                  </a:lnTo>
                  <a:lnTo>
                    <a:pt x="5807566" y="865982"/>
                  </a:lnTo>
                  <a:lnTo>
                    <a:pt x="5807691" y="865982"/>
                  </a:lnTo>
                  <a:lnTo>
                    <a:pt x="5807816" y="865982"/>
                  </a:lnTo>
                  <a:lnTo>
                    <a:pt x="5807941" y="865982"/>
                  </a:lnTo>
                  <a:lnTo>
                    <a:pt x="5808066" y="865982"/>
                  </a:lnTo>
                  <a:lnTo>
                    <a:pt x="5808191" y="865982"/>
                  </a:lnTo>
                  <a:lnTo>
                    <a:pt x="5808316" y="865982"/>
                  </a:lnTo>
                  <a:lnTo>
                    <a:pt x="5808441" y="865982"/>
                  </a:lnTo>
                  <a:lnTo>
                    <a:pt x="5808566" y="865982"/>
                  </a:lnTo>
                  <a:lnTo>
                    <a:pt x="5808691" y="865982"/>
                  </a:lnTo>
                  <a:lnTo>
                    <a:pt x="5808816" y="865982"/>
                  </a:lnTo>
                  <a:lnTo>
                    <a:pt x="5808941" y="865982"/>
                  </a:lnTo>
                  <a:lnTo>
                    <a:pt x="5809066" y="865982"/>
                  </a:lnTo>
                  <a:lnTo>
                    <a:pt x="5809191" y="865982"/>
                  </a:lnTo>
                  <a:lnTo>
                    <a:pt x="5809317" y="865982"/>
                  </a:lnTo>
                  <a:lnTo>
                    <a:pt x="5809442" y="865982"/>
                  </a:lnTo>
                  <a:lnTo>
                    <a:pt x="5809567" y="865982"/>
                  </a:lnTo>
                  <a:lnTo>
                    <a:pt x="5809692" y="865982"/>
                  </a:lnTo>
                  <a:lnTo>
                    <a:pt x="5809817" y="865982"/>
                  </a:lnTo>
                  <a:lnTo>
                    <a:pt x="5809942" y="865982"/>
                  </a:lnTo>
                  <a:lnTo>
                    <a:pt x="5810067" y="865982"/>
                  </a:lnTo>
                  <a:lnTo>
                    <a:pt x="5810192" y="865982"/>
                  </a:lnTo>
                  <a:lnTo>
                    <a:pt x="5810317" y="865982"/>
                  </a:lnTo>
                  <a:lnTo>
                    <a:pt x="5810442" y="865982"/>
                  </a:lnTo>
                  <a:lnTo>
                    <a:pt x="5810567" y="865982"/>
                  </a:lnTo>
                  <a:lnTo>
                    <a:pt x="5810692" y="865982"/>
                  </a:lnTo>
                  <a:lnTo>
                    <a:pt x="5810817" y="865982"/>
                  </a:lnTo>
                  <a:lnTo>
                    <a:pt x="5810942" y="865982"/>
                  </a:lnTo>
                  <a:lnTo>
                    <a:pt x="5811067" y="865982"/>
                  </a:lnTo>
                  <a:lnTo>
                    <a:pt x="5811192" y="865982"/>
                  </a:lnTo>
                  <a:lnTo>
                    <a:pt x="5811317" y="865982"/>
                  </a:lnTo>
                  <a:lnTo>
                    <a:pt x="5811442" y="865982"/>
                  </a:lnTo>
                  <a:lnTo>
                    <a:pt x="5811567" y="865982"/>
                  </a:lnTo>
                  <a:lnTo>
                    <a:pt x="5811692" y="865982"/>
                  </a:lnTo>
                  <a:lnTo>
                    <a:pt x="5811817" y="865982"/>
                  </a:lnTo>
                  <a:lnTo>
                    <a:pt x="5811942" y="865982"/>
                  </a:lnTo>
                  <a:lnTo>
                    <a:pt x="5812067" y="865982"/>
                  </a:lnTo>
                  <a:lnTo>
                    <a:pt x="5812192" y="865982"/>
                  </a:lnTo>
                  <a:lnTo>
                    <a:pt x="5812318" y="865982"/>
                  </a:lnTo>
                  <a:lnTo>
                    <a:pt x="5812443" y="865982"/>
                  </a:lnTo>
                  <a:lnTo>
                    <a:pt x="5812568" y="865982"/>
                  </a:lnTo>
                  <a:lnTo>
                    <a:pt x="5812693" y="865982"/>
                  </a:lnTo>
                  <a:lnTo>
                    <a:pt x="5812818" y="865982"/>
                  </a:lnTo>
                  <a:lnTo>
                    <a:pt x="5812943" y="865982"/>
                  </a:lnTo>
                  <a:lnTo>
                    <a:pt x="5813068" y="865982"/>
                  </a:lnTo>
                  <a:lnTo>
                    <a:pt x="5813193" y="865982"/>
                  </a:lnTo>
                  <a:lnTo>
                    <a:pt x="5813318" y="865982"/>
                  </a:lnTo>
                  <a:lnTo>
                    <a:pt x="5813443" y="865982"/>
                  </a:lnTo>
                  <a:lnTo>
                    <a:pt x="5813568" y="865982"/>
                  </a:lnTo>
                  <a:lnTo>
                    <a:pt x="5813693" y="865982"/>
                  </a:lnTo>
                  <a:lnTo>
                    <a:pt x="5813818" y="865982"/>
                  </a:lnTo>
                  <a:lnTo>
                    <a:pt x="5813943" y="865982"/>
                  </a:lnTo>
                  <a:lnTo>
                    <a:pt x="5814068" y="865982"/>
                  </a:lnTo>
                  <a:lnTo>
                    <a:pt x="5814193" y="865982"/>
                  </a:lnTo>
                  <a:lnTo>
                    <a:pt x="5814318" y="865982"/>
                  </a:lnTo>
                  <a:lnTo>
                    <a:pt x="5814443" y="865982"/>
                  </a:lnTo>
                  <a:lnTo>
                    <a:pt x="5814568" y="865982"/>
                  </a:lnTo>
                  <a:lnTo>
                    <a:pt x="5814693" y="865982"/>
                  </a:lnTo>
                  <a:lnTo>
                    <a:pt x="5814818" y="865982"/>
                  </a:lnTo>
                  <a:lnTo>
                    <a:pt x="5814943" y="865982"/>
                  </a:lnTo>
                  <a:lnTo>
                    <a:pt x="5815068" y="865982"/>
                  </a:lnTo>
                  <a:lnTo>
                    <a:pt x="5815193" y="865982"/>
                  </a:lnTo>
                  <a:lnTo>
                    <a:pt x="5815319" y="865982"/>
                  </a:lnTo>
                  <a:lnTo>
                    <a:pt x="5815444" y="865982"/>
                  </a:lnTo>
                  <a:lnTo>
                    <a:pt x="5815569" y="865982"/>
                  </a:lnTo>
                  <a:lnTo>
                    <a:pt x="5815694" y="865982"/>
                  </a:lnTo>
                  <a:lnTo>
                    <a:pt x="5815819" y="865982"/>
                  </a:lnTo>
                  <a:lnTo>
                    <a:pt x="5815944" y="865982"/>
                  </a:lnTo>
                  <a:lnTo>
                    <a:pt x="5816069" y="865982"/>
                  </a:lnTo>
                  <a:lnTo>
                    <a:pt x="5816194" y="865982"/>
                  </a:lnTo>
                  <a:lnTo>
                    <a:pt x="5816319" y="865982"/>
                  </a:lnTo>
                  <a:lnTo>
                    <a:pt x="5816444" y="865982"/>
                  </a:lnTo>
                  <a:lnTo>
                    <a:pt x="5816569" y="865982"/>
                  </a:lnTo>
                  <a:lnTo>
                    <a:pt x="5816694" y="865982"/>
                  </a:lnTo>
                  <a:lnTo>
                    <a:pt x="5816819" y="865982"/>
                  </a:lnTo>
                  <a:lnTo>
                    <a:pt x="5816944" y="865982"/>
                  </a:lnTo>
                  <a:lnTo>
                    <a:pt x="5817069" y="865982"/>
                  </a:lnTo>
                  <a:lnTo>
                    <a:pt x="5817194" y="865982"/>
                  </a:lnTo>
                  <a:lnTo>
                    <a:pt x="5817319" y="865982"/>
                  </a:lnTo>
                  <a:lnTo>
                    <a:pt x="5817444" y="865982"/>
                  </a:lnTo>
                  <a:lnTo>
                    <a:pt x="5817569" y="865982"/>
                  </a:lnTo>
                  <a:lnTo>
                    <a:pt x="5817694" y="865982"/>
                  </a:lnTo>
                  <a:lnTo>
                    <a:pt x="5817819" y="865982"/>
                  </a:lnTo>
                  <a:lnTo>
                    <a:pt x="5817944" y="865982"/>
                  </a:lnTo>
                  <a:lnTo>
                    <a:pt x="5818069" y="865982"/>
                  </a:lnTo>
                  <a:lnTo>
                    <a:pt x="5818194" y="865982"/>
                  </a:lnTo>
                  <a:lnTo>
                    <a:pt x="5818320" y="865982"/>
                  </a:lnTo>
                  <a:lnTo>
                    <a:pt x="5818445" y="865982"/>
                  </a:lnTo>
                  <a:lnTo>
                    <a:pt x="5818570" y="865982"/>
                  </a:lnTo>
                  <a:lnTo>
                    <a:pt x="5818695" y="865982"/>
                  </a:lnTo>
                  <a:lnTo>
                    <a:pt x="5818820" y="865982"/>
                  </a:lnTo>
                  <a:lnTo>
                    <a:pt x="5818945" y="865982"/>
                  </a:lnTo>
                  <a:lnTo>
                    <a:pt x="5819070" y="865982"/>
                  </a:lnTo>
                  <a:lnTo>
                    <a:pt x="5819195" y="865982"/>
                  </a:lnTo>
                  <a:lnTo>
                    <a:pt x="5819320" y="865982"/>
                  </a:lnTo>
                  <a:lnTo>
                    <a:pt x="5819445" y="865982"/>
                  </a:lnTo>
                  <a:lnTo>
                    <a:pt x="5819570" y="865982"/>
                  </a:lnTo>
                  <a:lnTo>
                    <a:pt x="5819695" y="865982"/>
                  </a:lnTo>
                  <a:lnTo>
                    <a:pt x="5819820" y="865982"/>
                  </a:lnTo>
                  <a:lnTo>
                    <a:pt x="5819945" y="865982"/>
                  </a:lnTo>
                  <a:lnTo>
                    <a:pt x="5820070" y="865982"/>
                  </a:lnTo>
                  <a:lnTo>
                    <a:pt x="5820195" y="865982"/>
                  </a:lnTo>
                  <a:lnTo>
                    <a:pt x="5820320" y="865982"/>
                  </a:lnTo>
                  <a:lnTo>
                    <a:pt x="5820445" y="865982"/>
                  </a:lnTo>
                  <a:lnTo>
                    <a:pt x="5820570" y="865982"/>
                  </a:lnTo>
                  <a:lnTo>
                    <a:pt x="5820695" y="865982"/>
                  </a:lnTo>
                  <a:lnTo>
                    <a:pt x="5820820" y="865982"/>
                  </a:lnTo>
                  <a:lnTo>
                    <a:pt x="5820945" y="865982"/>
                  </a:lnTo>
                  <a:lnTo>
                    <a:pt x="5821070" y="865982"/>
                  </a:lnTo>
                  <a:lnTo>
                    <a:pt x="5821196" y="865982"/>
                  </a:lnTo>
                  <a:lnTo>
                    <a:pt x="5821321" y="865982"/>
                  </a:lnTo>
                  <a:lnTo>
                    <a:pt x="5821446" y="865982"/>
                  </a:lnTo>
                  <a:lnTo>
                    <a:pt x="5821571" y="865982"/>
                  </a:lnTo>
                  <a:lnTo>
                    <a:pt x="5821696" y="865982"/>
                  </a:lnTo>
                  <a:lnTo>
                    <a:pt x="5821821" y="865982"/>
                  </a:lnTo>
                  <a:lnTo>
                    <a:pt x="5821946" y="865982"/>
                  </a:lnTo>
                  <a:lnTo>
                    <a:pt x="5822071" y="865982"/>
                  </a:lnTo>
                  <a:lnTo>
                    <a:pt x="5822196" y="865982"/>
                  </a:lnTo>
                  <a:lnTo>
                    <a:pt x="5822321" y="865982"/>
                  </a:lnTo>
                  <a:lnTo>
                    <a:pt x="5822446" y="865982"/>
                  </a:lnTo>
                  <a:lnTo>
                    <a:pt x="5822571" y="865982"/>
                  </a:lnTo>
                  <a:lnTo>
                    <a:pt x="5822696" y="865982"/>
                  </a:lnTo>
                  <a:lnTo>
                    <a:pt x="5822821" y="865982"/>
                  </a:lnTo>
                  <a:lnTo>
                    <a:pt x="5822946" y="865982"/>
                  </a:lnTo>
                  <a:lnTo>
                    <a:pt x="5823071" y="865982"/>
                  </a:lnTo>
                  <a:lnTo>
                    <a:pt x="5823196" y="865982"/>
                  </a:lnTo>
                  <a:lnTo>
                    <a:pt x="5823321" y="865982"/>
                  </a:lnTo>
                  <a:lnTo>
                    <a:pt x="5823446" y="865982"/>
                  </a:lnTo>
                  <a:lnTo>
                    <a:pt x="5823571" y="865982"/>
                  </a:lnTo>
                  <a:lnTo>
                    <a:pt x="5823696" y="865982"/>
                  </a:lnTo>
                  <a:lnTo>
                    <a:pt x="5823821" y="865982"/>
                  </a:lnTo>
                  <a:lnTo>
                    <a:pt x="5823946" y="865982"/>
                  </a:lnTo>
                  <a:lnTo>
                    <a:pt x="5824071" y="865982"/>
                  </a:lnTo>
                  <a:lnTo>
                    <a:pt x="5824197" y="865982"/>
                  </a:lnTo>
                  <a:lnTo>
                    <a:pt x="5824322" y="865982"/>
                  </a:lnTo>
                  <a:lnTo>
                    <a:pt x="5824447" y="865982"/>
                  </a:lnTo>
                  <a:lnTo>
                    <a:pt x="5824572" y="865982"/>
                  </a:lnTo>
                  <a:lnTo>
                    <a:pt x="5824697" y="865982"/>
                  </a:lnTo>
                  <a:lnTo>
                    <a:pt x="5824822" y="865982"/>
                  </a:lnTo>
                  <a:lnTo>
                    <a:pt x="5824947" y="865982"/>
                  </a:lnTo>
                  <a:lnTo>
                    <a:pt x="5825072" y="865982"/>
                  </a:lnTo>
                  <a:lnTo>
                    <a:pt x="5825197" y="865982"/>
                  </a:lnTo>
                  <a:lnTo>
                    <a:pt x="5825322" y="865982"/>
                  </a:lnTo>
                  <a:lnTo>
                    <a:pt x="5825447" y="865982"/>
                  </a:lnTo>
                  <a:lnTo>
                    <a:pt x="5825572" y="865982"/>
                  </a:lnTo>
                  <a:lnTo>
                    <a:pt x="5825697" y="865982"/>
                  </a:lnTo>
                  <a:lnTo>
                    <a:pt x="5825822" y="865982"/>
                  </a:lnTo>
                  <a:lnTo>
                    <a:pt x="5825947" y="865982"/>
                  </a:lnTo>
                  <a:lnTo>
                    <a:pt x="5826072" y="865982"/>
                  </a:lnTo>
                  <a:lnTo>
                    <a:pt x="5826197" y="865982"/>
                  </a:lnTo>
                  <a:lnTo>
                    <a:pt x="5826322" y="865982"/>
                  </a:lnTo>
                  <a:lnTo>
                    <a:pt x="5826447" y="865982"/>
                  </a:lnTo>
                  <a:lnTo>
                    <a:pt x="5826572" y="865982"/>
                  </a:lnTo>
                  <a:lnTo>
                    <a:pt x="5826697" y="865982"/>
                  </a:lnTo>
                  <a:lnTo>
                    <a:pt x="5826822" y="865982"/>
                  </a:lnTo>
                  <a:lnTo>
                    <a:pt x="5826947" y="865982"/>
                  </a:lnTo>
                  <a:lnTo>
                    <a:pt x="5827072" y="865982"/>
                  </a:lnTo>
                  <a:lnTo>
                    <a:pt x="5827198" y="865982"/>
                  </a:lnTo>
                  <a:lnTo>
                    <a:pt x="5827323" y="865982"/>
                  </a:lnTo>
                  <a:lnTo>
                    <a:pt x="5827448" y="865982"/>
                  </a:lnTo>
                  <a:lnTo>
                    <a:pt x="5827573" y="865982"/>
                  </a:lnTo>
                  <a:lnTo>
                    <a:pt x="5827698" y="865982"/>
                  </a:lnTo>
                  <a:lnTo>
                    <a:pt x="5827823" y="865982"/>
                  </a:lnTo>
                  <a:lnTo>
                    <a:pt x="5827948" y="865982"/>
                  </a:lnTo>
                  <a:lnTo>
                    <a:pt x="5828073" y="865982"/>
                  </a:lnTo>
                  <a:lnTo>
                    <a:pt x="5828198" y="865982"/>
                  </a:lnTo>
                  <a:lnTo>
                    <a:pt x="5828323" y="865982"/>
                  </a:lnTo>
                  <a:lnTo>
                    <a:pt x="5828448" y="865982"/>
                  </a:lnTo>
                  <a:lnTo>
                    <a:pt x="5828573" y="865982"/>
                  </a:lnTo>
                  <a:lnTo>
                    <a:pt x="5828698" y="865982"/>
                  </a:lnTo>
                  <a:lnTo>
                    <a:pt x="5828823" y="865982"/>
                  </a:lnTo>
                  <a:lnTo>
                    <a:pt x="5828948" y="865982"/>
                  </a:lnTo>
                  <a:lnTo>
                    <a:pt x="5829073" y="865982"/>
                  </a:lnTo>
                  <a:lnTo>
                    <a:pt x="5829198" y="865982"/>
                  </a:lnTo>
                  <a:lnTo>
                    <a:pt x="5829323" y="865982"/>
                  </a:lnTo>
                  <a:lnTo>
                    <a:pt x="5829448" y="865982"/>
                  </a:lnTo>
                  <a:lnTo>
                    <a:pt x="5829573" y="865982"/>
                  </a:lnTo>
                  <a:lnTo>
                    <a:pt x="5829698" y="865982"/>
                  </a:lnTo>
                  <a:lnTo>
                    <a:pt x="5829823" y="865982"/>
                  </a:lnTo>
                  <a:lnTo>
                    <a:pt x="5829948" y="865982"/>
                  </a:lnTo>
                  <a:lnTo>
                    <a:pt x="5830073" y="865982"/>
                  </a:lnTo>
                  <a:lnTo>
                    <a:pt x="5830199" y="865982"/>
                  </a:lnTo>
                  <a:lnTo>
                    <a:pt x="5830324" y="865982"/>
                  </a:lnTo>
                  <a:lnTo>
                    <a:pt x="5830449" y="865982"/>
                  </a:lnTo>
                  <a:lnTo>
                    <a:pt x="5830574" y="865982"/>
                  </a:lnTo>
                  <a:lnTo>
                    <a:pt x="5830699" y="865982"/>
                  </a:lnTo>
                  <a:lnTo>
                    <a:pt x="5830824" y="865982"/>
                  </a:lnTo>
                  <a:lnTo>
                    <a:pt x="5830949" y="865982"/>
                  </a:lnTo>
                  <a:lnTo>
                    <a:pt x="5831074" y="865982"/>
                  </a:lnTo>
                  <a:lnTo>
                    <a:pt x="5831199" y="865982"/>
                  </a:lnTo>
                  <a:lnTo>
                    <a:pt x="5831324" y="865982"/>
                  </a:lnTo>
                  <a:lnTo>
                    <a:pt x="5831449" y="865982"/>
                  </a:lnTo>
                  <a:lnTo>
                    <a:pt x="5831574" y="865982"/>
                  </a:lnTo>
                  <a:lnTo>
                    <a:pt x="5831699" y="865982"/>
                  </a:lnTo>
                  <a:lnTo>
                    <a:pt x="5831824" y="865982"/>
                  </a:lnTo>
                  <a:lnTo>
                    <a:pt x="5831949" y="865982"/>
                  </a:lnTo>
                  <a:lnTo>
                    <a:pt x="5832074" y="865982"/>
                  </a:lnTo>
                  <a:lnTo>
                    <a:pt x="5832199" y="865982"/>
                  </a:lnTo>
                  <a:lnTo>
                    <a:pt x="5832324" y="865982"/>
                  </a:lnTo>
                  <a:lnTo>
                    <a:pt x="5832449" y="865982"/>
                  </a:lnTo>
                  <a:lnTo>
                    <a:pt x="5832574" y="865982"/>
                  </a:lnTo>
                  <a:lnTo>
                    <a:pt x="5832699" y="865982"/>
                  </a:lnTo>
                  <a:lnTo>
                    <a:pt x="5832824" y="865982"/>
                  </a:lnTo>
                  <a:lnTo>
                    <a:pt x="5832949" y="865982"/>
                  </a:lnTo>
                  <a:lnTo>
                    <a:pt x="5833074" y="865982"/>
                  </a:lnTo>
                  <a:lnTo>
                    <a:pt x="5833200" y="865982"/>
                  </a:lnTo>
                  <a:lnTo>
                    <a:pt x="5833325" y="865982"/>
                  </a:lnTo>
                  <a:lnTo>
                    <a:pt x="5833450" y="865982"/>
                  </a:lnTo>
                  <a:lnTo>
                    <a:pt x="5833575" y="865982"/>
                  </a:lnTo>
                  <a:lnTo>
                    <a:pt x="5833700" y="865982"/>
                  </a:lnTo>
                  <a:lnTo>
                    <a:pt x="5833825" y="865982"/>
                  </a:lnTo>
                  <a:lnTo>
                    <a:pt x="5833950" y="865982"/>
                  </a:lnTo>
                  <a:lnTo>
                    <a:pt x="5834075" y="865982"/>
                  </a:lnTo>
                  <a:lnTo>
                    <a:pt x="5834200" y="865982"/>
                  </a:lnTo>
                  <a:lnTo>
                    <a:pt x="5834325" y="865982"/>
                  </a:lnTo>
                  <a:lnTo>
                    <a:pt x="5834450" y="865982"/>
                  </a:lnTo>
                  <a:lnTo>
                    <a:pt x="5834575" y="865982"/>
                  </a:lnTo>
                  <a:lnTo>
                    <a:pt x="5834700" y="865982"/>
                  </a:lnTo>
                  <a:lnTo>
                    <a:pt x="5834825" y="865982"/>
                  </a:lnTo>
                  <a:lnTo>
                    <a:pt x="5834950" y="865982"/>
                  </a:lnTo>
                  <a:lnTo>
                    <a:pt x="5835075" y="865982"/>
                  </a:lnTo>
                  <a:lnTo>
                    <a:pt x="5835200" y="865982"/>
                  </a:lnTo>
                  <a:lnTo>
                    <a:pt x="5835325" y="865982"/>
                  </a:lnTo>
                  <a:lnTo>
                    <a:pt x="5835450" y="865982"/>
                  </a:lnTo>
                  <a:lnTo>
                    <a:pt x="5835575" y="865982"/>
                  </a:lnTo>
                  <a:lnTo>
                    <a:pt x="5835700" y="865982"/>
                  </a:lnTo>
                  <a:lnTo>
                    <a:pt x="5835825" y="865982"/>
                  </a:lnTo>
                  <a:lnTo>
                    <a:pt x="5835950" y="865982"/>
                  </a:lnTo>
                  <a:lnTo>
                    <a:pt x="5836075" y="865982"/>
                  </a:lnTo>
                  <a:lnTo>
                    <a:pt x="5836201" y="865982"/>
                  </a:lnTo>
                  <a:lnTo>
                    <a:pt x="5836326" y="865982"/>
                  </a:lnTo>
                  <a:lnTo>
                    <a:pt x="5836451" y="865982"/>
                  </a:lnTo>
                  <a:lnTo>
                    <a:pt x="5836576" y="865982"/>
                  </a:lnTo>
                  <a:lnTo>
                    <a:pt x="5836701" y="865982"/>
                  </a:lnTo>
                  <a:lnTo>
                    <a:pt x="5836826" y="865982"/>
                  </a:lnTo>
                  <a:lnTo>
                    <a:pt x="5836951" y="865982"/>
                  </a:lnTo>
                  <a:lnTo>
                    <a:pt x="5837076" y="865982"/>
                  </a:lnTo>
                  <a:lnTo>
                    <a:pt x="5837201" y="865982"/>
                  </a:lnTo>
                  <a:lnTo>
                    <a:pt x="5837326" y="865982"/>
                  </a:lnTo>
                  <a:lnTo>
                    <a:pt x="5837451" y="865982"/>
                  </a:lnTo>
                  <a:lnTo>
                    <a:pt x="5837576" y="865982"/>
                  </a:lnTo>
                  <a:lnTo>
                    <a:pt x="5837701" y="865982"/>
                  </a:lnTo>
                  <a:lnTo>
                    <a:pt x="5837826" y="865982"/>
                  </a:lnTo>
                  <a:lnTo>
                    <a:pt x="5837951" y="865982"/>
                  </a:lnTo>
                  <a:lnTo>
                    <a:pt x="5838076" y="865982"/>
                  </a:lnTo>
                  <a:lnTo>
                    <a:pt x="5838201" y="865982"/>
                  </a:lnTo>
                  <a:lnTo>
                    <a:pt x="5838326" y="865982"/>
                  </a:lnTo>
                  <a:lnTo>
                    <a:pt x="5838451" y="865982"/>
                  </a:lnTo>
                  <a:lnTo>
                    <a:pt x="5838576" y="865982"/>
                  </a:lnTo>
                  <a:lnTo>
                    <a:pt x="5838701" y="865982"/>
                  </a:lnTo>
                  <a:lnTo>
                    <a:pt x="5838826" y="865982"/>
                  </a:lnTo>
                  <a:lnTo>
                    <a:pt x="5838951" y="865982"/>
                  </a:lnTo>
                  <a:lnTo>
                    <a:pt x="5839076" y="865982"/>
                  </a:lnTo>
                  <a:lnTo>
                    <a:pt x="5839202" y="865982"/>
                  </a:lnTo>
                  <a:lnTo>
                    <a:pt x="5839327" y="865982"/>
                  </a:lnTo>
                  <a:lnTo>
                    <a:pt x="5839452" y="865982"/>
                  </a:lnTo>
                  <a:lnTo>
                    <a:pt x="5839577" y="865982"/>
                  </a:lnTo>
                  <a:lnTo>
                    <a:pt x="5839702" y="865982"/>
                  </a:lnTo>
                  <a:lnTo>
                    <a:pt x="5839827" y="865982"/>
                  </a:lnTo>
                  <a:lnTo>
                    <a:pt x="5839952" y="865982"/>
                  </a:lnTo>
                  <a:lnTo>
                    <a:pt x="5840077" y="865982"/>
                  </a:lnTo>
                  <a:lnTo>
                    <a:pt x="5840202" y="865982"/>
                  </a:lnTo>
                  <a:lnTo>
                    <a:pt x="5840327" y="865982"/>
                  </a:lnTo>
                  <a:lnTo>
                    <a:pt x="5840452" y="865982"/>
                  </a:lnTo>
                  <a:lnTo>
                    <a:pt x="5840577" y="865982"/>
                  </a:lnTo>
                  <a:lnTo>
                    <a:pt x="5840702" y="865982"/>
                  </a:lnTo>
                  <a:lnTo>
                    <a:pt x="5840827" y="865982"/>
                  </a:lnTo>
                  <a:lnTo>
                    <a:pt x="5840952" y="865982"/>
                  </a:lnTo>
                  <a:lnTo>
                    <a:pt x="5841077" y="865982"/>
                  </a:lnTo>
                  <a:lnTo>
                    <a:pt x="5841202" y="865982"/>
                  </a:lnTo>
                  <a:lnTo>
                    <a:pt x="5841327" y="865982"/>
                  </a:lnTo>
                  <a:lnTo>
                    <a:pt x="5841452" y="865982"/>
                  </a:lnTo>
                  <a:lnTo>
                    <a:pt x="5841577" y="865982"/>
                  </a:lnTo>
                  <a:lnTo>
                    <a:pt x="5841702" y="865982"/>
                  </a:lnTo>
                  <a:lnTo>
                    <a:pt x="5841827" y="865982"/>
                  </a:lnTo>
                  <a:lnTo>
                    <a:pt x="5841952" y="865982"/>
                  </a:lnTo>
                  <a:lnTo>
                    <a:pt x="5842077" y="865982"/>
                  </a:lnTo>
                  <a:lnTo>
                    <a:pt x="5842203" y="865982"/>
                  </a:lnTo>
                  <a:lnTo>
                    <a:pt x="5842328" y="865982"/>
                  </a:lnTo>
                  <a:lnTo>
                    <a:pt x="5842453" y="865982"/>
                  </a:lnTo>
                  <a:lnTo>
                    <a:pt x="5842578" y="865982"/>
                  </a:lnTo>
                  <a:lnTo>
                    <a:pt x="5842703" y="865982"/>
                  </a:lnTo>
                  <a:lnTo>
                    <a:pt x="5842828" y="865982"/>
                  </a:lnTo>
                  <a:lnTo>
                    <a:pt x="5842953" y="865982"/>
                  </a:lnTo>
                  <a:lnTo>
                    <a:pt x="5843078" y="865982"/>
                  </a:lnTo>
                  <a:lnTo>
                    <a:pt x="5843203" y="865982"/>
                  </a:lnTo>
                  <a:lnTo>
                    <a:pt x="5843328" y="865982"/>
                  </a:lnTo>
                  <a:lnTo>
                    <a:pt x="5843453" y="865982"/>
                  </a:lnTo>
                  <a:lnTo>
                    <a:pt x="5843578" y="865982"/>
                  </a:lnTo>
                  <a:lnTo>
                    <a:pt x="5843703" y="865982"/>
                  </a:lnTo>
                  <a:lnTo>
                    <a:pt x="5843828" y="865982"/>
                  </a:lnTo>
                  <a:lnTo>
                    <a:pt x="5843953" y="865982"/>
                  </a:lnTo>
                  <a:lnTo>
                    <a:pt x="5844078" y="865982"/>
                  </a:lnTo>
                  <a:lnTo>
                    <a:pt x="5844203" y="865982"/>
                  </a:lnTo>
                  <a:lnTo>
                    <a:pt x="5844328" y="865982"/>
                  </a:lnTo>
                  <a:lnTo>
                    <a:pt x="5844453" y="865982"/>
                  </a:lnTo>
                  <a:lnTo>
                    <a:pt x="5844578" y="865982"/>
                  </a:lnTo>
                  <a:lnTo>
                    <a:pt x="5844703" y="865982"/>
                  </a:lnTo>
                  <a:lnTo>
                    <a:pt x="5844828" y="865982"/>
                  </a:lnTo>
                  <a:lnTo>
                    <a:pt x="5844953" y="865982"/>
                  </a:lnTo>
                  <a:lnTo>
                    <a:pt x="5845078" y="865982"/>
                  </a:lnTo>
                  <a:lnTo>
                    <a:pt x="5845204" y="865982"/>
                  </a:lnTo>
                  <a:lnTo>
                    <a:pt x="5845329" y="865982"/>
                  </a:lnTo>
                  <a:lnTo>
                    <a:pt x="5845454" y="865982"/>
                  </a:lnTo>
                  <a:lnTo>
                    <a:pt x="5845579" y="865982"/>
                  </a:lnTo>
                  <a:lnTo>
                    <a:pt x="5845704" y="865982"/>
                  </a:lnTo>
                  <a:lnTo>
                    <a:pt x="5845829" y="865982"/>
                  </a:lnTo>
                  <a:lnTo>
                    <a:pt x="5845954" y="865982"/>
                  </a:lnTo>
                  <a:lnTo>
                    <a:pt x="5846079" y="865982"/>
                  </a:lnTo>
                  <a:lnTo>
                    <a:pt x="5846204" y="865982"/>
                  </a:lnTo>
                  <a:lnTo>
                    <a:pt x="5846329" y="865982"/>
                  </a:lnTo>
                  <a:lnTo>
                    <a:pt x="5846454" y="865982"/>
                  </a:lnTo>
                  <a:lnTo>
                    <a:pt x="5846579" y="865982"/>
                  </a:lnTo>
                  <a:lnTo>
                    <a:pt x="5846704" y="865982"/>
                  </a:lnTo>
                  <a:lnTo>
                    <a:pt x="5846829" y="865982"/>
                  </a:lnTo>
                  <a:lnTo>
                    <a:pt x="5846954" y="865982"/>
                  </a:lnTo>
                  <a:lnTo>
                    <a:pt x="5847079" y="865982"/>
                  </a:lnTo>
                  <a:lnTo>
                    <a:pt x="5847204" y="865982"/>
                  </a:lnTo>
                  <a:lnTo>
                    <a:pt x="5847329" y="865982"/>
                  </a:lnTo>
                  <a:lnTo>
                    <a:pt x="5847454" y="865982"/>
                  </a:lnTo>
                  <a:lnTo>
                    <a:pt x="5847579" y="865982"/>
                  </a:lnTo>
                  <a:lnTo>
                    <a:pt x="5847704" y="865982"/>
                  </a:lnTo>
                  <a:lnTo>
                    <a:pt x="5847829" y="865982"/>
                  </a:lnTo>
                  <a:lnTo>
                    <a:pt x="5847954" y="865982"/>
                  </a:lnTo>
                  <a:lnTo>
                    <a:pt x="5848079" y="865982"/>
                  </a:lnTo>
                  <a:lnTo>
                    <a:pt x="5848205" y="865982"/>
                  </a:lnTo>
                  <a:lnTo>
                    <a:pt x="5848330" y="865982"/>
                  </a:lnTo>
                  <a:lnTo>
                    <a:pt x="5848455" y="865982"/>
                  </a:lnTo>
                  <a:lnTo>
                    <a:pt x="5848580" y="865982"/>
                  </a:lnTo>
                  <a:lnTo>
                    <a:pt x="5848705" y="865982"/>
                  </a:lnTo>
                  <a:lnTo>
                    <a:pt x="5848830" y="865982"/>
                  </a:lnTo>
                  <a:lnTo>
                    <a:pt x="5848955" y="865982"/>
                  </a:lnTo>
                  <a:lnTo>
                    <a:pt x="5849080" y="865982"/>
                  </a:lnTo>
                  <a:lnTo>
                    <a:pt x="5849205" y="865982"/>
                  </a:lnTo>
                  <a:lnTo>
                    <a:pt x="5849330" y="865982"/>
                  </a:lnTo>
                  <a:lnTo>
                    <a:pt x="5849455" y="865982"/>
                  </a:lnTo>
                  <a:lnTo>
                    <a:pt x="5849580" y="865982"/>
                  </a:lnTo>
                  <a:lnTo>
                    <a:pt x="5849705" y="865982"/>
                  </a:lnTo>
                  <a:lnTo>
                    <a:pt x="5849830" y="865982"/>
                  </a:lnTo>
                  <a:lnTo>
                    <a:pt x="5849955" y="865982"/>
                  </a:lnTo>
                  <a:lnTo>
                    <a:pt x="5850080" y="865982"/>
                  </a:lnTo>
                  <a:lnTo>
                    <a:pt x="5850205" y="865982"/>
                  </a:lnTo>
                  <a:lnTo>
                    <a:pt x="5850330" y="865982"/>
                  </a:lnTo>
                  <a:lnTo>
                    <a:pt x="5850455" y="865982"/>
                  </a:lnTo>
                  <a:lnTo>
                    <a:pt x="5850580" y="865982"/>
                  </a:lnTo>
                  <a:lnTo>
                    <a:pt x="5850705" y="865982"/>
                  </a:lnTo>
                  <a:lnTo>
                    <a:pt x="5850830" y="865982"/>
                  </a:lnTo>
                  <a:lnTo>
                    <a:pt x="5850955" y="865982"/>
                  </a:lnTo>
                  <a:lnTo>
                    <a:pt x="5851080" y="865982"/>
                  </a:lnTo>
                  <a:lnTo>
                    <a:pt x="5851206" y="865982"/>
                  </a:lnTo>
                  <a:lnTo>
                    <a:pt x="5851331" y="865982"/>
                  </a:lnTo>
                  <a:lnTo>
                    <a:pt x="5851456" y="865982"/>
                  </a:lnTo>
                  <a:lnTo>
                    <a:pt x="5851581" y="865982"/>
                  </a:lnTo>
                  <a:lnTo>
                    <a:pt x="5851706" y="865982"/>
                  </a:lnTo>
                  <a:lnTo>
                    <a:pt x="5851831" y="865982"/>
                  </a:lnTo>
                  <a:lnTo>
                    <a:pt x="5851956" y="865982"/>
                  </a:lnTo>
                  <a:lnTo>
                    <a:pt x="5852081" y="865982"/>
                  </a:lnTo>
                  <a:lnTo>
                    <a:pt x="5852206" y="865982"/>
                  </a:lnTo>
                  <a:lnTo>
                    <a:pt x="5852206" y="856028"/>
                  </a:lnTo>
                  <a:lnTo>
                    <a:pt x="5852331" y="856028"/>
                  </a:lnTo>
                  <a:lnTo>
                    <a:pt x="5852456" y="856028"/>
                  </a:lnTo>
                  <a:lnTo>
                    <a:pt x="5852581" y="856028"/>
                  </a:lnTo>
                  <a:lnTo>
                    <a:pt x="5852706" y="856028"/>
                  </a:lnTo>
                  <a:lnTo>
                    <a:pt x="5852831" y="856028"/>
                  </a:lnTo>
                  <a:lnTo>
                    <a:pt x="5852956" y="856028"/>
                  </a:lnTo>
                  <a:lnTo>
                    <a:pt x="5853081" y="856028"/>
                  </a:lnTo>
                  <a:lnTo>
                    <a:pt x="5853206" y="856028"/>
                  </a:lnTo>
                  <a:lnTo>
                    <a:pt x="5853331" y="856028"/>
                  </a:lnTo>
                  <a:lnTo>
                    <a:pt x="5853456" y="856028"/>
                  </a:lnTo>
                  <a:lnTo>
                    <a:pt x="5853581" y="856028"/>
                  </a:lnTo>
                  <a:lnTo>
                    <a:pt x="5853706" y="856028"/>
                  </a:lnTo>
                  <a:lnTo>
                    <a:pt x="5853831" y="856028"/>
                  </a:lnTo>
                  <a:lnTo>
                    <a:pt x="5853956" y="856028"/>
                  </a:lnTo>
                  <a:lnTo>
                    <a:pt x="5854081" y="856028"/>
                  </a:lnTo>
                  <a:lnTo>
                    <a:pt x="5854207" y="856028"/>
                  </a:lnTo>
                  <a:lnTo>
                    <a:pt x="5854332" y="856028"/>
                  </a:lnTo>
                  <a:lnTo>
                    <a:pt x="5854457" y="856028"/>
                  </a:lnTo>
                  <a:lnTo>
                    <a:pt x="5854582" y="856028"/>
                  </a:lnTo>
                  <a:lnTo>
                    <a:pt x="5854707" y="856028"/>
                  </a:lnTo>
                  <a:lnTo>
                    <a:pt x="5854832" y="856028"/>
                  </a:lnTo>
                  <a:lnTo>
                    <a:pt x="5854957" y="856028"/>
                  </a:lnTo>
                  <a:lnTo>
                    <a:pt x="5855082" y="856028"/>
                  </a:lnTo>
                  <a:lnTo>
                    <a:pt x="5855207" y="856028"/>
                  </a:lnTo>
                  <a:lnTo>
                    <a:pt x="5855332" y="856028"/>
                  </a:lnTo>
                  <a:lnTo>
                    <a:pt x="5855457" y="856028"/>
                  </a:lnTo>
                  <a:lnTo>
                    <a:pt x="5855582" y="856028"/>
                  </a:lnTo>
                  <a:lnTo>
                    <a:pt x="5855707" y="856028"/>
                  </a:lnTo>
                  <a:lnTo>
                    <a:pt x="5855832" y="856028"/>
                  </a:lnTo>
                  <a:lnTo>
                    <a:pt x="5855832" y="846074"/>
                  </a:lnTo>
                  <a:lnTo>
                    <a:pt x="5855957" y="846074"/>
                  </a:lnTo>
                  <a:lnTo>
                    <a:pt x="5856082" y="846074"/>
                  </a:lnTo>
                  <a:lnTo>
                    <a:pt x="5856207" y="846074"/>
                  </a:lnTo>
                  <a:lnTo>
                    <a:pt x="5856332" y="846074"/>
                  </a:lnTo>
                  <a:lnTo>
                    <a:pt x="5856457" y="846074"/>
                  </a:lnTo>
                  <a:lnTo>
                    <a:pt x="5856582" y="846074"/>
                  </a:lnTo>
                  <a:lnTo>
                    <a:pt x="5856582" y="836121"/>
                  </a:lnTo>
                  <a:lnTo>
                    <a:pt x="5856707" y="836121"/>
                  </a:lnTo>
                  <a:lnTo>
                    <a:pt x="5856832" y="836121"/>
                  </a:lnTo>
                  <a:lnTo>
                    <a:pt x="5856957" y="836121"/>
                  </a:lnTo>
                  <a:lnTo>
                    <a:pt x="5857082" y="836121"/>
                  </a:lnTo>
                  <a:lnTo>
                    <a:pt x="5857208" y="836121"/>
                  </a:lnTo>
                  <a:lnTo>
                    <a:pt x="5857333" y="836121"/>
                  </a:lnTo>
                  <a:lnTo>
                    <a:pt x="5857458" y="836121"/>
                  </a:lnTo>
                  <a:lnTo>
                    <a:pt x="5857583" y="836121"/>
                  </a:lnTo>
                  <a:lnTo>
                    <a:pt x="5857708" y="836121"/>
                  </a:lnTo>
                  <a:lnTo>
                    <a:pt x="5857833" y="836121"/>
                  </a:lnTo>
                  <a:lnTo>
                    <a:pt x="5857958" y="836121"/>
                  </a:lnTo>
                  <a:lnTo>
                    <a:pt x="5858083" y="836121"/>
                  </a:lnTo>
                  <a:lnTo>
                    <a:pt x="5858208" y="836121"/>
                  </a:lnTo>
                  <a:lnTo>
                    <a:pt x="5858333" y="836121"/>
                  </a:lnTo>
                  <a:lnTo>
                    <a:pt x="5858458" y="836121"/>
                  </a:lnTo>
                  <a:lnTo>
                    <a:pt x="5858583" y="836121"/>
                  </a:lnTo>
                  <a:lnTo>
                    <a:pt x="5858708" y="836121"/>
                  </a:lnTo>
                  <a:lnTo>
                    <a:pt x="5858833" y="836121"/>
                  </a:lnTo>
                  <a:lnTo>
                    <a:pt x="5858958" y="836121"/>
                  </a:lnTo>
                  <a:lnTo>
                    <a:pt x="5859083" y="836121"/>
                  </a:lnTo>
                  <a:lnTo>
                    <a:pt x="5859208" y="836121"/>
                  </a:lnTo>
                  <a:lnTo>
                    <a:pt x="5859333" y="836121"/>
                  </a:lnTo>
                  <a:lnTo>
                    <a:pt x="5859458" y="836121"/>
                  </a:lnTo>
                  <a:lnTo>
                    <a:pt x="5859583" y="836121"/>
                  </a:lnTo>
                  <a:lnTo>
                    <a:pt x="5859708" y="836121"/>
                  </a:lnTo>
                  <a:lnTo>
                    <a:pt x="5859833" y="836121"/>
                  </a:lnTo>
                  <a:lnTo>
                    <a:pt x="5859958" y="836121"/>
                  </a:lnTo>
                  <a:lnTo>
                    <a:pt x="5860084" y="836121"/>
                  </a:lnTo>
                  <a:lnTo>
                    <a:pt x="5860209" y="836121"/>
                  </a:lnTo>
                  <a:lnTo>
                    <a:pt x="5860334" y="836121"/>
                  </a:lnTo>
                  <a:lnTo>
                    <a:pt x="5860459" y="836121"/>
                  </a:lnTo>
                  <a:lnTo>
                    <a:pt x="5860584" y="836121"/>
                  </a:lnTo>
                  <a:lnTo>
                    <a:pt x="5860709" y="836121"/>
                  </a:lnTo>
                  <a:lnTo>
                    <a:pt x="5860834" y="836121"/>
                  </a:lnTo>
                  <a:lnTo>
                    <a:pt x="5860959" y="836121"/>
                  </a:lnTo>
                  <a:lnTo>
                    <a:pt x="5861084" y="836121"/>
                  </a:lnTo>
                  <a:lnTo>
                    <a:pt x="5861209" y="836121"/>
                  </a:lnTo>
                  <a:lnTo>
                    <a:pt x="5861334" y="836121"/>
                  </a:lnTo>
                  <a:lnTo>
                    <a:pt x="5861459" y="836121"/>
                  </a:lnTo>
                  <a:lnTo>
                    <a:pt x="5861584" y="836121"/>
                  </a:lnTo>
                  <a:lnTo>
                    <a:pt x="5861709" y="836121"/>
                  </a:lnTo>
                  <a:lnTo>
                    <a:pt x="5861834" y="836121"/>
                  </a:lnTo>
                  <a:lnTo>
                    <a:pt x="5861959" y="836121"/>
                  </a:lnTo>
                  <a:lnTo>
                    <a:pt x="5862084" y="836121"/>
                  </a:lnTo>
                  <a:lnTo>
                    <a:pt x="5862209" y="836121"/>
                  </a:lnTo>
                  <a:lnTo>
                    <a:pt x="5862334" y="836121"/>
                  </a:lnTo>
                  <a:lnTo>
                    <a:pt x="5862459" y="836121"/>
                  </a:lnTo>
                  <a:lnTo>
                    <a:pt x="5862584" y="836121"/>
                  </a:lnTo>
                  <a:lnTo>
                    <a:pt x="5862709" y="836121"/>
                  </a:lnTo>
                  <a:lnTo>
                    <a:pt x="5862834" y="836121"/>
                  </a:lnTo>
                  <a:lnTo>
                    <a:pt x="5862959" y="836121"/>
                  </a:lnTo>
                  <a:lnTo>
                    <a:pt x="5863085" y="836121"/>
                  </a:lnTo>
                  <a:lnTo>
                    <a:pt x="5863210" y="836121"/>
                  </a:lnTo>
                  <a:lnTo>
                    <a:pt x="5863335" y="836121"/>
                  </a:lnTo>
                  <a:lnTo>
                    <a:pt x="5863460" y="836121"/>
                  </a:lnTo>
                  <a:lnTo>
                    <a:pt x="5863585" y="836121"/>
                  </a:lnTo>
                  <a:lnTo>
                    <a:pt x="5863710" y="836121"/>
                  </a:lnTo>
                  <a:lnTo>
                    <a:pt x="5863835" y="836121"/>
                  </a:lnTo>
                  <a:lnTo>
                    <a:pt x="5863960" y="836121"/>
                  </a:lnTo>
                  <a:lnTo>
                    <a:pt x="5864085" y="836121"/>
                  </a:lnTo>
                  <a:lnTo>
                    <a:pt x="5864210" y="836121"/>
                  </a:lnTo>
                  <a:lnTo>
                    <a:pt x="5864335" y="836121"/>
                  </a:lnTo>
                  <a:lnTo>
                    <a:pt x="5864460" y="836121"/>
                  </a:lnTo>
                  <a:lnTo>
                    <a:pt x="5864585" y="836121"/>
                  </a:lnTo>
                  <a:lnTo>
                    <a:pt x="5864710" y="836121"/>
                  </a:lnTo>
                  <a:lnTo>
                    <a:pt x="5864835" y="836121"/>
                  </a:lnTo>
                  <a:lnTo>
                    <a:pt x="5864960" y="836121"/>
                  </a:lnTo>
                  <a:lnTo>
                    <a:pt x="5865085" y="836121"/>
                  </a:lnTo>
                  <a:lnTo>
                    <a:pt x="5865210" y="836121"/>
                  </a:lnTo>
                  <a:lnTo>
                    <a:pt x="5865335" y="836121"/>
                  </a:lnTo>
                  <a:lnTo>
                    <a:pt x="5865460" y="836121"/>
                  </a:lnTo>
                  <a:lnTo>
                    <a:pt x="5865585" y="836121"/>
                  </a:lnTo>
                  <a:lnTo>
                    <a:pt x="5865710" y="836121"/>
                  </a:lnTo>
                  <a:lnTo>
                    <a:pt x="5865835" y="836121"/>
                  </a:lnTo>
                  <a:lnTo>
                    <a:pt x="5865960" y="836121"/>
                  </a:lnTo>
                  <a:lnTo>
                    <a:pt x="5866086" y="836121"/>
                  </a:lnTo>
                  <a:lnTo>
                    <a:pt x="5866211" y="836121"/>
                  </a:lnTo>
                  <a:lnTo>
                    <a:pt x="5866336" y="836121"/>
                  </a:lnTo>
                  <a:lnTo>
                    <a:pt x="5866461" y="836121"/>
                  </a:lnTo>
                  <a:lnTo>
                    <a:pt x="5866586" y="836121"/>
                  </a:lnTo>
                  <a:lnTo>
                    <a:pt x="5866711" y="836121"/>
                  </a:lnTo>
                  <a:lnTo>
                    <a:pt x="5866836" y="836121"/>
                  </a:lnTo>
                  <a:lnTo>
                    <a:pt x="5866961" y="836121"/>
                  </a:lnTo>
                  <a:lnTo>
                    <a:pt x="5867086" y="836121"/>
                  </a:lnTo>
                  <a:lnTo>
                    <a:pt x="5867211" y="836121"/>
                  </a:lnTo>
                  <a:lnTo>
                    <a:pt x="5867336" y="836121"/>
                  </a:lnTo>
                  <a:lnTo>
                    <a:pt x="5867461" y="836121"/>
                  </a:lnTo>
                  <a:lnTo>
                    <a:pt x="5867586" y="836121"/>
                  </a:lnTo>
                  <a:lnTo>
                    <a:pt x="5867711" y="836121"/>
                  </a:lnTo>
                  <a:lnTo>
                    <a:pt x="5867836" y="836121"/>
                  </a:lnTo>
                  <a:lnTo>
                    <a:pt x="5867961" y="836121"/>
                  </a:lnTo>
                  <a:lnTo>
                    <a:pt x="5868086" y="836121"/>
                  </a:lnTo>
                  <a:lnTo>
                    <a:pt x="5868211" y="836121"/>
                  </a:lnTo>
                  <a:lnTo>
                    <a:pt x="5868336" y="836121"/>
                  </a:lnTo>
                  <a:lnTo>
                    <a:pt x="5868461" y="836121"/>
                  </a:lnTo>
                  <a:lnTo>
                    <a:pt x="5868586" y="836121"/>
                  </a:lnTo>
                  <a:lnTo>
                    <a:pt x="5868711" y="836121"/>
                  </a:lnTo>
                  <a:lnTo>
                    <a:pt x="5868836" y="836121"/>
                  </a:lnTo>
                  <a:lnTo>
                    <a:pt x="5868961" y="836121"/>
                  </a:lnTo>
                  <a:lnTo>
                    <a:pt x="5869087" y="836121"/>
                  </a:lnTo>
                  <a:lnTo>
                    <a:pt x="5869212" y="836121"/>
                  </a:lnTo>
                  <a:lnTo>
                    <a:pt x="5869337" y="836121"/>
                  </a:lnTo>
                  <a:lnTo>
                    <a:pt x="5869462" y="836121"/>
                  </a:lnTo>
                  <a:lnTo>
                    <a:pt x="5869587" y="836121"/>
                  </a:lnTo>
                  <a:lnTo>
                    <a:pt x="5869712" y="836121"/>
                  </a:lnTo>
                  <a:lnTo>
                    <a:pt x="5869837" y="836121"/>
                  </a:lnTo>
                  <a:lnTo>
                    <a:pt x="5869962" y="836121"/>
                  </a:lnTo>
                  <a:lnTo>
                    <a:pt x="5870087" y="836121"/>
                  </a:lnTo>
                  <a:lnTo>
                    <a:pt x="5870212" y="836121"/>
                  </a:lnTo>
                  <a:lnTo>
                    <a:pt x="5870337" y="836121"/>
                  </a:lnTo>
                  <a:lnTo>
                    <a:pt x="5870462" y="836121"/>
                  </a:lnTo>
                  <a:lnTo>
                    <a:pt x="5870587" y="836121"/>
                  </a:lnTo>
                  <a:lnTo>
                    <a:pt x="5870712" y="836121"/>
                  </a:lnTo>
                  <a:lnTo>
                    <a:pt x="5870837" y="836121"/>
                  </a:lnTo>
                  <a:lnTo>
                    <a:pt x="5870962" y="836121"/>
                  </a:lnTo>
                  <a:lnTo>
                    <a:pt x="5871087" y="836121"/>
                  </a:lnTo>
                  <a:lnTo>
                    <a:pt x="5871212" y="836121"/>
                  </a:lnTo>
                  <a:lnTo>
                    <a:pt x="5871337" y="836121"/>
                  </a:lnTo>
                  <a:lnTo>
                    <a:pt x="5871462" y="836121"/>
                  </a:lnTo>
                  <a:lnTo>
                    <a:pt x="5871587" y="836121"/>
                  </a:lnTo>
                  <a:lnTo>
                    <a:pt x="5871712" y="836121"/>
                  </a:lnTo>
                  <a:lnTo>
                    <a:pt x="5871837" y="836121"/>
                  </a:lnTo>
                  <a:lnTo>
                    <a:pt x="5871962" y="836121"/>
                  </a:lnTo>
                  <a:lnTo>
                    <a:pt x="5872088" y="836121"/>
                  </a:lnTo>
                  <a:lnTo>
                    <a:pt x="5872213" y="836121"/>
                  </a:lnTo>
                  <a:lnTo>
                    <a:pt x="5872338" y="836121"/>
                  </a:lnTo>
                  <a:lnTo>
                    <a:pt x="5872463" y="836121"/>
                  </a:lnTo>
                  <a:lnTo>
                    <a:pt x="5872588" y="836121"/>
                  </a:lnTo>
                  <a:lnTo>
                    <a:pt x="5872713" y="836121"/>
                  </a:lnTo>
                  <a:lnTo>
                    <a:pt x="5872838" y="836121"/>
                  </a:lnTo>
                  <a:lnTo>
                    <a:pt x="5872963" y="836121"/>
                  </a:lnTo>
                  <a:lnTo>
                    <a:pt x="5873088" y="836121"/>
                  </a:lnTo>
                  <a:lnTo>
                    <a:pt x="5873213" y="836121"/>
                  </a:lnTo>
                  <a:lnTo>
                    <a:pt x="5873338" y="836121"/>
                  </a:lnTo>
                  <a:lnTo>
                    <a:pt x="5873463" y="836121"/>
                  </a:lnTo>
                  <a:lnTo>
                    <a:pt x="5873588" y="836121"/>
                  </a:lnTo>
                  <a:lnTo>
                    <a:pt x="5873713" y="836121"/>
                  </a:lnTo>
                  <a:lnTo>
                    <a:pt x="5873838" y="836121"/>
                  </a:lnTo>
                  <a:lnTo>
                    <a:pt x="5873963" y="836121"/>
                  </a:lnTo>
                  <a:lnTo>
                    <a:pt x="5874088" y="836121"/>
                  </a:lnTo>
                  <a:lnTo>
                    <a:pt x="5874213" y="836121"/>
                  </a:lnTo>
                  <a:lnTo>
                    <a:pt x="5874338" y="836121"/>
                  </a:lnTo>
                  <a:lnTo>
                    <a:pt x="5874463" y="836121"/>
                  </a:lnTo>
                  <a:lnTo>
                    <a:pt x="5874588" y="836121"/>
                  </a:lnTo>
                  <a:lnTo>
                    <a:pt x="5874713" y="836121"/>
                  </a:lnTo>
                  <a:lnTo>
                    <a:pt x="5874838" y="836121"/>
                  </a:lnTo>
                  <a:lnTo>
                    <a:pt x="5874963" y="836121"/>
                  </a:lnTo>
                  <a:lnTo>
                    <a:pt x="5875089" y="836121"/>
                  </a:lnTo>
                  <a:lnTo>
                    <a:pt x="5875214" y="836121"/>
                  </a:lnTo>
                  <a:lnTo>
                    <a:pt x="5875339" y="836121"/>
                  </a:lnTo>
                  <a:lnTo>
                    <a:pt x="5875464" y="836121"/>
                  </a:lnTo>
                  <a:lnTo>
                    <a:pt x="5875589" y="836121"/>
                  </a:lnTo>
                  <a:lnTo>
                    <a:pt x="5875714" y="836121"/>
                  </a:lnTo>
                  <a:lnTo>
                    <a:pt x="5875839" y="836121"/>
                  </a:lnTo>
                  <a:lnTo>
                    <a:pt x="5875964" y="836121"/>
                  </a:lnTo>
                  <a:lnTo>
                    <a:pt x="5876089" y="836121"/>
                  </a:lnTo>
                  <a:lnTo>
                    <a:pt x="5876214" y="836121"/>
                  </a:lnTo>
                  <a:lnTo>
                    <a:pt x="5876339" y="836121"/>
                  </a:lnTo>
                  <a:lnTo>
                    <a:pt x="5876464" y="836121"/>
                  </a:lnTo>
                  <a:lnTo>
                    <a:pt x="5876464" y="826167"/>
                  </a:lnTo>
                  <a:lnTo>
                    <a:pt x="5876589" y="826167"/>
                  </a:lnTo>
                  <a:lnTo>
                    <a:pt x="5876714" y="826167"/>
                  </a:lnTo>
                  <a:lnTo>
                    <a:pt x="5876839" y="826167"/>
                  </a:lnTo>
                  <a:lnTo>
                    <a:pt x="5876964" y="826167"/>
                  </a:lnTo>
                  <a:lnTo>
                    <a:pt x="5877089" y="826167"/>
                  </a:lnTo>
                  <a:lnTo>
                    <a:pt x="5877214" y="826167"/>
                  </a:lnTo>
                  <a:lnTo>
                    <a:pt x="5877339" y="826167"/>
                  </a:lnTo>
                  <a:lnTo>
                    <a:pt x="5877464" y="826167"/>
                  </a:lnTo>
                  <a:lnTo>
                    <a:pt x="5877589" y="826167"/>
                  </a:lnTo>
                  <a:lnTo>
                    <a:pt x="5877714" y="826167"/>
                  </a:lnTo>
                  <a:lnTo>
                    <a:pt x="5877839" y="826167"/>
                  </a:lnTo>
                  <a:lnTo>
                    <a:pt x="5877964" y="826167"/>
                  </a:lnTo>
                  <a:lnTo>
                    <a:pt x="5878090" y="826167"/>
                  </a:lnTo>
                  <a:lnTo>
                    <a:pt x="5878215" y="826167"/>
                  </a:lnTo>
                  <a:lnTo>
                    <a:pt x="5878340" y="826167"/>
                  </a:lnTo>
                  <a:lnTo>
                    <a:pt x="5878465" y="826167"/>
                  </a:lnTo>
                  <a:lnTo>
                    <a:pt x="5878590" y="826167"/>
                  </a:lnTo>
                  <a:lnTo>
                    <a:pt x="5878715" y="826167"/>
                  </a:lnTo>
                  <a:lnTo>
                    <a:pt x="5878840" y="826167"/>
                  </a:lnTo>
                  <a:lnTo>
                    <a:pt x="5878965" y="826167"/>
                  </a:lnTo>
                  <a:lnTo>
                    <a:pt x="5879090" y="826167"/>
                  </a:lnTo>
                  <a:lnTo>
                    <a:pt x="5879215" y="826167"/>
                  </a:lnTo>
                  <a:lnTo>
                    <a:pt x="5879340" y="826167"/>
                  </a:lnTo>
                  <a:lnTo>
                    <a:pt x="5879465" y="826167"/>
                  </a:lnTo>
                  <a:lnTo>
                    <a:pt x="5879590" y="826167"/>
                  </a:lnTo>
                  <a:lnTo>
                    <a:pt x="5879715" y="826167"/>
                  </a:lnTo>
                  <a:lnTo>
                    <a:pt x="5879840" y="826167"/>
                  </a:lnTo>
                  <a:lnTo>
                    <a:pt x="5879965" y="826167"/>
                  </a:lnTo>
                  <a:lnTo>
                    <a:pt x="5880090" y="826167"/>
                  </a:lnTo>
                  <a:lnTo>
                    <a:pt x="5880215" y="826167"/>
                  </a:lnTo>
                  <a:lnTo>
                    <a:pt x="5880340" y="826167"/>
                  </a:lnTo>
                  <a:lnTo>
                    <a:pt x="5880465" y="826167"/>
                  </a:lnTo>
                  <a:lnTo>
                    <a:pt x="5880590" y="826167"/>
                  </a:lnTo>
                  <a:lnTo>
                    <a:pt x="5880715" y="826167"/>
                  </a:lnTo>
                  <a:lnTo>
                    <a:pt x="5880840" y="826167"/>
                  </a:lnTo>
                  <a:lnTo>
                    <a:pt x="5880965" y="826167"/>
                  </a:lnTo>
                  <a:lnTo>
                    <a:pt x="5881091" y="826167"/>
                  </a:lnTo>
                  <a:lnTo>
                    <a:pt x="5881216" y="826167"/>
                  </a:lnTo>
                  <a:lnTo>
                    <a:pt x="5881341" y="826167"/>
                  </a:lnTo>
                  <a:lnTo>
                    <a:pt x="5881466" y="826167"/>
                  </a:lnTo>
                  <a:lnTo>
                    <a:pt x="5881591" y="826167"/>
                  </a:lnTo>
                  <a:lnTo>
                    <a:pt x="5881716" y="826167"/>
                  </a:lnTo>
                  <a:lnTo>
                    <a:pt x="5881841" y="826167"/>
                  </a:lnTo>
                  <a:lnTo>
                    <a:pt x="5881966" y="826167"/>
                  </a:lnTo>
                  <a:lnTo>
                    <a:pt x="5882091" y="826167"/>
                  </a:lnTo>
                  <a:lnTo>
                    <a:pt x="5882216" y="826167"/>
                  </a:lnTo>
                  <a:lnTo>
                    <a:pt x="5882341" y="826167"/>
                  </a:lnTo>
                  <a:lnTo>
                    <a:pt x="5882466" y="826167"/>
                  </a:lnTo>
                  <a:lnTo>
                    <a:pt x="5882591" y="826167"/>
                  </a:lnTo>
                  <a:lnTo>
                    <a:pt x="5882716" y="826167"/>
                  </a:lnTo>
                  <a:lnTo>
                    <a:pt x="5882841" y="826167"/>
                  </a:lnTo>
                  <a:lnTo>
                    <a:pt x="5882966" y="826167"/>
                  </a:lnTo>
                  <a:lnTo>
                    <a:pt x="5883091" y="826167"/>
                  </a:lnTo>
                  <a:lnTo>
                    <a:pt x="5883216" y="826167"/>
                  </a:lnTo>
                  <a:lnTo>
                    <a:pt x="5883341" y="826167"/>
                  </a:lnTo>
                  <a:lnTo>
                    <a:pt x="5883466" y="826167"/>
                  </a:lnTo>
                  <a:lnTo>
                    <a:pt x="5883466" y="816213"/>
                  </a:lnTo>
                  <a:lnTo>
                    <a:pt x="5883591" y="816213"/>
                  </a:lnTo>
                  <a:lnTo>
                    <a:pt x="5883716" y="816213"/>
                  </a:lnTo>
                  <a:lnTo>
                    <a:pt x="5883841" y="816213"/>
                  </a:lnTo>
                  <a:lnTo>
                    <a:pt x="5883966" y="816213"/>
                  </a:lnTo>
                  <a:lnTo>
                    <a:pt x="5884092" y="816213"/>
                  </a:lnTo>
                  <a:lnTo>
                    <a:pt x="5884217" y="816213"/>
                  </a:lnTo>
                  <a:lnTo>
                    <a:pt x="5884342" y="816213"/>
                  </a:lnTo>
                  <a:lnTo>
                    <a:pt x="5884467" y="816213"/>
                  </a:lnTo>
                  <a:lnTo>
                    <a:pt x="5884592" y="816213"/>
                  </a:lnTo>
                  <a:lnTo>
                    <a:pt x="5884717" y="816213"/>
                  </a:lnTo>
                  <a:lnTo>
                    <a:pt x="5884842" y="816213"/>
                  </a:lnTo>
                  <a:lnTo>
                    <a:pt x="5884967" y="816213"/>
                  </a:lnTo>
                  <a:lnTo>
                    <a:pt x="5885092" y="816213"/>
                  </a:lnTo>
                  <a:lnTo>
                    <a:pt x="5885217" y="816213"/>
                  </a:lnTo>
                  <a:lnTo>
                    <a:pt x="5885342" y="816213"/>
                  </a:lnTo>
                  <a:lnTo>
                    <a:pt x="5885467" y="816213"/>
                  </a:lnTo>
                  <a:lnTo>
                    <a:pt x="5885592" y="816213"/>
                  </a:lnTo>
                  <a:lnTo>
                    <a:pt x="5885717" y="816213"/>
                  </a:lnTo>
                  <a:lnTo>
                    <a:pt x="5885842" y="816213"/>
                  </a:lnTo>
                  <a:lnTo>
                    <a:pt x="5885967" y="816213"/>
                  </a:lnTo>
                  <a:lnTo>
                    <a:pt x="5886092" y="816213"/>
                  </a:lnTo>
                  <a:lnTo>
                    <a:pt x="5886217" y="816213"/>
                  </a:lnTo>
                  <a:lnTo>
                    <a:pt x="5886342" y="816213"/>
                  </a:lnTo>
                  <a:lnTo>
                    <a:pt x="5886467" y="816213"/>
                  </a:lnTo>
                  <a:lnTo>
                    <a:pt x="5886592" y="816213"/>
                  </a:lnTo>
                  <a:lnTo>
                    <a:pt x="5886717" y="816213"/>
                  </a:lnTo>
                  <a:lnTo>
                    <a:pt x="5886842" y="816213"/>
                  </a:lnTo>
                  <a:lnTo>
                    <a:pt x="5886967" y="816213"/>
                  </a:lnTo>
                  <a:lnTo>
                    <a:pt x="5886967" y="806259"/>
                  </a:lnTo>
                  <a:lnTo>
                    <a:pt x="5887093" y="806259"/>
                  </a:lnTo>
                  <a:lnTo>
                    <a:pt x="5887218" y="806259"/>
                  </a:lnTo>
                  <a:lnTo>
                    <a:pt x="5887343" y="806259"/>
                  </a:lnTo>
                  <a:lnTo>
                    <a:pt x="5887468" y="806259"/>
                  </a:lnTo>
                  <a:lnTo>
                    <a:pt x="5887593" y="806259"/>
                  </a:lnTo>
                  <a:lnTo>
                    <a:pt x="5887718" y="806259"/>
                  </a:lnTo>
                  <a:lnTo>
                    <a:pt x="5887718" y="796305"/>
                  </a:lnTo>
                  <a:lnTo>
                    <a:pt x="5887843" y="796305"/>
                  </a:lnTo>
                  <a:lnTo>
                    <a:pt x="5887968" y="796305"/>
                  </a:lnTo>
                  <a:lnTo>
                    <a:pt x="5888093" y="796305"/>
                  </a:lnTo>
                  <a:lnTo>
                    <a:pt x="5888218" y="796305"/>
                  </a:lnTo>
                  <a:lnTo>
                    <a:pt x="5888343" y="796305"/>
                  </a:lnTo>
                  <a:lnTo>
                    <a:pt x="5888468" y="796305"/>
                  </a:lnTo>
                  <a:lnTo>
                    <a:pt x="5888593" y="796305"/>
                  </a:lnTo>
                  <a:lnTo>
                    <a:pt x="5888718" y="796305"/>
                  </a:lnTo>
                  <a:lnTo>
                    <a:pt x="5888843" y="796305"/>
                  </a:lnTo>
                  <a:lnTo>
                    <a:pt x="5888968" y="796305"/>
                  </a:lnTo>
                  <a:lnTo>
                    <a:pt x="5889093" y="796305"/>
                  </a:lnTo>
                  <a:lnTo>
                    <a:pt x="5889218" y="796305"/>
                  </a:lnTo>
                  <a:lnTo>
                    <a:pt x="5889343" y="796305"/>
                  </a:lnTo>
                  <a:lnTo>
                    <a:pt x="5889468" y="796305"/>
                  </a:lnTo>
                  <a:lnTo>
                    <a:pt x="5889593" y="796305"/>
                  </a:lnTo>
                  <a:lnTo>
                    <a:pt x="5889718" y="796305"/>
                  </a:lnTo>
                  <a:lnTo>
                    <a:pt x="5889843" y="796305"/>
                  </a:lnTo>
                  <a:lnTo>
                    <a:pt x="5889968" y="796305"/>
                  </a:lnTo>
                  <a:lnTo>
                    <a:pt x="5890094" y="796305"/>
                  </a:lnTo>
                  <a:lnTo>
                    <a:pt x="5890219" y="796305"/>
                  </a:lnTo>
                  <a:lnTo>
                    <a:pt x="5890344" y="796305"/>
                  </a:lnTo>
                  <a:lnTo>
                    <a:pt x="5890469" y="796305"/>
                  </a:lnTo>
                  <a:lnTo>
                    <a:pt x="5890594" y="796305"/>
                  </a:lnTo>
                  <a:lnTo>
                    <a:pt x="5890719" y="796305"/>
                  </a:lnTo>
                  <a:lnTo>
                    <a:pt x="5890844" y="796305"/>
                  </a:lnTo>
                  <a:lnTo>
                    <a:pt x="5890969" y="796305"/>
                  </a:lnTo>
                  <a:lnTo>
                    <a:pt x="5891094" y="796305"/>
                  </a:lnTo>
                  <a:lnTo>
                    <a:pt x="5891219" y="796305"/>
                  </a:lnTo>
                  <a:lnTo>
                    <a:pt x="5891344" y="796305"/>
                  </a:lnTo>
                  <a:lnTo>
                    <a:pt x="5891469" y="796305"/>
                  </a:lnTo>
                  <a:lnTo>
                    <a:pt x="5891594" y="796305"/>
                  </a:lnTo>
                  <a:lnTo>
                    <a:pt x="5891719" y="796305"/>
                  </a:lnTo>
                  <a:lnTo>
                    <a:pt x="5891844" y="796305"/>
                  </a:lnTo>
                  <a:lnTo>
                    <a:pt x="5891844" y="786351"/>
                  </a:lnTo>
                  <a:lnTo>
                    <a:pt x="5891969" y="786351"/>
                  </a:lnTo>
                  <a:lnTo>
                    <a:pt x="5892094" y="786351"/>
                  </a:lnTo>
                  <a:lnTo>
                    <a:pt x="5892219" y="786351"/>
                  </a:lnTo>
                  <a:lnTo>
                    <a:pt x="5892344" y="786351"/>
                  </a:lnTo>
                  <a:lnTo>
                    <a:pt x="5892469" y="786351"/>
                  </a:lnTo>
                  <a:lnTo>
                    <a:pt x="5892594" y="786351"/>
                  </a:lnTo>
                  <a:lnTo>
                    <a:pt x="5892719" y="786351"/>
                  </a:lnTo>
                  <a:lnTo>
                    <a:pt x="5892844" y="786351"/>
                  </a:lnTo>
                  <a:lnTo>
                    <a:pt x="5892969" y="786351"/>
                  </a:lnTo>
                  <a:lnTo>
                    <a:pt x="5893095" y="786351"/>
                  </a:lnTo>
                  <a:lnTo>
                    <a:pt x="5893220" y="786351"/>
                  </a:lnTo>
                  <a:lnTo>
                    <a:pt x="5893345" y="786351"/>
                  </a:lnTo>
                  <a:lnTo>
                    <a:pt x="5893470" y="786351"/>
                  </a:lnTo>
                  <a:lnTo>
                    <a:pt x="5893595" y="786351"/>
                  </a:lnTo>
                  <a:lnTo>
                    <a:pt x="5893720" y="786351"/>
                  </a:lnTo>
                  <a:lnTo>
                    <a:pt x="5893845" y="786351"/>
                  </a:lnTo>
                  <a:lnTo>
                    <a:pt x="5893970" y="786351"/>
                  </a:lnTo>
                  <a:lnTo>
                    <a:pt x="5894095" y="786351"/>
                  </a:lnTo>
                  <a:lnTo>
                    <a:pt x="5894220" y="786351"/>
                  </a:lnTo>
                  <a:lnTo>
                    <a:pt x="5894345" y="786351"/>
                  </a:lnTo>
                  <a:lnTo>
                    <a:pt x="5894470" y="786351"/>
                  </a:lnTo>
                  <a:lnTo>
                    <a:pt x="5894595" y="786351"/>
                  </a:lnTo>
                  <a:lnTo>
                    <a:pt x="5894720" y="786351"/>
                  </a:lnTo>
                  <a:lnTo>
                    <a:pt x="5894845" y="786351"/>
                  </a:lnTo>
                  <a:lnTo>
                    <a:pt x="5894970" y="786351"/>
                  </a:lnTo>
                  <a:lnTo>
                    <a:pt x="5895095" y="786351"/>
                  </a:lnTo>
                  <a:lnTo>
                    <a:pt x="5895220" y="786351"/>
                  </a:lnTo>
                  <a:lnTo>
                    <a:pt x="5895345" y="786351"/>
                  </a:lnTo>
                  <a:lnTo>
                    <a:pt x="5895470" y="786351"/>
                  </a:lnTo>
                  <a:lnTo>
                    <a:pt x="5895595" y="786351"/>
                  </a:lnTo>
                  <a:lnTo>
                    <a:pt x="5895720" y="786351"/>
                  </a:lnTo>
                  <a:lnTo>
                    <a:pt x="5895845" y="786351"/>
                  </a:lnTo>
                  <a:lnTo>
                    <a:pt x="5895970" y="786351"/>
                  </a:lnTo>
                  <a:lnTo>
                    <a:pt x="5896096" y="786351"/>
                  </a:lnTo>
                  <a:lnTo>
                    <a:pt x="5896221" y="786351"/>
                  </a:lnTo>
                  <a:lnTo>
                    <a:pt x="5896346" y="786351"/>
                  </a:lnTo>
                  <a:lnTo>
                    <a:pt x="5896471" y="786351"/>
                  </a:lnTo>
                  <a:lnTo>
                    <a:pt x="5896596" y="786351"/>
                  </a:lnTo>
                  <a:lnTo>
                    <a:pt x="5896721" y="786351"/>
                  </a:lnTo>
                  <a:lnTo>
                    <a:pt x="5896846" y="786351"/>
                  </a:lnTo>
                  <a:lnTo>
                    <a:pt x="5896971" y="786351"/>
                  </a:lnTo>
                  <a:lnTo>
                    <a:pt x="5897096" y="786351"/>
                  </a:lnTo>
                  <a:lnTo>
                    <a:pt x="5897221" y="786351"/>
                  </a:lnTo>
                  <a:lnTo>
                    <a:pt x="5897346" y="786351"/>
                  </a:lnTo>
                  <a:lnTo>
                    <a:pt x="5897471" y="786351"/>
                  </a:lnTo>
                  <a:lnTo>
                    <a:pt x="5897596" y="786351"/>
                  </a:lnTo>
                  <a:lnTo>
                    <a:pt x="5897721" y="786351"/>
                  </a:lnTo>
                  <a:lnTo>
                    <a:pt x="5897846" y="786351"/>
                  </a:lnTo>
                  <a:lnTo>
                    <a:pt x="5897971" y="786351"/>
                  </a:lnTo>
                  <a:lnTo>
                    <a:pt x="5898096" y="786351"/>
                  </a:lnTo>
                  <a:lnTo>
                    <a:pt x="5898221" y="786351"/>
                  </a:lnTo>
                  <a:lnTo>
                    <a:pt x="5898346" y="786351"/>
                  </a:lnTo>
                  <a:lnTo>
                    <a:pt x="5898471" y="786351"/>
                  </a:lnTo>
                  <a:lnTo>
                    <a:pt x="5898596" y="786351"/>
                  </a:lnTo>
                  <a:lnTo>
                    <a:pt x="5898721" y="786351"/>
                  </a:lnTo>
                  <a:lnTo>
                    <a:pt x="5898846" y="786351"/>
                  </a:lnTo>
                  <a:lnTo>
                    <a:pt x="5898972" y="786351"/>
                  </a:lnTo>
                  <a:lnTo>
                    <a:pt x="5899097" y="786351"/>
                  </a:lnTo>
                  <a:lnTo>
                    <a:pt x="5899222" y="786351"/>
                  </a:lnTo>
                  <a:lnTo>
                    <a:pt x="5899347" y="786351"/>
                  </a:lnTo>
                  <a:lnTo>
                    <a:pt x="5899472" y="786351"/>
                  </a:lnTo>
                  <a:lnTo>
                    <a:pt x="5899597" y="786351"/>
                  </a:lnTo>
                  <a:lnTo>
                    <a:pt x="5899722" y="786351"/>
                  </a:lnTo>
                  <a:lnTo>
                    <a:pt x="5899847" y="786351"/>
                  </a:lnTo>
                  <a:lnTo>
                    <a:pt x="5899972" y="786351"/>
                  </a:lnTo>
                  <a:lnTo>
                    <a:pt x="5900097" y="786351"/>
                  </a:lnTo>
                  <a:lnTo>
                    <a:pt x="5900222" y="786351"/>
                  </a:lnTo>
                  <a:lnTo>
                    <a:pt x="5900347" y="786351"/>
                  </a:lnTo>
                  <a:lnTo>
                    <a:pt x="5900472" y="786351"/>
                  </a:lnTo>
                  <a:lnTo>
                    <a:pt x="5900597" y="786351"/>
                  </a:lnTo>
                  <a:lnTo>
                    <a:pt x="5900722" y="786351"/>
                  </a:lnTo>
                  <a:lnTo>
                    <a:pt x="5900847" y="786351"/>
                  </a:lnTo>
                  <a:lnTo>
                    <a:pt x="5900972" y="786351"/>
                  </a:lnTo>
                  <a:lnTo>
                    <a:pt x="5901097" y="786351"/>
                  </a:lnTo>
                  <a:lnTo>
                    <a:pt x="5901222" y="786351"/>
                  </a:lnTo>
                  <a:lnTo>
                    <a:pt x="5901347" y="786351"/>
                  </a:lnTo>
                  <a:lnTo>
                    <a:pt x="5901472" y="786351"/>
                  </a:lnTo>
                  <a:lnTo>
                    <a:pt x="5901597" y="786351"/>
                  </a:lnTo>
                  <a:lnTo>
                    <a:pt x="5901722" y="786351"/>
                  </a:lnTo>
                  <a:lnTo>
                    <a:pt x="5901847" y="786351"/>
                  </a:lnTo>
                  <a:lnTo>
                    <a:pt x="5901973" y="786351"/>
                  </a:lnTo>
                  <a:lnTo>
                    <a:pt x="5902098" y="786351"/>
                  </a:lnTo>
                  <a:lnTo>
                    <a:pt x="5902223" y="786351"/>
                  </a:lnTo>
                  <a:lnTo>
                    <a:pt x="5902348" y="786351"/>
                  </a:lnTo>
                  <a:lnTo>
                    <a:pt x="5902473" y="786351"/>
                  </a:lnTo>
                  <a:lnTo>
                    <a:pt x="5902598" y="786351"/>
                  </a:lnTo>
                  <a:lnTo>
                    <a:pt x="5902723" y="786351"/>
                  </a:lnTo>
                  <a:lnTo>
                    <a:pt x="5902848" y="786351"/>
                  </a:lnTo>
                  <a:lnTo>
                    <a:pt x="5902973" y="786351"/>
                  </a:lnTo>
                  <a:lnTo>
                    <a:pt x="5903098" y="786351"/>
                  </a:lnTo>
                  <a:lnTo>
                    <a:pt x="5903223" y="786351"/>
                  </a:lnTo>
                  <a:lnTo>
                    <a:pt x="5903348" y="786351"/>
                  </a:lnTo>
                  <a:lnTo>
                    <a:pt x="5903473" y="786351"/>
                  </a:lnTo>
                  <a:lnTo>
                    <a:pt x="5903598" y="786351"/>
                  </a:lnTo>
                  <a:lnTo>
                    <a:pt x="5903723" y="786351"/>
                  </a:lnTo>
                  <a:lnTo>
                    <a:pt x="5903848" y="786351"/>
                  </a:lnTo>
                  <a:lnTo>
                    <a:pt x="5903973" y="786351"/>
                  </a:lnTo>
                  <a:lnTo>
                    <a:pt x="5904098" y="786351"/>
                  </a:lnTo>
                  <a:lnTo>
                    <a:pt x="5904223" y="786351"/>
                  </a:lnTo>
                  <a:lnTo>
                    <a:pt x="5904348" y="786351"/>
                  </a:lnTo>
                  <a:lnTo>
                    <a:pt x="5904473" y="786351"/>
                  </a:lnTo>
                  <a:lnTo>
                    <a:pt x="5904598" y="786351"/>
                  </a:lnTo>
                  <a:lnTo>
                    <a:pt x="5904723" y="786351"/>
                  </a:lnTo>
                  <a:lnTo>
                    <a:pt x="5904848" y="786351"/>
                  </a:lnTo>
                  <a:lnTo>
                    <a:pt x="5904974" y="786351"/>
                  </a:lnTo>
                  <a:lnTo>
                    <a:pt x="5905099" y="786351"/>
                  </a:lnTo>
                  <a:lnTo>
                    <a:pt x="5905224" y="786351"/>
                  </a:lnTo>
                  <a:lnTo>
                    <a:pt x="5905349" y="786351"/>
                  </a:lnTo>
                  <a:lnTo>
                    <a:pt x="5905474" y="786351"/>
                  </a:lnTo>
                  <a:lnTo>
                    <a:pt x="5905599" y="786351"/>
                  </a:lnTo>
                  <a:lnTo>
                    <a:pt x="5905724" y="786351"/>
                  </a:lnTo>
                  <a:lnTo>
                    <a:pt x="5905849" y="786351"/>
                  </a:lnTo>
                  <a:lnTo>
                    <a:pt x="5905974" y="786351"/>
                  </a:lnTo>
                  <a:lnTo>
                    <a:pt x="5905974" y="776398"/>
                  </a:lnTo>
                  <a:lnTo>
                    <a:pt x="5906099" y="776398"/>
                  </a:lnTo>
                  <a:lnTo>
                    <a:pt x="5906224" y="776398"/>
                  </a:lnTo>
                  <a:lnTo>
                    <a:pt x="5906349" y="776398"/>
                  </a:lnTo>
                  <a:lnTo>
                    <a:pt x="5906474" y="776398"/>
                  </a:lnTo>
                  <a:lnTo>
                    <a:pt x="5906599" y="776398"/>
                  </a:lnTo>
                  <a:lnTo>
                    <a:pt x="5906724" y="776398"/>
                  </a:lnTo>
                  <a:lnTo>
                    <a:pt x="5906849" y="776398"/>
                  </a:lnTo>
                  <a:lnTo>
                    <a:pt x="5906974" y="776398"/>
                  </a:lnTo>
                  <a:lnTo>
                    <a:pt x="5907099" y="776398"/>
                  </a:lnTo>
                  <a:lnTo>
                    <a:pt x="5907224" y="776398"/>
                  </a:lnTo>
                  <a:lnTo>
                    <a:pt x="5907349" y="776398"/>
                  </a:lnTo>
                  <a:lnTo>
                    <a:pt x="5907474" y="776398"/>
                  </a:lnTo>
                  <a:lnTo>
                    <a:pt x="5907599" y="776398"/>
                  </a:lnTo>
                  <a:lnTo>
                    <a:pt x="5907724" y="776398"/>
                  </a:lnTo>
                  <a:lnTo>
                    <a:pt x="5907849" y="776398"/>
                  </a:lnTo>
                  <a:lnTo>
                    <a:pt x="5907975" y="776398"/>
                  </a:lnTo>
                  <a:lnTo>
                    <a:pt x="5908100" y="776398"/>
                  </a:lnTo>
                  <a:lnTo>
                    <a:pt x="5908225" y="776398"/>
                  </a:lnTo>
                  <a:lnTo>
                    <a:pt x="5908350" y="776398"/>
                  </a:lnTo>
                  <a:lnTo>
                    <a:pt x="5908475" y="776398"/>
                  </a:lnTo>
                  <a:lnTo>
                    <a:pt x="5908600" y="776398"/>
                  </a:lnTo>
                  <a:lnTo>
                    <a:pt x="5908725" y="776398"/>
                  </a:lnTo>
                  <a:lnTo>
                    <a:pt x="5908850" y="776398"/>
                  </a:lnTo>
                  <a:lnTo>
                    <a:pt x="5908975" y="776398"/>
                  </a:lnTo>
                  <a:lnTo>
                    <a:pt x="5909100" y="776398"/>
                  </a:lnTo>
                  <a:lnTo>
                    <a:pt x="5909225" y="776398"/>
                  </a:lnTo>
                  <a:lnTo>
                    <a:pt x="5909350" y="776398"/>
                  </a:lnTo>
                  <a:lnTo>
                    <a:pt x="5909475" y="776398"/>
                  </a:lnTo>
                  <a:lnTo>
                    <a:pt x="5909600" y="776398"/>
                  </a:lnTo>
                  <a:lnTo>
                    <a:pt x="5909725" y="776398"/>
                  </a:lnTo>
                  <a:lnTo>
                    <a:pt x="5909850" y="776398"/>
                  </a:lnTo>
                  <a:lnTo>
                    <a:pt x="5909975" y="776398"/>
                  </a:lnTo>
                  <a:lnTo>
                    <a:pt x="5910100" y="776398"/>
                  </a:lnTo>
                  <a:lnTo>
                    <a:pt x="5910225" y="776398"/>
                  </a:lnTo>
                  <a:lnTo>
                    <a:pt x="5910350" y="776398"/>
                  </a:lnTo>
                  <a:lnTo>
                    <a:pt x="5910475" y="776398"/>
                  </a:lnTo>
                  <a:lnTo>
                    <a:pt x="5910600" y="776398"/>
                  </a:lnTo>
                  <a:lnTo>
                    <a:pt x="5910725" y="776398"/>
                  </a:lnTo>
                  <a:lnTo>
                    <a:pt x="5910850" y="776398"/>
                  </a:lnTo>
                  <a:lnTo>
                    <a:pt x="5910976" y="776398"/>
                  </a:lnTo>
                  <a:lnTo>
                    <a:pt x="5911101" y="776398"/>
                  </a:lnTo>
                  <a:lnTo>
                    <a:pt x="5911226" y="776398"/>
                  </a:lnTo>
                  <a:lnTo>
                    <a:pt x="5911351" y="776398"/>
                  </a:lnTo>
                  <a:lnTo>
                    <a:pt x="5911476" y="776398"/>
                  </a:lnTo>
                  <a:lnTo>
                    <a:pt x="5911601" y="776398"/>
                  </a:lnTo>
                  <a:lnTo>
                    <a:pt x="5911726" y="776398"/>
                  </a:lnTo>
                  <a:lnTo>
                    <a:pt x="5911851" y="776398"/>
                  </a:lnTo>
                  <a:lnTo>
                    <a:pt x="5911976" y="776398"/>
                  </a:lnTo>
                  <a:lnTo>
                    <a:pt x="5912101" y="776398"/>
                  </a:lnTo>
                  <a:lnTo>
                    <a:pt x="5912226" y="776398"/>
                  </a:lnTo>
                  <a:lnTo>
                    <a:pt x="5912351" y="776398"/>
                  </a:lnTo>
                  <a:lnTo>
                    <a:pt x="5912476" y="776398"/>
                  </a:lnTo>
                  <a:lnTo>
                    <a:pt x="5912601" y="776398"/>
                  </a:lnTo>
                  <a:lnTo>
                    <a:pt x="5912726" y="776398"/>
                  </a:lnTo>
                  <a:lnTo>
                    <a:pt x="5912851" y="776398"/>
                  </a:lnTo>
                  <a:lnTo>
                    <a:pt x="5912976" y="776398"/>
                  </a:lnTo>
                  <a:lnTo>
                    <a:pt x="5913101" y="776398"/>
                  </a:lnTo>
                  <a:lnTo>
                    <a:pt x="5913226" y="776398"/>
                  </a:lnTo>
                  <a:lnTo>
                    <a:pt x="5913351" y="776398"/>
                  </a:lnTo>
                  <a:lnTo>
                    <a:pt x="5913476" y="776398"/>
                  </a:lnTo>
                  <a:lnTo>
                    <a:pt x="5913601" y="776398"/>
                  </a:lnTo>
                  <a:lnTo>
                    <a:pt x="5913726" y="776398"/>
                  </a:lnTo>
                  <a:lnTo>
                    <a:pt x="5913851" y="776398"/>
                  </a:lnTo>
                  <a:lnTo>
                    <a:pt x="5913977" y="776398"/>
                  </a:lnTo>
                  <a:lnTo>
                    <a:pt x="5914102" y="776398"/>
                  </a:lnTo>
                  <a:lnTo>
                    <a:pt x="5914227" y="776398"/>
                  </a:lnTo>
                  <a:lnTo>
                    <a:pt x="5914352" y="776398"/>
                  </a:lnTo>
                  <a:lnTo>
                    <a:pt x="5914477" y="776398"/>
                  </a:lnTo>
                  <a:lnTo>
                    <a:pt x="5914602" y="776398"/>
                  </a:lnTo>
                  <a:lnTo>
                    <a:pt x="5914727" y="776398"/>
                  </a:lnTo>
                  <a:lnTo>
                    <a:pt x="5914852" y="776398"/>
                  </a:lnTo>
                  <a:lnTo>
                    <a:pt x="5914977" y="776398"/>
                  </a:lnTo>
                  <a:lnTo>
                    <a:pt x="5915102" y="776398"/>
                  </a:lnTo>
                  <a:lnTo>
                    <a:pt x="5915227" y="776398"/>
                  </a:lnTo>
                  <a:lnTo>
                    <a:pt x="5915352" y="776398"/>
                  </a:lnTo>
                  <a:lnTo>
                    <a:pt x="5915477" y="776398"/>
                  </a:lnTo>
                  <a:lnTo>
                    <a:pt x="5915602" y="776398"/>
                  </a:lnTo>
                  <a:lnTo>
                    <a:pt x="5915727" y="776398"/>
                  </a:lnTo>
                  <a:lnTo>
                    <a:pt x="5915852" y="776398"/>
                  </a:lnTo>
                  <a:lnTo>
                    <a:pt x="5915977" y="776398"/>
                  </a:lnTo>
                  <a:lnTo>
                    <a:pt x="5916102" y="776398"/>
                  </a:lnTo>
                  <a:lnTo>
                    <a:pt x="5916227" y="776398"/>
                  </a:lnTo>
                  <a:lnTo>
                    <a:pt x="5916352" y="776398"/>
                  </a:lnTo>
                  <a:lnTo>
                    <a:pt x="5916477" y="776398"/>
                  </a:lnTo>
                  <a:lnTo>
                    <a:pt x="5916602" y="776398"/>
                  </a:lnTo>
                  <a:lnTo>
                    <a:pt x="5916727" y="776398"/>
                  </a:lnTo>
                  <a:lnTo>
                    <a:pt x="5916852" y="776398"/>
                  </a:lnTo>
                  <a:lnTo>
                    <a:pt x="5916978" y="776398"/>
                  </a:lnTo>
                  <a:lnTo>
                    <a:pt x="5917103" y="776398"/>
                  </a:lnTo>
                  <a:lnTo>
                    <a:pt x="5917228" y="776398"/>
                  </a:lnTo>
                  <a:lnTo>
                    <a:pt x="5917353" y="776398"/>
                  </a:lnTo>
                  <a:lnTo>
                    <a:pt x="5917478" y="776398"/>
                  </a:lnTo>
                  <a:lnTo>
                    <a:pt x="5917603" y="776398"/>
                  </a:lnTo>
                  <a:lnTo>
                    <a:pt x="5917728" y="776398"/>
                  </a:lnTo>
                  <a:lnTo>
                    <a:pt x="5917853" y="776398"/>
                  </a:lnTo>
                  <a:lnTo>
                    <a:pt x="5917978" y="776398"/>
                  </a:lnTo>
                  <a:lnTo>
                    <a:pt x="5918103" y="776398"/>
                  </a:lnTo>
                  <a:lnTo>
                    <a:pt x="5918228" y="776398"/>
                  </a:lnTo>
                  <a:lnTo>
                    <a:pt x="5918353" y="776398"/>
                  </a:lnTo>
                  <a:lnTo>
                    <a:pt x="5918478" y="776398"/>
                  </a:lnTo>
                  <a:lnTo>
                    <a:pt x="5918603" y="776398"/>
                  </a:lnTo>
                  <a:lnTo>
                    <a:pt x="5918728" y="776398"/>
                  </a:lnTo>
                  <a:lnTo>
                    <a:pt x="5918853" y="776398"/>
                  </a:lnTo>
                  <a:lnTo>
                    <a:pt x="5918978" y="776398"/>
                  </a:lnTo>
                  <a:lnTo>
                    <a:pt x="5919103" y="776398"/>
                  </a:lnTo>
                  <a:lnTo>
                    <a:pt x="5919228" y="776398"/>
                  </a:lnTo>
                  <a:lnTo>
                    <a:pt x="5919353" y="776398"/>
                  </a:lnTo>
                  <a:lnTo>
                    <a:pt x="5919478" y="776398"/>
                  </a:lnTo>
                  <a:lnTo>
                    <a:pt x="5919603" y="776398"/>
                  </a:lnTo>
                  <a:lnTo>
                    <a:pt x="5919728" y="776398"/>
                  </a:lnTo>
                  <a:lnTo>
                    <a:pt x="5919853" y="776398"/>
                  </a:lnTo>
                  <a:lnTo>
                    <a:pt x="5919979" y="776398"/>
                  </a:lnTo>
                  <a:lnTo>
                    <a:pt x="5920104" y="776398"/>
                  </a:lnTo>
                  <a:lnTo>
                    <a:pt x="5920229" y="776398"/>
                  </a:lnTo>
                  <a:lnTo>
                    <a:pt x="5920354" y="776398"/>
                  </a:lnTo>
                  <a:lnTo>
                    <a:pt x="5920479" y="776398"/>
                  </a:lnTo>
                  <a:lnTo>
                    <a:pt x="5920604" y="776398"/>
                  </a:lnTo>
                  <a:lnTo>
                    <a:pt x="5920729" y="776398"/>
                  </a:lnTo>
                  <a:lnTo>
                    <a:pt x="5920854" y="776398"/>
                  </a:lnTo>
                  <a:lnTo>
                    <a:pt x="5920979" y="776398"/>
                  </a:lnTo>
                  <a:lnTo>
                    <a:pt x="5921104" y="776398"/>
                  </a:lnTo>
                  <a:lnTo>
                    <a:pt x="5921229" y="776398"/>
                  </a:lnTo>
                  <a:lnTo>
                    <a:pt x="5921354" y="776398"/>
                  </a:lnTo>
                  <a:lnTo>
                    <a:pt x="5921479" y="776398"/>
                  </a:lnTo>
                  <a:lnTo>
                    <a:pt x="5921604" y="776398"/>
                  </a:lnTo>
                  <a:lnTo>
                    <a:pt x="5921729" y="776398"/>
                  </a:lnTo>
                  <a:lnTo>
                    <a:pt x="5921854" y="776398"/>
                  </a:lnTo>
                  <a:lnTo>
                    <a:pt x="5921979" y="776398"/>
                  </a:lnTo>
                  <a:lnTo>
                    <a:pt x="5922104" y="776398"/>
                  </a:lnTo>
                  <a:lnTo>
                    <a:pt x="5922229" y="776398"/>
                  </a:lnTo>
                  <a:lnTo>
                    <a:pt x="5922354" y="776398"/>
                  </a:lnTo>
                  <a:lnTo>
                    <a:pt x="5922479" y="776398"/>
                  </a:lnTo>
                  <a:lnTo>
                    <a:pt x="5922604" y="776398"/>
                  </a:lnTo>
                  <a:lnTo>
                    <a:pt x="5922729" y="776398"/>
                  </a:lnTo>
                  <a:lnTo>
                    <a:pt x="5922854" y="776398"/>
                  </a:lnTo>
                  <a:lnTo>
                    <a:pt x="5922980" y="776398"/>
                  </a:lnTo>
                  <a:lnTo>
                    <a:pt x="5923105" y="776398"/>
                  </a:lnTo>
                  <a:lnTo>
                    <a:pt x="5923230" y="776398"/>
                  </a:lnTo>
                  <a:lnTo>
                    <a:pt x="5923355" y="776398"/>
                  </a:lnTo>
                  <a:lnTo>
                    <a:pt x="5923480" y="776398"/>
                  </a:lnTo>
                  <a:lnTo>
                    <a:pt x="5923605" y="776398"/>
                  </a:lnTo>
                  <a:lnTo>
                    <a:pt x="5923730" y="776398"/>
                  </a:lnTo>
                  <a:lnTo>
                    <a:pt x="5923855" y="776398"/>
                  </a:lnTo>
                  <a:lnTo>
                    <a:pt x="5923980" y="776398"/>
                  </a:lnTo>
                  <a:lnTo>
                    <a:pt x="5924105" y="776398"/>
                  </a:lnTo>
                  <a:lnTo>
                    <a:pt x="5924230" y="776398"/>
                  </a:lnTo>
                  <a:lnTo>
                    <a:pt x="5924355" y="776398"/>
                  </a:lnTo>
                  <a:lnTo>
                    <a:pt x="5924480" y="776398"/>
                  </a:lnTo>
                  <a:lnTo>
                    <a:pt x="5924605" y="776398"/>
                  </a:lnTo>
                  <a:lnTo>
                    <a:pt x="5924730" y="776398"/>
                  </a:lnTo>
                  <a:lnTo>
                    <a:pt x="5924855" y="776398"/>
                  </a:lnTo>
                  <a:lnTo>
                    <a:pt x="5924980" y="776398"/>
                  </a:lnTo>
                  <a:lnTo>
                    <a:pt x="5925105" y="776398"/>
                  </a:lnTo>
                  <a:lnTo>
                    <a:pt x="5925230" y="776398"/>
                  </a:lnTo>
                  <a:lnTo>
                    <a:pt x="5925355" y="776398"/>
                  </a:lnTo>
                  <a:lnTo>
                    <a:pt x="5925480" y="776398"/>
                  </a:lnTo>
                  <a:lnTo>
                    <a:pt x="5925480" y="766444"/>
                  </a:lnTo>
                  <a:lnTo>
                    <a:pt x="5925605" y="766444"/>
                  </a:lnTo>
                  <a:lnTo>
                    <a:pt x="5925730" y="766444"/>
                  </a:lnTo>
                  <a:lnTo>
                    <a:pt x="5925855" y="766444"/>
                  </a:lnTo>
                  <a:lnTo>
                    <a:pt x="5925981" y="766444"/>
                  </a:lnTo>
                  <a:lnTo>
                    <a:pt x="5926106" y="766444"/>
                  </a:lnTo>
                  <a:lnTo>
                    <a:pt x="5926231" y="766444"/>
                  </a:lnTo>
                  <a:lnTo>
                    <a:pt x="5926356" y="766444"/>
                  </a:lnTo>
                  <a:lnTo>
                    <a:pt x="5926481" y="766444"/>
                  </a:lnTo>
                  <a:lnTo>
                    <a:pt x="5926606" y="766444"/>
                  </a:lnTo>
                  <a:lnTo>
                    <a:pt x="5926731" y="766444"/>
                  </a:lnTo>
                  <a:lnTo>
                    <a:pt x="5926856" y="766444"/>
                  </a:lnTo>
                  <a:lnTo>
                    <a:pt x="5926981" y="766444"/>
                  </a:lnTo>
                  <a:lnTo>
                    <a:pt x="5927106" y="766444"/>
                  </a:lnTo>
                  <a:lnTo>
                    <a:pt x="5927231" y="766444"/>
                  </a:lnTo>
                  <a:lnTo>
                    <a:pt x="5927356" y="766444"/>
                  </a:lnTo>
                  <a:lnTo>
                    <a:pt x="5927481" y="766444"/>
                  </a:lnTo>
                  <a:lnTo>
                    <a:pt x="5927606" y="766444"/>
                  </a:lnTo>
                  <a:lnTo>
                    <a:pt x="5927731" y="766444"/>
                  </a:lnTo>
                  <a:lnTo>
                    <a:pt x="5927856" y="766444"/>
                  </a:lnTo>
                  <a:lnTo>
                    <a:pt x="5927981" y="766444"/>
                  </a:lnTo>
                  <a:lnTo>
                    <a:pt x="5928106" y="766444"/>
                  </a:lnTo>
                  <a:lnTo>
                    <a:pt x="5928231" y="766444"/>
                  </a:lnTo>
                  <a:lnTo>
                    <a:pt x="5928356" y="766444"/>
                  </a:lnTo>
                  <a:lnTo>
                    <a:pt x="5928481" y="766444"/>
                  </a:lnTo>
                  <a:lnTo>
                    <a:pt x="5928606" y="766444"/>
                  </a:lnTo>
                  <a:lnTo>
                    <a:pt x="5928731" y="766444"/>
                  </a:lnTo>
                  <a:lnTo>
                    <a:pt x="5928856" y="766444"/>
                  </a:lnTo>
                  <a:lnTo>
                    <a:pt x="5928982" y="766444"/>
                  </a:lnTo>
                  <a:lnTo>
                    <a:pt x="5929107" y="766444"/>
                  </a:lnTo>
                  <a:lnTo>
                    <a:pt x="5929232" y="766444"/>
                  </a:lnTo>
                  <a:lnTo>
                    <a:pt x="5929357" y="766444"/>
                  </a:lnTo>
                  <a:lnTo>
                    <a:pt x="5929482" y="766444"/>
                  </a:lnTo>
                  <a:lnTo>
                    <a:pt x="5929607" y="766444"/>
                  </a:lnTo>
                  <a:lnTo>
                    <a:pt x="5929732" y="766444"/>
                  </a:lnTo>
                  <a:lnTo>
                    <a:pt x="5929857" y="766444"/>
                  </a:lnTo>
                  <a:lnTo>
                    <a:pt x="5929982" y="766444"/>
                  </a:lnTo>
                  <a:lnTo>
                    <a:pt x="5930107" y="766444"/>
                  </a:lnTo>
                  <a:lnTo>
                    <a:pt x="5930232" y="766444"/>
                  </a:lnTo>
                  <a:lnTo>
                    <a:pt x="5930357" y="766444"/>
                  </a:lnTo>
                  <a:lnTo>
                    <a:pt x="5930482" y="766444"/>
                  </a:lnTo>
                  <a:lnTo>
                    <a:pt x="5930607" y="766444"/>
                  </a:lnTo>
                  <a:lnTo>
                    <a:pt x="5930732" y="766444"/>
                  </a:lnTo>
                  <a:lnTo>
                    <a:pt x="5930857" y="766444"/>
                  </a:lnTo>
                  <a:lnTo>
                    <a:pt x="5930982" y="766444"/>
                  </a:lnTo>
                  <a:lnTo>
                    <a:pt x="5931107" y="766444"/>
                  </a:lnTo>
                  <a:lnTo>
                    <a:pt x="5931232" y="766444"/>
                  </a:lnTo>
                  <a:lnTo>
                    <a:pt x="5931357" y="766444"/>
                  </a:lnTo>
                  <a:lnTo>
                    <a:pt x="5931482" y="766444"/>
                  </a:lnTo>
                  <a:lnTo>
                    <a:pt x="5931607" y="766444"/>
                  </a:lnTo>
                  <a:lnTo>
                    <a:pt x="5931732" y="766444"/>
                  </a:lnTo>
                  <a:lnTo>
                    <a:pt x="5931857" y="766444"/>
                  </a:lnTo>
                  <a:lnTo>
                    <a:pt x="5931983" y="766444"/>
                  </a:lnTo>
                  <a:lnTo>
                    <a:pt x="5932108" y="766444"/>
                  </a:lnTo>
                  <a:lnTo>
                    <a:pt x="5932233" y="766444"/>
                  </a:lnTo>
                  <a:lnTo>
                    <a:pt x="5932358" y="766444"/>
                  </a:lnTo>
                  <a:lnTo>
                    <a:pt x="5932483" y="766444"/>
                  </a:lnTo>
                  <a:lnTo>
                    <a:pt x="5932608" y="766444"/>
                  </a:lnTo>
                  <a:lnTo>
                    <a:pt x="5932733" y="766444"/>
                  </a:lnTo>
                  <a:lnTo>
                    <a:pt x="5932858" y="766444"/>
                  </a:lnTo>
                  <a:lnTo>
                    <a:pt x="5932983" y="766444"/>
                  </a:lnTo>
                  <a:lnTo>
                    <a:pt x="5933108" y="766444"/>
                  </a:lnTo>
                  <a:lnTo>
                    <a:pt x="5933233" y="766444"/>
                  </a:lnTo>
                  <a:lnTo>
                    <a:pt x="5933358" y="766444"/>
                  </a:lnTo>
                  <a:lnTo>
                    <a:pt x="5933483" y="766444"/>
                  </a:lnTo>
                  <a:lnTo>
                    <a:pt x="5933608" y="766444"/>
                  </a:lnTo>
                  <a:lnTo>
                    <a:pt x="5933733" y="766444"/>
                  </a:lnTo>
                  <a:lnTo>
                    <a:pt x="5933858" y="766444"/>
                  </a:lnTo>
                  <a:lnTo>
                    <a:pt x="5933983" y="766444"/>
                  </a:lnTo>
                  <a:lnTo>
                    <a:pt x="5934108" y="766444"/>
                  </a:lnTo>
                  <a:lnTo>
                    <a:pt x="5934233" y="766444"/>
                  </a:lnTo>
                  <a:lnTo>
                    <a:pt x="5934358" y="766444"/>
                  </a:lnTo>
                  <a:lnTo>
                    <a:pt x="5934483" y="766444"/>
                  </a:lnTo>
                  <a:lnTo>
                    <a:pt x="5934608" y="766444"/>
                  </a:lnTo>
                  <a:lnTo>
                    <a:pt x="5934733" y="766444"/>
                  </a:lnTo>
                  <a:lnTo>
                    <a:pt x="5934858" y="766444"/>
                  </a:lnTo>
                  <a:lnTo>
                    <a:pt x="5934984" y="766444"/>
                  </a:lnTo>
                  <a:lnTo>
                    <a:pt x="5935109" y="766444"/>
                  </a:lnTo>
                  <a:lnTo>
                    <a:pt x="5935234" y="766444"/>
                  </a:lnTo>
                  <a:lnTo>
                    <a:pt x="5935359" y="766444"/>
                  </a:lnTo>
                  <a:lnTo>
                    <a:pt x="5935484" y="766444"/>
                  </a:lnTo>
                  <a:lnTo>
                    <a:pt x="5935609" y="766444"/>
                  </a:lnTo>
                  <a:lnTo>
                    <a:pt x="5935734" y="766444"/>
                  </a:lnTo>
                  <a:lnTo>
                    <a:pt x="5935859" y="766444"/>
                  </a:lnTo>
                  <a:lnTo>
                    <a:pt x="5935984" y="766444"/>
                  </a:lnTo>
                  <a:lnTo>
                    <a:pt x="5936109" y="766444"/>
                  </a:lnTo>
                  <a:lnTo>
                    <a:pt x="5936234" y="766444"/>
                  </a:lnTo>
                  <a:lnTo>
                    <a:pt x="5936359" y="766444"/>
                  </a:lnTo>
                  <a:lnTo>
                    <a:pt x="5936484" y="766444"/>
                  </a:lnTo>
                  <a:lnTo>
                    <a:pt x="5936609" y="766444"/>
                  </a:lnTo>
                  <a:lnTo>
                    <a:pt x="5936734" y="766444"/>
                  </a:lnTo>
                  <a:lnTo>
                    <a:pt x="5936859" y="766444"/>
                  </a:lnTo>
                  <a:lnTo>
                    <a:pt x="5936984" y="766444"/>
                  </a:lnTo>
                  <a:lnTo>
                    <a:pt x="5937109" y="766444"/>
                  </a:lnTo>
                  <a:lnTo>
                    <a:pt x="5937234" y="766444"/>
                  </a:lnTo>
                  <a:lnTo>
                    <a:pt x="5937359" y="766444"/>
                  </a:lnTo>
                  <a:lnTo>
                    <a:pt x="5937484" y="766444"/>
                  </a:lnTo>
                  <a:lnTo>
                    <a:pt x="5937609" y="766444"/>
                  </a:lnTo>
                  <a:lnTo>
                    <a:pt x="5937734" y="766444"/>
                  </a:lnTo>
                  <a:lnTo>
                    <a:pt x="5937860" y="766444"/>
                  </a:lnTo>
                  <a:lnTo>
                    <a:pt x="5937985" y="766444"/>
                  </a:lnTo>
                  <a:lnTo>
                    <a:pt x="5938110" y="766444"/>
                  </a:lnTo>
                  <a:lnTo>
                    <a:pt x="5938235" y="766444"/>
                  </a:lnTo>
                  <a:lnTo>
                    <a:pt x="5938360" y="766444"/>
                  </a:lnTo>
                  <a:lnTo>
                    <a:pt x="5938485" y="766444"/>
                  </a:lnTo>
                  <a:lnTo>
                    <a:pt x="5938610" y="766444"/>
                  </a:lnTo>
                  <a:lnTo>
                    <a:pt x="5938735" y="766444"/>
                  </a:lnTo>
                  <a:lnTo>
                    <a:pt x="5938860" y="766444"/>
                  </a:lnTo>
                  <a:lnTo>
                    <a:pt x="5938985" y="766444"/>
                  </a:lnTo>
                  <a:lnTo>
                    <a:pt x="5939110" y="766444"/>
                  </a:lnTo>
                  <a:lnTo>
                    <a:pt x="5939235" y="766444"/>
                  </a:lnTo>
                  <a:lnTo>
                    <a:pt x="5939360" y="766444"/>
                  </a:lnTo>
                  <a:lnTo>
                    <a:pt x="5939485" y="766444"/>
                  </a:lnTo>
                  <a:lnTo>
                    <a:pt x="5939610" y="766444"/>
                  </a:lnTo>
                  <a:lnTo>
                    <a:pt x="5939735" y="766444"/>
                  </a:lnTo>
                  <a:lnTo>
                    <a:pt x="5939860" y="766444"/>
                  </a:lnTo>
                  <a:lnTo>
                    <a:pt x="5939985" y="766444"/>
                  </a:lnTo>
                  <a:lnTo>
                    <a:pt x="5940110" y="766444"/>
                  </a:lnTo>
                  <a:lnTo>
                    <a:pt x="5940235" y="766444"/>
                  </a:lnTo>
                  <a:lnTo>
                    <a:pt x="5940360" y="766444"/>
                  </a:lnTo>
                  <a:lnTo>
                    <a:pt x="5940485" y="766444"/>
                  </a:lnTo>
                  <a:lnTo>
                    <a:pt x="5940610" y="766444"/>
                  </a:lnTo>
                  <a:lnTo>
                    <a:pt x="5940735" y="766444"/>
                  </a:lnTo>
                  <a:lnTo>
                    <a:pt x="5940861" y="766444"/>
                  </a:lnTo>
                  <a:lnTo>
                    <a:pt x="5940986" y="766444"/>
                  </a:lnTo>
                  <a:lnTo>
                    <a:pt x="5941111" y="766444"/>
                  </a:lnTo>
                  <a:lnTo>
                    <a:pt x="5941236" y="766444"/>
                  </a:lnTo>
                  <a:lnTo>
                    <a:pt x="5941361" y="766444"/>
                  </a:lnTo>
                  <a:lnTo>
                    <a:pt x="5941486" y="766444"/>
                  </a:lnTo>
                  <a:lnTo>
                    <a:pt x="5941611" y="766444"/>
                  </a:lnTo>
                  <a:lnTo>
                    <a:pt x="5941736" y="766444"/>
                  </a:lnTo>
                  <a:lnTo>
                    <a:pt x="5941861" y="766444"/>
                  </a:lnTo>
                  <a:lnTo>
                    <a:pt x="5941986" y="766444"/>
                  </a:lnTo>
                  <a:lnTo>
                    <a:pt x="5942111" y="766444"/>
                  </a:lnTo>
                  <a:lnTo>
                    <a:pt x="5942236" y="766444"/>
                  </a:lnTo>
                  <a:lnTo>
                    <a:pt x="5942361" y="766444"/>
                  </a:lnTo>
                  <a:lnTo>
                    <a:pt x="5942486" y="766444"/>
                  </a:lnTo>
                  <a:lnTo>
                    <a:pt x="5942611" y="766444"/>
                  </a:lnTo>
                  <a:lnTo>
                    <a:pt x="5942736" y="766444"/>
                  </a:lnTo>
                  <a:lnTo>
                    <a:pt x="5942861" y="766444"/>
                  </a:lnTo>
                  <a:lnTo>
                    <a:pt x="5942986" y="766444"/>
                  </a:lnTo>
                  <a:lnTo>
                    <a:pt x="5943111" y="766444"/>
                  </a:lnTo>
                  <a:lnTo>
                    <a:pt x="5943236" y="766444"/>
                  </a:lnTo>
                  <a:lnTo>
                    <a:pt x="5943361" y="766444"/>
                  </a:lnTo>
                  <a:lnTo>
                    <a:pt x="5943486" y="766444"/>
                  </a:lnTo>
                  <a:lnTo>
                    <a:pt x="5943611" y="766444"/>
                  </a:lnTo>
                  <a:lnTo>
                    <a:pt x="5943736" y="766444"/>
                  </a:lnTo>
                  <a:lnTo>
                    <a:pt x="5943862" y="766444"/>
                  </a:lnTo>
                  <a:lnTo>
                    <a:pt x="5943987" y="766444"/>
                  </a:lnTo>
                  <a:lnTo>
                    <a:pt x="5944112" y="766444"/>
                  </a:lnTo>
                  <a:lnTo>
                    <a:pt x="5944237" y="766444"/>
                  </a:lnTo>
                  <a:lnTo>
                    <a:pt x="5944362" y="766444"/>
                  </a:lnTo>
                  <a:lnTo>
                    <a:pt x="5944487" y="766444"/>
                  </a:lnTo>
                  <a:lnTo>
                    <a:pt x="5944612" y="766444"/>
                  </a:lnTo>
                  <a:lnTo>
                    <a:pt x="5944737" y="766444"/>
                  </a:lnTo>
                  <a:lnTo>
                    <a:pt x="5944862" y="766444"/>
                  </a:lnTo>
                  <a:lnTo>
                    <a:pt x="5944987" y="766444"/>
                  </a:lnTo>
                  <a:lnTo>
                    <a:pt x="5945112" y="766444"/>
                  </a:lnTo>
                  <a:lnTo>
                    <a:pt x="5945237" y="766444"/>
                  </a:lnTo>
                  <a:lnTo>
                    <a:pt x="5945362" y="766444"/>
                  </a:lnTo>
                  <a:lnTo>
                    <a:pt x="5945487" y="766444"/>
                  </a:lnTo>
                  <a:lnTo>
                    <a:pt x="5945612" y="766444"/>
                  </a:lnTo>
                  <a:lnTo>
                    <a:pt x="5945737" y="766444"/>
                  </a:lnTo>
                  <a:lnTo>
                    <a:pt x="5945862" y="766444"/>
                  </a:lnTo>
                  <a:lnTo>
                    <a:pt x="5945987" y="766444"/>
                  </a:lnTo>
                  <a:lnTo>
                    <a:pt x="5946112" y="766444"/>
                  </a:lnTo>
                  <a:lnTo>
                    <a:pt x="5946237" y="766444"/>
                  </a:lnTo>
                  <a:lnTo>
                    <a:pt x="5946362" y="766444"/>
                  </a:lnTo>
                  <a:lnTo>
                    <a:pt x="5946487" y="766444"/>
                  </a:lnTo>
                  <a:lnTo>
                    <a:pt x="5946612" y="766444"/>
                  </a:lnTo>
                  <a:lnTo>
                    <a:pt x="5946737" y="766444"/>
                  </a:lnTo>
                  <a:lnTo>
                    <a:pt x="5946863" y="766444"/>
                  </a:lnTo>
                  <a:lnTo>
                    <a:pt x="5946988" y="766444"/>
                  </a:lnTo>
                  <a:lnTo>
                    <a:pt x="5947113" y="766444"/>
                  </a:lnTo>
                  <a:lnTo>
                    <a:pt x="5947238" y="766444"/>
                  </a:lnTo>
                  <a:lnTo>
                    <a:pt x="5947363" y="766444"/>
                  </a:lnTo>
                  <a:lnTo>
                    <a:pt x="5947488" y="766444"/>
                  </a:lnTo>
                  <a:lnTo>
                    <a:pt x="5947613" y="766444"/>
                  </a:lnTo>
                  <a:lnTo>
                    <a:pt x="5947738" y="766444"/>
                  </a:lnTo>
                  <a:lnTo>
                    <a:pt x="5947863" y="766444"/>
                  </a:lnTo>
                  <a:lnTo>
                    <a:pt x="5947988" y="766444"/>
                  </a:lnTo>
                  <a:lnTo>
                    <a:pt x="5948113" y="766444"/>
                  </a:lnTo>
                  <a:lnTo>
                    <a:pt x="5948238" y="766444"/>
                  </a:lnTo>
                  <a:lnTo>
                    <a:pt x="5948363" y="766444"/>
                  </a:lnTo>
                  <a:lnTo>
                    <a:pt x="5948488" y="766444"/>
                  </a:lnTo>
                  <a:lnTo>
                    <a:pt x="5948613" y="766444"/>
                  </a:lnTo>
                  <a:lnTo>
                    <a:pt x="5948738" y="766444"/>
                  </a:lnTo>
                  <a:lnTo>
                    <a:pt x="5948863" y="766444"/>
                  </a:lnTo>
                  <a:lnTo>
                    <a:pt x="5948988" y="766444"/>
                  </a:lnTo>
                  <a:lnTo>
                    <a:pt x="5949113" y="766444"/>
                  </a:lnTo>
                  <a:lnTo>
                    <a:pt x="5949238" y="766444"/>
                  </a:lnTo>
                  <a:lnTo>
                    <a:pt x="5949363" y="766444"/>
                  </a:lnTo>
                  <a:lnTo>
                    <a:pt x="5949488" y="766444"/>
                  </a:lnTo>
                  <a:lnTo>
                    <a:pt x="5949613" y="766444"/>
                  </a:lnTo>
                  <a:lnTo>
                    <a:pt x="5949738" y="766444"/>
                  </a:lnTo>
                  <a:lnTo>
                    <a:pt x="5949864" y="766444"/>
                  </a:lnTo>
                  <a:lnTo>
                    <a:pt x="5949989" y="766444"/>
                  </a:lnTo>
                  <a:lnTo>
                    <a:pt x="5950114" y="766444"/>
                  </a:lnTo>
                  <a:lnTo>
                    <a:pt x="5950239" y="766444"/>
                  </a:lnTo>
                  <a:lnTo>
                    <a:pt x="5950364" y="766444"/>
                  </a:lnTo>
                  <a:lnTo>
                    <a:pt x="5950489" y="766444"/>
                  </a:lnTo>
                  <a:lnTo>
                    <a:pt x="5950614" y="766444"/>
                  </a:lnTo>
                  <a:lnTo>
                    <a:pt x="5950739" y="766444"/>
                  </a:lnTo>
                  <a:lnTo>
                    <a:pt x="5950864" y="766444"/>
                  </a:lnTo>
                  <a:lnTo>
                    <a:pt x="5950989" y="766444"/>
                  </a:lnTo>
                  <a:lnTo>
                    <a:pt x="5951114" y="766444"/>
                  </a:lnTo>
                  <a:lnTo>
                    <a:pt x="5951239" y="766444"/>
                  </a:lnTo>
                  <a:lnTo>
                    <a:pt x="5951364" y="766444"/>
                  </a:lnTo>
                  <a:lnTo>
                    <a:pt x="5951489" y="766444"/>
                  </a:lnTo>
                  <a:lnTo>
                    <a:pt x="5951614" y="766444"/>
                  </a:lnTo>
                  <a:lnTo>
                    <a:pt x="5951739" y="766444"/>
                  </a:lnTo>
                  <a:lnTo>
                    <a:pt x="5951864" y="766444"/>
                  </a:lnTo>
                  <a:lnTo>
                    <a:pt x="5951989" y="766444"/>
                  </a:lnTo>
                  <a:lnTo>
                    <a:pt x="5952114" y="766444"/>
                  </a:lnTo>
                  <a:lnTo>
                    <a:pt x="5952239" y="766444"/>
                  </a:lnTo>
                  <a:lnTo>
                    <a:pt x="5952364" y="766444"/>
                  </a:lnTo>
                  <a:lnTo>
                    <a:pt x="5952489" y="766444"/>
                  </a:lnTo>
                  <a:lnTo>
                    <a:pt x="5952614" y="766444"/>
                  </a:lnTo>
                  <a:lnTo>
                    <a:pt x="5952739" y="766444"/>
                  </a:lnTo>
                  <a:lnTo>
                    <a:pt x="5952865" y="766444"/>
                  </a:lnTo>
                  <a:lnTo>
                    <a:pt x="5952990" y="766444"/>
                  </a:lnTo>
                  <a:lnTo>
                    <a:pt x="5953115" y="766444"/>
                  </a:lnTo>
                  <a:lnTo>
                    <a:pt x="5953240" y="766444"/>
                  </a:lnTo>
                  <a:lnTo>
                    <a:pt x="5953365" y="766444"/>
                  </a:lnTo>
                  <a:lnTo>
                    <a:pt x="5953490" y="766444"/>
                  </a:lnTo>
                  <a:lnTo>
                    <a:pt x="5953615" y="766444"/>
                  </a:lnTo>
                  <a:lnTo>
                    <a:pt x="5953740" y="766444"/>
                  </a:lnTo>
                  <a:lnTo>
                    <a:pt x="5953865" y="766444"/>
                  </a:lnTo>
                  <a:lnTo>
                    <a:pt x="5953990" y="766444"/>
                  </a:lnTo>
                  <a:lnTo>
                    <a:pt x="5954115" y="766444"/>
                  </a:lnTo>
                  <a:lnTo>
                    <a:pt x="5954240" y="766444"/>
                  </a:lnTo>
                  <a:lnTo>
                    <a:pt x="5954365" y="766444"/>
                  </a:lnTo>
                  <a:lnTo>
                    <a:pt x="5954490" y="766444"/>
                  </a:lnTo>
                  <a:lnTo>
                    <a:pt x="5954615" y="766444"/>
                  </a:lnTo>
                  <a:lnTo>
                    <a:pt x="5954740" y="766444"/>
                  </a:lnTo>
                  <a:lnTo>
                    <a:pt x="5954865" y="766444"/>
                  </a:lnTo>
                  <a:lnTo>
                    <a:pt x="5954990" y="766444"/>
                  </a:lnTo>
                  <a:lnTo>
                    <a:pt x="5955115" y="766444"/>
                  </a:lnTo>
                  <a:lnTo>
                    <a:pt x="5955240" y="766444"/>
                  </a:lnTo>
                  <a:lnTo>
                    <a:pt x="5955365" y="766444"/>
                  </a:lnTo>
                  <a:lnTo>
                    <a:pt x="5955490" y="766444"/>
                  </a:lnTo>
                  <a:lnTo>
                    <a:pt x="5955615" y="766444"/>
                  </a:lnTo>
                  <a:lnTo>
                    <a:pt x="5955615" y="756490"/>
                  </a:lnTo>
                  <a:lnTo>
                    <a:pt x="5955740" y="756490"/>
                  </a:lnTo>
                  <a:lnTo>
                    <a:pt x="5955866" y="756490"/>
                  </a:lnTo>
                  <a:lnTo>
                    <a:pt x="5955991" y="756490"/>
                  </a:lnTo>
                  <a:lnTo>
                    <a:pt x="5956116" y="756490"/>
                  </a:lnTo>
                  <a:lnTo>
                    <a:pt x="5956241" y="756490"/>
                  </a:lnTo>
                  <a:lnTo>
                    <a:pt x="5956366" y="756490"/>
                  </a:lnTo>
                  <a:lnTo>
                    <a:pt x="5956491" y="756490"/>
                  </a:lnTo>
                  <a:lnTo>
                    <a:pt x="5956616" y="756490"/>
                  </a:lnTo>
                  <a:lnTo>
                    <a:pt x="5956741" y="756490"/>
                  </a:lnTo>
                  <a:lnTo>
                    <a:pt x="5956866" y="756490"/>
                  </a:lnTo>
                  <a:lnTo>
                    <a:pt x="5956991" y="756490"/>
                  </a:lnTo>
                  <a:lnTo>
                    <a:pt x="5957116" y="756490"/>
                  </a:lnTo>
                  <a:lnTo>
                    <a:pt x="5957241" y="756490"/>
                  </a:lnTo>
                  <a:lnTo>
                    <a:pt x="5957366" y="756490"/>
                  </a:lnTo>
                  <a:lnTo>
                    <a:pt x="5957491" y="756490"/>
                  </a:lnTo>
                  <a:lnTo>
                    <a:pt x="5957616" y="756490"/>
                  </a:lnTo>
                  <a:lnTo>
                    <a:pt x="5957741" y="756490"/>
                  </a:lnTo>
                  <a:lnTo>
                    <a:pt x="5957866" y="756490"/>
                  </a:lnTo>
                  <a:lnTo>
                    <a:pt x="5957991" y="756490"/>
                  </a:lnTo>
                  <a:lnTo>
                    <a:pt x="5958116" y="756490"/>
                  </a:lnTo>
                  <a:lnTo>
                    <a:pt x="5958241" y="756490"/>
                  </a:lnTo>
                  <a:lnTo>
                    <a:pt x="5958366" y="756490"/>
                  </a:lnTo>
                  <a:lnTo>
                    <a:pt x="5958491" y="756490"/>
                  </a:lnTo>
                  <a:lnTo>
                    <a:pt x="5958616" y="756490"/>
                  </a:lnTo>
                  <a:lnTo>
                    <a:pt x="5958741" y="756490"/>
                  </a:lnTo>
                  <a:lnTo>
                    <a:pt x="5958867" y="756490"/>
                  </a:lnTo>
                  <a:lnTo>
                    <a:pt x="5958992" y="756490"/>
                  </a:lnTo>
                  <a:lnTo>
                    <a:pt x="5959117" y="756490"/>
                  </a:lnTo>
                  <a:lnTo>
                    <a:pt x="5959242" y="756490"/>
                  </a:lnTo>
                  <a:lnTo>
                    <a:pt x="5959367" y="756490"/>
                  </a:lnTo>
                  <a:lnTo>
                    <a:pt x="5959492" y="756490"/>
                  </a:lnTo>
                  <a:lnTo>
                    <a:pt x="5959617" y="756490"/>
                  </a:lnTo>
                  <a:lnTo>
                    <a:pt x="5959742" y="756490"/>
                  </a:lnTo>
                  <a:lnTo>
                    <a:pt x="5959867" y="756490"/>
                  </a:lnTo>
                  <a:lnTo>
                    <a:pt x="5959992" y="756490"/>
                  </a:lnTo>
                  <a:lnTo>
                    <a:pt x="5960117" y="756490"/>
                  </a:lnTo>
                  <a:lnTo>
                    <a:pt x="5960242" y="756490"/>
                  </a:lnTo>
                  <a:lnTo>
                    <a:pt x="5960367" y="756490"/>
                  </a:lnTo>
                  <a:lnTo>
                    <a:pt x="5960492" y="756490"/>
                  </a:lnTo>
                  <a:lnTo>
                    <a:pt x="5960617" y="756490"/>
                  </a:lnTo>
                  <a:lnTo>
                    <a:pt x="5960742" y="756490"/>
                  </a:lnTo>
                  <a:lnTo>
                    <a:pt x="5960867" y="756490"/>
                  </a:lnTo>
                  <a:lnTo>
                    <a:pt x="5960992" y="756490"/>
                  </a:lnTo>
                  <a:lnTo>
                    <a:pt x="5961117" y="756490"/>
                  </a:lnTo>
                  <a:lnTo>
                    <a:pt x="5961242" y="756490"/>
                  </a:lnTo>
                  <a:lnTo>
                    <a:pt x="5961367" y="756490"/>
                  </a:lnTo>
                  <a:lnTo>
                    <a:pt x="5961492" y="756490"/>
                  </a:lnTo>
                  <a:lnTo>
                    <a:pt x="5961617" y="756490"/>
                  </a:lnTo>
                  <a:lnTo>
                    <a:pt x="5961742" y="756490"/>
                  </a:lnTo>
                  <a:lnTo>
                    <a:pt x="5961868" y="756490"/>
                  </a:lnTo>
                  <a:lnTo>
                    <a:pt x="5961993" y="756490"/>
                  </a:lnTo>
                  <a:lnTo>
                    <a:pt x="5962118" y="756490"/>
                  </a:lnTo>
                  <a:lnTo>
                    <a:pt x="5962243" y="756490"/>
                  </a:lnTo>
                  <a:lnTo>
                    <a:pt x="5962368" y="756490"/>
                  </a:lnTo>
                  <a:lnTo>
                    <a:pt x="5962493" y="756490"/>
                  </a:lnTo>
                  <a:lnTo>
                    <a:pt x="5962618" y="756490"/>
                  </a:lnTo>
                  <a:lnTo>
                    <a:pt x="5962743" y="756490"/>
                  </a:lnTo>
                  <a:lnTo>
                    <a:pt x="5962868" y="756490"/>
                  </a:lnTo>
                  <a:lnTo>
                    <a:pt x="5962993" y="756490"/>
                  </a:lnTo>
                  <a:lnTo>
                    <a:pt x="5963118" y="756490"/>
                  </a:lnTo>
                  <a:lnTo>
                    <a:pt x="5963243" y="756490"/>
                  </a:lnTo>
                  <a:lnTo>
                    <a:pt x="5963368" y="756490"/>
                  </a:lnTo>
                  <a:lnTo>
                    <a:pt x="5963493" y="756490"/>
                  </a:lnTo>
                  <a:lnTo>
                    <a:pt x="5963618" y="756490"/>
                  </a:lnTo>
                  <a:lnTo>
                    <a:pt x="5963743" y="756490"/>
                  </a:lnTo>
                  <a:lnTo>
                    <a:pt x="5963868" y="756490"/>
                  </a:lnTo>
                  <a:lnTo>
                    <a:pt x="5963993" y="756490"/>
                  </a:lnTo>
                  <a:lnTo>
                    <a:pt x="5964118" y="756490"/>
                  </a:lnTo>
                  <a:lnTo>
                    <a:pt x="5964243" y="756490"/>
                  </a:lnTo>
                  <a:lnTo>
                    <a:pt x="5964368" y="756490"/>
                  </a:lnTo>
                  <a:lnTo>
                    <a:pt x="5964493" y="756490"/>
                  </a:lnTo>
                  <a:lnTo>
                    <a:pt x="5964618" y="756490"/>
                  </a:lnTo>
                  <a:lnTo>
                    <a:pt x="5964743" y="756490"/>
                  </a:lnTo>
                  <a:lnTo>
                    <a:pt x="5964869" y="756490"/>
                  </a:lnTo>
                  <a:lnTo>
                    <a:pt x="5964994" y="756490"/>
                  </a:lnTo>
                  <a:lnTo>
                    <a:pt x="5965119" y="756490"/>
                  </a:lnTo>
                  <a:lnTo>
                    <a:pt x="5965244" y="756490"/>
                  </a:lnTo>
                  <a:lnTo>
                    <a:pt x="5965369" y="756490"/>
                  </a:lnTo>
                  <a:lnTo>
                    <a:pt x="5965494" y="756490"/>
                  </a:lnTo>
                  <a:lnTo>
                    <a:pt x="5965619" y="756490"/>
                  </a:lnTo>
                  <a:lnTo>
                    <a:pt x="5965744" y="756490"/>
                  </a:lnTo>
                  <a:lnTo>
                    <a:pt x="5965869" y="756490"/>
                  </a:lnTo>
                  <a:lnTo>
                    <a:pt x="5965994" y="756490"/>
                  </a:lnTo>
                  <a:lnTo>
                    <a:pt x="5966119" y="756490"/>
                  </a:lnTo>
                  <a:lnTo>
                    <a:pt x="5966244" y="756490"/>
                  </a:lnTo>
                  <a:lnTo>
                    <a:pt x="5966369" y="756490"/>
                  </a:lnTo>
                  <a:lnTo>
                    <a:pt x="5966494" y="756490"/>
                  </a:lnTo>
                  <a:lnTo>
                    <a:pt x="5966619" y="756490"/>
                  </a:lnTo>
                  <a:lnTo>
                    <a:pt x="5966744" y="756490"/>
                  </a:lnTo>
                  <a:lnTo>
                    <a:pt x="5966869" y="756490"/>
                  </a:lnTo>
                  <a:lnTo>
                    <a:pt x="5966994" y="756490"/>
                  </a:lnTo>
                  <a:lnTo>
                    <a:pt x="5967119" y="756490"/>
                  </a:lnTo>
                  <a:lnTo>
                    <a:pt x="5967244" y="756490"/>
                  </a:lnTo>
                  <a:lnTo>
                    <a:pt x="5967369" y="756490"/>
                  </a:lnTo>
                  <a:lnTo>
                    <a:pt x="5967494" y="756490"/>
                  </a:lnTo>
                  <a:lnTo>
                    <a:pt x="5967619" y="756490"/>
                  </a:lnTo>
                  <a:lnTo>
                    <a:pt x="5967744" y="756490"/>
                  </a:lnTo>
                  <a:lnTo>
                    <a:pt x="5967870" y="756490"/>
                  </a:lnTo>
                  <a:lnTo>
                    <a:pt x="5967995" y="756490"/>
                  </a:lnTo>
                  <a:lnTo>
                    <a:pt x="5968120" y="756490"/>
                  </a:lnTo>
                  <a:lnTo>
                    <a:pt x="5968245" y="756490"/>
                  </a:lnTo>
                  <a:lnTo>
                    <a:pt x="5968370" y="756490"/>
                  </a:lnTo>
                  <a:lnTo>
                    <a:pt x="5968495" y="756490"/>
                  </a:lnTo>
                  <a:lnTo>
                    <a:pt x="5968620" y="756490"/>
                  </a:lnTo>
                  <a:lnTo>
                    <a:pt x="5968745" y="756490"/>
                  </a:lnTo>
                  <a:lnTo>
                    <a:pt x="5968870" y="756490"/>
                  </a:lnTo>
                  <a:lnTo>
                    <a:pt x="5968995" y="756490"/>
                  </a:lnTo>
                  <a:lnTo>
                    <a:pt x="5969120" y="756490"/>
                  </a:lnTo>
                  <a:lnTo>
                    <a:pt x="5969245" y="756490"/>
                  </a:lnTo>
                  <a:lnTo>
                    <a:pt x="5969370" y="756490"/>
                  </a:lnTo>
                  <a:lnTo>
                    <a:pt x="5969495" y="756490"/>
                  </a:lnTo>
                  <a:lnTo>
                    <a:pt x="5969620" y="756490"/>
                  </a:lnTo>
                  <a:lnTo>
                    <a:pt x="5969745" y="756490"/>
                  </a:lnTo>
                  <a:lnTo>
                    <a:pt x="5969870" y="756490"/>
                  </a:lnTo>
                  <a:lnTo>
                    <a:pt x="5969995" y="756490"/>
                  </a:lnTo>
                  <a:lnTo>
                    <a:pt x="5970120" y="756490"/>
                  </a:lnTo>
                  <a:lnTo>
                    <a:pt x="5970245" y="756490"/>
                  </a:lnTo>
                  <a:lnTo>
                    <a:pt x="5970370" y="756490"/>
                  </a:lnTo>
                  <a:lnTo>
                    <a:pt x="5970495" y="756490"/>
                  </a:lnTo>
                  <a:lnTo>
                    <a:pt x="5970620" y="756490"/>
                  </a:lnTo>
                  <a:lnTo>
                    <a:pt x="5970745" y="756490"/>
                  </a:lnTo>
                  <a:lnTo>
                    <a:pt x="5970871" y="756490"/>
                  </a:lnTo>
                  <a:lnTo>
                    <a:pt x="5970996" y="756490"/>
                  </a:lnTo>
                  <a:lnTo>
                    <a:pt x="5971121" y="756490"/>
                  </a:lnTo>
                  <a:lnTo>
                    <a:pt x="5971246" y="756490"/>
                  </a:lnTo>
                  <a:lnTo>
                    <a:pt x="5971371" y="756490"/>
                  </a:lnTo>
                  <a:lnTo>
                    <a:pt x="5971496" y="756490"/>
                  </a:lnTo>
                  <a:lnTo>
                    <a:pt x="5971621" y="756490"/>
                  </a:lnTo>
                  <a:lnTo>
                    <a:pt x="5971746" y="756490"/>
                  </a:lnTo>
                  <a:lnTo>
                    <a:pt x="5971871" y="756490"/>
                  </a:lnTo>
                  <a:lnTo>
                    <a:pt x="5971996" y="756490"/>
                  </a:lnTo>
                  <a:lnTo>
                    <a:pt x="5972121" y="756490"/>
                  </a:lnTo>
                  <a:lnTo>
                    <a:pt x="5972246" y="756490"/>
                  </a:lnTo>
                  <a:lnTo>
                    <a:pt x="5972371" y="756490"/>
                  </a:lnTo>
                  <a:lnTo>
                    <a:pt x="5972496" y="756490"/>
                  </a:lnTo>
                  <a:lnTo>
                    <a:pt x="5972621" y="756490"/>
                  </a:lnTo>
                  <a:lnTo>
                    <a:pt x="5972746" y="756490"/>
                  </a:lnTo>
                  <a:lnTo>
                    <a:pt x="5972871" y="756490"/>
                  </a:lnTo>
                  <a:lnTo>
                    <a:pt x="5972996" y="756490"/>
                  </a:lnTo>
                  <a:lnTo>
                    <a:pt x="5973121" y="756490"/>
                  </a:lnTo>
                  <a:lnTo>
                    <a:pt x="5973246" y="756490"/>
                  </a:lnTo>
                  <a:lnTo>
                    <a:pt x="5973371" y="756490"/>
                  </a:lnTo>
                  <a:lnTo>
                    <a:pt x="5973496" y="756490"/>
                  </a:lnTo>
                  <a:lnTo>
                    <a:pt x="5973621" y="756490"/>
                  </a:lnTo>
                  <a:lnTo>
                    <a:pt x="5973746" y="756490"/>
                  </a:lnTo>
                  <a:lnTo>
                    <a:pt x="5973872" y="756490"/>
                  </a:lnTo>
                  <a:lnTo>
                    <a:pt x="5973872" y="746536"/>
                  </a:lnTo>
                  <a:lnTo>
                    <a:pt x="5973997" y="746536"/>
                  </a:lnTo>
                  <a:lnTo>
                    <a:pt x="5974122" y="746536"/>
                  </a:lnTo>
                  <a:lnTo>
                    <a:pt x="5974247" y="746536"/>
                  </a:lnTo>
                  <a:lnTo>
                    <a:pt x="5974372" y="746536"/>
                  </a:lnTo>
                  <a:lnTo>
                    <a:pt x="5974497" y="746536"/>
                  </a:lnTo>
                  <a:lnTo>
                    <a:pt x="5974622" y="746536"/>
                  </a:lnTo>
                  <a:lnTo>
                    <a:pt x="5974747" y="746536"/>
                  </a:lnTo>
                  <a:lnTo>
                    <a:pt x="5974872" y="746536"/>
                  </a:lnTo>
                  <a:lnTo>
                    <a:pt x="5974997" y="746536"/>
                  </a:lnTo>
                  <a:lnTo>
                    <a:pt x="5975122" y="746536"/>
                  </a:lnTo>
                  <a:lnTo>
                    <a:pt x="5975247" y="746536"/>
                  </a:lnTo>
                  <a:lnTo>
                    <a:pt x="5975372" y="746536"/>
                  </a:lnTo>
                  <a:lnTo>
                    <a:pt x="5975497" y="746536"/>
                  </a:lnTo>
                  <a:lnTo>
                    <a:pt x="5975622" y="746536"/>
                  </a:lnTo>
                  <a:lnTo>
                    <a:pt x="5975747" y="746536"/>
                  </a:lnTo>
                  <a:lnTo>
                    <a:pt x="5975872" y="746536"/>
                  </a:lnTo>
                  <a:lnTo>
                    <a:pt x="5975997" y="746536"/>
                  </a:lnTo>
                  <a:lnTo>
                    <a:pt x="5976122" y="746536"/>
                  </a:lnTo>
                  <a:lnTo>
                    <a:pt x="5976247" y="746536"/>
                  </a:lnTo>
                  <a:lnTo>
                    <a:pt x="5976372" y="746536"/>
                  </a:lnTo>
                  <a:lnTo>
                    <a:pt x="5976497" y="746536"/>
                  </a:lnTo>
                  <a:lnTo>
                    <a:pt x="5976622" y="746536"/>
                  </a:lnTo>
                  <a:lnTo>
                    <a:pt x="5976748" y="746536"/>
                  </a:lnTo>
                  <a:lnTo>
                    <a:pt x="5976873" y="746536"/>
                  </a:lnTo>
                  <a:lnTo>
                    <a:pt x="5976998" y="746536"/>
                  </a:lnTo>
                  <a:lnTo>
                    <a:pt x="5977123" y="746536"/>
                  </a:lnTo>
                  <a:lnTo>
                    <a:pt x="5977248" y="746536"/>
                  </a:lnTo>
                  <a:lnTo>
                    <a:pt x="5977373" y="746536"/>
                  </a:lnTo>
                  <a:lnTo>
                    <a:pt x="5977498" y="746536"/>
                  </a:lnTo>
                  <a:lnTo>
                    <a:pt x="5977623" y="746536"/>
                  </a:lnTo>
                  <a:lnTo>
                    <a:pt x="5977748" y="746536"/>
                  </a:lnTo>
                  <a:lnTo>
                    <a:pt x="5977873" y="746536"/>
                  </a:lnTo>
                  <a:lnTo>
                    <a:pt x="5977998" y="746536"/>
                  </a:lnTo>
                  <a:lnTo>
                    <a:pt x="5978123" y="746536"/>
                  </a:lnTo>
                  <a:lnTo>
                    <a:pt x="5978248" y="746536"/>
                  </a:lnTo>
                  <a:lnTo>
                    <a:pt x="5978373" y="746536"/>
                  </a:lnTo>
                  <a:lnTo>
                    <a:pt x="5978498" y="746536"/>
                  </a:lnTo>
                  <a:lnTo>
                    <a:pt x="5978623" y="746536"/>
                  </a:lnTo>
                  <a:lnTo>
                    <a:pt x="5978748" y="746536"/>
                  </a:lnTo>
                  <a:lnTo>
                    <a:pt x="5978873" y="746536"/>
                  </a:lnTo>
                  <a:lnTo>
                    <a:pt x="5978998" y="746536"/>
                  </a:lnTo>
                  <a:lnTo>
                    <a:pt x="5979123" y="746536"/>
                  </a:lnTo>
                  <a:lnTo>
                    <a:pt x="5979248" y="746536"/>
                  </a:lnTo>
                  <a:lnTo>
                    <a:pt x="5979373" y="746536"/>
                  </a:lnTo>
                  <a:lnTo>
                    <a:pt x="5979498" y="746536"/>
                  </a:lnTo>
                  <a:lnTo>
                    <a:pt x="5979623" y="746536"/>
                  </a:lnTo>
                  <a:lnTo>
                    <a:pt x="5979749" y="746536"/>
                  </a:lnTo>
                  <a:lnTo>
                    <a:pt x="5979874" y="746536"/>
                  </a:lnTo>
                  <a:lnTo>
                    <a:pt x="5979999" y="746536"/>
                  </a:lnTo>
                  <a:lnTo>
                    <a:pt x="5980124" y="746536"/>
                  </a:lnTo>
                  <a:lnTo>
                    <a:pt x="5980249" y="746536"/>
                  </a:lnTo>
                  <a:lnTo>
                    <a:pt x="5980374" y="746536"/>
                  </a:lnTo>
                  <a:lnTo>
                    <a:pt x="5980499" y="746536"/>
                  </a:lnTo>
                  <a:lnTo>
                    <a:pt x="5980624" y="746536"/>
                  </a:lnTo>
                  <a:lnTo>
                    <a:pt x="5980749" y="746536"/>
                  </a:lnTo>
                  <a:lnTo>
                    <a:pt x="5980874" y="746536"/>
                  </a:lnTo>
                  <a:lnTo>
                    <a:pt x="5980999" y="746536"/>
                  </a:lnTo>
                  <a:lnTo>
                    <a:pt x="5981124" y="746536"/>
                  </a:lnTo>
                  <a:lnTo>
                    <a:pt x="5981249" y="746536"/>
                  </a:lnTo>
                  <a:lnTo>
                    <a:pt x="5981374" y="746536"/>
                  </a:lnTo>
                  <a:lnTo>
                    <a:pt x="5981499" y="746536"/>
                  </a:lnTo>
                  <a:lnTo>
                    <a:pt x="5981624" y="746536"/>
                  </a:lnTo>
                  <a:lnTo>
                    <a:pt x="5981749" y="746536"/>
                  </a:lnTo>
                  <a:lnTo>
                    <a:pt x="5981874" y="746536"/>
                  </a:lnTo>
                  <a:lnTo>
                    <a:pt x="5981999" y="746536"/>
                  </a:lnTo>
                  <a:lnTo>
                    <a:pt x="5982124" y="746536"/>
                  </a:lnTo>
                  <a:lnTo>
                    <a:pt x="5982249" y="746536"/>
                  </a:lnTo>
                  <a:lnTo>
                    <a:pt x="5982374" y="746536"/>
                  </a:lnTo>
                  <a:lnTo>
                    <a:pt x="5982499" y="746536"/>
                  </a:lnTo>
                  <a:lnTo>
                    <a:pt x="5982624" y="746536"/>
                  </a:lnTo>
                  <a:lnTo>
                    <a:pt x="5982750" y="746536"/>
                  </a:lnTo>
                  <a:lnTo>
                    <a:pt x="5982875" y="746536"/>
                  </a:lnTo>
                  <a:lnTo>
                    <a:pt x="5983000" y="746536"/>
                  </a:lnTo>
                  <a:lnTo>
                    <a:pt x="5983125" y="746536"/>
                  </a:lnTo>
                  <a:lnTo>
                    <a:pt x="5983250" y="746536"/>
                  </a:lnTo>
                  <a:lnTo>
                    <a:pt x="5983375" y="746536"/>
                  </a:lnTo>
                  <a:lnTo>
                    <a:pt x="5983500" y="746536"/>
                  </a:lnTo>
                  <a:lnTo>
                    <a:pt x="5983625" y="746536"/>
                  </a:lnTo>
                  <a:lnTo>
                    <a:pt x="5983750" y="746536"/>
                  </a:lnTo>
                  <a:lnTo>
                    <a:pt x="5983875" y="746536"/>
                  </a:lnTo>
                  <a:lnTo>
                    <a:pt x="5984000" y="746536"/>
                  </a:lnTo>
                  <a:lnTo>
                    <a:pt x="5984125" y="746536"/>
                  </a:lnTo>
                  <a:lnTo>
                    <a:pt x="5984250" y="746536"/>
                  </a:lnTo>
                  <a:lnTo>
                    <a:pt x="5984375" y="746536"/>
                  </a:lnTo>
                  <a:lnTo>
                    <a:pt x="5984500" y="746536"/>
                  </a:lnTo>
                  <a:lnTo>
                    <a:pt x="5984625" y="746536"/>
                  </a:lnTo>
                  <a:lnTo>
                    <a:pt x="5984750" y="746536"/>
                  </a:lnTo>
                  <a:lnTo>
                    <a:pt x="5984875" y="746536"/>
                  </a:lnTo>
                  <a:lnTo>
                    <a:pt x="5985000" y="746536"/>
                  </a:lnTo>
                  <a:lnTo>
                    <a:pt x="5985125" y="746536"/>
                  </a:lnTo>
                  <a:lnTo>
                    <a:pt x="5985250" y="746536"/>
                  </a:lnTo>
                  <a:lnTo>
                    <a:pt x="5985375" y="746536"/>
                  </a:lnTo>
                  <a:lnTo>
                    <a:pt x="5985500" y="746536"/>
                  </a:lnTo>
                  <a:lnTo>
                    <a:pt x="5985625" y="746536"/>
                  </a:lnTo>
                  <a:lnTo>
                    <a:pt x="5985751" y="746536"/>
                  </a:lnTo>
                  <a:lnTo>
                    <a:pt x="5985876" y="746536"/>
                  </a:lnTo>
                  <a:lnTo>
                    <a:pt x="5986001" y="746536"/>
                  </a:lnTo>
                  <a:lnTo>
                    <a:pt x="5986126" y="746536"/>
                  </a:lnTo>
                  <a:lnTo>
                    <a:pt x="5986251" y="746536"/>
                  </a:lnTo>
                  <a:lnTo>
                    <a:pt x="5986376" y="746536"/>
                  </a:lnTo>
                  <a:lnTo>
                    <a:pt x="5986501" y="746536"/>
                  </a:lnTo>
                  <a:lnTo>
                    <a:pt x="5986501" y="736582"/>
                  </a:lnTo>
                  <a:lnTo>
                    <a:pt x="5986626" y="736582"/>
                  </a:lnTo>
                  <a:lnTo>
                    <a:pt x="5986751" y="736582"/>
                  </a:lnTo>
                  <a:lnTo>
                    <a:pt x="5986876" y="736582"/>
                  </a:lnTo>
                  <a:lnTo>
                    <a:pt x="5987001" y="736582"/>
                  </a:lnTo>
                  <a:lnTo>
                    <a:pt x="5987126" y="736582"/>
                  </a:lnTo>
                  <a:lnTo>
                    <a:pt x="5987251" y="736582"/>
                  </a:lnTo>
                  <a:lnTo>
                    <a:pt x="5987376" y="736582"/>
                  </a:lnTo>
                  <a:lnTo>
                    <a:pt x="5987501" y="736582"/>
                  </a:lnTo>
                  <a:lnTo>
                    <a:pt x="5987626" y="736582"/>
                  </a:lnTo>
                  <a:lnTo>
                    <a:pt x="5987751" y="736582"/>
                  </a:lnTo>
                  <a:lnTo>
                    <a:pt x="5987876" y="736582"/>
                  </a:lnTo>
                  <a:lnTo>
                    <a:pt x="5988001" y="736582"/>
                  </a:lnTo>
                  <a:lnTo>
                    <a:pt x="5988126" y="736582"/>
                  </a:lnTo>
                  <a:lnTo>
                    <a:pt x="5988251" y="736582"/>
                  </a:lnTo>
                  <a:lnTo>
                    <a:pt x="5988376" y="736582"/>
                  </a:lnTo>
                  <a:lnTo>
                    <a:pt x="5988501" y="736582"/>
                  </a:lnTo>
                  <a:lnTo>
                    <a:pt x="5988626" y="736582"/>
                  </a:lnTo>
                  <a:lnTo>
                    <a:pt x="5988752" y="736582"/>
                  </a:lnTo>
                  <a:lnTo>
                    <a:pt x="5988877" y="736582"/>
                  </a:lnTo>
                  <a:lnTo>
                    <a:pt x="5989002" y="736582"/>
                  </a:lnTo>
                  <a:lnTo>
                    <a:pt x="5989127" y="736582"/>
                  </a:lnTo>
                  <a:lnTo>
                    <a:pt x="5989252" y="736582"/>
                  </a:lnTo>
                  <a:lnTo>
                    <a:pt x="5989377" y="736582"/>
                  </a:lnTo>
                  <a:lnTo>
                    <a:pt x="5989502" y="736582"/>
                  </a:lnTo>
                  <a:lnTo>
                    <a:pt x="5989627" y="736582"/>
                  </a:lnTo>
                  <a:lnTo>
                    <a:pt x="5989752" y="736582"/>
                  </a:lnTo>
                  <a:lnTo>
                    <a:pt x="5989877" y="736582"/>
                  </a:lnTo>
                  <a:lnTo>
                    <a:pt x="5990002" y="736582"/>
                  </a:lnTo>
                  <a:lnTo>
                    <a:pt x="5990127" y="736582"/>
                  </a:lnTo>
                  <a:lnTo>
                    <a:pt x="5990252" y="736582"/>
                  </a:lnTo>
                  <a:lnTo>
                    <a:pt x="5990377" y="736582"/>
                  </a:lnTo>
                  <a:lnTo>
                    <a:pt x="5990502" y="736582"/>
                  </a:lnTo>
                  <a:lnTo>
                    <a:pt x="5990627" y="736582"/>
                  </a:lnTo>
                  <a:lnTo>
                    <a:pt x="5990752" y="736582"/>
                  </a:lnTo>
                  <a:lnTo>
                    <a:pt x="5990877" y="736582"/>
                  </a:lnTo>
                  <a:lnTo>
                    <a:pt x="5991002" y="736582"/>
                  </a:lnTo>
                  <a:lnTo>
                    <a:pt x="5991127" y="736582"/>
                  </a:lnTo>
                  <a:lnTo>
                    <a:pt x="5991252" y="736582"/>
                  </a:lnTo>
                  <a:lnTo>
                    <a:pt x="5991377" y="736582"/>
                  </a:lnTo>
                  <a:lnTo>
                    <a:pt x="5991502" y="736582"/>
                  </a:lnTo>
                  <a:lnTo>
                    <a:pt x="5991627" y="736582"/>
                  </a:lnTo>
                  <a:lnTo>
                    <a:pt x="5991753" y="736582"/>
                  </a:lnTo>
                  <a:lnTo>
                    <a:pt x="5991878" y="736582"/>
                  </a:lnTo>
                  <a:lnTo>
                    <a:pt x="5992003" y="736582"/>
                  </a:lnTo>
                  <a:lnTo>
                    <a:pt x="5992128" y="736582"/>
                  </a:lnTo>
                  <a:lnTo>
                    <a:pt x="5992253" y="736582"/>
                  </a:lnTo>
                  <a:lnTo>
                    <a:pt x="5992378" y="736582"/>
                  </a:lnTo>
                  <a:lnTo>
                    <a:pt x="5992503" y="736582"/>
                  </a:lnTo>
                  <a:lnTo>
                    <a:pt x="5992628" y="736582"/>
                  </a:lnTo>
                  <a:lnTo>
                    <a:pt x="5992753" y="736582"/>
                  </a:lnTo>
                  <a:lnTo>
                    <a:pt x="5992878" y="736582"/>
                  </a:lnTo>
                  <a:lnTo>
                    <a:pt x="5993003" y="736582"/>
                  </a:lnTo>
                  <a:lnTo>
                    <a:pt x="5993128" y="736582"/>
                  </a:lnTo>
                  <a:lnTo>
                    <a:pt x="5993253" y="736582"/>
                  </a:lnTo>
                  <a:lnTo>
                    <a:pt x="5993378" y="736582"/>
                  </a:lnTo>
                  <a:lnTo>
                    <a:pt x="5993503" y="736582"/>
                  </a:lnTo>
                  <a:lnTo>
                    <a:pt x="5993628" y="736582"/>
                  </a:lnTo>
                  <a:lnTo>
                    <a:pt x="5993753" y="736582"/>
                  </a:lnTo>
                  <a:lnTo>
                    <a:pt x="5993878" y="736582"/>
                  </a:lnTo>
                  <a:lnTo>
                    <a:pt x="5994003" y="736582"/>
                  </a:lnTo>
                  <a:lnTo>
                    <a:pt x="5994128" y="736582"/>
                  </a:lnTo>
                  <a:lnTo>
                    <a:pt x="5994253" y="736582"/>
                  </a:lnTo>
                  <a:lnTo>
                    <a:pt x="5994378" y="736582"/>
                  </a:lnTo>
                  <a:lnTo>
                    <a:pt x="5994503" y="736582"/>
                  </a:lnTo>
                  <a:lnTo>
                    <a:pt x="5994628" y="736582"/>
                  </a:lnTo>
                  <a:lnTo>
                    <a:pt x="5994754" y="736582"/>
                  </a:lnTo>
                  <a:lnTo>
                    <a:pt x="5994879" y="736582"/>
                  </a:lnTo>
                  <a:lnTo>
                    <a:pt x="5995004" y="736582"/>
                  </a:lnTo>
                  <a:lnTo>
                    <a:pt x="5995129" y="736582"/>
                  </a:lnTo>
                  <a:lnTo>
                    <a:pt x="5995254" y="736582"/>
                  </a:lnTo>
                  <a:lnTo>
                    <a:pt x="5995379" y="736582"/>
                  </a:lnTo>
                  <a:lnTo>
                    <a:pt x="5995504" y="736582"/>
                  </a:lnTo>
                  <a:lnTo>
                    <a:pt x="5995629" y="736582"/>
                  </a:lnTo>
                  <a:lnTo>
                    <a:pt x="5995754" y="736582"/>
                  </a:lnTo>
                  <a:lnTo>
                    <a:pt x="5995879" y="736582"/>
                  </a:lnTo>
                  <a:lnTo>
                    <a:pt x="5996004" y="736582"/>
                  </a:lnTo>
                  <a:lnTo>
                    <a:pt x="5996129" y="736582"/>
                  </a:lnTo>
                  <a:lnTo>
                    <a:pt x="5996254" y="736582"/>
                  </a:lnTo>
                  <a:lnTo>
                    <a:pt x="5996379" y="736582"/>
                  </a:lnTo>
                  <a:lnTo>
                    <a:pt x="5996504" y="736582"/>
                  </a:lnTo>
                  <a:lnTo>
                    <a:pt x="5996629" y="736582"/>
                  </a:lnTo>
                  <a:lnTo>
                    <a:pt x="5996754" y="736582"/>
                  </a:lnTo>
                  <a:lnTo>
                    <a:pt x="5996879" y="736582"/>
                  </a:lnTo>
                  <a:lnTo>
                    <a:pt x="5997004" y="736582"/>
                  </a:lnTo>
                  <a:lnTo>
                    <a:pt x="5997129" y="736582"/>
                  </a:lnTo>
                  <a:lnTo>
                    <a:pt x="5997254" y="736582"/>
                  </a:lnTo>
                  <a:lnTo>
                    <a:pt x="5997379" y="736582"/>
                  </a:lnTo>
                  <a:lnTo>
                    <a:pt x="5997504" y="736582"/>
                  </a:lnTo>
                  <a:lnTo>
                    <a:pt x="5997629" y="736582"/>
                  </a:lnTo>
                  <a:lnTo>
                    <a:pt x="5997755" y="736582"/>
                  </a:lnTo>
                  <a:lnTo>
                    <a:pt x="5997880" y="736582"/>
                  </a:lnTo>
                  <a:lnTo>
                    <a:pt x="5998005" y="736582"/>
                  </a:lnTo>
                  <a:lnTo>
                    <a:pt x="5998130" y="736582"/>
                  </a:lnTo>
                  <a:lnTo>
                    <a:pt x="5998255" y="736582"/>
                  </a:lnTo>
                  <a:lnTo>
                    <a:pt x="5998380" y="736582"/>
                  </a:lnTo>
                  <a:lnTo>
                    <a:pt x="5998505" y="736582"/>
                  </a:lnTo>
                  <a:lnTo>
                    <a:pt x="5998630" y="736582"/>
                  </a:lnTo>
                  <a:lnTo>
                    <a:pt x="5998755" y="736582"/>
                  </a:lnTo>
                  <a:lnTo>
                    <a:pt x="5998880" y="736582"/>
                  </a:lnTo>
                  <a:lnTo>
                    <a:pt x="5999005" y="736582"/>
                  </a:lnTo>
                  <a:lnTo>
                    <a:pt x="5999130" y="736582"/>
                  </a:lnTo>
                  <a:lnTo>
                    <a:pt x="5999255" y="736582"/>
                  </a:lnTo>
                  <a:lnTo>
                    <a:pt x="5999380" y="736582"/>
                  </a:lnTo>
                  <a:lnTo>
                    <a:pt x="5999505" y="736582"/>
                  </a:lnTo>
                  <a:lnTo>
                    <a:pt x="5999630" y="736582"/>
                  </a:lnTo>
                  <a:lnTo>
                    <a:pt x="5999755" y="736582"/>
                  </a:lnTo>
                  <a:lnTo>
                    <a:pt x="5999880" y="736582"/>
                  </a:lnTo>
                  <a:lnTo>
                    <a:pt x="6000005" y="736582"/>
                  </a:lnTo>
                  <a:lnTo>
                    <a:pt x="6000130" y="736582"/>
                  </a:lnTo>
                  <a:lnTo>
                    <a:pt x="6000255" y="736582"/>
                  </a:lnTo>
                  <a:lnTo>
                    <a:pt x="6000380" y="736582"/>
                  </a:lnTo>
                  <a:lnTo>
                    <a:pt x="6000505" y="736582"/>
                  </a:lnTo>
                  <a:lnTo>
                    <a:pt x="6000630" y="736582"/>
                  </a:lnTo>
                  <a:lnTo>
                    <a:pt x="6000756" y="736582"/>
                  </a:lnTo>
                  <a:lnTo>
                    <a:pt x="6000881" y="736582"/>
                  </a:lnTo>
                  <a:lnTo>
                    <a:pt x="6001006" y="736582"/>
                  </a:lnTo>
                  <a:lnTo>
                    <a:pt x="6001131" y="736582"/>
                  </a:lnTo>
                  <a:lnTo>
                    <a:pt x="6001256" y="736582"/>
                  </a:lnTo>
                  <a:lnTo>
                    <a:pt x="6001381" y="736582"/>
                  </a:lnTo>
                  <a:lnTo>
                    <a:pt x="6001506" y="736582"/>
                  </a:lnTo>
                  <a:lnTo>
                    <a:pt x="6001631" y="736582"/>
                  </a:lnTo>
                  <a:lnTo>
                    <a:pt x="6001756" y="736582"/>
                  </a:lnTo>
                  <a:lnTo>
                    <a:pt x="6001881" y="736582"/>
                  </a:lnTo>
                  <a:lnTo>
                    <a:pt x="6002006" y="736582"/>
                  </a:lnTo>
                  <a:lnTo>
                    <a:pt x="6002131" y="736582"/>
                  </a:lnTo>
                  <a:lnTo>
                    <a:pt x="6002256" y="736582"/>
                  </a:lnTo>
                  <a:lnTo>
                    <a:pt x="6002381" y="736582"/>
                  </a:lnTo>
                  <a:lnTo>
                    <a:pt x="6002506" y="736582"/>
                  </a:lnTo>
                  <a:lnTo>
                    <a:pt x="6002631" y="736582"/>
                  </a:lnTo>
                  <a:lnTo>
                    <a:pt x="6002756" y="736582"/>
                  </a:lnTo>
                  <a:lnTo>
                    <a:pt x="6002881" y="736582"/>
                  </a:lnTo>
                  <a:lnTo>
                    <a:pt x="6003006" y="736582"/>
                  </a:lnTo>
                  <a:lnTo>
                    <a:pt x="6003131" y="736582"/>
                  </a:lnTo>
                  <a:lnTo>
                    <a:pt x="6003256" y="736582"/>
                  </a:lnTo>
                  <a:lnTo>
                    <a:pt x="6003381" y="736582"/>
                  </a:lnTo>
                  <a:lnTo>
                    <a:pt x="6003506" y="736582"/>
                  </a:lnTo>
                  <a:lnTo>
                    <a:pt x="6003631" y="736582"/>
                  </a:lnTo>
                  <a:lnTo>
                    <a:pt x="6003757" y="736582"/>
                  </a:lnTo>
                  <a:lnTo>
                    <a:pt x="6003882" y="736582"/>
                  </a:lnTo>
                  <a:lnTo>
                    <a:pt x="6004007" y="736582"/>
                  </a:lnTo>
                  <a:lnTo>
                    <a:pt x="6004132" y="736582"/>
                  </a:lnTo>
                  <a:lnTo>
                    <a:pt x="6004257" y="736582"/>
                  </a:lnTo>
                  <a:lnTo>
                    <a:pt x="6004382" y="736582"/>
                  </a:lnTo>
                  <a:lnTo>
                    <a:pt x="6004507" y="736582"/>
                  </a:lnTo>
                  <a:lnTo>
                    <a:pt x="6004632" y="736582"/>
                  </a:lnTo>
                  <a:lnTo>
                    <a:pt x="6004757" y="736582"/>
                  </a:lnTo>
                  <a:lnTo>
                    <a:pt x="6004882" y="736582"/>
                  </a:lnTo>
                  <a:lnTo>
                    <a:pt x="6005007" y="736582"/>
                  </a:lnTo>
                  <a:lnTo>
                    <a:pt x="6005132" y="736582"/>
                  </a:lnTo>
                  <a:lnTo>
                    <a:pt x="6005257" y="736582"/>
                  </a:lnTo>
                  <a:lnTo>
                    <a:pt x="6005382" y="736582"/>
                  </a:lnTo>
                  <a:lnTo>
                    <a:pt x="6005507" y="736582"/>
                  </a:lnTo>
                  <a:lnTo>
                    <a:pt x="6005632" y="736582"/>
                  </a:lnTo>
                  <a:lnTo>
                    <a:pt x="6005757" y="736582"/>
                  </a:lnTo>
                  <a:lnTo>
                    <a:pt x="6005882" y="736582"/>
                  </a:lnTo>
                  <a:lnTo>
                    <a:pt x="6006007" y="736582"/>
                  </a:lnTo>
                  <a:lnTo>
                    <a:pt x="6006132" y="736582"/>
                  </a:lnTo>
                  <a:lnTo>
                    <a:pt x="6006257" y="736582"/>
                  </a:lnTo>
                  <a:lnTo>
                    <a:pt x="6006382" y="736582"/>
                  </a:lnTo>
                  <a:lnTo>
                    <a:pt x="6006507" y="736582"/>
                  </a:lnTo>
                  <a:lnTo>
                    <a:pt x="6006507" y="726629"/>
                  </a:lnTo>
                  <a:lnTo>
                    <a:pt x="6006632" y="726629"/>
                  </a:lnTo>
                  <a:lnTo>
                    <a:pt x="6006758" y="726629"/>
                  </a:lnTo>
                  <a:lnTo>
                    <a:pt x="6006883" y="726629"/>
                  </a:lnTo>
                  <a:lnTo>
                    <a:pt x="6007008" y="726629"/>
                  </a:lnTo>
                  <a:lnTo>
                    <a:pt x="6007133" y="726629"/>
                  </a:lnTo>
                  <a:lnTo>
                    <a:pt x="6007258" y="726629"/>
                  </a:lnTo>
                  <a:lnTo>
                    <a:pt x="6007383" y="726629"/>
                  </a:lnTo>
                  <a:lnTo>
                    <a:pt x="6007508" y="726629"/>
                  </a:lnTo>
                  <a:lnTo>
                    <a:pt x="6007633" y="726629"/>
                  </a:lnTo>
                  <a:lnTo>
                    <a:pt x="6007758" y="726629"/>
                  </a:lnTo>
                  <a:lnTo>
                    <a:pt x="6007883" y="726629"/>
                  </a:lnTo>
                  <a:lnTo>
                    <a:pt x="6008008" y="726629"/>
                  </a:lnTo>
                  <a:lnTo>
                    <a:pt x="6008133" y="726629"/>
                  </a:lnTo>
                  <a:lnTo>
                    <a:pt x="6008258" y="726629"/>
                  </a:lnTo>
                  <a:lnTo>
                    <a:pt x="6008383" y="726629"/>
                  </a:lnTo>
                  <a:lnTo>
                    <a:pt x="6008508" y="726629"/>
                  </a:lnTo>
                  <a:lnTo>
                    <a:pt x="6008633" y="726629"/>
                  </a:lnTo>
                  <a:lnTo>
                    <a:pt x="6008758" y="726629"/>
                  </a:lnTo>
                  <a:lnTo>
                    <a:pt x="6008883" y="726629"/>
                  </a:lnTo>
                  <a:lnTo>
                    <a:pt x="6009008" y="726629"/>
                  </a:lnTo>
                  <a:lnTo>
                    <a:pt x="6009133" y="726629"/>
                  </a:lnTo>
                  <a:lnTo>
                    <a:pt x="6009258" y="726629"/>
                  </a:lnTo>
                  <a:lnTo>
                    <a:pt x="6009383" y="726629"/>
                  </a:lnTo>
                  <a:lnTo>
                    <a:pt x="6009508" y="726629"/>
                  </a:lnTo>
                  <a:lnTo>
                    <a:pt x="6009633" y="726629"/>
                  </a:lnTo>
                  <a:lnTo>
                    <a:pt x="6009759" y="726629"/>
                  </a:lnTo>
                  <a:lnTo>
                    <a:pt x="6009884" y="726629"/>
                  </a:lnTo>
                  <a:lnTo>
                    <a:pt x="6010009" y="726629"/>
                  </a:lnTo>
                  <a:lnTo>
                    <a:pt x="6010134" y="726629"/>
                  </a:lnTo>
                  <a:lnTo>
                    <a:pt x="6010259" y="726629"/>
                  </a:lnTo>
                  <a:lnTo>
                    <a:pt x="6010384" y="726629"/>
                  </a:lnTo>
                  <a:lnTo>
                    <a:pt x="6010509" y="726629"/>
                  </a:lnTo>
                  <a:lnTo>
                    <a:pt x="6010634" y="726629"/>
                  </a:lnTo>
                  <a:lnTo>
                    <a:pt x="6010759" y="726629"/>
                  </a:lnTo>
                  <a:lnTo>
                    <a:pt x="6010884" y="726629"/>
                  </a:lnTo>
                  <a:lnTo>
                    <a:pt x="6011009" y="726629"/>
                  </a:lnTo>
                  <a:lnTo>
                    <a:pt x="6011134" y="726629"/>
                  </a:lnTo>
                  <a:lnTo>
                    <a:pt x="6011259" y="726629"/>
                  </a:lnTo>
                  <a:lnTo>
                    <a:pt x="6011384" y="726629"/>
                  </a:lnTo>
                  <a:lnTo>
                    <a:pt x="6011509" y="726629"/>
                  </a:lnTo>
                  <a:lnTo>
                    <a:pt x="6011634" y="726629"/>
                  </a:lnTo>
                  <a:lnTo>
                    <a:pt x="6011759" y="726629"/>
                  </a:lnTo>
                  <a:lnTo>
                    <a:pt x="6011884" y="726629"/>
                  </a:lnTo>
                  <a:lnTo>
                    <a:pt x="6012009" y="726629"/>
                  </a:lnTo>
                  <a:lnTo>
                    <a:pt x="6012134" y="726629"/>
                  </a:lnTo>
                  <a:lnTo>
                    <a:pt x="6012259" y="726629"/>
                  </a:lnTo>
                  <a:lnTo>
                    <a:pt x="6012384" y="726629"/>
                  </a:lnTo>
                  <a:lnTo>
                    <a:pt x="6012509" y="726629"/>
                  </a:lnTo>
                  <a:lnTo>
                    <a:pt x="6012634" y="726629"/>
                  </a:lnTo>
                  <a:lnTo>
                    <a:pt x="6012760" y="726629"/>
                  </a:lnTo>
                  <a:lnTo>
                    <a:pt x="6012885" y="726629"/>
                  </a:lnTo>
                  <a:lnTo>
                    <a:pt x="6013010" y="726629"/>
                  </a:lnTo>
                  <a:lnTo>
                    <a:pt x="6013135" y="726629"/>
                  </a:lnTo>
                  <a:lnTo>
                    <a:pt x="6013260" y="726629"/>
                  </a:lnTo>
                  <a:lnTo>
                    <a:pt x="6013385" y="726629"/>
                  </a:lnTo>
                  <a:lnTo>
                    <a:pt x="6013510" y="726629"/>
                  </a:lnTo>
                  <a:lnTo>
                    <a:pt x="6013635" y="726629"/>
                  </a:lnTo>
                  <a:lnTo>
                    <a:pt x="6013760" y="726629"/>
                  </a:lnTo>
                  <a:lnTo>
                    <a:pt x="6013885" y="726629"/>
                  </a:lnTo>
                  <a:lnTo>
                    <a:pt x="6014010" y="726629"/>
                  </a:lnTo>
                  <a:lnTo>
                    <a:pt x="6014135" y="726629"/>
                  </a:lnTo>
                  <a:lnTo>
                    <a:pt x="6014260" y="726629"/>
                  </a:lnTo>
                  <a:lnTo>
                    <a:pt x="6014385" y="726629"/>
                  </a:lnTo>
                  <a:lnTo>
                    <a:pt x="6014510" y="726629"/>
                  </a:lnTo>
                  <a:lnTo>
                    <a:pt x="6014635" y="726629"/>
                  </a:lnTo>
                  <a:lnTo>
                    <a:pt x="6014760" y="726629"/>
                  </a:lnTo>
                  <a:lnTo>
                    <a:pt x="6014885" y="726629"/>
                  </a:lnTo>
                  <a:lnTo>
                    <a:pt x="6015010" y="726629"/>
                  </a:lnTo>
                  <a:lnTo>
                    <a:pt x="6015135" y="726629"/>
                  </a:lnTo>
                  <a:lnTo>
                    <a:pt x="6015260" y="726629"/>
                  </a:lnTo>
                  <a:lnTo>
                    <a:pt x="6015385" y="726629"/>
                  </a:lnTo>
                  <a:lnTo>
                    <a:pt x="6015510" y="726629"/>
                  </a:lnTo>
                  <a:lnTo>
                    <a:pt x="6015636" y="726629"/>
                  </a:lnTo>
                  <a:lnTo>
                    <a:pt x="6015761" y="726629"/>
                  </a:lnTo>
                  <a:lnTo>
                    <a:pt x="6015886" y="726629"/>
                  </a:lnTo>
                  <a:lnTo>
                    <a:pt x="6016011" y="726629"/>
                  </a:lnTo>
                  <a:lnTo>
                    <a:pt x="6016136" y="726629"/>
                  </a:lnTo>
                  <a:lnTo>
                    <a:pt x="6016261" y="726629"/>
                  </a:lnTo>
                  <a:lnTo>
                    <a:pt x="6016386" y="726629"/>
                  </a:lnTo>
                  <a:lnTo>
                    <a:pt x="6016511" y="726629"/>
                  </a:lnTo>
                  <a:lnTo>
                    <a:pt x="6016636" y="726629"/>
                  </a:lnTo>
                  <a:lnTo>
                    <a:pt x="6016761" y="726629"/>
                  </a:lnTo>
                  <a:lnTo>
                    <a:pt x="6016886" y="726629"/>
                  </a:lnTo>
                  <a:lnTo>
                    <a:pt x="6017011" y="726629"/>
                  </a:lnTo>
                  <a:lnTo>
                    <a:pt x="6017136" y="726629"/>
                  </a:lnTo>
                  <a:lnTo>
                    <a:pt x="6017261" y="726629"/>
                  </a:lnTo>
                  <a:lnTo>
                    <a:pt x="6017386" y="726629"/>
                  </a:lnTo>
                  <a:lnTo>
                    <a:pt x="6017511" y="726629"/>
                  </a:lnTo>
                  <a:lnTo>
                    <a:pt x="6017636" y="726629"/>
                  </a:lnTo>
                  <a:lnTo>
                    <a:pt x="6017761" y="726629"/>
                  </a:lnTo>
                  <a:lnTo>
                    <a:pt x="6017886" y="726629"/>
                  </a:lnTo>
                  <a:lnTo>
                    <a:pt x="6018011" y="726629"/>
                  </a:lnTo>
                  <a:lnTo>
                    <a:pt x="6018136" y="726629"/>
                  </a:lnTo>
                  <a:lnTo>
                    <a:pt x="6018261" y="726629"/>
                  </a:lnTo>
                  <a:lnTo>
                    <a:pt x="6018386" y="726629"/>
                  </a:lnTo>
                  <a:lnTo>
                    <a:pt x="6018511" y="726629"/>
                  </a:lnTo>
                  <a:lnTo>
                    <a:pt x="6018637" y="726629"/>
                  </a:lnTo>
                  <a:lnTo>
                    <a:pt x="6018762" y="726629"/>
                  </a:lnTo>
                  <a:lnTo>
                    <a:pt x="6018887" y="726629"/>
                  </a:lnTo>
                  <a:lnTo>
                    <a:pt x="6019012" y="726629"/>
                  </a:lnTo>
                  <a:lnTo>
                    <a:pt x="6019137" y="726629"/>
                  </a:lnTo>
                  <a:lnTo>
                    <a:pt x="6019262" y="726629"/>
                  </a:lnTo>
                  <a:lnTo>
                    <a:pt x="6019387" y="726629"/>
                  </a:lnTo>
                  <a:lnTo>
                    <a:pt x="6019512" y="726629"/>
                  </a:lnTo>
                  <a:lnTo>
                    <a:pt x="6019637" y="726629"/>
                  </a:lnTo>
                  <a:lnTo>
                    <a:pt x="6019762" y="726629"/>
                  </a:lnTo>
                  <a:lnTo>
                    <a:pt x="6019887" y="726629"/>
                  </a:lnTo>
                  <a:lnTo>
                    <a:pt x="6020012" y="726629"/>
                  </a:lnTo>
                  <a:lnTo>
                    <a:pt x="6020137" y="726629"/>
                  </a:lnTo>
                  <a:lnTo>
                    <a:pt x="6020262" y="726629"/>
                  </a:lnTo>
                  <a:lnTo>
                    <a:pt x="6020387" y="726629"/>
                  </a:lnTo>
                  <a:lnTo>
                    <a:pt x="6020512" y="726629"/>
                  </a:lnTo>
                  <a:lnTo>
                    <a:pt x="6020637" y="726629"/>
                  </a:lnTo>
                  <a:lnTo>
                    <a:pt x="6020762" y="726629"/>
                  </a:lnTo>
                  <a:lnTo>
                    <a:pt x="6020887" y="726629"/>
                  </a:lnTo>
                  <a:lnTo>
                    <a:pt x="6021012" y="726629"/>
                  </a:lnTo>
                  <a:lnTo>
                    <a:pt x="6021137" y="726629"/>
                  </a:lnTo>
                  <a:lnTo>
                    <a:pt x="6021262" y="726629"/>
                  </a:lnTo>
                  <a:lnTo>
                    <a:pt x="6021387" y="726629"/>
                  </a:lnTo>
                  <a:lnTo>
                    <a:pt x="6021512" y="726629"/>
                  </a:lnTo>
                  <a:lnTo>
                    <a:pt x="6021638" y="726629"/>
                  </a:lnTo>
                  <a:lnTo>
                    <a:pt x="6021763" y="726629"/>
                  </a:lnTo>
                  <a:lnTo>
                    <a:pt x="6021888" y="726629"/>
                  </a:lnTo>
                  <a:lnTo>
                    <a:pt x="6022013" y="726629"/>
                  </a:lnTo>
                  <a:lnTo>
                    <a:pt x="6022138" y="726629"/>
                  </a:lnTo>
                  <a:lnTo>
                    <a:pt x="6022263" y="726629"/>
                  </a:lnTo>
                  <a:lnTo>
                    <a:pt x="6022388" y="726629"/>
                  </a:lnTo>
                  <a:lnTo>
                    <a:pt x="6022513" y="726629"/>
                  </a:lnTo>
                  <a:lnTo>
                    <a:pt x="6022638" y="726629"/>
                  </a:lnTo>
                  <a:lnTo>
                    <a:pt x="6022763" y="726629"/>
                  </a:lnTo>
                  <a:lnTo>
                    <a:pt x="6022888" y="726629"/>
                  </a:lnTo>
                  <a:lnTo>
                    <a:pt x="6023013" y="726629"/>
                  </a:lnTo>
                  <a:lnTo>
                    <a:pt x="6023138" y="726629"/>
                  </a:lnTo>
                  <a:lnTo>
                    <a:pt x="6023263" y="726629"/>
                  </a:lnTo>
                  <a:lnTo>
                    <a:pt x="6023388" y="726629"/>
                  </a:lnTo>
                  <a:lnTo>
                    <a:pt x="6023513" y="726629"/>
                  </a:lnTo>
                  <a:lnTo>
                    <a:pt x="6023638" y="726629"/>
                  </a:lnTo>
                  <a:lnTo>
                    <a:pt x="6023763" y="726629"/>
                  </a:lnTo>
                  <a:lnTo>
                    <a:pt x="6023888" y="726629"/>
                  </a:lnTo>
                  <a:lnTo>
                    <a:pt x="6024013" y="726629"/>
                  </a:lnTo>
                  <a:lnTo>
                    <a:pt x="6024138" y="726629"/>
                  </a:lnTo>
                  <a:lnTo>
                    <a:pt x="6024263" y="726629"/>
                  </a:lnTo>
                  <a:lnTo>
                    <a:pt x="6024388" y="726629"/>
                  </a:lnTo>
                  <a:lnTo>
                    <a:pt x="6024513" y="726629"/>
                  </a:lnTo>
                  <a:lnTo>
                    <a:pt x="6024639" y="726629"/>
                  </a:lnTo>
                  <a:lnTo>
                    <a:pt x="6024764" y="726629"/>
                  </a:lnTo>
                  <a:lnTo>
                    <a:pt x="6024889" y="726629"/>
                  </a:lnTo>
                  <a:lnTo>
                    <a:pt x="6025014" y="726629"/>
                  </a:lnTo>
                  <a:lnTo>
                    <a:pt x="6025139" y="726629"/>
                  </a:lnTo>
                  <a:lnTo>
                    <a:pt x="6025264" y="726629"/>
                  </a:lnTo>
                  <a:lnTo>
                    <a:pt x="6025389" y="726629"/>
                  </a:lnTo>
                  <a:lnTo>
                    <a:pt x="6025514" y="726629"/>
                  </a:lnTo>
                  <a:lnTo>
                    <a:pt x="6025639" y="726629"/>
                  </a:lnTo>
                  <a:lnTo>
                    <a:pt x="6025764" y="726629"/>
                  </a:lnTo>
                  <a:lnTo>
                    <a:pt x="6025889" y="726629"/>
                  </a:lnTo>
                  <a:lnTo>
                    <a:pt x="6026014" y="726629"/>
                  </a:lnTo>
                  <a:lnTo>
                    <a:pt x="6026139" y="726629"/>
                  </a:lnTo>
                  <a:lnTo>
                    <a:pt x="6026264" y="726629"/>
                  </a:lnTo>
                  <a:lnTo>
                    <a:pt x="6026389" y="726629"/>
                  </a:lnTo>
                  <a:lnTo>
                    <a:pt x="6026514" y="726629"/>
                  </a:lnTo>
                  <a:lnTo>
                    <a:pt x="6026639" y="726629"/>
                  </a:lnTo>
                  <a:lnTo>
                    <a:pt x="6026764" y="726629"/>
                  </a:lnTo>
                  <a:lnTo>
                    <a:pt x="6026889" y="726629"/>
                  </a:lnTo>
                  <a:lnTo>
                    <a:pt x="6027014" y="726629"/>
                  </a:lnTo>
                  <a:lnTo>
                    <a:pt x="6027139" y="726629"/>
                  </a:lnTo>
                  <a:lnTo>
                    <a:pt x="6027264" y="726629"/>
                  </a:lnTo>
                  <a:lnTo>
                    <a:pt x="6027389" y="726629"/>
                  </a:lnTo>
                  <a:lnTo>
                    <a:pt x="6027514" y="726629"/>
                  </a:lnTo>
                  <a:lnTo>
                    <a:pt x="6027640" y="726629"/>
                  </a:lnTo>
                  <a:lnTo>
                    <a:pt x="6027765" y="726629"/>
                  </a:lnTo>
                  <a:lnTo>
                    <a:pt x="6027890" y="726629"/>
                  </a:lnTo>
                  <a:lnTo>
                    <a:pt x="6028015" y="726629"/>
                  </a:lnTo>
                  <a:lnTo>
                    <a:pt x="6028140" y="726629"/>
                  </a:lnTo>
                  <a:lnTo>
                    <a:pt x="6028265" y="726629"/>
                  </a:lnTo>
                  <a:lnTo>
                    <a:pt x="6028390" y="726629"/>
                  </a:lnTo>
                  <a:lnTo>
                    <a:pt x="6028515" y="726629"/>
                  </a:lnTo>
                  <a:lnTo>
                    <a:pt x="6028640" y="726629"/>
                  </a:lnTo>
                  <a:lnTo>
                    <a:pt x="6028765" y="726629"/>
                  </a:lnTo>
                  <a:lnTo>
                    <a:pt x="6028890" y="726629"/>
                  </a:lnTo>
                  <a:lnTo>
                    <a:pt x="6029015" y="726629"/>
                  </a:lnTo>
                  <a:lnTo>
                    <a:pt x="6029140" y="726629"/>
                  </a:lnTo>
                  <a:lnTo>
                    <a:pt x="6029265" y="726629"/>
                  </a:lnTo>
                  <a:lnTo>
                    <a:pt x="6029390" y="726629"/>
                  </a:lnTo>
                  <a:lnTo>
                    <a:pt x="6029515" y="726629"/>
                  </a:lnTo>
                  <a:lnTo>
                    <a:pt x="6029640" y="726629"/>
                  </a:lnTo>
                  <a:lnTo>
                    <a:pt x="6029765" y="726629"/>
                  </a:lnTo>
                  <a:lnTo>
                    <a:pt x="6029890" y="726629"/>
                  </a:lnTo>
                  <a:lnTo>
                    <a:pt x="6030015" y="726629"/>
                  </a:lnTo>
                  <a:lnTo>
                    <a:pt x="6030140" y="726629"/>
                  </a:lnTo>
                  <a:lnTo>
                    <a:pt x="6030265" y="726629"/>
                  </a:lnTo>
                  <a:lnTo>
                    <a:pt x="6030390" y="726629"/>
                  </a:lnTo>
                  <a:lnTo>
                    <a:pt x="6030515" y="726629"/>
                  </a:lnTo>
                  <a:lnTo>
                    <a:pt x="6030641" y="726629"/>
                  </a:lnTo>
                  <a:lnTo>
                    <a:pt x="6030766" y="726629"/>
                  </a:lnTo>
                  <a:lnTo>
                    <a:pt x="6030891" y="726629"/>
                  </a:lnTo>
                  <a:lnTo>
                    <a:pt x="6031016" y="726629"/>
                  </a:lnTo>
                  <a:lnTo>
                    <a:pt x="6031141" y="726629"/>
                  </a:lnTo>
                  <a:lnTo>
                    <a:pt x="6031266" y="726629"/>
                  </a:lnTo>
                  <a:lnTo>
                    <a:pt x="6031391" y="726629"/>
                  </a:lnTo>
                  <a:lnTo>
                    <a:pt x="6031516" y="726629"/>
                  </a:lnTo>
                  <a:lnTo>
                    <a:pt x="6031641" y="726629"/>
                  </a:lnTo>
                  <a:lnTo>
                    <a:pt x="6031766" y="726629"/>
                  </a:lnTo>
                  <a:lnTo>
                    <a:pt x="6031891" y="726629"/>
                  </a:lnTo>
                  <a:lnTo>
                    <a:pt x="6032016" y="726629"/>
                  </a:lnTo>
                  <a:lnTo>
                    <a:pt x="6032141" y="726629"/>
                  </a:lnTo>
                  <a:lnTo>
                    <a:pt x="6032266" y="726629"/>
                  </a:lnTo>
                  <a:lnTo>
                    <a:pt x="6032391" y="726629"/>
                  </a:lnTo>
                  <a:lnTo>
                    <a:pt x="6032516" y="726629"/>
                  </a:lnTo>
                  <a:lnTo>
                    <a:pt x="6032641" y="726629"/>
                  </a:lnTo>
                  <a:lnTo>
                    <a:pt x="6032766" y="726629"/>
                  </a:lnTo>
                  <a:lnTo>
                    <a:pt x="6032891" y="726629"/>
                  </a:lnTo>
                  <a:lnTo>
                    <a:pt x="6033016" y="726629"/>
                  </a:lnTo>
                  <a:lnTo>
                    <a:pt x="6033141" y="726629"/>
                  </a:lnTo>
                  <a:lnTo>
                    <a:pt x="6033266" y="726629"/>
                  </a:lnTo>
                  <a:lnTo>
                    <a:pt x="6033391" y="726629"/>
                  </a:lnTo>
                  <a:lnTo>
                    <a:pt x="6033516" y="726629"/>
                  </a:lnTo>
                  <a:lnTo>
                    <a:pt x="6033642" y="726629"/>
                  </a:lnTo>
                  <a:lnTo>
                    <a:pt x="6033767" y="726629"/>
                  </a:lnTo>
                  <a:lnTo>
                    <a:pt x="6033892" y="726629"/>
                  </a:lnTo>
                  <a:lnTo>
                    <a:pt x="6034017" y="726629"/>
                  </a:lnTo>
                  <a:lnTo>
                    <a:pt x="6034142" y="726629"/>
                  </a:lnTo>
                  <a:lnTo>
                    <a:pt x="6034267" y="726629"/>
                  </a:lnTo>
                  <a:lnTo>
                    <a:pt x="6034392" y="726629"/>
                  </a:lnTo>
                  <a:lnTo>
                    <a:pt x="6034517" y="726629"/>
                  </a:lnTo>
                  <a:lnTo>
                    <a:pt x="6034642" y="726629"/>
                  </a:lnTo>
                  <a:lnTo>
                    <a:pt x="6034767" y="726629"/>
                  </a:lnTo>
                  <a:lnTo>
                    <a:pt x="6034892" y="726629"/>
                  </a:lnTo>
                  <a:lnTo>
                    <a:pt x="6035017" y="726629"/>
                  </a:lnTo>
                  <a:lnTo>
                    <a:pt x="6035142" y="726629"/>
                  </a:lnTo>
                  <a:lnTo>
                    <a:pt x="6035267" y="726629"/>
                  </a:lnTo>
                  <a:lnTo>
                    <a:pt x="6035392" y="726629"/>
                  </a:lnTo>
                  <a:lnTo>
                    <a:pt x="6035517" y="726629"/>
                  </a:lnTo>
                  <a:lnTo>
                    <a:pt x="6035642" y="726629"/>
                  </a:lnTo>
                  <a:lnTo>
                    <a:pt x="6035767" y="726629"/>
                  </a:lnTo>
                  <a:lnTo>
                    <a:pt x="6035892" y="726629"/>
                  </a:lnTo>
                  <a:lnTo>
                    <a:pt x="6036017" y="726629"/>
                  </a:lnTo>
                  <a:lnTo>
                    <a:pt x="6036142" y="726629"/>
                  </a:lnTo>
                  <a:lnTo>
                    <a:pt x="6036267" y="726629"/>
                  </a:lnTo>
                  <a:lnTo>
                    <a:pt x="6036392" y="726629"/>
                  </a:lnTo>
                  <a:lnTo>
                    <a:pt x="6036517" y="726629"/>
                  </a:lnTo>
                  <a:lnTo>
                    <a:pt x="6036643" y="726629"/>
                  </a:lnTo>
                  <a:lnTo>
                    <a:pt x="6036768" y="726629"/>
                  </a:lnTo>
                  <a:lnTo>
                    <a:pt x="6036893" y="726629"/>
                  </a:lnTo>
                  <a:lnTo>
                    <a:pt x="6037018" y="726629"/>
                  </a:lnTo>
                  <a:lnTo>
                    <a:pt x="6037143" y="726629"/>
                  </a:lnTo>
                  <a:lnTo>
                    <a:pt x="6037268" y="726629"/>
                  </a:lnTo>
                  <a:lnTo>
                    <a:pt x="6037393" y="726629"/>
                  </a:lnTo>
                  <a:lnTo>
                    <a:pt x="6037518" y="726629"/>
                  </a:lnTo>
                  <a:lnTo>
                    <a:pt x="6037643" y="726629"/>
                  </a:lnTo>
                  <a:lnTo>
                    <a:pt x="6037768" y="726629"/>
                  </a:lnTo>
                  <a:lnTo>
                    <a:pt x="6037893" y="726629"/>
                  </a:lnTo>
                  <a:lnTo>
                    <a:pt x="6038018" y="726629"/>
                  </a:lnTo>
                  <a:lnTo>
                    <a:pt x="6038143" y="726629"/>
                  </a:lnTo>
                  <a:lnTo>
                    <a:pt x="6038268" y="726629"/>
                  </a:lnTo>
                  <a:lnTo>
                    <a:pt x="6038393" y="726629"/>
                  </a:lnTo>
                  <a:lnTo>
                    <a:pt x="6038518" y="726629"/>
                  </a:lnTo>
                  <a:lnTo>
                    <a:pt x="6038643" y="726629"/>
                  </a:lnTo>
                  <a:lnTo>
                    <a:pt x="6038768" y="726629"/>
                  </a:lnTo>
                  <a:lnTo>
                    <a:pt x="6038893" y="726629"/>
                  </a:lnTo>
                  <a:lnTo>
                    <a:pt x="6039018" y="726629"/>
                  </a:lnTo>
                  <a:lnTo>
                    <a:pt x="6039143" y="726629"/>
                  </a:lnTo>
                  <a:lnTo>
                    <a:pt x="6039268" y="726629"/>
                  </a:lnTo>
                  <a:lnTo>
                    <a:pt x="6039393" y="726629"/>
                  </a:lnTo>
                  <a:lnTo>
                    <a:pt x="6039518" y="726629"/>
                  </a:lnTo>
                  <a:lnTo>
                    <a:pt x="6039644" y="726629"/>
                  </a:lnTo>
                  <a:lnTo>
                    <a:pt x="6039769" y="726629"/>
                  </a:lnTo>
                  <a:lnTo>
                    <a:pt x="6039894" y="726629"/>
                  </a:lnTo>
                  <a:lnTo>
                    <a:pt x="6040019" y="726629"/>
                  </a:lnTo>
                  <a:lnTo>
                    <a:pt x="6040144" y="726629"/>
                  </a:lnTo>
                  <a:lnTo>
                    <a:pt x="6040269" y="726629"/>
                  </a:lnTo>
                  <a:lnTo>
                    <a:pt x="6040394" y="726629"/>
                  </a:lnTo>
                  <a:lnTo>
                    <a:pt x="6040519" y="726629"/>
                  </a:lnTo>
                  <a:lnTo>
                    <a:pt x="6040644" y="726629"/>
                  </a:lnTo>
                  <a:lnTo>
                    <a:pt x="6040769" y="726629"/>
                  </a:lnTo>
                  <a:lnTo>
                    <a:pt x="6040894" y="726629"/>
                  </a:lnTo>
                  <a:lnTo>
                    <a:pt x="6041019" y="726629"/>
                  </a:lnTo>
                  <a:lnTo>
                    <a:pt x="6041144" y="726629"/>
                  </a:lnTo>
                  <a:lnTo>
                    <a:pt x="6041269" y="726629"/>
                  </a:lnTo>
                  <a:lnTo>
                    <a:pt x="6041394" y="726629"/>
                  </a:lnTo>
                  <a:lnTo>
                    <a:pt x="6041519" y="726629"/>
                  </a:lnTo>
                  <a:lnTo>
                    <a:pt x="6041644" y="726629"/>
                  </a:lnTo>
                  <a:lnTo>
                    <a:pt x="6041769" y="726629"/>
                  </a:lnTo>
                  <a:lnTo>
                    <a:pt x="6041894" y="726629"/>
                  </a:lnTo>
                  <a:lnTo>
                    <a:pt x="6042019" y="726629"/>
                  </a:lnTo>
                  <a:lnTo>
                    <a:pt x="6042144" y="726629"/>
                  </a:lnTo>
                  <a:lnTo>
                    <a:pt x="6042269" y="726629"/>
                  </a:lnTo>
                  <a:lnTo>
                    <a:pt x="6042394" y="726629"/>
                  </a:lnTo>
                  <a:lnTo>
                    <a:pt x="6042519" y="726629"/>
                  </a:lnTo>
                  <a:lnTo>
                    <a:pt x="6042645" y="726629"/>
                  </a:lnTo>
                  <a:lnTo>
                    <a:pt x="6042770" y="726629"/>
                  </a:lnTo>
                  <a:lnTo>
                    <a:pt x="6042895" y="726629"/>
                  </a:lnTo>
                  <a:lnTo>
                    <a:pt x="6043020" y="726629"/>
                  </a:lnTo>
                  <a:lnTo>
                    <a:pt x="6043145" y="726629"/>
                  </a:lnTo>
                  <a:lnTo>
                    <a:pt x="6043270" y="726629"/>
                  </a:lnTo>
                  <a:lnTo>
                    <a:pt x="6043395" y="726629"/>
                  </a:lnTo>
                  <a:lnTo>
                    <a:pt x="6043520" y="726629"/>
                  </a:lnTo>
                  <a:lnTo>
                    <a:pt x="6043645" y="726629"/>
                  </a:lnTo>
                  <a:lnTo>
                    <a:pt x="6043770" y="726629"/>
                  </a:lnTo>
                  <a:lnTo>
                    <a:pt x="6043895" y="726629"/>
                  </a:lnTo>
                  <a:lnTo>
                    <a:pt x="6044020" y="726629"/>
                  </a:lnTo>
                  <a:lnTo>
                    <a:pt x="6044145" y="726629"/>
                  </a:lnTo>
                  <a:lnTo>
                    <a:pt x="6044270" y="726629"/>
                  </a:lnTo>
                  <a:lnTo>
                    <a:pt x="6044395" y="726629"/>
                  </a:lnTo>
                  <a:lnTo>
                    <a:pt x="6044520" y="726629"/>
                  </a:lnTo>
                  <a:lnTo>
                    <a:pt x="6044645" y="726629"/>
                  </a:lnTo>
                  <a:lnTo>
                    <a:pt x="6044770" y="726629"/>
                  </a:lnTo>
                  <a:lnTo>
                    <a:pt x="6044895" y="726629"/>
                  </a:lnTo>
                  <a:lnTo>
                    <a:pt x="6045020" y="726629"/>
                  </a:lnTo>
                  <a:lnTo>
                    <a:pt x="6045145" y="726629"/>
                  </a:lnTo>
                  <a:lnTo>
                    <a:pt x="6045270" y="726629"/>
                  </a:lnTo>
                  <a:lnTo>
                    <a:pt x="6045395" y="726629"/>
                  </a:lnTo>
                  <a:lnTo>
                    <a:pt x="6045520" y="726629"/>
                  </a:lnTo>
                  <a:lnTo>
                    <a:pt x="6045646" y="726629"/>
                  </a:lnTo>
                  <a:lnTo>
                    <a:pt x="6045771" y="726629"/>
                  </a:lnTo>
                  <a:lnTo>
                    <a:pt x="6045896" y="726629"/>
                  </a:lnTo>
                  <a:lnTo>
                    <a:pt x="6046021" y="726629"/>
                  </a:lnTo>
                  <a:lnTo>
                    <a:pt x="6046146" y="726629"/>
                  </a:lnTo>
                  <a:lnTo>
                    <a:pt x="6046271" y="726629"/>
                  </a:lnTo>
                  <a:lnTo>
                    <a:pt x="6046396" y="726629"/>
                  </a:lnTo>
                  <a:lnTo>
                    <a:pt x="6046521" y="726629"/>
                  </a:lnTo>
                  <a:lnTo>
                    <a:pt x="6046646" y="726629"/>
                  </a:lnTo>
                  <a:lnTo>
                    <a:pt x="6046771" y="726629"/>
                  </a:lnTo>
                  <a:lnTo>
                    <a:pt x="6046896" y="726629"/>
                  </a:lnTo>
                  <a:lnTo>
                    <a:pt x="6047021" y="726629"/>
                  </a:lnTo>
                  <a:lnTo>
                    <a:pt x="6047146" y="726629"/>
                  </a:lnTo>
                  <a:lnTo>
                    <a:pt x="6047271" y="726629"/>
                  </a:lnTo>
                  <a:lnTo>
                    <a:pt x="6047396" y="726629"/>
                  </a:lnTo>
                  <a:lnTo>
                    <a:pt x="6047521" y="726629"/>
                  </a:lnTo>
                  <a:lnTo>
                    <a:pt x="6047646" y="726629"/>
                  </a:lnTo>
                  <a:lnTo>
                    <a:pt x="6047771" y="726629"/>
                  </a:lnTo>
                  <a:lnTo>
                    <a:pt x="6047896" y="726629"/>
                  </a:lnTo>
                  <a:lnTo>
                    <a:pt x="6048021" y="726629"/>
                  </a:lnTo>
                  <a:lnTo>
                    <a:pt x="6048146" y="726629"/>
                  </a:lnTo>
                  <a:lnTo>
                    <a:pt x="6048271" y="726629"/>
                  </a:lnTo>
                  <a:lnTo>
                    <a:pt x="6048396" y="726629"/>
                  </a:lnTo>
                  <a:lnTo>
                    <a:pt x="6048521" y="726629"/>
                  </a:lnTo>
                  <a:lnTo>
                    <a:pt x="6048647" y="726629"/>
                  </a:lnTo>
                  <a:lnTo>
                    <a:pt x="6048772" y="726629"/>
                  </a:lnTo>
                  <a:lnTo>
                    <a:pt x="6048897" y="726629"/>
                  </a:lnTo>
                  <a:lnTo>
                    <a:pt x="6049022" y="726629"/>
                  </a:lnTo>
                  <a:lnTo>
                    <a:pt x="6049147" y="726629"/>
                  </a:lnTo>
                  <a:lnTo>
                    <a:pt x="6049272" y="726629"/>
                  </a:lnTo>
                  <a:lnTo>
                    <a:pt x="6049397" y="726629"/>
                  </a:lnTo>
                  <a:lnTo>
                    <a:pt x="6049522" y="726629"/>
                  </a:lnTo>
                  <a:lnTo>
                    <a:pt x="6049647" y="726629"/>
                  </a:lnTo>
                  <a:lnTo>
                    <a:pt x="6049772" y="726629"/>
                  </a:lnTo>
                  <a:lnTo>
                    <a:pt x="6049897" y="726629"/>
                  </a:lnTo>
                  <a:lnTo>
                    <a:pt x="6050022" y="726629"/>
                  </a:lnTo>
                  <a:lnTo>
                    <a:pt x="6050147" y="726629"/>
                  </a:lnTo>
                  <a:lnTo>
                    <a:pt x="6050272" y="726629"/>
                  </a:lnTo>
                  <a:lnTo>
                    <a:pt x="6050397" y="726629"/>
                  </a:lnTo>
                  <a:lnTo>
                    <a:pt x="6050522" y="726629"/>
                  </a:lnTo>
                  <a:lnTo>
                    <a:pt x="6050647" y="726629"/>
                  </a:lnTo>
                  <a:lnTo>
                    <a:pt x="6050772" y="726629"/>
                  </a:lnTo>
                  <a:lnTo>
                    <a:pt x="6050897" y="726629"/>
                  </a:lnTo>
                  <a:lnTo>
                    <a:pt x="6051022" y="726629"/>
                  </a:lnTo>
                  <a:lnTo>
                    <a:pt x="6051147" y="726629"/>
                  </a:lnTo>
                  <a:lnTo>
                    <a:pt x="6051272" y="726629"/>
                  </a:lnTo>
                  <a:lnTo>
                    <a:pt x="6051397" y="726629"/>
                  </a:lnTo>
                  <a:lnTo>
                    <a:pt x="6051522" y="726629"/>
                  </a:lnTo>
                  <a:lnTo>
                    <a:pt x="6051648" y="726629"/>
                  </a:lnTo>
                  <a:lnTo>
                    <a:pt x="6051773" y="726629"/>
                  </a:lnTo>
                  <a:lnTo>
                    <a:pt x="6051898" y="726629"/>
                  </a:lnTo>
                  <a:lnTo>
                    <a:pt x="6052023" y="726629"/>
                  </a:lnTo>
                  <a:lnTo>
                    <a:pt x="6052148" y="726629"/>
                  </a:lnTo>
                  <a:lnTo>
                    <a:pt x="6052273" y="726629"/>
                  </a:lnTo>
                  <a:lnTo>
                    <a:pt x="6052398" y="726629"/>
                  </a:lnTo>
                  <a:lnTo>
                    <a:pt x="6052523" y="726629"/>
                  </a:lnTo>
                  <a:lnTo>
                    <a:pt x="6052648" y="726629"/>
                  </a:lnTo>
                  <a:lnTo>
                    <a:pt x="6052773" y="726629"/>
                  </a:lnTo>
                  <a:lnTo>
                    <a:pt x="6052898" y="726629"/>
                  </a:lnTo>
                  <a:lnTo>
                    <a:pt x="6053023" y="726629"/>
                  </a:lnTo>
                  <a:lnTo>
                    <a:pt x="6053023" y="716675"/>
                  </a:lnTo>
                  <a:lnTo>
                    <a:pt x="6053148" y="716675"/>
                  </a:lnTo>
                  <a:lnTo>
                    <a:pt x="6053273" y="716675"/>
                  </a:lnTo>
                  <a:lnTo>
                    <a:pt x="6053398" y="716675"/>
                  </a:lnTo>
                  <a:lnTo>
                    <a:pt x="6053523" y="716675"/>
                  </a:lnTo>
                  <a:lnTo>
                    <a:pt x="6053648" y="716675"/>
                  </a:lnTo>
                  <a:lnTo>
                    <a:pt x="6053773" y="716675"/>
                  </a:lnTo>
                  <a:lnTo>
                    <a:pt x="6053898" y="716675"/>
                  </a:lnTo>
                  <a:lnTo>
                    <a:pt x="6054023" y="716675"/>
                  </a:lnTo>
                  <a:lnTo>
                    <a:pt x="6054148" y="716675"/>
                  </a:lnTo>
                  <a:lnTo>
                    <a:pt x="6054273" y="716675"/>
                  </a:lnTo>
                  <a:lnTo>
                    <a:pt x="6054398" y="716675"/>
                  </a:lnTo>
                  <a:lnTo>
                    <a:pt x="6054524" y="716675"/>
                  </a:lnTo>
                  <a:lnTo>
                    <a:pt x="6054649" y="716675"/>
                  </a:lnTo>
                  <a:lnTo>
                    <a:pt x="6054774" y="716675"/>
                  </a:lnTo>
                  <a:lnTo>
                    <a:pt x="6054899" y="716675"/>
                  </a:lnTo>
                  <a:lnTo>
                    <a:pt x="6055024" y="716675"/>
                  </a:lnTo>
                  <a:lnTo>
                    <a:pt x="6055149" y="716675"/>
                  </a:lnTo>
                  <a:lnTo>
                    <a:pt x="6055274" y="716675"/>
                  </a:lnTo>
                  <a:lnTo>
                    <a:pt x="6055399" y="716675"/>
                  </a:lnTo>
                  <a:lnTo>
                    <a:pt x="6055524" y="716675"/>
                  </a:lnTo>
                  <a:lnTo>
                    <a:pt x="6055649" y="716675"/>
                  </a:lnTo>
                  <a:lnTo>
                    <a:pt x="6055774" y="716675"/>
                  </a:lnTo>
                  <a:lnTo>
                    <a:pt x="6055899" y="716675"/>
                  </a:lnTo>
                  <a:lnTo>
                    <a:pt x="6056024" y="716675"/>
                  </a:lnTo>
                  <a:lnTo>
                    <a:pt x="6056149" y="716675"/>
                  </a:lnTo>
                  <a:lnTo>
                    <a:pt x="6056274" y="716675"/>
                  </a:lnTo>
                  <a:lnTo>
                    <a:pt x="6056399" y="716675"/>
                  </a:lnTo>
                  <a:lnTo>
                    <a:pt x="6056524" y="716675"/>
                  </a:lnTo>
                  <a:lnTo>
                    <a:pt x="6056649" y="716675"/>
                  </a:lnTo>
                  <a:lnTo>
                    <a:pt x="6056774" y="716675"/>
                  </a:lnTo>
                  <a:lnTo>
                    <a:pt x="6056899" y="716675"/>
                  </a:lnTo>
                  <a:lnTo>
                    <a:pt x="6057024" y="716675"/>
                  </a:lnTo>
                  <a:lnTo>
                    <a:pt x="6057149" y="716675"/>
                  </a:lnTo>
                  <a:lnTo>
                    <a:pt x="6057274" y="716675"/>
                  </a:lnTo>
                  <a:lnTo>
                    <a:pt x="6057399" y="716675"/>
                  </a:lnTo>
                  <a:lnTo>
                    <a:pt x="6057525" y="716675"/>
                  </a:lnTo>
                  <a:lnTo>
                    <a:pt x="6057650" y="716675"/>
                  </a:lnTo>
                  <a:lnTo>
                    <a:pt x="6057775" y="716675"/>
                  </a:lnTo>
                  <a:lnTo>
                    <a:pt x="6057900" y="716675"/>
                  </a:lnTo>
                  <a:lnTo>
                    <a:pt x="6058025" y="716675"/>
                  </a:lnTo>
                  <a:lnTo>
                    <a:pt x="6058150" y="716675"/>
                  </a:lnTo>
                  <a:lnTo>
                    <a:pt x="6058275" y="716675"/>
                  </a:lnTo>
                  <a:lnTo>
                    <a:pt x="6058400" y="716675"/>
                  </a:lnTo>
                  <a:lnTo>
                    <a:pt x="6058525" y="716675"/>
                  </a:lnTo>
                  <a:lnTo>
                    <a:pt x="6058650" y="716675"/>
                  </a:lnTo>
                  <a:lnTo>
                    <a:pt x="6058775" y="716675"/>
                  </a:lnTo>
                  <a:lnTo>
                    <a:pt x="6058900" y="716675"/>
                  </a:lnTo>
                  <a:lnTo>
                    <a:pt x="6059025" y="716675"/>
                  </a:lnTo>
                  <a:lnTo>
                    <a:pt x="6059150" y="716675"/>
                  </a:lnTo>
                  <a:lnTo>
                    <a:pt x="6059275" y="716675"/>
                  </a:lnTo>
                  <a:lnTo>
                    <a:pt x="6059400" y="716675"/>
                  </a:lnTo>
                  <a:lnTo>
                    <a:pt x="6059525" y="716675"/>
                  </a:lnTo>
                  <a:lnTo>
                    <a:pt x="6059650" y="716675"/>
                  </a:lnTo>
                  <a:lnTo>
                    <a:pt x="6059775" y="716675"/>
                  </a:lnTo>
                  <a:lnTo>
                    <a:pt x="6059900" y="716675"/>
                  </a:lnTo>
                  <a:lnTo>
                    <a:pt x="6060025" y="716675"/>
                  </a:lnTo>
                  <a:lnTo>
                    <a:pt x="6060150" y="716675"/>
                  </a:lnTo>
                  <a:lnTo>
                    <a:pt x="6060275" y="716675"/>
                  </a:lnTo>
                  <a:lnTo>
                    <a:pt x="6060400" y="716675"/>
                  </a:lnTo>
                  <a:lnTo>
                    <a:pt x="6060526" y="716675"/>
                  </a:lnTo>
                  <a:lnTo>
                    <a:pt x="6060651" y="716675"/>
                  </a:lnTo>
                  <a:lnTo>
                    <a:pt x="6060776" y="716675"/>
                  </a:lnTo>
                  <a:lnTo>
                    <a:pt x="6060901" y="716675"/>
                  </a:lnTo>
                  <a:lnTo>
                    <a:pt x="6061026" y="716675"/>
                  </a:lnTo>
                  <a:lnTo>
                    <a:pt x="6061151" y="716675"/>
                  </a:lnTo>
                  <a:lnTo>
                    <a:pt x="6061276" y="716675"/>
                  </a:lnTo>
                  <a:lnTo>
                    <a:pt x="6061401" y="716675"/>
                  </a:lnTo>
                  <a:lnTo>
                    <a:pt x="6061526" y="716675"/>
                  </a:lnTo>
                  <a:lnTo>
                    <a:pt x="6061651" y="716675"/>
                  </a:lnTo>
                  <a:lnTo>
                    <a:pt x="6061776" y="716675"/>
                  </a:lnTo>
                  <a:lnTo>
                    <a:pt x="6061901" y="716675"/>
                  </a:lnTo>
                  <a:lnTo>
                    <a:pt x="6062026" y="716675"/>
                  </a:lnTo>
                  <a:lnTo>
                    <a:pt x="6062151" y="716675"/>
                  </a:lnTo>
                  <a:lnTo>
                    <a:pt x="6062276" y="716675"/>
                  </a:lnTo>
                  <a:lnTo>
                    <a:pt x="6062401" y="716675"/>
                  </a:lnTo>
                  <a:lnTo>
                    <a:pt x="6062526" y="716675"/>
                  </a:lnTo>
                  <a:lnTo>
                    <a:pt x="6062651" y="716675"/>
                  </a:lnTo>
                  <a:lnTo>
                    <a:pt x="6062776" y="716675"/>
                  </a:lnTo>
                  <a:lnTo>
                    <a:pt x="6062901" y="716675"/>
                  </a:lnTo>
                  <a:lnTo>
                    <a:pt x="6063026" y="716675"/>
                  </a:lnTo>
                  <a:lnTo>
                    <a:pt x="6063151" y="716675"/>
                  </a:lnTo>
                  <a:lnTo>
                    <a:pt x="6063276" y="716675"/>
                  </a:lnTo>
                  <a:lnTo>
                    <a:pt x="6063401" y="716675"/>
                  </a:lnTo>
                  <a:lnTo>
                    <a:pt x="6063527" y="716675"/>
                  </a:lnTo>
                  <a:lnTo>
                    <a:pt x="6063652" y="716675"/>
                  </a:lnTo>
                  <a:lnTo>
                    <a:pt x="6063777" y="716675"/>
                  </a:lnTo>
                  <a:lnTo>
                    <a:pt x="6063902" y="716675"/>
                  </a:lnTo>
                  <a:lnTo>
                    <a:pt x="6064027" y="716675"/>
                  </a:lnTo>
                  <a:lnTo>
                    <a:pt x="6064152" y="716675"/>
                  </a:lnTo>
                  <a:lnTo>
                    <a:pt x="6064277" y="716675"/>
                  </a:lnTo>
                  <a:lnTo>
                    <a:pt x="6064402" y="716675"/>
                  </a:lnTo>
                  <a:lnTo>
                    <a:pt x="6064527" y="716675"/>
                  </a:lnTo>
                  <a:lnTo>
                    <a:pt x="6064652" y="716675"/>
                  </a:lnTo>
                  <a:lnTo>
                    <a:pt x="6064777" y="716675"/>
                  </a:lnTo>
                  <a:lnTo>
                    <a:pt x="6064902" y="716675"/>
                  </a:lnTo>
                  <a:lnTo>
                    <a:pt x="6065027" y="716675"/>
                  </a:lnTo>
                  <a:lnTo>
                    <a:pt x="6065152" y="716675"/>
                  </a:lnTo>
                  <a:lnTo>
                    <a:pt x="6065277" y="716675"/>
                  </a:lnTo>
                  <a:lnTo>
                    <a:pt x="6065402" y="716675"/>
                  </a:lnTo>
                  <a:lnTo>
                    <a:pt x="6065527" y="716675"/>
                  </a:lnTo>
                  <a:lnTo>
                    <a:pt x="6065652" y="716675"/>
                  </a:lnTo>
                  <a:lnTo>
                    <a:pt x="6065777" y="716675"/>
                  </a:lnTo>
                  <a:lnTo>
                    <a:pt x="6065902" y="716675"/>
                  </a:lnTo>
                  <a:lnTo>
                    <a:pt x="6066027" y="716675"/>
                  </a:lnTo>
                  <a:lnTo>
                    <a:pt x="6066152" y="716675"/>
                  </a:lnTo>
                  <a:lnTo>
                    <a:pt x="6066277" y="716675"/>
                  </a:lnTo>
                  <a:lnTo>
                    <a:pt x="6066402" y="716675"/>
                  </a:lnTo>
                  <a:lnTo>
                    <a:pt x="6066528" y="716675"/>
                  </a:lnTo>
                  <a:lnTo>
                    <a:pt x="6066653" y="716675"/>
                  </a:lnTo>
                  <a:lnTo>
                    <a:pt x="6066778" y="716675"/>
                  </a:lnTo>
                  <a:lnTo>
                    <a:pt x="6066903" y="716675"/>
                  </a:lnTo>
                  <a:lnTo>
                    <a:pt x="6067028" y="716675"/>
                  </a:lnTo>
                  <a:lnTo>
                    <a:pt x="6067153" y="716675"/>
                  </a:lnTo>
                  <a:lnTo>
                    <a:pt x="6067278" y="716675"/>
                  </a:lnTo>
                  <a:lnTo>
                    <a:pt x="6067403" y="716675"/>
                  </a:lnTo>
                  <a:lnTo>
                    <a:pt x="6067528" y="716675"/>
                  </a:lnTo>
                  <a:lnTo>
                    <a:pt x="6067653" y="716675"/>
                  </a:lnTo>
                  <a:lnTo>
                    <a:pt x="6067778" y="716675"/>
                  </a:lnTo>
                  <a:lnTo>
                    <a:pt x="6067903" y="716675"/>
                  </a:lnTo>
                  <a:lnTo>
                    <a:pt x="6068028" y="716675"/>
                  </a:lnTo>
                  <a:lnTo>
                    <a:pt x="6068153" y="716675"/>
                  </a:lnTo>
                  <a:lnTo>
                    <a:pt x="6068278" y="716675"/>
                  </a:lnTo>
                  <a:lnTo>
                    <a:pt x="6068403" y="716675"/>
                  </a:lnTo>
                  <a:lnTo>
                    <a:pt x="6068528" y="716675"/>
                  </a:lnTo>
                  <a:lnTo>
                    <a:pt x="6068653" y="716675"/>
                  </a:lnTo>
                  <a:lnTo>
                    <a:pt x="6068778" y="716675"/>
                  </a:lnTo>
                  <a:lnTo>
                    <a:pt x="6068903" y="716675"/>
                  </a:lnTo>
                  <a:lnTo>
                    <a:pt x="6069028" y="716675"/>
                  </a:lnTo>
                  <a:lnTo>
                    <a:pt x="6069153" y="716675"/>
                  </a:lnTo>
                  <a:lnTo>
                    <a:pt x="6069278" y="716675"/>
                  </a:lnTo>
                  <a:lnTo>
                    <a:pt x="6069403" y="716675"/>
                  </a:lnTo>
                  <a:lnTo>
                    <a:pt x="6069529" y="716675"/>
                  </a:lnTo>
                  <a:lnTo>
                    <a:pt x="6069654" y="716675"/>
                  </a:lnTo>
                  <a:lnTo>
                    <a:pt x="6069779" y="716675"/>
                  </a:lnTo>
                  <a:lnTo>
                    <a:pt x="6069904" y="716675"/>
                  </a:lnTo>
                  <a:lnTo>
                    <a:pt x="6070029" y="716675"/>
                  </a:lnTo>
                  <a:lnTo>
                    <a:pt x="6070154" y="716675"/>
                  </a:lnTo>
                  <a:lnTo>
                    <a:pt x="6070279" y="716675"/>
                  </a:lnTo>
                  <a:lnTo>
                    <a:pt x="6070404" y="716675"/>
                  </a:lnTo>
                  <a:lnTo>
                    <a:pt x="6070529" y="716675"/>
                  </a:lnTo>
                  <a:lnTo>
                    <a:pt x="6070654" y="716675"/>
                  </a:lnTo>
                  <a:lnTo>
                    <a:pt x="6070779" y="716675"/>
                  </a:lnTo>
                  <a:lnTo>
                    <a:pt x="6070904" y="716675"/>
                  </a:lnTo>
                  <a:lnTo>
                    <a:pt x="6071029" y="716675"/>
                  </a:lnTo>
                  <a:lnTo>
                    <a:pt x="6071154" y="716675"/>
                  </a:lnTo>
                  <a:lnTo>
                    <a:pt x="6071279" y="716675"/>
                  </a:lnTo>
                  <a:lnTo>
                    <a:pt x="6071404" y="716675"/>
                  </a:lnTo>
                  <a:lnTo>
                    <a:pt x="6071529" y="716675"/>
                  </a:lnTo>
                  <a:lnTo>
                    <a:pt x="6071654" y="716675"/>
                  </a:lnTo>
                  <a:lnTo>
                    <a:pt x="6071779" y="716675"/>
                  </a:lnTo>
                  <a:lnTo>
                    <a:pt x="6071904" y="716675"/>
                  </a:lnTo>
                  <a:lnTo>
                    <a:pt x="6072029" y="716675"/>
                  </a:lnTo>
                  <a:lnTo>
                    <a:pt x="6072154" y="716675"/>
                  </a:lnTo>
                  <a:lnTo>
                    <a:pt x="6072279" y="716675"/>
                  </a:lnTo>
                  <a:lnTo>
                    <a:pt x="6072404" y="716675"/>
                  </a:lnTo>
                  <a:lnTo>
                    <a:pt x="6072530" y="716675"/>
                  </a:lnTo>
                  <a:lnTo>
                    <a:pt x="6072655" y="716675"/>
                  </a:lnTo>
                  <a:lnTo>
                    <a:pt x="6072780" y="716675"/>
                  </a:lnTo>
                  <a:lnTo>
                    <a:pt x="6072905" y="716675"/>
                  </a:lnTo>
                  <a:lnTo>
                    <a:pt x="6073030" y="716675"/>
                  </a:lnTo>
                  <a:lnTo>
                    <a:pt x="6073155" y="716675"/>
                  </a:lnTo>
                  <a:lnTo>
                    <a:pt x="6073280" y="716675"/>
                  </a:lnTo>
                  <a:lnTo>
                    <a:pt x="6073405" y="716675"/>
                  </a:lnTo>
                  <a:lnTo>
                    <a:pt x="6073530" y="716675"/>
                  </a:lnTo>
                  <a:lnTo>
                    <a:pt x="6073655" y="716675"/>
                  </a:lnTo>
                  <a:lnTo>
                    <a:pt x="6073780" y="716675"/>
                  </a:lnTo>
                  <a:lnTo>
                    <a:pt x="6073905" y="716675"/>
                  </a:lnTo>
                  <a:lnTo>
                    <a:pt x="6074030" y="716675"/>
                  </a:lnTo>
                  <a:lnTo>
                    <a:pt x="6074155" y="716675"/>
                  </a:lnTo>
                  <a:lnTo>
                    <a:pt x="6074280" y="716675"/>
                  </a:lnTo>
                  <a:lnTo>
                    <a:pt x="6074280" y="706721"/>
                  </a:lnTo>
                  <a:lnTo>
                    <a:pt x="6074405" y="706721"/>
                  </a:lnTo>
                  <a:lnTo>
                    <a:pt x="6074530" y="706721"/>
                  </a:lnTo>
                  <a:lnTo>
                    <a:pt x="6074655" y="706721"/>
                  </a:lnTo>
                  <a:lnTo>
                    <a:pt x="6074780" y="706721"/>
                  </a:lnTo>
                  <a:lnTo>
                    <a:pt x="6074905" y="706721"/>
                  </a:lnTo>
                  <a:lnTo>
                    <a:pt x="6075030" y="706721"/>
                  </a:lnTo>
                  <a:lnTo>
                    <a:pt x="6075155" y="706721"/>
                  </a:lnTo>
                  <a:lnTo>
                    <a:pt x="6075280" y="706721"/>
                  </a:lnTo>
                  <a:lnTo>
                    <a:pt x="6075405" y="706721"/>
                  </a:lnTo>
                  <a:lnTo>
                    <a:pt x="6075531" y="706721"/>
                  </a:lnTo>
                  <a:lnTo>
                    <a:pt x="6075656" y="706721"/>
                  </a:lnTo>
                  <a:lnTo>
                    <a:pt x="6075781" y="706721"/>
                  </a:lnTo>
                  <a:lnTo>
                    <a:pt x="6075906" y="706721"/>
                  </a:lnTo>
                  <a:lnTo>
                    <a:pt x="6076031" y="706721"/>
                  </a:lnTo>
                  <a:lnTo>
                    <a:pt x="6076156" y="706721"/>
                  </a:lnTo>
                  <a:lnTo>
                    <a:pt x="6076281" y="706721"/>
                  </a:lnTo>
                  <a:lnTo>
                    <a:pt x="6076406" y="706721"/>
                  </a:lnTo>
                  <a:lnTo>
                    <a:pt x="6076531" y="706721"/>
                  </a:lnTo>
                  <a:lnTo>
                    <a:pt x="6076656" y="706721"/>
                  </a:lnTo>
                  <a:lnTo>
                    <a:pt x="6076781" y="706721"/>
                  </a:lnTo>
                  <a:lnTo>
                    <a:pt x="6076906" y="706721"/>
                  </a:lnTo>
                  <a:lnTo>
                    <a:pt x="6077031" y="706721"/>
                  </a:lnTo>
                  <a:lnTo>
                    <a:pt x="6077156" y="706721"/>
                  </a:lnTo>
                  <a:lnTo>
                    <a:pt x="6077281" y="706721"/>
                  </a:lnTo>
                  <a:lnTo>
                    <a:pt x="6077406" y="706721"/>
                  </a:lnTo>
                  <a:lnTo>
                    <a:pt x="6077531" y="706721"/>
                  </a:lnTo>
                  <a:lnTo>
                    <a:pt x="6077656" y="706721"/>
                  </a:lnTo>
                  <a:lnTo>
                    <a:pt x="6077781" y="706721"/>
                  </a:lnTo>
                  <a:lnTo>
                    <a:pt x="6077906" y="706721"/>
                  </a:lnTo>
                  <a:lnTo>
                    <a:pt x="6078031" y="706721"/>
                  </a:lnTo>
                  <a:lnTo>
                    <a:pt x="6078156" y="706721"/>
                  </a:lnTo>
                  <a:lnTo>
                    <a:pt x="6078281" y="706721"/>
                  </a:lnTo>
                  <a:lnTo>
                    <a:pt x="6078406" y="706721"/>
                  </a:lnTo>
                  <a:lnTo>
                    <a:pt x="6078532" y="706721"/>
                  </a:lnTo>
                  <a:lnTo>
                    <a:pt x="6078657" y="706721"/>
                  </a:lnTo>
                  <a:lnTo>
                    <a:pt x="6078782" y="706721"/>
                  </a:lnTo>
                  <a:lnTo>
                    <a:pt x="6078907" y="706721"/>
                  </a:lnTo>
                  <a:lnTo>
                    <a:pt x="6079032" y="706721"/>
                  </a:lnTo>
                  <a:lnTo>
                    <a:pt x="6079157" y="706721"/>
                  </a:lnTo>
                  <a:lnTo>
                    <a:pt x="6079282" y="706721"/>
                  </a:lnTo>
                  <a:lnTo>
                    <a:pt x="6079407" y="706721"/>
                  </a:lnTo>
                  <a:lnTo>
                    <a:pt x="6079532" y="706721"/>
                  </a:lnTo>
                  <a:lnTo>
                    <a:pt x="6079657" y="706721"/>
                  </a:lnTo>
                  <a:lnTo>
                    <a:pt x="6079782" y="706721"/>
                  </a:lnTo>
                  <a:lnTo>
                    <a:pt x="6079907" y="706721"/>
                  </a:lnTo>
                  <a:lnTo>
                    <a:pt x="6080032" y="706721"/>
                  </a:lnTo>
                  <a:lnTo>
                    <a:pt x="6080157" y="706721"/>
                  </a:lnTo>
                  <a:lnTo>
                    <a:pt x="6080282" y="706721"/>
                  </a:lnTo>
                  <a:lnTo>
                    <a:pt x="6080407" y="706721"/>
                  </a:lnTo>
                  <a:lnTo>
                    <a:pt x="6080532" y="706721"/>
                  </a:lnTo>
                  <a:lnTo>
                    <a:pt x="6080657" y="706721"/>
                  </a:lnTo>
                  <a:lnTo>
                    <a:pt x="6080782" y="706721"/>
                  </a:lnTo>
                  <a:lnTo>
                    <a:pt x="6080907" y="706721"/>
                  </a:lnTo>
                  <a:lnTo>
                    <a:pt x="6081032" y="706721"/>
                  </a:lnTo>
                  <a:lnTo>
                    <a:pt x="6081157" y="706721"/>
                  </a:lnTo>
                  <a:lnTo>
                    <a:pt x="6081282" y="706721"/>
                  </a:lnTo>
                  <a:lnTo>
                    <a:pt x="6081407" y="706721"/>
                  </a:lnTo>
                  <a:lnTo>
                    <a:pt x="6081533" y="706721"/>
                  </a:lnTo>
                  <a:lnTo>
                    <a:pt x="6081658" y="706721"/>
                  </a:lnTo>
                  <a:lnTo>
                    <a:pt x="6081783" y="706721"/>
                  </a:lnTo>
                  <a:lnTo>
                    <a:pt x="6081908" y="706721"/>
                  </a:lnTo>
                  <a:lnTo>
                    <a:pt x="6082033" y="706721"/>
                  </a:lnTo>
                  <a:lnTo>
                    <a:pt x="6082158" y="706721"/>
                  </a:lnTo>
                  <a:lnTo>
                    <a:pt x="6082283" y="706721"/>
                  </a:lnTo>
                  <a:lnTo>
                    <a:pt x="6082408" y="706721"/>
                  </a:lnTo>
                  <a:lnTo>
                    <a:pt x="6082533" y="706721"/>
                  </a:lnTo>
                  <a:lnTo>
                    <a:pt x="6082658" y="706721"/>
                  </a:lnTo>
                  <a:lnTo>
                    <a:pt x="6082783" y="706721"/>
                  </a:lnTo>
                  <a:lnTo>
                    <a:pt x="6082908" y="706721"/>
                  </a:lnTo>
                  <a:lnTo>
                    <a:pt x="6083033" y="706721"/>
                  </a:lnTo>
                  <a:lnTo>
                    <a:pt x="6083158" y="706721"/>
                  </a:lnTo>
                  <a:lnTo>
                    <a:pt x="6083283" y="706721"/>
                  </a:lnTo>
                  <a:lnTo>
                    <a:pt x="6083408" y="706721"/>
                  </a:lnTo>
                  <a:lnTo>
                    <a:pt x="6083533" y="706721"/>
                  </a:lnTo>
                  <a:lnTo>
                    <a:pt x="6083658" y="706721"/>
                  </a:lnTo>
                  <a:lnTo>
                    <a:pt x="6083783" y="706721"/>
                  </a:lnTo>
                  <a:lnTo>
                    <a:pt x="6083908" y="706721"/>
                  </a:lnTo>
                  <a:lnTo>
                    <a:pt x="6084033" y="706721"/>
                  </a:lnTo>
                  <a:lnTo>
                    <a:pt x="6084158" y="706721"/>
                  </a:lnTo>
                  <a:lnTo>
                    <a:pt x="6084283" y="706721"/>
                  </a:lnTo>
                  <a:lnTo>
                    <a:pt x="6084408" y="706721"/>
                  </a:lnTo>
                  <a:lnTo>
                    <a:pt x="6084534" y="706721"/>
                  </a:lnTo>
                  <a:lnTo>
                    <a:pt x="6084659" y="706721"/>
                  </a:lnTo>
                  <a:lnTo>
                    <a:pt x="6084784" y="706721"/>
                  </a:lnTo>
                  <a:lnTo>
                    <a:pt x="6084909" y="706721"/>
                  </a:lnTo>
                  <a:lnTo>
                    <a:pt x="6085034" y="706721"/>
                  </a:lnTo>
                  <a:lnTo>
                    <a:pt x="6085159" y="706721"/>
                  </a:lnTo>
                  <a:lnTo>
                    <a:pt x="6085284" y="706721"/>
                  </a:lnTo>
                  <a:lnTo>
                    <a:pt x="6085409" y="706721"/>
                  </a:lnTo>
                  <a:lnTo>
                    <a:pt x="6085534" y="706721"/>
                  </a:lnTo>
                  <a:lnTo>
                    <a:pt x="6085659" y="706721"/>
                  </a:lnTo>
                  <a:lnTo>
                    <a:pt x="6085784" y="706721"/>
                  </a:lnTo>
                  <a:lnTo>
                    <a:pt x="6085909" y="706721"/>
                  </a:lnTo>
                  <a:lnTo>
                    <a:pt x="6086034" y="706721"/>
                  </a:lnTo>
                  <a:lnTo>
                    <a:pt x="6086159" y="706721"/>
                  </a:lnTo>
                  <a:lnTo>
                    <a:pt x="6086284" y="706721"/>
                  </a:lnTo>
                  <a:lnTo>
                    <a:pt x="6086409" y="706721"/>
                  </a:lnTo>
                  <a:lnTo>
                    <a:pt x="6086534" y="706721"/>
                  </a:lnTo>
                  <a:lnTo>
                    <a:pt x="6086659" y="706721"/>
                  </a:lnTo>
                  <a:lnTo>
                    <a:pt x="6086784" y="706721"/>
                  </a:lnTo>
                  <a:lnTo>
                    <a:pt x="6086909" y="706721"/>
                  </a:lnTo>
                  <a:lnTo>
                    <a:pt x="6087034" y="706721"/>
                  </a:lnTo>
                  <a:lnTo>
                    <a:pt x="6087159" y="706721"/>
                  </a:lnTo>
                  <a:lnTo>
                    <a:pt x="6087284" y="706721"/>
                  </a:lnTo>
                  <a:lnTo>
                    <a:pt x="6087409" y="706721"/>
                  </a:lnTo>
                  <a:lnTo>
                    <a:pt x="6087535" y="706721"/>
                  </a:lnTo>
                  <a:lnTo>
                    <a:pt x="6087660" y="706721"/>
                  </a:lnTo>
                  <a:lnTo>
                    <a:pt x="6087785" y="706721"/>
                  </a:lnTo>
                  <a:lnTo>
                    <a:pt x="6087910" y="706721"/>
                  </a:lnTo>
                  <a:lnTo>
                    <a:pt x="6088035" y="706721"/>
                  </a:lnTo>
                  <a:lnTo>
                    <a:pt x="6088160" y="706721"/>
                  </a:lnTo>
                  <a:lnTo>
                    <a:pt x="6088285" y="706721"/>
                  </a:lnTo>
                  <a:lnTo>
                    <a:pt x="6088410" y="706721"/>
                  </a:lnTo>
                  <a:lnTo>
                    <a:pt x="6088535" y="706721"/>
                  </a:lnTo>
                  <a:lnTo>
                    <a:pt x="6088660" y="706721"/>
                  </a:lnTo>
                  <a:lnTo>
                    <a:pt x="6088785" y="706721"/>
                  </a:lnTo>
                  <a:lnTo>
                    <a:pt x="6088910" y="706721"/>
                  </a:lnTo>
                  <a:lnTo>
                    <a:pt x="6089035" y="706721"/>
                  </a:lnTo>
                  <a:lnTo>
                    <a:pt x="6089160" y="706721"/>
                  </a:lnTo>
                  <a:lnTo>
                    <a:pt x="6089285" y="706721"/>
                  </a:lnTo>
                  <a:lnTo>
                    <a:pt x="6089410" y="706721"/>
                  </a:lnTo>
                  <a:lnTo>
                    <a:pt x="6089535" y="706721"/>
                  </a:lnTo>
                  <a:lnTo>
                    <a:pt x="6089660" y="706721"/>
                  </a:lnTo>
                  <a:lnTo>
                    <a:pt x="6089785" y="706721"/>
                  </a:lnTo>
                  <a:lnTo>
                    <a:pt x="6089910" y="706721"/>
                  </a:lnTo>
                  <a:lnTo>
                    <a:pt x="6090035" y="706721"/>
                  </a:lnTo>
                  <a:lnTo>
                    <a:pt x="6090160" y="706721"/>
                  </a:lnTo>
                  <a:lnTo>
                    <a:pt x="6090285" y="706721"/>
                  </a:lnTo>
                  <a:lnTo>
                    <a:pt x="6090410" y="706721"/>
                  </a:lnTo>
                  <a:lnTo>
                    <a:pt x="6090536" y="706721"/>
                  </a:lnTo>
                  <a:lnTo>
                    <a:pt x="6090661" y="706721"/>
                  </a:lnTo>
                  <a:lnTo>
                    <a:pt x="6090786" y="706721"/>
                  </a:lnTo>
                  <a:lnTo>
                    <a:pt x="6090911" y="706721"/>
                  </a:lnTo>
                  <a:lnTo>
                    <a:pt x="6091036" y="706721"/>
                  </a:lnTo>
                  <a:lnTo>
                    <a:pt x="6091161" y="706721"/>
                  </a:lnTo>
                  <a:lnTo>
                    <a:pt x="6091286" y="706721"/>
                  </a:lnTo>
                  <a:lnTo>
                    <a:pt x="6091411" y="706721"/>
                  </a:lnTo>
                  <a:lnTo>
                    <a:pt x="6091536" y="706721"/>
                  </a:lnTo>
                  <a:lnTo>
                    <a:pt x="6091661" y="706721"/>
                  </a:lnTo>
                  <a:lnTo>
                    <a:pt x="6091786" y="706721"/>
                  </a:lnTo>
                  <a:lnTo>
                    <a:pt x="6091911" y="706721"/>
                  </a:lnTo>
                  <a:lnTo>
                    <a:pt x="6092036" y="706721"/>
                  </a:lnTo>
                  <a:lnTo>
                    <a:pt x="6092161" y="706721"/>
                  </a:lnTo>
                  <a:lnTo>
                    <a:pt x="6092286" y="706721"/>
                  </a:lnTo>
                  <a:lnTo>
                    <a:pt x="6092411" y="706721"/>
                  </a:lnTo>
                  <a:lnTo>
                    <a:pt x="6092536" y="706721"/>
                  </a:lnTo>
                  <a:lnTo>
                    <a:pt x="6092661" y="706721"/>
                  </a:lnTo>
                  <a:lnTo>
                    <a:pt x="6092786" y="706721"/>
                  </a:lnTo>
                  <a:lnTo>
                    <a:pt x="6092911" y="706721"/>
                  </a:lnTo>
                  <a:lnTo>
                    <a:pt x="6093036" y="706721"/>
                  </a:lnTo>
                  <a:lnTo>
                    <a:pt x="6093161" y="706721"/>
                  </a:lnTo>
                  <a:lnTo>
                    <a:pt x="6093286" y="706721"/>
                  </a:lnTo>
                  <a:lnTo>
                    <a:pt x="6093412" y="706721"/>
                  </a:lnTo>
                  <a:lnTo>
                    <a:pt x="6093537" y="706721"/>
                  </a:lnTo>
                  <a:lnTo>
                    <a:pt x="6093662" y="706721"/>
                  </a:lnTo>
                  <a:lnTo>
                    <a:pt x="6093787" y="706721"/>
                  </a:lnTo>
                  <a:lnTo>
                    <a:pt x="6093912" y="706721"/>
                  </a:lnTo>
                  <a:lnTo>
                    <a:pt x="6094037" y="706721"/>
                  </a:lnTo>
                  <a:lnTo>
                    <a:pt x="6094162" y="706721"/>
                  </a:lnTo>
                  <a:lnTo>
                    <a:pt x="6094287" y="706721"/>
                  </a:lnTo>
                  <a:lnTo>
                    <a:pt x="6094412" y="706721"/>
                  </a:lnTo>
                  <a:lnTo>
                    <a:pt x="6094412" y="696767"/>
                  </a:lnTo>
                  <a:lnTo>
                    <a:pt x="6094537" y="696767"/>
                  </a:lnTo>
                  <a:lnTo>
                    <a:pt x="6094662" y="696767"/>
                  </a:lnTo>
                  <a:lnTo>
                    <a:pt x="6094787" y="696767"/>
                  </a:lnTo>
                  <a:lnTo>
                    <a:pt x="6094912" y="696767"/>
                  </a:lnTo>
                  <a:lnTo>
                    <a:pt x="6095037" y="696767"/>
                  </a:lnTo>
                  <a:lnTo>
                    <a:pt x="6095162" y="696767"/>
                  </a:lnTo>
                  <a:lnTo>
                    <a:pt x="6095287" y="696767"/>
                  </a:lnTo>
                  <a:lnTo>
                    <a:pt x="6095412" y="696767"/>
                  </a:lnTo>
                  <a:lnTo>
                    <a:pt x="6095537" y="696767"/>
                  </a:lnTo>
                  <a:lnTo>
                    <a:pt x="6095662" y="696767"/>
                  </a:lnTo>
                  <a:lnTo>
                    <a:pt x="6095787" y="696767"/>
                  </a:lnTo>
                  <a:lnTo>
                    <a:pt x="6095912" y="696767"/>
                  </a:lnTo>
                  <a:lnTo>
                    <a:pt x="6096037" y="696767"/>
                  </a:lnTo>
                  <a:lnTo>
                    <a:pt x="6096162" y="696767"/>
                  </a:lnTo>
                  <a:lnTo>
                    <a:pt x="6096287" y="696767"/>
                  </a:lnTo>
                  <a:lnTo>
                    <a:pt x="6096413" y="696767"/>
                  </a:lnTo>
                  <a:lnTo>
                    <a:pt x="6096538" y="696767"/>
                  </a:lnTo>
                  <a:lnTo>
                    <a:pt x="6096663" y="696767"/>
                  </a:lnTo>
                  <a:lnTo>
                    <a:pt x="6096788" y="696767"/>
                  </a:lnTo>
                  <a:lnTo>
                    <a:pt x="6096913" y="696767"/>
                  </a:lnTo>
                  <a:lnTo>
                    <a:pt x="6097038" y="696767"/>
                  </a:lnTo>
                  <a:lnTo>
                    <a:pt x="6097163" y="696767"/>
                  </a:lnTo>
                  <a:lnTo>
                    <a:pt x="6097288" y="696767"/>
                  </a:lnTo>
                  <a:lnTo>
                    <a:pt x="6097413" y="696767"/>
                  </a:lnTo>
                  <a:lnTo>
                    <a:pt x="6097538" y="696767"/>
                  </a:lnTo>
                  <a:lnTo>
                    <a:pt x="6097663" y="696767"/>
                  </a:lnTo>
                  <a:lnTo>
                    <a:pt x="6097788" y="696767"/>
                  </a:lnTo>
                  <a:lnTo>
                    <a:pt x="6097913" y="696767"/>
                  </a:lnTo>
                  <a:lnTo>
                    <a:pt x="6098038" y="696767"/>
                  </a:lnTo>
                  <a:lnTo>
                    <a:pt x="6098163" y="696767"/>
                  </a:lnTo>
                  <a:lnTo>
                    <a:pt x="6098288" y="696767"/>
                  </a:lnTo>
                  <a:lnTo>
                    <a:pt x="6098413" y="696767"/>
                  </a:lnTo>
                  <a:lnTo>
                    <a:pt x="6098538" y="696767"/>
                  </a:lnTo>
                  <a:lnTo>
                    <a:pt x="6098663" y="696767"/>
                  </a:lnTo>
                  <a:lnTo>
                    <a:pt x="6098788" y="696767"/>
                  </a:lnTo>
                  <a:lnTo>
                    <a:pt x="6098913" y="696767"/>
                  </a:lnTo>
                  <a:lnTo>
                    <a:pt x="6099038" y="696767"/>
                  </a:lnTo>
                  <a:lnTo>
                    <a:pt x="6099163" y="696767"/>
                  </a:lnTo>
                  <a:lnTo>
                    <a:pt x="6099288" y="696767"/>
                  </a:lnTo>
                  <a:lnTo>
                    <a:pt x="6099414" y="696767"/>
                  </a:lnTo>
                  <a:lnTo>
                    <a:pt x="6099539" y="696767"/>
                  </a:lnTo>
                  <a:lnTo>
                    <a:pt x="6099664" y="696767"/>
                  </a:lnTo>
                  <a:lnTo>
                    <a:pt x="6099789" y="696767"/>
                  </a:lnTo>
                  <a:lnTo>
                    <a:pt x="6099914" y="696767"/>
                  </a:lnTo>
                  <a:lnTo>
                    <a:pt x="6100039" y="696767"/>
                  </a:lnTo>
                  <a:lnTo>
                    <a:pt x="6100164" y="696767"/>
                  </a:lnTo>
                  <a:lnTo>
                    <a:pt x="6100289" y="696767"/>
                  </a:lnTo>
                  <a:lnTo>
                    <a:pt x="6100414" y="696767"/>
                  </a:lnTo>
                  <a:lnTo>
                    <a:pt x="6100539" y="696767"/>
                  </a:lnTo>
                  <a:lnTo>
                    <a:pt x="6100664" y="696767"/>
                  </a:lnTo>
                  <a:lnTo>
                    <a:pt x="6100789" y="696767"/>
                  </a:lnTo>
                  <a:lnTo>
                    <a:pt x="6100914" y="696767"/>
                  </a:lnTo>
                  <a:lnTo>
                    <a:pt x="6101039" y="696767"/>
                  </a:lnTo>
                  <a:lnTo>
                    <a:pt x="6101164" y="696767"/>
                  </a:lnTo>
                  <a:lnTo>
                    <a:pt x="6101289" y="696767"/>
                  </a:lnTo>
                  <a:lnTo>
                    <a:pt x="6101414" y="696767"/>
                  </a:lnTo>
                  <a:lnTo>
                    <a:pt x="6101539" y="696767"/>
                  </a:lnTo>
                  <a:lnTo>
                    <a:pt x="6101664" y="696767"/>
                  </a:lnTo>
                  <a:lnTo>
                    <a:pt x="6101789" y="696767"/>
                  </a:lnTo>
                  <a:lnTo>
                    <a:pt x="6101914" y="696767"/>
                  </a:lnTo>
                  <a:lnTo>
                    <a:pt x="6102039" y="696767"/>
                  </a:lnTo>
                  <a:lnTo>
                    <a:pt x="6102164" y="696767"/>
                  </a:lnTo>
                  <a:lnTo>
                    <a:pt x="6102289" y="696767"/>
                  </a:lnTo>
                  <a:lnTo>
                    <a:pt x="6102415" y="696767"/>
                  </a:lnTo>
                  <a:lnTo>
                    <a:pt x="6102540" y="696767"/>
                  </a:lnTo>
                  <a:lnTo>
                    <a:pt x="6102665" y="696767"/>
                  </a:lnTo>
                  <a:lnTo>
                    <a:pt x="6102790" y="696767"/>
                  </a:lnTo>
                  <a:lnTo>
                    <a:pt x="6102915" y="696767"/>
                  </a:lnTo>
                  <a:lnTo>
                    <a:pt x="6103040" y="696767"/>
                  </a:lnTo>
                  <a:lnTo>
                    <a:pt x="6103165" y="696767"/>
                  </a:lnTo>
                  <a:lnTo>
                    <a:pt x="6103290" y="696767"/>
                  </a:lnTo>
                  <a:lnTo>
                    <a:pt x="6103415" y="696767"/>
                  </a:lnTo>
                  <a:lnTo>
                    <a:pt x="6103540" y="696767"/>
                  </a:lnTo>
                  <a:lnTo>
                    <a:pt x="6103665" y="696767"/>
                  </a:lnTo>
                  <a:lnTo>
                    <a:pt x="6103790" y="696767"/>
                  </a:lnTo>
                  <a:lnTo>
                    <a:pt x="6103915" y="696767"/>
                  </a:lnTo>
                  <a:lnTo>
                    <a:pt x="6104040" y="696767"/>
                  </a:lnTo>
                  <a:lnTo>
                    <a:pt x="6104165" y="696767"/>
                  </a:lnTo>
                  <a:lnTo>
                    <a:pt x="6104290" y="696767"/>
                  </a:lnTo>
                  <a:lnTo>
                    <a:pt x="6104415" y="696767"/>
                  </a:lnTo>
                  <a:lnTo>
                    <a:pt x="6104540" y="696767"/>
                  </a:lnTo>
                  <a:lnTo>
                    <a:pt x="6104665" y="696767"/>
                  </a:lnTo>
                  <a:lnTo>
                    <a:pt x="6104790" y="696767"/>
                  </a:lnTo>
                  <a:lnTo>
                    <a:pt x="6104915" y="696767"/>
                  </a:lnTo>
                  <a:lnTo>
                    <a:pt x="6105040" y="696767"/>
                  </a:lnTo>
                  <a:lnTo>
                    <a:pt x="6105165" y="696767"/>
                  </a:lnTo>
                  <a:lnTo>
                    <a:pt x="6105290" y="696767"/>
                  </a:lnTo>
                  <a:lnTo>
                    <a:pt x="6105416" y="696767"/>
                  </a:lnTo>
                  <a:lnTo>
                    <a:pt x="6105541" y="696767"/>
                  </a:lnTo>
                  <a:lnTo>
                    <a:pt x="6105666" y="696767"/>
                  </a:lnTo>
                  <a:lnTo>
                    <a:pt x="6105791" y="696767"/>
                  </a:lnTo>
                  <a:lnTo>
                    <a:pt x="6105916" y="696767"/>
                  </a:lnTo>
                  <a:lnTo>
                    <a:pt x="6106041" y="696767"/>
                  </a:lnTo>
                  <a:lnTo>
                    <a:pt x="6106166" y="696767"/>
                  </a:lnTo>
                  <a:lnTo>
                    <a:pt x="6106291" y="696767"/>
                  </a:lnTo>
                  <a:lnTo>
                    <a:pt x="6106416" y="696767"/>
                  </a:lnTo>
                  <a:lnTo>
                    <a:pt x="6106541" y="696767"/>
                  </a:lnTo>
                  <a:lnTo>
                    <a:pt x="6106666" y="696767"/>
                  </a:lnTo>
                  <a:lnTo>
                    <a:pt x="6106791" y="696767"/>
                  </a:lnTo>
                  <a:lnTo>
                    <a:pt x="6106916" y="696767"/>
                  </a:lnTo>
                  <a:lnTo>
                    <a:pt x="6107041" y="696767"/>
                  </a:lnTo>
                  <a:lnTo>
                    <a:pt x="6107166" y="696767"/>
                  </a:lnTo>
                  <a:lnTo>
                    <a:pt x="6107291" y="696767"/>
                  </a:lnTo>
                  <a:lnTo>
                    <a:pt x="6107416" y="696767"/>
                  </a:lnTo>
                  <a:lnTo>
                    <a:pt x="6107541" y="696767"/>
                  </a:lnTo>
                  <a:lnTo>
                    <a:pt x="6107666" y="696767"/>
                  </a:lnTo>
                  <a:lnTo>
                    <a:pt x="6107791" y="696767"/>
                  </a:lnTo>
                  <a:lnTo>
                    <a:pt x="6107916" y="696767"/>
                  </a:lnTo>
                  <a:lnTo>
                    <a:pt x="6108041" y="696767"/>
                  </a:lnTo>
                  <a:lnTo>
                    <a:pt x="6108166" y="696767"/>
                  </a:lnTo>
                  <a:lnTo>
                    <a:pt x="6108291" y="696767"/>
                  </a:lnTo>
                  <a:lnTo>
                    <a:pt x="6108417" y="696767"/>
                  </a:lnTo>
                  <a:lnTo>
                    <a:pt x="6108542" y="696767"/>
                  </a:lnTo>
                  <a:lnTo>
                    <a:pt x="6108667" y="696767"/>
                  </a:lnTo>
                  <a:lnTo>
                    <a:pt x="6108792" y="696767"/>
                  </a:lnTo>
                  <a:lnTo>
                    <a:pt x="6108917" y="696767"/>
                  </a:lnTo>
                  <a:lnTo>
                    <a:pt x="6109042" y="696767"/>
                  </a:lnTo>
                  <a:lnTo>
                    <a:pt x="6109167" y="696767"/>
                  </a:lnTo>
                  <a:lnTo>
                    <a:pt x="6109292" y="696767"/>
                  </a:lnTo>
                  <a:lnTo>
                    <a:pt x="6109417" y="696767"/>
                  </a:lnTo>
                  <a:lnTo>
                    <a:pt x="6109542" y="696767"/>
                  </a:lnTo>
                  <a:lnTo>
                    <a:pt x="6109667" y="696767"/>
                  </a:lnTo>
                  <a:lnTo>
                    <a:pt x="6109792" y="696767"/>
                  </a:lnTo>
                  <a:lnTo>
                    <a:pt x="6109917" y="696767"/>
                  </a:lnTo>
                  <a:lnTo>
                    <a:pt x="6110042" y="696767"/>
                  </a:lnTo>
                  <a:lnTo>
                    <a:pt x="6110167" y="696767"/>
                  </a:lnTo>
                  <a:lnTo>
                    <a:pt x="6110292" y="696767"/>
                  </a:lnTo>
                  <a:lnTo>
                    <a:pt x="6110417" y="696767"/>
                  </a:lnTo>
                  <a:lnTo>
                    <a:pt x="6110542" y="696767"/>
                  </a:lnTo>
                  <a:lnTo>
                    <a:pt x="6110667" y="696767"/>
                  </a:lnTo>
                  <a:lnTo>
                    <a:pt x="6110792" y="696767"/>
                  </a:lnTo>
                  <a:lnTo>
                    <a:pt x="6110917" y="696767"/>
                  </a:lnTo>
                  <a:lnTo>
                    <a:pt x="6111042" y="696767"/>
                  </a:lnTo>
                  <a:lnTo>
                    <a:pt x="6111167" y="696767"/>
                  </a:lnTo>
                  <a:lnTo>
                    <a:pt x="6111292" y="696767"/>
                  </a:lnTo>
                  <a:lnTo>
                    <a:pt x="6111418" y="696767"/>
                  </a:lnTo>
                  <a:lnTo>
                    <a:pt x="6111543" y="696767"/>
                  </a:lnTo>
                  <a:lnTo>
                    <a:pt x="6111543" y="686813"/>
                  </a:lnTo>
                  <a:lnTo>
                    <a:pt x="6111668" y="686813"/>
                  </a:lnTo>
                  <a:lnTo>
                    <a:pt x="6111793" y="686813"/>
                  </a:lnTo>
                  <a:lnTo>
                    <a:pt x="6111918" y="686813"/>
                  </a:lnTo>
                  <a:lnTo>
                    <a:pt x="6112043" y="686813"/>
                  </a:lnTo>
                  <a:lnTo>
                    <a:pt x="6112168" y="686813"/>
                  </a:lnTo>
                  <a:lnTo>
                    <a:pt x="6112293" y="686813"/>
                  </a:lnTo>
                  <a:lnTo>
                    <a:pt x="6112418" y="686813"/>
                  </a:lnTo>
                  <a:lnTo>
                    <a:pt x="6112543" y="686813"/>
                  </a:lnTo>
                  <a:lnTo>
                    <a:pt x="6112668" y="686813"/>
                  </a:lnTo>
                  <a:lnTo>
                    <a:pt x="6112793" y="686813"/>
                  </a:lnTo>
                  <a:lnTo>
                    <a:pt x="6112918" y="686813"/>
                  </a:lnTo>
                  <a:lnTo>
                    <a:pt x="6113043" y="686813"/>
                  </a:lnTo>
                  <a:lnTo>
                    <a:pt x="6113168" y="686813"/>
                  </a:lnTo>
                  <a:lnTo>
                    <a:pt x="6113293" y="686813"/>
                  </a:lnTo>
                  <a:lnTo>
                    <a:pt x="6113418" y="686813"/>
                  </a:lnTo>
                  <a:lnTo>
                    <a:pt x="6113543" y="686813"/>
                  </a:lnTo>
                  <a:lnTo>
                    <a:pt x="6113668" y="686813"/>
                  </a:lnTo>
                  <a:lnTo>
                    <a:pt x="6113793" y="686813"/>
                  </a:lnTo>
                  <a:lnTo>
                    <a:pt x="6113918" y="686813"/>
                  </a:lnTo>
                  <a:lnTo>
                    <a:pt x="6114043" y="686813"/>
                  </a:lnTo>
                  <a:lnTo>
                    <a:pt x="6114168" y="686813"/>
                  </a:lnTo>
                  <a:lnTo>
                    <a:pt x="6114293" y="686813"/>
                  </a:lnTo>
                  <a:lnTo>
                    <a:pt x="6114419" y="686813"/>
                  </a:lnTo>
                  <a:lnTo>
                    <a:pt x="6114544" y="686813"/>
                  </a:lnTo>
                  <a:lnTo>
                    <a:pt x="6114669" y="686813"/>
                  </a:lnTo>
                  <a:lnTo>
                    <a:pt x="6114794" y="686813"/>
                  </a:lnTo>
                  <a:lnTo>
                    <a:pt x="6114919" y="686813"/>
                  </a:lnTo>
                  <a:lnTo>
                    <a:pt x="6115044" y="686813"/>
                  </a:lnTo>
                  <a:lnTo>
                    <a:pt x="6115169" y="686813"/>
                  </a:lnTo>
                  <a:lnTo>
                    <a:pt x="6115294" y="686813"/>
                  </a:lnTo>
                  <a:lnTo>
                    <a:pt x="6115419" y="686813"/>
                  </a:lnTo>
                  <a:lnTo>
                    <a:pt x="6115544" y="686813"/>
                  </a:lnTo>
                  <a:lnTo>
                    <a:pt x="6115669" y="686813"/>
                  </a:lnTo>
                  <a:lnTo>
                    <a:pt x="6115794" y="686813"/>
                  </a:lnTo>
                  <a:lnTo>
                    <a:pt x="6115919" y="686813"/>
                  </a:lnTo>
                  <a:lnTo>
                    <a:pt x="6116044" y="686813"/>
                  </a:lnTo>
                  <a:lnTo>
                    <a:pt x="6116169" y="686813"/>
                  </a:lnTo>
                  <a:lnTo>
                    <a:pt x="6116294" y="686813"/>
                  </a:lnTo>
                  <a:lnTo>
                    <a:pt x="6116419" y="686813"/>
                  </a:lnTo>
                  <a:lnTo>
                    <a:pt x="6116544" y="686813"/>
                  </a:lnTo>
                  <a:lnTo>
                    <a:pt x="6116669" y="686813"/>
                  </a:lnTo>
                  <a:lnTo>
                    <a:pt x="6116794" y="686813"/>
                  </a:lnTo>
                  <a:lnTo>
                    <a:pt x="6116919" y="686813"/>
                  </a:lnTo>
                  <a:lnTo>
                    <a:pt x="6117044" y="686813"/>
                  </a:lnTo>
                  <a:lnTo>
                    <a:pt x="6117169" y="686813"/>
                  </a:lnTo>
                  <a:lnTo>
                    <a:pt x="6117294" y="686813"/>
                  </a:lnTo>
                  <a:lnTo>
                    <a:pt x="6117420" y="686813"/>
                  </a:lnTo>
                  <a:lnTo>
                    <a:pt x="6117545" y="686813"/>
                  </a:lnTo>
                  <a:lnTo>
                    <a:pt x="6117670" y="686813"/>
                  </a:lnTo>
                  <a:lnTo>
                    <a:pt x="6117795" y="686813"/>
                  </a:lnTo>
                  <a:lnTo>
                    <a:pt x="6117920" y="686813"/>
                  </a:lnTo>
                  <a:lnTo>
                    <a:pt x="6118045" y="686813"/>
                  </a:lnTo>
                  <a:lnTo>
                    <a:pt x="6118170" y="686813"/>
                  </a:lnTo>
                  <a:lnTo>
                    <a:pt x="6118295" y="686813"/>
                  </a:lnTo>
                  <a:lnTo>
                    <a:pt x="6118420" y="686813"/>
                  </a:lnTo>
                  <a:lnTo>
                    <a:pt x="6118545" y="686813"/>
                  </a:lnTo>
                  <a:lnTo>
                    <a:pt x="6118670" y="686813"/>
                  </a:lnTo>
                  <a:lnTo>
                    <a:pt x="6118795" y="686813"/>
                  </a:lnTo>
                  <a:lnTo>
                    <a:pt x="6118920" y="686813"/>
                  </a:lnTo>
                  <a:lnTo>
                    <a:pt x="6119045" y="686813"/>
                  </a:lnTo>
                  <a:lnTo>
                    <a:pt x="6119170" y="686813"/>
                  </a:lnTo>
                  <a:lnTo>
                    <a:pt x="6119295" y="686813"/>
                  </a:lnTo>
                  <a:lnTo>
                    <a:pt x="6119420" y="686813"/>
                  </a:lnTo>
                  <a:lnTo>
                    <a:pt x="6119545" y="686813"/>
                  </a:lnTo>
                  <a:lnTo>
                    <a:pt x="6119670" y="686813"/>
                  </a:lnTo>
                  <a:lnTo>
                    <a:pt x="6119795" y="686813"/>
                  </a:lnTo>
                  <a:lnTo>
                    <a:pt x="6119920" y="686813"/>
                  </a:lnTo>
                  <a:lnTo>
                    <a:pt x="6120045" y="686813"/>
                  </a:lnTo>
                  <a:lnTo>
                    <a:pt x="6120170" y="686813"/>
                  </a:lnTo>
                  <a:lnTo>
                    <a:pt x="6120295" y="686813"/>
                  </a:lnTo>
                  <a:lnTo>
                    <a:pt x="6120421" y="686813"/>
                  </a:lnTo>
                  <a:lnTo>
                    <a:pt x="6120546" y="686813"/>
                  </a:lnTo>
                  <a:lnTo>
                    <a:pt x="6120671" y="686813"/>
                  </a:lnTo>
                  <a:lnTo>
                    <a:pt x="6120796" y="686813"/>
                  </a:lnTo>
                  <a:lnTo>
                    <a:pt x="6120921" y="686813"/>
                  </a:lnTo>
                  <a:lnTo>
                    <a:pt x="6121046" y="686813"/>
                  </a:lnTo>
                  <a:lnTo>
                    <a:pt x="6121171" y="686813"/>
                  </a:lnTo>
                  <a:lnTo>
                    <a:pt x="6121296" y="686813"/>
                  </a:lnTo>
                  <a:lnTo>
                    <a:pt x="6121421" y="686813"/>
                  </a:lnTo>
                  <a:lnTo>
                    <a:pt x="6121546" y="686813"/>
                  </a:lnTo>
                  <a:lnTo>
                    <a:pt x="6121671" y="686813"/>
                  </a:lnTo>
                  <a:lnTo>
                    <a:pt x="6121796" y="686813"/>
                  </a:lnTo>
                  <a:lnTo>
                    <a:pt x="6121921" y="686813"/>
                  </a:lnTo>
                  <a:lnTo>
                    <a:pt x="6122046" y="686813"/>
                  </a:lnTo>
                  <a:lnTo>
                    <a:pt x="6122171" y="686813"/>
                  </a:lnTo>
                  <a:lnTo>
                    <a:pt x="6122296" y="686813"/>
                  </a:lnTo>
                  <a:lnTo>
                    <a:pt x="6122421" y="686813"/>
                  </a:lnTo>
                  <a:lnTo>
                    <a:pt x="6122546" y="686813"/>
                  </a:lnTo>
                  <a:lnTo>
                    <a:pt x="6122671" y="686813"/>
                  </a:lnTo>
                  <a:lnTo>
                    <a:pt x="6122796" y="686813"/>
                  </a:lnTo>
                  <a:lnTo>
                    <a:pt x="6122921" y="686813"/>
                  </a:lnTo>
                  <a:lnTo>
                    <a:pt x="6123046" y="686813"/>
                  </a:lnTo>
                  <a:lnTo>
                    <a:pt x="6123171" y="686813"/>
                  </a:lnTo>
                  <a:lnTo>
                    <a:pt x="6123296" y="686813"/>
                  </a:lnTo>
                  <a:lnTo>
                    <a:pt x="6123422" y="686813"/>
                  </a:lnTo>
                  <a:lnTo>
                    <a:pt x="6123547" y="686813"/>
                  </a:lnTo>
                  <a:lnTo>
                    <a:pt x="6123672" y="686813"/>
                  </a:lnTo>
                  <a:lnTo>
                    <a:pt x="6123797" y="686813"/>
                  </a:lnTo>
                  <a:lnTo>
                    <a:pt x="6123922" y="686813"/>
                  </a:lnTo>
                  <a:lnTo>
                    <a:pt x="6124047" y="686813"/>
                  </a:lnTo>
                  <a:lnTo>
                    <a:pt x="6124172" y="686813"/>
                  </a:lnTo>
                  <a:lnTo>
                    <a:pt x="6124297" y="686813"/>
                  </a:lnTo>
                  <a:lnTo>
                    <a:pt x="6124422" y="686813"/>
                  </a:lnTo>
                  <a:lnTo>
                    <a:pt x="6124547" y="686813"/>
                  </a:lnTo>
                  <a:lnTo>
                    <a:pt x="6124672" y="686813"/>
                  </a:lnTo>
                  <a:lnTo>
                    <a:pt x="6124797" y="686813"/>
                  </a:lnTo>
                  <a:lnTo>
                    <a:pt x="6124922" y="686813"/>
                  </a:lnTo>
                  <a:lnTo>
                    <a:pt x="6125047" y="686813"/>
                  </a:lnTo>
                  <a:lnTo>
                    <a:pt x="6125172" y="686813"/>
                  </a:lnTo>
                  <a:lnTo>
                    <a:pt x="6125297" y="686813"/>
                  </a:lnTo>
                  <a:lnTo>
                    <a:pt x="6125422" y="686813"/>
                  </a:lnTo>
                  <a:lnTo>
                    <a:pt x="6125547" y="686813"/>
                  </a:lnTo>
                  <a:lnTo>
                    <a:pt x="6125672" y="686813"/>
                  </a:lnTo>
                  <a:lnTo>
                    <a:pt x="6125797" y="686813"/>
                  </a:lnTo>
                  <a:lnTo>
                    <a:pt x="6125922" y="686813"/>
                  </a:lnTo>
                  <a:lnTo>
                    <a:pt x="6126047" y="686813"/>
                  </a:lnTo>
                  <a:lnTo>
                    <a:pt x="6126172" y="686813"/>
                  </a:lnTo>
                  <a:lnTo>
                    <a:pt x="6126297" y="686813"/>
                  </a:lnTo>
                  <a:lnTo>
                    <a:pt x="6126423" y="686813"/>
                  </a:lnTo>
                  <a:lnTo>
                    <a:pt x="6126548" y="686813"/>
                  </a:lnTo>
                  <a:lnTo>
                    <a:pt x="6126673" y="686813"/>
                  </a:lnTo>
                  <a:lnTo>
                    <a:pt x="6126798" y="686813"/>
                  </a:lnTo>
                  <a:lnTo>
                    <a:pt x="6126923" y="686813"/>
                  </a:lnTo>
                  <a:lnTo>
                    <a:pt x="6127048" y="686813"/>
                  </a:lnTo>
                  <a:lnTo>
                    <a:pt x="6127173" y="686813"/>
                  </a:lnTo>
                  <a:lnTo>
                    <a:pt x="6127298" y="686813"/>
                  </a:lnTo>
                  <a:lnTo>
                    <a:pt x="6127423" y="686813"/>
                  </a:lnTo>
                  <a:lnTo>
                    <a:pt x="6127548" y="686813"/>
                  </a:lnTo>
                  <a:lnTo>
                    <a:pt x="6127673" y="686813"/>
                  </a:lnTo>
                  <a:lnTo>
                    <a:pt x="6127798" y="686813"/>
                  </a:lnTo>
                  <a:lnTo>
                    <a:pt x="6127923" y="686813"/>
                  </a:lnTo>
                  <a:lnTo>
                    <a:pt x="6128048" y="686813"/>
                  </a:lnTo>
                  <a:lnTo>
                    <a:pt x="6128173" y="686813"/>
                  </a:lnTo>
                  <a:lnTo>
                    <a:pt x="6128298" y="686813"/>
                  </a:lnTo>
                  <a:lnTo>
                    <a:pt x="6128423" y="686813"/>
                  </a:lnTo>
                  <a:lnTo>
                    <a:pt x="6128548" y="686813"/>
                  </a:lnTo>
                  <a:lnTo>
                    <a:pt x="6128673" y="686813"/>
                  </a:lnTo>
                  <a:lnTo>
                    <a:pt x="6128798" y="686813"/>
                  </a:lnTo>
                  <a:lnTo>
                    <a:pt x="6128923" y="686813"/>
                  </a:lnTo>
                  <a:lnTo>
                    <a:pt x="6129048" y="686813"/>
                  </a:lnTo>
                  <a:lnTo>
                    <a:pt x="6129173" y="686813"/>
                  </a:lnTo>
                  <a:lnTo>
                    <a:pt x="6129298" y="686813"/>
                  </a:lnTo>
                  <a:lnTo>
                    <a:pt x="6129424" y="686813"/>
                  </a:lnTo>
                  <a:lnTo>
                    <a:pt x="6129549" y="686813"/>
                  </a:lnTo>
                  <a:lnTo>
                    <a:pt x="6129674" y="686813"/>
                  </a:lnTo>
                  <a:lnTo>
                    <a:pt x="6129799" y="686813"/>
                  </a:lnTo>
                  <a:lnTo>
                    <a:pt x="6129924" y="686813"/>
                  </a:lnTo>
                  <a:lnTo>
                    <a:pt x="6130049" y="686813"/>
                  </a:lnTo>
                  <a:lnTo>
                    <a:pt x="6130174" y="686813"/>
                  </a:lnTo>
                  <a:lnTo>
                    <a:pt x="6130299" y="686813"/>
                  </a:lnTo>
                  <a:lnTo>
                    <a:pt x="6130424" y="686813"/>
                  </a:lnTo>
                  <a:lnTo>
                    <a:pt x="6130549" y="686813"/>
                  </a:lnTo>
                  <a:lnTo>
                    <a:pt x="6130674" y="686813"/>
                  </a:lnTo>
                  <a:lnTo>
                    <a:pt x="6130799" y="686813"/>
                  </a:lnTo>
                  <a:lnTo>
                    <a:pt x="6130924" y="686813"/>
                  </a:lnTo>
                  <a:lnTo>
                    <a:pt x="6131049" y="686813"/>
                  </a:lnTo>
                  <a:lnTo>
                    <a:pt x="6131174" y="686813"/>
                  </a:lnTo>
                  <a:lnTo>
                    <a:pt x="6131299" y="686813"/>
                  </a:lnTo>
                  <a:lnTo>
                    <a:pt x="6131424" y="686813"/>
                  </a:lnTo>
                  <a:lnTo>
                    <a:pt x="6131549" y="686813"/>
                  </a:lnTo>
                  <a:lnTo>
                    <a:pt x="6131674" y="686813"/>
                  </a:lnTo>
                  <a:lnTo>
                    <a:pt x="6131799" y="686813"/>
                  </a:lnTo>
                  <a:lnTo>
                    <a:pt x="6131924" y="686813"/>
                  </a:lnTo>
                  <a:lnTo>
                    <a:pt x="6132049" y="686813"/>
                  </a:lnTo>
                  <a:lnTo>
                    <a:pt x="6132174" y="686813"/>
                  </a:lnTo>
                  <a:lnTo>
                    <a:pt x="6132300" y="686813"/>
                  </a:lnTo>
                  <a:lnTo>
                    <a:pt x="6132425" y="686813"/>
                  </a:lnTo>
                  <a:lnTo>
                    <a:pt x="6132550" y="686813"/>
                  </a:lnTo>
                  <a:lnTo>
                    <a:pt x="6132675" y="686813"/>
                  </a:lnTo>
                  <a:lnTo>
                    <a:pt x="6132800" y="686813"/>
                  </a:lnTo>
                  <a:lnTo>
                    <a:pt x="6132925" y="686813"/>
                  </a:lnTo>
                  <a:lnTo>
                    <a:pt x="6133050" y="686813"/>
                  </a:lnTo>
                  <a:lnTo>
                    <a:pt x="6133175" y="686813"/>
                  </a:lnTo>
                  <a:lnTo>
                    <a:pt x="6133300" y="686813"/>
                  </a:lnTo>
                  <a:lnTo>
                    <a:pt x="6133425" y="686813"/>
                  </a:lnTo>
                  <a:lnTo>
                    <a:pt x="6133550" y="686813"/>
                  </a:lnTo>
                  <a:lnTo>
                    <a:pt x="6133675" y="686813"/>
                  </a:lnTo>
                  <a:lnTo>
                    <a:pt x="6133800" y="686813"/>
                  </a:lnTo>
                  <a:lnTo>
                    <a:pt x="6133925" y="686813"/>
                  </a:lnTo>
                  <a:lnTo>
                    <a:pt x="6134050" y="686813"/>
                  </a:lnTo>
                  <a:lnTo>
                    <a:pt x="6134175" y="686813"/>
                  </a:lnTo>
                  <a:lnTo>
                    <a:pt x="6134300" y="686813"/>
                  </a:lnTo>
                  <a:lnTo>
                    <a:pt x="6134425" y="686813"/>
                  </a:lnTo>
                  <a:lnTo>
                    <a:pt x="6134550" y="686813"/>
                  </a:lnTo>
                  <a:lnTo>
                    <a:pt x="6134675" y="686813"/>
                  </a:lnTo>
                  <a:lnTo>
                    <a:pt x="6134800" y="686813"/>
                  </a:lnTo>
                  <a:lnTo>
                    <a:pt x="6134925" y="686813"/>
                  </a:lnTo>
                  <a:lnTo>
                    <a:pt x="6135050" y="686813"/>
                  </a:lnTo>
                  <a:lnTo>
                    <a:pt x="6135175" y="686813"/>
                  </a:lnTo>
                  <a:lnTo>
                    <a:pt x="6135301" y="686813"/>
                  </a:lnTo>
                  <a:lnTo>
                    <a:pt x="6135426" y="686813"/>
                  </a:lnTo>
                  <a:lnTo>
                    <a:pt x="6135551" y="686813"/>
                  </a:lnTo>
                  <a:lnTo>
                    <a:pt x="6135676" y="686813"/>
                  </a:lnTo>
                  <a:lnTo>
                    <a:pt x="6135801" y="686813"/>
                  </a:lnTo>
                  <a:lnTo>
                    <a:pt x="6135926" y="686813"/>
                  </a:lnTo>
                  <a:lnTo>
                    <a:pt x="6136051" y="686813"/>
                  </a:lnTo>
                  <a:lnTo>
                    <a:pt x="6136176" y="686813"/>
                  </a:lnTo>
                  <a:lnTo>
                    <a:pt x="6136301" y="686813"/>
                  </a:lnTo>
                  <a:lnTo>
                    <a:pt x="6136426" y="686813"/>
                  </a:lnTo>
                  <a:lnTo>
                    <a:pt x="6136551" y="686813"/>
                  </a:lnTo>
                  <a:lnTo>
                    <a:pt x="6136676" y="686813"/>
                  </a:lnTo>
                  <a:lnTo>
                    <a:pt x="6136801" y="686813"/>
                  </a:lnTo>
                  <a:lnTo>
                    <a:pt x="6136926" y="686813"/>
                  </a:lnTo>
                  <a:lnTo>
                    <a:pt x="6137051" y="686813"/>
                  </a:lnTo>
                  <a:lnTo>
                    <a:pt x="6137176" y="686813"/>
                  </a:lnTo>
                  <a:lnTo>
                    <a:pt x="6137301" y="686813"/>
                  </a:lnTo>
                  <a:lnTo>
                    <a:pt x="6137426" y="686813"/>
                  </a:lnTo>
                  <a:lnTo>
                    <a:pt x="6137551" y="686813"/>
                  </a:lnTo>
                  <a:lnTo>
                    <a:pt x="6137676" y="686813"/>
                  </a:lnTo>
                  <a:lnTo>
                    <a:pt x="6137801" y="686813"/>
                  </a:lnTo>
                  <a:lnTo>
                    <a:pt x="6137926" y="686813"/>
                  </a:lnTo>
                  <a:lnTo>
                    <a:pt x="6138051" y="686813"/>
                  </a:lnTo>
                  <a:lnTo>
                    <a:pt x="6138176" y="686813"/>
                  </a:lnTo>
                  <a:lnTo>
                    <a:pt x="6138302" y="686813"/>
                  </a:lnTo>
                  <a:lnTo>
                    <a:pt x="6138427" y="686813"/>
                  </a:lnTo>
                  <a:lnTo>
                    <a:pt x="6138552" y="686813"/>
                  </a:lnTo>
                  <a:lnTo>
                    <a:pt x="6138677" y="686813"/>
                  </a:lnTo>
                  <a:lnTo>
                    <a:pt x="6138802" y="686813"/>
                  </a:lnTo>
                  <a:lnTo>
                    <a:pt x="6138927" y="686813"/>
                  </a:lnTo>
                  <a:lnTo>
                    <a:pt x="6139052" y="686813"/>
                  </a:lnTo>
                  <a:lnTo>
                    <a:pt x="6139177" y="686813"/>
                  </a:lnTo>
                  <a:lnTo>
                    <a:pt x="6139302" y="686813"/>
                  </a:lnTo>
                  <a:lnTo>
                    <a:pt x="6139427" y="686813"/>
                  </a:lnTo>
                  <a:lnTo>
                    <a:pt x="6139552" y="686813"/>
                  </a:lnTo>
                  <a:lnTo>
                    <a:pt x="6139677" y="686813"/>
                  </a:lnTo>
                  <a:lnTo>
                    <a:pt x="6139802" y="686813"/>
                  </a:lnTo>
                  <a:lnTo>
                    <a:pt x="6139927" y="686813"/>
                  </a:lnTo>
                  <a:lnTo>
                    <a:pt x="6140052" y="686813"/>
                  </a:lnTo>
                  <a:lnTo>
                    <a:pt x="6140177" y="686813"/>
                  </a:lnTo>
                  <a:lnTo>
                    <a:pt x="6140302" y="686813"/>
                  </a:lnTo>
                  <a:lnTo>
                    <a:pt x="6140427" y="686813"/>
                  </a:lnTo>
                  <a:lnTo>
                    <a:pt x="6140552" y="686813"/>
                  </a:lnTo>
                  <a:lnTo>
                    <a:pt x="6140677" y="686813"/>
                  </a:lnTo>
                  <a:lnTo>
                    <a:pt x="6140802" y="686813"/>
                  </a:lnTo>
                  <a:lnTo>
                    <a:pt x="6140927" y="686813"/>
                  </a:lnTo>
                  <a:lnTo>
                    <a:pt x="6141052" y="686813"/>
                  </a:lnTo>
                  <a:lnTo>
                    <a:pt x="6141177" y="686813"/>
                  </a:lnTo>
                  <a:lnTo>
                    <a:pt x="6141303" y="686813"/>
                  </a:lnTo>
                  <a:lnTo>
                    <a:pt x="6141428" y="686813"/>
                  </a:lnTo>
                  <a:lnTo>
                    <a:pt x="6141553" y="686813"/>
                  </a:lnTo>
                  <a:lnTo>
                    <a:pt x="6141678" y="686813"/>
                  </a:lnTo>
                  <a:lnTo>
                    <a:pt x="6141803" y="686813"/>
                  </a:lnTo>
                  <a:lnTo>
                    <a:pt x="6141928" y="686813"/>
                  </a:lnTo>
                  <a:lnTo>
                    <a:pt x="6142053" y="686813"/>
                  </a:lnTo>
                  <a:lnTo>
                    <a:pt x="6142178" y="686813"/>
                  </a:lnTo>
                  <a:lnTo>
                    <a:pt x="6142303" y="686813"/>
                  </a:lnTo>
                  <a:lnTo>
                    <a:pt x="6142428" y="686813"/>
                  </a:lnTo>
                  <a:lnTo>
                    <a:pt x="6142553" y="686813"/>
                  </a:lnTo>
                  <a:lnTo>
                    <a:pt x="6142678" y="686813"/>
                  </a:lnTo>
                  <a:lnTo>
                    <a:pt x="6142803" y="686813"/>
                  </a:lnTo>
                  <a:lnTo>
                    <a:pt x="6142928" y="686813"/>
                  </a:lnTo>
                  <a:lnTo>
                    <a:pt x="6143053" y="686813"/>
                  </a:lnTo>
                  <a:lnTo>
                    <a:pt x="6143178" y="686813"/>
                  </a:lnTo>
                  <a:lnTo>
                    <a:pt x="6143303" y="686813"/>
                  </a:lnTo>
                  <a:lnTo>
                    <a:pt x="6143428" y="686813"/>
                  </a:lnTo>
                  <a:lnTo>
                    <a:pt x="6143553" y="686813"/>
                  </a:lnTo>
                  <a:lnTo>
                    <a:pt x="6143678" y="686813"/>
                  </a:lnTo>
                  <a:lnTo>
                    <a:pt x="6143803" y="686813"/>
                  </a:lnTo>
                  <a:lnTo>
                    <a:pt x="6143928" y="686813"/>
                  </a:lnTo>
                  <a:lnTo>
                    <a:pt x="6144053" y="686813"/>
                  </a:lnTo>
                  <a:lnTo>
                    <a:pt x="6144178" y="686813"/>
                  </a:lnTo>
                  <a:lnTo>
                    <a:pt x="6144304" y="686813"/>
                  </a:lnTo>
                  <a:lnTo>
                    <a:pt x="6144429" y="686813"/>
                  </a:lnTo>
                  <a:lnTo>
                    <a:pt x="6144554" y="686813"/>
                  </a:lnTo>
                  <a:lnTo>
                    <a:pt x="6144679" y="686813"/>
                  </a:lnTo>
                  <a:lnTo>
                    <a:pt x="6144804" y="686813"/>
                  </a:lnTo>
                  <a:lnTo>
                    <a:pt x="6144929" y="686813"/>
                  </a:lnTo>
                  <a:lnTo>
                    <a:pt x="6145054" y="686813"/>
                  </a:lnTo>
                  <a:lnTo>
                    <a:pt x="6145179" y="686813"/>
                  </a:lnTo>
                  <a:lnTo>
                    <a:pt x="6145304" y="686813"/>
                  </a:lnTo>
                  <a:lnTo>
                    <a:pt x="6145304" y="676859"/>
                  </a:lnTo>
                  <a:lnTo>
                    <a:pt x="6145429" y="676859"/>
                  </a:lnTo>
                  <a:lnTo>
                    <a:pt x="6145554" y="676859"/>
                  </a:lnTo>
                  <a:lnTo>
                    <a:pt x="6145679" y="676859"/>
                  </a:lnTo>
                  <a:lnTo>
                    <a:pt x="6145804" y="676859"/>
                  </a:lnTo>
                  <a:lnTo>
                    <a:pt x="6145929" y="676859"/>
                  </a:lnTo>
                  <a:lnTo>
                    <a:pt x="6146054" y="676859"/>
                  </a:lnTo>
                  <a:lnTo>
                    <a:pt x="6146179" y="676859"/>
                  </a:lnTo>
                  <a:lnTo>
                    <a:pt x="6146304" y="676859"/>
                  </a:lnTo>
                  <a:lnTo>
                    <a:pt x="6146429" y="676859"/>
                  </a:lnTo>
                  <a:lnTo>
                    <a:pt x="6146554" y="676859"/>
                  </a:lnTo>
                  <a:lnTo>
                    <a:pt x="6146679" y="676859"/>
                  </a:lnTo>
                  <a:lnTo>
                    <a:pt x="6146804" y="676859"/>
                  </a:lnTo>
                  <a:lnTo>
                    <a:pt x="6146929" y="676859"/>
                  </a:lnTo>
                  <a:lnTo>
                    <a:pt x="6147054" y="676859"/>
                  </a:lnTo>
                  <a:lnTo>
                    <a:pt x="6147179" y="676859"/>
                  </a:lnTo>
                  <a:lnTo>
                    <a:pt x="6147305" y="676859"/>
                  </a:lnTo>
                  <a:lnTo>
                    <a:pt x="6147430" y="676859"/>
                  </a:lnTo>
                  <a:lnTo>
                    <a:pt x="6147555" y="676859"/>
                  </a:lnTo>
                  <a:lnTo>
                    <a:pt x="6147680" y="676859"/>
                  </a:lnTo>
                  <a:lnTo>
                    <a:pt x="6147805" y="676859"/>
                  </a:lnTo>
                  <a:lnTo>
                    <a:pt x="6147930" y="676859"/>
                  </a:lnTo>
                  <a:lnTo>
                    <a:pt x="6148055" y="676859"/>
                  </a:lnTo>
                  <a:lnTo>
                    <a:pt x="6148180" y="676859"/>
                  </a:lnTo>
                  <a:lnTo>
                    <a:pt x="6148305" y="676859"/>
                  </a:lnTo>
                  <a:lnTo>
                    <a:pt x="6148430" y="676859"/>
                  </a:lnTo>
                  <a:lnTo>
                    <a:pt x="6148555" y="676859"/>
                  </a:lnTo>
                  <a:lnTo>
                    <a:pt x="6148680" y="676859"/>
                  </a:lnTo>
                  <a:lnTo>
                    <a:pt x="6148805" y="676859"/>
                  </a:lnTo>
                  <a:lnTo>
                    <a:pt x="6148930" y="676859"/>
                  </a:lnTo>
                  <a:lnTo>
                    <a:pt x="6149055" y="676859"/>
                  </a:lnTo>
                  <a:lnTo>
                    <a:pt x="6149180" y="676859"/>
                  </a:lnTo>
                  <a:lnTo>
                    <a:pt x="6149305" y="676859"/>
                  </a:lnTo>
                  <a:lnTo>
                    <a:pt x="6149430" y="676859"/>
                  </a:lnTo>
                  <a:lnTo>
                    <a:pt x="6149555" y="676859"/>
                  </a:lnTo>
                  <a:lnTo>
                    <a:pt x="6149680" y="676859"/>
                  </a:lnTo>
                  <a:lnTo>
                    <a:pt x="6149805" y="676859"/>
                  </a:lnTo>
                  <a:lnTo>
                    <a:pt x="6149930" y="676859"/>
                  </a:lnTo>
                  <a:lnTo>
                    <a:pt x="6150055" y="676859"/>
                  </a:lnTo>
                  <a:lnTo>
                    <a:pt x="6150180" y="676859"/>
                  </a:lnTo>
                  <a:lnTo>
                    <a:pt x="6150306" y="676859"/>
                  </a:lnTo>
                  <a:lnTo>
                    <a:pt x="6150431" y="676859"/>
                  </a:lnTo>
                  <a:lnTo>
                    <a:pt x="6150556" y="676859"/>
                  </a:lnTo>
                  <a:lnTo>
                    <a:pt x="6150681" y="676859"/>
                  </a:lnTo>
                  <a:lnTo>
                    <a:pt x="6150806" y="676859"/>
                  </a:lnTo>
                  <a:lnTo>
                    <a:pt x="6150931" y="676859"/>
                  </a:lnTo>
                  <a:lnTo>
                    <a:pt x="6151056" y="676859"/>
                  </a:lnTo>
                  <a:lnTo>
                    <a:pt x="6151181" y="676859"/>
                  </a:lnTo>
                  <a:lnTo>
                    <a:pt x="6151306" y="676859"/>
                  </a:lnTo>
                  <a:lnTo>
                    <a:pt x="6151431" y="676859"/>
                  </a:lnTo>
                  <a:lnTo>
                    <a:pt x="6151556" y="676859"/>
                  </a:lnTo>
                  <a:lnTo>
                    <a:pt x="6151681" y="676859"/>
                  </a:lnTo>
                  <a:lnTo>
                    <a:pt x="6151806" y="676859"/>
                  </a:lnTo>
                  <a:lnTo>
                    <a:pt x="6151931" y="676859"/>
                  </a:lnTo>
                  <a:lnTo>
                    <a:pt x="6152056" y="676859"/>
                  </a:lnTo>
                  <a:lnTo>
                    <a:pt x="6152181" y="676859"/>
                  </a:lnTo>
                  <a:lnTo>
                    <a:pt x="6152306" y="676859"/>
                  </a:lnTo>
                  <a:lnTo>
                    <a:pt x="6152431" y="676859"/>
                  </a:lnTo>
                  <a:lnTo>
                    <a:pt x="6152556" y="676859"/>
                  </a:lnTo>
                  <a:lnTo>
                    <a:pt x="6152681" y="676859"/>
                  </a:lnTo>
                  <a:lnTo>
                    <a:pt x="6152806" y="676859"/>
                  </a:lnTo>
                  <a:lnTo>
                    <a:pt x="6152931" y="676859"/>
                  </a:lnTo>
                  <a:lnTo>
                    <a:pt x="6153056" y="676859"/>
                  </a:lnTo>
                  <a:lnTo>
                    <a:pt x="6153056" y="666906"/>
                  </a:lnTo>
                  <a:lnTo>
                    <a:pt x="6153181" y="666906"/>
                  </a:lnTo>
                  <a:lnTo>
                    <a:pt x="6153307" y="666906"/>
                  </a:lnTo>
                  <a:lnTo>
                    <a:pt x="6153432" y="666906"/>
                  </a:lnTo>
                  <a:lnTo>
                    <a:pt x="6153557" y="666906"/>
                  </a:lnTo>
                  <a:lnTo>
                    <a:pt x="6153682" y="666906"/>
                  </a:lnTo>
                  <a:lnTo>
                    <a:pt x="6153807" y="666906"/>
                  </a:lnTo>
                  <a:lnTo>
                    <a:pt x="6153932" y="666906"/>
                  </a:lnTo>
                  <a:lnTo>
                    <a:pt x="6154057" y="666906"/>
                  </a:lnTo>
                  <a:lnTo>
                    <a:pt x="6154182" y="666906"/>
                  </a:lnTo>
                  <a:lnTo>
                    <a:pt x="6154307" y="666906"/>
                  </a:lnTo>
                  <a:lnTo>
                    <a:pt x="6154432" y="666906"/>
                  </a:lnTo>
                  <a:lnTo>
                    <a:pt x="6154557" y="666906"/>
                  </a:lnTo>
                  <a:lnTo>
                    <a:pt x="6154682" y="666906"/>
                  </a:lnTo>
                  <a:lnTo>
                    <a:pt x="6154807" y="666906"/>
                  </a:lnTo>
                  <a:lnTo>
                    <a:pt x="6154932" y="666906"/>
                  </a:lnTo>
                  <a:lnTo>
                    <a:pt x="6155057" y="666906"/>
                  </a:lnTo>
                  <a:lnTo>
                    <a:pt x="6155182" y="666906"/>
                  </a:lnTo>
                  <a:lnTo>
                    <a:pt x="6155307" y="666906"/>
                  </a:lnTo>
                  <a:lnTo>
                    <a:pt x="6155432" y="666906"/>
                  </a:lnTo>
                  <a:lnTo>
                    <a:pt x="6155557" y="666906"/>
                  </a:lnTo>
                  <a:lnTo>
                    <a:pt x="6155682" y="666906"/>
                  </a:lnTo>
                  <a:lnTo>
                    <a:pt x="6155807" y="666906"/>
                  </a:lnTo>
                  <a:lnTo>
                    <a:pt x="6155932" y="666906"/>
                  </a:lnTo>
                  <a:lnTo>
                    <a:pt x="6156057" y="666906"/>
                  </a:lnTo>
                  <a:lnTo>
                    <a:pt x="6156182" y="666906"/>
                  </a:lnTo>
                  <a:lnTo>
                    <a:pt x="6156308" y="666906"/>
                  </a:lnTo>
                  <a:lnTo>
                    <a:pt x="6156433" y="666906"/>
                  </a:lnTo>
                  <a:lnTo>
                    <a:pt x="6156558" y="666906"/>
                  </a:lnTo>
                  <a:lnTo>
                    <a:pt x="6156683" y="666906"/>
                  </a:lnTo>
                  <a:lnTo>
                    <a:pt x="6156808" y="666906"/>
                  </a:lnTo>
                  <a:lnTo>
                    <a:pt x="6156933" y="666906"/>
                  </a:lnTo>
                  <a:lnTo>
                    <a:pt x="6157058" y="666906"/>
                  </a:lnTo>
                  <a:lnTo>
                    <a:pt x="6157183" y="666906"/>
                  </a:lnTo>
                  <a:lnTo>
                    <a:pt x="6157308" y="666906"/>
                  </a:lnTo>
                  <a:lnTo>
                    <a:pt x="6157433" y="666906"/>
                  </a:lnTo>
                  <a:lnTo>
                    <a:pt x="6157558" y="666906"/>
                  </a:lnTo>
                  <a:lnTo>
                    <a:pt x="6157683" y="666906"/>
                  </a:lnTo>
                  <a:lnTo>
                    <a:pt x="6157808" y="666906"/>
                  </a:lnTo>
                  <a:lnTo>
                    <a:pt x="6157933" y="666906"/>
                  </a:lnTo>
                  <a:lnTo>
                    <a:pt x="6158058" y="666906"/>
                  </a:lnTo>
                  <a:lnTo>
                    <a:pt x="6158183" y="666906"/>
                  </a:lnTo>
                  <a:lnTo>
                    <a:pt x="6158308" y="666906"/>
                  </a:lnTo>
                  <a:lnTo>
                    <a:pt x="6158433" y="666906"/>
                  </a:lnTo>
                  <a:lnTo>
                    <a:pt x="6158558" y="666906"/>
                  </a:lnTo>
                  <a:lnTo>
                    <a:pt x="6158683" y="666906"/>
                  </a:lnTo>
                  <a:lnTo>
                    <a:pt x="6158808" y="666906"/>
                  </a:lnTo>
                  <a:lnTo>
                    <a:pt x="6158933" y="666906"/>
                  </a:lnTo>
                  <a:lnTo>
                    <a:pt x="6159058" y="666906"/>
                  </a:lnTo>
                  <a:lnTo>
                    <a:pt x="6159183" y="666906"/>
                  </a:lnTo>
                  <a:lnTo>
                    <a:pt x="6159309" y="666906"/>
                  </a:lnTo>
                  <a:lnTo>
                    <a:pt x="6159434" y="666906"/>
                  </a:lnTo>
                  <a:lnTo>
                    <a:pt x="6159559" y="666906"/>
                  </a:lnTo>
                  <a:lnTo>
                    <a:pt x="6159684" y="666906"/>
                  </a:lnTo>
                  <a:lnTo>
                    <a:pt x="6159809" y="666906"/>
                  </a:lnTo>
                  <a:lnTo>
                    <a:pt x="6159934" y="666906"/>
                  </a:lnTo>
                  <a:lnTo>
                    <a:pt x="6160059" y="666906"/>
                  </a:lnTo>
                  <a:lnTo>
                    <a:pt x="6160184" y="666906"/>
                  </a:lnTo>
                  <a:lnTo>
                    <a:pt x="6160309" y="666906"/>
                  </a:lnTo>
                  <a:lnTo>
                    <a:pt x="6160434" y="666906"/>
                  </a:lnTo>
                  <a:lnTo>
                    <a:pt x="6160559" y="666906"/>
                  </a:lnTo>
                  <a:lnTo>
                    <a:pt x="6160684" y="666906"/>
                  </a:lnTo>
                  <a:lnTo>
                    <a:pt x="6160809" y="666906"/>
                  </a:lnTo>
                  <a:lnTo>
                    <a:pt x="6160934" y="666906"/>
                  </a:lnTo>
                  <a:lnTo>
                    <a:pt x="6161059" y="666906"/>
                  </a:lnTo>
                  <a:lnTo>
                    <a:pt x="6161184" y="666906"/>
                  </a:lnTo>
                  <a:lnTo>
                    <a:pt x="6161309" y="666906"/>
                  </a:lnTo>
                  <a:lnTo>
                    <a:pt x="6161434" y="666906"/>
                  </a:lnTo>
                  <a:lnTo>
                    <a:pt x="6161559" y="666906"/>
                  </a:lnTo>
                  <a:lnTo>
                    <a:pt x="6161684" y="666906"/>
                  </a:lnTo>
                  <a:lnTo>
                    <a:pt x="6161809" y="666906"/>
                  </a:lnTo>
                  <a:lnTo>
                    <a:pt x="6161934" y="666906"/>
                  </a:lnTo>
                  <a:lnTo>
                    <a:pt x="6162059" y="666906"/>
                  </a:lnTo>
                  <a:lnTo>
                    <a:pt x="6162184" y="666906"/>
                  </a:lnTo>
                  <a:lnTo>
                    <a:pt x="6162310" y="666906"/>
                  </a:lnTo>
                  <a:lnTo>
                    <a:pt x="6162435" y="666906"/>
                  </a:lnTo>
                  <a:lnTo>
                    <a:pt x="6162560" y="666906"/>
                  </a:lnTo>
                  <a:lnTo>
                    <a:pt x="6162685" y="666906"/>
                  </a:lnTo>
                  <a:lnTo>
                    <a:pt x="6162810" y="666906"/>
                  </a:lnTo>
                  <a:lnTo>
                    <a:pt x="6162935" y="666906"/>
                  </a:lnTo>
                  <a:lnTo>
                    <a:pt x="6163060" y="666906"/>
                  </a:lnTo>
                  <a:lnTo>
                    <a:pt x="6163185" y="666906"/>
                  </a:lnTo>
                  <a:lnTo>
                    <a:pt x="6163310" y="666906"/>
                  </a:lnTo>
                  <a:lnTo>
                    <a:pt x="6163435" y="666906"/>
                  </a:lnTo>
                  <a:lnTo>
                    <a:pt x="6163560" y="666906"/>
                  </a:lnTo>
                  <a:lnTo>
                    <a:pt x="6163685" y="666906"/>
                  </a:lnTo>
                  <a:lnTo>
                    <a:pt x="6163810" y="666906"/>
                  </a:lnTo>
                  <a:lnTo>
                    <a:pt x="6163935" y="666906"/>
                  </a:lnTo>
                  <a:lnTo>
                    <a:pt x="6164060" y="666906"/>
                  </a:lnTo>
                  <a:lnTo>
                    <a:pt x="6164185" y="666906"/>
                  </a:lnTo>
                  <a:lnTo>
                    <a:pt x="6164310" y="666906"/>
                  </a:lnTo>
                  <a:lnTo>
                    <a:pt x="6164435" y="666906"/>
                  </a:lnTo>
                  <a:lnTo>
                    <a:pt x="6164560" y="666906"/>
                  </a:lnTo>
                  <a:lnTo>
                    <a:pt x="6164685" y="666906"/>
                  </a:lnTo>
                  <a:lnTo>
                    <a:pt x="6164810" y="666906"/>
                  </a:lnTo>
                  <a:lnTo>
                    <a:pt x="6164935" y="666906"/>
                  </a:lnTo>
                  <a:lnTo>
                    <a:pt x="6165060" y="666906"/>
                  </a:lnTo>
                  <a:lnTo>
                    <a:pt x="6165185" y="666906"/>
                  </a:lnTo>
                  <a:lnTo>
                    <a:pt x="6165311" y="666906"/>
                  </a:lnTo>
                  <a:lnTo>
                    <a:pt x="6165436" y="666906"/>
                  </a:lnTo>
                  <a:lnTo>
                    <a:pt x="6165561" y="666906"/>
                  </a:lnTo>
                  <a:lnTo>
                    <a:pt x="6165686" y="666906"/>
                  </a:lnTo>
                  <a:lnTo>
                    <a:pt x="6165811" y="666906"/>
                  </a:lnTo>
                  <a:lnTo>
                    <a:pt x="6165936" y="666906"/>
                  </a:lnTo>
                  <a:lnTo>
                    <a:pt x="6166061" y="666906"/>
                  </a:lnTo>
                  <a:lnTo>
                    <a:pt x="6166186" y="666906"/>
                  </a:lnTo>
                  <a:lnTo>
                    <a:pt x="6166311" y="666906"/>
                  </a:lnTo>
                  <a:lnTo>
                    <a:pt x="6166436" y="666906"/>
                  </a:lnTo>
                  <a:lnTo>
                    <a:pt x="6166561" y="666906"/>
                  </a:lnTo>
                  <a:lnTo>
                    <a:pt x="6166686" y="666906"/>
                  </a:lnTo>
                  <a:lnTo>
                    <a:pt x="6166811" y="666906"/>
                  </a:lnTo>
                  <a:lnTo>
                    <a:pt x="6166936" y="666906"/>
                  </a:lnTo>
                  <a:lnTo>
                    <a:pt x="6167061" y="666906"/>
                  </a:lnTo>
                  <a:lnTo>
                    <a:pt x="6167186" y="666906"/>
                  </a:lnTo>
                  <a:lnTo>
                    <a:pt x="6167311" y="666906"/>
                  </a:lnTo>
                  <a:lnTo>
                    <a:pt x="6167436" y="666906"/>
                  </a:lnTo>
                  <a:lnTo>
                    <a:pt x="6167561" y="666906"/>
                  </a:lnTo>
                  <a:lnTo>
                    <a:pt x="6167686" y="666906"/>
                  </a:lnTo>
                  <a:lnTo>
                    <a:pt x="6167811" y="666906"/>
                  </a:lnTo>
                  <a:lnTo>
                    <a:pt x="6167936" y="666906"/>
                  </a:lnTo>
                  <a:lnTo>
                    <a:pt x="6168061" y="666906"/>
                  </a:lnTo>
                  <a:lnTo>
                    <a:pt x="6168186" y="666906"/>
                  </a:lnTo>
                  <a:lnTo>
                    <a:pt x="6168312" y="666906"/>
                  </a:lnTo>
                  <a:lnTo>
                    <a:pt x="6168437" y="666906"/>
                  </a:lnTo>
                  <a:lnTo>
                    <a:pt x="6168562" y="666906"/>
                  </a:lnTo>
                  <a:lnTo>
                    <a:pt x="6168687" y="666906"/>
                  </a:lnTo>
                  <a:lnTo>
                    <a:pt x="6168812" y="666906"/>
                  </a:lnTo>
                  <a:lnTo>
                    <a:pt x="6168937" y="666906"/>
                  </a:lnTo>
                  <a:lnTo>
                    <a:pt x="6169062" y="666906"/>
                  </a:lnTo>
                  <a:lnTo>
                    <a:pt x="6169187" y="666906"/>
                  </a:lnTo>
                  <a:lnTo>
                    <a:pt x="6169312" y="666906"/>
                  </a:lnTo>
                  <a:lnTo>
                    <a:pt x="6169437" y="666906"/>
                  </a:lnTo>
                  <a:lnTo>
                    <a:pt x="6169562" y="666906"/>
                  </a:lnTo>
                  <a:lnTo>
                    <a:pt x="6169687" y="666906"/>
                  </a:lnTo>
                  <a:lnTo>
                    <a:pt x="6169687" y="656952"/>
                  </a:lnTo>
                  <a:lnTo>
                    <a:pt x="6169812" y="656952"/>
                  </a:lnTo>
                  <a:lnTo>
                    <a:pt x="6169937" y="656952"/>
                  </a:lnTo>
                  <a:lnTo>
                    <a:pt x="6170062" y="656952"/>
                  </a:lnTo>
                  <a:lnTo>
                    <a:pt x="6170187" y="656952"/>
                  </a:lnTo>
                  <a:lnTo>
                    <a:pt x="6170312" y="656952"/>
                  </a:lnTo>
                  <a:lnTo>
                    <a:pt x="6170437" y="656952"/>
                  </a:lnTo>
                  <a:lnTo>
                    <a:pt x="6170562" y="656952"/>
                  </a:lnTo>
                  <a:lnTo>
                    <a:pt x="6170687" y="656952"/>
                  </a:lnTo>
                  <a:lnTo>
                    <a:pt x="6170812" y="656952"/>
                  </a:lnTo>
                  <a:lnTo>
                    <a:pt x="6170937" y="656952"/>
                  </a:lnTo>
                  <a:lnTo>
                    <a:pt x="6171062" y="656952"/>
                  </a:lnTo>
                  <a:lnTo>
                    <a:pt x="6171188" y="656952"/>
                  </a:lnTo>
                  <a:lnTo>
                    <a:pt x="6171313" y="656952"/>
                  </a:lnTo>
                  <a:lnTo>
                    <a:pt x="6171438" y="656952"/>
                  </a:lnTo>
                  <a:lnTo>
                    <a:pt x="6171563" y="656952"/>
                  </a:lnTo>
                  <a:lnTo>
                    <a:pt x="6171688" y="656952"/>
                  </a:lnTo>
                  <a:lnTo>
                    <a:pt x="6171813" y="656952"/>
                  </a:lnTo>
                  <a:lnTo>
                    <a:pt x="6171938" y="656952"/>
                  </a:lnTo>
                  <a:lnTo>
                    <a:pt x="6172063" y="656952"/>
                  </a:lnTo>
                  <a:lnTo>
                    <a:pt x="6172188" y="656952"/>
                  </a:lnTo>
                  <a:lnTo>
                    <a:pt x="6172313" y="656952"/>
                  </a:lnTo>
                  <a:lnTo>
                    <a:pt x="6172438" y="656952"/>
                  </a:lnTo>
                  <a:lnTo>
                    <a:pt x="6172563" y="656952"/>
                  </a:lnTo>
                  <a:lnTo>
                    <a:pt x="6172688" y="656952"/>
                  </a:lnTo>
                  <a:lnTo>
                    <a:pt x="6172813" y="656952"/>
                  </a:lnTo>
                  <a:lnTo>
                    <a:pt x="6172938" y="656952"/>
                  </a:lnTo>
                  <a:lnTo>
                    <a:pt x="6173063" y="656952"/>
                  </a:lnTo>
                  <a:lnTo>
                    <a:pt x="6173188" y="656952"/>
                  </a:lnTo>
                  <a:lnTo>
                    <a:pt x="6173313" y="656952"/>
                  </a:lnTo>
                  <a:lnTo>
                    <a:pt x="6173438" y="656952"/>
                  </a:lnTo>
                  <a:lnTo>
                    <a:pt x="6173563" y="656952"/>
                  </a:lnTo>
                  <a:lnTo>
                    <a:pt x="6173688" y="656952"/>
                  </a:lnTo>
                  <a:lnTo>
                    <a:pt x="6173813" y="656952"/>
                  </a:lnTo>
                  <a:lnTo>
                    <a:pt x="6173938" y="656952"/>
                  </a:lnTo>
                  <a:lnTo>
                    <a:pt x="6174063" y="656952"/>
                  </a:lnTo>
                  <a:lnTo>
                    <a:pt x="6174189" y="656952"/>
                  </a:lnTo>
                  <a:lnTo>
                    <a:pt x="6174314" y="656952"/>
                  </a:lnTo>
                  <a:lnTo>
                    <a:pt x="6174439" y="656952"/>
                  </a:lnTo>
                  <a:lnTo>
                    <a:pt x="6174564" y="656952"/>
                  </a:lnTo>
                  <a:lnTo>
                    <a:pt x="6174689" y="656952"/>
                  </a:lnTo>
                  <a:lnTo>
                    <a:pt x="6174814" y="656952"/>
                  </a:lnTo>
                  <a:lnTo>
                    <a:pt x="6174939" y="656952"/>
                  </a:lnTo>
                  <a:lnTo>
                    <a:pt x="6175064" y="656952"/>
                  </a:lnTo>
                  <a:lnTo>
                    <a:pt x="6175189" y="656952"/>
                  </a:lnTo>
                  <a:lnTo>
                    <a:pt x="6175314" y="656952"/>
                  </a:lnTo>
                  <a:lnTo>
                    <a:pt x="6175439" y="656952"/>
                  </a:lnTo>
                  <a:lnTo>
                    <a:pt x="6175564" y="656952"/>
                  </a:lnTo>
                  <a:lnTo>
                    <a:pt x="6175689" y="656952"/>
                  </a:lnTo>
                  <a:lnTo>
                    <a:pt x="6175814" y="656952"/>
                  </a:lnTo>
                  <a:lnTo>
                    <a:pt x="6175939" y="656952"/>
                  </a:lnTo>
                  <a:lnTo>
                    <a:pt x="6176064" y="656952"/>
                  </a:lnTo>
                  <a:lnTo>
                    <a:pt x="6176189" y="656952"/>
                  </a:lnTo>
                  <a:lnTo>
                    <a:pt x="6176314" y="656952"/>
                  </a:lnTo>
                  <a:lnTo>
                    <a:pt x="6176439" y="656952"/>
                  </a:lnTo>
                  <a:lnTo>
                    <a:pt x="6176564" y="656952"/>
                  </a:lnTo>
                  <a:lnTo>
                    <a:pt x="6176689" y="656952"/>
                  </a:lnTo>
                  <a:lnTo>
                    <a:pt x="6176814" y="656952"/>
                  </a:lnTo>
                  <a:lnTo>
                    <a:pt x="6176939" y="656952"/>
                  </a:lnTo>
                  <a:lnTo>
                    <a:pt x="6177064" y="656952"/>
                  </a:lnTo>
                  <a:lnTo>
                    <a:pt x="6177190" y="656952"/>
                  </a:lnTo>
                  <a:lnTo>
                    <a:pt x="6177315" y="656952"/>
                  </a:lnTo>
                  <a:lnTo>
                    <a:pt x="6177440" y="656952"/>
                  </a:lnTo>
                  <a:lnTo>
                    <a:pt x="6177565" y="656952"/>
                  </a:lnTo>
                  <a:lnTo>
                    <a:pt x="6177690" y="656952"/>
                  </a:lnTo>
                  <a:lnTo>
                    <a:pt x="6177815" y="656952"/>
                  </a:lnTo>
                  <a:lnTo>
                    <a:pt x="6177940" y="656952"/>
                  </a:lnTo>
                  <a:lnTo>
                    <a:pt x="6178065" y="656952"/>
                  </a:lnTo>
                  <a:lnTo>
                    <a:pt x="6178190" y="656952"/>
                  </a:lnTo>
                  <a:lnTo>
                    <a:pt x="6178315" y="656952"/>
                  </a:lnTo>
                  <a:lnTo>
                    <a:pt x="6178440" y="656952"/>
                  </a:lnTo>
                  <a:lnTo>
                    <a:pt x="6178565" y="656952"/>
                  </a:lnTo>
                  <a:lnTo>
                    <a:pt x="6178690" y="656952"/>
                  </a:lnTo>
                  <a:lnTo>
                    <a:pt x="6178815" y="656952"/>
                  </a:lnTo>
                  <a:lnTo>
                    <a:pt x="6178940" y="656952"/>
                  </a:lnTo>
                  <a:lnTo>
                    <a:pt x="6179065" y="656952"/>
                  </a:lnTo>
                  <a:lnTo>
                    <a:pt x="6179190" y="656952"/>
                  </a:lnTo>
                  <a:lnTo>
                    <a:pt x="6179315" y="656952"/>
                  </a:lnTo>
                  <a:lnTo>
                    <a:pt x="6179440" y="656952"/>
                  </a:lnTo>
                  <a:lnTo>
                    <a:pt x="6179565" y="656952"/>
                  </a:lnTo>
                  <a:lnTo>
                    <a:pt x="6179690" y="656952"/>
                  </a:lnTo>
                  <a:lnTo>
                    <a:pt x="6179815" y="656952"/>
                  </a:lnTo>
                  <a:lnTo>
                    <a:pt x="6179940" y="656952"/>
                  </a:lnTo>
                  <a:lnTo>
                    <a:pt x="6180065" y="656952"/>
                  </a:lnTo>
                  <a:lnTo>
                    <a:pt x="6180191" y="656952"/>
                  </a:lnTo>
                  <a:lnTo>
                    <a:pt x="6180316" y="656952"/>
                  </a:lnTo>
                  <a:lnTo>
                    <a:pt x="6180441" y="656952"/>
                  </a:lnTo>
                  <a:lnTo>
                    <a:pt x="6180566" y="656952"/>
                  </a:lnTo>
                  <a:lnTo>
                    <a:pt x="6180691" y="656952"/>
                  </a:lnTo>
                  <a:lnTo>
                    <a:pt x="6180816" y="656952"/>
                  </a:lnTo>
                  <a:lnTo>
                    <a:pt x="6180941" y="656952"/>
                  </a:lnTo>
                  <a:lnTo>
                    <a:pt x="6181066" y="656952"/>
                  </a:lnTo>
                  <a:lnTo>
                    <a:pt x="6181191" y="656952"/>
                  </a:lnTo>
                  <a:lnTo>
                    <a:pt x="6181316" y="656952"/>
                  </a:lnTo>
                  <a:lnTo>
                    <a:pt x="6181441" y="656952"/>
                  </a:lnTo>
                  <a:lnTo>
                    <a:pt x="6181566" y="656952"/>
                  </a:lnTo>
                  <a:lnTo>
                    <a:pt x="6181691" y="656952"/>
                  </a:lnTo>
                  <a:lnTo>
                    <a:pt x="6181816" y="656952"/>
                  </a:lnTo>
                  <a:lnTo>
                    <a:pt x="6181941" y="656952"/>
                  </a:lnTo>
                  <a:lnTo>
                    <a:pt x="6182066" y="656952"/>
                  </a:lnTo>
                  <a:lnTo>
                    <a:pt x="6182191" y="656952"/>
                  </a:lnTo>
                  <a:lnTo>
                    <a:pt x="6182316" y="656952"/>
                  </a:lnTo>
                  <a:lnTo>
                    <a:pt x="6182441" y="656952"/>
                  </a:lnTo>
                  <a:lnTo>
                    <a:pt x="6182566" y="656952"/>
                  </a:lnTo>
                  <a:lnTo>
                    <a:pt x="6182691" y="656952"/>
                  </a:lnTo>
                  <a:lnTo>
                    <a:pt x="6182816" y="656952"/>
                  </a:lnTo>
                  <a:lnTo>
                    <a:pt x="6182941" y="656952"/>
                  </a:lnTo>
                  <a:lnTo>
                    <a:pt x="6183066" y="656952"/>
                  </a:lnTo>
                  <a:lnTo>
                    <a:pt x="6183192" y="656952"/>
                  </a:lnTo>
                  <a:lnTo>
                    <a:pt x="6183317" y="656952"/>
                  </a:lnTo>
                  <a:lnTo>
                    <a:pt x="6183442" y="656952"/>
                  </a:lnTo>
                  <a:lnTo>
                    <a:pt x="6183567" y="656952"/>
                  </a:lnTo>
                  <a:lnTo>
                    <a:pt x="6183692" y="656952"/>
                  </a:lnTo>
                  <a:lnTo>
                    <a:pt x="6183817" y="656952"/>
                  </a:lnTo>
                  <a:lnTo>
                    <a:pt x="6183942" y="656952"/>
                  </a:lnTo>
                  <a:lnTo>
                    <a:pt x="6184067" y="656952"/>
                  </a:lnTo>
                  <a:lnTo>
                    <a:pt x="6184192" y="656952"/>
                  </a:lnTo>
                  <a:lnTo>
                    <a:pt x="6184317" y="656952"/>
                  </a:lnTo>
                  <a:lnTo>
                    <a:pt x="6184442" y="656952"/>
                  </a:lnTo>
                  <a:lnTo>
                    <a:pt x="6184567" y="656952"/>
                  </a:lnTo>
                  <a:lnTo>
                    <a:pt x="6184692" y="656952"/>
                  </a:lnTo>
                  <a:lnTo>
                    <a:pt x="6184817" y="656952"/>
                  </a:lnTo>
                  <a:lnTo>
                    <a:pt x="6184942" y="656952"/>
                  </a:lnTo>
                  <a:lnTo>
                    <a:pt x="6185067" y="656952"/>
                  </a:lnTo>
                  <a:lnTo>
                    <a:pt x="6185192" y="656952"/>
                  </a:lnTo>
                  <a:lnTo>
                    <a:pt x="6185317" y="656952"/>
                  </a:lnTo>
                  <a:lnTo>
                    <a:pt x="6185442" y="656952"/>
                  </a:lnTo>
                  <a:lnTo>
                    <a:pt x="6185567" y="656952"/>
                  </a:lnTo>
                  <a:lnTo>
                    <a:pt x="6185692" y="656952"/>
                  </a:lnTo>
                  <a:lnTo>
                    <a:pt x="6185817" y="656952"/>
                  </a:lnTo>
                  <a:lnTo>
                    <a:pt x="6185942" y="656952"/>
                  </a:lnTo>
                  <a:lnTo>
                    <a:pt x="6186067" y="656952"/>
                  </a:lnTo>
                  <a:lnTo>
                    <a:pt x="6186193" y="656952"/>
                  </a:lnTo>
                  <a:lnTo>
                    <a:pt x="6186318" y="656952"/>
                  </a:lnTo>
                  <a:lnTo>
                    <a:pt x="6186443" y="656952"/>
                  </a:lnTo>
                  <a:lnTo>
                    <a:pt x="6186568" y="656952"/>
                  </a:lnTo>
                  <a:lnTo>
                    <a:pt x="6186693" y="656952"/>
                  </a:lnTo>
                  <a:lnTo>
                    <a:pt x="6186818" y="656952"/>
                  </a:lnTo>
                  <a:lnTo>
                    <a:pt x="6186943" y="656952"/>
                  </a:lnTo>
                  <a:lnTo>
                    <a:pt x="6187068" y="656952"/>
                  </a:lnTo>
                  <a:lnTo>
                    <a:pt x="6187193" y="656952"/>
                  </a:lnTo>
                  <a:lnTo>
                    <a:pt x="6187318" y="656952"/>
                  </a:lnTo>
                  <a:lnTo>
                    <a:pt x="6187443" y="656952"/>
                  </a:lnTo>
                  <a:lnTo>
                    <a:pt x="6187568" y="656952"/>
                  </a:lnTo>
                  <a:lnTo>
                    <a:pt x="6187693" y="656952"/>
                  </a:lnTo>
                  <a:lnTo>
                    <a:pt x="6187818" y="656952"/>
                  </a:lnTo>
                  <a:lnTo>
                    <a:pt x="6187943" y="656952"/>
                  </a:lnTo>
                  <a:lnTo>
                    <a:pt x="6188068" y="656952"/>
                  </a:lnTo>
                  <a:lnTo>
                    <a:pt x="6188193" y="656952"/>
                  </a:lnTo>
                  <a:lnTo>
                    <a:pt x="6188318" y="656952"/>
                  </a:lnTo>
                  <a:lnTo>
                    <a:pt x="6188443" y="656952"/>
                  </a:lnTo>
                  <a:lnTo>
                    <a:pt x="6188568" y="656952"/>
                  </a:lnTo>
                  <a:lnTo>
                    <a:pt x="6188693" y="656952"/>
                  </a:lnTo>
                  <a:lnTo>
                    <a:pt x="6188818" y="656952"/>
                  </a:lnTo>
                  <a:lnTo>
                    <a:pt x="6188943" y="656952"/>
                  </a:lnTo>
                  <a:lnTo>
                    <a:pt x="6189068" y="656952"/>
                  </a:lnTo>
                  <a:lnTo>
                    <a:pt x="6189194" y="656952"/>
                  </a:lnTo>
                  <a:lnTo>
                    <a:pt x="6189319" y="656952"/>
                  </a:lnTo>
                  <a:lnTo>
                    <a:pt x="6189444" y="656952"/>
                  </a:lnTo>
                  <a:lnTo>
                    <a:pt x="6189569" y="656952"/>
                  </a:lnTo>
                  <a:lnTo>
                    <a:pt x="6189694" y="656952"/>
                  </a:lnTo>
                  <a:lnTo>
                    <a:pt x="6189819" y="656952"/>
                  </a:lnTo>
                  <a:lnTo>
                    <a:pt x="6189944" y="656952"/>
                  </a:lnTo>
                  <a:lnTo>
                    <a:pt x="6190069" y="656952"/>
                  </a:lnTo>
                  <a:lnTo>
                    <a:pt x="6190194" y="656952"/>
                  </a:lnTo>
                  <a:lnTo>
                    <a:pt x="6190319" y="656952"/>
                  </a:lnTo>
                  <a:lnTo>
                    <a:pt x="6190444" y="656952"/>
                  </a:lnTo>
                  <a:lnTo>
                    <a:pt x="6190569" y="656952"/>
                  </a:lnTo>
                  <a:lnTo>
                    <a:pt x="6190694" y="656952"/>
                  </a:lnTo>
                  <a:lnTo>
                    <a:pt x="6190819" y="656952"/>
                  </a:lnTo>
                  <a:lnTo>
                    <a:pt x="6190944" y="656952"/>
                  </a:lnTo>
                  <a:lnTo>
                    <a:pt x="6191069" y="656952"/>
                  </a:lnTo>
                  <a:lnTo>
                    <a:pt x="6191194" y="656952"/>
                  </a:lnTo>
                  <a:lnTo>
                    <a:pt x="6191319" y="656952"/>
                  </a:lnTo>
                  <a:lnTo>
                    <a:pt x="6191444" y="656952"/>
                  </a:lnTo>
                  <a:lnTo>
                    <a:pt x="6191569" y="656952"/>
                  </a:lnTo>
                  <a:lnTo>
                    <a:pt x="6191694" y="656952"/>
                  </a:lnTo>
                  <a:lnTo>
                    <a:pt x="6191819" y="656952"/>
                  </a:lnTo>
                  <a:lnTo>
                    <a:pt x="6191944" y="656952"/>
                  </a:lnTo>
                  <a:lnTo>
                    <a:pt x="6192069" y="656952"/>
                  </a:lnTo>
                  <a:lnTo>
                    <a:pt x="6192195" y="656952"/>
                  </a:lnTo>
                  <a:lnTo>
                    <a:pt x="6192320" y="656952"/>
                  </a:lnTo>
                  <a:lnTo>
                    <a:pt x="6192445" y="656952"/>
                  </a:lnTo>
                  <a:lnTo>
                    <a:pt x="6192570" y="656952"/>
                  </a:lnTo>
                  <a:lnTo>
                    <a:pt x="6192695" y="656952"/>
                  </a:lnTo>
                  <a:lnTo>
                    <a:pt x="6192820" y="656952"/>
                  </a:lnTo>
                  <a:lnTo>
                    <a:pt x="6192945" y="656952"/>
                  </a:lnTo>
                  <a:lnTo>
                    <a:pt x="6193070" y="656952"/>
                  </a:lnTo>
                  <a:lnTo>
                    <a:pt x="6193195" y="656952"/>
                  </a:lnTo>
                  <a:lnTo>
                    <a:pt x="6193320" y="656952"/>
                  </a:lnTo>
                  <a:lnTo>
                    <a:pt x="6193445" y="656952"/>
                  </a:lnTo>
                  <a:lnTo>
                    <a:pt x="6193570" y="656952"/>
                  </a:lnTo>
                  <a:lnTo>
                    <a:pt x="6193695" y="656952"/>
                  </a:lnTo>
                  <a:lnTo>
                    <a:pt x="6193820" y="656952"/>
                  </a:lnTo>
                  <a:lnTo>
                    <a:pt x="6193945" y="656952"/>
                  </a:lnTo>
                  <a:lnTo>
                    <a:pt x="6194070" y="656952"/>
                  </a:lnTo>
                  <a:lnTo>
                    <a:pt x="6194195" y="656952"/>
                  </a:lnTo>
                  <a:lnTo>
                    <a:pt x="6194320" y="656952"/>
                  </a:lnTo>
                  <a:lnTo>
                    <a:pt x="6194445" y="656952"/>
                  </a:lnTo>
                  <a:lnTo>
                    <a:pt x="6194570" y="656952"/>
                  </a:lnTo>
                  <a:lnTo>
                    <a:pt x="6194695" y="656952"/>
                  </a:lnTo>
                  <a:lnTo>
                    <a:pt x="6194820" y="656952"/>
                  </a:lnTo>
                  <a:lnTo>
                    <a:pt x="6194945" y="656952"/>
                  </a:lnTo>
                  <a:lnTo>
                    <a:pt x="6195070" y="656952"/>
                  </a:lnTo>
                  <a:lnTo>
                    <a:pt x="6195196" y="656952"/>
                  </a:lnTo>
                  <a:lnTo>
                    <a:pt x="6195321" y="656952"/>
                  </a:lnTo>
                  <a:lnTo>
                    <a:pt x="6195446" y="656952"/>
                  </a:lnTo>
                  <a:lnTo>
                    <a:pt x="6195571" y="656952"/>
                  </a:lnTo>
                  <a:lnTo>
                    <a:pt x="6195696" y="656952"/>
                  </a:lnTo>
                  <a:lnTo>
                    <a:pt x="6195821" y="656952"/>
                  </a:lnTo>
                  <a:lnTo>
                    <a:pt x="6195946" y="656952"/>
                  </a:lnTo>
                  <a:lnTo>
                    <a:pt x="6196071" y="656952"/>
                  </a:lnTo>
                  <a:lnTo>
                    <a:pt x="6196196" y="656952"/>
                  </a:lnTo>
                  <a:lnTo>
                    <a:pt x="6196321" y="656952"/>
                  </a:lnTo>
                  <a:lnTo>
                    <a:pt x="6196446" y="656952"/>
                  </a:lnTo>
                  <a:lnTo>
                    <a:pt x="6196571" y="656952"/>
                  </a:lnTo>
                  <a:lnTo>
                    <a:pt x="6196696" y="656952"/>
                  </a:lnTo>
                  <a:lnTo>
                    <a:pt x="6196821" y="656952"/>
                  </a:lnTo>
                  <a:lnTo>
                    <a:pt x="6196946" y="656952"/>
                  </a:lnTo>
                  <a:lnTo>
                    <a:pt x="6197071" y="656952"/>
                  </a:lnTo>
                  <a:lnTo>
                    <a:pt x="6197196" y="656952"/>
                  </a:lnTo>
                  <a:lnTo>
                    <a:pt x="6197321" y="656952"/>
                  </a:lnTo>
                  <a:lnTo>
                    <a:pt x="6197446" y="656952"/>
                  </a:lnTo>
                  <a:lnTo>
                    <a:pt x="6197571" y="656952"/>
                  </a:lnTo>
                  <a:lnTo>
                    <a:pt x="6197696" y="656952"/>
                  </a:lnTo>
                  <a:lnTo>
                    <a:pt x="6197821" y="656952"/>
                  </a:lnTo>
                  <a:lnTo>
                    <a:pt x="6197946" y="656952"/>
                  </a:lnTo>
                  <a:lnTo>
                    <a:pt x="6198071" y="656952"/>
                  </a:lnTo>
                  <a:lnTo>
                    <a:pt x="6198197" y="656952"/>
                  </a:lnTo>
                  <a:lnTo>
                    <a:pt x="6198322" y="656952"/>
                  </a:lnTo>
                  <a:lnTo>
                    <a:pt x="6198447" y="656952"/>
                  </a:lnTo>
                  <a:lnTo>
                    <a:pt x="6198572" y="656952"/>
                  </a:lnTo>
                  <a:lnTo>
                    <a:pt x="6198697" y="656952"/>
                  </a:lnTo>
                  <a:lnTo>
                    <a:pt x="6198822" y="656952"/>
                  </a:lnTo>
                  <a:lnTo>
                    <a:pt x="6198947" y="656952"/>
                  </a:lnTo>
                  <a:lnTo>
                    <a:pt x="6199072" y="656952"/>
                  </a:lnTo>
                  <a:lnTo>
                    <a:pt x="6199197" y="656952"/>
                  </a:lnTo>
                  <a:lnTo>
                    <a:pt x="6199322" y="656952"/>
                  </a:lnTo>
                  <a:lnTo>
                    <a:pt x="6199447" y="656952"/>
                  </a:lnTo>
                  <a:lnTo>
                    <a:pt x="6199572" y="656952"/>
                  </a:lnTo>
                  <a:lnTo>
                    <a:pt x="6199697" y="656952"/>
                  </a:lnTo>
                  <a:lnTo>
                    <a:pt x="6199697" y="646998"/>
                  </a:lnTo>
                  <a:lnTo>
                    <a:pt x="6199822" y="646998"/>
                  </a:lnTo>
                  <a:lnTo>
                    <a:pt x="6199947" y="646998"/>
                  </a:lnTo>
                  <a:lnTo>
                    <a:pt x="6200072" y="646998"/>
                  </a:lnTo>
                  <a:lnTo>
                    <a:pt x="6200197" y="646998"/>
                  </a:lnTo>
                  <a:lnTo>
                    <a:pt x="6200322" y="646998"/>
                  </a:lnTo>
                  <a:lnTo>
                    <a:pt x="6200447" y="646998"/>
                  </a:lnTo>
                  <a:lnTo>
                    <a:pt x="6200572" y="646998"/>
                  </a:lnTo>
                  <a:lnTo>
                    <a:pt x="6200697" y="646998"/>
                  </a:lnTo>
                  <a:lnTo>
                    <a:pt x="6200822" y="646998"/>
                  </a:lnTo>
                  <a:lnTo>
                    <a:pt x="6200947" y="646998"/>
                  </a:lnTo>
                  <a:lnTo>
                    <a:pt x="6201072" y="646998"/>
                  </a:lnTo>
                  <a:lnTo>
                    <a:pt x="6201198" y="646998"/>
                  </a:lnTo>
                  <a:lnTo>
                    <a:pt x="6201323" y="646998"/>
                  </a:lnTo>
                  <a:lnTo>
                    <a:pt x="6201448" y="646998"/>
                  </a:lnTo>
                  <a:lnTo>
                    <a:pt x="6201573" y="646998"/>
                  </a:lnTo>
                  <a:lnTo>
                    <a:pt x="6201698" y="646998"/>
                  </a:lnTo>
                  <a:lnTo>
                    <a:pt x="6201823" y="646998"/>
                  </a:lnTo>
                  <a:lnTo>
                    <a:pt x="6201948" y="646998"/>
                  </a:lnTo>
                  <a:lnTo>
                    <a:pt x="6202073" y="646998"/>
                  </a:lnTo>
                  <a:lnTo>
                    <a:pt x="6202198" y="646998"/>
                  </a:lnTo>
                  <a:lnTo>
                    <a:pt x="6202323" y="646998"/>
                  </a:lnTo>
                  <a:lnTo>
                    <a:pt x="6202448" y="646998"/>
                  </a:lnTo>
                  <a:lnTo>
                    <a:pt x="6202573" y="646998"/>
                  </a:lnTo>
                  <a:lnTo>
                    <a:pt x="6202698" y="646998"/>
                  </a:lnTo>
                  <a:lnTo>
                    <a:pt x="6202823" y="646998"/>
                  </a:lnTo>
                  <a:lnTo>
                    <a:pt x="6202948" y="646998"/>
                  </a:lnTo>
                  <a:lnTo>
                    <a:pt x="6203073" y="646998"/>
                  </a:lnTo>
                  <a:lnTo>
                    <a:pt x="6203198" y="646998"/>
                  </a:lnTo>
                  <a:lnTo>
                    <a:pt x="6203323" y="646998"/>
                  </a:lnTo>
                  <a:lnTo>
                    <a:pt x="6203448" y="646998"/>
                  </a:lnTo>
                  <a:lnTo>
                    <a:pt x="6203573" y="646998"/>
                  </a:lnTo>
                  <a:lnTo>
                    <a:pt x="6203698" y="646998"/>
                  </a:lnTo>
                  <a:lnTo>
                    <a:pt x="6203823" y="646998"/>
                  </a:lnTo>
                  <a:lnTo>
                    <a:pt x="6203948" y="646998"/>
                  </a:lnTo>
                  <a:lnTo>
                    <a:pt x="6204073" y="646998"/>
                  </a:lnTo>
                  <a:lnTo>
                    <a:pt x="6204199" y="646998"/>
                  </a:lnTo>
                  <a:lnTo>
                    <a:pt x="6204324" y="646998"/>
                  </a:lnTo>
                  <a:lnTo>
                    <a:pt x="6204449" y="646998"/>
                  </a:lnTo>
                  <a:lnTo>
                    <a:pt x="6204574" y="646998"/>
                  </a:lnTo>
                  <a:lnTo>
                    <a:pt x="6204699" y="646998"/>
                  </a:lnTo>
                  <a:lnTo>
                    <a:pt x="6204824" y="646998"/>
                  </a:lnTo>
                  <a:lnTo>
                    <a:pt x="6204949" y="646998"/>
                  </a:lnTo>
                  <a:lnTo>
                    <a:pt x="6205074" y="646998"/>
                  </a:lnTo>
                  <a:lnTo>
                    <a:pt x="6205199" y="646998"/>
                  </a:lnTo>
                  <a:lnTo>
                    <a:pt x="6205324" y="646998"/>
                  </a:lnTo>
                  <a:lnTo>
                    <a:pt x="6205449" y="646998"/>
                  </a:lnTo>
                  <a:lnTo>
                    <a:pt x="6205574" y="646998"/>
                  </a:lnTo>
                  <a:lnTo>
                    <a:pt x="6205699" y="646998"/>
                  </a:lnTo>
                  <a:lnTo>
                    <a:pt x="6205824" y="646998"/>
                  </a:lnTo>
                  <a:lnTo>
                    <a:pt x="6205949" y="646998"/>
                  </a:lnTo>
                  <a:lnTo>
                    <a:pt x="6206074" y="646998"/>
                  </a:lnTo>
                  <a:lnTo>
                    <a:pt x="6206199" y="646998"/>
                  </a:lnTo>
                  <a:lnTo>
                    <a:pt x="6206324" y="646998"/>
                  </a:lnTo>
                  <a:lnTo>
                    <a:pt x="6206449" y="646998"/>
                  </a:lnTo>
                  <a:lnTo>
                    <a:pt x="6206574" y="646998"/>
                  </a:lnTo>
                  <a:lnTo>
                    <a:pt x="6206699" y="646998"/>
                  </a:lnTo>
                  <a:lnTo>
                    <a:pt x="6206824" y="646998"/>
                  </a:lnTo>
                  <a:lnTo>
                    <a:pt x="6206949" y="646998"/>
                  </a:lnTo>
                  <a:lnTo>
                    <a:pt x="6207074" y="646998"/>
                  </a:lnTo>
                  <a:lnTo>
                    <a:pt x="6207200" y="646998"/>
                  </a:lnTo>
                  <a:lnTo>
                    <a:pt x="6207325" y="646998"/>
                  </a:lnTo>
                  <a:lnTo>
                    <a:pt x="6207450" y="646998"/>
                  </a:lnTo>
                  <a:lnTo>
                    <a:pt x="6207575" y="646998"/>
                  </a:lnTo>
                  <a:lnTo>
                    <a:pt x="6207700" y="646998"/>
                  </a:lnTo>
                  <a:lnTo>
                    <a:pt x="6207825" y="646998"/>
                  </a:lnTo>
                  <a:lnTo>
                    <a:pt x="6207950" y="646998"/>
                  </a:lnTo>
                  <a:lnTo>
                    <a:pt x="6208075" y="646998"/>
                  </a:lnTo>
                  <a:lnTo>
                    <a:pt x="6208200" y="646998"/>
                  </a:lnTo>
                  <a:lnTo>
                    <a:pt x="6208325" y="646998"/>
                  </a:lnTo>
                  <a:lnTo>
                    <a:pt x="6208450" y="646998"/>
                  </a:lnTo>
                  <a:lnTo>
                    <a:pt x="6208575" y="646998"/>
                  </a:lnTo>
                  <a:lnTo>
                    <a:pt x="6208700" y="646998"/>
                  </a:lnTo>
                  <a:lnTo>
                    <a:pt x="6208825" y="646998"/>
                  </a:lnTo>
                  <a:lnTo>
                    <a:pt x="6208950" y="646998"/>
                  </a:lnTo>
                  <a:lnTo>
                    <a:pt x="6209075" y="646998"/>
                  </a:lnTo>
                  <a:lnTo>
                    <a:pt x="6209200" y="646998"/>
                  </a:lnTo>
                  <a:lnTo>
                    <a:pt x="6209325" y="646998"/>
                  </a:lnTo>
                  <a:lnTo>
                    <a:pt x="6209450" y="646998"/>
                  </a:lnTo>
                  <a:lnTo>
                    <a:pt x="6209575" y="646998"/>
                  </a:lnTo>
                  <a:lnTo>
                    <a:pt x="6209700" y="646998"/>
                  </a:lnTo>
                  <a:lnTo>
                    <a:pt x="6209825" y="646998"/>
                  </a:lnTo>
                  <a:lnTo>
                    <a:pt x="6209950" y="646998"/>
                  </a:lnTo>
                  <a:lnTo>
                    <a:pt x="6210076" y="646998"/>
                  </a:lnTo>
                  <a:lnTo>
                    <a:pt x="6210201" y="646998"/>
                  </a:lnTo>
                  <a:lnTo>
                    <a:pt x="6210326" y="646998"/>
                  </a:lnTo>
                  <a:lnTo>
                    <a:pt x="6210451" y="646998"/>
                  </a:lnTo>
                  <a:lnTo>
                    <a:pt x="6210576" y="646998"/>
                  </a:lnTo>
                  <a:lnTo>
                    <a:pt x="6210701" y="646998"/>
                  </a:lnTo>
                  <a:lnTo>
                    <a:pt x="6210826" y="646998"/>
                  </a:lnTo>
                  <a:lnTo>
                    <a:pt x="6210951" y="646998"/>
                  </a:lnTo>
                  <a:lnTo>
                    <a:pt x="6211076" y="646998"/>
                  </a:lnTo>
                  <a:lnTo>
                    <a:pt x="6211201" y="646998"/>
                  </a:lnTo>
                  <a:lnTo>
                    <a:pt x="6211326" y="646998"/>
                  </a:lnTo>
                  <a:lnTo>
                    <a:pt x="6211451" y="646998"/>
                  </a:lnTo>
                  <a:lnTo>
                    <a:pt x="6211576" y="646998"/>
                  </a:lnTo>
                  <a:lnTo>
                    <a:pt x="6211701" y="646998"/>
                  </a:lnTo>
                  <a:lnTo>
                    <a:pt x="6211826" y="646998"/>
                  </a:lnTo>
                  <a:lnTo>
                    <a:pt x="6211951" y="646998"/>
                  </a:lnTo>
                  <a:lnTo>
                    <a:pt x="6212076" y="646998"/>
                  </a:lnTo>
                  <a:lnTo>
                    <a:pt x="6212201" y="646998"/>
                  </a:lnTo>
                  <a:lnTo>
                    <a:pt x="6212326" y="646998"/>
                  </a:lnTo>
                  <a:lnTo>
                    <a:pt x="6212451" y="646998"/>
                  </a:lnTo>
                  <a:lnTo>
                    <a:pt x="6212576" y="646998"/>
                  </a:lnTo>
                  <a:lnTo>
                    <a:pt x="6212701" y="646998"/>
                  </a:lnTo>
                  <a:lnTo>
                    <a:pt x="6212826" y="646998"/>
                  </a:lnTo>
                  <a:lnTo>
                    <a:pt x="6212951" y="646998"/>
                  </a:lnTo>
                  <a:lnTo>
                    <a:pt x="6213077" y="646998"/>
                  </a:lnTo>
                  <a:lnTo>
                    <a:pt x="6213202" y="646998"/>
                  </a:lnTo>
                  <a:lnTo>
                    <a:pt x="6213327" y="646998"/>
                  </a:lnTo>
                  <a:lnTo>
                    <a:pt x="6213327" y="637044"/>
                  </a:lnTo>
                  <a:lnTo>
                    <a:pt x="6213452" y="637044"/>
                  </a:lnTo>
                  <a:lnTo>
                    <a:pt x="6213577" y="637044"/>
                  </a:lnTo>
                  <a:lnTo>
                    <a:pt x="6213702" y="637044"/>
                  </a:lnTo>
                  <a:lnTo>
                    <a:pt x="6213827" y="637044"/>
                  </a:lnTo>
                  <a:lnTo>
                    <a:pt x="6213952" y="637044"/>
                  </a:lnTo>
                  <a:lnTo>
                    <a:pt x="6214077" y="637044"/>
                  </a:lnTo>
                  <a:lnTo>
                    <a:pt x="6214202" y="637044"/>
                  </a:lnTo>
                  <a:lnTo>
                    <a:pt x="6214327" y="637044"/>
                  </a:lnTo>
                  <a:lnTo>
                    <a:pt x="6214452" y="637044"/>
                  </a:lnTo>
                  <a:lnTo>
                    <a:pt x="6214577" y="637044"/>
                  </a:lnTo>
                  <a:lnTo>
                    <a:pt x="6214702" y="637044"/>
                  </a:lnTo>
                  <a:lnTo>
                    <a:pt x="6214827" y="637044"/>
                  </a:lnTo>
                  <a:lnTo>
                    <a:pt x="6214952" y="637044"/>
                  </a:lnTo>
                  <a:lnTo>
                    <a:pt x="6215077" y="637044"/>
                  </a:lnTo>
                  <a:lnTo>
                    <a:pt x="6215202" y="637044"/>
                  </a:lnTo>
                  <a:lnTo>
                    <a:pt x="6215327" y="637044"/>
                  </a:lnTo>
                  <a:lnTo>
                    <a:pt x="6215452" y="637044"/>
                  </a:lnTo>
                  <a:lnTo>
                    <a:pt x="6215577" y="637044"/>
                  </a:lnTo>
                  <a:lnTo>
                    <a:pt x="6215702" y="637044"/>
                  </a:lnTo>
                  <a:lnTo>
                    <a:pt x="6215827" y="637044"/>
                  </a:lnTo>
                  <a:lnTo>
                    <a:pt x="6215952" y="637044"/>
                  </a:lnTo>
                  <a:lnTo>
                    <a:pt x="6216078" y="637044"/>
                  </a:lnTo>
                  <a:lnTo>
                    <a:pt x="6216203" y="637044"/>
                  </a:lnTo>
                  <a:lnTo>
                    <a:pt x="6216328" y="637044"/>
                  </a:lnTo>
                  <a:lnTo>
                    <a:pt x="6216453" y="637044"/>
                  </a:lnTo>
                  <a:lnTo>
                    <a:pt x="6216578" y="637044"/>
                  </a:lnTo>
                  <a:lnTo>
                    <a:pt x="6216703" y="637044"/>
                  </a:lnTo>
                  <a:lnTo>
                    <a:pt x="6216828" y="637044"/>
                  </a:lnTo>
                  <a:lnTo>
                    <a:pt x="6216953" y="637044"/>
                  </a:lnTo>
                  <a:lnTo>
                    <a:pt x="6217078" y="637044"/>
                  </a:lnTo>
                  <a:lnTo>
                    <a:pt x="6217203" y="637044"/>
                  </a:lnTo>
                  <a:lnTo>
                    <a:pt x="6217328" y="637044"/>
                  </a:lnTo>
                  <a:lnTo>
                    <a:pt x="6217453" y="637044"/>
                  </a:lnTo>
                  <a:lnTo>
                    <a:pt x="6217578" y="637044"/>
                  </a:lnTo>
                  <a:lnTo>
                    <a:pt x="6217703" y="637044"/>
                  </a:lnTo>
                  <a:lnTo>
                    <a:pt x="6217828" y="637044"/>
                  </a:lnTo>
                  <a:lnTo>
                    <a:pt x="6217953" y="637044"/>
                  </a:lnTo>
                  <a:lnTo>
                    <a:pt x="6218078" y="637044"/>
                  </a:lnTo>
                  <a:lnTo>
                    <a:pt x="6218203" y="637044"/>
                  </a:lnTo>
                  <a:lnTo>
                    <a:pt x="6218328" y="637044"/>
                  </a:lnTo>
                  <a:lnTo>
                    <a:pt x="6218453" y="637044"/>
                  </a:lnTo>
                  <a:lnTo>
                    <a:pt x="6218578" y="637044"/>
                  </a:lnTo>
                  <a:lnTo>
                    <a:pt x="6218703" y="637044"/>
                  </a:lnTo>
                  <a:lnTo>
                    <a:pt x="6218828" y="637044"/>
                  </a:lnTo>
                  <a:lnTo>
                    <a:pt x="6218953" y="637044"/>
                  </a:lnTo>
                  <a:lnTo>
                    <a:pt x="6219079" y="637044"/>
                  </a:lnTo>
                  <a:lnTo>
                    <a:pt x="6219204" y="637044"/>
                  </a:lnTo>
                  <a:lnTo>
                    <a:pt x="6219329" y="637044"/>
                  </a:lnTo>
                  <a:lnTo>
                    <a:pt x="6219454" y="637044"/>
                  </a:lnTo>
                  <a:lnTo>
                    <a:pt x="6219579" y="637044"/>
                  </a:lnTo>
                  <a:lnTo>
                    <a:pt x="6219704" y="637044"/>
                  </a:lnTo>
                  <a:lnTo>
                    <a:pt x="6219829" y="637044"/>
                  </a:lnTo>
                  <a:lnTo>
                    <a:pt x="6219954" y="637044"/>
                  </a:lnTo>
                  <a:lnTo>
                    <a:pt x="6220079" y="637044"/>
                  </a:lnTo>
                  <a:lnTo>
                    <a:pt x="6220204" y="637044"/>
                  </a:lnTo>
                  <a:lnTo>
                    <a:pt x="6220329" y="637044"/>
                  </a:lnTo>
                  <a:lnTo>
                    <a:pt x="6220454" y="637044"/>
                  </a:lnTo>
                  <a:lnTo>
                    <a:pt x="6220579" y="637044"/>
                  </a:lnTo>
                  <a:lnTo>
                    <a:pt x="6220704" y="637044"/>
                  </a:lnTo>
                  <a:lnTo>
                    <a:pt x="6220829" y="637044"/>
                  </a:lnTo>
                  <a:lnTo>
                    <a:pt x="6220954" y="637044"/>
                  </a:lnTo>
                  <a:lnTo>
                    <a:pt x="6221079" y="637044"/>
                  </a:lnTo>
                  <a:lnTo>
                    <a:pt x="6221204" y="637044"/>
                  </a:lnTo>
                  <a:lnTo>
                    <a:pt x="6221329" y="637044"/>
                  </a:lnTo>
                  <a:lnTo>
                    <a:pt x="6221454" y="637044"/>
                  </a:lnTo>
                  <a:lnTo>
                    <a:pt x="6221579" y="637044"/>
                  </a:lnTo>
                  <a:lnTo>
                    <a:pt x="6221704" y="637044"/>
                  </a:lnTo>
                  <a:lnTo>
                    <a:pt x="6221829" y="637044"/>
                  </a:lnTo>
                  <a:lnTo>
                    <a:pt x="6221954" y="637044"/>
                  </a:lnTo>
                  <a:lnTo>
                    <a:pt x="6222080" y="637044"/>
                  </a:lnTo>
                  <a:lnTo>
                    <a:pt x="6222205" y="637044"/>
                  </a:lnTo>
                  <a:lnTo>
                    <a:pt x="6222330" y="637044"/>
                  </a:lnTo>
                  <a:lnTo>
                    <a:pt x="6222455" y="637044"/>
                  </a:lnTo>
                  <a:lnTo>
                    <a:pt x="6222580" y="637044"/>
                  </a:lnTo>
                  <a:lnTo>
                    <a:pt x="6222705" y="637044"/>
                  </a:lnTo>
                  <a:lnTo>
                    <a:pt x="6222830" y="637044"/>
                  </a:lnTo>
                  <a:lnTo>
                    <a:pt x="6222955" y="637044"/>
                  </a:lnTo>
                  <a:lnTo>
                    <a:pt x="6223080" y="637044"/>
                  </a:lnTo>
                  <a:lnTo>
                    <a:pt x="6223205" y="637044"/>
                  </a:lnTo>
                  <a:lnTo>
                    <a:pt x="6223330" y="637044"/>
                  </a:lnTo>
                  <a:lnTo>
                    <a:pt x="6223455" y="637044"/>
                  </a:lnTo>
                  <a:lnTo>
                    <a:pt x="6223580" y="637044"/>
                  </a:lnTo>
                  <a:lnTo>
                    <a:pt x="6223705" y="637044"/>
                  </a:lnTo>
                  <a:lnTo>
                    <a:pt x="6223830" y="637044"/>
                  </a:lnTo>
                  <a:lnTo>
                    <a:pt x="6223955" y="637044"/>
                  </a:lnTo>
                  <a:lnTo>
                    <a:pt x="6224080" y="637044"/>
                  </a:lnTo>
                  <a:lnTo>
                    <a:pt x="6224205" y="637044"/>
                  </a:lnTo>
                  <a:lnTo>
                    <a:pt x="6224330" y="637044"/>
                  </a:lnTo>
                  <a:lnTo>
                    <a:pt x="6224455" y="637044"/>
                  </a:lnTo>
                  <a:lnTo>
                    <a:pt x="6224580" y="637044"/>
                  </a:lnTo>
                  <a:lnTo>
                    <a:pt x="6224705" y="637044"/>
                  </a:lnTo>
                  <a:lnTo>
                    <a:pt x="6224830" y="637044"/>
                  </a:lnTo>
                  <a:lnTo>
                    <a:pt x="6224955" y="637044"/>
                  </a:lnTo>
                  <a:lnTo>
                    <a:pt x="6225081" y="637044"/>
                  </a:lnTo>
                  <a:lnTo>
                    <a:pt x="6225206" y="637044"/>
                  </a:lnTo>
                  <a:lnTo>
                    <a:pt x="6225331" y="637044"/>
                  </a:lnTo>
                  <a:lnTo>
                    <a:pt x="6225456" y="637044"/>
                  </a:lnTo>
                  <a:lnTo>
                    <a:pt x="6225581" y="637044"/>
                  </a:lnTo>
                  <a:lnTo>
                    <a:pt x="6225706" y="637044"/>
                  </a:lnTo>
                  <a:lnTo>
                    <a:pt x="6225831" y="637044"/>
                  </a:lnTo>
                  <a:lnTo>
                    <a:pt x="6225956" y="637044"/>
                  </a:lnTo>
                  <a:lnTo>
                    <a:pt x="6226081" y="637044"/>
                  </a:lnTo>
                  <a:lnTo>
                    <a:pt x="6226206" y="637044"/>
                  </a:lnTo>
                  <a:lnTo>
                    <a:pt x="6226331" y="637044"/>
                  </a:lnTo>
                  <a:lnTo>
                    <a:pt x="6226456" y="637044"/>
                  </a:lnTo>
                  <a:lnTo>
                    <a:pt x="6226581" y="637044"/>
                  </a:lnTo>
                  <a:lnTo>
                    <a:pt x="6226706" y="637044"/>
                  </a:lnTo>
                  <a:lnTo>
                    <a:pt x="6226831" y="637044"/>
                  </a:lnTo>
                  <a:lnTo>
                    <a:pt x="6226956" y="637044"/>
                  </a:lnTo>
                  <a:lnTo>
                    <a:pt x="6227081" y="637044"/>
                  </a:lnTo>
                  <a:lnTo>
                    <a:pt x="6227206" y="637044"/>
                  </a:lnTo>
                  <a:lnTo>
                    <a:pt x="6227331" y="637044"/>
                  </a:lnTo>
                  <a:lnTo>
                    <a:pt x="6227456" y="637044"/>
                  </a:lnTo>
                  <a:lnTo>
                    <a:pt x="6227581" y="637044"/>
                  </a:lnTo>
                  <a:lnTo>
                    <a:pt x="6227706" y="637044"/>
                  </a:lnTo>
                  <a:lnTo>
                    <a:pt x="6227831" y="637044"/>
                  </a:lnTo>
                  <a:lnTo>
                    <a:pt x="6227956" y="637044"/>
                  </a:lnTo>
                  <a:lnTo>
                    <a:pt x="6228082" y="637044"/>
                  </a:lnTo>
                  <a:lnTo>
                    <a:pt x="6228207" y="637044"/>
                  </a:lnTo>
                  <a:lnTo>
                    <a:pt x="6228332" y="637044"/>
                  </a:lnTo>
                  <a:lnTo>
                    <a:pt x="6228457" y="637044"/>
                  </a:lnTo>
                  <a:lnTo>
                    <a:pt x="6228582" y="637044"/>
                  </a:lnTo>
                  <a:lnTo>
                    <a:pt x="6228707" y="637044"/>
                  </a:lnTo>
                  <a:lnTo>
                    <a:pt x="6228832" y="637044"/>
                  </a:lnTo>
                  <a:lnTo>
                    <a:pt x="6228957" y="637044"/>
                  </a:lnTo>
                  <a:lnTo>
                    <a:pt x="6229082" y="637044"/>
                  </a:lnTo>
                  <a:lnTo>
                    <a:pt x="6229207" y="637044"/>
                  </a:lnTo>
                  <a:lnTo>
                    <a:pt x="6229332" y="637044"/>
                  </a:lnTo>
                  <a:lnTo>
                    <a:pt x="6229457" y="637044"/>
                  </a:lnTo>
                  <a:lnTo>
                    <a:pt x="6229582" y="637044"/>
                  </a:lnTo>
                  <a:lnTo>
                    <a:pt x="6229707" y="637044"/>
                  </a:lnTo>
                  <a:lnTo>
                    <a:pt x="6229832" y="637044"/>
                  </a:lnTo>
                  <a:lnTo>
                    <a:pt x="6229957" y="637044"/>
                  </a:lnTo>
                  <a:lnTo>
                    <a:pt x="6230082" y="637044"/>
                  </a:lnTo>
                  <a:lnTo>
                    <a:pt x="6230207" y="637044"/>
                  </a:lnTo>
                  <a:lnTo>
                    <a:pt x="6230332" y="637044"/>
                  </a:lnTo>
                  <a:lnTo>
                    <a:pt x="6230457" y="637044"/>
                  </a:lnTo>
                  <a:lnTo>
                    <a:pt x="6230582" y="637044"/>
                  </a:lnTo>
                  <a:lnTo>
                    <a:pt x="6230707" y="637044"/>
                  </a:lnTo>
                  <a:lnTo>
                    <a:pt x="6230832" y="637044"/>
                  </a:lnTo>
                  <a:lnTo>
                    <a:pt x="6230957" y="637044"/>
                  </a:lnTo>
                  <a:lnTo>
                    <a:pt x="6231083" y="637044"/>
                  </a:lnTo>
                  <a:lnTo>
                    <a:pt x="6231208" y="637044"/>
                  </a:lnTo>
                  <a:lnTo>
                    <a:pt x="6231333" y="637044"/>
                  </a:lnTo>
                  <a:lnTo>
                    <a:pt x="6231458" y="637044"/>
                  </a:lnTo>
                  <a:lnTo>
                    <a:pt x="6231583" y="637044"/>
                  </a:lnTo>
                  <a:lnTo>
                    <a:pt x="6231708" y="637044"/>
                  </a:lnTo>
                  <a:lnTo>
                    <a:pt x="6231833" y="637044"/>
                  </a:lnTo>
                  <a:lnTo>
                    <a:pt x="6231958" y="637044"/>
                  </a:lnTo>
                  <a:lnTo>
                    <a:pt x="6232083" y="637044"/>
                  </a:lnTo>
                  <a:lnTo>
                    <a:pt x="6232208" y="637044"/>
                  </a:lnTo>
                  <a:lnTo>
                    <a:pt x="6232333" y="637044"/>
                  </a:lnTo>
                  <a:lnTo>
                    <a:pt x="6232458" y="637044"/>
                  </a:lnTo>
                  <a:lnTo>
                    <a:pt x="6232583" y="637044"/>
                  </a:lnTo>
                  <a:lnTo>
                    <a:pt x="6232708" y="637044"/>
                  </a:lnTo>
                  <a:lnTo>
                    <a:pt x="6232833" y="637044"/>
                  </a:lnTo>
                  <a:lnTo>
                    <a:pt x="6232958" y="637044"/>
                  </a:lnTo>
                  <a:lnTo>
                    <a:pt x="6233083" y="637044"/>
                  </a:lnTo>
                  <a:lnTo>
                    <a:pt x="6233208" y="637044"/>
                  </a:lnTo>
                  <a:lnTo>
                    <a:pt x="6233333" y="637044"/>
                  </a:lnTo>
                  <a:lnTo>
                    <a:pt x="6233458" y="637044"/>
                  </a:lnTo>
                  <a:lnTo>
                    <a:pt x="6233583" y="637044"/>
                  </a:lnTo>
                  <a:lnTo>
                    <a:pt x="6233708" y="637044"/>
                  </a:lnTo>
                  <a:lnTo>
                    <a:pt x="6233833" y="637044"/>
                  </a:lnTo>
                  <a:lnTo>
                    <a:pt x="6233958" y="637044"/>
                  </a:lnTo>
                  <a:lnTo>
                    <a:pt x="6234084" y="637044"/>
                  </a:lnTo>
                  <a:lnTo>
                    <a:pt x="6234209" y="637044"/>
                  </a:lnTo>
                  <a:lnTo>
                    <a:pt x="6234334" y="637044"/>
                  </a:lnTo>
                  <a:lnTo>
                    <a:pt x="6234459" y="637044"/>
                  </a:lnTo>
                  <a:lnTo>
                    <a:pt x="6234584" y="637044"/>
                  </a:lnTo>
                  <a:lnTo>
                    <a:pt x="6234709" y="637044"/>
                  </a:lnTo>
                  <a:lnTo>
                    <a:pt x="6234834" y="637044"/>
                  </a:lnTo>
                  <a:lnTo>
                    <a:pt x="6234959" y="637044"/>
                  </a:lnTo>
                  <a:lnTo>
                    <a:pt x="6235084" y="637044"/>
                  </a:lnTo>
                  <a:lnTo>
                    <a:pt x="6235209" y="637044"/>
                  </a:lnTo>
                  <a:lnTo>
                    <a:pt x="6235334" y="637044"/>
                  </a:lnTo>
                  <a:lnTo>
                    <a:pt x="6235459" y="637044"/>
                  </a:lnTo>
                  <a:lnTo>
                    <a:pt x="6235584" y="637044"/>
                  </a:lnTo>
                  <a:lnTo>
                    <a:pt x="6235709" y="637044"/>
                  </a:lnTo>
                  <a:lnTo>
                    <a:pt x="6235834" y="637044"/>
                  </a:lnTo>
                  <a:lnTo>
                    <a:pt x="6235959" y="637044"/>
                  </a:lnTo>
                  <a:lnTo>
                    <a:pt x="6236084" y="637044"/>
                  </a:lnTo>
                  <a:lnTo>
                    <a:pt x="6236209" y="637044"/>
                  </a:lnTo>
                  <a:lnTo>
                    <a:pt x="6236334" y="637044"/>
                  </a:lnTo>
                  <a:lnTo>
                    <a:pt x="6236459" y="637044"/>
                  </a:lnTo>
                  <a:lnTo>
                    <a:pt x="6236584" y="637044"/>
                  </a:lnTo>
                  <a:lnTo>
                    <a:pt x="6236709" y="637044"/>
                  </a:lnTo>
                  <a:lnTo>
                    <a:pt x="6236834" y="637044"/>
                  </a:lnTo>
                  <a:lnTo>
                    <a:pt x="6236959" y="637044"/>
                  </a:lnTo>
                  <a:lnTo>
                    <a:pt x="6237085" y="637044"/>
                  </a:lnTo>
                  <a:lnTo>
                    <a:pt x="6237210" y="637044"/>
                  </a:lnTo>
                  <a:lnTo>
                    <a:pt x="6237335" y="637044"/>
                  </a:lnTo>
                  <a:lnTo>
                    <a:pt x="6237460" y="637044"/>
                  </a:lnTo>
                  <a:lnTo>
                    <a:pt x="6237585" y="637044"/>
                  </a:lnTo>
                  <a:lnTo>
                    <a:pt x="6237710" y="637044"/>
                  </a:lnTo>
                  <a:lnTo>
                    <a:pt x="6237835" y="637044"/>
                  </a:lnTo>
                  <a:lnTo>
                    <a:pt x="6237960" y="637044"/>
                  </a:lnTo>
                  <a:lnTo>
                    <a:pt x="6238085" y="637044"/>
                  </a:lnTo>
                  <a:lnTo>
                    <a:pt x="6238210" y="637044"/>
                  </a:lnTo>
                  <a:lnTo>
                    <a:pt x="6238335" y="637044"/>
                  </a:lnTo>
                  <a:lnTo>
                    <a:pt x="6238460" y="637044"/>
                  </a:lnTo>
                  <a:lnTo>
                    <a:pt x="6238460" y="627090"/>
                  </a:lnTo>
                  <a:lnTo>
                    <a:pt x="6238585" y="627090"/>
                  </a:lnTo>
                  <a:lnTo>
                    <a:pt x="6238710" y="627090"/>
                  </a:lnTo>
                  <a:lnTo>
                    <a:pt x="6238835" y="627090"/>
                  </a:lnTo>
                  <a:lnTo>
                    <a:pt x="6238960" y="627090"/>
                  </a:lnTo>
                  <a:lnTo>
                    <a:pt x="6239085" y="627090"/>
                  </a:lnTo>
                  <a:lnTo>
                    <a:pt x="6239210" y="627090"/>
                  </a:lnTo>
                  <a:lnTo>
                    <a:pt x="6239210" y="617137"/>
                  </a:lnTo>
                  <a:lnTo>
                    <a:pt x="6239335" y="617137"/>
                  </a:lnTo>
                  <a:lnTo>
                    <a:pt x="6239460" y="617137"/>
                  </a:lnTo>
                  <a:lnTo>
                    <a:pt x="6239585" y="617137"/>
                  </a:lnTo>
                  <a:lnTo>
                    <a:pt x="6239710" y="617137"/>
                  </a:lnTo>
                  <a:lnTo>
                    <a:pt x="6239835" y="617137"/>
                  </a:lnTo>
                  <a:lnTo>
                    <a:pt x="6239960" y="617137"/>
                  </a:lnTo>
                  <a:lnTo>
                    <a:pt x="6240086" y="617137"/>
                  </a:lnTo>
                  <a:lnTo>
                    <a:pt x="6240211" y="617137"/>
                  </a:lnTo>
                  <a:lnTo>
                    <a:pt x="6240336" y="617137"/>
                  </a:lnTo>
                  <a:lnTo>
                    <a:pt x="6240461" y="617137"/>
                  </a:lnTo>
                  <a:lnTo>
                    <a:pt x="6240586" y="617137"/>
                  </a:lnTo>
                  <a:lnTo>
                    <a:pt x="6240711" y="617137"/>
                  </a:lnTo>
                  <a:lnTo>
                    <a:pt x="6240836" y="617137"/>
                  </a:lnTo>
                  <a:lnTo>
                    <a:pt x="6240961" y="617137"/>
                  </a:lnTo>
                  <a:lnTo>
                    <a:pt x="6241086" y="617137"/>
                  </a:lnTo>
                  <a:lnTo>
                    <a:pt x="6241211" y="617137"/>
                  </a:lnTo>
                  <a:lnTo>
                    <a:pt x="6241336" y="617137"/>
                  </a:lnTo>
                  <a:lnTo>
                    <a:pt x="6241461" y="617137"/>
                  </a:lnTo>
                  <a:lnTo>
                    <a:pt x="6241586" y="617137"/>
                  </a:lnTo>
                  <a:lnTo>
                    <a:pt x="6241711" y="617137"/>
                  </a:lnTo>
                  <a:lnTo>
                    <a:pt x="6241836" y="617137"/>
                  </a:lnTo>
                  <a:lnTo>
                    <a:pt x="6241961" y="617137"/>
                  </a:lnTo>
                  <a:lnTo>
                    <a:pt x="6242086" y="617137"/>
                  </a:lnTo>
                  <a:lnTo>
                    <a:pt x="6242211" y="617137"/>
                  </a:lnTo>
                  <a:lnTo>
                    <a:pt x="6242336" y="617137"/>
                  </a:lnTo>
                  <a:lnTo>
                    <a:pt x="6242461" y="617137"/>
                  </a:lnTo>
                  <a:lnTo>
                    <a:pt x="6242586" y="617137"/>
                  </a:lnTo>
                  <a:lnTo>
                    <a:pt x="6242711" y="617137"/>
                  </a:lnTo>
                  <a:lnTo>
                    <a:pt x="6242836" y="617137"/>
                  </a:lnTo>
                  <a:lnTo>
                    <a:pt x="6242961" y="617137"/>
                  </a:lnTo>
                  <a:lnTo>
                    <a:pt x="6243087" y="617137"/>
                  </a:lnTo>
                  <a:lnTo>
                    <a:pt x="6243212" y="617137"/>
                  </a:lnTo>
                  <a:lnTo>
                    <a:pt x="6243337" y="617137"/>
                  </a:lnTo>
                  <a:lnTo>
                    <a:pt x="6243462" y="617137"/>
                  </a:lnTo>
                  <a:lnTo>
                    <a:pt x="6243587" y="617137"/>
                  </a:lnTo>
                  <a:lnTo>
                    <a:pt x="6243712" y="617137"/>
                  </a:lnTo>
                  <a:lnTo>
                    <a:pt x="6243837" y="617137"/>
                  </a:lnTo>
                  <a:lnTo>
                    <a:pt x="6243962" y="617137"/>
                  </a:lnTo>
                  <a:lnTo>
                    <a:pt x="6244087" y="617137"/>
                  </a:lnTo>
                  <a:lnTo>
                    <a:pt x="6244212" y="617137"/>
                  </a:lnTo>
                  <a:lnTo>
                    <a:pt x="6244337" y="617137"/>
                  </a:lnTo>
                  <a:lnTo>
                    <a:pt x="6244462" y="617137"/>
                  </a:lnTo>
                  <a:lnTo>
                    <a:pt x="6244587" y="617137"/>
                  </a:lnTo>
                  <a:lnTo>
                    <a:pt x="6244712" y="617137"/>
                  </a:lnTo>
                  <a:lnTo>
                    <a:pt x="6244837" y="617137"/>
                  </a:lnTo>
                  <a:lnTo>
                    <a:pt x="6244962" y="617137"/>
                  </a:lnTo>
                  <a:lnTo>
                    <a:pt x="6245087" y="617137"/>
                  </a:lnTo>
                  <a:lnTo>
                    <a:pt x="6245212" y="617137"/>
                  </a:lnTo>
                  <a:lnTo>
                    <a:pt x="6245337" y="617137"/>
                  </a:lnTo>
                  <a:lnTo>
                    <a:pt x="6245462" y="617137"/>
                  </a:lnTo>
                  <a:lnTo>
                    <a:pt x="6245587" y="617137"/>
                  </a:lnTo>
                  <a:lnTo>
                    <a:pt x="6245712" y="617137"/>
                  </a:lnTo>
                  <a:lnTo>
                    <a:pt x="6245837" y="617137"/>
                  </a:lnTo>
                  <a:lnTo>
                    <a:pt x="6245962" y="617137"/>
                  </a:lnTo>
                  <a:lnTo>
                    <a:pt x="6246088" y="617137"/>
                  </a:lnTo>
                  <a:lnTo>
                    <a:pt x="6246213" y="617137"/>
                  </a:lnTo>
                  <a:lnTo>
                    <a:pt x="6246338" y="617137"/>
                  </a:lnTo>
                  <a:lnTo>
                    <a:pt x="6246463" y="617137"/>
                  </a:lnTo>
                  <a:lnTo>
                    <a:pt x="6246588" y="617137"/>
                  </a:lnTo>
                  <a:lnTo>
                    <a:pt x="6246713" y="617137"/>
                  </a:lnTo>
                  <a:lnTo>
                    <a:pt x="6246838" y="617137"/>
                  </a:lnTo>
                  <a:lnTo>
                    <a:pt x="6246963" y="617137"/>
                  </a:lnTo>
                  <a:lnTo>
                    <a:pt x="6246963" y="607183"/>
                  </a:lnTo>
                  <a:lnTo>
                    <a:pt x="6247088" y="607183"/>
                  </a:lnTo>
                  <a:lnTo>
                    <a:pt x="6247213" y="607183"/>
                  </a:lnTo>
                  <a:lnTo>
                    <a:pt x="6247338" y="607183"/>
                  </a:lnTo>
                  <a:lnTo>
                    <a:pt x="6247463" y="607183"/>
                  </a:lnTo>
                  <a:lnTo>
                    <a:pt x="6247588" y="607183"/>
                  </a:lnTo>
                  <a:lnTo>
                    <a:pt x="6247713" y="607183"/>
                  </a:lnTo>
                  <a:lnTo>
                    <a:pt x="6247838" y="607183"/>
                  </a:lnTo>
                  <a:lnTo>
                    <a:pt x="6247963" y="607183"/>
                  </a:lnTo>
                  <a:lnTo>
                    <a:pt x="6248088" y="607183"/>
                  </a:lnTo>
                  <a:lnTo>
                    <a:pt x="6248213" y="607183"/>
                  </a:lnTo>
                  <a:lnTo>
                    <a:pt x="6248338" y="607183"/>
                  </a:lnTo>
                  <a:lnTo>
                    <a:pt x="6248463" y="607183"/>
                  </a:lnTo>
                  <a:lnTo>
                    <a:pt x="6248588" y="607183"/>
                  </a:lnTo>
                  <a:lnTo>
                    <a:pt x="6248713" y="607183"/>
                  </a:lnTo>
                  <a:lnTo>
                    <a:pt x="6248838" y="607183"/>
                  </a:lnTo>
                  <a:lnTo>
                    <a:pt x="6248964" y="607183"/>
                  </a:lnTo>
                  <a:lnTo>
                    <a:pt x="6249089" y="607183"/>
                  </a:lnTo>
                  <a:lnTo>
                    <a:pt x="6249214" y="607183"/>
                  </a:lnTo>
                  <a:lnTo>
                    <a:pt x="6249339" y="607183"/>
                  </a:lnTo>
                  <a:lnTo>
                    <a:pt x="6249464" y="607183"/>
                  </a:lnTo>
                  <a:lnTo>
                    <a:pt x="6249589" y="607183"/>
                  </a:lnTo>
                  <a:lnTo>
                    <a:pt x="6249714" y="607183"/>
                  </a:lnTo>
                  <a:lnTo>
                    <a:pt x="6249839" y="607183"/>
                  </a:lnTo>
                  <a:lnTo>
                    <a:pt x="6249964" y="607183"/>
                  </a:lnTo>
                  <a:lnTo>
                    <a:pt x="6250089" y="607183"/>
                  </a:lnTo>
                  <a:lnTo>
                    <a:pt x="6250214" y="607183"/>
                  </a:lnTo>
                  <a:lnTo>
                    <a:pt x="6250214" y="597229"/>
                  </a:lnTo>
                  <a:lnTo>
                    <a:pt x="6250339" y="597229"/>
                  </a:lnTo>
                  <a:lnTo>
                    <a:pt x="6250464" y="597229"/>
                  </a:lnTo>
                  <a:lnTo>
                    <a:pt x="6250589" y="597229"/>
                  </a:lnTo>
                  <a:lnTo>
                    <a:pt x="6250714" y="597229"/>
                  </a:lnTo>
                  <a:lnTo>
                    <a:pt x="6250839" y="597229"/>
                  </a:lnTo>
                  <a:lnTo>
                    <a:pt x="6250964" y="597229"/>
                  </a:lnTo>
                  <a:lnTo>
                    <a:pt x="6251089" y="597229"/>
                  </a:lnTo>
                  <a:lnTo>
                    <a:pt x="6251214" y="597229"/>
                  </a:lnTo>
                  <a:lnTo>
                    <a:pt x="6251339" y="597229"/>
                  </a:lnTo>
                  <a:lnTo>
                    <a:pt x="6251464" y="597229"/>
                  </a:lnTo>
                  <a:lnTo>
                    <a:pt x="6251589" y="597229"/>
                  </a:lnTo>
                  <a:lnTo>
                    <a:pt x="6251714" y="597229"/>
                  </a:lnTo>
                  <a:lnTo>
                    <a:pt x="6251839" y="597229"/>
                  </a:lnTo>
                  <a:lnTo>
                    <a:pt x="6251965" y="597229"/>
                  </a:lnTo>
                  <a:lnTo>
                    <a:pt x="6252090" y="597229"/>
                  </a:lnTo>
                  <a:lnTo>
                    <a:pt x="6252215" y="597229"/>
                  </a:lnTo>
                  <a:lnTo>
                    <a:pt x="6252340" y="597229"/>
                  </a:lnTo>
                  <a:lnTo>
                    <a:pt x="6252465" y="597229"/>
                  </a:lnTo>
                  <a:lnTo>
                    <a:pt x="6252590" y="597229"/>
                  </a:lnTo>
                  <a:lnTo>
                    <a:pt x="6252715" y="597229"/>
                  </a:lnTo>
                  <a:lnTo>
                    <a:pt x="6252840" y="597229"/>
                  </a:lnTo>
                  <a:lnTo>
                    <a:pt x="6252965" y="597229"/>
                  </a:lnTo>
                  <a:lnTo>
                    <a:pt x="6253090" y="597229"/>
                  </a:lnTo>
                  <a:lnTo>
                    <a:pt x="6253215" y="597229"/>
                  </a:lnTo>
                  <a:lnTo>
                    <a:pt x="6253340" y="597229"/>
                  </a:lnTo>
                  <a:lnTo>
                    <a:pt x="6253465" y="597229"/>
                  </a:lnTo>
                  <a:lnTo>
                    <a:pt x="6253590" y="597229"/>
                  </a:lnTo>
                  <a:lnTo>
                    <a:pt x="6253715" y="597229"/>
                  </a:lnTo>
                  <a:lnTo>
                    <a:pt x="6253840" y="597229"/>
                  </a:lnTo>
                  <a:lnTo>
                    <a:pt x="6253965" y="597229"/>
                  </a:lnTo>
                  <a:lnTo>
                    <a:pt x="6254090" y="597229"/>
                  </a:lnTo>
                  <a:lnTo>
                    <a:pt x="6254215" y="597229"/>
                  </a:lnTo>
                  <a:lnTo>
                    <a:pt x="6254340" y="597229"/>
                  </a:lnTo>
                  <a:lnTo>
                    <a:pt x="6254465" y="597229"/>
                  </a:lnTo>
                  <a:lnTo>
                    <a:pt x="6254590" y="597229"/>
                  </a:lnTo>
                  <a:lnTo>
                    <a:pt x="6254715" y="597229"/>
                  </a:lnTo>
                  <a:lnTo>
                    <a:pt x="6254840" y="597229"/>
                  </a:lnTo>
                  <a:lnTo>
                    <a:pt x="6254966" y="597229"/>
                  </a:lnTo>
                  <a:lnTo>
                    <a:pt x="6255091" y="597229"/>
                  </a:lnTo>
                  <a:lnTo>
                    <a:pt x="6255216" y="597229"/>
                  </a:lnTo>
                  <a:lnTo>
                    <a:pt x="6255341" y="597229"/>
                  </a:lnTo>
                  <a:lnTo>
                    <a:pt x="6255466" y="597229"/>
                  </a:lnTo>
                  <a:lnTo>
                    <a:pt x="6255591" y="597229"/>
                  </a:lnTo>
                  <a:lnTo>
                    <a:pt x="6255716" y="597229"/>
                  </a:lnTo>
                  <a:lnTo>
                    <a:pt x="6255841" y="597229"/>
                  </a:lnTo>
                  <a:lnTo>
                    <a:pt x="6255966" y="597229"/>
                  </a:lnTo>
                  <a:lnTo>
                    <a:pt x="6256091" y="597229"/>
                  </a:lnTo>
                  <a:lnTo>
                    <a:pt x="6256216" y="597229"/>
                  </a:lnTo>
                  <a:lnTo>
                    <a:pt x="6256341" y="597229"/>
                  </a:lnTo>
                  <a:lnTo>
                    <a:pt x="6256466" y="597229"/>
                  </a:lnTo>
                  <a:lnTo>
                    <a:pt x="6256591" y="597229"/>
                  </a:lnTo>
                  <a:lnTo>
                    <a:pt x="6256716" y="597229"/>
                  </a:lnTo>
                  <a:lnTo>
                    <a:pt x="6256841" y="597229"/>
                  </a:lnTo>
                  <a:lnTo>
                    <a:pt x="6256966" y="597229"/>
                  </a:lnTo>
                  <a:lnTo>
                    <a:pt x="6257091" y="597229"/>
                  </a:lnTo>
                  <a:lnTo>
                    <a:pt x="6257216" y="597229"/>
                  </a:lnTo>
                  <a:lnTo>
                    <a:pt x="6257341" y="597229"/>
                  </a:lnTo>
                  <a:lnTo>
                    <a:pt x="6257466" y="597229"/>
                  </a:lnTo>
                  <a:lnTo>
                    <a:pt x="6257591" y="597229"/>
                  </a:lnTo>
                  <a:lnTo>
                    <a:pt x="6257716" y="597229"/>
                  </a:lnTo>
                  <a:lnTo>
                    <a:pt x="6257841" y="597229"/>
                  </a:lnTo>
                  <a:lnTo>
                    <a:pt x="6257967" y="597229"/>
                  </a:lnTo>
                  <a:lnTo>
                    <a:pt x="6258092" y="597229"/>
                  </a:lnTo>
                  <a:lnTo>
                    <a:pt x="6258217" y="597229"/>
                  </a:lnTo>
                  <a:lnTo>
                    <a:pt x="6258342" y="597229"/>
                  </a:lnTo>
                  <a:lnTo>
                    <a:pt x="6258467" y="597229"/>
                  </a:lnTo>
                  <a:lnTo>
                    <a:pt x="6258592" y="597229"/>
                  </a:lnTo>
                  <a:lnTo>
                    <a:pt x="6258717" y="597229"/>
                  </a:lnTo>
                  <a:lnTo>
                    <a:pt x="6258842" y="597229"/>
                  </a:lnTo>
                  <a:lnTo>
                    <a:pt x="6258967" y="597229"/>
                  </a:lnTo>
                  <a:lnTo>
                    <a:pt x="6259092" y="597229"/>
                  </a:lnTo>
                  <a:lnTo>
                    <a:pt x="6259217" y="597229"/>
                  </a:lnTo>
                  <a:lnTo>
                    <a:pt x="6259342" y="597229"/>
                  </a:lnTo>
                  <a:lnTo>
                    <a:pt x="6259467" y="597229"/>
                  </a:lnTo>
                  <a:lnTo>
                    <a:pt x="6259592" y="597229"/>
                  </a:lnTo>
                  <a:lnTo>
                    <a:pt x="6259717" y="597229"/>
                  </a:lnTo>
                  <a:lnTo>
                    <a:pt x="6259842" y="597229"/>
                  </a:lnTo>
                  <a:lnTo>
                    <a:pt x="6259967" y="597229"/>
                  </a:lnTo>
                  <a:lnTo>
                    <a:pt x="6260092" y="597229"/>
                  </a:lnTo>
                  <a:lnTo>
                    <a:pt x="6260217" y="597229"/>
                  </a:lnTo>
                  <a:lnTo>
                    <a:pt x="6260342" y="597229"/>
                  </a:lnTo>
                  <a:lnTo>
                    <a:pt x="6260467" y="597229"/>
                  </a:lnTo>
                  <a:lnTo>
                    <a:pt x="6260592" y="597229"/>
                  </a:lnTo>
                  <a:lnTo>
                    <a:pt x="6260717" y="597229"/>
                  </a:lnTo>
                  <a:lnTo>
                    <a:pt x="6260842" y="597229"/>
                  </a:lnTo>
                  <a:lnTo>
                    <a:pt x="6260968" y="597229"/>
                  </a:lnTo>
                  <a:lnTo>
                    <a:pt x="6261093" y="597229"/>
                  </a:lnTo>
                  <a:lnTo>
                    <a:pt x="6261218" y="597229"/>
                  </a:lnTo>
                  <a:lnTo>
                    <a:pt x="6261343" y="597229"/>
                  </a:lnTo>
                  <a:lnTo>
                    <a:pt x="6261468" y="597229"/>
                  </a:lnTo>
                  <a:lnTo>
                    <a:pt x="6261593" y="597229"/>
                  </a:lnTo>
                  <a:lnTo>
                    <a:pt x="6261718" y="597229"/>
                  </a:lnTo>
                  <a:lnTo>
                    <a:pt x="6261843" y="597229"/>
                  </a:lnTo>
                  <a:lnTo>
                    <a:pt x="6261968" y="597229"/>
                  </a:lnTo>
                  <a:lnTo>
                    <a:pt x="6262093" y="597229"/>
                  </a:lnTo>
                  <a:lnTo>
                    <a:pt x="6262218" y="597229"/>
                  </a:lnTo>
                  <a:lnTo>
                    <a:pt x="6262343" y="597229"/>
                  </a:lnTo>
                  <a:lnTo>
                    <a:pt x="6262468" y="597229"/>
                  </a:lnTo>
                  <a:lnTo>
                    <a:pt x="6262593" y="597229"/>
                  </a:lnTo>
                  <a:lnTo>
                    <a:pt x="6262718" y="597229"/>
                  </a:lnTo>
                  <a:lnTo>
                    <a:pt x="6262843" y="597229"/>
                  </a:lnTo>
                  <a:lnTo>
                    <a:pt x="6262968" y="597229"/>
                  </a:lnTo>
                  <a:lnTo>
                    <a:pt x="6263093" y="597229"/>
                  </a:lnTo>
                  <a:lnTo>
                    <a:pt x="6263218" y="597229"/>
                  </a:lnTo>
                  <a:lnTo>
                    <a:pt x="6263343" y="597229"/>
                  </a:lnTo>
                  <a:lnTo>
                    <a:pt x="6263468" y="597229"/>
                  </a:lnTo>
                  <a:lnTo>
                    <a:pt x="6263593" y="597229"/>
                  </a:lnTo>
                  <a:lnTo>
                    <a:pt x="6263718" y="597229"/>
                  </a:lnTo>
                  <a:lnTo>
                    <a:pt x="6263843" y="597229"/>
                  </a:lnTo>
                  <a:lnTo>
                    <a:pt x="6263969" y="597229"/>
                  </a:lnTo>
                  <a:lnTo>
                    <a:pt x="6264094" y="597229"/>
                  </a:lnTo>
                  <a:lnTo>
                    <a:pt x="6264219" y="597229"/>
                  </a:lnTo>
                  <a:lnTo>
                    <a:pt x="6264344" y="597229"/>
                  </a:lnTo>
                  <a:lnTo>
                    <a:pt x="6264469" y="597229"/>
                  </a:lnTo>
                  <a:lnTo>
                    <a:pt x="6264594" y="597229"/>
                  </a:lnTo>
                  <a:lnTo>
                    <a:pt x="6264719" y="597229"/>
                  </a:lnTo>
                  <a:lnTo>
                    <a:pt x="6264844" y="597229"/>
                  </a:lnTo>
                  <a:lnTo>
                    <a:pt x="6264969" y="597229"/>
                  </a:lnTo>
                  <a:lnTo>
                    <a:pt x="6265094" y="597229"/>
                  </a:lnTo>
                  <a:lnTo>
                    <a:pt x="6265219" y="597229"/>
                  </a:lnTo>
                  <a:lnTo>
                    <a:pt x="6265344" y="597229"/>
                  </a:lnTo>
                  <a:lnTo>
                    <a:pt x="6265469" y="597229"/>
                  </a:lnTo>
                  <a:lnTo>
                    <a:pt x="6265594" y="597229"/>
                  </a:lnTo>
                  <a:lnTo>
                    <a:pt x="6265719" y="597229"/>
                  </a:lnTo>
                  <a:lnTo>
                    <a:pt x="6265844" y="597229"/>
                  </a:lnTo>
                  <a:lnTo>
                    <a:pt x="6265969" y="597229"/>
                  </a:lnTo>
                  <a:lnTo>
                    <a:pt x="6266094" y="597229"/>
                  </a:lnTo>
                  <a:lnTo>
                    <a:pt x="6266219" y="597229"/>
                  </a:lnTo>
                  <a:lnTo>
                    <a:pt x="6266344" y="597229"/>
                  </a:lnTo>
                  <a:lnTo>
                    <a:pt x="6266469" y="597229"/>
                  </a:lnTo>
                  <a:lnTo>
                    <a:pt x="6266594" y="597229"/>
                  </a:lnTo>
                  <a:lnTo>
                    <a:pt x="6266719" y="597229"/>
                  </a:lnTo>
                  <a:lnTo>
                    <a:pt x="6266844" y="597229"/>
                  </a:lnTo>
                  <a:lnTo>
                    <a:pt x="6266970" y="597229"/>
                  </a:lnTo>
                  <a:lnTo>
                    <a:pt x="6267095" y="597229"/>
                  </a:lnTo>
                  <a:lnTo>
                    <a:pt x="6267220" y="597229"/>
                  </a:lnTo>
                  <a:lnTo>
                    <a:pt x="6267345" y="597229"/>
                  </a:lnTo>
                  <a:lnTo>
                    <a:pt x="6267470" y="597229"/>
                  </a:lnTo>
                  <a:lnTo>
                    <a:pt x="6267595" y="597229"/>
                  </a:lnTo>
                  <a:lnTo>
                    <a:pt x="6267720" y="597229"/>
                  </a:lnTo>
                  <a:lnTo>
                    <a:pt x="6267845" y="597229"/>
                  </a:lnTo>
                  <a:lnTo>
                    <a:pt x="6267970" y="597229"/>
                  </a:lnTo>
                  <a:lnTo>
                    <a:pt x="6268095" y="597229"/>
                  </a:lnTo>
                  <a:lnTo>
                    <a:pt x="6268220" y="597229"/>
                  </a:lnTo>
                  <a:lnTo>
                    <a:pt x="6268345" y="597229"/>
                  </a:lnTo>
                  <a:lnTo>
                    <a:pt x="6268470" y="597229"/>
                  </a:lnTo>
                  <a:lnTo>
                    <a:pt x="6268595" y="597229"/>
                  </a:lnTo>
                  <a:lnTo>
                    <a:pt x="6268720" y="597229"/>
                  </a:lnTo>
                  <a:lnTo>
                    <a:pt x="6268845" y="597229"/>
                  </a:lnTo>
                  <a:lnTo>
                    <a:pt x="6268970" y="597229"/>
                  </a:lnTo>
                  <a:lnTo>
                    <a:pt x="6269095" y="597229"/>
                  </a:lnTo>
                  <a:lnTo>
                    <a:pt x="6269220" y="597229"/>
                  </a:lnTo>
                  <a:lnTo>
                    <a:pt x="6269345" y="597229"/>
                  </a:lnTo>
                  <a:lnTo>
                    <a:pt x="6269470" y="597229"/>
                  </a:lnTo>
                  <a:lnTo>
                    <a:pt x="6269595" y="597229"/>
                  </a:lnTo>
                  <a:lnTo>
                    <a:pt x="6269720" y="597229"/>
                  </a:lnTo>
                  <a:lnTo>
                    <a:pt x="6269845" y="597229"/>
                  </a:lnTo>
                  <a:lnTo>
                    <a:pt x="6269971" y="597229"/>
                  </a:lnTo>
                  <a:lnTo>
                    <a:pt x="6270096" y="597229"/>
                  </a:lnTo>
                  <a:lnTo>
                    <a:pt x="6270221" y="597229"/>
                  </a:lnTo>
                  <a:lnTo>
                    <a:pt x="6270346" y="597229"/>
                  </a:lnTo>
                  <a:lnTo>
                    <a:pt x="6270471" y="597229"/>
                  </a:lnTo>
                  <a:lnTo>
                    <a:pt x="6270596" y="597229"/>
                  </a:lnTo>
                  <a:lnTo>
                    <a:pt x="6270721" y="597229"/>
                  </a:lnTo>
                  <a:lnTo>
                    <a:pt x="6270846" y="597229"/>
                  </a:lnTo>
                  <a:lnTo>
                    <a:pt x="6270971" y="597229"/>
                  </a:lnTo>
                  <a:lnTo>
                    <a:pt x="6271096" y="597229"/>
                  </a:lnTo>
                  <a:lnTo>
                    <a:pt x="6271221" y="597229"/>
                  </a:lnTo>
                  <a:lnTo>
                    <a:pt x="6271346" y="597229"/>
                  </a:lnTo>
                  <a:lnTo>
                    <a:pt x="6271471" y="597229"/>
                  </a:lnTo>
                  <a:lnTo>
                    <a:pt x="6271596" y="597229"/>
                  </a:lnTo>
                  <a:lnTo>
                    <a:pt x="6271721" y="597229"/>
                  </a:lnTo>
                  <a:lnTo>
                    <a:pt x="6271846" y="597229"/>
                  </a:lnTo>
                  <a:lnTo>
                    <a:pt x="6271971" y="597229"/>
                  </a:lnTo>
                  <a:lnTo>
                    <a:pt x="6272096" y="597229"/>
                  </a:lnTo>
                  <a:lnTo>
                    <a:pt x="6272221" y="597229"/>
                  </a:lnTo>
                  <a:lnTo>
                    <a:pt x="6272346" y="597229"/>
                  </a:lnTo>
                  <a:lnTo>
                    <a:pt x="6272471" y="597229"/>
                  </a:lnTo>
                  <a:lnTo>
                    <a:pt x="6272596" y="597229"/>
                  </a:lnTo>
                  <a:lnTo>
                    <a:pt x="6272721" y="597229"/>
                  </a:lnTo>
                  <a:lnTo>
                    <a:pt x="6272846" y="597229"/>
                  </a:lnTo>
                  <a:lnTo>
                    <a:pt x="6272972" y="597229"/>
                  </a:lnTo>
                  <a:lnTo>
                    <a:pt x="6273097" y="597229"/>
                  </a:lnTo>
                  <a:lnTo>
                    <a:pt x="6273222" y="597229"/>
                  </a:lnTo>
                  <a:lnTo>
                    <a:pt x="6273347" y="597229"/>
                  </a:lnTo>
                  <a:lnTo>
                    <a:pt x="6273472" y="597229"/>
                  </a:lnTo>
                  <a:lnTo>
                    <a:pt x="6273597" y="597229"/>
                  </a:lnTo>
                  <a:lnTo>
                    <a:pt x="6273722" y="597229"/>
                  </a:lnTo>
                  <a:lnTo>
                    <a:pt x="6273847" y="597229"/>
                  </a:lnTo>
                  <a:lnTo>
                    <a:pt x="6273972" y="597229"/>
                  </a:lnTo>
                  <a:lnTo>
                    <a:pt x="6274097" y="597229"/>
                  </a:lnTo>
                  <a:lnTo>
                    <a:pt x="6274222" y="597229"/>
                  </a:lnTo>
                  <a:lnTo>
                    <a:pt x="6274347" y="597229"/>
                  </a:lnTo>
                  <a:lnTo>
                    <a:pt x="6274472" y="597229"/>
                  </a:lnTo>
                  <a:lnTo>
                    <a:pt x="6274597" y="597229"/>
                  </a:lnTo>
                  <a:lnTo>
                    <a:pt x="6274722" y="597229"/>
                  </a:lnTo>
                  <a:lnTo>
                    <a:pt x="6274847" y="597229"/>
                  </a:lnTo>
                  <a:lnTo>
                    <a:pt x="6274972" y="597229"/>
                  </a:lnTo>
                  <a:lnTo>
                    <a:pt x="6275097" y="597229"/>
                  </a:lnTo>
                  <a:lnTo>
                    <a:pt x="6275222" y="597229"/>
                  </a:lnTo>
                  <a:lnTo>
                    <a:pt x="6275347" y="597229"/>
                  </a:lnTo>
                  <a:lnTo>
                    <a:pt x="6275472" y="597229"/>
                  </a:lnTo>
                  <a:lnTo>
                    <a:pt x="6275597" y="597229"/>
                  </a:lnTo>
                  <a:lnTo>
                    <a:pt x="6275722" y="597229"/>
                  </a:lnTo>
                  <a:lnTo>
                    <a:pt x="6275847" y="597229"/>
                  </a:lnTo>
                  <a:lnTo>
                    <a:pt x="6275973" y="597229"/>
                  </a:lnTo>
                  <a:lnTo>
                    <a:pt x="6276098" y="597229"/>
                  </a:lnTo>
                  <a:lnTo>
                    <a:pt x="6276223" y="597229"/>
                  </a:lnTo>
                  <a:lnTo>
                    <a:pt x="6276348" y="597229"/>
                  </a:lnTo>
                  <a:lnTo>
                    <a:pt x="6276473" y="597229"/>
                  </a:lnTo>
                  <a:lnTo>
                    <a:pt x="6276598" y="597229"/>
                  </a:lnTo>
                  <a:lnTo>
                    <a:pt x="6276723" y="597229"/>
                  </a:lnTo>
                  <a:lnTo>
                    <a:pt x="6276848" y="597229"/>
                  </a:lnTo>
                  <a:lnTo>
                    <a:pt x="6276973" y="597229"/>
                  </a:lnTo>
                  <a:lnTo>
                    <a:pt x="6277098" y="597229"/>
                  </a:lnTo>
                  <a:lnTo>
                    <a:pt x="6277223" y="597229"/>
                  </a:lnTo>
                  <a:lnTo>
                    <a:pt x="6277348" y="597229"/>
                  </a:lnTo>
                  <a:lnTo>
                    <a:pt x="6277473" y="597229"/>
                  </a:lnTo>
                  <a:lnTo>
                    <a:pt x="6277598" y="597229"/>
                  </a:lnTo>
                  <a:lnTo>
                    <a:pt x="6277723" y="597229"/>
                  </a:lnTo>
                  <a:lnTo>
                    <a:pt x="6277848" y="597229"/>
                  </a:lnTo>
                  <a:lnTo>
                    <a:pt x="6277973" y="597229"/>
                  </a:lnTo>
                  <a:lnTo>
                    <a:pt x="6278098" y="597229"/>
                  </a:lnTo>
                  <a:lnTo>
                    <a:pt x="6278223" y="597229"/>
                  </a:lnTo>
                  <a:lnTo>
                    <a:pt x="6278348" y="597229"/>
                  </a:lnTo>
                  <a:lnTo>
                    <a:pt x="6278473" y="597229"/>
                  </a:lnTo>
                  <a:lnTo>
                    <a:pt x="6278598" y="597229"/>
                  </a:lnTo>
                  <a:lnTo>
                    <a:pt x="6278723" y="597229"/>
                  </a:lnTo>
                  <a:lnTo>
                    <a:pt x="6278848" y="597229"/>
                  </a:lnTo>
                  <a:lnTo>
                    <a:pt x="6278974" y="597229"/>
                  </a:lnTo>
                  <a:lnTo>
                    <a:pt x="6279099" y="597229"/>
                  </a:lnTo>
                  <a:lnTo>
                    <a:pt x="6279224" y="597229"/>
                  </a:lnTo>
                  <a:lnTo>
                    <a:pt x="6279349" y="597229"/>
                  </a:lnTo>
                  <a:lnTo>
                    <a:pt x="6279474" y="597229"/>
                  </a:lnTo>
                  <a:lnTo>
                    <a:pt x="6279599" y="597229"/>
                  </a:lnTo>
                  <a:lnTo>
                    <a:pt x="6279724" y="597229"/>
                  </a:lnTo>
                  <a:lnTo>
                    <a:pt x="6279849" y="597229"/>
                  </a:lnTo>
                  <a:lnTo>
                    <a:pt x="6279974" y="597229"/>
                  </a:lnTo>
                  <a:lnTo>
                    <a:pt x="6280099" y="597229"/>
                  </a:lnTo>
                  <a:lnTo>
                    <a:pt x="6280224" y="597229"/>
                  </a:lnTo>
                  <a:lnTo>
                    <a:pt x="6280349" y="597229"/>
                  </a:lnTo>
                  <a:lnTo>
                    <a:pt x="6280474" y="597229"/>
                  </a:lnTo>
                  <a:lnTo>
                    <a:pt x="6280599" y="597229"/>
                  </a:lnTo>
                  <a:lnTo>
                    <a:pt x="6280724" y="597229"/>
                  </a:lnTo>
                  <a:lnTo>
                    <a:pt x="6280849" y="597229"/>
                  </a:lnTo>
                  <a:lnTo>
                    <a:pt x="6280974" y="597229"/>
                  </a:lnTo>
                  <a:lnTo>
                    <a:pt x="6281099" y="597229"/>
                  </a:lnTo>
                  <a:lnTo>
                    <a:pt x="6281224" y="597229"/>
                  </a:lnTo>
                  <a:lnTo>
                    <a:pt x="6281349" y="597229"/>
                  </a:lnTo>
                  <a:lnTo>
                    <a:pt x="6281474" y="597229"/>
                  </a:lnTo>
                  <a:lnTo>
                    <a:pt x="6281599" y="597229"/>
                  </a:lnTo>
                  <a:lnTo>
                    <a:pt x="6281724" y="597229"/>
                  </a:lnTo>
                  <a:lnTo>
                    <a:pt x="6281849" y="597229"/>
                  </a:lnTo>
                  <a:lnTo>
                    <a:pt x="6281975" y="597229"/>
                  </a:lnTo>
                  <a:lnTo>
                    <a:pt x="6282100" y="597229"/>
                  </a:lnTo>
                  <a:lnTo>
                    <a:pt x="6282225" y="597229"/>
                  </a:lnTo>
                  <a:lnTo>
                    <a:pt x="6282350" y="597229"/>
                  </a:lnTo>
                  <a:lnTo>
                    <a:pt x="6282475" y="597229"/>
                  </a:lnTo>
                  <a:lnTo>
                    <a:pt x="6282600" y="597229"/>
                  </a:lnTo>
                  <a:lnTo>
                    <a:pt x="6282725" y="597229"/>
                  </a:lnTo>
                  <a:lnTo>
                    <a:pt x="6282850" y="597229"/>
                  </a:lnTo>
                  <a:lnTo>
                    <a:pt x="6282975" y="597229"/>
                  </a:lnTo>
                  <a:lnTo>
                    <a:pt x="6283100" y="597229"/>
                  </a:lnTo>
                  <a:lnTo>
                    <a:pt x="6283225" y="597229"/>
                  </a:lnTo>
                  <a:lnTo>
                    <a:pt x="6283350" y="597229"/>
                  </a:lnTo>
                  <a:lnTo>
                    <a:pt x="6283475" y="597229"/>
                  </a:lnTo>
                  <a:lnTo>
                    <a:pt x="6283600" y="597229"/>
                  </a:lnTo>
                  <a:lnTo>
                    <a:pt x="6283725" y="597229"/>
                  </a:lnTo>
                  <a:lnTo>
                    <a:pt x="6283850" y="597229"/>
                  </a:lnTo>
                  <a:lnTo>
                    <a:pt x="6283975" y="597229"/>
                  </a:lnTo>
                  <a:lnTo>
                    <a:pt x="6284100" y="597229"/>
                  </a:lnTo>
                  <a:lnTo>
                    <a:pt x="6284225" y="597229"/>
                  </a:lnTo>
                  <a:lnTo>
                    <a:pt x="6284350" y="597229"/>
                  </a:lnTo>
                  <a:lnTo>
                    <a:pt x="6284475" y="597229"/>
                  </a:lnTo>
                  <a:lnTo>
                    <a:pt x="6284600" y="597229"/>
                  </a:lnTo>
                  <a:lnTo>
                    <a:pt x="6284725" y="597229"/>
                  </a:lnTo>
                  <a:lnTo>
                    <a:pt x="6284850" y="597229"/>
                  </a:lnTo>
                  <a:lnTo>
                    <a:pt x="6284976" y="597229"/>
                  </a:lnTo>
                  <a:lnTo>
                    <a:pt x="6285101" y="597229"/>
                  </a:lnTo>
                  <a:lnTo>
                    <a:pt x="6285226" y="597229"/>
                  </a:lnTo>
                  <a:lnTo>
                    <a:pt x="6285351" y="597229"/>
                  </a:lnTo>
                  <a:lnTo>
                    <a:pt x="6285476" y="597229"/>
                  </a:lnTo>
                  <a:lnTo>
                    <a:pt x="6285601" y="597229"/>
                  </a:lnTo>
                  <a:lnTo>
                    <a:pt x="6285726" y="597229"/>
                  </a:lnTo>
                  <a:lnTo>
                    <a:pt x="6285851" y="597229"/>
                  </a:lnTo>
                  <a:lnTo>
                    <a:pt x="6285976" y="597229"/>
                  </a:lnTo>
                  <a:lnTo>
                    <a:pt x="6286101" y="597229"/>
                  </a:lnTo>
                  <a:lnTo>
                    <a:pt x="6286226" y="597229"/>
                  </a:lnTo>
                  <a:lnTo>
                    <a:pt x="6286226" y="587275"/>
                  </a:lnTo>
                  <a:lnTo>
                    <a:pt x="6286351" y="587275"/>
                  </a:lnTo>
                  <a:lnTo>
                    <a:pt x="6286476" y="587275"/>
                  </a:lnTo>
                  <a:lnTo>
                    <a:pt x="6286601" y="587275"/>
                  </a:lnTo>
                  <a:lnTo>
                    <a:pt x="6286726" y="587275"/>
                  </a:lnTo>
                  <a:lnTo>
                    <a:pt x="6286851" y="587275"/>
                  </a:lnTo>
                  <a:lnTo>
                    <a:pt x="6286976" y="587275"/>
                  </a:lnTo>
                  <a:lnTo>
                    <a:pt x="6287101" y="587275"/>
                  </a:lnTo>
                  <a:lnTo>
                    <a:pt x="6287226" y="587275"/>
                  </a:lnTo>
                  <a:lnTo>
                    <a:pt x="6287351" y="587275"/>
                  </a:lnTo>
                  <a:lnTo>
                    <a:pt x="6287476" y="587275"/>
                  </a:lnTo>
                  <a:lnTo>
                    <a:pt x="6287601" y="587275"/>
                  </a:lnTo>
                  <a:lnTo>
                    <a:pt x="6287726" y="587275"/>
                  </a:lnTo>
                  <a:lnTo>
                    <a:pt x="6287852" y="587275"/>
                  </a:lnTo>
                  <a:lnTo>
                    <a:pt x="6287977" y="587275"/>
                  </a:lnTo>
                  <a:lnTo>
                    <a:pt x="6288102" y="587275"/>
                  </a:lnTo>
                  <a:lnTo>
                    <a:pt x="6288102" y="577321"/>
                  </a:lnTo>
                  <a:lnTo>
                    <a:pt x="6288227" y="577321"/>
                  </a:lnTo>
                  <a:lnTo>
                    <a:pt x="6288352" y="577321"/>
                  </a:lnTo>
                  <a:lnTo>
                    <a:pt x="6288477" y="577321"/>
                  </a:lnTo>
                  <a:lnTo>
                    <a:pt x="6288602" y="577321"/>
                  </a:lnTo>
                  <a:lnTo>
                    <a:pt x="6288727" y="577321"/>
                  </a:lnTo>
                  <a:lnTo>
                    <a:pt x="6288852" y="577321"/>
                  </a:lnTo>
                  <a:lnTo>
                    <a:pt x="6288977" y="577321"/>
                  </a:lnTo>
                  <a:lnTo>
                    <a:pt x="6289102" y="577321"/>
                  </a:lnTo>
                  <a:lnTo>
                    <a:pt x="6289227" y="577321"/>
                  </a:lnTo>
                  <a:lnTo>
                    <a:pt x="6289352" y="577321"/>
                  </a:lnTo>
                  <a:lnTo>
                    <a:pt x="6289477" y="577321"/>
                  </a:lnTo>
                  <a:lnTo>
                    <a:pt x="6289602" y="577321"/>
                  </a:lnTo>
                  <a:lnTo>
                    <a:pt x="6289727" y="577321"/>
                  </a:lnTo>
                  <a:lnTo>
                    <a:pt x="6289852" y="577321"/>
                  </a:lnTo>
                  <a:lnTo>
                    <a:pt x="6289977" y="577321"/>
                  </a:lnTo>
                  <a:lnTo>
                    <a:pt x="6290102" y="577321"/>
                  </a:lnTo>
                  <a:lnTo>
                    <a:pt x="6290227" y="577321"/>
                  </a:lnTo>
                  <a:lnTo>
                    <a:pt x="6290352" y="577321"/>
                  </a:lnTo>
                  <a:lnTo>
                    <a:pt x="6290477" y="577321"/>
                  </a:lnTo>
                  <a:lnTo>
                    <a:pt x="6290602" y="577321"/>
                  </a:lnTo>
                  <a:lnTo>
                    <a:pt x="6290727" y="577321"/>
                  </a:lnTo>
                  <a:lnTo>
                    <a:pt x="6290853" y="577321"/>
                  </a:lnTo>
                  <a:lnTo>
                    <a:pt x="6290978" y="577321"/>
                  </a:lnTo>
                  <a:lnTo>
                    <a:pt x="6291103" y="577321"/>
                  </a:lnTo>
                  <a:lnTo>
                    <a:pt x="6291228" y="577321"/>
                  </a:lnTo>
                  <a:lnTo>
                    <a:pt x="6291353" y="577321"/>
                  </a:lnTo>
                  <a:lnTo>
                    <a:pt x="6291478" y="577321"/>
                  </a:lnTo>
                  <a:lnTo>
                    <a:pt x="6291603" y="577321"/>
                  </a:lnTo>
                  <a:lnTo>
                    <a:pt x="6291728" y="577321"/>
                  </a:lnTo>
                  <a:lnTo>
                    <a:pt x="6291853" y="577321"/>
                  </a:lnTo>
                  <a:lnTo>
                    <a:pt x="6291978" y="577321"/>
                  </a:lnTo>
                  <a:lnTo>
                    <a:pt x="6292103" y="577321"/>
                  </a:lnTo>
                  <a:lnTo>
                    <a:pt x="6292228" y="577321"/>
                  </a:lnTo>
                  <a:lnTo>
                    <a:pt x="6292353" y="577321"/>
                  </a:lnTo>
                  <a:lnTo>
                    <a:pt x="6292478" y="577321"/>
                  </a:lnTo>
                  <a:lnTo>
                    <a:pt x="6292603" y="577321"/>
                  </a:lnTo>
                  <a:lnTo>
                    <a:pt x="6292728" y="577321"/>
                  </a:lnTo>
                  <a:lnTo>
                    <a:pt x="6292853" y="577321"/>
                  </a:lnTo>
                  <a:lnTo>
                    <a:pt x="6292978" y="577321"/>
                  </a:lnTo>
                  <a:lnTo>
                    <a:pt x="6293103" y="577321"/>
                  </a:lnTo>
                  <a:lnTo>
                    <a:pt x="6293228" y="577321"/>
                  </a:lnTo>
                  <a:lnTo>
                    <a:pt x="6293353" y="577321"/>
                  </a:lnTo>
                  <a:lnTo>
                    <a:pt x="6293478" y="577321"/>
                  </a:lnTo>
                  <a:lnTo>
                    <a:pt x="6293603" y="577321"/>
                  </a:lnTo>
                  <a:lnTo>
                    <a:pt x="6293728" y="577321"/>
                  </a:lnTo>
                  <a:lnTo>
                    <a:pt x="6293854" y="577321"/>
                  </a:lnTo>
                  <a:lnTo>
                    <a:pt x="6293979" y="577321"/>
                  </a:lnTo>
                  <a:lnTo>
                    <a:pt x="6294104" y="577321"/>
                  </a:lnTo>
                  <a:lnTo>
                    <a:pt x="6294229" y="577321"/>
                  </a:lnTo>
                  <a:lnTo>
                    <a:pt x="6294354" y="577321"/>
                  </a:lnTo>
                  <a:lnTo>
                    <a:pt x="6294479" y="577321"/>
                  </a:lnTo>
                  <a:lnTo>
                    <a:pt x="6294604" y="577321"/>
                  </a:lnTo>
                  <a:lnTo>
                    <a:pt x="6294729" y="577321"/>
                  </a:lnTo>
                  <a:lnTo>
                    <a:pt x="6294854" y="577321"/>
                  </a:lnTo>
                  <a:lnTo>
                    <a:pt x="6294979" y="577321"/>
                  </a:lnTo>
                  <a:lnTo>
                    <a:pt x="6295104" y="577321"/>
                  </a:lnTo>
                  <a:lnTo>
                    <a:pt x="6295229" y="577321"/>
                  </a:lnTo>
                  <a:lnTo>
                    <a:pt x="6295354" y="577321"/>
                  </a:lnTo>
                  <a:lnTo>
                    <a:pt x="6295479" y="577321"/>
                  </a:lnTo>
                  <a:lnTo>
                    <a:pt x="6295604" y="577321"/>
                  </a:lnTo>
                  <a:lnTo>
                    <a:pt x="6295729" y="577321"/>
                  </a:lnTo>
                  <a:lnTo>
                    <a:pt x="6295854" y="577321"/>
                  </a:lnTo>
                  <a:lnTo>
                    <a:pt x="6295979" y="577321"/>
                  </a:lnTo>
                  <a:lnTo>
                    <a:pt x="6296104" y="577321"/>
                  </a:lnTo>
                  <a:lnTo>
                    <a:pt x="6296229" y="577321"/>
                  </a:lnTo>
                  <a:lnTo>
                    <a:pt x="6296354" y="577321"/>
                  </a:lnTo>
                  <a:lnTo>
                    <a:pt x="6296479" y="577321"/>
                  </a:lnTo>
                  <a:lnTo>
                    <a:pt x="6296604" y="577321"/>
                  </a:lnTo>
                  <a:lnTo>
                    <a:pt x="6296729" y="577321"/>
                  </a:lnTo>
                  <a:lnTo>
                    <a:pt x="6296855" y="577321"/>
                  </a:lnTo>
                  <a:lnTo>
                    <a:pt x="6296980" y="577321"/>
                  </a:lnTo>
                  <a:lnTo>
                    <a:pt x="6297105" y="577321"/>
                  </a:lnTo>
                  <a:lnTo>
                    <a:pt x="6297230" y="577321"/>
                  </a:lnTo>
                  <a:lnTo>
                    <a:pt x="6297355" y="577321"/>
                  </a:lnTo>
                  <a:lnTo>
                    <a:pt x="6297480" y="577321"/>
                  </a:lnTo>
                  <a:lnTo>
                    <a:pt x="6297605" y="577321"/>
                  </a:lnTo>
                  <a:lnTo>
                    <a:pt x="6297730" y="577321"/>
                  </a:lnTo>
                  <a:lnTo>
                    <a:pt x="6297855" y="577321"/>
                  </a:lnTo>
                  <a:lnTo>
                    <a:pt x="6297980" y="577321"/>
                  </a:lnTo>
                  <a:lnTo>
                    <a:pt x="6298105" y="577321"/>
                  </a:lnTo>
                  <a:lnTo>
                    <a:pt x="6298230" y="577321"/>
                  </a:lnTo>
                  <a:lnTo>
                    <a:pt x="6298355" y="577321"/>
                  </a:lnTo>
                  <a:lnTo>
                    <a:pt x="6298480" y="577321"/>
                  </a:lnTo>
                  <a:lnTo>
                    <a:pt x="6298605" y="577321"/>
                  </a:lnTo>
                  <a:lnTo>
                    <a:pt x="6298730" y="577321"/>
                  </a:lnTo>
                  <a:lnTo>
                    <a:pt x="6298855" y="577321"/>
                  </a:lnTo>
                  <a:lnTo>
                    <a:pt x="6298980" y="577321"/>
                  </a:lnTo>
                  <a:lnTo>
                    <a:pt x="6299105" y="577321"/>
                  </a:lnTo>
                  <a:lnTo>
                    <a:pt x="6299230" y="577321"/>
                  </a:lnTo>
                  <a:lnTo>
                    <a:pt x="6299355" y="577321"/>
                  </a:lnTo>
                  <a:lnTo>
                    <a:pt x="6299480" y="577321"/>
                  </a:lnTo>
                  <a:lnTo>
                    <a:pt x="6299605" y="577321"/>
                  </a:lnTo>
                  <a:lnTo>
                    <a:pt x="6299730" y="577321"/>
                  </a:lnTo>
                  <a:lnTo>
                    <a:pt x="6299856" y="577321"/>
                  </a:lnTo>
                  <a:lnTo>
                    <a:pt x="6299981" y="577321"/>
                  </a:lnTo>
                  <a:lnTo>
                    <a:pt x="6300106" y="577321"/>
                  </a:lnTo>
                  <a:lnTo>
                    <a:pt x="6300231" y="577321"/>
                  </a:lnTo>
                  <a:lnTo>
                    <a:pt x="6300356" y="577321"/>
                  </a:lnTo>
                  <a:lnTo>
                    <a:pt x="6300481" y="577321"/>
                  </a:lnTo>
                  <a:lnTo>
                    <a:pt x="6300606" y="577321"/>
                  </a:lnTo>
                  <a:lnTo>
                    <a:pt x="6300731" y="577321"/>
                  </a:lnTo>
                  <a:lnTo>
                    <a:pt x="6300856" y="577321"/>
                  </a:lnTo>
                  <a:lnTo>
                    <a:pt x="6300981" y="577321"/>
                  </a:lnTo>
                  <a:lnTo>
                    <a:pt x="6301106" y="577321"/>
                  </a:lnTo>
                  <a:lnTo>
                    <a:pt x="6301231" y="577321"/>
                  </a:lnTo>
                  <a:lnTo>
                    <a:pt x="6301356" y="577321"/>
                  </a:lnTo>
                  <a:lnTo>
                    <a:pt x="6301481" y="577321"/>
                  </a:lnTo>
                  <a:lnTo>
                    <a:pt x="6301606" y="577321"/>
                  </a:lnTo>
                  <a:lnTo>
                    <a:pt x="6301731" y="577321"/>
                  </a:lnTo>
                  <a:lnTo>
                    <a:pt x="6301856" y="577321"/>
                  </a:lnTo>
                  <a:lnTo>
                    <a:pt x="6301981" y="577321"/>
                  </a:lnTo>
                  <a:lnTo>
                    <a:pt x="6302106" y="577321"/>
                  </a:lnTo>
                  <a:lnTo>
                    <a:pt x="6302231" y="577321"/>
                  </a:lnTo>
                  <a:lnTo>
                    <a:pt x="6302356" y="577321"/>
                  </a:lnTo>
                  <a:lnTo>
                    <a:pt x="6302481" y="577321"/>
                  </a:lnTo>
                  <a:lnTo>
                    <a:pt x="6302606" y="577321"/>
                  </a:lnTo>
                  <a:lnTo>
                    <a:pt x="6302731" y="577321"/>
                  </a:lnTo>
                  <a:lnTo>
                    <a:pt x="6302857" y="577321"/>
                  </a:lnTo>
                  <a:lnTo>
                    <a:pt x="6302982" y="577321"/>
                  </a:lnTo>
                  <a:lnTo>
                    <a:pt x="6303107" y="577321"/>
                  </a:lnTo>
                  <a:lnTo>
                    <a:pt x="6303232" y="577321"/>
                  </a:lnTo>
                  <a:lnTo>
                    <a:pt x="6303357" y="577321"/>
                  </a:lnTo>
                  <a:lnTo>
                    <a:pt x="6303482" y="577321"/>
                  </a:lnTo>
                  <a:lnTo>
                    <a:pt x="6303607" y="577321"/>
                  </a:lnTo>
                  <a:lnTo>
                    <a:pt x="6303732" y="577321"/>
                  </a:lnTo>
                  <a:lnTo>
                    <a:pt x="6303857" y="577321"/>
                  </a:lnTo>
                  <a:lnTo>
                    <a:pt x="6303982" y="577321"/>
                  </a:lnTo>
                  <a:lnTo>
                    <a:pt x="6304107" y="577321"/>
                  </a:lnTo>
                  <a:lnTo>
                    <a:pt x="6304232" y="577321"/>
                  </a:lnTo>
                  <a:lnTo>
                    <a:pt x="6304357" y="577321"/>
                  </a:lnTo>
                  <a:lnTo>
                    <a:pt x="6304482" y="577321"/>
                  </a:lnTo>
                  <a:lnTo>
                    <a:pt x="6304607" y="577321"/>
                  </a:lnTo>
                  <a:lnTo>
                    <a:pt x="6304732" y="577321"/>
                  </a:lnTo>
                  <a:lnTo>
                    <a:pt x="6304857" y="577321"/>
                  </a:lnTo>
                  <a:lnTo>
                    <a:pt x="6304982" y="577321"/>
                  </a:lnTo>
                  <a:lnTo>
                    <a:pt x="6305107" y="577321"/>
                  </a:lnTo>
                  <a:lnTo>
                    <a:pt x="6305232" y="577321"/>
                  </a:lnTo>
                  <a:lnTo>
                    <a:pt x="6305357" y="577321"/>
                  </a:lnTo>
                  <a:lnTo>
                    <a:pt x="6305482" y="577321"/>
                  </a:lnTo>
                  <a:lnTo>
                    <a:pt x="6305607" y="577321"/>
                  </a:lnTo>
                  <a:lnTo>
                    <a:pt x="6305732" y="577321"/>
                  </a:lnTo>
                  <a:lnTo>
                    <a:pt x="6305858" y="577321"/>
                  </a:lnTo>
                  <a:lnTo>
                    <a:pt x="6305983" y="577321"/>
                  </a:lnTo>
                  <a:lnTo>
                    <a:pt x="6306108" y="577321"/>
                  </a:lnTo>
                  <a:lnTo>
                    <a:pt x="6306233" y="577321"/>
                  </a:lnTo>
                  <a:lnTo>
                    <a:pt x="6306358" y="577321"/>
                  </a:lnTo>
                  <a:lnTo>
                    <a:pt x="6306483" y="577321"/>
                  </a:lnTo>
                  <a:lnTo>
                    <a:pt x="6306608" y="577321"/>
                  </a:lnTo>
                  <a:lnTo>
                    <a:pt x="6306733" y="577321"/>
                  </a:lnTo>
                  <a:lnTo>
                    <a:pt x="6306858" y="577321"/>
                  </a:lnTo>
                  <a:lnTo>
                    <a:pt x="6306983" y="577321"/>
                  </a:lnTo>
                  <a:lnTo>
                    <a:pt x="6307108" y="577321"/>
                  </a:lnTo>
                  <a:lnTo>
                    <a:pt x="6307233" y="577321"/>
                  </a:lnTo>
                  <a:lnTo>
                    <a:pt x="6307358" y="577321"/>
                  </a:lnTo>
                  <a:lnTo>
                    <a:pt x="6307483" y="577321"/>
                  </a:lnTo>
                  <a:lnTo>
                    <a:pt x="6307608" y="577321"/>
                  </a:lnTo>
                  <a:lnTo>
                    <a:pt x="6307733" y="577321"/>
                  </a:lnTo>
                  <a:lnTo>
                    <a:pt x="6307858" y="577321"/>
                  </a:lnTo>
                  <a:lnTo>
                    <a:pt x="6307983" y="577321"/>
                  </a:lnTo>
                  <a:lnTo>
                    <a:pt x="6308108" y="577321"/>
                  </a:lnTo>
                  <a:lnTo>
                    <a:pt x="6308233" y="577321"/>
                  </a:lnTo>
                  <a:lnTo>
                    <a:pt x="6308358" y="577321"/>
                  </a:lnTo>
                  <a:lnTo>
                    <a:pt x="6308483" y="577321"/>
                  </a:lnTo>
                  <a:lnTo>
                    <a:pt x="6308608" y="577321"/>
                  </a:lnTo>
                  <a:lnTo>
                    <a:pt x="6308733" y="577321"/>
                  </a:lnTo>
                  <a:lnTo>
                    <a:pt x="6308859" y="577321"/>
                  </a:lnTo>
                  <a:lnTo>
                    <a:pt x="6308984" y="577321"/>
                  </a:lnTo>
                  <a:lnTo>
                    <a:pt x="6309109" y="577321"/>
                  </a:lnTo>
                  <a:lnTo>
                    <a:pt x="6309234" y="577321"/>
                  </a:lnTo>
                  <a:lnTo>
                    <a:pt x="6309359" y="577321"/>
                  </a:lnTo>
                  <a:lnTo>
                    <a:pt x="6309484" y="577321"/>
                  </a:lnTo>
                  <a:lnTo>
                    <a:pt x="6309609" y="577321"/>
                  </a:lnTo>
                  <a:lnTo>
                    <a:pt x="6309734" y="577321"/>
                  </a:lnTo>
                  <a:lnTo>
                    <a:pt x="6309859" y="577321"/>
                  </a:lnTo>
                  <a:lnTo>
                    <a:pt x="6309984" y="577321"/>
                  </a:lnTo>
                  <a:lnTo>
                    <a:pt x="6310109" y="577321"/>
                  </a:lnTo>
                  <a:lnTo>
                    <a:pt x="6310234" y="577321"/>
                  </a:lnTo>
                  <a:lnTo>
                    <a:pt x="6310359" y="577321"/>
                  </a:lnTo>
                  <a:lnTo>
                    <a:pt x="6310484" y="577321"/>
                  </a:lnTo>
                  <a:lnTo>
                    <a:pt x="6310609" y="577321"/>
                  </a:lnTo>
                  <a:lnTo>
                    <a:pt x="6310734" y="577321"/>
                  </a:lnTo>
                  <a:lnTo>
                    <a:pt x="6310859" y="577321"/>
                  </a:lnTo>
                  <a:lnTo>
                    <a:pt x="6310984" y="577321"/>
                  </a:lnTo>
                  <a:lnTo>
                    <a:pt x="6311109" y="577321"/>
                  </a:lnTo>
                  <a:lnTo>
                    <a:pt x="6311234" y="577321"/>
                  </a:lnTo>
                  <a:lnTo>
                    <a:pt x="6311359" y="577321"/>
                  </a:lnTo>
                  <a:lnTo>
                    <a:pt x="6311484" y="577321"/>
                  </a:lnTo>
                  <a:lnTo>
                    <a:pt x="6311609" y="577321"/>
                  </a:lnTo>
                  <a:lnTo>
                    <a:pt x="6311734" y="577321"/>
                  </a:lnTo>
                  <a:lnTo>
                    <a:pt x="6311860" y="577321"/>
                  </a:lnTo>
                  <a:lnTo>
                    <a:pt x="6311985" y="577321"/>
                  </a:lnTo>
                  <a:lnTo>
                    <a:pt x="6312110" y="577321"/>
                  </a:lnTo>
                  <a:lnTo>
                    <a:pt x="6312235" y="577321"/>
                  </a:lnTo>
                  <a:lnTo>
                    <a:pt x="6312360" y="577321"/>
                  </a:lnTo>
                  <a:lnTo>
                    <a:pt x="6312485" y="577321"/>
                  </a:lnTo>
                  <a:lnTo>
                    <a:pt x="6312610" y="577321"/>
                  </a:lnTo>
                  <a:lnTo>
                    <a:pt x="6312735" y="577321"/>
                  </a:lnTo>
                  <a:lnTo>
                    <a:pt x="6312860" y="577321"/>
                  </a:lnTo>
                  <a:lnTo>
                    <a:pt x="6312985" y="577321"/>
                  </a:lnTo>
                  <a:lnTo>
                    <a:pt x="6312985" y="567367"/>
                  </a:lnTo>
                  <a:lnTo>
                    <a:pt x="6313110" y="567367"/>
                  </a:lnTo>
                  <a:lnTo>
                    <a:pt x="6313235" y="567367"/>
                  </a:lnTo>
                  <a:lnTo>
                    <a:pt x="6313360" y="567367"/>
                  </a:lnTo>
                  <a:lnTo>
                    <a:pt x="6313485" y="567367"/>
                  </a:lnTo>
                  <a:lnTo>
                    <a:pt x="6313485" y="557414"/>
                  </a:lnTo>
                  <a:lnTo>
                    <a:pt x="6313610" y="557414"/>
                  </a:lnTo>
                  <a:lnTo>
                    <a:pt x="6313735" y="557414"/>
                  </a:lnTo>
                  <a:lnTo>
                    <a:pt x="6313860" y="557414"/>
                  </a:lnTo>
                  <a:lnTo>
                    <a:pt x="6313985" y="557414"/>
                  </a:lnTo>
                  <a:lnTo>
                    <a:pt x="6314110" y="557414"/>
                  </a:lnTo>
                  <a:lnTo>
                    <a:pt x="6314235" y="557414"/>
                  </a:lnTo>
                  <a:lnTo>
                    <a:pt x="6314360" y="557414"/>
                  </a:lnTo>
                  <a:lnTo>
                    <a:pt x="6314485" y="557414"/>
                  </a:lnTo>
                  <a:lnTo>
                    <a:pt x="6314610" y="557414"/>
                  </a:lnTo>
                  <a:lnTo>
                    <a:pt x="6314735" y="557414"/>
                  </a:lnTo>
                  <a:lnTo>
                    <a:pt x="6314861" y="557414"/>
                  </a:lnTo>
                  <a:lnTo>
                    <a:pt x="6314986" y="557414"/>
                  </a:lnTo>
                  <a:lnTo>
                    <a:pt x="6315111" y="557414"/>
                  </a:lnTo>
                  <a:lnTo>
                    <a:pt x="6315236" y="557414"/>
                  </a:lnTo>
                  <a:lnTo>
                    <a:pt x="6315361" y="557414"/>
                  </a:lnTo>
                  <a:lnTo>
                    <a:pt x="6315486" y="557414"/>
                  </a:lnTo>
                  <a:lnTo>
                    <a:pt x="6315611" y="557414"/>
                  </a:lnTo>
                  <a:lnTo>
                    <a:pt x="6315736" y="557414"/>
                  </a:lnTo>
                  <a:lnTo>
                    <a:pt x="6315861" y="557414"/>
                  </a:lnTo>
                  <a:lnTo>
                    <a:pt x="6315986" y="557414"/>
                  </a:lnTo>
                  <a:lnTo>
                    <a:pt x="6316111" y="557414"/>
                  </a:lnTo>
                  <a:lnTo>
                    <a:pt x="6316236" y="557414"/>
                  </a:lnTo>
                  <a:lnTo>
                    <a:pt x="6316361" y="557414"/>
                  </a:lnTo>
                  <a:lnTo>
                    <a:pt x="6316486" y="557414"/>
                  </a:lnTo>
                  <a:lnTo>
                    <a:pt x="6316611" y="557414"/>
                  </a:lnTo>
                  <a:lnTo>
                    <a:pt x="6316736" y="557414"/>
                  </a:lnTo>
                  <a:lnTo>
                    <a:pt x="6316861" y="557414"/>
                  </a:lnTo>
                  <a:lnTo>
                    <a:pt x="6316986" y="557414"/>
                  </a:lnTo>
                  <a:lnTo>
                    <a:pt x="6317111" y="557414"/>
                  </a:lnTo>
                  <a:lnTo>
                    <a:pt x="6317236" y="557414"/>
                  </a:lnTo>
                  <a:lnTo>
                    <a:pt x="6317361" y="557414"/>
                  </a:lnTo>
                  <a:lnTo>
                    <a:pt x="6317486" y="557414"/>
                  </a:lnTo>
                  <a:lnTo>
                    <a:pt x="6317611" y="557414"/>
                  </a:lnTo>
                  <a:lnTo>
                    <a:pt x="6317736" y="557414"/>
                  </a:lnTo>
                  <a:lnTo>
                    <a:pt x="6317862" y="557414"/>
                  </a:lnTo>
                  <a:lnTo>
                    <a:pt x="6317987" y="557414"/>
                  </a:lnTo>
                  <a:lnTo>
                    <a:pt x="6318112" y="557414"/>
                  </a:lnTo>
                  <a:lnTo>
                    <a:pt x="6318237" y="557414"/>
                  </a:lnTo>
                  <a:lnTo>
                    <a:pt x="6318362" y="557414"/>
                  </a:lnTo>
                  <a:lnTo>
                    <a:pt x="6318487" y="557414"/>
                  </a:lnTo>
                  <a:lnTo>
                    <a:pt x="6318612" y="557414"/>
                  </a:lnTo>
                  <a:lnTo>
                    <a:pt x="6318737" y="557414"/>
                  </a:lnTo>
                  <a:lnTo>
                    <a:pt x="6318862" y="557414"/>
                  </a:lnTo>
                  <a:lnTo>
                    <a:pt x="6318987" y="557414"/>
                  </a:lnTo>
                  <a:lnTo>
                    <a:pt x="6319112" y="557414"/>
                  </a:lnTo>
                  <a:lnTo>
                    <a:pt x="6319237" y="557414"/>
                  </a:lnTo>
                  <a:lnTo>
                    <a:pt x="6319362" y="557414"/>
                  </a:lnTo>
                  <a:lnTo>
                    <a:pt x="6319487" y="557414"/>
                  </a:lnTo>
                  <a:lnTo>
                    <a:pt x="6319612" y="557414"/>
                  </a:lnTo>
                  <a:lnTo>
                    <a:pt x="6319737" y="557414"/>
                  </a:lnTo>
                  <a:lnTo>
                    <a:pt x="6319862" y="557414"/>
                  </a:lnTo>
                  <a:lnTo>
                    <a:pt x="6319987" y="557414"/>
                  </a:lnTo>
                  <a:lnTo>
                    <a:pt x="6320112" y="557414"/>
                  </a:lnTo>
                  <a:lnTo>
                    <a:pt x="6320237" y="557414"/>
                  </a:lnTo>
                  <a:lnTo>
                    <a:pt x="6320362" y="557414"/>
                  </a:lnTo>
                  <a:lnTo>
                    <a:pt x="6320487" y="557414"/>
                  </a:lnTo>
                  <a:lnTo>
                    <a:pt x="6320612" y="557414"/>
                  </a:lnTo>
                  <a:lnTo>
                    <a:pt x="6320737" y="557414"/>
                  </a:lnTo>
                  <a:lnTo>
                    <a:pt x="6320863" y="557414"/>
                  </a:lnTo>
                  <a:lnTo>
                    <a:pt x="6320988" y="557414"/>
                  </a:lnTo>
                  <a:lnTo>
                    <a:pt x="6321113" y="557414"/>
                  </a:lnTo>
                  <a:lnTo>
                    <a:pt x="6321238" y="557414"/>
                  </a:lnTo>
                  <a:lnTo>
                    <a:pt x="6321363" y="557414"/>
                  </a:lnTo>
                  <a:lnTo>
                    <a:pt x="6321488" y="557414"/>
                  </a:lnTo>
                  <a:lnTo>
                    <a:pt x="6321613" y="557414"/>
                  </a:lnTo>
                  <a:lnTo>
                    <a:pt x="6321738" y="557414"/>
                  </a:lnTo>
                  <a:lnTo>
                    <a:pt x="6321863" y="557414"/>
                  </a:lnTo>
                  <a:lnTo>
                    <a:pt x="6321988" y="557414"/>
                  </a:lnTo>
                  <a:lnTo>
                    <a:pt x="6322113" y="557414"/>
                  </a:lnTo>
                  <a:lnTo>
                    <a:pt x="6322238" y="557414"/>
                  </a:lnTo>
                  <a:lnTo>
                    <a:pt x="6322363" y="557414"/>
                  </a:lnTo>
                  <a:lnTo>
                    <a:pt x="6322488" y="557414"/>
                  </a:lnTo>
                  <a:lnTo>
                    <a:pt x="6322613" y="557414"/>
                  </a:lnTo>
                  <a:lnTo>
                    <a:pt x="6322738" y="557414"/>
                  </a:lnTo>
                  <a:lnTo>
                    <a:pt x="6322863" y="557414"/>
                  </a:lnTo>
                  <a:lnTo>
                    <a:pt x="6322988" y="557414"/>
                  </a:lnTo>
                  <a:lnTo>
                    <a:pt x="6323113" y="557414"/>
                  </a:lnTo>
                  <a:lnTo>
                    <a:pt x="6323238" y="557414"/>
                  </a:lnTo>
                  <a:lnTo>
                    <a:pt x="6323363" y="557414"/>
                  </a:lnTo>
                  <a:lnTo>
                    <a:pt x="6323488" y="557414"/>
                  </a:lnTo>
                  <a:lnTo>
                    <a:pt x="6323613" y="557414"/>
                  </a:lnTo>
                  <a:lnTo>
                    <a:pt x="6323738" y="557414"/>
                  </a:lnTo>
                  <a:lnTo>
                    <a:pt x="6323864" y="557414"/>
                  </a:lnTo>
                  <a:lnTo>
                    <a:pt x="6323989" y="557414"/>
                  </a:lnTo>
                  <a:lnTo>
                    <a:pt x="6324114" y="557414"/>
                  </a:lnTo>
                  <a:lnTo>
                    <a:pt x="6324239" y="557414"/>
                  </a:lnTo>
                  <a:lnTo>
                    <a:pt x="6324364" y="557414"/>
                  </a:lnTo>
                  <a:lnTo>
                    <a:pt x="6324489" y="557414"/>
                  </a:lnTo>
                  <a:lnTo>
                    <a:pt x="6324614" y="557414"/>
                  </a:lnTo>
                  <a:lnTo>
                    <a:pt x="6324739" y="557414"/>
                  </a:lnTo>
                  <a:lnTo>
                    <a:pt x="6324864" y="557414"/>
                  </a:lnTo>
                  <a:lnTo>
                    <a:pt x="6324989" y="557414"/>
                  </a:lnTo>
                  <a:lnTo>
                    <a:pt x="6325114" y="557414"/>
                  </a:lnTo>
                  <a:lnTo>
                    <a:pt x="6325239" y="557414"/>
                  </a:lnTo>
                  <a:lnTo>
                    <a:pt x="6325364" y="557414"/>
                  </a:lnTo>
                  <a:lnTo>
                    <a:pt x="6325489" y="557414"/>
                  </a:lnTo>
                  <a:lnTo>
                    <a:pt x="6325614" y="557414"/>
                  </a:lnTo>
                  <a:lnTo>
                    <a:pt x="6325739" y="557414"/>
                  </a:lnTo>
                  <a:lnTo>
                    <a:pt x="6325864" y="557414"/>
                  </a:lnTo>
                  <a:lnTo>
                    <a:pt x="6325989" y="557414"/>
                  </a:lnTo>
                  <a:lnTo>
                    <a:pt x="6326114" y="557414"/>
                  </a:lnTo>
                  <a:lnTo>
                    <a:pt x="6326239" y="557414"/>
                  </a:lnTo>
                  <a:lnTo>
                    <a:pt x="6326364" y="557414"/>
                  </a:lnTo>
                  <a:lnTo>
                    <a:pt x="6326489" y="557414"/>
                  </a:lnTo>
                  <a:lnTo>
                    <a:pt x="6326614" y="557414"/>
                  </a:lnTo>
                  <a:lnTo>
                    <a:pt x="6326740" y="557414"/>
                  </a:lnTo>
                  <a:lnTo>
                    <a:pt x="6326865" y="557414"/>
                  </a:lnTo>
                  <a:lnTo>
                    <a:pt x="6326990" y="557414"/>
                  </a:lnTo>
                  <a:lnTo>
                    <a:pt x="6327115" y="557414"/>
                  </a:lnTo>
                  <a:lnTo>
                    <a:pt x="6327240" y="557414"/>
                  </a:lnTo>
                  <a:lnTo>
                    <a:pt x="6327365" y="557414"/>
                  </a:lnTo>
                  <a:lnTo>
                    <a:pt x="6327490" y="557414"/>
                  </a:lnTo>
                  <a:lnTo>
                    <a:pt x="6327615" y="557414"/>
                  </a:lnTo>
                  <a:lnTo>
                    <a:pt x="6327740" y="557414"/>
                  </a:lnTo>
                  <a:lnTo>
                    <a:pt x="6327865" y="557414"/>
                  </a:lnTo>
                  <a:lnTo>
                    <a:pt x="6327990" y="557414"/>
                  </a:lnTo>
                  <a:lnTo>
                    <a:pt x="6328115" y="557414"/>
                  </a:lnTo>
                  <a:lnTo>
                    <a:pt x="6328240" y="557414"/>
                  </a:lnTo>
                  <a:lnTo>
                    <a:pt x="6328365" y="557414"/>
                  </a:lnTo>
                  <a:lnTo>
                    <a:pt x="6328490" y="557414"/>
                  </a:lnTo>
                  <a:lnTo>
                    <a:pt x="6328615" y="557414"/>
                  </a:lnTo>
                  <a:lnTo>
                    <a:pt x="6328740" y="557414"/>
                  </a:lnTo>
                  <a:lnTo>
                    <a:pt x="6328865" y="557414"/>
                  </a:lnTo>
                  <a:lnTo>
                    <a:pt x="6328990" y="557414"/>
                  </a:lnTo>
                  <a:lnTo>
                    <a:pt x="6329115" y="557414"/>
                  </a:lnTo>
                  <a:lnTo>
                    <a:pt x="6329240" y="557414"/>
                  </a:lnTo>
                  <a:lnTo>
                    <a:pt x="6329365" y="557414"/>
                  </a:lnTo>
                  <a:lnTo>
                    <a:pt x="6329490" y="557414"/>
                  </a:lnTo>
                  <a:lnTo>
                    <a:pt x="6329615" y="557414"/>
                  </a:lnTo>
                  <a:lnTo>
                    <a:pt x="6329741" y="557414"/>
                  </a:lnTo>
                  <a:lnTo>
                    <a:pt x="6329866" y="557414"/>
                  </a:lnTo>
                  <a:lnTo>
                    <a:pt x="6329991" y="557414"/>
                  </a:lnTo>
                  <a:lnTo>
                    <a:pt x="6330116" y="557414"/>
                  </a:lnTo>
                  <a:lnTo>
                    <a:pt x="6330241" y="557414"/>
                  </a:lnTo>
                  <a:lnTo>
                    <a:pt x="6330366" y="557414"/>
                  </a:lnTo>
                  <a:lnTo>
                    <a:pt x="6330491" y="557414"/>
                  </a:lnTo>
                  <a:lnTo>
                    <a:pt x="6330616" y="557414"/>
                  </a:lnTo>
                  <a:lnTo>
                    <a:pt x="6330741" y="557414"/>
                  </a:lnTo>
                  <a:lnTo>
                    <a:pt x="6330866" y="557414"/>
                  </a:lnTo>
                  <a:lnTo>
                    <a:pt x="6330991" y="557414"/>
                  </a:lnTo>
                  <a:lnTo>
                    <a:pt x="6331116" y="557414"/>
                  </a:lnTo>
                  <a:lnTo>
                    <a:pt x="6331241" y="557414"/>
                  </a:lnTo>
                  <a:lnTo>
                    <a:pt x="6331366" y="557414"/>
                  </a:lnTo>
                  <a:lnTo>
                    <a:pt x="6331491" y="557414"/>
                  </a:lnTo>
                  <a:lnTo>
                    <a:pt x="6331616" y="557414"/>
                  </a:lnTo>
                  <a:lnTo>
                    <a:pt x="6331741" y="557414"/>
                  </a:lnTo>
                  <a:lnTo>
                    <a:pt x="6331866" y="557414"/>
                  </a:lnTo>
                  <a:lnTo>
                    <a:pt x="6331991" y="557414"/>
                  </a:lnTo>
                  <a:lnTo>
                    <a:pt x="6332116" y="557414"/>
                  </a:lnTo>
                  <a:lnTo>
                    <a:pt x="6332241" y="557414"/>
                  </a:lnTo>
                  <a:lnTo>
                    <a:pt x="6332366" y="557414"/>
                  </a:lnTo>
                  <a:lnTo>
                    <a:pt x="6332491" y="557414"/>
                  </a:lnTo>
                  <a:lnTo>
                    <a:pt x="6332616" y="557414"/>
                  </a:lnTo>
                  <a:lnTo>
                    <a:pt x="6332742" y="557414"/>
                  </a:lnTo>
                  <a:lnTo>
                    <a:pt x="6332867" y="557414"/>
                  </a:lnTo>
                  <a:lnTo>
                    <a:pt x="6332992" y="557414"/>
                  </a:lnTo>
                  <a:lnTo>
                    <a:pt x="6333117" y="557414"/>
                  </a:lnTo>
                  <a:lnTo>
                    <a:pt x="6333242" y="557414"/>
                  </a:lnTo>
                  <a:lnTo>
                    <a:pt x="6333367" y="557414"/>
                  </a:lnTo>
                  <a:lnTo>
                    <a:pt x="6333492" y="557414"/>
                  </a:lnTo>
                  <a:lnTo>
                    <a:pt x="6333617" y="557414"/>
                  </a:lnTo>
                  <a:lnTo>
                    <a:pt x="6333742" y="557414"/>
                  </a:lnTo>
                  <a:lnTo>
                    <a:pt x="6333867" y="557414"/>
                  </a:lnTo>
                  <a:lnTo>
                    <a:pt x="6333992" y="557414"/>
                  </a:lnTo>
                  <a:lnTo>
                    <a:pt x="6334117" y="557414"/>
                  </a:lnTo>
                  <a:lnTo>
                    <a:pt x="6334242" y="557414"/>
                  </a:lnTo>
                  <a:lnTo>
                    <a:pt x="6334367" y="557414"/>
                  </a:lnTo>
                  <a:lnTo>
                    <a:pt x="6334492" y="557414"/>
                  </a:lnTo>
                  <a:lnTo>
                    <a:pt x="6334617" y="557414"/>
                  </a:lnTo>
                  <a:lnTo>
                    <a:pt x="6334742" y="557414"/>
                  </a:lnTo>
                  <a:lnTo>
                    <a:pt x="6334867" y="557414"/>
                  </a:lnTo>
                  <a:lnTo>
                    <a:pt x="6334992" y="557414"/>
                  </a:lnTo>
                  <a:lnTo>
                    <a:pt x="6335117" y="557414"/>
                  </a:lnTo>
                  <a:lnTo>
                    <a:pt x="6335242" y="557414"/>
                  </a:lnTo>
                  <a:lnTo>
                    <a:pt x="6335367" y="557414"/>
                  </a:lnTo>
                  <a:lnTo>
                    <a:pt x="6335492" y="557414"/>
                  </a:lnTo>
                  <a:lnTo>
                    <a:pt x="6335617" y="557414"/>
                  </a:lnTo>
                  <a:lnTo>
                    <a:pt x="6335743" y="557414"/>
                  </a:lnTo>
                  <a:lnTo>
                    <a:pt x="6335868" y="557414"/>
                  </a:lnTo>
                  <a:lnTo>
                    <a:pt x="6335993" y="557414"/>
                  </a:lnTo>
                  <a:lnTo>
                    <a:pt x="6336118" y="557414"/>
                  </a:lnTo>
                  <a:lnTo>
                    <a:pt x="6336243" y="557414"/>
                  </a:lnTo>
                  <a:lnTo>
                    <a:pt x="6336368" y="557414"/>
                  </a:lnTo>
                  <a:lnTo>
                    <a:pt x="6336493" y="557414"/>
                  </a:lnTo>
                  <a:lnTo>
                    <a:pt x="6336618" y="557414"/>
                  </a:lnTo>
                  <a:lnTo>
                    <a:pt x="6336743" y="557414"/>
                  </a:lnTo>
                  <a:lnTo>
                    <a:pt x="6336868" y="557414"/>
                  </a:lnTo>
                  <a:lnTo>
                    <a:pt x="6336993" y="557414"/>
                  </a:lnTo>
                  <a:lnTo>
                    <a:pt x="6337118" y="557414"/>
                  </a:lnTo>
                  <a:lnTo>
                    <a:pt x="6337243" y="557414"/>
                  </a:lnTo>
                  <a:lnTo>
                    <a:pt x="6337368" y="557414"/>
                  </a:lnTo>
                  <a:lnTo>
                    <a:pt x="6337493" y="557414"/>
                  </a:lnTo>
                  <a:lnTo>
                    <a:pt x="6337618" y="557414"/>
                  </a:lnTo>
                  <a:lnTo>
                    <a:pt x="6337743" y="557414"/>
                  </a:lnTo>
                  <a:lnTo>
                    <a:pt x="6337868" y="557414"/>
                  </a:lnTo>
                  <a:lnTo>
                    <a:pt x="6337993" y="557414"/>
                  </a:lnTo>
                  <a:lnTo>
                    <a:pt x="6338118" y="557414"/>
                  </a:lnTo>
                  <a:lnTo>
                    <a:pt x="6338243" y="557414"/>
                  </a:lnTo>
                  <a:lnTo>
                    <a:pt x="6338368" y="557414"/>
                  </a:lnTo>
                  <a:lnTo>
                    <a:pt x="6338493" y="557414"/>
                  </a:lnTo>
                  <a:lnTo>
                    <a:pt x="6338618" y="557414"/>
                  </a:lnTo>
                  <a:lnTo>
                    <a:pt x="6338744" y="557414"/>
                  </a:lnTo>
                  <a:lnTo>
                    <a:pt x="6338869" y="557414"/>
                  </a:lnTo>
                  <a:lnTo>
                    <a:pt x="6338994" y="557414"/>
                  </a:lnTo>
                  <a:lnTo>
                    <a:pt x="6339119" y="557414"/>
                  </a:lnTo>
                  <a:lnTo>
                    <a:pt x="6339244" y="557414"/>
                  </a:lnTo>
                  <a:lnTo>
                    <a:pt x="6339369" y="557414"/>
                  </a:lnTo>
                  <a:lnTo>
                    <a:pt x="6339494" y="557414"/>
                  </a:lnTo>
                  <a:lnTo>
                    <a:pt x="6339619" y="557414"/>
                  </a:lnTo>
                  <a:lnTo>
                    <a:pt x="6339744" y="557414"/>
                  </a:lnTo>
                  <a:lnTo>
                    <a:pt x="6339869" y="557414"/>
                  </a:lnTo>
                  <a:lnTo>
                    <a:pt x="6339994" y="557414"/>
                  </a:lnTo>
                  <a:lnTo>
                    <a:pt x="6340119" y="557414"/>
                  </a:lnTo>
                  <a:lnTo>
                    <a:pt x="6340244" y="557414"/>
                  </a:lnTo>
                  <a:lnTo>
                    <a:pt x="6340369" y="557414"/>
                  </a:lnTo>
                  <a:lnTo>
                    <a:pt x="6340494" y="557414"/>
                  </a:lnTo>
                  <a:lnTo>
                    <a:pt x="6340619" y="557414"/>
                  </a:lnTo>
                  <a:lnTo>
                    <a:pt x="6340744" y="557414"/>
                  </a:lnTo>
                  <a:lnTo>
                    <a:pt x="6340869" y="557414"/>
                  </a:lnTo>
                  <a:lnTo>
                    <a:pt x="6340994" y="557414"/>
                  </a:lnTo>
                  <a:lnTo>
                    <a:pt x="6341119" y="557414"/>
                  </a:lnTo>
                  <a:lnTo>
                    <a:pt x="6341244" y="557414"/>
                  </a:lnTo>
                  <a:lnTo>
                    <a:pt x="6341369" y="557414"/>
                  </a:lnTo>
                  <a:lnTo>
                    <a:pt x="6341494" y="557414"/>
                  </a:lnTo>
                  <a:lnTo>
                    <a:pt x="6341619" y="557414"/>
                  </a:lnTo>
                  <a:lnTo>
                    <a:pt x="6341745" y="557414"/>
                  </a:lnTo>
                  <a:lnTo>
                    <a:pt x="6341870" y="557414"/>
                  </a:lnTo>
                  <a:lnTo>
                    <a:pt x="6341995" y="557414"/>
                  </a:lnTo>
                  <a:lnTo>
                    <a:pt x="6342120" y="557414"/>
                  </a:lnTo>
                  <a:lnTo>
                    <a:pt x="6342245" y="557414"/>
                  </a:lnTo>
                  <a:lnTo>
                    <a:pt x="6342370" y="557414"/>
                  </a:lnTo>
                  <a:lnTo>
                    <a:pt x="6342495" y="557414"/>
                  </a:lnTo>
                  <a:lnTo>
                    <a:pt x="6342620" y="557414"/>
                  </a:lnTo>
                  <a:lnTo>
                    <a:pt x="6342745" y="557414"/>
                  </a:lnTo>
                  <a:lnTo>
                    <a:pt x="6342870" y="557414"/>
                  </a:lnTo>
                  <a:lnTo>
                    <a:pt x="6342995" y="557414"/>
                  </a:lnTo>
                  <a:lnTo>
                    <a:pt x="6343120" y="557414"/>
                  </a:lnTo>
                  <a:lnTo>
                    <a:pt x="6343245" y="557414"/>
                  </a:lnTo>
                  <a:lnTo>
                    <a:pt x="6343370" y="557414"/>
                  </a:lnTo>
                  <a:lnTo>
                    <a:pt x="6343495" y="557414"/>
                  </a:lnTo>
                  <a:lnTo>
                    <a:pt x="6343620" y="557414"/>
                  </a:lnTo>
                  <a:lnTo>
                    <a:pt x="6343745" y="557414"/>
                  </a:lnTo>
                  <a:lnTo>
                    <a:pt x="6343870" y="557414"/>
                  </a:lnTo>
                  <a:lnTo>
                    <a:pt x="6343995" y="557414"/>
                  </a:lnTo>
                  <a:lnTo>
                    <a:pt x="6344120" y="557414"/>
                  </a:lnTo>
                  <a:lnTo>
                    <a:pt x="6344245" y="557414"/>
                  </a:lnTo>
                  <a:lnTo>
                    <a:pt x="6344370" y="557414"/>
                  </a:lnTo>
                  <a:lnTo>
                    <a:pt x="6344495" y="557414"/>
                  </a:lnTo>
                  <a:lnTo>
                    <a:pt x="6344620" y="557414"/>
                  </a:lnTo>
                  <a:lnTo>
                    <a:pt x="6344746" y="557414"/>
                  </a:lnTo>
                  <a:lnTo>
                    <a:pt x="6344871" y="557414"/>
                  </a:lnTo>
                  <a:lnTo>
                    <a:pt x="6344996" y="557414"/>
                  </a:lnTo>
                  <a:lnTo>
                    <a:pt x="6345121" y="557414"/>
                  </a:lnTo>
                  <a:lnTo>
                    <a:pt x="6345246" y="557414"/>
                  </a:lnTo>
                  <a:lnTo>
                    <a:pt x="6345371" y="557414"/>
                  </a:lnTo>
                  <a:lnTo>
                    <a:pt x="6345496" y="557414"/>
                  </a:lnTo>
                  <a:lnTo>
                    <a:pt x="6345621" y="557414"/>
                  </a:lnTo>
                  <a:lnTo>
                    <a:pt x="6345746" y="557414"/>
                  </a:lnTo>
                  <a:lnTo>
                    <a:pt x="6345871" y="557414"/>
                  </a:lnTo>
                  <a:lnTo>
                    <a:pt x="6345996" y="557414"/>
                  </a:lnTo>
                  <a:lnTo>
                    <a:pt x="6346121" y="557414"/>
                  </a:lnTo>
                  <a:lnTo>
                    <a:pt x="6346246" y="557414"/>
                  </a:lnTo>
                  <a:lnTo>
                    <a:pt x="6346371" y="557414"/>
                  </a:lnTo>
                  <a:lnTo>
                    <a:pt x="6346496" y="557414"/>
                  </a:lnTo>
                  <a:lnTo>
                    <a:pt x="6346621" y="557414"/>
                  </a:lnTo>
                  <a:lnTo>
                    <a:pt x="6346746" y="557414"/>
                  </a:lnTo>
                  <a:lnTo>
                    <a:pt x="6346871" y="557414"/>
                  </a:lnTo>
                  <a:lnTo>
                    <a:pt x="6346996" y="557414"/>
                  </a:lnTo>
                  <a:lnTo>
                    <a:pt x="6347121" y="557414"/>
                  </a:lnTo>
                  <a:lnTo>
                    <a:pt x="6347246" y="557414"/>
                  </a:lnTo>
                  <a:lnTo>
                    <a:pt x="6347371" y="557414"/>
                  </a:lnTo>
                  <a:lnTo>
                    <a:pt x="6347496" y="557414"/>
                  </a:lnTo>
                  <a:lnTo>
                    <a:pt x="6347621" y="557414"/>
                  </a:lnTo>
                  <a:lnTo>
                    <a:pt x="6347747" y="557414"/>
                  </a:lnTo>
                  <a:lnTo>
                    <a:pt x="6347872" y="557414"/>
                  </a:lnTo>
                  <a:lnTo>
                    <a:pt x="6347997" y="557414"/>
                  </a:lnTo>
                  <a:lnTo>
                    <a:pt x="6348122" y="557414"/>
                  </a:lnTo>
                  <a:lnTo>
                    <a:pt x="6348247" y="557414"/>
                  </a:lnTo>
                  <a:lnTo>
                    <a:pt x="6348372" y="557414"/>
                  </a:lnTo>
                  <a:lnTo>
                    <a:pt x="6348497" y="557414"/>
                  </a:lnTo>
                  <a:lnTo>
                    <a:pt x="6348622" y="557414"/>
                  </a:lnTo>
                  <a:lnTo>
                    <a:pt x="6348747" y="557414"/>
                  </a:lnTo>
                  <a:lnTo>
                    <a:pt x="6348872" y="557414"/>
                  </a:lnTo>
                  <a:lnTo>
                    <a:pt x="6348997" y="557414"/>
                  </a:lnTo>
                  <a:lnTo>
                    <a:pt x="6349122" y="557414"/>
                  </a:lnTo>
                  <a:lnTo>
                    <a:pt x="6349247" y="557414"/>
                  </a:lnTo>
                  <a:lnTo>
                    <a:pt x="6349372" y="557414"/>
                  </a:lnTo>
                  <a:lnTo>
                    <a:pt x="6349497" y="557414"/>
                  </a:lnTo>
                  <a:lnTo>
                    <a:pt x="6349622" y="557414"/>
                  </a:lnTo>
                  <a:lnTo>
                    <a:pt x="6349747" y="557414"/>
                  </a:lnTo>
                  <a:lnTo>
                    <a:pt x="6349872" y="557414"/>
                  </a:lnTo>
                  <a:lnTo>
                    <a:pt x="6349997" y="557414"/>
                  </a:lnTo>
                  <a:lnTo>
                    <a:pt x="6350122" y="557414"/>
                  </a:lnTo>
                  <a:lnTo>
                    <a:pt x="6350247" y="557414"/>
                  </a:lnTo>
                  <a:lnTo>
                    <a:pt x="6350372" y="557414"/>
                  </a:lnTo>
                  <a:lnTo>
                    <a:pt x="6350497" y="557414"/>
                  </a:lnTo>
                  <a:lnTo>
                    <a:pt x="6350622" y="557414"/>
                  </a:lnTo>
                  <a:lnTo>
                    <a:pt x="6350748" y="557414"/>
                  </a:lnTo>
                  <a:lnTo>
                    <a:pt x="6350873" y="557414"/>
                  </a:lnTo>
                  <a:lnTo>
                    <a:pt x="6350998" y="557414"/>
                  </a:lnTo>
                  <a:lnTo>
                    <a:pt x="6351123" y="557414"/>
                  </a:lnTo>
                  <a:lnTo>
                    <a:pt x="6351248" y="557414"/>
                  </a:lnTo>
                  <a:lnTo>
                    <a:pt x="6351373" y="557414"/>
                  </a:lnTo>
                  <a:lnTo>
                    <a:pt x="6351498" y="557414"/>
                  </a:lnTo>
                  <a:lnTo>
                    <a:pt x="6351623" y="557414"/>
                  </a:lnTo>
                  <a:lnTo>
                    <a:pt x="6351748" y="557414"/>
                  </a:lnTo>
                  <a:lnTo>
                    <a:pt x="6351873" y="557414"/>
                  </a:lnTo>
                  <a:lnTo>
                    <a:pt x="6351998" y="557414"/>
                  </a:lnTo>
                  <a:lnTo>
                    <a:pt x="6352123" y="557414"/>
                  </a:lnTo>
                  <a:lnTo>
                    <a:pt x="6352248" y="557414"/>
                  </a:lnTo>
                  <a:lnTo>
                    <a:pt x="6352373" y="557414"/>
                  </a:lnTo>
                  <a:lnTo>
                    <a:pt x="6352498" y="557414"/>
                  </a:lnTo>
                  <a:lnTo>
                    <a:pt x="6352623" y="557414"/>
                  </a:lnTo>
                  <a:lnTo>
                    <a:pt x="6352748" y="557414"/>
                  </a:lnTo>
                  <a:lnTo>
                    <a:pt x="6352873" y="557414"/>
                  </a:lnTo>
                  <a:lnTo>
                    <a:pt x="6352998" y="557414"/>
                  </a:lnTo>
                  <a:lnTo>
                    <a:pt x="6353123" y="557414"/>
                  </a:lnTo>
                  <a:lnTo>
                    <a:pt x="6353248" y="557414"/>
                  </a:lnTo>
                  <a:lnTo>
                    <a:pt x="6353373" y="557414"/>
                  </a:lnTo>
                  <a:lnTo>
                    <a:pt x="6353498" y="557414"/>
                  </a:lnTo>
                  <a:lnTo>
                    <a:pt x="6353623" y="557414"/>
                  </a:lnTo>
                  <a:lnTo>
                    <a:pt x="6353749" y="557414"/>
                  </a:lnTo>
                  <a:lnTo>
                    <a:pt x="6353874" y="557414"/>
                  </a:lnTo>
                  <a:lnTo>
                    <a:pt x="6353999" y="557414"/>
                  </a:lnTo>
                  <a:lnTo>
                    <a:pt x="6354124" y="557414"/>
                  </a:lnTo>
                  <a:lnTo>
                    <a:pt x="6354249" y="557414"/>
                  </a:lnTo>
                  <a:lnTo>
                    <a:pt x="6354374" y="557414"/>
                  </a:lnTo>
                  <a:lnTo>
                    <a:pt x="6354499" y="557414"/>
                  </a:lnTo>
                  <a:lnTo>
                    <a:pt x="6354624" y="557414"/>
                  </a:lnTo>
                  <a:lnTo>
                    <a:pt x="6354749" y="557414"/>
                  </a:lnTo>
                  <a:lnTo>
                    <a:pt x="6354874" y="557414"/>
                  </a:lnTo>
                  <a:lnTo>
                    <a:pt x="6354999" y="557414"/>
                  </a:lnTo>
                  <a:lnTo>
                    <a:pt x="6355124" y="557414"/>
                  </a:lnTo>
                  <a:lnTo>
                    <a:pt x="6355249" y="557414"/>
                  </a:lnTo>
                  <a:lnTo>
                    <a:pt x="6355374" y="557414"/>
                  </a:lnTo>
                  <a:lnTo>
                    <a:pt x="6355499" y="557414"/>
                  </a:lnTo>
                  <a:lnTo>
                    <a:pt x="6355624" y="557414"/>
                  </a:lnTo>
                  <a:lnTo>
                    <a:pt x="6355749" y="557414"/>
                  </a:lnTo>
                  <a:lnTo>
                    <a:pt x="6355874" y="557414"/>
                  </a:lnTo>
                  <a:lnTo>
                    <a:pt x="6355999" y="557414"/>
                  </a:lnTo>
                  <a:lnTo>
                    <a:pt x="6356124" y="557414"/>
                  </a:lnTo>
                  <a:lnTo>
                    <a:pt x="6356249" y="557414"/>
                  </a:lnTo>
                  <a:lnTo>
                    <a:pt x="6356374" y="557414"/>
                  </a:lnTo>
                  <a:lnTo>
                    <a:pt x="6356499" y="557414"/>
                  </a:lnTo>
                  <a:lnTo>
                    <a:pt x="6356624" y="557414"/>
                  </a:lnTo>
                  <a:lnTo>
                    <a:pt x="6356750" y="557414"/>
                  </a:lnTo>
                  <a:lnTo>
                    <a:pt x="6356875" y="557414"/>
                  </a:lnTo>
                  <a:lnTo>
                    <a:pt x="6357000" y="557414"/>
                  </a:lnTo>
                  <a:lnTo>
                    <a:pt x="6357125" y="557414"/>
                  </a:lnTo>
                  <a:lnTo>
                    <a:pt x="6357250" y="557414"/>
                  </a:lnTo>
                  <a:lnTo>
                    <a:pt x="6357375" y="557414"/>
                  </a:lnTo>
                  <a:lnTo>
                    <a:pt x="6357500" y="557414"/>
                  </a:lnTo>
                  <a:lnTo>
                    <a:pt x="6357625" y="557414"/>
                  </a:lnTo>
                  <a:lnTo>
                    <a:pt x="6357750" y="557414"/>
                  </a:lnTo>
                  <a:lnTo>
                    <a:pt x="6357875" y="557414"/>
                  </a:lnTo>
                  <a:lnTo>
                    <a:pt x="6358000" y="557414"/>
                  </a:lnTo>
                  <a:lnTo>
                    <a:pt x="6358125" y="557414"/>
                  </a:lnTo>
                  <a:lnTo>
                    <a:pt x="6358250" y="557414"/>
                  </a:lnTo>
                  <a:lnTo>
                    <a:pt x="6358375" y="557414"/>
                  </a:lnTo>
                  <a:lnTo>
                    <a:pt x="6358500" y="557414"/>
                  </a:lnTo>
                  <a:lnTo>
                    <a:pt x="6358625" y="557414"/>
                  </a:lnTo>
                  <a:lnTo>
                    <a:pt x="6358750" y="557414"/>
                  </a:lnTo>
                  <a:lnTo>
                    <a:pt x="6358875" y="557414"/>
                  </a:lnTo>
                  <a:lnTo>
                    <a:pt x="6359000" y="557414"/>
                  </a:lnTo>
                  <a:lnTo>
                    <a:pt x="6359125" y="557414"/>
                  </a:lnTo>
                  <a:lnTo>
                    <a:pt x="6359250" y="557414"/>
                  </a:lnTo>
                  <a:lnTo>
                    <a:pt x="6359375" y="557414"/>
                  </a:lnTo>
                  <a:lnTo>
                    <a:pt x="6359500" y="557414"/>
                  </a:lnTo>
                  <a:lnTo>
                    <a:pt x="6359625" y="557414"/>
                  </a:lnTo>
                  <a:lnTo>
                    <a:pt x="6359751" y="557414"/>
                  </a:lnTo>
                  <a:lnTo>
                    <a:pt x="6359876" y="557414"/>
                  </a:lnTo>
                  <a:lnTo>
                    <a:pt x="6360001" y="557414"/>
                  </a:lnTo>
                  <a:lnTo>
                    <a:pt x="6360126" y="557414"/>
                  </a:lnTo>
                  <a:lnTo>
                    <a:pt x="6360251" y="557414"/>
                  </a:lnTo>
                  <a:lnTo>
                    <a:pt x="6360376" y="557414"/>
                  </a:lnTo>
                  <a:lnTo>
                    <a:pt x="6360501" y="557414"/>
                  </a:lnTo>
                  <a:lnTo>
                    <a:pt x="6360626" y="557414"/>
                  </a:lnTo>
                  <a:lnTo>
                    <a:pt x="6360751" y="557414"/>
                  </a:lnTo>
                  <a:lnTo>
                    <a:pt x="6360876" y="557414"/>
                  </a:lnTo>
                  <a:lnTo>
                    <a:pt x="6361001" y="557414"/>
                  </a:lnTo>
                  <a:lnTo>
                    <a:pt x="6361126" y="557414"/>
                  </a:lnTo>
                  <a:lnTo>
                    <a:pt x="6361251" y="557414"/>
                  </a:lnTo>
                  <a:lnTo>
                    <a:pt x="6361376" y="557414"/>
                  </a:lnTo>
                  <a:lnTo>
                    <a:pt x="6361501" y="557414"/>
                  </a:lnTo>
                  <a:lnTo>
                    <a:pt x="6361626" y="557414"/>
                  </a:lnTo>
                  <a:lnTo>
                    <a:pt x="6361751" y="557414"/>
                  </a:lnTo>
                  <a:lnTo>
                    <a:pt x="6361876" y="557414"/>
                  </a:lnTo>
                  <a:lnTo>
                    <a:pt x="6362001" y="557414"/>
                  </a:lnTo>
                  <a:lnTo>
                    <a:pt x="6362126" y="557414"/>
                  </a:lnTo>
                  <a:lnTo>
                    <a:pt x="6362251" y="557414"/>
                  </a:lnTo>
                  <a:lnTo>
                    <a:pt x="6362376" y="557414"/>
                  </a:lnTo>
                  <a:lnTo>
                    <a:pt x="6362501" y="557414"/>
                  </a:lnTo>
                  <a:lnTo>
                    <a:pt x="6362626" y="557414"/>
                  </a:lnTo>
                  <a:lnTo>
                    <a:pt x="6362752" y="557414"/>
                  </a:lnTo>
                  <a:lnTo>
                    <a:pt x="6362877" y="557414"/>
                  </a:lnTo>
                  <a:lnTo>
                    <a:pt x="6363002" y="557414"/>
                  </a:lnTo>
                  <a:lnTo>
                    <a:pt x="6363127" y="557414"/>
                  </a:lnTo>
                  <a:lnTo>
                    <a:pt x="6363252" y="557414"/>
                  </a:lnTo>
                  <a:lnTo>
                    <a:pt x="6363377" y="557414"/>
                  </a:lnTo>
                  <a:lnTo>
                    <a:pt x="6363502" y="557414"/>
                  </a:lnTo>
                  <a:lnTo>
                    <a:pt x="6363627" y="557414"/>
                  </a:lnTo>
                  <a:lnTo>
                    <a:pt x="6363752" y="557414"/>
                  </a:lnTo>
                  <a:lnTo>
                    <a:pt x="6363877" y="557414"/>
                  </a:lnTo>
                  <a:lnTo>
                    <a:pt x="6364002" y="557414"/>
                  </a:lnTo>
                  <a:lnTo>
                    <a:pt x="6364127" y="557414"/>
                  </a:lnTo>
                  <a:lnTo>
                    <a:pt x="6364252" y="557414"/>
                  </a:lnTo>
                  <a:lnTo>
                    <a:pt x="6364377" y="557414"/>
                  </a:lnTo>
                  <a:lnTo>
                    <a:pt x="6364502" y="557414"/>
                  </a:lnTo>
                  <a:lnTo>
                    <a:pt x="6364627" y="557414"/>
                  </a:lnTo>
                  <a:lnTo>
                    <a:pt x="6364752" y="557414"/>
                  </a:lnTo>
                  <a:lnTo>
                    <a:pt x="6364877" y="557414"/>
                  </a:lnTo>
                  <a:lnTo>
                    <a:pt x="6365002" y="557414"/>
                  </a:lnTo>
                  <a:lnTo>
                    <a:pt x="6365127" y="557414"/>
                  </a:lnTo>
                  <a:lnTo>
                    <a:pt x="6365252" y="557414"/>
                  </a:lnTo>
                  <a:lnTo>
                    <a:pt x="6365377" y="557414"/>
                  </a:lnTo>
                  <a:lnTo>
                    <a:pt x="6365502" y="557414"/>
                  </a:lnTo>
                  <a:lnTo>
                    <a:pt x="6365628" y="557414"/>
                  </a:lnTo>
                  <a:lnTo>
                    <a:pt x="6365753" y="557414"/>
                  </a:lnTo>
                  <a:lnTo>
                    <a:pt x="6365878" y="557414"/>
                  </a:lnTo>
                  <a:lnTo>
                    <a:pt x="6366003" y="557414"/>
                  </a:lnTo>
                  <a:lnTo>
                    <a:pt x="6366128" y="557414"/>
                  </a:lnTo>
                  <a:lnTo>
                    <a:pt x="6366253" y="557414"/>
                  </a:lnTo>
                  <a:lnTo>
                    <a:pt x="6366378" y="557414"/>
                  </a:lnTo>
                  <a:lnTo>
                    <a:pt x="6366503" y="557414"/>
                  </a:lnTo>
                  <a:lnTo>
                    <a:pt x="6366628" y="557414"/>
                  </a:lnTo>
                  <a:lnTo>
                    <a:pt x="6366753" y="557414"/>
                  </a:lnTo>
                  <a:lnTo>
                    <a:pt x="6366878" y="557414"/>
                  </a:lnTo>
                  <a:lnTo>
                    <a:pt x="6367003" y="557414"/>
                  </a:lnTo>
                  <a:lnTo>
                    <a:pt x="6367128" y="557414"/>
                  </a:lnTo>
                  <a:lnTo>
                    <a:pt x="6367253" y="557414"/>
                  </a:lnTo>
                  <a:lnTo>
                    <a:pt x="6367378" y="557414"/>
                  </a:lnTo>
                  <a:lnTo>
                    <a:pt x="6367503" y="557414"/>
                  </a:lnTo>
                  <a:lnTo>
                    <a:pt x="6367628" y="557414"/>
                  </a:lnTo>
                  <a:lnTo>
                    <a:pt x="6367753" y="557414"/>
                  </a:lnTo>
                  <a:lnTo>
                    <a:pt x="6367878" y="557414"/>
                  </a:lnTo>
                  <a:lnTo>
                    <a:pt x="6368003" y="557414"/>
                  </a:lnTo>
                  <a:lnTo>
                    <a:pt x="6368128" y="557414"/>
                  </a:lnTo>
                  <a:lnTo>
                    <a:pt x="6368253" y="557414"/>
                  </a:lnTo>
                  <a:lnTo>
                    <a:pt x="6368378" y="557414"/>
                  </a:lnTo>
                  <a:lnTo>
                    <a:pt x="6368503" y="557414"/>
                  </a:lnTo>
                  <a:lnTo>
                    <a:pt x="6368629" y="557414"/>
                  </a:lnTo>
                  <a:lnTo>
                    <a:pt x="6368754" y="557414"/>
                  </a:lnTo>
                  <a:lnTo>
                    <a:pt x="6368879" y="557414"/>
                  </a:lnTo>
                  <a:lnTo>
                    <a:pt x="6369004" y="557414"/>
                  </a:lnTo>
                  <a:lnTo>
                    <a:pt x="6369129" y="557414"/>
                  </a:lnTo>
                  <a:lnTo>
                    <a:pt x="6369254" y="557414"/>
                  </a:lnTo>
                  <a:lnTo>
                    <a:pt x="6369379" y="557414"/>
                  </a:lnTo>
                  <a:lnTo>
                    <a:pt x="6369504" y="557414"/>
                  </a:lnTo>
                  <a:lnTo>
                    <a:pt x="6369629" y="557414"/>
                  </a:lnTo>
                  <a:lnTo>
                    <a:pt x="6369754" y="557414"/>
                  </a:lnTo>
                  <a:lnTo>
                    <a:pt x="6369879" y="557414"/>
                  </a:lnTo>
                  <a:lnTo>
                    <a:pt x="6370004" y="557414"/>
                  </a:lnTo>
                  <a:lnTo>
                    <a:pt x="6370129" y="557414"/>
                  </a:lnTo>
                  <a:lnTo>
                    <a:pt x="6370254" y="557414"/>
                  </a:lnTo>
                  <a:lnTo>
                    <a:pt x="6370379" y="557414"/>
                  </a:lnTo>
                  <a:lnTo>
                    <a:pt x="6370504" y="557414"/>
                  </a:lnTo>
                  <a:lnTo>
                    <a:pt x="6370629" y="557414"/>
                  </a:lnTo>
                  <a:lnTo>
                    <a:pt x="6370754" y="557414"/>
                  </a:lnTo>
                  <a:lnTo>
                    <a:pt x="6370879" y="557414"/>
                  </a:lnTo>
                  <a:lnTo>
                    <a:pt x="6371004" y="557414"/>
                  </a:lnTo>
                  <a:lnTo>
                    <a:pt x="6371129" y="557414"/>
                  </a:lnTo>
                  <a:lnTo>
                    <a:pt x="6371254" y="557414"/>
                  </a:lnTo>
                  <a:lnTo>
                    <a:pt x="6371379" y="557414"/>
                  </a:lnTo>
                  <a:lnTo>
                    <a:pt x="6371504" y="557414"/>
                  </a:lnTo>
                  <a:lnTo>
                    <a:pt x="6371630" y="557414"/>
                  </a:lnTo>
                  <a:lnTo>
                    <a:pt x="6371755" y="557414"/>
                  </a:lnTo>
                  <a:lnTo>
                    <a:pt x="6371880" y="557414"/>
                  </a:lnTo>
                  <a:lnTo>
                    <a:pt x="6372005" y="557414"/>
                  </a:lnTo>
                  <a:lnTo>
                    <a:pt x="6372130" y="557414"/>
                  </a:lnTo>
                  <a:lnTo>
                    <a:pt x="6372255" y="557414"/>
                  </a:lnTo>
                  <a:lnTo>
                    <a:pt x="6372380" y="557414"/>
                  </a:lnTo>
                  <a:lnTo>
                    <a:pt x="6372505" y="557414"/>
                  </a:lnTo>
                  <a:lnTo>
                    <a:pt x="6372630" y="557414"/>
                  </a:lnTo>
                  <a:lnTo>
                    <a:pt x="6372755" y="557414"/>
                  </a:lnTo>
                  <a:lnTo>
                    <a:pt x="6372880" y="557414"/>
                  </a:lnTo>
                  <a:lnTo>
                    <a:pt x="6373005" y="557414"/>
                  </a:lnTo>
                  <a:lnTo>
                    <a:pt x="6373130" y="557414"/>
                  </a:lnTo>
                  <a:lnTo>
                    <a:pt x="6373255" y="557414"/>
                  </a:lnTo>
                  <a:lnTo>
                    <a:pt x="6373380" y="557414"/>
                  </a:lnTo>
                  <a:lnTo>
                    <a:pt x="6373505" y="557414"/>
                  </a:lnTo>
                  <a:lnTo>
                    <a:pt x="6373630" y="557414"/>
                  </a:lnTo>
                  <a:lnTo>
                    <a:pt x="6373630" y="547460"/>
                  </a:lnTo>
                  <a:lnTo>
                    <a:pt x="6373755" y="547460"/>
                  </a:lnTo>
                  <a:lnTo>
                    <a:pt x="6373880" y="547460"/>
                  </a:lnTo>
                  <a:lnTo>
                    <a:pt x="6374005" y="547460"/>
                  </a:lnTo>
                  <a:lnTo>
                    <a:pt x="6374130" y="547460"/>
                  </a:lnTo>
                  <a:lnTo>
                    <a:pt x="6374255" y="547460"/>
                  </a:lnTo>
                  <a:lnTo>
                    <a:pt x="6374380" y="547460"/>
                  </a:lnTo>
                  <a:lnTo>
                    <a:pt x="6374505" y="547460"/>
                  </a:lnTo>
                  <a:lnTo>
                    <a:pt x="6374631" y="547460"/>
                  </a:lnTo>
                  <a:lnTo>
                    <a:pt x="6374756" y="547460"/>
                  </a:lnTo>
                  <a:lnTo>
                    <a:pt x="6374881" y="547460"/>
                  </a:lnTo>
                  <a:lnTo>
                    <a:pt x="6375006" y="547460"/>
                  </a:lnTo>
                  <a:lnTo>
                    <a:pt x="6375131" y="547460"/>
                  </a:lnTo>
                  <a:lnTo>
                    <a:pt x="6375256" y="547460"/>
                  </a:lnTo>
                  <a:lnTo>
                    <a:pt x="6375381" y="547460"/>
                  </a:lnTo>
                  <a:lnTo>
                    <a:pt x="6375506" y="547460"/>
                  </a:lnTo>
                  <a:lnTo>
                    <a:pt x="6375631" y="547460"/>
                  </a:lnTo>
                  <a:lnTo>
                    <a:pt x="6375756" y="547460"/>
                  </a:lnTo>
                  <a:lnTo>
                    <a:pt x="6375881" y="547460"/>
                  </a:lnTo>
                  <a:lnTo>
                    <a:pt x="6376006" y="547460"/>
                  </a:lnTo>
                  <a:lnTo>
                    <a:pt x="6376131" y="547460"/>
                  </a:lnTo>
                  <a:lnTo>
                    <a:pt x="6376256" y="547460"/>
                  </a:lnTo>
                  <a:lnTo>
                    <a:pt x="6376381" y="547460"/>
                  </a:lnTo>
                  <a:lnTo>
                    <a:pt x="6376506" y="547460"/>
                  </a:lnTo>
                  <a:lnTo>
                    <a:pt x="6376631" y="547460"/>
                  </a:lnTo>
                  <a:lnTo>
                    <a:pt x="6376756" y="547460"/>
                  </a:lnTo>
                  <a:lnTo>
                    <a:pt x="6376881" y="547460"/>
                  </a:lnTo>
                  <a:lnTo>
                    <a:pt x="6377006" y="547460"/>
                  </a:lnTo>
                  <a:lnTo>
                    <a:pt x="6377131" y="547460"/>
                  </a:lnTo>
                  <a:lnTo>
                    <a:pt x="6377256" y="547460"/>
                  </a:lnTo>
                  <a:lnTo>
                    <a:pt x="6377381" y="547460"/>
                  </a:lnTo>
                  <a:lnTo>
                    <a:pt x="6377506" y="547460"/>
                  </a:lnTo>
                  <a:lnTo>
                    <a:pt x="6377632" y="547460"/>
                  </a:lnTo>
                  <a:lnTo>
                    <a:pt x="6377757" y="547460"/>
                  </a:lnTo>
                  <a:lnTo>
                    <a:pt x="6377882" y="547460"/>
                  </a:lnTo>
                  <a:lnTo>
                    <a:pt x="6378007" y="547460"/>
                  </a:lnTo>
                  <a:lnTo>
                    <a:pt x="6378132" y="547460"/>
                  </a:lnTo>
                  <a:lnTo>
                    <a:pt x="6378257" y="547460"/>
                  </a:lnTo>
                  <a:lnTo>
                    <a:pt x="6378382" y="547460"/>
                  </a:lnTo>
                  <a:lnTo>
                    <a:pt x="6378507" y="547460"/>
                  </a:lnTo>
                  <a:lnTo>
                    <a:pt x="6378632" y="547460"/>
                  </a:lnTo>
                  <a:lnTo>
                    <a:pt x="6378757" y="547460"/>
                  </a:lnTo>
                  <a:lnTo>
                    <a:pt x="6378882" y="547460"/>
                  </a:lnTo>
                  <a:lnTo>
                    <a:pt x="6379007" y="547460"/>
                  </a:lnTo>
                  <a:lnTo>
                    <a:pt x="6379132" y="547460"/>
                  </a:lnTo>
                  <a:lnTo>
                    <a:pt x="6379257" y="547460"/>
                  </a:lnTo>
                  <a:lnTo>
                    <a:pt x="6379382" y="547460"/>
                  </a:lnTo>
                  <a:lnTo>
                    <a:pt x="6379507" y="547460"/>
                  </a:lnTo>
                  <a:lnTo>
                    <a:pt x="6379632" y="547460"/>
                  </a:lnTo>
                  <a:lnTo>
                    <a:pt x="6379757" y="547460"/>
                  </a:lnTo>
                  <a:lnTo>
                    <a:pt x="6379882" y="547460"/>
                  </a:lnTo>
                  <a:lnTo>
                    <a:pt x="6380007" y="547460"/>
                  </a:lnTo>
                  <a:lnTo>
                    <a:pt x="6380132" y="547460"/>
                  </a:lnTo>
                  <a:lnTo>
                    <a:pt x="6380257" y="547460"/>
                  </a:lnTo>
                  <a:lnTo>
                    <a:pt x="6380382" y="547460"/>
                  </a:lnTo>
                  <a:lnTo>
                    <a:pt x="6380507" y="547460"/>
                  </a:lnTo>
                  <a:lnTo>
                    <a:pt x="6380633" y="547460"/>
                  </a:lnTo>
                  <a:lnTo>
                    <a:pt x="6380758" y="547460"/>
                  </a:lnTo>
                  <a:lnTo>
                    <a:pt x="6380883" y="547460"/>
                  </a:lnTo>
                  <a:lnTo>
                    <a:pt x="6381008" y="547460"/>
                  </a:lnTo>
                  <a:lnTo>
                    <a:pt x="6381133" y="547460"/>
                  </a:lnTo>
                  <a:lnTo>
                    <a:pt x="6381258" y="547460"/>
                  </a:lnTo>
                  <a:lnTo>
                    <a:pt x="6381383" y="547460"/>
                  </a:lnTo>
                  <a:lnTo>
                    <a:pt x="6381508" y="547460"/>
                  </a:lnTo>
                  <a:lnTo>
                    <a:pt x="6381633" y="547460"/>
                  </a:lnTo>
                  <a:lnTo>
                    <a:pt x="6381758" y="547460"/>
                  </a:lnTo>
                  <a:lnTo>
                    <a:pt x="6381883" y="547460"/>
                  </a:lnTo>
                  <a:lnTo>
                    <a:pt x="6382008" y="547460"/>
                  </a:lnTo>
                  <a:lnTo>
                    <a:pt x="6382133" y="547460"/>
                  </a:lnTo>
                  <a:lnTo>
                    <a:pt x="6382258" y="547460"/>
                  </a:lnTo>
                  <a:lnTo>
                    <a:pt x="6382383" y="547460"/>
                  </a:lnTo>
                  <a:lnTo>
                    <a:pt x="6382508" y="547460"/>
                  </a:lnTo>
                  <a:lnTo>
                    <a:pt x="6382633" y="547460"/>
                  </a:lnTo>
                  <a:lnTo>
                    <a:pt x="6382758" y="547460"/>
                  </a:lnTo>
                  <a:lnTo>
                    <a:pt x="6382883" y="547460"/>
                  </a:lnTo>
                  <a:lnTo>
                    <a:pt x="6383008" y="547460"/>
                  </a:lnTo>
                  <a:lnTo>
                    <a:pt x="6383133" y="547460"/>
                  </a:lnTo>
                  <a:lnTo>
                    <a:pt x="6383258" y="547460"/>
                  </a:lnTo>
                  <a:lnTo>
                    <a:pt x="6383383" y="547460"/>
                  </a:lnTo>
                  <a:lnTo>
                    <a:pt x="6383508" y="547460"/>
                  </a:lnTo>
                  <a:lnTo>
                    <a:pt x="6383634" y="547460"/>
                  </a:lnTo>
                  <a:lnTo>
                    <a:pt x="6383759" y="547460"/>
                  </a:lnTo>
                  <a:lnTo>
                    <a:pt x="6383884" y="547460"/>
                  </a:lnTo>
                  <a:lnTo>
                    <a:pt x="6384009" y="547460"/>
                  </a:lnTo>
                  <a:lnTo>
                    <a:pt x="6384134" y="547460"/>
                  </a:lnTo>
                  <a:lnTo>
                    <a:pt x="6384259" y="547460"/>
                  </a:lnTo>
                  <a:lnTo>
                    <a:pt x="6384384" y="547460"/>
                  </a:lnTo>
                  <a:lnTo>
                    <a:pt x="6384509" y="547460"/>
                  </a:lnTo>
                  <a:lnTo>
                    <a:pt x="6384634" y="547460"/>
                  </a:lnTo>
                  <a:lnTo>
                    <a:pt x="6384759" y="547460"/>
                  </a:lnTo>
                  <a:lnTo>
                    <a:pt x="6384884" y="547460"/>
                  </a:lnTo>
                  <a:lnTo>
                    <a:pt x="6385009" y="547460"/>
                  </a:lnTo>
                  <a:lnTo>
                    <a:pt x="6385134" y="547460"/>
                  </a:lnTo>
                  <a:lnTo>
                    <a:pt x="6385259" y="547460"/>
                  </a:lnTo>
                  <a:lnTo>
                    <a:pt x="6385384" y="547460"/>
                  </a:lnTo>
                  <a:lnTo>
                    <a:pt x="6385509" y="547460"/>
                  </a:lnTo>
                  <a:lnTo>
                    <a:pt x="6385634" y="547460"/>
                  </a:lnTo>
                  <a:lnTo>
                    <a:pt x="6385759" y="547460"/>
                  </a:lnTo>
                  <a:lnTo>
                    <a:pt x="6385884" y="547460"/>
                  </a:lnTo>
                  <a:lnTo>
                    <a:pt x="6386009" y="547460"/>
                  </a:lnTo>
                  <a:lnTo>
                    <a:pt x="6386134" y="547460"/>
                  </a:lnTo>
                  <a:lnTo>
                    <a:pt x="6386259" y="547460"/>
                  </a:lnTo>
                  <a:lnTo>
                    <a:pt x="6386384" y="547460"/>
                  </a:lnTo>
                  <a:lnTo>
                    <a:pt x="6386509" y="547460"/>
                  </a:lnTo>
                  <a:lnTo>
                    <a:pt x="6386509" y="537506"/>
                  </a:lnTo>
                  <a:lnTo>
                    <a:pt x="6386635" y="537506"/>
                  </a:lnTo>
                  <a:lnTo>
                    <a:pt x="6386760" y="537506"/>
                  </a:lnTo>
                  <a:lnTo>
                    <a:pt x="6386885" y="537506"/>
                  </a:lnTo>
                  <a:lnTo>
                    <a:pt x="6387010" y="537506"/>
                  </a:lnTo>
                  <a:lnTo>
                    <a:pt x="6387135" y="537506"/>
                  </a:lnTo>
                  <a:lnTo>
                    <a:pt x="6387260" y="537506"/>
                  </a:lnTo>
                  <a:lnTo>
                    <a:pt x="6387385" y="537506"/>
                  </a:lnTo>
                  <a:lnTo>
                    <a:pt x="6387510" y="537506"/>
                  </a:lnTo>
                  <a:lnTo>
                    <a:pt x="6387635" y="537506"/>
                  </a:lnTo>
                  <a:lnTo>
                    <a:pt x="6387760" y="537506"/>
                  </a:lnTo>
                  <a:lnTo>
                    <a:pt x="6387885" y="537506"/>
                  </a:lnTo>
                  <a:lnTo>
                    <a:pt x="6388010" y="537506"/>
                  </a:lnTo>
                  <a:lnTo>
                    <a:pt x="6388135" y="537506"/>
                  </a:lnTo>
                  <a:lnTo>
                    <a:pt x="6388260" y="537506"/>
                  </a:lnTo>
                  <a:lnTo>
                    <a:pt x="6388385" y="537506"/>
                  </a:lnTo>
                  <a:lnTo>
                    <a:pt x="6388510" y="537506"/>
                  </a:lnTo>
                  <a:lnTo>
                    <a:pt x="6388635" y="537506"/>
                  </a:lnTo>
                  <a:lnTo>
                    <a:pt x="6388760" y="537506"/>
                  </a:lnTo>
                  <a:lnTo>
                    <a:pt x="6388885" y="537506"/>
                  </a:lnTo>
                  <a:lnTo>
                    <a:pt x="6389010" y="537506"/>
                  </a:lnTo>
                  <a:lnTo>
                    <a:pt x="6389135" y="537506"/>
                  </a:lnTo>
                  <a:lnTo>
                    <a:pt x="6389260" y="537506"/>
                  </a:lnTo>
                  <a:lnTo>
                    <a:pt x="6389385" y="537506"/>
                  </a:lnTo>
                  <a:lnTo>
                    <a:pt x="6389510" y="537506"/>
                  </a:lnTo>
                  <a:lnTo>
                    <a:pt x="6389636" y="537506"/>
                  </a:lnTo>
                  <a:lnTo>
                    <a:pt x="6389761" y="537506"/>
                  </a:lnTo>
                  <a:lnTo>
                    <a:pt x="6389886" y="537506"/>
                  </a:lnTo>
                  <a:lnTo>
                    <a:pt x="6390011" y="537506"/>
                  </a:lnTo>
                  <a:lnTo>
                    <a:pt x="6390136" y="537506"/>
                  </a:lnTo>
                  <a:lnTo>
                    <a:pt x="6390261" y="537506"/>
                  </a:lnTo>
                  <a:lnTo>
                    <a:pt x="6390386" y="537506"/>
                  </a:lnTo>
                  <a:lnTo>
                    <a:pt x="6390511" y="537506"/>
                  </a:lnTo>
                  <a:lnTo>
                    <a:pt x="6390636" y="537506"/>
                  </a:lnTo>
                  <a:lnTo>
                    <a:pt x="6390761" y="537506"/>
                  </a:lnTo>
                  <a:lnTo>
                    <a:pt x="6390886" y="537506"/>
                  </a:lnTo>
                  <a:lnTo>
                    <a:pt x="6391011" y="537506"/>
                  </a:lnTo>
                  <a:lnTo>
                    <a:pt x="6391136" y="537506"/>
                  </a:lnTo>
                  <a:lnTo>
                    <a:pt x="6391261" y="537506"/>
                  </a:lnTo>
                  <a:lnTo>
                    <a:pt x="6391386" y="537506"/>
                  </a:lnTo>
                  <a:lnTo>
                    <a:pt x="6391511" y="537506"/>
                  </a:lnTo>
                  <a:lnTo>
                    <a:pt x="6391636" y="537506"/>
                  </a:lnTo>
                  <a:lnTo>
                    <a:pt x="6391761" y="537506"/>
                  </a:lnTo>
                  <a:lnTo>
                    <a:pt x="6391886" y="537506"/>
                  </a:lnTo>
                  <a:lnTo>
                    <a:pt x="6392011" y="537506"/>
                  </a:lnTo>
                  <a:lnTo>
                    <a:pt x="6392136" y="537506"/>
                  </a:lnTo>
                  <a:lnTo>
                    <a:pt x="6392261" y="537506"/>
                  </a:lnTo>
                  <a:lnTo>
                    <a:pt x="6392386" y="537506"/>
                  </a:lnTo>
                  <a:lnTo>
                    <a:pt x="6392511" y="537506"/>
                  </a:lnTo>
                  <a:lnTo>
                    <a:pt x="6392637" y="537506"/>
                  </a:lnTo>
                  <a:lnTo>
                    <a:pt x="6392762" y="537506"/>
                  </a:lnTo>
                  <a:lnTo>
                    <a:pt x="6392887" y="537506"/>
                  </a:lnTo>
                  <a:lnTo>
                    <a:pt x="6393012" y="537506"/>
                  </a:lnTo>
                  <a:lnTo>
                    <a:pt x="6393137" y="537506"/>
                  </a:lnTo>
                  <a:lnTo>
                    <a:pt x="6393262" y="537506"/>
                  </a:lnTo>
                  <a:lnTo>
                    <a:pt x="6393387" y="537506"/>
                  </a:lnTo>
                  <a:lnTo>
                    <a:pt x="6393512" y="537506"/>
                  </a:lnTo>
                  <a:lnTo>
                    <a:pt x="6393637" y="537506"/>
                  </a:lnTo>
                  <a:lnTo>
                    <a:pt x="6393762" y="537506"/>
                  </a:lnTo>
                  <a:lnTo>
                    <a:pt x="6393887" y="537506"/>
                  </a:lnTo>
                  <a:lnTo>
                    <a:pt x="6394012" y="537506"/>
                  </a:lnTo>
                  <a:lnTo>
                    <a:pt x="6394137" y="537506"/>
                  </a:lnTo>
                  <a:lnTo>
                    <a:pt x="6394262" y="537506"/>
                  </a:lnTo>
                  <a:lnTo>
                    <a:pt x="6394387" y="537506"/>
                  </a:lnTo>
                  <a:lnTo>
                    <a:pt x="6394512" y="537506"/>
                  </a:lnTo>
                  <a:lnTo>
                    <a:pt x="6394637" y="537506"/>
                  </a:lnTo>
                  <a:lnTo>
                    <a:pt x="6394762" y="537506"/>
                  </a:lnTo>
                  <a:lnTo>
                    <a:pt x="6394887" y="537506"/>
                  </a:lnTo>
                  <a:lnTo>
                    <a:pt x="6395012" y="537506"/>
                  </a:lnTo>
                  <a:lnTo>
                    <a:pt x="6395137" y="537506"/>
                  </a:lnTo>
                  <a:lnTo>
                    <a:pt x="6395262" y="537506"/>
                  </a:lnTo>
                  <a:lnTo>
                    <a:pt x="6395387" y="537506"/>
                  </a:lnTo>
                  <a:lnTo>
                    <a:pt x="6395512" y="537506"/>
                  </a:lnTo>
                  <a:lnTo>
                    <a:pt x="6395638" y="537506"/>
                  </a:lnTo>
                  <a:lnTo>
                    <a:pt x="6395763" y="537506"/>
                  </a:lnTo>
                  <a:lnTo>
                    <a:pt x="6395888" y="537506"/>
                  </a:lnTo>
                  <a:lnTo>
                    <a:pt x="6396013" y="537506"/>
                  </a:lnTo>
                  <a:lnTo>
                    <a:pt x="6396138" y="537506"/>
                  </a:lnTo>
                  <a:lnTo>
                    <a:pt x="6396263" y="537506"/>
                  </a:lnTo>
                  <a:lnTo>
                    <a:pt x="6396388" y="537506"/>
                  </a:lnTo>
                  <a:lnTo>
                    <a:pt x="6396513" y="537506"/>
                  </a:lnTo>
                  <a:lnTo>
                    <a:pt x="6396638" y="537506"/>
                  </a:lnTo>
                  <a:lnTo>
                    <a:pt x="6396763" y="537506"/>
                  </a:lnTo>
                  <a:lnTo>
                    <a:pt x="6396888" y="537506"/>
                  </a:lnTo>
                  <a:lnTo>
                    <a:pt x="6397013" y="537506"/>
                  </a:lnTo>
                  <a:lnTo>
                    <a:pt x="6397138" y="537506"/>
                  </a:lnTo>
                  <a:lnTo>
                    <a:pt x="6397263" y="537506"/>
                  </a:lnTo>
                  <a:lnTo>
                    <a:pt x="6397388" y="537506"/>
                  </a:lnTo>
                  <a:lnTo>
                    <a:pt x="6397513" y="537506"/>
                  </a:lnTo>
                  <a:lnTo>
                    <a:pt x="6397638" y="537506"/>
                  </a:lnTo>
                  <a:lnTo>
                    <a:pt x="6397763" y="537506"/>
                  </a:lnTo>
                  <a:lnTo>
                    <a:pt x="6397888" y="537506"/>
                  </a:lnTo>
                  <a:lnTo>
                    <a:pt x="6398013" y="537506"/>
                  </a:lnTo>
                  <a:lnTo>
                    <a:pt x="6398138" y="537506"/>
                  </a:lnTo>
                  <a:lnTo>
                    <a:pt x="6398263" y="537506"/>
                  </a:lnTo>
                  <a:lnTo>
                    <a:pt x="6398388" y="537506"/>
                  </a:lnTo>
                  <a:lnTo>
                    <a:pt x="6398513" y="537506"/>
                  </a:lnTo>
                  <a:lnTo>
                    <a:pt x="6398639" y="537506"/>
                  </a:lnTo>
                  <a:lnTo>
                    <a:pt x="6398764" y="537506"/>
                  </a:lnTo>
                  <a:lnTo>
                    <a:pt x="6398889" y="537506"/>
                  </a:lnTo>
                  <a:lnTo>
                    <a:pt x="6399014" y="537506"/>
                  </a:lnTo>
                  <a:lnTo>
                    <a:pt x="6399139" y="537506"/>
                  </a:lnTo>
                  <a:lnTo>
                    <a:pt x="6399264" y="537506"/>
                  </a:lnTo>
                  <a:lnTo>
                    <a:pt x="6399389" y="537506"/>
                  </a:lnTo>
                  <a:lnTo>
                    <a:pt x="6399514" y="537506"/>
                  </a:lnTo>
                  <a:lnTo>
                    <a:pt x="6399639" y="537506"/>
                  </a:lnTo>
                  <a:lnTo>
                    <a:pt x="6399764" y="537506"/>
                  </a:lnTo>
                  <a:lnTo>
                    <a:pt x="6399889" y="537506"/>
                  </a:lnTo>
                  <a:lnTo>
                    <a:pt x="6400014" y="537506"/>
                  </a:lnTo>
                  <a:lnTo>
                    <a:pt x="6400139" y="537506"/>
                  </a:lnTo>
                  <a:lnTo>
                    <a:pt x="6400264" y="537506"/>
                  </a:lnTo>
                  <a:lnTo>
                    <a:pt x="6400389" y="537506"/>
                  </a:lnTo>
                  <a:lnTo>
                    <a:pt x="6400514" y="537506"/>
                  </a:lnTo>
                  <a:lnTo>
                    <a:pt x="6400639" y="537506"/>
                  </a:lnTo>
                  <a:lnTo>
                    <a:pt x="6400764" y="537506"/>
                  </a:lnTo>
                  <a:lnTo>
                    <a:pt x="6400889" y="537506"/>
                  </a:lnTo>
                  <a:lnTo>
                    <a:pt x="6401014" y="537506"/>
                  </a:lnTo>
                  <a:lnTo>
                    <a:pt x="6401139" y="537506"/>
                  </a:lnTo>
                  <a:lnTo>
                    <a:pt x="6401264" y="537506"/>
                  </a:lnTo>
                  <a:lnTo>
                    <a:pt x="6401389" y="537506"/>
                  </a:lnTo>
                  <a:lnTo>
                    <a:pt x="6401514" y="537506"/>
                  </a:lnTo>
                  <a:lnTo>
                    <a:pt x="6401640" y="537506"/>
                  </a:lnTo>
                  <a:lnTo>
                    <a:pt x="6401765" y="537506"/>
                  </a:lnTo>
                  <a:lnTo>
                    <a:pt x="6401890" y="537506"/>
                  </a:lnTo>
                  <a:lnTo>
                    <a:pt x="6402015" y="537506"/>
                  </a:lnTo>
                  <a:lnTo>
                    <a:pt x="6402140" y="537506"/>
                  </a:lnTo>
                  <a:lnTo>
                    <a:pt x="6402265" y="537506"/>
                  </a:lnTo>
                  <a:lnTo>
                    <a:pt x="6402390" y="537506"/>
                  </a:lnTo>
                  <a:lnTo>
                    <a:pt x="6402515" y="537506"/>
                  </a:lnTo>
                  <a:lnTo>
                    <a:pt x="6402640" y="537506"/>
                  </a:lnTo>
                  <a:lnTo>
                    <a:pt x="6402765" y="537506"/>
                  </a:lnTo>
                  <a:lnTo>
                    <a:pt x="6402890" y="537506"/>
                  </a:lnTo>
                  <a:lnTo>
                    <a:pt x="6403015" y="537506"/>
                  </a:lnTo>
                  <a:lnTo>
                    <a:pt x="6403140" y="537506"/>
                  </a:lnTo>
                  <a:lnTo>
                    <a:pt x="6403265" y="537506"/>
                  </a:lnTo>
                  <a:lnTo>
                    <a:pt x="6403390" y="537506"/>
                  </a:lnTo>
                  <a:lnTo>
                    <a:pt x="6403515" y="537506"/>
                  </a:lnTo>
                  <a:lnTo>
                    <a:pt x="6403640" y="537506"/>
                  </a:lnTo>
                  <a:lnTo>
                    <a:pt x="6403765" y="537506"/>
                  </a:lnTo>
                  <a:lnTo>
                    <a:pt x="6403890" y="537506"/>
                  </a:lnTo>
                  <a:lnTo>
                    <a:pt x="6404015" y="537506"/>
                  </a:lnTo>
                  <a:lnTo>
                    <a:pt x="6404140" y="537506"/>
                  </a:lnTo>
                  <a:lnTo>
                    <a:pt x="6404265" y="537506"/>
                  </a:lnTo>
                  <a:lnTo>
                    <a:pt x="6404390" y="537506"/>
                  </a:lnTo>
                  <a:lnTo>
                    <a:pt x="6404516" y="537506"/>
                  </a:lnTo>
                  <a:lnTo>
                    <a:pt x="6404641" y="537506"/>
                  </a:lnTo>
                  <a:lnTo>
                    <a:pt x="6404766" y="537506"/>
                  </a:lnTo>
                  <a:lnTo>
                    <a:pt x="6404891" y="537506"/>
                  </a:lnTo>
                  <a:lnTo>
                    <a:pt x="6405016" y="537506"/>
                  </a:lnTo>
                  <a:lnTo>
                    <a:pt x="6405141" y="537506"/>
                  </a:lnTo>
                  <a:lnTo>
                    <a:pt x="6405266" y="537506"/>
                  </a:lnTo>
                  <a:lnTo>
                    <a:pt x="6405391" y="537506"/>
                  </a:lnTo>
                  <a:lnTo>
                    <a:pt x="6405516" y="537506"/>
                  </a:lnTo>
                  <a:lnTo>
                    <a:pt x="6405641" y="537506"/>
                  </a:lnTo>
                  <a:lnTo>
                    <a:pt x="6405766" y="537506"/>
                  </a:lnTo>
                  <a:lnTo>
                    <a:pt x="6405891" y="537506"/>
                  </a:lnTo>
                  <a:lnTo>
                    <a:pt x="6406016" y="537506"/>
                  </a:lnTo>
                  <a:lnTo>
                    <a:pt x="6406141" y="537506"/>
                  </a:lnTo>
                  <a:lnTo>
                    <a:pt x="6406266" y="537506"/>
                  </a:lnTo>
                  <a:lnTo>
                    <a:pt x="6406391" y="537506"/>
                  </a:lnTo>
                  <a:lnTo>
                    <a:pt x="6406516" y="537506"/>
                  </a:lnTo>
                  <a:lnTo>
                    <a:pt x="6406641" y="537506"/>
                  </a:lnTo>
                  <a:lnTo>
                    <a:pt x="6406766" y="537506"/>
                  </a:lnTo>
                  <a:lnTo>
                    <a:pt x="6406891" y="537506"/>
                  </a:lnTo>
                  <a:lnTo>
                    <a:pt x="6407016" y="537506"/>
                  </a:lnTo>
                  <a:lnTo>
                    <a:pt x="6407141" y="537506"/>
                  </a:lnTo>
                  <a:lnTo>
                    <a:pt x="6407266" y="537506"/>
                  </a:lnTo>
                  <a:lnTo>
                    <a:pt x="6407391" y="537506"/>
                  </a:lnTo>
                  <a:lnTo>
                    <a:pt x="6407517" y="537506"/>
                  </a:lnTo>
                  <a:lnTo>
                    <a:pt x="6407642" y="537506"/>
                  </a:lnTo>
                  <a:lnTo>
                    <a:pt x="6407767" y="537506"/>
                  </a:lnTo>
                  <a:lnTo>
                    <a:pt x="6407892" y="537506"/>
                  </a:lnTo>
                  <a:lnTo>
                    <a:pt x="6408017" y="537506"/>
                  </a:lnTo>
                  <a:lnTo>
                    <a:pt x="6408142" y="537506"/>
                  </a:lnTo>
                  <a:lnTo>
                    <a:pt x="6408267" y="537506"/>
                  </a:lnTo>
                  <a:lnTo>
                    <a:pt x="6408392" y="537506"/>
                  </a:lnTo>
                  <a:lnTo>
                    <a:pt x="6408517" y="537506"/>
                  </a:lnTo>
                  <a:lnTo>
                    <a:pt x="6408642" y="537506"/>
                  </a:lnTo>
                  <a:lnTo>
                    <a:pt x="6408767" y="537506"/>
                  </a:lnTo>
                  <a:lnTo>
                    <a:pt x="6408892" y="537506"/>
                  </a:lnTo>
                  <a:lnTo>
                    <a:pt x="6409017" y="537506"/>
                  </a:lnTo>
                  <a:lnTo>
                    <a:pt x="6409142" y="537506"/>
                  </a:lnTo>
                  <a:lnTo>
                    <a:pt x="6409267" y="537506"/>
                  </a:lnTo>
                  <a:lnTo>
                    <a:pt x="6409392" y="537506"/>
                  </a:lnTo>
                  <a:lnTo>
                    <a:pt x="6409517" y="537506"/>
                  </a:lnTo>
                  <a:lnTo>
                    <a:pt x="6409642" y="537506"/>
                  </a:lnTo>
                  <a:lnTo>
                    <a:pt x="6409767" y="537506"/>
                  </a:lnTo>
                  <a:lnTo>
                    <a:pt x="6409892" y="537506"/>
                  </a:lnTo>
                  <a:lnTo>
                    <a:pt x="6410017" y="537506"/>
                  </a:lnTo>
                  <a:lnTo>
                    <a:pt x="6410142" y="537506"/>
                  </a:lnTo>
                  <a:lnTo>
                    <a:pt x="6410267" y="537506"/>
                  </a:lnTo>
                  <a:lnTo>
                    <a:pt x="6410392" y="537506"/>
                  </a:lnTo>
                  <a:lnTo>
                    <a:pt x="6410518" y="537506"/>
                  </a:lnTo>
                  <a:lnTo>
                    <a:pt x="6410643" y="537506"/>
                  </a:lnTo>
                  <a:lnTo>
                    <a:pt x="6410768" y="537506"/>
                  </a:lnTo>
                  <a:lnTo>
                    <a:pt x="6410893" y="537506"/>
                  </a:lnTo>
                  <a:lnTo>
                    <a:pt x="6411018" y="537506"/>
                  </a:lnTo>
                  <a:lnTo>
                    <a:pt x="6411143" y="537506"/>
                  </a:lnTo>
                  <a:lnTo>
                    <a:pt x="6411268" y="537506"/>
                  </a:lnTo>
                  <a:lnTo>
                    <a:pt x="6411393" y="537506"/>
                  </a:lnTo>
                  <a:lnTo>
                    <a:pt x="6411518" y="537506"/>
                  </a:lnTo>
                  <a:lnTo>
                    <a:pt x="6411643" y="537506"/>
                  </a:lnTo>
                  <a:lnTo>
                    <a:pt x="6411768" y="537506"/>
                  </a:lnTo>
                  <a:lnTo>
                    <a:pt x="6411893" y="537506"/>
                  </a:lnTo>
                  <a:lnTo>
                    <a:pt x="6412018" y="537506"/>
                  </a:lnTo>
                  <a:lnTo>
                    <a:pt x="6412143" y="537506"/>
                  </a:lnTo>
                  <a:lnTo>
                    <a:pt x="6412268" y="537506"/>
                  </a:lnTo>
                  <a:lnTo>
                    <a:pt x="6412393" y="537506"/>
                  </a:lnTo>
                  <a:lnTo>
                    <a:pt x="6412518" y="537506"/>
                  </a:lnTo>
                  <a:lnTo>
                    <a:pt x="6412643" y="537506"/>
                  </a:lnTo>
                  <a:lnTo>
                    <a:pt x="6412768" y="537506"/>
                  </a:lnTo>
                  <a:lnTo>
                    <a:pt x="6412893" y="537506"/>
                  </a:lnTo>
                  <a:lnTo>
                    <a:pt x="6413018" y="537506"/>
                  </a:lnTo>
                  <a:lnTo>
                    <a:pt x="6413143" y="537506"/>
                  </a:lnTo>
                  <a:lnTo>
                    <a:pt x="6413268" y="537506"/>
                  </a:lnTo>
                  <a:lnTo>
                    <a:pt x="6413393" y="537506"/>
                  </a:lnTo>
                  <a:lnTo>
                    <a:pt x="6413519" y="537506"/>
                  </a:lnTo>
                  <a:lnTo>
                    <a:pt x="6413644" y="537506"/>
                  </a:lnTo>
                  <a:lnTo>
                    <a:pt x="6413769" y="537506"/>
                  </a:lnTo>
                  <a:lnTo>
                    <a:pt x="6413894" y="537506"/>
                  </a:lnTo>
                  <a:lnTo>
                    <a:pt x="6414019" y="537506"/>
                  </a:lnTo>
                  <a:lnTo>
                    <a:pt x="6414144" y="537506"/>
                  </a:lnTo>
                  <a:lnTo>
                    <a:pt x="6414269" y="537506"/>
                  </a:lnTo>
                  <a:lnTo>
                    <a:pt x="6414394" y="537506"/>
                  </a:lnTo>
                  <a:lnTo>
                    <a:pt x="6414519" y="537506"/>
                  </a:lnTo>
                  <a:lnTo>
                    <a:pt x="6414644" y="537506"/>
                  </a:lnTo>
                  <a:lnTo>
                    <a:pt x="6414769" y="537506"/>
                  </a:lnTo>
                  <a:lnTo>
                    <a:pt x="6414894" y="537506"/>
                  </a:lnTo>
                  <a:lnTo>
                    <a:pt x="6415019" y="537506"/>
                  </a:lnTo>
                  <a:lnTo>
                    <a:pt x="6415144" y="537506"/>
                  </a:lnTo>
                  <a:lnTo>
                    <a:pt x="6415269" y="537506"/>
                  </a:lnTo>
                  <a:lnTo>
                    <a:pt x="6415394" y="537506"/>
                  </a:lnTo>
                  <a:lnTo>
                    <a:pt x="6415519" y="537506"/>
                  </a:lnTo>
                  <a:lnTo>
                    <a:pt x="6415644" y="537506"/>
                  </a:lnTo>
                  <a:lnTo>
                    <a:pt x="6415769" y="537506"/>
                  </a:lnTo>
                  <a:lnTo>
                    <a:pt x="6415894" y="537506"/>
                  </a:lnTo>
                  <a:lnTo>
                    <a:pt x="6416019" y="537506"/>
                  </a:lnTo>
                  <a:lnTo>
                    <a:pt x="6416144" y="537506"/>
                  </a:lnTo>
                  <a:lnTo>
                    <a:pt x="6416269" y="537506"/>
                  </a:lnTo>
                  <a:lnTo>
                    <a:pt x="6416394" y="537506"/>
                  </a:lnTo>
                  <a:lnTo>
                    <a:pt x="6416520" y="537506"/>
                  </a:lnTo>
                  <a:lnTo>
                    <a:pt x="6416645" y="537506"/>
                  </a:lnTo>
                  <a:lnTo>
                    <a:pt x="6416770" y="537506"/>
                  </a:lnTo>
                  <a:lnTo>
                    <a:pt x="6416895" y="537506"/>
                  </a:lnTo>
                  <a:lnTo>
                    <a:pt x="6417020" y="537506"/>
                  </a:lnTo>
                  <a:lnTo>
                    <a:pt x="6417145" y="537506"/>
                  </a:lnTo>
                  <a:lnTo>
                    <a:pt x="6417270" y="537506"/>
                  </a:lnTo>
                  <a:lnTo>
                    <a:pt x="6417395" y="537506"/>
                  </a:lnTo>
                  <a:lnTo>
                    <a:pt x="6417520" y="537506"/>
                  </a:lnTo>
                  <a:lnTo>
                    <a:pt x="6417645" y="537506"/>
                  </a:lnTo>
                  <a:lnTo>
                    <a:pt x="6417770" y="537506"/>
                  </a:lnTo>
                  <a:lnTo>
                    <a:pt x="6417895" y="537506"/>
                  </a:lnTo>
                  <a:lnTo>
                    <a:pt x="6418020" y="537506"/>
                  </a:lnTo>
                  <a:lnTo>
                    <a:pt x="6418145" y="537506"/>
                  </a:lnTo>
                  <a:lnTo>
                    <a:pt x="6418270" y="537506"/>
                  </a:lnTo>
                  <a:lnTo>
                    <a:pt x="6418395" y="537506"/>
                  </a:lnTo>
                  <a:lnTo>
                    <a:pt x="6418520" y="537506"/>
                  </a:lnTo>
                  <a:lnTo>
                    <a:pt x="6418645" y="537506"/>
                  </a:lnTo>
                  <a:lnTo>
                    <a:pt x="6418770" y="537506"/>
                  </a:lnTo>
                  <a:lnTo>
                    <a:pt x="6418895" y="537506"/>
                  </a:lnTo>
                  <a:lnTo>
                    <a:pt x="6419020" y="537506"/>
                  </a:lnTo>
                  <a:lnTo>
                    <a:pt x="6419145" y="537506"/>
                  </a:lnTo>
                  <a:lnTo>
                    <a:pt x="6419270" y="537506"/>
                  </a:lnTo>
                  <a:lnTo>
                    <a:pt x="6419395" y="537506"/>
                  </a:lnTo>
                  <a:lnTo>
                    <a:pt x="6419521" y="537506"/>
                  </a:lnTo>
                  <a:lnTo>
                    <a:pt x="6419646" y="537506"/>
                  </a:lnTo>
                  <a:lnTo>
                    <a:pt x="6419771" y="537506"/>
                  </a:lnTo>
                  <a:lnTo>
                    <a:pt x="6419896" y="537506"/>
                  </a:lnTo>
                  <a:lnTo>
                    <a:pt x="6420021" y="537506"/>
                  </a:lnTo>
                  <a:lnTo>
                    <a:pt x="6420146" y="537506"/>
                  </a:lnTo>
                  <a:lnTo>
                    <a:pt x="6420271" y="537506"/>
                  </a:lnTo>
                  <a:lnTo>
                    <a:pt x="6420396" y="537506"/>
                  </a:lnTo>
                  <a:lnTo>
                    <a:pt x="6420521" y="537506"/>
                  </a:lnTo>
                  <a:lnTo>
                    <a:pt x="6420646" y="537506"/>
                  </a:lnTo>
                  <a:lnTo>
                    <a:pt x="6420771" y="537506"/>
                  </a:lnTo>
                  <a:lnTo>
                    <a:pt x="6420896" y="537506"/>
                  </a:lnTo>
                  <a:lnTo>
                    <a:pt x="6421021" y="537506"/>
                  </a:lnTo>
                  <a:lnTo>
                    <a:pt x="6421146" y="537506"/>
                  </a:lnTo>
                  <a:lnTo>
                    <a:pt x="6421271" y="537506"/>
                  </a:lnTo>
                  <a:lnTo>
                    <a:pt x="6421396" y="537506"/>
                  </a:lnTo>
                  <a:lnTo>
                    <a:pt x="6421521" y="537506"/>
                  </a:lnTo>
                  <a:lnTo>
                    <a:pt x="6421646" y="537506"/>
                  </a:lnTo>
                  <a:lnTo>
                    <a:pt x="6421771" y="537506"/>
                  </a:lnTo>
                  <a:lnTo>
                    <a:pt x="6421896" y="537506"/>
                  </a:lnTo>
                  <a:lnTo>
                    <a:pt x="6422021" y="537506"/>
                  </a:lnTo>
                  <a:lnTo>
                    <a:pt x="6422146" y="537506"/>
                  </a:lnTo>
                  <a:lnTo>
                    <a:pt x="6422271" y="537506"/>
                  </a:lnTo>
                  <a:lnTo>
                    <a:pt x="6422396" y="537506"/>
                  </a:lnTo>
                  <a:lnTo>
                    <a:pt x="6422522" y="537506"/>
                  </a:lnTo>
                  <a:lnTo>
                    <a:pt x="6422647" y="537506"/>
                  </a:lnTo>
                  <a:lnTo>
                    <a:pt x="6422772" y="537506"/>
                  </a:lnTo>
                  <a:lnTo>
                    <a:pt x="6422897" y="537506"/>
                  </a:lnTo>
                  <a:lnTo>
                    <a:pt x="6423022" y="537506"/>
                  </a:lnTo>
                  <a:lnTo>
                    <a:pt x="6423147" y="537506"/>
                  </a:lnTo>
                  <a:lnTo>
                    <a:pt x="6423272" y="537506"/>
                  </a:lnTo>
                  <a:lnTo>
                    <a:pt x="6423397" y="537506"/>
                  </a:lnTo>
                  <a:lnTo>
                    <a:pt x="6423522" y="537506"/>
                  </a:lnTo>
                  <a:lnTo>
                    <a:pt x="6423647" y="537506"/>
                  </a:lnTo>
                  <a:lnTo>
                    <a:pt x="6423772" y="537506"/>
                  </a:lnTo>
                  <a:lnTo>
                    <a:pt x="6423897" y="537506"/>
                  </a:lnTo>
                  <a:lnTo>
                    <a:pt x="6424022" y="537506"/>
                  </a:lnTo>
                  <a:lnTo>
                    <a:pt x="6424147" y="537506"/>
                  </a:lnTo>
                  <a:lnTo>
                    <a:pt x="6424272" y="537506"/>
                  </a:lnTo>
                  <a:lnTo>
                    <a:pt x="6424397" y="537506"/>
                  </a:lnTo>
                  <a:lnTo>
                    <a:pt x="6424522" y="537506"/>
                  </a:lnTo>
                  <a:lnTo>
                    <a:pt x="6424647" y="537506"/>
                  </a:lnTo>
                  <a:lnTo>
                    <a:pt x="6424772" y="537506"/>
                  </a:lnTo>
                  <a:lnTo>
                    <a:pt x="6424897" y="537506"/>
                  </a:lnTo>
                  <a:lnTo>
                    <a:pt x="6425022" y="537506"/>
                  </a:lnTo>
                  <a:lnTo>
                    <a:pt x="6425147" y="537506"/>
                  </a:lnTo>
                  <a:lnTo>
                    <a:pt x="6425272" y="537506"/>
                  </a:lnTo>
                  <a:lnTo>
                    <a:pt x="6425397" y="537506"/>
                  </a:lnTo>
                  <a:lnTo>
                    <a:pt x="6425523" y="537506"/>
                  </a:lnTo>
                  <a:lnTo>
                    <a:pt x="6425648" y="537506"/>
                  </a:lnTo>
                  <a:lnTo>
                    <a:pt x="6425773" y="537506"/>
                  </a:lnTo>
                  <a:lnTo>
                    <a:pt x="6425898" y="537506"/>
                  </a:lnTo>
                  <a:lnTo>
                    <a:pt x="6426023" y="537506"/>
                  </a:lnTo>
                  <a:lnTo>
                    <a:pt x="6426148" y="537506"/>
                  </a:lnTo>
                  <a:lnTo>
                    <a:pt x="6426273" y="537506"/>
                  </a:lnTo>
                  <a:lnTo>
                    <a:pt x="6426398" y="537506"/>
                  </a:lnTo>
                  <a:lnTo>
                    <a:pt x="6426523" y="537506"/>
                  </a:lnTo>
                  <a:lnTo>
                    <a:pt x="6426648" y="537506"/>
                  </a:lnTo>
                  <a:lnTo>
                    <a:pt x="6426773" y="537506"/>
                  </a:lnTo>
                  <a:lnTo>
                    <a:pt x="6426898" y="537506"/>
                  </a:lnTo>
                  <a:lnTo>
                    <a:pt x="6427023" y="537506"/>
                  </a:lnTo>
                  <a:lnTo>
                    <a:pt x="6427148" y="537506"/>
                  </a:lnTo>
                  <a:lnTo>
                    <a:pt x="6427273" y="537506"/>
                  </a:lnTo>
                  <a:lnTo>
                    <a:pt x="6427398" y="537506"/>
                  </a:lnTo>
                  <a:lnTo>
                    <a:pt x="6427523" y="537506"/>
                  </a:lnTo>
                  <a:lnTo>
                    <a:pt x="6427648" y="537506"/>
                  </a:lnTo>
                  <a:lnTo>
                    <a:pt x="6427773" y="537506"/>
                  </a:lnTo>
                  <a:lnTo>
                    <a:pt x="6427898" y="537506"/>
                  </a:lnTo>
                  <a:lnTo>
                    <a:pt x="6428023" y="537506"/>
                  </a:lnTo>
                  <a:lnTo>
                    <a:pt x="6428148" y="537506"/>
                  </a:lnTo>
                  <a:lnTo>
                    <a:pt x="6428273" y="537506"/>
                  </a:lnTo>
                  <a:lnTo>
                    <a:pt x="6428398" y="537506"/>
                  </a:lnTo>
                  <a:lnTo>
                    <a:pt x="6428524" y="537506"/>
                  </a:lnTo>
                  <a:lnTo>
                    <a:pt x="6428649" y="537506"/>
                  </a:lnTo>
                  <a:lnTo>
                    <a:pt x="6428774" y="537506"/>
                  </a:lnTo>
                  <a:lnTo>
                    <a:pt x="6428899" y="537506"/>
                  </a:lnTo>
                  <a:lnTo>
                    <a:pt x="6429024" y="537506"/>
                  </a:lnTo>
                  <a:lnTo>
                    <a:pt x="6429149" y="537506"/>
                  </a:lnTo>
                  <a:lnTo>
                    <a:pt x="6429274" y="537506"/>
                  </a:lnTo>
                  <a:lnTo>
                    <a:pt x="6429399" y="537506"/>
                  </a:lnTo>
                  <a:lnTo>
                    <a:pt x="6429524" y="537506"/>
                  </a:lnTo>
                  <a:lnTo>
                    <a:pt x="6429649" y="537506"/>
                  </a:lnTo>
                  <a:lnTo>
                    <a:pt x="6429774" y="537506"/>
                  </a:lnTo>
                  <a:lnTo>
                    <a:pt x="6429899" y="537506"/>
                  </a:lnTo>
                  <a:lnTo>
                    <a:pt x="6430024" y="537506"/>
                  </a:lnTo>
                  <a:lnTo>
                    <a:pt x="6430149" y="537506"/>
                  </a:lnTo>
                  <a:lnTo>
                    <a:pt x="6430274" y="537506"/>
                  </a:lnTo>
                  <a:lnTo>
                    <a:pt x="6430399" y="537506"/>
                  </a:lnTo>
                  <a:lnTo>
                    <a:pt x="6430524" y="537506"/>
                  </a:lnTo>
                  <a:lnTo>
                    <a:pt x="6430649" y="537506"/>
                  </a:lnTo>
                  <a:lnTo>
                    <a:pt x="6430774" y="537506"/>
                  </a:lnTo>
                  <a:lnTo>
                    <a:pt x="6430899" y="537506"/>
                  </a:lnTo>
                  <a:lnTo>
                    <a:pt x="6431024" y="537506"/>
                  </a:lnTo>
                  <a:lnTo>
                    <a:pt x="6431149" y="537506"/>
                  </a:lnTo>
                  <a:lnTo>
                    <a:pt x="6431274" y="537506"/>
                  </a:lnTo>
                  <a:lnTo>
                    <a:pt x="6431399" y="537506"/>
                  </a:lnTo>
                  <a:lnTo>
                    <a:pt x="6431525" y="537506"/>
                  </a:lnTo>
                  <a:lnTo>
                    <a:pt x="6431650" y="537506"/>
                  </a:lnTo>
                  <a:lnTo>
                    <a:pt x="6431775" y="537506"/>
                  </a:lnTo>
                  <a:lnTo>
                    <a:pt x="6431900" y="537506"/>
                  </a:lnTo>
                  <a:lnTo>
                    <a:pt x="6432025" y="537506"/>
                  </a:lnTo>
                  <a:lnTo>
                    <a:pt x="6432150" y="537506"/>
                  </a:lnTo>
                  <a:lnTo>
                    <a:pt x="6432275" y="537506"/>
                  </a:lnTo>
                  <a:lnTo>
                    <a:pt x="6432400" y="537506"/>
                  </a:lnTo>
                  <a:lnTo>
                    <a:pt x="6432525" y="537506"/>
                  </a:lnTo>
                  <a:lnTo>
                    <a:pt x="6432650" y="537506"/>
                  </a:lnTo>
                  <a:lnTo>
                    <a:pt x="6432775" y="537506"/>
                  </a:lnTo>
                  <a:lnTo>
                    <a:pt x="6432900" y="537506"/>
                  </a:lnTo>
                  <a:lnTo>
                    <a:pt x="6433025" y="537506"/>
                  </a:lnTo>
                  <a:lnTo>
                    <a:pt x="6433150" y="537506"/>
                  </a:lnTo>
                  <a:lnTo>
                    <a:pt x="6433275" y="537506"/>
                  </a:lnTo>
                  <a:lnTo>
                    <a:pt x="6433400" y="537506"/>
                  </a:lnTo>
                  <a:lnTo>
                    <a:pt x="6433525" y="537506"/>
                  </a:lnTo>
                  <a:lnTo>
                    <a:pt x="6433650" y="537506"/>
                  </a:lnTo>
                  <a:lnTo>
                    <a:pt x="6433775" y="537506"/>
                  </a:lnTo>
                  <a:lnTo>
                    <a:pt x="6433900" y="537506"/>
                  </a:lnTo>
                  <a:lnTo>
                    <a:pt x="6434025" y="537506"/>
                  </a:lnTo>
                  <a:lnTo>
                    <a:pt x="6434150" y="537506"/>
                  </a:lnTo>
                  <a:lnTo>
                    <a:pt x="6434275" y="537506"/>
                  </a:lnTo>
                  <a:lnTo>
                    <a:pt x="6434400" y="537506"/>
                  </a:lnTo>
                  <a:lnTo>
                    <a:pt x="6434526" y="537506"/>
                  </a:lnTo>
                  <a:lnTo>
                    <a:pt x="6434651" y="537506"/>
                  </a:lnTo>
                  <a:lnTo>
                    <a:pt x="6434776" y="537506"/>
                  </a:lnTo>
                  <a:lnTo>
                    <a:pt x="6434901" y="537506"/>
                  </a:lnTo>
                  <a:lnTo>
                    <a:pt x="6435026" y="537506"/>
                  </a:lnTo>
                  <a:lnTo>
                    <a:pt x="6435151" y="537506"/>
                  </a:lnTo>
                  <a:lnTo>
                    <a:pt x="6435276" y="537506"/>
                  </a:lnTo>
                  <a:lnTo>
                    <a:pt x="6435401" y="537506"/>
                  </a:lnTo>
                  <a:lnTo>
                    <a:pt x="6435526" y="537506"/>
                  </a:lnTo>
                  <a:lnTo>
                    <a:pt x="6435651" y="537506"/>
                  </a:lnTo>
                  <a:lnTo>
                    <a:pt x="6435776" y="537506"/>
                  </a:lnTo>
                  <a:lnTo>
                    <a:pt x="6435901" y="537506"/>
                  </a:lnTo>
                  <a:lnTo>
                    <a:pt x="6436026" y="537506"/>
                  </a:lnTo>
                  <a:lnTo>
                    <a:pt x="6436151" y="537506"/>
                  </a:lnTo>
                  <a:lnTo>
                    <a:pt x="6436276" y="537506"/>
                  </a:lnTo>
                  <a:lnTo>
                    <a:pt x="6436276" y="527552"/>
                  </a:lnTo>
                  <a:lnTo>
                    <a:pt x="6436401" y="527552"/>
                  </a:lnTo>
                  <a:lnTo>
                    <a:pt x="6436526" y="527552"/>
                  </a:lnTo>
                  <a:lnTo>
                    <a:pt x="6436651" y="527552"/>
                  </a:lnTo>
                  <a:lnTo>
                    <a:pt x="6436776" y="527552"/>
                  </a:lnTo>
                  <a:lnTo>
                    <a:pt x="6436901" y="527552"/>
                  </a:lnTo>
                  <a:lnTo>
                    <a:pt x="6437026" y="527552"/>
                  </a:lnTo>
                  <a:lnTo>
                    <a:pt x="6437151" y="527552"/>
                  </a:lnTo>
                  <a:lnTo>
                    <a:pt x="6437276" y="527552"/>
                  </a:lnTo>
                  <a:lnTo>
                    <a:pt x="6437401" y="527552"/>
                  </a:lnTo>
                  <a:lnTo>
                    <a:pt x="6437527" y="527552"/>
                  </a:lnTo>
                  <a:lnTo>
                    <a:pt x="6437652" y="527552"/>
                  </a:lnTo>
                  <a:lnTo>
                    <a:pt x="6437777" y="527552"/>
                  </a:lnTo>
                  <a:lnTo>
                    <a:pt x="6437902" y="527552"/>
                  </a:lnTo>
                  <a:lnTo>
                    <a:pt x="6438027" y="527552"/>
                  </a:lnTo>
                  <a:lnTo>
                    <a:pt x="6438152" y="527552"/>
                  </a:lnTo>
                  <a:lnTo>
                    <a:pt x="6438277" y="527552"/>
                  </a:lnTo>
                  <a:lnTo>
                    <a:pt x="6438402" y="527552"/>
                  </a:lnTo>
                  <a:lnTo>
                    <a:pt x="6438527" y="527552"/>
                  </a:lnTo>
                  <a:lnTo>
                    <a:pt x="6438652" y="527552"/>
                  </a:lnTo>
                  <a:lnTo>
                    <a:pt x="6438777" y="527552"/>
                  </a:lnTo>
                  <a:lnTo>
                    <a:pt x="6438902" y="527552"/>
                  </a:lnTo>
                  <a:lnTo>
                    <a:pt x="6439027" y="527552"/>
                  </a:lnTo>
                  <a:lnTo>
                    <a:pt x="6439152" y="527552"/>
                  </a:lnTo>
                  <a:lnTo>
                    <a:pt x="6439277" y="527552"/>
                  </a:lnTo>
                  <a:lnTo>
                    <a:pt x="6439402" y="527552"/>
                  </a:lnTo>
                  <a:lnTo>
                    <a:pt x="6439527" y="527552"/>
                  </a:lnTo>
                  <a:lnTo>
                    <a:pt x="6439652" y="527552"/>
                  </a:lnTo>
                  <a:lnTo>
                    <a:pt x="6439777" y="527552"/>
                  </a:lnTo>
                  <a:lnTo>
                    <a:pt x="6439902" y="527552"/>
                  </a:lnTo>
                  <a:lnTo>
                    <a:pt x="6440027" y="527552"/>
                  </a:lnTo>
                  <a:lnTo>
                    <a:pt x="6440152" y="527552"/>
                  </a:lnTo>
                  <a:lnTo>
                    <a:pt x="6440277" y="527552"/>
                  </a:lnTo>
                  <a:lnTo>
                    <a:pt x="6440402" y="527552"/>
                  </a:lnTo>
                  <a:lnTo>
                    <a:pt x="6440528" y="527552"/>
                  </a:lnTo>
                  <a:lnTo>
                    <a:pt x="6440653" y="527552"/>
                  </a:lnTo>
                  <a:lnTo>
                    <a:pt x="6440778" y="527552"/>
                  </a:lnTo>
                  <a:lnTo>
                    <a:pt x="6440903" y="527552"/>
                  </a:lnTo>
                  <a:lnTo>
                    <a:pt x="6441028" y="527552"/>
                  </a:lnTo>
                  <a:lnTo>
                    <a:pt x="6441153" y="527552"/>
                  </a:lnTo>
                  <a:lnTo>
                    <a:pt x="6441278" y="527552"/>
                  </a:lnTo>
                  <a:lnTo>
                    <a:pt x="6441403" y="527552"/>
                  </a:lnTo>
                  <a:lnTo>
                    <a:pt x="6441528" y="527552"/>
                  </a:lnTo>
                  <a:lnTo>
                    <a:pt x="6441653" y="527552"/>
                  </a:lnTo>
                  <a:lnTo>
                    <a:pt x="6441778" y="527552"/>
                  </a:lnTo>
                  <a:lnTo>
                    <a:pt x="6441903" y="527552"/>
                  </a:lnTo>
                  <a:lnTo>
                    <a:pt x="6442028" y="527552"/>
                  </a:lnTo>
                  <a:lnTo>
                    <a:pt x="6442153" y="527552"/>
                  </a:lnTo>
                  <a:lnTo>
                    <a:pt x="6442278" y="527552"/>
                  </a:lnTo>
                  <a:lnTo>
                    <a:pt x="6442403" y="527552"/>
                  </a:lnTo>
                  <a:lnTo>
                    <a:pt x="6442528" y="527552"/>
                  </a:lnTo>
                  <a:lnTo>
                    <a:pt x="6442653" y="527552"/>
                  </a:lnTo>
                  <a:lnTo>
                    <a:pt x="6442778" y="527552"/>
                  </a:lnTo>
                  <a:lnTo>
                    <a:pt x="6442903" y="527552"/>
                  </a:lnTo>
                  <a:lnTo>
                    <a:pt x="6443028" y="527552"/>
                  </a:lnTo>
                  <a:lnTo>
                    <a:pt x="6443153" y="527552"/>
                  </a:lnTo>
                  <a:lnTo>
                    <a:pt x="6443278" y="527552"/>
                  </a:lnTo>
                  <a:lnTo>
                    <a:pt x="6443404" y="527552"/>
                  </a:lnTo>
                  <a:lnTo>
                    <a:pt x="6443529" y="527552"/>
                  </a:lnTo>
                  <a:lnTo>
                    <a:pt x="6443654" y="527552"/>
                  </a:lnTo>
                  <a:lnTo>
                    <a:pt x="6443779" y="527552"/>
                  </a:lnTo>
                  <a:lnTo>
                    <a:pt x="6443904" y="527552"/>
                  </a:lnTo>
                  <a:lnTo>
                    <a:pt x="6444029" y="527552"/>
                  </a:lnTo>
                  <a:lnTo>
                    <a:pt x="6444154" y="527552"/>
                  </a:lnTo>
                  <a:lnTo>
                    <a:pt x="6444279" y="527552"/>
                  </a:lnTo>
                  <a:lnTo>
                    <a:pt x="6444404" y="527552"/>
                  </a:lnTo>
                  <a:lnTo>
                    <a:pt x="6444529" y="527552"/>
                  </a:lnTo>
                  <a:lnTo>
                    <a:pt x="6444654" y="527552"/>
                  </a:lnTo>
                  <a:lnTo>
                    <a:pt x="6444779" y="527552"/>
                  </a:lnTo>
                  <a:lnTo>
                    <a:pt x="6444904" y="527552"/>
                  </a:lnTo>
                  <a:lnTo>
                    <a:pt x="6445029" y="527552"/>
                  </a:lnTo>
                  <a:lnTo>
                    <a:pt x="6445154" y="527552"/>
                  </a:lnTo>
                  <a:lnTo>
                    <a:pt x="6445279" y="527552"/>
                  </a:lnTo>
                  <a:lnTo>
                    <a:pt x="6445404" y="527552"/>
                  </a:lnTo>
                  <a:lnTo>
                    <a:pt x="6445529" y="527552"/>
                  </a:lnTo>
                  <a:lnTo>
                    <a:pt x="6445654" y="527552"/>
                  </a:lnTo>
                  <a:lnTo>
                    <a:pt x="6445779" y="527552"/>
                  </a:lnTo>
                  <a:lnTo>
                    <a:pt x="6445904" y="527552"/>
                  </a:lnTo>
                  <a:lnTo>
                    <a:pt x="6446029" y="527552"/>
                  </a:lnTo>
                  <a:lnTo>
                    <a:pt x="6446154" y="527552"/>
                  </a:lnTo>
                  <a:lnTo>
                    <a:pt x="6446279" y="527552"/>
                  </a:lnTo>
                  <a:lnTo>
                    <a:pt x="6446405" y="527552"/>
                  </a:lnTo>
                  <a:lnTo>
                    <a:pt x="6446530" y="527552"/>
                  </a:lnTo>
                  <a:lnTo>
                    <a:pt x="6446655" y="527552"/>
                  </a:lnTo>
                  <a:lnTo>
                    <a:pt x="6446780" y="527552"/>
                  </a:lnTo>
                  <a:lnTo>
                    <a:pt x="6446905" y="527552"/>
                  </a:lnTo>
                  <a:lnTo>
                    <a:pt x="6447030" y="527552"/>
                  </a:lnTo>
                  <a:lnTo>
                    <a:pt x="6447155" y="527552"/>
                  </a:lnTo>
                  <a:lnTo>
                    <a:pt x="6447280" y="527552"/>
                  </a:lnTo>
                  <a:lnTo>
                    <a:pt x="6447405" y="527552"/>
                  </a:lnTo>
                  <a:lnTo>
                    <a:pt x="6447530" y="527552"/>
                  </a:lnTo>
                  <a:lnTo>
                    <a:pt x="6447655" y="527552"/>
                  </a:lnTo>
                  <a:lnTo>
                    <a:pt x="6447780" y="527552"/>
                  </a:lnTo>
                  <a:lnTo>
                    <a:pt x="6447905" y="527552"/>
                  </a:lnTo>
                  <a:lnTo>
                    <a:pt x="6448030" y="527552"/>
                  </a:lnTo>
                  <a:lnTo>
                    <a:pt x="6448155" y="527552"/>
                  </a:lnTo>
                  <a:lnTo>
                    <a:pt x="6448280" y="527552"/>
                  </a:lnTo>
                  <a:lnTo>
                    <a:pt x="6448405" y="527552"/>
                  </a:lnTo>
                  <a:lnTo>
                    <a:pt x="6448530" y="527552"/>
                  </a:lnTo>
                  <a:lnTo>
                    <a:pt x="6448655" y="527552"/>
                  </a:lnTo>
                  <a:lnTo>
                    <a:pt x="6448780" y="527552"/>
                  </a:lnTo>
                  <a:lnTo>
                    <a:pt x="6448905" y="527552"/>
                  </a:lnTo>
                  <a:lnTo>
                    <a:pt x="6449030" y="527552"/>
                  </a:lnTo>
                  <a:lnTo>
                    <a:pt x="6449155" y="527552"/>
                  </a:lnTo>
                  <a:lnTo>
                    <a:pt x="6449280" y="527552"/>
                  </a:lnTo>
                  <a:lnTo>
                    <a:pt x="6449406" y="527552"/>
                  </a:lnTo>
                  <a:lnTo>
                    <a:pt x="6449531" y="527552"/>
                  </a:lnTo>
                  <a:lnTo>
                    <a:pt x="6449656" y="527552"/>
                  </a:lnTo>
                  <a:lnTo>
                    <a:pt x="6449781" y="527552"/>
                  </a:lnTo>
                  <a:lnTo>
                    <a:pt x="6449906" y="527552"/>
                  </a:lnTo>
                  <a:lnTo>
                    <a:pt x="6450031" y="527552"/>
                  </a:lnTo>
                  <a:lnTo>
                    <a:pt x="6450156" y="527552"/>
                  </a:lnTo>
                  <a:lnTo>
                    <a:pt x="6450281" y="527552"/>
                  </a:lnTo>
                  <a:lnTo>
                    <a:pt x="6450406" y="527552"/>
                  </a:lnTo>
                  <a:lnTo>
                    <a:pt x="6450531" y="527552"/>
                  </a:lnTo>
                  <a:lnTo>
                    <a:pt x="6450656" y="527552"/>
                  </a:lnTo>
                  <a:lnTo>
                    <a:pt x="6450781" y="527552"/>
                  </a:lnTo>
                  <a:lnTo>
                    <a:pt x="6450906" y="527552"/>
                  </a:lnTo>
                  <a:lnTo>
                    <a:pt x="6451031" y="527552"/>
                  </a:lnTo>
                  <a:lnTo>
                    <a:pt x="6451156" y="527552"/>
                  </a:lnTo>
                  <a:lnTo>
                    <a:pt x="6451281" y="527552"/>
                  </a:lnTo>
                  <a:lnTo>
                    <a:pt x="6451406" y="527552"/>
                  </a:lnTo>
                  <a:lnTo>
                    <a:pt x="6451531" y="527552"/>
                  </a:lnTo>
                  <a:lnTo>
                    <a:pt x="6451656" y="527552"/>
                  </a:lnTo>
                  <a:lnTo>
                    <a:pt x="6451781" y="527552"/>
                  </a:lnTo>
                  <a:lnTo>
                    <a:pt x="6451906" y="527552"/>
                  </a:lnTo>
                  <a:lnTo>
                    <a:pt x="6452031" y="527552"/>
                  </a:lnTo>
                  <a:lnTo>
                    <a:pt x="6452156" y="527552"/>
                  </a:lnTo>
                  <a:lnTo>
                    <a:pt x="6452281" y="527552"/>
                  </a:lnTo>
                  <a:lnTo>
                    <a:pt x="6452407" y="527552"/>
                  </a:lnTo>
                  <a:lnTo>
                    <a:pt x="6452532" y="527552"/>
                  </a:lnTo>
                  <a:lnTo>
                    <a:pt x="6452657" y="527552"/>
                  </a:lnTo>
                  <a:lnTo>
                    <a:pt x="6452782" y="527552"/>
                  </a:lnTo>
                  <a:lnTo>
                    <a:pt x="6452907" y="527552"/>
                  </a:lnTo>
                  <a:lnTo>
                    <a:pt x="6453032" y="527552"/>
                  </a:lnTo>
                  <a:lnTo>
                    <a:pt x="6453157" y="527552"/>
                  </a:lnTo>
                  <a:lnTo>
                    <a:pt x="6453282" y="527552"/>
                  </a:lnTo>
                  <a:lnTo>
                    <a:pt x="6453407" y="527552"/>
                  </a:lnTo>
                  <a:lnTo>
                    <a:pt x="6453532" y="527552"/>
                  </a:lnTo>
                  <a:lnTo>
                    <a:pt x="6453657" y="527552"/>
                  </a:lnTo>
                  <a:lnTo>
                    <a:pt x="6453782" y="527552"/>
                  </a:lnTo>
                  <a:lnTo>
                    <a:pt x="6453907" y="527552"/>
                  </a:lnTo>
                  <a:lnTo>
                    <a:pt x="6454032" y="527552"/>
                  </a:lnTo>
                  <a:lnTo>
                    <a:pt x="6454157" y="527552"/>
                  </a:lnTo>
                  <a:lnTo>
                    <a:pt x="6454282" y="527552"/>
                  </a:lnTo>
                  <a:lnTo>
                    <a:pt x="6454407" y="527552"/>
                  </a:lnTo>
                  <a:lnTo>
                    <a:pt x="6454532" y="527552"/>
                  </a:lnTo>
                  <a:lnTo>
                    <a:pt x="6454657" y="527552"/>
                  </a:lnTo>
                  <a:lnTo>
                    <a:pt x="6454782" y="527552"/>
                  </a:lnTo>
                  <a:lnTo>
                    <a:pt x="6454907" y="527552"/>
                  </a:lnTo>
                  <a:lnTo>
                    <a:pt x="6455032" y="527552"/>
                  </a:lnTo>
                  <a:lnTo>
                    <a:pt x="6455157" y="527552"/>
                  </a:lnTo>
                  <a:lnTo>
                    <a:pt x="6455282" y="527552"/>
                  </a:lnTo>
                  <a:lnTo>
                    <a:pt x="6455408" y="527552"/>
                  </a:lnTo>
                  <a:lnTo>
                    <a:pt x="6455533" y="527552"/>
                  </a:lnTo>
                  <a:lnTo>
                    <a:pt x="6455658" y="527552"/>
                  </a:lnTo>
                  <a:lnTo>
                    <a:pt x="6455783" y="527552"/>
                  </a:lnTo>
                  <a:lnTo>
                    <a:pt x="6455908" y="527552"/>
                  </a:lnTo>
                  <a:lnTo>
                    <a:pt x="6456033" y="527552"/>
                  </a:lnTo>
                  <a:lnTo>
                    <a:pt x="6456158" y="527552"/>
                  </a:lnTo>
                  <a:lnTo>
                    <a:pt x="6456283" y="527552"/>
                  </a:lnTo>
                  <a:lnTo>
                    <a:pt x="6456408" y="527552"/>
                  </a:lnTo>
                  <a:lnTo>
                    <a:pt x="6456533" y="527552"/>
                  </a:lnTo>
                  <a:lnTo>
                    <a:pt x="6456658" y="527552"/>
                  </a:lnTo>
                  <a:lnTo>
                    <a:pt x="6456783" y="527552"/>
                  </a:lnTo>
                  <a:lnTo>
                    <a:pt x="6456908" y="527552"/>
                  </a:lnTo>
                  <a:lnTo>
                    <a:pt x="6457033" y="527552"/>
                  </a:lnTo>
                  <a:lnTo>
                    <a:pt x="6457158" y="527552"/>
                  </a:lnTo>
                  <a:lnTo>
                    <a:pt x="6457283" y="527552"/>
                  </a:lnTo>
                  <a:lnTo>
                    <a:pt x="6457408" y="527552"/>
                  </a:lnTo>
                  <a:lnTo>
                    <a:pt x="6457533" y="527552"/>
                  </a:lnTo>
                  <a:lnTo>
                    <a:pt x="6457658" y="527552"/>
                  </a:lnTo>
                  <a:lnTo>
                    <a:pt x="6457783" y="527552"/>
                  </a:lnTo>
                  <a:lnTo>
                    <a:pt x="6457908" y="527552"/>
                  </a:lnTo>
                  <a:lnTo>
                    <a:pt x="6458033" y="527552"/>
                  </a:lnTo>
                  <a:lnTo>
                    <a:pt x="6458158" y="527552"/>
                  </a:lnTo>
                  <a:lnTo>
                    <a:pt x="6458283" y="527552"/>
                  </a:lnTo>
                  <a:lnTo>
                    <a:pt x="6458409" y="527552"/>
                  </a:lnTo>
                  <a:lnTo>
                    <a:pt x="6458534" y="527552"/>
                  </a:lnTo>
                  <a:lnTo>
                    <a:pt x="6458659" y="527552"/>
                  </a:lnTo>
                  <a:lnTo>
                    <a:pt x="6458784" y="527552"/>
                  </a:lnTo>
                  <a:lnTo>
                    <a:pt x="6458909" y="527552"/>
                  </a:lnTo>
                  <a:lnTo>
                    <a:pt x="6459034" y="527552"/>
                  </a:lnTo>
                  <a:lnTo>
                    <a:pt x="6459159" y="527552"/>
                  </a:lnTo>
                  <a:lnTo>
                    <a:pt x="6459284" y="527552"/>
                  </a:lnTo>
                  <a:lnTo>
                    <a:pt x="6459409" y="527552"/>
                  </a:lnTo>
                  <a:lnTo>
                    <a:pt x="6459534" y="527552"/>
                  </a:lnTo>
                  <a:lnTo>
                    <a:pt x="6459659" y="527552"/>
                  </a:lnTo>
                  <a:lnTo>
                    <a:pt x="6459784" y="527552"/>
                  </a:lnTo>
                  <a:lnTo>
                    <a:pt x="6459909" y="527552"/>
                  </a:lnTo>
                  <a:lnTo>
                    <a:pt x="6460034" y="527552"/>
                  </a:lnTo>
                  <a:lnTo>
                    <a:pt x="6460159" y="527552"/>
                  </a:lnTo>
                  <a:lnTo>
                    <a:pt x="6460284" y="527552"/>
                  </a:lnTo>
                  <a:lnTo>
                    <a:pt x="6460409" y="527552"/>
                  </a:lnTo>
                  <a:lnTo>
                    <a:pt x="6460534" y="527552"/>
                  </a:lnTo>
                  <a:lnTo>
                    <a:pt x="6460659" y="527552"/>
                  </a:lnTo>
                  <a:lnTo>
                    <a:pt x="6460784" y="527552"/>
                  </a:lnTo>
                  <a:lnTo>
                    <a:pt x="6460909" y="527552"/>
                  </a:lnTo>
                  <a:lnTo>
                    <a:pt x="6461034" y="527552"/>
                  </a:lnTo>
                  <a:lnTo>
                    <a:pt x="6461159" y="527552"/>
                  </a:lnTo>
                  <a:lnTo>
                    <a:pt x="6461284" y="527552"/>
                  </a:lnTo>
                  <a:lnTo>
                    <a:pt x="6461410" y="527552"/>
                  </a:lnTo>
                  <a:lnTo>
                    <a:pt x="6461535" y="527552"/>
                  </a:lnTo>
                  <a:lnTo>
                    <a:pt x="6461660" y="527552"/>
                  </a:lnTo>
                  <a:lnTo>
                    <a:pt x="6461785" y="527552"/>
                  </a:lnTo>
                  <a:lnTo>
                    <a:pt x="6461910" y="527552"/>
                  </a:lnTo>
                  <a:lnTo>
                    <a:pt x="6462035" y="527552"/>
                  </a:lnTo>
                  <a:lnTo>
                    <a:pt x="6462160" y="527552"/>
                  </a:lnTo>
                  <a:lnTo>
                    <a:pt x="6462285" y="527552"/>
                  </a:lnTo>
                  <a:lnTo>
                    <a:pt x="6462410" y="527552"/>
                  </a:lnTo>
                  <a:lnTo>
                    <a:pt x="6462535" y="527552"/>
                  </a:lnTo>
                  <a:lnTo>
                    <a:pt x="6462660" y="527552"/>
                  </a:lnTo>
                  <a:lnTo>
                    <a:pt x="6462785" y="527552"/>
                  </a:lnTo>
                  <a:lnTo>
                    <a:pt x="6462910" y="527552"/>
                  </a:lnTo>
                  <a:lnTo>
                    <a:pt x="6463035" y="527552"/>
                  </a:lnTo>
                  <a:lnTo>
                    <a:pt x="6463160" y="527552"/>
                  </a:lnTo>
                  <a:lnTo>
                    <a:pt x="6463285" y="527552"/>
                  </a:lnTo>
                  <a:lnTo>
                    <a:pt x="6463410" y="527552"/>
                  </a:lnTo>
                  <a:lnTo>
                    <a:pt x="6463535" y="527552"/>
                  </a:lnTo>
                  <a:lnTo>
                    <a:pt x="6463660" y="527552"/>
                  </a:lnTo>
                  <a:lnTo>
                    <a:pt x="6463785" y="527552"/>
                  </a:lnTo>
                  <a:lnTo>
                    <a:pt x="6463910" y="527552"/>
                  </a:lnTo>
                  <a:lnTo>
                    <a:pt x="6464035" y="527552"/>
                  </a:lnTo>
                  <a:lnTo>
                    <a:pt x="6464160" y="527552"/>
                  </a:lnTo>
                  <a:lnTo>
                    <a:pt x="6464285" y="527552"/>
                  </a:lnTo>
                  <a:lnTo>
                    <a:pt x="6464411" y="527552"/>
                  </a:lnTo>
                  <a:lnTo>
                    <a:pt x="6464536" y="527552"/>
                  </a:lnTo>
                  <a:lnTo>
                    <a:pt x="6464661" y="527552"/>
                  </a:lnTo>
                  <a:lnTo>
                    <a:pt x="6464786" y="527552"/>
                  </a:lnTo>
                  <a:lnTo>
                    <a:pt x="6464911" y="527552"/>
                  </a:lnTo>
                  <a:lnTo>
                    <a:pt x="6465036" y="527552"/>
                  </a:lnTo>
                  <a:lnTo>
                    <a:pt x="6465161" y="527552"/>
                  </a:lnTo>
                  <a:lnTo>
                    <a:pt x="6465286" y="527552"/>
                  </a:lnTo>
                  <a:lnTo>
                    <a:pt x="6465411" y="527552"/>
                  </a:lnTo>
                  <a:lnTo>
                    <a:pt x="6465536" y="527552"/>
                  </a:lnTo>
                  <a:lnTo>
                    <a:pt x="6465661" y="527552"/>
                  </a:lnTo>
                  <a:lnTo>
                    <a:pt x="6465786" y="527552"/>
                  </a:lnTo>
                  <a:lnTo>
                    <a:pt x="6465911" y="527552"/>
                  </a:lnTo>
                  <a:lnTo>
                    <a:pt x="6466036" y="527552"/>
                  </a:lnTo>
                  <a:lnTo>
                    <a:pt x="6466161" y="527552"/>
                  </a:lnTo>
                  <a:lnTo>
                    <a:pt x="6466286" y="527552"/>
                  </a:lnTo>
                  <a:lnTo>
                    <a:pt x="6466411" y="527552"/>
                  </a:lnTo>
                  <a:lnTo>
                    <a:pt x="6466536" y="527552"/>
                  </a:lnTo>
                  <a:lnTo>
                    <a:pt x="6466661" y="527552"/>
                  </a:lnTo>
                  <a:lnTo>
                    <a:pt x="6466786" y="527552"/>
                  </a:lnTo>
                  <a:lnTo>
                    <a:pt x="6466911" y="527552"/>
                  </a:lnTo>
                  <a:lnTo>
                    <a:pt x="6467036" y="527552"/>
                  </a:lnTo>
                  <a:lnTo>
                    <a:pt x="6467161" y="527552"/>
                  </a:lnTo>
                  <a:lnTo>
                    <a:pt x="6467286" y="527552"/>
                  </a:lnTo>
                  <a:lnTo>
                    <a:pt x="6467412" y="527552"/>
                  </a:lnTo>
                  <a:lnTo>
                    <a:pt x="6467537" y="527552"/>
                  </a:lnTo>
                  <a:lnTo>
                    <a:pt x="6467662" y="527552"/>
                  </a:lnTo>
                  <a:lnTo>
                    <a:pt x="6467787" y="527552"/>
                  </a:lnTo>
                  <a:lnTo>
                    <a:pt x="6467912" y="527552"/>
                  </a:lnTo>
                  <a:lnTo>
                    <a:pt x="6468037" y="527552"/>
                  </a:lnTo>
                  <a:lnTo>
                    <a:pt x="6468162" y="527552"/>
                  </a:lnTo>
                  <a:lnTo>
                    <a:pt x="6468287" y="527552"/>
                  </a:lnTo>
                  <a:lnTo>
                    <a:pt x="6468412" y="527552"/>
                  </a:lnTo>
                  <a:lnTo>
                    <a:pt x="6468537" y="527552"/>
                  </a:lnTo>
                  <a:lnTo>
                    <a:pt x="6468662" y="527552"/>
                  </a:lnTo>
                  <a:lnTo>
                    <a:pt x="6468787" y="527552"/>
                  </a:lnTo>
                  <a:lnTo>
                    <a:pt x="6468912" y="527552"/>
                  </a:lnTo>
                  <a:lnTo>
                    <a:pt x="6469037" y="527552"/>
                  </a:lnTo>
                  <a:lnTo>
                    <a:pt x="6469162" y="527552"/>
                  </a:lnTo>
                  <a:lnTo>
                    <a:pt x="6469287" y="527552"/>
                  </a:lnTo>
                  <a:lnTo>
                    <a:pt x="6469412" y="527552"/>
                  </a:lnTo>
                  <a:lnTo>
                    <a:pt x="6469537" y="527552"/>
                  </a:lnTo>
                  <a:lnTo>
                    <a:pt x="6469662" y="527552"/>
                  </a:lnTo>
                  <a:lnTo>
                    <a:pt x="6469787" y="527552"/>
                  </a:lnTo>
                  <a:lnTo>
                    <a:pt x="6469912" y="527552"/>
                  </a:lnTo>
                  <a:lnTo>
                    <a:pt x="6470037" y="527552"/>
                  </a:lnTo>
                  <a:lnTo>
                    <a:pt x="6470162" y="527552"/>
                  </a:lnTo>
                  <a:lnTo>
                    <a:pt x="6470287" y="527552"/>
                  </a:lnTo>
                  <a:lnTo>
                    <a:pt x="6470413" y="527552"/>
                  </a:lnTo>
                  <a:lnTo>
                    <a:pt x="6470538" y="527552"/>
                  </a:lnTo>
                  <a:lnTo>
                    <a:pt x="6470663" y="527552"/>
                  </a:lnTo>
                  <a:lnTo>
                    <a:pt x="6470788" y="527552"/>
                  </a:lnTo>
                  <a:lnTo>
                    <a:pt x="6470913" y="527552"/>
                  </a:lnTo>
                  <a:lnTo>
                    <a:pt x="6471038" y="527552"/>
                  </a:lnTo>
                  <a:lnTo>
                    <a:pt x="6471163" y="527552"/>
                  </a:lnTo>
                  <a:lnTo>
                    <a:pt x="6471288" y="527552"/>
                  </a:lnTo>
                  <a:lnTo>
                    <a:pt x="6471413" y="527552"/>
                  </a:lnTo>
                  <a:lnTo>
                    <a:pt x="6471538" y="527552"/>
                  </a:lnTo>
                  <a:lnTo>
                    <a:pt x="6471663" y="527552"/>
                  </a:lnTo>
                  <a:lnTo>
                    <a:pt x="6471788" y="527552"/>
                  </a:lnTo>
                  <a:lnTo>
                    <a:pt x="6471913" y="527552"/>
                  </a:lnTo>
                  <a:lnTo>
                    <a:pt x="6472038" y="527552"/>
                  </a:lnTo>
                  <a:lnTo>
                    <a:pt x="6472163" y="527552"/>
                  </a:lnTo>
                  <a:lnTo>
                    <a:pt x="6472288" y="527552"/>
                  </a:lnTo>
                  <a:lnTo>
                    <a:pt x="6472413" y="527552"/>
                  </a:lnTo>
                  <a:lnTo>
                    <a:pt x="6472538" y="527552"/>
                  </a:lnTo>
                  <a:lnTo>
                    <a:pt x="6472663" y="527552"/>
                  </a:lnTo>
                  <a:lnTo>
                    <a:pt x="6472788" y="527552"/>
                  </a:lnTo>
                  <a:lnTo>
                    <a:pt x="6472913" y="527552"/>
                  </a:lnTo>
                  <a:lnTo>
                    <a:pt x="6473038" y="527552"/>
                  </a:lnTo>
                  <a:lnTo>
                    <a:pt x="6473163" y="527552"/>
                  </a:lnTo>
                  <a:lnTo>
                    <a:pt x="6473288" y="527552"/>
                  </a:lnTo>
                  <a:lnTo>
                    <a:pt x="6473414" y="527552"/>
                  </a:lnTo>
                  <a:lnTo>
                    <a:pt x="6473539" y="527552"/>
                  </a:lnTo>
                  <a:lnTo>
                    <a:pt x="6473664" y="527552"/>
                  </a:lnTo>
                  <a:lnTo>
                    <a:pt x="6473789" y="527552"/>
                  </a:lnTo>
                  <a:lnTo>
                    <a:pt x="6473914" y="527552"/>
                  </a:lnTo>
                  <a:lnTo>
                    <a:pt x="6474039" y="527552"/>
                  </a:lnTo>
                  <a:lnTo>
                    <a:pt x="6474164" y="527552"/>
                  </a:lnTo>
                  <a:lnTo>
                    <a:pt x="6474289" y="527552"/>
                  </a:lnTo>
                  <a:lnTo>
                    <a:pt x="6474414" y="527552"/>
                  </a:lnTo>
                  <a:lnTo>
                    <a:pt x="6474539" y="527552"/>
                  </a:lnTo>
                  <a:lnTo>
                    <a:pt x="6474664" y="527552"/>
                  </a:lnTo>
                  <a:lnTo>
                    <a:pt x="6474789" y="527552"/>
                  </a:lnTo>
                  <a:lnTo>
                    <a:pt x="6474914" y="527552"/>
                  </a:lnTo>
                  <a:lnTo>
                    <a:pt x="6475039" y="527552"/>
                  </a:lnTo>
                  <a:lnTo>
                    <a:pt x="6475164" y="527552"/>
                  </a:lnTo>
                  <a:lnTo>
                    <a:pt x="6475289" y="527552"/>
                  </a:lnTo>
                  <a:lnTo>
                    <a:pt x="6475414" y="527552"/>
                  </a:lnTo>
                  <a:lnTo>
                    <a:pt x="6475539" y="527552"/>
                  </a:lnTo>
                  <a:lnTo>
                    <a:pt x="6475664" y="527552"/>
                  </a:lnTo>
                  <a:lnTo>
                    <a:pt x="6475789" y="527552"/>
                  </a:lnTo>
                  <a:lnTo>
                    <a:pt x="6475914" y="527552"/>
                  </a:lnTo>
                  <a:lnTo>
                    <a:pt x="6476039" y="527552"/>
                  </a:lnTo>
                  <a:lnTo>
                    <a:pt x="6476164" y="527552"/>
                  </a:lnTo>
                  <a:lnTo>
                    <a:pt x="6476289" y="527552"/>
                  </a:lnTo>
                  <a:lnTo>
                    <a:pt x="6476415" y="527552"/>
                  </a:lnTo>
                  <a:lnTo>
                    <a:pt x="6476540" y="527552"/>
                  </a:lnTo>
                  <a:lnTo>
                    <a:pt x="6476665" y="527552"/>
                  </a:lnTo>
                  <a:lnTo>
                    <a:pt x="6476790" y="527552"/>
                  </a:lnTo>
                  <a:lnTo>
                    <a:pt x="6476915" y="527552"/>
                  </a:lnTo>
                  <a:lnTo>
                    <a:pt x="6477040" y="527552"/>
                  </a:lnTo>
                  <a:lnTo>
                    <a:pt x="6477165" y="527552"/>
                  </a:lnTo>
                  <a:lnTo>
                    <a:pt x="6477290" y="527552"/>
                  </a:lnTo>
                  <a:lnTo>
                    <a:pt x="6477290" y="517598"/>
                  </a:lnTo>
                  <a:lnTo>
                    <a:pt x="6477415" y="517598"/>
                  </a:lnTo>
                  <a:lnTo>
                    <a:pt x="6477540" y="517598"/>
                  </a:lnTo>
                  <a:lnTo>
                    <a:pt x="6477665" y="517598"/>
                  </a:lnTo>
                  <a:lnTo>
                    <a:pt x="6477790" y="517598"/>
                  </a:lnTo>
                  <a:lnTo>
                    <a:pt x="6477915" y="517598"/>
                  </a:lnTo>
                  <a:lnTo>
                    <a:pt x="6478040" y="517598"/>
                  </a:lnTo>
                  <a:lnTo>
                    <a:pt x="6478165" y="517598"/>
                  </a:lnTo>
                  <a:lnTo>
                    <a:pt x="6478290" y="517598"/>
                  </a:lnTo>
                  <a:lnTo>
                    <a:pt x="6478415" y="517598"/>
                  </a:lnTo>
                  <a:lnTo>
                    <a:pt x="6478540" y="517598"/>
                  </a:lnTo>
                  <a:lnTo>
                    <a:pt x="6478665" y="517598"/>
                  </a:lnTo>
                  <a:lnTo>
                    <a:pt x="6478790" y="517598"/>
                  </a:lnTo>
                  <a:lnTo>
                    <a:pt x="6478790" y="507644"/>
                  </a:lnTo>
                  <a:lnTo>
                    <a:pt x="6478915" y="507644"/>
                  </a:lnTo>
                  <a:lnTo>
                    <a:pt x="6479040" y="507644"/>
                  </a:lnTo>
                  <a:lnTo>
                    <a:pt x="6479165" y="507644"/>
                  </a:lnTo>
                  <a:lnTo>
                    <a:pt x="6479290" y="507644"/>
                  </a:lnTo>
                  <a:lnTo>
                    <a:pt x="6479416" y="507644"/>
                  </a:lnTo>
                  <a:lnTo>
                    <a:pt x="6479541" y="507644"/>
                  </a:lnTo>
                  <a:lnTo>
                    <a:pt x="6479666" y="507644"/>
                  </a:lnTo>
                  <a:lnTo>
                    <a:pt x="6479791" y="507644"/>
                  </a:lnTo>
                  <a:lnTo>
                    <a:pt x="6479916" y="507644"/>
                  </a:lnTo>
                  <a:lnTo>
                    <a:pt x="6480041" y="507644"/>
                  </a:lnTo>
                  <a:lnTo>
                    <a:pt x="6480166" y="507644"/>
                  </a:lnTo>
                  <a:lnTo>
                    <a:pt x="6480291" y="507644"/>
                  </a:lnTo>
                  <a:lnTo>
                    <a:pt x="6480416" y="507644"/>
                  </a:lnTo>
                  <a:lnTo>
                    <a:pt x="6480541" y="507644"/>
                  </a:lnTo>
                  <a:lnTo>
                    <a:pt x="6480666" y="507644"/>
                  </a:lnTo>
                  <a:lnTo>
                    <a:pt x="6480791" y="507644"/>
                  </a:lnTo>
                  <a:lnTo>
                    <a:pt x="6480916" y="507644"/>
                  </a:lnTo>
                  <a:lnTo>
                    <a:pt x="6481041" y="507644"/>
                  </a:lnTo>
                  <a:lnTo>
                    <a:pt x="6481166" y="507644"/>
                  </a:lnTo>
                  <a:lnTo>
                    <a:pt x="6481291" y="507644"/>
                  </a:lnTo>
                  <a:lnTo>
                    <a:pt x="6481416" y="507644"/>
                  </a:lnTo>
                  <a:lnTo>
                    <a:pt x="6481541" y="507644"/>
                  </a:lnTo>
                  <a:lnTo>
                    <a:pt x="6481666" y="507644"/>
                  </a:lnTo>
                  <a:lnTo>
                    <a:pt x="6481791" y="507644"/>
                  </a:lnTo>
                  <a:lnTo>
                    <a:pt x="6481916" y="507644"/>
                  </a:lnTo>
                  <a:lnTo>
                    <a:pt x="6482041" y="507644"/>
                  </a:lnTo>
                  <a:lnTo>
                    <a:pt x="6482166" y="507644"/>
                  </a:lnTo>
                  <a:lnTo>
                    <a:pt x="6482292" y="507644"/>
                  </a:lnTo>
                  <a:lnTo>
                    <a:pt x="6482417" y="507644"/>
                  </a:lnTo>
                  <a:lnTo>
                    <a:pt x="6482542" y="507644"/>
                  </a:lnTo>
                  <a:lnTo>
                    <a:pt x="6482667" y="507644"/>
                  </a:lnTo>
                  <a:lnTo>
                    <a:pt x="6482792" y="507644"/>
                  </a:lnTo>
                  <a:lnTo>
                    <a:pt x="6482917" y="507644"/>
                  </a:lnTo>
                  <a:lnTo>
                    <a:pt x="6483042" y="507644"/>
                  </a:lnTo>
                  <a:lnTo>
                    <a:pt x="6483167" y="507644"/>
                  </a:lnTo>
                  <a:lnTo>
                    <a:pt x="6483292" y="507644"/>
                  </a:lnTo>
                  <a:lnTo>
                    <a:pt x="6483417" y="507644"/>
                  </a:lnTo>
                  <a:lnTo>
                    <a:pt x="6483542" y="507644"/>
                  </a:lnTo>
                  <a:lnTo>
                    <a:pt x="6483667" y="507644"/>
                  </a:lnTo>
                  <a:lnTo>
                    <a:pt x="6483792" y="507644"/>
                  </a:lnTo>
                  <a:lnTo>
                    <a:pt x="6483917" y="507644"/>
                  </a:lnTo>
                  <a:lnTo>
                    <a:pt x="6484042" y="507644"/>
                  </a:lnTo>
                  <a:lnTo>
                    <a:pt x="6484167" y="507644"/>
                  </a:lnTo>
                  <a:lnTo>
                    <a:pt x="6484292" y="507644"/>
                  </a:lnTo>
                  <a:lnTo>
                    <a:pt x="6484417" y="507644"/>
                  </a:lnTo>
                  <a:lnTo>
                    <a:pt x="6484542" y="507644"/>
                  </a:lnTo>
                  <a:lnTo>
                    <a:pt x="6484667" y="507644"/>
                  </a:lnTo>
                  <a:lnTo>
                    <a:pt x="6484792" y="507644"/>
                  </a:lnTo>
                  <a:lnTo>
                    <a:pt x="6484917" y="507644"/>
                  </a:lnTo>
                  <a:lnTo>
                    <a:pt x="6485042" y="507644"/>
                  </a:lnTo>
                  <a:lnTo>
                    <a:pt x="6485167" y="507644"/>
                  </a:lnTo>
                  <a:lnTo>
                    <a:pt x="6485293" y="507644"/>
                  </a:lnTo>
                  <a:lnTo>
                    <a:pt x="6485418" y="507644"/>
                  </a:lnTo>
                  <a:lnTo>
                    <a:pt x="6485543" y="507644"/>
                  </a:lnTo>
                  <a:lnTo>
                    <a:pt x="6485668" y="507644"/>
                  </a:lnTo>
                  <a:lnTo>
                    <a:pt x="6485793" y="507644"/>
                  </a:lnTo>
                  <a:lnTo>
                    <a:pt x="6485918" y="507644"/>
                  </a:lnTo>
                  <a:lnTo>
                    <a:pt x="6486043" y="507644"/>
                  </a:lnTo>
                  <a:lnTo>
                    <a:pt x="6486168" y="507644"/>
                  </a:lnTo>
                  <a:lnTo>
                    <a:pt x="6486293" y="507644"/>
                  </a:lnTo>
                  <a:lnTo>
                    <a:pt x="6486418" y="507644"/>
                  </a:lnTo>
                  <a:lnTo>
                    <a:pt x="6486543" y="507644"/>
                  </a:lnTo>
                  <a:lnTo>
                    <a:pt x="6486668" y="507644"/>
                  </a:lnTo>
                  <a:lnTo>
                    <a:pt x="6486793" y="507644"/>
                  </a:lnTo>
                  <a:lnTo>
                    <a:pt x="6486918" y="507644"/>
                  </a:lnTo>
                  <a:lnTo>
                    <a:pt x="6487043" y="507644"/>
                  </a:lnTo>
                  <a:lnTo>
                    <a:pt x="6487168" y="507644"/>
                  </a:lnTo>
                  <a:lnTo>
                    <a:pt x="6487293" y="507644"/>
                  </a:lnTo>
                  <a:lnTo>
                    <a:pt x="6487418" y="507644"/>
                  </a:lnTo>
                  <a:lnTo>
                    <a:pt x="6487543" y="507644"/>
                  </a:lnTo>
                  <a:lnTo>
                    <a:pt x="6487668" y="507644"/>
                  </a:lnTo>
                  <a:lnTo>
                    <a:pt x="6487793" y="507644"/>
                  </a:lnTo>
                  <a:lnTo>
                    <a:pt x="6487918" y="507644"/>
                  </a:lnTo>
                  <a:lnTo>
                    <a:pt x="6488043" y="507644"/>
                  </a:lnTo>
                  <a:lnTo>
                    <a:pt x="6488168" y="507644"/>
                  </a:lnTo>
                  <a:lnTo>
                    <a:pt x="6488294" y="507644"/>
                  </a:lnTo>
                  <a:lnTo>
                    <a:pt x="6488419" y="507644"/>
                  </a:lnTo>
                  <a:lnTo>
                    <a:pt x="6488544" y="507644"/>
                  </a:lnTo>
                  <a:lnTo>
                    <a:pt x="6488669" y="507644"/>
                  </a:lnTo>
                  <a:lnTo>
                    <a:pt x="6488794" y="507644"/>
                  </a:lnTo>
                  <a:lnTo>
                    <a:pt x="6488919" y="507644"/>
                  </a:lnTo>
                  <a:lnTo>
                    <a:pt x="6489044" y="507644"/>
                  </a:lnTo>
                  <a:lnTo>
                    <a:pt x="6489169" y="507644"/>
                  </a:lnTo>
                  <a:lnTo>
                    <a:pt x="6489294" y="507644"/>
                  </a:lnTo>
                  <a:lnTo>
                    <a:pt x="6489419" y="507644"/>
                  </a:lnTo>
                  <a:lnTo>
                    <a:pt x="6489544" y="507644"/>
                  </a:lnTo>
                  <a:lnTo>
                    <a:pt x="6489669" y="507644"/>
                  </a:lnTo>
                  <a:lnTo>
                    <a:pt x="6489794" y="507644"/>
                  </a:lnTo>
                  <a:lnTo>
                    <a:pt x="6489919" y="507644"/>
                  </a:lnTo>
                  <a:lnTo>
                    <a:pt x="6490044" y="507644"/>
                  </a:lnTo>
                  <a:lnTo>
                    <a:pt x="6490169" y="507644"/>
                  </a:lnTo>
                  <a:lnTo>
                    <a:pt x="6490294" y="507644"/>
                  </a:lnTo>
                  <a:lnTo>
                    <a:pt x="6490419" y="507644"/>
                  </a:lnTo>
                  <a:lnTo>
                    <a:pt x="6490544" y="507644"/>
                  </a:lnTo>
                  <a:lnTo>
                    <a:pt x="6490669" y="507644"/>
                  </a:lnTo>
                  <a:lnTo>
                    <a:pt x="6490794" y="507644"/>
                  </a:lnTo>
                  <a:lnTo>
                    <a:pt x="6490919" y="507644"/>
                  </a:lnTo>
                  <a:lnTo>
                    <a:pt x="6491044" y="507644"/>
                  </a:lnTo>
                  <a:lnTo>
                    <a:pt x="6491169" y="507644"/>
                  </a:lnTo>
                  <a:lnTo>
                    <a:pt x="6491295" y="507644"/>
                  </a:lnTo>
                  <a:lnTo>
                    <a:pt x="6491420" y="507644"/>
                  </a:lnTo>
                  <a:lnTo>
                    <a:pt x="6491545" y="507644"/>
                  </a:lnTo>
                  <a:lnTo>
                    <a:pt x="6491670" y="507644"/>
                  </a:lnTo>
                  <a:lnTo>
                    <a:pt x="6491795" y="507644"/>
                  </a:lnTo>
                  <a:lnTo>
                    <a:pt x="6491920" y="507644"/>
                  </a:lnTo>
                  <a:lnTo>
                    <a:pt x="6492045" y="507644"/>
                  </a:lnTo>
                  <a:lnTo>
                    <a:pt x="6492170" y="507644"/>
                  </a:lnTo>
                  <a:lnTo>
                    <a:pt x="6492295" y="507644"/>
                  </a:lnTo>
                  <a:lnTo>
                    <a:pt x="6492420" y="507644"/>
                  </a:lnTo>
                  <a:lnTo>
                    <a:pt x="6492545" y="507644"/>
                  </a:lnTo>
                  <a:lnTo>
                    <a:pt x="6492670" y="507644"/>
                  </a:lnTo>
                  <a:lnTo>
                    <a:pt x="6492795" y="507644"/>
                  </a:lnTo>
                  <a:lnTo>
                    <a:pt x="6492920" y="507644"/>
                  </a:lnTo>
                  <a:lnTo>
                    <a:pt x="6493045" y="507644"/>
                  </a:lnTo>
                  <a:lnTo>
                    <a:pt x="6493170" y="507644"/>
                  </a:lnTo>
                  <a:lnTo>
                    <a:pt x="6493295" y="507644"/>
                  </a:lnTo>
                  <a:lnTo>
                    <a:pt x="6493420" y="507644"/>
                  </a:lnTo>
                  <a:lnTo>
                    <a:pt x="6493545" y="507644"/>
                  </a:lnTo>
                  <a:lnTo>
                    <a:pt x="6493670" y="507644"/>
                  </a:lnTo>
                  <a:lnTo>
                    <a:pt x="6493795" y="507644"/>
                  </a:lnTo>
                  <a:lnTo>
                    <a:pt x="6493920" y="507644"/>
                  </a:lnTo>
                  <a:lnTo>
                    <a:pt x="6494045" y="507644"/>
                  </a:lnTo>
                  <a:lnTo>
                    <a:pt x="6494170" y="507644"/>
                  </a:lnTo>
                  <a:lnTo>
                    <a:pt x="6494296" y="507644"/>
                  </a:lnTo>
                  <a:lnTo>
                    <a:pt x="6494421" y="507644"/>
                  </a:lnTo>
                  <a:lnTo>
                    <a:pt x="6494546" y="507644"/>
                  </a:lnTo>
                  <a:lnTo>
                    <a:pt x="6494671" y="507644"/>
                  </a:lnTo>
                  <a:lnTo>
                    <a:pt x="6494796" y="507644"/>
                  </a:lnTo>
                  <a:lnTo>
                    <a:pt x="6494921" y="507644"/>
                  </a:lnTo>
                  <a:lnTo>
                    <a:pt x="6495046" y="507644"/>
                  </a:lnTo>
                  <a:lnTo>
                    <a:pt x="6495171" y="507644"/>
                  </a:lnTo>
                  <a:lnTo>
                    <a:pt x="6495296" y="507644"/>
                  </a:lnTo>
                  <a:lnTo>
                    <a:pt x="6495421" y="507644"/>
                  </a:lnTo>
                  <a:lnTo>
                    <a:pt x="6495546" y="507644"/>
                  </a:lnTo>
                  <a:lnTo>
                    <a:pt x="6495671" y="507644"/>
                  </a:lnTo>
                  <a:lnTo>
                    <a:pt x="6495796" y="507644"/>
                  </a:lnTo>
                  <a:lnTo>
                    <a:pt x="6495921" y="507644"/>
                  </a:lnTo>
                  <a:lnTo>
                    <a:pt x="6496046" y="507644"/>
                  </a:lnTo>
                  <a:lnTo>
                    <a:pt x="6496171" y="507644"/>
                  </a:lnTo>
                  <a:lnTo>
                    <a:pt x="6496296" y="507644"/>
                  </a:lnTo>
                  <a:lnTo>
                    <a:pt x="6496421" y="507644"/>
                  </a:lnTo>
                  <a:lnTo>
                    <a:pt x="6496546" y="507644"/>
                  </a:lnTo>
                  <a:lnTo>
                    <a:pt x="6496671" y="507644"/>
                  </a:lnTo>
                  <a:lnTo>
                    <a:pt x="6496796" y="507644"/>
                  </a:lnTo>
                  <a:lnTo>
                    <a:pt x="6496921" y="507644"/>
                  </a:lnTo>
                  <a:lnTo>
                    <a:pt x="6497046" y="507644"/>
                  </a:lnTo>
                  <a:lnTo>
                    <a:pt x="6497171" y="507644"/>
                  </a:lnTo>
                  <a:lnTo>
                    <a:pt x="6497297" y="507644"/>
                  </a:lnTo>
                  <a:lnTo>
                    <a:pt x="6497422" y="507644"/>
                  </a:lnTo>
                  <a:lnTo>
                    <a:pt x="6497547" y="507644"/>
                  </a:lnTo>
                  <a:lnTo>
                    <a:pt x="6497672" y="507644"/>
                  </a:lnTo>
                  <a:lnTo>
                    <a:pt x="6497797" y="507644"/>
                  </a:lnTo>
                  <a:lnTo>
                    <a:pt x="6497922" y="507644"/>
                  </a:lnTo>
                  <a:lnTo>
                    <a:pt x="6498047" y="507644"/>
                  </a:lnTo>
                  <a:lnTo>
                    <a:pt x="6498172" y="507644"/>
                  </a:lnTo>
                  <a:lnTo>
                    <a:pt x="6498297" y="507644"/>
                  </a:lnTo>
                  <a:lnTo>
                    <a:pt x="6498422" y="507644"/>
                  </a:lnTo>
                  <a:lnTo>
                    <a:pt x="6498547" y="507644"/>
                  </a:lnTo>
                  <a:lnTo>
                    <a:pt x="6498672" y="507644"/>
                  </a:lnTo>
                  <a:lnTo>
                    <a:pt x="6498797" y="507644"/>
                  </a:lnTo>
                  <a:lnTo>
                    <a:pt x="6498922" y="507644"/>
                  </a:lnTo>
                  <a:lnTo>
                    <a:pt x="6499047" y="507644"/>
                  </a:lnTo>
                  <a:lnTo>
                    <a:pt x="6499172" y="507644"/>
                  </a:lnTo>
                  <a:lnTo>
                    <a:pt x="6499297" y="507644"/>
                  </a:lnTo>
                  <a:lnTo>
                    <a:pt x="6499297" y="497691"/>
                  </a:lnTo>
                  <a:lnTo>
                    <a:pt x="6499422" y="497691"/>
                  </a:lnTo>
                  <a:lnTo>
                    <a:pt x="6499547" y="497691"/>
                  </a:lnTo>
                  <a:lnTo>
                    <a:pt x="6499672" y="497691"/>
                  </a:lnTo>
                  <a:lnTo>
                    <a:pt x="6499797" y="497691"/>
                  </a:lnTo>
                  <a:lnTo>
                    <a:pt x="6499922" y="497691"/>
                  </a:lnTo>
                  <a:lnTo>
                    <a:pt x="6500047" y="497691"/>
                  </a:lnTo>
                  <a:lnTo>
                    <a:pt x="6500172" y="497691"/>
                  </a:lnTo>
                  <a:lnTo>
                    <a:pt x="6500298" y="497691"/>
                  </a:lnTo>
                  <a:lnTo>
                    <a:pt x="6500423" y="497691"/>
                  </a:lnTo>
                  <a:lnTo>
                    <a:pt x="6500548" y="497691"/>
                  </a:lnTo>
                  <a:lnTo>
                    <a:pt x="6500673" y="497691"/>
                  </a:lnTo>
                  <a:lnTo>
                    <a:pt x="6500798" y="497691"/>
                  </a:lnTo>
                  <a:lnTo>
                    <a:pt x="6500923" y="497691"/>
                  </a:lnTo>
                  <a:lnTo>
                    <a:pt x="6501048" y="497691"/>
                  </a:lnTo>
                  <a:lnTo>
                    <a:pt x="6501173" y="497691"/>
                  </a:lnTo>
                  <a:lnTo>
                    <a:pt x="6501298" y="497691"/>
                  </a:lnTo>
                  <a:lnTo>
                    <a:pt x="6501423" y="497691"/>
                  </a:lnTo>
                  <a:lnTo>
                    <a:pt x="6501548" y="497691"/>
                  </a:lnTo>
                  <a:lnTo>
                    <a:pt x="6501673" y="497691"/>
                  </a:lnTo>
                  <a:lnTo>
                    <a:pt x="6501798" y="497691"/>
                  </a:lnTo>
                  <a:lnTo>
                    <a:pt x="6501923" y="497691"/>
                  </a:lnTo>
                  <a:lnTo>
                    <a:pt x="6502048" y="497691"/>
                  </a:lnTo>
                  <a:lnTo>
                    <a:pt x="6502173" y="497691"/>
                  </a:lnTo>
                  <a:lnTo>
                    <a:pt x="6502298" y="497691"/>
                  </a:lnTo>
                  <a:lnTo>
                    <a:pt x="6502423" y="497691"/>
                  </a:lnTo>
                  <a:lnTo>
                    <a:pt x="6502548" y="497691"/>
                  </a:lnTo>
                  <a:lnTo>
                    <a:pt x="6502673" y="497691"/>
                  </a:lnTo>
                  <a:lnTo>
                    <a:pt x="6502798" y="497691"/>
                  </a:lnTo>
                  <a:lnTo>
                    <a:pt x="6502923" y="497691"/>
                  </a:lnTo>
                  <a:lnTo>
                    <a:pt x="6503048" y="497691"/>
                  </a:lnTo>
                  <a:lnTo>
                    <a:pt x="6503173" y="497691"/>
                  </a:lnTo>
                  <a:lnTo>
                    <a:pt x="6503299" y="497691"/>
                  </a:lnTo>
                  <a:lnTo>
                    <a:pt x="6503424" y="497691"/>
                  </a:lnTo>
                  <a:lnTo>
                    <a:pt x="6503549" y="497691"/>
                  </a:lnTo>
                  <a:lnTo>
                    <a:pt x="6503674" y="497691"/>
                  </a:lnTo>
                  <a:lnTo>
                    <a:pt x="6503799" y="497691"/>
                  </a:lnTo>
                  <a:lnTo>
                    <a:pt x="6503924" y="497691"/>
                  </a:lnTo>
                  <a:lnTo>
                    <a:pt x="6504049" y="497691"/>
                  </a:lnTo>
                  <a:lnTo>
                    <a:pt x="6504174" y="497691"/>
                  </a:lnTo>
                  <a:lnTo>
                    <a:pt x="6504299" y="497691"/>
                  </a:lnTo>
                  <a:lnTo>
                    <a:pt x="6504424" y="497691"/>
                  </a:lnTo>
                  <a:lnTo>
                    <a:pt x="6504549" y="497691"/>
                  </a:lnTo>
                  <a:lnTo>
                    <a:pt x="6504674" y="497691"/>
                  </a:lnTo>
                  <a:lnTo>
                    <a:pt x="6504799" y="497691"/>
                  </a:lnTo>
                  <a:lnTo>
                    <a:pt x="6504924" y="497691"/>
                  </a:lnTo>
                  <a:lnTo>
                    <a:pt x="6505049" y="497691"/>
                  </a:lnTo>
                  <a:lnTo>
                    <a:pt x="6505174" y="497691"/>
                  </a:lnTo>
                  <a:lnTo>
                    <a:pt x="6505299" y="497691"/>
                  </a:lnTo>
                  <a:lnTo>
                    <a:pt x="6505424" y="497691"/>
                  </a:lnTo>
                  <a:lnTo>
                    <a:pt x="6505549" y="497691"/>
                  </a:lnTo>
                  <a:lnTo>
                    <a:pt x="6505674" y="497691"/>
                  </a:lnTo>
                  <a:lnTo>
                    <a:pt x="6505799" y="497691"/>
                  </a:lnTo>
                  <a:lnTo>
                    <a:pt x="6505924" y="497691"/>
                  </a:lnTo>
                  <a:lnTo>
                    <a:pt x="6506049" y="497691"/>
                  </a:lnTo>
                  <a:lnTo>
                    <a:pt x="6506174" y="497691"/>
                  </a:lnTo>
                  <a:lnTo>
                    <a:pt x="6506300" y="497691"/>
                  </a:lnTo>
                  <a:lnTo>
                    <a:pt x="6506425" y="497691"/>
                  </a:lnTo>
                  <a:lnTo>
                    <a:pt x="6506550" y="497691"/>
                  </a:lnTo>
                  <a:lnTo>
                    <a:pt x="6506675" y="497691"/>
                  </a:lnTo>
                  <a:lnTo>
                    <a:pt x="6506800" y="497691"/>
                  </a:lnTo>
                  <a:lnTo>
                    <a:pt x="6506925" y="497691"/>
                  </a:lnTo>
                  <a:lnTo>
                    <a:pt x="6507050" y="497691"/>
                  </a:lnTo>
                  <a:lnTo>
                    <a:pt x="6507175" y="497691"/>
                  </a:lnTo>
                  <a:lnTo>
                    <a:pt x="6507300" y="497691"/>
                  </a:lnTo>
                  <a:lnTo>
                    <a:pt x="6507425" y="497691"/>
                  </a:lnTo>
                  <a:lnTo>
                    <a:pt x="6507550" y="497691"/>
                  </a:lnTo>
                  <a:lnTo>
                    <a:pt x="6507675" y="497691"/>
                  </a:lnTo>
                  <a:lnTo>
                    <a:pt x="6507800" y="497691"/>
                  </a:lnTo>
                  <a:lnTo>
                    <a:pt x="6507925" y="497691"/>
                  </a:lnTo>
                  <a:lnTo>
                    <a:pt x="6508050" y="497691"/>
                  </a:lnTo>
                  <a:lnTo>
                    <a:pt x="6508175" y="497691"/>
                  </a:lnTo>
                  <a:lnTo>
                    <a:pt x="6508300" y="497691"/>
                  </a:lnTo>
                  <a:lnTo>
                    <a:pt x="6508425" y="497691"/>
                  </a:lnTo>
                  <a:lnTo>
                    <a:pt x="6508550" y="497691"/>
                  </a:lnTo>
                  <a:lnTo>
                    <a:pt x="6508675" y="497691"/>
                  </a:lnTo>
                  <a:lnTo>
                    <a:pt x="6508800" y="497691"/>
                  </a:lnTo>
                  <a:lnTo>
                    <a:pt x="6508925" y="497691"/>
                  </a:lnTo>
                  <a:lnTo>
                    <a:pt x="6509050" y="497691"/>
                  </a:lnTo>
                  <a:lnTo>
                    <a:pt x="6509175" y="497691"/>
                  </a:lnTo>
                  <a:lnTo>
                    <a:pt x="6509301" y="497691"/>
                  </a:lnTo>
                  <a:lnTo>
                    <a:pt x="6509426" y="497691"/>
                  </a:lnTo>
                  <a:lnTo>
                    <a:pt x="6509551" y="497691"/>
                  </a:lnTo>
                  <a:lnTo>
                    <a:pt x="6509676" y="497691"/>
                  </a:lnTo>
                  <a:lnTo>
                    <a:pt x="6509801" y="497691"/>
                  </a:lnTo>
                  <a:lnTo>
                    <a:pt x="6509926" y="497691"/>
                  </a:lnTo>
                  <a:lnTo>
                    <a:pt x="6510051" y="497691"/>
                  </a:lnTo>
                  <a:lnTo>
                    <a:pt x="6510176" y="497691"/>
                  </a:lnTo>
                  <a:lnTo>
                    <a:pt x="6510301" y="497691"/>
                  </a:lnTo>
                  <a:lnTo>
                    <a:pt x="6510426" y="497691"/>
                  </a:lnTo>
                  <a:lnTo>
                    <a:pt x="6510551" y="497691"/>
                  </a:lnTo>
                  <a:lnTo>
                    <a:pt x="6510676" y="497691"/>
                  </a:lnTo>
                  <a:lnTo>
                    <a:pt x="6510801" y="497691"/>
                  </a:lnTo>
                  <a:lnTo>
                    <a:pt x="6510926" y="497691"/>
                  </a:lnTo>
                  <a:lnTo>
                    <a:pt x="6511051" y="497691"/>
                  </a:lnTo>
                  <a:lnTo>
                    <a:pt x="6511176" y="497691"/>
                  </a:lnTo>
                  <a:lnTo>
                    <a:pt x="6511301" y="497691"/>
                  </a:lnTo>
                  <a:lnTo>
                    <a:pt x="6511426" y="497691"/>
                  </a:lnTo>
                  <a:lnTo>
                    <a:pt x="6511551" y="497691"/>
                  </a:lnTo>
                  <a:lnTo>
                    <a:pt x="6511676" y="497691"/>
                  </a:lnTo>
                  <a:lnTo>
                    <a:pt x="6511801" y="497691"/>
                  </a:lnTo>
                  <a:lnTo>
                    <a:pt x="6511926" y="497691"/>
                  </a:lnTo>
                  <a:lnTo>
                    <a:pt x="6512051" y="497691"/>
                  </a:lnTo>
                  <a:lnTo>
                    <a:pt x="6512176" y="497691"/>
                  </a:lnTo>
                  <a:lnTo>
                    <a:pt x="6512302" y="497691"/>
                  </a:lnTo>
                  <a:lnTo>
                    <a:pt x="6512427" y="497691"/>
                  </a:lnTo>
                  <a:lnTo>
                    <a:pt x="6512552" y="497691"/>
                  </a:lnTo>
                  <a:lnTo>
                    <a:pt x="6512677" y="497691"/>
                  </a:lnTo>
                  <a:lnTo>
                    <a:pt x="6512802" y="497691"/>
                  </a:lnTo>
                  <a:lnTo>
                    <a:pt x="6512927" y="497691"/>
                  </a:lnTo>
                  <a:lnTo>
                    <a:pt x="6513052" y="497691"/>
                  </a:lnTo>
                  <a:lnTo>
                    <a:pt x="6513177" y="497691"/>
                  </a:lnTo>
                  <a:lnTo>
                    <a:pt x="6513302" y="497691"/>
                  </a:lnTo>
                  <a:lnTo>
                    <a:pt x="6513427" y="497691"/>
                  </a:lnTo>
                  <a:lnTo>
                    <a:pt x="6513552" y="497691"/>
                  </a:lnTo>
                  <a:lnTo>
                    <a:pt x="6513677" y="497691"/>
                  </a:lnTo>
                  <a:lnTo>
                    <a:pt x="6513802" y="497691"/>
                  </a:lnTo>
                  <a:lnTo>
                    <a:pt x="6513927" y="497691"/>
                  </a:lnTo>
                  <a:lnTo>
                    <a:pt x="6514052" y="497691"/>
                  </a:lnTo>
                  <a:lnTo>
                    <a:pt x="6514177" y="497691"/>
                  </a:lnTo>
                  <a:lnTo>
                    <a:pt x="6514302" y="497691"/>
                  </a:lnTo>
                  <a:lnTo>
                    <a:pt x="6514427" y="497691"/>
                  </a:lnTo>
                  <a:lnTo>
                    <a:pt x="6514552" y="497691"/>
                  </a:lnTo>
                  <a:lnTo>
                    <a:pt x="6514677" y="497691"/>
                  </a:lnTo>
                  <a:lnTo>
                    <a:pt x="6514802" y="497691"/>
                  </a:lnTo>
                  <a:lnTo>
                    <a:pt x="6514927" y="497691"/>
                  </a:lnTo>
                  <a:lnTo>
                    <a:pt x="6515052" y="497691"/>
                  </a:lnTo>
                  <a:lnTo>
                    <a:pt x="6515177" y="497691"/>
                  </a:lnTo>
                  <a:lnTo>
                    <a:pt x="6515303" y="497691"/>
                  </a:lnTo>
                  <a:lnTo>
                    <a:pt x="6515428" y="497691"/>
                  </a:lnTo>
                  <a:lnTo>
                    <a:pt x="6515553" y="497691"/>
                  </a:lnTo>
                  <a:lnTo>
                    <a:pt x="6515678" y="497691"/>
                  </a:lnTo>
                  <a:lnTo>
                    <a:pt x="6515803" y="497691"/>
                  </a:lnTo>
                  <a:lnTo>
                    <a:pt x="6515928" y="497691"/>
                  </a:lnTo>
                  <a:lnTo>
                    <a:pt x="6516053" y="497691"/>
                  </a:lnTo>
                  <a:lnTo>
                    <a:pt x="6516178" y="497691"/>
                  </a:lnTo>
                  <a:lnTo>
                    <a:pt x="6516303" y="497691"/>
                  </a:lnTo>
                  <a:lnTo>
                    <a:pt x="6516428" y="497691"/>
                  </a:lnTo>
                  <a:lnTo>
                    <a:pt x="6516553" y="497691"/>
                  </a:lnTo>
                  <a:lnTo>
                    <a:pt x="6516678" y="497691"/>
                  </a:lnTo>
                  <a:lnTo>
                    <a:pt x="6516803" y="497691"/>
                  </a:lnTo>
                  <a:lnTo>
                    <a:pt x="6516928" y="497691"/>
                  </a:lnTo>
                  <a:lnTo>
                    <a:pt x="6517053" y="497691"/>
                  </a:lnTo>
                  <a:lnTo>
                    <a:pt x="6517178" y="497691"/>
                  </a:lnTo>
                  <a:lnTo>
                    <a:pt x="6517303" y="497691"/>
                  </a:lnTo>
                  <a:lnTo>
                    <a:pt x="6517428" y="497691"/>
                  </a:lnTo>
                  <a:lnTo>
                    <a:pt x="6517553" y="497691"/>
                  </a:lnTo>
                  <a:lnTo>
                    <a:pt x="6517678" y="497691"/>
                  </a:lnTo>
                  <a:lnTo>
                    <a:pt x="6517803" y="497691"/>
                  </a:lnTo>
                  <a:lnTo>
                    <a:pt x="6517928" y="497691"/>
                  </a:lnTo>
                  <a:lnTo>
                    <a:pt x="6518053" y="497691"/>
                  </a:lnTo>
                  <a:lnTo>
                    <a:pt x="6518053" y="487737"/>
                  </a:lnTo>
                  <a:lnTo>
                    <a:pt x="6518178" y="487737"/>
                  </a:lnTo>
                  <a:lnTo>
                    <a:pt x="6518304" y="487737"/>
                  </a:lnTo>
                  <a:lnTo>
                    <a:pt x="6518429" y="487737"/>
                  </a:lnTo>
                  <a:lnTo>
                    <a:pt x="6518554" y="487737"/>
                  </a:lnTo>
                  <a:lnTo>
                    <a:pt x="6518679" y="487737"/>
                  </a:lnTo>
                  <a:lnTo>
                    <a:pt x="6518804" y="487737"/>
                  </a:lnTo>
                  <a:lnTo>
                    <a:pt x="6518929" y="487737"/>
                  </a:lnTo>
                  <a:lnTo>
                    <a:pt x="6519054" y="487737"/>
                  </a:lnTo>
                  <a:lnTo>
                    <a:pt x="6519179" y="487737"/>
                  </a:lnTo>
                  <a:lnTo>
                    <a:pt x="6519304" y="487737"/>
                  </a:lnTo>
                  <a:lnTo>
                    <a:pt x="6519429" y="487737"/>
                  </a:lnTo>
                  <a:lnTo>
                    <a:pt x="6519554" y="487737"/>
                  </a:lnTo>
                  <a:lnTo>
                    <a:pt x="6519679" y="487737"/>
                  </a:lnTo>
                  <a:lnTo>
                    <a:pt x="6519804" y="487737"/>
                  </a:lnTo>
                  <a:lnTo>
                    <a:pt x="6519929" y="487737"/>
                  </a:lnTo>
                  <a:lnTo>
                    <a:pt x="6520054" y="487737"/>
                  </a:lnTo>
                  <a:lnTo>
                    <a:pt x="6520179" y="487737"/>
                  </a:lnTo>
                  <a:lnTo>
                    <a:pt x="6520304" y="487737"/>
                  </a:lnTo>
                  <a:lnTo>
                    <a:pt x="6520429" y="487737"/>
                  </a:lnTo>
                  <a:lnTo>
                    <a:pt x="6520554" y="487737"/>
                  </a:lnTo>
                  <a:lnTo>
                    <a:pt x="6520679" y="487737"/>
                  </a:lnTo>
                  <a:lnTo>
                    <a:pt x="6520804" y="487737"/>
                  </a:lnTo>
                  <a:lnTo>
                    <a:pt x="6520929" y="487737"/>
                  </a:lnTo>
                  <a:lnTo>
                    <a:pt x="6521054" y="487737"/>
                  </a:lnTo>
                  <a:lnTo>
                    <a:pt x="6521180" y="487737"/>
                  </a:lnTo>
                  <a:lnTo>
                    <a:pt x="6521305" y="487737"/>
                  </a:lnTo>
                  <a:lnTo>
                    <a:pt x="6521430" y="487737"/>
                  </a:lnTo>
                  <a:lnTo>
                    <a:pt x="6521555" y="487737"/>
                  </a:lnTo>
                  <a:lnTo>
                    <a:pt x="6521680" y="487737"/>
                  </a:lnTo>
                  <a:lnTo>
                    <a:pt x="6521805" y="487737"/>
                  </a:lnTo>
                  <a:lnTo>
                    <a:pt x="6521930" y="487737"/>
                  </a:lnTo>
                  <a:lnTo>
                    <a:pt x="6522055" y="487737"/>
                  </a:lnTo>
                  <a:lnTo>
                    <a:pt x="6522180" y="487737"/>
                  </a:lnTo>
                  <a:lnTo>
                    <a:pt x="6522305" y="487737"/>
                  </a:lnTo>
                  <a:lnTo>
                    <a:pt x="6522430" y="487737"/>
                  </a:lnTo>
                  <a:lnTo>
                    <a:pt x="6522555" y="487737"/>
                  </a:lnTo>
                  <a:lnTo>
                    <a:pt x="6522680" y="487737"/>
                  </a:lnTo>
                  <a:lnTo>
                    <a:pt x="6522805" y="487737"/>
                  </a:lnTo>
                  <a:lnTo>
                    <a:pt x="6522930" y="487737"/>
                  </a:lnTo>
                  <a:lnTo>
                    <a:pt x="6523055" y="487737"/>
                  </a:lnTo>
                  <a:lnTo>
                    <a:pt x="6523180" y="487737"/>
                  </a:lnTo>
                  <a:lnTo>
                    <a:pt x="6523305" y="487737"/>
                  </a:lnTo>
                  <a:lnTo>
                    <a:pt x="6523430" y="487737"/>
                  </a:lnTo>
                  <a:lnTo>
                    <a:pt x="6523555" y="487737"/>
                  </a:lnTo>
                  <a:lnTo>
                    <a:pt x="6523680" y="487737"/>
                  </a:lnTo>
                  <a:lnTo>
                    <a:pt x="6523805" y="487737"/>
                  </a:lnTo>
                  <a:lnTo>
                    <a:pt x="6523930" y="487737"/>
                  </a:lnTo>
                  <a:lnTo>
                    <a:pt x="6524055" y="487737"/>
                  </a:lnTo>
                  <a:lnTo>
                    <a:pt x="6524181" y="487737"/>
                  </a:lnTo>
                  <a:lnTo>
                    <a:pt x="6524306" y="487737"/>
                  </a:lnTo>
                  <a:lnTo>
                    <a:pt x="6524431" y="487737"/>
                  </a:lnTo>
                  <a:lnTo>
                    <a:pt x="6524556" y="487737"/>
                  </a:lnTo>
                  <a:lnTo>
                    <a:pt x="6524681" y="487737"/>
                  </a:lnTo>
                  <a:lnTo>
                    <a:pt x="6524806" y="487737"/>
                  </a:lnTo>
                  <a:lnTo>
                    <a:pt x="6524931" y="487737"/>
                  </a:lnTo>
                  <a:lnTo>
                    <a:pt x="6525056" y="487737"/>
                  </a:lnTo>
                  <a:lnTo>
                    <a:pt x="6525181" y="487737"/>
                  </a:lnTo>
                  <a:lnTo>
                    <a:pt x="6525306" y="487737"/>
                  </a:lnTo>
                  <a:lnTo>
                    <a:pt x="6525431" y="487737"/>
                  </a:lnTo>
                  <a:lnTo>
                    <a:pt x="6525556" y="487737"/>
                  </a:lnTo>
                  <a:lnTo>
                    <a:pt x="6525681" y="487737"/>
                  </a:lnTo>
                  <a:lnTo>
                    <a:pt x="6525806" y="487737"/>
                  </a:lnTo>
                  <a:lnTo>
                    <a:pt x="6525931" y="487737"/>
                  </a:lnTo>
                  <a:lnTo>
                    <a:pt x="6526056" y="487737"/>
                  </a:lnTo>
                  <a:lnTo>
                    <a:pt x="6526181" y="487737"/>
                  </a:lnTo>
                  <a:lnTo>
                    <a:pt x="6526306" y="487737"/>
                  </a:lnTo>
                  <a:lnTo>
                    <a:pt x="6526431" y="487737"/>
                  </a:lnTo>
                  <a:lnTo>
                    <a:pt x="6526556" y="487737"/>
                  </a:lnTo>
                  <a:lnTo>
                    <a:pt x="6526556" y="477783"/>
                  </a:lnTo>
                  <a:lnTo>
                    <a:pt x="6526681" y="477783"/>
                  </a:lnTo>
                  <a:lnTo>
                    <a:pt x="6526806" y="477783"/>
                  </a:lnTo>
                  <a:lnTo>
                    <a:pt x="6526931" y="477783"/>
                  </a:lnTo>
                  <a:lnTo>
                    <a:pt x="6527056" y="477783"/>
                  </a:lnTo>
                  <a:lnTo>
                    <a:pt x="6527182" y="477783"/>
                  </a:lnTo>
                  <a:lnTo>
                    <a:pt x="6527307" y="477783"/>
                  </a:lnTo>
                  <a:lnTo>
                    <a:pt x="6527432" y="477783"/>
                  </a:lnTo>
                  <a:lnTo>
                    <a:pt x="6527557" y="477783"/>
                  </a:lnTo>
                  <a:lnTo>
                    <a:pt x="6527682" y="477783"/>
                  </a:lnTo>
                  <a:lnTo>
                    <a:pt x="6527807" y="477783"/>
                  </a:lnTo>
                  <a:lnTo>
                    <a:pt x="6527932" y="477783"/>
                  </a:lnTo>
                  <a:lnTo>
                    <a:pt x="6528057" y="477783"/>
                  </a:lnTo>
                  <a:lnTo>
                    <a:pt x="6528182" y="477783"/>
                  </a:lnTo>
                  <a:lnTo>
                    <a:pt x="6528307" y="477783"/>
                  </a:lnTo>
                  <a:lnTo>
                    <a:pt x="6528432" y="477783"/>
                  </a:lnTo>
                  <a:lnTo>
                    <a:pt x="6528557" y="477783"/>
                  </a:lnTo>
                  <a:lnTo>
                    <a:pt x="6528682" y="477783"/>
                  </a:lnTo>
                  <a:lnTo>
                    <a:pt x="6528807" y="477783"/>
                  </a:lnTo>
                  <a:lnTo>
                    <a:pt x="6528932" y="477783"/>
                  </a:lnTo>
                  <a:lnTo>
                    <a:pt x="6529057" y="477783"/>
                  </a:lnTo>
                  <a:lnTo>
                    <a:pt x="6529182" y="477783"/>
                  </a:lnTo>
                  <a:lnTo>
                    <a:pt x="6529307" y="477783"/>
                  </a:lnTo>
                  <a:lnTo>
                    <a:pt x="6529432" y="477783"/>
                  </a:lnTo>
                  <a:lnTo>
                    <a:pt x="6529557" y="477783"/>
                  </a:lnTo>
                  <a:lnTo>
                    <a:pt x="6529682" y="477783"/>
                  </a:lnTo>
                  <a:lnTo>
                    <a:pt x="6529807" y="477783"/>
                  </a:lnTo>
                  <a:lnTo>
                    <a:pt x="6529932" y="477783"/>
                  </a:lnTo>
                  <a:lnTo>
                    <a:pt x="6530057" y="477783"/>
                  </a:lnTo>
                  <a:lnTo>
                    <a:pt x="6530183" y="477783"/>
                  </a:lnTo>
                  <a:lnTo>
                    <a:pt x="6530308" y="477783"/>
                  </a:lnTo>
                  <a:lnTo>
                    <a:pt x="6530433" y="477783"/>
                  </a:lnTo>
                  <a:lnTo>
                    <a:pt x="6530558" y="477783"/>
                  </a:lnTo>
                  <a:lnTo>
                    <a:pt x="6530683" y="477783"/>
                  </a:lnTo>
                  <a:lnTo>
                    <a:pt x="6530808" y="477783"/>
                  </a:lnTo>
                  <a:lnTo>
                    <a:pt x="6530933" y="477783"/>
                  </a:lnTo>
                  <a:lnTo>
                    <a:pt x="6531058" y="477783"/>
                  </a:lnTo>
                  <a:lnTo>
                    <a:pt x="6531183" y="477783"/>
                  </a:lnTo>
                  <a:lnTo>
                    <a:pt x="6531308" y="477783"/>
                  </a:lnTo>
                  <a:lnTo>
                    <a:pt x="6531433" y="477783"/>
                  </a:lnTo>
                  <a:lnTo>
                    <a:pt x="6531558" y="477783"/>
                  </a:lnTo>
                  <a:lnTo>
                    <a:pt x="6531683" y="477783"/>
                  </a:lnTo>
                  <a:lnTo>
                    <a:pt x="6531808" y="477783"/>
                  </a:lnTo>
                  <a:lnTo>
                    <a:pt x="6531933" y="477783"/>
                  </a:lnTo>
                  <a:lnTo>
                    <a:pt x="6532058" y="477783"/>
                  </a:lnTo>
                  <a:lnTo>
                    <a:pt x="6532183" y="477783"/>
                  </a:lnTo>
                  <a:lnTo>
                    <a:pt x="6532308" y="477783"/>
                  </a:lnTo>
                  <a:lnTo>
                    <a:pt x="6532433" y="477783"/>
                  </a:lnTo>
                  <a:lnTo>
                    <a:pt x="6532558" y="477783"/>
                  </a:lnTo>
                  <a:lnTo>
                    <a:pt x="6532683" y="477783"/>
                  </a:lnTo>
                  <a:lnTo>
                    <a:pt x="6532808" y="477783"/>
                  </a:lnTo>
                  <a:lnTo>
                    <a:pt x="6532933" y="477783"/>
                  </a:lnTo>
                  <a:lnTo>
                    <a:pt x="6533058" y="477783"/>
                  </a:lnTo>
                  <a:lnTo>
                    <a:pt x="6533184" y="477783"/>
                  </a:lnTo>
                  <a:lnTo>
                    <a:pt x="6533309" y="477783"/>
                  </a:lnTo>
                  <a:lnTo>
                    <a:pt x="6533434" y="477783"/>
                  </a:lnTo>
                  <a:lnTo>
                    <a:pt x="6533559" y="477783"/>
                  </a:lnTo>
                  <a:lnTo>
                    <a:pt x="6533684" y="477783"/>
                  </a:lnTo>
                  <a:lnTo>
                    <a:pt x="6533809" y="477783"/>
                  </a:lnTo>
                  <a:lnTo>
                    <a:pt x="6533934" y="477783"/>
                  </a:lnTo>
                  <a:lnTo>
                    <a:pt x="6534059" y="477783"/>
                  </a:lnTo>
                  <a:lnTo>
                    <a:pt x="6534184" y="477783"/>
                  </a:lnTo>
                  <a:lnTo>
                    <a:pt x="6534309" y="477783"/>
                  </a:lnTo>
                  <a:lnTo>
                    <a:pt x="6534434" y="477783"/>
                  </a:lnTo>
                  <a:lnTo>
                    <a:pt x="6534559" y="477783"/>
                  </a:lnTo>
                  <a:lnTo>
                    <a:pt x="6534684" y="477783"/>
                  </a:lnTo>
                  <a:lnTo>
                    <a:pt x="6534809" y="477783"/>
                  </a:lnTo>
                  <a:lnTo>
                    <a:pt x="6534934" y="477783"/>
                  </a:lnTo>
                  <a:lnTo>
                    <a:pt x="6535059" y="477783"/>
                  </a:lnTo>
                  <a:lnTo>
                    <a:pt x="6535184" y="477783"/>
                  </a:lnTo>
                  <a:lnTo>
                    <a:pt x="6535309" y="477783"/>
                  </a:lnTo>
                  <a:lnTo>
                    <a:pt x="6535434" y="477783"/>
                  </a:lnTo>
                  <a:lnTo>
                    <a:pt x="6535559" y="477783"/>
                  </a:lnTo>
                  <a:lnTo>
                    <a:pt x="6535684" y="477783"/>
                  </a:lnTo>
                  <a:lnTo>
                    <a:pt x="6535809" y="477783"/>
                  </a:lnTo>
                  <a:lnTo>
                    <a:pt x="6535934" y="477783"/>
                  </a:lnTo>
                  <a:lnTo>
                    <a:pt x="6536059" y="477783"/>
                  </a:lnTo>
                  <a:lnTo>
                    <a:pt x="6536185" y="477783"/>
                  </a:lnTo>
                  <a:lnTo>
                    <a:pt x="6536310" y="477783"/>
                  </a:lnTo>
                  <a:lnTo>
                    <a:pt x="6536435" y="477783"/>
                  </a:lnTo>
                  <a:lnTo>
                    <a:pt x="6536560" y="477783"/>
                  </a:lnTo>
                  <a:lnTo>
                    <a:pt x="6536685" y="477783"/>
                  </a:lnTo>
                  <a:lnTo>
                    <a:pt x="6536810" y="477783"/>
                  </a:lnTo>
                  <a:lnTo>
                    <a:pt x="6536935" y="477783"/>
                  </a:lnTo>
                  <a:lnTo>
                    <a:pt x="6537060" y="477783"/>
                  </a:lnTo>
                  <a:lnTo>
                    <a:pt x="6537185" y="477783"/>
                  </a:lnTo>
                  <a:lnTo>
                    <a:pt x="6537310" y="477783"/>
                  </a:lnTo>
                  <a:lnTo>
                    <a:pt x="6537435" y="477783"/>
                  </a:lnTo>
                  <a:lnTo>
                    <a:pt x="6537560" y="477783"/>
                  </a:lnTo>
                  <a:lnTo>
                    <a:pt x="6537685" y="477783"/>
                  </a:lnTo>
                  <a:lnTo>
                    <a:pt x="6537810" y="477783"/>
                  </a:lnTo>
                  <a:lnTo>
                    <a:pt x="6537935" y="477783"/>
                  </a:lnTo>
                  <a:lnTo>
                    <a:pt x="6538060" y="477783"/>
                  </a:lnTo>
                  <a:lnTo>
                    <a:pt x="6538185" y="477783"/>
                  </a:lnTo>
                  <a:lnTo>
                    <a:pt x="6538310" y="477783"/>
                  </a:lnTo>
                  <a:lnTo>
                    <a:pt x="6538435" y="477783"/>
                  </a:lnTo>
                  <a:lnTo>
                    <a:pt x="6538560" y="477783"/>
                  </a:lnTo>
                  <a:lnTo>
                    <a:pt x="6538685" y="477783"/>
                  </a:lnTo>
                  <a:lnTo>
                    <a:pt x="6538810" y="477783"/>
                  </a:lnTo>
                  <a:lnTo>
                    <a:pt x="6538935" y="477783"/>
                  </a:lnTo>
                  <a:lnTo>
                    <a:pt x="6539060" y="477783"/>
                  </a:lnTo>
                  <a:lnTo>
                    <a:pt x="6539186" y="477783"/>
                  </a:lnTo>
                  <a:lnTo>
                    <a:pt x="6539311" y="477783"/>
                  </a:lnTo>
                  <a:lnTo>
                    <a:pt x="6539436" y="477783"/>
                  </a:lnTo>
                  <a:lnTo>
                    <a:pt x="6539561" y="477783"/>
                  </a:lnTo>
                  <a:lnTo>
                    <a:pt x="6539686" y="477783"/>
                  </a:lnTo>
                  <a:lnTo>
                    <a:pt x="6539811" y="477783"/>
                  </a:lnTo>
                  <a:lnTo>
                    <a:pt x="6539936" y="477783"/>
                  </a:lnTo>
                  <a:lnTo>
                    <a:pt x="6540061" y="477783"/>
                  </a:lnTo>
                  <a:lnTo>
                    <a:pt x="6540186" y="477783"/>
                  </a:lnTo>
                  <a:lnTo>
                    <a:pt x="6540311" y="477783"/>
                  </a:lnTo>
                  <a:lnTo>
                    <a:pt x="6540436" y="477783"/>
                  </a:lnTo>
                  <a:lnTo>
                    <a:pt x="6540561" y="477783"/>
                  </a:lnTo>
                  <a:lnTo>
                    <a:pt x="6540686" y="477783"/>
                  </a:lnTo>
                  <a:lnTo>
                    <a:pt x="6540811" y="477783"/>
                  </a:lnTo>
                  <a:lnTo>
                    <a:pt x="6540936" y="477783"/>
                  </a:lnTo>
                  <a:lnTo>
                    <a:pt x="6541061" y="477783"/>
                  </a:lnTo>
                  <a:lnTo>
                    <a:pt x="6541186" y="477783"/>
                  </a:lnTo>
                  <a:lnTo>
                    <a:pt x="6541311" y="477783"/>
                  </a:lnTo>
                  <a:lnTo>
                    <a:pt x="6541436" y="477783"/>
                  </a:lnTo>
                  <a:lnTo>
                    <a:pt x="6541561" y="477783"/>
                  </a:lnTo>
                  <a:lnTo>
                    <a:pt x="6541686" y="477783"/>
                  </a:lnTo>
                  <a:lnTo>
                    <a:pt x="6541811" y="477783"/>
                  </a:lnTo>
                  <a:lnTo>
                    <a:pt x="6541936" y="477783"/>
                  </a:lnTo>
                  <a:lnTo>
                    <a:pt x="6542061" y="477783"/>
                  </a:lnTo>
                  <a:lnTo>
                    <a:pt x="6542187" y="477783"/>
                  </a:lnTo>
                  <a:lnTo>
                    <a:pt x="6542312" y="477783"/>
                  </a:lnTo>
                  <a:lnTo>
                    <a:pt x="6542437" y="477783"/>
                  </a:lnTo>
                  <a:lnTo>
                    <a:pt x="6542562" y="477783"/>
                  </a:lnTo>
                  <a:lnTo>
                    <a:pt x="6542687" y="477783"/>
                  </a:lnTo>
                  <a:lnTo>
                    <a:pt x="6542812" y="477783"/>
                  </a:lnTo>
                  <a:lnTo>
                    <a:pt x="6542937" y="477783"/>
                  </a:lnTo>
                  <a:lnTo>
                    <a:pt x="6543062" y="477783"/>
                  </a:lnTo>
                  <a:lnTo>
                    <a:pt x="6543187" y="477783"/>
                  </a:lnTo>
                  <a:lnTo>
                    <a:pt x="6543312" y="477783"/>
                  </a:lnTo>
                  <a:lnTo>
                    <a:pt x="6543437" y="477783"/>
                  </a:lnTo>
                  <a:lnTo>
                    <a:pt x="6543562" y="477783"/>
                  </a:lnTo>
                  <a:lnTo>
                    <a:pt x="6543687" y="477783"/>
                  </a:lnTo>
                  <a:lnTo>
                    <a:pt x="6543812" y="477783"/>
                  </a:lnTo>
                  <a:lnTo>
                    <a:pt x="6543937" y="477783"/>
                  </a:lnTo>
                  <a:lnTo>
                    <a:pt x="6544062" y="477783"/>
                  </a:lnTo>
                  <a:lnTo>
                    <a:pt x="6544187" y="477783"/>
                  </a:lnTo>
                  <a:lnTo>
                    <a:pt x="6544312" y="477783"/>
                  </a:lnTo>
                  <a:lnTo>
                    <a:pt x="6544437" y="477783"/>
                  </a:lnTo>
                  <a:lnTo>
                    <a:pt x="6544562" y="477783"/>
                  </a:lnTo>
                  <a:lnTo>
                    <a:pt x="6544687" y="477783"/>
                  </a:lnTo>
                  <a:lnTo>
                    <a:pt x="6544812" y="477783"/>
                  </a:lnTo>
                  <a:lnTo>
                    <a:pt x="6544937" y="477783"/>
                  </a:lnTo>
                  <a:lnTo>
                    <a:pt x="6545062" y="477783"/>
                  </a:lnTo>
                  <a:lnTo>
                    <a:pt x="6545188" y="477783"/>
                  </a:lnTo>
                  <a:lnTo>
                    <a:pt x="6545313" y="477783"/>
                  </a:lnTo>
                  <a:lnTo>
                    <a:pt x="6545438" y="477783"/>
                  </a:lnTo>
                  <a:lnTo>
                    <a:pt x="6545563" y="477783"/>
                  </a:lnTo>
                  <a:lnTo>
                    <a:pt x="6545688" y="477783"/>
                  </a:lnTo>
                  <a:lnTo>
                    <a:pt x="6545813" y="477783"/>
                  </a:lnTo>
                  <a:lnTo>
                    <a:pt x="6545938" y="477783"/>
                  </a:lnTo>
                  <a:lnTo>
                    <a:pt x="6546063" y="477783"/>
                  </a:lnTo>
                  <a:lnTo>
                    <a:pt x="6546188" y="477783"/>
                  </a:lnTo>
                  <a:lnTo>
                    <a:pt x="6546313" y="477783"/>
                  </a:lnTo>
                  <a:lnTo>
                    <a:pt x="6546438" y="477783"/>
                  </a:lnTo>
                  <a:lnTo>
                    <a:pt x="6546563" y="477783"/>
                  </a:lnTo>
                  <a:lnTo>
                    <a:pt x="6546688" y="477783"/>
                  </a:lnTo>
                  <a:lnTo>
                    <a:pt x="6546813" y="477783"/>
                  </a:lnTo>
                  <a:lnTo>
                    <a:pt x="6546938" y="477783"/>
                  </a:lnTo>
                  <a:lnTo>
                    <a:pt x="6547063" y="477783"/>
                  </a:lnTo>
                  <a:lnTo>
                    <a:pt x="6547188" y="477783"/>
                  </a:lnTo>
                  <a:lnTo>
                    <a:pt x="6547313" y="477783"/>
                  </a:lnTo>
                  <a:lnTo>
                    <a:pt x="6547438" y="477783"/>
                  </a:lnTo>
                  <a:lnTo>
                    <a:pt x="6547563" y="477783"/>
                  </a:lnTo>
                  <a:lnTo>
                    <a:pt x="6547688" y="477783"/>
                  </a:lnTo>
                  <a:lnTo>
                    <a:pt x="6547813" y="477783"/>
                  </a:lnTo>
                  <a:lnTo>
                    <a:pt x="6547938" y="477783"/>
                  </a:lnTo>
                  <a:lnTo>
                    <a:pt x="6548063" y="477783"/>
                  </a:lnTo>
                  <a:lnTo>
                    <a:pt x="6548189" y="477783"/>
                  </a:lnTo>
                  <a:lnTo>
                    <a:pt x="6548314" y="477783"/>
                  </a:lnTo>
                  <a:lnTo>
                    <a:pt x="6548439" y="477783"/>
                  </a:lnTo>
                  <a:lnTo>
                    <a:pt x="6548564" y="477783"/>
                  </a:lnTo>
                  <a:lnTo>
                    <a:pt x="6548689" y="477783"/>
                  </a:lnTo>
                  <a:lnTo>
                    <a:pt x="6548814" y="477783"/>
                  </a:lnTo>
                  <a:lnTo>
                    <a:pt x="6548939" y="477783"/>
                  </a:lnTo>
                  <a:lnTo>
                    <a:pt x="6549064" y="477783"/>
                  </a:lnTo>
                  <a:lnTo>
                    <a:pt x="6549189" y="477783"/>
                  </a:lnTo>
                  <a:lnTo>
                    <a:pt x="6549314" y="477783"/>
                  </a:lnTo>
                  <a:lnTo>
                    <a:pt x="6549439" y="477783"/>
                  </a:lnTo>
                  <a:lnTo>
                    <a:pt x="6549564" y="477783"/>
                  </a:lnTo>
                  <a:lnTo>
                    <a:pt x="6549689" y="477783"/>
                  </a:lnTo>
                  <a:lnTo>
                    <a:pt x="6549814" y="477783"/>
                  </a:lnTo>
                  <a:lnTo>
                    <a:pt x="6549939" y="477783"/>
                  </a:lnTo>
                  <a:lnTo>
                    <a:pt x="6550064" y="477783"/>
                  </a:lnTo>
                  <a:lnTo>
                    <a:pt x="6550189" y="477783"/>
                  </a:lnTo>
                  <a:lnTo>
                    <a:pt x="6550314" y="477783"/>
                  </a:lnTo>
                  <a:lnTo>
                    <a:pt x="6550439" y="477783"/>
                  </a:lnTo>
                  <a:lnTo>
                    <a:pt x="6550564" y="477783"/>
                  </a:lnTo>
                  <a:lnTo>
                    <a:pt x="6550689" y="477783"/>
                  </a:lnTo>
                  <a:lnTo>
                    <a:pt x="6550814" y="477783"/>
                  </a:lnTo>
                  <a:lnTo>
                    <a:pt x="6550939" y="477783"/>
                  </a:lnTo>
                  <a:lnTo>
                    <a:pt x="6551064" y="477783"/>
                  </a:lnTo>
                  <a:lnTo>
                    <a:pt x="6551190" y="477783"/>
                  </a:lnTo>
                  <a:lnTo>
                    <a:pt x="6551315" y="477783"/>
                  </a:lnTo>
                  <a:lnTo>
                    <a:pt x="6551440" y="477783"/>
                  </a:lnTo>
                  <a:lnTo>
                    <a:pt x="6551565" y="477783"/>
                  </a:lnTo>
                  <a:lnTo>
                    <a:pt x="6551690" y="477783"/>
                  </a:lnTo>
                  <a:lnTo>
                    <a:pt x="6551815" y="477783"/>
                  </a:lnTo>
                  <a:lnTo>
                    <a:pt x="6551940" y="477783"/>
                  </a:lnTo>
                  <a:lnTo>
                    <a:pt x="6552065" y="477783"/>
                  </a:lnTo>
                  <a:lnTo>
                    <a:pt x="6552190" y="477783"/>
                  </a:lnTo>
                  <a:lnTo>
                    <a:pt x="6552315" y="477783"/>
                  </a:lnTo>
                  <a:lnTo>
                    <a:pt x="6552440" y="477783"/>
                  </a:lnTo>
                  <a:lnTo>
                    <a:pt x="6552565" y="477783"/>
                  </a:lnTo>
                  <a:lnTo>
                    <a:pt x="6552690" y="477783"/>
                  </a:lnTo>
                  <a:lnTo>
                    <a:pt x="6552815" y="477783"/>
                  </a:lnTo>
                  <a:lnTo>
                    <a:pt x="6552940" y="477783"/>
                  </a:lnTo>
                  <a:lnTo>
                    <a:pt x="6553065" y="477783"/>
                  </a:lnTo>
                  <a:lnTo>
                    <a:pt x="6553190" y="477783"/>
                  </a:lnTo>
                  <a:lnTo>
                    <a:pt x="6553315" y="477783"/>
                  </a:lnTo>
                  <a:lnTo>
                    <a:pt x="6553440" y="477783"/>
                  </a:lnTo>
                  <a:lnTo>
                    <a:pt x="6553565" y="477783"/>
                  </a:lnTo>
                  <a:lnTo>
                    <a:pt x="6553690" y="477783"/>
                  </a:lnTo>
                  <a:lnTo>
                    <a:pt x="6553815" y="477783"/>
                  </a:lnTo>
                  <a:lnTo>
                    <a:pt x="6553940" y="477783"/>
                  </a:lnTo>
                  <a:lnTo>
                    <a:pt x="6554065" y="477783"/>
                  </a:lnTo>
                  <a:lnTo>
                    <a:pt x="6554191" y="477783"/>
                  </a:lnTo>
                  <a:lnTo>
                    <a:pt x="6554316" y="477783"/>
                  </a:lnTo>
                  <a:lnTo>
                    <a:pt x="6554441" y="477783"/>
                  </a:lnTo>
                  <a:lnTo>
                    <a:pt x="6554566" y="477783"/>
                  </a:lnTo>
                  <a:lnTo>
                    <a:pt x="6554691" y="477783"/>
                  </a:lnTo>
                  <a:lnTo>
                    <a:pt x="6554816" y="477783"/>
                  </a:lnTo>
                  <a:lnTo>
                    <a:pt x="6554941" y="477783"/>
                  </a:lnTo>
                  <a:lnTo>
                    <a:pt x="6555066" y="477783"/>
                  </a:lnTo>
                  <a:lnTo>
                    <a:pt x="6555191" y="477783"/>
                  </a:lnTo>
                  <a:lnTo>
                    <a:pt x="6555316" y="477783"/>
                  </a:lnTo>
                  <a:lnTo>
                    <a:pt x="6555441" y="477783"/>
                  </a:lnTo>
                  <a:lnTo>
                    <a:pt x="6555566" y="477783"/>
                  </a:lnTo>
                  <a:lnTo>
                    <a:pt x="6555691" y="477783"/>
                  </a:lnTo>
                  <a:lnTo>
                    <a:pt x="6555816" y="477783"/>
                  </a:lnTo>
                  <a:lnTo>
                    <a:pt x="6555941" y="477783"/>
                  </a:lnTo>
                  <a:lnTo>
                    <a:pt x="6556066" y="477783"/>
                  </a:lnTo>
                  <a:lnTo>
                    <a:pt x="6556191" y="477783"/>
                  </a:lnTo>
                  <a:lnTo>
                    <a:pt x="6556316" y="477783"/>
                  </a:lnTo>
                  <a:lnTo>
                    <a:pt x="6556441" y="477783"/>
                  </a:lnTo>
                  <a:lnTo>
                    <a:pt x="6556566" y="477783"/>
                  </a:lnTo>
                  <a:lnTo>
                    <a:pt x="6556691" y="477783"/>
                  </a:lnTo>
                  <a:lnTo>
                    <a:pt x="6556816" y="477783"/>
                  </a:lnTo>
                  <a:lnTo>
                    <a:pt x="6556941" y="477783"/>
                  </a:lnTo>
                  <a:lnTo>
                    <a:pt x="6557066" y="477783"/>
                  </a:lnTo>
                  <a:lnTo>
                    <a:pt x="6557192" y="477783"/>
                  </a:lnTo>
                  <a:lnTo>
                    <a:pt x="6557317" y="477783"/>
                  </a:lnTo>
                  <a:lnTo>
                    <a:pt x="6557442" y="477783"/>
                  </a:lnTo>
                  <a:lnTo>
                    <a:pt x="6557567" y="477783"/>
                  </a:lnTo>
                  <a:lnTo>
                    <a:pt x="6557692" y="477783"/>
                  </a:lnTo>
                  <a:lnTo>
                    <a:pt x="6557817" y="477783"/>
                  </a:lnTo>
                  <a:lnTo>
                    <a:pt x="6557942" y="477783"/>
                  </a:lnTo>
                  <a:lnTo>
                    <a:pt x="6558067" y="477783"/>
                  </a:lnTo>
                  <a:lnTo>
                    <a:pt x="6558192" y="477783"/>
                  </a:lnTo>
                  <a:lnTo>
                    <a:pt x="6558317" y="477783"/>
                  </a:lnTo>
                  <a:lnTo>
                    <a:pt x="6558442" y="477783"/>
                  </a:lnTo>
                  <a:lnTo>
                    <a:pt x="6558567" y="477783"/>
                  </a:lnTo>
                  <a:lnTo>
                    <a:pt x="6558692" y="477783"/>
                  </a:lnTo>
                  <a:lnTo>
                    <a:pt x="6558817" y="477783"/>
                  </a:lnTo>
                  <a:lnTo>
                    <a:pt x="6558942" y="477783"/>
                  </a:lnTo>
                  <a:lnTo>
                    <a:pt x="6559067" y="477783"/>
                  </a:lnTo>
                  <a:lnTo>
                    <a:pt x="6559192" y="477783"/>
                  </a:lnTo>
                  <a:lnTo>
                    <a:pt x="6559317" y="477783"/>
                  </a:lnTo>
                  <a:lnTo>
                    <a:pt x="6559442" y="477783"/>
                  </a:lnTo>
                  <a:lnTo>
                    <a:pt x="6559567" y="477783"/>
                  </a:lnTo>
                  <a:lnTo>
                    <a:pt x="6559692" y="477783"/>
                  </a:lnTo>
                  <a:lnTo>
                    <a:pt x="6559817" y="477783"/>
                  </a:lnTo>
                  <a:lnTo>
                    <a:pt x="6559942" y="477783"/>
                  </a:lnTo>
                  <a:lnTo>
                    <a:pt x="6560068" y="477783"/>
                  </a:lnTo>
                  <a:lnTo>
                    <a:pt x="6560193" y="477783"/>
                  </a:lnTo>
                  <a:lnTo>
                    <a:pt x="6560318" y="477783"/>
                  </a:lnTo>
                  <a:lnTo>
                    <a:pt x="6560443" y="477783"/>
                  </a:lnTo>
                  <a:lnTo>
                    <a:pt x="6560568" y="477783"/>
                  </a:lnTo>
                  <a:lnTo>
                    <a:pt x="6560693" y="477783"/>
                  </a:lnTo>
                  <a:lnTo>
                    <a:pt x="6560818" y="477783"/>
                  </a:lnTo>
                  <a:lnTo>
                    <a:pt x="6560943" y="477783"/>
                  </a:lnTo>
                  <a:lnTo>
                    <a:pt x="6561068" y="477783"/>
                  </a:lnTo>
                  <a:lnTo>
                    <a:pt x="6561193" y="477783"/>
                  </a:lnTo>
                  <a:lnTo>
                    <a:pt x="6561318" y="477783"/>
                  </a:lnTo>
                  <a:lnTo>
                    <a:pt x="6561443" y="477783"/>
                  </a:lnTo>
                  <a:lnTo>
                    <a:pt x="6561568" y="477783"/>
                  </a:lnTo>
                  <a:lnTo>
                    <a:pt x="6561693" y="477783"/>
                  </a:lnTo>
                  <a:lnTo>
                    <a:pt x="6561818" y="477783"/>
                  </a:lnTo>
                  <a:lnTo>
                    <a:pt x="6561943" y="477783"/>
                  </a:lnTo>
                  <a:lnTo>
                    <a:pt x="6562068" y="477783"/>
                  </a:lnTo>
                  <a:lnTo>
                    <a:pt x="6562193" y="477783"/>
                  </a:lnTo>
                  <a:lnTo>
                    <a:pt x="6562318" y="477783"/>
                  </a:lnTo>
                  <a:lnTo>
                    <a:pt x="6562443" y="477783"/>
                  </a:lnTo>
                  <a:lnTo>
                    <a:pt x="6562568" y="477783"/>
                  </a:lnTo>
                  <a:lnTo>
                    <a:pt x="6562693" y="477783"/>
                  </a:lnTo>
                  <a:lnTo>
                    <a:pt x="6562818" y="477783"/>
                  </a:lnTo>
                  <a:lnTo>
                    <a:pt x="6562943" y="477783"/>
                  </a:lnTo>
                  <a:lnTo>
                    <a:pt x="6563069" y="477783"/>
                  </a:lnTo>
                  <a:lnTo>
                    <a:pt x="6563194" y="477783"/>
                  </a:lnTo>
                  <a:lnTo>
                    <a:pt x="6563319" y="477783"/>
                  </a:lnTo>
                  <a:lnTo>
                    <a:pt x="6563444" y="477783"/>
                  </a:lnTo>
                  <a:lnTo>
                    <a:pt x="6563569" y="477783"/>
                  </a:lnTo>
                  <a:lnTo>
                    <a:pt x="6563694" y="477783"/>
                  </a:lnTo>
                  <a:lnTo>
                    <a:pt x="6563819" y="477783"/>
                  </a:lnTo>
                  <a:lnTo>
                    <a:pt x="6563944" y="477783"/>
                  </a:lnTo>
                  <a:lnTo>
                    <a:pt x="6564069" y="477783"/>
                  </a:lnTo>
                  <a:lnTo>
                    <a:pt x="6564194" y="477783"/>
                  </a:lnTo>
                  <a:lnTo>
                    <a:pt x="6564319" y="477783"/>
                  </a:lnTo>
                  <a:lnTo>
                    <a:pt x="6564444" y="477783"/>
                  </a:lnTo>
                  <a:lnTo>
                    <a:pt x="6564569" y="477783"/>
                  </a:lnTo>
                  <a:lnTo>
                    <a:pt x="6564694" y="477783"/>
                  </a:lnTo>
                  <a:lnTo>
                    <a:pt x="6564819" y="477783"/>
                  </a:lnTo>
                  <a:lnTo>
                    <a:pt x="6564944" y="477783"/>
                  </a:lnTo>
                  <a:lnTo>
                    <a:pt x="6565069" y="477783"/>
                  </a:lnTo>
                  <a:lnTo>
                    <a:pt x="6565194" y="477783"/>
                  </a:lnTo>
                  <a:lnTo>
                    <a:pt x="6565319" y="477783"/>
                  </a:lnTo>
                  <a:lnTo>
                    <a:pt x="6565444" y="477783"/>
                  </a:lnTo>
                  <a:lnTo>
                    <a:pt x="6565569" y="477783"/>
                  </a:lnTo>
                  <a:lnTo>
                    <a:pt x="6565694" y="477783"/>
                  </a:lnTo>
                  <a:lnTo>
                    <a:pt x="6565819" y="477783"/>
                  </a:lnTo>
                  <a:lnTo>
                    <a:pt x="6565944" y="477783"/>
                  </a:lnTo>
                  <a:lnTo>
                    <a:pt x="6566070" y="477783"/>
                  </a:lnTo>
                  <a:lnTo>
                    <a:pt x="6566195" y="477783"/>
                  </a:lnTo>
                  <a:lnTo>
                    <a:pt x="6566320" y="477783"/>
                  </a:lnTo>
                  <a:lnTo>
                    <a:pt x="6566445" y="477783"/>
                  </a:lnTo>
                  <a:lnTo>
                    <a:pt x="6566570" y="477783"/>
                  </a:lnTo>
                  <a:lnTo>
                    <a:pt x="6566695" y="477783"/>
                  </a:lnTo>
                  <a:lnTo>
                    <a:pt x="6566820" y="477783"/>
                  </a:lnTo>
                  <a:lnTo>
                    <a:pt x="6566945" y="477783"/>
                  </a:lnTo>
                  <a:lnTo>
                    <a:pt x="6567070" y="477783"/>
                  </a:lnTo>
                  <a:lnTo>
                    <a:pt x="6567195" y="477783"/>
                  </a:lnTo>
                  <a:lnTo>
                    <a:pt x="6567320" y="477783"/>
                  </a:lnTo>
                  <a:lnTo>
                    <a:pt x="6567445" y="477783"/>
                  </a:lnTo>
                  <a:lnTo>
                    <a:pt x="6567570" y="477783"/>
                  </a:lnTo>
                  <a:lnTo>
                    <a:pt x="6567695" y="477783"/>
                  </a:lnTo>
                  <a:lnTo>
                    <a:pt x="6567820" y="477783"/>
                  </a:lnTo>
                  <a:lnTo>
                    <a:pt x="6567945" y="477783"/>
                  </a:lnTo>
                  <a:lnTo>
                    <a:pt x="6568070" y="477783"/>
                  </a:lnTo>
                  <a:lnTo>
                    <a:pt x="6568195" y="477783"/>
                  </a:lnTo>
                  <a:lnTo>
                    <a:pt x="6568320" y="477783"/>
                  </a:lnTo>
                  <a:lnTo>
                    <a:pt x="6568445" y="477783"/>
                  </a:lnTo>
                  <a:lnTo>
                    <a:pt x="6568570" y="477783"/>
                  </a:lnTo>
                  <a:lnTo>
                    <a:pt x="6568695" y="477783"/>
                  </a:lnTo>
                  <a:lnTo>
                    <a:pt x="6568820" y="477783"/>
                  </a:lnTo>
                  <a:lnTo>
                    <a:pt x="6568945" y="477783"/>
                  </a:lnTo>
                  <a:lnTo>
                    <a:pt x="6569071" y="477783"/>
                  </a:lnTo>
                  <a:lnTo>
                    <a:pt x="6569196" y="477783"/>
                  </a:lnTo>
                  <a:lnTo>
                    <a:pt x="6569321" y="477783"/>
                  </a:lnTo>
                  <a:lnTo>
                    <a:pt x="6569446" y="477783"/>
                  </a:lnTo>
                  <a:lnTo>
                    <a:pt x="6569571" y="477783"/>
                  </a:lnTo>
                  <a:lnTo>
                    <a:pt x="6569696" y="477783"/>
                  </a:lnTo>
                  <a:lnTo>
                    <a:pt x="6569821" y="477783"/>
                  </a:lnTo>
                  <a:lnTo>
                    <a:pt x="6569946" y="477783"/>
                  </a:lnTo>
                  <a:lnTo>
                    <a:pt x="6570071" y="477783"/>
                  </a:lnTo>
                  <a:lnTo>
                    <a:pt x="6570196" y="477783"/>
                  </a:lnTo>
                  <a:lnTo>
                    <a:pt x="6570321" y="477783"/>
                  </a:lnTo>
                  <a:lnTo>
                    <a:pt x="6570446" y="477783"/>
                  </a:lnTo>
                  <a:lnTo>
                    <a:pt x="6570571" y="477783"/>
                  </a:lnTo>
                  <a:lnTo>
                    <a:pt x="6570696" y="477783"/>
                  </a:lnTo>
                  <a:lnTo>
                    <a:pt x="6570821" y="477783"/>
                  </a:lnTo>
                  <a:lnTo>
                    <a:pt x="6570946" y="477783"/>
                  </a:lnTo>
                  <a:lnTo>
                    <a:pt x="6571071" y="477783"/>
                  </a:lnTo>
                  <a:lnTo>
                    <a:pt x="6571196" y="477783"/>
                  </a:lnTo>
                  <a:lnTo>
                    <a:pt x="6571321" y="477783"/>
                  </a:lnTo>
                  <a:lnTo>
                    <a:pt x="6571321" y="467829"/>
                  </a:lnTo>
                  <a:lnTo>
                    <a:pt x="6571446" y="467829"/>
                  </a:lnTo>
                  <a:lnTo>
                    <a:pt x="6571571" y="467829"/>
                  </a:lnTo>
                  <a:lnTo>
                    <a:pt x="6571696" y="467829"/>
                  </a:lnTo>
                  <a:lnTo>
                    <a:pt x="6571821" y="467829"/>
                  </a:lnTo>
                  <a:lnTo>
                    <a:pt x="6571946" y="467829"/>
                  </a:lnTo>
                  <a:lnTo>
                    <a:pt x="6572072" y="467829"/>
                  </a:lnTo>
                  <a:lnTo>
                    <a:pt x="6572197" y="467829"/>
                  </a:lnTo>
                  <a:lnTo>
                    <a:pt x="6572322" y="467829"/>
                  </a:lnTo>
                  <a:lnTo>
                    <a:pt x="6572447" y="467829"/>
                  </a:lnTo>
                  <a:lnTo>
                    <a:pt x="6572572" y="467829"/>
                  </a:lnTo>
                  <a:lnTo>
                    <a:pt x="6572697" y="467829"/>
                  </a:lnTo>
                  <a:lnTo>
                    <a:pt x="6572822" y="467829"/>
                  </a:lnTo>
                  <a:lnTo>
                    <a:pt x="6572947" y="467829"/>
                  </a:lnTo>
                  <a:lnTo>
                    <a:pt x="6573072" y="467829"/>
                  </a:lnTo>
                  <a:lnTo>
                    <a:pt x="6573197" y="467829"/>
                  </a:lnTo>
                  <a:lnTo>
                    <a:pt x="6573322" y="467829"/>
                  </a:lnTo>
                  <a:lnTo>
                    <a:pt x="6573447" y="467829"/>
                  </a:lnTo>
                  <a:lnTo>
                    <a:pt x="6573572" y="467829"/>
                  </a:lnTo>
                  <a:lnTo>
                    <a:pt x="6573697" y="467829"/>
                  </a:lnTo>
                  <a:lnTo>
                    <a:pt x="6573822" y="467829"/>
                  </a:lnTo>
                  <a:lnTo>
                    <a:pt x="6573947" y="467829"/>
                  </a:lnTo>
                  <a:lnTo>
                    <a:pt x="6574072" y="467829"/>
                  </a:lnTo>
                  <a:lnTo>
                    <a:pt x="6574197" y="467829"/>
                  </a:lnTo>
                  <a:lnTo>
                    <a:pt x="6574322" y="467829"/>
                  </a:lnTo>
                  <a:lnTo>
                    <a:pt x="6574447" y="467829"/>
                  </a:lnTo>
                  <a:lnTo>
                    <a:pt x="6574572" y="467829"/>
                  </a:lnTo>
                  <a:lnTo>
                    <a:pt x="6574697" y="467829"/>
                  </a:lnTo>
                  <a:lnTo>
                    <a:pt x="6574822" y="467829"/>
                  </a:lnTo>
                  <a:lnTo>
                    <a:pt x="6574947" y="467829"/>
                  </a:lnTo>
                  <a:lnTo>
                    <a:pt x="6575073" y="467829"/>
                  </a:lnTo>
                  <a:lnTo>
                    <a:pt x="6575198" y="467829"/>
                  </a:lnTo>
                  <a:lnTo>
                    <a:pt x="6575323" y="467829"/>
                  </a:lnTo>
                  <a:lnTo>
                    <a:pt x="6575448" y="467829"/>
                  </a:lnTo>
                  <a:lnTo>
                    <a:pt x="6575573" y="467829"/>
                  </a:lnTo>
                  <a:lnTo>
                    <a:pt x="6575698" y="467829"/>
                  </a:lnTo>
                  <a:lnTo>
                    <a:pt x="6575823" y="467829"/>
                  </a:lnTo>
                  <a:lnTo>
                    <a:pt x="6575948" y="467829"/>
                  </a:lnTo>
                  <a:lnTo>
                    <a:pt x="6576073" y="467829"/>
                  </a:lnTo>
                  <a:lnTo>
                    <a:pt x="6576198" y="467829"/>
                  </a:lnTo>
                  <a:lnTo>
                    <a:pt x="6576323" y="467829"/>
                  </a:lnTo>
                  <a:lnTo>
                    <a:pt x="6576448" y="467829"/>
                  </a:lnTo>
                  <a:lnTo>
                    <a:pt x="6576573" y="467829"/>
                  </a:lnTo>
                  <a:lnTo>
                    <a:pt x="6576698" y="467829"/>
                  </a:lnTo>
                  <a:lnTo>
                    <a:pt x="6576823" y="467829"/>
                  </a:lnTo>
                  <a:lnTo>
                    <a:pt x="6576948" y="467829"/>
                  </a:lnTo>
                  <a:lnTo>
                    <a:pt x="6577073" y="467829"/>
                  </a:lnTo>
                  <a:lnTo>
                    <a:pt x="6577198" y="467829"/>
                  </a:lnTo>
                  <a:lnTo>
                    <a:pt x="6577323" y="467829"/>
                  </a:lnTo>
                  <a:lnTo>
                    <a:pt x="6577448" y="467829"/>
                  </a:lnTo>
                  <a:lnTo>
                    <a:pt x="6577573" y="467829"/>
                  </a:lnTo>
                  <a:lnTo>
                    <a:pt x="6577698" y="467829"/>
                  </a:lnTo>
                  <a:lnTo>
                    <a:pt x="6577823" y="467829"/>
                  </a:lnTo>
                  <a:lnTo>
                    <a:pt x="6577948" y="467829"/>
                  </a:lnTo>
                  <a:lnTo>
                    <a:pt x="6578074" y="467829"/>
                  </a:lnTo>
                  <a:lnTo>
                    <a:pt x="6578199" y="467829"/>
                  </a:lnTo>
                  <a:lnTo>
                    <a:pt x="6578324" y="467829"/>
                  </a:lnTo>
                  <a:lnTo>
                    <a:pt x="6578449" y="467829"/>
                  </a:lnTo>
                  <a:lnTo>
                    <a:pt x="6578574" y="467829"/>
                  </a:lnTo>
                  <a:lnTo>
                    <a:pt x="6578699" y="467829"/>
                  </a:lnTo>
                  <a:lnTo>
                    <a:pt x="6578824" y="467829"/>
                  </a:lnTo>
                  <a:lnTo>
                    <a:pt x="6578949" y="467829"/>
                  </a:lnTo>
                  <a:lnTo>
                    <a:pt x="6579074" y="467829"/>
                  </a:lnTo>
                  <a:lnTo>
                    <a:pt x="6579199" y="467829"/>
                  </a:lnTo>
                  <a:lnTo>
                    <a:pt x="6579324" y="467829"/>
                  </a:lnTo>
                  <a:lnTo>
                    <a:pt x="6579449" y="467829"/>
                  </a:lnTo>
                  <a:lnTo>
                    <a:pt x="6579574" y="467829"/>
                  </a:lnTo>
                  <a:lnTo>
                    <a:pt x="6579699" y="467829"/>
                  </a:lnTo>
                  <a:lnTo>
                    <a:pt x="6579824" y="467829"/>
                  </a:lnTo>
                  <a:lnTo>
                    <a:pt x="6579949" y="467829"/>
                  </a:lnTo>
                  <a:lnTo>
                    <a:pt x="6580074" y="467829"/>
                  </a:lnTo>
                  <a:lnTo>
                    <a:pt x="6580199" y="467829"/>
                  </a:lnTo>
                  <a:lnTo>
                    <a:pt x="6580324" y="467829"/>
                  </a:lnTo>
                  <a:lnTo>
                    <a:pt x="6580449" y="467829"/>
                  </a:lnTo>
                  <a:lnTo>
                    <a:pt x="6580574" y="467829"/>
                  </a:lnTo>
                  <a:lnTo>
                    <a:pt x="6580699" y="467829"/>
                  </a:lnTo>
                  <a:lnTo>
                    <a:pt x="6580824" y="467829"/>
                  </a:lnTo>
                  <a:lnTo>
                    <a:pt x="6580949" y="467829"/>
                  </a:lnTo>
                  <a:lnTo>
                    <a:pt x="6581075" y="467829"/>
                  </a:lnTo>
                  <a:lnTo>
                    <a:pt x="6581200" y="467829"/>
                  </a:lnTo>
                  <a:lnTo>
                    <a:pt x="6581325" y="467829"/>
                  </a:lnTo>
                  <a:lnTo>
                    <a:pt x="6581450" y="467829"/>
                  </a:lnTo>
                  <a:lnTo>
                    <a:pt x="6581575" y="467829"/>
                  </a:lnTo>
                  <a:lnTo>
                    <a:pt x="6581700" y="467829"/>
                  </a:lnTo>
                  <a:lnTo>
                    <a:pt x="6581825" y="467829"/>
                  </a:lnTo>
                  <a:lnTo>
                    <a:pt x="6581950" y="467829"/>
                  </a:lnTo>
                  <a:lnTo>
                    <a:pt x="6582075" y="467829"/>
                  </a:lnTo>
                  <a:lnTo>
                    <a:pt x="6582200" y="467829"/>
                  </a:lnTo>
                  <a:lnTo>
                    <a:pt x="6582325" y="467829"/>
                  </a:lnTo>
                  <a:lnTo>
                    <a:pt x="6582450" y="467829"/>
                  </a:lnTo>
                  <a:lnTo>
                    <a:pt x="6582575" y="467829"/>
                  </a:lnTo>
                  <a:lnTo>
                    <a:pt x="6582700" y="467829"/>
                  </a:lnTo>
                  <a:lnTo>
                    <a:pt x="6582825" y="467829"/>
                  </a:lnTo>
                  <a:lnTo>
                    <a:pt x="6582825" y="457875"/>
                  </a:lnTo>
                  <a:lnTo>
                    <a:pt x="6582950" y="457875"/>
                  </a:lnTo>
                  <a:lnTo>
                    <a:pt x="6583075" y="457875"/>
                  </a:lnTo>
                  <a:lnTo>
                    <a:pt x="6583200" y="457875"/>
                  </a:lnTo>
                  <a:lnTo>
                    <a:pt x="6583325" y="457875"/>
                  </a:lnTo>
                  <a:lnTo>
                    <a:pt x="6583450" y="457875"/>
                  </a:lnTo>
                  <a:lnTo>
                    <a:pt x="6583575" y="457875"/>
                  </a:lnTo>
                  <a:lnTo>
                    <a:pt x="6583700" y="457875"/>
                  </a:lnTo>
                  <a:lnTo>
                    <a:pt x="6583825" y="457875"/>
                  </a:lnTo>
                  <a:lnTo>
                    <a:pt x="6583950" y="457875"/>
                  </a:lnTo>
                  <a:lnTo>
                    <a:pt x="6584076" y="457875"/>
                  </a:lnTo>
                  <a:lnTo>
                    <a:pt x="6584201" y="457875"/>
                  </a:lnTo>
                  <a:lnTo>
                    <a:pt x="6584326" y="457875"/>
                  </a:lnTo>
                  <a:lnTo>
                    <a:pt x="6584451" y="457875"/>
                  </a:lnTo>
                  <a:lnTo>
                    <a:pt x="6584576" y="457875"/>
                  </a:lnTo>
                  <a:lnTo>
                    <a:pt x="6584701" y="457875"/>
                  </a:lnTo>
                  <a:lnTo>
                    <a:pt x="6584826" y="457875"/>
                  </a:lnTo>
                  <a:lnTo>
                    <a:pt x="6584951" y="457875"/>
                  </a:lnTo>
                  <a:lnTo>
                    <a:pt x="6585076" y="457875"/>
                  </a:lnTo>
                  <a:lnTo>
                    <a:pt x="6585201" y="457875"/>
                  </a:lnTo>
                  <a:lnTo>
                    <a:pt x="6585326" y="457875"/>
                  </a:lnTo>
                  <a:lnTo>
                    <a:pt x="6585451" y="457875"/>
                  </a:lnTo>
                  <a:lnTo>
                    <a:pt x="6585576" y="457875"/>
                  </a:lnTo>
                  <a:lnTo>
                    <a:pt x="6585701" y="457875"/>
                  </a:lnTo>
                  <a:lnTo>
                    <a:pt x="6585826" y="457875"/>
                  </a:lnTo>
                  <a:lnTo>
                    <a:pt x="6585951" y="457875"/>
                  </a:lnTo>
                  <a:lnTo>
                    <a:pt x="6586076" y="457875"/>
                  </a:lnTo>
                  <a:lnTo>
                    <a:pt x="6586201" y="457875"/>
                  </a:lnTo>
                  <a:lnTo>
                    <a:pt x="6586326" y="457875"/>
                  </a:lnTo>
                  <a:lnTo>
                    <a:pt x="6586451" y="457875"/>
                  </a:lnTo>
                  <a:lnTo>
                    <a:pt x="6586576" y="457875"/>
                  </a:lnTo>
                  <a:lnTo>
                    <a:pt x="6586701" y="457875"/>
                  </a:lnTo>
                  <a:lnTo>
                    <a:pt x="6586826" y="457875"/>
                  </a:lnTo>
                  <a:lnTo>
                    <a:pt x="6586951" y="457875"/>
                  </a:lnTo>
                  <a:lnTo>
                    <a:pt x="6587077" y="457875"/>
                  </a:lnTo>
                  <a:lnTo>
                    <a:pt x="6587202" y="457875"/>
                  </a:lnTo>
                  <a:lnTo>
                    <a:pt x="6587202" y="447922"/>
                  </a:lnTo>
                  <a:lnTo>
                    <a:pt x="6587327" y="447922"/>
                  </a:lnTo>
                  <a:lnTo>
                    <a:pt x="6587452" y="447922"/>
                  </a:lnTo>
                  <a:lnTo>
                    <a:pt x="6587577" y="447922"/>
                  </a:lnTo>
                  <a:lnTo>
                    <a:pt x="6587702" y="447922"/>
                  </a:lnTo>
                  <a:lnTo>
                    <a:pt x="6587827" y="447922"/>
                  </a:lnTo>
                  <a:lnTo>
                    <a:pt x="6587952" y="447922"/>
                  </a:lnTo>
                  <a:lnTo>
                    <a:pt x="6588077" y="447922"/>
                  </a:lnTo>
                  <a:lnTo>
                    <a:pt x="6588202" y="447922"/>
                  </a:lnTo>
                  <a:lnTo>
                    <a:pt x="6588327" y="447922"/>
                  </a:lnTo>
                  <a:lnTo>
                    <a:pt x="6588452" y="447922"/>
                  </a:lnTo>
                  <a:lnTo>
                    <a:pt x="6588577" y="447922"/>
                  </a:lnTo>
                  <a:lnTo>
                    <a:pt x="6588702" y="447922"/>
                  </a:lnTo>
                  <a:lnTo>
                    <a:pt x="6588827" y="447922"/>
                  </a:lnTo>
                  <a:lnTo>
                    <a:pt x="6588952" y="447922"/>
                  </a:lnTo>
                  <a:lnTo>
                    <a:pt x="6589077" y="447922"/>
                  </a:lnTo>
                  <a:lnTo>
                    <a:pt x="6589202" y="447922"/>
                  </a:lnTo>
                  <a:lnTo>
                    <a:pt x="6589327" y="447922"/>
                  </a:lnTo>
                  <a:lnTo>
                    <a:pt x="6589452" y="447922"/>
                  </a:lnTo>
                  <a:lnTo>
                    <a:pt x="6589577" y="447922"/>
                  </a:lnTo>
                  <a:lnTo>
                    <a:pt x="6589702" y="447922"/>
                  </a:lnTo>
                  <a:lnTo>
                    <a:pt x="6589827" y="447922"/>
                  </a:lnTo>
                  <a:lnTo>
                    <a:pt x="6589952" y="447922"/>
                  </a:lnTo>
                  <a:lnTo>
                    <a:pt x="6590078" y="447922"/>
                  </a:lnTo>
                  <a:lnTo>
                    <a:pt x="6590078" y="437968"/>
                  </a:lnTo>
                  <a:lnTo>
                    <a:pt x="6590203" y="437968"/>
                  </a:lnTo>
                  <a:lnTo>
                    <a:pt x="6590328" y="437968"/>
                  </a:lnTo>
                  <a:lnTo>
                    <a:pt x="6590453" y="437968"/>
                  </a:lnTo>
                  <a:lnTo>
                    <a:pt x="6590578" y="437968"/>
                  </a:lnTo>
                  <a:lnTo>
                    <a:pt x="6590703" y="437968"/>
                  </a:lnTo>
                  <a:lnTo>
                    <a:pt x="6590828" y="437968"/>
                  </a:lnTo>
                  <a:lnTo>
                    <a:pt x="6590953" y="437968"/>
                  </a:lnTo>
                  <a:lnTo>
                    <a:pt x="6591078" y="437968"/>
                  </a:lnTo>
                  <a:lnTo>
                    <a:pt x="6591203" y="437968"/>
                  </a:lnTo>
                  <a:lnTo>
                    <a:pt x="6591328" y="437968"/>
                  </a:lnTo>
                  <a:lnTo>
                    <a:pt x="6591453" y="437968"/>
                  </a:lnTo>
                  <a:lnTo>
                    <a:pt x="6591578" y="437968"/>
                  </a:lnTo>
                  <a:lnTo>
                    <a:pt x="6591703" y="437968"/>
                  </a:lnTo>
                  <a:lnTo>
                    <a:pt x="6591828" y="437968"/>
                  </a:lnTo>
                  <a:lnTo>
                    <a:pt x="6591953" y="437968"/>
                  </a:lnTo>
                  <a:lnTo>
                    <a:pt x="6592078" y="437968"/>
                  </a:lnTo>
                  <a:lnTo>
                    <a:pt x="6592203" y="437968"/>
                  </a:lnTo>
                  <a:lnTo>
                    <a:pt x="6592328" y="437968"/>
                  </a:lnTo>
                  <a:lnTo>
                    <a:pt x="6592453" y="437968"/>
                  </a:lnTo>
                  <a:lnTo>
                    <a:pt x="6592578" y="437968"/>
                  </a:lnTo>
                  <a:lnTo>
                    <a:pt x="6592703" y="437968"/>
                  </a:lnTo>
                  <a:lnTo>
                    <a:pt x="6592828" y="437968"/>
                  </a:lnTo>
                  <a:lnTo>
                    <a:pt x="6592953" y="437968"/>
                  </a:lnTo>
                  <a:lnTo>
                    <a:pt x="6593079" y="437968"/>
                  </a:lnTo>
                  <a:lnTo>
                    <a:pt x="6593204" y="437968"/>
                  </a:lnTo>
                  <a:lnTo>
                    <a:pt x="6593329" y="437968"/>
                  </a:lnTo>
                  <a:lnTo>
                    <a:pt x="6593454" y="437968"/>
                  </a:lnTo>
                  <a:lnTo>
                    <a:pt x="6593579" y="437968"/>
                  </a:lnTo>
                  <a:lnTo>
                    <a:pt x="6593704" y="437968"/>
                  </a:lnTo>
                  <a:lnTo>
                    <a:pt x="6593829" y="437968"/>
                  </a:lnTo>
                  <a:lnTo>
                    <a:pt x="6593954" y="437968"/>
                  </a:lnTo>
                  <a:lnTo>
                    <a:pt x="6594079" y="437968"/>
                  </a:lnTo>
                  <a:lnTo>
                    <a:pt x="6594204" y="437968"/>
                  </a:lnTo>
                  <a:lnTo>
                    <a:pt x="6594329" y="437968"/>
                  </a:lnTo>
                  <a:lnTo>
                    <a:pt x="6594454" y="437968"/>
                  </a:lnTo>
                  <a:lnTo>
                    <a:pt x="6594579" y="437968"/>
                  </a:lnTo>
                  <a:lnTo>
                    <a:pt x="6594704" y="437968"/>
                  </a:lnTo>
                  <a:lnTo>
                    <a:pt x="6594829" y="437968"/>
                  </a:lnTo>
                  <a:lnTo>
                    <a:pt x="6594954" y="437968"/>
                  </a:lnTo>
                  <a:lnTo>
                    <a:pt x="6595079" y="437968"/>
                  </a:lnTo>
                  <a:lnTo>
                    <a:pt x="6595204" y="437968"/>
                  </a:lnTo>
                  <a:lnTo>
                    <a:pt x="6595329" y="437968"/>
                  </a:lnTo>
                  <a:lnTo>
                    <a:pt x="6595454" y="437968"/>
                  </a:lnTo>
                  <a:lnTo>
                    <a:pt x="6595579" y="437968"/>
                  </a:lnTo>
                  <a:lnTo>
                    <a:pt x="6595704" y="437968"/>
                  </a:lnTo>
                  <a:lnTo>
                    <a:pt x="6595829" y="437968"/>
                  </a:lnTo>
                  <a:lnTo>
                    <a:pt x="6595954" y="437968"/>
                  </a:lnTo>
                  <a:lnTo>
                    <a:pt x="6596080" y="437968"/>
                  </a:lnTo>
                  <a:lnTo>
                    <a:pt x="6596205" y="437968"/>
                  </a:lnTo>
                  <a:lnTo>
                    <a:pt x="6596330" y="437968"/>
                  </a:lnTo>
                  <a:lnTo>
                    <a:pt x="6596455" y="437968"/>
                  </a:lnTo>
                  <a:lnTo>
                    <a:pt x="6596580" y="437968"/>
                  </a:lnTo>
                  <a:lnTo>
                    <a:pt x="6596705" y="437968"/>
                  </a:lnTo>
                  <a:lnTo>
                    <a:pt x="6596830" y="437968"/>
                  </a:lnTo>
                  <a:lnTo>
                    <a:pt x="6596955" y="437968"/>
                  </a:lnTo>
                  <a:lnTo>
                    <a:pt x="6597080" y="437968"/>
                  </a:lnTo>
                  <a:lnTo>
                    <a:pt x="6597205" y="437968"/>
                  </a:lnTo>
                  <a:lnTo>
                    <a:pt x="6597330" y="437968"/>
                  </a:lnTo>
                  <a:lnTo>
                    <a:pt x="6597455" y="437968"/>
                  </a:lnTo>
                  <a:lnTo>
                    <a:pt x="6597580" y="437968"/>
                  </a:lnTo>
                  <a:lnTo>
                    <a:pt x="6597705" y="437968"/>
                  </a:lnTo>
                  <a:lnTo>
                    <a:pt x="6597830" y="437968"/>
                  </a:lnTo>
                  <a:lnTo>
                    <a:pt x="6597955" y="437968"/>
                  </a:lnTo>
                  <a:lnTo>
                    <a:pt x="6598080" y="437968"/>
                  </a:lnTo>
                  <a:lnTo>
                    <a:pt x="6598205" y="437968"/>
                  </a:lnTo>
                  <a:lnTo>
                    <a:pt x="6598330" y="437968"/>
                  </a:lnTo>
                  <a:lnTo>
                    <a:pt x="6598455" y="437968"/>
                  </a:lnTo>
                  <a:lnTo>
                    <a:pt x="6598580" y="437968"/>
                  </a:lnTo>
                  <a:lnTo>
                    <a:pt x="6598705" y="437968"/>
                  </a:lnTo>
                  <a:lnTo>
                    <a:pt x="6598830" y="437968"/>
                  </a:lnTo>
                  <a:lnTo>
                    <a:pt x="6598956" y="437968"/>
                  </a:lnTo>
                  <a:lnTo>
                    <a:pt x="6599081" y="437968"/>
                  </a:lnTo>
                  <a:lnTo>
                    <a:pt x="6599206" y="437968"/>
                  </a:lnTo>
                  <a:lnTo>
                    <a:pt x="6599331" y="437968"/>
                  </a:lnTo>
                  <a:lnTo>
                    <a:pt x="6599456" y="437968"/>
                  </a:lnTo>
                  <a:lnTo>
                    <a:pt x="6599581" y="437968"/>
                  </a:lnTo>
                  <a:lnTo>
                    <a:pt x="6599706" y="437968"/>
                  </a:lnTo>
                  <a:lnTo>
                    <a:pt x="6599831" y="437968"/>
                  </a:lnTo>
                  <a:lnTo>
                    <a:pt x="6599956" y="437968"/>
                  </a:lnTo>
                  <a:lnTo>
                    <a:pt x="6600081" y="437968"/>
                  </a:lnTo>
                  <a:lnTo>
                    <a:pt x="6600206" y="437968"/>
                  </a:lnTo>
                  <a:lnTo>
                    <a:pt x="6600331" y="437968"/>
                  </a:lnTo>
                  <a:lnTo>
                    <a:pt x="6600456" y="437968"/>
                  </a:lnTo>
                  <a:lnTo>
                    <a:pt x="6600581" y="437968"/>
                  </a:lnTo>
                  <a:lnTo>
                    <a:pt x="6600706" y="437968"/>
                  </a:lnTo>
                  <a:lnTo>
                    <a:pt x="6600831" y="437968"/>
                  </a:lnTo>
                  <a:lnTo>
                    <a:pt x="6600956" y="437968"/>
                  </a:lnTo>
                  <a:lnTo>
                    <a:pt x="6601081" y="437968"/>
                  </a:lnTo>
                  <a:lnTo>
                    <a:pt x="6601206" y="437968"/>
                  </a:lnTo>
                  <a:lnTo>
                    <a:pt x="6601331" y="437968"/>
                  </a:lnTo>
                  <a:lnTo>
                    <a:pt x="6601456" y="437968"/>
                  </a:lnTo>
                  <a:lnTo>
                    <a:pt x="6601581" y="437968"/>
                  </a:lnTo>
                  <a:lnTo>
                    <a:pt x="6601706" y="437968"/>
                  </a:lnTo>
                  <a:lnTo>
                    <a:pt x="6601831" y="437968"/>
                  </a:lnTo>
                  <a:lnTo>
                    <a:pt x="6601957" y="437968"/>
                  </a:lnTo>
                  <a:lnTo>
                    <a:pt x="6602082" y="437968"/>
                  </a:lnTo>
                  <a:lnTo>
                    <a:pt x="6602207" y="437968"/>
                  </a:lnTo>
                  <a:lnTo>
                    <a:pt x="6602332" y="437968"/>
                  </a:lnTo>
                  <a:lnTo>
                    <a:pt x="6602457" y="437968"/>
                  </a:lnTo>
                  <a:lnTo>
                    <a:pt x="6602582" y="437968"/>
                  </a:lnTo>
                  <a:lnTo>
                    <a:pt x="6602707" y="437968"/>
                  </a:lnTo>
                  <a:lnTo>
                    <a:pt x="6602832" y="437968"/>
                  </a:lnTo>
                  <a:lnTo>
                    <a:pt x="6602957" y="437968"/>
                  </a:lnTo>
                  <a:lnTo>
                    <a:pt x="6603082" y="437968"/>
                  </a:lnTo>
                  <a:lnTo>
                    <a:pt x="6603207" y="437968"/>
                  </a:lnTo>
                  <a:lnTo>
                    <a:pt x="6603332" y="437968"/>
                  </a:lnTo>
                  <a:lnTo>
                    <a:pt x="6603457" y="437968"/>
                  </a:lnTo>
                  <a:lnTo>
                    <a:pt x="6603582" y="437968"/>
                  </a:lnTo>
                  <a:lnTo>
                    <a:pt x="6603707" y="437968"/>
                  </a:lnTo>
                  <a:lnTo>
                    <a:pt x="6603832" y="437968"/>
                  </a:lnTo>
                  <a:lnTo>
                    <a:pt x="6603957" y="437968"/>
                  </a:lnTo>
                  <a:lnTo>
                    <a:pt x="6604082" y="437968"/>
                  </a:lnTo>
                  <a:lnTo>
                    <a:pt x="6604207" y="437968"/>
                  </a:lnTo>
                  <a:lnTo>
                    <a:pt x="6604332" y="437968"/>
                  </a:lnTo>
                  <a:lnTo>
                    <a:pt x="6604457" y="437968"/>
                  </a:lnTo>
                  <a:lnTo>
                    <a:pt x="6604582" y="437968"/>
                  </a:lnTo>
                  <a:lnTo>
                    <a:pt x="6604707" y="437968"/>
                  </a:lnTo>
                  <a:lnTo>
                    <a:pt x="6604832" y="437968"/>
                  </a:lnTo>
                  <a:lnTo>
                    <a:pt x="6604958" y="437968"/>
                  </a:lnTo>
                  <a:lnTo>
                    <a:pt x="6605083" y="437968"/>
                  </a:lnTo>
                  <a:lnTo>
                    <a:pt x="6605208" y="437968"/>
                  </a:lnTo>
                  <a:lnTo>
                    <a:pt x="6605333" y="437968"/>
                  </a:lnTo>
                  <a:lnTo>
                    <a:pt x="6605458" y="437968"/>
                  </a:lnTo>
                  <a:lnTo>
                    <a:pt x="6605583" y="437968"/>
                  </a:lnTo>
                  <a:lnTo>
                    <a:pt x="6605708" y="437968"/>
                  </a:lnTo>
                  <a:lnTo>
                    <a:pt x="6605833" y="437968"/>
                  </a:lnTo>
                  <a:lnTo>
                    <a:pt x="6605958" y="437968"/>
                  </a:lnTo>
                  <a:lnTo>
                    <a:pt x="6606083" y="437968"/>
                  </a:lnTo>
                  <a:lnTo>
                    <a:pt x="6606208" y="437968"/>
                  </a:lnTo>
                  <a:lnTo>
                    <a:pt x="6606333" y="437968"/>
                  </a:lnTo>
                  <a:lnTo>
                    <a:pt x="6606458" y="437968"/>
                  </a:lnTo>
                  <a:lnTo>
                    <a:pt x="6606583" y="437968"/>
                  </a:lnTo>
                  <a:lnTo>
                    <a:pt x="6606708" y="437968"/>
                  </a:lnTo>
                  <a:lnTo>
                    <a:pt x="6606833" y="437968"/>
                  </a:lnTo>
                  <a:lnTo>
                    <a:pt x="6606958" y="437968"/>
                  </a:lnTo>
                  <a:lnTo>
                    <a:pt x="6607083" y="437968"/>
                  </a:lnTo>
                  <a:lnTo>
                    <a:pt x="6607208" y="437968"/>
                  </a:lnTo>
                  <a:lnTo>
                    <a:pt x="6607333" y="437968"/>
                  </a:lnTo>
                  <a:lnTo>
                    <a:pt x="6607458" y="437968"/>
                  </a:lnTo>
                  <a:lnTo>
                    <a:pt x="6607583" y="437968"/>
                  </a:lnTo>
                  <a:lnTo>
                    <a:pt x="6607708" y="437968"/>
                  </a:lnTo>
                  <a:lnTo>
                    <a:pt x="6607833" y="437968"/>
                  </a:lnTo>
                  <a:lnTo>
                    <a:pt x="6607959" y="437968"/>
                  </a:lnTo>
                  <a:lnTo>
                    <a:pt x="6607959" y="428014"/>
                  </a:lnTo>
                  <a:lnTo>
                    <a:pt x="6608084" y="428014"/>
                  </a:lnTo>
                  <a:lnTo>
                    <a:pt x="6608209" y="428014"/>
                  </a:lnTo>
                  <a:lnTo>
                    <a:pt x="6608334" y="428014"/>
                  </a:lnTo>
                  <a:lnTo>
                    <a:pt x="6608459" y="428014"/>
                  </a:lnTo>
                  <a:lnTo>
                    <a:pt x="6608584" y="428014"/>
                  </a:lnTo>
                  <a:lnTo>
                    <a:pt x="6608709" y="428014"/>
                  </a:lnTo>
                  <a:lnTo>
                    <a:pt x="6608834" y="428014"/>
                  </a:lnTo>
                  <a:lnTo>
                    <a:pt x="6608959" y="428014"/>
                  </a:lnTo>
                  <a:lnTo>
                    <a:pt x="6609084" y="428014"/>
                  </a:lnTo>
                  <a:lnTo>
                    <a:pt x="6609209" y="428014"/>
                  </a:lnTo>
                  <a:lnTo>
                    <a:pt x="6609334" y="428014"/>
                  </a:lnTo>
                  <a:lnTo>
                    <a:pt x="6609459" y="428014"/>
                  </a:lnTo>
                  <a:lnTo>
                    <a:pt x="6609584" y="428014"/>
                  </a:lnTo>
                  <a:lnTo>
                    <a:pt x="6609709" y="428014"/>
                  </a:lnTo>
                  <a:lnTo>
                    <a:pt x="6609834" y="428014"/>
                  </a:lnTo>
                  <a:lnTo>
                    <a:pt x="6609959" y="428014"/>
                  </a:lnTo>
                  <a:lnTo>
                    <a:pt x="6610084" y="428014"/>
                  </a:lnTo>
                  <a:lnTo>
                    <a:pt x="6610209" y="428014"/>
                  </a:lnTo>
                  <a:lnTo>
                    <a:pt x="6610334" y="428014"/>
                  </a:lnTo>
                  <a:lnTo>
                    <a:pt x="6610459" y="428014"/>
                  </a:lnTo>
                  <a:lnTo>
                    <a:pt x="6610584" y="428014"/>
                  </a:lnTo>
                  <a:lnTo>
                    <a:pt x="6610709" y="428014"/>
                  </a:lnTo>
                  <a:lnTo>
                    <a:pt x="6610834" y="428014"/>
                  </a:lnTo>
                  <a:lnTo>
                    <a:pt x="6610960" y="428014"/>
                  </a:lnTo>
                  <a:lnTo>
                    <a:pt x="6611085" y="428014"/>
                  </a:lnTo>
                  <a:lnTo>
                    <a:pt x="6611210" y="428014"/>
                  </a:lnTo>
                  <a:lnTo>
                    <a:pt x="6611335" y="428014"/>
                  </a:lnTo>
                  <a:lnTo>
                    <a:pt x="6611460" y="428014"/>
                  </a:lnTo>
                  <a:lnTo>
                    <a:pt x="6611585" y="428014"/>
                  </a:lnTo>
                  <a:lnTo>
                    <a:pt x="6611710" y="428014"/>
                  </a:lnTo>
                  <a:lnTo>
                    <a:pt x="6611835" y="428014"/>
                  </a:lnTo>
                  <a:lnTo>
                    <a:pt x="6611960" y="428014"/>
                  </a:lnTo>
                  <a:lnTo>
                    <a:pt x="6612085" y="428014"/>
                  </a:lnTo>
                  <a:lnTo>
                    <a:pt x="6612210" y="428014"/>
                  </a:lnTo>
                  <a:lnTo>
                    <a:pt x="6612335" y="428014"/>
                  </a:lnTo>
                  <a:lnTo>
                    <a:pt x="6612460" y="428014"/>
                  </a:lnTo>
                  <a:lnTo>
                    <a:pt x="6612585" y="428014"/>
                  </a:lnTo>
                  <a:lnTo>
                    <a:pt x="6612710" y="428014"/>
                  </a:lnTo>
                  <a:lnTo>
                    <a:pt x="6612835" y="428014"/>
                  </a:lnTo>
                  <a:lnTo>
                    <a:pt x="6612960" y="428014"/>
                  </a:lnTo>
                  <a:lnTo>
                    <a:pt x="6613085" y="428014"/>
                  </a:lnTo>
                  <a:lnTo>
                    <a:pt x="6613210" y="428014"/>
                  </a:lnTo>
                  <a:lnTo>
                    <a:pt x="6613335" y="428014"/>
                  </a:lnTo>
                  <a:lnTo>
                    <a:pt x="6613460" y="428014"/>
                  </a:lnTo>
                  <a:lnTo>
                    <a:pt x="6613585" y="428014"/>
                  </a:lnTo>
                  <a:lnTo>
                    <a:pt x="6613710" y="428014"/>
                  </a:lnTo>
                  <a:lnTo>
                    <a:pt x="6613835" y="428014"/>
                  </a:lnTo>
                  <a:lnTo>
                    <a:pt x="6613961" y="428014"/>
                  </a:lnTo>
                  <a:lnTo>
                    <a:pt x="6614086" y="428014"/>
                  </a:lnTo>
                  <a:lnTo>
                    <a:pt x="6614211" y="428014"/>
                  </a:lnTo>
                  <a:lnTo>
                    <a:pt x="6614336" y="428014"/>
                  </a:lnTo>
                  <a:lnTo>
                    <a:pt x="6614461" y="428014"/>
                  </a:lnTo>
                  <a:lnTo>
                    <a:pt x="6614586" y="428014"/>
                  </a:lnTo>
                  <a:lnTo>
                    <a:pt x="6614711" y="428014"/>
                  </a:lnTo>
                  <a:lnTo>
                    <a:pt x="6614836" y="428014"/>
                  </a:lnTo>
                  <a:lnTo>
                    <a:pt x="6614961" y="428014"/>
                  </a:lnTo>
                  <a:lnTo>
                    <a:pt x="6614961" y="418060"/>
                  </a:lnTo>
                  <a:lnTo>
                    <a:pt x="6615086" y="418060"/>
                  </a:lnTo>
                  <a:lnTo>
                    <a:pt x="6615211" y="418060"/>
                  </a:lnTo>
                  <a:lnTo>
                    <a:pt x="6615336" y="418060"/>
                  </a:lnTo>
                  <a:lnTo>
                    <a:pt x="6615461" y="418060"/>
                  </a:lnTo>
                  <a:lnTo>
                    <a:pt x="6615586" y="418060"/>
                  </a:lnTo>
                  <a:lnTo>
                    <a:pt x="6615711" y="418060"/>
                  </a:lnTo>
                  <a:lnTo>
                    <a:pt x="6615836" y="418060"/>
                  </a:lnTo>
                  <a:lnTo>
                    <a:pt x="6615961" y="418060"/>
                  </a:lnTo>
                  <a:lnTo>
                    <a:pt x="6616086" y="418060"/>
                  </a:lnTo>
                  <a:lnTo>
                    <a:pt x="6616211" y="418060"/>
                  </a:lnTo>
                  <a:lnTo>
                    <a:pt x="6616336" y="418060"/>
                  </a:lnTo>
                  <a:lnTo>
                    <a:pt x="6616461" y="418060"/>
                  </a:lnTo>
                  <a:lnTo>
                    <a:pt x="6616586" y="418060"/>
                  </a:lnTo>
                  <a:lnTo>
                    <a:pt x="6616711" y="418060"/>
                  </a:lnTo>
                  <a:lnTo>
                    <a:pt x="6616836" y="418060"/>
                  </a:lnTo>
                  <a:lnTo>
                    <a:pt x="6616962" y="418060"/>
                  </a:lnTo>
                  <a:lnTo>
                    <a:pt x="6617087" y="418060"/>
                  </a:lnTo>
                  <a:lnTo>
                    <a:pt x="6617212" y="418060"/>
                  </a:lnTo>
                  <a:lnTo>
                    <a:pt x="6617337" y="418060"/>
                  </a:lnTo>
                  <a:lnTo>
                    <a:pt x="6617462" y="418060"/>
                  </a:lnTo>
                  <a:lnTo>
                    <a:pt x="6617587" y="418060"/>
                  </a:lnTo>
                  <a:lnTo>
                    <a:pt x="6617712" y="418060"/>
                  </a:lnTo>
                  <a:lnTo>
                    <a:pt x="6617837" y="418060"/>
                  </a:lnTo>
                  <a:lnTo>
                    <a:pt x="6617962" y="418060"/>
                  </a:lnTo>
                  <a:lnTo>
                    <a:pt x="6618087" y="418060"/>
                  </a:lnTo>
                  <a:lnTo>
                    <a:pt x="6618212" y="418060"/>
                  </a:lnTo>
                  <a:lnTo>
                    <a:pt x="6618337" y="418060"/>
                  </a:lnTo>
                  <a:lnTo>
                    <a:pt x="6618462" y="418060"/>
                  </a:lnTo>
                  <a:lnTo>
                    <a:pt x="6618587" y="418060"/>
                  </a:lnTo>
                  <a:lnTo>
                    <a:pt x="6618712" y="418060"/>
                  </a:lnTo>
                  <a:lnTo>
                    <a:pt x="6618837" y="418060"/>
                  </a:lnTo>
                  <a:lnTo>
                    <a:pt x="6618962" y="418060"/>
                  </a:lnTo>
                  <a:lnTo>
                    <a:pt x="6619087" y="418060"/>
                  </a:lnTo>
                  <a:lnTo>
                    <a:pt x="6619087" y="408106"/>
                  </a:lnTo>
                  <a:lnTo>
                    <a:pt x="6619212" y="408106"/>
                  </a:lnTo>
                  <a:lnTo>
                    <a:pt x="6619337" y="408106"/>
                  </a:lnTo>
                  <a:lnTo>
                    <a:pt x="6619462" y="408106"/>
                  </a:lnTo>
                  <a:lnTo>
                    <a:pt x="6619587" y="408106"/>
                  </a:lnTo>
                  <a:lnTo>
                    <a:pt x="6619712" y="408106"/>
                  </a:lnTo>
                  <a:lnTo>
                    <a:pt x="6619837" y="408106"/>
                  </a:lnTo>
                  <a:lnTo>
                    <a:pt x="6619963" y="408106"/>
                  </a:lnTo>
                  <a:lnTo>
                    <a:pt x="6620088" y="408106"/>
                  </a:lnTo>
                  <a:lnTo>
                    <a:pt x="6620213" y="408106"/>
                  </a:lnTo>
                  <a:lnTo>
                    <a:pt x="6620338" y="408106"/>
                  </a:lnTo>
                  <a:lnTo>
                    <a:pt x="6620463" y="408106"/>
                  </a:lnTo>
                  <a:lnTo>
                    <a:pt x="6620588" y="408106"/>
                  </a:lnTo>
                  <a:lnTo>
                    <a:pt x="6620713" y="408106"/>
                  </a:lnTo>
                  <a:lnTo>
                    <a:pt x="6620838" y="408106"/>
                  </a:lnTo>
                  <a:lnTo>
                    <a:pt x="6620963" y="408106"/>
                  </a:lnTo>
                  <a:lnTo>
                    <a:pt x="6621088" y="408106"/>
                  </a:lnTo>
                  <a:lnTo>
                    <a:pt x="6621213" y="408106"/>
                  </a:lnTo>
                  <a:lnTo>
                    <a:pt x="6621338" y="408106"/>
                  </a:lnTo>
                  <a:lnTo>
                    <a:pt x="6621463" y="408106"/>
                  </a:lnTo>
                  <a:lnTo>
                    <a:pt x="6621588" y="408106"/>
                  </a:lnTo>
                  <a:lnTo>
                    <a:pt x="6621713" y="408106"/>
                  </a:lnTo>
                  <a:lnTo>
                    <a:pt x="6621838" y="408106"/>
                  </a:lnTo>
                  <a:lnTo>
                    <a:pt x="6621963" y="408106"/>
                  </a:lnTo>
                  <a:lnTo>
                    <a:pt x="6622088" y="408106"/>
                  </a:lnTo>
                  <a:lnTo>
                    <a:pt x="6622213" y="408106"/>
                  </a:lnTo>
                  <a:lnTo>
                    <a:pt x="6622338" y="408106"/>
                  </a:lnTo>
                  <a:lnTo>
                    <a:pt x="6622463" y="408106"/>
                  </a:lnTo>
                  <a:lnTo>
                    <a:pt x="6622588" y="408106"/>
                  </a:lnTo>
                  <a:lnTo>
                    <a:pt x="6622713" y="408106"/>
                  </a:lnTo>
                  <a:lnTo>
                    <a:pt x="6622838" y="408106"/>
                  </a:lnTo>
                  <a:lnTo>
                    <a:pt x="6622964" y="408106"/>
                  </a:lnTo>
                  <a:lnTo>
                    <a:pt x="6623089" y="408106"/>
                  </a:lnTo>
                  <a:lnTo>
                    <a:pt x="6623214" y="408106"/>
                  </a:lnTo>
                  <a:lnTo>
                    <a:pt x="6623339" y="408106"/>
                  </a:lnTo>
                  <a:lnTo>
                    <a:pt x="6623464" y="408106"/>
                  </a:lnTo>
                  <a:lnTo>
                    <a:pt x="6623589" y="408106"/>
                  </a:lnTo>
                  <a:lnTo>
                    <a:pt x="6623714" y="408106"/>
                  </a:lnTo>
                  <a:lnTo>
                    <a:pt x="6623839" y="408106"/>
                  </a:lnTo>
                  <a:lnTo>
                    <a:pt x="6623964" y="408106"/>
                  </a:lnTo>
                  <a:lnTo>
                    <a:pt x="6624089" y="408106"/>
                  </a:lnTo>
                  <a:lnTo>
                    <a:pt x="6624214" y="408106"/>
                  </a:lnTo>
                  <a:lnTo>
                    <a:pt x="6624339" y="408106"/>
                  </a:lnTo>
                  <a:lnTo>
                    <a:pt x="6624464" y="408106"/>
                  </a:lnTo>
                  <a:lnTo>
                    <a:pt x="6624589" y="408106"/>
                  </a:lnTo>
                  <a:lnTo>
                    <a:pt x="6624714" y="408106"/>
                  </a:lnTo>
                  <a:lnTo>
                    <a:pt x="6624839" y="408106"/>
                  </a:lnTo>
                  <a:lnTo>
                    <a:pt x="6624964" y="408106"/>
                  </a:lnTo>
                  <a:lnTo>
                    <a:pt x="6625089" y="408106"/>
                  </a:lnTo>
                  <a:lnTo>
                    <a:pt x="6625214" y="408106"/>
                  </a:lnTo>
                  <a:lnTo>
                    <a:pt x="6625339" y="408106"/>
                  </a:lnTo>
                  <a:lnTo>
                    <a:pt x="6625464" y="408106"/>
                  </a:lnTo>
                  <a:lnTo>
                    <a:pt x="6625589" y="408106"/>
                  </a:lnTo>
                  <a:lnTo>
                    <a:pt x="6625714" y="408106"/>
                  </a:lnTo>
                  <a:lnTo>
                    <a:pt x="6625839" y="408106"/>
                  </a:lnTo>
                  <a:lnTo>
                    <a:pt x="6625965" y="408106"/>
                  </a:lnTo>
                  <a:lnTo>
                    <a:pt x="6626090" y="408106"/>
                  </a:lnTo>
                  <a:lnTo>
                    <a:pt x="6626215" y="408106"/>
                  </a:lnTo>
                  <a:lnTo>
                    <a:pt x="6626340" y="408106"/>
                  </a:lnTo>
                  <a:lnTo>
                    <a:pt x="6626465" y="408106"/>
                  </a:lnTo>
                  <a:lnTo>
                    <a:pt x="6626590" y="408106"/>
                  </a:lnTo>
                  <a:lnTo>
                    <a:pt x="6626715" y="408106"/>
                  </a:lnTo>
                  <a:lnTo>
                    <a:pt x="6626840" y="408106"/>
                  </a:lnTo>
                  <a:lnTo>
                    <a:pt x="6626965" y="408106"/>
                  </a:lnTo>
                  <a:lnTo>
                    <a:pt x="6627090" y="408106"/>
                  </a:lnTo>
                  <a:lnTo>
                    <a:pt x="6627215" y="408106"/>
                  </a:lnTo>
                  <a:lnTo>
                    <a:pt x="6627340" y="408106"/>
                  </a:lnTo>
                  <a:lnTo>
                    <a:pt x="6627465" y="408106"/>
                  </a:lnTo>
                  <a:lnTo>
                    <a:pt x="6627590" y="408106"/>
                  </a:lnTo>
                  <a:lnTo>
                    <a:pt x="6627715" y="408106"/>
                  </a:lnTo>
                  <a:lnTo>
                    <a:pt x="6627840" y="408106"/>
                  </a:lnTo>
                  <a:lnTo>
                    <a:pt x="6627965" y="408106"/>
                  </a:lnTo>
                  <a:lnTo>
                    <a:pt x="6628090" y="408106"/>
                  </a:lnTo>
                  <a:lnTo>
                    <a:pt x="6628215" y="408106"/>
                  </a:lnTo>
                  <a:lnTo>
                    <a:pt x="6628340" y="408106"/>
                  </a:lnTo>
                  <a:lnTo>
                    <a:pt x="6628465" y="408106"/>
                  </a:lnTo>
                  <a:lnTo>
                    <a:pt x="6628590" y="408106"/>
                  </a:lnTo>
                  <a:lnTo>
                    <a:pt x="6628715" y="408106"/>
                  </a:lnTo>
                  <a:lnTo>
                    <a:pt x="6628840" y="408106"/>
                  </a:lnTo>
                  <a:lnTo>
                    <a:pt x="6628966" y="408106"/>
                  </a:lnTo>
                  <a:lnTo>
                    <a:pt x="6629091" y="408106"/>
                  </a:lnTo>
                  <a:lnTo>
                    <a:pt x="6629216" y="408106"/>
                  </a:lnTo>
                  <a:lnTo>
                    <a:pt x="6629341" y="408106"/>
                  </a:lnTo>
                  <a:lnTo>
                    <a:pt x="6629466" y="408106"/>
                  </a:lnTo>
                  <a:lnTo>
                    <a:pt x="6629591" y="408106"/>
                  </a:lnTo>
                  <a:lnTo>
                    <a:pt x="6629716" y="408106"/>
                  </a:lnTo>
                  <a:lnTo>
                    <a:pt x="6629841" y="408106"/>
                  </a:lnTo>
                  <a:lnTo>
                    <a:pt x="6629966" y="408106"/>
                  </a:lnTo>
                  <a:lnTo>
                    <a:pt x="6630091" y="408106"/>
                  </a:lnTo>
                  <a:lnTo>
                    <a:pt x="6630216" y="408106"/>
                  </a:lnTo>
                  <a:lnTo>
                    <a:pt x="6630341" y="408106"/>
                  </a:lnTo>
                  <a:lnTo>
                    <a:pt x="6630466" y="408106"/>
                  </a:lnTo>
                  <a:lnTo>
                    <a:pt x="6630591" y="408106"/>
                  </a:lnTo>
                  <a:lnTo>
                    <a:pt x="6630716" y="408106"/>
                  </a:lnTo>
                  <a:lnTo>
                    <a:pt x="6630841" y="408106"/>
                  </a:lnTo>
                  <a:lnTo>
                    <a:pt x="6630966" y="408106"/>
                  </a:lnTo>
                  <a:lnTo>
                    <a:pt x="6631091" y="408106"/>
                  </a:lnTo>
                  <a:lnTo>
                    <a:pt x="6631216" y="408106"/>
                  </a:lnTo>
                  <a:lnTo>
                    <a:pt x="6631341" y="408106"/>
                  </a:lnTo>
                  <a:lnTo>
                    <a:pt x="6631466" y="408106"/>
                  </a:lnTo>
                  <a:lnTo>
                    <a:pt x="6631591" y="408106"/>
                  </a:lnTo>
                  <a:lnTo>
                    <a:pt x="6631716" y="408106"/>
                  </a:lnTo>
                  <a:lnTo>
                    <a:pt x="6631841" y="408106"/>
                  </a:lnTo>
                  <a:lnTo>
                    <a:pt x="6631967" y="408106"/>
                  </a:lnTo>
                  <a:lnTo>
                    <a:pt x="6632092" y="408106"/>
                  </a:lnTo>
                  <a:lnTo>
                    <a:pt x="6632217" y="408106"/>
                  </a:lnTo>
                  <a:lnTo>
                    <a:pt x="6632342" y="408106"/>
                  </a:lnTo>
                  <a:lnTo>
                    <a:pt x="6632467" y="408106"/>
                  </a:lnTo>
                  <a:lnTo>
                    <a:pt x="6632592" y="408106"/>
                  </a:lnTo>
                  <a:lnTo>
                    <a:pt x="6632717" y="408106"/>
                  </a:lnTo>
                  <a:lnTo>
                    <a:pt x="6632842" y="408106"/>
                  </a:lnTo>
                  <a:lnTo>
                    <a:pt x="6632967" y="408106"/>
                  </a:lnTo>
                  <a:lnTo>
                    <a:pt x="6633092" y="408106"/>
                  </a:lnTo>
                  <a:lnTo>
                    <a:pt x="6633217" y="408106"/>
                  </a:lnTo>
                  <a:lnTo>
                    <a:pt x="6633342" y="408106"/>
                  </a:lnTo>
                  <a:lnTo>
                    <a:pt x="6633467" y="408106"/>
                  </a:lnTo>
                  <a:lnTo>
                    <a:pt x="6633592" y="408106"/>
                  </a:lnTo>
                  <a:lnTo>
                    <a:pt x="6633717" y="408106"/>
                  </a:lnTo>
                  <a:lnTo>
                    <a:pt x="6633842" y="408106"/>
                  </a:lnTo>
                  <a:lnTo>
                    <a:pt x="6633967" y="408106"/>
                  </a:lnTo>
                  <a:lnTo>
                    <a:pt x="6634092" y="408106"/>
                  </a:lnTo>
                  <a:lnTo>
                    <a:pt x="6634217" y="408106"/>
                  </a:lnTo>
                  <a:lnTo>
                    <a:pt x="6634342" y="408106"/>
                  </a:lnTo>
                  <a:lnTo>
                    <a:pt x="6634467" y="408106"/>
                  </a:lnTo>
                  <a:lnTo>
                    <a:pt x="6634592" y="408106"/>
                  </a:lnTo>
                  <a:lnTo>
                    <a:pt x="6634717" y="408106"/>
                  </a:lnTo>
                  <a:lnTo>
                    <a:pt x="6634717" y="398152"/>
                  </a:lnTo>
                  <a:lnTo>
                    <a:pt x="6634842" y="398152"/>
                  </a:lnTo>
                  <a:lnTo>
                    <a:pt x="6634968" y="398152"/>
                  </a:lnTo>
                  <a:lnTo>
                    <a:pt x="6635093" y="398152"/>
                  </a:lnTo>
                  <a:lnTo>
                    <a:pt x="6635218" y="398152"/>
                  </a:lnTo>
                  <a:lnTo>
                    <a:pt x="6635343" y="398152"/>
                  </a:lnTo>
                  <a:lnTo>
                    <a:pt x="6635468" y="398152"/>
                  </a:lnTo>
                  <a:lnTo>
                    <a:pt x="6635593" y="398152"/>
                  </a:lnTo>
                  <a:lnTo>
                    <a:pt x="6635718" y="398152"/>
                  </a:lnTo>
                  <a:lnTo>
                    <a:pt x="6635843" y="398152"/>
                  </a:lnTo>
                  <a:lnTo>
                    <a:pt x="6635968" y="398152"/>
                  </a:lnTo>
                  <a:lnTo>
                    <a:pt x="6636093" y="398152"/>
                  </a:lnTo>
                  <a:lnTo>
                    <a:pt x="6636218" y="398152"/>
                  </a:lnTo>
                  <a:lnTo>
                    <a:pt x="6636343" y="398152"/>
                  </a:lnTo>
                  <a:lnTo>
                    <a:pt x="6636468" y="398152"/>
                  </a:lnTo>
                  <a:lnTo>
                    <a:pt x="6636593" y="398152"/>
                  </a:lnTo>
                  <a:lnTo>
                    <a:pt x="6636718" y="398152"/>
                  </a:lnTo>
                  <a:lnTo>
                    <a:pt x="6636843" y="398152"/>
                  </a:lnTo>
                  <a:lnTo>
                    <a:pt x="6636968" y="398152"/>
                  </a:lnTo>
                  <a:lnTo>
                    <a:pt x="6637093" y="398152"/>
                  </a:lnTo>
                  <a:lnTo>
                    <a:pt x="6637218" y="398152"/>
                  </a:lnTo>
                  <a:lnTo>
                    <a:pt x="6637343" y="398152"/>
                  </a:lnTo>
                  <a:lnTo>
                    <a:pt x="6637468" y="398152"/>
                  </a:lnTo>
                  <a:lnTo>
                    <a:pt x="6637593" y="398152"/>
                  </a:lnTo>
                  <a:lnTo>
                    <a:pt x="6637718" y="398152"/>
                  </a:lnTo>
                  <a:lnTo>
                    <a:pt x="6637844" y="398152"/>
                  </a:lnTo>
                  <a:lnTo>
                    <a:pt x="6637969" y="398152"/>
                  </a:lnTo>
                  <a:lnTo>
                    <a:pt x="6638094" y="398152"/>
                  </a:lnTo>
                  <a:lnTo>
                    <a:pt x="6638219" y="398152"/>
                  </a:lnTo>
                  <a:lnTo>
                    <a:pt x="6638344" y="398152"/>
                  </a:lnTo>
                  <a:lnTo>
                    <a:pt x="6638344" y="388199"/>
                  </a:lnTo>
                  <a:lnTo>
                    <a:pt x="6638469" y="388199"/>
                  </a:lnTo>
                  <a:lnTo>
                    <a:pt x="6638594" y="388199"/>
                  </a:lnTo>
                  <a:lnTo>
                    <a:pt x="6638719" y="388199"/>
                  </a:lnTo>
                  <a:lnTo>
                    <a:pt x="6638844" y="388199"/>
                  </a:lnTo>
                  <a:lnTo>
                    <a:pt x="6638969" y="388199"/>
                  </a:lnTo>
                  <a:lnTo>
                    <a:pt x="6639094" y="388199"/>
                  </a:lnTo>
                  <a:lnTo>
                    <a:pt x="6639219" y="388199"/>
                  </a:lnTo>
                  <a:lnTo>
                    <a:pt x="6639344" y="388199"/>
                  </a:lnTo>
                  <a:lnTo>
                    <a:pt x="6639469" y="388199"/>
                  </a:lnTo>
                  <a:lnTo>
                    <a:pt x="6639594" y="388199"/>
                  </a:lnTo>
                  <a:lnTo>
                    <a:pt x="6639719" y="388199"/>
                  </a:lnTo>
                  <a:lnTo>
                    <a:pt x="6639844" y="388199"/>
                  </a:lnTo>
                  <a:lnTo>
                    <a:pt x="6639969" y="388199"/>
                  </a:lnTo>
                  <a:lnTo>
                    <a:pt x="6640094" y="388199"/>
                  </a:lnTo>
                  <a:lnTo>
                    <a:pt x="6640219" y="388199"/>
                  </a:lnTo>
                  <a:lnTo>
                    <a:pt x="6640344" y="388199"/>
                  </a:lnTo>
                  <a:lnTo>
                    <a:pt x="6640469" y="388199"/>
                  </a:lnTo>
                  <a:lnTo>
                    <a:pt x="6640594" y="388199"/>
                  </a:lnTo>
                  <a:lnTo>
                    <a:pt x="6640719" y="388199"/>
                  </a:lnTo>
                  <a:lnTo>
                    <a:pt x="6640845" y="388199"/>
                  </a:lnTo>
                  <a:lnTo>
                    <a:pt x="6640970" y="388199"/>
                  </a:lnTo>
                  <a:lnTo>
                    <a:pt x="6641095" y="388199"/>
                  </a:lnTo>
                  <a:lnTo>
                    <a:pt x="6641220" y="388199"/>
                  </a:lnTo>
                  <a:lnTo>
                    <a:pt x="6641345" y="388199"/>
                  </a:lnTo>
                  <a:lnTo>
                    <a:pt x="6641470" y="388199"/>
                  </a:lnTo>
                  <a:lnTo>
                    <a:pt x="6641595" y="388199"/>
                  </a:lnTo>
                  <a:lnTo>
                    <a:pt x="6641720" y="388199"/>
                  </a:lnTo>
                  <a:lnTo>
                    <a:pt x="6641845" y="388199"/>
                  </a:lnTo>
                  <a:lnTo>
                    <a:pt x="6641970" y="388199"/>
                  </a:lnTo>
                  <a:lnTo>
                    <a:pt x="6642095" y="388199"/>
                  </a:lnTo>
                  <a:lnTo>
                    <a:pt x="6642220" y="388199"/>
                  </a:lnTo>
                  <a:lnTo>
                    <a:pt x="6642345" y="388199"/>
                  </a:lnTo>
                  <a:lnTo>
                    <a:pt x="6642470" y="388199"/>
                  </a:lnTo>
                  <a:lnTo>
                    <a:pt x="6642595" y="388199"/>
                  </a:lnTo>
                  <a:lnTo>
                    <a:pt x="6642720" y="388199"/>
                  </a:lnTo>
                  <a:lnTo>
                    <a:pt x="6642845" y="388199"/>
                  </a:lnTo>
                  <a:lnTo>
                    <a:pt x="6642970" y="388199"/>
                  </a:lnTo>
                  <a:lnTo>
                    <a:pt x="6643095" y="388199"/>
                  </a:lnTo>
                  <a:lnTo>
                    <a:pt x="6643220" y="388199"/>
                  </a:lnTo>
                  <a:lnTo>
                    <a:pt x="6643345" y="388199"/>
                  </a:lnTo>
                  <a:lnTo>
                    <a:pt x="6643470" y="388199"/>
                  </a:lnTo>
                  <a:lnTo>
                    <a:pt x="6643595" y="388199"/>
                  </a:lnTo>
                  <a:lnTo>
                    <a:pt x="6643720" y="388199"/>
                  </a:lnTo>
                  <a:lnTo>
                    <a:pt x="6643846" y="388199"/>
                  </a:lnTo>
                  <a:lnTo>
                    <a:pt x="6643971" y="388199"/>
                  </a:lnTo>
                  <a:lnTo>
                    <a:pt x="6644096" y="388199"/>
                  </a:lnTo>
                  <a:lnTo>
                    <a:pt x="6644221" y="388199"/>
                  </a:lnTo>
                  <a:lnTo>
                    <a:pt x="6644346" y="388199"/>
                  </a:lnTo>
                  <a:lnTo>
                    <a:pt x="6644471" y="388199"/>
                  </a:lnTo>
                  <a:lnTo>
                    <a:pt x="6644596" y="388199"/>
                  </a:lnTo>
                  <a:lnTo>
                    <a:pt x="6644721" y="388199"/>
                  </a:lnTo>
                  <a:lnTo>
                    <a:pt x="6644846" y="388199"/>
                  </a:lnTo>
                  <a:lnTo>
                    <a:pt x="6644971" y="388199"/>
                  </a:lnTo>
                  <a:lnTo>
                    <a:pt x="6645096" y="388199"/>
                  </a:lnTo>
                  <a:lnTo>
                    <a:pt x="6645221" y="388199"/>
                  </a:lnTo>
                  <a:lnTo>
                    <a:pt x="6645346" y="388199"/>
                  </a:lnTo>
                  <a:lnTo>
                    <a:pt x="6645471" y="388199"/>
                  </a:lnTo>
                  <a:lnTo>
                    <a:pt x="6645596" y="388199"/>
                  </a:lnTo>
                  <a:lnTo>
                    <a:pt x="6645721" y="388199"/>
                  </a:lnTo>
                  <a:lnTo>
                    <a:pt x="6645846" y="388199"/>
                  </a:lnTo>
                  <a:lnTo>
                    <a:pt x="6645971" y="388199"/>
                  </a:lnTo>
                  <a:lnTo>
                    <a:pt x="6646096" y="388199"/>
                  </a:lnTo>
                  <a:lnTo>
                    <a:pt x="6646221" y="388199"/>
                  </a:lnTo>
                  <a:lnTo>
                    <a:pt x="6646346" y="388199"/>
                  </a:lnTo>
                  <a:lnTo>
                    <a:pt x="6646471" y="388199"/>
                  </a:lnTo>
                  <a:lnTo>
                    <a:pt x="6646596" y="388199"/>
                  </a:lnTo>
                  <a:lnTo>
                    <a:pt x="6646721" y="388199"/>
                  </a:lnTo>
                  <a:lnTo>
                    <a:pt x="6646847" y="388199"/>
                  </a:lnTo>
                  <a:lnTo>
                    <a:pt x="6646972" y="388199"/>
                  </a:lnTo>
                  <a:lnTo>
                    <a:pt x="6647097" y="388199"/>
                  </a:lnTo>
                  <a:lnTo>
                    <a:pt x="6647222" y="388199"/>
                  </a:lnTo>
                  <a:lnTo>
                    <a:pt x="6647347" y="388199"/>
                  </a:lnTo>
                  <a:lnTo>
                    <a:pt x="6647472" y="388199"/>
                  </a:lnTo>
                  <a:lnTo>
                    <a:pt x="6647597" y="388199"/>
                  </a:lnTo>
                  <a:lnTo>
                    <a:pt x="6647722" y="388199"/>
                  </a:lnTo>
                  <a:lnTo>
                    <a:pt x="6647847" y="388199"/>
                  </a:lnTo>
                  <a:lnTo>
                    <a:pt x="6647972" y="388199"/>
                  </a:lnTo>
                  <a:lnTo>
                    <a:pt x="6648097" y="388199"/>
                  </a:lnTo>
                  <a:lnTo>
                    <a:pt x="6648222" y="388199"/>
                  </a:lnTo>
                  <a:lnTo>
                    <a:pt x="6648347" y="388199"/>
                  </a:lnTo>
                  <a:lnTo>
                    <a:pt x="6648472" y="388199"/>
                  </a:lnTo>
                  <a:lnTo>
                    <a:pt x="6648597" y="388199"/>
                  </a:lnTo>
                  <a:lnTo>
                    <a:pt x="6648722" y="388199"/>
                  </a:lnTo>
                  <a:lnTo>
                    <a:pt x="6648847" y="388199"/>
                  </a:lnTo>
                  <a:lnTo>
                    <a:pt x="6648972" y="388199"/>
                  </a:lnTo>
                  <a:lnTo>
                    <a:pt x="6649097" y="388199"/>
                  </a:lnTo>
                  <a:lnTo>
                    <a:pt x="6649222" y="388199"/>
                  </a:lnTo>
                  <a:lnTo>
                    <a:pt x="6649347" y="388199"/>
                  </a:lnTo>
                  <a:lnTo>
                    <a:pt x="6649472" y="388199"/>
                  </a:lnTo>
                  <a:lnTo>
                    <a:pt x="6649597" y="388199"/>
                  </a:lnTo>
                  <a:lnTo>
                    <a:pt x="6649722" y="388199"/>
                  </a:lnTo>
                  <a:lnTo>
                    <a:pt x="6649848" y="388199"/>
                  </a:lnTo>
                  <a:lnTo>
                    <a:pt x="6649973" y="388199"/>
                  </a:lnTo>
                  <a:lnTo>
                    <a:pt x="6650098" y="388199"/>
                  </a:lnTo>
                  <a:lnTo>
                    <a:pt x="6650223" y="388199"/>
                  </a:lnTo>
                  <a:lnTo>
                    <a:pt x="6650348" y="388199"/>
                  </a:lnTo>
                  <a:lnTo>
                    <a:pt x="6650473" y="388199"/>
                  </a:lnTo>
                  <a:lnTo>
                    <a:pt x="6650598" y="388199"/>
                  </a:lnTo>
                  <a:lnTo>
                    <a:pt x="6650723" y="388199"/>
                  </a:lnTo>
                  <a:lnTo>
                    <a:pt x="6650848" y="388199"/>
                  </a:lnTo>
                  <a:lnTo>
                    <a:pt x="6650973" y="388199"/>
                  </a:lnTo>
                  <a:lnTo>
                    <a:pt x="6651098" y="388199"/>
                  </a:lnTo>
                  <a:lnTo>
                    <a:pt x="6651223" y="388199"/>
                  </a:lnTo>
                  <a:lnTo>
                    <a:pt x="6651348" y="388199"/>
                  </a:lnTo>
                  <a:lnTo>
                    <a:pt x="6651473" y="388199"/>
                  </a:lnTo>
                  <a:lnTo>
                    <a:pt x="6651598" y="388199"/>
                  </a:lnTo>
                  <a:lnTo>
                    <a:pt x="6651723" y="388199"/>
                  </a:lnTo>
                  <a:lnTo>
                    <a:pt x="6651848" y="388199"/>
                  </a:lnTo>
                  <a:lnTo>
                    <a:pt x="6651973" y="388199"/>
                  </a:lnTo>
                  <a:lnTo>
                    <a:pt x="6652098" y="388199"/>
                  </a:lnTo>
                  <a:lnTo>
                    <a:pt x="6652223" y="388199"/>
                  </a:lnTo>
                  <a:lnTo>
                    <a:pt x="6652348" y="388199"/>
                  </a:lnTo>
                  <a:lnTo>
                    <a:pt x="6652473" y="388199"/>
                  </a:lnTo>
                  <a:lnTo>
                    <a:pt x="6652598" y="388199"/>
                  </a:lnTo>
                  <a:lnTo>
                    <a:pt x="6652723" y="388199"/>
                  </a:lnTo>
                  <a:lnTo>
                    <a:pt x="6652849" y="388199"/>
                  </a:lnTo>
                  <a:lnTo>
                    <a:pt x="6652974" y="388199"/>
                  </a:lnTo>
                  <a:lnTo>
                    <a:pt x="6653099" y="388199"/>
                  </a:lnTo>
                  <a:lnTo>
                    <a:pt x="6653224" y="388199"/>
                  </a:lnTo>
                  <a:lnTo>
                    <a:pt x="6653349" y="388199"/>
                  </a:lnTo>
                  <a:lnTo>
                    <a:pt x="6653474" y="388199"/>
                  </a:lnTo>
                  <a:lnTo>
                    <a:pt x="6653599" y="388199"/>
                  </a:lnTo>
                  <a:lnTo>
                    <a:pt x="6653724" y="388199"/>
                  </a:lnTo>
                  <a:lnTo>
                    <a:pt x="6653849" y="388199"/>
                  </a:lnTo>
                  <a:lnTo>
                    <a:pt x="6653974" y="388199"/>
                  </a:lnTo>
                  <a:lnTo>
                    <a:pt x="6654099" y="388199"/>
                  </a:lnTo>
                  <a:lnTo>
                    <a:pt x="6654224" y="388199"/>
                  </a:lnTo>
                  <a:lnTo>
                    <a:pt x="6654349" y="388199"/>
                  </a:lnTo>
                  <a:lnTo>
                    <a:pt x="6654474" y="388199"/>
                  </a:lnTo>
                  <a:lnTo>
                    <a:pt x="6654599" y="388199"/>
                  </a:lnTo>
                  <a:lnTo>
                    <a:pt x="6654724" y="388199"/>
                  </a:lnTo>
                  <a:lnTo>
                    <a:pt x="6654849" y="388199"/>
                  </a:lnTo>
                  <a:lnTo>
                    <a:pt x="6654974" y="388199"/>
                  </a:lnTo>
                  <a:lnTo>
                    <a:pt x="6655099" y="388199"/>
                  </a:lnTo>
                  <a:lnTo>
                    <a:pt x="6655224" y="388199"/>
                  </a:lnTo>
                  <a:lnTo>
                    <a:pt x="6655349" y="388199"/>
                  </a:lnTo>
                  <a:lnTo>
                    <a:pt x="6655474" y="388199"/>
                  </a:lnTo>
                  <a:lnTo>
                    <a:pt x="6655599" y="388199"/>
                  </a:lnTo>
                  <a:lnTo>
                    <a:pt x="6655724" y="388199"/>
                  </a:lnTo>
                  <a:lnTo>
                    <a:pt x="6655850" y="388199"/>
                  </a:lnTo>
                  <a:lnTo>
                    <a:pt x="6655975" y="388199"/>
                  </a:lnTo>
                  <a:lnTo>
                    <a:pt x="6656100" y="388199"/>
                  </a:lnTo>
                  <a:lnTo>
                    <a:pt x="6656225" y="388199"/>
                  </a:lnTo>
                  <a:lnTo>
                    <a:pt x="6656350" y="388199"/>
                  </a:lnTo>
                  <a:lnTo>
                    <a:pt x="6656475" y="388199"/>
                  </a:lnTo>
                  <a:lnTo>
                    <a:pt x="6656600" y="388199"/>
                  </a:lnTo>
                  <a:lnTo>
                    <a:pt x="6656725" y="388199"/>
                  </a:lnTo>
                  <a:lnTo>
                    <a:pt x="6656850" y="388199"/>
                  </a:lnTo>
                  <a:lnTo>
                    <a:pt x="6656975" y="388199"/>
                  </a:lnTo>
                  <a:lnTo>
                    <a:pt x="6657100" y="388199"/>
                  </a:lnTo>
                  <a:lnTo>
                    <a:pt x="6657225" y="388199"/>
                  </a:lnTo>
                  <a:lnTo>
                    <a:pt x="6657350" y="388199"/>
                  </a:lnTo>
                  <a:lnTo>
                    <a:pt x="6657475" y="388199"/>
                  </a:lnTo>
                  <a:lnTo>
                    <a:pt x="6657600" y="388199"/>
                  </a:lnTo>
                  <a:lnTo>
                    <a:pt x="6657725" y="388199"/>
                  </a:lnTo>
                  <a:lnTo>
                    <a:pt x="6657850" y="388199"/>
                  </a:lnTo>
                  <a:lnTo>
                    <a:pt x="6657975" y="388199"/>
                  </a:lnTo>
                  <a:lnTo>
                    <a:pt x="6658100" y="388199"/>
                  </a:lnTo>
                  <a:lnTo>
                    <a:pt x="6658225" y="388199"/>
                  </a:lnTo>
                  <a:lnTo>
                    <a:pt x="6658350" y="388199"/>
                  </a:lnTo>
                  <a:lnTo>
                    <a:pt x="6658475" y="388199"/>
                  </a:lnTo>
                  <a:lnTo>
                    <a:pt x="6658600" y="388199"/>
                  </a:lnTo>
                  <a:lnTo>
                    <a:pt x="6658725" y="388199"/>
                  </a:lnTo>
                  <a:lnTo>
                    <a:pt x="6658851" y="388199"/>
                  </a:lnTo>
                  <a:lnTo>
                    <a:pt x="6658976" y="388199"/>
                  </a:lnTo>
                  <a:lnTo>
                    <a:pt x="6659101" y="388199"/>
                  </a:lnTo>
                  <a:lnTo>
                    <a:pt x="6659226" y="388199"/>
                  </a:lnTo>
                  <a:lnTo>
                    <a:pt x="6659351" y="388199"/>
                  </a:lnTo>
                  <a:lnTo>
                    <a:pt x="6659476" y="388199"/>
                  </a:lnTo>
                  <a:lnTo>
                    <a:pt x="6659601" y="388199"/>
                  </a:lnTo>
                  <a:lnTo>
                    <a:pt x="6659726" y="388199"/>
                  </a:lnTo>
                  <a:lnTo>
                    <a:pt x="6659851" y="388199"/>
                  </a:lnTo>
                  <a:lnTo>
                    <a:pt x="6659976" y="388199"/>
                  </a:lnTo>
                  <a:lnTo>
                    <a:pt x="6660101" y="388199"/>
                  </a:lnTo>
                  <a:lnTo>
                    <a:pt x="6660226" y="388199"/>
                  </a:lnTo>
                  <a:lnTo>
                    <a:pt x="6660351" y="388199"/>
                  </a:lnTo>
                  <a:lnTo>
                    <a:pt x="6660476" y="388199"/>
                  </a:lnTo>
                  <a:lnTo>
                    <a:pt x="6660601" y="388199"/>
                  </a:lnTo>
                  <a:lnTo>
                    <a:pt x="6660726" y="388199"/>
                  </a:lnTo>
                  <a:lnTo>
                    <a:pt x="6660851" y="388199"/>
                  </a:lnTo>
                  <a:lnTo>
                    <a:pt x="6660976" y="388199"/>
                  </a:lnTo>
                  <a:lnTo>
                    <a:pt x="6661101" y="388199"/>
                  </a:lnTo>
                  <a:lnTo>
                    <a:pt x="6661226" y="388199"/>
                  </a:lnTo>
                  <a:lnTo>
                    <a:pt x="6661351" y="388199"/>
                  </a:lnTo>
                  <a:lnTo>
                    <a:pt x="6661476" y="388199"/>
                  </a:lnTo>
                  <a:lnTo>
                    <a:pt x="6661601" y="388199"/>
                  </a:lnTo>
                  <a:lnTo>
                    <a:pt x="6661726" y="388199"/>
                  </a:lnTo>
                  <a:lnTo>
                    <a:pt x="6661852" y="388199"/>
                  </a:lnTo>
                  <a:lnTo>
                    <a:pt x="6661977" y="388199"/>
                  </a:lnTo>
                  <a:lnTo>
                    <a:pt x="6662102" y="388199"/>
                  </a:lnTo>
                  <a:lnTo>
                    <a:pt x="6662227" y="388199"/>
                  </a:lnTo>
                  <a:lnTo>
                    <a:pt x="6662352" y="388199"/>
                  </a:lnTo>
                  <a:lnTo>
                    <a:pt x="6662477" y="388199"/>
                  </a:lnTo>
                  <a:lnTo>
                    <a:pt x="6662602" y="388199"/>
                  </a:lnTo>
                  <a:lnTo>
                    <a:pt x="6662727" y="388199"/>
                  </a:lnTo>
                  <a:lnTo>
                    <a:pt x="6662852" y="388199"/>
                  </a:lnTo>
                  <a:lnTo>
                    <a:pt x="6662977" y="388199"/>
                  </a:lnTo>
                  <a:lnTo>
                    <a:pt x="6663102" y="388199"/>
                  </a:lnTo>
                  <a:lnTo>
                    <a:pt x="6663227" y="388199"/>
                  </a:lnTo>
                  <a:lnTo>
                    <a:pt x="6663352" y="388199"/>
                  </a:lnTo>
                  <a:lnTo>
                    <a:pt x="6663477" y="388199"/>
                  </a:lnTo>
                  <a:lnTo>
                    <a:pt x="6663602" y="388199"/>
                  </a:lnTo>
                  <a:lnTo>
                    <a:pt x="6663727" y="388199"/>
                  </a:lnTo>
                  <a:lnTo>
                    <a:pt x="6663852" y="388199"/>
                  </a:lnTo>
                  <a:lnTo>
                    <a:pt x="6663977" y="388199"/>
                  </a:lnTo>
                  <a:lnTo>
                    <a:pt x="6664102" y="388199"/>
                  </a:lnTo>
                  <a:lnTo>
                    <a:pt x="6664227" y="388199"/>
                  </a:lnTo>
                  <a:lnTo>
                    <a:pt x="6664352" y="388199"/>
                  </a:lnTo>
                  <a:lnTo>
                    <a:pt x="6664477" y="388199"/>
                  </a:lnTo>
                  <a:lnTo>
                    <a:pt x="6664602" y="388199"/>
                  </a:lnTo>
                  <a:lnTo>
                    <a:pt x="6664727" y="388199"/>
                  </a:lnTo>
                  <a:lnTo>
                    <a:pt x="6664853" y="388199"/>
                  </a:lnTo>
                  <a:lnTo>
                    <a:pt x="6664978" y="388199"/>
                  </a:lnTo>
                  <a:lnTo>
                    <a:pt x="6665103" y="388199"/>
                  </a:lnTo>
                  <a:lnTo>
                    <a:pt x="6665228" y="388199"/>
                  </a:lnTo>
                  <a:lnTo>
                    <a:pt x="6665353" y="388199"/>
                  </a:lnTo>
                  <a:lnTo>
                    <a:pt x="6665478" y="388199"/>
                  </a:lnTo>
                  <a:lnTo>
                    <a:pt x="6665603" y="388199"/>
                  </a:lnTo>
                  <a:lnTo>
                    <a:pt x="6665728" y="388199"/>
                  </a:lnTo>
                  <a:lnTo>
                    <a:pt x="6665853" y="388199"/>
                  </a:lnTo>
                  <a:lnTo>
                    <a:pt x="6665978" y="388199"/>
                  </a:lnTo>
                  <a:lnTo>
                    <a:pt x="6666103" y="388199"/>
                  </a:lnTo>
                  <a:lnTo>
                    <a:pt x="6666228" y="388199"/>
                  </a:lnTo>
                  <a:lnTo>
                    <a:pt x="6666353" y="388199"/>
                  </a:lnTo>
                  <a:lnTo>
                    <a:pt x="6666478" y="388199"/>
                  </a:lnTo>
                  <a:lnTo>
                    <a:pt x="6666603" y="388199"/>
                  </a:lnTo>
                  <a:lnTo>
                    <a:pt x="6666728" y="388199"/>
                  </a:lnTo>
                  <a:lnTo>
                    <a:pt x="6666853" y="388199"/>
                  </a:lnTo>
                  <a:lnTo>
                    <a:pt x="6666978" y="388199"/>
                  </a:lnTo>
                  <a:lnTo>
                    <a:pt x="6667103" y="388199"/>
                  </a:lnTo>
                  <a:lnTo>
                    <a:pt x="6667228" y="388199"/>
                  </a:lnTo>
                  <a:lnTo>
                    <a:pt x="6667353" y="388199"/>
                  </a:lnTo>
                  <a:lnTo>
                    <a:pt x="6667478" y="388199"/>
                  </a:lnTo>
                  <a:lnTo>
                    <a:pt x="6667478" y="378245"/>
                  </a:lnTo>
                  <a:lnTo>
                    <a:pt x="6667603" y="378245"/>
                  </a:lnTo>
                  <a:lnTo>
                    <a:pt x="6667728" y="378245"/>
                  </a:lnTo>
                  <a:lnTo>
                    <a:pt x="6667854" y="378245"/>
                  </a:lnTo>
                  <a:lnTo>
                    <a:pt x="6667979" y="378245"/>
                  </a:lnTo>
                  <a:lnTo>
                    <a:pt x="6668104" y="378245"/>
                  </a:lnTo>
                  <a:lnTo>
                    <a:pt x="6668229" y="378245"/>
                  </a:lnTo>
                  <a:lnTo>
                    <a:pt x="6668354" y="378245"/>
                  </a:lnTo>
                  <a:lnTo>
                    <a:pt x="6668479" y="378245"/>
                  </a:lnTo>
                  <a:lnTo>
                    <a:pt x="6668604" y="378245"/>
                  </a:lnTo>
                  <a:lnTo>
                    <a:pt x="6668729" y="378245"/>
                  </a:lnTo>
                  <a:lnTo>
                    <a:pt x="6668854" y="378245"/>
                  </a:lnTo>
                  <a:lnTo>
                    <a:pt x="6668979" y="378245"/>
                  </a:lnTo>
                  <a:lnTo>
                    <a:pt x="6669104" y="378245"/>
                  </a:lnTo>
                  <a:lnTo>
                    <a:pt x="6669229" y="378245"/>
                  </a:lnTo>
                  <a:lnTo>
                    <a:pt x="6669354" y="378245"/>
                  </a:lnTo>
                  <a:lnTo>
                    <a:pt x="6669479" y="378245"/>
                  </a:lnTo>
                  <a:lnTo>
                    <a:pt x="6669604" y="378245"/>
                  </a:lnTo>
                  <a:lnTo>
                    <a:pt x="6669729" y="378245"/>
                  </a:lnTo>
                  <a:lnTo>
                    <a:pt x="6669854" y="378245"/>
                  </a:lnTo>
                  <a:lnTo>
                    <a:pt x="6669979" y="378245"/>
                  </a:lnTo>
                  <a:lnTo>
                    <a:pt x="6670104" y="378245"/>
                  </a:lnTo>
                  <a:lnTo>
                    <a:pt x="6670229" y="378245"/>
                  </a:lnTo>
                  <a:lnTo>
                    <a:pt x="6670354" y="378245"/>
                  </a:lnTo>
                  <a:lnTo>
                    <a:pt x="6670479" y="378245"/>
                  </a:lnTo>
                  <a:lnTo>
                    <a:pt x="6670604" y="378245"/>
                  </a:lnTo>
                  <a:lnTo>
                    <a:pt x="6670729" y="378245"/>
                  </a:lnTo>
                  <a:lnTo>
                    <a:pt x="6670855" y="378245"/>
                  </a:lnTo>
                  <a:lnTo>
                    <a:pt x="6670980" y="378245"/>
                  </a:lnTo>
                  <a:lnTo>
                    <a:pt x="6671105" y="378245"/>
                  </a:lnTo>
                  <a:lnTo>
                    <a:pt x="6671230" y="378245"/>
                  </a:lnTo>
                  <a:lnTo>
                    <a:pt x="6671355" y="378245"/>
                  </a:lnTo>
                  <a:lnTo>
                    <a:pt x="6671480" y="378245"/>
                  </a:lnTo>
                  <a:lnTo>
                    <a:pt x="6671605" y="378245"/>
                  </a:lnTo>
                  <a:lnTo>
                    <a:pt x="6671730" y="378245"/>
                  </a:lnTo>
                  <a:lnTo>
                    <a:pt x="6671855" y="378245"/>
                  </a:lnTo>
                  <a:lnTo>
                    <a:pt x="6671980" y="378245"/>
                  </a:lnTo>
                  <a:lnTo>
                    <a:pt x="6672105" y="378245"/>
                  </a:lnTo>
                  <a:lnTo>
                    <a:pt x="6672230" y="378245"/>
                  </a:lnTo>
                  <a:lnTo>
                    <a:pt x="6672355" y="378245"/>
                  </a:lnTo>
                  <a:lnTo>
                    <a:pt x="6672480" y="378245"/>
                  </a:lnTo>
                  <a:lnTo>
                    <a:pt x="6672605" y="378245"/>
                  </a:lnTo>
                  <a:lnTo>
                    <a:pt x="6672730" y="378245"/>
                  </a:lnTo>
                  <a:lnTo>
                    <a:pt x="6672855" y="378245"/>
                  </a:lnTo>
                  <a:lnTo>
                    <a:pt x="6672980" y="378245"/>
                  </a:lnTo>
                  <a:lnTo>
                    <a:pt x="6673105" y="378245"/>
                  </a:lnTo>
                  <a:lnTo>
                    <a:pt x="6673230" y="378245"/>
                  </a:lnTo>
                  <a:lnTo>
                    <a:pt x="6673355" y="378245"/>
                  </a:lnTo>
                  <a:lnTo>
                    <a:pt x="6673480" y="378245"/>
                  </a:lnTo>
                  <a:lnTo>
                    <a:pt x="6673605" y="378245"/>
                  </a:lnTo>
                  <a:lnTo>
                    <a:pt x="6673730" y="378245"/>
                  </a:lnTo>
                  <a:lnTo>
                    <a:pt x="6673856" y="378245"/>
                  </a:lnTo>
                  <a:lnTo>
                    <a:pt x="6673981" y="378245"/>
                  </a:lnTo>
                  <a:lnTo>
                    <a:pt x="6674106" y="378245"/>
                  </a:lnTo>
                  <a:lnTo>
                    <a:pt x="6674231" y="378245"/>
                  </a:lnTo>
                  <a:lnTo>
                    <a:pt x="6674356" y="378245"/>
                  </a:lnTo>
                  <a:lnTo>
                    <a:pt x="6674481" y="378245"/>
                  </a:lnTo>
                  <a:lnTo>
                    <a:pt x="6674606" y="378245"/>
                  </a:lnTo>
                  <a:lnTo>
                    <a:pt x="6674731" y="378245"/>
                  </a:lnTo>
                  <a:lnTo>
                    <a:pt x="6674856" y="378245"/>
                  </a:lnTo>
                  <a:lnTo>
                    <a:pt x="6674981" y="378245"/>
                  </a:lnTo>
                  <a:lnTo>
                    <a:pt x="6675106" y="378245"/>
                  </a:lnTo>
                  <a:lnTo>
                    <a:pt x="6675231" y="378245"/>
                  </a:lnTo>
                  <a:lnTo>
                    <a:pt x="6675356" y="378245"/>
                  </a:lnTo>
                  <a:lnTo>
                    <a:pt x="6675481" y="378245"/>
                  </a:lnTo>
                  <a:lnTo>
                    <a:pt x="6675606" y="378245"/>
                  </a:lnTo>
                  <a:lnTo>
                    <a:pt x="6675731" y="378245"/>
                  </a:lnTo>
                  <a:lnTo>
                    <a:pt x="6675856" y="378245"/>
                  </a:lnTo>
                  <a:lnTo>
                    <a:pt x="6675981" y="378245"/>
                  </a:lnTo>
                  <a:lnTo>
                    <a:pt x="6676106" y="378245"/>
                  </a:lnTo>
                  <a:lnTo>
                    <a:pt x="6676231" y="378245"/>
                  </a:lnTo>
                  <a:lnTo>
                    <a:pt x="6676356" y="378245"/>
                  </a:lnTo>
                  <a:lnTo>
                    <a:pt x="6676481" y="378245"/>
                  </a:lnTo>
                  <a:lnTo>
                    <a:pt x="6676606" y="378245"/>
                  </a:lnTo>
                  <a:lnTo>
                    <a:pt x="6676732" y="378245"/>
                  </a:lnTo>
                  <a:lnTo>
                    <a:pt x="6676857" y="378245"/>
                  </a:lnTo>
                  <a:lnTo>
                    <a:pt x="6676982" y="378245"/>
                  </a:lnTo>
                  <a:lnTo>
                    <a:pt x="6677107" y="378245"/>
                  </a:lnTo>
                  <a:lnTo>
                    <a:pt x="6677232" y="378245"/>
                  </a:lnTo>
                  <a:lnTo>
                    <a:pt x="6677357" y="378245"/>
                  </a:lnTo>
                  <a:lnTo>
                    <a:pt x="6677482" y="378245"/>
                  </a:lnTo>
                  <a:lnTo>
                    <a:pt x="6677607" y="378245"/>
                  </a:lnTo>
                  <a:lnTo>
                    <a:pt x="6677732" y="378245"/>
                  </a:lnTo>
                  <a:lnTo>
                    <a:pt x="6677857" y="378245"/>
                  </a:lnTo>
                  <a:lnTo>
                    <a:pt x="6677982" y="378245"/>
                  </a:lnTo>
                  <a:lnTo>
                    <a:pt x="6678107" y="378245"/>
                  </a:lnTo>
                  <a:lnTo>
                    <a:pt x="6678232" y="378245"/>
                  </a:lnTo>
                  <a:lnTo>
                    <a:pt x="6678357" y="378245"/>
                  </a:lnTo>
                  <a:lnTo>
                    <a:pt x="6678482" y="378245"/>
                  </a:lnTo>
                  <a:lnTo>
                    <a:pt x="6678607" y="378245"/>
                  </a:lnTo>
                  <a:lnTo>
                    <a:pt x="6678732" y="378245"/>
                  </a:lnTo>
                  <a:lnTo>
                    <a:pt x="6678857" y="378245"/>
                  </a:lnTo>
                  <a:lnTo>
                    <a:pt x="6678982" y="378245"/>
                  </a:lnTo>
                  <a:lnTo>
                    <a:pt x="6679107" y="378245"/>
                  </a:lnTo>
                  <a:lnTo>
                    <a:pt x="6679232" y="378245"/>
                  </a:lnTo>
                  <a:lnTo>
                    <a:pt x="6679357" y="378245"/>
                  </a:lnTo>
                  <a:lnTo>
                    <a:pt x="6679482" y="378245"/>
                  </a:lnTo>
                  <a:lnTo>
                    <a:pt x="6679607" y="378245"/>
                  </a:lnTo>
                  <a:lnTo>
                    <a:pt x="6679733" y="378245"/>
                  </a:lnTo>
                  <a:lnTo>
                    <a:pt x="6679858" y="378245"/>
                  </a:lnTo>
                  <a:lnTo>
                    <a:pt x="6679983" y="378245"/>
                  </a:lnTo>
                  <a:lnTo>
                    <a:pt x="6680108" y="378245"/>
                  </a:lnTo>
                  <a:lnTo>
                    <a:pt x="6680233" y="378245"/>
                  </a:lnTo>
                  <a:lnTo>
                    <a:pt x="6680358" y="378245"/>
                  </a:lnTo>
                  <a:lnTo>
                    <a:pt x="6680483" y="378245"/>
                  </a:lnTo>
                  <a:lnTo>
                    <a:pt x="6680608" y="378245"/>
                  </a:lnTo>
                  <a:lnTo>
                    <a:pt x="6680733" y="378245"/>
                  </a:lnTo>
                  <a:lnTo>
                    <a:pt x="6680858" y="378245"/>
                  </a:lnTo>
                  <a:lnTo>
                    <a:pt x="6680983" y="378245"/>
                  </a:lnTo>
                  <a:lnTo>
                    <a:pt x="6681108" y="378245"/>
                  </a:lnTo>
                  <a:lnTo>
                    <a:pt x="6681233" y="378245"/>
                  </a:lnTo>
                  <a:lnTo>
                    <a:pt x="6681358" y="378245"/>
                  </a:lnTo>
                  <a:lnTo>
                    <a:pt x="6681483" y="378245"/>
                  </a:lnTo>
                  <a:lnTo>
                    <a:pt x="6681608" y="378245"/>
                  </a:lnTo>
                  <a:lnTo>
                    <a:pt x="6681733" y="378245"/>
                  </a:lnTo>
                  <a:lnTo>
                    <a:pt x="6681858" y="378245"/>
                  </a:lnTo>
                  <a:lnTo>
                    <a:pt x="6681983" y="378245"/>
                  </a:lnTo>
                  <a:lnTo>
                    <a:pt x="6682108" y="378245"/>
                  </a:lnTo>
                  <a:lnTo>
                    <a:pt x="6682233" y="378245"/>
                  </a:lnTo>
                  <a:lnTo>
                    <a:pt x="6682358" y="378245"/>
                  </a:lnTo>
                  <a:lnTo>
                    <a:pt x="6682483" y="378245"/>
                  </a:lnTo>
                  <a:lnTo>
                    <a:pt x="6682608" y="378245"/>
                  </a:lnTo>
                  <a:lnTo>
                    <a:pt x="6682734" y="378245"/>
                  </a:lnTo>
                  <a:lnTo>
                    <a:pt x="6682859" y="378245"/>
                  </a:lnTo>
                  <a:lnTo>
                    <a:pt x="6682984" y="378245"/>
                  </a:lnTo>
                  <a:lnTo>
                    <a:pt x="6683109" y="378245"/>
                  </a:lnTo>
                  <a:lnTo>
                    <a:pt x="6683234" y="378245"/>
                  </a:lnTo>
                  <a:lnTo>
                    <a:pt x="6683359" y="378245"/>
                  </a:lnTo>
                  <a:lnTo>
                    <a:pt x="6683484" y="378245"/>
                  </a:lnTo>
                  <a:lnTo>
                    <a:pt x="6683609" y="378245"/>
                  </a:lnTo>
                  <a:lnTo>
                    <a:pt x="6683734" y="378245"/>
                  </a:lnTo>
                  <a:lnTo>
                    <a:pt x="6683859" y="378245"/>
                  </a:lnTo>
                  <a:lnTo>
                    <a:pt x="6683984" y="378245"/>
                  </a:lnTo>
                  <a:lnTo>
                    <a:pt x="6684109" y="378245"/>
                  </a:lnTo>
                  <a:lnTo>
                    <a:pt x="6684234" y="378245"/>
                  </a:lnTo>
                  <a:lnTo>
                    <a:pt x="6684359" y="378245"/>
                  </a:lnTo>
                  <a:lnTo>
                    <a:pt x="6684484" y="378245"/>
                  </a:lnTo>
                  <a:lnTo>
                    <a:pt x="6684609" y="378245"/>
                  </a:lnTo>
                  <a:lnTo>
                    <a:pt x="6684734" y="378245"/>
                  </a:lnTo>
                  <a:lnTo>
                    <a:pt x="6684859" y="378245"/>
                  </a:lnTo>
                  <a:lnTo>
                    <a:pt x="6684984" y="378245"/>
                  </a:lnTo>
                  <a:lnTo>
                    <a:pt x="6685109" y="378245"/>
                  </a:lnTo>
                  <a:lnTo>
                    <a:pt x="6685234" y="378245"/>
                  </a:lnTo>
                  <a:lnTo>
                    <a:pt x="6685359" y="378245"/>
                  </a:lnTo>
                  <a:lnTo>
                    <a:pt x="6685484" y="378245"/>
                  </a:lnTo>
                  <a:lnTo>
                    <a:pt x="6685609" y="378245"/>
                  </a:lnTo>
                  <a:lnTo>
                    <a:pt x="6685735" y="378245"/>
                  </a:lnTo>
                  <a:lnTo>
                    <a:pt x="6685860" y="378245"/>
                  </a:lnTo>
                  <a:lnTo>
                    <a:pt x="6685985" y="378245"/>
                  </a:lnTo>
                  <a:lnTo>
                    <a:pt x="6686110" y="378245"/>
                  </a:lnTo>
                  <a:lnTo>
                    <a:pt x="6686235" y="378245"/>
                  </a:lnTo>
                  <a:lnTo>
                    <a:pt x="6686360" y="378245"/>
                  </a:lnTo>
                  <a:lnTo>
                    <a:pt x="6686485" y="378245"/>
                  </a:lnTo>
                  <a:lnTo>
                    <a:pt x="6686610" y="378245"/>
                  </a:lnTo>
                  <a:lnTo>
                    <a:pt x="6686735" y="378245"/>
                  </a:lnTo>
                  <a:lnTo>
                    <a:pt x="6686860" y="378245"/>
                  </a:lnTo>
                  <a:lnTo>
                    <a:pt x="6686985" y="378245"/>
                  </a:lnTo>
                  <a:lnTo>
                    <a:pt x="6687110" y="378245"/>
                  </a:lnTo>
                  <a:lnTo>
                    <a:pt x="6687235" y="378245"/>
                  </a:lnTo>
                  <a:lnTo>
                    <a:pt x="6687360" y="378245"/>
                  </a:lnTo>
                  <a:lnTo>
                    <a:pt x="6687485" y="378245"/>
                  </a:lnTo>
                  <a:lnTo>
                    <a:pt x="6687610" y="378245"/>
                  </a:lnTo>
                  <a:lnTo>
                    <a:pt x="6687735" y="378245"/>
                  </a:lnTo>
                  <a:lnTo>
                    <a:pt x="6687860" y="378245"/>
                  </a:lnTo>
                  <a:lnTo>
                    <a:pt x="6687985" y="378245"/>
                  </a:lnTo>
                  <a:lnTo>
                    <a:pt x="6688110" y="378245"/>
                  </a:lnTo>
                  <a:lnTo>
                    <a:pt x="6688235" y="378245"/>
                  </a:lnTo>
                  <a:lnTo>
                    <a:pt x="6688360" y="378245"/>
                  </a:lnTo>
                  <a:lnTo>
                    <a:pt x="6688485" y="378245"/>
                  </a:lnTo>
                  <a:lnTo>
                    <a:pt x="6688610" y="378245"/>
                  </a:lnTo>
                  <a:lnTo>
                    <a:pt x="6688736" y="378245"/>
                  </a:lnTo>
                  <a:lnTo>
                    <a:pt x="6688861" y="378245"/>
                  </a:lnTo>
                  <a:lnTo>
                    <a:pt x="6688861" y="368291"/>
                  </a:lnTo>
                  <a:lnTo>
                    <a:pt x="6688986" y="368291"/>
                  </a:lnTo>
                  <a:lnTo>
                    <a:pt x="6689111" y="368291"/>
                  </a:lnTo>
                  <a:lnTo>
                    <a:pt x="6689236" y="368291"/>
                  </a:lnTo>
                  <a:lnTo>
                    <a:pt x="6689361" y="368291"/>
                  </a:lnTo>
                  <a:lnTo>
                    <a:pt x="6689486" y="368291"/>
                  </a:lnTo>
                  <a:lnTo>
                    <a:pt x="6689611" y="368291"/>
                  </a:lnTo>
                  <a:lnTo>
                    <a:pt x="6689736" y="368291"/>
                  </a:lnTo>
                  <a:lnTo>
                    <a:pt x="6689861" y="368291"/>
                  </a:lnTo>
                  <a:lnTo>
                    <a:pt x="6689986" y="368291"/>
                  </a:lnTo>
                  <a:lnTo>
                    <a:pt x="6690111" y="368291"/>
                  </a:lnTo>
                  <a:lnTo>
                    <a:pt x="6690236" y="368291"/>
                  </a:lnTo>
                  <a:lnTo>
                    <a:pt x="6690361" y="368291"/>
                  </a:lnTo>
                  <a:lnTo>
                    <a:pt x="6690486" y="368291"/>
                  </a:lnTo>
                  <a:lnTo>
                    <a:pt x="6690611" y="368291"/>
                  </a:lnTo>
                  <a:lnTo>
                    <a:pt x="6690736" y="368291"/>
                  </a:lnTo>
                  <a:lnTo>
                    <a:pt x="6690861" y="368291"/>
                  </a:lnTo>
                  <a:lnTo>
                    <a:pt x="6690986" y="368291"/>
                  </a:lnTo>
                  <a:lnTo>
                    <a:pt x="6691111" y="368291"/>
                  </a:lnTo>
                  <a:lnTo>
                    <a:pt x="6691236" y="368291"/>
                  </a:lnTo>
                  <a:lnTo>
                    <a:pt x="6691361" y="368291"/>
                  </a:lnTo>
                  <a:lnTo>
                    <a:pt x="6691486" y="368291"/>
                  </a:lnTo>
                  <a:lnTo>
                    <a:pt x="6691611" y="368291"/>
                  </a:lnTo>
                  <a:lnTo>
                    <a:pt x="6691737" y="368291"/>
                  </a:lnTo>
                  <a:lnTo>
                    <a:pt x="6691862" y="368291"/>
                  </a:lnTo>
                  <a:lnTo>
                    <a:pt x="6691987" y="368291"/>
                  </a:lnTo>
                  <a:lnTo>
                    <a:pt x="6692112" y="368291"/>
                  </a:lnTo>
                  <a:lnTo>
                    <a:pt x="6692237" y="368291"/>
                  </a:lnTo>
                  <a:lnTo>
                    <a:pt x="6692362" y="368291"/>
                  </a:lnTo>
                  <a:lnTo>
                    <a:pt x="6692487" y="368291"/>
                  </a:lnTo>
                  <a:lnTo>
                    <a:pt x="6692612" y="368291"/>
                  </a:lnTo>
                  <a:lnTo>
                    <a:pt x="6692737" y="368291"/>
                  </a:lnTo>
                  <a:lnTo>
                    <a:pt x="6692862" y="368291"/>
                  </a:lnTo>
                  <a:lnTo>
                    <a:pt x="6692987" y="368291"/>
                  </a:lnTo>
                  <a:lnTo>
                    <a:pt x="6693112" y="368291"/>
                  </a:lnTo>
                  <a:lnTo>
                    <a:pt x="6693237" y="368291"/>
                  </a:lnTo>
                  <a:lnTo>
                    <a:pt x="6693362" y="368291"/>
                  </a:lnTo>
                  <a:lnTo>
                    <a:pt x="6693487" y="368291"/>
                  </a:lnTo>
                  <a:lnTo>
                    <a:pt x="6693612" y="368291"/>
                  </a:lnTo>
                  <a:lnTo>
                    <a:pt x="6693737" y="368291"/>
                  </a:lnTo>
                  <a:lnTo>
                    <a:pt x="6693862" y="368291"/>
                  </a:lnTo>
                  <a:lnTo>
                    <a:pt x="6693987" y="368291"/>
                  </a:lnTo>
                  <a:lnTo>
                    <a:pt x="6694112" y="368291"/>
                  </a:lnTo>
                  <a:lnTo>
                    <a:pt x="6694237" y="368291"/>
                  </a:lnTo>
                  <a:lnTo>
                    <a:pt x="6694362" y="368291"/>
                  </a:lnTo>
                  <a:lnTo>
                    <a:pt x="6694487" y="368291"/>
                  </a:lnTo>
                  <a:lnTo>
                    <a:pt x="6694612" y="368291"/>
                  </a:lnTo>
                  <a:lnTo>
                    <a:pt x="6694738" y="368291"/>
                  </a:lnTo>
                  <a:lnTo>
                    <a:pt x="6694863" y="368291"/>
                  </a:lnTo>
                  <a:lnTo>
                    <a:pt x="6694988" y="368291"/>
                  </a:lnTo>
                  <a:lnTo>
                    <a:pt x="6695113" y="368291"/>
                  </a:lnTo>
                  <a:lnTo>
                    <a:pt x="6695238" y="368291"/>
                  </a:lnTo>
                  <a:lnTo>
                    <a:pt x="6695363" y="368291"/>
                  </a:lnTo>
                  <a:lnTo>
                    <a:pt x="6695488" y="368291"/>
                  </a:lnTo>
                  <a:lnTo>
                    <a:pt x="6695613" y="368291"/>
                  </a:lnTo>
                  <a:lnTo>
                    <a:pt x="6695738" y="368291"/>
                  </a:lnTo>
                  <a:lnTo>
                    <a:pt x="6695863" y="368291"/>
                  </a:lnTo>
                  <a:lnTo>
                    <a:pt x="6695988" y="368291"/>
                  </a:lnTo>
                  <a:lnTo>
                    <a:pt x="6696113" y="368291"/>
                  </a:lnTo>
                  <a:lnTo>
                    <a:pt x="6696238" y="368291"/>
                  </a:lnTo>
                  <a:lnTo>
                    <a:pt x="6696363" y="368291"/>
                  </a:lnTo>
                  <a:lnTo>
                    <a:pt x="6696488" y="368291"/>
                  </a:lnTo>
                  <a:lnTo>
                    <a:pt x="6696613" y="368291"/>
                  </a:lnTo>
                  <a:lnTo>
                    <a:pt x="6696738" y="368291"/>
                  </a:lnTo>
                  <a:lnTo>
                    <a:pt x="6696863" y="368291"/>
                  </a:lnTo>
                  <a:lnTo>
                    <a:pt x="6696988" y="368291"/>
                  </a:lnTo>
                  <a:lnTo>
                    <a:pt x="6697113" y="368291"/>
                  </a:lnTo>
                  <a:lnTo>
                    <a:pt x="6697238" y="368291"/>
                  </a:lnTo>
                  <a:lnTo>
                    <a:pt x="6697363" y="368291"/>
                  </a:lnTo>
                  <a:lnTo>
                    <a:pt x="6697488" y="368291"/>
                  </a:lnTo>
                  <a:lnTo>
                    <a:pt x="6697613" y="368291"/>
                  </a:lnTo>
                  <a:lnTo>
                    <a:pt x="6697739" y="368291"/>
                  </a:lnTo>
                  <a:lnTo>
                    <a:pt x="6697864" y="368291"/>
                  </a:lnTo>
                  <a:lnTo>
                    <a:pt x="6697989" y="368291"/>
                  </a:lnTo>
                  <a:lnTo>
                    <a:pt x="6698114" y="368291"/>
                  </a:lnTo>
                  <a:lnTo>
                    <a:pt x="6698239" y="368291"/>
                  </a:lnTo>
                  <a:lnTo>
                    <a:pt x="6698364" y="368291"/>
                  </a:lnTo>
                  <a:lnTo>
                    <a:pt x="6698489" y="368291"/>
                  </a:lnTo>
                  <a:lnTo>
                    <a:pt x="6698614" y="368291"/>
                  </a:lnTo>
                  <a:lnTo>
                    <a:pt x="6698739" y="368291"/>
                  </a:lnTo>
                  <a:lnTo>
                    <a:pt x="6698864" y="368291"/>
                  </a:lnTo>
                  <a:lnTo>
                    <a:pt x="6698989" y="368291"/>
                  </a:lnTo>
                  <a:lnTo>
                    <a:pt x="6699114" y="368291"/>
                  </a:lnTo>
                  <a:lnTo>
                    <a:pt x="6699239" y="368291"/>
                  </a:lnTo>
                  <a:lnTo>
                    <a:pt x="6699364" y="368291"/>
                  </a:lnTo>
                  <a:lnTo>
                    <a:pt x="6699489" y="368291"/>
                  </a:lnTo>
                  <a:lnTo>
                    <a:pt x="6699614" y="368291"/>
                  </a:lnTo>
                  <a:lnTo>
                    <a:pt x="6699739" y="368291"/>
                  </a:lnTo>
                  <a:lnTo>
                    <a:pt x="6699864" y="368291"/>
                  </a:lnTo>
                  <a:lnTo>
                    <a:pt x="6699989" y="368291"/>
                  </a:lnTo>
                  <a:lnTo>
                    <a:pt x="6700114" y="368291"/>
                  </a:lnTo>
                  <a:lnTo>
                    <a:pt x="6700239" y="368291"/>
                  </a:lnTo>
                  <a:lnTo>
                    <a:pt x="6700364" y="368291"/>
                  </a:lnTo>
                  <a:lnTo>
                    <a:pt x="6700489" y="368291"/>
                  </a:lnTo>
                  <a:lnTo>
                    <a:pt x="6700614" y="368291"/>
                  </a:lnTo>
                  <a:lnTo>
                    <a:pt x="6700740" y="368291"/>
                  </a:lnTo>
                  <a:lnTo>
                    <a:pt x="6700865" y="368291"/>
                  </a:lnTo>
                  <a:lnTo>
                    <a:pt x="6700990" y="368291"/>
                  </a:lnTo>
                  <a:lnTo>
                    <a:pt x="6701115" y="368291"/>
                  </a:lnTo>
                  <a:lnTo>
                    <a:pt x="6701240" y="368291"/>
                  </a:lnTo>
                  <a:lnTo>
                    <a:pt x="6701365" y="368291"/>
                  </a:lnTo>
                  <a:lnTo>
                    <a:pt x="6701490" y="368291"/>
                  </a:lnTo>
                  <a:lnTo>
                    <a:pt x="6701615" y="368291"/>
                  </a:lnTo>
                  <a:lnTo>
                    <a:pt x="6701740" y="368291"/>
                  </a:lnTo>
                  <a:lnTo>
                    <a:pt x="6701865" y="368291"/>
                  </a:lnTo>
                  <a:lnTo>
                    <a:pt x="6701990" y="368291"/>
                  </a:lnTo>
                  <a:lnTo>
                    <a:pt x="6702115" y="368291"/>
                  </a:lnTo>
                  <a:lnTo>
                    <a:pt x="6702240" y="368291"/>
                  </a:lnTo>
                  <a:lnTo>
                    <a:pt x="6702365" y="368291"/>
                  </a:lnTo>
                  <a:lnTo>
                    <a:pt x="6702490" y="368291"/>
                  </a:lnTo>
                  <a:lnTo>
                    <a:pt x="6702615" y="368291"/>
                  </a:lnTo>
                  <a:lnTo>
                    <a:pt x="6702740" y="368291"/>
                  </a:lnTo>
                  <a:lnTo>
                    <a:pt x="6702865" y="368291"/>
                  </a:lnTo>
                  <a:lnTo>
                    <a:pt x="6702990" y="368291"/>
                  </a:lnTo>
                  <a:lnTo>
                    <a:pt x="6703115" y="368291"/>
                  </a:lnTo>
                  <a:lnTo>
                    <a:pt x="6703240" y="368291"/>
                  </a:lnTo>
                  <a:lnTo>
                    <a:pt x="6703365" y="368291"/>
                  </a:lnTo>
                  <a:lnTo>
                    <a:pt x="6703490" y="368291"/>
                  </a:lnTo>
                  <a:lnTo>
                    <a:pt x="6703615" y="368291"/>
                  </a:lnTo>
                  <a:lnTo>
                    <a:pt x="6703741" y="368291"/>
                  </a:lnTo>
                  <a:lnTo>
                    <a:pt x="6703866" y="368291"/>
                  </a:lnTo>
                  <a:lnTo>
                    <a:pt x="6703991" y="368291"/>
                  </a:lnTo>
                  <a:lnTo>
                    <a:pt x="6704116" y="368291"/>
                  </a:lnTo>
                  <a:lnTo>
                    <a:pt x="6704241" y="368291"/>
                  </a:lnTo>
                  <a:lnTo>
                    <a:pt x="6704366" y="368291"/>
                  </a:lnTo>
                  <a:lnTo>
                    <a:pt x="6704491" y="368291"/>
                  </a:lnTo>
                  <a:lnTo>
                    <a:pt x="6704616" y="368291"/>
                  </a:lnTo>
                  <a:lnTo>
                    <a:pt x="6704741" y="368291"/>
                  </a:lnTo>
                  <a:lnTo>
                    <a:pt x="6704866" y="368291"/>
                  </a:lnTo>
                  <a:lnTo>
                    <a:pt x="6704991" y="368291"/>
                  </a:lnTo>
                  <a:lnTo>
                    <a:pt x="6705116" y="368291"/>
                  </a:lnTo>
                  <a:lnTo>
                    <a:pt x="6705241" y="368291"/>
                  </a:lnTo>
                  <a:lnTo>
                    <a:pt x="6705366" y="368291"/>
                  </a:lnTo>
                  <a:lnTo>
                    <a:pt x="6705491" y="368291"/>
                  </a:lnTo>
                  <a:lnTo>
                    <a:pt x="6705616" y="368291"/>
                  </a:lnTo>
                  <a:lnTo>
                    <a:pt x="6705741" y="368291"/>
                  </a:lnTo>
                  <a:lnTo>
                    <a:pt x="6705866" y="368291"/>
                  </a:lnTo>
                  <a:lnTo>
                    <a:pt x="6705991" y="368291"/>
                  </a:lnTo>
                  <a:lnTo>
                    <a:pt x="6706116" y="368291"/>
                  </a:lnTo>
                  <a:lnTo>
                    <a:pt x="6706241" y="368291"/>
                  </a:lnTo>
                  <a:lnTo>
                    <a:pt x="6706366" y="368291"/>
                  </a:lnTo>
                  <a:lnTo>
                    <a:pt x="6706491" y="368291"/>
                  </a:lnTo>
                  <a:lnTo>
                    <a:pt x="6706616" y="368291"/>
                  </a:lnTo>
                  <a:lnTo>
                    <a:pt x="6706742" y="368291"/>
                  </a:lnTo>
                  <a:lnTo>
                    <a:pt x="6706867" y="368291"/>
                  </a:lnTo>
                  <a:lnTo>
                    <a:pt x="6706992" y="368291"/>
                  </a:lnTo>
                  <a:lnTo>
                    <a:pt x="6707117" y="368291"/>
                  </a:lnTo>
                  <a:lnTo>
                    <a:pt x="6707242" y="368291"/>
                  </a:lnTo>
                  <a:lnTo>
                    <a:pt x="6707367" y="368291"/>
                  </a:lnTo>
                  <a:lnTo>
                    <a:pt x="6707492" y="368291"/>
                  </a:lnTo>
                  <a:lnTo>
                    <a:pt x="6707617" y="368291"/>
                  </a:lnTo>
                  <a:lnTo>
                    <a:pt x="6707742" y="368291"/>
                  </a:lnTo>
                  <a:lnTo>
                    <a:pt x="6707867" y="368291"/>
                  </a:lnTo>
                  <a:lnTo>
                    <a:pt x="6707992" y="368291"/>
                  </a:lnTo>
                  <a:lnTo>
                    <a:pt x="6708117" y="368291"/>
                  </a:lnTo>
                  <a:lnTo>
                    <a:pt x="6708242" y="368291"/>
                  </a:lnTo>
                  <a:lnTo>
                    <a:pt x="6708367" y="368291"/>
                  </a:lnTo>
                  <a:lnTo>
                    <a:pt x="6708492" y="368291"/>
                  </a:lnTo>
                  <a:lnTo>
                    <a:pt x="6708617" y="368291"/>
                  </a:lnTo>
                  <a:lnTo>
                    <a:pt x="6708742" y="368291"/>
                  </a:lnTo>
                  <a:lnTo>
                    <a:pt x="6708867" y="368291"/>
                  </a:lnTo>
                  <a:lnTo>
                    <a:pt x="6708992" y="368291"/>
                  </a:lnTo>
                  <a:lnTo>
                    <a:pt x="6709117" y="368291"/>
                  </a:lnTo>
                  <a:lnTo>
                    <a:pt x="6709242" y="368291"/>
                  </a:lnTo>
                  <a:lnTo>
                    <a:pt x="6709367" y="368291"/>
                  </a:lnTo>
                  <a:lnTo>
                    <a:pt x="6709492" y="368291"/>
                  </a:lnTo>
                  <a:lnTo>
                    <a:pt x="6709617" y="368291"/>
                  </a:lnTo>
                  <a:lnTo>
                    <a:pt x="6709743" y="368291"/>
                  </a:lnTo>
                  <a:lnTo>
                    <a:pt x="6709868" y="368291"/>
                  </a:lnTo>
                  <a:lnTo>
                    <a:pt x="6709993" y="368291"/>
                  </a:lnTo>
                  <a:lnTo>
                    <a:pt x="6710118" y="368291"/>
                  </a:lnTo>
                  <a:lnTo>
                    <a:pt x="6710243" y="368291"/>
                  </a:lnTo>
                  <a:lnTo>
                    <a:pt x="6710368" y="368291"/>
                  </a:lnTo>
                  <a:lnTo>
                    <a:pt x="6710493" y="368291"/>
                  </a:lnTo>
                  <a:lnTo>
                    <a:pt x="6710618" y="368291"/>
                  </a:lnTo>
                  <a:lnTo>
                    <a:pt x="6710743" y="368291"/>
                  </a:lnTo>
                  <a:lnTo>
                    <a:pt x="6710868" y="368291"/>
                  </a:lnTo>
                  <a:lnTo>
                    <a:pt x="6710993" y="368291"/>
                  </a:lnTo>
                  <a:lnTo>
                    <a:pt x="6711118" y="368291"/>
                  </a:lnTo>
                  <a:lnTo>
                    <a:pt x="6711243" y="368291"/>
                  </a:lnTo>
                  <a:lnTo>
                    <a:pt x="6711368" y="368291"/>
                  </a:lnTo>
                  <a:lnTo>
                    <a:pt x="6711493" y="368291"/>
                  </a:lnTo>
                  <a:lnTo>
                    <a:pt x="6711618" y="368291"/>
                  </a:lnTo>
                  <a:lnTo>
                    <a:pt x="6711743" y="368291"/>
                  </a:lnTo>
                  <a:lnTo>
                    <a:pt x="6711868" y="368291"/>
                  </a:lnTo>
                  <a:lnTo>
                    <a:pt x="6711993" y="368291"/>
                  </a:lnTo>
                  <a:lnTo>
                    <a:pt x="6712118" y="368291"/>
                  </a:lnTo>
                  <a:lnTo>
                    <a:pt x="6712243" y="368291"/>
                  </a:lnTo>
                  <a:lnTo>
                    <a:pt x="6712368" y="368291"/>
                  </a:lnTo>
                  <a:lnTo>
                    <a:pt x="6712493" y="368291"/>
                  </a:lnTo>
                  <a:lnTo>
                    <a:pt x="6712618" y="368291"/>
                  </a:lnTo>
                  <a:lnTo>
                    <a:pt x="6712744" y="368291"/>
                  </a:lnTo>
                  <a:lnTo>
                    <a:pt x="6712869" y="368291"/>
                  </a:lnTo>
                  <a:lnTo>
                    <a:pt x="6712994" y="368291"/>
                  </a:lnTo>
                  <a:lnTo>
                    <a:pt x="6713119" y="368291"/>
                  </a:lnTo>
                  <a:lnTo>
                    <a:pt x="6713244" y="368291"/>
                  </a:lnTo>
                  <a:lnTo>
                    <a:pt x="6713369" y="368291"/>
                  </a:lnTo>
                  <a:lnTo>
                    <a:pt x="6713494" y="368291"/>
                  </a:lnTo>
                  <a:lnTo>
                    <a:pt x="6713619" y="368291"/>
                  </a:lnTo>
                  <a:lnTo>
                    <a:pt x="6713744" y="368291"/>
                  </a:lnTo>
                  <a:lnTo>
                    <a:pt x="6713869" y="368291"/>
                  </a:lnTo>
                  <a:lnTo>
                    <a:pt x="6713994" y="368291"/>
                  </a:lnTo>
                  <a:lnTo>
                    <a:pt x="6714119" y="368291"/>
                  </a:lnTo>
                  <a:lnTo>
                    <a:pt x="6714244" y="368291"/>
                  </a:lnTo>
                  <a:lnTo>
                    <a:pt x="6714369" y="368291"/>
                  </a:lnTo>
                  <a:lnTo>
                    <a:pt x="6714494" y="368291"/>
                  </a:lnTo>
                  <a:lnTo>
                    <a:pt x="6714619" y="368291"/>
                  </a:lnTo>
                  <a:lnTo>
                    <a:pt x="6714744" y="368291"/>
                  </a:lnTo>
                  <a:lnTo>
                    <a:pt x="6714869" y="368291"/>
                  </a:lnTo>
                  <a:lnTo>
                    <a:pt x="6714994" y="368291"/>
                  </a:lnTo>
                  <a:lnTo>
                    <a:pt x="6715119" y="368291"/>
                  </a:lnTo>
                  <a:lnTo>
                    <a:pt x="6715244" y="368291"/>
                  </a:lnTo>
                  <a:lnTo>
                    <a:pt x="6715369" y="368291"/>
                  </a:lnTo>
                  <a:lnTo>
                    <a:pt x="6715494" y="368291"/>
                  </a:lnTo>
                  <a:lnTo>
                    <a:pt x="6715620" y="368291"/>
                  </a:lnTo>
                  <a:lnTo>
                    <a:pt x="6715745" y="368291"/>
                  </a:lnTo>
                  <a:lnTo>
                    <a:pt x="6715870" y="368291"/>
                  </a:lnTo>
                  <a:lnTo>
                    <a:pt x="6715995" y="368291"/>
                  </a:lnTo>
                  <a:lnTo>
                    <a:pt x="6716120" y="368291"/>
                  </a:lnTo>
                  <a:lnTo>
                    <a:pt x="6716245" y="368291"/>
                  </a:lnTo>
                  <a:lnTo>
                    <a:pt x="6716370" y="368291"/>
                  </a:lnTo>
                  <a:lnTo>
                    <a:pt x="6716495" y="368291"/>
                  </a:lnTo>
                  <a:lnTo>
                    <a:pt x="6716620" y="368291"/>
                  </a:lnTo>
                  <a:lnTo>
                    <a:pt x="6716745" y="368291"/>
                  </a:lnTo>
                  <a:lnTo>
                    <a:pt x="6716870" y="368291"/>
                  </a:lnTo>
                  <a:lnTo>
                    <a:pt x="6716995" y="368291"/>
                  </a:lnTo>
                  <a:lnTo>
                    <a:pt x="6717120" y="368291"/>
                  </a:lnTo>
                  <a:lnTo>
                    <a:pt x="6717245" y="368291"/>
                  </a:lnTo>
                  <a:lnTo>
                    <a:pt x="6717370" y="368291"/>
                  </a:lnTo>
                  <a:lnTo>
                    <a:pt x="6717495" y="368291"/>
                  </a:lnTo>
                  <a:lnTo>
                    <a:pt x="6717620" y="368291"/>
                  </a:lnTo>
                  <a:lnTo>
                    <a:pt x="6717745" y="368291"/>
                  </a:lnTo>
                  <a:lnTo>
                    <a:pt x="6717870" y="368291"/>
                  </a:lnTo>
                  <a:lnTo>
                    <a:pt x="6717995" y="368291"/>
                  </a:lnTo>
                  <a:lnTo>
                    <a:pt x="6718120" y="368291"/>
                  </a:lnTo>
                  <a:lnTo>
                    <a:pt x="6718245" y="368291"/>
                  </a:lnTo>
                  <a:lnTo>
                    <a:pt x="6718370" y="368291"/>
                  </a:lnTo>
                  <a:lnTo>
                    <a:pt x="6718495" y="368291"/>
                  </a:lnTo>
                  <a:lnTo>
                    <a:pt x="6718621" y="368291"/>
                  </a:lnTo>
                  <a:lnTo>
                    <a:pt x="6718746" y="368291"/>
                  </a:lnTo>
                  <a:lnTo>
                    <a:pt x="6718871" y="368291"/>
                  </a:lnTo>
                  <a:lnTo>
                    <a:pt x="6718996" y="368291"/>
                  </a:lnTo>
                  <a:lnTo>
                    <a:pt x="6719121" y="368291"/>
                  </a:lnTo>
                  <a:lnTo>
                    <a:pt x="6719246" y="368291"/>
                  </a:lnTo>
                  <a:lnTo>
                    <a:pt x="6719371" y="368291"/>
                  </a:lnTo>
                  <a:lnTo>
                    <a:pt x="6719496" y="368291"/>
                  </a:lnTo>
                  <a:lnTo>
                    <a:pt x="6719621" y="368291"/>
                  </a:lnTo>
                  <a:lnTo>
                    <a:pt x="6719746" y="368291"/>
                  </a:lnTo>
                  <a:lnTo>
                    <a:pt x="6719871" y="368291"/>
                  </a:lnTo>
                  <a:lnTo>
                    <a:pt x="6719996" y="368291"/>
                  </a:lnTo>
                  <a:lnTo>
                    <a:pt x="6720121" y="368291"/>
                  </a:lnTo>
                  <a:lnTo>
                    <a:pt x="6720246" y="368291"/>
                  </a:lnTo>
                  <a:lnTo>
                    <a:pt x="6720371" y="368291"/>
                  </a:lnTo>
                  <a:lnTo>
                    <a:pt x="6720496" y="368291"/>
                  </a:lnTo>
                  <a:lnTo>
                    <a:pt x="6720621" y="368291"/>
                  </a:lnTo>
                  <a:lnTo>
                    <a:pt x="6720746" y="368291"/>
                  </a:lnTo>
                  <a:lnTo>
                    <a:pt x="6720871" y="368291"/>
                  </a:lnTo>
                  <a:lnTo>
                    <a:pt x="6720996" y="368291"/>
                  </a:lnTo>
                  <a:lnTo>
                    <a:pt x="6721121" y="368291"/>
                  </a:lnTo>
                  <a:lnTo>
                    <a:pt x="6721246" y="368291"/>
                  </a:lnTo>
                  <a:lnTo>
                    <a:pt x="6721371" y="368291"/>
                  </a:lnTo>
                  <a:lnTo>
                    <a:pt x="6721496" y="368291"/>
                  </a:lnTo>
                  <a:lnTo>
                    <a:pt x="6721622" y="368291"/>
                  </a:lnTo>
                  <a:lnTo>
                    <a:pt x="6721747" y="368291"/>
                  </a:lnTo>
                  <a:lnTo>
                    <a:pt x="6721872" y="368291"/>
                  </a:lnTo>
                  <a:lnTo>
                    <a:pt x="6721997" y="368291"/>
                  </a:lnTo>
                  <a:lnTo>
                    <a:pt x="6722122" y="368291"/>
                  </a:lnTo>
                  <a:lnTo>
                    <a:pt x="6722247" y="368291"/>
                  </a:lnTo>
                  <a:lnTo>
                    <a:pt x="6722372" y="368291"/>
                  </a:lnTo>
                  <a:lnTo>
                    <a:pt x="6722497" y="368291"/>
                  </a:lnTo>
                  <a:lnTo>
                    <a:pt x="6722622" y="368291"/>
                  </a:lnTo>
                  <a:lnTo>
                    <a:pt x="6722747" y="368291"/>
                  </a:lnTo>
                  <a:lnTo>
                    <a:pt x="6722872" y="368291"/>
                  </a:lnTo>
                  <a:lnTo>
                    <a:pt x="6722997" y="368291"/>
                  </a:lnTo>
                  <a:lnTo>
                    <a:pt x="6723122" y="368291"/>
                  </a:lnTo>
                  <a:lnTo>
                    <a:pt x="6723247" y="368291"/>
                  </a:lnTo>
                  <a:lnTo>
                    <a:pt x="6723372" y="368291"/>
                  </a:lnTo>
                  <a:lnTo>
                    <a:pt x="6723497" y="368291"/>
                  </a:lnTo>
                  <a:lnTo>
                    <a:pt x="6723622" y="368291"/>
                  </a:lnTo>
                  <a:lnTo>
                    <a:pt x="6723747" y="368291"/>
                  </a:lnTo>
                  <a:lnTo>
                    <a:pt x="6723872" y="368291"/>
                  </a:lnTo>
                  <a:lnTo>
                    <a:pt x="6723997" y="368291"/>
                  </a:lnTo>
                  <a:lnTo>
                    <a:pt x="6724122" y="368291"/>
                  </a:lnTo>
                  <a:lnTo>
                    <a:pt x="6724247" y="368291"/>
                  </a:lnTo>
                  <a:lnTo>
                    <a:pt x="6724372" y="368291"/>
                  </a:lnTo>
                  <a:lnTo>
                    <a:pt x="6724497" y="368291"/>
                  </a:lnTo>
                  <a:lnTo>
                    <a:pt x="6724623" y="368291"/>
                  </a:lnTo>
                  <a:lnTo>
                    <a:pt x="6724748" y="368291"/>
                  </a:lnTo>
                  <a:lnTo>
                    <a:pt x="6724873" y="368291"/>
                  </a:lnTo>
                  <a:lnTo>
                    <a:pt x="6724998" y="368291"/>
                  </a:lnTo>
                  <a:lnTo>
                    <a:pt x="6725123" y="368291"/>
                  </a:lnTo>
                  <a:lnTo>
                    <a:pt x="6725248" y="368291"/>
                  </a:lnTo>
                  <a:lnTo>
                    <a:pt x="6725373" y="368291"/>
                  </a:lnTo>
                  <a:lnTo>
                    <a:pt x="6725498" y="368291"/>
                  </a:lnTo>
                  <a:lnTo>
                    <a:pt x="6725623" y="368291"/>
                  </a:lnTo>
                  <a:lnTo>
                    <a:pt x="6725748" y="368291"/>
                  </a:lnTo>
                  <a:lnTo>
                    <a:pt x="6725873" y="368291"/>
                  </a:lnTo>
                  <a:lnTo>
                    <a:pt x="6725998" y="368291"/>
                  </a:lnTo>
                  <a:lnTo>
                    <a:pt x="6726123" y="368291"/>
                  </a:lnTo>
                  <a:lnTo>
                    <a:pt x="6726248" y="368291"/>
                  </a:lnTo>
                  <a:lnTo>
                    <a:pt x="6726373" y="368291"/>
                  </a:lnTo>
                  <a:lnTo>
                    <a:pt x="6726498" y="368291"/>
                  </a:lnTo>
                  <a:lnTo>
                    <a:pt x="6726623" y="368291"/>
                  </a:lnTo>
                  <a:lnTo>
                    <a:pt x="6726748" y="368291"/>
                  </a:lnTo>
                  <a:lnTo>
                    <a:pt x="6726873" y="368291"/>
                  </a:lnTo>
                  <a:lnTo>
                    <a:pt x="6726998" y="368291"/>
                  </a:lnTo>
                  <a:lnTo>
                    <a:pt x="6727123" y="368291"/>
                  </a:lnTo>
                  <a:lnTo>
                    <a:pt x="6727248" y="368291"/>
                  </a:lnTo>
                  <a:lnTo>
                    <a:pt x="6727373" y="368291"/>
                  </a:lnTo>
                  <a:lnTo>
                    <a:pt x="6727498" y="368291"/>
                  </a:lnTo>
                  <a:lnTo>
                    <a:pt x="6727624" y="368291"/>
                  </a:lnTo>
                  <a:lnTo>
                    <a:pt x="6727749" y="368291"/>
                  </a:lnTo>
                  <a:lnTo>
                    <a:pt x="6727874" y="368291"/>
                  </a:lnTo>
                  <a:lnTo>
                    <a:pt x="6727999" y="368291"/>
                  </a:lnTo>
                  <a:lnTo>
                    <a:pt x="6728124" y="368291"/>
                  </a:lnTo>
                  <a:lnTo>
                    <a:pt x="6728249" y="368291"/>
                  </a:lnTo>
                  <a:lnTo>
                    <a:pt x="6728374" y="368291"/>
                  </a:lnTo>
                  <a:lnTo>
                    <a:pt x="6728499" y="368291"/>
                  </a:lnTo>
                  <a:lnTo>
                    <a:pt x="6728624" y="368291"/>
                  </a:lnTo>
                  <a:lnTo>
                    <a:pt x="6728749" y="368291"/>
                  </a:lnTo>
                  <a:lnTo>
                    <a:pt x="6728874" y="368291"/>
                  </a:lnTo>
                  <a:lnTo>
                    <a:pt x="6728999" y="368291"/>
                  </a:lnTo>
                  <a:lnTo>
                    <a:pt x="6729124" y="368291"/>
                  </a:lnTo>
                  <a:lnTo>
                    <a:pt x="6729249" y="368291"/>
                  </a:lnTo>
                  <a:lnTo>
                    <a:pt x="6729249" y="358337"/>
                  </a:lnTo>
                  <a:lnTo>
                    <a:pt x="6729374" y="358337"/>
                  </a:lnTo>
                  <a:lnTo>
                    <a:pt x="6729374" y="348383"/>
                  </a:lnTo>
                  <a:lnTo>
                    <a:pt x="6729499" y="348383"/>
                  </a:lnTo>
                  <a:lnTo>
                    <a:pt x="6729624" y="348383"/>
                  </a:lnTo>
                  <a:lnTo>
                    <a:pt x="6729749" y="348383"/>
                  </a:lnTo>
                  <a:lnTo>
                    <a:pt x="6729874" y="348383"/>
                  </a:lnTo>
                  <a:lnTo>
                    <a:pt x="6729999" y="348383"/>
                  </a:lnTo>
                  <a:lnTo>
                    <a:pt x="6729999" y="338429"/>
                  </a:lnTo>
                  <a:lnTo>
                    <a:pt x="6730124" y="338429"/>
                  </a:lnTo>
                  <a:lnTo>
                    <a:pt x="6730249" y="338429"/>
                  </a:lnTo>
                  <a:lnTo>
                    <a:pt x="6730374" y="338429"/>
                  </a:lnTo>
                  <a:lnTo>
                    <a:pt x="6730499" y="338429"/>
                  </a:lnTo>
                  <a:lnTo>
                    <a:pt x="6730625" y="338429"/>
                  </a:lnTo>
                  <a:lnTo>
                    <a:pt x="6730750" y="338429"/>
                  </a:lnTo>
                  <a:lnTo>
                    <a:pt x="6730875" y="338429"/>
                  </a:lnTo>
                  <a:lnTo>
                    <a:pt x="6731000" y="338429"/>
                  </a:lnTo>
                  <a:lnTo>
                    <a:pt x="6731125" y="338429"/>
                  </a:lnTo>
                  <a:lnTo>
                    <a:pt x="6731250" y="338429"/>
                  </a:lnTo>
                  <a:lnTo>
                    <a:pt x="6731375" y="338429"/>
                  </a:lnTo>
                  <a:lnTo>
                    <a:pt x="6731500" y="338429"/>
                  </a:lnTo>
                  <a:lnTo>
                    <a:pt x="6731625" y="338429"/>
                  </a:lnTo>
                  <a:lnTo>
                    <a:pt x="6731750" y="338429"/>
                  </a:lnTo>
                  <a:lnTo>
                    <a:pt x="6731875" y="338429"/>
                  </a:lnTo>
                  <a:lnTo>
                    <a:pt x="6732000" y="338429"/>
                  </a:lnTo>
                  <a:lnTo>
                    <a:pt x="6732125" y="338429"/>
                  </a:lnTo>
                  <a:lnTo>
                    <a:pt x="6732250" y="338429"/>
                  </a:lnTo>
                  <a:lnTo>
                    <a:pt x="6732375" y="338429"/>
                  </a:lnTo>
                  <a:lnTo>
                    <a:pt x="6732500" y="338429"/>
                  </a:lnTo>
                  <a:lnTo>
                    <a:pt x="6732625" y="338429"/>
                  </a:lnTo>
                  <a:lnTo>
                    <a:pt x="6732750" y="338429"/>
                  </a:lnTo>
                  <a:lnTo>
                    <a:pt x="6732875" y="338429"/>
                  </a:lnTo>
                  <a:lnTo>
                    <a:pt x="6733000" y="338429"/>
                  </a:lnTo>
                  <a:lnTo>
                    <a:pt x="6733125" y="338429"/>
                  </a:lnTo>
                  <a:lnTo>
                    <a:pt x="6733250" y="338429"/>
                  </a:lnTo>
                  <a:lnTo>
                    <a:pt x="6733375" y="338429"/>
                  </a:lnTo>
                  <a:lnTo>
                    <a:pt x="6733500" y="338429"/>
                  </a:lnTo>
                  <a:lnTo>
                    <a:pt x="6733626" y="338429"/>
                  </a:lnTo>
                  <a:lnTo>
                    <a:pt x="6733751" y="338429"/>
                  </a:lnTo>
                  <a:lnTo>
                    <a:pt x="6733876" y="338429"/>
                  </a:lnTo>
                  <a:lnTo>
                    <a:pt x="6734001" y="338429"/>
                  </a:lnTo>
                  <a:lnTo>
                    <a:pt x="6734126" y="338429"/>
                  </a:lnTo>
                  <a:lnTo>
                    <a:pt x="6734251" y="338429"/>
                  </a:lnTo>
                  <a:lnTo>
                    <a:pt x="6734376" y="338429"/>
                  </a:lnTo>
                  <a:lnTo>
                    <a:pt x="6734501" y="338429"/>
                  </a:lnTo>
                  <a:lnTo>
                    <a:pt x="6734626" y="338429"/>
                  </a:lnTo>
                  <a:lnTo>
                    <a:pt x="6734751" y="338429"/>
                  </a:lnTo>
                  <a:lnTo>
                    <a:pt x="6734876" y="338429"/>
                  </a:lnTo>
                  <a:lnTo>
                    <a:pt x="6735001" y="338429"/>
                  </a:lnTo>
                  <a:lnTo>
                    <a:pt x="6735126" y="338429"/>
                  </a:lnTo>
                  <a:lnTo>
                    <a:pt x="6735251" y="338429"/>
                  </a:lnTo>
                  <a:lnTo>
                    <a:pt x="6735376" y="338429"/>
                  </a:lnTo>
                  <a:lnTo>
                    <a:pt x="6735501" y="338429"/>
                  </a:lnTo>
                  <a:lnTo>
                    <a:pt x="6735626" y="338429"/>
                  </a:lnTo>
                  <a:lnTo>
                    <a:pt x="6735751" y="338429"/>
                  </a:lnTo>
                  <a:lnTo>
                    <a:pt x="6735876" y="338429"/>
                  </a:lnTo>
                  <a:lnTo>
                    <a:pt x="6736001" y="338429"/>
                  </a:lnTo>
                  <a:lnTo>
                    <a:pt x="6736126" y="338429"/>
                  </a:lnTo>
                  <a:lnTo>
                    <a:pt x="6736251" y="338429"/>
                  </a:lnTo>
                  <a:lnTo>
                    <a:pt x="6736376" y="338429"/>
                  </a:lnTo>
                  <a:lnTo>
                    <a:pt x="6736501" y="338429"/>
                  </a:lnTo>
                  <a:lnTo>
                    <a:pt x="6736627" y="338429"/>
                  </a:lnTo>
                  <a:lnTo>
                    <a:pt x="6736752" y="338429"/>
                  </a:lnTo>
                  <a:lnTo>
                    <a:pt x="6736877" y="338429"/>
                  </a:lnTo>
                  <a:lnTo>
                    <a:pt x="6737002" y="338429"/>
                  </a:lnTo>
                  <a:lnTo>
                    <a:pt x="6737127" y="338429"/>
                  </a:lnTo>
                  <a:lnTo>
                    <a:pt x="6737252" y="338429"/>
                  </a:lnTo>
                  <a:lnTo>
                    <a:pt x="6737377" y="338429"/>
                  </a:lnTo>
                  <a:lnTo>
                    <a:pt x="6737502" y="338429"/>
                  </a:lnTo>
                  <a:lnTo>
                    <a:pt x="6737627" y="338429"/>
                  </a:lnTo>
                  <a:lnTo>
                    <a:pt x="6737752" y="338429"/>
                  </a:lnTo>
                  <a:lnTo>
                    <a:pt x="6737877" y="338429"/>
                  </a:lnTo>
                  <a:lnTo>
                    <a:pt x="6738002" y="338429"/>
                  </a:lnTo>
                  <a:lnTo>
                    <a:pt x="6738127" y="338429"/>
                  </a:lnTo>
                  <a:lnTo>
                    <a:pt x="6738252" y="338429"/>
                  </a:lnTo>
                  <a:lnTo>
                    <a:pt x="6738377" y="338429"/>
                  </a:lnTo>
                  <a:lnTo>
                    <a:pt x="6738502" y="338429"/>
                  </a:lnTo>
                  <a:lnTo>
                    <a:pt x="6738627" y="338429"/>
                  </a:lnTo>
                  <a:lnTo>
                    <a:pt x="6738752" y="338429"/>
                  </a:lnTo>
                  <a:lnTo>
                    <a:pt x="6738877" y="338429"/>
                  </a:lnTo>
                  <a:lnTo>
                    <a:pt x="6739002" y="338429"/>
                  </a:lnTo>
                  <a:lnTo>
                    <a:pt x="6739127" y="338429"/>
                  </a:lnTo>
                  <a:lnTo>
                    <a:pt x="6739252" y="338429"/>
                  </a:lnTo>
                  <a:lnTo>
                    <a:pt x="6739377" y="338429"/>
                  </a:lnTo>
                  <a:lnTo>
                    <a:pt x="6739502" y="338429"/>
                  </a:lnTo>
                  <a:lnTo>
                    <a:pt x="6739628" y="338429"/>
                  </a:lnTo>
                  <a:lnTo>
                    <a:pt x="6739753" y="338429"/>
                  </a:lnTo>
                  <a:lnTo>
                    <a:pt x="6739878" y="338429"/>
                  </a:lnTo>
                  <a:lnTo>
                    <a:pt x="6740003" y="338429"/>
                  </a:lnTo>
                  <a:lnTo>
                    <a:pt x="6740128" y="338429"/>
                  </a:lnTo>
                  <a:lnTo>
                    <a:pt x="6740253" y="338429"/>
                  </a:lnTo>
                  <a:lnTo>
                    <a:pt x="6740378" y="338429"/>
                  </a:lnTo>
                  <a:lnTo>
                    <a:pt x="6740503" y="338429"/>
                  </a:lnTo>
                  <a:lnTo>
                    <a:pt x="6740628" y="338429"/>
                  </a:lnTo>
                  <a:lnTo>
                    <a:pt x="6740753" y="338429"/>
                  </a:lnTo>
                  <a:lnTo>
                    <a:pt x="6740878" y="338429"/>
                  </a:lnTo>
                  <a:lnTo>
                    <a:pt x="6741003" y="338429"/>
                  </a:lnTo>
                  <a:lnTo>
                    <a:pt x="6741128" y="338429"/>
                  </a:lnTo>
                  <a:lnTo>
                    <a:pt x="6741253" y="338429"/>
                  </a:lnTo>
                  <a:lnTo>
                    <a:pt x="6741378" y="338429"/>
                  </a:lnTo>
                  <a:lnTo>
                    <a:pt x="6741503" y="338429"/>
                  </a:lnTo>
                  <a:lnTo>
                    <a:pt x="6741628" y="338429"/>
                  </a:lnTo>
                  <a:lnTo>
                    <a:pt x="6741753" y="338429"/>
                  </a:lnTo>
                  <a:lnTo>
                    <a:pt x="6741878" y="338429"/>
                  </a:lnTo>
                  <a:lnTo>
                    <a:pt x="6742003" y="338429"/>
                  </a:lnTo>
                  <a:lnTo>
                    <a:pt x="6742128" y="338429"/>
                  </a:lnTo>
                  <a:lnTo>
                    <a:pt x="6742253" y="338429"/>
                  </a:lnTo>
                  <a:lnTo>
                    <a:pt x="6742378" y="338429"/>
                  </a:lnTo>
                  <a:lnTo>
                    <a:pt x="6742503" y="338429"/>
                  </a:lnTo>
                  <a:lnTo>
                    <a:pt x="6742629" y="338429"/>
                  </a:lnTo>
                  <a:lnTo>
                    <a:pt x="6742754" y="338429"/>
                  </a:lnTo>
                  <a:lnTo>
                    <a:pt x="6742879" y="338429"/>
                  </a:lnTo>
                  <a:lnTo>
                    <a:pt x="6743004" y="338429"/>
                  </a:lnTo>
                  <a:lnTo>
                    <a:pt x="6743129" y="338429"/>
                  </a:lnTo>
                  <a:lnTo>
                    <a:pt x="6743254" y="338429"/>
                  </a:lnTo>
                  <a:lnTo>
                    <a:pt x="6743379" y="338429"/>
                  </a:lnTo>
                  <a:lnTo>
                    <a:pt x="6743504" y="338429"/>
                  </a:lnTo>
                  <a:lnTo>
                    <a:pt x="6743629" y="338429"/>
                  </a:lnTo>
                  <a:lnTo>
                    <a:pt x="6743754" y="338429"/>
                  </a:lnTo>
                  <a:lnTo>
                    <a:pt x="6743879" y="338429"/>
                  </a:lnTo>
                  <a:lnTo>
                    <a:pt x="6744004" y="338429"/>
                  </a:lnTo>
                  <a:lnTo>
                    <a:pt x="6744129" y="338429"/>
                  </a:lnTo>
                  <a:lnTo>
                    <a:pt x="6744254" y="338429"/>
                  </a:lnTo>
                  <a:lnTo>
                    <a:pt x="6744379" y="338429"/>
                  </a:lnTo>
                  <a:lnTo>
                    <a:pt x="6744504" y="338429"/>
                  </a:lnTo>
                  <a:lnTo>
                    <a:pt x="6744629" y="338429"/>
                  </a:lnTo>
                  <a:lnTo>
                    <a:pt x="6744754" y="338429"/>
                  </a:lnTo>
                  <a:lnTo>
                    <a:pt x="6744879" y="338429"/>
                  </a:lnTo>
                  <a:lnTo>
                    <a:pt x="6745004" y="338429"/>
                  </a:lnTo>
                  <a:lnTo>
                    <a:pt x="6745129" y="338429"/>
                  </a:lnTo>
                  <a:lnTo>
                    <a:pt x="6745254" y="338429"/>
                  </a:lnTo>
                  <a:lnTo>
                    <a:pt x="6745379" y="338429"/>
                  </a:lnTo>
                  <a:lnTo>
                    <a:pt x="6745504" y="338429"/>
                  </a:lnTo>
                  <a:lnTo>
                    <a:pt x="6745630" y="338429"/>
                  </a:lnTo>
                  <a:lnTo>
                    <a:pt x="6745755" y="338429"/>
                  </a:lnTo>
                  <a:lnTo>
                    <a:pt x="6745880" y="338429"/>
                  </a:lnTo>
                  <a:lnTo>
                    <a:pt x="6746005" y="338429"/>
                  </a:lnTo>
                  <a:lnTo>
                    <a:pt x="6746130" y="338429"/>
                  </a:lnTo>
                  <a:lnTo>
                    <a:pt x="6746255" y="338429"/>
                  </a:lnTo>
                  <a:lnTo>
                    <a:pt x="6746380" y="338429"/>
                  </a:lnTo>
                  <a:lnTo>
                    <a:pt x="6746505" y="338429"/>
                  </a:lnTo>
                  <a:lnTo>
                    <a:pt x="6746630" y="338429"/>
                  </a:lnTo>
                  <a:lnTo>
                    <a:pt x="6746755" y="338429"/>
                  </a:lnTo>
                  <a:lnTo>
                    <a:pt x="6746880" y="338429"/>
                  </a:lnTo>
                  <a:lnTo>
                    <a:pt x="6747005" y="338429"/>
                  </a:lnTo>
                  <a:lnTo>
                    <a:pt x="6747130" y="338429"/>
                  </a:lnTo>
                  <a:lnTo>
                    <a:pt x="6747255" y="338429"/>
                  </a:lnTo>
                  <a:lnTo>
                    <a:pt x="6747380" y="338429"/>
                  </a:lnTo>
                  <a:lnTo>
                    <a:pt x="6747505" y="338429"/>
                  </a:lnTo>
                  <a:lnTo>
                    <a:pt x="6747630" y="338429"/>
                  </a:lnTo>
                  <a:lnTo>
                    <a:pt x="6747755" y="338429"/>
                  </a:lnTo>
                  <a:lnTo>
                    <a:pt x="6747880" y="338429"/>
                  </a:lnTo>
                  <a:lnTo>
                    <a:pt x="6748005" y="338429"/>
                  </a:lnTo>
                  <a:lnTo>
                    <a:pt x="6748130" y="338429"/>
                  </a:lnTo>
                  <a:lnTo>
                    <a:pt x="6748255" y="338429"/>
                  </a:lnTo>
                  <a:lnTo>
                    <a:pt x="6748380" y="338429"/>
                  </a:lnTo>
                  <a:lnTo>
                    <a:pt x="6748505" y="338429"/>
                  </a:lnTo>
                  <a:lnTo>
                    <a:pt x="6748631" y="338429"/>
                  </a:lnTo>
                  <a:lnTo>
                    <a:pt x="6748756" y="338429"/>
                  </a:lnTo>
                  <a:lnTo>
                    <a:pt x="6748881" y="338429"/>
                  </a:lnTo>
                  <a:lnTo>
                    <a:pt x="6749006" y="338429"/>
                  </a:lnTo>
                  <a:lnTo>
                    <a:pt x="6749131" y="338429"/>
                  </a:lnTo>
                  <a:lnTo>
                    <a:pt x="6749256" y="338429"/>
                  </a:lnTo>
                  <a:lnTo>
                    <a:pt x="6749381" y="338429"/>
                  </a:lnTo>
                  <a:lnTo>
                    <a:pt x="6749506" y="338429"/>
                  </a:lnTo>
                  <a:lnTo>
                    <a:pt x="6749631" y="338429"/>
                  </a:lnTo>
                  <a:lnTo>
                    <a:pt x="6749756" y="338429"/>
                  </a:lnTo>
                  <a:lnTo>
                    <a:pt x="6749881" y="338429"/>
                  </a:lnTo>
                  <a:lnTo>
                    <a:pt x="6750006" y="338429"/>
                  </a:lnTo>
                  <a:lnTo>
                    <a:pt x="6750131" y="338429"/>
                  </a:lnTo>
                  <a:lnTo>
                    <a:pt x="6750256" y="338429"/>
                  </a:lnTo>
                  <a:lnTo>
                    <a:pt x="6750381" y="338429"/>
                  </a:lnTo>
                  <a:lnTo>
                    <a:pt x="6750506" y="338429"/>
                  </a:lnTo>
                  <a:lnTo>
                    <a:pt x="6750631" y="338429"/>
                  </a:lnTo>
                  <a:lnTo>
                    <a:pt x="6750756" y="338429"/>
                  </a:lnTo>
                  <a:lnTo>
                    <a:pt x="6750881" y="338429"/>
                  </a:lnTo>
                  <a:lnTo>
                    <a:pt x="6751006" y="338429"/>
                  </a:lnTo>
                  <a:lnTo>
                    <a:pt x="6751131" y="338429"/>
                  </a:lnTo>
                  <a:lnTo>
                    <a:pt x="6751256" y="338429"/>
                  </a:lnTo>
                  <a:lnTo>
                    <a:pt x="6751381" y="338429"/>
                  </a:lnTo>
                  <a:lnTo>
                    <a:pt x="6751506" y="338429"/>
                  </a:lnTo>
                  <a:lnTo>
                    <a:pt x="6751632" y="338429"/>
                  </a:lnTo>
                  <a:lnTo>
                    <a:pt x="6751757" y="338429"/>
                  </a:lnTo>
                  <a:lnTo>
                    <a:pt x="6751882" y="338429"/>
                  </a:lnTo>
                  <a:lnTo>
                    <a:pt x="6752007" y="338429"/>
                  </a:lnTo>
                  <a:lnTo>
                    <a:pt x="6752132" y="338429"/>
                  </a:lnTo>
                  <a:lnTo>
                    <a:pt x="6752257" y="338429"/>
                  </a:lnTo>
                  <a:lnTo>
                    <a:pt x="6752382" y="338429"/>
                  </a:lnTo>
                  <a:lnTo>
                    <a:pt x="6752507" y="338429"/>
                  </a:lnTo>
                  <a:lnTo>
                    <a:pt x="6752632" y="338429"/>
                  </a:lnTo>
                  <a:lnTo>
                    <a:pt x="6752757" y="338429"/>
                  </a:lnTo>
                  <a:lnTo>
                    <a:pt x="6752882" y="338429"/>
                  </a:lnTo>
                  <a:lnTo>
                    <a:pt x="6753007" y="338429"/>
                  </a:lnTo>
                  <a:lnTo>
                    <a:pt x="6753132" y="338429"/>
                  </a:lnTo>
                  <a:lnTo>
                    <a:pt x="6753257" y="338429"/>
                  </a:lnTo>
                  <a:lnTo>
                    <a:pt x="6753382" y="338429"/>
                  </a:lnTo>
                  <a:lnTo>
                    <a:pt x="6753507" y="338429"/>
                  </a:lnTo>
                  <a:lnTo>
                    <a:pt x="6753632" y="338429"/>
                  </a:lnTo>
                  <a:lnTo>
                    <a:pt x="6753757" y="338429"/>
                  </a:lnTo>
                  <a:lnTo>
                    <a:pt x="6753882" y="338429"/>
                  </a:lnTo>
                  <a:lnTo>
                    <a:pt x="6754007" y="338429"/>
                  </a:lnTo>
                  <a:lnTo>
                    <a:pt x="6754132" y="338429"/>
                  </a:lnTo>
                  <a:lnTo>
                    <a:pt x="6754257" y="338429"/>
                  </a:lnTo>
                  <a:lnTo>
                    <a:pt x="6754382" y="338429"/>
                  </a:lnTo>
                  <a:lnTo>
                    <a:pt x="6754508" y="338429"/>
                  </a:lnTo>
                  <a:lnTo>
                    <a:pt x="6754633" y="338429"/>
                  </a:lnTo>
                  <a:lnTo>
                    <a:pt x="6754758" y="338429"/>
                  </a:lnTo>
                  <a:lnTo>
                    <a:pt x="6754883" y="338429"/>
                  </a:lnTo>
                  <a:lnTo>
                    <a:pt x="6755008" y="338429"/>
                  </a:lnTo>
                  <a:lnTo>
                    <a:pt x="6755133" y="338429"/>
                  </a:lnTo>
                  <a:lnTo>
                    <a:pt x="6755258" y="338429"/>
                  </a:lnTo>
                  <a:lnTo>
                    <a:pt x="6755383" y="338429"/>
                  </a:lnTo>
                  <a:lnTo>
                    <a:pt x="6755508" y="338429"/>
                  </a:lnTo>
                  <a:lnTo>
                    <a:pt x="6755633" y="338429"/>
                  </a:lnTo>
                  <a:lnTo>
                    <a:pt x="6755758" y="338429"/>
                  </a:lnTo>
                  <a:lnTo>
                    <a:pt x="6755883" y="338429"/>
                  </a:lnTo>
                  <a:lnTo>
                    <a:pt x="6756008" y="338429"/>
                  </a:lnTo>
                  <a:lnTo>
                    <a:pt x="6756133" y="338429"/>
                  </a:lnTo>
                  <a:lnTo>
                    <a:pt x="6756258" y="338429"/>
                  </a:lnTo>
                  <a:lnTo>
                    <a:pt x="6756383" y="338429"/>
                  </a:lnTo>
                  <a:lnTo>
                    <a:pt x="6756508" y="338429"/>
                  </a:lnTo>
                  <a:lnTo>
                    <a:pt x="6756633" y="338429"/>
                  </a:lnTo>
                  <a:lnTo>
                    <a:pt x="6756758" y="338429"/>
                  </a:lnTo>
                  <a:lnTo>
                    <a:pt x="6756883" y="338429"/>
                  </a:lnTo>
                  <a:lnTo>
                    <a:pt x="6757008" y="338429"/>
                  </a:lnTo>
                  <a:lnTo>
                    <a:pt x="6757133" y="338429"/>
                  </a:lnTo>
                  <a:lnTo>
                    <a:pt x="6757258" y="338429"/>
                  </a:lnTo>
                  <a:lnTo>
                    <a:pt x="6757383" y="338429"/>
                  </a:lnTo>
                  <a:lnTo>
                    <a:pt x="6757509" y="338429"/>
                  </a:lnTo>
                  <a:lnTo>
                    <a:pt x="6757634" y="338429"/>
                  </a:lnTo>
                  <a:lnTo>
                    <a:pt x="6757759" y="338429"/>
                  </a:lnTo>
                  <a:lnTo>
                    <a:pt x="6757884" y="338429"/>
                  </a:lnTo>
                  <a:lnTo>
                    <a:pt x="6758009" y="338429"/>
                  </a:lnTo>
                  <a:lnTo>
                    <a:pt x="6758134" y="338429"/>
                  </a:lnTo>
                  <a:lnTo>
                    <a:pt x="6758259" y="338429"/>
                  </a:lnTo>
                  <a:lnTo>
                    <a:pt x="6758384" y="338429"/>
                  </a:lnTo>
                  <a:lnTo>
                    <a:pt x="6758509" y="338429"/>
                  </a:lnTo>
                  <a:lnTo>
                    <a:pt x="6758634" y="338429"/>
                  </a:lnTo>
                  <a:lnTo>
                    <a:pt x="6758759" y="338429"/>
                  </a:lnTo>
                  <a:lnTo>
                    <a:pt x="6758884" y="338429"/>
                  </a:lnTo>
                  <a:lnTo>
                    <a:pt x="6759009" y="338429"/>
                  </a:lnTo>
                  <a:lnTo>
                    <a:pt x="6759134" y="338429"/>
                  </a:lnTo>
                  <a:lnTo>
                    <a:pt x="6759259" y="338429"/>
                  </a:lnTo>
                  <a:lnTo>
                    <a:pt x="6759384" y="338429"/>
                  </a:lnTo>
                  <a:lnTo>
                    <a:pt x="6759509" y="338429"/>
                  </a:lnTo>
                  <a:lnTo>
                    <a:pt x="6759634" y="338429"/>
                  </a:lnTo>
                  <a:lnTo>
                    <a:pt x="6759759" y="338429"/>
                  </a:lnTo>
                  <a:lnTo>
                    <a:pt x="6759884" y="338429"/>
                  </a:lnTo>
                  <a:lnTo>
                    <a:pt x="6760009" y="338429"/>
                  </a:lnTo>
                  <a:lnTo>
                    <a:pt x="6760134" y="338429"/>
                  </a:lnTo>
                  <a:lnTo>
                    <a:pt x="6760259" y="338429"/>
                  </a:lnTo>
                  <a:lnTo>
                    <a:pt x="6760384" y="338429"/>
                  </a:lnTo>
                  <a:lnTo>
                    <a:pt x="6760510" y="338429"/>
                  </a:lnTo>
                  <a:lnTo>
                    <a:pt x="6760635" y="338429"/>
                  </a:lnTo>
                  <a:lnTo>
                    <a:pt x="6760760" y="338429"/>
                  </a:lnTo>
                  <a:lnTo>
                    <a:pt x="6760885" y="338429"/>
                  </a:lnTo>
                  <a:lnTo>
                    <a:pt x="6761010" y="338429"/>
                  </a:lnTo>
                  <a:lnTo>
                    <a:pt x="6761135" y="338429"/>
                  </a:lnTo>
                  <a:lnTo>
                    <a:pt x="6761260" y="338429"/>
                  </a:lnTo>
                  <a:lnTo>
                    <a:pt x="6761385" y="338429"/>
                  </a:lnTo>
                  <a:lnTo>
                    <a:pt x="6761510" y="338429"/>
                  </a:lnTo>
                  <a:lnTo>
                    <a:pt x="6761635" y="338429"/>
                  </a:lnTo>
                  <a:lnTo>
                    <a:pt x="6761760" y="338429"/>
                  </a:lnTo>
                  <a:lnTo>
                    <a:pt x="6761885" y="338429"/>
                  </a:lnTo>
                  <a:lnTo>
                    <a:pt x="6762010" y="338429"/>
                  </a:lnTo>
                  <a:lnTo>
                    <a:pt x="6762135" y="338429"/>
                  </a:lnTo>
                  <a:lnTo>
                    <a:pt x="6762260" y="338429"/>
                  </a:lnTo>
                  <a:lnTo>
                    <a:pt x="6762385" y="338429"/>
                  </a:lnTo>
                  <a:lnTo>
                    <a:pt x="6762510" y="338429"/>
                  </a:lnTo>
                  <a:lnTo>
                    <a:pt x="6762635" y="338429"/>
                  </a:lnTo>
                  <a:lnTo>
                    <a:pt x="6762760" y="338429"/>
                  </a:lnTo>
                  <a:lnTo>
                    <a:pt x="6762885" y="338429"/>
                  </a:lnTo>
                  <a:lnTo>
                    <a:pt x="6763010" y="338429"/>
                  </a:lnTo>
                  <a:lnTo>
                    <a:pt x="6763135" y="338429"/>
                  </a:lnTo>
                  <a:lnTo>
                    <a:pt x="6763260" y="338429"/>
                  </a:lnTo>
                  <a:lnTo>
                    <a:pt x="6763385" y="338429"/>
                  </a:lnTo>
                  <a:lnTo>
                    <a:pt x="6763511" y="338429"/>
                  </a:lnTo>
                  <a:lnTo>
                    <a:pt x="6763636" y="338429"/>
                  </a:lnTo>
                  <a:lnTo>
                    <a:pt x="6763761" y="338429"/>
                  </a:lnTo>
                  <a:lnTo>
                    <a:pt x="6763886" y="338429"/>
                  </a:lnTo>
                  <a:lnTo>
                    <a:pt x="6764011" y="338429"/>
                  </a:lnTo>
                  <a:lnTo>
                    <a:pt x="6764136" y="338429"/>
                  </a:lnTo>
                  <a:lnTo>
                    <a:pt x="6764261" y="338429"/>
                  </a:lnTo>
                  <a:lnTo>
                    <a:pt x="6764386" y="338429"/>
                  </a:lnTo>
                  <a:lnTo>
                    <a:pt x="6764511" y="338429"/>
                  </a:lnTo>
                  <a:lnTo>
                    <a:pt x="6764636" y="338429"/>
                  </a:lnTo>
                  <a:lnTo>
                    <a:pt x="6764761" y="338429"/>
                  </a:lnTo>
                  <a:lnTo>
                    <a:pt x="6764886" y="338429"/>
                  </a:lnTo>
                  <a:lnTo>
                    <a:pt x="6765011" y="338429"/>
                  </a:lnTo>
                  <a:lnTo>
                    <a:pt x="6765136" y="338429"/>
                  </a:lnTo>
                  <a:lnTo>
                    <a:pt x="6765261" y="338429"/>
                  </a:lnTo>
                  <a:lnTo>
                    <a:pt x="6765386" y="338429"/>
                  </a:lnTo>
                  <a:lnTo>
                    <a:pt x="6765511" y="338429"/>
                  </a:lnTo>
                  <a:lnTo>
                    <a:pt x="6765636" y="338429"/>
                  </a:lnTo>
                  <a:lnTo>
                    <a:pt x="6765761" y="338429"/>
                  </a:lnTo>
                  <a:lnTo>
                    <a:pt x="6765886" y="338429"/>
                  </a:lnTo>
                  <a:lnTo>
                    <a:pt x="6766011" y="338429"/>
                  </a:lnTo>
                  <a:lnTo>
                    <a:pt x="6766136" y="338429"/>
                  </a:lnTo>
                  <a:lnTo>
                    <a:pt x="6766261" y="338429"/>
                  </a:lnTo>
                  <a:lnTo>
                    <a:pt x="6766386" y="338429"/>
                  </a:lnTo>
                  <a:lnTo>
                    <a:pt x="6766512" y="338429"/>
                  </a:lnTo>
                  <a:lnTo>
                    <a:pt x="6766637" y="338429"/>
                  </a:lnTo>
                  <a:lnTo>
                    <a:pt x="6766762" y="338429"/>
                  </a:lnTo>
                  <a:lnTo>
                    <a:pt x="6766887" y="338429"/>
                  </a:lnTo>
                  <a:lnTo>
                    <a:pt x="6767012" y="338429"/>
                  </a:lnTo>
                  <a:lnTo>
                    <a:pt x="6767137" y="338429"/>
                  </a:lnTo>
                  <a:lnTo>
                    <a:pt x="6767262" y="338429"/>
                  </a:lnTo>
                  <a:lnTo>
                    <a:pt x="6767387" y="338429"/>
                  </a:lnTo>
                  <a:lnTo>
                    <a:pt x="6767512" y="338429"/>
                  </a:lnTo>
                  <a:lnTo>
                    <a:pt x="6767637" y="338429"/>
                  </a:lnTo>
                  <a:lnTo>
                    <a:pt x="6767762" y="338429"/>
                  </a:lnTo>
                  <a:lnTo>
                    <a:pt x="6767887" y="338429"/>
                  </a:lnTo>
                  <a:lnTo>
                    <a:pt x="6768012" y="338429"/>
                  </a:lnTo>
                  <a:lnTo>
                    <a:pt x="6768137" y="338429"/>
                  </a:lnTo>
                  <a:lnTo>
                    <a:pt x="6768262" y="338429"/>
                  </a:lnTo>
                  <a:lnTo>
                    <a:pt x="6768387" y="338429"/>
                  </a:lnTo>
                  <a:lnTo>
                    <a:pt x="6768512" y="338429"/>
                  </a:lnTo>
                  <a:lnTo>
                    <a:pt x="6768637" y="338429"/>
                  </a:lnTo>
                  <a:lnTo>
                    <a:pt x="6768762" y="338429"/>
                  </a:lnTo>
                  <a:lnTo>
                    <a:pt x="6768887" y="338429"/>
                  </a:lnTo>
                  <a:lnTo>
                    <a:pt x="6769012" y="338429"/>
                  </a:lnTo>
                  <a:lnTo>
                    <a:pt x="6769137" y="338429"/>
                  </a:lnTo>
                  <a:lnTo>
                    <a:pt x="6769262" y="338429"/>
                  </a:lnTo>
                  <a:lnTo>
                    <a:pt x="6769387" y="338429"/>
                  </a:lnTo>
                  <a:lnTo>
                    <a:pt x="6769513" y="338429"/>
                  </a:lnTo>
                  <a:lnTo>
                    <a:pt x="6769638" y="338429"/>
                  </a:lnTo>
                  <a:lnTo>
                    <a:pt x="6769763" y="338429"/>
                  </a:lnTo>
                  <a:lnTo>
                    <a:pt x="6769888" y="338429"/>
                  </a:lnTo>
                  <a:lnTo>
                    <a:pt x="6770013" y="338429"/>
                  </a:lnTo>
                  <a:lnTo>
                    <a:pt x="6770138" y="338429"/>
                  </a:lnTo>
                  <a:lnTo>
                    <a:pt x="6770263" y="338429"/>
                  </a:lnTo>
                  <a:lnTo>
                    <a:pt x="6770388" y="338429"/>
                  </a:lnTo>
                  <a:lnTo>
                    <a:pt x="6770513" y="338429"/>
                  </a:lnTo>
                  <a:lnTo>
                    <a:pt x="6770638" y="338429"/>
                  </a:lnTo>
                  <a:lnTo>
                    <a:pt x="6770763" y="338429"/>
                  </a:lnTo>
                  <a:lnTo>
                    <a:pt x="6770888" y="338429"/>
                  </a:lnTo>
                  <a:lnTo>
                    <a:pt x="6771013" y="338429"/>
                  </a:lnTo>
                  <a:lnTo>
                    <a:pt x="6771138" y="338429"/>
                  </a:lnTo>
                  <a:lnTo>
                    <a:pt x="6771263" y="338429"/>
                  </a:lnTo>
                  <a:lnTo>
                    <a:pt x="6771388" y="338429"/>
                  </a:lnTo>
                  <a:lnTo>
                    <a:pt x="6771513" y="338429"/>
                  </a:lnTo>
                  <a:lnTo>
                    <a:pt x="6771638" y="338429"/>
                  </a:lnTo>
                  <a:lnTo>
                    <a:pt x="6771763" y="338429"/>
                  </a:lnTo>
                  <a:lnTo>
                    <a:pt x="6771888" y="338429"/>
                  </a:lnTo>
                  <a:lnTo>
                    <a:pt x="6772013" y="338429"/>
                  </a:lnTo>
                  <a:lnTo>
                    <a:pt x="6772138" y="338429"/>
                  </a:lnTo>
                  <a:lnTo>
                    <a:pt x="6772263" y="338429"/>
                  </a:lnTo>
                  <a:lnTo>
                    <a:pt x="6772388" y="338429"/>
                  </a:lnTo>
                  <a:lnTo>
                    <a:pt x="6772514" y="338429"/>
                  </a:lnTo>
                  <a:lnTo>
                    <a:pt x="6772639" y="338429"/>
                  </a:lnTo>
                  <a:lnTo>
                    <a:pt x="6772764" y="338429"/>
                  </a:lnTo>
                  <a:lnTo>
                    <a:pt x="6772889" y="338429"/>
                  </a:lnTo>
                  <a:lnTo>
                    <a:pt x="6773014" y="338429"/>
                  </a:lnTo>
                  <a:lnTo>
                    <a:pt x="6773139" y="338429"/>
                  </a:lnTo>
                  <a:lnTo>
                    <a:pt x="6773264" y="338429"/>
                  </a:lnTo>
                  <a:lnTo>
                    <a:pt x="6773389" y="338429"/>
                  </a:lnTo>
                  <a:lnTo>
                    <a:pt x="6773514" y="338429"/>
                  </a:lnTo>
                  <a:lnTo>
                    <a:pt x="6773639" y="338429"/>
                  </a:lnTo>
                  <a:lnTo>
                    <a:pt x="6773764" y="338429"/>
                  </a:lnTo>
                  <a:lnTo>
                    <a:pt x="6773889" y="338429"/>
                  </a:lnTo>
                  <a:lnTo>
                    <a:pt x="6774014" y="338429"/>
                  </a:lnTo>
                  <a:lnTo>
                    <a:pt x="6774139" y="338429"/>
                  </a:lnTo>
                  <a:lnTo>
                    <a:pt x="6774264" y="338429"/>
                  </a:lnTo>
                  <a:lnTo>
                    <a:pt x="6774389" y="338429"/>
                  </a:lnTo>
                  <a:lnTo>
                    <a:pt x="6774514" y="338429"/>
                  </a:lnTo>
                  <a:lnTo>
                    <a:pt x="6774639" y="338429"/>
                  </a:lnTo>
                  <a:lnTo>
                    <a:pt x="6774764" y="338429"/>
                  </a:lnTo>
                  <a:lnTo>
                    <a:pt x="6774889" y="338429"/>
                  </a:lnTo>
                  <a:lnTo>
                    <a:pt x="6775014" y="338429"/>
                  </a:lnTo>
                  <a:lnTo>
                    <a:pt x="6775139" y="338429"/>
                  </a:lnTo>
                  <a:lnTo>
                    <a:pt x="6775264" y="338429"/>
                  </a:lnTo>
                  <a:lnTo>
                    <a:pt x="6775389" y="338429"/>
                  </a:lnTo>
                  <a:lnTo>
                    <a:pt x="6775515" y="338429"/>
                  </a:lnTo>
                  <a:lnTo>
                    <a:pt x="6775640" y="338429"/>
                  </a:lnTo>
                  <a:lnTo>
                    <a:pt x="6775765" y="338429"/>
                  </a:lnTo>
                  <a:lnTo>
                    <a:pt x="6775890" y="338429"/>
                  </a:lnTo>
                  <a:lnTo>
                    <a:pt x="6776015" y="338429"/>
                  </a:lnTo>
                  <a:lnTo>
                    <a:pt x="6776140" y="338429"/>
                  </a:lnTo>
                  <a:lnTo>
                    <a:pt x="6776265" y="338429"/>
                  </a:lnTo>
                  <a:lnTo>
                    <a:pt x="6776390" y="338429"/>
                  </a:lnTo>
                  <a:lnTo>
                    <a:pt x="6776515" y="338429"/>
                  </a:lnTo>
                  <a:lnTo>
                    <a:pt x="6776640" y="338429"/>
                  </a:lnTo>
                  <a:lnTo>
                    <a:pt x="6776765" y="338429"/>
                  </a:lnTo>
                  <a:lnTo>
                    <a:pt x="6776890" y="338429"/>
                  </a:lnTo>
                  <a:lnTo>
                    <a:pt x="6777015" y="338429"/>
                  </a:lnTo>
                  <a:lnTo>
                    <a:pt x="6777140" y="338429"/>
                  </a:lnTo>
                  <a:lnTo>
                    <a:pt x="6777265" y="338429"/>
                  </a:lnTo>
                  <a:lnTo>
                    <a:pt x="6777390" y="338429"/>
                  </a:lnTo>
                  <a:lnTo>
                    <a:pt x="6777515" y="338429"/>
                  </a:lnTo>
                  <a:lnTo>
                    <a:pt x="6777640" y="338429"/>
                  </a:lnTo>
                  <a:lnTo>
                    <a:pt x="6777765" y="338429"/>
                  </a:lnTo>
                  <a:lnTo>
                    <a:pt x="6777890" y="338429"/>
                  </a:lnTo>
                  <a:lnTo>
                    <a:pt x="6778015" y="338429"/>
                  </a:lnTo>
                  <a:lnTo>
                    <a:pt x="6778140" y="338429"/>
                  </a:lnTo>
                  <a:lnTo>
                    <a:pt x="6778265" y="338429"/>
                  </a:lnTo>
                  <a:lnTo>
                    <a:pt x="6778390" y="338429"/>
                  </a:lnTo>
                  <a:lnTo>
                    <a:pt x="6778516" y="338429"/>
                  </a:lnTo>
                  <a:lnTo>
                    <a:pt x="6778641" y="338429"/>
                  </a:lnTo>
                  <a:lnTo>
                    <a:pt x="6778766" y="338429"/>
                  </a:lnTo>
                  <a:lnTo>
                    <a:pt x="6778891" y="338429"/>
                  </a:lnTo>
                  <a:lnTo>
                    <a:pt x="6779016" y="338429"/>
                  </a:lnTo>
                  <a:lnTo>
                    <a:pt x="6779141" y="338429"/>
                  </a:lnTo>
                  <a:lnTo>
                    <a:pt x="6779266" y="338429"/>
                  </a:lnTo>
                  <a:lnTo>
                    <a:pt x="6779391" y="338429"/>
                  </a:lnTo>
                  <a:lnTo>
                    <a:pt x="6779516" y="338429"/>
                  </a:lnTo>
                  <a:lnTo>
                    <a:pt x="6779641" y="338429"/>
                  </a:lnTo>
                  <a:lnTo>
                    <a:pt x="6779766" y="338429"/>
                  </a:lnTo>
                  <a:lnTo>
                    <a:pt x="6779891" y="338429"/>
                  </a:lnTo>
                  <a:lnTo>
                    <a:pt x="6780016" y="338429"/>
                  </a:lnTo>
                  <a:lnTo>
                    <a:pt x="6780141" y="338429"/>
                  </a:lnTo>
                  <a:lnTo>
                    <a:pt x="6780266" y="338429"/>
                  </a:lnTo>
                  <a:lnTo>
                    <a:pt x="6780391" y="338429"/>
                  </a:lnTo>
                  <a:lnTo>
                    <a:pt x="6780516" y="338429"/>
                  </a:lnTo>
                  <a:lnTo>
                    <a:pt x="6780641" y="338429"/>
                  </a:lnTo>
                  <a:lnTo>
                    <a:pt x="6780766" y="338429"/>
                  </a:lnTo>
                  <a:lnTo>
                    <a:pt x="6780891" y="338429"/>
                  </a:lnTo>
                  <a:lnTo>
                    <a:pt x="6781016" y="338429"/>
                  </a:lnTo>
                  <a:lnTo>
                    <a:pt x="6781141" y="338429"/>
                  </a:lnTo>
                  <a:lnTo>
                    <a:pt x="6781266" y="338429"/>
                  </a:lnTo>
                  <a:lnTo>
                    <a:pt x="6781391" y="338429"/>
                  </a:lnTo>
                  <a:lnTo>
                    <a:pt x="6781517" y="338429"/>
                  </a:lnTo>
                  <a:lnTo>
                    <a:pt x="6781642" y="338429"/>
                  </a:lnTo>
                  <a:lnTo>
                    <a:pt x="6781767" y="338429"/>
                  </a:lnTo>
                  <a:lnTo>
                    <a:pt x="6781892" y="338429"/>
                  </a:lnTo>
                  <a:lnTo>
                    <a:pt x="6782017" y="338429"/>
                  </a:lnTo>
                  <a:lnTo>
                    <a:pt x="6782142" y="338429"/>
                  </a:lnTo>
                  <a:lnTo>
                    <a:pt x="6782267" y="338429"/>
                  </a:lnTo>
                  <a:lnTo>
                    <a:pt x="6782392" y="338429"/>
                  </a:lnTo>
                  <a:lnTo>
                    <a:pt x="6782517" y="338429"/>
                  </a:lnTo>
                  <a:lnTo>
                    <a:pt x="6782642" y="338429"/>
                  </a:lnTo>
                  <a:lnTo>
                    <a:pt x="6782767" y="338429"/>
                  </a:lnTo>
                  <a:lnTo>
                    <a:pt x="6782892" y="338429"/>
                  </a:lnTo>
                  <a:lnTo>
                    <a:pt x="6783017" y="338429"/>
                  </a:lnTo>
                  <a:lnTo>
                    <a:pt x="6783142" y="338429"/>
                  </a:lnTo>
                  <a:lnTo>
                    <a:pt x="6783267" y="338429"/>
                  </a:lnTo>
                  <a:lnTo>
                    <a:pt x="6783392" y="338429"/>
                  </a:lnTo>
                  <a:lnTo>
                    <a:pt x="6783517" y="338429"/>
                  </a:lnTo>
                  <a:lnTo>
                    <a:pt x="6783642" y="338429"/>
                  </a:lnTo>
                  <a:lnTo>
                    <a:pt x="6783767" y="338429"/>
                  </a:lnTo>
                  <a:lnTo>
                    <a:pt x="6783892" y="338429"/>
                  </a:lnTo>
                  <a:lnTo>
                    <a:pt x="6784017" y="338429"/>
                  </a:lnTo>
                  <a:lnTo>
                    <a:pt x="6784142" y="338429"/>
                  </a:lnTo>
                  <a:lnTo>
                    <a:pt x="6784267" y="338429"/>
                  </a:lnTo>
                  <a:lnTo>
                    <a:pt x="6784392" y="338429"/>
                  </a:lnTo>
                  <a:lnTo>
                    <a:pt x="6784518" y="338429"/>
                  </a:lnTo>
                  <a:lnTo>
                    <a:pt x="6784643" y="338429"/>
                  </a:lnTo>
                  <a:lnTo>
                    <a:pt x="6784768" y="338429"/>
                  </a:lnTo>
                  <a:lnTo>
                    <a:pt x="6784893" y="338429"/>
                  </a:lnTo>
                  <a:lnTo>
                    <a:pt x="6785018" y="338429"/>
                  </a:lnTo>
                  <a:lnTo>
                    <a:pt x="6785143" y="338429"/>
                  </a:lnTo>
                  <a:lnTo>
                    <a:pt x="6785268" y="338429"/>
                  </a:lnTo>
                  <a:lnTo>
                    <a:pt x="6785393" y="338429"/>
                  </a:lnTo>
                  <a:lnTo>
                    <a:pt x="6785518" y="338429"/>
                  </a:lnTo>
                  <a:lnTo>
                    <a:pt x="6785643" y="338429"/>
                  </a:lnTo>
                  <a:lnTo>
                    <a:pt x="6785768" y="338429"/>
                  </a:lnTo>
                  <a:lnTo>
                    <a:pt x="6785893" y="338429"/>
                  </a:lnTo>
                  <a:lnTo>
                    <a:pt x="6786018" y="338429"/>
                  </a:lnTo>
                  <a:lnTo>
                    <a:pt x="6786143" y="338429"/>
                  </a:lnTo>
                  <a:lnTo>
                    <a:pt x="6786268" y="338429"/>
                  </a:lnTo>
                  <a:lnTo>
                    <a:pt x="6786393" y="338429"/>
                  </a:lnTo>
                  <a:lnTo>
                    <a:pt x="6786518" y="338429"/>
                  </a:lnTo>
                  <a:lnTo>
                    <a:pt x="6786643" y="338429"/>
                  </a:lnTo>
                  <a:lnTo>
                    <a:pt x="6786768" y="338429"/>
                  </a:lnTo>
                  <a:lnTo>
                    <a:pt x="6786893" y="338429"/>
                  </a:lnTo>
                  <a:lnTo>
                    <a:pt x="6787018" y="338429"/>
                  </a:lnTo>
                  <a:lnTo>
                    <a:pt x="6787143" y="338429"/>
                  </a:lnTo>
                  <a:lnTo>
                    <a:pt x="6787268" y="338429"/>
                  </a:lnTo>
                  <a:lnTo>
                    <a:pt x="6787393" y="338429"/>
                  </a:lnTo>
                  <a:lnTo>
                    <a:pt x="6787519" y="338429"/>
                  </a:lnTo>
                  <a:lnTo>
                    <a:pt x="6787644" y="338429"/>
                  </a:lnTo>
                  <a:lnTo>
                    <a:pt x="6787769" y="338429"/>
                  </a:lnTo>
                  <a:lnTo>
                    <a:pt x="6787894" y="338429"/>
                  </a:lnTo>
                  <a:lnTo>
                    <a:pt x="6788019" y="338429"/>
                  </a:lnTo>
                  <a:lnTo>
                    <a:pt x="6788144" y="338429"/>
                  </a:lnTo>
                  <a:lnTo>
                    <a:pt x="6788269" y="338429"/>
                  </a:lnTo>
                  <a:lnTo>
                    <a:pt x="6788394" y="338429"/>
                  </a:lnTo>
                  <a:lnTo>
                    <a:pt x="6788519" y="338429"/>
                  </a:lnTo>
                  <a:lnTo>
                    <a:pt x="6788644" y="338429"/>
                  </a:lnTo>
                  <a:lnTo>
                    <a:pt x="6788769" y="338429"/>
                  </a:lnTo>
                  <a:lnTo>
                    <a:pt x="6788894" y="338429"/>
                  </a:lnTo>
                  <a:lnTo>
                    <a:pt x="6789019" y="338429"/>
                  </a:lnTo>
                  <a:lnTo>
                    <a:pt x="6789144" y="338429"/>
                  </a:lnTo>
                  <a:lnTo>
                    <a:pt x="6789269" y="338429"/>
                  </a:lnTo>
                  <a:lnTo>
                    <a:pt x="6789394" y="338429"/>
                  </a:lnTo>
                  <a:lnTo>
                    <a:pt x="6789519" y="338429"/>
                  </a:lnTo>
                  <a:lnTo>
                    <a:pt x="6789644" y="338429"/>
                  </a:lnTo>
                  <a:lnTo>
                    <a:pt x="6789769" y="338429"/>
                  </a:lnTo>
                  <a:lnTo>
                    <a:pt x="6789894" y="338429"/>
                  </a:lnTo>
                  <a:lnTo>
                    <a:pt x="6790019" y="338429"/>
                  </a:lnTo>
                  <a:lnTo>
                    <a:pt x="6790144" y="338429"/>
                  </a:lnTo>
                  <a:lnTo>
                    <a:pt x="6790269" y="338429"/>
                  </a:lnTo>
                  <a:lnTo>
                    <a:pt x="6790395" y="338429"/>
                  </a:lnTo>
                  <a:lnTo>
                    <a:pt x="6790520" y="338429"/>
                  </a:lnTo>
                  <a:lnTo>
                    <a:pt x="6790645" y="338429"/>
                  </a:lnTo>
                  <a:lnTo>
                    <a:pt x="6790770" y="338429"/>
                  </a:lnTo>
                  <a:lnTo>
                    <a:pt x="6790895" y="338429"/>
                  </a:lnTo>
                  <a:lnTo>
                    <a:pt x="6791020" y="338429"/>
                  </a:lnTo>
                  <a:lnTo>
                    <a:pt x="6791145" y="338429"/>
                  </a:lnTo>
                  <a:lnTo>
                    <a:pt x="6791270" y="338429"/>
                  </a:lnTo>
                  <a:lnTo>
                    <a:pt x="6791395" y="338429"/>
                  </a:lnTo>
                  <a:lnTo>
                    <a:pt x="6791520" y="338429"/>
                  </a:lnTo>
                  <a:lnTo>
                    <a:pt x="6791645" y="338429"/>
                  </a:lnTo>
                  <a:lnTo>
                    <a:pt x="6791770" y="338429"/>
                  </a:lnTo>
                  <a:lnTo>
                    <a:pt x="6791895" y="338429"/>
                  </a:lnTo>
                  <a:lnTo>
                    <a:pt x="6792020" y="338429"/>
                  </a:lnTo>
                  <a:lnTo>
                    <a:pt x="6792145" y="338429"/>
                  </a:lnTo>
                  <a:lnTo>
                    <a:pt x="6792270" y="338429"/>
                  </a:lnTo>
                  <a:lnTo>
                    <a:pt x="6792395" y="338429"/>
                  </a:lnTo>
                  <a:lnTo>
                    <a:pt x="6792520" y="338429"/>
                  </a:lnTo>
                  <a:lnTo>
                    <a:pt x="6792645" y="338429"/>
                  </a:lnTo>
                  <a:lnTo>
                    <a:pt x="6792770" y="338429"/>
                  </a:lnTo>
                  <a:lnTo>
                    <a:pt x="6792895" y="338429"/>
                  </a:lnTo>
                  <a:lnTo>
                    <a:pt x="6793020" y="338429"/>
                  </a:lnTo>
                  <a:lnTo>
                    <a:pt x="6793145" y="338429"/>
                  </a:lnTo>
                  <a:lnTo>
                    <a:pt x="6793270" y="338429"/>
                  </a:lnTo>
                  <a:lnTo>
                    <a:pt x="6793396" y="338429"/>
                  </a:lnTo>
                  <a:lnTo>
                    <a:pt x="6793521" y="338429"/>
                  </a:lnTo>
                  <a:lnTo>
                    <a:pt x="6793646" y="338429"/>
                  </a:lnTo>
                  <a:lnTo>
                    <a:pt x="6793771" y="338429"/>
                  </a:lnTo>
                  <a:lnTo>
                    <a:pt x="6793896" y="338429"/>
                  </a:lnTo>
                  <a:lnTo>
                    <a:pt x="6794021" y="338429"/>
                  </a:lnTo>
                  <a:lnTo>
                    <a:pt x="6794146" y="338429"/>
                  </a:lnTo>
                  <a:lnTo>
                    <a:pt x="6794271" y="338429"/>
                  </a:lnTo>
                  <a:lnTo>
                    <a:pt x="6794396" y="338429"/>
                  </a:lnTo>
                  <a:lnTo>
                    <a:pt x="6794521" y="338429"/>
                  </a:lnTo>
                  <a:lnTo>
                    <a:pt x="6794646" y="338429"/>
                  </a:lnTo>
                  <a:lnTo>
                    <a:pt x="6794771" y="338429"/>
                  </a:lnTo>
                  <a:lnTo>
                    <a:pt x="6794896" y="338429"/>
                  </a:lnTo>
                  <a:lnTo>
                    <a:pt x="6795021" y="338429"/>
                  </a:lnTo>
                  <a:lnTo>
                    <a:pt x="6795146" y="338429"/>
                  </a:lnTo>
                  <a:lnTo>
                    <a:pt x="6795271" y="338429"/>
                  </a:lnTo>
                  <a:lnTo>
                    <a:pt x="6795396" y="338429"/>
                  </a:lnTo>
                  <a:lnTo>
                    <a:pt x="6795521" y="338429"/>
                  </a:lnTo>
                  <a:lnTo>
                    <a:pt x="6795646" y="338429"/>
                  </a:lnTo>
                  <a:lnTo>
                    <a:pt x="6795771" y="338429"/>
                  </a:lnTo>
                  <a:lnTo>
                    <a:pt x="6795896" y="338429"/>
                  </a:lnTo>
                  <a:lnTo>
                    <a:pt x="6796021" y="338429"/>
                  </a:lnTo>
                  <a:lnTo>
                    <a:pt x="6796146" y="338429"/>
                  </a:lnTo>
                  <a:lnTo>
                    <a:pt x="6796271" y="338429"/>
                  </a:lnTo>
                  <a:lnTo>
                    <a:pt x="6796397" y="338429"/>
                  </a:lnTo>
                  <a:lnTo>
                    <a:pt x="6796522" y="338429"/>
                  </a:lnTo>
                  <a:lnTo>
                    <a:pt x="6796647" y="338429"/>
                  </a:lnTo>
                  <a:lnTo>
                    <a:pt x="6796772" y="338429"/>
                  </a:lnTo>
                  <a:lnTo>
                    <a:pt x="6796897" y="338429"/>
                  </a:lnTo>
                  <a:lnTo>
                    <a:pt x="6797022" y="338429"/>
                  </a:lnTo>
                  <a:lnTo>
                    <a:pt x="6797147" y="338429"/>
                  </a:lnTo>
                  <a:lnTo>
                    <a:pt x="6797272" y="338429"/>
                  </a:lnTo>
                  <a:lnTo>
                    <a:pt x="6797397" y="338429"/>
                  </a:lnTo>
                  <a:lnTo>
                    <a:pt x="6797522" y="338429"/>
                  </a:lnTo>
                  <a:lnTo>
                    <a:pt x="6797647" y="338429"/>
                  </a:lnTo>
                  <a:lnTo>
                    <a:pt x="6797772" y="338429"/>
                  </a:lnTo>
                  <a:lnTo>
                    <a:pt x="6797897" y="338429"/>
                  </a:lnTo>
                  <a:lnTo>
                    <a:pt x="6798022" y="338429"/>
                  </a:lnTo>
                  <a:lnTo>
                    <a:pt x="6798147" y="338429"/>
                  </a:lnTo>
                  <a:lnTo>
                    <a:pt x="6798272" y="338429"/>
                  </a:lnTo>
                  <a:lnTo>
                    <a:pt x="6798397" y="338429"/>
                  </a:lnTo>
                  <a:lnTo>
                    <a:pt x="6798522" y="338429"/>
                  </a:lnTo>
                  <a:lnTo>
                    <a:pt x="6798647" y="338429"/>
                  </a:lnTo>
                  <a:lnTo>
                    <a:pt x="6798772" y="338429"/>
                  </a:lnTo>
                  <a:lnTo>
                    <a:pt x="6798897" y="338429"/>
                  </a:lnTo>
                  <a:lnTo>
                    <a:pt x="6799022" y="338429"/>
                  </a:lnTo>
                  <a:lnTo>
                    <a:pt x="6799147" y="338429"/>
                  </a:lnTo>
                  <a:lnTo>
                    <a:pt x="6799272" y="338429"/>
                  </a:lnTo>
                  <a:lnTo>
                    <a:pt x="6799398" y="338429"/>
                  </a:lnTo>
                  <a:lnTo>
                    <a:pt x="6799523" y="338429"/>
                  </a:lnTo>
                  <a:lnTo>
                    <a:pt x="6799648" y="338429"/>
                  </a:lnTo>
                  <a:lnTo>
                    <a:pt x="6799773" y="338429"/>
                  </a:lnTo>
                  <a:lnTo>
                    <a:pt x="6799898" y="338429"/>
                  </a:lnTo>
                  <a:lnTo>
                    <a:pt x="6800023" y="338429"/>
                  </a:lnTo>
                  <a:lnTo>
                    <a:pt x="6800148" y="338429"/>
                  </a:lnTo>
                  <a:lnTo>
                    <a:pt x="6800273" y="338429"/>
                  </a:lnTo>
                  <a:lnTo>
                    <a:pt x="6800398" y="338429"/>
                  </a:lnTo>
                  <a:lnTo>
                    <a:pt x="6800523" y="338429"/>
                  </a:lnTo>
                  <a:lnTo>
                    <a:pt x="6800648" y="338429"/>
                  </a:lnTo>
                  <a:lnTo>
                    <a:pt x="6800773" y="338429"/>
                  </a:lnTo>
                  <a:lnTo>
                    <a:pt x="6800898" y="338429"/>
                  </a:lnTo>
                  <a:lnTo>
                    <a:pt x="6801023" y="338429"/>
                  </a:lnTo>
                  <a:lnTo>
                    <a:pt x="6801148" y="338429"/>
                  </a:lnTo>
                  <a:lnTo>
                    <a:pt x="6801273" y="338429"/>
                  </a:lnTo>
                  <a:lnTo>
                    <a:pt x="6801398" y="338429"/>
                  </a:lnTo>
                  <a:lnTo>
                    <a:pt x="6801523" y="338429"/>
                  </a:lnTo>
                  <a:lnTo>
                    <a:pt x="6801648" y="338429"/>
                  </a:lnTo>
                  <a:lnTo>
                    <a:pt x="6801773" y="338429"/>
                  </a:lnTo>
                  <a:lnTo>
                    <a:pt x="6801898" y="338429"/>
                  </a:lnTo>
                  <a:lnTo>
                    <a:pt x="6802023" y="338429"/>
                  </a:lnTo>
                  <a:lnTo>
                    <a:pt x="6802148" y="338429"/>
                  </a:lnTo>
                  <a:lnTo>
                    <a:pt x="6802273" y="338429"/>
                  </a:lnTo>
                  <a:lnTo>
                    <a:pt x="6802399" y="338429"/>
                  </a:lnTo>
                  <a:lnTo>
                    <a:pt x="6802524" y="338429"/>
                  </a:lnTo>
                  <a:lnTo>
                    <a:pt x="6802649" y="338429"/>
                  </a:lnTo>
                  <a:lnTo>
                    <a:pt x="6802774" y="338429"/>
                  </a:lnTo>
                  <a:lnTo>
                    <a:pt x="6802899" y="338429"/>
                  </a:lnTo>
                  <a:lnTo>
                    <a:pt x="6803024" y="338429"/>
                  </a:lnTo>
                  <a:lnTo>
                    <a:pt x="6803149" y="338429"/>
                  </a:lnTo>
                  <a:lnTo>
                    <a:pt x="6803274" y="338429"/>
                  </a:lnTo>
                  <a:lnTo>
                    <a:pt x="6803399" y="338429"/>
                  </a:lnTo>
                  <a:lnTo>
                    <a:pt x="6803524" y="338429"/>
                  </a:lnTo>
                  <a:lnTo>
                    <a:pt x="6803649" y="338429"/>
                  </a:lnTo>
                  <a:lnTo>
                    <a:pt x="6803774" y="338429"/>
                  </a:lnTo>
                  <a:lnTo>
                    <a:pt x="6803899" y="338429"/>
                  </a:lnTo>
                  <a:lnTo>
                    <a:pt x="6804024" y="338429"/>
                  </a:lnTo>
                  <a:lnTo>
                    <a:pt x="6804149" y="338429"/>
                  </a:lnTo>
                  <a:lnTo>
                    <a:pt x="6804274" y="338429"/>
                  </a:lnTo>
                  <a:lnTo>
                    <a:pt x="6804399" y="338429"/>
                  </a:lnTo>
                  <a:lnTo>
                    <a:pt x="6804524" y="338429"/>
                  </a:lnTo>
                  <a:lnTo>
                    <a:pt x="6804649" y="338429"/>
                  </a:lnTo>
                  <a:lnTo>
                    <a:pt x="6804774" y="338429"/>
                  </a:lnTo>
                  <a:lnTo>
                    <a:pt x="6804899" y="338429"/>
                  </a:lnTo>
                  <a:lnTo>
                    <a:pt x="6805024" y="338429"/>
                  </a:lnTo>
                  <a:lnTo>
                    <a:pt x="6805149" y="338429"/>
                  </a:lnTo>
                  <a:lnTo>
                    <a:pt x="6805274" y="338429"/>
                  </a:lnTo>
                  <a:lnTo>
                    <a:pt x="6805400" y="338429"/>
                  </a:lnTo>
                  <a:lnTo>
                    <a:pt x="6805525" y="338429"/>
                  </a:lnTo>
                  <a:lnTo>
                    <a:pt x="6805650" y="338429"/>
                  </a:lnTo>
                  <a:lnTo>
                    <a:pt x="6805775" y="338429"/>
                  </a:lnTo>
                  <a:lnTo>
                    <a:pt x="6805900" y="338429"/>
                  </a:lnTo>
                  <a:lnTo>
                    <a:pt x="6806025" y="338429"/>
                  </a:lnTo>
                  <a:lnTo>
                    <a:pt x="6806150" y="338429"/>
                  </a:lnTo>
                  <a:lnTo>
                    <a:pt x="6806275" y="338429"/>
                  </a:lnTo>
                  <a:lnTo>
                    <a:pt x="6806400" y="338429"/>
                  </a:lnTo>
                  <a:lnTo>
                    <a:pt x="6806525" y="338429"/>
                  </a:lnTo>
                  <a:lnTo>
                    <a:pt x="6806650" y="338429"/>
                  </a:lnTo>
                  <a:lnTo>
                    <a:pt x="6806775" y="338429"/>
                  </a:lnTo>
                  <a:lnTo>
                    <a:pt x="6806900" y="338429"/>
                  </a:lnTo>
                  <a:lnTo>
                    <a:pt x="6807025" y="338429"/>
                  </a:lnTo>
                  <a:lnTo>
                    <a:pt x="6807150" y="338429"/>
                  </a:lnTo>
                  <a:lnTo>
                    <a:pt x="6807275" y="338429"/>
                  </a:lnTo>
                  <a:lnTo>
                    <a:pt x="6807400" y="338429"/>
                  </a:lnTo>
                  <a:lnTo>
                    <a:pt x="6807525" y="338429"/>
                  </a:lnTo>
                  <a:lnTo>
                    <a:pt x="6807650" y="338429"/>
                  </a:lnTo>
                  <a:lnTo>
                    <a:pt x="6807775" y="338429"/>
                  </a:lnTo>
                  <a:lnTo>
                    <a:pt x="6807900" y="338429"/>
                  </a:lnTo>
                  <a:lnTo>
                    <a:pt x="6808025" y="338429"/>
                  </a:lnTo>
                  <a:lnTo>
                    <a:pt x="6808150" y="338429"/>
                  </a:lnTo>
                  <a:lnTo>
                    <a:pt x="6808275" y="338429"/>
                  </a:lnTo>
                  <a:lnTo>
                    <a:pt x="6808401" y="338429"/>
                  </a:lnTo>
                  <a:lnTo>
                    <a:pt x="6808526" y="338429"/>
                  </a:lnTo>
                  <a:lnTo>
                    <a:pt x="6808651" y="338429"/>
                  </a:lnTo>
                  <a:lnTo>
                    <a:pt x="6808776" y="338429"/>
                  </a:lnTo>
                  <a:lnTo>
                    <a:pt x="6808901" y="338429"/>
                  </a:lnTo>
                  <a:lnTo>
                    <a:pt x="6809026" y="338429"/>
                  </a:lnTo>
                  <a:lnTo>
                    <a:pt x="6809151" y="338429"/>
                  </a:lnTo>
                  <a:lnTo>
                    <a:pt x="6809276" y="338429"/>
                  </a:lnTo>
                  <a:lnTo>
                    <a:pt x="6809401" y="338429"/>
                  </a:lnTo>
                  <a:lnTo>
                    <a:pt x="6809526" y="338429"/>
                  </a:lnTo>
                  <a:lnTo>
                    <a:pt x="6809651" y="338429"/>
                  </a:lnTo>
                  <a:lnTo>
                    <a:pt x="6809776" y="338429"/>
                  </a:lnTo>
                  <a:lnTo>
                    <a:pt x="6809901" y="338429"/>
                  </a:lnTo>
                  <a:lnTo>
                    <a:pt x="6810026" y="338429"/>
                  </a:lnTo>
                  <a:lnTo>
                    <a:pt x="6810151" y="338429"/>
                  </a:lnTo>
                  <a:lnTo>
                    <a:pt x="6810276" y="338429"/>
                  </a:lnTo>
                  <a:lnTo>
                    <a:pt x="6810401" y="338429"/>
                  </a:lnTo>
                  <a:lnTo>
                    <a:pt x="6810526" y="338429"/>
                  </a:lnTo>
                  <a:lnTo>
                    <a:pt x="6810651" y="338429"/>
                  </a:lnTo>
                  <a:lnTo>
                    <a:pt x="6810776" y="338429"/>
                  </a:lnTo>
                  <a:lnTo>
                    <a:pt x="6810901" y="338429"/>
                  </a:lnTo>
                  <a:lnTo>
                    <a:pt x="6811026" y="338429"/>
                  </a:lnTo>
                  <a:lnTo>
                    <a:pt x="6811151" y="338429"/>
                  </a:lnTo>
                  <a:lnTo>
                    <a:pt x="6811276" y="338429"/>
                  </a:lnTo>
                  <a:lnTo>
                    <a:pt x="6811402" y="338429"/>
                  </a:lnTo>
                  <a:lnTo>
                    <a:pt x="6811527" y="338429"/>
                  </a:lnTo>
                  <a:lnTo>
                    <a:pt x="6811652" y="338429"/>
                  </a:lnTo>
                  <a:lnTo>
                    <a:pt x="6811777" y="338429"/>
                  </a:lnTo>
                  <a:lnTo>
                    <a:pt x="6811902" y="338429"/>
                  </a:lnTo>
                  <a:lnTo>
                    <a:pt x="6812027" y="338429"/>
                  </a:lnTo>
                  <a:lnTo>
                    <a:pt x="6812152" y="338429"/>
                  </a:lnTo>
                  <a:lnTo>
                    <a:pt x="6812277" y="338429"/>
                  </a:lnTo>
                  <a:lnTo>
                    <a:pt x="6812402" y="338429"/>
                  </a:lnTo>
                  <a:lnTo>
                    <a:pt x="6812527" y="338429"/>
                  </a:lnTo>
                  <a:lnTo>
                    <a:pt x="6812652" y="338429"/>
                  </a:lnTo>
                  <a:lnTo>
                    <a:pt x="6812777" y="338429"/>
                  </a:lnTo>
                  <a:lnTo>
                    <a:pt x="6812902" y="338429"/>
                  </a:lnTo>
                  <a:lnTo>
                    <a:pt x="6813027" y="338429"/>
                  </a:lnTo>
                  <a:lnTo>
                    <a:pt x="6813152" y="338429"/>
                  </a:lnTo>
                  <a:lnTo>
                    <a:pt x="6813277" y="338429"/>
                  </a:lnTo>
                  <a:lnTo>
                    <a:pt x="6813402" y="338429"/>
                  </a:lnTo>
                  <a:lnTo>
                    <a:pt x="6813527" y="338429"/>
                  </a:lnTo>
                  <a:lnTo>
                    <a:pt x="6813652" y="338429"/>
                  </a:lnTo>
                  <a:lnTo>
                    <a:pt x="6813777" y="338429"/>
                  </a:lnTo>
                  <a:lnTo>
                    <a:pt x="6813902" y="338429"/>
                  </a:lnTo>
                  <a:lnTo>
                    <a:pt x="6814027" y="338429"/>
                  </a:lnTo>
                  <a:lnTo>
                    <a:pt x="6814152" y="338429"/>
                  </a:lnTo>
                  <a:lnTo>
                    <a:pt x="6814277" y="338429"/>
                  </a:lnTo>
                  <a:lnTo>
                    <a:pt x="6814403" y="338429"/>
                  </a:lnTo>
                  <a:lnTo>
                    <a:pt x="6814528" y="338429"/>
                  </a:lnTo>
                  <a:lnTo>
                    <a:pt x="6814653" y="338429"/>
                  </a:lnTo>
                  <a:lnTo>
                    <a:pt x="6814778" y="338429"/>
                  </a:lnTo>
                  <a:lnTo>
                    <a:pt x="6814903" y="338429"/>
                  </a:lnTo>
                  <a:lnTo>
                    <a:pt x="6815028" y="338429"/>
                  </a:lnTo>
                  <a:lnTo>
                    <a:pt x="6815153" y="338429"/>
                  </a:lnTo>
                  <a:lnTo>
                    <a:pt x="6815278" y="338429"/>
                  </a:lnTo>
                  <a:lnTo>
                    <a:pt x="6815403" y="338429"/>
                  </a:lnTo>
                  <a:lnTo>
                    <a:pt x="6815528" y="338429"/>
                  </a:lnTo>
                  <a:lnTo>
                    <a:pt x="6815653" y="338429"/>
                  </a:lnTo>
                  <a:lnTo>
                    <a:pt x="6815778" y="338429"/>
                  </a:lnTo>
                  <a:lnTo>
                    <a:pt x="6815903" y="338429"/>
                  </a:lnTo>
                  <a:lnTo>
                    <a:pt x="6816028" y="338429"/>
                  </a:lnTo>
                  <a:lnTo>
                    <a:pt x="6816153" y="338429"/>
                  </a:lnTo>
                  <a:lnTo>
                    <a:pt x="6816278" y="338429"/>
                  </a:lnTo>
                  <a:lnTo>
                    <a:pt x="6816403" y="338429"/>
                  </a:lnTo>
                  <a:lnTo>
                    <a:pt x="6816528" y="338429"/>
                  </a:lnTo>
                  <a:lnTo>
                    <a:pt x="6816653" y="338429"/>
                  </a:lnTo>
                  <a:lnTo>
                    <a:pt x="6816778" y="338429"/>
                  </a:lnTo>
                  <a:lnTo>
                    <a:pt x="6816903" y="338429"/>
                  </a:lnTo>
                  <a:lnTo>
                    <a:pt x="6817028" y="338429"/>
                  </a:lnTo>
                  <a:lnTo>
                    <a:pt x="6817153" y="338429"/>
                  </a:lnTo>
                  <a:lnTo>
                    <a:pt x="6817278" y="338429"/>
                  </a:lnTo>
                  <a:lnTo>
                    <a:pt x="6817404" y="338429"/>
                  </a:lnTo>
                  <a:lnTo>
                    <a:pt x="6817529" y="338429"/>
                  </a:lnTo>
                  <a:lnTo>
                    <a:pt x="6817654" y="338429"/>
                  </a:lnTo>
                  <a:lnTo>
                    <a:pt x="6817779" y="338429"/>
                  </a:lnTo>
                  <a:lnTo>
                    <a:pt x="6817904" y="338429"/>
                  </a:lnTo>
                  <a:lnTo>
                    <a:pt x="6818029" y="338429"/>
                  </a:lnTo>
                  <a:lnTo>
                    <a:pt x="6818154" y="338429"/>
                  </a:lnTo>
                  <a:lnTo>
                    <a:pt x="6818279" y="338429"/>
                  </a:lnTo>
                  <a:lnTo>
                    <a:pt x="6818404" y="338429"/>
                  </a:lnTo>
                  <a:lnTo>
                    <a:pt x="6818529" y="338429"/>
                  </a:lnTo>
                  <a:lnTo>
                    <a:pt x="6818654" y="338429"/>
                  </a:lnTo>
                  <a:lnTo>
                    <a:pt x="6818779" y="338429"/>
                  </a:lnTo>
                  <a:lnTo>
                    <a:pt x="6818904" y="338429"/>
                  </a:lnTo>
                  <a:lnTo>
                    <a:pt x="6819029" y="338429"/>
                  </a:lnTo>
                  <a:lnTo>
                    <a:pt x="6819154" y="338429"/>
                  </a:lnTo>
                  <a:lnTo>
                    <a:pt x="6819279" y="338429"/>
                  </a:lnTo>
                  <a:lnTo>
                    <a:pt x="6819404" y="338429"/>
                  </a:lnTo>
                  <a:lnTo>
                    <a:pt x="6819529" y="338429"/>
                  </a:lnTo>
                  <a:lnTo>
                    <a:pt x="6819654" y="338429"/>
                  </a:lnTo>
                  <a:lnTo>
                    <a:pt x="6819779" y="338429"/>
                  </a:lnTo>
                  <a:lnTo>
                    <a:pt x="6819904" y="338429"/>
                  </a:lnTo>
                  <a:lnTo>
                    <a:pt x="6820029" y="338429"/>
                  </a:lnTo>
                  <a:lnTo>
                    <a:pt x="6820154" y="338429"/>
                  </a:lnTo>
                  <a:lnTo>
                    <a:pt x="6820279" y="338429"/>
                  </a:lnTo>
                  <a:lnTo>
                    <a:pt x="6820405" y="338429"/>
                  </a:lnTo>
                  <a:lnTo>
                    <a:pt x="6820530" y="338429"/>
                  </a:lnTo>
                  <a:lnTo>
                    <a:pt x="6820655" y="338429"/>
                  </a:lnTo>
                  <a:lnTo>
                    <a:pt x="6820780" y="338429"/>
                  </a:lnTo>
                  <a:lnTo>
                    <a:pt x="6820905" y="338429"/>
                  </a:lnTo>
                  <a:lnTo>
                    <a:pt x="6821030" y="338429"/>
                  </a:lnTo>
                  <a:lnTo>
                    <a:pt x="6821155" y="338429"/>
                  </a:lnTo>
                  <a:lnTo>
                    <a:pt x="6821280" y="338429"/>
                  </a:lnTo>
                  <a:lnTo>
                    <a:pt x="6821405" y="338429"/>
                  </a:lnTo>
                  <a:lnTo>
                    <a:pt x="6821530" y="338429"/>
                  </a:lnTo>
                  <a:lnTo>
                    <a:pt x="6821655" y="338429"/>
                  </a:lnTo>
                  <a:lnTo>
                    <a:pt x="6821780" y="338429"/>
                  </a:lnTo>
                  <a:lnTo>
                    <a:pt x="6821905" y="338429"/>
                  </a:lnTo>
                  <a:lnTo>
                    <a:pt x="6822030" y="338429"/>
                  </a:lnTo>
                  <a:lnTo>
                    <a:pt x="6822155" y="338429"/>
                  </a:lnTo>
                  <a:lnTo>
                    <a:pt x="6822280" y="338429"/>
                  </a:lnTo>
                  <a:lnTo>
                    <a:pt x="6822405" y="338429"/>
                  </a:lnTo>
                  <a:lnTo>
                    <a:pt x="6822530" y="338429"/>
                  </a:lnTo>
                  <a:lnTo>
                    <a:pt x="6822655" y="338429"/>
                  </a:lnTo>
                  <a:lnTo>
                    <a:pt x="6822780" y="338429"/>
                  </a:lnTo>
                  <a:lnTo>
                    <a:pt x="6822905" y="338429"/>
                  </a:lnTo>
                  <a:lnTo>
                    <a:pt x="6823030" y="338429"/>
                  </a:lnTo>
                  <a:lnTo>
                    <a:pt x="6823155" y="338429"/>
                  </a:lnTo>
                  <a:lnTo>
                    <a:pt x="6823280" y="338429"/>
                  </a:lnTo>
                  <a:lnTo>
                    <a:pt x="6823406" y="338429"/>
                  </a:lnTo>
                  <a:lnTo>
                    <a:pt x="6823531" y="338429"/>
                  </a:lnTo>
                  <a:lnTo>
                    <a:pt x="6823656" y="338429"/>
                  </a:lnTo>
                  <a:lnTo>
                    <a:pt x="6823781" y="338429"/>
                  </a:lnTo>
                  <a:lnTo>
                    <a:pt x="6823906" y="338429"/>
                  </a:lnTo>
                  <a:lnTo>
                    <a:pt x="6824031" y="338429"/>
                  </a:lnTo>
                  <a:lnTo>
                    <a:pt x="6824156" y="338429"/>
                  </a:lnTo>
                  <a:lnTo>
                    <a:pt x="6824281" y="338429"/>
                  </a:lnTo>
                  <a:lnTo>
                    <a:pt x="6824406" y="338429"/>
                  </a:lnTo>
                  <a:lnTo>
                    <a:pt x="6824531" y="338429"/>
                  </a:lnTo>
                  <a:lnTo>
                    <a:pt x="6824656" y="338429"/>
                  </a:lnTo>
                  <a:lnTo>
                    <a:pt x="6824781" y="338429"/>
                  </a:lnTo>
                  <a:lnTo>
                    <a:pt x="6824906" y="338429"/>
                  </a:lnTo>
                  <a:lnTo>
                    <a:pt x="6825031" y="338429"/>
                  </a:lnTo>
                  <a:lnTo>
                    <a:pt x="6825156" y="338429"/>
                  </a:lnTo>
                  <a:lnTo>
                    <a:pt x="6825281" y="338429"/>
                  </a:lnTo>
                  <a:lnTo>
                    <a:pt x="6825406" y="338429"/>
                  </a:lnTo>
                  <a:lnTo>
                    <a:pt x="6825531" y="338429"/>
                  </a:lnTo>
                  <a:lnTo>
                    <a:pt x="6825656" y="338429"/>
                  </a:lnTo>
                  <a:lnTo>
                    <a:pt x="6825781" y="338429"/>
                  </a:lnTo>
                  <a:lnTo>
                    <a:pt x="6825906" y="338429"/>
                  </a:lnTo>
                  <a:lnTo>
                    <a:pt x="6826031" y="338429"/>
                  </a:lnTo>
                  <a:lnTo>
                    <a:pt x="6826156" y="338429"/>
                  </a:lnTo>
                  <a:lnTo>
                    <a:pt x="6826281" y="338429"/>
                  </a:lnTo>
                  <a:lnTo>
                    <a:pt x="6826407" y="338429"/>
                  </a:lnTo>
                  <a:lnTo>
                    <a:pt x="6826532" y="338429"/>
                  </a:lnTo>
                  <a:lnTo>
                    <a:pt x="6826657" y="338429"/>
                  </a:lnTo>
                  <a:lnTo>
                    <a:pt x="6826782" y="338429"/>
                  </a:lnTo>
                  <a:lnTo>
                    <a:pt x="6826907" y="338429"/>
                  </a:lnTo>
                  <a:lnTo>
                    <a:pt x="6827032" y="338429"/>
                  </a:lnTo>
                  <a:lnTo>
                    <a:pt x="6827157" y="338429"/>
                  </a:lnTo>
                  <a:lnTo>
                    <a:pt x="6827282" y="338429"/>
                  </a:lnTo>
                  <a:lnTo>
                    <a:pt x="6827407" y="338429"/>
                  </a:lnTo>
                  <a:lnTo>
                    <a:pt x="6827532" y="338429"/>
                  </a:lnTo>
                  <a:lnTo>
                    <a:pt x="6827657" y="338429"/>
                  </a:lnTo>
                  <a:lnTo>
                    <a:pt x="6827782" y="338429"/>
                  </a:lnTo>
                  <a:lnTo>
                    <a:pt x="6827907" y="338429"/>
                  </a:lnTo>
                  <a:lnTo>
                    <a:pt x="6828032" y="338429"/>
                  </a:lnTo>
                  <a:lnTo>
                    <a:pt x="6828157" y="338429"/>
                  </a:lnTo>
                  <a:lnTo>
                    <a:pt x="6828282" y="338429"/>
                  </a:lnTo>
                  <a:lnTo>
                    <a:pt x="6828407" y="338429"/>
                  </a:lnTo>
                  <a:lnTo>
                    <a:pt x="6828532" y="338429"/>
                  </a:lnTo>
                  <a:lnTo>
                    <a:pt x="6828657" y="338429"/>
                  </a:lnTo>
                  <a:lnTo>
                    <a:pt x="6828782" y="338429"/>
                  </a:lnTo>
                  <a:lnTo>
                    <a:pt x="6828907" y="338429"/>
                  </a:lnTo>
                  <a:lnTo>
                    <a:pt x="6829032" y="338429"/>
                  </a:lnTo>
                  <a:lnTo>
                    <a:pt x="6829157" y="338429"/>
                  </a:lnTo>
                  <a:lnTo>
                    <a:pt x="6829283" y="338429"/>
                  </a:lnTo>
                  <a:lnTo>
                    <a:pt x="6829408" y="338429"/>
                  </a:lnTo>
                  <a:lnTo>
                    <a:pt x="6829533" y="338429"/>
                  </a:lnTo>
                  <a:lnTo>
                    <a:pt x="6829658" y="338429"/>
                  </a:lnTo>
                  <a:lnTo>
                    <a:pt x="6829783" y="338429"/>
                  </a:lnTo>
                  <a:lnTo>
                    <a:pt x="6829908" y="338429"/>
                  </a:lnTo>
                  <a:lnTo>
                    <a:pt x="6830033" y="338429"/>
                  </a:lnTo>
                  <a:lnTo>
                    <a:pt x="6830158" y="338429"/>
                  </a:lnTo>
                  <a:lnTo>
                    <a:pt x="6830283" y="338429"/>
                  </a:lnTo>
                  <a:lnTo>
                    <a:pt x="6830408" y="338429"/>
                  </a:lnTo>
                  <a:lnTo>
                    <a:pt x="6830533" y="338429"/>
                  </a:lnTo>
                  <a:lnTo>
                    <a:pt x="6830658" y="338429"/>
                  </a:lnTo>
                  <a:lnTo>
                    <a:pt x="6830783" y="338429"/>
                  </a:lnTo>
                  <a:lnTo>
                    <a:pt x="6830908" y="338429"/>
                  </a:lnTo>
                  <a:lnTo>
                    <a:pt x="6831033" y="338429"/>
                  </a:lnTo>
                  <a:lnTo>
                    <a:pt x="6831158" y="338429"/>
                  </a:lnTo>
                  <a:lnTo>
                    <a:pt x="6831283" y="338429"/>
                  </a:lnTo>
                  <a:lnTo>
                    <a:pt x="6831408" y="338429"/>
                  </a:lnTo>
                  <a:lnTo>
                    <a:pt x="6831533" y="338429"/>
                  </a:lnTo>
                  <a:lnTo>
                    <a:pt x="6831658" y="338429"/>
                  </a:lnTo>
                  <a:lnTo>
                    <a:pt x="6831783" y="338429"/>
                  </a:lnTo>
                  <a:lnTo>
                    <a:pt x="6831908" y="338429"/>
                  </a:lnTo>
                  <a:lnTo>
                    <a:pt x="6832033" y="338429"/>
                  </a:lnTo>
                  <a:lnTo>
                    <a:pt x="6832158" y="338429"/>
                  </a:lnTo>
                  <a:lnTo>
                    <a:pt x="6832284" y="338429"/>
                  </a:lnTo>
                  <a:lnTo>
                    <a:pt x="6832409" y="338429"/>
                  </a:lnTo>
                  <a:lnTo>
                    <a:pt x="6832534" y="338429"/>
                  </a:lnTo>
                  <a:lnTo>
                    <a:pt x="6832659" y="338429"/>
                  </a:lnTo>
                  <a:lnTo>
                    <a:pt x="6832784" y="338429"/>
                  </a:lnTo>
                  <a:lnTo>
                    <a:pt x="6832909" y="338429"/>
                  </a:lnTo>
                  <a:lnTo>
                    <a:pt x="6833034" y="338429"/>
                  </a:lnTo>
                  <a:lnTo>
                    <a:pt x="6833159" y="338429"/>
                  </a:lnTo>
                  <a:lnTo>
                    <a:pt x="6833284" y="338429"/>
                  </a:lnTo>
                  <a:lnTo>
                    <a:pt x="6833409" y="338429"/>
                  </a:lnTo>
                  <a:lnTo>
                    <a:pt x="6833534" y="338429"/>
                  </a:lnTo>
                  <a:lnTo>
                    <a:pt x="6833659" y="338429"/>
                  </a:lnTo>
                  <a:lnTo>
                    <a:pt x="6833784" y="338429"/>
                  </a:lnTo>
                  <a:lnTo>
                    <a:pt x="6833909" y="338429"/>
                  </a:lnTo>
                  <a:lnTo>
                    <a:pt x="6834034" y="338429"/>
                  </a:lnTo>
                  <a:lnTo>
                    <a:pt x="6834159" y="338429"/>
                  </a:lnTo>
                  <a:lnTo>
                    <a:pt x="6834284" y="338429"/>
                  </a:lnTo>
                  <a:lnTo>
                    <a:pt x="6834409" y="338429"/>
                  </a:lnTo>
                  <a:lnTo>
                    <a:pt x="6834534" y="338429"/>
                  </a:lnTo>
                  <a:lnTo>
                    <a:pt x="6834659" y="338429"/>
                  </a:lnTo>
                  <a:lnTo>
                    <a:pt x="6834784" y="338429"/>
                  </a:lnTo>
                  <a:lnTo>
                    <a:pt x="6834909" y="338429"/>
                  </a:lnTo>
                  <a:lnTo>
                    <a:pt x="6835034" y="338429"/>
                  </a:lnTo>
                  <a:lnTo>
                    <a:pt x="6835159" y="338429"/>
                  </a:lnTo>
                  <a:lnTo>
                    <a:pt x="6835285" y="338429"/>
                  </a:lnTo>
                  <a:lnTo>
                    <a:pt x="6835410" y="338429"/>
                  </a:lnTo>
                  <a:lnTo>
                    <a:pt x="6835535" y="338429"/>
                  </a:lnTo>
                  <a:lnTo>
                    <a:pt x="6835660" y="338429"/>
                  </a:lnTo>
                  <a:lnTo>
                    <a:pt x="6835785" y="338429"/>
                  </a:lnTo>
                  <a:lnTo>
                    <a:pt x="6835910" y="338429"/>
                  </a:lnTo>
                  <a:lnTo>
                    <a:pt x="6836035" y="338429"/>
                  </a:lnTo>
                  <a:lnTo>
                    <a:pt x="6836160" y="338429"/>
                  </a:lnTo>
                  <a:lnTo>
                    <a:pt x="6836285" y="338429"/>
                  </a:lnTo>
                  <a:lnTo>
                    <a:pt x="6836410" y="338429"/>
                  </a:lnTo>
                  <a:lnTo>
                    <a:pt x="6836535" y="338429"/>
                  </a:lnTo>
                  <a:lnTo>
                    <a:pt x="6836660" y="338429"/>
                  </a:lnTo>
                  <a:lnTo>
                    <a:pt x="6836785" y="338429"/>
                  </a:lnTo>
                  <a:lnTo>
                    <a:pt x="6836910" y="338429"/>
                  </a:lnTo>
                  <a:lnTo>
                    <a:pt x="6837035" y="338429"/>
                  </a:lnTo>
                  <a:lnTo>
                    <a:pt x="6837160" y="338429"/>
                  </a:lnTo>
                  <a:lnTo>
                    <a:pt x="6837285" y="338429"/>
                  </a:lnTo>
                  <a:lnTo>
                    <a:pt x="6837410" y="338429"/>
                  </a:lnTo>
                  <a:lnTo>
                    <a:pt x="6837535" y="338429"/>
                  </a:lnTo>
                  <a:lnTo>
                    <a:pt x="6837660" y="338429"/>
                  </a:lnTo>
                  <a:lnTo>
                    <a:pt x="6837785" y="338429"/>
                  </a:lnTo>
                  <a:lnTo>
                    <a:pt x="6837910" y="338429"/>
                  </a:lnTo>
                  <a:lnTo>
                    <a:pt x="6838035" y="338429"/>
                  </a:lnTo>
                  <a:lnTo>
                    <a:pt x="6838160" y="338429"/>
                  </a:lnTo>
                  <a:lnTo>
                    <a:pt x="6838286" y="338429"/>
                  </a:lnTo>
                  <a:lnTo>
                    <a:pt x="6838411" y="338429"/>
                  </a:lnTo>
                  <a:lnTo>
                    <a:pt x="6838536" y="338429"/>
                  </a:lnTo>
                  <a:lnTo>
                    <a:pt x="6838661" y="338429"/>
                  </a:lnTo>
                  <a:lnTo>
                    <a:pt x="6838786" y="338429"/>
                  </a:lnTo>
                  <a:lnTo>
                    <a:pt x="6838911" y="338429"/>
                  </a:lnTo>
                  <a:lnTo>
                    <a:pt x="6839036" y="338429"/>
                  </a:lnTo>
                  <a:lnTo>
                    <a:pt x="6839161" y="338429"/>
                  </a:lnTo>
                  <a:lnTo>
                    <a:pt x="6839286" y="338429"/>
                  </a:lnTo>
                  <a:lnTo>
                    <a:pt x="6839411" y="338429"/>
                  </a:lnTo>
                  <a:lnTo>
                    <a:pt x="6839536" y="338429"/>
                  </a:lnTo>
                  <a:lnTo>
                    <a:pt x="6839661" y="338429"/>
                  </a:lnTo>
                  <a:lnTo>
                    <a:pt x="6839786" y="338429"/>
                  </a:lnTo>
                  <a:lnTo>
                    <a:pt x="6839911" y="338429"/>
                  </a:lnTo>
                  <a:lnTo>
                    <a:pt x="6840036" y="338429"/>
                  </a:lnTo>
                  <a:lnTo>
                    <a:pt x="6840161" y="338429"/>
                  </a:lnTo>
                  <a:lnTo>
                    <a:pt x="6840286" y="338429"/>
                  </a:lnTo>
                  <a:lnTo>
                    <a:pt x="6840411" y="338429"/>
                  </a:lnTo>
                  <a:lnTo>
                    <a:pt x="6840536" y="338429"/>
                  </a:lnTo>
                  <a:lnTo>
                    <a:pt x="6840661" y="338429"/>
                  </a:lnTo>
                  <a:lnTo>
                    <a:pt x="6840786" y="338429"/>
                  </a:lnTo>
                  <a:lnTo>
                    <a:pt x="6840911" y="338429"/>
                  </a:lnTo>
                  <a:lnTo>
                    <a:pt x="6841036" y="338429"/>
                  </a:lnTo>
                  <a:lnTo>
                    <a:pt x="6841161" y="338429"/>
                  </a:lnTo>
                  <a:lnTo>
                    <a:pt x="6841287" y="338429"/>
                  </a:lnTo>
                  <a:lnTo>
                    <a:pt x="6841412" y="338429"/>
                  </a:lnTo>
                  <a:lnTo>
                    <a:pt x="6841537" y="338429"/>
                  </a:lnTo>
                  <a:lnTo>
                    <a:pt x="6841662" y="338429"/>
                  </a:lnTo>
                  <a:lnTo>
                    <a:pt x="6841787" y="338429"/>
                  </a:lnTo>
                  <a:lnTo>
                    <a:pt x="6841912" y="338429"/>
                  </a:lnTo>
                  <a:lnTo>
                    <a:pt x="6842037" y="338429"/>
                  </a:lnTo>
                  <a:lnTo>
                    <a:pt x="6842162" y="338429"/>
                  </a:lnTo>
                  <a:lnTo>
                    <a:pt x="6842287" y="338429"/>
                  </a:lnTo>
                  <a:lnTo>
                    <a:pt x="6842412" y="338429"/>
                  </a:lnTo>
                  <a:lnTo>
                    <a:pt x="6842537" y="338429"/>
                  </a:lnTo>
                  <a:lnTo>
                    <a:pt x="6842662" y="338429"/>
                  </a:lnTo>
                  <a:lnTo>
                    <a:pt x="6842787" y="338429"/>
                  </a:lnTo>
                  <a:lnTo>
                    <a:pt x="6842912" y="338429"/>
                  </a:lnTo>
                  <a:lnTo>
                    <a:pt x="6843037" y="338429"/>
                  </a:lnTo>
                  <a:lnTo>
                    <a:pt x="6843162" y="338429"/>
                  </a:lnTo>
                  <a:lnTo>
                    <a:pt x="6843287" y="338429"/>
                  </a:lnTo>
                  <a:lnTo>
                    <a:pt x="6843412" y="338429"/>
                  </a:lnTo>
                  <a:lnTo>
                    <a:pt x="6843537" y="338429"/>
                  </a:lnTo>
                  <a:lnTo>
                    <a:pt x="6843662" y="338429"/>
                  </a:lnTo>
                  <a:lnTo>
                    <a:pt x="6843787" y="338429"/>
                  </a:lnTo>
                  <a:lnTo>
                    <a:pt x="6843912" y="338429"/>
                  </a:lnTo>
                  <a:lnTo>
                    <a:pt x="6844037" y="338429"/>
                  </a:lnTo>
                  <a:lnTo>
                    <a:pt x="6844162" y="338429"/>
                  </a:lnTo>
                  <a:lnTo>
                    <a:pt x="6844288" y="338429"/>
                  </a:lnTo>
                  <a:lnTo>
                    <a:pt x="6844413" y="338429"/>
                  </a:lnTo>
                  <a:lnTo>
                    <a:pt x="6844538" y="338429"/>
                  </a:lnTo>
                  <a:lnTo>
                    <a:pt x="6844663" y="338429"/>
                  </a:lnTo>
                  <a:lnTo>
                    <a:pt x="6844788" y="338429"/>
                  </a:lnTo>
                  <a:lnTo>
                    <a:pt x="6844913" y="338429"/>
                  </a:lnTo>
                  <a:lnTo>
                    <a:pt x="6845038" y="338429"/>
                  </a:lnTo>
                  <a:lnTo>
                    <a:pt x="6845163" y="338429"/>
                  </a:lnTo>
                  <a:lnTo>
                    <a:pt x="6845288" y="338429"/>
                  </a:lnTo>
                  <a:lnTo>
                    <a:pt x="6845413" y="338429"/>
                  </a:lnTo>
                  <a:lnTo>
                    <a:pt x="6845538" y="338429"/>
                  </a:lnTo>
                  <a:lnTo>
                    <a:pt x="6845663" y="338429"/>
                  </a:lnTo>
                  <a:lnTo>
                    <a:pt x="6845788" y="338429"/>
                  </a:lnTo>
                  <a:lnTo>
                    <a:pt x="6845913" y="338429"/>
                  </a:lnTo>
                  <a:lnTo>
                    <a:pt x="6846038" y="338429"/>
                  </a:lnTo>
                  <a:lnTo>
                    <a:pt x="6846163" y="338429"/>
                  </a:lnTo>
                  <a:lnTo>
                    <a:pt x="6846288" y="338429"/>
                  </a:lnTo>
                  <a:lnTo>
                    <a:pt x="6846413" y="338429"/>
                  </a:lnTo>
                  <a:lnTo>
                    <a:pt x="6846538" y="338429"/>
                  </a:lnTo>
                  <a:lnTo>
                    <a:pt x="6846663" y="338429"/>
                  </a:lnTo>
                  <a:lnTo>
                    <a:pt x="6846788" y="338429"/>
                  </a:lnTo>
                  <a:lnTo>
                    <a:pt x="6846913" y="338429"/>
                  </a:lnTo>
                  <a:lnTo>
                    <a:pt x="6847038" y="338429"/>
                  </a:lnTo>
                  <a:lnTo>
                    <a:pt x="6847038" y="328476"/>
                  </a:lnTo>
                  <a:lnTo>
                    <a:pt x="6847163" y="328476"/>
                  </a:lnTo>
                  <a:lnTo>
                    <a:pt x="6847289" y="328476"/>
                  </a:lnTo>
                  <a:lnTo>
                    <a:pt x="6847414" y="328476"/>
                  </a:lnTo>
                  <a:lnTo>
                    <a:pt x="6847539" y="328476"/>
                  </a:lnTo>
                  <a:lnTo>
                    <a:pt x="6847664" y="328476"/>
                  </a:lnTo>
                  <a:lnTo>
                    <a:pt x="6847789" y="328476"/>
                  </a:lnTo>
                  <a:lnTo>
                    <a:pt x="6847914" y="328476"/>
                  </a:lnTo>
                  <a:lnTo>
                    <a:pt x="6848039" y="328476"/>
                  </a:lnTo>
                  <a:lnTo>
                    <a:pt x="6848164" y="328476"/>
                  </a:lnTo>
                  <a:lnTo>
                    <a:pt x="6848289" y="328476"/>
                  </a:lnTo>
                  <a:lnTo>
                    <a:pt x="6848414" y="328476"/>
                  </a:lnTo>
                  <a:lnTo>
                    <a:pt x="6848539" y="328476"/>
                  </a:lnTo>
                  <a:lnTo>
                    <a:pt x="6848664" y="328476"/>
                  </a:lnTo>
                  <a:lnTo>
                    <a:pt x="6848789" y="328476"/>
                  </a:lnTo>
                  <a:lnTo>
                    <a:pt x="6848914" y="328476"/>
                  </a:lnTo>
                  <a:lnTo>
                    <a:pt x="6849039" y="328476"/>
                  </a:lnTo>
                  <a:lnTo>
                    <a:pt x="6849164" y="328476"/>
                  </a:lnTo>
                  <a:lnTo>
                    <a:pt x="6849289" y="328476"/>
                  </a:lnTo>
                  <a:lnTo>
                    <a:pt x="6849414" y="328476"/>
                  </a:lnTo>
                  <a:lnTo>
                    <a:pt x="6849539" y="328476"/>
                  </a:lnTo>
                  <a:lnTo>
                    <a:pt x="6849664" y="328476"/>
                  </a:lnTo>
                  <a:lnTo>
                    <a:pt x="6849789" y="328476"/>
                  </a:lnTo>
                  <a:lnTo>
                    <a:pt x="6849914" y="328476"/>
                  </a:lnTo>
                  <a:lnTo>
                    <a:pt x="6850039" y="328476"/>
                  </a:lnTo>
                  <a:lnTo>
                    <a:pt x="6850164" y="328476"/>
                  </a:lnTo>
                  <a:lnTo>
                    <a:pt x="6850290" y="328476"/>
                  </a:lnTo>
                  <a:lnTo>
                    <a:pt x="6850415" y="328476"/>
                  </a:lnTo>
                  <a:lnTo>
                    <a:pt x="6850540" y="328476"/>
                  </a:lnTo>
                  <a:lnTo>
                    <a:pt x="6850665" y="328476"/>
                  </a:lnTo>
                  <a:lnTo>
                    <a:pt x="6850790" y="328476"/>
                  </a:lnTo>
                  <a:lnTo>
                    <a:pt x="6850915" y="328476"/>
                  </a:lnTo>
                  <a:lnTo>
                    <a:pt x="6851040" y="328476"/>
                  </a:lnTo>
                  <a:lnTo>
                    <a:pt x="6851165" y="328476"/>
                  </a:lnTo>
                  <a:lnTo>
                    <a:pt x="6851290" y="328476"/>
                  </a:lnTo>
                  <a:lnTo>
                    <a:pt x="6851415" y="328476"/>
                  </a:lnTo>
                  <a:lnTo>
                    <a:pt x="6851540" y="328476"/>
                  </a:lnTo>
                  <a:lnTo>
                    <a:pt x="6851665" y="328476"/>
                  </a:lnTo>
                  <a:lnTo>
                    <a:pt x="6851790" y="328476"/>
                  </a:lnTo>
                  <a:lnTo>
                    <a:pt x="6851915" y="328476"/>
                  </a:lnTo>
                  <a:lnTo>
                    <a:pt x="6852040" y="328476"/>
                  </a:lnTo>
                  <a:lnTo>
                    <a:pt x="6852165" y="328476"/>
                  </a:lnTo>
                  <a:lnTo>
                    <a:pt x="6852290" y="328476"/>
                  </a:lnTo>
                  <a:lnTo>
                    <a:pt x="6852415" y="328476"/>
                  </a:lnTo>
                  <a:lnTo>
                    <a:pt x="6852540" y="328476"/>
                  </a:lnTo>
                  <a:lnTo>
                    <a:pt x="6852665" y="328476"/>
                  </a:lnTo>
                  <a:lnTo>
                    <a:pt x="6852790" y="328476"/>
                  </a:lnTo>
                  <a:lnTo>
                    <a:pt x="6852915" y="328476"/>
                  </a:lnTo>
                  <a:lnTo>
                    <a:pt x="6853040" y="328476"/>
                  </a:lnTo>
                  <a:lnTo>
                    <a:pt x="6853165" y="328476"/>
                  </a:lnTo>
                  <a:lnTo>
                    <a:pt x="6853291" y="328476"/>
                  </a:lnTo>
                  <a:lnTo>
                    <a:pt x="6853416" y="328476"/>
                  </a:lnTo>
                  <a:lnTo>
                    <a:pt x="6853541" y="328476"/>
                  </a:lnTo>
                  <a:lnTo>
                    <a:pt x="6853666" y="328476"/>
                  </a:lnTo>
                  <a:lnTo>
                    <a:pt x="6853791" y="328476"/>
                  </a:lnTo>
                  <a:lnTo>
                    <a:pt x="6853916" y="328476"/>
                  </a:lnTo>
                  <a:lnTo>
                    <a:pt x="6854041" y="328476"/>
                  </a:lnTo>
                  <a:lnTo>
                    <a:pt x="6854166" y="328476"/>
                  </a:lnTo>
                  <a:lnTo>
                    <a:pt x="6854291" y="328476"/>
                  </a:lnTo>
                  <a:lnTo>
                    <a:pt x="6854416" y="328476"/>
                  </a:lnTo>
                  <a:lnTo>
                    <a:pt x="6854541" y="328476"/>
                  </a:lnTo>
                  <a:lnTo>
                    <a:pt x="6854666" y="328476"/>
                  </a:lnTo>
                  <a:lnTo>
                    <a:pt x="6854791" y="328476"/>
                  </a:lnTo>
                  <a:lnTo>
                    <a:pt x="6854916" y="328476"/>
                  </a:lnTo>
                  <a:lnTo>
                    <a:pt x="6855041" y="328476"/>
                  </a:lnTo>
                  <a:lnTo>
                    <a:pt x="6855166" y="328476"/>
                  </a:lnTo>
                  <a:lnTo>
                    <a:pt x="6855291" y="328476"/>
                  </a:lnTo>
                  <a:lnTo>
                    <a:pt x="6855416" y="328476"/>
                  </a:lnTo>
                  <a:lnTo>
                    <a:pt x="6855541" y="328476"/>
                  </a:lnTo>
                  <a:lnTo>
                    <a:pt x="6855666" y="328476"/>
                  </a:lnTo>
                  <a:lnTo>
                    <a:pt x="6855791" y="328476"/>
                  </a:lnTo>
                  <a:lnTo>
                    <a:pt x="6855916" y="328476"/>
                  </a:lnTo>
                  <a:lnTo>
                    <a:pt x="6856041" y="328476"/>
                  </a:lnTo>
                  <a:lnTo>
                    <a:pt x="6856166" y="328476"/>
                  </a:lnTo>
                  <a:lnTo>
                    <a:pt x="6856292" y="328476"/>
                  </a:lnTo>
                  <a:lnTo>
                    <a:pt x="6856417" y="328476"/>
                  </a:lnTo>
                  <a:lnTo>
                    <a:pt x="6856542" y="328476"/>
                  </a:lnTo>
                  <a:lnTo>
                    <a:pt x="6856667" y="328476"/>
                  </a:lnTo>
                  <a:lnTo>
                    <a:pt x="6856792" y="328476"/>
                  </a:lnTo>
                  <a:lnTo>
                    <a:pt x="6856917" y="328476"/>
                  </a:lnTo>
                  <a:lnTo>
                    <a:pt x="6857042" y="328476"/>
                  </a:lnTo>
                  <a:lnTo>
                    <a:pt x="6857167" y="328476"/>
                  </a:lnTo>
                  <a:lnTo>
                    <a:pt x="6857292" y="328476"/>
                  </a:lnTo>
                  <a:lnTo>
                    <a:pt x="6857417" y="328476"/>
                  </a:lnTo>
                  <a:lnTo>
                    <a:pt x="6857542" y="328476"/>
                  </a:lnTo>
                  <a:lnTo>
                    <a:pt x="6857667" y="328476"/>
                  </a:lnTo>
                  <a:lnTo>
                    <a:pt x="6857792" y="328476"/>
                  </a:lnTo>
                  <a:lnTo>
                    <a:pt x="6857917" y="328476"/>
                  </a:lnTo>
                  <a:lnTo>
                    <a:pt x="6858042" y="328476"/>
                  </a:lnTo>
                  <a:lnTo>
                    <a:pt x="6858167" y="328476"/>
                  </a:lnTo>
                  <a:lnTo>
                    <a:pt x="6858292" y="328476"/>
                  </a:lnTo>
                  <a:lnTo>
                    <a:pt x="6858417" y="328476"/>
                  </a:lnTo>
                  <a:lnTo>
                    <a:pt x="6858542" y="328476"/>
                  </a:lnTo>
                  <a:lnTo>
                    <a:pt x="6858667" y="328476"/>
                  </a:lnTo>
                  <a:lnTo>
                    <a:pt x="6858792" y="328476"/>
                  </a:lnTo>
                  <a:lnTo>
                    <a:pt x="6858917" y="328476"/>
                  </a:lnTo>
                  <a:lnTo>
                    <a:pt x="6859042" y="328476"/>
                  </a:lnTo>
                  <a:lnTo>
                    <a:pt x="6859167" y="328476"/>
                  </a:lnTo>
                  <a:lnTo>
                    <a:pt x="6859293" y="328476"/>
                  </a:lnTo>
                  <a:lnTo>
                    <a:pt x="6859418" y="328476"/>
                  </a:lnTo>
                  <a:lnTo>
                    <a:pt x="6859543" y="328476"/>
                  </a:lnTo>
                  <a:lnTo>
                    <a:pt x="6859668" y="328476"/>
                  </a:lnTo>
                  <a:lnTo>
                    <a:pt x="6859793" y="328476"/>
                  </a:lnTo>
                  <a:lnTo>
                    <a:pt x="6859918" y="328476"/>
                  </a:lnTo>
                  <a:lnTo>
                    <a:pt x="6860043" y="328476"/>
                  </a:lnTo>
                  <a:lnTo>
                    <a:pt x="6860168" y="328476"/>
                  </a:lnTo>
                  <a:lnTo>
                    <a:pt x="6860293" y="328476"/>
                  </a:lnTo>
                  <a:lnTo>
                    <a:pt x="6860418" y="328476"/>
                  </a:lnTo>
                  <a:lnTo>
                    <a:pt x="6860543" y="328476"/>
                  </a:lnTo>
                  <a:lnTo>
                    <a:pt x="6860668" y="328476"/>
                  </a:lnTo>
                  <a:lnTo>
                    <a:pt x="6860793" y="328476"/>
                  </a:lnTo>
                  <a:lnTo>
                    <a:pt x="6860918" y="328476"/>
                  </a:lnTo>
                  <a:lnTo>
                    <a:pt x="6861043" y="328476"/>
                  </a:lnTo>
                  <a:lnTo>
                    <a:pt x="6861168" y="328476"/>
                  </a:lnTo>
                  <a:lnTo>
                    <a:pt x="6861293" y="328476"/>
                  </a:lnTo>
                  <a:lnTo>
                    <a:pt x="6861418" y="328476"/>
                  </a:lnTo>
                  <a:lnTo>
                    <a:pt x="6861543" y="328476"/>
                  </a:lnTo>
                  <a:lnTo>
                    <a:pt x="6861668" y="328476"/>
                  </a:lnTo>
                  <a:lnTo>
                    <a:pt x="6861793" y="328476"/>
                  </a:lnTo>
                  <a:lnTo>
                    <a:pt x="6861918" y="328476"/>
                  </a:lnTo>
                  <a:lnTo>
                    <a:pt x="6862043" y="328476"/>
                  </a:lnTo>
                  <a:lnTo>
                    <a:pt x="6862168" y="328476"/>
                  </a:lnTo>
                  <a:lnTo>
                    <a:pt x="6862294" y="328476"/>
                  </a:lnTo>
                  <a:lnTo>
                    <a:pt x="6862419" y="328476"/>
                  </a:lnTo>
                  <a:lnTo>
                    <a:pt x="6862544" y="328476"/>
                  </a:lnTo>
                  <a:lnTo>
                    <a:pt x="6862669" y="328476"/>
                  </a:lnTo>
                  <a:lnTo>
                    <a:pt x="6862794" y="328476"/>
                  </a:lnTo>
                  <a:lnTo>
                    <a:pt x="6862919" y="328476"/>
                  </a:lnTo>
                  <a:lnTo>
                    <a:pt x="6863044" y="328476"/>
                  </a:lnTo>
                  <a:lnTo>
                    <a:pt x="6863169" y="328476"/>
                  </a:lnTo>
                  <a:lnTo>
                    <a:pt x="6863294" y="328476"/>
                  </a:lnTo>
                  <a:lnTo>
                    <a:pt x="6863419" y="328476"/>
                  </a:lnTo>
                  <a:lnTo>
                    <a:pt x="6863544" y="328476"/>
                  </a:lnTo>
                  <a:lnTo>
                    <a:pt x="6863669" y="328476"/>
                  </a:lnTo>
                  <a:lnTo>
                    <a:pt x="6863794" y="328476"/>
                  </a:lnTo>
                  <a:lnTo>
                    <a:pt x="6863919" y="328476"/>
                  </a:lnTo>
                  <a:lnTo>
                    <a:pt x="6864044" y="328476"/>
                  </a:lnTo>
                  <a:lnTo>
                    <a:pt x="6864169" y="328476"/>
                  </a:lnTo>
                  <a:lnTo>
                    <a:pt x="6864294" y="328476"/>
                  </a:lnTo>
                  <a:lnTo>
                    <a:pt x="6864419" y="328476"/>
                  </a:lnTo>
                  <a:lnTo>
                    <a:pt x="6864544" y="328476"/>
                  </a:lnTo>
                  <a:lnTo>
                    <a:pt x="6864669" y="328476"/>
                  </a:lnTo>
                  <a:lnTo>
                    <a:pt x="6864794" y="328476"/>
                  </a:lnTo>
                  <a:lnTo>
                    <a:pt x="6864919" y="328476"/>
                  </a:lnTo>
                  <a:lnTo>
                    <a:pt x="6865044" y="328476"/>
                  </a:lnTo>
                  <a:lnTo>
                    <a:pt x="6865169" y="328476"/>
                  </a:lnTo>
                  <a:lnTo>
                    <a:pt x="6865295" y="328476"/>
                  </a:lnTo>
                  <a:lnTo>
                    <a:pt x="6865420" y="328476"/>
                  </a:lnTo>
                  <a:lnTo>
                    <a:pt x="6865545" y="328476"/>
                  </a:lnTo>
                  <a:lnTo>
                    <a:pt x="6865670" y="328476"/>
                  </a:lnTo>
                  <a:lnTo>
                    <a:pt x="6865795" y="328476"/>
                  </a:lnTo>
                  <a:lnTo>
                    <a:pt x="6865920" y="328476"/>
                  </a:lnTo>
                  <a:lnTo>
                    <a:pt x="6866045" y="328476"/>
                  </a:lnTo>
                  <a:lnTo>
                    <a:pt x="6866170" y="328476"/>
                  </a:lnTo>
                  <a:lnTo>
                    <a:pt x="6866295" y="328476"/>
                  </a:lnTo>
                  <a:lnTo>
                    <a:pt x="6866420" y="328476"/>
                  </a:lnTo>
                  <a:lnTo>
                    <a:pt x="6866545" y="328476"/>
                  </a:lnTo>
                  <a:lnTo>
                    <a:pt x="6866670" y="328476"/>
                  </a:lnTo>
                  <a:lnTo>
                    <a:pt x="6866795" y="328476"/>
                  </a:lnTo>
                  <a:lnTo>
                    <a:pt x="6866920" y="328476"/>
                  </a:lnTo>
                  <a:lnTo>
                    <a:pt x="6867045" y="328476"/>
                  </a:lnTo>
                  <a:lnTo>
                    <a:pt x="6867170" y="328476"/>
                  </a:lnTo>
                  <a:lnTo>
                    <a:pt x="6867295" y="328476"/>
                  </a:lnTo>
                  <a:lnTo>
                    <a:pt x="6867420" y="328476"/>
                  </a:lnTo>
                  <a:lnTo>
                    <a:pt x="6867545" y="328476"/>
                  </a:lnTo>
                  <a:lnTo>
                    <a:pt x="6867670" y="328476"/>
                  </a:lnTo>
                  <a:lnTo>
                    <a:pt x="6867795" y="328476"/>
                  </a:lnTo>
                  <a:lnTo>
                    <a:pt x="6867920" y="328476"/>
                  </a:lnTo>
                  <a:lnTo>
                    <a:pt x="6868045" y="328476"/>
                  </a:lnTo>
                  <a:lnTo>
                    <a:pt x="6868171" y="328476"/>
                  </a:lnTo>
                  <a:lnTo>
                    <a:pt x="6868296" y="328476"/>
                  </a:lnTo>
                  <a:lnTo>
                    <a:pt x="6868421" y="328476"/>
                  </a:lnTo>
                  <a:lnTo>
                    <a:pt x="6868546" y="328476"/>
                  </a:lnTo>
                  <a:lnTo>
                    <a:pt x="6868671" y="328476"/>
                  </a:lnTo>
                  <a:lnTo>
                    <a:pt x="6868796" y="328476"/>
                  </a:lnTo>
                  <a:lnTo>
                    <a:pt x="6868921" y="328476"/>
                  </a:lnTo>
                  <a:lnTo>
                    <a:pt x="6869046" y="328476"/>
                  </a:lnTo>
                  <a:lnTo>
                    <a:pt x="6869171" y="328476"/>
                  </a:lnTo>
                  <a:lnTo>
                    <a:pt x="6869296" y="328476"/>
                  </a:lnTo>
                  <a:lnTo>
                    <a:pt x="6869421" y="328476"/>
                  </a:lnTo>
                  <a:lnTo>
                    <a:pt x="6869546" y="328476"/>
                  </a:lnTo>
                  <a:lnTo>
                    <a:pt x="6869671" y="328476"/>
                  </a:lnTo>
                  <a:lnTo>
                    <a:pt x="6869796" y="328476"/>
                  </a:lnTo>
                  <a:lnTo>
                    <a:pt x="6869921" y="328476"/>
                  </a:lnTo>
                  <a:lnTo>
                    <a:pt x="6870046" y="328476"/>
                  </a:lnTo>
                  <a:lnTo>
                    <a:pt x="6870171" y="328476"/>
                  </a:lnTo>
                  <a:lnTo>
                    <a:pt x="6870296" y="328476"/>
                  </a:lnTo>
                  <a:lnTo>
                    <a:pt x="6870421" y="328476"/>
                  </a:lnTo>
                  <a:lnTo>
                    <a:pt x="6870546" y="328476"/>
                  </a:lnTo>
                  <a:lnTo>
                    <a:pt x="6870671" y="328476"/>
                  </a:lnTo>
                  <a:lnTo>
                    <a:pt x="6870796" y="328476"/>
                  </a:lnTo>
                  <a:lnTo>
                    <a:pt x="6870921" y="328476"/>
                  </a:lnTo>
                  <a:lnTo>
                    <a:pt x="6871046" y="328476"/>
                  </a:lnTo>
                  <a:lnTo>
                    <a:pt x="6871172" y="328476"/>
                  </a:lnTo>
                  <a:lnTo>
                    <a:pt x="6871297" y="328476"/>
                  </a:lnTo>
                  <a:lnTo>
                    <a:pt x="6871422" y="328476"/>
                  </a:lnTo>
                  <a:lnTo>
                    <a:pt x="6871547" y="328476"/>
                  </a:lnTo>
                  <a:lnTo>
                    <a:pt x="6871672" y="328476"/>
                  </a:lnTo>
                  <a:lnTo>
                    <a:pt x="6871797" y="328476"/>
                  </a:lnTo>
                  <a:lnTo>
                    <a:pt x="6871922" y="328476"/>
                  </a:lnTo>
                  <a:lnTo>
                    <a:pt x="6872047" y="328476"/>
                  </a:lnTo>
                  <a:lnTo>
                    <a:pt x="6872172" y="328476"/>
                  </a:lnTo>
                  <a:lnTo>
                    <a:pt x="6872297" y="328476"/>
                  </a:lnTo>
                  <a:lnTo>
                    <a:pt x="6872422" y="328476"/>
                  </a:lnTo>
                  <a:lnTo>
                    <a:pt x="6872547" y="328476"/>
                  </a:lnTo>
                  <a:lnTo>
                    <a:pt x="6872672" y="328476"/>
                  </a:lnTo>
                  <a:lnTo>
                    <a:pt x="6872797" y="328476"/>
                  </a:lnTo>
                  <a:lnTo>
                    <a:pt x="6872922" y="328476"/>
                  </a:lnTo>
                  <a:lnTo>
                    <a:pt x="6873047" y="328476"/>
                  </a:lnTo>
                  <a:lnTo>
                    <a:pt x="6873172" y="328476"/>
                  </a:lnTo>
                  <a:lnTo>
                    <a:pt x="6873297" y="328476"/>
                  </a:lnTo>
                  <a:lnTo>
                    <a:pt x="6873422" y="328476"/>
                  </a:lnTo>
                  <a:lnTo>
                    <a:pt x="6873547" y="328476"/>
                  </a:lnTo>
                  <a:lnTo>
                    <a:pt x="6873672" y="328476"/>
                  </a:lnTo>
                  <a:lnTo>
                    <a:pt x="6873797" y="328476"/>
                  </a:lnTo>
                  <a:lnTo>
                    <a:pt x="6873922" y="328476"/>
                  </a:lnTo>
                  <a:lnTo>
                    <a:pt x="6874047" y="328476"/>
                  </a:lnTo>
                  <a:lnTo>
                    <a:pt x="6874173" y="328476"/>
                  </a:lnTo>
                  <a:lnTo>
                    <a:pt x="6874298" y="328476"/>
                  </a:lnTo>
                  <a:lnTo>
                    <a:pt x="6874423" y="328476"/>
                  </a:lnTo>
                  <a:lnTo>
                    <a:pt x="6874548" y="328476"/>
                  </a:lnTo>
                  <a:lnTo>
                    <a:pt x="6874673" y="328476"/>
                  </a:lnTo>
                  <a:lnTo>
                    <a:pt x="6874798" y="328476"/>
                  </a:lnTo>
                  <a:lnTo>
                    <a:pt x="6874923" y="328476"/>
                  </a:lnTo>
                  <a:lnTo>
                    <a:pt x="6875048" y="328476"/>
                  </a:lnTo>
                  <a:lnTo>
                    <a:pt x="6875173" y="328476"/>
                  </a:lnTo>
                  <a:lnTo>
                    <a:pt x="6875298" y="328476"/>
                  </a:lnTo>
                  <a:lnTo>
                    <a:pt x="6875423" y="328476"/>
                  </a:lnTo>
                  <a:lnTo>
                    <a:pt x="6875548" y="328476"/>
                  </a:lnTo>
                  <a:lnTo>
                    <a:pt x="6875673" y="328476"/>
                  </a:lnTo>
                  <a:lnTo>
                    <a:pt x="6875798" y="328476"/>
                  </a:lnTo>
                  <a:lnTo>
                    <a:pt x="6875923" y="328476"/>
                  </a:lnTo>
                  <a:lnTo>
                    <a:pt x="6876048" y="328476"/>
                  </a:lnTo>
                  <a:lnTo>
                    <a:pt x="6876173" y="328476"/>
                  </a:lnTo>
                  <a:lnTo>
                    <a:pt x="6876298" y="328476"/>
                  </a:lnTo>
                  <a:lnTo>
                    <a:pt x="6876423" y="328476"/>
                  </a:lnTo>
                  <a:lnTo>
                    <a:pt x="6876548" y="328476"/>
                  </a:lnTo>
                  <a:lnTo>
                    <a:pt x="6876673" y="328476"/>
                  </a:lnTo>
                  <a:lnTo>
                    <a:pt x="6876798" y="328476"/>
                  </a:lnTo>
                  <a:lnTo>
                    <a:pt x="6876923" y="328476"/>
                  </a:lnTo>
                  <a:lnTo>
                    <a:pt x="6877048" y="328476"/>
                  </a:lnTo>
                  <a:lnTo>
                    <a:pt x="6877174" y="328476"/>
                  </a:lnTo>
                  <a:lnTo>
                    <a:pt x="6877299" y="328476"/>
                  </a:lnTo>
                  <a:lnTo>
                    <a:pt x="6877424" y="328476"/>
                  </a:lnTo>
                  <a:lnTo>
                    <a:pt x="6877549" y="328476"/>
                  </a:lnTo>
                  <a:lnTo>
                    <a:pt x="6877674" y="328476"/>
                  </a:lnTo>
                  <a:lnTo>
                    <a:pt x="6877799" y="328476"/>
                  </a:lnTo>
                  <a:lnTo>
                    <a:pt x="6877924" y="328476"/>
                  </a:lnTo>
                  <a:lnTo>
                    <a:pt x="6878049" y="328476"/>
                  </a:lnTo>
                  <a:lnTo>
                    <a:pt x="6878174" y="328476"/>
                  </a:lnTo>
                  <a:lnTo>
                    <a:pt x="6878299" y="328476"/>
                  </a:lnTo>
                  <a:lnTo>
                    <a:pt x="6878424" y="328476"/>
                  </a:lnTo>
                  <a:lnTo>
                    <a:pt x="6878549" y="328476"/>
                  </a:lnTo>
                  <a:lnTo>
                    <a:pt x="6878674" y="328476"/>
                  </a:lnTo>
                  <a:lnTo>
                    <a:pt x="6878799" y="328476"/>
                  </a:lnTo>
                  <a:lnTo>
                    <a:pt x="6878924" y="328476"/>
                  </a:lnTo>
                  <a:lnTo>
                    <a:pt x="6879049" y="328476"/>
                  </a:lnTo>
                  <a:lnTo>
                    <a:pt x="6879174" y="328476"/>
                  </a:lnTo>
                  <a:lnTo>
                    <a:pt x="6879299" y="328476"/>
                  </a:lnTo>
                  <a:lnTo>
                    <a:pt x="6879424" y="328476"/>
                  </a:lnTo>
                  <a:lnTo>
                    <a:pt x="6879549" y="328476"/>
                  </a:lnTo>
                  <a:lnTo>
                    <a:pt x="6879674" y="328476"/>
                  </a:lnTo>
                  <a:lnTo>
                    <a:pt x="6879799" y="328476"/>
                  </a:lnTo>
                  <a:lnTo>
                    <a:pt x="6879924" y="328476"/>
                  </a:lnTo>
                  <a:lnTo>
                    <a:pt x="6880049" y="328476"/>
                  </a:lnTo>
                  <a:lnTo>
                    <a:pt x="6880175" y="328476"/>
                  </a:lnTo>
                  <a:lnTo>
                    <a:pt x="6880300" y="328476"/>
                  </a:lnTo>
                  <a:lnTo>
                    <a:pt x="6880425" y="328476"/>
                  </a:lnTo>
                  <a:lnTo>
                    <a:pt x="6880550" y="328476"/>
                  </a:lnTo>
                  <a:lnTo>
                    <a:pt x="6880675" y="328476"/>
                  </a:lnTo>
                  <a:lnTo>
                    <a:pt x="6880800" y="328476"/>
                  </a:lnTo>
                  <a:lnTo>
                    <a:pt x="6880925" y="328476"/>
                  </a:lnTo>
                  <a:lnTo>
                    <a:pt x="6881050" y="328476"/>
                  </a:lnTo>
                  <a:lnTo>
                    <a:pt x="6881175" y="328476"/>
                  </a:lnTo>
                  <a:lnTo>
                    <a:pt x="6881300" y="328476"/>
                  </a:lnTo>
                  <a:lnTo>
                    <a:pt x="6881425" y="328476"/>
                  </a:lnTo>
                  <a:lnTo>
                    <a:pt x="6881550" y="328476"/>
                  </a:lnTo>
                  <a:lnTo>
                    <a:pt x="6881675" y="328476"/>
                  </a:lnTo>
                  <a:lnTo>
                    <a:pt x="6881800" y="328476"/>
                  </a:lnTo>
                  <a:lnTo>
                    <a:pt x="6881925" y="328476"/>
                  </a:lnTo>
                  <a:lnTo>
                    <a:pt x="6882050" y="328476"/>
                  </a:lnTo>
                  <a:lnTo>
                    <a:pt x="6882175" y="328476"/>
                  </a:lnTo>
                  <a:lnTo>
                    <a:pt x="6882300" y="328476"/>
                  </a:lnTo>
                  <a:lnTo>
                    <a:pt x="6882425" y="328476"/>
                  </a:lnTo>
                  <a:lnTo>
                    <a:pt x="6882550" y="328476"/>
                  </a:lnTo>
                  <a:lnTo>
                    <a:pt x="6882675" y="328476"/>
                  </a:lnTo>
                  <a:lnTo>
                    <a:pt x="6882800" y="328476"/>
                  </a:lnTo>
                  <a:lnTo>
                    <a:pt x="6882925" y="328476"/>
                  </a:lnTo>
                  <a:lnTo>
                    <a:pt x="6883050" y="328476"/>
                  </a:lnTo>
                  <a:lnTo>
                    <a:pt x="6883176" y="328476"/>
                  </a:lnTo>
                  <a:lnTo>
                    <a:pt x="6883301" y="328476"/>
                  </a:lnTo>
                  <a:lnTo>
                    <a:pt x="6883426" y="328476"/>
                  </a:lnTo>
                  <a:lnTo>
                    <a:pt x="6883551" y="328476"/>
                  </a:lnTo>
                  <a:lnTo>
                    <a:pt x="6883676" y="328476"/>
                  </a:lnTo>
                  <a:lnTo>
                    <a:pt x="6883801" y="328476"/>
                  </a:lnTo>
                  <a:lnTo>
                    <a:pt x="6883926" y="328476"/>
                  </a:lnTo>
                  <a:lnTo>
                    <a:pt x="6884051" y="328476"/>
                  </a:lnTo>
                  <a:lnTo>
                    <a:pt x="6884176" y="328476"/>
                  </a:lnTo>
                  <a:lnTo>
                    <a:pt x="6884301" y="328476"/>
                  </a:lnTo>
                  <a:lnTo>
                    <a:pt x="6884426" y="328476"/>
                  </a:lnTo>
                  <a:lnTo>
                    <a:pt x="6884551" y="328476"/>
                  </a:lnTo>
                  <a:lnTo>
                    <a:pt x="6884676" y="328476"/>
                  </a:lnTo>
                  <a:lnTo>
                    <a:pt x="6884801" y="328476"/>
                  </a:lnTo>
                  <a:lnTo>
                    <a:pt x="6884926" y="328476"/>
                  </a:lnTo>
                  <a:lnTo>
                    <a:pt x="6885051" y="328476"/>
                  </a:lnTo>
                  <a:lnTo>
                    <a:pt x="6885176" y="328476"/>
                  </a:lnTo>
                  <a:lnTo>
                    <a:pt x="6885301" y="328476"/>
                  </a:lnTo>
                  <a:lnTo>
                    <a:pt x="6885426" y="328476"/>
                  </a:lnTo>
                  <a:lnTo>
                    <a:pt x="6885551" y="328476"/>
                  </a:lnTo>
                  <a:lnTo>
                    <a:pt x="6885676" y="328476"/>
                  </a:lnTo>
                  <a:lnTo>
                    <a:pt x="6885801" y="328476"/>
                  </a:lnTo>
                  <a:lnTo>
                    <a:pt x="6885926" y="328476"/>
                  </a:lnTo>
                  <a:lnTo>
                    <a:pt x="6886051" y="328476"/>
                  </a:lnTo>
                  <a:lnTo>
                    <a:pt x="6886177" y="328476"/>
                  </a:lnTo>
                  <a:lnTo>
                    <a:pt x="6886302" y="328476"/>
                  </a:lnTo>
                  <a:lnTo>
                    <a:pt x="6886427" y="328476"/>
                  </a:lnTo>
                  <a:lnTo>
                    <a:pt x="6886552" y="328476"/>
                  </a:lnTo>
                  <a:lnTo>
                    <a:pt x="6886677" y="328476"/>
                  </a:lnTo>
                  <a:lnTo>
                    <a:pt x="6886802" y="328476"/>
                  </a:lnTo>
                  <a:lnTo>
                    <a:pt x="6886927" y="328476"/>
                  </a:lnTo>
                  <a:lnTo>
                    <a:pt x="6887052" y="328476"/>
                  </a:lnTo>
                  <a:lnTo>
                    <a:pt x="6887177" y="328476"/>
                  </a:lnTo>
                  <a:lnTo>
                    <a:pt x="6887302" y="328476"/>
                  </a:lnTo>
                  <a:lnTo>
                    <a:pt x="6887427" y="328476"/>
                  </a:lnTo>
                  <a:lnTo>
                    <a:pt x="6887552" y="328476"/>
                  </a:lnTo>
                  <a:lnTo>
                    <a:pt x="6887677" y="328476"/>
                  </a:lnTo>
                  <a:lnTo>
                    <a:pt x="6887802" y="328476"/>
                  </a:lnTo>
                  <a:lnTo>
                    <a:pt x="6887927" y="328476"/>
                  </a:lnTo>
                  <a:lnTo>
                    <a:pt x="6888052" y="328476"/>
                  </a:lnTo>
                  <a:lnTo>
                    <a:pt x="6888177" y="328476"/>
                  </a:lnTo>
                  <a:lnTo>
                    <a:pt x="6888302" y="328476"/>
                  </a:lnTo>
                  <a:lnTo>
                    <a:pt x="6888427" y="328476"/>
                  </a:lnTo>
                  <a:lnTo>
                    <a:pt x="6888552" y="328476"/>
                  </a:lnTo>
                  <a:lnTo>
                    <a:pt x="6888677" y="328476"/>
                  </a:lnTo>
                  <a:lnTo>
                    <a:pt x="6888802" y="328476"/>
                  </a:lnTo>
                  <a:lnTo>
                    <a:pt x="6888927" y="328476"/>
                  </a:lnTo>
                  <a:lnTo>
                    <a:pt x="6889052" y="328476"/>
                  </a:lnTo>
                  <a:lnTo>
                    <a:pt x="6889178" y="328476"/>
                  </a:lnTo>
                  <a:lnTo>
                    <a:pt x="6889303" y="328476"/>
                  </a:lnTo>
                  <a:lnTo>
                    <a:pt x="6889428" y="328476"/>
                  </a:lnTo>
                  <a:lnTo>
                    <a:pt x="6889553" y="328476"/>
                  </a:lnTo>
                  <a:lnTo>
                    <a:pt x="6889678" y="328476"/>
                  </a:lnTo>
                  <a:lnTo>
                    <a:pt x="6889803" y="328476"/>
                  </a:lnTo>
                  <a:lnTo>
                    <a:pt x="6889928" y="328476"/>
                  </a:lnTo>
                  <a:lnTo>
                    <a:pt x="6890053" y="328476"/>
                  </a:lnTo>
                  <a:lnTo>
                    <a:pt x="6890178" y="328476"/>
                  </a:lnTo>
                  <a:lnTo>
                    <a:pt x="6890303" y="328476"/>
                  </a:lnTo>
                  <a:lnTo>
                    <a:pt x="6890428" y="328476"/>
                  </a:lnTo>
                  <a:lnTo>
                    <a:pt x="6890553" y="328476"/>
                  </a:lnTo>
                  <a:lnTo>
                    <a:pt x="6890678" y="328476"/>
                  </a:lnTo>
                  <a:lnTo>
                    <a:pt x="6890803" y="328476"/>
                  </a:lnTo>
                  <a:lnTo>
                    <a:pt x="6890928" y="328476"/>
                  </a:lnTo>
                  <a:lnTo>
                    <a:pt x="6891053" y="328476"/>
                  </a:lnTo>
                  <a:lnTo>
                    <a:pt x="6891178" y="328476"/>
                  </a:lnTo>
                  <a:lnTo>
                    <a:pt x="6891303" y="328476"/>
                  </a:lnTo>
                  <a:lnTo>
                    <a:pt x="6891428" y="328476"/>
                  </a:lnTo>
                  <a:lnTo>
                    <a:pt x="6891553" y="328476"/>
                  </a:lnTo>
                  <a:lnTo>
                    <a:pt x="6891678" y="328476"/>
                  </a:lnTo>
                  <a:lnTo>
                    <a:pt x="6891803" y="328476"/>
                  </a:lnTo>
                  <a:lnTo>
                    <a:pt x="6891928" y="328476"/>
                  </a:lnTo>
                  <a:lnTo>
                    <a:pt x="6892053" y="328476"/>
                  </a:lnTo>
                  <a:lnTo>
                    <a:pt x="6892179" y="328476"/>
                  </a:lnTo>
                  <a:lnTo>
                    <a:pt x="6892304" y="328476"/>
                  </a:lnTo>
                  <a:lnTo>
                    <a:pt x="6892429" y="328476"/>
                  </a:lnTo>
                  <a:lnTo>
                    <a:pt x="6892554" y="328476"/>
                  </a:lnTo>
                  <a:lnTo>
                    <a:pt x="6892679" y="328476"/>
                  </a:lnTo>
                  <a:lnTo>
                    <a:pt x="6892804" y="328476"/>
                  </a:lnTo>
                  <a:lnTo>
                    <a:pt x="6892929" y="328476"/>
                  </a:lnTo>
                  <a:lnTo>
                    <a:pt x="6893054" y="328476"/>
                  </a:lnTo>
                  <a:lnTo>
                    <a:pt x="6893179" y="328476"/>
                  </a:lnTo>
                  <a:lnTo>
                    <a:pt x="6893304" y="328476"/>
                  </a:lnTo>
                  <a:lnTo>
                    <a:pt x="6893429" y="328476"/>
                  </a:lnTo>
                  <a:lnTo>
                    <a:pt x="6893554" y="328476"/>
                  </a:lnTo>
                  <a:lnTo>
                    <a:pt x="6893679" y="328476"/>
                  </a:lnTo>
                  <a:lnTo>
                    <a:pt x="6893804" y="328476"/>
                  </a:lnTo>
                  <a:lnTo>
                    <a:pt x="6893929" y="328476"/>
                  </a:lnTo>
                  <a:lnTo>
                    <a:pt x="6894054" y="328476"/>
                  </a:lnTo>
                  <a:lnTo>
                    <a:pt x="6894179" y="328476"/>
                  </a:lnTo>
                  <a:lnTo>
                    <a:pt x="6894304" y="328476"/>
                  </a:lnTo>
                  <a:lnTo>
                    <a:pt x="6894429" y="328476"/>
                  </a:lnTo>
                  <a:lnTo>
                    <a:pt x="6894554" y="328476"/>
                  </a:lnTo>
                  <a:lnTo>
                    <a:pt x="6894679" y="328476"/>
                  </a:lnTo>
                  <a:lnTo>
                    <a:pt x="6894804" y="328476"/>
                  </a:lnTo>
                  <a:lnTo>
                    <a:pt x="6894929" y="328476"/>
                  </a:lnTo>
                  <a:lnTo>
                    <a:pt x="6895054" y="328476"/>
                  </a:lnTo>
                  <a:lnTo>
                    <a:pt x="6895180" y="328476"/>
                  </a:lnTo>
                  <a:lnTo>
                    <a:pt x="6895305" y="328476"/>
                  </a:lnTo>
                  <a:lnTo>
                    <a:pt x="6895430" y="328476"/>
                  </a:lnTo>
                  <a:lnTo>
                    <a:pt x="6895555" y="328476"/>
                  </a:lnTo>
                  <a:lnTo>
                    <a:pt x="6895680" y="328476"/>
                  </a:lnTo>
                  <a:lnTo>
                    <a:pt x="6895805" y="328476"/>
                  </a:lnTo>
                  <a:lnTo>
                    <a:pt x="6895930" y="328476"/>
                  </a:lnTo>
                  <a:lnTo>
                    <a:pt x="6896055" y="328476"/>
                  </a:lnTo>
                  <a:lnTo>
                    <a:pt x="6896180" y="328476"/>
                  </a:lnTo>
                  <a:lnTo>
                    <a:pt x="6896305" y="328476"/>
                  </a:lnTo>
                  <a:lnTo>
                    <a:pt x="6896430" y="328476"/>
                  </a:lnTo>
                  <a:lnTo>
                    <a:pt x="6896555" y="328476"/>
                  </a:lnTo>
                  <a:lnTo>
                    <a:pt x="6896680" y="328476"/>
                  </a:lnTo>
                  <a:lnTo>
                    <a:pt x="6896805" y="328476"/>
                  </a:lnTo>
                  <a:lnTo>
                    <a:pt x="6896930" y="328476"/>
                  </a:lnTo>
                  <a:lnTo>
                    <a:pt x="6897055" y="328476"/>
                  </a:lnTo>
                  <a:lnTo>
                    <a:pt x="6897180" y="328476"/>
                  </a:lnTo>
                  <a:lnTo>
                    <a:pt x="6897305" y="328476"/>
                  </a:lnTo>
                  <a:lnTo>
                    <a:pt x="6897430" y="328476"/>
                  </a:lnTo>
                  <a:lnTo>
                    <a:pt x="6897555" y="328476"/>
                  </a:lnTo>
                  <a:lnTo>
                    <a:pt x="6897680" y="328476"/>
                  </a:lnTo>
                  <a:lnTo>
                    <a:pt x="6897805" y="328476"/>
                  </a:lnTo>
                  <a:lnTo>
                    <a:pt x="6897930" y="328476"/>
                  </a:lnTo>
                  <a:lnTo>
                    <a:pt x="6898055" y="328476"/>
                  </a:lnTo>
                  <a:lnTo>
                    <a:pt x="6898181" y="328476"/>
                  </a:lnTo>
                  <a:lnTo>
                    <a:pt x="6898306" y="328476"/>
                  </a:lnTo>
                  <a:lnTo>
                    <a:pt x="6898431" y="328476"/>
                  </a:lnTo>
                  <a:lnTo>
                    <a:pt x="6898556" y="328476"/>
                  </a:lnTo>
                  <a:lnTo>
                    <a:pt x="6898681" y="328476"/>
                  </a:lnTo>
                  <a:lnTo>
                    <a:pt x="6898806" y="328476"/>
                  </a:lnTo>
                  <a:lnTo>
                    <a:pt x="6898931" y="328476"/>
                  </a:lnTo>
                  <a:lnTo>
                    <a:pt x="6899056" y="328476"/>
                  </a:lnTo>
                  <a:lnTo>
                    <a:pt x="6899181" y="328476"/>
                  </a:lnTo>
                  <a:lnTo>
                    <a:pt x="6899306" y="328476"/>
                  </a:lnTo>
                  <a:lnTo>
                    <a:pt x="6899431" y="328476"/>
                  </a:lnTo>
                  <a:lnTo>
                    <a:pt x="6899556" y="328476"/>
                  </a:lnTo>
                  <a:lnTo>
                    <a:pt x="6899681" y="328476"/>
                  </a:lnTo>
                  <a:lnTo>
                    <a:pt x="6899806" y="328476"/>
                  </a:lnTo>
                  <a:lnTo>
                    <a:pt x="6899931" y="328476"/>
                  </a:lnTo>
                  <a:lnTo>
                    <a:pt x="6900056" y="328476"/>
                  </a:lnTo>
                  <a:lnTo>
                    <a:pt x="6900181" y="328476"/>
                  </a:lnTo>
                  <a:lnTo>
                    <a:pt x="6900306" y="328476"/>
                  </a:lnTo>
                  <a:lnTo>
                    <a:pt x="6900431" y="328476"/>
                  </a:lnTo>
                  <a:lnTo>
                    <a:pt x="6900556" y="328476"/>
                  </a:lnTo>
                  <a:lnTo>
                    <a:pt x="6900681" y="328476"/>
                  </a:lnTo>
                  <a:lnTo>
                    <a:pt x="6900806" y="328476"/>
                  </a:lnTo>
                  <a:lnTo>
                    <a:pt x="6900931" y="328476"/>
                  </a:lnTo>
                  <a:lnTo>
                    <a:pt x="6901056" y="328476"/>
                  </a:lnTo>
                  <a:lnTo>
                    <a:pt x="6901182" y="328476"/>
                  </a:lnTo>
                  <a:lnTo>
                    <a:pt x="6901307" y="328476"/>
                  </a:lnTo>
                  <a:lnTo>
                    <a:pt x="6901432" y="328476"/>
                  </a:lnTo>
                  <a:lnTo>
                    <a:pt x="6901557" y="328476"/>
                  </a:lnTo>
                  <a:lnTo>
                    <a:pt x="6901682" y="328476"/>
                  </a:lnTo>
                  <a:lnTo>
                    <a:pt x="6901807" y="328476"/>
                  </a:lnTo>
                  <a:lnTo>
                    <a:pt x="6901932" y="328476"/>
                  </a:lnTo>
                  <a:lnTo>
                    <a:pt x="6902057" y="328476"/>
                  </a:lnTo>
                  <a:lnTo>
                    <a:pt x="6902182" y="328476"/>
                  </a:lnTo>
                  <a:lnTo>
                    <a:pt x="6902307" y="328476"/>
                  </a:lnTo>
                  <a:lnTo>
                    <a:pt x="6902432" y="328476"/>
                  </a:lnTo>
                  <a:lnTo>
                    <a:pt x="6902557" y="328476"/>
                  </a:lnTo>
                  <a:lnTo>
                    <a:pt x="6902682" y="328476"/>
                  </a:lnTo>
                  <a:lnTo>
                    <a:pt x="6902807" y="328476"/>
                  </a:lnTo>
                  <a:lnTo>
                    <a:pt x="6902932" y="328476"/>
                  </a:lnTo>
                  <a:lnTo>
                    <a:pt x="6903057" y="328476"/>
                  </a:lnTo>
                  <a:lnTo>
                    <a:pt x="6903182" y="328476"/>
                  </a:lnTo>
                  <a:lnTo>
                    <a:pt x="6903307" y="328476"/>
                  </a:lnTo>
                  <a:lnTo>
                    <a:pt x="6903432" y="328476"/>
                  </a:lnTo>
                  <a:lnTo>
                    <a:pt x="6903557" y="328476"/>
                  </a:lnTo>
                  <a:lnTo>
                    <a:pt x="6903682" y="328476"/>
                  </a:lnTo>
                  <a:lnTo>
                    <a:pt x="6903807" y="328476"/>
                  </a:lnTo>
                  <a:lnTo>
                    <a:pt x="6903932" y="328476"/>
                  </a:lnTo>
                  <a:lnTo>
                    <a:pt x="6904057" y="328476"/>
                  </a:lnTo>
                  <a:lnTo>
                    <a:pt x="6904183" y="328476"/>
                  </a:lnTo>
                  <a:lnTo>
                    <a:pt x="6904308" y="328476"/>
                  </a:lnTo>
                  <a:lnTo>
                    <a:pt x="6904433" y="328476"/>
                  </a:lnTo>
                  <a:lnTo>
                    <a:pt x="6904558" y="328476"/>
                  </a:lnTo>
                  <a:lnTo>
                    <a:pt x="6904683" y="328476"/>
                  </a:lnTo>
                  <a:lnTo>
                    <a:pt x="6904808" y="328476"/>
                  </a:lnTo>
                  <a:lnTo>
                    <a:pt x="6904933" y="328476"/>
                  </a:lnTo>
                  <a:lnTo>
                    <a:pt x="6905058" y="328476"/>
                  </a:lnTo>
                  <a:lnTo>
                    <a:pt x="6905183" y="328476"/>
                  </a:lnTo>
                  <a:lnTo>
                    <a:pt x="6905308" y="328476"/>
                  </a:lnTo>
                  <a:lnTo>
                    <a:pt x="6905433" y="328476"/>
                  </a:lnTo>
                  <a:lnTo>
                    <a:pt x="6905558" y="328476"/>
                  </a:lnTo>
                  <a:lnTo>
                    <a:pt x="6905683" y="328476"/>
                  </a:lnTo>
                  <a:lnTo>
                    <a:pt x="6905808" y="328476"/>
                  </a:lnTo>
                  <a:lnTo>
                    <a:pt x="6905933" y="328476"/>
                  </a:lnTo>
                  <a:lnTo>
                    <a:pt x="6906058" y="328476"/>
                  </a:lnTo>
                  <a:lnTo>
                    <a:pt x="6906183" y="328476"/>
                  </a:lnTo>
                  <a:lnTo>
                    <a:pt x="6906308" y="328476"/>
                  </a:lnTo>
                  <a:lnTo>
                    <a:pt x="6906308" y="318522"/>
                  </a:lnTo>
                  <a:lnTo>
                    <a:pt x="6906433" y="318522"/>
                  </a:lnTo>
                  <a:lnTo>
                    <a:pt x="6906558" y="318522"/>
                  </a:lnTo>
                  <a:lnTo>
                    <a:pt x="6906683" y="318522"/>
                  </a:lnTo>
                  <a:lnTo>
                    <a:pt x="6906808" y="318522"/>
                  </a:lnTo>
                  <a:lnTo>
                    <a:pt x="6906933" y="318522"/>
                  </a:lnTo>
                  <a:lnTo>
                    <a:pt x="6907059" y="318522"/>
                  </a:lnTo>
                  <a:lnTo>
                    <a:pt x="6907184" y="318522"/>
                  </a:lnTo>
                  <a:lnTo>
                    <a:pt x="6907309" y="318522"/>
                  </a:lnTo>
                  <a:lnTo>
                    <a:pt x="6907434" y="318522"/>
                  </a:lnTo>
                  <a:lnTo>
                    <a:pt x="6907559" y="318522"/>
                  </a:lnTo>
                  <a:lnTo>
                    <a:pt x="6907684" y="318522"/>
                  </a:lnTo>
                  <a:lnTo>
                    <a:pt x="6907809" y="318522"/>
                  </a:lnTo>
                  <a:lnTo>
                    <a:pt x="6907934" y="318522"/>
                  </a:lnTo>
                  <a:lnTo>
                    <a:pt x="6908059" y="318522"/>
                  </a:lnTo>
                  <a:lnTo>
                    <a:pt x="6908184" y="318522"/>
                  </a:lnTo>
                  <a:lnTo>
                    <a:pt x="6908309" y="318522"/>
                  </a:lnTo>
                  <a:lnTo>
                    <a:pt x="6908434" y="318522"/>
                  </a:lnTo>
                  <a:lnTo>
                    <a:pt x="6908559" y="318522"/>
                  </a:lnTo>
                  <a:lnTo>
                    <a:pt x="6908684" y="318522"/>
                  </a:lnTo>
                  <a:lnTo>
                    <a:pt x="6908809" y="318522"/>
                  </a:lnTo>
                  <a:lnTo>
                    <a:pt x="6908934" y="318522"/>
                  </a:lnTo>
                  <a:lnTo>
                    <a:pt x="6909059" y="318522"/>
                  </a:lnTo>
                  <a:lnTo>
                    <a:pt x="6909184" y="318522"/>
                  </a:lnTo>
                  <a:lnTo>
                    <a:pt x="6909309" y="318522"/>
                  </a:lnTo>
                  <a:lnTo>
                    <a:pt x="6909434" y="318522"/>
                  </a:lnTo>
                  <a:lnTo>
                    <a:pt x="6909559" y="318522"/>
                  </a:lnTo>
                  <a:lnTo>
                    <a:pt x="6909684" y="318522"/>
                  </a:lnTo>
                  <a:lnTo>
                    <a:pt x="6909809" y="318522"/>
                  </a:lnTo>
                  <a:lnTo>
                    <a:pt x="6909934" y="318522"/>
                  </a:lnTo>
                  <a:lnTo>
                    <a:pt x="6910060" y="318522"/>
                  </a:lnTo>
                  <a:lnTo>
                    <a:pt x="6910185" y="318522"/>
                  </a:lnTo>
                  <a:lnTo>
                    <a:pt x="6910310" y="318522"/>
                  </a:lnTo>
                  <a:lnTo>
                    <a:pt x="6910435" y="318522"/>
                  </a:lnTo>
                  <a:lnTo>
                    <a:pt x="6910560" y="318522"/>
                  </a:lnTo>
                  <a:lnTo>
                    <a:pt x="6910685" y="318522"/>
                  </a:lnTo>
                  <a:lnTo>
                    <a:pt x="6910810" y="318522"/>
                  </a:lnTo>
                  <a:lnTo>
                    <a:pt x="6910935" y="318522"/>
                  </a:lnTo>
                  <a:lnTo>
                    <a:pt x="6911060" y="318522"/>
                  </a:lnTo>
                  <a:lnTo>
                    <a:pt x="6911185" y="318522"/>
                  </a:lnTo>
                  <a:lnTo>
                    <a:pt x="6911310" y="318522"/>
                  </a:lnTo>
                  <a:lnTo>
                    <a:pt x="6911435" y="318522"/>
                  </a:lnTo>
                  <a:lnTo>
                    <a:pt x="6911560" y="318522"/>
                  </a:lnTo>
                  <a:lnTo>
                    <a:pt x="6911685" y="318522"/>
                  </a:lnTo>
                  <a:lnTo>
                    <a:pt x="6911810" y="318522"/>
                  </a:lnTo>
                  <a:lnTo>
                    <a:pt x="6911935" y="318522"/>
                  </a:lnTo>
                  <a:lnTo>
                    <a:pt x="6912060" y="318522"/>
                  </a:lnTo>
                  <a:lnTo>
                    <a:pt x="6912185" y="318522"/>
                  </a:lnTo>
                  <a:lnTo>
                    <a:pt x="6912310" y="318522"/>
                  </a:lnTo>
                  <a:lnTo>
                    <a:pt x="6912435" y="318522"/>
                  </a:lnTo>
                  <a:lnTo>
                    <a:pt x="6912560" y="318522"/>
                  </a:lnTo>
                  <a:lnTo>
                    <a:pt x="6912685" y="318522"/>
                  </a:lnTo>
                  <a:lnTo>
                    <a:pt x="6912810" y="318522"/>
                  </a:lnTo>
                  <a:lnTo>
                    <a:pt x="6912935" y="318522"/>
                  </a:lnTo>
                  <a:lnTo>
                    <a:pt x="6913061" y="318522"/>
                  </a:lnTo>
                  <a:lnTo>
                    <a:pt x="6913186" y="318522"/>
                  </a:lnTo>
                  <a:lnTo>
                    <a:pt x="6913311" y="318522"/>
                  </a:lnTo>
                  <a:lnTo>
                    <a:pt x="6913436" y="318522"/>
                  </a:lnTo>
                  <a:lnTo>
                    <a:pt x="6913561" y="318522"/>
                  </a:lnTo>
                  <a:lnTo>
                    <a:pt x="6913686" y="318522"/>
                  </a:lnTo>
                  <a:lnTo>
                    <a:pt x="6913811" y="318522"/>
                  </a:lnTo>
                  <a:lnTo>
                    <a:pt x="6913936" y="318522"/>
                  </a:lnTo>
                  <a:lnTo>
                    <a:pt x="6914061" y="318522"/>
                  </a:lnTo>
                  <a:lnTo>
                    <a:pt x="6914186" y="318522"/>
                  </a:lnTo>
                  <a:lnTo>
                    <a:pt x="6914311" y="318522"/>
                  </a:lnTo>
                  <a:lnTo>
                    <a:pt x="6914436" y="318522"/>
                  </a:lnTo>
                  <a:lnTo>
                    <a:pt x="6914561" y="318522"/>
                  </a:lnTo>
                  <a:lnTo>
                    <a:pt x="6914686" y="318522"/>
                  </a:lnTo>
                  <a:lnTo>
                    <a:pt x="6914811" y="318522"/>
                  </a:lnTo>
                  <a:lnTo>
                    <a:pt x="6914936" y="318522"/>
                  </a:lnTo>
                  <a:lnTo>
                    <a:pt x="6915061" y="318522"/>
                  </a:lnTo>
                  <a:lnTo>
                    <a:pt x="6915186" y="318522"/>
                  </a:lnTo>
                  <a:lnTo>
                    <a:pt x="6915311" y="318522"/>
                  </a:lnTo>
                  <a:lnTo>
                    <a:pt x="6915436" y="318522"/>
                  </a:lnTo>
                  <a:lnTo>
                    <a:pt x="6915561" y="318522"/>
                  </a:lnTo>
                  <a:lnTo>
                    <a:pt x="6915686" y="318522"/>
                  </a:lnTo>
                  <a:lnTo>
                    <a:pt x="6915811" y="318522"/>
                  </a:lnTo>
                  <a:lnTo>
                    <a:pt x="6915936" y="318522"/>
                  </a:lnTo>
                  <a:lnTo>
                    <a:pt x="6916062" y="318522"/>
                  </a:lnTo>
                  <a:lnTo>
                    <a:pt x="6916187" y="318522"/>
                  </a:lnTo>
                  <a:lnTo>
                    <a:pt x="6916312" y="318522"/>
                  </a:lnTo>
                  <a:lnTo>
                    <a:pt x="6916437" y="318522"/>
                  </a:lnTo>
                  <a:lnTo>
                    <a:pt x="6916562" y="318522"/>
                  </a:lnTo>
                  <a:lnTo>
                    <a:pt x="6916687" y="318522"/>
                  </a:lnTo>
                  <a:lnTo>
                    <a:pt x="6916812" y="318522"/>
                  </a:lnTo>
                  <a:lnTo>
                    <a:pt x="6916937" y="318522"/>
                  </a:lnTo>
                  <a:lnTo>
                    <a:pt x="6917062" y="318522"/>
                  </a:lnTo>
                  <a:lnTo>
                    <a:pt x="6917187" y="318522"/>
                  </a:lnTo>
                  <a:lnTo>
                    <a:pt x="6917312" y="318522"/>
                  </a:lnTo>
                  <a:lnTo>
                    <a:pt x="6917437" y="318522"/>
                  </a:lnTo>
                  <a:lnTo>
                    <a:pt x="6917562" y="318522"/>
                  </a:lnTo>
                  <a:lnTo>
                    <a:pt x="6917687" y="318522"/>
                  </a:lnTo>
                  <a:lnTo>
                    <a:pt x="6917812" y="318522"/>
                  </a:lnTo>
                  <a:lnTo>
                    <a:pt x="6917937" y="318522"/>
                  </a:lnTo>
                  <a:lnTo>
                    <a:pt x="6918062" y="318522"/>
                  </a:lnTo>
                  <a:lnTo>
                    <a:pt x="6918187" y="318522"/>
                  </a:lnTo>
                  <a:lnTo>
                    <a:pt x="6918312" y="318522"/>
                  </a:lnTo>
                  <a:lnTo>
                    <a:pt x="6918437" y="318522"/>
                  </a:lnTo>
                  <a:lnTo>
                    <a:pt x="6918562" y="318522"/>
                  </a:lnTo>
                  <a:lnTo>
                    <a:pt x="6918687" y="318522"/>
                  </a:lnTo>
                  <a:lnTo>
                    <a:pt x="6918812" y="318522"/>
                  </a:lnTo>
                  <a:lnTo>
                    <a:pt x="6918937" y="318522"/>
                  </a:lnTo>
                  <a:lnTo>
                    <a:pt x="6919063" y="318522"/>
                  </a:lnTo>
                  <a:lnTo>
                    <a:pt x="6919188" y="318522"/>
                  </a:lnTo>
                  <a:lnTo>
                    <a:pt x="6919313" y="318522"/>
                  </a:lnTo>
                  <a:lnTo>
                    <a:pt x="6919438" y="318522"/>
                  </a:lnTo>
                  <a:lnTo>
                    <a:pt x="6919563" y="318522"/>
                  </a:lnTo>
                  <a:lnTo>
                    <a:pt x="6919688" y="318522"/>
                  </a:lnTo>
                  <a:lnTo>
                    <a:pt x="6919813" y="318522"/>
                  </a:lnTo>
                  <a:lnTo>
                    <a:pt x="6919938" y="318522"/>
                  </a:lnTo>
                  <a:lnTo>
                    <a:pt x="6920063" y="318522"/>
                  </a:lnTo>
                  <a:lnTo>
                    <a:pt x="6920188" y="318522"/>
                  </a:lnTo>
                  <a:lnTo>
                    <a:pt x="6920313" y="318522"/>
                  </a:lnTo>
                  <a:lnTo>
                    <a:pt x="6920438" y="318522"/>
                  </a:lnTo>
                  <a:lnTo>
                    <a:pt x="6920563" y="318522"/>
                  </a:lnTo>
                  <a:lnTo>
                    <a:pt x="6920688" y="318522"/>
                  </a:lnTo>
                  <a:lnTo>
                    <a:pt x="6920813" y="318522"/>
                  </a:lnTo>
                  <a:lnTo>
                    <a:pt x="6920938" y="318522"/>
                  </a:lnTo>
                  <a:lnTo>
                    <a:pt x="6921063" y="318522"/>
                  </a:lnTo>
                  <a:lnTo>
                    <a:pt x="6921188" y="318522"/>
                  </a:lnTo>
                  <a:lnTo>
                    <a:pt x="6921313" y="318522"/>
                  </a:lnTo>
                  <a:lnTo>
                    <a:pt x="6921438" y="318522"/>
                  </a:lnTo>
                  <a:lnTo>
                    <a:pt x="6921563" y="318522"/>
                  </a:lnTo>
                  <a:lnTo>
                    <a:pt x="6921688" y="318522"/>
                  </a:lnTo>
                  <a:lnTo>
                    <a:pt x="6921813" y="318522"/>
                  </a:lnTo>
                  <a:lnTo>
                    <a:pt x="6921938" y="318522"/>
                  </a:lnTo>
                  <a:lnTo>
                    <a:pt x="6922064" y="318522"/>
                  </a:lnTo>
                  <a:lnTo>
                    <a:pt x="6922189" y="318522"/>
                  </a:lnTo>
                  <a:lnTo>
                    <a:pt x="6922314" y="318522"/>
                  </a:lnTo>
                  <a:lnTo>
                    <a:pt x="6922439" y="318522"/>
                  </a:lnTo>
                  <a:lnTo>
                    <a:pt x="6922564" y="318522"/>
                  </a:lnTo>
                  <a:lnTo>
                    <a:pt x="6922689" y="318522"/>
                  </a:lnTo>
                  <a:lnTo>
                    <a:pt x="6922814" y="318522"/>
                  </a:lnTo>
                  <a:lnTo>
                    <a:pt x="6922939" y="318522"/>
                  </a:lnTo>
                  <a:lnTo>
                    <a:pt x="6923064" y="318522"/>
                  </a:lnTo>
                  <a:lnTo>
                    <a:pt x="6923189" y="318522"/>
                  </a:lnTo>
                  <a:lnTo>
                    <a:pt x="6923314" y="318522"/>
                  </a:lnTo>
                  <a:lnTo>
                    <a:pt x="6923439" y="318522"/>
                  </a:lnTo>
                  <a:lnTo>
                    <a:pt x="6923564" y="318522"/>
                  </a:lnTo>
                  <a:lnTo>
                    <a:pt x="6923689" y="318522"/>
                  </a:lnTo>
                  <a:lnTo>
                    <a:pt x="6923814" y="318522"/>
                  </a:lnTo>
                  <a:lnTo>
                    <a:pt x="6923939" y="318522"/>
                  </a:lnTo>
                  <a:lnTo>
                    <a:pt x="6924064" y="318522"/>
                  </a:lnTo>
                  <a:lnTo>
                    <a:pt x="6924189" y="318522"/>
                  </a:lnTo>
                  <a:lnTo>
                    <a:pt x="6924314" y="318522"/>
                  </a:lnTo>
                  <a:lnTo>
                    <a:pt x="6924439" y="318522"/>
                  </a:lnTo>
                  <a:lnTo>
                    <a:pt x="6924564" y="318522"/>
                  </a:lnTo>
                  <a:lnTo>
                    <a:pt x="6924689" y="318522"/>
                  </a:lnTo>
                  <a:lnTo>
                    <a:pt x="6924814" y="318522"/>
                  </a:lnTo>
                  <a:lnTo>
                    <a:pt x="6924939" y="318522"/>
                  </a:lnTo>
                  <a:lnTo>
                    <a:pt x="6925065" y="318522"/>
                  </a:lnTo>
                  <a:lnTo>
                    <a:pt x="6925190" y="318522"/>
                  </a:lnTo>
                  <a:lnTo>
                    <a:pt x="6925315" y="318522"/>
                  </a:lnTo>
                  <a:lnTo>
                    <a:pt x="6925440" y="318522"/>
                  </a:lnTo>
                  <a:lnTo>
                    <a:pt x="6925565" y="318522"/>
                  </a:lnTo>
                  <a:lnTo>
                    <a:pt x="6925690" y="318522"/>
                  </a:lnTo>
                  <a:lnTo>
                    <a:pt x="6925815" y="318522"/>
                  </a:lnTo>
                  <a:lnTo>
                    <a:pt x="6925940" y="318522"/>
                  </a:lnTo>
                  <a:lnTo>
                    <a:pt x="6926065" y="318522"/>
                  </a:lnTo>
                  <a:lnTo>
                    <a:pt x="6926190" y="318522"/>
                  </a:lnTo>
                  <a:lnTo>
                    <a:pt x="6926315" y="318522"/>
                  </a:lnTo>
                  <a:lnTo>
                    <a:pt x="6926440" y="318522"/>
                  </a:lnTo>
                  <a:lnTo>
                    <a:pt x="6926565" y="318522"/>
                  </a:lnTo>
                  <a:lnTo>
                    <a:pt x="6926690" y="318522"/>
                  </a:lnTo>
                  <a:lnTo>
                    <a:pt x="6926815" y="318522"/>
                  </a:lnTo>
                  <a:lnTo>
                    <a:pt x="6926940" y="318522"/>
                  </a:lnTo>
                  <a:lnTo>
                    <a:pt x="6927065" y="318522"/>
                  </a:lnTo>
                  <a:lnTo>
                    <a:pt x="6927190" y="318522"/>
                  </a:lnTo>
                  <a:lnTo>
                    <a:pt x="6927315" y="318522"/>
                  </a:lnTo>
                  <a:lnTo>
                    <a:pt x="6927440" y="318522"/>
                  </a:lnTo>
                  <a:lnTo>
                    <a:pt x="6927565" y="318522"/>
                  </a:lnTo>
                  <a:lnTo>
                    <a:pt x="6927690" y="318522"/>
                  </a:lnTo>
                  <a:lnTo>
                    <a:pt x="6927815" y="318522"/>
                  </a:lnTo>
                  <a:lnTo>
                    <a:pt x="6927940" y="318522"/>
                  </a:lnTo>
                  <a:lnTo>
                    <a:pt x="6928066" y="318522"/>
                  </a:lnTo>
                  <a:lnTo>
                    <a:pt x="6928191" y="318522"/>
                  </a:lnTo>
                  <a:lnTo>
                    <a:pt x="6928316" y="318522"/>
                  </a:lnTo>
                  <a:lnTo>
                    <a:pt x="6928441" y="318522"/>
                  </a:lnTo>
                  <a:lnTo>
                    <a:pt x="6928566" y="318522"/>
                  </a:lnTo>
                  <a:lnTo>
                    <a:pt x="6928691" y="318522"/>
                  </a:lnTo>
                  <a:lnTo>
                    <a:pt x="6928816" y="318522"/>
                  </a:lnTo>
                  <a:lnTo>
                    <a:pt x="6928941" y="318522"/>
                  </a:lnTo>
                  <a:lnTo>
                    <a:pt x="6929066" y="318522"/>
                  </a:lnTo>
                  <a:lnTo>
                    <a:pt x="6929191" y="318522"/>
                  </a:lnTo>
                  <a:lnTo>
                    <a:pt x="6929316" y="318522"/>
                  </a:lnTo>
                  <a:lnTo>
                    <a:pt x="6929441" y="318522"/>
                  </a:lnTo>
                  <a:lnTo>
                    <a:pt x="6929566" y="318522"/>
                  </a:lnTo>
                  <a:lnTo>
                    <a:pt x="6929691" y="318522"/>
                  </a:lnTo>
                  <a:lnTo>
                    <a:pt x="6929816" y="318522"/>
                  </a:lnTo>
                  <a:lnTo>
                    <a:pt x="6929941" y="318522"/>
                  </a:lnTo>
                  <a:lnTo>
                    <a:pt x="6930066" y="318522"/>
                  </a:lnTo>
                  <a:lnTo>
                    <a:pt x="6930191" y="318522"/>
                  </a:lnTo>
                  <a:lnTo>
                    <a:pt x="6930316" y="318522"/>
                  </a:lnTo>
                  <a:lnTo>
                    <a:pt x="6930441" y="318522"/>
                  </a:lnTo>
                  <a:lnTo>
                    <a:pt x="6930566" y="318522"/>
                  </a:lnTo>
                  <a:lnTo>
                    <a:pt x="6930691" y="318522"/>
                  </a:lnTo>
                  <a:lnTo>
                    <a:pt x="6930816" y="318522"/>
                  </a:lnTo>
                  <a:lnTo>
                    <a:pt x="6930941" y="318522"/>
                  </a:lnTo>
                  <a:lnTo>
                    <a:pt x="6931067" y="318522"/>
                  </a:lnTo>
                  <a:lnTo>
                    <a:pt x="6931192" y="318522"/>
                  </a:lnTo>
                  <a:lnTo>
                    <a:pt x="6931317" y="318522"/>
                  </a:lnTo>
                  <a:lnTo>
                    <a:pt x="6931442" y="318522"/>
                  </a:lnTo>
                  <a:lnTo>
                    <a:pt x="6931567" y="318522"/>
                  </a:lnTo>
                  <a:lnTo>
                    <a:pt x="6931692" y="318522"/>
                  </a:lnTo>
                  <a:lnTo>
                    <a:pt x="6931817" y="318522"/>
                  </a:lnTo>
                  <a:lnTo>
                    <a:pt x="6931942" y="318522"/>
                  </a:lnTo>
                  <a:lnTo>
                    <a:pt x="6932067" y="318522"/>
                  </a:lnTo>
                  <a:lnTo>
                    <a:pt x="6932192" y="318522"/>
                  </a:lnTo>
                  <a:lnTo>
                    <a:pt x="6932317" y="318522"/>
                  </a:lnTo>
                  <a:lnTo>
                    <a:pt x="6932442" y="318522"/>
                  </a:lnTo>
                  <a:lnTo>
                    <a:pt x="6932567" y="318522"/>
                  </a:lnTo>
                  <a:lnTo>
                    <a:pt x="6932692" y="318522"/>
                  </a:lnTo>
                  <a:lnTo>
                    <a:pt x="6932817" y="318522"/>
                  </a:lnTo>
                  <a:lnTo>
                    <a:pt x="6932942" y="318522"/>
                  </a:lnTo>
                  <a:lnTo>
                    <a:pt x="6933067" y="318522"/>
                  </a:lnTo>
                  <a:lnTo>
                    <a:pt x="6933192" y="318522"/>
                  </a:lnTo>
                  <a:lnTo>
                    <a:pt x="6933317" y="318522"/>
                  </a:lnTo>
                  <a:lnTo>
                    <a:pt x="6933442" y="318522"/>
                  </a:lnTo>
                  <a:lnTo>
                    <a:pt x="6933567" y="318522"/>
                  </a:lnTo>
                  <a:lnTo>
                    <a:pt x="6933692" y="318522"/>
                  </a:lnTo>
                  <a:lnTo>
                    <a:pt x="6933817" y="318522"/>
                  </a:lnTo>
                  <a:lnTo>
                    <a:pt x="6933942" y="318522"/>
                  </a:lnTo>
                  <a:lnTo>
                    <a:pt x="6933942" y="308568"/>
                  </a:lnTo>
                  <a:lnTo>
                    <a:pt x="6934068" y="308568"/>
                  </a:lnTo>
                  <a:lnTo>
                    <a:pt x="6934193" y="308568"/>
                  </a:lnTo>
                  <a:lnTo>
                    <a:pt x="6934318" y="308568"/>
                  </a:lnTo>
                  <a:lnTo>
                    <a:pt x="6934443" y="308568"/>
                  </a:lnTo>
                  <a:lnTo>
                    <a:pt x="6934568" y="308568"/>
                  </a:lnTo>
                  <a:lnTo>
                    <a:pt x="6934693" y="308568"/>
                  </a:lnTo>
                  <a:lnTo>
                    <a:pt x="6934818" y="308568"/>
                  </a:lnTo>
                  <a:lnTo>
                    <a:pt x="6934943" y="308568"/>
                  </a:lnTo>
                  <a:lnTo>
                    <a:pt x="6935068" y="308568"/>
                  </a:lnTo>
                  <a:lnTo>
                    <a:pt x="6935193" y="308568"/>
                  </a:lnTo>
                  <a:lnTo>
                    <a:pt x="6935318" y="308568"/>
                  </a:lnTo>
                  <a:lnTo>
                    <a:pt x="6935443" y="308568"/>
                  </a:lnTo>
                  <a:lnTo>
                    <a:pt x="6935568" y="308568"/>
                  </a:lnTo>
                  <a:lnTo>
                    <a:pt x="6935693" y="308568"/>
                  </a:lnTo>
                  <a:lnTo>
                    <a:pt x="6935818" y="308568"/>
                  </a:lnTo>
                  <a:lnTo>
                    <a:pt x="6935943" y="308568"/>
                  </a:lnTo>
                  <a:lnTo>
                    <a:pt x="6936068" y="308568"/>
                  </a:lnTo>
                  <a:lnTo>
                    <a:pt x="6936193" y="308568"/>
                  </a:lnTo>
                  <a:lnTo>
                    <a:pt x="6936318" y="308568"/>
                  </a:lnTo>
                  <a:lnTo>
                    <a:pt x="6936443" y="308568"/>
                  </a:lnTo>
                  <a:lnTo>
                    <a:pt x="6936568" y="308568"/>
                  </a:lnTo>
                  <a:lnTo>
                    <a:pt x="6936693" y="308568"/>
                  </a:lnTo>
                  <a:lnTo>
                    <a:pt x="6936818" y="308568"/>
                  </a:lnTo>
                  <a:lnTo>
                    <a:pt x="6936943" y="308568"/>
                  </a:lnTo>
                  <a:lnTo>
                    <a:pt x="6937069" y="308568"/>
                  </a:lnTo>
                  <a:lnTo>
                    <a:pt x="6937194" y="308568"/>
                  </a:lnTo>
                  <a:lnTo>
                    <a:pt x="6937319" y="308568"/>
                  </a:lnTo>
                  <a:lnTo>
                    <a:pt x="6937444" y="308568"/>
                  </a:lnTo>
                  <a:lnTo>
                    <a:pt x="6937569" y="308568"/>
                  </a:lnTo>
                  <a:lnTo>
                    <a:pt x="6937694" y="308568"/>
                  </a:lnTo>
                  <a:lnTo>
                    <a:pt x="6937819" y="308568"/>
                  </a:lnTo>
                  <a:lnTo>
                    <a:pt x="6937944" y="308568"/>
                  </a:lnTo>
                  <a:lnTo>
                    <a:pt x="6938069" y="308568"/>
                  </a:lnTo>
                  <a:lnTo>
                    <a:pt x="6938194" y="308568"/>
                  </a:lnTo>
                  <a:lnTo>
                    <a:pt x="6938319" y="308568"/>
                  </a:lnTo>
                  <a:lnTo>
                    <a:pt x="6938444" y="308568"/>
                  </a:lnTo>
                  <a:lnTo>
                    <a:pt x="6938569" y="308568"/>
                  </a:lnTo>
                  <a:lnTo>
                    <a:pt x="6938694" y="308568"/>
                  </a:lnTo>
                  <a:lnTo>
                    <a:pt x="6938819" y="308568"/>
                  </a:lnTo>
                  <a:lnTo>
                    <a:pt x="6938944" y="308568"/>
                  </a:lnTo>
                  <a:lnTo>
                    <a:pt x="6939069" y="308568"/>
                  </a:lnTo>
                  <a:lnTo>
                    <a:pt x="6939194" y="308568"/>
                  </a:lnTo>
                  <a:lnTo>
                    <a:pt x="6939319" y="308568"/>
                  </a:lnTo>
                  <a:lnTo>
                    <a:pt x="6939444" y="308568"/>
                  </a:lnTo>
                  <a:lnTo>
                    <a:pt x="6939569" y="308568"/>
                  </a:lnTo>
                  <a:lnTo>
                    <a:pt x="6939694" y="308568"/>
                  </a:lnTo>
                  <a:lnTo>
                    <a:pt x="6939819" y="308568"/>
                  </a:lnTo>
                  <a:lnTo>
                    <a:pt x="6939944" y="308568"/>
                  </a:lnTo>
                  <a:lnTo>
                    <a:pt x="6940070" y="308568"/>
                  </a:lnTo>
                  <a:lnTo>
                    <a:pt x="6940195" y="308568"/>
                  </a:lnTo>
                  <a:lnTo>
                    <a:pt x="6940320" y="308568"/>
                  </a:lnTo>
                  <a:lnTo>
                    <a:pt x="6940445" y="308568"/>
                  </a:lnTo>
                  <a:lnTo>
                    <a:pt x="6940570" y="308568"/>
                  </a:lnTo>
                  <a:lnTo>
                    <a:pt x="6940695" y="308568"/>
                  </a:lnTo>
                  <a:lnTo>
                    <a:pt x="6940820" y="308568"/>
                  </a:lnTo>
                  <a:lnTo>
                    <a:pt x="6940945" y="308568"/>
                  </a:lnTo>
                  <a:lnTo>
                    <a:pt x="6941070" y="308568"/>
                  </a:lnTo>
                  <a:lnTo>
                    <a:pt x="6941195" y="308568"/>
                  </a:lnTo>
                  <a:lnTo>
                    <a:pt x="6941320" y="308568"/>
                  </a:lnTo>
                  <a:lnTo>
                    <a:pt x="6941445" y="308568"/>
                  </a:lnTo>
                  <a:lnTo>
                    <a:pt x="6941570" y="308568"/>
                  </a:lnTo>
                  <a:lnTo>
                    <a:pt x="6941695" y="308568"/>
                  </a:lnTo>
                  <a:lnTo>
                    <a:pt x="6941820" y="308568"/>
                  </a:lnTo>
                  <a:lnTo>
                    <a:pt x="6941945" y="308568"/>
                  </a:lnTo>
                  <a:lnTo>
                    <a:pt x="6942070" y="308568"/>
                  </a:lnTo>
                  <a:lnTo>
                    <a:pt x="6942195" y="308568"/>
                  </a:lnTo>
                  <a:lnTo>
                    <a:pt x="6942195" y="298614"/>
                  </a:lnTo>
                  <a:lnTo>
                    <a:pt x="6942320" y="298614"/>
                  </a:lnTo>
                  <a:lnTo>
                    <a:pt x="6942445" y="298614"/>
                  </a:lnTo>
                  <a:lnTo>
                    <a:pt x="6942570" y="298614"/>
                  </a:lnTo>
                  <a:lnTo>
                    <a:pt x="6942695" y="298614"/>
                  </a:lnTo>
                  <a:lnTo>
                    <a:pt x="6942820" y="298614"/>
                  </a:lnTo>
                  <a:lnTo>
                    <a:pt x="6942945" y="298614"/>
                  </a:lnTo>
                  <a:lnTo>
                    <a:pt x="6943071" y="298614"/>
                  </a:lnTo>
                  <a:lnTo>
                    <a:pt x="6943196" y="298614"/>
                  </a:lnTo>
                  <a:lnTo>
                    <a:pt x="6943321" y="298614"/>
                  </a:lnTo>
                  <a:lnTo>
                    <a:pt x="6943446" y="298614"/>
                  </a:lnTo>
                  <a:lnTo>
                    <a:pt x="6943571" y="298614"/>
                  </a:lnTo>
                  <a:lnTo>
                    <a:pt x="6943696" y="298614"/>
                  </a:lnTo>
                  <a:lnTo>
                    <a:pt x="6943821" y="298614"/>
                  </a:lnTo>
                  <a:lnTo>
                    <a:pt x="6943946" y="298614"/>
                  </a:lnTo>
                  <a:lnTo>
                    <a:pt x="6944071" y="298614"/>
                  </a:lnTo>
                  <a:lnTo>
                    <a:pt x="6944196" y="298614"/>
                  </a:lnTo>
                  <a:lnTo>
                    <a:pt x="6944321" y="298614"/>
                  </a:lnTo>
                  <a:lnTo>
                    <a:pt x="6944446" y="298614"/>
                  </a:lnTo>
                  <a:lnTo>
                    <a:pt x="6944571" y="298614"/>
                  </a:lnTo>
                  <a:lnTo>
                    <a:pt x="6944696" y="298614"/>
                  </a:lnTo>
                  <a:lnTo>
                    <a:pt x="6944821" y="298614"/>
                  </a:lnTo>
                  <a:lnTo>
                    <a:pt x="6944946" y="298614"/>
                  </a:lnTo>
                  <a:lnTo>
                    <a:pt x="6945071" y="298614"/>
                  </a:lnTo>
                  <a:lnTo>
                    <a:pt x="6945196" y="298614"/>
                  </a:lnTo>
                  <a:lnTo>
                    <a:pt x="6945321" y="298614"/>
                  </a:lnTo>
                  <a:lnTo>
                    <a:pt x="6945446" y="298614"/>
                  </a:lnTo>
                  <a:lnTo>
                    <a:pt x="6945571" y="298614"/>
                  </a:lnTo>
                  <a:lnTo>
                    <a:pt x="6945696" y="298614"/>
                  </a:lnTo>
                  <a:lnTo>
                    <a:pt x="6945821" y="298614"/>
                  </a:lnTo>
                  <a:lnTo>
                    <a:pt x="6945947" y="298614"/>
                  </a:lnTo>
                  <a:lnTo>
                    <a:pt x="6946072" y="298614"/>
                  </a:lnTo>
                  <a:lnTo>
                    <a:pt x="6946197" y="298614"/>
                  </a:lnTo>
                  <a:lnTo>
                    <a:pt x="6946322" y="298614"/>
                  </a:lnTo>
                  <a:lnTo>
                    <a:pt x="6946447" y="298614"/>
                  </a:lnTo>
                  <a:lnTo>
                    <a:pt x="6946572" y="298614"/>
                  </a:lnTo>
                  <a:lnTo>
                    <a:pt x="6946697" y="298614"/>
                  </a:lnTo>
                  <a:lnTo>
                    <a:pt x="6946822" y="298614"/>
                  </a:lnTo>
                  <a:lnTo>
                    <a:pt x="6946947" y="298614"/>
                  </a:lnTo>
                  <a:lnTo>
                    <a:pt x="6947072" y="298614"/>
                  </a:lnTo>
                  <a:lnTo>
                    <a:pt x="6947197" y="298614"/>
                  </a:lnTo>
                  <a:lnTo>
                    <a:pt x="6947322" y="298614"/>
                  </a:lnTo>
                  <a:lnTo>
                    <a:pt x="6947447" y="298614"/>
                  </a:lnTo>
                  <a:lnTo>
                    <a:pt x="6947572" y="298614"/>
                  </a:lnTo>
                  <a:lnTo>
                    <a:pt x="6947697" y="298614"/>
                  </a:lnTo>
                  <a:lnTo>
                    <a:pt x="6947822" y="298614"/>
                  </a:lnTo>
                  <a:lnTo>
                    <a:pt x="6947947" y="298614"/>
                  </a:lnTo>
                  <a:lnTo>
                    <a:pt x="6948072" y="298614"/>
                  </a:lnTo>
                  <a:lnTo>
                    <a:pt x="6948197" y="298614"/>
                  </a:lnTo>
                  <a:lnTo>
                    <a:pt x="6948322" y="298614"/>
                  </a:lnTo>
                  <a:lnTo>
                    <a:pt x="6948447" y="298614"/>
                  </a:lnTo>
                  <a:lnTo>
                    <a:pt x="6948572" y="298614"/>
                  </a:lnTo>
                  <a:lnTo>
                    <a:pt x="6948697" y="298614"/>
                  </a:lnTo>
                  <a:lnTo>
                    <a:pt x="6948822" y="298614"/>
                  </a:lnTo>
                  <a:lnTo>
                    <a:pt x="6948948" y="298614"/>
                  </a:lnTo>
                  <a:lnTo>
                    <a:pt x="6949073" y="298614"/>
                  </a:lnTo>
                  <a:lnTo>
                    <a:pt x="6949198" y="298614"/>
                  </a:lnTo>
                  <a:lnTo>
                    <a:pt x="6949323" y="298614"/>
                  </a:lnTo>
                  <a:lnTo>
                    <a:pt x="6949448" y="298614"/>
                  </a:lnTo>
                  <a:lnTo>
                    <a:pt x="6949573" y="298614"/>
                  </a:lnTo>
                  <a:lnTo>
                    <a:pt x="6949698" y="298614"/>
                  </a:lnTo>
                  <a:lnTo>
                    <a:pt x="6949823" y="298614"/>
                  </a:lnTo>
                  <a:lnTo>
                    <a:pt x="6949823" y="288660"/>
                  </a:lnTo>
                  <a:lnTo>
                    <a:pt x="6949948" y="288660"/>
                  </a:lnTo>
                  <a:lnTo>
                    <a:pt x="6950073" y="288660"/>
                  </a:lnTo>
                  <a:lnTo>
                    <a:pt x="6950198" y="288660"/>
                  </a:lnTo>
                  <a:lnTo>
                    <a:pt x="6950323" y="288660"/>
                  </a:lnTo>
                  <a:lnTo>
                    <a:pt x="6950448" y="288660"/>
                  </a:lnTo>
                  <a:lnTo>
                    <a:pt x="6950573" y="288660"/>
                  </a:lnTo>
                  <a:lnTo>
                    <a:pt x="6950698" y="288660"/>
                  </a:lnTo>
                  <a:lnTo>
                    <a:pt x="6950823" y="288660"/>
                  </a:lnTo>
                  <a:lnTo>
                    <a:pt x="6950948" y="288660"/>
                  </a:lnTo>
                  <a:lnTo>
                    <a:pt x="6951073" y="288660"/>
                  </a:lnTo>
                  <a:lnTo>
                    <a:pt x="6951198" y="288660"/>
                  </a:lnTo>
                  <a:lnTo>
                    <a:pt x="6951323" y="288660"/>
                  </a:lnTo>
                  <a:lnTo>
                    <a:pt x="6951448" y="288660"/>
                  </a:lnTo>
                  <a:lnTo>
                    <a:pt x="6951573" y="288660"/>
                  </a:lnTo>
                  <a:lnTo>
                    <a:pt x="6951698" y="288660"/>
                  </a:lnTo>
                  <a:lnTo>
                    <a:pt x="6951823" y="288660"/>
                  </a:lnTo>
                  <a:lnTo>
                    <a:pt x="6951949" y="288660"/>
                  </a:lnTo>
                  <a:lnTo>
                    <a:pt x="6952074" y="288660"/>
                  </a:lnTo>
                  <a:lnTo>
                    <a:pt x="6952199" y="288660"/>
                  </a:lnTo>
                  <a:lnTo>
                    <a:pt x="6952324" y="288660"/>
                  </a:lnTo>
                  <a:lnTo>
                    <a:pt x="6952449" y="288660"/>
                  </a:lnTo>
                  <a:lnTo>
                    <a:pt x="6952574" y="288660"/>
                  </a:lnTo>
                  <a:lnTo>
                    <a:pt x="6952699" y="288660"/>
                  </a:lnTo>
                  <a:lnTo>
                    <a:pt x="6952824" y="288660"/>
                  </a:lnTo>
                  <a:lnTo>
                    <a:pt x="6952949" y="288660"/>
                  </a:lnTo>
                  <a:lnTo>
                    <a:pt x="6953074" y="288660"/>
                  </a:lnTo>
                  <a:lnTo>
                    <a:pt x="6953199" y="288660"/>
                  </a:lnTo>
                  <a:lnTo>
                    <a:pt x="6953324" y="288660"/>
                  </a:lnTo>
                  <a:lnTo>
                    <a:pt x="6953449" y="288660"/>
                  </a:lnTo>
                  <a:lnTo>
                    <a:pt x="6953574" y="288660"/>
                  </a:lnTo>
                  <a:lnTo>
                    <a:pt x="6953699" y="288660"/>
                  </a:lnTo>
                  <a:lnTo>
                    <a:pt x="6953824" y="288660"/>
                  </a:lnTo>
                  <a:lnTo>
                    <a:pt x="6953949" y="288660"/>
                  </a:lnTo>
                  <a:lnTo>
                    <a:pt x="6954074" y="288660"/>
                  </a:lnTo>
                  <a:lnTo>
                    <a:pt x="6954199" y="288660"/>
                  </a:lnTo>
                  <a:lnTo>
                    <a:pt x="6954324" y="288660"/>
                  </a:lnTo>
                  <a:lnTo>
                    <a:pt x="6954449" y="288660"/>
                  </a:lnTo>
                  <a:lnTo>
                    <a:pt x="6954574" y="288660"/>
                  </a:lnTo>
                  <a:lnTo>
                    <a:pt x="6954699" y="288660"/>
                  </a:lnTo>
                  <a:lnTo>
                    <a:pt x="6954824" y="288660"/>
                  </a:lnTo>
                  <a:lnTo>
                    <a:pt x="6954950" y="288660"/>
                  </a:lnTo>
                  <a:lnTo>
                    <a:pt x="6955075" y="288660"/>
                  </a:lnTo>
                  <a:lnTo>
                    <a:pt x="6955200" y="288660"/>
                  </a:lnTo>
                  <a:lnTo>
                    <a:pt x="6955325" y="288660"/>
                  </a:lnTo>
                  <a:lnTo>
                    <a:pt x="6955450" y="288660"/>
                  </a:lnTo>
                  <a:lnTo>
                    <a:pt x="6955575" y="288660"/>
                  </a:lnTo>
                  <a:lnTo>
                    <a:pt x="6955700" y="288660"/>
                  </a:lnTo>
                  <a:lnTo>
                    <a:pt x="6955825" y="288660"/>
                  </a:lnTo>
                  <a:lnTo>
                    <a:pt x="6955950" y="288660"/>
                  </a:lnTo>
                  <a:lnTo>
                    <a:pt x="6956075" y="288660"/>
                  </a:lnTo>
                  <a:lnTo>
                    <a:pt x="6956200" y="288660"/>
                  </a:lnTo>
                  <a:lnTo>
                    <a:pt x="6956325" y="288660"/>
                  </a:lnTo>
                  <a:lnTo>
                    <a:pt x="6956450" y="288660"/>
                  </a:lnTo>
                  <a:lnTo>
                    <a:pt x="6956575" y="288660"/>
                  </a:lnTo>
                  <a:lnTo>
                    <a:pt x="6956700" y="288660"/>
                  </a:lnTo>
                  <a:lnTo>
                    <a:pt x="6956825" y="288660"/>
                  </a:lnTo>
                  <a:lnTo>
                    <a:pt x="6956950" y="288660"/>
                  </a:lnTo>
                  <a:lnTo>
                    <a:pt x="6957075" y="288660"/>
                  </a:lnTo>
                  <a:lnTo>
                    <a:pt x="6957200" y="288660"/>
                  </a:lnTo>
                  <a:lnTo>
                    <a:pt x="6957325" y="288660"/>
                  </a:lnTo>
                  <a:lnTo>
                    <a:pt x="6957450" y="288660"/>
                  </a:lnTo>
                  <a:lnTo>
                    <a:pt x="6957575" y="288660"/>
                  </a:lnTo>
                  <a:lnTo>
                    <a:pt x="6957700" y="288660"/>
                  </a:lnTo>
                  <a:lnTo>
                    <a:pt x="6957825" y="288660"/>
                  </a:lnTo>
                  <a:lnTo>
                    <a:pt x="6957951" y="288660"/>
                  </a:lnTo>
                  <a:lnTo>
                    <a:pt x="6958076" y="288660"/>
                  </a:lnTo>
                  <a:lnTo>
                    <a:pt x="6958201" y="288660"/>
                  </a:lnTo>
                  <a:lnTo>
                    <a:pt x="6958326" y="288660"/>
                  </a:lnTo>
                  <a:lnTo>
                    <a:pt x="6958451" y="288660"/>
                  </a:lnTo>
                  <a:lnTo>
                    <a:pt x="6958576" y="288660"/>
                  </a:lnTo>
                  <a:lnTo>
                    <a:pt x="6958701" y="288660"/>
                  </a:lnTo>
                  <a:lnTo>
                    <a:pt x="6958826" y="288660"/>
                  </a:lnTo>
                  <a:lnTo>
                    <a:pt x="6958951" y="288660"/>
                  </a:lnTo>
                  <a:lnTo>
                    <a:pt x="6959076" y="288660"/>
                  </a:lnTo>
                  <a:lnTo>
                    <a:pt x="6959201" y="288660"/>
                  </a:lnTo>
                  <a:lnTo>
                    <a:pt x="6959326" y="288660"/>
                  </a:lnTo>
                  <a:lnTo>
                    <a:pt x="6959451" y="288660"/>
                  </a:lnTo>
                  <a:lnTo>
                    <a:pt x="6959576" y="288660"/>
                  </a:lnTo>
                  <a:lnTo>
                    <a:pt x="6959701" y="288660"/>
                  </a:lnTo>
                  <a:lnTo>
                    <a:pt x="6959826" y="288660"/>
                  </a:lnTo>
                  <a:lnTo>
                    <a:pt x="6959951" y="288660"/>
                  </a:lnTo>
                  <a:lnTo>
                    <a:pt x="6960076" y="288660"/>
                  </a:lnTo>
                  <a:lnTo>
                    <a:pt x="6960201" y="288660"/>
                  </a:lnTo>
                  <a:lnTo>
                    <a:pt x="6960326" y="288660"/>
                  </a:lnTo>
                  <a:lnTo>
                    <a:pt x="6960451" y="288660"/>
                  </a:lnTo>
                  <a:lnTo>
                    <a:pt x="6960576" y="288660"/>
                  </a:lnTo>
                  <a:lnTo>
                    <a:pt x="6960701" y="288660"/>
                  </a:lnTo>
                  <a:lnTo>
                    <a:pt x="6960826" y="288660"/>
                  </a:lnTo>
                  <a:lnTo>
                    <a:pt x="6960952" y="288660"/>
                  </a:lnTo>
                  <a:lnTo>
                    <a:pt x="6961077" y="288660"/>
                  </a:lnTo>
                  <a:lnTo>
                    <a:pt x="6961202" y="288660"/>
                  </a:lnTo>
                  <a:lnTo>
                    <a:pt x="6961327" y="288660"/>
                  </a:lnTo>
                  <a:lnTo>
                    <a:pt x="6961452" y="288660"/>
                  </a:lnTo>
                  <a:lnTo>
                    <a:pt x="6961577" y="288660"/>
                  </a:lnTo>
                  <a:lnTo>
                    <a:pt x="6961702" y="288660"/>
                  </a:lnTo>
                  <a:lnTo>
                    <a:pt x="6961827" y="288660"/>
                  </a:lnTo>
                  <a:lnTo>
                    <a:pt x="6961952" y="288660"/>
                  </a:lnTo>
                  <a:lnTo>
                    <a:pt x="6962077" y="288660"/>
                  </a:lnTo>
                  <a:lnTo>
                    <a:pt x="6962202" y="288660"/>
                  </a:lnTo>
                  <a:lnTo>
                    <a:pt x="6962327" y="288660"/>
                  </a:lnTo>
                  <a:lnTo>
                    <a:pt x="6962452" y="288660"/>
                  </a:lnTo>
                  <a:lnTo>
                    <a:pt x="6962577" y="288660"/>
                  </a:lnTo>
                  <a:lnTo>
                    <a:pt x="6962702" y="288660"/>
                  </a:lnTo>
                  <a:lnTo>
                    <a:pt x="6962827" y="288660"/>
                  </a:lnTo>
                  <a:lnTo>
                    <a:pt x="6962952" y="288660"/>
                  </a:lnTo>
                  <a:lnTo>
                    <a:pt x="6963077" y="288660"/>
                  </a:lnTo>
                  <a:lnTo>
                    <a:pt x="6963202" y="288660"/>
                  </a:lnTo>
                  <a:lnTo>
                    <a:pt x="6963327" y="288660"/>
                  </a:lnTo>
                  <a:lnTo>
                    <a:pt x="6963452" y="288660"/>
                  </a:lnTo>
                  <a:lnTo>
                    <a:pt x="6963577" y="288660"/>
                  </a:lnTo>
                  <a:lnTo>
                    <a:pt x="6963702" y="288660"/>
                  </a:lnTo>
                  <a:lnTo>
                    <a:pt x="6963827" y="288660"/>
                  </a:lnTo>
                  <a:lnTo>
                    <a:pt x="6963953" y="288660"/>
                  </a:lnTo>
                  <a:lnTo>
                    <a:pt x="6964078" y="288660"/>
                  </a:lnTo>
                  <a:lnTo>
                    <a:pt x="6964203" y="288660"/>
                  </a:lnTo>
                  <a:lnTo>
                    <a:pt x="6964328" y="288660"/>
                  </a:lnTo>
                  <a:lnTo>
                    <a:pt x="6964453" y="288660"/>
                  </a:lnTo>
                  <a:lnTo>
                    <a:pt x="6964578" y="288660"/>
                  </a:lnTo>
                  <a:lnTo>
                    <a:pt x="6964703" y="288660"/>
                  </a:lnTo>
                  <a:lnTo>
                    <a:pt x="6964828" y="288660"/>
                  </a:lnTo>
                  <a:lnTo>
                    <a:pt x="6964953" y="288660"/>
                  </a:lnTo>
                  <a:lnTo>
                    <a:pt x="6965078" y="288660"/>
                  </a:lnTo>
                  <a:lnTo>
                    <a:pt x="6965203" y="288660"/>
                  </a:lnTo>
                  <a:lnTo>
                    <a:pt x="6965328" y="288660"/>
                  </a:lnTo>
                  <a:lnTo>
                    <a:pt x="6965453" y="288660"/>
                  </a:lnTo>
                  <a:lnTo>
                    <a:pt x="6965578" y="288660"/>
                  </a:lnTo>
                  <a:lnTo>
                    <a:pt x="6965703" y="288660"/>
                  </a:lnTo>
                  <a:lnTo>
                    <a:pt x="6965828" y="288660"/>
                  </a:lnTo>
                  <a:lnTo>
                    <a:pt x="6965953" y="288660"/>
                  </a:lnTo>
                  <a:lnTo>
                    <a:pt x="6966078" y="288660"/>
                  </a:lnTo>
                  <a:lnTo>
                    <a:pt x="6966203" y="288660"/>
                  </a:lnTo>
                  <a:lnTo>
                    <a:pt x="6966328" y="288660"/>
                  </a:lnTo>
                  <a:lnTo>
                    <a:pt x="6966453" y="288660"/>
                  </a:lnTo>
                  <a:lnTo>
                    <a:pt x="6966578" y="288660"/>
                  </a:lnTo>
                  <a:lnTo>
                    <a:pt x="6966703" y="288660"/>
                  </a:lnTo>
                  <a:lnTo>
                    <a:pt x="6966828" y="288660"/>
                  </a:lnTo>
                  <a:lnTo>
                    <a:pt x="6966954" y="288660"/>
                  </a:lnTo>
                  <a:lnTo>
                    <a:pt x="6967079" y="288660"/>
                  </a:lnTo>
                  <a:lnTo>
                    <a:pt x="6967204" y="288660"/>
                  </a:lnTo>
                  <a:lnTo>
                    <a:pt x="6967329" y="288660"/>
                  </a:lnTo>
                  <a:lnTo>
                    <a:pt x="6967454" y="288660"/>
                  </a:lnTo>
                  <a:lnTo>
                    <a:pt x="6967579" y="288660"/>
                  </a:lnTo>
                  <a:lnTo>
                    <a:pt x="6967704" y="288660"/>
                  </a:lnTo>
                  <a:lnTo>
                    <a:pt x="6967829" y="288660"/>
                  </a:lnTo>
                  <a:lnTo>
                    <a:pt x="6967954" y="288660"/>
                  </a:lnTo>
                  <a:lnTo>
                    <a:pt x="6968079" y="288660"/>
                  </a:lnTo>
                  <a:lnTo>
                    <a:pt x="6968204" y="288660"/>
                  </a:lnTo>
                  <a:lnTo>
                    <a:pt x="6968329" y="288660"/>
                  </a:lnTo>
                  <a:lnTo>
                    <a:pt x="6968454" y="288660"/>
                  </a:lnTo>
                  <a:lnTo>
                    <a:pt x="6968579" y="288660"/>
                  </a:lnTo>
                  <a:lnTo>
                    <a:pt x="6968704" y="288660"/>
                  </a:lnTo>
                  <a:lnTo>
                    <a:pt x="6968829" y="288660"/>
                  </a:lnTo>
                  <a:lnTo>
                    <a:pt x="6968954" y="288660"/>
                  </a:lnTo>
                  <a:lnTo>
                    <a:pt x="6969079" y="288660"/>
                  </a:lnTo>
                  <a:lnTo>
                    <a:pt x="6969204" y="288660"/>
                  </a:lnTo>
                  <a:lnTo>
                    <a:pt x="6969329" y="288660"/>
                  </a:lnTo>
                  <a:lnTo>
                    <a:pt x="6969454" y="288660"/>
                  </a:lnTo>
                  <a:lnTo>
                    <a:pt x="6969579" y="288660"/>
                  </a:lnTo>
                  <a:lnTo>
                    <a:pt x="6969704" y="288660"/>
                  </a:lnTo>
                  <a:lnTo>
                    <a:pt x="6969829" y="288660"/>
                  </a:lnTo>
                  <a:lnTo>
                    <a:pt x="6969955" y="288660"/>
                  </a:lnTo>
                  <a:lnTo>
                    <a:pt x="6970080" y="288660"/>
                  </a:lnTo>
                  <a:lnTo>
                    <a:pt x="6970205" y="288660"/>
                  </a:lnTo>
                  <a:lnTo>
                    <a:pt x="6970330" y="288660"/>
                  </a:lnTo>
                  <a:lnTo>
                    <a:pt x="6970455" y="288660"/>
                  </a:lnTo>
                  <a:lnTo>
                    <a:pt x="6970580" y="288660"/>
                  </a:lnTo>
                  <a:lnTo>
                    <a:pt x="6970705" y="288660"/>
                  </a:lnTo>
                  <a:lnTo>
                    <a:pt x="6970830" y="288660"/>
                  </a:lnTo>
                  <a:lnTo>
                    <a:pt x="6970955" y="288660"/>
                  </a:lnTo>
                  <a:lnTo>
                    <a:pt x="6971080" y="288660"/>
                  </a:lnTo>
                  <a:lnTo>
                    <a:pt x="6971205" y="288660"/>
                  </a:lnTo>
                  <a:lnTo>
                    <a:pt x="6971330" y="288660"/>
                  </a:lnTo>
                  <a:lnTo>
                    <a:pt x="6971455" y="288660"/>
                  </a:lnTo>
                  <a:lnTo>
                    <a:pt x="6971580" y="288660"/>
                  </a:lnTo>
                  <a:lnTo>
                    <a:pt x="6971705" y="288660"/>
                  </a:lnTo>
                  <a:lnTo>
                    <a:pt x="6971830" y="288660"/>
                  </a:lnTo>
                  <a:lnTo>
                    <a:pt x="6971955" y="288660"/>
                  </a:lnTo>
                  <a:lnTo>
                    <a:pt x="6972080" y="288660"/>
                  </a:lnTo>
                  <a:lnTo>
                    <a:pt x="6972205" y="288660"/>
                  </a:lnTo>
                  <a:lnTo>
                    <a:pt x="6972330" y="288660"/>
                  </a:lnTo>
                  <a:lnTo>
                    <a:pt x="6972455" y="288660"/>
                  </a:lnTo>
                  <a:lnTo>
                    <a:pt x="6972580" y="288660"/>
                  </a:lnTo>
                  <a:lnTo>
                    <a:pt x="6972705" y="288660"/>
                  </a:lnTo>
                  <a:lnTo>
                    <a:pt x="6972830" y="288660"/>
                  </a:lnTo>
                  <a:lnTo>
                    <a:pt x="6972956" y="288660"/>
                  </a:lnTo>
                  <a:lnTo>
                    <a:pt x="6973081" y="288660"/>
                  </a:lnTo>
                  <a:lnTo>
                    <a:pt x="6973206" y="288660"/>
                  </a:lnTo>
                  <a:lnTo>
                    <a:pt x="6973331" y="288660"/>
                  </a:lnTo>
                  <a:lnTo>
                    <a:pt x="6973456" y="288660"/>
                  </a:lnTo>
                  <a:lnTo>
                    <a:pt x="6973581" y="288660"/>
                  </a:lnTo>
                  <a:lnTo>
                    <a:pt x="6973706" y="288660"/>
                  </a:lnTo>
                  <a:lnTo>
                    <a:pt x="6973831" y="288660"/>
                  </a:lnTo>
                  <a:lnTo>
                    <a:pt x="6973956" y="288660"/>
                  </a:lnTo>
                  <a:lnTo>
                    <a:pt x="6974081" y="288660"/>
                  </a:lnTo>
                  <a:lnTo>
                    <a:pt x="6974206" y="288660"/>
                  </a:lnTo>
                  <a:lnTo>
                    <a:pt x="6974331" y="288660"/>
                  </a:lnTo>
                  <a:lnTo>
                    <a:pt x="6974456" y="288660"/>
                  </a:lnTo>
                  <a:lnTo>
                    <a:pt x="6974581" y="288660"/>
                  </a:lnTo>
                  <a:lnTo>
                    <a:pt x="6974706" y="288660"/>
                  </a:lnTo>
                  <a:lnTo>
                    <a:pt x="6974831" y="288660"/>
                  </a:lnTo>
                  <a:lnTo>
                    <a:pt x="6974956" y="288660"/>
                  </a:lnTo>
                  <a:lnTo>
                    <a:pt x="6975081" y="288660"/>
                  </a:lnTo>
                  <a:lnTo>
                    <a:pt x="6975206" y="288660"/>
                  </a:lnTo>
                  <a:lnTo>
                    <a:pt x="6975331" y="288660"/>
                  </a:lnTo>
                  <a:lnTo>
                    <a:pt x="6975456" y="288660"/>
                  </a:lnTo>
                  <a:lnTo>
                    <a:pt x="6975581" y="288660"/>
                  </a:lnTo>
                  <a:lnTo>
                    <a:pt x="6975706" y="288660"/>
                  </a:lnTo>
                  <a:lnTo>
                    <a:pt x="6975831" y="288660"/>
                  </a:lnTo>
                  <a:lnTo>
                    <a:pt x="6975957" y="288660"/>
                  </a:lnTo>
                  <a:lnTo>
                    <a:pt x="6976082" y="288660"/>
                  </a:lnTo>
                  <a:lnTo>
                    <a:pt x="6976207" y="288660"/>
                  </a:lnTo>
                  <a:lnTo>
                    <a:pt x="6976332" y="288660"/>
                  </a:lnTo>
                  <a:lnTo>
                    <a:pt x="6976457" y="288660"/>
                  </a:lnTo>
                  <a:lnTo>
                    <a:pt x="6976582" y="288660"/>
                  </a:lnTo>
                  <a:lnTo>
                    <a:pt x="6976707" y="288660"/>
                  </a:lnTo>
                  <a:lnTo>
                    <a:pt x="6976832" y="288660"/>
                  </a:lnTo>
                  <a:lnTo>
                    <a:pt x="6976957" y="288660"/>
                  </a:lnTo>
                  <a:lnTo>
                    <a:pt x="6977082" y="288660"/>
                  </a:lnTo>
                  <a:lnTo>
                    <a:pt x="6977207" y="288660"/>
                  </a:lnTo>
                  <a:lnTo>
                    <a:pt x="6977332" y="288660"/>
                  </a:lnTo>
                  <a:lnTo>
                    <a:pt x="6977457" y="288660"/>
                  </a:lnTo>
                  <a:lnTo>
                    <a:pt x="6977582" y="288660"/>
                  </a:lnTo>
                  <a:lnTo>
                    <a:pt x="6977707" y="288660"/>
                  </a:lnTo>
                  <a:lnTo>
                    <a:pt x="6977832" y="288660"/>
                  </a:lnTo>
                  <a:lnTo>
                    <a:pt x="6977957" y="288660"/>
                  </a:lnTo>
                  <a:lnTo>
                    <a:pt x="6978082" y="288660"/>
                  </a:lnTo>
                  <a:lnTo>
                    <a:pt x="6978207" y="288660"/>
                  </a:lnTo>
                  <a:lnTo>
                    <a:pt x="6978332" y="288660"/>
                  </a:lnTo>
                  <a:lnTo>
                    <a:pt x="6978457" y="288660"/>
                  </a:lnTo>
                  <a:lnTo>
                    <a:pt x="6978582" y="288660"/>
                  </a:lnTo>
                  <a:lnTo>
                    <a:pt x="6978707" y="288660"/>
                  </a:lnTo>
                  <a:lnTo>
                    <a:pt x="6978832" y="288660"/>
                  </a:lnTo>
                  <a:lnTo>
                    <a:pt x="6978958" y="288660"/>
                  </a:lnTo>
                  <a:lnTo>
                    <a:pt x="6979083" y="288660"/>
                  </a:lnTo>
                  <a:lnTo>
                    <a:pt x="6979208" y="288660"/>
                  </a:lnTo>
                  <a:lnTo>
                    <a:pt x="6979333" y="288660"/>
                  </a:lnTo>
                  <a:lnTo>
                    <a:pt x="6979458" y="288660"/>
                  </a:lnTo>
                  <a:lnTo>
                    <a:pt x="6979583" y="288660"/>
                  </a:lnTo>
                  <a:lnTo>
                    <a:pt x="6979708" y="288660"/>
                  </a:lnTo>
                  <a:lnTo>
                    <a:pt x="6979833" y="288660"/>
                  </a:lnTo>
                  <a:lnTo>
                    <a:pt x="6979958" y="288660"/>
                  </a:lnTo>
                  <a:lnTo>
                    <a:pt x="6980083" y="288660"/>
                  </a:lnTo>
                  <a:lnTo>
                    <a:pt x="6980208" y="288660"/>
                  </a:lnTo>
                  <a:lnTo>
                    <a:pt x="6980333" y="288660"/>
                  </a:lnTo>
                  <a:lnTo>
                    <a:pt x="6980458" y="288660"/>
                  </a:lnTo>
                  <a:lnTo>
                    <a:pt x="6980583" y="288660"/>
                  </a:lnTo>
                  <a:lnTo>
                    <a:pt x="6980708" y="288660"/>
                  </a:lnTo>
                  <a:lnTo>
                    <a:pt x="6980833" y="288660"/>
                  </a:lnTo>
                  <a:lnTo>
                    <a:pt x="6980958" y="288660"/>
                  </a:lnTo>
                  <a:lnTo>
                    <a:pt x="6981083" y="288660"/>
                  </a:lnTo>
                  <a:lnTo>
                    <a:pt x="6981208" y="288660"/>
                  </a:lnTo>
                  <a:lnTo>
                    <a:pt x="6981333" y="288660"/>
                  </a:lnTo>
                  <a:lnTo>
                    <a:pt x="6981458" y="288660"/>
                  </a:lnTo>
                  <a:lnTo>
                    <a:pt x="6981583" y="288660"/>
                  </a:lnTo>
                  <a:lnTo>
                    <a:pt x="6981708" y="288660"/>
                  </a:lnTo>
                  <a:lnTo>
                    <a:pt x="6981833" y="288660"/>
                  </a:lnTo>
                  <a:lnTo>
                    <a:pt x="6981959" y="288660"/>
                  </a:lnTo>
                  <a:lnTo>
                    <a:pt x="6982084" y="288660"/>
                  </a:lnTo>
                  <a:lnTo>
                    <a:pt x="6982209" y="288660"/>
                  </a:lnTo>
                  <a:lnTo>
                    <a:pt x="6982334" y="288660"/>
                  </a:lnTo>
                  <a:lnTo>
                    <a:pt x="6982459" y="288660"/>
                  </a:lnTo>
                  <a:lnTo>
                    <a:pt x="6982584" y="288660"/>
                  </a:lnTo>
                  <a:lnTo>
                    <a:pt x="6982709" y="288660"/>
                  </a:lnTo>
                  <a:lnTo>
                    <a:pt x="6982834" y="288660"/>
                  </a:lnTo>
                  <a:lnTo>
                    <a:pt x="6982959" y="288660"/>
                  </a:lnTo>
                  <a:lnTo>
                    <a:pt x="6983084" y="288660"/>
                  </a:lnTo>
                  <a:lnTo>
                    <a:pt x="6983209" y="288660"/>
                  </a:lnTo>
                  <a:lnTo>
                    <a:pt x="6983334" y="288660"/>
                  </a:lnTo>
                  <a:lnTo>
                    <a:pt x="6983459" y="288660"/>
                  </a:lnTo>
                  <a:lnTo>
                    <a:pt x="6983584" y="288660"/>
                  </a:lnTo>
                  <a:lnTo>
                    <a:pt x="6983709" y="288660"/>
                  </a:lnTo>
                  <a:lnTo>
                    <a:pt x="6983834" y="288660"/>
                  </a:lnTo>
                  <a:lnTo>
                    <a:pt x="6983959" y="288660"/>
                  </a:lnTo>
                  <a:lnTo>
                    <a:pt x="6984084" y="288660"/>
                  </a:lnTo>
                  <a:lnTo>
                    <a:pt x="6984209" y="288660"/>
                  </a:lnTo>
                  <a:lnTo>
                    <a:pt x="6984334" y="288660"/>
                  </a:lnTo>
                  <a:lnTo>
                    <a:pt x="6984459" y="288660"/>
                  </a:lnTo>
                  <a:lnTo>
                    <a:pt x="6984584" y="288660"/>
                  </a:lnTo>
                  <a:lnTo>
                    <a:pt x="6984709" y="288660"/>
                  </a:lnTo>
                  <a:lnTo>
                    <a:pt x="6984835" y="288660"/>
                  </a:lnTo>
                  <a:lnTo>
                    <a:pt x="6984960" y="288660"/>
                  </a:lnTo>
                  <a:lnTo>
                    <a:pt x="6985085" y="288660"/>
                  </a:lnTo>
                  <a:lnTo>
                    <a:pt x="6985210" y="288660"/>
                  </a:lnTo>
                  <a:lnTo>
                    <a:pt x="6985335" y="288660"/>
                  </a:lnTo>
                  <a:lnTo>
                    <a:pt x="6985460" y="288660"/>
                  </a:lnTo>
                  <a:lnTo>
                    <a:pt x="6985585" y="288660"/>
                  </a:lnTo>
                  <a:lnTo>
                    <a:pt x="6985710" y="288660"/>
                  </a:lnTo>
                  <a:lnTo>
                    <a:pt x="6985835" y="288660"/>
                  </a:lnTo>
                  <a:lnTo>
                    <a:pt x="6985960" y="288660"/>
                  </a:lnTo>
                  <a:lnTo>
                    <a:pt x="6986085" y="288660"/>
                  </a:lnTo>
                  <a:lnTo>
                    <a:pt x="6986210" y="288660"/>
                  </a:lnTo>
                  <a:lnTo>
                    <a:pt x="6986335" y="288660"/>
                  </a:lnTo>
                  <a:lnTo>
                    <a:pt x="6986460" y="288660"/>
                  </a:lnTo>
                  <a:lnTo>
                    <a:pt x="6986585" y="288660"/>
                  </a:lnTo>
                  <a:lnTo>
                    <a:pt x="6986710" y="288660"/>
                  </a:lnTo>
                  <a:lnTo>
                    <a:pt x="6986835" y="288660"/>
                  </a:lnTo>
                  <a:lnTo>
                    <a:pt x="6986960" y="288660"/>
                  </a:lnTo>
                  <a:lnTo>
                    <a:pt x="6987085" y="288660"/>
                  </a:lnTo>
                  <a:lnTo>
                    <a:pt x="6987210" y="288660"/>
                  </a:lnTo>
                  <a:lnTo>
                    <a:pt x="6987335" y="288660"/>
                  </a:lnTo>
                  <a:lnTo>
                    <a:pt x="6987460" y="288660"/>
                  </a:lnTo>
                  <a:lnTo>
                    <a:pt x="6987585" y="288660"/>
                  </a:lnTo>
                  <a:lnTo>
                    <a:pt x="6987710" y="288660"/>
                  </a:lnTo>
                  <a:lnTo>
                    <a:pt x="6987836" y="288660"/>
                  </a:lnTo>
                  <a:lnTo>
                    <a:pt x="6987961" y="288660"/>
                  </a:lnTo>
                  <a:lnTo>
                    <a:pt x="6988086" y="288660"/>
                  </a:lnTo>
                  <a:lnTo>
                    <a:pt x="6988211" y="288660"/>
                  </a:lnTo>
                  <a:lnTo>
                    <a:pt x="6988336" y="288660"/>
                  </a:lnTo>
                  <a:lnTo>
                    <a:pt x="6988461" y="288660"/>
                  </a:lnTo>
                  <a:lnTo>
                    <a:pt x="6988586" y="288660"/>
                  </a:lnTo>
                  <a:lnTo>
                    <a:pt x="6988711" y="288660"/>
                  </a:lnTo>
                  <a:lnTo>
                    <a:pt x="6988836" y="288660"/>
                  </a:lnTo>
                  <a:lnTo>
                    <a:pt x="6988961" y="288660"/>
                  </a:lnTo>
                  <a:lnTo>
                    <a:pt x="6989086" y="288660"/>
                  </a:lnTo>
                  <a:lnTo>
                    <a:pt x="6989211" y="288660"/>
                  </a:lnTo>
                  <a:lnTo>
                    <a:pt x="6989336" y="288660"/>
                  </a:lnTo>
                  <a:lnTo>
                    <a:pt x="6989461" y="288660"/>
                  </a:lnTo>
                  <a:lnTo>
                    <a:pt x="6989586" y="288660"/>
                  </a:lnTo>
                  <a:lnTo>
                    <a:pt x="6989711" y="288660"/>
                  </a:lnTo>
                  <a:lnTo>
                    <a:pt x="6989836" y="288660"/>
                  </a:lnTo>
                  <a:lnTo>
                    <a:pt x="6989961" y="288660"/>
                  </a:lnTo>
                  <a:lnTo>
                    <a:pt x="6990086" y="288660"/>
                  </a:lnTo>
                  <a:lnTo>
                    <a:pt x="6990211" y="288660"/>
                  </a:lnTo>
                  <a:lnTo>
                    <a:pt x="6990336" y="288660"/>
                  </a:lnTo>
                  <a:lnTo>
                    <a:pt x="6990461" y="288660"/>
                  </a:lnTo>
                  <a:lnTo>
                    <a:pt x="6990586" y="288660"/>
                  </a:lnTo>
                  <a:lnTo>
                    <a:pt x="6990711" y="288660"/>
                  </a:lnTo>
                  <a:lnTo>
                    <a:pt x="6990837" y="288660"/>
                  </a:lnTo>
                  <a:lnTo>
                    <a:pt x="6990962" y="288660"/>
                  </a:lnTo>
                  <a:lnTo>
                    <a:pt x="6991087" y="288660"/>
                  </a:lnTo>
                  <a:lnTo>
                    <a:pt x="6991212" y="288660"/>
                  </a:lnTo>
                  <a:lnTo>
                    <a:pt x="6991337" y="288660"/>
                  </a:lnTo>
                  <a:lnTo>
                    <a:pt x="6991462" y="288660"/>
                  </a:lnTo>
                  <a:lnTo>
                    <a:pt x="6991587" y="288660"/>
                  </a:lnTo>
                  <a:lnTo>
                    <a:pt x="6991712" y="288660"/>
                  </a:lnTo>
                  <a:lnTo>
                    <a:pt x="6991837" y="288660"/>
                  </a:lnTo>
                  <a:lnTo>
                    <a:pt x="6991962" y="288660"/>
                  </a:lnTo>
                  <a:lnTo>
                    <a:pt x="6992087" y="288660"/>
                  </a:lnTo>
                  <a:lnTo>
                    <a:pt x="6992212" y="288660"/>
                  </a:lnTo>
                  <a:lnTo>
                    <a:pt x="6992337" y="288660"/>
                  </a:lnTo>
                  <a:lnTo>
                    <a:pt x="6992462" y="288660"/>
                  </a:lnTo>
                  <a:lnTo>
                    <a:pt x="6992587" y="288660"/>
                  </a:lnTo>
                  <a:lnTo>
                    <a:pt x="6992712" y="288660"/>
                  </a:lnTo>
                  <a:lnTo>
                    <a:pt x="6992837" y="288660"/>
                  </a:lnTo>
                  <a:lnTo>
                    <a:pt x="6992962" y="288660"/>
                  </a:lnTo>
                  <a:lnTo>
                    <a:pt x="6993087" y="288660"/>
                  </a:lnTo>
                  <a:lnTo>
                    <a:pt x="6993212" y="288660"/>
                  </a:lnTo>
                  <a:lnTo>
                    <a:pt x="6993337" y="288660"/>
                  </a:lnTo>
                  <a:lnTo>
                    <a:pt x="6993462" y="288660"/>
                  </a:lnTo>
                  <a:lnTo>
                    <a:pt x="6993587" y="288660"/>
                  </a:lnTo>
                  <a:lnTo>
                    <a:pt x="6993712" y="288660"/>
                  </a:lnTo>
                  <a:lnTo>
                    <a:pt x="6993838" y="288660"/>
                  </a:lnTo>
                  <a:lnTo>
                    <a:pt x="6993963" y="288660"/>
                  </a:lnTo>
                  <a:lnTo>
                    <a:pt x="6994088" y="288660"/>
                  </a:lnTo>
                  <a:lnTo>
                    <a:pt x="6994213" y="288660"/>
                  </a:lnTo>
                  <a:lnTo>
                    <a:pt x="6994338" y="288660"/>
                  </a:lnTo>
                  <a:lnTo>
                    <a:pt x="6994463" y="288660"/>
                  </a:lnTo>
                  <a:lnTo>
                    <a:pt x="6994588" y="288660"/>
                  </a:lnTo>
                  <a:lnTo>
                    <a:pt x="6994713" y="288660"/>
                  </a:lnTo>
                  <a:lnTo>
                    <a:pt x="6994838" y="288660"/>
                  </a:lnTo>
                  <a:lnTo>
                    <a:pt x="6994963" y="288660"/>
                  </a:lnTo>
                  <a:lnTo>
                    <a:pt x="6995088" y="288660"/>
                  </a:lnTo>
                  <a:lnTo>
                    <a:pt x="6995213" y="288660"/>
                  </a:lnTo>
                  <a:lnTo>
                    <a:pt x="6995338" y="288660"/>
                  </a:lnTo>
                  <a:lnTo>
                    <a:pt x="6995463" y="288660"/>
                  </a:lnTo>
                  <a:lnTo>
                    <a:pt x="6995588" y="288660"/>
                  </a:lnTo>
                  <a:lnTo>
                    <a:pt x="6995713" y="288660"/>
                  </a:lnTo>
                  <a:lnTo>
                    <a:pt x="6995838" y="288660"/>
                  </a:lnTo>
                  <a:lnTo>
                    <a:pt x="6995963" y="288660"/>
                  </a:lnTo>
                  <a:lnTo>
                    <a:pt x="6996088" y="288660"/>
                  </a:lnTo>
                  <a:lnTo>
                    <a:pt x="6996213" y="288660"/>
                  </a:lnTo>
                  <a:lnTo>
                    <a:pt x="6996338" y="288660"/>
                  </a:lnTo>
                  <a:lnTo>
                    <a:pt x="6996463" y="288660"/>
                  </a:lnTo>
                  <a:lnTo>
                    <a:pt x="6996588" y="288660"/>
                  </a:lnTo>
                  <a:lnTo>
                    <a:pt x="6996713" y="288660"/>
                  </a:lnTo>
                  <a:lnTo>
                    <a:pt x="6996839" y="288660"/>
                  </a:lnTo>
                  <a:lnTo>
                    <a:pt x="6996964" y="288660"/>
                  </a:lnTo>
                  <a:lnTo>
                    <a:pt x="6997089" y="288660"/>
                  </a:lnTo>
                  <a:lnTo>
                    <a:pt x="6997214" y="288660"/>
                  </a:lnTo>
                  <a:lnTo>
                    <a:pt x="6997339" y="288660"/>
                  </a:lnTo>
                  <a:lnTo>
                    <a:pt x="6997464" y="288660"/>
                  </a:lnTo>
                  <a:lnTo>
                    <a:pt x="6997589" y="288660"/>
                  </a:lnTo>
                  <a:lnTo>
                    <a:pt x="6997714" y="288660"/>
                  </a:lnTo>
                  <a:lnTo>
                    <a:pt x="6997839" y="288660"/>
                  </a:lnTo>
                  <a:lnTo>
                    <a:pt x="6997964" y="288660"/>
                  </a:lnTo>
                  <a:lnTo>
                    <a:pt x="6998089" y="288660"/>
                  </a:lnTo>
                  <a:lnTo>
                    <a:pt x="6998214" y="288660"/>
                  </a:lnTo>
                  <a:lnTo>
                    <a:pt x="6998339" y="288660"/>
                  </a:lnTo>
                  <a:lnTo>
                    <a:pt x="6998464" y="288660"/>
                  </a:lnTo>
                  <a:lnTo>
                    <a:pt x="6998589" y="288660"/>
                  </a:lnTo>
                  <a:lnTo>
                    <a:pt x="6998714" y="288660"/>
                  </a:lnTo>
                  <a:lnTo>
                    <a:pt x="6998839" y="288660"/>
                  </a:lnTo>
                  <a:lnTo>
                    <a:pt x="6998964" y="288660"/>
                  </a:lnTo>
                  <a:lnTo>
                    <a:pt x="6999089" y="288660"/>
                  </a:lnTo>
                  <a:lnTo>
                    <a:pt x="6999214" y="288660"/>
                  </a:lnTo>
                  <a:lnTo>
                    <a:pt x="6999339" y="288660"/>
                  </a:lnTo>
                  <a:lnTo>
                    <a:pt x="6999464" y="288660"/>
                  </a:lnTo>
                  <a:lnTo>
                    <a:pt x="6999589" y="288660"/>
                  </a:lnTo>
                  <a:lnTo>
                    <a:pt x="6999714" y="288660"/>
                  </a:lnTo>
                  <a:lnTo>
                    <a:pt x="6999840" y="288660"/>
                  </a:lnTo>
                  <a:lnTo>
                    <a:pt x="6999965" y="288660"/>
                  </a:lnTo>
                  <a:lnTo>
                    <a:pt x="7000090" y="288660"/>
                  </a:lnTo>
                  <a:lnTo>
                    <a:pt x="7000215" y="288660"/>
                  </a:lnTo>
                  <a:lnTo>
                    <a:pt x="7000340" y="288660"/>
                  </a:lnTo>
                  <a:lnTo>
                    <a:pt x="7000465" y="288660"/>
                  </a:lnTo>
                  <a:lnTo>
                    <a:pt x="7000590" y="288660"/>
                  </a:lnTo>
                  <a:lnTo>
                    <a:pt x="7000715" y="288660"/>
                  </a:lnTo>
                  <a:lnTo>
                    <a:pt x="7000840" y="288660"/>
                  </a:lnTo>
                  <a:lnTo>
                    <a:pt x="7000965" y="288660"/>
                  </a:lnTo>
                  <a:lnTo>
                    <a:pt x="7001090" y="288660"/>
                  </a:lnTo>
                  <a:lnTo>
                    <a:pt x="7001215" y="288660"/>
                  </a:lnTo>
                  <a:lnTo>
                    <a:pt x="7001340" y="288660"/>
                  </a:lnTo>
                  <a:lnTo>
                    <a:pt x="7001465" y="288660"/>
                  </a:lnTo>
                  <a:lnTo>
                    <a:pt x="7001590" y="288660"/>
                  </a:lnTo>
                  <a:lnTo>
                    <a:pt x="7001715" y="288660"/>
                  </a:lnTo>
                  <a:lnTo>
                    <a:pt x="7001840" y="288660"/>
                  </a:lnTo>
                  <a:lnTo>
                    <a:pt x="7001965" y="288660"/>
                  </a:lnTo>
                  <a:lnTo>
                    <a:pt x="7002090" y="288660"/>
                  </a:lnTo>
                  <a:lnTo>
                    <a:pt x="7002215" y="288660"/>
                  </a:lnTo>
                  <a:lnTo>
                    <a:pt x="7002340" y="288660"/>
                  </a:lnTo>
                  <a:lnTo>
                    <a:pt x="7002465" y="288660"/>
                  </a:lnTo>
                  <a:lnTo>
                    <a:pt x="7002590" y="288660"/>
                  </a:lnTo>
                  <a:lnTo>
                    <a:pt x="7002715" y="288660"/>
                  </a:lnTo>
                  <a:lnTo>
                    <a:pt x="7002841" y="288660"/>
                  </a:lnTo>
                  <a:lnTo>
                    <a:pt x="7002966" y="288660"/>
                  </a:lnTo>
                  <a:lnTo>
                    <a:pt x="7003091" y="288660"/>
                  </a:lnTo>
                  <a:lnTo>
                    <a:pt x="7003216" y="288660"/>
                  </a:lnTo>
                  <a:lnTo>
                    <a:pt x="7003341" y="288660"/>
                  </a:lnTo>
                  <a:lnTo>
                    <a:pt x="7003466" y="288660"/>
                  </a:lnTo>
                  <a:lnTo>
                    <a:pt x="7003591" y="288660"/>
                  </a:lnTo>
                  <a:lnTo>
                    <a:pt x="7003716" y="288660"/>
                  </a:lnTo>
                  <a:lnTo>
                    <a:pt x="7003841" y="288660"/>
                  </a:lnTo>
                  <a:lnTo>
                    <a:pt x="7003966" y="288660"/>
                  </a:lnTo>
                  <a:lnTo>
                    <a:pt x="7004091" y="288660"/>
                  </a:lnTo>
                  <a:lnTo>
                    <a:pt x="7004216" y="288660"/>
                  </a:lnTo>
                  <a:lnTo>
                    <a:pt x="7004341" y="288660"/>
                  </a:lnTo>
                  <a:lnTo>
                    <a:pt x="7004466" y="288660"/>
                  </a:lnTo>
                  <a:lnTo>
                    <a:pt x="7004591" y="288660"/>
                  </a:lnTo>
                  <a:lnTo>
                    <a:pt x="7004716" y="288660"/>
                  </a:lnTo>
                  <a:lnTo>
                    <a:pt x="7004841" y="288660"/>
                  </a:lnTo>
                  <a:lnTo>
                    <a:pt x="7004966" y="288660"/>
                  </a:lnTo>
                  <a:lnTo>
                    <a:pt x="7005091" y="288660"/>
                  </a:lnTo>
                  <a:lnTo>
                    <a:pt x="7005216" y="288660"/>
                  </a:lnTo>
                  <a:lnTo>
                    <a:pt x="7005341" y="288660"/>
                  </a:lnTo>
                  <a:lnTo>
                    <a:pt x="7005466" y="288660"/>
                  </a:lnTo>
                  <a:lnTo>
                    <a:pt x="7005591" y="288660"/>
                  </a:lnTo>
                  <a:lnTo>
                    <a:pt x="7005716" y="288660"/>
                  </a:lnTo>
                  <a:lnTo>
                    <a:pt x="7005842" y="288660"/>
                  </a:lnTo>
                  <a:lnTo>
                    <a:pt x="7005967" y="288660"/>
                  </a:lnTo>
                  <a:lnTo>
                    <a:pt x="7006092" y="288660"/>
                  </a:lnTo>
                  <a:lnTo>
                    <a:pt x="7006217" y="288660"/>
                  </a:lnTo>
                  <a:lnTo>
                    <a:pt x="7006342" y="288660"/>
                  </a:lnTo>
                  <a:lnTo>
                    <a:pt x="7006467" y="288660"/>
                  </a:lnTo>
                  <a:lnTo>
                    <a:pt x="7006592" y="288660"/>
                  </a:lnTo>
                  <a:lnTo>
                    <a:pt x="7006717" y="288660"/>
                  </a:lnTo>
                  <a:lnTo>
                    <a:pt x="7006842" y="288660"/>
                  </a:lnTo>
                  <a:lnTo>
                    <a:pt x="7006967" y="288660"/>
                  </a:lnTo>
                  <a:lnTo>
                    <a:pt x="7007092" y="288660"/>
                  </a:lnTo>
                  <a:lnTo>
                    <a:pt x="7007217" y="288660"/>
                  </a:lnTo>
                  <a:lnTo>
                    <a:pt x="7007342" y="288660"/>
                  </a:lnTo>
                  <a:lnTo>
                    <a:pt x="7007467" y="288660"/>
                  </a:lnTo>
                  <a:lnTo>
                    <a:pt x="7007592" y="288660"/>
                  </a:lnTo>
                  <a:lnTo>
                    <a:pt x="7007717" y="288660"/>
                  </a:lnTo>
                  <a:lnTo>
                    <a:pt x="7007842" y="288660"/>
                  </a:lnTo>
                  <a:lnTo>
                    <a:pt x="7007967" y="288660"/>
                  </a:lnTo>
                  <a:lnTo>
                    <a:pt x="7008092" y="288660"/>
                  </a:lnTo>
                  <a:lnTo>
                    <a:pt x="7008217" y="288660"/>
                  </a:lnTo>
                  <a:lnTo>
                    <a:pt x="7008217" y="278707"/>
                  </a:lnTo>
                  <a:lnTo>
                    <a:pt x="7008342" y="278707"/>
                  </a:lnTo>
                  <a:lnTo>
                    <a:pt x="7008467" y="278707"/>
                  </a:lnTo>
                  <a:lnTo>
                    <a:pt x="7008592" y="278707"/>
                  </a:lnTo>
                  <a:lnTo>
                    <a:pt x="7008717" y="278707"/>
                  </a:lnTo>
                  <a:lnTo>
                    <a:pt x="7008843" y="278707"/>
                  </a:lnTo>
                  <a:lnTo>
                    <a:pt x="7008968" y="278707"/>
                  </a:lnTo>
                  <a:lnTo>
                    <a:pt x="7009093" y="278707"/>
                  </a:lnTo>
                  <a:lnTo>
                    <a:pt x="7009218" y="278707"/>
                  </a:lnTo>
                  <a:lnTo>
                    <a:pt x="7009343" y="278707"/>
                  </a:lnTo>
                  <a:lnTo>
                    <a:pt x="7009468" y="278707"/>
                  </a:lnTo>
                  <a:lnTo>
                    <a:pt x="7009593" y="278707"/>
                  </a:lnTo>
                  <a:lnTo>
                    <a:pt x="7009718" y="278707"/>
                  </a:lnTo>
                  <a:lnTo>
                    <a:pt x="7009843" y="278707"/>
                  </a:lnTo>
                  <a:lnTo>
                    <a:pt x="7009968" y="278707"/>
                  </a:lnTo>
                  <a:lnTo>
                    <a:pt x="7010093" y="278707"/>
                  </a:lnTo>
                  <a:lnTo>
                    <a:pt x="7010218" y="278707"/>
                  </a:lnTo>
                  <a:lnTo>
                    <a:pt x="7010343" y="278707"/>
                  </a:lnTo>
                  <a:lnTo>
                    <a:pt x="7010468" y="278707"/>
                  </a:lnTo>
                  <a:lnTo>
                    <a:pt x="7010593" y="278707"/>
                  </a:lnTo>
                  <a:lnTo>
                    <a:pt x="7010718" y="278707"/>
                  </a:lnTo>
                  <a:lnTo>
                    <a:pt x="7010843" y="278707"/>
                  </a:lnTo>
                  <a:lnTo>
                    <a:pt x="7010968" y="278707"/>
                  </a:lnTo>
                  <a:lnTo>
                    <a:pt x="7011093" y="278707"/>
                  </a:lnTo>
                  <a:lnTo>
                    <a:pt x="7011218" y="278707"/>
                  </a:lnTo>
                  <a:lnTo>
                    <a:pt x="7011343" y="278707"/>
                  </a:lnTo>
                  <a:lnTo>
                    <a:pt x="7011468" y="278707"/>
                  </a:lnTo>
                  <a:lnTo>
                    <a:pt x="7011593" y="278707"/>
                  </a:lnTo>
                  <a:lnTo>
                    <a:pt x="7011718" y="278707"/>
                  </a:lnTo>
                  <a:lnTo>
                    <a:pt x="7011844" y="278707"/>
                  </a:lnTo>
                  <a:lnTo>
                    <a:pt x="7011969" y="278707"/>
                  </a:lnTo>
                  <a:lnTo>
                    <a:pt x="7012094" y="278707"/>
                  </a:lnTo>
                  <a:lnTo>
                    <a:pt x="7012219" y="278707"/>
                  </a:lnTo>
                  <a:lnTo>
                    <a:pt x="7012344" y="278707"/>
                  </a:lnTo>
                  <a:lnTo>
                    <a:pt x="7012469" y="278707"/>
                  </a:lnTo>
                  <a:lnTo>
                    <a:pt x="7012594" y="278707"/>
                  </a:lnTo>
                  <a:lnTo>
                    <a:pt x="7012719" y="278707"/>
                  </a:lnTo>
                  <a:lnTo>
                    <a:pt x="7012844" y="278707"/>
                  </a:lnTo>
                  <a:lnTo>
                    <a:pt x="7012969" y="278707"/>
                  </a:lnTo>
                  <a:lnTo>
                    <a:pt x="7013094" y="278707"/>
                  </a:lnTo>
                  <a:lnTo>
                    <a:pt x="7013219" y="278707"/>
                  </a:lnTo>
                  <a:lnTo>
                    <a:pt x="7013344" y="278707"/>
                  </a:lnTo>
                  <a:lnTo>
                    <a:pt x="7013469" y="278707"/>
                  </a:lnTo>
                  <a:lnTo>
                    <a:pt x="7013594" y="278707"/>
                  </a:lnTo>
                  <a:lnTo>
                    <a:pt x="7013719" y="278707"/>
                  </a:lnTo>
                  <a:lnTo>
                    <a:pt x="7013844" y="278707"/>
                  </a:lnTo>
                  <a:lnTo>
                    <a:pt x="7013969" y="278707"/>
                  </a:lnTo>
                  <a:lnTo>
                    <a:pt x="7014094" y="278707"/>
                  </a:lnTo>
                  <a:lnTo>
                    <a:pt x="7014219" y="278707"/>
                  </a:lnTo>
                  <a:lnTo>
                    <a:pt x="7014344" y="278707"/>
                  </a:lnTo>
                  <a:lnTo>
                    <a:pt x="7014469" y="278707"/>
                  </a:lnTo>
                  <a:lnTo>
                    <a:pt x="7014594" y="278707"/>
                  </a:lnTo>
                  <a:lnTo>
                    <a:pt x="7014719" y="278707"/>
                  </a:lnTo>
                  <a:lnTo>
                    <a:pt x="7014845" y="278707"/>
                  </a:lnTo>
                  <a:lnTo>
                    <a:pt x="7014970" y="278707"/>
                  </a:lnTo>
                  <a:lnTo>
                    <a:pt x="7015095" y="278707"/>
                  </a:lnTo>
                  <a:lnTo>
                    <a:pt x="7015220" y="278707"/>
                  </a:lnTo>
                  <a:lnTo>
                    <a:pt x="7015345" y="278707"/>
                  </a:lnTo>
                  <a:lnTo>
                    <a:pt x="7015470" y="278707"/>
                  </a:lnTo>
                  <a:lnTo>
                    <a:pt x="7015595" y="278707"/>
                  </a:lnTo>
                  <a:lnTo>
                    <a:pt x="7015720" y="278707"/>
                  </a:lnTo>
                  <a:lnTo>
                    <a:pt x="7015845" y="278707"/>
                  </a:lnTo>
                  <a:lnTo>
                    <a:pt x="7015970" y="278707"/>
                  </a:lnTo>
                  <a:lnTo>
                    <a:pt x="7016095" y="278707"/>
                  </a:lnTo>
                  <a:lnTo>
                    <a:pt x="7016220" y="278707"/>
                  </a:lnTo>
                  <a:lnTo>
                    <a:pt x="7016345" y="278707"/>
                  </a:lnTo>
                  <a:lnTo>
                    <a:pt x="7016470" y="278707"/>
                  </a:lnTo>
                  <a:lnTo>
                    <a:pt x="7016595" y="278707"/>
                  </a:lnTo>
                  <a:lnTo>
                    <a:pt x="7016720" y="278707"/>
                  </a:lnTo>
                  <a:lnTo>
                    <a:pt x="7016845" y="278707"/>
                  </a:lnTo>
                  <a:lnTo>
                    <a:pt x="7016970" y="278707"/>
                  </a:lnTo>
                  <a:lnTo>
                    <a:pt x="7017095" y="278707"/>
                  </a:lnTo>
                  <a:lnTo>
                    <a:pt x="7017220" y="278707"/>
                  </a:lnTo>
                  <a:lnTo>
                    <a:pt x="7017345" y="278707"/>
                  </a:lnTo>
                  <a:lnTo>
                    <a:pt x="7017470" y="278707"/>
                  </a:lnTo>
                  <a:lnTo>
                    <a:pt x="7017595" y="278707"/>
                  </a:lnTo>
                  <a:lnTo>
                    <a:pt x="7017720" y="278707"/>
                  </a:lnTo>
                  <a:lnTo>
                    <a:pt x="7017846" y="278707"/>
                  </a:lnTo>
                  <a:lnTo>
                    <a:pt x="7017971" y="278707"/>
                  </a:lnTo>
                  <a:lnTo>
                    <a:pt x="7018096" y="278707"/>
                  </a:lnTo>
                  <a:lnTo>
                    <a:pt x="7018221" y="278707"/>
                  </a:lnTo>
                  <a:lnTo>
                    <a:pt x="7018346" y="278707"/>
                  </a:lnTo>
                  <a:lnTo>
                    <a:pt x="7018471" y="278707"/>
                  </a:lnTo>
                  <a:lnTo>
                    <a:pt x="7018596" y="278707"/>
                  </a:lnTo>
                  <a:lnTo>
                    <a:pt x="7018721" y="278707"/>
                  </a:lnTo>
                  <a:lnTo>
                    <a:pt x="7018846" y="278707"/>
                  </a:lnTo>
                  <a:lnTo>
                    <a:pt x="7018971" y="278707"/>
                  </a:lnTo>
                  <a:lnTo>
                    <a:pt x="7019096" y="278707"/>
                  </a:lnTo>
                  <a:lnTo>
                    <a:pt x="7019221" y="278707"/>
                  </a:lnTo>
                  <a:lnTo>
                    <a:pt x="7019346" y="278707"/>
                  </a:lnTo>
                  <a:lnTo>
                    <a:pt x="7019471" y="278707"/>
                  </a:lnTo>
                  <a:lnTo>
                    <a:pt x="7019596" y="278707"/>
                  </a:lnTo>
                  <a:lnTo>
                    <a:pt x="7019721" y="278707"/>
                  </a:lnTo>
                  <a:lnTo>
                    <a:pt x="7019846" y="278707"/>
                  </a:lnTo>
                  <a:lnTo>
                    <a:pt x="7019971" y="278707"/>
                  </a:lnTo>
                  <a:lnTo>
                    <a:pt x="7020096" y="278707"/>
                  </a:lnTo>
                  <a:lnTo>
                    <a:pt x="7020221" y="278707"/>
                  </a:lnTo>
                  <a:lnTo>
                    <a:pt x="7020346" y="278707"/>
                  </a:lnTo>
                  <a:lnTo>
                    <a:pt x="7020471" y="278707"/>
                  </a:lnTo>
                  <a:lnTo>
                    <a:pt x="7020596" y="278707"/>
                  </a:lnTo>
                  <a:lnTo>
                    <a:pt x="7020721" y="278707"/>
                  </a:lnTo>
                  <a:lnTo>
                    <a:pt x="7020847" y="278707"/>
                  </a:lnTo>
                  <a:lnTo>
                    <a:pt x="7020972" y="278707"/>
                  </a:lnTo>
                  <a:lnTo>
                    <a:pt x="7021097" y="278707"/>
                  </a:lnTo>
                  <a:lnTo>
                    <a:pt x="7021222" y="278707"/>
                  </a:lnTo>
                  <a:lnTo>
                    <a:pt x="7021347" y="278707"/>
                  </a:lnTo>
                  <a:lnTo>
                    <a:pt x="7021472" y="278707"/>
                  </a:lnTo>
                  <a:lnTo>
                    <a:pt x="7021597" y="278707"/>
                  </a:lnTo>
                  <a:lnTo>
                    <a:pt x="7021722" y="278707"/>
                  </a:lnTo>
                  <a:lnTo>
                    <a:pt x="7021847" y="278707"/>
                  </a:lnTo>
                  <a:lnTo>
                    <a:pt x="7021972" y="278707"/>
                  </a:lnTo>
                  <a:lnTo>
                    <a:pt x="7022097" y="278707"/>
                  </a:lnTo>
                  <a:lnTo>
                    <a:pt x="7022222" y="278707"/>
                  </a:lnTo>
                  <a:lnTo>
                    <a:pt x="7022347" y="278707"/>
                  </a:lnTo>
                  <a:lnTo>
                    <a:pt x="7022472" y="278707"/>
                  </a:lnTo>
                  <a:lnTo>
                    <a:pt x="7022597" y="278707"/>
                  </a:lnTo>
                  <a:lnTo>
                    <a:pt x="7022722" y="278707"/>
                  </a:lnTo>
                  <a:lnTo>
                    <a:pt x="7022847" y="278707"/>
                  </a:lnTo>
                  <a:lnTo>
                    <a:pt x="7022972" y="278707"/>
                  </a:lnTo>
                  <a:lnTo>
                    <a:pt x="7023097" y="278707"/>
                  </a:lnTo>
                  <a:lnTo>
                    <a:pt x="7023222" y="278707"/>
                  </a:lnTo>
                  <a:lnTo>
                    <a:pt x="7023347" y="278707"/>
                  </a:lnTo>
                  <a:lnTo>
                    <a:pt x="7023472" y="278707"/>
                  </a:lnTo>
                  <a:lnTo>
                    <a:pt x="7023597" y="278707"/>
                  </a:lnTo>
                  <a:lnTo>
                    <a:pt x="7023723" y="278707"/>
                  </a:lnTo>
                  <a:lnTo>
                    <a:pt x="7023848" y="278707"/>
                  </a:lnTo>
                  <a:lnTo>
                    <a:pt x="7023973" y="278707"/>
                  </a:lnTo>
                  <a:lnTo>
                    <a:pt x="7024098" y="278707"/>
                  </a:lnTo>
                  <a:lnTo>
                    <a:pt x="7024223" y="278707"/>
                  </a:lnTo>
                  <a:lnTo>
                    <a:pt x="7024348" y="278707"/>
                  </a:lnTo>
                  <a:lnTo>
                    <a:pt x="7024473" y="278707"/>
                  </a:lnTo>
                  <a:lnTo>
                    <a:pt x="7024598" y="278707"/>
                  </a:lnTo>
                  <a:lnTo>
                    <a:pt x="7024723" y="278707"/>
                  </a:lnTo>
                  <a:lnTo>
                    <a:pt x="7024848" y="278707"/>
                  </a:lnTo>
                  <a:lnTo>
                    <a:pt x="7024973" y="278707"/>
                  </a:lnTo>
                  <a:lnTo>
                    <a:pt x="7025098" y="278707"/>
                  </a:lnTo>
                  <a:lnTo>
                    <a:pt x="7025223" y="278707"/>
                  </a:lnTo>
                  <a:lnTo>
                    <a:pt x="7025348" y="278707"/>
                  </a:lnTo>
                  <a:lnTo>
                    <a:pt x="7025473" y="278707"/>
                  </a:lnTo>
                  <a:lnTo>
                    <a:pt x="7025598" y="278707"/>
                  </a:lnTo>
                  <a:lnTo>
                    <a:pt x="7025723" y="278707"/>
                  </a:lnTo>
                  <a:lnTo>
                    <a:pt x="7025848" y="278707"/>
                  </a:lnTo>
                  <a:lnTo>
                    <a:pt x="7025973" y="278707"/>
                  </a:lnTo>
                  <a:lnTo>
                    <a:pt x="7026098" y="278707"/>
                  </a:lnTo>
                  <a:lnTo>
                    <a:pt x="7026223" y="278707"/>
                  </a:lnTo>
                  <a:lnTo>
                    <a:pt x="7026348" y="278707"/>
                  </a:lnTo>
                  <a:lnTo>
                    <a:pt x="7026473" y="278707"/>
                  </a:lnTo>
                  <a:lnTo>
                    <a:pt x="7026598" y="278707"/>
                  </a:lnTo>
                  <a:lnTo>
                    <a:pt x="7026724" y="278707"/>
                  </a:lnTo>
                  <a:lnTo>
                    <a:pt x="7026849" y="278707"/>
                  </a:lnTo>
                  <a:lnTo>
                    <a:pt x="7026974" y="278707"/>
                  </a:lnTo>
                  <a:lnTo>
                    <a:pt x="7027099" y="278707"/>
                  </a:lnTo>
                  <a:lnTo>
                    <a:pt x="7027224" y="278707"/>
                  </a:lnTo>
                  <a:lnTo>
                    <a:pt x="7027349" y="278707"/>
                  </a:lnTo>
                  <a:lnTo>
                    <a:pt x="7027474" y="278707"/>
                  </a:lnTo>
                  <a:lnTo>
                    <a:pt x="7027599" y="278707"/>
                  </a:lnTo>
                  <a:lnTo>
                    <a:pt x="7027724" y="278707"/>
                  </a:lnTo>
                  <a:lnTo>
                    <a:pt x="7027849" y="278707"/>
                  </a:lnTo>
                  <a:lnTo>
                    <a:pt x="7027974" y="278707"/>
                  </a:lnTo>
                  <a:lnTo>
                    <a:pt x="7028099" y="278707"/>
                  </a:lnTo>
                  <a:lnTo>
                    <a:pt x="7028224" y="278707"/>
                  </a:lnTo>
                  <a:lnTo>
                    <a:pt x="7028349" y="278707"/>
                  </a:lnTo>
                  <a:lnTo>
                    <a:pt x="7028474" y="278707"/>
                  </a:lnTo>
                  <a:lnTo>
                    <a:pt x="7028599" y="278707"/>
                  </a:lnTo>
                  <a:lnTo>
                    <a:pt x="7028724" y="278707"/>
                  </a:lnTo>
                  <a:lnTo>
                    <a:pt x="7028849" y="278707"/>
                  </a:lnTo>
                  <a:lnTo>
                    <a:pt x="7028974" y="278707"/>
                  </a:lnTo>
                  <a:lnTo>
                    <a:pt x="7029099" y="278707"/>
                  </a:lnTo>
                  <a:lnTo>
                    <a:pt x="7029224" y="278707"/>
                  </a:lnTo>
                  <a:lnTo>
                    <a:pt x="7029349" y="278707"/>
                  </a:lnTo>
                  <a:lnTo>
                    <a:pt x="7029474" y="278707"/>
                  </a:lnTo>
                  <a:lnTo>
                    <a:pt x="7029599" y="278707"/>
                  </a:lnTo>
                  <a:lnTo>
                    <a:pt x="7029725" y="278707"/>
                  </a:lnTo>
                  <a:lnTo>
                    <a:pt x="7029850" y="278707"/>
                  </a:lnTo>
                  <a:lnTo>
                    <a:pt x="7029975" y="278707"/>
                  </a:lnTo>
                  <a:lnTo>
                    <a:pt x="7030100" y="278707"/>
                  </a:lnTo>
                  <a:lnTo>
                    <a:pt x="7030225" y="278707"/>
                  </a:lnTo>
                  <a:lnTo>
                    <a:pt x="7030350" y="278707"/>
                  </a:lnTo>
                  <a:lnTo>
                    <a:pt x="7030475" y="278707"/>
                  </a:lnTo>
                  <a:lnTo>
                    <a:pt x="7030600" y="278707"/>
                  </a:lnTo>
                  <a:lnTo>
                    <a:pt x="7030725" y="278707"/>
                  </a:lnTo>
                  <a:lnTo>
                    <a:pt x="7030850" y="278707"/>
                  </a:lnTo>
                  <a:lnTo>
                    <a:pt x="7030975" y="278707"/>
                  </a:lnTo>
                  <a:lnTo>
                    <a:pt x="7031100" y="278707"/>
                  </a:lnTo>
                  <a:lnTo>
                    <a:pt x="7031225" y="278707"/>
                  </a:lnTo>
                  <a:lnTo>
                    <a:pt x="7031350" y="278707"/>
                  </a:lnTo>
                  <a:lnTo>
                    <a:pt x="7031475" y="278707"/>
                  </a:lnTo>
                  <a:lnTo>
                    <a:pt x="7031600" y="278707"/>
                  </a:lnTo>
                  <a:lnTo>
                    <a:pt x="7031725" y="278707"/>
                  </a:lnTo>
                  <a:lnTo>
                    <a:pt x="7031850" y="278707"/>
                  </a:lnTo>
                  <a:lnTo>
                    <a:pt x="7031975" y="278707"/>
                  </a:lnTo>
                  <a:lnTo>
                    <a:pt x="7032100" y="278707"/>
                  </a:lnTo>
                  <a:lnTo>
                    <a:pt x="7032225" y="278707"/>
                  </a:lnTo>
                  <a:lnTo>
                    <a:pt x="7032350" y="278707"/>
                  </a:lnTo>
                  <a:lnTo>
                    <a:pt x="7032475" y="278707"/>
                  </a:lnTo>
                  <a:lnTo>
                    <a:pt x="7032600" y="278707"/>
                  </a:lnTo>
                  <a:lnTo>
                    <a:pt x="7032726" y="278707"/>
                  </a:lnTo>
                  <a:lnTo>
                    <a:pt x="7032851" y="278707"/>
                  </a:lnTo>
                  <a:lnTo>
                    <a:pt x="7032976" y="278707"/>
                  </a:lnTo>
                  <a:lnTo>
                    <a:pt x="7033101" y="278707"/>
                  </a:lnTo>
                  <a:lnTo>
                    <a:pt x="7033226" y="278707"/>
                  </a:lnTo>
                  <a:lnTo>
                    <a:pt x="7033351" y="278707"/>
                  </a:lnTo>
                  <a:lnTo>
                    <a:pt x="7033476" y="278707"/>
                  </a:lnTo>
                  <a:lnTo>
                    <a:pt x="7033601" y="278707"/>
                  </a:lnTo>
                  <a:lnTo>
                    <a:pt x="7033726" y="278707"/>
                  </a:lnTo>
                  <a:lnTo>
                    <a:pt x="7033851" y="278707"/>
                  </a:lnTo>
                  <a:lnTo>
                    <a:pt x="7033976" y="278707"/>
                  </a:lnTo>
                  <a:lnTo>
                    <a:pt x="7034101" y="278707"/>
                  </a:lnTo>
                  <a:lnTo>
                    <a:pt x="7034226" y="278707"/>
                  </a:lnTo>
                  <a:lnTo>
                    <a:pt x="7034351" y="278707"/>
                  </a:lnTo>
                  <a:lnTo>
                    <a:pt x="7034476" y="278707"/>
                  </a:lnTo>
                  <a:lnTo>
                    <a:pt x="7034601" y="278707"/>
                  </a:lnTo>
                  <a:lnTo>
                    <a:pt x="7034726" y="278707"/>
                  </a:lnTo>
                  <a:lnTo>
                    <a:pt x="7034851" y="278707"/>
                  </a:lnTo>
                  <a:lnTo>
                    <a:pt x="7034976" y="278707"/>
                  </a:lnTo>
                  <a:lnTo>
                    <a:pt x="7035101" y="278707"/>
                  </a:lnTo>
                  <a:lnTo>
                    <a:pt x="7035226" y="278707"/>
                  </a:lnTo>
                  <a:lnTo>
                    <a:pt x="7035351" y="278707"/>
                  </a:lnTo>
                  <a:lnTo>
                    <a:pt x="7035476" y="278707"/>
                  </a:lnTo>
                  <a:lnTo>
                    <a:pt x="7035601" y="278707"/>
                  </a:lnTo>
                  <a:lnTo>
                    <a:pt x="7035727" y="278707"/>
                  </a:lnTo>
                  <a:lnTo>
                    <a:pt x="7035852" y="278707"/>
                  </a:lnTo>
                  <a:lnTo>
                    <a:pt x="7035977" y="278707"/>
                  </a:lnTo>
                  <a:lnTo>
                    <a:pt x="7036102" y="278707"/>
                  </a:lnTo>
                  <a:lnTo>
                    <a:pt x="7036227" y="278707"/>
                  </a:lnTo>
                  <a:lnTo>
                    <a:pt x="7036352" y="278707"/>
                  </a:lnTo>
                  <a:lnTo>
                    <a:pt x="7036477" y="278707"/>
                  </a:lnTo>
                  <a:lnTo>
                    <a:pt x="7036602" y="278707"/>
                  </a:lnTo>
                  <a:lnTo>
                    <a:pt x="7036727" y="278707"/>
                  </a:lnTo>
                  <a:lnTo>
                    <a:pt x="7036852" y="278707"/>
                  </a:lnTo>
                  <a:lnTo>
                    <a:pt x="7036977" y="278707"/>
                  </a:lnTo>
                  <a:lnTo>
                    <a:pt x="7037102" y="278707"/>
                  </a:lnTo>
                  <a:lnTo>
                    <a:pt x="7037227" y="278707"/>
                  </a:lnTo>
                  <a:lnTo>
                    <a:pt x="7037352" y="278707"/>
                  </a:lnTo>
                  <a:lnTo>
                    <a:pt x="7037477" y="278707"/>
                  </a:lnTo>
                  <a:lnTo>
                    <a:pt x="7037602" y="278707"/>
                  </a:lnTo>
                  <a:lnTo>
                    <a:pt x="7037727" y="278707"/>
                  </a:lnTo>
                  <a:lnTo>
                    <a:pt x="7037852" y="278707"/>
                  </a:lnTo>
                  <a:lnTo>
                    <a:pt x="7037977" y="278707"/>
                  </a:lnTo>
                  <a:lnTo>
                    <a:pt x="7038102" y="278707"/>
                  </a:lnTo>
                  <a:lnTo>
                    <a:pt x="7038227" y="278707"/>
                  </a:lnTo>
                  <a:lnTo>
                    <a:pt x="7038352" y="278707"/>
                  </a:lnTo>
                  <a:lnTo>
                    <a:pt x="7038477" y="278707"/>
                  </a:lnTo>
                  <a:lnTo>
                    <a:pt x="7038602" y="278707"/>
                  </a:lnTo>
                  <a:lnTo>
                    <a:pt x="7038728" y="278707"/>
                  </a:lnTo>
                  <a:lnTo>
                    <a:pt x="7038853" y="278707"/>
                  </a:lnTo>
                  <a:lnTo>
                    <a:pt x="7038978" y="278707"/>
                  </a:lnTo>
                  <a:lnTo>
                    <a:pt x="7039103" y="278707"/>
                  </a:lnTo>
                  <a:lnTo>
                    <a:pt x="7039228" y="278707"/>
                  </a:lnTo>
                  <a:lnTo>
                    <a:pt x="7039353" y="278707"/>
                  </a:lnTo>
                  <a:lnTo>
                    <a:pt x="7039478" y="278707"/>
                  </a:lnTo>
                  <a:lnTo>
                    <a:pt x="7039603" y="278707"/>
                  </a:lnTo>
                  <a:lnTo>
                    <a:pt x="7039728" y="278707"/>
                  </a:lnTo>
                  <a:lnTo>
                    <a:pt x="7039853" y="278707"/>
                  </a:lnTo>
                  <a:lnTo>
                    <a:pt x="7039978" y="278707"/>
                  </a:lnTo>
                  <a:lnTo>
                    <a:pt x="7040103" y="278707"/>
                  </a:lnTo>
                  <a:lnTo>
                    <a:pt x="7040228" y="278707"/>
                  </a:lnTo>
                  <a:lnTo>
                    <a:pt x="7040353" y="278707"/>
                  </a:lnTo>
                  <a:lnTo>
                    <a:pt x="7040478" y="278707"/>
                  </a:lnTo>
                  <a:lnTo>
                    <a:pt x="7040603" y="278707"/>
                  </a:lnTo>
                  <a:lnTo>
                    <a:pt x="7040728" y="278707"/>
                  </a:lnTo>
                  <a:lnTo>
                    <a:pt x="7040853" y="278707"/>
                  </a:lnTo>
                  <a:lnTo>
                    <a:pt x="7040978" y="278707"/>
                  </a:lnTo>
                  <a:lnTo>
                    <a:pt x="7041103" y="278707"/>
                  </a:lnTo>
                  <a:lnTo>
                    <a:pt x="7041228" y="278707"/>
                  </a:lnTo>
                  <a:lnTo>
                    <a:pt x="7041353" y="278707"/>
                  </a:lnTo>
                  <a:lnTo>
                    <a:pt x="7041478" y="278707"/>
                  </a:lnTo>
                  <a:lnTo>
                    <a:pt x="7041603" y="278707"/>
                  </a:lnTo>
                  <a:lnTo>
                    <a:pt x="7041729" y="278707"/>
                  </a:lnTo>
                  <a:lnTo>
                    <a:pt x="7041854" y="278707"/>
                  </a:lnTo>
                  <a:lnTo>
                    <a:pt x="7041979" y="278707"/>
                  </a:lnTo>
                  <a:lnTo>
                    <a:pt x="7042104" y="278707"/>
                  </a:lnTo>
                  <a:lnTo>
                    <a:pt x="7042229" y="278707"/>
                  </a:lnTo>
                  <a:lnTo>
                    <a:pt x="7042354" y="278707"/>
                  </a:lnTo>
                  <a:lnTo>
                    <a:pt x="7042479" y="278707"/>
                  </a:lnTo>
                  <a:lnTo>
                    <a:pt x="7042604" y="278707"/>
                  </a:lnTo>
                  <a:lnTo>
                    <a:pt x="7042729" y="278707"/>
                  </a:lnTo>
                  <a:lnTo>
                    <a:pt x="7042854" y="278707"/>
                  </a:lnTo>
                  <a:lnTo>
                    <a:pt x="7042979" y="278707"/>
                  </a:lnTo>
                  <a:lnTo>
                    <a:pt x="7043104" y="278707"/>
                  </a:lnTo>
                  <a:lnTo>
                    <a:pt x="7043229" y="278707"/>
                  </a:lnTo>
                  <a:lnTo>
                    <a:pt x="7043354" y="278707"/>
                  </a:lnTo>
                  <a:lnTo>
                    <a:pt x="7043479" y="278707"/>
                  </a:lnTo>
                  <a:lnTo>
                    <a:pt x="7043604" y="278707"/>
                  </a:lnTo>
                  <a:lnTo>
                    <a:pt x="7043729" y="278707"/>
                  </a:lnTo>
                  <a:lnTo>
                    <a:pt x="7043854" y="278707"/>
                  </a:lnTo>
                  <a:lnTo>
                    <a:pt x="7043979" y="278707"/>
                  </a:lnTo>
                  <a:lnTo>
                    <a:pt x="7044104" y="278707"/>
                  </a:lnTo>
                  <a:lnTo>
                    <a:pt x="7044229" y="278707"/>
                  </a:lnTo>
                  <a:lnTo>
                    <a:pt x="7044354" y="278707"/>
                  </a:lnTo>
                  <a:lnTo>
                    <a:pt x="7044479" y="278707"/>
                  </a:lnTo>
                  <a:lnTo>
                    <a:pt x="7044604" y="278707"/>
                  </a:lnTo>
                  <a:lnTo>
                    <a:pt x="7044730" y="278707"/>
                  </a:lnTo>
                  <a:lnTo>
                    <a:pt x="7044855" y="278707"/>
                  </a:lnTo>
                  <a:lnTo>
                    <a:pt x="7044980" y="278707"/>
                  </a:lnTo>
                  <a:lnTo>
                    <a:pt x="7045105" y="278707"/>
                  </a:lnTo>
                  <a:lnTo>
                    <a:pt x="7045230" y="278707"/>
                  </a:lnTo>
                  <a:lnTo>
                    <a:pt x="7045355" y="278707"/>
                  </a:lnTo>
                  <a:lnTo>
                    <a:pt x="7045480" y="278707"/>
                  </a:lnTo>
                  <a:lnTo>
                    <a:pt x="7045605" y="278707"/>
                  </a:lnTo>
                  <a:lnTo>
                    <a:pt x="7045730" y="278707"/>
                  </a:lnTo>
                  <a:lnTo>
                    <a:pt x="7045855" y="278707"/>
                  </a:lnTo>
                  <a:lnTo>
                    <a:pt x="7045980" y="278707"/>
                  </a:lnTo>
                  <a:lnTo>
                    <a:pt x="7046105" y="278707"/>
                  </a:lnTo>
                  <a:lnTo>
                    <a:pt x="7046230" y="278707"/>
                  </a:lnTo>
                  <a:lnTo>
                    <a:pt x="7046355" y="278707"/>
                  </a:lnTo>
                  <a:lnTo>
                    <a:pt x="7046480" y="278707"/>
                  </a:lnTo>
                  <a:lnTo>
                    <a:pt x="7046605" y="278707"/>
                  </a:lnTo>
                  <a:lnTo>
                    <a:pt x="7046730" y="278707"/>
                  </a:lnTo>
                  <a:lnTo>
                    <a:pt x="7046855" y="278707"/>
                  </a:lnTo>
                  <a:lnTo>
                    <a:pt x="7046980" y="278707"/>
                  </a:lnTo>
                  <a:lnTo>
                    <a:pt x="7047105" y="278707"/>
                  </a:lnTo>
                  <a:lnTo>
                    <a:pt x="7047230" y="278707"/>
                  </a:lnTo>
                  <a:lnTo>
                    <a:pt x="7047355" y="278707"/>
                  </a:lnTo>
                  <a:lnTo>
                    <a:pt x="7047480" y="278707"/>
                  </a:lnTo>
                  <a:lnTo>
                    <a:pt x="7047605" y="278707"/>
                  </a:lnTo>
                  <a:lnTo>
                    <a:pt x="7047731" y="278707"/>
                  </a:lnTo>
                  <a:lnTo>
                    <a:pt x="7047856" y="278707"/>
                  </a:lnTo>
                  <a:lnTo>
                    <a:pt x="7047981" y="278707"/>
                  </a:lnTo>
                  <a:lnTo>
                    <a:pt x="7048106" y="278707"/>
                  </a:lnTo>
                  <a:lnTo>
                    <a:pt x="7048231" y="278707"/>
                  </a:lnTo>
                  <a:lnTo>
                    <a:pt x="7048356" y="278707"/>
                  </a:lnTo>
                  <a:lnTo>
                    <a:pt x="7048481" y="278707"/>
                  </a:lnTo>
                  <a:lnTo>
                    <a:pt x="7048606" y="278707"/>
                  </a:lnTo>
                  <a:lnTo>
                    <a:pt x="7048731" y="278707"/>
                  </a:lnTo>
                  <a:lnTo>
                    <a:pt x="7048856" y="278707"/>
                  </a:lnTo>
                  <a:lnTo>
                    <a:pt x="7048981" y="278707"/>
                  </a:lnTo>
                  <a:lnTo>
                    <a:pt x="7049106" y="278707"/>
                  </a:lnTo>
                  <a:lnTo>
                    <a:pt x="7049231" y="278707"/>
                  </a:lnTo>
                  <a:lnTo>
                    <a:pt x="7049356" y="278707"/>
                  </a:lnTo>
                  <a:lnTo>
                    <a:pt x="7049481" y="278707"/>
                  </a:lnTo>
                  <a:lnTo>
                    <a:pt x="7049606" y="278707"/>
                  </a:lnTo>
                  <a:lnTo>
                    <a:pt x="7049731" y="278707"/>
                  </a:lnTo>
                  <a:lnTo>
                    <a:pt x="7049856" y="278707"/>
                  </a:lnTo>
                  <a:lnTo>
                    <a:pt x="7049981" y="278707"/>
                  </a:lnTo>
                  <a:lnTo>
                    <a:pt x="7050106" y="278707"/>
                  </a:lnTo>
                  <a:lnTo>
                    <a:pt x="7050231" y="278707"/>
                  </a:lnTo>
                  <a:lnTo>
                    <a:pt x="7050356" y="278707"/>
                  </a:lnTo>
                  <a:lnTo>
                    <a:pt x="7050481" y="278707"/>
                  </a:lnTo>
                  <a:lnTo>
                    <a:pt x="7050606" y="278707"/>
                  </a:lnTo>
                  <a:lnTo>
                    <a:pt x="7050732" y="278707"/>
                  </a:lnTo>
                  <a:lnTo>
                    <a:pt x="7050857" y="278707"/>
                  </a:lnTo>
                  <a:lnTo>
                    <a:pt x="7050982" y="278707"/>
                  </a:lnTo>
                  <a:lnTo>
                    <a:pt x="7051107" y="278707"/>
                  </a:lnTo>
                  <a:lnTo>
                    <a:pt x="7051232" y="278707"/>
                  </a:lnTo>
                  <a:lnTo>
                    <a:pt x="7051357" y="278707"/>
                  </a:lnTo>
                  <a:lnTo>
                    <a:pt x="7051482" y="278707"/>
                  </a:lnTo>
                  <a:lnTo>
                    <a:pt x="7051607" y="278707"/>
                  </a:lnTo>
                  <a:lnTo>
                    <a:pt x="7051732" y="278707"/>
                  </a:lnTo>
                  <a:lnTo>
                    <a:pt x="7051857" y="278707"/>
                  </a:lnTo>
                  <a:lnTo>
                    <a:pt x="7051982" y="278707"/>
                  </a:lnTo>
                  <a:lnTo>
                    <a:pt x="7052107" y="278707"/>
                  </a:lnTo>
                  <a:lnTo>
                    <a:pt x="7052232" y="278707"/>
                  </a:lnTo>
                  <a:lnTo>
                    <a:pt x="7052357" y="278707"/>
                  </a:lnTo>
                  <a:lnTo>
                    <a:pt x="7052482" y="278707"/>
                  </a:lnTo>
                  <a:lnTo>
                    <a:pt x="7052607" y="278707"/>
                  </a:lnTo>
                  <a:lnTo>
                    <a:pt x="7052732" y="278707"/>
                  </a:lnTo>
                  <a:lnTo>
                    <a:pt x="7052857" y="278707"/>
                  </a:lnTo>
                  <a:lnTo>
                    <a:pt x="7052982" y="278707"/>
                  </a:lnTo>
                  <a:lnTo>
                    <a:pt x="7053107" y="278707"/>
                  </a:lnTo>
                  <a:lnTo>
                    <a:pt x="7053232" y="278707"/>
                  </a:lnTo>
                  <a:lnTo>
                    <a:pt x="7053357" y="278707"/>
                  </a:lnTo>
                  <a:lnTo>
                    <a:pt x="7053482" y="278707"/>
                  </a:lnTo>
                  <a:lnTo>
                    <a:pt x="7053607" y="278707"/>
                  </a:lnTo>
                  <a:lnTo>
                    <a:pt x="7053733" y="278707"/>
                  </a:lnTo>
                  <a:lnTo>
                    <a:pt x="7053858" y="278707"/>
                  </a:lnTo>
                  <a:lnTo>
                    <a:pt x="7053983" y="278707"/>
                  </a:lnTo>
                  <a:lnTo>
                    <a:pt x="7054108" y="278707"/>
                  </a:lnTo>
                  <a:lnTo>
                    <a:pt x="7054233" y="278707"/>
                  </a:lnTo>
                  <a:lnTo>
                    <a:pt x="7054358" y="278707"/>
                  </a:lnTo>
                  <a:lnTo>
                    <a:pt x="7054483" y="278707"/>
                  </a:lnTo>
                  <a:lnTo>
                    <a:pt x="7054608" y="278707"/>
                  </a:lnTo>
                  <a:lnTo>
                    <a:pt x="7054733" y="278707"/>
                  </a:lnTo>
                  <a:lnTo>
                    <a:pt x="7054858" y="278707"/>
                  </a:lnTo>
                  <a:lnTo>
                    <a:pt x="7054983" y="278707"/>
                  </a:lnTo>
                  <a:lnTo>
                    <a:pt x="7055108" y="278707"/>
                  </a:lnTo>
                  <a:lnTo>
                    <a:pt x="7055233" y="278707"/>
                  </a:lnTo>
                  <a:lnTo>
                    <a:pt x="7055358" y="278707"/>
                  </a:lnTo>
                  <a:lnTo>
                    <a:pt x="7055483" y="278707"/>
                  </a:lnTo>
                  <a:lnTo>
                    <a:pt x="7055608" y="278707"/>
                  </a:lnTo>
                  <a:lnTo>
                    <a:pt x="7055733" y="278707"/>
                  </a:lnTo>
                  <a:lnTo>
                    <a:pt x="7055858" y="278707"/>
                  </a:lnTo>
                  <a:lnTo>
                    <a:pt x="7055983" y="278707"/>
                  </a:lnTo>
                  <a:lnTo>
                    <a:pt x="7056108" y="278707"/>
                  </a:lnTo>
                  <a:lnTo>
                    <a:pt x="7056233" y="278707"/>
                  </a:lnTo>
                  <a:lnTo>
                    <a:pt x="7056358" y="278707"/>
                  </a:lnTo>
                  <a:lnTo>
                    <a:pt x="7056483" y="278707"/>
                  </a:lnTo>
                  <a:lnTo>
                    <a:pt x="7056608" y="278707"/>
                  </a:lnTo>
                  <a:lnTo>
                    <a:pt x="7056734" y="278707"/>
                  </a:lnTo>
                  <a:lnTo>
                    <a:pt x="7056859" y="278707"/>
                  </a:lnTo>
                  <a:lnTo>
                    <a:pt x="7056984" y="278707"/>
                  </a:lnTo>
                  <a:lnTo>
                    <a:pt x="7057109" y="278707"/>
                  </a:lnTo>
                  <a:lnTo>
                    <a:pt x="7057234" y="278707"/>
                  </a:lnTo>
                  <a:lnTo>
                    <a:pt x="7057359" y="278707"/>
                  </a:lnTo>
                  <a:lnTo>
                    <a:pt x="7057484" y="278707"/>
                  </a:lnTo>
                  <a:lnTo>
                    <a:pt x="7057609" y="278707"/>
                  </a:lnTo>
                  <a:lnTo>
                    <a:pt x="7057734" y="278707"/>
                  </a:lnTo>
                  <a:lnTo>
                    <a:pt x="7057859" y="278707"/>
                  </a:lnTo>
                  <a:lnTo>
                    <a:pt x="7057984" y="278707"/>
                  </a:lnTo>
                  <a:lnTo>
                    <a:pt x="7058109" y="278707"/>
                  </a:lnTo>
                  <a:lnTo>
                    <a:pt x="7058234" y="278707"/>
                  </a:lnTo>
                  <a:lnTo>
                    <a:pt x="7058359" y="278707"/>
                  </a:lnTo>
                  <a:lnTo>
                    <a:pt x="7058484" y="278707"/>
                  </a:lnTo>
                  <a:lnTo>
                    <a:pt x="7058609" y="278707"/>
                  </a:lnTo>
                  <a:lnTo>
                    <a:pt x="7058734" y="278707"/>
                  </a:lnTo>
                  <a:lnTo>
                    <a:pt x="7058859" y="278707"/>
                  </a:lnTo>
                  <a:lnTo>
                    <a:pt x="7058984" y="278707"/>
                  </a:lnTo>
                  <a:lnTo>
                    <a:pt x="7059109" y="278707"/>
                  </a:lnTo>
                  <a:lnTo>
                    <a:pt x="7059234" y="278707"/>
                  </a:lnTo>
                  <a:lnTo>
                    <a:pt x="7059359" y="278707"/>
                  </a:lnTo>
                  <a:lnTo>
                    <a:pt x="7059484" y="278707"/>
                  </a:lnTo>
                  <a:lnTo>
                    <a:pt x="7059609" y="278707"/>
                  </a:lnTo>
                  <a:lnTo>
                    <a:pt x="7059735" y="278707"/>
                  </a:lnTo>
                  <a:lnTo>
                    <a:pt x="7059860" y="278707"/>
                  </a:lnTo>
                  <a:lnTo>
                    <a:pt x="7059985" y="278707"/>
                  </a:lnTo>
                  <a:lnTo>
                    <a:pt x="7060110" y="278707"/>
                  </a:lnTo>
                  <a:lnTo>
                    <a:pt x="7060235" y="278707"/>
                  </a:lnTo>
                  <a:lnTo>
                    <a:pt x="7060360" y="278707"/>
                  </a:lnTo>
                  <a:lnTo>
                    <a:pt x="7060485" y="278707"/>
                  </a:lnTo>
                  <a:lnTo>
                    <a:pt x="7060610" y="278707"/>
                  </a:lnTo>
                  <a:lnTo>
                    <a:pt x="7060735" y="278707"/>
                  </a:lnTo>
                  <a:lnTo>
                    <a:pt x="7060860" y="278707"/>
                  </a:lnTo>
                  <a:lnTo>
                    <a:pt x="7060985" y="278707"/>
                  </a:lnTo>
                  <a:lnTo>
                    <a:pt x="7061110" y="278707"/>
                  </a:lnTo>
                  <a:lnTo>
                    <a:pt x="7061235" y="278707"/>
                  </a:lnTo>
                  <a:lnTo>
                    <a:pt x="7061360" y="278707"/>
                  </a:lnTo>
                  <a:lnTo>
                    <a:pt x="7061485" y="278707"/>
                  </a:lnTo>
                  <a:lnTo>
                    <a:pt x="7061610" y="278707"/>
                  </a:lnTo>
                  <a:lnTo>
                    <a:pt x="7061735" y="278707"/>
                  </a:lnTo>
                  <a:lnTo>
                    <a:pt x="7061860" y="278707"/>
                  </a:lnTo>
                  <a:lnTo>
                    <a:pt x="7061985" y="278707"/>
                  </a:lnTo>
                  <a:lnTo>
                    <a:pt x="7062110" y="278707"/>
                  </a:lnTo>
                  <a:lnTo>
                    <a:pt x="7062235" y="278707"/>
                  </a:lnTo>
                  <a:lnTo>
                    <a:pt x="7062360" y="278707"/>
                  </a:lnTo>
                  <a:lnTo>
                    <a:pt x="7062485" y="278707"/>
                  </a:lnTo>
                  <a:lnTo>
                    <a:pt x="7062611" y="278707"/>
                  </a:lnTo>
                  <a:lnTo>
                    <a:pt x="7062736" y="278707"/>
                  </a:lnTo>
                  <a:lnTo>
                    <a:pt x="7062861" y="278707"/>
                  </a:lnTo>
                  <a:lnTo>
                    <a:pt x="7062986" y="278707"/>
                  </a:lnTo>
                  <a:lnTo>
                    <a:pt x="7063111" y="278707"/>
                  </a:lnTo>
                  <a:lnTo>
                    <a:pt x="7063236" y="278707"/>
                  </a:lnTo>
                  <a:lnTo>
                    <a:pt x="7063361" y="278707"/>
                  </a:lnTo>
                  <a:lnTo>
                    <a:pt x="7063486" y="278707"/>
                  </a:lnTo>
                  <a:lnTo>
                    <a:pt x="7063611" y="278707"/>
                  </a:lnTo>
                  <a:lnTo>
                    <a:pt x="7063736" y="278707"/>
                  </a:lnTo>
                  <a:lnTo>
                    <a:pt x="7063861" y="278707"/>
                  </a:lnTo>
                  <a:lnTo>
                    <a:pt x="7063986" y="278707"/>
                  </a:lnTo>
                  <a:lnTo>
                    <a:pt x="7064111" y="278707"/>
                  </a:lnTo>
                  <a:lnTo>
                    <a:pt x="7064236" y="278707"/>
                  </a:lnTo>
                  <a:lnTo>
                    <a:pt x="7064361" y="278707"/>
                  </a:lnTo>
                  <a:lnTo>
                    <a:pt x="7064486" y="278707"/>
                  </a:lnTo>
                  <a:lnTo>
                    <a:pt x="7064611" y="278707"/>
                  </a:lnTo>
                  <a:lnTo>
                    <a:pt x="7064736" y="278707"/>
                  </a:lnTo>
                  <a:lnTo>
                    <a:pt x="7064861" y="278707"/>
                  </a:lnTo>
                  <a:lnTo>
                    <a:pt x="7064986" y="278707"/>
                  </a:lnTo>
                  <a:lnTo>
                    <a:pt x="7065111" y="278707"/>
                  </a:lnTo>
                  <a:lnTo>
                    <a:pt x="7065236" y="278707"/>
                  </a:lnTo>
                  <a:lnTo>
                    <a:pt x="7065361" y="278707"/>
                  </a:lnTo>
                  <a:lnTo>
                    <a:pt x="7065486" y="278707"/>
                  </a:lnTo>
                  <a:lnTo>
                    <a:pt x="7065612" y="278707"/>
                  </a:lnTo>
                  <a:lnTo>
                    <a:pt x="7065737" y="278707"/>
                  </a:lnTo>
                  <a:lnTo>
                    <a:pt x="7065862" y="278707"/>
                  </a:lnTo>
                  <a:lnTo>
                    <a:pt x="7065987" y="278707"/>
                  </a:lnTo>
                  <a:lnTo>
                    <a:pt x="7066112" y="278707"/>
                  </a:lnTo>
                  <a:lnTo>
                    <a:pt x="7066237" y="278707"/>
                  </a:lnTo>
                  <a:lnTo>
                    <a:pt x="7066362" y="278707"/>
                  </a:lnTo>
                  <a:lnTo>
                    <a:pt x="7066487" y="278707"/>
                  </a:lnTo>
                  <a:lnTo>
                    <a:pt x="7066612" y="278707"/>
                  </a:lnTo>
                  <a:lnTo>
                    <a:pt x="7066737" y="278707"/>
                  </a:lnTo>
                  <a:lnTo>
                    <a:pt x="7066862" y="278707"/>
                  </a:lnTo>
                  <a:lnTo>
                    <a:pt x="7066987" y="278707"/>
                  </a:lnTo>
                  <a:lnTo>
                    <a:pt x="7067112" y="278707"/>
                  </a:lnTo>
                  <a:lnTo>
                    <a:pt x="7067237" y="278707"/>
                  </a:lnTo>
                  <a:lnTo>
                    <a:pt x="7067362" y="278707"/>
                  </a:lnTo>
                  <a:lnTo>
                    <a:pt x="7067487" y="278707"/>
                  </a:lnTo>
                  <a:lnTo>
                    <a:pt x="7067612" y="278707"/>
                  </a:lnTo>
                  <a:lnTo>
                    <a:pt x="7067737" y="278707"/>
                  </a:lnTo>
                  <a:lnTo>
                    <a:pt x="7067862" y="278707"/>
                  </a:lnTo>
                  <a:lnTo>
                    <a:pt x="7067987" y="278707"/>
                  </a:lnTo>
                  <a:lnTo>
                    <a:pt x="7068112" y="278707"/>
                  </a:lnTo>
                  <a:lnTo>
                    <a:pt x="7068237" y="278707"/>
                  </a:lnTo>
                  <a:lnTo>
                    <a:pt x="7068362" y="278707"/>
                  </a:lnTo>
                  <a:lnTo>
                    <a:pt x="7068487" y="278707"/>
                  </a:lnTo>
                  <a:lnTo>
                    <a:pt x="7068613" y="278707"/>
                  </a:lnTo>
                  <a:lnTo>
                    <a:pt x="7068738" y="278707"/>
                  </a:lnTo>
                  <a:lnTo>
                    <a:pt x="7068863" y="278707"/>
                  </a:lnTo>
                  <a:lnTo>
                    <a:pt x="7068988" y="278707"/>
                  </a:lnTo>
                  <a:lnTo>
                    <a:pt x="7069113" y="278707"/>
                  </a:lnTo>
                  <a:lnTo>
                    <a:pt x="7069238" y="278707"/>
                  </a:lnTo>
                  <a:lnTo>
                    <a:pt x="7069363" y="278707"/>
                  </a:lnTo>
                  <a:lnTo>
                    <a:pt x="7069488" y="278707"/>
                  </a:lnTo>
                  <a:lnTo>
                    <a:pt x="7069613" y="278707"/>
                  </a:lnTo>
                  <a:lnTo>
                    <a:pt x="7069738" y="278707"/>
                  </a:lnTo>
                  <a:lnTo>
                    <a:pt x="7069863" y="278707"/>
                  </a:lnTo>
                  <a:lnTo>
                    <a:pt x="7069988" y="278707"/>
                  </a:lnTo>
                  <a:lnTo>
                    <a:pt x="7070113" y="278707"/>
                  </a:lnTo>
                  <a:lnTo>
                    <a:pt x="7070238" y="278707"/>
                  </a:lnTo>
                  <a:lnTo>
                    <a:pt x="7070363" y="278707"/>
                  </a:lnTo>
                  <a:lnTo>
                    <a:pt x="7070488" y="278707"/>
                  </a:lnTo>
                  <a:lnTo>
                    <a:pt x="7070613" y="278707"/>
                  </a:lnTo>
                  <a:lnTo>
                    <a:pt x="7070738" y="278707"/>
                  </a:lnTo>
                  <a:lnTo>
                    <a:pt x="7070863" y="278707"/>
                  </a:lnTo>
                  <a:lnTo>
                    <a:pt x="7070988" y="278707"/>
                  </a:lnTo>
                  <a:lnTo>
                    <a:pt x="7071113" y="278707"/>
                  </a:lnTo>
                  <a:lnTo>
                    <a:pt x="7071238" y="278707"/>
                  </a:lnTo>
                  <a:lnTo>
                    <a:pt x="7071363" y="278707"/>
                  </a:lnTo>
                  <a:lnTo>
                    <a:pt x="7071488" y="278707"/>
                  </a:lnTo>
                  <a:lnTo>
                    <a:pt x="7071614" y="278707"/>
                  </a:lnTo>
                  <a:lnTo>
                    <a:pt x="7071739" y="278707"/>
                  </a:lnTo>
                  <a:lnTo>
                    <a:pt x="7071864" y="278707"/>
                  </a:lnTo>
                  <a:lnTo>
                    <a:pt x="7071989" y="278707"/>
                  </a:lnTo>
                  <a:lnTo>
                    <a:pt x="7072114" y="278707"/>
                  </a:lnTo>
                  <a:lnTo>
                    <a:pt x="7072239" y="278707"/>
                  </a:lnTo>
                  <a:lnTo>
                    <a:pt x="7072364" y="278707"/>
                  </a:lnTo>
                  <a:lnTo>
                    <a:pt x="7072489" y="278707"/>
                  </a:lnTo>
                  <a:lnTo>
                    <a:pt x="7072614" y="278707"/>
                  </a:lnTo>
                  <a:lnTo>
                    <a:pt x="7072739" y="278707"/>
                  </a:lnTo>
                  <a:lnTo>
                    <a:pt x="7072864" y="278707"/>
                  </a:lnTo>
                  <a:lnTo>
                    <a:pt x="7072989" y="278707"/>
                  </a:lnTo>
                  <a:lnTo>
                    <a:pt x="7073114" y="278707"/>
                  </a:lnTo>
                  <a:lnTo>
                    <a:pt x="7073239" y="278707"/>
                  </a:lnTo>
                  <a:lnTo>
                    <a:pt x="7073364" y="278707"/>
                  </a:lnTo>
                  <a:lnTo>
                    <a:pt x="7073489" y="278707"/>
                  </a:lnTo>
                  <a:lnTo>
                    <a:pt x="7073614" y="278707"/>
                  </a:lnTo>
                  <a:lnTo>
                    <a:pt x="7073739" y="278707"/>
                  </a:lnTo>
                  <a:lnTo>
                    <a:pt x="7073864" y="278707"/>
                  </a:lnTo>
                  <a:lnTo>
                    <a:pt x="7073989" y="278707"/>
                  </a:lnTo>
                  <a:lnTo>
                    <a:pt x="7074114" y="278707"/>
                  </a:lnTo>
                  <a:lnTo>
                    <a:pt x="7074239" y="278707"/>
                  </a:lnTo>
                  <a:lnTo>
                    <a:pt x="7074364" y="278707"/>
                  </a:lnTo>
                  <a:lnTo>
                    <a:pt x="7074489" y="278707"/>
                  </a:lnTo>
                  <a:lnTo>
                    <a:pt x="7074615" y="278707"/>
                  </a:lnTo>
                  <a:lnTo>
                    <a:pt x="7074740" y="278707"/>
                  </a:lnTo>
                  <a:lnTo>
                    <a:pt x="7074865" y="278707"/>
                  </a:lnTo>
                  <a:lnTo>
                    <a:pt x="7074990" y="278707"/>
                  </a:lnTo>
                  <a:lnTo>
                    <a:pt x="7075115" y="278707"/>
                  </a:lnTo>
                  <a:lnTo>
                    <a:pt x="7075240" y="278707"/>
                  </a:lnTo>
                  <a:lnTo>
                    <a:pt x="7075365" y="278707"/>
                  </a:lnTo>
                  <a:lnTo>
                    <a:pt x="7075490" y="278707"/>
                  </a:lnTo>
                  <a:lnTo>
                    <a:pt x="7075615" y="278707"/>
                  </a:lnTo>
                  <a:lnTo>
                    <a:pt x="7075740" y="278707"/>
                  </a:lnTo>
                  <a:lnTo>
                    <a:pt x="7075865" y="278707"/>
                  </a:lnTo>
                  <a:lnTo>
                    <a:pt x="7075990" y="278707"/>
                  </a:lnTo>
                  <a:lnTo>
                    <a:pt x="7076115" y="278707"/>
                  </a:lnTo>
                  <a:lnTo>
                    <a:pt x="7076240" y="278707"/>
                  </a:lnTo>
                  <a:lnTo>
                    <a:pt x="7076365" y="278707"/>
                  </a:lnTo>
                  <a:lnTo>
                    <a:pt x="7076490" y="278707"/>
                  </a:lnTo>
                  <a:lnTo>
                    <a:pt x="7076615" y="278707"/>
                  </a:lnTo>
                  <a:lnTo>
                    <a:pt x="7076740" y="278707"/>
                  </a:lnTo>
                  <a:lnTo>
                    <a:pt x="7076865" y="278707"/>
                  </a:lnTo>
                  <a:lnTo>
                    <a:pt x="7076990" y="278707"/>
                  </a:lnTo>
                  <a:lnTo>
                    <a:pt x="7077115" y="278707"/>
                  </a:lnTo>
                  <a:lnTo>
                    <a:pt x="7077240" y="278707"/>
                  </a:lnTo>
                  <a:lnTo>
                    <a:pt x="7077365" y="278707"/>
                  </a:lnTo>
                  <a:lnTo>
                    <a:pt x="7077490" y="278707"/>
                  </a:lnTo>
                  <a:lnTo>
                    <a:pt x="7077616" y="278707"/>
                  </a:lnTo>
                  <a:lnTo>
                    <a:pt x="7077741" y="278707"/>
                  </a:lnTo>
                  <a:lnTo>
                    <a:pt x="7077866" y="278707"/>
                  </a:lnTo>
                  <a:lnTo>
                    <a:pt x="7077991" y="278707"/>
                  </a:lnTo>
                  <a:lnTo>
                    <a:pt x="7078116" y="278707"/>
                  </a:lnTo>
                  <a:lnTo>
                    <a:pt x="7078241" y="278707"/>
                  </a:lnTo>
                  <a:lnTo>
                    <a:pt x="7078366" y="278707"/>
                  </a:lnTo>
                  <a:lnTo>
                    <a:pt x="7078491" y="278707"/>
                  </a:lnTo>
                  <a:lnTo>
                    <a:pt x="7078616" y="278707"/>
                  </a:lnTo>
                  <a:lnTo>
                    <a:pt x="7078741" y="278707"/>
                  </a:lnTo>
                  <a:lnTo>
                    <a:pt x="7078866" y="278707"/>
                  </a:lnTo>
                  <a:lnTo>
                    <a:pt x="7078991" y="278707"/>
                  </a:lnTo>
                  <a:lnTo>
                    <a:pt x="7079116" y="278707"/>
                  </a:lnTo>
                  <a:lnTo>
                    <a:pt x="7079241" y="278707"/>
                  </a:lnTo>
                  <a:lnTo>
                    <a:pt x="7079366" y="278707"/>
                  </a:lnTo>
                  <a:lnTo>
                    <a:pt x="7079491" y="278707"/>
                  </a:lnTo>
                  <a:lnTo>
                    <a:pt x="7079616" y="278707"/>
                  </a:lnTo>
                  <a:lnTo>
                    <a:pt x="7079741" y="278707"/>
                  </a:lnTo>
                  <a:lnTo>
                    <a:pt x="7079866" y="278707"/>
                  </a:lnTo>
                  <a:lnTo>
                    <a:pt x="7079991" y="278707"/>
                  </a:lnTo>
                  <a:lnTo>
                    <a:pt x="7080116" y="278707"/>
                  </a:lnTo>
                  <a:lnTo>
                    <a:pt x="7080241" y="278707"/>
                  </a:lnTo>
                  <a:lnTo>
                    <a:pt x="7080366" y="278707"/>
                  </a:lnTo>
                  <a:lnTo>
                    <a:pt x="7080491" y="278707"/>
                  </a:lnTo>
                  <a:lnTo>
                    <a:pt x="7080617" y="278707"/>
                  </a:lnTo>
                  <a:lnTo>
                    <a:pt x="7080742" y="278707"/>
                  </a:lnTo>
                  <a:lnTo>
                    <a:pt x="7080867" y="278707"/>
                  </a:lnTo>
                  <a:lnTo>
                    <a:pt x="7080992" y="278707"/>
                  </a:lnTo>
                  <a:lnTo>
                    <a:pt x="7081117" y="278707"/>
                  </a:lnTo>
                  <a:lnTo>
                    <a:pt x="7081242" y="278707"/>
                  </a:lnTo>
                  <a:lnTo>
                    <a:pt x="7081367" y="278707"/>
                  </a:lnTo>
                  <a:lnTo>
                    <a:pt x="7081492" y="278707"/>
                  </a:lnTo>
                  <a:lnTo>
                    <a:pt x="7081617" y="278707"/>
                  </a:lnTo>
                  <a:lnTo>
                    <a:pt x="7081742" y="278707"/>
                  </a:lnTo>
                  <a:lnTo>
                    <a:pt x="7081867" y="278707"/>
                  </a:lnTo>
                  <a:lnTo>
                    <a:pt x="7081992" y="278707"/>
                  </a:lnTo>
                  <a:lnTo>
                    <a:pt x="7082117" y="278707"/>
                  </a:lnTo>
                  <a:lnTo>
                    <a:pt x="7082242" y="278707"/>
                  </a:lnTo>
                  <a:lnTo>
                    <a:pt x="7082367" y="278707"/>
                  </a:lnTo>
                  <a:lnTo>
                    <a:pt x="7082492" y="278707"/>
                  </a:lnTo>
                  <a:lnTo>
                    <a:pt x="7082617" y="278707"/>
                  </a:lnTo>
                  <a:lnTo>
                    <a:pt x="7082742" y="278707"/>
                  </a:lnTo>
                  <a:lnTo>
                    <a:pt x="7082867" y="278707"/>
                  </a:lnTo>
                  <a:lnTo>
                    <a:pt x="7082992" y="278707"/>
                  </a:lnTo>
                  <a:lnTo>
                    <a:pt x="7083117" y="278707"/>
                  </a:lnTo>
                  <a:lnTo>
                    <a:pt x="7083242" y="278707"/>
                  </a:lnTo>
                  <a:lnTo>
                    <a:pt x="7083367" y="278707"/>
                  </a:lnTo>
                  <a:lnTo>
                    <a:pt x="7083492" y="278707"/>
                  </a:lnTo>
                  <a:lnTo>
                    <a:pt x="7083618" y="278707"/>
                  </a:lnTo>
                  <a:lnTo>
                    <a:pt x="7083743" y="278707"/>
                  </a:lnTo>
                  <a:lnTo>
                    <a:pt x="7083868" y="278707"/>
                  </a:lnTo>
                  <a:lnTo>
                    <a:pt x="7083993" y="278707"/>
                  </a:lnTo>
                  <a:lnTo>
                    <a:pt x="7084118" y="278707"/>
                  </a:lnTo>
                  <a:lnTo>
                    <a:pt x="7084243" y="278707"/>
                  </a:lnTo>
                  <a:lnTo>
                    <a:pt x="7084368" y="278707"/>
                  </a:lnTo>
                  <a:lnTo>
                    <a:pt x="7084493" y="278707"/>
                  </a:lnTo>
                  <a:lnTo>
                    <a:pt x="7084618" y="278707"/>
                  </a:lnTo>
                  <a:lnTo>
                    <a:pt x="7084743" y="278707"/>
                  </a:lnTo>
                  <a:lnTo>
                    <a:pt x="7084868" y="278707"/>
                  </a:lnTo>
                  <a:lnTo>
                    <a:pt x="7084993" y="278707"/>
                  </a:lnTo>
                  <a:lnTo>
                    <a:pt x="7085118" y="278707"/>
                  </a:lnTo>
                  <a:lnTo>
                    <a:pt x="7085243" y="278707"/>
                  </a:lnTo>
                  <a:lnTo>
                    <a:pt x="7085368" y="278707"/>
                  </a:lnTo>
                  <a:lnTo>
                    <a:pt x="7085493" y="278707"/>
                  </a:lnTo>
                  <a:lnTo>
                    <a:pt x="7085618" y="278707"/>
                  </a:lnTo>
                  <a:lnTo>
                    <a:pt x="7085743" y="278707"/>
                  </a:lnTo>
                  <a:lnTo>
                    <a:pt x="7085868" y="278707"/>
                  </a:lnTo>
                  <a:lnTo>
                    <a:pt x="7085993" y="278707"/>
                  </a:lnTo>
                  <a:lnTo>
                    <a:pt x="7086118" y="278707"/>
                  </a:lnTo>
                  <a:lnTo>
                    <a:pt x="7086243" y="278707"/>
                  </a:lnTo>
                  <a:lnTo>
                    <a:pt x="7086368" y="278707"/>
                  </a:lnTo>
                  <a:lnTo>
                    <a:pt x="7086493" y="278707"/>
                  </a:lnTo>
                  <a:lnTo>
                    <a:pt x="7086619" y="278707"/>
                  </a:lnTo>
                  <a:lnTo>
                    <a:pt x="7086744" y="278707"/>
                  </a:lnTo>
                  <a:lnTo>
                    <a:pt x="7086869" y="278707"/>
                  </a:lnTo>
                  <a:lnTo>
                    <a:pt x="7086994" y="278707"/>
                  </a:lnTo>
                  <a:lnTo>
                    <a:pt x="7087119" y="278707"/>
                  </a:lnTo>
                  <a:lnTo>
                    <a:pt x="7087244" y="278707"/>
                  </a:lnTo>
                  <a:lnTo>
                    <a:pt x="7087369" y="278707"/>
                  </a:lnTo>
                  <a:lnTo>
                    <a:pt x="7087494" y="278707"/>
                  </a:lnTo>
                  <a:lnTo>
                    <a:pt x="7087619" y="278707"/>
                  </a:lnTo>
                  <a:lnTo>
                    <a:pt x="7087744" y="278707"/>
                  </a:lnTo>
                  <a:lnTo>
                    <a:pt x="7087869" y="278707"/>
                  </a:lnTo>
                  <a:lnTo>
                    <a:pt x="7087994" y="278707"/>
                  </a:lnTo>
                  <a:lnTo>
                    <a:pt x="7088119" y="278707"/>
                  </a:lnTo>
                  <a:lnTo>
                    <a:pt x="7088244" y="278707"/>
                  </a:lnTo>
                  <a:lnTo>
                    <a:pt x="7088369" y="278707"/>
                  </a:lnTo>
                  <a:lnTo>
                    <a:pt x="7088494" y="278707"/>
                  </a:lnTo>
                  <a:lnTo>
                    <a:pt x="7088619" y="278707"/>
                  </a:lnTo>
                  <a:lnTo>
                    <a:pt x="7088744" y="278707"/>
                  </a:lnTo>
                  <a:lnTo>
                    <a:pt x="7088869" y="278707"/>
                  </a:lnTo>
                  <a:lnTo>
                    <a:pt x="7088994" y="278707"/>
                  </a:lnTo>
                  <a:lnTo>
                    <a:pt x="7089119" y="278707"/>
                  </a:lnTo>
                  <a:lnTo>
                    <a:pt x="7089244" y="278707"/>
                  </a:lnTo>
                  <a:lnTo>
                    <a:pt x="7089369" y="278707"/>
                  </a:lnTo>
                  <a:lnTo>
                    <a:pt x="7089494" y="278707"/>
                  </a:lnTo>
                  <a:lnTo>
                    <a:pt x="7089620" y="278707"/>
                  </a:lnTo>
                  <a:lnTo>
                    <a:pt x="7089745" y="278707"/>
                  </a:lnTo>
                  <a:lnTo>
                    <a:pt x="7089870" y="278707"/>
                  </a:lnTo>
                  <a:lnTo>
                    <a:pt x="7089995" y="278707"/>
                  </a:lnTo>
                  <a:lnTo>
                    <a:pt x="7090120" y="278707"/>
                  </a:lnTo>
                  <a:lnTo>
                    <a:pt x="7090245" y="278707"/>
                  </a:lnTo>
                  <a:lnTo>
                    <a:pt x="7090370" y="278707"/>
                  </a:lnTo>
                  <a:lnTo>
                    <a:pt x="7090495" y="278707"/>
                  </a:lnTo>
                  <a:lnTo>
                    <a:pt x="7090620" y="278707"/>
                  </a:lnTo>
                  <a:lnTo>
                    <a:pt x="7090745" y="278707"/>
                  </a:lnTo>
                  <a:lnTo>
                    <a:pt x="7090870" y="278707"/>
                  </a:lnTo>
                  <a:lnTo>
                    <a:pt x="7090995" y="278707"/>
                  </a:lnTo>
                  <a:lnTo>
                    <a:pt x="7091120" y="278707"/>
                  </a:lnTo>
                  <a:lnTo>
                    <a:pt x="7091245" y="278707"/>
                  </a:lnTo>
                  <a:lnTo>
                    <a:pt x="7091370" y="278707"/>
                  </a:lnTo>
                  <a:lnTo>
                    <a:pt x="7091495" y="278707"/>
                  </a:lnTo>
                  <a:lnTo>
                    <a:pt x="7091620" y="278707"/>
                  </a:lnTo>
                  <a:lnTo>
                    <a:pt x="7091745" y="278707"/>
                  </a:lnTo>
                  <a:lnTo>
                    <a:pt x="7091870" y="278707"/>
                  </a:lnTo>
                  <a:lnTo>
                    <a:pt x="7091995" y="278707"/>
                  </a:lnTo>
                  <a:lnTo>
                    <a:pt x="7092120" y="278707"/>
                  </a:lnTo>
                  <a:lnTo>
                    <a:pt x="7092245" y="278707"/>
                  </a:lnTo>
                  <a:lnTo>
                    <a:pt x="7092370" y="278707"/>
                  </a:lnTo>
                  <a:lnTo>
                    <a:pt x="7092495" y="278707"/>
                  </a:lnTo>
                  <a:lnTo>
                    <a:pt x="7092621" y="278707"/>
                  </a:lnTo>
                  <a:lnTo>
                    <a:pt x="7092746" y="278707"/>
                  </a:lnTo>
                  <a:lnTo>
                    <a:pt x="7092871" y="278707"/>
                  </a:lnTo>
                  <a:lnTo>
                    <a:pt x="7092996" y="278707"/>
                  </a:lnTo>
                  <a:lnTo>
                    <a:pt x="7093121" y="278707"/>
                  </a:lnTo>
                  <a:lnTo>
                    <a:pt x="7093246" y="278707"/>
                  </a:lnTo>
                  <a:lnTo>
                    <a:pt x="7093371" y="278707"/>
                  </a:lnTo>
                  <a:lnTo>
                    <a:pt x="7093496" y="278707"/>
                  </a:lnTo>
                  <a:lnTo>
                    <a:pt x="7093621" y="278707"/>
                  </a:lnTo>
                  <a:lnTo>
                    <a:pt x="7093746" y="278707"/>
                  </a:lnTo>
                  <a:lnTo>
                    <a:pt x="7093871" y="278707"/>
                  </a:lnTo>
                  <a:lnTo>
                    <a:pt x="7093996" y="278707"/>
                  </a:lnTo>
                  <a:lnTo>
                    <a:pt x="7094121" y="278707"/>
                  </a:lnTo>
                  <a:lnTo>
                    <a:pt x="7094246" y="278707"/>
                  </a:lnTo>
                  <a:lnTo>
                    <a:pt x="7094371" y="278707"/>
                  </a:lnTo>
                  <a:lnTo>
                    <a:pt x="7094496" y="278707"/>
                  </a:lnTo>
                  <a:lnTo>
                    <a:pt x="7094621" y="278707"/>
                  </a:lnTo>
                  <a:lnTo>
                    <a:pt x="7094746" y="278707"/>
                  </a:lnTo>
                  <a:lnTo>
                    <a:pt x="7094871" y="278707"/>
                  </a:lnTo>
                  <a:lnTo>
                    <a:pt x="7094996" y="278707"/>
                  </a:lnTo>
                  <a:lnTo>
                    <a:pt x="7095121" y="278707"/>
                  </a:lnTo>
                  <a:lnTo>
                    <a:pt x="7095246" y="278707"/>
                  </a:lnTo>
                  <a:lnTo>
                    <a:pt x="7095371" y="278707"/>
                  </a:lnTo>
                  <a:lnTo>
                    <a:pt x="7095496" y="278707"/>
                  </a:lnTo>
                  <a:lnTo>
                    <a:pt x="7095622" y="278707"/>
                  </a:lnTo>
                  <a:lnTo>
                    <a:pt x="7095747" y="278707"/>
                  </a:lnTo>
                  <a:lnTo>
                    <a:pt x="7095872" y="278707"/>
                  </a:lnTo>
                  <a:lnTo>
                    <a:pt x="7095997" y="278707"/>
                  </a:lnTo>
                  <a:lnTo>
                    <a:pt x="7096122" y="278707"/>
                  </a:lnTo>
                  <a:lnTo>
                    <a:pt x="7096247" y="278707"/>
                  </a:lnTo>
                  <a:lnTo>
                    <a:pt x="7096372" y="278707"/>
                  </a:lnTo>
                  <a:lnTo>
                    <a:pt x="7096497" y="278707"/>
                  </a:lnTo>
                  <a:lnTo>
                    <a:pt x="7096622" y="278707"/>
                  </a:lnTo>
                  <a:lnTo>
                    <a:pt x="7096747" y="278707"/>
                  </a:lnTo>
                  <a:lnTo>
                    <a:pt x="7096872" y="278707"/>
                  </a:lnTo>
                  <a:lnTo>
                    <a:pt x="7096997" y="278707"/>
                  </a:lnTo>
                  <a:lnTo>
                    <a:pt x="7097122" y="278707"/>
                  </a:lnTo>
                  <a:lnTo>
                    <a:pt x="7097247" y="278707"/>
                  </a:lnTo>
                  <a:lnTo>
                    <a:pt x="7097372" y="278707"/>
                  </a:lnTo>
                  <a:lnTo>
                    <a:pt x="7097497" y="278707"/>
                  </a:lnTo>
                  <a:lnTo>
                    <a:pt x="7097622" y="278707"/>
                  </a:lnTo>
                  <a:lnTo>
                    <a:pt x="7097747" y="278707"/>
                  </a:lnTo>
                  <a:lnTo>
                    <a:pt x="7097872" y="278707"/>
                  </a:lnTo>
                  <a:lnTo>
                    <a:pt x="7097997" y="278707"/>
                  </a:lnTo>
                  <a:lnTo>
                    <a:pt x="7098122" y="278707"/>
                  </a:lnTo>
                  <a:lnTo>
                    <a:pt x="7098247" y="278707"/>
                  </a:lnTo>
                  <a:lnTo>
                    <a:pt x="7098372" y="278707"/>
                  </a:lnTo>
                  <a:lnTo>
                    <a:pt x="7098497" y="278707"/>
                  </a:lnTo>
                  <a:lnTo>
                    <a:pt x="7098623" y="278707"/>
                  </a:lnTo>
                  <a:lnTo>
                    <a:pt x="7098748" y="278707"/>
                  </a:lnTo>
                  <a:lnTo>
                    <a:pt x="7098873" y="278707"/>
                  </a:lnTo>
                  <a:lnTo>
                    <a:pt x="7098998" y="278707"/>
                  </a:lnTo>
                  <a:lnTo>
                    <a:pt x="7099123" y="278707"/>
                  </a:lnTo>
                  <a:lnTo>
                    <a:pt x="7099248" y="278707"/>
                  </a:lnTo>
                  <a:lnTo>
                    <a:pt x="7099373" y="278707"/>
                  </a:lnTo>
                  <a:lnTo>
                    <a:pt x="7099498" y="278707"/>
                  </a:lnTo>
                  <a:lnTo>
                    <a:pt x="7099623" y="278707"/>
                  </a:lnTo>
                  <a:lnTo>
                    <a:pt x="7099748" y="278707"/>
                  </a:lnTo>
                  <a:lnTo>
                    <a:pt x="7099873" y="278707"/>
                  </a:lnTo>
                  <a:lnTo>
                    <a:pt x="7099998" y="278707"/>
                  </a:lnTo>
                  <a:lnTo>
                    <a:pt x="7099998" y="268753"/>
                  </a:lnTo>
                  <a:lnTo>
                    <a:pt x="7100123" y="268753"/>
                  </a:lnTo>
                  <a:lnTo>
                    <a:pt x="7100248" y="268753"/>
                  </a:lnTo>
                  <a:lnTo>
                    <a:pt x="7100373" y="268753"/>
                  </a:lnTo>
                  <a:lnTo>
                    <a:pt x="7100498" y="268753"/>
                  </a:lnTo>
                  <a:lnTo>
                    <a:pt x="7100623" y="268753"/>
                  </a:lnTo>
                  <a:lnTo>
                    <a:pt x="7100748" y="268753"/>
                  </a:lnTo>
                  <a:lnTo>
                    <a:pt x="7100873" y="268753"/>
                  </a:lnTo>
                  <a:lnTo>
                    <a:pt x="7100998" y="268753"/>
                  </a:lnTo>
                  <a:lnTo>
                    <a:pt x="7101123" y="268753"/>
                  </a:lnTo>
                  <a:lnTo>
                    <a:pt x="7101248" y="268753"/>
                  </a:lnTo>
                  <a:lnTo>
                    <a:pt x="7101373" y="268753"/>
                  </a:lnTo>
                  <a:lnTo>
                    <a:pt x="7101499" y="268753"/>
                  </a:lnTo>
                  <a:lnTo>
                    <a:pt x="7101624" y="268753"/>
                  </a:lnTo>
                  <a:lnTo>
                    <a:pt x="7101749" y="268753"/>
                  </a:lnTo>
                  <a:lnTo>
                    <a:pt x="7101874" y="268753"/>
                  </a:lnTo>
                  <a:lnTo>
                    <a:pt x="7101999" y="268753"/>
                  </a:lnTo>
                  <a:lnTo>
                    <a:pt x="7102124" y="268753"/>
                  </a:lnTo>
                  <a:lnTo>
                    <a:pt x="7102249" y="268753"/>
                  </a:lnTo>
                  <a:lnTo>
                    <a:pt x="7102374" y="268753"/>
                  </a:lnTo>
                  <a:lnTo>
                    <a:pt x="7102499" y="268753"/>
                  </a:lnTo>
                  <a:lnTo>
                    <a:pt x="7102624" y="268753"/>
                  </a:lnTo>
                  <a:lnTo>
                    <a:pt x="7102749" y="268753"/>
                  </a:lnTo>
                  <a:lnTo>
                    <a:pt x="7102874" y="268753"/>
                  </a:lnTo>
                  <a:lnTo>
                    <a:pt x="7102999" y="268753"/>
                  </a:lnTo>
                  <a:lnTo>
                    <a:pt x="7103124" y="268753"/>
                  </a:lnTo>
                  <a:lnTo>
                    <a:pt x="7103249" y="268753"/>
                  </a:lnTo>
                  <a:lnTo>
                    <a:pt x="7103374" y="268753"/>
                  </a:lnTo>
                  <a:lnTo>
                    <a:pt x="7103499" y="268753"/>
                  </a:lnTo>
                  <a:lnTo>
                    <a:pt x="7103624" y="268753"/>
                  </a:lnTo>
                  <a:lnTo>
                    <a:pt x="7103749" y="268753"/>
                  </a:lnTo>
                  <a:lnTo>
                    <a:pt x="7103874" y="268753"/>
                  </a:lnTo>
                  <a:lnTo>
                    <a:pt x="7103999" y="268753"/>
                  </a:lnTo>
                  <a:lnTo>
                    <a:pt x="7104124" y="268753"/>
                  </a:lnTo>
                  <a:lnTo>
                    <a:pt x="7104249" y="268753"/>
                  </a:lnTo>
                  <a:lnTo>
                    <a:pt x="7104374" y="268753"/>
                  </a:lnTo>
                  <a:lnTo>
                    <a:pt x="7104500" y="268753"/>
                  </a:lnTo>
                  <a:lnTo>
                    <a:pt x="7104625" y="268753"/>
                  </a:lnTo>
                  <a:lnTo>
                    <a:pt x="7104750" y="268753"/>
                  </a:lnTo>
                  <a:lnTo>
                    <a:pt x="7104875" y="268753"/>
                  </a:lnTo>
                  <a:lnTo>
                    <a:pt x="7105000" y="268753"/>
                  </a:lnTo>
                  <a:lnTo>
                    <a:pt x="7105125" y="268753"/>
                  </a:lnTo>
                  <a:lnTo>
                    <a:pt x="7105250" y="268753"/>
                  </a:lnTo>
                  <a:lnTo>
                    <a:pt x="7105375" y="268753"/>
                  </a:lnTo>
                  <a:lnTo>
                    <a:pt x="7105500" y="268753"/>
                  </a:lnTo>
                  <a:lnTo>
                    <a:pt x="7105625" y="268753"/>
                  </a:lnTo>
                  <a:lnTo>
                    <a:pt x="7105750" y="268753"/>
                  </a:lnTo>
                  <a:lnTo>
                    <a:pt x="7105875" y="268753"/>
                  </a:lnTo>
                  <a:lnTo>
                    <a:pt x="7106000" y="268753"/>
                  </a:lnTo>
                  <a:lnTo>
                    <a:pt x="7106125" y="268753"/>
                  </a:lnTo>
                  <a:lnTo>
                    <a:pt x="7106250" y="268753"/>
                  </a:lnTo>
                  <a:lnTo>
                    <a:pt x="7106375" y="268753"/>
                  </a:lnTo>
                  <a:lnTo>
                    <a:pt x="7106500" y="268753"/>
                  </a:lnTo>
                  <a:lnTo>
                    <a:pt x="7106625" y="268753"/>
                  </a:lnTo>
                  <a:lnTo>
                    <a:pt x="7106750" y="268753"/>
                  </a:lnTo>
                  <a:lnTo>
                    <a:pt x="7106875" y="268753"/>
                  </a:lnTo>
                  <a:lnTo>
                    <a:pt x="7107000" y="268753"/>
                  </a:lnTo>
                  <a:lnTo>
                    <a:pt x="7107125" y="268753"/>
                  </a:lnTo>
                  <a:lnTo>
                    <a:pt x="7107250" y="268753"/>
                  </a:lnTo>
                  <a:lnTo>
                    <a:pt x="7107375" y="268753"/>
                  </a:lnTo>
                  <a:lnTo>
                    <a:pt x="7107501" y="268753"/>
                  </a:lnTo>
                  <a:lnTo>
                    <a:pt x="7107626" y="268753"/>
                  </a:lnTo>
                  <a:lnTo>
                    <a:pt x="7107751" y="268753"/>
                  </a:lnTo>
                  <a:lnTo>
                    <a:pt x="7107876" y="268753"/>
                  </a:lnTo>
                  <a:lnTo>
                    <a:pt x="7108001" y="268753"/>
                  </a:lnTo>
                  <a:lnTo>
                    <a:pt x="7108126" y="268753"/>
                  </a:lnTo>
                  <a:lnTo>
                    <a:pt x="7108251" y="268753"/>
                  </a:lnTo>
                  <a:lnTo>
                    <a:pt x="7108376" y="268753"/>
                  </a:lnTo>
                  <a:lnTo>
                    <a:pt x="7108501" y="268753"/>
                  </a:lnTo>
                  <a:lnTo>
                    <a:pt x="7108626" y="268753"/>
                  </a:lnTo>
                  <a:lnTo>
                    <a:pt x="7108751" y="268753"/>
                  </a:lnTo>
                  <a:lnTo>
                    <a:pt x="7108876" y="268753"/>
                  </a:lnTo>
                  <a:lnTo>
                    <a:pt x="7109001" y="268753"/>
                  </a:lnTo>
                  <a:lnTo>
                    <a:pt x="7109126" y="268753"/>
                  </a:lnTo>
                  <a:lnTo>
                    <a:pt x="7109251" y="268753"/>
                  </a:lnTo>
                  <a:lnTo>
                    <a:pt x="7109376" y="268753"/>
                  </a:lnTo>
                  <a:lnTo>
                    <a:pt x="7109501" y="268753"/>
                  </a:lnTo>
                  <a:lnTo>
                    <a:pt x="7109626" y="268753"/>
                  </a:lnTo>
                  <a:lnTo>
                    <a:pt x="7109751" y="268753"/>
                  </a:lnTo>
                  <a:lnTo>
                    <a:pt x="7109876" y="268753"/>
                  </a:lnTo>
                  <a:lnTo>
                    <a:pt x="7110001" y="268753"/>
                  </a:lnTo>
                  <a:lnTo>
                    <a:pt x="7110126" y="268753"/>
                  </a:lnTo>
                  <a:lnTo>
                    <a:pt x="7110251" y="268753"/>
                  </a:lnTo>
                  <a:lnTo>
                    <a:pt x="7110376" y="268753"/>
                  </a:lnTo>
                  <a:lnTo>
                    <a:pt x="7110502" y="268753"/>
                  </a:lnTo>
                  <a:lnTo>
                    <a:pt x="7110627" y="268753"/>
                  </a:lnTo>
                  <a:lnTo>
                    <a:pt x="7110752" y="268753"/>
                  </a:lnTo>
                  <a:lnTo>
                    <a:pt x="7110877" y="268753"/>
                  </a:lnTo>
                  <a:lnTo>
                    <a:pt x="7111002" y="268753"/>
                  </a:lnTo>
                  <a:lnTo>
                    <a:pt x="7111127" y="268753"/>
                  </a:lnTo>
                  <a:lnTo>
                    <a:pt x="7111252" y="268753"/>
                  </a:lnTo>
                  <a:lnTo>
                    <a:pt x="7111377" y="268753"/>
                  </a:lnTo>
                  <a:lnTo>
                    <a:pt x="7111502" y="268753"/>
                  </a:lnTo>
                  <a:lnTo>
                    <a:pt x="7111627" y="268753"/>
                  </a:lnTo>
                  <a:lnTo>
                    <a:pt x="7111752" y="268753"/>
                  </a:lnTo>
                  <a:lnTo>
                    <a:pt x="7111877" y="268753"/>
                  </a:lnTo>
                  <a:lnTo>
                    <a:pt x="7112002" y="268753"/>
                  </a:lnTo>
                  <a:lnTo>
                    <a:pt x="7112127" y="268753"/>
                  </a:lnTo>
                  <a:lnTo>
                    <a:pt x="7112252" y="268753"/>
                  </a:lnTo>
                  <a:lnTo>
                    <a:pt x="7112377" y="268753"/>
                  </a:lnTo>
                  <a:lnTo>
                    <a:pt x="7112502" y="268753"/>
                  </a:lnTo>
                  <a:lnTo>
                    <a:pt x="7112627" y="268753"/>
                  </a:lnTo>
                  <a:lnTo>
                    <a:pt x="7112752" y="268753"/>
                  </a:lnTo>
                  <a:lnTo>
                    <a:pt x="7112877" y="268753"/>
                  </a:lnTo>
                  <a:lnTo>
                    <a:pt x="7113002" y="268753"/>
                  </a:lnTo>
                  <a:lnTo>
                    <a:pt x="7113127" y="268753"/>
                  </a:lnTo>
                  <a:lnTo>
                    <a:pt x="7113252" y="268753"/>
                  </a:lnTo>
                  <a:lnTo>
                    <a:pt x="7113377" y="268753"/>
                  </a:lnTo>
                  <a:lnTo>
                    <a:pt x="7113503" y="268753"/>
                  </a:lnTo>
                  <a:lnTo>
                    <a:pt x="7113628" y="268753"/>
                  </a:lnTo>
                  <a:lnTo>
                    <a:pt x="7113753" y="268753"/>
                  </a:lnTo>
                  <a:lnTo>
                    <a:pt x="7113878" y="268753"/>
                  </a:lnTo>
                  <a:lnTo>
                    <a:pt x="7114003" y="268753"/>
                  </a:lnTo>
                  <a:lnTo>
                    <a:pt x="7114128" y="268753"/>
                  </a:lnTo>
                  <a:lnTo>
                    <a:pt x="7114253" y="268753"/>
                  </a:lnTo>
                  <a:lnTo>
                    <a:pt x="7114378" y="268753"/>
                  </a:lnTo>
                  <a:lnTo>
                    <a:pt x="7114503" y="268753"/>
                  </a:lnTo>
                  <a:lnTo>
                    <a:pt x="7114628" y="268753"/>
                  </a:lnTo>
                  <a:lnTo>
                    <a:pt x="7114753" y="268753"/>
                  </a:lnTo>
                  <a:lnTo>
                    <a:pt x="7114878" y="268753"/>
                  </a:lnTo>
                  <a:lnTo>
                    <a:pt x="7115003" y="268753"/>
                  </a:lnTo>
                  <a:lnTo>
                    <a:pt x="7115128" y="268753"/>
                  </a:lnTo>
                  <a:lnTo>
                    <a:pt x="7115253" y="268753"/>
                  </a:lnTo>
                  <a:lnTo>
                    <a:pt x="7115378" y="268753"/>
                  </a:lnTo>
                  <a:lnTo>
                    <a:pt x="7115503" y="268753"/>
                  </a:lnTo>
                  <a:lnTo>
                    <a:pt x="7115628" y="268753"/>
                  </a:lnTo>
                  <a:lnTo>
                    <a:pt x="7115753" y="268753"/>
                  </a:lnTo>
                  <a:lnTo>
                    <a:pt x="7115878" y="268753"/>
                  </a:lnTo>
                  <a:lnTo>
                    <a:pt x="7116003" y="268753"/>
                  </a:lnTo>
                  <a:lnTo>
                    <a:pt x="7116128" y="268753"/>
                  </a:lnTo>
                  <a:lnTo>
                    <a:pt x="7116253" y="268753"/>
                  </a:lnTo>
                  <a:lnTo>
                    <a:pt x="7116378" y="268753"/>
                  </a:lnTo>
                  <a:lnTo>
                    <a:pt x="7116504" y="268753"/>
                  </a:lnTo>
                  <a:lnTo>
                    <a:pt x="7116629" y="268753"/>
                  </a:lnTo>
                  <a:lnTo>
                    <a:pt x="7116754" y="268753"/>
                  </a:lnTo>
                  <a:lnTo>
                    <a:pt x="7116879" y="268753"/>
                  </a:lnTo>
                  <a:lnTo>
                    <a:pt x="7117004" y="268753"/>
                  </a:lnTo>
                  <a:lnTo>
                    <a:pt x="7117129" y="268753"/>
                  </a:lnTo>
                  <a:lnTo>
                    <a:pt x="7117254" y="268753"/>
                  </a:lnTo>
                  <a:lnTo>
                    <a:pt x="7117379" y="268753"/>
                  </a:lnTo>
                  <a:lnTo>
                    <a:pt x="7117504" y="268753"/>
                  </a:lnTo>
                  <a:lnTo>
                    <a:pt x="7117629" y="268753"/>
                  </a:lnTo>
                  <a:lnTo>
                    <a:pt x="7117754" y="268753"/>
                  </a:lnTo>
                  <a:lnTo>
                    <a:pt x="7117879" y="268753"/>
                  </a:lnTo>
                  <a:lnTo>
                    <a:pt x="7118004" y="268753"/>
                  </a:lnTo>
                  <a:lnTo>
                    <a:pt x="7118129" y="268753"/>
                  </a:lnTo>
                  <a:lnTo>
                    <a:pt x="7118254" y="268753"/>
                  </a:lnTo>
                  <a:lnTo>
                    <a:pt x="7118379" y="268753"/>
                  </a:lnTo>
                  <a:lnTo>
                    <a:pt x="7118504" y="268753"/>
                  </a:lnTo>
                  <a:lnTo>
                    <a:pt x="7118629" y="268753"/>
                  </a:lnTo>
                  <a:lnTo>
                    <a:pt x="7118754" y="268753"/>
                  </a:lnTo>
                  <a:lnTo>
                    <a:pt x="7118879" y="268753"/>
                  </a:lnTo>
                  <a:lnTo>
                    <a:pt x="7119004" y="268753"/>
                  </a:lnTo>
                  <a:lnTo>
                    <a:pt x="7119129" y="268753"/>
                  </a:lnTo>
                  <a:lnTo>
                    <a:pt x="7119254" y="268753"/>
                  </a:lnTo>
                  <a:lnTo>
                    <a:pt x="7119379" y="268753"/>
                  </a:lnTo>
                  <a:lnTo>
                    <a:pt x="7119505" y="268753"/>
                  </a:lnTo>
                  <a:lnTo>
                    <a:pt x="7119630" y="268753"/>
                  </a:lnTo>
                  <a:lnTo>
                    <a:pt x="7119755" y="268753"/>
                  </a:lnTo>
                  <a:lnTo>
                    <a:pt x="7119880" y="268753"/>
                  </a:lnTo>
                  <a:lnTo>
                    <a:pt x="7120005" y="268753"/>
                  </a:lnTo>
                  <a:lnTo>
                    <a:pt x="7120130" y="268753"/>
                  </a:lnTo>
                  <a:lnTo>
                    <a:pt x="7120255" y="268753"/>
                  </a:lnTo>
                  <a:lnTo>
                    <a:pt x="7120380" y="268753"/>
                  </a:lnTo>
                  <a:lnTo>
                    <a:pt x="7120505" y="268753"/>
                  </a:lnTo>
                  <a:lnTo>
                    <a:pt x="7120630" y="268753"/>
                  </a:lnTo>
                  <a:lnTo>
                    <a:pt x="7120755" y="268753"/>
                  </a:lnTo>
                  <a:lnTo>
                    <a:pt x="7120880" y="268753"/>
                  </a:lnTo>
                  <a:lnTo>
                    <a:pt x="7121005" y="268753"/>
                  </a:lnTo>
                  <a:lnTo>
                    <a:pt x="7121130" y="268753"/>
                  </a:lnTo>
                  <a:lnTo>
                    <a:pt x="7121255" y="268753"/>
                  </a:lnTo>
                  <a:lnTo>
                    <a:pt x="7121380" y="268753"/>
                  </a:lnTo>
                  <a:lnTo>
                    <a:pt x="7121505" y="268753"/>
                  </a:lnTo>
                  <a:lnTo>
                    <a:pt x="7121630" y="268753"/>
                  </a:lnTo>
                  <a:lnTo>
                    <a:pt x="7121755" y="268753"/>
                  </a:lnTo>
                  <a:lnTo>
                    <a:pt x="7121880" y="268753"/>
                  </a:lnTo>
                  <a:lnTo>
                    <a:pt x="7122005" y="268753"/>
                  </a:lnTo>
                  <a:lnTo>
                    <a:pt x="7122130" y="268753"/>
                  </a:lnTo>
                  <a:lnTo>
                    <a:pt x="7122255" y="268753"/>
                  </a:lnTo>
                  <a:lnTo>
                    <a:pt x="7122380" y="268753"/>
                  </a:lnTo>
                  <a:lnTo>
                    <a:pt x="7122506" y="268753"/>
                  </a:lnTo>
                  <a:lnTo>
                    <a:pt x="7122631" y="268753"/>
                  </a:lnTo>
                  <a:lnTo>
                    <a:pt x="7122756" y="268753"/>
                  </a:lnTo>
                  <a:lnTo>
                    <a:pt x="7122881" y="268753"/>
                  </a:lnTo>
                  <a:lnTo>
                    <a:pt x="7123006" y="268753"/>
                  </a:lnTo>
                  <a:lnTo>
                    <a:pt x="7123131" y="268753"/>
                  </a:lnTo>
                  <a:lnTo>
                    <a:pt x="7123256" y="268753"/>
                  </a:lnTo>
                  <a:lnTo>
                    <a:pt x="7123381" y="268753"/>
                  </a:lnTo>
                  <a:lnTo>
                    <a:pt x="7123506" y="268753"/>
                  </a:lnTo>
                  <a:lnTo>
                    <a:pt x="7123631" y="268753"/>
                  </a:lnTo>
                  <a:lnTo>
                    <a:pt x="7123756" y="268753"/>
                  </a:lnTo>
                  <a:lnTo>
                    <a:pt x="7123881" y="268753"/>
                  </a:lnTo>
                  <a:lnTo>
                    <a:pt x="7124006" y="268753"/>
                  </a:lnTo>
                  <a:lnTo>
                    <a:pt x="7124131" y="268753"/>
                  </a:lnTo>
                  <a:lnTo>
                    <a:pt x="7124256" y="268753"/>
                  </a:lnTo>
                  <a:lnTo>
                    <a:pt x="7124381" y="268753"/>
                  </a:lnTo>
                  <a:lnTo>
                    <a:pt x="7124506" y="268753"/>
                  </a:lnTo>
                  <a:lnTo>
                    <a:pt x="7124631" y="268753"/>
                  </a:lnTo>
                  <a:lnTo>
                    <a:pt x="7124756" y="268753"/>
                  </a:lnTo>
                  <a:lnTo>
                    <a:pt x="7124881" y="268753"/>
                  </a:lnTo>
                  <a:lnTo>
                    <a:pt x="7125006" y="268753"/>
                  </a:lnTo>
                  <a:lnTo>
                    <a:pt x="7125131" y="268753"/>
                  </a:lnTo>
                  <a:lnTo>
                    <a:pt x="7125256" y="268753"/>
                  </a:lnTo>
                  <a:lnTo>
                    <a:pt x="7125381" y="268753"/>
                  </a:lnTo>
                  <a:lnTo>
                    <a:pt x="7125507" y="268753"/>
                  </a:lnTo>
                  <a:lnTo>
                    <a:pt x="7125632" y="268753"/>
                  </a:lnTo>
                  <a:lnTo>
                    <a:pt x="7125757" y="268753"/>
                  </a:lnTo>
                  <a:lnTo>
                    <a:pt x="7125882" y="268753"/>
                  </a:lnTo>
                  <a:lnTo>
                    <a:pt x="7126007" y="268753"/>
                  </a:lnTo>
                  <a:lnTo>
                    <a:pt x="7126132" y="268753"/>
                  </a:lnTo>
                  <a:lnTo>
                    <a:pt x="7126257" y="268753"/>
                  </a:lnTo>
                  <a:lnTo>
                    <a:pt x="7126382" y="268753"/>
                  </a:lnTo>
                  <a:lnTo>
                    <a:pt x="7126507" y="268753"/>
                  </a:lnTo>
                  <a:lnTo>
                    <a:pt x="7126632" y="268753"/>
                  </a:lnTo>
                  <a:lnTo>
                    <a:pt x="7126757" y="268753"/>
                  </a:lnTo>
                  <a:lnTo>
                    <a:pt x="7126882" y="268753"/>
                  </a:lnTo>
                  <a:lnTo>
                    <a:pt x="7127007" y="268753"/>
                  </a:lnTo>
                  <a:lnTo>
                    <a:pt x="7127132" y="268753"/>
                  </a:lnTo>
                  <a:lnTo>
                    <a:pt x="7127257" y="268753"/>
                  </a:lnTo>
                  <a:lnTo>
                    <a:pt x="7127382" y="268753"/>
                  </a:lnTo>
                  <a:lnTo>
                    <a:pt x="7127507" y="268753"/>
                  </a:lnTo>
                  <a:lnTo>
                    <a:pt x="7127632" y="268753"/>
                  </a:lnTo>
                  <a:lnTo>
                    <a:pt x="7127757" y="268753"/>
                  </a:lnTo>
                  <a:lnTo>
                    <a:pt x="7127882" y="268753"/>
                  </a:lnTo>
                  <a:lnTo>
                    <a:pt x="7128007" y="268753"/>
                  </a:lnTo>
                  <a:lnTo>
                    <a:pt x="7128132" y="268753"/>
                  </a:lnTo>
                  <a:lnTo>
                    <a:pt x="7128257" y="268753"/>
                  </a:lnTo>
                  <a:lnTo>
                    <a:pt x="7128382" y="268753"/>
                  </a:lnTo>
                  <a:lnTo>
                    <a:pt x="7128508" y="268753"/>
                  </a:lnTo>
                  <a:lnTo>
                    <a:pt x="7128633" y="268753"/>
                  </a:lnTo>
                  <a:lnTo>
                    <a:pt x="7128758" y="268753"/>
                  </a:lnTo>
                  <a:lnTo>
                    <a:pt x="7128883" y="268753"/>
                  </a:lnTo>
                  <a:lnTo>
                    <a:pt x="7129008" y="268753"/>
                  </a:lnTo>
                  <a:lnTo>
                    <a:pt x="7129133" y="268753"/>
                  </a:lnTo>
                  <a:lnTo>
                    <a:pt x="7129258" y="268753"/>
                  </a:lnTo>
                  <a:lnTo>
                    <a:pt x="7129383" y="268753"/>
                  </a:lnTo>
                  <a:lnTo>
                    <a:pt x="7129508" y="268753"/>
                  </a:lnTo>
                  <a:lnTo>
                    <a:pt x="7129633" y="268753"/>
                  </a:lnTo>
                  <a:lnTo>
                    <a:pt x="7129758" y="268753"/>
                  </a:lnTo>
                  <a:lnTo>
                    <a:pt x="7129883" y="268753"/>
                  </a:lnTo>
                  <a:lnTo>
                    <a:pt x="7130008" y="268753"/>
                  </a:lnTo>
                  <a:lnTo>
                    <a:pt x="7130133" y="268753"/>
                  </a:lnTo>
                  <a:lnTo>
                    <a:pt x="7130258" y="268753"/>
                  </a:lnTo>
                  <a:lnTo>
                    <a:pt x="7130383" y="268753"/>
                  </a:lnTo>
                  <a:lnTo>
                    <a:pt x="7130508" y="268753"/>
                  </a:lnTo>
                  <a:lnTo>
                    <a:pt x="7130633" y="268753"/>
                  </a:lnTo>
                  <a:lnTo>
                    <a:pt x="7130758" y="268753"/>
                  </a:lnTo>
                  <a:lnTo>
                    <a:pt x="7130883" y="268753"/>
                  </a:lnTo>
                  <a:lnTo>
                    <a:pt x="7131008" y="268753"/>
                  </a:lnTo>
                  <a:lnTo>
                    <a:pt x="7131133" y="268753"/>
                  </a:lnTo>
                  <a:lnTo>
                    <a:pt x="7131258" y="268753"/>
                  </a:lnTo>
                  <a:lnTo>
                    <a:pt x="7131383" y="268753"/>
                  </a:lnTo>
                  <a:lnTo>
                    <a:pt x="7131509" y="268753"/>
                  </a:lnTo>
                  <a:lnTo>
                    <a:pt x="7131634" y="268753"/>
                  </a:lnTo>
                  <a:lnTo>
                    <a:pt x="7131759" y="268753"/>
                  </a:lnTo>
                  <a:lnTo>
                    <a:pt x="7131884" y="268753"/>
                  </a:lnTo>
                  <a:lnTo>
                    <a:pt x="7132009" y="268753"/>
                  </a:lnTo>
                  <a:lnTo>
                    <a:pt x="7132134" y="268753"/>
                  </a:lnTo>
                  <a:lnTo>
                    <a:pt x="7132259" y="268753"/>
                  </a:lnTo>
                  <a:lnTo>
                    <a:pt x="7132384" y="268753"/>
                  </a:lnTo>
                  <a:lnTo>
                    <a:pt x="7132509" y="268753"/>
                  </a:lnTo>
                  <a:lnTo>
                    <a:pt x="7132634" y="268753"/>
                  </a:lnTo>
                  <a:lnTo>
                    <a:pt x="7132759" y="268753"/>
                  </a:lnTo>
                  <a:lnTo>
                    <a:pt x="7132884" y="268753"/>
                  </a:lnTo>
                  <a:lnTo>
                    <a:pt x="7133009" y="268753"/>
                  </a:lnTo>
                  <a:lnTo>
                    <a:pt x="7133134" y="268753"/>
                  </a:lnTo>
                  <a:lnTo>
                    <a:pt x="7133259" y="268753"/>
                  </a:lnTo>
                  <a:lnTo>
                    <a:pt x="7133384" y="268753"/>
                  </a:lnTo>
                  <a:lnTo>
                    <a:pt x="7133509" y="268753"/>
                  </a:lnTo>
                  <a:lnTo>
                    <a:pt x="7133634" y="268753"/>
                  </a:lnTo>
                  <a:lnTo>
                    <a:pt x="7133759" y="268753"/>
                  </a:lnTo>
                  <a:lnTo>
                    <a:pt x="7133884" y="268753"/>
                  </a:lnTo>
                  <a:lnTo>
                    <a:pt x="7134009" y="268753"/>
                  </a:lnTo>
                  <a:lnTo>
                    <a:pt x="7134134" y="268753"/>
                  </a:lnTo>
                  <a:lnTo>
                    <a:pt x="7134259" y="268753"/>
                  </a:lnTo>
                  <a:lnTo>
                    <a:pt x="7134384" y="268753"/>
                  </a:lnTo>
                  <a:lnTo>
                    <a:pt x="7134510" y="268753"/>
                  </a:lnTo>
                  <a:lnTo>
                    <a:pt x="7134635" y="268753"/>
                  </a:lnTo>
                  <a:lnTo>
                    <a:pt x="7134760" y="268753"/>
                  </a:lnTo>
                  <a:lnTo>
                    <a:pt x="7134885" y="268753"/>
                  </a:lnTo>
                  <a:lnTo>
                    <a:pt x="7135010" y="268753"/>
                  </a:lnTo>
                  <a:lnTo>
                    <a:pt x="7135135" y="268753"/>
                  </a:lnTo>
                  <a:lnTo>
                    <a:pt x="7135260" y="268753"/>
                  </a:lnTo>
                  <a:lnTo>
                    <a:pt x="7135385" y="268753"/>
                  </a:lnTo>
                  <a:lnTo>
                    <a:pt x="7135510" y="268753"/>
                  </a:lnTo>
                  <a:lnTo>
                    <a:pt x="7135635" y="268753"/>
                  </a:lnTo>
                  <a:lnTo>
                    <a:pt x="7135760" y="268753"/>
                  </a:lnTo>
                  <a:lnTo>
                    <a:pt x="7135885" y="268753"/>
                  </a:lnTo>
                  <a:lnTo>
                    <a:pt x="7136010" y="268753"/>
                  </a:lnTo>
                  <a:lnTo>
                    <a:pt x="7136135" y="268753"/>
                  </a:lnTo>
                  <a:lnTo>
                    <a:pt x="7136260" y="268753"/>
                  </a:lnTo>
                  <a:lnTo>
                    <a:pt x="7136385" y="268753"/>
                  </a:lnTo>
                  <a:lnTo>
                    <a:pt x="7136510" y="268753"/>
                  </a:lnTo>
                  <a:lnTo>
                    <a:pt x="7136635" y="268753"/>
                  </a:lnTo>
                  <a:lnTo>
                    <a:pt x="7136760" y="268753"/>
                  </a:lnTo>
                  <a:lnTo>
                    <a:pt x="7136885" y="268753"/>
                  </a:lnTo>
                  <a:lnTo>
                    <a:pt x="7137010" y="268753"/>
                  </a:lnTo>
                  <a:lnTo>
                    <a:pt x="7137135" y="268753"/>
                  </a:lnTo>
                  <a:lnTo>
                    <a:pt x="7137260" y="268753"/>
                  </a:lnTo>
                  <a:lnTo>
                    <a:pt x="7137385" y="268753"/>
                  </a:lnTo>
                  <a:lnTo>
                    <a:pt x="7137511" y="268753"/>
                  </a:lnTo>
                  <a:lnTo>
                    <a:pt x="7137636" y="268753"/>
                  </a:lnTo>
                  <a:lnTo>
                    <a:pt x="7137761" y="268753"/>
                  </a:lnTo>
                  <a:lnTo>
                    <a:pt x="7137886" y="268753"/>
                  </a:lnTo>
                  <a:lnTo>
                    <a:pt x="7138011" y="268753"/>
                  </a:lnTo>
                  <a:lnTo>
                    <a:pt x="7138136" y="268753"/>
                  </a:lnTo>
                  <a:lnTo>
                    <a:pt x="7138261" y="268753"/>
                  </a:lnTo>
                  <a:lnTo>
                    <a:pt x="7138386" y="268753"/>
                  </a:lnTo>
                  <a:lnTo>
                    <a:pt x="7138511" y="268753"/>
                  </a:lnTo>
                  <a:lnTo>
                    <a:pt x="7138636" y="268753"/>
                  </a:lnTo>
                  <a:lnTo>
                    <a:pt x="7138761" y="268753"/>
                  </a:lnTo>
                  <a:lnTo>
                    <a:pt x="7138886" y="268753"/>
                  </a:lnTo>
                  <a:lnTo>
                    <a:pt x="7139011" y="268753"/>
                  </a:lnTo>
                  <a:lnTo>
                    <a:pt x="7139136" y="268753"/>
                  </a:lnTo>
                  <a:lnTo>
                    <a:pt x="7139261" y="268753"/>
                  </a:lnTo>
                  <a:lnTo>
                    <a:pt x="7139386" y="268753"/>
                  </a:lnTo>
                  <a:lnTo>
                    <a:pt x="7139511" y="268753"/>
                  </a:lnTo>
                  <a:lnTo>
                    <a:pt x="7139636" y="268753"/>
                  </a:lnTo>
                  <a:lnTo>
                    <a:pt x="7139761" y="268753"/>
                  </a:lnTo>
                  <a:lnTo>
                    <a:pt x="7139886" y="268753"/>
                  </a:lnTo>
                  <a:lnTo>
                    <a:pt x="7140011" y="268753"/>
                  </a:lnTo>
                  <a:lnTo>
                    <a:pt x="7140136" y="268753"/>
                  </a:lnTo>
                  <a:lnTo>
                    <a:pt x="7140261" y="268753"/>
                  </a:lnTo>
                  <a:lnTo>
                    <a:pt x="7140387" y="268753"/>
                  </a:lnTo>
                  <a:lnTo>
                    <a:pt x="7140512" y="268753"/>
                  </a:lnTo>
                  <a:lnTo>
                    <a:pt x="7140637" y="268753"/>
                  </a:lnTo>
                  <a:lnTo>
                    <a:pt x="7140762" y="268753"/>
                  </a:lnTo>
                  <a:lnTo>
                    <a:pt x="7140887" y="268753"/>
                  </a:lnTo>
                  <a:lnTo>
                    <a:pt x="7141012" y="268753"/>
                  </a:lnTo>
                  <a:lnTo>
                    <a:pt x="7141137" y="268753"/>
                  </a:lnTo>
                  <a:lnTo>
                    <a:pt x="7141262" y="268753"/>
                  </a:lnTo>
                  <a:lnTo>
                    <a:pt x="7141387" y="268753"/>
                  </a:lnTo>
                  <a:lnTo>
                    <a:pt x="7141512" y="268753"/>
                  </a:lnTo>
                  <a:lnTo>
                    <a:pt x="7141637" y="268753"/>
                  </a:lnTo>
                  <a:lnTo>
                    <a:pt x="7141762" y="268753"/>
                  </a:lnTo>
                  <a:lnTo>
                    <a:pt x="7141887" y="268753"/>
                  </a:lnTo>
                  <a:lnTo>
                    <a:pt x="7142012" y="268753"/>
                  </a:lnTo>
                  <a:lnTo>
                    <a:pt x="7142137" y="268753"/>
                  </a:lnTo>
                  <a:lnTo>
                    <a:pt x="7142262" y="268753"/>
                  </a:lnTo>
                  <a:lnTo>
                    <a:pt x="7142387" y="268753"/>
                  </a:lnTo>
                  <a:lnTo>
                    <a:pt x="7142512" y="268753"/>
                  </a:lnTo>
                  <a:lnTo>
                    <a:pt x="7142637" y="268753"/>
                  </a:lnTo>
                  <a:lnTo>
                    <a:pt x="7142762" y="268753"/>
                  </a:lnTo>
                  <a:lnTo>
                    <a:pt x="7142887" y="268753"/>
                  </a:lnTo>
                  <a:lnTo>
                    <a:pt x="7143012" y="268753"/>
                  </a:lnTo>
                  <a:lnTo>
                    <a:pt x="7143137" y="268753"/>
                  </a:lnTo>
                  <a:lnTo>
                    <a:pt x="7143262" y="268753"/>
                  </a:lnTo>
                  <a:lnTo>
                    <a:pt x="7143388" y="268753"/>
                  </a:lnTo>
                  <a:lnTo>
                    <a:pt x="7143513" y="268753"/>
                  </a:lnTo>
                  <a:lnTo>
                    <a:pt x="7143638" y="268753"/>
                  </a:lnTo>
                  <a:lnTo>
                    <a:pt x="7143763" y="268753"/>
                  </a:lnTo>
                  <a:lnTo>
                    <a:pt x="7143888" y="268753"/>
                  </a:lnTo>
                  <a:lnTo>
                    <a:pt x="7144013" y="268753"/>
                  </a:lnTo>
                  <a:lnTo>
                    <a:pt x="7144138" y="268753"/>
                  </a:lnTo>
                  <a:lnTo>
                    <a:pt x="7144263" y="268753"/>
                  </a:lnTo>
                  <a:lnTo>
                    <a:pt x="7144388" y="268753"/>
                  </a:lnTo>
                  <a:lnTo>
                    <a:pt x="7144513" y="268753"/>
                  </a:lnTo>
                  <a:lnTo>
                    <a:pt x="7144638" y="268753"/>
                  </a:lnTo>
                  <a:lnTo>
                    <a:pt x="7144763" y="268753"/>
                  </a:lnTo>
                  <a:lnTo>
                    <a:pt x="7144888" y="268753"/>
                  </a:lnTo>
                  <a:lnTo>
                    <a:pt x="7145013" y="268753"/>
                  </a:lnTo>
                  <a:lnTo>
                    <a:pt x="7145138" y="268753"/>
                  </a:lnTo>
                  <a:lnTo>
                    <a:pt x="7145263" y="268753"/>
                  </a:lnTo>
                  <a:lnTo>
                    <a:pt x="7145388" y="268753"/>
                  </a:lnTo>
                  <a:lnTo>
                    <a:pt x="7145513" y="268753"/>
                  </a:lnTo>
                  <a:lnTo>
                    <a:pt x="7145638" y="268753"/>
                  </a:lnTo>
                  <a:lnTo>
                    <a:pt x="7145763" y="268753"/>
                  </a:lnTo>
                  <a:lnTo>
                    <a:pt x="7145888" y="268753"/>
                  </a:lnTo>
                  <a:lnTo>
                    <a:pt x="7146013" y="268753"/>
                  </a:lnTo>
                  <a:lnTo>
                    <a:pt x="7146138" y="268753"/>
                  </a:lnTo>
                  <a:lnTo>
                    <a:pt x="7146263" y="268753"/>
                  </a:lnTo>
                  <a:lnTo>
                    <a:pt x="7146389" y="268753"/>
                  </a:lnTo>
                  <a:lnTo>
                    <a:pt x="7146514" y="268753"/>
                  </a:lnTo>
                  <a:lnTo>
                    <a:pt x="7146639" y="268753"/>
                  </a:lnTo>
                  <a:lnTo>
                    <a:pt x="7146764" y="268753"/>
                  </a:lnTo>
                  <a:lnTo>
                    <a:pt x="7146889" y="268753"/>
                  </a:lnTo>
                  <a:lnTo>
                    <a:pt x="7147014" y="268753"/>
                  </a:lnTo>
                  <a:lnTo>
                    <a:pt x="7147139" y="268753"/>
                  </a:lnTo>
                  <a:lnTo>
                    <a:pt x="7147264" y="268753"/>
                  </a:lnTo>
                  <a:lnTo>
                    <a:pt x="7147389" y="268753"/>
                  </a:lnTo>
                  <a:lnTo>
                    <a:pt x="7147514" y="268753"/>
                  </a:lnTo>
                  <a:lnTo>
                    <a:pt x="7147639" y="268753"/>
                  </a:lnTo>
                  <a:lnTo>
                    <a:pt x="7147764" y="268753"/>
                  </a:lnTo>
                  <a:lnTo>
                    <a:pt x="7147889" y="268753"/>
                  </a:lnTo>
                  <a:lnTo>
                    <a:pt x="7148014" y="268753"/>
                  </a:lnTo>
                  <a:lnTo>
                    <a:pt x="7148139" y="268753"/>
                  </a:lnTo>
                  <a:lnTo>
                    <a:pt x="7148264" y="268753"/>
                  </a:lnTo>
                  <a:lnTo>
                    <a:pt x="7148389" y="268753"/>
                  </a:lnTo>
                  <a:lnTo>
                    <a:pt x="7148514" y="268753"/>
                  </a:lnTo>
                  <a:lnTo>
                    <a:pt x="7148639" y="268753"/>
                  </a:lnTo>
                  <a:lnTo>
                    <a:pt x="7148764" y="268753"/>
                  </a:lnTo>
                  <a:lnTo>
                    <a:pt x="7148889" y="268753"/>
                  </a:lnTo>
                  <a:lnTo>
                    <a:pt x="7149014" y="268753"/>
                  </a:lnTo>
                  <a:lnTo>
                    <a:pt x="7149139" y="268753"/>
                  </a:lnTo>
                  <a:lnTo>
                    <a:pt x="7149264" y="268753"/>
                  </a:lnTo>
                  <a:lnTo>
                    <a:pt x="7149390" y="268753"/>
                  </a:lnTo>
                  <a:lnTo>
                    <a:pt x="7149515" y="268753"/>
                  </a:lnTo>
                  <a:lnTo>
                    <a:pt x="7149640" y="268753"/>
                  </a:lnTo>
                  <a:lnTo>
                    <a:pt x="7149765" y="268753"/>
                  </a:lnTo>
                  <a:lnTo>
                    <a:pt x="7149890" y="268753"/>
                  </a:lnTo>
                  <a:lnTo>
                    <a:pt x="7150015" y="268753"/>
                  </a:lnTo>
                  <a:lnTo>
                    <a:pt x="7150140" y="268753"/>
                  </a:lnTo>
                  <a:lnTo>
                    <a:pt x="7150265" y="268753"/>
                  </a:lnTo>
                  <a:lnTo>
                    <a:pt x="7150390" y="268753"/>
                  </a:lnTo>
                  <a:lnTo>
                    <a:pt x="7150515" y="268753"/>
                  </a:lnTo>
                  <a:lnTo>
                    <a:pt x="7150640" y="268753"/>
                  </a:lnTo>
                  <a:lnTo>
                    <a:pt x="7150765" y="268753"/>
                  </a:lnTo>
                  <a:lnTo>
                    <a:pt x="7150890" y="268753"/>
                  </a:lnTo>
                  <a:lnTo>
                    <a:pt x="7151015" y="268753"/>
                  </a:lnTo>
                  <a:lnTo>
                    <a:pt x="7151140" y="268753"/>
                  </a:lnTo>
                  <a:lnTo>
                    <a:pt x="7151265" y="268753"/>
                  </a:lnTo>
                  <a:lnTo>
                    <a:pt x="7151390" y="268753"/>
                  </a:lnTo>
                  <a:lnTo>
                    <a:pt x="7151515" y="268753"/>
                  </a:lnTo>
                  <a:lnTo>
                    <a:pt x="7151640" y="268753"/>
                  </a:lnTo>
                  <a:lnTo>
                    <a:pt x="7151765" y="268753"/>
                  </a:lnTo>
                  <a:lnTo>
                    <a:pt x="7151890" y="268753"/>
                  </a:lnTo>
                  <a:lnTo>
                    <a:pt x="7152015" y="268753"/>
                  </a:lnTo>
                  <a:lnTo>
                    <a:pt x="7152140" y="268753"/>
                  </a:lnTo>
                  <a:lnTo>
                    <a:pt x="7152265" y="268753"/>
                  </a:lnTo>
                  <a:lnTo>
                    <a:pt x="7152391" y="268753"/>
                  </a:lnTo>
                  <a:lnTo>
                    <a:pt x="7152516" y="268753"/>
                  </a:lnTo>
                  <a:lnTo>
                    <a:pt x="7152641" y="268753"/>
                  </a:lnTo>
                  <a:lnTo>
                    <a:pt x="7152766" y="268753"/>
                  </a:lnTo>
                  <a:lnTo>
                    <a:pt x="7152891" y="268753"/>
                  </a:lnTo>
                  <a:lnTo>
                    <a:pt x="7153016" y="268753"/>
                  </a:lnTo>
                  <a:lnTo>
                    <a:pt x="7153141" y="268753"/>
                  </a:lnTo>
                  <a:lnTo>
                    <a:pt x="7153266" y="268753"/>
                  </a:lnTo>
                  <a:lnTo>
                    <a:pt x="7153391" y="268753"/>
                  </a:lnTo>
                  <a:lnTo>
                    <a:pt x="7153516" y="268753"/>
                  </a:lnTo>
                  <a:lnTo>
                    <a:pt x="7153641" y="268753"/>
                  </a:lnTo>
                  <a:lnTo>
                    <a:pt x="7153766" y="268753"/>
                  </a:lnTo>
                  <a:lnTo>
                    <a:pt x="7153891" y="268753"/>
                  </a:lnTo>
                  <a:lnTo>
                    <a:pt x="7154016" y="268753"/>
                  </a:lnTo>
                  <a:lnTo>
                    <a:pt x="7154141" y="268753"/>
                  </a:lnTo>
                  <a:lnTo>
                    <a:pt x="7154266" y="268753"/>
                  </a:lnTo>
                  <a:lnTo>
                    <a:pt x="7154391" y="268753"/>
                  </a:lnTo>
                  <a:lnTo>
                    <a:pt x="7154516" y="268753"/>
                  </a:lnTo>
                  <a:lnTo>
                    <a:pt x="7154641" y="268753"/>
                  </a:lnTo>
                  <a:lnTo>
                    <a:pt x="7154766" y="268753"/>
                  </a:lnTo>
                  <a:lnTo>
                    <a:pt x="7154891" y="268753"/>
                  </a:lnTo>
                  <a:lnTo>
                    <a:pt x="7155016" y="268753"/>
                  </a:lnTo>
                  <a:lnTo>
                    <a:pt x="7155141" y="268753"/>
                  </a:lnTo>
                  <a:lnTo>
                    <a:pt x="7155266" y="268753"/>
                  </a:lnTo>
                  <a:lnTo>
                    <a:pt x="7155392" y="268753"/>
                  </a:lnTo>
                  <a:lnTo>
                    <a:pt x="7155517" y="268753"/>
                  </a:lnTo>
                  <a:lnTo>
                    <a:pt x="7155642" y="268753"/>
                  </a:lnTo>
                  <a:lnTo>
                    <a:pt x="7155767" y="268753"/>
                  </a:lnTo>
                  <a:lnTo>
                    <a:pt x="7155892" y="268753"/>
                  </a:lnTo>
                  <a:lnTo>
                    <a:pt x="7156017" y="268753"/>
                  </a:lnTo>
                  <a:lnTo>
                    <a:pt x="7156142" y="268753"/>
                  </a:lnTo>
                  <a:lnTo>
                    <a:pt x="7156267" y="268753"/>
                  </a:lnTo>
                  <a:lnTo>
                    <a:pt x="7156392" y="268753"/>
                  </a:lnTo>
                  <a:lnTo>
                    <a:pt x="7156517" y="268753"/>
                  </a:lnTo>
                  <a:lnTo>
                    <a:pt x="7156642" y="268753"/>
                  </a:lnTo>
                  <a:lnTo>
                    <a:pt x="7156767" y="268753"/>
                  </a:lnTo>
                  <a:lnTo>
                    <a:pt x="7156892" y="268753"/>
                  </a:lnTo>
                  <a:lnTo>
                    <a:pt x="7157017" y="268753"/>
                  </a:lnTo>
                  <a:lnTo>
                    <a:pt x="7157142" y="268753"/>
                  </a:lnTo>
                  <a:lnTo>
                    <a:pt x="7157267" y="268753"/>
                  </a:lnTo>
                  <a:lnTo>
                    <a:pt x="7157392" y="268753"/>
                  </a:lnTo>
                  <a:lnTo>
                    <a:pt x="7157517" y="268753"/>
                  </a:lnTo>
                  <a:lnTo>
                    <a:pt x="7157642" y="268753"/>
                  </a:lnTo>
                  <a:lnTo>
                    <a:pt x="7157767" y="268753"/>
                  </a:lnTo>
                  <a:lnTo>
                    <a:pt x="7157892" y="268753"/>
                  </a:lnTo>
                  <a:lnTo>
                    <a:pt x="7158017" y="268753"/>
                  </a:lnTo>
                  <a:lnTo>
                    <a:pt x="7158142" y="268753"/>
                  </a:lnTo>
                  <a:lnTo>
                    <a:pt x="7158267" y="268753"/>
                  </a:lnTo>
                  <a:lnTo>
                    <a:pt x="7158393" y="268753"/>
                  </a:lnTo>
                  <a:lnTo>
                    <a:pt x="7158518" y="268753"/>
                  </a:lnTo>
                  <a:lnTo>
                    <a:pt x="7158643" y="268753"/>
                  </a:lnTo>
                  <a:lnTo>
                    <a:pt x="7158768" y="268753"/>
                  </a:lnTo>
                  <a:lnTo>
                    <a:pt x="7158893" y="268753"/>
                  </a:lnTo>
                  <a:lnTo>
                    <a:pt x="7159018" y="268753"/>
                  </a:lnTo>
                  <a:lnTo>
                    <a:pt x="7159143" y="268753"/>
                  </a:lnTo>
                  <a:lnTo>
                    <a:pt x="7159268" y="268753"/>
                  </a:lnTo>
                  <a:lnTo>
                    <a:pt x="7159393" y="268753"/>
                  </a:lnTo>
                  <a:lnTo>
                    <a:pt x="7159518" y="268753"/>
                  </a:lnTo>
                  <a:lnTo>
                    <a:pt x="7159643" y="268753"/>
                  </a:lnTo>
                  <a:lnTo>
                    <a:pt x="7159768" y="268753"/>
                  </a:lnTo>
                  <a:lnTo>
                    <a:pt x="7159893" y="268753"/>
                  </a:lnTo>
                  <a:lnTo>
                    <a:pt x="7160018" y="268753"/>
                  </a:lnTo>
                  <a:lnTo>
                    <a:pt x="7160143" y="268753"/>
                  </a:lnTo>
                  <a:lnTo>
                    <a:pt x="7160268" y="268753"/>
                  </a:lnTo>
                  <a:lnTo>
                    <a:pt x="7160393" y="268753"/>
                  </a:lnTo>
                  <a:lnTo>
                    <a:pt x="7160518" y="268753"/>
                  </a:lnTo>
                  <a:lnTo>
                    <a:pt x="7160643" y="268753"/>
                  </a:lnTo>
                  <a:lnTo>
                    <a:pt x="7160643" y="258799"/>
                  </a:lnTo>
                  <a:lnTo>
                    <a:pt x="7160768" y="258799"/>
                  </a:lnTo>
                  <a:lnTo>
                    <a:pt x="7160893" y="258799"/>
                  </a:lnTo>
                  <a:lnTo>
                    <a:pt x="7161018" y="258799"/>
                  </a:lnTo>
                  <a:lnTo>
                    <a:pt x="7161143" y="258799"/>
                  </a:lnTo>
                  <a:lnTo>
                    <a:pt x="7161268" y="258799"/>
                  </a:lnTo>
                  <a:lnTo>
                    <a:pt x="7161394" y="258799"/>
                  </a:lnTo>
                  <a:lnTo>
                    <a:pt x="7161519" y="258799"/>
                  </a:lnTo>
                  <a:lnTo>
                    <a:pt x="7161644" y="258799"/>
                  </a:lnTo>
                  <a:lnTo>
                    <a:pt x="7161769" y="258799"/>
                  </a:lnTo>
                  <a:lnTo>
                    <a:pt x="7161894" y="258799"/>
                  </a:lnTo>
                  <a:lnTo>
                    <a:pt x="7162019" y="258799"/>
                  </a:lnTo>
                  <a:lnTo>
                    <a:pt x="7162144" y="258799"/>
                  </a:lnTo>
                  <a:lnTo>
                    <a:pt x="7162269" y="258799"/>
                  </a:lnTo>
                  <a:lnTo>
                    <a:pt x="7162394" y="258799"/>
                  </a:lnTo>
                  <a:lnTo>
                    <a:pt x="7162519" y="258799"/>
                  </a:lnTo>
                  <a:lnTo>
                    <a:pt x="7162644" y="258799"/>
                  </a:lnTo>
                  <a:lnTo>
                    <a:pt x="7162769" y="258799"/>
                  </a:lnTo>
                  <a:lnTo>
                    <a:pt x="7162894" y="258799"/>
                  </a:lnTo>
                  <a:lnTo>
                    <a:pt x="7163019" y="258799"/>
                  </a:lnTo>
                  <a:lnTo>
                    <a:pt x="7163144" y="258799"/>
                  </a:lnTo>
                  <a:lnTo>
                    <a:pt x="7163269" y="258799"/>
                  </a:lnTo>
                  <a:lnTo>
                    <a:pt x="7163394" y="258799"/>
                  </a:lnTo>
                  <a:lnTo>
                    <a:pt x="7163519" y="258799"/>
                  </a:lnTo>
                  <a:lnTo>
                    <a:pt x="7163644" y="258799"/>
                  </a:lnTo>
                  <a:lnTo>
                    <a:pt x="7163769" y="258799"/>
                  </a:lnTo>
                  <a:lnTo>
                    <a:pt x="7163894" y="258799"/>
                  </a:lnTo>
                  <a:lnTo>
                    <a:pt x="7164019" y="258799"/>
                  </a:lnTo>
                  <a:lnTo>
                    <a:pt x="7164144" y="258799"/>
                  </a:lnTo>
                  <a:lnTo>
                    <a:pt x="7164269" y="258799"/>
                  </a:lnTo>
                  <a:lnTo>
                    <a:pt x="7164395" y="258799"/>
                  </a:lnTo>
                  <a:lnTo>
                    <a:pt x="7164520" y="258799"/>
                  </a:lnTo>
                  <a:lnTo>
                    <a:pt x="7164645" y="258799"/>
                  </a:lnTo>
                  <a:lnTo>
                    <a:pt x="7164770" y="258799"/>
                  </a:lnTo>
                  <a:lnTo>
                    <a:pt x="7164895" y="258799"/>
                  </a:lnTo>
                  <a:lnTo>
                    <a:pt x="7165020" y="258799"/>
                  </a:lnTo>
                  <a:lnTo>
                    <a:pt x="7165145" y="258799"/>
                  </a:lnTo>
                  <a:lnTo>
                    <a:pt x="7165270" y="258799"/>
                  </a:lnTo>
                  <a:lnTo>
                    <a:pt x="7165395" y="258799"/>
                  </a:lnTo>
                  <a:lnTo>
                    <a:pt x="7165520" y="258799"/>
                  </a:lnTo>
                  <a:lnTo>
                    <a:pt x="7165645" y="258799"/>
                  </a:lnTo>
                  <a:lnTo>
                    <a:pt x="7165770" y="258799"/>
                  </a:lnTo>
                  <a:lnTo>
                    <a:pt x="7165895" y="258799"/>
                  </a:lnTo>
                  <a:lnTo>
                    <a:pt x="7166020" y="258799"/>
                  </a:lnTo>
                  <a:lnTo>
                    <a:pt x="7166145" y="258799"/>
                  </a:lnTo>
                  <a:lnTo>
                    <a:pt x="7166270" y="258799"/>
                  </a:lnTo>
                  <a:lnTo>
                    <a:pt x="7166395" y="258799"/>
                  </a:lnTo>
                  <a:lnTo>
                    <a:pt x="7166520" y="258799"/>
                  </a:lnTo>
                  <a:lnTo>
                    <a:pt x="7166645" y="258799"/>
                  </a:lnTo>
                  <a:lnTo>
                    <a:pt x="7166770" y="258799"/>
                  </a:lnTo>
                  <a:lnTo>
                    <a:pt x="7166895" y="258799"/>
                  </a:lnTo>
                  <a:lnTo>
                    <a:pt x="7167020" y="258799"/>
                  </a:lnTo>
                  <a:lnTo>
                    <a:pt x="7167145" y="258799"/>
                  </a:lnTo>
                  <a:lnTo>
                    <a:pt x="7167270" y="258799"/>
                  </a:lnTo>
                  <a:lnTo>
                    <a:pt x="7167396" y="258799"/>
                  </a:lnTo>
                  <a:lnTo>
                    <a:pt x="7167521" y="258799"/>
                  </a:lnTo>
                  <a:lnTo>
                    <a:pt x="7167646" y="258799"/>
                  </a:lnTo>
                  <a:lnTo>
                    <a:pt x="7167771" y="258799"/>
                  </a:lnTo>
                  <a:lnTo>
                    <a:pt x="7167896" y="258799"/>
                  </a:lnTo>
                  <a:lnTo>
                    <a:pt x="7168021" y="258799"/>
                  </a:lnTo>
                  <a:lnTo>
                    <a:pt x="7168146" y="258799"/>
                  </a:lnTo>
                  <a:lnTo>
                    <a:pt x="7168271" y="258799"/>
                  </a:lnTo>
                  <a:lnTo>
                    <a:pt x="7168396" y="258799"/>
                  </a:lnTo>
                  <a:lnTo>
                    <a:pt x="7168521" y="258799"/>
                  </a:lnTo>
                  <a:lnTo>
                    <a:pt x="7168646" y="258799"/>
                  </a:lnTo>
                  <a:lnTo>
                    <a:pt x="7168771" y="258799"/>
                  </a:lnTo>
                  <a:lnTo>
                    <a:pt x="7168896" y="258799"/>
                  </a:lnTo>
                  <a:lnTo>
                    <a:pt x="7169021" y="258799"/>
                  </a:lnTo>
                  <a:lnTo>
                    <a:pt x="7169146" y="258799"/>
                  </a:lnTo>
                  <a:lnTo>
                    <a:pt x="7169271" y="258799"/>
                  </a:lnTo>
                  <a:lnTo>
                    <a:pt x="7169396" y="258799"/>
                  </a:lnTo>
                  <a:lnTo>
                    <a:pt x="7169521" y="258799"/>
                  </a:lnTo>
                  <a:lnTo>
                    <a:pt x="7169646" y="258799"/>
                  </a:lnTo>
                  <a:lnTo>
                    <a:pt x="7169771" y="258799"/>
                  </a:lnTo>
                  <a:lnTo>
                    <a:pt x="7169896" y="258799"/>
                  </a:lnTo>
                  <a:lnTo>
                    <a:pt x="7170021" y="258799"/>
                  </a:lnTo>
                  <a:lnTo>
                    <a:pt x="7170146" y="258799"/>
                  </a:lnTo>
                  <a:lnTo>
                    <a:pt x="7170271" y="258799"/>
                  </a:lnTo>
                  <a:lnTo>
                    <a:pt x="7170397" y="258799"/>
                  </a:lnTo>
                  <a:lnTo>
                    <a:pt x="7170522" y="258799"/>
                  </a:lnTo>
                  <a:lnTo>
                    <a:pt x="7170647" y="258799"/>
                  </a:lnTo>
                  <a:lnTo>
                    <a:pt x="7170772" y="258799"/>
                  </a:lnTo>
                  <a:lnTo>
                    <a:pt x="7170897" y="258799"/>
                  </a:lnTo>
                  <a:lnTo>
                    <a:pt x="7171022" y="258799"/>
                  </a:lnTo>
                  <a:lnTo>
                    <a:pt x="7171147" y="258799"/>
                  </a:lnTo>
                  <a:lnTo>
                    <a:pt x="7171272" y="258799"/>
                  </a:lnTo>
                  <a:lnTo>
                    <a:pt x="7171397" y="258799"/>
                  </a:lnTo>
                  <a:lnTo>
                    <a:pt x="7171522" y="258799"/>
                  </a:lnTo>
                  <a:lnTo>
                    <a:pt x="7171647" y="258799"/>
                  </a:lnTo>
                  <a:lnTo>
                    <a:pt x="7171772" y="258799"/>
                  </a:lnTo>
                  <a:lnTo>
                    <a:pt x="7171897" y="258799"/>
                  </a:lnTo>
                  <a:lnTo>
                    <a:pt x="7172022" y="258799"/>
                  </a:lnTo>
                  <a:lnTo>
                    <a:pt x="7172147" y="258799"/>
                  </a:lnTo>
                  <a:lnTo>
                    <a:pt x="7172272" y="258799"/>
                  </a:lnTo>
                  <a:lnTo>
                    <a:pt x="7172397" y="258799"/>
                  </a:lnTo>
                  <a:lnTo>
                    <a:pt x="7172522" y="258799"/>
                  </a:lnTo>
                  <a:lnTo>
                    <a:pt x="7172647" y="258799"/>
                  </a:lnTo>
                  <a:lnTo>
                    <a:pt x="7172772" y="258799"/>
                  </a:lnTo>
                  <a:lnTo>
                    <a:pt x="7172897" y="258799"/>
                  </a:lnTo>
                  <a:lnTo>
                    <a:pt x="7173022" y="258799"/>
                  </a:lnTo>
                  <a:lnTo>
                    <a:pt x="7173147" y="258799"/>
                  </a:lnTo>
                  <a:lnTo>
                    <a:pt x="7173272" y="258799"/>
                  </a:lnTo>
                  <a:lnTo>
                    <a:pt x="7173398" y="258799"/>
                  </a:lnTo>
                  <a:lnTo>
                    <a:pt x="7173523" y="258799"/>
                  </a:lnTo>
                  <a:lnTo>
                    <a:pt x="7173648" y="258799"/>
                  </a:lnTo>
                  <a:lnTo>
                    <a:pt x="7173773" y="258799"/>
                  </a:lnTo>
                  <a:lnTo>
                    <a:pt x="7173898" y="258799"/>
                  </a:lnTo>
                  <a:lnTo>
                    <a:pt x="7174023" y="258799"/>
                  </a:lnTo>
                  <a:lnTo>
                    <a:pt x="7174148" y="258799"/>
                  </a:lnTo>
                  <a:lnTo>
                    <a:pt x="7174273" y="258799"/>
                  </a:lnTo>
                  <a:lnTo>
                    <a:pt x="7174398" y="258799"/>
                  </a:lnTo>
                  <a:lnTo>
                    <a:pt x="7174523" y="258799"/>
                  </a:lnTo>
                  <a:lnTo>
                    <a:pt x="7174648" y="258799"/>
                  </a:lnTo>
                  <a:lnTo>
                    <a:pt x="7174773" y="258799"/>
                  </a:lnTo>
                  <a:lnTo>
                    <a:pt x="7174898" y="258799"/>
                  </a:lnTo>
                  <a:lnTo>
                    <a:pt x="7175023" y="258799"/>
                  </a:lnTo>
                  <a:lnTo>
                    <a:pt x="7175148" y="258799"/>
                  </a:lnTo>
                  <a:lnTo>
                    <a:pt x="7175273" y="258799"/>
                  </a:lnTo>
                  <a:lnTo>
                    <a:pt x="7175398" y="258799"/>
                  </a:lnTo>
                  <a:lnTo>
                    <a:pt x="7175523" y="258799"/>
                  </a:lnTo>
                  <a:lnTo>
                    <a:pt x="7175648" y="258799"/>
                  </a:lnTo>
                  <a:lnTo>
                    <a:pt x="7175773" y="258799"/>
                  </a:lnTo>
                  <a:lnTo>
                    <a:pt x="7175898" y="258799"/>
                  </a:lnTo>
                  <a:lnTo>
                    <a:pt x="7176023" y="258799"/>
                  </a:lnTo>
                  <a:lnTo>
                    <a:pt x="7176148" y="258799"/>
                  </a:lnTo>
                  <a:lnTo>
                    <a:pt x="7176273" y="258799"/>
                  </a:lnTo>
                  <a:lnTo>
                    <a:pt x="7176399" y="258799"/>
                  </a:lnTo>
                  <a:lnTo>
                    <a:pt x="7176524" y="258799"/>
                  </a:lnTo>
                  <a:lnTo>
                    <a:pt x="7176649" y="258799"/>
                  </a:lnTo>
                  <a:lnTo>
                    <a:pt x="7176774" y="258799"/>
                  </a:lnTo>
                  <a:lnTo>
                    <a:pt x="7176899" y="258799"/>
                  </a:lnTo>
                  <a:lnTo>
                    <a:pt x="7177024" y="258799"/>
                  </a:lnTo>
                  <a:lnTo>
                    <a:pt x="7177149" y="258799"/>
                  </a:lnTo>
                  <a:lnTo>
                    <a:pt x="7177274" y="258799"/>
                  </a:lnTo>
                  <a:lnTo>
                    <a:pt x="7177399" y="258799"/>
                  </a:lnTo>
                  <a:lnTo>
                    <a:pt x="7177524" y="258799"/>
                  </a:lnTo>
                  <a:lnTo>
                    <a:pt x="7177649" y="258799"/>
                  </a:lnTo>
                  <a:lnTo>
                    <a:pt x="7177774" y="258799"/>
                  </a:lnTo>
                  <a:lnTo>
                    <a:pt x="7177899" y="258799"/>
                  </a:lnTo>
                  <a:lnTo>
                    <a:pt x="7178024" y="258799"/>
                  </a:lnTo>
                  <a:lnTo>
                    <a:pt x="7178149" y="258799"/>
                  </a:lnTo>
                  <a:lnTo>
                    <a:pt x="7178274" y="258799"/>
                  </a:lnTo>
                  <a:lnTo>
                    <a:pt x="7178399" y="258799"/>
                  </a:lnTo>
                  <a:lnTo>
                    <a:pt x="7178524" y="258799"/>
                  </a:lnTo>
                  <a:lnTo>
                    <a:pt x="7178649" y="258799"/>
                  </a:lnTo>
                  <a:lnTo>
                    <a:pt x="7178774" y="258799"/>
                  </a:lnTo>
                  <a:lnTo>
                    <a:pt x="7178899" y="258799"/>
                  </a:lnTo>
                  <a:lnTo>
                    <a:pt x="7179024" y="258799"/>
                  </a:lnTo>
                  <a:lnTo>
                    <a:pt x="7179149" y="258799"/>
                  </a:lnTo>
                  <a:lnTo>
                    <a:pt x="7179275" y="258799"/>
                  </a:lnTo>
                  <a:lnTo>
                    <a:pt x="7179400" y="258799"/>
                  </a:lnTo>
                  <a:lnTo>
                    <a:pt x="7179525" y="258799"/>
                  </a:lnTo>
                  <a:lnTo>
                    <a:pt x="7179650" y="258799"/>
                  </a:lnTo>
                  <a:lnTo>
                    <a:pt x="7179775" y="258799"/>
                  </a:lnTo>
                  <a:lnTo>
                    <a:pt x="7179900" y="258799"/>
                  </a:lnTo>
                  <a:lnTo>
                    <a:pt x="7180025" y="258799"/>
                  </a:lnTo>
                  <a:lnTo>
                    <a:pt x="7180150" y="258799"/>
                  </a:lnTo>
                  <a:lnTo>
                    <a:pt x="7180275" y="258799"/>
                  </a:lnTo>
                  <a:lnTo>
                    <a:pt x="7180400" y="258799"/>
                  </a:lnTo>
                  <a:lnTo>
                    <a:pt x="7180525" y="258799"/>
                  </a:lnTo>
                  <a:lnTo>
                    <a:pt x="7180650" y="258799"/>
                  </a:lnTo>
                  <a:lnTo>
                    <a:pt x="7180775" y="258799"/>
                  </a:lnTo>
                  <a:lnTo>
                    <a:pt x="7180900" y="258799"/>
                  </a:lnTo>
                  <a:lnTo>
                    <a:pt x="7181025" y="258799"/>
                  </a:lnTo>
                  <a:lnTo>
                    <a:pt x="7181150" y="258799"/>
                  </a:lnTo>
                  <a:lnTo>
                    <a:pt x="7181275" y="258799"/>
                  </a:lnTo>
                  <a:lnTo>
                    <a:pt x="7181400" y="258799"/>
                  </a:lnTo>
                  <a:lnTo>
                    <a:pt x="7181525" y="258799"/>
                  </a:lnTo>
                  <a:lnTo>
                    <a:pt x="7181650" y="258799"/>
                  </a:lnTo>
                  <a:lnTo>
                    <a:pt x="7181775" y="258799"/>
                  </a:lnTo>
                  <a:lnTo>
                    <a:pt x="7181900" y="258799"/>
                  </a:lnTo>
                  <a:lnTo>
                    <a:pt x="7182025" y="258799"/>
                  </a:lnTo>
                  <a:lnTo>
                    <a:pt x="7182150" y="258799"/>
                  </a:lnTo>
                  <a:lnTo>
                    <a:pt x="7182276" y="258799"/>
                  </a:lnTo>
                  <a:lnTo>
                    <a:pt x="7182401" y="258799"/>
                  </a:lnTo>
                  <a:lnTo>
                    <a:pt x="7182526" y="258799"/>
                  </a:lnTo>
                  <a:lnTo>
                    <a:pt x="7182651" y="258799"/>
                  </a:lnTo>
                  <a:lnTo>
                    <a:pt x="7182776" y="258799"/>
                  </a:lnTo>
                  <a:lnTo>
                    <a:pt x="7182901" y="258799"/>
                  </a:lnTo>
                  <a:lnTo>
                    <a:pt x="7183026" y="258799"/>
                  </a:lnTo>
                  <a:lnTo>
                    <a:pt x="7183151" y="258799"/>
                  </a:lnTo>
                  <a:lnTo>
                    <a:pt x="7183276" y="258799"/>
                  </a:lnTo>
                  <a:lnTo>
                    <a:pt x="7183401" y="258799"/>
                  </a:lnTo>
                  <a:lnTo>
                    <a:pt x="7183526" y="258799"/>
                  </a:lnTo>
                  <a:lnTo>
                    <a:pt x="7183651" y="258799"/>
                  </a:lnTo>
                  <a:lnTo>
                    <a:pt x="7183776" y="258799"/>
                  </a:lnTo>
                  <a:lnTo>
                    <a:pt x="7183901" y="258799"/>
                  </a:lnTo>
                  <a:lnTo>
                    <a:pt x="7184026" y="258799"/>
                  </a:lnTo>
                  <a:lnTo>
                    <a:pt x="7184151" y="258799"/>
                  </a:lnTo>
                  <a:lnTo>
                    <a:pt x="7184276" y="258799"/>
                  </a:lnTo>
                  <a:lnTo>
                    <a:pt x="7184401" y="258799"/>
                  </a:lnTo>
                  <a:lnTo>
                    <a:pt x="7184526" y="258799"/>
                  </a:lnTo>
                  <a:lnTo>
                    <a:pt x="7184651" y="258799"/>
                  </a:lnTo>
                  <a:lnTo>
                    <a:pt x="7184776" y="258799"/>
                  </a:lnTo>
                  <a:lnTo>
                    <a:pt x="7184901" y="258799"/>
                  </a:lnTo>
                  <a:lnTo>
                    <a:pt x="7185026" y="258799"/>
                  </a:lnTo>
                  <a:lnTo>
                    <a:pt x="7185151" y="258799"/>
                  </a:lnTo>
                  <a:lnTo>
                    <a:pt x="7185277" y="258799"/>
                  </a:lnTo>
                  <a:lnTo>
                    <a:pt x="7185402" y="258799"/>
                  </a:lnTo>
                  <a:lnTo>
                    <a:pt x="7185527" y="258799"/>
                  </a:lnTo>
                  <a:lnTo>
                    <a:pt x="7185652" y="258799"/>
                  </a:lnTo>
                  <a:lnTo>
                    <a:pt x="7185777" y="258799"/>
                  </a:lnTo>
                  <a:lnTo>
                    <a:pt x="7185902" y="258799"/>
                  </a:lnTo>
                  <a:lnTo>
                    <a:pt x="7186027" y="258799"/>
                  </a:lnTo>
                  <a:lnTo>
                    <a:pt x="7186152" y="258799"/>
                  </a:lnTo>
                  <a:lnTo>
                    <a:pt x="7186277" y="258799"/>
                  </a:lnTo>
                  <a:lnTo>
                    <a:pt x="7186402" y="258799"/>
                  </a:lnTo>
                  <a:lnTo>
                    <a:pt x="7186527" y="258799"/>
                  </a:lnTo>
                  <a:lnTo>
                    <a:pt x="7186652" y="258799"/>
                  </a:lnTo>
                  <a:lnTo>
                    <a:pt x="7186777" y="258799"/>
                  </a:lnTo>
                  <a:lnTo>
                    <a:pt x="7186902" y="258799"/>
                  </a:lnTo>
                  <a:lnTo>
                    <a:pt x="7187027" y="258799"/>
                  </a:lnTo>
                  <a:lnTo>
                    <a:pt x="7187152" y="258799"/>
                  </a:lnTo>
                  <a:lnTo>
                    <a:pt x="7187277" y="258799"/>
                  </a:lnTo>
                  <a:lnTo>
                    <a:pt x="7187402" y="258799"/>
                  </a:lnTo>
                  <a:lnTo>
                    <a:pt x="7187527" y="258799"/>
                  </a:lnTo>
                  <a:lnTo>
                    <a:pt x="7187652" y="258799"/>
                  </a:lnTo>
                  <a:lnTo>
                    <a:pt x="7187777" y="258799"/>
                  </a:lnTo>
                  <a:lnTo>
                    <a:pt x="7187902" y="258799"/>
                  </a:lnTo>
                  <a:lnTo>
                    <a:pt x="7188027" y="258799"/>
                  </a:lnTo>
                  <a:lnTo>
                    <a:pt x="7188152" y="258799"/>
                  </a:lnTo>
                  <a:lnTo>
                    <a:pt x="7188278" y="258799"/>
                  </a:lnTo>
                  <a:lnTo>
                    <a:pt x="7188403" y="258799"/>
                  </a:lnTo>
                  <a:lnTo>
                    <a:pt x="7188528" y="258799"/>
                  </a:lnTo>
                  <a:lnTo>
                    <a:pt x="7188653" y="258799"/>
                  </a:lnTo>
                  <a:lnTo>
                    <a:pt x="7188778" y="258799"/>
                  </a:lnTo>
                  <a:lnTo>
                    <a:pt x="7188903" y="258799"/>
                  </a:lnTo>
                  <a:lnTo>
                    <a:pt x="7189028" y="258799"/>
                  </a:lnTo>
                  <a:lnTo>
                    <a:pt x="7189153" y="258799"/>
                  </a:lnTo>
                  <a:lnTo>
                    <a:pt x="7189278" y="258799"/>
                  </a:lnTo>
                  <a:lnTo>
                    <a:pt x="7189403" y="258799"/>
                  </a:lnTo>
                  <a:lnTo>
                    <a:pt x="7189528" y="258799"/>
                  </a:lnTo>
                  <a:lnTo>
                    <a:pt x="7189653" y="258799"/>
                  </a:lnTo>
                  <a:lnTo>
                    <a:pt x="7189778" y="258799"/>
                  </a:lnTo>
                  <a:lnTo>
                    <a:pt x="7189903" y="258799"/>
                  </a:lnTo>
                  <a:lnTo>
                    <a:pt x="7190028" y="258799"/>
                  </a:lnTo>
                  <a:lnTo>
                    <a:pt x="7190153" y="258799"/>
                  </a:lnTo>
                  <a:lnTo>
                    <a:pt x="7190278" y="258799"/>
                  </a:lnTo>
                  <a:lnTo>
                    <a:pt x="7190403" y="258799"/>
                  </a:lnTo>
                  <a:lnTo>
                    <a:pt x="7190528" y="258799"/>
                  </a:lnTo>
                  <a:lnTo>
                    <a:pt x="7190653" y="258799"/>
                  </a:lnTo>
                  <a:lnTo>
                    <a:pt x="7190778" y="258799"/>
                  </a:lnTo>
                  <a:lnTo>
                    <a:pt x="7190903" y="258799"/>
                  </a:lnTo>
                  <a:lnTo>
                    <a:pt x="7191028" y="258799"/>
                  </a:lnTo>
                  <a:lnTo>
                    <a:pt x="7191153" y="258799"/>
                  </a:lnTo>
                  <a:lnTo>
                    <a:pt x="7191279" y="258799"/>
                  </a:lnTo>
                  <a:lnTo>
                    <a:pt x="7191404" y="258799"/>
                  </a:lnTo>
                  <a:lnTo>
                    <a:pt x="7191529" y="258799"/>
                  </a:lnTo>
                  <a:lnTo>
                    <a:pt x="7191654" y="258799"/>
                  </a:lnTo>
                  <a:lnTo>
                    <a:pt x="7191779" y="258799"/>
                  </a:lnTo>
                  <a:lnTo>
                    <a:pt x="7191904" y="258799"/>
                  </a:lnTo>
                  <a:lnTo>
                    <a:pt x="7192029" y="258799"/>
                  </a:lnTo>
                  <a:lnTo>
                    <a:pt x="7192154" y="258799"/>
                  </a:lnTo>
                  <a:lnTo>
                    <a:pt x="7192279" y="258799"/>
                  </a:lnTo>
                  <a:lnTo>
                    <a:pt x="7192404" y="258799"/>
                  </a:lnTo>
                  <a:lnTo>
                    <a:pt x="7192529" y="258799"/>
                  </a:lnTo>
                  <a:lnTo>
                    <a:pt x="7192654" y="258799"/>
                  </a:lnTo>
                  <a:lnTo>
                    <a:pt x="7192779" y="258799"/>
                  </a:lnTo>
                  <a:lnTo>
                    <a:pt x="7192904" y="258799"/>
                  </a:lnTo>
                  <a:lnTo>
                    <a:pt x="7193029" y="258799"/>
                  </a:lnTo>
                  <a:lnTo>
                    <a:pt x="7193154" y="258799"/>
                  </a:lnTo>
                  <a:lnTo>
                    <a:pt x="7193279" y="258799"/>
                  </a:lnTo>
                  <a:lnTo>
                    <a:pt x="7193404" y="258799"/>
                  </a:lnTo>
                  <a:lnTo>
                    <a:pt x="7193529" y="258799"/>
                  </a:lnTo>
                  <a:lnTo>
                    <a:pt x="7193654" y="258799"/>
                  </a:lnTo>
                  <a:lnTo>
                    <a:pt x="7193779" y="258799"/>
                  </a:lnTo>
                  <a:lnTo>
                    <a:pt x="7193904" y="258799"/>
                  </a:lnTo>
                  <a:lnTo>
                    <a:pt x="7194029" y="258799"/>
                  </a:lnTo>
                  <a:lnTo>
                    <a:pt x="7194154" y="258799"/>
                  </a:lnTo>
                  <a:lnTo>
                    <a:pt x="7194280" y="258799"/>
                  </a:lnTo>
                  <a:lnTo>
                    <a:pt x="7194405" y="258799"/>
                  </a:lnTo>
                  <a:lnTo>
                    <a:pt x="7194530" y="258799"/>
                  </a:lnTo>
                  <a:lnTo>
                    <a:pt x="7194655" y="258799"/>
                  </a:lnTo>
                  <a:lnTo>
                    <a:pt x="7194780" y="258799"/>
                  </a:lnTo>
                  <a:lnTo>
                    <a:pt x="7194905" y="258799"/>
                  </a:lnTo>
                  <a:lnTo>
                    <a:pt x="7195030" y="258799"/>
                  </a:lnTo>
                  <a:lnTo>
                    <a:pt x="7195155" y="258799"/>
                  </a:lnTo>
                  <a:lnTo>
                    <a:pt x="7195280" y="258799"/>
                  </a:lnTo>
                  <a:lnTo>
                    <a:pt x="7195405" y="258799"/>
                  </a:lnTo>
                  <a:lnTo>
                    <a:pt x="7195530" y="258799"/>
                  </a:lnTo>
                  <a:lnTo>
                    <a:pt x="7195655" y="258799"/>
                  </a:lnTo>
                  <a:lnTo>
                    <a:pt x="7195780" y="258799"/>
                  </a:lnTo>
                  <a:lnTo>
                    <a:pt x="7195905" y="258799"/>
                  </a:lnTo>
                  <a:lnTo>
                    <a:pt x="7196030" y="258799"/>
                  </a:lnTo>
                  <a:lnTo>
                    <a:pt x="7196155" y="258799"/>
                  </a:lnTo>
                  <a:lnTo>
                    <a:pt x="7196280" y="258799"/>
                  </a:lnTo>
                  <a:lnTo>
                    <a:pt x="7196405" y="258799"/>
                  </a:lnTo>
                  <a:lnTo>
                    <a:pt x="7196530" y="258799"/>
                  </a:lnTo>
                  <a:lnTo>
                    <a:pt x="7196655" y="258799"/>
                  </a:lnTo>
                  <a:lnTo>
                    <a:pt x="7196780" y="258799"/>
                  </a:lnTo>
                  <a:lnTo>
                    <a:pt x="7196905" y="258799"/>
                  </a:lnTo>
                  <a:lnTo>
                    <a:pt x="7197030" y="258799"/>
                  </a:lnTo>
                  <a:lnTo>
                    <a:pt x="7197155" y="258799"/>
                  </a:lnTo>
                  <a:lnTo>
                    <a:pt x="7197281" y="258799"/>
                  </a:lnTo>
                  <a:lnTo>
                    <a:pt x="7197406" y="258799"/>
                  </a:lnTo>
                  <a:lnTo>
                    <a:pt x="7197531" y="258799"/>
                  </a:lnTo>
                  <a:lnTo>
                    <a:pt x="7197656" y="258799"/>
                  </a:lnTo>
                  <a:lnTo>
                    <a:pt x="7197781" y="258799"/>
                  </a:lnTo>
                  <a:lnTo>
                    <a:pt x="7197906" y="258799"/>
                  </a:lnTo>
                  <a:lnTo>
                    <a:pt x="7198031" y="258799"/>
                  </a:lnTo>
                  <a:lnTo>
                    <a:pt x="7198156" y="258799"/>
                  </a:lnTo>
                  <a:lnTo>
                    <a:pt x="7198281" y="258799"/>
                  </a:lnTo>
                  <a:lnTo>
                    <a:pt x="7198406" y="258799"/>
                  </a:lnTo>
                  <a:lnTo>
                    <a:pt x="7198531" y="258799"/>
                  </a:lnTo>
                  <a:lnTo>
                    <a:pt x="7198656" y="258799"/>
                  </a:lnTo>
                  <a:lnTo>
                    <a:pt x="7198781" y="258799"/>
                  </a:lnTo>
                  <a:lnTo>
                    <a:pt x="7198906" y="258799"/>
                  </a:lnTo>
                  <a:lnTo>
                    <a:pt x="7199031" y="258799"/>
                  </a:lnTo>
                  <a:lnTo>
                    <a:pt x="7199156" y="258799"/>
                  </a:lnTo>
                  <a:lnTo>
                    <a:pt x="7199281" y="258799"/>
                  </a:lnTo>
                  <a:lnTo>
                    <a:pt x="7199406" y="258799"/>
                  </a:lnTo>
                  <a:lnTo>
                    <a:pt x="7199531" y="258799"/>
                  </a:lnTo>
                  <a:lnTo>
                    <a:pt x="7199656" y="258799"/>
                  </a:lnTo>
                  <a:lnTo>
                    <a:pt x="7199781" y="258799"/>
                  </a:lnTo>
                  <a:lnTo>
                    <a:pt x="7199906" y="258799"/>
                  </a:lnTo>
                  <a:lnTo>
                    <a:pt x="7200031" y="258799"/>
                  </a:lnTo>
                  <a:lnTo>
                    <a:pt x="7200156" y="258799"/>
                  </a:lnTo>
                  <a:lnTo>
                    <a:pt x="7200282" y="258799"/>
                  </a:lnTo>
                  <a:lnTo>
                    <a:pt x="7200407" y="258799"/>
                  </a:lnTo>
                  <a:lnTo>
                    <a:pt x="7200532" y="258799"/>
                  </a:lnTo>
                  <a:lnTo>
                    <a:pt x="7200657" y="258799"/>
                  </a:lnTo>
                  <a:lnTo>
                    <a:pt x="7200782" y="258799"/>
                  </a:lnTo>
                  <a:lnTo>
                    <a:pt x="7200907" y="258799"/>
                  </a:lnTo>
                  <a:lnTo>
                    <a:pt x="7201032" y="258799"/>
                  </a:lnTo>
                  <a:lnTo>
                    <a:pt x="7201157" y="258799"/>
                  </a:lnTo>
                  <a:lnTo>
                    <a:pt x="7201282" y="258799"/>
                  </a:lnTo>
                  <a:lnTo>
                    <a:pt x="7201407" y="258799"/>
                  </a:lnTo>
                  <a:lnTo>
                    <a:pt x="7201532" y="258799"/>
                  </a:lnTo>
                  <a:lnTo>
                    <a:pt x="7201657" y="258799"/>
                  </a:lnTo>
                  <a:lnTo>
                    <a:pt x="7201782" y="258799"/>
                  </a:lnTo>
                  <a:lnTo>
                    <a:pt x="7201907" y="258799"/>
                  </a:lnTo>
                  <a:lnTo>
                    <a:pt x="7202032" y="258799"/>
                  </a:lnTo>
                  <a:lnTo>
                    <a:pt x="7202157" y="258799"/>
                  </a:lnTo>
                  <a:lnTo>
                    <a:pt x="7202282" y="258799"/>
                  </a:lnTo>
                  <a:lnTo>
                    <a:pt x="7202407" y="258799"/>
                  </a:lnTo>
                  <a:lnTo>
                    <a:pt x="7202532" y="258799"/>
                  </a:lnTo>
                  <a:lnTo>
                    <a:pt x="7202657" y="258799"/>
                  </a:lnTo>
                  <a:lnTo>
                    <a:pt x="7202782" y="258799"/>
                  </a:lnTo>
                  <a:lnTo>
                    <a:pt x="7202907" y="258799"/>
                  </a:lnTo>
                  <a:lnTo>
                    <a:pt x="7203032" y="258799"/>
                  </a:lnTo>
                  <a:lnTo>
                    <a:pt x="7203157" y="258799"/>
                  </a:lnTo>
                  <a:lnTo>
                    <a:pt x="7203283" y="258799"/>
                  </a:lnTo>
                  <a:lnTo>
                    <a:pt x="7203408" y="258799"/>
                  </a:lnTo>
                  <a:lnTo>
                    <a:pt x="7203533" y="258799"/>
                  </a:lnTo>
                  <a:lnTo>
                    <a:pt x="7203658" y="258799"/>
                  </a:lnTo>
                  <a:lnTo>
                    <a:pt x="7203783" y="258799"/>
                  </a:lnTo>
                  <a:lnTo>
                    <a:pt x="7203908" y="258799"/>
                  </a:lnTo>
                  <a:lnTo>
                    <a:pt x="7204033" y="258799"/>
                  </a:lnTo>
                  <a:lnTo>
                    <a:pt x="7204158" y="258799"/>
                  </a:lnTo>
                  <a:lnTo>
                    <a:pt x="7204283" y="258799"/>
                  </a:lnTo>
                  <a:lnTo>
                    <a:pt x="7204408" y="258799"/>
                  </a:lnTo>
                  <a:lnTo>
                    <a:pt x="7204533" y="258799"/>
                  </a:lnTo>
                  <a:lnTo>
                    <a:pt x="7204658" y="258799"/>
                  </a:lnTo>
                  <a:lnTo>
                    <a:pt x="7204783" y="258799"/>
                  </a:lnTo>
                  <a:lnTo>
                    <a:pt x="7204908" y="258799"/>
                  </a:lnTo>
                  <a:lnTo>
                    <a:pt x="7205033" y="258799"/>
                  </a:lnTo>
                  <a:lnTo>
                    <a:pt x="7205158" y="258799"/>
                  </a:lnTo>
                  <a:lnTo>
                    <a:pt x="7205283" y="258799"/>
                  </a:lnTo>
                  <a:lnTo>
                    <a:pt x="7205408" y="258799"/>
                  </a:lnTo>
                  <a:lnTo>
                    <a:pt x="7205533" y="258799"/>
                  </a:lnTo>
                  <a:lnTo>
                    <a:pt x="7205658" y="258799"/>
                  </a:lnTo>
                  <a:lnTo>
                    <a:pt x="7205783" y="258799"/>
                  </a:lnTo>
                  <a:lnTo>
                    <a:pt x="7205908" y="258799"/>
                  </a:lnTo>
                  <a:lnTo>
                    <a:pt x="7206033" y="258799"/>
                  </a:lnTo>
                  <a:lnTo>
                    <a:pt x="7206158" y="258799"/>
                  </a:lnTo>
                  <a:lnTo>
                    <a:pt x="7206284" y="258799"/>
                  </a:lnTo>
                  <a:lnTo>
                    <a:pt x="7206409" y="258799"/>
                  </a:lnTo>
                  <a:lnTo>
                    <a:pt x="7206534" y="258799"/>
                  </a:lnTo>
                  <a:lnTo>
                    <a:pt x="7206659" y="258799"/>
                  </a:lnTo>
                  <a:lnTo>
                    <a:pt x="7206784" y="258799"/>
                  </a:lnTo>
                  <a:lnTo>
                    <a:pt x="7206909" y="258799"/>
                  </a:lnTo>
                  <a:lnTo>
                    <a:pt x="7207034" y="258799"/>
                  </a:lnTo>
                  <a:lnTo>
                    <a:pt x="7207159" y="258799"/>
                  </a:lnTo>
                  <a:lnTo>
                    <a:pt x="7207284" y="258799"/>
                  </a:lnTo>
                  <a:lnTo>
                    <a:pt x="7207409" y="258799"/>
                  </a:lnTo>
                  <a:lnTo>
                    <a:pt x="7207534" y="258799"/>
                  </a:lnTo>
                  <a:lnTo>
                    <a:pt x="7207659" y="258799"/>
                  </a:lnTo>
                  <a:lnTo>
                    <a:pt x="7207784" y="258799"/>
                  </a:lnTo>
                  <a:lnTo>
                    <a:pt x="7207909" y="258799"/>
                  </a:lnTo>
                  <a:lnTo>
                    <a:pt x="7208034" y="258799"/>
                  </a:lnTo>
                  <a:lnTo>
                    <a:pt x="7208159" y="258799"/>
                  </a:lnTo>
                  <a:lnTo>
                    <a:pt x="7208284" y="258799"/>
                  </a:lnTo>
                  <a:lnTo>
                    <a:pt x="7208409" y="258799"/>
                  </a:lnTo>
                  <a:lnTo>
                    <a:pt x="7208534" y="258799"/>
                  </a:lnTo>
                  <a:lnTo>
                    <a:pt x="7208659" y="258799"/>
                  </a:lnTo>
                  <a:lnTo>
                    <a:pt x="7208784" y="258799"/>
                  </a:lnTo>
                  <a:lnTo>
                    <a:pt x="7208909" y="258799"/>
                  </a:lnTo>
                  <a:lnTo>
                    <a:pt x="7209034" y="258799"/>
                  </a:lnTo>
                  <a:lnTo>
                    <a:pt x="7209159" y="258799"/>
                  </a:lnTo>
                  <a:lnTo>
                    <a:pt x="7209285" y="258799"/>
                  </a:lnTo>
                  <a:lnTo>
                    <a:pt x="7209410" y="258799"/>
                  </a:lnTo>
                  <a:lnTo>
                    <a:pt x="7209535" y="258799"/>
                  </a:lnTo>
                  <a:lnTo>
                    <a:pt x="7209660" y="258799"/>
                  </a:lnTo>
                  <a:lnTo>
                    <a:pt x="7209785" y="258799"/>
                  </a:lnTo>
                  <a:lnTo>
                    <a:pt x="7209910" y="258799"/>
                  </a:lnTo>
                  <a:lnTo>
                    <a:pt x="7210035" y="258799"/>
                  </a:lnTo>
                  <a:lnTo>
                    <a:pt x="7210160" y="258799"/>
                  </a:lnTo>
                  <a:lnTo>
                    <a:pt x="7210285" y="258799"/>
                  </a:lnTo>
                  <a:lnTo>
                    <a:pt x="7210410" y="258799"/>
                  </a:lnTo>
                  <a:lnTo>
                    <a:pt x="7210535" y="258799"/>
                  </a:lnTo>
                  <a:lnTo>
                    <a:pt x="7210660" y="258799"/>
                  </a:lnTo>
                  <a:lnTo>
                    <a:pt x="7210785" y="258799"/>
                  </a:lnTo>
                  <a:lnTo>
                    <a:pt x="7210910" y="258799"/>
                  </a:lnTo>
                  <a:lnTo>
                    <a:pt x="7211035" y="258799"/>
                  </a:lnTo>
                  <a:lnTo>
                    <a:pt x="7211160" y="258799"/>
                  </a:lnTo>
                  <a:lnTo>
                    <a:pt x="7211285" y="258799"/>
                  </a:lnTo>
                  <a:lnTo>
                    <a:pt x="7211410" y="258799"/>
                  </a:lnTo>
                  <a:lnTo>
                    <a:pt x="7211535" y="258799"/>
                  </a:lnTo>
                  <a:lnTo>
                    <a:pt x="7211660" y="258799"/>
                  </a:lnTo>
                  <a:lnTo>
                    <a:pt x="7211785" y="258799"/>
                  </a:lnTo>
                  <a:lnTo>
                    <a:pt x="7211910" y="258799"/>
                  </a:lnTo>
                  <a:lnTo>
                    <a:pt x="7212035" y="258799"/>
                  </a:lnTo>
                  <a:lnTo>
                    <a:pt x="7212160" y="258799"/>
                  </a:lnTo>
                  <a:lnTo>
                    <a:pt x="7212286" y="258799"/>
                  </a:lnTo>
                  <a:lnTo>
                    <a:pt x="7212411" y="258799"/>
                  </a:lnTo>
                  <a:lnTo>
                    <a:pt x="7212536" y="258799"/>
                  </a:lnTo>
                  <a:lnTo>
                    <a:pt x="7212661" y="258799"/>
                  </a:lnTo>
                  <a:lnTo>
                    <a:pt x="7212786" y="258799"/>
                  </a:lnTo>
                  <a:lnTo>
                    <a:pt x="7212911" y="258799"/>
                  </a:lnTo>
                  <a:lnTo>
                    <a:pt x="7213036" y="258799"/>
                  </a:lnTo>
                  <a:lnTo>
                    <a:pt x="7213161" y="258799"/>
                  </a:lnTo>
                  <a:lnTo>
                    <a:pt x="7213286" y="258799"/>
                  </a:lnTo>
                  <a:lnTo>
                    <a:pt x="7213411" y="258799"/>
                  </a:lnTo>
                  <a:lnTo>
                    <a:pt x="7213536" y="258799"/>
                  </a:lnTo>
                  <a:lnTo>
                    <a:pt x="7213661" y="258799"/>
                  </a:lnTo>
                  <a:lnTo>
                    <a:pt x="7213786" y="258799"/>
                  </a:lnTo>
                  <a:lnTo>
                    <a:pt x="7213911" y="258799"/>
                  </a:lnTo>
                  <a:lnTo>
                    <a:pt x="7214036" y="258799"/>
                  </a:lnTo>
                  <a:lnTo>
                    <a:pt x="7214036" y="248845"/>
                  </a:lnTo>
                  <a:lnTo>
                    <a:pt x="7214161" y="248845"/>
                  </a:lnTo>
                  <a:lnTo>
                    <a:pt x="7214286" y="248845"/>
                  </a:lnTo>
                  <a:lnTo>
                    <a:pt x="7214411" y="248845"/>
                  </a:lnTo>
                  <a:lnTo>
                    <a:pt x="7214536" y="248845"/>
                  </a:lnTo>
                  <a:lnTo>
                    <a:pt x="7214661" y="248845"/>
                  </a:lnTo>
                  <a:lnTo>
                    <a:pt x="7214786" y="248845"/>
                  </a:lnTo>
                  <a:lnTo>
                    <a:pt x="7214911" y="248845"/>
                  </a:lnTo>
                  <a:lnTo>
                    <a:pt x="7215036" y="248845"/>
                  </a:lnTo>
                  <a:lnTo>
                    <a:pt x="7215161" y="248845"/>
                  </a:lnTo>
                  <a:lnTo>
                    <a:pt x="7215287" y="248845"/>
                  </a:lnTo>
                  <a:lnTo>
                    <a:pt x="7215412" y="248845"/>
                  </a:lnTo>
                  <a:lnTo>
                    <a:pt x="7215537" y="248845"/>
                  </a:lnTo>
                  <a:lnTo>
                    <a:pt x="7215662" y="248845"/>
                  </a:lnTo>
                  <a:lnTo>
                    <a:pt x="7215787" y="248845"/>
                  </a:lnTo>
                  <a:lnTo>
                    <a:pt x="7215912" y="248845"/>
                  </a:lnTo>
                  <a:lnTo>
                    <a:pt x="7216037" y="248845"/>
                  </a:lnTo>
                  <a:lnTo>
                    <a:pt x="7216162" y="248845"/>
                  </a:lnTo>
                  <a:lnTo>
                    <a:pt x="7216287" y="248845"/>
                  </a:lnTo>
                  <a:lnTo>
                    <a:pt x="7216412" y="248845"/>
                  </a:lnTo>
                  <a:lnTo>
                    <a:pt x="7216537" y="248845"/>
                  </a:lnTo>
                  <a:lnTo>
                    <a:pt x="7216662" y="248845"/>
                  </a:lnTo>
                  <a:lnTo>
                    <a:pt x="7216787" y="248845"/>
                  </a:lnTo>
                  <a:lnTo>
                    <a:pt x="7216912" y="248845"/>
                  </a:lnTo>
                  <a:lnTo>
                    <a:pt x="7217037" y="248845"/>
                  </a:lnTo>
                  <a:lnTo>
                    <a:pt x="7217162" y="248845"/>
                  </a:lnTo>
                  <a:lnTo>
                    <a:pt x="7217287" y="248845"/>
                  </a:lnTo>
                  <a:lnTo>
                    <a:pt x="7217412" y="248845"/>
                  </a:lnTo>
                  <a:lnTo>
                    <a:pt x="7217537" y="248845"/>
                  </a:lnTo>
                  <a:lnTo>
                    <a:pt x="7217662" y="248845"/>
                  </a:lnTo>
                  <a:lnTo>
                    <a:pt x="7217787" y="248845"/>
                  </a:lnTo>
                  <a:lnTo>
                    <a:pt x="7217912" y="248845"/>
                  </a:lnTo>
                  <a:lnTo>
                    <a:pt x="7218037" y="248845"/>
                  </a:lnTo>
                  <a:lnTo>
                    <a:pt x="7218163" y="248845"/>
                  </a:lnTo>
                  <a:lnTo>
                    <a:pt x="7218163" y="238891"/>
                  </a:lnTo>
                  <a:lnTo>
                    <a:pt x="7218288" y="238891"/>
                  </a:lnTo>
                  <a:lnTo>
                    <a:pt x="7218413" y="238891"/>
                  </a:lnTo>
                  <a:lnTo>
                    <a:pt x="7218538" y="238891"/>
                  </a:lnTo>
                  <a:lnTo>
                    <a:pt x="7218663" y="238891"/>
                  </a:lnTo>
                  <a:lnTo>
                    <a:pt x="7218788" y="238891"/>
                  </a:lnTo>
                  <a:lnTo>
                    <a:pt x="7218913" y="238891"/>
                  </a:lnTo>
                  <a:lnTo>
                    <a:pt x="7219038" y="238891"/>
                  </a:lnTo>
                  <a:lnTo>
                    <a:pt x="7219163" y="238891"/>
                  </a:lnTo>
                  <a:lnTo>
                    <a:pt x="7219288" y="238891"/>
                  </a:lnTo>
                  <a:lnTo>
                    <a:pt x="7219413" y="238891"/>
                  </a:lnTo>
                  <a:lnTo>
                    <a:pt x="7219538" y="238891"/>
                  </a:lnTo>
                  <a:lnTo>
                    <a:pt x="7219663" y="238891"/>
                  </a:lnTo>
                  <a:lnTo>
                    <a:pt x="7219788" y="238891"/>
                  </a:lnTo>
                  <a:lnTo>
                    <a:pt x="7219913" y="238891"/>
                  </a:lnTo>
                  <a:lnTo>
                    <a:pt x="7220038" y="238891"/>
                  </a:lnTo>
                  <a:lnTo>
                    <a:pt x="7220163" y="238891"/>
                  </a:lnTo>
                  <a:lnTo>
                    <a:pt x="7220288" y="238891"/>
                  </a:lnTo>
                  <a:lnTo>
                    <a:pt x="7220413" y="238891"/>
                  </a:lnTo>
                  <a:lnTo>
                    <a:pt x="7220538" y="238891"/>
                  </a:lnTo>
                  <a:lnTo>
                    <a:pt x="7220663" y="238891"/>
                  </a:lnTo>
                  <a:lnTo>
                    <a:pt x="7220788" y="238891"/>
                  </a:lnTo>
                  <a:lnTo>
                    <a:pt x="7220913" y="238891"/>
                  </a:lnTo>
                  <a:lnTo>
                    <a:pt x="7221038" y="238891"/>
                  </a:lnTo>
                  <a:lnTo>
                    <a:pt x="7221164" y="238891"/>
                  </a:lnTo>
                  <a:lnTo>
                    <a:pt x="7221289" y="238891"/>
                  </a:lnTo>
                  <a:lnTo>
                    <a:pt x="7221414" y="238891"/>
                  </a:lnTo>
                  <a:lnTo>
                    <a:pt x="7221539" y="238891"/>
                  </a:lnTo>
                  <a:lnTo>
                    <a:pt x="7221664" y="238891"/>
                  </a:lnTo>
                  <a:lnTo>
                    <a:pt x="7221789" y="238891"/>
                  </a:lnTo>
                  <a:lnTo>
                    <a:pt x="7221914" y="238891"/>
                  </a:lnTo>
                  <a:lnTo>
                    <a:pt x="7222039" y="238891"/>
                  </a:lnTo>
                  <a:lnTo>
                    <a:pt x="7222164" y="238891"/>
                  </a:lnTo>
                  <a:lnTo>
                    <a:pt x="7222289" y="238891"/>
                  </a:lnTo>
                  <a:lnTo>
                    <a:pt x="7222414" y="238891"/>
                  </a:lnTo>
                  <a:lnTo>
                    <a:pt x="7222539" y="238891"/>
                  </a:lnTo>
                  <a:lnTo>
                    <a:pt x="7222664" y="238891"/>
                  </a:lnTo>
                  <a:lnTo>
                    <a:pt x="7222789" y="238891"/>
                  </a:lnTo>
                  <a:lnTo>
                    <a:pt x="7222914" y="238891"/>
                  </a:lnTo>
                  <a:lnTo>
                    <a:pt x="7223039" y="238891"/>
                  </a:lnTo>
                  <a:lnTo>
                    <a:pt x="7223164" y="238891"/>
                  </a:lnTo>
                  <a:lnTo>
                    <a:pt x="7223289" y="238891"/>
                  </a:lnTo>
                  <a:lnTo>
                    <a:pt x="7223414" y="238891"/>
                  </a:lnTo>
                  <a:lnTo>
                    <a:pt x="7223539" y="238891"/>
                  </a:lnTo>
                  <a:lnTo>
                    <a:pt x="7223664" y="238891"/>
                  </a:lnTo>
                  <a:lnTo>
                    <a:pt x="7223789" y="238891"/>
                  </a:lnTo>
                  <a:lnTo>
                    <a:pt x="7223914" y="238891"/>
                  </a:lnTo>
                  <a:lnTo>
                    <a:pt x="7224039" y="238891"/>
                  </a:lnTo>
                  <a:lnTo>
                    <a:pt x="7224165" y="238891"/>
                  </a:lnTo>
                  <a:lnTo>
                    <a:pt x="7224290" y="238891"/>
                  </a:lnTo>
                  <a:lnTo>
                    <a:pt x="7224415" y="238891"/>
                  </a:lnTo>
                  <a:lnTo>
                    <a:pt x="7224540" y="238891"/>
                  </a:lnTo>
                  <a:lnTo>
                    <a:pt x="7224665" y="238891"/>
                  </a:lnTo>
                  <a:lnTo>
                    <a:pt x="7224790" y="238891"/>
                  </a:lnTo>
                  <a:lnTo>
                    <a:pt x="7224915" y="238891"/>
                  </a:lnTo>
                  <a:lnTo>
                    <a:pt x="7225040" y="238891"/>
                  </a:lnTo>
                  <a:lnTo>
                    <a:pt x="7225165" y="238891"/>
                  </a:lnTo>
                  <a:lnTo>
                    <a:pt x="7225290" y="238891"/>
                  </a:lnTo>
                  <a:lnTo>
                    <a:pt x="7225415" y="238891"/>
                  </a:lnTo>
                  <a:lnTo>
                    <a:pt x="7225540" y="238891"/>
                  </a:lnTo>
                  <a:lnTo>
                    <a:pt x="7225665" y="238891"/>
                  </a:lnTo>
                  <a:lnTo>
                    <a:pt x="7225790" y="238891"/>
                  </a:lnTo>
                  <a:lnTo>
                    <a:pt x="7225915" y="238891"/>
                  </a:lnTo>
                  <a:lnTo>
                    <a:pt x="7226040" y="238891"/>
                  </a:lnTo>
                  <a:lnTo>
                    <a:pt x="7226165" y="238891"/>
                  </a:lnTo>
                  <a:lnTo>
                    <a:pt x="7226290" y="238891"/>
                  </a:lnTo>
                  <a:lnTo>
                    <a:pt x="7226415" y="238891"/>
                  </a:lnTo>
                  <a:lnTo>
                    <a:pt x="7226540" y="238891"/>
                  </a:lnTo>
                  <a:lnTo>
                    <a:pt x="7226665" y="238891"/>
                  </a:lnTo>
                  <a:lnTo>
                    <a:pt x="7226790" y="238891"/>
                  </a:lnTo>
                  <a:lnTo>
                    <a:pt x="7226915" y="238891"/>
                  </a:lnTo>
                  <a:lnTo>
                    <a:pt x="7227040" y="238891"/>
                  </a:lnTo>
                  <a:lnTo>
                    <a:pt x="7227166" y="238891"/>
                  </a:lnTo>
                  <a:lnTo>
                    <a:pt x="7227291" y="238891"/>
                  </a:lnTo>
                  <a:lnTo>
                    <a:pt x="7227416" y="238891"/>
                  </a:lnTo>
                  <a:lnTo>
                    <a:pt x="7227541" y="238891"/>
                  </a:lnTo>
                  <a:lnTo>
                    <a:pt x="7227666" y="238891"/>
                  </a:lnTo>
                  <a:lnTo>
                    <a:pt x="7227791" y="238891"/>
                  </a:lnTo>
                  <a:lnTo>
                    <a:pt x="7227916" y="238891"/>
                  </a:lnTo>
                  <a:lnTo>
                    <a:pt x="7228041" y="238891"/>
                  </a:lnTo>
                  <a:lnTo>
                    <a:pt x="7228166" y="238891"/>
                  </a:lnTo>
                  <a:lnTo>
                    <a:pt x="7228291" y="238891"/>
                  </a:lnTo>
                  <a:lnTo>
                    <a:pt x="7228416" y="238891"/>
                  </a:lnTo>
                  <a:lnTo>
                    <a:pt x="7228541" y="238891"/>
                  </a:lnTo>
                  <a:lnTo>
                    <a:pt x="7228666" y="238891"/>
                  </a:lnTo>
                  <a:lnTo>
                    <a:pt x="7228791" y="238891"/>
                  </a:lnTo>
                  <a:lnTo>
                    <a:pt x="7228916" y="238891"/>
                  </a:lnTo>
                  <a:lnTo>
                    <a:pt x="7229041" y="238891"/>
                  </a:lnTo>
                  <a:lnTo>
                    <a:pt x="7229166" y="238891"/>
                  </a:lnTo>
                  <a:lnTo>
                    <a:pt x="7229291" y="238891"/>
                  </a:lnTo>
                  <a:lnTo>
                    <a:pt x="7229416" y="238891"/>
                  </a:lnTo>
                  <a:lnTo>
                    <a:pt x="7229541" y="238891"/>
                  </a:lnTo>
                  <a:lnTo>
                    <a:pt x="7229666" y="238891"/>
                  </a:lnTo>
                  <a:lnTo>
                    <a:pt x="7229791" y="238891"/>
                  </a:lnTo>
                  <a:lnTo>
                    <a:pt x="7229916" y="238891"/>
                  </a:lnTo>
                  <a:lnTo>
                    <a:pt x="7230041" y="238891"/>
                  </a:lnTo>
                  <a:lnTo>
                    <a:pt x="7230167" y="238891"/>
                  </a:lnTo>
                  <a:lnTo>
                    <a:pt x="7230292" y="238891"/>
                  </a:lnTo>
                  <a:lnTo>
                    <a:pt x="7230417" y="238891"/>
                  </a:lnTo>
                  <a:lnTo>
                    <a:pt x="7230542" y="238891"/>
                  </a:lnTo>
                  <a:lnTo>
                    <a:pt x="7230667" y="238891"/>
                  </a:lnTo>
                  <a:lnTo>
                    <a:pt x="7230792" y="238891"/>
                  </a:lnTo>
                  <a:lnTo>
                    <a:pt x="7230917" y="238891"/>
                  </a:lnTo>
                  <a:lnTo>
                    <a:pt x="7231042" y="238891"/>
                  </a:lnTo>
                  <a:lnTo>
                    <a:pt x="7231167" y="238891"/>
                  </a:lnTo>
                  <a:lnTo>
                    <a:pt x="7231292" y="238891"/>
                  </a:lnTo>
                  <a:lnTo>
                    <a:pt x="7231417" y="238891"/>
                  </a:lnTo>
                  <a:lnTo>
                    <a:pt x="7231542" y="238891"/>
                  </a:lnTo>
                  <a:lnTo>
                    <a:pt x="7231667" y="238891"/>
                  </a:lnTo>
                  <a:lnTo>
                    <a:pt x="7231792" y="238891"/>
                  </a:lnTo>
                  <a:lnTo>
                    <a:pt x="7231917" y="238891"/>
                  </a:lnTo>
                  <a:lnTo>
                    <a:pt x="7232042" y="238891"/>
                  </a:lnTo>
                  <a:lnTo>
                    <a:pt x="7232167" y="238891"/>
                  </a:lnTo>
                  <a:lnTo>
                    <a:pt x="7232292" y="238891"/>
                  </a:lnTo>
                  <a:lnTo>
                    <a:pt x="7232417" y="238891"/>
                  </a:lnTo>
                  <a:lnTo>
                    <a:pt x="7232542" y="238891"/>
                  </a:lnTo>
                  <a:lnTo>
                    <a:pt x="7232667" y="238891"/>
                  </a:lnTo>
                  <a:lnTo>
                    <a:pt x="7232792" y="238891"/>
                  </a:lnTo>
                  <a:lnTo>
                    <a:pt x="7232917" y="238891"/>
                  </a:lnTo>
                  <a:lnTo>
                    <a:pt x="7233042" y="238891"/>
                  </a:lnTo>
                  <a:lnTo>
                    <a:pt x="7233168" y="238891"/>
                  </a:lnTo>
                  <a:lnTo>
                    <a:pt x="7233293" y="238891"/>
                  </a:lnTo>
                  <a:lnTo>
                    <a:pt x="7233418" y="238891"/>
                  </a:lnTo>
                  <a:lnTo>
                    <a:pt x="7233543" y="238891"/>
                  </a:lnTo>
                  <a:lnTo>
                    <a:pt x="7233668" y="238891"/>
                  </a:lnTo>
                  <a:lnTo>
                    <a:pt x="7233793" y="238891"/>
                  </a:lnTo>
                  <a:lnTo>
                    <a:pt x="7233918" y="238891"/>
                  </a:lnTo>
                  <a:lnTo>
                    <a:pt x="7234043" y="238891"/>
                  </a:lnTo>
                  <a:lnTo>
                    <a:pt x="7234168" y="238891"/>
                  </a:lnTo>
                  <a:lnTo>
                    <a:pt x="7234293" y="238891"/>
                  </a:lnTo>
                  <a:lnTo>
                    <a:pt x="7234418" y="238891"/>
                  </a:lnTo>
                  <a:lnTo>
                    <a:pt x="7234543" y="238891"/>
                  </a:lnTo>
                  <a:lnTo>
                    <a:pt x="7234668" y="238891"/>
                  </a:lnTo>
                  <a:lnTo>
                    <a:pt x="7234793" y="238891"/>
                  </a:lnTo>
                  <a:lnTo>
                    <a:pt x="7234918" y="238891"/>
                  </a:lnTo>
                  <a:lnTo>
                    <a:pt x="7235043" y="238891"/>
                  </a:lnTo>
                  <a:lnTo>
                    <a:pt x="7235168" y="238891"/>
                  </a:lnTo>
                  <a:lnTo>
                    <a:pt x="7235293" y="238891"/>
                  </a:lnTo>
                  <a:lnTo>
                    <a:pt x="7235418" y="238891"/>
                  </a:lnTo>
                  <a:lnTo>
                    <a:pt x="7235543" y="238891"/>
                  </a:lnTo>
                  <a:lnTo>
                    <a:pt x="7235668" y="238891"/>
                  </a:lnTo>
                  <a:lnTo>
                    <a:pt x="7235793" y="238891"/>
                  </a:lnTo>
                  <a:lnTo>
                    <a:pt x="7235918" y="238891"/>
                  </a:lnTo>
                  <a:lnTo>
                    <a:pt x="7236043" y="238891"/>
                  </a:lnTo>
                  <a:lnTo>
                    <a:pt x="7236169" y="238891"/>
                  </a:lnTo>
                  <a:lnTo>
                    <a:pt x="7236294" y="238891"/>
                  </a:lnTo>
                  <a:lnTo>
                    <a:pt x="7236419" y="238891"/>
                  </a:lnTo>
                  <a:lnTo>
                    <a:pt x="7236544" y="238891"/>
                  </a:lnTo>
                  <a:lnTo>
                    <a:pt x="7236669" y="238891"/>
                  </a:lnTo>
                  <a:lnTo>
                    <a:pt x="7236794" y="238891"/>
                  </a:lnTo>
                  <a:lnTo>
                    <a:pt x="7236919" y="238891"/>
                  </a:lnTo>
                  <a:lnTo>
                    <a:pt x="7237044" y="238891"/>
                  </a:lnTo>
                  <a:lnTo>
                    <a:pt x="7237169" y="238891"/>
                  </a:lnTo>
                  <a:lnTo>
                    <a:pt x="7237294" y="238891"/>
                  </a:lnTo>
                  <a:lnTo>
                    <a:pt x="7237419" y="238891"/>
                  </a:lnTo>
                  <a:lnTo>
                    <a:pt x="7237544" y="238891"/>
                  </a:lnTo>
                  <a:lnTo>
                    <a:pt x="7237669" y="238891"/>
                  </a:lnTo>
                  <a:lnTo>
                    <a:pt x="7237794" y="238891"/>
                  </a:lnTo>
                  <a:lnTo>
                    <a:pt x="7237919" y="238891"/>
                  </a:lnTo>
                  <a:lnTo>
                    <a:pt x="7238044" y="238891"/>
                  </a:lnTo>
                  <a:lnTo>
                    <a:pt x="7238169" y="238891"/>
                  </a:lnTo>
                  <a:lnTo>
                    <a:pt x="7238169" y="228937"/>
                  </a:lnTo>
                  <a:lnTo>
                    <a:pt x="7238294" y="228937"/>
                  </a:lnTo>
                  <a:lnTo>
                    <a:pt x="7238419" y="228937"/>
                  </a:lnTo>
                  <a:lnTo>
                    <a:pt x="7238544" y="228937"/>
                  </a:lnTo>
                  <a:lnTo>
                    <a:pt x="7238669" y="228937"/>
                  </a:lnTo>
                  <a:lnTo>
                    <a:pt x="7238794" y="228937"/>
                  </a:lnTo>
                  <a:lnTo>
                    <a:pt x="7238919" y="228937"/>
                  </a:lnTo>
                  <a:lnTo>
                    <a:pt x="7239044" y="228937"/>
                  </a:lnTo>
                  <a:lnTo>
                    <a:pt x="7239170" y="228937"/>
                  </a:lnTo>
                  <a:lnTo>
                    <a:pt x="7239295" y="228937"/>
                  </a:lnTo>
                  <a:lnTo>
                    <a:pt x="7239420" y="228937"/>
                  </a:lnTo>
                  <a:lnTo>
                    <a:pt x="7239545" y="228937"/>
                  </a:lnTo>
                  <a:lnTo>
                    <a:pt x="7239670" y="228937"/>
                  </a:lnTo>
                  <a:lnTo>
                    <a:pt x="7239795" y="228937"/>
                  </a:lnTo>
                  <a:lnTo>
                    <a:pt x="7239920" y="228937"/>
                  </a:lnTo>
                  <a:lnTo>
                    <a:pt x="7240045" y="228937"/>
                  </a:lnTo>
                  <a:lnTo>
                    <a:pt x="7240170" y="228937"/>
                  </a:lnTo>
                  <a:lnTo>
                    <a:pt x="7240295" y="228937"/>
                  </a:lnTo>
                  <a:lnTo>
                    <a:pt x="7240420" y="228937"/>
                  </a:lnTo>
                  <a:lnTo>
                    <a:pt x="7240545" y="228937"/>
                  </a:lnTo>
                  <a:lnTo>
                    <a:pt x="7240670" y="228937"/>
                  </a:lnTo>
                  <a:lnTo>
                    <a:pt x="7240795" y="228937"/>
                  </a:lnTo>
                  <a:lnTo>
                    <a:pt x="7240920" y="228937"/>
                  </a:lnTo>
                  <a:lnTo>
                    <a:pt x="7241045" y="228937"/>
                  </a:lnTo>
                  <a:lnTo>
                    <a:pt x="7241170" y="228937"/>
                  </a:lnTo>
                  <a:lnTo>
                    <a:pt x="7241295" y="228937"/>
                  </a:lnTo>
                  <a:lnTo>
                    <a:pt x="7241420" y="228937"/>
                  </a:lnTo>
                  <a:lnTo>
                    <a:pt x="7241545" y="228937"/>
                  </a:lnTo>
                  <a:lnTo>
                    <a:pt x="7241670" y="228937"/>
                  </a:lnTo>
                  <a:lnTo>
                    <a:pt x="7241795" y="228937"/>
                  </a:lnTo>
                  <a:lnTo>
                    <a:pt x="7241920" y="228937"/>
                  </a:lnTo>
                  <a:lnTo>
                    <a:pt x="7242045" y="228937"/>
                  </a:lnTo>
                  <a:lnTo>
                    <a:pt x="7242171" y="228937"/>
                  </a:lnTo>
                  <a:lnTo>
                    <a:pt x="7242296" y="228937"/>
                  </a:lnTo>
                  <a:lnTo>
                    <a:pt x="7242421" y="228937"/>
                  </a:lnTo>
                  <a:lnTo>
                    <a:pt x="7242546" y="228937"/>
                  </a:lnTo>
                  <a:lnTo>
                    <a:pt x="7242671" y="228937"/>
                  </a:lnTo>
                  <a:lnTo>
                    <a:pt x="7242796" y="228937"/>
                  </a:lnTo>
                  <a:lnTo>
                    <a:pt x="7242921" y="228937"/>
                  </a:lnTo>
                  <a:lnTo>
                    <a:pt x="7243046" y="228937"/>
                  </a:lnTo>
                  <a:lnTo>
                    <a:pt x="7243171" y="228937"/>
                  </a:lnTo>
                  <a:lnTo>
                    <a:pt x="7243296" y="228937"/>
                  </a:lnTo>
                  <a:lnTo>
                    <a:pt x="7243421" y="228937"/>
                  </a:lnTo>
                  <a:lnTo>
                    <a:pt x="7243546" y="228937"/>
                  </a:lnTo>
                  <a:lnTo>
                    <a:pt x="7243671" y="228937"/>
                  </a:lnTo>
                  <a:lnTo>
                    <a:pt x="7243796" y="228937"/>
                  </a:lnTo>
                  <a:lnTo>
                    <a:pt x="7243921" y="228937"/>
                  </a:lnTo>
                  <a:lnTo>
                    <a:pt x="7244046" y="228937"/>
                  </a:lnTo>
                  <a:lnTo>
                    <a:pt x="7244171" y="228937"/>
                  </a:lnTo>
                  <a:lnTo>
                    <a:pt x="7244296" y="228937"/>
                  </a:lnTo>
                  <a:lnTo>
                    <a:pt x="7244421" y="228937"/>
                  </a:lnTo>
                  <a:lnTo>
                    <a:pt x="7244546" y="228937"/>
                  </a:lnTo>
                  <a:lnTo>
                    <a:pt x="7244671" y="228937"/>
                  </a:lnTo>
                  <a:lnTo>
                    <a:pt x="7244796" y="228937"/>
                  </a:lnTo>
                  <a:lnTo>
                    <a:pt x="7244921" y="228937"/>
                  </a:lnTo>
                  <a:lnTo>
                    <a:pt x="7245046" y="228937"/>
                  </a:lnTo>
                  <a:lnTo>
                    <a:pt x="7245172" y="228937"/>
                  </a:lnTo>
                  <a:lnTo>
                    <a:pt x="7245297" y="228937"/>
                  </a:lnTo>
                  <a:lnTo>
                    <a:pt x="7245422" y="228937"/>
                  </a:lnTo>
                  <a:lnTo>
                    <a:pt x="7245547" y="228937"/>
                  </a:lnTo>
                  <a:lnTo>
                    <a:pt x="7245672" y="228937"/>
                  </a:lnTo>
                  <a:lnTo>
                    <a:pt x="7245797" y="228937"/>
                  </a:lnTo>
                  <a:lnTo>
                    <a:pt x="7245922" y="228937"/>
                  </a:lnTo>
                  <a:lnTo>
                    <a:pt x="7246047" y="228937"/>
                  </a:lnTo>
                  <a:lnTo>
                    <a:pt x="7246172" y="228937"/>
                  </a:lnTo>
                  <a:lnTo>
                    <a:pt x="7246297" y="228937"/>
                  </a:lnTo>
                  <a:lnTo>
                    <a:pt x="7246422" y="228937"/>
                  </a:lnTo>
                  <a:lnTo>
                    <a:pt x="7246547" y="228937"/>
                  </a:lnTo>
                  <a:lnTo>
                    <a:pt x="7246672" y="228937"/>
                  </a:lnTo>
                  <a:lnTo>
                    <a:pt x="7246797" y="228937"/>
                  </a:lnTo>
                  <a:lnTo>
                    <a:pt x="7246922" y="228937"/>
                  </a:lnTo>
                  <a:lnTo>
                    <a:pt x="7247047" y="228937"/>
                  </a:lnTo>
                  <a:lnTo>
                    <a:pt x="7247172" y="228937"/>
                  </a:lnTo>
                  <a:lnTo>
                    <a:pt x="7247297" y="228937"/>
                  </a:lnTo>
                  <a:lnTo>
                    <a:pt x="7247422" y="228937"/>
                  </a:lnTo>
                  <a:lnTo>
                    <a:pt x="7247547" y="228937"/>
                  </a:lnTo>
                  <a:lnTo>
                    <a:pt x="7247672" y="228937"/>
                  </a:lnTo>
                  <a:lnTo>
                    <a:pt x="7247797" y="228937"/>
                  </a:lnTo>
                  <a:lnTo>
                    <a:pt x="7247922" y="228937"/>
                  </a:lnTo>
                  <a:lnTo>
                    <a:pt x="7248047" y="228937"/>
                  </a:lnTo>
                  <a:lnTo>
                    <a:pt x="7248173" y="228937"/>
                  </a:lnTo>
                  <a:lnTo>
                    <a:pt x="7248298" y="228937"/>
                  </a:lnTo>
                  <a:lnTo>
                    <a:pt x="7248423" y="228937"/>
                  </a:lnTo>
                  <a:lnTo>
                    <a:pt x="7248548" y="228937"/>
                  </a:lnTo>
                  <a:lnTo>
                    <a:pt x="7248673" y="228937"/>
                  </a:lnTo>
                  <a:lnTo>
                    <a:pt x="7248798" y="228937"/>
                  </a:lnTo>
                  <a:lnTo>
                    <a:pt x="7248923" y="228937"/>
                  </a:lnTo>
                  <a:lnTo>
                    <a:pt x="7249048" y="228937"/>
                  </a:lnTo>
                  <a:lnTo>
                    <a:pt x="7249173" y="228937"/>
                  </a:lnTo>
                  <a:lnTo>
                    <a:pt x="7249298" y="228937"/>
                  </a:lnTo>
                  <a:lnTo>
                    <a:pt x="7249423" y="228937"/>
                  </a:lnTo>
                  <a:lnTo>
                    <a:pt x="7249548" y="228937"/>
                  </a:lnTo>
                  <a:lnTo>
                    <a:pt x="7249673" y="228937"/>
                  </a:lnTo>
                  <a:lnTo>
                    <a:pt x="7249798" y="228937"/>
                  </a:lnTo>
                  <a:lnTo>
                    <a:pt x="7249923" y="228937"/>
                  </a:lnTo>
                  <a:lnTo>
                    <a:pt x="7250048" y="228937"/>
                  </a:lnTo>
                  <a:lnTo>
                    <a:pt x="7250173" y="228937"/>
                  </a:lnTo>
                  <a:lnTo>
                    <a:pt x="7250298" y="228937"/>
                  </a:lnTo>
                  <a:lnTo>
                    <a:pt x="7250423" y="228937"/>
                  </a:lnTo>
                  <a:lnTo>
                    <a:pt x="7250548" y="228937"/>
                  </a:lnTo>
                  <a:lnTo>
                    <a:pt x="7250673" y="228937"/>
                  </a:lnTo>
                  <a:lnTo>
                    <a:pt x="7250798" y="228937"/>
                  </a:lnTo>
                  <a:lnTo>
                    <a:pt x="7250923" y="228937"/>
                  </a:lnTo>
                  <a:lnTo>
                    <a:pt x="7251048" y="228937"/>
                  </a:lnTo>
                  <a:lnTo>
                    <a:pt x="7251174" y="228937"/>
                  </a:lnTo>
                  <a:lnTo>
                    <a:pt x="7251299" y="228937"/>
                  </a:lnTo>
                  <a:lnTo>
                    <a:pt x="7251424" y="228937"/>
                  </a:lnTo>
                  <a:lnTo>
                    <a:pt x="7251549" y="228937"/>
                  </a:lnTo>
                  <a:lnTo>
                    <a:pt x="7251674" y="228937"/>
                  </a:lnTo>
                  <a:lnTo>
                    <a:pt x="7251799" y="228937"/>
                  </a:lnTo>
                  <a:lnTo>
                    <a:pt x="7251924" y="228937"/>
                  </a:lnTo>
                  <a:lnTo>
                    <a:pt x="7252049" y="228937"/>
                  </a:lnTo>
                  <a:lnTo>
                    <a:pt x="7252174" y="228937"/>
                  </a:lnTo>
                  <a:lnTo>
                    <a:pt x="7252299" y="228937"/>
                  </a:lnTo>
                  <a:lnTo>
                    <a:pt x="7252424" y="228937"/>
                  </a:lnTo>
                  <a:lnTo>
                    <a:pt x="7252549" y="228937"/>
                  </a:lnTo>
                  <a:lnTo>
                    <a:pt x="7252674" y="228937"/>
                  </a:lnTo>
                  <a:lnTo>
                    <a:pt x="7252799" y="228937"/>
                  </a:lnTo>
                  <a:lnTo>
                    <a:pt x="7252924" y="228937"/>
                  </a:lnTo>
                  <a:lnTo>
                    <a:pt x="7253049" y="228937"/>
                  </a:lnTo>
                  <a:lnTo>
                    <a:pt x="7253174" y="228937"/>
                  </a:lnTo>
                  <a:lnTo>
                    <a:pt x="7253299" y="228937"/>
                  </a:lnTo>
                  <a:lnTo>
                    <a:pt x="7253424" y="228937"/>
                  </a:lnTo>
                  <a:lnTo>
                    <a:pt x="7253549" y="228937"/>
                  </a:lnTo>
                  <a:lnTo>
                    <a:pt x="7253674" y="228937"/>
                  </a:lnTo>
                  <a:lnTo>
                    <a:pt x="7253799" y="228937"/>
                  </a:lnTo>
                  <a:lnTo>
                    <a:pt x="7253924" y="228937"/>
                  </a:lnTo>
                  <a:lnTo>
                    <a:pt x="7254049" y="228937"/>
                  </a:lnTo>
                  <a:lnTo>
                    <a:pt x="7254175" y="228937"/>
                  </a:lnTo>
                  <a:lnTo>
                    <a:pt x="7254300" y="228937"/>
                  </a:lnTo>
                  <a:lnTo>
                    <a:pt x="7254425" y="228937"/>
                  </a:lnTo>
                  <a:lnTo>
                    <a:pt x="7254550" y="228937"/>
                  </a:lnTo>
                  <a:lnTo>
                    <a:pt x="7254675" y="228937"/>
                  </a:lnTo>
                  <a:lnTo>
                    <a:pt x="7254800" y="228937"/>
                  </a:lnTo>
                  <a:lnTo>
                    <a:pt x="7254925" y="228937"/>
                  </a:lnTo>
                  <a:lnTo>
                    <a:pt x="7255050" y="228937"/>
                  </a:lnTo>
                  <a:lnTo>
                    <a:pt x="7255175" y="228937"/>
                  </a:lnTo>
                  <a:lnTo>
                    <a:pt x="7255300" y="228937"/>
                  </a:lnTo>
                  <a:lnTo>
                    <a:pt x="7255425" y="228937"/>
                  </a:lnTo>
                  <a:lnTo>
                    <a:pt x="7255550" y="228937"/>
                  </a:lnTo>
                  <a:lnTo>
                    <a:pt x="7255675" y="228937"/>
                  </a:lnTo>
                  <a:lnTo>
                    <a:pt x="7255800" y="228937"/>
                  </a:lnTo>
                  <a:lnTo>
                    <a:pt x="7255925" y="228937"/>
                  </a:lnTo>
                  <a:lnTo>
                    <a:pt x="7256050" y="228937"/>
                  </a:lnTo>
                  <a:lnTo>
                    <a:pt x="7256175" y="228937"/>
                  </a:lnTo>
                  <a:lnTo>
                    <a:pt x="7256300" y="228937"/>
                  </a:lnTo>
                  <a:lnTo>
                    <a:pt x="7256425" y="228937"/>
                  </a:lnTo>
                  <a:lnTo>
                    <a:pt x="7256550" y="228937"/>
                  </a:lnTo>
                  <a:lnTo>
                    <a:pt x="7256675" y="228937"/>
                  </a:lnTo>
                  <a:lnTo>
                    <a:pt x="7256800" y="228937"/>
                  </a:lnTo>
                  <a:lnTo>
                    <a:pt x="7256925" y="228937"/>
                  </a:lnTo>
                  <a:lnTo>
                    <a:pt x="7257051" y="228937"/>
                  </a:lnTo>
                  <a:lnTo>
                    <a:pt x="7257176" y="228937"/>
                  </a:lnTo>
                  <a:lnTo>
                    <a:pt x="7257301" y="228937"/>
                  </a:lnTo>
                  <a:lnTo>
                    <a:pt x="7257426" y="228937"/>
                  </a:lnTo>
                  <a:lnTo>
                    <a:pt x="7257551" y="228937"/>
                  </a:lnTo>
                  <a:lnTo>
                    <a:pt x="7257676" y="228937"/>
                  </a:lnTo>
                  <a:lnTo>
                    <a:pt x="7257801" y="228937"/>
                  </a:lnTo>
                  <a:lnTo>
                    <a:pt x="7257926" y="228937"/>
                  </a:lnTo>
                  <a:lnTo>
                    <a:pt x="7258051" y="228937"/>
                  </a:lnTo>
                  <a:lnTo>
                    <a:pt x="7258176" y="228937"/>
                  </a:lnTo>
                  <a:lnTo>
                    <a:pt x="7258301" y="228937"/>
                  </a:lnTo>
                  <a:lnTo>
                    <a:pt x="7258426" y="228937"/>
                  </a:lnTo>
                  <a:lnTo>
                    <a:pt x="7258551" y="228937"/>
                  </a:lnTo>
                  <a:lnTo>
                    <a:pt x="7258676" y="228937"/>
                  </a:lnTo>
                  <a:lnTo>
                    <a:pt x="7258801" y="228937"/>
                  </a:lnTo>
                  <a:lnTo>
                    <a:pt x="7258926" y="228937"/>
                  </a:lnTo>
                  <a:lnTo>
                    <a:pt x="7259051" y="228937"/>
                  </a:lnTo>
                  <a:lnTo>
                    <a:pt x="7259176" y="228937"/>
                  </a:lnTo>
                  <a:lnTo>
                    <a:pt x="7259301" y="228937"/>
                  </a:lnTo>
                  <a:lnTo>
                    <a:pt x="7259426" y="228937"/>
                  </a:lnTo>
                  <a:lnTo>
                    <a:pt x="7259551" y="228937"/>
                  </a:lnTo>
                  <a:lnTo>
                    <a:pt x="7259676" y="228937"/>
                  </a:lnTo>
                  <a:lnTo>
                    <a:pt x="7259801" y="228937"/>
                  </a:lnTo>
                  <a:lnTo>
                    <a:pt x="7259926" y="228937"/>
                  </a:lnTo>
                  <a:lnTo>
                    <a:pt x="7260052" y="228937"/>
                  </a:lnTo>
                  <a:lnTo>
                    <a:pt x="7260177" y="228937"/>
                  </a:lnTo>
                  <a:lnTo>
                    <a:pt x="7260302" y="228937"/>
                  </a:lnTo>
                  <a:lnTo>
                    <a:pt x="7260427" y="228937"/>
                  </a:lnTo>
                  <a:lnTo>
                    <a:pt x="7260552" y="228937"/>
                  </a:lnTo>
                  <a:lnTo>
                    <a:pt x="7260677" y="228937"/>
                  </a:lnTo>
                  <a:lnTo>
                    <a:pt x="7260802" y="228937"/>
                  </a:lnTo>
                  <a:lnTo>
                    <a:pt x="7260927" y="228937"/>
                  </a:lnTo>
                  <a:lnTo>
                    <a:pt x="7261052" y="228937"/>
                  </a:lnTo>
                  <a:lnTo>
                    <a:pt x="7261177" y="228937"/>
                  </a:lnTo>
                  <a:lnTo>
                    <a:pt x="7261302" y="228937"/>
                  </a:lnTo>
                  <a:lnTo>
                    <a:pt x="7261427" y="228937"/>
                  </a:lnTo>
                  <a:lnTo>
                    <a:pt x="7261552" y="228937"/>
                  </a:lnTo>
                  <a:lnTo>
                    <a:pt x="7261677" y="228937"/>
                  </a:lnTo>
                  <a:lnTo>
                    <a:pt x="7261802" y="228937"/>
                  </a:lnTo>
                  <a:lnTo>
                    <a:pt x="7261927" y="228937"/>
                  </a:lnTo>
                  <a:lnTo>
                    <a:pt x="7262052" y="228937"/>
                  </a:lnTo>
                  <a:lnTo>
                    <a:pt x="7262177" y="228937"/>
                  </a:lnTo>
                  <a:lnTo>
                    <a:pt x="7262302" y="228937"/>
                  </a:lnTo>
                  <a:lnTo>
                    <a:pt x="7262427" y="228937"/>
                  </a:lnTo>
                  <a:lnTo>
                    <a:pt x="7262552" y="228937"/>
                  </a:lnTo>
                  <a:lnTo>
                    <a:pt x="7262677" y="228937"/>
                  </a:lnTo>
                  <a:lnTo>
                    <a:pt x="7262802" y="228937"/>
                  </a:lnTo>
                  <a:lnTo>
                    <a:pt x="7262927" y="228937"/>
                  </a:lnTo>
                  <a:lnTo>
                    <a:pt x="7263053" y="228937"/>
                  </a:lnTo>
                  <a:lnTo>
                    <a:pt x="7263178" y="228937"/>
                  </a:lnTo>
                  <a:lnTo>
                    <a:pt x="7263303" y="228937"/>
                  </a:lnTo>
                  <a:lnTo>
                    <a:pt x="7263428" y="228937"/>
                  </a:lnTo>
                  <a:lnTo>
                    <a:pt x="7263553" y="228937"/>
                  </a:lnTo>
                  <a:lnTo>
                    <a:pt x="7263678" y="228937"/>
                  </a:lnTo>
                  <a:lnTo>
                    <a:pt x="7263803" y="228937"/>
                  </a:lnTo>
                  <a:lnTo>
                    <a:pt x="7263928" y="228937"/>
                  </a:lnTo>
                  <a:lnTo>
                    <a:pt x="7264053" y="228937"/>
                  </a:lnTo>
                  <a:lnTo>
                    <a:pt x="7264178" y="228937"/>
                  </a:lnTo>
                  <a:lnTo>
                    <a:pt x="7264303" y="228937"/>
                  </a:lnTo>
                  <a:lnTo>
                    <a:pt x="7264428" y="228937"/>
                  </a:lnTo>
                  <a:lnTo>
                    <a:pt x="7264553" y="228937"/>
                  </a:lnTo>
                  <a:lnTo>
                    <a:pt x="7264678" y="228937"/>
                  </a:lnTo>
                  <a:lnTo>
                    <a:pt x="7264803" y="228937"/>
                  </a:lnTo>
                  <a:lnTo>
                    <a:pt x="7264928" y="228937"/>
                  </a:lnTo>
                  <a:lnTo>
                    <a:pt x="7265053" y="228937"/>
                  </a:lnTo>
                  <a:lnTo>
                    <a:pt x="7265178" y="228937"/>
                  </a:lnTo>
                  <a:lnTo>
                    <a:pt x="7265303" y="228937"/>
                  </a:lnTo>
                  <a:lnTo>
                    <a:pt x="7265428" y="228937"/>
                  </a:lnTo>
                  <a:lnTo>
                    <a:pt x="7265553" y="228937"/>
                  </a:lnTo>
                  <a:lnTo>
                    <a:pt x="7265678" y="228937"/>
                  </a:lnTo>
                  <a:lnTo>
                    <a:pt x="7265803" y="228937"/>
                  </a:lnTo>
                  <a:lnTo>
                    <a:pt x="7265928" y="228937"/>
                  </a:lnTo>
                  <a:lnTo>
                    <a:pt x="7266054" y="228937"/>
                  </a:lnTo>
                  <a:lnTo>
                    <a:pt x="7266179" y="228937"/>
                  </a:lnTo>
                  <a:lnTo>
                    <a:pt x="7266304" y="228937"/>
                  </a:lnTo>
                  <a:lnTo>
                    <a:pt x="7266429" y="228937"/>
                  </a:lnTo>
                  <a:lnTo>
                    <a:pt x="7266554" y="228937"/>
                  </a:lnTo>
                  <a:lnTo>
                    <a:pt x="7266679" y="228937"/>
                  </a:lnTo>
                  <a:lnTo>
                    <a:pt x="7266804" y="228937"/>
                  </a:lnTo>
                  <a:lnTo>
                    <a:pt x="7266929" y="228937"/>
                  </a:lnTo>
                  <a:lnTo>
                    <a:pt x="7267054" y="228937"/>
                  </a:lnTo>
                  <a:lnTo>
                    <a:pt x="7267179" y="228937"/>
                  </a:lnTo>
                  <a:lnTo>
                    <a:pt x="7267304" y="228937"/>
                  </a:lnTo>
                  <a:lnTo>
                    <a:pt x="7267429" y="228937"/>
                  </a:lnTo>
                  <a:lnTo>
                    <a:pt x="7267554" y="228937"/>
                  </a:lnTo>
                  <a:lnTo>
                    <a:pt x="7267679" y="228937"/>
                  </a:lnTo>
                  <a:lnTo>
                    <a:pt x="7267804" y="228937"/>
                  </a:lnTo>
                  <a:lnTo>
                    <a:pt x="7267929" y="228937"/>
                  </a:lnTo>
                  <a:lnTo>
                    <a:pt x="7268054" y="228937"/>
                  </a:lnTo>
                  <a:lnTo>
                    <a:pt x="7268179" y="228937"/>
                  </a:lnTo>
                  <a:lnTo>
                    <a:pt x="7268304" y="228937"/>
                  </a:lnTo>
                  <a:lnTo>
                    <a:pt x="7268429" y="228937"/>
                  </a:lnTo>
                  <a:lnTo>
                    <a:pt x="7268554" y="228937"/>
                  </a:lnTo>
                  <a:lnTo>
                    <a:pt x="7268679" y="228937"/>
                  </a:lnTo>
                  <a:lnTo>
                    <a:pt x="7268804" y="228937"/>
                  </a:lnTo>
                  <a:lnTo>
                    <a:pt x="7268929" y="228937"/>
                  </a:lnTo>
                  <a:lnTo>
                    <a:pt x="7269055" y="228937"/>
                  </a:lnTo>
                  <a:lnTo>
                    <a:pt x="7269180" y="228937"/>
                  </a:lnTo>
                  <a:lnTo>
                    <a:pt x="7269305" y="228937"/>
                  </a:lnTo>
                  <a:lnTo>
                    <a:pt x="7269430" y="228937"/>
                  </a:lnTo>
                  <a:lnTo>
                    <a:pt x="7269555" y="228937"/>
                  </a:lnTo>
                  <a:lnTo>
                    <a:pt x="7269680" y="228937"/>
                  </a:lnTo>
                  <a:lnTo>
                    <a:pt x="7269805" y="228937"/>
                  </a:lnTo>
                  <a:lnTo>
                    <a:pt x="7269930" y="228937"/>
                  </a:lnTo>
                  <a:lnTo>
                    <a:pt x="7270055" y="228937"/>
                  </a:lnTo>
                  <a:lnTo>
                    <a:pt x="7270180" y="228937"/>
                  </a:lnTo>
                  <a:lnTo>
                    <a:pt x="7270305" y="228937"/>
                  </a:lnTo>
                  <a:lnTo>
                    <a:pt x="7270430" y="228937"/>
                  </a:lnTo>
                  <a:lnTo>
                    <a:pt x="7270555" y="228937"/>
                  </a:lnTo>
                  <a:lnTo>
                    <a:pt x="7270680" y="228937"/>
                  </a:lnTo>
                  <a:lnTo>
                    <a:pt x="7270805" y="228937"/>
                  </a:lnTo>
                  <a:lnTo>
                    <a:pt x="7270930" y="228937"/>
                  </a:lnTo>
                  <a:lnTo>
                    <a:pt x="7271055" y="228937"/>
                  </a:lnTo>
                  <a:lnTo>
                    <a:pt x="7271180" y="228937"/>
                  </a:lnTo>
                  <a:lnTo>
                    <a:pt x="7271305" y="228937"/>
                  </a:lnTo>
                  <a:lnTo>
                    <a:pt x="7271430" y="228937"/>
                  </a:lnTo>
                  <a:lnTo>
                    <a:pt x="7271555" y="228937"/>
                  </a:lnTo>
                  <a:lnTo>
                    <a:pt x="7271680" y="228937"/>
                  </a:lnTo>
                  <a:lnTo>
                    <a:pt x="7271805" y="228937"/>
                  </a:lnTo>
                  <a:lnTo>
                    <a:pt x="7271930" y="228937"/>
                  </a:lnTo>
                  <a:lnTo>
                    <a:pt x="7272056" y="228937"/>
                  </a:lnTo>
                  <a:lnTo>
                    <a:pt x="7272181" y="228937"/>
                  </a:lnTo>
                  <a:lnTo>
                    <a:pt x="7272306" y="228937"/>
                  </a:lnTo>
                  <a:lnTo>
                    <a:pt x="7272431" y="228937"/>
                  </a:lnTo>
                  <a:lnTo>
                    <a:pt x="7272556" y="228937"/>
                  </a:lnTo>
                  <a:lnTo>
                    <a:pt x="7272681" y="228937"/>
                  </a:lnTo>
                  <a:lnTo>
                    <a:pt x="7272806" y="228937"/>
                  </a:lnTo>
                  <a:lnTo>
                    <a:pt x="7272931" y="228937"/>
                  </a:lnTo>
                  <a:lnTo>
                    <a:pt x="7273056" y="228937"/>
                  </a:lnTo>
                  <a:lnTo>
                    <a:pt x="7273181" y="228937"/>
                  </a:lnTo>
                  <a:lnTo>
                    <a:pt x="7273306" y="228937"/>
                  </a:lnTo>
                  <a:lnTo>
                    <a:pt x="7273431" y="228937"/>
                  </a:lnTo>
                  <a:lnTo>
                    <a:pt x="7273556" y="228937"/>
                  </a:lnTo>
                  <a:lnTo>
                    <a:pt x="7273681" y="228937"/>
                  </a:lnTo>
                  <a:lnTo>
                    <a:pt x="7273806" y="228937"/>
                  </a:lnTo>
                  <a:lnTo>
                    <a:pt x="7273931" y="228937"/>
                  </a:lnTo>
                  <a:lnTo>
                    <a:pt x="7274056" y="228937"/>
                  </a:lnTo>
                  <a:lnTo>
                    <a:pt x="7274181" y="228937"/>
                  </a:lnTo>
                  <a:lnTo>
                    <a:pt x="7274306" y="228937"/>
                  </a:lnTo>
                  <a:lnTo>
                    <a:pt x="7274431" y="228937"/>
                  </a:lnTo>
                  <a:lnTo>
                    <a:pt x="7274556" y="228937"/>
                  </a:lnTo>
                  <a:lnTo>
                    <a:pt x="7274681" y="228937"/>
                  </a:lnTo>
                  <a:lnTo>
                    <a:pt x="7274806" y="228937"/>
                  </a:lnTo>
                  <a:lnTo>
                    <a:pt x="7274931" y="228937"/>
                  </a:lnTo>
                  <a:lnTo>
                    <a:pt x="7275057" y="228937"/>
                  </a:lnTo>
                  <a:lnTo>
                    <a:pt x="7275182" y="228937"/>
                  </a:lnTo>
                  <a:lnTo>
                    <a:pt x="7275307" y="228937"/>
                  </a:lnTo>
                  <a:lnTo>
                    <a:pt x="7275432" y="228937"/>
                  </a:lnTo>
                  <a:lnTo>
                    <a:pt x="7275557" y="228937"/>
                  </a:lnTo>
                  <a:lnTo>
                    <a:pt x="7275682" y="228937"/>
                  </a:lnTo>
                  <a:lnTo>
                    <a:pt x="7275807" y="228937"/>
                  </a:lnTo>
                  <a:lnTo>
                    <a:pt x="7275932" y="228937"/>
                  </a:lnTo>
                  <a:lnTo>
                    <a:pt x="7276057" y="228937"/>
                  </a:lnTo>
                  <a:lnTo>
                    <a:pt x="7276182" y="228937"/>
                  </a:lnTo>
                  <a:lnTo>
                    <a:pt x="7276307" y="228937"/>
                  </a:lnTo>
                  <a:lnTo>
                    <a:pt x="7276432" y="228937"/>
                  </a:lnTo>
                  <a:lnTo>
                    <a:pt x="7276557" y="228937"/>
                  </a:lnTo>
                  <a:lnTo>
                    <a:pt x="7276682" y="228937"/>
                  </a:lnTo>
                  <a:lnTo>
                    <a:pt x="7276807" y="228937"/>
                  </a:lnTo>
                  <a:lnTo>
                    <a:pt x="7276932" y="228937"/>
                  </a:lnTo>
                  <a:lnTo>
                    <a:pt x="7277057" y="228937"/>
                  </a:lnTo>
                  <a:lnTo>
                    <a:pt x="7277182" y="228937"/>
                  </a:lnTo>
                  <a:lnTo>
                    <a:pt x="7277307" y="228937"/>
                  </a:lnTo>
                  <a:lnTo>
                    <a:pt x="7277432" y="228937"/>
                  </a:lnTo>
                  <a:lnTo>
                    <a:pt x="7277557" y="228937"/>
                  </a:lnTo>
                  <a:lnTo>
                    <a:pt x="7277682" y="228937"/>
                  </a:lnTo>
                  <a:lnTo>
                    <a:pt x="7277807" y="228937"/>
                  </a:lnTo>
                  <a:lnTo>
                    <a:pt x="7277932" y="228937"/>
                  </a:lnTo>
                  <a:lnTo>
                    <a:pt x="7278058" y="228937"/>
                  </a:lnTo>
                  <a:lnTo>
                    <a:pt x="7278183" y="228937"/>
                  </a:lnTo>
                  <a:lnTo>
                    <a:pt x="7278308" y="228937"/>
                  </a:lnTo>
                  <a:lnTo>
                    <a:pt x="7278433" y="228937"/>
                  </a:lnTo>
                  <a:lnTo>
                    <a:pt x="7278558" y="228937"/>
                  </a:lnTo>
                  <a:lnTo>
                    <a:pt x="7278683" y="228937"/>
                  </a:lnTo>
                  <a:lnTo>
                    <a:pt x="7278808" y="228937"/>
                  </a:lnTo>
                  <a:lnTo>
                    <a:pt x="7278933" y="228937"/>
                  </a:lnTo>
                  <a:lnTo>
                    <a:pt x="7279058" y="228937"/>
                  </a:lnTo>
                  <a:lnTo>
                    <a:pt x="7279183" y="228937"/>
                  </a:lnTo>
                  <a:lnTo>
                    <a:pt x="7279308" y="228937"/>
                  </a:lnTo>
                  <a:lnTo>
                    <a:pt x="7279433" y="228937"/>
                  </a:lnTo>
                  <a:lnTo>
                    <a:pt x="7279558" y="228937"/>
                  </a:lnTo>
                  <a:lnTo>
                    <a:pt x="7279683" y="228937"/>
                  </a:lnTo>
                  <a:lnTo>
                    <a:pt x="7279808" y="228937"/>
                  </a:lnTo>
                  <a:lnTo>
                    <a:pt x="7279933" y="228937"/>
                  </a:lnTo>
                  <a:lnTo>
                    <a:pt x="7280058" y="228937"/>
                  </a:lnTo>
                  <a:lnTo>
                    <a:pt x="7280183" y="228937"/>
                  </a:lnTo>
                  <a:lnTo>
                    <a:pt x="7280308" y="228937"/>
                  </a:lnTo>
                  <a:lnTo>
                    <a:pt x="7280433" y="228937"/>
                  </a:lnTo>
                  <a:lnTo>
                    <a:pt x="7280558" y="228937"/>
                  </a:lnTo>
                  <a:lnTo>
                    <a:pt x="7280683" y="228937"/>
                  </a:lnTo>
                  <a:lnTo>
                    <a:pt x="7280808" y="228937"/>
                  </a:lnTo>
                  <a:lnTo>
                    <a:pt x="7280933" y="228937"/>
                  </a:lnTo>
                  <a:lnTo>
                    <a:pt x="7281059" y="228937"/>
                  </a:lnTo>
                  <a:lnTo>
                    <a:pt x="7281184" y="228937"/>
                  </a:lnTo>
                  <a:lnTo>
                    <a:pt x="7281309" y="228937"/>
                  </a:lnTo>
                  <a:lnTo>
                    <a:pt x="7281434" y="228937"/>
                  </a:lnTo>
                  <a:lnTo>
                    <a:pt x="7281559" y="228937"/>
                  </a:lnTo>
                  <a:lnTo>
                    <a:pt x="7281684" y="228937"/>
                  </a:lnTo>
                  <a:lnTo>
                    <a:pt x="7281809" y="228937"/>
                  </a:lnTo>
                  <a:lnTo>
                    <a:pt x="7281934" y="228937"/>
                  </a:lnTo>
                  <a:lnTo>
                    <a:pt x="7282059" y="228937"/>
                  </a:lnTo>
                  <a:lnTo>
                    <a:pt x="7282184" y="228937"/>
                  </a:lnTo>
                  <a:lnTo>
                    <a:pt x="7282309" y="228937"/>
                  </a:lnTo>
                  <a:lnTo>
                    <a:pt x="7282434" y="228937"/>
                  </a:lnTo>
                  <a:lnTo>
                    <a:pt x="7282559" y="228937"/>
                  </a:lnTo>
                  <a:lnTo>
                    <a:pt x="7282684" y="228937"/>
                  </a:lnTo>
                  <a:lnTo>
                    <a:pt x="7282809" y="228937"/>
                  </a:lnTo>
                  <a:lnTo>
                    <a:pt x="7282934" y="228937"/>
                  </a:lnTo>
                  <a:lnTo>
                    <a:pt x="7283059" y="228937"/>
                  </a:lnTo>
                  <a:lnTo>
                    <a:pt x="7283184" y="228937"/>
                  </a:lnTo>
                  <a:lnTo>
                    <a:pt x="7283309" y="228937"/>
                  </a:lnTo>
                  <a:lnTo>
                    <a:pt x="7283434" y="228937"/>
                  </a:lnTo>
                  <a:lnTo>
                    <a:pt x="7283559" y="228937"/>
                  </a:lnTo>
                  <a:lnTo>
                    <a:pt x="7283684" y="228937"/>
                  </a:lnTo>
                  <a:lnTo>
                    <a:pt x="7283809" y="228937"/>
                  </a:lnTo>
                  <a:lnTo>
                    <a:pt x="7283934" y="228937"/>
                  </a:lnTo>
                  <a:lnTo>
                    <a:pt x="7284060" y="228937"/>
                  </a:lnTo>
                  <a:lnTo>
                    <a:pt x="7284185" y="228937"/>
                  </a:lnTo>
                  <a:lnTo>
                    <a:pt x="7284310" y="228937"/>
                  </a:lnTo>
                  <a:lnTo>
                    <a:pt x="7284435" y="228937"/>
                  </a:lnTo>
                  <a:lnTo>
                    <a:pt x="7284560" y="228937"/>
                  </a:lnTo>
                  <a:lnTo>
                    <a:pt x="7284685" y="228937"/>
                  </a:lnTo>
                  <a:lnTo>
                    <a:pt x="7284810" y="228937"/>
                  </a:lnTo>
                  <a:lnTo>
                    <a:pt x="7284935" y="228937"/>
                  </a:lnTo>
                  <a:lnTo>
                    <a:pt x="7285060" y="228937"/>
                  </a:lnTo>
                  <a:lnTo>
                    <a:pt x="7285185" y="228937"/>
                  </a:lnTo>
                  <a:lnTo>
                    <a:pt x="7285310" y="228937"/>
                  </a:lnTo>
                  <a:lnTo>
                    <a:pt x="7285435" y="228937"/>
                  </a:lnTo>
                  <a:lnTo>
                    <a:pt x="7285560" y="228937"/>
                  </a:lnTo>
                  <a:lnTo>
                    <a:pt x="7285685" y="228937"/>
                  </a:lnTo>
                  <a:lnTo>
                    <a:pt x="7285810" y="228937"/>
                  </a:lnTo>
                  <a:lnTo>
                    <a:pt x="7285935" y="228937"/>
                  </a:lnTo>
                  <a:lnTo>
                    <a:pt x="7286060" y="228937"/>
                  </a:lnTo>
                  <a:lnTo>
                    <a:pt x="7286185" y="228937"/>
                  </a:lnTo>
                  <a:lnTo>
                    <a:pt x="7286310" y="228937"/>
                  </a:lnTo>
                  <a:lnTo>
                    <a:pt x="7286435" y="228937"/>
                  </a:lnTo>
                  <a:lnTo>
                    <a:pt x="7286560" y="228937"/>
                  </a:lnTo>
                  <a:lnTo>
                    <a:pt x="7286685" y="228937"/>
                  </a:lnTo>
                  <a:lnTo>
                    <a:pt x="7286810" y="228937"/>
                  </a:lnTo>
                  <a:lnTo>
                    <a:pt x="7286935" y="228937"/>
                  </a:lnTo>
                  <a:lnTo>
                    <a:pt x="7287061" y="228937"/>
                  </a:lnTo>
                  <a:lnTo>
                    <a:pt x="7287186" y="228937"/>
                  </a:lnTo>
                  <a:lnTo>
                    <a:pt x="7287311" y="228937"/>
                  </a:lnTo>
                  <a:lnTo>
                    <a:pt x="7287436" y="228937"/>
                  </a:lnTo>
                  <a:lnTo>
                    <a:pt x="7287561" y="228937"/>
                  </a:lnTo>
                  <a:lnTo>
                    <a:pt x="7287686" y="228937"/>
                  </a:lnTo>
                  <a:lnTo>
                    <a:pt x="7287811" y="228937"/>
                  </a:lnTo>
                  <a:lnTo>
                    <a:pt x="7287936" y="228937"/>
                  </a:lnTo>
                  <a:lnTo>
                    <a:pt x="7288061" y="228937"/>
                  </a:lnTo>
                  <a:lnTo>
                    <a:pt x="7288186" y="228937"/>
                  </a:lnTo>
                  <a:lnTo>
                    <a:pt x="7288311" y="228937"/>
                  </a:lnTo>
                  <a:lnTo>
                    <a:pt x="7288436" y="228937"/>
                  </a:lnTo>
                  <a:lnTo>
                    <a:pt x="7288561" y="228937"/>
                  </a:lnTo>
                  <a:lnTo>
                    <a:pt x="7288686" y="228937"/>
                  </a:lnTo>
                  <a:lnTo>
                    <a:pt x="7288811" y="228937"/>
                  </a:lnTo>
                  <a:lnTo>
                    <a:pt x="7288936" y="228937"/>
                  </a:lnTo>
                  <a:lnTo>
                    <a:pt x="7289061" y="228937"/>
                  </a:lnTo>
                  <a:lnTo>
                    <a:pt x="7289186" y="228937"/>
                  </a:lnTo>
                  <a:lnTo>
                    <a:pt x="7289311" y="228937"/>
                  </a:lnTo>
                  <a:lnTo>
                    <a:pt x="7289436" y="228937"/>
                  </a:lnTo>
                  <a:lnTo>
                    <a:pt x="7289561" y="228937"/>
                  </a:lnTo>
                  <a:lnTo>
                    <a:pt x="7289686" y="228937"/>
                  </a:lnTo>
                  <a:lnTo>
                    <a:pt x="7289811" y="228937"/>
                  </a:lnTo>
                  <a:lnTo>
                    <a:pt x="7289936" y="228937"/>
                  </a:lnTo>
                  <a:lnTo>
                    <a:pt x="7290062" y="228937"/>
                  </a:lnTo>
                  <a:lnTo>
                    <a:pt x="7290187" y="228937"/>
                  </a:lnTo>
                  <a:lnTo>
                    <a:pt x="7290312" y="228937"/>
                  </a:lnTo>
                  <a:lnTo>
                    <a:pt x="7290437" y="228937"/>
                  </a:lnTo>
                  <a:lnTo>
                    <a:pt x="7290562" y="228937"/>
                  </a:lnTo>
                  <a:lnTo>
                    <a:pt x="7290687" y="228937"/>
                  </a:lnTo>
                  <a:lnTo>
                    <a:pt x="7290812" y="228937"/>
                  </a:lnTo>
                  <a:lnTo>
                    <a:pt x="7290937" y="228937"/>
                  </a:lnTo>
                  <a:lnTo>
                    <a:pt x="7291062" y="228937"/>
                  </a:lnTo>
                  <a:lnTo>
                    <a:pt x="7291187" y="228937"/>
                  </a:lnTo>
                  <a:lnTo>
                    <a:pt x="7291312" y="228937"/>
                  </a:lnTo>
                  <a:lnTo>
                    <a:pt x="7291437" y="228937"/>
                  </a:lnTo>
                  <a:lnTo>
                    <a:pt x="7291562" y="228937"/>
                  </a:lnTo>
                  <a:lnTo>
                    <a:pt x="7291687" y="228937"/>
                  </a:lnTo>
                  <a:lnTo>
                    <a:pt x="7291812" y="228937"/>
                  </a:lnTo>
                  <a:lnTo>
                    <a:pt x="7291937" y="228937"/>
                  </a:lnTo>
                  <a:lnTo>
                    <a:pt x="7292062" y="228937"/>
                  </a:lnTo>
                  <a:lnTo>
                    <a:pt x="7292187" y="228937"/>
                  </a:lnTo>
                  <a:lnTo>
                    <a:pt x="7292312" y="228937"/>
                  </a:lnTo>
                  <a:lnTo>
                    <a:pt x="7292437" y="228937"/>
                  </a:lnTo>
                  <a:lnTo>
                    <a:pt x="7292562" y="228937"/>
                  </a:lnTo>
                  <a:lnTo>
                    <a:pt x="7292687" y="228937"/>
                  </a:lnTo>
                  <a:lnTo>
                    <a:pt x="7292812" y="228937"/>
                  </a:lnTo>
                  <a:lnTo>
                    <a:pt x="7292937" y="228937"/>
                  </a:lnTo>
                  <a:lnTo>
                    <a:pt x="7293063" y="228937"/>
                  </a:lnTo>
                  <a:lnTo>
                    <a:pt x="7293188" y="228937"/>
                  </a:lnTo>
                  <a:lnTo>
                    <a:pt x="7293313" y="228937"/>
                  </a:lnTo>
                  <a:lnTo>
                    <a:pt x="7293438" y="228937"/>
                  </a:lnTo>
                  <a:lnTo>
                    <a:pt x="7293563" y="228937"/>
                  </a:lnTo>
                  <a:lnTo>
                    <a:pt x="7293688" y="228937"/>
                  </a:lnTo>
                  <a:lnTo>
                    <a:pt x="7293813" y="228937"/>
                  </a:lnTo>
                  <a:lnTo>
                    <a:pt x="7293938" y="228937"/>
                  </a:lnTo>
                  <a:lnTo>
                    <a:pt x="7294063" y="228937"/>
                  </a:lnTo>
                  <a:lnTo>
                    <a:pt x="7294188" y="228937"/>
                  </a:lnTo>
                  <a:lnTo>
                    <a:pt x="7294313" y="228937"/>
                  </a:lnTo>
                  <a:lnTo>
                    <a:pt x="7294438" y="228937"/>
                  </a:lnTo>
                  <a:lnTo>
                    <a:pt x="7294563" y="228937"/>
                  </a:lnTo>
                  <a:lnTo>
                    <a:pt x="7294688" y="228937"/>
                  </a:lnTo>
                  <a:lnTo>
                    <a:pt x="7294813" y="228937"/>
                  </a:lnTo>
                  <a:lnTo>
                    <a:pt x="7294938" y="228937"/>
                  </a:lnTo>
                  <a:lnTo>
                    <a:pt x="7295063" y="228937"/>
                  </a:lnTo>
                  <a:lnTo>
                    <a:pt x="7295188" y="228937"/>
                  </a:lnTo>
                  <a:lnTo>
                    <a:pt x="7295313" y="228937"/>
                  </a:lnTo>
                  <a:lnTo>
                    <a:pt x="7295438" y="228937"/>
                  </a:lnTo>
                  <a:lnTo>
                    <a:pt x="7295563" y="228937"/>
                  </a:lnTo>
                  <a:lnTo>
                    <a:pt x="7295688" y="228937"/>
                  </a:lnTo>
                  <a:lnTo>
                    <a:pt x="7295813" y="228937"/>
                  </a:lnTo>
                  <a:lnTo>
                    <a:pt x="7295939" y="228937"/>
                  </a:lnTo>
                  <a:lnTo>
                    <a:pt x="7296064" y="228937"/>
                  </a:lnTo>
                  <a:lnTo>
                    <a:pt x="7296189" y="228937"/>
                  </a:lnTo>
                  <a:lnTo>
                    <a:pt x="7296314" y="228937"/>
                  </a:lnTo>
                  <a:lnTo>
                    <a:pt x="7296439" y="228937"/>
                  </a:lnTo>
                  <a:lnTo>
                    <a:pt x="7296564" y="228937"/>
                  </a:lnTo>
                  <a:lnTo>
                    <a:pt x="7296689" y="228937"/>
                  </a:lnTo>
                  <a:lnTo>
                    <a:pt x="7296814" y="228937"/>
                  </a:lnTo>
                  <a:lnTo>
                    <a:pt x="7296939" y="228937"/>
                  </a:lnTo>
                  <a:lnTo>
                    <a:pt x="7297064" y="228937"/>
                  </a:lnTo>
                  <a:lnTo>
                    <a:pt x="7297189" y="228937"/>
                  </a:lnTo>
                  <a:lnTo>
                    <a:pt x="7297314" y="228937"/>
                  </a:lnTo>
                  <a:lnTo>
                    <a:pt x="7297439" y="228937"/>
                  </a:lnTo>
                  <a:lnTo>
                    <a:pt x="7297564" y="228937"/>
                  </a:lnTo>
                  <a:lnTo>
                    <a:pt x="7297689" y="228937"/>
                  </a:lnTo>
                  <a:lnTo>
                    <a:pt x="7297814" y="228937"/>
                  </a:lnTo>
                  <a:lnTo>
                    <a:pt x="7297939" y="228937"/>
                  </a:lnTo>
                  <a:lnTo>
                    <a:pt x="7298064" y="228937"/>
                  </a:lnTo>
                  <a:lnTo>
                    <a:pt x="7298189" y="228937"/>
                  </a:lnTo>
                  <a:lnTo>
                    <a:pt x="7298314" y="228937"/>
                  </a:lnTo>
                  <a:lnTo>
                    <a:pt x="7298439" y="228937"/>
                  </a:lnTo>
                  <a:lnTo>
                    <a:pt x="7298564" y="228937"/>
                  </a:lnTo>
                  <a:lnTo>
                    <a:pt x="7298689" y="228937"/>
                  </a:lnTo>
                  <a:lnTo>
                    <a:pt x="7298814" y="228937"/>
                  </a:lnTo>
                  <a:lnTo>
                    <a:pt x="7298940" y="228937"/>
                  </a:lnTo>
                  <a:lnTo>
                    <a:pt x="7299065" y="228937"/>
                  </a:lnTo>
                  <a:lnTo>
                    <a:pt x="7299190" y="228937"/>
                  </a:lnTo>
                  <a:lnTo>
                    <a:pt x="7299315" y="228937"/>
                  </a:lnTo>
                  <a:lnTo>
                    <a:pt x="7299440" y="228937"/>
                  </a:lnTo>
                  <a:lnTo>
                    <a:pt x="7299565" y="228937"/>
                  </a:lnTo>
                  <a:lnTo>
                    <a:pt x="7299690" y="228937"/>
                  </a:lnTo>
                  <a:lnTo>
                    <a:pt x="7299815" y="228937"/>
                  </a:lnTo>
                  <a:lnTo>
                    <a:pt x="7299940" y="228937"/>
                  </a:lnTo>
                  <a:lnTo>
                    <a:pt x="7300065" y="228937"/>
                  </a:lnTo>
                  <a:lnTo>
                    <a:pt x="7300190" y="228937"/>
                  </a:lnTo>
                  <a:lnTo>
                    <a:pt x="7300315" y="228937"/>
                  </a:lnTo>
                  <a:lnTo>
                    <a:pt x="7300440" y="228937"/>
                  </a:lnTo>
                  <a:lnTo>
                    <a:pt x="7300565" y="228937"/>
                  </a:lnTo>
                  <a:lnTo>
                    <a:pt x="7300690" y="228937"/>
                  </a:lnTo>
                  <a:lnTo>
                    <a:pt x="7300815" y="228937"/>
                  </a:lnTo>
                  <a:lnTo>
                    <a:pt x="7300940" y="228937"/>
                  </a:lnTo>
                  <a:lnTo>
                    <a:pt x="7301065" y="228937"/>
                  </a:lnTo>
                  <a:lnTo>
                    <a:pt x="7301190" y="228937"/>
                  </a:lnTo>
                  <a:lnTo>
                    <a:pt x="7301315" y="228937"/>
                  </a:lnTo>
                  <a:lnTo>
                    <a:pt x="7301440" y="228937"/>
                  </a:lnTo>
                  <a:lnTo>
                    <a:pt x="7301565" y="228937"/>
                  </a:lnTo>
                  <a:lnTo>
                    <a:pt x="7301690" y="228937"/>
                  </a:lnTo>
                  <a:lnTo>
                    <a:pt x="7301815" y="228937"/>
                  </a:lnTo>
                  <a:lnTo>
                    <a:pt x="7301941" y="228937"/>
                  </a:lnTo>
                  <a:lnTo>
                    <a:pt x="7302066" y="228937"/>
                  </a:lnTo>
                  <a:lnTo>
                    <a:pt x="7302191" y="228937"/>
                  </a:lnTo>
                  <a:lnTo>
                    <a:pt x="7302316" y="228937"/>
                  </a:lnTo>
                  <a:lnTo>
                    <a:pt x="7302441" y="228937"/>
                  </a:lnTo>
                  <a:lnTo>
                    <a:pt x="7302566" y="228937"/>
                  </a:lnTo>
                  <a:lnTo>
                    <a:pt x="7302691" y="228937"/>
                  </a:lnTo>
                  <a:lnTo>
                    <a:pt x="7302816" y="228937"/>
                  </a:lnTo>
                  <a:lnTo>
                    <a:pt x="7302941" y="228937"/>
                  </a:lnTo>
                  <a:lnTo>
                    <a:pt x="7303066" y="228937"/>
                  </a:lnTo>
                  <a:lnTo>
                    <a:pt x="7303191" y="228937"/>
                  </a:lnTo>
                  <a:lnTo>
                    <a:pt x="7303316" y="228937"/>
                  </a:lnTo>
                  <a:lnTo>
                    <a:pt x="7303441" y="228937"/>
                  </a:lnTo>
                  <a:lnTo>
                    <a:pt x="7303566" y="228937"/>
                  </a:lnTo>
                  <a:lnTo>
                    <a:pt x="7303691" y="228937"/>
                  </a:lnTo>
                  <a:lnTo>
                    <a:pt x="7303816" y="228937"/>
                  </a:lnTo>
                  <a:lnTo>
                    <a:pt x="7303941" y="228937"/>
                  </a:lnTo>
                  <a:lnTo>
                    <a:pt x="7304066" y="228937"/>
                  </a:lnTo>
                  <a:lnTo>
                    <a:pt x="7304191" y="228937"/>
                  </a:lnTo>
                  <a:lnTo>
                    <a:pt x="7304316" y="228937"/>
                  </a:lnTo>
                  <a:lnTo>
                    <a:pt x="7304441" y="228937"/>
                  </a:lnTo>
                  <a:lnTo>
                    <a:pt x="7304566" y="228937"/>
                  </a:lnTo>
                  <a:lnTo>
                    <a:pt x="7304691" y="228937"/>
                  </a:lnTo>
                  <a:lnTo>
                    <a:pt x="7304816" y="228937"/>
                  </a:lnTo>
                  <a:lnTo>
                    <a:pt x="7304942" y="228937"/>
                  </a:lnTo>
                  <a:lnTo>
                    <a:pt x="7305067" y="228937"/>
                  </a:lnTo>
                  <a:lnTo>
                    <a:pt x="7305192" y="228937"/>
                  </a:lnTo>
                  <a:lnTo>
                    <a:pt x="7305317" y="228937"/>
                  </a:lnTo>
                  <a:lnTo>
                    <a:pt x="7305442" y="228937"/>
                  </a:lnTo>
                  <a:lnTo>
                    <a:pt x="7305567" y="228937"/>
                  </a:lnTo>
                  <a:lnTo>
                    <a:pt x="7305692" y="228937"/>
                  </a:lnTo>
                  <a:lnTo>
                    <a:pt x="7305817" y="228937"/>
                  </a:lnTo>
                  <a:lnTo>
                    <a:pt x="7305942" y="228937"/>
                  </a:lnTo>
                  <a:lnTo>
                    <a:pt x="7306067" y="228937"/>
                  </a:lnTo>
                  <a:lnTo>
                    <a:pt x="7306192" y="228937"/>
                  </a:lnTo>
                  <a:lnTo>
                    <a:pt x="7306317" y="228937"/>
                  </a:lnTo>
                  <a:lnTo>
                    <a:pt x="7306442" y="228937"/>
                  </a:lnTo>
                  <a:lnTo>
                    <a:pt x="7306567" y="228937"/>
                  </a:lnTo>
                  <a:lnTo>
                    <a:pt x="7306692" y="228937"/>
                  </a:lnTo>
                  <a:lnTo>
                    <a:pt x="7306817" y="228937"/>
                  </a:lnTo>
                  <a:lnTo>
                    <a:pt x="7306942" y="228937"/>
                  </a:lnTo>
                  <a:lnTo>
                    <a:pt x="7307067" y="228937"/>
                  </a:lnTo>
                  <a:lnTo>
                    <a:pt x="7307192" y="228937"/>
                  </a:lnTo>
                  <a:lnTo>
                    <a:pt x="7307317" y="228937"/>
                  </a:lnTo>
                  <a:lnTo>
                    <a:pt x="7307442" y="228937"/>
                  </a:lnTo>
                  <a:lnTo>
                    <a:pt x="7307567" y="228937"/>
                  </a:lnTo>
                  <a:lnTo>
                    <a:pt x="7307692" y="228937"/>
                  </a:lnTo>
                  <a:lnTo>
                    <a:pt x="7307817" y="228937"/>
                  </a:lnTo>
                  <a:lnTo>
                    <a:pt x="7307943" y="228937"/>
                  </a:lnTo>
                  <a:lnTo>
                    <a:pt x="7308068" y="228937"/>
                  </a:lnTo>
                  <a:lnTo>
                    <a:pt x="7308193" y="228937"/>
                  </a:lnTo>
                  <a:lnTo>
                    <a:pt x="7308318" y="228937"/>
                  </a:lnTo>
                  <a:lnTo>
                    <a:pt x="7308443" y="228937"/>
                  </a:lnTo>
                  <a:lnTo>
                    <a:pt x="7308568" y="228937"/>
                  </a:lnTo>
                  <a:lnTo>
                    <a:pt x="7308693" y="228937"/>
                  </a:lnTo>
                  <a:lnTo>
                    <a:pt x="7308818" y="228937"/>
                  </a:lnTo>
                  <a:lnTo>
                    <a:pt x="7308943" y="228937"/>
                  </a:lnTo>
                  <a:lnTo>
                    <a:pt x="7309068" y="228937"/>
                  </a:lnTo>
                  <a:lnTo>
                    <a:pt x="7309193" y="228937"/>
                  </a:lnTo>
                  <a:lnTo>
                    <a:pt x="7309318" y="228937"/>
                  </a:lnTo>
                  <a:lnTo>
                    <a:pt x="7309443" y="228937"/>
                  </a:lnTo>
                  <a:lnTo>
                    <a:pt x="7309568" y="228937"/>
                  </a:lnTo>
                  <a:lnTo>
                    <a:pt x="7309693" y="228937"/>
                  </a:lnTo>
                  <a:lnTo>
                    <a:pt x="7309818" y="228937"/>
                  </a:lnTo>
                  <a:lnTo>
                    <a:pt x="7309943" y="228937"/>
                  </a:lnTo>
                  <a:lnTo>
                    <a:pt x="7310068" y="228937"/>
                  </a:lnTo>
                  <a:lnTo>
                    <a:pt x="7310193" y="228937"/>
                  </a:lnTo>
                  <a:lnTo>
                    <a:pt x="7310318" y="228937"/>
                  </a:lnTo>
                  <a:lnTo>
                    <a:pt x="7310443" y="228937"/>
                  </a:lnTo>
                  <a:lnTo>
                    <a:pt x="7310568" y="228937"/>
                  </a:lnTo>
                  <a:lnTo>
                    <a:pt x="7310693" y="228937"/>
                  </a:lnTo>
                  <a:lnTo>
                    <a:pt x="7310818" y="228937"/>
                  </a:lnTo>
                  <a:lnTo>
                    <a:pt x="7310944" y="228937"/>
                  </a:lnTo>
                  <a:lnTo>
                    <a:pt x="7311069" y="228937"/>
                  </a:lnTo>
                  <a:lnTo>
                    <a:pt x="7311194" y="228937"/>
                  </a:lnTo>
                  <a:lnTo>
                    <a:pt x="7311319" y="228937"/>
                  </a:lnTo>
                  <a:lnTo>
                    <a:pt x="7311444" y="228937"/>
                  </a:lnTo>
                  <a:lnTo>
                    <a:pt x="7311569" y="228937"/>
                  </a:lnTo>
                  <a:lnTo>
                    <a:pt x="7311694" y="228937"/>
                  </a:lnTo>
                  <a:lnTo>
                    <a:pt x="7311819" y="228937"/>
                  </a:lnTo>
                  <a:lnTo>
                    <a:pt x="7311944" y="228937"/>
                  </a:lnTo>
                  <a:lnTo>
                    <a:pt x="7312069" y="228937"/>
                  </a:lnTo>
                  <a:lnTo>
                    <a:pt x="7312194" y="228937"/>
                  </a:lnTo>
                  <a:lnTo>
                    <a:pt x="7312319" y="228937"/>
                  </a:lnTo>
                  <a:lnTo>
                    <a:pt x="7312444" y="228937"/>
                  </a:lnTo>
                  <a:lnTo>
                    <a:pt x="7312569" y="228937"/>
                  </a:lnTo>
                  <a:lnTo>
                    <a:pt x="7312694" y="228937"/>
                  </a:lnTo>
                  <a:lnTo>
                    <a:pt x="7312819" y="228937"/>
                  </a:lnTo>
                  <a:lnTo>
                    <a:pt x="7312944" y="228937"/>
                  </a:lnTo>
                  <a:lnTo>
                    <a:pt x="7313069" y="228937"/>
                  </a:lnTo>
                  <a:lnTo>
                    <a:pt x="7313194" y="228937"/>
                  </a:lnTo>
                  <a:lnTo>
                    <a:pt x="7313319" y="228937"/>
                  </a:lnTo>
                  <a:lnTo>
                    <a:pt x="7313444" y="228937"/>
                  </a:lnTo>
                  <a:lnTo>
                    <a:pt x="7313569" y="228937"/>
                  </a:lnTo>
                  <a:lnTo>
                    <a:pt x="7313694" y="228937"/>
                  </a:lnTo>
                  <a:lnTo>
                    <a:pt x="7313819" y="228937"/>
                  </a:lnTo>
                  <a:lnTo>
                    <a:pt x="7313945" y="228937"/>
                  </a:lnTo>
                  <a:lnTo>
                    <a:pt x="7314070" y="228937"/>
                  </a:lnTo>
                  <a:lnTo>
                    <a:pt x="7314195" y="228937"/>
                  </a:lnTo>
                  <a:lnTo>
                    <a:pt x="7314320" y="228937"/>
                  </a:lnTo>
                  <a:lnTo>
                    <a:pt x="7314445" y="228937"/>
                  </a:lnTo>
                  <a:lnTo>
                    <a:pt x="7314570" y="228937"/>
                  </a:lnTo>
                  <a:lnTo>
                    <a:pt x="7314695" y="228937"/>
                  </a:lnTo>
                  <a:lnTo>
                    <a:pt x="7314820" y="228937"/>
                  </a:lnTo>
                  <a:lnTo>
                    <a:pt x="7314945" y="228937"/>
                  </a:lnTo>
                  <a:lnTo>
                    <a:pt x="7315070" y="228937"/>
                  </a:lnTo>
                  <a:lnTo>
                    <a:pt x="7315195" y="228937"/>
                  </a:lnTo>
                  <a:lnTo>
                    <a:pt x="7315320" y="228937"/>
                  </a:lnTo>
                  <a:lnTo>
                    <a:pt x="7315445" y="228937"/>
                  </a:lnTo>
                  <a:lnTo>
                    <a:pt x="7315570" y="228937"/>
                  </a:lnTo>
                  <a:lnTo>
                    <a:pt x="7315695" y="228937"/>
                  </a:lnTo>
                  <a:lnTo>
                    <a:pt x="7315820" y="228937"/>
                  </a:lnTo>
                  <a:lnTo>
                    <a:pt x="7315945" y="228937"/>
                  </a:lnTo>
                  <a:lnTo>
                    <a:pt x="7316070" y="228937"/>
                  </a:lnTo>
                  <a:lnTo>
                    <a:pt x="7316195" y="228937"/>
                  </a:lnTo>
                  <a:lnTo>
                    <a:pt x="7316320" y="228937"/>
                  </a:lnTo>
                  <a:lnTo>
                    <a:pt x="7316445" y="228937"/>
                  </a:lnTo>
                  <a:lnTo>
                    <a:pt x="7316570" y="228937"/>
                  </a:lnTo>
                  <a:lnTo>
                    <a:pt x="7316695" y="228937"/>
                  </a:lnTo>
                  <a:lnTo>
                    <a:pt x="7316820" y="228937"/>
                  </a:lnTo>
                  <a:lnTo>
                    <a:pt x="7316946" y="228937"/>
                  </a:lnTo>
                  <a:lnTo>
                    <a:pt x="7317071" y="228937"/>
                  </a:lnTo>
                  <a:lnTo>
                    <a:pt x="7317196" y="228937"/>
                  </a:lnTo>
                  <a:lnTo>
                    <a:pt x="7317321" y="228937"/>
                  </a:lnTo>
                  <a:lnTo>
                    <a:pt x="7317446" y="228937"/>
                  </a:lnTo>
                  <a:lnTo>
                    <a:pt x="7317571" y="228937"/>
                  </a:lnTo>
                  <a:lnTo>
                    <a:pt x="7317696" y="228937"/>
                  </a:lnTo>
                  <a:lnTo>
                    <a:pt x="7317821" y="228937"/>
                  </a:lnTo>
                  <a:lnTo>
                    <a:pt x="7317946" y="228937"/>
                  </a:lnTo>
                  <a:lnTo>
                    <a:pt x="7318071" y="228937"/>
                  </a:lnTo>
                  <a:lnTo>
                    <a:pt x="7318196" y="228937"/>
                  </a:lnTo>
                  <a:lnTo>
                    <a:pt x="7318321" y="228937"/>
                  </a:lnTo>
                  <a:lnTo>
                    <a:pt x="7318446" y="228937"/>
                  </a:lnTo>
                  <a:lnTo>
                    <a:pt x="7318571" y="228937"/>
                  </a:lnTo>
                  <a:lnTo>
                    <a:pt x="7318696" y="228937"/>
                  </a:lnTo>
                  <a:lnTo>
                    <a:pt x="7318821" y="228937"/>
                  </a:lnTo>
                  <a:lnTo>
                    <a:pt x="7318946" y="228937"/>
                  </a:lnTo>
                  <a:lnTo>
                    <a:pt x="7319071" y="228937"/>
                  </a:lnTo>
                  <a:lnTo>
                    <a:pt x="7319196" y="228937"/>
                  </a:lnTo>
                  <a:lnTo>
                    <a:pt x="7319321" y="228937"/>
                  </a:lnTo>
                  <a:lnTo>
                    <a:pt x="7319446" y="228937"/>
                  </a:lnTo>
                  <a:lnTo>
                    <a:pt x="7319571" y="228937"/>
                  </a:lnTo>
                  <a:lnTo>
                    <a:pt x="7319696" y="228937"/>
                  </a:lnTo>
                  <a:lnTo>
                    <a:pt x="7319821" y="228937"/>
                  </a:lnTo>
                  <a:lnTo>
                    <a:pt x="7319947" y="228937"/>
                  </a:lnTo>
                  <a:lnTo>
                    <a:pt x="7320072" y="228937"/>
                  </a:lnTo>
                  <a:lnTo>
                    <a:pt x="7320197" y="228937"/>
                  </a:lnTo>
                  <a:lnTo>
                    <a:pt x="7320322" y="228937"/>
                  </a:lnTo>
                  <a:lnTo>
                    <a:pt x="7320447" y="228937"/>
                  </a:lnTo>
                  <a:lnTo>
                    <a:pt x="7320572" y="228937"/>
                  </a:lnTo>
                  <a:lnTo>
                    <a:pt x="7320697" y="228937"/>
                  </a:lnTo>
                  <a:lnTo>
                    <a:pt x="7320822" y="228937"/>
                  </a:lnTo>
                  <a:lnTo>
                    <a:pt x="7320947" y="228937"/>
                  </a:lnTo>
                  <a:lnTo>
                    <a:pt x="7321072" y="228937"/>
                  </a:lnTo>
                  <a:lnTo>
                    <a:pt x="7321197" y="228937"/>
                  </a:lnTo>
                  <a:lnTo>
                    <a:pt x="7321322" y="228937"/>
                  </a:lnTo>
                  <a:lnTo>
                    <a:pt x="7321447" y="228937"/>
                  </a:lnTo>
                  <a:lnTo>
                    <a:pt x="7321572" y="228937"/>
                  </a:lnTo>
                  <a:lnTo>
                    <a:pt x="7321697" y="228937"/>
                  </a:lnTo>
                  <a:lnTo>
                    <a:pt x="7321822" y="228937"/>
                  </a:lnTo>
                  <a:lnTo>
                    <a:pt x="7321947" y="228937"/>
                  </a:lnTo>
                  <a:lnTo>
                    <a:pt x="7322072" y="228937"/>
                  </a:lnTo>
                  <a:lnTo>
                    <a:pt x="7322197" y="228937"/>
                  </a:lnTo>
                  <a:lnTo>
                    <a:pt x="7322322" y="228937"/>
                  </a:lnTo>
                  <a:lnTo>
                    <a:pt x="7322447" y="228937"/>
                  </a:lnTo>
                  <a:lnTo>
                    <a:pt x="7322572" y="228937"/>
                  </a:lnTo>
                  <a:lnTo>
                    <a:pt x="7322697" y="228937"/>
                  </a:lnTo>
                  <a:lnTo>
                    <a:pt x="7322822" y="228937"/>
                  </a:lnTo>
                  <a:lnTo>
                    <a:pt x="7322948" y="228937"/>
                  </a:lnTo>
                  <a:lnTo>
                    <a:pt x="7323073" y="228937"/>
                  </a:lnTo>
                  <a:lnTo>
                    <a:pt x="7323198" y="228937"/>
                  </a:lnTo>
                  <a:lnTo>
                    <a:pt x="7323323" y="228937"/>
                  </a:lnTo>
                  <a:lnTo>
                    <a:pt x="7323448" y="228937"/>
                  </a:lnTo>
                  <a:lnTo>
                    <a:pt x="7323573" y="228937"/>
                  </a:lnTo>
                  <a:lnTo>
                    <a:pt x="7323698" y="228937"/>
                  </a:lnTo>
                  <a:lnTo>
                    <a:pt x="7323823" y="228937"/>
                  </a:lnTo>
                  <a:lnTo>
                    <a:pt x="7323948" y="228937"/>
                  </a:lnTo>
                  <a:lnTo>
                    <a:pt x="7324073" y="228937"/>
                  </a:lnTo>
                  <a:lnTo>
                    <a:pt x="7324198" y="228937"/>
                  </a:lnTo>
                  <a:lnTo>
                    <a:pt x="7324323" y="228937"/>
                  </a:lnTo>
                  <a:lnTo>
                    <a:pt x="7324448" y="228937"/>
                  </a:lnTo>
                  <a:lnTo>
                    <a:pt x="7324573" y="228937"/>
                  </a:lnTo>
                  <a:lnTo>
                    <a:pt x="7324698" y="228937"/>
                  </a:lnTo>
                  <a:lnTo>
                    <a:pt x="7324823" y="228937"/>
                  </a:lnTo>
                  <a:lnTo>
                    <a:pt x="7324948" y="228937"/>
                  </a:lnTo>
                  <a:lnTo>
                    <a:pt x="7325073" y="228937"/>
                  </a:lnTo>
                  <a:lnTo>
                    <a:pt x="7325198" y="228937"/>
                  </a:lnTo>
                  <a:lnTo>
                    <a:pt x="7325323" y="228937"/>
                  </a:lnTo>
                  <a:lnTo>
                    <a:pt x="7325448" y="228937"/>
                  </a:lnTo>
                  <a:lnTo>
                    <a:pt x="7325573" y="228937"/>
                  </a:lnTo>
                  <a:lnTo>
                    <a:pt x="7325698" y="228937"/>
                  </a:lnTo>
                  <a:lnTo>
                    <a:pt x="7325823" y="228937"/>
                  </a:lnTo>
                  <a:lnTo>
                    <a:pt x="7325949" y="228937"/>
                  </a:lnTo>
                  <a:lnTo>
                    <a:pt x="7326074" y="228937"/>
                  </a:lnTo>
                  <a:lnTo>
                    <a:pt x="7326199" y="228937"/>
                  </a:lnTo>
                  <a:lnTo>
                    <a:pt x="7326324" y="228937"/>
                  </a:lnTo>
                  <a:lnTo>
                    <a:pt x="7326449" y="228937"/>
                  </a:lnTo>
                  <a:lnTo>
                    <a:pt x="7326574" y="228937"/>
                  </a:lnTo>
                  <a:lnTo>
                    <a:pt x="7326699" y="228937"/>
                  </a:lnTo>
                  <a:lnTo>
                    <a:pt x="7326824" y="228937"/>
                  </a:lnTo>
                  <a:lnTo>
                    <a:pt x="7326949" y="228937"/>
                  </a:lnTo>
                  <a:lnTo>
                    <a:pt x="7327074" y="228937"/>
                  </a:lnTo>
                  <a:lnTo>
                    <a:pt x="7327199" y="228937"/>
                  </a:lnTo>
                  <a:lnTo>
                    <a:pt x="7327324" y="228937"/>
                  </a:lnTo>
                  <a:lnTo>
                    <a:pt x="7327449" y="228937"/>
                  </a:lnTo>
                  <a:lnTo>
                    <a:pt x="7327574" y="228937"/>
                  </a:lnTo>
                  <a:lnTo>
                    <a:pt x="7327699" y="228937"/>
                  </a:lnTo>
                  <a:lnTo>
                    <a:pt x="7327824" y="228937"/>
                  </a:lnTo>
                  <a:lnTo>
                    <a:pt x="7327949" y="228937"/>
                  </a:lnTo>
                  <a:lnTo>
                    <a:pt x="7328074" y="228937"/>
                  </a:lnTo>
                  <a:lnTo>
                    <a:pt x="7328199" y="228937"/>
                  </a:lnTo>
                  <a:lnTo>
                    <a:pt x="7328324" y="228937"/>
                  </a:lnTo>
                  <a:lnTo>
                    <a:pt x="7328449" y="228937"/>
                  </a:lnTo>
                  <a:lnTo>
                    <a:pt x="7328574" y="228937"/>
                  </a:lnTo>
                  <a:lnTo>
                    <a:pt x="7328699" y="228937"/>
                  </a:lnTo>
                  <a:lnTo>
                    <a:pt x="7328824" y="228937"/>
                  </a:lnTo>
                  <a:lnTo>
                    <a:pt x="7328950" y="228937"/>
                  </a:lnTo>
                  <a:lnTo>
                    <a:pt x="7329075" y="228937"/>
                  </a:lnTo>
                  <a:lnTo>
                    <a:pt x="7329200" y="228937"/>
                  </a:lnTo>
                  <a:lnTo>
                    <a:pt x="7329325" y="228937"/>
                  </a:lnTo>
                  <a:lnTo>
                    <a:pt x="7329450" y="228937"/>
                  </a:lnTo>
                  <a:lnTo>
                    <a:pt x="7329575" y="228937"/>
                  </a:lnTo>
                  <a:lnTo>
                    <a:pt x="7329700" y="228937"/>
                  </a:lnTo>
                  <a:lnTo>
                    <a:pt x="7329825" y="228937"/>
                  </a:lnTo>
                  <a:lnTo>
                    <a:pt x="7329950" y="228937"/>
                  </a:lnTo>
                  <a:lnTo>
                    <a:pt x="7330075" y="228937"/>
                  </a:lnTo>
                  <a:lnTo>
                    <a:pt x="7330200" y="228937"/>
                  </a:lnTo>
                  <a:lnTo>
                    <a:pt x="7330325" y="228937"/>
                  </a:lnTo>
                  <a:lnTo>
                    <a:pt x="7330450" y="228937"/>
                  </a:lnTo>
                  <a:lnTo>
                    <a:pt x="7330575" y="228937"/>
                  </a:lnTo>
                  <a:lnTo>
                    <a:pt x="7330700" y="228937"/>
                  </a:lnTo>
                  <a:lnTo>
                    <a:pt x="7330825" y="228937"/>
                  </a:lnTo>
                  <a:lnTo>
                    <a:pt x="7330950" y="228937"/>
                  </a:lnTo>
                  <a:lnTo>
                    <a:pt x="7331075" y="228937"/>
                  </a:lnTo>
                  <a:lnTo>
                    <a:pt x="7331200" y="228937"/>
                  </a:lnTo>
                  <a:lnTo>
                    <a:pt x="7331325" y="228937"/>
                  </a:lnTo>
                  <a:lnTo>
                    <a:pt x="7331450" y="228937"/>
                  </a:lnTo>
                  <a:lnTo>
                    <a:pt x="7331575" y="228937"/>
                  </a:lnTo>
                  <a:lnTo>
                    <a:pt x="7331700" y="228937"/>
                  </a:lnTo>
                  <a:lnTo>
                    <a:pt x="7331825" y="228937"/>
                  </a:lnTo>
                  <a:lnTo>
                    <a:pt x="7331951" y="228937"/>
                  </a:lnTo>
                  <a:lnTo>
                    <a:pt x="7332076" y="228937"/>
                  </a:lnTo>
                  <a:lnTo>
                    <a:pt x="7332201" y="228937"/>
                  </a:lnTo>
                  <a:lnTo>
                    <a:pt x="7332326" y="228937"/>
                  </a:lnTo>
                  <a:lnTo>
                    <a:pt x="7332451" y="228937"/>
                  </a:lnTo>
                  <a:lnTo>
                    <a:pt x="7332576" y="228937"/>
                  </a:lnTo>
                  <a:lnTo>
                    <a:pt x="7332701" y="228937"/>
                  </a:lnTo>
                  <a:lnTo>
                    <a:pt x="7332826" y="228937"/>
                  </a:lnTo>
                  <a:lnTo>
                    <a:pt x="7332951" y="228937"/>
                  </a:lnTo>
                  <a:lnTo>
                    <a:pt x="7333076" y="228937"/>
                  </a:lnTo>
                  <a:lnTo>
                    <a:pt x="7333201" y="228937"/>
                  </a:lnTo>
                  <a:lnTo>
                    <a:pt x="7333326" y="228937"/>
                  </a:lnTo>
                  <a:lnTo>
                    <a:pt x="7333451" y="228937"/>
                  </a:lnTo>
                  <a:lnTo>
                    <a:pt x="7333576" y="228937"/>
                  </a:lnTo>
                  <a:lnTo>
                    <a:pt x="7333701" y="228937"/>
                  </a:lnTo>
                  <a:lnTo>
                    <a:pt x="7333826" y="228937"/>
                  </a:lnTo>
                  <a:lnTo>
                    <a:pt x="7333951" y="228937"/>
                  </a:lnTo>
                  <a:lnTo>
                    <a:pt x="7334076" y="228937"/>
                  </a:lnTo>
                  <a:lnTo>
                    <a:pt x="7334201" y="228937"/>
                  </a:lnTo>
                  <a:lnTo>
                    <a:pt x="7334326" y="228937"/>
                  </a:lnTo>
                  <a:lnTo>
                    <a:pt x="7334451" y="228937"/>
                  </a:lnTo>
                  <a:lnTo>
                    <a:pt x="7334576" y="228937"/>
                  </a:lnTo>
                  <a:lnTo>
                    <a:pt x="7334701" y="228937"/>
                  </a:lnTo>
                  <a:lnTo>
                    <a:pt x="7334827" y="228937"/>
                  </a:lnTo>
                  <a:lnTo>
                    <a:pt x="7334952" y="228937"/>
                  </a:lnTo>
                  <a:lnTo>
                    <a:pt x="7335077" y="228937"/>
                  </a:lnTo>
                  <a:lnTo>
                    <a:pt x="7335202" y="228937"/>
                  </a:lnTo>
                  <a:lnTo>
                    <a:pt x="7335327" y="228937"/>
                  </a:lnTo>
                  <a:lnTo>
                    <a:pt x="7335452" y="228937"/>
                  </a:lnTo>
                  <a:lnTo>
                    <a:pt x="7335577" y="228937"/>
                  </a:lnTo>
                  <a:lnTo>
                    <a:pt x="7335702" y="228937"/>
                  </a:lnTo>
                  <a:lnTo>
                    <a:pt x="7335827" y="228937"/>
                  </a:lnTo>
                  <a:lnTo>
                    <a:pt x="7335952" y="228937"/>
                  </a:lnTo>
                  <a:lnTo>
                    <a:pt x="7336077" y="228937"/>
                  </a:lnTo>
                  <a:lnTo>
                    <a:pt x="7336202" y="228937"/>
                  </a:lnTo>
                  <a:lnTo>
                    <a:pt x="7336327" y="228937"/>
                  </a:lnTo>
                  <a:lnTo>
                    <a:pt x="7336452" y="228937"/>
                  </a:lnTo>
                  <a:lnTo>
                    <a:pt x="7336577" y="228937"/>
                  </a:lnTo>
                  <a:lnTo>
                    <a:pt x="7336702" y="228937"/>
                  </a:lnTo>
                  <a:lnTo>
                    <a:pt x="7336827" y="228937"/>
                  </a:lnTo>
                  <a:lnTo>
                    <a:pt x="7336952" y="228937"/>
                  </a:lnTo>
                  <a:lnTo>
                    <a:pt x="7337077" y="228937"/>
                  </a:lnTo>
                  <a:lnTo>
                    <a:pt x="7337202" y="228937"/>
                  </a:lnTo>
                  <a:lnTo>
                    <a:pt x="7337327" y="228937"/>
                  </a:lnTo>
                  <a:lnTo>
                    <a:pt x="7337452" y="228937"/>
                  </a:lnTo>
                  <a:lnTo>
                    <a:pt x="7337577" y="228937"/>
                  </a:lnTo>
                  <a:lnTo>
                    <a:pt x="7337702" y="228937"/>
                  </a:lnTo>
                  <a:lnTo>
                    <a:pt x="7337828" y="228937"/>
                  </a:lnTo>
                  <a:lnTo>
                    <a:pt x="7337953" y="228937"/>
                  </a:lnTo>
                  <a:lnTo>
                    <a:pt x="7338078" y="228937"/>
                  </a:lnTo>
                  <a:lnTo>
                    <a:pt x="7338203" y="228937"/>
                  </a:lnTo>
                  <a:lnTo>
                    <a:pt x="7338328" y="228937"/>
                  </a:lnTo>
                  <a:lnTo>
                    <a:pt x="7338453" y="228937"/>
                  </a:lnTo>
                  <a:lnTo>
                    <a:pt x="7338578" y="228937"/>
                  </a:lnTo>
                  <a:lnTo>
                    <a:pt x="7338703" y="228937"/>
                  </a:lnTo>
                  <a:lnTo>
                    <a:pt x="7338828" y="228937"/>
                  </a:lnTo>
                  <a:lnTo>
                    <a:pt x="7338953" y="228937"/>
                  </a:lnTo>
                  <a:lnTo>
                    <a:pt x="7339078" y="228937"/>
                  </a:lnTo>
                  <a:lnTo>
                    <a:pt x="7339203" y="228937"/>
                  </a:lnTo>
                  <a:lnTo>
                    <a:pt x="7339328" y="228937"/>
                  </a:lnTo>
                  <a:lnTo>
                    <a:pt x="7339453" y="228937"/>
                  </a:lnTo>
                  <a:lnTo>
                    <a:pt x="7339578" y="228937"/>
                  </a:lnTo>
                  <a:lnTo>
                    <a:pt x="7339703" y="228937"/>
                  </a:lnTo>
                  <a:lnTo>
                    <a:pt x="7339828" y="228937"/>
                  </a:lnTo>
                  <a:lnTo>
                    <a:pt x="7339953" y="228937"/>
                  </a:lnTo>
                  <a:lnTo>
                    <a:pt x="7340078" y="228937"/>
                  </a:lnTo>
                  <a:lnTo>
                    <a:pt x="7340203" y="228937"/>
                  </a:lnTo>
                  <a:lnTo>
                    <a:pt x="7340328" y="228937"/>
                  </a:lnTo>
                  <a:lnTo>
                    <a:pt x="7340453" y="228937"/>
                  </a:lnTo>
                  <a:lnTo>
                    <a:pt x="7340578" y="228937"/>
                  </a:lnTo>
                  <a:lnTo>
                    <a:pt x="7340703" y="228937"/>
                  </a:lnTo>
                  <a:lnTo>
                    <a:pt x="7340829" y="228937"/>
                  </a:lnTo>
                  <a:lnTo>
                    <a:pt x="7340954" y="228937"/>
                  </a:lnTo>
                  <a:lnTo>
                    <a:pt x="7341079" y="228937"/>
                  </a:lnTo>
                  <a:lnTo>
                    <a:pt x="7341204" y="228937"/>
                  </a:lnTo>
                  <a:lnTo>
                    <a:pt x="7341329" y="228937"/>
                  </a:lnTo>
                  <a:lnTo>
                    <a:pt x="7341454" y="228937"/>
                  </a:lnTo>
                  <a:lnTo>
                    <a:pt x="7341579" y="228937"/>
                  </a:lnTo>
                  <a:lnTo>
                    <a:pt x="7341704" y="228937"/>
                  </a:lnTo>
                  <a:lnTo>
                    <a:pt x="7341829" y="228937"/>
                  </a:lnTo>
                  <a:lnTo>
                    <a:pt x="7341954" y="228937"/>
                  </a:lnTo>
                  <a:lnTo>
                    <a:pt x="7342079" y="228937"/>
                  </a:lnTo>
                  <a:lnTo>
                    <a:pt x="7342204" y="228937"/>
                  </a:lnTo>
                  <a:lnTo>
                    <a:pt x="7342329" y="228937"/>
                  </a:lnTo>
                  <a:lnTo>
                    <a:pt x="7342454" y="228937"/>
                  </a:lnTo>
                  <a:lnTo>
                    <a:pt x="7342579" y="228937"/>
                  </a:lnTo>
                  <a:lnTo>
                    <a:pt x="7342704" y="228937"/>
                  </a:lnTo>
                  <a:lnTo>
                    <a:pt x="7342829" y="228937"/>
                  </a:lnTo>
                  <a:lnTo>
                    <a:pt x="7342954" y="228937"/>
                  </a:lnTo>
                  <a:lnTo>
                    <a:pt x="7343079" y="228937"/>
                  </a:lnTo>
                  <a:lnTo>
                    <a:pt x="7343204" y="228937"/>
                  </a:lnTo>
                  <a:lnTo>
                    <a:pt x="7343329" y="228937"/>
                  </a:lnTo>
                  <a:lnTo>
                    <a:pt x="7343454" y="228937"/>
                  </a:lnTo>
                  <a:lnTo>
                    <a:pt x="7343579" y="228937"/>
                  </a:lnTo>
                  <a:lnTo>
                    <a:pt x="7343704" y="228937"/>
                  </a:lnTo>
                  <a:lnTo>
                    <a:pt x="7343830" y="228937"/>
                  </a:lnTo>
                  <a:lnTo>
                    <a:pt x="7343955" y="228937"/>
                  </a:lnTo>
                  <a:lnTo>
                    <a:pt x="7344080" y="228937"/>
                  </a:lnTo>
                  <a:lnTo>
                    <a:pt x="7344205" y="228937"/>
                  </a:lnTo>
                  <a:lnTo>
                    <a:pt x="7344330" y="228937"/>
                  </a:lnTo>
                  <a:lnTo>
                    <a:pt x="7344455" y="228937"/>
                  </a:lnTo>
                  <a:lnTo>
                    <a:pt x="7344580" y="228937"/>
                  </a:lnTo>
                  <a:lnTo>
                    <a:pt x="7344705" y="228937"/>
                  </a:lnTo>
                  <a:lnTo>
                    <a:pt x="7344830" y="228937"/>
                  </a:lnTo>
                  <a:lnTo>
                    <a:pt x="7344955" y="228937"/>
                  </a:lnTo>
                  <a:lnTo>
                    <a:pt x="7345080" y="228937"/>
                  </a:lnTo>
                  <a:lnTo>
                    <a:pt x="7345205" y="228937"/>
                  </a:lnTo>
                  <a:lnTo>
                    <a:pt x="7345330" y="228937"/>
                  </a:lnTo>
                  <a:lnTo>
                    <a:pt x="7345455" y="228937"/>
                  </a:lnTo>
                  <a:lnTo>
                    <a:pt x="7345580" y="228937"/>
                  </a:lnTo>
                  <a:lnTo>
                    <a:pt x="7345705" y="228937"/>
                  </a:lnTo>
                  <a:lnTo>
                    <a:pt x="7345830" y="228937"/>
                  </a:lnTo>
                  <a:lnTo>
                    <a:pt x="7345955" y="228937"/>
                  </a:lnTo>
                  <a:lnTo>
                    <a:pt x="7346080" y="228937"/>
                  </a:lnTo>
                  <a:lnTo>
                    <a:pt x="7346205" y="228937"/>
                  </a:lnTo>
                  <a:lnTo>
                    <a:pt x="7346330" y="228937"/>
                  </a:lnTo>
                  <a:lnTo>
                    <a:pt x="7346455" y="228937"/>
                  </a:lnTo>
                  <a:lnTo>
                    <a:pt x="7346580" y="228937"/>
                  </a:lnTo>
                  <a:lnTo>
                    <a:pt x="7346580" y="218984"/>
                  </a:lnTo>
                  <a:lnTo>
                    <a:pt x="7346705" y="218984"/>
                  </a:lnTo>
                  <a:lnTo>
                    <a:pt x="7346831" y="218984"/>
                  </a:lnTo>
                  <a:lnTo>
                    <a:pt x="7346956" y="218984"/>
                  </a:lnTo>
                  <a:lnTo>
                    <a:pt x="7347081" y="218984"/>
                  </a:lnTo>
                  <a:lnTo>
                    <a:pt x="7347206" y="218984"/>
                  </a:lnTo>
                  <a:lnTo>
                    <a:pt x="7347331" y="218984"/>
                  </a:lnTo>
                  <a:lnTo>
                    <a:pt x="7347456" y="218984"/>
                  </a:lnTo>
                  <a:lnTo>
                    <a:pt x="7347581" y="218984"/>
                  </a:lnTo>
                  <a:lnTo>
                    <a:pt x="7347706" y="218984"/>
                  </a:lnTo>
                  <a:lnTo>
                    <a:pt x="7347831" y="218984"/>
                  </a:lnTo>
                  <a:lnTo>
                    <a:pt x="7347956" y="218984"/>
                  </a:lnTo>
                  <a:lnTo>
                    <a:pt x="7348081" y="218984"/>
                  </a:lnTo>
                  <a:lnTo>
                    <a:pt x="7348206" y="218984"/>
                  </a:lnTo>
                  <a:lnTo>
                    <a:pt x="7348331" y="218984"/>
                  </a:lnTo>
                  <a:lnTo>
                    <a:pt x="7348456" y="218984"/>
                  </a:lnTo>
                  <a:lnTo>
                    <a:pt x="7348581" y="218984"/>
                  </a:lnTo>
                  <a:lnTo>
                    <a:pt x="7348706" y="218984"/>
                  </a:lnTo>
                  <a:lnTo>
                    <a:pt x="7348831" y="218984"/>
                  </a:lnTo>
                  <a:lnTo>
                    <a:pt x="7348956" y="218984"/>
                  </a:lnTo>
                  <a:lnTo>
                    <a:pt x="7349081" y="218984"/>
                  </a:lnTo>
                  <a:lnTo>
                    <a:pt x="7349206" y="218984"/>
                  </a:lnTo>
                  <a:lnTo>
                    <a:pt x="7349331" y="218984"/>
                  </a:lnTo>
                  <a:lnTo>
                    <a:pt x="7349456" y="218984"/>
                  </a:lnTo>
                  <a:lnTo>
                    <a:pt x="7349581" y="218984"/>
                  </a:lnTo>
                  <a:lnTo>
                    <a:pt x="7349706" y="218984"/>
                  </a:lnTo>
                  <a:lnTo>
                    <a:pt x="7349832" y="218984"/>
                  </a:lnTo>
                  <a:lnTo>
                    <a:pt x="7349957" y="218984"/>
                  </a:lnTo>
                  <a:lnTo>
                    <a:pt x="7350082" y="218984"/>
                  </a:lnTo>
                  <a:lnTo>
                    <a:pt x="7350207" y="218984"/>
                  </a:lnTo>
                  <a:lnTo>
                    <a:pt x="7350332" y="218984"/>
                  </a:lnTo>
                  <a:lnTo>
                    <a:pt x="7350457" y="218984"/>
                  </a:lnTo>
                  <a:lnTo>
                    <a:pt x="7350582" y="218984"/>
                  </a:lnTo>
                  <a:lnTo>
                    <a:pt x="7350707" y="218984"/>
                  </a:lnTo>
                  <a:lnTo>
                    <a:pt x="7350832" y="218984"/>
                  </a:lnTo>
                  <a:lnTo>
                    <a:pt x="7350957" y="218984"/>
                  </a:lnTo>
                  <a:lnTo>
                    <a:pt x="7351082" y="218984"/>
                  </a:lnTo>
                  <a:lnTo>
                    <a:pt x="7351207" y="218984"/>
                  </a:lnTo>
                  <a:lnTo>
                    <a:pt x="7351332" y="218984"/>
                  </a:lnTo>
                  <a:lnTo>
                    <a:pt x="7351457" y="218984"/>
                  </a:lnTo>
                  <a:lnTo>
                    <a:pt x="7351582" y="218984"/>
                  </a:lnTo>
                  <a:lnTo>
                    <a:pt x="7351707" y="218984"/>
                  </a:lnTo>
                  <a:lnTo>
                    <a:pt x="7351832" y="218984"/>
                  </a:lnTo>
                  <a:lnTo>
                    <a:pt x="7351957" y="218984"/>
                  </a:lnTo>
                  <a:lnTo>
                    <a:pt x="7352082" y="218984"/>
                  </a:lnTo>
                  <a:lnTo>
                    <a:pt x="7352207" y="218984"/>
                  </a:lnTo>
                  <a:lnTo>
                    <a:pt x="7352332" y="218984"/>
                  </a:lnTo>
                  <a:lnTo>
                    <a:pt x="7352457" y="218984"/>
                  </a:lnTo>
                  <a:lnTo>
                    <a:pt x="7352582" y="218984"/>
                  </a:lnTo>
                  <a:lnTo>
                    <a:pt x="7352707" y="218984"/>
                  </a:lnTo>
                  <a:lnTo>
                    <a:pt x="7352833" y="218984"/>
                  </a:lnTo>
                  <a:lnTo>
                    <a:pt x="7352958" y="218984"/>
                  </a:lnTo>
                  <a:lnTo>
                    <a:pt x="7353083" y="218984"/>
                  </a:lnTo>
                  <a:lnTo>
                    <a:pt x="7353208" y="218984"/>
                  </a:lnTo>
                  <a:lnTo>
                    <a:pt x="7353333" y="218984"/>
                  </a:lnTo>
                  <a:lnTo>
                    <a:pt x="7353458" y="218984"/>
                  </a:lnTo>
                  <a:lnTo>
                    <a:pt x="7353583" y="218984"/>
                  </a:lnTo>
                  <a:lnTo>
                    <a:pt x="7353708" y="218984"/>
                  </a:lnTo>
                  <a:lnTo>
                    <a:pt x="7353833" y="218984"/>
                  </a:lnTo>
                  <a:lnTo>
                    <a:pt x="7353958" y="218984"/>
                  </a:lnTo>
                  <a:lnTo>
                    <a:pt x="7354083" y="218984"/>
                  </a:lnTo>
                  <a:lnTo>
                    <a:pt x="7354208" y="218984"/>
                  </a:lnTo>
                  <a:lnTo>
                    <a:pt x="7354333" y="218984"/>
                  </a:lnTo>
                  <a:lnTo>
                    <a:pt x="7354458" y="218984"/>
                  </a:lnTo>
                  <a:lnTo>
                    <a:pt x="7354583" y="218984"/>
                  </a:lnTo>
                  <a:lnTo>
                    <a:pt x="7354708" y="218984"/>
                  </a:lnTo>
                  <a:lnTo>
                    <a:pt x="7354833" y="218984"/>
                  </a:lnTo>
                  <a:lnTo>
                    <a:pt x="7354958" y="218984"/>
                  </a:lnTo>
                  <a:lnTo>
                    <a:pt x="7355083" y="218984"/>
                  </a:lnTo>
                  <a:lnTo>
                    <a:pt x="7355208" y="218984"/>
                  </a:lnTo>
                  <a:lnTo>
                    <a:pt x="7355333" y="218984"/>
                  </a:lnTo>
                  <a:lnTo>
                    <a:pt x="7355458" y="218984"/>
                  </a:lnTo>
                  <a:lnTo>
                    <a:pt x="7355583" y="218984"/>
                  </a:lnTo>
                  <a:lnTo>
                    <a:pt x="7355708" y="218984"/>
                  </a:lnTo>
                  <a:lnTo>
                    <a:pt x="7355834" y="218984"/>
                  </a:lnTo>
                  <a:lnTo>
                    <a:pt x="7355959" y="218984"/>
                  </a:lnTo>
                  <a:lnTo>
                    <a:pt x="7356084" y="218984"/>
                  </a:lnTo>
                  <a:lnTo>
                    <a:pt x="7356209" y="218984"/>
                  </a:lnTo>
                  <a:lnTo>
                    <a:pt x="7356334" y="218984"/>
                  </a:lnTo>
                  <a:lnTo>
                    <a:pt x="7356459" y="218984"/>
                  </a:lnTo>
                  <a:lnTo>
                    <a:pt x="7356584" y="218984"/>
                  </a:lnTo>
                  <a:lnTo>
                    <a:pt x="7356709" y="218984"/>
                  </a:lnTo>
                  <a:lnTo>
                    <a:pt x="7356834" y="218984"/>
                  </a:lnTo>
                  <a:lnTo>
                    <a:pt x="7356959" y="218984"/>
                  </a:lnTo>
                  <a:lnTo>
                    <a:pt x="7357084" y="218984"/>
                  </a:lnTo>
                  <a:lnTo>
                    <a:pt x="7357209" y="218984"/>
                  </a:lnTo>
                  <a:lnTo>
                    <a:pt x="7357334" y="218984"/>
                  </a:lnTo>
                  <a:lnTo>
                    <a:pt x="7357459" y="218984"/>
                  </a:lnTo>
                  <a:lnTo>
                    <a:pt x="7357584" y="218984"/>
                  </a:lnTo>
                  <a:lnTo>
                    <a:pt x="7357709" y="218984"/>
                  </a:lnTo>
                  <a:lnTo>
                    <a:pt x="7357834" y="218984"/>
                  </a:lnTo>
                  <a:lnTo>
                    <a:pt x="7357959" y="218984"/>
                  </a:lnTo>
                  <a:lnTo>
                    <a:pt x="7358084" y="218984"/>
                  </a:lnTo>
                  <a:lnTo>
                    <a:pt x="7358209" y="218984"/>
                  </a:lnTo>
                  <a:lnTo>
                    <a:pt x="7358334" y="218984"/>
                  </a:lnTo>
                  <a:lnTo>
                    <a:pt x="7358459" y="218984"/>
                  </a:lnTo>
                  <a:lnTo>
                    <a:pt x="7358584" y="218984"/>
                  </a:lnTo>
                  <a:lnTo>
                    <a:pt x="7358709" y="218984"/>
                  </a:lnTo>
                  <a:lnTo>
                    <a:pt x="7358835" y="218984"/>
                  </a:lnTo>
                  <a:lnTo>
                    <a:pt x="7358960" y="218984"/>
                  </a:lnTo>
                  <a:lnTo>
                    <a:pt x="7359085" y="218984"/>
                  </a:lnTo>
                  <a:lnTo>
                    <a:pt x="7359210" y="218984"/>
                  </a:lnTo>
                  <a:lnTo>
                    <a:pt x="7359335" y="218984"/>
                  </a:lnTo>
                  <a:lnTo>
                    <a:pt x="7359460" y="218984"/>
                  </a:lnTo>
                  <a:lnTo>
                    <a:pt x="7359585" y="218984"/>
                  </a:lnTo>
                  <a:lnTo>
                    <a:pt x="7359710" y="218984"/>
                  </a:lnTo>
                  <a:lnTo>
                    <a:pt x="7359835" y="218984"/>
                  </a:lnTo>
                  <a:lnTo>
                    <a:pt x="7359960" y="218984"/>
                  </a:lnTo>
                  <a:lnTo>
                    <a:pt x="7360085" y="218984"/>
                  </a:lnTo>
                  <a:lnTo>
                    <a:pt x="7360210" y="218984"/>
                  </a:lnTo>
                  <a:lnTo>
                    <a:pt x="7360335" y="218984"/>
                  </a:lnTo>
                  <a:lnTo>
                    <a:pt x="7360460" y="218984"/>
                  </a:lnTo>
                  <a:lnTo>
                    <a:pt x="7360585" y="218984"/>
                  </a:lnTo>
                  <a:lnTo>
                    <a:pt x="7360710" y="218984"/>
                  </a:lnTo>
                  <a:lnTo>
                    <a:pt x="7360835" y="218984"/>
                  </a:lnTo>
                  <a:lnTo>
                    <a:pt x="7360960" y="218984"/>
                  </a:lnTo>
                  <a:lnTo>
                    <a:pt x="7361085" y="218984"/>
                  </a:lnTo>
                  <a:lnTo>
                    <a:pt x="7361210" y="218984"/>
                  </a:lnTo>
                  <a:lnTo>
                    <a:pt x="7361335" y="218984"/>
                  </a:lnTo>
                  <a:lnTo>
                    <a:pt x="7361460" y="218984"/>
                  </a:lnTo>
                  <a:lnTo>
                    <a:pt x="7361585" y="218984"/>
                  </a:lnTo>
                  <a:lnTo>
                    <a:pt x="7361710" y="218984"/>
                  </a:lnTo>
                  <a:lnTo>
                    <a:pt x="7361836" y="218984"/>
                  </a:lnTo>
                  <a:lnTo>
                    <a:pt x="7361961" y="218984"/>
                  </a:lnTo>
                  <a:lnTo>
                    <a:pt x="7362086" y="218984"/>
                  </a:lnTo>
                  <a:lnTo>
                    <a:pt x="7362211" y="218984"/>
                  </a:lnTo>
                  <a:lnTo>
                    <a:pt x="7362336" y="218984"/>
                  </a:lnTo>
                  <a:lnTo>
                    <a:pt x="7362461" y="218984"/>
                  </a:lnTo>
                  <a:lnTo>
                    <a:pt x="7362586" y="218984"/>
                  </a:lnTo>
                  <a:lnTo>
                    <a:pt x="7362711" y="218984"/>
                  </a:lnTo>
                  <a:lnTo>
                    <a:pt x="7362836" y="218984"/>
                  </a:lnTo>
                  <a:lnTo>
                    <a:pt x="7362961" y="218984"/>
                  </a:lnTo>
                  <a:lnTo>
                    <a:pt x="7363086" y="218984"/>
                  </a:lnTo>
                  <a:lnTo>
                    <a:pt x="7363211" y="218984"/>
                  </a:lnTo>
                  <a:lnTo>
                    <a:pt x="7363336" y="218984"/>
                  </a:lnTo>
                  <a:lnTo>
                    <a:pt x="7363461" y="218984"/>
                  </a:lnTo>
                  <a:lnTo>
                    <a:pt x="7363586" y="218984"/>
                  </a:lnTo>
                  <a:lnTo>
                    <a:pt x="7363711" y="218984"/>
                  </a:lnTo>
                  <a:lnTo>
                    <a:pt x="7363836" y="218984"/>
                  </a:lnTo>
                  <a:lnTo>
                    <a:pt x="7363961" y="218984"/>
                  </a:lnTo>
                  <a:lnTo>
                    <a:pt x="7364086" y="218984"/>
                  </a:lnTo>
                  <a:lnTo>
                    <a:pt x="7364211" y="218984"/>
                  </a:lnTo>
                  <a:lnTo>
                    <a:pt x="7364336" y="218984"/>
                  </a:lnTo>
                  <a:lnTo>
                    <a:pt x="7364461" y="218984"/>
                  </a:lnTo>
                  <a:lnTo>
                    <a:pt x="7364586" y="218984"/>
                  </a:lnTo>
                  <a:lnTo>
                    <a:pt x="7364711" y="218984"/>
                  </a:lnTo>
                  <a:lnTo>
                    <a:pt x="7364837" y="218984"/>
                  </a:lnTo>
                  <a:lnTo>
                    <a:pt x="7364962" y="218984"/>
                  </a:lnTo>
                  <a:lnTo>
                    <a:pt x="7365087" y="218984"/>
                  </a:lnTo>
                  <a:lnTo>
                    <a:pt x="7365212" y="218984"/>
                  </a:lnTo>
                  <a:lnTo>
                    <a:pt x="7365337" y="218984"/>
                  </a:lnTo>
                  <a:lnTo>
                    <a:pt x="7365462" y="218984"/>
                  </a:lnTo>
                  <a:lnTo>
                    <a:pt x="7365587" y="218984"/>
                  </a:lnTo>
                  <a:lnTo>
                    <a:pt x="7365712" y="218984"/>
                  </a:lnTo>
                  <a:lnTo>
                    <a:pt x="7365837" y="218984"/>
                  </a:lnTo>
                  <a:lnTo>
                    <a:pt x="7365962" y="218984"/>
                  </a:lnTo>
                  <a:lnTo>
                    <a:pt x="7366087" y="218984"/>
                  </a:lnTo>
                  <a:lnTo>
                    <a:pt x="7366212" y="218984"/>
                  </a:lnTo>
                  <a:lnTo>
                    <a:pt x="7366337" y="218984"/>
                  </a:lnTo>
                  <a:lnTo>
                    <a:pt x="7366462" y="218984"/>
                  </a:lnTo>
                  <a:lnTo>
                    <a:pt x="7366587" y="218984"/>
                  </a:lnTo>
                  <a:lnTo>
                    <a:pt x="7366712" y="218984"/>
                  </a:lnTo>
                  <a:lnTo>
                    <a:pt x="7366837" y="218984"/>
                  </a:lnTo>
                  <a:lnTo>
                    <a:pt x="7366962" y="218984"/>
                  </a:lnTo>
                  <a:lnTo>
                    <a:pt x="7367087" y="218984"/>
                  </a:lnTo>
                  <a:lnTo>
                    <a:pt x="7367212" y="218984"/>
                  </a:lnTo>
                  <a:lnTo>
                    <a:pt x="7367337" y="218984"/>
                  </a:lnTo>
                  <a:lnTo>
                    <a:pt x="7367462" y="218984"/>
                  </a:lnTo>
                  <a:lnTo>
                    <a:pt x="7367587" y="218984"/>
                  </a:lnTo>
                  <a:lnTo>
                    <a:pt x="7367712" y="218984"/>
                  </a:lnTo>
                  <a:lnTo>
                    <a:pt x="7367838" y="218984"/>
                  </a:lnTo>
                  <a:lnTo>
                    <a:pt x="7367963" y="218984"/>
                  </a:lnTo>
                  <a:lnTo>
                    <a:pt x="7368088" y="218984"/>
                  </a:lnTo>
                  <a:lnTo>
                    <a:pt x="7368213" y="218984"/>
                  </a:lnTo>
                  <a:lnTo>
                    <a:pt x="7368338" y="218984"/>
                  </a:lnTo>
                  <a:lnTo>
                    <a:pt x="7368463" y="218984"/>
                  </a:lnTo>
                  <a:lnTo>
                    <a:pt x="7368588" y="218984"/>
                  </a:lnTo>
                  <a:lnTo>
                    <a:pt x="7368713" y="218984"/>
                  </a:lnTo>
                  <a:lnTo>
                    <a:pt x="7368838" y="218984"/>
                  </a:lnTo>
                  <a:lnTo>
                    <a:pt x="7368963" y="218984"/>
                  </a:lnTo>
                  <a:lnTo>
                    <a:pt x="7369088" y="218984"/>
                  </a:lnTo>
                  <a:lnTo>
                    <a:pt x="7369213" y="218984"/>
                  </a:lnTo>
                  <a:lnTo>
                    <a:pt x="7369338" y="218984"/>
                  </a:lnTo>
                  <a:lnTo>
                    <a:pt x="7369463" y="218984"/>
                  </a:lnTo>
                  <a:lnTo>
                    <a:pt x="7369588" y="218984"/>
                  </a:lnTo>
                  <a:lnTo>
                    <a:pt x="7369713" y="218984"/>
                  </a:lnTo>
                  <a:lnTo>
                    <a:pt x="7369838" y="218984"/>
                  </a:lnTo>
                  <a:lnTo>
                    <a:pt x="7369963" y="218984"/>
                  </a:lnTo>
                  <a:lnTo>
                    <a:pt x="7370088" y="218984"/>
                  </a:lnTo>
                  <a:lnTo>
                    <a:pt x="7370213" y="218984"/>
                  </a:lnTo>
                  <a:lnTo>
                    <a:pt x="7370338" y="218984"/>
                  </a:lnTo>
                  <a:lnTo>
                    <a:pt x="7370463" y="218984"/>
                  </a:lnTo>
                  <a:lnTo>
                    <a:pt x="7370588" y="218984"/>
                  </a:lnTo>
                  <a:lnTo>
                    <a:pt x="7370713" y="218984"/>
                  </a:lnTo>
                  <a:lnTo>
                    <a:pt x="7370839" y="218984"/>
                  </a:lnTo>
                  <a:lnTo>
                    <a:pt x="7370964" y="218984"/>
                  </a:lnTo>
                  <a:lnTo>
                    <a:pt x="7371089" y="218984"/>
                  </a:lnTo>
                  <a:lnTo>
                    <a:pt x="7371214" y="218984"/>
                  </a:lnTo>
                  <a:lnTo>
                    <a:pt x="7371339" y="218984"/>
                  </a:lnTo>
                  <a:lnTo>
                    <a:pt x="7371464" y="218984"/>
                  </a:lnTo>
                  <a:lnTo>
                    <a:pt x="7371589" y="218984"/>
                  </a:lnTo>
                  <a:lnTo>
                    <a:pt x="7371714" y="218984"/>
                  </a:lnTo>
                  <a:lnTo>
                    <a:pt x="7371839" y="218984"/>
                  </a:lnTo>
                  <a:lnTo>
                    <a:pt x="7371964" y="218984"/>
                  </a:lnTo>
                  <a:lnTo>
                    <a:pt x="7372089" y="218984"/>
                  </a:lnTo>
                  <a:lnTo>
                    <a:pt x="7372214" y="218984"/>
                  </a:lnTo>
                  <a:lnTo>
                    <a:pt x="7372339" y="218984"/>
                  </a:lnTo>
                  <a:lnTo>
                    <a:pt x="7372464" y="218984"/>
                  </a:lnTo>
                  <a:lnTo>
                    <a:pt x="7372589" y="218984"/>
                  </a:lnTo>
                  <a:lnTo>
                    <a:pt x="7372714" y="218984"/>
                  </a:lnTo>
                  <a:lnTo>
                    <a:pt x="7372839" y="218984"/>
                  </a:lnTo>
                  <a:lnTo>
                    <a:pt x="7372964" y="218984"/>
                  </a:lnTo>
                  <a:lnTo>
                    <a:pt x="7373089" y="218984"/>
                  </a:lnTo>
                  <a:lnTo>
                    <a:pt x="7373214" y="218984"/>
                  </a:lnTo>
                  <a:lnTo>
                    <a:pt x="7373339" y="218984"/>
                  </a:lnTo>
                  <a:lnTo>
                    <a:pt x="7373464" y="218984"/>
                  </a:lnTo>
                  <a:lnTo>
                    <a:pt x="7373589" y="218984"/>
                  </a:lnTo>
                  <a:lnTo>
                    <a:pt x="7373715" y="218984"/>
                  </a:lnTo>
                  <a:lnTo>
                    <a:pt x="7373840" y="218984"/>
                  </a:lnTo>
                  <a:lnTo>
                    <a:pt x="7373965" y="218984"/>
                  </a:lnTo>
                  <a:lnTo>
                    <a:pt x="7374090" y="218984"/>
                  </a:lnTo>
                  <a:lnTo>
                    <a:pt x="7374215" y="218984"/>
                  </a:lnTo>
                  <a:lnTo>
                    <a:pt x="7374340" y="218984"/>
                  </a:lnTo>
                  <a:lnTo>
                    <a:pt x="7374465" y="218984"/>
                  </a:lnTo>
                  <a:lnTo>
                    <a:pt x="7374590" y="218984"/>
                  </a:lnTo>
                  <a:lnTo>
                    <a:pt x="7374715" y="218984"/>
                  </a:lnTo>
                  <a:lnTo>
                    <a:pt x="7374840" y="218984"/>
                  </a:lnTo>
                  <a:lnTo>
                    <a:pt x="7374965" y="218984"/>
                  </a:lnTo>
                  <a:lnTo>
                    <a:pt x="7375090" y="218984"/>
                  </a:lnTo>
                  <a:lnTo>
                    <a:pt x="7375215" y="218984"/>
                  </a:lnTo>
                  <a:lnTo>
                    <a:pt x="7375340" y="218984"/>
                  </a:lnTo>
                  <a:lnTo>
                    <a:pt x="7375465" y="218984"/>
                  </a:lnTo>
                  <a:lnTo>
                    <a:pt x="7375590" y="218984"/>
                  </a:lnTo>
                  <a:lnTo>
                    <a:pt x="7375715" y="218984"/>
                  </a:lnTo>
                  <a:lnTo>
                    <a:pt x="7375840" y="218984"/>
                  </a:lnTo>
                  <a:lnTo>
                    <a:pt x="7375965" y="218984"/>
                  </a:lnTo>
                  <a:lnTo>
                    <a:pt x="7376090" y="218984"/>
                  </a:lnTo>
                  <a:lnTo>
                    <a:pt x="7376215" y="218984"/>
                  </a:lnTo>
                  <a:lnTo>
                    <a:pt x="7376340" y="218984"/>
                  </a:lnTo>
                  <a:lnTo>
                    <a:pt x="7376465" y="218984"/>
                  </a:lnTo>
                  <a:lnTo>
                    <a:pt x="7376590" y="218984"/>
                  </a:lnTo>
                  <a:lnTo>
                    <a:pt x="7376716" y="218984"/>
                  </a:lnTo>
                  <a:lnTo>
                    <a:pt x="7376841" y="218984"/>
                  </a:lnTo>
                  <a:lnTo>
                    <a:pt x="7376966" y="218984"/>
                  </a:lnTo>
                  <a:lnTo>
                    <a:pt x="7377091" y="218984"/>
                  </a:lnTo>
                  <a:lnTo>
                    <a:pt x="7377216" y="218984"/>
                  </a:lnTo>
                  <a:lnTo>
                    <a:pt x="7377341" y="218984"/>
                  </a:lnTo>
                  <a:lnTo>
                    <a:pt x="7377466" y="218984"/>
                  </a:lnTo>
                  <a:lnTo>
                    <a:pt x="7377591" y="218984"/>
                  </a:lnTo>
                  <a:lnTo>
                    <a:pt x="7377716" y="218984"/>
                  </a:lnTo>
                  <a:lnTo>
                    <a:pt x="7377841" y="218984"/>
                  </a:lnTo>
                  <a:lnTo>
                    <a:pt x="7377966" y="218984"/>
                  </a:lnTo>
                  <a:lnTo>
                    <a:pt x="7378091" y="218984"/>
                  </a:lnTo>
                  <a:lnTo>
                    <a:pt x="7378216" y="218984"/>
                  </a:lnTo>
                  <a:lnTo>
                    <a:pt x="7378341" y="218984"/>
                  </a:lnTo>
                  <a:lnTo>
                    <a:pt x="7378466" y="218984"/>
                  </a:lnTo>
                  <a:lnTo>
                    <a:pt x="7378591" y="218984"/>
                  </a:lnTo>
                  <a:lnTo>
                    <a:pt x="7378716" y="218984"/>
                  </a:lnTo>
                  <a:lnTo>
                    <a:pt x="7378841" y="218984"/>
                  </a:lnTo>
                  <a:lnTo>
                    <a:pt x="7378966" y="218984"/>
                  </a:lnTo>
                  <a:lnTo>
                    <a:pt x="7379091" y="218984"/>
                  </a:lnTo>
                  <a:lnTo>
                    <a:pt x="7379216" y="218984"/>
                  </a:lnTo>
                  <a:lnTo>
                    <a:pt x="7379341" y="218984"/>
                  </a:lnTo>
                  <a:lnTo>
                    <a:pt x="7379466" y="218984"/>
                  </a:lnTo>
                  <a:lnTo>
                    <a:pt x="7379591" y="218984"/>
                  </a:lnTo>
                  <a:lnTo>
                    <a:pt x="7379717" y="218984"/>
                  </a:lnTo>
                  <a:lnTo>
                    <a:pt x="7379842" y="218984"/>
                  </a:lnTo>
                  <a:lnTo>
                    <a:pt x="7379967" y="218984"/>
                  </a:lnTo>
                  <a:lnTo>
                    <a:pt x="7379967" y="209030"/>
                  </a:lnTo>
                  <a:lnTo>
                    <a:pt x="7380092" y="209030"/>
                  </a:lnTo>
                  <a:lnTo>
                    <a:pt x="7380217" y="209030"/>
                  </a:lnTo>
                  <a:lnTo>
                    <a:pt x="7380342" y="209030"/>
                  </a:lnTo>
                  <a:lnTo>
                    <a:pt x="7380467" y="209030"/>
                  </a:lnTo>
                  <a:lnTo>
                    <a:pt x="7380592" y="209030"/>
                  </a:lnTo>
                  <a:lnTo>
                    <a:pt x="7380717" y="209030"/>
                  </a:lnTo>
                  <a:lnTo>
                    <a:pt x="7380842" y="209030"/>
                  </a:lnTo>
                  <a:lnTo>
                    <a:pt x="7380967" y="209030"/>
                  </a:lnTo>
                  <a:lnTo>
                    <a:pt x="7381092" y="209030"/>
                  </a:lnTo>
                  <a:lnTo>
                    <a:pt x="7381217" y="209030"/>
                  </a:lnTo>
                  <a:lnTo>
                    <a:pt x="7381342" y="209030"/>
                  </a:lnTo>
                  <a:lnTo>
                    <a:pt x="7381467" y="209030"/>
                  </a:lnTo>
                  <a:lnTo>
                    <a:pt x="7381592" y="209030"/>
                  </a:lnTo>
                  <a:lnTo>
                    <a:pt x="7381717" y="209030"/>
                  </a:lnTo>
                  <a:lnTo>
                    <a:pt x="7381842" y="209030"/>
                  </a:lnTo>
                  <a:lnTo>
                    <a:pt x="7381967" y="209030"/>
                  </a:lnTo>
                  <a:lnTo>
                    <a:pt x="7382092" y="209030"/>
                  </a:lnTo>
                  <a:lnTo>
                    <a:pt x="7382217" y="209030"/>
                  </a:lnTo>
                  <a:lnTo>
                    <a:pt x="7382342" y="209030"/>
                  </a:lnTo>
                  <a:lnTo>
                    <a:pt x="7382467" y="209030"/>
                  </a:lnTo>
                  <a:lnTo>
                    <a:pt x="7382592" y="209030"/>
                  </a:lnTo>
                  <a:lnTo>
                    <a:pt x="7382718" y="209030"/>
                  </a:lnTo>
                  <a:lnTo>
                    <a:pt x="7382843" y="209030"/>
                  </a:lnTo>
                  <a:lnTo>
                    <a:pt x="7382968" y="209030"/>
                  </a:lnTo>
                  <a:lnTo>
                    <a:pt x="7383093" y="209030"/>
                  </a:lnTo>
                  <a:lnTo>
                    <a:pt x="7383218" y="209030"/>
                  </a:lnTo>
                  <a:lnTo>
                    <a:pt x="7383343" y="209030"/>
                  </a:lnTo>
                  <a:lnTo>
                    <a:pt x="7383468" y="209030"/>
                  </a:lnTo>
                  <a:lnTo>
                    <a:pt x="7383593" y="209030"/>
                  </a:lnTo>
                  <a:lnTo>
                    <a:pt x="7383718" y="209030"/>
                  </a:lnTo>
                  <a:lnTo>
                    <a:pt x="7383843" y="209030"/>
                  </a:lnTo>
                  <a:lnTo>
                    <a:pt x="7383968" y="209030"/>
                  </a:lnTo>
                  <a:lnTo>
                    <a:pt x="7384093" y="209030"/>
                  </a:lnTo>
                  <a:lnTo>
                    <a:pt x="7384218" y="209030"/>
                  </a:lnTo>
                  <a:lnTo>
                    <a:pt x="7384343" y="209030"/>
                  </a:lnTo>
                  <a:lnTo>
                    <a:pt x="7384468" y="209030"/>
                  </a:lnTo>
                  <a:lnTo>
                    <a:pt x="7384593" y="209030"/>
                  </a:lnTo>
                  <a:lnTo>
                    <a:pt x="7384718" y="209030"/>
                  </a:lnTo>
                  <a:lnTo>
                    <a:pt x="7384843" y="209030"/>
                  </a:lnTo>
                  <a:lnTo>
                    <a:pt x="7384968" y="209030"/>
                  </a:lnTo>
                  <a:lnTo>
                    <a:pt x="7385093" y="209030"/>
                  </a:lnTo>
                  <a:lnTo>
                    <a:pt x="7385218" y="209030"/>
                  </a:lnTo>
                  <a:lnTo>
                    <a:pt x="7385343" y="209030"/>
                  </a:lnTo>
                  <a:lnTo>
                    <a:pt x="7385468" y="209030"/>
                  </a:lnTo>
                  <a:lnTo>
                    <a:pt x="7385593" y="209030"/>
                  </a:lnTo>
                  <a:lnTo>
                    <a:pt x="7385719" y="209030"/>
                  </a:lnTo>
                  <a:lnTo>
                    <a:pt x="7385844" y="209030"/>
                  </a:lnTo>
                  <a:lnTo>
                    <a:pt x="7385969" y="209030"/>
                  </a:lnTo>
                  <a:lnTo>
                    <a:pt x="7386094" y="209030"/>
                  </a:lnTo>
                  <a:lnTo>
                    <a:pt x="7386219" y="209030"/>
                  </a:lnTo>
                  <a:lnTo>
                    <a:pt x="7386344" y="209030"/>
                  </a:lnTo>
                  <a:lnTo>
                    <a:pt x="7386469" y="209030"/>
                  </a:lnTo>
                  <a:lnTo>
                    <a:pt x="7386594" y="209030"/>
                  </a:lnTo>
                  <a:lnTo>
                    <a:pt x="7386719" y="209030"/>
                  </a:lnTo>
                  <a:lnTo>
                    <a:pt x="7386844" y="209030"/>
                  </a:lnTo>
                  <a:lnTo>
                    <a:pt x="7386969" y="209030"/>
                  </a:lnTo>
                  <a:lnTo>
                    <a:pt x="7387094" y="209030"/>
                  </a:lnTo>
                  <a:lnTo>
                    <a:pt x="7387219" y="209030"/>
                  </a:lnTo>
                  <a:lnTo>
                    <a:pt x="7387344" y="209030"/>
                  </a:lnTo>
                  <a:lnTo>
                    <a:pt x="7387469" y="209030"/>
                  </a:lnTo>
                  <a:lnTo>
                    <a:pt x="7387594" y="209030"/>
                  </a:lnTo>
                  <a:lnTo>
                    <a:pt x="7387719" y="209030"/>
                  </a:lnTo>
                  <a:lnTo>
                    <a:pt x="7387844" y="209030"/>
                  </a:lnTo>
                  <a:lnTo>
                    <a:pt x="7387969" y="209030"/>
                  </a:lnTo>
                  <a:lnTo>
                    <a:pt x="7388094" y="209030"/>
                  </a:lnTo>
                  <a:lnTo>
                    <a:pt x="7388219" y="209030"/>
                  </a:lnTo>
                  <a:lnTo>
                    <a:pt x="7388344" y="209030"/>
                  </a:lnTo>
                  <a:lnTo>
                    <a:pt x="7388469" y="209030"/>
                  </a:lnTo>
                  <a:lnTo>
                    <a:pt x="7388594" y="209030"/>
                  </a:lnTo>
                  <a:lnTo>
                    <a:pt x="7388720" y="209030"/>
                  </a:lnTo>
                  <a:lnTo>
                    <a:pt x="7388845" y="209030"/>
                  </a:lnTo>
                  <a:lnTo>
                    <a:pt x="7388970" y="209030"/>
                  </a:lnTo>
                  <a:lnTo>
                    <a:pt x="7389095" y="209030"/>
                  </a:lnTo>
                  <a:lnTo>
                    <a:pt x="7389220" y="209030"/>
                  </a:lnTo>
                  <a:lnTo>
                    <a:pt x="7389345" y="209030"/>
                  </a:lnTo>
                  <a:lnTo>
                    <a:pt x="7389470" y="209030"/>
                  </a:lnTo>
                  <a:lnTo>
                    <a:pt x="7389595" y="209030"/>
                  </a:lnTo>
                  <a:lnTo>
                    <a:pt x="7389720" y="209030"/>
                  </a:lnTo>
                  <a:lnTo>
                    <a:pt x="7389845" y="209030"/>
                  </a:lnTo>
                  <a:lnTo>
                    <a:pt x="7389970" y="209030"/>
                  </a:lnTo>
                  <a:lnTo>
                    <a:pt x="7390095" y="209030"/>
                  </a:lnTo>
                  <a:lnTo>
                    <a:pt x="7390220" y="209030"/>
                  </a:lnTo>
                  <a:lnTo>
                    <a:pt x="7390345" y="209030"/>
                  </a:lnTo>
                  <a:lnTo>
                    <a:pt x="7390470" y="209030"/>
                  </a:lnTo>
                  <a:lnTo>
                    <a:pt x="7390595" y="209030"/>
                  </a:lnTo>
                  <a:lnTo>
                    <a:pt x="7390720" y="209030"/>
                  </a:lnTo>
                  <a:lnTo>
                    <a:pt x="7390845" y="209030"/>
                  </a:lnTo>
                  <a:lnTo>
                    <a:pt x="7390970" y="209030"/>
                  </a:lnTo>
                  <a:lnTo>
                    <a:pt x="7391095" y="209030"/>
                  </a:lnTo>
                  <a:lnTo>
                    <a:pt x="7391220" y="209030"/>
                  </a:lnTo>
                  <a:lnTo>
                    <a:pt x="7391345" y="209030"/>
                  </a:lnTo>
                  <a:lnTo>
                    <a:pt x="7391470" y="209030"/>
                  </a:lnTo>
                  <a:lnTo>
                    <a:pt x="7391595" y="209030"/>
                  </a:lnTo>
                  <a:lnTo>
                    <a:pt x="7391721" y="209030"/>
                  </a:lnTo>
                  <a:lnTo>
                    <a:pt x="7391846" y="209030"/>
                  </a:lnTo>
                  <a:lnTo>
                    <a:pt x="7391971" y="209030"/>
                  </a:lnTo>
                  <a:lnTo>
                    <a:pt x="7392096" y="209030"/>
                  </a:lnTo>
                  <a:lnTo>
                    <a:pt x="7392221" y="209030"/>
                  </a:lnTo>
                  <a:lnTo>
                    <a:pt x="7392346" y="209030"/>
                  </a:lnTo>
                  <a:lnTo>
                    <a:pt x="7392471" y="209030"/>
                  </a:lnTo>
                  <a:lnTo>
                    <a:pt x="7392596" y="209030"/>
                  </a:lnTo>
                  <a:lnTo>
                    <a:pt x="7392721" y="209030"/>
                  </a:lnTo>
                  <a:lnTo>
                    <a:pt x="7392846" y="209030"/>
                  </a:lnTo>
                  <a:lnTo>
                    <a:pt x="7392971" y="209030"/>
                  </a:lnTo>
                  <a:lnTo>
                    <a:pt x="7393096" y="209030"/>
                  </a:lnTo>
                  <a:lnTo>
                    <a:pt x="7393221" y="209030"/>
                  </a:lnTo>
                  <a:lnTo>
                    <a:pt x="7393346" y="209030"/>
                  </a:lnTo>
                  <a:lnTo>
                    <a:pt x="7393471" y="209030"/>
                  </a:lnTo>
                  <a:lnTo>
                    <a:pt x="7393596" y="209030"/>
                  </a:lnTo>
                  <a:lnTo>
                    <a:pt x="7393721" y="209030"/>
                  </a:lnTo>
                  <a:lnTo>
                    <a:pt x="7393846" y="209030"/>
                  </a:lnTo>
                  <a:lnTo>
                    <a:pt x="7393971" y="209030"/>
                  </a:lnTo>
                  <a:lnTo>
                    <a:pt x="7394096" y="209030"/>
                  </a:lnTo>
                  <a:lnTo>
                    <a:pt x="7394221" y="209030"/>
                  </a:lnTo>
                  <a:lnTo>
                    <a:pt x="7394346" y="209030"/>
                  </a:lnTo>
                  <a:lnTo>
                    <a:pt x="7394471" y="209030"/>
                  </a:lnTo>
                  <a:lnTo>
                    <a:pt x="7394596" y="209030"/>
                  </a:lnTo>
                  <a:lnTo>
                    <a:pt x="7394722" y="209030"/>
                  </a:lnTo>
                  <a:lnTo>
                    <a:pt x="7394847" y="209030"/>
                  </a:lnTo>
                  <a:lnTo>
                    <a:pt x="7394972" y="209030"/>
                  </a:lnTo>
                  <a:lnTo>
                    <a:pt x="7395097" y="209030"/>
                  </a:lnTo>
                  <a:lnTo>
                    <a:pt x="7395222" y="209030"/>
                  </a:lnTo>
                  <a:lnTo>
                    <a:pt x="7395347" y="209030"/>
                  </a:lnTo>
                  <a:lnTo>
                    <a:pt x="7395472" y="209030"/>
                  </a:lnTo>
                  <a:lnTo>
                    <a:pt x="7395597" y="209030"/>
                  </a:lnTo>
                  <a:lnTo>
                    <a:pt x="7395722" y="209030"/>
                  </a:lnTo>
                  <a:lnTo>
                    <a:pt x="7395847" y="209030"/>
                  </a:lnTo>
                  <a:lnTo>
                    <a:pt x="7395972" y="209030"/>
                  </a:lnTo>
                  <a:lnTo>
                    <a:pt x="7396097" y="209030"/>
                  </a:lnTo>
                  <a:lnTo>
                    <a:pt x="7396222" y="209030"/>
                  </a:lnTo>
                  <a:lnTo>
                    <a:pt x="7396347" y="209030"/>
                  </a:lnTo>
                  <a:lnTo>
                    <a:pt x="7396472" y="209030"/>
                  </a:lnTo>
                  <a:lnTo>
                    <a:pt x="7396597" y="209030"/>
                  </a:lnTo>
                  <a:lnTo>
                    <a:pt x="7396722" y="209030"/>
                  </a:lnTo>
                  <a:lnTo>
                    <a:pt x="7396847" y="209030"/>
                  </a:lnTo>
                  <a:lnTo>
                    <a:pt x="7396972" y="209030"/>
                  </a:lnTo>
                  <a:lnTo>
                    <a:pt x="7397097" y="209030"/>
                  </a:lnTo>
                  <a:lnTo>
                    <a:pt x="7397222" y="209030"/>
                  </a:lnTo>
                  <a:lnTo>
                    <a:pt x="7397347" y="209030"/>
                  </a:lnTo>
                  <a:lnTo>
                    <a:pt x="7397472" y="209030"/>
                  </a:lnTo>
                  <a:lnTo>
                    <a:pt x="7397597" y="209030"/>
                  </a:lnTo>
                  <a:lnTo>
                    <a:pt x="7397723" y="209030"/>
                  </a:lnTo>
                  <a:lnTo>
                    <a:pt x="7397848" y="209030"/>
                  </a:lnTo>
                  <a:lnTo>
                    <a:pt x="7397973" y="209030"/>
                  </a:lnTo>
                  <a:lnTo>
                    <a:pt x="7398098" y="209030"/>
                  </a:lnTo>
                  <a:lnTo>
                    <a:pt x="7398223" y="209030"/>
                  </a:lnTo>
                  <a:lnTo>
                    <a:pt x="7398348" y="209030"/>
                  </a:lnTo>
                  <a:lnTo>
                    <a:pt x="7398473" y="209030"/>
                  </a:lnTo>
                  <a:lnTo>
                    <a:pt x="7398598" y="209030"/>
                  </a:lnTo>
                  <a:lnTo>
                    <a:pt x="7398723" y="209030"/>
                  </a:lnTo>
                  <a:lnTo>
                    <a:pt x="7398848" y="209030"/>
                  </a:lnTo>
                  <a:lnTo>
                    <a:pt x="7398973" y="209030"/>
                  </a:lnTo>
                  <a:lnTo>
                    <a:pt x="7399098" y="209030"/>
                  </a:lnTo>
                  <a:lnTo>
                    <a:pt x="7399223" y="209030"/>
                  </a:lnTo>
                  <a:lnTo>
                    <a:pt x="7399348" y="209030"/>
                  </a:lnTo>
                  <a:lnTo>
                    <a:pt x="7399473" y="209030"/>
                  </a:lnTo>
                  <a:lnTo>
                    <a:pt x="7399598" y="209030"/>
                  </a:lnTo>
                  <a:lnTo>
                    <a:pt x="7399723" y="209030"/>
                  </a:lnTo>
                  <a:lnTo>
                    <a:pt x="7399848" y="209030"/>
                  </a:lnTo>
                  <a:lnTo>
                    <a:pt x="7399973" y="209030"/>
                  </a:lnTo>
                  <a:lnTo>
                    <a:pt x="7400098" y="209030"/>
                  </a:lnTo>
                  <a:lnTo>
                    <a:pt x="7400223" y="209030"/>
                  </a:lnTo>
                  <a:lnTo>
                    <a:pt x="7400348" y="209030"/>
                  </a:lnTo>
                  <a:lnTo>
                    <a:pt x="7400473" y="209030"/>
                  </a:lnTo>
                  <a:lnTo>
                    <a:pt x="7400598" y="209030"/>
                  </a:lnTo>
                  <a:lnTo>
                    <a:pt x="7400724" y="209030"/>
                  </a:lnTo>
                  <a:lnTo>
                    <a:pt x="7400849" y="209030"/>
                  </a:lnTo>
                  <a:lnTo>
                    <a:pt x="7400974" y="209030"/>
                  </a:lnTo>
                  <a:lnTo>
                    <a:pt x="7401099" y="209030"/>
                  </a:lnTo>
                  <a:lnTo>
                    <a:pt x="7401224" y="209030"/>
                  </a:lnTo>
                  <a:lnTo>
                    <a:pt x="7401349" y="209030"/>
                  </a:lnTo>
                  <a:lnTo>
                    <a:pt x="7401474" y="209030"/>
                  </a:lnTo>
                  <a:lnTo>
                    <a:pt x="7401599" y="209030"/>
                  </a:lnTo>
                  <a:lnTo>
                    <a:pt x="7401724" y="209030"/>
                  </a:lnTo>
                  <a:lnTo>
                    <a:pt x="7401849" y="209030"/>
                  </a:lnTo>
                  <a:lnTo>
                    <a:pt x="7401974" y="209030"/>
                  </a:lnTo>
                  <a:lnTo>
                    <a:pt x="7402099" y="209030"/>
                  </a:lnTo>
                  <a:lnTo>
                    <a:pt x="7402224" y="209030"/>
                  </a:lnTo>
                  <a:lnTo>
                    <a:pt x="7402349" y="209030"/>
                  </a:lnTo>
                  <a:lnTo>
                    <a:pt x="7402474" y="209030"/>
                  </a:lnTo>
                  <a:lnTo>
                    <a:pt x="7402599" y="209030"/>
                  </a:lnTo>
                  <a:lnTo>
                    <a:pt x="7402724" y="209030"/>
                  </a:lnTo>
                  <a:lnTo>
                    <a:pt x="7402849" y="209030"/>
                  </a:lnTo>
                  <a:lnTo>
                    <a:pt x="7402974" y="209030"/>
                  </a:lnTo>
                  <a:lnTo>
                    <a:pt x="7403099" y="209030"/>
                  </a:lnTo>
                  <a:lnTo>
                    <a:pt x="7403224" y="209030"/>
                  </a:lnTo>
                  <a:lnTo>
                    <a:pt x="7403349" y="209030"/>
                  </a:lnTo>
                  <a:lnTo>
                    <a:pt x="7403474" y="209030"/>
                  </a:lnTo>
                  <a:lnTo>
                    <a:pt x="7403599" y="209030"/>
                  </a:lnTo>
                  <a:lnTo>
                    <a:pt x="7403725" y="209030"/>
                  </a:lnTo>
                  <a:lnTo>
                    <a:pt x="7403850" y="209030"/>
                  </a:lnTo>
                  <a:lnTo>
                    <a:pt x="7403975" y="209030"/>
                  </a:lnTo>
                  <a:lnTo>
                    <a:pt x="7404100" y="209030"/>
                  </a:lnTo>
                  <a:lnTo>
                    <a:pt x="7404225" y="209030"/>
                  </a:lnTo>
                  <a:lnTo>
                    <a:pt x="7404350" y="209030"/>
                  </a:lnTo>
                  <a:lnTo>
                    <a:pt x="7404475" y="209030"/>
                  </a:lnTo>
                  <a:lnTo>
                    <a:pt x="7404600" y="209030"/>
                  </a:lnTo>
                  <a:lnTo>
                    <a:pt x="7404725" y="209030"/>
                  </a:lnTo>
                  <a:lnTo>
                    <a:pt x="7404850" y="209030"/>
                  </a:lnTo>
                  <a:lnTo>
                    <a:pt x="7404975" y="209030"/>
                  </a:lnTo>
                  <a:lnTo>
                    <a:pt x="7405100" y="209030"/>
                  </a:lnTo>
                  <a:lnTo>
                    <a:pt x="7405225" y="209030"/>
                  </a:lnTo>
                  <a:lnTo>
                    <a:pt x="7405350" y="209030"/>
                  </a:lnTo>
                  <a:lnTo>
                    <a:pt x="7405475" y="209030"/>
                  </a:lnTo>
                  <a:lnTo>
                    <a:pt x="7405600" y="209030"/>
                  </a:lnTo>
                  <a:lnTo>
                    <a:pt x="7405725" y="209030"/>
                  </a:lnTo>
                  <a:lnTo>
                    <a:pt x="7405850" y="209030"/>
                  </a:lnTo>
                  <a:lnTo>
                    <a:pt x="7405975" y="209030"/>
                  </a:lnTo>
                  <a:lnTo>
                    <a:pt x="7406100" y="209030"/>
                  </a:lnTo>
                  <a:lnTo>
                    <a:pt x="7406225" y="209030"/>
                  </a:lnTo>
                  <a:lnTo>
                    <a:pt x="7406350" y="209030"/>
                  </a:lnTo>
                  <a:lnTo>
                    <a:pt x="7406475" y="209030"/>
                  </a:lnTo>
                  <a:lnTo>
                    <a:pt x="7406600" y="209030"/>
                  </a:lnTo>
                  <a:lnTo>
                    <a:pt x="7406726" y="209030"/>
                  </a:lnTo>
                  <a:lnTo>
                    <a:pt x="7406851" y="209030"/>
                  </a:lnTo>
                  <a:lnTo>
                    <a:pt x="7406976" y="209030"/>
                  </a:lnTo>
                  <a:lnTo>
                    <a:pt x="7407101" y="209030"/>
                  </a:lnTo>
                  <a:lnTo>
                    <a:pt x="7407226" y="209030"/>
                  </a:lnTo>
                  <a:lnTo>
                    <a:pt x="7407351" y="209030"/>
                  </a:lnTo>
                  <a:lnTo>
                    <a:pt x="7407476" y="209030"/>
                  </a:lnTo>
                  <a:lnTo>
                    <a:pt x="7407601" y="209030"/>
                  </a:lnTo>
                  <a:lnTo>
                    <a:pt x="7407726" y="209030"/>
                  </a:lnTo>
                  <a:lnTo>
                    <a:pt x="7407851" y="209030"/>
                  </a:lnTo>
                  <a:lnTo>
                    <a:pt x="7407976" y="209030"/>
                  </a:lnTo>
                  <a:lnTo>
                    <a:pt x="7408101" y="209030"/>
                  </a:lnTo>
                  <a:lnTo>
                    <a:pt x="7408226" y="209030"/>
                  </a:lnTo>
                  <a:lnTo>
                    <a:pt x="7408351" y="209030"/>
                  </a:lnTo>
                  <a:lnTo>
                    <a:pt x="7408476" y="209030"/>
                  </a:lnTo>
                  <a:lnTo>
                    <a:pt x="7408601" y="209030"/>
                  </a:lnTo>
                  <a:lnTo>
                    <a:pt x="7408726" y="209030"/>
                  </a:lnTo>
                  <a:lnTo>
                    <a:pt x="7408851" y="209030"/>
                  </a:lnTo>
                  <a:lnTo>
                    <a:pt x="7408976" y="209030"/>
                  </a:lnTo>
                  <a:lnTo>
                    <a:pt x="7409101" y="209030"/>
                  </a:lnTo>
                  <a:lnTo>
                    <a:pt x="7409226" y="209030"/>
                  </a:lnTo>
                  <a:lnTo>
                    <a:pt x="7409351" y="209030"/>
                  </a:lnTo>
                  <a:lnTo>
                    <a:pt x="7409476" y="209030"/>
                  </a:lnTo>
                  <a:lnTo>
                    <a:pt x="7409601" y="209030"/>
                  </a:lnTo>
                  <a:lnTo>
                    <a:pt x="7409727" y="209030"/>
                  </a:lnTo>
                  <a:lnTo>
                    <a:pt x="7409852" y="209030"/>
                  </a:lnTo>
                  <a:lnTo>
                    <a:pt x="7409977" y="209030"/>
                  </a:lnTo>
                  <a:lnTo>
                    <a:pt x="7410102" y="209030"/>
                  </a:lnTo>
                  <a:lnTo>
                    <a:pt x="7410227" y="209030"/>
                  </a:lnTo>
                  <a:lnTo>
                    <a:pt x="7410352" y="209030"/>
                  </a:lnTo>
                  <a:lnTo>
                    <a:pt x="7410477" y="209030"/>
                  </a:lnTo>
                  <a:lnTo>
                    <a:pt x="7410602" y="209030"/>
                  </a:lnTo>
                  <a:lnTo>
                    <a:pt x="7410727" y="209030"/>
                  </a:lnTo>
                  <a:lnTo>
                    <a:pt x="7410852" y="209030"/>
                  </a:lnTo>
                  <a:lnTo>
                    <a:pt x="7410977" y="209030"/>
                  </a:lnTo>
                  <a:lnTo>
                    <a:pt x="7411102" y="209030"/>
                  </a:lnTo>
                  <a:lnTo>
                    <a:pt x="7411227" y="209030"/>
                  </a:lnTo>
                  <a:lnTo>
                    <a:pt x="7411352" y="209030"/>
                  </a:lnTo>
                  <a:lnTo>
                    <a:pt x="7411477" y="209030"/>
                  </a:lnTo>
                  <a:lnTo>
                    <a:pt x="7411602" y="209030"/>
                  </a:lnTo>
                  <a:lnTo>
                    <a:pt x="7411727" y="209030"/>
                  </a:lnTo>
                  <a:lnTo>
                    <a:pt x="7411852" y="209030"/>
                  </a:lnTo>
                  <a:lnTo>
                    <a:pt x="7411977" y="209030"/>
                  </a:lnTo>
                  <a:lnTo>
                    <a:pt x="7412102" y="209030"/>
                  </a:lnTo>
                  <a:lnTo>
                    <a:pt x="7412227" y="209030"/>
                  </a:lnTo>
                  <a:lnTo>
                    <a:pt x="7412352" y="209030"/>
                  </a:lnTo>
                  <a:lnTo>
                    <a:pt x="7412477" y="209030"/>
                  </a:lnTo>
                  <a:lnTo>
                    <a:pt x="7412603" y="209030"/>
                  </a:lnTo>
                  <a:lnTo>
                    <a:pt x="7412728" y="209030"/>
                  </a:lnTo>
                  <a:lnTo>
                    <a:pt x="7412853" y="209030"/>
                  </a:lnTo>
                  <a:lnTo>
                    <a:pt x="7412978" y="209030"/>
                  </a:lnTo>
                  <a:lnTo>
                    <a:pt x="7413103" y="209030"/>
                  </a:lnTo>
                  <a:lnTo>
                    <a:pt x="7413228" y="209030"/>
                  </a:lnTo>
                  <a:lnTo>
                    <a:pt x="7413353" y="209030"/>
                  </a:lnTo>
                  <a:lnTo>
                    <a:pt x="7413478" y="209030"/>
                  </a:lnTo>
                  <a:lnTo>
                    <a:pt x="7413603" y="209030"/>
                  </a:lnTo>
                  <a:lnTo>
                    <a:pt x="7413728" y="209030"/>
                  </a:lnTo>
                  <a:lnTo>
                    <a:pt x="7413853" y="209030"/>
                  </a:lnTo>
                  <a:lnTo>
                    <a:pt x="7413978" y="209030"/>
                  </a:lnTo>
                  <a:lnTo>
                    <a:pt x="7414103" y="209030"/>
                  </a:lnTo>
                  <a:lnTo>
                    <a:pt x="7414228" y="209030"/>
                  </a:lnTo>
                  <a:lnTo>
                    <a:pt x="7414353" y="209030"/>
                  </a:lnTo>
                  <a:lnTo>
                    <a:pt x="7414478" y="209030"/>
                  </a:lnTo>
                  <a:lnTo>
                    <a:pt x="7414603" y="209030"/>
                  </a:lnTo>
                  <a:lnTo>
                    <a:pt x="7414728" y="209030"/>
                  </a:lnTo>
                  <a:lnTo>
                    <a:pt x="7414853" y="209030"/>
                  </a:lnTo>
                  <a:lnTo>
                    <a:pt x="7414978" y="209030"/>
                  </a:lnTo>
                  <a:lnTo>
                    <a:pt x="7415103" y="209030"/>
                  </a:lnTo>
                  <a:lnTo>
                    <a:pt x="7415228" y="209030"/>
                  </a:lnTo>
                  <a:lnTo>
                    <a:pt x="7415353" y="209030"/>
                  </a:lnTo>
                  <a:lnTo>
                    <a:pt x="7415478" y="209030"/>
                  </a:lnTo>
                  <a:lnTo>
                    <a:pt x="7415604" y="209030"/>
                  </a:lnTo>
                  <a:lnTo>
                    <a:pt x="7415729" y="209030"/>
                  </a:lnTo>
                  <a:lnTo>
                    <a:pt x="7415854" y="209030"/>
                  </a:lnTo>
                  <a:lnTo>
                    <a:pt x="7415979" y="209030"/>
                  </a:lnTo>
                  <a:lnTo>
                    <a:pt x="7416104" y="209030"/>
                  </a:lnTo>
                  <a:lnTo>
                    <a:pt x="7416229" y="209030"/>
                  </a:lnTo>
                  <a:lnTo>
                    <a:pt x="7416354" y="209030"/>
                  </a:lnTo>
                  <a:lnTo>
                    <a:pt x="7416479" y="209030"/>
                  </a:lnTo>
                  <a:lnTo>
                    <a:pt x="7416604" y="209030"/>
                  </a:lnTo>
                  <a:lnTo>
                    <a:pt x="7416729" y="209030"/>
                  </a:lnTo>
                  <a:lnTo>
                    <a:pt x="7416854" y="209030"/>
                  </a:lnTo>
                  <a:lnTo>
                    <a:pt x="7416979" y="209030"/>
                  </a:lnTo>
                  <a:lnTo>
                    <a:pt x="7417104" y="209030"/>
                  </a:lnTo>
                  <a:lnTo>
                    <a:pt x="7417229" y="209030"/>
                  </a:lnTo>
                  <a:lnTo>
                    <a:pt x="7417354" y="209030"/>
                  </a:lnTo>
                  <a:lnTo>
                    <a:pt x="7417479" y="209030"/>
                  </a:lnTo>
                  <a:lnTo>
                    <a:pt x="7417604" y="209030"/>
                  </a:lnTo>
                  <a:lnTo>
                    <a:pt x="7417729" y="209030"/>
                  </a:lnTo>
                  <a:lnTo>
                    <a:pt x="7417854" y="209030"/>
                  </a:lnTo>
                  <a:lnTo>
                    <a:pt x="7417979" y="209030"/>
                  </a:lnTo>
                  <a:lnTo>
                    <a:pt x="7418104" y="209030"/>
                  </a:lnTo>
                  <a:lnTo>
                    <a:pt x="7418229" y="209030"/>
                  </a:lnTo>
                  <a:lnTo>
                    <a:pt x="7418354" y="209030"/>
                  </a:lnTo>
                  <a:lnTo>
                    <a:pt x="7418479" y="209030"/>
                  </a:lnTo>
                  <a:lnTo>
                    <a:pt x="7418605" y="209030"/>
                  </a:lnTo>
                  <a:lnTo>
                    <a:pt x="7418730" y="209030"/>
                  </a:lnTo>
                  <a:lnTo>
                    <a:pt x="7418855" y="209030"/>
                  </a:lnTo>
                  <a:lnTo>
                    <a:pt x="7418980" y="209030"/>
                  </a:lnTo>
                  <a:lnTo>
                    <a:pt x="7419105" y="209030"/>
                  </a:lnTo>
                  <a:lnTo>
                    <a:pt x="7419230" y="209030"/>
                  </a:lnTo>
                  <a:lnTo>
                    <a:pt x="7419355" y="209030"/>
                  </a:lnTo>
                  <a:lnTo>
                    <a:pt x="7419480" y="209030"/>
                  </a:lnTo>
                  <a:lnTo>
                    <a:pt x="7419605" y="209030"/>
                  </a:lnTo>
                  <a:lnTo>
                    <a:pt x="7419730" y="209030"/>
                  </a:lnTo>
                  <a:lnTo>
                    <a:pt x="7419855" y="209030"/>
                  </a:lnTo>
                  <a:lnTo>
                    <a:pt x="7419980" y="209030"/>
                  </a:lnTo>
                  <a:lnTo>
                    <a:pt x="7420105" y="209030"/>
                  </a:lnTo>
                  <a:lnTo>
                    <a:pt x="7420230" y="209030"/>
                  </a:lnTo>
                  <a:lnTo>
                    <a:pt x="7420355" y="209030"/>
                  </a:lnTo>
                  <a:lnTo>
                    <a:pt x="7420480" y="209030"/>
                  </a:lnTo>
                  <a:lnTo>
                    <a:pt x="7420605" y="209030"/>
                  </a:lnTo>
                  <a:lnTo>
                    <a:pt x="7420730" y="209030"/>
                  </a:lnTo>
                  <a:lnTo>
                    <a:pt x="7420855" y="209030"/>
                  </a:lnTo>
                  <a:lnTo>
                    <a:pt x="7420980" y="209030"/>
                  </a:lnTo>
                  <a:lnTo>
                    <a:pt x="7421105" y="209030"/>
                  </a:lnTo>
                  <a:lnTo>
                    <a:pt x="7421230" y="209030"/>
                  </a:lnTo>
                  <a:lnTo>
                    <a:pt x="7421355" y="209030"/>
                  </a:lnTo>
                  <a:lnTo>
                    <a:pt x="7421480" y="209030"/>
                  </a:lnTo>
                  <a:lnTo>
                    <a:pt x="7421606" y="209030"/>
                  </a:lnTo>
                  <a:lnTo>
                    <a:pt x="7421731" y="209030"/>
                  </a:lnTo>
                  <a:lnTo>
                    <a:pt x="7421856" y="209030"/>
                  </a:lnTo>
                  <a:lnTo>
                    <a:pt x="7421981" y="209030"/>
                  </a:lnTo>
                  <a:lnTo>
                    <a:pt x="7422106" y="209030"/>
                  </a:lnTo>
                  <a:lnTo>
                    <a:pt x="7422231" y="209030"/>
                  </a:lnTo>
                  <a:lnTo>
                    <a:pt x="7422356" y="209030"/>
                  </a:lnTo>
                  <a:lnTo>
                    <a:pt x="7422481" y="209030"/>
                  </a:lnTo>
                  <a:lnTo>
                    <a:pt x="7422606" y="209030"/>
                  </a:lnTo>
                  <a:lnTo>
                    <a:pt x="7422731" y="209030"/>
                  </a:lnTo>
                  <a:lnTo>
                    <a:pt x="7422856" y="209030"/>
                  </a:lnTo>
                  <a:lnTo>
                    <a:pt x="7422981" y="209030"/>
                  </a:lnTo>
                  <a:lnTo>
                    <a:pt x="7423106" y="209030"/>
                  </a:lnTo>
                  <a:lnTo>
                    <a:pt x="7423231" y="209030"/>
                  </a:lnTo>
                  <a:lnTo>
                    <a:pt x="7423356" y="209030"/>
                  </a:lnTo>
                  <a:lnTo>
                    <a:pt x="7423481" y="209030"/>
                  </a:lnTo>
                  <a:lnTo>
                    <a:pt x="7423606" y="209030"/>
                  </a:lnTo>
                  <a:lnTo>
                    <a:pt x="7423731" y="209030"/>
                  </a:lnTo>
                  <a:lnTo>
                    <a:pt x="7423856" y="209030"/>
                  </a:lnTo>
                  <a:lnTo>
                    <a:pt x="7423981" y="209030"/>
                  </a:lnTo>
                  <a:lnTo>
                    <a:pt x="7424106" y="209030"/>
                  </a:lnTo>
                  <a:lnTo>
                    <a:pt x="7424231" y="209030"/>
                  </a:lnTo>
                  <a:lnTo>
                    <a:pt x="7424356" y="209030"/>
                  </a:lnTo>
                  <a:lnTo>
                    <a:pt x="7424481" y="209030"/>
                  </a:lnTo>
                  <a:lnTo>
                    <a:pt x="7424607" y="209030"/>
                  </a:lnTo>
                  <a:lnTo>
                    <a:pt x="7424732" y="209030"/>
                  </a:lnTo>
                  <a:lnTo>
                    <a:pt x="7424857" y="209030"/>
                  </a:lnTo>
                  <a:lnTo>
                    <a:pt x="7424982" y="209030"/>
                  </a:lnTo>
                  <a:lnTo>
                    <a:pt x="7425107" y="209030"/>
                  </a:lnTo>
                  <a:lnTo>
                    <a:pt x="7425232" y="209030"/>
                  </a:lnTo>
                  <a:lnTo>
                    <a:pt x="7425357" y="209030"/>
                  </a:lnTo>
                  <a:lnTo>
                    <a:pt x="7425482" y="209030"/>
                  </a:lnTo>
                  <a:lnTo>
                    <a:pt x="7425607" y="209030"/>
                  </a:lnTo>
                  <a:lnTo>
                    <a:pt x="7425732" y="209030"/>
                  </a:lnTo>
                  <a:lnTo>
                    <a:pt x="7425857" y="209030"/>
                  </a:lnTo>
                  <a:lnTo>
                    <a:pt x="7425982" y="209030"/>
                  </a:lnTo>
                  <a:lnTo>
                    <a:pt x="7426107" y="209030"/>
                  </a:lnTo>
                  <a:lnTo>
                    <a:pt x="7426232" y="209030"/>
                  </a:lnTo>
                  <a:lnTo>
                    <a:pt x="7426357" y="209030"/>
                  </a:lnTo>
                  <a:lnTo>
                    <a:pt x="7426482" y="209030"/>
                  </a:lnTo>
                  <a:lnTo>
                    <a:pt x="7426607" y="209030"/>
                  </a:lnTo>
                  <a:lnTo>
                    <a:pt x="7426732" y="209030"/>
                  </a:lnTo>
                  <a:lnTo>
                    <a:pt x="7426857" y="209030"/>
                  </a:lnTo>
                  <a:lnTo>
                    <a:pt x="7426982" y="209030"/>
                  </a:lnTo>
                  <a:lnTo>
                    <a:pt x="7427107" y="209030"/>
                  </a:lnTo>
                  <a:lnTo>
                    <a:pt x="7427232" y="209030"/>
                  </a:lnTo>
                  <a:lnTo>
                    <a:pt x="7427357" y="209030"/>
                  </a:lnTo>
                  <a:lnTo>
                    <a:pt x="7427482" y="209030"/>
                  </a:lnTo>
                  <a:lnTo>
                    <a:pt x="7427608" y="209030"/>
                  </a:lnTo>
                  <a:lnTo>
                    <a:pt x="7427733" y="209030"/>
                  </a:lnTo>
                  <a:lnTo>
                    <a:pt x="7427858" y="209030"/>
                  </a:lnTo>
                  <a:lnTo>
                    <a:pt x="7427983" y="209030"/>
                  </a:lnTo>
                  <a:lnTo>
                    <a:pt x="7428108" y="209030"/>
                  </a:lnTo>
                  <a:lnTo>
                    <a:pt x="7428233" y="209030"/>
                  </a:lnTo>
                  <a:lnTo>
                    <a:pt x="7428358" y="209030"/>
                  </a:lnTo>
                  <a:lnTo>
                    <a:pt x="7428483" y="209030"/>
                  </a:lnTo>
                  <a:lnTo>
                    <a:pt x="7428608" y="209030"/>
                  </a:lnTo>
                  <a:lnTo>
                    <a:pt x="7428733" y="209030"/>
                  </a:lnTo>
                  <a:lnTo>
                    <a:pt x="7428858" y="209030"/>
                  </a:lnTo>
                  <a:lnTo>
                    <a:pt x="7428983" y="209030"/>
                  </a:lnTo>
                  <a:lnTo>
                    <a:pt x="7429108" y="209030"/>
                  </a:lnTo>
                  <a:lnTo>
                    <a:pt x="7429233" y="209030"/>
                  </a:lnTo>
                  <a:lnTo>
                    <a:pt x="7429358" y="209030"/>
                  </a:lnTo>
                  <a:lnTo>
                    <a:pt x="7429483" y="209030"/>
                  </a:lnTo>
                  <a:lnTo>
                    <a:pt x="7429608" y="209030"/>
                  </a:lnTo>
                  <a:lnTo>
                    <a:pt x="7429733" y="209030"/>
                  </a:lnTo>
                  <a:lnTo>
                    <a:pt x="7429858" y="209030"/>
                  </a:lnTo>
                  <a:lnTo>
                    <a:pt x="7429983" y="209030"/>
                  </a:lnTo>
                  <a:lnTo>
                    <a:pt x="7430108" y="209030"/>
                  </a:lnTo>
                  <a:lnTo>
                    <a:pt x="7430233" y="209030"/>
                  </a:lnTo>
                  <a:lnTo>
                    <a:pt x="7430358" y="209030"/>
                  </a:lnTo>
                  <a:lnTo>
                    <a:pt x="7430483" y="209030"/>
                  </a:lnTo>
                  <a:lnTo>
                    <a:pt x="7430609" y="209030"/>
                  </a:lnTo>
                  <a:lnTo>
                    <a:pt x="7430734" y="209030"/>
                  </a:lnTo>
                  <a:lnTo>
                    <a:pt x="7430859" y="209030"/>
                  </a:lnTo>
                  <a:lnTo>
                    <a:pt x="7430984" y="209030"/>
                  </a:lnTo>
                  <a:lnTo>
                    <a:pt x="7431109" y="209030"/>
                  </a:lnTo>
                  <a:lnTo>
                    <a:pt x="7431234" y="209030"/>
                  </a:lnTo>
                  <a:lnTo>
                    <a:pt x="7431359" y="209030"/>
                  </a:lnTo>
                  <a:lnTo>
                    <a:pt x="7431484" y="209030"/>
                  </a:lnTo>
                  <a:lnTo>
                    <a:pt x="7431609" y="209030"/>
                  </a:lnTo>
                  <a:lnTo>
                    <a:pt x="7431734" y="209030"/>
                  </a:lnTo>
                  <a:lnTo>
                    <a:pt x="7431859" y="209030"/>
                  </a:lnTo>
                  <a:lnTo>
                    <a:pt x="7431984" y="209030"/>
                  </a:lnTo>
                  <a:lnTo>
                    <a:pt x="7432109" y="209030"/>
                  </a:lnTo>
                  <a:lnTo>
                    <a:pt x="7432234" y="209030"/>
                  </a:lnTo>
                  <a:lnTo>
                    <a:pt x="7432359" y="209030"/>
                  </a:lnTo>
                  <a:lnTo>
                    <a:pt x="7432484" y="209030"/>
                  </a:lnTo>
                  <a:lnTo>
                    <a:pt x="7432609" y="209030"/>
                  </a:lnTo>
                  <a:lnTo>
                    <a:pt x="7432734" y="209030"/>
                  </a:lnTo>
                  <a:lnTo>
                    <a:pt x="7432859" y="209030"/>
                  </a:lnTo>
                  <a:lnTo>
                    <a:pt x="7432984" y="209030"/>
                  </a:lnTo>
                  <a:lnTo>
                    <a:pt x="7433109" y="209030"/>
                  </a:lnTo>
                  <a:lnTo>
                    <a:pt x="7433234" y="209030"/>
                  </a:lnTo>
                  <a:lnTo>
                    <a:pt x="7433359" y="209030"/>
                  </a:lnTo>
                  <a:lnTo>
                    <a:pt x="7433484" y="209030"/>
                  </a:lnTo>
                  <a:lnTo>
                    <a:pt x="7433610" y="209030"/>
                  </a:lnTo>
                  <a:lnTo>
                    <a:pt x="7433735" y="209030"/>
                  </a:lnTo>
                  <a:lnTo>
                    <a:pt x="7433860" y="209030"/>
                  </a:lnTo>
                  <a:lnTo>
                    <a:pt x="7433985" y="209030"/>
                  </a:lnTo>
                  <a:lnTo>
                    <a:pt x="7434110" y="209030"/>
                  </a:lnTo>
                  <a:lnTo>
                    <a:pt x="7434235" y="209030"/>
                  </a:lnTo>
                  <a:lnTo>
                    <a:pt x="7434360" y="209030"/>
                  </a:lnTo>
                  <a:lnTo>
                    <a:pt x="7434485" y="209030"/>
                  </a:lnTo>
                  <a:lnTo>
                    <a:pt x="7434610" y="209030"/>
                  </a:lnTo>
                  <a:lnTo>
                    <a:pt x="7434735" y="209030"/>
                  </a:lnTo>
                  <a:lnTo>
                    <a:pt x="7434860" y="209030"/>
                  </a:lnTo>
                  <a:lnTo>
                    <a:pt x="7434985" y="209030"/>
                  </a:lnTo>
                  <a:lnTo>
                    <a:pt x="7435110" y="209030"/>
                  </a:lnTo>
                  <a:lnTo>
                    <a:pt x="7435235" y="209030"/>
                  </a:lnTo>
                  <a:lnTo>
                    <a:pt x="7435360" y="209030"/>
                  </a:lnTo>
                  <a:lnTo>
                    <a:pt x="7435485" y="209030"/>
                  </a:lnTo>
                  <a:lnTo>
                    <a:pt x="7435610" y="209030"/>
                  </a:lnTo>
                  <a:lnTo>
                    <a:pt x="7435735" y="209030"/>
                  </a:lnTo>
                  <a:lnTo>
                    <a:pt x="7435860" y="209030"/>
                  </a:lnTo>
                  <a:lnTo>
                    <a:pt x="7435985" y="209030"/>
                  </a:lnTo>
                  <a:lnTo>
                    <a:pt x="7436110" y="209030"/>
                  </a:lnTo>
                  <a:lnTo>
                    <a:pt x="7436235" y="209030"/>
                  </a:lnTo>
                  <a:lnTo>
                    <a:pt x="7436360" y="209030"/>
                  </a:lnTo>
                  <a:lnTo>
                    <a:pt x="7436485" y="209030"/>
                  </a:lnTo>
                  <a:lnTo>
                    <a:pt x="7436611" y="209030"/>
                  </a:lnTo>
                  <a:lnTo>
                    <a:pt x="7436736" y="209030"/>
                  </a:lnTo>
                  <a:lnTo>
                    <a:pt x="7436861" y="209030"/>
                  </a:lnTo>
                  <a:lnTo>
                    <a:pt x="7436986" y="209030"/>
                  </a:lnTo>
                  <a:lnTo>
                    <a:pt x="7437111" y="209030"/>
                  </a:lnTo>
                  <a:lnTo>
                    <a:pt x="7437236" y="209030"/>
                  </a:lnTo>
                  <a:lnTo>
                    <a:pt x="7437361" y="209030"/>
                  </a:lnTo>
                  <a:lnTo>
                    <a:pt x="7437486" y="209030"/>
                  </a:lnTo>
                  <a:lnTo>
                    <a:pt x="7437611" y="209030"/>
                  </a:lnTo>
                  <a:lnTo>
                    <a:pt x="7437736" y="209030"/>
                  </a:lnTo>
                  <a:lnTo>
                    <a:pt x="7437861" y="209030"/>
                  </a:lnTo>
                  <a:lnTo>
                    <a:pt x="7437986" y="209030"/>
                  </a:lnTo>
                  <a:lnTo>
                    <a:pt x="7438111" y="209030"/>
                  </a:lnTo>
                  <a:lnTo>
                    <a:pt x="7438236" y="209030"/>
                  </a:lnTo>
                  <a:lnTo>
                    <a:pt x="7438361" y="209030"/>
                  </a:lnTo>
                  <a:lnTo>
                    <a:pt x="7438486" y="209030"/>
                  </a:lnTo>
                  <a:lnTo>
                    <a:pt x="7438611" y="209030"/>
                  </a:lnTo>
                  <a:lnTo>
                    <a:pt x="7438736" y="209030"/>
                  </a:lnTo>
                  <a:lnTo>
                    <a:pt x="7438861" y="209030"/>
                  </a:lnTo>
                  <a:lnTo>
                    <a:pt x="7438986" y="209030"/>
                  </a:lnTo>
                  <a:lnTo>
                    <a:pt x="7439111" y="209030"/>
                  </a:lnTo>
                  <a:lnTo>
                    <a:pt x="7439236" y="209030"/>
                  </a:lnTo>
                  <a:lnTo>
                    <a:pt x="7439361" y="209030"/>
                  </a:lnTo>
                  <a:lnTo>
                    <a:pt x="7439486" y="209030"/>
                  </a:lnTo>
                  <a:lnTo>
                    <a:pt x="7439612" y="209030"/>
                  </a:lnTo>
                  <a:lnTo>
                    <a:pt x="7439737" y="209030"/>
                  </a:lnTo>
                  <a:lnTo>
                    <a:pt x="7439862" y="209030"/>
                  </a:lnTo>
                  <a:lnTo>
                    <a:pt x="7439987" y="209030"/>
                  </a:lnTo>
                  <a:lnTo>
                    <a:pt x="7440112" y="209030"/>
                  </a:lnTo>
                  <a:lnTo>
                    <a:pt x="7440237" y="209030"/>
                  </a:lnTo>
                  <a:lnTo>
                    <a:pt x="7440362" y="209030"/>
                  </a:lnTo>
                  <a:lnTo>
                    <a:pt x="7440487" y="209030"/>
                  </a:lnTo>
                  <a:lnTo>
                    <a:pt x="7440612" y="209030"/>
                  </a:lnTo>
                  <a:lnTo>
                    <a:pt x="7440737" y="209030"/>
                  </a:lnTo>
                  <a:lnTo>
                    <a:pt x="7440862" y="209030"/>
                  </a:lnTo>
                  <a:lnTo>
                    <a:pt x="7440987" y="209030"/>
                  </a:lnTo>
                  <a:lnTo>
                    <a:pt x="7441112" y="209030"/>
                  </a:lnTo>
                  <a:lnTo>
                    <a:pt x="7441237" y="209030"/>
                  </a:lnTo>
                  <a:lnTo>
                    <a:pt x="7441362" y="209030"/>
                  </a:lnTo>
                  <a:lnTo>
                    <a:pt x="7441487" y="209030"/>
                  </a:lnTo>
                  <a:lnTo>
                    <a:pt x="7441612" y="209030"/>
                  </a:lnTo>
                  <a:lnTo>
                    <a:pt x="7441737" y="209030"/>
                  </a:lnTo>
                  <a:lnTo>
                    <a:pt x="7441862" y="209030"/>
                  </a:lnTo>
                  <a:lnTo>
                    <a:pt x="7441987" y="209030"/>
                  </a:lnTo>
                  <a:lnTo>
                    <a:pt x="7442112" y="209030"/>
                  </a:lnTo>
                  <a:lnTo>
                    <a:pt x="7442237" y="209030"/>
                  </a:lnTo>
                  <a:lnTo>
                    <a:pt x="7442362" y="209030"/>
                  </a:lnTo>
                  <a:lnTo>
                    <a:pt x="7442487" y="209030"/>
                  </a:lnTo>
                  <a:lnTo>
                    <a:pt x="7442613" y="209030"/>
                  </a:lnTo>
                  <a:lnTo>
                    <a:pt x="7442738" y="209030"/>
                  </a:lnTo>
                  <a:lnTo>
                    <a:pt x="7442863" y="209030"/>
                  </a:lnTo>
                  <a:lnTo>
                    <a:pt x="7442988" y="209030"/>
                  </a:lnTo>
                  <a:lnTo>
                    <a:pt x="7443113" y="209030"/>
                  </a:lnTo>
                  <a:lnTo>
                    <a:pt x="7443238" y="209030"/>
                  </a:lnTo>
                  <a:lnTo>
                    <a:pt x="7443363" y="209030"/>
                  </a:lnTo>
                  <a:lnTo>
                    <a:pt x="7443488" y="209030"/>
                  </a:lnTo>
                  <a:lnTo>
                    <a:pt x="7443613" y="209030"/>
                  </a:lnTo>
                  <a:lnTo>
                    <a:pt x="7443738" y="209030"/>
                  </a:lnTo>
                  <a:lnTo>
                    <a:pt x="7443863" y="209030"/>
                  </a:lnTo>
                  <a:lnTo>
                    <a:pt x="7443988" y="209030"/>
                  </a:lnTo>
                  <a:lnTo>
                    <a:pt x="7444113" y="209030"/>
                  </a:lnTo>
                  <a:lnTo>
                    <a:pt x="7444238" y="209030"/>
                  </a:lnTo>
                  <a:lnTo>
                    <a:pt x="7444363" y="209030"/>
                  </a:lnTo>
                  <a:lnTo>
                    <a:pt x="7444488" y="209030"/>
                  </a:lnTo>
                  <a:lnTo>
                    <a:pt x="7444613" y="209030"/>
                  </a:lnTo>
                  <a:lnTo>
                    <a:pt x="7444613" y="199076"/>
                  </a:lnTo>
                  <a:lnTo>
                    <a:pt x="7444738" y="199076"/>
                  </a:lnTo>
                  <a:lnTo>
                    <a:pt x="7444863" y="199076"/>
                  </a:lnTo>
                  <a:lnTo>
                    <a:pt x="7444988" y="199076"/>
                  </a:lnTo>
                  <a:lnTo>
                    <a:pt x="7445113" y="199076"/>
                  </a:lnTo>
                  <a:lnTo>
                    <a:pt x="7445238" y="199076"/>
                  </a:lnTo>
                  <a:lnTo>
                    <a:pt x="7445363" y="199076"/>
                  </a:lnTo>
                  <a:lnTo>
                    <a:pt x="7445488" y="199076"/>
                  </a:lnTo>
                  <a:lnTo>
                    <a:pt x="7445614" y="199076"/>
                  </a:lnTo>
                  <a:lnTo>
                    <a:pt x="7445739" y="199076"/>
                  </a:lnTo>
                  <a:lnTo>
                    <a:pt x="7445864" y="199076"/>
                  </a:lnTo>
                  <a:lnTo>
                    <a:pt x="7445989" y="199076"/>
                  </a:lnTo>
                  <a:lnTo>
                    <a:pt x="7446114" y="199076"/>
                  </a:lnTo>
                  <a:lnTo>
                    <a:pt x="7446239" y="199076"/>
                  </a:lnTo>
                  <a:lnTo>
                    <a:pt x="7446364" y="199076"/>
                  </a:lnTo>
                  <a:lnTo>
                    <a:pt x="7446489" y="199076"/>
                  </a:lnTo>
                  <a:lnTo>
                    <a:pt x="7446614" y="199076"/>
                  </a:lnTo>
                  <a:lnTo>
                    <a:pt x="7446739" y="199076"/>
                  </a:lnTo>
                  <a:lnTo>
                    <a:pt x="7446739" y="189122"/>
                  </a:lnTo>
                  <a:lnTo>
                    <a:pt x="7446864" y="189122"/>
                  </a:lnTo>
                  <a:lnTo>
                    <a:pt x="7446989" y="189122"/>
                  </a:lnTo>
                  <a:lnTo>
                    <a:pt x="7447114" y="189122"/>
                  </a:lnTo>
                  <a:lnTo>
                    <a:pt x="7447239" y="189122"/>
                  </a:lnTo>
                  <a:lnTo>
                    <a:pt x="7447364" y="189122"/>
                  </a:lnTo>
                  <a:lnTo>
                    <a:pt x="7447489" y="189122"/>
                  </a:lnTo>
                  <a:lnTo>
                    <a:pt x="7447614" y="189122"/>
                  </a:lnTo>
                  <a:lnTo>
                    <a:pt x="7447739" y="189122"/>
                  </a:lnTo>
                  <a:lnTo>
                    <a:pt x="7447864" y="189122"/>
                  </a:lnTo>
                  <a:lnTo>
                    <a:pt x="7447989" y="189122"/>
                  </a:lnTo>
                  <a:lnTo>
                    <a:pt x="7448114" y="189122"/>
                  </a:lnTo>
                  <a:lnTo>
                    <a:pt x="7448239" y="189122"/>
                  </a:lnTo>
                  <a:lnTo>
                    <a:pt x="7448364" y="189122"/>
                  </a:lnTo>
                  <a:lnTo>
                    <a:pt x="7448489" y="189122"/>
                  </a:lnTo>
                  <a:lnTo>
                    <a:pt x="7448615" y="189122"/>
                  </a:lnTo>
                  <a:lnTo>
                    <a:pt x="7448740" y="189122"/>
                  </a:lnTo>
                  <a:lnTo>
                    <a:pt x="7448865" y="189122"/>
                  </a:lnTo>
                  <a:lnTo>
                    <a:pt x="7448990" y="189122"/>
                  </a:lnTo>
                  <a:lnTo>
                    <a:pt x="7449115" y="189122"/>
                  </a:lnTo>
                  <a:lnTo>
                    <a:pt x="7449240" y="189122"/>
                  </a:lnTo>
                  <a:lnTo>
                    <a:pt x="7449365" y="189122"/>
                  </a:lnTo>
                  <a:lnTo>
                    <a:pt x="7449490" y="189122"/>
                  </a:lnTo>
                  <a:lnTo>
                    <a:pt x="7449615" y="189122"/>
                  </a:lnTo>
                  <a:lnTo>
                    <a:pt x="7449740" y="189122"/>
                  </a:lnTo>
                  <a:lnTo>
                    <a:pt x="7449865" y="189122"/>
                  </a:lnTo>
                  <a:lnTo>
                    <a:pt x="7449990" y="189122"/>
                  </a:lnTo>
                  <a:lnTo>
                    <a:pt x="7450115" y="189122"/>
                  </a:lnTo>
                  <a:lnTo>
                    <a:pt x="7450240" y="189122"/>
                  </a:lnTo>
                  <a:lnTo>
                    <a:pt x="7450365" y="189122"/>
                  </a:lnTo>
                  <a:lnTo>
                    <a:pt x="7450490" y="189122"/>
                  </a:lnTo>
                  <a:lnTo>
                    <a:pt x="7450615" y="189122"/>
                  </a:lnTo>
                  <a:lnTo>
                    <a:pt x="7450740" y="189122"/>
                  </a:lnTo>
                  <a:lnTo>
                    <a:pt x="7450865" y="189122"/>
                  </a:lnTo>
                  <a:lnTo>
                    <a:pt x="7450990" y="189122"/>
                  </a:lnTo>
                  <a:lnTo>
                    <a:pt x="7451115" y="189122"/>
                  </a:lnTo>
                  <a:lnTo>
                    <a:pt x="7451240" y="189122"/>
                  </a:lnTo>
                  <a:lnTo>
                    <a:pt x="7451365" y="189122"/>
                  </a:lnTo>
                  <a:lnTo>
                    <a:pt x="7451491" y="189122"/>
                  </a:lnTo>
                  <a:lnTo>
                    <a:pt x="7451616" y="189122"/>
                  </a:lnTo>
                  <a:lnTo>
                    <a:pt x="7451741" y="189122"/>
                  </a:lnTo>
                  <a:lnTo>
                    <a:pt x="7451866" y="189122"/>
                  </a:lnTo>
                  <a:lnTo>
                    <a:pt x="7451991" y="189122"/>
                  </a:lnTo>
                  <a:lnTo>
                    <a:pt x="7452116" y="189122"/>
                  </a:lnTo>
                  <a:lnTo>
                    <a:pt x="7452241" y="189122"/>
                  </a:lnTo>
                  <a:lnTo>
                    <a:pt x="7452366" y="189122"/>
                  </a:lnTo>
                  <a:lnTo>
                    <a:pt x="7452491" y="189122"/>
                  </a:lnTo>
                  <a:lnTo>
                    <a:pt x="7452616" y="189122"/>
                  </a:lnTo>
                  <a:lnTo>
                    <a:pt x="7452741" y="189122"/>
                  </a:lnTo>
                  <a:lnTo>
                    <a:pt x="7452866" y="189122"/>
                  </a:lnTo>
                  <a:lnTo>
                    <a:pt x="7452991" y="189122"/>
                  </a:lnTo>
                  <a:lnTo>
                    <a:pt x="7453116" y="189122"/>
                  </a:lnTo>
                  <a:lnTo>
                    <a:pt x="7453241" y="189122"/>
                  </a:lnTo>
                  <a:lnTo>
                    <a:pt x="7453366" y="189122"/>
                  </a:lnTo>
                  <a:lnTo>
                    <a:pt x="7453491" y="189122"/>
                  </a:lnTo>
                  <a:lnTo>
                    <a:pt x="7453616" y="189122"/>
                  </a:lnTo>
                  <a:lnTo>
                    <a:pt x="7453741" y="189122"/>
                  </a:lnTo>
                  <a:lnTo>
                    <a:pt x="7453866" y="189122"/>
                  </a:lnTo>
                  <a:lnTo>
                    <a:pt x="7453991" y="189122"/>
                  </a:lnTo>
                  <a:lnTo>
                    <a:pt x="7454116" y="189122"/>
                  </a:lnTo>
                  <a:lnTo>
                    <a:pt x="7454241" y="189122"/>
                  </a:lnTo>
                  <a:lnTo>
                    <a:pt x="7454366" y="189122"/>
                  </a:lnTo>
                  <a:lnTo>
                    <a:pt x="7454492" y="189122"/>
                  </a:lnTo>
                  <a:lnTo>
                    <a:pt x="7454617" y="189122"/>
                  </a:lnTo>
                  <a:lnTo>
                    <a:pt x="7454742" y="189122"/>
                  </a:lnTo>
                  <a:lnTo>
                    <a:pt x="7454867" y="189122"/>
                  </a:lnTo>
                  <a:lnTo>
                    <a:pt x="7454992" y="189122"/>
                  </a:lnTo>
                  <a:lnTo>
                    <a:pt x="7455117" y="189122"/>
                  </a:lnTo>
                  <a:lnTo>
                    <a:pt x="7455242" y="189122"/>
                  </a:lnTo>
                  <a:lnTo>
                    <a:pt x="7455367" y="189122"/>
                  </a:lnTo>
                  <a:lnTo>
                    <a:pt x="7455492" y="189122"/>
                  </a:lnTo>
                  <a:lnTo>
                    <a:pt x="7455617" y="189122"/>
                  </a:lnTo>
                  <a:lnTo>
                    <a:pt x="7455742" y="189122"/>
                  </a:lnTo>
                  <a:lnTo>
                    <a:pt x="7455867" y="189122"/>
                  </a:lnTo>
                  <a:lnTo>
                    <a:pt x="7455992" y="189122"/>
                  </a:lnTo>
                  <a:lnTo>
                    <a:pt x="7456117" y="189122"/>
                  </a:lnTo>
                  <a:lnTo>
                    <a:pt x="7456242" y="189122"/>
                  </a:lnTo>
                  <a:lnTo>
                    <a:pt x="7456367" y="189122"/>
                  </a:lnTo>
                  <a:lnTo>
                    <a:pt x="7456492" y="189122"/>
                  </a:lnTo>
                  <a:lnTo>
                    <a:pt x="7456617" y="189122"/>
                  </a:lnTo>
                  <a:lnTo>
                    <a:pt x="7456742" y="189122"/>
                  </a:lnTo>
                  <a:lnTo>
                    <a:pt x="7456867" y="189122"/>
                  </a:lnTo>
                  <a:lnTo>
                    <a:pt x="7456992" y="189122"/>
                  </a:lnTo>
                  <a:lnTo>
                    <a:pt x="7457117" y="189122"/>
                  </a:lnTo>
                  <a:lnTo>
                    <a:pt x="7457242" y="189122"/>
                  </a:lnTo>
                  <a:lnTo>
                    <a:pt x="7457367" y="189122"/>
                  </a:lnTo>
                  <a:lnTo>
                    <a:pt x="7457493" y="189122"/>
                  </a:lnTo>
                  <a:lnTo>
                    <a:pt x="7457618" y="189122"/>
                  </a:lnTo>
                  <a:lnTo>
                    <a:pt x="7457743" y="189122"/>
                  </a:lnTo>
                  <a:lnTo>
                    <a:pt x="7457868" y="189122"/>
                  </a:lnTo>
                  <a:lnTo>
                    <a:pt x="7457993" y="189122"/>
                  </a:lnTo>
                  <a:lnTo>
                    <a:pt x="7458118" y="189122"/>
                  </a:lnTo>
                  <a:lnTo>
                    <a:pt x="7458243" y="189122"/>
                  </a:lnTo>
                  <a:lnTo>
                    <a:pt x="7458368" y="189122"/>
                  </a:lnTo>
                  <a:lnTo>
                    <a:pt x="7458493" y="189122"/>
                  </a:lnTo>
                  <a:lnTo>
                    <a:pt x="7458618" y="189122"/>
                  </a:lnTo>
                  <a:lnTo>
                    <a:pt x="7458743" y="189122"/>
                  </a:lnTo>
                  <a:lnTo>
                    <a:pt x="7458868" y="189122"/>
                  </a:lnTo>
                  <a:lnTo>
                    <a:pt x="7458993" y="189122"/>
                  </a:lnTo>
                  <a:lnTo>
                    <a:pt x="7459118" y="189122"/>
                  </a:lnTo>
                  <a:lnTo>
                    <a:pt x="7459243" y="189122"/>
                  </a:lnTo>
                  <a:lnTo>
                    <a:pt x="7459368" y="189122"/>
                  </a:lnTo>
                  <a:lnTo>
                    <a:pt x="7459493" y="189122"/>
                  </a:lnTo>
                  <a:lnTo>
                    <a:pt x="7459618" y="189122"/>
                  </a:lnTo>
                  <a:lnTo>
                    <a:pt x="7459743" y="189122"/>
                  </a:lnTo>
                  <a:lnTo>
                    <a:pt x="7459868" y="189122"/>
                  </a:lnTo>
                  <a:lnTo>
                    <a:pt x="7459993" y="189122"/>
                  </a:lnTo>
                  <a:lnTo>
                    <a:pt x="7460118" y="189122"/>
                  </a:lnTo>
                  <a:lnTo>
                    <a:pt x="7460243" y="189122"/>
                  </a:lnTo>
                  <a:lnTo>
                    <a:pt x="7460368" y="189122"/>
                  </a:lnTo>
                  <a:lnTo>
                    <a:pt x="7460494" y="189122"/>
                  </a:lnTo>
                  <a:lnTo>
                    <a:pt x="7460619" y="189122"/>
                  </a:lnTo>
                  <a:lnTo>
                    <a:pt x="7460744" y="189122"/>
                  </a:lnTo>
                  <a:lnTo>
                    <a:pt x="7460869" y="189122"/>
                  </a:lnTo>
                  <a:lnTo>
                    <a:pt x="7460994" y="189122"/>
                  </a:lnTo>
                  <a:lnTo>
                    <a:pt x="7461119" y="189122"/>
                  </a:lnTo>
                  <a:lnTo>
                    <a:pt x="7461244" y="189122"/>
                  </a:lnTo>
                  <a:lnTo>
                    <a:pt x="7461369" y="189122"/>
                  </a:lnTo>
                  <a:lnTo>
                    <a:pt x="7461494" y="189122"/>
                  </a:lnTo>
                  <a:lnTo>
                    <a:pt x="7461619" y="189122"/>
                  </a:lnTo>
                  <a:lnTo>
                    <a:pt x="7461744" y="189122"/>
                  </a:lnTo>
                  <a:lnTo>
                    <a:pt x="7461869" y="189122"/>
                  </a:lnTo>
                  <a:lnTo>
                    <a:pt x="7461994" y="189122"/>
                  </a:lnTo>
                  <a:lnTo>
                    <a:pt x="7462119" y="189122"/>
                  </a:lnTo>
                  <a:lnTo>
                    <a:pt x="7462244" y="189122"/>
                  </a:lnTo>
                  <a:lnTo>
                    <a:pt x="7462369" y="189122"/>
                  </a:lnTo>
                  <a:lnTo>
                    <a:pt x="7462494" y="189122"/>
                  </a:lnTo>
                  <a:lnTo>
                    <a:pt x="7462619" y="189122"/>
                  </a:lnTo>
                  <a:lnTo>
                    <a:pt x="7462744" y="189122"/>
                  </a:lnTo>
                  <a:lnTo>
                    <a:pt x="7462869" y="189122"/>
                  </a:lnTo>
                  <a:lnTo>
                    <a:pt x="7462994" y="189122"/>
                  </a:lnTo>
                  <a:lnTo>
                    <a:pt x="7463119" y="189122"/>
                  </a:lnTo>
                  <a:lnTo>
                    <a:pt x="7463244" y="189122"/>
                  </a:lnTo>
                  <a:lnTo>
                    <a:pt x="7463369" y="189122"/>
                  </a:lnTo>
                  <a:lnTo>
                    <a:pt x="7463495" y="189122"/>
                  </a:lnTo>
                  <a:lnTo>
                    <a:pt x="7463620" y="189122"/>
                  </a:lnTo>
                  <a:lnTo>
                    <a:pt x="7463745" y="189122"/>
                  </a:lnTo>
                  <a:lnTo>
                    <a:pt x="7463870" y="189122"/>
                  </a:lnTo>
                  <a:lnTo>
                    <a:pt x="7463995" y="189122"/>
                  </a:lnTo>
                  <a:lnTo>
                    <a:pt x="7464120" y="189122"/>
                  </a:lnTo>
                  <a:lnTo>
                    <a:pt x="7464245" y="189122"/>
                  </a:lnTo>
                  <a:lnTo>
                    <a:pt x="7464370" y="189122"/>
                  </a:lnTo>
                  <a:lnTo>
                    <a:pt x="7464495" y="189122"/>
                  </a:lnTo>
                  <a:lnTo>
                    <a:pt x="7464620" y="189122"/>
                  </a:lnTo>
                  <a:lnTo>
                    <a:pt x="7464745" y="189122"/>
                  </a:lnTo>
                  <a:lnTo>
                    <a:pt x="7464870" y="189122"/>
                  </a:lnTo>
                  <a:lnTo>
                    <a:pt x="7464995" y="189122"/>
                  </a:lnTo>
                  <a:lnTo>
                    <a:pt x="7465120" y="189122"/>
                  </a:lnTo>
                  <a:lnTo>
                    <a:pt x="7465245" y="189122"/>
                  </a:lnTo>
                  <a:lnTo>
                    <a:pt x="7465370" y="189122"/>
                  </a:lnTo>
                  <a:lnTo>
                    <a:pt x="7465495" y="189122"/>
                  </a:lnTo>
                  <a:lnTo>
                    <a:pt x="7465620" y="189122"/>
                  </a:lnTo>
                  <a:lnTo>
                    <a:pt x="7465745" y="189122"/>
                  </a:lnTo>
                  <a:lnTo>
                    <a:pt x="7465870" y="189122"/>
                  </a:lnTo>
                  <a:lnTo>
                    <a:pt x="7465995" y="189122"/>
                  </a:lnTo>
                  <a:lnTo>
                    <a:pt x="7466120" y="189122"/>
                  </a:lnTo>
                  <a:lnTo>
                    <a:pt x="7466245" y="189122"/>
                  </a:lnTo>
                  <a:lnTo>
                    <a:pt x="7466370" y="189122"/>
                  </a:lnTo>
                  <a:lnTo>
                    <a:pt x="7466496" y="189122"/>
                  </a:lnTo>
                  <a:lnTo>
                    <a:pt x="7466621" y="189122"/>
                  </a:lnTo>
                  <a:lnTo>
                    <a:pt x="7466746" y="189122"/>
                  </a:lnTo>
                  <a:lnTo>
                    <a:pt x="7466871" y="189122"/>
                  </a:lnTo>
                  <a:lnTo>
                    <a:pt x="7466996" y="189122"/>
                  </a:lnTo>
                  <a:lnTo>
                    <a:pt x="7467121" y="189122"/>
                  </a:lnTo>
                  <a:lnTo>
                    <a:pt x="7467246" y="189122"/>
                  </a:lnTo>
                  <a:lnTo>
                    <a:pt x="7467371" y="189122"/>
                  </a:lnTo>
                  <a:lnTo>
                    <a:pt x="7467496" y="189122"/>
                  </a:lnTo>
                  <a:lnTo>
                    <a:pt x="7467621" y="189122"/>
                  </a:lnTo>
                  <a:lnTo>
                    <a:pt x="7467746" y="189122"/>
                  </a:lnTo>
                  <a:lnTo>
                    <a:pt x="7467871" y="189122"/>
                  </a:lnTo>
                  <a:lnTo>
                    <a:pt x="7467996" y="189122"/>
                  </a:lnTo>
                  <a:lnTo>
                    <a:pt x="7468121" y="189122"/>
                  </a:lnTo>
                  <a:lnTo>
                    <a:pt x="7468246" y="189122"/>
                  </a:lnTo>
                  <a:lnTo>
                    <a:pt x="7468371" y="189122"/>
                  </a:lnTo>
                  <a:lnTo>
                    <a:pt x="7468496" y="189122"/>
                  </a:lnTo>
                  <a:lnTo>
                    <a:pt x="7468621" y="189122"/>
                  </a:lnTo>
                  <a:lnTo>
                    <a:pt x="7468746" y="189122"/>
                  </a:lnTo>
                  <a:lnTo>
                    <a:pt x="7468871" y="189122"/>
                  </a:lnTo>
                  <a:lnTo>
                    <a:pt x="7468996" y="189122"/>
                  </a:lnTo>
                  <a:lnTo>
                    <a:pt x="7469121" y="189122"/>
                  </a:lnTo>
                  <a:lnTo>
                    <a:pt x="7469246" y="189122"/>
                  </a:lnTo>
                  <a:lnTo>
                    <a:pt x="7469371" y="189122"/>
                  </a:lnTo>
                  <a:lnTo>
                    <a:pt x="7469497" y="189122"/>
                  </a:lnTo>
                  <a:lnTo>
                    <a:pt x="7469622" y="189122"/>
                  </a:lnTo>
                  <a:lnTo>
                    <a:pt x="7469747" y="189122"/>
                  </a:lnTo>
                  <a:lnTo>
                    <a:pt x="7469872" y="189122"/>
                  </a:lnTo>
                  <a:lnTo>
                    <a:pt x="7469997" y="189122"/>
                  </a:lnTo>
                  <a:lnTo>
                    <a:pt x="7470122" y="189122"/>
                  </a:lnTo>
                  <a:lnTo>
                    <a:pt x="7470247" y="189122"/>
                  </a:lnTo>
                  <a:lnTo>
                    <a:pt x="7470372" y="189122"/>
                  </a:lnTo>
                  <a:lnTo>
                    <a:pt x="7470497" y="189122"/>
                  </a:lnTo>
                  <a:lnTo>
                    <a:pt x="7470622" y="189122"/>
                  </a:lnTo>
                  <a:lnTo>
                    <a:pt x="7470747" y="189122"/>
                  </a:lnTo>
                  <a:lnTo>
                    <a:pt x="7470872" y="189122"/>
                  </a:lnTo>
                  <a:lnTo>
                    <a:pt x="7470997" y="189122"/>
                  </a:lnTo>
                  <a:lnTo>
                    <a:pt x="7471122" y="189122"/>
                  </a:lnTo>
                  <a:lnTo>
                    <a:pt x="7471247" y="189122"/>
                  </a:lnTo>
                  <a:lnTo>
                    <a:pt x="7471372" y="189122"/>
                  </a:lnTo>
                  <a:lnTo>
                    <a:pt x="7471497" y="189122"/>
                  </a:lnTo>
                  <a:lnTo>
                    <a:pt x="7471622" y="189122"/>
                  </a:lnTo>
                  <a:lnTo>
                    <a:pt x="7471747" y="189122"/>
                  </a:lnTo>
                  <a:lnTo>
                    <a:pt x="7471872" y="189122"/>
                  </a:lnTo>
                  <a:lnTo>
                    <a:pt x="7471997" y="189122"/>
                  </a:lnTo>
                  <a:lnTo>
                    <a:pt x="7472122" y="189122"/>
                  </a:lnTo>
                  <a:lnTo>
                    <a:pt x="7472247" y="189122"/>
                  </a:lnTo>
                  <a:lnTo>
                    <a:pt x="7472372" y="189122"/>
                  </a:lnTo>
                  <a:lnTo>
                    <a:pt x="7472498" y="189122"/>
                  </a:lnTo>
                  <a:lnTo>
                    <a:pt x="7472623" y="189122"/>
                  </a:lnTo>
                  <a:lnTo>
                    <a:pt x="7472748" y="189122"/>
                  </a:lnTo>
                  <a:lnTo>
                    <a:pt x="7472873" y="189122"/>
                  </a:lnTo>
                  <a:lnTo>
                    <a:pt x="7472998" y="189122"/>
                  </a:lnTo>
                  <a:lnTo>
                    <a:pt x="7473123" y="189122"/>
                  </a:lnTo>
                  <a:lnTo>
                    <a:pt x="7473248" y="189122"/>
                  </a:lnTo>
                  <a:lnTo>
                    <a:pt x="7473373" y="189122"/>
                  </a:lnTo>
                  <a:lnTo>
                    <a:pt x="7473498" y="189122"/>
                  </a:lnTo>
                  <a:lnTo>
                    <a:pt x="7473623" y="189122"/>
                  </a:lnTo>
                  <a:lnTo>
                    <a:pt x="7473748" y="189122"/>
                  </a:lnTo>
                  <a:lnTo>
                    <a:pt x="7473873" y="189122"/>
                  </a:lnTo>
                  <a:lnTo>
                    <a:pt x="7473998" y="189122"/>
                  </a:lnTo>
                  <a:lnTo>
                    <a:pt x="7474123" y="189122"/>
                  </a:lnTo>
                  <a:lnTo>
                    <a:pt x="7474248" y="189122"/>
                  </a:lnTo>
                  <a:lnTo>
                    <a:pt x="7474373" y="189122"/>
                  </a:lnTo>
                  <a:lnTo>
                    <a:pt x="7474498" y="189122"/>
                  </a:lnTo>
                  <a:lnTo>
                    <a:pt x="7474623" y="189122"/>
                  </a:lnTo>
                  <a:lnTo>
                    <a:pt x="7474748" y="189122"/>
                  </a:lnTo>
                  <a:lnTo>
                    <a:pt x="7474873" y="189122"/>
                  </a:lnTo>
                  <a:lnTo>
                    <a:pt x="7474998" y="189122"/>
                  </a:lnTo>
                  <a:lnTo>
                    <a:pt x="7475123" y="189122"/>
                  </a:lnTo>
                  <a:lnTo>
                    <a:pt x="7475248" y="189122"/>
                  </a:lnTo>
                  <a:lnTo>
                    <a:pt x="7475373" y="189122"/>
                  </a:lnTo>
                  <a:lnTo>
                    <a:pt x="7475499" y="189122"/>
                  </a:lnTo>
                  <a:lnTo>
                    <a:pt x="7475624" y="189122"/>
                  </a:lnTo>
                  <a:lnTo>
                    <a:pt x="7475749" y="189122"/>
                  </a:lnTo>
                  <a:lnTo>
                    <a:pt x="7475874" y="189122"/>
                  </a:lnTo>
                  <a:lnTo>
                    <a:pt x="7475999" y="189122"/>
                  </a:lnTo>
                  <a:lnTo>
                    <a:pt x="7476124" y="189122"/>
                  </a:lnTo>
                  <a:lnTo>
                    <a:pt x="7476249" y="189122"/>
                  </a:lnTo>
                  <a:lnTo>
                    <a:pt x="7476374" y="189122"/>
                  </a:lnTo>
                  <a:lnTo>
                    <a:pt x="7476499" y="189122"/>
                  </a:lnTo>
                  <a:lnTo>
                    <a:pt x="7476624" y="189122"/>
                  </a:lnTo>
                  <a:lnTo>
                    <a:pt x="7476749" y="189122"/>
                  </a:lnTo>
                  <a:lnTo>
                    <a:pt x="7476874" y="189122"/>
                  </a:lnTo>
                  <a:lnTo>
                    <a:pt x="7476999" y="189122"/>
                  </a:lnTo>
                  <a:lnTo>
                    <a:pt x="7477124" y="189122"/>
                  </a:lnTo>
                  <a:lnTo>
                    <a:pt x="7477249" y="189122"/>
                  </a:lnTo>
                  <a:lnTo>
                    <a:pt x="7477374" y="189122"/>
                  </a:lnTo>
                  <a:lnTo>
                    <a:pt x="7477499" y="189122"/>
                  </a:lnTo>
                  <a:lnTo>
                    <a:pt x="7477624" y="189122"/>
                  </a:lnTo>
                  <a:lnTo>
                    <a:pt x="7477749" y="189122"/>
                  </a:lnTo>
                  <a:lnTo>
                    <a:pt x="7477874" y="189122"/>
                  </a:lnTo>
                  <a:lnTo>
                    <a:pt x="7477999" y="189122"/>
                  </a:lnTo>
                  <a:lnTo>
                    <a:pt x="7478124" y="189122"/>
                  </a:lnTo>
                  <a:lnTo>
                    <a:pt x="7478249" y="189122"/>
                  </a:lnTo>
                  <a:lnTo>
                    <a:pt x="7478374" y="189122"/>
                  </a:lnTo>
                  <a:lnTo>
                    <a:pt x="7478500" y="189122"/>
                  </a:lnTo>
                  <a:lnTo>
                    <a:pt x="7478625" y="189122"/>
                  </a:lnTo>
                  <a:lnTo>
                    <a:pt x="7478750" y="189122"/>
                  </a:lnTo>
                  <a:lnTo>
                    <a:pt x="7478875" y="189122"/>
                  </a:lnTo>
                  <a:lnTo>
                    <a:pt x="7479000" y="189122"/>
                  </a:lnTo>
                  <a:lnTo>
                    <a:pt x="7479125" y="189122"/>
                  </a:lnTo>
                  <a:lnTo>
                    <a:pt x="7479250" y="189122"/>
                  </a:lnTo>
                  <a:lnTo>
                    <a:pt x="7479375" y="189122"/>
                  </a:lnTo>
                  <a:lnTo>
                    <a:pt x="7479500" y="189122"/>
                  </a:lnTo>
                  <a:lnTo>
                    <a:pt x="7479625" y="189122"/>
                  </a:lnTo>
                  <a:lnTo>
                    <a:pt x="7479750" y="189122"/>
                  </a:lnTo>
                  <a:lnTo>
                    <a:pt x="7479875" y="189122"/>
                  </a:lnTo>
                  <a:lnTo>
                    <a:pt x="7480000" y="189122"/>
                  </a:lnTo>
                  <a:lnTo>
                    <a:pt x="7480125" y="189122"/>
                  </a:lnTo>
                  <a:lnTo>
                    <a:pt x="7480250" y="189122"/>
                  </a:lnTo>
                  <a:lnTo>
                    <a:pt x="7480375" y="189122"/>
                  </a:lnTo>
                  <a:lnTo>
                    <a:pt x="7480500" y="189122"/>
                  </a:lnTo>
                  <a:lnTo>
                    <a:pt x="7480625" y="189122"/>
                  </a:lnTo>
                  <a:lnTo>
                    <a:pt x="7480750" y="189122"/>
                  </a:lnTo>
                  <a:lnTo>
                    <a:pt x="7480875" y="189122"/>
                  </a:lnTo>
                  <a:lnTo>
                    <a:pt x="7481000" y="189122"/>
                  </a:lnTo>
                  <a:lnTo>
                    <a:pt x="7481125" y="189122"/>
                  </a:lnTo>
                  <a:lnTo>
                    <a:pt x="7481250" y="189122"/>
                  </a:lnTo>
                  <a:lnTo>
                    <a:pt x="7481375" y="189122"/>
                  </a:lnTo>
                  <a:lnTo>
                    <a:pt x="7481501" y="189122"/>
                  </a:lnTo>
                  <a:lnTo>
                    <a:pt x="7481626" y="189122"/>
                  </a:lnTo>
                  <a:lnTo>
                    <a:pt x="7481751" y="189122"/>
                  </a:lnTo>
                  <a:lnTo>
                    <a:pt x="7481876" y="189122"/>
                  </a:lnTo>
                  <a:lnTo>
                    <a:pt x="7482001" y="189122"/>
                  </a:lnTo>
                  <a:lnTo>
                    <a:pt x="7482126" y="189122"/>
                  </a:lnTo>
                  <a:lnTo>
                    <a:pt x="7482251" y="189122"/>
                  </a:lnTo>
                  <a:lnTo>
                    <a:pt x="7482376" y="189122"/>
                  </a:lnTo>
                  <a:lnTo>
                    <a:pt x="7482501" y="189122"/>
                  </a:lnTo>
                  <a:lnTo>
                    <a:pt x="7482626" y="189122"/>
                  </a:lnTo>
                  <a:lnTo>
                    <a:pt x="7482751" y="189122"/>
                  </a:lnTo>
                  <a:lnTo>
                    <a:pt x="7482876" y="189122"/>
                  </a:lnTo>
                  <a:lnTo>
                    <a:pt x="7483001" y="189122"/>
                  </a:lnTo>
                  <a:lnTo>
                    <a:pt x="7483126" y="189122"/>
                  </a:lnTo>
                  <a:lnTo>
                    <a:pt x="7483251" y="189122"/>
                  </a:lnTo>
                  <a:lnTo>
                    <a:pt x="7483376" y="189122"/>
                  </a:lnTo>
                  <a:lnTo>
                    <a:pt x="7483501" y="189122"/>
                  </a:lnTo>
                  <a:lnTo>
                    <a:pt x="7483626" y="189122"/>
                  </a:lnTo>
                  <a:lnTo>
                    <a:pt x="7483751" y="189122"/>
                  </a:lnTo>
                  <a:lnTo>
                    <a:pt x="7483876" y="189122"/>
                  </a:lnTo>
                  <a:lnTo>
                    <a:pt x="7484001" y="189122"/>
                  </a:lnTo>
                  <a:lnTo>
                    <a:pt x="7484126" y="189122"/>
                  </a:lnTo>
                  <a:lnTo>
                    <a:pt x="7484251" y="189122"/>
                  </a:lnTo>
                  <a:lnTo>
                    <a:pt x="7484376" y="189122"/>
                  </a:lnTo>
                  <a:lnTo>
                    <a:pt x="7484502" y="189122"/>
                  </a:lnTo>
                  <a:lnTo>
                    <a:pt x="7484627" y="189122"/>
                  </a:lnTo>
                  <a:lnTo>
                    <a:pt x="7484752" y="189122"/>
                  </a:lnTo>
                  <a:lnTo>
                    <a:pt x="7484877" y="189122"/>
                  </a:lnTo>
                  <a:lnTo>
                    <a:pt x="7485002" y="189122"/>
                  </a:lnTo>
                  <a:lnTo>
                    <a:pt x="7485127" y="189122"/>
                  </a:lnTo>
                  <a:lnTo>
                    <a:pt x="7485252" y="189122"/>
                  </a:lnTo>
                  <a:lnTo>
                    <a:pt x="7485377" y="189122"/>
                  </a:lnTo>
                  <a:lnTo>
                    <a:pt x="7485502" y="189122"/>
                  </a:lnTo>
                  <a:lnTo>
                    <a:pt x="7485627" y="189122"/>
                  </a:lnTo>
                  <a:lnTo>
                    <a:pt x="7485752" y="189122"/>
                  </a:lnTo>
                  <a:lnTo>
                    <a:pt x="7485877" y="189122"/>
                  </a:lnTo>
                  <a:lnTo>
                    <a:pt x="7486002" y="189122"/>
                  </a:lnTo>
                  <a:lnTo>
                    <a:pt x="7486127" y="189122"/>
                  </a:lnTo>
                  <a:lnTo>
                    <a:pt x="7486252" y="189122"/>
                  </a:lnTo>
                  <a:lnTo>
                    <a:pt x="7486377" y="189122"/>
                  </a:lnTo>
                  <a:lnTo>
                    <a:pt x="7486502" y="189122"/>
                  </a:lnTo>
                  <a:lnTo>
                    <a:pt x="7486627" y="189122"/>
                  </a:lnTo>
                  <a:lnTo>
                    <a:pt x="7486752" y="189122"/>
                  </a:lnTo>
                  <a:lnTo>
                    <a:pt x="7486877" y="189122"/>
                  </a:lnTo>
                  <a:lnTo>
                    <a:pt x="7487002" y="189122"/>
                  </a:lnTo>
                  <a:lnTo>
                    <a:pt x="7487127" y="189122"/>
                  </a:lnTo>
                  <a:lnTo>
                    <a:pt x="7487252" y="189122"/>
                  </a:lnTo>
                  <a:lnTo>
                    <a:pt x="7487377" y="189122"/>
                  </a:lnTo>
                  <a:lnTo>
                    <a:pt x="7487503" y="189122"/>
                  </a:lnTo>
                  <a:lnTo>
                    <a:pt x="7487628" y="189122"/>
                  </a:lnTo>
                  <a:lnTo>
                    <a:pt x="7487753" y="189122"/>
                  </a:lnTo>
                  <a:lnTo>
                    <a:pt x="7487878" y="189122"/>
                  </a:lnTo>
                  <a:lnTo>
                    <a:pt x="7488003" y="189122"/>
                  </a:lnTo>
                  <a:lnTo>
                    <a:pt x="7488128" y="189122"/>
                  </a:lnTo>
                  <a:lnTo>
                    <a:pt x="7488253" y="189122"/>
                  </a:lnTo>
                  <a:lnTo>
                    <a:pt x="7488378" y="189122"/>
                  </a:lnTo>
                  <a:lnTo>
                    <a:pt x="7488503" y="189122"/>
                  </a:lnTo>
                  <a:lnTo>
                    <a:pt x="7488628" y="189122"/>
                  </a:lnTo>
                  <a:lnTo>
                    <a:pt x="7488753" y="189122"/>
                  </a:lnTo>
                  <a:lnTo>
                    <a:pt x="7488878" y="189122"/>
                  </a:lnTo>
                  <a:lnTo>
                    <a:pt x="7489003" y="189122"/>
                  </a:lnTo>
                  <a:lnTo>
                    <a:pt x="7489128" y="189122"/>
                  </a:lnTo>
                  <a:lnTo>
                    <a:pt x="7489253" y="189122"/>
                  </a:lnTo>
                  <a:lnTo>
                    <a:pt x="7489378" y="189122"/>
                  </a:lnTo>
                  <a:lnTo>
                    <a:pt x="7489503" y="189122"/>
                  </a:lnTo>
                  <a:lnTo>
                    <a:pt x="7489628" y="189122"/>
                  </a:lnTo>
                  <a:lnTo>
                    <a:pt x="7489753" y="189122"/>
                  </a:lnTo>
                  <a:lnTo>
                    <a:pt x="7489878" y="189122"/>
                  </a:lnTo>
                  <a:lnTo>
                    <a:pt x="7490003" y="189122"/>
                  </a:lnTo>
                  <a:lnTo>
                    <a:pt x="7490128" y="189122"/>
                  </a:lnTo>
                  <a:lnTo>
                    <a:pt x="7490253" y="189122"/>
                  </a:lnTo>
                  <a:lnTo>
                    <a:pt x="7490379" y="189122"/>
                  </a:lnTo>
                  <a:lnTo>
                    <a:pt x="7490504" y="189122"/>
                  </a:lnTo>
                  <a:lnTo>
                    <a:pt x="7490629" y="189122"/>
                  </a:lnTo>
                  <a:lnTo>
                    <a:pt x="7490754" y="189122"/>
                  </a:lnTo>
                  <a:lnTo>
                    <a:pt x="7490879" y="189122"/>
                  </a:lnTo>
                  <a:lnTo>
                    <a:pt x="7491004" y="189122"/>
                  </a:lnTo>
                  <a:lnTo>
                    <a:pt x="7491129" y="189122"/>
                  </a:lnTo>
                  <a:lnTo>
                    <a:pt x="7491254" y="189122"/>
                  </a:lnTo>
                  <a:lnTo>
                    <a:pt x="7491379" y="189122"/>
                  </a:lnTo>
                  <a:lnTo>
                    <a:pt x="7491504" y="189122"/>
                  </a:lnTo>
                  <a:lnTo>
                    <a:pt x="7491629" y="189122"/>
                  </a:lnTo>
                  <a:lnTo>
                    <a:pt x="7491754" y="189122"/>
                  </a:lnTo>
                  <a:lnTo>
                    <a:pt x="7491879" y="189122"/>
                  </a:lnTo>
                  <a:lnTo>
                    <a:pt x="7492004" y="189122"/>
                  </a:lnTo>
                  <a:lnTo>
                    <a:pt x="7492129" y="189122"/>
                  </a:lnTo>
                  <a:lnTo>
                    <a:pt x="7492254" y="189122"/>
                  </a:lnTo>
                  <a:lnTo>
                    <a:pt x="7492379" y="189122"/>
                  </a:lnTo>
                  <a:lnTo>
                    <a:pt x="7492504" y="189122"/>
                  </a:lnTo>
                  <a:lnTo>
                    <a:pt x="7492629" y="189122"/>
                  </a:lnTo>
                  <a:lnTo>
                    <a:pt x="7492754" y="189122"/>
                  </a:lnTo>
                  <a:lnTo>
                    <a:pt x="7492879" y="189122"/>
                  </a:lnTo>
                  <a:lnTo>
                    <a:pt x="7493004" y="189122"/>
                  </a:lnTo>
                  <a:lnTo>
                    <a:pt x="7493129" y="189122"/>
                  </a:lnTo>
                  <a:lnTo>
                    <a:pt x="7493254" y="189122"/>
                  </a:lnTo>
                  <a:lnTo>
                    <a:pt x="7493380" y="189122"/>
                  </a:lnTo>
                  <a:lnTo>
                    <a:pt x="7493505" y="189122"/>
                  </a:lnTo>
                  <a:lnTo>
                    <a:pt x="7493630" y="189122"/>
                  </a:lnTo>
                  <a:lnTo>
                    <a:pt x="7493755" y="189122"/>
                  </a:lnTo>
                  <a:lnTo>
                    <a:pt x="7493880" y="189122"/>
                  </a:lnTo>
                  <a:lnTo>
                    <a:pt x="7494005" y="189122"/>
                  </a:lnTo>
                  <a:lnTo>
                    <a:pt x="7494130" y="189122"/>
                  </a:lnTo>
                  <a:lnTo>
                    <a:pt x="7494255" y="189122"/>
                  </a:lnTo>
                  <a:lnTo>
                    <a:pt x="7494380" y="189122"/>
                  </a:lnTo>
                  <a:lnTo>
                    <a:pt x="7494505" y="189122"/>
                  </a:lnTo>
                  <a:lnTo>
                    <a:pt x="7494630" y="189122"/>
                  </a:lnTo>
                  <a:lnTo>
                    <a:pt x="7494755" y="189122"/>
                  </a:lnTo>
                  <a:lnTo>
                    <a:pt x="7494880" y="189122"/>
                  </a:lnTo>
                  <a:lnTo>
                    <a:pt x="7495005" y="189122"/>
                  </a:lnTo>
                  <a:lnTo>
                    <a:pt x="7495130" y="189122"/>
                  </a:lnTo>
                  <a:lnTo>
                    <a:pt x="7495255" y="189122"/>
                  </a:lnTo>
                  <a:lnTo>
                    <a:pt x="7495380" y="189122"/>
                  </a:lnTo>
                  <a:lnTo>
                    <a:pt x="7495505" y="189122"/>
                  </a:lnTo>
                  <a:lnTo>
                    <a:pt x="7495630" y="189122"/>
                  </a:lnTo>
                  <a:lnTo>
                    <a:pt x="7495755" y="189122"/>
                  </a:lnTo>
                  <a:lnTo>
                    <a:pt x="7495880" y="189122"/>
                  </a:lnTo>
                  <a:lnTo>
                    <a:pt x="7496005" y="189122"/>
                  </a:lnTo>
                  <a:lnTo>
                    <a:pt x="7496130" y="189122"/>
                  </a:lnTo>
                  <a:lnTo>
                    <a:pt x="7496255" y="189122"/>
                  </a:lnTo>
                  <a:lnTo>
                    <a:pt x="7496381" y="189122"/>
                  </a:lnTo>
                  <a:lnTo>
                    <a:pt x="7496506" y="189122"/>
                  </a:lnTo>
                  <a:lnTo>
                    <a:pt x="7496631" y="189122"/>
                  </a:lnTo>
                  <a:lnTo>
                    <a:pt x="7496756" y="189122"/>
                  </a:lnTo>
                  <a:lnTo>
                    <a:pt x="7496881" y="189122"/>
                  </a:lnTo>
                  <a:lnTo>
                    <a:pt x="7497006" y="189122"/>
                  </a:lnTo>
                  <a:lnTo>
                    <a:pt x="7497131" y="189122"/>
                  </a:lnTo>
                  <a:lnTo>
                    <a:pt x="7497256" y="189122"/>
                  </a:lnTo>
                  <a:lnTo>
                    <a:pt x="7497381" y="189122"/>
                  </a:lnTo>
                  <a:lnTo>
                    <a:pt x="7497506" y="189122"/>
                  </a:lnTo>
                  <a:lnTo>
                    <a:pt x="7497631" y="189122"/>
                  </a:lnTo>
                  <a:lnTo>
                    <a:pt x="7497756" y="189122"/>
                  </a:lnTo>
                  <a:lnTo>
                    <a:pt x="7497881" y="189122"/>
                  </a:lnTo>
                  <a:lnTo>
                    <a:pt x="7498006" y="189122"/>
                  </a:lnTo>
                  <a:lnTo>
                    <a:pt x="7498131" y="189122"/>
                  </a:lnTo>
                  <a:lnTo>
                    <a:pt x="7498256" y="189122"/>
                  </a:lnTo>
                  <a:lnTo>
                    <a:pt x="7498381" y="189122"/>
                  </a:lnTo>
                  <a:lnTo>
                    <a:pt x="7498506" y="189122"/>
                  </a:lnTo>
                  <a:lnTo>
                    <a:pt x="7498631" y="189122"/>
                  </a:lnTo>
                  <a:lnTo>
                    <a:pt x="7498756" y="189122"/>
                  </a:lnTo>
                  <a:lnTo>
                    <a:pt x="7498881" y="189122"/>
                  </a:lnTo>
                  <a:lnTo>
                    <a:pt x="7499006" y="189122"/>
                  </a:lnTo>
                  <a:lnTo>
                    <a:pt x="7499131" y="189122"/>
                  </a:lnTo>
                  <a:lnTo>
                    <a:pt x="7499256" y="189122"/>
                  </a:lnTo>
                  <a:lnTo>
                    <a:pt x="7499382" y="189122"/>
                  </a:lnTo>
                  <a:lnTo>
                    <a:pt x="7499507" y="189122"/>
                  </a:lnTo>
                  <a:lnTo>
                    <a:pt x="7499632" y="189122"/>
                  </a:lnTo>
                  <a:lnTo>
                    <a:pt x="7499757" y="189122"/>
                  </a:lnTo>
                  <a:lnTo>
                    <a:pt x="7499882" y="189122"/>
                  </a:lnTo>
                  <a:lnTo>
                    <a:pt x="7500007" y="189122"/>
                  </a:lnTo>
                  <a:lnTo>
                    <a:pt x="7500132" y="189122"/>
                  </a:lnTo>
                  <a:lnTo>
                    <a:pt x="7500257" y="189122"/>
                  </a:lnTo>
                  <a:lnTo>
                    <a:pt x="7500382" y="189122"/>
                  </a:lnTo>
                  <a:lnTo>
                    <a:pt x="7500507" y="189122"/>
                  </a:lnTo>
                  <a:lnTo>
                    <a:pt x="7500632" y="189122"/>
                  </a:lnTo>
                  <a:lnTo>
                    <a:pt x="7500757" y="189122"/>
                  </a:lnTo>
                  <a:lnTo>
                    <a:pt x="7500882" y="189122"/>
                  </a:lnTo>
                  <a:lnTo>
                    <a:pt x="7501007" y="189122"/>
                  </a:lnTo>
                  <a:lnTo>
                    <a:pt x="7501132" y="189122"/>
                  </a:lnTo>
                  <a:lnTo>
                    <a:pt x="7501257" y="189122"/>
                  </a:lnTo>
                  <a:lnTo>
                    <a:pt x="7501382" y="189122"/>
                  </a:lnTo>
                  <a:lnTo>
                    <a:pt x="7501507" y="189122"/>
                  </a:lnTo>
                  <a:lnTo>
                    <a:pt x="7501632" y="189122"/>
                  </a:lnTo>
                  <a:lnTo>
                    <a:pt x="7501757" y="189122"/>
                  </a:lnTo>
                  <a:lnTo>
                    <a:pt x="7501882" y="189122"/>
                  </a:lnTo>
                  <a:lnTo>
                    <a:pt x="7502007" y="189122"/>
                  </a:lnTo>
                  <a:lnTo>
                    <a:pt x="7502132" y="189122"/>
                  </a:lnTo>
                  <a:lnTo>
                    <a:pt x="7502257" y="189122"/>
                  </a:lnTo>
                  <a:lnTo>
                    <a:pt x="7502383" y="189122"/>
                  </a:lnTo>
                  <a:lnTo>
                    <a:pt x="7502508" y="189122"/>
                  </a:lnTo>
                  <a:lnTo>
                    <a:pt x="7502633" y="189122"/>
                  </a:lnTo>
                  <a:lnTo>
                    <a:pt x="7502758" y="189122"/>
                  </a:lnTo>
                  <a:lnTo>
                    <a:pt x="7502883" y="189122"/>
                  </a:lnTo>
                  <a:lnTo>
                    <a:pt x="7503008" y="189122"/>
                  </a:lnTo>
                  <a:lnTo>
                    <a:pt x="7503133" y="189122"/>
                  </a:lnTo>
                  <a:lnTo>
                    <a:pt x="7503258" y="189122"/>
                  </a:lnTo>
                  <a:lnTo>
                    <a:pt x="7503383" y="189122"/>
                  </a:lnTo>
                  <a:lnTo>
                    <a:pt x="7503508" y="189122"/>
                  </a:lnTo>
                  <a:lnTo>
                    <a:pt x="7503633" y="189122"/>
                  </a:lnTo>
                  <a:lnTo>
                    <a:pt x="7503758" y="189122"/>
                  </a:lnTo>
                  <a:lnTo>
                    <a:pt x="7503883" y="189122"/>
                  </a:lnTo>
                  <a:lnTo>
                    <a:pt x="7504008" y="189122"/>
                  </a:lnTo>
                  <a:lnTo>
                    <a:pt x="7504133" y="189122"/>
                  </a:lnTo>
                  <a:lnTo>
                    <a:pt x="7504258" y="189122"/>
                  </a:lnTo>
                  <a:lnTo>
                    <a:pt x="7504383" y="189122"/>
                  </a:lnTo>
                  <a:lnTo>
                    <a:pt x="7504508" y="189122"/>
                  </a:lnTo>
                  <a:lnTo>
                    <a:pt x="7504633" y="189122"/>
                  </a:lnTo>
                  <a:lnTo>
                    <a:pt x="7504758" y="189122"/>
                  </a:lnTo>
                  <a:lnTo>
                    <a:pt x="7504883" y="189122"/>
                  </a:lnTo>
                  <a:lnTo>
                    <a:pt x="7505008" y="189122"/>
                  </a:lnTo>
                  <a:lnTo>
                    <a:pt x="7505133" y="189122"/>
                  </a:lnTo>
                  <a:lnTo>
                    <a:pt x="7505258" y="189122"/>
                  </a:lnTo>
                  <a:lnTo>
                    <a:pt x="7505384" y="189122"/>
                  </a:lnTo>
                  <a:lnTo>
                    <a:pt x="7505509" y="189122"/>
                  </a:lnTo>
                  <a:lnTo>
                    <a:pt x="7505634" y="189122"/>
                  </a:lnTo>
                  <a:lnTo>
                    <a:pt x="7505759" y="189122"/>
                  </a:lnTo>
                  <a:lnTo>
                    <a:pt x="7505884" y="189122"/>
                  </a:lnTo>
                  <a:lnTo>
                    <a:pt x="7506009" y="189122"/>
                  </a:lnTo>
                  <a:lnTo>
                    <a:pt x="7506134" y="189122"/>
                  </a:lnTo>
                  <a:lnTo>
                    <a:pt x="7506259" y="189122"/>
                  </a:lnTo>
                  <a:lnTo>
                    <a:pt x="7506384" y="189122"/>
                  </a:lnTo>
                  <a:lnTo>
                    <a:pt x="7506509" y="189122"/>
                  </a:lnTo>
                  <a:lnTo>
                    <a:pt x="7506634" y="189122"/>
                  </a:lnTo>
                  <a:lnTo>
                    <a:pt x="7506759" y="189122"/>
                  </a:lnTo>
                  <a:lnTo>
                    <a:pt x="7506884" y="189122"/>
                  </a:lnTo>
                  <a:lnTo>
                    <a:pt x="7507009" y="189122"/>
                  </a:lnTo>
                  <a:lnTo>
                    <a:pt x="7507134" y="189122"/>
                  </a:lnTo>
                  <a:lnTo>
                    <a:pt x="7507259" y="189122"/>
                  </a:lnTo>
                  <a:lnTo>
                    <a:pt x="7507384" y="189122"/>
                  </a:lnTo>
                  <a:lnTo>
                    <a:pt x="7507509" y="189122"/>
                  </a:lnTo>
                  <a:lnTo>
                    <a:pt x="7507634" y="189122"/>
                  </a:lnTo>
                  <a:lnTo>
                    <a:pt x="7507759" y="189122"/>
                  </a:lnTo>
                  <a:lnTo>
                    <a:pt x="7507884" y="189122"/>
                  </a:lnTo>
                  <a:lnTo>
                    <a:pt x="7508009" y="189122"/>
                  </a:lnTo>
                  <a:lnTo>
                    <a:pt x="7508134" y="189122"/>
                  </a:lnTo>
                  <a:lnTo>
                    <a:pt x="7508259" y="189122"/>
                  </a:lnTo>
                  <a:lnTo>
                    <a:pt x="7508385" y="189122"/>
                  </a:lnTo>
                  <a:lnTo>
                    <a:pt x="7508510" y="189122"/>
                  </a:lnTo>
                  <a:lnTo>
                    <a:pt x="7508635" y="189122"/>
                  </a:lnTo>
                  <a:lnTo>
                    <a:pt x="7508760" y="189122"/>
                  </a:lnTo>
                  <a:lnTo>
                    <a:pt x="7508885" y="189122"/>
                  </a:lnTo>
                  <a:lnTo>
                    <a:pt x="7509010" y="189122"/>
                  </a:lnTo>
                  <a:lnTo>
                    <a:pt x="7509135" y="189122"/>
                  </a:lnTo>
                  <a:lnTo>
                    <a:pt x="7509260" y="189122"/>
                  </a:lnTo>
                  <a:lnTo>
                    <a:pt x="7509385" y="189122"/>
                  </a:lnTo>
                  <a:lnTo>
                    <a:pt x="7509510" y="189122"/>
                  </a:lnTo>
                  <a:lnTo>
                    <a:pt x="7509635" y="189122"/>
                  </a:lnTo>
                  <a:lnTo>
                    <a:pt x="7509760" y="189122"/>
                  </a:lnTo>
                  <a:lnTo>
                    <a:pt x="7509885" y="189122"/>
                  </a:lnTo>
                  <a:lnTo>
                    <a:pt x="7510010" y="189122"/>
                  </a:lnTo>
                  <a:lnTo>
                    <a:pt x="7510135" y="189122"/>
                  </a:lnTo>
                  <a:lnTo>
                    <a:pt x="7510260" y="189122"/>
                  </a:lnTo>
                  <a:lnTo>
                    <a:pt x="7510385" y="189122"/>
                  </a:lnTo>
                  <a:lnTo>
                    <a:pt x="7510510" y="189122"/>
                  </a:lnTo>
                  <a:lnTo>
                    <a:pt x="7510635" y="189122"/>
                  </a:lnTo>
                  <a:lnTo>
                    <a:pt x="7510760" y="189122"/>
                  </a:lnTo>
                  <a:lnTo>
                    <a:pt x="7510885" y="189122"/>
                  </a:lnTo>
                  <a:lnTo>
                    <a:pt x="7511010" y="189122"/>
                  </a:lnTo>
                  <a:lnTo>
                    <a:pt x="7511135" y="189122"/>
                  </a:lnTo>
                  <a:lnTo>
                    <a:pt x="7511260" y="189122"/>
                  </a:lnTo>
                  <a:lnTo>
                    <a:pt x="7511386" y="189122"/>
                  </a:lnTo>
                  <a:lnTo>
                    <a:pt x="7511511" y="189122"/>
                  </a:lnTo>
                  <a:lnTo>
                    <a:pt x="7511636" y="189122"/>
                  </a:lnTo>
                  <a:lnTo>
                    <a:pt x="7511761" y="189122"/>
                  </a:lnTo>
                  <a:lnTo>
                    <a:pt x="7511886" y="189122"/>
                  </a:lnTo>
                  <a:lnTo>
                    <a:pt x="7512011" y="189122"/>
                  </a:lnTo>
                  <a:lnTo>
                    <a:pt x="7512136" y="189122"/>
                  </a:lnTo>
                  <a:lnTo>
                    <a:pt x="7512261" y="189122"/>
                  </a:lnTo>
                  <a:lnTo>
                    <a:pt x="7512386" y="189122"/>
                  </a:lnTo>
                  <a:lnTo>
                    <a:pt x="7512511" y="189122"/>
                  </a:lnTo>
                  <a:lnTo>
                    <a:pt x="7512636" y="189122"/>
                  </a:lnTo>
                  <a:lnTo>
                    <a:pt x="7512761" y="189122"/>
                  </a:lnTo>
                  <a:lnTo>
                    <a:pt x="7512886" y="189122"/>
                  </a:lnTo>
                  <a:lnTo>
                    <a:pt x="7513011" y="189122"/>
                  </a:lnTo>
                  <a:lnTo>
                    <a:pt x="7513136" y="189122"/>
                  </a:lnTo>
                  <a:lnTo>
                    <a:pt x="7513261" y="189122"/>
                  </a:lnTo>
                  <a:lnTo>
                    <a:pt x="7513386" y="189122"/>
                  </a:lnTo>
                  <a:lnTo>
                    <a:pt x="7513511" y="189122"/>
                  </a:lnTo>
                  <a:lnTo>
                    <a:pt x="7513636" y="189122"/>
                  </a:lnTo>
                  <a:lnTo>
                    <a:pt x="7513761" y="189122"/>
                  </a:lnTo>
                  <a:lnTo>
                    <a:pt x="7513886" y="189122"/>
                  </a:lnTo>
                  <a:lnTo>
                    <a:pt x="7514011" y="189122"/>
                  </a:lnTo>
                  <a:lnTo>
                    <a:pt x="7514136" y="189122"/>
                  </a:lnTo>
                  <a:lnTo>
                    <a:pt x="7514261" y="189122"/>
                  </a:lnTo>
                  <a:lnTo>
                    <a:pt x="7514387" y="189122"/>
                  </a:lnTo>
                  <a:lnTo>
                    <a:pt x="7514512" y="189122"/>
                  </a:lnTo>
                  <a:lnTo>
                    <a:pt x="7514637" y="189122"/>
                  </a:lnTo>
                  <a:lnTo>
                    <a:pt x="7514762" y="189122"/>
                  </a:lnTo>
                  <a:lnTo>
                    <a:pt x="7514887" y="189122"/>
                  </a:lnTo>
                  <a:lnTo>
                    <a:pt x="7515012" y="189122"/>
                  </a:lnTo>
                  <a:lnTo>
                    <a:pt x="7515137" y="189122"/>
                  </a:lnTo>
                  <a:lnTo>
                    <a:pt x="7515262" y="189122"/>
                  </a:lnTo>
                  <a:lnTo>
                    <a:pt x="7515387" y="189122"/>
                  </a:lnTo>
                  <a:lnTo>
                    <a:pt x="7515512" y="189122"/>
                  </a:lnTo>
                  <a:lnTo>
                    <a:pt x="7515637" y="189122"/>
                  </a:lnTo>
                  <a:lnTo>
                    <a:pt x="7515762" y="189122"/>
                  </a:lnTo>
                  <a:lnTo>
                    <a:pt x="7515887" y="189122"/>
                  </a:lnTo>
                  <a:lnTo>
                    <a:pt x="7516012" y="189122"/>
                  </a:lnTo>
                  <a:lnTo>
                    <a:pt x="7516137" y="189122"/>
                  </a:lnTo>
                  <a:lnTo>
                    <a:pt x="7516262" y="189122"/>
                  </a:lnTo>
                  <a:lnTo>
                    <a:pt x="7516387" y="189122"/>
                  </a:lnTo>
                  <a:lnTo>
                    <a:pt x="7516512" y="189122"/>
                  </a:lnTo>
                  <a:lnTo>
                    <a:pt x="7516637" y="189122"/>
                  </a:lnTo>
                  <a:lnTo>
                    <a:pt x="7516762" y="189122"/>
                  </a:lnTo>
                  <a:lnTo>
                    <a:pt x="7516887" y="189122"/>
                  </a:lnTo>
                  <a:lnTo>
                    <a:pt x="7517012" y="189122"/>
                  </a:lnTo>
                  <a:lnTo>
                    <a:pt x="7517137" y="189122"/>
                  </a:lnTo>
                  <a:lnTo>
                    <a:pt x="7517262" y="189122"/>
                  </a:lnTo>
                  <a:lnTo>
                    <a:pt x="7517388" y="189122"/>
                  </a:lnTo>
                  <a:lnTo>
                    <a:pt x="7517513" y="189122"/>
                  </a:lnTo>
                  <a:lnTo>
                    <a:pt x="7517638" y="189122"/>
                  </a:lnTo>
                  <a:lnTo>
                    <a:pt x="7517763" y="189122"/>
                  </a:lnTo>
                  <a:lnTo>
                    <a:pt x="7517888" y="189122"/>
                  </a:lnTo>
                  <a:lnTo>
                    <a:pt x="7518013" y="189122"/>
                  </a:lnTo>
                  <a:lnTo>
                    <a:pt x="7518138" y="189122"/>
                  </a:lnTo>
                  <a:lnTo>
                    <a:pt x="7518263" y="189122"/>
                  </a:lnTo>
                  <a:lnTo>
                    <a:pt x="7518388" y="189122"/>
                  </a:lnTo>
                  <a:lnTo>
                    <a:pt x="7518513" y="189122"/>
                  </a:lnTo>
                  <a:lnTo>
                    <a:pt x="7518638" y="189122"/>
                  </a:lnTo>
                  <a:lnTo>
                    <a:pt x="7518763" y="189122"/>
                  </a:lnTo>
                  <a:lnTo>
                    <a:pt x="7518888" y="189122"/>
                  </a:lnTo>
                  <a:lnTo>
                    <a:pt x="7519013" y="189122"/>
                  </a:lnTo>
                  <a:lnTo>
                    <a:pt x="7519138" y="189122"/>
                  </a:lnTo>
                  <a:lnTo>
                    <a:pt x="7519263" y="189122"/>
                  </a:lnTo>
                  <a:lnTo>
                    <a:pt x="7519388" y="189122"/>
                  </a:lnTo>
                  <a:lnTo>
                    <a:pt x="7519513" y="189122"/>
                  </a:lnTo>
                  <a:lnTo>
                    <a:pt x="7519638" y="189122"/>
                  </a:lnTo>
                  <a:lnTo>
                    <a:pt x="7519763" y="189122"/>
                  </a:lnTo>
                  <a:lnTo>
                    <a:pt x="7519888" y="189122"/>
                  </a:lnTo>
                  <a:lnTo>
                    <a:pt x="7520013" y="189122"/>
                  </a:lnTo>
                  <a:lnTo>
                    <a:pt x="7520138" y="189122"/>
                  </a:lnTo>
                  <a:lnTo>
                    <a:pt x="7520263" y="189122"/>
                  </a:lnTo>
                  <a:lnTo>
                    <a:pt x="7520389" y="189122"/>
                  </a:lnTo>
                  <a:lnTo>
                    <a:pt x="7520514" y="189122"/>
                  </a:lnTo>
                  <a:lnTo>
                    <a:pt x="7520639" y="189122"/>
                  </a:lnTo>
                  <a:lnTo>
                    <a:pt x="7520764" y="189122"/>
                  </a:lnTo>
                  <a:lnTo>
                    <a:pt x="7520889" y="189122"/>
                  </a:lnTo>
                  <a:lnTo>
                    <a:pt x="7521014" y="189122"/>
                  </a:lnTo>
                  <a:lnTo>
                    <a:pt x="7521139" y="189122"/>
                  </a:lnTo>
                  <a:lnTo>
                    <a:pt x="7521264" y="189122"/>
                  </a:lnTo>
                  <a:lnTo>
                    <a:pt x="7521389" y="189122"/>
                  </a:lnTo>
                  <a:lnTo>
                    <a:pt x="7521514" y="189122"/>
                  </a:lnTo>
                  <a:lnTo>
                    <a:pt x="7521639" y="189122"/>
                  </a:lnTo>
                  <a:lnTo>
                    <a:pt x="7521764" y="189122"/>
                  </a:lnTo>
                  <a:lnTo>
                    <a:pt x="7521889" y="189122"/>
                  </a:lnTo>
                  <a:lnTo>
                    <a:pt x="7522014" y="189122"/>
                  </a:lnTo>
                  <a:lnTo>
                    <a:pt x="7522139" y="189122"/>
                  </a:lnTo>
                  <a:lnTo>
                    <a:pt x="7522264" y="189122"/>
                  </a:lnTo>
                  <a:lnTo>
                    <a:pt x="7522389" y="189122"/>
                  </a:lnTo>
                  <a:lnTo>
                    <a:pt x="7522514" y="189122"/>
                  </a:lnTo>
                  <a:lnTo>
                    <a:pt x="7522639" y="189122"/>
                  </a:lnTo>
                  <a:lnTo>
                    <a:pt x="7522764" y="189122"/>
                  </a:lnTo>
                  <a:lnTo>
                    <a:pt x="7522889" y="189122"/>
                  </a:lnTo>
                  <a:lnTo>
                    <a:pt x="7523014" y="189122"/>
                  </a:lnTo>
                  <a:lnTo>
                    <a:pt x="7523139" y="189122"/>
                  </a:lnTo>
                  <a:lnTo>
                    <a:pt x="7523264" y="189122"/>
                  </a:lnTo>
                  <a:lnTo>
                    <a:pt x="7523390" y="189122"/>
                  </a:lnTo>
                  <a:lnTo>
                    <a:pt x="7523515" y="189122"/>
                  </a:lnTo>
                  <a:lnTo>
                    <a:pt x="7523640" y="189122"/>
                  </a:lnTo>
                  <a:lnTo>
                    <a:pt x="7523765" y="189122"/>
                  </a:lnTo>
                  <a:lnTo>
                    <a:pt x="7523890" y="189122"/>
                  </a:lnTo>
                  <a:lnTo>
                    <a:pt x="7524015" y="189122"/>
                  </a:lnTo>
                  <a:lnTo>
                    <a:pt x="7524140" y="189122"/>
                  </a:lnTo>
                  <a:lnTo>
                    <a:pt x="7524265" y="189122"/>
                  </a:lnTo>
                  <a:lnTo>
                    <a:pt x="7524390" y="189122"/>
                  </a:lnTo>
                  <a:lnTo>
                    <a:pt x="7524515" y="189122"/>
                  </a:lnTo>
                  <a:lnTo>
                    <a:pt x="7524640" y="189122"/>
                  </a:lnTo>
                  <a:lnTo>
                    <a:pt x="7524765" y="189122"/>
                  </a:lnTo>
                  <a:lnTo>
                    <a:pt x="7524890" y="189122"/>
                  </a:lnTo>
                  <a:lnTo>
                    <a:pt x="7525015" y="189122"/>
                  </a:lnTo>
                  <a:lnTo>
                    <a:pt x="7525140" y="189122"/>
                  </a:lnTo>
                  <a:lnTo>
                    <a:pt x="7525265" y="189122"/>
                  </a:lnTo>
                  <a:lnTo>
                    <a:pt x="7525390" y="189122"/>
                  </a:lnTo>
                  <a:lnTo>
                    <a:pt x="7525515" y="189122"/>
                  </a:lnTo>
                  <a:lnTo>
                    <a:pt x="7525640" y="189122"/>
                  </a:lnTo>
                  <a:lnTo>
                    <a:pt x="7525765" y="189122"/>
                  </a:lnTo>
                  <a:lnTo>
                    <a:pt x="7525890" y="189122"/>
                  </a:lnTo>
                  <a:lnTo>
                    <a:pt x="7526015" y="189122"/>
                  </a:lnTo>
                  <a:lnTo>
                    <a:pt x="7526140" y="189122"/>
                  </a:lnTo>
                  <a:lnTo>
                    <a:pt x="7526265" y="189122"/>
                  </a:lnTo>
                  <a:lnTo>
                    <a:pt x="7526391" y="189122"/>
                  </a:lnTo>
                  <a:lnTo>
                    <a:pt x="7526516" y="189122"/>
                  </a:lnTo>
                  <a:lnTo>
                    <a:pt x="7526641" y="189122"/>
                  </a:lnTo>
                  <a:lnTo>
                    <a:pt x="7526766" y="189122"/>
                  </a:lnTo>
                  <a:lnTo>
                    <a:pt x="7526891" y="189122"/>
                  </a:lnTo>
                  <a:lnTo>
                    <a:pt x="7527016" y="189122"/>
                  </a:lnTo>
                  <a:lnTo>
                    <a:pt x="7527141" y="189122"/>
                  </a:lnTo>
                  <a:lnTo>
                    <a:pt x="7527266" y="189122"/>
                  </a:lnTo>
                  <a:lnTo>
                    <a:pt x="7527391" y="189122"/>
                  </a:lnTo>
                  <a:lnTo>
                    <a:pt x="7527516" y="189122"/>
                  </a:lnTo>
                  <a:lnTo>
                    <a:pt x="7527641" y="189122"/>
                  </a:lnTo>
                  <a:lnTo>
                    <a:pt x="7527766" y="189122"/>
                  </a:lnTo>
                  <a:lnTo>
                    <a:pt x="7527891" y="189122"/>
                  </a:lnTo>
                  <a:lnTo>
                    <a:pt x="7528016" y="189122"/>
                  </a:lnTo>
                  <a:lnTo>
                    <a:pt x="7528141" y="189122"/>
                  </a:lnTo>
                  <a:lnTo>
                    <a:pt x="7528266" y="189122"/>
                  </a:lnTo>
                  <a:lnTo>
                    <a:pt x="7528391" y="189122"/>
                  </a:lnTo>
                  <a:lnTo>
                    <a:pt x="7528516" y="189122"/>
                  </a:lnTo>
                  <a:lnTo>
                    <a:pt x="7528641" y="189122"/>
                  </a:lnTo>
                  <a:lnTo>
                    <a:pt x="7528766" y="189122"/>
                  </a:lnTo>
                  <a:lnTo>
                    <a:pt x="7528891" y="189122"/>
                  </a:lnTo>
                  <a:lnTo>
                    <a:pt x="7529016" y="189122"/>
                  </a:lnTo>
                  <a:lnTo>
                    <a:pt x="7529141" y="189122"/>
                  </a:lnTo>
                  <a:lnTo>
                    <a:pt x="7529267" y="189122"/>
                  </a:lnTo>
                  <a:lnTo>
                    <a:pt x="7529392" y="189122"/>
                  </a:lnTo>
                  <a:lnTo>
                    <a:pt x="7529517" y="189122"/>
                  </a:lnTo>
                  <a:lnTo>
                    <a:pt x="7529642" y="189122"/>
                  </a:lnTo>
                  <a:lnTo>
                    <a:pt x="7529767" y="189122"/>
                  </a:lnTo>
                  <a:lnTo>
                    <a:pt x="7529892" y="189122"/>
                  </a:lnTo>
                  <a:lnTo>
                    <a:pt x="7530017" y="189122"/>
                  </a:lnTo>
                  <a:lnTo>
                    <a:pt x="7530142" y="189122"/>
                  </a:lnTo>
                  <a:lnTo>
                    <a:pt x="7530267" y="189122"/>
                  </a:lnTo>
                  <a:lnTo>
                    <a:pt x="7530392" y="189122"/>
                  </a:lnTo>
                  <a:lnTo>
                    <a:pt x="7530517" y="189122"/>
                  </a:lnTo>
                  <a:lnTo>
                    <a:pt x="7530642" y="189122"/>
                  </a:lnTo>
                  <a:lnTo>
                    <a:pt x="7530767" y="189122"/>
                  </a:lnTo>
                  <a:lnTo>
                    <a:pt x="7530892" y="189122"/>
                  </a:lnTo>
                  <a:lnTo>
                    <a:pt x="7531017" y="189122"/>
                  </a:lnTo>
                  <a:lnTo>
                    <a:pt x="7531142" y="189122"/>
                  </a:lnTo>
                  <a:lnTo>
                    <a:pt x="7531267" y="189122"/>
                  </a:lnTo>
                  <a:lnTo>
                    <a:pt x="7531392" y="189122"/>
                  </a:lnTo>
                  <a:lnTo>
                    <a:pt x="7531517" y="189122"/>
                  </a:lnTo>
                  <a:lnTo>
                    <a:pt x="7531642" y="189122"/>
                  </a:lnTo>
                  <a:lnTo>
                    <a:pt x="7531767" y="189122"/>
                  </a:lnTo>
                  <a:lnTo>
                    <a:pt x="7531892" y="189122"/>
                  </a:lnTo>
                  <a:lnTo>
                    <a:pt x="7532017" y="189122"/>
                  </a:lnTo>
                  <a:lnTo>
                    <a:pt x="7532142" y="189122"/>
                  </a:lnTo>
                  <a:lnTo>
                    <a:pt x="7532268" y="189122"/>
                  </a:lnTo>
                  <a:lnTo>
                    <a:pt x="7532393" y="189122"/>
                  </a:lnTo>
                  <a:lnTo>
                    <a:pt x="7532518" y="189122"/>
                  </a:lnTo>
                  <a:lnTo>
                    <a:pt x="7532643" y="189122"/>
                  </a:lnTo>
                  <a:lnTo>
                    <a:pt x="7532768" y="189122"/>
                  </a:lnTo>
                  <a:lnTo>
                    <a:pt x="7532893" y="189122"/>
                  </a:lnTo>
                  <a:lnTo>
                    <a:pt x="7533018" y="189122"/>
                  </a:lnTo>
                  <a:lnTo>
                    <a:pt x="7533143" y="189122"/>
                  </a:lnTo>
                  <a:lnTo>
                    <a:pt x="7533268" y="189122"/>
                  </a:lnTo>
                  <a:lnTo>
                    <a:pt x="7533393" y="189122"/>
                  </a:lnTo>
                  <a:lnTo>
                    <a:pt x="7533518" y="189122"/>
                  </a:lnTo>
                  <a:lnTo>
                    <a:pt x="7533643" y="189122"/>
                  </a:lnTo>
                  <a:lnTo>
                    <a:pt x="7533768" y="189122"/>
                  </a:lnTo>
                  <a:lnTo>
                    <a:pt x="7533893" y="189122"/>
                  </a:lnTo>
                  <a:lnTo>
                    <a:pt x="7534018" y="189122"/>
                  </a:lnTo>
                  <a:lnTo>
                    <a:pt x="7534143" y="189122"/>
                  </a:lnTo>
                  <a:lnTo>
                    <a:pt x="7534268" y="189122"/>
                  </a:lnTo>
                  <a:lnTo>
                    <a:pt x="7534393" y="189122"/>
                  </a:lnTo>
                  <a:lnTo>
                    <a:pt x="7534518" y="189122"/>
                  </a:lnTo>
                  <a:lnTo>
                    <a:pt x="7534643" y="189122"/>
                  </a:lnTo>
                  <a:lnTo>
                    <a:pt x="7534768" y="189122"/>
                  </a:lnTo>
                  <a:lnTo>
                    <a:pt x="7534893" y="189122"/>
                  </a:lnTo>
                  <a:lnTo>
                    <a:pt x="7535018" y="189122"/>
                  </a:lnTo>
                  <a:lnTo>
                    <a:pt x="7535143" y="189122"/>
                  </a:lnTo>
                  <a:lnTo>
                    <a:pt x="7535269" y="189122"/>
                  </a:lnTo>
                  <a:lnTo>
                    <a:pt x="7535394" y="189122"/>
                  </a:lnTo>
                  <a:lnTo>
                    <a:pt x="7535519" y="189122"/>
                  </a:lnTo>
                  <a:lnTo>
                    <a:pt x="7535644" y="189122"/>
                  </a:lnTo>
                  <a:lnTo>
                    <a:pt x="7535769" y="189122"/>
                  </a:lnTo>
                  <a:lnTo>
                    <a:pt x="7535894" y="189122"/>
                  </a:lnTo>
                  <a:lnTo>
                    <a:pt x="7536019" y="189122"/>
                  </a:lnTo>
                  <a:lnTo>
                    <a:pt x="7536144" y="189122"/>
                  </a:lnTo>
                  <a:lnTo>
                    <a:pt x="7536269" y="189122"/>
                  </a:lnTo>
                  <a:lnTo>
                    <a:pt x="7536394" y="189122"/>
                  </a:lnTo>
                  <a:lnTo>
                    <a:pt x="7536519" y="189122"/>
                  </a:lnTo>
                  <a:lnTo>
                    <a:pt x="7536644" y="189122"/>
                  </a:lnTo>
                  <a:lnTo>
                    <a:pt x="7536769" y="189122"/>
                  </a:lnTo>
                  <a:lnTo>
                    <a:pt x="7536894" y="189122"/>
                  </a:lnTo>
                  <a:lnTo>
                    <a:pt x="7537019" y="189122"/>
                  </a:lnTo>
                  <a:lnTo>
                    <a:pt x="7537144" y="189122"/>
                  </a:lnTo>
                  <a:lnTo>
                    <a:pt x="7537269" y="189122"/>
                  </a:lnTo>
                  <a:lnTo>
                    <a:pt x="7537394" y="189122"/>
                  </a:lnTo>
                  <a:lnTo>
                    <a:pt x="7537519" y="189122"/>
                  </a:lnTo>
                  <a:lnTo>
                    <a:pt x="7537644" y="189122"/>
                  </a:lnTo>
                  <a:lnTo>
                    <a:pt x="7537769" y="189122"/>
                  </a:lnTo>
                  <a:lnTo>
                    <a:pt x="7537894" y="189122"/>
                  </a:lnTo>
                  <a:lnTo>
                    <a:pt x="7538019" y="189122"/>
                  </a:lnTo>
                  <a:lnTo>
                    <a:pt x="7538144" y="189122"/>
                  </a:lnTo>
                  <a:lnTo>
                    <a:pt x="7538270" y="189122"/>
                  </a:lnTo>
                  <a:lnTo>
                    <a:pt x="7538395" y="189122"/>
                  </a:lnTo>
                  <a:lnTo>
                    <a:pt x="7538520" y="189122"/>
                  </a:lnTo>
                  <a:lnTo>
                    <a:pt x="7538645" y="189122"/>
                  </a:lnTo>
                  <a:lnTo>
                    <a:pt x="7538770" y="189122"/>
                  </a:lnTo>
                  <a:lnTo>
                    <a:pt x="7538895" y="189122"/>
                  </a:lnTo>
                  <a:lnTo>
                    <a:pt x="7539020" y="189122"/>
                  </a:lnTo>
                  <a:lnTo>
                    <a:pt x="7539145" y="189122"/>
                  </a:lnTo>
                  <a:lnTo>
                    <a:pt x="7539270" y="189122"/>
                  </a:lnTo>
                  <a:lnTo>
                    <a:pt x="7539395" y="189122"/>
                  </a:lnTo>
                  <a:lnTo>
                    <a:pt x="7539520" y="189122"/>
                  </a:lnTo>
                  <a:lnTo>
                    <a:pt x="7539645" y="189122"/>
                  </a:lnTo>
                  <a:lnTo>
                    <a:pt x="7539770" y="189122"/>
                  </a:lnTo>
                  <a:lnTo>
                    <a:pt x="7539895" y="189122"/>
                  </a:lnTo>
                  <a:lnTo>
                    <a:pt x="7540020" y="189122"/>
                  </a:lnTo>
                  <a:lnTo>
                    <a:pt x="7540145" y="189122"/>
                  </a:lnTo>
                  <a:lnTo>
                    <a:pt x="7540270" y="189122"/>
                  </a:lnTo>
                  <a:lnTo>
                    <a:pt x="7540395" y="189122"/>
                  </a:lnTo>
                  <a:lnTo>
                    <a:pt x="7540520" y="189122"/>
                  </a:lnTo>
                  <a:lnTo>
                    <a:pt x="7540645" y="189122"/>
                  </a:lnTo>
                  <a:lnTo>
                    <a:pt x="7540770" y="189122"/>
                  </a:lnTo>
                  <a:lnTo>
                    <a:pt x="7540895" y="189122"/>
                  </a:lnTo>
                  <a:lnTo>
                    <a:pt x="7541020" y="189122"/>
                  </a:lnTo>
                  <a:lnTo>
                    <a:pt x="7541145" y="189122"/>
                  </a:lnTo>
                  <a:lnTo>
                    <a:pt x="7541271" y="189122"/>
                  </a:lnTo>
                  <a:lnTo>
                    <a:pt x="7541396" y="189122"/>
                  </a:lnTo>
                  <a:lnTo>
                    <a:pt x="7541521" y="189122"/>
                  </a:lnTo>
                  <a:lnTo>
                    <a:pt x="7541646" y="189122"/>
                  </a:lnTo>
                  <a:lnTo>
                    <a:pt x="7541771" y="189122"/>
                  </a:lnTo>
                  <a:lnTo>
                    <a:pt x="7541896" y="189122"/>
                  </a:lnTo>
                  <a:lnTo>
                    <a:pt x="7542021" y="189122"/>
                  </a:lnTo>
                  <a:lnTo>
                    <a:pt x="7542146" y="189122"/>
                  </a:lnTo>
                  <a:lnTo>
                    <a:pt x="7542271" y="189122"/>
                  </a:lnTo>
                  <a:lnTo>
                    <a:pt x="7542396" y="189122"/>
                  </a:lnTo>
                  <a:lnTo>
                    <a:pt x="7542521" y="189122"/>
                  </a:lnTo>
                  <a:lnTo>
                    <a:pt x="7542646" y="189122"/>
                  </a:lnTo>
                  <a:lnTo>
                    <a:pt x="7542771" y="189122"/>
                  </a:lnTo>
                  <a:lnTo>
                    <a:pt x="7542896" y="189122"/>
                  </a:lnTo>
                  <a:lnTo>
                    <a:pt x="7543021" y="189122"/>
                  </a:lnTo>
                  <a:lnTo>
                    <a:pt x="7543146" y="189122"/>
                  </a:lnTo>
                  <a:lnTo>
                    <a:pt x="7543271" y="189122"/>
                  </a:lnTo>
                  <a:lnTo>
                    <a:pt x="7543396" y="189122"/>
                  </a:lnTo>
                  <a:lnTo>
                    <a:pt x="7543521" y="189122"/>
                  </a:lnTo>
                  <a:lnTo>
                    <a:pt x="7543646" y="189122"/>
                  </a:lnTo>
                  <a:lnTo>
                    <a:pt x="7543771" y="189122"/>
                  </a:lnTo>
                  <a:lnTo>
                    <a:pt x="7543896" y="189122"/>
                  </a:lnTo>
                  <a:lnTo>
                    <a:pt x="7544021" y="189122"/>
                  </a:lnTo>
                  <a:lnTo>
                    <a:pt x="7544146" y="189122"/>
                  </a:lnTo>
                  <a:lnTo>
                    <a:pt x="7544272" y="189122"/>
                  </a:lnTo>
                  <a:lnTo>
                    <a:pt x="7544397" y="189122"/>
                  </a:lnTo>
                  <a:lnTo>
                    <a:pt x="7544522" y="189122"/>
                  </a:lnTo>
                  <a:lnTo>
                    <a:pt x="7544647" y="189122"/>
                  </a:lnTo>
                  <a:lnTo>
                    <a:pt x="7544772" y="189122"/>
                  </a:lnTo>
                  <a:lnTo>
                    <a:pt x="7544897" y="189122"/>
                  </a:lnTo>
                  <a:lnTo>
                    <a:pt x="7545022" y="189122"/>
                  </a:lnTo>
                  <a:lnTo>
                    <a:pt x="7545147" y="189122"/>
                  </a:lnTo>
                  <a:lnTo>
                    <a:pt x="7545272" y="189122"/>
                  </a:lnTo>
                  <a:lnTo>
                    <a:pt x="7545397" y="189122"/>
                  </a:lnTo>
                  <a:lnTo>
                    <a:pt x="7545522" y="189122"/>
                  </a:lnTo>
                  <a:lnTo>
                    <a:pt x="7545647" y="189122"/>
                  </a:lnTo>
                  <a:lnTo>
                    <a:pt x="7545772" y="189122"/>
                  </a:lnTo>
                  <a:lnTo>
                    <a:pt x="7545897" y="189122"/>
                  </a:lnTo>
                  <a:lnTo>
                    <a:pt x="7546022" y="189122"/>
                  </a:lnTo>
                  <a:lnTo>
                    <a:pt x="7546147" y="189122"/>
                  </a:lnTo>
                  <a:lnTo>
                    <a:pt x="7546272" y="189122"/>
                  </a:lnTo>
                  <a:lnTo>
                    <a:pt x="7546397" y="189122"/>
                  </a:lnTo>
                  <a:lnTo>
                    <a:pt x="7546522" y="189122"/>
                  </a:lnTo>
                  <a:lnTo>
                    <a:pt x="7546647" y="189122"/>
                  </a:lnTo>
                  <a:lnTo>
                    <a:pt x="7546772" y="189122"/>
                  </a:lnTo>
                  <a:lnTo>
                    <a:pt x="7546897" y="189122"/>
                  </a:lnTo>
                  <a:lnTo>
                    <a:pt x="7547022" y="189122"/>
                  </a:lnTo>
                  <a:lnTo>
                    <a:pt x="7547147" y="189122"/>
                  </a:lnTo>
                  <a:lnTo>
                    <a:pt x="7547273" y="189122"/>
                  </a:lnTo>
                  <a:lnTo>
                    <a:pt x="7547398" y="189122"/>
                  </a:lnTo>
                  <a:lnTo>
                    <a:pt x="7547523" y="189122"/>
                  </a:lnTo>
                  <a:lnTo>
                    <a:pt x="7547648" y="189122"/>
                  </a:lnTo>
                  <a:lnTo>
                    <a:pt x="7547773" y="189122"/>
                  </a:lnTo>
                  <a:lnTo>
                    <a:pt x="7547898" y="189122"/>
                  </a:lnTo>
                  <a:lnTo>
                    <a:pt x="7548023" y="189122"/>
                  </a:lnTo>
                  <a:lnTo>
                    <a:pt x="7548148" y="189122"/>
                  </a:lnTo>
                  <a:lnTo>
                    <a:pt x="7548273" y="189122"/>
                  </a:lnTo>
                  <a:lnTo>
                    <a:pt x="7548398" y="189122"/>
                  </a:lnTo>
                  <a:lnTo>
                    <a:pt x="7548523" y="189122"/>
                  </a:lnTo>
                  <a:lnTo>
                    <a:pt x="7548648" y="189122"/>
                  </a:lnTo>
                  <a:lnTo>
                    <a:pt x="7548773" y="189122"/>
                  </a:lnTo>
                  <a:lnTo>
                    <a:pt x="7548773" y="179168"/>
                  </a:lnTo>
                  <a:lnTo>
                    <a:pt x="7548898" y="179168"/>
                  </a:lnTo>
                  <a:lnTo>
                    <a:pt x="7549023" y="179168"/>
                  </a:lnTo>
                  <a:lnTo>
                    <a:pt x="7549148" y="179168"/>
                  </a:lnTo>
                  <a:lnTo>
                    <a:pt x="7549273" y="179168"/>
                  </a:lnTo>
                  <a:lnTo>
                    <a:pt x="7549398" y="179168"/>
                  </a:lnTo>
                  <a:lnTo>
                    <a:pt x="7549523" y="179168"/>
                  </a:lnTo>
                  <a:lnTo>
                    <a:pt x="7549648" y="179168"/>
                  </a:lnTo>
                  <a:lnTo>
                    <a:pt x="7549773" y="179168"/>
                  </a:lnTo>
                  <a:lnTo>
                    <a:pt x="7549898" y="179168"/>
                  </a:lnTo>
                  <a:lnTo>
                    <a:pt x="7550023" y="179168"/>
                  </a:lnTo>
                  <a:lnTo>
                    <a:pt x="7550148" y="179168"/>
                  </a:lnTo>
                  <a:lnTo>
                    <a:pt x="7550274" y="179168"/>
                  </a:lnTo>
                  <a:lnTo>
                    <a:pt x="7550399" y="179168"/>
                  </a:lnTo>
                  <a:lnTo>
                    <a:pt x="7550524" y="179168"/>
                  </a:lnTo>
                  <a:lnTo>
                    <a:pt x="7550649" y="179168"/>
                  </a:lnTo>
                  <a:lnTo>
                    <a:pt x="7550774" y="179168"/>
                  </a:lnTo>
                  <a:lnTo>
                    <a:pt x="7550899" y="179168"/>
                  </a:lnTo>
                  <a:lnTo>
                    <a:pt x="7551024" y="179168"/>
                  </a:lnTo>
                  <a:lnTo>
                    <a:pt x="7551149" y="179168"/>
                  </a:lnTo>
                  <a:lnTo>
                    <a:pt x="7551274" y="179168"/>
                  </a:lnTo>
                  <a:lnTo>
                    <a:pt x="7551399" y="179168"/>
                  </a:lnTo>
                  <a:lnTo>
                    <a:pt x="7551524" y="179168"/>
                  </a:lnTo>
                  <a:lnTo>
                    <a:pt x="7551649" y="179168"/>
                  </a:lnTo>
                  <a:lnTo>
                    <a:pt x="7551774" y="179168"/>
                  </a:lnTo>
                  <a:lnTo>
                    <a:pt x="7551899" y="179168"/>
                  </a:lnTo>
                  <a:lnTo>
                    <a:pt x="7552024" y="179168"/>
                  </a:lnTo>
                  <a:lnTo>
                    <a:pt x="7552149" y="179168"/>
                  </a:lnTo>
                  <a:lnTo>
                    <a:pt x="7552274" y="179168"/>
                  </a:lnTo>
                  <a:lnTo>
                    <a:pt x="7552399" y="179168"/>
                  </a:lnTo>
                  <a:lnTo>
                    <a:pt x="7552524" y="179168"/>
                  </a:lnTo>
                  <a:lnTo>
                    <a:pt x="7552649" y="179168"/>
                  </a:lnTo>
                  <a:lnTo>
                    <a:pt x="7552774" y="179168"/>
                  </a:lnTo>
                  <a:lnTo>
                    <a:pt x="7552899" y="179168"/>
                  </a:lnTo>
                  <a:lnTo>
                    <a:pt x="7553024" y="179168"/>
                  </a:lnTo>
                  <a:lnTo>
                    <a:pt x="7553149" y="179168"/>
                  </a:lnTo>
                  <a:lnTo>
                    <a:pt x="7553275" y="179168"/>
                  </a:lnTo>
                  <a:lnTo>
                    <a:pt x="7553400" y="179168"/>
                  </a:lnTo>
                  <a:lnTo>
                    <a:pt x="7553525" y="179168"/>
                  </a:lnTo>
                  <a:lnTo>
                    <a:pt x="7553650" y="179168"/>
                  </a:lnTo>
                  <a:lnTo>
                    <a:pt x="7553775" y="179168"/>
                  </a:lnTo>
                  <a:lnTo>
                    <a:pt x="7553900" y="179168"/>
                  </a:lnTo>
                  <a:lnTo>
                    <a:pt x="7554025" y="179168"/>
                  </a:lnTo>
                  <a:lnTo>
                    <a:pt x="7554150" y="179168"/>
                  </a:lnTo>
                  <a:lnTo>
                    <a:pt x="7554275" y="179168"/>
                  </a:lnTo>
                  <a:lnTo>
                    <a:pt x="7554400" y="179168"/>
                  </a:lnTo>
                  <a:lnTo>
                    <a:pt x="7554525" y="179168"/>
                  </a:lnTo>
                  <a:lnTo>
                    <a:pt x="7554650" y="179168"/>
                  </a:lnTo>
                  <a:lnTo>
                    <a:pt x="7554775" y="179168"/>
                  </a:lnTo>
                  <a:lnTo>
                    <a:pt x="7554900" y="179168"/>
                  </a:lnTo>
                  <a:lnTo>
                    <a:pt x="7555025" y="179168"/>
                  </a:lnTo>
                  <a:lnTo>
                    <a:pt x="7555150" y="179168"/>
                  </a:lnTo>
                  <a:lnTo>
                    <a:pt x="7555275" y="179168"/>
                  </a:lnTo>
                  <a:lnTo>
                    <a:pt x="7555400" y="179168"/>
                  </a:lnTo>
                  <a:lnTo>
                    <a:pt x="7555525" y="179168"/>
                  </a:lnTo>
                  <a:lnTo>
                    <a:pt x="7555650" y="179168"/>
                  </a:lnTo>
                  <a:lnTo>
                    <a:pt x="7555775" y="179168"/>
                  </a:lnTo>
                  <a:lnTo>
                    <a:pt x="7555900" y="179168"/>
                  </a:lnTo>
                  <a:lnTo>
                    <a:pt x="7556025" y="179168"/>
                  </a:lnTo>
                  <a:lnTo>
                    <a:pt x="7556150" y="179168"/>
                  </a:lnTo>
                  <a:lnTo>
                    <a:pt x="7556276" y="179168"/>
                  </a:lnTo>
                  <a:lnTo>
                    <a:pt x="7556401" y="179168"/>
                  </a:lnTo>
                  <a:lnTo>
                    <a:pt x="7556526" y="179168"/>
                  </a:lnTo>
                  <a:lnTo>
                    <a:pt x="7556651" y="179168"/>
                  </a:lnTo>
                  <a:lnTo>
                    <a:pt x="7556776" y="179168"/>
                  </a:lnTo>
                  <a:lnTo>
                    <a:pt x="7556901" y="179168"/>
                  </a:lnTo>
                  <a:lnTo>
                    <a:pt x="7557026" y="179168"/>
                  </a:lnTo>
                  <a:lnTo>
                    <a:pt x="7557151" y="179168"/>
                  </a:lnTo>
                  <a:lnTo>
                    <a:pt x="7557276" y="179168"/>
                  </a:lnTo>
                  <a:lnTo>
                    <a:pt x="7557401" y="179168"/>
                  </a:lnTo>
                  <a:lnTo>
                    <a:pt x="7557526" y="179168"/>
                  </a:lnTo>
                  <a:lnTo>
                    <a:pt x="7557651" y="179168"/>
                  </a:lnTo>
                  <a:lnTo>
                    <a:pt x="7557776" y="179168"/>
                  </a:lnTo>
                  <a:lnTo>
                    <a:pt x="7557901" y="179168"/>
                  </a:lnTo>
                  <a:lnTo>
                    <a:pt x="7558026" y="179168"/>
                  </a:lnTo>
                  <a:lnTo>
                    <a:pt x="7558151" y="179168"/>
                  </a:lnTo>
                  <a:lnTo>
                    <a:pt x="7558276" y="179168"/>
                  </a:lnTo>
                  <a:lnTo>
                    <a:pt x="7558401" y="179168"/>
                  </a:lnTo>
                  <a:lnTo>
                    <a:pt x="7558526" y="179168"/>
                  </a:lnTo>
                  <a:lnTo>
                    <a:pt x="7558651" y="179168"/>
                  </a:lnTo>
                  <a:lnTo>
                    <a:pt x="7558776" y="179168"/>
                  </a:lnTo>
                  <a:lnTo>
                    <a:pt x="7558901" y="179168"/>
                  </a:lnTo>
                  <a:lnTo>
                    <a:pt x="7559026" y="179168"/>
                  </a:lnTo>
                  <a:lnTo>
                    <a:pt x="7559151" y="179168"/>
                  </a:lnTo>
                  <a:lnTo>
                    <a:pt x="7559277" y="179168"/>
                  </a:lnTo>
                  <a:lnTo>
                    <a:pt x="7559402" y="179168"/>
                  </a:lnTo>
                  <a:lnTo>
                    <a:pt x="7559527" y="179168"/>
                  </a:lnTo>
                  <a:lnTo>
                    <a:pt x="7559652" y="179168"/>
                  </a:lnTo>
                  <a:lnTo>
                    <a:pt x="7559777" y="179168"/>
                  </a:lnTo>
                  <a:lnTo>
                    <a:pt x="7559902" y="179168"/>
                  </a:lnTo>
                  <a:lnTo>
                    <a:pt x="7560027" y="179168"/>
                  </a:lnTo>
                  <a:lnTo>
                    <a:pt x="7560152" y="179168"/>
                  </a:lnTo>
                  <a:lnTo>
                    <a:pt x="7560277" y="179168"/>
                  </a:lnTo>
                  <a:lnTo>
                    <a:pt x="7560402" y="179168"/>
                  </a:lnTo>
                  <a:lnTo>
                    <a:pt x="7560527" y="179168"/>
                  </a:lnTo>
                  <a:lnTo>
                    <a:pt x="7560652" y="179168"/>
                  </a:lnTo>
                  <a:lnTo>
                    <a:pt x="7560777" y="179168"/>
                  </a:lnTo>
                  <a:lnTo>
                    <a:pt x="7560902" y="179168"/>
                  </a:lnTo>
                  <a:lnTo>
                    <a:pt x="7561027" y="179168"/>
                  </a:lnTo>
                  <a:lnTo>
                    <a:pt x="7561152" y="179168"/>
                  </a:lnTo>
                  <a:lnTo>
                    <a:pt x="7561277" y="179168"/>
                  </a:lnTo>
                  <a:lnTo>
                    <a:pt x="7561402" y="179168"/>
                  </a:lnTo>
                  <a:lnTo>
                    <a:pt x="7561527" y="179168"/>
                  </a:lnTo>
                  <a:lnTo>
                    <a:pt x="7561652" y="179168"/>
                  </a:lnTo>
                  <a:lnTo>
                    <a:pt x="7561777" y="179168"/>
                  </a:lnTo>
                  <a:lnTo>
                    <a:pt x="7561902" y="179168"/>
                  </a:lnTo>
                  <a:lnTo>
                    <a:pt x="7562027" y="179168"/>
                  </a:lnTo>
                  <a:lnTo>
                    <a:pt x="7562152" y="179168"/>
                  </a:lnTo>
                  <a:lnTo>
                    <a:pt x="7562278" y="179168"/>
                  </a:lnTo>
                  <a:lnTo>
                    <a:pt x="7562403" y="179168"/>
                  </a:lnTo>
                  <a:lnTo>
                    <a:pt x="7562528" y="179168"/>
                  </a:lnTo>
                  <a:lnTo>
                    <a:pt x="7562653" y="179168"/>
                  </a:lnTo>
                  <a:lnTo>
                    <a:pt x="7562778" y="179168"/>
                  </a:lnTo>
                  <a:lnTo>
                    <a:pt x="7562903" y="179168"/>
                  </a:lnTo>
                  <a:lnTo>
                    <a:pt x="7563028" y="179168"/>
                  </a:lnTo>
                  <a:lnTo>
                    <a:pt x="7563153" y="179168"/>
                  </a:lnTo>
                  <a:lnTo>
                    <a:pt x="7563278" y="179168"/>
                  </a:lnTo>
                  <a:lnTo>
                    <a:pt x="7563403" y="179168"/>
                  </a:lnTo>
                  <a:lnTo>
                    <a:pt x="7563528" y="179168"/>
                  </a:lnTo>
                  <a:lnTo>
                    <a:pt x="7563653" y="179168"/>
                  </a:lnTo>
                  <a:lnTo>
                    <a:pt x="7563778" y="179168"/>
                  </a:lnTo>
                  <a:lnTo>
                    <a:pt x="7563903" y="179168"/>
                  </a:lnTo>
                  <a:lnTo>
                    <a:pt x="7564028" y="179168"/>
                  </a:lnTo>
                  <a:lnTo>
                    <a:pt x="7564153" y="179168"/>
                  </a:lnTo>
                  <a:lnTo>
                    <a:pt x="7564278" y="179168"/>
                  </a:lnTo>
                  <a:lnTo>
                    <a:pt x="7564403" y="179168"/>
                  </a:lnTo>
                  <a:lnTo>
                    <a:pt x="7564528" y="179168"/>
                  </a:lnTo>
                  <a:lnTo>
                    <a:pt x="7564653" y="179168"/>
                  </a:lnTo>
                  <a:lnTo>
                    <a:pt x="7564778" y="179168"/>
                  </a:lnTo>
                  <a:lnTo>
                    <a:pt x="7564903" y="179168"/>
                  </a:lnTo>
                  <a:lnTo>
                    <a:pt x="7565028" y="179168"/>
                  </a:lnTo>
                  <a:lnTo>
                    <a:pt x="7565153" y="179168"/>
                  </a:lnTo>
                  <a:lnTo>
                    <a:pt x="7565279" y="179168"/>
                  </a:lnTo>
                  <a:lnTo>
                    <a:pt x="7565404" y="179168"/>
                  </a:lnTo>
                  <a:lnTo>
                    <a:pt x="7565529" y="179168"/>
                  </a:lnTo>
                  <a:lnTo>
                    <a:pt x="7565654" y="179168"/>
                  </a:lnTo>
                  <a:lnTo>
                    <a:pt x="7565779" y="179168"/>
                  </a:lnTo>
                  <a:lnTo>
                    <a:pt x="7565904" y="179168"/>
                  </a:lnTo>
                  <a:lnTo>
                    <a:pt x="7566029" y="179168"/>
                  </a:lnTo>
                  <a:lnTo>
                    <a:pt x="7566154" y="179168"/>
                  </a:lnTo>
                  <a:lnTo>
                    <a:pt x="7566279" y="179168"/>
                  </a:lnTo>
                  <a:lnTo>
                    <a:pt x="7566404" y="179168"/>
                  </a:lnTo>
                  <a:lnTo>
                    <a:pt x="7566529" y="179168"/>
                  </a:lnTo>
                  <a:lnTo>
                    <a:pt x="7566654" y="179168"/>
                  </a:lnTo>
                  <a:lnTo>
                    <a:pt x="7566779" y="179168"/>
                  </a:lnTo>
                  <a:lnTo>
                    <a:pt x="7566904" y="179168"/>
                  </a:lnTo>
                  <a:lnTo>
                    <a:pt x="7567029" y="179168"/>
                  </a:lnTo>
                  <a:lnTo>
                    <a:pt x="7567154" y="179168"/>
                  </a:lnTo>
                  <a:lnTo>
                    <a:pt x="7567279" y="179168"/>
                  </a:lnTo>
                  <a:lnTo>
                    <a:pt x="7567404" y="179168"/>
                  </a:lnTo>
                  <a:lnTo>
                    <a:pt x="7567529" y="179168"/>
                  </a:lnTo>
                  <a:lnTo>
                    <a:pt x="7567654" y="179168"/>
                  </a:lnTo>
                  <a:lnTo>
                    <a:pt x="7567779" y="179168"/>
                  </a:lnTo>
                  <a:lnTo>
                    <a:pt x="7567904" y="179168"/>
                  </a:lnTo>
                  <a:lnTo>
                    <a:pt x="7568029" y="179168"/>
                  </a:lnTo>
                  <a:lnTo>
                    <a:pt x="7568155" y="179168"/>
                  </a:lnTo>
                  <a:lnTo>
                    <a:pt x="7568280" y="179168"/>
                  </a:lnTo>
                  <a:lnTo>
                    <a:pt x="7568405" y="179168"/>
                  </a:lnTo>
                  <a:lnTo>
                    <a:pt x="7568530" y="179168"/>
                  </a:lnTo>
                  <a:lnTo>
                    <a:pt x="7568655" y="179168"/>
                  </a:lnTo>
                  <a:lnTo>
                    <a:pt x="7568780" y="179168"/>
                  </a:lnTo>
                  <a:lnTo>
                    <a:pt x="7568905" y="179168"/>
                  </a:lnTo>
                  <a:lnTo>
                    <a:pt x="7569030" y="179168"/>
                  </a:lnTo>
                  <a:lnTo>
                    <a:pt x="7569155" y="179168"/>
                  </a:lnTo>
                  <a:lnTo>
                    <a:pt x="7569280" y="179168"/>
                  </a:lnTo>
                  <a:lnTo>
                    <a:pt x="7569405" y="179168"/>
                  </a:lnTo>
                  <a:lnTo>
                    <a:pt x="7569530" y="179168"/>
                  </a:lnTo>
                  <a:lnTo>
                    <a:pt x="7569655" y="179168"/>
                  </a:lnTo>
                  <a:lnTo>
                    <a:pt x="7569780" y="179168"/>
                  </a:lnTo>
                  <a:lnTo>
                    <a:pt x="7569905" y="179168"/>
                  </a:lnTo>
                  <a:lnTo>
                    <a:pt x="7570030" y="179168"/>
                  </a:lnTo>
                  <a:lnTo>
                    <a:pt x="7570155" y="179168"/>
                  </a:lnTo>
                  <a:lnTo>
                    <a:pt x="7570280" y="179168"/>
                  </a:lnTo>
                  <a:lnTo>
                    <a:pt x="7570405" y="179168"/>
                  </a:lnTo>
                  <a:lnTo>
                    <a:pt x="7570530" y="179168"/>
                  </a:lnTo>
                  <a:lnTo>
                    <a:pt x="7570655" y="179168"/>
                  </a:lnTo>
                  <a:lnTo>
                    <a:pt x="7570780" y="179168"/>
                  </a:lnTo>
                  <a:lnTo>
                    <a:pt x="7570905" y="179168"/>
                  </a:lnTo>
                  <a:lnTo>
                    <a:pt x="7571030" y="179168"/>
                  </a:lnTo>
                  <a:lnTo>
                    <a:pt x="7571156" y="179168"/>
                  </a:lnTo>
                  <a:lnTo>
                    <a:pt x="7571281" y="179168"/>
                  </a:lnTo>
                  <a:lnTo>
                    <a:pt x="7571406" y="179168"/>
                  </a:lnTo>
                  <a:lnTo>
                    <a:pt x="7571531" y="179168"/>
                  </a:lnTo>
                  <a:lnTo>
                    <a:pt x="7571656" y="179168"/>
                  </a:lnTo>
                  <a:lnTo>
                    <a:pt x="7571781" y="179168"/>
                  </a:lnTo>
                  <a:lnTo>
                    <a:pt x="7571906" y="179168"/>
                  </a:lnTo>
                  <a:lnTo>
                    <a:pt x="7572031" y="179168"/>
                  </a:lnTo>
                  <a:lnTo>
                    <a:pt x="7572156" y="179168"/>
                  </a:lnTo>
                  <a:lnTo>
                    <a:pt x="7572281" y="179168"/>
                  </a:lnTo>
                  <a:lnTo>
                    <a:pt x="7572406" y="179168"/>
                  </a:lnTo>
                  <a:lnTo>
                    <a:pt x="7572531" y="179168"/>
                  </a:lnTo>
                  <a:lnTo>
                    <a:pt x="7572656" y="179168"/>
                  </a:lnTo>
                  <a:lnTo>
                    <a:pt x="7572781" y="179168"/>
                  </a:lnTo>
                  <a:lnTo>
                    <a:pt x="7572906" y="179168"/>
                  </a:lnTo>
                  <a:lnTo>
                    <a:pt x="7573031" y="179168"/>
                  </a:lnTo>
                  <a:lnTo>
                    <a:pt x="7573156" y="179168"/>
                  </a:lnTo>
                  <a:lnTo>
                    <a:pt x="7573281" y="179168"/>
                  </a:lnTo>
                  <a:lnTo>
                    <a:pt x="7573406" y="179168"/>
                  </a:lnTo>
                  <a:lnTo>
                    <a:pt x="7573531" y="179168"/>
                  </a:lnTo>
                  <a:lnTo>
                    <a:pt x="7573656" y="179168"/>
                  </a:lnTo>
                  <a:lnTo>
                    <a:pt x="7573781" y="179168"/>
                  </a:lnTo>
                  <a:lnTo>
                    <a:pt x="7573906" y="179168"/>
                  </a:lnTo>
                  <a:lnTo>
                    <a:pt x="7574031" y="179168"/>
                  </a:lnTo>
                  <a:lnTo>
                    <a:pt x="7574157" y="179168"/>
                  </a:lnTo>
                  <a:lnTo>
                    <a:pt x="7574282" y="179168"/>
                  </a:lnTo>
                  <a:lnTo>
                    <a:pt x="7574407" y="179168"/>
                  </a:lnTo>
                  <a:lnTo>
                    <a:pt x="7574532" y="179168"/>
                  </a:lnTo>
                  <a:lnTo>
                    <a:pt x="7574657" y="179168"/>
                  </a:lnTo>
                  <a:lnTo>
                    <a:pt x="7574782" y="179168"/>
                  </a:lnTo>
                  <a:lnTo>
                    <a:pt x="7574907" y="179168"/>
                  </a:lnTo>
                  <a:lnTo>
                    <a:pt x="7575032" y="179168"/>
                  </a:lnTo>
                  <a:lnTo>
                    <a:pt x="7575157" y="179168"/>
                  </a:lnTo>
                  <a:lnTo>
                    <a:pt x="7575282" y="179168"/>
                  </a:lnTo>
                  <a:lnTo>
                    <a:pt x="7575407" y="179168"/>
                  </a:lnTo>
                  <a:lnTo>
                    <a:pt x="7575532" y="179168"/>
                  </a:lnTo>
                  <a:lnTo>
                    <a:pt x="7575657" y="179168"/>
                  </a:lnTo>
                  <a:lnTo>
                    <a:pt x="7575782" y="179168"/>
                  </a:lnTo>
                  <a:lnTo>
                    <a:pt x="7575907" y="179168"/>
                  </a:lnTo>
                  <a:lnTo>
                    <a:pt x="7576032" y="179168"/>
                  </a:lnTo>
                  <a:lnTo>
                    <a:pt x="7576157" y="179168"/>
                  </a:lnTo>
                  <a:lnTo>
                    <a:pt x="7576282" y="179168"/>
                  </a:lnTo>
                  <a:lnTo>
                    <a:pt x="7576407" y="179168"/>
                  </a:lnTo>
                  <a:lnTo>
                    <a:pt x="7576532" y="179168"/>
                  </a:lnTo>
                  <a:lnTo>
                    <a:pt x="7576657" y="179168"/>
                  </a:lnTo>
                  <a:lnTo>
                    <a:pt x="7576782" y="179168"/>
                  </a:lnTo>
                  <a:lnTo>
                    <a:pt x="7576907" y="179168"/>
                  </a:lnTo>
                  <a:lnTo>
                    <a:pt x="7577032" y="179168"/>
                  </a:lnTo>
                  <a:lnTo>
                    <a:pt x="7577158" y="179168"/>
                  </a:lnTo>
                  <a:lnTo>
                    <a:pt x="7577283" y="179168"/>
                  </a:lnTo>
                  <a:lnTo>
                    <a:pt x="7577408" y="179168"/>
                  </a:lnTo>
                  <a:lnTo>
                    <a:pt x="7577533" y="179168"/>
                  </a:lnTo>
                  <a:lnTo>
                    <a:pt x="7577658" y="179168"/>
                  </a:lnTo>
                  <a:lnTo>
                    <a:pt x="7577783" y="179168"/>
                  </a:lnTo>
                  <a:lnTo>
                    <a:pt x="7577908" y="179168"/>
                  </a:lnTo>
                  <a:lnTo>
                    <a:pt x="7578033" y="179168"/>
                  </a:lnTo>
                  <a:lnTo>
                    <a:pt x="7578158" y="179168"/>
                  </a:lnTo>
                  <a:lnTo>
                    <a:pt x="7578283" y="179168"/>
                  </a:lnTo>
                  <a:lnTo>
                    <a:pt x="7578408" y="179168"/>
                  </a:lnTo>
                  <a:lnTo>
                    <a:pt x="7578533" y="179168"/>
                  </a:lnTo>
                  <a:lnTo>
                    <a:pt x="7578658" y="179168"/>
                  </a:lnTo>
                  <a:lnTo>
                    <a:pt x="7578783" y="179168"/>
                  </a:lnTo>
                  <a:lnTo>
                    <a:pt x="7578908" y="179168"/>
                  </a:lnTo>
                  <a:lnTo>
                    <a:pt x="7579033" y="179168"/>
                  </a:lnTo>
                  <a:lnTo>
                    <a:pt x="7579158" y="179168"/>
                  </a:lnTo>
                  <a:lnTo>
                    <a:pt x="7579283" y="179168"/>
                  </a:lnTo>
                  <a:lnTo>
                    <a:pt x="7579408" y="179168"/>
                  </a:lnTo>
                  <a:lnTo>
                    <a:pt x="7579533" y="179168"/>
                  </a:lnTo>
                  <a:lnTo>
                    <a:pt x="7579658" y="179168"/>
                  </a:lnTo>
                  <a:lnTo>
                    <a:pt x="7579783" y="179168"/>
                  </a:lnTo>
                  <a:lnTo>
                    <a:pt x="7579908" y="179168"/>
                  </a:lnTo>
                  <a:lnTo>
                    <a:pt x="7580033" y="179168"/>
                  </a:lnTo>
                  <a:lnTo>
                    <a:pt x="7580159" y="179168"/>
                  </a:lnTo>
                  <a:lnTo>
                    <a:pt x="7580284" y="179168"/>
                  </a:lnTo>
                  <a:lnTo>
                    <a:pt x="7580409" y="179168"/>
                  </a:lnTo>
                  <a:lnTo>
                    <a:pt x="7580534" y="179168"/>
                  </a:lnTo>
                  <a:lnTo>
                    <a:pt x="7580659" y="179168"/>
                  </a:lnTo>
                  <a:lnTo>
                    <a:pt x="7580784" y="179168"/>
                  </a:lnTo>
                  <a:lnTo>
                    <a:pt x="7580909" y="179168"/>
                  </a:lnTo>
                  <a:lnTo>
                    <a:pt x="7581034" y="179168"/>
                  </a:lnTo>
                  <a:lnTo>
                    <a:pt x="7581159" y="179168"/>
                  </a:lnTo>
                  <a:lnTo>
                    <a:pt x="7581284" y="179168"/>
                  </a:lnTo>
                  <a:lnTo>
                    <a:pt x="7581409" y="179168"/>
                  </a:lnTo>
                  <a:lnTo>
                    <a:pt x="7581534" y="179168"/>
                  </a:lnTo>
                  <a:lnTo>
                    <a:pt x="7581659" y="179168"/>
                  </a:lnTo>
                  <a:lnTo>
                    <a:pt x="7581784" y="179168"/>
                  </a:lnTo>
                  <a:lnTo>
                    <a:pt x="7581909" y="179168"/>
                  </a:lnTo>
                  <a:lnTo>
                    <a:pt x="7582034" y="179168"/>
                  </a:lnTo>
                  <a:lnTo>
                    <a:pt x="7582159" y="179168"/>
                  </a:lnTo>
                  <a:lnTo>
                    <a:pt x="7582284" y="179168"/>
                  </a:lnTo>
                  <a:lnTo>
                    <a:pt x="7582409" y="179168"/>
                  </a:lnTo>
                  <a:lnTo>
                    <a:pt x="7582534" y="179168"/>
                  </a:lnTo>
                  <a:lnTo>
                    <a:pt x="7582659" y="179168"/>
                  </a:lnTo>
                  <a:lnTo>
                    <a:pt x="7582784" y="179168"/>
                  </a:lnTo>
                  <a:lnTo>
                    <a:pt x="7582909" y="179168"/>
                  </a:lnTo>
                  <a:lnTo>
                    <a:pt x="7583034" y="179168"/>
                  </a:lnTo>
                  <a:lnTo>
                    <a:pt x="7583160" y="179168"/>
                  </a:lnTo>
                  <a:lnTo>
                    <a:pt x="7583285" y="179168"/>
                  </a:lnTo>
                  <a:lnTo>
                    <a:pt x="7583410" y="179168"/>
                  </a:lnTo>
                  <a:lnTo>
                    <a:pt x="7583535" y="179168"/>
                  </a:lnTo>
                  <a:lnTo>
                    <a:pt x="7583660" y="179168"/>
                  </a:lnTo>
                  <a:lnTo>
                    <a:pt x="7583785" y="179168"/>
                  </a:lnTo>
                  <a:lnTo>
                    <a:pt x="7583910" y="179168"/>
                  </a:lnTo>
                  <a:lnTo>
                    <a:pt x="7584035" y="179168"/>
                  </a:lnTo>
                  <a:lnTo>
                    <a:pt x="7584160" y="179168"/>
                  </a:lnTo>
                  <a:lnTo>
                    <a:pt x="7584285" y="179168"/>
                  </a:lnTo>
                  <a:lnTo>
                    <a:pt x="7584410" y="179168"/>
                  </a:lnTo>
                  <a:lnTo>
                    <a:pt x="7584535" y="179168"/>
                  </a:lnTo>
                  <a:lnTo>
                    <a:pt x="7584660" y="179168"/>
                  </a:lnTo>
                  <a:lnTo>
                    <a:pt x="7584785" y="179168"/>
                  </a:lnTo>
                  <a:lnTo>
                    <a:pt x="7584910" y="179168"/>
                  </a:lnTo>
                  <a:lnTo>
                    <a:pt x="7585035" y="179168"/>
                  </a:lnTo>
                  <a:lnTo>
                    <a:pt x="7585160" y="179168"/>
                  </a:lnTo>
                  <a:lnTo>
                    <a:pt x="7585285" y="179168"/>
                  </a:lnTo>
                  <a:lnTo>
                    <a:pt x="7585410" y="179168"/>
                  </a:lnTo>
                  <a:lnTo>
                    <a:pt x="7585535" y="179168"/>
                  </a:lnTo>
                  <a:lnTo>
                    <a:pt x="7585660" y="179168"/>
                  </a:lnTo>
                  <a:lnTo>
                    <a:pt x="7585785" y="179168"/>
                  </a:lnTo>
                  <a:lnTo>
                    <a:pt x="7585910" y="179168"/>
                  </a:lnTo>
                  <a:lnTo>
                    <a:pt x="7586035" y="179168"/>
                  </a:lnTo>
                  <a:lnTo>
                    <a:pt x="7586161" y="179168"/>
                  </a:lnTo>
                  <a:lnTo>
                    <a:pt x="7586286" y="179168"/>
                  </a:lnTo>
                  <a:lnTo>
                    <a:pt x="7586411" y="179168"/>
                  </a:lnTo>
                  <a:lnTo>
                    <a:pt x="7586536" y="179168"/>
                  </a:lnTo>
                  <a:lnTo>
                    <a:pt x="7586661" y="179168"/>
                  </a:lnTo>
                  <a:lnTo>
                    <a:pt x="7586786" y="179168"/>
                  </a:lnTo>
                  <a:lnTo>
                    <a:pt x="7586911" y="179168"/>
                  </a:lnTo>
                  <a:lnTo>
                    <a:pt x="7587036" y="179168"/>
                  </a:lnTo>
                  <a:lnTo>
                    <a:pt x="7587161" y="179168"/>
                  </a:lnTo>
                  <a:lnTo>
                    <a:pt x="7587286" y="179168"/>
                  </a:lnTo>
                  <a:lnTo>
                    <a:pt x="7587411" y="179168"/>
                  </a:lnTo>
                  <a:lnTo>
                    <a:pt x="7587536" y="179168"/>
                  </a:lnTo>
                  <a:lnTo>
                    <a:pt x="7587661" y="179168"/>
                  </a:lnTo>
                  <a:lnTo>
                    <a:pt x="7587786" y="179168"/>
                  </a:lnTo>
                  <a:lnTo>
                    <a:pt x="7587911" y="179168"/>
                  </a:lnTo>
                  <a:lnTo>
                    <a:pt x="7588036" y="179168"/>
                  </a:lnTo>
                  <a:lnTo>
                    <a:pt x="7588161" y="179168"/>
                  </a:lnTo>
                  <a:lnTo>
                    <a:pt x="7588286" y="179168"/>
                  </a:lnTo>
                  <a:lnTo>
                    <a:pt x="7588411" y="179168"/>
                  </a:lnTo>
                  <a:lnTo>
                    <a:pt x="7588536" y="179168"/>
                  </a:lnTo>
                  <a:lnTo>
                    <a:pt x="7588661" y="179168"/>
                  </a:lnTo>
                  <a:lnTo>
                    <a:pt x="7588786" y="179168"/>
                  </a:lnTo>
                  <a:lnTo>
                    <a:pt x="7588911" y="179168"/>
                  </a:lnTo>
                  <a:lnTo>
                    <a:pt x="7589036" y="179168"/>
                  </a:lnTo>
                  <a:lnTo>
                    <a:pt x="7589162" y="179168"/>
                  </a:lnTo>
                  <a:lnTo>
                    <a:pt x="7589287" y="179168"/>
                  </a:lnTo>
                  <a:lnTo>
                    <a:pt x="7589412" y="179168"/>
                  </a:lnTo>
                  <a:lnTo>
                    <a:pt x="7589537" y="179168"/>
                  </a:lnTo>
                  <a:lnTo>
                    <a:pt x="7589662" y="179168"/>
                  </a:lnTo>
                  <a:lnTo>
                    <a:pt x="7589787" y="179168"/>
                  </a:lnTo>
                  <a:lnTo>
                    <a:pt x="7589912" y="179168"/>
                  </a:lnTo>
                  <a:lnTo>
                    <a:pt x="7590037" y="179168"/>
                  </a:lnTo>
                  <a:lnTo>
                    <a:pt x="7590162" y="179168"/>
                  </a:lnTo>
                  <a:lnTo>
                    <a:pt x="7590287" y="179168"/>
                  </a:lnTo>
                  <a:lnTo>
                    <a:pt x="7590412" y="179168"/>
                  </a:lnTo>
                  <a:lnTo>
                    <a:pt x="7590537" y="179168"/>
                  </a:lnTo>
                  <a:lnTo>
                    <a:pt x="7590662" y="179168"/>
                  </a:lnTo>
                  <a:lnTo>
                    <a:pt x="7590787" y="179168"/>
                  </a:lnTo>
                  <a:lnTo>
                    <a:pt x="7590912" y="179168"/>
                  </a:lnTo>
                  <a:lnTo>
                    <a:pt x="7591037" y="179168"/>
                  </a:lnTo>
                  <a:lnTo>
                    <a:pt x="7591162" y="179168"/>
                  </a:lnTo>
                  <a:lnTo>
                    <a:pt x="7591287" y="179168"/>
                  </a:lnTo>
                  <a:lnTo>
                    <a:pt x="7591412" y="179168"/>
                  </a:lnTo>
                  <a:lnTo>
                    <a:pt x="7591537" y="179168"/>
                  </a:lnTo>
                  <a:lnTo>
                    <a:pt x="7591662" y="179168"/>
                  </a:lnTo>
                  <a:lnTo>
                    <a:pt x="7591787" y="179168"/>
                  </a:lnTo>
                  <a:lnTo>
                    <a:pt x="7591912" y="179168"/>
                  </a:lnTo>
                  <a:lnTo>
                    <a:pt x="7592037" y="179168"/>
                  </a:lnTo>
                  <a:lnTo>
                    <a:pt x="7592163" y="179168"/>
                  </a:lnTo>
                  <a:lnTo>
                    <a:pt x="7592288" y="179168"/>
                  </a:lnTo>
                  <a:lnTo>
                    <a:pt x="7592413" y="179168"/>
                  </a:lnTo>
                  <a:lnTo>
                    <a:pt x="7592538" y="179168"/>
                  </a:lnTo>
                  <a:lnTo>
                    <a:pt x="7592663" y="179168"/>
                  </a:lnTo>
                  <a:lnTo>
                    <a:pt x="7592788" y="179168"/>
                  </a:lnTo>
                  <a:lnTo>
                    <a:pt x="7592913" y="179168"/>
                  </a:lnTo>
                  <a:lnTo>
                    <a:pt x="7593038" y="179168"/>
                  </a:lnTo>
                  <a:lnTo>
                    <a:pt x="7593163" y="179168"/>
                  </a:lnTo>
                  <a:lnTo>
                    <a:pt x="7593288" y="179168"/>
                  </a:lnTo>
                  <a:lnTo>
                    <a:pt x="7593413" y="179168"/>
                  </a:lnTo>
                  <a:lnTo>
                    <a:pt x="7593538" y="179168"/>
                  </a:lnTo>
                  <a:lnTo>
                    <a:pt x="7593663" y="179168"/>
                  </a:lnTo>
                  <a:lnTo>
                    <a:pt x="7593788" y="179168"/>
                  </a:lnTo>
                  <a:lnTo>
                    <a:pt x="7593913" y="179168"/>
                  </a:lnTo>
                  <a:lnTo>
                    <a:pt x="7594038" y="179168"/>
                  </a:lnTo>
                  <a:lnTo>
                    <a:pt x="7594163" y="179168"/>
                  </a:lnTo>
                  <a:lnTo>
                    <a:pt x="7594288" y="179168"/>
                  </a:lnTo>
                  <a:lnTo>
                    <a:pt x="7594413" y="179168"/>
                  </a:lnTo>
                  <a:lnTo>
                    <a:pt x="7594538" y="179168"/>
                  </a:lnTo>
                  <a:lnTo>
                    <a:pt x="7594663" y="179168"/>
                  </a:lnTo>
                  <a:lnTo>
                    <a:pt x="7594788" y="179168"/>
                  </a:lnTo>
                  <a:lnTo>
                    <a:pt x="7594913" y="179168"/>
                  </a:lnTo>
                  <a:lnTo>
                    <a:pt x="7595038" y="179168"/>
                  </a:lnTo>
                  <a:lnTo>
                    <a:pt x="7595164" y="179168"/>
                  </a:lnTo>
                  <a:lnTo>
                    <a:pt x="7595289" y="179168"/>
                  </a:lnTo>
                  <a:lnTo>
                    <a:pt x="7595414" y="179168"/>
                  </a:lnTo>
                  <a:lnTo>
                    <a:pt x="7595539" y="179168"/>
                  </a:lnTo>
                  <a:lnTo>
                    <a:pt x="7595664" y="179168"/>
                  </a:lnTo>
                  <a:lnTo>
                    <a:pt x="7595789" y="179168"/>
                  </a:lnTo>
                  <a:lnTo>
                    <a:pt x="7595914" y="179168"/>
                  </a:lnTo>
                  <a:lnTo>
                    <a:pt x="7596039" y="179168"/>
                  </a:lnTo>
                  <a:lnTo>
                    <a:pt x="7596164" y="179168"/>
                  </a:lnTo>
                  <a:lnTo>
                    <a:pt x="7596289" y="179168"/>
                  </a:lnTo>
                  <a:lnTo>
                    <a:pt x="7596414" y="179168"/>
                  </a:lnTo>
                  <a:lnTo>
                    <a:pt x="7596539" y="179168"/>
                  </a:lnTo>
                  <a:lnTo>
                    <a:pt x="7596664" y="179168"/>
                  </a:lnTo>
                  <a:lnTo>
                    <a:pt x="7596789" y="179168"/>
                  </a:lnTo>
                  <a:lnTo>
                    <a:pt x="7596914" y="179168"/>
                  </a:lnTo>
                  <a:lnTo>
                    <a:pt x="7597039" y="179168"/>
                  </a:lnTo>
                  <a:lnTo>
                    <a:pt x="7597164" y="179168"/>
                  </a:lnTo>
                  <a:lnTo>
                    <a:pt x="7597289" y="179168"/>
                  </a:lnTo>
                  <a:lnTo>
                    <a:pt x="7597414" y="179168"/>
                  </a:lnTo>
                  <a:lnTo>
                    <a:pt x="7597539" y="179168"/>
                  </a:lnTo>
                  <a:lnTo>
                    <a:pt x="7597664" y="179168"/>
                  </a:lnTo>
                  <a:lnTo>
                    <a:pt x="7597789" y="179168"/>
                  </a:lnTo>
                  <a:lnTo>
                    <a:pt x="7597914" y="179168"/>
                  </a:lnTo>
                  <a:lnTo>
                    <a:pt x="7598039" y="179168"/>
                  </a:lnTo>
                  <a:lnTo>
                    <a:pt x="7598165" y="179168"/>
                  </a:lnTo>
                  <a:lnTo>
                    <a:pt x="7598290" y="179168"/>
                  </a:lnTo>
                  <a:lnTo>
                    <a:pt x="7598415" y="179168"/>
                  </a:lnTo>
                  <a:lnTo>
                    <a:pt x="7598540" y="179168"/>
                  </a:lnTo>
                  <a:lnTo>
                    <a:pt x="7598665" y="179168"/>
                  </a:lnTo>
                  <a:lnTo>
                    <a:pt x="7598790" y="179168"/>
                  </a:lnTo>
                  <a:lnTo>
                    <a:pt x="7598915" y="179168"/>
                  </a:lnTo>
                  <a:lnTo>
                    <a:pt x="7599040" y="179168"/>
                  </a:lnTo>
                  <a:lnTo>
                    <a:pt x="7599165" y="179168"/>
                  </a:lnTo>
                  <a:lnTo>
                    <a:pt x="7599290" y="179168"/>
                  </a:lnTo>
                  <a:lnTo>
                    <a:pt x="7599415" y="179168"/>
                  </a:lnTo>
                  <a:lnTo>
                    <a:pt x="7599540" y="179168"/>
                  </a:lnTo>
                  <a:lnTo>
                    <a:pt x="7599665" y="179168"/>
                  </a:lnTo>
                  <a:lnTo>
                    <a:pt x="7599790" y="179168"/>
                  </a:lnTo>
                  <a:lnTo>
                    <a:pt x="7599915" y="179168"/>
                  </a:lnTo>
                  <a:lnTo>
                    <a:pt x="7600040" y="179168"/>
                  </a:lnTo>
                  <a:lnTo>
                    <a:pt x="7600165" y="179168"/>
                  </a:lnTo>
                  <a:lnTo>
                    <a:pt x="7600290" y="179168"/>
                  </a:lnTo>
                  <a:lnTo>
                    <a:pt x="7600415" y="179168"/>
                  </a:lnTo>
                  <a:lnTo>
                    <a:pt x="7600540" y="179168"/>
                  </a:lnTo>
                  <a:lnTo>
                    <a:pt x="7600665" y="179168"/>
                  </a:lnTo>
                  <a:lnTo>
                    <a:pt x="7600790" y="179168"/>
                  </a:lnTo>
                  <a:lnTo>
                    <a:pt x="7600915" y="179168"/>
                  </a:lnTo>
                  <a:lnTo>
                    <a:pt x="7601040" y="179168"/>
                  </a:lnTo>
                  <a:lnTo>
                    <a:pt x="7601166" y="179168"/>
                  </a:lnTo>
                  <a:lnTo>
                    <a:pt x="7601291" y="179168"/>
                  </a:lnTo>
                  <a:lnTo>
                    <a:pt x="7601416" y="179168"/>
                  </a:lnTo>
                  <a:lnTo>
                    <a:pt x="7601541" y="179168"/>
                  </a:lnTo>
                  <a:lnTo>
                    <a:pt x="7601666" y="179168"/>
                  </a:lnTo>
                  <a:lnTo>
                    <a:pt x="7601791" y="179168"/>
                  </a:lnTo>
                  <a:lnTo>
                    <a:pt x="7601916" y="179168"/>
                  </a:lnTo>
                  <a:lnTo>
                    <a:pt x="7602041" y="179168"/>
                  </a:lnTo>
                  <a:lnTo>
                    <a:pt x="7602166" y="179168"/>
                  </a:lnTo>
                  <a:lnTo>
                    <a:pt x="7602291" y="179168"/>
                  </a:lnTo>
                  <a:lnTo>
                    <a:pt x="7602416" y="179168"/>
                  </a:lnTo>
                  <a:lnTo>
                    <a:pt x="7602541" y="179168"/>
                  </a:lnTo>
                  <a:lnTo>
                    <a:pt x="7602666" y="179168"/>
                  </a:lnTo>
                  <a:lnTo>
                    <a:pt x="7602791" y="179168"/>
                  </a:lnTo>
                  <a:lnTo>
                    <a:pt x="7602916" y="179168"/>
                  </a:lnTo>
                  <a:lnTo>
                    <a:pt x="7603041" y="179168"/>
                  </a:lnTo>
                  <a:lnTo>
                    <a:pt x="7603166" y="179168"/>
                  </a:lnTo>
                  <a:lnTo>
                    <a:pt x="7603291" y="179168"/>
                  </a:lnTo>
                  <a:lnTo>
                    <a:pt x="7603416" y="179168"/>
                  </a:lnTo>
                  <a:lnTo>
                    <a:pt x="7603541" y="179168"/>
                  </a:lnTo>
                  <a:lnTo>
                    <a:pt x="7603666" y="179168"/>
                  </a:lnTo>
                  <a:lnTo>
                    <a:pt x="7603791" y="179168"/>
                  </a:lnTo>
                  <a:lnTo>
                    <a:pt x="7603916" y="179168"/>
                  </a:lnTo>
                  <a:lnTo>
                    <a:pt x="7604041" y="179168"/>
                  </a:lnTo>
                  <a:lnTo>
                    <a:pt x="7604167" y="179168"/>
                  </a:lnTo>
                  <a:lnTo>
                    <a:pt x="7604292" y="179168"/>
                  </a:lnTo>
                  <a:lnTo>
                    <a:pt x="7604417" y="179168"/>
                  </a:lnTo>
                  <a:lnTo>
                    <a:pt x="7604542" y="179168"/>
                  </a:lnTo>
                  <a:lnTo>
                    <a:pt x="7604667" y="179168"/>
                  </a:lnTo>
                  <a:lnTo>
                    <a:pt x="7604792" y="179168"/>
                  </a:lnTo>
                  <a:lnTo>
                    <a:pt x="7604917" y="179168"/>
                  </a:lnTo>
                  <a:lnTo>
                    <a:pt x="7605042" y="179168"/>
                  </a:lnTo>
                  <a:lnTo>
                    <a:pt x="7605167" y="179168"/>
                  </a:lnTo>
                  <a:lnTo>
                    <a:pt x="7605292" y="179168"/>
                  </a:lnTo>
                  <a:lnTo>
                    <a:pt x="7605417" y="179168"/>
                  </a:lnTo>
                  <a:lnTo>
                    <a:pt x="7605542" y="179168"/>
                  </a:lnTo>
                  <a:lnTo>
                    <a:pt x="7605667" y="179168"/>
                  </a:lnTo>
                  <a:lnTo>
                    <a:pt x="7605792" y="179168"/>
                  </a:lnTo>
                  <a:lnTo>
                    <a:pt x="7605917" y="179168"/>
                  </a:lnTo>
                  <a:lnTo>
                    <a:pt x="7606042" y="179168"/>
                  </a:lnTo>
                  <a:lnTo>
                    <a:pt x="7606167" y="179168"/>
                  </a:lnTo>
                  <a:lnTo>
                    <a:pt x="7606292" y="179168"/>
                  </a:lnTo>
                  <a:lnTo>
                    <a:pt x="7606417" y="179168"/>
                  </a:lnTo>
                  <a:lnTo>
                    <a:pt x="7606542" y="179168"/>
                  </a:lnTo>
                  <a:lnTo>
                    <a:pt x="7606667" y="179168"/>
                  </a:lnTo>
                  <a:lnTo>
                    <a:pt x="7606792" y="179168"/>
                  </a:lnTo>
                  <a:lnTo>
                    <a:pt x="7606917" y="179168"/>
                  </a:lnTo>
                  <a:lnTo>
                    <a:pt x="7607043" y="179168"/>
                  </a:lnTo>
                  <a:lnTo>
                    <a:pt x="7607168" y="179168"/>
                  </a:lnTo>
                  <a:lnTo>
                    <a:pt x="7607293" y="179168"/>
                  </a:lnTo>
                  <a:lnTo>
                    <a:pt x="7607418" y="179168"/>
                  </a:lnTo>
                  <a:lnTo>
                    <a:pt x="7607543" y="179168"/>
                  </a:lnTo>
                  <a:lnTo>
                    <a:pt x="7607668" y="179168"/>
                  </a:lnTo>
                  <a:lnTo>
                    <a:pt x="7607793" y="179168"/>
                  </a:lnTo>
                  <a:lnTo>
                    <a:pt x="7607918" y="179168"/>
                  </a:lnTo>
                  <a:lnTo>
                    <a:pt x="7608043" y="179168"/>
                  </a:lnTo>
                  <a:lnTo>
                    <a:pt x="7608168" y="179168"/>
                  </a:lnTo>
                  <a:lnTo>
                    <a:pt x="7608293" y="179168"/>
                  </a:lnTo>
                  <a:lnTo>
                    <a:pt x="7608418" y="179168"/>
                  </a:lnTo>
                  <a:lnTo>
                    <a:pt x="7608543" y="179168"/>
                  </a:lnTo>
                  <a:lnTo>
                    <a:pt x="7608668" y="179168"/>
                  </a:lnTo>
                  <a:lnTo>
                    <a:pt x="7608793" y="179168"/>
                  </a:lnTo>
                  <a:lnTo>
                    <a:pt x="7608918" y="179168"/>
                  </a:lnTo>
                  <a:lnTo>
                    <a:pt x="7609043" y="179168"/>
                  </a:lnTo>
                  <a:lnTo>
                    <a:pt x="7609168" y="179168"/>
                  </a:lnTo>
                  <a:lnTo>
                    <a:pt x="7609293" y="179168"/>
                  </a:lnTo>
                  <a:lnTo>
                    <a:pt x="7609418" y="179168"/>
                  </a:lnTo>
                  <a:lnTo>
                    <a:pt x="7609543" y="179168"/>
                  </a:lnTo>
                  <a:lnTo>
                    <a:pt x="7609668" y="179168"/>
                  </a:lnTo>
                  <a:lnTo>
                    <a:pt x="7609793" y="179168"/>
                  </a:lnTo>
                  <a:lnTo>
                    <a:pt x="7609918" y="179168"/>
                  </a:lnTo>
                  <a:lnTo>
                    <a:pt x="7610044" y="179168"/>
                  </a:lnTo>
                  <a:lnTo>
                    <a:pt x="7610169" y="179168"/>
                  </a:lnTo>
                  <a:lnTo>
                    <a:pt x="7610294" y="179168"/>
                  </a:lnTo>
                  <a:lnTo>
                    <a:pt x="7610419" y="179168"/>
                  </a:lnTo>
                  <a:lnTo>
                    <a:pt x="7610544" y="179168"/>
                  </a:lnTo>
                  <a:lnTo>
                    <a:pt x="7610669" y="179168"/>
                  </a:lnTo>
                  <a:lnTo>
                    <a:pt x="7610794" y="179168"/>
                  </a:lnTo>
                  <a:lnTo>
                    <a:pt x="7610919" y="179168"/>
                  </a:lnTo>
                  <a:lnTo>
                    <a:pt x="7610919" y="169214"/>
                  </a:lnTo>
                  <a:lnTo>
                    <a:pt x="7611044" y="169214"/>
                  </a:lnTo>
                  <a:lnTo>
                    <a:pt x="7611169" y="169214"/>
                  </a:lnTo>
                  <a:lnTo>
                    <a:pt x="7611294" y="169214"/>
                  </a:lnTo>
                  <a:lnTo>
                    <a:pt x="7611419" y="169214"/>
                  </a:lnTo>
                  <a:lnTo>
                    <a:pt x="7611544" y="169214"/>
                  </a:lnTo>
                  <a:lnTo>
                    <a:pt x="7611669" y="169214"/>
                  </a:lnTo>
                  <a:lnTo>
                    <a:pt x="7611794" y="169214"/>
                  </a:lnTo>
                  <a:lnTo>
                    <a:pt x="7611919" y="169214"/>
                  </a:lnTo>
                  <a:lnTo>
                    <a:pt x="7612044" y="169214"/>
                  </a:lnTo>
                  <a:lnTo>
                    <a:pt x="7612169" y="169214"/>
                  </a:lnTo>
                  <a:lnTo>
                    <a:pt x="7612294" y="169214"/>
                  </a:lnTo>
                  <a:lnTo>
                    <a:pt x="7612419" y="169214"/>
                  </a:lnTo>
                  <a:lnTo>
                    <a:pt x="7612544" y="169214"/>
                  </a:lnTo>
                  <a:lnTo>
                    <a:pt x="7612669" y="169214"/>
                  </a:lnTo>
                  <a:lnTo>
                    <a:pt x="7612794" y="169214"/>
                  </a:lnTo>
                  <a:lnTo>
                    <a:pt x="7612919" y="169214"/>
                  </a:lnTo>
                  <a:lnTo>
                    <a:pt x="7613045" y="169214"/>
                  </a:lnTo>
                  <a:lnTo>
                    <a:pt x="7613170" y="169214"/>
                  </a:lnTo>
                  <a:lnTo>
                    <a:pt x="7613295" y="169214"/>
                  </a:lnTo>
                  <a:lnTo>
                    <a:pt x="7613420" y="169214"/>
                  </a:lnTo>
                  <a:lnTo>
                    <a:pt x="7613545" y="169214"/>
                  </a:lnTo>
                  <a:lnTo>
                    <a:pt x="7613670" y="169214"/>
                  </a:lnTo>
                  <a:lnTo>
                    <a:pt x="7613795" y="169214"/>
                  </a:lnTo>
                  <a:lnTo>
                    <a:pt x="7613920" y="169214"/>
                  </a:lnTo>
                  <a:lnTo>
                    <a:pt x="7614045" y="169214"/>
                  </a:lnTo>
                  <a:lnTo>
                    <a:pt x="7614170" y="169214"/>
                  </a:lnTo>
                  <a:lnTo>
                    <a:pt x="7614295" y="169214"/>
                  </a:lnTo>
                  <a:lnTo>
                    <a:pt x="7614420" y="169214"/>
                  </a:lnTo>
                  <a:lnTo>
                    <a:pt x="7614545" y="169214"/>
                  </a:lnTo>
                  <a:lnTo>
                    <a:pt x="7614670" y="169214"/>
                  </a:lnTo>
                  <a:lnTo>
                    <a:pt x="7614795" y="169214"/>
                  </a:lnTo>
                  <a:lnTo>
                    <a:pt x="7614920" y="169214"/>
                  </a:lnTo>
                  <a:lnTo>
                    <a:pt x="7615045" y="169214"/>
                  </a:lnTo>
                  <a:lnTo>
                    <a:pt x="7615170" y="169214"/>
                  </a:lnTo>
                  <a:lnTo>
                    <a:pt x="7615295" y="169214"/>
                  </a:lnTo>
                  <a:lnTo>
                    <a:pt x="7615420" y="169214"/>
                  </a:lnTo>
                  <a:lnTo>
                    <a:pt x="7615545" y="169214"/>
                  </a:lnTo>
                  <a:lnTo>
                    <a:pt x="7615670" y="169214"/>
                  </a:lnTo>
                  <a:lnTo>
                    <a:pt x="7615795" y="169214"/>
                  </a:lnTo>
                  <a:lnTo>
                    <a:pt x="7615920" y="169214"/>
                  </a:lnTo>
                  <a:lnTo>
                    <a:pt x="7616046" y="169214"/>
                  </a:lnTo>
                  <a:lnTo>
                    <a:pt x="7616171" y="169214"/>
                  </a:lnTo>
                  <a:lnTo>
                    <a:pt x="7616296" y="169214"/>
                  </a:lnTo>
                  <a:lnTo>
                    <a:pt x="7616421" y="169214"/>
                  </a:lnTo>
                  <a:lnTo>
                    <a:pt x="7616546" y="169214"/>
                  </a:lnTo>
                  <a:lnTo>
                    <a:pt x="7616671" y="169214"/>
                  </a:lnTo>
                  <a:lnTo>
                    <a:pt x="7616796" y="169214"/>
                  </a:lnTo>
                  <a:lnTo>
                    <a:pt x="7616921" y="169214"/>
                  </a:lnTo>
                  <a:lnTo>
                    <a:pt x="7617046" y="169214"/>
                  </a:lnTo>
                  <a:lnTo>
                    <a:pt x="7617171" y="169214"/>
                  </a:lnTo>
                  <a:lnTo>
                    <a:pt x="7617296" y="169214"/>
                  </a:lnTo>
                  <a:lnTo>
                    <a:pt x="7617421" y="169214"/>
                  </a:lnTo>
                  <a:lnTo>
                    <a:pt x="7617546" y="169214"/>
                  </a:lnTo>
                  <a:lnTo>
                    <a:pt x="7617671" y="169214"/>
                  </a:lnTo>
                  <a:lnTo>
                    <a:pt x="7617796" y="169214"/>
                  </a:lnTo>
                  <a:lnTo>
                    <a:pt x="7617921" y="169214"/>
                  </a:lnTo>
                  <a:lnTo>
                    <a:pt x="7618046" y="169214"/>
                  </a:lnTo>
                  <a:lnTo>
                    <a:pt x="7618171" y="169214"/>
                  </a:lnTo>
                  <a:lnTo>
                    <a:pt x="7618296" y="169214"/>
                  </a:lnTo>
                  <a:lnTo>
                    <a:pt x="7618421" y="169214"/>
                  </a:lnTo>
                  <a:lnTo>
                    <a:pt x="7618546" y="169214"/>
                  </a:lnTo>
                  <a:lnTo>
                    <a:pt x="7618671" y="169214"/>
                  </a:lnTo>
                  <a:lnTo>
                    <a:pt x="7618796" y="169214"/>
                  </a:lnTo>
                  <a:lnTo>
                    <a:pt x="7618921" y="169214"/>
                  </a:lnTo>
                  <a:lnTo>
                    <a:pt x="7619047" y="169214"/>
                  </a:lnTo>
                  <a:lnTo>
                    <a:pt x="7619172" y="169214"/>
                  </a:lnTo>
                  <a:lnTo>
                    <a:pt x="7619297" y="169214"/>
                  </a:lnTo>
                  <a:lnTo>
                    <a:pt x="7619422" y="169214"/>
                  </a:lnTo>
                  <a:lnTo>
                    <a:pt x="7619547" y="169214"/>
                  </a:lnTo>
                  <a:lnTo>
                    <a:pt x="7619672" y="169214"/>
                  </a:lnTo>
                  <a:lnTo>
                    <a:pt x="7619797" y="169214"/>
                  </a:lnTo>
                  <a:lnTo>
                    <a:pt x="7619922" y="169214"/>
                  </a:lnTo>
                  <a:lnTo>
                    <a:pt x="7620047" y="169214"/>
                  </a:lnTo>
                  <a:lnTo>
                    <a:pt x="7620172" y="169214"/>
                  </a:lnTo>
                  <a:lnTo>
                    <a:pt x="7620297" y="169214"/>
                  </a:lnTo>
                  <a:lnTo>
                    <a:pt x="7620422" y="169214"/>
                  </a:lnTo>
                  <a:lnTo>
                    <a:pt x="7620547" y="169214"/>
                  </a:lnTo>
                  <a:lnTo>
                    <a:pt x="7620672" y="169214"/>
                  </a:lnTo>
                  <a:lnTo>
                    <a:pt x="7620797" y="169214"/>
                  </a:lnTo>
                  <a:lnTo>
                    <a:pt x="7620922" y="169214"/>
                  </a:lnTo>
                  <a:lnTo>
                    <a:pt x="7621047" y="169214"/>
                  </a:lnTo>
                  <a:lnTo>
                    <a:pt x="7621172" y="169214"/>
                  </a:lnTo>
                  <a:lnTo>
                    <a:pt x="7621297" y="169214"/>
                  </a:lnTo>
                  <a:lnTo>
                    <a:pt x="7621422" y="169214"/>
                  </a:lnTo>
                  <a:lnTo>
                    <a:pt x="7621547" y="169214"/>
                  </a:lnTo>
                  <a:lnTo>
                    <a:pt x="7621672" y="169214"/>
                  </a:lnTo>
                  <a:lnTo>
                    <a:pt x="7621797" y="169214"/>
                  </a:lnTo>
                  <a:lnTo>
                    <a:pt x="7621922" y="169214"/>
                  </a:lnTo>
                  <a:lnTo>
                    <a:pt x="7622048" y="169214"/>
                  </a:lnTo>
                  <a:lnTo>
                    <a:pt x="7622173" y="169214"/>
                  </a:lnTo>
                  <a:lnTo>
                    <a:pt x="7622298" y="169214"/>
                  </a:lnTo>
                  <a:lnTo>
                    <a:pt x="7622423" y="169214"/>
                  </a:lnTo>
                  <a:lnTo>
                    <a:pt x="7622548" y="169214"/>
                  </a:lnTo>
                  <a:lnTo>
                    <a:pt x="7622673" y="169214"/>
                  </a:lnTo>
                  <a:lnTo>
                    <a:pt x="7622798" y="169214"/>
                  </a:lnTo>
                  <a:lnTo>
                    <a:pt x="7622923" y="169214"/>
                  </a:lnTo>
                  <a:lnTo>
                    <a:pt x="7623048" y="169214"/>
                  </a:lnTo>
                  <a:lnTo>
                    <a:pt x="7623173" y="169214"/>
                  </a:lnTo>
                  <a:lnTo>
                    <a:pt x="7623298" y="169214"/>
                  </a:lnTo>
                  <a:lnTo>
                    <a:pt x="7623423" y="169214"/>
                  </a:lnTo>
                  <a:lnTo>
                    <a:pt x="7623548" y="169214"/>
                  </a:lnTo>
                  <a:lnTo>
                    <a:pt x="7623673" y="169214"/>
                  </a:lnTo>
                  <a:lnTo>
                    <a:pt x="7623798" y="169214"/>
                  </a:lnTo>
                  <a:lnTo>
                    <a:pt x="7623923" y="169214"/>
                  </a:lnTo>
                  <a:lnTo>
                    <a:pt x="7624048" y="169214"/>
                  </a:lnTo>
                  <a:lnTo>
                    <a:pt x="7624173" y="169214"/>
                  </a:lnTo>
                  <a:lnTo>
                    <a:pt x="7624298" y="169214"/>
                  </a:lnTo>
                  <a:lnTo>
                    <a:pt x="7624423" y="169214"/>
                  </a:lnTo>
                  <a:lnTo>
                    <a:pt x="7624548" y="169214"/>
                  </a:lnTo>
                  <a:lnTo>
                    <a:pt x="7624673" y="169214"/>
                  </a:lnTo>
                  <a:lnTo>
                    <a:pt x="7624798" y="169214"/>
                  </a:lnTo>
                  <a:lnTo>
                    <a:pt x="7624923" y="169214"/>
                  </a:lnTo>
                  <a:lnTo>
                    <a:pt x="7625049" y="169214"/>
                  </a:lnTo>
                  <a:lnTo>
                    <a:pt x="7625174" y="169214"/>
                  </a:lnTo>
                  <a:lnTo>
                    <a:pt x="7625299" y="169214"/>
                  </a:lnTo>
                  <a:lnTo>
                    <a:pt x="7625424" y="169214"/>
                  </a:lnTo>
                  <a:lnTo>
                    <a:pt x="7625549" y="169214"/>
                  </a:lnTo>
                  <a:lnTo>
                    <a:pt x="7625674" y="169214"/>
                  </a:lnTo>
                  <a:lnTo>
                    <a:pt x="7625799" y="169214"/>
                  </a:lnTo>
                  <a:lnTo>
                    <a:pt x="7625924" y="169214"/>
                  </a:lnTo>
                  <a:lnTo>
                    <a:pt x="7626049" y="169214"/>
                  </a:lnTo>
                  <a:lnTo>
                    <a:pt x="7626174" y="169214"/>
                  </a:lnTo>
                  <a:lnTo>
                    <a:pt x="7626299" y="169214"/>
                  </a:lnTo>
                  <a:lnTo>
                    <a:pt x="7626424" y="169214"/>
                  </a:lnTo>
                  <a:lnTo>
                    <a:pt x="7626549" y="169214"/>
                  </a:lnTo>
                  <a:lnTo>
                    <a:pt x="7626674" y="169214"/>
                  </a:lnTo>
                  <a:lnTo>
                    <a:pt x="7626799" y="169214"/>
                  </a:lnTo>
                  <a:lnTo>
                    <a:pt x="7626924" y="169214"/>
                  </a:lnTo>
                  <a:lnTo>
                    <a:pt x="7627049" y="169214"/>
                  </a:lnTo>
                  <a:lnTo>
                    <a:pt x="7627174" y="169214"/>
                  </a:lnTo>
                  <a:lnTo>
                    <a:pt x="7627299" y="169214"/>
                  </a:lnTo>
                  <a:lnTo>
                    <a:pt x="7627424" y="169214"/>
                  </a:lnTo>
                  <a:lnTo>
                    <a:pt x="7627549" y="169214"/>
                  </a:lnTo>
                  <a:lnTo>
                    <a:pt x="7627674" y="169214"/>
                  </a:lnTo>
                  <a:lnTo>
                    <a:pt x="7627799" y="169214"/>
                  </a:lnTo>
                  <a:lnTo>
                    <a:pt x="7627924" y="169214"/>
                  </a:lnTo>
                  <a:lnTo>
                    <a:pt x="7628050" y="169214"/>
                  </a:lnTo>
                  <a:lnTo>
                    <a:pt x="7628175" y="169214"/>
                  </a:lnTo>
                  <a:lnTo>
                    <a:pt x="7628300" y="169214"/>
                  </a:lnTo>
                  <a:lnTo>
                    <a:pt x="7628425" y="169214"/>
                  </a:lnTo>
                  <a:lnTo>
                    <a:pt x="7628550" y="169214"/>
                  </a:lnTo>
                  <a:lnTo>
                    <a:pt x="7628675" y="169214"/>
                  </a:lnTo>
                  <a:lnTo>
                    <a:pt x="7628800" y="169214"/>
                  </a:lnTo>
                  <a:lnTo>
                    <a:pt x="7628925" y="169214"/>
                  </a:lnTo>
                  <a:lnTo>
                    <a:pt x="7629050" y="169214"/>
                  </a:lnTo>
                  <a:lnTo>
                    <a:pt x="7629175" y="169214"/>
                  </a:lnTo>
                  <a:lnTo>
                    <a:pt x="7629300" y="169214"/>
                  </a:lnTo>
                  <a:lnTo>
                    <a:pt x="7629425" y="169214"/>
                  </a:lnTo>
                  <a:lnTo>
                    <a:pt x="7629550" y="169214"/>
                  </a:lnTo>
                  <a:lnTo>
                    <a:pt x="7629675" y="169214"/>
                  </a:lnTo>
                  <a:lnTo>
                    <a:pt x="7629800" y="169214"/>
                  </a:lnTo>
                  <a:lnTo>
                    <a:pt x="7629925" y="169214"/>
                  </a:lnTo>
                  <a:lnTo>
                    <a:pt x="7630050" y="169214"/>
                  </a:lnTo>
                  <a:lnTo>
                    <a:pt x="7630175" y="169214"/>
                  </a:lnTo>
                  <a:lnTo>
                    <a:pt x="7630300" y="169214"/>
                  </a:lnTo>
                  <a:lnTo>
                    <a:pt x="7630425" y="169214"/>
                  </a:lnTo>
                  <a:lnTo>
                    <a:pt x="7630550" y="169214"/>
                  </a:lnTo>
                  <a:lnTo>
                    <a:pt x="7630675" y="169214"/>
                  </a:lnTo>
                  <a:lnTo>
                    <a:pt x="7630800" y="169214"/>
                  </a:lnTo>
                  <a:lnTo>
                    <a:pt x="7630925" y="169214"/>
                  </a:lnTo>
                  <a:lnTo>
                    <a:pt x="7631051" y="169214"/>
                  </a:lnTo>
                  <a:lnTo>
                    <a:pt x="7631176" y="169214"/>
                  </a:lnTo>
                  <a:lnTo>
                    <a:pt x="7631301" y="169214"/>
                  </a:lnTo>
                  <a:lnTo>
                    <a:pt x="7631426" y="169214"/>
                  </a:lnTo>
                  <a:lnTo>
                    <a:pt x="7631551" y="169214"/>
                  </a:lnTo>
                  <a:lnTo>
                    <a:pt x="7631676" y="169214"/>
                  </a:lnTo>
                  <a:lnTo>
                    <a:pt x="7631801" y="169214"/>
                  </a:lnTo>
                  <a:lnTo>
                    <a:pt x="7631926" y="169214"/>
                  </a:lnTo>
                  <a:lnTo>
                    <a:pt x="7632051" y="169214"/>
                  </a:lnTo>
                  <a:lnTo>
                    <a:pt x="7632176" y="169214"/>
                  </a:lnTo>
                  <a:lnTo>
                    <a:pt x="7632301" y="169214"/>
                  </a:lnTo>
                  <a:lnTo>
                    <a:pt x="7632426" y="169214"/>
                  </a:lnTo>
                  <a:lnTo>
                    <a:pt x="7632551" y="169214"/>
                  </a:lnTo>
                  <a:lnTo>
                    <a:pt x="7632676" y="169214"/>
                  </a:lnTo>
                  <a:lnTo>
                    <a:pt x="7632801" y="169214"/>
                  </a:lnTo>
                  <a:lnTo>
                    <a:pt x="7632926" y="169214"/>
                  </a:lnTo>
                  <a:lnTo>
                    <a:pt x="7633051" y="169214"/>
                  </a:lnTo>
                  <a:lnTo>
                    <a:pt x="7633176" y="169214"/>
                  </a:lnTo>
                  <a:lnTo>
                    <a:pt x="7633301" y="169214"/>
                  </a:lnTo>
                  <a:lnTo>
                    <a:pt x="7633426" y="169214"/>
                  </a:lnTo>
                  <a:lnTo>
                    <a:pt x="7633551" y="169214"/>
                  </a:lnTo>
                  <a:lnTo>
                    <a:pt x="7633676" y="169214"/>
                  </a:lnTo>
                  <a:lnTo>
                    <a:pt x="7633801" y="169214"/>
                  </a:lnTo>
                  <a:lnTo>
                    <a:pt x="7633926" y="169214"/>
                  </a:lnTo>
                  <a:lnTo>
                    <a:pt x="7634052" y="169214"/>
                  </a:lnTo>
                  <a:lnTo>
                    <a:pt x="7634177" y="169214"/>
                  </a:lnTo>
                  <a:lnTo>
                    <a:pt x="7634302" y="169214"/>
                  </a:lnTo>
                  <a:lnTo>
                    <a:pt x="7634427" y="169214"/>
                  </a:lnTo>
                  <a:lnTo>
                    <a:pt x="7634552" y="169214"/>
                  </a:lnTo>
                  <a:lnTo>
                    <a:pt x="7634677" y="169214"/>
                  </a:lnTo>
                  <a:lnTo>
                    <a:pt x="7634802" y="169214"/>
                  </a:lnTo>
                  <a:lnTo>
                    <a:pt x="7634927" y="169214"/>
                  </a:lnTo>
                  <a:lnTo>
                    <a:pt x="7635052" y="169214"/>
                  </a:lnTo>
                  <a:lnTo>
                    <a:pt x="7635177" y="169214"/>
                  </a:lnTo>
                  <a:lnTo>
                    <a:pt x="7635302" y="169214"/>
                  </a:lnTo>
                  <a:lnTo>
                    <a:pt x="7635427" y="169214"/>
                  </a:lnTo>
                  <a:lnTo>
                    <a:pt x="7635552" y="169214"/>
                  </a:lnTo>
                  <a:lnTo>
                    <a:pt x="7635677" y="169214"/>
                  </a:lnTo>
                  <a:lnTo>
                    <a:pt x="7635802" y="169214"/>
                  </a:lnTo>
                  <a:lnTo>
                    <a:pt x="7635927" y="169214"/>
                  </a:lnTo>
                  <a:lnTo>
                    <a:pt x="7636052" y="169214"/>
                  </a:lnTo>
                  <a:lnTo>
                    <a:pt x="7636177" y="169214"/>
                  </a:lnTo>
                  <a:lnTo>
                    <a:pt x="7636302" y="169214"/>
                  </a:lnTo>
                  <a:lnTo>
                    <a:pt x="7636427" y="169214"/>
                  </a:lnTo>
                  <a:lnTo>
                    <a:pt x="7636552" y="169214"/>
                  </a:lnTo>
                  <a:lnTo>
                    <a:pt x="7636677" y="169214"/>
                  </a:lnTo>
                  <a:lnTo>
                    <a:pt x="7636802" y="169214"/>
                  </a:lnTo>
                  <a:lnTo>
                    <a:pt x="7636927" y="169214"/>
                  </a:lnTo>
                  <a:lnTo>
                    <a:pt x="7637053" y="169214"/>
                  </a:lnTo>
                  <a:lnTo>
                    <a:pt x="7637178" y="169214"/>
                  </a:lnTo>
                  <a:lnTo>
                    <a:pt x="7637303" y="169214"/>
                  </a:lnTo>
                  <a:lnTo>
                    <a:pt x="7637428" y="169214"/>
                  </a:lnTo>
                  <a:lnTo>
                    <a:pt x="7637553" y="169214"/>
                  </a:lnTo>
                  <a:lnTo>
                    <a:pt x="7637678" y="169214"/>
                  </a:lnTo>
                  <a:lnTo>
                    <a:pt x="7637803" y="169214"/>
                  </a:lnTo>
                  <a:lnTo>
                    <a:pt x="7637928" y="169214"/>
                  </a:lnTo>
                  <a:lnTo>
                    <a:pt x="7638053" y="169214"/>
                  </a:lnTo>
                  <a:lnTo>
                    <a:pt x="7638178" y="169214"/>
                  </a:lnTo>
                  <a:lnTo>
                    <a:pt x="7638303" y="169214"/>
                  </a:lnTo>
                  <a:lnTo>
                    <a:pt x="7638428" y="169214"/>
                  </a:lnTo>
                  <a:lnTo>
                    <a:pt x="7638553" y="169214"/>
                  </a:lnTo>
                  <a:lnTo>
                    <a:pt x="7638678" y="169214"/>
                  </a:lnTo>
                  <a:lnTo>
                    <a:pt x="7638803" y="169214"/>
                  </a:lnTo>
                  <a:lnTo>
                    <a:pt x="7638928" y="169214"/>
                  </a:lnTo>
                  <a:lnTo>
                    <a:pt x="7639053" y="169214"/>
                  </a:lnTo>
                  <a:lnTo>
                    <a:pt x="7639178" y="169214"/>
                  </a:lnTo>
                  <a:lnTo>
                    <a:pt x="7639303" y="169214"/>
                  </a:lnTo>
                  <a:lnTo>
                    <a:pt x="7639428" y="169214"/>
                  </a:lnTo>
                  <a:lnTo>
                    <a:pt x="7639553" y="169214"/>
                  </a:lnTo>
                  <a:lnTo>
                    <a:pt x="7639678" y="169214"/>
                  </a:lnTo>
                  <a:lnTo>
                    <a:pt x="7639803" y="169214"/>
                  </a:lnTo>
                  <a:lnTo>
                    <a:pt x="7639928" y="169214"/>
                  </a:lnTo>
                  <a:lnTo>
                    <a:pt x="7640054" y="169214"/>
                  </a:lnTo>
                  <a:lnTo>
                    <a:pt x="7640179" y="169214"/>
                  </a:lnTo>
                  <a:lnTo>
                    <a:pt x="7640304" y="169214"/>
                  </a:lnTo>
                  <a:lnTo>
                    <a:pt x="7640429" y="169214"/>
                  </a:lnTo>
                  <a:lnTo>
                    <a:pt x="7640554" y="169214"/>
                  </a:lnTo>
                  <a:lnTo>
                    <a:pt x="7640679" y="169214"/>
                  </a:lnTo>
                  <a:lnTo>
                    <a:pt x="7640804" y="169214"/>
                  </a:lnTo>
                  <a:lnTo>
                    <a:pt x="7640929" y="169214"/>
                  </a:lnTo>
                  <a:lnTo>
                    <a:pt x="7641054" y="169214"/>
                  </a:lnTo>
                  <a:lnTo>
                    <a:pt x="7641179" y="169214"/>
                  </a:lnTo>
                  <a:lnTo>
                    <a:pt x="7641304" y="169214"/>
                  </a:lnTo>
                  <a:lnTo>
                    <a:pt x="7641429" y="169214"/>
                  </a:lnTo>
                  <a:lnTo>
                    <a:pt x="7641554" y="169214"/>
                  </a:lnTo>
                  <a:lnTo>
                    <a:pt x="7641679" y="169214"/>
                  </a:lnTo>
                  <a:lnTo>
                    <a:pt x="7641804" y="169214"/>
                  </a:lnTo>
                  <a:lnTo>
                    <a:pt x="7641929" y="169214"/>
                  </a:lnTo>
                  <a:lnTo>
                    <a:pt x="7642054" y="169214"/>
                  </a:lnTo>
                  <a:lnTo>
                    <a:pt x="7642179" y="169214"/>
                  </a:lnTo>
                  <a:lnTo>
                    <a:pt x="7642304" y="169214"/>
                  </a:lnTo>
                  <a:lnTo>
                    <a:pt x="7642429" y="169214"/>
                  </a:lnTo>
                  <a:lnTo>
                    <a:pt x="7642554" y="169214"/>
                  </a:lnTo>
                  <a:lnTo>
                    <a:pt x="7642679" y="169214"/>
                  </a:lnTo>
                  <a:lnTo>
                    <a:pt x="7642804" y="169214"/>
                  </a:lnTo>
                  <a:lnTo>
                    <a:pt x="7642929" y="169214"/>
                  </a:lnTo>
                  <a:lnTo>
                    <a:pt x="7643055" y="169214"/>
                  </a:lnTo>
                  <a:lnTo>
                    <a:pt x="7643180" y="169214"/>
                  </a:lnTo>
                  <a:lnTo>
                    <a:pt x="7643305" y="169214"/>
                  </a:lnTo>
                  <a:lnTo>
                    <a:pt x="7643430" y="169214"/>
                  </a:lnTo>
                  <a:lnTo>
                    <a:pt x="7643555" y="169214"/>
                  </a:lnTo>
                  <a:lnTo>
                    <a:pt x="7643680" y="169214"/>
                  </a:lnTo>
                  <a:lnTo>
                    <a:pt x="7643805" y="169214"/>
                  </a:lnTo>
                  <a:lnTo>
                    <a:pt x="7643930" y="169214"/>
                  </a:lnTo>
                  <a:lnTo>
                    <a:pt x="7644055" y="169214"/>
                  </a:lnTo>
                  <a:lnTo>
                    <a:pt x="7644180" y="169214"/>
                  </a:lnTo>
                  <a:lnTo>
                    <a:pt x="7644305" y="169214"/>
                  </a:lnTo>
                  <a:lnTo>
                    <a:pt x="7644430" y="169214"/>
                  </a:lnTo>
                  <a:lnTo>
                    <a:pt x="7644555" y="169214"/>
                  </a:lnTo>
                  <a:lnTo>
                    <a:pt x="7644680" y="169214"/>
                  </a:lnTo>
                  <a:lnTo>
                    <a:pt x="7644805" y="169214"/>
                  </a:lnTo>
                  <a:lnTo>
                    <a:pt x="7644930" y="169214"/>
                  </a:lnTo>
                  <a:lnTo>
                    <a:pt x="7645055" y="169214"/>
                  </a:lnTo>
                  <a:lnTo>
                    <a:pt x="7645180" y="169214"/>
                  </a:lnTo>
                  <a:lnTo>
                    <a:pt x="7645305" y="169214"/>
                  </a:lnTo>
                  <a:lnTo>
                    <a:pt x="7645430" y="169214"/>
                  </a:lnTo>
                  <a:lnTo>
                    <a:pt x="7645555" y="169214"/>
                  </a:lnTo>
                  <a:lnTo>
                    <a:pt x="7645680" y="169214"/>
                  </a:lnTo>
                  <a:lnTo>
                    <a:pt x="7645805" y="169214"/>
                  </a:lnTo>
                  <a:lnTo>
                    <a:pt x="7645931" y="169214"/>
                  </a:lnTo>
                  <a:lnTo>
                    <a:pt x="7646056" y="169214"/>
                  </a:lnTo>
                  <a:lnTo>
                    <a:pt x="7646181" y="169214"/>
                  </a:lnTo>
                  <a:lnTo>
                    <a:pt x="7646306" y="169214"/>
                  </a:lnTo>
                  <a:lnTo>
                    <a:pt x="7646431" y="169214"/>
                  </a:lnTo>
                  <a:lnTo>
                    <a:pt x="7646556" y="169214"/>
                  </a:lnTo>
                  <a:lnTo>
                    <a:pt x="7646681" y="169214"/>
                  </a:lnTo>
                  <a:lnTo>
                    <a:pt x="7646806" y="169214"/>
                  </a:lnTo>
                  <a:lnTo>
                    <a:pt x="7646931" y="169214"/>
                  </a:lnTo>
                  <a:lnTo>
                    <a:pt x="7647056" y="169214"/>
                  </a:lnTo>
                  <a:lnTo>
                    <a:pt x="7647181" y="169214"/>
                  </a:lnTo>
                  <a:lnTo>
                    <a:pt x="7647306" y="169214"/>
                  </a:lnTo>
                  <a:lnTo>
                    <a:pt x="7647431" y="169214"/>
                  </a:lnTo>
                  <a:lnTo>
                    <a:pt x="7647556" y="169214"/>
                  </a:lnTo>
                  <a:lnTo>
                    <a:pt x="7647681" y="169214"/>
                  </a:lnTo>
                  <a:lnTo>
                    <a:pt x="7647806" y="169214"/>
                  </a:lnTo>
                  <a:lnTo>
                    <a:pt x="7647931" y="169214"/>
                  </a:lnTo>
                  <a:lnTo>
                    <a:pt x="7648056" y="169214"/>
                  </a:lnTo>
                  <a:lnTo>
                    <a:pt x="7648181" y="169214"/>
                  </a:lnTo>
                  <a:lnTo>
                    <a:pt x="7648306" y="169214"/>
                  </a:lnTo>
                  <a:lnTo>
                    <a:pt x="7648431" y="169214"/>
                  </a:lnTo>
                  <a:lnTo>
                    <a:pt x="7648556" y="169214"/>
                  </a:lnTo>
                  <a:lnTo>
                    <a:pt x="7648681" y="169214"/>
                  </a:lnTo>
                  <a:lnTo>
                    <a:pt x="7648806" y="169214"/>
                  </a:lnTo>
                  <a:lnTo>
                    <a:pt x="7648932" y="169214"/>
                  </a:lnTo>
                  <a:lnTo>
                    <a:pt x="7649057" y="169214"/>
                  </a:lnTo>
                  <a:lnTo>
                    <a:pt x="7649182" y="169214"/>
                  </a:lnTo>
                  <a:lnTo>
                    <a:pt x="7649307" y="169214"/>
                  </a:lnTo>
                  <a:lnTo>
                    <a:pt x="7649432" y="169214"/>
                  </a:lnTo>
                  <a:lnTo>
                    <a:pt x="7649557" y="169214"/>
                  </a:lnTo>
                  <a:lnTo>
                    <a:pt x="7649682" y="169214"/>
                  </a:lnTo>
                  <a:lnTo>
                    <a:pt x="7649807" y="169214"/>
                  </a:lnTo>
                  <a:lnTo>
                    <a:pt x="7649932" y="169214"/>
                  </a:lnTo>
                  <a:lnTo>
                    <a:pt x="7650057" y="169214"/>
                  </a:lnTo>
                  <a:lnTo>
                    <a:pt x="7650182" y="169214"/>
                  </a:lnTo>
                  <a:lnTo>
                    <a:pt x="7650307" y="169214"/>
                  </a:lnTo>
                  <a:lnTo>
                    <a:pt x="7650432" y="169214"/>
                  </a:lnTo>
                  <a:lnTo>
                    <a:pt x="7650557" y="169214"/>
                  </a:lnTo>
                  <a:lnTo>
                    <a:pt x="7650682" y="169214"/>
                  </a:lnTo>
                  <a:lnTo>
                    <a:pt x="7650807" y="169214"/>
                  </a:lnTo>
                  <a:lnTo>
                    <a:pt x="7650932" y="169214"/>
                  </a:lnTo>
                  <a:lnTo>
                    <a:pt x="7651057" y="169214"/>
                  </a:lnTo>
                  <a:lnTo>
                    <a:pt x="7651182" y="169214"/>
                  </a:lnTo>
                  <a:lnTo>
                    <a:pt x="7651307" y="169214"/>
                  </a:lnTo>
                  <a:lnTo>
                    <a:pt x="7651432" y="169214"/>
                  </a:lnTo>
                  <a:lnTo>
                    <a:pt x="7651557" y="169214"/>
                  </a:lnTo>
                  <a:lnTo>
                    <a:pt x="7651682" y="169214"/>
                  </a:lnTo>
                  <a:lnTo>
                    <a:pt x="7651807" y="169214"/>
                  </a:lnTo>
                  <a:lnTo>
                    <a:pt x="7651933" y="169214"/>
                  </a:lnTo>
                  <a:lnTo>
                    <a:pt x="7652058" y="169214"/>
                  </a:lnTo>
                  <a:lnTo>
                    <a:pt x="7652183" y="169214"/>
                  </a:lnTo>
                  <a:lnTo>
                    <a:pt x="7652308" y="169214"/>
                  </a:lnTo>
                  <a:lnTo>
                    <a:pt x="7652433" y="169214"/>
                  </a:lnTo>
                  <a:lnTo>
                    <a:pt x="7652558" y="169214"/>
                  </a:lnTo>
                  <a:lnTo>
                    <a:pt x="7652683" y="169214"/>
                  </a:lnTo>
                  <a:lnTo>
                    <a:pt x="7652808" y="169214"/>
                  </a:lnTo>
                  <a:lnTo>
                    <a:pt x="7652933" y="169214"/>
                  </a:lnTo>
                  <a:lnTo>
                    <a:pt x="7653058" y="169214"/>
                  </a:lnTo>
                  <a:lnTo>
                    <a:pt x="7653183" y="169214"/>
                  </a:lnTo>
                  <a:lnTo>
                    <a:pt x="7653308" y="169214"/>
                  </a:lnTo>
                  <a:lnTo>
                    <a:pt x="7653433" y="169214"/>
                  </a:lnTo>
                  <a:lnTo>
                    <a:pt x="7653558" y="169214"/>
                  </a:lnTo>
                  <a:lnTo>
                    <a:pt x="7653683" y="169214"/>
                  </a:lnTo>
                  <a:lnTo>
                    <a:pt x="7653808" y="169214"/>
                  </a:lnTo>
                  <a:lnTo>
                    <a:pt x="7653933" y="169214"/>
                  </a:lnTo>
                  <a:lnTo>
                    <a:pt x="7654058" y="169214"/>
                  </a:lnTo>
                  <a:lnTo>
                    <a:pt x="7654183" y="169214"/>
                  </a:lnTo>
                  <a:lnTo>
                    <a:pt x="7654308" y="169214"/>
                  </a:lnTo>
                  <a:lnTo>
                    <a:pt x="7654433" y="169214"/>
                  </a:lnTo>
                  <a:lnTo>
                    <a:pt x="7654558" y="169214"/>
                  </a:lnTo>
                  <a:lnTo>
                    <a:pt x="7654683" y="169214"/>
                  </a:lnTo>
                  <a:lnTo>
                    <a:pt x="7654808" y="169214"/>
                  </a:lnTo>
                  <a:lnTo>
                    <a:pt x="7654934" y="169214"/>
                  </a:lnTo>
                  <a:lnTo>
                    <a:pt x="7655059" y="169214"/>
                  </a:lnTo>
                  <a:lnTo>
                    <a:pt x="7655184" y="169214"/>
                  </a:lnTo>
                  <a:lnTo>
                    <a:pt x="7655309" y="169214"/>
                  </a:lnTo>
                  <a:lnTo>
                    <a:pt x="7655434" y="169214"/>
                  </a:lnTo>
                  <a:lnTo>
                    <a:pt x="7655559" y="169214"/>
                  </a:lnTo>
                  <a:lnTo>
                    <a:pt x="7655684" y="169214"/>
                  </a:lnTo>
                  <a:lnTo>
                    <a:pt x="7655809" y="169214"/>
                  </a:lnTo>
                  <a:lnTo>
                    <a:pt x="7655934" y="169214"/>
                  </a:lnTo>
                  <a:lnTo>
                    <a:pt x="7656059" y="169214"/>
                  </a:lnTo>
                  <a:lnTo>
                    <a:pt x="7656184" y="169214"/>
                  </a:lnTo>
                  <a:lnTo>
                    <a:pt x="7656309" y="169214"/>
                  </a:lnTo>
                  <a:lnTo>
                    <a:pt x="7656434" y="169214"/>
                  </a:lnTo>
                  <a:lnTo>
                    <a:pt x="7656559" y="169214"/>
                  </a:lnTo>
                  <a:lnTo>
                    <a:pt x="7656684" y="169214"/>
                  </a:lnTo>
                  <a:lnTo>
                    <a:pt x="7656809" y="169214"/>
                  </a:lnTo>
                  <a:lnTo>
                    <a:pt x="7656934" y="169214"/>
                  </a:lnTo>
                  <a:lnTo>
                    <a:pt x="7657059" y="169214"/>
                  </a:lnTo>
                  <a:lnTo>
                    <a:pt x="7657184" y="169214"/>
                  </a:lnTo>
                  <a:lnTo>
                    <a:pt x="7657309" y="169214"/>
                  </a:lnTo>
                  <a:lnTo>
                    <a:pt x="7657434" y="169214"/>
                  </a:lnTo>
                  <a:lnTo>
                    <a:pt x="7657559" y="169214"/>
                  </a:lnTo>
                  <a:lnTo>
                    <a:pt x="7657684" y="169214"/>
                  </a:lnTo>
                  <a:lnTo>
                    <a:pt x="7657809" y="169214"/>
                  </a:lnTo>
                  <a:lnTo>
                    <a:pt x="7657935" y="169214"/>
                  </a:lnTo>
                  <a:lnTo>
                    <a:pt x="7658060" y="169214"/>
                  </a:lnTo>
                  <a:lnTo>
                    <a:pt x="7658185" y="169214"/>
                  </a:lnTo>
                  <a:lnTo>
                    <a:pt x="7658310" y="169214"/>
                  </a:lnTo>
                  <a:lnTo>
                    <a:pt x="7658435" y="169214"/>
                  </a:lnTo>
                  <a:lnTo>
                    <a:pt x="7658560" y="169214"/>
                  </a:lnTo>
                  <a:lnTo>
                    <a:pt x="7658685" y="169214"/>
                  </a:lnTo>
                  <a:lnTo>
                    <a:pt x="7658810" y="169214"/>
                  </a:lnTo>
                  <a:lnTo>
                    <a:pt x="7658935" y="169214"/>
                  </a:lnTo>
                  <a:lnTo>
                    <a:pt x="7659060" y="169214"/>
                  </a:lnTo>
                  <a:lnTo>
                    <a:pt x="7659185" y="169214"/>
                  </a:lnTo>
                  <a:lnTo>
                    <a:pt x="7659310" y="169214"/>
                  </a:lnTo>
                  <a:lnTo>
                    <a:pt x="7659435" y="169214"/>
                  </a:lnTo>
                  <a:lnTo>
                    <a:pt x="7659560" y="169214"/>
                  </a:lnTo>
                  <a:lnTo>
                    <a:pt x="7659685" y="169214"/>
                  </a:lnTo>
                  <a:lnTo>
                    <a:pt x="7659810" y="169214"/>
                  </a:lnTo>
                  <a:lnTo>
                    <a:pt x="7659935" y="169214"/>
                  </a:lnTo>
                  <a:lnTo>
                    <a:pt x="7660060" y="169214"/>
                  </a:lnTo>
                  <a:lnTo>
                    <a:pt x="7660185" y="169214"/>
                  </a:lnTo>
                  <a:lnTo>
                    <a:pt x="7660310" y="169214"/>
                  </a:lnTo>
                  <a:lnTo>
                    <a:pt x="7660435" y="169214"/>
                  </a:lnTo>
                  <a:lnTo>
                    <a:pt x="7660560" y="169214"/>
                  </a:lnTo>
                  <a:lnTo>
                    <a:pt x="7660685" y="169214"/>
                  </a:lnTo>
                  <a:lnTo>
                    <a:pt x="7660810" y="169214"/>
                  </a:lnTo>
                  <a:lnTo>
                    <a:pt x="7660936" y="169214"/>
                  </a:lnTo>
                  <a:lnTo>
                    <a:pt x="7661061" y="169214"/>
                  </a:lnTo>
                  <a:lnTo>
                    <a:pt x="7661186" y="169214"/>
                  </a:lnTo>
                  <a:lnTo>
                    <a:pt x="7661311" y="169214"/>
                  </a:lnTo>
                  <a:lnTo>
                    <a:pt x="7661436" y="169214"/>
                  </a:lnTo>
                  <a:lnTo>
                    <a:pt x="7661561" y="169214"/>
                  </a:lnTo>
                  <a:lnTo>
                    <a:pt x="7661686" y="169214"/>
                  </a:lnTo>
                  <a:lnTo>
                    <a:pt x="7661811" y="169214"/>
                  </a:lnTo>
                  <a:lnTo>
                    <a:pt x="7661936" y="169214"/>
                  </a:lnTo>
                  <a:lnTo>
                    <a:pt x="7662061" y="169214"/>
                  </a:lnTo>
                  <a:lnTo>
                    <a:pt x="7662186" y="169214"/>
                  </a:lnTo>
                  <a:lnTo>
                    <a:pt x="7662311" y="169214"/>
                  </a:lnTo>
                  <a:lnTo>
                    <a:pt x="7662436" y="169214"/>
                  </a:lnTo>
                  <a:lnTo>
                    <a:pt x="7662561" y="169214"/>
                  </a:lnTo>
                  <a:lnTo>
                    <a:pt x="7662686" y="169214"/>
                  </a:lnTo>
                  <a:lnTo>
                    <a:pt x="7662811" y="169214"/>
                  </a:lnTo>
                  <a:lnTo>
                    <a:pt x="7662936" y="169214"/>
                  </a:lnTo>
                  <a:lnTo>
                    <a:pt x="7662936" y="159261"/>
                  </a:lnTo>
                  <a:lnTo>
                    <a:pt x="7663061" y="159261"/>
                  </a:lnTo>
                  <a:lnTo>
                    <a:pt x="7663186" y="159261"/>
                  </a:lnTo>
                  <a:lnTo>
                    <a:pt x="7663311" y="159261"/>
                  </a:lnTo>
                  <a:lnTo>
                    <a:pt x="7663436" y="159261"/>
                  </a:lnTo>
                  <a:lnTo>
                    <a:pt x="7663561" y="159261"/>
                  </a:lnTo>
                  <a:lnTo>
                    <a:pt x="7663686" y="159261"/>
                  </a:lnTo>
                  <a:lnTo>
                    <a:pt x="7663811" y="159261"/>
                  </a:lnTo>
                  <a:lnTo>
                    <a:pt x="7663937" y="159261"/>
                  </a:lnTo>
                  <a:lnTo>
                    <a:pt x="7664062" y="159261"/>
                  </a:lnTo>
                  <a:lnTo>
                    <a:pt x="7664187" y="159261"/>
                  </a:lnTo>
                  <a:lnTo>
                    <a:pt x="7664312" y="159261"/>
                  </a:lnTo>
                  <a:lnTo>
                    <a:pt x="7664437" y="159261"/>
                  </a:lnTo>
                  <a:lnTo>
                    <a:pt x="7664562" y="159261"/>
                  </a:lnTo>
                  <a:lnTo>
                    <a:pt x="7664687" y="159261"/>
                  </a:lnTo>
                  <a:lnTo>
                    <a:pt x="7664812" y="159261"/>
                  </a:lnTo>
                  <a:lnTo>
                    <a:pt x="7664937" y="159261"/>
                  </a:lnTo>
                  <a:lnTo>
                    <a:pt x="7665062" y="159261"/>
                  </a:lnTo>
                  <a:lnTo>
                    <a:pt x="7665187" y="159261"/>
                  </a:lnTo>
                  <a:lnTo>
                    <a:pt x="7665312" y="159261"/>
                  </a:lnTo>
                  <a:lnTo>
                    <a:pt x="7665437" y="159261"/>
                  </a:lnTo>
                  <a:lnTo>
                    <a:pt x="7665562" y="159261"/>
                  </a:lnTo>
                  <a:lnTo>
                    <a:pt x="7665687" y="159261"/>
                  </a:lnTo>
                  <a:lnTo>
                    <a:pt x="7665812" y="159261"/>
                  </a:lnTo>
                  <a:lnTo>
                    <a:pt x="7665937" y="159261"/>
                  </a:lnTo>
                  <a:lnTo>
                    <a:pt x="7666062" y="159261"/>
                  </a:lnTo>
                  <a:lnTo>
                    <a:pt x="7666187" y="159261"/>
                  </a:lnTo>
                  <a:lnTo>
                    <a:pt x="7666312" y="159261"/>
                  </a:lnTo>
                  <a:lnTo>
                    <a:pt x="7666437" y="159261"/>
                  </a:lnTo>
                  <a:lnTo>
                    <a:pt x="7666562" y="159261"/>
                  </a:lnTo>
                  <a:lnTo>
                    <a:pt x="7666687" y="159261"/>
                  </a:lnTo>
                  <a:lnTo>
                    <a:pt x="7666812" y="159261"/>
                  </a:lnTo>
                  <a:lnTo>
                    <a:pt x="7666938" y="159261"/>
                  </a:lnTo>
                  <a:lnTo>
                    <a:pt x="7667063" y="159261"/>
                  </a:lnTo>
                  <a:lnTo>
                    <a:pt x="7667188" y="159261"/>
                  </a:lnTo>
                  <a:lnTo>
                    <a:pt x="7667313" y="159261"/>
                  </a:lnTo>
                  <a:lnTo>
                    <a:pt x="7667438" y="159261"/>
                  </a:lnTo>
                  <a:lnTo>
                    <a:pt x="7667563" y="159261"/>
                  </a:lnTo>
                  <a:lnTo>
                    <a:pt x="7667688" y="159261"/>
                  </a:lnTo>
                  <a:lnTo>
                    <a:pt x="7667813" y="159261"/>
                  </a:lnTo>
                  <a:lnTo>
                    <a:pt x="7667938" y="159261"/>
                  </a:lnTo>
                  <a:lnTo>
                    <a:pt x="7668063" y="159261"/>
                  </a:lnTo>
                  <a:lnTo>
                    <a:pt x="7668188" y="159261"/>
                  </a:lnTo>
                  <a:lnTo>
                    <a:pt x="7668313" y="159261"/>
                  </a:lnTo>
                  <a:lnTo>
                    <a:pt x="7668438" y="159261"/>
                  </a:lnTo>
                  <a:lnTo>
                    <a:pt x="7668563" y="159261"/>
                  </a:lnTo>
                  <a:lnTo>
                    <a:pt x="7668688" y="159261"/>
                  </a:lnTo>
                  <a:lnTo>
                    <a:pt x="7668813" y="159261"/>
                  </a:lnTo>
                  <a:lnTo>
                    <a:pt x="7668938" y="159261"/>
                  </a:lnTo>
                  <a:lnTo>
                    <a:pt x="7669063" y="159261"/>
                  </a:lnTo>
                  <a:lnTo>
                    <a:pt x="7669188" y="159261"/>
                  </a:lnTo>
                  <a:lnTo>
                    <a:pt x="7669313" y="159261"/>
                  </a:lnTo>
                  <a:lnTo>
                    <a:pt x="7669438" y="159261"/>
                  </a:lnTo>
                  <a:lnTo>
                    <a:pt x="7669563" y="159261"/>
                  </a:lnTo>
                  <a:lnTo>
                    <a:pt x="7669688" y="159261"/>
                  </a:lnTo>
                  <a:lnTo>
                    <a:pt x="7669813" y="159261"/>
                  </a:lnTo>
                  <a:lnTo>
                    <a:pt x="7669939" y="159261"/>
                  </a:lnTo>
                  <a:lnTo>
                    <a:pt x="7670064" y="159261"/>
                  </a:lnTo>
                  <a:lnTo>
                    <a:pt x="7670189" y="159261"/>
                  </a:lnTo>
                  <a:lnTo>
                    <a:pt x="7670314" y="159261"/>
                  </a:lnTo>
                  <a:lnTo>
                    <a:pt x="7670439" y="159261"/>
                  </a:lnTo>
                  <a:lnTo>
                    <a:pt x="7670564" y="159261"/>
                  </a:lnTo>
                  <a:lnTo>
                    <a:pt x="7670689" y="159261"/>
                  </a:lnTo>
                  <a:lnTo>
                    <a:pt x="7670814" y="159261"/>
                  </a:lnTo>
                  <a:lnTo>
                    <a:pt x="7670939" y="159261"/>
                  </a:lnTo>
                  <a:lnTo>
                    <a:pt x="7671064" y="159261"/>
                  </a:lnTo>
                  <a:lnTo>
                    <a:pt x="7671189" y="159261"/>
                  </a:lnTo>
                  <a:lnTo>
                    <a:pt x="7671314" y="159261"/>
                  </a:lnTo>
                  <a:lnTo>
                    <a:pt x="7671439" y="159261"/>
                  </a:lnTo>
                  <a:lnTo>
                    <a:pt x="7671564" y="159261"/>
                  </a:lnTo>
                  <a:lnTo>
                    <a:pt x="7671689" y="159261"/>
                  </a:lnTo>
                  <a:lnTo>
                    <a:pt x="7671814" y="159261"/>
                  </a:lnTo>
                  <a:lnTo>
                    <a:pt x="7671814" y="149307"/>
                  </a:lnTo>
                  <a:lnTo>
                    <a:pt x="7671939" y="149307"/>
                  </a:lnTo>
                  <a:lnTo>
                    <a:pt x="7672064" y="149307"/>
                  </a:lnTo>
                  <a:lnTo>
                    <a:pt x="7672189" y="149307"/>
                  </a:lnTo>
                  <a:lnTo>
                    <a:pt x="7672314" y="149307"/>
                  </a:lnTo>
                  <a:lnTo>
                    <a:pt x="7672439" y="149307"/>
                  </a:lnTo>
                  <a:lnTo>
                    <a:pt x="7672564" y="149307"/>
                  </a:lnTo>
                  <a:lnTo>
                    <a:pt x="7672689" y="149307"/>
                  </a:lnTo>
                  <a:lnTo>
                    <a:pt x="7672814" y="149307"/>
                  </a:lnTo>
                  <a:lnTo>
                    <a:pt x="7672940" y="149307"/>
                  </a:lnTo>
                  <a:lnTo>
                    <a:pt x="7673065" y="149307"/>
                  </a:lnTo>
                  <a:lnTo>
                    <a:pt x="7673190" y="149307"/>
                  </a:lnTo>
                  <a:lnTo>
                    <a:pt x="7673315" y="149307"/>
                  </a:lnTo>
                  <a:lnTo>
                    <a:pt x="7673440" y="149307"/>
                  </a:lnTo>
                  <a:lnTo>
                    <a:pt x="7673565" y="149307"/>
                  </a:lnTo>
                  <a:lnTo>
                    <a:pt x="7673690" y="149307"/>
                  </a:lnTo>
                  <a:lnTo>
                    <a:pt x="7673815" y="149307"/>
                  </a:lnTo>
                  <a:lnTo>
                    <a:pt x="7673940" y="149307"/>
                  </a:lnTo>
                  <a:lnTo>
                    <a:pt x="7674065" y="149307"/>
                  </a:lnTo>
                  <a:lnTo>
                    <a:pt x="7674190" y="149307"/>
                  </a:lnTo>
                  <a:lnTo>
                    <a:pt x="7674315" y="149307"/>
                  </a:lnTo>
                  <a:lnTo>
                    <a:pt x="7674440" y="149307"/>
                  </a:lnTo>
                  <a:lnTo>
                    <a:pt x="7674565" y="149307"/>
                  </a:lnTo>
                  <a:lnTo>
                    <a:pt x="7674690" y="149307"/>
                  </a:lnTo>
                  <a:lnTo>
                    <a:pt x="7674815" y="149307"/>
                  </a:lnTo>
                  <a:lnTo>
                    <a:pt x="7674940" y="149307"/>
                  </a:lnTo>
                  <a:lnTo>
                    <a:pt x="7675065" y="149307"/>
                  </a:lnTo>
                  <a:lnTo>
                    <a:pt x="7675190" y="149307"/>
                  </a:lnTo>
                  <a:lnTo>
                    <a:pt x="7675315" y="149307"/>
                  </a:lnTo>
                  <a:lnTo>
                    <a:pt x="7675440" y="149307"/>
                  </a:lnTo>
                  <a:lnTo>
                    <a:pt x="7675565" y="149307"/>
                  </a:lnTo>
                  <a:lnTo>
                    <a:pt x="7675690" y="149307"/>
                  </a:lnTo>
                  <a:lnTo>
                    <a:pt x="7675815" y="149307"/>
                  </a:lnTo>
                  <a:lnTo>
                    <a:pt x="7675941" y="149307"/>
                  </a:lnTo>
                  <a:lnTo>
                    <a:pt x="7676066" y="149307"/>
                  </a:lnTo>
                  <a:lnTo>
                    <a:pt x="7676191" y="149307"/>
                  </a:lnTo>
                  <a:lnTo>
                    <a:pt x="7676316" y="149307"/>
                  </a:lnTo>
                  <a:lnTo>
                    <a:pt x="7676441" y="149307"/>
                  </a:lnTo>
                  <a:lnTo>
                    <a:pt x="7676566" y="149307"/>
                  </a:lnTo>
                  <a:lnTo>
                    <a:pt x="7676691" y="149307"/>
                  </a:lnTo>
                  <a:lnTo>
                    <a:pt x="7676816" y="149307"/>
                  </a:lnTo>
                  <a:lnTo>
                    <a:pt x="7676941" y="149307"/>
                  </a:lnTo>
                  <a:lnTo>
                    <a:pt x="7677066" y="149307"/>
                  </a:lnTo>
                  <a:lnTo>
                    <a:pt x="7677191" y="149307"/>
                  </a:lnTo>
                  <a:lnTo>
                    <a:pt x="7677316" y="149307"/>
                  </a:lnTo>
                  <a:lnTo>
                    <a:pt x="7677441" y="149307"/>
                  </a:lnTo>
                  <a:lnTo>
                    <a:pt x="7677566" y="149307"/>
                  </a:lnTo>
                  <a:lnTo>
                    <a:pt x="7677691" y="149307"/>
                  </a:lnTo>
                  <a:lnTo>
                    <a:pt x="7677816" y="149307"/>
                  </a:lnTo>
                  <a:lnTo>
                    <a:pt x="7677941" y="149307"/>
                  </a:lnTo>
                  <a:lnTo>
                    <a:pt x="7678066" y="149307"/>
                  </a:lnTo>
                  <a:lnTo>
                    <a:pt x="7678191" y="149307"/>
                  </a:lnTo>
                  <a:lnTo>
                    <a:pt x="7678316" y="149307"/>
                  </a:lnTo>
                  <a:lnTo>
                    <a:pt x="7678441" y="149307"/>
                  </a:lnTo>
                  <a:lnTo>
                    <a:pt x="7678566" y="149307"/>
                  </a:lnTo>
                  <a:lnTo>
                    <a:pt x="7678691" y="149307"/>
                  </a:lnTo>
                  <a:lnTo>
                    <a:pt x="7678816" y="149307"/>
                  </a:lnTo>
                  <a:lnTo>
                    <a:pt x="7678942" y="149307"/>
                  </a:lnTo>
                  <a:lnTo>
                    <a:pt x="7679067" y="149307"/>
                  </a:lnTo>
                  <a:lnTo>
                    <a:pt x="7679192" y="149307"/>
                  </a:lnTo>
                  <a:lnTo>
                    <a:pt x="7679317" y="149307"/>
                  </a:lnTo>
                  <a:lnTo>
                    <a:pt x="7679442" y="149307"/>
                  </a:lnTo>
                  <a:lnTo>
                    <a:pt x="7679567" y="149307"/>
                  </a:lnTo>
                  <a:lnTo>
                    <a:pt x="7679692" y="149307"/>
                  </a:lnTo>
                  <a:lnTo>
                    <a:pt x="7679817" y="149307"/>
                  </a:lnTo>
                  <a:lnTo>
                    <a:pt x="7679942" y="149307"/>
                  </a:lnTo>
                  <a:lnTo>
                    <a:pt x="7680067" y="149307"/>
                  </a:lnTo>
                  <a:lnTo>
                    <a:pt x="7680192" y="149307"/>
                  </a:lnTo>
                  <a:lnTo>
                    <a:pt x="7680317" y="149307"/>
                  </a:lnTo>
                  <a:lnTo>
                    <a:pt x="7680442" y="149307"/>
                  </a:lnTo>
                  <a:lnTo>
                    <a:pt x="7680567" y="149307"/>
                  </a:lnTo>
                  <a:lnTo>
                    <a:pt x="7680692" y="149307"/>
                  </a:lnTo>
                  <a:lnTo>
                    <a:pt x="7680817" y="149307"/>
                  </a:lnTo>
                  <a:lnTo>
                    <a:pt x="7680942" y="149307"/>
                  </a:lnTo>
                  <a:lnTo>
                    <a:pt x="7681067" y="149307"/>
                  </a:lnTo>
                  <a:lnTo>
                    <a:pt x="7681192" y="149307"/>
                  </a:lnTo>
                  <a:lnTo>
                    <a:pt x="7681317" y="149307"/>
                  </a:lnTo>
                  <a:lnTo>
                    <a:pt x="7681442" y="149307"/>
                  </a:lnTo>
                  <a:lnTo>
                    <a:pt x="7681567" y="149307"/>
                  </a:lnTo>
                  <a:lnTo>
                    <a:pt x="7681692" y="149307"/>
                  </a:lnTo>
                  <a:lnTo>
                    <a:pt x="7681817" y="149307"/>
                  </a:lnTo>
                  <a:lnTo>
                    <a:pt x="7681943" y="149307"/>
                  </a:lnTo>
                  <a:lnTo>
                    <a:pt x="7682068" y="149307"/>
                  </a:lnTo>
                  <a:lnTo>
                    <a:pt x="7682193" y="149307"/>
                  </a:lnTo>
                  <a:lnTo>
                    <a:pt x="7682318" y="149307"/>
                  </a:lnTo>
                  <a:lnTo>
                    <a:pt x="7682443" y="149307"/>
                  </a:lnTo>
                  <a:lnTo>
                    <a:pt x="7682568" y="149307"/>
                  </a:lnTo>
                  <a:lnTo>
                    <a:pt x="7682693" y="149307"/>
                  </a:lnTo>
                  <a:lnTo>
                    <a:pt x="7682818" y="149307"/>
                  </a:lnTo>
                  <a:lnTo>
                    <a:pt x="7682943" y="149307"/>
                  </a:lnTo>
                  <a:lnTo>
                    <a:pt x="7683068" y="149307"/>
                  </a:lnTo>
                  <a:lnTo>
                    <a:pt x="7683193" y="149307"/>
                  </a:lnTo>
                  <a:lnTo>
                    <a:pt x="7683318" y="149307"/>
                  </a:lnTo>
                  <a:lnTo>
                    <a:pt x="7683443" y="149307"/>
                  </a:lnTo>
                  <a:lnTo>
                    <a:pt x="7683568" y="149307"/>
                  </a:lnTo>
                  <a:lnTo>
                    <a:pt x="7683693" y="149307"/>
                  </a:lnTo>
                  <a:lnTo>
                    <a:pt x="7683818" y="149307"/>
                  </a:lnTo>
                  <a:lnTo>
                    <a:pt x="7683943" y="149307"/>
                  </a:lnTo>
                  <a:lnTo>
                    <a:pt x="7684068" y="149307"/>
                  </a:lnTo>
                  <a:lnTo>
                    <a:pt x="7684193" y="149307"/>
                  </a:lnTo>
                  <a:lnTo>
                    <a:pt x="7684318" y="149307"/>
                  </a:lnTo>
                  <a:lnTo>
                    <a:pt x="7684443" y="149307"/>
                  </a:lnTo>
                  <a:lnTo>
                    <a:pt x="7684568" y="149307"/>
                  </a:lnTo>
                  <a:lnTo>
                    <a:pt x="7684693" y="149307"/>
                  </a:lnTo>
                  <a:lnTo>
                    <a:pt x="7684819" y="149307"/>
                  </a:lnTo>
                  <a:lnTo>
                    <a:pt x="7684944" y="149307"/>
                  </a:lnTo>
                  <a:lnTo>
                    <a:pt x="7685069" y="149307"/>
                  </a:lnTo>
                  <a:lnTo>
                    <a:pt x="7685194" y="149307"/>
                  </a:lnTo>
                  <a:lnTo>
                    <a:pt x="7685319" y="149307"/>
                  </a:lnTo>
                  <a:lnTo>
                    <a:pt x="7685444" y="149307"/>
                  </a:lnTo>
                  <a:lnTo>
                    <a:pt x="7685569" y="149307"/>
                  </a:lnTo>
                  <a:lnTo>
                    <a:pt x="7685694" y="149307"/>
                  </a:lnTo>
                  <a:lnTo>
                    <a:pt x="7685819" y="149307"/>
                  </a:lnTo>
                  <a:lnTo>
                    <a:pt x="7685944" y="149307"/>
                  </a:lnTo>
                  <a:lnTo>
                    <a:pt x="7686069" y="149307"/>
                  </a:lnTo>
                  <a:lnTo>
                    <a:pt x="7686194" y="149307"/>
                  </a:lnTo>
                  <a:lnTo>
                    <a:pt x="7686319" y="149307"/>
                  </a:lnTo>
                  <a:lnTo>
                    <a:pt x="7686444" y="149307"/>
                  </a:lnTo>
                  <a:lnTo>
                    <a:pt x="7686569" y="149307"/>
                  </a:lnTo>
                  <a:lnTo>
                    <a:pt x="7686694" y="149307"/>
                  </a:lnTo>
                  <a:lnTo>
                    <a:pt x="7686819" y="149307"/>
                  </a:lnTo>
                  <a:lnTo>
                    <a:pt x="7686944" y="149307"/>
                  </a:lnTo>
                  <a:lnTo>
                    <a:pt x="7687069" y="149307"/>
                  </a:lnTo>
                  <a:lnTo>
                    <a:pt x="7687194" y="149307"/>
                  </a:lnTo>
                  <a:lnTo>
                    <a:pt x="7687319" y="149307"/>
                  </a:lnTo>
                  <a:lnTo>
                    <a:pt x="7687444" y="149307"/>
                  </a:lnTo>
                  <a:lnTo>
                    <a:pt x="7687569" y="149307"/>
                  </a:lnTo>
                  <a:lnTo>
                    <a:pt x="7687694" y="149307"/>
                  </a:lnTo>
                  <a:lnTo>
                    <a:pt x="7687820" y="149307"/>
                  </a:lnTo>
                  <a:lnTo>
                    <a:pt x="7687945" y="149307"/>
                  </a:lnTo>
                  <a:lnTo>
                    <a:pt x="7688070" y="149307"/>
                  </a:lnTo>
                  <a:lnTo>
                    <a:pt x="7688195" y="149307"/>
                  </a:lnTo>
                  <a:lnTo>
                    <a:pt x="7688320" y="149307"/>
                  </a:lnTo>
                  <a:lnTo>
                    <a:pt x="7688445" y="149307"/>
                  </a:lnTo>
                  <a:lnTo>
                    <a:pt x="7688570" y="149307"/>
                  </a:lnTo>
                  <a:lnTo>
                    <a:pt x="7688695" y="149307"/>
                  </a:lnTo>
                  <a:lnTo>
                    <a:pt x="7688820" y="149307"/>
                  </a:lnTo>
                  <a:lnTo>
                    <a:pt x="7688945" y="149307"/>
                  </a:lnTo>
                  <a:lnTo>
                    <a:pt x="7689070" y="149307"/>
                  </a:lnTo>
                  <a:lnTo>
                    <a:pt x="7689195" y="149307"/>
                  </a:lnTo>
                  <a:lnTo>
                    <a:pt x="7689320" y="149307"/>
                  </a:lnTo>
                  <a:lnTo>
                    <a:pt x="7689445" y="149307"/>
                  </a:lnTo>
                  <a:lnTo>
                    <a:pt x="7689570" y="149307"/>
                  </a:lnTo>
                  <a:lnTo>
                    <a:pt x="7689695" y="149307"/>
                  </a:lnTo>
                  <a:lnTo>
                    <a:pt x="7689820" y="149307"/>
                  </a:lnTo>
                  <a:lnTo>
                    <a:pt x="7689945" y="149307"/>
                  </a:lnTo>
                  <a:lnTo>
                    <a:pt x="7690070" y="149307"/>
                  </a:lnTo>
                  <a:lnTo>
                    <a:pt x="7690195" y="149307"/>
                  </a:lnTo>
                  <a:lnTo>
                    <a:pt x="7690320" y="149307"/>
                  </a:lnTo>
                  <a:lnTo>
                    <a:pt x="7690445" y="149307"/>
                  </a:lnTo>
                  <a:lnTo>
                    <a:pt x="7690570" y="149307"/>
                  </a:lnTo>
                  <a:lnTo>
                    <a:pt x="7690695" y="149307"/>
                  </a:lnTo>
                  <a:lnTo>
                    <a:pt x="7690821" y="149307"/>
                  </a:lnTo>
                  <a:lnTo>
                    <a:pt x="7690946" y="149307"/>
                  </a:lnTo>
                  <a:lnTo>
                    <a:pt x="7691071" y="149307"/>
                  </a:lnTo>
                  <a:lnTo>
                    <a:pt x="7691196" y="149307"/>
                  </a:lnTo>
                  <a:lnTo>
                    <a:pt x="7691321" y="149307"/>
                  </a:lnTo>
                  <a:lnTo>
                    <a:pt x="7691446" y="149307"/>
                  </a:lnTo>
                  <a:lnTo>
                    <a:pt x="7691571" y="149307"/>
                  </a:lnTo>
                  <a:lnTo>
                    <a:pt x="7691696" y="149307"/>
                  </a:lnTo>
                  <a:lnTo>
                    <a:pt x="7691821" y="149307"/>
                  </a:lnTo>
                  <a:lnTo>
                    <a:pt x="7691946" y="149307"/>
                  </a:lnTo>
                  <a:lnTo>
                    <a:pt x="7692071" y="149307"/>
                  </a:lnTo>
                  <a:lnTo>
                    <a:pt x="7692196" y="149307"/>
                  </a:lnTo>
                  <a:lnTo>
                    <a:pt x="7692321" y="149307"/>
                  </a:lnTo>
                  <a:lnTo>
                    <a:pt x="7692446" y="149307"/>
                  </a:lnTo>
                  <a:lnTo>
                    <a:pt x="7692571" y="149307"/>
                  </a:lnTo>
                  <a:lnTo>
                    <a:pt x="7692696" y="149307"/>
                  </a:lnTo>
                  <a:lnTo>
                    <a:pt x="7692821" y="149307"/>
                  </a:lnTo>
                  <a:lnTo>
                    <a:pt x="7692946" y="149307"/>
                  </a:lnTo>
                  <a:lnTo>
                    <a:pt x="7693071" y="149307"/>
                  </a:lnTo>
                  <a:lnTo>
                    <a:pt x="7693196" y="149307"/>
                  </a:lnTo>
                  <a:lnTo>
                    <a:pt x="7693321" y="149307"/>
                  </a:lnTo>
                  <a:lnTo>
                    <a:pt x="7693446" y="149307"/>
                  </a:lnTo>
                  <a:lnTo>
                    <a:pt x="7693571" y="149307"/>
                  </a:lnTo>
                  <a:lnTo>
                    <a:pt x="7693696" y="149307"/>
                  </a:lnTo>
                  <a:lnTo>
                    <a:pt x="7693822" y="149307"/>
                  </a:lnTo>
                  <a:lnTo>
                    <a:pt x="7693947" y="149307"/>
                  </a:lnTo>
                  <a:lnTo>
                    <a:pt x="7694072" y="149307"/>
                  </a:lnTo>
                  <a:lnTo>
                    <a:pt x="7694197" y="149307"/>
                  </a:lnTo>
                  <a:lnTo>
                    <a:pt x="7694322" y="149307"/>
                  </a:lnTo>
                  <a:lnTo>
                    <a:pt x="7694447" y="149307"/>
                  </a:lnTo>
                  <a:lnTo>
                    <a:pt x="7694572" y="149307"/>
                  </a:lnTo>
                  <a:lnTo>
                    <a:pt x="7694697" y="149307"/>
                  </a:lnTo>
                  <a:lnTo>
                    <a:pt x="7694822" y="149307"/>
                  </a:lnTo>
                  <a:lnTo>
                    <a:pt x="7694947" y="149307"/>
                  </a:lnTo>
                  <a:lnTo>
                    <a:pt x="7695072" y="149307"/>
                  </a:lnTo>
                  <a:lnTo>
                    <a:pt x="7695197" y="149307"/>
                  </a:lnTo>
                  <a:lnTo>
                    <a:pt x="7695322" y="149307"/>
                  </a:lnTo>
                  <a:lnTo>
                    <a:pt x="7695447" y="149307"/>
                  </a:lnTo>
                  <a:lnTo>
                    <a:pt x="7695572" y="149307"/>
                  </a:lnTo>
                  <a:lnTo>
                    <a:pt x="7695697" y="149307"/>
                  </a:lnTo>
                  <a:lnTo>
                    <a:pt x="7695822" y="149307"/>
                  </a:lnTo>
                  <a:lnTo>
                    <a:pt x="7695947" y="149307"/>
                  </a:lnTo>
                  <a:lnTo>
                    <a:pt x="7696072" y="149307"/>
                  </a:lnTo>
                  <a:lnTo>
                    <a:pt x="7696197" y="149307"/>
                  </a:lnTo>
                  <a:lnTo>
                    <a:pt x="7696322" y="149307"/>
                  </a:lnTo>
                  <a:lnTo>
                    <a:pt x="7696447" y="149307"/>
                  </a:lnTo>
                  <a:lnTo>
                    <a:pt x="7696572" y="149307"/>
                  </a:lnTo>
                  <a:lnTo>
                    <a:pt x="7696697" y="149307"/>
                  </a:lnTo>
                  <a:lnTo>
                    <a:pt x="7696823" y="149307"/>
                  </a:lnTo>
                  <a:lnTo>
                    <a:pt x="7696948" y="149307"/>
                  </a:lnTo>
                  <a:lnTo>
                    <a:pt x="7697073" y="149307"/>
                  </a:lnTo>
                  <a:lnTo>
                    <a:pt x="7697198" y="149307"/>
                  </a:lnTo>
                  <a:lnTo>
                    <a:pt x="7697323" y="149307"/>
                  </a:lnTo>
                  <a:lnTo>
                    <a:pt x="7697448" y="149307"/>
                  </a:lnTo>
                  <a:lnTo>
                    <a:pt x="7697573" y="149307"/>
                  </a:lnTo>
                  <a:lnTo>
                    <a:pt x="7697698" y="149307"/>
                  </a:lnTo>
                  <a:lnTo>
                    <a:pt x="7697823" y="149307"/>
                  </a:lnTo>
                  <a:lnTo>
                    <a:pt x="7697948" y="149307"/>
                  </a:lnTo>
                  <a:lnTo>
                    <a:pt x="7698073" y="149307"/>
                  </a:lnTo>
                  <a:lnTo>
                    <a:pt x="7698198" y="149307"/>
                  </a:lnTo>
                  <a:lnTo>
                    <a:pt x="7698323" y="149307"/>
                  </a:lnTo>
                  <a:lnTo>
                    <a:pt x="7698448" y="149307"/>
                  </a:lnTo>
                  <a:lnTo>
                    <a:pt x="7698573" y="149307"/>
                  </a:lnTo>
                  <a:lnTo>
                    <a:pt x="7698698" y="149307"/>
                  </a:lnTo>
                  <a:lnTo>
                    <a:pt x="7698823" y="149307"/>
                  </a:lnTo>
                  <a:lnTo>
                    <a:pt x="7698948" y="149307"/>
                  </a:lnTo>
                  <a:lnTo>
                    <a:pt x="7699073" y="149307"/>
                  </a:lnTo>
                  <a:lnTo>
                    <a:pt x="7699198" y="149307"/>
                  </a:lnTo>
                  <a:lnTo>
                    <a:pt x="7699323" y="149307"/>
                  </a:lnTo>
                  <a:lnTo>
                    <a:pt x="7699448" y="149307"/>
                  </a:lnTo>
                  <a:lnTo>
                    <a:pt x="7699573" y="149307"/>
                  </a:lnTo>
                  <a:lnTo>
                    <a:pt x="7699698" y="149307"/>
                  </a:lnTo>
                  <a:lnTo>
                    <a:pt x="7699824" y="149307"/>
                  </a:lnTo>
                  <a:lnTo>
                    <a:pt x="7699949" y="149307"/>
                  </a:lnTo>
                  <a:lnTo>
                    <a:pt x="7700074" y="149307"/>
                  </a:lnTo>
                  <a:lnTo>
                    <a:pt x="7700199" y="149307"/>
                  </a:lnTo>
                  <a:lnTo>
                    <a:pt x="7700324" y="149307"/>
                  </a:lnTo>
                  <a:lnTo>
                    <a:pt x="7700449" y="149307"/>
                  </a:lnTo>
                  <a:lnTo>
                    <a:pt x="7700574" y="149307"/>
                  </a:lnTo>
                  <a:lnTo>
                    <a:pt x="7700699" y="149307"/>
                  </a:lnTo>
                  <a:lnTo>
                    <a:pt x="7700824" y="149307"/>
                  </a:lnTo>
                  <a:lnTo>
                    <a:pt x="7700949" y="149307"/>
                  </a:lnTo>
                  <a:lnTo>
                    <a:pt x="7701074" y="149307"/>
                  </a:lnTo>
                  <a:lnTo>
                    <a:pt x="7701199" y="149307"/>
                  </a:lnTo>
                  <a:lnTo>
                    <a:pt x="7701324" y="149307"/>
                  </a:lnTo>
                  <a:lnTo>
                    <a:pt x="7701449" y="149307"/>
                  </a:lnTo>
                  <a:lnTo>
                    <a:pt x="7701574" y="149307"/>
                  </a:lnTo>
                  <a:lnTo>
                    <a:pt x="7701699" y="149307"/>
                  </a:lnTo>
                  <a:lnTo>
                    <a:pt x="7701824" y="149307"/>
                  </a:lnTo>
                  <a:lnTo>
                    <a:pt x="7701949" y="149307"/>
                  </a:lnTo>
                  <a:lnTo>
                    <a:pt x="7702074" y="149307"/>
                  </a:lnTo>
                  <a:lnTo>
                    <a:pt x="7702199" y="149307"/>
                  </a:lnTo>
                  <a:lnTo>
                    <a:pt x="7702324" y="149307"/>
                  </a:lnTo>
                  <a:lnTo>
                    <a:pt x="7702449" y="149307"/>
                  </a:lnTo>
                  <a:lnTo>
                    <a:pt x="7702574" y="149307"/>
                  </a:lnTo>
                  <a:lnTo>
                    <a:pt x="7702699" y="149307"/>
                  </a:lnTo>
                  <a:lnTo>
                    <a:pt x="7702825" y="149307"/>
                  </a:lnTo>
                  <a:lnTo>
                    <a:pt x="7702950" y="149307"/>
                  </a:lnTo>
                  <a:lnTo>
                    <a:pt x="7703075" y="149307"/>
                  </a:lnTo>
                  <a:lnTo>
                    <a:pt x="7703200" y="149307"/>
                  </a:lnTo>
                  <a:lnTo>
                    <a:pt x="7703325" y="149307"/>
                  </a:lnTo>
                  <a:lnTo>
                    <a:pt x="7703450" y="149307"/>
                  </a:lnTo>
                  <a:lnTo>
                    <a:pt x="7703575" y="149307"/>
                  </a:lnTo>
                  <a:lnTo>
                    <a:pt x="7703700" y="149307"/>
                  </a:lnTo>
                  <a:lnTo>
                    <a:pt x="7703825" y="149307"/>
                  </a:lnTo>
                  <a:lnTo>
                    <a:pt x="7703950" y="149307"/>
                  </a:lnTo>
                  <a:lnTo>
                    <a:pt x="7704075" y="149307"/>
                  </a:lnTo>
                  <a:lnTo>
                    <a:pt x="7704200" y="149307"/>
                  </a:lnTo>
                  <a:lnTo>
                    <a:pt x="7704325" y="149307"/>
                  </a:lnTo>
                  <a:lnTo>
                    <a:pt x="7704450" y="149307"/>
                  </a:lnTo>
                  <a:lnTo>
                    <a:pt x="7704575" y="149307"/>
                  </a:lnTo>
                  <a:lnTo>
                    <a:pt x="7704700" y="149307"/>
                  </a:lnTo>
                  <a:lnTo>
                    <a:pt x="7704825" y="149307"/>
                  </a:lnTo>
                  <a:lnTo>
                    <a:pt x="7704950" y="149307"/>
                  </a:lnTo>
                  <a:lnTo>
                    <a:pt x="7705075" y="149307"/>
                  </a:lnTo>
                  <a:lnTo>
                    <a:pt x="7705200" y="149307"/>
                  </a:lnTo>
                  <a:lnTo>
                    <a:pt x="7705325" y="149307"/>
                  </a:lnTo>
                  <a:lnTo>
                    <a:pt x="7705450" y="149307"/>
                  </a:lnTo>
                  <a:lnTo>
                    <a:pt x="7705575" y="149307"/>
                  </a:lnTo>
                  <a:lnTo>
                    <a:pt x="7705700" y="149307"/>
                  </a:lnTo>
                  <a:lnTo>
                    <a:pt x="7705826" y="149307"/>
                  </a:lnTo>
                  <a:lnTo>
                    <a:pt x="7705951" y="149307"/>
                  </a:lnTo>
                  <a:lnTo>
                    <a:pt x="7706076" y="149307"/>
                  </a:lnTo>
                  <a:lnTo>
                    <a:pt x="7706201" y="149307"/>
                  </a:lnTo>
                  <a:lnTo>
                    <a:pt x="7706326" y="149307"/>
                  </a:lnTo>
                  <a:lnTo>
                    <a:pt x="7706451" y="149307"/>
                  </a:lnTo>
                  <a:lnTo>
                    <a:pt x="7706576" y="149307"/>
                  </a:lnTo>
                  <a:lnTo>
                    <a:pt x="7706701" y="149307"/>
                  </a:lnTo>
                  <a:lnTo>
                    <a:pt x="7706826" y="149307"/>
                  </a:lnTo>
                  <a:lnTo>
                    <a:pt x="7706951" y="149307"/>
                  </a:lnTo>
                  <a:lnTo>
                    <a:pt x="7707076" y="149307"/>
                  </a:lnTo>
                  <a:lnTo>
                    <a:pt x="7707201" y="149307"/>
                  </a:lnTo>
                  <a:lnTo>
                    <a:pt x="7707326" y="149307"/>
                  </a:lnTo>
                  <a:lnTo>
                    <a:pt x="7707451" y="149307"/>
                  </a:lnTo>
                  <a:lnTo>
                    <a:pt x="7707576" y="149307"/>
                  </a:lnTo>
                  <a:lnTo>
                    <a:pt x="7707701" y="149307"/>
                  </a:lnTo>
                  <a:lnTo>
                    <a:pt x="7707826" y="149307"/>
                  </a:lnTo>
                  <a:lnTo>
                    <a:pt x="7707951" y="149307"/>
                  </a:lnTo>
                  <a:lnTo>
                    <a:pt x="7708076" y="149307"/>
                  </a:lnTo>
                  <a:lnTo>
                    <a:pt x="7708201" y="149307"/>
                  </a:lnTo>
                  <a:lnTo>
                    <a:pt x="7708326" y="149307"/>
                  </a:lnTo>
                  <a:lnTo>
                    <a:pt x="7708451" y="149307"/>
                  </a:lnTo>
                  <a:lnTo>
                    <a:pt x="7708576" y="149307"/>
                  </a:lnTo>
                  <a:lnTo>
                    <a:pt x="7708701" y="149307"/>
                  </a:lnTo>
                  <a:lnTo>
                    <a:pt x="7708827" y="149307"/>
                  </a:lnTo>
                  <a:lnTo>
                    <a:pt x="7708952" y="149307"/>
                  </a:lnTo>
                  <a:lnTo>
                    <a:pt x="7709077" y="149307"/>
                  </a:lnTo>
                  <a:lnTo>
                    <a:pt x="7709202" y="149307"/>
                  </a:lnTo>
                  <a:lnTo>
                    <a:pt x="7709327" y="149307"/>
                  </a:lnTo>
                  <a:lnTo>
                    <a:pt x="7709452" y="149307"/>
                  </a:lnTo>
                  <a:lnTo>
                    <a:pt x="7709577" y="149307"/>
                  </a:lnTo>
                  <a:lnTo>
                    <a:pt x="7709702" y="149307"/>
                  </a:lnTo>
                  <a:lnTo>
                    <a:pt x="7709827" y="149307"/>
                  </a:lnTo>
                  <a:lnTo>
                    <a:pt x="7709952" y="149307"/>
                  </a:lnTo>
                  <a:lnTo>
                    <a:pt x="7710077" y="149307"/>
                  </a:lnTo>
                  <a:lnTo>
                    <a:pt x="7710202" y="149307"/>
                  </a:lnTo>
                  <a:lnTo>
                    <a:pt x="7710327" y="149307"/>
                  </a:lnTo>
                  <a:lnTo>
                    <a:pt x="7710452" y="149307"/>
                  </a:lnTo>
                  <a:lnTo>
                    <a:pt x="7710577" y="149307"/>
                  </a:lnTo>
                  <a:lnTo>
                    <a:pt x="7710702" y="149307"/>
                  </a:lnTo>
                  <a:lnTo>
                    <a:pt x="7710827" y="149307"/>
                  </a:lnTo>
                  <a:lnTo>
                    <a:pt x="7710952" y="149307"/>
                  </a:lnTo>
                  <a:lnTo>
                    <a:pt x="7711077" y="149307"/>
                  </a:lnTo>
                  <a:lnTo>
                    <a:pt x="7711202" y="149307"/>
                  </a:lnTo>
                  <a:lnTo>
                    <a:pt x="7711327" y="149307"/>
                  </a:lnTo>
                  <a:lnTo>
                    <a:pt x="7711452" y="149307"/>
                  </a:lnTo>
                  <a:lnTo>
                    <a:pt x="7711577" y="149307"/>
                  </a:lnTo>
                  <a:lnTo>
                    <a:pt x="7711702" y="149307"/>
                  </a:lnTo>
                  <a:lnTo>
                    <a:pt x="7711828" y="149307"/>
                  </a:lnTo>
                  <a:lnTo>
                    <a:pt x="7711953" y="149307"/>
                  </a:lnTo>
                  <a:lnTo>
                    <a:pt x="7712078" y="149307"/>
                  </a:lnTo>
                  <a:lnTo>
                    <a:pt x="7712203" y="149307"/>
                  </a:lnTo>
                  <a:lnTo>
                    <a:pt x="7712328" y="149307"/>
                  </a:lnTo>
                  <a:lnTo>
                    <a:pt x="7712453" y="149307"/>
                  </a:lnTo>
                  <a:lnTo>
                    <a:pt x="7712578" y="149307"/>
                  </a:lnTo>
                  <a:lnTo>
                    <a:pt x="7712703" y="149307"/>
                  </a:lnTo>
                  <a:lnTo>
                    <a:pt x="7712828" y="149307"/>
                  </a:lnTo>
                  <a:lnTo>
                    <a:pt x="7712953" y="149307"/>
                  </a:lnTo>
                  <a:lnTo>
                    <a:pt x="7713078" y="149307"/>
                  </a:lnTo>
                  <a:lnTo>
                    <a:pt x="7713203" y="149307"/>
                  </a:lnTo>
                  <a:lnTo>
                    <a:pt x="7713328" y="149307"/>
                  </a:lnTo>
                  <a:lnTo>
                    <a:pt x="7713453" y="149307"/>
                  </a:lnTo>
                  <a:lnTo>
                    <a:pt x="7713578" y="149307"/>
                  </a:lnTo>
                  <a:lnTo>
                    <a:pt x="7713703" y="149307"/>
                  </a:lnTo>
                  <a:lnTo>
                    <a:pt x="7713828" y="149307"/>
                  </a:lnTo>
                  <a:lnTo>
                    <a:pt x="7713953" y="149307"/>
                  </a:lnTo>
                  <a:lnTo>
                    <a:pt x="7714078" y="149307"/>
                  </a:lnTo>
                  <a:lnTo>
                    <a:pt x="7714203" y="149307"/>
                  </a:lnTo>
                  <a:lnTo>
                    <a:pt x="7714328" y="149307"/>
                  </a:lnTo>
                  <a:lnTo>
                    <a:pt x="7714453" y="149307"/>
                  </a:lnTo>
                  <a:lnTo>
                    <a:pt x="7714578" y="149307"/>
                  </a:lnTo>
                  <a:lnTo>
                    <a:pt x="7714703" y="149307"/>
                  </a:lnTo>
                  <a:lnTo>
                    <a:pt x="7714829" y="149307"/>
                  </a:lnTo>
                  <a:lnTo>
                    <a:pt x="7714954" y="149307"/>
                  </a:lnTo>
                  <a:lnTo>
                    <a:pt x="7715079" y="149307"/>
                  </a:lnTo>
                  <a:lnTo>
                    <a:pt x="7715204" y="149307"/>
                  </a:lnTo>
                  <a:lnTo>
                    <a:pt x="7715329" y="149307"/>
                  </a:lnTo>
                  <a:lnTo>
                    <a:pt x="7715454" y="149307"/>
                  </a:lnTo>
                  <a:lnTo>
                    <a:pt x="7715579" y="149307"/>
                  </a:lnTo>
                  <a:lnTo>
                    <a:pt x="7715704" y="149307"/>
                  </a:lnTo>
                  <a:lnTo>
                    <a:pt x="7715829" y="149307"/>
                  </a:lnTo>
                  <a:lnTo>
                    <a:pt x="7715954" y="149307"/>
                  </a:lnTo>
                  <a:lnTo>
                    <a:pt x="7716079" y="149307"/>
                  </a:lnTo>
                  <a:lnTo>
                    <a:pt x="7716204" y="149307"/>
                  </a:lnTo>
                  <a:lnTo>
                    <a:pt x="7716329" y="149307"/>
                  </a:lnTo>
                  <a:lnTo>
                    <a:pt x="7716454" y="149307"/>
                  </a:lnTo>
                  <a:lnTo>
                    <a:pt x="7716579" y="149307"/>
                  </a:lnTo>
                  <a:lnTo>
                    <a:pt x="7716704" y="149307"/>
                  </a:lnTo>
                  <a:lnTo>
                    <a:pt x="7716829" y="149307"/>
                  </a:lnTo>
                  <a:lnTo>
                    <a:pt x="7716954" y="149307"/>
                  </a:lnTo>
                  <a:lnTo>
                    <a:pt x="7717079" y="149307"/>
                  </a:lnTo>
                  <a:lnTo>
                    <a:pt x="7717204" y="149307"/>
                  </a:lnTo>
                  <a:lnTo>
                    <a:pt x="7717329" y="149307"/>
                  </a:lnTo>
                  <a:lnTo>
                    <a:pt x="7717454" y="149307"/>
                  </a:lnTo>
                  <a:lnTo>
                    <a:pt x="7717579" y="149307"/>
                  </a:lnTo>
                  <a:lnTo>
                    <a:pt x="7717704" y="149307"/>
                  </a:lnTo>
                  <a:lnTo>
                    <a:pt x="7717830" y="149307"/>
                  </a:lnTo>
                  <a:lnTo>
                    <a:pt x="7717955" y="149307"/>
                  </a:lnTo>
                  <a:lnTo>
                    <a:pt x="7718080" y="149307"/>
                  </a:lnTo>
                  <a:lnTo>
                    <a:pt x="7718205" y="149307"/>
                  </a:lnTo>
                  <a:lnTo>
                    <a:pt x="7718330" y="149307"/>
                  </a:lnTo>
                  <a:lnTo>
                    <a:pt x="7718455" y="149307"/>
                  </a:lnTo>
                  <a:lnTo>
                    <a:pt x="7718580" y="149307"/>
                  </a:lnTo>
                  <a:lnTo>
                    <a:pt x="7718705" y="149307"/>
                  </a:lnTo>
                  <a:lnTo>
                    <a:pt x="7718830" y="149307"/>
                  </a:lnTo>
                  <a:lnTo>
                    <a:pt x="7718955" y="149307"/>
                  </a:lnTo>
                  <a:lnTo>
                    <a:pt x="7719080" y="149307"/>
                  </a:lnTo>
                  <a:lnTo>
                    <a:pt x="7719205" y="149307"/>
                  </a:lnTo>
                  <a:lnTo>
                    <a:pt x="7719330" y="149307"/>
                  </a:lnTo>
                  <a:lnTo>
                    <a:pt x="7719455" y="149307"/>
                  </a:lnTo>
                  <a:lnTo>
                    <a:pt x="7719580" y="149307"/>
                  </a:lnTo>
                  <a:lnTo>
                    <a:pt x="7719705" y="149307"/>
                  </a:lnTo>
                  <a:lnTo>
                    <a:pt x="7719830" y="149307"/>
                  </a:lnTo>
                  <a:lnTo>
                    <a:pt x="7719955" y="149307"/>
                  </a:lnTo>
                  <a:lnTo>
                    <a:pt x="7720080" y="149307"/>
                  </a:lnTo>
                  <a:lnTo>
                    <a:pt x="7720205" y="149307"/>
                  </a:lnTo>
                  <a:lnTo>
                    <a:pt x="7720330" y="149307"/>
                  </a:lnTo>
                  <a:lnTo>
                    <a:pt x="7720455" y="149307"/>
                  </a:lnTo>
                  <a:lnTo>
                    <a:pt x="7720580" y="149307"/>
                  </a:lnTo>
                  <a:lnTo>
                    <a:pt x="7720705" y="149307"/>
                  </a:lnTo>
                  <a:lnTo>
                    <a:pt x="7720831" y="149307"/>
                  </a:lnTo>
                  <a:lnTo>
                    <a:pt x="7720956" y="149307"/>
                  </a:lnTo>
                  <a:lnTo>
                    <a:pt x="7721081" y="149307"/>
                  </a:lnTo>
                  <a:lnTo>
                    <a:pt x="7721206" y="149307"/>
                  </a:lnTo>
                  <a:lnTo>
                    <a:pt x="7721331" y="149307"/>
                  </a:lnTo>
                  <a:lnTo>
                    <a:pt x="7721456" y="149307"/>
                  </a:lnTo>
                  <a:lnTo>
                    <a:pt x="7721581" y="149307"/>
                  </a:lnTo>
                  <a:lnTo>
                    <a:pt x="7721706" y="149307"/>
                  </a:lnTo>
                  <a:lnTo>
                    <a:pt x="7721831" y="149307"/>
                  </a:lnTo>
                  <a:lnTo>
                    <a:pt x="7721956" y="149307"/>
                  </a:lnTo>
                  <a:lnTo>
                    <a:pt x="7722081" y="149307"/>
                  </a:lnTo>
                  <a:lnTo>
                    <a:pt x="7722206" y="149307"/>
                  </a:lnTo>
                  <a:lnTo>
                    <a:pt x="7722331" y="149307"/>
                  </a:lnTo>
                  <a:lnTo>
                    <a:pt x="7722456" y="149307"/>
                  </a:lnTo>
                  <a:lnTo>
                    <a:pt x="7722581" y="149307"/>
                  </a:lnTo>
                  <a:lnTo>
                    <a:pt x="7722706" y="149307"/>
                  </a:lnTo>
                  <a:lnTo>
                    <a:pt x="7722831" y="149307"/>
                  </a:lnTo>
                  <a:lnTo>
                    <a:pt x="7722956" y="149307"/>
                  </a:lnTo>
                  <a:lnTo>
                    <a:pt x="7723081" y="149307"/>
                  </a:lnTo>
                  <a:lnTo>
                    <a:pt x="7723206" y="149307"/>
                  </a:lnTo>
                  <a:lnTo>
                    <a:pt x="7723331" y="149307"/>
                  </a:lnTo>
                  <a:lnTo>
                    <a:pt x="7723456" y="149307"/>
                  </a:lnTo>
                  <a:lnTo>
                    <a:pt x="7723581" y="149307"/>
                  </a:lnTo>
                  <a:lnTo>
                    <a:pt x="7723707" y="149307"/>
                  </a:lnTo>
                  <a:lnTo>
                    <a:pt x="7723832" y="149307"/>
                  </a:lnTo>
                  <a:lnTo>
                    <a:pt x="7723957" y="149307"/>
                  </a:lnTo>
                  <a:lnTo>
                    <a:pt x="7724082" y="149307"/>
                  </a:lnTo>
                  <a:lnTo>
                    <a:pt x="7724207" y="149307"/>
                  </a:lnTo>
                  <a:lnTo>
                    <a:pt x="7724332" y="149307"/>
                  </a:lnTo>
                  <a:lnTo>
                    <a:pt x="7724457" y="149307"/>
                  </a:lnTo>
                  <a:lnTo>
                    <a:pt x="7724582" y="149307"/>
                  </a:lnTo>
                  <a:lnTo>
                    <a:pt x="7724707" y="149307"/>
                  </a:lnTo>
                  <a:lnTo>
                    <a:pt x="7724832" y="149307"/>
                  </a:lnTo>
                  <a:lnTo>
                    <a:pt x="7724957" y="149307"/>
                  </a:lnTo>
                  <a:lnTo>
                    <a:pt x="7725082" y="149307"/>
                  </a:lnTo>
                  <a:lnTo>
                    <a:pt x="7725207" y="149307"/>
                  </a:lnTo>
                  <a:lnTo>
                    <a:pt x="7725332" y="149307"/>
                  </a:lnTo>
                  <a:lnTo>
                    <a:pt x="7725457" y="149307"/>
                  </a:lnTo>
                  <a:lnTo>
                    <a:pt x="7725582" y="149307"/>
                  </a:lnTo>
                  <a:lnTo>
                    <a:pt x="7725707" y="149307"/>
                  </a:lnTo>
                  <a:lnTo>
                    <a:pt x="7725832" y="149307"/>
                  </a:lnTo>
                  <a:lnTo>
                    <a:pt x="7725957" y="149307"/>
                  </a:lnTo>
                  <a:lnTo>
                    <a:pt x="7726082" y="149307"/>
                  </a:lnTo>
                  <a:lnTo>
                    <a:pt x="7726207" y="149307"/>
                  </a:lnTo>
                  <a:lnTo>
                    <a:pt x="7726332" y="149307"/>
                  </a:lnTo>
                  <a:lnTo>
                    <a:pt x="7726457" y="149307"/>
                  </a:lnTo>
                  <a:lnTo>
                    <a:pt x="7726582" y="149307"/>
                  </a:lnTo>
                  <a:lnTo>
                    <a:pt x="7726708" y="149307"/>
                  </a:lnTo>
                  <a:lnTo>
                    <a:pt x="7726833" y="149307"/>
                  </a:lnTo>
                  <a:lnTo>
                    <a:pt x="7726958" y="149307"/>
                  </a:lnTo>
                  <a:lnTo>
                    <a:pt x="7727083" y="149307"/>
                  </a:lnTo>
                  <a:lnTo>
                    <a:pt x="7727208" y="149307"/>
                  </a:lnTo>
                  <a:lnTo>
                    <a:pt x="7727333" y="149307"/>
                  </a:lnTo>
                  <a:lnTo>
                    <a:pt x="7727458" y="149307"/>
                  </a:lnTo>
                  <a:lnTo>
                    <a:pt x="7727583" y="149307"/>
                  </a:lnTo>
                  <a:lnTo>
                    <a:pt x="7727708" y="149307"/>
                  </a:lnTo>
                  <a:lnTo>
                    <a:pt x="7727833" y="149307"/>
                  </a:lnTo>
                  <a:lnTo>
                    <a:pt x="7727958" y="149307"/>
                  </a:lnTo>
                  <a:lnTo>
                    <a:pt x="7728083" y="149307"/>
                  </a:lnTo>
                  <a:lnTo>
                    <a:pt x="7728208" y="149307"/>
                  </a:lnTo>
                  <a:lnTo>
                    <a:pt x="7728333" y="149307"/>
                  </a:lnTo>
                  <a:lnTo>
                    <a:pt x="7728458" y="149307"/>
                  </a:lnTo>
                  <a:lnTo>
                    <a:pt x="7728583" y="149307"/>
                  </a:lnTo>
                  <a:lnTo>
                    <a:pt x="7728708" y="149307"/>
                  </a:lnTo>
                  <a:lnTo>
                    <a:pt x="7728833" y="149307"/>
                  </a:lnTo>
                  <a:lnTo>
                    <a:pt x="7728958" y="149307"/>
                  </a:lnTo>
                  <a:lnTo>
                    <a:pt x="7729083" y="149307"/>
                  </a:lnTo>
                  <a:lnTo>
                    <a:pt x="7729208" y="149307"/>
                  </a:lnTo>
                  <a:lnTo>
                    <a:pt x="7729333" y="149307"/>
                  </a:lnTo>
                  <a:lnTo>
                    <a:pt x="7729458" y="149307"/>
                  </a:lnTo>
                  <a:lnTo>
                    <a:pt x="7729583" y="149307"/>
                  </a:lnTo>
                  <a:lnTo>
                    <a:pt x="7729709" y="149307"/>
                  </a:lnTo>
                  <a:lnTo>
                    <a:pt x="7729834" y="149307"/>
                  </a:lnTo>
                  <a:lnTo>
                    <a:pt x="7729959" y="149307"/>
                  </a:lnTo>
                  <a:lnTo>
                    <a:pt x="7730084" y="149307"/>
                  </a:lnTo>
                  <a:lnTo>
                    <a:pt x="7730209" y="149307"/>
                  </a:lnTo>
                  <a:lnTo>
                    <a:pt x="7730334" y="149307"/>
                  </a:lnTo>
                  <a:lnTo>
                    <a:pt x="7730459" y="149307"/>
                  </a:lnTo>
                  <a:lnTo>
                    <a:pt x="7730584" y="149307"/>
                  </a:lnTo>
                  <a:lnTo>
                    <a:pt x="7730709" y="149307"/>
                  </a:lnTo>
                  <a:lnTo>
                    <a:pt x="7730834" y="149307"/>
                  </a:lnTo>
                  <a:lnTo>
                    <a:pt x="7730959" y="149307"/>
                  </a:lnTo>
                  <a:lnTo>
                    <a:pt x="7731084" y="149307"/>
                  </a:lnTo>
                  <a:lnTo>
                    <a:pt x="7731209" y="149307"/>
                  </a:lnTo>
                  <a:lnTo>
                    <a:pt x="7731334" y="149307"/>
                  </a:lnTo>
                  <a:lnTo>
                    <a:pt x="7731459" y="149307"/>
                  </a:lnTo>
                  <a:lnTo>
                    <a:pt x="7731584" y="149307"/>
                  </a:lnTo>
                  <a:lnTo>
                    <a:pt x="7731709" y="149307"/>
                  </a:lnTo>
                  <a:lnTo>
                    <a:pt x="7731834" y="149307"/>
                  </a:lnTo>
                  <a:lnTo>
                    <a:pt x="7731959" y="149307"/>
                  </a:lnTo>
                  <a:lnTo>
                    <a:pt x="7732084" y="149307"/>
                  </a:lnTo>
                  <a:lnTo>
                    <a:pt x="7732209" y="149307"/>
                  </a:lnTo>
                  <a:lnTo>
                    <a:pt x="7732334" y="149307"/>
                  </a:lnTo>
                  <a:lnTo>
                    <a:pt x="7732459" y="149307"/>
                  </a:lnTo>
                  <a:lnTo>
                    <a:pt x="7732584" y="149307"/>
                  </a:lnTo>
                  <a:lnTo>
                    <a:pt x="7732710" y="149307"/>
                  </a:lnTo>
                  <a:lnTo>
                    <a:pt x="7732835" y="149307"/>
                  </a:lnTo>
                  <a:lnTo>
                    <a:pt x="7732960" y="149307"/>
                  </a:lnTo>
                  <a:lnTo>
                    <a:pt x="7733085" y="149307"/>
                  </a:lnTo>
                  <a:lnTo>
                    <a:pt x="7733210" y="149307"/>
                  </a:lnTo>
                  <a:lnTo>
                    <a:pt x="7733335" y="149307"/>
                  </a:lnTo>
                  <a:lnTo>
                    <a:pt x="7733460" y="149307"/>
                  </a:lnTo>
                  <a:lnTo>
                    <a:pt x="7733585" y="149307"/>
                  </a:lnTo>
                  <a:lnTo>
                    <a:pt x="7733710" y="149307"/>
                  </a:lnTo>
                  <a:lnTo>
                    <a:pt x="7733835" y="149307"/>
                  </a:lnTo>
                  <a:lnTo>
                    <a:pt x="7733960" y="149307"/>
                  </a:lnTo>
                  <a:lnTo>
                    <a:pt x="7734085" y="149307"/>
                  </a:lnTo>
                  <a:lnTo>
                    <a:pt x="7734210" y="149307"/>
                  </a:lnTo>
                  <a:lnTo>
                    <a:pt x="7734335" y="149307"/>
                  </a:lnTo>
                  <a:lnTo>
                    <a:pt x="7734460" y="149307"/>
                  </a:lnTo>
                  <a:lnTo>
                    <a:pt x="7734585" y="149307"/>
                  </a:lnTo>
                  <a:lnTo>
                    <a:pt x="7734710" y="149307"/>
                  </a:lnTo>
                  <a:lnTo>
                    <a:pt x="7734835" y="149307"/>
                  </a:lnTo>
                  <a:lnTo>
                    <a:pt x="7734960" y="149307"/>
                  </a:lnTo>
                  <a:lnTo>
                    <a:pt x="7735085" y="149307"/>
                  </a:lnTo>
                  <a:lnTo>
                    <a:pt x="7735210" y="149307"/>
                  </a:lnTo>
                  <a:lnTo>
                    <a:pt x="7735335" y="149307"/>
                  </a:lnTo>
                  <a:lnTo>
                    <a:pt x="7735460" y="149307"/>
                  </a:lnTo>
                  <a:lnTo>
                    <a:pt x="7735585" y="149307"/>
                  </a:lnTo>
                  <a:lnTo>
                    <a:pt x="7735711" y="149307"/>
                  </a:lnTo>
                  <a:lnTo>
                    <a:pt x="7735836" y="149307"/>
                  </a:lnTo>
                  <a:lnTo>
                    <a:pt x="7735961" y="149307"/>
                  </a:lnTo>
                  <a:lnTo>
                    <a:pt x="7736086" y="149307"/>
                  </a:lnTo>
                  <a:lnTo>
                    <a:pt x="7736211" y="149307"/>
                  </a:lnTo>
                  <a:lnTo>
                    <a:pt x="7736336" y="149307"/>
                  </a:lnTo>
                  <a:lnTo>
                    <a:pt x="7736461" y="149307"/>
                  </a:lnTo>
                  <a:lnTo>
                    <a:pt x="7736586" y="149307"/>
                  </a:lnTo>
                  <a:lnTo>
                    <a:pt x="7736711" y="149307"/>
                  </a:lnTo>
                  <a:lnTo>
                    <a:pt x="7736836" y="149307"/>
                  </a:lnTo>
                  <a:lnTo>
                    <a:pt x="7736961" y="149307"/>
                  </a:lnTo>
                  <a:lnTo>
                    <a:pt x="7737086" y="149307"/>
                  </a:lnTo>
                  <a:lnTo>
                    <a:pt x="7737211" y="149307"/>
                  </a:lnTo>
                  <a:lnTo>
                    <a:pt x="7737336" y="149307"/>
                  </a:lnTo>
                  <a:lnTo>
                    <a:pt x="7737461" y="149307"/>
                  </a:lnTo>
                  <a:lnTo>
                    <a:pt x="7737586" y="149307"/>
                  </a:lnTo>
                  <a:lnTo>
                    <a:pt x="7737711" y="149307"/>
                  </a:lnTo>
                  <a:lnTo>
                    <a:pt x="7737836" y="149307"/>
                  </a:lnTo>
                  <a:lnTo>
                    <a:pt x="7737961" y="149307"/>
                  </a:lnTo>
                  <a:lnTo>
                    <a:pt x="7738086" y="149307"/>
                  </a:lnTo>
                  <a:lnTo>
                    <a:pt x="7738211" y="149307"/>
                  </a:lnTo>
                  <a:lnTo>
                    <a:pt x="7738336" y="149307"/>
                  </a:lnTo>
                  <a:lnTo>
                    <a:pt x="7738461" y="149307"/>
                  </a:lnTo>
                  <a:lnTo>
                    <a:pt x="7738586" y="149307"/>
                  </a:lnTo>
                  <a:lnTo>
                    <a:pt x="7738712" y="149307"/>
                  </a:lnTo>
                  <a:lnTo>
                    <a:pt x="7738837" y="149307"/>
                  </a:lnTo>
                  <a:lnTo>
                    <a:pt x="7738962" y="149307"/>
                  </a:lnTo>
                  <a:lnTo>
                    <a:pt x="7739087" y="149307"/>
                  </a:lnTo>
                  <a:lnTo>
                    <a:pt x="7739212" y="149307"/>
                  </a:lnTo>
                  <a:lnTo>
                    <a:pt x="7739337" y="149307"/>
                  </a:lnTo>
                  <a:lnTo>
                    <a:pt x="7739462" y="149307"/>
                  </a:lnTo>
                  <a:lnTo>
                    <a:pt x="7739587" y="149307"/>
                  </a:lnTo>
                  <a:lnTo>
                    <a:pt x="7739712" y="149307"/>
                  </a:lnTo>
                  <a:lnTo>
                    <a:pt x="7739837" y="149307"/>
                  </a:lnTo>
                  <a:lnTo>
                    <a:pt x="7739962" y="149307"/>
                  </a:lnTo>
                  <a:lnTo>
                    <a:pt x="7740087" y="149307"/>
                  </a:lnTo>
                  <a:lnTo>
                    <a:pt x="7740212" y="149307"/>
                  </a:lnTo>
                  <a:lnTo>
                    <a:pt x="7740337" y="149307"/>
                  </a:lnTo>
                  <a:lnTo>
                    <a:pt x="7740462" y="149307"/>
                  </a:lnTo>
                  <a:lnTo>
                    <a:pt x="7740587" y="149307"/>
                  </a:lnTo>
                  <a:lnTo>
                    <a:pt x="7740712" y="149307"/>
                  </a:lnTo>
                  <a:lnTo>
                    <a:pt x="7740837" y="149307"/>
                  </a:lnTo>
                  <a:lnTo>
                    <a:pt x="7740962" y="149307"/>
                  </a:lnTo>
                  <a:lnTo>
                    <a:pt x="7741087" y="149307"/>
                  </a:lnTo>
                  <a:lnTo>
                    <a:pt x="7741212" y="149307"/>
                  </a:lnTo>
                  <a:lnTo>
                    <a:pt x="7741337" y="149307"/>
                  </a:lnTo>
                  <a:lnTo>
                    <a:pt x="7741462" y="149307"/>
                  </a:lnTo>
                  <a:lnTo>
                    <a:pt x="7741587" y="149307"/>
                  </a:lnTo>
                  <a:lnTo>
                    <a:pt x="7741713" y="149307"/>
                  </a:lnTo>
                  <a:lnTo>
                    <a:pt x="7741838" y="149307"/>
                  </a:lnTo>
                  <a:lnTo>
                    <a:pt x="7741963" y="149307"/>
                  </a:lnTo>
                  <a:lnTo>
                    <a:pt x="7742088" y="149307"/>
                  </a:lnTo>
                  <a:lnTo>
                    <a:pt x="7742213" y="149307"/>
                  </a:lnTo>
                  <a:lnTo>
                    <a:pt x="7742338" y="149307"/>
                  </a:lnTo>
                  <a:lnTo>
                    <a:pt x="7742463" y="149307"/>
                  </a:lnTo>
                  <a:lnTo>
                    <a:pt x="7742588" y="149307"/>
                  </a:lnTo>
                  <a:lnTo>
                    <a:pt x="7742713" y="149307"/>
                  </a:lnTo>
                  <a:lnTo>
                    <a:pt x="7742838" y="149307"/>
                  </a:lnTo>
                  <a:lnTo>
                    <a:pt x="7742963" y="149307"/>
                  </a:lnTo>
                  <a:lnTo>
                    <a:pt x="7743088" y="149307"/>
                  </a:lnTo>
                  <a:lnTo>
                    <a:pt x="7743213" y="149307"/>
                  </a:lnTo>
                  <a:lnTo>
                    <a:pt x="7743338" y="149307"/>
                  </a:lnTo>
                  <a:lnTo>
                    <a:pt x="7743463" y="149307"/>
                  </a:lnTo>
                  <a:lnTo>
                    <a:pt x="7743588" y="149307"/>
                  </a:lnTo>
                  <a:lnTo>
                    <a:pt x="7743713" y="149307"/>
                  </a:lnTo>
                  <a:lnTo>
                    <a:pt x="7743838" y="149307"/>
                  </a:lnTo>
                  <a:lnTo>
                    <a:pt x="7743963" y="149307"/>
                  </a:lnTo>
                  <a:lnTo>
                    <a:pt x="7744088" y="149307"/>
                  </a:lnTo>
                  <a:lnTo>
                    <a:pt x="7744213" y="149307"/>
                  </a:lnTo>
                  <a:lnTo>
                    <a:pt x="7744338" y="149307"/>
                  </a:lnTo>
                  <a:lnTo>
                    <a:pt x="7744463" y="149307"/>
                  </a:lnTo>
                  <a:lnTo>
                    <a:pt x="7744588" y="149307"/>
                  </a:lnTo>
                  <a:lnTo>
                    <a:pt x="7744714" y="149307"/>
                  </a:lnTo>
                  <a:lnTo>
                    <a:pt x="7744839" y="149307"/>
                  </a:lnTo>
                  <a:lnTo>
                    <a:pt x="7744964" y="149307"/>
                  </a:lnTo>
                  <a:lnTo>
                    <a:pt x="7745089" y="149307"/>
                  </a:lnTo>
                  <a:lnTo>
                    <a:pt x="7745214" y="149307"/>
                  </a:lnTo>
                  <a:lnTo>
                    <a:pt x="7745339" y="149307"/>
                  </a:lnTo>
                  <a:lnTo>
                    <a:pt x="7745464" y="149307"/>
                  </a:lnTo>
                  <a:lnTo>
                    <a:pt x="7745589" y="149307"/>
                  </a:lnTo>
                  <a:lnTo>
                    <a:pt x="7745714" y="149307"/>
                  </a:lnTo>
                  <a:lnTo>
                    <a:pt x="7745839" y="149307"/>
                  </a:lnTo>
                  <a:lnTo>
                    <a:pt x="7745964" y="149307"/>
                  </a:lnTo>
                  <a:lnTo>
                    <a:pt x="7746089" y="149307"/>
                  </a:lnTo>
                  <a:lnTo>
                    <a:pt x="7746214" y="149307"/>
                  </a:lnTo>
                  <a:lnTo>
                    <a:pt x="7746339" y="149307"/>
                  </a:lnTo>
                  <a:lnTo>
                    <a:pt x="7746464" y="149307"/>
                  </a:lnTo>
                  <a:lnTo>
                    <a:pt x="7746589" y="149307"/>
                  </a:lnTo>
                  <a:lnTo>
                    <a:pt x="7746714" y="149307"/>
                  </a:lnTo>
                  <a:lnTo>
                    <a:pt x="7746839" y="149307"/>
                  </a:lnTo>
                  <a:lnTo>
                    <a:pt x="7746964" y="149307"/>
                  </a:lnTo>
                  <a:lnTo>
                    <a:pt x="7747089" y="149307"/>
                  </a:lnTo>
                  <a:lnTo>
                    <a:pt x="7747214" y="149307"/>
                  </a:lnTo>
                  <a:lnTo>
                    <a:pt x="7747339" y="149307"/>
                  </a:lnTo>
                  <a:lnTo>
                    <a:pt x="7747464" y="149307"/>
                  </a:lnTo>
                  <a:lnTo>
                    <a:pt x="7747589" y="149307"/>
                  </a:lnTo>
                  <a:lnTo>
                    <a:pt x="7747715" y="149307"/>
                  </a:lnTo>
                  <a:lnTo>
                    <a:pt x="7747840" y="149307"/>
                  </a:lnTo>
                  <a:lnTo>
                    <a:pt x="7747965" y="149307"/>
                  </a:lnTo>
                  <a:lnTo>
                    <a:pt x="7748090" y="149307"/>
                  </a:lnTo>
                  <a:lnTo>
                    <a:pt x="7748215" y="149307"/>
                  </a:lnTo>
                  <a:lnTo>
                    <a:pt x="7748340" y="149307"/>
                  </a:lnTo>
                  <a:lnTo>
                    <a:pt x="7748465" y="149307"/>
                  </a:lnTo>
                  <a:lnTo>
                    <a:pt x="7748590" y="149307"/>
                  </a:lnTo>
                  <a:lnTo>
                    <a:pt x="7748715" y="149307"/>
                  </a:lnTo>
                  <a:lnTo>
                    <a:pt x="7748840" y="149307"/>
                  </a:lnTo>
                  <a:lnTo>
                    <a:pt x="7748965" y="149307"/>
                  </a:lnTo>
                  <a:lnTo>
                    <a:pt x="7749090" y="149307"/>
                  </a:lnTo>
                  <a:lnTo>
                    <a:pt x="7749215" y="149307"/>
                  </a:lnTo>
                  <a:lnTo>
                    <a:pt x="7749340" y="149307"/>
                  </a:lnTo>
                  <a:lnTo>
                    <a:pt x="7749465" y="149307"/>
                  </a:lnTo>
                  <a:lnTo>
                    <a:pt x="7749590" y="149307"/>
                  </a:lnTo>
                  <a:lnTo>
                    <a:pt x="7749715" y="149307"/>
                  </a:lnTo>
                  <a:lnTo>
                    <a:pt x="7749840" y="149307"/>
                  </a:lnTo>
                  <a:lnTo>
                    <a:pt x="7749965" y="149307"/>
                  </a:lnTo>
                  <a:lnTo>
                    <a:pt x="7750090" y="149307"/>
                  </a:lnTo>
                  <a:lnTo>
                    <a:pt x="7750215" y="149307"/>
                  </a:lnTo>
                  <a:lnTo>
                    <a:pt x="7750340" y="149307"/>
                  </a:lnTo>
                  <a:lnTo>
                    <a:pt x="7750465" y="149307"/>
                  </a:lnTo>
                  <a:lnTo>
                    <a:pt x="7750590" y="149307"/>
                  </a:lnTo>
                  <a:lnTo>
                    <a:pt x="7750716" y="149307"/>
                  </a:lnTo>
                  <a:lnTo>
                    <a:pt x="7750841" y="149307"/>
                  </a:lnTo>
                  <a:lnTo>
                    <a:pt x="7750966" y="149307"/>
                  </a:lnTo>
                  <a:lnTo>
                    <a:pt x="7751091" y="149307"/>
                  </a:lnTo>
                  <a:lnTo>
                    <a:pt x="7751216" y="149307"/>
                  </a:lnTo>
                  <a:lnTo>
                    <a:pt x="7751341" y="149307"/>
                  </a:lnTo>
                  <a:lnTo>
                    <a:pt x="7751466" y="149307"/>
                  </a:lnTo>
                  <a:lnTo>
                    <a:pt x="7751591" y="149307"/>
                  </a:lnTo>
                  <a:lnTo>
                    <a:pt x="7751716" y="149307"/>
                  </a:lnTo>
                  <a:lnTo>
                    <a:pt x="7751841" y="149307"/>
                  </a:lnTo>
                  <a:lnTo>
                    <a:pt x="7751966" y="149307"/>
                  </a:lnTo>
                  <a:lnTo>
                    <a:pt x="7752091" y="149307"/>
                  </a:lnTo>
                  <a:lnTo>
                    <a:pt x="7752216" y="149307"/>
                  </a:lnTo>
                  <a:lnTo>
                    <a:pt x="7752341" y="149307"/>
                  </a:lnTo>
                  <a:lnTo>
                    <a:pt x="7752466" y="149307"/>
                  </a:lnTo>
                  <a:lnTo>
                    <a:pt x="7752591" y="149307"/>
                  </a:lnTo>
                  <a:lnTo>
                    <a:pt x="7752716" y="149307"/>
                  </a:lnTo>
                  <a:lnTo>
                    <a:pt x="7752841" y="149307"/>
                  </a:lnTo>
                  <a:lnTo>
                    <a:pt x="7752966" y="149307"/>
                  </a:lnTo>
                  <a:lnTo>
                    <a:pt x="7753091" y="149307"/>
                  </a:lnTo>
                  <a:lnTo>
                    <a:pt x="7753216" y="149307"/>
                  </a:lnTo>
                  <a:lnTo>
                    <a:pt x="7753341" y="149307"/>
                  </a:lnTo>
                  <a:lnTo>
                    <a:pt x="7753466" y="149307"/>
                  </a:lnTo>
                  <a:lnTo>
                    <a:pt x="7753591" y="149307"/>
                  </a:lnTo>
                  <a:lnTo>
                    <a:pt x="7753717" y="149307"/>
                  </a:lnTo>
                  <a:lnTo>
                    <a:pt x="7753842" y="149307"/>
                  </a:lnTo>
                  <a:lnTo>
                    <a:pt x="7753967" y="149307"/>
                  </a:lnTo>
                  <a:lnTo>
                    <a:pt x="7754092" y="149307"/>
                  </a:lnTo>
                  <a:lnTo>
                    <a:pt x="7754217" y="149307"/>
                  </a:lnTo>
                  <a:lnTo>
                    <a:pt x="7754342" y="149307"/>
                  </a:lnTo>
                  <a:lnTo>
                    <a:pt x="7754467" y="149307"/>
                  </a:lnTo>
                  <a:lnTo>
                    <a:pt x="7754592" y="149307"/>
                  </a:lnTo>
                  <a:lnTo>
                    <a:pt x="7754717" y="149307"/>
                  </a:lnTo>
                  <a:lnTo>
                    <a:pt x="7754842" y="149307"/>
                  </a:lnTo>
                  <a:lnTo>
                    <a:pt x="7754967" y="149307"/>
                  </a:lnTo>
                  <a:lnTo>
                    <a:pt x="7755092" y="149307"/>
                  </a:lnTo>
                  <a:lnTo>
                    <a:pt x="7755217" y="149307"/>
                  </a:lnTo>
                  <a:lnTo>
                    <a:pt x="7755342" y="149307"/>
                  </a:lnTo>
                  <a:lnTo>
                    <a:pt x="7755467" y="149307"/>
                  </a:lnTo>
                  <a:lnTo>
                    <a:pt x="7755592" y="149307"/>
                  </a:lnTo>
                  <a:lnTo>
                    <a:pt x="7755717" y="149307"/>
                  </a:lnTo>
                  <a:lnTo>
                    <a:pt x="7755842" y="149307"/>
                  </a:lnTo>
                  <a:lnTo>
                    <a:pt x="7755967" y="149307"/>
                  </a:lnTo>
                  <a:lnTo>
                    <a:pt x="7756092" y="149307"/>
                  </a:lnTo>
                  <a:lnTo>
                    <a:pt x="7756217" y="149307"/>
                  </a:lnTo>
                  <a:lnTo>
                    <a:pt x="7756342" y="149307"/>
                  </a:lnTo>
                  <a:lnTo>
                    <a:pt x="7756467" y="149307"/>
                  </a:lnTo>
                  <a:lnTo>
                    <a:pt x="7756592" y="149307"/>
                  </a:lnTo>
                  <a:lnTo>
                    <a:pt x="7756718" y="149307"/>
                  </a:lnTo>
                  <a:lnTo>
                    <a:pt x="7756843" y="149307"/>
                  </a:lnTo>
                  <a:lnTo>
                    <a:pt x="7756968" y="149307"/>
                  </a:lnTo>
                  <a:lnTo>
                    <a:pt x="7757093" y="149307"/>
                  </a:lnTo>
                  <a:lnTo>
                    <a:pt x="7757218" y="149307"/>
                  </a:lnTo>
                  <a:lnTo>
                    <a:pt x="7757343" y="149307"/>
                  </a:lnTo>
                  <a:lnTo>
                    <a:pt x="7757468" y="149307"/>
                  </a:lnTo>
                  <a:lnTo>
                    <a:pt x="7757593" y="149307"/>
                  </a:lnTo>
                  <a:lnTo>
                    <a:pt x="7757718" y="149307"/>
                  </a:lnTo>
                  <a:lnTo>
                    <a:pt x="7757843" y="149307"/>
                  </a:lnTo>
                  <a:lnTo>
                    <a:pt x="7757968" y="149307"/>
                  </a:lnTo>
                  <a:lnTo>
                    <a:pt x="7757968" y="139353"/>
                  </a:lnTo>
                  <a:lnTo>
                    <a:pt x="7758093" y="139353"/>
                  </a:lnTo>
                  <a:lnTo>
                    <a:pt x="7758218" y="139353"/>
                  </a:lnTo>
                  <a:lnTo>
                    <a:pt x="7758343" y="139353"/>
                  </a:lnTo>
                  <a:lnTo>
                    <a:pt x="7758468" y="139353"/>
                  </a:lnTo>
                  <a:lnTo>
                    <a:pt x="7758593" y="139353"/>
                  </a:lnTo>
                  <a:lnTo>
                    <a:pt x="7758718" y="139353"/>
                  </a:lnTo>
                  <a:lnTo>
                    <a:pt x="7758843" y="139353"/>
                  </a:lnTo>
                  <a:lnTo>
                    <a:pt x="7758968" y="139353"/>
                  </a:lnTo>
                  <a:lnTo>
                    <a:pt x="7759093" y="139353"/>
                  </a:lnTo>
                  <a:lnTo>
                    <a:pt x="7759218" y="139353"/>
                  </a:lnTo>
                  <a:lnTo>
                    <a:pt x="7759343" y="139353"/>
                  </a:lnTo>
                  <a:lnTo>
                    <a:pt x="7759468" y="139353"/>
                  </a:lnTo>
                  <a:lnTo>
                    <a:pt x="7759593" y="139353"/>
                  </a:lnTo>
                  <a:lnTo>
                    <a:pt x="7759719" y="139353"/>
                  </a:lnTo>
                  <a:lnTo>
                    <a:pt x="7759844" y="139353"/>
                  </a:lnTo>
                  <a:lnTo>
                    <a:pt x="7759969" y="139353"/>
                  </a:lnTo>
                  <a:lnTo>
                    <a:pt x="7760094" y="139353"/>
                  </a:lnTo>
                  <a:lnTo>
                    <a:pt x="7760219" y="139353"/>
                  </a:lnTo>
                  <a:lnTo>
                    <a:pt x="7760344" y="139353"/>
                  </a:lnTo>
                  <a:lnTo>
                    <a:pt x="7760469" y="139353"/>
                  </a:lnTo>
                  <a:lnTo>
                    <a:pt x="7760594" y="139353"/>
                  </a:lnTo>
                  <a:lnTo>
                    <a:pt x="7760719" y="139353"/>
                  </a:lnTo>
                  <a:lnTo>
                    <a:pt x="7760844" y="139353"/>
                  </a:lnTo>
                  <a:lnTo>
                    <a:pt x="7760969" y="139353"/>
                  </a:lnTo>
                  <a:lnTo>
                    <a:pt x="7761094" y="139353"/>
                  </a:lnTo>
                  <a:lnTo>
                    <a:pt x="7761219" y="139353"/>
                  </a:lnTo>
                  <a:lnTo>
                    <a:pt x="7761344" y="139353"/>
                  </a:lnTo>
                  <a:lnTo>
                    <a:pt x="7761469" y="139353"/>
                  </a:lnTo>
                  <a:lnTo>
                    <a:pt x="7761594" y="139353"/>
                  </a:lnTo>
                  <a:lnTo>
                    <a:pt x="7761719" y="139353"/>
                  </a:lnTo>
                  <a:lnTo>
                    <a:pt x="7761844" y="139353"/>
                  </a:lnTo>
                  <a:lnTo>
                    <a:pt x="7761969" y="139353"/>
                  </a:lnTo>
                  <a:lnTo>
                    <a:pt x="7762094" y="139353"/>
                  </a:lnTo>
                  <a:lnTo>
                    <a:pt x="7762219" y="139353"/>
                  </a:lnTo>
                  <a:lnTo>
                    <a:pt x="7762344" y="139353"/>
                  </a:lnTo>
                  <a:lnTo>
                    <a:pt x="7762469" y="139353"/>
                  </a:lnTo>
                  <a:lnTo>
                    <a:pt x="7762595" y="139353"/>
                  </a:lnTo>
                  <a:lnTo>
                    <a:pt x="7762720" y="139353"/>
                  </a:lnTo>
                  <a:lnTo>
                    <a:pt x="7762845" y="139353"/>
                  </a:lnTo>
                  <a:lnTo>
                    <a:pt x="7762970" y="139353"/>
                  </a:lnTo>
                  <a:lnTo>
                    <a:pt x="7763095" y="139353"/>
                  </a:lnTo>
                  <a:lnTo>
                    <a:pt x="7763220" y="139353"/>
                  </a:lnTo>
                  <a:lnTo>
                    <a:pt x="7763345" y="139353"/>
                  </a:lnTo>
                  <a:lnTo>
                    <a:pt x="7763470" y="139353"/>
                  </a:lnTo>
                  <a:lnTo>
                    <a:pt x="7763595" y="139353"/>
                  </a:lnTo>
                  <a:lnTo>
                    <a:pt x="7763720" y="139353"/>
                  </a:lnTo>
                  <a:lnTo>
                    <a:pt x="7763845" y="139353"/>
                  </a:lnTo>
                  <a:lnTo>
                    <a:pt x="7763970" y="139353"/>
                  </a:lnTo>
                  <a:lnTo>
                    <a:pt x="7764095" y="139353"/>
                  </a:lnTo>
                  <a:lnTo>
                    <a:pt x="7764220" y="139353"/>
                  </a:lnTo>
                  <a:lnTo>
                    <a:pt x="7764345" y="139353"/>
                  </a:lnTo>
                  <a:lnTo>
                    <a:pt x="7764470" y="139353"/>
                  </a:lnTo>
                  <a:lnTo>
                    <a:pt x="7764595" y="139353"/>
                  </a:lnTo>
                  <a:lnTo>
                    <a:pt x="7764720" y="139353"/>
                  </a:lnTo>
                  <a:lnTo>
                    <a:pt x="7764845" y="139353"/>
                  </a:lnTo>
                  <a:lnTo>
                    <a:pt x="7764970" y="139353"/>
                  </a:lnTo>
                  <a:lnTo>
                    <a:pt x="7765095" y="139353"/>
                  </a:lnTo>
                  <a:lnTo>
                    <a:pt x="7765220" y="139353"/>
                  </a:lnTo>
                  <a:lnTo>
                    <a:pt x="7765345" y="139353"/>
                  </a:lnTo>
                  <a:lnTo>
                    <a:pt x="7765470" y="139353"/>
                  </a:lnTo>
                  <a:lnTo>
                    <a:pt x="7765596" y="139353"/>
                  </a:lnTo>
                  <a:lnTo>
                    <a:pt x="7765721" y="139353"/>
                  </a:lnTo>
                  <a:lnTo>
                    <a:pt x="7765846" y="139353"/>
                  </a:lnTo>
                  <a:lnTo>
                    <a:pt x="7765971" y="139353"/>
                  </a:lnTo>
                  <a:lnTo>
                    <a:pt x="7766096" y="139353"/>
                  </a:lnTo>
                  <a:lnTo>
                    <a:pt x="7766221" y="139353"/>
                  </a:lnTo>
                  <a:lnTo>
                    <a:pt x="7766346" y="139353"/>
                  </a:lnTo>
                  <a:lnTo>
                    <a:pt x="7766471" y="139353"/>
                  </a:lnTo>
                  <a:lnTo>
                    <a:pt x="7766596" y="139353"/>
                  </a:lnTo>
                  <a:lnTo>
                    <a:pt x="7766721" y="139353"/>
                  </a:lnTo>
                  <a:lnTo>
                    <a:pt x="7766846" y="139353"/>
                  </a:lnTo>
                  <a:lnTo>
                    <a:pt x="7766971" y="139353"/>
                  </a:lnTo>
                  <a:lnTo>
                    <a:pt x="7767096" y="139353"/>
                  </a:lnTo>
                  <a:lnTo>
                    <a:pt x="7767221" y="139353"/>
                  </a:lnTo>
                  <a:lnTo>
                    <a:pt x="7767346" y="139353"/>
                  </a:lnTo>
                  <a:lnTo>
                    <a:pt x="7767471" y="139353"/>
                  </a:lnTo>
                  <a:lnTo>
                    <a:pt x="7767596" y="139353"/>
                  </a:lnTo>
                  <a:lnTo>
                    <a:pt x="7767721" y="139353"/>
                  </a:lnTo>
                  <a:lnTo>
                    <a:pt x="7767846" y="139353"/>
                  </a:lnTo>
                  <a:lnTo>
                    <a:pt x="7767971" y="139353"/>
                  </a:lnTo>
                  <a:lnTo>
                    <a:pt x="7768096" y="139353"/>
                  </a:lnTo>
                  <a:lnTo>
                    <a:pt x="7768221" y="139353"/>
                  </a:lnTo>
                  <a:lnTo>
                    <a:pt x="7768346" y="139353"/>
                  </a:lnTo>
                  <a:lnTo>
                    <a:pt x="7768471" y="139353"/>
                  </a:lnTo>
                  <a:lnTo>
                    <a:pt x="7768597" y="139353"/>
                  </a:lnTo>
                  <a:lnTo>
                    <a:pt x="7768722" y="139353"/>
                  </a:lnTo>
                  <a:lnTo>
                    <a:pt x="7768847" y="139353"/>
                  </a:lnTo>
                  <a:lnTo>
                    <a:pt x="7768972" y="139353"/>
                  </a:lnTo>
                  <a:lnTo>
                    <a:pt x="7769097" y="139353"/>
                  </a:lnTo>
                  <a:lnTo>
                    <a:pt x="7769222" y="139353"/>
                  </a:lnTo>
                  <a:lnTo>
                    <a:pt x="7769347" y="139353"/>
                  </a:lnTo>
                  <a:lnTo>
                    <a:pt x="7769472" y="139353"/>
                  </a:lnTo>
                  <a:lnTo>
                    <a:pt x="7769597" y="139353"/>
                  </a:lnTo>
                  <a:lnTo>
                    <a:pt x="7769722" y="139353"/>
                  </a:lnTo>
                  <a:lnTo>
                    <a:pt x="7769847" y="139353"/>
                  </a:lnTo>
                  <a:lnTo>
                    <a:pt x="7769972" y="139353"/>
                  </a:lnTo>
                  <a:lnTo>
                    <a:pt x="7770097" y="139353"/>
                  </a:lnTo>
                  <a:lnTo>
                    <a:pt x="7770222" y="139353"/>
                  </a:lnTo>
                  <a:lnTo>
                    <a:pt x="7770347" y="139353"/>
                  </a:lnTo>
                  <a:lnTo>
                    <a:pt x="7770472" y="139353"/>
                  </a:lnTo>
                  <a:lnTo>
                    <a:pt x="7770597" y="139353"/>
                  </a:lnTo>
                  <a:lnTo>
                    <a:pt x="7770722" y="139353"/>
                  </a:lnTo>
                  <a:lnTo>
                    <a:pt x="7770847" y="139353"/>
                  </a:lnTo>
                  <a:lnTo>
                    <a:pt x="7770972" y="139353"/>
                  </a:lnTo>
                  <a:lnTo>
                    <a:pt x="7771097" y="139353"/>
                  </a:lnTo>
                  <a:lnTo>
                    <a:pt x="7771222" y="139353"/>
                  </a:lnTo>
                  <a:lnTo>
                    <a:pt x="7771347" y="139353"/>
                  </a:lnTo>
                  <a:lnTo>
                    <a:pt x="7771472" y="139353"/>
                  </a:lnTo>
                  <a:lnTo>
                    <a:pt x="7771598" y="139353"/>
                  </a:lnTo>
                  <a:lnTo>
                    <a:pt x="7771723" y="139353"/>
                  </a:lnTo>
                  <a:lnTo>
                    <a:pt x="7771848" y="139353"/>
                  </a:lnTo>
                  <a:lnTo>
                    <a:pt x="7771973" y="139353"/>
                  </a:lnTo>
                  <a:lnTo>
                    <a:pt x="7772098" y="139353"/>
                  </a:lnTo>
                  <a:lnTo>
                    <a:pt x="7772223" y="139353"/>
                  </a:lnTo>
                  <a:lnTo>
                    <a:pt x="7772348" y="139353"/>
                  </a:lnTo>
                  <a:lnTo>
                    <a:pt x="7772473" y="139353"/>
                  </a:lnTo>
                  <a:lnTo>
                    <a:pt x="7772598" y="139353"/>
                  </a:lnTo>
                  <a:lnTo>
                    <a:pt x="7772723" y="139353"/>
                  </a:lnTo>
                  <a:lnTo>
                    <a:pt x="7772848" y="139353"/>
                  </a:lnTo>
                  <a:lnTo>
                    <a:pt x="7772973" y="139353"/>
                  </a:lnTo>
                  <a:lnTo>
                    <a:pt x="7773098" y="139353"/>
                  </a:lnTo>
                  <a:lnTo>
                    <a:pt x="7773223" y="139353"/>
                  </a:lnTo>
                  <a:lnTo>
                    <a:pt x="7773348" y="139353"/>
                  </a:lnTo>
                  <a:lnTo>
                    <a:pt x="7773473" y="139353"/>
                  </a:lnTo>
                  <a:lnTo>
                    <a:pt x="7773598" y="139353"/>
                  </a:lnTo>
                  <a:lnTo>
                    <a:pt x="7773723" y="139353"/>
                  </a:lnTo>
                  <a:lnTo>
                    <a:pt x="7773848" y="139353"/>
                  </a:lnTo>
                  <a:lnTo>
                    <a:pt x="7773973" y="139353"/>
                  </a:lnTo>
                  <a:lnTo>
                    <a:pt x="7774098" y="139353"/>
                  </a:lnTo>
                  <a:lnTo>
                    <a:pt x="7774223" y="139353"/>
                  </a:lnTo>
                  <a:lnTo>
                    <a:pt x="7774348" y="139353"/>
                  </a:lnTo>
                  <a:lnTo>
                    <a:pt x="7774473" y="139353"/>
                  </a:lnTo>
                  <a:lnTo>
                    <a:pt x="7774599" y="139353"/>
                  </a:lnTo>
                  <a:lnTo>
                    <a:pt x="7774724" y="139353"/>
                  </a:lnTo>
                  <a:lnTo>
                    <a:pt x="7774849" y="139353"/>
                  </a:lnTo>
                  <a:lnTo>
                    <a:pt x="7774974" y="139353"/>
                  </a:lnTo>
                  <a:lnTo>
                    <a:pt x="7775099" y="139353"/>
                  </a:lnTo>
                  <a:lnTo>
                    <a:pt x="7775224" y="139353"/>
                  </a:lnTo>
                  <a:lnTo>
                    <a:pt x="7775349" y="139353"/>
                  </a:lnTo>
                  <a:lnTo>
                    <a:pt x="7775474" y="139353"/>
                  </a:lnTo>
                  <a:lnTo>
                    <a:pt x="7775599" y="139353"/>
                  </a:lnTo>
                  <a:lnTo>
                    <a:pt x="7775724" y="139353"/>
                  </a:lnTo>
                  <a:lnTo>
                    <a:pt x="7775849" y="139353"/>
                  </a:lnTo>
                  <a:lnTo>
                    <a:pt x="7775974" y="139353"/>
                  </a:lnTo>
                  <a:lnTo>
                    <a:pt x="7776099" y="139353"/>
                  </a:lnTo>
                  <a:lnTo>
                    <a:pt x="7776224" y="139353"/>
                  </a:lnTo>
                  <a:lnTo>
                    <a:pt x="7776349" y="139353"/>
                  </a:lnTo>
                  <a:lnTo>
                    <a:pt x="7776474" y="139353"/>
                  </a:lnTo>
                  <a:lnTo>
                    <a:pt x="7776599" y="139353"/>
                  </a:lnTo>
                  <a:lnTo>
                    <a:pt x="7776724" y="139353"/>
                  </a:lnTo>
                  <a:lnTo>
                    <a:pt x="7776849" y="139353"/>
                  </a:lnTo>
                  <a:lnTo>
                    <a:pt x="7776974" y="139353"/>
                  </a:lnTo>
                  <a:lnTo>
                    <a:pt x="7777099" y="139353"/>
                  </a:lnTo>
                  <a:lnTo>
                    <a:pt x="7777224" y="139353"/>
                  </a:lnTo>
                  <a:lnTo>
                    <a:pt x="7777349" y="139353"/>
                  </a:lnTo>
                  <a:lnTo>
                    <a:pt x="7777474" y="139353"/>
                  </a:lnTo>
                  <a:lnTo>
                    <a:pt x="7777600" y="139353"/>
                  </a:lnTo>
                  <a:lnTo>
                    <a:pt x="7777725" y="139353"/>
                  </a:lnTo>
                  <a:lnTo>
                    <a:pt x="7777850" y="139353"/>
                  </a:lnTo>
                  <a:lnTo>
                    <a:pt x="7777975" y="139353"/>
                  </a:lnTo>
                  <a:lnTo>
                    <a:pt x="7778100" y="139353"/>
                  </a:lnTo>
                  <a:lnTo>
                    <a:pt x="7778225" y="139353"/>
                  </a:lnTo>
                  <a:lnTo>
                    <a:pt x="7778350" y="139353"/>
                  </a:lnTo>
                  <a:lnTo>
                    <a:pt x="7778475" y="139353"/>
                  </a:lnTo>
                  <a:lnTo>
                    <a:pt x="7778600" y="139353"/>
                  </a:lnTo>
                  <a:lnTo>
                    <a:pt x="7778725" y="139353"/>
                  </a:lnTo>
                  <a:lnTo>
                    <a:pt x="7778850" y="139353"/>
                  </a:lnTo>
                  <a:lnTo>
                    <a:pt x="7778975" y="139353"/>
                  </a:lnTo>
                  <a:lnTo>
                    <a:pt x="7779100" y="139353"/>
                  </a:lnTo>
                  <a:lnTo>
                    <a:pt x="7779225" y="139353"/>
                  </a:lnTo>
                  <a:lnTo>
                    <a:pt x="7779350" y="139353"/>
                  </a:lnTo>
                  <a:lnTo>
                    <a:pt x="7779475" y="139353"/>
                  </a:lnTo>
                  <a:lnTo>
                    <a:pt x="7779600" y="139353"/>
                  </a:lnTo>
                  <a:lnTo>
                    <a:pt x="7779725" y="139353"/>
                  </a:lnTo>
                  <a:lnTo>
                    <a:pt x="7779850" y="139353"/>
                  </a:lnTo>
                  <a:lnTo>
                    <a:pt x="7779975" y="139353"/>
                  </a:lnTo>
                  <a:lnTo>
                    <a:pt x="7780100" y="139353"/>
                  </a:lnTo>
                  <a:lnTo>
                    <a:pt x="7780225" y="139353"/>
                  </a:lnTo>
                  <a:lnTo>
                    <a:pt x="7780350" y="139353"/>
                  </a:lnTo>
                  <a:lnTo>
                    <a:pt x="7780475" y="139353"/>
                  </a:lnTo>
                  <a:lnTo>
                    <a:pt x="7780601" y="139353"/>
                  </a:lnTo>
                  <a:lnTo>
                    <a:pt x="7780726" y="139353"/>
                  </a:lnTo>
                  <a:lnTo>
                    <a:pt x="7780851" y="139353"/>
                  </a:lnTo>
                  <a:lnTo>
                    <a:pt x="7780976" y="139353"/>
                  </a:lnTo>
                  <a:lnTo>
                    <a:pt x="7781101" y="139353"/>
                  </a:lnTo>
                  <a:lnTo>
                    <a:pt x="7781226" y="139353"/>
                  </a:lnTo>
                  <a:lnTo>
                    <a:pt x="7781226" y="129399"/>
                  </a:lnTo>
                  <a:lnTo>
                    <a:pt x="7781351" y="129399"/>
                  </a:lnTo>
                  <a:lnTo>
                    <a:pt x="7781476" y="129399"/>
                  </a:lnTo>
                  <a:lnTo>
                    <a:pt x="7781601" y="129399"/>
                  </a:lnTo>
                  <a:lnTo>
                    <a:pt x="7781726" y="129399"/>
                  </a:lnTo>
                  <a:lnTo>
                    <a:pt x="7781851" y="129399"/>
                  </a:lnTo>
                  <a:lnTo>
                    <a:pt x="7781976" y="129399"/>
                  </a:lnTo>
                  <a:lnTo>
                    <a:pt x="7782101" y="129399"/>
                  </a:lnTo>
                  <a:lnTo>
                    <a:pt x="7782226" y="129399"/>
                  </a:lnTo>
                  <a:lnTo>
                    <a:pt x="7782351" y="129399"/>
                  </a:lnTo>
                  <a:lnTo>
                    <a:pt x="7782476" y="129399"/>
                  </a:lnTo>
                  <a:lnTo>
                    <a:pt x="7782601" y="129399"/>
                  </a:lnTo>
                  <a:lnTo>
                    <a:pt x="7782726" y="129399"/>
                  </a:lnTo>
                  <a:lnTo>
                    <a:pt x="7782851" y="129399"/>
                  </a:lnTo>
                  <a:lnTo>
                    <a:pt x="7782976" y="129399"/>
                  </a:lnTo>
                  <a:lnTo>
                    <a:pt x="7783101" y="129399"/>
                  </a:lnTo>
                  <a:lnTo>
                    <a:pt x="7783226" y="129399"/>
                  </a:lnTo>
                  <a:lnTo>
                    <a:pt x="7783351" y="129399"/>
                  </a:lnTo>
                  <a:lnTo>
                    <a:pt x="7783476" y="129399"/>
                  </a:lnTo>
                  <a:lnTo>
                    <a:pt x="7783602" y="129399"/>
                  </a:lnTo>
                  <a:lnTo>
                    <a:pt x="7783727" y="129399"/>
                  </a:lnTo>
                  <a:lnTo>
                    <a:pt x="7783852" y="129399"/>
                  </a:lnTo>
                  <a:lnTo>
                    <a:pt x="7783977" y="129399"/>
                  </a:lnTo>
                  <a:lnTo>
                    <a:pt x="7784102" y="129399"/>
                  </a:lnTo>
                  <a:lnTo>
                    <a:pt x="7784227" y="129399"/>
                  </a:lnTo>
                  <a:lnTo>
                    <a:pt x="7784352" y="129399"/>
                  </a:lnTo>
                  <a:lnTo>
                    <a:pt x="7784477" y="129399"/>
                  </a:lnTo>
                  <a:lnTo>
                    <a:pt x="7784602" y="129399"/>
                  </a:lnTo>
                  <a:lnTo>
                    <a:pt x="7784727" y="129399"/>
                  </a:lnTo>
                  <a:lnTo>
                    <a:pt x="7784852" y="129399"/>
                  </a:lnTo>
                  <a:lnTo>
                    <a:pt x="7784977" y="129399"/>
                  </a:lnTo>
                  <a:lnTo>
                    <a:pt x="7785102" y="129399"/>
                  </a:lnTo>
                  <a:lnTo>
                    <a:pt x="7785227" y="129399"/>
                  </a:lnTo>
                  <a:lnTo>
                    <a:pt x="7785352" y="129399"/>
                  </a:lnTo>
                  <a:lnTo>
                    <a:pt x="7785477" y="129399"/>
                  </a:lnTo>
                  <a:lnTo>
                    <a:pt x="7785602" y="129399"/>
                  </a:lnTo>
                  <a:lnTo>
                    <a:pt x="7785727" y="129399"/>
                  </a:lnTo>
                  <a:lnTo>
                    <a:pt x="7785852" y="129399"/>
                  </a:lnTo>
                  <a:lnTo>
                    <a:pt x="7785977" y="129399"/>
                  </a:lnTo>
                  <a:lnTo>
                    <a:pt x="7786102" y="129399"/>
                  </a:lnTo>
                  <a:lnTo>
                    <a:pt x="7786227" y="129399"/>
                  </a:lnTo>
                  <a:lnTo>
                    <a:pt x="7786352" y="129399"/>
                  </a:lnTo>
                  <a:lnTo>
                    <a:pt x="7786477" y="129399"/>
                  </a:lnTo>
                  <a:lnTo>
                    <a:pt x="7786603" y="129399"/>
                  </a:lnTo>
                  <a:lnTo>
                    <a:pt x="7786728" y="129399"/>
                  </a:lnTo>
                  <a:lnTo>
                    <a:pt x="7786853" y="129399"/>
                  </a:lnTo>
                  <a:lnTo>
                    <a:pt x="7786978" y="129399"/>
                  </a:lnTo>
                  <a:lnTo>
                    <a:pt x="7787103" y="129399"/>
                  </a:lnTo>
                  <a:lnTo>
                    <a:pt x="7787228" y="129399"/>
                  </a:lnTo>
                  <a:lnTo>
                    <a:pt x="7787353" y="129399"/>
                  </a:lnTo>
                  <a:lnTo>
                    <a:pt x="7787478" y="129399"/>
                  </a:lnTo>
                  <a:lnTo>
                    <a:pt x="7787603" y="129399"/>
                  </a:lnTo>
                  <a:lnTo>
                    <a:pt x="7787728" y="129399"/>
                  </a:lnTo>
                  <a:lnTo>
                    <a:pt x="7787853" y="129399"/>
                  </a:lnTo>
                  <a:lnTo>
                    <a:pt x="7787978" y="129399"/>
                  </a:lnTo>
                  <a:lnTo>
                    <a:pt x="7788103" y="129399"/>
                  </a:lnTo>
                  <a:lnTo>
                    <a:pt x="7788228" y="129399"/>
                  </a:lnTo>
                  <a:lnTo>
                    <a:pt x="7788353" y="129399"/>
                  </a:lnTo>
                  <a:lnTo>
                    <a:pt x="7788478" y="129399"/>
                  </a:lnTo>
                  <a:lnTo>
                    <a:pt x="7788603" y="129399"/>
                  </a:lnTo>
                  <a:lnTo>
                    <a:pt x="7788728" y="129399"/>
                  </a:lnTo>
                  <a:lnTo>
                    <a:pt x="7788853" y="129399"/>
                  </a:lnTo>
                  <a:lnTo>
                    <a:pt x="7788978" y="129399"/>
                  </a:lnTo>
                  <a:lnTo>
                    <a:pt x="7789103" y="129399"/>
                  </a:lnTo>
                  <a:lnTo>
                    <a:pt x="7789228" y="129399"/>
                  </a:lnTo>
                  <a:lnTo>
                    <a:pt x="7789353" y="129399"/>
                  </a:lnTo>
                  <a:lnTo>
                    <a:pt x="7789478" y="129399"/>
                  </a:lnTo>
                  <a:lnTo>
                    <a:pt x="7789604" y="129399"/>
                  </a:lnTo>
                  <a:lnTo>
                    <a:pt x="7789729" y="129399"/>
                  </a:lnTo>
                  <a:lnTo>
                    <a:pt x="7789854" y="129399"/>
                  </a:lnTo>
                  <a:lnTo>
                    <a:pt x="7789979" y="129399"/>
                  </a:lnTo>
                  <a:lnTo>
                    <a:pt x="7790104" y="129399"/>
                  </a:lnTo>
                  <a:lnTo>
                    <a:pt x="7790229" y="129399"/>
                  </a:lnTo>
                  <a:lnTo>
                    <a:pt x="7790354" y="129399"/>
                  </a:lnTo>
                  <a:lnTo>
                    <a:pt x="7790479" y="129399"/>
                  </a:lnTo>
                  <a:lnTo>
                    <a:pt x="7790604" y="129399"/>
                  </a:lnTo>
                  <a:lnTo>
                    <a:pt x="7790729" y="129399"/>
                  </a:lnTo>
                  <a:lnTo>
                    <a:pt x="7790854" y="129399"/>
                  </a:lnTo>
                  <a:lnTo>
                    <a:pt x="7790979" y="129399"/>
                  </a:lnTo>
                  <a:lnTo>
                    <a:pt x="7791104" y="129399"/>
                  </a:lnTo>
                  <a:lnTo>
                    <a:pt x="7791229" y="129399"/>
                  </a:lnTo>
                  <a:lnTo>
                    <a:pt x="7791354" y="129399"/>
                  </a:lnTo>
                  <a:lnTo>
                    <a:pt x="7791479" y="129399"/>
                  </a:lnTo>
                  <a:lnTo>
                    <a:pt x="7791604" y="129399"/>
                  </a:lnTo>
                  <a:lnTo>
                    <a:pt x="7791729" y="129399"/>
                  </a:lnTo>
                  <a:lnTo>
                    <a:pt x="7791854" y="129399"/>
                  </a:lnTo>
                  <a:lnTo>
                    <a:pt x="7791979" y="129399"/>
                  </a:lnTo>
                  <a:lnTo>
                    <a:pt x="7792104" y="129399"/>
                  </a:lnTo>
                  <a:lnTo>
                    <a:pt x="7792229" y="129399"/>
                  </a:lnTo>
                  <a:lnTo>
                    <a:pt x="7792354" y="129399"/>
                  </a:lnTo>
                  <a:lnTo>
                    <a:pt x="7792479" y="129399"/>
                  </a:lnTo>
                  <a:lnTo>
                    <a:pt x="7792605" y="129399"/>
                  </a:lnTo>
                  <a:lnTo>
                    <a:pt x="7792730" y="129399"/>
                  </a:lnTo>
                  <a:lnTo>
                    <a:pt x="7792855" y="129399"/>
                  </a:lnTo>
                  <a:lnTo>
                    <a:pt x="7792980" y="129399"/>
                  </a:lnTo>
                  <a:lnTo>
                    <a:pt x="7793105" y="129399"/>
                  </a:lnTo>
                  <a:lnTo>
                    <a:pt x="7793230" y="129399"/>
                  </a:lnTo>
                  <a:lnTo>
                    <a:pt x="7793355" y="129399"/>
                  </a:lnTo>
                  <a:lnTo>
                    <a:pt x="7793480" y="129399"/>
                  </a:lnTo>
                  <a:lnTo>
                    <a:pt x="7793605" y="129399"/>
                  </a:lnTo>
                  <a:lnTo>
                    <a:pt x="7793730" y="129399"/>
                  </a:lnTo>
                  <a:lnTo>
                    <a:pt x="7793855" y="129399"/>
                  </a:lnTo>
                  <a:lnTo>
                    <a:pt x="7793980" y="129399"/>
                  </a:lnTo>
                  <a:lnTo>
                    <a:pt x="7794105" y="129399"/>
                  </a:lnTo>
                  <a:lnTo>
                    <a:pt x="7794230" y="129399"/>
                  </a:lnTo>
                  <a:lnTo>
                    <a:pt x="7794355" y="129399"/>
                  </a:lnTo>
                  <a:lnTo>
                    <a:pt x="7794480" y="129399"/>
                  </a:lnTo>
                  <a:lnTo>
                    <a:pt x="7794605" y="129399"/>
                  </a:lnTo>
                  <a:lnTo>
                    <a:pt x="7794730" y="129399"/>
                  </a:lnTo>
                  <a:lnTo>
                    <a:pt x="7794855" y="129399"/>
                  </a:lnTo>
                  <a:lnTo>
                    <a:pt x="7794980" y="129399"/>
                  </a:lnTo>
                  <a:lnTo>
                    <a:pt x="7795105" y="129399"/>
                  </a:lnTo>
                  <a:lnTo>
                    <a:pt x="7795230" y="129399"/>
                  </a:lnTo>
                  <a:lnTo>
                    <a:pt x="7795355" y="129399"/>
                  </a:lnTo>
                  <a:lnTo>
                    <a:pt x="7795480" y="129399"/>
                  </a:lnTo>
                  <a:lnTo>
                    <a:pt x="7795606" y="129399"/>
                  </a:lnTo>
                  <a:lnTo>
                    <a:pt x="7795731" y="129399"/>
                  </a:lnTo>
                  <a:lnTo>
                    <a:pt x="7795856" y="129399"/>
                  </a:lnTo>
                  <a:lnTo>
                    <a:pt x="7795981" y="129399"/>
                  </a:lnTo>
                  <a:lnTo>
                    <a:pt x="7796106" y="129399"/>
                  </a:lnTo>
                  <a:lnTo>
                    <a:pt x="7796231" y="129399"/>
                  </a:lnTo>
                  <a:lnTo>
                    <a:pt x="7796356" y="129399"/>
                  </a:lnTo>
                  <a:lnTo>
                    <a:pt x="7796481" y="129399"/>
                  </a:lnTo>
                  <a:lnTo>
                    <a:pt x="7796606" y="129399"/>
                  </a:lnTo>
                  <a:lnTo>
                    <a:pt x="7796731" y="129399"/>
                  </a:lnTo>
                  <a:lnTo>
                    <a:pt x="7796856" y="129399"/>
                  </a:lnTo>
                  <a:lnTo>
                    <a:pt x="7796981" y="129399"/>
                  </a:lnTo>
                  <a:lnTo>
                    <a:pt x="7797106" y="129399"/>
                  </a:lnTo>
                  <a:lnTo>
                    <a:pt x="7797231" y="129399"/>
                  </a:lnTo>
                  <a:lnTo>
                    <a:pt x="7797356" y="129399"/>
                  </a:lnTo>
                  <a:lnTo>
                    <a:pt x="7797481" y="129399"/>
                  </a:lnTo>
                  <a:lnTo>
                    <a:pt x="7797606" y="129399"/>
                  </a:lnTo>
                  <a:lnTo>
                    <a:pt x="7797731" y="129399"/>
                  </a:lnTo>
                  <a:lnTo>
                    <a:pt x="7797856" y="129399"/>
                  </a:lnTo>
                  <a:lnTo>
                    <a:pt x="7797981" y="129399"/>
                  </a:lnTo>
                  <a:lnTo>
                    <a:pt x="7798106" y="129399"/>
                  </a:lnTo>
                  <a:lnTo>
                    <a:pt x="7798231" y="129399"/>
                  </a:lnTo>
                  <a:lnTo>
                    <a:pt x="7798356" y="129399"/>
                  </a:lnTo>
                  <a:lnTo>
                    <a:pt x="7798481" y="129399"/>
                  </a:lnTo>
                  <a:lnTo>
                    <a:pt x="7798607" y="129399"/>
                  </a:lnTo>
                  <a:lnTo>
                    <a:pt x="7798732" y="129399"/>
                  </a:lnTo>
                  <a:lnTo>
                    <a:pt x="7798857" y="129399"/>
                  </a:lnTo>
                  <a:lnTo>
                    <a:pt x="7798982" y="129399"/>
                  </a:lnTo>
                  <a:lnTo>
                    <a:pt x="7799107" y="129399"/>
                  </a:lnTo>
                  <a:lnTo>
                    <a:pt x="7799232" y="129399"/>
                  </a:lnTo>
                  <a:lnTo>
                    <a:pt x="7799357" y="129399"/>
                  </a:lnTo>
                  <a:lnTo>
                    <a:pt x="7799482" y="129399"/>
                  </a:lnTo>
                  <a:lnTo>
                    <a:pt x="7799607" y="129399"/>
                  </a:lnTo>
                  <a:lnTo>
                    <a:pt x="7799732" y="129399"/>
                  </a:lnTo>
                  <a:lnTo>
                    <a:pt x="7799857" y="129399"/>
                  </a:lnTo>
                  <a:lnTo>
                    <a:pt x="7799982" y="129399"/>
                  </a:lnTo>
                  <a:lnTo>
                    <a:pt x="7800107" y="129399"/>
                  </a:lnTo>
                  <a:lnTo>
                    <a:pt x="7800232" y="129399"/>
                  </a:lnTo>
                  <a:lnTo>
                    <a:pt x="7800357" y="129399"/>
                  </a:lnTo>
                  <a:lnTo>
                    <a:pt x="7800482" y="129399"/>
                  </a:lnTo>
                  <a:lnTo>
                    <a:pt x="7800607" y="129399"/>
                  </a:lnTo>
                  <a:lnTo>
                    <a:pt x="7800732" y="129399"/>
                  </a:lnTo>
                  <a:lnTo>
                    <a:pt x="7800857" y="129399"/>
                  </a:lnTo>
                  <a:lnTo>
                    <a:pt x="7800982" y="129399"/>
                  </a:lnTo>
                  <a:lnTo>
                    <a:pt x="7801107" y="129399"/>
                  </a:lnTo>
                  <a:lnTo>
                    <a:pt x="7801232" y="129399"/>
                  </a:lnTo>
                  <a:lnTo>
                    <a:pt x="7801357" y="129399"/>
                  </a:lnTo>
                  <a:lnTo>
                    <a:pt x="7801483" y="129399"/>
                  </a:lnTo>
                  <a:lnTo>
                    <a:pt x="7801608" y="129399"/>
                  </a:lnTo>
                  <a:lnTo>
                    <a:pt x="7801733" y="129399"/>
                  </a:lnTo>
                  <a:lnTo>
                    <a:pt x="7801858" y="129399"/>
                  </a:lnTo>
                  <a:lnTo>
                    <a:pt x="7801983" y="129399"/>
                  </a:lnTo>
                  <a:lnTo>
                    <a:pt x="7802108" y="129399"/>
                  </a:lnTo>
                  <a:lnTo>
                    <a:pt x="7802233" y="129399"/>
                  </a:lnTo>
                  <a:lnTo>
                    <a:pt x="7802358" y="129399"/>
                  </a:lnTo>
                  <a:lnTo>
                    <a:pt x="7802483" y="129399"/>
                  </a:lnTo>
                  <a:lnTo>
                    <a:pt x="7802608" y="129399"/>
                  </a:lnTo>
                  <a:lnTo>
                    <a:pt x="7802733" y="129399"/>
                  </a:lnTo>
                  <a:lnTo>
                    <a:pt x="7802858" y="129399"/>
                  </a:lnTo>
                  <a:lnTo>
                    <a:pt x="7802983" y="129399"/>
                  </a:lnTo>
                  <a:lnTo>
                    <a:pt x="7803108" y="129399"/>
                  </a:lnTo>
                  <a:lnTo>
                    <a:pt x="7803233" y="129399"/>
                  </a:lnTo>
                  <a:lnTo>
                    <a:pt x="7803358" y="129399"/>
                  </a:lnTo>
                  <a:lnTo>
                    <a:pt x="7803483" y="129399"/>
                  </a:lnTo>
                  <a:lnTo>
                    <a:pt x="7803608" y="129399"/>
                  </a:lnTo>
                  <a:lnTo>
                    <a:pt x="7803733" y="129399"/>
                  </a:lnTo>
                  <a:lnTo>
                    <a:pt x="7803858" y="129399"/>
                  </a:lnTo>
                  <a:lnTo>
                    <a:pt x="7803983" y="129399"/>
                  </a:lnTo>
                  <a:lnTo>
                    <a:pt x="7804108" y="129399"/>
                  </a:lnTo>
                  <a:lnTo>
                    <a:pt x="7804233" y="129399"/>
                  </a:lnTo>
                  <a:lnTo>
                    <a:pt x="7804358" y="129399"/>
                  </a:lnTo>
                  <a:lnTo>
                    <a:pt x="7804484" y="129399"/>
                  </a:lnTo>
                  <a:lnTo>
                    <a:pt x="7804609" y="129399"/>
                  </a:lnTo>
                  <a:lnTo>
                    <a:pt x="7804734" y="129399"/>
                  </a:lnTo>
                  <a:lnTo>
                    <a:pt x="7804859" y="129399"/>
                  </a:lnTo>
                  <a:lnTo>
                    <a:pt x="7804984" y="129399"/>
                  </a:lnTo>
                  <a:lnTo>
                    <a:pt x="7805109" y="129399"/>
                  </a:lnTo>
                  <a:lnTo>
                    <a:pt x="7805234" y="129399"/>
                  </a:lnTo>
                  <a:lnTo>
                    <a:pt x="7805359" y="129399"/>
                  </a:lnTo>
                  <a:lnTo>
                    <a:pt x="7805484" y="129399"/>
                  </a:lnTo>
                  <a:lnTo>
                    <a:pt x="7805609" y="129399"/>
                  </a:lnTo>
                  <a:lnTo>
                    <a:pt x="7805734" y="129399"/>
                  </a:lnTo>
                  <a:lnTo>
                    <a:pt x="7805859" y="129399"/>
                  </a:lnTo>
                  <a:lnTo>
                    <a:pt x="7805984" y="129399"/>
                  </a:lnTo>
                  <a:lnTo>
                    <a:pt x="7806109" y="129399"/>
                  </a:lnTo>
                  <a:lnTo>
                    <a:pt x="7806234" y="129399"/>
                  </a:lnTo>
                  <a:lnTo>
                    <a:pt x="7806359" y="129399"/>
                  </a:lnTo>
                  <a:lnTo>
                    <a:pt x="7806484" y="129399"/>
                  </a:lnTo>
                  <a:lnTo>
                    <a:pt x="7806609" y="129399"/>
                  </a:lnTo>
                  <a:lnTo>
                    <a:pt x="7806734" y="129399"/>
                  </a:lnTo>
                  <a:lnTo>
                    <a:pt x="7806859" y="129399"/>
                  </a:lnTo>
                  <a:lnTo>
                    <a:pt x="7806984" y="129399"/>
                  </a:lnTo>
                  <a:lnTo>
                    <a:pt x="7807109" y="129399"/>
                  </a:lnTo>
                  <a:lnTo>
                    <a:pt x="7807234" y="129399"/>
                  </a:lnTo>
                  <a:lnTo>
                    <a:pt x="7807359" y="129399"/>
                  </a:lnTo>
                  <a:lnTo>
                    <a:pt x="7807485" y="129399"/>
                  </a:lnTo>
                  <a:lnTo>
                    <a:pt x="7807610" y="129399"/>
                  </a:lnTo>
                  <a:lnTo>
                    <a:pt x="7807735" y="129399"/>
                  </a:lnTo>
                  <a:lnTo>
                    <a:pt x="7807860" y="129399"/>
                  </a:lnTo>
                  <a:lnTo>
                    <a:pt x="7807985" y="129399"/>
                  </a:lnTo>
                  <a:lnTo>
                    <a:pt x="7808110" y="129399"/>
                  </a:lnTo>
                  <a:lnTo>
                    <a:pt x="7808235" y="129399"/>
                  </a:lnTo>
                  <a:lnTo>
                    <a:pt x="7808360" y="129399"/>
                  </a:lnTo>
                  <a:lnTo>
                    <a:pt x="7808485" y="129399"/>
                  </a:lnTo>
                  <a:lnTo>
                    <a:pt x="7808610" y="129399"/>
                  </a:lnTo>
                  <a:lnTo>
                    <a:pt x="7808735" y="129399"/>
                  </a:lnTo>
                  <a:lnTo>
                    <a:pt x="7808860" y="129399"/>
                  </a:lnTo>
                  <a:lnTo>
                    <a:pt x="7808985" y="129399"/>
                  </a:lnTo>
                  <a:lnTo>
                    <a:pt x="7809110" y="129399"/>
                  </a:lnTo>
                  <a:lnTo>
                    <a:pt x="7809235" y="129399"/>
                  </a:lnTo>
                  <a:lnTo>
                    <a:pt x="7809360" y="129399"/>
                  </a:lnTo>
                  <a:lnTo>
                    <a:pt x="7809485" y="129399"/>
                  </a:lnTo>
                  <a:lnTo>
                    <a:pt x="7809610" y="129399"/>
                  </a:lnTo>
                  <a:lnTo>
                    <a:pt x="7809735" y="129399"/>
                  </a:lnTo>
                  <a:lnTo>
                    <a:pt x="7809860" y="129399"/>
                  </a:lnTo>
                  <a:lnTo>
                    <a:pt x="7809985" y="129399"/>
                  </a:lnTo>
                  <a:lnTo>
                    <a:pt x="7810110" y="129399"/>
                  </a:lnTo>
                  <a:lnTo>
                    <a:pt x="7810235" y="129399"/>
                  </a:lnTo>
                  <a:lnTo>
                    <a:pt x="7810360" y="129399"/>
                  </a:lnTo>
                  <a:lnTo>
                    <a:pt x="7810486" y="129399"/>
                  </a:lnTo>
                  <a:lnTo>
                    <a:pt x="7810611" y="129399"/>
                  </a:lnTo>
                  <a:lnTo>
                    <a:pt x="7810736" y="129399"/>
                  </a:lnTo>
                  <a:lnTo>
                    <a:pt x="7810861" y="129399"/>
                  </a:lnTo>
                  <a:lnTo>
                    <a:pt x="7810986" y="129399"/>
                  </a:lnTo>
                  <a:lnTo>
                    <a:pt x="7811111" y="129399"/>
                  </a:lnTo>
                  <a:lnTo>
                    <a:pt x="7811236" y="129399"/>
                  </a:lnTo>
                  <a:lnTo>
                    <a:pt x="7811361" y="129399"/>
                  </a:lnTo>
                  <a:lnTo>
                    <a:pt x="7811486" y="129399"/>
                  </a:lnTo>
                  <a:lnTo>
                    <a:pt x="7811611" y="129399"/>
                  </a:lnTo>
                  <a:lnTo>
                    <a:pt x="7811736" y="129399"/>
                  </a:lnTo>
                  <a:lnTo>
                    <a:pt x="7811861" y="129399"/>
                  </a:lnTo>
                  <a:lnTo>
                    <a:pt x="7811986" y="129399"/>
                  </a:lnTo>
                  <a:lnTo>
                    <a:pt x="7812111" y="129399"/>
                  </a:lnTo>
                  <a:lnTo>
                    <a:pt x="7812236" y="129399"/>
                  </a:lnTo>
                  <a:lnTo>
                    <a:pt x="7812361" y="129399"/>
                  </a:lnTo>
                  <a:lnTo>
                    <a:pt x="7812486" y="129399"/>
                  </a:lnTo>
                  <a:lnTo>
                    <a:pt x="7812611" y="129399"/>
                  </a:lnTo>
                  <a:lnTo>
                    <a:pt x="7812736" y="129399"/>
                  </a:lnTo>
                  <a:lnTo>
                    <a:pt x="7812861" y="129399"/>
                  </a:lnTo>
                  <a:lnTo>
                    <a:pt x="7812986" y="129399"/>
                  </a:lnTo>
                  <a:lnTo>
                    <a:pt x="7813111" y="129399"/>
                  </a:lnTo>
                  <a:lnTo>
                    <a:pt x="7813236" y="129399"/>
                  </a:lnTo>
                  <a:lnTo>
                    <a:pt x="7813361" y="129399"/>
                  </a:lnTo>
                  <a:lnTo>
                    <a:pt x="7813487" y="129399"/>
                  </a:lnTo>
                  <a:lnTo>
                    <a:pt x="7813612" y="129399"/>
                  </a:lnTo>
                  <a:lnTo>
                    <a:pt x="7813737" y="129399"/>
                  </a:lnTo>
                  <a:lnTo>
                    <a:pt x="7813862" y="129399"/>
                  </a:lnTo>
                  <a:lnTo>
                    <a:pt x="7813987" y="129399"/>
                  </a:lnTo>
                  <a:lnTo>
                    <a:pt x="7814112" y="129399"/>
                  </a:lnTo>
                  <a:lnTo>
                    <a:pt x="7814237" y="129399"/>
                  </a:lnTo>
                  <a:lnTo>
                    <a:pt x="7814362" y="129399"/>
                  </a:lnTo>
                  <a:lnTo>
                    <a:pt x="7814487" y="129399"/>
                  </a:lnTo>
                  <a:lnTo>
                    <a:pt x="7814612" y="129399"/>
                  </a:lnTo>
                  <a:lnTo>
                    <a:pt x="7814737" y="129399"/>
                  </a:lnTo>
                  <a:lnTo>
                    <a:pt x="7814862" y="129399"/>
                  </a:lnTo>
                  <a:lnTo>
                    <a:pt x="7814987" y="129399"/>
                  </a:lnTo>
                  <a:lnTo>
                    <a:pt x="7815112" y="129399"/>
                  </a:lnTo>
                  <a:lnTo>
                    <a:pt x="7815237" y="129399"/>
                  </a:lnTo>
                  <a:lnTo>
                    <a:pt x="7815362" y="129399"/>
                  </a:lnTo>
                  <a:lnTo>
                    <a:pt x="7815487" y="129399"/>
                  </a:lnTo>
                  <a:lnTo>
                    <a:pt x="7815612" y="129399"/>
                  </a:lnTo>
                  <a:lnTo>
                    <a:pt x="7815737" y="129399"/>
                  </a:lnTo>
                  <a:lnTo>
                    <a:pt x="7815862" y="129399"/>
                  </a:lnTo>
                  <a:lnTo>
                    <a:pt x="7815987" y="129399"/>
                  </a:lnTo>
                  <a:lnTo>
                    <a:pt x="7816112" y="129399"/>
                  </a:lnTo>
                  <a:lnTo>
                    <a:pt x="7816237" y="129399"/>
                  </a:lnTo>
                  <a:lnTo>
                    <a:pt x="7816362" y="129399"/>
                  </a:lnTo>
                  <a:lnTo>
                    <a:pt x="7816488" y="129399"/>
                  </a:lnTo>
                  <a:lnTo>
                    <a:pt x="7816613" y="129399"/>
                  </a:lnTo>
                  <a:lnTo>
                    <a:pt x="7816738" y="129399"/>
                  </a:lnTo>
                  <a:lnTo>
                    <a:pt x="7816863" y="129399"/>
                  </a:lnTo>
                  <a:lnTo>
                    <a:pt x="7816988" y="129399"/>
                  </a:lnTo>
                  <a:lnTo>
                    <a:pt x="7817113" y="129399"/>
                  </a:lnTo>
                  <a:lnTo>
                    <a:pt x="7817238" y="129399"/>
                  </a:lnTo>
                  <a:lnTo>
                    <a:pt x="7817363" y="129399"/>
                  </a:lnTo>
                  <a:lnTo>
                    <a:pt x="7817488" y="129399"/>
                  </a:lnTo>
                  <a:lnTo>
                    <a:pt x="7817613" y="129399"/>
                  </a:lnTo>
                  <a:lnTo>
                    <a:pt x="7817738" y="129399"/>
                  </a:lnTo>
                  <a:lnTo>
                    <a:pt x="7817863" y="129399"/>
                  </a:lnTo>
                  <a:lnTo>
                    <a:pt x="7817988" y="129399"/>
                  </a:lnTo>
                  <a:lnTo>
                    <a:pt x="7818113" y="129399"/>
                  </a:lnTo>
                  <a:lnTo>
                    <a:pt x="7818238" y="129399"/>
                  </a:lnTo>
                  <a:lnTo>
                    <a:pt x="7818363" y="129399"/>
                  </a:lnTo>
                  <a:lnTo>
                    <a:pt x="7818488" y="129399"/>
                  </a:lnTo>
                  <a:lnTo>
                    <a:pt x="7818613" y="129399"/>
                  </a:lnTo>
                  <a:lnTo>
                    <a:pt x="7818738" y="129399"/>
                  </a:lnTo>
                  <a:lnTo>
                    <a:pt x="7818863" y="129399"/>
                  </a:lnTo>
                  <a:lnTo>
                    <a:pt x="7818988" y="129399"/>
                  </a:lnTo>
                  <a:lnTo>
                    <a:pt x="7819113" y="129399"/>
                  </a:lnTo>
                  <a:lnTo>
                    <a:pt x="7819238" y="129399"/>
                  </a:lnTo>
                  <a:lnTo>
                    <a:pt x="7819363" y="129399"/>
                  </a:lnTo>
                  <a:lnTo>
                    <a:pt x="7819489" y="129399"/>
                  </a:lnTo>
                  <a:lnTo>
                    <a:pt x="7819614" y="129399"/>
                  </a:lnTo>
                  <a:lnTo>
                    <a:pt x="7819739" y="129399"/>
                  </a:lnTo>
                  <a:lnTo>
                    <a:pt x="7819864" y="129399"/>
                  </a:lnTo>
                  <a:lnTo>
                    <a:pt x="7819989" y="129399"/>
                  </a:lnTo>
                  <a:lnTo>
                    <a:pt x="7820114" y="129399"/>
                  </a:lnTo>
                  <a:lnTo>
                    <a:pt x="7820239" y="129399"/>
                  </a:lnTo>
                  <a:lnTo>
                    <a:pt x="7820364" y="129399"/>
                  </a:lnTo>
                  <a:lnTo>
                    <a:pt x="7820489" y="129399"/>
                  </a:lnTo>
                  <a:lnTo>
                    <a:pt x="7820614" y="129399"/>
                  </a:lnTo>
                  <a:lnTo>
                    <a:pt x="7820739" y="129399"/>
                  </a:lnTo>
                  <a:lnTo>
                    <a:pt x="7820864" y="129399"/>
                  </a:lnTo>
                  <a:lnTo>
                    <a:pt x="7820989" y="129399"/>
                  </a:lnTo>
                  <a:lnTo>
                    <a:pt x="7821114" y="129399"/>
                  </a:lnTo>
                  <a:lnTo>
                    <a:pt x="7821239" y="129399"/>
                  </a:lnTo>
                  <a:lnTo>
                    <a:pt x="7821364" y="129399"/>
                  </a:lnTo>
                  <a:lnTo>
                    <a:pt x="7821489" y="129399"/>
                  </a:lnTo>
                  <a:lnTo>
                    <a:pt x="7821614" y="129399"/>
                  </a:lnTo>
                  <a:lnTo>
                    <a:pt x="7821739" y="129399"/>
                  </a:lnTo>
                  <a:lnTo>
                    <a:pt x="7821864" y="129399"/>
                  </a:lnTo>
                  <a:lnTo>
                    <a:pt x="7821989" y="129399"/>
                  </a:lnTo>
                  <a:lnTo>
                    <a:pt x="7822114" y="129399"/>
                  </a:lnTo>
                  <a:lnTo>
                    <a:pt x="7822239" y="129399"/>
                  </a:lnTo>
                  <a:lnTo>
                    <a:pt x="7822364" y="129399"/>
                  </a:lnTo>
                  <a:lnTo>
                    <a:pt x="7822490" y="129399"/>
                  </a:lnTo>
                  <a:lnTo>
                    <a:pt x="7822615" y="129399"/>
                  </a:lnTo>
                  <a:lnTo>
                    <a:pt x="7822740" y="129399"/>
                  </a:lnTo>
                  <a:lnTo>
                    <a:pt x="7822865" y="129399"/>
                  </a:lnTo>
                  <a:lnTo>
                    <a:pt x="7822990" y="129399"/>
                  </a:lnTo>
                  <a:lnTo>
                    <a:pt x="7823115" y="129399"/>
                  </a:lnTo>
                  <a:lnTo>
                    <a:pt x="7823240" y="129399"/>
                  </a:lnTo>
                  <a:lnTo>
                    <a:pt x="7823365" y="129399"/>
                  </a:lnTo>
                  <a:lnTo>
                    <a:pt x="7823490" y="129399"/>
                  </a:lnTo>
                  <a:lnTo>
                    <a:pt x="7823615" y="129399"/>
                  </a:lnTo>
                  <a:lnTo>
                    <a:pt x="7823740" y="129399"/>
                  </a:lnTo>
                  <a:lnTo>
                    <a:pt x="7823865" y="129399"/>
                  </a:lnTo>
                  <a:lnTo>
                    <a:pt x="7823990" y="129399"/>
                  </a:lnTo>
                  <a:lnTo>
                    <a:pt x="7824115" y="129399"/>
                  </a:lnTo>
                  <a:lnTo>
                    <a:pt x="7824240" y="129399"/>
                  </a:lnTo>
                  <a:lnTo>
                    <a:pt x="7824365" y="129399"/>
                  </a:lnTo>
                  <a:lnTo>
                    <a:pt x="7824490" y="129399"/>
                  </a:lnTo>
                  <a:lnTo>
                    <a:pt x="7824615" y="129399"/>
                  </a:lnTo>
                  <a:lnTo>
                    <a:pt x="7824740" y="129399"/>
                  </a:lnTo>
                  <a:lnTo>
                    <a:pt x="7824865" y="129399"/>
                  </a:lnTo>
                  <a:lnTo>
                    <a:pt x="7824990" y="129399"/>
                  </a:lnTo>
                  <a:lnTo>
                    <a:pt x="7825115" y="129399"/>
                  </a:lnTo>
                  <a:lnTo>
                    <a:pt x="7825240" y="129399"/>
                  </a:lnTo>
                  <a:lnTo>
                    <a:pt x="7825365" y="129399"/>
                  </a:lnTo>
                  <a:lnTo>
                    <a:pt x="7825491" y="129399"/>
                  </a:lnTo>
                  <a:lnTo>
                    <a:pt x="7825616" y="129399"/>
                  </a:lnTo>
                  <a:lnTo>
                    <a:pt x="7825741" y="129399"/>
                  </a:lnTo>
                  <a:lnTo>
                    <a:pt x="7825866" y="129399"/>
                  </a:lnTo>
                  <a:lnTo>
                    <a:pt x="7825991" y="129399"/>
                  </a:lnTo>
                  <a:lnTo>
                    <a:pt x="7826116" y="129399"/>
                  </a:lnTo>
                  <a:lnTo>
                    <a:pt x="7826241" y="129399"/>
                  </a:lnTo>
                  <a:lnTo>
                    <a:pt x="7826366" y="129399"/>
                  </a:lnTo>
                  <a:lnTo>
                    <a:pt x="7826491" y="129399"/>
                  </a:lnTo>
                  <a:lnTo>
                    <a:pt x="7826616" y="129399"/>
                  </a:lnTo>
                  <a:lnTo>
                    <a:pt x="7826741" y="129399"/>
                  </a:lnTo>
                  <a:lnTo>
                    <a:pt x="7826866" y="129399"/>
                  </a:lnTo>
                  <a:lnTo>
                    <a:pt x="7826991" y="129399"/>
                  </a:lnTo>
                  <a:lnTo>
                    <a:pt x="7827116" y="129399"/>
                  </a:lnTo>
                  <a:lnTo>
                    <a:pt x="7827241" y="129399"/>
                  </a:lnTo>
                  <a:lnTo>
                    <a:pt x="7827366" y="129399"/>
                  </a:lnTo>
                  <a:lnTo>
                    <a:pt x="7827491" y="129399"/>
                  </a:lnTo>
                  <a:lnTo>
                    <a:pt x="7827616" y="129399"/>
                  </a:lnTo>
                  <a:lnTo>
                    <a:pt x="7827741" y="129399"/>
                  </a:lnTo>
                  <a:lnTo>
                    <a:pt x="7827866" y="129399"/>
                  </a:lnTo>
                  <a:lnTo>
                    <a:pt x="7827991" y="129399"/>
                  </a:lnTo>
                  <a:lnTo>
                    <a:pt x="7828116" y="129399"/>
                  </a:lnTo>
                  <a:lnTo>
                    <a:pt x="7828241" y="129399"/>
                  </a:lnTo>
                  <a:lnTo>
                    <a:pt x="7828366" y="129399"/>
                  </a:lnTo>
                  <a:lnTo>
                    <a:pt x="7828492" y="129399"/>
                  </a:lnTo>
                  <a:lnTo>
                    <a:pt x="7828617" y="129399"/>
                  </a:lnTo>
                  <a:lnTo>
                    <a:pt x="7828742" y="129399"/>
                  </a:lnTo>
                  <a:lnTo>
                    <a:pt x="7828867" y="129399"/>
                  </a:lnTo>
                  <a:lnTo>
                    <a:pt x="7828992" y="129399"/>
                  </a:lnTo>
                  <a:lnTo>
                    <a:pt x="7829117" y="129399"/>
                  </a:lnTo>
                  <a:lnTo>
                    <a:pt x="7829242" y="129399"/>
                  </a:lnTo>
                  <a:lnTo>
                    <a:pt x="7829367" y="129399"/>
                  </a:lnTo>
                  <a:lnTo>
                    <a:pt x="7829492" y="129399"/>
                  </a:lnTo>
                  <a:lnTo>
                    <a:pt x="7829617" y="129399"/>
                  </a:lnTo>
                  <a:lnTo>
                    <a:pt x="7829742" y="129399"/>
                  </a:lnTo>
                  <a:lnTo>
                    <a:pt x="7829867" y="129399"/>
                  </a:lnTo>
                  <a:lnTo>
                    <a:pt x="7829992" y="129399"/>
                  </a:lnTo>
                  <a:lnTo>
                    <a:pt x="7830117" y="129399"/>
                  </a:lnTo>
                  <a:lnTo>
                    <a:pt x="7830242" y="129399"/>
                  </a:lnTo>
                  <a:lnTo>
                    <a:pt x="7830367" y="129399"/>
                  </a:lnTo>
                  <a:lnTo>
                    <a:pt x="7830492" y="129399"/>
                  </a:lnTo>
                  <a:lnTo>
                    <a:pt x="7830617" y="129399"/>
                  </a:lnTo>
                  <a:lnTo>
                    <a:pt x="7830742" y="129399"/>
                  </a:lnTo>
                  <a:lnTo>
                    <a:pt x="7830867" y="129399"/>
                  </a:lnTo>
                  <a:lnTo>
                    <a:pt x="7830992" y="129399"/>
                  </a:lnTo>
                  <a:lnTo>
                    <a:pt x="7831117" y="129399"/>
                  </a:lnTo>
                  <a:lnTo>
                    <a:pt x="7831242" y="129399"/>
                  </a:lnTo>
                  <a:lnTo>
                    <a:pt x="7831367" y="129399"/>
                  </a:lnTo>
                  <a:lnTo>
                    <a:pt x="7831493" y="129399"/>
                  </a:lnTo>
                  <a:lnTo>
                    <a:pt x="7831618" y="129399"/>
                  </a:lnTo>
                  <a:lnTo>
                    <a:pt x="7831743" y="129399"/>
                  </a:lnTo>
                  <a:lnTo>
                    <a:pt x="7831868" y="129399"/>
                  </a:lnTo>
                  <a:lnTo>
                    <a:pt x="7831993" y="129399"/>
                  </a:lnTo>
                  <a:lnTo>
                    <a:pt x="7832118" y="129399"/>
                  </a:lnTo>
                  <a:lnTo>
                    <a:pt x="7832243" y="129399"/>
                  </a:lnTo>
                  <a:lnTo>
                    <a:pt x="7832368" y="129399"/>
                  </a:lnTo>
                  <a:lnTo>
                    <a:pt x="7832493" y="129399"/>
                  </a:lnTo>
                  <a:lnTo>
                    <a:pt x="7832618" y="129399"/>
                  </a:lnTo>
                  <a:lnTo>
                    <a:pt x="7832743" y="129399"/>
                  </a:lnTo>
                  <a:lnTo>
                    <a:pt x="7832868" y="129399"/>
                  </a:lnTo>
                  <a:lnTo>
                    <a:pt x="7832993" y="129399"/>
                  </a:lnTo>
                  <a:lnTo>
                    <a:pt x="7833118" y="129399"/>
                  </a:lnTo>
                  <a:lnTo>
                    <a:pt x="7833243" y="129399"/>
                  </a:lnTo>
                  <a:lnTo>
                    <a:pt x="7833368" y="129399"/>
                  </a:lnTo>
                  <a:lnTo>
                    <a:pt x="7833493" y="129399"/>
                  </a:lnTo>
                  <a:lnTo>
                    <a:pt x="7833618" y="129399"/>
                  </a:lnTo>
                  <a:lnTo>
                    <a:pt x="7833743" y="129399"/>
                  </a:lnTo>
                  <a:lnTo>
                    <a:pt x="7833868" y="129399"/>
                  </a:lnTo>
                  <a:lnTo>
                    <a:pt x="7833993" y="129399"/>
                  </a:lnTo>
                  <a:lnTo>
                    <a:pt x="7834118" y="129399"/>
                  </a:lnTo>
                  <a:lnTo>
                    <a:pt x="7834243" y="129399"/>
                  </a:lnTo>
                  <a:lnTo>
                    <a:pt x="7834368" y="129399"/>
                  </a:lnTo>
                  <a:lnTo>
                    <a:pt x="7834494" y="129399"/>
                  </a:lnTo>
                  <a:lnTo>
                    <a:pt x="7834619" y="129399"/>
                  </a:lnTo>
                  <a:lnTo>
                    <a:pt x="7834744" y="129399"/>
                  </a:lnTo>
                  <a:lnTo>
                    <a:pt x="7834869" y="129399"/>
                  </a:lnTo>
                  <a:lnTo>
                    <a:pt x="7834994" y="129399"/>
                  </a:lnTo>
                  <a:lnTo>
                    <a:pt x="7835119" y="129399"/>
                  </a:lnTo>
                  <a:lnTo>
                    <a:pt x="7835244" y="129399"/>
                  </a:lnTo>
                  <a:lnTo>
                    <a:pt x="7835369" y="129399"/>
                  </a:lnTo>
                  <a:lnTo>
                    <a:pt x="7835494" y="129399"/>
                  </a:lnTo>
                  <a:lnTo>
                    <a:pt x="7835619" y="129399"/>
                  </a:lnTo>
                  <a:lnTo>
                    <a:pt x="7835744" y="129399"/>
                  </a:lnTo>
                  <a:lnTo>
                    <a:pt x="7835869" y="129399"/>
                  </a:lnTo>
                  <a:lnTo>
                    <a:pt x="7835994" y="129399"/>
                  </a:lnTo>
                  <a:lnTo>
                    <a:pt x="7836119" y="129399"/>
                  </a:lnTo>
                  <a:lnTo>
                    <a:pt x="7836244" y="129399"/>
                  </a:lnTo>
                  <a:lnTo>
                    <a:pt x="7836369" y="129399"/>
                  </a:lnTo>
                  <a:lnTo>
                    <a:pt x="7836494" y="129399"/>
                  </a:lnTo>
                  <a:lnTo>
                    <a:pt x="7836619" y="129399"/>
                  </a:lnTo>
                  <a:lnTo>
                    <a:pt x="7836744" y="129399"/>
                  </a:lnTo>
                  <a:lnTo>
                    <a:pt x="7836869" y="129399"/>
                  </a:lnTo>
                  <a:lnTo>
                    <a:pt x="7836994" y="129399"/>
                  </a:lnTo>
                  <a:lnTo>
                    <a:pt x="7837119" y="129399"/>
                  </a:lnTo>
                  <a:lnTo>
                    <a:pt x="7837244" y="129399"/>
                  </a:lnTo>
                  <a:lnTo>
                    <a:pt x="7837369" y="129399"/>
                  </a:lnTo>
                  <a:lnTo>
                    <a:pt x="7837495" y="129399"/>
                  </a:lnTo>
                  <a:lnTo>
                    <a:pt x="7837620" y="129399"/>
                  </a:lnTo>
                  <a:lnTo>
                    <a:pt x="7837745" y="129399"/>
                  </a:lnTo>
                  <a:lnTo>
                    <a:pt x="7837870" y="129399"/>
                  </a:lnTo>
                  <a:lnTo>
                    <a:pt x="7837995" y="129399"/>
                  </a:lnTo>
                  <a:lnTo>
                    <a:pt x="7838120" y="129399"/>
                  </a:lnTo>
                  <a:lnTo>
                    <a:pt x="7838245" y="129399"/>
                  </a:lnTo>
                  <a:lnTo>
                    <a:pt x="7838370" y="129399"/>
                  </a:lnTo>
                  <a:lnTo>
                    <a:pt x="7838495" y="129399"/>
                  </a:lnTo>
                  <a:lnTo>
                    <a:pt x="7838620" y="129399"/>
                  </a:lnTo>
                  <a:lnTo>
                    <a:pt x="7838745" y="129399"/>
                  </a:lnTo>
                  <a:lnTo>
                    <a:pt x="7838870" y="129399"/>
                  </a:lnTo>
                  <a:lnTo>
                    <a:pt x="7838995" y="129399"/>
                  </a:lnTo>
                  <a:lnTo>
                    <a:pt x="7839120" y="129399"/>
                  </a:lnTo>
                  <a:lnTo>
                    <a:pt x="7839245" y="129399"/>
                  </a:lnTo>
                  <a:lnTo>
                    <a:pt x="7839370" y="129399"/>
                  </a:lnTo>
                  <a:lnTo>
                    <a:pt x="7839495" y="129399"/>
                  </a:lnTo>
                  <a:lnTo>
                    <a:pt x="7839620" y="129399"/>
                  </a:lnTo>
                  <a:lnTo>
                    <a:pt x="7839745" y="129399"/>
                  </a:lnTo>
                  <a:lnTo>
                    <a:pt x="7839870" y="129399"/>
                  </a:lnTo>
                  <a:lnTo>
                    <a:pt x="7839995" y="129399"/>
                  </a:lnTo>
                  <a:lnTo>
                    <a:pt x="7840120" y="129399"/>
                  </a:lnTo>
                  <a:lnTo>
                    <a:pt x="7840245" y="129399"/>
                  </a:lnTo>
                  <a:lnTo>
                    <a:pt x="7840371" y="129399"/>
                  </a:lnTo>
                  <a:lnTo>
                    <a:pt x="7840496" y="129399"/>
                  </a:lnTo>
                  <a:lnTo>
                    <a:pt x="7840621" y="129399"/>
                  </a:lnTo>
                  <a:lnTo>
                    <a:pt x="7840746" y="129399"/>
                  </a:lnTo>
                  <a:lnTo>
                    <a:pt x="7840871" y="129399"/>
                  </a:lnTo>
                  <a:lnTo>
                    <a:pt x="7840996" y="129399"/>
                  </a:lnTo>
                  <a:lnTo>
                    <a:pt x="7841121" y="129399"/>
                  </a:lnTo>
                  <a:lnTo>
                    <a:pt x="7841246" y="129399"/>
                  </a:lnTo>
                  <a:lnTo>
                    <a:pt x="7841371" y="129399"/>
                  </a:lnTo>
                  <a:lnTo>
                    <a:pt x="7841496" y="129399"/>
                  </a:lnTo>
                  <a:lnTo>
                    <a:pt x="7841621" y="129399"/>
                  </a:lnTo>
                  <a:lnTo>
                    <a:pt x="7841746" y="129399"/>
                  </a:lnTo>
                  <a:lnTo>
                    <a:pt x="7841871" y="129399"/>
                  </a:lnTo>
                  <a:lnTo>
                    <a:pt x="7841996" y="129399"/>
                  </a:lnTo>
                  <a:lnTo>
                    <a:pt x="7842121" y="129399"/>
                  </a:lnTo>
                  <a:lnTo>
                    <a:pt x="7842246" y="129399"/>
                  </a:lnTo>
                  <a:lnTo>
                    <a:pt x="7842371" y="129399"/>
                  </a:lnTo>
                  <a:lnTo>
                    <a:pt x="7842496" y="129399"/>
                  </a:lnTo>
                  <a:lnTo>
                    <a:pt x="7842621" y="129399"/>
                  </a:lnTo>
                  <a:lnTo>
                    <a:pt x="7842746" y="129399"/>
                  </a:lnTo>
                  <a:lnTo>
                    <a:pt x="7842871" y="129399"/>
                  </a:lnTo>
                  <a:lnTo>
                    <a:pt x="7842996" y="129399"/>
                  </a:lnTo>
                  <a:lnTo>
                    <a:pt x="7843121" y="129399"/>
                  </a:lnTo>
                  <a:lnTo>
                    <a:pt x="7843246" y="129399"/>
                  </a:lnTo>
                  <a:lnTo>
                    <a:pt x="7843372" y="129399"/>
                  </a:lnTo>
                  <a:lnTo>
                    <a:pt x="7843497" y="129399"/>
                  </a:lnTo>
                  <a:lnTo>
                    <a:pt x="7843622" y="129399"/>
                  </a:lnTo>
                  <a:lnTo>
                    <a:pt x="7843747" y="129399"/>
                  </a:lnTo>
                  <a:lnTo>
                    <a:pt x="7843872" y="129399"/>
                  </a:lnTo>
                  <a:lnTo>
                    <a:pt x="7843997" y="129399"/>
                  </a:lnTo>
                  <a:lnTo>
                    <a:pt x="7844122" y="129399"/>
                  </a:lnTo>
                  <a:lnTo>
                    <a:pt x="7844247" y="129399"/>
                  </a:lnTo>
                  <a:lnTo>
                    <a:pt x="7844372" y="129399"/>
                  </a:lnTo>
                  <a:lnTo>
                    <a:pt x="7844497" y="129399"/>
                  </a:lnTo>
                  <a:lnTo>
                    <a:pt x="7844622" y="129399"/>
                  </a:lnTo>
                  <a:lnTo>
                    <a:pt x="7844747" y="129399"/>
                  </a:lnTo>
                  <a:lnTo>
                    <a:pt x="7844872" y="129399"/>
                  </a:lnTo>
                  <a:lnTo>
                    <a:pt x="7844997" y="129399"/>
                  </a:lnTo>
                  <a:lnTo>
                    <a:pt x="7845122" y="129399"/>
                  </a:lnTo>
                  <a:lnTo>
                    <a:pt x="7845247" y="129399"/>
                  </a:lnTo>
                  <a:lnTo>
                    <a:pt x="7845372" y="129399"/>
                  </a:lnTo>
                  <a:lnTo>
                    <a:pt x="7845497" y="129399"/>
                  </a:lnTo>
                  <a:lnTo>
                    <a:pt x="7845622" y="129399"/>
                  </a:lnTo>
                  <a:lnTo>
                    <a:pt x="7845747" y="129399"/>
                  </a:lnTo>
                  <a:lnTo>
                    <a:pt x="7845872" y="129399"/>
                  </a:lnTo>
                  <a:lnTo>
                    <a:pt x="7845997" y="129399"/>
                  </a:lnTo>
                  <a:lnTo>
                    <a:pt x="7846122" y="129399"/>
                  </a:lnTo>
                  <a:lnTo>
                    <a:pt x="7846247" y="129399"/>
                  </a:lnTo>
                  <a:lnTo>
                    <a:pt x="7846373" y="129399"/>
                  </a:lnTo>
                  <a:lnTo>
                    <a:pt x="7846498" y="129399"/>
                  </a:lnTo>
                  <a:lnTo>
                    <a:pt x="7846623" y="129399"/>
                  </a:lnTo>
                  <a:lnTo>
                    <a:pt x="7846748" y="129399"/>
                  </a:lnTo>
                  <a:lnTo>
                    <a:pt x="7846873" y="129399"/>
                  </a:lnTo>
                  <a:lnTo>
                    <a:pt x="7846998" y="129399"/>
                  </a:lnTo>
                  <a:lnTo>
                    <a:pt x="7847123" y="129399"/>
                  </a:lnTo>
                  <a:lnTo>
                    <a:pt x="7847248" y="129399"/>
                  </a:lnTo>
                  <a:lnTo>
                    <a:pt x="7847373" y="129399"/>
                  </a:lnTo>
                  <a:lnTo>
                    <a:pt x="7847498" y="129399"/>
                  </a:lnTo>
                  <a:lnTo>
                    <a:pt x="7847623" y="129399"/>
                  </a:lnTo>
                  <a:lnTo>
                    <a:pt x="7847748" y="129399"/>
                  </a:lnTo>
                  <a:lnTo>
                    <a:pt x="7847873" y="129399"/>
                  </a:lnTo>
                  <a:lnTo>
                    <a:pt x="7847998" y="129399"/>
                  </a:lnTo>
                  <a:lnTo>
                    <a:pt x="7848123" y="129399"/>
                  </a:lnTo>
                  <a:lnTo>
                    <a:pt x="7848248" y="129399"/>
                  </a:lnTo>
                  <a:lnTo>
                    <a:pt x="7848373" y="129399"/>
                  </a:lnTo>
                  <a:lnTo>
                    <a:pt x="7848498" y="129399"/>
                  </a:lnTo>
                  <a:lnTo>
                    <a:pt x="7848623" y="129399"/>
                  </a:lnTo>
                  <a:lnTo>
                    <a:pt x="7848748" y="129399"/>
                  </a:lnTo>
                  <a:lnTo>
                    <a:pt x="7848873" y="129399"/>
                  </a:lnTo>
                  <a:lnTo>
                    <a:pt x="7848998" y="129399"/>
                  </a:lnTo>
                  <a:lnTo>
                    <a:pt x="7849123" y="129399"/>
                  </a:lnTo>
                  <a:lnTo>
                    <a:pt x="7849248" y="129399"/>
                  </a:lnTo>
                  <a:lnTo>
                    <a:pt x="7849374" y="129399"/>
                  </a:lnTo>
                  <a:lnTo>
                    <a:pt x="7849499" y="129399"/>
                  </a:lnTo>
                  <a:lnTo>
                    <a:pt x="7849624" y="129399"/>
                  </a:lnTo>
                  <a:lnTo>
                    <a:pt x="7849749" y="129399"/>
                  </a:lnTo>
                  <a:lnTo>
                    <a:pt x="7849874" y="129399"/>
                  </a:lnTo>
                  <a:lnTo>
                    <a:pt x="7849999" y="129399"/>
                  </a:lnTo>
                  <a:lnTo>
                    <a:pt x="7850124" y="129399"/>
                  </a:lnTo>
                  <a:lnTo>
                    <a:pt x="7850249" y="129399"/>
                  </a:lnTo>
                  <a:lnTo>
                    <a:pt x="7850374" y="129399"/>
                  </a:lnTo>
                  <a:lnTo>
                    <a:pt x="7850499" y="129399"/>
                  </a:lnTo>
                  <a:lnTo>
                    <a:pt x="7850624" y="129399"/>
                  </a:lnTo>
                  <a:lnTo>
                    <a:pt x="7850749" y="129399"/>
                  </a:lnTo>
                  <a:lnTo>
                    <a:pt x="7850874" y="129399"/>
                  </a:lnTo>
                  <a:lnTo>
                    <a:pt x="7850999" y="129399"/>
                  </a:lnTo>
                  <a:lnTo>
                    <a:pt x="7851124" y="129399"/>
                  </a:lnTo>
                  <a:lnTo>
                    <a:pt x="7851249" y="129399"/>
                  </a:lnTo>
                  <a:lnTo>
                    <a:pt x="7851374" y="129399"/>
                  </a:lnTo>
                  <a:lnTo>
                    <a:pt x="7851499" y="129399"/>
                  </a:lnTo>
                  <a:lnTo>
                    <a:pt x="7851624" y="129399"/>
                  </a:lnTo>
                  <a:lnTo>
                    <a:pt x="7851749" y="129399"/>
                  </a:lnTo>
                  <a:lnTo>
                    <a:pt x="7851874" y="129399"/>
                  </a:lnTo>
                  <a:lnTo>
                    <a:pt x="7851999" y="129399"/>
                  </a:lnTo>
                  <a:lnTo>
                    <a:pt x="7852124" y="129399"/>
                  </a:lnTo>
                  <a:lnTo>
                    <a:pt x="7852249" y="129399"/>
                  </a:lnTo>
                  <a:lnTo>
                    <a:pt x="7852375" y="129399"/>
                  </a:lnTo>
                  <a:lnTo>
                    <a:pt x="7852500" y="129399"/>
                  </a:lnTo>
                  <a:lnTo>
                    <a:pt x="7852625" y="129399"/>
                  </a:lnTo>
                  <a:lnTo>
                    <a:pt x="7852750" y="129399"/>
                  </a:lnTo>
                  <a:lnTo>
                    <a:pt x="7852875" y="129399"/>
                  </a:lnTo>
                  <a:lnTo>
                    <a:pt x="7853000" y="129399"/>
                  </a:lnTo>
                  <a:lnTo>
                    <a:pt x="7853125" y="129399"/>
                  </a:lnTo>
                  <a:lnTo>
                    <a:pt x="7853250" y="129399"/>
                  </a:lnTo>
                  <a:lnTo>
                    <a:pt x="7853375" y="129399"/>
                  </a:lnTo>
                  <a:lnTo>
                    <a:pt x="7853500" y="129399"/>
                  </a:lnTo>
                  <a:lnTo>
                    <a:pt x="7853625" y="129399"/>
                  </a:lnTo>
                  <a:lnTo>
                    <a:pt x="7853750" y="129399"/>
                  </a:lnTo>
                  <a:lnTo>
                    <a:pt x="7853875" y="129399"/>
                  </a:lnTo>
                  <a:lnTo>
                    <a:pt x="7854000" y="129399"/>
                  </a:lnTo>
                  <a:lnTo>
                    <a:pt x="7854125" y="129399"/>
                  </a:lnTo>
                  <a:lnTo>
                    <a:pt x="7854250" y="129399"/>
                  </a:lnTo>
                  <a:lnTo>
                    <a:pt x="7854375" y="129399"/>
                  </a:lnTo>
                  <a:lnTo>
                    <a:pt x="7854500" y="129399"/>
                  </a:lnTo>
                  <a:lnTo>
                    <a:pt x="7854625" y="129399"/>
                  </a:lnTo>
                  <a:lnTo>
                    <a:pt x="7854750" y="129399"/>
                  </a:lnTo>
                  <a:lnTo>
                    <a:pt x="7854875" y="129399"/>
                  </a:lnTo>
                  <a:lnTo>
                    <a:pt x="7855000" y="129399"/>
                  </a:lnTo>
                  <a:lnTo>
                    <a:pt x="7855125" y="129399"/>
                  </a:lnTo>
                  <a:lnTo>
                    <a:pt x="7855250" y="129399"/>
                  </a:lnTo>
                  <a:lnTo>
                    <a:pt x="7855376" y="129399"/>
                  </a:lnTo>
                  <a:lnTo>
                    <a:pt x="7855501" y="129399"/>
                  </a:lnTo>
                  <a:lnTo>
                    <a:pt x="7855626" y="129399"/>
                  </a:lnTo>
                  <a:lnTo>
                    <a:pt x="7855751" y="129399"/>
                  </a:lnTo>
                  <a:lnTo>
                    <a:pt x="7855876" y="129399"/>
                  </a:lnTo>
                  <a:lnTo>
                    <a:pt x="7856001" y="129399"/>
                  </a:lnTo>
                  <a:lnTo>
                    <a:pt x="7856126" y="129399"/>
                  </a:lnTo>
                  <a:lnTo>
                    <a:pt x="7856251" y="129399"/>
                  </a:lnTo>
                  <a:lnTo>
                    <a:pt x="7856376" y="129399"/>
                  </a:lnTo>
                  <a:lnTo>
                    <a:pt x="7856501" y="129399"/>
                  </a:lnTo>
                  <a:lnTo>
                    <a:pt x="7856626" y="129399"/>
                  </a:lnTo>
                  <a:lnTo>
                    <a:pt x="7856751" y="129399"/>
                  </a:lnTo>
                  <a:lnTo>
                    <a:pt x="7856876" y="129399"/>
                  </a:lnTo>
                  <a:lnTo>
                    <a:pt x="7857001" y="129399"/>
                  </a:lnTo>
                  <a:lnTo>
                    <a:pt x="7857126" y="129399"/>
                  </a:lnTo>
                  <a:lnTo>
                    <a:pt x="7857251" y="129399"/>
                  </a:lnTo>
                  <a:lnTo>
                    <a:pt x="7857376" y="129399"/>
                  </a:lnTo>
                  <a:lnTo>
                    <a:pt x="7857501" y="129399"/>
                  </a:lnTo>
                  <a:lnTo>
                    <a:pt x="7857626" y="129399"/>
                  </a:lnTo>
                  <a:lnTo>
                    <a:pt x="7857751" y="129399"/>
                  </a:lnTo>
                  <a:lnTo>
                    <a:pt x="7857876" y="129399"/>
                  </a:lnTo>
                  <a:lnTo>
                    <a:pt x="7858001" y="129399"/>
                  </a:lnTo>
                  <a:lnTo>
                    <a:pt x="7858126" y="129399"/>
                  </a:lnTo>
                  <a:lnTo>
                    <a:pt x="7858251" y="129399"/>
                  </a:lnTo>
                  <a:lnTo>
                    <a:pt x="7858377" y="129399"/>
                  </a:lnTo>
                  <a:lnTo>
                    <a:pt x="7858502" y="129399"/>
                  </a:lnTo>
                  <a:lnTo>
                    <a:pt x="7858627" y="129399"/>
                  </a:lnTo>
                  <a:lnTo>
                    <a:pt x="7858752" y="129399"/>
                  </a:lnTo>
                  <a:lnTo>
                    <a:pt x="7858877" y="129399"/>
                  </a:lnTo>
                  <a:lnTo>
                    <a:pt x="7859002" y="129399"/>
                  </a:lnTo>
                  <a:lnTo>
                    <a:pt x="7859127" y="129399"/>
                  </a:lnTo>
                  <a:lnTo>
                    <a:pt x="7859252" y="129399"/>
                  </a:lnTo>
                  <a:lnTo>
                    <a:pt x="7859377" y="129399"/>
                  </a:lnTo>
                  <a:lnTo>
                    <a:pt x="7859502" y="129399"/>
                  </a:lnTo>
                  <a:lnTo>
                    <a:pt x="7859627" y="129399"/>
                  </a:lnTo>
                  <a:lnTo>
                    <a:pt x="7859752" y="129399"/>
                  </a:lnTo>
                  <a:lnTo>
                    <a:pt x="7859877" y="129399"/>
                  </a:lnTo>
                  <a:lnTo>
                    <a:pt x="7860002" y="129399"/>
                  </a:lnTo>
                  <a:lnTo>
                    <a:pt x="7860127" y="129399"/>
                  </a:lnTo>
                  <a:lnTo>
                    <a:pt x="7860252" y="129399"/>
                  </a:lnTo>
                  <a:lnTo>
                    <a:pt x="7860377" y="129399"/>
                  </a:lnTo>
                  <a:lnTo>
                    <a:pt x="7860502" y="129399"/>
                  </a:lnTo>
                  <a:lnTo>
                    <a:pt x="7860627" y="129399"/>
                  </a:lnTo>
                  <a:lnTo>
                    <a:pt x="7860752" y="129399"/>
                  </a:lnTo>
                  <a:lnTo>
                    <a:pt x="7860877" y="129399"/>
                  </a:lnTo>
                  <a:lnTo>
                    <a:pt x="7861002" y="129399"/>
                  </a:lnTo>
                  <a:lnTo>
                    <a:pt x="7861127" y="129399"/>
                  </a:lnTo>
                  <a:lnTo>
                    <a:pt x="7861252" y="129399"/>
                  </a:lnTo>
                  <a:lnTo>
                    <a:pt x="7861378" y="129399"/>
                  </a:lnTo>
                  <a:lnTo>
                    <a:pt x="7861503" y="129399"/>
                  </a:lnTo>
                  <a:lnTo>
                    <a:pt x="7861628" y="129399"/>
                  </a:lnTo>
                  <a:lnTo>
                    <a:pt x="7861753" y="129399"/>
                  </a:lnTo>
                  <a:lnTo>
                    <a:pt x="7861878" y="129399"/>
                  </a:lnTo>
                  <a:lnTo>
                    <a:pt x="7862003" y="129399"/>
                  </a:lnTo>
                  <a:lnTo>
                    <a:pt x="7862128" y="129399"/>
                  </a:lnTo>
                  <a:lnTo>
                    <a:pt x="7862253" y="129399"/>
                  </a:lnTo>
                  <a:lnTo>
                    <a:pt x="7862378" y="129399"/>
                  </a:lnTo>
                  <a:lnTo>
                    <a:pt x="7862503" y="129399"/>
                  </a:lnTo>
                  <a:lnTo>
                    <a:pt x="7862628" y="129399"/>
                  </a:lnTo>
                  <a:lnTo>
                    <a:pt x="7862753" y="129399"/>
                  </a:lnTo>
                  <a:lnTo>
                    <a:pt x="7862878" y="129399"/>
                  </a:lnTo>
                  <a:lnTo>
                    <a:pt x="7863003" y="129399"/>
                  </a:lnTo>
                  <a:lnTo>
                    <a:pt x="7863128" y="129399"/>
                  </a:lnTo>
                  <a:lnTo>
                    <a:pt x="7863253" y="129399"/>
                  </a:lnTo>
                  <a:lnTo>
                    <a:pt x="7863378" y="129399"/>
                  </a:lnTo>
                  <a:lnTo>
                    <a:pt x="7863503" y="129399"/>
                  </a:lnTo>
                  <a:lnTo>
                    <a:pt x="7863628" y="129399"/>
                  </a:lnTo>
                  <a:lnTo>
                    <a:pt x="7863753" y="129399"/>
                  </a:lnTo>
                  <a:lnTo>
                    <a:pt x="7863878" y="129399"/>
                  </a:lnTo>
                  <a:lnTo>
                    <a:pt x="7864003" y="129399"/>
                  </a:lnTo>
                  <a:lnTo>
                    <a:pt x="7864128" y="129399"/>
                  </a:lnTo>
                  <a:lnTo>
                    <a:pt x="7864253" y="129399"/>
                  </a:lnTo>
                  <a:lnTo>
                    <a:pt x="7864379" y="129399"/>
                  </a:lnTo>
                  <a:lnTo>
                    <a:pt x="7864504" y="129399"/>
                  </a:lnTo>
                  <a:lnTo>
                    <a:pt x="7864629" y="129399"/>
                  </a:lnTo>
                  <a:lnTo>
                    <a:pt x="7864754" y="129399"/>
                  </a:lnTo>
                  <a:lnTo>
                    <a:pt x="7864879" y="129399"/>
                  </a:lnTo>
                  <a:lnTo>
                    <a:pt x="7865004" y="129399"/>
                  </a:lnTo>
                  <a:lnTo>
                    <a:pt x="7865129" y="129399"/>
                  </a:lnTo>
                  <a:lnTo>
                    <a:pt x="7865254" y="129399"/>
                  </a:lnTo>
                  <a:lnTo>
                    <a:pt x="7865379" y="129399"/>
                  </a:lnTo>
                  <a:lnTo>
                    <a:pt x="7865504" y="129399"/>
                  </a:lnTo>
                  <a:lnTo>
                    <a:pt x="7865629" y="129399"/>
                  </a:lnTo>
                  <a:lnTo>
                    <a:pt x="7865754" y="129399"/>
                  </a:lnTo>
                  <a:lnTo>
                    <a:pt x="7865879" y="129399"/>
                  </a:lnTo>
                  <a:lnTo>
                    <a:pt x="7866004" y="129399"/>
                  </a:lnTo>
                  <a:lnTo>
                    <a:pt x="7866129" y="129399"/>
                  </a:lnTo>
                  <a:lnTo>
                    <a:pt x="7866254" y="129399"/>
                  </a:lnTo>
                  <a:lnTo>
                    <a:pt x="7866379" y="129399"/>
                  </a:lnTo>
                  <a:lnTo>
                    <a:pt x="7866504" y="129399"/>
                  </a:lnTo>
                  <a:lnTo>
                    <a:pt x="7866629" y="129399"/>
                  </a:lnTo>
                  <a:lnTo>
                    <a:pt x="7866754" y="129399"/>
                  </a:lnTo>
                  <a:lnTo>
                    <a:pt x="7866879" y="129399"/>
                  </a:lnTo>
                  <a:lnTo>
                    <a:pt x="7867004" y="129399"/>
                  </a:lnTo>
                  <a:lnTo>
                    <a:pt x="7867129" y="129399"/>
                  </a:lnTo>
                  <a:lnTo>
                    <a:pt x="7867254" y="129399"/>
                  </a:lnTo>
                  <a:lnTo>
                    <a:pt x="7867380" y="129399"/>
                  </a:lnTo>
                  <a:lnTo>
                    <a:pt x="7867505" y="129399"/>
                  </a:lnTo>
                  <a:lnTo>
                    <a:pt x="7867630" y="129399"/>
                  </a:lnTo>
                  <a:lnTo>
                    <a:pt x="7867755" y="129399"/>
                  </a:lnTo>
                  <a:lnTo>
                    <a:pt x="7867880" y="129399"/>
                  </a:lnTo>
                  <a:lnTo>
                    <a:pt x="7868005" y="129399"/>
                  </a:lnTo>
                  <a:lnTo>
                    <a:pt x="7868130" y="129399"/>
                  </a:lnTo>
                  <a:lnTo>
                    <a:pt x="7868255" y="129399"/>
                  </a:lnTo>
                  <a:lnTo>
                    <a:pt x="7868380" y="129399"/>
                  </a:lnTo>
                  <a:lnTo>
                    <a:pt x="7868505" y="129399"/>
                  </a:lnTo>
                  <a:lnTo>
                    <a:pt x="7868630" y="129399"/>
                  </a:lnTo>
                  <a:lnTo>
                    <a:pt x="7868755" y="129399"/>
                  </a:lnTo>
                  <a:lnTo>
                    <a:pt x="7868880" y="129399"/>
                  </a:lnTo>
                  <a:lnTo>
                    <a:pt x="7869005" y="129399"/>
                  </a:lnTo>
                  <a:lnTo>
                    <a:pt x="7869130" y="129399"/>
                  </a:lnTo>
                  <a:lnTo>
                    <a:pt x="7869255" y="129399"/>
                  </a:lnTo>
                  <a:lnTo>
                    <a:pt x="7869380" y="129399"/>
                  </a:lnTo>
                  <a:lnTo>
                    <a:pt x="7869505" y="129399"/>
                  </a:lnTo>
                  <a:lnTo>
                    <a:pt x="7869630" y="129399"/>
                  </a:lnTo>
                  <a:lnTo>
                    <a:pt x="7869755" y="129399"/>
                  </a:lnTo>
                  <a:lnTo>
                    <a:pt x="7869880" y="129399"/>
                  </a:lnTo>
                  <a:lnTo>
                    <a:pt x="7870005" y="129399"/>
                  </a:lnTo>
                  <a:lnTo>
                    <a:pt x="7870130" y="129399"/>
                  </a:lnTo>
                  <a:lnTo>
                    <a:pt x="7870255" y="129399"/>
                  </a:lnTo>
                  <a:lnTo>
                    <a:pt x="7870381" y="129399"/>
                  </a:lnTo>
                  <a:lnTo>
                    <a:pt x="7870506" y="129399"/>
                  </a:lnTo>
                  <a:lnTo>
                    <a:pt x="7870631" y="129399"/>
                  </a:lnTo>
                  <a:lnTo>
                    <a:pt x="7870756" y="129399"/>
                  </a:lnTo>
                  <a:lnTo>
                    <a:pt x="7870881" y="129399"/>
                  </a:lnTo>
                  <a:lnTo>
                    <a:pt x="7871006" y="129399"/>
                  </a:lnTo>
                  <a:lnTo>
                    <a:pt x="7871131" y="129399"/>
                  </a:lnTo>
                  <a:lnTo>
                    <a:pt x="7871256" y="129399"/>
                  </a:lnTo>
                  <a:lnTo>
                    <a:pt x="7871381" y="129399"/>
                  </a:lnTo>
                  <a:lnTo>
                    <a:pt x="7871506" y="129399"/>
                  </a:lnTo>
                  <a:lnTo>
                    <a:pt x="7871631" y="129399"/>
                  </a:lnTo>
                  <a:lnTo>
                    <a:pt x="7871756" y="129399"/>
                  </a:lnTo>
                  <a:lnTo>
                    <a:pt x="7871881" y="129399"/>
                  </a:lnTo>
                  <a:lnTo>
                    <a:pt x="7872006" y="129399"/>
                  </a:lnTo>
                  <a:lnTo>
                    <a:pt x="7872131" y="129399"/>
                  </a:lnTo>
                  <a:lnTo>
                    <a:pt x="7872256" y="129399"/>
                  </a:lnTo>
                  <a:lnTo>
                    <a:pt x="7872381" y="129399"/>
                  </a:lnTo>
                  <a:lnTo>
                    <a:pt x="7872506" y="129399"/>
                  </a:lnTo>
                  <a:lnTo>
                    <a:pt x="7872631" y="129399"/>
                  </a:lnTo>
                  <a:lnTo>
                    <a:pt x="7872756" y="129399"/>
                  </a:lnTo>
                  <a:lnTo>
                    <a:pt x="7872881" y="129399"/>
                  </a:lnTo>
                  <a:lnTo>
                    <a:pt x="7873006" y="129399"/>
                  </a:lnTo>
                  <a:lnTo>
                    <a:pt x="7873131" y="129399"/>
                  </a:lnTo>
                  <a:lnTo>
                    <a:pt x="7873256" y="129399"/>
                  </a:lnTo>
                  <a:lnTo>
                    <a:pt x="7873382" y="129399"/>
                  </a:lnTo>
                  <a:lnTo>
                    <a:pt x="7873507" y="129399"/>
                  </a:lnTo>
                  <a:lnTo>
                    <a:pt x="7873632" y="129399"/>
                  </a:lnTo>
                  <a:lnTo>
                    <a:pt x="7873757" y="129399"/>
                  </a:lnTo>
                  <a:lnTo>
                    <a:pt x="7873882" y="129399"/>
                  </a:lnTo>
                  <a:lnTo>
                    <a:pt x="7874007" y="129399"/>
                  </a:lnTo>
                  <a:lnTo>
                    <a:pt x="7874132" y="129399"/>
                  </a:lnTo>
                  <a:lnTo>
                    <a:pt x="7874257" y="129399"/>
                  </a:lnTo>
                  <a:lnTo>
                    <a:pt x="7874382" y="129399"/>
                  </a:lnTo>
                  <a:lnTo>
                    <a:pt x="7874507" y="129399"/>
                  </a:lnTo>
                  <a:lnTo>
                    <a:pt x="7874632" y="129399"/>
                  </a:lnTo>
                  <a:lnTo>
                    <a:pt x="7874757" y="129399"/>
                  </a:lnTo>
                  <a:lnTo>
                    <a:pt x="7874882" y="129399"/>
                  </a:lnTo>
                  <a:lnTo>
                    <a:pt x="7875007" y="129399"/>
                  </a:lnTo>
                  <a:lnTo>
                    <a:pt x="7875132" y="129399"/>
                  </a:lnTo>
                  <a:lnTo>
                    <a:pt x="7875257" y="129399"/>
                  </a:lnTo>
                  <a:lnTo>
                    <a:pt x="7875382" y="129399"/>
                  </a:lnTo>
                  <a:lnTo>
                    <a:pt x="7875507" y="129399"/>
                  </a:lnTo>
                  <a:lnTo>
                    <a:pt x="7875632" y="129399"/>
                  </a:lnTo>
                  <a:lnTo>
                    <a:pt x="7875757" y="129399"/>
                  </a:lnTo>
                  <a:lnTo>
                    <a:pt x="7875882" y="129399"/>
                  </a:lnTo>
                  <a:lnTo>
                    <a:pt x="7876007" y="129399"/>
                  </a:lnTo>
                  <a:lnTo>
                    <a:pt x="7876132" y="129399"/>
                  </a:lnTo>
                  <a:lnTo>
                    <a:pt x="7876257" y="129399"/>
                  </a:lnTo>
                  <a:lnTo>
                    <a:pt x="7876383" y="129399"/>
                  </a:lnTo>
                  <a:lnTo>
                    <a:pt x="7876508" y="129399"/>
                  </a:lnTo>
                  <a:lnTo>
                    <a:pt x="7876633" y="129399"/>
                  </a:lnTo>
                  <a:lnTo>
                    <a:pt x="7876758" y="129399"/>
                  </a:lnTo>
                  <a:lnTo>
                    <a:pt x="7876883" y="129399"/>
                  </a:lnTo>
                  <a:lnTo>
                    <a:pt x="7877008" y="129399"/>
                  </a:lnTo>
                  <a:lnTo>
                    <a:pt x="7877133" y="129399"/>
                  </a:lnTo>
                  <a:lnTo>
                    <a:pt x="7877258" y="129399"/>
                  </a:lnTo>
                  <a:lnTo>
                    <a:pt x="7877383" y="129399"/>
                  </a:lnTo>
                  <a:lnTo>
                    <a:pt x="7877508" y="129399"/>
                  </a:lnTo>
                  <a:lnTo>
                    <a:pt x="7877633" y="129399"/>
                  </a:lnTo>
                  <a:lnTo>
                    <a:pt x="7877758" y="129399"/>
                  </a:lnTo>
                  <a:lnTo>
                    <a:pt x="7877883" y="129399"/>
                  </a:lnTo>
                  <a:lnTo>
                    <a:pt x="7878008" y="129399"/>
                  </a:lnTo>
                  <a:lnTo>
                    <a:pt x="7878133" y="129399"/>
                  </a:lnTo>
                  <a:lnTo>
                    <a:pt x="7878258" y="129399"/>
                  </a:lnTo>
                  <a:lnTo>
                    <a:pt x="7878383" y="129399"/>
                  </a:lnTo>
                  <a:lnTo>
                    <a:pt x="7878508" y="129399"/>
                  </a:lnTo>
                  <a:lnTo>
                    <a:pt x="7878633" y="129399"/>
                  </a:lnTo>
                  <a:lnTo>
                    <a:pt x="7878758" y="129399"/>
                  </a:lnTo>
                  <a:lnTo>
                    <a:pt x="7878883" y="129399"/>
                  </a:lnTo>
                  <a:lnTo>
                    <a:pt x="7879008" y="129399"/>
                  </a:lnTo>
                  <a:lnTo>
                    <a:pt x="7879133" y="129399"/>
                  </a:lnTo>
                  <a:lnTo>
                    <a:pt x="7879259" y="129399"/>
                  </a:lnTo>
                  <a:lnTo>
                    <a:pt x="7879384" y="129399"/>
                  </a:lnTo>
                  <a:lnTo>
                    <a:pt x="7879509" y="129399"/>
                  </a:lnTo>
                  <a:lnTo>
                    <a:pt x="7879634" y="129399"/>
                  </a:lnTo>
                  <a:lnTo>
                    <a:pt x="7879759" y="129399"/>
                  </a:lnTo>
                  <a:lnTo>
                    <a:pt x="7879884" y="129399"/>
                  </a:lnTo>
                  <a:lnTo>
                    <a:pt x="7880009" y="129399"/>
                  </a:lnTo>
                  <a:lnTo>
                    <a:pt x="7880134" y="129399"/>
                  </a:lnTo>
                  <a:lnTo>
                    <a:pt x="7880259" y="129399"/>
                  </a:lnTo>
                  <a:lnTo>
                    <a:pt x="7880384" y="129399"/>
                  </a:lnTo>
                  <a:lnTo>
                    <a:pt x="7880509" y="129399"/>
                  </a:lnTo>
                  <a:lnTo>
                    <a:pt x="7880634" y="129399"/>
                  </a:lnTo>
                  <a:lnTo>
                    <a:pt x="7880759" y="129399"/>
                  </a:lnTo>
                  <a:lnTo>
                    <a:pt x="7880884" y="129399"/>
                  </a:lnTo>
                  <a:lnTo>
                    <a:pt x="7881009" y="129399"/>
                  </a:lnTo>
                  <a:lnTo>
                    <a:pt x="7881134" y="129399"/>
                  </a:lnTo>
                  <a:lnTo>
                    <a:pt x="7881259" y="129399"/>
                  </a:lnTo>
                  <a:lnTo>
                    <a:pt x="7881384" y="129399"/>
                  </a:lnTo>
                  <a:lnTo>
                    <a:pt x="7881509" y="129399"/>
                  </a:lnTo>
                  <a:lnTo>
                    <a:pt x="7881634" y="129399"/>
                  </a:lnTo>
                  <a:lnTo>
                    <a:pt x="7881759" y="129399"/>
                  </a:lnTo>
                  <a:lnTo>
                    <a:pt x="7881884" y="129399"/>
                  </a:lnTo>
                  <a:lnTo>
                    <a:pt x="7882009" y="129399"/>
                  </a:lnTo>
                  <a:lnTo>
                    <a:pt x="7882134" y="129399"/>
                  </a:lnTo>
                  <a:lnTo>
                    <a:pt x="7882260" y="129399"/>
                  </a:lnTo>
                  <a:lnTo>
                    <a:pt x="7882385" y="129399"/>
                  </a:lnTo>
                  <a:lnTo>
                    <a:pt x="7882510" y="129399"/>
                  </a:lnTo>
                  <a:lnTo>
                    <a:pt x="7882635" y="129399"/>
                  </a:lnTo>
                  <a:lnTo>
                    <a:pt x="7882760" y="129399"/>
                  </a:lnTo>
                  <a:lnTo>
                    <a:pt x="7882885" y="129399"/>
                  </a:lnTo>
                  <a:lnTo>
                    <a:pt x="7883010" y="129399"/>
                  </a:lnTo>
                  <a:lnTo>
                    <a:pt x="7883135" y="129399"/>
                  </a:lnTo>
                  <a:lnTo>
                    <a:pt x="7883260" y="129399"/>
                  </a:lnTo>
                  <a:lnTo>
                    <a:pt x="7883385" y="129399"/>
                  </a:lnTo>
                  <a:lnTo>
                    <a:pt x="7883510" y="129399"/>
                  </a:lnTo>
                  <a:lnTo>
                    <a:pt x="7883635" y="129399"/>
                  </a:lnTo>
                  <a:lnTo>
                    <a:pt x="7883760" y="129399"/>
                  </a:lnTo>
                  <a:lnTo>
                    <a:pt x="7883885" y="129399"/>
                  </a:lnTo>
                  <a:lnTo>
                    <a:pt x="7884010" y="129399"/>
                  </a:lnTo>
                  <a:lnTo>
                    <a:pt x="7884135" y="129399"/>
                  </a:lnTo>
                  <a:lnTo>
                    <a:pt x="7884260" y="129399"/>
                  </a:lnTo>
                  <a:lnTo>
                    <a:pt x="7884385" y="129399"/>
                  </a:lnTo>
                  <a:lnTo>
                    <a:pt x="7884510" y="129399"/>
                  </a:lnTo>
                  <a:lnTo>
                    <a:pt x="7884635" y="129399"/>
                  </a:lnTo>
                  <a:lnTo>
                    <a:pt x="7884760" y="129399"/>
                  </a:lnTo>
                  <a:lnTo>
                    <a:pt x="7884885" y="129399"/>
                  </a:lnTo>
                  <a:lnTo>
                    <a:pt x="7885010" y="129399"/>
                  </a:lnTo>
                  <a:lnTo>
                    <a:pt x="7885135" y="129399"/>
                  </a:lnTo>
                  <a:lnTo>
                    <a:pt x="7885261" y="129399"/>
                  </a:lnTo>
                  <a:lnTo>
                    <a:pt x="7885386" y="129399"/>
                  </a:lnTo>
                  <a:lnTo>
                    <a:pt x="7885511" y="129399"/>
                  </a:lnTo>
                  <a:lnTo>
                    <a:pt x="7885636" y="129399"/>
                  </a:lnTo>
                  <a:lnTo>
                    <a:pt x="7885761" y="129399"/>
                  </a:lnTo>
                  <a:lnTo>
                    <a:pt x="7885886" y="129399"/>
                  </a:lnTo>
                  <a:lnTo>
                    <a:pt x="7886011" y="129399"/>
                  </a:lnTo>
                  <a:lnTo>
                    <a:pt x="7886136" y="129399"/>
                  </a:lnTo>
                  <a:lnTo>
                    <a:pt x="7886261" y="129399"/>
                  </a:lnTo>
                  <a:lnTo>
                    <a:pt x="7886386" y="129399"/>
                  </a:lnTo>
                  <a:lnTo>
                    <a:pt x="7886511" y="129399"/>
                  </a:lnTo>
                  <a:lnTo>
                    <a:pt x="7886636" y="129399"/>
                  </a:lnTo>
                  <a:lnTo>
                    <a:pt x="7886761" y="129399"/>
                  </a:lnTo>
                  <a:lnTo>
                    <a:pt x="7886886" y="129399"/>
                  </a:lnTo>
                  <a:lnTo>
                    <a:pt x="7887011" y="129399"/>
                  </a:lnTo>
                  <a:lnTo>
                    <a:pt x="7887136" y="129399"/>
                  </a:lnTo>
                  <a:lnTo>
                    <a:pt x="7887261" y="129399"/>
                  </a:lnTo>
                  <a:lnTo>
                    <a:pt x="7887386" y="129399"/>
                  </a:lnTo>
                  <a:lnTo>
                    <a:pt x="7887511" y="129399"/>
                  </a:lnTo>
                  <a:lnTo>
                    <a:pt x="7887636" y="129399"/>
                  </a:lnTo>
                  <a:lnTo>
                    <a:pt x="7887761" y="129399"/>
                  </a:lnTo>
                  <a:lnTo>
                    <a:pt x="7887886" y="129399"/>
                  </a:lnTo>
                  <a:lnTo>
                    <a:pt x="7888011" y="129399"/>
                  </a:lnTo>
                  <a:lnTo>
                    <a:pt x="7888136" y="129399"/>
                  </a:lnTo>
                  <a:lnTo>
                    <a:pt x="7888262" y="129399"/>
                  </a:lnTo>
                  <a:lnTo>
                    <a:pt x="7888387" y="129399"/>
                  </a:lnTo>
                  <a:lnTo>
                    <a:pt x="7888512" y="129399"/>
                  </a:lnTo>
                  <a:lnTo>
                    <a:pt x="7888637" y="129399"/>
                  </a:lnTo>
                  <a:lnTo>
                    <a:pt x="7888762" y="129399"/>
                  </a:lnTo>
                  <a:lnTo>
                    <a:pt x="7888887" y="129399"/>
                  </a:lnTo>
                  <a:lnTo>
                    <a:pt x="7889012" y="129399"/>
                  </a:lnTo>
                  <a:lnTo>
                    <a:pt x="7889137" y="129399"/>
                  </a:lnTo>
                  <a:lnTo>
                    <a:pt x="7889262" y="129399"/>
                  </a:lnTo>
                  <a:lnTo>
                    <a:pt x="7889387" y="129399"/>
                  </a:lnTo>
                  <a:lnTo>
                    <a:pt x="7889512" y="129399"/>
                  </a:lnTo>
                  <a:lnTo>
                    <a:pt x="7889637" y="129399"/>
                  </a:lnTo>
                  <a:lnTo>
                    <a:pt x="7889762" y="129399"/>
                  </a:lnTo>
                  <a:lnTo>
                    <a:pt x="7889887" y="129399"/>
                  </a:lnTo>
                  <a:lnTo>
                    <a:pt x="7890012" y="129399"/>
                  </a:lnTo>
                  <a:lnTo>
                    <a:pt x="7890137" y="129399"/>
                  </a:lnTo>
                  <a:lnTo>
                    <a:pt x="7890262" y="129399"/>
                  </a:lnTo>
                  <a:lnTo>
                    <a:pt x="7890387" y="129399"/>
                  </a:lnTo>
                  <a:lnTo>
                    <a:pt x="7890512" y="129399"/>
                  </a:lnTo>
                  <a:lnTo>
                    <a:pt x="7890637" y="129399"/>
                  </a:lnTo>
                  <a:lnTo>
                    <a:pt x="7890762" y="129399"/>
                  </a:lnTo>
                  <a:lnTo>
                    <a:pt x="7890887" y="129399"/>
                  </a:lnTo>
                  <a:lnTo>
                    <a:pt x="7891012" y="129399"/>
                  </a:lnTo>
                  <a:lnTo>
                    <a:pt x="7891137" y="129399"/>
                  </a:lnTo>
                  <a:lnTo>
                    <a:pt x="7891263" y="129399"/>
                  </a:lnTo>
                  <a:lnTo>
                    <a:pt x="7891388" y="129399"/>
                  </a:lnTo>
                  <a:lnTo>
                    <a:pt x="7891513" y="129399"/>
                  </a:lnTo>
                  <a:lnTo>
                    <a:pt x="7891638" y="129399"/>
                  </a:lnTo>
                  <a:lnTo>
                    <a:pt x="7891763" y="129399"/>
                  </a:lnTo>
                  <a:lnTo>
                    <a:pt x="7891888" y="129399"/>
                  </a:lnTo>
                  <a:lnTo>
                    <a:pt x="7892013" y="129399"/>
                  </a:lnTo>
                  <a:lnTo>
                    <a:pt x="7892138" y="129399"/>
                  </a:lnTo>
                  <a:lnTo>
                    <a:pt x="7892263" y="129399"/>
                  </a:lnTo>
                  <a:lnTo>
                    <a:pt x="7892388" y="129399"/>
                  </a:lnTo>
                  <a:lnTo>
                    <a:pt x="7892513" y="129399"/>
                  </a:lnTo>
                  <a:lnTo>
                    <a:pt x="7892638" y="129399"/>
                  </a:lnTo>
                  <a:lnTo>
                    <a:pt x="7892763" y="129399"/>
                  </a:lnTo>
                  <a:lnTo>
                    <a:pt x="7892888" y="129399"/>
                  </a:lnTo>
                  <a:lnTo>
                    <a:pt x="7893013" y="129399"/>
                  </a:lnTo>
                  <a:lnTo>
                    <a:pt x="7893138" y="129399"/>
                  </a:lnTo>
                  <a:lnTo>
                    <a:pt x="7893263" y="129399"/>
                  </a:lnTo>
                  <a:lnTo>
                    <a:pt x="7893388" y="129399"/>
                  </a:lnTo>
                  <a:lnTo>
                    <a:pt x="7893513" y="129399"/>
                  </a:lnTo>
                  <a:lnTo>
                    <a:pt x="7893638" y="129399"/>
                  </a:lnTo>
                  <a:lnTo>
                    <a:pt x="7893763" y="129399"/>
                  </a:lnTo>
                  <a:lnTo>
                    <a:pt x="7893888" y="129399"/>
                  </a:lnTo>
                  <a:lnTo>
                    <a:pt x="7894013" y="129399"/>
                  </a:lnTo>
                  <a:lnTo>
                    <a:pt x="7894138" y="129399"/>
                  </a:lnTo>
                  <a:lnTo>
                    <a:pt x="7894264" y="129399"/>
                  </a:lnTo>
                  <a:lnTo>
                    <a:pt x="7894389" y="129399"/>
                  </a:lnTo>
                  <a:lnTo>
                    <a:pt x="7894514" y="129399"/>
                  </a:lnTo>
                  <a:lnTo>
                    <a:pt x="7894639" y="129399"/>
                  </a:lnTo>
                  <a:lnTo>
                    <a:pt x="7894764" y="129399"/>
                  </a:lnTo>
                  <a:lnTo>
                    <a:pt x="7894889" y="129399"/>
                  </a:lnTo>
                  <a:lnTo>
                    <a:pt x="7895014" y="129399"/>
                  </a:lnTo>
                  <a:lnTo>
                    <a:pt x="7895139" y="129399"/>
                  </a:lnTo>
                  <a:lnTo>
                    <a:pt x="7895264" y="129399"/>
                  </a:lnTo>
                  <a:lnTo>
                    <a:pt x="7895389" y="129399"/>
                  </a:lnTo>
                  <a:lnTo>
                    <a:pt x="7895514" y="129399"/>
                  </a:lnTo>
                  <a:lnTo>
                    <a:pt x="7895639" y="129399"/>
                  </a:lnTo>
                  <a:lnTo>
                    <a:pt x="7895764" y="129399"/>
                  </a:lnTo>
                  <a:lnTo>
                    <a:pt x="7895889" y="129399"/>
                  </a:lnTo>
                  <a:lnTo>
                    <a:pt x="7896014" y="129399"/>
                  </a:lnTo>
                  <a:lnTo>
                    <a:pt x="7896139" y="129399"/>
                  </a:lnTo>
                  <a:lnTo>
                    <a:pt x="7896264" y="129399"/>
                  </a:lnTo>
                  <a:lnTo>
                    <a:pt x="7896389" y="129399"/>
                  </a:lnTo>
                  <a:lnTo>
                    <a:pt x="7896514" y="129399"/>
                  </a:lnTo>
                  <a:lnTo>
                    <a:pt x="7896639" y="129399"/>
                  </a:lnTo>
                  <a:lnTo>
                    <a:pt x="7896764" y="129399"/>
                  </a:lnTo>
                  <a:lnTo>
                    <a:pt x="7896889" y="129399"/>
                  </a:lnTo>
                  <a:lnTo>
                    <a:pt x="7897014" y="129399"/>
                  </a:lnTo>
                  <a:lnTo>
                    <a:pt x="7897139" y="129399"/>
                  </a:lnTo>
                  <a:lnTo>
                    <a:pt x="7897265" y="129399"/>
                  </a:lnTo>
                  <a:lnTo>
                    <a:pt x="7897390" y="129399"/>
                  </a:lnTo>
                  <a:lnTo>
                    <a:pt x="7897515" y="129399"/>
                  </a:lnTo>
                  <a:lnTo>
                    <a:pt x="7897640" y="129399"/>
                  </a:lnTo>
                  <a:lnTo>
                    <a:pt x="7897765" y="129399"/>
                  </a:lnTo>
                  <a:lnTo>
                    <a:pt x="7897890" y="129399"/>
                  </a:lnTo>
                  <a:lnTo>
                    <a:pt x="7898015" y="129399"/>
                  </a:lnTo>
                  <a:lnTo>
                    <a:pt x="7898140" y="129399"/>
                  </a:lnTo>
                  <a:lnTo>
                    <a:pt x="7898265" y="129399"/>
                  </a:lnTo>
                  <a:lnTo>
                    <a:pt x="7898390" y="129399"/>
                  </a:lnTo>
                  <a:lnTo>
                    <a:pt x="7898515" y="129399"/>
                  </a:lnTo>
                  <a:lnTo>
                    <a:pt x="7898640" y="129399"/>
                  </a:lnTo>
                  <a:lnTo>
                    <a:pt x="7898765" y="129399"/>
                  </a:lnTo>
                  <a:lnTo>
                    <a:pt x="7898890" y="129399"/>
                  </a:lnTo>
                  <a:lnTo>
                    <a:pt x="7899015" y="129399"/>
                  </a:lnTo>
                  <a:lnTo>
                    <a:pt x="7899140" y="129399"/>
                  </a:lnTo>
                  <a:lnTo>
                    <a:pt x="7899265" y="129399"/>
                  </a:lnTo>
                  <a:lnTo>
                    <a:pt x="7899390" y="129399"/>
                  </a:lnTo>
                  <a:lnTo>
                    <a:pt x="7899515" y="129399"/>
                  </a:lnTo>
                  <a:lnTo>
                    <a:pt x="7899640" y="129399"/>
                  </a:lnTo>
                  <a:lnTo>
                    <a:pt x="7899765" y="129399"/>
                  </a:lnTo>
                  <a:lnTo>
                    <a:pt x="7899890" y="129399"/>
                  </a:lnTo>
                  <a:lnTo>
                    <a:pt x="7900015" y="129399"/>
                  </a:lnTo>
                  <a:lnTo>
                    <a:pt x="7900140" y="129399"/>
                  </a:lnTo>
                  <a:lnTo>
                    <a:pt x="7900266" y="129399"/>
                  </a:lnTo>
                  <a:lnTo>
                    <a:pt x="7900391" y="129399"/>
                  </a:lnTo>
                  <a:lnTo>
                    <a:pt x="7900516" y="129399"/>
                  </a:lnTo>
                  <a:lnTo>
                    <a:pt x="7900641" y="129399"/>
                  </a:lnTo>
                  <a:lnTo>
                    <a:pt x="7900766" y="129399"/>
                  </a:lnTo>
                  <a:lnTo>
                    <a:pt x="7900891" y="129399"/>
                  </a:lnTo>
                  <a:lnTo>
                    <a:pt x="7901016" y="129399"/>
                  </a:lnTo>
                  <a:lnTo>
                    <a:pt x="7901141" y="129399"/>
                  </a:lnTo>
                  <a:lnTo>
                    <a:pt x="7901266" y="129399"/>
                  </a:lnTo>
                  <a:lnTo>
                    <a:pt x="7901391" y="129399"/>
                  </a:lnTo>
                  <a:lnTo>
                    <a:pt x="7901516" y="129399"/>
                  </a:lnTo>
                  <a:lnTo>
                    <a:pt x="7901641" y="129399"/>
                  </a:lnTo>
                  <a:lnTo>
                    <a:pt x="7901766" y="129399"/>
                  </a:lnTo>
                  <a:lnTo>
                    <a:pt x="7901891" y="129399"/>
                  </a:lnTo>
                  <a:lnTo>
                    <a:pt x="7902016" y="129399"/>
                  </a:lnTo>
                  <a:lnTo>
                    <a:pt x="7902141" y="129399"/>
                  </a:lnTo>
                  <a:lnTo>
                    <a:pt x="7902266" y="129399"/>
                  </a:lnTo>
                  <a:lnTo>
                    <a:pt x="7902391" y="129399"/>
                  </a:lnTo>
                  <a:lnTo>
                    <a:pt x="7902516" y="129399"/>
                  </a:lnTo>
                  <a:lnTo>
                    <a:pt x="7902641" y="129399"/>
                  </a:lnTo>
                  <a:lnTo>
                    <a:pt x="7902766" y="129399"/>
                  </a:lnTo>
                  <a:lnTo>
                    <a:pt x="7902891" y="129399"/>
                  </a:lnTo>
                  <a:lnTo>
                    <a:pt x="7903016" y="129399"/>
                  </a:lnTo>
                  <a:lnTo>
                    <a:pt x="7903141" y="129399"/>
                  </a:lnTo>
                  <a:lnTo>
                    <a:pt x="7903267" y="129399"/>
                  </a:lnTo>
                  <a:lnTo>
                    <a:pt x="7903392" y="129399"/>
                  </a:lnTo>
                  <a:lnTo>
                    <a:pt x="7903517" y="129399"/>
                  </a:lnTo>
                  <a:lnTo>
                    <a:pt x="7903642" y="129399"/>
                  </a:lnTo>
                  <a:lnTo>
                    <a:pt x="7903767" y="129399"/>
                  </a:lnTo>
                  <a:lnTo>
                    <a:pt x="7903892" y="129399"/>
                  </a:lnTo>
                  <a:lnTo>
                    <a:pt x="7904017" y="129399"/>
                  </a:lnTo>
                  <a:lnTo>
                    <a:pt x="7904142" y="129399"/>
                  </a:lnTo>
                  <a:lnTo>
                    <a:pt x="7904267" y="129399"/>
                  </a:lnTo>
                  <a:lnTo>
                    <a:pt x="7904392" y="129399"/>
                  </a:lnTo>
                  <a:lnTo>
                    <a:pt x="7904517" y="129399"/>
                  </a:lnTo>
                  <a:lnTo>
                    <a:pt x="7904642" y="129399"/>
                  </a:lnTo>
                  <a:lnTo>
                    <a:pt x="7904767" y="129399"/>
                  </a:lnTo>
                  <a:lnTo>
                    <a:pt x="7904892" y="129399"/>
                  </a:lnTo>
                  <a:lnTo>
                    <a:pt x="7905017" y="129399"/>
                  </a:lnTo>
                  <a:lnTo>
                    <a:pt x="7905142" y="129399"/>
                  </a:lnTo>
                  <a:lnTo>
                    <a:pt x="7905267" y="129399"/>
                  </a:lnTo>
                  <a:lnTo>
                    <a:pt x="7905392" y="129399"/>
                  </a:lnTo>
                  <a:lnTo>
                    <a:pt x="7905517" y="129399"/>
                  </a:lnTo>
                  <a:lnTo>
                    <a:pt x="7905642" y="129399"/>
                  </a:lnTo>
                  <a:lnTo>
                    <a:pt x="7905767" y="129399"/>
                  </a:lnTo>
                  <a:lnTo>
                    <a:pt x="7905892" y="129399"/>
                  </a:lnTo>
                  <a:lnTo>
                    <a:pt x="7906017" y="129399"/>
                  </a:lnTo>
                  <a:lnTo>
                    <a:pt x="7906142" y="129399"/>
                  </a:lnTo>
                  <a:lnTo>
                    <a:pt x="7906268" y="129399"/>
                  </a:lnTo>
                  <a:lnTo>
                    <a:pt x="7906393" y="129399"/>
                  </a:lnTo>
                  <a:lnTo>
                    <a:pt x="7906518" y="129399"/>
                  </a:lnTo>
                  <a:lnTo>
                    <a:pt x="7906643" y="129399"/>
                  </a:lnTo>
                  <a:lnTo>
                    <a:pt x="7906768" y="129399"/>
                  </a:lnTo>
                  <a:lnTo>
                    <a:pt x="7906893" y="129399"/>
                  </a:lnTo>
                  <a:lnTo>
                    <a:pt x="7907018" y="129399"/>
                  </a:lnTo>
                  <a:lnTo>
                    <a:pt x="7907143" y="129399"/>
                  </a:lnTo>
                  <a:lnTo>
                    <a:pt x="7907268" y="129399"/>
                  </a:lnTo>
                  <a:lnTo>
                    <a:pt x="7907393" y="129399"/>
                  </a:lnTo>
                  <a:lnTo>
                    <a:pt x="7907518" y="129399"/>
                  </a:lnTo>
                  <a:lnTo>
                    <a:pt x="7907643" y="129399"/>
                  </a:lnTo>
                  <a:lnTo>
                    <a:pt x="7907768" y="129399"/>
                  </a:lnTo>
                  <a:lnTo>
                    <a:pt x="7907893" y="129399"/>
                  </a:lnTo>
                  <a:lnTo>
                    <a:pt x="7908018" y="129399"/>
                  </a:lnTo>
                  <a:lnTo>
                    <a:pt x="7908143" y="129399"/>
                  </a:lnTo>
                  <a:lnTo>
                    <a:pt x="7908268" y="129399"/>
                  </a:lnTo>
                  <a:lnTo>
                    <a:pt x="7908393" y="129399"/>
                  </a:lnTo>
                  <a:lnTo>
                    <a:pt x="7908518" y="129399"/>
                  </a:lnTo>
                  <a:lnTo>
                    <a:pt x="7908643" y="129399"/>
                  </a:lnTo>
                  <a:lnTo>
                    <a:pt x="7908768" y="129399"/>
                  </a:lnTo>
                  <a:lnTo>
                    <a:pt x="7908893" y="129399"/>
                  </a:lnTo>
                  <a:lnTo>
                    <a:pt x="7909018" y="129399"/>
                  </a:lnTo>
                  <a:lnTo>
                    <a:pt x="7909143" y="129399"/>
                  </a:lnTo>
                  <a:lnTo>
                    <a:pt x="7909269" y="129399"/>
                  </a:lnTo>
                  <a:lnTo>
                    <a:pt x="7909394" y="129399"/>
                  </a:lnTo>
                  <a:lnTo>
                    <a:pt x="7909519" y="129399"/>
                  </a:lnTo>
                  <a:lnTo>
                    <a:pt x="7909644" y="129399"/>
                  </a:lnTo>
                  <a:lnTo>
                    <a:pt x="7909769" y="129399"/>
                  </a:lnTo>
                  <a:lnTo>
                    <a:pt x="7909894" y="129399"/>
                  </a:lnTo>
                  <a:lnTo>
                    <a:pt x="7910019" y="129399"/>
                  </a:lnTo>
                  <a:lnTo>
                    <a:pt x="7910144" y="129399"/>
                  </a:lnTo>
                  <a:lnTo>
                    <a:pt x="7910269" y="129399"/>
                  </a:lnTo>
                  <a:lnTo>
                    <a:pt x="7910394" y="129399"/>
                  </a:lnTo>
                  <a:lnTo>
                    <a:pt x="7910519" y="129399"/>
                  </a:lnTo>
                  <a:lnTo>
                    <a:pt x="7910644" y="129399"/>
                  </a:lnTo>
                  <a:lnTo>
                    <a:pt x="7910769" y="129399"/>
                  </a:lnTo>
                  <a:lnTo>
                    <a:pt x="7910894" y="129399"/>
                  </a:lnTo>
                  <a:lnTo>
                    <a:pt x="7911019" y="129399"/>
                  </a:lnTo>
                  <a:lnTo>
                    <a:pt x="7911144" y="129399"/>
                  </a:lnTo>
                  <a:lnTo>
                    <a:pt x="7911269" y="129399"/>
                  </a:lnTo>
                  <a:lnTo>
                    <a:pt x="7911394" y="129399"/>
                  </a:lnTo>
                  <a:lnTo>
                    <a:pt x="7911519" y="129399"/>
                  </a:lnTo>
                  <a:lnTo>
                    <a:pt x="7911644" y="129399"/>
                  </a:lnTo>
                  <a:lnTo>
                    <a:pt x="7911769" y="129399"/>
                  </a:lnTo>
                  <a:lnTo>
                    <a:pt x="7911894" y="129399"/>
                  </a:lnTo>
                  <a:lnTo>
                    <a:pt x="7912019" y="129399"/>
                  </a:lnTo>
                  <a:lnTo>
                    <a:pt x="7912144" y="129399"/>
                  </a:lnTo>
                  <a:lnTo>
                    <a:pt x="7912270" y="129399"/>
                  </a:lnTo>
                  <a:lnTo>
                    <a:pt x="7912395" y="129399"/>
                  </a:lnTo>
                  <a:lnTo>
                    <a:pt x="7912520" y="129399"/>
                  </a:lnTo>
                  <a:lnTo>
                    <a:pt x="7912645" y="129399"/>
                  </a:lnTo>
                  <a:lnTo>
                    <a:pt x="7912645" y="119445"/>
                  </a:lnTo>
                  <a:lnTo>
                    <a:pt x="7912770" y="119445"/>
                  </a:lnTo>
                  <a:lnTo>
                    <a:pt x="7912895" y="119445"/>
                  </a:lnTo>
                  <a:lnTo>
                    <a:pt x="7913020" y="119445"/>
                  </a:lnTo>
                  <a:lnTo>
                    <a:pt x="7913145" y="119445"/>
                  </a:lnTo>
                  <a:lnTo>
                    <a:pt x="7913270" y="119445"/>
                  </a:lnTo>
                  <a:lnTo>
                    <a:pt x="7913395" y="119445"/>
                  </a:lnTo>
                  <a:lnTo>
                    <a:pt x="7913520" y="119445"/>
                  </a:lnTo>
                  <a:lnTo>
                    <a:pt x="7913645" y="119445"/>
                  </a:lnTo>
                  <a:lnTo>
                    <a:pt x="7913770" y="119445"/>
                  </a:lnTo>
                  <a:lnTo>
                    <a:pt x="7913895" y="119445"/>
                  </a:lnTo>
                  <a:lnTo>
                    <a:pt x="7914020" y="119445"/>
                  </a:lnTo>
                  <a:lnTo>
                    <a:pt x="7914145" y="119445"/>
                  </a:lnTo>
                  <a:lnTo>
                    <a:pt x="7914270" y="119445"/>
                  </a:lnTo>
                  <a:lnTo>
                    <a:pt x="7914395" y="119445"/>
                  </a:lnTo>
                  <a:lnTo>
                    <a:pt x="7914520" y="119445"/>
                  </a:lnTo>
                  <a:lnTo>
                    <a:pt x="7914645" y="119445"/>
                  </a:lnTo>
                  <a:lnTo>
                    <a:pt x="7914770" y="119445"/>
                  </a:lnTo>
                  <a:lnTo>
                    <a:pt x="7914895" y="119445"/>
                  </a:lnTo>
                  <a:lnTo>
                    <a:pt x="7915020" y="119445"/>
                  </a:lnTo>
                  <a:lnTo>
                    <a:pt x="7915145" y="119445"/>
                  </a:lnTo>
                  <a:lnTo>
                    <a:pt x="7915271" y="119445"/>
                  </a:lnTo>
                  <a:lnTo>
                    <a:pt x="7915396" y="119445"/>
                  </a:lnTo>
                  <a:lnTo>
                    <a:pt x="7915521" y="119445"/>
                  </a:lnTo>
                  <a:lnTo>
                    <a:pt x="7915646" y="119445"/>
                  </a:lnTo>
                  <a:lnTo>
                    <a:pt x="7915771" y="119445"/>
                  </a:lnTo>
                  <a:lnTo>
                    <a:pt x="7915896" y="119445"/>
                  </a:lnTo>
                  <a:lnTo>
                    <a:pt x="7916021" y="119445"/>
                  </a:lnTo>
                  <a:lnTo>
                    <a:pt x="7916146" y="119445"/>
                  </a:lnTo>
                  <a:lnTo>
                    <a:pt x="7916271" y="119445"/>
                  </a:lnTo>
                  <a:lnTo>
                    <a:pt x="7916396" y="119445"/>
                  </a:lnTo>
                  <a:lnTo>
                    <a:pt x="7916521" y="119445"/>
                  </a:lnTo>
                  <a:lnTo>
                    <a:pt x="7916646" y="119445"/>
                  </a:lnTo>
                  <a:lnTo>
                    <a:pt x="7916771" y="119445"/>
                  </a:lnTo>
                  <a:lnTo>
                    <a:pt x="7916896" y="119445"/>
                  </a:lnTo>
                  <a:lnTo>
                    <a:pt x="7917021" y="119445"/>
                  </a:lnTo>
                  <a:lnTo>
                    <a:pt x="7917146" y="119445"/>
                  </a:lnTo>
                  <a:lnTo>
                    <a:pt x="7917271" y="119445"/>
                  </a:lnTo>
                  <a:lnTo>
                    <a:pt x="7917396" y="119445"/>
                  </a:lnTo>
                  <a:lnTo>
                    <a:pt x="7917521" y="119445"/>
                  </a:lnTo>
                  <a:lnTo>
                    <a:pt x="7917646" y="119445"/>
                  </a:lnTo>
                  <a:lnTo>
                    <a:pt x="7917771" y="119445"/>
                  </a:lnTo>
                  <a:lnTo>
                    <a:pt x="7917896" y="119445"/>
                  </a:lnTo>
                  <a:lnTo>
                    <a:pt x="7918021" y="119445"/>
                  </a:lnTo>
                  <a:lnTo>
                    <a:pt x="7918147" y="119445"/>
                  </a:lnTo>
                  <a:lnTo>
                    <a:pt x="7918272" y="119445"/>
                  </a:lnTo>
                  <a:lnTo>
                    <a:pt x="7918397" y="119445"/>
                  </a:lnTo>
                  <a:lnTo>
                    <a:pt x="7918522" y="119445"/>
                  </a:lnTo>
                  <a:lnTo>
                    <a:pt x="7918647" y="119445"/>
                  </a:lnTo>
                  <a:lnTo>
                    <a:pt x="7918772" y="119445"/>
                  </a:lnTo>
                  <a:lnTo>
                    <a:pt x="7918897" y="119445"/>
                  </a:lnTo>
                  <a:lnTo>
                    <a:pt x="7919022" y="119445"/>
                  </a:lnTo>
                  <a:lnTo>
                    <a:pt x="7919147" y="119445"/>
                  </a:lnTo>
                  <a:lnTo>
                    <a:pt x="7919272" y="119445"/>
                  </a:lnTo>
                  <a:lnTo>
                    <a:pt x="7919397" y="119445"/>
                  </a:lnTo>
                  <a:lnTo>
                    <a:pt x="7919522" y="119445"/>
                  </a:lnTo>
                  <a:lnTo>
                    <a:pt x="7919647" y="119445"/>
                  </a:lnTo>
                  <a:lnTo>
                    <a:pt x="7919772" y="119445"/>
                  </a:lnTo>
                  <a:lnTo>
                    <a:pt x="7919897" y="119445"/>
                  </a:lnTo>
                  <a:lnTo>
                    <a:pt x="7920022" y="119445"/>
                  </a:lnTo>
                  <a:lnTo>
                    <a:pt x="7920147" y="119445"/>
                  </a:lnTo>
                  <a:lnTo>
                    <a:pt x="7920272" y="119445"/>
                  </a:lnTo>
                  <a:lnTo>
                    <a:pt x="7920397" y="119445"/>
                  </a:lnTo>
                  <a:lnTo>
                    <a:pt x="7920522" y="119445"/>
                  </a:lnTo>
                  <a:lnTo>
                    <a:pt x="7920647" y="119445"/>
                  </a:lnTo>
                  <a:lnTo>
                    <a:pt x="7920772" y="119445"/>
                  </a:lnTo>
                  <a:lnTo>
                    <a:pt x="7920897" y="119445"/>
                  </a:lnTo>
                  <a:lnTo>
                    <a:pt x="7921022" y="119445"/>
                  </a:lnTo>
                  <a:lnTo>
                    <a:pt x="7921148" y="119445"/>
                  </a:lnTo>
                  <a:lnTo>
                    <a:pt x="7921273" y="119445"/>
                  </a:lnTo>
                  <a:lnTo>
                    <a:pt x="7921398" y="119445"/>
                  </a:lnTo>
                  <a:lnTo>
                    <a:pt x="7921523" y="119445"/>
                  </a:lnTo>
                  <a:lnTo>
                    <a:pt x="7921648" y="119445"/>
                  </a:lnTo>
                  <a:lnTo>
                    <a:pt x="7921773" y="119445"/>
                  </a:lnTo>
                  <a:lnTo>
                    <a:pt x="7921898" y="119445"/>
                  </a:lnTo>
                  <a:lnTo>
                    <a:pt x="7922023" y="119445"/>
                  </a:lnTo>
                  <a:lnTo>
                    <a:pt x="7922148" y="119445"/>
                  </a:lnTo>
                  <a:lnTo>
                    <a:pt x="7922273" y="119445"/>
                  </a:lnTo>
                  <a:lnTo>
                    <a:pt x="7922398" y="119445"/>
                  </a:lnTo>
                  <a:lnTo>
                    <a:pt x="7922523" y="119445"/>
                  </a:lnTo>
                  <a:lnTo>
                    <a:pt x="7922648" y="119445"/>
                  </a:lnTo>
                  <a:lnTo>
                    <a:pt x="7922773" y="119445"/>
                  </a:lnTo>
                  <a:lnTo>
                    <a:pt x="7922898" y="119445"/>
                  </a:lnTo>
                  <a:lnTo>
                    <a:pt x="7923023" y="119445"/>
                  </a:lnTo>
                  <a:lnTo>
                    <a:pt x="7923148" y="119445"/>
                  </a:lnTo>
                  <a:lnTo>
                    <a:pt x="7923273" y="119445"/>
                  </a:lnTo>
                  <a:lnTo>
                    <a:pt x="7923398" y="119445"/>
                  </a:lnTo>
                  <a:lnTo>
                    <a:pt x="7923523" y="119445"/>
                  </a:lnTo>
                  <a:lnTo>
                    <a:pt x="7923648" y="119445"/>
                  </a:lnTo>
                  <a:lnTo>
                    <a:pt x="7923773" y="119445"/>
                  </a:lnTo>
                  <a:lnTo>
                    <a:pt x="7923898" y="119445"/>
                  </a:lnTo>
                  <a:lnTo>
                    <a:pt x="7924023" y="119445"/>
                  </a:lnTo>
                  <a:lnTo>
                    <a:pt x="7924149" y="119445"/>
                  </a:lnTo>
                  <a:lnTo>
                    <a:pt x="7924274" y="119445"/>
                  </a:lnTo>
                  <a:lnTo>
                    <a:pt x="7924399" y="119445"/>
                  </a:lnTo>
                  <a:lnTo>
                    <a:pt x="7924524" y="119445"/>
                  </a:lnTo>
                  <a:lnTo>
                    <a:pt x="7924649" y="119445"/>
                  </a:lnTo>
                  <a:lnTo>
                    <a:pt x="7924774" y="119445"/>
                  </a:lnTo>
                  <a:lnTo>
                    <a:pt x="7924899" y="119445"/>
                  </a:lnTo>
                  <a:lnTo>
                    <a:pt x="7925024" y="119445"/>
                  </a:lnTo>
                  <a:lnTo>
                    <a:pt x="7925149" y="119445"/>
                  </a:lnTo>
                  <a:lnTo>
                    <a:pt x="7925274" y="119445"/>
                  </a:lnTo>
                  <a:lnTo>
                    <a:pt x="7925399" y="119445"/>
                  </a:lnTo>
                  <a:lnTo>
                    <a:pt x="7925524" y="119445"/>
                  </a:lnTo>
                  <a:lnTo>
                    <a:pt x="7925649" y="119445"/>
                  </a:lnTo>
                  <a:lnTo>
                    <a:pt x="7925774" y="119445"/>
                  </a:lnTo>
                  <a:lnTo>
                    <a:pt x="7925899" y="119445"/>
                  </a:lnTo>
                  <a:lnTo>
                    <a:pt x="7926024" y="119445"/>
                  </a:lnTo>
                  <a:lnTo>
                    <a:pt x="7926149" y="119445"/>
                  </a:lnTo>
                  <a:lnTo>
                    <a:pt x="7926274" y="119445"/>
                  </a:lnTo>
                  <a:lnTo>
                    <a:pt x="7926399" y="119445"/>
                  </a:lnTo>
                  <a:lnTo>
                    <a:pt x="7926524" y="119445"/>
                  </a:lnTo>
                  <a:lnTo>
                    <a:pt x="7926649" y="119445"/>
                  </a:lnTo>
                  <a:lnTo>
                    <a:pt x="7926774" y="119445"/>
                  </a:lnTo>
                  <a:lnTo>
                    <a:pt x="7926899" y="119445"/>
                  </a:lnTo>
                  <a:lnTo>
                    <a:pt x="7927024" y="119445"/>
                  </a:lnTo>
                  <a:lnTo>
                    <a:pt x="7927150" y="119445"/>
                  </a:lnTo>
                  <a:lnTo>
                    <a:pt x="7927275" y="119445"/>
                  </a:lnTo>
                  <a:lnTo>
                    <a:pt x="7927400" y="119445"/>
                  </a:lnTo>
                  <a:lnTo>
                    <a:pt x="7927525" y="119445"/>
                  </a:lnTo>
                  <a:lnTo>
                    <a:pt x="7927650" y="119445"/>
                  </a:lnTo>
                  <a:lnTo>
                    <a:pt x="7927775" y="119445"/>
                  </a:lnTo>
                  <a:lnTo>
                    <a:pt x="7927900" y="119445"/>
                  </a:lnTo>
                  <a:lnTo>
                    <a:pt x="7928025" y="119445"/>
                  </a:lnTo>
                  <a:lnTo>
                    <a:pt x="7928150" y="119445"/>
                  </a:lnTo>
                  <a:lnTo>
                    <a:pt x="7928275" y="119445"/>
                  </a:lnTo>
                  <a:lnTo>
                    <a:pt x="7928400" y="119445"/>
                  </a:lnTo>
                  <a:lnTo>
                    <a:pt x="7928525" y="119445"/>
                  </a:lnTo>
                  <a:lnTo>
                    <a:pt x="7928650" y="119445"/>
                  </a:lnTo>
                  <a:lnTo>
                    <a:pt x="7928775" y="119445"/>
                  </a:lnTo>
                  <a:lnTo>
                    <a:pt x="7928900" y="119445"/>
                  </a:lnTo>
                  <a:lnTo>
                    <a:pt x="7929025" y="119445"/>
                  </a:lnTo>
                  <a:lnTo>
                    <a:pt x="7929150" y="119445"/>
                  </a:lnTo>
                  <a:lnTo>
                    <a:pt x="7929275" y="119445"/>
                  </a:lnTo>
                  <a:lnTo>
                    <a:pt x="7929400" y="119445"/>
                  </a:lnTo>
                  <a:lnTo>
                    <a:pt x="7929525" y="119445"/>
                  </a:lnTo>
                  <a:lnTo>
                    <a:pt x="7929650" y="119445"/>
                  </a:lnTo>
                  <a:lnTo>
                    <a:pt x="7929775" y="119445"/>
                  </a:lnTo>
                  <a:lnTo>
                    <a:pt x="7929900" y="119445"/>
                  </a:lnTo>
                  <a:lnTo>
                    <a:pt x="7930025" y="119445"/>
                  </a:lnTo>
                  <a:lnTo>
                    <a:pt x="7930151" y="119445"/>
                  </a:lnTo>
                  <a:lnTo>
                    <a:pt x="7930276" y="119445"/>
                  </a:lnTo>
                  <a:lnTo>
                    <a:pt x="7930401" y="119445"/>
                  </a:lnTo>
                  <a:lnTo>
                    <a:pt x="7930526" y="119445"/>
                  </a:lnTo>
                  <a:lnTo>
                    <a:pt x="7930651" y="119445"/>
                  </a:lnTo>
                  <a:lnTo>
                    <a:pt x="7930776" y="119445"/>
                  </a:lnTo>
                  <a:lnTo>
                    <a:pt x="7930901" y="119445"/>
                  </a:lnTo>
                  <a:lnTo>
                    <a:pt x="7931026" y="119445"/>
                  </a:lnTo>
                  <a:lnTo>
                    <a:pt x="7931151" y="119445"/>
                  </a:lnTo>
                  <a:lnTo>
                    <a:pt x="7931276" y="119445"/>
                  </a:lnTo>
                  <a:lnTo>
                    <a:pt x="7931401" y="119445"/>
                  </a:lnTo>
                  <a:lnTo>
                    <a:pt x="7931526" y="119445"/>
                  </a:lnTo>
                  <a:lnTo>
                    <a:pt x="7931651" y="119445"/>
                  </a:lnTo>
                  <a:lnTo>
                    <a:pt x="7931776" y="119445"/>
                  </a:lnTo>
                  <a:lnTo>
                    <a:pt x="7931901" y="119445"/>
                  </a:lnTo>
                  <a:lnTo>
                    <a:pt x="7932026" y="119445"/>
                  </a:lnTo>
                  <a:lnTo>
                    <a:pt x="7932151" y="119445"/>
                  </a:lnTo>
                  <a:lnTo>
                    <a:pt x="7932276" y="119445"/>
                  </a:lnTo>
                  <a:lnTo>
                    <a:pt x="7932401" y="119445"/>
                  </a:lnTo>
                  <a:lnTo>
                    <a:pt x="7932526" y="119445"/>
                  </a:lnTo>
                  <a:lnTo>
                    <a:pt x="7932651" y="119445"/>
                  </a:lnTo>
                  <a:lnTo>
                    <a:pt x="7932776" y="119445"/>
                  </a:lnTo>
                  <a:lnTo>
                    <a:pt x="7932901" y="119445"/>
                  </a:lnTo>
                  <a:lnTo>
                    <a:pt x="7933026" y="119445"/>
                  </a:lnTo>
                  <a:lnTo>
                    <a:pt x="7933152" y="119445"/>
                  </a:lnTo>
                  <a:lnTo>
                    <a:pt x="7933277" y="119445"/>
                  </a:lnTo>
                  <a:lnTo>
                    <a:pt x="7933402" y="119445"/>
                  </a:lnTo>
                  <a:lnTo>
                    <a:pt x="7933527" y="119445"/>
                  </a:lnTo>
                  <a:lnTo>
                    <a:pt x="7933652" y="119445"/>
                  </a:lnTo>
                  <a:lnTo>
                    <a:pt x="7933777" y="119445"/>
                  </a:lnTo>
                  <a:lnTo>
                    <a:pt x="7933902" y="119445"/>
                  </a:lnTo>
                  <a:lnTo>
                    <a:pt x="7934027" y="119445"/>
                  </a:lnTo>
                  <a:lnTo>
                    <a:pt x="7934152" y="119445"/>
                  </a:lnTo>
                  <a:lnTo>
                    <a:pt x="7934277" y="119445"/>
                  </a:lnTo>
                  <a:lnTo>
                    <a:pt x="7934402" y="119445"/>
                  </a:lnTo>
                  <a:lnTo>
                    <a:pt x="7934527" y="119445"/>
                  </a:lnTo>
                  <a:lnTo>
                    <a:pt x="7934652" y="119445"/>
                  </a:lnTo>
                  <a:lnTo>
                    <a:pt x="7934777" y="119445"/>
                  </a:lnTo>
                  <a:lnTo>
                    <a:pt x="7934902" y="119445"/>
                  </a:lnTo>
                  <a:lnTo>
                    <a:pt x="7935027" y="119445"/>
                  </a:lnTo>
                  <a:lnTo>
                    <a:pt x="7935152" y="119445"/>
                  </a:lnTo>
                  <a:lnTo>
                    <a:pt x="7935277" y="119445"/>
                  </a:lnTo>
                  <a:lnTo>
                    <a:pt x="7935402" y="119445"/>
                  </a:lnTo>
                  <a:lnTo>
                    <a:pt x="7935527" y="119445"/>
                  </a:lnTo>
                  <a:lnTo>
                    <a:pt x="7935652" y="119445"/>
                  </a:lnTo>
                  <a:lnTo>
                    <a:pt x="7935777" y="119445"/>
                  </a:lnTo>
                  <a:lnTo>
                    <a:pt x="7935902" y="119445"/>
                  </a:lnTo>
                  <a:lnTo>
                    <a:pt x="7936027" y="119445"/>
                  </a:lnTo>
                  <a:lnTo>
                    <a:pt x="7936153" y="119445"/>
                  </a:lnTo>
                  <a:lnTo>
                    <a:pt x="7936278" y="119445"/>
                  </a:lnTo>
                  <a:lnTo>
                    <a:pt x="7936403" y="119445"/>
                  </a:lnTo>
                  <a:lnTo>
                    <a:pt x="7936528" y="119445"/>
                  </a:lnTo>
                  <a:lnTo>
                    <a:pt x="7936653" y="119445"/>
                  </a:lnTo>
                  <a:lnTo>
                    <a:pt x="7936778" y="119445"/>
                  </a:lnTo>
                  <a:lnTo>
                    <a:pt x="7936903" y="119445"/>
                  </a:lnTo>
                  <a:lnTo>
                    <a:pt x="7937028" y="119445"/>
                  </a:lnTo>
                  <a:lnTo>
                    <a:pt x="7937153" y="119445"/>
                  </a:lnTo>
                  <a:lnTo>
                    <a:pt x="7937278" y="119445"/>
                  </a:lnTo>
                  <a:lnTo>
                    <a:pt x="7937403" y="119445"/>
                  </a:lnTo>
                  <a:lnTo>
                    <a:pt x="7937528" y="119445"/>
                  </a:lnTo>
                  <a:lnTo>
                    <a:pt x="7937653" y="119445"/>
                  </a:lnTo>
                  <a:lnTo>
                    <a:pt x="7937778" y="119445"/>
                  </a:lnTo>
                  <a:lnTo>
                    <a:pt x="7937903" y="119445"/>
                  </a:lnTo>
                  <a:lnTo>
                    <a:pt x="7938028" y="119445"/>
                  </a:lnTo>
                  <a:lnTo>
                    <a:pt x="7938153" y="119445"/>
                  </a:lnTo>
                  <a:lnTo>
                    <a:pt x="7938278" y="119445"/>
                  </a:lnTo>
                  <a:lnTo>
                    <a:pt x="7938403" y="119445"/>
                  </a:lnTo>
                  <a:lnTo>
                    <a:pt x="7938528" y="119445"/>
                  </a:lnTo>
                  <a:lnTo>
                    <a:pt x="7938653" y="119445"/>
                  </a:lnTo>
                  <a:lnTo>
                    <a:pt x="7938778" y="119445"/>
                  </a:lnTo>
                  <a:lnTo>
                    <a:pt x="7938903" y="119445"/>
                  </a:lnTo>
                  <a:lnTo>
                    <a:pt x="7939028" y="119445"/>
                  </a:lnTo>
                  <a:lnTo>
                    <a:pt x="7939154" y="119445"/>
                  </a:lnTo>
                  <a:lnTo>
                    <a:pt x="7939279" y="119445"/>
                  </a:lnTo>
                  <a:lnTo>
                    <a:pt x="7939404" y="119445"/>
                  </a:lnTo>
                  <a:lnTo>
                    <a:pt x="7939529" y="119445"/>
                  </a:lnTo>
                  <a:lnTo>
                    <a:pt x="7939654" y="119445"/>
                  </a:lnTo>
                  <a:lnTo>
                    <a:pt x="7939779" y="119445"/>
                  </a:lnTo>
                  <a:lnTo>
                    <a:pt x="7939904" y="119445"/>
                  </a:lnTo>
                  <a:lnTo>
                    <a:pt x="7940029" y="119445"/>
                  </a:lnTo>
                  <a:lnTo>
                    <a:pt x="7940154" y="119445"/>
                  </a:lnTo>
                  <a:lnTo>
                    <a:pt x="7940279" y="119445"/>
                  </a:lnTo>
                  <a:lnTo>
                    <a:pt x="7940404" y="119445"/>
                  </a:lnTo>
                  <a:lnTo>
                    <a:pt x="7940529" y="119445"/>
                  </a:lnTo>
                  <a:lnTo>
                    <a:pt x="7940654" y="119445"/>
                  </a:lnTo>
                  <a:lnTo>
                    <a:pt x="7940779" y="119445"/>
                  </a:lnTo>
                  <a:lnTo>
                    <a:pt x="7940904" y="119445"/>
                  </a:lnTo>
                  <a:lnTo>
                    <a:pt x="7941029" y="119445"/>
                  </a:lnTo>
                  <a:lnTo>
                    <a:pt x="7941154" y="119445"/>
                  </a:lnTo>
                  <a:lnTo>
                    <a:pt x="7941279" y="119445"/>
                  </a:lnTo>
                  <a:lnTo>
                    <a:pt x="7941404" y="119445"/>
                  </a:lnTo>
                  <a:lnTo>
                    <a:pt x="7941529" y="119445"/>
                  </a:lnTo>
                  <a:lnTo>
                    <a:pt x="7941654" y="119445"/>
                  </a:lnTo>
                  <a:lnTo>
                    <a:pt x="7941779" y="119445"/>
                  </a:lnTo>
                  <a:lnTo>
                    <a:pt x="7941904" y="119445"/>
                  </a:lnTo>
                  <a:lnTo>
                    <a:pt x="7942029" y="119445"/>
                  </a:lnTo>
                  <a:lnTo>
                    <a:pt x="7942155" y="119445"/>
                  </a:lnTo>
                  <a:lnTo>
                    <a:pt x="7942280" y="119445"/>
                  </a:lnTo>
                  <a:lnTo>
                    <a:pt x="7942405" y="119445"/>
                  </a:lnTo>
                  <a:lnTo>
                    <a:pt x="7942530" y="119445"/>
                  </a:lnTo>
                  <a:lnTo>
                    <a:pt x="7942655" y="119445"/>
                  </a:lnTo>
                  <a:lnTo>
                    <a:pt x="7942780" y="119445"/>
                  </a:lnTo>
                  <a:lnTo>
                    <a:pt x="7942905" y="119445"/>
                  </a:lnTo>
                  <a:lnTo>
                    <a:pt x="7943030" y="119445"/>
                  </a:lnTo>
                  <a:lnTo>
                    <a:pt x="7943155" y="119445"/>
                  </a:lnTo>
                  <a:lnTo>
                    <a:pt x="7943280" y="119445"/>
                  </a:lnTo>
                  <a:lnTo>
                    <a:pt x="7943405" y="119445"/>
                  </a:lnTo>
                  <a:lnTo>
                    <a:pt x="7943530" y="119445"/>
                  </a:lnTo>
                  <a:lnTo>
                    <a:pt x="7943655" y="119445"/>
                  </a:lnTo>
                  <a:lnTo>
                    <a:pt x="7943780" y="119445"/>
                  </a:lnTo>
                  <a:lnTo>
                    <a:pt x="7943905" y="119445"/>
                  </a:lnTo>
                  <a:lnTo>
                    <a:pt x="7944030" y="119445"/>
                  </a:lnTo>
                  <a:lnTo>
                    <a:pt x="7944155" y="119445"/>
                  </a:lnTo>
                  <a:lnTo>
                    <a:pt x="7944280" y="119445"/>
                  </a:lnTo>
                  <a:lnTo>
                    <a:pt x="7944405" y="119445"/>
                  </a:lnTo>
                  <a:lnTo>
                    <a:pt x="7944530" y="119445"/>
                  </a:lnTo>
                  <a:lnTo>
                    <a:pt x="7944655" y="119445"/>
                  </a:lnTo>
                  <a:lnTo>
                    <a:pt x="7944780" y="119445"/>
                  </a:lnTo>
                  <a:lnTo>
                    <a:pt x="7944905" y="119445"/>
                  </a:lnTo>
                  <a:lnTo>
                    <a:pt x="7945030" y="119445"/>
                  </a:lnTo>
                  <a:lnTo>
                    <a:pt x="7945156" y="119445"/>
                  </a:lnTo>
                  <a:lnTo>
                    <a:pt x="7945281" y="119445"/>
                  </a:lnTo>
                  <a:lnTo>
                    <a:pt x="7945406" y="119445"/>
                  </a:lnTo>
                  <a:lnTo>
                    <a:pt x="7945531" y="119445"/>
                  </a:lnTo>
                  <a:lnTo>
                    <a:pt x="7945656" y="119445"/>
                  </a:lnTo>
                  <a:lnTo>
                    <a:pt x="7945781" y="119445"/>
                  </a:lnTo>
                  <a:lnTo>
                    <a:pt x="7945906" y="119445"/>
                  </a:lnTo>
                  <a:lnTo>
                    <a:pt x="7946031" y="119445"/>
                  </a:lnTo>
                  <a:lnTo>
                    <a:pt x="7946156" y="119445"/>
                  </a:lnTo>
                  <a:lnTo>
                    <a:pt x="7946281" y="119445"/>
                  </a:lnTo>
                  <a:lnTo>
                    <a:pt x="7946406" y="119445"/>
                  </a:lnTo>
                  <a:lnTo>
                    <a:pt x="7946531" y="119445"/>
                  </a:lnTo>
                  <a:lnTo>
                    <a:pt x="7946656" y="119445"/>
                  </a:lnTo>
                  <a:lnTo>
                    <a:pt x="7946781" y="119445"/>
                  </a:lnTo>
                  <a:lnTo>
                    <a:pt x="7946906" y="119445"/>
                  </a:lnTo>
                  <a:lnTo>
                    <a:pt x="7947031" y="119445"/>
                  </a:lnTo>
                  <a:lnTo>
                    <a:pt x="7947156" y="119445"/>
                  </a:lnTo>
                  <a:lnTo>
                    <a:pt x="7947281" y="119445"/>
                  </a:lnTo>
                  <a:lnTo>
                    <a:pt x="7947406" y="119445"/>
                  </a:lnTo>
                  <a:lnTo>
                    <a:pt x="7947531" y="119445"/>
                  </a:lnTo>
                  <a:lnTo>
                    <a:pt x="7947656" y="119445"/>
                  </a:lnTo>
                  <a:lnTo>
                    <a:pt x="7947781" y="119445"/>
                  </a:lnTo>
                  <a:lnTo>
                    <a:pt x="7947906" y="119445"/>
                  </a:lnTo>
                  <a:lnTo>
                    <a:pt x="7948031" y="119445"/>
                  </a:lnTo>
                  <a:lnTo>
                    <a:pt x="7948157" y="119445"/>
                  </a:lnTo>
                  <a:lnTo>
                    <a:pt x="7948282" y="119445"/>
                  </a:lnTo>
                  <a:lnTo>
                    <a:pt x="7948407" y="119445"/>
                  </a:lnTo>
                  <a:lnTo>
                    <a:pt x="7948532" y="119445"/>
                  </a:lnTo>
                  <a:lnTo>
                    <a:pt x="7948657" y="119445"/>
                  </a:lnTo>
                  <a:lnTo>
                    <a:pt x="7948782" y="119445"/>
                  </a:lnTo>
                  <a:lnTo>
                    <a:pt x="7948907" y="119445"/>
                  </a:lnTo>
                  <a:lnTo>
                    <a:pt x="7949032" y="119445"/>
                  </a:lnTo>
                  <a:lnTo>
                    <a:pt x="7949157" y="119445"/>
                  </a:lnTo>
                  <a:lnTo>
                    <a:pt x="7949282" y="119445"/>
                  </a:lnTo>
                  <a:lnTo>
                    <a:pt x="7949407" y="119445"/>
                  </a:lnTo>
                  <a:lnTo>
                    <a:pt x="7949532" y="119445"/>
                  </a:lnTo>
                  <a:lnTo>
                    <a:pt x="7949657" y="119445"/>
                  </a:lnTo>
                  <a:lnTo>
                    <a:pt x="7949782" y="119445"/>
                  </a:lnTo>
                  <a:lnTo>
                    <a:pt x="7949907" y="119445"/>
                  </a:lnTo>
                  <a:lnTo>
                    <a:pt x="7950032" y="119445"/>
                  </a:lnTo>
                  <a:lnTo>
                    <a:pt x="7950157" y="119445"/>
                  </a:lnTo>
                  <a:lnTo>
                    <a:pt x="7950282" y="119445"/>
                  </a:lnTo>
                  <a:lnTo>
                    <a:pt x="7950407" y="119445"/>
                  </a:lnTo>
                  <a:lnTo>
                    <a:pt x="7950532" y="119445"/>
                  </a:lnTo>
                  <a:lnTo>
                    <a:pt x="7950657" y="119445"/>
                  </a:lnTo>
                  <a:lnTo>
                    <a:pt x="7950782" y="119445"/>
                  </a:lnTo>
                  <a:lnTo>
                    <a:pt x="7950907" y="119445"/>
                  </a:lnTo>
                  <a:lnTo>
                    <a:pt x="7951032" y="119445"/>
                  </a:lnTo>
                  <a:lnTo>
                    <a:pt x="7951158" y="119445"/>
                  </a:lnTo>
                  <a:lnTo>
                    <a:pt x="7951283" y="119445"/>
                  </a:lnTo>
                  <a:lnTo>
                    <a:pt x="7951408" y="119445"/>
                  </a:lnTo>
                  <a:lnTo>
                    <a:pt x="7951533" y="119445"/>
                  </a:lnTo>
                  <a:lnTo>
                    <a:pt x="7951658" y="119445"/>
                  </a:lnTo>
                  <a:lnTo>
                    <a:pt x="7951783" y="119445"/>
                  </a:lnTo>
                  <a:lnTo>
                    <a:pt x="7951908" y="119445"/>
                  </a:lnTo>
                  <a:lnTo>
                    <a:pt x="7952033" y="119445"/>
                  </a:lnTo>
                  <a:lnTo>
                    <a:pt x="7952158" y="119445"/>
                  </a:lnTo>
                  <a:lnTo>
                    <a:pt x="7952283" y="119445"/>
                  </a:lnTo>
                  <a:lnTo>
                    <a:pt x="7952408" y="119445"/>
                  </a:lnTo>
                  <a:lnTo>
                    <a:pt x="7952533" y="119445"/>
                  </a:lnTo>
                  <a:lnTo>
                    <a:pt x="7952658" y="119445"/>
                  </a:lnTo>
                  <a:lnTo>
                    <a:pt x="7952783" y="119445"/>
                  </a:lnTo>
                  <a:lnTo>
                    <a:pt x="7952908" y="119445"/>
                  </a:lnTo>
                  <a:lnTo>
                    <a:pt x="7953033" y="119445"/>
                  </a:lnTo>
                  <a:lnTo>
                    <a:pt x="7953158" y="119445"/>
                  </a:lnTo>
                  <a:lnTo>
                    <a:pt x="7953283" y="119445"/>
                  </a:lnTo>
                  <a:lnTo>
                    <a:pt x="7953408" y="119445"/>
                  </a:lnTo>
                  <a:lnTo>
                    <a:pt x="7953533" y="119445"/>
                  </a:lnTo>
                  <a:lnTo>
                    <a:pt x="7953658" y="119445"/>
                  </a:lnTo>
                  <a:lnTo>
                    <a:pt x="7953783" y="119445"/>
                  </a:lnTo>
                  <a:lnTo>
                    <a:pt x="7953908" y="119445"/>
                  </a:lnTo>
                  <a:lnTo>
                    <a:pt x="7954033" y="119445"/>
                  </a:lnTo>
                  <a:lnTo>
                    <a:pt x="7954159" y="119445"/>
                  </a:lnTo>
                  <a:lnTo>
                    <a:pt x="7954284" y="119445"/>
                  </a:lnTo>
                  <a:lnTo>
                    <a:pt x="7954409" y="119445"/>
                  </a:lnTo>
                  <a:lnTo>
                    <a:pt x="7954534" y="119445"/>
                  </a:lnTo>
                  <a:lnTo>
                    <a:pt x="7954659" y="119445"/>
                  </a:lnTo>
                  <a:lnTo>
                    <a:pt x="7954784" y="119445"/>
                  </a:lnTo>
                  <a:lnTo>
                    <a:pt x="7954909" y="119445"/>
                  </a:lnTo>
                  <a:lnTo>
                    <a:pt x="7955034" y="119445"/>
                  </a:lnTo>
                  <a:lnTo>
                    <a:pt x="7955159" y="119445"/>
                  </a:lnTo>
                  <a:lnTo>
                    <a:pt x="7955284" y="119445"/>
                  </a:lnTo>
                  <a:lnTo>
                    <a:pt x="7955409" y="119445"/>
                  </a:lnTo>
                  <a:lnTo>
                    <a:pt x="7955534" y="119445"/>
                  </a:lnTo>
                  <a:lnTo>
                    <a:pt x="7955659" y="119445"/>
                  </a:lnTo>
                  <a:lnTo>
                    <a:pt x="7955784" y="119445"/>
                  </a:lnTo>
                  <a:lnTo>
                    <a:pt x="7955909" y="119445"/>
                  </a:lnTo>
                  <a:lnTo>
                    <a:pt x="7956034" y="119445"/>
                  </a:lnTo>
                  <a:lnTo>
                    <a:pt x="7956159" y="119445"/>
                  </a:lnTo>
                  <a:lnTo>
                    <a:pt x="7956284" y="119445"/>
                  </a:lnTo>
                  <a:lnTo>
                    <a:pt x="7956409" y="119445"/>
                  </a:lnTo>
                  <a:lnTo>
                    <a:pt x="7956534" y="119445"/>
                  </a:lnTo>
                  <a:lnTo>
                    <a:pt x="7956659" y="119445"/>
                  </a:lnTo>
                  <a:lnTo>
                    <a:pt x="7956784" y="119445"/>
                  </a:lnTo>
                  <a:lnTo>
                    <a:pt x="7956909" y="119445"/>
                  </a:lnTo>
                  <a:lnTo>
                    <a:pt x="7957035" y="119445"/>
                  </a:lnTo>
                  <a:lnTo>
                    <a:pt x="7957160" y="119445"/>
                  </a:lnTo>
                  <a:lnTo>
                    <a:pt x="7957285" y="119445"/>
                  </a:lnTo>
                  <a:lnTo>
                    <a:pt x="7957410" y="119445"/>
                  </a:lnTo>
                  <a:lnTo>
                    <a:pt x="7957535" y="119445"/>
                  </a:lnTo>
                  <a:lnTo>
                    <a:pt x="7957660" y="119445"/>
                  </a:lnTo>
                  <a:lnTo>
                    <a:pt x="7957785" y="119445"/>
                  </a:lnTo>
                  <a:lnTo>
                    <a:pt x="7957910" y="119445"/>
                  </a:lnTo>
                  <a:lnTo>
                    <a:pt x="7958035" y="119445"/>
                  </a:lnTo>
                  <a:lnTo>
                    <a:pt x="7958160" y="119445"/>
                  </a:lnTo>
                  <a:lnTo>
                    <a:pt x="7958285" y="119445"/>
                  </a:lnTo>
                  <a:lnTo>
                    <a:pt x="7958410" y="119445"/>
                  </a:lnTo>
                  <a:lnTo>
                    <a:pt x="7958535" y="119445"/>
                  </a:lnTo>
                  <a:lnTo>
                    <a:pt x="7958660" y="119445"/>
                  </a:lnTo>
                  <a:lnTo>
                    <a:pt x="7958785" y="119445"/>
                  </a:lnTo>
                  <a:lnTo>
                    <a:pt x="7958910" y="119445"/>
                  </a:lnTo>
                  <a:lnTo>
                    <a:pt x="7959035" y="119445"/>
                  </a:lnTo>
                  <a:lnTo>
                    <a:pt x="7959160" y="119445"/>
                  </a:lnTo>
                  <a:lnTo>
                    <a:pt x="7959285" y="119445"/>
                  </a:lnTo>
                  <a:lnTo>
                    <a:pt x="7959410" y="119445"/>
                  </a:lnTo>
                  <a:lnTo>
                    <a:pt x="7959535" y="119445"/>
                  </a:lnTo>
                  <a:lnTo>
                    <a:pt x="7959660" y="119445"/>
                  </a:lnTo>
                  <a:lnTo>
                    <a:pt x="7959785" y="119445"/>
                  </a:lnTo>
                  <a:lnTo>
                    <a:pt x="7959910" y="119445"/>
                  </a:lnTo>
                  <a:lnTo>
                    <a:pt x="7960036" y="119445"/>
                  </a:lnTo>
                  <a:lnTo>
                    <a:pt x="7960161" y="119445"/>
                  </a:lnTo>
                  <a:lnTo>
                    <a:pt x="7960286" y="119445"/>
                  </a:lnTo>
                  <a:lnTo>
                    <a:pt x="7960411" y="119445"/>
                  </a:lnTo>
                  <a:lnTo>
                    <a:pt x="7960536" y="119445"/>
                  </a:lnTo>
                  <a:lnTo>
                    <a:pt x="7960661" y="119445"/>
                  </a:lnTo>
                  <a:lnTo>
                    <a:pt x="7960786" y="119445"/>
                  </a:lnTo>
                  <a:lnTo>
                    <a:pt x="7960911" y="119445"/>
                  </a:lnTo>
                  <a:lnTo>
                    <a:pt x="7961036" y="119445"/>
                  </a:lnTo>
                  <a:lnTo>
                    <a:pt x="7961161" y="119445"/>
                  </a:lnTo>
                  <a:lnTo>
                    <a:pt x="7961286" y="119445"/>
                  </a:lnTo>
                  <a:lnTo>
                    <a:pt x="7961411" y="119445"/>
                  </a:lnTo>
                  <a:lnTo>
                    <a:pt x="7961536" y="119445"/>
                  </a:lnTo>
                  <a:lnTo>
                    <a:pt x="7961661" y="119445"/>
                  </a:lnTo>
                  <a:lnTo>
                    <a:pt x="7961786" y="119445"/>
                  </a:lnTo>
                  <a:lnTo>
                    <a:pt x="7961911" y="119445"/>
                  </a:lnTo>
                  <a:lnTo>
                    <a:pt x="7962036" y="119445"/>
                  </a:lnTo>
                  <a:lnTo>
                    <a:pt x="7962161" y="119445"/>
                  </a:lnTo>
                  <a:lnTo>
                    <a:pt x="7962286" y="119445"/>
                  </a:lnTo>
                  <a:lnTo>
                    <a:pt x="7962411" y="119445"/>
                  </a:lnTo>
                  <a:lnTo>
                    <a:pt x="7962536" y="119445"/>
                  </a:lnTo>
                  <a:lnTo>
                    <a:pt x="7962661" y="119445"/>
                  </a:lnTo>
                  <a:lnTo>
                    <a:pt x="7962786" y="119445"/>
                  </a:lnTo>
                  <a:lnTo>
                    <a:pt x="7962911" y="119445"/>
                  </a:lnTo>
                  <a:lnTo>
                    <a:pt x="7963037" y="119445"/>
                  </a:lnTo>
                  <a:lnTo>
                    <a:pt x="7963162" y="119445"/>
                  </a:lnTo>
                  <a:lnTo>
                    <a:pt x="7963287" y="119445"/>
                  </a:lnTo>
                  <a:lnTo>
                    <a:pt x="7963412" y="119445"/>
                  </a:lnTo>
                  <a:lnTo>
                    <a:pt x="7963537" y="119445"/>
                  </a:lnTo>
                  <a:lnTo>
                    <a:pt x="7963662" y="119445"/>
                  </a:lnTo>
                  <a:lnTo>
                    <a:pt x="7963787" y="119445"/>
                  </a:lnTo>
                  <a:lnTo>
                    <a:pt x="7963912" y="119445"/>
                  </a:lnTo>
                  <a:lnTo>
                    <a:pt x="7964037" y="119445"/>
                  </a:lnTo>
                  <a:lnTo>
                    <a:pt x="7964162" y="119445"/>
                  </a:lnTo>
                  <a:lnTo>
                    <a:pt x="7964287" y="119445"/>
                  </a:lnTo>
                  <a:lnTo>
                    <a:pt x="7964412" y="119445"/>
                  </a:lnTo>
                  <a:lnTo>
                    <a:pt x="7964537" y="119445"/>
                  </a:lnTo>
                  <a:lnTo>
                    <a:pt x="7964662" y="119445"/>
                  </a:lnTo>
                  <a:lnTo>
                    <a:pt x="7964787" y="119445"/>
                  </a:lnTo>
                  <a:lnTo>
                    <a:pt x="7964912" y="119445"/>
                  </a:lnTo>
                  <a:lnTo>
                    <a:pt x="7965037" y="119445"/>
                  </a:lnTo>
                  <a:lnTo>
                    <a:pt x="7965162" y="119445"/>
                  </a:lnTo>
                  <a:lnTo>
                    <a:pt x="7965287" y="119445"/>
                  </a:lnTo>
                  <a:lnTo>
                    <a:pt x="7965412" y="119445"/>
                  </a:lnTo>
                  <a:lnTo>
                    <a:pt x="7965537" y="119445"/>
                  </a:lnTo>
                  <a:lnTo>
                    <a:pt x="7965662" y="119445"/>
                  </a:lnTo>
                  <a:lnTo>
                    <a:pt x="7965787" y="119445"/>
                  </a:lnTo>
                  <a:lnTo>
                    <a:pt x="7965912" y="119445"/>
                  </a:lnTo>
                  <a:lnTo>
                    <a:pt x="7966038" y="119445"/>
                  </a:lnTo>
                  <a:lnTo>
                    <a:pt x="7966163" y="119445"/>
                  </a:lnTo>
                  <a:lnTo>
                    <a:pt x="7966288" y="119445"/>
                  </a:lnTo>
                  <a:lnTo>
                    <a:pt x="7966413" y="119445"/>
                  </a:lnTo>
                  <a:lnTo>
                    <a:pt x="7966538" y="119445"/>
                  </a:lnTo>
                  <a:lnTo>
                    <a:pt x="7966663" y="119445"/>
                  </a:lnTo>
                  <a:lnTo>
                    <a:pt x="7966788" y="119445"/>
                  </a:lnTo>
                  <a:lnTo>
                    <a:pt x="7966913" y="119445"/>
                  </a:lnTo>
                  <a:lnTo>
                    <a:pt x="7967038" y="119445"/>
                  </a:lnTo>
                  <a:lnTo>
                    <a:pt x="7967163" y="119445"/>
                  </a:lnTo>
                  <a:lnTo>
                    <a:pt x="7967288" y="119445"/>
                  </a:lnTo>
                  <a:lnTo>
                    <a:pt x="7967413" y="119445"/>
                  </a:lnTo>
                  <a:lnTo>
                    <a:pt x="7967538" y="119445"/>
                  </a:lnTo>
                  <a:lnTo>
                    <a:pt x="7967663" y="119445"/>
                  </a:lnTo>
                  <a:lnTo>
                    <a:pt x="7967788" y="119445"/>
                  </a:lnTo>
                  <a:lnTo>
                    <a:pt x="7967913" y="119445"/>
                  </a:lnTo>
                  <a:lnTo>
                    <a:pt x="7968038" y="119445"/>
                  </a:lnTo>
                  <a:lnTo>
                    <a:pt x="7968163" y="119445"/>
                  </a:lnTo>
                  <a:lnTo>
                    <a:pt x="7968288" y="119445"/>
                  </a:lnTo>
                  <a:lnTo>
                    <a:pt x="7968413" y="119445"/>
                  </a:lnTo>
                  <a:lnTo>
                    <a:pt x="7968538" y="119445"/>
                  </a:lnTo>
                  <a:lnTo>
                    <a:pt x="7968663" y="119445"/>
                  </a:lnTo>
                  <a:lnTo>
                    <a:pt x="7968788" y="119445"/>
                  </a:lnTo>
                  <a:lnTo>
                    <a:pt x="7968913" y="119445"/>
                  </a:lnTo>
                  <a:lnTo>
                    <a:pt x="7969039" y="119445"/>
                  </a:lnTo>
                  <a:lnTo>
                    <a:pt x="7969164" y="119445"/>
                  </a:lnTo>
                  <a:lnTo>
                    <a:pt x="7969289" y="119445"/>
                  </a:lnTo>
                  <a:lnTo>
                    <a:pt x="7969414" y="119445"/>
                  </a:lnTo>
                  <a:lnTo>
                    <a:pt x="7969539" y="119445"/>
                  </a:lnTo>
                  <a:lnTo>
                    <a:pt x="7969664" y="119445"/>
                  </a:lnTo>
                  <a:lnTo>
                    <a:pt x="7969789" y="119445"/>
                  </a:lnTo>
                  <a:lnTo>
                    <a:pt x="7969914" y="119445"/>
                  </a:lnTo>
                  <a:lnTo>
                    <a:pt x="7970039" y="119445"/>
                  </a:lnTo>
                  <a:lnTo>
                    <a:pt x="7970164" y="119445"/>
                  </a:lnTo>
                  <a:lnTo>
                    <a:pt x="7970289" y="119445"/>
                  </a:lnTo>
                  <a:lnTo>
                    <a:pt x="7970414" y="119445"/>
                  </a:lnTo>
                  <a:lnTo>
                    <a:pt x="7970539" y="119445"/>
                  </a:lnTo>
                  <a:lnTo>
                    <a:pt x="7970664" y="119445"/>
                  </a:lnTo>
                  <a:lnTo>
                    <a:pt x="7970789" y="119445"/>
                  </a:lnTo>
                  <a:lnTo>
                    <a:pt x="7970914" y="119445"/>
                  </a:lnTo>
                  <a:lnTo>
                    <a:pt x="7971039" y="119445"/>
                  </a:lnTo>
                  <a:lnTo>
                    <a:pt x="7971164" y="119445"/>
                  </a:lnTo>
                  <a:lnTo>
                    <a:pt x="7971289" y="119445"/>
                  </a:lnTo>
                  <a:lnTo>
                    <a:pt x="7971414" y="119445"/>
                  </a:lnTo>
                  <a:lnTo>
                    <a:pt x="7971539" y="119445"/>
                  </a:lnTo>
                  <a:lnTo>
                    <a:pt x="7971664" y="119445"/>
                  </a:lnTo>
                  <a:lnTo>
                    <a:pt x="7971789" y="119445"/>
                  </a:lnTo>
                  <a:lnTo>
                    <a:pt x="7971914" y="119445"/>
                  </a:lnTo>
                  <a:lnTo>
                    <a:pt x="7972040" y="119445"/>
                  </a:lnTo>
                  <a:lnTo>
                    <a:pt x="7972165" y="119445"/>
                  </a:lnTo>
                  <a:lnTo>
                    <a:pt x="7972290" y="119445"/>
                  </a:lnTo>
                  <a:lnTo>
                    <a:pt x="7972415" y="119445"/>
                  </a:lnTo>
                  <a:lnTo>
                    <a:pt x="7972540" y="119445"/>
                  </a:lnTo>
                  <a:lnTo>
                    <a:pt x="7972665" y="119445"/>
                  </a:lnTo>
                  <a:lnTo>
                    <a:pt x="7972790" y="119445"/>
                  </a:lnTo>
                  <a:lnTo>
                    <a:pt x="7972915" y="119445"/>
                  </a:lnTo>
                  <a:lnTo>
                    <a:pt x="7973040" y="119445"/>
                  </a:lnTo>
                  <a:lnTo>
                    <a:pt x="7973165" y="119445"/>
                  </a:lnTo>
                  <a:lnTo>
                    <a:pt x="7973290" y="119445"/>
                  </a:lnTo>
                  <a:lnTo>
                    <a:pt x="7973415" y="119445"/>
                  </a:lnTo>
                  <a:lnTo>
                    <a:pt x="7973540" y="119445"/>
                  </a:lnTo>
                  <a:lnTo>
                    <a:pt x="7973665" y="119445"/>
                  </a:lnTo>
                  <a:lnTo>
                    <a:pt x="7973790" y="119445"/>
                  </a:lnTo>
                  <a:lnTo>
                    <a:pt x="7973915" y="119445"/>
                  </a:lnTo>
                  <a:lnTo>
                    <a:pt x="7974040" y="119445"/>
                  </a:lnTo>
                  <a:lnTo>
                    <a:pt x="7974165" y="119445"/>
                  </a:lnTo>
                  <a:lnTo>
                    <a:pt x="7974290" y="119445"/>
                  </a:lnTo>
                  <a:lnTo>
                    <a:pt x="7974415" y="119445"/>
                  </a:lnTo>
                  <a:lnTo>
                    <a:pt x="7974540" y="119445"/>
                  </a:lnTo>
                  <a:lnTo>
                    <a:pt x="7974665" y="119445"/>
                  </a:lnTo>
                  <a:lnTo>
                    <a:pt x="7974790" y="119445"/>
                  </a:lnTo>
                  <a:lnTo>
                    <a:pt x="7974915" y="119445"/>
                  </a:lnTo>
                  <a:lnTo>
                    <a:pt x="7975041" y="119445"/>
                  </a:lnTo>
                  <a:lnTo>
                    <a:pt x="7975166" y="119445"/>
                  </a:lnTo>
                  <a:lnTo>
                    <a:pt x="7975291" y="119445"/>
                  </a:lnTo>
                  <a:lnTo>
                    <a:pt x="7975416" y="119445"/>
                  </a:lnTo>
                  <a:lnTo>
                    <a:pt x="7975541" y="119445"/>
                  </a:lnTo>
                  <a:lnTo>
                    <a:pt x="7975666" y="119445"/>
                  </a:lnTo>
                  <a:lnTo>
                    <a:pt x="7975791" y="119445"/>
                  </a:lnTo>
                  <a:lnTo>
                    <a:pt x="7975916" y="119445"/>
                  </a:lnTo>
                  <a:lnTo>
                    <a:pt x="7976041" y="119445"/>
                  </a:lnTo>
                  <a:lnTo>
                    <a:pt x="7976166" y="119445"/>
                  </a:lnTo>
                  <a:lnTo>
                    <a:pt x="7976291" y="119445"/>
                  </a:lnTo>
                  <a:lnTo>
                    <a:pt x="7976416" y="119445"/>
                  </a:lnTo>
                  <a:lnTo>
                    <a:pt x="7976541" y="119445"/>
                  </a:lnTo>
                  <a:lnTo>
                    <a:pt x="7976666" y="119445"/>
                  </a:lnTo>
                  <a:lnTo>
                    <a:pt x="7976791" y="119445"/>
                  </a:lnTo>
                  <a:lnTo>
                    <a:pt x="7976916" y="119445"/>
                  </a:lnTo>
                  <a:lnTo>
                    <a:pt x="7977041" y="119445"/>
                  </a:lnTo>
                  <a:lnTo>
                    <a:pt x="7977166" y="119445"/>
                  </a:lnTo>
                  <a:lnTo>
                    <a:pt x="7977291" y="119445"/>
                  </a:lnTo>
                  <a:lnTo>
                    <a:pt x="7977416" y="119445"/>
                  </a:lnTo>
                  <a:lnTo>
                    <a:pt x="7977541" y="119445"/>
                  </a:lnTo>
                  <a:lnTo>
                    <a:pt x="7977666" y="119445"/>
                  </a:lnTo>
                  <a:lnTo>
                    <a:pt x="7977791" y="119445"/>
                  </a:lnTo>
                  <a:lnTo>
                    <a:pt x="7977916" y="119445"/>
                  </a:lnTo>
                  <a:lnTo>
                    <a:pt x="7978042" y="119445"/>
                  </a:lnTo>
                  <a:lnTo>
                    <a:pt x="7978167" y="119445"/>
                  </a:lnTo>
                  <a:lnTo>
                    <a:pt x="7978292" y="119445"/>
                  </a:lnTo>
                  <a:lnTo>
                    <a:pt x="7978417" y="119445"/>
                  </a:lnTo>
                  <a:lnTo>
                    <a:pt x="7978542" y="119445"/>
                  </a:lnTo>
                  <a:lnTo>
                    <a:pt x="7978667" y="119445"/>
                  </a:lnTo>
                  <a:lnTo>
                    <a:pt x="7978792" y="119445"/>
                  </a:lnTo>
                  <a:lnTo>
                    <a:pt x="7978917" y="119445"/>
                  </a:lnTo>
                  <a:lnTo>
                    <a:pt x="7979042" y="119445"/>
                  </a:lnTo>
                  <a:lnTo>
                    <a:pt x="7979042" y="109492"/>
                  </a:lnTo>
                  <a:lnTo>
                    <a:pt x="7979167" y="109492"/>
                  </a:lnTo>
                  <a:lnTo>
                    <a:pt x="7979292" y="109492"/>
                  </a:lnTo>
                  <a:lnTo>
                    <a:pt x="7979417" y="109492"/>
                  </a:lnTo>
                  <a:lnTo>
                    <a:pt x="7979542" y="109492"/>
                  </a:lnTo>
                  <a:lnTo>
                    <a:pt x="7979667" y="109492"/>
                  </a:lnTo>
                  <a:lnTo>
                    <a:pt x="7979792" y="109492"/>
                  </a:lnTo>
                  <a:lnTo>
                    <a:pt x="7979917" y="109492"/>
                  </a:lnTo>
                  <a:lnTo>
                    <a:pt x="7980042" y="109492"/>
                  </a:lnTo>
                  <a:lnTo>
                    <a:pt x="7980167" y="109492"/>
                  </a:lnTo>
                  <a:lnTo>
                    <a:pt x="7980292" y="109492"/>
                  </a:lnTo>
                  <a:lnTo>
                    <a:pt x="7980417" y="109492"/>
                  </a:lnTo>
                  <a:lnTo>
                    <a:pt x="7980542" y="109492"/>
                  </a:lnTo>
                  <a:lnTo>
                    <a:pt x="7980667" y="109492"/>
                  </a:lnTo>
                  <a:lnTo>
                    <a:pt x="7980792" y="109492"/>
                  </a:lnTo>
                  <a:lnTo>
                    <a:pt x="7980917" y="109492"/>
                  </a:lnTo>
                  <a:lnTo>
                    <a:pt x="7981043" y="109492"/>
                  </a:lnTo>
                  <a:lnTo>
                    <a:pt x="7981168" y="109492"/>
                  </a:lnTo>
                  <a:lnTo>
                    <a:pt x="7981293" y="109492"/>
                  </a:lnTo>
                  <a:lnTo>
                    <a:pt x="7981418" y="109492"/>
                  </a:lnTo>
                  <a:lnTo>
                    <a:pt x="7981543" y="109492"/>
                  </a:lnTo>
                  <a:lnTo>
                    <a:pt x="7981668" y="109492"/>
                  </a:lnTo>
                  <a:lnTo>
                    <a:pt x="7981793" y="109492"/>
                  </a:lnTo>
                  <a:lnTo>
                    <a:pt x="7981918" y="109492"/>
                  </a:lnTo>
                  <a:lnTo>
                    <a:pt x="7982043" y="109492"/>
                  </a:lnTo>
                  <a:lnTo>
                    <a:pt x="7982168" y="109492"/>
                  </a:lnTo>
                  <a:lnTo>
                    <a:pt x="7982293" y="109492"/>
                  </a:lnTo>
                  <a:lnTo>
                    <a:pt x="7982418" y="109492"/>
                  </a:lnTo>
                  <a:lnTo>
                    <a:pt x="7982543" y="109492"/>
                  </a:lnTo>
                  <a:lnTo>
                    <a:pt x="7982668" y="109492"/>
                  </a:lnTo>
                  <a:lnTo>
                    <a:pt x="7982793" y="109492"/>
                  </a:lnTo>
                  <a:lnTo>
                    <a:pt x="7982918" y="109492"/>
                  </a:lnTo>
                  <a:lnTo>
                    <a:pt x="7983043" y="109492"/>
                  </a:lnTo>
                  <a:lnTo>
                    <a:pt x="7983168" y="109492"/>
                  </a:lnTo>
                  <a:lnTo>
                    <a:pt x="7983293" y="109492"/>
                  </a:lnTo>
                  <a:lnTo>
                    <a:pt x="7983418" y="109492"/>
                  </a:lnTo>
                  <a:lnTo>
                    <a:pt x="7983543" y="109492"/>
                  </a:lnTo>
                  <a:lnTo>
                    <a:pt x="7983668" y="109492"/>
                  </a:lnTo>
                  <a:lnTo>
                    <a:pt x="7983793" y="109492"/>
                  </a:lnTo>
                  <a:lnTo>
                    <a:pt x="7983918" y="109492"/>
                  </a:lnTo>
                  <a:lnTo>
                    <a:pt x="7984044" y="109492"/>
                  </a:lnTo>
                  <a:lnTo>
                    <a:pt x="7984169" y="109492"/>
                  </a:lnTo>
                  <a:lnTo>
                    <a:pt x="7984294" y="109492"/>
                  </a:lnTo>
                  <a:lnTo>
                    <a:pt x="7984419" y="109492"/>
                  </a:lnTo>
                  <a:lnTo>
                    <a:pt x="7984544" y="109492"/>
                  </a:lnTo>
                  <a:lnTo>
                    <a:pt x="7984669" y="109492"/>
                  </a:lnTo>
                  <a:lnTo>
                    <a:pt x="7984794" y="109492"/>
                  </a:lnTo>
                  <a:lnTo>
                    <a:pt x="7984919" y="109492"/>
                  </a:lnTo>
                  <a:lnTo>
                    <a:pt x="7985044" y="109492"/>
                  </a:lnTo>
                  <a:lnTo>
                    <a:pt x="7985169" y="109492"/>
                  </a:lnTo>
                  <a:lnTo>
                    <a:pt x="7985294" y="109492"/>
                  </a:lnTo>
                  <a:lnTo>
                    <a:pt x="7985419" y="109492"/>
                  </a:lnTo>
                  <a:lnTo>
                    <a:pt x="7985544" y="109492"/>
                  </a:lnTo>
                  <a:lnTo>
                    <a:pt x="7985669" y="109492"/>
                  </a:lnTo>
                  <a:lnTo>
                    <a:pt x="7985794" y="109492"/>
                  </a:lnTo>
                  <a:lnTo>
                    <a:pt x="7985919" y="109492"/>
                  </a:lnTo>
                  <a:lnTo>
                    <a:pt x="7986044" y="109492"/>
                  </a:lnTo>
                  <a:lnTo>
                    <a:pt x="7986169" y="109492"/>
                  </a:lnTo>
                  <a:lnTo>
                    <a:pt x="7986294" y="109492"/>
                  </a:lnTo>
                  <a:lnTo>
                    <a:pt x="7986419" y="109492"/>
                  </a:lnTo>
                  <a:lnTo>
                    <a:pt x="7986544" y="109492"/>
                  </a:lnTo>
                  <a:lnTo>
                    <a:pt x="7986669" y="109492"/>
                  </a:lnTo>
                  <a:lnTo>
                    <a:pt x="7986794" y="109492"/>
                  </a:lnTo>
                  <a:lnTo>
                    <a:pt x="7986919" y="109492"/>
                  </a:lnTo>
                  <a:lnTo>
                    <a:pt x="7987045" y="109492"/>
                  </a:lnTo>
                  <a:lnTo>
                    <a:pt x="7987170" y="109492"/>
                  </a:lnTo>
                  <a:lnTo>
                    <a:pt x="7987295" y="109492"/>
                  </a:lnTo>
                  <a:lnTo>
                    <a:pt x="7987420" y="109492"/>
                  </a:lnTo>
                  <a:lnTo>
                    <a:pt x="7987545" y="109492"/>
                  </a:lnTo>
                  <a:lnTo>
                    <a:pt x="7987670" y="109492"/>
                  </a:lnTo>
                  <a:lnTo>
                    <a:pt x="7987795" y="109492"/>
                  </a:lnTo>
                  <a:lnTo>
                    <a:pt x="7987920" y="109492"/>
                  </a:lnTo>
                  <a:lnTo>
                    <a:pt x="7988045" y="109492"/>
                  </a:lnTo>
                  <a:lnTo>
                    <a:pt x="7988170" y="109492"/>
                  </a:lnTo>
                  <a:lnTo>
                    <a:pt x="7988295" y="109492"/>
                  </a:lnTo>
                  <a:lnTo>
                    <a:pt x="7988420" y="109492"/>
                  </a:lnTo>
                  <a:lnTo>
                    <a:pt x="7988545" y="109492"/>
                  </a:lnTo>
                  <a:lnTo>
                    <a:pt x="7988670" y="109492"/>
                  </a:lnTo>
                  <a:lnTo>
                    <a:pt x="7988795" y="109492"/>
                  </a:lnTo>
                  <a:lnTo>
                    <a:pt x="7988920" y="109492"/>
                  </a:lnTo>
                  <a:lnTo>
                    <a:pt x="7989045" y="109492"/>
                  </a:lnTo>
                  <a:lnTo>
                    <a:pt x="7989170" y="109492"/>
                  </a:lnTo>
                  <a:lnTo>
                    <a:pt x="7989295" y="109492"/>
                  </a:lnTo>
                  <a:lnTo>
                    <a:pt x="7989420" y="109492"/>
                  </a:lnTo>
                  <a:lnTo>
                    <a:pt x="7989545" y="109492"/>
                  </a:lnTo>
                  <a:lnTo>
                    <a:pt x="7989670" y="109492"/>
                  </a:lnTo>
                  <a:lnTo>
                    <a:pt x="7989795" y="109492"/>
                  </a:lnTo>
                  <a:lnTo>
                    <a:pt x="7989920" y="109492"/>
                  </a:lnTo>
                  <a:lnTo>
                    <a:pt x="7990046" y="109492"/>
                  </a:lnTo>
                  <a:lnTo>
                    <a:pt x="7990171" y="109492"/>
                  </a:lnTo>
                  <a:lnTo>
                    <a:pt x="7990296" y="109492"/>
                  </a:lnTo>
                  <a:lnTo>
                    <a:pt x="7990421" y="109492"/>
                  </a:lnTo>
                  <a:lnTo>
                    <a:pt x="7990546" y="109492"/>
                  </a:lnTo>
                  <a:lnTo>
                    <a:pt x="7990671" y="109492"/>
                  </a:lnTo>
                  <a:lnTo>
                    <a:pt x="7990796" y="109492"/>
                  </a:lnTo>
                  <a:lnTo>
                    <a:pt x="7990921" y="109492"/>
                  </a:lnTo>
                  <a:lnTo>
                    <a:pt x="7991046" y="109492"/>
                  </a:lnTo>
                  <a:lnTo>
                    <a:pt x="7991171" y="109492"/>
                  </a:lnTo>
                  <a:lnTo>
                    <a:pt x="7991296" y="109492"/>
                  </a:lnTo>
                  <a:lnTo>
                    <a:pt x="7991421" y="109492"/>
                  </a:lnTo>
                  <a:lnTo>
                    <a:pt x="7991546" y="109492"/>
                  </a:lnTo>
                  <a:lnTo>
                    <a:pt x="7991671" y="109492"/>
                  </a:lnTo>
                  <a:lnTo>
                    <a:pt x="7991796" y="109492"/>
                  </a:lnTo>
                  <a:lnTo>
                    <a:pt x="7991921" y="109492"/>
                  </a:lnTo>
                  <a:lnTo>
                    <a:pt x="7992046" y="109492"/>
                  </a:lnTo>
                  <a:lnTo>
                    <a:pt x="7992171" y="109492"/>
                  </a:lnTo>
                  <a:lnTo>
                    <a:pt x="7992296" y="109492"/>
                  </a:lnTo>
                  <a:lnTo>
                    <a:pt x="7992421" y="109492"/>
                  </a:lnTo>
                  <a:lnTo>
                    <a:pt x="7992546" y="109492"/>
                  </a:lnTo>
                  <a:lnTo>
                    <a:pt x="7992671" y="109492"/>
                  </a:lnTo>
                  <a:lnTo>
                    <a:pt x="7992796" y="109492"/>
                  </a:lnTo>
                  <a:lnTo>
                    <a:pt x="7992921" y="109492"/>
                  </a:lnTo>
                  <a:lnTo>
                    <a:pt x="7993047" y="109492"/>
                  </a:lnTo>
                  <a:lnTo>
                    <a:pt x="7993172" y="109492"/>
                  </a:lnTo>
                  <a:lnTo>
                    <a:pt x="7993297" y="109492"/>
                  </a:lnTo>
                  <a:lnTo>
                    <a:pt x="7993422" y="109492"/>
                  </a:lnTo>
                  <a:lnTo>
                    <a:pt x="7993547" y="109492"/>
                  </a:lnTo>
                  <a:lnTo>
                    <a:pt x="7993672" y="109492"/>
                  </a:lnTo>
                  <a:lnTo>
                    <a:pt x="7993797" y="109492"/>
                  </a:lnTo>
                  <a:lnTo>
                    <a:pt x="7993922" y="109492"/>
                  </a:lnTo>
                  <a:lnTo>
                    <a:pt x="7994047" y="109492"/>
                  </a:lnTo>
                  <a:lnTo>
                    <a:pt x="7994172" y="109492"/>
                  </a:lnTo>
                  <a:lnTo>
                    <a:pt x="7994297" y="109492"/>
                  </a:lnTo>
                  <a:lnTo>
                    <a:pt x="7994422" y="109492"/>
                  </a:lnTo>
                  <a:lnTo>
                    <a:pt x="7994547" y="109492"/>
                  </a:lnTo>
                  <a:lnTo>
                    <a:pt x="7994672" y="109492"/>
                  </a:lnTo>
                  <a:lnTo>
                    <a:pt x="7994797" y="109492"/>
                  </a:lnTo>
                  <a:lnTo>
                    <a:pt x="7994922" y="109492"/>
                  </a:lnTo>
                  <a:lnTo>
                    <a:pt x="7995047" y="109492"/>
                  </a:lnTo>
                  <a:lnTo>
                    <a:pt x="7995172" y="109492"/>
                  </a:lnTo>
                  <a:lnTo>
                    <a:pt x="7995297" y="109492"/>
                  </a:lnTo>
                  <a:lnTo>
                    <a:pt x="7995422" y="109492"/>
                  </a:lnTo>
                  <a:lnTo>
                    <a:pt x="7995547" y="109492"/>
                  </a:lnTo>
                  <a:lnTo>
                    <a:pt x="7995672" y="109492"/>
                  </a:lnTo>
                  <a:lnTo>
                    <a:pt x="7995797" y="109492"/>
                  </a:lnTo>
                  <a:lnTo>
                    <a:pt x="7995923" y="109492"/>
                  </a:lnTo>
                  <a:lnTo>
                    <a:pt x="7996048" y="109492"/>
                  </a:lnTo>
                  <a:lnTo>
                    <a:pt x="7996173" y="109492"/>
                  </a:lnTo>
                  <a:lnTo>
                    <a:pt x="7996298" y="109492"/>
                  </a:lnTo>
                  <a:lnTo>
                    <a:pt x="7996423" y="109492"/>
                  </a:lnTo>
                  <a:lnTo>
                    <a:pt x="7996548" y="109492"/>
                  </a:lnTo>
                  <a:lnTo>
                    <a:pt x="7996673" y="109492"/>
                  </a:lnTo>
                  <a:lnTo>
                    <a:pt x="7996798" y="109492"/>
                  </a:lnTo>
                  <a:lnTo>
                    <a:pt x="7996923" y="109492"/>
                  </a:lnTo>
                  <a:lnTo>
                    <a:pt x="7997048" y="109492"/>
                  </a:lnTo>
                  <a:lnTo>
                    <a:pt x="7997173" y="109492"/>
                  </a:lnTo>
                  <a:lnTo>
                    <a:pt x="7997298" y="109492"/>
                  </a:lnTo>
                  <a:lnTo>
                    <a:pt x="7997423" y="109492"/>
                  </a:lnTo>
                  <a:lnTo>
                    <a:pt x="7997548" y="109492"/>
                  </a:lnTo>
                  <a:lnTo>
                    <a:pt x="7997673" y="109492"/>
                  </a:lnTo>
                  <a:lnTo>
                    <a:pt x="7997798" y="109492"/>
                  </a:lnTo>
                  <a:lnTo>
                    <a:pt x="7997923" y="109492"/>
                  </a:lnTo>
                  <a:lnTo>
                    <a:pt x="7998048" y="109492"/>
                  </a:lnTo>
                  <a:lnTo>
                    <a:pt x="7998173" y="109492"/>
                  </a:lnTo>
                  <a:lnTo>
                    <a:pt x="7998298" y="109492"/>
                  </a:lnTo>
                  <a:lnTo>
                    <a:pt x="7998423" y="109492"/>
                  </a:lnTo>
                  <a:lnTo>
                    <a:pt x="7998548" y="109492"/>
                  </a:lnTo>
                  <a:lnTo>
                    <a:pt x="7998673" y="109492"/>
                  </a:lnTo>
                  <a:lnTo>
                    <a:pt x="7998798" y="109492"/>
                  </a:lnTo>
                  <a:lnTo>
                    <a:pt x="7998924" y="109492"/>
                  </a:lnTo>
                  <a:lnTo>
                    <a:pt x="7999049" y="109492"/>
                  </a:lnTo>
                  <a:lnTo>
                    <a:pt x="7999174" y="109492"/>
                  </a:lnTo>
                  <a:lnTo>
                    <a:pt x="7999299" y="109492"/>
                  </a:lnTo>
                  <a:lnTo>
                    <a:pt x="7999424" y="109492"/>
                  </a:lnTo>
                  <a:lnTo>
                    <a:pt x="7999549" y="109492"/>
                  </a:lnTo>
                  <a:lnTo>
                    <a:pt x="7999674" y="109492"/>
                  </a:lnTo>
                  <a:lnTo>
                    <a:pt x="7999799" y="109492"/>
                  </a:lnTo>
                  <a:lnTo>
                    <a:pt x="7999924" y="109492"/>
                  </a:lnTo>
                  <a:lnTo>
                    <a:pt x="8000049" y="109492"/>
                  </a:lnTo>
                  <a:lnTo>
                    <a:pt x="8000174" y="109492"/>
                  </a:lnTo>
                  <a:lnTo>
                    <a:pt x="8000299" y="109492"/>
                  </a:lnTo>
                  <a:lnTo>
                    <a:pt x="8000424" y="109492"/>
                  </a:lnTo>
                  <a:lnTo>
                    <a:pt x="8000549" y="109492"/>
                  </a:lnTo>
                  <a:lnTo>
                    <a:pt x="8000674" y="109492"/>
                  </a:lnTo>
                  <a:lnTo>
                    <a:pt x="8000799" y="109492"/>
                  </a:lnTo>
                  <a:lnTo>
                    <a:pt x="8000924" y="109492"/>
                  </a:lnTo>
                  <a:lnTo>
                    <a:pt x="8001049" y="109492"/>
                  </a:lnTo>
                  <a:lnTo>
                    <a:pt x="8001174" y="109492"/>
                  </a:lnTo>
                  <a:lnTo>
                    <a:pt x="8001299" y="109492"/>
                  </a:lnTo>
                  <a:lnTo>
                    <a:pt x="8001424" y="109492"/>
                  </a:lnTo>
                  <a:lnTo>
                    <a:pt x="8001549" y="109492"/>
                  </a:lnTo>
                  <a:lnTo>
                    <a:pt x="8001674" y="109492"/>
                  </a:lnTo>
                  <a:lnTo>
                    <a:pt x="8001799" y="109492"/>
                  </a:lnTo>
                  <a:lnTo>
                    <a:pt x="8001925" y="109492"/>
                  </a:lnTo>
                  <a:lnTo>
                    <a:pt x="8002050" y="109492"/>
                  </a:lnTo>
                  <a:lnTo>
                    <a:pt x="8002175" y="109492"/>
                  </a:lnTo>
                  <a:lnTo>
                    <a:pt x="8002300" y="109492"/>
                  </a:lnTo>
                  <a:lnTo>
                    <a:pt x="8002425" y="109492"/>
                  </a:lnTo>
                  <a:lnTo>
                    <a:pt x="8002550" y="109492"/>
                  </a:lnTo>
                  <a:lnTo>
                    <a:pt x="8002675" y="109492"/>
                  </a:lnTo>
                  <a:lnTo>
                    <a:pt x="8002800" y="109492"/>
                  </a:lnTo>
                  <a:lnTo>
                    <a:pt x="8002925" y="109492"/>
                  </a:lnTo>
                  <a:lnTo>
                    <a:pt x="8003050" y="109492"/>
                  </a:lnTo>
                  <a:lnTo>
                    <a:pt x="8003175" y="109492"/>
                  </a:lnTo>
                  <a:lnTo>
                    <a:pt x="8003300" y="109492"/>
                  </a:lnTo>
                  <a:lnTo>
                    <a:pt x="8003425" y="109492"/>
                  </a:lnTo>
                  <a:lnTo>
                    <a:pt x="8003550" y="109492"/>
                  </a:lnTo>
                  <a:lnTo>
                    <a:pt x="8003675" y="109492"/>
                  </a:lnTo>
                  <a:lnTo>
                    <a:pt x="8003800" y="109492"/>
                  </a:lnTo>
                  <a:lnTo>
                    <a:pt x="8003925" y="109492"/>
                  </a:lnTo>
                  <a:lnTo>
                    <a:pt x="8004050" y="109492"/>
                  </a:lnTo>
                  <a:lnTo>
                    <a:pt x="8004175" y="109492"/>
                  </a:lnTo>
                  <a:lnTo>
                    <a:pt x="8004300" y="109492"/>
                  </a:lnTo>
                  <a:lnTo>
                    <a:pt x="8004425" y="109492"/>
                  </a:lnTo>
                  <a:lnTo>
                    <a:pt x="8004550" y="109492"/>
                  </a:lnTo>
                  <a:lnTo>
                    <a:pt x="8004675" y="109492"/>
                  </a:lnTo>
                  <a:lnTo>
                    <a:pt x="8004800" y="109492"/>
                  </a:lnTo>
                  <a:lnTo>
                    <a:pt x="8004926" y="109492"/>
                  </a:lnTo>
                  <a:lnTo>
                    <a:pt x="8005051" y="109492"/>
                  </a:lnTo>
                  <a:lnTo>
                    <a:pt x="8005176" y="109492"/>
                  </a:lnTo>
                  <a:lnTo>
                    <a:pt x="8005301" y="109492"/>
                  </a:lnTo>
                  <a:lnTo>
                    <a:pt x="8005426" y="109492"/>
                  </a:lnTo>
                  <a:lnTo>
                    <a:pt x="8005551" y="109492"/>
                  </a:lnTo>
                  <a:lnTo>
                    <a:pt x="8005676" y="109492"/>
                  </a:lnTo>
                  <a:lnTo>
                    <a:pt x="8005801" y="109492"/>
                  </a:lnTo>
                  <a:lnTo>
                    <a:pt x="8005926" y="109492"/>
                  </a:lnTo>
                  <a:lnTo>
                    <a:pt x="8006051" y="109492"/>
                  </a:lnTo>
                  <a:lnTo>
                    <a:pt x="8006176" y="109492"/>
                  </a:lnTo>
                  <a:lnTo>
                    <a:pt x="8006301" y="109492"/>
                  </a:lnTo>
                  <a:lnTo>
                    <a:pt x="8006426" y="109492"/>
                  </a:lnTo>
                  <a:lnTo>
                    <a:pt x="8006551" y="109492"/>
                  </a:lnTo>
                  <a:lnTo>
                    <a:pt x="8006676" y="109492"/>
                  </a:lnTo>
                  <a:lnTo>
                    <a:pt x="8006801" y="109492"/>
                  </a:lnTo>
                  <a:lnTo>
                    <a:pt x="8006926" y="109492"/>
                  </a:lnTo>
                  <a:lnTo>
                    <a:pt x="8007051" y="109492"/>
                  </a:lnTo>
                  <a:lnTo>
                    <a:pt x="8007176" y="109492"/>
                  </a:lnTo>
                  <a:lnTo>
                    <a:pt x="8007301" y="109492"/>
                  </a:lnTo>
                  <a:lnTo>
                    <a:pt x="8007426" y="109492"/>
                  </a:lnTo>
                  <a:lnTo>
                    <a:pt x="8007551" y="109492"/>
                  </a:lnTo>
                  <a:lnTo>
                    <a:pt x="8007551" y="99538"/>
                  </a:lnTo>
                  <a:lnTo>
                    <a:pt x="8007676" y="99538"/>
                  </a:lnTo>
                  <a:lnTo>
                    <a:pt x="8007801" y="99538"/>
                  </a:lnTo>
                  <a:lnTo>
                    <a:pt x="8007927" y="99538"/>
                  </a:lnTo>
                  <a:lnTo>
                    <a:pt x="8008052" y="99538"/>
                  </a:lnTo>
                  <a:lnTo>
                    <a:pt x="8008177" y="99538"/>
                  </a:lnTo>
                  <a:lnTo>
                    <a:pt x="8008302" y="99538"/>
                  </a:lnTo>
                  <a:lnTo>
                    <a:pt x="8008427" y="99538"/>
                  </a:lnTo>
                  <a:lnTo>
                    <a:pt x="8008552" y="99538"/>
                  </a:lnTo>
                  <a:lnTo>
                    <a:pt x="8008677" y="99538"/>
                  </a:lnTo>
                  <a:lnTo>
                    <a:pt x="8008802" y="99538"/>
                  </a:lnTo>
                  <a:lnTo>
                    <a:pt x="8008927" y="99538"/>
                  </a:lnTo>
                  <a:lnTo>
                    <a:pt x="8009052" y="99538"/>
                  </a:lnTo>
                  <a:lnTo>
                    <a:pt x="8009177" y="99538"/>
                  </a:lnTo>
                  <a:lnTo>
                    <a:pt x="8009302" y="99538"/>
                  </a:lnTo>
                  <a:lnTo>
                    <a:pt x="8009427" y="99538"/>
                  </a:lnTo>
                  <a:lnTo>
                    <a:pt x="8009552" y="99538"/>
                  </a:lnTo>
                  <a:lnTo>
                    <a:pt x="8009677" y="99538"/>
                  </a:lnTo>
                  <a:lnTo>
                    <a:pt x="8009802" y="99538"/>
                  </a:lnTo>
                  <a:lnTo>
                    <a:pt x="8009927" y="99538"/>
                  </a:lnTo>
                  <a:lnTo>
                    <a:pt x="8010052" y="99538"/>
                  </a:lnTo>
                  <a:lnTo>
                    <a:pt x="8010177" y="99538"/>
                  </a:lnTo>
                  <a:lnTo>
                    <a:pt x="8010302" y="99538"/>
                  </a:lnTo>
                  <a:lnTo>
                    <a:pt x="8010427" y="99538"/>
                  </a:lnTo>
                  <a:lnTo>
                    <a:pt x="8010552" y="99538"/>
                  </a:lnTo>
                  <a:lnTo>
                    <a:pt x="8010677" y="99538"/>
                  </a:lnTo>
                  <a:lnTo>
                    <a:pt x="8010802" y="99538"/>
                  </a:lnTo>
                  <a:lnTo>
                    <a:pt x="8010928" y="99538"/>
                  </a:lnTo>
                  <a:lnTo>
                    <a:pt x="8011053" y="99538"/>
                  </a:lnTo>
                  <a:lnTo>
                    <a:pt x="8011178" y="99538"/>
                  </a:lnTo>
                  <a:lnTo>
                    <a:pt x="8011303" y="99538"/>
                  </a:lnTo>
                  <a:lnTo>
                    <a:pt x="8011428" y="99538"/>
                  </a:lnTo>
                  <a:lnTo>
                    <a:pt x="8011553" y="99538"/>
                  </a:lnTo>
                  <a:lnTo>
                    <a:pt x="8011678" y="99538"/>
                  </a:lnTo>
                  <a:lnTo>
                    <a:pt x="8011803" y="99538"/>
                  </a:lnTo>
                  <a:lnTo>
                    <a:pt x="8011928" y="99538"/>
                  </a:lnTo>
                  <a:lnTo>
                    <a:pt x="8012053" y="99538"/>
                  </a:lnTo>
                  <a:lnTo>
                    <a:pt x="8012178" y="99538"/>
                  </a:lnTo>
                  <a:lnTo>
                    <a:pt x="8012303" y="99538"/>
                  </a:lnTo>
                  <a:lnTo>
                    <a:pt x="8012428" y="99538"/>
                  </a:lnTo>
                  <a:lnTo>
                    <a:pt x="8012553" y="99538"/>
                  </a:lnTo>
                  <a:lnTo>
                    <a:pt x="8012678" y="99538"/>
                  </a:lnTo>
                  <a:lnTo>
                    <a:pt x="8012803" y="99538"/>
                  </a:lnTo>
                  <a:lnTo>
                    <a:pt x="8012928" y="99538"/>
                  </a:lnTo>
                  <a:lnTo>
                    <a:pt x="8013053" y="99538"/>
                  </a:lnTo>
                  <a:lnTo>
                    <a:pt x="8013178" y="99538"/>
                  </a:lnTo>
                  <a:lnTo>
                    <a:pt x="8013303" y="99538"/>
                  </a:lnTo>
                  <a:lnTo>
                    <a:pt x="8013428" y="99538"/>
                  </a:lnTo>
                  <a:lnTo>
                    <a:pt x="8013553" y="99538"/>
                  </a:lnTo>
                  <a:lnTo>
                    <a:pt x="8013678" y="99538"/>
                  </a:lnTo>
                  <a:lnTo>
                    <a:pt x="8013803" y="99538"/>
                  </a:lnTo>
                  <a:lnTo>
                    <a:pt x="8013929" y="99538"/>
                  </a:lnTo>
                  <a:lnTo>
                    <a:pt x="8014054" y="99538"/>
                  </a:lnTo>
                  <a:lnTo>
                    <a:pt x="8014179" y="99538"/>
                  </a:lnTo>
                  <a:lnTo>
                    <a:pt x="8014304" y="99538"/>
                  </a:lnTo>
                  <a:lnTo>
                    <a:pt x="8014429" y="99538"/>
                  </a:lnTo>
                  <a:lnTo>
                    <a:pt x="8014554" y="99538"/>
                  </a:lnTo>
                  <a:lnTo>
                    <a:pt x="8014679" y="99538"/>
                  </a:lnTo>
                  <a:lnTo>
                    <a:pt x="8014804" y="99538"/>
                  </a:lnTo>
                  <a:lnTo>
                    <a:pt x="8014929" y="99538"/>
                  </a:lnTo>
                  <a:lnTo>
                    <a:pt x="8015054" y="99538"/>
                  </a:lnTo>
                  <a:lnTo>
                    <a:pt x="8015179" y="99538"/>
                  </a:lnTo>
                  <a:lnTo>
                    <a:pt x="8015304" y="99538"/>
                  </a:lnTo>
                  <a:lnTo>
                    <a:pt x="8015429" y="99538"/>
                  </a:lnTo>
                  <a:lnTo>
                    <a:pt x="8015554" y="99538"/>
                  </a:lnTo>
                  <a:lnTo>
                    <a:pt x="8015679" y="99538"/>
                  </a:lnTo>
                  <a:lnTo>
                    <a:pt x="8015804" y="99538"/>
                  </a:lnTo>
                  <a:lnTo>
                    <a:pt x="8015929" y="99538"/>
                  </a:lnTo>
                  <a:lnTo>
                    <a:pt x="8016054" y="99538"/>
                  </a:lnTo>
                  <a:lnTo>
                    <a:pt x="8016179" y="99538"/>
                  </a:lnTo>
                  <a:lnTo>
                    <a:pt x="8016304" y="99538"/>
                  </a:lnTo>
                  <a:lnTo>
                    <a:pt x="8016429" y="99538"/>
                  </a:lnTo>
                  <a:lnTo>
                    <a:pt x="8016554" y="99538"/>
                  </a:lnTo>
                  <a:lnTo>
                    <a:pt x="8016679" y="99538"/>
                  </a:lnTo>
                  <a:lnTo>
                    <a:pt x="8016804" y="99538"/>
                  </a:lnTo>
                  <a:lnTo>
                    <a:pt x="8016930" y="99538"/>
                  </a:lnTo>
                  <a:lnTo>
                    <a:pt x="8017055" y="99538"/>
                  </a:lnTo>
                  <a:lnTo>
                    <a:pt x="8017180" y="99538"/>
                  </a:lnTo>
                  <a:lnTo>
                    <a:pt x="8017305" y="99538"/>
                  </a:lnTo>
                  <a:lnTo>
                    <a:pt x="8017430" y="99538"/>
                  </a:lnTo>
                  <a:lnTo>
                    <a:pt x="8017555" y="99538"/>
                  </a:lnTo>
                  <a:lnTo>
                    <a:pt x="8017680" y="99538"/>
                  </a:lnTo>
                  <a:lnTo>
                    <a:pt x="8017805" y="99538"/>
                  </a:lnTo>
                  <a:lnTo>
                    <a:pt x="8017930" y="99538"/>
                  </a:lnTo>
                  <a:lnTo>
                    <a:pt x="8018055" y="99538"/>
                  </a:lnTo>
                  <a:lnTo>
                    <a:pt x="8018180" y="99538"/>
                  </a:lnTo>
                  <a:lnTo>
                    <a:pt x="8018305" y="99538"/>
                  </a:lnTo>
                  <a:lnTo>
                    <a:pt x="8018430" y="99538"/>
                  </a:lnTo>
                  <a:lnTo>
                    <a:pt x="8018555" y="99538"/>
                  </a:lnTo>
                  <a:lnTo>
                    <a:pt x="8018680" y="99538"/>
                  </a:lnTo>
                  <a:lnTo>
                    <a:pt x="8018805" y="99538"/>
                  </a:lnTo>
                  <a:lnTo>
                    <a:pt x="8018930" y="99538"/>
                  </a:lnTo>
                  <a:lnTo>
                    <a:pt x="8019055" y="99538"/>
                  </a:lnTo>
                  <a:lnTo>
                    <a:pt x="8019180" y="99538"/>
                  </a:lnTo>
                  <a:lnTo>
                    <a:pt x="8019305" y="99538"/>
                  </a:lnTo>
                  <a:lnTo>
                    <a:pt x="8019430" y="99538"/>
                  </a:lnTo>
                  <a:lnTo>
                    <a:pt x="8019555" y="99538"/>
                  </a:lnTo>
                  <a:lnTo>
                    <a:pt x="8019680" y="99538"/>
                  </a:lnTo>
                  <a:lnTo>
                    <a:pt x="8019805" y="99538"/>
                  </a:lnTo>
                  <a:lnTo>
                    <a:pt x="8019931" y="99538"/>
                  </a:lnTo>
                  <a:lnTo>
                    <a:pt x="8020056" y="99538"/>
                  </a:lnTo>
                  <a:lnTo>
                    <a:pt x="8020181" y="99538"/>
                  </a:lnTo>
                  <a:lnTo>
                    <a:pt x="8020306" y="99538"/>
                  </a:lnTo>
                  <a:lnTo>
                    <a:pt x="8020431" y="99538"/>
                  </a:lnTo>
                  <a:lnTo>
                    <a:pt x="8020556" y="99538"/>
                  </a:lnTo>
                  <a:lnTo>
                    <a:pt x="8020681" y="99538"/>
                  </a:lnTo>
                  <a:lnTo>
                    <a:pt x="8020806" y="99538"/>
                  </a:lnTo>
                  <a:lnTo>
                    <a:pt x="8020931" y="99538"/>
                  </a:lnTo>
                  <a:lnTo>
                    <a:pt x="8021056" y="99538"/>
                  </a:lnTo>
                  <a:lnTo>
                    <a:pt x="8021181" y="99538"/>
                  </a:lnTo>
                  <a:lnTo>
                    <a:pt x="8021306" y="99538"/>
                  </a:lnTo>
                  <a:lnTo>
                    <a:pt x="8021431" y="99538"/>
                  </a:lnTo>
                  <a:lnTo>
                    <a:pt x="8021556" y="99538"/>
                  </a:lnTo>
                  <a:lnTo>
                    <a:pt x="8021681" y="99538"/>
                  </a:lnTo>
                  <a:lnTo>
                    <a:pt x="8021806" y="99538"/>
                  </a:lnTo>
                  <a:lnTo>
                    <a:pt x="8021931" y="99538"/>
                  </a:lnTo>
                  <a:lnTo>
                    <a:pt x="8022056" y="99538"/>
                  </a:lnTo>
                  <a:lnTo>
                    <a:pt x="8022181" y="99538"/>
                  </a:lnTo>
                  <a:lnTo>
                    <a:pt x="8022306" y="99538"/>
                  </a:lnTo>
                  <a:lnTo>
                    <a:pt x="8022431" y="99538"/>
                  </a:lnTo>
                  <a:lnTo>
                    <a:pt x="8022556" y="99538"/>
                  </a:lnTo>
                  <a:lnTo>
                    <a:pt x="8022681" y="99538"/>
                  </a:lnTo>
                  <a:lnTo>
                    <a:pt x="8022806" y="99538"/>
                  </a:lnTo>
                  <a:lnTo>
                    <a:pt x="8022932" y="99538"/>
                  </a:lnTo>
                  <a:lnTo>
                    <a:pt x="8023057" y="99538"/>
                  </a:lnTo>
                  <a:lnTo>
                    <a:pt x="8023182" y="99538"/>
                  </a:lnTo>
                  <a:lnTo>
                    <a:pt x="8023307" y="99538"/>
                  </a:lnTo>
                  <a:lnTo>
                    <a:pt x="8023432" y="99538"/>
                  </a:lnTo>
                  <a:lnTo>
                    <a:pt x="8023557" y="99538"/>
                  </a:lnTo>
                  <a:lnTo>
                    <a:pt x="8023682" y="99538"/>
                  </a:lnTo>
                  <a:lnTo>
                    <a:pt x="8023807" y="99538"/>
                  </a:lnTo>
                  <a:lnTo>
                    <a:pt x="8023932" y="99538"/>
                  </a:lnTo>
                  <a:lnTo>
                    <a:pt x="8024057" y="99538"/>
                  </a:lnTo>
                  <a:lnTo>
                    <a:pt x="8024182" y="99538"/>
                  </a:lnTo>
                  <a:lnTo>
                    <a:pt x="8024307" y="99538"/>
                  </a:lnTo>
                  <a:lnTo>
                    <a:pt x="8024432" y="99538"/>
                  </a:lnTo>
                  <a:lnTo>
                    <a:pt x="8024557" y="99538"/>
                  </a:lnTo>
                  <a:lnTo>
                    <a:pt x="8024682" y="99538"/>
                  </a:lnTo>
                  <a:lnTo>
                    <a:pt x="8024807" y="99538"/>
                  </a:lnTo>
                  <a:lnTo>
                    <a:pt x="8024932" y="99538"/>
                  </a:lnTo>
                  <a:lnTo>
                    <a:pt x="8025057" y="99538"/>
                  </a:lnTo>
                  <a:lnTo>
                    <a:pt x="8025182" y="99538"/>
                  </a:lnTo>
                  <a:lnTo>
                    <a:pt x="8025307" y="99538"/>
                  </a:lnTo>
                  <a:lnTo>
                    <a:pt x="8025432" y="99538"/>
                  </a:lnTo>
                  <a:lnTo>
                    <a:pt x="8025557" y="99538"/>
                  </a:lnTo>
                  <a:lnTo>
                    <a:pt x="8025682" y="99538"/>
                  </a:lnTo>
                  <a:lnTo>
                    <a:pt x="8025807" y="99538"/>
                  </a:lnTo>
                  <a:lnTo>
                    <a:pt x="8025933" y="99538"/>
                  </a:lnTo>
                  <a:lnTo>
                    <a:pt x="8026058" y="99538"/>
                  </a:lnTo>
                  <a:lnTo>
                    <a:pt x="8026183" y="99538"/>
                  </a:lnTo>
                  <a:lnTo>
                    <a:pt x="8026308" y="99538"/>
                  </a:lnTo>
                  <a:lnTo>
                    <a:pt x="8026433" y="99538"/>
                  </a:lnTo>
                  <a:lnTo>
                    <a:pt x="8026558" y="99538"/>
                  </a:lnTo>
                  <a:lnTo>
                    <a:pt x="8026683" y="99538"/>
                  </a:lnTo>
                  <a:lnTo>
                    <a:pt x="8026808" y="99538"/>
                  </a:lnTo>
                  <a:lnTo>
                    <a:pt x="8026933" y="99538"/>
                  </a:lnTo>
                  <a:lnTo>
                    <a:pt x="8027058" y="99538"/>
                  </a:lnTo>
                  <a:lnTo>
                    <a:pt x="8027183" y="99538"/>
                  </a:lnTo>
                  <a:lnTo>
                    <a:pt x="8027308" y="99538"/>
                  </a:lnTo>
                  <a:lnTo>
                    <a:pt x="8027433" y="99538"/>
                  </a:lnTo>
                  <a:lnTo>
                    <a:pt x="8027558" y="99538"/>
                  </a:lnTo>
                  <a:lnTo>
                    <a:pt x="8027683" y="99538"/>
                  </a:lnTo>
                  <a:lnTo>
                    <a:pt x="8027808" y="99538"/>
                  </a:lnTo>
                  <a:lnTo>
                    <a:pt x="8027933" y="99538"/>
                  </a:lnTo>
                  <a:lnTo>
                    <a:pt x="8028058" y="99538"/>
                  </a:lnTo>
                  <a:lnTo>
                    <a:pt x="8028183" y="99538"/>
                  </a:lnTo>
                  <a:lnTo>
                    <a:pt x="8028308" y="99538"/>
                  </a:lnTo>
                  <a:lnTo>
                    <a:pt x="8028433" y="99538"/>
                  </a:lnTo>
                  <a:lnTo>
                    <a:pt x="8028558" y="99538"/>
                  </a:lnTo>
                  <a:lnTo>
                    <a:pt x="8028683" y="99538"/>
                  </a:lnTo>
                  <a:lnTo>
                    <a:pt x="8028808" y="99538"/>
                  </a:lnTo>
                  <a:lnTo>
                    <a:pt x="8028934" y="99538"/>
                  </a:lnTo>
                  <a:lnTo>
                    <a:pt x="8029059" y="99538"/>
                  </a:lnTo>
                  <a:lnTo>
                    <a:pt x="8029184" y="99538"/>
                  </a:lnTo>
                  <a:lnTo>
                    <a:pt x="8029309" y="99538"/>
                  </a:lnTo>
                  <a:lnTo>
                    <a:pt x="8029434" y="99538"/>
                  </a:lnTo>
                  <a:lnTo>
                    <a:pt x="8029559" y="99538"/>
                  </a:lnTo>
                  <a:lnTo>
                    <a:pt x="8029684" y="99538"/>
                  </a:lnTo>
                  <a:lnTo>
                    <a:pt x="8029809" y="99538"/>
                  </a:lnTo>
                  <a:lnTo>
                    <a:pt x="8029934" y="99538"/>
                  </a:lnTo>
                  <a:lnTo>
                    <a:pt x="8030059" y="99538"/>
                  </a:lnTo>
                  <a:lnTo>
                    <a:pt x="8030184" y="99538"/>
                  </a:lnTo>
                  <a:lnTo>
                    <a:pt x="8030309" y="99538"/>
                  </a:lnTo>
                  <a:lnTo>
                    <a:pt x="8030434" y="99538"/>
                  </a:lnTo>
                  <a:lnTo>
                    <a:pt x="8030559" y="99538"/>
                  </a:lnTo>
                  <a:lnTo>
                    <a:pt x="8030684" y="99538"/>
                  </a:lnTo>
                  <a:lnTo>
                    <a:pt x="8030809" y="99538"/>
                  </a:lnTo>
                  <a:lnTo>
                    <a:pt x="8030934" y="99538"/>
                  </a:lnTo>
                  <a:lnTo>
                    <a:pt x="8031059" y="99538"/>
                  </a:lnTo>
                  <a:lnTo>
                    <a:pt x="8031184" y="99538"/>
                  </a:lnTo>
                  <a:lnTo>
                    <a:pt x="8031309" y="99538"/>
                  </a:lnTo>
                  <a:lnTo>
                    <a:pt x="8031434" y="99538"/>
                  </a:lnTo>
                  <a:lnTo>
                    <a:pt x="8031559" y="99538"/>
                  </a:lnTo>
                  <a:lnTo>
                    <a:pt x="8031684" y="99538"/>
                  </a:lnTo>
                  <a:lnTo>
                    <a:pt x="8031809" y="99538"/>
                  </a:lnTo>
                  <a:lnTo>
                    <a:pt x="8031935" y="99538"/>
                  </a:lnTo>
                  <a:lnTo>
                    <a:pt x="8032060" y="99538"/>
                  </a:lnTo>
                  <a:lnTo>
                    <a:pt x="8032185" y="99538"/>
                  </a:lnTo>
                  <a:lnTo>
                    <a:pt x="8032310" y="99538"/>
                  </a:lnTo>
                  <a:lnTo>
                    <a:pt x="8032435" y="99538"/>
                  </a:lnTo>
                  <a:lnTo>
                    <a:pt x="8032560" y="99538"/>
                  </a:lnTo>
                  <a:lnTo>
                    <a:pt x="8032685" y="99538"/>
                  </a:lnTo>
                  <a:lnTo>
                    <a:pt x="8032810" y="99538"/>
                  </a:lnTo>
                  <a:lnTo>
                    <a:pt x="8032935" y="99538"/>
                  </a:lnTo>
                  <a:lnTo>
                    <a:pt x="8032935" y="89584"/>
                  </a:lnTo>
                  <a:lnTo>
                    <a:pt x="8033060" y="89584"/>
                  </a:lnTo>
                  <a:lnTo>
                    <a:pt x="8033185" y="89584"/>
                  </a:lnTo>
                  <a:lnTo>
                    <a:pt x="8033310" y="89584"/>
                  </a:lnTo>
                  <a:lnTo>
                    <a:pt x="8033435" y="89584"/>
                  </a:lnTo>
                  <a:lnTo>
                    <a:pt x="8033560" y="89584"/>
                  </a:lnTo>
                  <a:lnTo>
                    <a:pt x="8033685" y="89584"/>
                  </a:lnTo>
                  <a:lnTo>
                    <a:pt x="8033810" y="89584"/>
                  </a:lnTo>
                  <a:lnTo>
                    <a:pt x="8033935" y="89584"/>
                  </a:lnTo>
                  <a:lnTo>
                    <a:pt x="8034060" y="89584"/>
                  </a:lnTo>
                  <a:lnTo>
                    <a:pt x="8034185" y="89584"/>
                  </a:lnTo>
                  <a:lnTo>
                    <a:pt x="8034310" y="89584"/>
                  </a:lnTo>
                  <a:lnTo>
                    <a:pt x="8034435" y="89584"/>
                  </a:lnTo>
                  <a:lnTo>
                    <a:pt x="8034560" y="89584"/>
                  </a:lnTo>
                  <a:lnTo>
                    <a:pt x="8034685" y="89584"/>
                  </a:lnTo>
                  <a:lnTo>
                    <a:pt x="8034811" y="89584"/>
                  </a:lnTo>
                  <a:lnTo>
                    <a:pt x="8034936" y="89584"/>
                  </a:lnTo>
                  <a:lnTo>
                    <a:pt x="8035061" y="89584"/>
                  </a:lnTo>
                  <a:lnTo>
                    <a:pt x="8035186" y="89584"/>
                  </a:lnTo>
                  <a:lnTo>
                    <a:pt x="8035311" y="89584"/>
                  </a:lnTo>
                  <a:lnTo>
                    <a:pt x="8035436" y="89584"/>
                  </a:lnTo>
                  <a:lnTo>
                    <a:pt x="8035561" y="89584"/>
                  </a:lnTo>
                  <a:lnTo>
                    <a:pt x="8035686" y="89584"/>
                  </a:lnTo>
                  <a:lnTo>
                    <a:pt x="8035811" y="89584"/>
                  </a:lnTo>
                  <a:lnTo>
                    <a:pt x="8035936" y="89584"/>
                  </a:lnTo>
                  <a:lnTo>
                    <a:pt x="8036061" y="89584"/>
                  </a:lnTo>
                  <a:lnTo>
                    <a:pt x="8036186" y="89584"/>
                  </a:lnTo>
                  <a:lnTo>
                    <a:pt x="8036311" y="89584"/>
                  </a:lnTo>
                  <a:lnTo>
                    <a:pt x="8036436" y="89584"/>
                  </a:lnTo>
                  <a:lnTo>
                    <a:pt x="8036561" y="89584"/>
                  </a:lnTo>
                  <a:lnTo>
                    <a:pt x="8036686" y="89584"/>
                  </a:lnTo>
                  <a:lnTo>
                    <a:pt x="8036811" y="89584"/>
                  </a:lnTo>
                  <a:lnTo>
                    <a:pt x="8036936" y="89584"/>
                  </a:lnTo>
                  <a:lnTo>
                    <a:pt x="8037061" y="89584"/>
                  </a:lnTo>
                  <a:lnTo>
                    <a:pt x="8037186" y="89584"/>
                  </a:lnTo>
                  <a:lnTo>
                    <a:pt x="8037311" y="89584"/>
                  </a:lnTo>
                  <a:lnTo>
                    <a:pt x="8037436" y="89584"/>
                  </a:lnTo>
                  <a:lnTo>
                    <a:pt x="8037561" y="89584"/>
                  </a:lnTo>
                  <a:lnTo>
                    <a:pt x="8037686" y="89584"/>
                  </a:lnTo>
                  <a:lnTo>
                    <a:pt x="8037812" y="89584"/>
                  </a:lnTo>
                  <a:lnTo>
                    <a:pt x="8037937" y="89584"/>
                  </a:lnTo>
                  <a:lnTo>
                    <a:pt x="8038062" y="89584"/>
                  </a:lnTo>
                  <a:lnTo>
                    <a:pt x="8038187" y="89584"/>
                  </a:lnTo>
                  <a:lnTo>
                    <a:pt x="8038312" y="89584"/>
                  </a:lnTo>
                  <a:lnTo>
                    <a:pt x="8038437" y="89584"/>
                  </a:lnTo>
                  <a:lnTo>
                    <a:pt x="8038562" y="89584"/>
                  </a:lnTo>
                  <a:lnTo>
                    <a:pt x="8038687" y="89584"/>
                  </a:lnTo>
                  <a:lnTo>
                    <a:pt x="8038812" y="89584"/>
                  </a:lnTo>
                  <a:lnTo>
                    <a:pt x="8038937" y="89584"/>
                  </a:lnTo>
                  <a:lnTo>
                    <a:pt x="8039062" y="89584"/>
                  </a:lnTo>
                  <a:lnTo>
                    <a:pt x="8039187" y="89584"/>
                  </a:lnTo>
                  <a:lnTo>
                    <a:pt x="8039312" y="89584"/>
                  </a:lnTo>
                  <a:lnTo>
                    <a:pt x="8039437" y="89584"/>
                  </a:lnTo>
                  <a:lnTo>
                    <a:pt x="8039562" y="89584"/>
                  </a:lnTo>
                  <a:lnTo>
                    <a:pt x="8039687" y="89584"/>
                  </a:lnTo>
                  <a:lnTo>
                    <a:pt x="8039812" y="89584"/>
                  </a:lnTo>
                  <a:lnTo>
                    <a:pt x="8039937" y="89584"/>
                  </a:lnTo>
                  <a:lnTo>
                    <a:pt x="8040062" y="89584"/>
                  </a:lnTo>
                  <a:lnTo>
                    <a:pt x="8040187" y="89584"/>
                  </a:lnTo>
                  <a:lnTo>
                    <a:pt x="8040312" y="89584"/>
                  </a:lnTo>
                  <a:lnTo>
                    <a:pt x="8040437" y="89584"/>
                  </a:lnTo>
                  <a:lnTo>
                    <a:pt x="8040562" y="89584"/>
                  </a:lnTo>
                  <a:lnTo>
                    <a:pt x="8040687" y="89584"/>
                  </a:lnTo>
                  <a:lnTo>
                    <a:pt x="8040813" y="89584"/>
                  </a:lnTo>
                  <a:lnTo>
                    <a:pt x="8040938" y="89584"/>
                  </a:lnTo>
                  <a:lnTo>
                    <a:pt x="8041063" y="89584"/>
                  </a:lnTo>
                  <a:lnTo>
                    <a:pt x="8041188" y="89584"/>
                  </a:lnTo>
                  <a:lnTo>
                    <a:pt x="8041313" y="89584"/>
                  </a:lnTo>
                  <a:lnTo>
                    <a:pt x="8041438" y="89584"/>
                  </a:lnTo>
                  <a:lnTo>
                    <a:pt x="8041563" y="89584"/>
                  </a:lnTo>
                  <a:lnTo>
                    <a:pt x="8041688" y="89584"/>
                  </a:lnTo>
                  <a:lnTo>
                    <a:pt x="8041813" y="89584"/>
                  </a:lnTo>
                  <a:lnTo>
                    <a:pt x="8041938" y="89584"/>
                  </a:lnTo>
                  <a:lnTo>
                    <a:pt x="8042063" y="89584"/>
                  </a:lnTo>
                  <a:lnTo>
                    <a:pt x="8042188" y="89584"/>
                  </a:lnTo>
                  <a:lnTo>
                    <a:pt x="8042313" y="89584"/>
                  </a:lnTo>
                  <a:lnTo>
                    <a:pt x="8042438" y="89584"/>
                  </a:lnTo>
                  <a:lnTo>
                    <a:pt x="8042563" y="89584"/>
                  </a:lnTo>
                  <a:lnTo>
                    <a:pt x="8042688" y="89584"/>
                  </a:lnTo>
                  <a:lnTo>
                    <a:pt x="8042813" y="89584"/>
                  </a:lnTo>
                  <a:lnTo>
                    <a:pt x="8042938" y="89584"/>
                  </a:lnTo>
                  <a:lnTo>
                    <a:pt x="8043063" y="89584"/>
                  </a:lnTo>
                  <a:lnTo>
                    <a:pt x="8043188" y="89584"/>
                  </a:lnTo>
                  <a:lnTo>
                    <a:pt x="8043313" y="89584"/>
                  </a:lnTo>
                  <a:lnTo>
                    <a:pt x="8043438" y="89584"/>
                  </a:lnTo>
                  <a:lnTo>
                    <a:pt x="8043563" y="89584"/>
                  </a:lnTo>
                  <a:lnTo>
                    <a:pt x="8043688" y="89584"/>
                  </a:lnTo>
                  <a:lnTo>
                    <a:pt x="8043814" y="89584"/>
                  </a:lnTo>
                  <a:lnTo>
                    <a:pt x="8043939" y="89584"/>
                  </a:lnTo>
                  <a:lnTo>
                    <a:pt x="8044064" y="89584"/>
                  </a:lnTo>
                  <a:lnTo>
                    <a:pt x="8044189" y="89584"/>
                  </a:lnTo>
                  <a:lnTo>
                    <a:pt x="8044314" y="89584"/>
                  </a:lnTo>
                  <a:lnTo>
                    <a:pt x="8044439" y="89584"/>
                  </a:lnTo>
                  <a:lnTo>
                    <a:pt x="8044564" y="89584"/>
                  </a:lnTo>
                  <a:lnTo>
                    <a:pt x="8044689" y="89584"/>
                  </a:lnTo>
                  <a:lnTo>
                    <a:pt x="8044814" y="89584"/>
                  </a:lnTo>
                  <a:lnTo>
                    <a:pt x="8044939" y="89584"/>
                  </a:lnTo>
                  <a:lnTo>
                    <a:pt x="8045064" y="89584"/>
                  </a:lnTo>
                  <a:lnTo>
                    <a:pt x="8045189" y="89584"/>
                  </a:lnTo>
                  <a:lnTo>
                    <a:pt x="8045314" y="89584"/>
                  </a:lnTo>
                  <a:lnTo>
                    <a:pt x="8045439" y="89584"/>
                  </a:lnTo>
                  <a:lnTo>
                    <a:pt x="8045564" y="89584"/>
                  </a:lnTo>
                  <a:lnTo>
                    <a:pt x="8045689" y="89584"/>
                  </a:lnTo>
                  <a:lnTo>
                    <a:pt x="8045814" y="89584"/>
                  </a:lnTo>
                  <a:lnTo>
                    <a:pt x="8045939" y="89584"/>
                  </a:lnTo>
                  <a:lnTo>
                    <a:pt x="8046064" y="89584"/>
                  </a:lnTo>
                  <a:lnTo>
                    <a:pt x="8046189" y="89584"/>
                  </a:lnTo>
                  <a:lnTo>
                    <a:pt x="8046314" y="89584"/>
                  </a:lnTo>
                  <a:lnTo>
                    <a:pt x="8046439" y="89584"/>
                  </a:lnTo>
                  <a:lnTo>
                    <a:pt x="8046564" y="89584"/>
                  </a:lnTo>
                  <a:lnTo>
                    <a:pt x="8046689" y="89584"/>
                  </a:lnTo>
                  <a:lnTo>
                    <a:pt x="8046815" y="89584"/>
                  </a:lnTo>
                  <a:lnTo>
                    <a:pt x="8046940" y="89584"/>
                  </a:lnTo>
                  <a:lnTo>
                    <a:pt x="8047065" y="89584"/>
                  </a:lnTo>
                  <a:lnTo>
                    <a:pt x="8047190" y="89584"/>
                  </a:lnTo>
                  <a:lnTo>
                    <a:pt x="8047315" y="89584"/>
                  </a:lnTo>
                  <a:lnTo>
                    <a:pt x="8047440" y="89584"/>
                  </a:lnTo>
                  <a:lnTo>
                    <a:pt x="8047565" y="89584"/>
                  </a:lnTo>
                  <a:lnTo>
                    <a:pt x="8047690" y="89584"/>
                  </a:lnTo>
                  <a:lnTo>
                    <a:pt x="8047815" y="89584"/>
                  </a:lnTo>
                  <a:lnTo>
                    <a:pt x="8047940" y="89584"/>
                  </a:lnTo>
                  <a:lnTo>
                    <a:pt x="8048065" y="89584"/>
                  </a:lnTo>
                  <a:lnTo>
                    <a:pt x="8048190" y="89584"/>
                  </a:lnTo>
                  <a:lnTo>
                    <a:pt x="8048315" y="89584"/>
                  </a:lnTo>
                  <a:lnTo>
                    <a:pt x="8048440" y="89584"/>
                  </a:lnTo>
                  <a:lnTo>
                    <a:pt x="8048565" y="89584"/>
                  </a:lnTo>
                  <a:lnTo>
                    <a:pt x="8048690" y="89584"/>
                  </a:lnTo>
                  <a:lnTo>
                    <a:pt x="8048815" y="89584"/>
                  </a:lnTo>
                  <a:lnTo>
                    <a:pt x="8048940" y="89584"/>
                  </a:lnTo>
                  <a:lnTo>
                    <a:pt x="8049065" y="89584"/>
                  </a:lnTo>
                  <a:lnTo>
                    <a:pt x="8049190" y="89584"/>
                  </a:lnTo>
                  <a:lnTo>
                    <a:pt x="8049315" y="89584"/>
                  </a:lnTo>
                  <a:lnTo>
                    <a:pt x="8049440" y="89584"/>
                  </a:lnTo>
                  <a:lnTo>
                    <a:pt x="8049565" y="89584"/>
                  </a:lnTo>
                  <a:lnTo>
                    <a:pt x="8049690" y="89584"/>
                  </a:lnTo>
                  <a:lnTo>
                    <a:pt x="8049816" y="89584"/>
                  </a:lnTo>
                  <a:lnTo>
                    <a:pt x="8049941" y="89584"/>
                  </a:lnTo>
                  <a:lnTo>
                    <a:pt x="8050066" y="89584"/>
                  </a:lnTo>
                  <a:lnTo>
                    <a:pt x="8050191" y="89584"/>
                  </a:lnTo>
                  <a:lnTo>
                    <a:pt x="8050316" y="89584"/>
                  </a:lnTo>
                  <a:lnTo>
                    <a:pt x="8050441" y="89584"/>
                  </a:lnTo>
                  <a:lnTo>
                    <a:pt x="8050566" y="89584"/>
                  </a:lnTo>
                  <a:lnTo>
                    <a:pt x="8050691" y="89584"/>
                  </a:lnTo>
                  <a:lnTo>
                    <a:pt x="8050816" y="89584"/>
                  </a:lnTo>
                  <a:lnTo>
                    <a:pt x="8050941" y="89584"/>
                  </a:lnTo>
                  <a:lnTo>
                    <a:pt x="8051066" y="89584"/>
                  </a:lnTo>
                  <a:lnTo>
                    <a:pt x="8051191" y="89584"/>
                  </a:lnTo>
                  <a:lnTo>
                    <a:pt x="8051316" y="89584"/>
                  </a:lnTo>
                  <a:lnTo>
                    <a:pt x="8051441" y="89584"/>
                  </a:lnTo>
                  <a:lnTo>
                    <a:pt x="8051566" y="89584"/>
                  </a:lnTo>
                  <a:lnTo>
                    <a:pt x="8051691" y="89584"/>
                  </a:lnTo>
                  <a:lnTo>
                    <a:pt x="8051816" y="89584"/>
                  </a:lnTo>
                  <a:lnTo>
                    <a:pt x="8051941" y="89584"/>
                  </a:lnTo>
                  <a:lnTo>
                    <a:pt x="8052066" y="89584"/>
                  </a:lnTo>
                  <a:lnTo>
                    <a:pt x="8052191" y="89584"/>
                  </a:lnTo>
                  <a:lnTo>
                    <a:pt x="8052316" y="89584"/>
                  </a:lnTo>
                  <a:lnTo>
                    <a:pt x="8052441" y="89584"/>
                  </a:lnTo>
                  <a:lnTo>
                    <a:pt x="8052566" y="89584"/>
                  </a:lnTo>
                  <a:lnTo>
                    <a:pt x="8052691" y="89584"/>
                  </a:lnTo>
                  <a:lnTo>
                    <a:pt x="8052817" y="89584"/>
                  </a:lnTo>
                  <a:lnTo>
                    <a:pt x="8052942" y="89584"/>
                  </a:lnTo>
                  <a:lnTo>
                    <a:pt x="8053067" y="89584"/>
                  </a:lnTo>
                  <a:lnTo>
                    <a:pt x="8053192" y="89584"/>
                  </a:lnTo>
                  <a:lnTo>
                    <a:pt x="8053317" y="89584"/>
                  </a:lnTo>
                  <a:lnTo>
                    <a:pt x="8053442" y="89584"/>
                  </a:lnTo>
                  <a:lnTo>
                    <a:pt x="8053567" y="89584"/>
                  </a:lnTo>
                  <a:lnTo>
                    <a:pt x="8053692" y="89584"/>
                  </a:lnTo>
                  <a:lnTo>
                    <a:pt x="8053817" y="89584"/>
                  </a:lnTo>
                  <a:lnTo>
                    <a:pt x="8053942" y="89584"/>
                  </a:lnTo>
                  <a:lnTo>
                    <a:pt x="8054067" y="89584"/>
                  </a:lnTo>
                  <a:lnTo>
                    <a:pt x="8054192" y="89584"/>
                  </a:lnTo>
                  <a:lnTo>
                    <a:pt x="8054317" y="89584"/>
                  </a:lnTo>
                  <a:lnTo>
                    <a:pt x="8054442" y="89584"/>
                  </a:lnTo>
                  <a:lnTo>
                    <a:pt x="8054567" y="89584"/>
                  </a:lnTo>
                  <a:lnTo>
                    <a:pt x="8054692" y="89584"/>
                  </a:lnTo>
                  <a:lnTo>
                    <a:pt x="8054817" y="89584"/>
                  </a:lnTo>
                  <a:lnTo>
                    <a:pt x="8054942" y="89584"/>
                  </a:lnTo>
                  <a:lnTo>
                    <a:pt x="8055067" y="89584"/>
                  </a:lnTo>
                  <a:lnTo>
                    <a:pt x="8055192" y="89584"/>
                  </a:lnTo>
                  <a:lnTo>
                    <a:pt x="8055317" y="89584"/>
                  </a:lnTo>
                  <a:lnTo>
                    <a:pt x="8055442" y="89584"/>
                  </a:lnTo>
                  <a:lnTo>
                    <a:pt x="8055567" y="89584"/>
                  </a:lnTo>
                  <a:lnTo>
                    <a:pt x="8055692" y="89584"/>
                  </a:lnTo>
                  <a:lnTo>
                    <a:pt x="8055818" y="89584"/>
                  </a:lnTo>
                  <a:lnTo>
                    <a:pt x="8055943" y="89584"/>
                  </a:lnTo>
                  <a:lnTo>
                    <a:pt x="8056068" y="89584"/>
                  </a:lnTo>
                  <a:lnTo>
                    <a:pt x="8056193" y="89584"/>
                  </a:lnTo>
                  <a:lnTo>
                    <a:pt x="8056318" y="89584"/>
                  </a:lnTo>
                  <a:lnTo>
                    <a:pt x="8056443" y="89584"/>
                  </a:lnTo>
                  <a:lnTo>
                    <a:pt x="8056568" y="89584"/>
                  </a:lnTo>
                  <a:lnTo>
                    <a:pt x="8056693" y="89584"/>
                  </a:lnTo>
                  <a:lnTo>
                    <a:pt x="8056818" y="89584"/>
                  </a:lnTo>
                  <a:lnTo>
                    <a:pt x="8056943" y="89584"/>
                  </a:lnTo>
                  <a:lnTo>
                    <a:pt x="8057068" y="89584"/>
                  </a:lnTo>
                  <a:lnTo>
                    <a:pt x="8057193" y="89584"/>
                  </a:lnTo>
                  <a:lnTo>
                    <a:pt x="8057318" y="89584"/>
                  </a:lnTo>
                  <a:lnTo>
                    <a:pt x="8057443" y="89584"/>
                  </a:lnTo>
                  <a:lnTo>
                    <a:pt x="8057568" y="89584"/>
                  </a:lnTo>
                  <a:lnTo>
                    <a:pt x="8057693" y="89584"/>
                  </a:lnTo>
                  <a:lnTo>
                    <a:pt x="8057818" y="89584"/>
                  </a:lnTo>
                  <a:lnTo>
                    <a:pt x="8057943" y="89584"/>
                  </a:lnTo>
                  <a:lnTo>
                    <a:pt x="8058068" y="89584"/>
                  </a:lnTo>
                  <a:lnTo>
                    <a:pt x="8058193" y="89584"/>
                  </a:lnTo>
                  <a:lnTo>
                    <a:pt x="8058318" y="89584"/>
                  </a:lnTo>
                  <a:lnTo>
                    <a:pt x="8058443" y="89584"/>
                  </a:lnTo>
                  <a:lnTo>
                    <a:pt x="8058568" y="89584"/>
                  </a:lnTo>
                  <a:lnTo>
                    <a:pt x="8058693" y="89584"/>
                  </a:lnTo>
                  <a:lnTo>
                    <a:pt x="8058819" y="89584"/>
                  </a:lnTo>
                  <a:lnTo>
                    <a:pt x="8058944" y="89584"/>
                  </a:lnTo>
                  <a:lnTo>
                    <a:pt x="8059069" y="89584"/>
                  </a:lnTo>
                  <a:lnTo>
                    <a:pt x="8059194" y="89584"/>
                  </a:lnTo>
                  <a:lnTo>
                    <a:pt x="8059319" y="89584"/>
                  </a:lnTo>
                  <a:lnTo>
                    <a:pt x="8059444" y="89584"/>
                  </a:lnTo>
                  <a:lnTo>
                    <a:pt x="8059569" y="89584"/>
                  </a:lnTo>
                  <a:lnTo>
                    <a:pt x="8059694" y="89584"/>
                  </a:lnTo>
                  <a:lnTo>
                    <a:pt x="8059819" y="89584"/>
                  </a:lnTo>
                  <a:lnTo>
                    <a:pt x="8059944" y="89584"/>
                  </a:lnTo>
                  <a:lnTo>
                    <a:pt x="8060069" y="89584"/>
                  </a:lnTo>
                  <a:lnTo>
                    <a:pt x="8060194" y="89584"/>
                  </a:lnTo>
                  <a:lnTo>
                    <a:pt x="8060319" y="89584"/>
                  </a:lnTo>
                  <a:lnTo>
                    <a:pt x="8060444" y="89584"/>
                  </a:lnTo>
                  <a:lnTo>
                    <a:pt x="8060569" y="89584"/>
                  </a:lnTo>
                  <a:lnTo>
                    <a:pt x="8060694" y="89584"/>
                  </a:lnTo>
                  <a:lnTo>
                    <a:pt x="8060819" y="89584"/>
                  </a:lnTo>
                  <a:lnTo>
                    <a:pt x="8060944" y="89584"/>
                  </a:lnTo>
                  <a:lnTo>
                    <a:pt x="8061069" y="89584"/>
                  </a:lnTo>
                  <a:lnTo>
                    <a:pt x="8061194" y="89584"/>
                  </a:lnTo>
                  <a:lnTo>
                    <a:pt x="8061319" y="89584"/>
                  </a:lnTo>
                  <a:lnTo>
                    <a:pt x="8061444" y="89584"/>
                  </a:lnTo>
                  <a:lnTo>
                    <a:pt x="8061569" y="89584"/>
                  </a:lnTo>
                  <a:lnTo>
                    <a:pt x="8061694" y="89584"/>
                  </a:lnTo>
                  <a:lnTo>
                    <a:pt x="8061820" y="89584"/>
                  </a:lnTo>
                  <a:lnTo>
                    <a:pt x="8061945" y="89584"/>
                  </a:lnTo>
                  <a:lnTo>
                    <a:pt x="8062070" y="89584"/>
                  </a:lnTo>
                  <a:lnTo>
                    <a:pt x="8062195" y="89584"/>
                  </a:lnTo>
                  <a:lnTo>
                    <a:pt x="8062320" y="89584"/>
                  </a:lnTo>
                  <a:lnTo>
                    <a:pt x="8062445" y="89584"/>
                  </a:lnTo>
                  <a:lnTo>
                    <a:pt x="8062570" y="89584"/>
                  </a:lnTo>
                  <a:lnTo>
                    <a:pt x="8062695" y="89584"/>
                  </a:lnTo>
                  <a:lnTo>
                    <a:pt x="8062820" y="89584"/>
                  </a:lnTo>
                  <a:lnTo>
                    <a:pt x="8062945" y="89584"/>
                  </a:lnTo>
                  <a:lnTo>
                    <a:pt x="8063070" y="89584"/>
                  </a:lnTo>
                  <a:lnTo>
                    <a:pt x="8063195" y="89584"/>
                  </a:lnTo>
                  <a:lnTo>
                    <a:pt x="8063320" y="89584"/>
                  </a:lnTo>
                  <a:lnTo>
                    <a:pt x="8063445" y="89584"/>
                  </a:lnTo>
                  <a:lnTo>
                    <a:pt x="8063570" y="89584"/>
                  </a:lnTo>
                  <a:lnTo>
                    <a:pt x="8063695" y="89584"/>
                  </a:lnTo>
                  <a:lnTo>
                    <a:pt x="8063820" y="89584"/>
                  </a:lnTo>
                  <a:lnTo>
                    <a:pt x="8063945" y="89584"/>
                  </a:lnTo>
                  <a:lnTo>
                    <a:pt x="8064070" y="89584"/>
                  </a:lnTo>
                  <a:lnTo>
                    <a:pt x="8064195" y="89584"/>
                  </a:lnTo>
                  <a:lnTo>
                    <a:pt x="8064320" y="89584"/>
                  </a:lnTo>
                  <a:lnTo>
                    <a:pt x="8064445" y="89584"/>
                  </a:lnTo>
                  <a:lnTo>
                    <a:pt x="8064570" y="89584"/>
                  </a:lnTo>
                  <a:lnTo>
                    <a:pt x="8064695" y="89584"/>
                  </a:lnTo>
                  <a:lnTo>
                    <a:pt x="8064821" y="89584"/>
                  </a:lnTo>
                  <a:lnTo>
                    <a:pt x="8064946" y="89584"/>
                  </a:lnTo>
                  <a:lnTo>
                    <a:pt x="8065071" y="89584"/>
                  </a:lnTo>
                  <a:lnTo>
                    <a:pt x="8065196" y="89584"/>
                  </a:lnTo>
                  <a:lnTo>
                    <a:pt x="8065321" y="89584"/>
                  </a:lnTo>
                  <a:lnTo>
                    <a:pt x="8065446" y="89584"/>
                  </a:lnTo>
                  <a:lnTo>
                    <a:pt x="8065571" y="89584"/>
                  </a:lnTo>
                  <a:lnTo>
                    <a:pt x="8065696" y="89584"/>
                  </a:lnTo>
                  <a:lnTo>
                    <a:pt x="8065821" y="89584"/>
                  </a:lnTo>
                  <a:lnTo>
                    <a:pt x="8065946" y="89584"/>
                  </a:lnTo>
                  <a:lnTo>
                    <a:pt x="8066071" y="89584"/>
                  </a:lnTo>
                  <a:lnTo>
                    <a:pt x="8066196" y="89584"/>
                  </a:lnTo>
                  <a:lnTo>
                    <a:pt x="8066321" y="89584"/>
                  </a:lnTo>
                  <a:lnTo>
                    <a:pt x="8066446" y="89584"/>
                  </a:lnTo>
                  <a:lnTo>
                    <a:pt x="8066571" y="89584"/>
                  </a:lnTo>
                  <a:lnTo>
                    <a:pt x="8066696" y="89584"/>
                  </a:lnTo>
                  <a:lnTo>
                    <a:pt x="8066821" y="89584"/>
                  </a:lnTo>
                  <a:lnTo>
                    <a:pt x="8066946" y="89584"/>
                  </a:lnTo>
                  <a:lnTo>
                    <a:pt x="8067071" y="89584"/>
                  </a:lnTo>
                  <a:lnTo>
                    <a:pt x="8067196" y="89584"/>
                  </a:lnTo>
                  <a:lnTo>
                    <a:pt x="8067321" y="89584"/>
                  </a:lnTo>
                  <a:lnTo>
                    <a:pt x="8067446" y="89584"/>
                  </a:lnTo>
                  <a:lnTo>
                    <a:pt x="8067571" y="89584"/>
                  </a:lnTo>
                  <a:lnTo>
                    <a:pt x="8067696" y="89584"/>
                  </a:lnTo>
                  <a:lnTo>
                    <a:pt x="8067822" y="89584"/>
                  </a:lnTo>
                  <a:lnTo>
                    <a:pt x="8067947" y="89584"/>
                  </a:lnTo>
                  <a:lnTo>
                    <a:pt x="8068072" y="89584"/>
                  </a:lnTo>
                  <a:lnTo>
                    <a:pt x="8068197" y="89584"/>
                  </a:lnTo>
                  <a:lnTo>
                    <a:pt x="8068322" y="89584"/>
                  </a:lnTo>
                  <a:lnTo>
                    <a:pt x="8068447" y="89584"/>
                  </a:lnTo>
                  <a:lnTo>
                    <a:pt x="8068572" y="89584"/>
                  </a:lnTo>
                  <a:lnTo>
                    <a:pt x="8068697" y="89584"/>
                  </a:lnTo>
                  <a:lnTo>
                    <a:pt x="8068822" y="89584"/>
                  </a:lnTo>
                  <a:lnTo>
                    <a:pt x="8068947" y="89584"/>
                  </a:lnTo>
                  <a:lnTo>
                    <a:pt x="8069072" y="89584"/>
                  </a:lnTo>
                  <a:lnTo>
                    <a:pt x="8069197" y="89584"/>
                  </a:lnTo>
                  <a:lnTo>
                    <a:pt x="8069322" y="89584"/>
                  </a:lnTo>
                  <a:lnTo>
                    <a:pt x="8069447" y="89584"/>
                  </a:lnTo>
                  <a:lnTo>
                    <a:pt x="8069572" y="89584"/>
                  </a:lnTo>
                  <a:lnTo>
                    <a:pt x="8069697" y="89584"/>
                  </a:lnTo>
                  <a:lnTo>
                    <a:pt x="8069822" y="89584"/>
                  </a:lnTo>
                  <a:lnTo>
                    <a:pt x="8069947" y="89584"/>
                  </a:lnTo>
                  <a:lnTo>
                    <a:pt x="8070072" y="89584"/>
                  </a:lnTo>
                  <a:lnTo>
                    <a:pt x="8070197" y="89584"/>
                  </a:lnTo>
                  <a:lnTo>
                    <a:pt x="8070322" y="89584"/>
                  </a:lnTo>
                  <a:lnTo>
                    <a:pt x="8070447" y="89584"/>
                  </a:lnTo>
                  <a:lnTo>
                    <a:pt x="8070572" y="89584"/>
                  </a:lnTo>
                  <a:lnTo>
                    <a:pt x="8070697" y="89584"/>
                  </a:lnTo>
                  <a:lnTo>
                    <a:pt x="8070823" y="89584"/>
                  </a:lnTo>
                  <a:lnTo>
                    <a:pt x="8070948" y="89584"/>
                  </a:lnTo>
                  <a:lnTo>
                    <a:pt x="8071073" y="89584"/>
                  </a:lnTo>
                  <a:lnTo>
                    <a:pt x="8071198" y="89584"/>
                  </a:lnTo>
                  <a:lnTo>
                    <a:pt x="8071323" y="89584"/>
                  </a:lnTo>
                  <a:lnTo>
                    <a:pt x="8071448" y="89584"/>
                  </a:lnTo>
                  <a:lnTo>
                    <a:pt x="8071573" y="89584"/>
                  </a:lnTo>
                  <a:lnTo>
                    <a:pt x="8071698" y="89584"/>
                  </a:lnTo>
                  <a:lnTo>
                    <a:pt x="8071823" y="89584"/>
                  </a:lnTo>
                  <a:lnTo>
                    <a:pt x="8071948" y="89584"/>
                  </a:lnTo>
                  <a:lnTo>
                    <a:pt x="8072073" y="89584"/>
                  </a:lnTo>
                  <a:lnTo>
                    <a:pt x="8072198" y="89584"/>
                  </a:lnTo>
                  <a:lnTo>
                    <a:pt x="8072323" y="89584"/>
                  </a:lnTo>
                  <a:lnTo>
                    <a:pt x="8072448" y="89584"/>
                  </a:lnTo>
                  <a:lnTo>
                    <a:pt x="8072573" y="89584"/>
                  </a:lnTo>
                  <a:lnTo>
                    <a:pt x="8072698" y="89584"/>
                  </a:lnTo>
                  <a:lnTo>
                    <a:pt x="8072698" y="79630"/>
                  </a:lnTo>
                  <a:lnTo>
                    <a:pt x="8072823" y="79630"/>
                  </a:lnTo>
                  <a:lnTo>
                    <a:pt x="8072948" y="79630"/>
                  </a:lnTo>
                  <a:lnTo>
                    <a:pt x="8073073" y="79630"/>
                  </a:lnTo>
                  <a:lnTo>
                    <a:pt x="8073198" y="79630"/>
                  </a:lnTo>
                  <a:lnTo>
                    <a:pt x="8073323" y="79630"/>
                  </a:lnTo>
                  <a:lnTo>
                    <a:pt x="8073448" y="79630"/>
                  </a:lnTo>
                  <a:lnTo>
                    <a:pt x="8073573" y="79630"/>
                  </a:lnTo>
                  <a:lnTo>
                    <a:pt x="8073699" y="79630"/>
                  </a:lnTo>
                  <a:lnTo>
                    <a:pt x="8073824" y="79630"/>
                  </a:lnTo>
                  <a:lnTo>
                    <a:pt x="8073949" y="79630"/>
                  </a:lnTo>
                  <a:lnTo>
                    <a:pt x="8074074" y="79630"/>
                  </a:lnTo>
                  <a:lnTo>
                    <a:pt x="8074199" y="79630"/>
                  </a:lnTo>
                  <a:lnTo>
                    <a:pt x="8074324" y="79630"/>
                  </a:lnTo>
                  <a:lnTo>
                    <a:pt x="8074449" y="79630"/>
                  </a:lnTo>
                  <a:lnTo>
                    <a:pt x="8074574" y="79630"/>
                  </a:lnTo>
                  <a:lnTo>
                    <a:pt x="8074699" y="79630"/>
                  </a:lnTo>
                  <a:lnTo>
                    <a:pt x="8074824" y="79630"/>
                  </a:lnTo>
                  <a:lnTo>
                    <a:pt x="8074949" y="79630"/>
                  </a:lnTo>
                  <a:lnTo>
                    <a:pt x="8075074" y="79630"/>
                  </a:lnTo>
                  <a:lnTo>
                    <a:pt x="8075199" y="79630"/>
                  </a:lnTo>
                  <a:lnTo>
                    <a:pt x="8075324" y="79630"/>
                  </a:lnTo>
                  <a:lnTo>
                    <a:pt x="8075449" y="79630"/>
                  </a:lnTo>
                  <a:lnTo>
                    <a:pt x="8075574" y="79630"/>
                  </a:lnTo>
                  <a:lnTo>
                    <a:pt x="8075699" y="79630"/>
                  </a:lnTo>
                  <a:lnTo>
                    <a:pt x="8075824" y="79630"/>
                  </a:lnTo>
                  <a:lnTo>
                    <a:pt x="8075949" y="79630"/>
                  </a:lnTo>
                  <a:lnTo>
                    <a:pt x="8076074" y="79630"/>
                  </a:lnTo>
                  <a:lnTo>
                    <a:pt x="8076199" y="79630"/>
                  </a:lnTo>
                  <a:lnTo>
                    <a:pt x="8076324" y="79630"/>
                  </a:lnTo>
                  <a:lnTo>
                    <a:pt x="8076449" y="79630"/>
                  </a:lnTo>
                  <a:lnTo>
                    <a:pt x="8076574" y="79630"/>
                  </a:lnTo>
                  <a:lnTo>
                    <a:pt x="8076700" y="79630"/>
                  </a:lnTo>
                  <a:lnTo>
                    <a:pt x="8076825" y="79630"/>
                  </a:lnTo>
                  <a:lnTo>
                    <a:pt x="8076950" y="79630"/>
                  </a:lnTo>
                  <a:lnTo>
                    <a:pt x="8077075" y="79630"/>
                  </a:lnTo>
                  <a:lnTo>
                    <a:pt x="8077200" y="79630"/>
                  </a:lnTo>
                  <a:lnTo>
                    <a:pt x="8077325" y="79630"/>
                  </a:lnTo>
                  <a:lnTo>
                    <a:pt x="8077450" y="79630"/>
                  </a:lnTo>
                  <a:lnTo>
                    <a:pt x="8077575" y="79630"/>
                  </a:lnTo>
                  <a:lnTo>
                    <a:pt x="8077700" y="79630"/>
                  </a:lnTo>
                  <a:lnTo>
                    <a:pt x="8077825" y="79630"/>
                  </a:lnTo>
                  <a:lnTo>
                    <a:pt x="8077950" y="79630"/>
                  </a:lnTo>
                  <a:lnTo>
                    <a:pt x="8078075" y="79630"/>
                  </a:lnTo>
                  <a:lnTo>
                    <a:pt x="8078200" y="79630"/>
                  </a:lnTo>
                  <a:lnTo>
                    <a:pt x="8078325" y="79630"/>
                  </a:lnTo>
                  <a:lnTo>
                    <a:pt x="8078450" y="79630"/>
                  </a:lnTo>
                  <a:lnTo>
                    <a:pt x="8078575" y="79630"/>
                  </a:lnTo>
                  <a:lnTo>
                    <a:pt x="8078700" y="79630"/>
                  </a:lnTo>
                  <a:lnTo>
                    <a:pt x="8078825" y="79630"/>
                  </a:lnTo>
                  <a:lnTo>
                    <a:pt x="8078950" y="79630"/>
                  </a:lnTo>
                  <a:lnTo>
                    <a:pt x="8079075" y="79630"/>
                  </a:lnTo>
                  <a:lnTo>
                    <a:pt x="8079200" y="79630"/>
                  </a:lnTo>
                  <a:lnTo>
                    <a:pt x="8079325" y="79630"/>
                  </a:lnTo>
                  <a:lnTo>
                    <a:pt x="8079450" y="79630"/>
                  </a:lnTo>
                  <a:lnTo>
                    <a:pt x="8079575" y="79630"/>
                  </a:lnTo>
                  <a:lnTo>
                    <a:pt x="8079701" y="79630"/>
                  </a:lnTo>
                  <a:lnTo>
                    <a:pt x="8079826" y="79630"/>
                  </a:lnTo>
                  <a:lnTo>
                    <a:pt x="8079951" y="79630"/>
                  </a:lnTo>
                  <a:lnTo>
                    <a:pt x="8080076" y="79630"/>
                  </a:lnTo>
                  <a:lnTo>
                    <a:pt x="8080201" y="79630"/>
                  </a:lnTo>
                  <a:lnTo>
                    <a:pt x="8080326" y="79630"/>
                  </a:lnTo>
                  <a:lnTo>
                    <a:pt x="8080451" y="79630"/>
                  </a:lnTo>
                  <a:lnTo>
                    <a:pt x="8080576" y="79630"/>
                  </a:lnTo>
                  <a:lnTo>
                    <a:pt x="8080701" y="79630"/>
                  </a:lnTo>
                  <a:lnTo>
                    <a:pt x="8080826" y="79630"/>
                  </a:lnTo>
                  <a:lnTo>
                    <a:pt x="8080951" y="79630"/>
                  </a:lnTo>
                  <a:lnTo>
                    <a:pt x="8081076" y="79630"/>
                  </a:lnTo>
                  <a:lnTo>
                    <a:pt x="8081201" y="79630"/>
                  </a:lnTo>
                  <a:lnTo>
                    <a:pt x="8081326" y="79630"/>
                  </a:lnTo>
                  <a:lnTo>
                    <a:pt x="8081451" y="79630"/>
                  </a:lnTo>
                  <a:lnTo>
                    <a:pt x="8081576" y="79630"/>
                  </a:lnTo>
                  <a:lnTo>
                    <a:pt x="8081701" y="79630"/>
                  </a:lnTo>
                  <a:lnTo>
                    <a:pt x="8081826" y="79630"/>
                  </a:lnTo>
                  <a:lnTo>
                    <a:pt x="8081951" y="79630"/>
                  </a:lnTo>
                  <a:lnTo>
                    <a:pt x="8082076" y="79630"/>
                  </a:lnTo>
                  <a:lnTo>
                    <a:pt x="8082201" y="79630"/>
                  </a:lnTo>
                  <a:lnTo>
                    <a:pt x="8082326" y="79630"/>
                  </a:lnTo>
                  <a:lnTo>
                    <a:pt x="8082451" y="79630"/>
                  </a:lnTo>
                  <a:lnTo>
                    <a:pt x="8082576" y="79630"/>
                  </a:lnTo>
                  <a:lnTo>
                    <a:pt x="8082702" y="79630"/>
                  </a:lnTo>
                  <a:lnTo>
                    <a:pt x="8082827" y="79630"/>
                  </a:lnTo>
                  <a:lnTo>
                    <a:pt x="8082952" y="79630"/>
                  </a:lnTo>
                  <a:lnTo>
                    <a:pt x="8083077" y="79630"/>
                  </a:lnTo>
                  <a:lnTo>
                    <a:pt x="8083202" y="79630"/>
                  </a:lnTo>
                  <a:lnTo>
                    <a:pt x="8083327" y="79630"/>
                  </a:lnTo>
                  <a:lnTo>
                    <a:pt x="8083452" y="79630"/>
                  </a:lnTo>
                  <a:lnTo>
                    <a:pt x="8083577" y="79630"/>
                  </a:lnTo>
                  <a:lnTo>
                    <a:pt x="8083702" y="79630"/>
                  </a:lnTo>
                  <a:lnTo>
                    <a:pt x="8083827" y="79630"/>
                  </a:lnTo>
                  <a:lnTo>
                    <a:pt x="8083952" y="79630"/>
                  </a:lnTo>
                  <a:lnTo>
                    <a:pt x="8084077" y="79630"/>
                  </a:lnTo>
                  <a:lnTo>
                    <a:pt x="8084202" y="79630"/>
                  </a:lnTo>
                  <a:lnTo>
                    <a:pt x="8084327" y="79630"/>
                  </a:lnTo>
                  <a:lnTo>
                    <a:pt x="8084452" y="79630"/>
                  </a:lnTo>
                  <a:lnTo>
                    <a:pt x="8084577" y="79630"/>
                  </a:lnTo>
                  <a:lnTo>
                    <a:pt x="8084702" y="79630"/>
                  </a:lnTo>
                  <a:lnTo>
                    <a:pt x="8084827" y="79630"/>
                  </a:lnTo>
                  <a:lnTo>
                    <a:pt x="8084952" y="79630"/>
                  </a:lnTo>
                  <a:lnTo>
                    <a:pt x="8085077" y="79630"/>
                  </a:lnTo>
                  <a:lnTo>
                    <a:pt x="8085202" y="79630"/>
                  </a:lnTo>
                  <a:lnTo>
                    <a:pt x="8085327" y="79630"/>
                  </a:lnTo>
                  <a:lnTo>
                    <a:pt x="8085452" y="79630"/>
                  </a:lnTo>
                  <a:lnTo>
                    <a:pt x="8085577" y="79630"/>
                  </a:lnTo>
                  <a:lnTo>
                    <a:pt x="8085703" y="79630"/>
                  </a:lnTo>
                  <a:lnTo>
                    <a:pt x="8085828" y="79630"/>
                  </a:lnTo>
                  <a:lnTo>
                    <a:pt x="8085953" y="79630"/>
                  </a:lnTo>
                  <a:lnTo>
                    <a:pt x="8086078" y="79630"/>
                  </a:lnTo>
                  <a:lnTo>
                    <a:pt x="8086203" y="79630"/>
                  </a:lnTo>
                  <a:lnTo>
                    <a:pt x="8086328" y="79630"/>
                  </a:lnTo>
                  <a:lnTo>
                    <a:pt x="8086453" y="79630"/>
                  </a:lnTo>
                  <a:lnTo>
                    <a:pt x="8086578" y="79630"/>
                  </a:lnTo>
                  <a:lnTo>
                    <a:pt x="8086703" y="79630"/>
                  </a:lnTo>
                  <a:lnTo>
                    <a:pt x="8086828" y="79630"/>
                  </a:lnTo>
                  <a:lnTo>
                    <a:pt x="8086953" y="79630"/>
                  </a:lnTo>
                  <a:lnTo>
                    <a:pt x="8087078" y="79630"/>
                  </a:lnTo>
                  <a:lnTo>
                    <a:pt x="8087203" y="79630"/>
                  </a:lnTo>
                  <a:lnTo>
                    <a:pt x="8087328" y="79630"/>
                  </a:lnTo>
                  <a:lnTo>
                    <a:pt x="8087453" y="79630"/>
                  </a:lnTo>
                  <a:lnTo>
                    <a:pt x="8087578" y="79630"/>
                  </a:lnTo>
                  <a:lnTo>
                    <a:pt x="8087703" y="79630"/>
                  </a:lnTo>
                  <a:lnTo>
                    <a:pt x="8087828" y="79630"/>
                  </a:lnTo>
                  <a:lnTo>
                    <a:pt x="8087953" y="79630"/>
                  </a:lnTo>
                  <a:lnTo>
                    <a:pt x="8088078" y="79630"/>
                  </a:lnTo>
                  <a:lnTo>
                    <a:pt x="8088203" y="79630"/>
                  </a:lnTo>
                  <a:lnTo>
                    <a:pt x="8088328" y="79630"/>
                  </a:lnTo>
                  <a:lnTo>
                    <a:pt x="8088453" y="79630"/>
                  </a:lnTo>
                  <a:lnTo>
                    <a:pt x="8088578" y="79630"/>
                  </a:lnTo>
                  <a:lnTo>
                    <a:pt x="8088704" y="79630"/>
                  </a:lnTo>
                  <a:lnTo>
                    <a:pt x="8088829" y="79630"/>
                  </a:lnTo>
                  <a:lnTo>
                    <a:pt x="8088954" y="79630"/>
                  </a:lnTo>
                  <a:lnTo>
                    <a:pt x="8089079" y="79630"/>
                  </a:lnTo>
                  <a:lnTo>
                    <a:pt x="8089204" y="79630"/>
                  </a:lnTo>
                  <a:lnTo>
                    <a:pt x="8089329" y="79630"/>
                  </a:lnTo>
                  <a:lnTo>
                    <a:pt x="8089454" y="79630"/>
                  </a:lnTo>
                  <a:lnTo>
                    <a:pt x="8089579" y="79630"/>
                  </a:lnTo>
                  <a:lnTo>
                    <a:pt x="8089704" y="79630"/>
                  </a:lnTo>
                  <a:lnTo>
                    <a:pt x="8089829" y="79630"/>
                  </a:lnTo>
                  <a:lnTo>
                    <a:pt x="8089829" y="69676"/>
                  </a:lnTo>
                  <a:lnTo>
                    <a:pt x="8089954" y="69676"/>
                  </a:lnTo>
                  <a:lnTo>
                    <a:pt x="8090079" y="69676"/>
                  </a:lnTo>
                  <a:lnTo>
                    <a:pt x="8090204" y="69676"/>
                  </a:lnTo>
                  <a:lnTo>
                    <a:pt x="8090329" y="69676"/>
                  </a:lnTo>
                  <a:lnTo>
                    <a:pt x="8090454" y="69676"/>
                  </a:lnTo>
                  <a:lnTo>
                    <a:pt x="8090579" y="69676"/>
                  </a:lnTo>
                  <a:lnTo>
                    <a:pt x="8090704" y="69676"/>
                  </a:lnTo>
                  <a:lnTo>
                    <a:pt x="8090829" y="69676"/>
                  </a:lnTo>
                  <a:lnTo>
                    <a:pt x="8090954" y="69676"/>
                  </a:lnTo>
                  <a:lnTo>
                    <a:pt x="8091079" y="69676"/>
                  </a:lnTo>
                  <a:lnTo>
                    <a:pt x="8091204" y="69676"/>
                  </a:lnTo>
                  <a:lnTo>
                    <a:pt x="8091329" y="69676"/>
                  </a:lnTo>
                  <a:lnTo>
                    <a:pt x="8091454" y="69676"/>
                  </a:lnTo>
                  <a:lnTo>
                    <a:pt x="8091579" y="69676"/>
                  </a:lnTo>
                  <a:lnTo>
                    <a:pt x="8091705" y="69676"/>
                  </a:lnTo>
                  <a:lnTo>
                    <a:pt x="8091830" y="69676"/>
                  </a:lnTo>
                  <a:lnTo>
                    <a:pt x="8091955" y="69676"/>
                  </a:lnTo>
                  <a:lnTo>
                    <a:pt x="8092080" y="69676"/>
                  </a:lnTo>
                  <a:lnTo>
                    <a:pt x="8092205" y="69676"/>
                  </a:lnTo>
                  <a:lnTo>
                    <a:pt x="8092330" y="69676"/>
                  </a:lnTo>
                  <a:lnTo>
                    <a:pt x="8092455" y="69676"/>
                  </a:lnTo>
                  <a:lnTo>
                    <a:pt x="8092580" y="69676"/>
                  </a:lnTo>
                  <a:lnTo>
                    <a:pt x="8092705" y="69676"/>
                  </a:lnTo>
                  <a:lnTo>
                    <a:pt x="8092830" y="69676"/>
                  </a:lnTo>
                  <a:lnTo>
                    <a:pt x="8092955" y="69676"/>
                  </a:lnTo>
                  <a:lnTo>
                    <a:pt x="8093080" y="69676"/>
                  </a:lnTo>
                  <a:lnTo>
                    <a:pt x="8093205" y="69676"/>
                  </a:lnTo>
                  <a:lnTo>
                    <a:pt x="8093330" y="69676"/>
                  </a:lnTo>
                  <a:lnTo>
                    <a:pt x="8093455" y="69676"/>
                  </a:lnTo>
                  <a:lnTo>
                    <a:pt x="8093580" y="69676"/>
                  </a:lnTo>
                  <a:lnTo>
                    <a:pt x="8093705" y="69676"/>
                  </a:lnTo>
                  <a:lnTo>
                    <a:pt x="8093830" y="69676"/>
                  </a:lnTo>
                  <a:lnTo>
                    <a:pt x="8093955" y="69676"/>
                  </a:lnTo>
                  <a:lnTo>
                    <a:pt x="8094080" y="69676"/>
                  </a:lnTo>
                  <a:lnTo>
                    <a:pt x="8094205" y="69676"/>
                  </a:lnTo>
                  <a:lnTo>
                    <a:pt x="8094330" y="69676"/>
                  </a:lnTo>
                  <a:lnTo>
                    <a:pt x="8094455" y="69676"/>
                  </a:lnTo>
                  <a:lnTo>
                    <a:pt x="8094580" y="69676"/>
                  </a:lnTo>
                  <a:lnTo>
                    <a:pt x="8094706" y="69676"/>
                  </a:lnTo>
                  <a:lnTo>
                    <a:pt x="8094831" y="69676"/>
                  </a:lnTo>
                  <a:lnTo>
                    <a:pt x="8094956" y="69676"/>
                  </a:lnTo>
                  <a:lnTo>
                    <a:pt x="8095081" y="69676"/>
                  </a:lnTo>
                  <a:lnTo>
                    <a:pt x="8095206" y="69676"/>
                  </a:lnTo>
                  <a:lnTo>
                    <a:pt x="8095331" y="69676"/>
                  </a:lnTo>
                  <a:lnTo>
                    <a:pt x="8095456" y="69676"/>
                  </a:lnTo>
                  <a:lnTo>
                    <a:pt x="8095581" y="69676"/>
                  </a:lnTo>
                  <a:lnTo>
                    <a:pt x="8095706" y="69676"/>
                  </a:lnTo>
                  <a:lnTo>
                    <a:pt x="8095831" y="69676"/>
                  </a:lnTo>
                  <a:lnTo>
                    <a:pt x="8095956" y="69676"/>
                  </a:lnTo>
                  <a:lnTo>
                    <a:pt x="8096081" y="69676"/>
                  </a:lnTo>
                  <a:lnTo>
                    <a:pt x="8096206" y="69676"/>
                  </a:lnTo>
                  <a:lnTo>
                    <a:pt x="8096331" y="69676"/>
                  </a:lnTo>
                  <a:lnTo>
                    <a:pt x="8096456" y="69676"/>
                  </a:lnTo>
                  <a:lnTo>
                    <a:pt x="8096581" y="69676"/>
                  </a:lnTo>
                  <a:lnTo>
                    <a:pt x="8096706" y="69676"/>
                  </a:lnTo>
                  <a:lnTo>
                    <a:pt x="8096831" y="69676"/>
                  </a:lnTo>
                  <a:lnTo>
                    <a:pt x="8096956" y="69676"/>
                  </a:lnTo>
                  <a:lnTo>
                    <a:pt x="8097081" y="69676"/>
                  </a:lnTo>
                  <a:lnTo>
                    <a:pt x="8097206" y="69676"/>
                  </a:lnTo>
                  <a:lnTo>
                    <a:pt x="8097331" y="69676"/>
                  </a:lnTo>
                  <a:lnTo>
                    <a:pt x="8097456" y="69676"/>
                  </a:lnTo>
                  <a:lnTo>
                    <a:pt x="8097581" y="69676"/>
                  </a:lnTo>
                  <a:lnTo>
                    <a:pt x="8097707" y="69676"/>
                  </a:lnTo>
                  <a:lnTo>
                    <a:pt x="8097832" y="69676"/>
                  </a:lnTo>
                  <a:lnTo>
                    <a:pt x="8097957" y="69676"/>
                  </a:lnTo>
                  <a:lnTo>
                    <a:pt x="8098082" y="69676"/>
                  </a:lnTo>
                  <a:lnTo>
                    <a:pt x="8098207" y="69676"/>
                  </a:lnTo>
                  <a:lnTo>
                    <a:pt x="8098332" y="69676"/>
                  </a:lnTo>
                  <a:lnTo>
                    <a:pt x="8098457" y="69676"/>
                  </a:lnTo>
                  <a:lnTo>
                    <a:pt x="8098582" y="69676"/>
                  </a:lnTo>
                  <a:lnTo>
                    <a:pt x="8098707" y="69676"/>
                  </a:lnTo>
                  <a:lnTo>
                    <a:pt x="8098832" y="69676"/>
                  </a:lnTo>
                  <a:lnTo>
                    <a:pt x="8098957" y="69676"/>
                  </a:lnTo>
                  <a:lnTo>
                    <a:pt x="8099082" y="69676"/>
                  </a:lnTo>
                  <a:lnTo>
                    <a:pt x="8099207" y="69676"/>
                  </a:lnTo>
                  <a:lnTo>
                    <a:pt x="8099332" y="69676"/>
                  </a:lnTo>
                  <a:lnTo>
                    <a:pt x="8099457" y="69676"/>
                  </a:lnTo>
                  <a:lnTo>
                    <a:pt x="8099582" y="69676"/>
                  </a:lnTo>
                  <a:lnTo>
                    <a:pt x="8099707" y="69676"/>
                  </a:lnTo>
                  <a:lnTo>
                    <a:pt x="8099832" y="69676"/>
                  </a:lnTo>
                  <a:lnTo>
                    <a:pt x="8099957" y="69676"/>
                  </a:lnTo>
                  <a:lnTo>
                    <a:pt x="8100082" y="69676"/>
                  </a:lnTo>
                  <a:lnTo>
                    <a:pt x="8100207" y="69676"/>
                  </a:lnTo>
                  <a:lnTo>
                    <a:pt x="8100332" y="69676"/>
                  </a:lnTo>
                  <a:lnTo>
                    <a:pt x="8100457" y="69676"/>
                  </a:lnTo>
                  <a:lnTo>
                    <a:pt x="8100582" y="69676"/>
                  </a:lnTo>
                  <a:lnTo>
                    <a:pt x="8100708" y="69676"/>
                  </a:lnTo>
                  <a:lnTo>
                    <a:pt x="8100833" y="69676"/>
                  </a:lnTo>
                  <a:lnTo>
                    <a:pt x="8100958" y="69676"/>
                  </a:lnTo>
                  <a:lnTo>
                    <a:pt x="8101083" y="69676"/>
                  </a:lnTo>
                  <a:lnTo>
                    <a:pt x="8101208" y="69676"/>
                  </a:lnTo>
                  <a:lnTo>
                    <a:pt x="8101333" y="69676"/>
                  </a:lnTo>
                  <a:lnTo>
                    <a:pt x="8101458" y="69676"/>
                  </a:lnTo>
                  <a:lnTo>
                    <a:pt x="8101583" y="69676"/>
                  </a:lnTo>
                  <a:lnTo>
                    <a:pt x="8101708" y="69676"/>
                  </a:lnTo>
                  <a:lnTo>
                    <a:pt x="8101833" y="69676"/>
                  </a:lnTo>
                  <a:lnTo>
                    <a:pt x="8101958" y="69676"/>
                  </a:lnTo>
                  <a:lnTo>
                    <a:pt x="8102083" y="69676"/>
                  </a:lnTo>
                  <a:lnTo>
                    <a:pt x="8102208" y="69676"/>
                  </a:lnTo>
                  <a:lnTo>
                    <a:pt x="8102333" y="69676"/>
                  </a:lnTo>
                  <a:lnTo>
                    <a:pt x="8102458" y="69676"/>
                  </a:lnTo>
                  <a:lnTo>
                    <a:pt x="8102583" y="69676"/>
                  </a:lnTo>
                  <a:lnTo>
                    <a:pt x="8102708" y="69676"/>
                  </a:lnTo>
                  <a:lnTo>
                    <a:pt x="8102833" y="69676"/>
                  </a:lnTo>
                  <a:lnTo>
                    <a:pt x="8102958" y="69676"/>
                  </a:lnTo>
                  <a:lnTo>
                    <a:pt x="8103083" y="69676"/>
                  </a:lnTo>
                  <a:lnTo>
                    <a:pt x="8103208" y="69676"/>
                  </a:lnTo>
                  <a:lnTo>
                    <a:pt x="8103333" y="69676"/>
                  </a:lnTo>
                  <a:lnTo>
                    <a:pt x="8103458" y="69676"/>
                  </a:lnTo>
                  <a:lnTo>
                    <a:pt x="8103583" y="69676"/>
                  </a:lnTo>
                  <a:lnTo>
                    <a:pt x="8103709" y="69676"/>
                  </a:lnTo>
                  <a:lnTo>
                    <a:pt x="8103834" y="69676"/>
                  </a:lnTo>
                  <a:lnTo>
                    <a:pt x="8103959" y="69676"/>
                  </a:lnTo>
                  <a:lnTo>
                    <a:pt x="8104084" y="69676"/>
                  </a:lnTo>
                  <a:lnTo>
                    <a:pt x="8104209" y="69676"/>
                  </a:lnTo>
                  <a:lnTo>
                    <a:pt x="8104334" y="69676"/>
                  </a:lnTo>
                  <a:lnTo>
                    <a:pt x="8104459" y="69676"/>
                  </a:lnTo>
                  <a:lnTo>
                    <a:pt x="8104584" y="69676"/>
                  </a:lnTo>
                  <a:lnTo>
                    <a:pt x="8104709" y="69676"/>
                  </a:lnTo>
                  <a:lnTo>
                    <a:pt x="8104834" y="69676"/>
                  </a:lnTo>
                  <a:lnTo>
                    <a:pt x="8104959" y="69676"/>
                  </a:lnTo>
                  <a:lnTo>
                    <a:pt x="8105084" y="69676"/>
                  </a:lnTo>
                  <a:lnTo>
                    <a:pt x="8105209" y="69676"/>
                  </a:lnTo>
                  <a:lnTo>
                    <a:pt x="8105334" y="69676"/>
                  </a:lnTo>
                  <a:lnTo>
                    <a:pt x="8105459" y="69676"/>
                  </a:lnTo>
                  <a:lnTo>
                    <a:pt x="8105584" y="69676"/>
                  </a:lnTo>
                  <a:lnTo>
                    <a:pt x="8105709" y="69676"/>
                  </a:lnTo>
                  <a:lnTo>
                    <a:pt x="8105834" y="69676"/>
                  </a:lnTo>
                  <a:lnTo>
                    <a:pt x="8105959" y="69676"/>
                  </a:lnTo>
                  <a:lnTo>
                    <a:pt x="8106084" y="69676"/>
                  </a:lnTo>
                  <a:lnTo>
                    <a:pt x="8106209" y="69676"/>
                  </a:lnTo>
                  <a:lnTo>
                    <a:pt x="8106334" y="69676"/>
                  </a:lnTo>
                  <a:lnTo>
                    <a:pt x="8106459" y="69676"/>
                  </a:lnTo>
                  <a:lnTo>
                    <a:pt x="8106584" y="69676"/>
                  </a:lnTo>
                  <a:lnTo>
                    <a:pt x="8106710" y="69676"/>
                  </a:lnTo>
                  <a:lnTo>
                    <a:pt x="8106835" y="69676"/>
                  </a:lnTo>
                  <a:lnTo>
                    <a:pt x="8106960" y="69676"/>
                  </a:lnTo>
                  <a:lnTo>
                    <a:pt x="8107085" y="69676"/>
                  </a:lnTo>
                  <a:lnTo>
                    <a:pt x="8107210" y="69676"/>
                  </a:lnTo>
                  <a:lnTo>
                    <a:pt x="8107335" y="69676"/>
                  </a:lnTo>
                  <a:lnTo>
                    <a:pt x="8107460" y="69676"/>
                  </a:lnTo>
                  <a:lnTo>
                    <a:pt x="8107585" y="69676"/>
                  </a:lnTo>
                  <a:lnTo>
                    <a:pt x="8107710" y="69676"/>
                  </a:lnTo>
                  <a:lnTo>
                    <a:pt x="8107835" y="69676"/>
                  </a:lnTo>
                  <a:lnTo>
                    <a:pt x="8107960" y="69676"/>
                  </a:lnTo>
                  <a:lnTo>
                    <a:pt x="8108085" y="69676"/>
                  </a:lnTo>
                  <a:lnTo>
                    <a:pt x="8108210" y="69676"/>
                  </a:lnTo>
                  <a:lnTo>
                    <a:pt x="8108335" y="69676"/>
                  </a:lnTo>
                  <a:lnTo>
                    <a:pt x="8108460" y="69676"/>
                  </a:lnTo>
                  <a:lnTo>
                    <a:pt x="8108585" y="69676"/>
                  </a:lnTo>
                  <a:lnTo>
                    <a:pt x="8108710" y="69676"/>
                  </a:lnTo>
                  <a:lnTo>
                    <a:pt x="8108835" y="69676"/>
                  </a:lnTo>
                  <a:lnTo>
                    <a:pt x="8108960" y="69676"/>
                  </a:lnTo>
                  <a:lnTo>
                    <a:pt x="8109085" y="69676"/>
                  </a:lnTo>
                  <a:lnTo>
                    <a:pt x="8109210" y="69676"/>
                  </a:lnTo>
                  <a:lnTo>
                    <a:pt x="8109335" y="69676"/>
                  </a:lnTo>
                  <a:lnTo>
                    <a:pt x="8109460" y="69676"/>
                  </a:lnTo>
                  <a:lnTo>
                    <a:pt x="8109585" y="69676"/>
                  </a:lnTo>
                  <a:lnTo>
                    <a:pt x="8109711" y="69676"/>
                  </a:lnTo>
                  <a:lnTo>
                    <a:pt x="8109836" y="69676"/>
                  </a:lnTo>
                  <a:lnTo>
                    <a:pt x="8109961" y="69676"/>
                  </a:lnTo>
                  <a:lnTo>
                    <a:pt x="8110086" y="69676"/>
                  </a:lnTo>
                  <a:lnTo>
                    <a:pt x="8110211" y="69676"/>
                  </a:lnTo>
                  <a:lnTo>
                    <a:pt x="8110336" y="69676"/>
                  </a:lnTo>
                  <a:lnTo>
                    <a:pt x="8110461" y="69676"/>
                  </a:lnTo>
                  <a:lnTo>
                    <a:pt x="8110586" y="69676"/>
                  </a:lnTo>
                  <a:lnTo>
                    <a:pt x="8110711" y="69676"/>
                  </a:lnTo>
                  <a:lnTo>
                    <a:pt x="8110836" y="69676"/>
                  </a:lnTo>
                  <a:lnTo>
                    <a:pt x="8110961" y="69676"/>
                  </a:lnTo>
                  <a:lnTo>
                    <a:pt x="8111086" y="69676"/>
                  </a:lnTo>
                  <a:lnTo>
                    <a:pt x="8111211" y="69676"/>
                  </a:lnTo>
                  <a:lnTo>
                    <a:pt x="8111336" y="69676"/>
                  </a:lnTo>
                  <a:lnTo>
                    <a:pt x="8111461" y="69676"/>
                  </a:lnTo>
                  <a:lnTo>
                    <a:pt x="8111586" y="69676"/>
                  </a:lnTo>
                  <a:lnTo>
                    <a:pt x="8111711" y="69676"/>
                  </a:lnTo>
                  <a:lnTo>
                    <a:pt x="8111836" y="69676"/>
                  </a:lnTo>
                  <a:lnTo>
                    <a:pt x="8111961" y="69676"/>
                  </a:lnTo>
                  <a:lnTo>
                    <a:pt x="8112086" y="69676"/>
                  </a:lnTo>
                  <a:lnTo>
                    <a:pt x="8112211" y="69676"/>
                  </a:lnTo>
                  <a:lnTo>
                    <a:pt x="8112336" y="69676"/>
                  </a:lnTo>
                  <a:lnTo>
                    <a:pt x="8112461" y="69676"/>
                  </a:lnTo>
                  <a:lnTo>
                    <a:pt x="8112587" y="69676"/>
                  </a:lnTo>
                  <a:lnTo>
                    <a:pt x="8112712" y="69676"/>
                  </a:lnTo>
                  <a:lnTo>
                    <a:pt x="8112837" y="69676"/>
                  </a:lnTo>
                  <a:lnTo>
                    <a:pt x="8112962" y="69676"/>
                  </a:lnTo>
                  <a:lnTo>
                    <a:pt x="8113087" y="69676"/>
                  </a:lnTo>
                  <a:lnTo>
                    <a:pt x="8113212" y="69676"/>
                  </a:lnTo>
                  <a:lnTo>
                    <a:pt x="8113337" y="69676"/>
                  </a:lnTo>
                  <a:lnTo>
                    <a:pt x="8113462" y="69676"/>
                  </a:lnTo>
                  <a:lnTo>
                    <a:pt x="8113587" y="69676"/>
                  </a:lnTo>
                  <a:lnTo>
                    <a:pt x="8113712" y="69676"/>
                  </a:lnTo>
                  <a:lnTo>
                    <a:pt x="8113837" y="69676"/>
                  </a:lnTo>
                  <a:lnTo>
                    <a:pt x="8113962" y="69676"/>
                  </a:lnTo>
                  <a:lnTo>
                    <a:pt x="8114087" y="69676"/>
                  </a:lnTo>
                  <a:lnTo>
                    <a:pt x="8114212" y="69676"/>
                  </a:lnTo>
                  <a:lnTo>
                    <a:pt x="8114337" y="69676"/>
                  </a:lnTo>
                  <a:lnTo>
                    <a:pt x="8114462" y="69676"/>
                  </a:lnTo>
                  <a:lnTo>
                    <a:pt x="8114587" y="69676"/>
                  </a:lnTo>
                  <a:lnTo>
                    <a:pt x="8114712" y="69676"/>
                  </a:lnTo>
                  <a:lnTo>
                    <a:pt x="8114837" y="69676"/>
                  </a:lnTo>
                  <a:lnTo>
                    <a:pt x="8114962" y="69676"/>
                  </a:lnTo>
                  <a:lnTo>
                    <a:pt x="8115087" y="69676"/>
                  </a:lnTo>
                  <a:lnTo>
                    <a:pt x="8115212" y="69676"/>
                  </a:lnTo>
                  <a:lnTo>
                    <a:pt x="8115337" y="69676"/>
                  </a:lnTo>
                  <a:lnTo>
                    <a:pt x="8115462" y="69676"/>
                  </a:lnTo>
                  <a:lnTo>
                    <a:pt x="8115588" y="69676"/>
                  </a:lnTo>
                  <a:lnTo>
                    <a:pt x="8115713" y="69676"/>
                  </a:lnTo>
                  <a:lnTo>
                    <a:pt x="8115838" y="69676"/>
                  </a:lnTo>
                  <a:lnTo>
                    <a:pt x="8115963" y="69676"/>
                  </a:lnTo>
                  <a:lnTo>
                    <a:pt x="8116088" y="69676"/>
                  </a:lnTo>
                  <a:lnTo>
                    <a:pt x="8116213" y="69676"/>
                  </a:lnTo>
                  <a:lnTo>
                    <a:pt x="8116338" y="69676"/>
                  </a:lnTo>
                  <a:lnTo>
                    <a:pt x="8116463" y="69676"/>
                  </a:lnTo>
                  <a:lnTo>
                    <a:pt x="8116588" y="69676"/>
                  </a:lnTo>
                  <a:lnTo>
                    <a:pt x="8116713" y="69676"/>
                  </a:lnTo>
                  <a:lnTo>
                    <a:pt x="8116838" y="69676"/>
                  </a:lnTo>
                  <a:lnTo>
                    <a:pt x="8116963" y="69676"/>
                  </a:lnTo>
                  <a:lnTo>
                    <a:pt x="8117088" y="69676"/>
                  </a:lnTo>
                  <a:lnTo>
                    <a:pt x="8117213" y="69676"/>
                  </a:lnTo>
                  <a:lnTo>
                    <a:pt x="8117338" y="69676"/>
                  </a:lnTo>
                  <a:lnTo>
                    <a:pt x="8117463" y="69676"/>
                  </a:lnTo>
                  <a:lnTo>
                    <a:pt x="8117588" y="69676"/>
                  </a:lnTo>
                  <a:lnTo>
                    <a:pt x="8117713" y="69676"/>
                  </a:lnTo>
                  <a:lnTo>
                    <a:pt x="8117838" y="69676"/>
                  </a:lnTo>
                  <a:lnTo>
                    <a:pt x="8117963" y="69676"/>
                  </a:lnTo>
                  <a:lnTo>
                    <a:pt x="8118088" y="69676"/>
                  </a:lnTo>
                  <a:lnTo>
                    <a:pt x="8118213" y="69676"/>
                  </a:lnTo>
                  <a:lnTo>
                    <a:pt x="8118338" y="69676"/>
                  </a:lnTo>
                  <a:lnTo>
                    <a:pt x="8118463" y="69676"/>
                  </a:lnTo>
                  <a:lnTo>
                    <a:pt x="8118589" y="69676"/>
                  </a:lnTo>
                  <a:lnTo>
                    <a:pt x="8118714" y="69676"/>
                  </a:lnTo>
                  <a:lnTo>
                    <a:pt x="8118839" y="69676"/>
                  </a:lnTo>
                  <a:lnTo>
                    <a:pt x="8118964" y="69676"/>
                  </a:lnTo>
                  <a:lnTo>
                    <a:pt x="8119089" y="69676"/>
                  </a:lnTo>
                  <a:lnTo>
                    <a:pt x="8119214" y="69676"/>
                  </a:lnTo>
                  <a:lnTo>
                    <a:pt x="8119339" y="69676"/>
                  </a:lnTo>
                  <a:lnTo>
                    <a:pt x="8119464" y="69676"/>
                  </a:lnTo>
                  <a:lnTo>
                    <a:pt x="8119589" y="69676"/>
                  </a:lnTo>
                  <a:lnTo>
                    <a:pt x="8119714" y="69676"/>
                  </a:lnTo>
                  <a:lnTo>
                    <a:pt x="8119839" y="69676"/>
                  </a:lnTo>
                  <a:lnTo>
                    <a:pt x="8119964" y="69676"/>
                  </a:lnTo>
                  <a:lnTo>
                    <a:pt x="8120089" y="69676"/>
                  </a:lnTo>
                  <a:lnTo>
                    <a:pt x="8120214" y="69676"/>
                  </a:lnTo>
                  <a:lnTo>
                    <a:pt x="8120339" y="69676"/>
                  </a:lnTo>
                  <a:lnTo>
                    <a:pt x="8120464" y="69676"/>
                  </a:lnTo>
                  <a:lnTo>
                    <a:pt x="8120589" y="69676"/>
                  </a:lnTo>
                  <a:lnTo>
                    <a:pt x="8120714" y="69676"/>
                  </a:lnTo>
                  <a:lnTo>
                    <a:pt x="8120839" y="69676"/>
                  </a:lnTo>
                  <a:lnTo>
                    <a:pt x="8120964" y="69676"/>
                  </a:lnTo>
                  <a:lnTo>
                    <a:pt x="8121089" y="69676"/>
                  </a:lnTo>
                  <a:lnTo>
                    <a:pt x="8121214" y="69676"/>
                  </a:lnTo>
                  <a:lnTo>
                    <a:pt x="8121339" y="69676"/>
                  </a:lnTo>
                  <a:lnTo>
                    <a:pt x="8121464" y="69676"/>
                  </a:lnTo>
                  <a:lnTo>
                    <a:pt x="8121590" y="69676"/>
                  </a:lnTo>
                  <a:lnTo>
                    <a:pt x="8121715" y="69676"/>
                  </a:lnTo>
                  <a:lnTo>
                    <a:pt x="8121840" y="69676"/>
                  </a:lnTo>
                  <a:lnTo>
                    <a:pt x="8121965" y="69676"/>
                  </a:lnTo>
                  <a:lnTo>
                    <a:pt x="8122090" y="69676"/>
                  </a:lnTo>
                  <a:lnTo>
                    <a:pt x="8122215" y="69676"/>
                  </a:lnTo>
                  <a:lnTo>
                    <a:pt x="8122340" y="69676"/>
                  </a:lnTo>
                  <a:lnTo>
                    <a:pt x="8122465" y="69676"/>
                  </a:lnTo>
                  <a:lnTo>
                    <a:pt x="8122590" y="69676"/>
                  </a:lnTo>
                  <a:lnTo>
                    <a:pt x="8122715" y="69676"/>
                  </a:lnTo>
                  <a:lnTo>
                    <a:pt x="8122840" y="69676"/>
                  </a:lnTo>
                  <a:lnTo>
                    <a:pt x="8122965" y="69676"/>
                  </a:lnTo>
                  <a:lnTo>
                    <a:pt x="8123090" y="69676"/>
                  </a:lnTo>
                  <a:lnTo>
                    <a:pt x="8123215" y="69676"/>
                  </a:lnTo>
                  <a:lnTo>
                    <a:pt x="8123340" y="69676"/>
                  </a:lnTo>
                  <a:lnTo>
                    <a:pt x="8123465" y="69676"/>
                  </a:lnTo>
                  <a:lnTo>
                    <a:pt x="8123590" y="69676"/>
                  </a:lnTo>
                  <a:lnTo>
                    <a:pt x="8123715" y="69676"/>
                  </a:lnTo>
                  <a:lnTo>
                    <a:pt x="8123840" y="69676"/>
                  </a:lnTo>
                  <a:lnTo>
                    <a:pt x="8123965" y="69676"/>
                  </a:lnTo>
                  <a:lnTo>
                    <a:pt x="8124090" y="69676"/>
                  </a:lnTo>
                  <a:lnTo>
                    <a:pt x="8124215" y="69676"/>
                  </a:lnTo>
                  <a:lnTo>
                    <a:pt x="8124340" y="69676"/>
                  </a:lnTo>
                  <a:lnTo>
                    <a:pt x="8124465" y="69676"/>
                  </a:lnTo>
                  <a:lnTo>
                    <a:pt x="8124591" y="69676"/>
                  </a:lnTo>
                  <a:lnTo>
                    <a:pt x="8124716" y="69676"/>
                  </a:lnTo>
                  <a:lnTo>
                    <a:pt x="8124841" y="69676"/>
                  </a:lnTo>
                  <a:lnTo>
                    <a:pt x="8124966" y="69676"/>
                  </a:lnTo>
                  <a:lnTo>
                    <a:pt x="8125091" y="69676"/>
                  </a:lnTo>
                  <a:lnTo>
                    <a:pt x="8125216" y="69676"/>
                  </a:lnTo>
                  <a:lnTo>
                    <a:pt x="8125341" y="69676"/>
                  </a:lnTo>
                  <a:lnTo>
                    <a:pt x="8125466" y="69676"/>
                  </a:lnTo>
                  <a:lnTo>
                    <a:pt x="8125591" y="69676"/>
                  </a:lnTo>
                  <a:lnTo>
                    <a:pt x="8125716" y="69676"/>
                  </a:lnTo>
                  <a:lnTo>
                    <a:pt x="8125841" y="69676"/>
                  </a:lnTo>
                  <a:lnTo>
                    <a:pt x="8125966" y="69676"/>
                  </a:lnTo>
                  <a:lnTo>
                    <a:pt x="8126091" y="69676"/>
                  </a:lnTo>
                  <a:lnTo>
                    <a:pt x="8126216" y="69676"/>
                  </a:lnTo>
                  <a:lnTo>
                    <a:pt x="8126341" y="69676"/>
                  </a:lnTo>
                  <a:lnTo>
                    <a:pt x="8126466" y="69676"/>
                  </a:lnTo>
                  <a:lnTo>
                    <a:pt x="8126591" y="69676"/>
                  </a:lnTo>
                  <a:lnTo>
                    <a:pt x="8126716" y="69676"/>
                  </a:lnTo>
                  <a:lnTo>
                    <a:pt x="8126841" y="69676"/>
                  </a:lnTo>
                  <a:lnTo>
                    <a:pt x="8126966" y="69676"/>
                  </a:lnTo>
                  <a:lnTo>
                    <a:pt x="8127091" y="69676"/>
                  </a:lnTo>
                  <a:lnTo>
                    <a:pt x="8127216" y="69676"/>
                  </a:lnTo>
                  <a:lnTo>
                    <a:pt x="8127341" y="69676"/>
                  </a:lnTo>
                  <a:lnTo>
                    <a:pt x="8127466" y="69676"/>
                  </a:lnTo>
                  <a:lnTo>
                    <a:pt x="8127592" y="69676"/>
                  </a:lnTo>
                  <a:lnTo>
                    <a:pt x="8127717" y="69676"/>
                  </a:lnTo>
                  <a:lnTo>
                    <a:pt x="8127842" y="69676"/>
                  </a:lnTo>
                  <a:lnTo>
                    <a:pt x="8127967" y="69676"/>
                  </a:lnTo>
                  <a:lnTo>
                    <a:pt x="8128092" y="69676"/>
                  </a:lnTo>
                  <a:lnTo>
                    <a:pt x="8128217" y="69676"/>
                  </a:lnTo>
                  <a:lnTo>
                    <a:pt x="8128342" y="69676"/>
                  </a:lnTo>
                  <a:lnTo>
                    <a:pt x="8128467" y="69676"/>
                  </a:lnTo>
                  <a:lnTo>
                    <a:pt x="8128592" y="69676"/>
                  </a:lnTo>
                  <a:lnTo>
                    <a:pt x="8128717" y="69676"/>
                  </a:lnTo>
                  <a:lnTo>
                    <a:pt x="8128842" y="69676"/>
                  </a:lnTo>
                  <a:lnTo>
                    <a:pt x="8128967" y="69676"/>
                  </a:lnTo>
                  <a:lnTo>
                    <a:pt x="8129092" y="69676"/>
                  </a:lnTo>
                  <a:lnTo>
                    <a:pt x="8129217" y="69676"/>
                  </a:lnTo>
                  <a:lnTo>
                    <a:pt x="8129342" y="69676"/>
                  </a:lnTo>
                  <a:lnTo>
                    <a:pt x="8129467" y="69676"/>
                  </a:lnTo>
                  <a:lnTo>
                    <a:pt x="8129592" y="69676"/>
                  </a:lnTo>
                  <a:lnTo>
                    <a:pt x="8129717" y="69676"/>
                  </a:lnTo>
                  <a:lnTo>
                    <a:pt x="8129842" y="69676"/>
                  </a:lnTo>
                  <a:lnTo>
                    <a:pt x="8129967" y="69676"/>
                  </a:lnTo>
                  <a:lnTo>
                    <a:pt x="8130092" y="69676"/>
                  </a:lnTo>
                  <a:lnTo>
                    <a:pt x="8130217" y="69676"/>
                  </a:lnTo>
                  <a:lnTo>
                    <a:pt x="8130342" y="69676"/>
                  </a:lnTo>
                  <a:lnTo>
                    <a:pt x="8130467" y="69676"/>
                  </a:lnTo>
                  <a:lnTo>
                    <a:pt x="8130593" y="69676"/>
                  </a:lnTo>
                  <a:lnTo>
                    <a:pt x="8130718" y="69676"/>
                  </a:lnTo>
                  <a:lnTo>
                    <a:pt x="8130843" y="69676"/>
                  </a:lnTo>
                  <a:lnTo>
                    <a:pt x="8130968" y="69676"/>
                  </a:lnTo>
                  <a:lnTo>
                    <a:pt x="8131093" y="69676"/>
                  </a:lnTo>
                  <a:lnTo>
                    <a:pt x="8131218" y="69676"/>
                  </a:lnTo>
                  <a:lnTo>
                    <a:pt x="8131343" y="69676"/>
                  </a:lnTo>
                  <a:lnTo>
                    <a:pt x="8131468" y="69676"/>
                  </a:lnTo>
                  <a:lnTo>
                    <a:pt x="8131593" y="69676"/>
                  </a:lnTo>
                  <a:lnTo>
                    <a:pt x="8131718" y="69676"/>
                  </a:lnTo>
                  <a:lnTo>
                    <a:pt x="8131843" y="69676"/>
                  </a:lnTo>
                  <a:lnTo>
                    <a:pt x="8131968" y="69676"/>
                  </a:lnTo>
                  <a:lnTo>
                    <a:pt x="8132093" y="69676"/>
                  </a:lnTo>
                  <a:lnTo>
                    <a:pt x="8132218" y="69676"/>
                  </a:lnTo>
                  <a:lnTo>
                    <a:pt x="8132343" y="69676"/>
                  </a:lnTo>
                  <a:lnTo>
                    <a:pt x="8132468" y="69676"/>
                  </a:lnTo>
                  <a:lnTo>
                    <a:pt x="8132593" y="69676"/>
                  </a:lnTo>
                  <a:lnTo>
                    <a:pt x="8132718" y="69676"/>
                  </a:lnTo>
                  <a:lnTo>
                    <a:pt x="8132843" y="69676"/>
                  </a:lnTo>
                  <a:lnTo>
                    <a:pt x="8132968" y="69676"/>
                  </a:lnTo>
                  <a:lnTo>
                    <a:pt x="8133093" y="69676"/>
                  </a:lnTo>
                  <a:lnTo>
                    <a:pt x="8133218" y="69676"/>
                  </a:lnTo>
                  <a:lnTo>
                    <a:pt x="8133343" y="69676"/>
                  </a:lnTo>
                  <a:lnTo>
                    <a:pt x="8133468" y="69676"/>
                  </a:lnTo>
                  <a:lnTo>
                    <a:pt x="8133594" y="69676"/>
                  </a:lnTo>
                  <a:lnTo>
                    <a:pt x="8133719" y="69676"/>
                  </a:lnTo>
                  <a:lnTo>
                    <a:pt x="8133844" y="69676"/>
                  </a:lnTo>
                  <a:lnTo>
                    <a:pt x="8133969" y="69676"/>
                  </a:lnTo>
                  <a:lnTo>
                    <a:pt x="8134094" y="69676"/>
                  </a:lnTo>
                  <a:lnTo>
                    <a:pt x="8134219" y="69676"/>
                  </a:lnTo>
                  <a:lnTo>
                    <a:pt x="8134344" y="69676"/>
                  </a:lnTo>
                  <a:lnTo>
                    <a:pt x="8134469" y="69676"/>
                  </a:lnTo>
                  <a:lnTo>
                    <a:pt x="8134594" y="69676"/>
                  </a:lnTo>
                  <a:lnTo>
                    <a:pt x="8134719" y="69676"/>
                  </a:lnTo>
                  <a:lnTo>
                    <a:pt x="8134844" y="69676"/>
                  </a:lnTo>
                  <a:lnTo>
                    <a:pt x="8134969" y="69676"/>
                  </a:lnTo>
                  <a:lnTo>
                    <a:pt x="8135094" y="69676"/>
                  </a:lnTo>
                  <a:lnTo>
                    <a:pt x="8135219" y="69676"/>
                  </a:lnTo>
                  <a:lnTo>
                    <a:pt x="8135344" y="69676"/>
                  </a:lnTo>
                  <a:lnTo>
                    <a:pt x="8135469" y="69676"/>
                  </a:lnTo>
                  <a:lnTo>
                    <a:pt x="8135594" y="69676"/>
                  </a:lnTo>
                  <a:lnTo>
                    <a:pt x="8135719" y="69676"/>
                  </a:lnTo>
                  <a:lnTo>
                    <a:pt x="8135844" y="69676"/>
                  </a:lnTo>
                  <a:lnTo>
                    <a:pt x="8135969" y="69676"/>
                  </a:lnTo>
                  <a:lnTo>
                    <a:pt x="8136094" y="69676"/>
                  </a:lnTo>
                  <a:lnTo>
                    <a:pt x="8136219" y="69676"/>
                  </a:lnTo>
                  <a:lnTo>
                    <a:pt x="8136344" y="69676"/>
                  </a:lnTo>
                  <a:lnTo>
                    <a:pt x="8136469" y="69676"/>
                  </a:lnTo>
                  <a:lnTo>
                    <a:pt x="8136595" y="69676"/>
                  </a:lnTo>
                  <a:lnTo>
                    <a:pt x="8136720" y="69676"/>
                  </a:lnTo>
                  <a:lnTo>
                    <a:pt x="8136845" y="69676"/>
                  </a:lnTo>
                  <a:lnTo>
                    <a:pt x="8136970" y="69676"/>
                  </a:lnTo>
                  <a:lnTo>
                    <a:pt x="8137095" y="69676"/>
                  </a:lnTo>
                  <a:lnTo>
                    <a:pt x="8137220" y="69676"/>
                  </a:lnTo>
                  <a:lnTo>
                    <a:pt x="8137345" y="69676"/>
                  </a:lnTo>
                  <a:lnTo>
                    <a:pt x="8137470" y="69676"/>
                  </a:lnTo>
                  <a:lnTo>
                    <a:pt x="8137595" y="69676"/>
                  </a:lnTo>
                  <a:lnTo>
                    <a:pt x="8137720" y="69676"/>
                  </a:lnTo>
                  <a:lnTo>
                    <a:pt x="8137845" y="69676"/>
                  </a:lnTo>
                  <a:lnTo>
                    <a:pt x="8137970" y="69676"/>
                  </a:lnTo>
                  <a:lnTo>
                    <a:pt x="8138095" y="69676"/>
                  </a:lnTo>
                  <a:lnTo>
                    <a:pt x="8138220" y="69676"/>
                  </a:lnTo>
                  <a:lnTo>
                    <a:pt x="8138345" y="69676"/>
                  </a:lnTo>
                  <a:lnTo>
                    <a:pt x="8138470" y="69676"/>
                  </a:lnTo>
                  <a:lnTo>
                    <a:pt x="8138595" y="69676"/>
                  </a:lnTo>
                  <a:lnTo>
                    <a:pt x="8138720" y="69676"/>
                  </a:lnTo>
                  <a:lnTo>
                    <a:pt x="8138845" y="69676"/>
                  </a:lnTo>
                  <a:lnTo>
                    <a:pt x="8138970" y="69676"/>
                  </a:lnTo>
                  <a:lnTo>
                    <a:pt x="8139095" y="69676"/>
                  </a:lnTo>
                  <a:lnTo>
                    <a:pt x="8139220" y="69676"/>
                  </a:lnTo>
                  <a:lnTo>
                    <a:pt x="8139345" y="69676"/>
                  </a:lnTo>
                  <a:lnTo>
                    <a:pt x="8139470" y="69676"/>
                  </a:lnTo>
                  <a:lnTo>
                    <a:pt x="8139596" y="69676"/>
                  </a:lnTo>
                  <a:lnTo>
                    <a:pt x="8139721" y="69676"/>
                  </a:lnTo>
                  <a:lnTo>
                    <a:pt x="8139846" y="69676"/>
                  </a:lnTo>
                  <a:lnTo>
                    <a:pt x="8139971" y="69676"/>
                  </a:lnTo>
                  <a:lnTo>
                    <a:pt x="8140096" y="69676"/>
                  </a:lnTo>
                  <a:lnTo>
                    <a:pt x="8140221" y="69676"/>
                  </a:lnTo>
                  <a:lnTo>
                    <a:pt x="8140346" y="69676"/>
                  </a:lnTo>
                  <a:lnTo>
                    <a:pt x="8140471" y="69676"/>
                  </a:lnTo>
                  <a:lnTo>
                    <a:pt x="8140596" y="69676"/>
                  </a:lnTo>
                  <a:lnTo>
                    <a:pt x="8140721" y="69676"/>
                  </a:lnTo>
                  <a:lnTo>
                    <a:pt x="8140846" y="69676"/>
                  </a:lnTo>
                  <a:lnTo>
                    <a:pt x="8140971" y="69676"/>
                  </a:lnTo>
                  <a:lnTo>
                    <a:pt x="8141096" y="69676"/>
                  </a:lnTo>
                  <a:lnTo>
                    <a:pt x="8141221" y="69676"/>
                  </a:lnTo>
                  <a:lnTo>
                    <a:pt x="8141346" y="69676"/>
                  </a:lnTo>
                  <a:lnTo>
                    <a:pt x="8141471" y="69676"/>
                  </a:lnTo>
                  <a:lnTo>
                    <a:pt x="8141596" y="69676"/>
                  </a:lnTo>
                  <a:lnTo>
                    <a:pt x="8141721" y="69676"/>
                  </a:lnTo>
                  <a:lnTo>
                    <a:pt x="8141846" y="69676"/>
                  </a:lnTo>
                  <a:lnTo>
                    <a:pt x="8141971" y="69676"/>
                  </a:lnTo>
                  <a:lnTo>
                    <a:pt x="8142096" y="69676"/>
                  </a:lnTo>
                  <a:lnTo>
                    <a:pt x="8142221" y="69676"/>
                  </a:lnTo>
                  <a:lnTo>
                    <a:pt x="8142346" y="69676"/>
                  </a:lnTo>
                  <a:lnTo>
                    <a:pt x="8142471" y="69676"/>
                  </a:lnTo>
                  <a:lnTo>
                    <a:pt x="8142597" y="69676"/>
                  </a:lnTo>
                  <a:lnTo>
                    <a:pt x="8142722" y="69676"/>
                  </a:lnTo>
                  <a:lnTo>
                    <a:pt x="8142847" y="69676"/>
                  </a:lnTo>
                  <a:lnTo>
                    <a:pt x="8142972" y="69676"/>
                  </a:lnTo>
                  <a:lnTo>
                    <a:pt x="8143097" y="69676"/>
                  </a:lnTo>
                  <a:lnTo>
                    <a:pt x="8143222" y="69676"/>
                  </a:lnTo>
                  <a:lnTo>
                    <a:pt x="8143347" y="69676"/>
                  </a:lnTo>
                  <a:lnTo>
                    <a:pt x="8143472" y="69676"/>
                  </a:lnTo>
                  <a:lnTo>
                    <a:pt x="8143597" y="69676"/>
                  </a:lnTo>
                  <a:lnTo>
                    <a:pt x="8143722" y="69676"/>
                  </a:lnTo>
                  <a:lnTo>
                    <a:pt x="8143847" y="69676"/>
                  </a:lnTo>
                  <a:lnTo>
                    <a:pt x="8143972" y="69676"/>
                  </a:lnTo>
                  <a:lnTo>
                    <a:pt x="8144097" y="69676"/>
                  </a:lnTo>
                  <a:lnTo>
                    <a:pt x="8144222" y="69676"/>
                  </a:lnTo>
                  <a:lnTo>
                    <a:pt x="8144347" y="69676"/>
                  </a:lnTo>
                  <a:lnTo>
                    <a:pt x="8144472" y="69676"/>
                  </a:lnTo>
                  <a:lnTo>
                    <a:pt x="8144597" y="69676"/>
                  </a:lnTo>
                  <a:lnTo>
                    <a:pt x="8144722" y="69676"/>
                  </a:lnTo>
                  <a:lnTo>
                    <a:pt x="8144847" y="69676"/>
                  </a:lnTo>
                  <a:lnTo>
                    <a:pt x="8144972" y="69676"/>
                  </a:lnTo>
                  <a:lnTo>
                    <a:pt x="8145097" y="69676"/>
                  </a:lnTo>
                  <a:lnTo>
                    <a:pt x="8145222" y="69676"/>
                  </a:lnTo>
                  <a:lnTo>
                    <a:pt x="8145347" y="69676"/>
                  </a:lnTo>
                  <a:lnTo>
                    <a:pt x="8145472" y="69676"/>
                  </a:lnTo>
                  <a:lnTo>
                    <a:pt x="8145598" y="69676"/>
                  </a:lnTo>
                  <a:lnTo>
                    <a:pt x="8145723" y="69676"/>
                  </a:lnTo>
                  <a:lnTo>
                    <a:pt x="8145848" y="69676"/>
                  </a:lnTo>
                  <a:lnTo>
                    <a:pt x="8145973" y="69676"/>
                  </a:lnTo>
                  <a:lnTo>
                    <a:pt x="8146098" y="69676"/>
                  </a:lnTo>
                  <a:lnTo>
                    <a:pt x="8146223" y="69676"/>
                  </a:lnTo>
                  <a:lnTo>
                    <a:pt x="8146348" y="69676"/>
                  </a:lnTo>
                  <a:lnTo>
                    <a:pt x="8146473" y="69676"/>
                  </a:lnTo>
                  <a:lnTo>
                    <a:pt x="8146598" y="69676"/>
                  </a:lnTo>
                  <a:lnTo>
                    <a:pt x="8146723" y="69676"/>
                  </a:lnTo>
                  <a:lnTo>
                    <a:pt x="8146848" y="69676"/>
                  </a:lnTo>
                  <a:lnTo>
                    <a:pt x="8146973" y="69676"/>
                  </a:lnTo>
                  <a:lnTo>
                    <a:pt x="8147098" y="69676"/>
                  </a:lnTo>
                  <a:lnTo>
                    <a:pt x="8147223" y="69676"/>
                  </a:lnTo>
                  <a:lnTo>
                    <a:pt x="8147348" y="69676"/>
                  </a:lnTo>
                  <a:lnTo>
                    <a:pt x="8147473" y="69676"/>
                  </a:lnTo>
                  <a:lnTo>
                    <a:pt x="8147598" y="69676"/>
                  </a:lnTo>
                  <a:lnTo>
                    <a:pt x="8147723" y="69676"/>
                  </a:lnTo>
                  <a:lnTo>
                    <a:pt x="8147848" y="69676"/>
                  </a:lnTo>
                  <a:lnTo>
                    <a:pt x="8147973" y="69676"/>
                  </a:lnTo>
                  <a:lnTo>
                    <a:pt x="8148098" y="69676"/>
                  </a:lnTo>
                  <a:lnTo>
                    <a:pt x="8148223" y="69676"/>
                  </a:lnTo>
                  <a:lnTo>
                    <a:pt x="8148348" y="69676"/>
                  </a:lnTo>
                  <a:lnTo>
                    <a:pt x="8148474" y="69676"/>
                  </a:lnTo>
                  <a:lnTo>
                    <a:pt x="8148599" y="69676"/>
                  </a:lnTo>
                  <a:lnTo>
                    <a:pt x="8148724" y="69676"/>
                  </a:lnTo>
                  <a:lnTo>
                    <a:pt x="8148849" y="69676"/>
                  </a:lnTo>
                  <a:lnTo>
                    <a:pt x="8148974" y="69676"/>
                  </a:lnTo>
                  <a:lnTo>
                    <a:pt x="8149099" y="69676"/>
                  </a:lnTo>
                  <a:lnTo>
                    <a:pt x="8149224" y="69676"/>
                  </a:lnTo>
                  <a:lnTo>
                    <a:pt x="8149349" y="69676"/>
                  </a:lnTo>
                  <a:lnTo>
                    <a:pt x="8149474" y="69676"/>
                  </a:lnTo>
                  <a:lnTo>
                    <a:pt x="8149599" y="69676"/>
                  </a:lnTo>
                  <a:lnTo>
                    <a:pt x="8149724" y="69676"/>
                  </a:lnTo>
                  <a:lnTo>
                    <a:pt x="8149849" y="69676"/>
                  </a:lnTo>
                  <a:lnTo>
                    <a:pt x="8149974" y="69676"/>
                  </a:lnTo>
                  <a:lnTo>
                    <a:pt x="8150099" y="69676"/>
                  </a:lnTo>
                  <a:lnTo>
                    <a:pt x="8150224" y="69676"/>
                  </a:lnTo>
                  <a:lnTo>
                    <a:pt x="8150349" y="69676"/>
                  </a:lnTo>
                  <a:lnTo>
                    <a:pt x="8150474" y="69676"/>
                  </a:lnTo>
                  <a:lnTo>
                    <a:pt x="8150599" y="69676"/>
                  </a:lnTo>
                  <a:lnTo>
                    <a:pt x="8150724" y="69676"/>
                  </a:lnTo>
                  <a:lnTo>
                    <a:pt x="8150849" y="69676"/>
                  </a:lnTo>
                  <a:lnTo>
                    <a:pt x="8150974" y="69676"/>
                  </a:lnTo>
                  <a:lnTo>
                    <a:pt x="8151099" y="69676"/>
                  </a:lnTo>
                  <a:lnTo>
                    <a:pt x="8151224" y="69676"/>
                  </a:lnTo>
                  <a:lnTo>
                    <a:pt x="8151349" y="69676"/>
                  </a:lnTo>
                  <a:lnTo>
                    <a:pt x="8151475" y="69676"/>
                  </a:lnTo>
                  <a:lnTo>
                    <a:pt x="8151600" y="69676"/>
                  </a:lnTo>
                  <a:lnTo>
                    <a:pt x="8151725" y="69676"/>
                  </a:lnTo>
                  <a:lnTo>
                    <a:pt x="8151850" y="69676"/>
                  </a:lnTo>
                  <a:lnTo>
                    <a:pt x="8151975" y="69676"/>
                  </a:lnTo>
                  <a:lnTo>
                    <a:pt x="8152100" y="69676"/>
                  </a:lnTo>
                  <a:lnTo>
                    <a:pt x="8152225" y="69676"/>
                  </a:lnTo>
                  <a:lnTo>
                    <a:pt x="8152350" y="69676"/>
                  </a:lnTo>
                  <a:lnTo>
                    <a:pt x="8152475" y="69676"/>
                  </a:lnTo>
                  <a:lnTo>
                    <a:pt x="8152600" y="69676"/>
                  </a:lnTo>
                  <a:lnTo>
                    <a:pt x="8152725" y="69676"/>
                  </a:lnTo>
                  <a:lnTo>
                    <a:pt x="8152850" y="69676"/>
                  </a:lnTo>
                  <a:lnTo>
                    <a:pt x="8152975" y="69676"/>
                  </a:lnTo>
                  <a:lnTo>
                    <a:pt x="8153100" y="69676"/>
                  </a:lnTo>
                  <a:lnTo>
                    <a:pt x="8153225" y="69676"/>
                  </a:lnTo>
                  <a:lnTo>
                    <a:pt x="8153350" y="69676"/>
                  </a:lnTo>
                  <a:lnTo>
                    <a:pt x="8153475" y="69676"/>
                  </a:lnTo>
                  <a:lnTo>
                    <a:pt x="8153600" y="69676"/>
                  </a:lnTo>
                  <a:lnTo>
                    <a:pt x="8153725" y="69676"/>
                  </a:lnTo>
                  <a:lnTo>
                    <a:pt x="8153850" y="69676"/>
                  </a:lnTo>
                  <a:lnTo>
                    <a:pt x="8153975" y="69676"/>
                  </a:lnTo>
                  <a:lnTo>
                    <a:pt x="8154100" y="69676"/>
                  </a:lnTo>
                  <a:lnTo>
                    <a:pt x="8154225" y="69676"/>
                  </a:lnTo>
                  <a:lnTo>
                    <a:pt x="8154350" y="69676"/>
                  </a:lnTo>
                  <a:lnTo>
                    <a:pt x="8154476" y="69676"/>
                  </a:lnTo>
                  <a:lnTo>
                    <a:pt x="8154601" y="69676"/>
                  </a:lnTo>
                  <a:lnTo>
                    <a:pt x="8154726" y="69676"/>
                  </a:lnTo>
                  <a:lnTo>
                    <a:pt x="8154851" y="69676"/>
                  </a:lnTo>
                  <a:lnTo>
                    <a:pt x="8154976" y="69676"/>
                  </a:lnTo>
                  <a:lnTo>
                    <a:pt x="8155101" y="69676"/>
                  </a:lnTo>
                  <a:lnTo>
                    <a:pt x="8155226" y="69676"/>
                  </a:lnTo>
                  <a:lnTo>
                    <a:pt x="8155351" y="69676"/>
                  </a:lnTo>
                  <a:lnTo>
                    <a:pt x="8155476" y="69676"/>
                  </a:lnTo>
                  <a:lnTo>
                    <a:pt x="8155601" y="69676"/>
                  </a:lnTo>
                  <a:lnTo>
                    <a:pt x="8155726" y="69676"/>
                  </a:lnTo>
                  <a:lnTo>
                    <a:pt x="8155851" y="69676"/>
                  </a:lnTo>
                  <a:lnTo>
                    <a:pt x="8155976" y="69676"/>
                  </a:lnTo>
                  <a:lnTo>
                    <a:pt x="8156101" y="69676"/>
                  </a:lnTo>
                  <a:lnTo>
                    <a:pt x="8156226" y="69676"/>
                  </a:lnTo>
                  <a:lnTo>
                    <a:pt x="8156351" y="69676"/>
                  </a:lnTo>
                  <a:lnTo>
                    <a:pt x="8156476" y="69676"/>
                  </a:lnTo>
                  <a:lnTo>
                    <a:pt x="8156601" y="69676"/>
                  </a:lnTo>
                  <a:lnTo>
                    <a:pt x="8156726" y="69676"/>
                  </a:lnTo>
                  <a:lnTo>
                    <a:pt x="8156851" y="69676"/>
                  </a:lnTo>
                  <a:lnTo>
                    <a:pt x="8156976" y="69676"/>
                  </a:lnTo>
                  <a:lnTo>
                    <a:pt x="8157101" y="69676"/>
                  </a:lnTo>
                  <a:lnTo>
                    <a:pt x="8157226" y="69676"/>
                  </a:lnTo>
                  <a:lnTo>
                    <a:pt x="8157351" y="69676"/>
                  </a:lnTo>
                  <a:lnTo>
                    <a:pt x="8157477" y="69676"/>
                  </a:lnTo>
                  <a:lnTo>
                    <a:pt x="8157602" y="69676"/>
                  </a:lnTo>
                  <a:lnTo>
                    <a:pt x="8157727" y="69676"/>
                  </a:lnTo>
                  <a:lnTo>
                    <a:pt x="8157852" y="69676"/>
                  </a:lnTo>
                  <a:lnTo>
                    <a:pt x="8157977" y="69676"/>
                  </a:lnTo>
                  <a:lnTo>
                    <a:pt x="8158102" y="69676"/>
                  </a:lnTo>
                  <a:lnTo>
                    <a:pt x="8158227" y="69676"/>
                  </a:lnTo>
                  <a:lnTo>
                    <a:pt x="8158352" y="69676"/>
                  </a:lnTo>
                  <a:lnTo>
                    <a:pt x="8158477" y="69676"/>
                  </a:lnTo>
                  <a:lnTo>
                    <a:pt x="8158602" y="69676"/>
                  </a:lnTo>
                  <a:lnTo>
                    <a:pt x="8158727" y="69676"/>
                  </a:lnTo>
                  <a:lnTo>
                    <a:pt x="8158852" y="69676"/>
                  </a:lnTo>
                  <a:lnTo>
                    <a:pt x="8158977" y="69676"/>
                  </a:lnTo>
                  <a:lnTo>
                    <a:pt x="8159102" y="69676"/>
                  </a:lnTo>
                  <a:lnTo>
                    <a:pt x="8159227" y="69676"/>
                  </a:lnTo>
                  <a:lnTo>
                    <a:pt x="8159352" y="69676"/>
                  </a:lnTo>
                  <a:lnTo>
                    <a:pt x="8159477" y="69676"/>
                  </a:lnTo>
                  <a:lnTo>
                    <a:pt x="8159602" y="69676"/>
                  </a:lnTo>
                  <a:lnTo>
                    <a:pt x="8159727" y="69676"/>
                  </a:lnTo>
                  <a:lnTo>
                    <a:pt x="8159852" y="69676"/>
                  </a:lnTo>
                  <a:lnTo>
                    <a:pt x="8159977" y="69676"/>
                  </a:lnTo>
                  <a:lnTo>
                    <a:pt x="8160102" y="69676"/>
                  </a:lnTo>
                  <a:lnTo>
                    <a:pt x="8160227" y="69676"/>
                  </a:lnTo>
                  <a:lnTo>
                    <a:pt x="8160352" y="69676"/>
                  </a:lnTo>
                  <a:lnTo>
                    <a:pt x="8160478" y="69676"/>
                  </a:lnTo>
                  <a:lnTo>
                    <a:pt x="8160603" y="69676"/>
                  </a:lnTo>
                  <a:lnTo>
                    <a:pt x="8160728" y="69676"/>
                  </a:lnTo>
                  <a:lnTo>
                    <a:pt x="8160853" y="69676"/>
                  </a:lnTo>
                  <a:lnTo>
                    <a:pt x="8160978" y="69676"/>
                  </a:lnTo>
                  <a:lnTo>
                    <a:pt x="8161103" y="69676"/>
                  </a:lnTo>
                  <a:lnTo>
                    <a:pt x="8161228" y="69676"/>
                  </a:lnTo>
                  <a:lnTo>
                    <a:pt x="8161353" y="69676"/>
                  </a:lnTo>
                  <a:lnTo>
                    <a:pt x="8161478" y="69676"/>
                  </a:lnTo>
                  <a:lnTo>
                    <a:pt x="8161478" y="59722"/>
                  </a:lnTo>
                  <a:lnTo>
                    <a:pt x="8161603" y="59722"/>
                  </a:lnTo>
                  <a:lnTo>
                    <a:pt x="8161728" y="59722"/>
                  </a:lnTo>
                  <a:lnTo>
                    <a:pt x="8161853" y="59722"/>
                  </a:lnTo>
                  <a:lnTo>
                    <a:pt x="8161978" y="59722"/>
                  </a:lnTo>
                  <a:lnTo>
                    <a:pt x="8162103" y="59722"/>
                  </a:lnTo>
                  <a:lnTo>
                    <a:pt x="8162228" y="59722"/>
                  </a:lnTo>
                  <a:lnTo>
                    <a:pt x="8162353" y="59722"/>
                  </a:lnTo>
                  <a:lnTo>
                    <a:pt x="8162478" y="59722"/>
                  </a:lnTo>
                  <a:lnTo>
                    <a:pt x="8162603" y="59722"/>
                  </a:lnTo>
                  <a:lnTo>
                    <a:pt x="8162728" y="59722"/>
                  </a:lnTo>
                  <a:lnTo>
                    <a:pt x="8162853" y="59722"/>
                  </a:lnTo>
                  <a:lnTo>
                    <a:pt x="8162978" y="59722"/>
                  </a:lnTo>
                  <a:lnTo>
                    <a:pt x="8163103" y="59722"/>
                  </a:lnTo>
                  <a:lnTo>
                    <a:pt x="8163228" y="59722"/>
                  </a:lnTo>
                  <a:lnTo>
                    <a:pt x="8163353" y="59722"/>
                  </a:lnTo>
                  <a:lnTo>
                    <a:pt x="8163479" y="59722"/>
                  </a:lnTo>
                  <a:lnTo>
                    <a:pt x="8163604" y="59722"/>
                  </a:lnTo>
                  <a:lnTo>
                    <a:pt x="8163729" y="59722"/>
                  </a:lnTo>
                  <a:lnTo>
                    <a:pt x="8163854" y="59722"/>
                  </a:lnTo>
                  <a:lnTo>
                    <a:pt x="8163979" y="59722"/>
                  </a:lnTo>
                  <a:lnTo>
                    <a:pt x="8164104" y="59722"/>
                  </a:lnTo>
                  <a:lnTo>
                    <a:pt x="8164229" y="59722"/>
                  </a:lnTo>
                  <a:lnTo>
                    <a:pt x="8164354" y="59722"/>
                  </a:lnTo>
                  <a:lnTo>
                    <a:pt x="8164479" y="59722"/>
                  </a:lnTo>
                  <a:lnTo>
                    <a:pt x="8164604" y="59722"/>
                  </a:lnTo>
                  <a:lnTo>
                    <a:pt x="8164729" y="59722"/>
                  </a:lnTo>
                  <a:lnTo>
                    <a:pt x="8164854" y="59722"/>
                  </a:lnTo>
                  <a:lnTo>
                    <a:pt x="8164979" y="59722"/>
                  </a:lnTo>
                  <a:lnTo>
                    <a:pt x="8165104" y="59722"/>
                  </a:lnTo>
                  <a:lnTo>
                    <a:pt x="8165229" y="59722"/>
                  </a:lnTo>
                  <a:lnTo>
                    <a:pt x="8165354" y="59722"/>
                  </a:lnTo>
                  <a:lnTo>
                    <a:pt x="8165479" y="59722"/>
                  </a:lnTo>
                  <a:lnTo>
                    <a:pt x="8165604" y="59722"/>
                  </a:lnTo>
                  <a:lnTo>
                    <a:pt x="8165729" y="59722"/>
                  </a:lnTo>
                  <a:lnTo>
                    <a:pt x="8165854" y="59722"/>
                  </a:lnTo>
                  <a:lnTo>
                    <a:pt x="8165979" y="59722"/>
                  </a:lnTo>
                  <a:lnTo>
                    <a:pt x="8166104" y="59722"/>
                  </a:lnTo>
                  <a:lnTo>
                    <a:pt x="8166229" y="59722"/>
                  </a:lnTo>
                  <a:lnTo>
                    <a:pt x="8166354" y="59722"/>
                  </a:lnTo>
                  <a:lnTo>
                    <a:pt x="8166480" y="59722"/>
                  </a:lnTo>
                  <a:lnTo>
                    <a:pt x="8166605" y="59722"/>
                  </a:lnTo>
                  <a:lnTo>
                    <a:pt x="8166730" y="59722"/>
                  </a:lnTo>
                  <a:lnTo>
                    <a:pt x="8166855" y="59722"/>
                  </a:lnTo>
                  <a:lnTo>
                    <a:pt x="8166980" y="59722"/>
                  </a:lnTo>
                  <a:lnTo>
                    <a:pt x="8167105" y="59722"/>
                  </a:lnTo>
                  <a:lnTo>
                    <a:pt x="8167230" y="59722"/>
                  </a:lnTo>
                  <a:lnTo>
                    <a:pt x="8167355" y="59722"/>
                  </a:lnTo>
                  <a:lnTo>
                    <a:pt x="8167480" y="59722"/>
                  </a:lnTo>
                  <a:lnTo>
                    <a:pt x="8167605" y="59722"/>
                  </a:lnTo>
                  <a:lnTo>
                    <a:pt x="8167730" y="59722"/>
                  </a:lnTo>
                  <a:lnTo>
                    <a:pt x="8167855" y="59722"/>
                  </a:lnTo>
                  <a:lnTo>
                    <a:pt x="8167980" y="59722"/>
                  </a:lnTo>
                  <a:lnTo>
                    <a:pt x="8168105" y="59722"/>
                  </a:lnTo>
                  <a:lnTo>
                    <a:pt x="8168230" y="59722"/>
                  </a:lnTo>
                  <a:lnTo>
                    <a:pt x="8168355" y="59722"/>
                  </a:lnTo>
                  <a:lnTo>
                    <a:pt x="8168480" y="59722"/>
                  </a:lnTo>
                  <a:lnTo>
                    <a:pt x="8168605" y="59722"/>
                  </a:lnTo>
                  <a:lnTo>
                    <a:pt x="8168730" y="59722"/>
                  </a:lnTo>
                  <a:lnTo>
                    <a:pt x="8168855" y="59722"/>
                  </a:lnTo>
                  <a:lnTo>
                    <a:pt x="8168980" y="59722"/>
                  </a:lnTo>
                  <a:lnTo>
                    <a:pt x="8169105" y="59722"/>
                  </a:lnTo>
                  <a:lnTo>
                    <a:pt x="8169230" y="59722"/>
                  </a:lnTo>
                  <a:lnTo>
                    <a:pt x="8169355" y="59722"/>
                  </a:lnTo>
                  <a:lnTo>
                    <a:pt x="8169481" y="59722"/>
                  </a:lnTo>
                  <a:lnTo>
                    <a:pt x="8169606" y="59722"/>
                  </a:lnTo>
                  <a:lnTo>
                    <a:pt x="8169731" y="59722"/>
                  </a:lnTo>
                  <a:lnTo>
                    <a:pt x="8169856" y="59722"/>
                  </a:lnTo>
                  <a:lnTo>
                    <a:pt x="8169981" y="59722"/>
                  </a:lnTo>
                  <a:lnTo>
                    <a:pt x="8170106" y="59722"/>
                  </a:lnTo>
                  <a:lnTo>
                    <a:pt x="8170231" y="59722"/>
                  </a:lnTo>
                  <a:lnTo>
                    <a:pt x="8170356" y="59722"/>
                  </a:lnTo>
                  <a:lnTo>
                    <a:pt x="8170481" y="59722"/>
                  </a:lnTo>
                  <a:lnTo>
                    <a:pt x="8170606" y="59722"/>
                  </a:lnTo>
                  <a:lnTo>
                    <a:pt x="8170731" y="59722"/>
                  </a:lnTo>
                  <a:lnTo>
                    <a:pt x="8170856" y="59722"/>
                  </a:lnTo>
                  <a:lnTo>
                    <a:pt x="8170981" y="59722"/>
                  </a:lnTo>
                  <a:lnTo>
                    <a:pt x="8171106" y="59722"/>
                  </a:lnTo>
                  <a:lnTo>
                    <a:pt x="8171231" y="59722"/>
                  </a:lnTo>
                  <a:lnTo>
                    <a:pt x="8171356" y="59722"/>
                  </a:lnTo>
                  <a:lnTo>
                    <a:pt x="8171481" y="59722"/>
                  </a:lnTo>
                  <a:lnTo>
                    <a:pt x="8171606" y="59722"/>
                  </a:lnTo>
                  <a:lnTo>
                    <a:pt x="8171731" y="59722"/>
                  </a:lnTo>
                  <a:lnTo>
                    <a:pt x="8171856" y="59722"/>
                  </a:lnTo>
                  <a:lnTo>
                    <a:pt x="8171981" y="59722"/>
                  </a:lnTo>
                  <a:lnTo>
                    <a:pt x="8172106" y="59722"/>
                  </a:lnTo>
                  <a:lnTo>
                    <a:pt x="8172231" y="59722"/>
                  </a:lnTo>
                  <a:lnTo>
                    <a:pt x="8172356" y="59722"/>
                  </a:lnTo>
                  <a:lnTo>
                    <a:pt x="8172482" y="59722"/>
                  </a:lnTo>
                  <a:lnTo>
                    <a:pt x="8172607" y="59722"/>
                  </a:lnTo>
                  <a:lnTo>
                    <a:pt x="8172732" y="59722"/>
                  </a:lnTo>
                  <a:lnTo>
                    <a:pt x="8172857" y="59722"/>
                  </a:lnTo>
                  <a:lnTo>
                    <a:pt x="8172982" y="59722"/>
                  </a:lnTo>
                  <a:lnTo>
                    <a:pt x="8173107" y="59722"/>
                  </a:lnTo>
                  <a:lnTo>
                    <a:pt x="8173232" y="59722"/>
                  </a:lnTo>
                  <a:lnTo>
                    <a:pt x="8173357" y="59722"/>
                  </a:lnTo>
                  <a:lnTo>
                    <a:pt x="8173482" y="59722"/>
                  </a:lnTo>
                  <a:lnTo>
                    <a:pt x="8173607" y="59722"/>
                  </a:lnTo>
                  <a:lnTo>
                    <a:pt x="8173732" y="59722"/>
                  </a:lnTo>
                  <a:lnTo>
                    <a:pt x="8173857" y="59722"/>
                  </a:lnTo>
                  <a:lnTo>
                    <a:pt x="8173982" y="59722"/>
                  </a:lnTo>
                  <a:lnTo>
                    <a:pt x="8174107" y="59722"/>
                  </a:lnTo>
                  <a:lnTo>
                    <a:pt x="8174232" y="59722"/>
                  </a:lnTo>
                  <a:lnTo>
                    <a:pt x="8174357" y="59722"/>
                  </a:lnTo>
                  <a:lnTo>
                    <a:pt x="8174482" y="59722"/>
                  </a:lnTo>
                  <a:lnTo>
                    <a:pt x="8174607" y="59722"/>
                  </a:lnTo>
                  <a:lnTo>
                    <a:pt x="8174732" y="59722"/>
                  </a:lnTo>
                  <a:lnTo>
                    <a:pt x="8174857" y="59722"/>
                  </a:lnTo>
                  <a:lnTo>
                    <a:pt x="8174982" y="59722"/>
                  </a:lnTo>
                  <a:lnTo>
                    <a:pt x="8175107" y="59722"/>
                  </a:lnTo>
                  <a:lnTo>
                    <a:pt x="8175232" y="59722"/>
                  </a:lnTo>
                  <a:lnTo>
                    <a:pt x="8175357" y="59722"/>
                  </a:lnTo>
                  <a:lnTo>
                    <a:pt x="8175483" y="59722"/>
                  </a:lnTo>
                  <a:lnTo>
                    <a:pt x="8175608" y="59722"/>
                  </a:lnTo>
                  <a:lnTo>
                    <a:pt x="8175733" y="59722"/>
                  </a:lnTo>
                  <a:lnTo>
                    <a:pt x="8175858" y="59722"/>
                  </a:lnTo>
                  <a:lnTo>
                    <a:pt x="8175983" y="59722"/>
                  </a:lnTo>
                  <a:lnTo>
                    <a:pt x="8176108" y="59722"/>
                  </a:lnTo>
                  <a:lnTo>
                    <a:pt x="8176233" y="59722"/>
                  </a:lnTo>
                  <a:lnTo>
                    <a:pt x="8176358" y="59722"/>
                  </a:lnTo>
                  <a:lnTo>
                    <a:pt x="8176483" y="59722"/>
                  </a:lnTo>
                  <a:lnTo>
                    <a:pt x="8176608" y="59722"/>
                  </a:lnTo>
                  <a:lnTo>
                    <a:pt x="8176733" y="59722"/>
                  </a:lnTo>
                  <a:lnTo>
                    <a:pt x="8176858" y="59722"/>
                  </a:lnTo>
                  <a:lnTo>
                    <a:pt x="8176983" y="59722"/>
                  </a:lnTo>
                  <a:lnTo>
                    <a:pt x="8177108" y="59722"/>
                  </a:lnTo>
                  <a:lnTo>
                    <a:pt x="8177233" y="59722"/>
                  </a:lnTo>
                  <a:lnTo>
                    <a:pt x="8177358" y="59722"/>
                  </a:lnTo>
                  <a:lnTo>
                    <a:pt x="8177483" y="59722"/>
                  </a:lnTo>
                  <a:lnTo>
                    <a:pt x="8177608" y="59722"/>
                  </a:lnTo>
                  <a:lnTo>
                    <a:pt x="8177733" y="59722"/>
                  </a:lnTo>
                  <a:lnTo>
                    <a:pt x="8177858" y="59722"/>
                  </a:lnTo>
                  <a:lnTo>
                    <a:pt x="8177983" y="59722"/>
                  </a:lnTo>
                  <a:lnTo>
                    <a:pt x="8178108" y="59722"/>
                  </a:lnTo>
                  <a:lnTo>
                    <a:pt x="8178233" y="59722"/>
                  </a:lnTo>
                  <a:lnTo>
                    <a:pt x="8178358" y="59722"/>
                  </a:lnTo>
                  <a:lnTo>
                    <a:pt x="8178484" y="59722"/>
                  </a:lnTo>
                  <a:lnTo>
                    <a:pt x="8178609" y="59722"/>
                  </a:lnTo>
                  <a:lnTo>
                    <a:pt x="8178734" y="59722"/>
                  </a:lnTo>
                  <a:lnTo>
                    <a:pt x="8178859" y="59722"/>
                  </a:lnTo>
                  <a:lnTo>
                    <a:pt x="8178984" y="59722"/>
                  </a:lnTo>
                  <a:lnTo>
                    <a:pt x="8179109" y="59722"/>
                  </a:lnTo>
                  <a:lnTo>
                    <a:pt x="8179234" y="59722"/>
                  </a:lnTo>
                  <a:lnTo>
                    <a:pt x="8179359" y="59722"/>
                  </a:lnTo>
                  <a:lnTo>
                    <a:pt x="8179484" y="59722"/>
                  </a:lnTo>
                  <a:lnTo>
                    <a:pt x="8179609" y="59722"/>
                  </a:lnTo>
                  <a:lnTo>
                    <a:pt x="8179734" y="59722"/>
                  </a:lnTo>
                  <a:lnTo>
                    <a:pt x="8179859" y="59722"/>
                  </a:lnTo>
                  <a:lnTo>
                    <a:pt x="8179984" y="59722"/>
                  </a:lnTo>
                  <a:lnTo>
                    <a:pt x="8180109" y="59722"/>
                  </a:lnTo>
                  <a:lnTo>
                    <a:pt x="8180234" y="59722"/>
                  </a:lnTo>
                  <a:lnTo>
                    <a:pt x="8180359" y="59722"/>
                  </a:lnTo>
                  <a:lnTo>
                    <a:pt x="8180484" y="59722"/>
                  </a:lnTo>
                  <a:lnTo>
                    <a:pt x="8180609" y="59722"/>
                  </a:lnTo>
                  <a:lnTo>
                    <a:pt x="8180734" y="59722"/>
                  </a:lnTo>
                  <a:lnTo>
                    <a:pt x="8180859" y="59722"/>
                  </a:lnTo>
                  <a:lnTo>
                    <a:pt x="8180984" y="59722"/>
                  </a:lnTo>
                  <a:lnTo>
                    <a:pt x="8181109" y="59722"/>
                  </a:lnTo>
                  <a:lnTo>
                    <a:pt x="8181234" y="59722"/>
                  </a:lnTo>
                  <a:lnTo>
                    <a:pt x="8181359" y="59722"/>
                  </a:lnTo>
                  <a:lnTo>
                    <a:pt x="8181485" y="59722"/>
                  </a:lnTo>
                  <a:lnTo>
                    <a:pt x="8181610" y="59722"/>
                  </a:lnTo>
                  <a:lnTo>
                    <a:pt x="8181735" y="59722"/>
                  </a:lnTo>
                  <a:lnTo>
                    <a:pt x="8181860" y="59722"/>
                  </a:lnTo>
                  <a:lnTo>
                    <a:pt x="8181985" y="59722"/>
                  </a:lnTo>
                  <a:lnTo>
                    <a:pt x="8182110" y="59722"/>
                  </a:lnTo>
                  <a:lnTo>
                    <a:pt x="8182235" y="59722"/>
                  </a:lnTo>
                  <a:lnTo>
                    <a:pt x="8182360" y="59722"/>
                  </a:lnTo>
                  <a:lnTo>
                    <a:pt x="8182485" y="59722"/>
                  </a:lnTo>
                  <a:lnTo>
                    <a:pt x="8182610" y="59722"/>
                  </a:lnTo>
                  <a:lnTo>
                    <a:pt x="8182735" y="59722"/>
                  </a:lnTo>
                  <a:lnTo>
                    <a:pt x="8182860" y="59722"/>
                  </a:lnTo>
                  <a:lnTo>
                    <a:pt x="8182985" y="59722"/>
                  </a:lnTo>
                  <a:lnTo>
                    <a:pt x="8183110" y="59722"/>
                  </a:lnTo>
                  <a:lnTo>
                    <a:pt x="8183235" y="59722"/>
                  </a:lnTo>
                  <a:lnTo>
                    <a:pt x="8183360" y="59722"/>
                  </a:lnTo>
                  <a:lnTo>
                    <a:pt x="8183485" y="59722"/>
                  </a:lnTo>
                  <a:lnTo>
                    <a:pt x="8183610" y="59722"/>
                  </a:lnTo>
                  <a:lnTo>
                    <a:pt x="8183735" y="59722"/>
                  </a:lnTo>
                  <a:lnTo>
                    <a:pt x="8183860" y="59722"/>
                  </a:lnTo>
                  <a:lnTo>
                    <a:pt x="8183985" y="59722"/>
                  </a:lnTo>
                  <a:lnTo>
                    <a:pt x="8184110" y="59722"/>
                  </a:lnTo>
                  <a:lnTo>
                    <a:pt x="8184235" y="59722"/>
                  </a:lnTo>
                  <a:lnTo>
                    <a:pt x="8184360" y="59722"/>
                  </a:lnTo>
                  <a:lnTo>
                    <a:pt x="8184486" y="59722"/>
                  </a:lnTo>
                  <a:lnTo>
                    <a:pt x="8184611" y="59722"/>
                  </a:lnTo>
                  <a:lnTo>
                    <a:pt x="8184736" y="59722"/>
                  </a:lnTo>
                  <a:lnTo>
                    <a:pt x="8184861" y="59722"/>
                  </a:lnTo>
                  <a:lnTo>
                    <a:pt x="8184986" y="59722"/>
                  </a:lnTo>
                  <a:lnTo>
                    <a:pt x="8185111" y="59722"/>
                  </a:lnTo>
                  <a:lnTo>
                    <a:pt x="8185236" y="59722"/>
                  </a:lnTo>
                  <a:lnTo>
                    <a:pt x="8185361" y="59722"/>
                  </a:lnTo>
                  <a:lnTo>
                    <a:pt x="8185486" y="59722"/>
                  </a:lnTo>
                  <a:lnTo>
                    <a:pt x="8185611" y="59722"/>
                  </a:lnTo>
                  <a:lnTo>
                    <a:pt x="8185736" y="59722"/>
                  </a:lnTo>
                  <a:lnTo>
                    <a:pt x="8185861" y="59722"/>
                  </a:lnTo>
                  <a:lnTo>
                    <a:pt x="8185986" y="59722"/>
                  </a:lnTo>
                  <a:lnTo>
                    <a:pt x="8186111" y="59722"/>
                  </a:lnTo>
                  <a:lnTo>
                    <a:pt x="8186236" y="59722"/>
                  </a:lnTo>
                  <a:lnTo>
                    <a:pt x="8186361" y="59722"/>
                  </a:lnTo>
                  <a:lnTo>
                    <a:pt x="8186486" y="59722"/>
                  </a:lnTo>
                  <a:lnTo>
                    <a:pt x="8186611" y="59722"/>
                  </a:lnTo>
                  <a:lnTo>
                    <a:pt x="8186736" y="59722"/>
                  </a:lnTo>
                  <a:lnTo>
                    <a:pt x="8186861" y="59722"/>
                  </a:lnTo>
                  <a:lnTo>
                    <a:pt x="8186986" y="59722"/>
                  </a:lnTo>
                  <a:lnTo>
                    <a:pt x="8187111" y="59722"/>
                  </a:lnTo>
                  <a:lnTo>
                    <a:pt x="8187236" y="59722"/>
                  </a:lnTo>
                  <a:lnTo>
                    <a:pt x="8187362" y="59722"/>
                  </a:lnTo>
                  <a:lnTo>
                    <a:pt x="8187487" y="59722"/>
                  </a:lnTo>
                  <a:lnTo>
                    <a:pt x="8187612" y="59722"/>
                  </a:lnTo>
                  <a:lnTo>
                    <a:pt x="8187737" y="59722"/>
                  </a:lnTo>
                  <a:lnTo>
                    <a:pt x="8187862" y="59722"/>
                  </a:lnTo>
                  <a:lnTo>
                    <a:pt x="8187987" y="59722"/>
                  </a:lnTo>
                  <a:lnTo>
                    <a:pt x="8188112" y="59722"/>
                  </a:lnTo>
                  <a:lnTo>
                    <a:pt x="8188237" y="59722"/>
                  </a:lnTo>
                  <a:lnTo>
                    <a:pt x="8188362" y="59722"/>
                  </a:lnTo>
                  <a:lnTo>
                    <a:pt x="8188487" y="59722"/>
                  </a:lnTo>
                  <a:lnTo>
                    <a:pt x="8188612" y="59722"/>
                  </a:lnTo>
                  <a:lnTo>
                    <a:pt x="8188737" y="59722"/>
                  </a:lnTo>
                  <a:lnTo>
                    <a:pt x="8188862" y="59722"/>
                  </a:lnTo>
                  <a:lnTo>
                    <a:pt x="8188987" y="59722"/>
                  </a:lnTo>
                  <a:lnTo>
                    <a:pt x="8189112" y="59722"/>
                  </a:lnTo>
                  <a:lnTo>
                    <a:pt x="8189237" y="59722"/>
                  </a:lnTo>
                  <a:lnTo>
                    <a:pt x="8189362" y="59722"/>
                  </a:lnTo>
                  <a:lnTo>
                    <a:pt x="8189487" y="59722"/>
                  </a:lnTo>
                  <a:lnTo>
                    <a:pt x="8189612" y="59722"/>
                  </a:lnTo>
                  <a:lnTo>
                    <a:pt x="8189737" y="59722"/>
                  </a:lnTo>
                  <a:lnTo>
                    <a:pt x="8189862" y="59722"/>
                  </a:lnTo>
                  <a:lnTo>
                    <a:pt x="8189987" y="59722"/>
                  </a:lnTo>
                  <a:lnTo>
                    <a:pt x="8190112" y="59722"/>
                  </a:lnTo>
                  <a:lnTo>
                    <a:pt x="8190237" y="59722"/>
                  </a:lnTo>
                  <a:lnTo>
                    <a:pt x="8190363" y="59722"/>
                  </a:lnTo>
                  <a:lnTo>
                    <a:pt x="8190488" y="59722"/>
                  </a:lnTo>
                  <a:lnTo>
                    <a:pt x="8190613" y="59722"/>
                  </a:lnTo>
                  <a:lnTo>
                    <a:pt x="8190738" y="59722"/>
                  </a:lnTo>
                  <a:lnTo>
                    <a:pt x="8190863" y="59722"/>
                  </a:lnTo>
                  <a:lnTo>
                    <a:pt x="8190988" y="59722"/>
                  </a:lnTo>
                  <a:lnTo>
                    <a:pt x="8191113" y="59722"/>
                  </a:lnTo>
                  <a:lnTo>
                    <a:pt x="8191238" y="59722"/>
                  </a:lnTo>
                  <a:lnTo>
                    <a:pt x="8191363" y="59722"/>
                  </a:lnTo>
                  <a:lnTo>
                    <a:pt x="8191488" y="59722"/>
                  </a:lnTo>
                  <a:lnTo>
                    <a:pt x="8191613" y="59722"/>
                  </a:lnTo>
                  <a:lnTo>
                    <a:pt x="8191738" y="59722"/>
                  </a:lnTo>
                  <a:lnTo>
                    <a:pt x="8191863" y="59722"/>
                  </a:lnTo>
                  <a:lnTo>
                    <a:pt x="8191988" y="59722"/>
                  </a:lnTo>
                  <a:lnTo>
                    <a:pt x="8192113" y="59722"/>
                  </a:lnTo>
                  <a:lnTo>
                    <a:pt x="8192238" y="59722"/>
                  </a:lnTo>
                  <a:lnTo>
                    <a:pt x="8192363" y="59722"/>
                  </a:lnTo>
                  <a:lnTo>
                    <a:pt x="8192488" y="59722"/>
                  </a:lnTo>
                  <a:lnTo>
                    <a:pt x="8192613" y="59722"/>
                  </a:lnTo>
                  <a:lnTo>
                    <a:pt x="8192738" y="59722"/>
                  </a:lnTo>
                  <a:lnTo>
                    <a:pt x="8192863" y="59722"/>
                  </a:lnTo>
                  <a:lnTo>
                    <a:pt x="8192988" y="59722"/>
                  </a:lnTo>
                  <a:lnTo>
                    <a:pt x="8193113" y="59722"/>
                  </a:lnTo>
                  <a:lnTo>
                    <a:pt x="8193238" y="59722"/>
                  </a:lnTo>
                  <a:lnTo>
                    <a:pt x="8193364" y="59722"/>
                  </a:lnTo>
                  <a:lnTo>
                    <a:pt x="8193489" y="59722"/>
                  </a:lnTo>
                  <a:lnTo>
                    <a:pt x="8193614" y="59722"/>
                  </a:lnTo>
                  <a:lnTo>
                    <a:pt x="8193739" y="59722"/>
                  </a:lnTo>
                  <a:lnTo>
                    <a:pt x="8193864" y="59722"/>
                  </a:lnTo>
                  <a:lnTo>
                    <a:pt x="8193989" y="59722"/>
                  </a:lnTo>
                  <a:lnTo>
                    <a:pt x="8194114" y="59722"/>
                  </a:lnTo>
                  <a:lnTo>
                    <a:pt x="8194239" y="59722"/>
                  </a:lnTo>
                  <a:lnTo>
                    <a:pt x="8194364" y="59722"/>
                  </a:lnTo>
                  <a:lnTo>
                    <a:pt x="8194489" y="59722"/>
                  </a:lnTo>
                  <a:lnTo>
                    <a:pt x="8194614" y="59722"/>
                  </a:lnTo>
                  <a:lnTo>
                    <a:pt x="8194739" y="59722"/>
                  </a:lnTo>
                  <a:lnTo>
                    <a:pt x="8194864" y="59722"/>
                  </a:lnTo>
                  <a:lnTo>
                    <a:pt x="8194989" y="59722"/>
                  </a:lnTo>
                  <a:lnTo>
                    <a:pt x="8195114" y="59722"/>
                  </a:lnTo>
                  <a:lnTo>
                    <a:pt x="8195239" y="59722"/>
                  </a:lnTo>
                  <a:lnTo>
                    <a:pt x="8195364" y="59722"/>
                  </a:lnTo>
                  <a:lnTo>
                    <a:pt x="8195489" y="59722"/>
                  </a:lnTo>
                  <a:lnTo>
                    <a:pt x="8195614" y="59722"/>
                  </a:lnTo>
                  <a:lnTo>
                    <a:pt x="8195739" y="59722"/>
                  </a:lnTo>
                  <a:lnTo>
                    <a:pt x="8195864" y="59722"/>
                  </a:lnTo>
                  <a:lnTo>
                    <a:pt x="8195989" y="59722"/>
                  </a:lnTo>
                  <a:lnTo>
                    <a:pt x="8196114" y="59722"/>
                  </a:lnTo>
                  <a:lnTo>
                    <a:pt x="8196239" y="59722"/>
                  </a:lnTo>
                  <a:lnTo>
                    <a:pt x="8196365" y="59722"/>
                  </a:lnTo>
                  <a:lnTo>
                    <a:pt x="8196490" y="59722"/>
                  </a:lnTo>
                  <a:lnTo>
                    <a:pt x="8196615" y="59722"/>
                  </a:lnTo>
                  <a:lnTo>
                    <a:pt x="8196740" y="59722"/>
                  </a:lnTo>
                  <a:lnTo>
                    <a:pt x="8196865" y="59722"/>
                  </a:lnTo>
                  <a:lnTo>
                    <a:pt x="8196990" y="59722"/>
                  </a:lnTo>
                  <a:lnTo>
                    <a:pt x="8197115" y="59722"/>
                  </a:lnTo>
                  <a:lnTo>
                    <a:pt x="8197240" y="59722"/>
                  </a:lnTo>
                  <a:lnTo>
                    <a:pt x="8197365" y="59722"/>
                  </a:lnTo>
                  <a:lnTo>
                    <a:pt x="8197490" y="59722"/>
                  </a:lnTo>
                  <a:lnTo>
                    <a:pt x="8197615" y="59722"/>
                  </a:lnTo>
                  <a:lnTo>
                    <a:pt x="8197740" y="59722"/>
                  </a:lnTo>
                  <a:lnTo>
                    <a:pt x="8197865" y="59722"/>
                  </a:lnTo>
                  <a:lnTo>
                    <a:pt x="8197990" y="59722"/>
                  </a:lnTo>
                  <a:lnTo>
                    <a:pt x="8198115" y="59722"/>
                  </a:lnTo>
                  <a:lnTo>
                    <a:pt x="8198240" y="59722"/>
                  </a:lnTo>
                  <a:lnTo>
                    <a:pt x="8198365" y="59722"/>
                  </a:lnTo>
                  <a:lnTo>
                    <a:pt x="8198490" y="59722"/>
                  </a:lnTo>
                  <a:lnTo>
                    <a:pt x="8198615" y="59722"/>
                  </a:lnTo>
                  <a:lnTo>
                    <a:pt x="8198740" y="59722"/>
                  </a:lnTo>
                  <a:lnTo>
                    <a:pt x="8198865" y="59722"/>
                  </a:lnTo>
                  <a:lnTo>
                    <a:pt x="8198990" y="59722"/>
                  </a:lnTo>
                  <a:lnTo>
                    <a:pt x="8199115" y="59722"/>
                  </a:lnTo>
                  <a:lnTo>
                    <a:pt x="8199240" y="59722"/>
                  </a:lnTo>
                  <a:lnTo>
                    <a:pt x="8199366" y="59722"/>
                  </a:lnTo>
                  <a:lnTo>
                    <a:pt x="8199491" y="59722"/>
                  </a:lnTo>
                  <a:lnTo>
                    <a:pt x="8199616" y="59722"/>
                  </a:lnTo>
                  <a:lnTo>
                    <a:pt x="8199741" y="59722"/>
                  </a:lnTo>
                  <a:lnTo>
                    <a:pt x="8199866" y="59722"/>
                  </a:lnTo>
                  <a:lnTo>
                    <a:pt x="8199991" y="59722"/>
                  </a:lnTo>
                  <a:lnTo>
                    <a:pt x="8200116" y="59722"/>
                  </a:lnTo>
                  <a:lnTo>
                    <a:pt x="8200241" y="59722"/>
                  </a:lnTo>
                  <a:lnTo>
                    <a:pt x="8200366" y="59722"/>
                  </a:lnTo>
                  <a:lnTo>
                    <a:pt x="8200491" y="59722"/>
                  </a:lnTo>
                  <a:lnTo>
                    <a:pt x="8200616" y="59722"/>
                  </a:lnTo>
                  <a:lnTo>
                    <a:pt x="8200741" y="59722"/>
                  </a:lnTo>
                  <a:lnTo>
                    <a:pt x="8200866" y="59722"/>
                  </a:lnTo>
                  <a:lnTo>
                    <a:pt x="8200991" y="59722"/>
                  </a:lnTo>
                  <a:lnTo>
                    <a:pt x="8201116" y="59722"/>
                  </a:lnTo>
                  <a:lnTo>
                    <a:pt x="8201241" y="59722"/>
                  </a:lnTo>
                  <a:lnTo>
                    <a:pt x="8201366" y="59722"/>
                  </a:lnTo>
                  <a:lnTo>
                    <a:pt x="8201491" y="59722"/>
                  </a:lnTo>
                  <a:lnTo>
                    <a:pt x="8201616" y="59722"/>
                  </a:lnTo>
                  <a:lnTo>
                    <a:pt x="8201741" y="59722"/>
                  </a:lnTo>
                  <a:lnTo>
                    <a:pt x="8201866" y="59722"/>
                  </a:lnTo>
                  <a:lnTo>
                    <a:pt x="8201991" y="59722"/>
                  </a:lnTo>
                  <a:lnTo>
                    <a:pt x="8202116" y="59722"/>
                  </a:lnTo>
                  <a:lnTo>
                    <a:pt x="8202241" y="59722"/>
                  </a:lnTo>
                  <a:lnTo>
                    <a:pt x="8202367" y="59722"/>
                  </a:lnTo>
                  <a:lnTo>
                    <a:pt x="8202492" y="59722"/>
                  </a:lnTo>
                  <a:lnTo>
                    <a:pt x="8202617" y="59722"/>
                  </a:lnTo>
                  <a:lnTo>
                    <a:pt x="8202742" y="59722"/>
                  </a:lnTo>
                  <a:lnTo>
                    <a:pt x="8202867" y="59722"/>
                  </a:lnTo>
                  <a:lnTo>
                    <a:pt x="8202992" y="59722"/>
                  </a:lnTo>
                  <a:lnTo>
                    <a:pt x="8203117" y="59722"/>
                  </a:lnTo>
                  <a:lnTo>
                    <a:pt x="8203242" y="59722"/>
                  </a:lnTo>
                  <a:lnTo>
                    <a:pt x="8203367" y="59722"/>
                  </a:lnTo>
                  <a:lnTo>
                    <a:pt x="8203492" y="59722"/>
                  </a:lnTo>
                  <a:lnTo>
                    <a:pt x="8203617" y="59722"/>
                  </a:lnTo>
                  <a:lnTo>
                    <a:pt x="8203742" y="59722"/>
                  </a:lnTo>
                  <a:lnTo>
                    <a:pt x="8203867" y="59722"/>
                  </a:lnTo>
                  <a:lnTo>
                    <a:pt x="8203992" y="59722"/>
                  </a:lnTo>
                  <a:lnTo>
                    <a:pt x="8204117" y="59722"/>
                  </a:lnTo>
                  <a:lnTo>
                    <a:pt x="8204242" y="59722"/>
                  </a:lnTo>
                  <a:lnTo>
                    <a:pt x="8204367" y="59722"/>
                  </a:lnTo>
                  <a:lnTo>
                    <a:pt x="8204492" y="59722"/>
                  </a:lnTo>
                  <a:lnTo>
                    <a:pt x="8204617" y="59722"/>
                  </a:lnTo>
                  <a:lnTo>
                    <a:pt x="8204742" y="59722"/>
                  </a:lnTo>
                  <a:lnTo>
                    <a:pt x="8204867" y="59722"/>
                  </a:lnTo>
                  <a:lnTo>
                    <a:pt x="8204992" y="59722"/>
                  </a:lnTo>
                  <a:lnTo>
                    <a:pt x="8205117" y="59722"/>
                  </a:lnTo>
                  <a:lnTo>
                    <a:pt x="8205242" y="59722"/>
                  </a:lnTo>
                  <a:lnTo>
                    <a:pt x="8205368" y="59722"/>
                  </a:lnTo>
                  <a:lnTo>
                    <a:pt x="8205493" y="59722"/>
                  </a:lnTo>
                  <a:lnTo>
                    <a:pt x="8205618" y="59722"/>
                  </a:lnTo>
                  <a:lnTo>
                    <a:pt x="8205743" y="59722"/>
                  </a:lnTo>
                  <a:lnTo>
                    <a:pt x="8205868" y="59722"/>
                  </a:lnTo>
                  <a:lnTo>
                    <a:pt x="8205993" y="59722"/>
                  </a:lnTo>
                  <a:lnTo>
                    <a:pt x="8206118" y="59722"/>
                  </a:lnTo>
                  <a:lnTo>
                    <a:pt x="8206243" y="59722"/>
                  </a:lnTo>
                  <a:lnTo>
                    <a:pt x="8206368" y="59722"/>
                  </a:lnTo>
                  <a:lnTo>
                    <a:pt x="8206493" y="59722"/>
                  </a:lnTo>
                  <a:lnTo>
                    <a:pt x="8206618" y="59722"/>
                  </a:lnTo>
                  <a:lnTo>
                    <a:pt x="8206743" y="59722"/>
                  </a:lnTo>
                  <a:lnTo>
                    <a:pt x="8206868" y="59722"/>
                  </a:lnTo>
                  <a:lnTo>
                    <a:pt x="8206993" y="59722"/>
                  </a:lnTo>
                  <a:lnTo>
                    <a:pt x="8207118" y="59722"/>
                  </a:lnTo>
                  <a:lnTo>
                    <a:pt x="8207243" y="59722"/>
                  </a:lnTo>
                  <a:lnTo>
                    <a:pt x="8207368" y="59722"/>
                  </a:lnTo>
                  <a:lnTo>
                    <a:pt x="8207493" y="59722"/>
                  </a:lnTo>
                  <a:lnTo>
                    <a:pt x="8207618" y="59722"/>
                  </a:lnTo>
                  <a:lnTo>
                    <a:pt x="8207743" y="59722"/>
                  </a:lnTo>
                  <a:lnTo>
                    <a:pt x="8207868" y="59722"/>
                  </a:lnTo>
                  <a:lnTo>
                    <a:pt x="8207993" y="59722"/>
                  </a:lnTo>
                  <a:lnTo>
                    <a:pt x="8208118" y="59722"/>
                  </a:lnTo>
                  <a:lnTo>
                    <a:pt x="8208243" y="59722"/>
                  </a:lnTo>
                  <a:lnTo>
                    <a:pt x="8208369" y="59722"/>
                  </a:lnTo>
                  <a:lnTo>
                    <a:pt x="8208494" y="59722"/>
                  </a:lnTo>
                  <a:lnTo>
                    <a:pt x="8208619" y="59722"/>
                  </a:lnTo>
                  <a:lnTo>
                    <a:pt x="8208744" y="59722"/>
                  </a:lnTo>
                  <a:lnTo>
                    <a:pt x="8208869" y="59722"/>
                  </a:lnTo>
                  <a:lnTo>
                    <a:pt x="8208994" y="59722"/>
                  </a:lnTo>
                  <a:lnTo>
                    <a:pt x="8209119" y="59722"/>
                  </a:lnTo>
                  <a:lnTo>
                    <a:pt x="8209244" y="59722"/>
                  </a:lnTo>
                  <a:lnTo>
                    <a:pt x="8209369" y="59722"/>
                  </a:lnTo>
                  <a:lnTo>
                    <a:pt x="8209494" y="59722"/>
                  </a:lnTo>
                  <a:lnTo>
                    <a:pt x="8209619" y="59722"/>
                  </a:lnTo>
                  <a:lnTo>
                    <a:pt x="8209744" y="59722"/>
                  </a:lnTo>
                  <a:lnTo>
                    <a:pt x="8209869" y="59722"/>
                  </a:lnTo>
                  <a:lnTo>
                    <a:pt x="8209994" y="59722"/>
                  </a:lnTo>
                  <a:lnTo>
                    <a:pt x="8210119" y="59722"/>
                  </a:lnTo>
                  <a:lnTo>
                    <a:pt x="8210244" y="59722"/>
                  </a:lnTo>
                  <a:lnTo>
                    <a:pt x="8210369" y="59722"/>
                  </a:lnTo>
                  <a:lnTo>
                    <a:pt x="8210494" y="59722"/>
                  </a:lnTo>
                  <a:lnTo>
                    <a:pt x="8210619" y="59722"/>
                  </a:lnTo>
                  <a:lnTo>
                    <a:pt x="8210744" y="59722"/>
                  </a:lnTo>
                  <a:lnTo>
                    <a:pt x="8210869" y="59722"/>
                  </a:lnTo>
                  <a:lnTo>
                    <a:pt x="8210994" y="59722"/>
                  </a:lnTo>
                  <a:lnTo>
                    <a:pt x="8211119" y="59722"/>
                  </a:lnTo>
                  <a:lnTo>
                    <a:pt x="8211244" y="59722"/>
                  </a:lnTo>
                  <a:lnTo>
                    <a:pt x="8211370" y="59722"/>
                  </a:lnTo>
                  <a:lnTo>
                    <a:pt x="8211495" y="59722"/>
                  </a:lnTo>
                  <a:lnTo>
                    <a:pt x="8211620" y="59722"/>
                  </a:lnTo>
                  <a:lnTo>
                    <a:pt x="8211745" y="59722"/>
                  </a:lnTo>
                  <a:lnTo>
                    <a:pt x="8211870" y="59722"/>
                  </a:lnTo>
                  <a:lnTo>
                    <a:pt x="8211995" y="59722"/>
                  </a:lnTo>
                  <a:lnTo>
                    <a:pt x="8212120" y="59722"/>
                  </a:lnTo>
                  <a:lnTo>
                    <a:pt x="8212245" y="59722"/>
                  </a:lnTo>
                  <a:lnTo>
                    <a:pt x="8212370" y="59722"/>
                  </a:lnTo>
                  <a:lnTo>
                    <a:pt x="8212495" y="59722"/>
                  </a:lnTo>
                  <a:lnTo>
                    <a:pt x="8212620" y="59722"/>
                  </a:lnTo>
                  <a:lnTo>
                    <a:pt x="8212745" y="59722"/>
                  </a:lnTo>
                  <a:lnTo>
                    <a:pt x="8212870" y="59722"/>
                  </a:lnTo>
                  <a:lnTo>
                    <a:pt x="8212995" y="59722"/>
                  </a:lnTo>
                  <a:lnTo>
                    <a:pt x="8213120" y="59722"/>
                  </a:lnTo>
                  <a:lnTo>
                    <a:pt x="8213245" y="59722"/>
                  </a:lnTo>
                  <a:lnTo>
                    <a:pt x="8213370" y="59722"/>
                  </a:lnTo>
                  <a:lnTo>
                    <a:pt x="8213495" y="59722"/>
                  </a:lnTo>
                  <a:lnTo>
                    <a:pt x="8213620" y="59722"/>
                  </a:lnTo>
                  <a:lnTo>
                    <a:pt x="8213745" y="59722"/>
                  </a:lnTo>
                  <a:lnTo>
                    <a:pt x="8213870" y="59722"/>
                  </a:lnTo>
                  <a:lnTo>
                    <a:pt x="8213995" y="59722"/>
                  </a:lnTo>
                  <a:lnTo>
                    <a:pt x="8214120" y="59722"/>
                  </a:lnTo>
                  <a:lnTo>
                    <a:pt x="8214245" y="59722"/>
                  </a:lnTo>
                  <a:lnTo>
                    <a:pt x="8214371" y="59722"/>
                  </a:lnTo>
                  <a:lnTo>
                    <a:pt x="8214496" y="59722"/>
                  </a:lnTo>
                  <a:lnTo>
                    <a:pt x="8214621" y="59722"/>
                  </a:lnTo>
                  <a:lnTo>
                    <a:pt x="8214746" y="59722"/>
                  </a:lnTo>
                  <a:lnTo>
                    <a:pt x="8214871" y="59722"/>
                  </a:lnTo>
                  <a:lnTo>
                    <a:pt x="8214996" y="59722"/>
                  </a:lnTo>
                  <a:lnTo>
                    <a:pt x="8215121" y="59722"/>
                  </a:lnTo>
                  <a:lnTo>
                    <a:pt x="8215246" y="59722"/>
                  </a:lnTo>
                  <a:lnTo>
                    <a:pt x="8215371" y="59722"/>
                  </a:lnTo>
                  <a:lnTo>
                    <a:pt x="8215496" y="59722"/>
                  </a:lnTo>
                  <a:lnTo>
                    <a:pt x="8215621" y="59722"/>
                  </a:lnTo>
                  <a:lnTo>
                    <a:pt x="8215746" y="59722"/>
                  </a:lnTo>
                  <a:lnTo>
                    <a:pt x="8215871" y="59722"/>
                  </a:lnTo>
                  <a:lnTo>
                    <a:pt x="8215996" y="59722"/>
                  </a:lnTo>
                  <a:lnTo>
                    <a:pt x="8216121" y="59722"/>
                  </a:lnTo>
                  <a:lnTo>
                    <a:pt x="8216246" y="59722"/>
                  </a:lnTo>
                  <a:lnTo>
                    <a:pt x="8216371" y="59722"/>
                  </a:lnTo>
                  <a:lnTo>
                    <a:pt x="8216496" y="59722"/>
                  </a:lnTo>
                  <a:lnTo>
                    <a:pt x="8216621" y="59722"/>
                  </a:lnTo>
                  <a:lnTo>
                    <a:pt x="8216746" y="59722"/>
                  </a:lnTo>
                  <a:lnTo>
                    <a:pt x="8216871" y="59722"/>
                  </a:lnTo>
                  <a:lnTo>
                    <a:pt x="8216996" y="59722"/>
                  </a:lnTo>
                  <a:lnTo>
                    <a:pt x="8217121" y="59722"/>
                  </a:lnTo>
                  <a:lnTo>
                    <a:pt x="8217246" y="59722"/>
                  </a:lnTo>
                  <a:lnTo>
                    <a:pt x="8217372" y="59722"/>
                  </a:lnTo>
                  <a:lnTo>
                    <a:pt x="8217497" y="59722"/>
                  </a:lnTo>
                  <a:lnTo>
                    <a:pt x="8217622" y="59722"/>
                  </a:lnTo>
                  <a:lnTo>
                    <a:pt x="8217747" y="59722"/>
                  </a:lnTo>
                  <a:lnTo>
                    <a:pt x="8217872" y="59722"/>
                  </a:lnTo>
                  <a:lnTo>
                    <a:pt x="8217997" y="59722"/>
                  </a:lnTo>
                  <a:lnTo>
                    <a:pt x="8218122" y="59722"/>
                  </a:lnTo>
                  <a:lnTo>
                    <a:pt x="8218247" y="59722"/>
                  </a:lnTo>
                  <a:lnTo>
                    <a:pt x="8218372" y="59722"/>
                  </a:lnTo>
                  <a:lnTo>
                    <a:pt x="8218497" y="59722"/>
                  </a:lnTo>
                  <a:lnTo>
                    <a:pt x="8218622" y="59722"/>
                  </a:lnTo>
                  <a:lnTo>
                    <a:pt x="8218747" y="59722"/>
                  </a:lnTo>
                  <a:lnTo>
                    <a:pt x="8218872" y="59722"/>
                  </a:lnTo>
                  <a:lnTo>
                    <a:pt x="8218997" y="59722"/>
                  </a:lnTo>
                  <a:lnTo>
                    <a:pt x="8219122" y="59722"/>
                  </a:lnTo>
                  <a:lnTo>
                    <a:pt x="8219247" y="59722"/>
                  </a:lnTo>
                  <a:lnTo>
                    <a:pt x="8219372" y="59722"/>
                  </a:lnTo>
                  <a:lnTo>
                    <a:pt x="8219497" y="59722"/>
                  </a:lnTo>
                  <a:lnTo>
                    <a:pt x="8219622" y="59722"/>
                  </a:lnTo>
                  <a:lnTo>
                    <a:pt x="8219747" y="59722"/>
                  </a:lnTo>
                  <a:lnTo>
                    <a:pt x="8219872" y="59722"/>
                  </a:lnTo>
                  <a:lnTo>
                    <a:pt x="8219997" y="59722"/>
                  </a:lnTo>
                  <a:lnTo>
                    <a:pt x="8220122" y="59722"/>
                  </a:lnTo>
                  <a:lnTo>
                    <a:pt x="8220247" y="59722"/>
                  </a:lnTo>
                  <a:lnTo>
                    <a:pt x="8220373" y="59722"/>
                  </a:lnTo>
                  <a:lnTo>
                    <a:pt x="8220498" y="59722"/>
                  </a:lnTo>
                  <a:lnTo>
                    <a:pt x="8220623" y="59722"/>
                  </a:lnTo>
                  <a:lnTo>
                    <a:pt x="8220748" y="59722"/>
                  </a:lnTo>
                  <a:lnTo>
                    <a:pt x="8220873" y="59722"/>
                  </a:lnTo>
                  <a:lnTo>
                    <a:pt x="8220998" y="59722"/>
                  </a:lnTo>
                  <a:lnTo>
                    <a:pt x="8221123" y="59722"/>
                  </a:lnTo>
                  <a:lnTo>
                    <a:pt x="8221248" y="59722"/>
                  </a:lnTo>
                  <a:lnTo>
                    <a:pt x="8221373" y="59722"/>
                  </a:lnTo>
                  <a:lnTo>
                    <a:pt x="8221498" y="59722"/>
                  </a:lnTo>
                  <a:lnTo>
                    <a:pt x="8221623" y="59722"/>
                  </a:lnTo>
                  <a:lnTo>
                    <a:pt x="8221748" y="59722"/>
                  </a:lnTo>
                  <a:lnTo>
                    <a:pt x="8221873" y="59722"/>
                  </a:lnTo>
                  <a:lnTo>
                    <a:pt x="8221998" y="59722"/>
                  </a:lnTo>
                  <a:lnTo>
                    <a:pt x="8222123" y="59722"/>
                  </a:lnTo>
                  <a:lnTo>
                    <a:pt x="8222248" y="59722"/>
                  </a:lnTo>
                  <a:lnTo>
                    <a:pt x="8222373" y="59722"/>
                  </a:lnTo>
                  <a:lnTo>
                    <a:pt x="8222498" y="59722"/>
                  </a:lnTo>
                  <a:lnTo>
                    <a:pt x="8222623" y="59722"/>
                  </a:lnTo>
                  <a:lnTo>
                    <a:pt x="8222748" y="59722"/>
                  </a:lnTo>
                  <a:lnTo>
                    <a:pt x="8222873" y="59722"/>
                  </a:lnTo>
                  <a:lnTo>
                    <a:pt x="8222998" y="59722"/>
                  </a:lnTo>
                  <a:lnTo>
                    <a:pt x="8223123" y="59722"/>
                  </a:lnTo>
                  <a:lnTo>
                    <a:pt x="8223248" y="59722"/>
                  </a:lnTo>
                  <a:lnTo>
                    <a:pt x="8223374" y="59722"/>
                  </a:lnTo>
                  <a:lnTo>
                    <a:pt x="8223499" y="59722"/>
                  </a:lnTo>
                  <a:lnTo>
                    <a:pt x="8223624" y="59722"/>
                  </a:lnTo>
                  <a:lnTo>
                    <a:pt x="8223749" y="59722"/>
                  </a:lnTo>
                  <a:lnTo>
                    <a:pt x="8223874" y="59722"/>
                  </a:lnTo>
                  <a:lnTo>
                    <a:pt x="8223999" y="59722"/>
                  </a:lnTo>
                  <a:lnTo>
                    <a:pt x="8224124" y="59722"/>
                  </a:lnTo>
                  <a:lnTo>
                    <a:pt x="8224249" y="59722"/>
                  </a:lnTo>
                  <a:lnTo>
                    <a:pt x="8224374" y="59722"/>
                  </a:lnTo>
                  <a:lnTo>
                    <a:pt x="8224499" y="59722"/>
                  </a:lnTo>
                  <a:lnTo>
                    <a:pt x="8224624" y="59722"/>
                  </a:lnTo>
                  <a:lnTo>
                    <a:pt x="8224749" y="59722"/>
                  </a:lnTo>
                  <a:lnTo>
                    <a:pt x="8224874" y="59722"/>
                  </a:lnTo>
                  <a:lnTo>
                    <a:pt x="8224999" y="59722"/>
                  </a:lnTo>
                  <a:lnTo>
                    <a:pt x="8225124" y="59722"/>
                  </a:lnTo>
                  <a:lnTo>
                    <a:pt x="8225249" y="59722"/>
                  </a:lnTo>
                  <a:lnTo>
                    <a:pt x="8225374" y="59722"/>
                  </a:lnTo>
                  <a:lnTo>
                    <a:pt x="8225499" y="59722"/>
                  </a:lnTo>
                  <a:lnTo>
                    <a:pt x="8225624" y="59722"/>
                  </a:lnTo>
                  <a:lnTo>
                    <a:pt x="8225749" y="59722"/>
                  </a:lnTo>
                  <a:lnTo>
                    <a:pt x="8225874" y="59722"/>
                  </a:lnTo>
                  <a:lnTo>
                    <a:pt x="8225999" y="59722"/>
                  </a:lnTo>
                  <a:lnTo>
                    <a:pt x="8226124" y="59722"/>
                  </a:lnTo>
                  <a:lnTo>
                    <a:pt x="8226250" y="59722"/>
                  </a:lnTo>
                  <a:lnTo>
                    <a:pt x="8226375" y="59722"/>
                  </a:lnTo>
                  <a:lnTo>
                    <a:pt x="8226500" y="59722"/>
                  </a:lnTo>
                  <a:lnTo>
                    <a:pt x="8226625" y="59722"/>
                  </a:lnTo>
                  <a:lnTo>
                    <a:pt x="8226750" y="59722"/>
                  </a:lnTo>
                  <a:lnTo>
                    <a:pt x="8226875" y="59722"/>
                  </a:lnTo>
                  <a:lnTo>
                    <a:pt x="8227000" y="59722"/>
                  </a:lnTo>
                  <a:lnTo>
                    <a:pt x="8227125" y="59722"/>
                  </a:lnTo>
                  <a:lnTo>
                    <a:pt x="8227250" y="59722"/>
                  </a:lnTo>
                  <a:lnTo>
                    <a:pt x="8227375" y="59722"/>
                  </a:lnTo>
                  <a:lnTo>
                    <a:pt x="8227500" y="59722"/>
                  </a:lnTo>
                  <a:lnTo>
                    <a:pt x="8227625" y="59722"/>
                  </a:lnTo>
                  <a:lnTo>
                    <a:pt x="8227750" y="59722"/>
                  </a:lnTo>
                  <a:lnTo>
                    <a:pt x="8227875" y="59722"/>
                  </a:lnTo>
                  <a:lnTo>
                    <a:pt x="8228000" y="59722"/>
                  </a:lnTo>
                  <a:lnTo>
                    <a:pt x="8228125" y="59722"/>
                  </a:lnTo>
                  <a:lnTo>
                    <a:pt x="8228250" y="59722"/>
                  </a:lnTo>
                  <a:lnTo>
                    <a:pt x="8228375" y="59722"/>
                  </a:lnTo>
                  <a:lnTo>
                    <a:pt x="8228500" y="59722"/>
                  </a:lnTo>
                  <a:lnTo>
                    <a:pt x="8228625" y="59722"/>
                  </a:lnTo>
                  <a:lnTo>
                    <a:pt x="8228750" y="59722"/>
                  </a:lnTo>
                  <a:lnTo>
                    <a:pt x="8228875" y="59722"/>
                  </a:lnTo>
                  <a:lnTo>
                    <a:pt x="8229000" y="59722"/>
                  </a:lnTo>
                  <a:lnTo>
                    <a:pt x="8229125" y="59722"/>
                  </a:lnTo>
                  <a:lnTo>
                    <a:pt x="8229251" y="59722"/>
                  </a:lnTo>
                  <a:lnTo>
                    <a:pt x="8229376" y="59722"/>
                  </a:lnTo>
                  <a:lnTo>
                    <a:pt x="8229501" y="59722"/>
                  </a:lnTo>
                  <a:lnTo>
                    <a:pt x="8229626" y="59722"/>
                  </a:lnTo>
                  <a:lnTo>
                    <a:pt x="8229751" y="59722"/>
                  </a:lnTo>
                  <a:lnTo>
                    <a:pt x="8229876" y="59722"/>
                  </a:lnTo>
                  <a:lnTo>
                    <a:pt x="8230001" y="59722"/>
                  </a:lnTo>
                  <a:lnTo>
                    <a:pt x="8230126" y="59722"/>
                  </a:lnTo>
                  <a:lnTo>
                    <a:pt x="8230251" y="59722"/>
                  </a:lnTo>
                  <a:lnTo>
                    <a:pt x="8230376" y="59722"/>
                  </a:lnTo>
                  <a:lnTo>
                    <a:pt x="8230501" y="59722"/>
                  </a:lnTo>
                  <a:lnTo>
                    <a:pt x="8230626" y="59722"/>
                  </a:lnTo>
                  <a:lnTo>
                    <a:pt x="8230751" y="59722"/>
                  </a:lnTo>
                  <a:lnTo>
                    <a:pt x="8230876" y="59722"/>
                  </a:lnTo>
                  <a:lnTo>
                    <a:pt x="8231001" y="59722"/>
                  </a:lnTo>
                  <a:lnTo>
                    <a:pt x="8231126" y="59722"/>
                  </a:lnTo>
                  <a:lnTo>
                    <a:pt x="8231251" y="59722"/>
                  </a:lnTo>
                  <a:lnTo>
                    <a:pt x="8231376" y="59722"/>
                  </a:lnTo>
                  <a:lnTo>
                    <a:pt x="8231501" y="59722"/>
                  </a:lnTo>
                  <a:lnTo>
                    <a:pt x="8231626" y="59722"/>
                  </a:lnTo>
                  <a:lnTo>
                    <a:pt x="8231751" y="59722"/>
                  </a:lnTo>
                  <a:lnTo>
                    <a:pt x="8231876" y="59722"/>
                  </a:lnTo>
                  <a:lnTo>
                    <a:pt x="8232001" y="59722"/>
                  </a:lnTo>
                  <a:lnTo>
                    <a:pt x="8232126" y="59722"/>
                  </a:lnTo>
                  <a:lnTo>
                    <a:pt x="8232252" y="59722"/>
                  </a:lnTo>
                  <a:lnTo>
                    <a:pt x="8232377" y="59722"/>
                  </a:lnTo>
                  <a:lnTo>
                    <a:pt x="8232502" y="59722"/>
                  </a:lnTo>
                  <a:lnTo>
                    <a:pt x="8232627" y="59722"/>
                  </a:lnTo>
                  <a:lnTo>
                    <a:pt x="8232752" y="59722"/>
                  </a:lnTo>
                  <a:lnTo>
                    <a:pt x="8232877" y="59722"/>
                  </a:lnTo>
                  <a:lnTo>
                    <a:pt x="8233002" y="59722"/>
                  </a:lnTo>
                  <a:lnTo>
                    <a:pt x="8233127" y="59722"/>
                  </a:lnTo>
                  <a:lnTo>
                    <a:pt x="8233252" y="59722"/>
                  </a:lnTo>
                  <a:lnTo>
                    <a:pt x="8233377" y="59722"/>
                  </a:lnTo>
                  <a:lnTo>
                    <a:pt x="8233502" y="59722"/>
                  </a:lnTo>
                  <a:lnTo>
                    <a:pt x="8233627" y="59722"/>
                  </a:lnTo>
                  <a:lnTo>
                    <a:pt x="8233752" y="59722"/>
                  </a:lnTo>
                  <a:lnTo>
                    <a:pt x="8233877" y="59722"/>
                  </a:lnTo>
                  <a:lnTo>
                    <a:pt x="8234002" y="59722"/>
                  </a:lnTo>
                  <a:lnTo>
                    <a:pt x="8234127" y="59722"/>
                  </a:lnTo>
                  <a:lnTo>
                    <a:pt x="8234252" y="59722"/>
                  </a:lnTo>
                  <a:lnTo>
                    <a:pt x="8234377" y="59722"/>
                  </a:lnTo>
                  <a:lnTo>
                    <a:pt x="8234502" y="59722"/>
                  </a:lnTo>
                  <a:lnTo>
                    <a:pt x="8234627" y="59722"/>
                  </a:lnTo>
                  <a:lnTo>
                    <a:pt x="8234752" y="59722"/>
                  </a:lnTo>
                  <a:lnTo>
                    <a:pt x="8234877" y="59722"/>
                  </a:lnTo>
                  <a:lnTo>
                    <a:pt x="8235002" y="59722"/>
                  </a:lnTo>
                  <a:lnTo>
                    <a:pt x="8235127" y="59722"/>
                  </a:lnTo>
                  <a:lnTo>
                    <a:pt x="8235253" y="59722"/>
                  </a:lnTo>
                  <a:lnTo>
                    <a:pt x="8235378" y="59722"/>
                  </a:lnTo>
                  <a:lnTo>
                    <a:pt x="8235503" y="59722"/>
                  </a:lnTo>
                  <a:lnTo>
                    <a:pt x="8235628" y="59722"/>
                  </a:lnTo>
                  <a:lnTo>
                    <a:pt x="8235753" y="59722"/>
                  </a:lnTo>
                  <a:lnTo>
                    <a:pt x="8235878" y="59722"/>
                  </a:lnTo>
                  <a:lnTo>
                    <a:pt x="8236003" y="59722"/>
                  </a:lnTo>
                  <a:lnTo>
                    <a:pt x="8236128" y="59722"/>
                  </a:lnTo>
                  <a:lnTo>
                    <a:pt x="8236253" y="59722"/>
                  </a:lnTo>
                  <a:lnTo>
                    <a:pt x="8236378" y="59722"/>
                  </a:lnTo>
                  <a:lnTo>
                    <a:pt x="8236503" y="59722"/>
                  </a:lnTo>
                  <a:lnTo>
                    <a:pt x="8236628" y="59722"/>
                  </a:lnTo>
                  <a:lnTo>
                    <a:pt x="8236753" y="59722"/>
                  </a:lnTo>
                  <a:lnTo>
                    <a:pt x="8236878" y="59722"/>
                  </a:lnTo>
                  <a:lnTo>
                    <a:pt x="8237003" y="59722"/>
                  </a:lnTo>
                  <a:lnTo>
                    <a:pt x="8237128" y="59722"/>
                  </a:lnTo>
                  <a:lnTo>
                    <a:pt x="8237253" y="59722"/>
                  </a:lnTo>
                  <a:lnTo>
                    <a:pt x="8237378" y="59722"/>
                  </a:lnTo>
                  <a:lnTo>
                    <a:pt x="8237503" y="59722"/>
                  </a:lnTo>
                  <a:lnTo>
                    <a:pt x="8237628" y="59722"/>
                  </a:lnTo>
                  <a:lnTo>
                    <a:pt x="8237753" y="59722"/>
                  </a:lnTo>
                  <a:lnTo>
                    <a:pt x="8237878" y="59722"/>
                  </a:lnTo>
                  <a:lnTo>
                    <a:pt x="8238003" y="59722"/>
                  </a:lnTo>
                  <a:lnTo>
                    <a:pt x="8238128" y="59722"/>
                  </a:lnTo>
                  <a:lnTo>
                    <a:pt x="8238254" y="59722"/>
                  </a:lnTo>
                  <a:lnTo>
                    <a:pt x="8238379" y="59722"/>
                  </a:lnTo>
                  <a:lnTo>
                    <a:pt x="8238504" y="59722"/>
                  </a:lnTo>
                  <a:lnTo>
                    <a:pt x="8238629" y="59722"/>
                  </a:lnTo>
                  <a:lnTo>
                    <a:pt x="8238754" y="59722"/>
                  </a:lnTo>
                  <a:lnTo>
                    <a:pt x="8238879" y="59722"/>
                  </a:lnTo>
                  <a:lnTo>
                    <a:pt x="8239004" y="59722"/>
                  </a:lnTo>
                  <a:lnTo>
                    <a:pt x="8239129" y="59722"/>
                  </a:lnTo>
                  <a:lnTo>
                    <a:pt x="8239254" y="59722"/>
                  </a:lnTo>
                  <a:lnTo>
                    <a:pt x="8239379" y="59722"/>
                  </a:lnTo>
                  <a:lnTo>
                    <a:pt x="8239504" y="59722"/>
                  </a:lnTo>
                  <a:lnTo>
                    <a:pt x="8239629" y="59722"/>
                  </a:lnTo>
                  <a:lnTo>
                    <a:pt x="8239754" y="59722"/>
                  </a:lnTo>
                  <a:lnTo>
                    <a:pt x="8239879" y="59722"/>
                  </a:lnTo>
                  <a:lnTo>
                    <a:pt x="8240004" y="59722"/>
                  </a:lnTo>
                  <a:lnTo>
                    <a:pt x="8240129" y="59722"/>
                  </a:lnTo>
                  <a:lnTo>
                    <a:pt x="8240254" y="59722"/>
                  </a:lnTo>
                  <a:lnTo>
                    <a:pt x="8240379" y="59722"/>
                  </a:lnTo>
                  <a:lnTo>
                    <a:pt x="8240504" y="59722"/>
                  </a:lnTo>
                  <a:lnTo>
                    <a:pt x="8240629" y="59722"/>
                  </a:lnTo>
                  <a:lnTo>
                    <a:pt x="8240754" y="59722"/>
                  </a:lnTo>
                  <a:lnTo>
                    <a:pt x="8240879" y="59722"/>
                  </a:lnTo>
                  <a:lnTo>
                    <a:pt x="8241004" y="59722"/>
                  </a:lnTo>
                  <a:lnTo>
                    <a:pt x="8241129" y="59722"/>
                  </a:lnTo>
                  <a:lnTo>
                    <a:pt x="8241255" y="59722"/>
                  </a:lnTo>
                  <a:lnTo>
                    <a:pt x="8241380" y="59722"/>
                  </a:lnTo>
                  <a:lnTo>
                    <a:pt x="8241505" y="59722"/>
                  </a:lnTo>
                  <a:lnTo>
                    <a:pt x="8241630" y="59722"/>
                  </a:lnTo>
                  <a:lnTo>
                    <a:pt x="8241755" y="59722"/>
                  </a:lnTo>
                  <a:lnTo>
                    <a:pt x="8241880" y="59722"/>
                  </a:lnTo>
                  <a:lnTo>
                    <a:pt x="8242005" y="59722"/>
                  </a:lnTo>
                  <a:lnTo>
                    <a:pt x="8242130" y="59722"/>
                  </a:lnTo>
                  <a:lnTo>
                    <a:pt x="8242255" y="59722"/>
                  </a:lnTo>
                  <a:lnTo>
                    <a:pt x="8242380" y="59722"/>
                  </a:lnTo>
                  <a:lnTo>
                    <a:pt x="8242505" y="59722"/>
                  </a:lnTo>
                  <a:lnTo>
                    <a:pt x="8242630" y="59722"/>
                  </a:lnTo>
                  <a:lnTo>
                    <a:pt x="8242755" y="59722"/>
                  </a:lnTo>
                  <a:lnTo>
                    <a:pt x="8242880" y="59722"/>
                  </a:lnTo>
                  <a:lnTo>
                    <a:pt x="8243005" y="59722"/>
                  </a:lnTo>
                  <a:lnTo>
                    <a:pt x="8243130" y="59722"/>
                  </a:lnTo>
                  <a:lnTo>
                    <a:pt x="8243255" y="59722"/>
                  </a:lnTo>
                  <a:lnTo>
                    <a:pt x="8243380" y="59722"/>
                  </a:lnTo>
                  <a:lnTo>
                    <a:pt x="8243505" y="59722"/>
                  </a:lnTo>
                  <a:lnTo>
                    <a:pt x="8243630" y="59722"/>
                  </a:lnTo>
                  <a:lnTo>
                    <a:pt x="8243755" y="59722"/>
                  </a:lnTo>
                  <a:lnTo>
                    <a:pt x="8243880" y="59722"/>
                  </a:lnTo>
                  <a:lnTo>
                    <a:pt x="8244005" y="59722"/>
                  </a:lnTo>
                  <a:lnTo>
                    <a:pt x="8244130" y="59722"/>
                  </a:lnTo>
                  <a:lnTo>
                    <a:pt x="8244256" y="59722"/>
                  </a:lnTo>
                  <a:lnTo>
                    <a:pt x="8244381" y="59722"/>
                  </a:lnTo>
                  <a:lnTo>
                    <a:pt x="8244506" y="59722"/>
                  </a:lnTo>
                  <a:lnTo>
                    <a:pt x="8244631" y="59722"/>
                  </a:lnTo>
                  <a:lnTo>
                    <a:pt x="8244756" y="59722"/>
                  </a:lnTo>
                  <a:lnTo>
                    <a:pt x="8244881" y="59722"/>
                  </a:lnTo>
                  <a:lnTo>
                    <a:pt x="8245006" y="59722"/>
                  </a:lnTo>
                  <a:lnTo>
                    <a:pt x="8245131" y="59722"/>
                  </a:lnTo>
                  <a:lnTo>
                    <a:pt x="8245256" y="59722"/>
                  </a:lnTo>
                  <a:lnTo>
                    <a:pt x="8245381" y="59722"/>
                  </a:lnTo>
                  <a:lnTo>
                    <a:pt x="8245506" y="59722"/>
                  </a:lnTo>
                  <a:lnTo>
                    <a:pt x="8245631" y="59722"/>
                  </a:lnTo>
                  <a:lnTo>
                    <a:pt x="8245756" y="59722"/>
                  </a:lnTo>
                  <a:lnTo>
                    <a:pt x="8245881" y="59722"/>
                  </a:lnTo>
                  <a:lnTo>
                    <a:pt x="8246006" y="59722"/>
                  </a:lnTo>
                  <a:lnTo>
                    <a:pt x="8246131" y="59722"/>
                  </a:lnTo>
                  <a:lnTo>
                    <a:pt x="8246256" y="59722"/>
                  </a:lnTo>
                  <a:lnTo>
                    <a:pt x="8246381" y="59722"/>
                  </a:lnTo>
                  <a:lnTo>
                    <a:pt x="8246506" y="59722"/>
                  </a:lnTo>
                  <a:lnTo>
                    <a:pt x="8246631" y="59722"/>
                  </a:lnTo>
                  <a:lnTo>
                    <a:pt x="8246756" y="59722"/>
                  </a:lnTo>
                  <a:lnTo>
                    <a:pt x="8246881" y="59722"/>
                  </a:lnTo>
                  <a:lnTo>
                    <a:pt x="8247006" y="59722"/>
                  </a:lnTo>
                  <a:lnTo>
                    <a:pt x="8247131" y="59722"/>
                  </a:lnTo>
                  <a:lnTo>
                    <a:pt x="8247257" y="59722"/>
                  </a:lnTo>
                  <a:lnTo>
                    <a:pt x="8247382" y="59722"/>
                  </a:lnTo>
                  <a:lnTo>
                    <a:pt x="8247507" y="59722"/>
                  </a:lnTo>
                  <a:lnTo>
                    <a:pt x="8247632" y="59722"/>
                  </a:lnTo>
                  <a:lnTo>
                    <a:pt x="8247757" y="59722"/>
                  </a:lnTo>
                  <a:lnTo>
                    <a:pt x="8247882" y="59722"/>
                  </a:lnTo>
                  <a:lnTo>
                    <a:pt x="8248007" y="59722"/>
                  </a:lnTo>
                  <a:lnTo>
                    <a:pt x="8248132" y="59722"/>
                  </a:lnTo>
                  <a:lnTo>
                    <a:pt x="8248257" y="59722"/>
                  </a:lnTo>
                  <a:lnTo>
                    <a:pt x="8248382" y="59722"/>
                  </a:lnTo>
                  <a:lnTo>
                    <a:pt x="8248507" y="59722"/>
                  </a:lnTo>
                  <a:lnTo>
                    <a:pt x="8248632" y="59722"/>
                  </a:lnTo>
                  <a:lnTo>
                    <a:pt x="8248757" y="59722"/>
                  </a:lnTo>
                  <a:lnTo>
                    <a:pt x="8248882" y="59722"/>
                  </a:lnTo>
                  <a:lnTo>
                    <a:pt x="8249007" y="59722"/>
                  </a:lnTo>
                  <a:lnTo>
                    <a:pt x="8249132" y="59722"/>
                  </a:lnTo>
                  <a:lnTo>
                    <a:pt x="8249257" y="59722"/>
                  </a:lnTo>
                  <a:lnTo>
                    <a:pt x="8249382" y="59722"/>
                  </a:lnTo>
                  <a:lnTo>
                    <a:pt x="8249507" y="59722"/>
                  </a:lnTo>
                  <a:lnTo>
                    <a:pt x="8249632" y="59722"/>
                  </a:lnTo>
                  <a:lnTo>
                    <a:pt x="8249757" y="59722"/>
                  </a:lnTo>
                  <a:lnTo>
                    <a:pt x="8249882" y="59722"/>
                  </a:lnTo>
                  <a:lnTo>
                    <a:pt x="8250007" y="59722"/>
                  </a:lnTo>
                  <a:lnTo>
                    <a:pt x="8250132" y="59722"/>
                  </a:lnTo>
                  <a:lnTo>
                    <a:pt x="8250258" y="59722"/>
                  </a:lnTo>
                  <a:lnTo>
                    <a:pt x="8250383" y="59722"/>
                  </a:lnTo>
                  <a:lnTo>
                    <a:pt x="8250508" y="59722"/>
                  </a:lnTo>
                  <a:lnTo>
                    <a:pt x="8250633" y="59722"/>
                  </a:lnTo>
                  <a:lnTo>
                    <a:pt x="8250758" y="59722"/>
                  </a:lnTo>
                  <a:lnTo>
                    <a:pt x="8250883" y="59722"/>
                  </a:lnTo>
                  <a:lnTo>
                    <a:pt x="8251008" y="59722"/>
                  </a:lnTo>
                  <a:lnTo>
                    <a:pt x="8251133" y="59722"/>
                  </a:lnTo>
                  <a:lnTo>
                    <a:pt x="8251258" y="59722"/>
                  </a:lnTo>
                  <a:lnTo>
                    <a:pt x="8251383" y="59722"/>
                  </a:lnTo>
                  <a:lnTo>
                    <a:pt x="8251508" y="59722"/>
                  </a:lnTo>
                  <a:lnTo>
                    <a:pt x="8251633" y="59722"/>
                  </a:lnTo>
                  <a:lnTo>
                    <a:pt x="8251758" y="59722"/>
                  </a:lnTo>
                  <a:lnTo>
                    <a:pt x="8251883" y="59722"/>
                  </a:lnTo>
                  <a:lnTo>
                    <a:pt x="8252008" y="59722"/>
                  </a:lnTo>
                  <a:lnTo>
                    <a:pt x="8252133" y="59722"/>
                  </a:lnTo>
                  <a:lnTo>
                    <a:pt x="8252258" y="59722"/>
                  </a:lnTo>
                  <a:lnTo>
                    <a:pt x="8252383" y="59722"/>
                  </a:lnTo>
                  <a:lnTo>
                    <a:pt x="8252508" y="59722"/>
                  </a:lnTo>
                  <a:lnTo>
                    <a:pt x="8252633" y="59722"/>
                  </a:lnTo>
                  <a:lnTo>
                    <a:pt x="8252758" y="59722"/>
                  </a:lnTo>
                  <a:lnTo>
                    <a:pt x="8252883" y="59722"/>
                  </a:lnTo>
                  <a:lnTo>
                    <a:pt x="8253008" y="59722"/>
                  </a:lnTo>
                  <a:lnTo>
                    <a:pt x="8253133" y="59722"/>
                  </a:lnTo>
                  <a:lnTo>
                    <a:pt x="8253259" y="59722"/>
                  </a:lnTo>
                  <a:lnTo>
                    <a:pt x="8253384" y="59722"/>
                  </a:lnTo>
                  <a:lnTo>
                    <a:pt x="8253509" y="59722"/>
                  </a:lnTo>
                  <a:lnTo>
                    <a:pt x="8253634" y="59722"/>
                  </a:lnTo>
                  <a:lnTo>
                    <a:pt x="8253759" y="59722"/>
                  </a:lnTo>
                  <a:lnTo>
                    <a:pt x="8253884" y="59722"/>
                  </a:lnTo>
                  <a:lnTo>
                    <a:pt x="8254009" y="59722"/>
                  </a:lnTo>
                  <a:lnTo>
                    <a:pt x="8254134" y="59722"/>
                  </a:lnTo>
                  <a:lnTo>
                    <a:pt x="8254259" y="59722"/>
                  </a:lnTo>
                  <a:lnTo>
                    <a:pt x="8254384" y="59722"/>
                  </a:lnTo>
                  <a:lnTo>
                    <a:pt x="8254509" y="59722"/>
                  </a:lnTo>
                  <a:lnTo>
                    <a:pt x="8254634" y="59722"/>
                  </a:lnTo>
                  <a:lnTo>
                    <a:pt x="8254759" y="59722"/>
                  </a:lnTo>
                  <a:lnTo>
                    <a:pt x="8254884" y="59722"/>
                  </a:lnTo>
                  <a:lnTo>
                    <a:pt x="8255009" y="59722"/>
                  </a:lnTo>
                  <a:lnTo>
                    <a:pt x="8255134" y="59722"/>
                  </a:lnTo>
                  <a:lnTo>
                    <a:pt x="8255259" y="59722"/>
                  </a:lnTo>
                  <a:lnTo>
                    <a:pt x="8255384" y="59722"/>
                  </a:lnTo>
                  <a:lnTo>
                    <a:pt x="8255509" y="59722"/>
                  </a:lnTo>
                  <a:lnTo>
                    <a:pt x="8255634" y="59722"/>
                  </a:lnTo>
                  <a:lnTo>
                    <a:pt x="8255759" y="59722"/>
                  </a:lnTo>
                  <a:lnTo>
                    <a:pt x="8255884" y="59722"/>
                  </a:lnTo>
                  <a:lnTo>
                    <a:pt x="8256009" y="59722"/>
                  </a:lnTo>
                  <a:lnTo>
                    <a:pt x="8256134" y="59722"/>
                  </a:lnTo>
                  <a:lnTo>
                    <a:pt x="8256260" y="59722"/>
                  </a:lnTo>
                  <a:lnTo>
                    <a:pt x="8256385" y="59722"/>
                  </a:lnTo>
                  <a:lnTo>
                    <a:pt x="8256510" y="59722"/>
                  </a:lnTo>
                  <a:lnTo>
                    <a:pt x="8256635" y="59722"/>
                  </a:lnTo>
                  <a:lnTo>
                    <a:pt x="8256760" y="59722"/>
                  </a:lnTo>
                  <a:lnTo>
                    <a:pt x="8256885" y="59722"/>
                  </a:lnTo>
                  <a:lnTo>
                    <a:pt x="8257010" y="59722"/>
                  </a:lnTo>
                  <a:lnTo>
                    <a:pt x="8257135" y="59722"/>
                  </a:lnTo>
                  <a:lnTo>
                    <a:pt x="8257260" y="59722"/>
                  </a:lnTo>
                  <a:lnTo>
                    <a:pt x="8257385" y="59722"/>
                  </a:lnTo>
                  <a:lnTo>
                    <a:pt x="8257510" y="59722"/>
                  </a:lnTo>
                  <a:lnTo>
                    <a:pt x="8257635" y="59722"/>
                  </a:lnTo>
                  <a:lnTo>
                    <a:pt x="8257760" y="59722"/>
                  </a:lnTo>
                  <a:lnTo>
                    <a:pt x="8257885" y="59722"/>
                  </a:lnTo>
                  <a:lnTo>
                    <a:pt x="8258010" y="59722"/>
                  </a:lnTo>
                  <a:lnTo>
                    <a:pt x="8258135" y="59722"/>
                  </a:lnTo>
                  <a:lnTo>
                    <a:pt x="8258260" y="59722"/>
                  </a:lnTo>
                  <a:lnTo>
                    <a:pt x="8258385" y="59722"/>
                  </a:lnTo>
                  <a:lnTo>
                    <a:pt x="8258510" y="59722"/>
                  </a:lnTo>
                  <a:lnTo>
                    <a:pt x="8258635" y="59722"/>
                  </a:lnTo>
                  <a:lnTo>
                    <a:pt x="8258760" y="59722"/>
                  </a:lnTo>
                  <a:lnTo>
                    <a:pt x="8258885" y="59722"/>
                  </a:lnTo>
                  <a:lnTo>
                    <a:pt x="8259010" y="59722"/>
                  </a:lnTo>
                  <a:lnTo>
                    <a:pt x="8259135" y="59722"/>
                  </a:lnTo>
                  <a:lnTo>
                    <a:pt x="8259261" y="59722"/>
                  </a:lnTo>
                  <a:lnTo>
                    <a:pt x="8259386" y="59722"/>
                  </a:lnTo>
                  <a:lnTo>
                    <a:pt x="8259511" y="59722"/>
                  </a:lnTo>
                  <a:lnTo>
                    <a:pt x="8259636" y="59722"/>
                  </a:lnTo>
                  <a:lnTo>
                    <a:pt x="8259761" y="59722"/>
                  </a:lnTo>
                  <a:lnTo>
                    <a:pt x="8259886" y="59722"/>
                  </a:lnTo>
                  <a:lnTo>
                    <a:pt x="8260011" y="59722"/>
                  </a:lnTo>
                  <a:lnTo>
                    <a:pt x="8260136" y="59722"/>
                  </a:lnTo>
                  <a:lnTo>
                    <a:pt x="8260261" y="59722"/>
                  </a:lnTo>
                  <a:lnTo>
                    <a:pt x="8260386" y="59722"/>
                  </a:lnTo>
                  <a:lnTo>
                    <a:pt x="8260511" y="59722"/>
                  </a:lnTo>
                  <a:lnTo>
                    <a:pt x="8260636" y="59722"/>
                  </a:lnTo>
                  <a:lnTo>
                    <a:pt x="8260761" y="59722"/>
                  </a:lnTo>
                  <a:lnTo>
                    <a:pt x="8260886" y="59722"/>
                  </a:lnTo>
                  <a:lnTo>
                    <a:pt x="8261011" y="59722"/>
                  </a:lnTo>
                  <a:lnTo>
                    <a:pt x="8261136" y="59722"/>
                  </a:lnTo>
                  <a:lnTo>
                    <a:pt x="8261261" y="59722"/>
                  </a:lnTo>
                  <a:lnTo>
                    <a:pt x="8261386" y="59722"/>
                  </a:lnTo>
                  <a:lnTo>
                    <a:pt x="8261511" y="59722"/>
                  </a:lnTo>
                  <a:lnTo>
                    <a:pt x="8261636" y="59722"/>
                  </a:lnTo>
                  <a:lnTo>
                    <a:pt x="8261761" y="59722"/>
                  </a:lnTo>
                  <a:lnTo>
                    <a:pt x="8261886" y="59722"/>
                  </a:lnTo>
                  <a:lnTo>
                    <a:pt x="8262011" y="59722"/>
                  </a:lnTo>
                  <a:lnTo>
                    <a:pt x="8262136" y="59722"/>
                  </a:lnTo>
                  <a:lnTo>
                    <a:pt x="8262262" y="59722"/>
                  </a:lnTo>
                  <a:lnTo>
                    <a:pt x="8262387" y="59722"/>
                  </a:lnTo>
                  <a:lnTo>
                    <a:pt x="8262512" y="59722"/>
                  </a:lnTo>
                  <a:lnTo>
                    <a:pt x="8262637" y="59722"/>
                  </a:lnTo>
                  <a:lnTo>
                    <a:pt x="8262762" y="59722"/>
                  </a:lnTo>
                  <a:lnTo>
                    <a:pt x="8262887" y="59722"/>
                  </a:lnTo>
                  <a:lnTo>
                    <a:pt x="8263012" y="59722"/>
                  </a:lnTo>
                  <a:lnTo>
                    <a:pt x="8263137" y="59722"/>
                  </a:lnTo>
                  <a:lnTo>
                    <a:pt x="8263262" y="59722"/>
                  </a:lnTo>
                  <a:lnTo>
                    <a:pt x="8263387" y="59722"/>
                  </a:lnTo>
                  <a:lnTo>
                    <a:pt x="8263512" y="59722"/>
                  </a:lnTo>
                  <a:lnTo>
                    <a:pt x="8263637" y="59722"/>
                  </a:lnTo>
                  <a:lnTo>
                    <a:pt x="8263762" y="59722"/>
                  </a:lnTo>
                  <a:lnTo>
                    <a:pt x="8263887" y="59722"/>
                  </a:lnTo>
                  <a:lnTo>
                    <a:pt x="8264012" y="59722"/>
                  </a:lnTo>
                  <a:lnTo>
                    <a:pt x="8264137" y="59722"/>
                  </a:lnTo>
                  <a:lnTo>
                    <a:pt x="8264262" y="59722"/>
                  </a:lnTo>
                  <a:lnTo>
                    <a:pt x="8264387" y="59722"/>
                  </a:lnTo>
                  <a:lnTo>
                    <a:pt x="8264512" y="59722"/>
                  </a:lnTo>
                  <a:lnTo>
                    <a:pt x="8264637" y="59722"/>
                  </a:lnTo>
                  <a:lnTo>
                    <a:pt x="8264762" y="59722"/>
                  </a:lnTo>
                  <a:lnTo>
                    <a:pt x="8264887" y="59722"/>
                  </a:lnTo>
                  <a:lnTo>
                    <a:pt x="8265012" y="59722"/>
                  </a:lnTo>
                  <a:lnTo>
                    <a:pt x="8265138" y="59722"/>
                  </a:lnTo>
                  <a:lnTo>
                    <a:pt x="8265263" y="59722"/>
                  </a:lnTo>
                  <a:lnTo>
                    <a:pt x="8265388" y="59722"/>
                  </a:lnTo>
                  <a:lnTo>
                    <a:pt x="8265513" y="59722"/>
                  </a:lnTo>
                  <a:lnTo>
                    <a:pt x="8265638" y="59722"/>
                  </a:lnTo>
                  <a:lnTo>
                    <a:pt x="8265763" y="59722"/>
                  </a:lnTo>
                  <a:lnTo>
                    <a:pt x="8265888" y="59722"/>
                  </a:lnTo>
                  <a:lnTo>
                    <a:pt x="8266013" y="59722"/>
                  </a:lnTo>
                  <a:lnTo>
                    <a:pt x="8266138" y="59722"/>
                  </a:lnTo>
                  <a:lnTo>
                    <a:pt x="8266263" y="59722"/>
                  </a:lnTo>
                  <a:lnTo>
                    <a:pt x="8266388" y="59722"/>
                  </a:lnTo>
                  <a:lnTo>
                    <a:pt x="8266513" y="59722"/>
                  </a:lnTo>
                  <a:lnTo>
                    <a:pt x="8266638" y="59722"/>
                  </a:lnTo>
                  <a:lnTo>
                    <a:pt x="8266763" y="59722"/>
                  </a:lnTo>
                  <a:lnTo>
                    <a:pt x="8266888" y="59722"/>
                  </a:lnTo>
                  <a:lnTo>
                    <a:pt x="8267013" y="59722"/>
                  </a:lnTo>
                  <a:lnTo>
                    <a:pt x="8267138" y="59722"/>
                  </a:lnTo>
                  <a:lnTo>
                    <a:pt x="8267263" y="59722"/>
                  </a:lnTo>
                  <a:lnTo>
                    <a:pt x="8267388" y="59722"/>
                  </a:lnTo>
                  <a:lnTo>
                    <a:pt x="8267513" y="59722"/>
                  </a:lnTo>
                  <a:lnTo>
                    <a:pt x="8267638" y="59722"/>
                  </a:lnTo>
                  <a:lnTo>
                    <a:pt x="8267763" y="59722"/>
                  </a:lnTo>
                  <a:lnTo>
                    <a:pt x="8267888" y="59722"/>
                  </a:lnTo>
                  <a:lnTo>
                    <a:pt x="8268013" y="59722"/>
                  </a:lnTo>
                  <a:lnTo>
                    <a:pt x="8268139" y="59722"/>
                  </a:lnTo>
                  <a:lnTo>
                    <a:pt x="8268264" y="59722"/>
                  </a:lnTo>
                  <a:lnTo>
                    <a:pt x="8268389" y="59722"/>
                  </a:lnTo>
                  <a:lnTo>
                    <a:pt x="8268514" y="59722"/>
                  </a:lnTo>
                  <a:lnTo>
                    <a:pt x="8268639" y="59722"/>
                  </a:lnTo>
                  <a:lnTo>
                    <a:pt x="8268764" y="59722"/>
                  </a:lnTo>
                  <a:lnTo>
                    <a:pt x="8268889" y="59722"/>
                  </a:lnTo>
                  <a:lnTo>
                    <a:pt x="8269014" y="59722"/>
                  </a:lnTo>
                  <a:lnTo>
                    <a:pt x="8269139" y="59722"/>
                  </a:lnTo>
                  <a:lnTo>
                    <a:pt x="8269264" y="59722"/>
                  </a:lnTo>
                  <a:lnTo>
                    <a:pt x="8269389" y="59722"/>
                  </a:lnTo>
                  <a:lnTo>
                    <a:pt x="8269514" y="59722"/>
                  </a:lnTo>
                  <a:lnTo>
                    <a:pt x="8269639" y="59722"/>
                  </a:lnTo>
                  <a:lnTo>
                    <a:pt x="8269764" y="59722"/>
                  </a:lnTo>
                  <a:lnTo>
                    <a:pt x="8269889" y="59722"/>
                  </a:lnTo>
                  <a:lnTo>
                    <a:pt x="8270014" y="59722"/>
                  </a:lnTo>
                  <a:lnTo>
                    <a:pt x="8270139" y="59722"/>
                  </a:lnTo>
                  <a:lnTo>
                    <a:pt x="8270264" y="59722"/>
                  </a:lnTo>
                  <a:lnTo>
                    <a:pt x="8270389" y="59722"/>
                  </a:lnTo>
                  <a:lnTo>
                    <a:pt x="8270514" y="59722"/>
                  </a:lnTo>
                  <a:lnTo>
                    <a:pt x="8270639" y="59722"/>
                  </a:lnTo>
                  <a:lnTo>
                    <a:pt x="8270764" y="59722"/>
                  </a:lnTo>
                  <a:lnTo>
                    <a:pt x="8270889" y="59722"/>
                  </a:lnTo>
                  <a:lnTo>
                    <a:pt x="8271014" y="59722"/>
                  </a:lnTo>
                  <a:lnTo>
                    <a:pt x="8271140" y="59722"/>
                  </a:lnTo>
                  <a:lnTo>
                    <a:pt x="8271265" y="59722"/>
                  </a:lnTo>
                  <a:lnTo>
                    <a:pt x="8271390" y="59722"/>
                  </a:lnTo>
                  <a:lnTo>
                    <a:pt x="8271515" y="59722"/>
                  </a:lnTo>
                  <a:lnTo>
                    <a:pt x="8271640" y="59722"/>
                  </a:lnTo>
                  <a:lnTo>
                    <a:pt x="8271765" y="59722"/>
                  </a:lnTo>
                  <a:lnTo>
                    <a:pt x="8271890" y="59722"/>
                  </a:lnTo>
                  <a:lnTo>
                    <a:pt x="8272015" y="59722"/>
                  </a:lnTo>
                  <a:lnTo>
                    <a:pt x="8272140" y="59722"/>
                  </a:lnTo>
                  <a:lnTo>
                    <a:pt x="8272265" y="59722"/>
                  </a:lnTo>
                  <a:lnTo>
                    <a:pt x="8272390" y="59722"/>
                  </a:lnTo>
                  <a:lnTo>
                    <a:pt x="8272515" y="59722"/>
                  </a:lnTo>
                  <a:lnTo>
                    <a:pt x="8272640" y="59722"/>
                  </a:lnTo>
                  <a:lnTo>
                    <a:pt x="8272765" y="59722"/>
                  </a:lnTo>
                  <a:lnTo>
                    <a:pt x="8272890" y="59722"/>
                  </a:lnTo>
                  <a:lnTo>
                    <a:pt x="8273015" y="59722"/>
                  </a:lnTo>
                  <a:lnTo>
                    <a:pt x="8273140" y="59722"/>
                  </a:lnTo>
                  <a:lnTo>
                    <a:pt x="8273265" y="59722"/>
                  </a:lnTo>
                  <a:lnTo>
                    <a:pt x="8273390" y="59722"/>
                  </a:lnTo>
                  <a:lnTo>
                    <a:pt x="8273515" y="59722"/>
                  </a:lnTo>
                  <a:lnTo>
                    <a:pt x="8273640" y="59722"/>
                  </a:lnTo>
                  <a:lnTo>
                    <a:pt x="8273765" y="59722"/>
                  </a:lnTo>
                  <a:lnTo>
                    <a:pt x="8273890" y="59722"/>
                  </a:lnTo>
                  <a:lnTo>
                    <a:pt x="8274015" y="59722"/>
                  </a:lnTo>
                  <a:lnTo>
                    <a:pt x="8274141" y="59722"/>
                  </a:lnTo>
                  <a:lnTo>
                    <a:pt x="8274266" y="59722"/>
                  </a:lnTo>
                  <a:lnTo>
                    <a:pt x="8274391" y="59722"/>
                  </a:lnTo>
                  <a:lnTo>
                    <a:pt x="8274516" y="59722"/>
                  </a:lnTo>
                  <a:lnTo>
                    <a:pt x="8274641" y="59722"/>
                  </a:lnTo>
                  <a:lnTo>
                    <a:pt x="8274766" y="59722"/>
                  </a:lnTo>
                  <a:lnTo>
                    <a:pt x="8274891" y="59722"/>
                  </a:lnTo>
                  <a:lnTo>
                    <a:pt x="8275016" y="59722"/>
                  </a:lnTo>
                  <a:lnTo>
                    <a:pt x="8275141" y="59722"/>
                  </a:lnTo>
                  <a:lnTo>
                    <a:pt x="8275266" y="59722"/>
                  </a:lnTo>
                  <a:lnTo>
                    <a:pt x="8275391" y="59722"/>
                  </a:lnTo>
                  <a:lnTo>
                    <a:pt x="8275516" y="59722"/>
                  </a:lnTo>
                  <a:lnTo>
                    <a:pt x="8275641" y="59722"/>
                  </a:lnTo>
                  <a:lnTo>
                    <a:pt x="8275766" y="59722"/>
                  </a:lnTo>
                  <a:lnTo>
                    <a:pt x="8275891" y="59722"/>
                  </a:lnTo>
                  <a:lnTo>
                    <a:pt x="8276016" y="59722"/>
                  </a:lnTo>
                  <a:lnTo>
                    <a:pt x="8276141" y="59722"/>
                  </a:lnTo>
                  <a:lnTo>
                    <a:pt x="8276266" y="59722"/>
                  </a:lnTo>
                  <a:lnTo>
                    <a:pt x="8276391" y="59722"/>
                  </a:lnTo>
                  <a:lnTo>
                    <a:pt x="8276516" y="59722"/>
                  </a:lnTo>
                  <a:lnTo>
                    <a:pt x="8276641" y="59722"/>
                  </a:lnTo>
                  <a:lnTo>
                    <a:pt x="8276766" y="59722"/>
                  </a:lnTo>
                  <a:lnTo>
                    <a:pt x="8276891" y="59722"/>
                  </a:lnTo>
                  <a:lnTo>
                    <a:pt x="8277016" y="59722"/>
                  </a:lnTo>
                  <a:lnTo>
                    <a:pt x="8277142" y="59722"/>
                  </a:lnTo>
                  <a:lnTo>
                    <a:pt x="8277267" y="59722"/>
                  </a:lnTo>
                  <a:lnTo>
                    <a:pt x="8277392" y="59722"/>
                  </a:lnTo>
                  <a:lnTo>
                    <a:pt x="8277517" y="59722"/>
                  </a:lnTo>
                  <a:lnTo>
                    <a:pt x="8277642" y="59722"/>
                  </a:lnTo>
                  <a:lnTo>
                    <a:pt x="8277767" y="59722"/>
                  </a:lnTo>
                  <a:lnTo>
                    <a:pt x="8277892" y="59722"/>
                  </a:lnTo>
                  <a:lnTo>
                    <a:pt x="8278017" y="59722"/>
                  </a:lnTo>
                  <a:lnTo>
                    <a:pt x="8278142" y="59722"/>
                  </a:lnTo>
                  <a:lnTo>
                    <a:pt x="8278267" y="59722"/>
                  </a:lnTo>
                  <a:lnTo>
                    <a:pt x="8278392" y="59722"/>
                  </a:lnTo>
                  <a:lnTo>
                    <a:pt x="8278517" y="59722"/>
                  </a:lnTo>
                  <a:lnTo>
                    <a:pt x="8278642" y="59722"/>
                  </a:lnTo>
                  <a:lnTo>
                    <a:pt x="8278767" y="59722"/>
                  </a:lnTo>
                  <a:lnTo>
                    <a:pt x="8278892" y="59722"/>
                  </a:lnTo>
                  <a:lnTo>
                    <a:pt x="8279017" y="59722"/>
                  </a:lnTo>
                  <a:lnTo>
                    <a:pt x="8279142" y="59722"/>
                  </a:lnTo>
                  <a:lnTo>
                    <a:pt x="8279267" y="59722"/>
                  </a:lnTo>
                  <a:lnTo>
                    <a:pt x="8279392" y="59722"/>
                  </a:lnTo>
                  <a:lnTo>
                    <a:pt x="8279517" y="59722"/>
                  </a:lnTo>
                  <a:lnTo>
                    <a:pt x="8279642" y="59722"/>
                  </a:lnTo>
                  <a:lnTo>
                    <a:pt x="8279767" y="59722"/>
                  </a:lnTo>
                  <a:lnTo>
                    <a:pt x="8279892" y="59722"/>
                  </a:lnTo>
                  <a:lnTo>
                    <a:pt x="8280017" y="59722"/>
                  </a:lnTo>
                  <a:lnTo>
                    <a:pt x="8280143" y="59722"/>
                  </a:lnTo>
                  <a:lnTo>
                    <a:pt x="8280268" y="59722"/>
                  </a:lnTo>
                  <a:lnTo>
                    <a:pt x="8280393" y="59722"/>
                  </a:lnTo>
                  <a:lnTo>
                    <a:pt x="8280518" y="59722"/>
                  </a:lnTo>
                  <a:lnTo>
                    <a:pt x="8280643" y="59722"/>
                  </a:lnTo>
                  <a:lnTo>
                    <a:pt x="8280768" y="59722"/>
                  </a:lnTo>
                  <a:lnTo>
                    <a:pt x="8280893" y="59722"/>
                  </a:lnTo>
                  <a:lnTo>
                    <a:pt x="8281018" y="59722"/>
                  </a:lnTo>
                  <a:lnTo>
                    <a:pt x="8281143" y="59722"/>
                  </a:lnTo>
                  <a:lnTo>
                    <a:pt x="8281268" y="59722"/>
                  </a:lnTo>
                  <a:lnTo>
                    <a:pt x="8281393" y="59722"/>
                  </a:lnTo>
                  <a:lnTo>
                    <a:pt x="8281518" y="59722"/>
                  </a:lnTo>
                  <a:lnTo>
                    <a:pt x="8281643" y="59722"/>
                  </a:lnTo>
                  <a:lnTo>
                    <a:pt x="8281768" y="59722"/>
                  </a:lnTo>
                  <a:lnTo>
                    <a:pt x="8281893" y="59722"/>
                  </a:lnTo>
                  <a:lnTo>
                    <a:pt x="8282018" y="59722"/>
                  </a:lnTo>
                  <a:lnTo>
                    <a:pt x="8282143" y="59722"/>
                  </a:lnTo>
                  <a:lnTo>
                    <a:pt x="8282268" y="59722"/>
                  </a:lnTo>
                  <a:lnTo>
                    <a:pt x="8282393" y="59722"/>
                  </a:lnTo>
                  <a:lnTo>
                    <a:pt x="8282518" y="59722"/>
                  </a:lnTo>
                  <a:lnTo>
                    <a:pt x="8282643" y="59722"/>
                  </a:lnTo>
                  <a:lnTo>
                    <a:pt x="8282768" y="59722"/>
                  </a:lnTo>
                  <a:lnTo>
                    <a:pt x="8282893" y="59722"/>
                  </a:lnTo>
                  <a:lnTo>
                    <a:pt x="8283018" y="59722"/>
                  </a:lnTo>
                  <a:lnTo>
                    <a:pt x="8283144" y="59722"/>
                  </a:lnTo>
                  <a:lnTo>
                    <a:pt x="8283269" y="59722"/>
                  </a:lnTo>
                  <a:lnTo>
                    <a:pt x="8283394" y="59722"/>
                  </a:lnTo>
                  <a:lnTo>
                    <a:pt x="8283519" y="59722"/>
                  </a:lnTo>
                  <a:lnTo>
                    <a:pt x="8283644" y="59722"/>
                  </a:lnTo>
                  <a:lnTo>
                    <a:pt x="8283769" y="59722"/>
                  </a:lnTo>
                  <a:lnTo>
                    <a:pt x="8283894" y="59722"/>
                  </a:lnTo>
                  <a:lnTo>
                    <a:pt x="8284019" y="59722"/>
                  </a:lnTo>
                  <a:lnTo>
                    <a:pt x="8284144" y="59722"/>
                  </a:lnTo>
                  <a:lnTo>
                    <a:pt x="8284269" y="59722"/>
                  </a:lnTo>
                  <a:lnTo>
                    <a:pt x="8284394" y="59722"/>
                  </a:lnTo>
                  <a:lnTo>
                    <a:pt x="8284519" y="59722"/>
                  </a:lnTo>
                  <a:lnTo>
                    <a:pt x="8284644" y="59722"/>
                  </a:lnTo>
                  <a:lnTo>
                    <a:pt x="8284769" y="59722"/>
                  </a:lnTo>
                  <a:lnTo>
                    <a:pt x="8284894" y="59722"/>
                  </a:lnTo>
                  <a:lnTo>
                    <a:pt x="8285019" y="59722"/>
                  </a:lnTo>
                  <a:lnTo>
                    <a:pt x="8285144" y="59722"/>
                  </a:lnTo>
                  <a:lnTo>
                    <a:pt x="8285269" y="59722"/>
                  </a:lnTo>
                  <a:lnTo>
                    <a:pt x="8285394" y="59722"/>
                  </a:lnTo>
                  <a:lnTo>
                    <a:pt x="8285519" y="59722"/>
                  </a:lnTo>
                  <a:lnTo>
                    <a:pt x="8285644" y="59722"/>
                  </a:lnTo>
                  <a:lnTo>
                    <a:pt x="8285769" y="59722"/>
                  </a:lnTo>
                  <a:lnTo>
                    <a:pt x="8285894" y="59722"/>
                  </a:lnTo>
                  <a:lnTo>
                    <a:pt x="8286019" y="59722"/>
                  </a:lnTo>
                  <a:lnTo>
                    <a:pt x="8286145" y="59722"/>
                  </a:lnTo>
                  <a:lnTo>
                    <a:pt x="8286270" y="59722"/>
                  </a:lnTo>
                  <a:lnTo>
                    <a:pt x="8286395" y="59722"/>
                  </a:lnTo>
                  <a:lnTo>
                    <a:pt x="8286520" y="59722"/>
                  </a:lnTo>
                  <a:lnTo>
                    <a:pt x="8286645" y="59722"/>
                  </a:lnTo>
                  <a:lnTo>
                    <a:pt x="8286770" y="59722"/>
                  </a:lnTo>
                  <a:lnTo>
                    <a:pt x="8286895" y="59722"/>
                  </a:lnTo>
                  <a:lnTo>
                    <a:pt x="8287020" y="59722"/>
                  </a:lnTo>
                  <a:lnTo>
                    <a:pt x="8287145" y="59722"/>
                  </a:lnTo>
                  <a:lnTo>
                    <a:pt x="8287270" y="59722"/>
                  </a:lnTo>
                  <a:lnTo>
                    <a:pt x="8287395" y="59722"/>
                  </a:lnTo>
                  <a:lnTo>
                    <a:pt x="8287520" y="59722"/>
                  </a:lnTo>
                  <a:lnTo>
                    <a:pt x="8287645" y="59722"/>
                  </a:lnTo>
                  <a:lnTo>
                    <a:pt x="8287770" y="59722"/>
                  </a:lnTo>
                  <a:lnTo>
                    <a:pt x="8287895" y="59722"/>
                  </a:lnTo>
                  <a:lnTo>
                    <a:pt x="8288020" y="59722"/>
                  </a:lnTo>
                  <a:lnTo>
                    <a:pt x="8288145" y="59722"/>
                  </a:lnTo>
                  <a:lnTo>
                    <a:pt x="8288270" y="59722"/>
                  </a:lnTo>
                  <a:lnTo>
                    <a:pt x="8288395" y="59722"/>
                  </a:lnTo>
                  <a:lnTo>
                    <a:pt x="8288520" y="59722"/>
                  </a:lnTo>
                  <a:lnTo>
                    <a:pt x="8288645" y="59722"/>
                  </a:lnTo>
                  <a:lnTo>
                    <a:pt x="8288645" y="49769"/>
                  </a:lnTo>
                  <a:lnTo>
                    <a:pt x="8288770" y="49769"/>
                  </a:lnTo>
                  <a:lnTo>
                    <a:pt x="8288895" y="49769"/>
                  </a:lnTo>
                  <a:lnTo>
                    <a:pt x="8289020" y="49769"/>
                  </a:lnTo>
                  <a:lnTo>
                    <a:pt x="8289146" y="49769"/>
                  </a:lnTo>
                  <a:lnTo>
                    <a:pt x="8289271" y="49769"/>
                  </a:lnTo>
                  <a:lnTo>
                    <a:pt x="8289396" y="49769"/>
                  </a:lnTo>
                  <a:lnTo>
                    <a:pt x="8289521" y="49769"/>
                  </a:lnTo>
                  <a:lnTo>
                    <a:pt x="8289646" y="49769"/>
                  </a:lnTo>
                  <a:lnTo>
                    <a:pt x="8289771" y="49769"/>
                  </a:lnTo>
                  <a:lnTo>
                    <a:pt x="8289896" y="49769"/>
                  </a:lnTo>
                  <a:lnTo>
                    <a:pt x="8290021" y="49769"/>
                  </a:lnTo>
                  <a:lnTo>
                    <a:pt x="8290146" y="49769"/>
                  </a:lnTo>
                  <a:lnTo>
                    <a:pt x="8290271" y="49769"/>
                  </a:lnTo>
                  <a:lnTo>
                    <a:pt x="8290396" y="49769"/>
                  </a:lnTo>
                  <a:lnTo>
                    <a:pt x="8290521" y="49769"/>
                  </a:lnTo>
                  <a:lnTo>
                    <a:pt x="8290646" y="49769"/>
                  </a:lnTo>
                  <a:lnTo>
                    <a:pt x="8290771" y="49769"/>
                  </a:lnTo>
                  <a:lnTo>
                    <a:pt x="8290896" y="49769"/>
                  </a:lnTo>
                  <a:lnTo>
                    <a:pt x="8291021" y="49769"/>
                  </a:lnTo>
                  <a:lnTo>
                    <a:pt x="8291146" y="49769"/>
                  </a:lnTo>
                  <a:lnTo>
                    <a:pt x="8291271" y="49769"/>
                  </a:lnTo>
                  <a:lnTo>
                    <a:pt x="8291396" y="49769"/>
                  </a:lnTo>
                  <a:lnTo>
                    <a:pt x="8291521" y="49769"/>
                  </a:lnTo>
                  <a:lnTo>
                    <a:pt x="8291646" y="49769"/>
                  </a:lnTo>
                  <a:lnTo>
                    <a:pt x="8291771" y="49769"/>
                  </a:lnTo>
                  <a:lnTo>
                    <a:pt x="8291896" y="49769"/>
                  </a:lnTo>
                  <a:lnTo>
                    <a:pt x="8292021" y="49769"/>
                  </a:lnTo>
                  <a:lnTo>
                    <a:pt x="8292147" y="49769"/>
                  </a:lnTo>
                  <a:lnTo>
                    <a:pt x="8292272" y="49769"/>
                  </a:lnTo>
                  <a:lnTo>
                    <a:pt x="8292397" y="49769"/>
                  </a:lnTo>
                  <a:lnTo>
                    <a:pt x="8292522" y="49769"/>
                  </a:lnTo>
                  <a:lnTo>
                    <a:pt x="8292647" y="49769"/>
                  </a:lnTo>
                  <a:lnTo>
                    <a:pt x="8292772" y="49769"/>
                  </a:lnTo>
                  <a:lnTo>
                    <a:pt x="8292897" y="49769"/>
                  </a:lnTo>
                  <a:lnTo>
                    <a:pt x="8293022" y="49769"/>
                  </a:lnTo>
                  <a:lnTo>
                    <a:pt x="8293147" y="49769"/>
                  </a:lnTo>
                  <a:lnTo>
                    <a:pt x="8293272" y="49769"/>
                  </a:lnTo>
                  <a:lnTo>
                    <a:pt x="8293397" y="49769"/>
                  </a:lnTo>
                  <a:lnTo>
                    <a:pt x="8293522" y="49769"/>
                  </a:lnTo>
                  <a:lnTo>
                    <a:pt x="8293647" y="49769"/>
                  </a:lnTo>
                  <a:lnTo>
                    <a:pt x="8293772" y="49769"/>
                  </a:lnTo>
                  <a:lnTo>
                    <a:pt x="8293897" y="49769"/>
                  </a:lnTo>
                  <a:lnTo>
                    <a:pt x="8294022" y="49769"/>
                  </a:lnTo>
                  <a:lnTo>
                    <a:pt x="8294147" y="49769"/>
                  </a:lnTo>
                  <a:lnTo>
                    <a:pt x="8294272" y="49769"/>
                  </a:lnTo>
                  <a:lnTo>
                    <a:pt x="8294397" y="49769"/>
                  </a:lnTo>
                  <a:lnTo>
                    <a:pt x="8294522" y="49769"/>
                  </a:lnTo>
                  <a:lnTo>
                    <a:pt x="8294647" y="49769"/>
                  </a:lnTo>
                  <a:lnTo>
                    <a:pt x="8294772" y="49769"/>
                  </a:lnTo>
                  <a:lnTo>
                    <a:pt x="8294897" y="49769"/>
                  </a:lnTo>
                  <a:lnTo>
                    <a:pt x="8295022" y="49769"/>
                  </a:lnTo>
                  <a:lnTo>
                    <a:pt x="8295148" y="49769"/>
                  </a:lnTo>
                  <a:lnTo>
                    <a:pt x="8295273" y="49769"/>
                  </a:lnTo>
                  <a:lnTo>
                    <a:pt x="8295398" y="49769"/>
                  </a:lnTo>
                  <a:lnTo>
                    <a:pt x="8295523" y="49769"/>
                  </a:lnTo>
                  <a:lnTo>
                    <a:pt x="8295648" y="49769"/>
                  </a:lnTo>
                  <a:lnTo>
                    <a:pt x="8295773" y="49769"/>
                  </a:lnTo>
                  <a:lnTo>
                    <a:pt x="8295898" y="49769"/>
                  </a:lnTo>
                  <a:lnTo>
                    <a:pt x="8296023" y="49769"/>
                  </a:lnTo>
                  <a:lnTo>
                    <a:pt x="8296148" y="49769"/>
                  </a:lnTo>
                  <a:lnTo>
                    <a:pt x="8296273" y="49769"/>
                  </a:lnTo>
                  <a:lnTo>
                    <a:pt x="8296398" y="49769"/>
                  </a:lnTo>
                  <a:lnTo>
                    <a:pt x="8296523" y="49769"/>
                  </a:lnTo>
                  <a:lnTo>
                    <a:pt x="8296648" y="49769"/>
                  </a:lnTo>
                  <a:lnTo>
                    <a:pt x="8296773" y="49769"/>
                  </a:lnTo>
                  <a:lnTo>
                    <a:pt x="8296898" y="49769"/>
                  </a:lnTo>
                  <a:lnTo>
                    <a:pt x="8297023" y="49769"/>
                  </a:lnTo>
                  <a:lnTo>
                    <a:pt x="8297148" y="49769"/>
                  </a:lnTo>
                  <a:lnTo>
                    <a:pt x="8297273" y="49769"/>
                  </a:lnTo>
                  <a:lnTo>
                    <a:pt x="8297398" y="49769"/>
                  </a:lnTo>
                  <a:lnTo>
                    <a:pt x="8297523" y="49769"/>
                  </a:lnTo>
                  <a:lnTo>
                    <a:pt x="8297648" y="49769"/>
                  </a:lnTo>
                  <a:lnTo>
                    <a:pt x="8297773" y="49769"/>
                  </a:lnTo>
                  <a:lnTo>
                    <a:pt x="8297898" y="49769"/>
                  </a:lnTo>
                  <a:lnTo>
                    <a:pt x="8298023" y="49769"/>
                  </a:lnTo>
                  <a:lnTo>
                    <a:pt x="8298149" y="49769"/>
                  </a:lnTo>
                  <a:lnTo>
                    <a:pt x="8298274" y="49769"/>
                  </a:lnTo>
                  <a:lnTo>
                    <a:pt x="8298399" y="49769"/>
                  </a:lnTo>
                  <a:lnTo>
                    <a:pt x="8298524" y="49769"/>
                  </a:lnTo>
                  <a:lnTo>
                    <a:pt x="8298649" y="49769"/>
                  </a:lnTo>
                  <a:lnTo>
                    <a:pt x="8298774" y="49769"/>
                  </a:lnTo>
                  <a:lnTo>
                    <a:pt x="8298899" y="49769"/>
                  </a:lnTo>
                  <a:lnTo>
                    <a:pt x="8299024" y="49769"/>
                  </a:lnTo>
                  <a:lnTo>
                    <a:pt x="8299149" y="49769"/>
                  </a:lnTo>
                  <a:lnTo>
                    <a:pt x="8299274" y="49769"/>
                  </a:lnTo>
                  <a:lnTo>
                    <a:pt x="8299399" y="49769"/>
                  </a:lnTo>
                  <a:lnTo>
                    <a:pt x="8299524" y="49769"/>
                  </a:lnTo>
                  <a:lnTo>
                    <a:pt x="8299649" y="49769"/>
                  </a:lnTo>
                  <a:lnTo>
                    <a:pt x="8299774" y="49769"/>
                  </a:lnTo>
                  <a:lnTo>
                    <a:pt x="8299899" y="49769"/>
                  </a:lnTo>
                  <a:lnTo>
                    <a:pt x="8300024" y="49769"/>
                  </a:lnTo>
                  <a:lnTo>
                    <a:pt x="8300149" y="49769"/>
                  </a:lnTo>
                  <a:lnTo>
                    <a:pt x="8300274" y="49769"/>
                  </a:lnTo>
                  <a:lnTo>
                    <a:pt x="8300399" y="49769"/>
                  </a:lnTo>
                  <a:lnTo>
                    <a:pt x="8300524" y="49769"/>
                  </a:lnTo>
                  <a:lnTo>
                    <a:pt x="8300649" y="49769"/>
                  </a:lnTo>
                  <a:lnTo>
                    <a:pt x="8300774" y="49769"/>
                  </a:lnTo>
                  <a:lnTo>
                    <a:pt x="8300899" y="49769"/>
                  </a:lnTo>
                  <a:lnTo>
                    <a:pt x="8301024" y="49769"/>
                  </a:lnTo>
                  <a:lnTo>
                    <a:pt x="8301150" y="49769"/>
                  </a:lnTo>
                  <a:lnTo>
                    <a:pt x="8301275" y="49769"/>
                  </a:lnTo>
                  <a:lnTo>
                    <a:pt x="8301400" y="49769"/>
                  </a:lnTo>
                  <a:lnTo>
                    <a:pt x="8301525" y="49769"/>
                  </a:lnTo>
                  <a:lnTo>
                    <a:pt x="8301650" y="49769"/>
                  </a:lnTo>
                  <a:lnTo>
                    <a:pt x="8301775" y="49769"/>
                  </a:lnTo>
                  <a:lnTo>
                    <a:pt x="8301900" y="49769"/>
                  </a:lnTo>
                  <a:lnTo>
                    <a:pt x="8302025" y="49769"/>
                  </a:lnTo>
                  <a:lnTo>
                    <a:pt x="8302150" y="49769"/>
                  </a:lnTo>
                  <a:lnTo>
                    <a:pt x="8302275" y="49769"/>
                  </a:lnTo>
                  <a:lnTo>
                    <a:pt x="8302400" y="49769"/>
                  </a:lnTo>
                  <a:lnTo>
                    <a:pt x="8302525" y="49769"/>
                  </a:lnTo>
                  <a:lnTo>
                    <a:pt x="8302650" y="49769"/>
                  </a:lnTo>
                  <a:lnTo>
                    <a:pt x="8302775" y="49769"/>
                  </a:lnTo>
                  <a:lnTo>
                    <a:pt x="8302900" y="49769"/>
                  </a:lnTo>
                  <a:lnTo>
                    <a:pt x="8303025" y="49769"/>
                  </a:lnTo>
                  <a:lnTo>
                    <a:pt x="8303150" y="49769"/>
                  </a:lnTo>
                  <a:lnTo>
                    <a:pt x="8303275" y="49769"/>
                  </a:lnTo>
                  <a:lnTo>
                    <a:pt x="8303400" y="49769"/>
                  </a:lnTo>
                  <a:lnTo>
                    <a:pt x="8303525" y="49769"/>
                  </a:lnTo>
                  <a:lnTo>
                    <a:pt x="8303650" y="49769"/>
                  </a:lnTo>
                  <a:lnTo>
                    <a:pt x="8303775" y="49769"/>
                  </a:lnTo>
                  <a:lnTo>
                    <a:pt x="8303900" y="49769"/>
                  </a:lnTo>
                  <a:lnTo>
                    <a:pt x="8304026" y="49769"/>
                  </a:lnTo>
                  <a:lnTo>
                    <a:pt x="8304151" y="49769"/>
                  </a:lnTo>
                  <a:lnTo>
                    <a:pt x="8304276" y="49769"/>
                  </a:lnTo>
                  <a:lnTo>
                    <a:pt x="8304401" y="49769"/>
                  </a:lnTo>
                  <a:lnTo>
                    <a:pt x="8304526" y="49769"/>
                  </a:lnTo>
                  <a:lnTo>
                    <a:pt x="8304651" y="49769"/>
                  </a:lnTo>
                  <a:lnTo>
                    <a:pt x="8304776" y="49769"/>
                  </a:lnTo>
                  <a:lnTo>
                    <a:pt x="8304901" y="49769"/>
                  </a:lnTo>
                  <a:lnTo>
                    <a:pt x="8305026" y="49769"/>
                  </a:lnTo>
                  <a:lnTo>
                    <a:pt x="8305151" y="49769"/>
                  </a:lnTo>
                  <a:lnTo>
                    <a:pt x="8305276" y="49769"/>
                  </a:lnTo>
                  <a:lnTo>
                    <a:pt x="8305401" y="49769"/>
                  </a:lnTo>
                  <a:lnTo>
                    <a:pt x="8305526" y="49769"/>
                  </a:lnTo>
                  <a:lnTo>
                    <a:pt x="8305651" y="49769"/>
                  </a:lnTo>
                  <a:lnTo>
                    <a:pt x="8305776" y="49769"/>
                  </a:lnTo>
                  <a:lnTo>
                    <a:pt x="8305901" y="49769"/>
                  </a:lnTo>
                  <a:lnTo>
                    <a:pt x="8306026" y="49769"/>
                  </a:lnTo>
                  <a:lnTo>
                    <a:pt x="8306151" y="49769"/>
                  </a:lnTo>
                  <a:lnTo>
                    <a:pt x="8306276" y="49769"/>
                  </a:lnTo>
                  <a:lnTo>
                    <a:pt x="8306401" y="49769"/>
                  </a:lnTo>
                  <a:lnTo>
                    <a:pt x="8306526" y="49769"/>
                  </a:lnTo>
                  <a:lnTo>
                    <a:pt x="8306651" y="49769"/>
                  </a:lnTo>
                  <a:lnTo>
                    <a:pt x="8306776" y="49769"/>
                  </a:lnTo>
                  <a:lnTo>
                    <a:pt x="8306901" y="49769"/>
                  </a:lnTo>
                  <a:lnTo>
                    <a:pt x="8307027" y="49769"/>
                  </a:lnTo>
                  <a:lnTo>
                    <a:pt x="8307152" y="49769"/>
                  </a:lnTo>
                  <a:lnTo>
                    <a:pt x="8307277" y="49769"/>
                  </a:lnTo>
                  <a:lnTo>
                    <a:pt x="8307402" y="49769"/>
                  </a:lnTo>
                  <a:lnTo>
                    <a:pt x="8307527" y="49769"/>
                  </a:lnTo>
                  <a:lnTo>
                    <a:pt x="8307652" y="49769"/>
                  </a:lnTo>
                  <a:lnTo>
                    <a:pt x="8307777" y="49769"/>
                  </a:lnTo>
                  <a:lnTo>
                    <a:pt x="8307902" y="49769"/>
                  </a:lnTo>
                  <a:lnTo>
                    <a:pt x="8308027" y="49769"/>
                  </a:lnTo>
                  <a:lnTo>
                    <a:pt x="8308152" y="49769"/>
                  </a:lnTo>
                  <a:lnTo>
                    <a:pt x="8308277" y="49769"/>
                  </a:lnTo>
                  <a:lnTo>
                    <a:pt x="8308402" y="49769"/>
                  </a:lnTo>
                  <a:lnTo>
                    <a:pt x="8308527" y="49769"/>
                  </a:lnTo>
                  <a:lnTo>
                    <a:pt x="8308652" y="49769"/>
                  </a:lnTo>
                  <a:lnTo>
                    <a:pt x="8308777" y="49769"/>
                  </a:lnTo>
                  <a:lnTo>
                    <a:pt x="8308902" y="49769"/>
                  </a:lnTo>
                  <a:lnTo>
                    <a:pt x="8309027" y="49769"/>
                  </a:lnTo>
                  <a:lnTo>
                    <a:pt x="8309152" y="49769"/>
                  </a:lnTo>
                  <a:lnTo>
                    <a:pt x="8309277" y="49769"/>
                  </a:lnTo>
                  <a:lnTo>
                    <a:pt x="8309402" y="49769"/>
                  </a:lnTo>
                  <a:lnTo>
                    <a:pt x="8309527" y="49769"/>
                  </a:lnTo>
                  <a:lnTo>
                    <a:pt x="8309652" y="49769"/>
                  </a:lnTo>
                  <a:lnTo>
                    <a:pt x="8309777" y="49769"/>
                  </a:lnTo>
                  <a:lnTo>
                    <a:pt x="8309902" y="49769"/>
                  </a:lnTo>
                  <a:lnTo>
                    <a:pt x="8310028" y="49769"/>
                  </a:lnTo>
                  <a:lnTo>
                    <a:pt x="8310153" y="49769"/>
                  </a:lnTo>
                  <a:lnTo>
                    <a:pt x="8310278" y="49769"/>
                  </a:lnTo>
                  <a:lnTo>
                    <a:pt x="8310403" y="49769"/>
                  </a:lnTo>
                  <a:lnTo>
                    <a:pt x="8310528" y="49769"/>
                  </a:lnTo>
                  <a:lnTo>
                    <a:pt x="8310653" y="49769"/>
                  </a:lnTo>
                  <a:lnTo>
                    <a:pt x="8310778" y="49769"/>
                  </a:lnTo>
                  <a:lnTo>
                    <a:pt x="8310903" y="49769"/>
                  </a:lnTo>
                  <a:lnTo>
                    <a:pt x="8311028" y="49769"/>
                  </a:lnTo>
                  <a:lnTo>
                    <a:pt x="8311153" y="49769"/>
                  </a:lnTo>
                  <a:lnTo>
                    <a:pt x="8311278" y="49769"/>
                  </a:lnTo>
                  <a:lnTo>
                    <a:pt x="8311403" y="49769"/>
                  </a:lnTo>
                  <a:lnTo>
                    <a:pt x="8311528" y="49769"/>
                  </a:lnTo>
                  <a:lnTo>
                    <a:pt x="8311653" y="49769"/>
                  </a:lnTo>
                  <a:lnTo>
                    <a:pt x="8311778" y="49769"/>
                  </a:lnTo>
                  <a:lnTo>
                    <a:pt x="8311903" y="49769"/>
                  </a:lnTo>
                  <a:lnTo>
                    <a:pt x="8312028" y="49769"/>
                  </a:lnTo>
                  <a:lnTo>
                    <a:pt x="8312153" y="49769"/>
                  </a:lnTo>
                  <a:lnTo>
                    <a:pt x="8312278" y="49769"/>
                  </a:lnTo>
                  <a:lnTo>
                    <a:pt x="8312403" y="49769"/>
                  </a:lnTo>
                  <a:lnTo>
                    <a:pt x="8312528" y="49769"/>
                  </a:lnTo>
                  <a:lnTo>
                    <a:pt x="8312653" y="49769"/>
                  </a:lnTo>
                  <a:lnTo>
                    <a:pt x="8312778" y="49769"/>
                  </a:lnTo>
                  <a:lnTo>
                    <a:pt x="8312903" y="49769"/>
                  </a:lnTo>
                  <a:lnTo>
                    <a:pt x="8313029" y="49769"/>
                  </a:lnTo>
                  <a:lnTo>
                    <a:pt x="8313154" y="49769"/>
                  </a:lnTo>
                  <a:lnTo>
                    <a:pt x="8313279" y="49769"/>
                  </a:lnTo>
                  <a:lnTo>
                    <a:pt x="8313404" y="49769"/>
                  </a:lnTo>
                  <a:lnTo>
                    <a:pt x="8313529" y="49769"/>
                  </a:lnTo>
                  <a:lnTo>
                    <a:pt x="8313654" y="49769"/>
                  </a:lnTo>
                  <a:lnTo>
                    <a:pt x="8313779" y="49769"/>
                  </a:lnTo>
                  <a:lnTo>
                    <a:pt x="8313904" y="49769"/>
                  </a:lnTo>
                  <a:lnTo>
                    <a:pt x="8314029" y="49769"/>
                  </a:lnTo>
                  <a:lnTo>
                    <a:pt x="8314154" y="49769"/>
                  </a:lnTo>
                  <a:lnTo>
                    <a:pt x="8314279" y="49769"/>
                  </a:lnTo>
                  <a:lnTo>
                    <a:pt x="8314404" y="49769"/>
                  </a:lnTo>
                  <a:lnTo>
                    <a:pt x="8314529" y="49769"/>
                  </a:lnTo>
                  <a:lnTo>
                    <a:pt x="8314654" y="49769"/>
                  </a:lnTo>
                  <a:lnTo>
                    <a:pt x="8314779" y="49769"/>
                  </a:lnTo>
                  <a:lnTo>
                    <a:pt x="8314904" y="49769"/>
                  </a:lnTo>
                  <a:lnTo>
                    <a:pt x="8315029" y="49769"/>
                  </a:lnTo>
                  <a:lnTo>
                    <a:pt x="8315154" y="49769"/>
                  </a:lnTo>
                  <a:lnTo>
                    <a:pt x="8315279" y="49769"/>
                  </a:lnTo>
                  <a:lnTo>
                    <a:pt x="8315404" y="49769"/>
                  </a:lnTo>
                  <a:lnTo>
                    <a:pt x="8315529" y="49769"/>
                  </a:lnTo>
                  <a:lnTo>
                    <a:pt x="8315654" y="49769"/>
                  </a:lnTo>
                  <a:lnTo>
                    <a:pt x="8315779" y="49769"/>
                  </a:lnTo>
                  <a:lnTo>
                    <a:pt x="8315904" y="49769"/>
                  </a:lnTo>
                  <a:lnTo>
                    <a:pt x="8316030" y="49769"/>
                  </a:lnTo>
                  <a:lnTo>
                    <a:pt x="8316155" y="49769"/>
                  </a:lnTo>
                  <a:lnTo>
                    <a:pt x="8316280" y="49769"/>
                  </a:lnTo>
                  <a:lnTo>
                    <a:pt x="8316405" y="49769"/>
                  </a:lnTo>
                  <a:lnTo>
                    <a:pt x="8316530" y="49769"/>
                  </a:lnTo>
                  <a:lnTo>
                    <a:pt x="8316655" y="49769"/>
                  </a:lnTo>
                  <a:lnTo>
                    <a:pt x="8316780" y="49769"/>
                  </a:lnTo>
                  <a:lnTo>
                    <a:pt x="8316905" y="49769"/>
                  </a:lnTo>
                  <a:lnTo>
                    <a:pt x="8317030" y="49769"/>
                  </a:lnTo>
                  <a:lnTo>
                    <a:pt x="8317155" y="49769"/>
                  </a:lnTo>
                  <a:lnTo>
                    <a:pt x="8317280" y="49769"/>
                  </a:lnTo>
                  <a:lnTo>
                    <a:pt x="8317405" y="49769"/>
                  </a:lnTo>
                  <a:lnTo>
                    <a:pt x="8317530" y="49769"/>
                  </a:lnTo>
                  <a:lnTo>
                    <a:pt x="8317655" y="49769"/>
                  </a:lnTo>
                  <a:lnTo>
                    <a:pt x="8317780" y="49769"/>
                  </a:lnTo>
                  <a:lnTo>
                    <a:pt x="8317905" y="49769"/>
                  </a:lnTo>
                  <a:lnTo>
                    <a:pt x="8318030" y="49769"/>
                  </a:lnTo>
                  <a:lnTo>
                    <a:pt x="8318155" y="49769"/>
                  </a:lnTo>
                  <a:lnTo>
                    <a:pt x="8318280" y="49769"/>
                  </a:lnTo>
                  <a:lnTo>
                    <a:pt x="8318405" y="49769"/>
                  </a:lnTo>
                  <a:lnTo>
                    <a:pt x="8318530" y="49769"/>
                  </a:lnTo>
                  <a:lnTo>
                    <a:pt x="8318655" y="49769"/>
                  </a:lnTo>
                  <a:lnTo>
                    <a:pt x="8318780" y="49769"/>
                  </a:lnTo>
                  <a:lnTo>
                    <a:pt x="8318905" y="49769"/>
                  </a:lnTo>
                  <a:lnTo>
                    <a:pt x="8319031" y="49769"/>
                  </a:lnTo>
                  <a:lnTo>
                    <a:pt x="8319156" y="49769"/>
                  </a:lnTo>
                  <a:lnTo>
                    <a:pt x="8319281" y="49769"/>
                  </a:lnTo>
                  <a:lnTo>
                    <a:pt x="8319406" y="49769"/>
                  </a:lnTo>
                  <a:lnTo>
                    <a:pt x="8319531" y="49769"/>
                  </a:lnTo>
                  <a:lnTo>
                    <a:pt x="8319656" y="49769"/>
                  </a:lnTo>
                  <a:lnTo>
                    <a:pt x="8319781" y="49769"/>
                  </a:lnTo>
                  <a:lnTo>
                    <a:pt x="8319906" y="49769"/>
                  </a:lnTo>
                  <a:lnTo>
                    <a:pt x="8320031" y="49769"/>
                  </a:lnTo>
                  <a:lnTo>
                    <a:pt x="8320156" y="49769"/>
                  </a:lnTo>
                  <a:lnTo>
                    <a:pt x="8320281" y="49769"/>
                  </a:lnTo>
                  <a:lnTo>
                    <a:pt x="8320406" y="49769"/>
                  </a:lnTo>
                  <a:lnTo>
                    <a:pt x="8320531" y="49769"/>
                  </a:lnTo>
                  <a:lnTo>
                    <a:pt x="8320656" y="49769"/>
                  </a:lnTo>
                  <a:lnTo>
                    <a:pt x="8320781" y="49769"/>
                  </a:lnTo>
                  <a:lnTo>
                    <a:pt x="8320906" y="49769"/>
                  </a:lnTo>
                  <a:lnTo>
                    <a:pt x="8321031" y="49769"/>
                  </a:lnTo>
                  <a:lnTo>
                    <a:pt x="8321156" y="49769"/>
                  </a:lnTo>
                  <a:lnTo>
                    <a:pt x="8321281" y="49769"/>
                  </a:lnTo>
                  <a:lnTo>
                    <a:pt x="8321406" y="49769"/>
                  </a:lnTo>
                  <a:lnTo>
                    <a:pt x="8321406" y="39815"/>
                  </a:lnTo>
                  <a:lnTo>
                    <a:pt x="8321531" y="39815"/>
                  </a:lnTo>
                  <a:lnTo>
                    <a:pt x="8321656" y="39815"/>
                  </a:lnTo>
                  <a:lnTo>
                    <a:pt x="8321781" y="39815"/>
                  </a:lnTo>
                  <a:lnTo>
                    <a:pt x="8321906" y="39815"/>
                  </a:lnTo>
                  <a:lnTo>
                    <a:pt x="8322032" y="39815"/>
                  </a:lnTo>
                  <a:lnTo>
                    <a:pt x="8322157" y="39815"/>
                  </a:lnTo>
                  <a:lnTo>
                    <a:pt x="8322282" y="39815"/>
                  </a:lnTo>
                  <a:lnTo>
                    <a:pt x="8322407" y="39815"/>
                  </a:lnTo>
                  <a:lnTo>
                    <a:pt x="8322532" y="39815"/>
                  </a:lnTo>
                  <a:lnTo>
                    <a:pt x="8322657" y="39815"/>
                  </a:lnTo>
                  <a:lnTo>
                    <a:pt x="8322782" y="39815"/>
                  </a:lnTo>
                  <a:lnTo>
                    <a:pt x="8322907" y="39815"/>
                  </a:lnTo>
                  <a:lnTo>
                    <a:pt x="8323032" y="39815"/>
                  </a:lnTo>
                  <a:lnTo>
                    <a:pt x="8323157" y="39815"/>
                  </a:lnTo>
                  <a:lnTo>
                    <a:pt x="8323282" y="39815"/>
                  </a:lnTo>
                  <a:lnTo>
                    <a:pt x="8323407" y="39815"/>
                  </a:lnTo>
                  <a:lnTo>
                    <a:pt x="8323532" y="39815"/>
                  </a:lnTo>
                  <a:lnTo>
                    <a:pt x="8323657" y="39815"/>
                  </a:lnTo>
                  <a:lnTo>
                    <a:pt x="8323782" y="39815"/>
                  </a:lnTo>
                  <a:lnTo>
                    <a:pt x="8323907" y="39815"/>
                  </a:lnTo>
                  <a:lnTo>
                    <a:pt x="8324032" y="39815"/>
                  </a:lnTo>
                  <a:lnTo>
                    <a:pt x="8324157" y="39815"/>
                  </a:lnTo>
                  <a:lnTo>
                    <a:pt x="8324282" y="39815"/>
                  </a:lnTo>
                  <a:lnTo>
                    <a:pt x="8324407" y="39815"/>
                  </a:lnTo>
                  <a:lnTo>
                    <a:pt x="8324532" y="39815"/>
                  </a:lnTo>
                  <a:lnTo>
                    <a:pt x="8324657" y="39815"/>
                  </a:lnTo>
                  <a:lnTo>
                    <a:pt x="8324782" y="39815"/>
                  </a:lnTo>
                  <a:lnTo>
                    <a:pt x="8324907" y="39815"/>
                  </a:lnTo>
                  <a:lnTo>
                    <a:pt x="8325033" y="39815"/>
                  </a:lnTo>
                  <a:lnTo>
                    <a:pt x="8325158" y="39815"/>
                  </a:lnTo>
                  <a:lnTo>
                    <a:pt x="8325283" y="39815"/>
                  </a:lnTo>
                  <a:lnTo>
                    <a:pt x="8325408" y="39815"/>
                  </a:lnTo>
                  <a:lnTo>
                    <a:pt x="8325533" y="39815"/>
                  </a:lnTo>
                  <a:lnTo>
                    <a:pt x="8325658" y="39815"/>
                  </a:lnTo>
                  <a:lnTo>
                    <a:pt x="8325783" y="39815"/>
                  </a:lnTo>
                  <a:lnTo>
                    <a:pt x="8325908" y="39815"/>
                  </a:lnTo>
                  <a:lnTo>
                    <a:pt x="8326033" y="39815"/>
                  </a:lnTo>
                  <a:lnTo>
                    <a:pt x="8326158" y="39815"/>
                  </a:lnTo>
                  <a:lnTo>
                    <a:pt x="8326283" y="39815"/>
                  </a:lnTo>
                  <a:lnTo>
                    <a:pt x="8326408" y="39815"/>
                  </a:lnTo>
                  <a:lnTo>
                    <a:pt x="8326533" y="39815"/>
                  </a:lnTo>
                  <a:lnTo>
                    <a:pt x="8326658" y="39815"/>
                  </a:lnTo>
                  <a:lnTo>
                    <a:pt x="8326783" y="39815"/>
                  </a:lnTo>
                  <a:lnTo>
                    <a:pt x="8326908" y="39815"/>
                  </a:lnTo>
                  <a:lnTo>
                    <a:pt x="8327033" y="39815"/>
                  </a:lnTo>
                  <a:lnTo>
                    <a:pt x="8327158" y="39815"/>
                  </a:lnTo>
                  <a:lnTo>
                    <a:pt x="8327283" y="39815"/>
                  </a:lnTo>
                  <a:lnTo>
                    <a:pt x="8327408" y="39815"/>
                  </a:lnTo>
                  <a:lnTo>
                    <a:pt x="8327533" y="39815"/>
                  </a:lnTo>
                  <a:lnTo>
                    <a:pt x="8327658" y="39815"/>
                  </a:lnTo>
                  <a:lnTo>
                    <a:pt x="8327783" y="39815"/>
                  </a:lnTo>
                  <a:lnTo>
                    <a:pt x="8327908" y="39815"/>
                  </a:lnTo>
                  <a:lnTo>
                    <a:pt x="8328034" y="39815"/>
                  </a:lnTo>
                  <a:lnTo>
                    <a:pt x="8328159" y="39815"/>
                  </a:lnTo>
                  <a:lnTo>
                    <a:pt x="8328284" y="39815"/>
                  </a:lnTo>
                  <a:lnTo>
                    <a:pt x="8328409" y="39815"/>
                  </a:lnTo>
                  <a:lnTo>
                    <a:pt x="8328534" y="39815"/>
                  </a:lnTo>
                  <a:lnTo>
                    <a:pt x="8328659" y="39815"/>
                  </a:lnTo>
                  <a:lnTo>
                    <a:pt x="8328784" y="39815"/>
                  </a:lnTo>
                  <a:lnTo>
                    <a:pt x="8328909" y="39815"/>
                  </a:lnTo>
                  <a:lnTo>
                    <a:pt x="8329034" y="39815"/>
                  </a:lnTo>
                  <a:lnTo>
                    <a:pt x="8329159" y="39815"/>
                  </a:lnTo>
                  <a:lnTo>
                    <a:pt x="8329284" y="39815"/>
                  </a:lnTo>
                  <a:lnTo>
                    <a:pt x="8329409" y="39815"/>
                  </a:lnTo>
                  <a:lnTo>
                    <a:pt x="8329534" y="39815"/>
                  </a:lnTo>
                  <a:lnTo>
                    <a:pt x="8329659" y="39815"/>
                  </a:lnTo>
                  <a:lnTo>
                    <a:pt x="8329784" y="39815"/>
                  </a:lnTo>
                  <a:lnTo>
                    <a:pt x="8329909" y="39815"/>
                  </a:lnTo>
                  <a:lnTo>
                    <a:pt x="8330034" y="39815"/>
                  </a:lnTo>
                  <a:lnTo>
                    <a:pt x="8330159" y="39815"/>
                  </a:lnTo>
                  <a:lnTo>
                    <a:pt x="8330284" y="39815"/>
                  </a:lnTo>
                  <a:lnTo>
                    <a:pt x="8330409" y="39815"/>
                  </a:lnTo>
                  <a:lnTo>
                    <a:pt x="8330534" y="39815"/>
                  </a:lnTo>
                  <a:lnTo>
                    <a:pt x="8330659" y="39815"/>
                  </a:lnTo>
                  <a:lnTo>
                    <a:pt x="8330784" y="39815"/>
                  </a:lnTo>
                  <a:lnTo>
                    <a:pt x="8330909" y="39815"/>
                  </a:lnTo>
                  <a:lnTo>
                    <a:pt x="8331035" y="39815"/>
                  </a:lnTo>
                  <a:lnTo>
                    <a:pt x="8331160" y="39815"/>
                  </a:lnTo>
                  <a:lnTo>
                    <a:pt x="8331285" y="39815"/>
                  </a:lnTo>
                  <a:lnTo>
                    <a:pt x="8331410" y="39815"/>
                  </a:lnTo>
                  <a:lnTo>
                    <a:pt x="8331535" y="39815"/>
                  </a:lnTo>
                  <a:lnTo>
                    <a:pt x="8331660" y="39815"/>
                  </a:lnTo>
                  <a:lnTo>
                    <a:pt x="8331785" y="39815"/>
                  </a:lnTo>
                  <a:lnTo>
                    <a:pt x="8331910" y="39815"/>
                  </a:lnTo>
                  <a:lnTo>
                    <a:pt x="8332035" y="39815"/>
                  </a:lnTo>
                  <a:lnTo>
                    <a:pt x="8332160" y="39815"/>
                  </a:lnTo>
                  <a:lnTo>
                    <a:pt x="8332285" y="39815"/>
                  </a:lnTo>
                  <a:lnTo>
                    <a:pt x="8332410" y="39815"/>
                  </a:lnTo>
                  <a:lnTo>
                    <a:pt x="8332535" y="39815"/>
                  </a:lnTo>
                  <a:lnTo>
                    <a:pt x="8332660" y="39815"/>
                  </a:lnTo>
                  <a:lnTo>
                    <a:pt x="8332785" y="39815"/>
                  </a:lnTo>
                  <a:lnTo>
                    <a:pt x="8332910" y="39815"/>
                  </a:lnTo>
                  <a:lnTo>
                    <a:pt x="8333035" y="39815"/>
                  </a:lnTo>
                  <a:lnTo>
                    <a:pt x="8333160" y="39815"/>
                  </a:lnTo>
                  <a:lnTo>
                    <a:pt x="8333285" y="39815"/>
                  </a:lnTo>
                  <a:lnTo>
                    <a:pt x="8333410" y="39815"/>
                  </a:lnTo>
                  <a:lnTo>
                    <a:pt x="8333535" y="39815"/>
                  </a:lnTo>
                  <a:lnTo>
                    <a:pt x="8333660" y="39815"/>
                  </a:lnTo>
                  <a:lnTo>
                    <a:pt x="8333785" y="39815"/>
                  </a:lnTo>
                  <a:lnTo>
                    <a:pt x="8333910" y="39815"/>
                  </a:lnTo>
                  <a:lnTo>
                    <a:pt x="8334036" y="39815"/>
                  </a:lnTo>
                  <a:lnTo>
                    <a:pt x="8334161" y="39815"/>
                  </a:lnTo>
                  <a:lnTo>
                    <a:pt x="8334286" y="39815"/>
                  </a:lnTo>
                  <a:lnTo>
                    <a:pt x="8334411" y="39815"/>
                  </a:lnTo>
                  <a:lnTo>
                    <a:pt x="8334536" y="39815"/>
                  </a:lnTo>
                  <a:lnTo>
                    <a:pt x="8334661" y="39815"/>
                  </a:lnTo>
                  <a:lnTo>
                    <a:pt x="8334786" y="39815"/>
                  </a:lnTo>
                  <a:lnTo>
                    <a:pt x="8334911" y="39815"/>
                  </a:lnTo>
                  <a:lnTo>
                    <a:pt x="8335036" y="39815"/>
                  </a:lnTo>
                  <a:lnTo>
                    <a:pt x="8335161" y="39815"/>
                  </a:lnTo>
                  <a:lnTo>
                    <a:pt x="8335286" y="39815"/>
                  </a:lnTo>
                  <a:lnTo>
                    <a:pt x="8335411" y="39815"/>
                  </a:lnTo>
                  <a:lnTo>
                    <a:pt x="8335536" y="39815"/>
                  </a:lnTo>
                  <a:lnTo>
                    <a:pt x="8335661" y="39815"/>
                  </a:lnTo>
                  <a:lnTo>
                    <a:pt x="8335786" y="39815"/>
                  </a:lnTo>
                  <a:lnTo>
                    <a:pt x="8335911" y="39815"/>
                  </a:lnTo>
                  <a:lnTo>
                    <a:pt x="8336036" y="39815"/>
                  </a:lnTo>
                  <a:lnTo>
                    <a:pt x="8336161" y="39815"/>
                  </a:lnTo>
                  <a:lnTo>
                    <a:pt x="8336286" y="39815"/>
                  </a:lnTo>
                  <a:lnTo>
                    <a:pt x="8336411" y="39815"/>
                  </a:lnTo>
                  <a:lnTo>
                    <a:pt x="8336536" y="39815"/>
                  </a:lnTo>
                  <a:lnTo>
                    <a:pt x="8336661" y="39815"/>
                  </a:lnTo>
                  <a:lnTo>
                    <a:pt x="8336786" y="39815"/>
                  </a:lnTo>
                  <a:lnTo>
                    <a:pt x="8336911" y="39815"/>
                  </a:lnTo>
                  <a:lnTo>
                    <a:pt x="8337037" y="39815"/>
                  </a:lnTo>
                  <a:lnTo>
                    <a:pt x="8337162" y="39815"/>
                  </a:lnTo>
                  <a:lnTo>
                    <a:pt x="8337287" y="39815"/>
                  </a:lnTo>
                  <a:lnTo>
                    <a:pt x="8337412" y="39815"/>
                  </a:lnTo>
                  <a:lnTo>
                    <a:pt x="8337537" y="39815"/>
                  </a:lnTo>
                  <a:lnTo>
                    <a:pt x="8337662" y="39815"/>
                  </a:lnTo>
                  <a:lnTo>
                    <a:pt x="8337787" y="39815"/>
                  </a:lnTo>
                  <a:lnTo>
                    <a:pt x="8337912" y="39815"/>
                  </a:lnTo>
                  <a:lnTo>
                    <a:pt x="8338037" y="39815"/>
                  </a:lnTo>
                  <a:lnTo>
                    <a:pt x="8338162" y="39815"/>
                  </a:lnTo>
                  <a:lnTo>
                    <a:pt x="8338287" y="39815"/>
                  </a:lnTo>
                  <a:lnTo>
                    <a:pt x="8338412" y="39815"/>
                  </a:lnTo>
                  <a:lnTo>
                    <a:pt x="8338537" y="39815"/>
                  </a:lnTo>
                  <a:lnTo>
                    <a:pt x="8338662" y="39815"/>
                  </a:lnTo>
                  <a:lnTo>
                    <a:pt x="8338787" y="39815"/>
                  </a:lnTo>
                  <a:lnTo>
                    <a:pt x="8338912" y="39815"/>
                  </a:lnTo>
                  <a:lnTo>
                    <a:pt x="8339037" y="39815"/>
                  </a:lnTo>
                  <a:lnTo>
                    <a:pt x="8339162" y="39815"/>
                  </a:lnTo>
                  <a:lnTo>
                    <a:pt x="8339287" y="39815"/>
                  </a:lnTo>
                  <a:lnTo>
                    <a:pt x="8339412" y="39815"/>
                  </a:lnTo>
                  <a:lnTo>
                    <a:pt x="8339537" y="39815"/>
                  </a:lnTo>
                  <a:lnTo>
                    <a:pt x="8339662" y="39815"/>
                  </a:lnTo>
                  <a:lnTo>
                    <a:pt x="8339787" y="39815"/>
                  </a:lnTo>
                  <a:lnTo>
                    <a:pt x="8339912" y="39815"/>
                  </a:lnTo>
                  <a:lnTo>
                    <a:pt x="8340038" y="39815"/>
                  </a:lnTo>
                  <a:lnTo>
                    <a:pt x="8340163" y="39815"/>
                  </a:lnTo>
                  <a:lnTo>
                    <a:pt x="8340288" y="39815"/>
                  </a:lnTo>
                  <a:lnTo>
                    <a:pt x="8340413" y="39815"/>
                  </a:lnTo>
                  <a:lnTo>
                    <a:pt x="8340538" y="39815"/>
                  </a:lnTo>
                  <a:lnTo>
                    <a:pt x="8340663" y="39815"/>
                  </a:lnTo>
                  <a:lnTo>
                    <a:pt x="8340788" y="39815"/>
                  </a:lnTo>
                  <a:lnTo>
                    <a:pt x="8340913" y="39815"/>
                  </a:lnTo>
                  <a:lnTo>
                    <a:pt x="8341038" y="39815"/>
                  </a:lnTo>
                  <a:lnTo>
                    <a:pt x="8341163" y="39815"/>
                  </a:lnTo>
                  <a:lnTo>
                    <a:pt x="8341288" y="39815"/>
                  </a:lnTo>
                  <a:lnTo>
                    <a:pt x="8341413" y="39815"/>
                  </a:lnTo>
                  <a:lnTo>
                    <a:pt x="8341538" y="39815"/>
                  </a:lnTo>
                  <a:lnTo>
                    <a:pt x="8341663" y="39815"/>
                  </a:lnTo>
                  <a:lnTo>
                    <a:pt x="8341788" y="39815"/>
                  </a:lnTo>
                  <a:lnTo>
                    <a:pt x="8341913" y="39815"/>
                  </a:lnTo>
                  <a:lnTo>
                    <a:pt x="8342038" y="39815"/>
                  </a:lnTo>
                  <a:lnTo>
                    <a:pt x="8342163" y="39815"/>
                  </a:lnTo>
                  <a:lnTo>
                    <a:pt x="8342288" y="39815"/>
                  </a:lnTo>
                  <a:lnTo>
                    <a:pt x="8342413" y="39815"/>
                  </a:lnTo>
                  <a:lnTo>
                    <a:pt x="8342538" y="39815"/>
                  </a:lnTo>
                  <a:lnTo>
                    <a:pt x="8342663" y="39815"/>
                  </a:lnTo>
                  <a:lnTo>
                    <a:pt x="8342788" y="39815"/>
                  </a:lnTo>
                  <a:lnTo>
                    <a:pt x="8342914" y="39815"/>
                  </a:lnTo>
                  <a:lnTo>
                    <a:pt x="8343039" y="39815"/>
                  </a:lnTo>
                  <a:lnTo>
                    <a:pt x="8343164" y="39815"/>
                  </a:lnTo>
                  <a:lnTo>
                    <a:pt x="8343289" y="39815"/>
                  </a:lnTo>
                  <a:lnTo>
                    <a:pt x="8343414" y="39815"/>
                  </a:lnTo>
                  <a:lnTo>
                    <a:pt x="8343539" y="39815"/>
                  </a:lnTo>
                  <a:lnTo>
                    <a:pt x="8343664" y="39815"/>
                  </a:lnTo>
                  <a:lnTo>
                    <a:pt x="8343789" y="39815"/>
                  </a:lnTo>
                  <a:lnTo>
                    <a:pt x="8343914" y="39815"/>
                  </a:lnTo>
                  <a:lnTo>
                    <a:pt x="8344039" y="39815"/>
                  </a:lnTo>
                  <a:lnTo>
                    <a:pt x="8344164" y="39815"/>
                  </a:lnTo>
                  <a:lnTo>
                    <a:pt x="8344289" y="39815"/>
                  </a:lnTo>
                  <a:lnTo>
                    <a:pt x="8344414" y="39815"/>
                  </a:lnTo>
                  <a:lnTo>
                    <a:pt x="8344539" y="39815"/>
                  </a:lnTo>
                  <a:lnTo>
                    <a:pt x="8344664" y="39815"/>
                  </a:lnTo>
                  <a:lnTo>
                    <a:pt x="8344789" y="39815"/>
                  </a:lnTo>
                  <a:lnTo>
                    <a:pt x="8344914" y="39815"/>
                  </a:lnTo>
                  <a:lnTo>
                    <a:pt x="8345039" y="39815"/>
                  </a:lnTo>
                  <a:lnTo>
                    <a:pt x="8345164" y="39815"/>
                  </a:lnTo>
                  <a:lnTo>
                    <a:pt x="8345289" y="39815"/>
                  </a:lnTo>
                  <a:lnTo>
                    <a:pt x="8345414" y="39815"/>
                  </a:lnTo>
                  <a:lnTo>
                    <a:pt x="8345539" y="39815"/>
                  </a:lnTo>
                  <a:lnTo>
                    <a:pt x="8345664" y="39815"/>
                  </a:lnTo>
                  <a:lnTo>
                    <a:pt x="8345789" y="39815"/>
                  </a:lnTo>
                  <a:lnTo>
                    <a:pt x="8345915" y="39815"/>
                  </a:lnTo>
                  <a:lnTo>
                    <a:pt x="8346040" y="39815"/>
                  </a:lnTo>
                  <a:lnTo>
                    <a:pt x="8346165" y="39815"/>
                  </a:lnTo>
                  <a:lnTo>
                    <a:pt x="8346290" y="39815"/>
                  </a:lnTo>
                  <a:lnTo>
                    <a:pt x="8346415" y="39815"/>
                  </a:lnTo>
                  <a:lnTo>
                    <a:pt x="8346540" y="39815"/>
                  </a:lnTo>
                  <a:lnTo>
                    <a:pt x="8346665" y="39815"/>
                  </a:lnTo>
                  <a:lnTo>
                    <a:pt x="8346790" y="39815"/>
                  </a:lnTo>
                  <a:lnTo>
                    <a:pt x="8346915" y="39815"/>
                  </a:lnTo>
                  <a:lnTo>
                    <a:pt x="8347040" y="39815"/>
                  </a:lnTo>
                  <a:lnTo>
                    <a:pt x="8347165" y="39815"/>
                  </a:lnTo>
                  <a:lnTo>
                    <a:pt x="8347290" y="39815"/>
                  </a:lnTo>
                  <a:lnTo>
                    <a:pt x="8347415" y="39815"/>
                  </a:lnTo>
                  <a:lnTo>
                    <a:pt x="8347540" y="39815"/>
                  </a:lnTo>
                  <a:lnTo>
                    <a:pt x="8347665" y="39815"/>
                  </a:lnTo>
                  <a:lnTo>
                    <a:pt x="8347790" y="39815"/>
                  </a:lnTo>
                  <a:lnTo>
                    <a:pt x="8347915" y="39815"/>
                  </a:lnTo>
                  <a:lnTo>
                    <a:pt x="8348040" y="39815"/>
                  </a:lnTo>
                  <a:lnTo>
                    <a:pt x="8348165" y="39815"/>
                  </a:lnTo>
                  <a:lnTo>
                    <a:pt x="8348290" y="39815"/>
                  </a:lnTo>
                  <a:lnTo>
                    <a:pt x="8348415" y="39815"/>
                  </a:lnTo>
                  <a:lnTo>
                    <a:pt x="8348540" y="39815"/>
                  </a:lnTo>
                  <a:lnTo>
                    <a:pt x="8348665" y="39815"/>
                  </a:lnTo>
                  <a:lnTo>
                    <a:pt x="8348790" y="39815"/>
                  </a:lnTo>
                  <a:lnTo>
                    <a:pt x="8348916" y="39815"/>
                  </a:lnTo>
                  <a:lnTo>
                    <a:pt x="8349041" y="39815"/>
                  </a:lnTo>
                  <a:lnTo>
                    <a:pt x="8349166" y="39815"/>
                  </a:lnTo>
                  <a:lnTo>
                    <a:pt x="8349291" y="39815"/>
                  </a:lnTo>
                  <a:lnTo>
                    <a:pt x="8349416" y="39815"/>
                  </a:lnTo>
                  <a:lnTo>
                    <a:pt x="8349541" y="39815"/>
                  </a:lnTo>
                  <a:lnTo>
                    <a:pt x="8349666" y="39815"/>
                  </a:lnTo>
                  <a:lnTo>
                    <a:pt x="8349791" y="39815"/>
                  </a:lnTo>
                  <a:lnTo>
                    <a:pt x="8349916" y="39815"/>
                  </a:lnTo>
                  <a:lnTo>
                    <a:pt x="8350041" y="39815"/>
                  </a:lnTo>
                  <a:lnTo>
                    <a:pt x="8350166" y="39815"/>
                  </a:lnTo>
                  <a:lnTo>
                    <a:pt x="8350291" y="39815"/>
                  </a:lnTo>
                  <a:lnTo>
                    <a:pt x="8350416" y="39815"/>
                  </a:lnTo>
                  <a:lnTo>
                    <a:pt x="8350541" y="39815"/>
                  </a:lnTo>
                  <a:lnTo>
                    <a:pt x="8350666" y="39815"/>
                  </a:lnTo>
                  <a:lnTo>
                    <a:pt x="8350791" y="39815"/>
                  </a:lnTo>
                  <a:lnTo>
                    <a:pt x="8350916" y="39815"/>
                  </a:lnTo>
                  <a:lnTo>
                    <a:pt x="8351041" y="39815"/>
                  </a:lnTo>
                  <a:lnTo>
                    <a:pt x="8351166" y="39815"/>
                  </a:lnTo>
                  <a:lnTo>
                    <a:pt x="8351291" y="39815"/>
                  </a:lnTo>
                  <a:lnTo>
                    <a:pt x="8351416" y="39815"/>
                  </a:lnTo>
                  <a:lnTo>
                    <a:pt x="8351541" y="39815"/>
                  </a:lnTo>
                  <a:lnTo>
                    <a:pt x="8351666" y="39815"/>
                  </a:lnTo>
                  <a:lnTo>
                    <a:pt x="8351791" y="39815"/>
                  </a:lnTo>
                  <a:lnTo>
                    <a:pt x="8351917" y="39815"/>
                  </a:lnTo>
                  <a:lnTo>
                    <a:pt x="8352042" y="39815"/>
                  </a:lnTo>
                  <a:lnTo>
                    <a:pt x="8352167" y="39815"/>
                  </a:lnTo>
                  <a:lnTo>
                    <a:pt x="8352292" y="39815"/>
                  </a:lnTo>
                  <a:lnTo>
                    <a:pt x="8352417" y="39815"/>
                  </a:lnTo>
                  <a:lnTo>
                    <a:pt x="8352542" y="39815"/>
                  </a:lnTo>
                  <a:lnTo>
                    <a:pt x="8352667" y="39815"/>
                  </a:lnTo>
                  <a:lnTo>
                    <a:pt x="8352792" y="39815"/>
                  </a:lnTo>
                  <a:lnTo>
                    <a:pt x="8352917" y="39815"/>
                  </a:lnTo>
                  <a:lnTo>
                    <a:pt x="8353042" y="39815"/>
                  </a:lnTo>
                  <a:lnTo>
                    <a:pt x="8353167" y="39815"/>
                  </a:lnTo>
                  <a:lnTo>
                    <a:pt x="8353292" y="39815"/>
                  </a:lnTo>
                  <a:lnTo>
                    <a:pt x="8353417" y="39815"/>
                  </a:lnTo>
                  <a:lnTo>
                    <a:pt x="8353542" y="39815"/>
                  </a:lnTo>
                  <a:lnTo>
                    <a:pt x="8353667" y="39815"/>
                  </a:lnTo>
                  <a:lnTo>
                    <a:pt x="8353792" y="39815"/>
                  </a:lnTo>
                  <a:lnTo>
                    <a:pt x="8353917" y="39815"/>
                  </a:lnTo>
                  <a:lnTo>
                    <a:pt x="8354042" y="39815"/>
                  </a:lnTo>
                  <a:lnTo>
                    <a:pt x="8354167" y="39815"/>
                  </a:lnTo>
                  <a:lnTo>
                    <a:pt x="8354292" y="39815"/>
                  </a:lnTo>
                  <a:lnTo>
                    <a:pt x="8354417" y="39815"/>
                  </a:lnTo>
                  <a:lnTo>
                    <a:pt x="8354542" y="39815"/>
                  </a:lnTo>
                  <a:lnTo>
                    <a:pt x="8354667" y="39815"/>
                  </a:lnTo>
                  <a:lnTo>
                    <a:pt x="8354792" y="39815"/>
                  </a:lnTo>
                  <a:lnTo>
                    <a:pt x="8354918" y="39815"/>
                  </a:lnTo>
                  <a:lnTo>
                    <a:pt x="8355043" y="39815"/>
                  </a:lnTo>
                  <a:lnTo>
                    <a:pt x="8355168" y="39815"/>
                  </a:lnTo>
                  <a:lnTo>
                    <a:pt x="8355293" y="39815"/>
                  </a:lnTo>
                  <a:lnTo>
                    <a:pt x="8355418" y="39815"/>
                  </a:lnTo>
                  <a:lnTo>
                    <a:pt x="8355543" y="39815"/>
                  </a:lnTo>
                  <a:lnTo>
                    <a:pt x="8355668" y="39815"/>
                  </a:lnTo>
                  <a:lnTo>
                    <a:pt x="8355793" y="39815"/>
                  </a:lnTo>
                  <a:lnTo>
                    <a:pt x="8355918" y="39815"/>
                  </a:lnTo>
                  <a:lnTo>
                    <a:pt x="8356043" y="39815"/>
                  </a:lnTo>
                  <a:lnTo>
                    <a:pt x="8356168" y="39815"/>
                  </a:lnTo>
                  <a:lnTo>
                    <a:pt x="8356293" y="39815"/>
                  </a:lnTo>
                  <a:lnTo>
                    <a:pt x="8356418" y="39815"/>
                  </a:lnTo>
                  <a:lnTo>
                    <a:pt x="8356543" y="39815"/>
                  </a:lnTo>
                  <a:lnTo>
                    <a:pt x="8356668" y="39815"/>
                  </a:lnTo>
                  <a:lnTo>
                    <a:pt x="8356793" y="39815"/>
                  </a:lnTo>
                  <a:lnTo>
                    <a:pt x="8356918" y="39815"/>
                  </a:lnTo>
                  <a:lnTo>
                    <a:pt x="8357043" y="39815"/>
                  </a:lnTo>
                  <a:lnTo>
                    <a:pt x="8357168" y="39815"/>
                  </a:lnTo>
                  <a:lnTo>
                    <a:pt x="8357293" y="39815"/>
                  </a:lnTo>
                  <a:lnTo>
                    <a:pt x="8357418" y="39815"/>
                  </a:lnTo>
                  <a:lnTo>
                    <a:pt x="8357543" y="39815"/>
                  </a:lnTo>
                  <a:lnTo>
                    <a:pt x="8357668" y="39815"/>
                  </a:lnTo>
                  <a:lnTo>
                    <a:pt x="8357793" y="39815"/>
                  </a:lnTo>
                  <a:lnTo>
                    <a:pt x="8357919" y="39815"/>
                  </a:lnTo>
                  <a:lnTo>
                    <a:pt x="8358044" y="39815"/>
                  </a:lnTo>
                  <a:lnTo>
                    <a:pt x="8358169" y="39815"/>
                  </a:lnTo>
                  <a:lnTo>
                    <a:pt x="8358294" y="39815"/>
                  </a:lnTo>
                  <a:lnTo>
                    <a:pt x="8358419" y="39815"/>
                  </a:lnTo>
                  <a:lnTo>
                    <a:pt x="8358544" y="39815"/>
                  </a:lnTo>
                  <a:lnTo>
                    <a:pt x="8358669" y="39815"/>
                  </a:lnTo>
                  <a:lnTo>
                    <a:pt x="8358794" y="39815"/>
                  </a:lnTo>
                  <a:lnTo>
                    <a:pt x="8358919" y="39815"/>
                  </a:lnTo>
                  <a:lnTo>
                    <a:pt x="8359044" y="39815"/>
                  </a:lnTo>
                  <a:lnTo>
                    <a:pt x="8359169" y="39815"/>
                  </a:lnTo>
                  <a:lnTo>
                    <a:pt x="8359294" y="39815"/>
                  </a:lnTo>
                  <a:lnTo>
                    <a:pt x="8359419" y="39815"/>
                  </a:lnTo>
                  <a:lnTo>
                    <a:pt x="8359544" y="39815"/>
                  </a:lnTo>
                  <a:lnTo>
                    <a:pt x="8359669" y="39815"/>
                  </a:lnTo>
                  <a:lnTo>
                    <a:pt x="8359794" y="39815"/>
                  </a:lnTo>
                  <a:lnTo>
                    <a:pt x="8359919" y="39815"/>
                  </a:lnTo>
                  <a:lnTo>
                    <a:pt x="8360044" y="39815"/>
                  </a:lnTo>
                  <a:lnTo>
                    <a:pt x="8360169" y="39815"/>
                  </a:lnTo>
                  <a:lnTo>
                    <a:pt x="8360294" y="39815"/>
                  </a:lnTo>
                  <a:lnTo>
                    <a:pt x="8360419" y="39815"/>
                  </a:lnTo>
                  <a:lnTo>
                    <a:pt x="8360544" y="39815"/>
                  </a:lnTo>
                  <a:lnTo>
                    <a:pt x="8360669" y="39815"/>
                  </a:lnTo>
                  <a:lnTo>
                    <a:pt x="8360794" y="39815"/>
                  </a:lnTo>
                  <a:lnTo>
                    <a:pt x="8360920" y="39815"/>
                  </a:lnTo>
                  <a:lnTo>
                    <a:pt x="8361045" y="39815"/>
                  </a:lnTo>
                  <a:lnTo>
                    <a:pt x="8361170" y="39815"/>
                  </a:lnTo>
                  <a:lnTo>
                    <a:pt x="8361295" y="39815"/>
                  </a:lnTo>
                  <a:lnTo>
                    <a:pt x="8361420" y="39815"/>
                  </a:lnTo>
                  <a:lnTo>
                    <a:pt x="8361545" y="39815"/>
                  </a:lnTo>
                  <a:lnTo>
                    <a:pt x="8361670" y="39815"/>
                  </a:lnTo>
                  <a:lnTo>
                    <a:pt x="8361795" y="39815"/>
                  </a:lnTo>
                  <a:lnTo>
                    <a:pt x="8361920" y="39815"/>
                  </a:lnTo>
                  <a:lnTo>
                    <a:pt x="8362045" y="39815"/>
                  </a:lnTo>
                  <a:lnTo>
                    <a:pt x="8362170" y="39815"/>
                  </a:lnTo>
                  <a:lnTo>
                    <a:pt x="8362295" y="39815"/>
                  </a:lnTo>
                  <a:lnTo>
                    <a:pt x="8362420" y="39815"/>
                  </a:lnTo>
                  <a:lnTo>
                    <a:pt x="8362545" y="39815"/>
                  </a:lnTo>
                  <a:lnTo>
                    <a:pt x="8362670" y="39815"/>
                  </a:lnTo>
                  <a:lnTo>
                    <a:pt x="8362795" y="39815"/>
                  </a:lnTo>
                  <a:lnTo>
                    <a:pt x="8362920" y="39815"/>
                  </a:lnTo>
                  <a:lnTo>
                    <a:pt x="8363045" y="39815"/>
                  </a:lnTo>
                  <a:lnTo>
                    <a:pt x="8363170" y="39815"/>
                  </a:lnTo>
                  <a:lnTo>
                    <a:pt x="8363295" y="39815"/>
                  </a:lnTo>
                  <a:lnTo>
                    <a:pt x="8363420" y="39815"/>
                  </a:lnTo>
                  <a:lnTo>
                    <a:pt x="8363545" y="39815"/>
                  </a:lnTo>
                  <a:lnTo>
                    <a:pt x="8363670" y="39815"/>
                  </a:lnTo>
                  <a:lnTo>
                    <a:pt x="8363795" y="39815"/>
                  </a:lnTo>
                  <a:lnTo>
                    <a:pt x="8363921" y="39815"/>
                  </a:lnTo>
                  <a:lnTo>
                    <a:pt x="8364046" y="39815"/>
                  </a:lnTo>
                  <a:lnTo>
                    <a:pt x="8364171" y="39815"/>
                  </a:lnTo>
                  <a:lnTo>
                    <a:pt x="8364296" y="39815"/>
                  </a:lnTo>
                  <a:lnTo>
                    <a:pt x="8364421" y="39815"/>
                  </a:lnTo>
                  <a:lnTo>
                    <a:pt x="8364546" y="39815"/>
                  </a:lnTo>
                  <a:lnTo>
                    <a:pt x="8364671" y="39815"/>
                  </a:lnTo>
                  <a:lnTo>
                    <a:pt x="8364796" y="39815"/>
                  </a:lnTo>
                  <a:lnTo>
                    <a:pt x="8364921" y="39815"/>
                  </a:lnTo>
                  <a:lnTo>
                    <a:pt x="8365046" y="39815"/>
                  </a:lnTo>
                  <a:lnTo>
                    <a:pt x="8365171" y="39815"/>
                  </a:lnTo>
                  <a:lnTo>
                    <a:pt x="8365296" y="39815"/>
                  </a:lnTo>
                  <a:lnTo>
                    <a:pt x="8365421" y="39815"/>
                  </a:lnTo>
                  <a:lnTo>
                    <a:pt x="8365546" y="39815"/>
                  </a:lnTo>
                  <a:lnTo>
                    <a:pt x="8365671" y="39815"/>
                  </a:lnTo>
                  <a:lnTo>
                    <a:pt x="8365796" y="39815"/>
                  </a:lnTo>
                  <a:lnTo>
                    <a:pt x="8365921" y="39815"/>
                  </a:lnTo>
                  <a:lnTo>
                    <a:pt x="8366046" y="39815"/>
                  </a:lnTo>
                  <a:lnTo>
                    <a:pt x="8366171" y="39815"/>
                  </a:lnTo>
                  <a:lnTo>
                    <a:pt x="8366296" y="39815"/>
                  </a:lnTo>
                  <a:lnTo>
                    <a:pt x="8366421" y="39815"/>
                  </a:lnTo>
                  <a:lnTo>
                    <a:pt x="8366546" y="39815"/>
                  </a:lnTo>
                  <a:lnTo>
                    <a:pt x="8366671" y="39815"/>
                  </a:lnTo>
                  <a:lnTo>
                    <a:pt x="8366796" y="39815"/>
                  </a:lnTo>
                  <a:lnTo>
                    <a:pt x="8366922" y="39815"/>
                  </a:lnTo>
                  <a:lnTo>
                    <a:pt x="8367047" y="39815"/>
                  </a:lnTo>
                  <a:lnTo>
                    <a:pt x="8367172" y="39815"/>
                  </a:lnTo>
                  <a:lnTo>
                    <a:pt x="8367297" y="39815"/>
                  </a:lnTo>
                  <a:lnTo>
                    <a:pt x="8367422" y="39815"/>
                  </a:lnTo>
                  <a:lnTo>
                    <a:pt x="8367547" y="39815"/>
                  </a:lnTo>
                  <a:lnTo>
                    <a:pt x="8367672" y="39815"/>
                  </a:lnTo>
                  <a:lnTo>
                    <a:pt x="8367797" y="39815"/>
                  </a:lnTo>
                  <a:lnTo>
                    <a:pt x="8367922" y="39815"/>
                  </a:lnTo>
                  <a:lnTo>
                    <a:pt x="8368047" y="39815"/>
                  </a:lnTo>
                  <a:lnTo>
                    <a:pt x="8368172" y="39815"/>
                  </a:lnTo>
                  <a:lnTo>
                    <a:pt x="8368297" y="39815"/>
                  </a:lnTo>
                  <a:lnTo>
                    <a:pt x="8368422" y="39815"/>
                  </a:lnTo>
                  <a:lnTo>
                    <a:pt x="8368547" y="39815"/>
                  </a:lnTo>
                  <a:lnTo>
                    <a:pt x="8368672" y="39815"/>
                  </a:lnTo>
                  <a:lnTo>
                    <a:pt x="8368797" y="39815"/>
                  </a:lnTo>
                  <a:lnTo>
                    <a:pt x="8368922" y="39815"/>
                  </a:lnTo>
                  <a:lnTo>
                    <a:pt x="8369047" y="39815"/>
                  </a:lnTo>
                  <a:lnTo>
                    <a:pt x="8369172" y="39815"/>
                  </a:lnTo>
                  <a:lnTo>
                    <a:pt x="8369297" y="39815"/>
                  </a:lnTo>
                  <a:lnTo>
                    <a:pt x="8369422" y="39815"/>
                  </a:lnTo>
                  <a:lnTo>
                    <a:pt x="8369547" y="39815"/>
                  </a:lnTo>
                  <a:lnTo>
                    <a:pt x="8369672" y="39815"/>
                  </a:lnTo>
                  <a:lnTo>
                    <a:pt x="8369797" y="39815"/>
                  </a:lnTo>
                  <a:lnTo>
                    <a:pt x="8369923" y="39815"/>
                  </a:lnTo>
                  <a:lnTo>
                    <a:pt x="8370048" y="39815"/>
                  </a:lnTo>
                  <a:lnTo>
                    <a:pt x="8370173" y="39815"/>
                  </a:lnTo>
                  <a:lnTo>
                    <a:pt x="8370298" y="39815"/>
                  </a:lnTo>
                  <a:lnTo>
                    <a:pt x="8370423" y="39815"/>
                  </a:lnTo>
                  <a:lnTo>
                    <a:pt x="8370548" y="39815"/>
                  </a:lnTo>
                  <a:lnTo>
                    <a:pt x="8370673" y="39815"/>
                  </a:lnTo>
                  <a:lnTo>
                    <a:pt x="8370798" y="39815"/>
                  </a:lnTo>
                  <a:lnTo>
                    <a:pt x="8370923" y="39815"/>
                  </a:lnTo>
                  <a:lnTo>
                    <a:pt x="8371048" y="39815"/>
                  </a:lnTo>
                  <a:lnTo>
                    <a:pt x="8371173" y="39815"/>
                  </a:lnTo>
                  <a:lnTo>
                    <a:pt x="8371298" y="39815"/>
                  </a:lnTo>
                  <a:lnTo>
                    <a:pt x="8371423" y="39815"/>
                  </a:lnTo>
                  <a:lnTo>
                    <a:pt x="8371548" y="39815"/>
                  </a:lnTo>
                  <a:lnTo>
                    <a:pt x="8371673" y="39815"/>
                  </a:lnTo>
                  <a:lnTo>
                    <a:pt x="8371798" y="39815"/>
                  </a:lnTo>
                  <a:lnTo>
                    <a:pt x="8371923" y="39815"/>
                  </a:lnTo>
                  <a:lnTo>
                    <a:pt x="8372048" y="39815"/>
                  </a:lnTo>
                  <a:lnTo>
                    <a:pt x="8372173" y="39815"/>
                  </a:lnTo>
                  <a:lnTo>
                    <a:pt x="8372298" y="39815"/>
                  </a:lnTo>
                  <a:lnTo>
                    <a:pt x="8372423" y="39815"/>
                  </a:lnTo>
                  <a:lnTo>
                    <a:pt x="8372548" y="39815"/>
                  </a:lnTo>
                  <a:lnTo>
                    <a:pt x="8372673" y="39815"/>
                  </a:lnTo>
                  <a:lnTo>
                    <a:pt x="8372798" y="39815"/>
                  </a:lnTo>
                  <a:lnTo>
                    <a:pt x="8372924" y="39815"/>
                  </a:lnTo>
                  <a:lnTo>
                    <a:pt x="8373049" y="39815"/>
                  </a:lnTo>
                  <a:lnTo>
                    <a:pt x="8373174" y="39815"/>
                  </a:lnTo>
                  <a:lnTo>
                    <a:pt x="8373299" y="39815"/>
                  </a:lnTo>
                  <a:lnTo>
                    <a:pt x="8373424" y="39815"/>
                  </a:lnTo>
                  <a:lnTo>
                    <a:pt x="8373549" y="39815"/>
                  </a:lnTo>
                  <a:lnTo>
                    <a:pt x="8373674" y="39815"/>
                  </a:lnTo>
                  <a:lnTo>
                    <a:pt x="8373799" y="39815"/>
                  </a:lnTo>
                  <a:lnTo>
                    <a:pt x="8373924" y="39815"/>
                  </a:lnTo>
                  <a:lnTo>
                    <a:pt x="8374049" y="39815"/>
                  </a:lnTo>
                  <a:lnTo>
                    <a:pt x="8374174" y="39815"/>
                  </a:lnTo>
                  <a:lnTo>
                    <a:pt x="8374299" y="39815"/>
                  </a:lnTo>
                  <a:lnTo>
                    <a:pt x="8374424" y="39815"/>
                  </a:lnTo>
                  <a:lnTo>
                    <a:pt x="8374549" y="39815"/>
                  </a:lnTo>
                  <a:lnTo>
                    <a:pt x="8374674" y="39815"/>
                  </a:lnTo>
                  <a:lnTo>
                    <a:pt x="8374799" y="39815"/>
                  </a:lnTo>
                  <a:lnTo>
                    <a:pt x="8374924" y="39815"/>
                  </a:lnTo>
                  <a:lnTo>
                    <a:pt x="8375049" y="39815"/>
                  </a:lnTo>
                  <a:lnTo>
                    <a:pt x="8375174" y="39815"/>
                  </a:lnTo>
                  <a:lnTo>
                    <a:pt x="8375299" y="39815"/>
                  </a:lnTo>
                  <a:lnTo>
                    <a:pt x="8375424" y="39815"/>
                  </a:lnTo>
                  <a:lnTo>
                    <a:pt x="8375549" y="39815"/>
                  </a:lnTo>
                  <a:lnTo>
                    <a:pt x="8375674" y="39815"/>
                  </a:lnTo>
                  <a:lnTo>
                    <a:pt x="8375799" y="39815"/>
                  </a:lnTo>
                  <a:lnTo>
                    <a:pt x="8375925" y="39815"/>
                  </a:lnTo>
                  <a:lnTo>
                    <a:pt x="8376050" y="39815"/>
                  </a:lnTo>
                  <a:lnTo>
                    <a:pt x="8376175" y="39815"/>
                  </a:lnTo>
                  <a:lnTo>
                    <a:pt x="8376300" y="39815"/>
                  </a:lnTo>
                  <a:lnTo>
                    <a:pt x="8376425" y="39815"/>
                  </a:lnTo>
                  <a:lnTo>
                    <a:pt x="8376550" y="39815"/>
                  </a:lnTo>
                  <a:lnTo>
                    <a:pt x="8376675" y="39815"/>
                  </a:lnTo>
                  <a:lnTo>
                    <a:pt x="8376800" y="39815"/>
                  </a:lnTo>
                  <a:lnTo>
                    <a:pt x="8376925" y="39815"/>
                  </a:lnTo>
                  <a:lnTo>
                    <a:pt x="8377050" y="39815"/>
                  </a:lnTo>
                  <a:lnTo>
                    <a:pt x="8377175" y="39815"/>
                  </a:lnTo>
                  <a:lnTo>
                    <a:pt x="8377300" y="39815"/>
                  </a:lnTo>
                  <a:lnTo>
                    <a:pt x="8377425" y="39815"/>
                  </a:lnTo>
                  <a:lnTo>
                    <a:pt x="8377550" y="39815"/>
                  </a:lnTo>
                  <a:lnTo>
                    <a:pt x="8377675" y="39815"/>
                  </a:lnTo>
                  <a:lnTo>
                    <a:pt x="8377800" y="39815"/>
                  </a:lnTo>
                  <a:lnTo>
                    <a:pt x="8377925" y="39815"/>
                  </a:lnTo>
                  <a:lnTo>
                    <a:pt x="8378050" y="39815"/>
                  </a:lnTo>
                  <a:lnTo>
                    <a:pt x="8378175" y="39815"/>
                  </a:lnTo>
                  <a:lnTo>
                    <a:pt x="8378300" y="39815"/>
                  </a:lnTo>
                  <a:lnTo>
                    <a:pt x="8378425" y="39815"/>
                  </a:lnTo>
                  <a:lnTo>
                    <a:pt x="8378550" y="39815"/>
                  </a:lnTo>
                  <a:lnTo>
                    <a:pt x="8378675" y="39815"/>
                  </a:lnTo>
                  <a:lnTo>
                    <a:pt x="8378800" y="39815"/>
                  </a:lnTo>
                  <a:lnTo>
                    <a:pt x="8378926" y="39815"/>
                  </a:lnTo>
                  <a:lnTo>
                    <a:pt x="8379051" y="39815"/>
                  </a:lnTo>
                  <a:lnTo>
                    <a:pt x="8379176" y="39815"/>
                  </a:lnTo>
                  <a:lnTo>
                    <a:pt x="8379301" y="39815"/>
                  </a:lnTo>
                  <a:lnTo>
                    <a:pt x="8379426" y="39815"/>
                  </a:lnTo>
                  <a:lnTo>
                    <a:pt x="8379551" y="39815"/>
                  </a:lnTo>
                  <a:lnTo>
                    <a:pt x="8379676" y="39815"/>
                  </a:lnTo>
                  <a:lnTo>
                    <a:pt x="8379801" y="39815"/>
                  </a:lnTo>
                  <a:lnTo>
                    <a:pt x="8379926" y="39815"/>
                  </a:lnTo>
                  <a:lnTo>
                    <a:pt x="8380051" y="39815"/>
                  </a:lnTo>
                  <a:lnTo>
                    <a:pt x="8380176" y="39815"/>
                  </a:lnTo>
                  <a:lnTo>
                    <a:pt x="8380301" y="39815"/>
                  </a:lnTo>
                  <a:lnTo>
                    <a:pt x="8380426" y="39815"/>
                  </a:lnTo>
                  <a:lnTo>
                    <a:pt x="8380551" y="39815"/>
                  </a:lnTo>
                  <a:lnTo>
                    <a:pt x="8380676" y="39815"/>
                  </a:lnTo>
                  <a:lnTo>
                    <a:pt x="8380801" y="39815"/>
                  </a:lnTo>
                  <a:lnTo>
                    <a:pt x="8380926" y="39815"/>
                  </a:lnTo>
                  <a:lnTo>
                    <a:pt x="8381051" y="39815"/>
                  </a:lnTo>
                  <a:lnTo>
                    <a:pt x="8381176" y="39815"/>
                  </a:lnTo>
                  <a:lnTo>
                    <a:pt x="8381301" y="39815"/>
                  </a:lnTo>
                  <a:lnTo>
                    <a:pt x="8381426" y="39815"/>
                  </a:lnTo>
                  <a:lnTo>
                    <a:pt x="8381551" y="39815"/>
                  </a:lnTo>
                  <a:lnTo>
                    <a:pt x="8381676" y="39815"/>
                  </a:lnTo>
                  <a:lnTo>
                    <a:pt x="8381802" y="39815"/>
                  </a:lnTo>
                  <a:lnTo>
                    <a:pt x="8381927" y="39815"/>
                  </a:lnTo>
                  <a:lnTo>
                    <a:pt x="8382052" y="39815"/>
                  </a:lnTo>
                  <a:lnTo>
                    <a:pt x="8382177" y="39815"/>
                  </a:lnTo>
                  <a:lnTo>
                    <a:pt x="8382302" y="39815"/>
                  </a:lnTo>
                  <a:lnTo>
                    <a:pt x="8382427" y="39815"/>
                  </a:lnTo>
                  <a:lnTo>
                    <a:pt x="8382552" y="39815"/>
                  </a:lnTo>
                  <a:lnTo>
                    <a:pt x="8382677" y="39815"/>
                  </a:lnTo>
                  <a:lnTo>
                    <a:pt x="8382802" y="39815"/>
                  </a:lnTo>
                  <a:lnTo>
                    <a:pt x="8382927" y="39815"/>
                  </a:lnTo>
                  <a:lnTo>
                    <a:pt x="8383052" y="39815"/>
                  </a:lnTo>
                  <a:lnTo>
                    <a:pt x="8383177" y="39815"/>
                  </a:lnTo>
                  <a:lnTo>
                    <a:pt x="8383302" y="39815"/>
                  </a:lnTo>
                  <a:lnTo>
                    <a:pt x="8383427" y="39815"/>
                  </a:lnTo>
                  <a:lnTo>
                    <a:pt x="8383552" y="39815"/>
                  </a:lnTo>
                  <a:lnTo>
                    <a:pt x="8383677" y="39815"/>
                  </a:lnTo>
                  <a:lnTo>
                    <a:pt x="8383802" y="39815"/>
                  </a:lnTo>
                  <a:lnTo>
                    <a:pt x="8383927" y="39815"/>
                  </a:lnTo>
                  <a:lnTo>
                    <a:pt x="8384052" y="39815"/>
                  </a:lnTo>
                  <a:lnTo>
                    <a:pt x="8384177" y="39815"/>
                  </a:lnTo>
                  <a:lnTo>
                    <a:pt x="8384302" y="39815"/>
                  </a:lnTo>
                  <a:lnTo>
                    <a:pt x="8384427" y="39815"/>
                  </a:lnTo>
                  <a:lnTo>
                    <a:pt x="8384552" y="39815"/>
                  </a:lnTo>
                  <a:lnTo>
                    <a:pt x="8384677" y="39815"/>
                  </a:lnTo>
                  <a:lnTo>
                    <a:pt x="8384803" y="39815"/>
                  </a:lnTo>
                  <a:lnTo>
                    <a:pt x="8384928" y="39815"/>
                  </a:lnTo>
                  <a:lnTo>
                    <a:pt x="8385053" y="39815"/>
                  </a:lnTo>
                  <a:lnTo>
                    <a:pt x="8385178" y="39815"/>
                  </a:lnTo>
                  <a:lnTo>
                    <a:pt x="8385303" y="39815"/>
                  </a:lnTo>
                  <a:lnTo>
                    <a:pt x="8385428" y="39815"/>
                  </a:lnTo>
                  <a:lnTo>
                    <a:pt x="8385553" y="39815"/>
                  </a:lnTo>
                  <a:lnTo>
                    <a:pt x="8385678" y="39815"/>
                  </a:lnTo>
                  <a:lnTo>
                    <a:pt x="8385803" y="39815"/>
                  </a:lnTo>
                  <a:lnTo>
                    <a:pt x="8385928" y="39815"/>
                  </a:lnTo>
                  <a:lnTo>
                    <a:pt x="8386053" y="39815"/>
                  </a:lnTo>
                  <a:lnTo>
                    <a:pt x="8386178" y="39815"/>
                  </a:lnTo>
                  <a:lnTo>
                    <a:pt x="8386303" y="39815"/>
                  </a:lnTo>
                  <a:lnTo>
                    <a:pt x="8386428" y="39815"/>
                  </a:lnTo>
                  <a:lnTo>
                    <a:pt x="8386553" y="39815"/>
                  </a:lnTo>
                  <a:lnTo>
                    <a:pt x="8386678" y="39815"/>
                  </a:lnTo>
                  <a:lnTo>
                    <a:pt x="8386803" y="39815"/>
                  </a:lnTo>
                  <a:lnTo>
                    <a:pt x="8386928" y="39815"/>
                  </a:lnTo>
                  <a:lnTo>
                    <a:pt x="8387053" y="39815"/>
                  </a:lnTo>
                  <a:lnTo>
                    <a:pt x="8387178" y="39815"/>
                  </a:lnTo>
                  <a:lnTo>
                    <a:pt x="8387303" y="39815"/>
                  </a:lnTo>
                  <a:lnTo>
                    <a:pt x="8387428" y="39815"/>
                  </a:lnTo>
                  <a:lnTo>
                    <a:pt x="8387553" y="39815"/>
                  </a:lnTo>
                  <a:lnTo>
                    <a:pt x="8387678" y="39815"/>
                  </a:lnTo>
                  <a:lnTo>
                    <a:pt x="8387804" y="39815"/>
                  </a:lnTo>
                  <a:lnTo>
                    <a:pt x="8387929" y="39815"/>
                  </a:lnTo>
                  <a:lnTo>
                    <a:pt x="8388054" y="39815"/>
                  </a:lnTo>
                  <a:lnTo>
                    <a:pt x="8388179" y="39815"/>
                  </a:lnTo>
                  <a:lnTo>
                    <a:pt x="8388304" y="39815"/>
                  </a:lnTo>
                  <a:lnTo>
                    <a:pt x="8388429" y="39815"/>
                  </a:lnTo>
                  <a:lnTo>
                    <a:pt x="8388554" y="39815"/>
                  </a:lnTo>
                  <a:lnTo>
                    <a:pt x="8388679" y="39815"/>
                  </a:lnTo>
                  <a:lnTo>
                    <a:pt x="8388804" y="39815"/>
                  </a:lnTo>
                  <a:lnTo>
                    <a:pt x="8388929" y="39815"/>
                  </a:lnTo>
                  <a:lnTo>
                    <a:pt x="8389054" y="39815"/>
                  </a:lnTo>
                  <a:lnTo>
                    <a:pt x="8389179" y="39815"/>
                  </a:lnTo>
                  <a:lnTo>
                    <a:pt x="8389304" y="39815"/>
                  </a:lnTo>
                  <a:lnTo>
                    <a:pt x="8389429" y="39815"/>
                  </a:lnTo>
                  <a:lnTo>
                    <a:pt x="8389554" y="39815"/>
                  </a:lnTo>
                  <a:lnTo>
                    <a:pt x="8389679" y="39815"/>
                  </a:lnTo>
                  <a:lnTo>
                    <a:pt x="8389804" y="39815"/>
                  </a:lnTo>
                  <a:lnTo>
                    <a:pt x="8389929" y="39815"/>
                  </a:lnTo>
                  <a:lnTo>
                    <a:pt x="8390054" y="39815"/>
                  </a:lnTo>
                  <a:lnTo>
                    <a:pt x="8390179" y="39815"/>
                  </a:lnTo>
                  <a:lnTo>
                    <a:pt x="8390304" y="39815"/>
                  </a:lnTo>
                  <a:lnTo>
                    <a:pt x="8390429" y="39815"/>
                  </a:lnTo>
                  <a:lnTo>
                    <a:pt x="8390554" y="39815"/>
                  </a:lnTo>
                  <a:lnTo>
                    <a:pt x="8390679" y="39815"/>
                  </a:lnTo>
                  <a:lnTo>
                    <a:pt x="8390805" y="39815"/>
                  </a:lnTo>
                  <a:lnTo>
                    <a:pt x="8390930" y="39815"/>
                  </a:lnTo>
                  <a:lnTo>
                    <a:pt x="8391055" y="39815"/>
                  </a:lnTo>
                  <a:lnTo>
                    <a:pt x="8391180" y="39815"/>
                  </a:lnTo>
                  <a:lnTo>
                    <a:pt x="8391305" y="39815"/>
                  </a:lnTo>
                  <a:lnTo>
                    <a:pt x="8391430" y="39815"/>
                  </a:lnTo>
                  <a:lnTo>
                    <a:pt x="8391555" y="39815"/>
                  </a:lnTo>
                  <a:lnTo>
                    <a:pt x="8391680" y="39815"/>
                  </a:lnTo>
                  <a:lnTo>
                    <a:pt x="8391805" y="39815"/>
                  </a:lnTo>
                  <a:lnTo>
                    <a:pt x="8391930" y="39815"/>
                  </a:lnTo>
                  <a:lnTo>
                    <a:pt x="8392055" y="39815"/>
                  </a:lnTo>
                  <a:lnTo>
                    <a:pt x="8392180" y="39815"/>
                  </a:lnTo>
                  <a:lnTo>
                    <a:pt x="8392305" y="39815"/>
                  </a:lnTo>
                  <a:lnTo>
                    <a:pt x="8392305" y="29861"/>
                  </a:lnTo>
                  <a:lnTo>
                    <a:pt x="8392430" y="29861"/>
                  </a:lnTo>
                  <a:lnTo>
                    <a:pt x="8392555" y="29861"/>
                  </a:lnTo>
                  <a:lnTo>
                    <a:pt x="8392680" y="29861"/>
                  </a:lnTo>
                  <a:lnTo>
                    <a:pt x="8392805" y="29861"/>
                  </a:lnTo>
                  <a:lnTo>
                    <a:pt x="8392930" y="29861"/>
                  </a:lnTo>
                  <a:lnTo>
                    <a:pt x="8393055" y="29861"/>
                  </a:lnTo>
                  <a:lnTo>
                    <a:pt x="8393180" y="29861"/>
                  </a:lnTo>
                  <a:lnTo>
                    <a:pt x="8393305" y="29861"/>
                  </a:lnTo>
                  <a:lnTo>
                    <a:pt x="8393430" y="29861"/>
                  </a:lnTo>
                  <a:lnTo>
                    <a:pt x="8393555" y="29861"/>
                  </a:lnTo>
                  <a:lnTo>
                    <a:pt x="8393680" y="29861"/>
                  </a:lnTo>
                  <a:lnTo>
                    <a:pt x="8393806" y="29861"/>
                  </a:lnTo>
                  <a:lnTo>
                    <a:pt x="8393931" y="29861"/>
                  </a:lnTo>
                  <a:lnTo>
                    <a:pt x="8394056" y="29861"/>
                  </a:lnTo>
                  <a:lnTo>
                    <a:pt x="8394181" y="29861"/>
                  </a:lnTo>
                  <a:lnTo>
                    <a:pt x="8394306" y="29861"/>
                  </a:lnTo>
                  <a:lnTo>
                    <a:pt x="8394431" y="29861"/>
                  </a:lnTo>
                  <a:lnTo>
                    <a:pt x="8394556" y="29861"/>
                  </a:lnTo>
                  <a:lnTo>
                    <a:pt x="8394681" y="29861"/>
                  </a:lnTo>
                  <a:lnTo>
                    <a:pt x="8394806" y="29861"/>
                  </a:lnTo>
                  <a:lnTo>
                    <a:pt x="8394931" y="29861"/>
                  </a:lnTo>
                  <a:lnTo>
                    <a:pt x="8395056" y="29861"/>
                  </a:lnTo>
                  <a:lnTo>
                    <a:pt x="8395181" y="29861"/>
                  </a:lnTo>
                  <a:lnTo>
                    <a:pt x="8395306" y="29861"/>
                  </a:lnTo>
                  <a:lnTo>
                    <a:pt x="8395431" y="29861"/>
                  </a:lnTo>
                  <a:lnTo>
                    <a:pt x="8395556" y="29861"/>
                  </a:lnTo>
                  <a:lnTo>
                    <a:pt x="8395681" y="29861"/>
                  </a:lnTo>
                  <a:lnTo>
                    <a:pt x="8395806" y="29861"/>
                  </a:lnTo>
                  <a:lnTo>
                    <a:pt x="8395931" y="29861"/>
                  </a:lnTo>
                  <a:lnTo>
                    <a:pt x="8396056" y="29861"/>
                  </a:lnTo>
                  <a:lnTo>
                    <a:pt x="8396181" y="29861"/>
                  </a:lnTo>
                  <a:lnTo>
                    <a:pt x="8396306" y="29861"/>
                  </a:lnTo>
                  <a:lnTo>
                    <a:pt x="8396431" y="29861"/>
                  </a:lnTo>
                  <a:lnTo>
                    <a:pt x="8396556" y="29861"/>
                  </a:lnTo>
                  <a:lnTo>
                    <a:pt x="8396681" y="29861"/>
                  </a:lnTo>
                  <a:lnTo>
                    <a:pt x="8396807" y="29861"/>
                  </a:lnTo>
                  <a:lnTo>
                    <a:pt x="8396932" y="29861"/>
                  </a:lnTo>
                  <a:lnTo>
                    <a:pt x="8397057" y="29861"/>
                  </a:lnTo>
                  <a:lnTo>
                    <a:pt x="8397182" y="29861"/>
                  </a:lnTo>
                  <a:lnTo>
                    <a:pt x="8397307" y="29861"/>
                  </a:lnTo>
                  <a:lnTo>
                    <a:pt x="8397432" y="29861"/>
                  </a:lnTo>
                  <a:lnTo>
                    <a:pt x="8397557" y="29861"/>
                  </a:lnTo>
                  <a:lnTo>
                    <a:pt x="8397682" y="29861"/>
                  </a:lnTo>
                  <a:lnTo>
                    <a:pt x="8397807" y="29861"/>
                  </a:lnTo>
                  <a:lnTo>
                    <a:pt x="8397932" y="29861"/>
                  </a:lnTo>
                  <a:lnTo>
                    <a:pt x="8398057" y="29861"/>
                  </a:lnTo>
                  <a:lnTo>
                    <a:pt x="8398182" y="29861"/>
                  </a:lnTo>
                  <a:lnTo>
                    <a:pt x="8398307" y="29861"/>
                  </a:lnTo>
                  <a:lnTo>
                    <a:pt x="8398432" y="29861"/>
                  </a:lnTo>
                  <a:lnTo>
                    <a:pt x="8398557" y="29861"/>
                  </a:lnTo>
                  <a:lnTo>
                    <a:pt x="8398682" y="29861"/>
                  </a:lnTo>
                  <a:lnTo>
                    <a:pt x="8398807" y="29861"/>
                  </a:lnTo>
                  <a:lnTo>
                    <a:pt x="8398932" y="29861"/>
                  </a:lnTo>
                  <a:lnTo>
                    <a:pt x="8399057" y="29861"/>
                  </a:lnTo>
                  <a:lnTo>
                    <a:pt x="8399182" y="29861"/>
                  </a:lnTo>
                  <a:lnTo>
                    <a:pt x="8399307" y="29861"/>
                  </a:lnTo>
                  <a:lnTo>
                    <a:pt x="8399432" y="29861"/>
                  </a:lnTo>
                  <a:lnTo>
                    <a:pt x="8399557" y="29861"/>
                  </a:lnTo>
                  <a:lnTo>
                    <a:pt x="8399682" y="29861"/>
                  </a:lnTo>
                  <a:lnTo>
                    <a:pt x="8399808" y="29861"/>
                  </a:lnTo>
                  <a:lnTo>
                    <a:pt x="8399933" y="29861"/>
                  </a:lnTo>
                  <a:lnTo>
                    <a:pt x="8400058" y="29861"/>
                  </a:lnTo>
                  <a:lnTo>
                    <a:pt x="8400183" y="29861"/>
                  </a:lnTo>
                  <a:lnTo>
                    <a:pt x="8400308" y="29861"/>
                  </a:lnTo>
                  <a:lnTo>
                    <a:pt x="8400433" y="29861"/>
                  </a:lnTo>
                  <a:lnTo>
                    <a:pt x="8400558" y="29861"/>
                  </a:lnTo>
                  <a:lnTo>
                    <a:pt x="8400683" y="29861"/>
                  </a:lnTo>
                  <a:lnTo>
                    <a:pt x="8400808" y="29861"/>
                  </a:lnTo>
                  <a:lnTo>
                    <a:pt x="8400933" y="29861"/>
                  </a:lnTo>
                  <a:lnTo>
                    <a:pt x="8401058" y="29861"/>
                  </a:lnTo>
                  <a:lnTo>
                    <a:pt x="8401183" y="29861"/>
                  </a:lnTo>
                  <a:lnTo>
                    <a:pt x="8401308" y="29861"/>
                  </a:lnTo>
                  <a:lnTo>
                    <a:pt x="8401433" y="29861"/>
                  </a:lnTo>
                  <a:lnTo>
                    <a:pt x="8401558" y="29861"/>
                  </a:lnTo>
                  <a:lnTo>
                    <a:pt x="8401683" y="29861"/>
                  </a:lnTo>
                  <a:lnTo>
                    <a:pt x="8401808" y="29861"/>
                  </a:lnTo>
                  <a:lnTo>
                    <a:pt x="8401933" y="29861"/>
                  </a:lnTo>
                  <a:lnTo>
                    <a:pt x="8402058" y="29861"/>
                  </a:lnTo>
                  <a:lnTo>
                    <a:pt x="8402183" y="29861"/>
                  </a:lnTo>
                  <a:lnTo>
                    <a:pt x="8402308" y="29861"/>
                  </a:lnTo>
                  <a:lnTo>
                    <a:pt x="8402433" y="29861"/>
                  </a:lnTo>
                  <a:lnTo>
                    <a:pt x="8402558" y="29861"/>
                  </a:lnTo>
                  <a:lnTo>
                    <a:pt x="8402683" y="29861"/>
                  </a:lnTo>
                  <a:lnTo>
                    <a:pt x="8402809" y="29861"/>
                  </a:lnTo>
                  <a:lnTo>
                    <a:pt x="8402934" y="29861"/>
                  </a:lnTo>
                  <a:lnTo>
                    <a:pt x="8403059" y="29861"/>
                  </a:lnTo>
                  <a:lnTo>
                    <a:pt x="8403184" y="29861"/>
                  </a:lnTo>
                  <a:lnTo>
                    <a:pt x="8403309" y="29861"/>
                  </a:lnTo>
                  <a:lnTo>
                    <a:pt x="8403434" y="29861"/>
                  </a:lnTo>
                  <a:lnTo>
                    <a:pt x="8403559" y="29861"/>
                  </a:lnTo>
                  <a:lnTo>
                    <a:pt x="8403684" y="29861"/>
                  </a:lnTo>
                  <a:lnTo>
                    <a:pt x="8403809" y="29861"/>
                  </a:lnTo>
                  <a:lnTo>
                    <a:pt x="8403934" y="29861"/>
                  </a:lnTo>
                  <a:lnTo>
                    <a:pt x="8404059" y="29861"/>
                  </a:lnTo>
                  <a:lnTo>
                    <a:pt x="8404184" y="29861"/>
                  </a:lnTo>
                  <a:lnTo>
                    <a:pt x="8404309" y="29861"/>
                  </a:lnTo>
                  <a:lnTo>
                    <a:pt x="8404434" y="29861"/>
                  </a:lnTo>
                  <a:lnTo>
                    <a:pt x="8404559" y="29861"/>
                  </a:lnTo>
                  <a:lnTo>
                    <a:pt x="8404684" y="29861"/>
                  </a:lnTo>
                  <a:lnTo>
                    <a:pt x="8404809" y="29861"/>
                  </a:lnTo>
                  <a:lnTo>
                    <a:pt x="8404934" y="29861"/>
                  </a:lnTo>
                  <a:lnTo>
                    <a:pt x="8405059" y="29861"/>
                  </a:lnTo>
                  <a:lnTo>
                    <a:pt x="8405184" y="29861"/>
                  </a:lnTo>
                  <a:lnTo>
                    <a:pt x="8405309" y="29861"/>
                  </a:lnTo>
                  <a:lnTo>
                    <a:pt x="8405434" y="29861"/>
                  </a:lnTo>
                  <a:lnTo>
                    <a:pt x="8405559" y="29861"/>
                  </a:lnTo>
                  <a:lnTo>
                    <a:pt x="8405684" y="29861"/>
                  </a:lnTo>
                  <a:lnTo>
                    <a:pt x="8405810" y="29861"/>
                  </a:lnTo>
                  <a:lnTo>
                    <a:pt x="8405935" y="29861"/>
                  </a:lnTo>
                  <a:lnTo>
                    <a:pt x="8406060" y="29861"/>
                  </a:lnTo>
                  <a:lnTo>
                    <a:pt x="8406185" y="29861"/>
                  </a:lnTo>
                  <a:lnTo>
                    <a:pt x="8406310" y="29861"/>
                  </a:lnTo>
                  <a:lnTo>
                    <a:pt x="8406435" y="29861"/>
                  </a:lnTo>
                  <a:lnTo>
                    <a:pt x="8406560" y="29861"/>
                  </a:lnTo>
                  <a:lnTo>
                    <a:pt x="8406685" y="29861"/>
                  </a:lnTo>
                  <a:lnTo>
                    <a:pt x="8406810" y="29861"/>
                  </a:lnTo>
                  <a:lnTo>
                    <a:pt x="8406935" y="29861"/>
                  </a:lnTo>
                  <a:lnTo>
                    <a:pt x="8407060" y="29861"/>
                  </a:lnTo>
                  <a:lnTo>
                    <a:pt x="8407185" y="29861"/>
                  </a:lnTo>
                  <a:lnTo>
                    <a:pt x="8407310" y="29861"/>
                  </a:lnTo>
                  <a:lnTo>
                    <a:pt x="8407435" y="29861"/>
                  </a:lnTo>
                  <a:lnTo>
                    <a:pt x="8407560" y="29861"/>
                  </a:lnTo>
                  <a:lnTo>
                    <a:pt x="8407685" y="29861"/>
                  </a:lnTo>
                  <a:lnTo>
                    <a:pt x="8407810" y="29861"/>
                  </a:lnTo>
                  <a:lnTo>
                    <a:pt x="8407935" y="29861"/>
                  </a:lnTo>
                  <a:lnTo>
                    <a:pt x="8408060" y="29861"/>
                  </a:lnTo>
                  <a:lnTo>
                    <a:pt x="8408185" y="29861"/>
                  </a:lnTo>
                  <a:lnTo>
                    <a:pt x="8408310" y="29861"/>
                  </a:lnTo>
                  <a:lnTo>
                    <a:pt x="8408435" y="29861"/>
                  </a:lnTo>
                  <a:lnTo>
                    <a:pt x="8408560" y="29861"/>
                  </a:lnTo>
                  <a:lnTo>
                    <a:pt x="8408685" y="29861"/>
                  </a:lnTo>
                  <a:lnTo>
                    <a:pt x="8408811" y="29861"/>
                  </a:lnTo>
                  <a:lnTo>
                    <a:pt x="8408936" y="29861"/>
                  </a:lnTo>
                  <a:lnTo>
                    <a:pt x="8409061" y="29861"/>
                  </a:lnTo>
                  <a:lnTo>
                    <a:pt x="8409186" y="29861"/>
                  </a:lnTo>
                  <a:lnTo>
                    <a:pt x="8409311" y="29861"/>
                  </a:lnTo>
                  <a:lnTo>
                    <a:pt x="8409436" y="29861"/>
                  </a:lnTo>
                  <a:lnTo>
                    <a:pt x="8409561" y="29861"/>
                  </a:lnTo>
                  <a:lnTo>
                    <a:pt x="8409686" y="29861"/>
                  </a:lnTo>
                  <a:lnTo>
                    <a:pt x="8409811" y="29861"/>
                  </a:lnTo>
                  <a:lnTo>
                    <a:pt x="8409936" y="29861"/>
                  </a:lnTo>
                  <a:lnTo>
                    <a:pt x="8410061" y="29861"/>
                  </a:lnTo>
                  <a:lnTo>
                    <a:pt x="8410186" y="29861"/>
                  </a:lnTo>
                  <a:lnTo>
                    <a:pt x="8410311" y="29861"/>
                  </a:lnTo>
                  <a:lnTo>
                    <a:pt x="8410436" y="29861"/>
                  </a:lnTo>
                  <a:lnTo>
                    <a:pt x="8410561" y="29861"/>
                  </a:lnTo>
                  <a:lnTo>
                    <a:pt x="8410686" y="29861"/>
                  </a:lnTo>
                  <a:lnTo>
                    <a:pt x="8410811" y="29861"/>
                  </a:lnTo>
                  <a:lnTo>
                    <a:pt x="8410936" y="29861"/>
                  </a:lnTo>
                  <a:lnTo>
                    <a:pt x="8411061" y="29861"/>
                  </a:lnTo>
                  <a:lnTo>
                    <a:pt x="8411186" y="29861"/>
                  </a:lnTo>
                  <a:lnTo>
                    <a:pt x="8411311" y="29861"/>
                  </a:lnTo>
                  <a:lnTo>
                    <a:pt x="8411436" y="29861"/>
                  </a:lnTo>
                  <a:lnTo>
                    <a:pt x="8411561" y="29861"/>
                  </a:lnTo>
                  <a:lnTo>
                    <a:pt x="8411686" y="29861"/>
                  </a:lnTo>
                  <a:lnTo>
                    <a:pt x="8411812" y="29861"/>
                  </a:lnTo>
                  <a:lnTo>
                    <a:pt x="8411937" y="29861"/>
                  </a:lnTo>
                  <a:lnTo>
                    <a:pt x="8412062" y="29861"/>
                  </a:lnTo>
                  <a:lnTo>
                    <a:pt x="8412187" y="29861"/>
                  </a:lnTo>
                  <a:lnTo>
                    <a:pt x="8412312" y="29861"/>
                  </a:lnTo>
                  <a:lnTo>
                    <a:pt x="8412437" y="29861"/>
                  </a:lnTo>
                  <a:lnTo>
                    <a:pt x="8412562" y="29861"/>
                  </a:lnTo>
                  <a:lnTo>
                    <a:pt x="8412687" y="29861"/>
                  </a:lnTo>
                  <a:lnTo>
                    <a:pt x="8412812" y="29861"/>
                  </a:lnTo>
                  <a:lnTo>
                    <a:pt x="8412937" y="29861"/>
                  </a:lnTo>
                  <a:lnTo>
                    <a:pt x="8413062" y="29861"/>
                  </a:lnTo>
                  <a:lnTo>
                    <a:pt x="8413187" y="29861"/>
                  </a:lnTo>
                  <a:lnTo>
                    <a:pt x="8413312" y="29861"/>
                  </a:lnTo>
                  <a:lnTo>
                    <a:pt x="8413437" y="29861"/>
                  </a:lnTo>
                  <a:lnTo>
                    <a:pt x="8413562" y="29861"/>
                  </a:lnTo>
                  <a:lnTo>
                    <a:pt x="8413687" y="29861"/>
                  </a:lnTo>
                  <a:lnTo>
                    <a:pt x="8413812" y="29861"/>
                  </a:lnTo>
                  <a:lnTo>
                    <a:pt x="8413937" y="29861"/>
                  </a:lnTo>
                  <a:lnTo>
                    <a:pt x="8414062" y="29861"/>
                  </a:lnTo>
                  <a:lnTo>
                    <a:pt x="8414187" y="29861"/>
                  </a:lnTo>
                  <a:lnTo>
                    <a:pt x="8414312" y="29861"/>
                  </a:lnTo>
                  <a:lnTo>
                    <a:pt x="8414437" y="29861"/>
                  </a:lnTo>
                  <a:lnTo>
                    <a:pt x="8414562" y="29861"/>
                  </a:lnTo>
                  <a:lnTo>
                    <a:pt x="8414687" y="29861"/>
                  </a:lnTo>
                  <a:lnTo>
                    <a:pt x="8414813" y="29861"/>
                  </a:lnTo>
                  <a:lnTo>
                    <a:pt x="8414938" y="29861"/>
                  </a:lnTo>
                  <a:lnTo>
                    <a:pt x="8415063" y="29861"/>
                  </a:lnTo>
                  <a:lnTo>
                    <a:pt x="8415188" y="29861"/>
                  </a:lnTo>
                  <a:lnTo>
                    <a:pt x="8415313" y="29861"/>
                  </a:lnTo>
                  <a:lnTo>
                    <a:pt x="8415438" y="29861"/>
                  </a:lnTo>
                  <a:lnTo>
                    <a:pt x="8415563" y="29861"/>
                  </a:lnTo>
                  <a:lnTo>
                    <a:pt x="8415688" y="29861"/>
                  </a:lnTo>
                  <a:lnTo>
                    <a:pt x="8415813" y="29861"/>
                  </a:lnTo>
                  <a:lnTo>
                    <a:pt x="8415938" y="29861"/>
                  </a:lnTo>
                  <a:lnTo>
                    <a:pt x="8416063" y="29861"/>
                  </a:lnTo>
                  <a:lnTo>
                    <a:pt x="8416188" y="29861"/>
                  </a:lnTo>
                  <a:lnTo>
                    <a:pt x="8416313" y="29861"/>
                  </a:lnTo>
                  <a:lnTo>
                    <a:pt x="8416438" y="29861"/>
                  </a:lnTo>
                  <a:lnTo>
                    <a:pt x="8416563" y="29861"/>
                  </a:lnTo>
                  <a:lnTo>
                    <a:pt x="8416688" y="29861"/>
                  </a:lnTo>
                  <a:lnTo>
                    <a:pt x="8416813" y="29861"/>
                  </a:lnTo>
                  <a:lnTo>
                    <a:pt x="8416938" y="29861"/>
                  </a:lnTo>
                  <a:lnTo>
                    <a:pt x="8417063" y="29861"/>
                  </a:lnTo>
                  <a:lnTo>
                    <a:pt x="8417188" y="29861"/>
                  </a:lnTo>
                  <a:lnTo>
                    <a:pt x="8417313" y="29861"/>
                  </a:lnTo>
                  <a:lnTo>
                    <a:pt x="8417438" y="29861"/>
                  </a:lnTo>
                  <a:lnTo>
                    <a:pt x="8417563" y="29861"/>
                  </a:lnTo>
                  <a:lnTo>
                    <a:pt x="8417688" y="29861"/>
                  </a:lnTo>
                  <a:lnTo>
                    <a:pt x="8417814" y="29861"/>
                  </a:lnTo>
                  <a:lnTo>
                    <a:pt x="8417939" y="29861"/>
                  </a:lnTo>
                  <a:lnTo>
                    <a:pt x="8418064" y="29861"/>
                  </a:lnTo>
                  <a:lnTo>
                    <a:pt x="8418189" y="29861"/>
                  </a:lnTo>
                  <a:lnTo>
                    <a:pt x="8418314" y="29861"/>
                  </a:lnTo>
                  <a:lnTo>
                    <a:pt x="8418439" y="29861"/>
                  </a:lnTo>
                  <a:lnTo>
                    <a:pt x="8418564" y="29861"/>
                  </a:lnTo>
                  <a:lnTo>
                    <a:pt x="8418689" y="29861"/>
                  </a:lnTo>
                  <a:lnTo>
                    <a:pt x="8418814" y="29861"/>
                  </a:lnTo>
                  <a:lnTo>
                    <a:pt x="8418939" y="29861"/>
                  </a:lnTo>
                  <a:lnTo>
                    <a:pt x="8418939" y="19907"/>
                  </a:lnTo>
                  <a:lnTo>
                    <a:pt x="8419064" y="19907"/>
                  </a:lnTo>
                  <a:lnTo>
                    <a:pt x="8419189" y="19907"/>
                  </a:lnTo>
                  <a:lnTo>
                    <a:pt x="8419314" y="19907"/>
                  </a:lnTo>
                  <a:lnTo>
                    <a:pt x="8419439" y="19907"/>
                  </a:lnTo>
                  <a:lnTo>
                    <a:pt x="8419564" y="19907"/>
                  </a:lnTo>
                  <a:lnTo>
                    <a:pt x="8419689" y="19907"/>
                  </a:lnTo>
                  <a:lnTo>
                    <a:pt x="8419814" y="19907"/>
                  </a:lnTo>
                  <a:lnTo>
                    <a:pt x="8419939" y="19907"/>
                  </a:lnTo>
                  <a:lnTo>
                    <a:pt x="8420064" y="19907"/>
                  </a:lnTo>
                  <a:lnTo>
                    <a:pt x="8420189" y="19907"/>
                  </a:lnTo>
                  <a:lnTo>
                    <a:pt x="8420314" y="19907"/>
                  </a:lnTo>
                  <a:lnTo>
                    <a:pt x="8420439" y="19907"/>
                  </a:lnTo>
                  <a:lnTo>
                    <a:pt x="8420564" y="19907"/>
                  </a:lnTo>
                  <a:lnTo>
                    <a:pt x="8420690" y="19907"/>
                  </a:lnTo>
                  <a:lnTo>
                    <a:pt x="8420815" y="19907"/>
                  </a:lnTo>
                  <a:lnTo>
                    <a:pt x="8420940" y="19907"/>
                  </a:lnTo>
                  <a:lnTo>
                    <a:pt x="8421065" y="19907"/>
                  </a:lnTo>
                  <a:lnTo>
                    <a:pt x="8421190" y="19907"/>
                  </a:lnTo>
                  <a:lnTo>
                    <a:pt x="8421315" y="19907"/>
                  </a:lnTo>
                  <a:lnTo>
                    <a:pt x="8421440" y="19907"/>
                  </a:lnTo>
                  <a:lnTo>
                    <a:pt x="8421565" y="19907"/>
                  </a:lnTo>
                  <a:lnTo>
                    <a:pt x="8421690" y="19907"/>
                  </a:lnTo>
                  <a:lnTo>
                    <a:pt x="8421815" y="19907"/>
                  </a:lnTo>
                  <a:lnTo>
                    <a:pt x="8421940" y="19907"/>
                  </a:lnTo>
                  <a:lnTo>
                    <a:pt x="8422065" y="19907"/>
                  </a:lnTo>
                  <a:lnTo>
                    <a:pt x="8422190" y="19907"/>
                  </a:lnTo>
                  <a:lnTo>
                    <a:pt x="8422315" y="19907"/>
                  </a:lnTo>
                  <a:lnTo>
                    <a:pt x="8422440" y="19907"/>
                  </a:lnTo>
                  <a:lnTo>
                    <a:pt x="8422565" y="19907"/>
                  </a:lnTo>
                  <a:lnTo>
                    <a:pt x="8422690" y="19907"/>
                  </a:lnTo>
                  <a:lnTo>
                    <a:pt x="8422815" y="19907"/>
                  </a:lnTo>
                  <a:lnTo>
                    <a:pt x="8422940" y="19907"/>
                  </a:lnTo>
                  <a:lnTo>
                    <a:pt x="8423065" y="19907"/>
                  </a:lnTo>
                  <a:lnTo>
                    <a:pt x="8423190" y="19907"/>
                  </a:lnTo>
                  <a:lnTo>
                    <a:pt x="8423315" y="19907"/>
                  </a:lnTo>
                  <a:lnTo>
                    <a:pt x="8423440" y="19907"/>
                  </a:lnTo>
                  <a:lnTo>
                    <a:pt x="8423565" y="19907"/>
                  </a:lnTo>
                  <a:lnTo>
                    <a:pt x="8423691" y="19907"/>
                  </a:lnTo>
                  <a:lnTo>
                    <a:pt x="8423816" y="19907"/>
                  </a:lnTo>
                  <a:lnTo>
                    <a:pt x="8423941" y="19907"/>
                  </a:lnTo>
                  <a:lnTo>
                    <a:pt x="8424066" y="19907"/>
                  </a:lnTo>
                  <a:lnTo>
                    <a:pt x="8424191" y="19907"/>
                  </a:lnTo>
                  <a:lnTo>
                    <a:pt x="8424316" y="19907"/>
                  </a:lnTo>
                  <a:lnTo>
                    <a:pt x="8424441" y="19907"/>
                  </a:lnTo>
                  <a:lnTo>
                    <a:pt x="8424566" y="19907"/>
                  </a:lnTo>
                  <a:lnTo>
                    <a:pt x="8424691" y="19907"/>
                  </a:lnTo>
                  <a:lnTo>
                    <a:pt x="8424816" y="19907"/>
                  </a:lnTo>
                  <a:lnTo>
                    <a:pt x="8424941" y="19907"/>
                  </a:lnTo>
                  <a:lnTo>
                    <a:pt x="8425066" y="19907"/>
                  </a:lnTo>
                  <a:lnTo>
                    <a:pt x="8425191" y="19907"/>
                  </a:lnTo>
                  <a:lnTo>
                    <a:pt x="8425316" y="19907"/>
                  </a:lnTo>
                  <a:lnTo>
                    <a:pt x="8425441" y="19907"/>
                  </a:lnTo>
                  <a:lnTo>
                    <a:pt x="8425566" y="19907"/>
                  </a:lnTo>
                  <a:lnTo>
                    <a:pt x="8425691" y="19907"/>
                  </a:lnTo>
                  <a:lnTo>
                    <a:pt x="8425816" y="19907"/>
                  </a:lnTo>
                  <a:lnTo>
                    <a:pt x="8425941" y="19907"/>
                  </a:lnTo>
                  <a:lnTo>
                    <a:pt x="8426066" y="19907"/>
                  </a:lnTo>
                  <a:lnTo>
                    <a:pt x="8426191" y="19907"/>
                  </a:lnTo>
                  <a:lnTo>
                    <a:pt x="8426316" y="19907"/>
                  </a:lnTo>
                  <a:lnTo>
                    <a:pt x="8426441" y="19907"/>
                  </a:lnTo>
                  <a:lnTo>
                    <a:pt x="8426566" y="19907"/>
                  </a:lnTo>
                  <a:lnTo>
                    <a:pt x="8426692" y="19907"/>
                  </a:lnTo>
                  <a:lnTo>
                    <a:pt x="8426817" y="19907"/>
                  </a:lnTo>
                  <a:lnTo>
                    <a:pt x="8426942" y="19907"/>
                  </a:lnTo>
                  <a:lnTo>
                    <a:pt x="8427067" y="19907"/>
                  </a:lnTo>
                  <a:lnTo>
                    <a:pt x="8427192" y="19907"/>
                  </a:lnTo>
                  <a:lnTo>
                    <a:pt x="8427317" y="19907"/>
                  </a:lnTo>
                  <a:lnTo>
                    <a:pt x="8427442" y="19907"/>
                  </a:lnTo>
                  <a:lnTo>
                    <a:pt x="8427567" y="19907"/>
                  </a:lnTo>
                  <a:lnTo>
                    <a:pt x="8427692" y="19907"/>
                  </a:lnTo>
                  <a:lnTo>
                    <a:pt x="8427817" y="19907"/>
                  </a:lnTo>
                  <a:lnTo>
                    <a:pt x="8427942" y="19907"/>
                  </a:lnTo>
                  <a:lnTo>
                    <a:pt x="8428067" y="19907"/>
                  </a:lnTo>
                  <a:lnTo>
                    <a:pt x="8428192" y="19907"/>
                  </a:lnTo>
                  <a:lnTo>
                    <a:pt x="8428317" y="19907"/>
                  </a:lnTo>
                  <a:lnTo>
                    <a:pt x="8428442" y="19907"/>
                  </a:lnTo>
                  <a:lnTo>
                    <a:pt x="8428567" y="19907"/>
                  </a:lnTo>
                  <a:lnTo>
                    <a:pt x="8428692" y="19907"/>
                  </a:lnTo>
                  <a:lnTo>
                    <a:pt x="8428817" y="19907"/>
                  </a:lnTo>
                  <a:lnTo>
                    <a:pt x="8428942" y="19907"/>
                  </a:lnTo>
                  <a:lnTo>
                    <a:pt x="8429067" y="19907"/>
                  </a:lnTo>
                  <a:lnTo>
                    <a:pt x="8429192" y="19907"/>
                  </a:lnTo>
                  <a:lnTo>
                    <a:pt x="8429317" y="19907"/>
                  </a:lnTo>
                  <a:lnTo>
                    <a:pt x="8429442" y="19907"/>
                  </a:lnTo>
                  <a:lnTo>
                    <a:pt x="8429567" y="19907"/>
                  </a:lnTo>
                  <a:lnTo>
                    <a:pt x="8429693" y="19907"/>
                  </a:lnTo>
                  <a:lnTo>
                    <a:pt x="8429818" y="19907"/>
                  </a:lnTo>
                  <a:lnTo>
                    <a:pt x="8429943" y="19907"/>
                  </a:lnTo>
                  <a:lnTo>
                    <a:pt x="8430068" y="19907"/>
                  </a:lnTo>
                  <a:lnTo>
                    <a:pt x="8430193" y="19907"/>
                  </a:lnTo>
                  <a:lnTo>
                    <a:pt x="8430318" y="19907"/>
                  </a:lnTo>
                  <a:lnTo>
                    <a:pt x="8430443" y="19907"/>
                  </a:lnTo>
                  <a:lnTo>
                    <a:pt x="8430568" y="19907"/>
                  </a:lnTo>
                  <a:lnTo>
                    <a:pt x="8430693" y="19907"/>
                  </a:lnTo>
                  <a:lnTo>
                    <a:pt x="8430818" y="19907"/>
                  </a:lnTo>
                  <a:lnTo>
                    <a:pt x="8430943" y="19907"/>
                  </a:lnTo>
                  <a:lnTo>
                    <a:pt x="8431068" y="19907"/>
                  </a:lnTo>
                  <a:lnTo>
                    <a:pt x="8431193" y="19907"/>
                  </a:lnTo>
                  <a:lnTo>
                    <a:pt x="8431318" y="19907"/>
                  </a:lnTo>
                  <a:lnTo>
                    <a:pt x="8431443" y="19907"/>
                  </a:lnTo>
                  <a:lnTo>
                    <a:pt x="8431568" y="19907"/>
                  </a:lnTo>
                  <a:lnTo>
                    <a:pt x="8431693" y="19907"/>
                  </a:lnTo>
                  <a:lnTo>
                    <a:pt x="8431818" y="19907"/>
                  </a:lnTo>
                  <a:lnTo>
                    <a:pt x="8431943" y="19907"/>
                  </a:lnTo>
                  <a:lnTo>
                    <a:pt x="8432068" y="19907"/>
                  </a:lnTo>
                  <a:lnTo>
                    <a:pt x="8432193" y="19907"/>
                  </a:lnTo>
                  <a:lnTo>
                    <a:pt x="8432318" y="19907"/>
                  </a:lnTo>
                  <a:lnTo>
                    <a:pt x="8432443" y="19907"/>
                  </a:lnTo>
                  <a:lnTo>
                    <a:pt x="8432568" y="19907"/>
                  </a:lnTo>
                  <a:lnTo>
                    <a:pt x="8432694" y="19907"/>
                  </a:lnTo>
                  <a:lnTo>
                    <a:pt x="8432819" y="19907"/>
                  </a:lnTo>
                  <a:lnTo>
                    <a:pt x="8432944" y="19907"/>
                  </a:lnTo>
                  <a:lnTo>
                    <a:pt x="8433069" y="19907"/>
                  </a:lnTo>
                  <a:lnTo>
                    <a:pt x="8433194" y="19907"/>
                  </a:lnTo>
                  <a:lnTo>
                    <a:pt x="8433319" y="19907"/>
                  </a:lnTo>
                  <a:lnTo>
                    <a:pt x="8433444" y="19907"/>
                  </a:lnTo>
                  <a:lnTo>
                    <a:pt x="8433569" y="19907"/>
                  </a:lnTo>
                  <a:lnTo>
                    <a:pt x="8433694" y="19907"/>
                  </a:lnTo>
                  <a:lnTo>
                    <a:pt x="8433819" y="19907"/>
                  </a:lnTo>
                  <a:lnTo>
                    <a:pt x="8433944" y="19907"/>
                  </a:lnTo>
                  <a:lnTo>
                    <a:pt x="8434069" y="19907"/>
                  </a:lnTo>
                  <a:lnTo>
                    <a:pt x="8434194" y="19907"/>
                  </a:lnTo>
                  <a:lnTo>
                    <a:pt x="8434319" y="19907"/>
                  </a:lnTo>
                  <a:lnTo>
                    <a:pt x="8434444" y="19907"/>
                  </a:lnTo>
                  <a:lnTo>
                    <a:pt x="8434569" y="19907"/>
                  </a:lnTo>
                  <a:lnTo>
                    <a:pt x="8434694" y="19907"/>
                  </a:lnTo>
                  <a:lnTo>
                    <a:pt x="8434819" y="19907"/>
                  </a:lnTo>
                  <a:lnTo>
                    <a:pt x="8434944" y="19907"/>
                  </a:lnTo>
                  <a:lnTo>
                    <a:pt x="8435069" y="19907"/>
                  </a:lnTo>
                  <a:lnTo>
                    <a:pt x="8435194" y="19907"/>
                  </a:lnTo>
                  <a:lnTo>
                    <a:pt x="8435319" y="19907"/>
                  </a:lnTo>
                  <a:lnTo>
                    <a:pt x="8435444" y="19907"/>
                  </a:lnTo>
                  <a:lnTo>
                    <a:pt x="8435569" y="19907"/>
                  </a:lnTo>
                  <a:lnTo>
                    <a:pt x="8435695" y="19907"/>
                  </a:lnTo>
                  <a:lnTo>
                    <a:pt x="8435820" y="19907"/>
                  </a:lnTo>
                  <a:lnTo>
                    <a:pt x="8435945" y="19907"/>
                  </a:lnTo>
                  <a:lnTo>
                    <a:pt x="8436070" y="19907"/>
                  </a:lnTo>
                  <a:lnTo>
                    <a:pt x="8436195" y="19907"/>
                  </a:lnTo>
                  <a:lnTo>
                    <a:pt x="8436320" y="19907"/>
                  </a:lnTo>
                  <a:lnTo>
                    <a:pt x="8436445" y="19907"/>
                  </a:lnTo>
                  <a:lnTo>
                    <a:pt x="8436570" y="19907"/>
                  </a:lnTo>
                  <a:lnTo>
                    <a:pt x="8436695" y="19907"/>
                  </a:lnTo>
                  <a:lnTo>
                    <a:pt x="8436820" y="19907"/>
                  </a:lnTo>
                  <a:lnTo>
                    <a:pt x="8436945" y="19907"/>
                  </a:lnTo>
                  <a:lnTo>
                    <a:pt x="8437070" y="19907"/>
                  </a:lnTo>
                  <a:lnTo>
                    <a:pt x="8437195" y="19907"/>
                  </a:lnTo>
                  <a:lnTo>
                    <a:pt x="8437320" y="19907"/>
                  </a:lnTo>
                  <a:lnTo>
                    <a:pt x="8437445" y="19907"/>
                  </a:lnTo>
                  <a:lnTo>
                    <a:pt x="8437570" y="19907"/>
                  </a:lnTo>
                  <a:lnTo>
                    <a:pt x="8437695" y="19907"/>
                  </a:lnTo>
                  <a:lnTo>
                    <a:pt x="8437820" y="19907"/>
                  </a:lnTo>
                  <a:lnTo>
                    <a:pt x="8437945" y="19907"/>
                  </a:lnTo>
                  <a:lnTo>
                    <a:pt x="8438070" y="19907"/>
                  </a:lnTo>
                  <a:lnTo>
                    <a:pt x="8438195" y="19907"/>
                  </a:lnTo>
                  <a:lnTo>
                    <a:pt x="8438320" y="19907"/>
                  </a:lnTo>
                  <a:lnTo>
                    <a:pt x="8438445" y="19907"/>
                  </a:lnTo>
                  <a:lnTo>
                    <a:pt x="8438570" y="19907"/>
                  </a:lnTo>
                  <a:lnTo>
                    <a:pt x="8438696" y="19907"/>
                  </a:lnTo>
                  <a:lnTo>
                    <a:pt x="8438821" y="19907"/>
                  </a:lnTo>
                  <a:lnTo>
                    <a:pt x="8438946" y="19907"/>
                  </a:lnTo>
                  <a:lnTo>
                    <a:pt x="8439071" y="19907"/>
                  </a:lnTo>
                  <a:lnTo>
                    <a:pt x="8439196" y="19907"/>
                  </a:lnTo>
                  <a:lnTo>
                    <a:pt x="8439321" y="19907"/>
                  </a:lnTo>
                  <a:lnTo>
                    <a:pt x="8439446" y="19907"/>
                  </a:lnTo>
                  <a:lnTo>
                    <a:pt x="8439571" y="19907"/>
                  </a:lnTo>
                  <a:lnTo>
                    <a:pt x="8439696" y="19907"/>
                  </a:lnTo>
                  <a:lnTo>
                    <a:pt x="8439821" y="19907"/>
                  </a:lnTo>
                  <a:lnTo>
                    <a:pt x="8439946" y="19907"/>
                  </a:lnTo>
                  <a:lnTo>
                    <a:pt x="8440071" y="19907"/>
                  </a:lnTo>
                  <a:lnTo>
                    <a:pt x="8440196" y="19907"/>
                  </a:lnTo>
                  <a:lnTo>
                    <a:pt x="8440321" y="19907"/>
                  </a:lnTo>
                  <a:lnTo>
                    <a:pt x="8440446" y="19907"/>
                  </a:lnTo>
                  <a:lnTo>
                    <a:pt x="8440571" y="19907"/>
                  </a:lnTo>
                  <a:lnTo>
                    <a:pt x="8440696" y="19907"/>
                  </a:lnTo>
                  <a:lnTo>
                    <a:pt x="8440821" y="19907"/>
                  </a:lnTo>
                  <a:lnTo>
                    <a:pt x="8440946" y="19907"/>
                  </a:lnTo>
                  <a:lnTo>
                    <a:pt x="8441071" y="19907"/>
                  </a:lnTo>
                  <a:lnTo>
                    <a:pt x="8441196" y="19907"/>
                  </a:lnTo>
                  <a:lnTo>
                    <a:pt x="8441321" y="19907"/>
                  </a:lnTo>
                  <a:lnTo>
                    <a:pt x="8441446" y="19907"/>
                  </a:lnTo>
                  <a:lnTo>
                    <a:pt x="8441571" y="19907"/>
                  </a:lnTo>
                  <a:lnTo>
                    <a:pt x="8441697" y="19907"/>
                  </a:lnTo>
                  <a:lnTo>
                    <a:pt x="8441822" y="19907"/>
                  </a:lnTo>
                  <a:lnTo>
                    <a:pt x="8441947" y="19907"/>
                  </a:lnTo>
                  <a:lnTo>
                    <a:pt x="8442072" y="19907"/>
                  </a:lnTo>
                  <a:lnTo>
                    <a:pt x="8442197" y="19907"/>
                  </a:lnTo>
                  <a:lnTo>
                    <a:pt x="8442322" y="19907"/>
                  </a:lnTo>
                  <a:lnTo>
                    <a:pt x="8442447" y="19907"/>
                  </a:lnTo>
                  <a:lnTo>
                    <a:pt x="8442572" y="19907"/>
                  </a:lnTo>
                  <a:lnTo>
                    <a:pt x="8442697" y="19907"/>
                  </a:lnTo>
                  <a:lnTo>
                    <a:pt x="8442822" y="19907"/>
                  </a:lnTo>
                  <a:lnTo>
                    <a:pt x="8442947" y="19907"/>
                  </a:lnTo>
                  <a:lnTo>
                    <a:pt x="8443072" y="19907"/>
                  </a:lnTo>
                  <a:lnTo>
                    <a:pt x="8443197" y="19907"/>
                  </a:lnTo>
                  <a:lnTo>
                    <a:pt x="8443322" y="19907"/>
                  </a:lnTo>
                  <a:lnTo>
                    <a:pt x="8443447" y="19907"/>
                  </a:lnTo>
                  <a:lnTo>
                    <a:pt x="8443572" y="19907"/>
                  </a:lnTo>
                  <a:lnTo>
                    <a:pt x="8443697" y="19907"/>
                  </a:lnTo>
                  <a:lnTo>
                    <a:pt x="8443822" y="19907"/>
                  </a:lnTo>
                  <a:lnTo>
                    <a:pt x="8443947" y="19907"/>
                  </a:lnTo>
                  <a:lnTo>
                    <a:pt x="8444072" y="19907"/>
                  </a:lnTo>
                  <a:lnTo>
                    <a:pt x="8444197" y="19907"/>
                  </a:lnTo>
                  <a:lnTo>
                    <a:pt x="8444322" y="19907"/>
                  </a:lnTo>
                  <a:lnTo>
                    <a:pt x="8444447" y="19907"/>
                  </a:lnTo>
                  <a:lnTo>
                    <a:pt x="8444572" y="19907"/>
                  </a:lnTo>
                  <a:lnTo>
                    <a:pt x="8444698" y="19907"/>
                  </a:lnTo>
                  <a:lnTo>
                    <a:pt x="8444823" y="19907"/>
                  </a:lnTo>
                  <a:lnTo>
                    <a:pt x="8444948" y="19907"/>
                  </a:lnTo>
                  <a:lnTo>
                    <a:pt x="8445073" y="19907"/>
                  </a:lnTo>
                  <a:lnTo>
                    <a:pt x="8445198" y="19907"/>
                  </a:lnTo>
                  <a:lnTo>
                    <a:pt x="8445323" y="19907"/>
                  </a:lnTo>
                  <a:lnTo>
                    <a:pt x="8445448" y="19907"/>
                  </a:lnTo>
                  <a:lnTo>
                    <a:pt x="8445573" y="19907"/>
                  </a:lnTo>
                  <a:lnTo>
                    <a:pt x="8445698" y="19907"/>
                  </a:lnTo>
                  <a:lnTo>
                    <a:pt x="8445823" y="19907"/>
                  </a:lnTo>
                  <a:lnTo>
                    <a:pt x="8445948" y="19907"/>
                  </a:lnTo>
                  <a:lnTo>
                    <a:pt x="8446073" y="19907"/>
                  </a:lnTo>
                  <a:lnTo>
                    <a:pt x="8446198" y="19907"/>
                  </a:lnTo>
                  <a:lnTo>
                    <a:pt x="8446323" y="19907"/>
                  </a:lnTo>
                  <a:lnTo>
                    <a:pt x="8446448" y="19907"/>
                  </a:lnTo>
                  <a:lnTo>
                    <a:pt x="8446573" y="19907"/>
                  </a:lnTo>
                  <a:lnTo>
                    <a:pt x="8446698" y="19907"/>
                  </a:lnTo>
                  <a:lnTo>
                    <a:pt x="8446823" y="19907"/>
                  </a:lnTo>
                  <a:lnTo>
                    <a:pt x="8446948" y="19907"/>
                  </a:lnTo>
                  <a:lnTo>
                    <a:pt x="8447073" y="19907"/>
                  </a:lnTo>
                  <a:lnTo>
                    <a:pt x="8447198" y="19907"/>
                  </a:lnTo>
                  <a:lnTo>
                    <a:pt x="8447323" y="19907"/>
                  </a:lnTo>
                  <a:lnTo>
                    <a:pt x="8447448" y="19907"/>
                  </a:lnTo>
                  <a:lnTo>
                    <a:pt x="8447573" y="19907"/>
                  </a:lnTo>
                  <a:lnTo>
                    <a:pt x="8447699" y="19907"/>
                  </a:lnTo>
                  <a:lnTo>
                    <a:pt x="8447824" y="19907"/>
                  </a:lnTo>
                  <a:lnTo>
                    <a:pt x="8447949" y="19907"/>
                  </a:lnTo>
                  <a:lnTo>
                    <a:pt x="8448074" y="19907"/>
                  </a:lnTo>
                  <a:lnTo>
                    <a:pt x="8448199" y="19907"/>
                  </a:lnTo>
                  <a:lnTo>
                    <a:pt x="8448324" y="19907"/>
                  </a:lnTo>
                  <a:lnTo>
                    <a:pt x="8448449" y="19907"/>
                  </a:lnTo>
                  <a:lnTo>
                    <a:pt x="8448574" y="19907"/>
                  </a:lnTo>
                  <a:lnTo>
                    <a:pt x="8448699" y="19907"/>
                  </a:lnTo>
                  <a:lnTo>
                    <a:pt x="8448824" y="19907"/>
                  </a:lnTo>
                  <a:lnTo>
                    <a:pt x="8448949" y="19907"/>
                  </a:lnTo>
                  <a:lnTo>
                    <a:pt x="8449074" y="19907"/>
                  </a:lnTo>
                  <a:lnTo>
                    <a:pt x="8449199" y="19907"/>
                  </a:lnTo>
                  <a:lnTo>
                    <a:pt x="8449324" y="19907"/>
                  </a:lnTo>
                  <a:lnTo>
                    <a:pt x="8449449" y="19907"/>
                  </a:lnTo>
                  <a:lnTo>
                    <a:pt x="8449574" y="19907"/>
                  </a:lnTo>
                  <a:lnTo>
                    <a:pt x="8449699" y="19907"/>
                  </a:lnTo>
                  <a:lnTo>
                    <a:pt x="8449824" y="19907"/>
                  </a:lnTo>
                  <a:lnTo>
                    <a:pt x="8449949" y="19907"/>
                  </a:lnTo>
                  <a:lnTo>
                    <a:pt x="8450074" y="19907"/>
                  </a:lnTo>
                  <a:lnTo>
                    <a:pt x="8450199" y="19907"/>
                  </a:lnTo>
                  <a:lnTo>
                    <a:pt x="8450324" y="19907"/>
                  </a:lnTo>
                  <a:lnTo>
                    <a:pt x="8450449" y="19907"/>
                  </a:lnTo>
                  <a:lnTo>
                    <a:pt x="8450574" y="19907"/>
                  </a:lnTo>
                  <a:lnTo>
                    <a:pt x="8450700" y="19907"/>
                  </a:lnTo>
                  <a:lnTo>
                    <a:pt x="8450825" y="19907"/>
                  </a:lnTo>
                  <a:lnTo>
                    <a:pt x="8450950" y="19907"/>
                  </a:lnTo>
                  <a:lnTo>
                    <a:pt x="8451075" y="19907"/>
                  </a:lnTo>
                  <a:lnTo>
                    <a:pt x="8451200" y="19907"/>
                  </a:lnTo>
                  <a:lnTo>
                    <a:pt x="8451325" y="19907"/>
                  </a:lnTo>
                  <a:lnTo>
                    <a:pt x="8451450" y="19907"/>
                  </a:lnTo>
                  <a:lnTo>
                    <a:pt x="8451575" y="19907"/>
                  </a:lnTo>
                  <a:lnTo>
                    <a:pt x="8451700" y="19907"/>
                  </a:lnTo>
                  <a:lnTo>
                    <a:pt x="8451825" y="19907"/>
                  </a:lnTo>
                  <a:lnTo>
                    <a:pt x="8451950" y="19907"/>
                  </a:lnTo>
                  <a:lnTo>
                    <a:pt x="8452075" y="19907"/>
                  </a:lnTo>
                  <a:lnTo>
                    <a:pt x="8452200" y="19907"/>
                  </a:lnTo>
                  <a:lnTo>
                    <a:pt x="8452325" y="19907"/>
                  </a:lnTo>
                  <a:lnTo>
                    <a:pt x="8452450" y="19907"/>
                  </a:lnTo>
                  <a:lnTo>
                    <a:pt x="8452575" y="19907"/>
                  </a:lnTo>
                  <a:lnTo>
                    <a:pt x="8452700" y="19907"/>
                  </a:lnTo>
                  <a:lnTo>
                    <a:pt x="8452825" y="19907"/>
                  </a:lnTo>
                  <a:lnTo>
                    <a:pt x="8452950" y="19907"/>
                  </a:lnTo>
                  <a:lnTo>
                    <a:pt x="8453075" y="19907"/>
                  </a:lnTo>
                  <a:lnTo>
                    <a:pt x="8453200" y="19907"/>
                  </a:lnTo>
                  <a:lnTo>
                    <a:pt x="8453325" y="19907"/>
                  </a:lnTo>
                  <a:lnTo>
                    <a:pt x="8453450" y="19907"/>
                  </a:lnTo>
                  <a:lnTo>
                    <a:pt x="8453575" y="19907"/>
                  </a:lnTo>
                  <a:lnTo>
                    <a:pt x="8453701" y="19907"/>
                  </a:lnTo>
                  <a:lnTo>
                    <a:pt x="8453826" y="19907"/>
                  </a:lnTo>
                  <a:lnTo>
                    <a:pt x="8453951" y="19907"/>
                  </a:lnTo>
                  <a:lnTo>
                    <a:pt x="8454076" y="19907"/>
                  </a:lnTo>
                  <a:lnTo>
                    <a:pt x="8454201" y="19907"/>
                  </a:lnTo>
                  <a:lnTo>
                    <a:pt x="8454326" y="19907"/>
                  </a:lnTo>
                  <a:lnTo>
                    <a:pt x="8454451" y="19907"/>
                  </a:lnTo>
                  <a:lnTo>
                    <a:pt x="8454576" y="19907"/>
                  </a:lnTo>
                  <a:lnTo>
                    <a:pt x="8454701" y="19907"/>
                  </a:lnTo>
                  <a:lnTo>
                    <a:pt x="8454826" y="19907"/>
                  </a:lnTo>
                  <a:lnTo>
                    <a:pt x="8454951" y="19907"/>
                  </a:lnTo>
                  <a:lnTo>
                    <a:pt x="8455076" y="19907"/>
                  </a:lnTo>
                  <a:lnTo>
                    <a:pt x="8455201" y="19907"/>
                  </a:lnTo>
                  <a:lnTo>
                    <a:pt x="8455326" y="19907"/>
                  </a:lnTo>
                  <a:lnTo>
                    <a:pt x="8455451" y="19907"/>
                  </a:lnTo>
                  <a:lnTo>
                    <a:pt x="8455576" y="19907"/>
                  </a:lnTo>
                  <a:lnTo>
                    <a:pt x="8455701" y="19907"/>
                  </a:lnTo>
                  <a:lnTo>
                    <a:pt x="8455826" y="19907"/>
                  </a:lnTo>
                  <a:lnTo>
                    <a:pt x="8455951" y="19907"/>
                  </a:lnTo>
                  <a:lnTo>
                    <a:pt x="8456076" y="19907"/>
                  </a:lnTo>
                  <a:lnTo>
                    <a:pt x="8456201" y="19907"/>
                  </a:lnTo>
                  <a:lnTo>
                    <a:pt x="8456326" y="19907"/>
                  </a:lnTo>
                  <a:lnTo>
                    <a:pt x="8456451" y="19907"/>
                  </a:lnTo>
                  <a:lnTo>
                    <a:pt x="8456576" y="19907"/>
                  </a:lnTo>
                  <a:lnTo>
                    <a:pt x="8456702" y="19907"/>
                  </a:lnTo>
                  <a:lnTo>
                    <a:pt x="8456827" y="19907"/>
                  </a:lnTo>
                  <a:lnTo>
                    <a:pt x="8456952" y="19907"/>
                  </a:lnTo>
                  <a:lnTo>
                    <a:pt x="8457077" y="19907"/>
                  </a:lnTo>
                  <a:lnTo>
                    <a:pt x="8457202" y="19907"/>
                  </a:lnTo>
                  <a:lnTo>
                    <a:pt x="8457327" y="19907"/>
                  </a:lnTo>
                  <a:lnTo>
                    <a:pt x="8457452" y="19907"/>
                  </a:lnTo>
                  <a:lnTo>
                    <a:pt x="8457577" y="19907"/>
                  </a:lnTo>
                  <a:lnTo>
                    <a:pt x="8457702" y="19907"/>
                  </a:lnTo>
                  <a:lnTo>
                    <a:pt x="8457827" y="19907"/>
                  </a:lnTo>
                  <a:lnTo>
                    <a:pt x="8457952" y="19907"/>
                  </a:lnTo>
                  <a:lnTo>
                    <a:pt x="8458077" y="19907"/>
                  </a:lnTo>
                  <a:lnTo>
                    <a:pt x="8458202" y="19907"/>
                  </a:lnTo>
                  <a:lnTo>
                    <a:pt x="8458327" y="19907"/>
                  </a:lnTo>
                  <a:lnTo>
                    <a:pt x="8458452" y="19907"/>
                  </a:lnTo>
                  <a:lnTo>
                    <a:pt x="8458577" y="19907"/>
                  </a:lnTo>
                  <a:lnTo>
                    <a:pt x="8458702" y="19907"/>
                  </a:lnTo>
                  <a:lnTo>
                    <a:pt x="8458827" y="19907"/>
                  </a:lnTo>
                  <a:lnTo>
                    <a:pt x="8458952" y="19907"/>
                  </a:lnTo>
                  <a:lnTo>
                    <a:pt x="8459077" y="19907"/>
                  </a:lnTo>
                  <a:lnTo>
                    <a:pt x="8459202" y="19907"/>
                  </a:lnTo>
                  <a:lnTo>
                    <a:pt x="8459327" y="19907"/>
                  </a:lnTo>
                  <a:lnTo>
                    <a:pt x="8459327" y="9953"/>
                  </a:lnTo>
                  <a:lnTo>
                    <a:pt x="8459452" y="9953"/>
                  </a:lnTo>
                  <a:lnTo>
                    <a:pt x="8459578" y="9953"/>
                  </a:lnTo>
                  <a:lnTo>
                    <a:pt x="8459703" y="9953"/>
                  </a:lnTo>
                  <a:lnTo>
                    <a:pt x="8459828" y="9953"/>
                  </a:lnTo>
                  <a:lnTo>
                    <a:pt x="8459953" y="9953"/>
                  </a:lnTo>
                  <a:lnTo>
                    <a:pt x="8460078" y="9953"/>
                  </a:lnTo>
                  <a:lnTo>
                    <a:pt x="8460203" y="9953"/>
                  </a:lnTo>
                  <a:lnTo>
                    <a:pt x="8460328" y="9953"/>
                  </a:lnTo>
                  <a:lnTo>
                    <a:pt x="8460453" y="9953"/>
                  </a:lnTo>
                  <a:lnTo>
                    <a:pt x="8460578" y="9953"/>
                  </a:lnTo>
                  <a:lnTo>
                    <a:pt x="8460703" y="9953"/>
                  </a:lnTo>
                  <a:lnTo>
                    <a:pt x="8460828" y="9953"/>
                  </a:lnTo>
                  <a:lnTo>
                    <a:pt x="8460953" y="9953"/>
                  </a:lnTo>
                  <a:lnTo>
                    <a:pt x="8461078" y="9953"/>
                  </a:lnTo>
                  <a:lnTo>
                    <a:pt x="8461203" y="9953"/>
                  </a:lnTo>
                  <a:lnTo>
                    <a:pt x="8461328" y="9953"/>
                  </a:lnTo>
                  <a:lnTo>
                    <a:pt x="8461453" y="9953"/>
                  </a:lnTo>
                  <a:lnTo>
                    <a:pt x="8461578" y="9953"/>
                  </a:lnTo>
                  <a:lnTo>
                    <a:pt x="8461703" y="9953"/>
                  </a:lnTo>
                  <a:lnTo>
                    <a:pt x="8461828" y="9953"/>
                  </a:lnTo>
                  <a:lnTo>
                    <a:pt x="8461953" y="9953"/>
                  </a:lnTo>
                  <a:lnTo>
                    <a:pt x="8462078" y="9953"/>
                  </a:lnTo>
                  <a:lnTo>
                    <a:pt x="8462203" y="9953"/>
                  </a:lnTo>
                  <a:lnTo>
                    <a:pt x="8462328" y="9953"/>
                  </a:lnTo>
                  <a:lnTo>
                    <a:pt x="8462453" y="9953"/>
                  </a:lnTo>
                  <a:lnTo>
                    <a:pt x="8462579" y="9953"/>
                  </a:lnTo>
                  <a:lnTo>
                    <a:pt x="8462704" y="9953"/>
                  </a:lnTo>
                  <a:lnTo>
                    <a:pt x="8462829" y="9953"/>
                  </a:lnTo>
                  <a:lnTo>
                    <a:pt x="8462954" y="9953"/>
                  </a:lnTo>
                  <a:lnTo>
                    <a:pt x="8463079" y="9953"/>
                  </a:lnTo>
                  <a:lnTo>
                    <a:pt x="8463204" y="9953"/>
                  </a:lnTo>
                  <a:lnTo>
                    <a:pt x="8463329" y="9953"/>
                  </a:lnTo>
                  <a:lnTo>
                    <a:pt x="8463454" y="9953"/>
                  </a:lnTo>
                  <a:lnTo>
                    <a:pt x="8463579" y="9953"/>
                  </a:lnTo>
                  <a:lnTo>
                    <a:pt x="8463704" y="9953"/>
                  </a:lnTo>
                  <a:lnTo>
                    <a:pt x="8463829" y="9953"/>
                  </a:lnTo>
                  <a:lnTo>
                    <a:pt x="8463954" y="9953"/>
                  </a:lnTo>
                  <a:lnTo>
                    <a:pt x="8464079" y="9953"/>
                  </a:lnTo>
                  <a:lnTo>
                    <a:pt x="8464204" y="9953"/>
                  </a:lnTo>
                  <a:lnTo>
                    <a:pt x="8464329" y="9953"/>
                  </a:lnTo>
                  <a:lnTo>
                    <a:pt x="8464454" y="9953"/>
                  </a:lnTo>
                  <a:lnTo>
                    <a:pt x="8464579" y="9953"/>
                  </a:lnTo>
                  <a:lnTo>
                    <a:pt x="8464704" y="9953"/>
                  </a:lnTo>
                  <a:lnTo>
                    <a:pt x="8464829" y="9953"/>
                  </a:lnTo>
                  <a:lnTo>
                    <a:pt x="8464954" y="9953"/>
                  </a:lnTo>
                  <a:lnTo>
                    <a:pt x="8465079" y="9953"/>
                  </a:lnTo>
                  <a:lnTo>
                    <a:pt x="8465204" y="9953"/>
                  </a:lnTo>
                  <a:lnTo>
                    <a:pt x="8465329" y="9953"/>
                  </a:lnTo>
                  <a:lnTo>
                    <a:pt x="8465454" y="9953"/>
                  </a:lnTo>
                  <a:lnTo>
                    <a:pt x="8465580" y="9953"/>
                  </a:lnTo>
                  <a:lnTo>
                    <a:pt x="8465705" y="9953"/>
                  </a:lnTo>
                  <a:lnTo>
                    <a:pt x="8465830" y="9953"/>
                  </a:lnTo>
                  <a:lnTo>
                    <a:pt x="8465955" y="9953"/>
                  </a:lnTo>
                  <a:lnTo>
                    <a:pt x="8466080" y="9953"/>
                  </a:lnTo>
                  <a:lnTo>
                    <a:pt x="8466205" y="9953"/>
                  </a:lnTo>
                  <a:lnTo>
                    <a:pt x="8466330" y="9953"/>
                  </a:lnTo>
                  <a:lnTo>
                    <a:pt x="8466455" y="9953"/>
                  </a:lnTo>
                  <a:lnTo>
                    <a:pt x="8466580" y="9953"/>
                  </a:lnTo>
                  <a:lnTo>
                    <a:pt x="8466705" y="9953"/>
                  </a:lnTo>
                  <a:lnTo>
                    <a:pt x="8466830" y="9953"/>
                  </a:lnTo>
                  <a:lnTo>
                    <a:pt x="8466955" y="9953"/>
                  </a:lnTo>
                  <a:lnTo>
                    <a:pt x="8467080" y="9953"/>
                  </a:lnTo>
                  <a:lnTo>
                    <a:pt x="8467205" y="9953"/>
                  </a:lnTo>
                  <a:lnTo>
                    <a:pt x="8467330" y="9953"/>
                  </a:lnTo>
                  <a:lnTo>
                    <a:pt x="8467455" y="9953"/>
                  </a:lnTo>
                  <a:lnTo>
                    <a:pt x="8467580" y="9953"/>
                  </a:lnTo>
                  <a:lnTo>
                    <a:pt x="8467705" y="9953"/>
                  </a:lnTo>
                  <a:lnTo>
                    <a:pt x="8467830" y="9953"/>
                  </a:lnTo>
                  <a:lnTo>
                    <a:pt x="8467955" y="9953"/>
                  </a:lnTo>
                  <a:lnTo>
                    <a:pt x="8468080" y="9953"/>
                  </a:lnTo>
                  <a:lnTo>
                    <a:pt x="8468205" y="9953"/>
                  </a:lnTo>
                  <a:lnTo>
                    <a:pt x="8468330" y="9953"/>
                  </a:lnTo>
                  <a:lnTo>
                    <a:pt x="8468455" y="9953"/>
                  </a:lnTo>
                  <a:lnTo>
                    <a:pt x="8468581" y="9953"/>
                  </a:lnTo>
                  <a:lnTo>
                    <a:pt x="8468706" y="9953"/>
                  </a:lnTo>
                  <a:lnTo>
                    <a:pt x="8468831" y="9953"/>
                  </a:lnTo>
                  <a:lnTo>
                    <a:pt x="8468956" y="9953"/>
                  </a:lnTo>
                  <a:lnTo>
                    <a:pt x="8469081" y="9953"/>
                  </a:lnTo>
                  <a:lnTo>
                    <a:pt x="8469206" y="9953"/>
                  </a:lnTo>
                  <a:lnTo>
                    <a:pt x="8469331" y="9953"/>
                  </a:lnTo>
                  <a:lnTo>
                    <a:pt x="8469456" y="9953"/>
                  </a:lnTo>
                  <a:lnTo>
                    <a:pt x="8469581" y="9953"/>
                  </a:lnTo>
                  <a:lnTo>
                    <a:pt x="8469706" y="9953"/>
                  </a:lnTo>
                  <a:lnTo>
                    <a:pt x="8469831" y="9953"/>
                  </a:lnTo>
                  <a:lnTo>
                    <a:pt x="8469956" y="9953"/>
                  </a:lnTo>
                  <a:lnTo>
                    <a:pt x="8470081" y="9953"/>
                  </a:lnTo>
                  <a:lnTo>
                    <a:pt x="8470206" y="9953"/>
                  </a:lnTo>
                  <a:lnTo>
                    <a:pt x="8470331" y="9953"/>
                  </a:lnTo>
                  <a:lnTo>
                    <a:pt x="8470456" y="9953"/>
                  </a:lnTo>
                  <a:lnTo>
                    <a:pt x="8470581" y="9953"/>
                  </a:lnTo>
                  <a:lnTo>
                    <a:pt x="8470706" y="9953"/>
                  </a:lnTo>
                  <a:lnTo>
                    <a:pt x="8470831" y="9953"/>
                  </a:lnTo>
                  <a:lnTo>
                    <a:pt x="8470956" y="9953"/>
                  </a:lnTo>
                  <a:lnTo>
                    <a:pt x="8471081" y="9953"/>
                  </a:lnTo>
                  <a:lnTo>
                    <a:pt x="8471206" y="9953"/>
                  </a:lnTo>
                  <a:lnTo>
                    <a:pt x="8471331" y="9953"/>
                  </a:lnTo>
                  <a:lnTo>
                    <a:pt x="8471456" y="9953"/>
                  </a:lnTo>
                  <a:lnTo>
                    <a:pt x="8471582" y="9953"/>
                  </a:lnTo>
                  <a:lnTo>
                    <a:pt x="8471707" y="9953"/>
                  </a:lnTo>
                  <a:lnTo>
                    <a:pt x="8471832" y="9953"/>
                  </a:lnTo>
                  <a:lnTo>
                    <a:pt x="8471957" y="9953"/>
                  </a:lnTo>
                  <a:lnTo>
                    <a:pt x="8472082" y="9953"/>
                  </a:lnTo>
                  <a:lnTo>
                    <a:pt x="8472207" y="9953"/>
                  </a:lnTo>
                  <a:lnTo>
                    <a:pt x="8472332" y="9953"/>
                  </a:lnTo>
                  <a:lnTo>
                    <a:pt x="8472457" y="9953"/>
                  </a:lnTo>
                  <a:lnTo>
                    <a:pt x="8472582" y="9953"/>
                  </a:lnTo>
                  <a:lnTo>
                    <a:pt x="8472707" y="9953"/>
                  </a:lnTo>
                  <a:lnTo>
                    <a:pt x="8472832" y="9953"/>
                  </a:lnTo>
                  <a:lnTo>
                    <a:pt x="8472832" y="0"/>
                  </a:lnTo>
                  <a:lnTo>
                    <a:pt x="8472832" y="0"/>
                  </a:lnTo>
                  <a:lnTo>
                    <a:pt x="8472957" y="0"/>
                  </a:lnTo>
                  <a:lnTo>
                    <a:pt x="8473082" y="0"/>
                  </a:lnTo>
                  <a:lnTo>
                    <a:pt x="8473207" y="0"/>
                  </a:lnTo>
                  <a:lnTo>
                    <a:pt x="8473332" y="0"/>
                  </a:lnTo>
                  <a:lnTo>
                    <a:pt x="8473457" y="0"/>
                  </a:lnTo>
                  <a:lnTo>
                    <a:pt x="8473582" y="0"/>
                  </a:lnTo>
                  <a:lnTo>
                    <a:pt x="8473707" y="0"/>
                  </a:lnTo>
                  <a:lnTo>
                    <a:pt x="8473832" y="0"/>
                  </a:lnTo>
                  <a:lnTo>
                    <a:pt x="8473957" y="0"/>
                  </a:lnTo>
                  <a:lnTo>
                    <a:pt x="8474082" y="0"/>
                  </a:lnTo>
                  <a:lnTo>
                    <a:pt x="8474207" y="0"/>
                  </a:lnTo>
                  <a:lnTo>
                    <a:pt x="8474332" y="0"/>
                  </a:lnTo>
                  <a:lnTo>
                    <a:pt x="8474457" y="0"/>
                  </a:lnTo>
                  <a:lnTo>
                    <a:pt x="8474583" y="0"/>
                  </a:lnTo>
                  <a:lnTo>
                    <a:pt x="8474708" y="0"/>
                  </a:lnTo>
                  <a:lnTo>
                    <a:pt x="8474833" y="0"/>
                  </a:lnTo>
                  <a:lnTo>
                    <a:pt x="8474958" y="0"/>
                  </a:lnTo>
                  <a:lnTo>
                    <a:pt x="8475083" y="0"/>
                  </a:lnTo>
                  <a:lnTo>
                    <a:pt x="8475208" y="0"/>
                  </a:lnTo>
                  <a:lnTo>
                    <a:pt x="8475333" y="0"/>
                  </a:lnTo>
                  <a:lnTo>
                    <a:pt x="8475458" y="0"/>
                  </a:lnTo>
                  <a:lnTo>
                    <a:pt x="8475583" y="0"/>
                  </a:lnTo>
                  <a:lnTo>
                    <a:pt x="8475708" y="0"/>
                  </a:lnTo>
                  <a:lnTo>
                    <a:pt x="8475833" y="0"/>
                  </a:lnTo>
                  <a:lnTo>
                    <a:pt x="8475958" y="0"/>
                  </a:lnTo>
                  <a:lnTo>
                    <a:pt x="8476083" y="0"/>
                  </a:lnTo>
                  <a:lnTo>
                    <a:pt x="8476208" y="0"/>
                  </a:lnTo>
                  <a:lnTo>
                    <a:pt x="8476333" y="0"/>
                  </a:lnTo>
                  <a:lnTo>
                    <a:pt x="8476458" y="0"/>
                  </a:lnTo>
                  <a:lnTo>
                    <a:pt x="8476583" y="0"/>
                  </a:lnTo>
                  <a:lnTo>
                    <a:pt x="8476708" y="0"/>
                  </a:lnTo>
                  <a:lnTo>
                    <a:pt x="8476833" y="0"/>
                  </a:lnTo>
                  <a:lnTo>
                    <a:pt x="8476958" y="0"/>
                  </a:lnTo>
                  <a:lnTo>
                    <a:pt x="8477083" y="0"/>
                  </a:lnTo>
                  <a:lnTo>
                    <a:pt x="8477208" y="0"/>
                  </a:lnTo>
                  <a:lnTo>
                    <a:pt x="8477333" y="0"/>
                  </a:lnTo>
                  <a:lnTo>
                    <a:pt x="8477458" y="0"/>
                  </a:lnTo>
                  <a:lnTo>
                    <a:pt x="8477584" y="0"/>
                  </a:lnTo>
                  <a:lnTo>
                    <a:pt x="8477709" y="0"/>
                  </a:lnTo>
                  <a:lnTo>
                    <a:pt x="8477834" y="0"/>
                  </a:lnTo>
                  <a:lnTo>
                    <a:pt x="8477959" y="0"/>
                  </a:lnTo>
                  <a:lnTo>
                    <a:pt x="8478084" y="0"/>
                  </a:lnTo>
                  <a:lnTo>
                    <a:pt x="8478209" y="0"/>
                  </a:lnTo>
                  <a:lnTo>
                    <a:pt x="8478334" y="0"/>
                  </a:lnTo>
                  <a:lnTo>
                    <a:pt x="8478459" y="0"/>
                  </a:lnTo>
                  <a:lnTo>
                    <a:pt x="8478584" y="0"/>
                  </a:lnTo>
                  <a:lnTo>
                    <a:pt x="8478709" y="0"/>
                  </a:lnTo>
                  <a:lnTo>
                    <a:pt x="8478834" y="0"/>
                  </a:lnTo>
                  <a:lnTo>
                    <a:pt x="8478959" y="0"/>
                  </a:lnTo>
                  <a:lnTo>
                    <a:pt x="8479084" y="0"/>
                  </a:lnTo>
                  <a:lnTo>
                    <a:pt x="8479209" y="0"/>
                  </a:lnTo>
                  <a:lnTo>
                    <a:pt x="8479334" y="0"/>
                  </a:lnTo>
                  <a:lnTo>
                    <a:pt x="8479459" y="0"/>
                  </a:lnTo>
                  <a:lnTo>
                    <a:pt x="8479584" y="0"/>
                  </a:lnTo>
                  <a:lnTo>
                    <a:pt x="8479709" y="0"/>
                  </a:lnTo>
                  <a:lnTo>
                    <a:pt x="8479834" y="0"/>
                  </a:lnTo>
                  <a:lnTo>
                    <a:pt x="8479959" y="0"/>
                  </a:lnTo>
                  <a:lnTo>
                    <a:pt x="8480084" y="0"/>
                  </a:lnTo>
                  <a:lnTo>
                    <a:pt x="8480209" y="0"/>
                  </a:lnTo>
                  <a:lnTo>
                    <a:pt x="8480334" y="0"/>
                  </a:lnTo>
                  <a:lnTo>
                    <a:pt x="8480459" y="0"/>
                  </a:lnTo>
                  <a:lnTo>
                    <a:pt x="8480585" y="0"/>
                  </a:lnTo>
                  <a:lnTo>
                    <a:pt x="8480710" y="0"/>
                  </a:lnTo>
                  <a:lnTo>
                    <a:pt x="8480835" y="0"/>
                  </a:lnTo>
                  <a:lnTo>
                    <a:pt x="8480960" y="0"/>
                  </a:lnTo>
                  <a:lnTo>
                    <a:pt x="8481085" y="0"/>
                  </a:lnTo>
                  <a:lnTo>
                    <a:pt x="8481210" y="0"/>
                  </a:lnTo>
                  <a:lnTo>
                    <a:pt x="8481335" y="0"/>
                  </a:lnTo>
                  <a:lnTo>
                    <a:pt x="8481460" y="0"/>
                  </a:lnTo>
                  <a:lnTo>
                    <a:pt x="8481585" y="0"/>
                  </a:lnTo>
                  <a:lnTo>
                    <a:pt x="8481710" y="0"/>
                  </a:lnTo>
                  <a:lnTo>
                    <a:pt x="8481835" y="0"/>
                  </a:lnTo>
                  <a:lnTo>
                    <a:pt x="8481960" y="0"/>
                  </a:lnTo>
                  <a:lnTo>
                    <a:pt x="8482085" y="0"/>
                  </a:lnTo>
                  <a:lnTo>
                    <a:pt x="8482210" y="0"/>
                  </a:lnTo>
                  <a:lnTo>
                    <a:pt x="8482335" y="0"/>
                  </a:lnTo>
                  <a:lnTo>
                    <a:pt x="8482460" y="0"/>
                  </a:lnTo>
                  <a:lnTo>
                    <a:pt x="8482585" y="0"/>
                  </a:lnTo>
                  <a:lnTo>
                    <a:pt x="8482710" y="0"/>
                  </a:lnTo>
                  <a:lnTo>
                    <a:pt x="8482835" y="0"/>
                  </a:lnTo>
                  <a:lnTo>
                    <a:pt x="8482960" y="0"/>
                  </a:lnTo>
                  <a:lnTo>
                    <a:pt x="8483085" y="0"/>
                  </a:lnTo>
                  <a:lnTo>
                    <a:pt x="8483210" y="0"/>
                  </a:lnTo>
                  <a:lnTo>
                    <a:pt x="8483335" y="0"/>
                  </a:lnTo>
                  <a:lnTo>
                    <a:pt x="8483460" y="0"/>
                  </a:lnTo>
                  <a:lnTo>
                    <a:pt x="8483586" y="0"/>
                  </a:lnTo>
                  <a:lnTo>
                    <a:pt x="8483711" y="0"/>
                  </a:lnTo>
                  <a:lnTo>
                    <a:pt x="8483836" y="0"/>
                  </a:lnTo>
                  <a:lnTo>
                    <a:pt x="8483961" y="0"/>
                  </a:lnTo>
                  <a:lnTo>
                    <a:pt x="8484086" y="0"/>
                  </a:lnTo>
                  <a:lnTo>
                    <a:pt x="8484211" y="0"/>
                  </a:lnTo>
                  <a:lnTo>
                    <a:pt x="8484336" y="0"/>
                  </a:lnTo>
                  <a:lnTo>
                    <a:pt x="8484461" y="0"/>
                  </a:lnTo>
                  <a:lnTo>
                    <a:pt x="8484586" y="0"/>
                  </a:lnTo>
                  <a:lnTo>
                    <a:pt x="8484711" y="0"/>
                  </a:lnTo>
                  <a:lnTo>
                    <a:pt x="8484836" y="0"/>
                  </a:lnTo>
                  <a:lnTo>
                    <a:pt x="8484961" y="0"/>
                  </a:lnTo>
                  <a:lnTo>
                    <a:pt x="8485086" y="0"/>
                  </a:lnTo>
                  <a:lnTo>
                    <a:pt x="8485211" y="0"/>
                  </a:lnTo>
                  <a:lnTo>
                    <a:pt x="8485336" y="0"/>
                  </a:lnTo>
                  <a:lnTo>
                    <a:pt x="8485461" y="0"/>
                  </a:lnTo>
                  <a:lnTo>
                    <a:pt x="8485586" y="0"/>
                  </a:lnTo>
                  <a:lnTo>
                    <a:pt x="8485711" y="0"/>
                  </a:lnTo>
                  <a:lnTo>
                    <a:pt x="8485836" y="0"/>
                  </a:lnTo>
                  <a:lnTo>
                    <a:pt x="8485961" y="0"/>
                  </a:lnTo>
                  <a:lnTo>
                    <a:pt x="8486086" y="0"/>
                  </a:lnTo>
                  <a:lnTo>
                    <a:pt x="8486211" y="0"/>
                  </a:lnTo>
                  <a:lnTo>
                    <a:pt x="8486336" y="0"/>
                  </a:lnTo>
                  <a:lnTo>
                    <a:pt x="8486461" y="0"/>
                  </a:lnTo>
                  <a:lnTo>
                    <a:pt x="8486587" y="0"/>
                  </a:lnTo>
                  <a:lnTo>
                    <a:pt x="8486712" y="0"/>
                  </a:lnTo>
                  <a:lnTo>
                    <a:pt x="8486837" y="0"/>
                  </a:lnTo>
                  <a:lnTo>
                    <a:pt x="8486962" y="0"/>
                  </a:lnTo>
                  <a:lnTo>
                    <a:pt x="8487087" y="0"/>
                  </a:lnTo>
                  <a:lnTo>
                    <a:pt x="8487212" y="0"/>
                  </a:lnTo>
                  <a:lnTo>
                    <a:pt x="8487337" y="0"/>
                  </a:lnTo>
                  <a:lnTo>
                    <a:pt x="8487462" y="0"/>
                  </a:lnTo>
                  <a:lnTo>
                    <a:pt x="8487587" y="0"/>
                  </a:lnTo>
                  <a:lnTo>
                    <a:pt x="8487712" y="0"/>
                  </a:lnTo>
                  <a:lnTo>
                    <a:pt x="8487837" y="0"/>
                  </a:lnTo>
                  <a:lnTo>
                    <a:pt x="8487962" y="0"/>
                  </a:lnTo>
                  <a:lnTo>
                    <a:pt x="8488087" y="0"/>
                  </a:lnTo>
                  <a:lnTo>
                    <a:pt x="8488212" y="0"/>
                  </a:lnTo>
                  <a:lnTo>
                    <a:pt x="8488337" y="0"/>
                  </a:lnTo>
                  <a:lnTo>
                    <a:pt x="8488462" y="0"/>
                  </a:lnTo>
                  <a:lnTo>
                    <a:pt x="8488587" y="0"/>
                  </a:lnTo>
                  <a:lnTo>
                    <a:pt x="8488712" y="0"/>
                  </a:lnTo>
                  <a:lnTo>
                    <a:pt x="8488837" y="0"/>
                  </a:lnTo>
                  <a:lnTo>
                    <a:pt x="8488962" y="0"/>
                  </a:lnTo>
                  <a:lnTo>
                    <a:pt x="8489087" y="0"/>
                  </a:lnTo>
                  <a:lnTo>
                    <a:pt x="8489212" y="0"/>
                  </a:lnTo>
                  <a:lnTo>
                    <a:pt x="8489337" y="0"/>
                  </a:lnTo>
                  <a:lnTo>
                    <a:pt x="8489462" y="0"/>
                  </a:lnTo>
                  <a:lnTo>
                    <a:pt x="8489588" y="0"/>
                  </a:lnTo>
                  <a:lnTo>
                    <a:pt x="8489713" y="0"/>
                  </a:lnTo>
                  <a:lnTo>
                    <a:pt x="8489838" y="0"/>
                  </a:lnTo>
                  <a:lnTo>
                    <a:pt x="8489963" y="0"/>
                  </a:lnTo>
                  <a:lnTo>
                    <a:pt x="8490088" y="0"/>
                  </a:lnTo>
                  <a:lnTo>
                    <a:pt x="8490213" y="0"/>
                  </a:lnTo>
                  <a:lnTo>
                    <a:pt x="8490338" y="0"/>
                  </a:lnTo>
                  <a:lnTo>
                    <a:pt x="8490463" y="0"/>
                  </a:lnTo>
                  <a:lnTo>
                    <a:pt x="8490588" y="0"/>
                  </a:lnTo>
                  <a:lnTo>
                    <a:pt x="8490713" y="0"/>
                  </a:lnTo>
                  <a:lnTo>
                    <a:pt x="8490838" y="0"/>
                  </a:lnTo>
                  <a:lnTo>
                    <a:pt x="8490963" y="0"/>
                  </a:lnTo>
                  <a:lnTo>
                    <a:pt x="8491088" y="0"/>
                  </a:lnTo>
                  <a:lnTo>
                    <a:pt x="8491213" y="0"/>
                  </a:lnTo>
                  <a:lnTo>
                    <a:pt x="8491338" y="0"/>
                  </a:lnTo>
                  <a:lnTo>
                    <a:pt x="8491463" y="0"/>
                  </a:lnTo>
                  <a:lnTo>
                    <a:pt x="8491588" y="0"/>
                  </a:lnTo>
                  <a:lnTo>
                    <a:pt x="8491713" y="0"/>
                  </a:lnTo>
                  <a:lnTo>
                    <a:pt x="8491838" y="0"/>
                  </a:lnTo>
                  <a:lnTo>
                    <a:pt x="8491963" y="0"/>
                  </a:lnTo>
                  <a:lnTo>
                    <a:pt x="8492088" y="0"/>
                  </a:lnTo>
                  <a:lnTo>
                    <a:pt x="8492213" y="0"/>
                  </a:lnTo>
                  <a:lnTo>
                    <a:pt x="8492338" y="0"/>
                  </a:lnTo>
                  <a:lnTo>
                    <a:pt x="8492463" y="0"/>
                  </a:lnTo>
                  <a:lnTo>
                    <a:pt x="8492589" y="0"/>
                  </a:lnTo>
                  <a:lnTo>
                    <a:pt x="8492714" y="0"/>
                  </a:lnTo>
                  <a:lnTo>
                    <a:pt x="8492839" y="0"/>
                  </a:lnTo>
                  <a:lnTo>
                    <a:pt x="8492964" y="0"/>
                  </a:lnTo>
                  <a:lnTo>
                    <a:pt x="8493089" y="0"/>
                  </a:lnTo>
                  <a:lnTo>
                    <a:pt x="8493214" y="0"/>
                  </a:lnTo>
                  <a:lnTo>
                    <a:pt x="8493339" y="0"/>
                  </a:lnTo>
                  <a:lnTo>
                    <a:pt x="8493464" y="0"/>
                  </a:lnTo>
                  <a:lnTo>
                    <a:pt x="8493589" y="0"/>
                  </a:lnTo>
                  <a:lnTo>
                    <a:pt x="8493714" y="0"/>
                  </a:lnTo>
                  <a:lnTo>
                    <a:pt x="8493839" y="0"/>
                  </a:lnTo>
                  <a:lnTo>
                    <a:pt x="8493964" y="0"/>
                  </a:lnTo>
                  <a:lnTo>
                    <a:pt x="8494089" y="0"/>
                  </a:lnTo>
                  <a:lnTo>
                    <a:pt x="8494214" y="0"/>
                  </a:lnTo>
                  <a:lnTo>
                    <a:pt x="8494339" y="0"/>
                  </a:lnTo>
                  <a:lnTo>
                    <a:pt x="8494464" y="0"/>
                  </a:lnTo>
                  <a:lnTo>
                    <a:pt x="8494589" y="0"/>
                  </a:lnTo>
                  <a:lnTo>
                    <a:pt x="8494714" y="0"/>
                  </a:lnTo>
                  <a:lnTo>
                    <a:pt x="8494839" y="0"/>
                  </a:lnTo>
                  <a:lnTo>
                    <a:pt x="8494964" y="0"/>
                  </a:lnTo>
                  <a:lnTo>
                    <a:pt x="8495089" y="0"/>
                  </a:lnTo>
                  <a:lnTo>
                    <a:pt x="8495214" y="0"/>
                  </a:lnTo>
                  <a:lnTo>
                    <a:pt x="8495339" y="0"/>
                  </a:lnTo>
                  <a:lnTo>
                    <a:pt x="8495464" y="0"/>
                  </a:lnTo>
                  <a:lnTo>
                    <a:pt x="8495590" y="0"/>
                  </a:lnTo>
                  <a:lnTo>
                    <a:pt x="8495715" y="0"/>
                  </a:lnTo>
                  <a:lnTo>
                    <a:pt x="8495840" y="0"/>
                  </a:lnTo>
                  <a:lnTo>
                    <a:pt x="8495965" y="0"/>
                  </a:lnTo>
                  <a:lnTo>
                    <a:pt x="8496090" y="0"/>
                  </a:lnTo>
                  <a:lnTo>
                    <a:pt x="8496215" y="0"/>
                  </a:lnTo>
                  <a:lnTo>
                    <a:pt x="8496340" y="0"/>
                  </a:lnTo>
                  <a:lnTo>
                    <a:pt x="8496465" y="0"/>
                  </a:lnTo>
                  <a:lnTo>
                    <a:pt x="8496590" y="0"/>
                  </a:lnTo>
                  <a:lnTo>
                    <a:pt x="8496715" y="0"/>
                  </a:lnTo>
                  <a:lnTo>
                    <a:pt x="8496840" y="0"/>
                  </a:lnTo>
                  <a:lnTo>
                    <a:pt x="8496965" y="0"/>
                  </a:lnTo>
                  <a:lnTo>
                    <a:pt x="8497090" y="0"/>
                  </a:lnTo>
                  <a:lnTo>
                    <a:pt x="8497215" y="0"/>
                  </a:lnTo>
                  <a:lnTo>
                    <a:pt x="8497340" y="0"/>
                  </a:lnTo>
                  <a:lnTo>
                    <a:pt x="8497465" y="0"/>
                  </a:lnTo>
                  <a:lnTo>
                    <a:pt x="8497590" y="0"/>
                  </a:lnTo>
                  <a:lnTo>
                    <a:pt x="8497715" y="0"/>
                  </a:lnTo>
                  <a:lnTo>
                    <a:pt x="8497840" y="0"/>
                  </a:lnTo>
                  <a:lnTo>
                    <a:pt x="8497965" y="0"/>
                  </a:lnTo>
                  <a:lnTo>
                    <a:pt x="8498090" y="0"/>
                  </a:lnTo>
                  <a:lnTo>
                    <a:pt x="8498215" y="0"/>
                  </a:lnTo>
                  <a:lnTo>
                    <a:pt x="8498340" y="0"/>
                  </a:lnTo>
                  <a:lnTo>
                    <a:pt x="8498466" y="0"/>
                  </a:lnTo>
                  <a:lnTo>
                    <a:pt x="8498591" y="0"/>
                  </a:lnTo>
                  <a:lnTo>
                    <a:pt x="8498716" y="0"/>
                  </a:lnTo>
                  <a:lnTo>
                    <a:pt x="8498841" y="0"/>
                  </a:lnTo>
                  <a:lnTo>
                    <a:pt x="8498966" y="0"/>
                  </a:lnTo>
                  <a:lnTo>
                    <a:pt x="8499091" y="0"/>
                  </a:lnTo>
                  <a:lnTo>
                    <a:pt x="8499216" y="0"/>
                  </a:lnTo>
                  <a:lnTo>
                    <a:pt x="8499341" y="0"/>
                  </a:lnTo>
                  <a:lnTo>
                    <a:pt x="8499466" y="0"/>
                  </a:lnTo>
                  <a:lnTo>
                    <a:pt x="8499591" y="0"/>
                  </a:lnTo>
                  <a:lnTo>
                    <a:pt x="8499716" y="0"/>
                  </a:lnTo>
                  <a:lnTo>
                    <a:pt x="8499841" y="0"/>
                  </a:lnTo>
                  <a:lnTo>
                    <a:pt x="8499966" y="0"/>
                  </a:lnTo>
                  <a:lnTo>
                    <a:pt x="8500091" y="0"/>
                  </a:lnTo>
                  <a:lnTo>
                    <a:pt x="8500216" y="0"/>
                  </a:lnTo>
                  <a:lnTo>
                    <a:pt x="8500341" y="0"/>
                  </a:lnTo>
                  <a:lnTo>
                    <a:pt x="8500466" y="0"/>
                  </a:lnTo>
                  <a:lnTo>
                    <a:pt x="8500591" y="0"/>
                  </a:lnTo>
                  <a:lnTo>
                    <a:pt x="8500716" y="0"/>
                  </a:lnTo>
                  <a:lnTo>
                    <a:pt x="8500841" y="0"/>
                  </a:lnTo>
                  <a:lnTo>
                    <a:pt x="8500966" y="0"/>
                  </a:lnTo>
                  <a:lnTo>
                    <a:pt x="8501091" y="0"/>
                  </a:lnTo>
                  <a:lnTo>
                    <a:pt x="8501216" y="0"/>
                  </a:lnTo>
                  <a:lnTo>
                    <a:pt x="8501341" y="0"/>
                  </a:lnTo>
                  <a:lnTo>
                    <a:pt x="8501467" y="0"/>
                  </a:lnTo>
                  <a:lnTo>
                    <a:pt x="8501592" y="0"/>
                  </a:lnTo>
                  <a:lnTo>
                    <a:pt x="8501717" y="0"/>
                  </a:lnTo>
                  <a:lnTo>
                    <a:pt x="8501842" y="0"/>
                  </a:lnTo>
                  <a:lnTo>
                    <a:pt x="8501967" y="0"/>
                  </a:lnTo>
                  <a:lnTo>
                    <a:pt x="8502092" y="0"/>
                  </a:lnTo>
                  <a:lnTo>
                    <a:pt x="8502217" y="0"/>
                  </a:lnTo>
                  <a:lnTo>
                    <a:pt x="8502342" y="0"/>
                  </a:lnTo>
                  <a:lnTo>
                    <a:pt x="8502467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17504" y="4633556"/>
              <a:ext cx="1163034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87093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09039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87093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09039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87093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09039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87093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09039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76138" y="4765827"/>
              <a:ext cx="36365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76138" y="4985283"/>
              <a:ext cx="734811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TyG-ABSI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76138" y="5204739"/>
              <a:ext cx="336773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AIP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76138" y="5424195"/>
              <a:ext cx="684154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METS-IR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252" y="6340585"/>
                  </a:lnTo>
                  <a:lnTo>
                    <a:pt x="378" y="6340585"/>
                  </a:lnTo>
                  <a:lnTo>
                    <a:pt x="504" y="6340585"/>
                  </a:lnTo>
                  <a:lnTo>
                    <a:pt x="630" y="6340585"/>
                  </a:lnTo>
                  <a:lnTo>
                    <a:pt x="756" y="6340585"/>
                  </a:lnTo>
                  <a:lnTo>
                    <a:pt x="882" y="6340585"/>
                  </a:lnTo>
                  <a:lnTo>
                    <a:pt x="1008" y="6340585"/>
                  </a:lnTo>
                  <a:lnTo>
                    <a:pt x="1134" y="6340585"/>
                  </a:lnTo>
                  <a:lnTo>
                    <a:pt x="1260" y="6340585"/>
                  </a:lnTo>
                  <a:lnTo>
                    <a:pt x="1386" y="6340585"/>
                  </a:lnTo>
                  <a:lnTo>
                    <a:pt x="1513" y="6340585"/>
                  </a:lnTo>
                  <a:lnTo>
                    <a:pt x="1513" y="6335305"/>
                  </a:lnTo>
                  <a:lnTo>
                    <a:pt x="1639" y="6335305"/>
                  </a:lnTo>
                  <a:lnTo>
                    <a:pt x="1765" y="6335305"/>
                  </a:lnTo>
                  <a:lnTo>
                    <a:pt x="1891" y="6335305"/>
                  </a:lnTo>
                  <a:lnTo>
                    <a:pt x="2017" y="6335305"/>
                  </a:lnTo>
                  <a:lnTo>
                    <a:pt x="2143" y="6335305"/>
                  </a:lnTo>
                  <a:lnTo>
                    <a:pt x="2269" y="6335305"/>
                  </a:lnTo>
                  <a:lnTo>
                    <a:pt x="2395" y="6335305"/>
                  </a:lnTo>
                  <a:lnTo>
                    <a:pt x="2521" y="6335305"/>
                  </a:lnTo>
                  <a:lnTo>
                    <a:pt x="2647" y="6335305"/>
                  </a:lnTo>
                  <a:lnTo>
                    <a:pt x="2773" y="6335305"/>
                  </a:lnTo>
                  <a:lnTo>
                    <a:pt x="2900" y="6335305"/>
                  </a:lnTo>
                  <a:lnTo>
                    <a:pt x="3026" y="6335305"/>
                  </a:lnTo>
                  <a:lnTo>
                    <a:pt x="3152" y="6335305"/>
                  </a:lnTo>
                  <a:lnTo>
                    <a:pt x="3278" y="6335305"/>
                  </a:lnTo>
                  <a:lnTo>
                    <a:pt x="3404" y="6335305"/>
                  </a:lnTo>
                  <a:lnTo>
                    <a:pt x="3530" y="6335305"/>
                  </a:lnTo>
                  <a:lnTo>
                    <a:pt x="3656" y="6335305"/>
                  </a:lnTo>
                  <a:lnTo>
                    <a:pt x="3782" y="6335305"/>
                  </a:lnTo>
                  <a:lnTo>
                    <a:pt x="3908" y="6335305"/>
                  </a:lnTo>
                  <a:lnTo>
                    <a:pt x="4034" y="6335305"/>
                  </a:lnTo>
                  <a:lnTo>
                    <a:pt x="4160" y="6335305"/>
                  </a:lnTo>
                  <a:lnTo>
                    <a:pt x="4286" y="6335305"/>
                  </a:lnTo>
                  <a:lnTo>
                    <a:pt x="4413" y="6335305"/>
                  </a:lnTo>
                  <a:lnTo>
                    <a:pt x="4539" y="6335305"/>
                  </a:lnTo>
                  <a:lnTo>
                    <a:pt x="4665" y="6335305"/>
                  </a:lnTo>
                  <a:lnTo>
                    <a:pt x="4791" y="6335305"/>
                  </a:lnTo>
                  <a:lnTo>
                    <a:pt x="4917" y="6335305"/>
                  </a:lnTo>
                  <a:lnTo>
                    <a:pt x="5043" y="6335305"/>
                  </a:lnTo>
                  <a:lnTo>
                    <a:pt x="5169" y="6335305"/>
                  </a:lnTo>
                  <a:lnTo>
                    <a:pt x="5169" y="6330026"/>
                  </a:lnTo>
                  <a:lnTo>
                    <a:pt x="5295" y="6330026"/>
                  </a:lnTo>
                  <a:lnTo>
                    <a:pt x="5421" y="6330026"/>
                  </a:lnTo>
                  <a:lnTo>
                    <a:pt x="5547" y="6330026"/>
                  </a:lnTo>
                  <a:lnTo>
                    <a:pt x="5673" y="6330026"/>
                  </a:lnTo>
                  <a:lnTo>
                    <a:pt x="5800" y="6330026"/>
                  </a:lnTo>
                  <a:lnTo>
                    <a:pt x="5926" y="6330026"/>
                  </a:lnTo>
                  <a:lnTo>
                    <a:pt x="6052" y="6330026"/>
                  </a:lnTo>
                  <a:lnTo>
                    <a:pt x="6178" y="6330026"/>
                  </a:lnTo>
                  <a:lnTo>
                    <a:pt x="6304" y="6330026"/>
                  </a:lnTo>
                  <a:lnTo>
                    <a:pt x="6430" y="6330026"/>
                  </a:lnTo>
                  <a:lnTo>
                    <a:pt x="6556" y="6330026"/>
                  </a:lnTo>
                  <a:lnTo>
                    <a:pt x="6682" y="6330026"/>
                  </a:lnTo>
                  <a:lnTo>
                    <a:pt x="6808" y="6330026"/>
                  </a:lnTo>
                  <a:lnTo>
                    <a:pt x="6934" y="6330026"/>
                  </a:lnTo>
                  <a:lnTo>
                    <a:pt x="7060" y="6330026"/>
                  </a:lnTo>
                  <a:lnTo>
                    <a:pt x="7186" y="6330026"/>
                  </a:lnTo>
                  <a:lnTo>
                    <a:pt x="7313" y="6330026"/>
                  </a:lnTo>
                  <a:lnTo>
                    <a:pt x="7439" y="6330026"/>
                  </a:lnTo>
                  <a:lnTo>
                    <a:pt x="7565" y="6330026"/>
                  </a:lnTo>
                  <a:lnTo>
                    <a:pt x="7691" y="6330026"/>
                  </a:lnTo>
                  <a:lnTo>
                    <a:pt x="7817" y="6330026"/>
                  </a:lnTo>
                  <a:lnTo>
                    <a:pt x="7943" y="6330026"/>
                  </a:lnTo>
                  <a:lnTo>
                    <a:pt x="8069" y="6330026"/>
                  </a:lnTo>
                  <a:lnTo>
                    <a:pt x="8195" y="6330026"/>
                  </a:lnTo>
                  <a:lnTo>
                    <a:pt x="8195" y="6324746"/>
                  </a:lnTo>
                  <a:lnTo>
                    <a:pt x="8321" y="6324746"/>
                  </a:lnTo>
                  <a:lnTo>
                    <a:pt x="8447" y="6324746"/>
                  </a:lnTo>
                  <a:lnTo>
                    <a:pt x="8573" y="6324746"/>
                  </a:lnTo>
                  <a:lnTo>
                    <a:pt x="8700" y="6324746"/>
                  </a:lnTo>
                  <a:lnTo>
                    <a:pt x="8826" y="6324746"/>
                  </a:lnTo>
                  <a:lnTo>
                    <a:pt x="8952" y="6324746"/>
                  </a:lnTo>
                  <a:lnTo>
                    <a:pt x="9078" y="6324746"/>
                  </a:lnTo>
                  <a:lnTo>
                    <a:pt x="9204" y="6324746"/>
                  </a:lnTo>
                  <a:lnTo>
                    <a:pt x="9330" y="6324746"/>
                  </a:lnTo>
                  <a:lnTo>
                    <a:pt x="9456" y="6324746"/>
                  </a:lnTo>
                  <a:lnTo>
                    <a:pt x="9582" y="6324746"/>
                  </a:lnTo>
                  <a:lnTo>
                    <a:pt x="9708" y="6324746"/>
                  </a:lnTo>
                  <a:lnTo>
                    <a:pt x="9834" y="6324746"/>
                  </a:lnTo>
                  <a:lnTo>
                    <a:pt x="9960" y="6324746"/>
                  </a:lnTo>
                  <a:lnTo>
                    <a:pt x="10087" y="6324746"/>
                  </a:lnTo>
                  <a:lnTo>
                    <a:pt x="10213" y="6324746"/>
                  </a:lnTo>
                  <a:lnTo>
                    <a:pt x="10339" y="6324746"/>
                  </a:lnTo>
                  <a:lnTo>
                    <a:pt x="10465" y="6324746"/>
                  </a:lnTo>
                  <a:lnTo>
                    <a:pt x="10591" y="6324746"/>
                  </a:lnTo>
                  <a:lnTo>
                    <a:pt x="10717" y="6324746"/>
                  </a:lnTo>
                  <a:lnTo>
                    <a:pt x="10843" y="6324746"/>
                  </a:lnTo>
                  <a:lnTo>
                    <a:pt x="10969" y="6324746"/>
                  </a:lnTo>
                  <a:lnTo>
                    <a:pt x="11095" y="6324746"/>
                  </a:lnTo>
                  <a:lnTo>
                    <a:pt x="11221" y="6324746"/>
                  </a:lnTo>
                  <a:lnTo>
                    <a:pt x="11347" y="6324746"/>
                  </a:lnTo>
                  <a:lnTo>
                    <a:pt x="11473" y="6324746"/>
                  </a:lnTo>
                  <a:lnTo>
                    <a:pt x="11600" y="6324746"/>
                  </a:lnTo>
                  <a:lnTo>
                    <a:pt x="11726" y="6324746"/>
                  </a:lnTo>
                  <a:lnTo>
                    <a:pt x="11852" y="6324746"/>
                  </a:lnTo>
                  <a:lnTo>
                    <a:pt x="11978" y="6324746"/>
                  </a:lnTo>
                  <a:lnTo>
                    <a:pt x="12104" y="6324746"/>
                  </a:lnTo>
                  <a:lnTo>
                    <a:pt x="12230" y="6324746"/>
                  </a:lnTo>
                  <a:lnTo>
                    <a:pt x="12356" y="6324746"/>
                  </a:lnTo>
                  <a:lnTo>
                    <a:pt x="12482" y="6324746"/>
                  </a:lnTo>
                  <a:lnTo>
                    <a:pt x="12608" y="6324746"/>
                  </a:lnTo>
                  <a:lnTo>
                    <a:pt x="12734" y="6324746"/>
                  </a:lnTo>
                  <a:lnTo>
                    <a:pt x="12860" y="6324746"/>
                  </a:lnTo>
                  <a:lnTo>
                    <a:pt x="12987" y="6324746"/>
                  </a:lnTo>
                  <a:lnTo>
                    <a:pt x="13113" y="6324746"/>
                  </a:lnTo>
                  <a:lnTo>
                    <a:pt x="13239" y="6324746"/>
                  </a:lnTo>
                  <a:lnTo>
                    <a:pt x="13365" y="6324746"/>
                  </a:lnTo>
                  <a:lnTo>
                    <a:pt x="13491" y="6324746"/>
                  </a:lnTo>
                  <a:lnTo>
                    <a:pt x="13617" y="6324746"/>
                  </a:lnTo>
                  <a:lnTo>
                    <a:pt x="13743" y="6324746"/>
                  </a:lnTo>
                  <a:lnTo>
                    <a:pt x="13869" y="6324746"/>
                  </a:lnTo>
                  <a:lnTo>
                    <a:pt x="13995" y="6324746"/>
                  </a:lnTo>
                  <a:lnTo>
                    <a:pt x="14121" y="6324746"/>
                  </a:lnTo>
                  <a:lnTo>
                    <a:pt x="14247" y="6324746"/>
                  </a:lnTo>
                  <a:lnTo>
                    <a:pt x="14373" y="6324746"/>
                  </a:lnTo>
                  <a:lnTo>
                    <a:pt x="14500" y="6324746"/>
                  </a:lnTo>
                  <a:lnTo>
                    <a:pt x="14626" y="6324746"/>
                  </a:lnTo>
                  <a:lnTo>
                    <a:pt x="14752" y="6324746"/>
                  </a:lnTo>
                  <a:lnTo>
                    <a:pt x="14878" y="6324746"/>
                  </a:lnTo>
                  <a:lnTo>
                    <a:pt x="15004" y="6324746"/>
                  </a:lnTo>
                  <a:lnTo>
                    <a:pt x="15130" y="6324746"/>
                  </a:lnTo>
                  <a:lnTo>
                    <a:pt x="15256" y="6324746"/>
                  </a:lnTo>
                  <a:lnTo>
                    <a:pt x="15382" y="6324746"/>
                  </a:lnTo>
                  <a:lnTo>
                    <a:pt x="15508" y="6324746"/>
                  </a:lnTo>
                  <a:lnTo>
                    <a:pt x="15634" y="6324746"/>
                  </a:lnTo>
                  <a:lnTo>
                    <a:pt x="15760" y="6324746"/>
                  </a:lnTo>
                  <a:lnTo>
                    <a:pt x="15887" y="6324746"/>
                  </a:lnTo>
                  <a:lnTo>
                    <a:pt x="16013" y="6324746"/>
                  </a:lnTo>
                  <a:lnTo>
                    <a:pt x="16139" y="6324746"/>
                  </a:lnTo>
                  <a:lnTo>
                    <a:pt x="16265" y="6324746"/>
                  </a:lnTo>
                  <a:lnTo>
                    <a:pt x="16391" y="6324746"/>
                  </a:lnTo>
                  <a:lnTo>
                    <a:pt x="16517" y="6324746"/>
                  </a:lnTo>
                  <a:lnTo>
                    <a:pt x="16643" y="6324746"/>
                  </a:lnTo>
                  <a:lnTo>
                    <a:pt x="16769" y="6324746"/>
                  </a:lnTo>
                  <a:lnTo>
                    <a:pt x="16895" y="6324746"/>
                  </a:lnTo>
                  <a:lnTo>
                    <a:pt x="17021" y="6324746"/>
                  </a:lnTo>
                  <a:lnTo>
                    <a:pt x="17147" y="6324746"/>
                  </a:lnTo>
                  <a:lnTo>
                    <a:pt x="17274" y="6324746"/>
                  </a:lnTo>
                  <a:lnTo>
                    <a:pt x="17400" y="6324746"/>
                  </a:lnTo>
                  <a:lnTo>
                    <a:pt x="17526" y="6324746"/>
                  </a:lnTo>
                  <a:lnTo>
                    <a:pt x="17652" y="6324746"/>
                  </a:lnTo>
                  <a:lnTo>
                    <a:pt x="17778" y="6324746"/>
                  </a:lnTo>
                  <a:lnTo>
                    <a:pt x="17904" y="6324746"/>
                  </a:lnTo>
                  <a:lnTo>
                    <a:pt x="18030" y="6324746"/>
                  </a:lnTo>
                  <a:lnTo>
                    <a:pt x="18156" y="6324746"/>
                  </a:lnTo>
                  <a:lnTo>
                    <a:pt x="18282" y="6324746"/>
                  </a:lnTo>
                  <a:lnTo>
                    <a:pt x="18408" y="6324746"/>
                  </a:lnTo>
                  <a:lnTo>
                    <a:pt x="18534" y="6324746"/>
                  </a:lnTo>
                  <a:lnTo>
                    <a:pt x="18660" y="6324746"/>
                  </a:lnTo>
                  <a:lnTo>
                    <a:pt x="18787" y="6324746"/>
                  </a:lnTo>
                  <a:lnTo>
                    <a:pt x="18913" y="6324746"/>
                  </a:lnTo>
                  <a:lnTo>
                    <a:pt x="19039" y="6324746"/>
                  </a:lnTo>
                  <a:lnTo>
                    <a:pt x="19165" y="6324746"/>
                  </a:lnTo>
                  <a:lnTo>
                    <a:pt x="19291" y="6324746"/>
                  </a:lnTo>
                  <a:lnTo>
                    <a:pt x="19417" y="6324746"/>
                  </a:lnTo>
                  <a:lnTo>
                    <a:pt x="19543" y="6324746"/>
                  </a:lnTo>
                  <a:lnTo>
                    <a:pt x="19669" y="6324746"/>
                  </a:lnTo>
                  <a:lnTo>
                    <a:pt x="19795" y="6324746"/>
                  </a:lnTo>
                  <a:lnTo>
                    <a:pt x="19921" y="6324746"/>
                  </a:lnTo>
                  <a:lnTo>
                    <a:pt x="20047" y="6324746"/>
                  </a:lnTo>
                  <a:lnTo>
                    <a:pt x="20174" y="6324746"/>
                  </a:lnTo>
                  <a:lnTo>
                    <a:pt x="20300" y="6324746"/>
                  </a:lnTo>
                  <a:lnTo>
                    <a:pt x="20426" y="6324746"/>
                  </a:lnTo>
                  <a:lnTo>
                    <a:pt x="20552" y="6324746"/>
                  </a:lnTo>
                  <a:lnTo>
                    <a:pt x="20678" y="6324746"/>
                  </a:lnTo>
                  <a:lnTo>
                    <a:pt x="20804" y="6324746"/>
                  </a:lnTo>
                  <a:lnTo>
                    <a:pt x="20930" y="6324746"/>
                  </a:lnTo>
                  <a:lnTo>
                    <a:pt x="21056" y="6324746"/>
                  </a:lnTo>
                  <a:lnTo>
                    <a:pt x="21182" y="6324746"/>
                  </a:lnTo>
                  <a:lnTo>
                    <a:pt x="21308" y="6324746"/>
                  </a:lnTo>
                  <a:lnTo>
                    <a:pt x="21434" y="6324746"/>
                  </a:lnTo>
                  <a:lnTo>
                    <a:pt x="21560" y="6324746"/>
                  </a:lnTo>
                  <a:lnTo>
                    <a:pt x="21687" y="6324746"/>
                  </a:lnTo>
                  <a:lnTo>
                    <a:pt x="21813" y="6324746"/>
                  </a:lnTo>
                  <a:lnTo>
                    <a:pt x="21939" y="6324746"/>
                  </a:lnTo>
                  <a:lnTo>
                    <a:pt x="22065" y="6324746"/>
                  </a:lnTo>
                  <a:lnTo>
                    <a:pt x="22065" y="6319467"/>
                  </a:lnTo>
                  <a:lnTo>
                    <a:pt x="22191" y="6319467"/>
                  </a:lnTo>
                  <a:lnTo>
                    <a:pt x="22317" y="6319467"/>
                  </a:lnTo>
                  <a:lnTo>
                    <a:pt x="22443" y="6319467"/>
                  </a:lnTo>
                  <a:lnTo>
                    <a:pt x="22569" y="6319467"/>
                  </a:lnTo>
                  <a:lnTo>
                    <a:pt x="22695" y="6319467"/>
                  </a:lnTo>
                  <a:lnTo>
                    <a:pt x="22821" y="6319467"/>
                  </a:lnTo>
                  <a:lnTo>
                    <a:pt x="22947" y="6319467"/>
                  </a:lnTo>
                  <a:lnTo>
                    <a:pt x="23074" y="6319467"/>
                  </a:lnTo>
                  <a:lnTo>
                    <a:pt x="23200" y="6319467"/>
                  </a:lnTo>
                  <a:lnTo>
                    <a:pt x="23326" y="6319467"/>
                  </a:lnTo>
                  <a:lnTo>
                    <a:pt x="23452" y="6319467"/>
                  </a:lnTo>
                  <a:lnTo>
                    <a:pt x="23578" y="6319467"/>
                  </a:lnTo>
                  <a:lnTo>
                    <a:pt x="23704" y="6319467"/>
                  </a:lnTo>
                  <a:lnTo>
                    <a:pt x="23830" y="6319467"/>
                  </a:lnTo>
                  <a:lnTo>
                    <a:pt x="23956" y="6319467"/>
                  </a:lnTo>
                  <a:lnTo>
                    <a:pt x="24082" y="6319467"/>
                  </a:lnTo>
                  <a:lnTo>
                    <a:pt x="24208" y="6319467"/>
                  </a:lnTo>
                  <a:lnTo>
                    <a:pt x="24334" y="6319467"/>
                  </a:lnTo>
                  <a:lnTo>
                    <a:pt x="24460" y="6319467"/>
                  </a:lnTo>
                  <a:lnTo>
                    <a:pt x="24587" y="6319467"/>
                  </a:lnTo>
                  <a:lnTo>
                    <a:pt x="24713" y="6319467"/>
                  </a:lnTo>
                  <a:lnTo>
                    <a:pt x="24839" y="6319467"/>
                  </a:lnTo>
                  <a:lnTo>
                    <a:pt x="24965" y="6319467"/>
                  </a:lnTo>
                  <a:lnTo>
                    <a:pt x="25091" y="6319467"/>
                  </a:lnTo>
                  <a:lnTo>
                    <a:pt x="25217" y="6319467"/>
                  </a:lnTo>
                  <a:lnTo>
                    <a:pt x="25343" y="6319467"/>
                  </a:lnTo>
                  <a:lnTo>
                    <a:pt x="25469" y="6319467"/>
                  </a:lnTo>
                  <a:lnTo>
                    <a:pt x="25721" y="6319467"/>
                  </a:lnTo>
                  <a:lnTo>
                    <a:pt x="25847" y="6319467"/>
                  </a:lnTo>
                  <a:lnTo>
                    <a:pt x="25974" y="6319467"/>
                  </a:lnTo>
                  <a:lnTo>
                    <a:pt x="26100" y="6319467"/>
                  </a:lnTo>
                  <a:lnTo>
                    <a:pt x="26226" y="6319467"/>
                  </a:lnTo>
                  <a:lnTo>
                    <a:pt x="26352" y="6319467"/>
                  </a:lnTo>
                  <a:lnTo>
                    <a:pt x="26478" y="6319467"/>
                  </a:lnTo>
                  <a:lnTo>
                    <a:pt x="26604" y="6319467"/>
                  </a:lnTo>
                  <a:lnTo>
                    <a:pt x="26730" y="6319467"/>
                  </a:lnTo>
                  <a:lnTo>
                    <a:pt x="26856" y="6319467"/>
                  </a:lnTo>
                  <a:lnTo>
                    <a:pt x="26982" y="6319467"/>
                  </a:lnTo>
                  <a:lnTo>
                    <a:pt x="27108" y="6319467"/>
                  </a:lnTo>
                  <a:lnTo>
                    <a:pt x="27234" y="6319467"/>
                  </a:lnTo>
                  <a:lnTo>
                    <a:pt x="27487" y="6319467"/>
                  </a:lnTo>
                  <a:lnTo>
                    <a:pt x="27613" y="6319467"/>
                  </a:lnTo>
                  <a:lnTo>
                    <a:pt x="27739" y="6319467"/>
                  </a:lnTo>
                  <a:lnTo>
                    <a:pt x="27865" y="6319467"/>
                  </a:lnTo>
                  <a:lnTo>
                    <a:pt x="28117" y="6319467"/>
                  </a:lnTo>
                  <a:lnTo>
                    <a:pt x="28243" y="6319467"/>
                  </a:lnTo>
                  <a:lnTo>
                    <a:pt x="28369" y="6319467"/>
                  </a:lnTo>
                  <a:lnTo>
                    <a:pt x="28495" y="6319467"/>
                  </a:lnTo>
                  <a:lnTo>
                    <a:pt x="28621" y="6319467"/>
                  </a:lnTo>
                  <a:lnTo>
                    <a:pt x="28747" y="6319467"/>
                  </a:lnTo>
                  <a:lnTo>
                    <a:pt x="28874" y="6319467"/>
                  </a:lnTo>
                  <a:lnTo>
                    <a:pt x="29000" y="6319467"/>
                  </a:lnTo>
                  <a:lnTo>
                    <a:pt x="29000" y="6314187"/>
                  </a:lnTo>
                  <a:lnTo>
                    <a:pt x="29126" y="6314187"/>
                  </a:lnTo>
                  <a:lnTo>
                    <a:pt x="29252" y="6314187"/>
                  </a:lnTo>
                  <a:lnTo>
                    <a:pt x="29378" y="6314187"/>
                  </a:lnTo>
                  <a:lnTo>
                    <a:pt x="29504" y="6314187"/>
                  </a:lnTo>
                  <a:lnTo>
                    <a:pt x="29630" y="6314187"/>
                  </a:lnTo>
                  <a:lnTo>
                    <a:pt x="29756" y="6314187"/>
                  </a:lnTo>
                  <a:lnTo>
                    <a:pt x="29882" y="6314187"/>
                  </a:lnTo>
                  <a:lnTo>
                    <a:pt x="30008" y="6314187"/>
                  </a:lnTo>
                  <a:lnTo>
                    <a:pt x="30134" y="6314187"/>
                  </a:lnTo>
                  <a:lnTo>
                    <a:pt x="30261" y="6314187"/>
                  </a:lnTo>
                  <a:lnTo>
                    <a:pt x="30387" y="6314187"/>
                  </a:lnTo>
                  <a:lnTo>
                    <a:pt x="30513" y="6314187"/>
                  </a:lnTo>
                  <a:lnTo>
                    <a:pt x="30639" y="6314187"/>
                  </a:lnTo>
                  <a:lnTo>
                    <a:pt x="30765" y="6314187"/>
                  </a:lnTo>
                  <a:lnTo>
                    <a:pt x="30891" y="6314187"/>
                  </a:lnTo>
                  <a:lnTo>
                    <a:pt x="30891" y="6308908"/>
                  </a:lnTo>
                  <a:lnTo>
                    <a:pt x="31017" y="6308908"/>
                  </a:lnTo>
                  <a:lnTo>
                    <a:pt x="31143" y="6308908"/>
                  </a:lnTo>
                  <a:lnTo>
                    <a:pt x="31269" y="6308908"/>
                  </a:lnTo>
                  <a:lnTo>
                    <a:pt x="31395" y="6308908"/>
                  </a:lnTo>
                  <a:lnTo>
                    <a:pt x="31521" y="6308908"/>
                  </a:lnTo>
                  <a:lnTo>
                    <a:pt x="31647" y="6308908"/>
                  </a:lnTo>
                  <a:lnTo>
                    <a:pt x="31774" y="6308908"/>
                  </a:lnTo>
                  <a:lnTo>
                    <a:pt x="32026" y="6308908"/>
                  </a:lnTo>
                  <a:lnTo>
                    <a:pt x="32152" y="6308908"/>
                  </a:lnTo>
                  <a:lnTo>
                    <a:pt x="32278" y="6308908"/>
                  </a:lnTo>
                  <a:lnTo>
                    <a:pt x="32404" y="6308908"/>
                  </a:lnTo>
                  <a:lnTo>
                    <a:pt x="32530" y="6308908"/>
                  </a:lnTo>
                  <a:lnTo>
                    <a:pt x="32656" y="6308908"/>
                  </a:lnTo>
                  <a:lnTo>
                    <a:pt x="32782" y="6308908"/>
                  </a:lnTo>
                  <a:lnTo>
                    <a:pt x="32908" y="6308908"/>
                  </a:lnTo>
                  <a:lnTo>
                    <a:pt x="33034" y="6308908"/>
                  </a:lnTo>
                  <a:lnTo>
                    <a:pt x="33161" y="6308908"/>
                  </a:lnTo>
                  <a:lnTo>
                    <a:pt x="33287" y="6308908"/>
                  </a:lnTo>
                  <a:lnTo>
                    <a:pt x="33287" y="6303629"/>
                  </a:lnTo>
                  <a:lnTo>
                    <a:pt x="33413" y="6303629"/>
                  </a:lnTo>
                  <a:lnTo>
                    <a:pt x="33539" y="6303629"/>
                  </a:lnTo>
                  <a:lnTo>
                    <a:pt x="33665" y="6303629"/>
                  </a:lnTo>
                  <a:lnTo>
                    <a:pt x="33791" y="6303629"/>
                  </a:lnTo>
                  <a:lnTo>
                    <a:pt x="33917" y="6303629"/>
                  </a:lnTo>
                  <a:lnTo>
                    <a:pt x="34043" y="6303629"/>
                  </a:lnTo>
                  <a:lnTo>
                    <a:pt x="34169" y="6303629"/>
                  </a:lnTo>
                  <a:lnTo>
                    <a:pt x="34295" y="6303629"/>
                  </a:lnTo>
                  <a:lnTo>
                    <a:pt x="34421" y="6303629"/>
                  </a:lnTo>
                  <a:lnTo>
                    <a:pt x="34548" y="6303629"/>
                  </a:lnTo>
                  <a:lnTo>
                    <a:pt x="34674" y="6303629"/>
                  </a:lnTo>
                  <a:lnTo>
                    <a:pt x="34800" y="6303629"/>
                  </a:lnTo>
                  <a:lnTo>
                    <a:pt x="34926" y="6303629"/>
                  </a:lnTo>
                  <a:lnTo>
                    <a:pt x="35052" y="6303629"/>
                  </a:lnTo>
                  <a:lnTo>
                    <a:pt x="35178" y="6303629"/>
                  </a:lnTo>
                  <a:lnTo>
                    <a:pt x="35304" y="6303629"/>
                  </a:lnTo>
                  <a:lnTo>
                    <a:pt x="35430" y="6303629"/>
                  </a:lnTo>
                  <a:lnTo>
                    <a:pt x="35556" y="6303629"/>
                  </a:lnTo>
                  <a:lnTo>
                    <a:pt x="35682" y="6303629"/>
                  </a:lnTo>
                  <a:lnTo>
                    <a:pt x="35808" y="6303629"/>
                  </a:lnTo>
                  <a:lnTo>
                    <a:pt x="35934" y="6303629"/>
                  </a:lnTo>
                  <a:lnTo>
                    <a:pt x="36061" y="6303629"/>
                  </a:lnTo>
                  <a:lnTo>
                    <a:pt x="36187" y="6303629"/>
                  </a:lnTo>
                  <a:lnTo>
                    <a:pt x="36313" y="6303629"/>
                  </a:lnTo>
                  <a:lnTo>
                    <a:pt x="36439" y="6303629"/>
                  </a:lnTo>
                  <a:lnTo>
                    <a:pt x="36565" y="6303629"/>
                  </a:lnTo>
                  <a:lnTo>
                    <a:pt x="36691" y="6303629"/>
                  </a:lnTo>
                  <a:lnTo>
                    <a:pt x="36817" y="6303629"/>
                  </a:lnTo>
                  <a:lnTo>
                    <a:pt x="36943" y="6303629"/>
                  </a:lnTo>
                  <a:lnTo>
                    <a:pt x="37069" y="6303629"/>
                  </a:lnTo>
                  <a:lnTo>
                    <a:pt x="37321" y="6303629"/>
                  </a:lnTo>
                  <a:lnTo>
                    <a:pt x="37574" y="6303629"/>
                  </a:lnTo>
                  <a:lnTo>
                    <a:pt x="37700" y="6303629"/>
                  </a:lnTo>
                  <a:lnTo>
                    <a:pt x="37826" y="6303629"/>
                  </a:lnTo>
                  <a:lnTo>
                    <a:pt x="37952" y="6303629"/>
                  </a:lnTo>
                  <a:lnTo>
                    <a:pt x="38078" y="6303629"/>
                  </a:lnTo>
                  <a:lnTo>
                    <a:pt x="38204" y="6303629"/>
                  </a:lnTo>
                  <a:lnTo>
                    <a:pt x="38330" y="6303629"/>
                  </a:lnTo>
                  <a:lnTo>
                    <a:pt x="38456" y="6303629"/>
                  </a:lnTo>
                  <a:lnTo>
                    <a:pt x="38582" y="6303629"/>
                  </a:lnTo>
                  <a:lnTo>
                    <a:pt x="38708" y="6303629"/>
                  </a:lnTo>
                  <a:lnTo>
                    <a:pt x="38834" y="6303629"/>
                  </a:lnTo>
                  <a:lnTo>
                    <a:pt x="38961" y="6303629"/>
                  </a:lnTo>
                  <a:lnTo>
                    <a:pt x="39087" y="6303629"/>
                  </a:lnTo>
                  <a:lnTo>
                    <a:pt x="39213" y="6303629"/>
                  </a:lnTo>
                  <a:lnTo>
                    <a:pt x="39339" y="6303629"/>
                  </a:lnTo>
                  <a:lnTo>
                    <a:pt x="39465" y="6303629"/>
                  </a:lnTo>
                  <a:lnTo>
                    <a:pt x="39591" y="6303629"/>
                  </a:lnTo>
                  <a:lnTo>
                    <a:pt x="39717" y="6303629"/>
                  </a:lnTo>
                  <a:lnTo>
                    <a:pt x="39843" y="6303629"/>
                  </a:lnTo>
                  <a:lnTo>
                    <a:pt x="39969" y="6303629"/>
                  </a:lnTo>
                  <a:lnTo>
                    <a:pt x="40095" y="6303629"/>
                  </a:lnTo>
                  <a:lnTo>
                    <a:pt x="40221" y="6303629"/>
                  </a:lnTo>
                  <a:lnTo>
                    <a:pt x="40348" y="6303629"/>
                  </a:lnTo>
                  <a:lnTo>
                    <a:pt x="40474" y="6303629"/>
                  </a:lnTo>
                  <a:lnTo>
                    <a:pt x="40600" y="6303629"/>
                  </a:lnTo>
                  <a:lnTo>
                    <a:pt x="40726" y="6303629"/>
                  </a:lnTo>
                  <a:lnTo>
                    <a:pt x="40852" y="6303629"/>
                  </a:lnTo>
                  <a:lnTo>
                    <a:pt x="40978" y="6303629"/>
                  </a:lnTo>
                  <a:lnTo>
                    <a:pt x="41104" y="6303629"/>
                  </a:lnTo>
                  <a:lnTo>
                    <a:pt x="41230" y="6303629"/>
                  </a:lnTo>
                  <a:lnTo>
                    <a:pt x="41356" y="6303629"/>
                  </a:lnTo>
                  <a:lnTo>
                    <a:pt x="41482" y="6303629"/>
                  </a:lnTo>
                  <a:lnTo>
                    <a:pt x="41608" y="6303629"/>
                  </a:lnTo>
                  <a:lnTo>
                    <a:pt x="41735" y="6303629"/>
                  </a:lnTo>
                  <a:lnTo>
                    <a:pt x="41861" y="6303629"/>
                  </a:lnTo>
                  <a:lnTo>
                    <a:pt x="41987" y="6303629"/>
                  </a:lnTo>
                  <a:lnTo>
                    <a:pt x="42113" y="6303629"/>
                  </a:lnTo>
                  <a:lnTo>
                    <a:pt x="42239" y="6303629"/>
                  </a:lnTo>
                  <a:lnTo>
                    <a:pt x="42365" y="6303629"/>
                  </a:lnTo>
                  <a:lnTo>
                    <a:pt x="42491" y="6303629"/>
                  </a:lnTo>
                  <a:lnTo>
                    <a:pt x="42617" y="6303629"/>
                  </a:lnTo>
                  <a:lnTo>
                    <a:pt x="42743" y="6303629"/>
                  </a:lnTo>
                  <a:lnTo>
                    <a:pt x="42869" y="6303629"/>
                  </a:lnTo>
                  <a:lnTo>
                    <a:pt x="42995" y="6303629"/>
                  </a:lnTo>
                  <a:lnTo>
                    <a:pt x="43121" y="6303629"/>
                  </a:lnTo>
                  <a:lnTo>
                    <a:pt x="43248" y="6303629"/>
                  </a:lnTo>
                  <a:lnTo>
                    <a:pt x="43374" y="6303629"/>
                  </a:lnTo>
                  <a:lnTo>
                    <a:pt x="43500" y="6303629"/>
                  </a:lnTo>
                  <a:lnTo>
                    <a:pt x="43626" y="6303629"/>
                  </a:lnTo>
                  <a:lnTo>
                    <a:pt x="43752" y="6303629"/>
                  </a:lnTo>
                  <a:lnTo>
                    <a:pt x="43878" y="6303629"/>
                  </a:lnTo>
                  <a:lnTo>
                    <a:pt x="44004" y="6303629"/>
                  </a:lnTo>
                  <a:lnTo>
                    <a:pt x="44130" y="6303629"/>
                  </a:lnTo>
                  <a:lnTo>
                    <a:pt x="44256" y="6303629"/>
                  </a:lnTo>
                  <a:lnTo>
                    <a:pt x="44382" y="6303629"/>
                  </a:lnTo>
                  <a:lnTo>
                    <a:pt x="44508" y="6303629"/>
                  </a:lnTo>
                  <a:lnTo>
                    <a:pt x="44635" y="6303629"/>
                  </a:lnTo>
                  <a:lnTo>
                    <a:pt x="44761" y="6303629"/>
                  </a:lnTo>
                  <a:lnTo>
                    <a:pt x="44887" y="6303629"/>
                  </a:lnTo>
                  <a:lnTo>
                    <a:pt x="45013" y="6303629"/>
                  </a:lnTo>
                  <a:lnTo>
                    <a:pt x="45139" y="6303629"/>
                  </a:lnTo>
                  <a:lnTo>
                    <a:pt x="45265" y="6303629"/>
                  </a:lnTo>
                  <a:lnTo>
                    <a:pt x="45391" y="6303629"/>
                  </a:lnTo>
                  <a:lnTo>
                    <a:pt x="45517" y="6303629"/>
                  </a:lnTo>
                  <a:lnTo>
                    <a:pt x="45643" y="6303629"/>
                  </a:lnTo>
                  <a:lnTo>
                    <a:pt x="45769" y="6303629"/>
                  </a:lnTo>
                  <a:lnTo>
                    <a:pt x="45895" y="6303629"/>
                  </a:lnTo>
                  <a:lnTo>
                    <a:pt x="46021" y="6303629"/>
                  </a:lnTo>
                  <a:lnTo>
                    <a:pt x="46148" y="6303629"/>
                  </a:lnTo>
                  <a:lnTo>
                    <a:pt x="46274" y="6303629"/>
                  </a:lnTo>
                  <a:lnTo>
                    <a:pt x="46400" y="6303629"/>
                  </a:lnTo>
                  <a:lnTo>
                    <a:pt x="46526" y="6303629"/>
                  </a:lnTo>
                  <a:lnTo>
                    <a:pt x="46652" y="6303629"/>
                  </a:lnTo>
                  <a:lnTo>
                    <a:pt x="46778" y="6303629"/>
                  </a:lnTo>
                  <a:lnTo>
                    <a:pt x="46904" y="6303629"/>
                  </a:lnTo>
                  <a:lnTo>
                    <a:pt x="47030" y="6303629"/>
                  </a:lnTo>
                  <a:lnTo>
                    <a:pt x="47156" y="6303629"/>
                  </a:lnTo>
                  <a:lnTo>
                    <a:pt x="47282" y="6303629"/>
                  </a:lnTo>
                  <a:lnTo>
                    <a:pt x="47408" y="6303629"/>
                  </a:lnTo>
                  <a:lnTo>
                    <a:pt x="47535" y="6303629"/>
                  </a:lnTo>
                  <a:lnTo>
                    <a:pt x="47661" y="6303629"/>
                  </a:lnTo>
                  <a:lnTo>
                    <a:pt x="47787" y="6303629"/>
                  </a:lnTo>
                  <a:lnTo>
                    <a:pt x="47913" y="6303629"/>
                  </a:lnTo>
                  <a:lnTo>
                    <a:pt x="48039" y="6303629"/>
                  </a:lnTo>
                  <a:lnTo>
                    <a:pt x="48165" y="6303629"/>
                  </a:lnTo>
                  <a:lnTo>
                    <a:pt x="48291" y="6303629"/>
                  </a:lnTo>
                  <a:lnTo>
                    <a:pt x="48417" y="6303629"/>
                  </a:lnTo>
                  <a:lnTo>
                    <a:pt x="48543" y="6303629"/>
                  </a:lnTo>
                  <a:lnTo>
                    <a:pt x="48669" y="6303629"/>
                  </a:lnTo>
                  <a:lnTo>
                    <a:pt x="48795" y="6303629"/>
                  </a:lnTo>
                  <a:lnTo>
                    <a:pt x="48921" y="6303629"/>
                  </a:lnTo>
                  <a:lnTo>
                    <a:pt x="49048" y="6303629"/>
                  </a:lnTo>
                  <a:lnTo>
                    <a:pt x="49174" y="6303629"/>
                  </a:lnTo>
                  <a:lnTo>
                    <a:pt x="49300" y="6303629"/>
                  </a:lnTo>
                  <a:lnTo>
                    <a:pt x="49426" y="6303629"/>
                  </a:lnTo>
                  <a:lnTo>
                    <a:pt x="49552" y="6303629"/>
                  </a:lnTo>
                  <a:lnTo>
                    <a:pt x="49678" y="6303629"/>
                  </a:lnTo>
                  <a:lnTo>
                    <a:pt x="49804" y="6303629"/>
                  </a:lnTo>
                  <a:lnTo>
                    <a:pt x="49930" y="6303629"/>
                  </a:lnTo>
                  <a:lnTo>
                    <a:pt x="50056" y="6303629"/>
                  </a:lnTo>
                  <a:lnTo>
                    <a:pt x="50182" y="6303629"/>
                  </a:lnTo>
                  <a:lnTo>
                    <a:pt x="50308" y="6303629"/>
                  </a:lnTo>
                  <a:lnTo>
                    <a:pt x="50435" y="6303629"/>
                  </a:lnTo>
                  <a:lnTo>
                    <a:pt x="50561" y="6303629"/>
                  </a:lnTo>
                  <a:lnTo>
                    <a:pt x="50687" y="6303629"/>
                  </a:lnTo>
                  <a:lnTo>
                    <a:pt x="50813" y="6303629"/>
                  </a:lnTo>
                  <a:lnTo>
                    <a:pt x="50939" y="6303629"/>
                  </a:lnTo>
                  <a:lnTo>
                    <a:pt x="51065" y="6303629"/>
                  </a:lnTo>
                  <a:lnTo>
                    <a:pt x="51191" y="6303629"/>
                  </a:lnTo>
                  <a:lnTo>
                    <a:pt x="51317" y="6303629"/>
                  </a:lnTo>
                  <a:lnTo>
                    <a:pt x="51443" y="6303629"/>
                  </a:lnTo>
                  <a:lnTo>
                    <a:pt x="51569" y="6303629"/>
                  </a:lnTo>
                  <a:lnTo>
                    <a:pt x="51695" y="6303629"/>
                  </a:lnTo>
                  <a:lnTo>
                    <a:pt x="51822" y="6303629"/>
                  </a:lnTo>
                  <a:lnTo>
                    <a:pt x="51948" y="6303629"/>
                  </a:lnTo>
                  <a:lnTo>
                    <a:pt x="52074" y="6303629"/>
                  </a:lnTo>
                  <a:lnTo>
                    <a:pt x="52326" y="6303629"/>
                  </a:lnTo>
                  <a:lnTo>
                    <a:pt x="52452" y="6303629"/>
                  </a:lnTo>
                  <a:lnTo>
                    <a:pt x="52578" y="6303629"/>
                  </a:lnTo>
                  <a:lnTo>
                    <a:pt x="52830" y="6303629"/>
                  </a:lnTo>
                  <a:lnTo>
                    <a:pt x="52956" y="6303629"/>
                  </a:lnTo>
                  <a:lnTo>
                    <a:pt x="53082" y="6303629"/>
                  </a:lnTo>
                  <a:lnTo>
                    <a:pt x="53208" y="6303629"/>
                  </a:lnTo>
                  <a:lnTo>
                    <a:pt x="53335" y="6303629"/>
                  </a:lnTo>
                  <a:lnTo>
                    <a:pt x="53461" y="6303629"/>
                  </a:lnTo>
                  <a:lnTo>
                    <a:pt x="53587" y="6303629"/>
                  </a:lnTo>
                  <a:lnTo>
                    <a:pt x="53713" y="6303629"/>
                  </a:lnTo>
                  <a:lnTo>
                    <a:pt x="53839" y="6303629"/>
                  </a:lnTo>
                  <a:lnTo>
                    <a:pt x="53965" y="6303629"/>
                  </a:lnTo>
                  <a:lnTo>
                    <a:pt x="54091" y="6303629"/>
                  </a:lnTo>
                  <a:lnTo>
                    <a:pt x="54217" y="6303629"/>
                  </a:lnTo>
                  <a:lnTo>
                    <a:pt x="54343" y="6303629"/>
                  </a:lnTo>
                  <a:lnTo>
                    <a:pt x="54469" y="6303629"/>
                  </a:lnTo>
                  <a:lnTo>
                    <a:pt x="54469" y="6298349"/>
                  </a:lnTo>
                  <a:lnTo>
                    <a:pt x="54595" y="6298349"/>
                  </a:lnTo>
                  <a:lnTo>
                    <a:pt x="54848" y="6298349"/>
                  </a:lnTo>
                  <a:lnTo>
                    <a:pt x="54974" y="6298349"/>
                  </a:lnTo>
                  <a:lnTo>
                    <a:pt x="55100" y="6298349"/>
                  </a:lnTo>
                  <a:lnTo>
                    <a:pt x="55226" y="6298349"/>
                  </a:lnTo>
                  <a:lnTo>
                    <a:pt x="55352" y="6298349"/>
                  </a:lnTo>
                  <a:lnTo>
                    <a:pt x="55478" y="6298349"/>
                  </a:lnTo>
                  <a:lnTo>
                    <a:pt x="55604" y="6298349"/>
                  </a:lnTo>
                  <a:lnTo>
                    <a:pt x="55730" y="6298349"/>
                  </a:lnTo>
                  <a:lnTo>
                    <a:pt x="55856" y="6298349"/>
                  </a:lnTo>
                  <a:lnTo>
                    <a:pt x="55982" y="6298349"/>
                  </a:lnTo>
                  <a:lnTo>
                    <a:pt x="56108" y="6298349"/>
                  </a:lnTo>
                  <a:lnTo>
                    <a:pt x="56235" y="6298349"/>
                  </a:lnTo>
                  <a:lnTo>
                    <a:pt x="56361" y="6298349"/>
                  </a:lnTo>
                  <a:lnTo>
                    <a:pt x="56487" y="6298349"/>
                  </a:lnTo>
                  <a:lnTo>
                    <a:pt x="56613" y="6298349"/>
                  </a:lnTo>
                  <a:lnTo>
                    <a:pt x="56739" y="6298349"/>
                  </a:lnTo>
                  <a:lnTo>
                    <a:pt x="56865" y="6298349"/>
                  </a:lnTo>
                  <a:lnTo>
                    <a:pt x="56991" y="6298349"/>
                  </a:lnTo>
                  <a:lnTo>
                    <a:pt x="57117" y="6298349"/>
                  </a:lnTo>
                  <a:lnTo>
                    <a:pt x="57243" y="6298349"/>
                  </a:lnTo>
                  <a:lnTo>
                    <a:pt x="57369" y="6298349"/>
                  </a:lnTo>
                  <a:lnTo>
                    <a:pt x="57495" y="6298349"/>
                  </a:lnTo>
                  <a:lnTo>
                    <a:pt x="57495" y="6293070"/>
                  </a:lnTo>
                  <a:lnTo>
                    <a:pt x="57622" y="6293070"/>
                  </a:lnTo>
                  <a:lnTo>
                    <a:pt x="57748" y="6293070"/>
                  </a:lnTo>
                  <a:lnTo>
                    <a:pt x="57874" y="6293070"/>
                  </a:lnTo>
                  <a:lnTo>
                    <a:pt x="58000" y="6293070"/>
                  </a:lnTo>
                  <a:lnTo>
                    <a:pt x="58126" y="6293070"/>
                  </a:lnTo>
                  <a:lnTo>
                    <a:pt x="58252" y="6293070"/>
                  </a:lnTo>
                  <a:lnTo>
                    <a:pt x="58378" y="6293070"/>
                  </a:lnTo>
                  <a:lnTo>
                    <a:pt x="58504" y="6293070"/>
                  </a:lnTo>
                  <a:lnTo>
                    <a:pt x="58630" y="6293070"/>
                  </a:lnTo>
                  <a:lnTo>
                    <a:pt x="58756" y="6293070"/>
                  </a:lnTo>
                  <a:lnTo>
                    <a:pt x="58882" y="6293070"/>
                  </a:lnTo>
                  <a:lnTo>
                    <a:pt x="59009" y="6293070"/>
                  </a:lnTo>
                  <a:lnTo>
                    <a:pt x="59135" y="6293070"/>
                  </a:lnTo>
                  <a:lnTo>
                    <a:pt x="59261" y="6293070"/>
                  </a:lnTo>
                  <a:lnTo>
                    <a:pt x="59387" y="6293070"/>
                  </a:lnTo>
                  <a:lnTo>
                    <a:pt x="59513" y="6293070"/>
                  </a:lnTo>
                  <a:lnTo>
                    <a:pt x="59639" y="6293070"/>
                  </a:lnTo>
                  <a:lnTo>
                    <a:pt x="59891" y="6293070"/>
                  </a:lnTo>
                  <a:lnTo>
                    <a:pt x="60017" y="6293070"/>
                  </a:lnTo>
                  <a:lnTo>
                    <a:pt x="60143" y="6293070"/>
                  </a:lnTo>
                  <a:lnTo>
                    <a:pt x="60269" y="6293070"/>
                  </a:lnTo>
                  <a:lnTo>
                    <a:pt x="60395" y="6293070"/>
                  </a:lnTo>
                  <a:lnTo>
                    <a:pt x="60522" y="6293070"/>
                  </a:lnTo>
                  <a:lnTo>
                    <a:pt x="60648" y="6293070"/>
                  </a:lnTo>
                  <a:lnTo>
                    <a:pt x="60774" y="6293070"/>
                  </a:lnTo>
                  <a:lnTo>
                    <a:pt x="60900" y="6293070"/>
                  </a:lnTo>
                  <a:lnTo>
                    <a:pt x="61026" y="6293070"/>
                  </a:lnTo>
                  <a:lnTo>
                    <a:pt x="61152" y="6293070"/>
                  </a:lnTo>
                  <a:lnTo>
                    <a:pt x="61278" y="6293070"/>
                  </a:lnTo>
                  <a:lnTo>
                    <a:pt x="61404" y="6293070"/>
                  </a:lnTo>
                  <a:lnTo>
                    <a:pt x="61530" y="6293070"/>
                  </a:lnTo>
                  <a:lnTo>
                    <a:pt x="61530" y="6287790"/>
                  </a:lnTo>
                  <a:lnTo>
                    <a:pt x="61656" y="6287790"/>
                  </a:lnTo>
                  <a:lnTo>
                    <a:pt x="61782" y="6287790"/>
                  </a:lnTo>
                  <a:lnTo>
                    <a:pt x="61909" y="6287790"/>
                  </a:lnTo>
                  <a:lnTo>
                    <a:pt x="62035" y="6287790"/>
                  </a:lnTo>
                  <a:lnTo>
                    <a:pt x="62161" y="6287790"/>
                  </a:lnTo>
                  <a:lnTo>
                    <a:pt x="62287" y="6287790"/>
                  </a:lnTo>
                  <a:lnTo>
                    <a:pt x="62539" y="6287790"/>
                  </a:lnTo>
                  <a:lnTo>
                    <a:pt x="62791" y="6287790"/>
                  </a:lnTo>
                  <a:lnTo>
                    <a:pt x="62917" y="6287790"/>
                  </a:lnTo>
                  <a:lnTo>
                    <a:pt x="63043" y="6287790"/>
                  </a:lnTo>
                  <a:lnTo>
                    <a:pt x="63169" y="6287790"/>
                  </a:lnTo>
                  <a:lnTo>
                    <a:pt x="63295" y="6287790"/>
                  </a:lnTo>
                  <a:lnTo>
                    <a:pt x="63422" y="6287790"/>
                  </a:lnTo>
                  <a:lnTo>
                    <a:pt x="63548" y="6287790"/>
                  </a:lnTo>
                  <a:lnTo>
                    <a:pt x="63800" y="6287790"/>
                  </a:lnTo>
                  <a:lnTo>
                    <a:pt x="63926" y="6287790"/>
                  </a:lnTo>
                  <a:lnTo>
                    <a:pt x="64052" y="6287790"/>
                  </a:lnTo>
                  <a:lnTo>
                    <a:pt x="64178" y="6287790"/>
                  </a:lnTo>
                  <a:lnTo>
                    <a:pt x="64304" y="6287790"/>
                  </a:lnTo>
                  <a:lnTo>
                    <a:pt x="64430" y="6287790"/>
                  </a:lnTo>
                  <a:lnTo>
                    <a:pt x="64556" y="6287790"/>
                  </a:lnTo>
                  <a:lnTo>
                    <a:pt x="64682" y="6287790"/>
                  </a:lnTo>
                  <a:lnTo>
                    <a:pt x="64809" y="6287790"/>
                  </a:lnTo>
                  <a:lnTo>
                    <a:pt x="64935" y="6287790"/>
                  </a:lnTo>
                  <a:lnTo>
                    <a:pt x="65061" y="6287790"/>
                  </a:lnTo>
                  <a:lnTo>
                    <a:pt x="65187" y="6287790"/>
                  </a:lnTo>
                  <a:lnTo>
                    <a:pt x="65313" y="6287790"/>
                  </a:lnTo>
                  <a:lnTo>
                    <a:pt x="65439" y="6287790"/>
                  </a:lnTo>
                  <a:lnTo>
                    <a:pt x="65565" y="6287790"/>
                  </a:lnTo>
                  <a:lnTo>
                    <a:pt x="65565" y="6282511"/>
                  </a:lnTo>
                  <a:lnTo>
                    <a:pt x="65691" y="6282511"/>
                  </a:lnTo>
                  <a:lnTo>
                    <a:pt x="65691" y="6277231"/>
                  </a:lnTo>
                  <a:lnTo>
                    <a:pt x="65817" y="6277231"/>
                  </a:lnTo>
                  <a:lnTo>
                    <a:pt x="66069" y="6277231"/>
                  </a:lnTo>
                  <a:lnTo>
                    <a:pt x="66322" y="6277231"/>
                  </a:lnTo>
                  <a:lnTo>
                    <a:pt x="66448" y="6277231"/>
                  </a:lnTo>
                  <a:lnTo>
                    <a:pt x="66574" y="6277231"/>
                  </a:lnTo>
                  <a:lnTo>
                    <a:pt x="66700" y="6277231"/>
                  </a:lnTo>
                  <a:lnTo>
                    <a:pt x="66826" y="6277231"/>
                  </a:lnTo>
                  <a:lnTo>
                    <a:pt x="66952" y="6277231"/>
                  </a:lnTo>
                  <a:lnTo>
                    <a:pt x="67078" y="6277231"/>
                  </a:lnTo>
                  <a:lnTo>
                    <a:pt x="67204" y="6277231"/>
                  </a:lnTo>
                  <a:lnTo>
                    <a:pt x="67330" y="6277231"/>
                  </a:lnTo>
                  <a:lnTo>
                    <a:pt x="67456" y="6277231"/>
                  </a:lnTo>
                  <a:lnTo>
                    <a:pt x="67582" y="6277231"/>
                  </a:lnTo>
                  <a:lnTo>
                    <a:pt x="67709" y="6277231"/>
                  </a:lnTo>
                  <a:lnTo>
                    <a:pt x="67835" y="6277231"/>
                  </a:lnTo>
                  <a:lnTo>
                    <a:pt x="67961" y="6277231"/>
                  </a:lnTo>
                  <a:lnTo>
                    <a:pt x="68087" y="6277231"/>
                  </a:lnTo>
                  <a:lnTo>
                    <a:pt x="68213" y="6277231"/>
                  </a:lnTo>
                  <a:lnTo>
                    <a:pt x="68339" y="6277231"/>
                  </a:lnTo>
                  <a:lnTo>
                    <a:pt x="68465" y="6277231"/>
                  </a:lnTo>
                  <a:lnTo>
                    <a:pt x="68591" y="6277231"/>
                  </a:lnTo>
                  <a:lnTo>
                    <a:pt x="68717" y="6277231"/>
                  </a:lnTo>
                  <a:lnTo>
                    <a:pt x="68843" y="6277231"/>
                  </a:lnTo>
                  <a:lnTo>
                    <a:pt x="68969" y="6277231"/>
                  </a:lnTo>
                  <a:lnTo>
                    <a:pt x="69096" y="6277231"/>
                  </a:lnTo>
                  <a:lnTo>
                    <a:pt x="69348" y="6277231"/>
                  </a:lnTo>
                  <a:lnTo>
                    <a:pt x="69474" y="6277231"/>
                  </a:lnTo>
                  <a:lnTo>
                    <a:pt x="69474" y="6271952"/>
                  </a:lnTo>
                  <a:lnTo>
                    <a:pt x="69600" y="6271952"/>
                  </a:lnTo>
                  <a:lnTo>
                    <a:pt x="69726" y="6271952"/>
                  </a:lnTo>
                  <a:lnTo>
                    <a:pt x="69852" y="6271952"/>
                  </a:lnTo>
                  <a:lnTo>
                    <a:pt x="70104" y="6271952"/>
                  </a:lnTo>
                  <a:lnTo>
                    <a:pt x="70230" y="6266673"/>
                  </a:lnTo>
                  <a:lnTo>
                    <a:pt x="70356" y="6266673"/>
                  </a:lnTo>
                  <a:lnTo>
                    <a:pt x="70482" y="6266673"/>
                  </a:lnTo>
                  <a:lnTo>
                    <a:pt x="70609" y="6266673"/>
                  </a:lnTo>
                  <a:lnTo>
                    <a:pt x="70735" y="6266673"/>
                  </a:lnTo>
                  <a:lnTo>
                    <a:pt x="70861" y="6266673"/>
                  </a:lnTo>
                  <a:lnTo>
                    <a:pt x="70987" y="6266673"/>
                  </a:lnTo>
                  <a:lnTo>
                    <a:pt x="71113" y="6266673"/>
                  </a:lnTo>
                  <a:lnTo>
                    <a:pt x="71239" y="6266673"/>
                  </a:lnTo>
                  <a:lnTo>
                    <a:pt x="71365" y="6266673"/>
                  </a:lnTo>
                  <a:lnTo>
                    <a:pt x="71491" y="6266673"/>
                  </a:lnTo>
                  <a:lnTo>
                    <a:pt x="71617" y="6266673"/>
                  </a:lnTo>
                  <a:lnTo>
                    <a:pt x="71743" y="6266673"/>
                  </a:lnTo>
                  <a:lnTo>
                    <a:pt x="71869" y="6266673"/>
                  </a:lnTo>
                  <a:lnTo>
                    <a:pt x="71996" y="6266673"/>
                  </a:lnTo>
                  <a:lnTo>
                    <a:pt x="72122" y="6266673"/>
                  </a:lnTo>
                  <a:lnTo>
                    <a:pt x="72248" y="6266673"/>
                  </a:lnTo>
                  <a:lnTo>
                    <a:pt x="72374" y="6266673"/>
                  </a:lnTo>
                  <a:lnTo>
                    <a:pt x="72500" y="6266673"/>
                  </a:lnTo>
                  <a:lnTo>
                    <a:pt x="72626" y="6266673"/>
                  </a:lnTo>
                  <a:lnTo>
                    <a:pt x="72752" y="6266673"/>
                  </a:lnTo>
                  <a:lnTo>
                    <a:pt x="72878" y="6266673"/>
                  </a:lnTo>
                  <a:lnTo>
                    <a:pt x="73004" y="6266673"/>
                  </a:lnTo>
                  <a:lnTo>
                    <a:pt x="73130" y="6266673"/>
                  </a:lnTo>
                  <a:lnTo>
                    <a:pt x="73256" y="6266673"/>
                  </a:lnTo>
                  <a:lnTo>
                    <a:pt x="73382" y="6266673"/>
                  </a:lnTo>
                  <a:lnTo>
                    <a:pt x="73509" y="6266673"/>
                  </a:lnTo>
                  <a:lnTo>
                    <a:pt x="73635" y="6266673"/>
                  </a:lnTo>
                  <a:lnTo>
                    <a:pt x="73761" y="6266673"/>
                  </a:lnTo>
                  <a:lnTo>
                    <a:pt x="73887" y="6266673"/>
                  </a:lnTo>
                  <a:lnTo>
                    <a:pt x="74013" y="6266673"/>
                  </a:lnTo>
                  <a:lnTo>
                    <a:pt x="74139" y="6266673"/>
                  </a:lnTo>
                  <a:lnTo>
                    <a:pt x="74265" y="6266673"/>
                  </a:lnTo>
                  <a:lnTo>
                    <a:pt x="74517" y="6266673"/>
                  </a:lnTo>
                  <a:lnTo>
                    <a:pt x="74517" y="6261393"/>
                  </a:lnTo>
                  <a:lnTo>
                    <a:pt x="74643" y="6261393"/>
                  </a:lnTo>
                  <a:lnTo>
                    <a:pt x="74769" y="6261393"/>
                  </a:lnTo>
                  <a:lnTo>
                    <a:pt x="74896" y="6261393"/>
                  </a:lnTo>
                  <a:lnTo>
                    <a:pt x="75022" y="6261393"/>
                  </a:lnTo>
                  <a:lnTo>
                    <a:pt x="75022" y="6256114"/>
                  </a:lnTo>
                  <a:lnTo>
                    <a:pt x="75148" y="6256114"/>
                  </a:lnTo>
                  <a:lnTo>
                    <a:pt x="75274" y="6256114"/>
                  </a:lnTo>
                  <a:lnTo>
                    <a:pt x="75400" y="6256114"/>
                  </a:lnTo>
                  <a:lnTo>
                    <a:pt x="75526" y="6256114"/>
                  </a:lnTo>
                  <a:lnTo>
                    <a:pt x="75652" y="6256114"/>
                  </a:lnTo>
                  <a:lnTo>
                    <a:pt x="75778" y="6256114"/>
                  </a:lnTo>
                  <a:lnTo>
                    <a:pt x="75904" y="6256114"/>
                  </a:lnTo>
                  <a:lnTo>
                    <a:pt x="76030" y="6256114"/>
                  </a:lnTo>
                  <a:lnTo>
                    <a:pt x="76156" y="6256114"/>
                  </a:lnTo>
                  <a:lnTo>
                    <a:pt x="76283" y="6256114"/>
                  </a:lnTo>
                  <a:lnTo>
                    <a:pt x="76409" y="6256114"/>
                  </a:lnTo>
                  <a:lnTo>
                    <a:pt x="76535" y="6256114"/>
                  </a:lnTo>
                  <a:lnTo>
                    <a:pt x="76661" y="6256114"/>
                  </a:lnTo>
                  <a:lnTo>
                    <a:pt x="76787" y="6256114"/>
                  </a:lnTo>
                  <a:lnTo>
                    <a:pt x="76913" y="6256114"/>
                  </a:lnTo>
                  <a:lnTo>
                    <a:pt x="77039" y="6256114"/>
                  </a:lnTo>
                  <a:lnTo>
                    <a:pt x="77165" y="6256114"/>
                  </a:lnTo>
                  <a:lnTo>
                    <a:pt x="77291" y="6256114"/>
                  </a:lnTo>
                  <a:lnTo>
                    <a:pt x="77417" y="6256114"/>
                  </a:lnTo>
                  <a:lnTo>
                    <a:pt x="77543" y="6256114"/>
                  </a:lnTo>
                  <a:lnTo>
                    <a:pt x="77669" y="6256114"/>
                  </a:lnTo>
                  <a:lnTo>
                    <a:pt x="77796" y="6256114"/>
                  </a:lnTo>
                  <a:lnTo>
                    <a:pt x="77922" y="6256114"/>
                  </a:lnTo>
                  <a:lnTo>
                    <a:pt x="78048" y="6256114"/>
                  </a:lnTo>
                  <a:lnTo>
                    <a:pt x="78174" y="6256114"/>
                  </a:lnTo>
                  <a:lnTo>
                    <a:pt x="78300" y="6256114"/>
                  </a:lnTo>
                  <a:lnTo>
                    <a:pt x="78426" y="6256114"/>
                  </a:lnTo>
                  <a:lnTo>
                    <a:pt x="78552" y="6256114"/>
                  </a:lnTo>
                  <a:lnTo>
                    <a:pt x="78678" y="6256114"/>
                  </a:lnTo>
                  <a:lnTo>
                    <a:pt x="78804" y="6256114"/>
                  </a:lnTo>
                  <a:lnTo>
                    <a:pt x="78930" y="6256114"/>
                  </a:lnTo>
                  <a:lnTo>
                    <a:pt x="79056" y="6256114"/>
                  </a:lnTo>
                  <a:lnTo>
                    <a:pt x="79183" y="6256114"/>
                  </a:lnTo>
                  <a:lnTo>
                    <a:pt x="79309" y="6256114"/>
                  </a:lnTo>
                  <a:lnTo>
                    <a:pt x="79435" y="6256114"/>
                  </a:lnTo>
                  <a:lnTo>
                    <a:pt x="79561" y="6256114"/>
                  </a:lnTo>
                  <a:lnTo>
                    <a:pt x="79687" y="6256114"/>
                  </a:lnTo>
                  <a:lnTo>
                    <a:pt x="79813" y="6256114"/>
                  </a:lnTo>
                  <a:lnTo>
                    <a:pt x="79939" y="6256114"/>
                  </a:lnTo>
                  <a:lnTo>
                    <a:pt x="80065" y="6256114"/>
                  </a:lnTo>
                  <a:lnTo>
                    <a:pt x="80191" y="6256114"/>
                  </a:lnTo>
                  <a:lnTo>
                    <a:pt x="80317" y="6256114"/>
                  </a:lnTo>
                  <a:lnTo>
                    <a:pt x="80443" y="6256114"/>
                  </a:lnTo>
                  <a:lnTo>
                    <a:pt x="80569" y="6256114"/>
                  </a:lnTo>
                  <a:lnTo>
                    <a:pt x="80696" y="6256114"/>
                  </a:lnTo>
                  <a:lnTo>
                    <a:pt x="80822" y="6256114"/>
                  </a:lnTo>
                  <a:lnTo>
                    <a:pt x="80948" y="6256114"/>
                  </a:lnTo>
                  <a:lnTo>
                    <a:pt x="81074" y="6256114"/>
                  </a:lnTo>
                  <a:lnTo>
                    <a:pt x="81200" y="6256114"/>
                  </a:lnTo>
                  <a:lnTo>
                    <a:pt x="81326" y="6256114"/>
                  </a:lnTo>
                  <a:lnTo>
                    <a:pt x="81452" y="6256114"/>
                  </a:lnTo>
                  <a:lnTo>
                    <a:pt x="81578" y="6256114"/>
                  </a:lnTo>
                  <a:lnTo>
                    <a:pt x="81578" y="6250834"/>
                  </a:lnTo>
                  <a:lnTo>
                    <a:pt x="81704" y="6250834"/>
                  </a:lnTo>
                  <a:lnTo>
                    <a:pt x="81830" y="6250834"/>
                  </a:lnTo>
                  <a:lnTo>
                    <a:pt x="81956" y="6250834"/>
                  </a:lnTo>
                  <a:lnTo>
                    <a:pt x="82083" y="6250834"/>
                  </a:lnTo>
                  <a:lnTo>
                    <a:pt x="82209" y="6250834"/>
                  </a:lnTo>
                  <a:lnTo>
                    <a:pt x="82335" y="6250834"/>
                  </a:lnTo>
                  <a:lnTo>
                    <a:pt x="82461" y="6250834"/>
                  </a:lnTo>
                  <a:lnTo>
                    <a:pt x="82587" y="6250834"/>
                  </a:lnTo>
                  <a:lnTo>
                    <a:pt x="82713" y="6250834"/>
                  </a:lnTo>
                  <a:lnTo>
                    <a:pt x="82839" y="6250834"/>
                  </a:lnTo>
                  <a:lnTo>
                    <a:pt x="82965" y="6250834"/>
                  </a:lnTo>
                  <a:lnTo>
                    <a:pt x="82965" y="6245555"/>
                  </a:lnTo>
                  <a:lnTo>
                    <a:pt x="83091" y="6245555"/>
                  </a:lnTo>
                  <a:lnTo>
                    <a:pt x="83217" y="6245555"/>
                  </a:lnTo>
                  <a:lnTo>
                    <a:pt x="83343" y="6245555"/>
                  </a:lnTo>
                  <a:lnTo>
                    <a:pt x="83470" y="6245555"/>
                  </a:lnTo>
                  <a:lnTo>
                    <a:pt x="83596" y="6245555"/>
                  </a:lnTo>
                  <a:lnTo>
                    <a:pt x="83722" y="6245555"/>
                  </a:lnTo>
                  <a:lnTo>
                    <a:pt x="83848" y="6245555"/>
                  </a:lnTo>
                  <a:lnTo>
                    <a:pt x="83974" y="6245555"/>
                  </a:lnTo>
                  <a:lnTo>
                    <a:pt x="84100" y="6245555"/>
                  </a:lnTo>
                  <a:lnTo>
                    <a:pt x="84352" y="6245555"/>
                  </a:lnTo>
                  <a:lnTo>
                    <a:pt x="84478" y="6245555"/>
                  </a:lnTo>
                  <a:lnTo>
                    <a:pt x="84604" y="6245555"/>
                  </a:lnTo>
                  <a:lnTo>
                    <a:pt x="84730" y="6245555"/>
                  </a:lnTo>
                  <a:lnTo>
                    <a:pt x="84856" y="6245555"/>
                  </a:lnTo>
                  <a:lnTo>
                    <a:pt x="84983" y="6245555"/>
                  </a:lnTo>
                  <a:lnTo>
                    <a:pt x="85109" y="6245555"/>
                  </a:lnTo>
                  <a:lnTo>
                    <a:pt x="85235" y="6245555"/>
                  </a:lnTo>
                  <a:lnTo>
                    <a:pt x="85487" y="6245555"/>
                  </a:lnTo>
                  <a:lnTo>
                    <a:pt x="85613" y="6245555"/>
                  </a:lnTo>
                  <a:lnTo>
                    <a:pt x="85865" y="6245555"/>
                  </a:lnTo>
                  <a:lnTo>
                    <a:pt x="85991" y="6245555"/>
                  </a:lnTo>
                  <a:lnTo>
                    <a:pt x="86117" y="6245555"/>
                  </a:lnTo>
                  <a:lnTo>
                    <a:pt x="86243" y="6245555"/>
                  </a:lnTo>
                  <a:lnTo>
                    <a:pt x="86370" y="6245555"/>
                  </a:lnTo>
                  <a:lnTo>
                    <a:pt x="86496" y="6245555"/>
                  </a:lnTo>
                  <a:lnTo>
                    <a:pt x="86622" y="6245555"/>
                  </a:lnTo>
                  <a:lnTo>
                    <a:pt x="86748" y="6245555"/>
                  </a:lnTo>
                  <a:lnTo>
                    <a:pt x="86874" y="6245555"/>
                  </a:lnTo>
                  <a:lnTo>
                    <a:pt x="87000" y="6245555"/>
                  </a:lnTo>
                  <a:lnTo>
                    <a:pt x="87126" y="6245555"/>
                  </a:lnTo>
                  <a:lnTo>
                    <a:pt x="87252" y="6245555"/>
                  </a:lnTo>
                  <a:lnTo>
                    <a:pt x="87378" y="6245555"/>
                  </a:lnTo>
                  <a:lnTo>
                    <a:pt x="87504" y="6245555"/>
                  </a:lnTo>
                  <a:lnTo>
                    <a:pt x="87630" y="6245555"/>
                  </a:lnTo>
                  <a:lnTo>
                    <a:pt x="87756" y="6245555"/>
                  </a:lnTo>
                  <a:lnTo>
                    <a:pt x="87883" y="6245555"/>
                  </a:lnTo>
                  <a:lnTo>
                    <a:pt x="88135" y="6245555"/>
                  </a:lnTo>
                  <a:lnTo>
                    <a:pt x="88261" y="6245555"/>
                  </a:lnTo>
                  <a:lnTo>
                    <a:pt x="88387" y="6245555"/>
                  </a:lnTo>
                  <a:lnTo>
                    <a:pt x="88513" y="6245555"/>
                  </a:lnTo>
                  <a:lnTo>
                    <a:pt x="88765" y="6245555"/>
                  </a:lnTo>
                  <a:lnTo>
                    <a:pt x="88891" y="6245555"/>
                  </a:lnTo>
                  <a:lnTo>
                    <a:pt x="89017" y="6245555"/>
                  </a:lnTo>
                  <a:lnTo>
                    <a:pt x="89143" y="6245555"/>
                  </a:lnTo>
                  <a:lnTo>
                    <a:pt x="89270" y="6245555"/>
                  </a:lnTo>
                  <a:lnTo>
                    <a:pt x="89396" y="6245555"/>
                  </a:lnTo>
                  <a:lnTo>
                    <a:pt x="89522" y="6245555"/>
                  </a:lnTo>
                  <a:lnTo>
                    <a:pt x="89648" y="6245555"/>
                  </a:lnTo>
                  <a:lnTo>
                    <a:pt x="89774" y="6245555"/>
                  </a:lnTo>
                  <a:lnTo>
                    <a:pt x="89900" y="6245555"/>
                  </a:lnTo>
                  <a:lnTo>
                    <a:pt x="90026" y="6245555"/>
                  </a:lnTo>
                  <a:lnTo>
                    <a:pt x="90152" y="6245555"/>
                  </a:lnTo>
                  <a:lnTo>
                    <a:pt x="90278" y="6245555"/>
                  </a:lnTo>
                  <a:lnTo>
                    <a:pt x="90404" y="6245555"/>
                  </a:lnTo>
                  <a:lnTo>
                    <a:pt x="90530" y="6245555"/>
                  </a:lnTo>
                  <a:lnTo>
                    <a:pt x="90656" y="6245555"/>
                  </a:lnTo>
                  <a:lnTo>
                    <a:pt x="90783" y="6245555"/>
                  </a:lnTo>
                  <a:lnTo>
                    <a:pt x="90909" y="6245555"/>
                  </a:lnTo>
                  <a:lnTo>
                    <a:pt x="91035" y="6245555"/>
                  </a:lnTo>
                  <a:lnTo>
                    <a:pt x="91161" y="6245555"/>
                  </a:lnTo>
                  <a:lnTo>
                    <a:pt x="91287" y="6245555"/>
                  </a:lnTo>
                  <a:lnTo>
                    <a:pt x="91413" y="6245555"/>
                  </a:lnTo>
                  <a:lnTo>
                    <a:pt x="91665" y="6245555"/>
                  </a:lnTo>
                  <a:lnTo>
                    <a:pt x="91791" y="6245555"/>
                  </a:lnTo>
                  <a:lnTo>
                    <a:pt x="91917" y="6245555"/>
                  </a:lnTo>
                  <a:lnTo>
                    <a:pt x="92043" y="6245555"/>
                  </a:lnTo>
                  <a:lnTo>
                    <a:pt x="92170" y="6245555"/>
                  </a:lnTo>
                  <a:lnTo>
                    <a:pt x="92296" y="6245555"/>
                  </a:lnTo>
                  <a:lnTo>
                    <a:pt x="92422" y="6245555"/>
                  </a:lnTo>
                  <a:lnTo>
                    <a:pt x="92548" y="6245555"/>
                  </a:lnTo>
                  <a:lnTo>
                    <a:pt x="92674" y="6245555"/>
                  </a:lnTo>
                  <a:lnTo>
                    <a:pt x="92800" y="6245555"/>
                  </a:lnTo>
                  <a:lnTo>
                    <a:pt x="92926" y="6245555"/>
                  </a:lnTo>
                  <a:lnTo>
                    <a:pt x="93052" y="6245555"/>
                  </a:lnTo>
                  <a:lnTo>
                    <a:pt x="93304" y="6245555"/>
                  </a:lnTo>
                  <a:lnTo>
                    <a:pt x="93430" y="6245555"/>
                  </a:lnTo>
                  <a:lnTo>
                    <a:pt x="93557" y="6245555"/>
                  </a:lnTo>
                  <a:lnTo>
                    <a:pt x="93683" y="6245555"/>
                  </a:lnTo>
                  <a:lnTo>
                    <a:pt x="93809" y="6245555"/>
                  </a:lnTo>
                  <a:lnTo>
                    <a:pt x="93935" y="6245555"/>
                  </a:lnTo>
                  <a:lnTo>
                    <a:pt x="94061" y="6245555"/>
                  </a:lnTo>
                  <a:lnTo>
                    <a:pt x="94187" y="6245555"/>
                  </a:lnTo>
                  <a:lnTo>
                    <a:pt x="94439" y="6245555"/>
                  </a:lnTo>
                  <a:lnTo>
                    <a:pt x="94439" y="6240276"/>
                  </a:lnTo>
                  <a:lnTo>
                    <a:pt x="94565" y="6240276"/>
                  </a:lnTo>
                  <a:lnTo>
                    <a:pt x="94691" y="6240276"/>
                  </a:lnTo>
                  <a:lnTo>
                    <a:pt x="94817" y="6240276"/>
                  </a:lnTo>
                  <a:lnTo>
                    <a:pt x="94943" y="6240276"/>
                  </a:lnTo>
                  <a:lnTo>
                    <a:pt x="95070" y="6240276"/>
                  </a:lnTo>
                  <a:lnTo>
                    <a:pt x="95196" y="6240276"/>
                  </a:lnTo>
                  <a:lnTo>
                    <a:pt x="95322" y="6240276"/>
                  </a:lnTo>
                  <a:lnTo>
                    <a:pt x="95322" y="6234996"/>
                  </a:lnTo>
                  <a:lnTo>
                    <a:pt x="95448" y="6234996"/>
                  </a:lnTo>
                  <a:lnTo>
                    <a:pt x="95700" y="6234996"/>
                  </a:lnTo>
                  <a:lnTo>
                    <a:pt x="95826" y="6234996"/>
                  </a:lnTo>
                  <a:lnTo>
                    <a:pt x="96078" y="6234996"/>
                  </a:lnTo>
                  <a:lnTo>
                    <a:pt x="96204" y="6234996"/>
                  </a:lnTo>
                  <a:lnTo>
                    <a:pt x="96330" y="6234996"/>
                  </a:lnTo>
                  <a:lnTo>
                    <a:pt x="96457" y="6234996"/>
                  </a:lnTo>
                  <a:lnTo>
                    <a:pt x="96709" y="6234996"/>
                  </a:lnTo>
                  <a:lnTo>
                    <a:pt x="96835" y="6234996"/>
                  </a:lnTo>
                  <a:lnTo>
                    <a:pt x="96961" y="6234996"/>
                  </a:lnTo>
                  <a:lnTo>
                    <a:pt x="97087" y="6234996"/>
                  </a:lnTo>
                  <a:lnTo>
                    <a:pt x="97213" y="6234996"/>
                  </a:lnTo>
                  <a:lnTo>
                    <a:pt x="97339" y="6234996"/>
                  </a:lnTo>
                  <a:lnTo>
                    <a:pt x="97465" y="6234996"/>
                  </a:lnTo>
                  <a:lnTo>
                    <a:pt x="97591" y="6234996"/>
                  </a:lnTo>
                  <a:lnTo>
                    <a:pt x="97843" y="6234996"/>
                  </a:lnTo>
                  <a:lnTo>
                    <a:pt x="97970" y="6234996"/>
                  </a:lnTo>
                  <a:lnTo>
                    <a:pt x="98222" y="6234996"/>
                  </a:lnTo>
                  <a:lnTo>
                    <a:pt x="98348" y="6234996"/>
                  </a:lnTo>
                  <a:lnTo>
                    <a:pt x="98474" y="6234996"/>
                  </a:lnTo>
                  <a:lnTo>
                    <a:pt x="98600" y="6234996"/>
                  </a:lnTo>
                  <a:lnTo>
                    <a:pt x="98726" y="6234996"/>
                  </a:lnTo>
                  <a:lnTo>
                    <a:pt x="98852" y="6234996"/>
                  </a:lnTo>
                  <a:lnTo>
                    <a:pt x="98978" y="6234996"/>
                  </a:lnTo>
                  <a:lnTo>
                    <a:pt x="99104" y="6234996"/>
                  </a:lnTo>
                  <a:lnTo>
                    <a:pt x="99230" y="6234996"/>
                  </a:lnTo>
                  <a:lnTo>
                    <a:pt x="99230" y="6229717"/>
                  </a:lnTo>
                  <a:lnTo>
                    <a:pt x="99357" y="6229717"/>
                  </a:lnTo>
                  <a:lnTo>
                    <a:pt x="99483" y="6229717"/>
                  </a:lnTo>
                  <a:lnTo>
                    <a:pt x="99609" y="6229717"/>
                  </a:lnTo>
                  <a:lnTo>
                    <a:pt x="99735" y="6229717"/>
                  </a:lnTo>
                  <a:lnTo>
                    <a:pt x="99861" y="6229717"/>
                  </a:lnTo>
                  <a:lnTo>
                    <a:pt x="99987" y="6229717"/>
                  </a:lnTo>
                  <a:lnTo>
                    <a:pt x="100113" y="6229717"/>
                  </a:lnTo>
                  <a:lnTo>
                    <a:pt x="100239" y="6229717"/>
                  </a:lnTo>
                  <a:lnTo>
                    <a:pt x="100365" y="6229717"/>
                  </a:lnTo>
                  <a:lnTo>
                    <a:pt x="100491" y="6229717"/>
                  </a:lnTo>
                  <a:lnTo>
                    <a:pt x="100617" y="6229717"/>
                  </a:lnTo>
                  <a:lnTo>
                    <a:pt x="100744" y="6229717"/>
                  </a:lnTo>
                  <a:lnTo>
                    <a:pt x="100870" y="6229717"/>
                  </a:lnTo>
                  <a:lnTo>
                    <a:pt x="101122" y="6229717"/>
                  </a:lnTo>
                  <a:lnTo>
                    <a:pt x="101248" y="6229717"/>
                  </a:lnTo>
                  <a:lnTo>
                    <a:pt x="101374" y="6229717"/>
                  </a:lnTo>
                  <a:lnTo>
                    <a:pt x="101500" y="6229717"/>
                  </a:lnTo>
                  <a:lnTo>
                    <a:pt x="101626" y="6229717"/>
                  </a:lnTo>
                  <a:lnTo>
                    <a:pt x="101752" y="6229717"/>
                  </a:lnTo>
                  <a:lnTo>
                    <a:pt x="101878" y="6229717"/>
                  </a:lnTo>
                  <a:lnTo>
                    <a:pt x="102004" y="6229717"/>
                  </a:lnTo>
                  <a:lnTo>
                    <a:pt x="102130" y="6229717"/>
                  </a:lnTo>
                  <a:lnTo>
                    <a:pt x="102257" y="6229717"/>
                  </a:lnTo>
                  <a:lnTo>
                    <a:pt x="102383" y="6229717"/>
                  </a:lnTo>
                  <a:lnTo>
                    <a:pt x="102509" y="6229717"/>
                  </a:lnTo>
                  <a:lnTo>
                    <a:pt x="102509" y="6224437"/>
                  </a:lnTo>
                  <a:lnTo>
                    <a:pt x="102635" y="6224437"/>
                  </a:lnTo>
                  <a:lnTo>
                    <a:pt x="102761" y="6224437"/>
                  </a:lnTo>
                  <a:lnTo>
                    <a:pt x="102887" y="6224437"/>
                  </a:lnTo>
                  <a:lnTo>
                    <a:pt x="103013" y="6224437"/>
                  </a:lnTo>
                  <a:lnTo>
                    <a:pt x="103139" y="6224437"/>
                  </a:lnTo>
                  <a:lnTo>
                    <a:pt x="103265" y="6224437"/>
                  </a:lnTo>
                  <a:lnTo>
                    <a:pt x="103391" y="6224437"/>
                  </a:lnTo>
                  <a:lnTo>
                    <a:pt x="103517" y="6224437"/>
                  </a:lnTo>
                  <a:lnTo>
                    <a:pt x="103644" y="6224437"/>
                  </a:lnTo>
                  <a:lnTo>
                    <a:pt x="103770" y="6224437"/>
                  </a:lnTo>
                  <a:lnTo>
                    <a:pt x="103896" y="6224437"/>
                  </a:lnTo>
                  <a:lnTo>
                    <a:pt x="104022" y="6224437"/>
                  </a:lnTo>
                  <a:lnTo>
                    <a:pt x="104148" y="6224437"/>
                  </a:lnTo>
                  <a:lnTo>
                    <a:pt x="104274" y="6224437"/>
                  </a:lnTo>
                  <a:lnTo>
                    <a:pt x="104400" y="6224437"/>
                  </a:lnTo>
                  <a:lnTo>
                    <a:pt x="104526" y="6224437"/>
                  </a:lnTo>
                  <a:lnTo>
                    <a:pt x="104652" y="6224437"/>
                  </a:lnTo>
                  <a:lnTo>
                    <a:pt x="104778" y="6224437"/>
                  </a:lnTo>
                  <a:lnTo>
                    <a:pt x="104904" y="6224437"/>
                  </a:lnTo>
                  <a:lnTo>
                    <a:pt x="105030" y="6224437"/>
                  </a:lnTo>
                  <a:lnTo>
                    <a:pt x="105157" y="6224437"/>
                  </a:lnTo>
                  <a:lnTo>
                    <a:pt x="105283" y="6224437"/>
                  </a:lnTo>
                  <a:lnTo>
                    <a:pt x="105409" y="6224437"/>
                  </a:lnTo>
                  <a:lnTo>
                    <a:pt x="105535" y="6224437"/>
                  </a:lnTo>
                  <a:lnTo>
                    <a:pt x="105661" y="6224437"/>
                  </a:lnTo>
                  <a:lnTo>
                    <a:pt x="105787" y="6224437"/>
                  </a:lnTo>
                  <a:lnTo>
                    <a:pt x="105913" y="6224437"/>
                  </a:lnTo>
                  <a:lnTo>
                    <a:pt x="106039" y="6224437"/>
                  </a:lnTo>
                  <a:lnTo>
                    <a:pt x="106291" y="6224437"/>
                  </a:lnTo>
                  <a:lnTo>
                    <a:pt x="106417" y="6224437"/>
                  </a:lnTo>
                  <a:lnTo>
                    <a:pt x="106544" y="6224437"/>
                  </a:lnTo>
                  <a:lnTo>
                    <a:pt x="106670" y="6224437"/>
                  </a:lnTo>
                  <a:lnTo>
                    <a:pt x="106796" y="6224437"/>
                  </a:lnTo>
                  <a:lnTo>
                    <a:pt x="107048" y="6224437"/>
                  </a:lnTo>
                  <a:lnTo>
                    <a:pt x="107174" y="6224437"/>
                  </a:lnTo>
                  <a:lnTo>
                    <a:pt x="107426" y="6224437"/>
                  </a:lnTo>
                  <a:lnTo>
                    <a:pt x="107552" y="6224437"/>
                  </a:lnTo>
                  <a:lnTo>
                    <a:pt x="107678" y="6224437"/>
                  </a:lnTo>
                  <a:lnTo>
                    <a:pt x="107804" y="6224437"/>
                  </a:lnTo>
                  <a:lnTo>
                    <a:pt x="107931" y="6224437"/>
                  </a:lnTo>
                  <a:lnTo>
                    <a:pt x="108057" y="6224437"/>
                  </a:lnTo>
                  <a:lnTo>
                    <a:pt x="108183" y="6224437"/>
                  </a:lnTo>
                  <a:lnTo>
                    <a:pt x="108309" y="6224437"/>
                  </a:lnTo>
                  <a:lnTo>
                    <a:pt x="108435" y="6224437"/>
                  </a:lnTo>
                  <a:lnTo>
                    <a:pt x="108561" y="6224437"/>
                  </a:lnTo>
                  <a:lnTo>
                    <a:pt x="108687" y="6224437"/>
                  </a:lnTo>
                  <a:lnTo>
                    <a:pt x="108813" y="6224437"/>
                  </a:lnTo>
                  <a:lnTo>
                    <a:pt x="108939" y="6224437"/>
                  </a:lnTo>
                  <a:lnTo>
                    <a:pt x="109065" y="6224437"/>
                  </a:lnTo>
                  <a:lnTo>
                    <a:pt x="109191" y="6224437"/>
                  </a:lnTo>
                  <a:lnTo>
                    <a:pt x="109317" y="6224437"/>
                  </a:lnTo>
                  <a:lnTo>
                    <a:pt x="109444" y="6224437"/>
                  </a:lnTo>
                  <a:lnTo>
                    <a:pt x="109570" y="6224437"/>
                  </a:lnTo>
                  <a:lnTo>
                    <a:pt x="109696" y="6224437"/>
                  </a:lnTo>
                  <a:lnTo>
                    <a:pt x="109696" y="6219158"/>
                  </a:lnTo>
                  <a:lnTo>
                    <a:pt x="109822" y="6219158"/>
                  </a:lnTo>
                  <a:lnTo>
                    <a:pt x="109948" y="6219158"/>
                  </a:lnTo>
                  <a:lnTo>
                    <a:pt x="110074" y="6219158"/>
                  </a:lnTo>
                  <a:lnTo>
                    <a:pt x="110200" y="6219158"/>
                  </a:lnTo>
                  <a:lnTo>
                    <a:pt x="110326" y="6219158"/>
                  </a:lnTo>
                  <a:lnTo>
                    <a:pt x="110452" y="6219158"/>
                  </a:lnTo>
                  <a:lnTo>
                    <a:pt x="110704" y="6219158"/>
                  </a:lnTo>
                  <a:lnTo>
                    <a:pt x="110957" y="6219158"/>
                  </a:lnTo>
                  <a:lnTo>
                    <a:pt x="111083" y="6219158"/>
                  </a:lnTo>
                  <a:lnTo>
                    <a:pt x="111209" y="6219158"/>
                  </a:lnTo>
                  <a:lnTo>
                    <a:pt x="111335" y="6219158"/>
                  </a:lnTo>
                  <a:lnTo>
                    <a:pt x="111461" y="6219158"/>
                  </a:lnTo>
                  <a:lnTo>
                    <a:pt x="111587" y="6219158"/>
                  </a:lnTo>
                  <a:lnTo>
                    <a:pt x="111713" y="6219158"/>
                  </a:lnTo>
                  <a:lnTo>
                    <a:pt x="111965" y="6219158"/>
                  </a:lnTo>
                  <a:lnTo>
                    <a:pt x="112091" y="6219158"/>
                  </a:lnTo>
                  <a:lnTo>
                    <a:pt x="112217" y="6219158"/>
                  </a:lnTo>
                  <a:lnTo>
                    <a:pt x="112344" y="6219158"/>
                  </a:lnTo>
                  <a:lnTo>
                    <a:pt x="112470" y="6219158"/>
                  </a:lnTo>
                  <a:lnTo>
                    <a:pt x="112596" y="6219158"/>
                  </a:lnTo>
                  <a:lnTo>
                    <a:pt x="112722" y="6219158"/>
                  </a:lnTo>
                  <a:lnTo>
                    <a:pt x="112848" y="6219158"/>
                  </a:lnTo>
                  <a:lnTo>
                    <a:pt x="112974" y="6219158"/>
                  </a:lnTo>
                  <a:lnTo>
                    <a:pt x="113100" y="6219158"/>
                  </a:lnTo>
                  <a:lnTo>
                    <a:pt x="113226" y="6219158"/>
                  </a:lnTo>
                  <a:lnTo>
                    <a:pt x="113352" y="6219158"/>
                  </a:lnTo>
                  <a:lnTo>
                    <a:pt x="113478" y="6219158"/>
                  </a:lnTo>
                  <a:lnTo>
                    <a:pt x="113604" y="6219158"/>
                  </a:lnTo>
                  <a:lnTo>
                    <a:pt x="113731" y="6219158"/>
                  </a:lnTo>
                  <a:lnTo>
                    <a:pt x="113857" y="6219158"/>
                  </a:lnTo>
                  <a:lnTo>
                    <a:pt x="113983" y="6219158"/>
                  </a:lnTo>
                  <a:lnTo>
                    <a:pt x="114109" y="6219158"/>
                  </a:lnTo>
                  <a:lnTo>
                    <a:pt x="114235" y="6219158"/>
                  </a:lnTo>
                  <a:lnTo>
                    <a:pt x="114361" y="6219158"/>
                  </a:lnTo>
                  <a:lnTo>
                    <a:pt x="114487" y="6219158"/>
                  </a:lnTo>
                  <a:lnTo>
                    <a:pt x="114613" y="6219158"/>
                  </a:lnTo>
                  <a:lnTo>
                    <a:pt x="114739" y="6219158"/>
                  </a:lnTo>
                  <a:lnTo>
                    <a:pt x="114991" y="6219158"/>
                  </a:lnTo>
                  <a:lnTo>
                    <a:pt x="115117" y="6219158"/>
                  </a:lnTo>
                  <a:lnTo>
                    <a:pt x="115244" y="6219158"/>
                  </a:lnTo>
                  <a:lnTo>
                    <a:pt x="115370" y="6219158"/>
                  </a:lnTo>
                  <a:lnTo>
                    <a:pt x="115622" y="6219158"/>
                  </a:lnTo>
                  <a:lnTo>
                    <a:pt x="115748" y="6219158"/>
                  </a:lnTo>
                  <a:lnTo>
                    <a:pt x="115874" y="6219158"/>
                  </a:lnTo>
                  <a:lnTo>
                    <a:pt x="116000" y="6219158"/>
                  </a:lnTo>
                  <a:lnTo>
                    <a:pt x="116126" y="6219158"/>
                  </a:lnTo>
                  <a:lnTo>
                    <a:pt x="116252" y="6219158"/>
                  </a:lnTo>
                  <a:lnTo>
                    <a:pt x="116378" y="6219158"/>
                  </a:lnTo>
                  <a:lnTo>
                    <a:pt x="116504" y="6219158"/>
                  </a:lnTo>
                  <a:lnTo>
                    <a:pt x="116631" y="6219158"/>
                  </a:lnTo>
                  <a:lnTo>
                    <a:pt x="116757" y="6219158"/>
                  </a:lnTo>
                  <a:lnTo>
                    <a:pt x="117009" y="6219158"/>
                  </a:lnTo>
                  <a:lnTo>
                    <a:pt x="117135" y="6219158"/>
                  </a:lnTo>
                  <a:lnTo>
                    <a:pt x="117261" y="6219158"/>
                  </a:lnTo>
                  <a:lnTo>
                    <a:pt x="117387" y="6219158"/>
                  </a:lnTo>
                  <a:lnTo>
                    <a:pt x="117513" y="6219158"/>
                  </a:lnTo>
                  <a:lnTo>
                    <a:pt x="117639" y="6219158"/>
                  </a:lnTo>
                  <a:lnTo>
                    <a:pt x="117765" y="6219158"/>
                  </a:lnTo>
                  <a:lnTo>
                    <a:pt x="118144" y="6219158"/>
                  </a:lnTo>
                  <a:lnTo>
                    <a:pt x="118270" y="6219158"/>
                  </a:lnTo>
                  <a:lnTo>
                    <a:pt x="118522" y="6219158"/>
                  </a:lnTo>
                  <a:lnTo>
                    <a:pt x="118648" y="6219158"/>
                  </a:lnTo>
                  <a:lnTo>
                    <a:pt x="118774" y="6219158"/>
                  </a:lnTo>
                  <a:lnTo>
                    <a:pt x="118900" y="6219158"/>
                  </a:lnTo>
                  <a:lnTo>
                    <a:pt x="119026" y="6219158"/>
                  </a:lnTo>
                  <a:lnTo>
                    <a:pt x="119152" y="6219158"/>
                  </a:lnTo>
                  <a:lnTo>
                    <a:pt x="119278" y="6219158"/>
                  </a:lnTo>
                  <a:lnTo>
                    <a:pt x="119531" y="6219158"/>
                  </a:lnTo>
                  <a:lnTo>
                    <a:pt x="119657" y="6219158"/>
                  </a:lnTo>
                  <a:lnTo>
                    <a:pt x="119783" y="6219158"/>
                  </a:lnTo>
                  <a:lnTo>
                    <a:pt x="119909" y="6219158"/>
                  </a:lnTo>
                  <a:lnTo>
                    <a:pt x="120035" y="6219158"/>
                  </a:lnTo>
                  <a:lnTo>
                    <a:pt x="120161" y="6219158"/>
                  </a:lnTo>
                  <a:lnTo>
                    <a:pt x="120287" y="6219158"/>
                  </a:lnTo>
                  <a:lnTo>
                    <a:pt x="120413" y="6219158"/>
                  </a:lnTo>
                  <a:lnTo>
                    <a:pt x="120539" y="6219158"/>
                  </a:lnTo>
                  <a:lnTo>
                    <a:pt x="120665" y="6219158"/>
                  </a:lnTo>
                  <a:lnTo>
                    <a:pt x="120791" y="6219158"/>
                  </a:lnTo>
                  <a:lnTo>
                    <a:pt x="120918" y="6219158"/>
                  </a:lnTo>
                  <a:lnTo>
                    <a:pt x="121044" y="6219158"/>
                  </a:lnTo>
                  <a:lnTo>
                    <a:pt x="121170" y="6219158"/>
                  </a:lnTo>
                  <a:lnTo>
                    <a:pt x="121296" y="6219158"/>
                  </a:lnTo>
                  <a:lnTo>
                    <a:pt x="121422" y="6219158"/>
                  </a:lnTo>
                  <a:lnTo>
                    <a:pt x="121548" y="6219158"/>
                  </a:lnTo>
                  <a:lnTo>
                    <a:pt x="121674" y="6219158"/>
                  </a:lnTo>
                  <a:lnTo>
                    <a:pt x="121800" y="6219158"/>
                  </a:lnTo>
                  <a:lnTo>
                    <a:pt x="121926" y="6219158"/>
                  </a:lnTo>
                  <a:lnTo>
                    <a:pt x="122052" y="6219158"/>
                  </a:lnTo>
                  <a:lnTo>
                    <a:pt x="122178" y="6219158"/>
                  </a:lnTo>
                  <a:lnTo>
                    <a:pt x="122304" y="6219158"/>
                  </a:lnTo>
                  <a:lnTo>
                    <a:pt x="122431" y="6219158"/>
                  </a:lnTo>
                  <a:lnTo>
                    <a:pt x="122557" y="6219158"/>
                  </a:lnTo>
                  <a:lnTo>
                    <a:pt x="122809" y="6219158"/>
                  </a:lnTo>
                  <a:lnTo>
                    <a:pt x="122935" y="6219158"/>
                  </a:lnTo>
                  <a:lnTo>
                    <a:pt x="123061" y="6219158"/>
                  </a:lnTo>
                  <a:lnTo>
                    <a:pt x="123187" y="6219158"/>
                  </a:lnTo>
                  <a:lnTo>
                    <a:pt x="123313" y="6219158"/>
                  </a:lnTo>
                  <a:lnTo>
                    <a:pt x="123439" y="6219158"/>
                  </a:lnTo>
                  <a:lnTo>
                    <a:pt x="123565" y="6219158"/>
                  </a:lnTo>
                  <a:lnTo>
                    <a:pt x="123691" y="6219158"/>
                  </a:lnTo>
                  <a:lnTo>
                    <a:pt x="123818" y="6219158"/>
                  </a:lnTo>
                  <a:lnTo>
                    <a:pt x="123944" y="6219158"/>
                  </a:lnTo>
                  <a:lnTo>
                    <a:pt x="124070" y="6219158"/>
                  </a:lnTo>
                  <a:lnTo>
                    <a:pt x="124322" y="6219158"/>
                  </a:lnTo>
                  <a:lnTo>
                    <a:pt x="124574" y="6219158"/>
                  </a:lnTo>
                  <a:lnTo>
                    <a:pt x="124700" y="6219158"/>
                  </a:lnTo>
                  <a:lnTo>
                    <a:pt x="124826" y="6219158"/>
                  </a:lnTo>
                  <a:lnTo>
                    <a:pt x="124952" y="6219158"/>
                  </a:lnTo>
                  <a:lnTo>
                    <a:pt x="125205" y="6219158"/>
                  </a:lnTo>
                  <a:lnTo>
                    <a:pt x="125331" y="6219158"/>
                  </a:lnTo>
                  <a:lnTo>
                    <a:pt x="125457" y="6219158"/>
                  </a:lnTo>
                  <a:lnTo>
                    <a:pt x="125583" y="6219158"/>
                  </a:lnTo>
                  <a:lnTo>
                    <a:pt x="125709" y="6219158"/>
                  </a:lnTo>
                  <a:lnTo>
                    <a:pt x="125835" y="6219158"/>
                  </a:lnTo>
                  <a:lnTo>
                    <a:pt x="125961" y="6219158"/>
                  </a:lnTo>
                  <a:lnTo>
                    <a:pt x="126087" y="6219158"/>
                  </a:lnTo>
                  <a:lnTo>
                    <a:pt x="126213" y="6219158"/>
                  </a:lnTo>
                  <a:lnTo>
                    <a:pt x="126339" y="6219158"/>
                  </a:lnTo>
                  <a:lnTo>
                    <a:pt x="126465" y="6219158"/>
                  </a:lnTo>
                  <a:lnTo>
                    <a:pt x="126591" y="6219158"/>
                  </a:lnTo>
                  <a:lnTo>
                    <a:pt x="126718" y="6219158"/>
                  </a:lnTo>
                  <a:lnTo>
                    <a:pt x="126844" y="6219158"/>
                  </a:lnTo>
                  <a:lnTo>
                    <a:pt x="126970" y="6219158"/>
                  </a:lnTo>
                  <a:lnTo>
                    <a:pt x="127096" y="6219158"/>
                  </a:lnTo>
                  <a:lnTo>
                    <a:pt x="127222" y="6219158"/>
                  </a:lnTo>
                  <a:lnTo>
                    <a:pt x="127348" y="6219158"/>
                  </a:lnTo>
                  <a:lnTo>
                    <a:pt x="127474" y="6219158"/>
                  </a:lnTo>
                  <a:lnTo>
                    <a:pt x="127600" y="6219158"/>
                  </a:lnTo>
                  <a:lnTo>
                    <a:pt x="127726" y="6219158"/>
                  </a:lnTo>
                  <a:lnTo>
                    <a:pt x="127852" y="6219158"/>
                  </a:lnTo>
                  <a:lnTo>
                    <a:pt x="127978" y="6219158"/>
                  </a:lnTo>
                  <a:lnTo>
                    <a:pt x="128105" y="6219158"/>
                  </a:lnTo>
                  <a:lnTo>
                    <a:pt x="128231" y="6219158"/>
                  </a:lnTo>
                  <a:lnTo>
                    <a:pt x="128357" y="6219158"/>
                  </a:lnTo>
                  <a:lnTo>
                    <a:pt x="128483" y="6219158"/>
                  </a:lnTo>
                  <a:lnTo>
                    <a:pt x="128735" y="6219158"/>
                  </a:lnTo>
                  <a:lnTo>
                    <a:pt x="128861" y="6219158"/>
                  </a:lnTo>
                  <a:lnTo>
                    <a:pt x="128987" y="6219158"/>
                  </a:lnTo>
                  <a:lnTo>
                    <a:pt x="129113" y="6219158"/>
                  </a:lnTo>
                  <a:lnTo>
                    <a:pt x="129239" y="6219158"/>
                  </a:lnTo>
                  <a:lnTo>
                    <a:pt x="129239" y="6213878"/>
                  </a:lnTo>
                  <a:lnTo>
                    <a:pt x="129365" y="6213878"/>
                  </a:lnTo>
                  <a:lnTo>
                    <a:pt x="129365" y="6208599"/>
                  </a:lnTo>
                  <a:lnTo>
                    <a:pt x="129491" y="6208599"/>
                  </a:lnTo>
                  <a:lnTo>
                    <a:pt x="129618" y="6208599"/>
                  </a:lnTo>
                  <a:lnTo>
                    <a:pt x="129744" y="6208599"/>
                  </a:lnTo>
                  <a:lnTo>
                    <a:pt x="129870" y="6208599"/>
                  </a:lnTo>
                  <a:lnTo>
                    <a:pt x="129996" y="6208599"/>
                  </a:lnTo>
                  <a:lnTo>
                    <a:pt x="130122" y="6208599"/>
                  </a:lnTo>
                  <a:lnTo>
                    <a:pt x="130248" y="6208599"/>
                  </a:lnTo>
                  <a:lnTo>
                    <a:pt x="130374" y="6208599"/>
                  </a:lnTo>
                  <a:lnTo>
                    <a:pt x="130500" y="6208599"/>
                  </a:lnTo>
                  <a:lnTo>
                    <a:pt x="130626" y="6208599"/>
                  </a:lnTo>
                  <a:lnTo>
                    <a:pt x="130752" y="6208599"/>
                  </a:lnTo>
                  <a:lnTo>
                    <a:pt x="130878" y="6208599"/>
                  </a:lnTo>
                  <a:lnTo>
                    <a:pt x="131005" y="6208599"/>
                  </a:lnTo>
                  <a:lnTo>
                    <a:pt x="131131" y="6208599"/>
                  </a:lnTo>
                  <a:lnTo>
                    <a:pt x="131383" y="6208599"/>
                  </a:lnTo>
                  <a:lnTo>
                    <a:pt x="131509" y="6208599"/>
                  </a:lnTo>
                  <a:lnTo>
                    <a:pt x="131761" y="6208599"/>
                  </a:lnTo>
                  <a:lnTo>
                    <a:pt x="132013" y="6208599"/>
                  </a:lnTo>
                  <a:lnTo>
                    <a:pt x="132139" y="6208599"/>
                  </a:lnTo>
                  <a:lnTo>
                    <a:pt x="132265" y="6208599"/>
                  </a:lnTo>
                  <a:lnTo>
                    <a:pt x="132391" y="6208599"/>
                  </a:lnTo>
                  <a:lnTo>
                    <a:pt x="132518" y="6208599"/>
                  </a:lnTo>
                  <a:lnTo>
                    <a:pt x="132644" y="6208599"/>
                  </a:lnTo>
                  <a:lnTo>
                    <a:pt x="132896" y="6208599"/>
                  </a:lnTo>
                  <a:lnTo>
                    <a:pt x="133022" y="6208599"/>
                  </a:lnTo>
                  <a:lnTo>
                    <a:pt x="133274" y="6208599"/>
                  </a:lnTo>
                  <a:lnTo>
                    <a:pt x="133400" y="6208599"/>
                  </a:lnTo>
                  <a:lnTo>
                    <a:pt x="133526" y="6208599"/>
                  </a:lnTo>
                  <a:lnTo>
                    <a:pt x="133652" y="6208599"/>
                  </a:lnTo>
                  <a:lnTo>
                    <a:pt x="133778" y="6208599"/>
                  </a:lnTo>
                  <a:lnTo>
                    <a:pt x="133905" y="6208599"/>
                  </a:lnTo>
                  <a:lnTo>
                    <a:pt x="134031" y="6208599"/>
                  </a:lnTo>
                  <a:lnTo>
                    <a:pt x="134157" y="6208599"/>
                  </a:lnTo>
                  <a:lnTo>
                    <a:pt x="134409" y="6208599"/>
                  </a:lnTo>
                  <a:lnTo>
                    <a:pt x="134535" y="6208599"/>
                  </a:lnTo>
                  <a:lnTo>
                    <a:pt x="134661" y="6208599"/>
                  </a:lnTo>
                  <a:lnTo>
                    <a:pt x="134787" y="6208599"/>
                  </a:lnTo>
                  <a:lnTo>
                    <a:pt x="134913" y="6208599"/>
                  </a:lnTo>
                  <a:lnTo>
                    <a:pt x="135039" y="6208599"/>
                  </a:lnTo>
                  <a:lnTo>
                    <a:pt x="135165" y="6208599"/>
                  </a:lnTo>
                  <a:lnTo>
                    <a:pt x="135292" y="6208599"/>
                  </a:lnTo>
                  <a:lnTo>
                    <a:pt x="135418" y="6208599"/>
                  </a:lnTo>
                  <a:lnTo>
                    <a:pt x="135544" y="6208599"/>
                  </a:lnTo>
                  <a:lnTo>
                    <a:pt x="135670" y="6208599"/>
                  </a:lnTo>
                  <a:lnTo>
                    <a:pt x="135796" y="6208599"/>
                  </a:lnTo>
                  <a:lnTo>
                    <a:pt x="135922" y="6208599"/>
                  </a:lnTo>
                  <a:lnTo>
                    <a:pt x="136048" y="6208599"/>
                  </a:lnTo>
                  <a:lnTo>
                    <a:pt x="136174" y="6208599"/>
                  </a:lnTo>
                  <a:lnTo>
                    <a:pt x="136552" y="6208599"/>
                  </a:lnTo>
                  <a:lnTo>
                    <a:pt x="136805" y="6208599"/>
                  </a:lnTo>
                  <a:lnTo>
                    <a:pt x="136931" y="6208599"/>
                  </a:lnTo>
                  <a:lnTo>
                    <a:pt x="137057" y="6208599"/>
                  </a:lnTo>
                  <a:lnTo>
                    <a:pt x="137309" y="6208599"/>
                  </a:lnTo>
                  <a:lnTo>
                    <a:pt x="137435" y="6208599"/>
                  </a:lnTo>
                  <a:lnTo>
                    <a:pt x="137561" y="6208599"/>
                  </a:lnTo>
                  <a:lnTo>
                    <a:pt x="137687" y="6208599"/>
                  </a:lnTo>
                  <a:lnTo>
                    <a:pt x="137813" y="6208599"/>
                  </a:lnTo>
                  <a:lnTo>
                    <a:pt x="137939" y="6208599"/>
                  </a:lnTo>
                  <a:lnTo>
                    <a:pt x="138065" y="6208599"/>
                  </a:lnTo>
                  <a:lnTo>
                    <a:pt x="138192" y="6208599"/>
                  </a:lnTo>
                  <a:lnTo>
                    <a:pt x="138444" y="6208599"/>
                  </a:lnTo>
                  <a:lnTo>
                    <a:pt x="138570" y="6208599"/>
                  </a:lnTo>
                  <a:lnTo>
                    <a:pt x="138696" y="6208599"/>
                  </a:lnTo>
                  <a:lnTo>
                    <a:pt x="138822" y="6208599"/>
                  </a:lnTo>
                  <a:lnTo>
                    <a:pt x="139074" y="6208599"/>
                  </a:lnTo>
                  <a:lnTo>
                    <a:pt x="139200" y="6208599"/>
                  </a:lnTo>
                  <a:lnTo>
                    <a:pt x="139326" y="6208599"/>
                  </a:lnTo>
                  <a:lnTo>
                    <a:pt x="139452" y="6208599"/>
                  </a:lnTo>
                  <a:lnTo>
                    <a:pt x="139578" y="6208599"/>
                  </a:lnTo>
                  <a:lnTo>
                    <a:pt x="139831" y="6208599"/>
                  </a:lnTo>
                  <a:lnTo>
                    <a:pt x="139957" y="6208599"/>
                  </a:lnTo>
                  <a:lnTo>
                    <a:pt x="140083" y="6208599"/>
                  </a:lnTo>
                  <a:lnTo>
                    <a:pt x="140209" y="6208599"/>
                  </a:lnTo>
                  <a:lnTo>
                    <a:pt x="140335" y="6208599"/>
                  </a:lnTo>
                  <a:lnTo>
                    <a:pt x="140461" y="6208599"/>
                  </a:lnTo>
                  <a:lnTo>
                    <a:pt x="140587" y="6208599"/>
                  </a:lnTo>
                  <a:lnTo>
                    <a:pt x="140713" y="6208599"/>
                  </a:lnTo>
                  <a:lnTo>
                    <a:pt x="140839" y="6208599"/>
                  </a:lnTo>
                  <a:lnTo>
                    <a:pt x="140965" y="6208599"/>
                  </a:lnTo>
                  <a:lnTo>
                    <a:pt x="141344" y="6208599"/>
                  </a:lnTo>
                  <a:lnTo>
                    <a:pt x="141470" y="6208599"/>
                  </a:lnTo>
                  <a:lnTo>
                    <a:pt x="141596" y="6208599"/>
                  </a:lnTo>
                  <a:lnTo>
                    <a:pt x="141722" y="6208599"/>
                  </a:lnTo>
                  <a:lnTo>
                    <a:pt x="141974" y="6208599"/>
                  </a:lnTo>
                  <a:lnTo>
                    <a:pt x="142100" y="6208599"/>
                  </a:lnTo>
                  <a:lnTo>
                    <a:pt x="142226" y="6208599"/>
                  </a:lnTo>
                  <a:lnTo>
                    <a:pt x="142352" y="6208599"/>
                  </a:lnTo>
                  <a:lnTo>
                    <a:pt x="142479" y="6208599"/>
                  </a:lnTo>
                  <a:lnTo>
                    <a:pt x="142605" y="6208599"/>
                  </a:lnTo>
                  <a:lnTo>
                    <a:pt x="142605" y="6203320"/>
                  </a:lnTo>
                  <a:lnTo>
                    <a:pt x="142731" y="6203320"/>
                  </a:lnTo>
                  <a:lnTo>
                    <a:pt x="142857" y="6203320"/>
                  </a:lnTo>
                  <a:lnTo>
                    <a:pt x="142983" y="6203320"/>
                  </a:lnTo>
                  <a:lnTo>
                    <a:pt x="143109" y="6203320"/>
                  </a:lnTo>
                  <a:lnTo>
                    <a:pt x="143235" y="6203320"/>
                  </a:lnTo>
                  <a:lnTo>
                    <a:pt x="143361" y="6203320"/>
                  </a:lnTo>
                  <a:lnTo>
                    <a:pt x="143487" y="6203320"/>
                  </a:lnTo>
                  <a:lnTo>
                    <a:pt x="143613" y="6203320"/>
                  </a:lnTo>
                  <a:lnTo>
                    <a:pt x="143739" y="6203320"/>
                  </a:lnTo>
                  <a:lnTo>
                    <a:pt x="144118" y="6198040"/>
                  </a:lnTo>
                  <a:lnTo>
                    <a:pt x="144244" y="6198040"/>
                  </a:lnTo>
                  <a:lnTo>
                    <a:pt x="144370" y="6198040"/>
                  </a:lnTo>
                  <a:lnTo>
                    <a:pt x="144496" y="6198040"/>
                  </a:lnTo>
                  <a:lnTo>
                    <a:pt x="144622" y="6198040"/>
                  </a:lnTo>
                  <a:lnTo>
                    <a:pt x="144748" y="6198040"/>
                  </a:lnTo>
                  <a:lnTo>
                    <a:pt x="144874" y="6198040"/>
                  </a:lnTo>
                  <a:lnTo>
                    <a:pt x="145000" y="6198040"/>
                  </a:lnTo>
                  <a:lnTo>
                    <a:pt x="145126" y="6198040"/>
                  </a:lnTo>
                  <a:lnTo>
                    <a:pt x="145252" y="6198040"/>
                  </a:lnTo>
                  <a:lnTo>
                    <a:pt x="145379" y="6198040"/>
                  </a:lnTo>
                  <a:lnTo>
                    <a:pt x="145505" y="6198040"/>
                  </a:lnTo>
                  <a:lnTo>
                    <a:pt x="145631" y="6198040"/>
                  </a:lnTo>
                  <a:lnTo>
                    <a:pt x="145757" y="6198040"/>
                  </a:lnTo>
                  <a:lnTo>
                    <a:pt x="145883" y="6198040"/>
                  </a:lnTo>
                  <a:lnTo>
                    <a:pt x="146009" y="6198040"/>
                  </a:lnTo>
                  <a:lnTo>
                    <a:pt x="146135" y="6198040"/>
                  </a:lnTo>
                  <a:lnTo>
                    <a:pt x="146261" y="6198040"/>
                  </a:lnTo>
                  <a:lnTo>
                    <a:pt x="146387" y="6198040"/>
                  </a:lnTo>
                  <a:lnTo>
                    <a:pt x="146513" y="6198040"/>
                  </a:lnTo>
                  <a:lnTo>
                    <a:pt x="146639" y="6198040"/>
                  </a:lnTo>
                  <a:lnTo>
                    <a:pt x="146765" y="6198040"/>
                  </a:lnTo>
                  <a:lnTo>
                    <a:pt x="146892" y="6198040"/>
                  </a:lnTo>
                  <a:lnTo>
                    <a:pt x="147144" y="6198040"/>
                  </a:lnTo>
                  <a:lnTo>
                    <a:pt x="147396" y="6198040"/>
                  </a:lnTo>
                  <a:lnTo>
                    <a:pt x="147522" y="6198040"/>
                  </a:lnTo>
                  <a:lnTo>
                    <a:pt x="147648" y="6198040"/>
                  </a:lnTo>
                  <a:lnTo>
                    <a:pt x="147774" y="6198040"/>
                  </a:lnTo>
                  <a:lnTo>
                    <a:pt x="147900" y="6198040"/>
                  </a:lnTo>
                  <a:lnTo>
                    <a:pt x="148026" y="6198040"/>
                  </a:lnTo>
                  <a:lnTo>
                    <a:pt x="148152" y="6198040"/>
                  </a:lnTo>
                  <a:lnTo>
                    <a:pt x="148279" y="6198040"/>
                  </a:lnTo>
                  <a:lnTo>
                    <a:pt x="148405" y="6198040"/>
                  </a:lnTo>
                  <a:lnTo>
                    <a:pt x="148531" y="6198040"/>
                  </a:lnTo>
                  <a:lnTo>
                    <a:pt x="148657" y="6198040"/>
                  </a:lnTo>
                  <a:lnTo>
                    <a:pt x="148783" y="6198040"/>
                  </a:lnTo>
                  <a:lnTo>
                    <a:pt x="148909" y="6198040"/>
                  </a:lnTo>
                  <a:lnTo>
                    <a:pt x="149161" y="6198040"/>
                  </a:lnTo>
                  <a:lnTo>
                    <a:pt x="149287" y="6198040"/>
                  </a:lnTo>
                  <a:lnTo>
                    <a:pt x="149413" y="6198040"/>
                  </a:lnTo>
                  <a:lnTo>
                    <a:pt x="149539" y="6198040"/>
                  </a:lnTo>
                  <a:lnTo>
                    <a:pt x="149666" y="6198040"/>
                  </a:lnTo>
                  <a:lnTo>
                    <a:pt x="149792" y="6198040"/>
                  </a:lnTo>
                  <a:lnTo>
                    <a:pt x="149918" y="6198040"/>
                  </a:lnTo>
                  <a:lnTo>
                    <a:pt x="150044" y="6198040"/>
                  </a:lnTo>
                  <a:lnTo>
                    <a:pt x="150170" y="6198040"/>
                  </a:lnTo>
                  <a:lnTo>
                    <a:pt x="150296" y="6198040"/>
                  </a:lnTo>
                  <a:lnTo>
                    <a:pt x="150422" y="6198040"/>
                  </a:lnTo>
                  <a:lnTo>
                    <a:pt x="150548" y="6198040"/>
                  </a:lnTo>
                  <a:lnTo>
                    <a:pt x="150674" y="6198040"/>
                  </a:lnTo>
                  <a:lnTo>
                    <a:pt x="150800" y="6198040"/>
                  </a:lnTo>
                  <a:lnTo>
                    <a:pt x="150926" y="6198040"/>
                  </a:lnTo>
                  <a:lnTo>
                    <a:pt x="151052" y="6198040"/>
                  </a:lnTo>
                  <a:lnTo>
                    <a:pt x="151179" y="6198040"/>
                  </a:lnTo>
                  <a:lnTo>
                    <a:pt x="151305" y="6198040"/>
                  </a:lnTo>
                  <a:lnTo>
                    <a:pt x="151431" y="6198040"/>
                  </a:lnTo>
                  <a:lnTo>
                    <a:pt x="151683" y="6198040"/>
                  </a:lnTo>
                  <a:lnTo>
                    <a:pt x="151809" y="6198040"/>
                  </a:lnTo>
                  <a:lnTo>
                    <a:pt x="151935" y="6198040"/>
                  </a:lnTo>
                  <a:lnTo>
                    <a:pt x="152061" y="6198040"/>
                  </a:lnTo>
                  <a:lnTo>
                    <a:pt x="152187" y="6198040"/>
                  </a:lnTo>
                  <a:lnTo>
                    <a:pt x="152313" y="6198040"/>
                  </a:lnTo>
                  <a:lnTo>
                    <a:pt x="152439" y="6198040"/>
                  </a:lnTo>
                  <a:lnTo>
                    <a:pt x="152566" y="6198040"/>
                  </a:lnTo>
                  <a:lnTo>
                    <a:pt x="152818" y="6198040"/>
                  </a:lnTo>
                  <a:lnTo>
                    <a:pt x="152944" y="6198040"/>
                  </a:lnTo>
                  <a:lnTo>
                    <a:pt x="153070" y="6198040"/>
                  </a:lnTo>
                  <a:lnTo>
                    <a:pt x="153196" y="6198040"/>
                  </a:lnTo>
                  <a:lnTo>
                    <a:pt x="153322" y="6198040"/>
                  </a:lnTo>
                  <a:lnTo>
                    <a:pt x="153448" y="6198040"/>
                  </a:lnTo>
                  <a:lnTo>
                    <a:pt x="153574" y="6198040"/>
                  </a:lnTo>
                  <a:lnTo>
                    <a:pt x="153700" y="6198040"/>
                  </a:lnTo>
                  <a:lnTo>
                    <a:pt x="153826" y="6198040"/>
                  </a:lnTo>
                  <a:lnTo>
                    <a:pt x="153952" y="6198040"/>
                  </a:lnTo>
                  <a:lnTo>
                    <a:pt x="154079" y="6198040"/>
                  </a:lnTo>
                  <a:lnTo>
                    <a:pt x="154205" y="6198040"/>
                  </a:lnTo>
                  <a:lnTo>
                    <a:pt x="154457" y="6198040"/>
                  </a:lnTo>
                  <a:lnTo>
                    <a:pt x="154583" y="6198040"/>
                  </a:lnTo>
                  <a:lnTo>
                    <a:pt x="154835" y="6198040"/>
                  </a:lnTo>
                  <a:lnTo>
                    <a:pt x="154961" y="6198040"/>
                  </a:lnTo>
                  <a:lnTo>
                    <a:pt x="155087" y="6198040"/>
                  </a:lnTo>
                  <a:lnTo>
                    <a:pt x="155213" y="6198040"/>
                  </a:lnTo>
                  <a:lnTo>
                    <a:pt x="155339" y="6198040"/>
                  </a:lnTo>
                  <a:lnTo>
                    <a:pt x="155466" y="6198040"/>
                  </a:lnTo>
                  <a:lnTo>
                    <a:pt x="155592" y="6198040"/>
                  </a:lnTo>
                  <a:lnTo>
                    <a:pt x="155718" y="6198040"/>
                  </a:lnTo>
                  <a:lnTo>
                    <a:pt x="155844" y="6198040"/>
                  </a:lnTo>
                  <a:lnTo>
                    <a:pt x="155970" y="6198040"/>
                  </a:lnTo>
                  <a:lnTo>
                    <a:pt x="156096" y="6198040"/>
                  </a:lnTo>
                  <a:lnTo>
                    <a:pt x="156222" y="6198040"/>
                  </a:lnTo>
                  <a:lnTo>
                    <a:pt x="156348" y="6198040"/>
                  </a:lnTo>
                  <a:lnTo>
                    <a:pt x="156474" y="6198040"/>
                  </a:lnTo>
                  <a:lnTo>
                    <a:pt x="156600" y="6198040"/>
                  </a:lnTo>
                  <a:lnTo>
                    <a:pt x="156726" y="6198040"/>
                  </a:lnTo>
                  <a:lnTo>
                    <a:pt x="156852" y="6198040"/>
                  </a:lnTo>
                  <a:lnTo>
                    <a:pt x="156979" y="6198040"/>
                  </a:lnTo>
                  <a:lnTo>
                    <a:pt x="157105" y="6198040"/>
                  </a:lnTo>
                  <a:lnTo>
                    <a:pt x="157357" y="6198040"/>
                  </a:lnTo>
                  <a:lnTo>
                    <a:pt x="157609" y="6198040"/>
                  </a:lnTo>
                  <a:lnTo>
                    <a:pt x="157735" y="6198040"/>
                  </a:lnTo>
                  <a:lnTo>
                    <a:pt x="157861" y="6198040"/>
                  </a:lnTo>
                  <a:lnTo>
                    <a:pt x="157987" y="6198040"/>
                  </a:lnTo>
                  <a:lnTo>
                    <a:pt x="158113" y="6198040"/>
                  </a:lnTo>
                  <a:lnTo>
                    <a:pt x="158239" y="6198040"/>
                  </a:lnTo>
                  <a:lnTo>
                    <a:pt x="158366" y="6198040"/>
                  </a:lnTo>
                  <a:lnTo>
                    <a:pt x="158492" y="6198040"/>
                  </a:lnTo>
                  <a:lnTo>
                    <a:pt x="158744" y="6198040"/>
                  </a:lnTo>
                  <a:lnTo>
                    <a:pt x="158870" y="6198040"/>
                  </a:lnTo>
                  <a:lnTo>
                    <a:pt x="158996" y="6198040"/>
                  </a:lnTo>
                  <a:lnTo>
                    <a:pt x="159122" y="6198040"/>
                  </a:lnTo>
                  <a:lnTo>
                    <a:pt x="159248" y="6198040"/>
                  </a:lnTo>
                  <a:lnTo>
                    <a:pt x="159248" y="6192761"/>
                  </a:lnTo>
                  <a:lnTo>
                    <a:pt x="159500" y="6192761"/>
                  </a:lnTo>
                  <a:lnTo>
                    <a:pt x="159626" y="6192761"/>
                  </a:lnTo>
                  <a:lnTo>
                    <a:pt x="159753" y="6192761"/>
                  </a:lnTo>
                  <a:lnTo>
                    <a:pt x="159879" y="6192761"/>
                  </a:lnTo>
                  <a:lnTo>
                    <a:pt x="160005" y="6192761"/>
                  </a:lnTo>
                  <a:lnTo>
                    <a:pt x="160131" y="6192761"/>
                  </a:lnTo>
                  <a:lnTo>
                    <a:pt x="160257" y="6192761"/>
                  </a:lnTo>
                  <a:lnTo>
                    <a:pt x="160383" y="6192761"/>
                  </a:lnTo>
                  <a:lnTo>
                    <a:pt x="160509" y="6192761"/>
                  </a:lnTo>
                  <a:lnTo>
                    <a:pt x="160761" y="6192761"/>
                  </a:lnTo>
                  <a:lnTo>
                    <a:pt x="160887" y="6192761"/>
                  </a:lnTo>
                  <a:lnTo>
                    <a:pt x="161013" y="6192761"/>
                  </a:lnTo>
                  <a:lnTo>
                    <a:pt x="161139" y="6192761"/>
                  </a:lnTo>
                  <a:lnTo>
                    <a:pt x="161266" y="6192761"/>
                  </a:lnTo>
                  <a:lnTo>
                    <a:pt x="161392" y="6192761"/>
                  </a:lnTo>
                  <a:lnTo>
                    <a:pt x="161518" y="6192761"/>
                  </a:lnTo>
                  <a:lnTo>
                    <a:pt x="161644" y="6192761"/>
                  </a:lnTo>
                  <a:lnTo>
                    <a:pt x="161770" y="6192761"/>
                  </a:lnTo>
                  <a:lnTo>
                    <a:pt x="162148" y="6192761"/>
                  </a:lnTo>
                  <a:lnTo>
                    <a:pt x="162274" y="6192761"/>
                  </a:lnTo>
                  <a:lnTo>
                    <a:pt x="162400" y="6192761"/>
                  </a:lnTo>
                  <a:lnTo>
                    <a:pt x="162526" y="6192761"/>
                  </a:lnTo>
                  <a:lnTo>
                    <a:pt x="162653" y="6192761"/>
                  </a:lnTo>
                  <a:lnTo>
                    <a:pt x="162779" y="6192761"/>
                  </a:lnTo>
                  <a:lnTo>
                    <a:pt x="162905" y="6192761"/>
                  </a:lnTo>
                  <a:lnTo>
                    <a:pt x="163031" y="6192761"/>
                  </a:lnTo>
                  <a:lnTo>
                    <a:pt x="163157" y="6192761"/>
                  </a:lnTo>
                  <a:lnTo>
                    <a:pt x="163283" y="6192761"/>
                  </a:lnTo>
                  <a:lnTo>
                    <a:pt x="163409" y="6192761"/>
                  </a:lnTo>
                  <a:lnTo>
                    <a:pt x="163535" y="6192761"/>
                  </a:lnTo>
                  <a:lnTo>
                    <a:pt x="163661" y="6192761"/>
                  </a:lnTo>
                  <a:lnTo>
                    <a:pt x="163787" y="6192761"/>
                  </a:lnTo>
                  <a:lnTo>
                    <a:pt x="163913" y="6192761"/>
                  </a:lnTo>
                  <a:lnTo>
                    <a:pt x="164166" y="6192761"/>
                  </a:lnTo>
                  <a:lnTo>
                    <a:pt x="164292" y="6192761"/>
                  </a:lnTo>
                  <a:lnTo>
                    <a:pt x="164418" y="6192761"/>
                  </a:lnTo>
                  <a:lnTo>
                    <a:pt x="164544" y="6192761"/>
                  </a:lnTo>
                  <a:lnTo>
                    <a:pt x="164670" y="6192761"/>
                  </a:lnTo>
                  <a:lnTo>
                    <a:pt x="164796" y="6192761"/>
                  </a:lnTo>
                  <a:lnTo>
                    <a:pt x="164922" y="6192761"/>
                  </a:lnTo>
                  <a:lnTo>
                    <a:pt x="165048" y="6192761"/>
                  </a:lnTo>
                  <a:lnTo>
                    <a:pt x="165174" y="6192761"/>
                  </a:lnTo>
                  <a:lnTo>
                    <a:pt x="165300" y="6192761"/>
                  </a:lnTo>
                  <a:lnTo>
                    <a:pt x="165426" y="6192761"/>
                  </a:lnTo>
                  <a:lnTo>
                    <a:pt x="165553" y="6192761"/>
                  </a:lnTo>
                  <a:lnTo>
                    <a:pt x="165805" y="6192761"/>
                  </a:lnTo>
                  <a:lnTo>
                    <a:pt x="165931" y="6192761"/>
                  </a:lnTo>
                  <a:lnTo>
                    <a:pt x="166057" y="6192761"/>
                  </a:lnTo>
                  <a:lnTo>
                    <a:pt x="166183" y="6192761"/>
                  </a:lnTo>
                  <a:lnTo>
                    <a:pt x="166309" y="6192761"/>
                  </a:lnTo>
                  <a:lnTo>
                    <a:pt x="166435" y="6192761"/>
                  </a:lnTo>
                  <a:lnTo>
                    <a:pt x="166561" y="6192761"/>
                  </a:lnTo>
                  <a:lnTo>
                    <a:pt x="166813" y="6192761"/>
                  </a:lnTo>
                  <a:lnTo>
                    <a:pt x="166813" y="6187481"/>
                  </a:lnTo>
                  <a:lnTo>
                    <a:pt x="166940" y="6187481"/>
                  </a:lnTo>
                  <a:lnTo>
                    <a:pt x="167066" y="6187481"/>
                  </a:lnTo>
                  <a:lnTo>
                    <a:pt x="167192" y="6187481"/>
                  </a:lnTo>
                  <a:lnTo>
                    <a:pt x="167318" y="6187481"/>
                  </a:lnTo>
                  <a:lnTo>
                    <a:pt x="167444" y="6187481"/>
                  </a:lnTo>
                  <a:lnTo>
                    <a:pt x="167570" y="6187481"/>
                  </a:lnTo>
                  <a:lnTo>
                    <a:pt x="167696" y="6187481"/>
                  </a:lnTo>
                  <a:lnTo>
                    <a:pt x="167822" y="6187481"/>
                  </a:lnTo>
                  <a:lnTo>
                    <a:pt x="167948" y="6187481"/>
                  </a:lnTo>
                  <a:lnTo>
                    <a:pt x="168074" y="6187481"/>
                  </a:lnTo>
                  <a:lnTo>
                    <a:pt x="168200" y="6187481"/>
                  </a:lnTo>
                  <a:lnTo>
                    <a:pt x="168326" y="6187481"/>
                  </a:lnTo>
                  <a:lnTo>
                    <a:pt x="168453" y="6187481"/>
                  </a:lnTo>
                  <a:lnTo>
                    <a:pt x="168579" y="6187481"/>
                  </a:lnTo>
                  <a:lnTo>
                    <a:pt x="168705" y="6187481"/>
                  </a:lnTo>
                  <a:lnTo>
                    <a:pt x="168831" y="6187481"/>
                  </a:lnTo>
                  <a:lnTo>
                    <a:pt x="168957" y="6187481"/>
                  </a:lnTo>
                  <a:lnTo>
                    <a:pt x="169083" y="6187481"/>
                  </a:lnTo>
                  <a:lnTo>
                    <a:pt x="169209" y="6187481"/>
                  </a:lnTo>
                  <a:lnTo>
                    <a:pt x="169461" y="6187481"/>
                  </a:lnTo>
                  <a:lnTo>
                    <a:pt x="169587" y="6187481"/>
                  </a:lnTo>
                  <a:lnTo>
                    <a:pt x="169713" y="6187481"/>
                  </a:lnTo>
                  <a:lnTo>
                    <a:pt x="169840" y="6187481"/>
                  </a:lnTo>
                  <a:lnTo>
                    <a:pt x="169966" y="6187481"/>
                  </a:lnTo>
                  <a:lnTo>
                    <a:pt x="170092" y="6187481"/>
                  </a:lnTo>
                  <a:lnTo>
                    <a:pt x="170218" y="6187481"/>
                  </a:lnTo>
                  <a:lnTo>
                    <a:pt x="170344" y="6187481"/>
                  </a:lnTo>
                  <a:lnTo>
                    <a:pt x="170470" y="6187481"/>
                  </a:lnTo>
                  <a:lnTo>
                    <a:pt x="170596" y="6187481"/>
                  </a:lnTo>
                  <a:lnTo>
                    <a:pt x="170848" y="6187481"/>
                  </a:lnTo>
                  <a:lnTo>
                    <a:pt x="170974" y="6187481"/>
                  </a:lnTo>
                  <a:lnTo>
                    <a:pt x="171100" y="6187481"/>
                  </a:lnTo>
                  <a:lnTo>
                    <a:pt x="171226" y="6187481"/>
                  </a:lnTo>
                  <a:lnTo>
                    <a:pt x="171353" y="6187481"/>
                  </a:lnTo>
                  <a:lnTo>
                    <a:pt x="171605" y="6187481"/>
                  </a:lnTo>
                  <a:lnTo>
                    <a:pt x="171731" y="6187481"/>
                  </a:lnTo>
                  <a:lnTo>
                    <a:pt x="171857" y="6187481"/>
                  </a:lnTo>
                  <a:lnTo>
                    <a:pt x="171983" y="6187481"/>
                  </a:lnTo>
                  <a:lnTo>
                    <a:pt x="172109" y="6187481"/>
                  </a:lnTo>
                  <a:lnTo>
                    <a:pt x="172235" y="6187481"/>
                  </a:lnTo>
                  <a:lnTo>
                    <a:pt x="172361" y="6187481"/>
                  </a:lnTo>
                  <a:lnTo>
                    <a:pt x="172487" y="6187481"/>
                  </a:lnTo>
                  <a:lnTo>
                    <a:pt x="172487" y="6182202"/>
                  </a:lnTo>
                  <a:lnTo>
                    <a:pt x="172613" y="6182202"/>
                  </a:lnTo>
                  <a:lnTo>
                    <a:pt x="172740" y="6182202"/>
                  </a:lnTo>
                  <a:lnTo>
                    <a:pt x="172992" y="6176922"/>
                  </a:lnTo>
                  <a:lnTo>
                    <a:pt x="173118" y="6176922"/>
                  </a:lnTo>
                  <a:lnTo>
                    <a:pt x="173244" y="6176922"/>
                  </a:lnTo>
                  <a:lnTo>
                    <a:pt x="173496" y="6176922"/>
                  </a:lnTo>
                  <a:lnTo>
                    <a:pt x="173622" y="6176922"/>
                  </a:lnTo>
                  <a:lnTo>
                    <a:pt x="173748" y="6176922"/>
                  </a:lnTo>
                  <a:lnTo>
                    <a:pt x="174000" y="6176922"/>
                  </a:lnTo>
                  <a:lnTo>
                    <a:pt x="174126" y="6176922"/>
                  </a:lnTo>
                  <a:lnTo>
                    <a:pt x="174253" y="6176922"/>
                  </a:lnTo>
                  <a:lnTo>
                    <a:pt x="174505" y="6176922"/>
                  </a:lnTo>
                  <a:lnTo>
                    <a:pt x="174631" y="6176922"/>
                  </a:lnTo>
                  <a:lnTo>
                    <a:pt x="174757" y="6176922"/>
                  </a:lnTo>
                  <a:lnTo>
                    <a:pt x="174757" y="6171643"/>
                  </a:lnTo>
                  <a:lnTo>
                    <a:pt x="174883" y="6171643"/>
                  </a:lnTo>
                  <a:lnTo>
                    <a:pt x="175009" y="6171643"/>
                  </a:lnTo>
                  <a:lnTo>
                    <a:pt x="175135" y="6171643"/>
                  </a:lnTo>
                  <a:lnTo>
                    <a:pt x="175261" y="6171643"/>
                  </a:lnTo>
                  <a:lnTo>
                    <a:pt x="175387" y="6171643"/>
                  </a:lnTo>
                  <a:lnTo>
                    <a:pt x="175513" y="6171643"/>
                  </a:lnTo>
                  <a:lnTo>
                    <a:pt x="175640" y="6171643"/>
                  </a:lnTo>
                  <a:lnTo>
                    <a:pt x="175766" y="6171643"/>
                  </a:lnTo>
                  <a:lnTo>
                    <a:pt x="175892" y="6171643"/>
                  </a:lnTo>
                  <a:lnTo>
                    <a:pt x="176018" y="6171643"/>
                  </a:lnTo>
                  <a:lnTo>
                    <a:pt x="176144" y="6171643"/>
                  </a:lnTo>
                  <a:lnTo>
                    <a:pt x="176270" y="6171643"/>
                  </a:lnTo>
                  <a:lnTo>
                    <a:pt x="176522" y="6171643"/>
                  </a:lnTo>
                  <a:lnTo>
                    <a:pt x="176648" y="6171643"/>
                  </a:lnTo>
                  <a:lnTo>
                    <a:pt x="176774" y="6171643"/>
                  </a:lnTo>
                  <a:lnTo>
                    <a:pt x="176900" y="6171643"/>
                  </a:lnTo>
                  <a:lnTo>
                    <a:pt x="177027" y="6171643"/>
                  </a:lnTo>
                  <a:lnTo>
                    <a:pt x="177279" y="6171643"/>
                  </a:lnTo>
                  <a:lnTo>
                    <a:pt x="177405" y="6171643"/>
                  </a:lnTo>
                  <a:lnTo>
                    <a:pt x="177531" y="6171643"/>
                  </a:lnTo>
                  <a:lnTo>
                    <a:pt x="177657" y="6171643"/>
                  </a:lnTo>
                  <a:lnTo>
                    <a:pt x="177783" y="6171643"/>
                  </a:lnTo>
                  <a:lnTo>
                    <a:pt x="177909" y="6171643"/>
                  </a:lnTo>
                  <a:lnTo>
                    <a:pt x="178035" y="6171643"/>
                  </a:lnTo>
                  <a:lnTo>
                    <a:pt x="178161" y="6171643"/>
                  </a:lnTo>
                  <a:lnTo>
                    <a:pt x="178413" y="6171643"/>
                  </a:lnTo>
                  <a:lnTo>
                    <a:pt x="178540" y="6171643"/>
                  </a:lnTo>
                  <a:lnTo>
                    <a:pt x="178666" y="6171643"/>
                  </a:lnTo>
                  <a:lnTo>
                    <a:pt x="178792" y="6171643"/>
                  </a:lnTo>
                  <a:lnTo>
                    <a:pt x="179044" y="6171643"/>
                  </a:lnTo>
                  <a:lnTo>
                    <a:pt x="179296" y="6171643"/>
                  </a:lnTo>
                  <a:lnTo>
                    <a:pt x="179548" y="6171643"/>
                  </a:lnTo>
                  <a:lnTo>
                    <a:pt x="179674" y="6171643"/>
                  </a:lnTo>
                  <a:lnTo>
                    <a:pt x="179800" y="6171643"/>
                  </a:lnTo>
                  <a:lnTo>
                    <a:pt x="179927" y="6171643"/>
                  </a:lnTo>
                  <a:lnTo>
                    <a:pt x="180053" y="6171643"/>
                  </a:lnTo>
                  <a:lnTo>
                    <a:pt x="180053" y="6166364"/>
                  </a:lnTo>
                  <a:lnTo>
                    <a:pt x="180179" y="6166364"/>
                  </a:lnTo>
                  <a:lnTo>
                    <a:pt x="180305" y="6166364"/>
                  </a:lnTo>
                  <a:lnTo>
                    <a:pt x="180431" y="6166364"/>
                  </a:lnTo>
                  <a:lnTo>
                    <a:pt x="180557" y="6166364"/>
                  </a:lnTo>
                  <a:lnTo>
                    <a:pt x="180683" y="6166364"/>
                  </a:lnTo>
                  <a:lnTo>
                    <a:pt x="180809" y="6166364"/>
                  </a:lnTo>
                  <a:lnTo>
                    <a:pt x="180935" y="6166364"/>
                  </a:lnTo>
                  <a:lnTo>
                    <a:pt x="181061" y="6166364"/>
                  </a:lnTo>
                  <a:lnTo>
                    <a:pt x="181187" y="6166364"/>
                  </a:lnTo>
                  <a:lnTo>
                    <a:pt x="181313" y="6166364"/>
                  </a:lnTo>
                  <a:lnTo>
                    <a:pt x="181566" y="6166364"/>
                  </a:lnTo>
                  <a:lnTo>
                    <a:pt x="181692" y="6166364"/>
                  </a:lnTo>
                  <a:lnTo>
                    <a:pt x="181818" y="6166364"/>
                  </a:lnTo>
                  <a:lnTo>
                    <a:pt x="182070" y="6166364"/>
                  </a:lnTo>
                  <a:lnTo>
                    <a:pt x="182196" y="6166364"/>
                  </a:lnTo>
                  <a:lnTo>
                    <a:pt x="182322" y="6166364"/>
                  </a:lnTo>
                  <a:lnTo>
                    <a:pt x="182448" y="6166364"/>
                  </a:lnTo>
                  <a:lnTo>
                    <a:pt x="182574" y="6166364"/>
                  </a:lnTo>
                  <a:lnTo>
                    <a:pt x="182700" y="6166364"/>
                  </a:lnTo>
                  <a:lnTo>
                    <a:pt x="182827" y="6166364"/>
                  </a:lnTo>
                  <a:lnTo>
                    <a:pt x="183079" y="6166364"/>
                  </a:lnTo>
                  <a:lnTo>
                    <a:pt x="183205" y="6166364"/>
                  </a:lnTo>
                  <a:lnTo>
                    <a:pt x="183331" y="6166364"/>
                  </a:lnTo>
                  <a:lnTo>
                    <a:pt x="183457" y="6166364"/>
                  </a:lnTo>
                  <a:lnTo>
                    <a:pt x="183583" y="6166364"/>
                  </a:lnTo>
                  <a:lnTo>
                    <a:pt x="183709" y="6166364"/>
                  </a:lnTo>
                  <a:lnTo>
                    <a:pt x="183835" y="6166364"/>
                  </a:lnTo>
                  <a:lnTo>
                    <a:pt x="183961" y="6166364"/>
                  </a:lnTo>
                  <a:lnTo>
                    <a:pt x="184087" y="6166364"/>
                  </a:lnTo>
                  <a:lnTo>
                    <a:pt x="184214" y="6166364"/>
                  </a:lnTo>
                  <a:lnTo>
                    <a:pt x="184340" y="6166364"/>
                  </a:lnTo>
                  <a:lnTo>
                    <a:pt x="184466" y="6166364"/>
                  </a:lnTo>
                  <a:lnTo>
                    <a:pt x="184592" y="6166364"/>
                  </a:lnTo>
                  <a:lnTo>
                    <a:pt x="184844" y="6166364"/>
                  </a:lnTo>
                  <a:lnTo>
                    <a:pt x="185096" y="6166364"/>
                  </a:lnTo>
                  <a:lnTo>
                    <a:pt x="185222" y="6166364"/>
                  </a:lnTo>
                  <a:lnTo>
                    <a:pt x="185348" y="6166364"/>
                  </a:lnTo>
                  <a:lnTo>
                    <a:pt x="185600" y="6166364"/>
                  </a:lnTo>
                  <a:lnTo>
                    <a:pt x="185727" y="6166364"/>
                  </a:lnTo>
                  <a:lnTo>
                    <a:pt x="185853" y="6166364"/>
                  </a:lnTo>
                  <a:lnTo>
                    <a:pt x="185979" y="6166364"/>
                  </a:lnTo>
                  <a:lnTo>
                    <a:pt x="186105" y="6166364"/>
                  </a:lnTo>
                  <a:lnTo>
                    <a:pt x="186231" y="6166364"/>
                  </a:lnTo>
                  <a:lnTo>
                    <a:pt x="186357" y="6166364"/>
                  </a:lnTo>
                  <a:lnTo>
                    <a:pt x="186609" y="6166364"/>
                  </a:lnTo>
                  <a:lnTo>
                    <a:pt x="186735" y="6166364"/>
                  </a:lnTo>
                  <a:lnTo>
                    <a:pt x="186861" y="6166364"/>
                  </a:lnTo>
                  <a:lnTo>
                    <a:pt x="186987" y="6166364"/>
                  </a:lnTo>
                  <a:lnTo>
                    <a:pt x="187114" y="6166364"/>
                  </a:lnTo>
                  <a:lnTo>
                    <a:pt x="187240" y="6166364"/>
                  </a:lnTo>
                  <a:lnTo>
                    <a:pt x="187366" y="6166364"/>
                  </a:lnTo>
                  <a:lnTo>
                    <a:pt x="187492" y="6166364"/>
                  </a:lnTo>
                  <a:lnTo>
                    <a:pt x="187618" y="6166364"/>
                  </a:lnTo>
                  <a:lnTo>
                    <a:pt x="187744" y="6166364"/>
                  </a:lnTo>
                  <a:lnTo>
                    <a:pt x="187996" y="6166364"/>
                  </a:lnTo>
                  <a:lnTo>
                    <a:pt x="188248" y="6166364"/>
                  </a:lnTo>
                  <a:lnTo>
                    <a:pt x="188374" y="6166364"/>
                  </a:lnTo>
                  <a:lnTo>
                    <a:pt x="188500" y="6166364"/>
                  </a:lnTo>
                  <a:lnTo>
                    <a:pt x="188627" y="6166364"/>
                  </a:lnTo>
                  <a:lnTo>
                    <a:pt x="188753" y="6166364"/>
                  </a:lnTo>
                  <a:lnTo>
                    <a:pt x="188879" y="6166364"/>
                  </a:lnTo>
                  <a:lnTo>
                    <a:pt x="189005" y="6166364"/>
                  </a:lnTo>
                  <a:lnTo>
                    <a:pt x="189131" y="6166364"/>
                  </a:lnTo>
                  <a:lnTo>
                    <a:pt x="189257" y="6166364"/>
                  </a:lnTo>
                  <a:lnTo>
                    <a:pt x="189383" y="6166364"/>
                  </a:lnTo>
                  <a:lnTo>
                    <a:pt x="189509" y="6166364"/>
                  </a:lnTo>
                  <a:lnTo>
                    <a:pt x="189635" y="6166364"/>
                  </a:lnTo>
                  <a:lnTo>
                    <a:pt x="189761" y="6166364"/>
                  </a:lnTo>
                  <a:lnTo>
                    <a:pt x="189887" y="6166364"/>
                  </a:lnTo>
                  <a:lnTo>
                    <a:pt x="190014" y="6166364"/>
                  </a:lnTo>
                  <a:lnTo>
                    <a:pt x="190140" y="6166364"/>
                  </a:lnTo>
                  <a:lnTo>
                    <a:pt x="190266" y="6166364"/>
                  </a:lnTo>
                  <a:lnTo>
                    <a:pt x="190392" y="6166364"/>
                  </a:lnTo>
                  <a:lnTo>
                    <a:pt x="190518" y="6166364"/>
                  </a:lnTo>
                  <a:lnTo>
                    <a:pt x="190644" y="6166364"/>
                  </a:lnTo>
                  <a:lnTo>
                    <a:pt x="190770" y="6166364"/>
                  </a:lnTo>
                  <a:lnTo>
                    <a:pt x="190896" y="6166364"/>
                  </a:lnTo>
                  <a:lnTo>
                    <a:pt x="191022" y="6166364"/>
                  </a:lnTo>
                  <a:lnTo>
                    <a:pt x="191148" y="6166364"/>
                  </a:lnTo>
                  <a:lnTo>
                    <a:pt x="191274" y="6166364"/>
                  </a:lnTo>
                  <a:lnTo>
                    <a:pt x="191401" y="6166364"/>
                  </a:lnTo>
                  <a:lnTo>
                    <a:pt x="191653" y="6166364"/>
                  </a:lnTo>
                  <a:lnTo>
                    <a:pt x="191779" y="6166364"/>
                  </a:lnTo>
                  <a:lnTo>
                    <a:pt x="191905" y="6166364"/>
                  </a:lnTo>
                  <a:lnTo>
                    <a:pt x="192031" y="6166364"/>
                  </a:lnTo>
                  <a:lnTo>
                    <a:pt x="192409" y="6166364"/>
                  </a:lnTo>
                  <a:lnTo>
                    <a:pt x="192535" y="6166364"/>
                  </a:lnTo>
                  <a:lnTo>
                    <a:pt x="192787" y="6166364"/>
                  </a:lnTo>
                  <a:lnTo>
                    <a:pt x="192914" y="6166364"/>
                  </a:lnTo>
                  <a:lnTo>
                    <a:pt x="193040" y="6166364"/>
                  </a:lnTo>
                  <a:lnTo>
                    <a:pt x="193166" y="6166364"/>
                  </a:lnTo>
                  <a:lnTo>
                    <a:pt x="193292" y="6166364"/>
                  </a:lnTo>
                  <a:lnTo>
                    <a:pt x="193418" y="6166364"/>
                  </a:lnTo>
                  <a:lnTo>
                    <a:pt x="193544" y="6166364"/>
                  </a:lnTo>
                  <a:lnTo>
                    <a:pt x="193670" y="6166364"/>
                  </a:lnTo>
                  <a:lnTo>
                    <a:pt x="193796" y="6166364"/>
                  </a:lnTo>
                  <a:lnTo>
                    <a:pt x="193922" y="6166364"/>
                  </a:lnTo>
                  <a:lnTo>
                    <a:pt x="194048" y="6166364"/>
                  </a:lnTo>
                  <a:lnTo>
                    <a:pt x="194301" y="6166364"/>
                  </a:lnTo>
                  <a:lnTo>
                    <a:pt x="194427" y="6166364"/>
                  </a:lnTo>
                  <a:lnTo>
                    <a:pt x="194553" y="6166364"/>
                  </a:lnTo>
                  <a:lnTo>
                    <a:pt x="194679" y="6166364"/>
                  </a:lnTo>
                  <a:lnTo>
                    <a:pt x="194805" y="6166364"/>
                  </a:lnTo>
                  <a:lnTo>
                    <a:pt x="195057" y="6166364"/>
                  </a:lnTo>
                  <a:lnTo>
                    <a:pt x="195183" y="6166364"/>
                  </a:lnTo>
                  <a:lnTo>
                    <a:pt x="195309" y="6166364"/>
                  </a:lnTo>
                  <a:lnTo>
                    <a:pt x="195561" y="6166364"/>
                  </a:lnTo>
                  <a:lnTo>
                    <a:pt x="195687" y="6166364"/>
                  </a:lnTo>
                  <a:lnTo>
                    <a:pt x="195814" y="6166364"/>
                  </a:lnTo>
                  <a:lnTo>
                    <a:pt x="195940" y="6166364"/>
                  </a:lnTo>
                  <a:lnTo>
                    <a:pt x="196066" y="6166364"/>
                  </a:lnTo>
                  <a:lnTo>
                    <a:pt x="196192" y="6166364"/>
                  </a:lnTo>
                  <a:lnTo>
                    <a:pt x="196444" y="6166364"/>
                  </a:lnTo>
                  <a:lnTo>
                    <a:pt x="196570" y="6166364"/>
                  </a:lnTo>
                  <a:lnTo>
                    <a:pt x="196696" y="6166364"/>
                  </a:lnTo>
                  <a:lnTo>
                    <a:pt x="196822" y="6166364"/>
                  </a:lnTo>
                  <a:lnTo>
                    <a:pt x="196948" y="6166364"/>
                  </a:lnTo>
                  <a:lnTo>
                    <a:pt x="197074" y="6166364"/>
                  </a:lnTo>
                  <a:lnTo>
                    <a:pt x="197201" y="6166364"/>
                  </a:lnTo>
                  <a:lnTo>
                    <a:pt x="197327" y="6166364"/>
                  </a:lnTo>
                  <a:lnTo>
                    <a:pt x="197453" y="6166364"/>
                  </a:lnTo>
                  <a:lnTo>
                    <a:pt x="197579" y="6166364"/>
                  </a:lnTo>
                  <a:lnTo>
                    <a:pt x="197705" y="6166364"/>
                  </a:lnTo>
                  <a:lnTo>
                    <a:pt x="197831" y="6166364"/>
                  </a:lnTo>
                  <a:lnTo>
                    <a:pt x="197957" y="6166364"/>
                  </a:lnTo>
                  <a:lnTo>
                    <a:pt x="198083" y="6166364"/>
                  </a:lnTo>
                  <a:lnTo>
                    <a:pt x="198209" y="6166364"/>
                  </a:lnTo>
                  <a:lnTo>
                    <a:pt x="198335" y="6166364"/>
                  </a:lnTo>
                  <a:lnTo>
                    <a:pt x="198461" y="6166364"/>
                  </a:lnTo>
                  <a:lnTo>
                    <a:pt x="198587" y="6166364"/>
                  </a:lnTo>
                  <a:lnTo>
                    <a:pt x="198714" y="6166364"/>
                  </a:lnTo>
                  <a:lnTo>
                    <a:pt x="198840" y="6166364"/>
                  </a:lnTo>
                  <a:lnTo>
                    <a:pt x="198966" y="6166364"/>
                  </a:lnTo>
                  <a:lnTo>
                    <a:pt x="199218" y="6166364"/>
                  </a:lnTo>
                  <a:lnTo>
                    <a:pt x="199344" y="6166364"/>
                  </a:lnTo>
                  <a:lnTo>
                    <a:pt x="199470" y="6166364"/>
                  </a:lnTo>
                  <a:lnTo>
                    <a:pt x="199722" y="6166364"/>
                  </a:lnTo>
                  <a:lnTo>
                    <a:pt x="199848" y="6166364"/>
                  </a:lnTo>
                  <a:lnTo>
                    <a:pt x="200101" y="6166364"/>
                  </a:lnTo>
                  <a:lnTo>
                    <a:pt x="200227" y="6166364"/>
                  </a:lnTo>
                  <a:lnTo>
                    <a:pt x="200353" y="6166364"/>
                  </a:lnTo>
                  <a:lnTo>
                    <a:pt x="200479" y="6166364"/>
                  </a:lnTo>
                  <a:lnTo>
                    <a:pt x="200605" y="6166364"/>
                  </a:lnTo>
                  <a:lnTo>
                    <a:pt x="200731" y="6166364"/>
                  </a:lnTo>
                  <a:lnTo>
                    <a:pt x="200857" y="6166364"/>
                  </a:lnTo>
                  <a:lnTo>
                    <a:pt x="200857" y="6161084"/>
                  </a:lnTo>
                  <a:lnTo>
                    <a:pt x="200983" y="6161084"/>
                  </a:lnTo>
                  <a:lnTo>
                    <a:pt x="201109" y="6161084"/>
                  </a:lnTo>
                  <a:lnTo>
                    <a:pt x="201361" y="6161084"/>
                  </a:lnTo>
                  <a:lnTo>
                    <a:pt x="201488" y="6161084"/>
                  </a:lnTo>
                  <a:lnTo>
                    <a:pt x="201614" y="6161084"/>
                  </a:lnTo>
                  <a:lnTo>
                    <a:pt x="201740" y="6161084"/>
                  </a:lnTo>
                  <a:lnTo>
                    <a:pt x="201866" y="6161084"/>
                  </a:lnTo>
                  <a:lnTo>
                    <a:pt x="201992" y="6161084"/>
                  </a:lnTo>
                  <a:lnTo>
                    <a:pt x="202118" y="6161084"/>
                  </a:lnTo>
                  <a:lnTo>
                    <a:pt x="202244" y="6161084"/>
                  </a:lnTo>
                  <a:lnTo>
                    <a:pt x="202370" y="6161084"/>
                  </a:lnTo>
                  <a:lnTo>
                    <a:pt x="202496" y="6161084"/>
                  </a:lnTo>
                  <a:lnTo>
                    <a:pt x="202622" y="6161084"/>
                  </a:lnTo>
                  <a:lnTo>
                    <a:pt x="202748" y="6161084"/>
                  </a:lnTo>
                  <a:lnTo>
                    <a:pt x="202874" y="6161084"/>
                  </a:lnTo>
                  <a:lnTo>
                    <a:pt x="203001" y="6161084"/>
                  </a:lnTo>
                  <a:lnTo>
                    <a:pt x="203127" y="6161084"/>
                  </a:lnTo>
                  <a:lnTo>
                    <a:pt x="203379" y="6161084"/>
                  </a:lnTo>
                  <a:lnTo>
                    <a:pt x="203505" y="6161084"/>
                  </a:lnTo>
                  <a:lnTo>
                    <a:pt x="203631" y="6161084"/>
                  </a:lnTo>
                  <a:lnTo>
                    <a:pt x="203883" y="6161084"/>
                  </a:lnTo>
                  <a:lnTo>
                    <a:pt x="204009" y="6161084"/>
                  </a:lnTo>
                  <a:lnTo>
                    <a:pt x="204261" y="6161084"/>
                  </a:lnTo>
                  <a:lnTo>
                    <a:pt x="204388" y="6161084"/>
                  </a:lnTo>
                  <a:lnTo>
                    <a:pt x="204514" y="6161084"/>
                  </a:lnTo>
                  <a:lnTo>
                    <a:pt x="204766" y="6161084"/>
                  </a:lnTo>
                  <a:lnTo>
                    <a:pt x="204892" y="6161084"/>
                  </a:lnTo>
                  <a:lnTo>
                    <a:pt x="205018" y="6161084"/>
                  </a:lnTo>
                  <a:lnTo>
                    <a:pt x="205144" y="6161084"/>
                  </a:lnTo>
                  <a:lnTo>
                    <a:pt x="205270" y="6161084"/>
                  </a:lnTo>
                  <a:lnTo>
                    <a:pt x="205396" y="6161084"/>
                  </a:lnTo>
                  <a:lnTo>
                    <a:pt x="205522" y="6161084"/>
                  </a:lnTo>
                  <a:lnTo>
                    <a:pt x="205648" y="6161084"/>
                  </a:lnTo>
                  <a:lnTo>
                    <a:pt x="205774" y="6161084"/>
                  </a:lnTo>
                  <a:lnTo>
                    <a:pt x="205901" y="6161084"/>
                  </a:lnTo>
                  <a:lnTo>
                    <a:pt x="206153" y="6161084"/>
                  </a:lnTo>
                  <a:lnTo>
                    <a:pt x="206279" y="6161084"/>
                  </a:lnTo>
                  <a:lnTo>
                    <a:pt x="206531" y="6161084"/>
                  </a:lnTo>
                  <a:lnTo>
                    <a:pt x="206657" y="6161084"/>
                  </a:lnTo>
                  <a:lnTo>
                    <a:pt x="206783" y="6161084"/>
                  </a:lnTo>
                  <a:lnTo>
                    <a:pt x="206909" y="6161084"/>
                  </a:lnTo>
                  <a:lnTo>
                    <a:pt x="207035" y="6161084"/>
                  </a:lnTo>
                  <a:lnTo>
                    <a:pt x="207161" y="6161084"/>
                  </a:lnTo>
                  <a:lnTo>
                    <a:pt x="207288" y="6161084"/>
                  </a:lnTo>
                  <a:lnTo>
                    <a:pt x="207414" y="6161084"/>
                  </a:lnTo>
                  <a:lnTo>
                    <a:pt x="207540" y="6161084"/>
                  </a:lnTo>
                  <a:lnTo>
                    <a:pt x="207666" y="6161084"/>
                  </a:lnTo>
                  <a:lnTo>
                    <a:pt x="207792" y="6161084"/>
                  </a:lnTo>
                  <a:lnTo>
                    <a:pt x="208044" y="6161084"/>
                  </a:lnTo>
                  <a:lnTo>
                    <a:pt x="208170" y="6161084"/>
                  </a:lnTo>
                  <a:lnTo>
                    <a:pt x="208296" y="6161084"/>
                  </a:lnTo>
                  <a:lnTo>
                    <a:pt x="208422" y="6161084"/>
                  </a:lnTo>
                  <a:lnTo>
                    <a:pt x="208548" y="6161084"/>
                  </a:lnTo>
                  <a:lnTo>
                    <a:pt x="208675" y="6161084"/>
                  </a:lnTo>
                  <a:lnTo>
                    <a:pt x="208801" y="6161084"/>
                  </a:lnTo>
                  <a:lnTo>
                    <a:pt x="208801" y="6155805"/>
                  </a:lnTo>
                  <a:lnTo>
                    <a:pt x="208927" y="6155805"/>
                  </a:lnTo>
                  <a:lnTo>
                    <a:pt x="208927" y="6150525"/>
                  </a:lnTo>
                  <a:lnTo>
                    <a:pt x="209053" y="6150525"/>
                  </a:lnTo>
                  <a:lnTo>
                    <a:pt x="209179" y="6150525"/>
                  </a:lnTo>
                  <a:lnTo>
                    <a:pt x="209305" y="6150525"/>
                  </a:lnTo>
                  <a:lnTo>
                    <a:pt x="209557" y="6150525"/>
                  </a:lnTo>
                  <a:lnTo>
                    <a:pt x="209809" y="6150525"/>
                  </a:lnTo>
                  <a:lnTo>
                    <a:pt x="209935" y="6150525"/>
                  </a:lnTo>
                  <a:lnTo>
                    <a:pt x="209935" y="6145246"/>
                  </a:lnTo>
                  <a:lnTo>
                    <a:pt x="210061" y="6145246"/>
                  </a:lnTo>
                  <a:lnTo>
                    <a:pt x="210188" y="6145246"/>
                  </a:lnTo>
                  <a:lnTo>
                    <a:pt x="210314" y="6145246"/>
                  </a:lnTo>
                  <a:lnTo>
                    <a:pt x="210440" y="6145246"/>
                  </a:lnTo>
                  <a:lnTo>
                    <a:pt x="210566" y="6145246"/>
                  </a:lnTo>
                  <a:lnTo>
                    <a:pt x="210692" y="6145246"/>
                  </a:lnTo>
                  <a:lnTo>
                    <a:pt x="210944" y="6145246"/>
                  </a:lnTo>
                  <a:lnTo>
                    <a:pt x="211196" y="6145246"/>
                  </a:lnTo>
                  <a:lnTo>
                    <a:pt x="211322" y="6145246"/>
                  </a:lnTo>
                  <a:lnTo>
                    <a:pt x="211448" y="6145246"/>
                  </a:lnTo>
                  <a:lnTo>
                    <a:pt x="211575" y="6145246"/>
                  </a:lnTo>
                  <a:lnTo>
                    <a:pt x="211701" y="6145246"/>
                  </a:lnTo>
                  <a:lnTo>
                    <a:pt x="211827" y="6145246"/>
                  </a:lnTo>
                  <a:lnTo>
                    <a:pt x="211953" y="6145246"/>
                  </a:lnTo>
                  <a:lnTo>
                    <a:pt x="212079" y="6145246"/>
                  </a:lnTo>
                  <a:lnTo>
                    <a:pt x="212205" y="6145246"/>
                  </a:lnTo>
                  <a:lnTo>
                    <a:pt x="212331" y="6145246"/>
                  </a:lnTo>
                  <a:lnTo>
                    <a:pt x="212583" y="6145246"/>
                  </a:lnTo>
                  <a:lnTo>
                    <a:pt x="212709" y="6145246"/>
                  </a:lnTo>
                  <a:lnTo>
                    <a:pt x="212835" y="6145246"/>
                  </a:lnTo>
                  <a:lnTo>
                    <a:pt x="212961" y="6145246"/>
                  </a:lnTo>
                  <a:lnTo>
                    <a:pt x="213466" y="6145246"/>
                  </a:lnTo>
                  <a:lnTo>
                    <a:pt x="213592" y="6145246"/>
                  </a:lnTo>
                  <a:lnTo>
                    <a:pt x="213718" y="6145246"/>
                  </a:lnTo>
                  <a:lnTo>
                    <a:pt x="213844" y="6145246"/>
                  </a:lnTo>
                  <a:lnTo>
                    <a:pt x="214096" y="6145246"/>
                  </a:lnTo>
                  <a:lnTo>
                    <a:pt x="214222" y="6145246"/>
                  </a:lnTo>
                  <a:lnTo>
                    <a:pt x="214348" y="6145246"/>
                  </a:lnTo>
                  <a:lnTo>
                    <a:pt x="214475" y="6145246"/>
                  </a:lnTo>
                  <a:lnTo>
                    <a:pt x="214601" y="6145246"/>
                  </a:lnTo>
                  <a:lnTo>
                    <a:pt x="214853" y="6145246"/>
                  </a:lnTo>
                  <a:lnTo>
                    <a:pt x="214979" y="6145246"/>
                  </a:lnTo>
                  <a:lnTo>
                    <a:pt x="215105" y="6145246"/>
                  </a:lnTo>
                  <a:lnTo>
                    <a:pt x="215231" y="6145246"/>
                  </a:lnTo>
                  <a:lnTo>
                    <a:pt x="215357" y="6145246"/>
                  </a:lnTo>
                  <a:lnTo>
                    <a:pt x="215483" y="6145246"/>
                  </a:lnTo>
                  <a:lnTo>
                    <a:pt x="215609" y="6145246"/>
                  </a:lnTo>
                  <a:lnTo>
                    <a:pt x="215862" y="6145246"/>
                  </a:lnTo>
                  <a:lnTo>
                    <a:pt x="215988" y="6145246"/>
                  </a:lnTo>
                  <a:lnTo>
                    <a:pt x="216114" y="6145246"/>
                  </a:lnTo>
                  <a:lnTo>
                    <a:pt x="216240" y="6145246"/>
                  </a:lnTo>
                  <a:lnTo>
                    <a:pt x="216366" y="6145246"/>
                  </a:lnTo>
                  <a:lnTo>
                    <a:pt x="216492" y="6145246"/>
                  </a:lnTo>
                  <a:lnTo>
                    <a:pt x="216618" y="6145246"/>
                  </a:lnTo>
                  <a:lnTo>
                    <a:pt x="216744" y="6145246"/>
                  </a:lnTo>
                  <a:lnTo>
                    <a:pt x="216996" y="6145246"/>
                  </a:lnTo>
                  <a:lnTo>
                    <a:pt x="217122" y="6145246"/>
                  </a:lnTo>
                  <a:lnTo>
                    <a:pt x="217248" y="6145246"/>
                  </a:lnTo>
                  <a:lnTo>
                    <a:pt x="217375" y="6145246"/>
                  </a:lnTo>
                  <a:lnTo>
                    <a:pt x="217501" y="6145246"/>
                  </a:lnTo>
                  <a:lnTo>
                    <a:pt x="217627" y="6145246"/>
                  </a:lnTo>
                  <a:lnTo>
                    <a:pt x="217753" y="6145246"/>
                  </a:lnTo>
                  <a:lnTo>
                    <a:pt x="217879" y="6145246"/>
                  </a:lnTo>
                  <a:lnTo>
                    <a:pt x="218005" y="6145246"/>
                  </a:lnTo>
                  <a:lnTo>
                    <a:pt x="218131" y="6145246"/>
                  </a:lnTo>
                  <a:lnTo>
                    <a:pt x="218257" y="6145246"/>
                  </a:lnTo>
                  <a:lnTo>
                    <a:pt x="218635" y="6145246"/>
                  </a:lnTo>
                  <a:lnTo>
                    <a:pt x="218762" y="6139967"/>
                  </a:lnTo>
                  <a:lnTo>
                    <a:pt x="218888" y="6139967"/>
                  </a:lnTo>
                  <a:lnTo>
                    <a:pt x="219140" y="6139967"/>
                  </a:lnTo>
                  <a:lnTo>
                    <a:pt x="219266" y="6139967"/>
                  </a:lnTo>
                  <a:lnTo>
                    <a:pt x="219392" y="6139967"/>
                  </a:lnTo>
                  <a:lnTo>
                    <a:pt x="219644" y="6139967"/>
                  </a:lnTo>
                  <a:lnTo>
                    <a:pt x="219644" y="6134687"/>
                  </a:lnTo>
                  <a:lnTo>
                    <a:pt x="219770" y="6134687"/>
                  </a:lnTo>
                  <a:lnTo>
                    <a:pt x="219896" y="6134687"/>
                  </a:lnTo>
                  <a:lnTo>
                    <a:pt x="220022" y="6134687"/>
                  </a:lnTo>
                  <a:lnTo>
                    <a:pt x="220148" y="6134687"/>
                  </a:lnTo>
                  <a:lnTo>
                    <a:pt x="220401" y="6134687"/>
                  </a:lnTo>
                  <a:lnTo>
                    <a:pt x="220653" y="6134687"/>
                  </a:lnTo>
                  <a:lnTo>
                    <a:pt x="220779" y="6134687"/>
                  </a:lnTo>
                  <a:lnTo>
                    <a:pt x="220905" y="6134687"/>
                  </a:lnTo>
                  <a:lnTo>
                    <a:pt x="221031" y="6134687"/>
                  </a:lnTo>
                  <a:lnTo>
                    <a:pt x="221283" y="6134687"/>
                  </a:lnTo>
                  <a:lnTo>
                    <a:pt x="221409" y="6134687"/>
                  </a:lnTo>
                  <a:lnTo>
                    <a:pt x="221535" y="6134687"/>
                  </a:lnTo>
                  <a:lnTo>
                    <a:pt x="221788" y="6134687"/>
                  </a:lnTo>
                  <a:lnTo>
                    <a:pt x="221914" y="6134687"/>
                  </a:lnTo>
                  <a:lnTo>
                    <a:pt x="222040" y="6134687"/>
                  </a:lnTo>
                  <a:lnTo>
                    <a:pt x="222166" y="6134687"/>
                  </a:lnTo>
                  <a:lnTo>
                    <a:pt x="222418" y="6134687"/>
                  </a:lnTo>
                  <a:lnTo>
                    <a:pt x="222544" y="6134687"/>
                  </a:lnTo>
                  <a:lnTo>
                    <a:pt x="222796" y="6134687"/>
                  </a:lnTo>
                  <a:lnTo>
                    <a:pt x="222922" y="6134687"/>
                  </a:lnTo>
                  <a:lnTo>
                    <a:pt x="223048" y="6134687"/>
                  </a:lnTo>
                  <a:lnTo>
                    <a:pt x="223175" y="6134687"/>
                  </a:lnTo>
                  <a:lnTo>
                    <a:pt x="223301" y="6134687"/>
                  </a:lnTo>
                  <a:lnTo>
                    <a:pt x="223679" y="6134687"/>
                  </a:lnTo>
                  <a:lnTo>
                    <a:pt x="223931" y="6134687"/>
                  </a:lnTo>
                  <a:lnTo>
                    <a:pt x="224057" y="6134687"/>
                  </a:lnTo>
                  <a:lnTo>
                    <a:pt x="224183" y="6134687"/>
                  </a:lnTo>
                  <a:lnTo>
                    <a:pt x="224309" y="6134687"/>
                  </a:lnTo>
                  <a:lnTo>
                    <a:pt x="224435" y="6134687"/>
                  </a:lnTo>
                  <a:lnTo>
                    <a:pt x="224562" y="6134687"/>
                  </a:lnTo>
                  <a:lnTo>
                    <a:pt x="224688" y="6134687"/>
                  </a:lnTo>
                  <a:lnTo>
                    <a:pt x="224814" y="6134687"/>
                  </a:lnTo>
                  <a:lnTo>
                    <a:pt x="224940" y="6134687"/>
                  </a:lnTo>
                  <a:lnTo>
                    <a:pt x="225066" y="6134687"/>
                  </a:lnTo>
                  <a:lnTo>
                    <a:pt x="225192" y="6134687"/>
                  </a:lnTo>
                  <a:lnTo>
                    <a:pt x="225318" y="6134687"/>
                  </a:lnTo>
                  <a:lnTo>
                    <a:pt x="225444" y="6134687"/>
                  </a:lnTo>
                  <a:lnTo>
                    <a:pt x="225444" y="6129408"/>
                  </a:lnTo>
                  <a:lnTo>
                    <a:pt x="225570" y="6129408"/>
                  </a:lnTo>
                  <a:lnTo>
                    <a:pt x="225696" y="6129408"/>
                  </a:lnTo>
                  <a:lnTo>
                    <a:pt x="225822" y="6129408"/>
                  </a:lnTo>
                  <a:lnTo>
                    <a:pt x="225949" y="6129408"/>
                  </a:lnTo>
                  <a:lnTo>
                    <a:pt x="226075" y="6129408"/>
                  </a:lnTo>
                  <a:lnTo>
                    <a:pt x="226201" y="6129408"/>
                  </a:lnTo>
                  <a:lnTo>
                    <a:pt x="226327" y="6129408"/>
                  </a:lnTo>
                  <a:lnTo>
                    <a:pt x="226453" y="6129408"/>
                  </a:lnTo>
                  <a:lnTo>
                    <a:pt x="226579" y="6129408"/>
                  </a:lnTo>
                  <a:lnTo>
                    <a:pt x="226705" y="6129408"/>
                  </a:lnTo>
                  <a:lnTo>
                    <a:pt x="226831" y="6129408"/>
                  </a:lnTo>
                  <a:lnTo>
                    <a:pt x="226957" y="6129408"/>
                  </a:lnTo>
                  <a:lnTo>
                    <a:pt x="227083" y="6129408"/>
                  </a:lnTo>
                  <a:lnTo>
                    <a:pt x="227209" y="6129408"/>
                  </a:lnTo>
                  <a:lnTo>
                    <a:pt x="227335" y="6129408"/>
                  </a:lnTo>
                  <a:lnTo>
                    <a:pt x="227462" y="6129408"/>
                  </a:lnTo>
                  <a:lnTo>
                    <a:pt x="227588" y="6129408"/>
                  </a:lnTo>
                  <a:lnTo>
                    <a:pt x="227714" y="6129408"/>
                  </a:lnTo>
                  <a:lnTo>
                    <a:pt x="227840" y="6129408"/>
                  </a:lnTo>
                  <a:lnTo>
                    <a:pt x="227966" y="6129408"/>
                  </a:lnTo>
                  <a:lnTo>
                    <a:pt x="228092" y="6129408"/>
                  </a:lnTo>
                  <a:lnTo>
                    <a:pt x="228218" y="6129408"/>
                  </a:lnTo>
                  <a:lnTo>
                    <a:pt x="228344" y="6129408"/>
                  </a:lnTo>
                  <a:lnTo>
                    <a:pt x="228470" y="6129408"/>
                  </a:lnTo>
                  <a:lnTo>
                    <a:pt x="228596" y="6129408"/>
                  </a:lnTo>
                  <a:lnTo>
                    <a:pt x="228722" y="6129408"/>
                  </a:lnTo>
                  <a:lnTo>
                    <a:pt x="228975" y="6129408"/>
                  </a:lnTo>
                  <a:lnTo>
                    <a:pt x="229101" y="6129408"/>
                  </a:lnTo>
                  <a:lnTo>
                    <a:pt x="229353" y="6129408"/>
                  </a:lnTo>
                  <a:lnTo>
                    <a:pt x="229731" y="6129408"/>
                  </a:lnTo>
                  <a:lnTo>
                    <a:pt x="230109" y="6129408"/>
                  </a:lnTo>
                  <a:lnTo>
                    <a:pt x="230235" y="6129408"/>
                  </a:lnTo>
                  <a:lnTo>
                    <a:pt x="230362" y="6129408"/>
                  </a:lnTo>
                  <a:lnTo>
                    <a:pt x="230614" y="6129408"/>
                  </a:lnTo>
                  <a:lnTo>
                    <a:pt x="230740" y="6129408"/>
                  </a:lnTo>
                  <a:lnTo>
                    <a:pt x="231118" y="6129408"/>
                  </a:lnTo>
                  <a:lnTo>
                    <a:pt x="231244" y="6129408"/>
                  </a:lnTo>
                  <a:lnTo>
                    <a:pt x="231370" y="6129408"/>
                  </a:lnTo>
                  <a:lnTo>
                    <a:pt x="231496" y="6124128"/>
                  </a:lnTo>
                  <a:lnTo>
                    <a:pt x="231749" y="6124128"/>
                  </a:lnTo>
                  <a:lnTo>
                    <a:pt x="231875" y="6124128"/>
                  </a:lnTo>
                  <a:lnTo>
                    <a:pt x="232001" y="6124128"/>
                  </a:lnTo>
                  <a:lnTo>
                    <a:pt x="232127" y="6124128"/>
                  </a:lnTo>
                  <a:lnTo>
                    <a:pt x="232379" y="6124128"/>
                  </a:lnTo>
                  <a:lnTo>
                    <a:pt x="232505" y="6124128"/>
                  </a:lnTo>
                  <a:lnTo>
                    <a:pt x="232631" y="6124128"/>
                  </a:lnTo>
                  <a:lnTo>
                    <a:pt x="233009" y="6124128"/>
                  </a:lnTo>
                  <a:lnTo>
                    <a:pt x="233136" y="6124128"/>
                  </a:lnTo>
                  <a:lnTo>
                    <a:pt x="233262" y="6124128"/>
                  </a:lnTo>
                  <a:lnTo>
                    <a:pt x="233262" y="6118849"/>
                  </a:lnTo>
                  <a:lnTo>
                    <a:pt x="233388" y="6118849"/>
                  </a:lnTo>
                  <a:lnTo>
                    <a:pt x="233514" y="6118849"/>
                  </a:lnTo>
                  <a:lnTo>
                    <a:pt x="233766" y="6118849"/>
                  </a:lnTo>
                  <a:lnTo>
                    <a:pt x="234144" y="6118849"/>
                  </a:lnTo>
                  <a:lnTo>
                    <a:pt x="234270" y="6118849"/>
                  </a:lnTo>
                  <a:lnTo>
                    <a:pt x="234396" y="6118849"/>
                  </a:lnTo>
                  <a:lnTo>
                    <a:pt x="234522" y="6118849"/>
                  </a:lnTo>
                  <a:lnTo>
                    <a:pt x="234649" y="6118849"/>
                  </a:lnTo>
                  <a:lnTo>
                    <a:pt x="234775" y="6118849"/>
                  </a:lnTo>
                  <a:lnTo>
                    <a:pt x="234901" y="6118849"/>
                  </a:lnTo>
                  <a:lnTo>
                    <a:pt x="235027" y="6118849"/>
                  </a:lnTo>
                  <a:lnTo>
                    <a:pt x="235153" y="6118849"/>
                  </a:lnTo>
                  <a:lnTo>
                    <a:pt x="235279" y="6118849"/>
                  </a:lnTo>
                  <a:lnTo>
                    <a:pt x="235531" y="6118849"/>
                  </a:lnTo>
                  <a:lnTo>
                    <a:pt x="235783" y="6118849"/>
                  </a:lnTo>
                  <a:lnTo>
                    <a:pt x="235909" y="6118849"/>
                  </a:lnTo>
                  <a:lnTo>
                    <a:pt x="236036" y="6118849"/>
                  </a:lnTo>
                  <a:lnTo>
                    <a:pt x="236162" y="6118849"/>
                  </a:lnTo>
                  <a:lnTo>
                    <a:pt x="236288" y="6118849"/>
                  </a:lnTo>
                  <a:lnTo>
                    <a:pt x="236414" y="6118849"/>
                  </a:lnTo>
                  <a:lnTo>
                    <a:pt x="236540" y="6118849"/>
                  </a:lnTo>
                  <a:lnTo>
                    <a:pt x="236666" y="6118849"/>
                  </a:lnTo>
                  <a:lnTo>
                    <a:pt x="236792" y="6118849"/>
                  </a:lnTo>
                  <a:lnTo>
                    <a:pt x="237044" y="6118849"/>
                  </a:lnTo>
                  <a:lnTo>
                    <a:pt x="237170" y="6118849"/>
                  </a:lnTo>
                  <a:lnTo>
                    <a:pt x="237296" y="6118849"/>
                  </a:lnTo>
                  <a:lnTo>
                    <a:pt x="237422" y="6118849"/>
                  </a:lnTo>
                  <a:lnTo>
                    <a:pt x="237549" y="6118849"/>
                  </a:lnTo>
                  <a:lnTo>
                    <a:pt x="237675" y="6118849"/>
                  </a:lnTo>
                  <a:lnTo>
                    <a:pt x="237801" y="6118849"/>
                  </a:lnTo>
                  <a:lnTo>
                    <a:pt x="237927" y="6118849"/>
                  </a:lnTo>
                  <a:lnTo>
                    <a:pt x="238053" y="6118849"/>
                  </a:lnTo>
                  <a:lnTo>
                    <a:pt x="238179" y="6118849"/>
                  </a:lnTo>
                  <a:lnTo>
                    <a:pt x="238305" y="6118849"/>
                  </a:lnTo>
                  <a:lnTo>
                    <a:pt x="238431" y="6118849"/>
                  </a:lnTo>
                  <a:lnTo>
                    <a:pt x="238557" y="6118849"/>
                  </a:lnTo>
                  <a:lnTo>
                    <a:pt x="238683" y="6118849"/>
                  </a:lnTo>
                  <a:lnTo>
                    <a:pt x="238809" y="6118849"/>
                  </a:lnTo>
                  <a:lnTo>
                    <a:pt x="238936" y="6118849"/>
                  </a:lnTo>
                  <a:lnTo>
                    <a:pt x="239062" y="6118849"/>
                  </a:lnTo>
                  <a:lnTo>
                    <a:pt x="239188" y="6118849"/>
                  </a:lnTo>
                  <a:lnTo>
                    <a:pt x="239314" y="6118849"/>
                  </a:lnTo>
                  <a:lnTo>
                    <a:pt x="239440" y="6118849"/>
                  </a:lnTo>
                  <a:lnTo>
                    <a:pt x="239566" y="6118849"/>
                  </a:lnTo>
                  <a:lnTo>
                    <a:pt x="239818" y="6118849"/>
                  </a:lnTo>
                  <a:lnTo>
                    <a:pt x="239944" y="6113569"/>
                  </a:lnTo>
                  <a:lnTo>
                    <a:pt x="240070" y="6108290"/>
                  </a:lnTo>
                  <a:lnTo>
                    <a:pt x="240196" y="6108290"/>
                  </a:lnTo>
                  <a:lnTo>
                    <a:pt x="240322" y="6108290"/>
                  </a:lnTo>
                  <a:lnTo>
                    <a:pt x="240575" y="6108290"/>
                  </a:lnTo>
                  <a:lnTo>
                    <a:pt x="240701" y="6108290"/>
                  </a:lnTo>
                  <a:lnTo>
                    <a:pt x="240827" y="6108290"/>
                  </a:lnTo>
                  <a:lnTo>
                    <a:pt x="241079" y="6108290"/>
                  </a:lnTo>
                  <a:lnTo>
                    <a:pt x="241205" y="6108290"/>
                  </a:lnTo>
                  <a:lnTo>
                    <a:pt x="241331" y="6108290"/>
                  </a:lnTo>
                  <a:lnTo>
                    <a:pt x="241457" y="6108290"/>
                  </a:lnTo>
                  <a:lnTo>
                    <a:pt x="241583" y="6108290"/>
                  </a:lnTo>
                  <a:lnTo>
                    <a:pt x="241709" y="6108290"/>
                  </a:lnTo>
                  <a:lnTo>
                    <a:pt x="241836" y="6108290"/>
                  </a:lnTo>
                  <a:lnTo>
                    <a:pt x="241962" y="6108290"/>
                  </a:lnTo>
                  <a:lnTo>
                    <a:pt x="242088" y="6108290"/>
                  </a:lnTo>
                  <a:lnTo>
                    <a:pt x="242214" y="6108290"/>
                  </a:lnTo>
                  <a:lnTo>
                    <a:pt x="242340" y="6108290"/>
                  </a:lnTo>
                  <a:lnTo>
                    <a:pt x="242718" y="6108290"/>
                  </a:lnTo>
                  <a:lnTo>
                    <a:pt x="242844" y="6108290"/>
                  </a:lnTo>
                  <a:lnTo>
                    <a:pt x="242970" y="6108290"/>
                  </a:lnTo>
                  <a:lnTo>
                    <a:pt x="243096" y="6108290"/>
                  </a:lnTo>
                  <a:lnTo>
                    <a:pt x="243223" y="6108290"/>
                  </a:lnTo>
                  <a:lnTo>
                    <a:pt x="243475" y="6108290"/>
                  </a:lnTo>
                  <a:lnTo>
                    <a:pt x="243601" y="6108290"/>
                  </a:lnTo>
                  <a:lnTo>
                    <a:pt x="243727" y="6108290"/>
                  </a:lnTo>
                  <a:lnTo>
                    <a:pt x="243853" y="6108290"/>
                  </a:lnTo>
                  <a:lnTo>
                    <a:pt x="243979" y="6108290"/>
                  </a:lnTo>
                  <a:lnTo>
                    <a:pt x="244105" y="6108290"/>
                  </a:lnTo>
                  <a:lnTo>
                    <a:pt x="244231" y="6108290"/>
                  </a:lnTo>
                  <a:lnTo>
                    <a:pt x="244357" y="6108290"/>
                  </a:lnTo>
                  <a:lnTo>
                    <a:pt x="244483" y="6108290"/>
                  </a:lnTo>
                  <a:lnTo>
                    <a:pt x="244609" y="6108290"/>
                  </a:lnTo>
                  <a:lnTo>
                    <a:pt x="244736" y="6108290"/>
                  </a:lnTo>
                  <a:lnTo>
                    <a:pt x="244862" y="6108290"/>
                  </a:lnTo>
                  <a:lnTo>
                    <a:pt x="244988" y="6108290"/>
                  </a:lnTo>
                  <a:lnTo>
                    <a:pt x="245114" y="6108290"/>
                  </a:lnTo>
                  <a:lnTo>
                    <a:pt x="245240" y="6108290"/>
                  </a:lnTo>
                  <a:lnTo>
                    <a:pt x="245618" y="6108290"/>
                  </a:lnTo>
                  <a:lnTo>
                    <a:pt x="245870" y="6108290"/>
                  </a:lnTo>
                  <a:lnTo>
                    <a:pt x="245996" y="6108290"/>
                  </a:lnTo>
                  <a:lnTo>
                    <a:pt x="246123" y="6108290"/>
                  </a:lnTo>
                  <a:lnTo>
                    <a:pt x="246249" y="6108290"/>
                  </a:lnTo>
                  <a:lnTo>
                    <a:pt x="246375" y="6108290"/>
                  </a:lnTo>
                  <a:lnTo>
                    <a:pt x="246501" y="6108290"/>
                  </a:lnTo>
                  <a:lnTo>
                    <a:pt x="246627" y="6108290"/>
                  </a:lnTo>
                  <a:lnTo>
                    <a:pt x="246753" y="6108290"/>
                  </a:lnTo>
                  <a:lnTo>
                    <a:pt x="246879" y="6108290"/>
                  </a:lnTo>
                  <a:lnTo>
                    <a:pt x="246879" y="6103011"/>
                  </a:lnTo>
                  <a:lnTo>
                    <a:pt x="247005" y="6103011"/>
                  </a:lnTo>
                  <a:lnTo>
                    <a:pt x="247005" y="6097731"/>
                  </a:lnTo>
                  <a:lnTo>
                    <a:pt x="247131" y="6097731"/>
                  </a:lnTo>
                  <a:lnTo>
                    <a:pt x="247257" y="6097731"/>
                  </a:lnTo>
                  <a:lnTo>
                    <a:pt x="247383" y="6097731"/>
                  </a:lnTo>
                  <a:lnTo>
                    <a:pt x="247509" y="6097731"/>
                  </a:lnTo>
                  <a:lnTo>
                    <a:pt x="247636" y="6097731"/>
                  </a:lnTo>
                  <a:lnTo>
                    <a:pt x="247888" y="6097731"/>
                  </a:lnTo>
                  <a:lnTo>
                    <a:pt x="248014" y="6097731"/>
                  </a:lnTo>
                  <a:lnTo>
                    <a:pt x="248140" y="6097731"/>
                  </a:lnTo>
                  <a:lnTo>
                    <a:pt x="248266" y="6097731"/>
                  </a:lnTo>
                  <a:lnTo>
                    <a:pt x="248266" y="6092452"/>
                  </a:lnTo>
                  <a:lnTo>
                    <a:pt x="248392" y="6092452"/>
                  </a:lnTo>
                  <a:lnTo>
                    <a:pt x="248518" y="6092452"/>
                  </a:lnTo>
                  <a:lnTo>
                    <a:pt x="248644" y="6092452"/>
                  </a:lnTo>
                  <a:lnTo>
                    <a:pt x="248770" y="6092452"/>
                  </a:lnTo>
                  <a:lnTo>
                    <a:pt x="249023" y="6092452"/>
                  </a:lnTo>
                  <a:lnTo>
                    <a:pt x="249527" y="6092452"/>
                  </a:lnTo>
                  <a:lnTo>
                    <a:pt x="249653" y="6092452"/>
                  </a:lnTo>
                  <a:lnTo>
                    <a:pt x="249779" y="6092452"/>
                  </a:lnTo>
                  <a:lnTo>
                    <a:pt x="249905" y="6092452"/>
                  </a:lnTo>
                  <a:lnTo>
                    <a:pt x="250157" y="6092452"/>
                  </a:lnTo>
                  <a:lnTo>
                    <a:pt x="250283" y="6092452"/>
                  </a:lnTo>
                  <a:lnTo>
                    <a:pt x="250662" y="6092452"/>
                  </a:lnTo>
                  <a:lnTo>
                    <a:pt x="250788" y="6092452"/>
                  </a:lnTo>
                  <a:lnTo>
                    <a:pt x="250914" y="6092452"/>
                  </a:lnTo>
                  <a:lnTo>
                    <a:pt x="251040" y="6092452"/>
                  </a:lnTo>
                  <a:lnTo>
                    <a:pt x="251166" y="6092452"/>
                  </a:lnTo>
                  <a:lnTo>
                    <a:pt x="251292" y="6092452"/>
                  </a:lnTo>
                  <a:lnTo>
                    <a:pt x="251418" y="6092452"/>
                  </a:lnTo>
                  <a:lnTo>
                    <a:pt x="251544" y="6092452"/>
                  </a:lnTo>
                  <a:lnTo>
                    <a:pt x="251670" y="6092452"/>
                  </a:lnTo>
                  <a:lnTo>
                    <a:pt x="251923" y="6092452"/>
                  </a:lnTo>
                  <a:lnTo>
                    <a:pt x="252049" y="6092452"/>
                  </a:lnTo>
                  <a:lnTo>
                    <a:pt x="252175" y="6092452"/>
                  </a:lnTo>
                  <a:lnTo>
                    <a:pt x="252301" y="6092452"/>
                  </a:lnTo>
                  <a:lnTo>
                    <a:pt x="252427" y="6092452"/>
                  </a:lnTo>
                  <a:lnTo>
                    <a:pt x="252553" y="6092452"/>
                  </a:lnTo>
                  <a:lnTo>
                    <a:pt x="252805" y="6092452"/>
                  </a:lnTo>
                  <a:lnTo>
                    <a:pt x="252931" y="6092452"/>
                  </a:lnTo>
                  <a:lnTo>
                    <a:pt x="253057" y="6092452"/>
                  </a:lnTo>
                  <a:lnTo>
                    <a:pt x="253183" y="6092452"/>
                  </a:lnTo>
                  <a:lnTo>
                    <a:pt x="253562" y="6092452"/>
                  </a:lnTo>
                  <a:lnTo>
                    <a:pt x="253688" y="6092452"/>
                  </a:lnTo>
                  <a:lnTo>
                    <a:pt x="253940" y="6092452"/>
                  </a:lnTo>
                  <a:lnTo>
                    <a:pt x="254318" y="6092452"/>
                  </a:lnTo>
                  <a:lnTo>
                    <a:pt x="254444" y="6092452"/>
                  </a:lnTo>
                  <a:lnTo>
                    <a:pt x="254570" y="6092452"/>
                  </a:lnTo>
                  <a:lnTo>
                    <a:pt x="254696" y="6092452"/>
                  </a:lnTo>
                  <a:lnTo>
                    <a:pt x="254823" y="6092452"/>
                  </a:lnTo>
                  <a:lnTo>
                    <a:pt x="254949" y="6092452"/>
                  </a:lnTo>
                  <a:lnTo>
                    <a:pt x="255075" y="6092452"/>
                  </a:lnTo>
                  <a:lnTo>
                    <a:pt x="255201" y="6092452"/>
                  </a:lnTo>
                  <a:lnTo>
                    <a:pt x="255327" y="6092452"/>
                  </a:lnTo>
                  <a:lnTo>
                    <a:pt x="255327" y="6087172"/>
                  </a:lnTo>
                  <a:lnTo>
                    <a:pt x="255453" y="6087172"/>
                  </a:lnTo>
                  <a:lnTo>
                    <a:pt x="255705" y="6087172"/>
                  </a:lnTo>
                  <a:lnTo>
                    <a:pt x="255831" y="6087172"/>
                  </a:lnTo>
                  <a:lnTo>
                    <a:pt x="255957" y="6087172"/>
                  </a:lnTo>
                  <a:lnTo>
                    <a:pt x="256083" y="6087172"/>
                  </a:lnTo>
                  <a:lnTo>
                    <a:pt x="256336" y="6087172"/>
                  </a:lnTo>
                  <a:lnTo>
                    <a:pt x="256462" y="6087172"/>
                  </a:lnTo>
                  <a:lnTo>
                    <a:pt x="256840" y="6087172"/>
                  </a:lnTo>
                  <a:lnTo>
                    <a:pt x="256966" y="6087172"/>
                  </a:lnTo>
                  <a:lnTo>
                    <a:pt x="257344" y="6087172"/>
                  </a:lnTo>
                  <a:lnTo>
                    <a:pt x="257849" y="6087172"/>
                  </a:lnTo>
                  <a:lnTo>
                    <a:pt x="257975" y="6087172"/>
                  </a:lnTo>
                  <a:lnTo>
                    <a:pt x="258101" y="6087172"/>
                  </a:lnTo>
                  <a:lnTo>
                    <a:pt x="258227" y="6087172"/>
                  </a:lnTo>
                  <a:lnTo>
                    <a:pt x="258353" y="6087172"/>
                  </a:lnTo>
                  <a:lnTo>
                    <a:pt x="258479" y="6087172"/>
                  </a:lnTo>
                  <a:lnTo>
                    <a:pt x="258605" y="6087172"/>
                  </a:lnTo>
                  <a:lnTo>
                    <a:pt x="258731" y="6087172"/>
                  </a:lnTo>
                  <a:lnTo>
                    <a:pt x="258857" y="6087172"/>
                  </a:lnTo>
                  <a:lnTo>
                    <a:pt x="258983" y="6087172"/>
                  </a:lnTo>
                  <a:lnTo>
                    <a:pt x="259110" y="6087172"/>
                  </a:lnTo>
                  <a:lnTo>
                    <a:pt x="259236" y="6087172"/>
                  </a:lnTo>
                  <a:lnTo>
                    <a:pt x="259362" y="6087172"/>
                  </a:lnTo>
                  <a:lnTo>
                    <a:pt x="259488" y="6087172"/>
                  </a:lnTo>
                  <a:lnTo>
                    <a:pt x="259740" y="6087172"/>
                  </a:lnTo>
                  <a:lnTo>
                    <a:pt x="259866" y="6087172"/>
                  </a:lnTo>
                  <a:lnTo>
                    <a:pt x="259992" y="6087172"/>
                  </a:lnTo>
                  <a:lnTo>
                    <a:pt x="260118" y="6087172"/>
                  </a:lnTo>
                  <a:lnTo>
                    <a:pt x="260244" y="6087172"/>
                  </a:lnTo>
                  <a:lnTo>
                    <a:pt x="260370" y="6087172"/>
                  </a:lnTo>
                  <a:lnTo>
                    <a:pt x="260623" y="6087172"/>
                  </a:lnTo>
                  <a:lnTo>
                    <a:pt x="260749" y="6087172"/>
                  </a:lnTo>
                  <a:lnTo>
                    <a:pt x="260875" y="6087172"/>
                  </a:lnTo>
                  <a:lnTo>
                    <a:pt x="261001" y="6087172"/>
                  </a:lnTo>
                  <a:lnTo>
                    <a:pt x="261127" y="6087172"/>
                  </a:lnTo>
                  <a:lnTo>
                    <a:pt x="261253" y="6087172"/>
                  </a:lnTo>
                  <a:lnTo>
                    <a:pt x="261379" y="6087172"/>
                  </a:lnTo>
                  <a:lnTo>
                    <a:pt x="261505" y="6087172"/>
                  </a:lnTo>
                  <a:lnTo>
                    <a:pt x="261631" y="6087172"/>
                  </a:lnTo>
                  <a:lnTo>
                    <a:pt x="261757" y="6087172"/>
                  </a:lnTo>
                  <a:lnTo>
                    <a:pt x="261883" y="6087172"/>
                  </a:lnTo>
                  <a:lnTo>
                    <a:pt x="262136" y="6087172"/>
                  </a:lnTo>
                  <a:lnTo>
                    <a:pt x="262262" y="6087172"/>
                  </a:lnTo>
                  <a:lnTo>
                    <a:pt x="262388" y="6087172"/>
                  </a:lnTo>
                  <a:lnTo>
                    <a:pt x="262514" y="6087172"/>
                  </a:lnTo>
                  <a:lnTo>
                    <a:pt x="262640" y="6087172"/>
                  </a:lnTo>
                  <a:lnTo>
                    <a:pt x="262766" y="6087172"/>
                  </a:lnTo>
                  <a:lnTo>
                    <a:pt x="262892" y="6087172"/>
                  </a:lnTo>
                  <a:lnTo>
                    <a:pt x="263018" y="6087172"/>
                  </a:lnTo>
                  <a:lnTo>
                    <a:pt x="263144" y="6087172"/>
                  </a:lnTo>
                  <a:lnTo>
                    <a:pt x="263270" y="6087172"/>
                  </a:lnTo>
                  <a:lnTo>
                    <a:pt x="263397" y="6087172"/>
                  </a:lnTo>
                  <a:lnTo>
                    <a:pt x="263523" y="6087172"/>
                  </a:lnTo>
                  <a:lnTo>
                    <a:pt x="263649" y="6087172"/>
                  </a:lnTo>
                  <a:lnTo>
                    <a:pt x="263901" y="6087172"/>
                  </a:lnTo>
                  <a:lnTo>
                    <a:pt x="264027" y="6087172"/>
                  </a:lnTo>
                  <a:lnTo>
                    <a:pt x="264153" y="6087172"/>
                  </a:lnTo>
                  <a:lnTo>
                    <a:pt x="264531" y="6087172"/>
                  </a:lnTo>
                  <a:lnTo>
                    <a:pt x="264783" y="6087172"/>
                  </a:lnTo>
                  <a:lnTo>
                    <a:pt x="264910" y="6087172"/>
                  </a:lnTo>
                  <a:lnTo>
                    <a:pt x="265036" y="6087172"/>
                  </a:lnTo>
                  <a:lnTo>
                    <a:pt x="265162" y="6087172"/>
                  </a:lnTo>
                  <a:lnTo>
                    <a:pt x="265414" y="6087172"/>
                  </a:lnTo>
                  <a:lnTo>
                    <a:pt x="265666" y="6087172"/>
                  </a:lnTo>
                  <a:lnTo>
                    <a:pt x="265792" y="6087172"/>
                  </a:lnTo>
                  <a:lnTo>
                    <a:pt x="266044" y="6087172"/>
                  </a:lnTo>
                  <a:lnTo>
                    <a:pt x="266170" y="6087172"/>
                  </a:lnTo>
                  <a:lnTo>
                    <a:pt x="266297" y="6087172"/>
                  </a:lnTo>
                  <a:lnTo>
                    <a:pt x="266423" y="6087172"/>
                  </a:lnTo>
                  <a:lnTo>
                    <a:pt x="266549" y="6087172"/>
                  </a:lnTo>
                  <a:lnTo>
                    <a:pt x="266927" y="6087172"/>
                  </a:lnTo>
                  <a:lnTo>
                    <a:pt x="267053" y="6087172"/>
                  </a:lnTo>
                  <a:lnTo>
                    <a:pt x="267179" y="6087172"/>
                  </a:lnTo>
                  <a:lnTo>
                    <a:pt x="267305" y="6087172"/>
                  </a:lnTo>
                  <a:lnTo>
                    <a:pt x="267431" y="6087172"/>
                  </a:lnTo>
                  <a:lnTo>
                    <a:pt x="267557" y="6087172"/>
                  </a:lnTo>
                  <a:lnTo>
                    <a:pt x="267810" y="6087172"/>
                  </a:lnTo>
                  <a:lnTo>
                    <a:pt x="267936" y="6087172"/>
                  </a:lnTo>
                  <a:lnTo>
                    <a:pt x="268062" y="6087172"/>
                  </a:lnTo>
                  <a:lnTo>
                    <a:pt x="268188" y="6087172"/>
                  </a:lnTo>
                  <a:lnTo>
                    <a:pt x="268314" y="6087172"/>
                  </a:lnTo>
                  <a:lnTo>
                    <a:pt x="268440" y="6087172"/>
                  </a:lnTo>
                  <a:lnTo>
                    <a:pt x="268566" y="6087172"/>
                  </a:lnTo>
                  <a:lnTo>
                    <a:pt x="268692" y="6087172"/>
                  </a:lnTo>
                  <a:lnTo>
                    <a:pt x="268944" y="6087172"/>
                  </a:lnTo>
                  <a:lnTo>
                    <a:pt x="269197" y="6087172"/>
                  </a:lnTo>
                  <a:lnTo>
                    <a:pt x="269323" y="6087172"/>
                  </a:lnTo>
                  <a:lnTo>
                    <a:pt x="269449" y="6087172"/>
                  </a:lnTo>
                  <a:lnTo>
                    <a:pt x="269449" y="6081893"/>
                  </a:lnTo>
                  <a:lnTo>
                    <a:pt x="269575" y="6081893"/>
                  </a:lnTo>
                  <a:lnTo>
                    <a:pt x="269701" y="6081893"/>
                  </a:lnTo>
                  <a:lnTo>
                    <a:pt x="269827" y="6081893"/>
                  </a:lnTo>
                  <a:lnTo>
                    <a:pt x="269953" y="6081893"/>
                  </a:lnTo>
                  <a:lnTo>
                    <a:pt x="270079" y="6081893"/>
                  </a:lnTo>
                  <a:lnTo>
                    <a:pt x="270205" y="6081893"/>
                  </a:lnTo>
                  <a:lnTo>
                    <a:pt x="270584" y="6081893"/>
                  </a:lnTo>
                  <a:lnTo>
                    <a:pt x="270710" y="6081893"/>
                  </a:lnTo>
                  <a:lnTo>
                    <a:pt x="270836" y="6081893"/>
                  </a:lnTo>
                  <a:lnTo>
                    <a:pt x="270962" y="6081893"/>
                  </a:lnTo>
                  <a:lnTo>
                    <a:pt x="271088" y="6081893"/>
                  </a:lnTo>
                  <a:lnTo>
                    <a:pt x="271214" y="6081893"/>
                  </a:lnTo>
                  <a:lnTo>
                    <a:pt x="271340" y="6081893"/>
                  </a:lnTo>
                  <a:lnTo>
                    <a:pt x="271592" y="6081893"/>
                  </a:lnTo>
                  <a:lnTo>
                    <a:pt x="271718" y="6081893"/>
                  </a:lnTo>
                  <a:lnTo>
                    <a:pt x="271844" y="6081893"/>
                  </a:lnTo>
                  <a:lnTo>
                    <a:pt x="271970" y="6081893"/>
                  </a:lnTo>
                  <a:lnTo>
                    <a:pt x="272097" y="6081893"/>
                  </a:lnTo>
                  <a:lnTo>
                    <a:pt x="272223" y="6081893"/>
                  </a:lnTo>
                  <a:lnTo>
                    <a:pt x="272475" y="6081893"/>
                  </a:lnTo>
                  <a:lnTo>
                    <a:pt x="272475" y="6076613"/>
                  </a:lnTo>
                  <a:lnTo>
                    <a:pt x="272601" y="6076613"/>
                  </a:lnTo>
                  <a:lnTo>
                    <a:pt x="272979" y="6076613"/>
                  </a:lnTo>
                  <a:lnTo>
                    <a:pt x="273105" y="6076613"/>
                  </a:lnTo>
                  <a:lnTo>
                    <a:pt x="273231" y="6076613"/>
                  </a:lnTo>
                  <a:lnTo>
                    <a:pt x="273357" y="6076613"/>
                  </a:lnTo>
                  <a:lnTo>
                    <a:pt x="273610" y="6076613"/>
                  </a:lnTo>
                  <a:lnTo>
                    <a:pt x="273736" y="6076613"/>
                  </a:lnTo>
                  <a:lnTo>
                    <a:pt x="273862" y="6076613"/>
                  </a:lnTo>
                  <a:lnTo>
                    <a:pt x="273988" y="6076613"/>
                  </a:lnTo>
                  <a:lnTo>
                    <a:pt x="274114" y="6076613"/>
                  </a:lnTo>
                  <a:lnTo>
                    <a:pt x="274618" y="6076613"/>
                  </a:lnTo>
                  <a:lnTo>
                    <a:pt x="274744" y="6076613"/>
                  </a:lnTo>
                  <a:lnTo>
                    <a:pt x="274871" y="6076613"/>
                  </a:lnTo>
                  <a:lnTo>
                    <a:pt x="274997" y="6076613"/>
                  </a:lnTo>
                  <a:lnTo>
                    <a:pt x="275249" y="6076613"/>
                  </a:lnTo>
                  <a:lnTo>
                    <a:pt x="275375" y="6076613"/>
                  </a:lnTo>
                  <a:lnTo>
                    <a:pt x="275501" y="6076613"/>
                  </a:lnTo>
                  <a:lnTo>
                    <a:pt x="275627" y="6076613"/>
                  </a:lnTo>
                  <a:lnTo>
                    <a:pt x="275753" y="6076613"/>
                  </a:lnTo>
                  <a:lnTo>
                    <a:pt x="276005" y="6076613"/>
                  </a:lnTo>
                  <a:lnTo>
                    <a:pt x="276131" y="6076613"/>
                  </a:lnTo>
                  <a:lnTo>
                    <a:pt x="276257" y="6076613"/>
                  </a:lnTo>
                  <a:lnTo>
                    <a:pt x="276384" y="6076613"/>
                  </a:lnTo>
                  <a:lnTo>
                    <a:pt x="276636" y="6076613"/>
                  </a:lnTo>
                  <a:lnTo>
                    <a:pt x="276888" y="6076613"/>
                  </a:lnTo>
                  <a:lnTo>
                    <a:pt x="277014" y="6076613"/>
                  </a:lnTo>
                  <a:lnTo>
                    <a:pt x="277140" y="6076613"/>
                  </a:lnTo>
                  <a:lnTo>
                    <a:pt x="277266" y="6076613"/>
                  </a:lnTo>
                  <a:lnTo>
                    <a:pt x="277392" y="6076613"/>
                  </a:lnTo>
                  <a:lnTo>
                    <a:pt x="277518" y="6076613"/>
                  </a:lnTo>
                  <a:lnTo>
                    <a:pt x="277644" y="6076613"/>
                  </a:lnTo>
                  <a:lnTo>
                    <a:pt x="278023" y="6076613"/>
                  </a:lnTo>
                  <a:lnTo>
                    <a:pt x="278149" y="6076613"/>
                  </a:lnTo>
                  <a:lnTo>
                    <a:pt x="278275" y="6076613"/>
                  </a:lnTo>
                  <a:lnTo>
                    <a:pt x="278527" y="6076613"/>
                  </a:lnTo>
                  <a:lnTo>
                    <a:pt x="278653" y="6076613"/>
                  </a:lnTo>
                  <a:lnTo>
                    <a:pt x="278779" y="6076613"/>
                  </a:lnTo>
                  <a:lnTo>
                    <a:pt x="278905" y="6076613"/>
                  </a:lnTo>
                  <a:lnTo>
                    <a:pt x="279031" y="6076613"/>
                  </a:lnTo>
                  <a:lnTo>
                    <a:pt x="279157" y="6076613"/>
                  </a:lnTo>
                  <a:lnTo>
                    <a:pt x="279284" y="6076613"/>
                  </a:lnTo>
                  <a:lnTo>
                    <a:pt x="279410" y="6076613"/>
                  </a:lnTo>
                  <a:lnTo>
                    <a:pt x="279536" y="6076613"/>
                  </a:lnTo>
                  <a:lnTo>
                    <a:pt x="279662" y="6076613"/>
                  </a:lnTo>
                  <a:lnTo>
                    <a:pt x="279788" y="6076613"/>
                  </a:lnTo>
                  <a:lnTo>
                    <a:pt x="279914" y="6076613"/>
                  </a:lnTo>
                  <a:lnTo>
                    <a:pt x="280040" y="6076613"/>
                  </a:lnTo>
                  <a:lnTo>
                    <a:pt x="280166" y="6076613"/>
                  </a:lnTo>
                  <a:lnTo>
                    <a:pt x="280166" y="6071334"/>
                  </a:lnTo>
                  <a:lnTo>
                    <a:pt x="280292" y="6071334"/>
                  </a:lnTo>
                  <a:lnTo>
                    <a:pt x="280418" y="6071334"/>
                  </a:lnTo>
                  <a:lnTo>
                    <a:pt x="280544" y="6071334"/>
                  </a:lnTo>
                  <a:lnTo>
                    <a:pt x="280671" y="6071334"/>
                  </a:lnTo>
                  <a:lnTo>
                    <a:pt x="280923" y="6071334"/>
                  </a:lnTo>
                  <a:lnTo>
                    <a:pt x="281049" y="6071334"/>
                  </a:lnTo>
                  <a:lnTo>
                    <a:pt x="281301" y="6071334"/>
                  </a:lnTo>
                  <a:lnTo>
                    <a:pt x="281427" y="6071334"/>
                  </a:lnTo>
                  <a:lnTo>
                    <a:pt x="281553" y="6071334"/>
                  </a:lnTo>
                  <a:lnTo>
                    <a:pt x="281679" y="6071334"/>
                  </a:lnTo>
                  <a:lnTo>
                    <a:pt x="281931" y="6071334"/>
                  </a:lnTo>
                  <a:lnTo>
                    <a:pt x="282057" y="6071334"/>
                  </a:lnTo>
                  <a:lnTo>
                    <a:pt x="282184" y="6071334"/>
                  </a:lnTo>
                  <a:lnTo>
                    <a:pt x="282436" y="6071334"/>
                  </a:lnTo>
                  <a:lnTo>
                    <a:pt x="282562" y="6071334"/>
                  </a:lnTo>
                  <a:lnTo>
                    <a:pt x="282688" y="6071334"/>
                  </a:lnTo>
                  <a:lnTo>
                    <a:pt x="282940" y="6071334"/>
                  </a:lnTo>
                  <a:lnTo>
                    <a:pt x="283066" y="6071334"/>
                  </a:lnTo>
                  <a:lnTo>
                    <a:pt x="283192" y="6071334"/>
                  </a:lnTo>
                  <a:lnTo>
                    <a:pt x="283318" y="6071334"/>
                  </a:lnTo>
                  <a:lnTo>
                    <a:pt x="283444" y="6071334"/>
                  </a:lnTo>
                  <a:lnTo>
                    <a:pt x="283571" y="6071334"/>
                  </a:lnTo>
                  <a:lnTo>
                    <a:pt x="283697" y="6071334"/>
                  </a:lnTo>
                  <a:lnTo>
                    <a:pt x="283949" y="6071334"/>
                  </a:lnTo>
                  <a:lnTo>
                    <a:pt x="284075" y="6071334"/>
                  </a:lnTo>
                  <a:lnTo>
                    <a:pt x="284201" y="6071334"/>
                  </a:lnTo>
                  <a:lnTo>
                    <a:pt x="284327" y="6071334"/>
                  </a:lnTo>
                  <a:lnTo>
                    <a:pt x="284453" y="6071334"/>
                  </a:lnTo>
                  <a:lnTo>
                    <a:pt x="284579" y="6071334"/>
                  </a:lnTo>
                  <a:lnTo>
                    <a:pt x="284705" y="6071334"/>
                  </a:lnTo>
                  <a:lnTo>
                    <a:pt x="284831" y="6071334"/>
                  </a:lnTo>
                  <a:lnTo>
                    <a:pt x="285210" y="6071334"/>
                  </a:lnTo>
                  <a:lnTo>
                    <a:pt x="285336" y="6071334"/>
                  </a:lnTo>
                  <a:lnTo>
                    <a:pt x="285462" y="6071334"/>
                  </a:lnTo>
                  <a:lnTo>
                    <a:pt x="285588" y="6071334"/>
                  </a:lnTo>
                  <a:lnTo>
                    <a:pt x="285714" y="6071334"/>
                  </a:lnTo>
                  <a:lnTo>
                    <a:pt x="285840" y="6071334"/>
                  </a:lnTo>
                  <a:lnTo>
                    <a:pt x="285966" y="6071334"/>
                  </a:lnTo>
                  <a:lnTo>
                    <a:pt x="286092" y="6071334"/>
                  </a:lnTo>
                  <a:lnTo>
                    <a:pt x="286218" y="6071334"/>
                  </a:lnTo>
                  <a:lnTo>
                    <a:pt x="286344" y="6071334"/>
                  </a:lnTo>
                  <a:lnTo>
                    <a:pt x="286597" y="6071334"/>
                  </a:lnTo>
                  <a:lnTo>
                    <a:pt x="286723" y="6071334"/>
                  </a:lnTo>
                  <a:lnTo>
                    <a:pt x="286849" y="6071334"/>
                  </a:lnTo>
                  <a:lnTo>
                    <a:pt x="286975" y="6071334"/>
                  </a:lnTo>
                  <a:lnTo>
                    <a:pt x="287101" y="6071334"/>
                  </a:lnTo>
                  <a:lnTo>
                    <a:pt x="287227" y="6071334"/>
                  </a:lnTo>
                  <a:lnTo>
                    <a:pt x="287353" y="6071334"/>
                  </a:lnTo>
                  <a:lnTo>
                    <a:pt x="287479" y="6071334"/>
                  </a:lnTo>
                  <a:lnTo>
                    <a:pt x="287605" y="6071334"/>
                  </a:lnTo>
                  <a:lnTo>
                    <a:pt x="287731" y="6071334"/>
                  </a:lnTo>
                  <a:lnTo>
                    <a:pt x="287858" y="6071334"/>
                  </a:lnTo>
                  <a:lnTo>
                    <a:pt x="287984" y="6071334"/>
                  </a:lnTo>
                  <a:lnTo>
                    <a:pt x="287984" y="6066055"/>
                  </a:lnTo>
                  <a:lnTo>
                    <a:pt x="288110" y="6066055"/>
                  </a:lnTo>
                  <a:lnTo>
                    <a:pt x="288236" y="6066055"/>
                  </a:lnTo>
                  <a:lnTo>
                    <a:pt x="288362" y="6066055"/>
                  </a:lnTo>
                  <a:lnTo>
                    <a:pt x="288614" y="6066055"/>
                  </a:lnTo>
                  <a:lnTo>
                    <a:pt x="288866" y="6066055"/>
                  </a:lnTo>
                  <a:lnTo>
                    <a:pt x="288992" y="6066055"/>
                  </a:lnTo>
                  <a:lnTo>
                    <a:pt x="289118" y="6066055"/>
                  </a:lnTo>
                  <a:lnTo>
                    <a:pt x="289244" y="6066055"/>
                  </a:lnTo>
                  <a:lnTo>
                    <a:pt x="289497" y="6066055"/>
                  </a:lnTo>
                  <a:lnTo>
                    <a:pt x="289623" y="6066055"/>
                  </a:lnTo>
                  <a:lnTo>
                    <a:pt x="289749" y="6066055"/>
                  </a:lnTo>
                  <a:lnTo>
                    <a:pt x="289875" y="6066055"/>
                  </a:lnTo>
                  <a:lnTo>
                    <a:pt x="290001" y="6066055"/>
                  </a:lnTo>
                  <a:lnTo>
                    <a:pt x="290127" y="6066055"/>
                  </a:lnTo>
                  <a:lnTo>
                    <a:pt x="290379" y="6066055"/>
                  </a:lnTo>
                  <a:lnTo>
                    <a:pt x="290505" y="6066055"/>
                  </a:lnTo>
                  <a:lnTo>
                    <a:pt x="290631" y="6066055"/>
                  </a:lnTo>
                  <a:lnTo>
                    <a:pt x="290758" y="6066055"/>
                  </a:lnTo>
                  <a:lnTo>
                    <a:pt x="291010" y="6066055"/>
                  </a:lnTo>
                  <a:lnTo>
                    <a:pt x="291136" y="6066055"/>
                  </a:lnTo>
                  <a:lnTo>
                    <a:pt x="291262" y="6066055"/>
                  </a:lnTo>
                  <a:lnTo>
                    <a:pt x="291388" y="6066055"/>
                  </a:lnTo>
                  <a:lnTo>
                    <a:pt x="291514" y="6066055"/>
                  </a:lnTo>
                  <a:lnTo>
                    <a:pt x="291892" y="6066055"/>
                  </a:lnTo>
                  <a:lnTo>
                    <a:pt x="292018" y="6066055"/>
                  </a:lnTo>
                  <a:lnTo>
                    <a:pt x="292271" y="6066055"/>
                  </a:lnTo>
                  <a:lnTo>
                    <a:pt x="292397" y="6066055"/>
                  </a:lnTo>
                  <a:lnTo>
                    <a:pt x="292397" y="6060775"/>
                  </a:lnTo>
                  <a:lnTo>
                    <a:pt x="292523" y="6060775"/>
                  </a:lnTo>
                  <a:lnTo>
                    <a:pt x="292649" y="6060775"/>
                  </a:lnTo>
                  <a:lnTo>
                    <a:pt x="292775" y="6060775"/>
                  </a:lnTo>
                  <a:lnTo>
                    <a:pt x="292901" y="6060775"/>
                  </a:lnTo>
                  <a:lnTo>
                    <a:pt x="293027" y="6060775"/>
                  </a:lnTo>
                  <a:lnTo>
                    <a:pt x="293153" y="6060775"/>
                  </a:lnTo>
                  <a:lnTo>
                    <a:pt x="293405" y="6060775"/>
                  </a:lnTo>
                  <a:lnTo>
                    <a:pt x="293658" y="6060775"/>
                  </a:lnTo>
                  <a:lnTo>
                    <a:pt x="293784" y="6060775"/>
                  </a:lnTo>
                  <a:lnTo>
                    <a:pt x="293910" y="6060775"/>
                  </a:lnTo>
                  <a:lnTo>
                    <a:pt x="294036" y="6060775"/>
                  </a:lnTo>
                  <a:lnTo>
                    <a:pt x="294162" y="6060775"/>
                  </a:lnTo>
                  <a:lnTo>
                    <a:pt x="294414" y="6060775"/>
                  </a:lnTo>
                  <a:lnTo>
                    <a:pt x="294666" y="6060775"/>
                  </a:lnTo>
                  <a:lnTo>
                    <a:pt x="294792" y="6060775"/>
                  </a:lnTo>
                  <a:lnTo>
                    <a:pt x="294918" y="6060775"/>
                  </a:lnTo>
                  <a:lnTo>
                    <a:pt x="295045" y="6060775"/>
                  </a:lnTo>
                  <a:lnTo>
                    <a:pt x="295171" y="6060775"/>
                  </a:lnTo>
                  <a:lnTo>
                    <a:pt x="295297" y="6060775"/>
                  </a:lnTo>
                  <a:lnTo>
                    <a:pt x="295423" y="6060775"/>
                  </a:lnTo>
                  <a:lnTo>
                    <a:pt x="295927" y="6060775"/>
                  </a:lnTo>
                  <a:lnTo>
                    <a:pt x="296053" y="6060775"/>
                  </a:lnTo>
                  <a:lnTo>
                    <a:pt x="296179" y="6060775"/>
                  </a:lnTo>
                  <a:lnTo>
                    <a:pt x="296305" y="6060775"/>
                  </a:lnTo>
                  <a:lnTo>
                    <a:pt x="296431" y="6060775"/>
                  </a:lnTo>
                  <a:lnTo>
                    <a:pt x="296684" y="6060775"/>
                  </a:lnTo>
                  <a:lnTo>
                    <a:pt x="297062" y="6060775"/>
                  </a:lnTo>
                  <a:lnTo>
                    <a:pt x="297188" y="6060775"/>
                  </a:lnTo>
                  <a:lnTo>
                    <a:pt x="297314" y="6060775"/>
                  </a:lnTo>
                  <a:lnTo>
                    <a:pt x="297440" y="6060775"/>
                  </a:lnTo>
                  <a:lnTo>
                    <a:pt x="297566" y="6060775"/>
                  </a:lnTo>
                  <a:lnTo>
                    <a:pt x="297692" y="6060775"/>
                  </a:lnTo>
                  <a:lnTo>
                    <a:pt x="297945" y="6060775"/>
                  </a:lnTo>
                  <a:lnTo>
                    <a:pt x="298071" y="6060775"/>
                  </a:lnTo>
                  <a:lnTo>
                    <a:pt x="298197" y="6060775"/>
                  </a:lnTo>
                  <a:lnTo>
                    <a:pt x="298323" y="6060775"/>
                  </a:lnTo>
                  <a:lnTo>
                    <a:pt x="298575" y="6060775"/>
                  </a:lnTo>
                  <a:lnTo>
                    <a:pt x="298701" y="6060775"/>
                  </a:lnTo>
                  <a:lnTo>
                    <a:pt x="298827" y="6060775"/>
                  </a:lnTo>
                  <a:lnTo>
                    <a:pt x="298953" y="6060775"/>
                  </a:lnTo>
                  <a:lnTo>
                    <a:pt x="299079" y="6060775"/>
                  </a:lnTo>
                  <a:lnTo>
                    <a:pt x="299332" y="6060775"/>
                  </a:lnTo>
                  <a:lnTo>
                    <a:pt x="299458" y="6060775"/>
                  </a:lnTo>
                  <a:lnTo>
                    <a:pt x="299710" y="6060775"/>
                  </a:lnTo>
                  <a:lnTo>
                    <a:pt x="299710" y="6055496"/>
                  </a:lnTo>
                  <a:lnTo>
                    <a:pt x="299962" y="6055496"/>
                  </a:lnTo>
                  <a:lnTo>
                    <a:pt x="300088" y="6055496"/>
                  </a:lnTo>
                  <a:lnTo>
                    <a:pt x="300214" y="6055496"/>
                  </a:lnTo>
                  <a:lnTo>
                    <a:pt x="300340" y="6055496"/>
                  </a:lnTo>
                  <a:lnTo>
                    <a:pt x="300466" y="6055496"/>
                  </a:lnTo>
                  <a:lnTo>
                    <a:pt x="300592" y="6055496"/>
                  </a:lnTo>
                  <a:lnTo>
                    <a:pt x="300718" y="6055496"/>
                  </a:lnTo>
                  <a:lnTo>
                    <a:pt x="300845" y="6055496"/>
                  </a:lnTo>
                  <a:lnTo>
                    <a:pt x="300971" y="6055496"/>
                  </a:lnTo>
                  <a:lnTo>
                    <a:pt x="301097" y="6055496"/>
                  </a:lnTo>
                  <a:lnTo>
                    <a:pt x="301223" y="6055496"/>
                  </a:lnTo>
                  <a:lnTo>
                    <a:pt x="301349" y="6055496"/>
                  </a:lnTo>
                  <a:lnTo>
                    <a:pt x="301475" y="6055496"/>
                  </a:lnTo>
                  <a:lnTo>
                    <a:pt x="301601" y="6055496"/>
                  </a:lnTo>
                  <a:lnTo>
                    <a:pt x="301727" y="6055496"/>
                  </a:lnTo>
                  <a:lnTo>
                    <a:pt x="301979" y="6055496"/>
                  </a:lnTo>
                  <a:lnTo>
                    <a:pt x="302105" y="6055496"/>
                  </a:lnTo>
                  <a:lnTo>
                    <a:pt x="302358" y="6055496"/>
                  </a:lnTo>
                  <a:lnTo>
                    <a:pt x="302484" y="6055496"/>
                  </a:lnTo>
                  <a:lnTo>
                    <a:pt x="302610" y="6055496"/>
                  </a:lnTo>
                  <a:lnTo>
                    <a:pt x="302736" y="6055496"/>
                  </a:lnTo>
                  <a:lnTo>
                    <a:pt x="302862" y="6055496"/>
                  </a:lnTo>
                  <a:lnTo>
                    <a:pt x="302988" y="6055496"/>
                  </a:lnTo>
                  <a:lnTo>
                    <a:pt x="303240" y="6055496"/>
                  </a:lnTo>
                  <a:lnTo>
                    <a:pt x="303366" y="6055496"/>
                  </a:lnTo>
                  <a:lnTo>
                    <a:pt x="303618" y="6055496"/>
                  </a:lnTo>
                  <a:lnTo>
                    <a:pt x="303745" y="6055496"/>
                  </a:lnTo>
                  <a:lnTo>
                    <a:pt x="303871" y="6055496"/>
                  </a:lnTo>
                  <a:lnTo>
                    <a:pt x="303997" y="6055496"/>
                  </a:lnTo>
                  <a:lnTo>
                    <a:pt x="304249" y="6055496"/>
                  </a:lnTo>
                  <a:lnTo>
                    <a:pt x="304375" y="6055496"/>
                  </a:lnTo>
                  <a:lnTo>
                    <a:pt x="304501" y="6050216"/>
                  </a:lnTo>
                  <a:lnTo>
                    <a:pt x="304753" y="6050216"/>
                  </a:lnTo>
                  <a:lnTo>
                    <a:pt x="304879" y="6050216"/>
                  </a:lnTo>
                  <a:lnTo>
                    <a:pt x="305005" y="6050216"/>
                  </a:lnTo>
                  <a:lnTo>
                    <a:pt x="305258" y="6050216"/>
                  </a:lnTo>
                  <a:lnTo>
                    <a:pt x="305384" y="6050216"/>
                  </a:lnTo>
                  <a:lnTo>
                    <a:pt x="305888" y="6050216"/>
                  </a:lnTo>
                  <a:lnTo>
                    <a:pt x="306014" y="6050216"/>
                  </a:lnTo>
                  <a:lnTo>
                    <a:pt x="306518" y="6050216"/>
                  </a:lnTo>
                  <a:lnTo>
                    <a:pt x="306645" y="6050216"/>
                  </a:lnTo>
                  <a:lnTo>
                    <a:pt x="306771" y="6050216"/>
                  </a:lnTo>
                  <a:lnTo>
                    <a:pt x="306897" y="6050216"/>
                  </a:lnTo>
                  <a:lnTo>
                    <a:pt x="307023" y="6050216"/>
                  </a:lnTo>
                  <a:lnTo>
                    <a:pt x="307401" y="6050216"/>
                  </a:lnTo>
                  <a:lnTo>
                    <a:pt x="307527" y="6050216"/>
                  </a:lnTo>
                  <a:lnTo>
                    <a:pt x="307779" y="6050216"/>
                  </a:lnTo>
                  <a:lnTo>
                    <a:pt x="307905" y="6050216"/>
                  </a:lnTo>
                  <a:lnTo>
                    <a:pt x="308158" y="6050216"/>
                  </a:lnTo>
                  <a:lnTo>
                    <a:pt x="308284" y="6050216"/>
                  </a:lnTo>
                  <a:lnTo>
                    <a:pt x="308410" y="6050216"/>
                  </a:lnTo>
                  <a:lnTo>
                    <a:pt x="308536" y="6050216"/>
                  </a:lnTo>
                  <a:lnTo>
                    <a:pt x="308662" y="6050216"/>
                  </a:lnTo>
                  <a:lnTo>
                    <a:pt x="308788" y="6050216"/>
                  </a:lnTo>
                  <a:lnTo>
                    <a:pt x="308914" y="6050216"/>
                  </a:lnTo>
                  <a:lnTo>
                    <a:pt x="309166" y="6050216"/>
                  </a:lnTo>
                  <a:lnTo>
                    <a:pt x="309292" y="6050216"/>
                  </a:lnTo>
                  <a:lnTo>
                    <a:pt x="309419" y="6050216"/>
                  </a:lnTo>
                  <a:lnTo>
                    <a:pt x="309545" y="6050216"/>
                  </a:lnTo>
                  <a:lnTo>
                    <a:pt x="309797" y="6050216"/>
                  </a:lnTo>
                  <a:lnTo>
                    <a:pt x="309923" y="6050216"/>
                  </a:lnTo>
                  <a:lnTo>
                    <a:pt x="310049" y="6050216"/>
                  </a:lnTo>
                  <a:lnTo>
                    <a:pt x="310175" y="6050216"/>
                  </a:lnTo>
                  <a:lnTo>
                    <a:pt x="310301" y="6050216"/>
                  </a:lnTo>
                  <a:lnTo>
                    <a:pt x="310427" y="6050216"/>
                  </a:lnTo>
                  <a:lnTo>
                    <a:pt x="310553" y="6050216"/>
                  </a:lnTo>
                  <a:lnTo>
                    <a:pt x="310679" y="6050216"/>
                  </a:lnTo>
                  <a:lnTo>
                    <a:pt x="310805" y="6050216"/>
                  </a:lnTo>
                  <a:lnTo>
                    <a:pt x="310932" y="6050216"/>
                  </a:lnTo>
                  <a:lnTo>
                    <a:pt x="311058" y="6050216"/>
                  </a:lnTo>
                  <a:lnTo>
                    <a:pt x="311184" y="6050216"/>
                  </a:lnTo>
                  <a:lnTo>
                    <a:pt x="311310" y="6050216"/>
                  </a:lnTo>
                  <a:lnTo>
                    <a:pt x="311436" y="6050216"/>
                  </a:lnTo>
                  <a:lnTo>
                    <a:pt x="311562" y="6050216"/>
                  </a:lnTo>
                  <a:lnTo>
                    <a:pt x="311688" y="6050216"/>
                  </a:lnTo>
                  <a:lnTo>
                    <a:pt x="311814" y="6050216"/>
                  </a:lnTo>
                  <a:lnTo>
                    <a:pt x="311940" y="6050216"/>
                  </a:lnTo>
                  <a:lnTo>
                    <a:pt x="312066" y="6050216"/>
                  </a:lnTo>
                  <a:lnTo>
                    <a:pt x="312192" y="6050216"/>
                  </a:lnTo>
                  <a:lnTo>
                    <a:pt x="312319" y="6050216"/>
                  </a:lnTo>
                  <a:lnTo>
                    <a:pt x="312445" y="6050216"/>
                  </a:lnTo>
                  <a:lnTo>
                    <a:pt x="312571" y="6050216"/>
                  </a:lnTo>
                  <a:lnTo>
                    <a:pt x="313075" y="6050216"/>
                  </a:lnTo>
                  <a:lnTo>
                    <a:pt x="313201" y="6050216"/>
                  </a:lnTo>
                  <a:lnTo>
                    <a:pt x="313327" y="6050216"/>
                  </a:lnTo>
                  <a:lnTo>
                    <a:pt x="313453" y="6050216"/>
                  </a:lnTo>
                  <a:lnTo>
                    <a:pt x="313579" y="6050216"/>
                  </a:lnTo>
                  <a:lnTo>
                    <a:pt x="313705" y="6050216"/>
                  </a:lnTo>
                  <a:lnTo>
                    <a:pt x="313832" y="6050216"/>
                  </a:lnTo>
                  <a:lnTo>
                    <a:pt x="313958" y="6050216"/>
                  </a:lnTo>
                  <a:lnTo>
                    <a:pt x="314084" y="6050216"/>
                  </a:lnTo>
                  <a:lnTo>
                    <a:pt x="314336" y="6050216"/>
                  </a:lnTo>
                  <a:lnTo>
                    <a:pt x="314462" y="6050216"/>
                  </a:lnTo>
                  <a:lnTo>
                    <a:pt x="314840" y="6050216"/>
                  </a:lnTo>
                  <a:lnTo>
                    <a:pt x="314966" y="6050216"/>
                  </a:lnTo>
                  <a:lnTo>
                    <a:pt x="315092" y="6050216"/>
                  </a:lnTo>
                  <a:lnTo>
                    <a:pt x="315219" y="6050216"/>
                  </a:lnTo>
                  <a:lnTo>
                    <a:pt x="315471" y="6050216"/>
                  </a:lnTo>
                  <a:lnTo>
                    <a:pt x="315597" y="6050216"/>
                  </a:lnTo>
                  <a:lnTo>
                    <a:pt x="315723" y="6050216"/>
                  </a:lnTo>
                  <a:lnTo>
                    <a:pt x="315849" y="6050216"/>
                  </a:lnTo>
                  <a:lnTo>
                    <a:pt x="315975" y="6050216"/>
                  </a:lnTo>
                  <a:lnTo>
                    <a:pt x="316227" y="6050216"/>
                  </a:lnTo>
                  <a:lnTo>
                    <a:pt x="316353" y="6050216"/>
                  </a:lnTo>
                  <a:lnTo>
                    <a:pt x="316353" y="6044937"/>
                  </a:lnTo>
                  <a:lnTo>
                    <a:pt x="316479" y="6044937"/>
                  </a:lnTo>
                  <a:lnTo>
                    <a:pt x="316606" y="6044937"/>
                  </a:lnTo>
                  <a:lnTo>
                    <a:pt x="316858" y="6044937"/>
                  </a:lnTo>
                  <a:lnTo>
                    <a:pt x="316984" y="6044937"/>
                  </a:lnTo>
                  <a:lnTo>
                    <a:pt x="317110" y="6044937"/>
                  </a:lnTo>
                  <a:lnTo>
                    <a:pt x="317362" y="6044937"/>
                  </a:lnTo>
                  <a:lnTo>
                    <a:pt x="317614" y="6044937"/>
                  </a:lnTo>
                  <a:lnTo>
                    <a:pt x="317740" y="6044937"/>
                  </a:lnTo>
                  <a:lnTo>
                    <a:pt x="317866" y="6044937"/>
                  </a:lnTo>
                  <a:lnTo>
                    <a:pt x="317992" y="6044937"/>
                  </a:lnTo>
                  <a:lnTo>
                    <a:pt x="318119" y="6044937"/>
                  </a:lnTo>
                  <a:lnTo>
                    <a:pt x="318245" y="6044937"/>
                  </a:lnTo>
                  <a:lnTo>
                    <a:pt x="318371" y="6044937"/>
                  </a:lnTo>
                  <a:lnTo>
                    <a:pt x="318497" y="6044937"/>
                  </a:lnTo>
                  <a:lnTo>
                    <a:pt x="319001" y="6044937"/>
                  </a:lnTo>
                  <a:lnTo>
                    <a:pt x="319127" y="6044937"/>
                  </a:lnTo>
                  <a:lnTo>
                    <a:pt x="319379" y="6044937"/>
                  </a:lnTo>
                  <a:lnTo>
                    <a:pt x="319506" y="6044937"/>
                  </a:lnTo>
                  <a:lnTo>
                    <a:pt x="319632" y="6044937"/>
                  </a:lnTo>
                  <a:lnTo>
                    <a:pt x="319758" y="6044937"/>
                  </a:lnTo>
                  <a:lnTo>
                    <a:pt x="320010" y="6044937"/>
                  </a:lnTo>
                  <a:lnTo>
                    <a:pt x="320136" y="6044937"/>
                  </a:lnTo>
                  <a:lnTo>
                    <a:pt x="320262" y="6044937"/>
                  </a:lnTo>
                  <a:lnTo>
                    <a:pt x="320388" y="6044937"/>
                  </a:lnTo>
                  <a:lnTo>
                    <a:pt x="320640" y="6044937"/>
                  </a:lnTo>
                  <a:lnTo>
                    <a:pt x="320766" y="6044937"/>
                  </a:lnTo>
                  <a:lnTo>
                    <a:pt x="320892" y="6044937"/>
                  </a:lnTo>
                  <a:lnTo>
                    <a:pt x="321145" y="6044937"/>
                  </a:lnTo>
                  <a:lnTo>
                    <a:pt x="321397" y="6044937"/>
                  </a:lnTo>
                  <a:lnTo>
                    <a:pt x="321523" y="6044937"/>
                  </a:lnTo>
                  <a:lnTo>
                    <a:pt x="321775" y="6044937"/>
                  </a:lnTo>
                  <a:lnTo>
                    <a:pt x="321901" y="6044937"/>
                  </a:lnTo>
                  <a:lnTo>
                    <a:pt x="321901" y="6039658"/>
                  </a:lnTo>
                  <a:lnTo>
                    <a:pt x="322027" y="6039658"/>
                  </a:lnTo>
                  <a:lnTo>
                    <a:pt x="322153" y="6039658"/>
                  </a:lnTo>
                  <a:lnTo>
                    <a:pt x="322279" y="6039658"/>
                  </a:lnTo>
                  <a:lnTo>
                    <a:pt x="322532" y="6039658"/>
                  </a:lnTo>
                  <a:lnTo>
                    <a:pt x="322784" y="6039658"/>
                  </a:lnTo>
                  <a:lnTo>
                    <a:pt x="322910" y="6039658"/>
                  </a:lnTo>
                  <a:lnTo>
                    <a:pt x="323036" y="6039658"/>
                  </a:lnTo>
                  <a:lnTo>
                    <a:pt x="323414" y="6039658"/>
                  </a:lnTo>
                  <a:lnTo>
                    <a:pt x="323540" y="6039658"/>
                  </a:lnTo>
                  <a:lnTo>
                    <a:pt x="323666" y="6039658"/>
                  </a:lnTo>
                  <a:lnTo>
                    <a:pt x="323919" y="6039658"/>
                  </a:lnTo>
                  <a:lnTo>
                    <a:pt x="324045" y="6039658"/>
                  </a:lnTo>
                  <a:lnTo>
                    <a:pt x="324171" y="6039658"/>
                  </a:lnTo>
                  <a:lnTo>
                    <a:pt x="324297" y="6039658"/>
                  </a:lnTo>
                  <a:lnTo>
                    <a:pt x="324549" y="6039658"/>
                  </a:lnTo>
                  <a:lnTo>
                    <a:pt x="324801" y="6039658"/>
                  </a:lnTo>
                  <a:lnTo>
                    <a:pt x="324927" y="6039658"/>
                  </a:lnTo>
                  <a:lnTo>
                    <a:pt x="325306" y="6039658"/>
                  </a:lnTo>
                  <a:lnTo>
                    <a:pt x="325432" y="6039658"/>
                  </a:lnTo>
                  <a:lnTo>
                    <a:pt x="325558" y="6039658"/>
                  </a:lnTo>
                  <a:lnTo>
                    <a:pt x="325684" y="6039658"/>
                  </a:lnTo>
                  <a:lnTo>
                    <a:pt x="325936" y="6039658"/>
                  </a:lnTo>
                  <a:lnTo>
                    <a:pt x="326062" y="6039658"/>
                  </a:lnTo>
                  <a:lnTo>
                    <a:pt x="326188" y="6039658"/>
                  </a:lnTo>
                  <a:lnTo>
                    <a:pt x="326314" y="6039658"/>
                  </a:lnTo>
                  <a:lnTo>
                    <a:pt x="326440" y="6039658"/>
                  </a:lnTo>
                  <a:lnTo>
                    <a:pt x="326566" y="6039658"/>
                  </a:lnTo>
                  <a:lnTo>
                    <a:pt x="326693" y="6039658"/>
                  </a:lnTo>
                  <a:lnTo>
                    <a:pt x="326819" y="6039658"/>
                  </a:lnTo>
                  <a:lnTo>
                    <a:pt x="327197" y="6039658"/>
                  </a:lnTo>
                  <a:lnTo>
                    <a:pt x="327323" y="6039658"/>
                  </a:lnTo>
                  <a:lnTo>
                    <a:pt x="327449" y="6039658"/>
                  </a:lnTo>
                  <a:lnTo>
                    <a:pt x="327575" y="6039658"/>
                  </a:lnTo>
                  <a:lnTo>
                    <a:pt x="327953" y="6039658"/>
                  </a:lnTo>
                  <a:lnTo>
                    <a:pt x="328079" y="6039658"/>
                  </a:lnTo>
                  <a:lnTo>
                    <a:pt x="328206" y="6039658"/>
                  </a:lnTo>
                  <a:lnTo>
                    <a:pt x="328332" y="6039658"/>
                  </a:lnTo>
                  <a:lnTo>
                    <a:pt x="328584" y="6039658"/>
                  </a:lnTo>
                  <a:lnTo>
                    <a:pt x="328710" y="6039658"/>
                  </a:lnTo>
                  <a:lnTo>
                    <a:pt x="328836" y="6039658"/>
                  </a:lnTo>
                  <a:lnTo>
                    <a:pt x="328962" y="6039658"/>
                  </a:lnTo>
                  <a:lnTo>
                    <a:pt x="329088" y="6039658"/>
                  </a:lnTo>
                  <a:lnTo>
                    <a:pt x="329214" y="6039658"/>
                  </a:lnTo>
                  <a:lnTo>
                    <a:pt x="329466" y="6039658"/>
                  </a:lnTo>
                  <a:lnTo>
                    <a:pt x="329593" y="6039658"/>
                  </a:lnTo>
                  <a:lnTo>
                    <a:pt x="329719" y="6039658"/>
                  </a:lnTo>
                  <a:lnTo>
                    <a:pt x="329845" y="6039658"/>
                  </a:lnTo>
                  <a:lnTo>
                    <a:pt x="330223" y="6039658"/>
                  </a:lnTo>
                  <a:lnTo>
                    <a:pt x="330349" y="6039658"/>
                  </a:lnTo>
                  <a:lnTo>
                    <a:pt x="330475" y="6039658"/>
                  </a:lnTo>
                  <a:lnTo>
                    <a:pt x="330601" y="6039658"/>
                  </a:lnTo>
                  <a:lnTo>
                    <a:pt x="330727" y="6039658"/>
                  </a:lnTo>
                  <a:lnTo>
                    <a:pt x="330853" y="6039658"/>
                  </a:lnTo>
                  <a:lnTo>
                    <a:pt x="330979" y="6039658"/>
                  </a:lnTo>
                  <a:lnTo>
                    <a:pt x="331610" y="6039658"/>
                  </a:lnTo>
                  <a:lnTo>
                    <a:pt x="331736" y="6039658"/>
                  </a:lnTo>
                  <a:lnTo>
                    <a:pt x="331862" y="6039658"/>
                  </a:lnTo>
                  <a:lnTo>
                    <a:pt x="331988" y="6039658"/>
                  </a:lnTo>
                  <a:lnTo>
                    <a:pt x="332240" y="6039658"/>
                  </a:lnTo>
                  <a:lnTo>
                    <a:pt x="332366" y="6039658"/>
                  </a:lnTo>
                  <a:lnTo>
                    <a:pt x="332493" y="6039658"/>
                  </a:lnTo>
                  <a:lnTo>
                    <a:pt x="332619" y="6039658"/>
                  </a:lnTo>
                  <a:lnTo>
                    <a:pt x="332871" y="6039658"/>
                  </a:lnTo>
                  <a:lnTo>
                    <a:pt x="332997" y="6039658"/>
                  </a:lnTo>
                  <a:lnTo>
                    <a:pt x="333123" y="6039658"/>
                  </a:lnTo>
                  <a:lnTo>
                    <a:pt x="333249" y="6039658"/>
                  </a:lnTo>
                  <a:lnTo>
                    <a:pt x="333375" y="6039658"/>
                  </a:lnTo>
                  <a:lnTo>
                    <a:pt x="333627" y="6039658"/>
                  </a:lnTo>
                  <a:lnTo>
                    <a:pt x="333753" y="6039658"/>
                  </a:lnTo>
                  <a:lnTo>
                    <a:pt x="333880" y="6039658"/>
                  </a:lnTo>
                  <a:lnTo>
                    <a:pt x="334006" y="6039658"/>
                  </a:lnTo>
                  <a:lnTo>
                    <a:pt x="334132" y="6039658"/>
                  </a:lnTo>
                  <a:lnTo>
                    <a:pt x="334258" y="6039658"/>
                  </a:lnTo>
                  <a:lnTo>
                    <a:pt x="334384" y="6039658"/>
                  </a:lnTo>
                  <a:lnTo>
                    <a:pt x="334636" y="6039658"/>
                  </a:lnTo>
                  <a:lnTo>
                    <a:pt x="334762" y="6039658"/>
                  </a:lnTo>
                  <a:lnTo>
                    <a:pt x="335266" y="6039658"/>
                  </a:lnTo>
                  <a:lnTo>
                    <a:pt x="335393" y="6039658"/>
                  </a:lnTo>
                  <a:lnTo>
                    <a:pt x="335645" y="6039658"/>
                  </a:lnTo>
                  <a:lnTo>
                    <a:pt x="335771" y="6039658"/>
                  </a:lnTo>
                  <a:lnTo>
                    <a:pt x="336149" y="6039658"/>
                  </a:lnTo>
                  <a:lnTo>
                    <a:pt x="336275" y="6039658"/>
                  </a:lnTo>
                  <a:lnTo>
                    <a:pt x="336401" y="6039658"/>
                  </a:lnTo>
                  <a:lnTo>
                    <a:pt x="336527" y="6039658"/>
                  </a:lnTo>
                  <a:lnTo>
                    <a:pt x="336653" y="6039658"/>
                  </a:lnTo>
                  <a:lnTo>
                    <a:pt x="337284" y="6039658"/>
                  </a:lnTo>
                  <a:lnTo>
                    <a:pt x="337410" y="6039658"/>
                  </a:lnTo>
                  <a:lnTo>
                    <a:pt x="337536" y="6039658"/>
                  </a:lnTo>
                  <a:lnTo>
                    <a:pt x="337662" y="6039658"/>
                  </a:lnTo>
                  <a:lnTo>
                    <a:pt x="338040" y="6039658"/>
                  </a:lnTo>
                  <a:lnTo>
                    <a:pt x="338293" y="6039658"/>
                  </a:lnTo>
                  <a:lnTo>
                    <a:pt x="338419" y="6039658"/>
                  </a:lnTo>
                  <a:lnTo>
                    <a:pt x="338545" y="6039658"/>
                  </a:lnTo>
                  <a:lnTo>
                    <a:pt x="338671" y="6039658"/>
                  </a:lnTo>
                  <a:lnTo>
                    <a:pt x="338923" y="6039658"/>
                  </a:lnTo>
                  <a:lnTo>
                    <a:pt x="339049" y="6039658"/>
                  </a:lnTo>
                  <a:lnTo>
                    <a:pt x="339175" y="6039658"/>
                  </a:lnTo>
                  <a:lnTo>
                    <a:pt x="339427" y="6039658"/>
                  </a:lnTo>
                  <a:lnTo>
                    <a:pt x="339553" y="6034378"/>
                  </a:lnTo>
                  <a:lnTo>
                    <a:pt x="339680" y="6034378"/>
                  </a:lnTo>
                  <a:lnTo>
                    <a:pt x="339806" y="6034378"/>
                  </a:lnTo>
                  <a:lnTo>
                    <a:pt x="339932" y="6034378"/>
                  </a:lnTo>
                  <a:lnTo>
                    <a:pt x="340058" y="6034378"/>
                  </a:lnTo>
                  <a:lnTo>
                    <a:pt x="340184" y="6034378"/>
                  </a:lnTo>
                  <a:lnTo>
                    <a:pt x="340436" y="6034378"/>
                  </a:lnTo>
                  <a:lnTo>
                    <a:pt x="340688" y="6034378"/>
                  </a:lnTo>
                  <a:lnTo>
                    <a:pt x="340940" y="6034378"/>
                  </a:lnTo>
                  <a:lnTo>
                    <a:pt x="341193" y="6034378"/>
                  </a:lnTo>
                  <a:lnTo>
                    <a:pt x="341319" y="6034378"/>
                  </a:lnTo>
                  <a:lnTo>
                    <a:pt x="341571" y="6034378"/>
                  </a:lnTo>
                  <a:lnTo>
                    <a:pt x="341697" y="6034378"/>
                  </a:lnTo>
                  <a:lnTo>
                    <a:pt x="341823" y="6034378"/>
                  </a:lnTo>
                  <a:lnTo>
                    <a:pt x="341949" y="6034378"/>
                  </a:lnTo>
                  <a:lnTo>
                    <a:pt x="342201" y="6034378"/>
                  </a:lnTo>
                  <a:lnTo>
                    <a:pt x="342453" y="6034378"/>
                  </a:lnTo>
                  <a:lnTo>
                    <a:pt x="342580" y="6034378"/>
                  </a:lnTo>
                  <a:lnTo>
                    <a:pt x="342706" y="6034378"/>
                  </a:lnTo>
                  <a:lnTo>
                    <a:pt x="342832" y="6034378"/>
                  </a:lnTo>
                  <a:lnTo>
                    <a:pt x="343210" y="6034378"/>
                  </a:lnTo>
                  <a:lnTo>
                    <a:pt x="343336" y="6034378"/>
                  </a:lnTo>
                  <a:lnTo>
                    <a:pt x="343714" y="6034378"/>
                  </a:lnTo>
                  <a:lnTo>
                    <a:pt x="343840" y="6034378"/>
                  </a:lnTo>
                  <a:lnTo>
                    <a:pt x="343967" y="6034378"/>
                  </a:lnTo>
                  <a:lnTo>
                    <a:pt x="344093" y="6034378"/>
                  </a:lnTo>
                  <a:lnTo>
                    <a:pt x="344219" y="6034378"/>
                  </a:lnTo>
                  <a:lnTo>
                    <a:pt x="344345" y="6034378"/>
                  </a:lnTo>
                  <a:lnTo>
                    <a:pt x="344471" y="6034378"/>
                  </a:lnTo>
                  <a:lnTo>
                    <a:pt x="344975" y="6034378"/>
                  </a:lnTo>
                  <a:lnTo>
                    <a:pt x="345101" y="6034378"/>
                  </a:lnTo>
                  <a:lnTo>
                    <a:pt x="345227" y="6034378"/>
                  </a:lnTo>
                  <a:lnTo>
                    <a:pt x="345353" y="6034378"/>
                  </a:lnTo>
                  <a:lnTo>
                    <a:pt x="345480" y="6034378"/>
                  </a:lnTo>
                  <a:lnTo>
                    <a:pt x="345732" y="6034378"/>
                  </a:lnTo>
                  <a:lnTo>
                    <a:pt x="345858" y="6034378"/>
                  </a:lnTo>
                  <a:lnTo>
                    <a:pt x="346110" y="6034378"/>
                  </a:lnTo>
                  <a:lnTo>
                    <a:pt x="346236" y="6034378"/>
                  </a:lnTo>
                  <a:lnTo>
                    <a:pt x="346362" y="6034378"/>
                  </a:lnTo>
                  <a:lnTo>
                    <a:pt x="346614" y="6029099"/>
                  </a:lnTo>
                  <a:lnTo>
                    <a:pt x="346740" y="6029099"/>
                  </a:lnTo>
                  <a:lnTo>
                    <a:pt x="347245" y="6029099"/>
                  </a:lnTo>
                  <a:lnTo>
                    <a:pt x="347245" y="6023819"/>
                  </a:lnTo>
                  <a:lnTo>
                    <a:pt x="347371" y="6023819"/>
                  </a:lnTo>
                  <a:lnTo>
                    <a:pt x="347875" y="6023819"/>
                  </a:lnTo>
                  <a:lnTo>
                    <a:pt x="348001" y="6023819"/>
                  </a:lnTo>
                  <a:lnTo>
                    <a:pt x="348127" y="6023819"/>
                  </a:lnTo>
                  <a:lnTo>
                    <a:pt x="348380" y="6023819"/>
                  </a:lnTo>
                  <a:lnTo>
                    <a:pt x="348506" y="6023819"/>
                  </a:lnTo>
                  <a:lnTo>
                    <a:pt x="348884" y="6023819"/>
                  </a:lnTo>
                  <a:lnTo>
                    <a:pt x="349010" y="6023819"/>
                  </a:lnTo>
                  <a:lnTo>
                    <a:pt x="349136" y="6023819"/>
                  </a:lnTo>
                  <a:lnTo>
                    <a:pt x="349262" y="6023819"/>
                  </a:lnTo>
                  <a:lnTo>
                    <a:pt x="349388" y="6023819"/>
                  </a:lnTo>
                  <a:lnTo>
                    <a:pt x="349514" y="6023819"/>
                  </a:lnTo>
                  <a:lnTo>
                    <a:pt x="349767" y="6023819"/>
                  </a:lnTo>
                  <a:lnTo>
                    <a:pt x="349893" y="6023819"/>
                  </a:lnTo>
                  <a:lnTo>
                    <a:pt x="350019" y="6023819"/>
                  </a:lnTo>
                  <a:lnTo>
                    <a:pt x="350145" y="6023819"/>
                  </a:lnTo>
                  <a:lnTo>
                    <a:pt x="350271" y="6023819"/>
                  </a:lnTo>
                  <a:lnTo>
                    <a:pt x="350397" y="6023819"/>
                  </a:lnTo>
                  <a:lnTo>
                    <a:pt x="350523" y="6023819"/>
                  </a:lnTo>
                  <a:lnTo>
                    <a:pt x="350649" y="6023819"/>
                  </a:lnTo>
                  <a:lnTo>
                    <a:pt x="350775" y="6023819"/>
                  </a:lnTo>
                  <a:lnTo>
                    <a:pt x="350901" y="6023819"/>
                  </a:lnTo>
                  <a:lnTo>
                    <a:pt x="351154" y="6023819"/>
                  </a:lnTo>
                  <a:lnTo>
                    <a:pt x="351280" y="6023819"/>
                  </a:lnTo>
                  <a:lnTo>
                    <a:pt x="351406" y="6023819"/>
                  </a:lnTo>
                  <a:lnTo>
                    <a:pt x="351658" y="6023819"/>
                  </a:lnTo>
                  <a:lnTo>
                    <a:pt x="351784" y="6018540"/>
                  </a:lnTo>
                  <a:lnTo>
                    <a:pt x="351910" y="6018540"/>
                  </a:lnTo>
                  <a:lnTo>
                    <a:pt x="352162" y="6018540"/>
                  </a:lnTo>
                  <a:lnTo>
                    <a:pt x="352540" y="6018540"/>
                  </a:lnTo>
                  <a:lnTo>
                    <a:pt x="352667" y="6018540"/>
                  </a:lnTo>
                  <a:lnTo>
                    <a:pt x="352793" y="6018540"/>
                  </a:lnTo>
                  <a:lnTo>
                    <a:pt x="352919" y="6018540"/>
                  </a:lnTo>
                  <a:lnTo>
                    <a:pt x="353045" y="6018540"/>
                  </a:lnTo>
                  <a:lnTo>
                    <a:pt x="353171" y="6018540"/>
                  </a:lnTo>
                  <a:lnTo>
                    <a:pt x="353297" y="6018540"/>
                  </a:lnTo>
                  <a:lnTo>
                    <a:pt x="353423" y="6018540"/>
                  </a:lnTo>
                  <a:lnTo>
                    <a:pt x="353549" y="6018540"/>
                  </a:lnTo>
                  <a:lnTo>
                    <a:pt x="353675" y="6018540"/>
                  </a:lnTo>
                  <a:lnTo>
                    <a:pt x="353801" y="6018540"/>
                  </a:lnTo>
                  <a:lnTo>
                    <a:pt x="354054" y="6018540"/>
                  </a:lnTo>
                  <a:lnTo>
                    <a:pt x="354180" y="6018540"/>
                  </a:lnTo>
                  <a:lnTo>
                    <a:pt x="354306" y="6018540"/>
                  </a:lnTo>
                  <a:lnTo>
                    <a:pt x="354432" y="6018540"/>
                  </a:lnTo>
                  <a:lnTo>
                    <a:pt x="354558" y="6018540"/>
                  </a:lnTo>
                  <a:lnTo>
                    <a:pt x="354810" y="6018540"/>
                  </a:lnTo>
                  <a:lnTo>
                    <a:pt x="354936" y="6018540"/>
                  </a:lnTo>
                  <a:lnTo>
                    <a:pt x="355314" y="6018540"/>
                  </a:lnTo>
                  <a:lnTo>
                    <a:pt x="355567" y="6018540"/>
                  </a:lnTo>
                  <a:lnTo>
                    <a:pt x="355819" y="6018540"/>
                  </a:lnTo>
                  <a:lnTo>
                    <a:pt x="355945" y="6018540"/>
                  </a:lnTo>
                  <a:lnTo>
                    <a:pt x="356071" y="6018540"/>
                  </a:lnTo>
                  <a:lnTo>
                    <a:pt x="356323" y="6018540"/>
                  </a:lnTo>
                  <a:lnTo>
                    <a:pt x="356575" y="6018540"/>
                  </a:lnTo>
                  <a:lnTo>
                    <a:pt x="356954" y="6018540"/>
                  </a:lnTo>
                  <a:lnTo>
                    <a:pt x="357080" y="6018540"/>
                  </a:lnTo>
                  <a:lnTo>
                    <a:pt x="357206" y="6018540"/>
                  </a:lnTo>
                  <a:lnTo>
                    <a:pt x="357332" y="6018540"/>
                  </a:lnTo>
                  <a:lnTo>
                    <a:pt x="357836" y="6018540"/>
                  </a:lnTo>
                  <a:lnTo>
                    <a:pt x="357962" y="6018540"/>
                  </a:lnTo>
                  <a:lnTo>
                    <a:pt x="358088" y="6018540"/>
                  </a:lnTo>
                  <a:lnTo>
                    <a:pt x="358214" y="6018540"/>
                  </a:lnTo>
                  <a:lnTo>
                    <a:pt x="358341" y="6018540"/>
                  </a:lnTo>
                  <a:lnTo>
                    <a:pt x="358467" y="6018540"/>
                  </a:lnTo>
                  <a:lnTo>
                    <a:pt x="358719" y="6018540"/>
                  </a:lnTo>
                  <a:lnTo>
                    <a:pt x="358845" y="6018540"/>
                  </a:lnTo>
                  <a:lnTo>
                    <a:pt x="359097" y="6018540"/>
                  </a:lnTo>
                  <a:lnTo>
                    <a:pt x="359223" y="6018540"/>
                  </a:lnTo>
                  <a:lnTo>
                    <a:pt x="359349" y="6018540"/>
                  </a:lnTo>
                  <a:lnTo>
                    <a:pt x="359475" y="6018540"/>
                  </a:lnTo>
                  <a:lnTo>
                    <a:pt x="359601" y="6018540"/>
                  </a:lnTo>
                  <a:lnTo>
                    <a:pt x="359727" y="6018540"/>
                  </a:lnTo>
                  <a:lnTo>
                    <a:pt x="359980" y="6018540"/>
                  </a:lnTo>
                  <a:lnTo>
                    <a:pt x="360232" y="6018540"/>
                  </a:lnTo>
                  <a:lnTo>
                    <a:pt x="360358" y="6018540"/>
                  </a:lnTo>
                  <a:lnTo>
                    <a:pt x="360610" y="6018540"/>
                  </a:lnTo>
                  <a:lnTo>
                    <a:pt x="360736" y="6018540"/>
                  </a:lnTo>
                  <a:lnTo>
                    <a:pt x="360862" y="6018540"/>
                  </a:lnTo>
                  <a:lnTo>
                    <a:pt x="361367" y="6018540"/>
                  </a:lnTo>
                  <a:lnTo>
                    <a:pt x="361619" y="6018540"/>
                  </a:lnTo>
                  <a:lnTo>
                    <a:pt x="361745" y="6018540"/>
                  </a:lnTo>
                  <a:lnTo>
                    <a:pt x="361997" y="6018540"/>
                  </a:lnTo>
                  <a:lnTo>
                    <a:pt x="362123" y="6018540"/>
                  </a:lnTo>
                  <a:lnTo>
                    <a:pt x="362249" y="6018540"/>
                  </a:lnTo>
                  <a:lnTo>
                    <a:pt x="362375" y="6018540"/>
                  </a:lnTo>
                  <a:lnTo>
                    <a:pt x="362501" y="6018540"/>
                  </a:lnTo>
                  <a:lnTo>
                    <a:pt x="362627" y="6018540"/>
                  </a:lnTo>
                  <a:lnTo>
                    <a:pt x="363006" y="6018540"/>
                  </a:lnTo>
                  <a:lnTo>
                    <a:pt x="363132" y="6018540"/>
                  </a:lnTo>
                  <a:lnTo>
                    <a:pt x="363258" y="6018540"/>
                  </a:lnTo>
                  <a:lnTo>
                    <a:pt x="363384" y="6018540"/>
                  </a:lnTo>
                  <a:lnTo>
                    <a:pt x="363636" y="6018540"/>
                  </a:lnTo>
                  <a:lnTo>
                    <a:pt x="363762" y="6018540"/>
                  </a:lnTo>
                  <a:lnTo>
                    <a:pt x="363888" y="6018540"/>
                  </a:lnTo>
                  <a:lnTo>
                    <a:pt x="364014" y="6018540"/>
                  </a:lnTo>
                  <a:lnTo>
                    <a:pt x="364141" y="6018540"/>
                  </a:lnTo>
                  <a:lnTo>
                    <a:pt x="364393" y="6018540"/>
                  </a:lnTo>
                  <a:lnTo>
                    <a:pt x="364519" y="6018540"/>
                  </a:lnTo>
                  <a:lnTo>
                    <a:pt x="364771" y="6018540"/>
                  </a:lnTo>
                  <a:lnTo>
                    <a:pt x="364897" y="6018540"/>
                  </a:lnTo>
                  <a:lnTo>
                    <a:pt x="365275" y="6018540"/>
                  </a:lnTo>
                  <a:lnTo>
                    <a:pt x="365401" y="6018540"/>
                  </a:lnTo>
                  <a:lnTo>
                    <a:pt x="365528" y="6018540"/>
                  </a:lnTo>
                  <a:lnTo>
                    <a:pt x="365780" y="6018540"/>
                  </a:lnTo>
                  <a:lnTo>
                    <a:pt x="365906" y="6018540"/>
                  </a:lnTo>
                  <a:lnTo>
                    <a:pt x="366032" y="6018540"/>
                  </a:lnTo>
                  <a:lnTo>
                    <a:pt x="366410" y="6018540"/>
                  </a:lnTo>
                  <a:lnTo>
                    <a:pt x="366536" y="6018540"/>
                  </a:lnTo>
                  <a:lnTo>
                    <a:pt x="367041" y="6018540"/>
                  </a:lnTo>
                  <a:lnTo>
                    <a:pt x="367167" y="6018540"/>
                  </a:lnTo>
                  <a:lnTo>
                    <a:pt x="367293" y="6018540"/>
                  </a:lnTo>
                  <a:lnTo>
                    <a:pt x="367671" y="6018540"/>
                  </a:lnTo>
                  <a:lnTo>
                    <a:pt x="368049" y="6018540"/>
                  </a:lnTo>
                  <a:lnTo>
                    <a:pt x="368175" y="6018540"/>
                  </a:lnTo>
                  <a:lnTo>
                    <a:pt x="368554" y="6018540"/>
                  </a:lnTo>
                  <a:lnTo>
                    <a:pt x="368680" y="6018540"/>
                  </a:lnTo>
                  <a:lnTo>
                    <a:pt x="368932" y="6018540"/>
                  </a:lnTo>
                  <a:lnTo>
                    <a:pt x="369184" y="6018540"/>
                  </a:lnTo>
                  <a:lnTo>
                    <a:pt x="369310" y="6018540"/>
                  </a:lnTo>
                  <a:lnTo>
                    <a:pt x="369436" y="6018540"/>
                  </a:lnTo>
                  <a:lnTo>
                    <a:pt x="369688" y="6018540"/>
                  </a:lnTo>
                  <a:lnTo>
                    <a:pt x="369814" y="6018540"/>
                  </a:lnTo>
                  <a:lnTo>
                    <a:pt x="369941" y="6018540"/>
                  </a:lnTo>
                  <a:lnTo>
                    <a:pt x="370193" y="6018540"/>
                  </a:lnTo>
                  <a:lnTo>
                    <a:pt x="370445" y="6018540"/>
                  </a:lnTo>
                  <a:lnTo>
                    <a:pt x="370571" y="6018540"/>
                  </a:lnTo>
                  <a:lnTo>
                    <a:pt x="370949" y="6018540"/>
                  </a:lnTo>
                  <a:lnTo>
                    <a:pt x="371075" y="6018540"/>
                  </a:lnTo>
                  <a:lnTo>
                    <a:pt x="371328" y="6018540"/>
                  </a:lnTo>
                  <a:lnTo>
                    <a:pt x="371454" y="6018540"/>
                  </a:lnTo>
                  <a:lnTo>
                    <a:pt x="371832" y="6018540"/>
                  </a:lnTo>
                  <a:lnTo>
                    <a:pt x="371958" y="6018540"/>
                  </a:lnTo>
                  <a:lnTo>
                    <a:pt x="372084" y="6018540"/>
                  </a:lnTo>
                  <a:lnTo>
                    <a:pt x="372210" y="6018540"/>
                  </a:lnTo>
                  <a:lnTo>
                    <a:pt x="372336" y="6018540"/>
                  </a:lnTo>
                  <a:lnTo>
                    <a:pt x="372588" y="6013260"/>
                  </a:lnTo>
                  <a:lnTo>
                    <a:pt x="372841" y="6013260"/>
                  </a:lnTo>
                  <a:lnTo>
                    <a:pt x="373093" y="6013260"/>
                  </a:lnTo>
                  <a:lnTo>
                    <a:pt x="373219" y="6013260"/>
                  </a:lnTo>
                  <a:lnTo>
                    <a:pt x="373345" y="6013260"/>
                  </a:lnTo>
                  <a:lnTo>
                    <a:pt x="373471" y="6013260"/>
                  </a:lnTo>
                  <a:lnTo>
                    <a:pt x="373597" y="6013260"/>
                  </a:lnTo>
                  <a:lnTo>
                    <a:pt x="373975" y="6013260"/>
                  </a:lnTo>
                  <a:lnTo>
                    <a:pt x="374101" y="6013260"/>
                  </a:lnTo>
                  <a:lnTo>
                    <a:pt x="374480" y="6013260"/>
                  </a:lnTo>
                  <a:lnTo>
                    <a:pt x="374732" y="6013260"/>
                  </a:lnTo>
                  <a:lnTo>
                    <a:pt x="374858" y="6013260"/>
                  </a:lnTo>
                  <a:lnTo>
                    <a:pt x="374984" y="6013260"/>
                  </a:lnTo>
                  <a:lnTo>
                    <a:pt x="375110" y="6013260"/>
                  </a:lnTo>
                  <a:lnTo>
                    <a:pt x="375236" y="6013260"/>
                  </a:lnTo>
                  <a:lnTo>
                    <a:pt x="375488" y="6013260"/>
                  </a:lnTo>
                  <a:lnTo>
                    <a:pt x="375615" y="6013260"/>
                  </a:lnTo>
                  <a:lnTo>
                    <a:pt x="375741" y="6013260"/>
                  </a:lnTo>
                  <a:lnTo>
                    <a:pt x="375867" y="6013260"/>
                  </a:lnTo>
                  <a:lnTo>
                    <a:pt x="375993" y="6013260"/>
                  </a:lnTo>
                  <a:lnTo>
                    <a:pt x="376119" y="6013260"/>
                  </a:lnTo>
                  <a:lnTo>
                    <a:pt x="376245" y="6013260"/>
                  </a:lnTo>
                  <a:lnTo>
                    <a:pt x="376497" y="6013260"/>
                  </a:lnTo>
                  <a:lnTo>
                    <a:pt x="376875" y="6013260"/>
                  </a:lnTo>
                  <a:lnTo>
                    <a:pt x="377128" y="6013260"/>
                  </a:lnTo>
                  <a:lnTo>
                    <a:pt x="377254" y="6013260"/>
                  </a:lnTo>
                  <a:lnTo>
                    <a:pt x="377380" y="6013260"/>
                  </a:lnTo>
                  <a:lnTo>
                    <a:pt x="377506" y="6013260"/>
                  </a:lnTo>
                  <a:lnTo>
                    <a:pt x="377632" y="6013260"/>
                  </a:lnTo>
                  <a:lnTo>
                    <a:pt x="377758" y="6013260"/>
                  </a:lnTo>
                  <a:lnTo>
                    <a:pt x="377884" y="6013260"/>
                  </a:lnTo>
                  <a:lnTo>
                    <a:pt x="378136" y="6013260"/>
                  </a:lnTo>
                  <a:lnTo>
                    <a:pt x="378515" y="6013260"/>
                  </a:lnTo>
                  <a:lnTo>
                    <a:pt x="378641" y="6013260"/>
                  </a:lnTo>
                  <a:lnTo>
                    <a:pt x="379145" y="6013260"/>
                  </a:lnTo>
                  <a:lnTo>
                    <a:pt x="379649" y="6013260"/>
                  </a:lnTo>
                  <a:lnTo>
                    <a:pt x="379775" y="6013260"/>
                  </a:lnTo>
                  <a:lnTo>
                    <a:pt x="379901" y="6013260"/>
                  </a:lnTo>
                  <a:lnTo>
                    <a:pt x="380028" y="6013260"/>
                  </a:lnTo>
                  <a:lnTo>
                    <a:pt x="380154" y="6013260"/>
                  </a:lnTo>
                  <a:lnTo>
                    <a:pt x="380280" y="6013260"/>
                  </a:lnTo>
                  <a:lnTo>
                    <a:pt x="380532" y="6013260"/>
                  </a:lnTo>
                  <a:lnTo>
                    <a:pt x="380658" y="6013260"/>
                  </a:lnTo>
                  <a:lnTo>
                    <a:pt x="380784" y="6013260"/>
                  </a:lnTo>
                  <a:lnTo>
                    <a:pt x="381036" y="6013260"/>
                  </a:lnTo>
                  <a:lnTo>
                    <a:pt x="381162" y="6013260"/>
                  </a:lnTo>
                  <a:lnTo>
                    <a:pt x="381288" y="6013260"/>
                  </a:lnTo>
                  <a:lnTo>
                    <a:pt x="381415" y="6013260"/>
                  </a:lnTo>
                  <a:lnTo>
                    <a:pt x="381541" y="6013260"/>
                  </a:lnTo>
                  <a:lnTo>
                    <a:pt x="381667" y="6013260"/>
                  </a:lnTo>
                  <a:lnTo>
                    <a:pt x="381793" y="6013260"/>
                  </a:lnTo>
                  <a:lnTo>
                    <a:pt x="382045" y="6013260"/>
                  </a:lnTo>
                  <a:lnTo>
                    <a:pt x="382171" y="6013260"/>
                  </a:lnTo>
                  <a:lnTo>
                    <a:pt x="382297" y="6013260"/>
                  </a:lnTo>
                  <a:lnTo>
                    <a:pt x="382423" y="6013260"/>
                  </a:lnTo>
                  <a:lnTo>
                    <a:pt x="382549" y="6013260"/>
                  </a:lnTo>
                  <a:lnTo>
                    <a:pt x="382675" y="6013260"/>
                  </a:lnTo>
                  <a:lnTo>
                    <a:pt x="382802" y="6013260"/>
                  </a:lnTo>
                  <a:lnTo>
                    <a:pt x="382928" y="6013260"/>
                  </a:lnTo>
                  <a:lnTo>
                    <a:pt x="383054" y="6013260"/>
                  </a:lnTo>
                  <a:lnTo>
                    <a:pt x="383180" y="6013260"/>
                  </a:lnTo>
                  <a:lnTo>
                    <a:pt x="383306" y="6013260"/>
                  </a:lnTo>
                  <a:lnTo>
                    <a:pt x="383432" y="6013260"/>
                  </a:lnTo>
                  <a:lnTo>
                    <a:pt x="383558" y="6013260"/>
                  </a:lnTo>
                  <a:lnTo>
                    <a:pt x="383684" y="6013260"/>
                  </a:lnTo>
                  <a:lnTo>
                    <a:pt x="383810" y="6013260"/>
                  </a:lnTo>
                  <a:lnTo>
                    <a:pt x="384062" y="6013260"/>
                  </a:lnTo>
                  <a:lnTo>
                    <a:pt x="384188" y="6013260"/>
                  </a:lnTo>
                  <a:lnTo>
                    <a:pt x="384315" y="6013260"/>
                  </a:lnTo>
                  <a:lnTo>
                    <a:pt x="384441" y="6013260"/>
                  </a:lnTo>
                  <a:lnTo>
                    <a:pt x="384567" y="6013260"/>
                  </a:lnTo>
                  <a:lnTo>
                    <a:pt x="384693" y="6013260"/>
                  </a:lnTo>
                  <a:lnTo>
                    <a:pt x="384819" y="6013260"/>
                  </a:lnTo>
                  <a:lnTo>
                    <a:pt x="384945" y="6013260"/>
                  </a:lnTo>
                  <a:lnTo>
                    <a:pt x="385071" y="6013260"/>
                  </a:lnTo>
                  <a:lnTo>
                    <a:pt x="385197" y="6013260"/>
                  </a:lnTo>
                  <a:lnTo>
                    <a:pt x="385575" y="6013260"/>
                  </a:lnTo>
                  <a:lnTo>
                    <a:pt x="385702" y="6013260"/>
                  </a:lnTo>
                  <a:lnTo>
                    <a:pt x="385828" y="6013260"/>
                  </a:lnTo>
                  <a:lnTo>
                    <a:pt x="385954" y="6013260"/>
                  </a:lnTo>
                  <a:lnTo>
                    <a:pt x="386080" y="6013260"/>
                  </a:lnTo>
                  <a:lnTo>
                    <a:pt x="386206" y="6013260"/>
                  </a:lnTo>
                  <a:lnTo>
                    <a:pt x="386332" y="6013260"/>
                  </a:lnTo>
                  <a:lnTo>
                    <a:pt x="386458" y="6013260"/>
                  </a:lnTo>
                  <a:lnTo>
                    <a:pt x="386584" y="6013260"/>
                  </a:lnTo>
                  <a:lnTo>
                    <a:pt x="386962" y="6013260"/>
                  </a:lnTo>
                  <a:lnTo>
                    <a:pt x="387088" y="6013260"/>
                  </a:lnTo>
                  <a:lnTo>
                    <a:pt x="387341" y="6007981"/>
                  </a:lnTo>
                  <a:lnTo>
                    <a:pt x="387719" y="6007981"/>
                  </a:lnTo>
                  <a:lnTo>
                    <a:pt x="387971" y="6007981"/>
                  </a:lnTo>
                  <a:lnTo>
                    <a:pt x="388097" y="6007981"/>
                  </a:lnTo>
                  <a:lnTo>
                    <a:pt x="388223" y="6007981"/>
                  </a:lnTo>
                  <a:lnTo>
                    <a:pt x="388349" y="6007981"/>
                  </a:lnTo>
                  <a:lnTo>
                    <a:pt x="388475" y="6007981"/>
                  </a:lnTo>
                  <a:lnTo>
                    <a:pt x="388602" y="6007981"/>
                  </a:lnTo>
                  <a:lnTo>
                    <a:pt x="388728" y="6007981"/>
                  </a:lnTo>
                  <a:lnTo>
                    <a:pt x="388854" y="6007981"/>
                  </a:lnTo>
                  <a:lnTo>
                    <a:pt x="389106" y="6007981"/>
                  </a:lnTo>
                  <a:lnTo>
                    <a:pt x="389232" y="6007981"/>
                  </a:lnTo>
                  <a:lnTo>
                    <a:pt x="389358" y="6007981"/>
                  </a:lnTo>
                  <a:lnTo>
                    <a:pt x="389484" y="6007981"/>
                  </a:lnTo>
                  <a:lnTo>
                    <a:pt x="389610" y="6007981"/>
                  </a:lnTo>
                  <a:lnTo>
                    <a:pt x="389736" y="6007981"/>
                  </a:lnTo>
                  <a:lnTo>
                    <a:pt x="390115" y="6007981"/>
                  </a:lnTo>
                  <a:lnTo>
                    <a:pt x="390367" y="6007981"/>
                  </a:lnTo>
                  <a:lnTo>
                    <a:pt x="390619" y="6007981"/>
                  </a:lnTo>
                  <a:lnTo>
                    <a:pt x="390745" y="6007981"/>
                  </a:lnTo>
                  <a:lnTo>
                    <a:pt x="390871" y="6007981"/>
                  </a:lnTo>
                  <a:lnTo>
                    <a:pt x="390997" y="6007981"/>
                  </a:lnTo>
                  <a:lnTo>
                    <a:pt x="391123" y="6007981"/>
                  </a:lnTo>
                  <a:lnTo>
                    <a:pt x="391249" y="6007981"/>
                  </a:lnTo>
                  <a:lnTo>
                    <a:pt x="391375" y="6007981"/>
                  </a:lnTo>
                  <a:lnTo>
                    <a:pt x="391502" y="6007981"/>
                  </a:lnTo>
                  <a:lnTo>
                    <a:pt x="391628" y="6007981"/>
                  </a:lnTo>
                  <a:lnTo>
                    <a:pt x="391880" y="6007981"/>
                  </a:lnTo>
                  <a:lnTo>
                    <a:pt x="392006" y="6007981"/>
                  </a:lnTo>
                  <a:lnTo>
                    <a:pt x="392132" y="6007981"/>
                  </a:lnTo>
                  <a:lnTo>
                    <a:pt x="392384" y="6007981"/>
                  </a:lnTo>
                  <a:lnTo>
                    <a:pt x="392510" y="6007981"/>
                  </a:lnTo>
                  <a:lnTo>
                    <a:pt x="392889" y="6007981"/>
                  </a:lnTo>
                  <a:lnTo>
                    <a:pt x="393141" y="6007981"/>
                  </a:lnTo>
                  <a:lnTo>
                    <a:pt x="393267" y="6007981"/>
                  </a:lnTo>
                  <a:lnTo>
                    <a:pt x="393519" y="6007981"/>
                  </a:lnTo>
                  <a:lnTo>
                    <a:pt x="393645" y="6007981"/>
                  </a:lnTo>
                  <a:lnTo>
                    <a:pt x="393771" y="6007981"/>
                  </a:lnTo>
                  <a:lnTo>
                    <a:pt x="393897" y="6007981"/>
                  </a:lnTo>
                  <a:lnTo>
                    <a:pt x="394023" y="6007981"/>
                  </a:lnTo>
                  <a:lnTo>
                    <a:pt x="394149" y="6007981"/>
                  </a:lnTo>
                  <a:lnTo>
                    <a:pt x="394275" y="6007981"/>
                  </a:lnTo>
                  <a:lnTo>
                    <a:pt x="394402" y="6007981"/>
                  </a:lnTo>
                  <a:lnTo>
                    <a:pt x="394528" y="6007981"/>
                  </a:lnTo>
                  <a:lnTo>
                    <a:pt x="394780" y="6007981"/>
                  </a:lnTo>
                  <a:lnTo>
                    <a:pt x="395032" y="6007981"/>
                  </a:lnTo>
                  <a:lnTo>
                    <a:pt x="395284" y="6007981"/>
                  </a:lnTo>
                  <a:lnTo>
                    <a:pt x="395284" y="6002702"/>
                  </a:lnTo>
                  <a:lnTo>
                    <a:pt x="395662" y="6002702"/>
                  </a:lnTo>
                  <a:lnTo>
                    <a:pt x="395789" y="6002702"/>
                  </a:lnTo>
                  <a:lnTo>
                    <a:pt x="395915" y="6002702"/>
                  </a:lnTo>
                  <a:lnTo>
                    <a:pt x="396167" y="6002702"/>
                  </a:lnTo>
                  <a:lnTo>
                    <a:pt x="396293" y="6002702"/>
                  </a:lnTo>
                  <a:lnTo>
                    <a:pt x="396671" y="6002702"/>
                  </a:lnTo>
                  <a:lnTo>
                    <a:pt x="396797" y="6002702"/>
                  </a:lnTo>
                  <a:lnTo>
                    <a:pt x="397049" y="6002702"/>
                  </a:lnTo>
                  <a:lnTo>
                    <a:pt x="397302" y="6002702"/>
                  </a:lnTo>
                  <a:lnTo>
                    <a:pt x="397428" y="6002702"/>
                  </a:lnTo>
                  <a:lnTo>
                    <a:pt x="397554" y="6002702"/>
                  </a:lnTo>
                  <a:lnTo>
                    <a:pt x="397806" y="5997422"/>
                  </a:lnTo>
                  <a:lnTo>
                    <a:pt x="398184" y="5997422"/>
                  </a:lnTo>
                  <a:lnTo>
                    <a:pt x="398436" y="5997422"/>
                  </a:lnTo>
                  <a:lnTo>
                    <a:pt x="398562" y="5997422"/>
                  </a:lnTo>
                  <a:lnTo>
                    <a:pt x="398689" y="5997422"/>
                  </a:lnTo>
                  <a:lnTo>
                    <a:pt x="398941" y="5997422"/>
                  </a:lnTo>
                  <a:lnTo>
                    <a:pt x="399067" y="5997422"/>
                  </a:lnTo>
                  <a:lnTo>
                    <a:pt x="399445" y="5997422"/>
                  </a:lnTo>
                  <a:lnTo>
                    <a:pt x="399571" y="5997422"/>
                  </a:lnTo>
                  <a:lnTo>
                    <a:pt x="399949" y="5997422"/>
                  </a:lnTo>
                  <a:lnTo>
                    <a:pt x="400076" y="5997422"/>
                  </a:lnTo>
                  <a:lnTo>
                    <a:pt x="400202" y="5997422"/>
                  </a:lnTo>
                  <a:lnTo>
                    <a:pt x="400454" y="5997422"/>
                  </a:lnTo>
                  <a:lnTo>
                    <a:pt x="400706" y="5997422"/>
                  </a:lnTo>
                  <a:lnTo>
                    <a:pt x="400832" y="5997422"/>
                  </a:lnTo>
                  <a:lnTo>
                    <a:pt x="400958" y="5997422"/>
                  </a:lnTo>
                  <a:lnTo>
                    <a:pt x="401210" y="5997422"/>
                  </a:lnTo>
                  <a:lnTo>
                    <a:pt x="401336" y="5997422"/>
                  </a:lnTo>
                  <a:lnTo>
                    <a:pt x="401589" y="5997422"/>
                  </a:lnTo>
                  <a:lnTo>
                    <a:pt x="401715" y="5997422"/>
                  </a:lnTo>
                  <a:lnTo>
                    <a:pt x="402219" y="5997422"/>
                  </a:lnTo>
                  <a:lnTo>
                    <a:pt x="402345" y="5997422"/>
                  </a:lnTo>
                  <a:lnTo>
                    <a:pt x="402597" y="5997422"/>
                  </a:lnTo>
                  <a:lnTo>
                    <a:pt x="402849" y="5997422"/>
                  </a:lnTo>
                  <a:lnTo>
                    <a:pt x="403102" y="5997422"/>
                  </a:lnTo>
                  <a:lnTo>
                    <a:pt x="403354" y="5997422"/>
                  </a:lnTo>
                  <a:lnTo>
                    <a:pt x="403480" y="5997422"/>
                  </a:lnTo>
                  <a:lnTo>
                    <a:pt x="403606" y="5997422"/>
                  </a:lnTo>
                  <a:lnTo>
                    <a:pt x="403732" y="5997422"/>
                  </a:lnTo>
                  <a:lnTo>
                    <a:pt x="404236" y="5997422"/>
                  </a:lnTo>
                  <a:lnTo>
                    <a:pt x="404362" y="5997422"/>
                  </a:lnTo>
                  <a:lnTo>
                    <a:pt x="404489" y="5997422"/>
                  </a:lnTo>
                  <a:lnTo>
                    <a:pt x="404741" y="5997422"/>
                  </a:lnTo>
                  <a:lnTo>
                    <a:pt x="404867" y="5997422"/>
                  </a:lnTo>
                  <a:lnTo>
                    <a:pt x="404993" y="5997422"/>
                  </a:lnTo>
                  <a:lnTo>
                    <a:pt x="405245" y="5997422"/>
                  </a:lnTo>
                  <a:lnTo>
                    <a:pt x="405371" y="5997422"/>
                  </a:lnTo>
                  <a:lnTo>
                    <a:pt x="405749" y="5997422"/>
                  </a:lnTo>
                  <a:lnTo>
                    <a:pt x="405876" y="5997422"/>
                  </a:lnTo>
                  <a:lnTo>
                    <a:pt x="406002" y="5997422"/>
                  </a:lnTo>
                  <a:lnTo>
                    <a:pt x="406128" y="5997422"/>
                  </a:lnTo>
                  <a:lnTo>
                    <a:pt x="406254" y="5997422"/>
                  </a:lnTo>
                  <a:lnTo>
                    <a:pt x="406506" y="5997422"/>
                  </a:lnTo>
                  <a:lnTo>
                    <a:pt x="406632" y="5997422"/>
                  </a:lnTo>
                  <a:lnTo>
                    <a:pt x="406884" y="5992143"/>
                  </a:lnTo>
                  <a:lnTo>
                    <a:pt x="407010" y="5992143"/>
                  </a:lnTo>
                  <a:lnTo>
                    <a:pt x="407263" y="5992143"/>
                  </a:lnTo>
                  <a:lnTo>
                    <a:pt x="407389" y="5992143"/>
                  </a:lnTo>
                  <a:lnTo>
                    <a:pt x="407641" y="5992143"/>
                  </a:lnTo>
                  <a:lnTo>
                    <a:pt x="407767" y="5992143"/>
                  </a:lnTo>
                  <a:lnTo>
                    <a:pt x="408019" y="5992143"/>
                  </a:lnTo>
                  <a:lnTo>
                    <a:pt x="408397" y="5992143"/>
                  </a:lnTo>
                  <a:lnTo>
                    <a:pt x="408649" y="5992143"/>
                  </a:lnTo>
                  <a:lnTo>
                    <a:pt x="408776" y="5992143"/>
                  </a:lnTo>
                  <a:lnTo>
                    <a:pt x="408902" y="5992143"/>
                  </a:lnTo>
                  <a:lnTo>
                    <a:pt x="409028" y="5992143"/>
                  </a:lnTo>
                  <a:lnTo>
                    <a:pt x="409154" y="5992143"/>
                  </a:lnTo>
                  <a:lnTo>
                    <a:pt x="409280" y="5992143"/>
                  </a:lnTo>
                  <a:lnTo>
                    <a:pt x="409406" y="5992143"/>
                  </a:lnTo>
                  <a:lnTo>
                    <a:pt x="409532" y="5992143"/>
                  </a:lnTo>
                  <a:lnTo>
                    <a:pt x="409658" y="5992143"/>
                  </a:lnTo>
                  <a:lnTo>
                    <a:pt x="409784" y="5992143"/>
                  </a:lnTo>
                  <a:lnTo>
                    <a:pt x="410415" y="5992143"/>
                  </a:lnTo>
                  <a:lnTo>
                    <a:pt x="410667" y="5992143"/>
                  </a:lnTo>
                  <a:lnTo>
                    <a:pt x="410793" y="5992143"/>
                  </a:lnTo>
                  <a:lnTo>
                    <a:pt x="410919" y="5992143"/>
                  </a:lnTo>
                  <a:lnTo>
                    <a:pt x="411045" y="5992143"/>
                  </a:lnTo>
                  <a:lnTo>
                    <a:pt x="411171" y="5992143"/>
                  </a:lnTo>
                  <a:lnTo>
                    <a:pt x="411297" y="5992143"/>
                  </a:lnTo>
                  <a:lnTo>
                    <a:pt x="411549" y="5992143"/>
                  </a:lnTo>
                  <a:lnTo>
                    <a:pt x="411676" y="5992143"/>
                  </a:lnTo>
                  <a:lnTo>
                    <a:pt x="412180" y="5992143"/>
                  </a:lnTo>
                  <a:lnTo>
                    <a:pt x="412306" y="5992143"/>
                  </a:lnTo>
                  <a:lnTo>
                    <a:pt x="412684" y="5992143"/>
                  </a:lnTo>
                  <a:lnTo>
                    <a:pt x="412936" y="5992143"/>
                  </a:lnTo>
                  <a:lnTo>
                    <a:pt x="413063" y="5992143"/>
                  </a:lnTo>
                  <a:lnTo>
                    <a:pt x="413315" y="5992143"/>
                  </a:lnTo>
                  <a:lnTo>
                    <a:pt x="413441" y="5992143"/>
                  </a:lnTo>
                  <a:lnTo>
                    <a:pt x="413567" y="5992143"/>
                  </a:lnTo>
                  <a:lnTo>
                    <a:pt x="413693" y="5986863"/>
                  </a:lnTo>
                  <a:lnTo>
                    <a:pt x="413819" y="5986863"/>
                  </a:lnTo>
                  <a:lnTo>
                    <a:pt x="414197" y="5986863"/>
                  </a:lnTo>
                  <a:lnTo>
                    <a:pt x="414323" y="5986863"/>
                  </a:lnTo>
                  <a:lnTo>
                    <a:pt x="414449" y="5986863"/>
                  </a:lnTo>
                  <a:lnTo>
                    <a:pt x="414576" y="5986863"/>
                  </a:lnTo>
                  <a:lnTo>
                    <a:pt x="414702" y="5986863"/>
                  </a:lnTo>
                  <a:lnTo>
                    <a:pt x="414954" y="5986863"/>
                  </a:lnTo>
                  <a:lnTo>
                    <a:pt x="415080" y="5986863"/>
                  </a:lnTo>
                  <a:lnTo>
                    <a:pt x="415332" y="5986863"/>
                  </a:lnTo>
                  <a:lnTo>
                    <a:pt x="415458" y="5986863"/>
                  </a:lnTo>
                  <a:lnTo>
                    <a:pt x="415584" y="5986863"/>
                  </a:lnTo>
                  <a:lnTo>
                    <a:pt x="415710" y="5986863"/>
                  </a:lnTo>
                  <a:lnTo>
                    <a:pt x="415963" y="5986863"/>
                  </a:lnTo>
                  <a:lnTo>
                    <a:pt x="416341" y="5986863"/>
                  </a:lnTo>
                  <a:lnTo>
                    <a:pt x="416593" y="5986863"/>
                  </a:lnTo>
                  <a:lnTo>
                    <a:pt x="416971" y="5986863"/>
                  </a:lnTo>
                  <a:lnTo>
                    <a:pt x="417223" y="5986863"/>
                  </a:lnTo>
                  <a:lnTo>
                    <a:pt x="417476" y="5986863"/>
                  </a:lnTo>
                  <a:lnTo>
                    <a:pt x="417728" y="5981584"/>
                  </a:lnTo>
                  <a:lnTo>
                    <a:pt x="417980" y="5981584"/>
                  </a:lnTo>
                  <a:lnTo>
                    <a:pt x="418232" y="5981584"/>
                  </a:lnTo>
                  <a:lnTo>
                    <a:pt x="418358" y="5981584"/>
                  </a:lnTo>
                  <a:lnTo>
                    <a:pt x="418610" y="5981584"/>
                  </a:lnTo>
                  <a:lnTo>
                    <a:pt x="418989" y="5981584"/>
                  </a:lnTo>
                  <a:lnTo>
                    <a:pt x="419367" y="5981584"/>
                  </a:lnTo>
                  <a:lnTo>
                    <a:pt x="419493" y="5981584"/>
                  </a:lnTo>
                  <a:lnTo>
                    <a:pt x="419619" y="5981584"/>
                  </a:lnTo>
                  <a:lnTo>
                    <a:pt x="419745" y="5981584"/>
                  </a:lnTo>
                  <a:lnTo>
                    <a:pt x="419871" y="5981584"/>
                  </a:lnTo>
                  <a:lnTo>
                    <a:pt x="419997" y="5981584"/>
                  </a:lnTo>
                  <a:lnTo>
                    <a:pt x="420123" y="5981584"/>
                  </a:lnTo>
                  <a:lnTo>
                    <a:pt x="420376" y="5981584"/>
                  </a:lnTo>
                  <a:lnTo>
                    <a:pt x="420502" y="5981584"/>
                  </a:lnTo>
                  <a:lnTo>
                    <a:pt x="420628" y="5981584"/>
                  </a:lnTo>
                  <a:lnTo>
                    <a:pt x="420880" y="5981584"/>
                  </a:lnTo>
                  <a:lnTo>
                    <a:pt x="421006" y="5981584"/>
                  </a:lnTo>
                  <a:lnTo>
                    <a:pt x="421636" y="5981584"/>
                  </a:lnTo>
                  <a:lnTo>
                    <a:pt x="421763" y="5981584"/>
                  </a:lnTo>
                  <a:lnTo>
                    <a:pt x="421889" y="5981584"/>
                  </a:lnTo>
                  <a:lnTo>
                    <a:pt x="422015" y="5981584"/>
                  </a:lnTo>
                  <a:lnTo>
                    <a:pt x="422267" y="5981584"/>
                  </a:lnTo>
                  <a:lnTo>
                    <a:pt x="422519" y="5981584"/>
                  </a:lnTo>
                  <a:lnTo>
                    <a:pt x="422645" y="5981584"/>
                  </a:lnTo>
                  <a:lnTo>
                    <a:pt x="422771" y="5981584"/>
                  </a:lnTo>
                  <a:lnTo>
                    <a:pt x="422897" y="5981584"/>
                  </a:lnTo>
                  <a:lnTo>
                    <a:pt x="423023" y="5981584"/>
                  </a:lnTo>
                  <a:lnTo>
                    <a:pt x="423402" y="5981584"/>
                  </a:lnTo>
                  <a:lnTo>
                    <a:pt x="423528" y="5981584"/>
                  </a:lnTo>
                  <a:lnTo>
                    <a:pt x="423654" y="5981584"/>
                  </a:lnTo>
                  <a:lnTo>
                    <a:pt x="423780" y="5981584"/>
                  </a:lnTo>
                  <a:lnTo>
                    <a:pt x="423906" y="5981584"/>
                  </a:lnTo>
                  <a:lnTo>
                    <a:pt x="424032" y="5981584"/>
                  </a:lnTo>
                  <a:lnTo>
                    <a:pt x="424284" y="5981584"/>
                  </a:lnTo>
                  <a:lnTo>
                    <a:pt x="424537" y="5981584"/>
                  </a:lnTo>
                  <a:lnTo>
                    <a:pt x="424663" y="5981584"/>
                  </a:lnTo>
                  <a:lnTo>
                    <a:pt x="424789" y="5981584"/>
                  </a:lnTo>
                  <a:lnTo>
                    <a:pt x="425167" y="5981584"/>
                  </a:lnTo>
                  <a:lnTo>
                    <a:pt x="425293" y="5981584"/>
                  </a:lnTo>
                  <a:lnTo>
                    <a:pt x="425419" y="5981584"/>
                  </a:lnTo>
                  <a:lnTo>
                    <a:pt x="425545" y="5981584"/>
                  </a:lnTo>
                  <a:lnTo>
                    <a:pt x="425671" y="5981584"/>
                  </a:lnTo>
                  <a:lnTo>
                    <a:pt x="425797" y="5981584"/>
                  </a:lnTo>
                  <a:lnTo>
                    <a:pt x="426176" y="5981584"/>
                  </a:lnTo>
                  <a:lnTo>
                    <a:pt x="426428" y="5981584"/>
                  </a:lnTo>
                  <a:lnTo>
                    <a:pt x="426680" y="5981584"/>
                  </a:lnTo>
                  <a:lnTo>
                    <a:pt x="426932" y="5981584"/>
                  </a:lnTo>
                  <a:lnTo>
                    <a:pt x="427310" y="5981584"/>
                  </a:lnTo>
                  <a:lnTo>
                    <a:pt x="427563" y="5981584"/>
                  </a:lnTo>
                  <a:lnTo>
                    <a:pt x="427689" y="5981584"/>
                  </a:lnTo>
                  <a:lnTo>
                    <a:pt x="427815" y="5981584"/>
                  </a:lnTo>
                  <a:lnTo>
                    <a:pt x="428571" y="5981584"/>
                  </a:lnTo>
                  <a:lnTo>
                    <a:pt x="428823" y="5981584"/>
                  </a:lnTo>
                  <a:lnTo>
                    <a:pt x="428950" y="5981584"/>
                  </a:lnTo>
                  <a:lnTo>
                    <a:pt x="429076" y="5981584"/>
                  </a:lnTo>
                  <a:lnTo>
                    <a:pt x="429202" y="5981584"/>
                  </a:lnTo>
                  <a:lnTo>
                    <a:pt x="429202" y="5976304"/>
                  </a:lnTo>
                  <a:lnTo>
                    <a:pt x="429328" y="5976304"/>
                  </a:lnTo>
                  <a:lnTo>
                    <a:pt x="429454" y="5976304"/>
                  </a:lnTo>
                  <a:lnTo>
                    <a:pt x="429706" y="5976304"/>
                  </a:lnTo>
                  <a:lnTo>
                    <a:pt x="429832" y="5976304"/>
                  </a:lnTo>
                  <a:lnTo>
                    <a:pt x="429958" y="5976304"/>
                  </a:lnTo>
                  <a:lnTo>
                    <a:pt x="430084" y="5976304"/>
                  </a:lnTo>
                  <a:lnTo>
                    <a:pt x="430210" y="5976304"/>
                  </a:lnTo>
                  <a:lnTo>
                    <a:pt x="430589" y="5976304"/>
                  </a:lnTo>
                  <a:lnTo>
                    <a:pt x="430715" y="5976304"/>
                  </a:lnTo>
                  <a:lnTo>
                    <a:pt x="430841" y="5976304"/>
                  </a:lnTo>
                  <a:lnTo>
                    <a:pt x="431093" y="5976304"/>
                  </a:lnTo>
                  <a:lnTo>
                    <a:pt x="431219" y="5976304"/>
                  </a:lnTo>
                  <a:lnTo>
                    <a:pt x="431345" y="5976304"/>
                  </a:lnTo>
                  <a:lnTo>
                    <a:pt x="431471" y="5976304"/>
                  </a:lnTo>
                  <a:lnTo>
                    <a:pt x="431724" y="5976304"/>
                  </a:lnTo>
                  <a:lnTo>
                    <a:pt x="431976" y="5976304"/>
                  </a:lnTo>
                  <a:lnTo>
                    <a:pt x="432102" y="5976304"/>
                  </a:lnTo>
                  <a:lnTo>
                    <a:pt x="432228" y="5976304"/>
                  </a:lnTo>
                  <a:lnTo>
                    <a:pt x="432354" y="5976304"/>
                  </a:lnTo>
                  <a:lnTo>
                    <a:pt x="432732" y="5976304"/>
                  </a:lnTo>
                  <a:lnTo>
                    <a:pt x="432858" y="5976304"/>
                  </a:lnTo>
                  <a:lnTo>
                    <a:pt x="432984" y="5976304"/>
                  </a:lnTo>
                  <a:lnTo>
                    <a:pt x="433110" y="5976304"/>
                  </a:lnTo>
                  <a:lnTo>
                    <a:pt x="433237" y="5976304"/>
                  </a:lnTo>
                  <a:lnTo>
                    <a:pt x="433363" y="5976304"/>
                  </a:lnTo>
                  <a:lnTo>
                    <a:pt x="433489" y="5976304"/>
                  </a:lnTo>
                  <a:lnTo>
                    <a:pt x="433615" y="5976304"/>
                  </a:lnTo>
                  <a:lnTo>
                    <a:pt x="433867" y="5976304"/>
                  </a:lnTo>
                  <a:lnTo>
                    <a:pt x="433993" y="5976304"/>
                  </a:lnTo>
                  <a:lnTo>
                    <a:pt x="434119" y="5976304"/>
                  </a:lnTo>
                  <a:lnTo>
                    <a:pt x="434624" y="5976304"/>
                  </a:lnTo>
                  <a:lnTo>
                    <a:pt x="434750" y="5976304"/>
                  </a:lnTo>
                  <a:lnTo>
                    <a:pt x="434876" y="5976304"/>
                  </a:lnTo>
                  <a:lnTo>
                    <a:pt x="435002" y="5976304"/>
                  </a:lnTo>
                  <a:lnTo>
                    <a:pt x="435254" y="5976304"/>
                  </a:lnTo>
                  <a:lnTo>
                    <a:pt x="435380" y="5976304"/>
                  </a:lnTo>
                  <a:lnTo>
                    <a:pt x="435506" y="5976304"/>
                  </a:lnTo>
                  <a:lnTo>
                    <a:pt x="435758" y="5976304"/>
                  </a:lnTo>
                  <a:lnTo>
                    <a:pt x="435884" y="5976304"/>
                  </a:lnTo>
                  <a:lnTo>
                    <a:pt x="436010" y="5976304"/>
                  </a:lnTo>
                  <a:lnTo>
                    <a:pt x="436137" y="5976304"/>
                  </a:lnTo>
                  <a:lnTo>
                    <a:pt x="436263" y="5976304"/>
                  </a:lnTo>
                  <a:lnTo>
                    <a:pt x="436389" y="5976304"/>
                  </a:lnTo>
                  <a:lnTo>
                    <a:pt x="436515" y="5976304"/>
                  </a:lnTo>
                  <a:lnTo>
                    <a:pt x="436767" y="5976304"/>
                  </a:lnTo>
                  <a:lnTo>
                    <a:pt x="436893" y="5976304"/>
                  </a:lnTo>
                  <a:lnTo>
                    <a:pt x="437019" y="5976304"/>
                  </a:lnTo>
                  <a:lnTo>
                    <a:pt x="437524" y="5976304"/>
                  </a:lnTo>
                  <a:lnTo>
                    <a:pt x="437776" y="5976304"/>
                  </a:lnTo>
                  <a:lnTo>
                    <a:pt x="437902" y="5976304"/>
                  </a:lnTo>
                  <a:lnTo>
                    <a:pt x="438028" y="5976304"/>
                  </a:lnTo>
                  <a:lnTo>
                    <a:pt x="438154" y="5976304"/>
                  </a:lnTo>
                  <a:lnTo>
                    <a:pt x="438280" y="5976304"/>
                  </a:lnTo>
                  <a:lnTo>
                    <a:pt x="438406" y="5976304"/>
                  </a:lnTo>
                  <a:lnTo>
                    <a:pt x="438532" y="5976304"/>
                  </a:lnTo>
                  <a:lnTo>
                    <a:pt x="438658" y="5976304"/>
                  </a:lnTo>
                  <a:lnTo>
                    <a:pt x="438910" y="5976304"/>
                  </a:lnTo>
                  <a:lnTo>
                    <a:pt x="438910" y="5971025"/>
                  </a:lnTo>
                  <a:lnTo>
                    <a:pt x="439163" y="5965746"/>
                  </a:lnTo>
                  <a:lnTo>
                    <a:pt x="439289" y="5965746"/>
                  </a:lnTo>
                  <a:lnTo>
                    <a:pt x="439415" y="5965746"/>
                  </a:lnTo>
                  <a:lnTo>
                    <a:pt x="439541" y="5965746"/>
                  </a:lnTo>
                  <a:lnTo>
                    <a:pt x="439667" y="5965746"/>
                  </a:lnTo>
                  <a:lnTo>
                    <a:pt x="439793" y="5965746"/>
                  </a:lnTo>
                  <a:lnTo>
                    <a:pt x="440045" y="5965746"/>
                  </a:lnTo>
                  <a:lnTo>
                    <a:pt x="440171" y="5965746"/>
                  </a:lnTo>
                  <a:lnTo>
                    <a:pt x="440676" y="5965746"/>
                  </a:lnTo>
                  <a:lnTo>
                    <a:pt x="440928" y="5965746"/>
                  </a:lnTo>
                  <a:lnTo>
                    <a:pt x="441054" y="5965746"/>
                  </a:lnTo>
                  <a:lnTo>
                    <a:pt x="441180" y="5965746"/>
                  </a:lnTo>
                  <a:lnTo>
                    <a:pt x="441558" y="5965746"/>
                  </a:lnTo>
                  <a:lnTo>
                    <a:pt x="441811" y="5965746"/>
                  </a:lnTo>
                  <a:lnTo>
                    <a:pt x="441937" y="5965746"/>
                  </a:lnTo>
                  <a:lnTo>
                    <a:pt x="442189" y="5960466"/>
                  </a:lnTo>
                  <a:lnTo>
                    <a:pt x="442441" y="5960466"/>
                  </a:lnTo>
                  <a:lnTo>
                    <a:pt x="442567" y="5960466"/>
                  </a:lnTo>
                  <a:lnTo>
                    <a:pt x="442693" y="5960466"/>
                  </a:lnTo>
                  <a:lnTo>
                    <a:pt x="442945" y="5960466"/>
                  </a:lnTo>
                  <a:lnTo>
                    <a:pt x="443071" y="5960466"/>
                  </a:lnTo>
                  <a:lnTo>
                    <a:pt x="443324" y="5960466"/>
                  </a:lnTo>
                  <a:lnTo>
                    <a:pt x="443702" y="5960466"/>
                  </a:lnTo>
                  <a:lnTo>
                    <a:pt x="444080" y="5960466"/>
                  </a:lnTo>
                  <a:lnTo>
                    <a:pt x="444332" y="5960466"/>
                  </a:lnTo>
                  <a:lnTo>
                    <a:pt x="444584" y="5960466"/>
                  </a:lnTo>
                  <a:lnTo>
                    <a:pt x="445089" y="5960466"/>
                  </a:lnTo>
                  <a:lnTo>
                    <a:pt x="445215" y="5960466"/>
                  </a:lnTo>
                  <a:lnTo>
                    <a:pt x="445341" y="5960466"/>
                  </a:lnTo>
                  <a:lnTo>
                    <a:pt x="445467" y="5960466"/>
                  </a:lnTo>
                  <a:lnTo>
                    <a:pt x="445593" y="5960466"/>
                  </a:lnTo>
                  <a:lnTo>
                    <a:pt x="445845" y="5960466"/>
                  </a:lnTo>
                  <a:lnTo>
                    <a:pt x="445971" y="5960466"/>
                  </a:lnTo>
                  <a:lnTo>
                    <a:pt x="446097" y="5960466"/>
                  </a:lnTo>
                  <a:lnTo>
                    <a:pt x="446224" y="5960466"/>
                  </a:lnTo>
                  <a:lnTo>
                    <a:pt x="446350" y="5960466"/>
                  </a:lnTo>
                  <a:lnTo>
                    <a:pt x="446476" y="5960466"/>
                  </a:lnTo>
                  <a:lnTo>
                    <a:pt x="446728" y="5960466"/>
                  </a:lnTo>
                  <a:lnTo>
                    <a:pt x="446854" y="5960466"/>
                  </a:lnTo>
                  <a:lnTo>
                    <a:pt x="446980" y="5960466"/>
                  </a:lnTo>
                  <a:lnTo>
                    <a:pt x="447358" y="5960466"/>
                  </a:lnTo>
                  <a:lnTo>
                    <a:pt x="447484" y="5960466"/>
                  </a:lnTo>
                  <a:lnTo>
                    <a:pt x="447611" y="5955187"/>
                  </a:lnTo>
                  <a:lnTo>
                    <a:pt x="447863" y="5955187"/>
                  </a:lnTo>
                  <a:lnTo>
                    <a:pt x="447989" y="5955187"/>
                  </a:lnTo>
                  <a:lnTo>
                    <a:pt x="448115" y="5955187"/>
                  </a:lnTo>
                  <a:lnTo>
                    <a:pt x="448241" y="5955187"/>
                  </a:lnTo>
                  <a:lnTo>
                    <a:pt x="448367" y="5955187"/>
                  </a:lnTo>
                  <a:lnTo>
                    <a:pt x="448493" y="5955187"/>
                  </a:lnTo>
                  <a:lnTo>
                    <a:pt x="448619" y="5955187"/>
                  </a:lnTo>
                  <a:lnTo>
                    <a:pt x="448871" y="5955187"/>
                  </a:lnTo>
                  <a:lnTo>
                    <a:pt x="448998" y="5949907"/>
                  </a:lnTo>
                  <a:lnTo>
                    <a:pt x="449124" y="5949907"/>
                  </a:lnTo>
                  <a:lnTo>
                    <a:pt x="449376" y="5949907"/>
                  </a:lnTo>
                  <a:lnTo>
                    <a:pt x="449628" y="5949907"/>
                  </a:lnTo>
                  <a:lnTo>
                    <a:pt x="450258" y="5949907"/>
                  </a:lnTo>
                  <a:lnTo>
                    <a:pt x="450511" y="5949907"/>
                  </a:lnTo>
                  <a:lnTo>
                    <a:pt x="450763" y="5949907"/>
                  </a:lnTo>
                  <a:lnTo>
                    <a:pt x="450889" y="5949907"/>
                  </a:lnTo>
                  <a:lnTo>
                    <a:pt x="451393" y="5949907"/>
                  </a:lnTo>
                  <a:lnTo>
                    <a:pt x="451519" y="5949907"/>
                  </a:lnTo>
                  <a:lnTo>
                    <a:pt x="451898" y="5949907"/>
                  </a:lnTo>
                  <a:lnTo>
                    <a:pt x="452024" y="5949907"/>
                  </a:lnTo>
                  <a:lnTo>
                    <a:pt x="452402" y="5949907"/>
                  </a:lnTo>
                  <a:lnTo>
                    <a:pt x="452528" y="5949907"/>
                  </a:lnTo>
                  <a:lnTo>
                    <a:pt x="452654" y="5949907"/>
                  </a:lnTo>
                  <a:lnTo>
                    <a:pt x="452780" y="5949907"/>
                  </a:lnTo>
                  <a:lnTo>
                    <a:pt x="452906" y="5949907"/>
                  </a:lnTo>
                  <a:lnTo>
                    <a:pt x="453158" y="5949907"/>
                  </a:lnTo>
                  <a:lnTo>
                    <a:pt x="453284" y="5949907"/>
                  </a:lnTo>
                  <a:lnTo>
                    <a:pt x="453411" y="5949907"/>
                  </a:lnTo>
                  <a:lnTo>
                    <a:pt x="453537" y="5949907"/>
                  </a:lnTo>
                  <a:lnTo>
                    <a:pt x="453663" y="5949907"/>
                  </a:lnTo>
                  <a:lnTo>
                    <a:pt x="453915" y="5949907"/>
                  </a:lnTo>
                  <a:lnTo>
                    <a:pt x="454167" y="5949907"/>
                  </a:lnTo>
                  <a:lnTo>
                    <a:pt x="454293" y="5949907"/>
                  </a:lnTo>
                  <a:lnTo>
                    <a:pt x="454545" y="5949907"/>
                  </a:lnTo>
                  <a:lnTo>
                    <a:pt x="454545" y="5944628"/>
                  </a:lnTo>
                  <a:lnTo>
                    <a:pt x="454671" y="5944628"/>
                  </a:lnTo>
                  <a:lnTo>
                    <a:pt x="455050" y="5944628"/>
                  </a:lnTo>
                  <a:lnTo>
                    <a:pt x="455176" y="5944628"/>
                  </a:lnTo>
                  <a:lnTo>
                    <a:pt x="455302" y="5944628"/>
                  </a:lnTo>
                  <a:lnTo>
                    <a:pt x="455428" y="5944628"/>
                  </a:lnTo>
                  <a:lnTo>
                    <a:pt x="455680" y="5944628"/>
                  </a:lnTo>
                  <a:lnTo>
                    <a:pt x="455932" y="5944628"/>
                  </a:lnTo>
                  <a:lnTo>
                    <a:pt x="456058" y="5944628"/>
                  </a:lnTo>
                  <a:lnTo>
                    <a:pt x="456184" y="5944628"/>
                  </a:lnTo>
                  <a:lnTo>
                    <a:pt x="456437" y="5944628"/>
                  </a:lnTo>
                  <a:lnTo>
                    <a:pt x="456563" y="5944628"/>
                  </a:lnTo>
                  <a:lnTo>
                    <a:pt x="456689" y="5944628"/>
                  </a:lnTo>
                  <a:lnTo>
                    <a:pt x="456941" y="5944628"/>
                  </a:lnTo>
                  <a:lnTo>
                    <a:pt x="457067" y="5939348"/>
                  </a:lnTo>
                  <a:lnTo>
                    <a:pt x="457193" y="5939348"/>
                  </a:lnTo>
                  <a:lnTo>
                    <a:pt x="457571" y="5939348"/>
                  </a:lnTo>
                  <a:lnTo>
                    <a:pt x="457698" y="5939348"/>
                  </a:lnTo>
                  <a:lnTo>
                    <a:pt x="457950" y="5939348"/>
                  </a:lnTo>
                  <a:lnTo>
                    <a:pt x="458076" y="5939348"/>
                  </a:lnTo>
                  <a:lnTo>
                    <a:pt x="458202" y="5939348"/>
                  </a:lnTo>
                  <a:lnTo>
                    <a:pt x="458328" y="5939348"/>
                  </a:lnTo>
                  <a:lnTo>
                    <a:pt x="458454" y="5939348"/>
                  </a:lnTo>
                  <a:lnTo>
                    <a:pt x="458706" y="5939348"/>
                  </a:lnTo>
                  <a:lnTo>
                    <a:pt x="458958" y="5939348"/>
                  </a:lnTo>
                  <a:lnTo>
                    <a:pt x="459085" y="5939348"/>
                  </a:lnTo>
                  <a:lnTo>
                    <a:pt x="459211" y="5939348"/>
                  </a:lnTo>
                  <a:lnTo>
                    <a:pt x="459337" y="5939348"/>
                  </a:lnTo>
                  <a:lnTo>
                    <a:pt x="459841" y="5939348"/>
                  </a:lnTo>
                  <a:lnTo>
                    <a:pt x="460093" y="5939348"/>
                  </a:lnTo>
                  <a:lnTo>
                    <a:pt x="460219" y="5939348"/>
                  </a:lnTo>
                  <a:lnTo>
                    <a:pt x="460345" y="5939348"/>
                  </a:lnTo>
                  <a:lnTo>
                    <a:pt x="460598" y="5939348"/>
                  </a:lnTo>
                  <a:lnTo>
                    <a:pt x="460724" y="5939348"/>
                  </a:lnTo>
                  <a:lnTo>
                    <a:pt x="460850" y="5939348"/>
                  </a:lnTo>
                  <a:lnTo>
                    <a:pt x="460976" y="5939348"/>
                  </a:lnTo>
                  <a:lnTo>
                    <a:pt x="461102" y="5939348"/>
                  </a:lnTo>
                  <a:lnTo>
                    <a:pt x="461354" y="5939348"/>
                  </a:lnTo>
                  <a:lnTo>
                    <a:pt x="461732" y="5939348"/>
                  </a:lnTo>
                  <a:lnTo>
                    <a:pt x="461858" y="5939348"/>
                  </a:lnTo>
                  <a:lnTo>
                    <a:pt x="462111" y="5939348"/>
                  </a:lnTo>
                  <a:lnTo>
                    <a:pt x="462363" y="5939348"/>
                  </a:lnTo>
                  <a:lnTo>
                    <a:pt x="462741" y="5939348"/>
                  </a:lnTo>
                  <a:lnTo>
                    <a:pt x="462993" y="5939348"/>
                  </a:lnTo>
                  <a:lnTo>
                    <a:pt x="463119" y="5939348"/>
                  </a:lnTo>
                  <a:lnTo>
                    <a:pt x="463371" y="5939348"/>
                  </a:lnTo>
                  <a:lnTo>
                    <a:pt x="463498" y="5939348"/>
                  </a:lnTo>
                  <a:lnTo>
                    <a:pt x="464002" y="5939348"/>
                  </a:lnTo>
                  <a:lnTo>
                    <a:pt x="464128" y="5939348"/>
                  </a:lnTo>
                  <a:lnTo>
                    <a:pt x="464506" y="5939348"/>
                  </a:lnTo>
                  <a:lnTo>
                    <a:pt x="464758" y="5939348"/>
                  </a:lnTo>
                  <a:lnTo>
                    <a:pt x="465011" y="5939348"/>
                  </a:lnTo>
                  <a:lnTo>
                    <a:pt x="465137" y="5939348"/>
                  </a:lnTo>
                  <a:lnTo>
                    <a:pt x="465515" y="5939348"/>
                  </a:lnTo>
                  <a:lnTo>
                    <a:pt x="465767" y="5939348"/>
                  </a:lnTo>
                  <a:lnTo>
                    <a:pt x="465893" y="5939348"/>
                  </a:lnTo>
                  <a:lnTo>
                    <a:pt x="466019" y="5939348"/>
                  </a:lnTo>
                  <a:lnTo>
                    <a:pt x="466272" y="5939348"/>
                  </a:lnTo>
                  <a:lnTo>
                    <a:pt x="466524" y="5939348"/>
                  </a:lnTo>
                  <a:lnTo>
                    <a:pt x="466776" y="5939348"/>
                  </a:lnTo>
                  <a:lnTo>
                    <a:pt x="466902" y="5939348"/>
                  </a:lnTo>
                  <a:lnTo>
                    <a:pt x="467154" y="5939348"/>
                  </a:lnTo>
                  <a:lnTo>
                    <a:pt x="467280" y="5939348"/>
                  </a:lnTo>
                  <a:lnTo>
                    <a:pt x="467406" y="5939348"/>
                  </a:lnTo>
                  <a:lnTo>
                    <a:pt x="467532" y="5939348"/>
                  </a:lnTo>
                  <a:lnTo>
                    <a:pt x="467658" y="5939348"/>
                  </a:lnTo>
                  <a:lnTo>
                    <a:pt x="467785" y="5939348"/>
                  </a:lnTo>
                  <a:lnTo>
                    <a:pt x="467911" y="5939348"/>
                  </a:lnTo>
                  <a:lnTo>
                    <a:pt x="468037" y="5939348"/>
                  </a:lnTo>
                  <a:lnTo>
                    <a:pt x="468163" y="5939348"/>
                  </a:lnTo>
                  <a:lnTo>
                    <a:pt x="468289" y="5939348"/>
                  </a:lnTo>
                  <a:lnTo>
                    <a:pt x="468415" y="5939348"/>
                  </a:lnTo>
                  <a:lnTo>
                    <a:pt x="468667" y="5939348"/>
                  </a:lnTo>
                  <a:lnTo>
                    <a:pt x="468793" y="5939348"/>
                  </a:lnTo>
                  <a:lnTo>
                    <a:pt x="469172" y="5939348"/>
                  </a:lnTo>
                  <a:lnTo>
                    <a:pt x="469298" y="5939348"/>
                  </a:lnTo>
                  <a:lnTo>
                    <a:pt x="469424" y="5939348"/>
                  </a:lnTo>
                  <a:lnTo>
                    <a:pt x="469550" y="5939348"/>
                  </a:lnTo>
                  <a:lnTo>
                    <a:pt x="469802" y="5939348"/>
                  </a:lnTo>
                  <a:lnTo>
                    <a:pt x="470054" y="5939348"/>
                  </a:lnTo>
                  <a:lnTo>
                    <a:pt x="470180" y="5939348"/>
                  </a:lnTo>
                  <a:lnTo>
                    <a:pt x="470558" y="5939348"/>
                  </a:lnTo>
                  <a:lnTo>
                    <a:pt x="470685" y="5939348"/>
                  </a:lnTo>
                  <a:lnTo>
                    <a:pt x="471189" y="5939348"/>
                  </a:lnTo>
                  <a:lnTo>
                    <a:pt x="471315" y="5939348"/>
                  </a:lnTo>
                  <a:lnTo>
                    <a:pt x="471819" y="5939348"/>
                  </a:lnTo>
                  <a:lnTo>
                    <a:pt x="471945" y="5939348"/>
                  </a:lnTo>
                  <a:lnTo>
                    <a:pt x="472072" y="5939348"/>
                  </a:lnTo>
                  <a:lnTo>
                    <a:pt x="472198" y="5939348"/>
                  </a:lnTo>
                  <a:lnTo>
                    <a:pt x="472450" y="5939348"/>
                  </a:lnTo>
                  <a:lnTo>
                    <a:pt x="472576" y="5939348"/>
                  </a:lnTo>
                  <a:lnTo>
                    <a:pt x="472702" y="5939348"/>
                  </a:lnTo>
                  <a:lnTo>
                    <a:pt x="472828" y="5939348"/>
                  </a:lnTo>
                  <a:lnTo>
                    <a:pt x="472954" y="5939348"/>
                  </a:lnTo>
                  <a:lnTo>
                    <a:pt x="473206" y="5934069"/>
                  </a:lnTo>
                  <a:lnTo>
                    <a:pt x="473332" y="5934069"/>
                  </a:lnTo>
                  <a:lnTo>
                    <a:pt x="473963" y="5934069"/>
                  </a:lnTo>
                  <a:lnTo>
                    <a:pt x="474341" y="5934069"/>
                  </a:lnTo>
                  <a:lnTo>
                    <a:pt x="474467" y="5934069"/>
                  </a:lnTo>
                  <a:lnTo>
                    <a:pt x="474719" y="5934069"/>
                  </a:lnTo>
                  <a:lnTo>
                    <a:pt x="474972" y="5934069"/>
                  </a:lnTo>
                  <a:lnTo>
                    <a:pt x="475098" y="5934069"/>
                  </a:lnTo>
                  <a:lnTo>
                    <a:pt x="475476" y="5934069"/>
                  </a:lnTo>
                  <a:lnTo>
                    <a:pt x="475602" y="5934069"/>
                  </a:lnTo>
                  <a:lnTo>
                    <a:pt x="475854" y="5934069"/>
                  </a:lnTo>
                  <a:lnTo>
                    <a:pt x="475980" y="5934069"/>
                  </a:lnTo>
                  <a:lnTo>
                    <a:pt x="476106" y="5934069"/>
                  </a:lnTo>
                  <a:lnTo>
                    <a:pt x="476232" y="5934069"/>
                  </a:lnTo>
                  <a:lnTo>
                    <a:pt x="476611" y="5934069"/>
                  </a:lnTo>
                  <a:lnTo>
                    <a:pt x="476863" y="5934069"/>
                  </a:lnTo>
                  <a:lnTo>
                    <a:pt x="476989" y="5934069"/>
                  </a:lnTo>
                  <a:lnTo>
                    <a:pt x="477115" y="5934069"/>
                  </a:lnTo>
                  <a:lnTo>
                    <a:pt x="477493" y="5934069"/>
                  </a:lnTo>
                  <a:lnTo>
                    <a:pt x="477619" y="5934069"/>
                  </a:lnTo>
                  <a:lnTo>
                    <a:pt x="477872" y="5934069"/>
                  </a:lnTo>
                  <a:lnTo>
                    <a:pt x="477998" y="5934069"/>
                  </a:lnTo>
                  <a:lnTo>
                    <a:pt x="478124" y="5934069"/>
                  </a:lnTo>
                  <a:lnTo>
                    <a:pt x="478250" y="5934069"/>
                  </a:lnTo>
                  <a:lnTo>
                    <a:pt x="478376" y="5934069"/>
                  </a:lnTo>
                  <a:lnTo>
                    <a:pt x="478502" y="5934069"/>
                  </a:lnTo>
                  <a:lnTo>
                    <a:pt x="478628" y="5934069"/>
                  </a:lnTo>
                  <a:lnTo>
                    <a:pt x="478754" y="5934069"/>
                  </a:lnTo>
                  <a:lnTo>
                    <a:pt x="479006" y="5934069"/>
                  </a:lnTo>
                  <a:lnTo>
                    <a:pt x="479385" y="5934069"/>
                  </a:lnTo>
                  <a:lnTo>
                    <a:pt x="480141" y="5934069"/>
                  </a:lnTo>
                  <a:lnTo>
                    <a:pt x="480519" y="5934069"/>
                  </a:lnTo>
                  <a:lnTo>
                    <a:pt x="480772" y="5934069"/>
                  </a:lnTo>
                  <a:lnTo>
                    <a:pt x="480898" y="5934069"/>
                  </a:lnTo>
                  <a:lnTo>
                    <a:pt x="481024" y="5934069"/>
                  </a:lnTo>
                  <a:lnTo>
                    <a:pt x="481402" y="5934069"/>
                  </a:lnTo>
                  <a:lnTo>
                    <a:pt x="481654" y="5934069"/>
                  </a:lnTo>
                  <a:lnTo>
                    <a:pt x="481780" y="5934069"/>
                  </a:lnTo>
                  <a:lnTo>
                    <a:pt x="482159" y="5934069"/>
                  </a:lnTo>
                  <a:lnTo>
                    <a:pt x="482285" y="5934069"/>
                  </a:lnTo>
                  <a:lnTo>
                    <a:pt x="482915" y="5934069"/>
                  </a:lnTo>
                  <a:lnTo>
                    <a:pt x="483041" y="5934069"/>
                  </a:lnTo>
                  <a:lnTo>
                    <a:pt x="483546" y="5934069"/>
                  </a:lnTo>
                  <a:lnTo>
                    <a:pt x="483672" y="5934069"/>
                  </a:lnTo>
                  <a:lnTo>
                    <a:pt x="483798" y="5934069"/>
                  </a:lnTo>
                  <a:lnTo>
                    <a:pt x="484050" y="5934069"/>
                  </a:lnTo>
                  <a:lnTo>
                    <a:pt x="484176" y="5934069"/>
                  </a:lnTo>
                  <a:lnTo>
                    <a:pt x="484428" y="5934069"/>
                  </a:lnTo>
                  <a:lnTo>
                    <a:pt x="484554" y="5934069"/>
                  </a:lnTo>
                  <a:lnTo>
                    <a:pt x="484680" y="5934069"/>
                  </a:lnTo>
                  <a:lnTo>
                    <a:pt x="484932" y="5934069"/>
                  </a:lnTo>
                  <a:lnTo>
                    <a:pt x="485059" y="5934069"/>
                  </a:lnTo>
                  <a:lnTo>
                    <a:pt x="485437" y="5934069"/>
                  </a:lnTo>
                  <a:lnTo>
                    <a:pt x="485563" y="5934069"/>
                  </a:lnTo>
                  <a:lnTo>
                    <a:pt x="485815" y="5934069"/>
                  </a:lnTo>
                  <a:lnTo>
                    <a:pt x="486067" y="5934069"/>
                  </a:lnTo>
                  <a:lnTo>
                    <a:pt x="486319" y="5934069"/>
                  </a:lnTo>
                  <a:lnTo>
                    <a:pt x="486950" y="5934069"/>
                  </a:lnTo>
                  <a:lnTo>
                    <a:pt x="487076" y="5934069"/>
                  </a:lnTo>
                  <a:lnTo>
                    <a:pt x="487328" y="5934069"/>
                  </a:lnTo>
                  <a:lnTo>
                    <a:pt x="487580" y="5934069"/>
                  </a:lnTo>
                  <a:lnTo>
                    <a:pt x="488085" y="5934069"/>
                  </a:lnTo>
                  <a:lnTo>
                    <a:pt x="488337" y="5934069"/>
                  </a:lnTo>
                  <a:lnTo>
                    <a:pt x="488715" y="5928790"/>
                  </a:lnTo>
                  <a:lnTo>
                    <a:pt x="488841" y="5928790"/>
                  </a:lnTo>
                  <a:lnTo>
                    <a:pt x="488967" y="5928790"/>
                  </a:lnTo>
                  <a:lnTo>
                    <a:pt x="489598" y="5928790"/>
                  </a:lnTo>
                  <a:lnTo>
                    <a:pt x="489724" y="5928790"/>
                  </a:lnTo>
                  <a:lnTo>
                    <a:pt x="489976" y="5928790"/>
                  </a:lnTo>
                  <a:lnTo>
                    <a:pt x="490102" y="5928790"/>
                  </a:lnTo>
                  <a:lnTo>
                    <a:pt x="490228" y="5928790"/>
                  </a:lnTo>
                  <a:lnTo>
                    <a:pt x="490354" y="5928790"/>
                  </a:lnTo>
                  <a:lnTo>
                    <a:pt x="490480" y="5928790"/>
                  </a:lnTo>
                  <a:lnTo>
                    <a:pt x="490985" y="5923510"/>
                  </a:lnTo>
                  <a:lnTo>
                    <a:pt x="491111" y="5923510"/>
                  </a:lnTo>
                  <a:lnTo>
                    <a:pt x="491111" y="5918231"/>
                  </a:lnTo>
                  <a:lnTo>
                    <a:pt x="491489" y="5918231"/>
                  </a:lnTo>
                  <a:lnTo>
                    <a:pt x="491615" y="5918231"/>
                  </a:lnTo>
                  <a:lnTo>
                    <a:pt x="491741" y="5918231"/>
                  </a:lnTo>
                  <a:lnTo>
                    <a:pt x="491867" y="5918231"/>
                  </a:lnTo>
                  <a:lnTo>
                    <a:pt x="492119" y="5918231"/>
                  </a:lnTo>
                  <a:lnTo>
                    <a:pt x="492246" y="5918231"/>
                  </a:lnTo>
                  <a:lnTo>
                    <a:pt x="492624" y="5918231"/>
                  </a:lnTo>
                  <a:lnTo>
                    <a:pt x="492750" y="5918231"/>
                  </a:lnTo>
                  <a:lnTo>
                    <a:pt x="493002" y="5918231"/>
                  </a:lnTo>
                  <a:lnTo>
                    <a:pt x="493254" y="5918231"/>
                  </a:lnTo>
                  <a:lnTo>
                    <a:pt x="493380" y="5918231"/>
                  </a:lnTo>
                  <a:lnTo>
                    <a:pt x="493506" y="5918231"/>
                  </a:lnTo>
                  <a:lnTo>
                    <a:pt x="493633" y="5912951"/>
                  </a:lnTo>
                  <a:lnTo>
                    <a:pt x="493759" y="5912951"/>
                  </a:lnTo>
                  <a:lnTo>
                    <a:pt x="493885" y="5912951"/>
                  </a:lnTo>
                  <a:lnTo>
                    <a:pt x="494011" y="5912951"/>
                  </a:lnTo>
                  <a:lnTo>
                    <a:pt x="494137" y="5912951"/>
                  </a:lnTo>
                  <a:lnTo>
                    <a:pt x="494263" y="5912951"/>
                  </a:lnTo>
                  <a:lnTo>
                    <a:pt x="494515" y="5912951"/>
                  </a:lnTo>
                  <a:lnTo>
                    <a:pt x="494641" y="5912951"/>
                  </a:lnTo>
                  <a:lnTo>
                    <a:pt x="494893" y="5912951"/>
                  </a:lnTo>
                  <a:lnTo>
                    <a:pt x="494893" y="5907672"/>
                  </a:lnTo>
                  <a:lnTo>
                    <a:pt x="495146" y="5907672"/>
                  </a:lnTo>
                  <a:lnTo>
                    <a:pt x="495524" y="5907672"/>
                  </a:lnTo>
                  <a:lnTo>
                    <a:pt x="495650" y="5907672"/>
                  </a:lnTo>
                  <a:lnTo>
                    <a:pt x="495776" y="5907672"/>
                  </a:lnTo>
                  <a:lnTo>
                    <a:pt x="496028" y="5907672"/>
                  </a:lnTo>
                  <a:lnTo>
                    <a:pt x="496280" y="5907672"/>
                  </a:lnTo>
                  <a:lnTo>
                    <a:pt x="496406" y="5907672"/>
                  </a:lnTo>
                  <a:lnTo>
                    <a:pt x="496533" y="5907672"/>
                  </a:lnTo>
                  <a:lnTo>
                    <a:pt x="496659" y="5907672"/>
                  </a:lnTo>
                  <a:lnTo>
                    <a:pt x="496785" y="5907672"/>
                  </a:lnTo>
                  <a:lnTo>
                    <a:pt x="497037" y="5907672"/>
                  </a:lnTo>
                  <a:lnTo>
                    <a:pt x="497289" y="5907672"/>
                  </a:lnTo>
                  <a:lnTo>
                    <a:pt x="497415" y="5907672"/>
                  </a:lnTo>
                  <a:lnTo>
                    <a:pt x="497793" y="5907672"/>
                  </a:lnTo>
                  <a:lnTo>
                    <a:pt x="498298" y="5907672"/>
                  </a:lnTo>
                  <a:lnTo>
                    <a:pt x="498550" y="5907672"/>
                  </a:lnTo>
                  <a:lnTo>
                    <a:pt x="498676" y="5907672"/>
                  </a:lnTo>
                  <a:lnTo>
                    <a:pt x="498802" y="5907672"/>
                  </a:lnTo>
                  <a:lnTo>
                    <a:pt x="498928" y="5907672"/>
                  </a:lnTo>
                  <a:lnTo>
                    <a:pt x="499306" y="5907672"/>
                  </a:lnTo>
                  <a:lnTo>
                    <a:pt x="499433" y="5907672"/>
                  </a:lnTo>
                  <a:lnTo>
                    <a:pt x="499559" y="5907672"/>
                  </a:lnTo>
                  <a:lnTo>
                    <a:pt x="499685" y="5907672"/>
                  </a:lnTo>
                  <a:lnTo>
                    <a:pt x="499937" y="5907672"/>
                  </a:lnTo>
                  <a:lnTo>
                    <a:pt x="500063" y="5907672"/>
                  </a:lnTo>
                  <a:lnTo>
                    <a:pt x="500189" y="5907672"/>
                  </a:lnTo>
                  <a:lnTo>
                    <a:pt x="500315" y="5907672"/>
                  </a:lnTo>
                  <a:lnTo>
                    <a:pt x="500946" y="5907672"/>
                  </a:lnTo>
                  <a:lnTo>
                    <a:pt x="501072" y="5907672"/>
                  </a:lnTo>
                  <a:lnTo>
                    <a:pt x="501198" y="5907672"/>
                  </a:lnTo>
                  <a:lnTo>
                    <a:pt x="501324" y="5907672"/>
                  </a:lnTo>
                  <a:lnTo>
                    <a:pt x="501450" y="5907672"/>
                  </a:lnTo>
                  <a:lnTo>
                    <a:pt x="501576" y="5907672"/>
                  </a:lnTo>
                  <a:lnTo>
                    <a:pt x="501702" y="5907672"/>
                  </a:lnTo>
                  <a:lnTo>
                    <a:pt x="502080" y="5907672"/>
                  </a:lnTo>
                  <a:lnTo>
                    <a:pt x="502459" y="5907672"/>
                  </a:lnTo>
                  <a:lnTo>
                    <a:pt x="502585" y="5907672"/>
                  </a:lnTo>
                  <a:lnTo>
                    <a:pt x="502711" y="5907672"/>
                  </a:lnTo>
                  <a:lnTo>
                    <a:pt x="502837" y="5907672"/>
                  </a:lnTo>
                  <a:lnTo>
                    <a:pt x="502963" y="5907672"/>
                  </a:lnTo>
                  <a:lnTo>
                    <a:pt x="503341" y="5907672"/>
                  </a:lnTo>
                  <a:lnTo>
                    <a:pt x="503467" y="5907672"/>
                  </a:lnTo>
                  <a:lnTo>
                    <a:pt x="503593" y="5907672"/>
                  </a:lnTo>
                  <a:lnTo>
                    <a:pt x="504098" y="5907672"/>
                  </a:lnTo>
                  <a:lnTo>
                    <a:pt x="504224" y="5907672"/>
                  </a:lnTo>
                  <a:lnTo>
                    <a:pt x="504350" y="5907672"/>
                  </a:lnTo>
                  <a:lnTo>
                    <a:pt x="504476" y="5907672"/>
                  </a:lnTo>
                  <a:lnTo>
                    <a:pt x="504602" y="5907672"/>
                  </a:lnTo>
                  <a:lnTo>
                    <a:pt x="504728" y="5907672"/>
                  </a:lnTo>
                  <a:lnTo>
                    <a:pt x="504854" y="5907672"/>
                  </a:lnTo>
                  <a:lnTo>
                    <a:pt x="505106" y="5907672"/>
                  </a:lnTo>
                  <a:lnTo>
                    <a:pt x="505106" y="5902393"/>
                  </a:lnTo>
                  <a:lnTo>
                    <a:pt x="505233" y="5897113"/>
                  </a:lnTo>
                  <a:lnTo>
                    <a:pt x="505485" y="5897113"/>
                  </a:lnTo>
                  <a:lnTo>
                    <a:pt x="505611" y="5897113"/>
                  </a:lnTo>
                  <a:lnTo>
                    <a:pt x="505737" y="5897113"/>
                  </a:lnTo>
                  <a:lnTo>
                    <a:pt x="506115" y="5897113"/>
                  </a:lnTo>
                  <a:lnTo>
                    <a:pt x="506241" y="5897113"/>
                  </a:lnTo>
                  <a:lnTo>
                    <a:pt x="506493" y="5891834"/>
                  </a:lnTo>
                  <a:lnTo>
                    <a:pt x="506620" y="5891834"/>
                  </a:lnTo>
                  <a:lnTo>
                    <a:pt x="506872" y="5891834"/>
                  </a:lnTo>
                  <a:lnTo>
                    <a:pt x="507124" y="5891834"/>
                  </a:lnTo>
                  <a:lnTo>
                    <a:pt x="507502" y="5891834"/>
                  </a:lnTo>
                  <a:lnTo>
                    <a:pt x="507628" y="5891834"/>
                  </a:lnTo>
                  <a:lnTo>
                    <a:pt x="507880" y="5891834"/>
                  </a:lnTo>
                  <a:lnTo>
                    <a:pt x="508259" y="5891834"/>
                  </a:lnTo>
                  <a:lnTo>
                    <a:pt x="508511" y="5891834"/>
                  </a:lnTo>
                  <a:lnTo>
                    <a:pt x="508637" y="5891834"/>
                  </a:lnTo>
                  <a:lnTo>
                    <a:pt x="508763" y="5891834"/>
                  </a:lnTo>
                  <a:lnTo>
                    <a:pt x="508889" y="5891834"/>
                  </a:lnTo>
                  <a:lnTo>
                    <a:pt x="509015" y="5891834"/>
                  </a:lnTo>
                  <a:lnTo>
                    <a:pt x="509141" y="5891834"/>
                  </a:lnTo>
                  <a:lnTo>
                    <a:pt x="509267" y="5891834"/>
                  </a:lnTo>
                  <a:lnTo>
                    <a:pt x="509898" y="5891834"/>
                  </a:lnTo>
                  <a:lnTo>
                    <a:pt x="510024" y="5891834"/>
                  </a:lnTo>
                  <a:lnTo>
                    <a:pt x="510150" y="5891834"/>
                  </a:lnTo>
                  <a:lnTo>
                    <a:pt x="510276" y="5891834"/>
                  </a:lnTo>
                  <a:lnTo>
                    <a:pt x="510402" y="5891834"/>
                  </a:lnTo>
                  <a:lnTo>
                    <a:pt x="510528" y="5891834"/>
                  </a:lnTo>
                  <a:lnTo>
                    <a:pt x="510654" y="5891834"/>
                  </a:lnTo>
                  <a:lnTo>
                    <a:pt x="510907" y="5891834"/>
                  </a:lnTo>
                  <a:lnTo>
                    <a:pt x="511033" y="5891834"/>
                  </a:lnTo>
                  <a:lnTo>
                    <a:pt x="511159" y="5891834"/>
                  </a:lnTo>
                  <a:lnTo>
                    <a:pt x="511159" y="5886554"/>
                  </a:lnTo>
                  <a:lnTo>
                    <a:pt x="511285" y="5886554"/>
                  </a:lnTo>
                  <a:lnTo>
                    <a:pt x="511411" y="5886554"/>
                  </a:lnTo>
                  <a:lnTo>
                    <a:pt x="511537" y="5886554"/>
                  </a:lnTo>
                  <a:lnTo>
                    <a:pt x="511915" y="5886554"/>
                  </a:lnTo>
                  <a:lnTo>
                    <a:pt x="512041" y="5886554"/>
                  </a:lnTo>
                  <a:lnTo>
                    <a:pt x="512293" y="5886554"/>
                  </a:lnTo>
                  <a:lnTo>
                    <a:pt x="512420" y="5886554"/>
                  </a:lnTo>
                  <a:lnTo>
                    <a:pt x="512798" y="5886554"/>
                  </a:lnTo>
                  <a:lnTo>
                    <a:pt x="513050" y="5886554"/>
                  </a:lnTo>
                  <a:lnTo>
                    <a:pt x="513176" y="5886554"/>
                  </a:lnTo>
                  <a:lnTo>
                    <a:pt x="513428" y="5886554"/>
                  </a:lnTo>
                  <a:lnTo>
                    <a:pt x="513554" y="5886554"/>
                  </a:lnTo>
                  <a:lnTo>
                    <a:pt x="513807" y="5881275"/>
                  </a:lnTo>
                  <a:lnTo>
                    <a:pt x="514059" y="5881275"/>
                  </a:lnTo>
                  <a:lnTo>
                    <a:pt x="514185" y="5881275"/>
                  </a:lnTo>
                  <a:lnTo>
                    <a:pt x="514311" y="5881275"/>
                  </a:lnTo>
                  <a:lnTo>
                    <a:pt x="514815" y="5881275"/>
                  </a:lnTo>
                  <a:lnTo>
                    <a:pt x="514941" y="5881275"/>
                  </a:lnTo>
                  <a:lnTo>
                    <a:pt x="515067" y="5881275"/>
                  </a:lnTo>
                  <a:lnTo>
                    <a:pt x="515194" y="5881275"/>
                  </a:lnTo>
                  <a:lnTo>
                    <a:pt x="515320" y="5881275"/>
                  </a:lnTo>
                  <a:lnTo>
                    <a:pt x="515572" y="5881275"/>
                  </a:lnTo>
                  <a:lnTo>
                    <a:pt x="515698" y="5881275"/>
                  </a:lnTo>
                  <a:lnTo>
                    <a:pt x="516202" y="5881275"/>
                  </a:lnTo>
                  <a:lnTo>
                    <a:pt x="516328" y="5881275"/>
                  </a:lnTo>
                  <a:lnTo>
                    <a:pt x="516454" y="5881275"/>
                  </a:lnTo>
                  <a:lnTo>
                    <a:pt x="516833" y="5881275"/>
                  </a:lnTo>
                  <a:lnTo>
                    <a:pt x="517085" y="5881275"/>
                  </a:lnTo>
                  <a:lnTo>
                    <a:pt x="517211" y="5875995"/>
                  </a:lnTo>
                  <a:lnTo>
                    <a:pt x="517463" y="5875995"/>
                  </a:lnTo>
                  <a:lnTo>
                    <a:pt x="518094" y="5875995"/>
                  </a:lnTo>
                  <a:lnTo>
                    <a:pt x="518220" y="5875995"/>
                  </a:lnTo>
                  <a:lnTo>
                    <a:pt x="518598" y="5875995"/>
                  </a:lnTo>
                  <a:lnTo>
                    <a:pt x="518850" y="5875995"/>
                  </a:lnTo>
                  <a:lnTo>
                    <a:pt x="519102" y="5875995"/>
                  </a:lnTo>
                  <a:lnTo>
                    <a:pt x="519354" y="5875995"/>
                  </a:lnTo>
                  <a:lnTo>
                    <a:pt x="519607" y="5875995"/>
                  </a:lnTo>
                  <a:lnTo>
                    <a:pt x="519985" y="5875995"/>
                  </a:lnTo>
                  <a:lnTo>
                    <a:pt x="520111" y="5875995"/>
                  </a:lnTo>
                  <a:lnTo>
                    <a:pt x="520237" y="5875995"/>
                  </a:lnTo>
                  <a:lnTo>
                    <a:pt x="520489" y="5875995"/>
                  </a:lnTo>
                  <a:lnTo>
                    <a:pt x="520615" y="5875995"/>
                  </a:lnTo>
                  <a:lnTo>
                    <a:pt x="520741" y="5875995"/>
                  </a:lnTo>
                  <a:lnTo>
                    <a:pt x="520994" y="5875995"/>
                  </a:lnTo>
                  <a:lnTo>
                    <a:pt x="521120" y="5875995"/>
                  </a:lnTo>
                  <a:lnTo>
                    <a:pt x="521624" y="5875995"/>
                  </a:lnTo>
                  <a:lnTo>
                    <a:pt x="521876" y="5875995"/>
                  </a:lnTo>
                  <a:lnTo>
                    <a:pt x="522507" y="5875995"/>
                  </a:lnTo>
                  <a:lnTo>
                    <a:pt x="522633" y="5875995"/>
                  </a:lnTo>
                  <a:lnTo>
                    <a:pt x="522885" y="5875995"/>
                  </a:lnTo>
                  <a:lnTo>
                    <a:pt x="523137" y="5875995"/>
                  </a:lnTo>
                  <a:lnTo>
                    <a:pt x="523515" y="5875995"/>
                  </a:lnTo>
                  <a:lnTo>
                    <a:pt x="523641" y="5875995"/>
                  </a:lnTo>
                  <a:lnTo>
                    <a:pt x="523894" y="5875995"/>
                  </a:lnTo>
                  <a:lnTo>
                    <a:pt x="524020" y="5875995"/>
                  </a:lnTo>
                  <a:lnTo>
                    <a:pt x="524146" y="5875995"/>
                  </a:lnTo>
                  <a:lnTo>
                    <a:pt x="524398" y="5875995"/>
                  </a:lnTo>
                  <a:lnTo>
                    <a:pt x="524524" y="5875995"/>
                  </a:lnTo>
                  <a:lnTo>
                    <a:pt x="524650" y="5875995"/>
                  </a:lnTo>
                  <a:lnTo>
                    <a:pt x="524776" y="5875995"/>
                  </a:lnTo>
                  <a:lnTo>
                    <a:pt x="525154" y="5875995"/>
                  </a:lnTo>
                  <a:lnTo>
                    <a:pt x="525533" y="5875995"/>
                  </a:lnTo>
                  <a:lnTo>
                    <a:pt x="525659" y="5875995"/>
                  </a:lnTo>
                  <a:lnTo>
                    <a:pt x="525785" y="5875995"/>
                  </a:lnTo>
                  <a:lnTo>
                    <a:pt x="526037" y="5875995"/>
                  </a:lnTo>
                  <a:lnTo>
                    <a:pt x="526415" y="5875995"/>
                  </a:lnTo>
                  <a:lnTo>
                    <a:pt x="526794" y="5875995"/>
                  </a:lnTo>
                  <a:lnTo>
                    <a:pt x="527172" y="5875995"/>
                  </a:lnTo>
                  <a:lnTo>
                    <a:pt x="527298" y="5870716"/>
                  </a:lnTo>
                  <a:lnTo>
                    <a:pt x="527424" y="5870716"/>
                  </a:lnTo>
                  <a:lnTo>
                    <a:pt x="527550" y="5870716"/>
                  </a:lnTo>
                  <a:lnTo>
                    <a:pt x="527802" y="5870716"/>
                  </a:lnTo>
                  <a:lnTo>
                    <a:pt x="527928" y="5870716"/>
                  </a:lnTo>
                  <a:lnTo>
                    <a:pt x="528054" y="5870716"/>
                  </a:lnTo>
                  <a:lnTo>
                    <a:pt x="528307" y="5870716"/>
                  </a:lnTo>
                  <a:lnTo>
                    <a:pt x="528559" y="5870716"/>
                  </a:lnTo>
                  <a:lnTo>
                    <a:pt x="529063" y="5865437"/>
                  </a:lnTo>
                  <a:lnTo>
                    <a:pt x="529189" y="5865437"/>
                  </a:lnTo>
                  <a:lnTo>
                    <a:pt x="529315" y="5865437"/>
                  </a:lnTo>
                  <a:lnTo>
                    <a:pt x="529441" y="5865437"/>
                  </a:lnTo>
                  <a:lnTo>
                    <a:pt x="529567" y="5865437"/>
                  </a:lnTo>
                  <a:lnTo>
                    <a:pt x="529820" y="5865437"/>
                  </a:lnTo>
                  <a:lnTo>
                    <a:pt x="529946" y="5865437"/>
                  </a:lnTo>
                  <a:lnTo>
                    <a:pt x="530198" y="5865437"/>
                  </a:lnTo>
                  <a:lnTo>
                    <a:pt x="530450" y="5865437"/>
                  </a:lnTo>
                  <a:lnTo>
                    <a:pt x="530576" y="5865437"/>
                  </a:lnTo>
                  <a:lnTo>
                    <a:pt x="530702" y="5865437"/>
                  </a:lnTo>
                  <a:lnTo>
                    <a:pt x="530954" y="5865437"/>
                  </a:lnTo>
                  <a:lnTo>
                    <a:pt x="531081" y="5865437"/>
                  </a:lnTo>
                  <a:lnTo>
                    <a:pt x="531333" y="5865437"/>
                  </a:lnTo>
                  <a:lnTo>
                    <a:pt x="531459" y="5865437"/>
                  </a:lnTo>
                  <a:lnTo>
                    <a:pt x="531585" y="5865437"/>
                  </a:lnTo>
                  <a:lnTo>
                    <a:pt x="531711" y="5865437"/>
                  </a:lnTo>
                  <a:lnTo>
                    <a:pt x="531837" y="5865437"/>
                  </a:lnTo>
                  <a:lnTo>
                    <a:pt x="531963" y="5865437"/>
                  </a:lnTo>
                  <a:lnTo>
                    <a:pt x="532089" y="5865437"/>
                  </a:lnTo>
                  <a:lnTo>
                    <a:pt x="532215" y="5865437"/>
                  </a:lnTo>
                  <a:lnTo>
                    <a:pt x="532341" y="5865437"/>
                  </a:lnTo>
                  <a:lnTo>
                    <a:pt x="532594" y="5865437"/>
                  </a:lnTo>
                  <a:lnTo>
                    <a:pt x="532720" y="5865437"/>
                  </a:lnTo>
                  <a:lnTo>
                    <a:pt x="532846" y="5865437"/>
                  </a:lnTo>
                  <a:lnTo>
                    <a:pt x="532972" y="5865437"/>
                  </a:lnTo>
                  <a:lnTo>
                    <a:pt x="533224" y="5865437"/>
                  </a:lnTo>
                  <a:lnTo>
                    <a:pt x="533350" y="5865437"/>
                  </a:lnTo>
                  <a:lnTo>
                    <a:pt x="533728" y="5865437"/>
                  </a:lnTo>
                  <a:lnTo>
                    <a:pt x="533728" y="5860157"/>
                  </a:lnTo>
                  <a:lnTo>
                    <a:pt x="533854" y="5860157"/>
                  </a:lnTo>
                  <a:lnTo>
                    <a:pt x="534485" y="5860157"/>
                  </a:lnTo>
                  <a:lnTo>
                    <a:pt x="534611" y="5860157"/>
                  </a:lnTo>
                  <a:lnTo>
                    <a:pt x="534863" y="5860157"/>
                  </a:lnTo>
                  <a:lnTo>
                    <a:pt x="535115" y="5860157"/>
                  </a:lnTo>
                  <a:lnTo>
                    <a:pt x="535241" y="5860157"/>
                  </a:lnTo>
                  <a:lnTo>
                    <a:pt x="535368" y="5860157"/>
                  </a:lnTo>
                  <a:lnTo>
                    <a:pt x="535494" y="5860157"/>
                  </a:lnTo>
                  <a:lnTo>
                    <a:pt x="535746" y="5860157"/>
                  </a:lnTo>
                  <a:lnTo>
                    <a:pt x="535872" y="5860157"/>
                  </a:lnTo>
                  <a:lnTo>
                    <a:pt x="535998" y="5860157"/>
                  </a:lnTo>
                  <a:lnTo>
                    <a:pt x="536124" y="5860157"/>
                  </a:lnTo>
                  <a:lnTo>
                    <a:pt x="536250" y="5860157"/>
                  </a:lnTo>
                  <a:lnTo>
                    <a:pt x="536376" y="5860157"/>
                  </a:lnTo>
                  <a:lnTo>
                    <a:pt x="536628" y="5860157"/>
                  </a:lnTo>
                  <a:lnTo>
                    <a:pt x="536754" y="5860157"/>
                  </a:lnTo>
                  <a:lnTo>
                    <a:pt x="536881" y="5860157"/>
                  </a:lnTo>
                  <a:lnTo>
                    <a:pt x="537133" y="5860157"/>
                  </a:lnTo>
                  <a:lnTo>
                    <a:pt x="537133" y="5854878"/>
                  </a:lnTo>
                  <a:lnTo>
                    <a:pt x="537259" y="5854878"/>
                  </a:lnTo>
                  <a:lnTo>
                    <a:pt x="537385" y="5854878"/>
                  </a:lnTo>
                  <a:lnTo>
                    <a:pt x="537763" y="5854878"/>
                  </a:lnTo>
                  <a:lnTo>
                    <a:pt x="537889" y="5854878"/>
                  </a:lnTo>
                  <a:lnTo>
                    <a:pt x="538015" y="5854878"/>
                  </a:lnTo>
                  <a:lnTo>
                    <a:pt x="538394" y="5854878"/>
                  </a:lnTo>
                  <a:lnTo>
                    <a:pt x="538772" y="5854878"/>
                  </a:lnTo>
                  <a:lnTo>
                    <a:pt x="538898" y="5854878"/>
                  </a:lnTo>
                  <a:lnTo>
                    <a:pt x="539276" y="5854878"/>
                  </a:lnTo>
                  <a:lnTo>
                    <a:pt x="539402" y="5854878"/>
                  </a:lnTo>
                  <a:lnTo>
                    <a:pt x="540033" y="5854878"/>
                  </a:lnTo>
                  <a:lnTo>
                    <a:pt x="540159" y="5854878"/>
                  </a:lnTo>
                  <a:lnTo>
                    <a:pt x="540411" y="5854878"/>
                  </a:lnTo>
                  <a:lnTo>
                    <a:pt x="540537" y="5854878"/>
                  </a:lnTo>
                  <a:lnTo>
                    <a:pt x="540663" y="5854878"/>
                  </a:lnTo>
                  <a:lnTo>
                    <a:pt x="540789" y="5854878"/>
                  </a:lnTo>
                  <a:lnTo>
                    <a:pt x="540915" y="5854878"/>
                  </a:lnTo>
                  <a:lnTo>
                    <a:pt x="541041" y="5854878"/>
                  </a:lnTo>
                  <a:lnTo>
                    <a:pt x="541168" y="5854878"/>
                  </a:lnTo>
                  <a:lnTo>
                    <a:pt x="541420" y="5854878"/>
                  </a:lnTo>
                  <a:lnTo>
                    <a:pt x="541546" y="5854878"/>
                  </a:lnTo>
                  <a:lnTo>
                    <a:pt x="541672" y="5854878"/>
                  </a:lnTo>
                  <a:lnTo>
                    <a:pt x="541798" y="5854878"/>
                  </a:lnTo>
                  <a:lnTo>
                    <a:pt x="541924" y="5854878"/>
                  </a:lnTo>
                  <a:lnTo>
                    <a:pt x="542050" y="5854878"/>
                  </a:lnTo>
                  <a:lnTo>
                    <a:pt x="542176" y="5854878"/>
                  </a:lnTo>
                  <a:lnTo>
                    <a:pt x="542302" y="5854878"/>
                  </a:lnTo>
                  <a:lnTo>
                    <a:pt x="542555" y="5854878"/>
                  </a:lnTo>
                  <a:lnTo>
                    <a:pt x="542933" y="5854878"/>
                  </a:lnTo>
                  <a:lnTo>
                    <a:pt x="543437" y="5854878"/>
                  </a:lnTo>
                  <a:lnTo>
                    <a:pt x="543689" y="5854878"/>
                  </a:lnTo>
                  <a:lnTo>
                    <a:pt x="544194" y="5854878"/>
                  </a:lnTo>
                  <a:lnTo>
                    <a:pt x="544320" y="5854878"/>
                  </a:lnTo>
                  <a:lnTo>
                    <a:pt x="544572" y="5849598"/>
                  </a:lnTo>
                  <a:lnTo>
                    <a:pt x="544950" y="5849598"/>
                  </a:lnTo>
                  <a:lnTo>
                    <a:pt x="545076" y="5849598"/>
                  </a:lnTo>
                  <a:lnTo>
                    <a:pt x="545455" y="5849598"/>
                  </a:lnTo>
                  <a:lnTo>
                    <a:pt x="545581" y="5849598"/>
                  </a:lnTo>
                  <a:lnTo>
                    <a:pt x="545707" y="5849598"/>
                  </a:lnTo>
                  <a:lnTo>
                    <a:pt x="545833" y="5849598"/>
                  </a:lnTo>
                  <a:lnTo>
                    <a:pt x="545959" y="5849598"/>
                  </a:lnTo>
                  <a:lnTo>
                    <a:pt x="546085" y="5849598"/>
                  </a:lnTo>
                  <a:lnTo>
                    <a:pt x="546968" y="5849598"/>
                  </a:lnTo>
                  <a:lnTo>
                    <a:pt x="547346" y="5849598"/>
                  </a:lnTo>
                  <a:lnTo>
                    <a:pt x="547598" y="5849598"/>
                  </a:lnTo>
                  <a:lnTo>
                    <a:pt x="547850" y="5849598"/>
                  </a:lnTo>
                  <a:lnTo>
                    <a:pt x="548102" y="5849598"/>
                  </a:lnTo>
                  <a:lnTo>
                    <a:pt x="548228" y="5849598"/>
                  </a:lnTo>
                  <a:lnTo>
                    <a:pt x="548481" y="5849598"/>
                  </a:lnTo>
                  <a:lnTo>
                    <a:pt x="548607" y="5849598"/>
                  </a:lnTo>
                  <a:lnTo>
                    <a:pt x="548733" y="5849598"/>
                  </a:lnTo>
                  <a:lnTo>
                    <a:pt x="548859" y="5849598"/>
                  </a:lnTo>
                  <a:lnTo>
                    <a:pt x="549237" y="5849598"/>
                  </a:lnTo>
                  <a:lnTo>
                    <a:pt x="549742" y="5849598"/>
                  </a:lnTo>
                  <a:lnTo>
                    <a:pt x="549868" y="5849598"/>
                  </a:lnTo>
                  <a:lnTo>
                    <a:pt x="549994" y="5849598"/>
                  </a:lnTo>
                  <a:lnTo>
                    <a:pt x="550120" y="5849598"/>
                  </a:lnTo>
                  <a:lnTo>
                    <a:pt x="550498" y="5849598"/>
                  </a:lnTo>
                  <a:lnTo>
                    <a:pt x="550750" y="5849598"/>
                  </a:lnTo>
                  <a:lnTo>
                    <a:pt x="550876" y="5849598"/>
                  </a:lnTo>
                  <a:lnTo>
                    <a:pt x="551128" y="5849598"/>
                  </a:lnTo>
                  <a:lnTo>
                    <a:pt x="551128" y="5844319"/>
                  </a:lnTo>
                  <a:lnTo>
                    <a:pt x="551255" y="5844319"/>
                  </a:lnTo>
                  <a:lnTo>
                    <a:pt x="551381" y="5844319"/>
                  </a:lnTo>
                  <a:lnTo>
                    <a:pt x="551507" y="5844319"/>
                  </a:lnTo>
                  <a:lnTo>
                    <a:pt x="551759" y="5844319"/>
                  </a:lnTo>
                  <a:lnTo>
                    <a:pt x="552011" y="5844319"/>
                  </a:lnTo>
                  <a:lnTo>
                    <a:pt x="552137" y="5844319"/>
                  </a:lnTo>
                  <a:lnTo>
                    <a:pt x="552389" y="5844319"/>
                  </a:lnTo>
                  <a:lnTo>
                    <a:pt x="552515" y="5844319"/>
                  </a:lnTo>
                  <a:lnTo>
                    <a:pt x="552642" y="5844319"/>
                  </a:lnTo>
                  <a:lnTo>
                    <a:pt x="553020" y="5844319"/>
                  </a:lnTo>
                  <a:lnTo>
                    <a:pt x="553524" y="5844319"/>
                  </a:lnTo>
                  <a:lnTo>
                    <a:pt x="553776" y="5844319"/>
                  </a:lnTo>
                  <a:lnTo>
                    <a:pt x="554028" y="5844319"/>
                  </a:lnTo>
                  <a:lnTo>
                    <a:pt x="554407" y="5844319"/>
                  </a:lnTo>
                  <a:lnTo>
                    <a:pt x="554533" y="5844319"/>
                  </a:lnTo>
                  <a:lnTo>
                    <a:pt x="554659" y="5844319"/>
                  </a:lnTo>
                  <a:lnTo>
                    <a:pt x="554785" y="5844319"/>
                  </a:lnTo>
                  <a:lnTo>
                    <a:pt x="555037" y="5844319"/>
                  </a:lnTo>
                  <a:lnTo>
                    <a:pt x="555163" y="5844319"/>
                  </a:lnTo>
                  <a:lnTo>
                    <a:pt x="555415" y="5844319"/>
                  </a:lnTo>
                  <a:lnTo>
                    <a:pt x="555668" y="5844319"/>
                  </a:lnTo>
                  <a:lnTo>
                    <a:pt x="556172" y="5844319"/>
                  </a:lnTo>
                  <a:lnTo>
                    <a:pt x="556298" y="5844319"/>
                  </a:lnTo>
                  <a:lnTo>
                    <a:pt x="556676" y="5844319"/>
                  </a:lnTo>
                  <a:lnTo>
                    <a:pt x="556802" y="5844319"/>
                  </a:lnTo>
                  <a:lnTo>
                    <a:pt x="557055" y="5844319"/>
                  </a:lnTo>
                  <a:lnTo>
                    <a:pt x="557307" y="5844319"/>
                  </a:lnTo>
                  <a:lnTo>
                    <a:pt x="557811" y="5844319"/>
                  </a:lnTo>
                  <a:lnTo>
                    <a:pt x="558315" y="5844319"/>
                  </a:lnTo>
                  <a:lnTo>
                    <a:pt x="558568" y="5844319"/>
                  </a:lnTo>
                  <a:lnTo>
                    <a:pt x="558694" y="5844319"/>
                  </a:lnTo>
                  <a:lnTo>
                    <a:pt x="559072" y="5844319"/>
                  </a:lnTo>
                  <a:lnTo>
                    <a:pt x="559450" y="5844319"/>
                  </a:lnTo>
                  <a:lnTo>
                    <a:pt x="559829" y="5844319"/>
                  </a:lnTo>
                  <a:lnTo>
                    <a:pt x="559955" y="5839039"/>
                  </a:lnTo>
                  <a:lnTo>
                    <a:pt x="560333" y="5839039"/>
                  </a:lnTo>
                  <a:lnTo>
                    <a:pt x="560459" y="5839039"/>
                  </a:lnTo>
                  <a:lnTo>
                    <a:pt x="560585" y="5839039"/>
                  </a:lnTo>
                  <a:lnTo>
                    <a:pt x="560963" y="5839039"/>
                  </a:lnTo>
                  <a:lnTo>
                    <a:pt x="561215" y="5839039"/>
                  </a:lnTo>
                  <a:lnTo>
                    <a:pt x="561342" y="5839039"/>
                  </a:lnTo>
                  <a:lnTo>
                    <a:pt x="561846" y="5839039"/>
                  </a:lnTo>
                  <a:lnTo>
                    <a:pt x="562098" y="5839039"/>
                  </a:lnTo>
                  <a:lnTo>
                    <a:pt x="562350" y="5839039"/>
                  </a:lnTo>
                  <a:lnTo>
                    <a:pt x="562602" y="5839039"/>
                  </a:lnTo>
                  <a:lnTo>
                    <a:pt x="562855" y="5839039"/>
                  </a:lnTo>
                  <a:lnTo>
                    <a:pt x="562981" y="5839039"/>
                  </a:lnTo>
                  <a:lnTo>
                    <a:pt x="563107" y="5839039"/>
                  </a:lnTo>
                  <a:lnTo>
                    <a:pt x="563485" y="5839039"/>
                  </a:lnTo>
                  <a:lnTo>
                    <a:pt x="563989" y="5839039"/>
                  </a:lnTo>
                  <a:lnTo>
                    <a:pt x="564115" y="5839039"/>
                  </a:lnTo>
                  <a:lnTo>
                    <a:pt x="564620" y="5839039"/>
                  </a:lnTo>
                  <a:lnTo>
                    <a:pt x="564746" y="5839039"/>
                  </a:lnTo>
                  <a:lnTo>
                    <a:pt x="564872" y="5839039"/>
                  </a:lnTo>
                  <a:lnTo>
                    <a:pt x="565250" y="5839039"/>
                  </a:lnTo>
                  <a:lnTo>
                    <a:pt x="565376" y="5839039"/>
                  </a:lnTo>
                  <a:lnTo>
                    <a:pt x="565629" y="5839039"/>
                  </a:lnTo>
                  <a:lnTo>
                    <a:pt x="565881" y="5839039"/>
                  </a:lnTo>
                  <a:lnTo>
                    <a:pt x="566889" y="5839039"/>
                  </a:lnTo>
                  <a:lnTo>
                    <a:pt x="567016" y="5839039"/>
                  </a:lnTo>
                  <a:lnTo>
                    <a:pt x="567394" y="5839039"/>
                  </a:lnTo>
                  <a:lnTo>
                    <a:pt x="567520" y="5839039"/>
                  </a:lnTo>
                  <a:lnTo>
                    <a:pt x="567646" y="5839039"/>
                  </a:lnTo>
                  <a:lnTo>
                    <a:pt x="567772" y="5839039"/>
                  </a:lnTo>
                  <a:lnTo>
                    <a:pt x="567898" y="5839039"/>
                  </a:lnTo>
                  <a:lnTo>
                    <a:pt x="568024" y="5839039"/>
                  </a:lnTo>
                  <a:lnTo>
                    <a:pt x="568276" y="5839039"/>
                  </a:lnTo>
                  <a:lnTo>
                    <a:pt x="568529" y="5839039"/>
                  </a:lnTo>
                  <a:lnTo>
                    <a:pt x="568907" y="5839039"/>
                  </a:lnTo>
                  <a:lnTo>
                    <a:pt x="569033" y="5839039"/>
                  </a:lnTo>
                  <a:lnTo>
                    <a:pt x="569411" y="5839039"/>
                  </a:lnTo>
                  <a:lnTo>
                    <a:pt x="569789" y="5839039"/>
                  </a:lnTo>
                  <a:lnTo>
                    <a:pt x="570042" y="5839039"/>
                  </a:lnTo>
                  <a:lnTo>
                    <a:pt x="570546" y="5839039"/>
                  </a:lnTo>
                  <a:lnTo>
                    <a:pt x="570924" y="5839039"/>
                  </a:lnTo>
                  <a:lnTo>
                    <a:pt x="571050" y="5839039"/>
                  </a:lnTo>
                  <a:lnTo>
                    <a:pt x="571176" y="5839039"/>
                  </a:lnTo>
                  <a:lnTo>
                    <a:pt x="571302" y="5839039"/>
                  </a:lnTo>
                  <a:lnTo>
                    <a:pt x="571681" y="5839039"/>
                  </a:lnTo>
                  <a:lnTo>
                    <a:pt x="571807" y="5839039"/>
                  </a:lnTo>
                  <a:lnTo>
                    <a:pt x="571933" y="5839039"/>
                  </a:lnTo>
                  <a:lnTo>
                    <a:pt x="572059" y="5839039"/>
                  </a:lnTo>
                  <a:lnTo>
                    <a:pt x="572185" y="5839039"/>
                  </a:lnTo>
                  <a:lnTo>
                    <a:pt x="572689" y="5839039"/>
                  </a:lnTo>
                  <a:lnTo>
                    <a:pt x="572816" y="5839039"/>
                  </a:lnTo>
                  <a:lnTo>
                    <a:pt x="573068" y="5839039"/>
                  </a:lnTo>
                  <a:lnTo>
                    <a:pt x="573194" y="5839039"/>
                  </a:lnTo>
                  <a:lnTo>
                    <a:pt x="573446" y="5839039"/>
                  </a:lnTo>
                  <a:lnTo>
                    <a:pt x="573572" y="5839039"/>
                  </a:lnTo>
                  <a:lnTo>
                    <a:pt x="574329" y="5839039"/>
                  </a:lnTo>
                  <a:lnTo>
                    <a:pt x="574959" y="5839039"/>
                  </a:lnTo>
                  <a:lnTo>
                    <a:pt x="575085" y="5839039"/>
                  </a:lnTo>
                  <a:lnTo>
                    <a:pt x="575211" y="5839039"/>
                  </a:lnTo>
                  <a:lnTo>
                    <a:pt x="575463" y="5839039"/>
                  </a:lnTo>
                  <a:lnTo>
                    <a:pt x="576094" y="5839039"/>
                  </a:lnTo>
                  <a:lnTo>
                    <a:pt x="576346" y="5839039"/>
                  </a:lnTo>
                  <a:lnTo>
                    <a:pt x="576472" y="5839039"/>
                  </a:lnTo>
                  <a:lnTo>
                    <a:pt x="576724" y="5839039"/>
                  </a:lnTo>
                  <a:lnTo>
                    <a:pt x="576850" y="5839039"/>
                  </a:lnTo>
                  <a:lnTo>
                    <a:pt x="577103" y="5839039"/>
                  </a:lnTo>
                  <a:lnTo>
                    <a:pt x="577229" y="5839039"/>
                  </a:lnTo>
                  <a:lnTo>
                    <a:pt x="577481" y="5839039"/>
                  </a:lnTo>
                  <a:lnTo>
                    <a:pt x="577607" y="5833760"/>
                  </a:lnTo>
                  <a:lnTo>
                    <a:pt x="577985" y="5833760"/>
                  </a:lnTo>
                  <a:lnTo>
                    <a:pt x="577985" y="5828481"/>
                  </a:lnTo>
                  <a:lnTo>
                    <a:pt x="578237" y="5828481"/>
                  </a:lnTo>
                  <a:lnTo>
                    <a:pt x="578363" y="5828481"/>
                  </a:lnTo>
                  <a:lnTo>
                    <a:pt x="579120" y="5828481"/>
                  </a:lnTo>
                  <a:lnTo>
                    <a:pt x="579246" y="5828481"/>
                  </a:lnTo>
                  <a:lnTo>
                    <a:pt x="579624" y="5828481"/>
                  </a:lnTo>
                  <a:lnTo>
                    <a:pt x="579750" y="5828481"/>
                  </a:lnTo>
                  <a:lnTo>
                    <a:pt x="579876" y="5828481"/>
                  </a:lnTo>
                  <a:lnTo>
                    <a:pt x="580003" y="5828481"/>
                  </a:lnTo>
                  <a:lnTo>
                    <a:pt x="580129" y="5828481"/>
                  </a:lnTo>
                  <a:lnTo>
                    <a:pt x="580255" y="5828481"/>
                  </a:lnTo>
                  <a:lnTo>
                    <a:pt x="580381" y="5828481"/>
                  </a:lnTo>
                  <a:lnTo>
                    <a:pt x="580507" y="5823201"/>
                  </a:lnTo>
                  <a:lnTo>
                    <a:pt x="580633" y="5823201"/>
                  </a:lnTo>
                  <a:lnTo>
                    <a:pt x="581137" y="5823201"/>
                  </a:lnTo>
                  <a:lnTo>
                    <a:pt x="581263" y="5823201"/>
                  </a:lnTo>
                  <a:lnTo>
                    <a:pt x="581642" y="5823201"/>
                  </a:lnTo>
                  <a:lnTo>
                    <a:pt x="581768" y="5823201"/>
                  </a:lnTo>
                  <a:lnTo>
                    <a:pt x="581894" y="5823201"/>
                  </a:lnTo>
                  <a:lnTo>
                    <a:pt x="582020" y="5823201"/>
                  </a:lnTo>
                  <a:lnTo>
                    <a:pt x="582146" y="5823201"/>
                  </a:lnTo>
                  <a:lnTo>
                    <a:pt x="582398" y="5823201"/>
                  </a:lnTo>
                  <a:lnTo>
                    <a:pt x="582524" y="5823201"/>
                  </a:lnTo>
                  <a:lnTo>
                    <a:pt x="583029" y="5823201"/>
                  </a:lnTo>
                  <a:lnTo>
                    <a:pt x="583155" y="5823201"/>
                  </a:lnTo>
                  <a:lnTo>
                    <a:pt x="583281" y="5823201"/>
                  </a:lnTo>
                  <a:lnTo>
                    <a:pt x="583407" y="5823201"/>
                  </a:lnTo>
                  <a:lnTo>
                    <a:pt x="583533" y="5823201"/>
                  </a:lnTo>
                  <a:lnTo>
                    <a:pt x="583659" y="5823201"/>
                  </a:lnTo>
                  <a:lnTo>
                    <a:pt x="583785" y="5823201"/>
                  </a:lnTo>
                  <a:lnTo>
                    <a:pt x="584037" y="5823201"/>
                  </a:lnTo>
                  <a:lnTo>
                    <a:pt x="584542" y="5823201"/>
                  </a:lnTo>
                  <a:lnTo>
                    <a:pt x="585046" y="5823201"/>
                  </a:lnTo>
                  <a:lnTo>
                    <a:pt x="585172" y="5817922"/>
                  </a:lnTo>
                  <a:lnTo>
                    <a:pt x="585298" y="5817922"/>
                  </a:lnTo>
                  <a:lnTo>
                    <a:pt x="585424" y="5817922"/>
                  </a:lnTo>
                  <a:lnTo>
                    <a:pt x="585550" y="5817922"/>
                  </a:lnTo>
                  <a:lnTo>
                    <a:pt x="585676" y="5817922"/>
                  </a:lnTo>
                  <a:lnTo>
                    <a:pt x="585676" y="5812642"/>
                  </a:lnTo>
                  <a:lnTo>
                    <a:pt x="585929" y="5812642"/>
                  </a:lnTo>
                  <a:lnTo>
                    <a:pt x="586055" y="5807363"/>
                  </a:lnTo>
                  <a:lnTo>
                    <a:pt x="586937" y="5807363"/>
                  </a:lnTo>
                  <a:lnTo>
                    <a:pt x="587063" y="5807363"/>
                  </a:lnTo>
                  <a:lnTo>
                    <a:pt x="587190" y="5807363"/>
                  </a:lnTo>
                  <a:lnTo>
                    <a:pt x="587442" y="5807363"/>
                  </a:lnTo>
                  <a:lnTo>
                    <a:pt x="587694" y="5807363"/>
                  </a:lnTo>
                  <a:lnTo>
                    <a:pt x="587820" y="5807363"/>
                  </a:lnTo>
                  <a:lnTo>
                    <a:pt x="588198" y="5807363"/>
                  </a:lnTo>
                  <a:lnTo>
                    <a:pt x="588703" y="5807363"/>
                  </a:lnTo>
                  <a:lnTo>
                    <a:pt x="588829" y="5807363"/>
                  </a:lnTo>
                  <a:lnTo>
                    <a:pt x="589081" y="5807363"/>
                  </a:lnTo>
                  <a:lnTo>
                    <a:pt x="589333" y="5807363"/>
                  </a:lnTo>
                  <a:lnTo>
                    <a:pt x="589585" y="5807363"/>
                  </a:lnTo>
                  <a:lnTo>
                    <a:pt x="589585" y="5802084"/>
                  </a:lnTo>
                  <a:lnTo>
                    <a:pt x="589711" y="5802084"/>
                  </a:lnTo>
                  <a:lnTo>
                    <a:pt x="589837" y="5802084"/>
                  </a:lnTo>
                  <a:lnTo>
                    <a:pt x="589963" y="5802084"/>
                  </a:lnTo>
                  <a:lnTo>
                    <a:pt x="590216" y="5802084"/>
                  </a:lnTo>
                  <a:lnTo>
                    <a:pt x="590594" y="5802084"/>
                  </a:lnTo>
                  <a:lnTo>
                    <a:pt x="590972" y="5802084"/>
                  </a:lnTo>
                  <a:lnTo>
                    <a:pt x="591098" y="5802084"/>
                  </a:lnTo>
                  <a:lnTo>
                    <a:pt x="591350" y="5802084"/>
                  </a:lnTo>
                  <a:lnTo>
                    <a:pt x="591477" y="5802084"/>
                  </a:lnTo>
                  <a:lnTo>
                    <a:pt x="591603" y="5802084"/>
                  </a:lnTo>
                  <a:lnTo>
                    <a:pt x="591855" y="5802084"/>
                  </a:lnTo>
                  <a:lnTo>
                    <a:pt x="591981" y="5802084"/>
                  </a:lnTo>
                  <a:lnTo>
                    <a:pt x="592233" y="5802084"/>
                  </a:lnTo>
                  <a:lnTo>
                    <a:pt x="592359" y="5802084"/>
                  </a:lnTo>
                  <a:lnTo>
                    <a:pt x="592611" y="5802084"/>
                  </a:lnTo>
                  <a:lnTo>
                    <a:pt x="592863" y="5802084"/>
                  </a:lnTo>
                  <a:lnTo>
                    <a:pt x="593116" y="5802084"/>
                  </a:lnTo>
                  <a:lnTo>
                    <a:pt x="593242" y="5802084"/>
                  </a:lnTo>
                  <a:lnTo>
                    <a:pt x="593368" y="5802084"/>
                  </a:lnTo>
                  <a:lnTo>
                    <a:pt x="593620" y="5796804"/>
                  </a:lnTo>
                  <a:lnTo>
                    <a:pt x="593746" y="5796804"/>
                  </a:lnTo>
                  <a:lnTo>
                    <a:pt x="593998" y="5796804"/>
                  </a:lnTo>
                  <a:lnTo>
                    <a:pt x="594124" y="5796804"/>
                  </a:lnTo>
                  <a:lnTo>
                    <a:pt x="594503" y="5791525"/>
                  </a:lnTo>
                  <a:lnTo>
                    <a:pt x="594755" y="5791525"/>
                  </a:lnTo>
                  <a:lnTo>
                    <a:pt x="595007" y="5791525"/>
                  </a:lnTo>
                  <a:lnTo>
                    <a:pt x="595133" y="5791525"/>
                  </a:lnTo>
                  <a:lnTo>
                    <a:pt x="595385" y="5786245"/>
                  </a:lnTo>
                  <a:lnTo>
                    <a:pt x="595637" y="5786245"/>
                  </a:lnTo>
                  <a:lnTo>
                    <a:pt x="595763" y="5786245"/>
                  </a:lnTo>
                  <a:lnTo>
                    <a:pt x="595890" y="5786245"/>
                  </a:lnTo>
                  <a:lnTo>
                    <a:pt x="595890" y="5780966"/>
                  </a:lnTo>
                  <a:lnTo>
                    <a:pt x="596142" y="5780966"/>
                  </a:lnTo>
                  <a:lnTo>
                    <a:pt x="596268" y="5780966"/>
                  </a:lnTo>
                  <a:lnTo>
                    <a:pt x="596394" y="5780966"/>
                  </a:lnTo>
                  <a:lnTo>
                    <a:pt x="596646" y="5780966"/>
                  </a:lnTo>
                  <a:lnTo>
                    <a:pt x="596898" y="5780966"/>
                  </a:lnTo>
                  <a:lnTo>
                    <a:pt x="597024" y="5780966"/>
                  </a:lnTo>
                  <a:lnTo>
                    <a:pt x="597150" y="5780966"/>
                  </a:lnTo>
                  <a:lnTo>
                    <a:pt x="597655" y="5780966"/>
                  </a:lnTo>
                  <a:lnTo>
                    <a:pt x="598159" y="5780966"/>
                  </a:lnTo>
                  <a:lnTo>
                    <a:pt x="598285" y="5780966"/>
                  </a:lnTo>
                  <a:lnTo>
                    <a:pt x="598411" y="5780966"/>
                  </a:lnTo>
                  <a:lnTo>
                    <a:pt x="599168" y="5780966"/>
                  </a:lnTo>
                  <a:lnTo>
                    <a:pt x="599294" y="5780966"/>
                  </a:lnTo>
                  <a:lnTo>
                    <a:pt x="599546" y="5780966"/>
                  </a:lnTo>
                  <a:lnTo>
                    <a:pt x="600429" y="5780966"/>
                  </a:lnTo>
                  <a:lnTo>
                    <a:pt x="600555" y="5780966"/>
                  </a:lnTo>
                  <a:lnTo>
                    <a:pt x="600681" y="5780966"/>
                  </a:lnTo>
                  <a:lnTo>
                    <a:pt x="600933" y="5780966"/>
                  </a:lnTo>
                  <a:lnTo>
                    <a:pt x="601059" y="5780966"/>
                  </a:lnTo>
                  <a:lnTo>
                    <a:pt x="601185" y="5780966"/>
                  </a:lnTo>
                  <a:lnTo>
                    <a:pt x="602068" y="5780966"/>
                  </a:lnTo>
                  <a:lnTo>
                    <a:pt x="602194" y="5780966"/>
                  </a:lnTo>
                  <a:lnTo>
                    <a:pt x="602320" y="5780966"/>
                  </a:lnTo>
                  <a:lnTo>
                    <a:pt x="602320" y="5775686"/>
                  </a:lnTo>
                  <a:lnTo>
                    <a:pt x="602446" y="5775686"/>
                  </a:lnTo>
                  <a:lnTo>
                    <a:pt x="602572" y="5775686"/>
                  </a:lnTo>
                  <a:lnTo>
                    <a:pt x="603581" y="5775686"/>
                  </a:lnTo>
                  <a:lnTo>
                    <a:pt x="603833" y="5775686"/>
                  </a:lnTo>
                  <a:lnTo>
                    <a:pt x="604211" y="5775686"/>
                  </a:lnTo>
                  <a:lnTo>
                    <a:pt x="604337" y="5775686"/>
                  </a:lnTo>
                  <a:lnTo>
                    <a:pt x="604716" y="5770407"/>
                  </a:lnTo>
                  <a:lnTo>
                    <a:pt x="604968" y="5770407"/>
                  </a:lnTo>
                  <a:lnTo>
                    <a:pt x="605094" y="5770407"/>
                  </a:lnTo>
                  <a:lnTo>
                    <a:pt x="605346" y="5770407"/>
                  </a:lnTo>
                  <a:lnTo>
                    <a:pt x="605598" y="5770407"/>
                  </a:lnTo>
                  <a:lnTo>
                    <a:pt x="605724" y="5770407"/>
                  </a:lnTo>
                  <a:lnTo>
                    <a:pt x="605851" y="5770407"/>
                  </a:lnTo>
                  <a:lnTo>
                    <a:pt x="606355" y="5770407"/>
                  </a:lnTo>
                  <a:lnTo>
                    <a:pt x="606481" y="5770407"/>
                  </a:lnTo>
                  <a:lnTo>
                    <a:pt x="606607" y="5770407"/>
                  </a:lnTo>
                  <a:lnTo>
                    <a:pt x="606859" y="5770407"/>
                  </a:lnTo>
                  <a:lnTo>
                    <a:pt x="607111" y="5770407"/>
                  </a:lnTo>
                  <a:lnTo>
                    <a:pt x="607237" y="5770407"/>
                  </a:lnTo>
                  <a:lnTo>
                    <a:pt x="607364" y="5770407"/>
                  </a:lnTo>
                  <a:lnTo>
                    <a:pt x="607742" y="5770407"/>
                  </a:lnTo>
                  <a:lnTo>
                    <a:pt x="607868" y="5770407"/>
                  </a:lnTo>
                  <a:lnTo>
                    <a:pt x="607994" y="5770407"/>
                  </a:lnTo>
                  <a:lnTo>
                    <a:pt x="608120" y="5770407"/>
                  </a:lnTo>
                  <a:lnTo>
                    <a:pt x="608246" y="5770407"/>
                  </a:lnTo>
                  <a:lnTo>
                    <a:pt x="608498" y="5770407"/>
                  </a:lnTo>
                  <a:lnTo>
                    <a:pt x="608624" y="5770407"/>
                  </a:lnTo>
                  <a:lnTo>
                    <a:pt x="609129" y="5770407"/>
                  </a:lnTo>
                  <a:lnTo>
                    <a:pt x="609507" y="5770407"/>
                  </a:lnTo>
                  <a:lnTo>
                    <a:pt x="609633" y="5770407"/>
                  </a:lnTo>
                  <a:lnTo>
                    <a:pt x="609759" y="5770407"/>
                  </a:lnTo>
                  <a:lnTo>
                    <a:pt x="610011" y="5770407"/>
                  </a:lnTo>
                  <a:lnTo>
                    <a:pt x="610137" y="5770407"/>
                  </a:lnTo>
                  <a:lnTo>
                    <a:pt x="610390" y="5770407"/>
                  </a:lnTo>
                  <a:lnTo>
                    <a:pt x="610516" y="5770407"/>
                  </a:lnTo>
                  <a:lnTo>
                    <a:pt x="611020" y="5770407"/>
                  </a:lnTo>
                  <a:lnTo>
                    <a:pt x="611272" y="5770407"/>
                  </a:lnTo>
                  <a:lnTo>
                    <a:pt x="611651" y="5770407"/>
                  </a:lnTo>
                  <a:lnTo>
                    <a:pt x="611777" y="5770407"/>
                  </a:lnTo>
                  <a:lnTo>
                    <a:pt x="612155" y="5770407"/>
                  </a:lnTo>
                  <a:lnTo>
                    <a:pt x="612281" y="5770407"/>
                  </a:lnTo>
                  <a:lnTo>
                    <a:pt x="612407" y="5770407"/>
                  </a:lnTo>
                  <a:lnTo>
                    <a:pt x="612533" y="5770407"/>
                  </a:lnTo>
                  <a:lnTo>
                    <a:pt x="612659" y="5770407"/>
                  </a:lnTo>
                  <a:lnTo>
                    <a:pt x="612911" y="5770407"/>
                  </a:lnTo>
                  <a:lnTo>
                    <a:pt x="613037" y="5770407"/>
                  </a:lnTo>
                  <a:lnTo>
                    <a:pt x="613164" y="5770407"/>
                  </a:lnTo>
                  <a:lnTo>
                    <a:pt x="613290" y="5770407"/>
                  </a:lnTo>
                  <a:lnTo>
                    <a:pt x="613542" y="5770407"/>
                  </a:lnTo>
                  <a:lnTo>
                    <a:pt x="613794" y="5770407"/>
                  </a:lnTo>
                  <a:lnTo>
                    <a:pt x="614046" y="5770407"/>
                  </a:lnTo>
                  <a:lnTo>
                    <a:pt x="614424" y="5770407"/>
                  </a:lnTo>
                  <a:lnTo>
                    <a:pt x="615055" y="5770407"/>
                  </a:lnTo>
                  <a:lnTo>
                    <a:pt x="615307" y="5765128"/>
                  </a:lnTo>
                  <a:lnTo>
                    <a:pt x="615685" y="5765128"/>
                  </a:lnTo>
                  <a:lnTo>
                    <a:pt x="615938" y="5765128"/>
                  </a:lnTo>
                  <a:lnTo>
                    <a:pt x="616316" y="5765128"/>
                  </a:lnTo>
                  <a:lnTo>
                    <a:pt x="616568" y="5765128"/>
                  </a:lnTo>
                  <a:lnTo>
                    <a:pt x="616694" y="5765128"/>
                  </a:lnTo>
                  <a:lnTo>
                    <a:pt x="616820" y="5765128"/>
                  </a:lnTo>
                  <a:lnTo>
                    <a:pt x="616946" y="5765128"/>
                  </a:lnTo>
                  <a:lnTo>
                    <a:pt x="617324" y="5765128"/>
                  </a:lnTo>
                  <a:lnTo>
                    <a:pt x="617451" y="5765128"/>
                  </a:lnTo>
                  <a:lnTo>
                    <a:pt x="617577" y="5765128"/>
                  </a:lnTo>
                  <a:lnTo>
                    <a:pt x="618081" y="5765128"/>
                  </a:lnTo>
                  <a:lnTo>
                    <a:pt x="618207" y="5765128"/>
                  </a:lnTo>
                  <a:lnTo>
                    <a:pt x="618333" y="5765128"/>
                  </a:lnTo>
                  <a:lnTo>
                    <a:pt x="618459" y="5765128"/>
                  </a:lnTo>
                  <a:lnTo>
                    <a:pt x="618964" y="5765128"/>
                  </a:lnTo>
                  <a:lnTo>
                    <a:pt x="619594" y="5765128"/>
                  </a:lnTo>
                  <a:lnTo>
                    <a:pt x="619720" y="5765128"/>
                  </a:lnTo>
                  <a:lnTo>
                    <a:pt x="619846" y="5765128"/>
                  </a:lnTo>
                  <a:lnTo>
                    <a:pt x="620351" y="5765128"/>
                  </a:lnTo>
                  <a:lnTo>
                    <a:pt x="620729" y="5765128"/>
                  </a:lnTo>
                  <a:lnTo>
                    <a:pt x="620855" y="5765128"/>
                  </a:lnTo>
                  <a:lnTo>
                    <a:pt x="621107" y="5765128"/>
                  </a:lnTo>
                  <a:lnTo>
                    <a:pt x="621233" y="5765128"/>
                  </a:lnTo>
                  <a:lnTo>
                    <a:pt x="621611" y="5765128"/>
                  </a:lnTo>
                  <a:lnTo>
                    <a:pt x="621738" y="5765128"/>
                  </a:lnTo>
                  <a:lnTo>
                    <a:pt x="622116" y="5765128"/>
                  </a:lnTo>
                  <a:lnTo>
                    <a:pt x="622368" y="5765128"/>
                  </a:lnTo>
                  <a:lnTo>
                    <a:pt x="622494" y="5765128"/>
                  </a:lnTo>
                  <a:lnTo>
                    <a:pt x="622620" y="5765128"/>
                  </a:lnTo>
                  <a:lnTo>
                    <a:pt x="623503" y="5765128"/>
                  </a:lnTo>
                  <a:lnTo>
                    <a:pt x="623629" y="5765128"/>
                  </a:lnTo>
                  <a:lnTo>
                    <a:pt x="623755" y="5765128"/>
                  </a:lnTo>
                  <a:lnTo>
                    <a:pt x="624007" y="5765128"/>
                  </a:lnTo>
                  <a:lnTo>
                    <a:pt x="624259" y="5765128"/>
                  </a:lnTo>
                  <a:lnTo>
                    <a:pt x="624638" y="5765128"/>
                  </a:lnTo>
                  <a:lnTo>
                    <a:pt x="624764" y="5765128"/>
                  </a:lnTo>
                  <a:lnTo>
                    <a:pt x="624890" y="5765128"/>
                  </a:lnTo>
                  <a:lnTo>
                    <a:pt x="625016" y="5765128"/>
                  </a:lnTo>
                  <a:lnTo>
                    <a:pt x="625520" y="5765128"/>
                  </a:lnTo>
                  <a:lnTo>
                    <a:pt x="625646" y="5765128"/>
                  </a:lnTo>
                  <a:lnTo>
                    <a:pt x="625898" y="5765128"/>
                  </a:lnTo>
                  <a:lnTo>
                    <a:pt x="626151" y="5765128"/>
                  </a:lnTo>
                  <a:lnTo>
                    <a:pt x="626277" y="5765128"/>
                  </a:lnTo>
                  <a:lnTo>
                    <a:pt x="627033" y="5765128"/>
                  </a:lnTo>
                  <a:lnTo>
                    <a:pt x="627285" y="5765128"/>
                  </a:lnTo>
                  <a:lnTo>
                    <a:pt x="627790" y="5765128"/>
                  </a:lnTo>
                  <a:lnTo>
                    <a:pt x="627916" y="5765128"/>
                  </a:lnTo>
                  <a:lnTo>
                    <a:pt x="628294" y="5765128"/>
                  </a:lnTo>
                  <a:lnTo>
                    <a:pt x="628672" y="5759848"/>
                  </a:lnTo>
                  <a:lnTo>
                    <a:pt x="628798" y="5759848"/>
                  </a:lnTo>
                  <a:lnTo>
                    <a:pt x="628925" y="5759848"/>
                  </a:lnTo>
                  <a:lnTo>
                    <a:pt x="629177" y="5759848"/>
                  </a:lnTo>
                  <a:lnTo>
                    <a:pt x="629555" y="5754569"/>
                  </a:lnTo>
                  <a:lnTo>
                    <a:pt x="629681" y="5754569"/>
                  </a:lnTo>
                  <a:lnTo>
                    <a:pt x="629807" y="5754569"/>
                  </a:lnTo>
                  <a:lnTo>
                    <a:pt x="629933" y="5754569"/>
                  </a:lnTo>
                  <a:lnTo>
                    <a:pt x="630059" y="5754569"/>
                  </a:lnTo>
                  <a:lnTo>
                    <a:pt x="630564" y="5754569"/>
                  </a:lnTo>
                  <a:lnTo>
                    <a:pt x="630690" y="5754569"/>
                  </a:lnTo>
                  <a:lnTo>
                    <a:pt x="630816" y="5754569"/>
                  </a:lnTo>
                  <a:lnTo>
                    <a:pt x="630942" y="5754569"/>
                  </a:lnTo>
                  <a:lnTo>
                    <a:pt x="631068" y="5754569"/>
                  </a:lnTo>
                  <a:lnTo>
                    <a:pt x="631446" y="5754569"/>
                  </a:lnTo>
                  <a:lnTo>
                    <a:pt x="631572" y="5754569"/>
                  </a:lnTo>
                  <a:lnTo>
                    <a:pt x="631951" y="5754569"/>
                  </a:lnTo>
                  <a:lnTo>
                    <a:pt x="632203" y="5754569"/>
                  </a:lnTo>
                  <a:lnTo>
                    <a:pt x="632203" y="5749289"/>
                  </a:lnTo>
                  <a:lnTo>
                    <a:pt x="632581" y="5749289"/>
                  </a:lnTo>
                  <a:lnTo>
                    <a:pt x="632707" y="5749289"/>
                  </a:lnTo>
                  <a:lnTo>
                    <a:pt x="632833" y="5749289"/>
                  </a:lnTo>
                  <a:lnTo>
                    <a:pt x="632959" y="5749289"/>
                  </a:lnTo>
                  <a:lnTo>
                    <a:pt x="633085" y="5749289"/>
                  </a:lnTo>
                  <a:lnTo>
                    <a:pt x="633212" y="5749289"/>
                  </a:lnTo>
                  <a:lnTo>
                    <a:pt x="633464" y="5749289"/>
                  </a:lnTo>
                  <a:lnTo>
                    <a:pt x="633842" y="5749289"/>
                  </a:lnTo>
                  <a:lnTo>
                    <a:pt x="633968" y="5749289"/>
                  </a:lnTo>
                  <a:lnTo>
                    <a:pt x="634220" y="5749289"/>
                  </a:lnTo>
                  <a:lnTo>
                    <a:pt x="634346" y="5749289"/>
                  </a:lnTo>
                  <a:lnTo>
                    <a:pt x="634725" y="5749289"/>
                  </a:lnTo>
                  <a:lnTo>
                    <a:pt x="634977" y="5749289"/>
                  </a:lnTo>
                  <a:lnTo>
                    <a:pt x="635229" y="5749289"/>
                  </a:lnTo>
                  <a:lnTo>
                    <a:pt x="635481" y="5749289"/>
                  </a:lnTo>
                  <a:lnTo>
                    <a:pt x="635859" y="5749289"/>
                  </a:lnTo>
                  <a:lnTo>
                    <a:pt x="636238" y="5749289"/>
                  </a:lnTo>
                  <a:lnTo>
                    <a:pt x="636364" y="5749289"/>
                  </a:lnTo>
                  <a:lnTo>
                    <a:pt x="636742" y="5749289"/>
                  </a:lnTo>
                  <a:lnTo>
                    <a:pt x="636868" y="5749289"/>
                  </a:lnTo>
                  <a:lnTo>
                    <a:pt x="636994" y="5749289"/>
                  </a:lnTo>
                  <a:lnTo>
                    <a:pt x="637120" y="5749289"/>
                  </a:lnTo>
                  <a:lnTo>
                    <a:pt x="637246" y="5749289"/>
                  </a:lnTo>
                  <a:lnTo>
                    <a:pt x="637372" y="5749289"/>
                  </a:lnTo>
                  <a:lnTo>
                    <a:pt x="637498" y="5749289"/>
                  </a:lnTo>
                  <a:lnTo>
                    <a:pt x="637751" y="5749289"/>
                  </a:lnTo>
                  <a:lnTo>
                    <a:pt x="637877" y="5749289"/>
                  </a:lnTo>
                  <a:lnTo>
                    <a:pt x="638003" y="5749289"/>
                  </a:lnTo>
                  <a:lnTo>
                    <a:pt x="638129" y="5749289"/>
                  </a:lnTo>
                  <a:lnTo>
                    <a:pt x="638381" y="5749289"/>
                  </a:lnTo>
                  <a:lnTo>
                    <a:pt x="638507" y="5749289"/>
                  </a:lnTo>
                  <a:lnTo>
                    <a:pt x="638885" y="5744010"/>
                  </a:lnTo>
                  <a:lnTo>
                    <a:pt x="639264" y="5744010"/>
                  </a:lnTo>
                  <a:lnTo>
                    <a:pt x="639768" y="5744010"/>
                  </a:lnTo>
                  <a:lnTo>
                    <a:pt x="639894" y="5744010"/>
                  </a:lnTo>
                  <a:lnTo>
                    <a:pt x="640020" y="5744010"/>
                  </a:lnTo>
                  <a:lnTo>
                    <a:pt x="640272" y="5744010"/>
                  </a:lnTo>
                  <a:lnTo>
                    <a:pt x="640525" y="5744010"/>
                  </a:lnTo>
                  <a:lnTo>
                    <a:pt x="640777" y="5744010"/>
                  </a:lnTo>
                  <a:lnTo>
                    <a:pt x="640903" y="5744010"/>
                  </a:lnTo>
                  <a:lnTo>
                    <a:pt x="641407" y="5744010"/>
                  </a:lnTo>
                  <a:lnTo>
                    <a:pt x="641785" y="5744010"/>
                  </a:lnTo>
                  <a:lnTo>
                    <a:pt x="642038" y="5744010"/>
                  </a:lnTo>
                  <a:lnTo>
                    <a:pt x="642164" y="5744010"/>
                  </a:lnTo>
                  <a:lnTo>
                    <a:pt x="642542" y="5744010"/>
                  </a:lnTo>
                  <a:lnTo>
                    <a:pt x="643172" y="5744010"/>
                  </a:lnTo>
                  <a:lnTo>
                    <a:pt x="643551" y="5744010"/>
                  </a:lnTo>
                  <a:lnTo>
                    <a:pt x="643677" y="5744010"/>
                  </a:lnTo>
                  <a:lnTo>
                    <a:pt x="643803" y="5744010"/>
                  </a:lnTo>
                  <a:lnTo>
                    <a:pt x="644433" y="5744010"/>
                  </a:lnTo>
                  <a:lnTo>
                    <a:pt x="644812" y="5744010"/>
                  </a:lnTo>
                  <a:lnTo>
                    <a:pt x="645064" y="5744010"/>
                  </a:lnTo>
                  <a:lnTo>
                    <a:pt x="646072" y="5744010"/>
                  </a:lnTo>
                  <a:lnTo>
                    <a:pt x="646199" y="5744010"/>
                  </a:lnTo>
                  <a:lnTo>
                    <a:pt x="646577" y="5744010"/>
                  </a:lnTo>
                  <a:lnTo>
                    <a:pt x="646703" y="5738730"/>
                  </a:lnTo>
                  <a:lnTo>
                    <a:pt x="646829" y="5738730"/>
                  </a:lnTo>
                  <a:lnTo>
                    <a:pt x="647081" y="5738730"/>
                  </a:lnTo>
                  <a:lnTo>
                    <a:pt x="647712" y="5738730"/>
                  </a:lnTo>
                  <a:lnTo>
                    <a:pt x="647964" y="5738730"/>
                  </a:lnTo>
                  <a:lnTo>
                    <a:pt x="648090" y="5733451"/>
                  </a:lnTo>
                  <a:lnTo>
                    <a:pt x="648468" y="5733451"/>
                  </a:lnTo>
                  <a:lnTo>
                    <a:pt x="648720" y="5733451"/>
                  </a:lnTo>
                  <a:lnTo>
                    <a:pt x="648972" y="5733451"/>
                  </a:lnTo>
                  <a:lnTo>
                    <a:pt x="649225" y="5728172"/>
                  </a:lnTo>
                  <a:lnTo>
                    <a:pt x="649351" y="5728172"/>
                  </a:lnTo>
                  <a:lnTo>
                    <a:pt x="649477" y="5728172"/>
                  </a:lnTo>
                  <a:lnTo>
                    <a:pt x="649603" y="5728172"/>
                  </a:lnTo>
                  <a:lnTo>
                    <a:pt x="649855" y="5728172"/>
                  </a:lnTo>
                  <a:lnTo>
                    <a:pt x="650107" y="5728172"/>
                  </a:lnTo>
                  <a:lnTo>
                    <a:pt x="650486" y="5722892"/>
                  </a:lnTo>
                  <a:lnTo>
                    <a:pt x="650864" y="5722892"/>
                  </a:lnTo>
                  <a:lnTo>
                    <a:pt x="650990" y="5722892"/>
                  </a:lnTo>
                  <a:lnTo>
                    <a:pt x="651620" y="5722892"/>
                  </a:lnTo>
                  <a:lnTo>
                    <a:pt x="651746" y="5722892"/>
                  </a:lnTo>
                  <a:lnTo>
                    <a:pt x="651999" y="5722892"/>
                  </a:lnTo>
                  <a:lnTo>
                    <a:pt x="652251" y="5722892"/>
                  </a:lnTo>
                  <a:lnTo>
                    <a:pt x="652377" y="5722892"/>
                  </a:lnTo>
                  <a:lnTo>
                    <a:pt x="652755" y="5722892"/>
                  </a:lnTo>
                  <a:lnTo>
                    <a:pt x="653133" y="5722892"/>
                  </a:lnTo>
                  <a:lnTo>
                    <a:pt x="653386" y="5722892"/>
                  </a:lnTo>
                  <a:lnTo>
                    <a:pt x="653638" y="5722892"/>
                  </a:lnTo>
                  <a:lnTo>
                    <a:pt x="653890" y="5722892"/>
                  </a:lnTo>
                  <a:lnTo>
                    <a:pt x="654016" y="5722892"/>
                  </a:lnTo>
                  <a:lnTo>
                    <a:pt x="654142" y="5722892"/>
                  </a:lnTo>
                  <a:lnTo>
                    <a:pt x="654268" y="5722892"/>
                  </a:lnTo>
                  <a:lnTo>
                    <a:pt x="654772" y="5722892"/>
                  </a:lnTo>
                  <a:lnTo>
                    <a:pt x="654899" y="5722892"/>
                  </a:lnTo>
                  <a:lnTo>
                    <a:pt x="655529" y="5717613"/>
                  </a:lnTo>
                  <a:lnTo>
                    <a:pt x="656159" y="5717613"/>
                  </a:lnTo>
                  <a:lnTo>
                    <a:pt x="656286" y="5717613"/>
                  </a:lnTo>
                  <a:lnTo>
                    <a:pt x="656538" y="5717613"/>
                  </a:lnTo>
                  <a:lnTo>
                    <a:pt x="657042" y="5712333"/>
                  </a:lnTo>
                  <a:lnTo>
                    <a:pt x="657042" y="5707054"/>
                  </a:lnTo>
                  <a:lnTo>
                    <a:pt x="657294" y="5707054"/>
                  </a:lnTo>
                  <a:lnTo>
                    <a:pt x="657546" y="5707054"/>
                  </a:lnTo>
                  <a:lnTo>
                    <a:pt x="657673" y="5707054"/>
                  </a:lnTo>
                  <a:lnTo>
                    <a:pt x="657799" y="5707054"/>
                  </a:lnTo>
                  <a:lnTo>
                    <a:pt x="657925" y="5707054"/>
                  </a:lnTo>
                  <a:lnTo>
                    <a:pt x="658051" y="5707054"/>
                  </a:lnTo>
                  <a:lnTo>
                    <a:pt x="658177" y="5707054"/>
                  </a:lnTo>
                  <a:lnTo>
                    <a:pt x="658303" y="5707054"/>
                  </a:lnTo>
                  <a:lnTo>
                    <a:pt x="658555" y="5707054"/>
                  </a:lnTo>
                  <a:lnTo>
                    <a:pt x="658681" y="5707054"/>
                  </a:lnTo>
                  <a:lnTo>
                    <a:pt x="658807" y="5707054"/>
                  </a:lnTo>
                  <a:lnTo>
                    <a:pt x="658933" y="5707054"/>
                  </a:lnTo>
                  <a:lnTo>
                    <a:pt x="659186" y="5707054"/>
                  </a:lnTo>
                  <a:lnTo>
                    <a:pt x="659312" y="5707054"/>
                  </a:lnTo>
                  <a:lnTo>
                    <a:pt x="659438" y="5707054"/>
                  </a:lnTo>
                  <a:lnTo>
                    <a:pt x="659564" y="5707054"/>
                  </a:lnTo>
                  <a:lnTo>
                    <a:pt x="659690" y="5707054"/>
                  </a:lnTo>
                  <a:lnTo>
                    <a:pt x="659942" y="5707054"/>
                  </a:lnTo>
                  <a:lnTo>
                    <a:pt x="660320" y="5707054"/>
                  </a:lnTo>
                  <a:lnTo>
                    <a:pt x="660446" y="5707054"/>
                  </a:lnTo>
                  <a:lnTo>
                    <a:pt x="660573" y="5707054"/>
                  </a:lnTo>
                  <a:lnTo>
                    <a:pt x="660699" y="5707054"/>
                  </a:lnTo>
                  <a:lnTo>
                    <a:pt x="660825" y="5707054"/>
                  </a:lnTo>
                  <a:lnTo>
                    <a:pt x="661203" y="5707054"/>
                  </a:lnTo>
                  <a:lnTo>
                    <a:pt x="661455" y="5707054"/>
                  </a:lnTo>
                  <a:lnTo>
                    <a:pt x="661581" y="5707054"/>
                  </a:lnTo>
                  <a:lnTo>
                    <a:pt x="662212" y="5707054"/>
                  </a:lnTo>
                  <a:lnTo>
                    <a:pt x="663094" y="5707054"/>
                  </a:lnTo>
                  <a:lnTo>
                    <a:pt x="663220" y="5707054"/>
                  </a:lnTo>
                  <a:lnTo>
                    <a:pt x="663473" y="5707054"/>
                  </a:lnTo>
                  <a:lnTo>
                    <a:pt x="663851" y="5707054"/>
                  </a:lnTo>
                  <a:lnTo>
                    <a:pt x="664103" y="5707054"/>
                  </a:lnTo>
                  <a:lnTo>
                    <a:pt x="664229" y="5707054"/>
                  </a:lnTo>
                  <a:lnTo>
                    <a:pt x="664355" y="5707054"/>
                  </a:lnTo>
                  <a:lnTo>
                    <a:pt x="664860" y="5707054"/>
                  </a:lnTo>
                  <a:lnTo>
                    <a:pt x="665868" y="5707054"/>
                  </a:lnTo>
                  <a:lnTo>
                    <a:pt x="666120" y="5707054"/>
                  </a:lnTo>
                  <a:lnTo>
                    <a:pt x="666373" y="5707054"/>
                  </a:lnTo>
                  <a:lnTo>
                    <a:pt x="666625" y="5707054"/>
                  </a:lnTo>
                  <a:lnTo>
                    <a:pt x="667003" y="5707054"/>
                  </a:lnTo>
                  <a:lnTo>
                    <a:pt x="667255" y="5707054"/>
                  </a:lnTo>
                  <a:lnTo>
                    <a:pt x="667633" y="5707054"/>
                  </a:lnTo>
                  <a:lnTo>
                    <a:pt x="667760" y="5707054"/>
                  </a:lnTo>
                  <a:lnTo>
                    <a:pt x="667886" y="5707054"/>
                  </a:lnTo>
                  <a:lnTo>
                    <a:pt x="668012" y="5707054"/>
                  </a:lnTo>
                  <a:lnTo>
                    <a:pt x="668642" y="5707054"/>
                  </a:lnTo>
                  <a:lnTo>
                    <a:pt x="669146" y="5707054"/>
                  </a:lnTo>
                  <a:lnTo>
                    <a:pt x="669273" y="5707054"/>
                  </a:lnTo>
                  <a:lnTo>
                    <a:pt x="669525" y="5707054"/>
                  </a:lnTo>
                  <a:lnTo>
                    <a:pt x="670029" y="5707054"/>
                  </a:lnTo>
                  <a:lnTo>
                    <a:pt x="670155" y="5696495"/>
                  </a:lnTo>
                  <a:lnTo>
                    <a:pt x="670407" y="5696495"/>
                  </a:lnTo>
                  <a:lnTo>
                    <a:pt x="670660" y="5696495"/>
                  </a:lnTo>
                  <a:lnTo>
                    <a:pt x="670786" y="5696495"/>
                  </a:lnTo>
                  <a:lnTo>
                    <a:pt x="670912" y="5696495"/>
                  </a:lnTo>
                  <a:lnTo>
                    <a:pt x="671164" y="5696495"/>
                  </a:lnTo>
                  <a:lnTo>
                    <a:pt x="671290" y="5696495"/>
                  </a:lnTo>
                  <a:lnTo>
                    <a:pt x="671416" y="5696495"/>
                  </a:lnTo>
                  <a:lnTo>
                    <a:pt x="671668" y="5696495"/>
                  </a:lnTo>
                  <a:lnTo>
                    <a:pt x="671794" y="5696495"/>
                  </a:lnTo>
                  <a:lnTo>
                    <a:pt x="671920" y="5696495"/>
                  </a:lnTo>
                  <a:lnTo>
                    <a:pt x="672173" y="5696495"/>
                  </a:lnTo>
                  <a:lnTo>
                    <a:pt x="672425" y="5696495"/>
                  </a:lnTo>
                  <a:lnTo>
                    <a:pt x="672551" y="5696495"/>
                  </a:lnTo>
                  <a:lnTo>
                    <a:pt x="672803" y="5696495"/>
                  </a:lnTo>
                  <a:lnTo>
                    <a:pt x="672929" y="5696495"/>
                  </a:lnTo>
                  <a:lnTo>
                    <a:pt x="673055" y="5696495"/>
                  </a:lnTo>
                  <a:lnTo>
                    <a:pt x="673307" y="5696495"/>
                  </a:lnTo>
                  <a:lnTo>
                    <a:pt x="673433" y="5696495"/>
                  </a:lnTo>
                  <a:lnTo>
                    <a:pt x="673938" y="5696495"/>
                  </a:lnTo>
                  <a:lnTo>
                    <a:pt x="674190" y="5696495"/>
                  </a:lnTo>
                  <a:lnTo>
                    <a:pt x="674316" y="5696495"/>
                  </a:lnTo>
                  <a:lnTo>
                    <a:pt x="674568" y="5696495"/>
                  </a:lnTo>
                  <a:lnTo>
                    <a:pt x="674694" y="5696495"/>
                  </a:lnTo>
                  <a:lnTo>
                    <a:pt x="674820" y="5696495"/>
                  </a:lnTo>
                  <a:lnTo>
                    <a:pt x="674947" y="5696495"/>
                  </a:lnTo>
                  <a:lnTo>
                    <a:pt x="675199" y="5696495"/>
                  </a:lnTo>
                  <a:lnTo>
                    <a:pt x="676586" y="5696495"/>
                  </a:lnTo>
                  <a:lnTo>
                    <a:pt x="676712" y="5696495"/>
                  </a:lnTo>
                  <a:lnTo>
                    <a:pt x="676964" y="5696495"/>
                  </a:lnTo>
                  <a:lnTo>
                    <a:pt x="677090" y="5696495"/>
                  </a:lnTo>
                  <a:lnTo>
                    <a:pt x="677468" y="5696495"/>
                  </a:lnTo>
                  <a:lnTo>
                    <a:pt x="677720" y="5696495"/>
                  </a:lnTo>
                  <a:lnTo>
                    <a:pt x="677847" y="5696495"/>
                  </a:lnTo>
                  <a:lnTo>
                    <a:pt x="678099" y="5696495"/>
                  </a:lnTo>
                  <a:lnTo>
                    <a:pt x="678225" y="5696495"/>
                  </a:lnTo>
                  <a:lnTo>
                    <a:pt x="678351" y="5696495"/>
                  </a:lnTo>
                  <a:lnTo>
                    <a:pt x="678477" y="5696495"/>
                  </a:lnTo>
                  <a:lnTo>
                    <a:pt x="678855" y="5696495"/>
                  </a:lnTo>
                  <a:lnTo>
                    <a:pt x="679107" y="5696495"/>
                  </a:lnTo>
                  <a:lnTo>
                    <a:pt x="679738" y="5696495"/>
                  </a:lnTo>
                  <a:lnTo>
                    <a:pt x="679864" y="5696495"/>
                  </a:lnTo>
                  <a:lnTo>
                    <a:pt x="680368" y="5696495"/>
                  </a:lnTo>
                  <a:lnTo>
                    <a:pt x="680999" y="5696495"/>
                  </a:lnTo>
                  <a:lnTo>
                    <a:pt x="681251" y="5696495"/>
                  </a:lnTo>
                  <a:lnTo>
                    <a:pt x="681377" y="5696495"/>
                  </a:lnTo>
                  <a:lnTo>
                    <a:pt x="681881" y="5696495"/>
                  </a:lnTo>
                  <a:lnTo>
                    <a:pt x="682007" y="5696495"/>
                  </a:lnTo>
                  <a:lnTo>
                    <a:pt x="682386" y="5696495"/>
                  </a:lnTo>
                  <a:lnTo>
                    <a:pt x="682512" y="5696495"/>
                  </a:lnTo>
                  <a:lnTo>
                    <a:pt x="682764" y="5696495"/>
                  </a:lnTo>
                  <a:lnTo>
                    <a:pt x="682890" y="5696495"/>
                  </a:lnTo>
                  <a:lnTo>
                    <a:pt x="683016" y="5696495"/>
                  </a:lnTo>
                  <a:lnTo>
                    <a:pt x="683647" y="5696495"/>
                  </a:lnTo>
                  <a:lnTo>
                    <a:pt x="683773" y="5696495"/>
                  </a:lnTo>
                  <a:lnTo>
                    <a:pt x="684025" y="5696495"/>
                  </a:lnTo>
                  <a:lnTo>
                    <a:pt x="684277" y="5696495"/>
                  </a:lnTo>
                  <a:lnTo>
                    <a:pt x="684403" y="5691216"/>
                  </a:lnTo>
                  <a:lnTo>
                    <a:pt x="684529" y="5691216"/>
                  </a:lnTo>
                  <a:lnTo>
                    <a:pt x="684655" y="5691216"/>
                  </a:lnTo>
                  <a:lnTo>
                    <a:pt x="684781" y="5691216"/>
                  </a:lnTo>
                  <a:lnTo>
                    <a:pt x="684907" y="5691216"/>
                  </a:lnTo>
                  <a:lnTo>
                    <a:pt x="685160" y="5691216"/>
                  </a:lnTo>
                  <a:lnTo>
                    <a:pt x="685538" y="5691216"/>
                  </a:lnTo>
                  <a:lnTo>
                    <a:pt x="685916" y="5691216"/>
                  </a:lnTo>
                  <a:lnTo>
                    <a:pt x="686042" y="5691216"/>
                  </a:lnTo>
                  <a:lnTo>
                    <a:pt x="686168" y="5691216"/>
                  </a:lnTo>
                  <a:lnTo>
                    <a:pt x="687177" y="5691216"/>
                  </a:lnTo>
                  <a:lnTo>
                    <a:pt x="687429" y="5691216"/>
                  </a:lnTo>
                  <a:lnTo>
                    <a:pt x="687681" y="5691216"/>
                  </a:lnTo>
                  <a:lnTo>
                    <a:pt x="688312" y="5691216"/>
                  </a:lnTo>
                  <a:lnTo>
                    <a:pt x="688438" y="5691216"/>
                  </a:lnTo>
                  <a:lnTo>
                    <a:pt x="688564" y="5691216"/>
                  </a:lnTo>
                  <a:lnTo>
                    <a:pt x="688816" y="5691216"/>
                  </a:lnTo>
                  <a:lnTo>
                    <a:pt x="688942" y="5685936"/>
                  </a:lnTo>
                  <a:lnTo>
                    <a:pt x="689699" y="5685936"/>
                  </a:lnTo>
                  <a:lnTo>
                    <a:pt x="689825" y="5685936"/>
                  </a:lnTo>
                  <a:lnTo>
                    <a:pt x="689951" y="5685936"/>
                  </a:lnTo>
                  <a:lnTo>
                    <a:pt x="690077" y="5685936"/>
                  </a:lnTo>
                  <a:lnTo>
                    <a:pt x="690203" y="5685936"/>
                  </a:lnTo>
                  <a:lnTo>
                    <a:pt x="690581" y="5685936"/>
                  </a:lnTo>
                  <a:lnTo>
                    <a:pt x="690707" y="5685936"/>
                  </a:lnTo>
                  <a:lnTo>
                    <a:pt x="690960" y="5685936"/>
                  </a:lnTo>
                  <a:lnTo>
                    <a:pt x="691086" y="5685936"/>
                  </a:lnTo>
                  <a:lnTo>
                    <a:pt x="691212" y="5685936"/>
                  </a:lnTo>
                  <a:lnTo>
                    <a:pt x="691338" y="5685936"/>
                  </a:lnTo>
                  <a:lnTo>
                    <a:pt x="691464" y="5685936"/>
                  </a:lnTo>
                  <a:lnTo>
                    <a:pt x="691590" y="5685936"/>
                  </a:lnTo>
                  <a:lnTo>
                    <a:pt x="692094" y="5685936"/>
                  </a:lnTo>
                  <a:lnTo>
                    <a:pt x="692221" y="5685936"/>
                  </a:lnTo>
                  <a:lnTo>
                    <a:pt x="692473" y="5685936"/>
                  </a:lnTo>
                  <a:lnTo>
                    <a:pt x="692599" y="5685936"/>
                  </a:lnTo>
                  <a:lnTo>
                    <a:pt x="692977" y="5685936"/>
                  </a:lnTo>
                  <a:lnTo>
                    <a:pt x="693229" y="5685936"/>
                  </a:lnTo>
                  <a:lnTo>
                    <a:pt x="693481" y="5685936"/>
                  </a:lnTo>
                  <a:lnTo>
                    <a:pt x="693607" y="5685936"/>
                  </a:lnTo>
                  <a:lnTo>
                    <a:pt x="693734" y="5685936"/>
                  </a:lnTo>
                  <a:lnTo>
                    <a:pt x="693860" y="5685936"/>
                  </a:lnTo>
                  <a:lnTo>
                    <a:pt x="693986" y="5685936"/>
                  </a:lnTo>
                  <a:lnTo>
                    <a:pt x="694112" y="5685936"/>
                  </a:lnTo>
                  <a:lnTo>
                    <a:pt x="694490" y="5685936"/>
                  </a:lnTo>
                  <a:lnTo>
                    <a:pt x="694742" y="5685936"/>
                  </a:lnTo>
                  <a:lnTo>
                    <a:pt x="695247" y="5685936"/>
                  </a:lnTo>
                  <a:lnTo>
                    <a:pt x="695499" y="5680657"/>
                  </a:lnTo>
                  <a:lnTo>
                    <a:pt x="695625" y="5680657"/>
                  </a:lnTo>
                  <a:lnTo>
                    <a:pt x="696003" y="5680657"/>
                  </a:lnTo>
                  <a:lnTo>
                    <a:pt x="696129" y="5680657"/>
                  </a:lnTo>
                  <a:lnTo>
                    <a:pt x="696255" y="5680657"/>
                  </a:lnTo>
                  <a:lnTo>
                    <a:pt x="696507" y="5680657"/>
                  </a:lnTo>
                  <a:lnTo>
                    <a:pt x="696634" y="5680657"/>
                  </a:lnTo>
                  <a:lnTo>
                    <a:pt x="696760" y="5680657"/>
                  </a:lnTo>
                  <a:lnTo>
                    <a:pt x="696886" y="5680657"/>
                  </a:lnTo>
                  <a:lnTo>
                    <a:pt x="697012" y="5680657"/>
                  </a:lnTo>
                  <a:lnTo>
                    <a:pt x="697642" y="5680657"/>
                  </a:lnTo>
                  <a:lnTo>
                    <a:pt x="697768" y="5680657"/>
                  </a:lnTo>
                  <a:lnTo>
                    <a:pt x="698273" y="5680657"/>
                  </a:lnTo>
                  <a:lnTo>
                    <a:pt x="698399" y="5680657"/>
                  </a:lnTo>
                  <a:lnTo>
                    <a:pt x="699029" y="5680657"/>
                  </a:lnTo>
                  <a:lnTo>
                    <a:pt x="699155" y="5680657"/>
                  </a:lnTo>
                  <a:lnTo>
                    <a:pt x="699281" y="5680657"/>
                  </a:lnTo>
                  <a:lnTo>
                    <a:pt x="699534" y="5680657"/>
                  </a:lnTo>
                  <a:lnTo>
                    <a:pt x="699660" y="5680657"/>
                  </a:lnTo>
                  <a:lnTo>
                    <a:pt x="700038" y="5680657"/>
                  </a:lnTo>
                  <a:lnTo>
                    <a:pt x="700668" y="5680657"/>
                  </a:lnTo>
                  <a:lnTo>
                    <a:pt x="700921" y="5680657"/>
                  </a:lnTo>
                  <a:lnTo>
                    <a:pt x="701299" y="5680657"/>
                  </a:lnTo>
                  <a:lnTo>
                    <a:pt x="701425" y="5680657"/>
                  </a:lnTo>
                  <a:lnTo>
                    <a:pt x="702308" y="5680657"/>
                  </a:lnTo>
                  <a:lnTo>
                    <a:pt x="702434" y="5680657"/>
                  </a:lnTo>
                  <a:lnTo>
                    <a:pt x="702686" y="5680657"/>
                  </a:lnTo>
                  <a:lnTo>
                    <a:pt x="703442" y="5680657"/>
                  </a:lnTo>
                  <a:lnTo>
                    <a:pt x="703568" y="5675377"/>
                  </a:lnTo>
                  <a:lnTo>
                    <a:pt x="703694" y="5675377"/>
                  </a:lnTo>
                  <a:lnTo>
                    <a:pt x="703821" y="5670098"/>
                  </a:lnTo>
                  <a:lnTo>
                    <a:pt x="704073" y="5670098"/>
                  </a:lnTo>
                  <a:lnTo>
                    <a:pt x="704199" y="5670098"/>
                  </a:lnTo>
                  <a:lnTo>
                    <a:pt x="704325" y="5670098"/>
                  </a:lnTo>
                  <a:lnTo>
                    <a:pt x="704451" y="5670098"/>
                  </a:lnTo>
                  <a:lnTo>
                    <a:pt x="704577" y="5670098"/>
                  </a:lnTo>
                  <a:lnTo>
                    <a:pt x="704703" y="5670098"/>
                  </a:lnTo>
                  <a:lnTo>
                    <a:pt x="704955" y="5670098"/>
                  </a:lnTo>
                  <a:lnTo>
                    <a:pt x="705208" y="5670098"/>
                  </a:lnTo>
                  <a:lnTo>
                    <a:pt x="705460" y="5664819"/>
                  </a:lnTo>
                  <a:lnTo>
                    <a:pt x="705586" y="5664819"/>
                  </a:lnTo>
                  <a:lnTo>
                    <a:pt x="705964" y="5664819"/>
                  </a:lnTo>
                  <a:lnTo>
                    <a:pt x="706090" y="5664819"/>
                  </a:lnTo>
                  <a:lnTo>
                    <a:pt x="706216" y="5664819"/>
                  </a:lnTo>
                  <a:lnTo>
                    <a:pt x="706595" y="5664819"/>
                  </a:lnTo>
                  <a:lnTo>
                    <a:pt x="707351" y="5664819"/>
                  </a:lnTo>
                  <a:lnTo>
                    <a:pt x="707477" y="5664819"/>
                  </a:lnTo>
                  <a:lnTo>
                    <a:pt x="707603" y="5664819"/>
                  </a:lnTo>
                  <a:lnTo>
                    <a:pt x="707981" y="5664819"/>
                  </a:lnTo>
                  <a:lnTo>
                    <a:pt x="708612" y="5664819"/>
                  </a:lnTo>
                  <a:lnTo>
                    <a:pt x="708864" y="5664819"/>
                  </a:lnTo>
                  <a:lnTo>
                    <a:pt x="708990" y="5659539"/>
                  </a:lnTo>
                  <a:lnTo>
                    <a:pt x="709242" y="5659539"/>
                  </a:lnTo>
                  <a:lnTo>
                    <a:pt x="709495" y="5659539"/>
                  </a:lnTo>
                  <a:lnTo>
                    <a:pt x="709999" y="5659539"/>
                  </a:lnTo>
                  <a:lnTo>
                    <a:pt x="710125" y="5659539"/>
                  </a:lnTo>
                  <a:lnTo>
                    <a:pt x="710629" y="5659539"/>
                  </a:lnTo>
                  <a:lnTo>
                    <a:pt x="711134" y="5659539"/>
                  </a:lnTo>
                  <a:lnTo>
                    <a:pt x="711512" y="5659539"/>
                  </a:lnTo>
                  <a:lnTo>
                    <a:pt x="711638" y="5659539"/>
                  </a:lnTo>
                  <a:lnTo>
                    <a:pt x="711890" y="5659539"/>
                  </a:lnTo>
                  <a:lnTo>
                    <a:pt x="712142" y="5659539"/>
                  </a:lnTo>
                  <a:lnTo>
                    <a:pt x="712395" y="5659539"/>
                  </a:lnTo>
                  <a:lnTo>
                    <a:pt x="712521" y="5659539"/>
                  </a:lnTo>
                  <a:lnTo>
                    <a:pt x="712899" y="5659539"/>
                  </a:lnTo>
                  <a:lnTo>
                    <a:pt x="713151" y="5659539"/>
                  </a:lnTo>
                  <a:lnTo>
                    <a:pt x="713277" y="5659539"/>
                  </a:lnTo>
                  <a:lnTo>
                    <a:pt x="713403" y="5659539"/>
                  </a:lnTo>
                  <a:lnTo>
                    <a:pt x="713529" y="5659539"/>
                  </a:lnTo>
                  <a:lnTo>
                    <a:pt x="713655" y="5659539"/>
                  </a:lnTo>
                  <a:lnTo>
                    <a:pt x="714034" y="5659539"/>
                  </a:lnTo>
                  <a:lnTo>
                    <a:pt x="714538" y="5659539"/>
                  </a:lnTo>
                  <a:lnTo>
                    <a:pt x="714664" y="5659539"/>
                  </a:lnTo>
                  <a:lnTo>
                    <a:pt x="715168" y="5659539"/>
                  </a:lnTo>
                  <a:lnTo>
                    <a:pt x="715421" y="5659539"/>
                  </a:lnTo>
                  <a:lnTo>
                    <a:pt x="716177" y="5659539"/>
                  </a:lnTo>
                  <a:lnTo>
                    <a:pt x="716303" y="5659539"/>
                  </a:lnTo>
                  <a:lnTo>
                    <a:pt x="716429" y="5659539"/>
                  </a:lnTo>
                  <a:lnTo>
                    <a:pt x="716808" y="5659539"/>
                  </a:lnTo>
                  <a:lnTo>
                    <a:pt x="716934" y="5659539"/>
                  </a:lnTo>
                  <a:lnTo>
                    <a:pt x="717312" y="5659539"/>
                  </a:lnTo>
                  <a:lnTo>
                    <a:pt x="717564" y="5659539"/>
                  </a:lnTo>
                  <a:lnTo>
                    <a:pt x="717942" y="5659539"/>
                  </a:lnTo>
                  <a:lnTo>
                    <a:pt x="718321" y="5659539"/>
                  </a:lnTo>
                  <a:lnTo>
                    <a:pt x="718825" y="5659539"/>
                  </a:lnTo>
                  <a:lnTo>
                    <a:pt x="718951" y="5659539"/>
                  </a:lnTo>
                  <a:lnTo>
                    <a:pt x="719077" y="5659539"/>
                  </a:lnTo>
                  <a:lnTo>
                    <a:pt x="719455" y="5659539"/>
                  </a:lnTo>
                  <a:lnTo>
                    <a:pt x="719582" y="5659539"/>
                  </a:lnTo>
                  <a:lnTo>
                    <a:pt x="719960" y="5659539"/>
                  </a:lnTo>
                  <a:lnTo>
                    <a:pt x="720086" y="5659539"/>
                  </a:lnTo>
                  <a:lnTo>
                    <a:pt x="720212" y="5659539"/>
                  </a:lnTo>
                  <a:lnTo>
                    <a:pt x="720716" y="5659539"/>
                  </a:lnTo>
                  <a:lnTo>
                    <a:pt x="720842" y="5659539"/>
                  </a:lnTo>
                  <a:lnTo>
                    <a:pt x="720968" y="5659539"/>
                  </a:lnTo>
                  <a:lnTo>
                    <a:pt x="721095" y="5659539"/>
                  </a:lnTo>
                  <a:lnTo>
                    <a:pt x="721221" y="5659539"/>
                  </a:lnTo>
                  <a:lnTo>
                    <a:pt x="721473" y="5659539"/>
                  </a:lnTo>
                  <a:lnTo>
                    <a:pt x="721599" y="5659539"/>
                  </a:lnTo>
                  <a:lnTo>
                    <a:pt x="721977" y="5659539"/>
                  </a:lnTo>
                  <a:lnTo>
                    <a:pt x="722229" y="5659539"/>
                  </a:lnTo>
                  <a:lnTo>
                    <a:pt x="722608" y="5659539"/>
                  </a:lnTo>
                  <a:lnTo>
                    <a:pt x="722986" y="5659539"/>
                  </a:lnTo>
                  <a:lnTo>
                    <a:pt x="723238" y="5659539"/>
                  </a:lnTo>
                  <a:lnTo>
                    <a:pt x="723364" y="5659539"/>
                  </a:lnTo>
                  <a:lnTo>
                    <a:pt x="723490" y="5659539"/>
                  </a:lnTo>
                  <a:lnTo>
                    <a:pt x="723616" y="5659539"/>
                  </a:lnTo>
                  <a:lnTo>
                    <a:pt x="723742" y="5659539"/>
                  </a:lnTo>
                  <a:lnTo>
                    <a:pt x="724373" y="5659539"/>
                  </a:lnTo>
                  <a:lnTo>
                    <a:pt x="724751" y="5659539"/>
                  </a:lnTo>
                  <a:lnTo>
                    <a:pt x="725003" y="5659539"/>
                  </a:lnTo>
                  <a:lnTo>
                    <a:pt x="725255" y="5659539"/>
                  </a:lnTo>
                  <a:lnTo>
                    <a:pt x="725508" y="5659539"/>
                  </a:lnTo>
                  <a:lnTo>
                    <a:pt x="725760" y="5659539"/>
                  </a:lnTo>
                  <a:lnTo>
                    <a:pt x="725886" y="5659539"/>
                  </a:lnTo>
                  <a:lnTo>
                    <a:pt x="726012" y="5659539"/>
                  </a:lnTo>
                  <a:lnTo>
                    <a:pt x="726138" y="5659539"/>
                  </a:lnTo>
                  <a:lnTo>
                    <a:pt x="726264" y="5659539"/>
                  </a:lnTo>
                  <a:lnTo>
                    <a:pt x="726516" y="5659539"/>
                  </a:lnTo>
                  <a:lnTo>
                    <a:pt x="726642" y="5659539"/>
                  </a:lnTo>
                  <a:lnTo>
                    <a:pt x="726895" y="5659539"/>
                  </a:lnTo>
                  <a:lnTo>
                    <a:pt x="727273" y="5659539"/>
                  </a:lnTo>
                  <a:lnTo>
                    <a:pt x="727399" y="5659539"/>
                  </a:lnTo>
                  <a:lnTo>
                    <a:pt x="728408" y="5659539"/>
                  </a:lnTo>
                  <a:lnTo>
                    <a:pt x="728912" y="5659539"/>
                  </a:lnTo>
                  <a:lnTo>
                    <a:pt x="729290" y="5659539"/>
                  </a:lnTo>
                  <a:lnTo>
                    <a:pt x="729542" y="5659539"/>
                  </a:lnTo>
                  <a:lnTo>
                    <a:pt x="729795" y="5659539"/>
                  </a:lnTo>
                  <a:lnTo>
                    <a:pt x="730173" y="5659539"/>
                  </a:lnTo>
                  <a:lnTo>
                    <a:pt x="730299" y="5659539"/>
                  </a:lnTo>
                  <a:lnTo>
                    <a:pt x="730425" y="5659539"/>
                  </a:lnTo>
                  <a:lnTo>
                    <a:pt x="730551" y="5659539"/>
                  </a:lnTo>
                  <a:lnTo>
                    <a:pt x="730803" y="5659539"/>
                  </a:lnTo>
                  <a:lnTo>
                    <a:pt x="730929" y="5659539"/>
                  </a:lnTo>
                  <a:lnTo>
                    <a:pt x="731308" y="5659539"/>
                  </a:lnTo>
                  <a:lnTo>
                    <a:pt x="731560" y="5659539"/>
                  </a:lnTo>
                  <a:lnTo>
                    <a:pt x="731812" y="5659539"/>
                  </a:lnTo>
                  <a:lnTo>
                    <a:pt x="732064" y="5659539"/>
                  </a:lnTo>
                  <a:lnTo>
                    <a:pt x="732316" y="5659539"/>
                  </a:lnTo>
                  <a:lnTo>
                    <a:pt x="732442" y="5659539"/>
                  </a:lnTo>
                  <a:lnTo>
                    <a:pt x="732569" y="5659539"/>
                  </a:lnTo>
                  <a:lnTo>
                    <a:pt x="733073" y="5659539"/>
                  </a:lnTo>
                  <a:lnTo>
                    <a:pt x="733199" y="5659539"/>
                  </a:lnTo>
                  <a:lnTo>
                    <a:pt x="733451" y="5659539"/>
                  </a:lnTo>
                  <a:lnTo>
                    <a:pt x="733577" y="5659539"/>
                  </a:lnTo>
                  <a:lnTo>
                    <a:pt x="733829" y="5659539"/>
                  </a:lnTo>
                  <a:lnTo>
                    <a:pt x="733956" y="5659539"/>
                  </a:lnTo>
                  <a:lnTo>
                    <a:pt x="733956" y="5654260"/>
                  </a:lnTo>
                  <a:lnTo>
                    <a:pt x="734082" y="5654260"/>
                  </a:lnTo>
                  <a:lnTo>
                    <a:pt x="734460" y="5654260"/>
                  </a:lnTo>
                  <a:lnTo>
                    <a:pt x="734712" y="5654260"/>
                  </a:lnTo>
                  <a:lnTo>
                    <a:pt x="734838" y="5654260"/>
                  </a:lnTo>
                  <a:lnTo>
                    <a:pt x="734964" y="5654260"/>
                  </a:lnTo>
                  <a:lnTo>
                    <a:pt x="735090" y="5654260"/>
                  </a:lnTo>
                  <a:lnTo>
                    <a:pt x="735216" y="5654260"/>
                  </a:lnTo>
                  <a:lnTo>
                    <a:pt x="735342" y="5654260"/>
                  </a:lnTo>
                  <a:lnTo>
                    <a:pt x="735847" y="5654260"/>
                  </a:lnTo>
                  <a:lnTo>
                    <a:pt x="736099" y="5654260"/>
                  </a:lnTo>
                  <a:lnTo>
                    <a:pt x="736225" y="5654260"/>
                  </a:lnTo>
                  <a:lnTo>
                    <a:pt x="736477" y="5654260"/>
                  </a:lnTo>
                  <a:lnTo>
                    <a:pt x="736603" y="5654260"/>
                  </a:lnTo>
                  <a:lnTo>
                    <a:pt x="736729" y="5654260"/>
                  </a:lnTo>
                  <a:lnTo>
                    <a:pt x="736982" y="5654260"/>
                  </a:lnTo>
                  <a:lnTo>
                    <a:pt x="737360" y="5654260"/>
                  </a:lnTo>
                  <a:lnTo>
                    <a:pt x="737738" y="5654260"/>
                  </a:lnTo>
                  <a:lnTo>
                    <a:pt x="737990" y="5654260"/>
                  </a:lnTo>
                  <a:lnTo>
                    <a:pt x="738621" y="5654260"/>
                  </a:lnTo>
                  <a:lnTo>
                    <a:pt x="738873" y="5654260"/>
                  </a:lnTo>
                  <a:lnTo>
                    <a:pt x="739125" y="5654260"/>
                  </a:lnTo>
                  <a:lnTo>
                    <a:pt x="739503" y="5654260"/>
                  </a:lnTo>
                  <a:lnTo>
                    <a:pt x="740008" y="5654260"/>
                  </a:lnTo>
                  <a:lnTo>
                    <a:pt x="740512" y="5654260"/>
                  </a:lnTo>
                  <a:lnTo>
                    <a:pt x="740764" y="5654260"/>
                  </a:lnTo>
                  <a:lnTo>
                    <a:pt x="741016" y="5654260"/>
                  </a:lnTo>
                  <a:lnTo>
                    <a:pt x="741269" y="5654260"/>
                  </a:lnTo>
                  <a:lnTo>
                    <a:pt x="741395" y="5654260"/>
                  </a:lnTo>
                  <a:lnTo>
                    <a:pt x="741773" y="5654260"/>
                  </a:lnTo>
                  <a:lnTo>
                    <a:pt x="742277" y="5654260"/>
                  </a:lnTo>
                  <a:lnTo>
                    <a:pt x="742403" y="5654260"/>
                  </a:lnTo>
                  <a:lnTo>
                    <a:pt x="742529" y="5654260"/>
                  </a:lnTo>
                  <a:lnTo>
                    <a:pt x="742656" y="5654260"/>
                  </a:lnTo>
                  <a:lnTo>
                    <a:pt x="742782" y="5654260"/>
                  </a:lnTo>
                  <a:lnTo>
                    <a:pt x="743034" y="5654260"/>
                  </a:lnTo>
                  <a:lnTo>
                    <a:pt x="743286" y="5654260"/>
                  </a:lnTo>
                  <a:lnTo>
                    <a:pt x="743790" y="5654260"/>
                  </a:lnTo>
                  <a:lnTo>
                    <a:pt x="744043" y="5654260"/>
                  </a:lnTo>
                  <a:lnTo>
                    <a:pt x="744547" y="5654260"/>
                  </a:lnTo>
                  <a:lnTo>
                    <a:pt x="744673" y="5654260"/>
                  </a:lnTo>
                  <a:lnTo>
                    <a:pt x="744925" y="5654260"/>
                  </a:lnTo>
                  <a:lnTo>
                    <a:pt x="745051" y="5654260"/>
                  </a:lnTo>
                  <a:lnTo>
                    <a:pt x="745303" y="5654260"/>
                  </a:lnTo>
                  <a:lnTo>
                    <a:pt x="745556" y="5654260"/>
                  </a:lnTo>
                  <a:lnTo>
                    <a:pt x="745934" y="5654260"/>
                  </a:lnTo>
                  <a:lnTo>
                    <a:pt x="746186" y="5654260"/>
                  </a:lnTo>
                  <a:lnTo>
                    <a:pt x="746564" y="5654260"/>
                  </a:lnTo>
                  <a:lnTo>
                    <a:pt x="746690" y="5654260"/>
                  </a:lnTo>
                  <a:lnTo>
                    <a:pt x="746816" y="5654260"/>
                  </a:lnTo>
                  <a:lnTo>
                    <a:pt x="747195" y="5654260"/>
                  </a:lnTo>
                  <a:lnTo>
                    <a:pt x="747321" y="5654260"/>
                  </a:lnTo>
                  <a:lnTo>
                    <a:pt x="747699" y="5654260"/>
                  </a:lnTo>
                  <a:lnTo>
                    <a:pt x="747825" y="5654260"/>
                  </a:lnTo>
                  <a:lnTo>
                    <a:pt x="747951" y="5654260"/>
                  </a:lnTo>
                  <a:lnTo>
                    <a:pt x="748077" y="5654260"/>
                  </a:lnTo>
                  <a:lnTo>
                    <a:pt x="748330" y="5654260"/>
                  </a:lnTo>
                  <a:lnTo>
                    <a:pt x="748582" y="5654260"/>
                  </a:lnTo>
                  <a:lnTo>
                    <a:pt x="748834" y="5654260"/>
                  </a:lnTo>
                  <a:lnTo>
                    <a:pt x="749086" y="5654260"/>
                  </a:lnTo>
                  <a:lnTo>
                    <a:pt x="749212" y="5654260"/>
                  </a:lnTo>
                  <a:lnTo>
                    <a:pt x="749464" y="5654260"/>
                  </a:lnTo>
                  <a:lnTo>
                    <a:pt x="749716" y="5654260"/>
                  </a:lnTo>
                  <a:lnTo>
                    <a:pt x="750095" y="5654260"/>
                  </a:lnTo>
                  <a:lnTo>
                    <a:pt x="750473" y="5654260"/>
                  </a:lnTo>
                  <a:lnTo>
                    <a:pt x="750599" y="5654260"/>
                  </a:lnTo>
                  <a:lnTo>
                    <a:pt x="751356" y="5654260"/>
                  </a:lnTo>
                  <a:lnTo>
                    <a:pt x="751734" y="5654260"/>
                  </a:lnTo>
                  <a:lnTo>
                    <a:pt x="752364" y="5648980"/>
                  </a:lnTo>
                  <a:lnTo>
                    <a:pt x="752616" y="5648980"/>
                  </a:lnTo>
                  <a:lnTo>
                    <a:pt x="752995" y="5648980"/>
                  </a:lnTo>
                  <a:lnTo>
                    <a:pt x="753121" y="5648980"/>
                  </a:lnTo>
                  <a:lnTo>
                    <a:pt x="753247" y="5648980"/>
                  </a:lnTo>
                  <a:lnTo>
                    <a:pt x="753625" y="5648980"/>
                  </a:lnTo>
                  <a:lnTo>
                    <a:pt x="754382" y="5643701"/>
                  </a:lnTo>
                  <a:lnTo>
                    <a:pt x="754508" y="5643701"/>
                  </a:lnTo>
                  <a:lnTo>
                    <a:pt x="754886" y="5643701"/>
                  </a:lnTo>
                  <a:lnTo>
                    <a:pt x="755264" y="5638421"/>
                  </a:lnTo>
                  <a:lnTo>
                    <a:pt x="755769" y="5638421"/>
                  </a:lnTo>
                  <a:lnTo>
                    <a:pt x="755895" y="5638421"/>
                  </a:lnTo>
                  <a:lnTo>
                    <a:pt x="756147" y="5638421"/>
                  </a:lnTo>
                  <a:lnTo>
                    <a:pt x="756273" y="5638421"/>
                  </a:lnTo>
                  <a:lnTo>
                    <a:pt x="756399" y="5633142"/>
                  </a:lnTo>
                  <a:lnTo>
                    <a:pt x="757030" y="5633142"/>
                  </a:lnTo>
                  <a:lnTo>
                    <a:pt x="757156" y="5633142"/>
                  </a:lnTo>
                  <a:lnTo>
                    <a:pt x="757282" y="5633142"/>
                  </a:lnTo>
                  <a:lnTo>
                    <a:pt x="757408" y="5633142"/>
                  </a:lnTo>
                  <a:lnTo>
                    <a:pt x="757786" y="5633142"/>
                  </a:lnTo>
                  <a:lnTo>
                    <a:pt x="757912" y="5633142"/>
                  </a:lnTo>
                  <a:lnTo>
                    <a:pt x="759425" y="5633142"/>
                  </a:lnTo>
                  <a:lnTo>
                    <a:pt x="759551" y="5633142"/>
                  </a:lnTo>
                  <a:lnTo>
                    <a:pt x="759677" y="5633142"/>
                  </a:lnTo>
                  <a:lnTo>
                    <a:pt x="759930" y="5633142"/>
                  </a:lnTo>
                  <a:lnTo>
                    <a:pt x="760056" y="5633142"/>
                  </a:lnTo>
                  <a:lnTo>
                    <a:pt x="760182" y="5633142"/>
                  </a:lnTo>
                  <a:lnTo>
                    <a:pt x="760308" y="5633142"/>
                  </a:lnTo>
                  <a:lnTo>
                    <a:pt x="760434" y="5633142"/>
                  </a:lnTo>
                  <a:lnTo>
                    <a:pt x="760560" y="5633142"/>
                  </a:lnTo>
                  <a:lnTo>
                    <a:pt x="760686" y="5633142"/>
                  </a:lnTo>
                  <a:lnTo>
                    <a:pt x="760812" y="5633142"/>
                  </a:lnTo>
                  <a:lnTo>
                    <a:pt x="761190" y="5633142"/>
                  </a:lnTo>
                  <a:lnTo>
                    <a:pt x="761317" y="5633142"/>
                  </a:lnTo>
                  <a:lnTo>
                    <a:pt x="761443" y="5633142"/>
                  </a:lnTo>
                  <a:lnTo>
                    <a:pt x="761947" y="5633142"/>
                  </a:lnTo>
                  <a:lnTo>
                    <a:pt x="762199" y="5633142"/>
                  </a:lnTo>
                  <a:lnTo>
                    <a:pt x="762199" y="5627863"/>
                  </a:lnTo>
                  <a:lnTo>
                    <a:pt x="762451" y="5627863"/>
                  </a:lnTo>
                  <a:lnTo>
                    <a:pt x="762830" y="5627863"/>
                  </a:lnTo>
                  <a:lnTo>
                    <a:pt x="762956" y="5627863"/>
                  </a:lnTo>
                  <a:lnTo>
                    <a:pt x="763586" y="5627863"/>
                  </a:lnTo>
                  <a:lnTo>
                    <a:pt x="763838" y="5627863"/>
                  </a:lnTo>
                  <a:lnTo>
                    <a:pt x="763964" y="5627863"/>
                  </a:lnTo>
                  <a:lnTo>
                    <a:pt x="764721" y="5627863"/>
                  </a:lnTo>
                  <a:lnTo>
                    <a:pt x="764973" y="5627863"/>
                  </a:lnTo>
                  <a:lnTo>
                    <a:pt x="765099" y="5627863"/>
                  </a:lnTo>
                  <a:lnTo>
                    <a:pt x="765351" y="5627863"/>
                  </a:lnTo>
                  <a:lnTo>
                    <a:pt x="765477" y="5622583"/>
                  </a:lnTo>
                  <a:lnTo>
                    <a:pt x="765730" y="5622583"/>
                  </a:lnTo>
                  <a:lnTo>
                    <a:pt x="765856" y="5622583"/>
                  </a:lnTo>
                  <a:lnTo>
                    <a:pt x="766108" y="5622583"/>
                  </a:lnTo>
                  <a:lnTo>
                    <a:pt x="766360" y="5622583"/>
                  </a:lnTo>
                  <a:lnTo>
                    <a:pt x="766738" y="5622583"/>
                  </a:lnTo>
                  <a:lnTo>
                    <a:pt x="766864" y="5622583"/>
                  </a:lnTo>
                  <a:lnTo>
                    <a:pt x="766990" y="5622583"/>
                  </a:lnTo>
                  <a:lnTo>
                    <a:pt x="767117" y="5622583"/>
                  </a:lnTo>
                  <a:lnTo>
                    <a:pt x="767243" y="5622583"/>
                  </a:lnTo>
                  <a:lnTo>
                    <a:pt x="767621" y="5622583"/>
                  </a:lnTo>
                  <a:lnTo>
                    <a:pt x="767873" y="5622583"/>
                  </a:lnTo>
                  <a:lnTo>
                    <a:pt x="767999" y="5622583"/>
                  </a:lnTo>
                  <a:lnTo>
                    <a:pt x="768125" y="5622583"/>
                  </a:lnTo>
                  <a:lnTo>
                    <a:pt x="768504" y="5622583"/>
                  </a:lnTo>
                  <a:lnTo>
                    <a:pt x="768630" y="5622583"/>
                  </a:lnTo>
                  <a:lnTo>
                    <a:pt x="769260" y="5622583"/>
                  </a:lnTo>
                  <a:lnTo>
                    <a:pt x="769386" y="5622583"/>
                  </a:lnTo>
                  <a:lnTo>
                    <a:pt x="769638" y="5622583"/>
                  </a:lnTo>
                  <a:lnTo>
                    <a:pt x="769890" y="5622583"/>
                  </a:lnTo>
                  <a:lnTo>
                    <a:pt x="770143" y="5622583"/>
                  </a:lnTo>
                  <a:lnTo>
                    <a:pt x="770647" y="5622583"/>
                  </a:lnTo>
                  <a:lnTo>
                    <a:pt x="770773" y="5622583"/>
                  </a:lnTo>
                  <a:lnTo>
                    <a:pt x="770899" y="5622583"/>
                  </a:lnTo>
                  <a:lnTo>
                    <a:pt x="771151" y="5622583"/>
                  </a:lnTo>
                  <a:lnTo>
                    <a:pt x="771656" y="5622583"/>
                  </a:lnTo>
                  <a:lnTo>
                    <a:pt x="772034" y="5622583"/>
                  </a:lnTo>
                  <a:lnTo>
                    <a:pt x="772538" y="5622583"/>
                  </a:lnTo>
                  <a:lnTo>
                    <a:pt x="772664" y="5622583"/>
                  </a:lnTo>
                  <a:lnTo>
                    <a:pt x="773169" y="5622583"/>
                  </a:lnTo>
                  <a:lnTo>
                    <a:pt x="773295" y="5622583"/>
                  </a:lnTo>
                  <a:lnTo>
                    <a:pt x="773799" y="5622583"/>
                  </a:lnTo>
                  <a:lnTo>
                    <a:pt x="773925" y="5622583"/>
                  </a:lnTo>
                  <a:lnTo>
                    <a:pt x="774051" y="5622583"/>
                  </a:lnTo>
                  <a:lnTo>
                    <a:pt x="774177" y="5622583"/>
                  </a:lnTo>
                  <a:lnTo>
                    <a:pt x="774430" y="5622583"/>
                  </a:lnTo>
                  <a:lnTo>
                    <a:pt x="774682" y="5622583"/>
                  </a:lnTo>
                  <a:lnTo>
                    <a:pt x="774808" y="5622583"/>
                  </a:lnTo>
                  <a:lnTo>
                    <a:pt x="775060" y="5622583"/>
                  </a:lnTo>
                  <a:lnTo>
                    <a:pt x="775186" y="5622583"/>
                  </a:lnTo>
                  <a:lnTo>
                    <a:pt x="775312" y="5622583"/>
                  </a:lnTo>
                  <a:lnTo>
                    <a:pt x="776069" y="5622583"/>
                  </a:lnTo>
                  <a:lnTo>
                    <a:pt x="776195" y="5622583"/>
                  </a:lnTo>
                  <a:lnTo>
                    <a:pt x="776951" y="5622583"/>
                  </a:lnTo>
                  <a:lnTo>
                    <a:pt x="777582" y="5617304"/>
                  </a:lnTo>
                  <a:lnTo>
                    <a:pt x="777708" y="5617304"/>
                  </a:lnTo>
                  <a:lnTo>
                    <a:pt x="777834" y="5617304"/>
                  </a:lnTo>
                  <a:lnTo>
                    <a:pt x="778086" y="5617304"/>
                  </a:lnTo>
                  <a:lnTo>
                    <a:pt x="778591" y="5617304"/>
                  </a:lnTo>
                  <a:lnTo>
                    <a:pt x="778843" y="5617304"/>
                  </a:lnTo>
                  <a:lnTo>
                    <a:pt x="779347" y="5617304"/>
                  </a:lnTo>
                  <a:lnTo>
                    <a:pt x="779473" y="5617304"/>
                  </a:lnTo>
                  <a:lnTo>
                    <a:pt x="779599" y="5617304"/>
                  </a:lnTo>
                  <a:lnTo>
                    <a:pt x="779725" y="5617304"/>
                  </a:lnTo>
                  <a:lnTo>
                    <a:pt x="779851" y="5617304"/>
                  </a:lnTo>
                  <a:lnTo>
                    <a:pt x="779978" y="5617304"/>
                  </a:lnTo>
                  <a:lnTo>
                    <a:pt x="780104" y="5617304"/>
                  </a:lnTo>
                  <a:lnTo>
                    <a:pt x="780230" y="5617304"/>
                  </a:lnTo>
                  <a:lnTo>
                    <a:pt x="780482" y="5617304"/>
                  </a:lnTo>
                  <a:lnTo>
                    <a:pt x="780986" y="5617304"/>
                  </a:lnTo>
                  <a:lnTo>
                    <a:pt x="781364" y="5617304"/>
                  </a:lnTo>
                  <a:lnTo>
                    <a:pt x="781869" y="5617304"/>
                  </a:lnTo>
                  <a:lnTo>
                    <a:pt x="782121" y="5617304"/>
                  </a:lnTo>
                  <a:lnTo>
                    <a:pt x="782499" y="5617304"/>
                  </a:lnTo>
                  <a:lnTo>
                    <a:pt x="782625" y="5617304"/>
                  </a:lnTo>
                  <a:lnTo>
                    <a:pt x="782751" y="5617304"/>
                  </a:lnTo>
                  <a:lnTo>
                    <a:pt x="783004" y="5617304"/>
                  </a:lnTo>
                  <a:lnTo>
                    <a:pt x="783130" y="5617304"/>
                  </a:lnTo>
                  <a:lnTo>
                    <a:pt x="783256" y="5617304"/>
                  </a:lnTo>
                  <a:lnTo>
                    <a:pt x="783382" y="5617304"/>
                  </a:lnTo>
                  <a:lnTo>
                    <a:pt x="783634" y="5617304"/>
                  </a:lnTo>
                  <a:lnTo>
                    <a:pt x="783760" y="5617304"/>
                  </a:lnTo>
                  <a:lnTo>
                    <a:pt x="784517" y="5617304"/>
                  </a:lnTo>
                  <a:lnTo>
                    <a:pt x="785147" y="5617304"/>
                  </a:lnTo>
                  <a:lnTo>
                    <a:pt x="785273" y="5617304"/>
                  </a:lnTo>
                  <a:lnTo>
                    <a:pt x="785399" y="5617304"/>
                  </a:lnTo>
                  <a:lnTo>
                    <a:pt x="785525" y="5617304"/>
                  </a:lnTo>
                  <a:lnTo>
                    <a:pt x="785778" y="5617304"/>
                  </a:lnTo>
                  <a:lnTo>
                    <a:pt x="785904" y="5617304"/>
                  </a:lnTo>
                  <a:lnTo>
                    <a:pt x="786282" y="5617304"/>
                  </a:lnTo>
                  <a:lnTo>
                    <a:pt x="786786" y="5617304"/>
                  </a:lnTo>
                  <a:lnTo>
                    <a:pt x="787291" y="5617304"/>
                  </a:lnTo>
                  <a:lnTo>
                    <a:pt x="787543" y="5617304"/>
                  </a:lnTo>
                  <a:lnTo>
                    <a:pt x="787795" y="5617304"/>
                  </a:lnTo>
                  <a:lnTo>
                    <a:pt x="788047" y="5617304"/>
                  </a:lnTo>
                  <a:lnTo>
                    <a:pt x="788299" y="5617304"/>
                  </a:lnTo>
                  <a:lnTo>
                    <a:pt x="788299" y="5612024"/>
                  </a:lnTo>
                  <a:lnTo>
                    <a:pt x="788425" y="5612024"/>
                  </a:lnTo>
                  <a:lnTo>
                    <a:pt x="788551" y="5612024"/>
                  </a:lnTo>
                  <a:lnTo>
                    <a:pt x="789308" y="5612024"/>
                  </a:lnTo>
                  <a:lnTo>
                    <a:pt x="789560" y="5612024"/>
                  </a:lnTo>
                  <a:lnTo>
                    <a:pt x="790065" y="5612024"/>
                  </a:lnTo>
                  <a:lnTo>
                    <a:pt x="790317" y="5612024"/>
                  </a:lnTo>
                  <a:lnTo>
                    <a:pt x="790569" y="5612024"/>
                  </a:lnTo>
                  <a:lnTo>
                    <a:pt x="790695" y="5606745"/>
                  </a:lnTo>
                  <a:lnTo>
                    <a:pt x="791199" y="5606745"/>
                  </a:lnTo>
                  <a:lnTo>
                    <a:pt x="791451" y="5606745"/>
                  </a:lnTo>
                  <a:lnTo>
                    <a:pt x="791578" y="5606745"/>
                  </a:lnTo>
                  <a:lnTo>
                    <a:pt x="791704" y="5606745"/>
                  </a:lnTo>
                  <a:lnTo>
                    <a:pt x="791830" y="5606745"/>
                  </a:lnTo>
                  <a:lnTo>
                    <a:pt x="791956" y="5606745"/>
                  </a:lnTo>
                  <a:lnTo>
                    <a:pt x="792712" y="5606745"/>
                  </a:lnTo>
                  <a:lnTo>
                    <a:pt x="793091" y="5606745"/>
                  </a:lnTo>
                  <a:lnTo>
                    <a:pt x="793469" y="5606745"/>
                  </a:lnTo>
                  <a:lnTo>
                    <a:pt x="793973" y="5606745"/>
                  </a:lnTo>
                  <a:lnTo>
                    <a:pt x="794099" y="5606745"/>
                  </a:lnTo>
                  <a:lnTo>
                    <a:pt x="794351" y="5606745"/>
                  </a:lnTo>
                  <a:lnTo>
                    <a:pt x="794604" y="5606745"/>
                  </a:lnTo>
                  <a:lnTo>
                    <a:pt x="795108" y="5601466"/>
                  </a:lnTo>
                  <a:lnTo>
                    <a:pt x="795486" y="5601466"/>
                  </a:lnTo>
                  <a:lnTo>
                    <a:pt x="795738" y="5601466"/>
                  </a:lnTo>
                  <a:lnTo>
                    <a:pt x="796369" y="5601466"/>
                  </a:lnTo>
                  <a:lnTo>
                    <a:pt x="796369" y="5596186"/>
                  </a:lnTo>
                  <a:lnTo>
                    <a:pt x="796495" y="5596186"/>
                  </a:lnTo>
                  <a:lnTo>
                    <a:pt x="796495" y="5590907"/>
                  </a:lnTo>
                  <a:lnTo>
                    <a:pt x="796621" y="5590907"/>
                  </a:lnTo>
                  <a:lnTo>
                    <a:pt x="796747" y="5590907"/>
                  </a:lnTo>
                  <a:lnTo>
                    <a:pt x="797252" y="5590907"/>
                  </a:lnTo>
                  <a:lnTo>
                    <a:pt x="797378" y="5590907"/>
                  </a:lnTo>
                  <a:lnTo>
                    <a:pt x="797504" y="5590907"/>
                  </a:lnTo>
                  <a:lnTo>
                    <a:pt x="798260" y="5590907"/>
                  </a:lnTo>
                  <a:lnTo>
                    <a:pt x="798765" y="5590907"/>
                  </a:lnTo>
                  <a:lnTo>
                    <a:pt x="798891" y="5590907"/>
                  </a:lnTo>
                  <a:lnTo>
                    <a:pt x="799143" y="5590907"/>
                  </a:lnTo>
                  <a:lnTo>
                    <a:pt x="799269" y="5590907"/>
                  </a:lnTo>
                  <a:lnTo>
                    <a:pt x="799395" y="5590907"/>
                  </a:lnTo>
                  <a:lnTo>
                    <a:pt x="799521" y="5590907"/>
                  </a:lnTo>
                  <a:lnTo>
                    <a:pt x="799647" y="5590907"/>
                  </a:lnTo>
                  <a:lnTo>
                    <a:pt x="799773" y="5590907"/>
                  </a:lnTo>
                  <a:lnTo>
                    <a:pt x="800025" y="5590907"/>
                  </a:lnTo>
                  <a:lnTo>
                    <a:pt x="800278" y="5590907"/>
                  </a:lnTo>
                  <a:lnTo>
                    <a:pt x="800404" y="5590907"/>
                  </a:lnTo>
                  <a:lnTo>
                    <a:pt x="800530" y="5590907"/>
                  </a:lnTo>
                  <a:lnTo>
                    <a:pt x="800656" y="5590907"/>
                  </a:lnTo>
                  <a:lnTo>
                    <a:pt x="800782" y="5590907"/>
                  </a:lnTo>
                  <a:lnTo>
                    <a:pt x="800908" y="5590907"/>
                  </a:lnTo>
                  <a:lnTo>
                    <a:pt x="801160" y="5590907"/>
                  </a:lnTo>
                  <a:lnTo>
                    <a:pt x="801286" y="5590907"/>
                  </a:lnTo>
                  <a:lnTo>
                    <a:pt x="801791" y="5590907"/>
                  </a:lnTo>
                  <a:lnTo>
                    <a:pt x="802169" y="5590907"/>
                  </a:lnTo>
                  <a:lnTo>
                    <a:pt x="802421" y="5590907"/>
                  </a:lnTo>
                  <a:lnTo>
                    <a:pt x="802547" y="5590907"/>
                  </a:lnTo>
                  <a:lnTo>
                    <a:pt x="802799" y="5590907"/>
                  </a:lnTo>
                  <a:lnTo>
                    <a:pt x="802925" y="5590907"/>
                  </a:lnTo>
                  <a:lnTo>
                    <a:pt x="803052" y="5590907"/>
                  </a:lnTo>
                  <a:lnTo>
                    <a:pt x="803178" y="5590907"/>
                  </a:lnTo>
                  <a:lnTo>
                    <a:pt x="803430" y="5590907"/>
                  </a:lnTo>
                  <a:lnTo>
                    <a:pt x="803556" y="5590907"/>
                  </a:lnTo>
                  <a:lnTo>
                    <a:pt x="803808" y="5585627"/>
                  </a:lnTo>
                  <a:lnTo>
                    <a:pt x="803934" y="5585627"/>
                  </a:lnTo>
                  <a:lnTo>
                    <a:pt x="804060" y="5585627"/>
                  </a:lnTo>
                  <a:lnTo>
                    <a:pt x="804186" y="5585627"/>
                  </a:lnTo>
                  <a:lnTo>
                    <a:pt x="804312" y="5585627"/>
                  </a:lnTo>
                  <a:lnTo>
                    <a:pt x="804817" y="5585627"/>
                  </a:lnTo>
                  <a:lnTo>
                    <a:pt x="804943" y="5585627"/>
                  </a:lnTo>
                  <a:lnTo>
                    <a:pt x="805447" y="5585627"/>
                  </a:lnTo>
                  <a:lnTo>
                    <a:pt x="805573" y="5585627"/>
                  </a:lnTo>
                  <a:lnTo>
                    <a:pt x="805699" y="5585627"/>
                  </a:lnTo>
                  <a:lnTo>
                    <a:pt x="805825" y="5585627"/>
                  </a:lnTo>
                  <a:lnTo>
                    <a:pt x="806456" y="5585627"/>
                  </a:lnTo>
                  <a:lnTo>
                    <a:pt x="806834" y="5585627"/>
                  </a:lnTo>
                  <a:lnTo>
                    <a:pt x="807086" y="5585627"/>
                  </a:lnTo>
                  <a:lnTo>
                    <a:pt x="807339" y="5585627"/>
                  </a:lnTo>
                  <a:lnTo>
                    <a:pt x="807465" y="5585627"/>
                  </a:lnTo>
                  <a:lnTo>
                    <a:pt x="807717" y="5585627"/>
                  </a:lnTo>
                  <a:lnTo>
                    <a:pt x="808221" y="5585627"/>
                  </a:lnTo>
                  <a:lnTo>
                    <a:pt x="809608" y="5585627"/>
                  </a:lnTo>
                  <a:lnTo>
                    <a:pt x="809734" y="5585627"/>
                  </a:lnTo>
                  <a:lnTo>
                    <a:pt x="809860" y="5585627"/>
                  </a:lnTo>
                  <a:lnTo>
                    <a:pt x="810365" y="5585627"/>
                  </a:lnTo>
                  <a:lnTo>
                    <a:pt x="810491" y="5585627"/>
                  </a:lnTo>
                  <a:lnTo>
                    <a:pt x="810743" y="5585627"/>
                  </a:lnTo>
                  <a:lnTo>
                    <a:pt x="810869" y="5585627"/>
                  </a:lnTo>
                  <a:lnTo>
                    <a:pt x="810995" y="5585627"/>
                  </a:lnTo>
                  <a:lnTo>
                    <a:pt x="811373" y="5585627"/>
                  </a:lnTo>
                  <a:lnTo>
                    <a:pt x="812382" y="5585627"/>
                  </a:lnTo>
                  <a:lnTo>
                    <a:pt x="812634" y="5585627"/>
                  </a:lnTo>
                  <a:lnTo>
                    <a:pt x="813012" y="5585627"/>
                  </a:lnTo>
                  <a:lnTo>
                    <a:pt x="813139" y="5585627"/>
                  </a:lnTo>
                  <a:lnTo>
                    <a:pt x="813391" y="5585627"/>
                  </a:lnTo>
                  <a:lnTo>
                    <a:pt x="813895" y="5585627"/>
                  </a:lnTo>
                  <a:lnTo>
                    <a:pt x="814526" y="5585627"/>
                  </a:lnTo>
                  <a:lnTo>
                    <a:pt x="814904" y="5585627"/>
                  </a:lnTo>
                  <a:lnTo>
                    <a:pt x="815282" y="5585627"/>
                  </a:lnTo>
                  <a:lnTo>
                    <a:pt x="815408" y="5585627"/>
                  </a:lnTo>
                  <a:lnTo>
                    <a:pt x="815534" y="5585627"/>
                  </a:lnTo>
                  <a:lnTo>
                    <a:pt x="815660" y="5585627"/>
                  </a:lnTo>
                  <a:lnTo>
                    <a:pt x="815912" y="5585627"/>
                  </a:lnTo>
                  <a:lnTo>
                    <a:pt x="816291" y="5585627"/>
                  </a:lnTo>
                  <a:lnTo>
                    <a:pt x="816795" y="5585627"/>
                  </a:lnTo>
                  <a:lnTo>
                    <a:pt x="816921" y="5585627"/>
                  </a:lnTo>
                  <a:lnTo>
                    <a:pt x="817299" y="5585627"/>
                  </a:lnTo>
                  <a:lnTo>
                    <a:pt x="817426" y="5585627"/>
                  </a:lnTo>
                  <a:lnTo>
                    <a:pt x="817678" y="5585627"/>
                  </a:lnTo>
                  <a:lnTo>
                    <a:pt x="817804" y="5585627"/>
                  </a:lnTo>
                  <a:lnTo>
                    <a:pt x="818056" y="5585627"/>
                  </a:lnTo>
                  <a:lnTo>
                    <a:pt x="818560" y="5585627"/>
                  </a:lnTo>
                  <a:lnTo>
                    <a:pt x="818939" y="5585627"/>
                  </a:lnTo>
                  <a:lnTo>
                    <a:pt x="819317" y="5585627"/>
                  </a:lnTo>
                  <a:lnTo>
                    <a:pt x="819821" y="5585627"/>
                  </a:lnTo>
                  <a:lnTo>
                    <a:pt x="820073" y="5580348"/>
                  </a:lnTo>
                  <a:lnTo>
                    <a:pt x="820578" y="5580348"/>
                  </a:lnTo>
                  <a:lnTo>
                    <a:pt x="820956" y="5580348"/>
                  </a:lnTo>
                  <a:lnTo>
                    <a:pt x="821082" y="5580348"/>
                  </a:lnTo>
                  <a:lnTo>
                    <a:pt x="821586" y="5580348"/>
                  </a:lnTo>
                  <a:lnTo>
                    <a:pt x="821713" y="5580348"/>
                  </a:lnTo>
                  <a:lnTo>
                    <a:pt x="821839" y="5580348"/>
                  </a:lnTo>
                  <a:lnTo>
                    <a:pt x="821965" y="5580348"/>
                  </a:lnTo>
                  <a:lnTo>
                    <a:pt x="822091" y="5580348"/>
                  </a:lnTo>
                  <a:lnTo>
                    <a:pt x="822343" y="5580348"/>
                  </a:lnTo>
                  <a:lnTo>
                    <a:pt x="822469" y="5580348"/>
                  </a:lnTo>
                  <a:lnTo>
                    <a:pt x="822721" y="5580348"/>
                  </a:lnTo>
                  <a:lnTo>
                    <a:pt x="822973" y="5580348"/>
                  </a:lnTo>
                  <a:lnTo>
                    <a:pt x="823604" y="5580348"/>
                  </a:lnTo>
                  <a:lnTo>
                    <a:pt x="823730" y="5580348"/>
                  </a:lnTo>
                  <a:lnTo>
                    <a:pt x="823982" y="5580348"/>
                  </a:lnTo>
                  <a:lnTo>
                    <a:pt x="824108" y="5580348"/>
                  </a:lnTo>
                  <a:lnTo>
                    <a:pt x="824234" y="5580348"/>
                  </a:lnTo>
                  <a:lnTo>
                    <a:pt x="824613" y="5580348"/>
                  </a:lnTo>
                  <a:lnTo>
                    <a:pt x="824739" y="5580348"/>
                  </a:lnTo>
                  <a:lnTo>
                    <a:pt x="825117" y="5575068"/>
                  </a:lnTo>
                  <a:lnTo>
                    <a:pt x="825243" y="5575068"/>
                  </a:lnTo>
                  <a:lnTo>
                    <a:pt x="825495" y="5575068"/>
                  </a:lnTo>
                  <a:lnTo>
                    <a:pt x="825873" y="5569789"/>
                  </a:lnTo>
                  <a:lnTo>
                    <a:pt x="825999" y="5569789"/>
                  </a:lnTo>
                  <a:lnTo>
                    <a:pt x="826378" y="5569789"/>
                  </a:lnTo>
                  <a:lnTo>
                    <a:pt x="826504" y="5569789"/>
                  </a:lnTo>
                  <a:lnTo>
                    <a:pt x="826756" y="5569789"/>
                  </a:lnTo>
                  <a:lnTo>
                    <a:pt x="827134" y="5564510"/>
                  </a:lnTo>
                  <a:lnTo>
                    <a:pt x="827386" y="5564510"/>
                  </a:lnTo>
                  <a:lnTo>
                    <a:pt x="828143" y="5564510"/>
                  </a:lnTo>
                  <a:lnTo>
                    <a:pt x="828269" y="5564510"/>
                  </a:lnTo>
                  <a:lnTo>
                    <a:pt x="828521" y="5564510"/>
                  </a:lnTo>
                  <a:lnTo>
                    <a:pt x="829530" y="5559230"/>
                  </a:lnTo>
                  <a:lnTo>
                    <a:pt x="829656" y="5559230"/>
                  </a:lnTo>
                  <a:lnTo>
                    <a:pt x="830034" y="5559230"/>
                  </a:lnTo>
                  <a:lnTo>
                    <a:pt x="830160" y="5559230"/>
                  </a:lnTo>
                  <a:lnTo>
                    <a:pt x="830286" y="5559230"/>
                  </a:lnTo>
                  <a:lnTo>
                    <a:pt x="830791" y="5559230"/>
                  </a:lnTo>
                  <a:lnTo>
                    <a:pt x="831295" y="5559230"/>
                  </a:lnTo>
                  <a:lnTo>
                    <a:pt x="831673" y="5559230"/>
                  </a:lnTo>
                  <a:lnTo>
                    <a:pt x="831800" y="5559230"/>
                  </a:lnTo>
                  <a:lnTo>
                    <a:pt x="833186" y="5559230"/>
                  </a:lnTo>
                  <a:lnTo>
                    <a:pt x="833313" y="5559230"/>
                  </a:lnTo>
                  <a:lnTo>
                    <a:pt x="833943" y="5559230"/>
                  </a:lnTo>
                  <a:lnTo>
                    <a:pt x="834321" y="5559230"/>
                  </a:lnTo>
                  <a:lnTo>
                    <a:pt x="834447" y="5559230"/>
                  </a:lnTo>
                  <a:lnTo>
                    <a:pt x="834573" y="5559230"/>
                  </a:lnTo>
                  <a:lnTo>
                    <a:pt x="834700" y="5559230"/>
                  </a:lnTo>
                  <a:lnTo>
                    <a:pt x="835204" y="5559230"/>
                  </a:lnTo>
                  <a:lnTo>
                    <a:pt x="835456" y="5559230"/>
                  </a:lnTo>
                  <a:lnTo>
                    <a:pt x="835708" y="5559230"/>
                  </a:lnTo>
                  <a:lnTo>
                    <a:pt x="836591" y="5559230"/>
                  </a:lnTo>
                  <a:lnTo>
                    <a:pt x="836717" y="5559230"/>
                  </a:lnTo>
                  <a:lnTo>
                    <a:pt x="837726" y="5559230"/>
                  </a:lnTo>
                  <a:lnTo>
                    <a:pt x="838104" y="5559230"/>
                  </a:lnTo>
                  <a:lnTo>
                    <a:pt x="838230" y="5559230"/>
                  </a:lnTo>
                  <a:lnTo>
                    <a:pt x="838734" y="5559230"/>
                  </a:lnTo>
                  <a:lnTo>
                    <a:pt x="839239" y="5559230"/>
                  </a:lnTo>
                  <a:lnTo>
                    <a:pt x="839365" y="5559230"/>
                  </a:lnTo>
                  <a:lnTo>
                    <a:pt x="839491" y="5559230"/>
                  </a:lnTo>
                  <a:lnTo>
                    <a:pt x="839617" y="5559230"/>
                  </a:lnTo>
                  <a:lnTo>
                    <a:pt x="840500" y="5559230"/>
                  </a:lnTo>
                  <a:lnTo>
                    <a:pt x="840626" y="5559230"/>
                  </a:lnTo>
                  <a:lnTo>
                    <a:pt x="840752" y="5559230"/>
                  </a:lnTo>
                  <a:lnTo>
                    <a:pt x="841130" y="5559230"/>
                  </a:lnTo>
                  <a:lnTo>
                    <a:pt x="841256" y="5559230"/>
                  </a:lnTo>
                  <a:lnTo>
                    <a:pt x="841634" y="5559230"/>
                  </a:lnTo>
                  <a:lnTo>
                    <a:pt x="841760" y="5559230"/>
                  </a:lnTo>
                  <a:lnTo>
                    <a:pt x="842013" y="5559230"/>
                  </a:lnTo>
                  <a:lnTo>
                    <a:pt x="842265" y="5553951"/>
                  </a:lnTo>
                  <a:lnTo>
                    <a:pt x="842643" y="5553951"/>
                  </a:lnTo>
                  <a:lnTo>
                    <a:pt x="842769" y="5553951"/>
                  </a:lnTo>
                  <a:lnTo>
                    <a:pt x="843021" y="5553951"/>
                  </a:lnTo>
                  <a:lnTo>
                    <a:pt x="844156" y="5548671"/>
                  </a:lnTo>
                  <a:lnTo>
                    <a:pt x="844282" y="5548671"/>
                  </a:lnTo>
                  <a:lnTo>
                    <a:pt x="844660" y="5548671"/>
                  </a:lnTo>
                  <a:lnTo>
                    <a:pt x="844787" y="5548671"/>
                  </a:lnTo>
                  <a:lnTo>
                    <a:pt x="845165" y="5543392"/>
                  </a:lnTo>
                  <a:lnTo>
                    <a:pt x="845669" y="5543392"/>
                  </a:lnTo>
                  <a:lnTo>
                    <a:pt x="845795" y="5543392"/>
                  </a:lnTo>
                  <a:lnTo>
                    <a:pt x="845921" y="5543392"/>
                  </a:lnTo>
                  <a:lnTo>
                    <a:pt x="846173" y="5543392"/>
                  </a:lnTo>
                  <a:lnTo>
                    <a:pt x="846552" y="5543392"/>
                  </a:lnTo>
                  <a:lnTo>
                    <a:pt x="846804" y="5543392"/>
                  </a:lnTo>
                  <a:lnTo>
                    <a:pt x="847056" y="5543392"/>
                  </a:lnTo>
                  <a:lnTo>
                    <a:pt x="847434" y="5543392"/>
                  </a:lnTo>
                  <a:lnTo>
                    <a:pt x="847560" y="5543392"/>
                  </a:lnTo>
                  <a:lnTo>
                    <a:pt x="847813" y="5543392"/>
                  </a:lnTo>
                  <a:lnTo>
                    <a:pt x="847939" y="5543392"/>
                  </a:lnTo>
                  <a:lnTo>
                    <a:pt x="848443" y="5543392"/>
                  </a:lnTo>
                  <a:lnTo>
                    <a:pt x="848695" y="5543392"/>
                  </a:lnTo>
                  <a:lnTo>
                    <a:pt x="849200" y="5543392"/>
                  </a:lnTo>
                  <a:lnTo>
                    <a:pt x="849326" y="5543392"/>
                  </a:lnTo>
                  <a:lnTo>
                    <a:pt x="849956" y="5543392"/>
                  </a:lnTo>
                  <a:lnTo>
                    <a:pt x="850334" y="5543392"/>
                  </a:lnTo>
                  <a:lnTo>
                    <a:pt x="851091" y="5532833"/>
                  </a:lnTo>
                  <a:lnTo>
                    <a:pt x="851469" y="5527554"/>
                  </a:lnTo>
                  <a:lnTo>
                    <a:pt x="851595" y="5527554"/>
                  </a:lnTo>
                  <a:lnTo>
                    <a:pt x="851847" y="5527554"/>
                  </a:lnTo>
                  <a:lnTo>
                    <a:pt x="852352" y="5527554"/>
                  </a:lnTo>
                  <a:lnTo>
                    <a:pt x="852730" y="5527554"/>
                  </a:lnTo>
                  <a:lnTo>
                    <a:pt x="853234" y="5527554"/>
                  </a:lnTo>
                  <a:lnTo>
                    <a:pt x="853739" y="5527554"/>
                  </a:lnTo>
                  <a:lnTo>
                    <a:pt x="854117" y="5527554"/>
                  </a:lnTo>
                  <a:lnTo>
                    <a:pt x="854874" y="5527554"/>
                  </a:lnTo>
                  <a:lnTo>
                    <a:pt x="855000" y="5527554"/>
                  </a:lnTo>
                  <a:lnTo>
                    <a:pt x="855126" y="5527554"/>
                  </a:lnTo>
                  <a:lnTo>
                    <a:pt x="855378" y="5527554"/>
                  </a:lnTo>
                  <a:lnTo>
                    <a:pt x="855504" y="5527554"/>
                  </a:lnTo>
                  <a:lnTo>
                    <a:pt x="855756" y="5527554"/>
                  </a:lnTo>
                  <a:lnTo>
                    <a:pt x="855882" y="5527554"/>
                  </a:lnTo>
                  <a:lnTo>
                    <a:pt x="856008" y="5527554"/>
                  </a:lnTo>
                  <a:lnTo>
                    <a:pt x="856891" y="5527554"/>
                  </a:lnTo>
                  <a:lnTo>
                    <a:pt x="856891" y="5522274"/>
                  </a:lnTo>
                  <a:lnTo>
                    <a:pt x="857269" y="5522274"/>
                  </a:lnTo>
                  <a:lnTo>
                    <a:pt x="857647" y="5516995"/>
                  </a:lnTo>
                  <a:lnTo>
                    <a:pt x="858026" y="5516995"/>
                  </a:lnTo>
                  <a:lnTo>
                    <a:pt x="858404" y="5516995"/>
                  </a:lnTo>
                  <a:lnTo>
                    <a:pt x="858782" y="5516995"/>
                  </a:lnTo>
                  <a:lnTo>
                    <a:pt x="858908" y="5516995"/>
                  </a:lnTo>
                  <a:lnTo>
                    <a:pt x="859287" y="5516995"/>
                  </a:lnTo>
                  <a:lnTo>
                    <a:pt x="859791" y="5516995"/>
                  </a:lnTo>
                  <a:lnTo>
                    <a:pt x="859917" y="5516995"/>
                  </a:lnTo>
                  <a:lnTo>
                    <a:pt x="860043" y="5516995"/>
                  </a:lnTo>
                  <a:lnTo>
                    <a:pt x="860421" y="5516995"/>
                  </a:lnTo>
                  <a:lnTo>
                    <a:pt x="861052" y="5516995"/>
                  </a:lnTo>
                  <a:lnTo>
                    <a:pt x="861304" y="5516995"/>
                  </a:lnTo>
                  <a:lnTo>
                    <a:pt x="862061" y="5516995"/>
                  </a:lnTo>
                  <a:lnTo>
                    <a:pt x="862187" y="5516995"/>
                  </a:lnTo>
                  <a:lnTo>
                    <a:pt x="862439" y="5516995"/>
                  </a:lnTo>
                  <a:lnTo>
                    <a:pt x="862691" y="5516995"/>
                  </a:lnTo>
                  <a:lnTo>
                    <a:pt x="863069" y="5516995"/>
                  </a:lnTo>
                  <a:lnTo>
                    <a:pt x="863321" y="5516995"/>
                  </a:lnTo>
                  <a:lnTo>
                    <a:pt x="863700" y="5516995"/>
                  </a:lnTo>
                  <a:lnTo>
                    <a:pt x="863826" y="5516995"/>
                  </a:lnTo>
                  <a:lnTo>
                    <a:pt x="864204" y="5516995"/>
                  </a:lnTo>
                  <a:lnTo>
                    <a:pt x="864582" y="5516995"/>
                  </a:lnTo>
                  <a:lnTo>
                    <a:pt x="864708" y="5516995"/>
                  </a:lnTo>
                  <a:lnTo>
                    <a:pt x="865087" y="5516995"/>
                  </a:lnTo>
                  <a:lnTo>
                    <a:pt x="865339" y="5516995"/>
                  </a:lnTo>
                  <a:lnTo>
                    <a:pt x="865465" y="5516995"/>
                  </a:lnTo>
                  <a:lnTo>
                    <a:pt x="866095" y="5516995"/>
                  </a:lnTo>
                  <a:lnTo>
                    <a:pt x="866221" y="5516995"/>
                  </a:lnTo>
                  <a:lnTo>
                    <a:pt x="866474" y="5516995"/>
                  </a:lnTo>
                  <a:lnTo>
                    <a:pt x="866852" y="5516995"/>
                  </a:lnTo>
                  <a:lnTo>
                    <a:pt x="866852" y="5511715"/>
                  </a:lnTo>
                  <a:lnTo>
                    <a:pt x="867104" y="5506436"/>
                  </a:lnTo>
                  <a:lnTo>
                    <a:pt x="867356" y="5501157"/>
                  </a:lnTo>
                  <a:lnTo>
                    <a:pt x="867482" y="5501157"/>
                  </a:lnTo>
                  <a:lnTo>
                    <a:pt x="867608" y="5501157"/>
                  </a:lnTo>
                  <a:lnTo>
                    <a:pt x="868113" y="5501157"/>
                  </a:lnTo>
                  <a:lnTo>
                    <a:pt x="868365" y="5501157"/>
                  </a:lnTo>
                  <a:lnTo>
                    <a:pt x="868491" y="5495877"/>
                  </a:lnTo>
                  <a:lnTo>
                    <a:pt x="869121" y="5495877"/>
                  </a:lnTo>
                  <a:lnTo>
                    <a:pt x="869374" y="5495877"/>
                  </a:lnTo>
                  <a:lnTo>
                    <a:pt x="869500" y="5495877"/>
                  </a:lnTo>
                  <a:lnTo>
                    <a:pt x="869752" y="5495877"/>
                  </a:lnTo>
                  <a:lnTo>
                    <a:pt x="870004" y="5495877"/>
                  </a:lnTo>
                  <a:lnTo>
                    <a:pt x="870382" y="5495877"/>
                  </a:lnTo>
                  <a:lnTo>
                    <a:pt x="871139" y="5495877"/>
                  </a:lnTo>
                  <a:lnTo>
                    <a:pt x="871265" y="5495877"/>
                  </a:lnTo>
                  <a:lnTo>
                    <a:pt x="871391" y="5495877"/>
                  </a:lnTo>
                  <a:lnTo>
                    <a:pt x="871643" y="5495877"/>
                  </a:lnTo>
                  <a:lnTo>
                    <a:pt x="871769" y="5495877"/>
                  </a:lnTo>
                  <a:lnTo>
                    <a:pt x="872652" y="5495877"/>
                  </a:lnTo>
                  <a:lnTo>
                    <a:pt x="873030" y="5495877"/>
                  </a:lnTo>
                  <a:lnTo>
                    <a:pt x="873787" y="5495877"/>
                  </a:lnTo>
                  <a:lnTo>
                    <a:pt x="874165" y="5495877"/>
                  </a:lnTo>
                  <a:lnTo>
                    <a:pt x="874417" y="5495877"/>
                  </a:lnTo>
                  <a:lnTo>
                    <a:pt x="874543" y="5495877"/>
                  </a:lnTo>
                  <a:lnTo>
                    <a:pt x="874795" y="5495877"/>
                  </a:lnTo>
                  <a:lnTo>
                    <a:pt x="875426" y="5495877"/>
                  </a:lnTo>
                  <a:lnTo>
                    <a:pt x="875552" y="5495877"/>
                  </a:lnTo>
                  <a:lnTo>
                    <a:pt x="875678" y="5495877"/>
                  </a:lnTo>
                  <a:lnTo>
                    <a:pt x="876435" y="5495877"/>
                  </a:lnTo>
                  <a:lnTo>
                    <a:pt x="877317" y="5495877"/>
                  </a:lnTo>
                  <a:lnTo>
                    <a:pt x="877443" y="5495877"/>
                  </a:lnTo>
                  <a:lnTo>
                    <a:pt x="877948" y="5495877"/>
                  </a:lnTo>
                  <a:lnTo>
                    <a:pt x="878578" y="5495877"/>
                  </a:lnTo>
                  <a:lnTo>
                    <a:pt x="878704" y="5495877"/>
                  </a:lnTo>
                  <a:lnTo>
                    <a:pt x="879208" y="5490598"/>
                  </a:lnTo>
                  <a:lnTo>
                    <a:pt x="879839" y="5490598"/>
                  </a:lnTo>
                  <a:lnTo>
                    <a:pt x="880091" y="5490598"/>
                  </a:lnTo>
                  <a:lnTo>
                    <a:pt x="880217" y="5490598"/>
                  </a:lnTo>
                  <a:lnTo>
                    <a:pt x="880343" y="5490598"/>
                  </a:lnTo>
                  <a:lnTo>
                    <a:pt x="880469" y="5490598"/>
                  </a:lnTo>
                  <a:lnTo>
                    <a:pt x="880974" y="5490598"/>
                  </a:lnTo>
                  <a:lnTo>
                    <a:pt x="881478" y="5490598"/>
                  </a:lnTo>
                  <a:lnTo>
                    <a:pt x="881604" y="5490598"/>
                  </a:lnTo>
                  <a:lnTo>
                    <a:pt x="881856" y="5490598"/>
                  </a:lnTo>
                  <a:lnTo>
                    <a:pt x="882108" y="5490598"/>
                  </a:lnTo>
                  <a:lnTo>
                    <a:pt x="882235" y="5490598"/>
                  </a:lnTo>
                  <a:lnTo>
                    <a:pt x="882361" y="5490598"/>
                  </a:lnTo>
                  <a:lnTo>
                    <a:pt x="882739" y="5490598"/>
                  </a:lnTo>
                  <a:lnTo>
                    <a:pt x="883243" y="5490598"/>
                  </a:lnTo>
                  <a:lnTo>
                    <a:pt x="883369" y="5490598"/>
                  </a:lnTo>
                  <a:lnTo>
                    <a:pt x="883748" y="5490598"/>
                  </a:lnTo>
                  <a:lnTo>
                    <a:pt x="883874" y="5490598"/>
                  </a:lnTo>
                  <a:lnTo>
                    <a:pt x="884000" y="5490598"/>
                  </a:lnTo>
                  <a:lnTo>
                    <a:pt x="884252" y="5490598"/>
                  </a:lnTo>
                  <a:lnTo>
                    <a:pt x="884378" y="5490598"/>
                  </a:lnTo>
                  <a:lnTo>
                    <a:pt x="884504" y="5490598"/>
                  </a:lnTo>
                  <a:lnTo>
                    <a:pt x="884630" y="5490598"/>
                  </a:lnTo>
                  <a:lnTo>
                    <a:pt x="884756" y="5490598"/>
                  </a:lnTo>
                  <a:lnTo>
                    <a:pt x="884882" y="5490598"/>
                  </a:lnTo>
                  <a:lnTo>
                    <a:pt x="885135" y="5490598"/>
                  </a:lnTo>
                  <a:lnTo>
                    <a:pt x="885261" y="5490598"/>
                  </a:lnTo>
                  <a:lnTo>
                    <a:pt x="885765" y="5490598"/>
                  </a:lnTo>
                  <a:lnTo>
                    <a:pt x="886017" y="5490598"/>
                  </a:lnTo>
                  <a:lnTo>
                    <a:pt x="886143" y="5490598"/>
                  </a:lnTo>
                  <a:lnTo>
                    <a:pt x="886269" y="5490598"/>
                  </a:lnTo>
                  <a:lnTo>
                    <a:pt x="886395" y="5490598"/>
                  </a:lnTo>
                  <a:lnTo>
                    <a:pt x="886774" y="5490598"/>
                  </a:lnTo>
                  <a:lnTo>
                    <a:pt x="886900" y="5490598"/>
                  </a:lnTo>
                  <a:lnTo>
                    <a:pt x="887026" y="5490598"/>
                  </a:lnTo>
                  <a:lnTo>
                    <a:pt x="887278" y="5490598"/>
                  </a:lnTo>
                  <a:lnTo>
                    <a:pt x="887530" y="5490598"/>
                  </a:lnTo>
                  <a:lnTo>
                    <a:pt x="887656" y="5490598"/>
                  </a:lnTo>
                  <a:lnTo>
                    <a:pt x="887782" y="5490598"/>
                  </a:lnTo>
                  <a:lnTo>
                    <a:pt x="887909" y="5490598"/>
                  </a:lnTo>
                  <a:lnTo>
                    <a:pt x="888035" y="5490598"/>
                  </a:lnTo>
                  <a:lnTo>
                    <a:pt x="888287" y="5490598"/>
                  </a:lnTo>
                  <a:lnTo>
                    <a:pt x="888539" y="5490598"/>
                  </a:lnTo>
                  <a:lnTo>
                    <a:pt x="888917" y="5490598"/>
                  </a:lnTo>
                  <a:lnTo>
                    <a:pt x="889169" y="5490598"/>
                  </a:lnTo>
                  <a:lnTo>
                    <a:pt x="889422" y="5490598"/>
                  </a:lnTo>
                  <a:lnTo>
                    <a:pt x="889674" y="5490598"/>
                  </a:lnTo>
                  <a:lnTo>
                    <a:pt x="889800" y="5490598"/>
                  </a:lnTo>
                  <a:lnTo>
                    <a:pt x="890052" y="5490598"/>
                  </a:lnTo>
                  <a:lnTo>
                    <a:pt x="890178" y="5490598"/>
                  </a:lnTo>
                  <a:lnTo>
                    <a:pt x="890304" y="5490598"/>
                  </a:lnTo>
                  <a:lnTo>
                    <a:pt x="890682" y="5490598"/>
                  </a:lnTo>
                  <a:lnTo>
                    <a:pt x="890935" y="5490598"/>
                  </a:lnTo>
                  <a:lnTo>
                    <a:pt x="891061" y="5490598"/>
                  </a:lnTo>
                  <a:lnTo>
                    <a:pt x="891061" y="5485318"/>
                  </a:lnTo>
                  <a:lnTo>
                    <a:pt x="891817" y="5485318"/>
                  </a:lnTo>
                  <a:lnTo>
                    <a:pt x="892952" y="5485318"/>
                  </a:lnTo>
                  <a:lnTo>
                    <a:pt x="893078" y="5485318"/>
                  </a:lnTo>
                  <a:lnTo>
                    <a:pt x="893204" y="5485318"/>
                  </a:lnTo>
                  <a:lnTo>
                    <a:pt x="893456" y="5485318"/>
                  </a:lnTo>
                  <a:lnTo>
                    <a:pt x="894087" y="5485318"/>
                  </a:lnTo>
                  <a:lnTo>
                    <a:pt x="894213" y="5485318"/>
                  </a:lnTo>
                  <a:lnTo>
                    <a:pt x="894591" y="5485318"/>
                  </a:lnTo>
                  <a:lnTo>
                    <a:pt x="894969" y="5485318"/>
                  </a:lnTo>
                  <a:lnTo>
                    <a:pt x="895348" y="5485318"/>
                  </a:lnTo>
                  <a:lnTo>
                    <a:pt x="895474" y="5485318"/>
                  </a:lnTo>
                  <a:lnTo>
                    <a:pt x="895726" y="5485318"/>
                  </a:lnTo>
                  <a:lnTo>
                    <a:pt x="895978" y="5485318"/>
                  </a:lnTo>
                  <a:lnTo>
                    <a:pt x="896104" y="5480039"/>
                  </a:lnTo>
                  <a:lnTo>
                    <a:pt x="896230" y="5480039"/>
                  </a:lnTo>
                  <a:lnTo>
                    <a:pt x="896356" y="5480039"/>
                  </a:lnTo>
                  <a:lnTo>
                    <a:pt x="896735" y="5480039"/>
                  </a:lnTo>
                  <a:lnTo>
                    <a:pt x="896735" y="5474759"/>
                  </a:lnTo>
                  <a:lnTo>
                    <a:pt x="897239" y="5474759"/>
                  </a:lnTo>
                  <a:lnTo>
                    <a:pt x="897365" y="5469480"/>
                  </a:lnTo>
                  <a:lnTo>
                    <a:pt x="898248" y="5469480"/>
                  </a:lnTo>
                  <a:lnTo>
                    <a:pt x="898374" y="5469480"/>
                  </a:lnTo>
                  <a:lnTo>
                    <a:pt x="898500" y="5469480"/>
                  </a:lnTo>
                  <a:lnTo>
                    <a:pt x="899382" y="5469480"/>
                  </a:lnTo>
                  <a:lnTo>
                    <a:pt x="899509" y="5469480"/>
                  </a:lnTo>
                  <a:lnTo>
                    <a:pt x="899635" y="5464201"/>
                  </a:lnTo>
                  <a:lnTo>
                    <a:pt x="899761" y="5464201"/>
                  </a:lnTo>
                  <a:lnTo>
                    <a:pt x="900139" y="5464201"/>
                  </a:lnTo>
                  <a:lnTo>
                    <a:pt x="900517" y="5464201"/>
                  </a:lnTo>
                  <a:lnTo>
                    <a:pt x="900769" y="5464201"/>
                  </a:lnTo>
                  <a:lnTo>
                    <a:pt x="901022" y="5464201"/>
                  </a:lnTo>
                  <a:lnTo>
                    <a:pt x="901274" y="5464201"/>
                  </a:lnTo>
                  <a:lnTo>
                    <a:pt x="901526" y="5464201"/>
                  </a:lnTo>
                  <a:lnTo>
                    <a:pt x="901778" y="5464201"/>
                  </a:lnTo>
                  <a:lnTo>
                    <a:pt x="902409" y="5464201"/>
                  </a:lnTo>
                  <a:lnTo>
                    <a:pt x="903039" y="5464201"/>
                  </a:lnTo>
                  <a:lnTo>
                    <a:pt x="903165" y="5464201"/>
                  </a:lnTo>
                  <a:lnTo>
                    <a:pt x="903543" y="5464201"/>
                  </a:lnTo>
                  <a:lnTo>
                    <a:pt x="903922" y="5464201"/>
                  </a:lnTo>
                  <a:lnTo>
                    <a:pt x="904426" y="5464201"/>
                  </a:lnTo>
                  <a:lnTo>
                    <a:pt x="904552" y="5464201"/>
                  </a:lnTo>
                  <a:lnTo>
                    <a:pt x="904678" y="5464201"/>
                  </a:lnTo>
                  <a:lnTo>
                    <a:pt x="904804" y="5464201"/>
                  </a:lnTo>
                  <a:lnTo>
                    <a:pt x="904930" y="5464201"/>
                  </a:lnTo>
                  <a:lnTo>
                    <a:pt x="905309" y="5464201"/>
                  </a:lnTo>
                  <a:lnTo>
                    <a:pt x="905435" y="5464201"/>
                  </a:lnTo>
                  <a:lnTo>
                    <a:pt x="905813" y="5464201"/>
                  </a:lnTo>
                  <a:lnTo>
                    <a:pt x="905939" y="5464201"/>
                  </a:lnTo>
                  <a:lnTo>
                    <a:pt x="906065" y="5464201"/>
                  </a:lnTo>
                  <a:lnTo>
                    <a:pt x="906317" y="5464201"/>
                  </a:lnTo>
                  <a:lnTo>
                    <a:pt x="906696" y="5458921"/>
                  </a:lnTo>
                  <a:lnTo>
                    <a:pt x="906822" y="5458921"/>
                  </a:lnTo>
                  <a:lnTo>
                    <a:pt x="906948" y="5458921"/>
                  </a:lnTo>
                  <a:lnTo>
                    <a:pt x="907326" y="5458921"/>
                  </a:lnTo>
                  <a:lnTo>
                    <a:pt x="907578" y="5458921"/>
                  </a:lnTo>
                  <a:lnTo>
                    <a:pt x="907830" y="5458921"/>
                  </a:lnTo>
                  <a:lnTo>
                    <a:pt x="908209" y="5458921"/>
                  </a:lnTo>
                  <a:lnTo>
                    <a:pt x="908461" y="5458921"/>
                  </a:lnTo>
                  <a:lnTo>
                    <a:pt x="908587" y="5458921"/>
                  </a:lnTo>
                  <a:lnTo>
                    <a:pt x="908587" y="5453642"/>
                  </a:lnTo>
                  <a:lnTo>
                    <a:pt x="908965" y="5453642"/>
                  </a:lnTo>
                  <a:lnTo>
                    <a:pt x="909469" y="5453642"/>
                  </a:lnTo>
                  <a:lnTo>
                    <a:pt x="909722" y="5453642"/>
                  </a:lnTo>
                  <a:lnTo>
                    <a:pt x="909848" y="5453642"/>
                  </a:lnTo>
                  <a:lnTo>
                    <a:pt x="910100" y="5453642"/>
                  </a:lnTo>
                  <a:lnTo>
                    <a:pt x="910352" y="5453642"/>
                  </a:lnTo>
                  <a:lnTo>
                    <a:pt x="910604" y="5453642"/>
                  </a:lnTo>
                  <a:lnTo>
                    <a:pt x="910730" y="5453642"/>
                  </a:lnTo>
                  <a:lnTo>
                    <a:pt x="910856" y="5453642"/>
                  </a:lnTo>
                  <a:lnTo>
                    <a:pt x="910983" y="5453642"/>
                  </a:lnTo>
                  <a:lnTo>
                    <a:pt x="911109" y="5453642"/>
                  </a:lnTo>
                  <a:lnTo>
                    <a:pt x="911235" y="5453642"/>
                  </a:lnTo>
                  <a:lnTo>
                    <a:pt x="911361" y="5453642"/>
                  </a:lnTo>
                  <a:lnTo>
                    <a:pt x="911865" y="5453642"/>
                  </a:lnTo>
                  <a:lnTo>
                    <a:pt x="911991" y="5453642"/>
                  </a:lnTo>
                  <a:lnTo>
                    <a:pt x="912117" y="5453642"/>
                  </a:lnTo>
                  <a:lnTo>
                    <a:pt x="912496" y="5453642"/>
                  </a:lnTo>
                  <a:lnTo>
                    <a:pt x="912622" y="5453642"/>
                  </a:lnTo>
                  <a:lnTo>
                    <a:pt x="912748" y="5453642"/>
                  </a:lnTo>
                  <a:lnTo>
                    <a:pt x="913252" y="5453642"/>
                  </a:lnTo>
                  <a:lnTo>
                    <a:pt x="914513" y="5453642"/>
                  </a:lnTo>
                  <a:lnTo>
                    <a:pt x="914639" y="5453642"/>
                  </a:lnTo>
                  <a:lnTo>
                    <a:pt x="915270" y="5453642"/>
                  </a:lnTo>
                  <a:lnTo>
                    <a:pt x="915522" y="5453642"/>
                  </a:lnTo>
                  <a:lnTo>
                    <a:pt x="915648" y="5453642"/>
                  </a:lnTo>
                  <a:lnTo>
                    <a:pt x="916404" y="5453642"/>
                  </a:lnTo>
                  <a:lnTo>
                    <a:pt x="916656" y="5453642"/>
                  </a:lnTo>
                  <a:lnTo>
                    <a:pt x="917035" y="5453642"/>
                  </a:lnTo>
                  <a:lnTo>
                    <a:pt x="917287" y="5453642"/>
                  </a:lnTo>
                  <a:lnTo>
                    <a:pt x="917413" y="5453642"/>
                  </a:lnTo>
                  <a:lnTo>
                    <a:pt x="917665" y="5453642"/>
                  </a:lnTo>
                  <a:lnTo>
                    <a:pt x="918548" y="5453642"/>
                  </a:lnTo>
                  <a:lnTo>
                    <a:pt x="919052" y="5453642"/>
                  </a:lnTo>
                  <a:lnTo>
                    <a:pt x="919430" y="5453642"/>
                  </a:lnTo>
                  <a:lnTo>
                    <a:pt x="919683" y="5453642"/>
                  </a:lnTo>
                  <a:lnTo>
                    <a:pt x="920187" y="5448362"/>
                  </a:lnTo>
                  <a:lnTo>
                    <a:pt x="920565" y="5448362"/>
                  </a:lnTo>
                  <a:lnTo>
                    <a:pt x="920691" y="5448362"/>
                  </a:lnTo>
                  <a:lnTo>
                    <a:pt x="920943" y="5448362"/>
                  </a:lnTo>
                  <a:lnTo>
                    <a:pt x="921322" y="5448362"/>
                  </a:lnTo>
                  <a:lnTo>
                    <a:pt x="921952" y="5448362"/>
                  </a:lnTo>
                  <a:lnTo>
                    <a:pt x="922457" y="5448362"/>
                  </a:lnTo>
                  <a:lnTo>
                    <a:pt x="923213" y="5448362"/>
                  </a:lnTo>
                  <a:lnTo>
                    <a:pt x="923339" y="5448362"/>
                  </a:lnTo>
                  <a:lnTo>
                    <a:pt x="923465" y="5448362"/>
                  </a:lnTo>
                  <a:lnTo>
                    <a:pt x="924852" y="5448362"/>
                  </a:lnTo>
                  <a:lnTo>
                    <a:pt x="925104" y="5448362"/>
                  </a:lnTo>
                  <a:lnTo>
                    <a:pt x="925357" y="5448362"/>
                  </a:lnTo>
                  <a:lnTo>
                    <a:pt x="925483" y="5448362"/>
                  </a:lnTo>
                  <a:lnTo>
                    <a:pt x="925861" y="5448362"/>
                  </a:lnTo>
                  <a:lnTo>
                    <a:pt x="926113" y="5448362"/>
                  </a:lnTo>
                  <a:lnTo>
                    <a:pt x="926743" y="5448362"/>
                  </a:lnTo>
                  <a:lnTo>
                    <a:pt x="926996" y="5448362"/>
                  </a:lnTo>
                  <a:lnTo>
                    <a:pt x="927122" y="5448362"/>
                  </a:lnTo>
                  <a:lnTo>
                    <a:pt x="927248" y="5443083"/>
                  </a:lnTo>
                  <a:lnTo>
                    <a:pt x="928130" y="5443083"/>
                  </a:lnTo>
                  <a:lnTo>
                    <a:pt x="928635" y="5443083"/>
                  </a:lnTo>
                  <a:lnTo>
                    <a:pt x="928761" y="5443083"/>
                  </a:lnTo>
                  <a:lnTo>
                    <a:pt x="929013" y="5443083"/>
                  </a:lnTo>
                  <a:lnTo>
                    <a:pt x="929644" y="5443083"/>
                  </a:lnTo>
                  <a:lnTo>
                    <a:pt x="930148" y="5443083"/>
                  </a:lnTo>
                  <a:lnTo>
                    <a:pt x="930274" y="5443083"/>
                  </a:lnTo>
                  <a:lnTo>
                    <a:pt x="930400" y="5443083"/>
                  </a:lnTo>
                  <a:lnTo>
                    <a:pt x="930652" y="5443083"/>
                  </a:lnTo>
                  <a:lnTo>
                    <a:pt x="930778" y="5443083"/>
                  </a:lnTo>
                  <a:lnTo>
                    <a:pt x="931030" y="5443083"/>
                  </a:lnTo>
                  <a:lnTo>
                    <a:pt x="931157" y="5443083"/>
                  </a:lnTo>
                  <a:lnTo>
                    <a:pt x="931409" y="5443083"/>
                  </a:lnTo>
                  <a:lnTo>
                    <a:pt x="932291" y="5443083"/>
                  </a:lnTo>
                  <a:lnTo>
                    <a:pt x="932291" y="5437803"/>
                  </a:lnTo>
                  <a:lnTo>
                    <a:pt x="932417" y="5437803"/>
                  </a:lnTo>
                  <a:lnTo>
                    <a:pt x="933048" y="5437803"/>
                  </a:lnTo>
                  <a:lnTo>
                    <a:pt x="933552" y="5437803"/>
                  </a:lnTo>
                  <a:lnTo>
                    <a:pt x="933678" y="5437803"/>
                  </a:lnTo>
                  <a:lnTo>
                    <a:pt x="933804" y="5437803"/>
                  </a:lnTo>
                  <a:lnTo>
                    <a:pt x="934687" y="5437803"/>
                  </a:lnTo>
                  <a:lnTo>
                    <a:pt x="935191" y="5437803"/>
                  </a:lnTo>
                  <a:lnTo>
                    <a:pt x="935570" y="5437803"/>
                  </a:lnTo>
                  <a:lnTo>
                    <a:pt x="935822" y="5437803"/>
                  </a:lnTo>
                  <a:lnTo>
                    <a:pt x="936326" y="5437803"/>
                  </a:lnTo>
                  <a:lnTo>
                    <a:pt x="936452" y="5437803"/>
                  </a:lnTo>
                  <a:lnTo>
                    <a:pt x="936830" y="5437803"/>
                  </a:lnTo>
                  <a:lnTo>
                    <a:pt x="937209" y="5437803"/>
                  </a:lnTo>
                  <a:lnTo>
                    <a:pt x="937335" y="5437803"/>
                  </a:lnTo>
                  <a:lnTo>
                    <a:pt x="937587" y="5437803"/>
                  </a:lnTo>
                  <a:lnTo>
                    <a:pt x="937587" y="5432524"/>
                  </a:lnTo>
                  <a:lnTo>
                    <a:pt x="937713" y="5432524"/>
                  </a:lnTo>
                  <a:lnTo>
                    <a:pt x="937839" y="5432524"/>
                  </a:lnTo>
                  <a:lnTo>
                    <a:pt x="938217" y="5432524"/>
                  </a:lnTo>
                  <a:lnTo>
                    <a:pt x="938722" y="5432524"/>
                  </a:lnTo>
                  <a:lnTo>
                    <a:pt x="939604" y="5432524"/>
                  </a:lnTo>
                  <a:lnTo>
                    <a:pt x="940235" y="5432524"/>
                  </a:lnTo>
                  <a:lnTo>
                    <a:pt x="940613" y="5432524"/>
                  </a:lnTo>
                  <a:lnTo>
                    <a:pt x="940739" y="5432524"/>
                  </a:lnTo>
                  <a:lnTo>
                    <a:pt x="940865" y="5432524"/>
                  </a:lnTo>
                  <a:lnTo>
                    <a:pt x="941622" y="5427245"/>
                  </a:lnTo>
                  <a:lnTo>
                    <a:pt x="942000" y="5427245"/>
                  </a:lnTo>
                  <a:lnTo>
                    <a:pt x="942252" y="5427245"/>
                  </a:lnTo>
                  <a:lnTo>
                    <a:pt x="942631" y="5427245"/>
                  </a:lnTo>
                  <a:lnTo>
                    <a:pt x="943261" y="5427245"/>
                  </a:lnTo>
                  <a:lnTo>
                    <a:pt x="943387" y="5427245"/>
                  </a:lnTo>
                  <a:lnTo>
                    <a:pt x="944144" y="5427245"/>
                  </a:lnTo>
                  <a:lnTo>
                    <a:pt x="944522" y="5427245"/>
                  </a:lnTo>
                  <a:lnTo>
                    <a:pt x="944900" y="5427245"/>
                  </a:lnTo>
                  <a:lnTo>
                    <a:pt x="945026" y="5427245"/>
                  </a:lnTo>
                  <a:lnTo>
                    <a:pt x="945404" y="5427245"/>
                  </a:lnTo>
                  <a:lnTo>
                    <a:pt x="945909" y="5427245"/>
                  </a:lnTo>
                  <a:lnTo>
                    <a:pt x="946791" y="5427245"/>
                  </a:lnTo>
                  <a:lnTo>
                    <a:pt x="947422" y="5427245"/>
                  </a:lnTo>
                  <a:lnTo>
                    <a:pt x="947926" y="5427245"/>
                  </a:lnTo>
                  <a:lnTo>
                    <a:pt x="948052" y="5427245"/>
                  </a:lnTo>
                  <a:lnTo>
                    <a:pt x="948431" y="5427245"/>
                  </a:lnTo>
                  <a:lnTo>
                    <a:pt x="949944" y="5427245"/>
                  </a:lnTo>
                  <a:lnTo>
                    <a:pt x="950574" y="5427245"/>
                  </a:lnTo>
                  <a:lnTo>
                    <a:pt x="950826" y="5427245"/>
                  </a:lnTo>
                  <a:lnTo>
                    <a:pt x="951331" y="5427245"/>
                  </a:lnTo>
                  <a:lnTo>
                    <a:pt x="951583" y="5427245"/>
                  </a:lnTo>
                  <a:lnTo>
                    <a:pt x="951709" y="5427245"/>
                  </a:lnTo>
                  <a:lnTo>
                    <a:pt x="952213" y="5421965"/>
                  </a:lnTo>
                  <a:lnTo>
                    <a:pt x="952465" y="5421965"/>
                  </a:lnTo>
                  <a:lnTo>
                    <a:pt x="952591" y="5421965"/>
                  </a:lnTo>
                  <a:lnTo>
                    <a:pt x="952718" y="5421965"/>
                  </a:lnTo>
                  <a:lnTo>
                    <a:pt x="952970" y="5421965"/>
                  </a:lnTo>
                  <a:lnTo>
                    <a:pt x="953096" y="5421965"/>
                  </a:lnTo>
                  <a:lnTo>
                    <a:pt x="953474" y="5421965"/>
                  </a:lnTo>
                  <a:lnTo>
                    <a:pt x="953852" y="5421965"/>
                  </a:lnTo>
                  <a:lnTo>
                    <a:pt x="953978" y="5421965"/>
                  </a:lnTo>
                  <a:lnTo>
                    <a:pt x="954231" y="5421965"/>
                  </a:lnTo>
                  <a:lnTo>
                    <a:pt x="954735" y="5421965"/>
                  </a:lnTo>
                  <a:lnTo>
                    <a:pt x="955113" y="5421965"/>
                  </a:lnTo>
                  <a:lnTo>
                    <a:pt x="955365" y="5421965"/>
                  </a:lnTo>
                  <a:lnTo>
                    <a:pt x="955491" y="5421965"/>
                  </a:lnTo>
                  <a:lnTo>
                    <a:pt x="955618" y="5421965"/>
                  </a:lnTo>
                  <a:lnTo>
                    <a:pt x="955996" y="5421965"/>
                  </a:lnTo>
                  <a:lnTo>
                    <a:pt x="956248" y="5421965"/>
                  </a:lnTo>
                  <a:lnTo>
                    <a:pt x="956374" y="5421965"/>
                  </a:lnTo>
                  <a:lnTo>
                    <a:pt x="956500" y="5421965"/>
                  </a:lnTo>
                  <a:lnTo>
                    <a:pt x="956626" y="5421965"/>
                  </a:lnTo>
                  <a:lnTo>
                    <a:pt x="957005" y="5421965"/>
                  </a:lnTo>
                  <a:lnTo>
                    <a:pt x="957131" y="5421965"/>
                  </a:lnTo>
                  <a:lnTo>
                    <a:pt x="957257" y="5421965"/>
                  </a:lnTo>
                  <a:lnTo>
                    <a:pt x="957635" y="5421965"/>
                  </a:lnTo>
                  <a:lnTo>
                    <a:pt x="957887" y="5421965"/>
                  </a:lnTo>
                  <a:lnTo>
                    <a:pt x="958139" y="5421965"/>
                  </a:lnTo>
                  <a:lnTo>
                    <a:pt x="958265" y="5421965"/>
                  </a:lnTo>
                  <a:lnTo>
                    <a:pt x="958518" y="5421965"/>
                  </a:lnTo>
                  <a:lnTo>
                    <a:pt x="959148" y="5421965"/>
                  </a:lnTo>
                  <a:lnTo>
                    <a:pt x="959526" y="5421965"/>
                  </a:lnTo>
                  <a:lnTo>
                    <a:pt x="959652" y="5421965"/>
                  </a:lnTo>
                  <a:lnTo>
                    <a:pt x="959905" y="5421965"/>
                  </a:lnTo>
                  <a:lnTo>
                    <a:pt x="960409" y="5421965"/>
                  </a:lnTo>
                  <a:lnTo>
                    <a:pt x="960535" y="5421965"/>
                  </a:lnTo>
                  <a:lnTo>
                    <a:pt x="960661" y="5421965"/>
                  </a:lnTo>
                  <a:lnTo>
                    <a:pt x="960787" y="5421965"/>
                  </a:lnTo>
                  <a:lnTo>
                    <a:pt x="961039" y="5421965"/>
                  </a:lnTo>
                  <a:lnTo>
                    <a:pt x="961670" y="5421965"/>
                  </a:lnTo>
                  <a:lnTo>
                    <a:pt x="961796" y="5421965"/>
                  </a:lnTo>
                  <a:lnTo>
                    <a:pt x="962931" y="5421965"/>
                  </a:lnTo>
                  <a:lnTo>
                    <a:pt x="963309" y="5421965"/>
                  </a:lnTo>
                  <a:lnTo>
                    <a:pt x="963561" y="5421965"/>
                  </a:lnTo>
                  <a:lnTo>
                    <a:pt x="964192" y="5421965"/>
                  </a:lnTo>
                  <a:lnTo>
                    <a:pt x="964318" y="5421965"/>
                  </a:lnTo>
                  <a:lnTo>
                    <a:pt x="964948" y="5421965"/>
                  </a:lnTo>
                  <a:lnTo>
                    <a:pt x="965326" y="5421965"/>
                  </a:lnTo>
                  <a:lnTo>
                    <a:pt x="965957" y="5421965"/>
                  </a:lnTo>
                  <a:lnTo>
                    <a:pt x="966083" y="5421965"/>
                  </a:lnTo>
                  <a:lnTo>
                    <a:pt x="966335" y="5421965"/>
                  </a:lnTo>
                  <a:lnTo>
                    <a:pt x="966461" y="5421965"/>
                  </a:lnTo>
                  <a:lnTo>
                    <a:pt x="966587" y="5421965"/>
                  </a:lnTo>
                  <a:lnTo>
                    <a:pt x="967092" y="5421965"/>
                  </a:lnTo>
                  <a:lnTo>
                    <a:pt x="967344" y="5421965"/>
                  </a:lnTo>
                  <a:lnTo>
                    <a:pt x="968352" y="5421965"/>
                  </a:lnTo>
                  <a:lnTo>
                    <a:pt x="968478" y="5421965"/>
                  </a:lnTo>
                  <a:lnTo>
                    <a:pt x="968731" y="5421965"/>
                  </a:lnTo>
                  <a:lnTo>
                    <a:pt x="968857" y="5421965"/>
                  </a:lnTo>
                  <a:lnTo>
                    <a:pt x="969613" y="5421965"/>
                  </a:lnTo>
                  <a:lnTo>
                    <a:pt x="969865" y="5421965"/>
                  </a:lnTo>
                  <a:lnTo>
                    <a:pt x="970370" y="5421965"/>
                  </a:lnTo>
                  <a:lnTo>
                    <a:pt x="970622" y="5421965"/>
                  </a:lnTo>
                  <a:lnTo>
                    <a:pt x="971126" y="5421965"/>
                  </a:lnTo>
                  <a:lnTo>
                    <a:pt x="971379" y="5416686"/>
                  </a:lnTo>
                  <a:lnTo>
                    <a:pt x="971883" y="5416686"/>
                  </a:lnTo>
                  <a:lnTo>
                    <a:pt x="972009" y="5416686"/>
                  </a:lnTo>
                  <a:lnTo>
                    <a:pt x="972135" y="5416686"/>
                  </a:lnTo>
                  <a:lnTo>
                    <a:pt x="972387" y="5416686"/>
                  </a:lnTo>
                  <a:lnTo>
                    <a:pt x="972513" y="5416686"/>
                  </a:lnTo>
                  <a:lnTo>
                    <a:pt x="973018" y="5416686"/>
                  </a:lnTo>
                  <a:lnTo>
                    <a:pt x="973396" y="5416686"/>
                  </a:lnTo>
                  <a:lnTo>
                    <a:pt x="973900" y="5416686"/>
                  </a:lnTo>
                  <a:lnTo>
                    <a:pt x="974405" y="5416686"/>
                  </a:lnTo>
                  <a:lnTo>
                    <a:pt x="974531" y="5416686"/>
                  </a:lnTo>
                  <a:lnTo>
                    <a:pt x="974657" y="5416686"/>
                  </a:lnTo>
                  <a:lnTo>
                    <a:pt x="974783" y="5416686"/>
                  </a:lnTo>
                  <a:lnTo>
                    <a:pt x="974909" y="5416686"/>
                  </a:lnTo>
                  <a:lnTo>
                    <a:pt x="975413" y="5416686"/>
                  </a:lnTo>
                  <a:lnTo>
                    <a:pt x="975539" y="5416686"/>
                  </a:lnTo>
                  <a:lnTo>
                    <a:pt x="976296" y="5416686"/>
                  </a:lnTo>
                  <a:lnTo>
                    <a:pt x="977052" y="5416686"/>
                  </a:lnTo>
                  <a:lnTo>
                    <a:pt x="977431" y="5416686"/>
                  </a:lnTo>
                  <a:lnTo>
                    <a:pt x="977557" y="5416686"/>
                  </a:lnTo>
                  <a:lnTo>
                    <a:pt x="977935" y="5416686"/>
                  </a:lnTo>
                  <a:lnTo>
                    <a:pt x="978187" y="5416686"/>
                  </a:lnTo>
                  <a:lnTo>
                    <a:pt x="978313" y="5416686"/>
                  </a:lnTo>
                  <a:lnTo>
                    <a:pt x="978439" y="5416686"/>
                  </a:lnTo>
                  <a:lnTo>
                    <a:pt x="978692" y="5416686"/>
                  </a:lnTo>
                  <a:lnTo>
                    <a:pt x="978944" y="5416686"/>
                  </a:lnTo>
                  <a:lnTo>
                    <a:pt x="979196" y="5416686"/>
                  </a:lnTo>
                  <a:lnTo>
                    <a:pt x="979322" y="5416686"/>
                  </a:lnTo>
                  <a:lnTo>
                    <a:pt x="979700" y="5416686"/>
                  </a:lnTo>
                  <a:lnTo>
                    <a:pt x="980331" y="5416686"/>
                  </a:lnTo>
                  <a:lnTo>
                    <a:pt x="980457" y="5416686"/>
                  </a:lnTo>
                  <a:lnTo>
                    <a:pt x="980457" y="5411406"/>
                  </a:lnTo>
                  <a:lnTo>
                    <a:pt x="980709" y="5411406"/>
                  </a:lnTo>
                  <a:lnTo>
                    <a:pt x="980835" y="5411406"/>
                  </a:lnTo>
                  <a:lnTo>
                    <a:pt x="980961" y="5411406"/>
                  </a:lnTo>
                  <a:lnTo>
                    <a:pt x="981087" y="5411406"/>
                  </a:lnTo>
                  <a:lnTo>
                    <a:pt x="982348" y="5411406"/>
                  </a:lnTo>
                  <a:lnTo>
                    <a:pt x="982474" y="5411406"/>
                  </a:lnTo>
                  <a:lnTo>
                    <a:pt x="982600" y="5411406"/>
                  </a:lnTo>
                  <a:lnTo>
                    <a:pt x="983357" y="5411406"/>
                  </a:lnTo>
                  <a:lnTo>
                    <a:pt x="983987" y="5411406"/>
                  </a:lnTo>
                  <a:lnTo>
                    <a:pt x="984239" y="5411406"/>
                  </a:lnTo>
                  <a:lnTo>
                    <a:pt x="985752" y="5411406"/>
                  </a:lnTo>
                  <a:lnTo>
                    <a:pt x="985879" y="5411406"/>
                  </a:lnTo>
                  <a:lnTo>
                    <a:pt x="986383" y="5411406"/>
                  </a:lnTo>
                  <a:lnTo>
                    <a:pt x="987013" y="5411406"/>
                  </a:lnTo>
                  <a:lnTo>
                    <a:pt x="987139" y="5411406"/>
                  </a:lnTo>
                  <a:lnTo>
                    <a:pt x="987266" y="5411406"/>
                  </a:lnTo>
                  <a:lnTo>
                    <a:pt x="987392" y="5411406"/>
                  </a:lnTo>
                  <a:lnTo>
                    <a:pt x="987518" y="5411406"/>
                  </a:lnTo>
                  <a:lnTo>
                    <a:pt x="988022" y="5411406"/>
                  </a:lnTo>
                  <a:lnTo>
                    <a:pt x="988148" y="5411406"/>
                  </a:lnTo>
                  <a:lnTo>
                    <a:pt x="988400" y="5411406"/>
                  </a:lnTo>
                  <a:lnTo>
                    <a:pt x="988779" y="5411406"/>
                  </a:lnTo>
                  <a:lnTo>
                    <a:pt x="989031" y="5411406"/>
                  </a:lnTo>
                  <a:lnTo>
                    <a:pt x="989283" y="5411406"/>
                  </a:lnTo>
                  <a:lnTo>
                    <a:pt x="989409" y="5411406"/>
                  </a:lnTo>
                  <a:lnTo>
                    <a:pt x="989661" y="5411406"/>
                  </a:lnTo>
                  <a:lnTo>
                    <a:pt x="990039" y="5406127"/>
                  </a:lnTo>
                  <a:lnTo>
                    <a:pt x="990166" y="5406127"/>
                  </a:lnTo>
                  <a:lnTo>
                    <a:pt x="990418" y="5406127"/>
                  </a:lnTo>
                  <a:lnTo>
                    <a:pt x="990796" y="5406127"/>
                  </a:lnTo>
                  <a:lnTo>
                    <a:pt x="991048" y="5400848"/>
                  </a:lnTo>
                  <a:lnTo>
                    <a:pt x="991174" y="5400848"/>
                  </a:lnTo>
                  <a:lnTo>
                    <a:pt x="991426" y="5400848"/>
                  </a:lnTo>
                  <a:lnTo>
                    <a:pt x="991679" y="5395568"/>
                  </a:lnTo>
                  <a:lnTo>
                    <a:pt x="991931" y="5395568"/>
                  </a:lnTo>
                  <a:lnTo>
                    <a:pt x="992309" y="5395568"/>
                  </a:lnTo>
                  <a:lnTo>
                    <a:pt x="992813" y="5395568"/>
                  </a:lnTo>
                  <a:lnTo>
                    <a:pt x="992939" y="5395568"/>
                  </a:lnTo>
                  <a:lnTo>
                    <a:pt x="993318" y="5395568"/>
                  </a:lnTo>
                  <a:lnTo>
                    <a:pt x="993948" y="5395568"/>
                  </a:lnTo>
                  <a:lnTo>
                    <a:pt x="994074" y="5395568"/>
                  </a:lnTo>
                  <a:lnTo>
                    <a:pt x="994453" y="5395568"/>
                  </a:lnTo>
                  <a:lnTo>
                    <a:pt x="994579" y="5395568"/>
                  </a:lnTo>
                  <a:lnTo>
                    <a:pt x="995335" y="5395568"/>
                  </a:lnTo>
                  <a:lnTo>
                    <a:pt x="995587" y="5395568"/>
                  </a:lnTo>
                  <a:lnTo>
                    <a:pt x="996722" y="5395568"/>
                  </a:lnTo>
                  <a:lnTo>
                    <a:pt x="996974" y="5395568"/>
                  </a:lnTo>
                  <a:lnTo>
                    <a:pt x="997353" y="5395568"/>
                  </a:lnTo>
                  <a:lnTo>
                    <a:pt x="997605" y="5395568"/>
                  </a:lnTo>
                  <a:lnTo>
                    <a:pt x="997731" y="5395568"/>
                  </a:lnTo>
                  <a:lnTo>
                    <a:pt x="998109" y="5390289"/>
                  </a:lnTo>
                  <a:lnTo>
                    <a:pt x="998361" y="5390289"/>
                  </a:lnTo>
                  <a:lnTo>
                    <a:pt x="999244" y="5390289"/>
                  </a:lnTo>
                  <a:lnTo>
                    <a:pt x="999622" y="5390289"/>
                  </a:lnTo>
                  <a:lnTo>
                    <a:pt x="1000000" y="5390289"/>
                  </a:lnTo>
                  <a:lnTo>
                    <a:pt x="1000253" y="5390289"/>
                  </a:lnTo>
                  <a:lnTo>
                    <a:pt x="1001261" y="5390289"/>
                  </a:lnTo>
                  <a:lnTo>
                    <a:pt x="1001387" y="5390289"/>
                  </a:lnTo>
                  <a:lnTo>
                    <a:pt x="1001513" y="5390289"/>
                  </a:lnTo>
                  <a:lnTo>
                    <a:pt x="1002018" y="5390289"/>
                  </a:lnTo>
                  <a:lnTo>
                    <a:pt x="1002270" y="5390289"/>
                  </a:lnTo>
                  <a:lnTo>
                    <a:pt x="1002396" y="5390289"/>
                  </a:lnTo>
                  <a:lnTo>
                    <a:pt x="1002648" y="5390289"/>
                  </a:lnTo>
                  <a:lnTo>
                    <a:pt x="1003405" y="5390289"/>
                  </a:lnTo>
                  <a:lnTo>
                    <a:pt x="1003531" y="5385009"/>
                  </a:lnTo>
                  <a:lnTo>
                    <a:pt x="1003657" y="5385009"/>
                  </a:lnTo>
                  <a:lnTo>
                    <a:pt x="1004413" y="5385009"/>
                  </a:lnTo>
                  <a:lnTo>
                    <a:pt x="1005170" y="5385009"/>
                  </a:lnTo>
                  <a:lnTo>
                    <a:pt x="1005674" y="5385009"/>
                  </a:lnTo>
                  <a:lnTo>
                    <a:pt x="1005927" y="5385009"/>
                  </a:lnTo>
                  <a:lnTo>
                    <a:pt x="1006053" y="5385009"/>
                  </a:lnTo>
                  <a:lnTo>
                    <a:pt x="1007061" y="5385009"/>
                  </a:lnTo>
                  <a:lnTo>
                    <a:pt x="1007692" y="5385009"/>
                  </a:lnTo>
                  <a:lnTo>
                    <a:pt x="1007818" y="5385009"/>
                  </a:lnTo>
                  <a:lnTo>
                    <a:pt x="1008196" y="5385009"/>
                  </a:lnTo>
                  <a:lnTo>
                    <a:pt x="1008322" y="5385009"/>
                  </a:lnTo>
                  <a:lnTo>
                    <a:pt x="1009205" y="5385009"/>
                  </a:lnTo>
                  <a:lnTo>
                    <a:pt x="1009835" y="5385009"/>
                  </a:lnTo>
                  <a:lnTo>
                    <a:pt x="1009961" y="5385009"/>
                  </a:lnTo>
                  <a:lnTo>
                    <a:pt x="1010340" y="5385009"/>
                  </a:lnTo>
                  <a:lnTo>
                    <a:pt x="1010592" y="5385009"/>
                  </a:lnTo>
                  <a:lnTo>
                    <a:pt x="1010970" y="5385009"/>
                  </a:lnTo>
                  <a:lnTo>
                    <a:pt x="1011600" y="5385009"/>
                  </a:lnTo>
                  <a:lnTo>
                    <a:pt x="1011979" y="5385009"/>
                  </a:lnTo>
                  <a:lnTo>
                    <a:pt x="1012357" y="5385009"/>
                  </a:lnTo>
                  <a:lnTo>
                    <a:pt x="1012609" y="5385009"/>
                  </a:lnTo>
                  <a:lnTo>
                    <a:pt x="1013492" y="5385009"/>
                  </a:lnTo>
                  <a:lnTo>
                    <a:pt x="1014122" y="5385009"/>
                  </a:lnTo>
                  <a:lnTo>
                    <a:pt x="1014248" y="5385009"/>
                  </a:lnTo>
                  <a:lnTo>
                    <a:pt x="1014500" y="5385009"/>
                  </a:lnTo>
                  <a:lnTo>
                    <a:pt x="1015131" y="5385009"/>
                  </a:lnTo>
                  <a:lnTo>
                    <a:pt x="1015635" y="5385009"/>
                  </a:lnTo>
                  <a:lnTo>
                    <a:pt x="1016266" y="5385009"/>
                  </a:lnTo>
                  <a:lnTo>
                    <a:pt x="1016518" y="5385009"/>
                  </a:lnTo>
                  <a:lnTo>
                    <a:pt x="1017148" y="5379730"/>
                  </a:lnTo>
                  <a:lnTo>
                    <a:pt x="1017274" y="5379730"/>
                  </a:lnTo>
                  <a:lnTo>
                    <a:pt x="1017779" y="5379730"/>
                  </a:lnTo>
                  <a:lnTo>
                    <a:pt x="1018031" y="5379730"/>
                  </a:lnTo>
                  <a:lnTo>
                    <a:pt x="1018661" y="5379730"/>
                  </a:lnTo>
                  <a:lnTo>
                    <a:pt x="1018914" y="5379730"/>
                  </a:lnTo>
                  <a:lnTo>
                    <a:pt x="1019040" y="5379730"/>
                  </a:lnTo>
                  <a:lnTo>
                    <a:pt x="1019292" y="5379730"/>
                  </a:lnTo>
                  <a:lnTo>
                    <a:pt x="1019922" y="5379730"/>
                  </a:lnTo>
                  <a:lnTo>
                    <a:pt x="1020048" y="5379730"/>
                  </a:lnTo>
                  <a:lnTo>
                    <a:pt x="1020427" y="5379730"/>
                  </a:lnTo>
                  <a:lnTo>
                    <a:pt x="1020805" y="5379730"/>
                  </a:lnTo>
                  <a:lnTo>
                    <a:pt x="1021183" y="5379730"/>
                  </a:lnTo>
                  <a:lnTo>
                    <a:pt x="1021183" y="5374450"/>
                  </a:lnTo>
                  <a:lnTo>
                    <a:pt x="1021687" y="5374450"/>
                  </a:lnTo>
                  <a:lnTo>
                    <a:pt x="1021814" y="5374450"/>
                  </a:lnTo>
                  <a:lnTo>
                    <a:pt x="1022192" y="5374450"/>
                  </a:lnTo>
                  <a:lnTo>
                    <a:pt x="1022696" y="5374450"/>
                  </a:lnTo>
                  <a:lnTo>
                    <a:pt x="1023327" y="5374450"/>
                  </a:lnTo>
                  <a:lnTo>
                    <a:pt x="1024083" y="5369171"/>
                  </a:lnTo>
                  <a:lnTo>
                    <a:pt x="1024209" y="5369171"/>
                  </a:lnTo>
                  <a:lnTo>
                    <a:pt x="1024335" y="5369171"/>
                  </a:lnTo>
                  <a:lnTo>
                    <a:pt x="1024587" y="5363892"/>
                  </a:lnTo>
                  <a:lnTo>
                    <a:pt x="1025218" y="5363892"/>
                  </a:lnTo>
                  <a:lnTo>
                    <a:pt x="1025470" y="5363892"/>
                  </a:lnTo>
                  <a:lnTo>
                    <a:pt x="1025596" y="5363892"/>
                  </a:lnTo>
                  <a:lnTo>
                    <a:pt x="1025848" y="5363892"/>
                  </a:lnTo>
                  <a:lnTo>
                    <a:pt x="1025974" y="5363892"/>
                  </a:lnTo>
                  <a:lnTo>
                    <a:pt x="1026353" y="5363892"/>
                  </a:lnTo>
                  <a:lnTo>
                    <a:pt x="1026605" y="5363892"/>
                  </a:lnTo>
                  <a:lnTo>
                    <a:pt x="1026731" y="5363892"/>
                  </a:lnTo>
                  <a:lnTo>
                    <a:pt x="1026857" y="5363892"/>
                  </a:lnTo>
                  <a:lnTo>
                    <a:pt x="1027109" y="5363892"/>
                  </a:lnTo>
                  <a:lnTo>
                    <a:pt x="1027866" y="5363892"/>
                  </a:lnTo>
                  <a:lnTo>
                    <a:pt x="1028370" y="5363892"/>
                  </a:lnTo>
                  <a:lnTo>
                    <a:pt x="1028496" y="5363892"/>
                  </a:lnTo>
                  <a:lnTo>
                    <a:pt x="1028874" y="5363892"/>
                  </a:lnTo>
                  <a:lnTo>
                    <a:pt x="1029001" y="5363892"/>
                  </a:lnTo>
                  <a:lnTo>
                    <a:pt x="1029631" y="5363892"/>
                  </a:lnTo>
                  <a:lnTo>
                    <a:pt x="1030640" y="5363892"/>
                  </a:lnTo>
                  <a:lnTo>
                    <a:pt x="1031018" y="5363892"/>
                  </a:lnTo>
                  <a:lnTo>
                    <a:pt x="1031396" y="5363892"/>
                  </a:lnTo>
                  <a:lnTo>
                    <a:pt x="1031522" y="5363892"/>
                  </a:lnTo>
                  <a:lnTo>
                    <a:pt x="1031774" y="5363892"/>
                  </a:lnTo>
                  <a:lnTo>
                    <a:pt x="1031901" y="5363892"/>
                  </a:lnTo>
                  <a:lnTo>
                    <a:pt x="1032405" y="5363892"/>
                  </a:lnTo>
                  <a:lnTo>
                    <a:pt x="1032909" y="5363892"/>
                  </a:lnTo>
                  <a:lnTo>
                    <a:pt x="1033035" y="5363892"/>
                  </a:lnTo>
                  <a:lnTo>
                    <a:pt x="1034422" y="5363892"/>
                  </a:lnTo>
                  <a:lnTo>
                    <a:pt x="1034674" y="5363892"/>
                  </a:lnTo>
                  <a:lnTo>
                    <a:pt x="1035431" y="5363892"/>
                  </a:lnTo>
                  <a:lnTo>
                    <a:pt x="1035809" y="5363892"/>
                  </a:lnTo>
                  <a:lnTo>
                    <a:pt x="1036440" y="5363892"/>
                  </a:lnTo>
                  <a:lnTo>
                    <a:pt x="1036692" y="5363892"/>
                  </a:lnTo>
                  <a:lnTo>
                    <a:pt x="1037196" y="5363892"/>
                  </a:lnTo>
                  <a:lnTo>
                    <a:pt x="1037322" y="5363892"/>
                  </a:lnTo>
                  <a:lnTo>
                    <a:pt x="1037827" y="5363892"/>
                  </a:lnTo>
                  <a:lnTo>
                    <a:pt x="1037953" y="5363892"/>
                  </a:lnTo>
                  <a:lnTo>
                    <a:pt x="1038331" y="5363892"/>
                  </a:lnTo>
                  <a:lnTo>
                    <a:pt x="1038835" y="5363892"/>
                  </a:lnTo>
                  <a:lnTo>
                    <a:pt x="1039088" y="5363892"/>
                  </a:lnTo>
                  <a:lnTo>
                    <a:pt x="1039466" y="5363892"/>
                  </a:lnTo>
                  <a:lnTo>
                    <a:pt x="1040222" y="5363892"/>
                  </a:lnTo>
                  <a:lnTo>
                    <a:pt x="1040348" y="5363892"/>
                  </a:lnTo>
                  <a:lnTo>
                    <a:pt x="1040475" y="5363892"/>
                  </a:lnTo>
                  <a:lnTo>
                    <a:pt x="1040979" y="5363892"/>
                  </a:lnTo>
                  <a:lnTo>
                    <a:pt x="1041105" y="5363892"/>
                  </a:lnTo>
                  <a:lnTo>
                    <a:pt x="1041861" y="5363892"/>
                  </a:lnTo>
                  <a:lnTo>
                    <a:pt x="1042114" y="5363892"/>
                  </a:lnTo>
                  <a:lnTo>
                    <a:pt x="1042366" y="5363892"/>
                  </a:lnTo>
                  <a:lnTo>
                    <a:pt x="1042492" y="5363892"/>
                  </a:lnTo>
                  <a:lnTo>
                    <a:pt x="1042492" y="5358612"/>
                  </a:lnTo>
                  <a:lnTo>
                    <a:pt x="1042744" y="5353333"/>
                  </a:lnTo>
                  <a:lnTo>
                    <a:pt x="1042996" y="5353333"/>
                  </a:lnTo>
                  <a:lnTo>
                    <a:pt x="1043501" y="5348053"/>
                  </a:lnTo>
                  <a:lnTo>
                    <a:pt x="1043879" y="5348053"/>
                  </a:lnTo>
                  <a:lnTo>
                    <a:pt x="1044131" y="5348053"/>
                  </a:lnTo>
                  <a:lnTo>
                    <a:pt x="1044509" y="5348053"/>
                  </a:lnTo>
                  <a:lnTo>
                    <a:pt x="1044635" y="5348053"/>
                  </a:lnTo>
                  <a:lnTo>
                    <a:pt x="1044761" y="5348053"/>
                  </a:lnTo>
                  <a:lnTo>
                    <a:pt x="1045014" y="5342774"/>
                  </a:lnTo>
                  <a:lnTo>
                    <a:pt x="1045266" y="5342774"/>
                  </a:lnTo>
                  <a:lnTo>
                    <a:pt x="1046022" y="5342774"/>
                  </a:lnTo>
                  <a:lnTo>
                    <a:pt x="1046401" y="5342774"/>
                  </a:lnTo>
                  <a:lnTo>
                    <a:pt x="1046527" y="5342774"/>
                  </a:lnTo>
                  <a:lnTo>
                    <a:pt x="1047157" y="5342774"/>
                  </a:lnTo>
                  <a:lnTo>
                    <a:pt x="1047914" y="5342774"/>
                  </a:lnTo>
                  <a:lnTo>
                    <a:pt x="1048040" y="5342774"/>
                  </a:lnTo>
                  <a:lnTo>
                    <a:pt x="1048544" y="5342774"/>
                  </a:lnTo>
                  <a:lnTo>
                    <a:pt x="1049553" y="5342774"/>
                  </a:lnTo>
                  <a:lnTo>
                    <a:pt x="1050057" y="5342774"/>
                  </a:lnTo>
                  <a:lnTo>
                    <a:pt x="1050309" y="5342774"/>
                  </a:lnTo>
                  <a:lnTo>
                    <a:pt x="1050562" y="5342774"/>
                  </a:lnTo>
                  <a:lnTo>
                    <a:pt x="1050688" y="5342774"/>
                  </a:lnTo>
                  <a:lnTo>
                    <a:pt x="1050940" y="5342774"/>
                  </a:lnTo>
                  <a:lnTo>
                    <a:pt x="1050940" y="5337494"/>
                  </a:lnTo>
                  <a:lnTo>
                    <a:pt x="1051570" y="5337494"/>
                  </a:lnTo>
                  <a:lnTo>
                    <a:pt x="1051948" y="5337494"/>
                  </a:lnTo>
                  <a:lnTo>
                    <a:pt x="1052201" y="5337494"/>
                  </a:lnTo>
                  <a:lnTo>
                    <a:pt x="1052327" y="5337494"/>
                  </a:lnTo>
                  <a:lnTo>
                    <a:pt x="1052831" y="5337494"/>
                  </a:lnTo>
                  <a:lnTo>
                    <a:pt x="1053335" y="5337494"/>
                  </a:lnTo>
                  <a:lnTo>
                    <a:pt x="1053714" y="5332215"/>
                  </a:lnTo>
                  <a:lnTo>
                    <a:pt x="1054092" y="5332215"/>
                  </a:lnTo>
                  <a:lnTo>
                    <a:pt x="1054849" y="5332215"/>
                  </a:lnTo>
                  <a:lnTo>
                    <a:pt x="1054975" y="5332215"/>
                  </a:lnTo>
                  <a:lnTo>
                    <a:pt x="1055353" y="5332215"/>
                  </a:lnTo>
                  <a:lnTo>
                    <a:pt x="1055605" y="5332215"/>
                  </a:lnTo>
                  <a:lnTo>
                    <a:pt x="1055983" y="5332215"/>
                  </a:lnTo>
                  <a:lnTo>
                    <a:pt x="1057370" y="5332215"/>
                  </a:lnTo>
                  <a:lnTo>
                    <a:pt x="1057496" y="5332215"/>
                  </a:lnTo>
                  <a:lnTo>
                    <a:pt x="1057875" y="5332215"/>
                  </a:lnTo>
                  <a:lnTo>
                    <a:pt x="1058253" y="5332215"/>
                  </a:lnTo>
                  <a:lnTo>
                    <a:pt x="1058379" y="5332215"/>
                  </a:lnTo>
                  <a:lnTo>
                    <a:pt x="1058505" y="5332215"/>
                  </a:lnTo>
                  <a:lnTo>
                    <a:pt x="1058883" y="5332215"/>
                  </a:lnTo>
                  <a:lnTo>
                    <a:pt x="1059262" y="5332215"/>
                  </a:lnTo>
                  <a:lnTo>
                    <a:pt x="1059388" y="5332215"/>
                  </a:lnTo>
                  <a:lnTo>
                    <a:pt x="1059892" y="5332215"/>
                  </a:lnTo>
                  <a:lnTo>
                    <a:pt x="1060018" y="5332215"/>
                  </a:lnTo>
                  <a:lnTo>
                    <a:pt x="1060522" y="5332215"/>
                  </a:lnTo>
                  <a:lnTo>
                    <a:pt x="1060901" y="5332215"/>
                  </a:lnTo>
                  <a:lnTo>
                    <a:pt x="1061405" y="5332215"/>
                  </a:lnTo>
                  <a:lnTo>
                    <a:pt x="1061657" y="5332215"/>
                  </a:lnTo>
                  <a:lnTo>
                    <a:pt x="1062035" y="5332215"/>
                  </a:lnTo>
                  <a:lnTo>
                    <a:pt x="1062288" y="5332215"/>
                  </a:lnTo>
                  <a:lnTo>
                    <a:pt x="1062414" y="5332215"/>
                  </a:lnTo>
                  <a:lnTo>
                    <a:pt x="1062792" y="5332215"/>
                  </a:lnTo>
                  <a:lnTo>
                    <a:pt x="1063044" y="5332215"/>
                  </a:lnTo>
                  <a:lnTo>
                    <a:pt x="1063296" y="5332215"/>
                  </a:lnTo>
                  <a:lnTo>
                    <a:pt x="1063801" y="5332215"/>
                  </a:lnTo>
                  <a:lnTo>
                    <a:pt x="1064683" y="5332215"/>
                  </a:lnTo>
                  <a:lnTo>
                    <a:pt x="1064809" y="5332215"/>
                  </a:lnTo>
                  <a:lnTo>
                    <a:pt x="1064936" y="5326936"/>
                  </a:lnTo>
                  <a:lnTo>
                    <a:pt x="1065818" y="5326936"/>
                  </a:lnTo>
                  <a:lnTo>
                    <a:pt x="1066449" y="5326936"/>
                  </a:lnTo>
                  <a:lnTo>
                    <a:pt x="1066701" y="5326936"/>
                  </a:lnTo>
                  <a:lnTo>
                    <a:pt x="1066827" y="5326936"/>
                  </a:lnTo>
                  <a:lnTo>
                    <a:pt x="1067205" y="5326936"/>
                  </a:lnTo>
                  <a:lnTo>
                    <a:pt x="1067457" y="5326936"/>
                  </a:lnTo>
                  <a:lnTo>
                    <a:pt x="1067583" y="5326936"/>
                  </a:lnTo>
                  <a:lnTo>
                    <a:pt x="1067709" y="5326936"/>
                  </a:lnTo>
                  <a:lnTo>
                    <a:pt x="1068592" y="5326936"/>
                  </a:lnTo>
                  <a:lnTo>
                    <a:pt x="1069222" y="5326936"/>
                  </a:lnTo>
                  <a:lnTo>
                    <a:pt x="1069601" y="5326936"/>
                  </a:lnTo>
                  <a:lnTo>
                    <a:pt x="1069727" y="5326936"/>
                  </a:lnTo>
                  <a:lnTo>
                    <a:pt x="1070105" y="5326936"/>
                  </a:lnTo>
                  <a:lnTo>
                    <a:pt x="1070862" y="5326936"/>
                  </a:lnTo>
                  <a:lnTo>
                    <a:pt x="1070988" y="5326936"/>
                  </a:lnTo>
                  <a:lnTo>
                    <a:pt x="1071744" y="5326936"/>
                  </a:lnTo>
                  <a:lnTo>
                    <a:pt x="1071870" y="5326936"/>
                  </a:lnTo>
                  <a:lnTo>
                    <a:pt x="1071996" y="5326936"/>
                  </a:lnTo>
                  <a:lnTo>
                    <a:pt x="1072375" y="5326936"/>
                  </a:lnTo>
                  <a:lnTo>
                    <a:pt x="1072753" y="5326936"/>
                  </a:lnTo>
                  <a:lnTo>
                    <a:pt x="1072879" y="5326936"/>
                  </a:lnTo>
                  <a:lnTo>
                    <a:pt x="1073257" y="5326936"/>
                  </a:lnTo>
                  <a:lnTo>
                    <a:pt x="1073762" y="5326936"/>
                  </a:lnTo>
                  <a:lnTo>
                    <a:pt x="1073888" y="5326936"/>
                  </a:lnTo>
                  <a:lnTo>
                    <a:pt x="1074140" y="5326936"/>
                  </a:lnTo>
                  <a:lnTo>
                    <a:pt x="1074518" y="5326936"/>
                  </a:lnTo>
                  <a:lnTo>
                    <a:pt x="1075023" y="5326936"/>
                  </a:lnTo>
                  <a:lnTo>
                    <a:pt x="1075149" y="5326936"/>
                  </a:lnTo>
                  <a:lnTo>
                    <a:pt x="1075779" y="5326936"/>
                  </a:lnTo>
                  <a:lnTo>
                    <a:pt x="1076157" y="5326936"/>
                  </a:lnTo>
                  <a:lnTo>
                    <a:pt x="1076914" y="5326936"/>
                  </a:lnTo>
                  <a:lnTo>
                    <a:pt x="1077040" y="5326936"/>
                  </a:lnTo>
                  <a:lnTo>
                    <a:pt x="1077166" y="5326936"/>
                  </a:lnTo>
                  <a:lnTo>
                    <a:pt x="1077418" y="5326936"/>
                  </a:lnTo>
                  <a:lnTo>
                    <a:pt x="1077923" y="5326936"/>
                  </a:lnTo>
                  <a:lnTo>
                    <a:pt x="1078049" y="5326936"/>
                  </a:lnTo>
                  <a:lnTo>
                    <a:pt x="1078427" y="5326936"/>
                  </a:lnTo>
                  <a:lnTo>
                    <a:pt x="1078679" y="5326936"/>
                  </a:lnTo>
                  <a:lnTo>
                    <a:pt x="1078931" y="5326936"/>
                  </a:lnTo>
                  <a:lnTo>
                    <a:pt x="1079183" y="5326936"/>
                  </a:lnTo>
                  <a:lnTo>
                    <a:pt x="1079688" y="5326936"/>
                  </a:lnTo>
                  <a:lnTo>
                    <a:pt x="1079814" y="5326936"/>
                  </a:lnTo>
                  <a:lnTo>
                    <a:pt x="1080318" y="5326936"/>
                  </a:lnTo>
                  <a:lnTo>
                    <a:pt x="1080570" y="5326936"/>
                  </a:lnTo>
                  <a:lnTo>
                    <a:pt x="1081201" y="5326936"/>
                  </a:lnTo>
                  <a:lnTo>
                    <a:pt x="1081327" y="5326936"/>
                  </a:lnTo>
                  <a:lnTo>
                    <a:pt x="1081453" y="5326936"/>
                  </a:lnTo>
                  <a:lnTo>
                    <a:pt x="1081579" y="5326936"/>
                  </a:lnTo>
                  <a:lnTo>
                    <a:pt x="1081957" y="5326936"/>
                  </a:lnTo>
                  <a:lnTo>
                    <a:pt x="1082083" y="5326936"/>
                  </a:lnTo>
                  <a:lnTo>
                    <a:pt x="1082714" y="5326936"/>
                  </a:lnTo>
                  <a:lnTo>
                    <a:pt x="1083092" y="5326936"/>
                  </a:lnTo>
                  <a:lnTo>
                    <a:pt x="1083470" y="5326936"/>
                  </a:lnTo>
                  <a:lnTo>
                    <a:pt x="1083596" y="5326936"/>
                  </a:lnTo>
                  <a:lnTo>
                    <a:pt x="1083975" y="5326936"/>
                  </a:lnTo>
                  <a:lnTo>
                    <a:pt x="1084101" y="5321656"/>
                  </a:lnTo>
                  <a:lnTo>
                    <a:pt x="1084479" y="5321656"/>
                  </a:lnTo>
                  <a:lnTo>
                    <a:pt x="1085488" y="5321656"/>
                  </a:lnTo>
                  <a:lnTo>
                    <a:pt x="1085740" y="5321656"/>
                  </a:lnTo>
                  <a:lnTo>
                    <a:pt x="1085992" y="5316377"/>
                  </a:lnTo>
                  <a:lnTo>
                    <a:pt x="1086118" y="5316377"/>
                  </a:lnTo>
                  <a:lnTo>
                    <a:pt x="1087001" y="5316377"/>
                  </a:lnTo>
                  <a:lnTo>
                    <a:pt x="1087253" y="5316377"/>
                  </a:lnTo>
                  <a:lnTo>
                    <a:pt x="1087379" y="5316377"/>
                  </a:lnTo>
                  <a:lnTo>
                    <a:pt x="1087883" y="5316377"/>
                  </a:lnTo>
                  <a:lnTo>
                    <a:pt x="1088640" y="5316377"/>
                  </a:lnTo>
                  <a:lnTo>
                    <a:pt x="1088766" y="5316377"/>
                  </a:lnTo>
                  <a:lnTo>
                    <a:pt x="1088892" y="5316377"/>
                  </a:lnTo>
                  <a:lnTo>
                    <a:pt x="1089397" y="5316377"/>
                  </a:lnTo>
                  <a:lnTo>
                    <a:pt x="1089523" y="5316377"/>
                  </a:lnTo>
                  <a:lnTo>
                    <a:pt x="1089775" y="5316377"/>
                  </a:lnTo>
                  <a:lnTo>
                    <a:pt x="1090279" y="5316377"/>
                  </a:lnTo>
                  <a:lnTo>
                    <a:pt x="1090405" y="5316377"/>
                  </a:lnTo>
                  <a:lnTo>
                    <a:pt x="1090910" y="5316377"/>
                  </a:lnTo>
                  <a:lnTo>
                    <a:pt x="1091288" y="5316377"/>
                  </a:lnTo>
                  <a:lnTo>
                    <a:pt x="1091414" y="5316377"/>
                  </a:lnTo>
                  <a:lnTo>
                    <a:pt x="1091540" y="5316377"/>
                  </a:lnTo>
                  <a:lnTo>
                    <a:pt x="1091792" y="5316377"/>
                  </a:lnTo>
                  <a:lnTo>
                    <a:pt x="1092297" y="5311097"/>
                  </a:lnTo>
                  <a:lnTo>
                    <a:pt x="1092297" y="5305818"/>
                  </a:lnTo>
                  <a:lnTo>
                    <a:pt x="1092549" y="5305818"/>
                  </a:lnTo>
                  <a:lnTo>
                    <a:pt x="1093179" y="5305818"/>
                  </a:lnTo>
                  <a:lnTo>
                    <a:pt x="1093810" y="5305818"/>
                  </a:lnTo>
                  <a:lnTo>
                    <a:pt x="1094818" y="5305818"/>
                  </a:lnTo>
                  <a:lnTo>
                    <a:pt x="1095197" y="5305818"/>
                  </a:lnTo>
                  <a:lnTo>
                    <a:pt x="1095575" y="5305818"/>
                  </a:lnTo>
                  <a:lnTo>
                    <a:pt x="1095827" y="5305818"/>
                  </a:lnTo>
                  <a:lnTo>
                    <a:pt x="1095953" y="5305818"/>
                  </a:lnTo>
                  <a:lnTo>
                    <a:pt x="1096079" y="5305818"/>
                  </a:lnTo>
                  <a:lnTo>
                    <a:pt x="1096331" y="5305818"/>
                  </a:lnTo>
                  <a:lnTo>
                    <a:pt x="1096457" y="5305818"/>
                  </a:lnTo>
                  <a:lnTo>
                    <a:pt x="1096962" y="5305818"/>
                  </a:lnTo>
                  <a:lnTo>
                    <a:pt x="1097088" y="5305818"/>
                  </a:lnTo>
                  <a:lnTo>
                    <a:pt x="1097214" y="5305818"/>
                  </a:lnTo>
                  <a:lnTo>
                    <a:pt x="1097970" y="5305818"/>
                  </a:lnTo>
                  <a:lnTo>
                    <a:pt x="1098349" y="5305818"/>
                  </a:lnTo>
                  <a:lnTo>
                    <a:pt x="1098727" y="5305818"/>
                  </a:lnTo>
                  <a:lnTo>
                    <a:pt x="1099105" y="5305818"/>
                  </a:lnTo>
                  <a:lnTo>
                    <a:pt x="1099231" y="5305818"/>
                  </a:lnTo>
                  <a:lnTo>
                    <a:pt x="1099484" y="5305818"/>
                  </a:lnTo>
                  <a:lnTo>
                    <a:pt x="1100240" y="5305818"/>
                  </a:lnTo>
                  <a:lnTo>
                    <a:pt x="1100618" y="5305818"/>
                  </a:lnTo>
                  <a:lnTo>
                    <a:pt x="1100870" y="5305818"/>
                  </a:lnTo>
                  <a:lnTo>
                    <a:pt x="1101123" y="5305818"/>
                  </a:lnTo>
                  <a:lnTo>
                    <a:pt x="1101375" y="5305818"/>
                  </a:lnTo>
                  <a:lnTo>
                    <a:pt x="1101753" y="5305818"/>
                  </a:lnTo>
                  <a:lnTo>
                    <a:pt x="1102131" y="5305818"/>
                  </a:lnTo>
                  <a:lnTo>
                    <a:pt x="1102384" y="5305818"/>
                  </a:lnTo>
                  <a:lnTo>
                    <a:pt x="1102636" y="5305818"/>
                  </a:lnTo>
                  <a:lnTo>
                    <a:pt x="1103140" y="5305818"/>
                  </a:lnTo>
                  <a:lnTo>
                    <a:pt x="1104149" y="5305818"/>
                  </a:lnTo>
                  <a:lnTo>
                    <a:pt x="1104275" y="5305818"/>
                  </a:lnTo>
                  <a:lnTo>
                    <a:pt x="1104905" y="5305818"/>
                  </a:lnTo>
                  <a:lnTo>
                    <a:pt x="1105157" y="5305818"/>
                  </a:lnTo>
                  <a:lnTo>
                    <a:pt x="1105536" y="5305818"/>
                  </a:lnTo>
                  <a:lnTo>
                    <a:pt x="1105788" y="5305818"/>
                  </a:lnTo>
                  <a:lnTo>
                    <a:pt x="1106544" y="5305818"/>
                  </a:lnTo>
                  <a:lnTo>
                    <a:pt x="1106923" y="5305818"/>
                  </a:lnTo>
                  <a:lnTo>
                    <a:pt x="1107175" y="5305818"/>
                  </a:lnTo>
                  <a:lnTo>
                    <a:pt x="1107553" y="5305818"/>
                  </a:lnTo>
                  <a:lnTo>
                    <a:pt x="1108436" y="5305818"/>
                  </a:lnTo>
                  <a:lnTo>
                    <a:pt x="1108562" y="5305818"/>
                  </a:lnTo>
                  <a:lnTo>
                    <a:pt x="1108814" y="5305818"/>
                  </a:lnTo>
                  <a:lnTo>
                    <a:pt x="1109318" y="5305818"/>
                  </a:lnTo>
                  <a:lnTo>
                    <a:pt x="1110579" y="5305818"/>
                  </a:lnTo>
                  <a:lnTo>
                    <a:pt x="1110831" y="5305818"/>
                  </a:lnTo>
                  <a:lnTo>
                    <a:pt x="1111462" y="5305818"/>
                  </a:lnTo>
                  <a:lnTo>
                    <a:pt x="1112218" y="5305818"/>
                  </a:lnTo>
                  <a:lnTo>
                    <a:pt x="1112344" y="5305818"/>
                  </a:lnTo>
                  <a:lnTo>
                    <a:pt x="1113227" y="5300539"/>
                  </a:lnTo>
                  <a:lnTo>
                    <a:pt x="1113353" y="5300539"/>
                  </a:lnTo>
                  <a:lnTo>
                    <a:pt x="1113605" y="5300539"/>
                  </a:lnTo>
                  <a:lnTo>
                    <a:pt x="1113984" y="5300539"/>
                  </a:lnTo>
                  <a:lnTo>
                    <a:pt x="1114488" y="5300539"/>
                  </a:lnTo>
                  <a:lnTo>
                    <a:pt x="1116505" y="5300539"/>
                  </a:lnTo>
                  <a:lnTo>
                    <a:pt x="1116631" y="5300539"/>
                  </a:lnTo>
                  <a:lnTo>
                    <a:pt x="1116758" y="5300539"/>
                  </a:lnTo>
                  <a:lnTo>
                    <a:pt x="1116884" y="5300539"/>
                  </a:lnTo>
                  <a:lnTo>
                    <a:pt x="1117136" y="5300539"/>
                  </a:lnTo>
                  <a:lnTo>
                    <a:pt x="1117640" y="5300539"/>
                  </a:lnTo>
                  <a:lnTo>
                    <a:pt x="1117766" y="5300539"/>
                  </a:lnTo>
                  <a:lnTo>
                    <a:pt x="1118271" y="5300539"/>
                  </a:lnTo>
                  <a:lnTo>
                    <a:pt x="1118397" y="5300539"/>
                  </a:lnTo>
                  <a:lnTo>
                    <a:pt x="1118523" y="5300539"/>
                  </a:lnTo>
                  <a:lnTo>
                    <a:pt x="1118649" y="5300539"/>
                  </a:lnTo>
                  <a:lnTo>
                    <a:pt x="1119658" y="5300539"/>
                  </a:lnTo>
                  <a:lnTo>
                    <a:pt x="1120036" y="5300539"/>
                  </a:lnTo>
                  <a:lnTo>
                    <a:pt x="1120918" y="5300539"/>
                  </a:lnTo>
                  <a:lnTo>
                    <a:pt x="1121045" y="5300539"/>
                  </a:lnTo>
                  <a:lnTo>
                    <a:pt x="1121297" y="5300539"/>
                  </a:lnTo>
                  <a:lnTo>
                    <a:pt x="1121549" y="5300539"/>
                  </a:lnTo>
                  <a:lnTo>
                    <a:pt x="1122053" y="5300539"/>
                  </a:lnTo>
                  <a:lnTo>
                    <a:pt x="1122305" y="5300539"/>
                  </a:lnTo>
                  <a:lnTo>
                    <a:pt x="1122684" y="5300539"/>
                  </a:lnTo>
                  <a:lnTo>
                    <a:pt x="1122684" y="5295259"/>
                  </a:lnTo>
                  <a:lnTo>
                    <a:pt x="1123314" y="5295259"/>
                  </a:lnTo>
                  <a:lnTo>
                    <a:pt x="1123440" y="5295259"/>
                  </a:lnTo>
                  <a:lnTo>
                    <a:pt x="1123566" y="5295259"/>
                  </a:lnTo>
                  <a:lnTo>
                    <a:pt x="1124575" y="5295259"/>
                  </a:lnTo>
                  <a:lnTo>
                    <a:pt x="1124701" y="5295259"/>
                  </a:lnTo>
                  <a:lnTo>
                    <a:pt x="1124827" y="5295259"/>
                  </a:lnTo>
                  <a:lnTo>
                    <a:pt x="1124953" y="5295259"/>
                  </a:lnTo>
                  <a:lnTo>
                    <a:pt x="1126214" y="5295259"/>
                  </a:lnTo>
                  <a:lnTo>
                    <a:pt x="1126592" y="5295259"/>
                  </a:lnTo>
                  <a:lnTo>
                    <a:pt x="1126845" y="5295259"/>
                  </a:lnTo>
                  <a:lnTo>
                    <a:pt x="1126971" y="5295259"/>
                  </a:lnTo>
                  <a:lnTo>
                    <a:pt x="1127097" y="5295259"/>
                  </a:lnTo>
                  <a:lnTo>
                    <a:pt x="1127349" y="5295259"/>
                  </a:lnTo>
                  <a:lnTo>
                    <a:pt x="1127601" y="5295259"/>
                  </a:lnTo>
                  <a:lnTo>
                    <a:pt x="1128610" y="5295259"/>
                  </a:lnTo>
                  <a:lnTo>
                    <a:pt x="1129618" y="5295259"/>
                  </a:lnTo>
                  <a:lnTo>
                    <a:pt x="1129745" y="5295259"/>
                  </a:lnTo>
                  <a:lnTo>
                    <a:pt x="1129997" y="5295259"/>
                  </a:lnTo>
                  <a:lnTo>
                    <a:pt x="1130501" y="5295259"/>
                  </a:lnTo>
                  <a:lnTo>
                    <a:pt x="1130879" y="5295259"/>
                  </a:lnTo>
                  <a:lnTo>
                    <a:pt x="1131005" y="5295259"/>
                  </a:lnTo>
                  <a:lnTo>
                    <a:pt x="1132014" y="5295259"/>
                  </a:lnTo>
                  <a:lnTo>
                    <a:pt x="1132518" y="5295259"/>
                  </a:lnTo>
                  <a:lnTo>
                    <a:pt x="1133149" y="5289980"/>
                  </a:lnTo>
                  <a:lnTo>
                    <a:pt x="1133275" y="5289980"/>
                  </a:lnTo>
                  <a:lnTo>
                    <a:pt x="1133401" y="5289980"/>
                  </a:lnTo>
                  <a:lnTo>
                    <a:pt x="1133779" y="5289980"/>
                  </a:lnTo>
                  <a:lnTo>
                    <a:pt x="1134158" y="5289980"/>
                  </a:lnTo>
                  <a:lnTo>
                    <a:pt x="1134410" y="5289980"/>
                  </a:lnTo>
                  <a:lnTo>
                    <a:pt x="1134536" y="5289980"/>
                  </a:lnTo>
                  <a:lnTo>
                    <a:pt x="1134662" y="5289980"/>
                  </a:lnTo>
                  <a:lnTo>
                    <a:pt x="1135166" y="5289980"/>
                  </a:lnTo>
                  <a:lnTo>
                    <a:pt x="1135292" y="5289980"/>
                  </a:lnTo>
                  <a:lnTo>
                    <a:pt x="1135418" y="5289980"/>
                  </a:lnTo>
                  <a:lnTo>
                    <a:pt x="1135671" y="5289980"/>
                  </a:lnTo>
                  <a:lnTo>
                    <a:pt x="1135797" y="5289980"/>
                  </a:lnTo>
                  <a:lnTo>
                    <a:pt x="1136049" y="5289980"/>
                  </a:lnTo>
                  <a:lnTo>
                    <a:pt x="1136427" y="5289980"/>
                  </a:lnTo>
                  <a:lnTo>
                    <a:pt x="1136553" y="5289980"/>
                  </a:lnTo>
                  <a:lnTo>
                    <a:pt x="1136679" y="5289980"/>
                  </a:lnTo>
                  <a:lnTo>
                    <a:pt x="1137436" y="5289980"/>
                  </a:lnTo>
                  <a:lnTo>
                    <a:pt x="1138066" y="5289980"/>
                  </a:lnTo>
                  <a:lnTo>
                    <a:pt x="1138949" y="5289980"/>
                  </a:lnTo>
                  <a:lnTo>
                    <a:pt x="1139705" y="5289980"/>
                  </a:lnTo>
                  <a:lnTo>
                    <a:pt x="1140084" y="5289980"/>
                  </a:lnTo>
                  <a:lnTo>
                    <a:pt x="1140714" y="5284700"/>
                  </a:lnTo>
                  <a:lnTo>
                    <a:pt x="1141092" y="5284700"/>
                  </a:lnTo>
                  <a:lnTo>
                    <a:pt x="1141219" y="5284700"/>
                  </a:lnTo>
                  <a:lnTo>
                    <a:pt x="1141345" y="5284700"/>
                  </a:lnTo>
                  <a:lnTo>
                    <a:pt x="1141975" y="5284700"/>
                  </a:lnTo>
                  <a:lnTo>
                    <a:pt x="1142605" y="5284700"/>
                  </a:lnTo>
                  <a:lnTo>
                    <a:pt x="1143236" y="5284700"/>
                  </a:lnTo>
                  <a:lnTo>
                    <a:pt x="1143362" y="5284700"/>
                  </a:lnTo>
                  <a:lnTo>
                    <a:pt x="1143740" y="5284700"/>
                  </a:lnTo>
                  <a:lnTo>
                    <a:pt x="1144245" y="5284700"/>
                  </a:lnTo>
                  <a:lnTo>
                    <a:pt x="1144497" y="5284700"/>
                  </a:lnTo>
                  <a:lnTo>
                    <a:pt x="1144623" y="5284700"/>
                  </a:lnTo>
                  <a:lnTo>
                    <a:pt x="1145127" y="5284700"/>
                  </a:lnTo>
                  <a:lnTo>
                    <a:pt x="1145253" y="5279421"/>
                  </a:lnTo>
                  <a:lnTo>
                    <a:pt x="1145632" y="5279421"/>
                  </a:lnTo>
                  <a:lnTo>
                    <a:pt x="1146010" y="5279421"/>
                  </a:lnTo>
                  <a:lnTo>
                    <a:pt x="1146388" y="5279421"/>
                  </a:lnTo>
                  <a:lnTo>
                    <a:pt x="1147397" y="5279421"/>
                  </a:lnTo>
                  <a:lnTo>
                    <a:pt x="1147901" y="5279421"/>
                  </a:lnTo>
                  <a:lnTo>
                    <a:pt x="1148027" y="5279421"/>
                  </a:lnTo>
                  <a:lnTo>
                    <a:pt x="1148153" y="5279421"/>
                  </a:lnTo>
                  <a:lnTo>
                    <a:pt x="1148784" y="5279421"/>
                  </a:lnTo>
                  <a:lnTo>
                    <a:pt x="1149036" y="5279421"/>
                  </a:lnTo>
                  <a:lnTo>
                    <a:pt x="1149288" y="5279421"/>
                  </a:lnTo>
                  <a:lnTo>
                    <a:pt x="1149540" y="5279421"/>
                  </a:lnTo>
                  <a:lnTo>
                    <a:pt x="1149666" y="5279421"/>
                  </a:lnTo>
                  <a:lnTo>
                    <a:pt x="1149919" y="5274141"/>
                  </a:lnTo>
                  <a:lnTo>
                    <a:pt x="1150171" y="5274141"/>
                  </a:lnTo>
                  <a:lnTo>
                    <a:pt x="1152062" y="5268862"/>
                  </a:lnTo>
                  <a:lnTo>
                    <a:pt x="1152440" y="5268862"/>
                  </a:lnTo>
                  <a:lnTo>
                    <a:pt x="1153197" y="5268862"/>
                  </a:lnTo>
                  <a:lnTo>
                    <a:pt x="1153449" y="5268862"/>
                  </a:lnTo>
                  <a:lnTo>
                    <a:pt x="1153953" y="5268862"/>
                  </a:lnTo>
                  <a:lnTo>
                    <a:pt x="1154206" y="5268862"/>
                  </a:lnTo>
                  <a:lnTo>
                    <a:pt x="1154458" y="5268862"/>
                  </a:lnTo>
                  <a:lnTo>
                    <a:pt x="1154710" y="5268862"/>
                  </a:lnTo>
                  <a:lnTo>
                    <a:pt x="1155845" y="5268862"/>
                  </a:lnTo>
                  <a:lnTo>
                    <a:pt x="1156097" y="5268862"/>
                  </a:lnTo>
                  <a:lnTo>
                    <a:pt x="1156223" y="5268862"/>
                  </a:lnTo>
                  <a:lnTo>
                    <a:pt x="1156853" y="5268862"/>
                  </a:lnTo>
                  <a:lnTo>
                    <a:pt x="1157484" y="5263583"/>
                  </a:lnTo>
                  <a:lnTo>
                    <a:pt x="1157610" y="5263583"/>
                  </a:lnTo>
                  <a:lnTo>
                    <a:pt x="1157862" y="5263583"/>
                  </a:lnTo>
                  <a:lnTo>
                    <a:pt x="1158619" y="5263583"/>
                  </a:lnTo>
                  <a:lnTo>
                    <a:pt x="1158745" y="5263583"/>
                  </a:lnTo>
                  <a:lnTo>
                    <a:pt x="1158871" y="5263583"/>
                  </a:lnTo>
                  <a:lnTo>
                    <a:pt x="1160132" y="5263583"/>
                  </a:lnTo>
                  <a:lnTo>
                    <a:pt x="1160510" y="5263583"/>
                  </a:lnTo>
                  <a:lnTo>
                    <a:pt x="1160636" y="5263583"/>
                  </a:lnTo>
                  <a:lnTo>
                    <a:pt x="1161266" y="5263583"/>
                  </a:lnTo>
                  <a:lnTo>
                    <a:pt x="1161645" y="5263583"/>
                  </a:lnTo>
                  <a:lnTo>
                    <a:pt x="1162780" y="5258303"/>
                  </a:lnTo>
                  <a:lnTo>
                    <a:pt x="1163662" y="5258303"/>
                  </a:lnTo>
                  <a:lnTo>
                    <a:pt x="1164040" y="5258303"/>
                  </a:lnTo>
                  <a:lnTo>
                    <a:pt x="1164166" y="5258303"/>
                  </a:lnTo>
                  <a:lnTo>
                    <a:pt x="1164419" y="5258303"/>
                  </a:lnTo>
                  <a:lnTo>
                    <a:pt x="1164923" y="5258303"/>
                  </a:lnTo>
                  <a:lnTo>
                    <a:pt x="1165049" y="5258303"/>
                  </a:lnTo>
                  <a:lnTo>
                    <a:pt x="1165175" y="5258303"/>
                  </a:lnTo>
                  <a:lnTo>
                    <a:pt x="1165806" y="5258303"/>
                  </a:lnTo>
                  <a:lnTo>
                    <a:pt x="1166688" y="5258303"/>
                  </a:lnTo>
                  <a:lnTo>
                    <a:pt x="1167066" y="5258303"/>
                  </a:lnTo>
                  <a:lnTo>
                    <a:pt x="1167445" y="5258303"/>
                  </a:lnTo>
                  <a:lnTo>
                    <a:pt x="1167571" y="5258303"/>
                  </a:lnTo>
                  <a:lnTo>
                    <a:pt x="1167697" y="5253024"/>
                  </a:lnTo>
                  <a:lnTo>
                    <a:pt x="1167949" y="5253024"/>
                  </a:lnTo>
                  <a:lnTo>
                    <a:pt x="1168453" y="5253024"/>
                  </a:lnTo>
                  <a:lnTo>
                    <a:pt x="1168706" y="5253024"/>
                  </a:lnTo>
                  <a:lnTo>
                    <a:pt x="1168832" y="5253024"/>
                  </a:lnTo>
                  <a:lnTo>
                    <a:pt x="1168958" y="5253024"/>
                  </a:lnTo>
                  <a:lnTo>
                    <a:pt x="1169714" y="5253024"/>
                  </a:lnTo>
                  <a:lnTo>
                    <a:pt x="1170093" y="5253024"/>
                  </a:lnTo>
                  <a:lnTo>
                    <a:pt x="1170975" y="5253024"/>
                  </a:lnTo>
                  <a:lnTo>
                    <a:pt x="1171353" y="5253024"/>
                  </a:lnTo>
                  <a:lnTo>
                    <a:pt x="1171606" y="5253024"/>
                  </a:lnTo>
                  <a:lnTo>
                    <a:pt x="1172110" y="5253024"/>
                  </a:lnTo>
                  <a:lnTo>
                    <a:pt x="1172488" y="5253024"/>
                  </a:lnTo>
                  <a:lnTo>
                    <a:pt x="1172488" y="5247744"/>
                  </a:lnTo>
                  <a:lnTo>
                    <a:pt x="1172740" y="5247744"/>
                  </a:lnTo>
                  <a:lnTo>
                    <a:pt x="1173497" y="5242465"/>
                  </a:lnTo>
                  <a:lnTo>
                    <a:pt x="1173623" y="5242465"/>
                  </a:lnTo>
                  <a:lnTo>
                    <a:pt x="1174884" y="5237185"/>
                  </a:lnTo>
                  <a:lnTo>
                    <a:pt x="1175262" y="5237185"/>
                  </a:lnTo>
                  <a:lnTo>
                    <a:pt x="1175640" y="5237185"/>
                  </a:lnTo>
                  <a:lnTo>
                    <a:pt x="1175767" y="5237185"/>
                  </a:lnTo>
                  <a:lnTo>
                    <a:pt x="1175893" y="5237185"/>
                  </a:lnTo>
                  <a:lnTo>
                    <a:pt x="1176901" y="5237185"/>
                  </a:lnTo>
                  <a:lnTo>
                    <a:pt x="1177280" y="5237185"/>
                  </a:lnTo>
                  <a:lnTo>
                    <a:pt x="1177910" y="5237185"/>
                  </a:lnTo>
                  <a:lnTo>
                    <a:pt x="1178162" y="5237185"/>
                  </a:lnTo>
                  <a:lnTo>
                    <a:pt x="1178919" y="5237185"/>
                  </a:lnTo>
                  <a:lnTo>
                    <a:pt x="1180054" y="5231906"/>
                  </a:lnTo>
                  <a:lnTo>
                    <a:pt x="1180306" y="5231906"/>
                  </a:lnTo>
                  <a:lnTo>
                    <a:pt x="1180810" y="5231906"/>
                  </a:lnTo>
                  <a:lnTo>
                    <a:pt x="1181062" y="5231906"/>
                  </a:lnTo>
                  <a:lnTo>
                    <a:pt x="1182575" y="5226627"/>
                  </a:lnTo>
                  <a:lnTo>
                    <a:pt x="1182701" y="5226627"/>
                  </a:lnTo>
                  <a:lnTo>
                    <a:pt x="1183080" y="5226627"/>
                  </a:lnTo>
                  <a:lnTo>
                    <a:pt x="1183332" y="5226627"/>
                  </a:lnTo>
                  <a:lnTo>
                    <a:pt x="1183458" y="5226627"/>
                  </a:lnTo>
                  <a:lnTo>
                    <a:pt x="1183584" y="5226627"/>
                  </a:lnTo>
                  <a:lnTo>
                    <a:pt x="1184845" y="5226627"/>
                  </a:lnTo>
                  <a:lnTo>
                    <a:pt x="1185223" y="5226627"/>
                  </a:lnTo>
                  <a:lnTo>
                    <a:pt x="1185980" y="5221347"/>
                  </a:lnTo>
                  <a:lnTo>
                    <a:pt x="1186106" y="5221347"/>
                  </a:lnTo>
                  <a:lnTo>
                    <a:pt x="1186232" y="5221347"/>
                  </a:lnTo>
                  <a:lnTo>
                    <a:pt x="1187241" y="5221347"/>
                  </a:lnTo>
                  <a:lnTo>
                    <a:pt x="1188501" y="5221347"/>
                  </a:lnTo>
                  <a:lnTo>
                    <a:pt x="1189006" y="5221347"/>
                  </a:lnTo>
                  <a:lnTo>
                    <a:pt x="1189132" y="5221347"/>
                  </a:lnTo>
                  <a:lnTo>
                    <a:pt x="1189636" y="5221347"/>
                  </a:lnTo>
                  <a:lnTo>
                    <a:pt x="1190014" y="5221347"/>
                  </a:lnTo>
                  <a:lnTo>
                    <a:pt x="1190771" y="5221347"/>
                  </a:lnTo>
                  <a:lnTo>
                    <a:pt x="1191401" y="5221347"/>
                  </a:lnTo>
                  <a:lnTo>
                    <a:pt x="1191527" y="5221347"/>
                  </a:lnTo>
                  <a:lnTo>
                    <a:pt x="1192032" y="5221347"/>
                  </a:lnTo>
                  <a:lnTo>
                    <a:pt x="1192662" y="5221347"/>
                  </a:lnTo>
                  <a:lnTo>
                    <a:pt x="1192788" y="5221347"/>
                  </a:lnTo>
                  <a:lnTo>
                    <a:pt x="1193041" y="5216068"/>
                  </a:lnTo>
                  <a:lnTo>
                    <a:pt x="1193293" y="5216068"/>
                  </a:lnTo>
                  <a:lnTo>
                    <a:pt x="1193671" y="5216068"/>
                  </a:lnTo>
                  <a:lnTo>
                    <a:pt x="1193923" y="5216068"/>
                  </a:lnTo>
                  <a:lnTo>
                    <a:pt x="1194049" y="5216068"/>
                  </a:lnTo>
                  <a:lnTo>
                    <a:pt x="1194175" y="5216068"/>
                  </a:lnTo>
                  <a:lnTo>
                    <a:pt x="1194427" y="5216068"/>
                  </a:lnTo>
                  <a:lnTo>
                    <a:pt x="1195562" y="5216068"/>
                  </a:lnTo>
                  <a:lnTo>
                    <a:pt x="1196445" y="5216068"/>
                  </a:lnTo>
                  <a:lnTo>
                    <a:pt x="1196697" y="5216068"/>
                  </a:lnTo>
                  <a:lnTo>
                    <a:pt x="1196949" y="5216068"/>
                  </a:lnTo>
                  <a:lnTo>
                    <a:pt x="1197328" y="5216068"/>
                  </a:lnTo>
                  <a:lnTo>
                    <a:pt x="1197580" y="5216068"/>
                  </a:lnTo>
                  <a:lnTo>
                    <a:pt x="1197706" y="5216068"/>
                  </a:lnTo>
                  <a:lnTo>
                    <a:pt x="1198210" y="5216068"/>
                  </a:lnTo>
                  <a:lnTo>
                    <a:pt x="1198462" y="5216068"/>
                  </a:lnTo>
                  <a:lnTo>
                    <a:pt x="1198714" y="5216068"/>
                  </a:lnTo>
                  <a:lnTo>
                    <a:pt x="1198967" y="5216068"/>
                  </a:lnTo>
                  <a:lnTo>
                    <a:pt x="1199219" y="5216068"/>
                  </a:lnTo>
                  <a:lnTo>
                    <a:pt x="1199597" y="5216068"/>
                  </a:lnTo>
                  <a:lnTo>
                    <a:pt x="1200101" y="5210788"/>
                  </a:lnTo>
                  <a:lnTo>
                    <a:pt x="1200354" y="5210788"/>
                  </a:lnTo>
                  <a:lnTo>
                    <a:pt x="1200480" y="5210788"/>
                  </a:lnTo>
                  <a:lnTo>
                    <a:pt x="1201110" y="5210788"/>
                  </a:lnTo>
                  <a:lnTo>
                    <a:pt x="1201236" y="5210788"/>
                  </a:lnTo>
                  <a:lnTo>
                    <a:pt x="1201362" y="5210788"/>
                  </a:lnTo>
                  <a:lnTo>
                    <a:pt x="1201614" y="5210788"/>
                  </a:lnTo>
                  <a:lnTo>
                    <a:pt x="1202623" y="5210788"/>
                  </a:lnTo>
                  <a:lnTo>
                    <a:pt x="1203758" y="5210788"/>
                  </a:lnTo>
                  <a:lnTo>
                    <a:pt x="1204010" y="5210788"/>
                  </a:lnTo>
                  <a:lnTo>
                    <a:pt x="1205775" y="5210788"/>
                  </a:lnTo>
                  <a:lnTo>
                    <a:pt x="1205901" y="5210788"/>
                  </a:lnTo>
                  <a:lnTo>
                    <a:pt x="1206280" y="5210788"/>
                  </a:lnTo>
                  <a:lnTo>
                    <a:pt x="1206784" y="5210788"/>
                  </a:lnTo>
                  <a:lnTo>
                    <a:pt x="1207162" y="5210788"/>
                  </a:lnTo>
                  <a:lnTo>
                    <a:pt x="1207415" y="5210788"/>
                  </a:lnTo>
                  <a:lnTo>
                    <a:pt x="1207793" y="5210788"/>
                  </a:lnTo>
                  <a:lnTo>
                    <a:pt x="1208549" y="5210788"/>
                  </a:lnTo>
                  <a:lnTo>
                    <a:pt x="1209180" y="5210788"/>
                  </a:lnTo>
                  <a:lnTo>
                    <a:pt x="1209810" y="5210788"/>
                  </a:lnTo>
                  <a:lnTo>
                    <a:pt x="1209936" y="5210788"/>
                  </a:lnTo>
                  <a:lnTo>
                    <a:pt x="1210945" y="5210788"/>
                  </a:lnTo>
                  <a:lnTo>
                    <a:pt x="1211071" y="5210788"/>
                  </a:lnTo>
                  <a:lnTo>
                    <a:pt x="1211954" y="5210788"/>
                  </a:lnTo>
                  <a:lnTo>
                    <a:pt x="1212710" y="5210788"/>
                  </a:lnTo>
                  <a:lnTo>
                    <a:pt x="1213341" y="5210788"/>
                  </a:lnTo>
                  <a:lnTo>
                    <a:pt x="1213467" y="5210788"/>
                  </a:lnTo>
                  <a:lnTo>
                    <a:pt x="1213593" y="5210788"/>
                  </a:lnTo>
                  <a:lnTo>
                    <a:pt x="1213719" y="5210788"/>
                  </a:lnTo>
                  <a:lnTo>
                    <a:pt x="1214097" y="5210788"/>
                  </a:lnTo>
                  <a:lnTo>
                    <a:pt x="1214980" y="5205509"/>
                  </a:lnTo>
                  <a:lnTo>
                    <a:pt x="1215106" y="5205509"/>
                  </a:lnTo>
                  <a:lnTo>
                    <a:pt x="1215610" y="5205509"/>
                  </a:lnTo>
                  <a:lnTo>
                    <a:pt x="1215736" y="5205509"/>
                  </a:lnTo>
                  <a:lnTo>
                    <a:pt x="1216241" y="5205509"/>
                  </a:lnTo>
                  <a:lnTo>
                    <a:pt x="1216367" y="5205509"/>
                  </a:lnTo>
                  <a:lnTo>
                    <a:pt x="1216493" y="5205509"/>
                  </a:lnTo>
                  <a:lnTo>
                    <a:pt x="1216871" y="5205509"/>
                  </a:lnTo>
                  <a:lnTo>
                    <a:pt x="1217249" y="5205509"/>
                  </a:lnTo>
                  <a:lnTo>
                    <a:pt x="1218006" y="5205509"/>
                  </a:lnTo>
                  <a:lnTo>
                    <a:pt x="1218636" y="5205509"/>
                  </a:lnTo>
                  <a:lnTo>
                    <a:pt x="1218762" y="5205509"/>
                  </a:lnTo>
                  <a:lnTo>
                    <a:pt x="1218888" y="5205509"/>
                  </a:lnTo>
                  <a:lnTo>
                    <a:pt x="1219015" y="5205509"/>
                  </a:lnTo>
                  <a:lnTo>
                    <a:pt x="1219267" y="5205509"/>
                  </a:lnTo>
                  <a:lnTo>
                    <a:pt x="1220023" y="5205509"/>
                  </a:lnTo>
                  <a:lnTo>
                    <a:pt x="1220528" y="5205509"/>
                  </a:lnTo>
                  <a:lnTo>
                    <a:pt x="1221158" y="5205509"/>
                  </a:lnTo>
                  <a:lnTo>
                    <a:pt x="1222167" y="5205509"/>
                  </a:lnTo>
                  <a:lnTo>
                    <a:pt x="1222293" y="5205509"/>
                  </a:lnTo>
                  <a:lnTo>
                    <a:pt x="1222797" y="5205509"/>
                  </a:lnTo>
                  <a:lnTo>
                    <a:pt x="1223302" y="5194950"/>
                  </a:lnTo>
                  <a:lnTo>
                    <a:pt x="1223428" y="5194950"/>
                  </a:lnTo>
                  <a:lnTo>
                    <a:pt x="1224058" y="5194950"/>
                  </a:lnTo>
                  <a:lnTo>
                    <a:pt x="1224184" y="5194950"/>
                  </a:lnTo>
                  <a:lnTo>
                    <a:pt x="1224562" y="5194950"/>
                  </a:lnTo>
                  <a:lnTo>
                    <a:pt x="1224689" y="5194950"/>
                  </a:lnTo>
                  <a:lnTo>
                    <a:pt x="1225571" y="5194950"/>
                  </a:lnTo>
                  <a:lnTo>
                    <a:pt x="1225949" y="5194950"/>
                  </a:lnTo>
                  <a:lnTo>
                    <a:pt x="1226328" y="5194950"/>
                  </a:lnTo>
                  <a:lnTo>
                    <a:pt x="1226580" y="5194950"/>
                  </a:lnTo>
                  <a:lnTo>
                    <a:pt x="1226832" y="5194950"/>
                  </a:lnTo>
                  <a:lnTo>
                    <a:pt x="1227589" y="5194950"/>
                  </a:lnTo>
                  <a:lnTo>
                    <a:pt x="1228093" y="5194950"/>
                  </a:lnTo>
                  <a:lnTo>
                    <a:pt x="1228723" y="5194950"/>
                  </a:lnTo>
                  <a:lnTo>
                    <a:pt x="1229102" y="5194950"/>
                  </a:lnTo>
                  <a:lnTo>
                    <a:pt x="1229732" y="5194950"/>
                  </a:lnTo>
                  <a:lnTo>
                    <a:pt x="1230110" y="5194950"/>
                  </a:lnTo>
                  <a:lnTo>
                    <a:pt x="1231245" y="5194950"/>
                  </a:lnTo>
                  <a:lnTo>
                    <a:pt x="1231371" y="5194950"/>
                  </a:lnTo>
                  <a:lnTo>
                    <a:pt x="1231497" y="5194950"/>
                  </a:lnTo>
                  <a:lnTo>
                    <a:pt x="1232380" y="5194950"/>
                  </a:lnTo>
                  <a:lnTo>
                    <a:pt x="1232506" y="5194950"/>
                  </a:lnTo>
                  <a:lnTo>
                    <a:pt x="1232884" y="5194950"/>
                  </a:lnTo>
                  <a:lnTo>
                    <a:pt x="1233136" y="5194950"/>
                  </a:lnTo>
                  <a:lnTo>
                    <a:pt x="1234019" y="5194950"/>
                  </a:lnTo>
                  <a:lnTo>
                    <a:pt x="1234523" y="5194950"/>
                  </a:lnTo>
                  <a:lnTo>
                    <a:pt x="1235280" y="5194950"/>
                  </a:lnTo>
                  <a:lnTo>
                    <a:pt x="1235532" y="5194950"/>
                  </a:lnTo>
                  <a:lnTo>
                    <a:pt x="1235658" y="5194950"/>
                  </a:lnTo>
                  <a:lnTo>
                    <a:pt x="1235910" y="5194950"/>
                  </a:lnTo>
                  <a:lnTo>
                    <a:pt x="1237297" y="5194950"/>
                  </a:lnTo>
                  <a:lnTo>
                    <a:pt x="1237423" y="5194950"/>
                  </a:lnTo>
                  <a:lnTo>
                    <a:pt x="1238054" y="5194950"/>
                  </a:lnTo>
                  <a:lnTo>
                    <a:pt x="1238180" y="5194950"/>
                  </a:lnTo>
                  <a:lnTo>
                    <a:pt x="1238432" y="5194950"/>
                  </a:lnTo>
                  <a:lnTo>
                    <a:pt x="1238558" y="5194950"/>
                  </a:lnTo>
                  <a:lnTo>
                    <a:pt x="1239063" y="5194950"/>
                  </a:lnTo>
                  <a:lnTo>
                    <a:pt x="1239189" y="5194950"/>
                  </a:lnTo>
                  <a:lnTo>
                    <a:pt x="1239315" y="5194950"/>
                  </a:lnTo>
                  <a:lnTo>
                    <a:pt x="1239693" y="5194950"/>
                  </a:lnTo>
                  <a:lnTo>
                    <a:pt x="1239819" y="5194950"/>
                  </a:lnTo>
                  <a:lnTo>
                    <a:pt x="1239945" y="5194950"/>
                  </a:lnTo>
                  <a:lnTo>
                    <a:pt x="1240197" y="5194950"/>
                  </a:lnTo>
                  <a:lnTo>
                    <a:pt x="1241332" y="5194950"/>
                  </a:lnTo>
                  <a:lnTo>
                    <a:pt x="1241458" y="5194950"/>
                  </a:lnTo>
                  <a:lnTo>
                    <a:pt x="1241963" y="5194950"/>
                  </a:lnTo>
                  <a:lnTo>
                    <a:pt x="1242719" y="5194950"/>
                  </a:lnTo>
                  <a:lnTo>
                    <a:pt x="1243223" y="5194950"/>
                  </a:lnTo>
                  <a:lnTo>
                    <a:pt x="1243728" y="5194950"/>
                  </a:lnTo>
                  <a:lnTo>
                    <a:pt x="1243854" y="5194950"/>
                  </a:lnTo>
                  <a:lnTo>
                    <a:pt x="1244232" y="5194950"/>
                  </a:lnTo>
                  <a:lnTo>
                    <a:pt x="1244484" y="5194950"/>
                  </a:lnTo>
                  <a:lnTo>
                    <a:pt x="1245115" y="5194950"/>
                  </a:lnTo>
                  <a:lnTo>
                    <a:pt x="1245493" y="5194950"/>
                  </a:lnTo>
                  <a:lnTo>
                    <a:pt x="1245619" y="5194950"/>
                  </a:lnTo>
                  <a:lnTo>
                    <a:pt x="1245871" y="5194950"/>
                  </a:lnTo>
                  <a:lnTo>
                    <a:pt x="1246754" y="5194950"/>
                  </a:lnTo>
                  <a:lnTo>
                    <a:pt x="1247006" y="5194950"/>
                  </a:lnTo>
                  <a:lnTo>
                    <a:pt x="1247258" y="5194950"/>
                  </a:lnTo>
                  <a:lnTo>
                    <a:pt x="1248141" y="5189671"/>
                  </a:lnTo>
                  <a:lnTo>
                    <a:pt x="1248645" y="5189671"/>
                  </a:lnTo>
                  <a:lnTo>
                    <a:pt x="1249150" y="5189671"/>
                  </a:lnTo>
                  <a:lnTo>
                    <a:pt x="1249276" y="5189671"/>
                  </a:lnTo>
                  <a:lnTo>
                    <a:pt x="1249528" y="5189671"/>
                  </a:lnTo>
                  <a:lnTo>
                    <a:pt x="1250032" y="5189671"/>
                  </a:lnTo>
                  <a:lnTo>
                    <a:pt x="1250032" y="5184391"/>
                  </a:lnTo>
                  <a:lnTo>
                    <a:pt x="1250158" y="5184391"/>
                  </a:lnTo>
                  <a:lnTo>
                    <a:pt x="1250284" y="5184391"/>
                  </a:lnTo>
                  <a:lnTo>
                    <a:pt x="1250789" y="5184391"/>
                  </a:lnTo>
                  <a:lnTo>
                    <a:pt x="1251797" y="5184391"/>
                  </a:lnTo>
                  <a:lnTo>
                    <a:pt x="1251923" y="5184391"/>
                  </a:lnTo>
                  <a:lnTo>
                    <a:pt x="1252050" y="5184391"/>
                  </a:lnTo>
                  <a:lnTo>
                    <a:pt x="1252932" y="5184391"/>
                  </a:lnTo>
                  <a:lnTo>
                    <a:pt x="1253184" y="5184391"/>
                  </a:lnTo>
                  <a:lnTo>
                    <a:pt x="1253437" y="5184391"/>
                  </a:lnTo>
                  <a:lnTo>
                    <a:pt x="1254445" y="5184391"/>
                  </a:lnTo>
                  <a:lnTo>
                    <a:pt x="1254571" y="5184391"/>
                  </a:lnTo>
                  <a:lnTo>
                    <a:pt x="1256084" y="5184391"/>
                  </a:lnTo>
                  <a:lnTo>
                    <a:pt x="1256210" y="5184391"/>
                  </a:lnTo>
                  <a:lnTo>
                    <a:pt x="1256337" y="5184391"/>
                  </a:lnTo>
                  <a:lnTo>
                    <a:pt x="1256967" y="5184391"/>
                  </a:lnTo>
                  <a:lnTo>
                    <a:pt x="1257093" y="5184391"/>
                  </a:lnTo>
                  <a:lnTo>
                    <a:pt x="1257723" y="5184391"/>
                  </a:lnTo>
                  <a:lnTo>
                    <a:pt x="1257976" y="5184391"/>
                  </a:lnTo>
                  <a:lnTo>
                    <a:pt x="1258606" y="5184391"/>
                  </a:lnTo>
                  <a:lnTo>
                    <a:pt x="1259615" y="5184391"/>
                  </a:lnTo>
                  <a:lnTo>
                    <a:pt x="1260497" y="5184391"/>
                  </a:lnTo>
                  <a:lnTo>
                    <a:pt x="1260623" y="5184391"/>
                  </a:lnTo>
                  <a:lnTo>
                    <a:pt x="1260750" y="5179112"/>
                  </a:lnTo>
                  <a:lnTo>
                    <a:pt x="1261002" y="5179112"/>
                  </a:lnTo>
                  <a:lnTo>
                    <a:pt x="1261254" y="5179112"/>
                  </a:lnTo>
                  <a:lnTo>
                    <a:pt x="1261506" y="5179112"/>
                  </a:lnTo>
                  <a:lnTo>
                    <a:pt x="1261884" y="5179112"/>
                  </a:lnTo>
                  <a:lnTo>
                    <a:pt x="1262010" y="5179112"/>
                  </a:lnTo>
                  <a:lnTo>
                    <a:pt x="1262641" y="5179112"/>
                  </a:lnTo>
                  <a:lnTo>
                    <a:pt x="1263145" y="5179112"/>
                  </a:lnTo>
                  <a:lnTo>
                    <a:pt x="1263271" y="5173832"/>
                  </a:lnTo>
                  <a:lnTo>
                    <a:pt x="1263650" y="5173832"/>
                  </a:lnTo>
                  <a:lnTo>
                    <a:pt x="1263902" y="5173832"/>
                  </a:lnTo>
                  <a:lnTo>
                    <a:pt x="1264406" y="5173832"/>
                  </a:lnTo>
                  <a:lnTo>
                    <a:pt x="1264532" y="5173832"/>
                  </a:lnTo>
                  <a:lnTo>
                    <a:pt x="1264658" y="5173832"/>
                  </a:lnTo>
                  <a:lnTo>
                    <a:pt x="1265541" y="5173832"/>
                  </a:lnTo>
                  <a:lnTo>
                    <a:pt x="1265919" y="5168553"/>
                  </a:lnTo>
                  <a:lnTo>
                    <a:pt x="1266550" y="5168553"/>
                  </a:lnTo>
                  <a:lnTo>
                    <a:pt x="1266676" y="5168553"/>
                  </a:lnTo>
                  <a:lnTo>
                    <a:pt x="1266928" y="5168553"/>
                  </a:lnTo>
                  <a:lnTo>
                    <a:pt x="1267810" y="5163274"/>
                  </a:lnTo>
                  <a:lnTo>
                    <a:pt x="1268189" y="5163274"/>
                  </a:lnTo>
                  <a:lnTo>
                    <a:pt x="1268567" y="5163274"/>
                  </a:lnTo>
                  <a:lnTo>
                    <a:pt x="1268819" y="5163274"/>
                  </a:lnTo>
                  <a:lnTo>
                    <a:pt x="1269071" y="5163274"/>
                  </a:lnTo>
                  <a:lnTo>
                    <a:pt x="1269576" y="5163274"/>
                  </a:lnTo>
                  <a:lnTo>
                    <a:pt x="1269828" y="5163274"/>
                  </a:lnTo>
                  <a:lnTo>
                    <a:pt x="1270206" y="5163274"/>
                  </a:lnTo>
                  <a:lnTo>
                    <a:pt x="1271089" y="5163274"/>
                  </a:lnTo>
                  <a:lnTo>
                    <a:pt x="1271845" y="5163274"/>
                  </a:lnTo>
                  <a:lnTo>
                    <a:pt x="1272224" y="5163274"/>
                  </a:lnTo>
                  <a:lnTo>
                    <a:pt x="1272350" y="5163274"/>
                  </a:lnTo>
                  <a:lnTo>
                    <a:pt x="1272728" y="5163274"/>
                  </a:lnTo>
                  <a:lnTo>
                    <a:pt x="1272728" y="5157994"/>
                  </a:lnTo>
                  <a:lnTo>
                    <a:pt x="1273358" y="5157994"/>
                  </a:lnTo>
                  <a:lnTo>
                    <a:pt x="1273737" y="5157994"/>
                  </a:lnTo>
                  <a:lnTo>
                    <a:pt x="1274115" y="5157994"/>
                  </a:lnTo>
                  <a:lnTo>
                    <a:pt x="1274241" y="5157994"/>
                  </a:lnTo>
                  <a:lnTo>
                    <a:pt x="1274367" y="5157994"/>
                  </a:lnTo>
                  <a:lnTo>
                    <a:pt x="1274745" y="5152715"/>
                  </a:lnTo>
                  <a:lnTo>
                    <a:pt x="1276006" y="5152715"/>
                  </a:lnTo>
                  <a:lnTo>
                    <a:pt x="1276132" y="5152715"/>
                  </a:lnTo>
                  <a:lnTo>
                    <a:pt x="1276637" y="5152715"/>
                  </a:lnTo>
                  <a:lnTo>
                    <a:pt x="1277015" y="5152715"/>
                  </a:lnTo>
                  <a:lnTo>
                    <a:pt x="1277519" y="5152715"/>
                  </a:lnTo>
                  <a:lnTo>
                    <a:pt x="1277771" y="5152715"/>
                  </a:lnTo>
                  <a:lnTo>
                    <a:pt x="1278402" y="5152715"/>
                  </a:lnTo>
                  <a:lnTo>
                    <a:pt x="1279032" y="5152715"/>
                  </a:lnTo>
                  <a:lnTo>
                    <a:pt x="1279663" y="5152715"/>
                  </a:lnTo>
                  <a:lnTo>
                    <a:pt x="1280293" y="5152715"/>
                  </a:lnTo>
                  <a:lnTo>
                    <a:pt x="1281428" y="5152715"/>
                  </a:lnTo>
                  <a:lnTo>
                    <a:pt x="1281554" y="5152715"/>
                  </a:lnTo>
                  <a:lnTo>
                    <a:pt x="1281680" y="5152715"/>
                  </a:lnTo>
                  <a:lnTo>
                    <a:pt x="1282184" y="5152715"/>
                  </a:lnTo>
                  <a:lnTo>
                    <a:pt x="1283319" y="5152715"/>
                  </a:lnTo>
                  <a:lnTo>
                    <a:pt x="1283698" y="5152715"/>
                  </a:lnTo>
                  <a:lnTo>
                    <a:pt x="1284202" y="5142156"/>
                  </a:lnTo>
                  <a:lnTo>
                    <a:pt x="1285337" y="5142156"/>
                  </a:lnTo>
                  <a:lnTo>
                    <a:pt x="1285463" y="5142156"/>
                  </a:lnTo>
                  <a:lnTo>
                    <a:pt x="1285715" y="5142156"/>
                  </a:lnTo>
                  <a:lnTo>
                    <a:pt x="1285967" y="5142156"/>
                  </a:lnTo>
                  <a:lnTo>
                    <a:pt x="1286093" y="5142156"/>
                  </a:lnTo>
                  <a:lnTo>
                    <a:pt x="1286471" y="5136876"/>
                  </a:lnTo>
                  <a:lnTo>
                    <a:pt x="1286850" y="5136876"/>
                  </a:lnTo>
                  <a:lnTo>
                    <a:pt x="1287354" y="5136876"/>
                  </a:lnTo>
                  <a:lnTo>
                    <a:pt x="1287732" y="5136876"/>
                  </a:lnTo>
                  <a:lnTo>
                    <a:pt x="1288111" y="5136876"/>
                  </a:lnTo>
                  <a:lnTo>
                    <a:pt x="1288363" y="5136876"/>
                  </a:lnTo>
                  <a:lnTo>
                    <a:pt x="1288615" y="5136876"/>
                  </a:lnTo>
                  <a:lnTo>
                    <a:pt x="1289498" y="5136876"/>
                  </a:lnTo>
                  <a:lnTo>
                    <a:pt x="1289624" y="5136876"/>
                  </a:lnTo>
                  <a:lnTo>
                    <a:pt x="1289876" y="5136876"/>
                  </a:lnTo>
                  <a:lnTo>
                    <a:pt x="1290002" y="5136876"/>
                  </a:lnTo>
                  <a:lnTo>
                    <a:pt x="1290380" y="5136876"/>
                  </a:lnTo>
                  <a:lnTo>
                    <a:pt x="1290632" y="5136876"/>
                  </a:lnTo>
                  <a:lnTo>
                    <a:pt x="1291263" y="5136876"/>
                  </a:lnTo>
                  <a:lnTo>
                    <a:pt x="1291389" y="5136876"/>
                  </a:lnTo>
                  <a:lnTo>
                    <a:pt x="1292145" y="5136876"/>
                  </a:lnTo>
                  <a:lnTo>
                    <a:pt x="1292650" y="5136876"/>
                  </a:lnTo>
                  <a:lnTo>
                    <a:pt x="1293028" y="5136876"/>
                  </a:lnTo>
                  <a:lnTo>
                    <a:pt x="1294289" y="5136876"/>
                  </a:lnTo>
                  <a:lnTo>
                    <a:pt x="1294541" y="5136876"/>
                  </a:lnTo>
                  <a:lnTo>
                    <a:pt x="1294919" y="5136876"/>
                  </a:lnTo>
                  <a:lnTo>
                    <a:pt x="1295676" y="5136876"/>
                  </a:lnTo>
                  <a:lnTo>
                    <a:pt x="1295802" y="5136876"/>
                  </a:lnTo>
                  <a:lnTo>
                    <a:pt x="1296180" y="5136876"/>
                  </a:lnTo>
                  <a:lnTo>
                    <a:pt x="1297567" y="5136876"/>
                  </a:lnTo>
                  <a:lnTo>
                    <a:pt x="1297819" y="5136876"/>
                  </a:lnTo>
                  <a:lnTo>
                    <a:pt x="1297945" y="5136876"/>
                  </a:lnTo>
                  <a:lnTo>
                    <a:pt x="1298072" y="5136876"/>
                  </a:lnTo>
                  <a:lnTo>
                    <a:pt x="1299332" y="5136876"/>
                  </a:lnTo>
                  <a:lnTo>
                    <a:pt x="1299458" y="5136876"/>
                  </a:lnTo>
                  <a:lnTo>
                    <a:pt x="1300089" y="5136876"/>
                  </a:lnTo>
                  <a:lnTo>
                    <a:pt x="1300719" y="5136876"/>
                  </a:lnTo>
                  <a:lnTo>
                    <a:pt x="1301224" y="5136876"/>
                  </a:lnTo>
                  <a:lnTo>
                    <a:pt x="1301728" y="5136876"/>
                  </a:lnTo>
                  <a:lnTo>
                    <a:pt x="1301980" y="5136876"/>
                  </a:lnTo>
                  <a:lnTo>
                    <a:pt x="1302106" y="5136876"/>
                  </a:lnTo>
                  <a:lnTo>
                    <a:pt x="1302232" y="5136876"/>
                  </a:lnTo>
                  <a:lnTo>
                    <a:pt x="1302737" y="5136876"/>
                  </a:lnTo>
                  <a:lnTo>
                    <a:pt x="1303619" y="5136876"/>
                  </a:lnTo>
                  <a:lnTo>
                    <a:pt x="1303745" y="5136876"/>
                  </a:lnTo>
                  <a:lnTo>
                    <a:pt x="1303998" y="5136876"/>
                  </a:lnTo>
                  <a:lnTo>
                    <a:pt x="1304376" y="5136876"/>
                  </a:lnTo>
                  <a:lnTo>
                    <a:pt x="1304502" y="5136876"/>
                  </a:lnTo>
                  <a:lnTo>
                    <a:pt x="1304628" y="5136876"/>
                  </a:lnTo>
                  <a:lnTo>
                    <a:pt x="1305006" y="5136876"/>
                  </a:lnTo>
                  <a:lnTo>
                    <a:pt x="1305385" y="5136876"/>
                  </a:lnTo>
                  <a:lnTo>
                    <a:pt x="1305511" y="5136876"/>
                  </a:lnTo>
                  <a:lnTo>
                    <a:pt x="1306141" y="5136876"/>
                  </a:lnTo>
                  <a:lnTo>
                    <a:pt x="1307276" y="5136876"/>
                  </a:lnTo>
                  <a:lnTo>
                    <a:pt x="1307780" y="5136876"/>
                  </a:lnTo>
                  <a:lnTo>
                    <a:pt x="1309293" y="5136876"/>
                  </a:lnTo>
                  <a:lnTo>
                    <a:pt x="1310932" y="5136876"/>
                  </a:lnTo>
                  <a:lnTo>
                    <a:pt x="1311185" y="5136876"/>
                  </a:lnTo>
                  <a:lnTo>
                    <a:pt x="1311563" y="5136876"/>
                  </a:lnTo>
                  <a:lnTo>
                    <a:pt x="1312193" y="5136876"/>
                  </a:lnTo>
                  <a:lnTo>
                    <a:pt x="1312446" y="5136876"/>
                  </a:lnTo>
                  <a:lnTo>
                    <a:pt x="1312572" y="5136876"/>
                  </a:lnTo>
                  <a:lnTo>
                    <a:pt x="1313832" y="5136876"/>
                  </a:lnTo>
                  <a:lnTo>
                    <a:pt x="1313959" y="5136876"/>
                  </a:lnTo>
                  <a:lnTo>
                    <a:pt x="1314085" y="5136876"/>
                  </a:lnTo>
                  <a:lnTo>
                    <a:pt x="1314715" y="5136876"/>
                  </a:lnTo>
                  <a:lnTo>
                    <a:pt x="1315219" y="5136876"/>
                  </a:lnTo>
                  <a:lnTo>
                    <a:pt x="1316354" y="5131597"/>
                  </a:lnTo>
                  <a:lnTo>
                    <a:pt x="1316859" y="5131597"/>
                  </a:lnTo>
                  <a:lnTo>
                    <a:pt x="1317489" y="5131597"/>
                  </a:lnTo>
                  <a:lnTo>
                    <a:pt x="1317867" y="5131597"/>
                  </a:lnTo>
                  <a:lnTo>
                    <a:pt x="1318372" y="5131597"/>
                  </a:lnTo>
                  <a:lnTo>
                    <a:pt x="1318624" y="5131597"/>
                  </a:lnTo>
                  <a:lnTo>
                    <a:pt x="1319633" y="5126318"/>
                  </a:lnTo>
                  <a:lnTo>
                    <a:pt x="1319759" y="5126318"/>
                  </a:lnTo>
                  <a:lnTo>
                    <a:pt x="1320011" y="5121038"/>
                  </a:lnTo>
                  <a:lnTo>
                    <a:pt x="1320389" y="5121038"/>
                  </a:lnTo>
                  <a:lnTo>
                    <a:pt x="1321398" y="5115759"/>
                  </a:lnTo>
                  <a:lnTo>
                    <a:pt x="1321650" y="5115759"/>
                  </a:lnTo>
                  <a:lnTo>
                    <a:pt x="1322028" y="5115759"/>
                  </a:lnTo>
                  <a:lnTo>
                    <a:pt x="1322533" y="5115759"/>
                  </a:lnTo>
                  <a:lnTo>
                    <a:pt x="1323415" y="5115759"/>
                  </a:lnTo>
                  <a:lnTo>
                    <a:pt x="1323919" y="5115759"/>
                  </a:lnTo>
                  <a:lnTo>
                    <a:pt x="1324298" y="5115759"/>
                  </a:lnTo>
                  <a:lnTo>
                    <a:pt x="1324802" y="5115759"/>
                  </a:lnTo>
                  <a:lnTo>
                    <a:pt x="1325433" y="5115759"/>
                  </a:lnTo>
                  <a:lnTo>
                    <a:pt x="1325937" y="5115759"/>
                  </a:lnTo>
                  <a:lnTo>
                    <a:pt x="1326441" y="5115759"/>
                  </a:lnTo>
                  <a:lnTo>
                    <a:pt x="1326819" y="5115759"/>
                  </a:lnTo>
                  <a:lnTo>
                    <a:pt x="1327702" y="5115759"/>
                  </a:lnTo>
                  <a:lnTo>
                    <a:pt x="1327828" y="5110479"/>
                  </a:lnTo>
                  <a:lnTo>
                    <a:pt x="1329089" y="5110479"/>
                  </a:lnTo>
                  <a:lnTo>
                    <a:pt x="1329467" y="5110479"/>
                  </a:lnTo>
                  <a:lnTo>
                    <a:pt x="1329720" y="5110479"/>
                  </a:lnTo>
                  <a:lnTo>
                    <a:pt x="1330224" y="5110479"/>
                  </a:lnTo>
                  <a:lnTo>
                    <a:pt x="1330854" y="5105200"/>
                  </a:lnTo>
                  <a:lnTo>
                    <a:pt x="1331106" y="5105200"/>
                  </a:lnTo>
                  <a:lnTo>
                    <a:pt x="1331359" y="5105200"/>
                  </a:lnTo>
                  <a:lnTo>
                    <a:pt x="1332746" y="5099921"/>
                  </a:lnTo>
                  <a:lnTo>
                    <a:pt x="1332872" y="5099921"/>
                  </a:lnTo>
                  <a:lnTo>
                    <a:pt x="1333376" y="5099921"/>
                  </a:lnTo>
                  <a:lnTo>
                    <a:pt x="1333502" y="5094641"/>
                  </a:lnTo>
                  <a:lnTo>
                    <a:pt x="1333880" y="5094641"/>
                  </a:lnTo>
                  <a:lnTo>
                    <a:pt x="1334133" y="5094641"/>
                  </a:lnTo>
                  <a:lnTo>
                    <a:pt x="1334385" y="5094641"/>
                  </a:lnTo>
                  <a:lnTo>
                    <a:pt x="1334511" y="5094641"/>
                  </a:lnTo>
                  <a:lnTo>
                    <a:pt x="1334763" y="5094641"/>
                  </a:lnTo>
                  <a:lnTo>
                    <a:pt x="1334889" y="5089362"/>
                  </a:lnTo>
                  <a:lnTo>
                    <a:pt x="1335015" y="5089362"/>
                  </a:lnTo>
                  <a:lnTo>
                    <a:pt x="1335267" y="5089362"/>
                  </a:lnTo>
                  <a:lnTo>
                    <a:pt x="1335393" y="5089362"/>
                  </a:lnTo>
                  <a:lnTo>
                    <a:pt x="1335520" y="5089362"/>
                  </a:lnTo>
                  <a:lnTo>
                    <a:pt x="1336150" y="5089362"/>
                  </a:lnTo>
                  <a:lnTo>
                    <a:pt x="1336402" y="5089362"/>
                  </a:lnTo>
                  <a:lnTo>
                    <a:pt x="1336654" y="5089362"/>
                  </a:lnTo>
                  <a:lnTo>
                    <a:pt x="1337789" y="5089362"/>
                  </a:lnTo>
                  <a:lnTo>
                    <a:pt x="1338293" y="5089362"/>
                  </a:lnTo>
                  <a:lnTo>
                    <a:pt x="1339554" y="5089362"/>
                  </a:lnTo>
                  <a:lnTo>
                    <a:pt x="1339680" y="5089362"/>
                  </a:lnTo>
                  <a:lnTo>
                    <a:pt x="1341446" y="5089362"/>
                  </a:lnTo>
                  <a:lnTo>
                    <a:pt x="1341698" y="5089362"/>
                  </a:lnTo>
                  <a:lnTo>
                    <a:pt x="1341824" y="5089362"/>
                  </a:lnTo>
                  <a:lnTo>
                    <a:pt x="1342454" y="5089362"/>
                  </a:lnTo>
                  <a:lnTo>
                    <a:pt x="1342707" y="5089362"/>
                  </a:lnTo>
                  <a:lnTo>
                    <a:pt x="1342959" y="5089362"/>
                  </a:lnTo>
                  <a:lnTo>
                    <a:pt x="1343967" y="5089362"/>
                  </a:lnTo>
                  <a:lnTo>
                    <a:pt x="1344220" y="5089362"/>
                  </a:lnTo>
                  <a:lnTo>
                    <a:pt x="1344346" y="5089362"/>
                  </a:lnTo>
                  <a:lnTo>
                    <a:pt x="1344850" y="5089362"/>
                  </a:lnTo>
                  <a:lnTo>
                    <a:pt x="1345354" y="5089362"/>
                  </a:lnTo>
                  <a:lnTo>
                    <a:pt x="1346111" y="5089362"/>
                  </a:lnTo>
                  <a:lnTo>
                    <a:pt x="1346237" y="5089362"/>
                  </a:lnTo>
                  <a:lnTo>
                    <a:pt x="1346615" y="5089362"/>
                  </a:lnTo>
                  <a:lnTo>
                    <a:pt x="1347120" y="5089362"/>
                  </a:lnTo>
                  <a:lnTo>
                    <a:pt x="1347624" y="5089362"/>
                  </a:lnTo>
                  <a:lnTo>
                    <a:pt x="1347750" y="5089362"/>
                  </a:lnTo>
                  <a:lnTo>
                    <a:pt x="1347876" y="5089362"/>
                  </a:lnTo>
                  <a:lnTo>
                    <a:pt x="1349011" y="5089362"/>
                  </a:lnTo>
                  <a:lnTo>
                    <a:pt x="1349767" y="5089362"/>
                  </a:lnTo>
                  <a:lnTo>
                    <a:pt x="1349894" y="5089362"/>
                  </a:lnTo>
                  <a:lnTo>
                    <a:pt x="1350650" y="5089362"/>
                  </a:lnTo>
                  <a:lnTo>
                    <a:pt x="1350776" y="5089362"/>
                  </a:lnTo>
                  <a:lnTo>
                    <a:pt x="1351785" y="5089362"/>
                  </a:lnTo>
                  <a:lnTo>
                    <a:pt x="1351911" y="5089362"/>
                  </a:lnTo>
                  <a:lnTo>
                    <a:pt x="1352163" y="5089362"/>
                  </a:lnTo>
                  <a:lnTo>
                    <a:pt x="1352794" y="5089362"/>
                  </a:lnTo>
                  <a:lnTo>
                    <a:pt x="1353046" y="5089362"/>
                  </a:lnTo>
                  <a:lnTo>
                    <a:pt x="1353676" y="5089362"/>
                  </a:lnTo>
                  <a:lnTo>
                    <a:pt x="1354181" y="5089362"/>
                  </a:lnTo>
                  <a:lnTo>
                    <a:pt x="1354307" y="5089362"/>
                  </a:lnTo>
                  <a:lnTo>
                    <a:pt x="1354685" y="5089362"/>
                  </a:lnTo>
                  <a:lnTo>
                    <a:pt x="1355189" y="5089362"/>
                  </a:lnTo>
                  <a:lnTo>
                    <a:pt x="1355694" y="5089362"/>
                  </a:lnTo>
                  <a:lnTo>
                    <a:pt x="1356954" y="5089362"/>
                  </a:lnTo>
                  <a:lnTo>
                    <a:pt x="1357711" y="5084082"/>
                  </a:lnTo>
                  <a:lnTo>
                    <a:pt x="1357837" y="5084082"/>
                  </a:lnTo>
                  <a:lnTo>
                    <a:pt x="1358341" y="5084082"/>
                  </a:lnTo>
                  <a:lnTo>
                    <a:pt x="1358846" y="5084082"/>
                  </a:lnTo>
                  <a:lnTo>
                    <a:pt x="1359098" y="5084082"/>
                  </a:lnTo>
                  <a:lnTo>
                    <a:pt x="1359476" y="5084082"/>
                  </a:lnTo>
                  <a:lnTo>
                    <a:pt x="1359854" y="5084082"/>
                  </a:lnTo>
                  <a:lnTo>
                    <a:pt x="1360485" y="5084082"/>
                  </a:lnTo>
                  <a:lnTo>
                    <a:pt x="1360611" y="5084082"/>
                  </a:lnTo>
                  <a:lnTo>
                    <a:pt x="1361115" y="5084082"/>
                  </a:lnTo>
                  <a:lnTo>
                    <a:pt x="1361368" y="5084082"/>
                  </a:lnTo>
                  <a:lnTo>
                    <a:pt x="1361998" y="5084082"/>
                  </a:lnTo>
                  <a:lnTo>
                    <a:pt x="1362124" y="5084082"/>
                  </a:lnTo>
                  <a:lnTo>
                    <a:pt x="1362502" y="5084082"/>
                  </a:lnTo>
                  <a:lnTo>
                    <a:pt x="1363007" y="5084082"/>
                  </a:lnTo>
                  <a:lnTo>
                    <a:pt x="1363637" y="5084082"/>
                  </a:lnTo>
                  <a:lnTo>
                    <a:pt x="1364015" y="5084082"/>
                  </a:lnTo>
                  <a:lnTo>
                    <a:pt x="1364141" y="5084082"/>
                  </a:lnTo>
                  <a:lnTo>
                    <a:pt x="1364394" y="5084082"/>
                  </a:lnTo>
                  <a:lnTo>
                    <a:pt x="1364520" y="5084082"/>
                  </a:lnTo>
                  <a:lnTo>
                    <a:pt x="1364898" y="5084082"/>
                  </a:lnTo>
                  <a:lnTo>
                    <a:pt x="1365528" y="5084082"/>
                  </a:lnTo>
                  <a:lnTo>
                    <a:pt x="1365654" y="5078803"/>
                  </a:lnTo>
                  <a:lnTo>
                    <a:pt x="1366285" y="5078803"/>
                  </a:lnTo>
                  <a:lnTo>
                    <a:pt x="1366915" y="5078803"/>
                  </a:lnTo>
                  <a:lnTo>
                    <a:pt x="1368050" y="5078803"/>
                  </a:lnTo>
                  <a:lnTo>
                    <a:pt x="1369311" y="5078803"/>
                  </a:lnTo>
                  <a:lnTo>
                    <a:pt x="1369437" y="5078803"/>
                  </a:lnTo>
                  <a:lnTo>
                    <a:pt x="1370698" y="5078803"/>
                  </a:lnTo>
                  <a:lnTo>
                    <a:pt x="1371328" y="5078803"/>
                  </a:lnTo>
                  <a:lnTo>
                    <a:pt x="1371581" y="5078803"/>
                  </a:lnTo>
                  <a:lnTo>
                    <a:pt x="1371959" y="5078803"/>
                  </a:lnTo>
                  <a:lnTo>
                    <a:pt x="1373346" y="5078803"/>
                  </a:lnTo>
                  <a:lnTo>
                    <a:pt x="1373472" y="5078803"/>
                  </a:lnTo>
                  <a:lnTo>
                    <a:pt x="1373598" y="5078803"/>
                  </a:lnTo>
                  <a:lnTo>
                    <a:pt x="1373976" y="5078803"/>
                  </a:lnTo>
                  <a:lnTo>
                    <a:pt x="1376750" y="5073523"/>
                  </a:lnTo>
                  <a:lnTo>
                    <a:pt x="1376876" y="5073523"/>
                  </a:lnTo>
                  <a:lnTo>
                    <a:pt x="1377002" y="5073523"/>
                  </a:lnTo>
                  <a:lnTo>
                    <a:pt x="1377128" y="5073523"/>
                  </a:lnTo>
                  <a:lnTo>
                    <a:pt x="1377507" y="5073523"/>
                  </a:lnTo>
                  <a:lnTo>
                    <a:pt x="1377633" y="5073523"/>
                  </a:lnTo>
                  <a:lnTo>
                    <a:pt x="1378768" y="5073523"/>
                  </a:lnTo>
                  <a:lnTo>
                    <a:pt x="1378894" y="5073523"/>
                  </a:lnTo>
                  <a:lnTo>
                    <a:pt x="1379020" y="5073523"/>
                  </a:lnTo>
                  <a:lnTo>
                    <a:pt x="1379146" y="5073523"/>
                  </a:lnTo>
                  <a:lnTo>
                    <a:pt x="1379776" y="5073523"/>
                  </a:lnTo>
                  <a:lnTo>
                    <a:pt x="1380659" y="5073523"/>
                  </a:lnTo>
                  <a:lnTo>
                    <a:pt x="1381163" y="5068244"/>
                  </a:lnTo>
                  <a:lnTo>
                    <a:pt x="1381289" y="5068244"/>
                  </a:lnTo>
                  <a:lnTo>
                    <a:pt x="1382046" y="5068244"/>
                  </a:lnTo>
                  <a:lnTo>
                    <a:pt x="1382424" y="5068244"/>
                  </a:lnTo>
                  <a:lnTo>
                    <a:pt x="1382928" y="5068244"/>
                  </a:lnTo>
                  <a:lnTo>
                    <a:pt x="1383433" y="5068244"/>
                  </a:lnTo>
                  <a:lnTo>
                    <a:pt x="1384063" y="5068244"/>
                  </a:lnTo>
                  <a:lnTo>
                    <a:pt x="1384189" y="5068244"/>
                  </a:lnTo>
                  <a:lnTo>
                    <a:pt x="1384568" y="5068244"/>
                  </a:lnTo>
                  <a:lnTo>
                    <a:pt x="1384946" y="5068244"/>
                  </a:lnTo>
                  <a:lnTo>
                    <a:pt x="1385702" y="5068244"/>
                  </a:lnTo>
                  <a:lnTo>
                    <a:pt x="1387215" y="5068244"/>
                  </a:lnTo>
                  <a:lnTo>
                    <a:pt x="1387468" y="5068244"/>
                  </a:lnTo>
                  <a:lnTo>
                    <a:pt x="1387720" y="5068244"/>
                  </a:lnTo>
                  <a:lnTo>
                    <a:pt x="1387972" y="5068244"/>
                  </a:lnTo>
                  <a:lnTo>
                    <a:pt x="1388224" y="5062965"/>
                  </a:lnTo>
                  <a:lnTo>
                    <a:pt x="1388476" y="5062965"/>
                  </a:lnTo>
                  <a:lnTo>
                    <a:pt x="1388602" y="5062965"/>
                  </a:lnTo>
                  <a:lnTo>
                    <a:pt x="1388729" y="5062965"/>
                  </a:lnTo>
                  <a:lnTo>
                    <a:pt x="1388981" y="5062965"/>
                  </a:lnTo>
                  <a:lnTo>
                    <a:pt x="1389233" y="5062965"/>
                  </a:lnTo>
                  <a:lnTo>
                    <a:pt x="1390115" y="5062965"/>
                  </a:lnTo>
                  <a:lnTo>
                    <a:pt x="1390242" y="5057685"/>
                  </a:lnTo>
                  <a:lnTo>
                    <a:pt x="1390872" y="5057685"/>
                  </a:lnTo>
                  <a:lnTo>
                    <a:pt x="1391376" y="5057685"/>
                  </a:lnTo>
                  <a:lnTo>
                    <a:pt x="1391502" y="5057685"/>
                  </a:lnTo>
                  <a:lnTo>
                    <a:pt x="1391881" y="5057685"/>
                  </a:lnTo>
                  <a:lnTo>
                    <a:pt x="1392259" y="5057685"/>
                  </a:lnTo>
                  <a:lnTo>
                    <a:pt x="1392637" y="5057685"/>
                  </a:lnTo>
                  <a:lnTo>
                    <a:pt x="1393142" y="5057685"/>
                  </a:lnTo>
                  <a:lnTo>
                    <a:pt x="1393898" y="5057685"/>
                  </a:lnTo>
                  <a:lnTo>
                    <a:pt x="1394402" y="5057685"/>
                  </a:lnTo>
                  <a:lnTo>
                    <a:pt x="1395537" y="5057685"/>
                  </a:lnTo>
                  <a:lnTo>
                    <a:pt x="1395789" y="5057685"/>
                  </a:lnTo>
                  <a:lnTo>
                    <a:pt x="1396546" y="5052406"/>
                  </a:lnTo>
                  <a:lnTo>
                    <a:pt x="1397302" y="5052406"/>
                  </a:lnTo>
                  <a:lnTo>
                    <a:pt x="1397681" y="5052406"/>
                  </a:lnTo>
                  <a:lnTo>
                    <a:pt x="1397933" y="5052406"/>
                  </a:lnTo>
                  <a:lnTo>
                    <a:pt x="1398185" y="5052406"/>
                  </a:lnTo>
                  <a:lnTo>
                    <a:pt x="1398437" y="5052406"/>
                  </a:lnTo>
                  <a:lnTo>
                    <a:pt x="1399698" y="5052406"/>
                  </a:lnTo>
                  <a:lnTo>
                    <a:pt x="1400329" y="5052406"/>
                  </a:lnTo>
                  <a:lnTo>
                    <a:pt x="1401842" y="5047126"/>
                  </a:lnTo>
                  <a:lnTo>
                    <a:pt x="1402346" y="5041847"/>
                  </a:lnTo>
                  <a:lnTo>
                    <a:pt x="1403229" y="5041847"/>
                  </a:lnTo>
                  <a:lnTo>
                    <a:pt x="1403481" y="5041847"/>
                  </a:lnTo>
                  <a:lnTo>
                    <a:pt x="1403607" y="5041847"/>
                  </a:lnTo>
                  <a:lnTo>
                    <a:pt x="1405498" y="5041847"/>
                  </a:lnTo>
                  <a:lnTo>
                    <a:pt x="1405624" y="5041847"/>
                  </a:lnTo>
                  <a:lnTo>
                    <a:pt x="1406129" y="5041847"/>
                  </a:lnTo>
                  <a:lnTo>
                    <a:pt x="1406507" y="5041847"/>
                  </a:lnTo>
                  <a:lnTo>
                    <a:pt x="1408020" y="5041847"/>
                  </a:lnTo>
                  <a:lnTo>
                    <a:pt x="1408524" y="5041847"/>
                  </a:lnTo>
                  <a:lnTo>
                    <a:pt x="1408776" y="5041847"/>
                  </a:lnTo>
                  <a:lnTo>
                    <a:pt x="1409407" y="5041847"/>
                  </a:lnTo>
                  <a:lnTo>
                    <a:pt x="1409533" y="5041847"/>
                  </a:lnTo>
                  <a:lnTo>
                    <a:pt x="1409785" y="5041847"/>
                  </a:lnTo>
                  <a:lnTo>
                    <a:pt x="1410668" y="5041847"/>
                  </a:lnTo>
                  <a:lnTo>
                    <a:pt x="1410794" y="5041847"/>
                  </a:lnTo>
                  <a:lnTo>
                    <a:pt x="1411046" y="5041847"/>
                  </a:lnTo>
                  <a:lnTo>
                    <a:pt x="1411550" y="5041847"/>
                  </a:lnTo>
                  <a:lnTo>
                    <a:pt x="1411676" y="5041847"/>
                  </a:lnTo>
                  <a:lnTo>
                    <a:pt x="1412181" y="5041847"/>
                  </a:lnTo>
                  <a:lnTo>
                    <a:pt x="1412685" y="5041847"/>
                  </a:lnTo>
                  <a:lnTo>
                    <a:pt x="1413190" y="5041847"/>
                  </a:lnTo>
                  <a:lnTo>
                    <a:pt x="1413820" y="5041847"/>
                  </a:lnTo>
                  <a:lnTo>
                    <a:pt x="1414324" y="5041847"/>
                  </a:lnTo>
                  <a:lnTo>
                    <a:pt x="1414450" y="5041847"/>
                  </a:lnTo>
                  <a:lnTo>
                    <a:pt x="1414576" y="5041847"/>
                  </a:lnTo>
                  <a:lnTo>
                    <a:pt x="1414955" y="5041847"/>
                  </a:lnTo>
                  <a:lnTo>
                    <a:pt x="1416720" y="5041847"/>
                  </a:lnTo>
                  <a:lnTo>
                    <a:pt x="1417350" y="5041847"/>
                  </a:lnTo>
                  <a:lnTo>
                    <a:pt x="1417476" y="5041847"/>
                  </a:lnTo>
                  <a:lnTo>
                    <a:pt x="1418233" y="5041847"/>
                  </a:lnTo>
                  <a:lnTo>
                    <a:pt x="1418863" y="5041847"/>
                  </a:lnTo>
                  <a:lnTo>
                    <a:pt x="1418990" y="5041847"/>
                  </a:lnTo>
                  <a:lnTo>
                    <a:pt x="1419116" y="5041847"/>
                  </a:lnTo>
                  <a:lnTo>
                    <a:pt x="1420377" y="5041847"/>
                  </a:lnTo>
                  <a:lnTo>
                    <a:pt x="1421007" y="5041847"/>
                  </a:lnTo>
                  <a:lnTo>
                    <a:pt x="1421637" y="5041847"/>
                  </a:lnTo>
                  <a:lnTo>
                    <a:pt x="1421763" y="5041847"/>
                  </a:lnTo>
                  <a:lnTo>
                    <a:pt x="1422394" y="5041847"/>
                  </a:lnTo>
                  <a:lnTo>
                    <a:pt x="1422646" y="5041847"/>
                  </a:lnTo>
                  <a:lnTo>
                    <a:pt x="1423150" y="5041847"/>
                  </a:lnTo>
                  <a:lnTo>
                    <a:pt x="1423655" y="5041847"/>
                  </a:lnTo>
                  <a:lnTo>
                    <a:pt x="1424285" y="5041847"/>
                  </a:lnTo>
                  <a:lnTo>
                    <a:pt x="1424790" y="5041847"/>
                  </a:lnTo>
                  <a:lnTo>
                    <a:pt x="1425168" y="5041847"/>
                  </a:lnTo>
                  <a:lnTo>
                    <a:pt x="1425924" y="5041847"/>
                  </a:lnTo>
                  <a:lnTo>
                    <a:pt x="1426303" y="5041847"/>
                  </a:lnTo>
                  <a:lnTo>
                    <a:pt x="1427185" y="5041847"/>
                  </a:lnTo>
                  <a:lnTo>
                    <a:pt x="1427437" y="5041847"/>
                  </a:lnTo>
                  <a:lnTo>
                    <a:pt x="1427690" y="5036567"/>
                  </a:lnTo>
                  <a:lnTo>
                    <a:pt x="1427816" y="5036567"/>
                  </a:lnTo>
                  <a:lnTo>
                    <a:pt x="1427942" y="5036567"/>
                  </a:lnTo>
                  <a:lnTo>
                    <a:pt x="1428446" y="5036567"/>
                  </a:lnTo>
                  <a:lnTo>
                    <a:pt x="1428572" y="5036567"/>
                  </a:lnTo>
                  <a:lnTo>
                    <a:pt x="1431346" y="5036567"/>
                  </a:lnTo>
                  <a:lnTo>
                    <a:pt x="1432103" y="5036567"/>
                  </a:lnTo>
                  <a:lnTo>
                    <a:pt x="1432355" y="5036567"/>
                  </a:lnTo>
                  <a:lnTo>
                    <a:pt x="1433490" y="5036567"/>
                  </a:lnTo>
                  <a:lnTo>
                    <a:pt x="1433742" y="5036567"/>
                  </a:lnTo>
                  <a:lnTo>
                    <a:pt x="1433868" y="5036567"/>
                  </a:lnTo>
                  <a:lnTo>
                    <a:pt x="1434877" y="5036567"/>
                  </a:lnTo>
                  <a:lnTo>
                    <a:pt x="1435759" y="5031288"/>
                  </a:lnTo>
                  <a:lnTo>
                    <a:pt x="1436137" y="5031288"/>
                  </a:lnTo>
                  <a:lnTo>
                    <a:pt x="1436264" y="5031288"/>
                  </a:lnTo>
                  <a:lnTo>
                    <a:pt x="1436390" y="5031288"/>
                  </a:lnTo>
                  <a:lnTo>
                    <a:pt x="1437146" y="5031288"/>
                  </a:lnTo>
                  <a:lnTo>
                    <a:pt x="1437524" y="5031288"/>
                  </a:lnTo>
                  <a:lnTo>
                    <a:pt x="1437777" y="5031288"/>
                  </a:lnTo>
                  <a:lnTo>
                    <a:pt x="1437903" y="5031288"/>
                  </a:lnTo>
                  <a:lnTo>
                    <a:pt x="1438029" y="5031288"/>
                  </a:lnTo>
                  <a:lnTo>
                    <a:pt x="1439416" y="5031288"/>
                  </a:lnTo>
                  <a:lnTo>
                    <a:pt x="1439668" y="5031288"/>
                  </a:lnTo>
                  <a:lnTo>
                    <a:pt x="1439794" y="5031288"/>
                  </a:lnTo>
                  <a:lnTo>
                    <a:pt x="1439920" y="5031288"/>
                  </a:lnTo>
                  <a:lnTo>
                    <a:pt x="1440046" y="5031288"/>
                  </a:lnTo>
                  <a:lnTo>
                    <a:pt x="1440172" y="5031288"/>
                  </a:lnTo>
                  <a:lnTo>
                    <a:pt x="1440551" y="5031288"/>
                  </a:lnTo>
                  <a:lnTo>
                    <a:pt x="1441307" y="5031288"/>
                  </a:lnTo>
                  <a:lnTo>
                    <a:pt x="1441937" y="5031288"/>
                  </a:lnTo>
                  <a:lnTo>
                    <a:pt x="1442316" y="5031288"/>
                  </a:lnTo>
                  <a:lnTo>
                    <a:pt x="1442442" y="5031288"/>
                  </a:lnTo>
                  <a:lnTo>
                    <a:pt x="1442568" y="5031288"/>
                  </a:lnTo>
                  <a:lnTo>
                    <a:pt x="1443324" y="5031288"/>
                  </a:lnTo>
                  <a:lnTo>
                    <a:pt x="1443703" y="5026009"/>
                  </a:lnTo>
                  <a:lnTo>
                    <a:pt x="1444081" y="5026009"/>
                  </a:lnTo>
                  <a:lnTo>
                    <a:pt x="1444838" y="5026009"/>
                  </a:lnTo>
                  <a:lnTo>
                    <a:pt x="1445090" y="5026009"/>
                  </a:lnTo>
                  <a:lnTo>
                    <a:pt x="1445468" y="5026009"/>
                  </a:lnTo>
                  <a:lnTo>
                    <a:pt x="1445972" y="5026009"/>
                  </a:lnTo>
                  <a:lnTo>
                    <a:pt x="1446224" y="5026009"/>
                  </a:lnTo>
                  <a:lnTo>
                    <a:pt x="1446351" y="5026009"/>
                  </a:lnTo>
                  <a:lnTo>
                    <a:pt x="1446603" y="5026009"/>
                  </a:lnTo>
                  <a:lnTo>
                    <a:pt x="1447233" y="5026009"/>
                  </a:lnTo>
                  <a:lnTo>
                    <a:pt x="1447990" y="5026009"/>
                  </a:lnTo>
                  <a:lnTo>
                    <a:pt x="1448116" y="5026009"/>
                  </a:lnTo>
                  <a:lnTo>
                    <a:pt x="1448242" y="5026009"/>
                  </a:lnTo>
                  <a:lnTo>
                    <a:pt x="1448494" y="5026009"/>
                  </a:lnTo>
                  <a:lnTo>
                    <a:pt x="1449124" y="5026009"/>
                  </a:lnTo>
                  <a:lnTo>
                    <a:pt x="1449503" y="5026009"/>
                  </a:lnTo>
                  <a:lnTo>
                    <a:pt x="1450764" y="5026009"/>
                  </a:lnTo>
                  <a:lnTo>
                    <a:pt x="1450890" y="5026009"/>
                  </a:lnTo>
                  <a:lnTo>
                    <a:pt x="1451016" y="5026009"/>
                  </a:lnTo>
                  <a:lnTo>
                    <a:pt x="1451394" y="5026009"/>
                  </a:lnTo>
                  <a:lnTo>
                    <a:pt x="1451646" y="5026009"/>
                  </a:lnTo>
                  <a:lnTo>
                    <a:pt x="1452403" y="5026009"/>
                  </a:lnTo>
                  <a:lnTo>
                    <a:pt x="1452907" y="5026009"/>
                  </a:lnTo>
                  <a:lnTo>
                    <a:pt x="1453285" y="5026009"/>
                  </a:lnTo>
                  <a:lnTo>
                    <a:pt x="1454925" y="5020729"/>
                  </a:lnTo>
                  <a:lnTo>
                    <a:pt x="1455303" y="5020729"/>
                  </a:lnTo>
                  <a:lnTo>
                    <a:pt x="1455681" y="5015450"/>
                  </a:lnTo>
                  <a:lnTo>
                    <a:pt x="1455807" y="5015450"/>
                  </a:lnTo>
                  <a:lnTo>
                    <a:pt x="1456564" y="5015450"/>
                  </a:lnTo>
                  <a:lnTo>
                    <a:pt x="1458077" y="5015450"/>
                  </a:lnTo>
                  <a:lnTo>
                    <a:pt x="1458329" y="5015450"/>
                  </a:lnTo>
                  <a:lnTo>
                    <a:pt x="1458707" y="5015450"/>
                  </a:lnTo>
                  <a:lnTo>
                    <a:pt x="1460220" y="5015450"/>
                  </a:lnTo>
                  <a:lnTo>
                    <a:pt x="1460346" y="5015450"/>
                  </a:lnTo>
                  <a:lnTo>
                    <a:pt x="1460851" y="5015450"/>
                  </a:lnTo>
                  <a:lnTo>
                    <a:pt x="1462364" y="5015450"/>
                  </a:lnTo>
                  <a:lnTo>
                    <a:pt x="1462616" y="5015450"/>
                  </a:lnTo>
                  <a:lnTo>
                    <a:pt x="1463372" y="5015450"/>
                  </a:lnTo>
                  <a:lnTo>
                    <a:pt x="1463751" y="5010170"/>
                  </a:lnTo>
                  <a:lnTo>
                    <a:pt x="1465012" y="5010170"/>
                  </a:lnTo>
                  <a:lnTo>
                    <a:pt x="1465768" y="5010170"/>
                  </a:lnTo>
                  <a:lnTo>
                    <a:pt x="1465894" y="5010170"/>
                  </a:lnTo>
                  <a:lnTo>
                    <a:pt x="1466398" y="5010170"/>
                  </a:lnTo>
                  <a:lnTo>
                    <a:pt x="1466651" y="5010170"/>
                  </a:lnTo>
                  <a:lnTo>
                    <a:pt x="1467407" y="5010170"/>
                  </a:lnTo>
                  <a:lnTo>
                    <a:pt x="1467659" y="5010170"/>
                  </a:lnTo>
                  <a:lnTo>
                    <a:pt x="1468164" y="5010170"/>
                  </a:lnTo>
                  <a:lnTo>
                    <a:pt x="1468542" y="5010170"/>
                  </a:lnTo>
                  <a:lnTo>
                    <a:pt x="1468920" y="5010170"/>
                  </a:lnTo>
                  <a:lnTo>
                    <a:pt x="1469929" y="5010170"/>
                  </a:lnTo>
                  <a:lnTo>
                    <a:pt x="1471190" y="5010170"/>
                  </a:lnTo>
                  <a:lnTo>
                    <a:pt x="1471442" y="5010170"/>
                  </a:lnTo>
                  <a:lnTo>
                    <a:pt x="1471568" y="5010170"/>
                  </a:lnTo>
                  <a:lnTo>
                    <a:pt x="1471946" y="5010170"/>
                  </a:lnTo>
                  <a:lnTo>
                    <a:pt x="1472451" y="5010170"/>
                  </a:lnTo>
                  <a:lnTo>
                    <a:pt x="1472577" y="5010170"/>
                  </a:lnTo>
                  <a:lnTo>
                    <a:pt x="1472829" y="5010170"/>
                  </a:lnTo>
                  <a:lnTo>
                    <a:pt x="1472955" y="5010170"/>
                  </a:lnTo>
                  <a:lnTo>
                    <a:pt x="1473964" y="5010170"/>
                  </a:lnTo>
                  <a:lnTo>
                    <a:pt x="1474216" y="5010170"/>
                  </a:lnTo>
                  <a:lnTo>
                    <a:pt x="1474972" y="5010170"/>
                  </a:lnTo>
                  <a:lnTo>
                    <a:pt x="1475855" y="5010170"/>
                  </a:lnTo>
                  <a:lnTo>
                    <a:pt x="1476233" y="5010170"/>
                  </a:lnTo>
                  <a:lnTo>
                    <a:pt x="1476864" y="5010170"/>
                  </a:lnTo>
                  <a:lnTo>
                    <a:pt x="1477620" y="5010170"/>
                  </a:lnTo>
                  <a:lnTo>
                    <a:pt x="1477872" y="5010170"/>
                  </a:lnTo>
                  <a:lnTo>
                    <a:pt x="1478881" y="5010170"/>
                  </a:lnTo>
                  <a:lnTo>
                    <a:pt x="1479512" y="5010170"/>
                  </a:lnTo>
                  <a:lnTo>
                    <a:pt x="1479890" y="5010170"/>
                  </a:lnTo>
                  <a:lnTo>
                    <a:pt x="1480142" y="5010170"/>
                  </a:lnTo>
                  <a:lnTo>
                    <a:pt x="1480268" y="5010170"/>
                  </a:lnTo>
                  <a:lnTo>
                    <a:pt x="1481151" y="5010170"/>
                  </a:lnTo>
                  <a:lnTo>
                    <a:pt x="1481403" y="5010170"/>
                  </a:lnTo>
                  <a:lnTo>
                    <a:pt x="1481655" y="5010170"/>
                  </a:lnTo>
                  <a:lnTo>
                    <a:pt x="1482412" y="5010170"/>
                  </a:lnTo>
                  <a:lnTo>
                    <a:pt x="1482538" y="5010170"/>
                  </a:lnTo>
                  <a:lnTo>
                    <a:pt x="1483168" y="5004891"/>
                  </a:lnTo>
                  <a:lnTo>
                    <a:pt x="1483672" y="5004891"/>
                  </a:lnTo>
                  <a:lnTo>
                    <a:pt x="1483799" y="4999612"/>
                  </a:lnTo>
                  <a:lnTo>
                    <a:pt x="1484177" y="4999612"/>
                  </a:lnTo>
                  <a:lnTo>
                    <a:pt x="1484429" y="4999612"/>
                  </a:lnTo>
                  <a:lnTo>
                    <a:pt x="1484807" y="4999612"/>
                  </a:lnTo>
                  <a:lnTo>
                    <a:pt x="1484933" y="4999612"/>
                  </a:lnTo>
                  <a:lnTo>
                    <a:pt x="1485186" y="4999612"/>
                  </a:lnTo>
                  <a:lnTo>
                    <a:pt x="1485438" y="4994332"/>
                  </a:lnTo>
                  <a:lnTo>
                    <a:pt x="1486194" y="4994332"/>
                  </a:lnTo>
                  <a:lnTo>
                    <a:pt x="1486446" y="4994332"/>
                  </a:lnTo>
                  <a:lnTo>
                    <a:pt x="1486699" y="4994332"/>
                  </a:lnTo>
                  <a:lnTo>
                    <a:pt x="1487959" y="4994332"/>
                  </a:lnTo>
                  <a:lnTo>
                    <a:pt x="1489094" y="4989053"/>
                  </a:lnTo>
                  <a:lnTo>
                    <a:pt x="1489599" y="4989053"/>
                  </a:lnTo>
                  <a:lnTo>
                    <a:pt x="1491238" y="4989053"/>
                  </a:lnTo>
                  <a:lnTo>
                    <a:pt x="1491994" y="4989053"/>
                  </a:lnTo>
                  <a:lnTo>
                    <a:pt x="1493886" y="4989053"/>
                  </a:lnTo>
                  <a:lnTo>
                    <a:pt x="1494012" y="4989053"/>
                  </a:lnTo>
                  <a:lnTo>
                    <a:pt x="1494894" y="4989053"/>
                  </a:lnTo>
                  <a:lnTo>
                    <a:pt x="1495777" y="4989053"/>
                  </a:lnTo>
                  <a:lnTo>
                    <a:pt x="1496029" y="4989053"/>
                  </a:lnTo>
                  <a:lnTo>
                    <a:pt x="1496155" y="4989053"/>
                  </a:lnTo>
                  <a:lnTo>
                    <a:pt x="1496407" y="4989053"/>
                  </a:lnTo>
                  <a:lnTo>
                    <a:pt x="1496533" y="4989053"/>
                  </a:lnTo>
                  <a:lnTo>
                    <a:pt x="1498046" y="4989053"/>
                  </a:lnTo>
                  <a:lnTo>
                    <a:pt x="1500064" y="4989053"/>
                  </a:lnTo>
                  <a:lnTo>
                    <a:pt x="1500190" y="4989053"/>
                  </a:lnTo>
                  <a:lnTo>
                    <a:pt x="1500694" y="4989053"/>
                  </a:lnTo>
                  <a:lnTo>
                    <a:pt x="1501703" y="4989053"/>
                  </a:lnTo>
                  <a:lnTo>
                    <a:pt x="1502081" y="4989053"/>
                  </a:lnTo>
                  <a:lnTo>
                    <a:pt x="1502333" y="4989053"/>
                  </a:lnTo>
                  <a:lnTo>
                    <a:pt x="1502460" y="4989053"/>
                  </a:lnTo>
                  <a:lnTo>
                    <a:pt x="1502586" y="4989053"/>
                  </a:lnTo>
                  <a:lnTo>
                    <a:pt x="1503847" y="4989053"/>
                  </a:lnTo>
                  <a:lnTo>
                    <a:pt x="1504351" y="4989053"/>
                  </a:lnTo>
                  <a:lnTo>
                    <a:pt x="1504729" y="4989053"/>
                  </a:lnTo>
                  <a:lnTo>
                    <a:pt x="1505107" y="4989053"/>
                  </a:lnTo>
                  <a:lnTo>
                    <a:pt x="1505486" y="4978494"/>
                  </a:lnTo>
                  <a:lnTo>
                    <a:pt x="1506494" y="4978494"/>
                  </a:lnTo>
                  <a:lnTo>
                    <a:pt x="1507377" y="4978494"/>
                  </a:lnTo>
                  <a:lnTo>
                    <a:pt x="1507755" y="4978494"/>
                  </a:lnTo>
                  <a:lnTo>
                    <a:pt x="1508260" y="4978494"/>
                  </a:lnTo>
                  <a:lnTo>
                    <a:pt x="1508638" y="4978494"/>
                  </a:lnTo>
                  <a:lnTo>
                    <a:pt x="1509016" y="4978494"/>
                  </a:lnTo>
                  <a:lnTo>
                    <a:pt x="1510025" y="4978494"/>
                  </a:lnTo>
                  <a:lnTo>
                    <a:pt x="1510403" y="4978494"/>
                  </a:lnTo>
                  <a:lnTo>
                    <a:pt x="1511034" y="4978494"/>
                  </a:lnTo>
                  <a:lnTo>
                    <a:pt x="1511160" y="4978494"/>
                  </a:lnTo>
                  <a:lnTo>
                    <a:pt x="1511664" y="4978494"/>
                  </a:lnTo>
                  <a:lnTo>
                    <a:pt x="1512294" y="4978494"/>
                  </a:lnTo>
                  <a:lnTo>
                    <a:pt x="1512673" y="4978494"/>
                  </a:lnTo>
                  <a:lnTo>
                    <a:pt x="1512799" y="4978494"/>
                  </a:lnTo>
                  <a:lnTo>
                    <a:pt x="1513177" y="4978494"/>
                  </a:lnTo>
                  <a:lnTo>
                    <a:pt x="1513429" y="4978494"/>
                  </a:lnTo>
                  <a:lnTo>
                    <a:pt x="1514186" y="4973214"/>
                  </a:lnTo>
                  <a:lnTo>
                    <a:pt x="1515068" y="4973214"/>
                  </a:lnTo>
                  <a:lnTo>
                    <a:pt x="1515447" y="4973214"/>
                  </a:lnTo>
                  <a:lnTo>
                    <a:pt x="1515951" y="4973214"/>
                  </a:lnTo>
                  <a:lnTo>
                    <a:pt x="1516707" y="4973214"/>
                  </a:lnTo>
                  <a:lnTo>
                    <a:pt x="1516834" y="4973214"/>
                  </a:lnTo>
                  <a:lnTo>
                    <a:pt x="1516960" y="4973214"/>
                  </a:lnTo>
                  <a:lnTo>
                    <a:pt x="1517464" y="4967935"/>
                  </a:lnTo>
                  <a:lnTo>
                    <a:pt x="1517716" y="4967935"/>
                  </a:lnTo>
                  <a:lnTo>
                    <a:pt x="1519734" y="4967935"/>
                  </a:lnTo>
                  <a:lnTo>
                    <a:pt x="1519986" y="4967935"/>
                  </a:lnTo>
                  <a:lnTo>
                    <a:pt x="1520112" y="4967935"/>
                  </a:lnTo>
                  <a:lnTo>
                    <a:pt x="1520238" y="4967935"/>
                  </a:lnTo>
                  <a:lnTo>
                    <a:pt x="1520868" y="4967935"/>
                  </a:lnTo>
                  <a:lnTo>
                    <a:pt x="1521877" y="4967935"/>
                  </a:lnTo>
                  <a:lnTo>
                    <a:pt x="1522003" y="4967935"/>
                  </a:lnTo>
                  <a:lnTo>
                    <a:pt x="1523768" y="4962656"/>
                  </a:lnTo>
                  <a:lnTo>
                    <a:pt x="1523894" y="4962656"/>
                  </a:lnTo>
                  <a:lnTo>
                    <a:pt x="1524399" y="4962656"/>
                  </a:lnTo>
                  <a:lnTo>
                    <a:pt x="1524525" y="4962656"/>
                  </a:lnTo>
                  <a:lnTo>
                    <a:pt x="1524903" y="4962656"/>
                  </a:lnTo>
                  <a:lnTo>
                    <a:pt x="1525281" y="4962656"/>
                  </a:lnTo>
                  <a:lnTo>
                    <a:pt x="1525534" y="4962656"/>
                  </a:lnTo>
                  <a:lnTo>
                    <a:pt x="1525786" y="4962656"/>
                  </a:lnTo>
                  <a:lnTo>
                    <a:pt x="1526290" y="4962656"/>
                  </a:lnTo>
                  <a:lnTo>
                    <a:pt x="1526416" y="4962656"/>
                  </a:lnTo>
                  <a:lnTo>
                    <a:pt x="1526668" y="4957376"/>
                  </a:lnTo>
                  <a:lnTo>
                    <a:pt x="1527173" y="4957376"/>
                  </a:lnTo>
                  <a:lnTo>
                    <a:pt x="1527425" y="4957376"/>
                  </a:lnTo>
                  <a:lnTo>
                    <a:pt x="1527803" y="4957376"/>
                  </a:lnTo>
                  <a:lnTo>
                    <a:pt x="1529064" y="4957376"/>
                  </a:lnTo>
                  <a:lnTo>
                    <a:pt x="1529316" y="4957376"/>
                  </a:lnTo>
                  <a:lnTo>
                    <a:pt x="1529821" y="4957376"/>
                  </a:lnTo>
                  <a:lnTo>
                    <a:pt x="1530703" y="4957376"/>
                  </a:lnTo>
                  <a:lnTo>
                    <a:pt x="1530955" y="4952097"/>
                  </a:lnTo>
                  <a:lnTo>
                    <a:pt x="1531334" y="4952097"/>
                  </a:lnTo>
                  <a:lnTo>
                    <a:pt x="1531838" y="4952097"/>
                  </a:lnTo>
                  <a:lnTo>
                    <a:pt x="1532090" y="4952097"/>
                  </a:lnTo>
                  <a:lnTo>
                    <a:pt x="1532216" y="4952097"/>
                  </a:lnTo>
                  <a:lnTo>
                    <a:pt x="1532594" y="4952097"/>
                  </a:lnTo>
                  <a:lnTo>
                    <a:pt x="1533099" y="4952097"/>
                  </a:lnTo>
                  <a:lnTo>
                    <a:pt x="1534486" y="4946817"/>
                  </a:lnTo>
                  <a:lnTo>
                    <a:pt x="1535242" y="4946817"/>
                  </a:lnTo>
                  <a:lnTo>
                    <a:pt x="1535873" y="4946817"/>
                  </a:lnTo>
                  <a:lnTo>
                    <a:pt x="1535999" y="4946817"/>
                  </a:lnTo>
                  <a:lnTo>
                    <a:pt x="1536377" y="4941538"/>
                  </a:lnTo>
                  <a:lnTo>
                    <a:pt x="1536881" y="4936258"/>
                  </a:lnTo>
                  <a:lnTo>
                    <a:pt x="1537260" y="4936258"/>
                  </a:lnTo>
                  <a:lnTo>
                    <a:pt x="1537764" y="4936258"/>
                  </a:lnTo>
                  <a:lnTo>
                    <a:pt x="1538521" y="4936258"/>
                  </a:lnTo>
                  <a:lnTo>
                    <a:pt x="1539025" y="4936258"/>
                  </a:lnTo>
                  <a:lnTo>
                    <a:pt x="1539277" y="4936258"/>
                  </a:lnTo>
                  <a:lnTo>
                    <a:pt x="1539908" y="4936258"/>
                  </a:lnTo>
                  <a:lnTo>
                    <a:pt x="1540412" y="4936258"/>
                  </a:lnTo>
                  <a:lnTo>
                    <a:pt x="1541547" y="4936258"/>
                  </a:lnTo>
                  <a:lnTo>
                    <a:pt x="1542177" y="4936258"/>
                  </a:lnTo>
                  <a:lnTo>
                    <a:pt x="1542555" y="4936258"/>
                  </a:lnTo>
                  <a:lnTo>
                    <a:pt x="1542681" y="4936258"/>
                  </a:lnTo>
                  <a:lnTo>
                    <a:pt x="1543060" y="4936258"/>
                  </a:lnTo>
                  <a:lnTo>
                    <a:pt x="1543186" y="4936258"/>
                  </a:lnTo>
                  <a:lnTo>
                    <a:pt x="1543438" y="4936258"/>
                  </a:lnTo>
                  <a:lnTo>
                    <a:pt x="1543690" y="4936258"/>
                  </a:lnTo>
                  <a:lnTo>
                    <a:pt x="1543942" y="4936258"/>
                  </a:lnTo>
                  <a:lnTo>
                    <a:pt x="1544068" y="4936258"/>
                  </a:lnTo>
                  <a:lnTo>
                    <a:pt x="1545077" y="4936258"/>
                  </a:lnTo>
                  <a:lnTo>
                    <a:pt x="1545708" y="4936258"/>
                  </a:lnTo>
                  <a:lnTo>
                    <a:pt x="1545960" y="4936258"/>
                  </a:lnTo>
                  <a:lnTo>
                    <a:pt x="1546716" y="4936258"/>
                  </a:lnTo>
                  <a:lnTo>
                    <a:pt x="1546842" y="4936258"/>
                  </a:lnTo>
                  <a:lnTo>
                    <a:pt x="1546968" y="4936258"/>
                  </a:lnTo>
                  <a:lnTo>
                    <a:pt x="1547221" y="4936258"/>
                  </a:lnTo>
                  <a:lnTo>
                    <a:pt x="1548103" y="4936258"/>
                  </a:lnTo>
                  <a:lnTo>
                    <a:pt x="1548482" y="4936258"/>
                  </a:lnTo>
                  <a:lnTo>
                    <a:pt x="1548608" y="4936258"/>
                  </a:lnTo>
                  <a:lnTo>
                    <a:pt x="1548860" y="4930979"/>
                  </a:lnTo>
                  <a:lnTo>
                    <a:pt x="1549364" y="4930979"/>
                  </a:lnTo>
                  <a:lnTo>
                    <a:pt x="1549616" y="4930979"/>
                  </a:lnTo>
                  <a:lnTo>
                    <a:pt x="1550877" y="4930979"/>
                  </a:lnTo>
                  <a:lnTo>
                    <a:pt x="1553399" y="4930979"/>
                  </a:lnTo>
                  <a:lnTo>
                    <a:pt x="1553651" y="4930979"/>
                  </a:lnTo>
                  <a:lnTo>
                    <a:pt x="1553903" y="4930979"/>
                  </a:lnTo>
                  <a:lnTo>
                    <a:pt x="1554282" y="4930979"/>
                  </a:lnTo>
                  <a:lnTo>
                    <a:pt x="1555164" y="4930979"/>
                  </a:lnTo>
                  <a:lnTo>
                    <a:pt x="1555416" y="4930979"/>
                  </a:lnTo>
                  <a:lnTo>
                    <a:pt x="1555669" y="4930979"/>
                  </a:lnTo>
                  <a:lnTo>
                    <a:pt x="1556047" y="4930979"/>
                  </a:lnTo>
                  <a:lnTo>
                    <a:pt x="1556173" y="4930979"/>
                  </a:lnTo>
                  <a:lnTo>
                    <a:pt x="1557055" y="4930979"/>
                  </a:lnTo>
                  <a:lnTo>
                    <a:pt x="1557308" y="4930979"/>
                  </a:lnTo>
                  <a:lnTo>
                    <a:pt x="1557686" y="4930979"/>
                  </a:lnTo>
                  <a:lnTo>
                    <a:pt x="1558064" y="4930979"/>
                  </a:lnTo>
                  <a:lnTo>
                    <a:pt x="1559073" y="4925700"/>
                  </a:lnTo>
                  <a:lnTo>
                    <a:pt x="1559703" y="4925700"/>
                  </a:lnTo>
                  <a:lnTo>
                    <a:pt x="1559829" y="4925700"/>
                  </a:lnTo>
                  <a:lnTo>
                    <a:pt x="1559956" y="4925700"/>
                  </a:lnTo>
                  <a:lnTo>
                    <a:pt x="1560334" y="4925700"/>
                  </a:lnTo>
                  <a:lnTo>
                    <a:pt x="1560712" y="4925700"/>
                  </a:lnTo>
                  <a:lnTo>
                    <a:pt x="1561090" y="4925700"/>
                  </a:lnTo>
                  <a:lnTo>
                    <a:pt x="1562099" y="4925700"/>
                  </a:lnTo>
                  <a:lnTo>
                    <a:pt x="1562225" y="4925700"/>
                  </a:lnTo>
                  <a:lnTo>
                    <a:pt x="1562351" y="4925700"/>
                  </a:lnTo>
                  <a:lnTo>
                    <a:pt x="1562603" y="4925700"/>
                  </a:lnTo>
                  <a:lnTo>
                    <a:pt x="1563360" y="4925700"/>
                  </a:lnTo>
                  <a:lnTo>
                    <a:pt x="1563864" y="4925700"/>
                  </a:lnTo>
                  <a:lnTo>
                    <a:pt x="1564116" y="4925700"/>
                  </a:lnTo>
                  <a:lnTo>
                    <a:pt x="1565503" y="4925700"/>
                  </a:lnTo>
                  <a:lnTo>
                    <a:pt x="1566386" y="4925700"/>
                  </a:lnTo>
                  <a:lnTo>
                    <a:pt x="1567142" y="4925700"/>
                  </a:lnTo>
                  <a:lnTo>
                    <a:pt x="1567899" y="4925700"/>
                  </a:lnTo>
                  <a:lnTo>
                    <a:pt x="1568151" y="4925700"/>
                  </a:lnTo>
                  <a:lnTo>
                    <a:pt x="1568908" y="4920420"/>
                  </a:lnTo>
                  <a:lnTo>
                    <a:pt x="1569160" y="4920420"/>
                  </a:lnTo>
                  <a:lnTo>
                    <a:pt x="1569286" y="4920420"/>
                  </a:lnTo>
                  <a:lnTo>
                    <a:pt x="1570043" y="4920420"/>
                  </a:lnTo>
                  <a:lnTo>
                    <a:pt x="1570169" y="4920420"/>
                  </a:lnTo>
                  <a:lnTo>
                    <a:pt x="1571682" y="4920420"/>
                  </a:lnTo>
                  <a:lnTo>
                    <a:pt x="1572690" y="4920420"/>
                  </a:lnTo>
                  <a:lnTo>
                    <a:pt x="1573195" y="4915141"/>
                  </a:lnTo>
                  <a:lnTo>
                    <a:pt x="1573447" y="4915141"/>
                  </a:lnTo>
                  <a:lnTo>
                    <a:pt x="1573573" y="4915141"/>
                  </a:lnTo>
                  <a:lnTo>
                    <a:pt x="1573699" y="4915141"/>
                  </a:lnTo>
                  <a:lnTo>
                    <a:pt x="1574834" y="4909861"/>
                  </a:lnTo>
                  <a:lnTo>
                    <a:pt x="1575212" y="4904582"/>
                  </a:lnTo>
                  <a:lnTo>
                    <a:pt x="1575338" y="4904582"/>
                  </a:lnTo>
                  <a:lnTo>
                    <a:pt x="1575464" y="4904582"/>
                  </a:lnTo>
                  <a:lnTo>
                    <a:pt x="1575716" y="4904582"/>
                  </a:lnTo>
                  <a:lnTo>
                    <a:pt x="1576725" y="4899302"/>
                  </a:lnTo>
                  <a:lnTo>
                    <a:pt x="1577482" y="4899302"/>
                  </a:lnTo>
                  <a:lnTo>
                    <a:pt x="1577608" y="4899302"/>
                  </a:lnTo>
                  <a:lnTo>
                    <a:pt x="1577986" y="4899302"/>
                  </a:lnTo>
                  <a:lnTo>
                    <a:pt x="1578490" y="4899302"/>
                  </a:lnTo>
                  <a:lnTo>
                    <a:pt x="1579247" y="4899302"/>
                  </a:lnTo>
                  <a:lnTo>
                    <a:pt x="1579499" y="4899302"/>
                  </a:lnTo>
                  <a:lnTo>
                    <a:pt x="1579751" y="4899302"/>
                  </a:lnTo>
                  <a:lnTo>
                    <a:pt x="1579877" y="4899302"/>
                  </a:lnTo>
                  <a:lnTo>
                    <a:pt x="1580130" y="4899302"/>
                  </a:lnTo>
                  <a:lnTo>
                    <a:pt x="1580382" y="4899302"/>
                  </a:lnTo>
                  <a:lnTo>
                    <a:pt x="1581390" y="4899302"/>
                  </a:lnTo>
                  <a:lnTo>
                    <a:pt x="1581895" y="4899302"/>
                  </a:lnTo>
                  <a:lnTo>
                    <a:pt x="1582021" y="4899302"/>
                  </a:lnTo>
                  <a:lnTo>
                    <a:pt x="1582777" y="4899302"/>
                  </a:lnTo>
                  <a:lnTo>
                    <a:pt x="1583912" y="4899302"/>
                  </a:lnTo>
                  <a:lnTo>
                    <a:pt x="1586686" y="4899302"/>
                  </a:lnTo>
                  <a:lnTo>
                    <a:pt x="1586812" y="4899302"/>
                  </a:lnTo>
                  <a:lnTo>
                    <a:pt x="1587947" y="4899302"/>
                  </a:lnTo>
                  <a:lnTo>
                    <a:pt x="1588073" y="4899302"/>
                  </a:lnTo>
                  <a:lnTo>
                    <a:pt x="1588325" y="4899302"/>
                  </a:lnTo>
                  <a:lnTo>
                    <a:pt x="1589082" y="4899302"/>
                  </a:lnTo>
                  <a:lnTo>
                    <a:pt x="1589208" y="4899302"/>
                  </a:lnTo>
                  <a:lnTo>
                    <a:pt x="1590595" y="4899302"/>
                  </a:lnTo>
                  <a:lnTo>
                    <a:pt x="1590973" y="4899302"/>
                  </a:lnTo>
                  <a:lnTo>
                    <a:pt x="1591225" y="4899302"/>
                  </a:lnTo>
                  <a:lnTo>
                    <a:pt x="1591351" y="4899302"/>
                  </a:lnTo>
                  <a:lnTo>
                    <a:pt x="1592738" y="4899302"/>
                  </a:lnTo>
                  <a:lnTo>
                    <a:pt x="1593369" y="4899302"/>
                  </a:lnTo>
                  <a:lnTo>
                    <a:pt x="1593747" y="4899302"/>
                  </a:lnTo>
                  <a:lnTo>
                    <a:pt x="1593873" y="4899302"/>
                  </a:lnTo>
                  <a:lnTo>
                    <a:pt x="1594125" y="4899302"/>
                  </a:lnTo>
                  <a:lnTo>
                    <a:pt x="1594251" y="4899302"/>
                  </a:lnTo>
                  <a:lnTo>
                    <a:pt x="1594377" y="4899302"/>
                  </a:lnTo>
                  <a:lnTo>
                    <a:pt x="1594882" y="4894023"/>
                  </a:lnTo>
                  <a:lnTo>
                    <a:pt x="1595386" y="4894023"/>
                  </a:lnTo>
                  <a:lnTo>
                    <a:pt x="1595890" y="4894023"/>
                  </a:lnTo>
                  <a:lnTo>
                    <a:pt x="1596017" y="4894023"/>
                  </a:lnTo>
                  <a:lnTo>
                    <a:pt x="1596143" y="4888744"/>
                  </a:lnTo>
                  <a:lnTo>
                    <a:pt x="1596395" y="4888744"/>
                  </a:lnTo>
                  <a:lnTo>
                    <a:pt x="1596899" y="4888744"/>
                  </a:lnTo>
                  <a:lnTo>
                    <a:pt x="1597025" y="4888744"/>
                  </a:lnTo>
                  <a:lnTo>
                    <a:pt x="1597277" y="4888744"/>
                  </a:lnTo>
                  <a:lnTo>
                    <a:pt x="1600177" y="4878185"/>
                  </a:lnTo>
                  <a:lnTo>
                    <a:pt x="1601186" y="4878185"/>
                  </a:lnTo>
                  <a:lnTo>
                    <a:pt x="1601564" y="4878185"/>
                  </a:lnTo>
                  <a:lnTo>
                    <a:pt x="1602069" y="4878185"/>
                  </a:lnTo>
                  <a:lnTo>
                    <a:pt x="1602699" y="4878185"/>
                  </a:lnTo>
                  <a:lnTo>
                    <a:pt x="1603330" y="4878185"/>
                  </a:lnTo>
                  <a:lnTo>
                    <a:pt x="1603456" y="4878185"/>
                  </a:lnTo>
                  <a:lnTo>
                    <a:pt x="1604717" y="4878185"/>
                  </a:lnTo>
                  <a:lnTo>
                    <a:pt x="1605347" y="4878185"/>
                  </a:lnTo>
                  <a:lnTo>
                    <a:pt x="1605473" y="4878185"/>
                  </a:lnTo>
                  <a:lnTo>
                    <a:pt x="1606860" y="4878185"/>
                  </a:lnTo>
                  <a:lnTo>
                    <a:pt x="1607491" y="4878185"/>
                  </a:lnTo>
                  <a:lnTo>
                    <a:pt x="1608247" y="4878185"/>
                  </a:lnTo>
                  <a:lnTo>
                    <a:pt x="1608247" y="4872905"/>
                  </a:lnTo>
                  <a:lnTo>
                    <a:pt x="1609130" y="4872905"/>
                  </a:lnTo>
                  <a:lnTo>
                    <a:pt x="1609508" y="4872905"/>
                  </a:lnTo>
                  <a:lnTo>
                    <a:pt x="1609508" y="4867626"/>
                  </a:lnTo>
                  <a:lnTo>
                    <a:pt x="1610895" y="4867626"/>
                  </a:lnTo>
                  <a:lnTo>
                    <a:pt x="1611273" y="4862347"/>
                  </a:lnTo>
                  <a:lnTo>
                    <a:pt x="1611778" y="4862347"/>
                  </a:lnTo>
                  <a:lnTo>
                    <a:pt x="1612408" y="4862347"/>
                  </a:lnTo>
                  <a:lnTo>
                    <a:pt x="1612660" y="4862347"/>
                  </a:lnTo>
                  <a:lnTo>
                    <a:pt x="1612786" y="4862347"/>
                  </a:lnTo>
                  <a:lnTo>
                    <a:pt x="1613543" y="4862347"/>
                  </a:lnTo>
                  <a:lnTo>
                    <a:pt x="1613669" y="4862347"/>
                  </a:lnTo>
                  <a:lnTo>
                    <a:pt x="1614047" y="4862347"/>
                  </a:lnTo>
                  <a:lnTo>
                    <a:pt x="1614173" y="4862347"/>
                  </a:lnTo>
                  <a:lnTo>
                    <a:pt x="1614299" y="4862347"/>
                  </a:lnTo>
                  <a:lnTo>
                    <a:pt x="1614804" y="4862347"/>
                  </a:lnTo>
                  <a:lnTo>
                    <a:pt x="1614930" y="4862347"/>
                  </a:lnTo>
                  <a:lnTo>
                    <a:pt x="1616191" y="4862347"/>
                  </a:lnTo>
                  <a:lnTo>
                    <a:pt x="1618208" y="4862347"/>
                  </a:lnTo>
                  <a:lnTo>
                    <a:pt x="1618965" y="4862347"/>
                  </a:lnTo>
                  <a:lnTo>
                    <a:pt x="1619343" y="4862347"/>
                  </a:lnTo>
                  <a:lnTo>
                    <a:pt x="1619595" y="4862347"/>
                  </a:lnTo>
                  <a:lnTo>
                    <a:pt x="1619847" y="4862347"/>
                  </a:lnTo>
                  <a:lnTo>
                    <a:pt x="1621360" y="4862347"/>
                  </a:lnTo>
                  <a:lnTo>
                    <a:pt x="1621991" y="4862347"/>
                  </a:lnTo>
                  <a:lnTo>
                    <a:pt x="1622117" y="4862347"/>
                  </a:lnTo>
                  <a:lnTo>
                    <a:pt x="1622495" y="4862347"/>
                  </a:lnTo>
                  <a:lnTo>
                    <a:pt x="1624386" y="4862347"/>
                  </a:lnTo>
                  <a:lnTo>
                    <a:pt x="1625143" y="4857067"/>
                  </a:lnTo>
                  <a:lnTo>
                    <a:pt x="1625647" y="4857067"/>
                  </a:lnTo>
                  <a:lnTo>
                    <a:pt x="1626151" y="4857067"/>
                  </a:lnTo>
                  <a:lnTo>
                    <a:pt x="1628295" y="4857067"/>
                  </a:lnTo>
                  <a:lnTo>
                    <a:pt x="1629808" y="4857067"/>
                  </a:lnTo>
                  <a:lnTo>
                    <a:pt x="1630186" y="4857067"/>
                  </a:lnTo>
                  <a:lnTo>
                    <a:pt x="1630691" y="4857067"/>
                  </a:lnTo>
                  <a:lnTo>
                    <a:pt x="1632456" y="4857067"/>
                  </a:lnTo>
                  <a:lnTo>
                    <a:pt x="1632960" y="4857067"/>
                  </a:lnTo>
                  <a:lnTo>
                    <a:pt x="1633338" y="4857067"/>
                  </a:lnTo>
                  <a:lnTo>
                    <a:pt x="1633591" y="4857067"/>
                  </a:lnTo>
                  <a:lnTo>
                    <a:pt x="1633843" y="4857067"/>
                  </a:lnTo>
                  <a:lnTo>
                    <a:pt x="1633969" y="4857067"/>
                  </a:lnTo>
                  <a:lnTo>
                    <a:pt x="1634978" y="4857067"/>
                  </a:lnTo>
                  <a:lnTo>
                    <a:pt x="1635482" y="4857067"/>
                  </a:lnTo>
                  <a:lnTo>
                    <a:pt x="1636239" y="4857067"/>
                  </a:lnTo>
                  <a:lnTo>
                    <a:pt x="1636617" y="4857067"/>
                  </a:lnTo>
                  <a:lnTo>
                    <a:pt x="1636995" y="4857067"/>
                  </a:lnTo>
                  <a:lnTo>
                    <a:pt x="1637625" y="4857067"/>
                  </a:lnTo>
                  <a:lnTo>
                    <a:pt x="1638130" y="4857067"/>
                  </a:lnTo>
                  <a:lnTo>
                    <a:pt x="1638382" y="4857067"/>
                  </a:lnTo>
                  <a:lnTo>
                    <a:pt x="1639139" y="4857067"/>
                  </a:lnTo>
                  <a:lnTo>
                    <a:pt x="1639895" y="4851788"/>
                  </a:lnTo>
                  <a:lnTo>
                    <a:pt x="1640399" y="4851788"/>
                  </a:lnTo>
                  <a:lnTo>
                    <a:pt x="1640904" y="4851788"/>
                  </a:lnTo>
                  <a:lnTo>
                    <a:pt x="1642165" y="4851788"/>
                  </a:lnTo>
                  <a:lnTo>
                    <a:pt x="1643552" y="4846508"/>
                  </a:lnTo>
                  <a:lnTo>
                    <a:pt x="1644182" y="4846508"/>
                  </a:lnTo>
                  <a:lnTo>
                    <a:pt x="1644812" y="4846508"/>
                  </a:lnTo>
                  <a:lnTo>
                    <a:pt x="1645569" y="4846508"/>
                  </a:lnTo>
                  <a:lnTo>
                    <a:pt x="1645695" y="4846508"/>
                  </a:lnTo>
                  <a:lnTo>
                    <a:pt x="1645821" y="4846508"/>
                  </a:lnTo>
                  <a:lnTo>
                    <a:pt x="1647208" y="4846508"/>
                  </a:lnTo>
                  <a:lnTo>
                    <a:pt x="1647334" y="4846508"/>
                  </a:lnTo>
                  <a:lnTo>
                    <a:pt x="1647586" y="4846508"/>
                  </a:lnTo>
                  <a:lnTo>
                    <a:pt x="1648343" y="4846508"/>
                  </a:lnTo>
                  <a:lnTo>
                    <a:pt x="1650865" y="4846508"/>
                  </a:lnTo>
                  <a:lnTo>
                    <a:pt x="1651117" y="4846508"/>
                  </a:lnTo>
                  <a:lnTo>
                    <a:pt x="1651495" y="4846508"/>
                  </a:lnTo>
                  <a:lnTo>
                    <a:pt x="1651747" y="4846508"/>
                  </a:lnTo>
                  <a:lnTo>
                    <a:pt x="1652504" y="4846508"/>
                  </a:lnTo>
                  <a:lnTo>
                    <a:pt x="1652756" y="4846508"/>
                  </a:lnTo>
                  <a:lnTo>
                    <a:pt x="1654143" y="4841229"/>
                  </a:lnTo>
                  <a:lnTo>
                    <a:pt x="1654395" y="4841229"/>
                  </a:lnTo>
                  <a:lnTo>
                    <a:pt x="1655026" y="4841229"/>
                  </a:lnTo>
                  <a:lnTo>
                    <a:pt x="1655782" y="4841229"/>
                  </a:lnTo>
                  <a:lnTo>
                    <a:pt x="1656665" y="4841229"/>
                  </a:lnTo>
                  <a:lnTo>
                    <a:pt x="1657421" y="4841229"/>
                  </a:lnTo>
                  <a:lnTo>
                    <a:pt x="1658556" y="4835949"/>
                  </a:lnTo>
                  <a:lnTo>
                    <a:pt x="1659060" y="4835949"/>
                  </a:lnTo>
                  <a:lnTo>
                    <a:pt x="1660700" y="4835949"/>
                  </a:lnTo>
                  <a:lnTo>
                    <a:pt x="1661582" y="4835949"/>
                  </a:lnTo>
                  <a:lnTo>
                    <a:pt x="1661708" y="4835949"/>
                  </a:lnTo>
                  <a:lnTo>
                    <a:pt x="1661960" y="4835949"/>
                  </a:lnTo>
                  <a:lnTo>
                    <a:pt x="1662086" y="4835949"/>
                  </a:lnTo>
                  <a:lnTo>
                    <a:pt x="1662339" y="4835949"/>
                  </a:lnTo>
                  <a:lnTo>
                    <a:pt x="1664104" y="4830670"/>
                  </a:lnTo>
                  <a:lnTo>
                    <a:pt x="1664986" y="4825391"/>
                  </a:lnTo>
                  <a:lnTo>
                    <a:pt x="1666121" y="4825391"/>
                  </a:lnTo>
                  <a:lnTo>
                    <a:pt x="1667256" y="4825391"/>
                  </a:lnTo>
                  <a:lnTo>
                    <a:pt x="1667887" y="4825391"/>
                  </a:lnTo>
                  <a:lnTo>
                    <a:pt x="1668517" y="4825391"/>
                  </a:lnTo>
                  <a:lnTo>
                    <a:pt x="1669904" y="4825391"/>
                  </a:lnTo>
                  <a:lnTo>
                    <a:pt x="1671165" y="4825391"/>
                  </a:lnTo>
                  <a:lnTo>
                    <a:pt x="1671543" y="4825391"/>
                  </a:lnTo>
                  <a:lnTo>
                    <a:pt x="1671795" y="4825391"/>
                  </a:lnTo>
                  <a:lnTo>
                    <a:pt x="1673308" y="4825391"/>
                  </a:lnTo>
                  <a:lnTo>
                    <a:pt x="1673434" y="4825391"/>
                  </a:lnTo>
                  <a:lnTo>
                    <a:pt x="1673687" y="4825391"/>
                  </a:lnTo>
                  <a:lnTo>
                    <a:pt x="1674065" y="4825391"/>
                  </a:lnTo>
                  <a:lnTo>
                    <a:pt x="1674191" y="4825391"/>
                  </a:lnTo>
                  <a:lnTo>
                    <a:pt x="1674317" y="4825391"/>
                  </a:lnTo>
                  <a:lnTo>
                    <a:pt x="1674443" y="4825391"/>
                  </a:lnTo>
                  <a:lnTo>
                    <a:pt x="1675326" y="4825391"/>
                  </a:lnTo>
                  <a:lnTo>
                    <a:pt x="1676208" y="4825391"/>
                  </a:lnTo>
                  <a:lnTo>
                    <a:pt x="1676965" y="4825391"/>
                  </a:lnTo>
                  <a:lnTo>
                    <a:pt x="1677847" y="4825391"/>
                  </a:lnTo>
                  <a:lnTo>
                    <a:pt x="1679487" y="4825391"/>
                  </a:lnTo>
                  <a:lnTo>
                    <a:pt x="1679613" y="4825391"/>
                  </a:lnTo>
                  <a:lnTo>
                    <a:pt x="1680621" y="4825391"/>
                  </a:lnTo>
                  <a:lnTo>
                    <a:pt x="1681378" y="4825391"/>
                  </a:lnTo>
                  <a:lnTo>
                    <a:pt x="1681882" y="4825391"/>
                  </a:lnTo>
                  <a:lnTo>
                    <a:pt x="1683143" y="4825391"/>
                  </a:lnTo>
                  <a:lnTo>
                    <a:pt x="1683395" y="4825391"/>
                  </a:lnTo>
                  <a:lnTo>
                    <a:pt x="1683774" y="4825391"/>
                  </a:lnTo>
                  <a:lnTo>
                    <a:pt x="1684026" y="4825391"/>
                  </a:lnTo>
                  <a:lnTo>
                    <a:pt x="1685539" y="4825391"/>
                  </a:lnTo>
                  <a:lnTo>
                    <a:pt x="1686169" y="4825391"/>
                  </a:lnTo>
                  <a:lnTo>
                    <a:pt x="1686547" y="4825391"/>
                  </a:lnTo>
                  <a:lnTo>
                    <a:pt x="1686674" y="4825391"/>
                  </a:lnTo>
                  <a:lnTo>
                    <a:pt x="1686926" y="4820111"/>
                  </a:lnTo>
                  <a:lnTo>
                    <a:pt x="1687178" y="4820111"/>
                  </a:lnTo>
                  <a:lnTo>
                    <a:pt x="1687304" y="4820111"/>
                  </a:lnTo>
                  <a:lnTo>
                    <a:pt x="1687682" y="4820111"/>
                  </a:lnTo>
                  <a:lnTo>
                    <a:pt x="1688061" y="4820111"/>
                  </a:lnTo>
                  <a:lnTo>
                    <a:pt x="1688187" y="4820111"/>
                  </a:lnTo>
                  <a:lnTo>
                    <a:pt x="1688313" y="4820111"/>
                  </a:lnTo>
                  <a:lnTo>
                    <a:pt x="1690078" y="4814832"/>
                  </a:lnTo>
                  <a:lnTo>
                    <a:pt x="1690078" y="4809552"/>
                  </a:lnTo>
                  <a:lnTo>
                    <a:pt x="1690582" y="4809552"/>
                  </a:lnTo>
                  <a:lnTo>
                    <a:pt x="1690834" y="4809552"/>
                  </a:lnTo>
                  <a:lnTo>
                    <a:pt x="1691717" y="4809552"/>
                  </a:lnTo>
                  <a:lnTo>
                    <a:pt x="1691969" y="4809552"/>
                  </a:lnTo>
                  <a:lnTo>
                    <a:pt x="1692347" y="4809552"/>
                  </a:lnTo>
                  <a:lnTo>
                    <a:pt x="1693608" y="4809552"/>
                  </a:lnTo>
                  <a:lnTo>
                    <a:pt x="1694491" y="4809552"/>
                  </a:lnTo>
                  <a:lnTo>
                    <a:pt x="1695121" y="4809552"/>
                  </a:lnTo>
                  <a:lnTo>
                    <a:pt x="1695500" y="4809552"/>
                  </a:lnTo>
                  <a:lnTo>
                    <a:pt x="1697139" y="4809552"/>
                  </a:lnTo>
                  <a:lnTo>
                    <a:pt x="1697265" y="4809552"/>
                  </a:lnTo>
                  <a:lnTo>
                    <a:pt x="1697643" y="4809552"/>
                  </a:lnTo>
                  <a:lnTo>
                    <a:pt x="1697895" y="4809552"/>
                  </a:lnTo>
                  <a:lnTo>
                    <a:pt x="1699661" y="4809552"/>
                  </a:lnTo>
                  <a:lnTo>
                    <a:pt x="1699913" y="4809552"/>
                  </a:lnTo>
                  <a:lnTo>
                    <a:pt x="1700165" y="4809552"/>
                  </a:lnTo>
                  <a:lnTo>
                    <a:pt x="1700543" y="4809552"/>
                  </a:lnTo>
                  <a:lnTo>
                    <a:pt x="1701048" y="4809552"/>
                  </a:lnTo>
                  <a:lnTo>
                    <a:pt x="1702435" y="4809552"/>
                  </a:lnTo>
                  <a:lnTo>
                    <a:pt x="1703191" y="4809552"/>
                  </a:lnTo>
                  <a:lnTo>
                    <a:pt x="1703443" y="4809552"/>
                  </a:lnTo>
                  <a:lnTo>
                    <a:pt x="1703948" y="4809552"/>
                  </a:lnTo>
                  <a:lnTo>
                    <a:pt x="1704956" y="4809552"/>
                  </a:lnTo>
                  <a:lnTo>
                    <a:pt x="1705208" y="4809552"/>
                  </a:lnTo>
                  <a:lnTo>
                    <a:pt x="1705335" y="4809552"/>
                  </a:lnTo>
                  <a:lnTo>
                    <a:pt x="1705839" y="4809552"/>
                  </a:lnTo>
                  <a:lnTo>
                    <a:pt x="1706091" y="4804273"/>
                  </a:lnTo>
                  <a:lnTo>
                    <a:pt x="1706469" y="4804273"/>
                  </a:lnTo>
                  <a:lnTo>
                    <a:pt x="1706595" y="4804273"/>
                  </a:lnTo>
                  <a:lnTo>
                    <a:pt x="1707856" y="4804273"/>
                  </a:lnTo>
                  <a:lnTo>
                    <a:pt x="1708361" y="4804273"/>
                  </a:lnTo>
                  <a:lnTo>
                    <a:pt x="1708739" y="4804273"/>
                  </a:lnTo>
                  <a:lnTo>
                    <a:pt x="1709243" y="4804273"/>
                  </a:lnTo>
                  <a:lnTo>
                    <a:pt x="1710504" y="4804273"/>
                  </a:lnTo>
                  <a:lnTo>
                    <a:pt x="1711135" y="4804273"/>
                  </a:lnTo>
                  <a:lnTo>
                    <a:pt x="1711639" y="4804273"/>
                  </a:lnTo>
                  <a:lnTo>
                    <a:pt x="1712395" y="4804273"/>
                  </a:lnTo>
                  <a:lnTo>
                    <a:pt x="1713026" y="4804273"/>
                  </a:lnTo>
                  <a:lnTo>
                    <a:pt x="1714161" y="4804273"/>
                  </a:lnTo>
                  <a:lnTo>
                    <a:pt x="1714791" y="4804273"/>
                  </a:lnTo>
                  <a:lnTo>
                    <a:pt x="1715295" y="4804273"/>
                  </a:lnTo>
                  <a:lnTo>
                    <a:pt x="1715800" y="4804273"/>
                  </a:lnTo>
                  <a:lnTo>
                    <a:pt x="1715926" y="4804273"/>
                  </a:lnTo>
                  <a:lnTo>
                    <a:pt x="1716430" y="4804273"/>
                  </a:lnTo>
                  <a:lnTo>
                    <a:pt x="1717313" y="4804273"/>
                  </a:lnTo>
                  <a:lnTo>
                    <a:pt x="1717817" y="4804273"/>
                  </a:lnTo>
                  <a:lnTo>
                    <a:pt x="1718069" y="4804273"/>
                  </a:lnTo>
                  <a:lnTo>
                    <a:pt x="1718952" y="4804273"/>
                  </a:lnTo>
                  <a:lnTo>
                    <a:pt x="1720591" y="4804273"/>
                  </a:lnTo>
                  <a:lnTo>
                    <a:pt x="1721222" y="4804273"/>
                  </a:lnTo>
                  <a:lnTo>
                    <a:pt x="1721474" y="4804273"/>
                  </a:lnTo>
                  <a:lnTo>
                    <a:pt x="1722609" y="4804273"/>
                  </a:lnTo>
                  <a:lnTo>
                    <a:pt x="1722861" y="4804273"/>
                  </a:lnTo>
                  <a:lnTo>
                    <a:pt x="1722987" y="4804273"/>
                  </a:lnTo>
                  <a:lnTo>
                    <a:pt x="1723743" y="4804273"/>
                  </a:lnTo>
                  <a:lnTo>
                    <a:pt x="1723995" y="4804273"/>
                  </a:lnTo>
                  <a:lnTo>
                    <a:pt x="1724626" y="4804273"/>
                  </a:lnTo>
                  <a:lnTo>
                    <a:pt x="1724752" y="4804273"/>
                  </a:lnTo>
                  <a:lnTo>
                    <a:pt x="1724878" y="4804273"/>
                  </a:lnTo>
                  <a:lnTo>
                    <a:pt x="1725635" y="4804273"/>
                  </a:lnTo>
                  <a:lnTo>
                    <a:pt x="1726139" y="4804273"/>
                  </a:lnTo>
                  <a:lnTo>
                    <a:pt x="1726896" y="4804273"/>
                  </a:lnTo>
                  <a:lnTo>
                    <a:pt x="1727526" y="4804273"/>
                  </a:lnTo>
                  <a:lnTo>
                    <a:pt x="1729039" y="4798993"/>
                  </a:lnTo>
                  <a:lnTo>
                    <a:pt x="1730300" y="4793714"/>
                  </a:lnTo>
                  <a:lnTo>
                    <a:pt x="1730678" y="4793714"/>
                  </a:lnTo>
                  <a:lnTo>
                    <a:pt x="1731561" y="4793714"/>
                  </a:lnTo>
                  <a:lnTo>
                    <a:pt x="1731687" y="4793714"/>
                  </a:lnTo>
                  <a:lnTo>
                    <a:pt x="1732948" y="4788435"/>
                  </a:lnTo>
                  <a:lnTo>
                    <a:pt x="1733326" y="4788435"/>
                  </a:lnTo>
                  <a:lnTo>
                    <a:pt x="1733956" y="4783155"/>
                  </a:lnTo>
                  <a:lnTo>
                    <a:pt x="1734335" y="4783155"/>
                  </a:lnTo>
                  <a:lnTo>
                    <a:pt x="1736478" y="4783155"/>
                  </a:lnTo>
                  <a:lnTo>
                    <a:pt x="1736730" y="4783155"/>
                  </a:lnTo>
                  <a:lnTo>
                    <a:pt x="1736856" y="4783155"/>
                  </a:lnTo>
                  <a:lnTo>
                    <a:pt x="1737361" y="4783155"/>
                  </a:lnTo>
                  <a:lnTo>
                    <a:pt x="1739378" y="4777876"/>
                  </a:lnTo>
                  <a:lnTo>
                    <a:pt x="1739883" y="4777876"/>
                  </a:lnTo>
                  <a:lnTo>
                    <a:pt x="1740135" y="4777876"/>
                  </a:lnTo>
                  <a:lnTo>
                    <a:pt x="1740387" y="4777876"/>
                  </a:lnTo>
                  <a:lnTo>
                    <a:pt x="1740765" y="4777876"/>
                  </a:lnTo>
                  <a:lnTo>
                    <a:pt x="1741396" y="4777876"/>
                  </a:lnTo>
                  <a:lnTo>
                    <a:pt x="1742152" y="4777876"/>
                  </a:lnTo>
                  <a:lnTo>
                    <a:pt x="1742909" y="4777876"/>
                  </a:lnTo>
                  <a:lnTo>
                    <a:pt x="1743035" y="4777876"/>
                  </a:lnTo>
                  <a:lnTo>
                    <a:pt x="1743287" y="4777876"/>
                  </a:lnTo>
                  <a:lnTo>
                    <a:pt x="1743791" y="4777876"/>
                  </a:lnTo>
                  <a:lnTo>
                    <a:pt x="1744043" y="4777876"/>
                  </a:lnTo>
                  <a:lnTo>
                    <a:pt x="1745178" y="4777876"/>
                  </a:lnTo>
                  <a:lnTo>
                    <a:pt x="1745935" y="4777876"/>
                  </a:lnTo>
                  <a:lnTo>
                    <a:pt x="1747448" y="4777876"/>
                  </a:lnTo>
                  <a:lnTo>
                    <a:pt x="1748078" y="4777876"/>
                  </a:lnTo>
                  <a:lnTo>
                    <a:pt x="1748204" y="4777876"/>
                  </a:lnTo>
                  <a:lnTo>
                    <a:pt x="1749213" y="4777876"/>
                  </a:lnTo>
                  <a:lnTo>
                    <a:pt x="1750222" y="4777876"/>
                  </a:lnTo>
                  <a:lnTo>
                    <a:pt x="1750474" y="4777876"/>
                  </a:lnTo>
                  <a:lnTo>
                    <a:pt x="1750978" y="4777876"/>
                  </a:lnTo>
                  <a:lnTo>
                    <a:pt x="1751104" y="4777876"/>
                  </a:lnTo>
                  <a:lnTo>
                    <a:pt x="1751357" y="4777876"/>
                  </a:lnTo>
                  <a:lnTo>
                    <a:pt x="1751987" y="4777876"/>
                  </a:lnTo>
                  <a:lnTo>
                    <a:pt x="1752996" y="4777876"/>
                  </a:lnTo>
                  <a:lnTo>
                    <a:pt x="1753752" y="4777876"/>
                  </a:lnTo>
                  <a:lnTo>
                    <a:pt x="1753752" y="4772596"/>
                  </a:lnTo>
                  <a:lnTo>
                    <a:pt x="1754130" y="4772596"/>
                  </a:lnTo>
                  <a:lnTo>
                    <a:pt x="1754509" y="4772596"/>
                  </a:lnTo>
                  <a:lnTo>
                    <a:pt x="1755265" y="4772596"/>
                  </a:lnTo>
                  <a:lnTo>
                    <a:pt x="1755517" y="4772596"/>
                  </a:lnTo>
                  <a:lnTo>
                    <a:pt x="1755896" y="4772596"/>
                  </a:lnTo>
                  <a:lnTo>
                    <a:pt x="1756022" y="4772596"/>
                  </a:lnTo>
                  <a:lnTo>
                    <a:pt x="1756400" y="4772596"/>
                  </a:lnTo>
                  <a:lnTo>
                    <a:pt x="1756778" y="4772596"/>
                  </a:lnTo>
                  <a:lnTo>
                    <a:pt x="1757409" y="4772596"/>
                  </a:lnTo>
                  <a:lnTo>
                    <a:pt x="1757661" y="4772596"/>
                  </a:lnTo>
                  <a:lnTo>
                    <a:pt x="1758670" y="4767317"/>
                  </a:lnTo>
                  <a:lnTo>
                    <a:pt x="1759300" y="4767317"/>
                  </a:lnTo>
                  <a:lnTo>
                    <a:pt x="1759552" y="4762038"/>
                  </a:lnTo>
                  <a:lnTo>
                    <a:pt x="1760057" y="4762038"/>
                  </a:lnTo>
                  <a:lnTo>
                    <a:pt x="1760939" y="4762038"/>
                  </a:lnTo>
                  <a:lnTo>
                    <a:pt x="1762452" y="4762038"/>
                  </a:lnTo>
                  <a:lnTo>
                    <a:pt x="1764217" y="4762038"/>
                  </a:lnTo>
                  <a:lnTo>
                    <a:pt x="1764722" y="4762038"/>
                  </a:lnTo>
                  <a:lnTo>
                    <a:pt x="1766487" y="4762038"/>
                  </a:lnTo>
                  <a:lnTo>
                    <a:pt x="1767117" y="4762038"/>
                  </a:lnTo>
                  <a:lnTo>
                    <a:pt x="1767370" y="4762038"/>
                  </a:lnTo>
                  <a:lnTo>
                    <a:pt x="1767496" y="4762038"/>
                  </a:lnTo>
                  <a:lnTo>
                    <a:pt x="1768504" y="4762038"/>
                  </a:lnTo>
                  <a:lnTo>
                    <a:pt x="1769009" y="4762038"/>
                  </a:lnTo>
                  <a:lnTo>
                    <a:pt x="1769261" y="4756758"/>
                  </a:lnTo>
                  <a:lnTo>
                    <a:pt x="1769639" y="4756758"/>
                  </a:lnTo>
                  <a:lnTo>
                    <a:pt x="1772161" y="4756758"/>
                  </a:lnTo>
                  <a:lnTo>
                    <a:pt x="1772287" y="4756758"/>
                  </a:lnTo>
                  <a:lnTo>
                    <a:pt x="1772539" y="4756758"/>
                  </a:lnTo>
                  <a:lnTo>
                    <a:pt x="1772791" y="4756758"/>
                  </a:lnTo>
                  <a:lnTo>
                    <a:pt x="1773170" y="4756758"/>
                  </a:lnTo>
                  <a:lnTo>
                    <a:pt x="1773674" y="4756758"/>
                  </a:lnTo>
                  <a:lnTo>
                    <a:pt x="1774052" y="4756758"/>
                  </a:lnTo>
                  <a:lnTo>
                    <a:pt x="1774809" y="4756758"/>
                  </a:lnTo>
                  <a:lnTo>
                    <a:pt x="1774935" y="4756758"/>
                  </a:lnTo>
                  <a:lnTo>
                    <a:pt x="1775439" y="4756758"/>
                  </a:lnTo>
                  <a:lnTo>
                    <a:pt x="1775691" y="4756758"/>
                  </a:lnTo>
                  <a:lnTo>
                    <a:pt x="1777204" y="4756758"/>
                  </a:lnTo>
                  <a:lnTo>
                    <a:pt x="1777331" y="4756758"/>
                  </a:lnTo>
                  <a:lnTo>
                    <a:pt x="1778213" y="4751479"/>
                  </a:lnTo>
                  <a:lnTo>
                    <a:pt x="1778339" y="4751479"/>
                  </a:lnTo>
                  <a:lnTo>
                    <a:pt x="1778844" y="4751479"/>
                  </a:lnTo>
                  <a:lnTo>
                    <a:pt x="1779726" y="4751479"/>
                  </a:lnTo>
                  <a:lnTo>
                    <a:pt x="1781239" y="4751479"/>
                  </a:lnTo>
                  <a:lnTo>
                    <a:pt x="1781870" y="4751479"/>
                  </a:lnTo>
                  <a:lnTo>
                    <a:pt x="1782752" y="4751479"/>
                  </a:lnTo>
                  <a:lnTo>
                    <a:pt x="1783761" y="4751479"/>
                  </a:lnTo>
                  <a:lnTo>
                    <a:pt x="1784265" y="4751479"/>
                  </a:lnTo>
                  <a:lnTo>
                    <a:pt x="1784896" y="4751479"/>
                  </a:lnTo>
                  <a:lnTo>
                    <a:pt x="1785022" y="4751479"/>
                  </a:lnTo>
                  <a:lnTo>
                    <a:pt x="1785905" y="4746199"/>
                  </a:lnTo>
                  <a:lnTo>
                    <a:pt x="1787418" y="4746199"/>
                  </a:lnTo>
                  <a:lnTo>
                    <a:pt x="1787670" y="4746199"/>
                  </a:lnTo>
                  <a:lnTo>
                    <a:pt x="1787796" y="4746199"/>
                  </a:lnTo>
                  <a:lnTo>
                    <a:pt x="1788048" y="4746199"/>
                  </a:lnTo>
                  <a:lnTo>
                    <a:pt x="1788048" y="4740920"/>
                  </a:lnTo>
                  <a:lnTo>
                    <a:pt x="1788552" y="4740920"/>
                  </a:lnTo>
                  <a:lnTo>
                    <a:pt x="1788678" y="4740920"/>
                  </a:lnTo>
                  <a:lnTo>
                    <a:pt x="1789687" y="4740920"/>
                  </a:lnTo>
                  <a:lnTo>
                    <a:pt x="1790696" y="4740920"/>
                  </a:lnTo>
                  <a:lnTo>
                    <a:pt x="1791074" y="4740920"/>
                  </a:lnTo>
                  <a:lnTo>
                    <a:pt x="1791326" y="4735640"/>
                  </a:lnTo>
                  <a:lnTo>
                    <a:pt x="1792209" y="4735640"/>
                  </a:lnTo>
                  <a:lnTo>
                    <a:pt x="1792965" y="4735640"/>
                  </a:lnTo>
                  <a:lnTo>
                    <a:pt x="1794605" y="4735640"/>
                  </a:lnTo>
                  <a:lnTo>
                    <a:pt x="1794983" y="4735640"/>
                  </a:lnTo>
                  <a:lnTo>
                    <a:pt x="1795109" y="4735640"/>
                  </a:lnTo>
                  <a:lnTo>
                    <a:pt x="1795235" y="4735640"/>
                  </a:lnTo>
                  <a:lnTo>
                    <a:pt x="1795361" y="4735640"/>
                  </a:lnTo>
                  <a:lnTo>
                    <a:pt x="1796748" y="4735640"/>
                  </a:lnTo>
                  <a:lnTo>
                    <a:pt x="1797252" y="4735640"/>
                  </a:lnTo>
                  <a:lnTo>
                    <a:pt x="1797631" y="4735640"/>
                  </a:lnTo>
                  <a:lnTo>
                    <a:pt x="1797883" y="4735640"/>
                  </a:lnTo>
                  <a:lnTo>
                    <a:pt x="1798639" y="4735640"/>
                  </a:lnTo>
                  <a:lnTo>
                    <a:pt x="1800657" y="4725082"/>
                  </a:lnTo>
                  <a:lnTo>
                    <a:pt x="1800783" y="4725082"/>
                  </a:lnTo>
                  <a:lnTo>
                    <a:pt x="1802296" y="4719802"/>
                  </a:lnTo>
                  <a:lnTo>
                    <a:pt x="1802674" y="4719802"/>
                  </a:lnTo>
                  <a:lnTo>
                    <a:pt x="1803431" y="4719802"/>
                  </a:lnTo>
                  <a:lnTo>
                    <a:pt x="1803683" y="4719802"/>
                  </a:lnTo>
                  <a:lnTo>
                    <a:pt x="1805322" y="4719802"/>
                  </a:lnTo>
                  <a:lnTo>
                    <a:pt x="1805574" y="4719802"/>
                  </a:lnTo>
                  <a:lnTo>
                    <a:pt x="1805952" y="4719802"/>
                  </a:lnTo>
                  <a:lnTo>
                    <a:pt x="1806331" y="4719802"/>
                  </a:lnTo>
                  <a:lnTo>
                    <a:pt x="1809357" y="4714523"/>
                  </a:lnTo>
                  <a:lnTo>
                    <a:pt x="1810239" y="4714523"/>
                  </a:lnTo>
                  <a:lnTo>
                    <a:pt x="1810744" y="4714523"/>
                  </a:lnTo>
                  <a:lnTo>
                    <a:pt x="1810870" y="4714523"/>
                  </a:lnTo>
                  <a:lnTo>
                    <a:pt x="1812131" y="4714523"/>
                  </a:lnTo>
                  <a:lnTo>
                    <a:pt x="1813013" y="4709243"/>
                  </a:lnTo>
                  <a:lnTo>
                    <a:pt x="1813392" y="4709243"/>
                  </a:lnTo>
                  <a:lnTo>
                    <a:pt x="1814022" y="4709243"/>
                  </a:lnTo>
                  <a:lnTo>
                    <a:pt x="1814400" y="4703964"/>
                  </a:lnTo>
                  <a:lnTo>
                    <a:pt x="1816039" y="4703964"/>
                  </a:lnTo>
                  <a:lnTo>
                    <a:pt x="1816796" y="4698684"/>
                  </a:lnTo>
                  <a:lnTo>
                    <a:pt x="1817048" y="4698684"/>
                  </a:lnTo>
                  <a:lnTo>
                    <a:pt x="1817679" y="4698684"/>
                  </a:lnTo>
                  <a:lnTo>
                    <a:pt x="1817931" y="4698684"/>
                  </a:lnTo>
                  <a:lnTo>
                    <a:pt x="1818057" y="4698684"/>
                  </a:lnTo>
                  <a:lnTo>
                    <a:pt x="1819444" y="4698684"/>
                  </a:lnTo>
                  <a:lnTo>
                    <a:pt x="1820705" y="4698684"/>
                  </a:lnTo>
                  <a:lnTo>
                    <a:pt x="1820831" y="4698684"/>
                  </a:lnTo>
                  <a:lnTo>
                    <a:pt x="1821461" y="4698684"/>
                  </a:lnTo>
                  <a:lnTo>
                    <a:pt x="1822470" y="4698684"/>
                  </a:lnTo>
                  <a:lnTo>
                    <a:pt x="1822974" y="4698684"/>
                  </a:lnTo>
                  <a:lnTo>
                    <a:pt x="1823605" y="4698684"/>
                  </a:lnTo>
                  <a:lnTo>
                    <a:pt x="1823983" y="4698684"/>
                  </a:lnTo>
                  <a:lnTo>
                    <a:pt x="1825244" y="4698684"/>
                  </a:lnTo>
                  <a:lnTo>
                    <a:pt x="1825874" y="4698684"/>
                  </a:lnTo>
                  <a:lnTo>
                    <a:pt x="1826126" y="4698684"/>
                  </a:lnTo>
                  <a:lnTo>
                    <a:pt x="1826883" y="4698684"/>
                  </a:lnTo>
                  <a:lnTo>
                    <a:pt x="1828144" y="4698684"/>
                  </a:lnTo>
                  <a:lnTo>
                    <a:pt x="1828270" y="4698684"/>
                  </a:lnTo>
                  <a:lnTo>
                    <a:pt x="1829279" y="4698684"/>
                  </a:lnTo>
                  <a:lnTo>
                    <a:pt x="1829531" y="4693405"/>
                  </a:lnTo>
                  <a:lnTo>
                    <a:pt x="1830035" y="4693405"/>
                  </a:lnTo>
                  <a:lnTo>
                    <a:pt x="1830161" y="4693405"/>
                  </a:lnTo>
                  <a:lnTo>
                    <a:pt x="1830540" y="4693405"/>
                  </a:lnTo>
                  <a:lnTo>
                    <a:pt x="1831296" y="4693405"/>
                  </a:lnTo>
                  <a:lnTo>
                    <a:pt x="1831674" y="4693405"/>
                  </a:lnTo>
                  <a:lnTo>
                    <a:pt x="1832305" y="4693405"/>
                  </a:lnTo>
                  <a:lnTo>
                    <a:pt x="1832809" y="4693405"/>
                  </a:lnTo>
                  <a:lnTo>
                    <a:pt x="1833061" y="4693405"/>
                  </a:lnTo>
                  <a:lnTo>
                    <a:pt x="1833313" y="4693405"/>
                  </a:lnTo>
                  <a:lnTo>
                    <a:pt x="1833440" y="4693405"/>
                  </a:lnTo>
                  <a:lnTo>
                    <a:pt x="1833818" y="4693405"/>
                  </a:lnTo>
                  <a:lnTo>
                    <a:pt x="1834953" y="4693405"/>
                  </a:lnTo>
                  <a:lnTo>
                    <a:pt x="1835457" y="4693405"/>
                  </a:lnTo>
                  <a:lnTo>
                    <a:pt x="1836087" y="4688126"/>
                  </a:lnTo>
                  <a:lnTo>
                    <a:pt x="1836718" y="4688126"/>
                  </a:lnTo>
                  <a:lnTo>
                    <a:pt x="1837853" y="4688126"/>
                  </a:lnTo>
                  <a:lnTo>
                    <a:pt x="1838105" y="4688126"/>
                  </a:lnTo>
                  <a:lnTo>
                    <a:pt x="1839744" y="4688126"/>
                  </a:lnTo>
                  <a:lnTo>
                    <a:pt x="1841635" y="4682846"/>
                  </a:lnTo>
                  <a:lnTo>
                    <a:pt x="1842770" y="4682846"/>
                  </a:lnTo>
                  <a:lnTo>
                    <a:pt x="1845040" y="4682846"/>
                  </a:lnTo>
                  <a:lnTo>
                    <a:pt x="1845544" y="4682846"/>
                  </a:lnTo>
                  <a:lnTo>
                    <a:pt x="1846048" y="4682846"/>
                  </a:lnTo>
                  <a:lnTo>
                    <a:pt x="1847057" y="4682846"/>
                  </a:lnTo>
                  <a:lnTo>
                    <a:pt x="1847309" y="4682846"/>
                  </a:lnTo>
                  <a:lnTo>
                    <a:pt x="1848948" y="4677567"/>
                  </a:lnTo>
                  <a:lnTo>
                    <a:pt x="1849705" y="4672287"/>
                  </a:lnTo>
                  <a:lnTo>
                    <a:pt x="1850209" y="4672287"/>
                  </a:lnTo>
                  <a:lnTo>
                    <a:pt x="1850587" y="4672287"/>
                  </a:lnTo>
                  <a:lnTo>
                    <a:pt x="1850840" y="4672287"/>
                  </a:lnTo>
                  <a:lnTo>
                    <a:pt x="1851722" y="4672287"/>
                  </a:lnTo>
                  <a:lnTo>
                    <a:pt x="1851848" y="4672287"/>
                  </a:lnTo>
                  <a:lnTo>
                    <a:pt x="1851974" y="4672287"/>
                  </a:lnTo>
                  <a:lnTo>
                    <a:pt x="1853614" y="4672287"/>
                  </a:lnTo>
                  <a:lnTo>
                    <a:pt x="1853866" y="4672287"/>
                  </a:lnTo>
                  <a:lnTo>
                    <a:pt x="1854118" y="4672287"/>
                  </a:lnTo>
                  <a:lnTo>
                    <a:pt x="1854496" y="4672287"/>
                  </a:lnTo>
                  <a:lnTo>
                    <a:pt x="1855001" y="4672287"/>
                  </a:lnTo>
                  <a:lnTo>
                    <a:pt x="1855253" y="4672287"/>
                  </a:lnTo>
                  <a:lnTo>
                    <a:pt x="1857648" y="4672287"/>
                  </a:lnTo>
                  <a:lnTo>
                    <a:pt x="1857774" y="4667008"/>
                  </a:lnTo>
                  <a:lnTo>
                    <a:pt x="1857901" y="4667008"/>
                  </a:lnTo>
                  <a:lnTo>
                    <a:pt x="1858405" y="4667008"/>
                  </a:lnTo>
                  <a:lnTo>
                    <a:pt x="1859288" y="4667008"/>
                  </a:lnTo>
                  <a:lnTo>
                    <a:pt x="1860422" y="4667008"/>
                  </a:lnTo>
                  <a:lnTo>
                    <a:pt x="1861809" y="4667008"/>
                  </a:lnTo>
                  <a:lnTo>
                    <a:pt x="1862314" y="4667008"/>
                  </a:lnTo>
                  <a:lnTo>
                    <a:pt x="1863070" y="4667008"/>
                  </a:lnTo>
                  <a:lnTo>
                    <a:pt x="1863322" y="4667008"/>
                  </a:lnTo>
                  <a:lnTo>
                    <a:pt x="1863827" y="4667008"/>
                  </a:lnTo>
                  <a:lnTo>
                    <a:pt x="1863953" y="4667008"/>
                  </a:lnTo>
                  <a:lnTo>
                    <a:pt x="1864079" y="4667008"/>
                  </a:lnTo>
                  <a:lnTo>
                    <a:pt x="1864961" y="4667008"/>
                  </a:lnTo>
                  <a:lnTo>
                    <a:pt x="1865466" y="4667008"/>
                  </a:lnTo>
                  <a:lnTo>
                    <a:pt x="1866222" y="4667008"/>
                  </a:lnTo>
                  <a:lnTo>
                    <a:pt x="1866348" y="4667008"/>
                  </a:lnTo>
                  <a:lnTo>
                    <a:pt x="1867105" y="4667008"/>
                  </a:lnTo>
                  <a:lnTo>
                    <a:pt x="1867483" y="4667008"/>
                  </a:lnTo>
                  <a:lnTo>
                    <a:pt x="1867861" y="4667008"/>
                  </a:lnTo>
                  <a:lnTo>
                    <a:pt x="1868492" y="4667008"/>
                  </a:lnTo>
                  <a:lnTo>
                    <a:pt x="1868870" y="4667008"/>
                  </a:lnTo>
                  <a:lnTo>
                    <a:pt x="1869879" y="4667008"/>
                  </a:lnTo>
                  <a:lnTo>
                    <a:pt x="1870131" y="4667008"/>
                  </a:lnTo>
                  <a:lnTo>
                    <a:pt x="1870257" y="4667008"/>
                  </a:lnTo>
                  <a:lnTo>
                    <a:pt x="1870761" y="4667008"/>
                  </a:lnTo>
                  <a:lnTo>
                    <a:pt x="1872022" y="4661729"/>
                  </a:lnTo>
                  <a:lnTo>
                    <a:pt x="1872401" y="4661729"/>
                  </a:lnTo>
                  <a:lnTo>
                    <a:pt x="1872527" y="4661729"/>
                  </a:lnTo>
                  <a:lnTo>
                    <a:pt x="1873031" y="4661729"/>
                  </a:lnTo>
                  <a:lnTo>
                    <a:pt x="1873283" y="4661729"/>
                  </a:lnTo>
                  <a:lnTo>
                    <a:pt x="1873409" y="4661729"/>
                  </a:lnTo>
                  <a:lnTo>
                    <a:pt x="1874040" y="4661729"/>
                  </a:lnTo>
                  <a:lnTo>
                    <a:pt x="1874544" y="4661729"/>
                  </a:lnTo>
                  <a:lnTo>
                    <a:pt x="1875553" y="4661729"/>
                  </a:lnTo>
                  <a:lnTo>
                    <a:pt x="1875553" y="4656449"/>
                  </a:lnTo>
                  <a:lnTo>
                    <a:pt x="1877066" y="4656449"/>
                  </a:lnTo>
                  <a:lnTo>
                    <a:pt x="1877444" y="4651170"/>
                  </a:lnTo>
                  <a:lnTo>
                    <a:pt x="1878201" y="4645890"/>
                  </a:lnTo>
                  <a:lnTo>
                    <a:pt x="1878327" y="4645890"/>
                  </a:lnTo>
                  <a:lnTo>
                    <a:pt x="1880470" y="4640611"/>
                  </a:lnTo>
                  <a:lnTo>
                    <a:pt x="1881605" y="4635331"/>
                  </a:lnTo>
                  <a:lnTo>
                    <a:pt x="1881857" y="4635331"/>
                  </a:lnTo>
                  <a:lnTo>
                    <a:pt x="1882488" y="4635331"/>
                  </a:lnTo>
                  <a:lnTo>
                    <a:pt x="1882992" y="4635331"/>
                  </a:lnTo>
                  <a:lnTo>
                    <a:pt x="1884757" y="4635331"/>
                  </a:lnTo>
                  <a:lnTo>
                    <a:pt x="1885388" y="4630052"/>
                  </a:lnTo>
                  <a:lnTo>
                    <a:pt x="1885514" y="4630052"/>
                  </a:lnTo>
                  <a:lnTo>
                    <a:pt x="1886396" y="4630052"/>
                  </a:lnTo>
                  <a:lnTo>
                    <a:pt x="1886901" y="4630052"/>
                  </a:lnTo>
                  <a:lnTo>
                    <a:pt x="1889296" y="4624773"/>
                  </a:lnTo>
                  <a:lnTo>
                    <a:pt x="1889801" y="4624773"/>
                  </a:lnTo>
                  <a:lnTo>
                    <a:pt x="1889927" y="4624773"/>
                  </a:lnTo>
                  <a:lnTo>
                    <a:pt x="1890053" y="4624773"/>
                  </a:lnTo>
                  <a:lnTo>
                    <a:pt x="1890431" y="4624773"/>
                  </a:lnTo>
                  <a:lnTo>
                    <a:pt x="1891944" y="4624773"/>
                  </a:lnTo>
                  <a:lnTo>
                    <a:pt x="1892322" y="4624773"/>
                  </a:lnTo>
                  <a:lnTo>
                    <a:pt x="1893331" y="4624773"/>
                  </a:lnTo>
                  <a:lnTo>
                    <a:pt x="1893836" y="4624773"/>
                  </a:lnTo>
                  <a:lnTo>
                    <a:pt x="1894844" y="4624773"/>
                  </a:lnTo>
                  <a:lnTo>
                    <a:pt x="1895349" y="4624773"/>
                  </a:lnTo>
                  <a:lnTo>
                    <a:pt x="1895853" y="4624773"/>
                  </a:lnTo>
                  <a:lnTo>
                    <a:pt x="1896483" y="4624773"/>
                  </a:lnTo>
                  <a:lnTo>
                    <a:pt x="1897366" y="4619493"/>
                  </a:lnTo>
                  <a:lnTo>
                    <a:pt x="1899005" y="4619493"/>
                  </a:lnTo>
                  <a:lnTo>
                    <a:pt x="1900014" y="4619493"/>
                  </a:lnTo>
                  <a:lnTo>
                    <a:pt x="1900266" y="4619493"/>
                  </a:lnTo>
                  <a:lnTo>
                    <a:pt x="1901023" y="4619493"/>
                  </a:lnTo>
                  <a:lnTo>
                    <a:pt x="1901275" y="4619493"/>
                  </a:lnTo>
                  <a:lnTo>
                    <a:pt x="1901653" y="4619493"/>
                  </a:lnTo>
                  <a:lnTo>
                    <a:pt x="1902157" y="4619493"/>
                  </a:lnTo>
                  <a:lnTo>
                    <a:pt x="1903418" y="4619493"/>
                  </a:lnTo>
                  <a:lnTo>
                    <a:pt x="1904427" y="4619493"/>
                  </a:lnTo>
                  <a:lnTo>
                    <a:pt x="1905309" y="4619493"/>
                  </a:lnTo>
                  <a:lnTo>
                    <a:pt x="1905562" y="4619493"/>
                  </a:lnTo>
                  <a:lnTo>
                    <a:pt x="1905688" y="4619493"/>
                  </a:lnTo>
                  <a:lnTo>
                    <a:pt x="1907075" y="4619493"/>
                  </a:lnTo>
                  <a:lnTo>
                    <a:pt x="1907327" y="4614214"/>
                  </a:lnTo>
                  <a:lnTo>
                    <a:pt x="1907453" y="4614214"/>
                  </a:lnTo>
                  <a:lnTo>
                    <a:pt x="1908209" y="4614214"/>
                  </a:lnTo>
                  <a:lnTo>
                    <a:pt x="1908588" y="4614214"/>
                  </a:lnTo>
                  <a:lnTo>
                    <a:pt x="1908714" y="4614214"/>
                  </a:lnTo>
                  <a:lnTo>
                    <a:pt x="1908840" y="4614214"/>
                  </a:lnTo>
                  <a:lnTo>
                    <a:pt x="1909092" y="4614214"/>
                  </a:lnTo>
                  <a:lnTo>
                    <a:pt x="1910857" y="4614214"/>
                  </a:lnTo>
                  <a:lnTo>
                    <a:pt x="1911110" y="4614214"/>
                  </a:lnTo>
                  <a:lnTo>
                    <a:pt x="1911866" y="4614214"/>
                  </a:lnTo>
                  <a:lnTo>
                    <a:pt x="1912118" y="4614214"/>
                  </a:lnTo>
                  <a:lnTo>
                    <a:pt x="1912623" y="4614214"/>
                  </a:lnTo>
                  <a:lnTo>
                    <a:pt x="1913757" y="4608934"/>
                  </a:lnTo>
                  <a:lnTo>
                    <a:pt x="1914136" y="4608934"/>
                  </a:lnTo>
                  <a:lnTo>
                    <a:pt x="1915775" y="4608934"/>
                  </a:lnTo>
                  <a:lnTo>
                    <a:pt x="1916279" y="4608934"/>
                  </a:lnTo>
                  <a:lnTo>
                    <a:pt x="1918549" y="4608934"/>
                  </a:lnTo>
                  <a:lnTo>
                    <a:pt x="1920692" y="4608934"/>
                  </a:lnTo>
                  <a:lnTo>
                    <a:pt x="1921575" y="4608934"/>
                  </a:lnTo>
                  <a:lnTo>
                    <a:pt x="1921953" y="4608934"/>
                  </a:lnTo>
                  <a:lnTo>
                    <a:pt x="1922079" y="4608934"/>
                  </a:lnTo>
                  <a:lnTo>
                    <a:pt x="1923844" y="4608934"/>
                  </a:lnTo>
                  <a:lnTo>
                    <a:pt x="1924223" y="4608934"/>
                  </a:lnTo>
                  <a:lnTo>
                    <a:pt x="1924601" y="4608934"/>
                  </a:lnTo>
                  <a:lnTo>
                    <a:pt x="1925862" y="4608934"/>
                  </a:lnTo>
                  <a:lnTo>
                    <a:pt x="1927123" y="4608934"/>
                  </a:lnTo>
                  <a:lnTo>
                    <a:pt x="1927879" y="4608934"/>
                  </a:lnTo>
                  <a:lnTo>
                    <a:pt x="1928005" y="4608934"/>
                  </a:lnTo>
                  <a:lnTo>
                    <a:pt x="1928131" y="4608934"/>
                  </a:lnTo>
                  <a:lnTo>
                    <a:pt x="1928257" y="4608934"/>
                  </a:lnTo>
                  <a:lnTo>
                    <a:pt x="1928888" y="4608934"/>
                  </a:lnTo>
                  <a:lnTo>
                    <a:pt x="1930275" y="4603655"/>
                  </a:lnTo>
                  <a:lnTo>
                    <a:pt x="1930653" y="4603655"/>
                  </a:lnTo>
                  <a:lnTo>
                    <a:pt x="1930779" y="4598375"/>
                  </a:lnTo>
                  <a:lnTo>
                    <a:pt x="1931410" y="4598375"/>
                  </a:lnTo>
                  <a:lnTo>
                    <a:pt x="1931536" y="4598375"/>
                  </a:lnTo>
                  <a:lnTo>
                    <a:pt x="1933301" y="4598375"/>
                  </a:lnTo>
                  <a:lnTo>
                    <a:pt x="1933679" y="4593096"/>
                  </a:lnTo>
                  <a:lnTo>
                    <a:pt x="1934688" y="4593096"/>
                  </a:lnTo>
                  <a:lnTo>
                    <a:pt x="1934940" y="4593096"/>
                  </a:lnTo>
                  <a:lnTo>
                    <a:pt x="1935066" y="4593096"/>
                  </a:lnTo>
                  <a:lnTo>
                    <a:pt x="1936201" y="4593096"/>
                  </a:lnTo>
                  <a:lnTo>
                    <a:pt x="1936453" y="4593096"/>
                  </a:lnTo>
                  <a:lnTo>
                    <a:pt x="1937336" y="4593096"/>
                  </a:lnTo>
                  <a:lnTo>
                    <a:pt x="1937840" y="4593096"/>
                  </a:lnTo>
                  <a:lnTo>
                    <a:pt x="1939353" y="4593096"/>
                  </a:lnTo>
                  <a:lnTo>
                    <a:pt x="1940110" y="4593096"/>
                  </a:lnTo>
                  <a:lnTo>
                    <a:pt x="1940614" y="4593096"/>
                  </a:lnTo>
                  <a:lnTo>
                    <a:pt x="1942001" y="4593096"/>
                  </a:lnTo>
                  <a:lnTo>
                    <a:pt x="1942379" y="4593096"/>
                  </a:lnTo>
                  <a:lnTo>
                    <a:pt x="1943514" y="4593096"/>
                  </a:lnTo>
                  <a:lnTo>
                    <a:pt x="1944523" y="4593096"/>
                  </a:lnTo>
                  <a:lnTo>
                    <a:pt x="1944901" y="4593096"/>
                  </a:lnTo>
                  <a:lnTo>
                    <a:pt x="1945405" y="4593096"/>
                  </a:lnTo>
                  <a:lnTo>
                    <a:pt x="1946162" y="4593096"/>
                  </a:lnTo>
                  <a:lnTo>
                    <a:pt x="1946414" y="4593096"/>
                  </a:lnTo>
                  <a:lnTo>
                    <a:pt x="1947171" y="4593096"/>
                  </a:lnTo>
                  <a:lnTo>
                    <a:pt x="1947423" y="4593096"/>
                  </a:lnTo>
                  <a:lnTo>
                    <a:pt x="1949314" y="4593096"/>
                  </a:lnTo>
                  <a:lnTo>
                    <a:pt x="1949692" y="4593096"/>
                  </a:lnTo>
                  <a:lnTo>
                    <a:pt x="1950323" y="4593096"/>
                  </a:lnTo>
                  <a:lnTo>
                    <a:pt x="1950701" y="4593096"/>
                  </a:lnTo>
                  <a:lnTo>
                    <a:pt x="1951205" y="4587817"/>
                  </a:lnTo>
                  <a:lnTo>
                    <a:pt x="1952088" y="4582537"/>
                  </a:lnTo>
                  <a:lnTo>
                    <a:pt x="1952845" y="4582537"/>
                  </a:lnTo>
                  <a:lnTo>
                    <a:pt x="1953097" y="4582537"/>
                  </a:lnTo>
                  <a:lnTo>
                    <a:pt x="1953349" y="4577258"/>
                  </a:lnTo>
                  <a:lnTo>
                    <a:pt x="1954358" y="4577258"/>
                  </a:lnTo>
                  <a:lnTo>
                    <a:pt x="1954862" y="4577258"/>
                  </a:lnTo>
                  <a:lnTo>
                    <a:pt x="1956123" y="4577258"/>
                  </a:lnTo>
                  <a:lnTo>
                    <a:pt x="1957636" y="4571978"/>
                  </a:lnTo>
                  <a:lnTo>
                    <a:pt x="1958771" y="4571978"/>
                  </a:lnTo>
                  <a:lnTo>
                    <a:pt x="1960662" y="4566699"/>
                  </a:lnTo>
                  <a:lnTo>
                    <a:pt x="1962049" y="4566699"/>
                  </a:lnTo>
                  <a:lnTo>
                    <a:pt x="1962175" y="4566699"/>
                  </a:lnTo>
                  <a:lnTo>
                    <a:pt x="1962553" y="4561420"/>
                  </a:lnTo>
                  <a:lnTo>
                    <a:pt x="1963310" y="4561420"/>
                  </a:lnTo>
                  <a:lnTo>
                    <a:pt x="1964192" y="4561420"/>
                  </a:lnTo>
                  <a:lnTo>
                    <a:pt x="1966210" y="4561420"/>
                  </a:lnTo>
                  <a:lnTo>
                    <a:pt x="1967219" y="4561420"/>
                  </a:lnTo>
                  <a:lnTo>
                    <a:pt x="1967345" y="4561420"/>
                  </a:lnTo>
                  <a:lnTo>
                    <a:pt x="1967597" y="4561420"/>
                  </a:lnTo>
                  <a:lnTo>
                    <a:pt x="1969362" y="4561420"/>
                  </a:lnTo>
                  <a:lnTo>
                    <a:pt x="1969992" y="4561420"/>
                  </a:lnTo>
                  <a:lnTo>
                    <a:pt x="1970371" y="4561420"/>
                  </a:lnTo>
                  <a:lnTo>
                    <a:pt x="1970497" y="4561420"/>
                  </a:lnTo>
                  <a:lnTo>
                    <a:pt x="1971127" y="4556140"/>
                  </a:lnTo>
                  <a:lnTo>
                    <a:pt x="1971253" y="4556140"/>
                  </a:lnTo>
                  <a:lnTo>
                    <a:pt x="1973019" y="4556140"/>
                  </a:lnTo>
                  <a:lnTo>
                    <a:pt x="1973397" y="4556140"/>
                  </a:lnTo>
                  <a:lnTo>
                    <a:pt x="1973523" y="4556140"/>
                  </a:lnTo>
                  <a:lnTo>
                    <a:pt x="1974027" y="4556140"/>
                  </a:lnTo>
                  <a:lnTo>
                    <a:pt x="1974784" y="4556140"/>
                  </a:lnTo>
                  <a:lnTo>
                    <a:pt x="1975162" y="4556140"/>
                  </a:lnTo>
                  <a:lnTo>
                    <a:pt x="1976171" y="4556140"/>
                  </a:lnTo>
                  <a:lnTo>
                    <a:pt x="1976675" y="4556140"/>
                  </a:lnTo>
                  <a:lnTo>
                    <a:pt x="1977306" y="4556140"/>
                  </a:lnTo>
                  <a:lnTo>
                    <a:pt x="1977432" y="4556140"/>
                  </a:lnTo>
                  <a:lnTo>
                    <a:pt x="1978692" y="4556140"/>
                  </a:lnTo>
                  <a:lnTo>
                    <a:pt x="1978819" y="4556140"/>
                  </a:lnTo>
                  <a:lnTo>
                    <a:pt x="1980079" y="4556140"/>
                  </a:lnTo>
                  <a:lnTo>
                    <a:pt x="1981088" y="4556140"/>
                  </a:lnTo>
                  <a:lnTo>
                    <a:pt x="1981466" y="4550861"/>
                  </a:lnTo>
                  <a:lnTo>
                    <a:pt x="1983736" y="4550861"/>
                  </a:lnTo>
                  <a:lnTo>
                    <a:pt x="1983862" y="4550861"/>
                  </a:lnTo>
                  <a:lnTo>
                    <a:pt x="1984745" y="4550861"/>
                  </a:lnTo>
                  <a:lnTo>
                    <a:pt x="1985501" y="4550861"/>
                  </a:lnTo>
                  <a:lnTo>
                    <a:pt x="1985753" y="4550861"/>
                  </a:lnTo>
                  <a:lnTo>
                    <a:pt x="1986132" y="4550861"/>
                  </a:lnTo>
                  <a:lnTo>
                    <a:pt x="1987140" y="4550861"/>
                  </a:lnTo>
                  <a:lnTo>
                    <a:pt x="1987393" y="4550861"/>
                  </a:lnTo>
                  <a:lnTo>
                    <a:pt x="1988023" y="4550861"/>
                  </a:lnTo>
                  <a:lnTo>
                    <a:pt x="1990166" y="4545581"/>
                  </a:lnTo>
                  <a:lnTo>
                    <a:pt x="1990545" y="4545581"/>
                  </a:lnTo>
                  <a:lnTo>
                    <a:pt x="1991049" y="4545581"/>
                  </a:lnTo>
                  <a:lnTo>
                    <a:pt x="1991553" y="4545581"/>
                  </a:lnTo>
                  <a:lnTo>
                    <a:pt x="1991932" y="4545581"/>
                  </a:lnTo>
                  <a:lnTo>
                    <a:pt x="1993193" y="4545581"/>
                  </a:lnTo>
                  <a:lnTo>
                    <a:pt x="1993445" y="4545581"/>
                  </a:lnTo>
                  <a:lnTo>
                    <a:pt x="1994327" y="4545581"/>
                  </a:lnTo>
                  <a:lnTo>
                    <a:pt x="1994453" y="4545581"/>
                  </a:lnTo>
                  <a:lnTo>
                    <a:pt x="1995462" y="4545581"/>
                  </a:lnTo>
                  <a:lnTo>
                    <a:pt x="1995588" y="4545581"/>
                  </a:lnTo>
                  <a:lnTo>
                    <a:pt x="1995966" y="4540302"/>
                  </a:lnTo>
                  <a:lnTo>
                    <a:pt x="1996849" y="4540302"/>
                  </a:lnTo>
                  <a:lnTo>
                    <a:pt x="1997227" y="4540302"/>
                  </a:lnTo>
                  <a:lnTo>
                    <a:pt x="1997606" y="4540302"/>
                  </a:lnTo>
                  <a:lnTo>
                    <a:pt x="1998110" y="4540302"/>
                  </a:lnTo>
                  <a:lnTo>
                    <a:pt x="1998362" y="4540302"/>
                  </a:lnTo>
                  <a:lnTo>
                    <a:pt x="2000884" y="4540302"/>
                  </a:lnTo>
                  <a:lnTo>
                    <a:pt x="2003784" y="4535022"/>
                  </a:lnTo>
                  <a:lnTo>
                    <a:pt x="2005423" y="4535022"/>
                  </a:lnTo>
                  <a:lnTo>
                    <a:pt x="2006432" y="4535022"/>
                  </a:lnTo>
                  <a:lnTo>
                    <a:pt x="2006936" y="4529743"/>
                  </a:lnTo>
                  <a:lnTo>
                    <a:pt x="2007567" y="4529743"/>
                  </a:lnTo>
                  <a:lnTo>
                    <a:pt x="2008827" y="4524464"/>
                  </a:lnTo>
                  <a:lnTo>
                    <a:pt x="2008954" y="4524464"/>
                  </a:lnTo>
                  <a:lnTo>
                    <a:pt x="2009080" y="4524464"/>
                  </a:lnTo>
                  <a:lnTo>
                    <a:pt x="2009206" y="4524464"/>
                  </a:lnTo>
                  <a:lnTo>
                    <a:pt x="2010593" y="4524464"/>
                  </a:lnTo>
                  <a:lnTo>
                    <a:pt x="2011475" y="4524464"/>
                  </a:lnTo>
                  <a:lnTo>
                    <a:pt x="2011980" y="4519184"/>
                  </a:lnTo>
                  <a:lnTo>
                    <a:pt x="2012610" y="4513905"/>
                  </a:lnTo>
                  <a:lnTo>
                    <a:pt x="2013114" y="4513905"/>
                  </a:lnTo>
                  <a:lnTo>
                    <a:pt x="2013240" y="4513905"/>
                  </a:lnTo>
                  <a:lnTo>
                    <a:pt x="2014123" y="4513905"/>
                  </a:lnTo>
                  <a:lnTo>
                    <a:pt x="2015636" y="4513905"/>
                  </a:lnTo>
                  <a:lnTo>
                    <a:pt x="2016014" y="4513905"/>
                  </a:lnTo>
                  <a:lnTo>
                    <a:pt x="2016393" y="4513905"/>
                  </a:lnTo>
                  <a:lnTo>
                    <a:pt x="2016645" y="4513905"/>
                  </a:lnTo>
                  <a:lnTo>
                    <a:pt x="2017527" y="4513905"/>
                  </a:lnTo>
                  <a:lnTo>
                    <a:pt x="2018662" y="4513905"/>
                  </a:lnTo>
                  <a:lnTo>
                    <a:pt x="2019797" y="4513905"/>
                  </a:lnTo>
                  <a:lnTo>
                    <a:pt x="2020301" y="4513905"/>
                  </a:lnTo>
                  <a:lnTo>
                    <a:pt x="2020806" y="4513905"/>
                  </a:lnTo>
                  <a:lnTo>
                    <a:pt x="2021562" y="4503346"/>
                  </a:lnTo>
                  <a:lnTo>
                    <a:pt x="2022067" y="4503346"/>
                  </a:lnTo>
                  <a:lnTo>
                    <a:pt x="2022823" y="4503346"/>
                  </a:lnTo>
                  <a:lnTo>
                    <a:pt x="2023327" y="4503346"/>
                  </a:lnTo>
                  <a:lnTo>
                    <a:pt x="2023454" y="4503346"/>
                  </a:lnTo>
                  <a:lnTo>
                    <a:pt x="2024588" y="4498066"/>
                  </a:lnTo>
                  <a:lnTo>
                    <a:pt x="2025975" y="4498066"/>
                  </a:lnTo>
                  <a:lnTo>
                    <a:pt x="2026101" y="4498066"/>
                  </a:lnTo>
                  <a:lnTo>
                    <a:pt x="2028371" y="4492787"/>
                  </a:lnTo>
                  <a:lnTo>
                    <a:pt x="2028623" y="4492787"/>
                  </a:lnTo>
                  <a:lnTo>
                    <a:pt x="2030388" y="4492787"/>
                  </a:lnTo>
                  <a:lnTo>
                    <a:pt x="2030641" y="4492787"/>
                  </a:lnTo>
                  <a:lnTo>
                    <a:pt x="2030893" y="4492787"/>
                  </a:lnTo>
                  <a:lnTo>
                    <a:pt x="2031271" y="4492787"/>
                  </a:lnTo>
                  <a:lnTo>
                    <a:pt x="2031523" y="4492787"/>
                  </a:lnTo>
                  <a:lnTo>
                    <a:pt x="2032784" y="4492787"/>
                  </a:lnTo>
                  <a:lnTo>
                    <a:pt x="2033162" y="4492787"/>
                  </a:lnTo>
                  <a:lnTo>
                    <a:pt x="2033667" y="4492787"/>
                  </a:lnTo>
                  <a:lnTo>
                    <a:pt x="2033919" y="4492787"/>
                  </a:lnTo>
                  <a:lnTo>
                    <a:pt x="2034801" y="4492787"/>
                  </a:lnTo>
                  <a:lnTo>
                    <a:pt x="2035054" y="4492787"/>
                  </a:lnTo>
                  <a:lnTo>
                    <a:pt x="2035684" y="4492787"/>
                  </a:lnTo>
                  <a:lnTo>
                    <a:pt x="2036188" y="4492787"/>
                  </a:lnTo>
                  <a:lnTo>
                    <a:pt x="2036567" y="4492787"/>
                  </a:lnTo>
                  <a:lnTo>
                    <a:pt x="2036945" y="4492787"/>
                  </a:lnTo>
                  <a:lnTo>
                    <a:pt x="2037449" y="4492787"/>
                  </a:lnTo>
                  <a:lnTo>
                    <a:pt x="2037575" y="4492787"/>
                  </a:lnTo>
                  <a:lnTo>
                    <a:pt x="2038080" y="4492787"/>
                  </a:lnTo>
                  <a:lnTo>
                    <a:pt x="2038836" y="4492787"/>
                  </a:lnTo>
                  <a:lnTo>
                    <a:pt x="2039845" y="4492787"/>
                  </a:lnTo>
                  <a:lnTo>
                    <a:pt x="2041610" y="4492787"/>
                  </a:lnTo>
                  <a:lnTo>
                    <a:pt x="2043754" y="4487508"/>
                  </a:lnTo>
                  <a:lnTo>
                    <a:pt x="2043754" y="4482228"/>
                  </a:lnTo>
                  <a:lnTo>
                    <a:pt x="2044762" y="4482228"/>
                  </a:lnTo>
                  <a:lnTo>
                    <a:pt x="2045015" y="4482228"/>
                  </a:lnTo>
                  <a:lnTo>
                    <a:pt x="2045267" y="4476949"/>
                  </a:lnTo>
                  <a:lnTo>
                    <a:pt x="2046275" y="4471669"/>
                  </a:lnTo>
                  <a:lnTo>
                    <a:pt x="2046780" y="4471669"/>
                  </a:lnTo>
                  <a:lnTo>
                    <a:pt x="2047915" y="4471669"/>
                  </a:lnTo>
                  <a:lnTo>
                    <a:pt x="2049680" y="4471669"/>
                  </a:lnTo>
                  <a:lnTo>
                    <a:pt x="2050058" y="4471669"/>
                  </a:lnTo>
                  <a:lnTo>
                    <a:pt x="2050436" y="4471669"/>
                  </a:lnTo>
                  <a:lnTo>
                    <a:pt x="2051319" y="4466390"/>
                  </a:lnTo>
                  <a:lnTo>
                    <a:pt x="2051697" y="4466390"/>
                  </a:lnTo>
                  <a:lnTo>
                    <a:pt x="2052075" y="4466390"/>
                  </a:lnTo>
                  <a:lnTo>
                    <a:pt x="2053462" y="4466390"/>
                  </a:lnTo>
                  <a:lnTo>
                    <a:pt x="2053715" y="4466390"/>
                  </a:lnTo>
                  <a:lnTo>
                    <a:pt x="2054093" y="4466390"/>
                  </a:lnTo>
                  <a:lnTo>
                    <a:pt x="2054597" y="4466390"/>
                  </a:lnTo>
                  <a:lnTo>
                    <a:pt x="2055228" y="4466390"/>
                  </a:lnTo>
                  <a:lnTo>
                    <a:pt x="2055606" y="4466390"/>
                  </a:lnTo>
                  <a:lnTo>
                    <a:pt x="2055858" y="4466390"/>
                  </a:lnTo>
                  <a:lnTo>
                    <a:pt x="2056489" y="4466390"/>
                  </a:lnTo>
                  <a:lnTo>
                    <a:pt x="2056867" y="4466390"/>
                  </a:lnTo>
                  <a:lnTo>
                    <a:pt x="2057245" y="4466390"/>
                  </a:lnTo>
                  <a:lnTo>
                    <a:pt x="2057749" y="4466390"/>
                  </a:lnTo>
                  <a:lnTo>
                    <a:pt x="2058128" y="4461111"/>
                  </a:lnTo>
                  <a:lnTo>
                    <a:pt x="2059136" y="4461111"/>
                  </a:lnTo>
                  <a:lnTo>
                    <a:pt x="2059515" y="4461111"/>
                  </a:lnTo>
                  <a:lnTo>
                    <a:pt x="2061028" y="4461111"/>
                  </a:lnTo>
                  <a:lnTo>
                    <a:pt x="2062289" y="4461111"/>
                  </a:lnTo>
                  <a:lnTo>
                    <a:pt x="2063423" y="4455831"/>
                  </a:lnTo>
                  <a:lnTo>
                    <a:pt x="2064306" y="4455831"/>
                  </a:lnTo>
                  <a:lnTo>
                    <a:pt x="2064684" y="4455831"/>
                  </a:lnTo>
                  <a:lnTo>
                    <a:pt x="2066449" y="4455831"/>
                  </a:lnTo>
                  <a:lnTo>
                    <a:pt x="2066702" y="4455831"/>
                  </a:lnTo>
                  <a:lnTo>
                    <a:pt x="2067584" y="4455831"/>
                  </a:lnTo>
                  <a:lnTo>
                    <a:pt x="2067710" y="4455831"/>
                  </a:lnTo>
                  <a:lnTo>
                    <a:pt x="2067963" y="4455831"/>
                  </a:lnTo>
                  <a:lnTo>
                    <a:pt x="2069476" y="4455831"/>
                  </a:lnTo>
                  <a:lnTo>
                    <a:pt x="2069980" y="4455831"/>
                  </a:lnTo>
                  <a:lnTo>
                    <a:pt x="2070610" y="4455831"/>
                  </a:lnTo>
                  <a:lnTo>
                    <a:pt x="2071115" y="4455831"/>
                  </a:lnTo>
                  <a:lnTo>
                    <a:pt x="2072376" y="4455831"/>
                  </a:lnTo>
                  <a:lnTo>
                    <a:pt x="2074393" y="4450552"/>
                  </a:lnTo>
                  <a:lnTo>
                    <a:pt x="2074645" y="4450552"/>
                  </a:lnTo>
                  <a:lnTo>
                    <a:pt x="2075023" y="4450552"/>
                  </a:lnTo>
                  <a:lnTo>
                    <a:pt x="2076032" y="4450552"/>
                  </a:lnTo>
                  <a:lnTo>
                    <a:pt x="2076663" y="4450552"/>
                  </a:lnTo>
                  <a:lnTo>
                    <a:pt x="2077293" y="4450552"/>
                  </a:lnTo>
                  <a:lnTo>
                    <a:pt x="2077419" y="4450552"/>
                  </a:lnTo>
                  <a:lnTo>
                    <a:pt x="2079941" y="4450552"/>
                  </a:lnTo>
                  <a:lnTo>
                    <a:pt x="2080445" y="4450552"/>
                  </a:lnTo>
                  <a:lnTo>
                    <a:pt x="2082589" y="4450552"/>
                  </a:lnTo>
                  <a:lnTo>
                    <a:pt x="2083345" y="4450552"/>
                  </a:lnTo>
                  <a:lnTo>
                    <a:pt x="2083850" y="4450552"/>
                  </a:lnTo>
                  <a:lnTo>
                    <a:pt x="2085993" y="4450552"/>
                  </a:lnTo>
                  <a:lnTo>
                    <a:pt x="2087380" y="4450552"/>
                  </a:lnTo>
                  <a:lnTo>
                    <a:pt x="2088137" y="4445272"/>
                  </a:lnTo>
                  <a:lnTo>
                    <a:pt x="2088515" y="4445272"/>
                  </a:lnTo>
                  <a:lnTo>
                    <a:pt x="2090658" y="4445272"/>
                  </a:lnTo>
                  <a:lnTo>
                    <a:pt x="2091163" y="4445272"/>
                  </a:lnTo>
                  <a:lnTo>
                    <a:pt x="2091541" y="4445272"/>
                  </a:lnTo>
                  <a:lnTo>
                    <a:pt x="2091793" y="4445272"/>
                  </a:lnTo>
                  <a:lnTo>
                    <a:pt x="2092424" y="4445272"/>
                  </a:lnTo>
                  <a:lnTo>
                    <a:pt x="2093180" y="4445272"/>
                  </a:lnTo>
                  <a:lnTo>
                    <a:pt x="2093306" y="4445272"/>
                  </a:lnTo>
                  <a:lnTo>
                    <a:pt x="2093810" y="4439993"/>
                  </a:lnTo>
                  <a:lnTo>
                    <a:pt x="2094315" y="4439993"/>
                  </a:lnTo>
                  <a:lnTo>
                    <a:pt x="2095954" y="4439993"/>
                  </a:lnTo>
                  <a:lnTo>
                    <a:pt x="2096080" y="4439993"/>
                  </a:lnTo>
                  <a:lnTo>
                    <a:pt x="2096458" y="4439993"/>
                  </a:lnTo>
                  <a:lnTo>
                    <a:pt x="2096837" y="4439993"/>
                  </a:lnTo>
                  <a:lnTo>
                    <a:pt x="2097341" y="4439993"/>
                  </a:lnTo>
                  <a:lnTo>
                    <a:pt x="2097719" y="4439993"/>
                  </a:lnTo>
                  <a:lnTo>
                    <a:pt x="2098728" y="4434713"/>
                  </a:lnTo>
                  <a:lnTo>
                    <a:pt x="2099863" y="4434713"/>
                  </a:lnTo>
                  <a:lnTo>
                    <a:pt x="2100619" y="4434713"/>
                  </a:lnTo>
                  <a:lnTo>
                    <a:pt x="2101250" y="4434713"/>
                  </a:lnTo>
                  <a:lnTo>
                    <a:pt x="2101880" y="4429434"/>
                  </a:lnTo>
                  <a:lnTo>
                    <a:pt x="2103141" y="4429434"/>
                  </a:lnTo>
                  <a:lnTo>
                    <a:pt x="2104150" y="4429434"/>
                  </a:lnTo>
                  <a:lnTo>
                    <a:pt x="2104402" y="4429434"/>
                  </a:lnTo>
                  <a:lnTo>
                    <a:pt x="2106167" y="4429434"/>
                  </a:lnTo>
                  <a:lnTo>
                    <a:pt x="2107806" y="4429434"/>
                  </a:lnTo>
                  <a:lnTo>
                    <a:pt x="2107932" y="4429434"/>
                  </a:lnTo>
                  <a:lnTo>
                    <a:pt x="2108815" y="4429434"/>
                  </a:lnTo>
                  <a:lnTo>
                    <a:pt x="2109571" y="4429434"/>
                  </a:lnTo>
                  <a:lnTo>
                    <a:pt x="2110076" y="4429434"/>
                  </a:lnTo>
                  <a:lnTo>
                    <a:pt x="2111841" y="4429434"/>
                  </a:lnTo>
                  <a:lnTo>
                    <a:pt x="2112471" y="4429434"/>
                  </a:lnTo>
                  <a:lnTo>
                    <a:pt x="2112724" y="4429434"/>
                  </a:lnTo>
                  <a:lnTo>
                    <a:pt x="2112850" y="4429434"/>
                  </a:lnTo>
                  <a:lnTo>
                    <a:pt x="2113858" y="4429434"/>
                  </a:lnTo>
                  <a:lnTo>
                    <a:pt x="2114237" y="4429434"/>
                  </a:lnTo>
                  <a:lnTo>
                    <a:pt x="2114363" y="4429434"/>
                  </a:lnTo>
                  <a:lnTo>
                    <a:pt x="2114993" y="4429434"/>
                  </a:lnTo>
                  <a:lnTo>
                    <a:pt x="2116506" y="4429434"/>
                  </a:lnTo>
                  <a:lnTo>
                    <a:pt x="2116632" y="4429434"/>
                  </a:lnTo>
                  <a:lnTo>
                    <a:pt x="2118650" y="4424155"/>
                  </a:lnTo>
                  <a:lnTo>
                    <a:pt x="2119154" y="4424155"/>
                  </a:lnTo>
                  <a:lnTo>
                    <a:pt x="2119532" y="4424155"/>
                  </a:lnTo>
                  <a:lnTo>
                    <a:pt x="2120037" y="4424155"/>
                  </a:lnTo>
                  <a:lnTo>
                    <a:pt x="2120163" y="4424155"/>
                  </a:lnTo>
                  <a:lnTo>
                    <a:pt x="2120289" y="4424155"/>
                  </a:lnTo>
                  <a:lnTo>
                    <a:pt x="2123063" y="4424155"/>
                  </a:lnTo>
                  <a:lnTo>
                    <a:pt x="2124198" y="4413596"/>
                  </a:lnTo>
                  <a:lnTo>
                    <a:pt x="2125080" y="4413596"/>
                  </a:lnTo>
                  <a:lnTo>
                    <a:pt x="2125332" y="4413596"/>
                  </a:lnTo>
                  <a:lnTo>
                    <a:pt x="2126467" y="4413596"/>
                  </a:lnTo>
                  <a:lnTo>
                    <a:pt x="2126972" y="4413596"/>
                  </a:lnTo>
                  <a:lnTo>
                    <a:pt x="2127098" y="4413596"/>
                  </a:lnTo>
                  <a:lnTo>
                    <a:pt x="2127350" y="4413596"/>
                  </a:lnTo>
                  <a:lnTo>
                    <a:pt x="2128863" y="4413596"/>
                  </a:lnTo>
                  <a:lnTo>
                    <a:pt x="2129241" y="4413596"/>
                  </a:lnTo>
                  <a:lnTo>
                    <a:pt x="2130628" y="4408316"/>
                  </a:lnTo>
                  <a:lnTo>
                    <a:pt x="2131637" y="4408316"/>
                  </a:lnTo>
                  <a:lnTo>
                    <a:pt x="2131889" y="4408316"/>
                  </a:lnTo>
                  <a:lnTo>
                    <a:pt x="2132898" y="4408316"/>
                  </a:lnTo>
                  <a:lnTo>
                    <a:pt x="2133276" y="4408316"/>
                  </a:lnTo>
                  <a:lnTo>
                    <a:pt x="2133906" y="4408316"/>
                  </a:lnTo>
                  <a:lnTo>
                    <a:pt x="2134032" y="4408316"/>
                  </a:lnTo>
                  <a:lnTo>
                    <a:pt x="2134915" y="4408316"/>
                  </a:lnTo>
                  <a:lnTo>
                    <a:pt x="2135293" y="4408316"/>
                  </a:lnTo>
                  <a:lnTo>
                    <a:pt x="2136176" y="4408316"/>
                  </a:lnTo>
                  <a:lnTo>
                    <a:pt x="2136680" y="4408316"/>
                  </a:lnTo>
                  <a:lnTo>
                    <a:pt x="2139076" y="4408316"/>
                  </a:lnTo>
                  <a:lnTo>
                    <a:pt x="2139202" y="4408316"/>
                  </a:lnTo>
                  <a:lnTo>
                    <a:pt x="2139706" y="4408316"/>
                  </a:lnTo>
                  <a:lnTo>
                    <a:pt x="2140211" y="4408316"/>
                  </a:lnTo>
                  <a:lnTo>
                    <a:pt x="2140463" y="4408316"/>
                  </a:lnTo>
                  <a:lnTo>
                    <a:pt x="2141598" y="4408316"/>
                  </a:lnTo>
                  <a:lnTo>
                    <a:pt x="2141976" y="4408316"/>
                  </a:lnTo>
                  <a:lnTo>
                    <a:pt x="2142732" y="4408316"/>
                  </a:lnTo>
                  <a:lnTo>
                    <a:pt x="2143615" y="4408316"/>
                  </a:lnTo>
                  <a:lnTo>
                    <a:pt x="2144624" y="4408316"/>
                  </a:lnTo>
                  <a:lnTo>
                    <a:pt x="2145632" y="4408316"/>
                  </a:lnTo>
                  <a:lnTo>
                    <a:pt x="2146641" y="4408316"/>
                  </a:lnTo>
                  <a:lnTo>
                    <a:pt x="2147776" y="4408316"/>
                  </a:lnTo>
                  <a:lnTo>
                    <a:pt x="2150046" y="4408316"/>
                  </a:lnTo>
                  <a:lnTo>
                    <a:pt x="2150802" y="4408316"/>
                  </a:lnTo>
                  <a:lnTo>
                    <a:pt x="2151054" y="4408316"/>
                  </a:lnTo>
                  <a:lnTo>
                    <a:pt x="2151559" y="4408316"/>
                  </a:lnTo>
                  <a:lnTo>
                    <a:pt x="2151811" y="4408316"/>
                  </a:lnTo>
                  <a:lnTo>
                    <a:pt x="2152315" y="4408316"/>
                  </a:lnTo>
                  <a:lnTo>
                    <a:pt x="2153072" y="4408316"/>
                  </a:lnTo>
                  <a:lnTo>
                    <a:pt x="2155341" y="4408316"/>
                  </a:lnTo>
                  <a:lnTo>
                    <a:pt x="2156476" y="4408316"/>
                  </a:lnTo>
                  <a:lnTo>
                    <a:pt x="2157611" y="4408316"/>
                  </a:lnTo>
                  <a:lnTo>
                    <a:pt x="2158241" y="4408316"/>
                  </a:lnTo>
                  <a:lnTo>
                    <a:pt x="2159124" y="4408316"/>
                  </a:lnTo>
                  <a:lnTo>
                    <a:pt x="2159250" y="4408316"/>
                  </a:lnTo>
                  <a:lnTo>
                    <a:pt x="2159754" y="4408316"/>
                  </a:lnTo>
                  <a:lnTo>
                    <a:pt x="2160511" y="4408316"/>
                  </a:lnTo>
                  <a:lnTo>
                    <a:pt x="2160889" y="4408316"/>
                  </a:lnTo>
                  <a:lnTo>
                    <a:pt x="2161393" y="4408316"/>
                  </a:lnTo>
                  <a:lnTo>
                    <a:pt x="2161898" y="4408316"/>
                  </a:lnTo>
                  <a:lnTo>
                    <a:pt x="2162402" y="4408316"/>
                  </a:lnTo>
                  <a:lnTo>
                    <a:pt x="2163159" y="4408316"/>
                  </a:lnTo>
                  <a:lnTo>
                    <a:pt x="2163663" y="4408316"/>
                  </a:lnTo>
                  <a:lnTo>
                    <a:pt x="2164167" y="4408316"/>
                  </a:lnTo>
                  <a:lnTo>
                    <a:pt x="2165302" y="4408316"/>
                  </a:lnTo>
                  <a:lnTo>
                    <a:pt x="2165933" y="4408316"/>
                  </a:lnTo>
                  <a:lnTo>
                    <a:pt x="2169463" y="4408316"/>
                  </a:lnTo>
                  <a:lnTo>
                    <a:pt x="2170472" y="4403037"/>
                  </a:lnTo>
                  <a:lnTo>
                    <a:pt x="2172363" y="4397757"/>
                  </a:lnTo>
                  <a:lnTo>
                    <a:pt x="2172615" y="4397757"/>
                  </a:lnTo>
                  <a:lnTo>
                    <a:pt x="2173498" y="4397757"/>
                  </a:lnTo>
                  <a:lnTo>
                    <a:pt x="2173750" y="4397757"/>
                  </a:lnTo>
                  <a:lnTo>
                    <a:pt x="2175515" y="4397757"/>
                  </a:lnTo>
                  <a:lnTo>
                    <a:pt x="2177280" y="4397757"/>
                  </a:lnTo>
                  <a:lnTo>
                    <a:pt x="2177911" y="4397757"/>
                  </a:lnTo>
                  <a:lnTo>
                    <a:pt x="2178541" y="4397757"/>
                  </a:lnTo>
                  <a:lnTo>
                    <a:pt x="2178920" y="4397757"/>
                  </a:lnTo>
                  <a:lnTo>
                    <a:pt x="2179550" y="4397757"/>
                  </a:lnTo>
                  <a:lnTo>
                    <a:pt x="2180685" y="4397757"/>
                  </a:lnTo>
                  <a:lnTo>
                    <a:pt x="2180937" y="4397757"/>
                  </a:lnTo>
                  <a:lnTo>
                    <a:pt x="2181441" y="4397757"/>
                  </a:lnTo>
                  <a:lnTo>
                    <a:pt x="2183963" y="4397757"/>
                  </a:lnTo>
                  <a:lnTo>
                    <a:pt x="2184594" y="4397757"/>
                  </a:lnTo>
                  <a:lnTo>
                    <a:pt x="2185224" y="4397757"/>
                  </a:lnTo>
                  <a:lnTo>
                    <a:pt x="2185476" y="4397757"/>
                  </a:lnTo>
                  <a:lnTo>
                    <a:pt x="2185602" y="4397757"/>
                  </a:lnTo>
                  <a:lnTo>
                    <a:pt x="2186359" y="4397757"/>
                  </a:lnTo>
                  <a:lnTo>
                    <a:pt x="2187367" y="4397757"/>
                  </a:lnTo>
                  <a:lnTo>
                    <a:pt x="2187872" y="4397757"/>
                  </a:lnTo>
                  <a:lnTo>
                    <a:pt x="2188376" y="4392478"/>
                  </a:lnTo>
                  <a:lnTo>
                    <a:pt x="2189763" y="4392478"/>
                  </a:lnTo>
                  <a:lnTo>
                    <a:pt x="2190394" y="4392478"/>
                  </a:lnTo>
                  <a:lnTo>
                    <a:pt x="2191528" y="4392478"/>
                  </a:lnTo>
                  <a:lnTo>
                    <a:pt x="2191907" y="4392478"/>
                  </a:lnTo>
                  <a:lnTo>
                    <a:pt x="2192537" y="4392478"/>
                  </a:lnTo>
                  <a:lnTo>
                    <a:pt x="2192789" y="4392478"/>
                  </a:lnTo>
                  <a:lnTo>
                    <a:pt x="2194681" y="4387199"/>
                  </a:lnTo>
                  <a:lnTo>
                    <a:pt x="2195311" y="4387199"/>
                  </a:lnTo>
                  <a:lnTo>
                    <a:pt x="2196320" y="4387199"/>
                  </a:lnTo>
                  <a:lnTo>
                    <a:pt x="2196950" y="4387199"/>
                  </a:lnTo>
                  <a:lnTo>
                    <a:pt x="2198211" y="4387199"/>
                  </a:lnTo>
                  <a:lnTo>
                    <a:pt x="2199472" y="4387199"/>
                  </a:lnTo>
                  <a:lnTo>
                    <a:pt x="2199598" y="4387199"/>
                  </a:lnTo>
                  <a:lnTo>
                    <a:pt x="2199976" y="4387199"/>
                  </a:lnTo>
                  <a:lnTo>
                    <a:pt x="2201237" y="4387199"/>
                  </a:lnTo>
                  <a:lnTo>
                    <a:pt x="2203633" y="4381919"/>
                  </a:lnTo>
                  <a:lnTo>
                    <a:pt x="2203885" y="4381919"/>
                  </a:lnTo>
                  <a:lnTo>
                    <a:pt x="2204263" y="4381919"/>
                  </a:lnTo>
                  <a:lnTo>
                    <a:pt x="2204389" y="4376640"/>
                  </a:lnTo>
                  <a:lnTo>
                    <a:pt x="2204641" y="4376640"/>
                  </a:lnTo>
                  <a:lnTo>
                    <a:pt x="2206407" y="4376640"/>
                  </a:lnTo>
                  <a:lnTo>
                    <a:pt x="2207920" y="4376640"/>
                  </a:lnTo>
                  <a:lnTo>
                    <a:pt x="2208046" y="4376640"/>
                  </a:lnTo>
                  <a:lnTo>
                    <a:pt x="2209055" y="4376640"/>
                  </a:lnTo>
                  <a:lnTo>
                    <a:pt x="2209433" y="4376640"/>
                  </a:lnTo>
                  <a:lnTo>
                    <a:pt x="2209559" y="4376640"/>
                  </a:lnTo>
                  <a:lnTo>
                    <a:pt x="2210063" y="4371360"/>
                  </a:lnTo>
                  <a:lnTo>
                    <a:pt x="2210820" y="4371360"/>
                  </a:lnTo>
                  <a:lnTo>
                    <a:pt x="2211072" y="4371360"/>
                  </a:lnTo>
                  <a:lnTo>
                    <a:pt x="2216620" y="4360802"/>
                  </a:lnTo>
                  <a:lnTo>
                    <a:pt x="2217124" y="4355522"/>
                  </a:lnTo>
                  <a:lnTo>
                    <a:pt x="2218511" y="4355522"/>
                  </a:lnTo>
                  <a:lnTo>
                    <a:pt x="2219015" y="4350243"/>
                  </a:lnTo>
                  <a:lnTo>
                    <a:pt x="2219142" y="4350243"/>
                  </a:lnTo>
                  <a:lnTo>
                    <a:pt x="2219268" y="4350243"/>
                  </a:lnTo>
                  <a:lnTo>
                    <a:pt x="2220655" y="4350243"/>
                  </a:lnTo>
                  <a:lnTo>
                    <a:pt x="2220907" y="4350243"/>
                  </a:lnTo>
                  <a:lnTo>
                    <a:pt x="2221159" y="4350243"/>
                  </a:lnTo>
                  <a:lnTo>
                    <a:pt x="2222546" y="4350243"/>
                  </a:lnTo>
                  <a:lnTo>
                    <a:pt x="2225446" y="4339684"/>
                  </a:lnTo>
                  <a:lnTo>
                    <a:pt x="2226202" y="4339684"/>
                  </a:lnTo>
                  <a:lnTo>
                    <a:pt x="2226833" y="4339684"/>
                  </a:lnTo>
                  <a:lnTo>
                    <a:pt x="2228220" y="4339684"/>
                  </a:lnTo>
                  <a:lnTo>
                    <a:pt x="2228850" y="4339684"/>
                  </a:lnTo>
                  <a:lnTo>
                    <a:pt x="2229607" y="4334404"/>
                  </a:lnTo>
                  <a:lnTo>
                    <a:pt x="2231876" y="4334404"/>
                  </a:lnTo>
                  <a:lnTo>
                    <a:pt x="2232759" y="4334404"/>
                  </a:lnTo>
                  <a:lnTo>
                    <a:pt x="2233389" y="4329125"/>
                  </a:lnTo>
                  <a:lnTo>
                    <a:pt x="2234272" y="4329125"/>
                  </a:lnTo>
                  <a:lnTo>
                    <a:pt x="2234650" y="4329125"/>
                  </a:lnTo>
                  <a:lnTo>
                    <a:pt x="2235407" y="4329125"/>
                  </a:lnTo>
                  <a:lnTo>
                    <a:pt x="2236037" y="4329125"/>
                  </a:lnTo>
                  <a:lnTo>
                    <a:pt x="2236416" y="4323846"/>
                  </a:lnTo>
                  <a:lnTo>
                    <a:pt x="2236794" y="4323846"/>
                  </a:lnTo>
                  <a:lnTo>
                    <a:pt x="2237172" y="4323846"/>
                  </a:lnTo>
                  <a:lnTo>
                    <a:pt x="2238433" y="4323846"/>
                  </a:lnTo>
                  <a:lnTo>
                    <a:pt x="2238811" y="4318566"/>
                  </a:lnTo>
                  <a:lnTo>
                    <a:pt x="2239568" y="4318566"/>
                  </a:lnTo>
                  <a:lnTo>
                    <a:pt x="2240955" y="4318566"/>
                  </a:lnTo>
                  <a:lnTo>
                    <a:pt x="2241459" y="4318566"/>
                  </a:lnTo>
                  <a:lnTo>
                    <a:pt x="2242090" y="4313287"/>
                  </a:lnTo>
                  <a:lnTo>
                    <a:pt x="2243224" y="4308007"/>
                  </a:lnTo>
                  <a:lnTo>
                    <a:pt x="2244359" y="4302728"/>
                  </a:lnTo>
                  <a:lnTo>
                    <a:pt x="2244990" y="4302728"/>
                  </a:lnTo>
                  <a:lnTo>
                    <a:pt x="2245494" y="4302728"/>
                  </a:lnTo>
                  <a:lnTo>
                    <a:pt x="2245620" y="4302728"/>
                  </a:lnTo>
                  <a:lnTo>
                    <a:pt x="2246124" y="4302728"/>
                  </a:lnTo>
                  <a:lnTo>
                    <a:pt x="2247259" y="4302728"/>
                  </a:lnTo>
                  <a:lnTo>
                    <a:pt x="2247637" y="4302728"/>
                  </a:lnTo>
                  <a:lnTo>
                    <a:pt x="2249150" y="4302728"/>
                  </a:lnTo>
                  <a:lnTo>
                    <a:pt x="2249655" y="4302728"/>
                  </a:lnTo>
                  <a:lnTo>
                    <a:pt x="2250159" y="4302728"/>
                  </a:lnTo>
                  <a:lnTo>
                    <a:pt x="2251168" y="4302728"/>
                  </a:lnTo>
                  <a:lnTo>
                    <a:pt x="2251924" y="4302728"/>
                  </a:lnTo>
                  <a:lnTo>
                    <a:pt x="2252681" y="4302728"/>
                  </a:lnTo>
                  <a:lnTo>
                    <a:pt x="2253059" y="4302728"/>
                  </a:lnTo>
                  <a:lnTo>
                    <a:pt x="2253185" y="4302728"/>
                  </a:lnTo>
                  <a:lnTo>
                    <a:pt x="2253437" y="4302728"/>
                  </a:lnTo>
                  <a:lnTo>
                    <a:pt x="2254824" y="4297448"/>
                  </a:lnTo>
                  <a:lnTo>
                    <a:pt x="2255203" y="4297448"/>
                  </a:lnTo>
                  <a:lnTo>
                    <a:pt x="2256590" y="4297448"/>
                  </a:lnTo>
                  <a:lnTo>
                    <a:pt x="2257977" y="4297448"/>
                  </a:lnTo>
                  <a:lnTo>
                    <a:pt x="2258229" y="4297448"/>
                  </a:lnTo>
                  <a:lnTo>
                    <a:pt x="2259616" y="4297448"/>
                  </a:lnTo>
                  <a:lnTo>
                    <a:pt x="2259868" y="4297448"/>
                  </a:lnTo>
                  <a:lnTo>
                    <a:pt x="2260877" y="4297448"/>
                  </a:lnTo>
                  <a:lnTo>
                    <a:pt x="2262894" y="4297448"/>
                  </a:lnTo>
                  <a:lnTo>
                    <a:pt x="2263650" y="4297448"/>
                  </a:lnTo>
                  <a:lnTo>
                    <a:pt x="2264533" y="4297448"/>
                  </a:lnTo>
                  <a:lnTo>
                    <a:pt x="2265164" y="4292169"/>
                  </a:lnTo>
                  <a:lnTo>
                    <a:pt x="2265920" y="4292169"/>
                  </a:lnTo>
                  <a:lnTo>
                    <a:pt x="2267559" y="4292169"/>
                  </a:lnTo>
                  <a:lnTo>
                    <a:pt x="2269324" y="4292169"/>
                  </a:lnTo>
                  <a:lnTo>
                    <a:pt x="2269577" y="4292169"/>
                  </a:lnTo>
                  <a:lnTo>
                    <a:pt x="2269955" y="4292169"/>
                  </a:lnTo>
                  <a:lnTo>
                    <a:pt x="2270207" y="4292169"/>
                  </a:lnTo>
                  <a:lnTo>
                    <a:pt x="2271090" y="4292169"/>
                  </a:lnTo>
                  <a:lnTo>
                    <a:pt x="2271342" y="4292169"/>
                  </a:lnTo>
                  <a:lnTo>
                    <a:pt x="2271594" y="4292169"/>
                  </a:lnTo>
                  <a:lnTo>
                    <a:pt x="2271972" y="4292169"/>
                  </a:lnTo>
                  <a:lnTo>
                    <a:pt x="2273611" y="4292169"/>
                  </a:lnTo>
                  <a:lnTo>
                    <a:pt x="2275755" y="4286890"/>
                  </a:lnTo>
                  <a:lnTo>
                    <a:pt x="2276764" y="4286890"/>
                  </a:lnTo>
                  <a:lnTo>
                    <a:pt x="2277394" y="4286890"/>
                  </a:lnTo>
                  <a:lnTo>
                    <a:pt x="2277898" y="4286890"/>
                  </a:lnTo>
                  <a:lnTo>
                    <a:pt x="2279664" y="4286890"/>
                  </a:lnTo>
                  <a:lnTo>
                    <a:pt x="2280798" y="4286890"/>
                  </a:lnTo>
                  <a:lnTo>
                    <a:pt x="2281303" y="4286890"/>
                  </a:lnTo>
                  <a:lnTo>
                    <a:pt x="2282185" y="4286890"/>
                  </a:lnTo>
                  <a:lnTo>
                    <a:pt x="2282942" y="4286890"/>
                  </a:lnTo>
                  <a:lnTo>
                    <a:pt x="2283572" y="4286890"/>
                  </a:lnTo>
                  <a:lnTo>
                    <a:pt x="2283951" y="4286890"/>
                  </a:lnTo>
                  <a:lnTo>
                    <a:pt x="2284329" y="4286890"/>
                  </a:lnTo>
                  <a:lnTo>
                    <a:pt x="2284455" y="4286890"/>
                  </a:lnTo>
                  <a:lnTo>
                    <a:pt x="2286220" y="4286890"/>
                  </a:lnTo>
                  <a:lnTo>
                    <a:pt x="2286472" y="4286890"/>
                  </a:lnTo>
                  <a:lnTo>
                    <a:pt x="2287607" y="4286890"/>
                  </a:lnTo>
                  <a:lnTo>
                    <a:pt x="2287859" y="4286890"/>
                  </a:lnTo>
                  <a:lnTo>
                    <a:pt x="2289625" y="4286890"/>
                  </a:lnTo>
                  <a:lnTo>
                    <a:pt x="2290255" y="4286890"/>
                  </a:lnTo>
                  <a:lnTo>
                    <a:pt x="2291012" y="4286890"/>
                  </a:lnTo>
                  <a:lnTo>
                    <a:pt x="2291390" y="4286890"/>
                  </a:lnTo>
                  <a:lnTo>
                    <a:pt x="2292777" y="4286890"/>
                  </a:lnTo>
                  <a:lnTo>
                    <a:pt x="2293659" y="4286890"/>
                  </a:lnTo>
                  <a:lnTo>
                    <a:pt x="2294038" y="4286890"/>
                  </a:lnTo>
                  <a:lnTo>
                    <a:pt x="2294164" y="4286890"/>
                  </a:lnTo>
                  <a:lnTo>
                    <a:pt x="2294290" y="4286890"/>
                  </a:lnTo>
                  <a:lnTo>
                    <a:pt x="2295425" y="4286890"/>
                  </a:lnTo>
                  <a:lnTo>
                    <a:pt x="2295803" y="4286890"/>
                  </a:lnTo>
                  <a:lnTo>
                    <a:pt x="2297316" y="4286890"/>
                  </a:lnTo>
                  <a:lnTo>
                    <a:pt x="2298325" y="4286890"/>
                  </a:lnTo>
                  <a:lnTo>
                    <a:pt x="2299838" y="4281610"/>
                  </a:lnTo>
                  <a:lnTo>
                    <a:pt x="2300216" y="4281610"/>
                  </a:lnTo>
                  <a:lnTo>
                    <a:pt x="2300720" y="4281610"/>
                  </a:lnTo>
                  <a:lnTo>
                    <a:pt x="2300972" y="4281610"/>
                  </a:lnTo>
                  <a:lnTo>
                    <a:pt x="2301477" y="4276331"/>
                  </a:lnTo>
                  <a:lnTo>
                    <a:pt x="2302485" y="4276331"/>
                  </a:lnTo>
                  <a:lnTo>
                    <a:pt x="2303999" y="4276331"/>
                  </a:lnTo>
                  <a:lnTo>
                    <a:pt x="2305259" y="4271051"/>
                  </a:lnTo>
                  <a:lnTo>
                    <a:pt x="2305638" y="4271051"/>
                  </a:lnTo>
                  <a:lnTo>
                    <a:pt x="2307403" y="4271051"/>
                  </a:lnTo>
                  <a:lnTo>
                    <a:pt x="2308286" y="4271051"/>
                  </a:lnTo>
                  <a:lnTo>
                    <a:pt x="2309168" y="4271051"/>
                  </a:lnTo>
                  <a:lnTo>
                    <a:pt x="2309420" y="4271051"/>
                  </a:lnTo>
                  <a:lnTo>
                    <a:pt x="2311059" y="4271051"/>
                  </a:lnTo>
                  <a:lnTo>
                    <a:pt x="2311690" y="4271051"/>
                  </a:lnTo>
                  <a:lnTo>
                    <a:pt x="2313203" y="4265772"/>
                  </a:lnTo>
                  <a:lnTo>
                    <a:pt x="2314086" y="4260493"/>
                  </a:lnTo>
                  <a:lnTo>
                    <a:pt x="2314716" y="4260493"/>
                  </a:lnTo>
                  <a:lnTo>
                    <a:pt x="2316859" y="4260493"/>
                  </a:lnTo>
                  <a:lnTo>
                    <a:pt x="2317112" y="4260493"/>
                  </a:lnTo>
                  <a:lnTo>
                    <a:pt x="2319003" y="4260493"/>
                  </a:lnTo>
                  <a:lnTo>
                    <a:pt x="2319886" y="4260493"/>
                  </a:lnTo>
                  <a:lnTo>
                    <a:pt x="2320264" y="4260493"/>
                  </a:lnTo>
                  <a:lnTo>
                    <a:pt x="2320894" y="4260493"/>
                  </a:lnTo>
                  <a:lnTo>
                    <a:pt x="2322281" y="4260493"/>
                  </a:lnTo>
                  <a:lnTo>
                    <a:pt x="2323164" y="4260493"/>
                  </a:lnTo>
                  <a:lnTo>
                    <a:pt x="2323542" y="4260493"/>
                  </a:lnTo>
                  <a:lnTo>
                    <a:pt x="2324299" y="4260493"/>
                  </a:lnTo>
                  <a:lnTo>
                    <a:pt x="2324551" y="4260493"/>
                  </a:lnTo>
                  <a:lnTo>
                    <a:pt x="2326694" y="4260493"/>
                  </a:lnTo>
                  <a:lnTo>
                    <a:pt x="2327073" y="4260493"/>
                  </a:lnTo>
                  <a:lnTo>
                    <a:pt x="2328333" y="4260493"/>
                  </a:lnTo>
                  <a:lnTo>
                    <a:pt x="2328838" y="4260493"/>
                  </a:lnTo>
                  <a:lnTo>
                    <a:pt x="2329090" y="4255213"/>
                  </a:lnTo>
                  <a:lnTo>
                    <a:pt x="2331612" y="4249934"/>
                  </a:lnTo>
                  <a:lnTo>
                    <a:pt x="2332242" y="4249934"/>
                  </a:lnTo>
                  <a:lnTo>
                    <a:pt x="2332494" y="4249934"/>
                  </a:lnTo>
                  <a:lnTo>
                    <a:pt x="2333377" y="4249934"/>
                  </a:lnTo>
                  <a:lnTo>
                    <a:pt x="2333755" y="4249934"/>
                  </a:lnTo>
                  <a:lnTo>
                    <a:pt x="2333881" y="4244654"/>
                  </a:lnTo>
                  <a:lnTo>
                    <a:pt x="2334512" y="4244654"/>
                  </a:lnTo>
                  <a:lnTo>
                    <a:pt x="2334764" y="4244654"/>
                  </a:lnTo>
                  <a:lnTo>
                    <a:pt x="2335016" y="4244654"/>
                  </a:lnTo>
                  <a:lnTo>
                    <a:pt x="2335268" y="4244654"/>
                  </a:lnTo>
                  <a:lnTo>
                    <a:pt x="2335899" y="4244654"/>
                  </a:lnTo>
                  <a:lnTo>
                    <a:pt x="2336277" y="4244654"/>
                  </a:lnTo>
                  <a:lnTo>
                    <a:pt x="2336529" y="4244654"/>
                  </a:lnTo>
                  <a:lnTo>
                    <a:pt x="2338294" y="4244654"/>
                  </a:lnTo>
                  <a:lnTo>
                    <a:pt x="2338799" y="4244654"/>
                  </a:lnTo>
                  <a:lnTo>
                    <a:pt x="2340060" y="4244654"/>
                  </a:lnTo>
                  <a:lnTo>
                    <a:pt x="2341951" y="4239375"/>
                  </a:lnTo>
                  <a:lnTo>
                    <a:pt x="2342203" y="4239375"/>
                  </a:lnTo>
                  <a:lnTo>
                    <a:pt x="2342329" y="4239375"/>
                  </a:lnTo>
                  <a:lnTo>
                    <a:pt x="2342455" y="4239375"/>
                  </a:lnTo>
                  <a:lnTo>
                    <a:pt x="2343086" y="4239375"/>
                  </a:lnTo>
                  <a:lnTo>
                    <a:pt x="2343338" y="4239375"/>
                  </a:lnTo>
                  <a:lnTo>
                    <a:pt x="2344094" y="4239375"/>
                  </a:lnTo>
                  <a:lnTo>
                    <a:pt x="2345103" y="4234095"/>
                  </a:lnTo>
                  <a:lnTo>
                    <a:pt x="2346616" y="4234095"/>
                  </a:lnTo>
                  <a:lnTo>
                    <a:pt x="2347625" y="4234095"/>
                  </a:lnTo>
                  <a:lnTo>
                    <a:pt x="2348003" y="4234095"/>
                  </a:lnTo>
                  <a:lnTo>
                    <a:pt x="2349894" y="4234095"/>
                  </a:lnTo>
                  <a:lnTo>
                    <a:pt x="2351534" y="4234095"/>
                  </a:lnTo>
                  <a:lnTo>
                    <a:pt x="2351660" y="4234095"/>
                  </a:lnTo>
                  <a:lnTo>
                    <a:pt x="2355316" y="4228816"/>
                  </a:lnTo>
                  <a:lnTo>
                    <a:pt x="2356703" y="4228816"/>
                  </a:lnTo>
                  <a:lnTo>
                    <a:pt x="2356955" y="4228816"/>
                  </a:lnTo>
                  <a:lnTo>
                    <a:pt x="2359603" y="4223537"/>
                  </a:lnTo>
                  <a:lnTo>
                    <a:pt x="2359855" y="4223537"/>
                  </a:lnTo>
                  <a:lnTo>
                    <a:pt x="2360108" y="4223537"/>
                  </a:lnTo>
                  <a:lnTo>
                    <a:pt x="2360234" y="4223537"/>
                  </a:lnTo>
                  <a:lnTo>
                    <a:pt x="2361116" y="4223537"/>
                  </a:lnTo>
                  <a:lnTo>
                    <a:pt x="2363260" y="4218257"/>
                  </a:lnTo>
                  <a:lnTo>
                    <a:pt x="2363890" y="4218257"/>
                  </a:lnTo>
                  <a:lnTo>
                    <a:pt x="2364142" y="4218257"/>
                  </a:lnTo>
                  <a:lnTo>
                    <a:pt x="2365781" y="4212978"/>
                  </a:lnTo>
                  <a:lnTo>
                    <a:pt x="2366664" y="4212978"/>
                  </a:lnTo>
                  <a:lnTo>
                    <a:pt x="2367042" y="4212978"/>
                  </a:lnTo>
                  <a:lnTo>
                    <a:pt x="2367295" y="4212978"/>
                  </a:lnTo>
                  <a:lnTo>
                    <a:pt x="2368177" y="4212978"/>
                  </a:lnTo>
                  <a:lnTo>
                    <a:pt x="2369060" y="4212978"/>
                  </a:lnTo>
                  <a:lnTo>
                    <a:pt x="2369312" y="4212978"/>
                  </a:lnTo>
                  <a:lnTo>
                    <a:pt x="2369690" y="4212978"/>
                  </a:lnTo>
                  <a:lnTo>
                    <a:pt x="2370195" y="4212978"/>
                  </a:lnTo>
                  <a:lnTo>
                    <a:pt x="2372338" y="4207698"/>
                  </a:lnTo>
                  <a:lnTo>
                    <a:pt x="2373473" y="4207698"/>
                  </a:lnTo>
                  <a:lnTo>
                    <a:pt x="2374482" y="4202419"/>
                  </a:lnTo>
                  <a:lnTo>
                    <a:pt x="2375112" y="4202419"/>
                  </a:lnTo>
                  <a:lnTo>
                    <a:pt x="2376247" y="4202419"/>
                  </a:lnTo>
                  <a:lnTo>
                    <a:pt x="2376499" y="4202419"/>
                  </a:lnTo>
                  <a:lnTo>
                    <a:pt x="2378390" y="4202419"/>
                  </a:lnTo>
                  <a:lnTo>
                    <a:pt x="2378768" y="4202419"/>
                  </a:lnTo>
                  <a:lnTo>
                    <a:pt x="2379399" y="4202419"/>
                  </a:lnTo>
                  <a:lnTo>
                    <a:pt x="2381416" y="4202419"/>
                  </a:lnTo>
                  <a:lnTo>
                    <a:pt x="2382803" y="4202419"/>
                  </a:lnTo>
                  <a:lnTo>
                    <a:pt x="2383812" y="4202419"/>
                  </a:lnTo>
                  <a:lnTo>
                    <a:pt x="2384064" y="4202419"/>
                  </a:lnTo>
                  <a:lnTo>
                    <a:pt x="2384442" y="4202419"/>
                  </a:lnTo>
                  <a:lnTo>
                    <a:pt x="2385073" y="4197139"/>
                  </a:lnTo>
                  <a:lnTo>
                    <a:pt x="2385451" y="4197139"/>
                  </a:lnTo>
                  <a:lnTo>
                    <a:pt x="2385955" y="4197139"/>
                  </a:lnTo>
                  <a:lnTo>
                    <a:pt x="2387973" y="4197139"/>
                  </a:lnTo>
                  <a:lnTo>
                    <a:pt x="2388099" y="4197139"/>
                  </a:lnTo>
                  <a:lnTo>
                    <a:pt x="2389108" y="4197139"/>
                  </a:lnTo>
                  <a:lnTo>
                    <a:pt x="2389234" y="4197139"/>
                  </a:lnTo>
                  <a:lnTo>
                    <a:pt x="2390116" y="4197139"/>
                  </a:lnTo>
                  <a:lnTo>
                    <a:pt x="2390495" y="4197139"/>
                  </a:lnTo>
                  <a:lnTo>
                    <a:pt x="2390999" y="4197139"/>
                  </a:lnTo>
                  <a:lnTo>
                    <a:pt x="2392008" y="4191860"/>
                  </a:lnTo>
                  <a:lnTo>
                    <a:pt x="2393647" y="4191860"/>
                  </a:lnTo>
                  <a:lnTo>
                    <a:pt x="2394151" y="4191860"/>
                  </a:lnTo>
                  <a:lnTo>
                    <a:pt x="2395286" y="4186581"/>
                  </a:lnTo>
                  <a:lnTo>
                    <a:pt x="2395538" y="4186581"/>
                  </a:lnTo>
                  <a:lnTo>
                    <a:pt x="2396925" y="4186581"/>
                  </a:lnTo>
                  <a:lnTo>
                    <a:pt x="2397556" y="4186581"/>
                  </a:lnTo>
                  <a:lnTo>
                    <a:pt x="2398690" y="4186581"/>
                  </a:lnTo>
                  <a:lnTo>
                    <a:pt x="2399573" y="4186581"/>
                  </a:lnTo>
                  <a:lnTo>
                    <a:pt x="2399573" y="4181301"/>
                  </a:lnTo>
                  <a:lnTo>
                    <a:pt x="2399825" y="4181301"/>
                  </a:lnTo>
                  <a:lnTo>
                    <a:pt x="2399951" y="4181301"/>
                  </a:lnTo>
                  <a:lnTo>
                    <a:pt x="2403608" y="4181301"/>
                  </a:lnTo>
                  <a:lnTo>
                    <a:pt x="2403860" y="4181301"/>
                  </a:lnTo>
                  <a:lnTo>
                    <a:pt x="2405499" y="4181301"/>
                  </a:lnTo>
                  <a:lnTo>
                    <a:pt x="2406886" y="4181301"/>
                  </a:lnTo>
                  <a:lnTo>
                    <a:pt x="2407516" y="4181301"/>
                  </a:lnTo>
                  <a:lnTo>
                    <a:pt x="2408021" y="4181301"/>
                  </a:lnTo>
                  <a:lnTo>
                    <a:pt x="2409282" y="4181301"/>
                  </a:lnTo>
                  <a:lnTo>
                    <a:pt x="2409534" y="4181301"/>
                  </a:lnTo>
                  <a:lnTo>
                    <a:pt x="2411173" y="4181301"/>
                  </a:lnTo>
                  <a:lnTo>
                    <a:pt x="2412434" y="4176022"/>
                  </a:lnTo>
                  <a:lnTo>
                    <a:pt x="2412938" y="4176022"/>
                  </a:lnTo>
                  <a:lnTo>
                    <a:pt x="2413190" y="4170742"/>
                  </a:lnTo>
                  <a:lnTo>
                    <a:pt x="2414577" y="4165463"/>
                  </a:lnTo>
                  <a:lnTo>
                    <a:pt x="2414830" y="4160184"/>
                  </a:lnTo>
                  <a:lnTo>
                    <a:pt x="2416090" y="4160184"/>
                  </a:lnTo>
                  <a:lnTo>
                    <a:pt x="2416595" y="4160184"/>
                  </a:lnTo>
                  <a:lnTo>
                    <a:pt x="2417225" y="4160184"/>
                  </a:lnTo>
                  <a:lnTo>
                    <a:pt x="2417730" y="4160184"/>
                  </a:lnTo>
                  <a:lnTo>
                    <a:pt x="2418108" y="4160184"/>
                  </a:lnTo>
                  <a:lnTo>
                    <a:pt x="2418738" y="4160184"/>
                  </a:lnTo>
                  <a:lnTo>
                    <a:pt x="2420630" y="4160184"/>
                  </a:lnTo>
                  <a:lnTo>
                    <a:pt x="2421008" y="4160184"/>
                  </a:lnTo>
                  <a:lnTo>
                    <a:pt x="2422017" y="4160184"/>
                  </a:lnTo>
                  <a:lnTo>
                    <a:pt x="2423277" y="4160184"/>
                  </a:lnTo>
                  <a:lnTo>
                    <a:pt x="2423908" y="4154904"/>
                  </a:lnTo>
                  <a:lnTo>
                    <a:pt x="2424160" y="4154904"/>
                  </a:lnTo>
                  <a:lnTo>
                    <a:pt x="2425169" y="4154904"/>
                  </a:lnTo>
                  <a:lnTo>
                    <a:pt x="2426556" y="4154904"/>
                  </a:lnTo>
                  <a:lnTo>
                    <a:pt x="2426808" y="4154904"/>
                  </a:lnTo>
                  <a:lnTo>
                    <a:pt x="2428447" y="4154904"/>
                  </a:lnTo>
                  <a:lnTo>
                    <a:pt x="2429204" y="4154904"/>
                  </a:lnTo>
                  <a:lnTo>
                    <a:pt x="2430212" y="4154904"/>
                  </a:lnTo>
                  <a:lnTo>
                    <a:pt x="2430464" y="4154904"/>
                  </a:lnTo>
                  <a:lnTo>
                    <a:pt x="2430717" y="4154904"/>
                  </a:lnTo>
                  <a:lnTo>
                    <a:pt x="2431347" y="4154904"/>
                  </a:lnTo>
                  <a:lnTo>
                    <a:pt x="2433238" y="4154904"/>
                  </a:lnTo>
                  <a:lnTo>
                    <a:pt x="2433491" y="4154904"/>
                  </a:lnTo>
                  <a:lnTo>
                    <a:pt x="2435508" y="4149625"/>
                  </a:lnTo>
                  <a:lnTo>
                    <a:pt x="2435886" y="4149625"/>
                  </a:lnTo>
                  <a:lnTo>
                    <a:pt x="2436895" y="4149625"/>
                  </a:lnTo>
                  <a:lnTo>
                    <a:pt x="2437021" y="4149625"/>
                  </a:lnTo>
                  <a:lnTo>
                    <a:pt x="2437399" y="4149625"/>
                  </a:lnTo>
                  <a:lnTo>
                    <a:pt x="2440299" y="4144345"/>
                  </a:lnTo>
                  <a:lnTo>
                    <a:pt x="2441308" y="4144345"/>
                  </a:lnTo>
                  <a:lnTo>
                    <a:pt x="2443073" y="4144345"/>
                  </a:lnTo>
                  <a:lnTo>
                    <a:pt x="2444082" y="4139066"/>
                  </a:lnTo>
                  <a:lnTo>
                    <a:pt x="2444838" y="4139066"/>
                  </a:lnTo>
                  <a:lnTo>
                    <a:pt x="2445217" y="4139066"/>
                  </a:lnTo>
                  <a:lnTo>
                    <a:pt x="2445973" y="4139066"/>
                  </a:lnTo>
                  <a:lnTo>
                    <a:pt x="2446982" y="4139066"/>
                  </a:lnTo>
                  <a:lnTo>
                    <a:pt x="2448999" y="4139066"/>
                  </a:lnTo>
                  <a:lnTo>
                    <a:pt x="2450260" y="4139066"/>
                  </a:lnTo>
                  <a:lnTo>
                    <a:pt x="2451017" y="4139066"/>
                  </a:lnTo>
                  <a:lnTo>
                    <a:pt x="2452404" y="4139066"/>
                  </a:lnTo>
                  <a:lnTo>
                    <a:pt x="2452782" y="4139066"/>
                  </a:lnTo>
                  <a:lnTo>
                    <a:pt x="2453286" y="4139066"/>
                  </a:lnTo>
                  <a:lnTo>
                    <a:pt x="2453412" y="4139066"/>
                  </a:lnTo>
                  <a:lnTo>
                    <a:pt x="2453538" y="4139066"/>
                  </a:lnTo>
                  <a:lnTo>
                    <a:pt x="2455051" y="4139066"/>
                  </a:lnTo>
                  <a:lnTo>
                    <a:pt x="2455682" y="4139066"/>
                  </a:lnTo>
                  <a:lnTo>
                    <a:pt x="2457573" y="4139066"/>
                  </a:lnTo>
                  <a:lnTo>
                    <a:pt x="2457952" y="4139066"/>
                  </a:lnTo>
                  <a:lnTo>
                    <a:pt x="2459717" y="4128507"/>
                  </a:lnTo>
                  <a:lnTo>
                    <a:pt x="2460095" y="4128507"/>
                  </a:lnTo>
                  <a:lnTo>
                    <a:pt x="2461356" y="4128507"/>
                  </a:lnTo>
                  <a:lnTo>
                    <a:pt x="2461986" y="4128507"/>
                  </a:lnTo>
                  <a:lnTo>
                    <a:pt x="2462112" y="4123228"/>
                  </a:lnTo>
                  <a:lnTo>
                    <a:pt x="2462365" y="4123228"/>
                  </a:lnTo>
                  <a:lnTo>
                    <a:pt x="2464256" y="4123228"/>
                  </a:lnTo>
                  <a:lnTo>
                    <a:pt x="2464886" y="4123228"/>
                  </a:lnTo>
                  <a:lnTo>
                    <a:pt x="2465265" y="4123228"/>
                  </a:lnTo>
                  <a:lnTo>
                    <a:pt x="2465769" y="4123228"/>
                  </a:lnTo>
                  <a:lnTo>
                    <a:pt x="2466147" y="4123228"/>
                  </a:lnTo>
                  <a:lnTo>
                    <a:pt x="2467030" y="4123228"/>
                  </a:lnTo>
                  <a:lnTo>
                    <a:pt x="2468039" y="4117948"/>
                  </a:lnTo>
                  <a:lnTo>
                    <a:pt x="2468543" y="4117948"/>
                  </a:lnTo>
                  <a:lnTo>
                    <a:pt x="2469804" y="4112669"/>
                  </a:lnTo>
                  <a:lnTo>
                    <a:pt x="2469930" y="4112669"/>
                  </a:lnTo>
                  <a:lnTo>
                    <a:pt x="2470434" y="4112669"/>
                  </a:lnTo>
                  <a:lnTo>
                    <a:pt x="2470560" y="4112669"/>
                  </a:lnTo>
                  <a:lnTo>
                    <a:pt x="2471569" y="4112669"/>
                  </a:lnTo>
                  <a:lnTo>
                    <a:pt x="2472956" y="4112669"/>
                  </a:lnTo>
                  <a:lnTo>
                    <a:pt x="2473208" y="4112669"/>
                  </a:lnTo>
                  <a:lnTo>
                    <a:pt x="2474091" y="4107389"/>
                  </a:lnTo>
                  <a:lnTo>
                    <a:pt x="2474721" y="4107389"/>
                  </a:lnTo>
                  <a:lnTo>
                    <a:pt x="2475099" y="4107389"/>
                  </a:lnTo>
                  <a:lnTo>
                    <a:pt x="2475730" y="4107389"/>
                  </a:lnTo>
                  <a:lnTo>
                    <a:pt x="2475982" y="4102110"/>
                  </a:lnTo>
                  <a:lnTo>
                    <a:pt x="2477117" y="4096830"/>
                  </a:lnTo>
                  <a:lnTo>
                    <a:pt x="2478126" y="4096830"/>
                  </a:lnTo>
                  <a:lnTo>
                    <a:pt x="2478378" y="4096830"/>
                  </a:lnTo>
                  <a:lnTo>
                    <a:pt x="2478630" y="4096830"/>
                  </a:lnTo>
                  <a:lnTo>
                    <a:pt x="2480143" y="4096830"/>
                  </a:lnTo>
                  <a:lnTo>
                    <a:pt x="2481530" y="4096830"/>
                  </a:lnTo>
                  <a:lnTo>
                    <a:pt x="2482160" y="4096830"/>
                  </a:lnTo>
                  <a:lnTo>
                    <a:pt x="2483043" y="4096830"/>
                  </a:lnTo>
                  <a:lnTo>
                    <a:pt x="2484052" y="4096830"/>
                  </a:lnTo>
                  <a:lnTo>
                    <a:pt x="2484808" y="4096830"/>
                  </a:lnTo>
                  <a:lnTo>
                    <a:pt x="2485060" y="4096830"/>
                  </a:lnTo>
                  <a:lnTo>
                    <a:pt x="2485313" y="4096830"/>
                  </a:lnTo>
                  <a:lnTo>
                    <a:pt x="2487330" y="4096830"/>
                  </a:lnTo>
                  <a:lnTo>
                    <a:pt x="2488465" y="4096830"/>
                  </a:lnTo>
                  <a:lnTo>
                    <a:pt x="2490734" y="4091551"/>
                  </a:lnTo>
                  <a:lnTo>
                    <a:pt x="2492121" y="4091551"/>
                  </a:lnTo>
                  <a:lnTo>
                    <a:pt x="2493382" y="4091551"/>
                  </a:lnTo>
                  <a:lnTo>
                    <a:pt x="2493634" y="4086272"/>
                  </a:lnTo>
                  <a:lnTo>
                    <a:pt x="2494391" y="4086272"/>
                  </a:lnTo>
                  <a:lnTo>
                    <a:pt x="2494769" y="4086272"/>
                  </a:lnTo>
                  <a:lnTo>
                    <a:pt x="2497039" y="4080992"/>
                  </a:lnTo>
                  <a:lnTo>
                    <a:pt x="2497417" y="4080992"/>
                  </a:lnTo>
                  <a:lnTo>
                    <a:pt x="2498173" y="4080992"/>
                  </a:lnTo>
                  <a:lnTo>
                    <a:pt x="2499308" y="4080992"/>
                  </a:lnTo>
                  <a:lnTo>
                    <a:pt x="2499939" y="4080992"/>
                  </a:lnTo>
                  <a:lnTo>
                    <a:pt x="2501200" y="4080992"/>
                  </a:lnTo>
                  <a:lnTo>
                    <a:pt x="2502334" y="4080992"/>
                  </a:lnTo>
                  <a:lnTo>
                    <a:pt x="2503343" y="4080992"/>
                  </a:lnTo>
                  <a:lnTo>
                    <a:pt x="2503847" y="4080992"/>
                  </a:lnTo>
                  <a:lnTo>
                    <a:pt x="2504352" y="4075713"/>
                  </a:lnTo>
                  <a:lnTo>
                    <a:pt x="2504730" y="4070433"/>
                  </a:lnTo>
                  <a:lnTo>
                    <a:pt x="2505487" y="4070433"/>
                  </a:lnTo>
                  <a:lnTo>
                    <a:pt x="2506243" y="4070433"/>
                  </a:lnTo>
                  <a:lnTo>
                    <a:pt x="2508008" y="4059875"/>
                  </a:lnTo>
                  <a:lnTo>
                    <a:pt x="2508891" y="4059875"/>
                  </a:lnTo>
                  <a:lnTo>
                    <a:pt x="2509017" y="4059875"/>
                  </a:lnTo>
                  <a:lnTo>
                    <a:pt x="2509774" y="4059875"/>
                  </a:lnTo>
                  <a:lnTo>
                    <a:pt x="2510152" y="4059875"/>
                  </a:lnTo>
                  <a:lnTo>
                    <a:pt x="2510656" y="4059875"/>
                  </a:lnTo>
                  <a:lnTo>
                    <a:pt x="2513556" y="4054595"/>
                  </a:lnTo>
                  <a:lnTo>
                    <a:pt x="2513682" y="4054595"/>
                  </a:lnTo>
                  <a:lnTo>
                    <a:pt x="2514439" y="4054595"/>
                  </a:lnTo>
                  <a:lnTo>
                    <a:pt x="2515700" y="4049316"/>
                  </a:lnTo>
                  <a:lnTo>
                    <a:pt x="2515826" y="4049316"/>
                  </a:lnTo>
                  <a:lnTo>
                    <a:pt x="2516078" y="4049316"/>
                  </a:lnTo>
                  <a:lnTo>
                    <a:pt x="2519482" y="4049316"/>
                  </a:lnTo>
                  <a:lnTo>
                    <a:pt x="2520491" y="4044036"/>
                  </a:lnTo>
                  <a:lnTo>
                    <a:pt x="2520743" y="4044036"/>
                  </a:lnTo>
                  <a:lnTo>
                    <a:pt x="2520995" y="4044036"/>
                  </a:lnTo>
                  <a:lnTo>
                    <a:pt x="2522004" y="4044036"/>
                  </a:lnTo>
                  <a:lnTo>
                    <a:pt x="2522130" y="4044036"/>
                  </a:lnTo>
                  <a:lnTo>
                    <a:pt x="2524021" y="4038757"/>
                  </a:lnTo>
                  <a:lnTo>
                    <a:pt x="2524274" y="4038757"/>
                  </a:lnTo>
                  <a:lnTo>
                    <a:pt x="2525408" y="4033477"/>
                  </a:lnTo>
                  <a:lnTo>
                    <a:pt x="2526669" y="4033477"/>
                  </a:lnTo>
                  <a:lnTo>
                    <a:pt x="2527678" y="4033477"/>
                  </a:lnTo>
                  <a:lnTo>
                    <a:pt x="2528308" y="4033477"/>
                  </a:lnTo>
                  <a:lnTo>
                    <a:pt x="2528561" y="4028198"/>
                  </a:lnTo>
                  <a:lnTo>
                    <a:pt x="2529065" y="4028198"/>
                  </a:lnTo>
                  <a:lnTo>
                    <a:pt x="2529317" y="4028198"/>
                  </a:lnTo>
                  <a:lnTo>
                    <a:pt x="2529443" y="4022919"/>
                  </a:lnTo>
                  <a:lnTo>
                    <a:pt x="2531082" y="4022919"/>
                  </a:lnTo>
                  <a:lnTo>
                    <a:pt x="2532721" y="4022919"/>
                  </a:lnTo>
                  <a:lnTo>
                    <a:pt x="2533478" y="4017639"/>
                  </a:lnTo>
                  <a:lnTo>
                    <a:pt x="2533982" y="4017639"/>
                  </a:lnTo>
                  <a:lnTo>
                    <a:pt x="2535369" y="4012360"/>
                  </a:lnTo>
                  <a:lnTo>
                    <a:pt x="2536252" y="4012360"/>
                  </a:lnTo>
                  <a:lnTo>
                    <a:pt x="2537513" y="4012360"/>
                  </a:lnTo>
                  <a:lnTo>
                    <a:pt x="2538269" y="4012360"/>
                  </a:lnTo>
                  <a:lnTo>
                    <a:pt x="2538521" y="4012360"/>
                  </a:lnTo>
                  <a:lnTo>
                    <a:pt x="2538648" y="4012360"/>
                  </a:lnTo>
                  <a:lnTo>
                    <a:pt x="2540287" y="4012360"/>
                  </a:lnTo>
                  <a:lnTo>
                    <a:pt x="2541169" y="4012360"/>
                  </a:lnTo>
                  <a:lnTo>
                    <a:pt x="2541926" y="4012360"/>
                  </a:lnTo>
                  <a:lnTo>
                    <a:pt x="2542430" y="4012360"/>
                  </a:lnTo>
                  <a:lnTo>
                    <a:pt x="2544826" y="4007080"/>
                  </a:lnTo>
                  <a:lnTo>
                    <a:pt x="2545456" y="4007080"/>
                  </a:lnTo>
                  <a:lnTo>
                    <a:pt x="2547600" y="4007080"/>
                  </a:lnTo>
                  <a:lnTo>
                    <a:pt x="2548230" y="4007080"/>
                  </a:lnTo>
                  <a:lnTo>
                    <a:pt x="2549365" y="4007080"/>
                  </a:lnTo>
                  <a:lnTo>
                    <a:pt x="2553022" y="4007080"/>
                  </a:lnTo>
                  <a:lnTo>
                    <a:pt x="2554030" y="4007080"/>
                  </a:lnTo>
                  <a:lnTo>
                    <a:pt x="2554409" y="4007080"/>
                  </a:lnTo>
                  <a:lnTo>
                    <a:pt x="2556300" y="4007080"/>
                  </a:lnTo>
                  <a:lnTo>
                    <a:pt x="2557056" y="4001801"/>
                  </a:lnTo>
                  <a:lnTo>
                    <a:pt x="2557182" y="4001801"/>
                  </a:lnTo>
                  <a:lnTo>
                    <a:pt x="2558191" y="3996521"/>
                  </a:lnTo>
                  <a:lnTo>
                    <a:pt x="2559956" y="3996521"/>
                  </a:lnTo>
                  <a:lnTo>
                    <a:pt x="2560713" y="3996521"/>
                  </a:lnTo>
                  <a:lnTo>
                    <a:pt x="2561217" y="3996521"/>
                  </a:lnTo>
                  <a:lnTo>
                    <a:pt x="2561469" y="3996521"/>
                  </a:lnTo>
                  <a:lnTo>
                    <a:pt x="2561974" y="3996521"/>
                  </a:lnTo>
                  <a:lnTo>
                    <a:pt x="2562604" y="3996521"/>
                  </a:lnTo>
                  <a:lnTo>
                    <a:pt x="2563361" y="3996521"/>
                  </a:lnTo>
                  <a:lnTo>
                    <a:pt x="2565126" y="3996521"/>
                  </a:lnTo>
                  <a:lnTo>
                    <a:pt x="2565252" y="3991242"/>
                  </a:lnTo>
                  <a:lnTo>
                    <a:pt x="2565883" y="3991242"/>
                  </a:lnTo>
                  <a:lnTo>
                    <a:pt x="2567396" y="3985963"/>
                  </a:lnTo>
                  <a:lnTo>
                    <a:pt x="2568278" y="3985963"/>
                  </a:lnTo>
                  <a:lnTo>
                    <a:pt x="2568783" y="3985963"/>
                  </a:lnTo>
                  <a:lnTo>
                    <a:pt x="2569917" y="3985963"/>
                  </a:lnTo>
                  <a:lnTo>
                    <a:pt x="2570043" y="3985963"/>
                  </a:lnTo>
                  <a:lnTo>
                    <a:pt x="2570800" y="3985963"/>
                  </a:lnTo>
                  <a:lnTo>
                    <a:pt x="2571809" y="3985963"/>
                  </a:lnTo>
                  <a:lnTo>
                    <a:pt x="2575339" y="3980683"/>
                  </a:lnTo>
                  <a:lnTo>
                    <a:pt x="2576222" y="3975404"/>
                  </a:lnTo>
                  <a:lnTo>
                    <a:pt x="2576474" y="3975404"/>
                  </a:lnTo>
                  <a:lnTo>
                    <a:pt x="2576852" y="3975404"/>
                  </a:lnTo>
                  <a:lnTo>
                    <a:pt x="2578239" y="3975404"/>
                  </a:lnTo>
                  <a:lnTo>
                    <a:pt x="2578743" y="3975404"/>
                  </a:lnTo>
                  <a:lnTo>
                    <a:pt x="2579626" y="3975404"/>
                  </a:lnTo>
                  <a:lnTo>
                    <a:pt x="2580383" y="3975404"/>
                  </a:lnTo>
                  <a:lnTo>
                    <a:pt x="2580509" y="3975404"/>
                  </a:lnTo>
                  <a:lnTo>
                    <a:pt x="2580887" y="3970124"/>
                  </a:lnTo>
                  <a:lnTo>
                    <a:pt x="2581896" y="3964845"/>
                  </a:lnTo>
                  <a:lnTo>
                    <a:pt x="2583661" y="3964845"/>
                  </a:lnTo>
                  <a:lnTo>
                    <a:pt x="2584291" y="3964845"/>
                  </a:lnTo>
                  <a:lnTo>
                    <a:pt x="2585426" y="3959565"/>
                  </a:lnTo>
                  <a:lnTo>
                    <a:pt x="2586183" y="3959565"/>
                  </a:lnTo>
                  <a:lnTo>
                    <a:pt x="2586939" y="3959565"/>
                  </a:lnTo>
                  <a:lnTo>
                    <a:pt x="2587443" y="3959565"/>
                  </a:lnTo>
                  <a:lnTo>
                    <a:pt x="2588578" y="3959565"/>
                  </a:lnTo>
                  <a:lnTo>
                    <a:pt x="2589587" y="3959565"/>
                  </a:lnTo>
                  <a:lnTo>
                    <a:pt x="2590470" y="3959565"/>
                  </a:lnTo>
                  <a:lnTo>
                    <a:pt x="2590848" y="3959565"/>
                  </a:lnTo>
                  <a:lnTo>
                    <a:pt x="2590974" y="3959565"/>
                  </a:lnTo>
                  <a:lnTo>
                    <a:pt x="2592109" y="3959565"/>
                  </a:lnTo>
                  <a:lnTo>
                    <a:pt x="2592487" y="3954286"/>
                  </a:lnTo>
                  <a:lnTo>
                    <a:pt x="2593117" y="3954286"/>
                  </a:lnTo>
                  <a:lnTo>
                    <a:pt x="2594126" y="3954286"/>
                  </a:lnTo>
                  <a:lnTo>
                    <a:pt x="2594504" y="3954286"/>
                  </a:lnTo>
                  <a:lnTo>
                    <a:pt x="2595765" y="3954286"/>
                  </a:lnTo>
                  <a:lnTo>
                    <a:pt x="2599422" y="3954286"/>
                  </a:lnTo>
                  <a:lnTo>
                    <a:pt x="2600052" y="3954286"/>
                  </a:lnTo>
                  <a:lnTo>
                    <a:pt x="2600431" y="3954286"/>
                  </a:lnTo>
                  <a:lnTo>
                    <a:pt x="2600935" y="3954286"/>
                  </a:lnTo>
                  <a:lnTo>
                    <a:pt x="2601565" y="3954286"/>
                  </a:lnTo>
                  <a:lnTo>
                    <a:pt x="2601817" y="3954286"/>
                  </a:lnTo>
                  <a:lnTo>
                    <a:pt x="2602322" y="3954286"/>
                  </a:lnTo>
                  <a:lnTo>
                    <a:pt x="2605222" y="3954286"/>
                  </a:lnTo>
                  <a:lnTo>
                    <a:pt x="2606104" y="3954286"/>
                  </a:lnTo>
                  <a:lnTo>
                    <a:pt x="2606987" y="3954286"/>
                  </a:lnTo>
                  <a:lnTo>
                    <a:pt x="2607113" y="3954286"/>
                  </a:lnTo>
                  <a:lnTo>
                    <a:pt x="2607996" y="3954286"/>
                  </a:lnTo>
                  <a:lnTo>
                    <a:pt x="2608626" y="3954286"/>
                  </a:lnTo>
                  <a:lnTo>
                    <a:pt x="2609131" y="3954286"/>
                  </a:lnTo>
                  <a:lnTo>
                    <a:pt x="2610896" y="3954286"/>
                  </a:lnTo>
                  <a:lnTo>
                    <a:pt x="2612409" y="3954286"/>
                  </a:lnTo>
                  <a:lnTo>
                    <a:pt x="2614931" y="3949007"/>
                  </a:lnTo>
                  <a:lnTo>
                    <a:pt x="2615183" y="3949007"/>
                  </a:lnTo>
                  <a:lnTo>
                    <a:pt x="2615309" y="3949007"/>
                  </a:lnTo>
                  <a:lnTo>
                    <a:pt x="2617074" y="3949007"/>
                  </a:lnTo>
                  <a:lnTo>
                    <a:pt x="2618083" y="3949007"/>
                  </a:lnTo>
                  <a:lnTo>
                    <a:pt x="2618587" y="3938448"/>
                  </a:lnTo>
                  <a:lnTo>
                    <a:pt x="2618839" y="3938448"/>
                  </a:lnTo>
                  <a:lnTo>
                    <a:pt x="2618965" y="3938448"/>
                  </a:lnTo>
                  <a:lnTo>
                    <a:pt x="2619344" y="3938448"/>
                  </a:lnTo>
                  <a:lnTo>
                    <a:pt x="2620478" y="3938448"/>
                  </a:lnTo>
                  <a:lnTo>
                    <a:pt x="2620731" y="3938448"/>
                  </a:lnTo>
                  <a:lnTo>
                    <a:pt x="2621487" y="3938448"/>
                  </a:lnTo>
                  <a:lnTo>
                    <a:pt x="2622370" y="3938448"/>
                  </a:lnTo>
                  <a:lnTo>
                    <a:pt x="2623252" y="3938448"/>
                  </a:lnTo>
                  <a:lnTo>
                    <a:pt x="2625522" y="3927889"/>
                  </a:lnTo>
                  <a:lnTo>
                    <a:pt x="2625900" y="3927889"/>
                  </a:lnTo>
                  <a:lnTo>
                    <a:pt x="2626531" y="3927889"/>
                  </a:lnTo>
                  <a:lnTo>
                    <a:pt x="2628296" y="3927889"/>
                  </a:lnTo>
                  <a:lnTo>
                    <a:pt x="2628422" y="3927889"/>
                  </a:lnTo>
                  <a:lnTo>
                    <a:pt x="2629305" y="3922610"/>
                  </a:lnTo>
                  <a:lnTo>
                    <a:pt x="2629557" y="3922610"/>
                  </a:lnTo>
                  <a:lnTo>
                    <a:pt x="2631952" y="3922610"/>
                  </a:lnTo>
                  <a:lnTo>
                    <a:pt x="2632331" y="3922610"/>
                  </a:lnTo>
                  <a:lnTo>
                    <a:pt x="2632583" y="3922610"/>
                  </a:lnTo>
                  <a:lnTo>
                    <a:pt x="2634348" y="3922610"/>
                  </a:lnTo>
                  <a:lnTo>
                    <a:pt x="2634726" y="3922610"/>
                  </a:lnTo>
                  <a:lnTo>
                    <a:pt x="2635861" y="3922610"/>
                  </a:lnTo>
                  <a:lnTo>
                    <a:pt x="2637248" y="3917330"/>
                  </a:lnTo>
                  <a:lnTo>
                    <a:pt x="2638761" y="3912051"/>
                  </a:lnTo>
                  <a:lnTo>
                    <a:pt x="2641409" y="3906771"/>
                  </a:lnTo>
                  <a:lnTo>
                    <a:pt x="2642796" y="3901492"/>
                  </a:lnTo>
                  <a:lnTo>
                    <a:pt x="2643426" y="3901492"/>
                  </a:lnTo>
                  <a:lnTo>
                    <a:pt x="2643552" y="3901492"/>
                  </a:lnTo>
                  <a:lnTo>
                    <a:pt x="2645066" y="3901492"/>
                  </a:lnTo>
                  <a:lnTo>
                    <a:pt x="2645822" y="3901492"/>
                  </a:lnTo>
                  <a:lnTo>
                    <a:pt x="2646452" y="3901492"/>
                  </a:lnTo>
                  <a:lnTo>
                    <a:pt x="2647083" y="3901492"/>
                  </a:lnTo>
                  <a:lnTo>
                    <a:pt x="2647966" y="3901492"/>
                  </a:lnTo>
                  <a:lnTo>
                    <a:pt x="2648722" y="3901492"/>
                  </a:lnTo>
                  <a:lnTo>
                    <a:pt x="2649857" y="3896212"/>
                  </a:lnTo>
                  <a:lnTo>
                    <a:pt x="2650739" y="3896212"/>
                  </a:lnTo>
                  <a:lnTo>
                    <a:pt x="2651370" y="3896212"/>
                  </a:lnTo>
                  <a:lnTo>
                    <a:pt x="2653261" y="3896212"/>
                  </a:lnTo>
                  <a:lnTo>
                    <a:pt x="2653766" y="3896212"/>
                  </a:lnTo>
                  <a:lnTo>
                    <a:pt x="2654270" y="3896212"/>
                  </a:lnTo>
                  <a:lnTo>
                    <a:pt x="2655279" y="3896212"/>
                  </a:lnTo>
                  <a:lnTo>
                    <a:pt x="2655909" y="3896212"/>
                  </a:lnTo>
                  <a:lnTo>
                    <a:pt x="2656918" y="3896212"/>
                  </a:lnTo>
                  <a:lnTo>
                    <a:pt x="2657296" y="3896212"/>
                  </a:lnTo>
                  <a:lnTo>
                    <a:pt x="2658557" y="3896212"/>
                  </a:lnTo>
                  <a:lnTo>
                    <a:pt x="2658809" y="3896212"/>
                  </a:lnTo>
                  <a:lnTo>
                    <a:pt x="2659692" y="3896212"/>
                  </a:lnTo>
                  <a:lnTo>
                    <a:pt x="2660448" y="3896212"/>
                  </a:lnTo>
                  <a:lnTo>
                    <a:pt x="2660826" y="3896212"/>
                  </a:lnTo>
                  <a:lnTo>
                    <a:pt x="2661961" y="3896212"/>
                  </a:lnTo>
                  <a:lnTo>
                    <a:pt x="2663853" y="3896212"/>
                  </a:lnTo>
                  <a:lnTo>
                    <a:pt x="2664231" y="3896212"/>
                  </a:lnTo>
                  <a:lnTo>
                    <a:pt x="2664231" y="3880374"/>
                  </a:lnTo>
                  <a:lnTo>
                    <a:pt x="2664609" y="3880374"/>
                  </a:lnTo>
                  <a:lnTo>
                    <a:pt x="2666374" y="3880374"/>
                  </a:lnTo>
                  <a:lnTo>
                    <a:pt x="2667509" y="3880374"/>
                  </a:lnTo>
                  <a:lnTo>
                    <a:pt x="2667635" y="3880374"/>
                  </a:lnTo>
                  <a:lnTo>
                    <a:pt x="2668770" y="3875095"/>
                  </a:lnTo>
                  <a:lnTo>
                    <a:pt x="2669653" y="3875095"/>
                  </a:lnTo>
                  <a:lnTo>
                    <a:pt x="2670283" y="3875095"/>
                  </a:lnTo>
                  <a:lnTo>
                    <a:pt x="2670409" y="3875095"/>
                  </a:lnTo>
                  <a:lnTo>
                    <a:pt x="2670535" y="3875095"/>
                  </a:lnTo>
                  <a:lnTo>
                    <a:pt x="2672048" y="3875095"/>
                  </a:lnTo>
                  <a:lnTo>
                    <a:pt x="2673561" y="3875095"/>
                  </a:lnTo>
                  <a:lnTo>
                    <a:pt x="2674822" y="3875095"/>
                  </a:lnTo>
                  <a:lnTo>
                    <a:pt x="2675074" y="3875095"/>
                  </a:lnTo>
                  <a:lnTo>
                    <a:pt x="2676083" y="3869815"/>
                  </a:lnTo>
                  <a:lnTo>
                    <a:pt x="2676335" y="3869815"/>
                  </a:lnTo>
                  <a:lnTo>
                    <a:pt x="2680622" y="3869815"/>
                  </a:lnTo>
                  <a:lnTo>
                    <a:pt x="2681127" y="3869815"/>
                  </a:lnTo>
                  <a:lnTo>
                    <a:pt x="2681883" y="3869815"/>
                  </a:lnTo>
                  <a:lnTo>
                    <a:pt x="2682766" y="3869815"/>
                  </a:lnTo>
                  <a:lnTo>
                    <a:pt x="2683648" y="3869815"/>
                  </a:lnTo>
                  <a:lnTo>
                    <a:pt x="2686044" y="3869815"/>
                  </a:lnTo>
                  <a:lnTo>
                    <a:pt x="2686674" y="3869815"/>
                  </a:lnTo>
                  <a:lnTo>
                    <a:pt x="2686801" y="3864536"/>
                  </a:lnTo>
                  <a:lnTo>
                    <a:pt x="2687431" y="3864536"/>
                  </a:lnTo>
                  <a:lnTo>
                    <a:pt x="2687557" y="3864536"/>
                  </a:lnTo>
                  <a:lnTo>
                    <a:pt x="2688818" y="3864536"/>
                  </a:lnTo>
                  <a:lnTo>
                    <a:pt x="2690835" y="3848698"/>
                  </a:lnTo>
                  <a:lnTo>
                    <a:pt x="2692348" y="3848698"/>
                  </a:lnTo>
                  <a:lnTo>
                    <a:pt x="2694240" y="3843418"/>
                  </a:lnTo>
                  <a:lnTo>
                    <a:pt x="2695122" y="3843418"/>
                  </a:lnTo>
                  <a:lnTo>
                    <a:pt x="2695879" y="3843418"/>
                  </a:lnTo>
                  <a:lnTo>
                    <a:pt x="2697266" y="3843418"/>
                  </a:lnTo>
                  <a:lnTo>
                    <a:pt x="2697518" y="3843418"/>
                  </a:lnTo>
                  <a:lnTo>
                    <a:pt x="2698527" y="3843418"/>
                  </a:lnTo>
                  <a:lnTo>
                    <a:pt x="2698653" y="3843418"/>
                  </a:lnTo>
                  <a:lnTo>
                    <a:pt x="2702183" y="3843418"/>
                  </a:lnTo>
                  <a:lnTo>
                    <a:pt x="2702940" y="3843418"/>
                  </a:lnTo>
                  <a:lnTo>
                    <a:pt x="2703192" y="3843418"/>
                  </a:lnTo>
                  <a:lnTo>
                    <a:pt x="2703444" y="3843418"/>
                  </a:lnTo>
                  <a:lnTo>
                    <a:pt x="2703696" y="3843418"/>
                  </a:lnTo>
                  <a:lnTo>
                    <a:pt x="2704327" y="3843418"/>
                  </a:lnTo>
                  <a:lnTo>
                    <a:pt x="2704579" y="3843418"/>
                  </a:lnTo>
                  <a:lnTo>
                    <a:pt x="2705083" y="3843418"/>
                  </a:lnTo>
                  <a:lnTo>
                    <a:pt x="2705714" y="3843418"/>
                  </a:lnTo>
                  <a:lnTo>
                    <a:pt x="2707101" y="3838139"/>
                  </a:lnTo>
                  <a:lnTo>
                    <a:pt x="2708866" y="3838139"/>
                  </a:lnTo>
                  <a:lnTo>
                    <a:pt x="2712018" y="3838139"/>
                  </a:lnTo>
                  <a:lnTo>
                    <a:pt x="2712270" y="3838139"/>
                  </a:lnTo>
                  <a:lnTo>
                    <a:pt x="2712901" y="3838139"/>
                  </a:lnTo>
                  <a:lnTo>
                    <a:pt x="2713783" y="3838139"/>
                  </a:lnTo>
                  <a:lnTo>
                    <a:pt x="2714540" y="3838139"/>
                  </a:lnTo>
                  <a:lnTo>
                    <a:pt x="2715422" y="3838139"/>
                  </a:lnTo>
                  <a:lnTo>
                    <a:pt x="2717818" y="3832859"/>
                  </a:lnTo>
                  <a:lnTo>
                    <a:pt x="2718701" y="3827580"/>
                  </a:lnTo>
                  <a:lnTo>
                    <a:pt x="2719079" y="3827580"/>
                  </a:lnTo>
                  <a:lnTo>
                    <a:pt x="2720214" y="3827580"/>
                  </a:lnTo>
                  <a:lnTo>
                    <a:pt x="2720340" y="3827580"/>
                  </a:lnTo>
                  <a:lnTo>
                    <a:pt x="2721349" y="3827580"/>
                  </a:lnTo>
                  <a:lnTo>
                    <a:pt x="2723240" y="3822301"/>
                  </a:lnTo>
                  <a:lnTo>
                    <a:pt x="2723996" y="3822301"/>
                  </a:lnTo>
                  <a:lnTo>
                    <a:pt x="2725005" y="3822301"/>
                  </a:lnTo>
                  <a:lnTo>
                    <a:pt x="2727527" y="3822301"/>
                  </a:lnTo>
                  <a:lnTo>
                    <a:pt x="2727653" y="3822301"/>
                  </a:lnTo>
                  <a:lnTo>
                    <a:pt x="2728914" y="3822301"/>
                  </a:lnTo>
                  <a:lnTo>
                    <a:pt x="2730175" y="3822301"/>
                  </a:lnTo>
                  <a:lnTo>
                    <a:pt x="2733453" y="3822301"/>
                  </a:lnTo>
                  <a:lnTo>
                    <a:pt x="2734462" y="3817021"/>
                  </a:lnTo>
                  <a:lnTo>
                    <a:pt x="2735596" y="3817021"/>
                  </a:lnTo>
                  <a:lnTo>
                    <a:pt x="2736227" y="3817021"/>
                  </a:lnTo>
                  <a:lnTo>
                    <a:pt x="2736857" y="3817021"/>
                  </a:lnTo>
                  <a:lnTo>
                    <a:pt x="2738749" y="3817021"/>
                  </a:lnTo>
                  <a:lnTo>
                    <a:pt x="2738749" y="3811742"/>
                  </a:lnTo>
                  <a:lnTo>
                    <a:pt x="2740640" y="3806462"/>
                  </a:lnTo>
                  <a:lnTo>
                    <a:pt x="2743918" y="3801183"/>
                  </a:lnTo>
                  <a:lnTo>
                    <a:pt x="2744801" y="3801183"/>
                  </a:lnTo>
                  <a:lnTo>
                    <a:pt x="2745305" y="3801183"/>
                  </a:lnTo>
                  <a:lnTo>
                    <a:pt x="2746314" y="3801183"/>
                  </a:lnTo>
                  <a:lnTo>
                    <a:pt x="2746566" y="3801183"/>
                  </a:lnTo>
                  <a:lnTo>
                    <a:pt x="2747197" y="3801183"/>
                  </a:lnTo>
                  <a:lnTo>
                    <a:pt x="2747701" y="3801183"/>
                  </a:lnTo>
                  <a:lnTo>
                    <a:pt x="2748962" y="3801183"/>
                  </a:lnTo>
                  <a:lnTo>
                    <a:pt x="2749844" y="3801183"/>
                  </a:lnTo>
                  <a:lnTo>
                    <a:pt x="2750097" y="3801183"/>
                  </a:lnTo>
                  <a:lnTo>
                    <a:pt x="2751610" y="3801183"/>
                  </a:lnTo>
                  <a:lnTo>
                    <a:pt x="2752366" y="3795903"/>
                  </a:lnTo>
                  <a:lnTo>
                    <a:pt x="2752744" y="3795903"/>
                  </a:lnTo>
                  <a:lnTo>
                    <a:pt x="2752997" y="3795903"/>
                  </a:lnTo>
                  <a:lnTo>
                    <a:pt x="2753501" y="3795903"/>
                  </a:lnTo>
                  <a:lnTo>
                    <a:pt x="2754762" y="3795903"/>
                  </a:lnTo>
                  <a:lnTo>
                    <a:pt x="2756527" y="3795903"/>
                  </a:lnTo>
                  <a:lnTo>
                    <a:pt x="2757914" y="3795903"/>
                  </a:lnTo>
                  <a:lnTo>
                    <a:pt x="2758040" y="3795903"/>
                  </a:lnTo>
                  <a:lnTo>
                    <a:pt x="2758418" y="3795903"/>
                  </a:lnTo>
                  <a:lnTo>
                    <a:pt x="2763840" y="3795903"/>
                  </a:lnTo>
                  <a:lnTo>
                    <a:pt x="2764597" y="3795903"/>
                  </a:lnTo>
                  <a:lnTo>
                    <a:pt x="2766236" y="3795903"/>
                  </a:lnTo>
                  <a:lnTo>
                    <a:pt x="2767118" y="3795903"/>
                  </a:lnTo>
                  <a:lnTo>
                    <a:pt x="2767497" y="3795903"/>
                  </a:lnTo>
                  <a:lnTo>
                    <a:pt x="2767875" y="3795903"/>
                  </a:lnTo>
                  <a:lnTo>
                    <a:pt x="2768253" y="3790624"/>
                  </a:lnTo>
                  <a:lnTo>
                    <a:pt x="2768631" y="3790624"/>
                  </a:lnTo>
                  <a:lnTo>
                    <a:pt x="2769766" y="3790624"/>
                  </a:lnTo>
                  <a:lnTo>
                    <a:pt x="2770144" y="3790624"/>
                  </a:lnTo>
                  <a:lnTo>
                    <a:pt x="2771910" y="3790624"/>
                  </a:lnTo>
                  <a:lnTo>
                    <a:pt x="2772036" y="3790624"/>
                  </a:lnTo>
                  <a:lnTo>
                    <a:pt x="2772162" y="3790624"/>
                  </a:lnTo>
                  <a:lnTo>
                    <a:pt x="2774305" y="3790624"/>
                  </a:lnTo>
                  <a:lnTo>
                    <a:pt x="2776197" y="3790624"/>
                  </a:lnTo>
                  <a:lnTo>
                    <a:pt x="2777458" y="3790624"/>
                  </a:lnTo>
                  <a:lnTo>
                    <a:pt x="2778214" y="3790624"/>
                  </a:lnTo>
                  <a:lnTo>
                    <a:pt x="2779349" y="3790624"/>
                  </a:lnTo>
                  <a:lnTo>
                    <a:pt x="2779853" y="3790624"/>
                  </a:lnTo>
                  <a:lnTo>
                    <a:pt x="2780358" y="3790624"/>
                  </a:lnTo>
                  <a:lnTo>
                    <a:pt x="2783005" y="3785345"/>
                  </a:lnTo>
                  <a:lnTo>
                    <a:pt x="2783762" y="3785345"/>
                  </a:lnTo>
                  <a:lnTo>
                    <a:pt x="2784518" y="3785345"/>
                  </a:lnTo>
                  <a:lnTo>
                    <a:pt x="2785023" y="3785345"/>
                  </a:lnTo>
                  <a:lnTo>
                    <a:pt x="2785527" y="3785345"/>
                  </a:lnTo>
                  <a:lnTo>
                    <a:pt x="2785779" y="3785345"/>
                  </a:lnTo>
                  <a:lnTo>
                    <a:pt x="2787923" y="3780065"/>
                  </a:lnTo>
                  <a:lnTo>
                    <a:pt x="2789436" y="3780065"/>
                  </a:lnTo>
                  <a:lnTo>
                    <a:pt x="2790571" y="3780065"/>
                  </a:lnTo>
                  <a:lnTo>
                    <a:pt x="2792714" y="3769506"/>
                  </a:lnTo>
                  <a:lnTo>
                    <a:pt x="2794479" y="3769506"/>
                  </a:lnTo>
                  <a:lnTo>
                    <a:pt x="2794984" y="3769506"/>
                  </a:lnTo>
                  <a:lnTo>
                    <a:pt x="2795488" y="3764227"/>
                  </a:lnTo>
                  <a:lnTo>
                    <a:pt x="2796118" y="3758947"/>
                  </a:lnTo>
                  <a:lnTo>
                    <a:pt x="2796371" y="3758947"/>
                  </a:lnTo>
                  <a:lnTo>
                    <a:pt x="2797001" y="3758947"/>
                  </a:lnTo>
                  <a:lnTo>
                    <a:pt x="2798388" y="3758947"/>
                  </a:lnTo>
                  <a:lnTo>
                    <a:pt x="2799649" y="3758947"/>
                  </a:lnTo>
                  <a:lnTo>
                    <a:pt x="2800027" y="3758947"/>
                  </a:lnTo>
                  <a:lnTo>
                    <a:pt x="2803305" y="3748389"/>
                  </a:lnTo>
                  <a:lnTo>
                    <a:pt x="2803432" y="3748389"/>
                  </a:lnTo>
                  <a:lnTo>
                    <a:pt x="2805071" y="3748389"/>
                  </a:lnTo>
                  <a:lnTo>
                    <a:pt x="2805953" y="3748389"/>
                  </a:lnTo>
                  <a:lnTo>
                    <a:pt x="2807466" y="3748389"/>
                  </a:lnTo>
                  <a:lnTo>
                    <a:pt x="2808853" y="3748389"/>
                  </a:lnTo>
                  <a:lnTo>
                    <a:pt x="2810366" y="3748389"/>
                  </a:lnTo>
                  <a:lnTo>
                    <a:pt x="2811627" y="3748389"/>
                  </a:lnTo>
                  <a:lnTo>
                    <a:pt x="2812006" y="3748389"/>
                  </a:lnTo>
                  <a:lnTo>
                    <a:pt x="2812888" y="3748389"/>
                  </a:lnTo>
                  <a:lnTo>
                    <a:pt x="2813014" y="3748389"/>
                  </a:lnTo>
                  <a:lnTo>
                    <a:pt x="2813393" y="3748389"/>
                  </a:lnTo>
                  <a:lnTo>
                    <a:pt x="2814653" y="3748389"/>
                  </a:lnTo>
                  <a:lnTo>
                    <a:pt x="2814906" y="3748389"/>
                  </a:lnTo>
                  <a:lnTo>
                    <a:pt x="2816040" y="3748389"/>
                  </a:lnTo>
                  <a:lnTo>
                    <a:pt x="2817049" y="3748389"/>
                  </a:lnTo>
                  <a:lnTo>
                    <a:pt x="2819697" y="3748389"/>
                  </a:lnTo>
                  <a:lnTo>
                    <a:pt x="2820453" y="3748389"/>
                  </a:lnTo>
                  <a:lnTo>
                    <a:pt x="2822219" y="3748389"/>
                  </a:lnTo>
                  <a:lnTo>
                    <a:pt x="2822975" y="3748389"/>
                  </a:lnTo>
                  <a:lnTo>
                    <a:pt x="2824488" y="3748389"/>
                  </a:lnTo>
                  <a:lnTo>
                    <a:pt x="2825119" y="3748389"/>
                  </a:lnTo>
                  <a:lnTo>
                    <a:pt x="2825749" y="3748389"/>
                  </a:lnTo>
                  <a:lnTo>
                    <a:pt x="2826884" y="3748389"/>
                  </a:lnTo>
                  <a:lnTo>
                    <a:pt x="2827388" y="3748389"/>
                  </a:lnTo>
                  <a:lnTo>
                    <a:pt x="2827893" y="3748389"/>
                  </a:lnTo>
                  <a:lnTo>
                    <a:pt x="2829658" y="3743109"/>
                  </a:lnTo>
                  <a:lnTo>
                    <a:pt x="2831801" y="3743109"/>
                  </a:lnTo>
                  <a:lnTo>
                    <a:pt x="2833062" y="3743109"/>
                  </a:lnTo>
                  <a:lnTo>
                    <a:pt x="2835206" y="3743109"/>
                  </a:lnTo>
                  <a:lnTo>
                    <a:pt x="2836340" y="3743109"/>
                  </a:lnTo>
                  <a:lnTo>
                    <a:pt x="2836593" y="3743109"/>
                  </a:lnTo>
                  <a:lnTo>
                    <a:pt x="2837349" y="3743109"/>
                  </a:lnTo>
                  <a:lnTo>
                    <a:pt x="2838862" y="3743109"/>
                  </a:lnTo>
                  <a:lnTo>
                    <a:pt x="2840123" y="3743109"/>
                  </a:lnTo>
                  <a:lnTo>
                    <a:pt x="2842771" y="3743109"/>
                  </a:lnTo>
                  <a:lnTo>
                    <a:pt x="2843149" y="3737830"/>
                  </a:lnTo>
                  <a:lnTo>
                    <a:pt x="2844410" y="3737830"/>
                  </a:lnTo>
                  <a:lnTo>
                    <a:pt x="2845797" y="3727271"/>
                  </a:lnTo>
                  <a:lnTo>
                    <a:pt x="2846175" y="3727271"/>
                  </a:lnTo>
                  <a:lnTo>
                    <a:pt x="2846806" y="3727271"/>
                  </a:lnTo>
                  <a:lnTo>
                    <a:pt x="2847562" y="3727271"/>
                  </a:lnTo>
                  <a:lnTo>
                    <a:pt x="2848193" y="3727271"/>
                  </a:lnTo>
                  <a:lnTo>
                    <a:pt x="2849454" y="3721992"/>
                  </a:lnTo>
                  <a:lnTo>
                    <a:pt x="2850967" y="3721992"/>
                  </a:lnTo>
                  <a:lnTo>
                    <a:pt x="2852858" y="3716712"/>
                  </a:lnTo>
                  <a:lnTo>
                    <a:pt x="2853741" y="3716712"/>
                  </a:lnTo>
                  <a:lnTo>
                    <a:pt x="2854119" y="3716712"/>
                  </a:lnTo>
                  <a:lnTo>
                    <a:pt x="2855128" y="3716712"/>
                  </a:lnTo>
                  <a:lnTo>
                    <a:pt x="2856641" y="3711433"/>
                  </a:lnTo>
                  <a:lnTo>
                    <a:pt x="2857523" y="3711433"/>
                  </a:lnTo>
                  <a:lnTo>
                    <a:pt x="2857649" y="3711433"/>
                  </a:lnTo>
                  <a:lnTo>
                    <a:pt x="2858910" y="3711433"/>
                  </a:lnTo>
                  <a:lnTo>
                    <a:pt x="2860297" y="3706153"/>
                  </a:lnTo>
                  <a:lnTo>
                    <a:pt x="2860801" y="3706153"/>
                  </a:lnTo>
                  <a:lnTo>
                    <a:pt x="2862188" y="3700874"/>
                  </a:lnTo>
                  <a:lnTo>
                    <a:pt x="2865088" y="3700874"/>
                  </a:lnTo>
                  <a:lnTo>
                    <a:pt x="2865971" y="3700874"/>
                  </a:lnTo>
                  <a:lnTo>
                    <a:pt x="2866097" y="3700874"/>
                  </a:lnTo>
                  <a:lnTo>
                    <a:pt x="2867358" y="3695594"/>
                  </a:lnTo>
                  <a:lnTo>
                    <a:pt x="2867862" y="3695594"/>
                  </a:lnTo>
                  <a:lnTo>
                    <a:pt x="2869123" y="3695594"/>
                  </a:lnTo>
                  <a:lnTo>
                    <a:pt x="2872402" y="3690315"/>
                  </a:lnTo>
                  <a:lnTo>
                    <a:pt x="2873410" y="3690315"/>
                  </a:lnTo>
                  <a:lnTo>
                    <a:pt x="2873915" y="3690315"/>
                  </a:lnTo>
                  <a:lnTo>
                    <a:pt x="2874167" y="3690315"/>
                  </a:lnTo>
                  <a:lnTo>
                    <a:pt x="2874293" y="3690315"/>
                  </a:lnTo>
                  <a:lnTo>
                    <a:pt x="2874419" y="3690315"/>
                  </a:lnTo>
                  <a:lnTo>
                    <a:pt x="2875175" y="3690315"/>
                  </a:lnTo>
                  <a:lnTo>
                    <a:pt x="2878958" y="3685036"/>
                  </a:lnTo>
                  <a:lnTo>
                    <a:pt x="2879210" y="3685036"/>
                  </a:lnTo>
                  <a:lnTo>
                    <a:pt x="2880093" y="3685036"/>
                  </a:lnTo>
                  <a:lnTo>
                    <a:pt x="2882362" y="3685036"/>
                  </a:lnTo>
                  <a:lnTo>
                    <a:pt x="2884380" y="3685036"/>
                  </a:lnTo>
                  <a:lnTo>
                    <a:pt x="2885893" y="3685036"/>
                  </a:lnTo>
                  <a:lnTo>
                    <a:pt x="2886902" y="3685036"/>
                  </a:lnTo>
                  <a:lnTo>
                    <a:pt x="2887154" y="3685036"/>
                  </a:lnTo>
                  <a:lnTo>
                    <a:pt x="2888793" y="3685036"/>
                  </a:lnTo>
                  <a:lnTo>
                    <a:pt x="2893080" y="3685036"/>
                  </a:lnTo>
                  <a:lnTo>
                    <a:pt x="2894089" y="3685036"/>
                  </a:lnTo>
                  <a:lnTo>
                    <a:pt x="2894341" y="3679756"/>
                  </a:lnTo>
                  <a:lnTo>
                    <a:pt x="2894845" y="3674477"/>
                  </a:lnTo>
                  <a:lnTo>
                    <a:pt x="2895223" y="3674477"/>
                  </a:lnTo>
                  <a:lnTo>
                    <a:pt x="2895349" y="3674477"/>
                  </a:lnTo>
                  <a:lnTo>
                    <a:pt x="2895854" y="3669197"/>
                  </a:lnTo>
                  <a:lnTo>
                    <a:pt x="2896484" y="3669197"/>
                  </a:lnTo>
                  <a:lnTo>
                    <a:pt x="2898754" y="3669197"/>
                  </a:lnTo>
                  <a:lnTo>
                    <a:pt x="2901654" y="3669197"/>
                  </a:lnTo>
                  <a:lnTo>
                    <a:pt x="2902536" y="3669197"/>
                  </a:lnTo>
                  <a:lnTo>
                    <a:pt x="2903545" y="3669197"/>
                  </a:lnTo>
                  <a:lnTo>
                    <a:pt x="2904806" y="3669197"/>
                  </a:lnTo>
                  <a:lnTo>
                    <a:pt x="2905184" y="3669197"/>
                  </a:lnTo>
                  <a:lnTo>
                    <a:pt x="2905941" y="3669197"/>
                  </a:lnTo>
                  <a:lnTo>
                    <a:pt x="2906571" y="3669197"/>
                  </a:lnTo>
                  <a:lnTo>
                    <a:pt x="2907328" y="3669197"/>
                  </a:lnTo>
                  <a:lnTo>
                    <a:pt x="2908589" y="3663918"/>
                  </a:lnTo>
                  <a:lnTo>
                    <a:pt x="2910102" y="3663918"/>
                  </a:lnTo>
                  <a:lnTo>
                    <a:pt x="2910606" y="3663918"/>
                  </a:lnTo>
                  <a:lnTo>
                    <a:pt x="2911615" y="3663918"/>
                  </a:lnTo>
                  <a:lnTo>
                    <a:pt x="2913002" y="3663918"/>
                  </a:lnTo>
                  <a:lnTo>
                    <a:pt x="2914010" y="3663918"/>
                  </a:lnTo>
                  <a:lnTo>
                    <a:pt x="2916154" y="3663918"/>
                  </a:lnTo>
                  <a:lnTo>
                    <a:pt x="2917289" y="3663918"/>
                  </a:lnTo>
                  <a:lnTo>
                    <a:pt x="2919180" y="3663918"/>
                  </a:lnTo>
                  <a:lnTo>
                    <a:pt x="2919810" y="3663918"/>
                  </a:lnTo>
                  <a:lnTo>
                    <a:pt x="2920315" y="3663918"/>
                  </a:lnTo>
                  <a:lnTo>
                    <a:pt x="2920693" y="3663918"/>
                  </a:lnTo>
                  <a:lnTo>
                    <a:pt x="2920945" y="3663918"/>
                  </a:lnTo>
                  <a:lnTo>
                    <a:pt x="2922837" y="3658638"/>
                  </a:lnTo>
                  <a:lnTo>
                    <a:pt x="2923341" y="3658638"/>
                  </a:lnTo>
                  <a:lnTo>
                    <a:pt x="2924602" y="3658638"/>
                  </a:lnTo>
                  <a:lnTo>
                    <a:pt x="2926367" y="3658638"/>
                  </a:lnTo>
                  <a:lnTo>
                    <a:pt x="2926619" y="3658638"/>
                  </a:lnTo>
                  <a:lnTo>
                    <a:pt x="2927628" y="3658638"/>
                  </a:lnTo>
                  <a:lnTo>
                    <a:pt x="2929267" y="3653359"/>
                  </a:lnTo>
                  <a:lnTo>
                    <a:pt x="2929393" y="3653359"/>
                  </a:lnTo>
                  <a:lnTo>
                    <a:pt x="2930150" y="3653359"/>
                  </a:lnTo>
                  <a:lnTo>
                    <a:pt x="2931411" y="3648080"/>
                  </a:lnTo>
                  <a:lnTo>
                    <a:pt x="2931789" y="3648080"/>
                  </a:lnTo>
                  <a:lnTo>
                    <a:pt x="2933176" y="3648080"/>
                  </a:lnTo>
                  <a:lnTo>
                    <a:pt x="2933680" y="3648080"/>
                  </a:lnTo>
                  <a:lnTo>
                    <a:pt x="2934689" y="3648080"/>
                  </a:lnTo>
                  <a:lnTo>
                    <a:pt x="2934941" y="3648080"/>
                  </a:lnTo>
                  <a:lnTo>
                    <a:pt x="2936580" y="3648080"/>
                  </a:lnTo>
                  <a:lnTo>
                    <a:pt x="2938724" y="3648080"/>
                  </a:lnTo>
                  <a:lnTo>
                    <a:pt x="2939984" y="3648080"/>
                  </a:lnTo>
                  <a:lnTo>
                    <a:pt x="2940867" y="3648080"/>
                  </a:lnTo>
                  <a:lnTo>
                    <a:pt x="2941119" y="3648080"/>
                  </a:lnTo>
                  <a:lnTo>
                    <a:pt x="2944145" y="3637521"/>
                  </a:lnTo>
                  <a:lnTo>
                    <a:pt x="2945532" y="3637521"/>
                  </a:lnTo>
                  <a:lnTo>
                    <a:pt x="2946415" y="3637521"/>
                  </a:lnTo>
                  <a:lnTo>
                    <a:pt x="2948432" y="3637521"/>
                  </a:lnTo>
                  <a:lnTo>
                    <a:pt x="2949441" y="3637521"/>
                  </a:lnTo>
                  <a:lnTo>
                    <a:pt x="2950198" y="3637521"/>
                  </a:lnTo>
                  <a:lnTo>
                    <a:pt x="2951458" y="3637521"/>
                  </a:lnTo>
                  <a:lnTo>
                    <a:pt x="2952845" y="3632241"/>
                  </a:lnTo>
                  <a:lnTo>
                    <a:pt x="2952971" y="3632241"/>
                  </a:lnTo>
                  <a:lnTo>
                    <a:pt x="2953350" y="3626962"/>
                  </a:lnTo>
                  <a:lnTo>
                    <a:pt x="2954611" y="3621683"/>
                  </a:lnTo>
                  <a:lnTo>
                    <a:pt x="2956124" y="3621683"/>
                  </a:lnTo>
                  <a:lnTo>
                    <a:pt x="2957637" y="3616403"/>
                  </a:lnTo>
                  <a:lnTo>
                    <a:pt x="2959528" y="3605844"/>
                  </a:lnTo>
                  <a:lnTo>
                    <a:pt x="2960537" y="3605844"/>
                  </a:lnTo>
                  <a:lnTo>
                    <a:pt x="2961167" y="3605844"/>
                  </a:lnTo>
                  <a:lnTo>
                    <a:pt x="2965076" y="3605844"/>
                  </a:lnTo>
                  <a:lnTo>
                    <a:pt x="2965706" y="3605844"/>
                  </a:lnTo>
                  <a:lnTo>
                    <a:pt x="2966589" y="3605844"/>
                  </a:lnTo>
                  <a:lnTo>
                    <a:pt x="2969867" y="3595285"/>
                  </a:lnTo>
                  <a:lnTo>
                    <a:pt x="2970372" y="3595285"/>
                  </a:lnTo>
                  <a:lnTo>
                    <a:pt x="2972011" y="3595285"/>
                  </a:lnTo>
                  <a:lnTo>
                    <a:pt x="2972767" y="3590006"/>
                  </a:lnTo>
                  <a:lnTo>
                    <a:pt x="2973650" y="3590006"/>
                  </a:lnTo>
                  <a:lnTo>
                    <a:pt x="2974532" y="3590006"/>
                  </a:lnTo>
                  <a:lnTo>
                    <a:pt x="2975037" y="3590006"/>
                  </a:lnTo>
                  <a:lnTo>
                    <a:pt x="2976802" y="3584727"/>
                  </a:lnTo>
                  <a:lnTo>
                    <a:pt x="2977811" y="3584727"/>
                  </a:lnTo>
                  <a:lnTo>
                    <a:pt x="2977937" y="3584727"/>
                  </a:lnTo>
                  <a:lnTo>
                    <a:pt x="2978063" y="3584727"/>
                  </a:lnTo>
                  <a:lnTo>
                    <a:pt x="2981341" y="3579447"/>
                  </a:lnTo>
                  <a:lnTo>
                    <a:pt x="2981467" y="3579447"/>
                  </a:lnTo>
                  <a:lnTo>
                    <a:pt x="2982854" y="3579447"/>
                  </a:lnTo>
                  <a:lnTo>
                    <a:pt x="2982980" y="3579447"/>
                  </a:lnTo>
                  <a:lnTo>
                    <a:pt x="2984115" y="3579447"/>
                  </a:lnTo>
                  <a:lnTo>
                    <a:pt x="2984619" y="3574168"/>
                  </a:lnTo>
                  <a:lnTo>
                    <a:pt x="2984998" y="3574168"/>
                  </a:lnTo>
                  <a:lnTo>
                    <a:pt x="2985754" y="3574168"/>
                  </a:lnTo>
                  <a:lnTo>
                    <a:pt x="2986889" y="3574168"/>
                  </a:lnTo>
                  <a:lnTo>
                    <a:pt x="2987393" y="3568888"/>
                  </a:lnTo>
                  <a:lnTo>
                    <a:pt x="2988402" y="3568888"/>
                  </a:lnTo>
                  <a:lnTo>
                    <a:pt x="2990293" y="3568888"/>
                  </a:lnTo>
                  <a:lnTo>
                    <a:pt x="2991176" y="3568888"/>
                  </a:lnTo>
                  <a:lnTo>
                    <a:pt x="2992941" y="3568888"/>
                  </a:lnTo>
                  <a:lnTo>
                    <a:pt x="2994833" y="3563609"/>
                  </a:lnTo>
                  <a:lnTo>
                    <a:pt x="2995841" y="3563609"/>
                  </a:lnTo>
                  <a:lnTo>
                    <a:pt x="2996850" y="3563609"/>
                  </a:lnTo>
                  <a:lnTo>
                    <a:pt x="2997102" y="3563609"/>
                  </a:lnTo>
                  <a:lnTo>
                    <a:pt x="2998489" y="3563609"/>
                  </a:lnTo>
                  <a:lnTo>
                    <a:pt x="2999750" y="3563609"/>
                  </a:lnTo>
                  <a:lnTo>
                    <a:pt x="3001515" y="3563609"/>
                  </a:lnTo>
                  <a:lnTo>
                    <a:pt x="3003533" y="3563609"/>
                  </a:lnTo>
                  <a:lnTo>
                    <a:pt x="3004667" y="3563609"/>
                  </a:lnTo>
                  <a:lnTo>
                    <a:pt x="3004794" y="3563609"/>
                  </a:lnTo>
                  <a:lnTo>
                    <a:pt x="3005046" y="3563609"/>
                  </a:lnTo>
                  <a:lnTo>
                    <a:pt x="3005424" y="3563609"/>
                  </a:lnTo>
                  <a:lnTo>
                    <a:pt x="3005550" y="3563609"/>
                  </a:lnTo>
                  <a:lnTo>
                    <a:pt x="3007063" y="3563609"/>
                  </a:lnTo>
                  <a:lnTo>
                    <a:pt x="3008324" y="3563609"/>
                  </a:lnTo>
                  <a:lnTo>
                    <a:pt x="3010846" y="3563609"/>
                  </a:lnTo>
                  <a:lnTo>
                    <a:pt x="3011854" y="3563609"/>
                  </a:lnTo>
                  <a:lnTo>
                    <a:pt x="3014754" y="3563609"/>
                  </a:lnTo>
                  <a:lnTo>
                    <a:pt x="3016015" y="3563609"/>
                  </a:lnTo>
                  <a:lnTo>
                    <a:pt x="3017150" y="3563609"/>
                  </a:lnTo>
                  <a:lnTo>
                    <a:pt x="3019167" y="3563609"/>
                  </a:lnTo>
                  <a:lnTo>
                    <a:pt x="3020554" y="3563609"/>
                  </a:lnTo>
                  <a:lnTo>
                    <a:pt x="3021689" y="3563609"/>
                  </a:lnTo>
                  <a:lnTo>
                    <a:pt x="3022572" y="3563609"/>
                  </a:lnTo>
                  <a:lnTo>
                    <a:pt x="3023076" y="3563609"/>
                  </a:lnTo>
                  <a:lnTo>
                    <a:pt x="3024337" y="3563609"/>
                  </a:lnTo>
                  <a:lnTo>
                    <a:pt x="3025976" y="3563609"/>
                  </a:lnTo>
                  <a:lnTo>
                    <a:pt x="3026102" y="3563609"/>
                  </a:lnTo>
                  <a:lnTo>
                    <a:pt x="3027615" y="3563609"/>
                  </a:lnTo>
                  <a:lnTo>
                    <a:pt x="3029002" y="3563609"/>
                  </a:lnTo>
                  <a:lnTo>
                    <a:pt x="3032659" y="3563609"/>
                  </a:lnTo>
                  <a:lnTo>
                    <a:pt x="3033037" y="3563609"/>
                  </a:lnTo>
                  <a:lnTo>
                    <a:pt x="3035559" y="3563609"/>
                  </a:lnTo>
                  <a:lnTo>
                    <a:pt x="3035811" y="3563609"/>
                  </a:lnTo>
                  <a:lnTo>
                    <a:pt x="3037450" y="3563609"/>
                  </a:lnTo>
                  <a:lnTo>
                    <a:pt x="3037576" y="3563609"/>
                  </a:lnTo>
                  <a:lnTo>
                    <a:pt x="3039215" y="3563609"/>
                  </a:lnTo>
                  <a:lnTo>
                    <a:pt x="3040098" y="3563609"/>
                  </a:lnTo>
                  <a:lnTo>
                    <a:pt x="3040728" y="3563609"/>
                  </a:lnTo>
                  <a:lnTo>
                    <a:pt x="3040855" y="3563609"/>
                  </a:lnTo>
                  <a:lnTo>
                    <a:pt x="3042368" y="3563609"/>
                  </a:lnTo>
                  <a:lnTo>
                    <a:pt x="3045646" y="3542491"/>
                  </a:lnTo>
                  <a:lnTo>
                    <a:pt x="3046150" y="3542491"/>
                  </a:lnTo>
                  <a:lnTo>
                    <a:pt x="3047789" y="3542491"/>
                  </a:lnTo>
                  <a:lnTo>
                    <a:pt x="3048924" y="3542491"/>
                  </a:lnTo>
                  <a:lnTo>
                    <a:pt x="3051320" y="3531932"/>
                  </a:lnTo>
                  <a:lnTo>
                    <a:pt x="3052959" y="3531932"/>
                  </a:lnTo>
                  <a:lnTo>
                    <a:pt x="3053463" y="3531932"/>
                  </a:lnTo>
                  <a:lnTo>
                    <a:pt x="3054346" y="3531932"/>
                  </a:lnTo>
                  <a:lnTo>
                    <a:pt x="3055355" y="3531932"/>
                  </a:lnTo>
                  <a:lnTo>
                    <a:pt x="3055481" y="3531932"/>
                  </a:lnTo>
                  <a:lnTo>
                    <a:pt x="3055859" y="3531932"/>
                  </a:lnTo>
                  <a:lnTo>
                    <a:pt x="3056742" y="3531932"/>
                  </a:lnTo>
                  <a:lnTo>
                    <a:pt x="3057120" y="3531932"/>
                  </a:lnTo>
                  <a:lnTo>
                    <a:pt x="3058885" y="3531932"/>
                  </a:lnTo>
                  <a:lnTo>
                    <a:pt x="3060776" y="3531932"/>
                  </a:lnTo>
                  <a:lnTo>
                    <a:pt x="3061659" y="3531932"/>
                  </a:lnTo>
                  <a:lnTo>
                    <a:pt x="3063046" y="3531932"/>
                  </a:lnTo>
                  <a:lnTo>
                    <a:pt x="3064055" y="3531932"/>
                  </a:lnTo>
                  <a:lnTo>
                    <a:pt x="3069476" y="3521374"/>
                  </a:lnTo>
                  <a:lnTo>
                    <a:pt x="3070233" y="3521374"/>
                  </a:lnTo>
                  <a:lnTo>
                    <a:pt x="3071368" y="3516094"/>
                  </a:lnTo>
                  <a:lnTo>
                    <a:pt x="3071494" y="3516094"/>
                  </a:lnTo>
                  <a:lnTo>
                    <a:pt x="3071620" y="3510815"/>
                  </a:lnTo>
                  <a:lnTo>
                    <a:pt x="3072755" y="3510815"/>
                  </a:lnTo>
                  <a:lnTo>
                    <a:pt x="3076033" y="3510815"/>
                  </a:lnTo>
                  <a:lnTo>
                    <a:pt x="3077420" y="3510815"/>
                  </a:lnTo>
                  <a:lnTo>
                    <a:pt x="3078429" y="3510815"/>
                  </a:lnTo>
                  <a:lnTo>
                    <a:pt x="3079690" y="3510815"/>
                  </a:lnTo>
                  <a:lnTo>
                    <a:pt x="3082590" y="3510815"/>
                  </a:lnTo>
                  <a:lnTo>
                    <a:pt x="3085237" y="3510815"/>
                  </a:lnTo>
                  <a:lnTo>
                    <a:pt x="3086246" y="3510815"/>
                  </a:lnTo>
                  <a:lnTo>
                    <a:pt x="3086624" y="3510815"/>
                  </a:lnTo>
                  <a:lnTo>
                    <a:pt x="3088137" y="3505535"/>
                  </a:lnTo>
                  <a:lnTo>
                    <a:pt x="3091037" y="3505535"/>
                  </a:lnTo>
                  <a:lnTo>
                    <a:pt x="3091542" y="3505535"/>
                  </a:lnTo>
                  <a:lnTo>
                    <a:pt x="3092803" y="3505535"/>
                  </a:lnTo>
                  <a:lnTo>
                    <a:pt x="3094946" y="3500256"/>
                  </a:lnTo>
                  <a:lnTo>
                    <a:pt x="3095072" y="3500256"/>
                  </a:lnTo>
                  <a:lnTo>
                    <a:pt x="3097468" y="3500256"/>
                  </a:lnTo>
                  <a:lnTo>
                    <a:pt x="3098603" y="3500256"/>
                  </a:lnTo>
                  <a:lnTo>
                    <a:pt x="3100242" y="3494976"/>
                  </a:lnTo>
                  <a:lnTo>
                    <a:pt x="3100620" y="3494976"/>
                  </a:lnTo>
                  <a:lnTo>
                    <a:pt x="3104277" y="3489697"/>
                  </a:lnTo>
                  <a:lnTo>
                    <a:pt x="3104781" y="3489697"/>
                  </a:lnTo>
                  <a:lnTo>
                    <a:pt x="3106924" y="3489697"/>
                  </a:lnTo>
                  <a:lnTo>
                    <a:pt x="3108059" y="3489697"/>
                  </a:lnTo>
                  <a:lnTo>
                    <a:pt x="3108185" y="3489697"/>
                  </a:lnTo>
                  <a:lnTo>
                    <a:pt x="3110707" y="3473859"/>
                  </a:lnTo>
                  <a:lnTo>
                    <a:pt x="3111968" y="3473859"/>
                  </a:lnTo>
                  <a:lnTo>
                    <a:pt x="3113103" y="3473859"/>
                  </a:lnTo>
                  <a:lnTo>
                    <a:pt x="3114490" y="3473859"/>
                  </a:lnTo>
                  <a:lnTo>
                    <a:pt x="3115498" y="3473859"/>
                  </a:lnTo>
                  <a:lnTo>
                    <a:pt x="3117390" y="3473859"/>
                  </a:lnTo>
                  <a:lnTo>
                    <a:pt x="3118398" y="3473859"/>
                  </a:lnTo>
                  <a:lnTo>
                    <a:pt x="3119407" y="3473859"/>
                  </a:lnTo>
                  <a:lnTo>
                    <a:pt x="3120542" y="3473859"/>
                  </a:lnTo>
                  <a:lnTo>
                    <a:pt x="3122055" y="3473859"/>
                  </a:lnTo>
                  <a:lnTo>
                    <a:pt x="3123442" y="3468579"/>
                  </a:lnTo>
                  <a:lnTo>
                    <a:pt x="3124955" y="3468579"/>
                  </a:lnTo>
                  <a:lnTo>
                    <a:pt x="3125459" y="3468579"/>
                  </a:lnTo>
                  <a:lnTo>
                    <a:pt x="3126972" y="3468579"/>
                  </a:lnTo>
                  <a:lnTo>
                    <a:pt x="3127098" y="3468579"/>
                  </a:lnTo>
                  <a:lnTo>
                    <a:pt x="3127351" y="3468579"/>
                  </a:lnTo>
                  <a:lnTo>
                    <a:pt x="3128107" y="3468579"/>
                  </a:lnTo>
                  <a:lnTo>
                    <a:pt x="3128359" y="3468579"/>
                  </a:lnTo>
                  <a:lnTo>
                    <a:pt x="3129494" y="3468579"/>
                  </a:lnTo>
                  <a:lnTo>
                    <a:pt x="3130377" y="3468579"/>
                  </a:lnTo>
                  <a:lnTo>
                    <a:pt x="3131890" y="3468579"/>
                  </a:lnTo>
                  <a:lnTo>
                    <a:pt x="3133277" y="3468579"/>
                  </a:lnTo>
                  <a:lnTo>
                    <a:pt x="3133403" y="3468579"/>
                  </a:lnTo>
                  <a:lnTo>
                    <a:pt x="3134159" y="3468579"/>
                  </a:lnTo>
                  <a:lnTo>
                    <a:pt x="3135042" y="3468579"/>
                  </a:lnTo>
                  <a:lnTo>
                    <a:pt x="3135925" y="3468579"/>
                  </a:lnTo>
                  <a:lnTo>
                    <a:pt x="3136051" y="3468579"/>
                  </a:lnTo>
                  <a:lnTo>
                    <a:pt x="3139077" y="3463300"/>
                  </a:lnTo>
                  <a:lnTo>
                    <a:pt x="3139833" y="3463300"/>
                  </a:lnTo>
                  <a:lnTo>
                    <a:pt x="3141094" y="3463300"/>
                  </a:lnTo>
                  <a:lnTo>
                    <a:pt x="3142355" y="3463300"/>
                  </a:lnTo>
                  <a:lnTo>
                    <a:pt x="3143364" y="3452741"/>
                  </a:lnTo>
                  <a:lnTo>
                    <a:pt x="3144499" y="3452741"/>
                  </a:lnTo>
                  <a:lnTo>
                    <a:pt x="3145759" y="3452741"/>
                  </a:lnTo>
                  <a:lnTo>
                    <a:pt x="3148281" y="3452741"/>
                  </a:lnTo>
                  <a:lnTo>
                    <a:pt x="3148281" y="3447462"/>
                  </a:lnTo>
                  <a:lnTo>
                    <a:pt x="3148912" y="3447462"/>
                  </a:lnTo>
                  <a:lnTo>
                    <a:pt x="3150551" y="3442182"/>
                  </a:lnTo>
                  <a:lnTo>
                    <a:pt x="3151559" y="3442182"/>
                  </a:lnTo>
                  <a:lnTo>
                    <a:pt x="3152064" y="3436903"/>
                  </a:lnTo>
                  <a:lnTo>
                    <a:pt x="3152946" y="3436903"/>
                  </a:lnTo>
                  <a:lnTo>
                    <a:pt x="3154081" y="3436903"/>
                  </a:lnTo>
                  <a:lnTo>
                    <a:pt x="3154333" y="3436903"/>
                  </a:lnTo>
                  <a:lnTo>
                    <a:pt x="3154460" y="3436903"/>
                  </a:lnTo>
                  <a:lnTo>
                    <a:pt x="3156603" y="3436903"/>
                  </a:lnTo>
                  <a:lnTo>
                    <a:pt x="3157738" y="3431623"/>
                  </a:lnTo>
                  <a:lnTo>
                    <a:pt x="3158494" y="3431623"/>
                  </a:lnTo>
                  <a:lnTo>
                    <a:pt x="3160260" y="3431623"/>
                  </a:lnTo>
                  <a:lnTo>
                    <a:pt x="3160386" y="3431623"/>
                  </a:lnTo>
                  <a:lnTo>
                    <a:pt x="3162025" y="3431623"/>
                  </a:lnTo>
                  <a:lnTo>
                    <a:pt x="3163160" y="3431623"/>
                  </a:lnTo>
                  <a:lnTo>
                    <a:pt x="3164925" y="3426344"/>
                  </a:lnTo>
                  <a:lnTo>
                    <a:pt x="3165303" y="3426344"/>
                  </a:lnTo>
                  <a:lnTo>
                    <a:pt x="3170599" y="3415785"/>
                  </a:lnTo>
                  <a:lnTo>
                    <a:pt x="3170725" y="3415785"/>
                  </a:lnTo>
                  <a:lnTo>
                    <a:pt x="3172112" y="3415785"/>
                  </a:lnTo>
                  <a:lnTo>
                    <a:pt x="3172616" y="3415785"/>
                  </a:lnTo>
                  <a:lnTo>
                    <a:pt x="3172868" y="3415785"/>
                  </a:lnTo>
                  <a:lnTo>
                    <a:pt x="3173625" y="3415785"/>
                  </a:lnTo>
                  <a:lnTo>
                    <a:pt x="3174129" y="3410506"/>
                  </a:lnTo>
                  <a:lnTo>
                    <a:pt x="3175894" y="3410506"/>
                  </a:lnTo>
                  <a:lnTo>
                    <a:pt x="3179047" y="3410506"/>
                  </a:lnTo>
                  <a:lnTo>
                    <a:pt x="3180055" y="3410506"/>
                  </a:lnTo>
                  <a:lnTo>
                    <a:pt x="3182829" y="3410506"/>
                  </a:lnTo>
                  <a:lnTo>
                    <a:pt x="3183207" y="3410506"/>
                  </a:lnTo>
                  <a:lnTo>
                    <a:pt x="3184342" y="3410506"/>
                  </a:lnTo>
                  <a:lnTo>
                    <a:pt x="3185477" y="3410506"/>
                  </a:lnTo>
                  <a:lnTo>
                    <a:pt x="3186738" y="3410506"/>
                  </a:lnTo>
                  <a:lnTo>
                    <a:pt x="3187116" y="3410506"/>
                  </a:lnTo>
                  <a:lnTo>
                    <a:pt x="3187242" y="3410506"/>
                  </a:lnTo>
                  <a:lnTo>
                    <a:pt x="3188755" y="3410506"/>
                  </a:lnTo>
                  <a:lnTo>
                    <a:pt x="3189764" y="3410506"/>
                  </a:lnTo>
                  <a:lnTo>
                    <a:pt x="3190268" y="3410506"/>
                  </a:lnTo>
                  <a:lnTo>
                    <a:pt x="3191529" y="3410506"/>
                  </a:lnTo>
                  <a:lnTo>
                    <a:pt x="3192034" y="3410506"/>
                  </a:lnTo>
                  <a:lnTo>
                    <a:pt x="3193925" y="3410506"/>
                  </a:lnTo>
                  <a:lnTo>
                    <a:pt x="3196195" y="3410506"/>
                  </a:lnTo>
                  <a:lnTo>
                    <a:pt x="3201742" y="3410506"/>
                  </a:lnTo>
                  <a:lnTo>
                    <a:pt x="3203634" y="3410506"/>
                  </a:lnTo>
                  <a:lnTo>
                    <a:pt x="3206408" y="3410506"/>
                  </a:lnTo>
                  <a:lnTo>
                    <a:pt x="3207542" y="3410506"/>
                  </a:lnTo>
                  <a:lnTo>
                    <a:pt x="3208803" y="3410506"/>
                  </a:lnTo>
                  <a:lnTo>
                    <a:pt x="3210064" y="3410506"/>
                  </a:lnTo>
                  <a:lnTo>
                    <a:pt x="3210821" y="3405226"/>
                  </a:lnTo>
                  <a:lnTo>
                    <a:pt x="3210947" y="3405226"/>
                  </a:lnTo>
                  <a:lnTo>
                    <a:pt x="3211073" y="3405226"/>
                  </a:lnTo>
                  <a:lnTo>
                    <a:pt x="3212208" y="3405226"/>
                  </a:lnTo>
                  <a:lnTo>
                    <a:pt x="3213090" y="3405226"/>
                  </a:lnTo>
                  <a:lnTo>
                    <a:pt x="3214603" y="3405226"/>
                  </a:lnTo>
                  <a:lnTo>
                    <a:pt x="3216242" y="3405226"/>
                  </a:lnTo>
                  <a:lnTo>
                    <a:pt x="3218638" y="3405226"/>
                  </a:lnTo>
                  <a:lnTo>
                    <a:pt x="3220151" y="3399947"/>
                  </a:lnTo>
                  <a:lnTo>
                    <a:pt x="3220656" y="3399947"/>
                  </a:lnTo>
                  <a:lnTo>
                    <a:pt x="3223303" y="3399947"/>
                  </a:lnTo>
                  <a:lnTo>
                    <a:pt x="3224186" y="3399947"/>
                  </a:lnTo>
                  <a:lnTo>
                    <a:pt x="3224942" y="3399947"/>
                  </a:lnTo>
                  <a:lnTo>
                    <a:pt x="3225069" y="3399947"/>
                  </a:lnTo>
                  <a:lnTo>
                    <a:pt x="3225195" y="3399947"/>
                  </a:lnTo>
                  <a:lnTo>
                    <a:pt x="3226329" y="3394667"/>
                  </a:lnTo>
                  <a:lnTo>
                    <a:pt x="3226456" y="3394667"/>
                  </a:lnTo>
                  <a:lnTo>
                    <a:pt x="3227843" y="3394667"/>
                  </a:lnTo>
                  <a:lnTo>
                    <a:pt x="3228473" y="3389388"/>
                  </a:lnTo>
                  <a:lnTo>
                    <a:pt x="3229229" y="3389388"/>
                  </a:lnTo>
                  <a:lnTo>
                    <a:pt x="3231499" y="3384109"/>
                  </a:lnTo>
                  <a:lnTo>
                    <a:pt x="3232634" y="3378829"/>
                  </a:lnTo>
                  <a:lnTo>
                    <a:pt x="3234147" y="3373550"/>
                  </a:lnTo>
                  <a:lnTo>
                    <a:pt x="3234903" y="3373550"/>
                  </a:lnTo>
                  <a:lnTo>
                    <a:pt x="3236795" y="3373550"/>
                  </a:lnTo>
                  <a:lnTo>
                    <a:pt x="3238560" y="3373550"/>
                  </a:lnTo>
                  <a:lnTo>
                    <a:pt x="3239947" y="3373550"/>
                  </a:lnTo>
                  <a:lnTo>
                    <a:pt x="3240830" y="3368270"/>
                  </a:lnTo>
                  <a:lnTo>
                    <a:pt x="3240956" y="3368270"/>
                  </a:lnTo>
                  <a:lnTo>
                    <a:pt x="3241208" y="3368270"/>
                  </a:lnTo>
                  <a:lnTo>
                    <a:pt x="3244990" y="3368270"/>
                  </a:lnTo>
                  <a:lnTo>
                    <a:pt x="3246503" y="3368270"/>
                  </a:lnTo>
                  <a:lnTo>
                    <a:pt x="3247512" y="3368270"/>
                  </a:lnTo>
                  <a:lnTo>
                    <a:pt x="3249277" y="3368270"/>
                  </a:lnTo>
                  <a:lnTo>
                    <a:pt x="3249530" y="3368270"/>
                  </a:lnTo>
                  <a:lnTo>
                    <a:pt x="3251043" y="3368270"/>
                  </a:lnTo>
                  <a:lnTo>
                    <a:pt x="3252430" y="3368270"/>
                  </a:lnTo>
                  <a:lnTo>
                    <a:pt x="3253564" y="3362991"/>
                  </a:lnTo>
                  <a:lnTo>
                    <a:pt x="3253690" y="3362991"/>
                  </a:lnTo>
                  <a:lnTo>
                    <a:pt x="3254447" y="3362991"/>
                  </a:lnTo>
                  <a:lnTo>
                    <a:pt x="3256086" y="3362991"/>
                  </a:lnTo>
                  <a:lnTo>
                    <a:pt x="3257725" y="3362991"/>
                  </a:lnTo>
                  <a:lnTo>
                    <a:pt x="3258734" y="3357711"/>
                  </a:lnTo>
                  <a:lnTo>
                    <a:pt x="3259238" y="3357711"/>
                  </a:lnTo>
                  <a:lnTo>
                    <a:pt x="3260625" y="3357711"/>
                  </a:lnTo>
                  <a:lnTo>
                    <a:pt x="3261886" y="3357711"/>
                  </a:lnTo>
                  <a:lnTo>
                    <a:pt x="3262643" y="3357711"/>
                  </a:lnTo>
                  <a:lnTo>
                    <a:pt x="3263777" y="3357711"/>
                  </a:lnTo>
                  <a:lnTo>
                    <a:pt x="3267938" y="3352432"/>
                  </a:lnTo>
                  <a:lnTo>
                    <a:pt x="3270334" y="3352432"/>
                  </a:lnTo>
                  <a:lnTo>
                    <a:pt x="3270964" y="3352432"/>
                  </a:lnTo>
                  <a:lnTo>
                    <a:pt x="3271343" y="3352432"/>
                  </a:lnTo>
                  <a:lnTo>
                    <a:pt x="3274747" y="3352432"/>
                  </a:lnTo>
                  <a:lnTo>
                    <a:pt x="3274873" y="3352432"/>
                  </a:lnTo>
                  <a:lnTo>
                    <a:pt x="3275882" y="3352432"/>
                  </a:lnTo>
                  <a:lnTo>
                    <a:pt x="3277269" y="3352432"/>
                  </a:lnTo>
                  <a:lnTo>
                    <a:pt x="3277395" y="3352432"/>
                  </a:lnTo>
                  <a:lnTo>
                    <a:pt x="3277647" y="3352432"/>
                  </a:lnTo>
                  <a:lnTo>
                    <a:pt x="3279160" y="3347153"/>
                  </a:lnTo>
                  <a:lnTo>
                    <a:pt x="3279286" y="3347153"/>
                  </a:lnTo>
                  <a:lnTo>
                    <a:pt x="3281430" y="3347153"/>
                  </a:lnTo>
                  <a:lnTo>
                    <a:pt x="3281682" y="3347153"/>
                  </a:lnTo>
                  <a:lnTo>
                    <a:pt x="3285212" y="3347153"/>
                  </a:lnTo>
                  <a:lnTo>
                    <a:pt x="3286725" y="3347153"/>
                  </a:lnTo>
                  <a:lnTo>
                    <a:pt x="3287860" y="3341873"/>
                  </a:lnTo>
                  <a:lnTo>
                    <a:pt x="3289752" y="3341873"/>
                  </a:lnTo>
                  <a:lnTo>
                    <a:pt x="3290130" y="3341873"/>
                  </a:lnTo>
                  <a:lnTo>
                    <a:pt x="3291265" y="3341873"/>
                  </a:lnTo>
                  <a:lnTo>
                    <a:pt x="3292652" y="3341873"/>
                  </a:lnTo>
                  <a:lnTo>
                    <a:pt x="3295047" y="3341873"/>
                  </a:lnTo>
                  <a:lnTo>
                    <a:pt x="3297695" y="3336594"/>
                  </a:lnTo>
                  <a:lnTo>
                    <a:pt x="3298704" y="3336594"/>
                  </a:lnTo>
                  <a:lnTo>
                    <a:pt x="3299712" y="3336594"/>
                  </a:lnTo>
                  <a:lnTo>
                    <a:pt x="3301478" y="3331314"/>
                  </a:lnTo>
                  <a:lnTo>
                    <a:pt x="3301982" y="3331314"/>
                  </a:lnTo>
                  <a:lnTo>
                    <a:pt x="3302486" y="3331314"/>
                  </a:lnTo>
                  <a:lnTo>
                    <a:pt x="3303369" y="3326035"/>
                  </a:lnTo>
                  <a:lnTo>
                    <a:pt x="3304504" y="3326035"/>
                  </a:lnTo>
                  <a:lnTo>
                    <a:pt x="3307908" y="3326035"/>
                  </a:lnTo>
                  <a:lnTo>
                    <a:pt x="3309673" y="3326035"/>
                  </a:lnTo>
                  <a:lnTo>
                    <a:pt x="3309926" y="3326035"/>
                  </a:lnTo>
                  <a:lnTo>
                    <a:pt x="3311691" y="3320756"/>
                  </a:lnTo>
                  <a:lnTo>
                    <a:pt x="3312699" y="3320756"/>
                  </a:lnTo>
                  <a:lnTo>
                    <a:pt x="3313078" y="3315476"/>
                  </a:lnTo>
                  <a:lnTo>
                    <a:pt x="3315095" y="3315476"/>
                  </a:lnTo>
                  <a:lnTo>
                    <a:pt x="3315726" y="3315476"/>
                  </a:lnTo>
                  <a:lnTo>
                    <a:pt x="3316860" y="3315476"/>
                  </a:lnTo>
                  <a:lnTo>
                    <a:pt x="3317869" y="3315476"/>
                  </a:lnTo>
                  <a:lnTo>
                    <a:pt x="3320643" y="3315476"/>
                  </a:lnTo>
                  <a:lnTo>
                    <a:pt x="3321147" y="3315476"/>
                  </a:lnTo>
                  <a:lnTo>
                    <a:pt x="3322534" y="3315476"/>
                  </a:lnTo>
                  <a:lnTo>
                    <a:pt x="3325182" y="3315476"/>
                  </a:lnTo>
                  <a:lnTo>
                    <a:pt x="3326695" y="3315476"/>
                  </a:lnTo>
                  <a:lnTo>
                    <a:pt x="3327326" y="3315476"/>
                  </a:lnTo>
                  <a:lnTo>
                    <a:pt x="3327956" y="3315476"/>
                  </a:lnTo>
                  <a:lnTo>
                    <a:pt x="3329847" y="3315476"/>
                  </a:lnTo>
                  <a:lnTo>
                    <a:pt x="3332117" y="3304917"/>
                  </a:lnTo>
                  <a:lnTo>
                    <a:pt x="3333756" y="3304917"/>
                  </a:lnTo>
                  <a:lnTo>
                    <a:pt x="3334008" y="3304917"/>
                  </a:lnTo>
                  <a:lnTo>
                    <a:pt x="3334134" y="3304917"/>
                  </a:lnTo>
                  <a:lnTo>
                    <a:pt x="3338674" y="3304917"/>
                  </a:lnTo>
                  <a:lnTo>
                    <a:pt x="3341447" y="3304917"/>
                  </a:lnTo>
                  <a:lnTo>
                    <a:pt x="3342078" y="3304917"/>
                  </a:lnTo>
                  <a:lnTo>
                    <a:pt x="3342456" y="3304917"/>
                  </a:lnTo>
                  <a:lnTo>
                    <a:pt x="3344095" y="3304917"/>
                  </a:lnTo>
                  <a:lnTo>
                    <a:pt x="3345230" y="3299638"/>
                  </a:lnTo>
                  <a:lnTo>
                    <a:pt x="3347500" y="3299638"/>
                  </a:lnTo>
                  <a:lnTo>
                    <a:pt x="3347878" y="3299638"/>
                  </a:lnTo>
                  <a:lnTo>
                    <a:pt x="3349013" y="3299638"/>
                  </a:lnTo>
                  <a:lnTo>
                    <a:pt x="3350400" y="3299638"/>
                  </a:lnTo>
                  <a:lnTo>
                    <a:pt x="3351156" y="3299638"/>
                  </a:lnTo>
                  <a:lnTo>
                    <a:pt x="3352921" y="3289079"/>
                  </a:lnTo>
                  <a:lnTo>
                    <a:pt x="3353930" y="3289079"/>
                  </a:lnTo>
                  <a:lnTo>
                    <a:pt x="3356074" y="3289079"/>
                  </a:lnTo>
                  <a:lnTo>
                    <a:pt x="3357587" y="3283800"/>
                  </a:lnTo>
                  <a:lnTo>
                    <a:pt x="3359604" y="3278520"/>
                  </a:lnTo>
                  <a:lnTo>
                    <a:pt x="3360865" y="3278520"/>
                  </a:lnTo>
                  <a:lnTo>
                    <a:pt x="3361621" y="3278520"/>
                  </a:lnTo>
                  <a:lnTo>
                    <a:pt x="3362756" y="3278520"/>
                  </a:lnTo>
                  <a:lnTo>
                    <a:pt x="3364900" y="3278520"/>
                  </a:lnTo>
                  <a:lnTo>
                    <a:pt x="3367295" y="3273241"/>
                  </a:lnTo>
                  <a:lnTo>
                    <a:pt x="3369817" y="3273241"/>
                  </a:lnTo>
                  <a:lnTo>
                    <a:pt x="3370952" y="3273241"/>
                  </a:lnTo>
                  <a:lnTo>
                    <a:pt x="3371456" y="3267961"/>
                  </a:lnTo>
                  <a:lnTo>
                    <a:pt x="3373348" y="3267961"/>
                  </a:lnTo>
                  <a:lnTo>
                    <a:pt x="3374104" y="3267961"/>
                  </a:lnTo>
                  <a:lnTo>
                    <a:pt x="3375239" y="3262682"/>
                  </a:lnTo>
                  <a:lnTo>
                    <a:pt x="3376626" y="3262682"/>
                  </a:lnTo>
                  <a:lnTo>
                    <a:pt x="3378391" y="3262682"/>
                  </a:lnTo>
                  <a:lnTo>
                    <a:pt x="3381039" y="3262682"/>
                  </a:lnTo>
                  <a:lnTo>
                    <a:pt x="3381922" y="3262682"/>
                  </a:lnTo>
                  <a:lnTo>
                    <a:pt x="3382804" y="3257402"/>
                  </a:lnTo>
                  <a:lnTo>
                    <a:pt x="3385452" y="3257402"/>
                  </a:lnTo>
                  <a:lnTo>
                    <a:pt x="3387091" y="3257402"/>
                  </a:lnTo>
                  <a:lnTo>
                    <a:pt x="3388478" y="3257402"/>
                  </a:lnTo>
                  <a:lnTo>
                    <a:pt x="3388856" y="3257402"/>
                  </a:lnTo>
                  <a:lnTo>
                    <a:pt x="3390243" y="3257402"/>
                  </a:lnTo>
                  <a:lnTo>
                    <a:pt x="3391126" y="3257402"/>
                  </a:lnTo>
                  <a:lnTo>
                    <a:pt x="3393522" y="3252123"/>
                  </a:lnTo>
                  <a:lnTo>
                    <a:pt x="3394152" y="3252123"/>
                  </a:lnTo>
                  <a:lnTo>
                    <a:pt x="3397304" y="3246844"/>
                  </a:lnTo>
                  <a:lnTo>
                    <a:pt x="3399069" y="3246844"/>
                  </a:lnTo>
                  <a:lnTo>
                    <a:pt x="3399952" y="3246844"/>
                  </a:lnTo>
                  <a:lnTo>
                    <a:pt x="3402600" y="3246844"/>
                  </a:lnTo>
                  <a:lnTo>
                    <a:pt x="3402726" y="3246844"/>
                  </a:lnTo>
                  <a:lnTo>
                    <a:pt x="3402852" y="3246844"/>
                  </a:lnTo>
                  <a:lnTo>
                    <a:pt x="3403987" y="3241564"/>
                  </a:lnTo>
                  <a:lnTo>
                    <a:pt x="3405248" y="3241564"/>
                  </a:lnTo>
                  <a:lnTo>
                    <a:pt x="3407139" y="3241564"/>
                  </a:lnTo>
                  <a:lnTo>
                    <a:pt x="3407643" y="3241564"/>
                  </a:lnTo>
                  <a:lnTo>
                    <a:pt x="3407770" y="3241564"/>
                  </a:lnTo>
                  <a:lnTo>
                    <a:pt x="3409535" y="3241564"/>
                  </a:lnTo>
                  <a:lnTo>
                    <a:pt x="3411426" y="3236285"/>
                  </a:lnTo>
                  <a:lnTo>
                    <a:pt x="3412183" y="3236285"/>
                  </a:lnTo>
                  <a:lnTo>
                    <a:pt x="3413696" y="3236285"/>
                  </a:lnTo>
                  <a:lnTo>
                    <a:pt x="3415965" y="3236285"/>
                  </a:lnTo>
                  <a:lnTo>
                    <a:pt x="3417352" y="3236285"/>
                  </a:lnTo>
                  <a:lnTo>
                    <a:pt x="3418613" y="3236285"/>
                  </a:lnTo>
                  <a:lnTo>
                    <a:pt x="3418739" y="3236285"/>
                  </a:lnTo>
                  <a:lnTo>
                    <a:pt x="3419244" y="3236285"/>
                  </a:lnTo>
                  <a:lnTo>
                    <a:pt x="3420000" y="3236285"/>
                  </a:lnTo>
                  <a:lnTo>
                    <a:pt x="3420630" y="3236285"/>
                  </a:lnTo>
                  <a:lnTo>
                    <a:pt x="3422900" y="3236285"/>
                  </a:lnTo>
                  <a:lnTo>
                    <a:pt x="3424413" y="3236285"/>
                  </a:lnTo>
                  <a:lnTo>
                    <a:pt x="3425674" y="3231005"/>
                  </a:lnTo>
                  <a:lnTo>
                    <a:pt x="3427061" y="3231005"/>
                  </a:lnTo>
                  <a:lnTo>
                    <a:pt x="3430087" y="3231005"/>
                  </a:lnTo>
                  <a:lnTo>
                    <a:pt x="3430465" y="3231005"/>
                  </a:lnTo>
                  <a:lnTo>
                    <a:pt x="3431222" y="3231005"/>
                  </a:lnTo>
                  <a:lnTo>
                    <a:pt x="3434122" y="3225726"/>
                  </a:lnTo>
                  <a:lnTo>
                    <a:pt x="3435509" y="3225726"/>
                  </a:lnTo>
                  <a:lnTo>
                    <a:pt x="3437526" y="3225726"/>
                  </a:lnTo>
                  <a:lnTo>
                    <a:pt x="3438913" y="3225726"/>
                  </a:lnTo>
                  <a:lnTo>
                    <a:pt x="3439796" y="3225726"/>
                  </a:lnTo>
                  <a:lnTo>
                    <a:pt x="3441309" y="3225726"/>
                  </a:lnTo>
                  <a:lnTo>
                    <a:pt x="3443074" y="3225726"/>
                  </a:lnTo>
                  <a:lnTo>
                    <a:pt x="3444209" y="3220447"/>
                  </a:lnTo>
                  <a:lnTo>
                    <a:pt x="3444839" y="3215167"/>
                  </a:lnTo>
                  <a:lnTo>
                    <a:pt x="3448622" y="3209888"/>
                  </a:lnTo>
                  <a:lnTo>
                    <a:pt x="3449883" y="3209888"/>
                  </a:lnTo>
                  <a:lnTo>
                    <a:pt x="3453413" y="3209888"/>
                  </a:lnTo>
                  <a:lnTo>
                    <a:pt x="3455305" y="3209888"/>
                  </a:lnTo>
                  <a:lnTo>
                    <a:pt x="3456061" y="3209888"/>
                  </a:lnTo>
                  <a:lnTo>
                    <a:pt x="3456439" y="3209888"/>
                  </a:lnTo>
                  <a:lnTo>
                    <a:pt x="3457574" y="3209888"/>
                  </a:lnTo>
                  <a:lnTo>
                    <a:pt x="3459213" y="3204608"/>
                  </a:lnTo>
                  <a:lnTo>
                    <a:pt x="3460474" y="3204608"/>
                  </a:lnTo>
                  <a:lnTo>
                    <a:pt x="3460600" y="3204608"/>
                  </a:lnTo>
                  <a:lnTo>
                    <a:pt x="3462113" y="3199329"/>
                  </a:lnTo>
                  <a:lnTo>
                    <a:pt x="3462239" y="3199329"/>
                  </a:lnTo>
                  <a:lnTo>
                    <a:pt x="3462870" y="3199329"/>
                  </a:lnTo>
                  <a:lnTo>
                    <a:pt x="3464005" y="3199329"/>
                  </a:lnTo>
                  <a:lnTo>
                    <a:pt x="3464131" y="3199329"/>
                  </a:lnTo>
                  <a:lnTo>
                    <a:pt x="3466022" y="3199329"/>
                  </a:lnTo>
                  <a:lnTo>
                    <a:pt x="3467913" y="3199329"/>
                  </a:lnTo>
                  <a:lnTo>
                    <a:pt x="3469679" y="3194049"/>
                  </a:lnTo>
                  <a:lnTo>
                    <a:pt x="3469931" y="3194049"/>
                  </a:lnTo>
                  <a:lnTo>
                    <a:pt x="3472705" y="3194049"/>
                  </a:lnTo>
                  <a:lnTo>
                    <a:pt x="3475605" y="3188770"/>
                  </a:lnTo>
                  <a:lnTo>
                    <a:pt x="3475983" y="3188770"/>
                  </a:lnTo>
                  <a:lnTo>
                    <a:pt x="3476361" y="3188770"/>
                  </a:lnTo>
                  <a:lnTo>
                    <a:pt x="3484053" y="3178211"/>
                  </a:lnTo>
                  <a:lnTo>
                    <a:pt x="3484809" y="3178211"/>
                  </a:lnTo>
                  <a:lnTo>
                    <a:pt x="3487079" y="3178211"/>
                  </a:lnTo>
                  <a:lnTo>
                    <a:pt x="3488213" y="3178211"/>
                  </a:lnTo>
                  <a:lnTo>
                    <a:pt x="3488340" y="3178211"/>
                  </a:lnTo>
                  <a:lnTo>
                    <a:pt x="3490861" y="3178211"/>
                  </a:lnTo>
                  <a:lnTo>
                    <a:pt x="3492626" y="3178211"/>
                  </a:lnTo>
                  <a:lnTo>
                    <a:pt x="3492753" y="3178211"/>
                  </a:lnTo>
                  <a:lnTo>
                    <a:pt x="3494518" y="3178211"/>
                  </a:lnTo>
                  <a:lnTo>
                    <a:pt x="3495653" y="3172932"/>
                  </a:lnTo>
                  <a:lnTo>
                    <a:pt x="3496031" y="3172932"/>
                  </a:lnTo>
                  <a:lnTo>
                    <a:pt x="3497418" y="3172932"/>
                  </a:lnTo>
                  <a:lnTo>
                    <a:pt x="3499183" y="3167652"/>
                  </a:lnTo>
                  <a:lnTo>
                    <a:pt x="3499813" y="3167652"/>
                  </a:lnTo>
                  <a:lnTo>
                    <a:pt x="3500822" y="3157093"/>
                  </a:lnTo>
                  <a:lnTo>
                    <a:pt x="3502966" y="3151814"/>
                  </a:lnTo>
                  <a:lnTo>
                    <a:pt x="3504983" y="3151814"/>
                  </a:lnTo>
                  <a:lnTo>
                    <a:pt x="3506748" y="3151814"/>
                  </a:lnTo>
                  <a:lnTo>
                    <a:pt x="3507127" y="3151814"/>
                  </a:lnTo>
                  <a:lnTo>
                    <a:pt x="3508514" y="3151814"/>
                  </a:lnTo>
                  <a:lnTo>
                    <a:pt x="3509396" y="3151814"/>
                  </a:lnTo>
                  <a:lnTo>
                    <a:pt x="3511918" y="3151814"/>
                  </a:lnTo>
                  <a:lnTo>
                    <a:pt x="3515196" y="3146535"/>
                  </a:lnTo>
                  <a:lnTo>
                    <a:pt x="3517844" y="3146535"/>
                  </a:lnTo>
                  <a:lnTo>
                    <a:pt x="3518979" y="3146535"/>
                  </a:lnTo>
                  <a:lnTo>
                    <a:pt x="3520744" y="3146535"/>
                  </a:lnTo>
                  <a:lnTo>
                    <a:pt x="3521122" y="3146535"/>
                  </a:lnTo>
                  <a:lnTo>
                    <a:pt x="3522383" y="3146535"/>
                  </a:lnTo>
                  <a:lnTo>
                    <a:pt x="3525031" y="3135976"/>
                  </a:lnTo>
                  <a:lnTo>
                    <a:pt x="3526670" y="3125417"/>
                  </a:lnTo>
                  <a:lnTo>
                    <a:pt x="3526670" y="3120138"/>
                  </a:lnTo>
                  <a:lnTo>
                    <a:pt x="3528183" y="3114858"/>
                  </a:lnTo>
                  <a:lnTo>
                    <a:pt x="3529066" y="3114858"/>
                  </a:lnTo>
                  <a:lnTo>
                    <a:pt x="3529696" y="3114858"/>
                  </a:lnTo>
                  <a:lnTo>
                    <a:pt x="3530831" y="3109579"/>
                  </a:lnTo>
                  <a:lnTo>
                    <a:pt x="3531966" y="3109579"/>
                  </a:lnTo>
                  <a:lnTo>
                    <a:pt x="3535118" y="3109579"/>
                  </a:lnTo>
                  <a:lnTo>
                    <a:pt x="3536505" y="3104299"/>
                  </a:lnTo>
                  <a:lnTo>
                    <a:pt x="3538144" y="3104299"/>
                  </a:lnTo>
                  <a:lnTo>
                    <a:pt x="3539909" y="3104299"/>
                  </a:lnTo>
                  <a:lnTo>
                    <a:pt x="3541675" y="3104299"/>
                  </a:lnTo>
                  <a:lnTo>
                    <a:pt x="3542935" y="3099020"/>
                  </a:lnTo>
                  <a:lnTo>
                    <a:pt x="3543692" y="3099020"/>
                  </a:lnTo>
                  <a:lnTo>
                    <a:pt x="3545583" y="3093740"/>
                  </a:lnTo>
                  <a:lnTo>
                    <a:pt x="3545709" y="3093740"/>
                  </a:lnTo>
                  <a:lnTo>
                    <a:pt x="3548357" y="3093740"/>
                  </a:lnTo>
                  <a:lnTo>
                    <a:pt x="3549114" y="3093740"/>
                  </a:lnTo>
                  <a:lnTo>
                    <a:pt x="3551005" y="3093740"/>
                  </a:lnTo>
                  <a:lnTo>
                    <a:pt x="3553779" y="3093740"/>
                  </a:lnTo>
                  <a:lnTo>
                    <a:pt x="3553905" y="3093740"/>
                  </a:lnTo>
                  <a:lnTo>
                    <a:pt x="3555670" y="3088461"/>
                  </a:lnTo>
                  <a:lnTo>
                    <a:pt x="3557183" y="3088461"/>
                  </a:lnTo>
                  <a:lnTo>
                    <a:pt x="3557814" y="3088461"/>
                  </a:lnTo>
                  <a:lnTo>
                    <a:pt x="3561596" y="3088461"/>
                  </a:lnTo>
                  <a:lnTo>
                    <a:pt x="3562731" y="3088461"/>
                  </a:lnTo>
                  <a:lnTo>
                    <a:pt x="3563236" y="3088461"/>
                  </a:lnTo>
                  <a:lnTo>
                    <a:pt x="3564623" y="3088461"/>
                  </a:lnTo>
                  <a:lnTo>
                    <a:pt x="3566766" y="3088461"/>
                  </a:lnTo>
                  <a:lnTo>
                    <a:pt x="3568279" y="3088461"/>
                  </a:lnTo>
                  <a:lnTo>
                    <a:pt x="3568910" y="3088461"/>
                  </a:lnTo>
                  <a:lnTo>
                    <a:pt x="3570296" y="3088461"/>
                  </a:lnTo>
                  <a:lnTo>
                    <a:pt x="3571053" y="3088461"/>
                  </a:lnTo>
                  <a:lnTo>
                    <a:pt x="3572692" y="3088461"/>
                  </a:lnTo>
                  <a:lnTo>
                    <a:pt x="3574205" y="3088461"/>
                  </a:lnTo>
                  <a:lnTo>
                    <a:pt x="3575970" y="3088461"/>
                  </a:lnTo>
                  <a:lnTo>
                    <a:pt x="3577357" y="3088461"/>
                  </a:lnTo>
                  <a:lnTo>
                    <a:pt x="3579501" y="3088461"/>
                  </a:lnTo>
                  <a:lnTo>
                    <a:pt x="3581392" y="3088461"/>
                  </a:lnTo>
                  <a:lnTo>
                    <a:pt x="3584670" y="3088461"/>
                  </a:lnTo>
                  <a:lnTo>
                    <a:pt x="3585427" y="3083182"/>
                  </a:lnTo>
                  <a:lnTo>
                    <a:pt x="3586436" y="3083182"/>
                  </a:lnTo>
                  <a:lnTo>
                    <a:pt x="3587570" y="3083182"/>
                  </a:lnTo>
                  <a:lnTo>
                    <a:pt x="3589588" y="3083182"/>
                  </a:lnTo>
                  <a:lnTo>
                    <a:pt x="3591101" y="3083182"/>
                  </a:lnTo>
                  <a:lnTo>
                    <a:pt x="3592866" y="3083182"/>
                  </a:lnTo>
                  <a:lnTo>
                    <a:pt x="3593623" y="3083182"/>
                  </a:lnTo>
                  <a:lnTo>
                    <a:pt x="3593749" y="3083182"/>
                  </a:lnTo>
                  <a:lnTo>
                    <a:pt x="3598036" y="3083182"/>
                  </a:lnTo>
                  <a:lnTo>
                    <a:pt x="3599423" y="3077902"/>
                  </a:lnTo>
                  <a:lnTo>
                    <a:pt x="3599549" y="3077902"/>
                  </a:lnTo>
                  <a:lnTo>
                    <a:pt x="3603205" y="3072623"/>
                  </a:lnTo>
                  <a:lnTo>
                    <a:pt x="3603331" y="3072623"/>
                  </a:lnTo>
                  <a:lnTo>
                    <a:pt x="3605727" y="3067343"/>
                  </a:lnTo>
                  <a:lnTo>
                    <a:pt x="3608249" y="3067343"/>
                  </a:lnTo>
                  <a:lnTo>
                    <a:pt x="3609762" y="3067343"/>
                  </a:lnTo>
                  <a:lnTo>
                    <a:pt x="3609888" y="3067343"/>
                  </a:lnTo>
                  <a:lnTo>
                    <a:pt x="3612662" y="3062064"/>
                  </a:lnTo>
                  <a:lnTo>
                    <a:pt x="3612788" y="3062064"/>
                  </a:lnTo>
                  <a:lnTo>
                    <a:pt x="3613797" y="3062064"/>
                  </a:lnTo>
                  <a:lnTo>
                    <a:pt x="3615940" y="3062064"/>
                  </a:lnTo>
                  <a:lnTo>
                    <a:pt x="3617201" y="3062064"/>
                  </a:lnTo>
                  <a:lnTo>
                    <a:pt x="3618714" y="3062064"/>
                  </a:lnTo>
                  <a:lnTo>
                    <a:pt x="3619849" y="3062064"/>
                  </a:lnTo>
                  <a:lnTo>
                    <a:pt x="3621740" y="3062064"/>
                  </a:lnTo>
                  <a:lnTo>
                    <a:pt x="3623253" y="3051505"/>
                  </a:lnTo>
                  <a:lnTo>
                    <a:pt x="3624892" y="3051505"/>
                  </a:lnTo>
                  <a:lnTo>
                    <a:pt x="3625145" y="3051505"/>
                  </a:lnTo>
                  <a:lnTo>
                    <a:pt x="3626279" y="3051505"/>
                  </a:lnTo>
                  <a:lnTo>
                    <a:pt x="3627919" y="3051505"/>
                  </a:lnTo>
                  <a:lnTo>
                    <a:pt x="3630062" y="3051505"/>
                  </a:lnTo>
                  <a:lnTo>
                    <a:pt x="3631071" y="3051505"/>
                  </a:lnTo>
                  <a:lnTo>
                    <a:pt x="3632836" y="3046226"/>
                  </a:lnTo>
                  <a:lnTo>
                    <a:pt x="3633214" y="3046226"/>
                  </a:lnTo>
                  <a:lnTo>
                    <a:pt x="3634727" y="3046226"/>
                  </a:lnTo>
                  <a:lnTo>
                    <a:pt x="3637501" y="3040946"/>
                  </a:lnTo>
                  <a:lnTo>
                    <a:pt x="3638762" y="3035667"/>
                  </a:lnTo>
                  <a:lnTo>
                    <a:pt x="3639771" y="3035667"/>
                  </a:lnTo>
                  <a:lnTo>
                    <a:pt x="3642797" y="3035667"/>
                  </a:lnTo>
                  <a:lnTo>
                    <a:pt x="3644940" y="3030387"/>
                  </a:lnTo>
                  <a:lnTo>
                    <a:pt x="3645571" y="3030387"/>
                  </a:lnTo>
                  <a:lnTo>
                    <a:pt x="3645697" y="3030387"/>
                  </a:lnTo>
                  <a:lnTo>
                    <a:pt x="3646201" y="3030387"/>
                  </a:lnTo>
                  <a:lnTo>
                    <a:pt x="3649479" y="3025108"/>
                  </a:lnTo>
                  <a:lnTo>
                    <a:pt x="3652632" y="3019829"/>
                  </a:lnTo>
                  <a:lnTo>
                    <a:pt x="3655784" y="3019829"/>
                  </a:lnTo>
                  <a:lnTo>
                    <a:pt x="3657801" y="3019829"/>
                  </a:lnTo>
                  <a:lnTo>
                    <a:pt x="3658558" y="3019829"/>
                  </a:lnTo>
                  <a:lnTo>
                    <a:pt x="3659188" y="3019829"/>
                  </a:lnTo>
                  <a:lnTo>
                    <a:pt x="3659314" y="3019829"/>
                  </a:lnTo>
                  <a:lnTo>
                    <a:pt x="3661710" y="3019829"/>
                  </a:lnTo>
                  <a:lnTo>
                    <a:pt x="3665367" y="3019829"/>
                  </a:lnTo>
                  <a:lnTo>
                    <a:pt x="3665493" y="3019829"/>
                  </a:lnTo>
                  <a:lnTo>
                    <a:pt x="3665997" y="3019829"/>
                  </a:lnTo>
                  <a:lnTo>
                    <a:pt x="3666249" y="3019829"/>
                  </a:lnTo>
                  <a:lnTo>
                    <a:pt x="3668014" y="3009270"/>
                  </a:lnTo>
                  <a:lnTo>
                    <a:pt x="3669023" y="3009270"/>
                  </a:lnTo>
                  <a:lnTo>
                    <a:pt x="3670410" y="3009270"/>
                  </a:lnTo>
                  <a:lnTo>
                    <a:pt x="3674571" y="3003990"/>
                  </a:lnTo>
                  <a:lnTo>
                    <a:pt x="3676967" y="2993431"/>
                  </a:lnTo>
                  <a:lnTo>
                    <a:pt x="3677849" y="2993431"/>
                  </a:lnTo>
                  <a:lnTo>
                    <a:pt x="3679236" y="2993431"/>
                  </a:lnTo>
                  <a:lnTo>
                    <a:pt x="3682262" y="2993431"/>
                  </a:lnTo>
                  <a:lnTo>
                    <a:pt x="3685414" y="2988152"/>
                  </a:lnTo>
                  <a:lnTo>
                    <a:pt x="3685793" y="2988152"/>
                  </a:lnTo>
                  <a:lnTo>
                    <a:pt x="3686423" y="2988152"/>
                  </a:lnTo>
                  <a:lnTo>
                    <a:pt x="3688188" y="2988152"/>
                  </a:lnTo>
                  <a:lnTo>
                    <a:pt x="3692728" y="2982873"/>
                  </a:lnTo>
                  <a:lnTo>
                    <a:pt x="3692980" y="2982873"/>
                  </a:lnTo>
                  <a:lnTo>
                    <a:pt x="3694493" y="2977593"/>
                  </a:lnTo>
                  <a:lnTo>
                    <a:pt x="3694871" y="2977593"/>
                  </a:lnTo>
                  <a:lnTo>
                    <a:pt x="3695880" y="2977593"/>
                  </a:lnTo>
                  <a:lnTo>
                    <a:pt x="3697015" y="2977593"/>
                  </a:lnTo>
                  <a:lnTo>
                    <a:pt x="3697267" y="2977593"/>
                  </a:lnTo>
                  <a:lnTo>
                    <a:pt x="3698906" y="2972314"/>
                  </a:lnTo>
                  <a:lnTo>
                    <a:pt x="3699032" y="2972314"/>
                  </a:lnTo>
                  <a:lnTo>
                    <a:pt x="3701680" y="2972314"/>
                  </a:lnTo>
                  <a:lnTo>
                    <a:pt x="3703193" y="2972314"/>
                  </a:lnTo>
                  <a:lnTo>
                    <a:pt x="3703823" y="2972314"/>
                  </a:lnTo>
                  <a:lnTo>
                    <a:pt x="3706723" y="2972314"/>
                  </a:lnTo>
                  <a:lnTo>
                    <a:pt x="3707354" y="2972314"/>
                  </a:lnTo>
                  <a:lnTo>
                    <a:pt x="3710254" y="2972314"/>
                  </a:lnTo>
                  <a:lnTo>
                    <a:pt x="3712271" y="2972314"/>
                  </a:lnTo>
                  <a:lnTo>
                    <a:pt x="3714667" y="2972314"/>
                  </a:lnTo>
                  <a:lnTo>
                    <a:pt x="3715928" y="2967034"/>
                  </a:lnTo>
                  <a:lnTo>
                    <a:pt x="3723115" y="2956475"/>
                  </a:lnTo>
                  <a:lnTo>
                    <a:pt x="3724628" y="2951196"/>
                  </a:lnTo>
                  <a:lnTo>
                    <a:pt x="3726141" y="2945917"/>
                  </a:lnTo>
                  <a:lnTo>
                    <a:pt x="3728915" y="2945917"/>
                  </a:lnTo>
                  <a:lnTo>
                    <a:pt x="3729041" y="2945917"/>
                  </a:lnTo>
                  <a:lnTo>
                    <a:pt x="3729293" y="2945917"/>
                  </a:lnTo>
                  <a:lnTo>
                    <a:pt x="3731815" y="2945917"/>
                  </a:lnTo>
                  <a:lnTo>
                    <a:pt x="3731941" y="2945917"/>
                  </a:lnTo>
                  <a:lnTo>
                    <a:pt x="3734210" y="2940637"/>
                  </a:lnTo>
                  <a:lnTo>
                    <a:pt x="3734463" y="2940637"/>
                  </a:lnTo>
                  <a:lnTo>
                    <a:pt x="3736354" y="2935358"/>
                  </a:lnTo>
                  <a:lnTo>
                    <a:pt x="3737741" y="2930078"/>
                  </a:lnTo>
                  <a:lnTo>
                    <a:pt x="3741145" y="2924799"/>
                  </a:lnTo>
                  <a:lnTo>
                    <a:pt x="3742532" y="2924799"/>
                  </a:lnTo>
                  <a:lnTo>
                    <a:pt x="3744171" y="2924799"/>
                  </a:lnTo>
                  <a:lnTo>
                    <a:pt x="3744550" y="2924799"/>
                  </a:lnTo>
                  <a:lnTo>
                    <a:pt x="3745054" y="2919519"/>
                  </a:lnTo>
                  <a:lnTo>
                    <a:pt x="3747954" y="2914240"/>
                  </a:lnTo>
                  <a:lnTo>
                    <a:pt x="3749593" y="2903681"/>
                  </a:lnTo>
                  <a:lnTo>
                    <a:pt x="3752115" y="2903681"/>
                  </a:lnTo>
                  <a:lnTo>
                    <a:pt x="3753628" y="2893122"/>
                  </a:lnTo>
                  <a:lnTo>
                    <a:pt x="3755015" y="2893122"/>
                  </a:lnTo>
                  <a:lnTo>
                    <a:pt x="3756780" y="2887843"/>
                  </a:lnTo>
                  <a:lnTo>
                    <a:pt x="3757284" y="2887843"/>
                  </a:lnTo>
                  <a:lnTo>
                    <a:pt x="3758419" y="2887843"/>
                  </a:lnTo>
                  <a:lnTo>
                    <a:pt x="3760815" y="2887843"/>
                  </a:lnTo>
                  <a:lnTo>
                    <a:pt x="3763084" y="2887843"/>
                  </a:lnTo>
                  <a:lnTo>
                    <a:pt x="3764976" y="2887843"/>
                  </a:lnTo>
                  <a:lnTo>
                    <a:pt x="3765354" y="2887843"/>
                  </a:lnTo>
                  <a:lnTo>
                    <a:pt x="3767371" y="2887843"/>
                  </a:lnTo>
                  <a:lnTo>
                    <a:pt x="3769263" y="2882564"/>
                  </a:lnTo>
                  <a:lnTo>
                    <a:pt x="3769893" y="2882564"/>
                  </a:lnTo>
                  <a:lnTo>
                    <a:pt x="3773676" y="2882564"/>
                  </a:lnTo>
                  <a:lnTo>
                    <a:pt x="3775315" y="2882564"/>
                  </a:lnTo>
                  <a:lnTo>
                    <a:pt x="3777080" y="2882564"/>
                  </a:lnTo>
                  <a:lnTo>
                    <a:pt x="3778089" y="2877284"/>
                  </a:lnTo>
                  <a:lnTo>
                    <a:pt x="3781619" y="2877284"/>
                  </a:lnTo>
                  <a:lnTo>
                    <a:pt x="3781871" y="2877284"/>
                  </a:lnTo>
                  <a:lnTo>
                    <a:pt x="3785276" y="2877284"/>
                  </a:lnTo>
                  <a:lnTo>
                    <a:pt x="3787798" y="2877284"/>
                  </a:lnTo>
                  <a:lnTo>
                    <a:pt x="3789941" y="2877284"/>
                  </a:lnTo>
                  <a:lnTo>
                    <a:pt x="3790572" y="2877284"/>
                  </a:lnTo>
                  <a:lnTo>
                    <a:pt x="3792211" y="2872005"/>
                  </a:lnTo>
                  <a:lnTo>
                    <a:pt x="3793850" y="2872005"/>
                  </a:lnTo>
                  <a:lnTo>
                    <a:pt x="3795363" y="2872005"/>
                  </a:lnTo>
                  <a:lnTo>
                    <a:pt x="3798515" y="2872005"/>
                  </a:lnTo>
                  <a:lnTo>
                    <a:pt x="3799902" y="2866725"/>
                  </a:lnTo>
                  <a:lnTo>
                    <a:pt x="3800154" y="2866725"/>
                  </a:lnTo>
                  <a:lnTo>
                    <a:pt x="3801037" y="2866725"/>
                  </a:lnTo>
                  <a:lnTo>
                    <a:pt x="3803432" y="2861446"/>
                  </a:lnTo>
                  <a:lnTo>
                    <a:pt x="3803559" y="2861446"/>
                  </a:lnTo>
                  <a:lnTo>
                    <a:pt x="3803685" y="2861446"/>
                  </a:lnTo>
                  <a:lnTo>
                    <a:pt x="3807215" y="2856166"/>
                  </a:lnTo>
                  <a:lnTo>
                    <a:pt x="3809611" y="2856166"/>
                  </a:lnTo>
                  <a:lnTo>
                    <a:pt x="3809863" y="2856166"/>
                  </a:lnTo>
                  <a:lnTo>
                    <a:pt x="3810241" y="2856166"/>
                  </a:lnTo>
                  <a:lnTo>
                    <a:pt x="3810493" y="2856166"/>
                  </a:lnTo>
                  <a:lnTo>
                    <a:pt x="3813898" y="2856166"/>
                  </a:lnTo>
                  <a:lnTo>
                    <a:pt x="3814654" y="2856166"/>
                  </a:lnTo>
                  <a:lnTo>
                    <a:pt x="3816546" y="2856166"/>
                  </a:lnTo>
                  <a:lnTo>
                    <a:pt x="3817554" y="2856166"/>
                  </a:lnTo>
                  <a:lnTo>
                    <a:pt x="3819572" y="2856166"/>
                  </a:lnTo>
                  <a:lnTo>
                    <a:pt x="3820580" y="2850887"/>
                  </a:lnTo>
                  <a:lnTo>
                    <a:pt x="3822093" y="2850887"/>
                  </a:lnTo>
                  <a:lnTo>
                    <a:pt x="3822850" y="2850887"/>
                  </a:lnTo>
                  <a:lnTo>
                    <a:pt x="3822976" y="2850887"/>
                  </a:lnTo>
                  <a:lnTo>
                    <a:pt x="3824867" y="2845608"/>
                  </a:lnTo>
                  <a:lnTo>
                    <a:pt x="3826759" y="2840328"/>
                  </a:lnTo>
                  <a:lnTo>
                    <a:pt x="3828650" y="2835049"/>
                  </a:lnTo>
                  <a:lnTo>
                    <a:pt x="3831550" y="2835049"/>
                  </a:lnTo>
                  <a:lnTo>
                    <a:pt x="3833946" y="2835049"/>
                  </a:lnTo>
                  <a:lnTo>
                    <a:pt x="3834450" y="2835049"/>
                  </a:lnTo>
                  <a:lnTo>
                    <a:pt x="3834576" y="2835049"/>
                  </a:lnTo>
                  <a:lnTo>
                    <a:pt x="3835333" y="2835049"/>
                  </a:lnTo>
                  <a:lnTo>
                    <a:pt x="3837476" y="2835049"/>
                  </a:lnTo>
                  <a:lnTo>
                    <a:pt x="3841889" y="2824490"/>
                  </a:lnTo>
                  <a:lnTo>
                    <a:pt x="3842267" y="2824490"/>
                  </a:lnTo>
                  <a:lnTo>
                    <a:pt x="3843907" y="2819210"/>
                  </a:lnTo>
                  <a:lnTo>
                    <a:pt x="3846302" y="2819210"/>
                  </a:lnTo>
                  <a:lnTo>
                    <a:pt x="3848320" y="2819210"/>
                  </a:lnTo>
                  <a:lnTo>
                    <a:pt x="3848698" y="2819210"/>
                  </a:lnTo>
                  <a:lnTo>
                    <a:pt x="3851094" y="2819210"/>
                  </a:lnTo>
                  <a:lnTo>
                    <a:pt x="3852354" y="2819210"/>
                  </a:lnTo>
                  <a:lnTo>
                    <a:pt x="3854246" y="2819210"/>
                  </a:lnTo>
                  <a:lnTo>
                    <a:pt x="3858659" y="2819210"/>
                  </a:lnTo>
                  <a:lnTo>
                    <a:pt x="3858785" y="2819210"/>
                  </a:lnTo>
                  <a:lnTo>
                    <a:pt x="3859920" y="2819210"/>
                  </a:lnTo>
                  <a:lnTo>
                    <a:pt x="3861055" y="2813931"/>
                  </a:lnTo>
                  <a:lnTo>
                    <a:pt x="3862820" y="2808652"/>
                  </a:lnTo>
                  <a:lnTo>
                    <a:pt x="3863955" y="2808652"/>
                  </a:lnTo>
                  <a:lnTo>
                    <a:pt x="3867107" y="2808652"/>
                  </a:lnTo>
                  <a:lnTo>
                    <a:pt x="3869881" y="2808652"/>
                  </a:lnTo>
                  <a:lnTo>
                    <a:pt x="3872150" y="2808652"/>
                  </a:lnTo>
                  <a:lnTo>
                    <a:pt x="3874168" y="2803372"/>
                  </a:lnTo>
                  <a:lnTo>
                    <a:pt x="3875050" y="2803372"/>
                  </a:lnTo>
                  <a:lnTo>
                    <a:pt x="3876059" y="2798093"/>
                  </a:lnTo>
                  <a:lnTo>
                    <a:pt x="3878959" y="2792813"/>
                  </a:lnTo>
                  <a:lnTo>
                    <a:pt x="3881229" y="2782255"/>
                  </a:lnTo>
                  <a:lnTo>
                    <a:pt x="3883120" y="2782255"/>
                  </a:lnTo>
                  <a:lnTo>
                    <a:pt x="3883750" y="2782255"/>
                  </a:lnTo>
                  <a:lnTo>
                    <a:pt x="3884129" y="2782255"/>
                  </a:lnTo>
                  <a:lnTo>
                    <a:pt x="3886020" y="2776975"/>
                  </a:lnTo>
                  <a:lnTo>
                    <a:pt x="3889298" y="2776975"/>
                  </a:lnTo>
                  <a:lnTo>
                    <a:pt x="3890937" y="2776975"/>
                  </a:lnTo>
                  <a:lnTo>
                    <a:pt x="3892450" y="2776975"/>
                  </a:lnTo>
                  <a:lnTo>
                    <a:pt x="3894468" y="2776975"/>
                  </a:lnTo>
                  <a:lnTo>
                    <a:pt x="3896611" y="2776975"/>
                  </a:lnTo>
                  <a:lnTo>
                    <a:pt x="3896863" y="2776975"/>
                  </a:lnTo>
                  <a:lnTo>
                    <a:pt x="3897494" y="2776975"/>
                  </a:lnTo>
                  <a:lnTo>
                    <a:pt x="3897620" y="2776975"/>
                  </a:lnTo>
                  <a:lnTo>
                    <a:pt x="3897746" y="2776975"/>
                  </a:lnTo>
                  <a:lnTo>
                    <a:pt x="3900142" y="2776975"/>
                  </a:lnTo>
                  <a:lnTo>
                    <a:pt x="3901529" y="2776975"/>
                  </a:lnTo>
                  <a:lnTo>
                    <a:pt x="3903420" y="2776975"/>
                  </a:lnTo>
                  <a:lnTo>
                    <a:pt x="3903546" y="2776975"/>
                  </a:lnTo>
                  <a:lnTo>
                    <a:pt x="3906068" y="2771696"/>
                  </a:lnTo>
                  <a:lnTo>
                    <a:pt x="3907329" y="2771696"/>
                  </a:lnTo>
                  <a:lnTo>
                    <a:pt x="3911742" y="2750578"/>
                  </a:lnTo>
                  <a:lnTo>
                    <a:pt x="3913381" y="2750578"/>
                  </a:lnTo>
                  <a:lnTo>
                    <a:pt x="3916281" y="2750578"/>
                  </a:lnTo>
                  <a:lnTo>
                    <a:pt x="3917416" y="2750578"/>
                  </a:lnTo>
                  <a:lnTo>
                    <a:pt x="3919181" y="2750578"/>
                  </a:lnTo>
                  <a:lnTo>
                    <a:pt x="3919685" y="2750578"/>
                  </a:lnTo>
                  <a:lnTo>
                    <a:pt x="3922585" y="2745299"/>
                  </a:lnTo>
                  <a:lnTo>
                    <a:pt x="3922711" y="2745299"/>
                  </a:lnTo>
                  <a:lnTo>
                    <a:pt x="3924729" y="2745299"/>
                  </a:lnTo>
                  <a:lnTo>
                    <a:pt x="3929142" y="2745299"/>
                  </a:lnTo>
                  <a:lnTo>
                    <a:pt x="3931285" y="2740019"/>
                  </a:lnTo>
                  <a:lnTo>
                    <a:pt x="3932798" y="2740019"/>
                  </a:lnTo>
                  <a:lnTo>
                    <a:pt x="3935068" y="2734740"/>
                  </a:lnTo>
                  <a:lnTo>
                    <a:pt x="3936707" y="2734740"/>
                  </a:lnTo>
                  <a:lnTo>
                    <a:pt x="3937590" y="2734740"/>
                  </a:lnTo>
                  <a:lnTo>
                    <a:pt x="3937968" y="2734740"/>
                  </a:lnTo>
                  <a:lnTo>
                    <a:pt x="3940868" y="2729460"/>
                  </a:lnTo>
                  <a:lnTo>
                    <a:pt x="3943768" y="2724181"/>
                  </a:lnTo>
                  <a:lnTo>
                    <a:pt x="3946038" y="2724181"/>
                  </a:lnTo>
                  <a:lnTo>
                    <a:pt x="3946542" y="2724181"/>
                  </a:lnTo>
                  <a:lnTo>
                    <a:pt x="3948685" y="2724181"/>
                  </a:lnTo>
                  <a:lnTo>
                    <a:pt x="3949064" y="2724181"/>
                  </a:lnTo>
                  <a:lnTo>
                    <a:pt x="3951459" y="2718901"/>
                  </a:lnTo>
                  <a:lnTo>
                    <a:pt x="3953603" y="2703063"/>
                  </a:lnTo>
                  <a:lnTo>
                    <a:pt x="3956629" y="2703063"/>
                  </a:lnTo>
                  <a:lnTo>
                    <a:pt x="3959151" y="2703063"/>
                  </a:lnTo>
                  <a:lnTo>
                    <a:pt x="3960412" y="2703063"/>
                  </a:lnTo>
                  <a:lnTo>
                    <a:pt x="3962429" y="2697784"/>
                  </a:lnTo>
                  <a:lnTo>
                    <a:pt x="3965077" y="2697784"/>
                  </a:lnTo>
                  <a:lnTo>
                    <a:pt x="3967472" y="2697784"/>
                  </a:lnTo>
                  <a:lnTo>
                    <a:pt x="3969868" y="2697784"/>
                  </a:lnTo>
                  <a:lnTo>
                    <a:pt x="3970120" y="2697784"/>
                  </a:lnTo>
                  <a:lnTo>
                    <a:pt x="3976425" y="2697784"/>
                  </a:lnTo>
                  <a:lnTo>
                    <a:pt x="3977181" y="2697784"/>
                  </a:lnTo>
                  <a:lnTo>
                    <a:pt x="3977433" y="2697784"/>
                  </a:lnTo>
                  <a:lnTo>
                    <a:pt x="3979577" y="2697784"/>
                  </a:lnTo>
                  <a:lnTo>
                    <a:pt x="3980586" y="2697784"/>
                  </a:lnTo>
                  <a:lnTo>
                    <a:pt x="3983738" y="2697784"/>
                  </a:lnTo>
                  <a:lnTo>
                    <a:pt x="3986260" y="2697784"/>
                  </a:lnTo>
                  <a:lnTo>
                    <a:pt x="3987268" y="2697784"/>
                  </a:lnTo>
                  <a:lnTo>
                    <a:pt x="3989538" y="2697784"/>
                  </a:lnTo>
                  <a:lnTo>
                    <a:pt x="3991933" y="2697784"/>
                  </a:lnTo>
                  <a:lnTo>
                    <a:pt x="3994329" y="2697784"/>
                  </a:lnTo>
                  <a:lnTo>
                    <a:pt x="3997860" y="2697784"/>
                  </a:lnTo>
                  <a:lnTo>
                    <a:pt x="3998364" y="2697784"/>
                  </a:lnTo>
                  <a:lnTo>
                    <a:pt x="3998868" y="2697784"/>
                  </a:lnTo>
                  <a:lnTo>
                    <a:pt x="3999373" y="2697784"/>
                  </a:lnTo>
                  <a:lnTo>
                    <a:pt x="4001138" y="2697784"/>
                  </a:lnTo>
                  <a:lnTo>
                    <a:pt x="4003534" y="2692504"/>
                  </a:lnTo>
                  <a:lnTo>
                    <a:pt x="4005173" y="2692504"/>
                  </a:lnTo>
                  <a:lnTo>
                    <a:pt x="4005299" y="2692504"/>
                  </a:lnTo>
                  <a:lnTo>
                    <a:pt x="4005677" y="2692504"/>
                  </a:lnTo>
                  <a:lnTo>
                    <a:pt x="4008199" y="2692504"/>
                  </a:lnTo>
                  <a:lnTo>
                    <a:pt x="4010342" y="2692504"/>
                  </a:lnTo>
                  <a:lnTo>
                    <a:pt x="4015386" y="2692504"/>
                  </a:lnTo>
                  <a:lnTo>
                    <a:pt x="4016016" y="2692504"/>
                  </a:lnTo>
                  <a:lnTo>
                    <a:pt x="4018790" y="2692504"/>
                  </a:lnTo>
                  <a:lnTo>
                    <a:pt x="4020429" y="2692504"/>
                  </a:lnTo>
                  <a:lnTo>
                    <a:pt x="4021816" y="2692504"/>
                  </a:lnTo>
                  <a:lnTo>
                    <a:pt x="4025473" y="2692504"/>
                  </a:lnTo>
                  <a:lnTo>
                    <a:pt x="4028625" y="2692504"/>
                  </a:lnTo>
                  <a:lnTo>
                    <a:pt x="4028877" y="2692504"/>
                  </a:lnTo>
                  <a:lnTo>
                    <a:pt x="4031903" y="2692504"/>
                  </a:lnTo>
                  <a:lnTo>
                    <a:pt x="4033542" y="2692504"/>
                  </a:lnTo>
                  <a:lnTo>
                    <a:pt x="4036442" y="2692504"/>
                  </a:lnTo>
                  <a:lnTo>
                    <a:pt x="4039468" y="2692504"/>
                  </a:lnTo>
                  <a:lnTo>
                    <a:pt x="4039847" y="2687225"/>
                  </a:lnTo>
                  <a:lnTo>
                    <a:pt x="4040099" y="2681946"/>
                  </a:lnTo>
                  <a:lnTo>
                    <a:pt x="4041108" y="2681946"/>
                  </a:lnTo>
                  <a:lnTo>
                    <a:pt x="4041864" y="2681946"/>
                  </a:lnTo>
                  <a:lnTo>
                    <a:pt x="4041990" y="2681946"/>
                  </a:lnTo>
                  <a:lnTo>
                    <a:pt x="4043882" y="2676666"/>
                  </a:lnTo>
                  <a:lnTo>
                    <a:pt x="4044008" y="2676666"/>
                  </a:lnTo>
                  <a:lnTo>
                    <a:pt x="4045899" y="2676666"/>
                  </a:lnTo>
                  <a:lnTo>
                    <a:pt x="4047790" y="2676666"/>
                  </a:lnTo>
                  <a:lnTo>
                    <a:pt x="4050942" y="2676666"/>
                  </a:lnTo>
                  <a:lnTo>
                    <a:pt x="4051069" y="2676666"/>
                  </a:lnTo>
                  <a:lnTo>
                    <a:pt x="4052582" y="2676666"/>
                  </a:lnTo>
                  <a:lnTo>
                    <a:pt x="4053464" y="2676666"/>
                  </a:lnTo>
                  <a:lnTo>
                    <a:pt x="4055356" y="2676666"/>
                  </a:lnTo>
                  <a:lnTo>
                    <a:pt x="4058382" y="2671387"/>
                  </a:lnTo>
                  <a:lnTo>
                    <a:pt x="4060525" y="2671387"/>
                  </a:lnTo>
                  <a:lnTo>
                    <a:pt x="4061029" y="2671387"/>
                  </a:lnTo>
                  <a:lnTo>
                    <a:pt x="4062164" y="2671387"/>
                  </a:lnTo>
                  <a:lnTo>
                    <a:pt x="4064308" y="2671387"/>
                  </a:lnTo>
                  <a:lnTo>
                    <a:pt x="4066577" y="2671387"/>
                  </a:lnTo>
                  <a:lnTo>
                    <a:pt x="4069351" y="2671387"/>
                  </a:lnTo>
                  <a:lnTo>
                    <a:pt x="4071999" y="2671387"/>
                  </a:lnTo>
                  <a:lnTo>
                    <a:pt x="4074521" y="2671387"/>
                  </a:lnTo>
                  <a:lnTo>
                    <a:pt x="4076917" y="2660828"/>
                  </a:lnTo>
                  <a:lnTo>
                    <a:pt x="4077169" y="2660828"/>
                  </a:lnTo>
                  <a:lnTo>
                    <a:pt x="4077295" y="2660828"/>
                  </a:lnTo>
                  <a:lnTo>
                    <a:pt x="4080447" y="2660828"/>
                  </a:lnTo>
                  <a:lnTo>
                    <a:pt x="4080573" y="2660828"/>
                  </a:lnTo>
                  <a:lnTo>
                    <a:pt x="4082212" y="2660828"/>
                  </a:lnTo>
                  <a:lnTo>
                    <a:pt x="4083977" y="2660828"/>
                  </a:lnTo>
                  <a:lnTo>
                    <a:pt x="4084356" y="2660828"/>
                  </a:lnTo>
                  <a:lnTo>
                    <a:pt x="4086499" y="2660828"/>
                  </a:lnTo>
                  <a:lnTo>
                    <a:pt x="4086751" y="2660828"/>
                  </a:lnTo>
                  <a:lnTo>
                    <a:pt x="4086877" y="2660828"/>
                  </a:lnTo>
                  <a:lnTo>
                    <a:pt x="4092299" y="2660828"/>
                  </a:lnTo>
                  <a:lnTo>
                    <a:pt x="4095073" y="2660828"/>
                  </a:lnTo>
                  <a:lnTo>
                    <a:pt x="4098351" y="2655548"/>
                  </a:lnTo>
                  <a:lnTo>
                    <a:pt x="4099234" y="2655548"/>
                  </a:lnTo>
                  <a:lnTo>
                    <a:pt x="4100999" y="2655548"/>
                  </a:lnTo>
                  <a:lnTo>
                    <a:pt x="4104151" y="2655548"/>
                  </a:lnTo>
                  <a:lnTo>
                    <a:pt x="4107430" y="2655548"/>
                  </a:lnTo>
                  <a:lnTo>
                    <a:pt x="4108438" y="2655548"/>
                  </a:lnTo>
                  <a:lnTo>
                    <a:pt x="4111843" y="2655548"/>
                  </a:lnTo>
                  <a:lnTo>
                    <a:pt x="4112221" y="2655548"/>
                  </a:lnTo>
                  <a:lnTo>
                    <a:pt x="4112599" y="2655548"/>
                  </a:lnTo>
                  <a:lnTo>
                    <a:pt x="4115121" y="2655548"/>
                  </a:lnTo>
                  <a:lnTo>
                    <a:pt x="4117517" y="2650269"/>
                  </a:lnTo>
                  <a:lnTo>
                    <a:pt x="4120291" y="2650269"/>
                  </a:lnTo>
                  <a:lnTo>
                    <a:pt x="4124199" y="2644990"/>
                  </a:lnTo>
                  <a:lnTo>
                    <a:pt x="4124830" y="2644990"/>
                  </a:lnTo>
                  <a:lnTo>
                    <a:pt x="4127730" y="2644990"/>
                  </a:lnTo>
                  <a:lnTo>
                    <a:pt x="4128991" y="2644990"/>
                  </a:lnTo>
                  <a:lnTo>
                    <a:pt x="4131512" y="2644990"/>
                  </a:lnTo>
                  <a:lnTo>
                    <a:pt x="4133278" y="2639710"/>
                  </a:lnTo>
                  <a:lnTo>
                    <a:pt x="4133908" y="2639710"/>
                  </a:lnTo>
                  <a:lnTo>
                    <a:pt x="4136682" y="2639710"/>
                  </a:lnTo>
                  <a:lnTo>
                    <a:pt x="4138447" y="2639710"/>
                  </a:lnTo>
                  <a:lnTo>
                    <a:pt x="4141221" y="2634431"/>
                  </a:lnTo>
                  <a:lnTo>
                    <a:pt x="4143239" y="2634431"/>
                  </a:lnTo>
                  <a:lnTo>
                    <a:pt x="4143617" y="2634431"/>
                  </a:lnTo>
                  <a:lnTo>
                    <a:pt x="4144626" y="2629151"/>
                  </a:lnTo>
                  <a:lnTo>
                    <a:pt x="4144752" y="2629151"/>
                  </a:lnTo>
                  <a:lnTo>
                    <a:pt x="4146517" y="2623872"/>
                  </a:lnTo>
                  <a:lnTo>
                    <a:pt x="4146769" y="2623872"/>
                  </a:lnTo>
                  <a:lnTo>
                    <a:pt x="4151308" y="2618592"/>
                  </a:lnTo>
                  <a:lnTo>
                    <a:pt x="4151434" y="2618592"/>
                  </a:lnTo>
                  <a:lnTo>
                    <a:pt x="4151434" y="2613313"/>
                  </a:lnTo>
                  <a:lnTo>
                    <a:pt x="4154208" y="2613313"/>
                  </a:lnTo>
                  <a:lnTo>
                    <a:pt x="4154334" y="2613313"/>
                  </a:lnTo>
                  <a:lnTo>
                    <a:pt x="4157487" y="2613313"/>
                  </a:lnTo>
                  <a:lnTo>
                    <a:pt x="4158621" y="2613313"/>
                  </a:lnTo>
                  <a:lnTo>
                    <a:pt x="4160765" y="2613313"/>
                  </a:lnTo>
                  <a:lnTo>
                    <a:pt x="4160891" y="2613313"/>
                  </a:lnTo>
                  <a:lnTo>
                    <a:pt x="4162026" y="2608034"/>
                  </a:lnTo>
                  <a:lnTo>
                    <a:pt x="4163034" y="2608034"/>
                  </a:lnTo>
                  <a:lnTo>
                    <a:pt x="4166187" y="2602754"/>
                  </a:lnTo>
                  <a:lnTo>
                    <a:pt x="4169717" y="2602754"/>
                  </a:lnTo>
                  <a:lnTo>
                    <a:pt x="4172239" y="2602754"/>
                  </a:lnTo>
                  <a:lnTo>
                    <a:pt x="4173878" y="2602754"/>
                  </a:lnTo>
                  <a:lnTo>
                    <a:pt x="4177156" y="2602754"/>
                  </a:lnTo>
                  <a:lnTo>
                    <a:pt x="4177282" y="2602754"/>
                  </a:lnTo>
                  <a:lnTo>
                    <a:pt x="4179552" y="2602754"/>
                  </a:lnTo>
                  <a:lnTo>
                    <a:pt x="4182074" y="2597475"/>
                  </a:lnTo>
                  <a:lnTo>
                    <a:pt x="4183082" y="2597475"/>
                  </a:lnTo>
                  <a:lnTo>
                    <a:pt x="4186108" y="2597475"/>
                  </a:lnTo>
                  <a:lnTo>
                    <a:pt x="4187243" y="2597475"/>
                  </a:lnTo>
                  <a:lnTo>
                    <a:pt x="4191278" y="2592195"/>
                  </a:lnTo>
                  <a:lnTo>
                    <a:pt x="4191404" y="2592195"/>
                  </a:lnTo>
                  <a:lnTo>
                    <a:pt x="4191656" y="2592195"/>
                  </a:lnTo>
                  <a:lnTo>
                    <a:pt x="4193926" y="2592195"/>
                  </a:lnTo>
                  <a:lnTo>
                    <a:pt x="4195187" y="2592195"/>
                  </a:lnTo>
                  <a:lnTo>
                    <a:pt x="4197582" y="2592195"/>
                  </a:lnTo>
                  <a:lnTo>
                    <a:pt x="4197708" y="2592195"/>
                  </a:lnTo>
                  <a:lnTo>
                    <a:pt x="4200482" y="2592195"/>
                  </a:lnTo>
                  <a:lnTo>
                    <a:pt x="4200735" y="2592195"/>
                  </a:lnTo>
                  <a:lnTo>
                    <a:pt x="4203004" y="2592195"/>
                  </a:lnTo>
                  <a:lnTo>
                    <a:pt x="4205904" y="2586916"/>
                  </a:lnTo>
                  <a:lnTo>
                    <a:pt x="4207165" y="2581637"/>
                  </a:lnTo>
                  <a:lnTo>
                    <a:pt x="4209182" y="2581637"/>
                  </a:lnTo>
                  <a:lnTo>
                    <a:pt x="4209435" y="2581637"/>
                  </a:lnTo>
                  <a:lnTo>
                    <a:pt x="4209561" y="2581637"/>
                  </a:lnTo>
                  <a:lnTo>
                    <a:pt x="4211830" y="2581637"/>
                  </a:lnTo>
                  <a:lnTo>
                    <a:pt x="4214352" y="2576357"/>
                  </a:lnTo>
                  <a:lnTo>
                    <a:pt x="4217252" y="2560519"/>
                  </a:lnTo>
                  <a:lnTo>
                    <a:pt x="4223809" y="2560519"/>
                  </a:lnTo>
                  <a:lnTo>
                    <a:pt x="4223935" y="2560519"/>
                  </a:lnTo>
                  <a:lnTo>
                    <a:pt x="4225448" y="2560519"/>
                  </a:lnTo>
                  <a:lnTo>
                    <a:pt x="4227465" y="2560519"/>
                  </a:lnTo>
                  <a:lnTo>
                    <a:pt x="4227591" y="2560519"/>
                  </a:lnTo>
                  <a:lnTo>
                    <a:pt x="4227843" y="2560519"/>
                  </a:lnTo>
                  <a:lnTo>
                    <a:pt x="4229104" y="2560519"/>
                  </a:lnTo>
                  <a:lnTo>
                    <a:pt x="4232004" y="2560519"/>
                  </a:lnTo>
                  <a:lnTo>
                    <a:pt x="4235283" y="2549960"/>
                  </a:lnTo>
                  <a:lnTo>
                    <a:pt x="4235409" y="2549960"/>
                  </a:lnTo>
                  <a:lnTo>
                    <a:pt x="4238939" y="2549960"/>
                  </a:lnTo>
                  <a:lnTo>
                    <a:pt x="4239443" y="2549960"/>
                  </a:lnTo>
                  <a:lnTo>
                    <a:pt x="4241839" y="2544681"/>
                  </a:lnTo>
                  <a:lnTo>
                    <a:pt x="4247135" y="2534122"/>
                  </a:lnTo>
                  <a:lnTo>
                    <a:pt x="4248017" y="2534122"/>
                  </a:lnTo>
                  <a:lnTo>
                    <a:pt x="4248774" y="2534122"/>
                  </a:lnTo>
                  <a:lnTo>
                    <a:pt x="4250413" y="2534122"/>
                  </a:lnTo>
                  <a:lnTo>
                    <a:pt x="4250665" y="2534122"/>
                  </a:lnTo>
                  <a:lnTo>
                    <a:pt x="4252935" y="2534122"/>
                  </a:lnTo>
                  <a:lnTo>
                    <a:pt x="4254574" y="2534122"/>
                  </a:lnTo>
                  <a:lnTo>
                    <a:pt x="4256970" y="2534122"/>
                  </a:lnTo>
                  <a:lnTo>
                    <a:pt x="4257096" y="2534122"/>
                  </a:lnTo>
                  <a:lnTo>
                    <a:pt x="4257474" y="2534122"/>
                  </a:lnTo>
                  <a:lnTo>
                    <a:pt x="4260752" y="2528842"/>
                  </a:lnTo>
                  <a:lnTo>
                    <a:pt x="4261887" y="2528842"/>
                  </a:lnTo>
                  <a:lnTo>
                    <a:pt x="4264283" y="2528842"/>
                  </a:lnTo>
                  <a:lnTo>
                    <a:pt x="4264787" y="2528842"/>
                  </a:lnTo>
                  <a:lnTo>
                    <a:pt x="4265670" y="2528842"/>
                  </a:lnTo>
                  <a:lnTo>
                    <a:pt x="4269831" y="2518283"/>
                  </a:lnTo>
                  <a:lnTo>
                    <a:pt x="4272226" y="2513004"/>
                  </a:lnTo>
                  <a:lnTo>
                    <a:pt x="4276891" y="2513004"/>
                  </a:lnTo>
                  <a:lnTo>
                    <a:pt x="4277270" y="2513004"/>
                  </a:lnTo>
                  <a:lnTo>
                    <a:pt x="4280548" y="2507725"/>
                  </a:lnTo>
                  <a:lnTo>
                    <a:pt x="4280674" y="2502445"/>
                  </a:lnTo>
                  <a:lnTo>
                    <a:pt x="4283070" y="2502445"/>
                  </a:lnTo>
                  <a:lnTo>
                    <a:pt x="4285718" y="2491886"/>
                  </a:lnTo>
                  <a:lnTo>
                    <a:pt x="4287987" y="2491886"/>
                  </a:lnTo>
                  <a:lnTo>
                    <a:pt x="4288870" y="2491886"/>
                  </a:lnTo>
                  <a:lnTo>
                    <a:pt x="4292022" y="2491886"/>
                  </a:lnTo>
                  <a:lnTo>
                    <a:pt x="4293535" y="2491886"/>
                  </a:lnTo>
                  <a:lnTo>
                    <a:pt x="4294292" y="2486607"/>
                  </a:lnTo>
                  <a:lnTo>
                    <a:pt x="4294544" y="2486607"/>
                  </a:lnTo>
                  <a:lnTo>
                    <a:pt x="4297696" y="2486607"/>
                  </a:lnTo>
                  <a:lnTo>
                    <a:pt x="4297822" y="2486607"/>
                  </a:lnTo>
                  <a:lnTo>
                    <a:pt x="4299966" y="2486607"/>
                  </a:lnTo>
                  <a:lnTo>
                    <a:pt x="4300218" y="2486607"/>
                  </a:lnTo>
                  <a:lnTo>
                    <a:pt x="4302235" y="2486607"/>
                  </a:lnTo>
                  <a:lnTo>
                    <a:pt x="4302361" y="2486607"/>
                  </a:lnTo>
                  <a:lnTo>
                    <a:pt x="4302866" y="2486607"/>
                  </a:lnTo>
                  <a:lnTo>
                    <a:pt x="4306270" y="2486607"/>
                  </a:lnTo>
                  <a:lnTo>
                    <a:pt x="4306648" y="2486607"/>
                  </a:lnTo>
                  <a:lnTo>
                    <a:pt x="4307279" y="2481328"/>
                  </a:lnTo>
                  <a:lnTo>
                    <a:pt x="4310809" y="2481328"/>
                  </a:lnTo>
                  <a:lnTo>
                    <a:pt x="4312322" y="2481328"/>
                  </a:lnTo>
                  <a:lnTo>
                    <a:pt x="4312574" y="2481328"/>
                  </a:lnTo>
                  <a:lnTo>
                    <a:pt x="4314592" y="2476048"/>
                  </a:lnTo>
                  <a:lnTo>
                    <a:pt x="4316735" y="2476048"/>
                  </a:lnTo>
                  <a:lnTo>
                    <a:pt x="4319509" y="2465489"/>
                  </a:lnTo>
                  <a:lnTo>
                    <a:pt x="4323418" y="2460210"/>
                  </a:lnTo>
                  <a:lnTo>
                    <a:pt x="4325687" y="2460210"/>
                  </a:lnTo>
                  <a:lnTo>
                    <a:pt x="4328461" y="2460210"/>
                  </a:lnTo>
                  <a:lnTo>
                    <a:pt x="4328840" y="2460210"/>
                  </a:lnTo>
                  <a:lnTo>
                    <a:pt x="4329344" y="2460210"/>
                  </a:lnTo>
                  <a:lnTo>
                    <a:pt x="4335396" y="2460210"/>
                  </a:lnTo>
                  <a:lnTo>
                    <a:pt x="4335522" y="2460210"/>
                  </a:lnTo>
                  <a:lnTo>
                    <a:pt x="4339179" y="2449651"/>
                  </a:lnTo>
                  <a:lnTo>
                    <a:pt x="4339557" y="2449651"/>
                  </a:lnTo>
                  <a:lnTo>
                    <a:pt x="4341827" y="2449651"/>
                  </a:lnTo>
                  <a:lnTo>
                    <a:pt x="4344348" y="2449651"/>
                  </a:lnTo>
                  <a:lnTo>
                    <a:pt x="4346492" y="2449651"/>
                  </a:lnTo>
                  <a:lnTo>
                    <a:pt x="4349392" y="2444372"/>
                  </a:lnTo>
                  <a:lnTo>
                    <a:pt x="4350401" y="2444372"/>
                  </a:lnTo>
                  <a:lnTo>
                    <a:pt x="4350779" y="2439092"/>
                  </a:lnTo>
                  <a:lnTo>
                    <a:pt x="4352544" y="2439092"/>
                  </a:lnTo>
                  <a:lnTo>
                    <a:pt x="4354183" y="2439092"/>
                  </a:lnTo>
                  <a:lnTo>
                    <a:pt x="4357588" y="2433813"/>
                  </a:lnTo>
                  <a:lnTo>
                    <a:pt x="4357714" y="2433813"/>
                  </a:lnTo>
                  <a:lnTo>
                    <a:pt x="4360866" y="2433813"/>
                  </a:lnTo>
                  <a:lnTo>
                    <a:pt x="4362505" y="2428533"/>
                  </a:lnTo>
                  <a:lnTo>
                    <a:pt x="4363514" y="2428533"/>
                  </a:lnTo>
                  <a:lnTo>
                    <a:pt x="4363766" y="2428533"/>
                  </a:lnTo>
                  <a:lnTo>
                    <a:pt x="4365153" y="2428533"/>
                  </a:lnTo>
                  <a:lnTo>
                    <a:pt x="4368809" y="2423254"/>
                  </a:lnTo>
                  <a:lnTo>
                    <a:pt x="4373601" y="2423254"/>
                  </a:lnTo>
                  <a:lnTo>
                    <a:pt x="4376375" y="2423254"/>
                  </a:lnTo>
                  <a:lnTo>
                    <a:pt x="4378896" y="2423254"/>
                  </a:lnTo>
                  <a:lnTo>
                    <a:pt x="4382679" y="2423254"/>
                  </a:lnTo>
                  <a:lnTo>
                    <a:pt x="4384444" y="2423254"/>
                  </a:lnTo>
                  <a:lnTo>
                    <a:pt x="4388353" y="2417974"/>
                  </a:lnTo>
                  <a:lnTo>
                    <a:pt x="4390370" y="2417974"/>
                  </a:lnTo>
                  <a:lnTo>
                    <a:pt x="4390496" y="2417974"/>
                  </a:lnTo>
                  <a:lnTo>
                    <a:pt x="4392766" y="2417974"/>
                  </a:lnTo>
                  <a:lnTo>
                    <a:pt x="4393270" y="2417974"/>
                  </a:lnTo>
                  <a:lnTo>
                    <a:pt x="4394405" y="2417974"/>
                  </a:lnTo>
                  <a:lnTo>
                    <a:pt x="4394657" y="2417974"/>
                  </a:lnTo>
                  <a:lnTo>
                    <a:pt x="4395036" y="2417974"/>
                  </a:lnTo>
                  <a:lnTo>
                    <a:pt x="4398062" y="2417974"/>
                  </a:lnTo>
                  <a:lnTo>
                    <a:pt x="4398944" y="2417974"/>
                  </a:lnTo>
                  <a:lnTo>
                    <a:pt x="4400962" y="2417974"/>
                  </a:lnTo>
                  <a:lnTo>
                    <a:pt x="4401088" y="2412695"/>
                  </a:lnTo>
                  <a:lnTo>
                    <a:pt x="4404744" y="2412695"/>
                  </a:lnTo>
                  <a:lnTo>
                    <a:pt x="4404996" y="2412695"/>
                  </a:lnTo>
                  <a:lnTo>
                    <a:pt x="4405753" y="2412695"/>
                  </a:lnTo>
                  <a:lnTo>
                    <a:pt x="4406257" y="2412695"/>
                  </a:lnTo>
                  <a:lnTo>
                    <a:pt x="4409283" y="2412695"/>
                  </a:lnTo>
                  <a:lnTo>
                    <a:pt x="4411805" y="2412695"/>
                  </a:lnTo>
                  <a:lnTo>
                    <a:pt x="4412057" y="2412695"/>
                  </a:lnTo>
                  <a:lnTo>
                    <a:pt x="4412814" y="2412695"/>
                  </a:lnTo>
                  <a:lnTo>
                    <a:pt x="4413318" y="2412695"/>
                  </a:lnTo>
                  <a:lnTo>
                    <a:pt x="4420379" y="2396857"/>
                  </a:lnTo>
                  <a:lnTo>
                    <a:pt x="4424036" y="2396857"/>
                  </a:lnTo>
                  <a:lnTo>
                    <a:pt x="4427314" y="2386298"/>
                  </a:lnTo>
                  <a:lnTo>
                    <a:pt x="4429584" y="2381019"/>
                  </a:lnTo>
                  <a:lnTo>
                    <a:pt x="4432736" y="2381019"/>
                  </a:lnTo>
                  <a:lnTo>
                    <a:pt x="4433618" y="2381019"/>
                  </a:lnTo>
                  <a:lnTo>
                    <a:pt x="4436771" y="2370460"/>
                  </a:lnTo>
                  <a:lnTo>
                    <a:pt x="4439418" y="2370460"/>
                  </a:lnTo>
                  <a:lnTo>
                    <a:pt x="4441562" y="2370460"/>
                  </a:lnTo>
                  <a:lnTo>
                    <a:pt x="4441940" y="2370460"/>
                  </a:lnTo>
                  <a:lnTo>
                    <a:pt x="4445218" y="2365180"/>
                  </a:lnTo>
                  <a:lnTo>
                    <a:pt x="4445471" y="2365180"/>
                  </a:lnTo>
                  <a:lnTo>
                    <a:pt x="4446731" y="2365180"/>
                  </a:lnTo>
                  <a:lnTo>
                    <a:pt x="4449884" y="2365180"/>
                  </a:lnTo>
                  <a:lnTo>
                    <a:pt x="4452784" y="2365180"/>
                  </a:lnTo>
                  <a:lnTo>
                    <a:pt x="4452910" y="2365180"/>
                  </a:lnTo>
                  <a:lnTo>
                    <a:pt x="4453036" y="2365180"/>
                  </a:lnTo>
                  <a:lnTo>
                    <a:pt x="4456440" y="2365180"/>
                  </a:lnTo>
                  <a:lnTo>
                    <a:pt x="4456566" y="2365180"/>
                  </a:lnTo>
                  <a:lnTo>
                    <a:pt x="4457701" y="2365180"/>
                  </a:lnTo>
                  <a:lnTo>
                    <a:pt x="4457701" y="2359901"/>
                  </a:lnTo>
                  <a:lnTo>
                    <a:pt x="4459719" y="2359901"/>
                  </a:lnTo>
                  <a:lnTo>
                    <a:pt x="4463501" y="2354621"/>
                  </a:lnTo>
                  <a:lnTo>
                    <a:pt x="4463753" y="2354621"/>
                  </a:lnTo>
                  <a:lnTo>
                    <a:pt x="4467032" y="2349342"/>
                  </a:lnTo>
                  <a:lnTo>
                    <a:pt x="4469049" y="2349342"/>
                  </a:lnTo>
                  <a:lnTo>
                    <a:pt x="4471949" y="2349342"/>
                  </a:lnTo>
                  <a:lnTo>
                    <a:pt x="4475479" y="2344063"/>
                  </a:lnTo>
                  <a:lnTo>
                    <a:pt x="4478379" y="2344063"/>
                  </a:lnTo>
                  <a:lnTo>
                    <a:pt x="4478884" y="2344063"/>
                  </a:lnTo>
                  <a:lnTo>
                    <a:pt x="4480145" y="2344063"/>
                  </a:lnTo>
                  <a:lnTo>
                    <a:pt x="4483171" y="2333504"/>
                  </a:lnTo>
                  <a:lnTo>
                    <a:pt x="4485314" y="2333504"/>
                  </a:lnTo>
                  <a:lnTo>
                    <a:pt x="4488719" y="2333504"/>
                  </a:lnTo>
                  <a:lnTo>
                    <a:pt x="4488845" y="2333504"/>
                  </a:lnTo>
                  <a:lnTo>
                    <a:pt x="4488971" y="2333504"/>
                  </a:lnTo>
                  <a:lnTo>
                    <a:pt x="4492123" y="2333504"/>
                  </a:lnTo>
                  <a:lnTo>
                    <a:pt x="4492880" y="2333504"/>
                  </a:lnTo>
                  <a:lnTo>
                    <a:pt x="4495527" y="2333504"/>
                  </a:lnTo>
                  <a:lnTo>
                    <a:pt x="4499184" y="2328224"/>
                  </a:lnTo>
                  <a:lnTo>
                    <a:pt x="4499688" y="2328224"/>
                  </a:lnTo>
                  <a:lnTo>
                    <a:pt x="4500823" y="2328224"/>
                  </a:lnTo>
                  <a:lnTo>
                    <a:pt x="4503849" y="2328224"/>
                  </a:lnTo>
                  <a:lnTo>
                    <a:pt x="4504101" y="2322945"/>
                  </a:lnTo>
                  <a:lnTo>
                    <a:pt x="4508136" y="2317665"/>
                  </a:lnTo>
                  <a:lnTo>
                    <a:pt x="4511667" y="2317665"/>
                  </a:lnTo>
                  <a:lnTo>
                    <a:pt x="4511919" y="2317665"/>
                  </a:lnTo>
                  <a:lnTo>
                    <a:pt x="4512045" y="2317665"/>
                  </a:lnTo>
                  <a:lnTo>
                    <a:pt x="4512801" y="2317665"/>
                  </a:lnTo>
                  <a:lnTo>
                    <a:pt x="4512801" y="2312386"/>
                  </a:lnTo>
                  <a:lnTo>
                    <a:pt x="4517088" y="2312386"/>
                  </a:lnTo>
                  <a:lnTo>
                    <a:pt x="4518097" y="2312386"/>
                  </a:lnTo>
                  <a:lnTo>
                    <a:pt x="4518601" y="2312386"/>
                  </a:lnTo>
                  <a:lnTo>
                    <a:pt x="4519736" y="2312386"/>
                  </a:lnTo>
                  <a:lnTo>
                    <a:pt x="4524023" y="2312386"/>
                  </a:lnTo>
                  <a:lnTo>
                    <a:pt x="4525915" y="2307107"/>
                  </a:lnTo>
                  <a:lnTo>
                    <a:pt x="4529319" y="2307107"/>
                  </a:lnTo>
                  <a:lnTo>
                    <a:pt x="4532345" y="2307107"/>
                  </a:lnTo>
                  <a:lnTo>
                    <a:pt x="4532723" y="2307107"/>
                  </a:lnTo>
                  <a:lnTo>
                    <a:pt x="4537136" y="2296548"/>
                  </a:lnTo>
                  <a:lnTo>
                    <a:pt x="4539406" y="2296548"/>
                  </a:lnTo>
                  <a:lnTo>
                    <a:pt x="4542558" y="2296548"/>
                  </a:lnTo>
                  <a:lnTo>
                    <a:pt x="4543189" y="2291268"/>
                  </a:lnTo>
                  <a:lnTo>
                    <a:pt x="4547728" y="2291268"/>
                  </a:lnTo>
                  <a:lnTo>
                    <a:pt x="4552897" y="2291268"/>
                  </a:lnTo>
                  <a:lnTo>
                    <a:pt x="4554158" y="2291268"/>
                  </a:lnTo>
                  <a:lnTo>
                    <a:pt x="4554410" y="2291268"/>
                  </a:lnTo>
                  <a:lnTo>
                    <a:pt x="4554536" y="2291268"/>
                  </a:lnTo>
                  <a:lnTo>
                    <a:pt x="4554789" y="2291268"/>
                  </a:lnTo>
                  <a:lnTo>
                    <a:pt x="4558193" y="2285989"/>
                  </a:lnTo>
                  <a:lnTo>
                    <a:pt x="4558697" y="2285989"/>
                  </a:lnTo>
                  <a:lnTo>
                    <a:pt x="4559202" y="2285989"/>
                  </a:lnTo>
                  <a:lnTo>
                    <a:pt x="4560967" y="2285989"/>
                  </a:lnTo>
                  <a:lnTo>
                    <a:pt x="4564497" y="2285989"/>
                  </a:lnTo>
                  <a:lnTo>
                    <a:pt x="4565380" y="2285989"/>
                  </a:lnTo>
                  <a:lnTo>
                    <a:pt x="4565758" y="2285989"/>
                  </a:lnTo>
                  <a:lnTo>
                    <a:pt x="4566136" y="2285989"/>
                  </a:lnTo>
                  <a:lnTo>
                    <a:pt x="4569415" y="2280710"/>
                  </a:lnTo>
                  <a:lnTo>
                    <a:pt x="4570676" y="2280710"/>
                  </a:lnTo>
                  <a:lnTo>
                    <a:pt x="4572693" y="2275430"/>
                  </a:lnTo>
                  <a:lnTo>
                    <a:pt x="4576476" y="2275430"/>
                  </a:lnTo>
                  <a:lnTo>
                    <a:pt x="4581771" y="2275430"/>
                  </a:lnTo>
                  <a:lnTo>
                    <a:pt x="4585428" y="2264871"/>
                  </a:lnTo>
                  <a:lnTo>
                    <a:pt x="4586437" y="2264871"/>
                  </a:lnTo>
                  <a:lnTo>
                    <a:pt x="4589211" y="2264871"/>
                  </a:lnTo>
                  <a:lnTo>
                    <a:pt x="4589211" y="2259592"/>
                  </a:lnTo>
                  <a:lnTo>
                    <a:pt x="4593624" y="2254312"/>
                  </a:lnTo>
                  <a:lnTo>
                    <a:pt x="4593750" y="2254312"/>
                  </a:lnTo>
                  <a:lnTo>
                    <a:pt x="4596776" y="2249033"/>
                  </a:lnTo>
                  <a:lnTo>
                    <a:pt x="4598667" y="2249033"/>
                  </a:lnTo>
                  <a:lnTo>
                    <a:pt x="4601189" y="2249033"/>
                  </a:lnTo>
                  <a:lnTo>
                    <a:pt x="4603458" y="2249033"/>
                  </a:lnTo>
                  <a:lnTo>
                    <a:pt x="4604089" y="2249033"/>
                  </a:lnTo>
                  <a:lnTo>
                    <a:pt x="4605350" y="2249033"/>
                  </a:lnTo>
                  <a:lnTo>
                    <a:pt x="4607493" y="2227915"/>
                  </a:lnTo>
                  <a:lnTo>
                    <a:pt x="4607619" y="2227915"/>
                  </a:lnTo>
                  <a:lnTo>
                    <a:pt x="4608754" y="2227915"/>
                  </a:lnTo>
                  <a:lnTo>
                    <a:pt x="4609889" y="2227915"/>
                  </a:lnTo>
                  <a:lnTo>
                    <a:pt x="4612663" y="2227915"/>
                  </a:lnTo>
                  <a:lnTo>
                    <a:pt x="4613041" y="2227915"/>
                  </a:lnTo>
                  <a:lnTo>
                    <a:pt x="4615815" y="2227915"/>
                  </a:lnTo>
                  <a:lnTo>
                    <a:pt x="4619345" y="2227915"/>
                  </a:lnTo>
                  <a:lnTo>
                    <a:pt x="4620480" y="2227915"/>
                  </a:lnTo>
                  <a:lnTo>
                    <a:pt x="4621363" y="2227915"/>
                  </a:lnTo>
                  <a:lnTo>
                    <a:pt x="4626406" y="2227915"/>
                  </a:lnTo>
                  <a:lnTo>
                    <a:pt x="4633089" y="2217356"/>
                  </a:lnTo>
                  <a:lnTo>
                    <a:pt x="4637376" y="2212077"/>
                  </a:lnTo>
                  <a:lnTo>
                    <a:pt x="4637502" y="2212077"/>
                  </a:lnTo>
                  <a:lnTo>
                    <a:pt x="4641663" y="2212077"/>
                  </a:lnTo>
                  <a:lnTo>
                    <a:pt x="4643933" y="2212077"/>
                  </a:lnTo>
                  <a:lnTo>
                    <a:pt x="4644059" y="2212077"/>
                  </a:lnTo>
                  <a:lnTo>
                    <a:pt x="4646454" y="2206798"/>
                  </a:lnTo>
                  <a:lnTo>
                    <a:pt x="4647463" y="2206798"/>
                  </a:lnTo>
                  <a:lnTo>
                    <a:pt x="4648093" y="2206798"/>
                  </a:lnTo>
                  <a:lnTo>
                    <a:pt x="4648472" y="2206798"/>
                  </a:lnTo>
                  <a:lnTo>
                    <a:pt x="4651750" y="2201518"/>
                  </a:lnTo>
                  <a:lnTo>
                    <a:pt x="4652002" y="2201518"/>
                  </a:lnTo>
                  <a:lnTo>
                    <a:pt x="4654272" y="2190959"/>
                  </a:lnTo>
                  <a:lnTo>
                    <a:pt x="4655407" y="2190959"/>
                  </a:lnTo>
                  <a:lnTo>
                    <a:pt x="4658054" y="2190959"/>
                  </a:lnTo>
                  <a:lnTo>
                    <a:pt x="4658180" y="2190959"/>
                  </a:lnTo>
                  <a:lnTo>
                    <a:pt x="4660324" y="2185680"/>
                  </a:lnTo>
                  <a:lnTo>
                    <a:pt x="4660450" y="2185680"/>
                  </a:lnTo>
                  <a:lnTo>
                    <a:pt x="4660702" y="2185680"/>
                  </a:lnTo>
                  <a:lnTo>
                    <a:pt x="4661080" y="2185680"/>
                  </a:lnTo>
                  <a:lnTo>
                    <a:pt x="4661459" y="2185680"/>
                  </a:lnTo>
                  <a:lnTo>
                    <a:pt x="4663350" y="2185680"/>
                  </a:lnTo>
                  <a:lnTo>
                    <a:pt x="4667259" y="2180401"/>
                  </a:lnTo>
                  <a:lnTo>
                    <a:pt x="4667385" y="2180401"/>
                  </a:lnTo>
                  <a:lnTo>
                    <a:pt x="4668141" y="2180401"/>
                  </a:lnTo>
                  <a:lnTo>
                    <a:pt x="4668394" y="2180401"/>
                  </a:lnTo>
                  <a:lnTo>
                    <a:pt x="4668520" y="2180401"/>
                  </a:lnTo>
                  <a:lnTo>
                    <a:pt x="4671672" y="2175121"/>
                  </a:lnTo>
                  <a:lnTo>
                    <a:pt x="4673815" y="2175121"/>
                  </a:lnTo>
                  <a:lnTo>
                    <a:pt x="4677850" y="2164562"/>
                  </a:lnTo>
                  <a:lnTo>
                    <a:pt x="4682011" y="2164562"/>
                  </a:lnTo>
                  <a:lnTo>
                    <a:pt x="4682894" y="2164562"/>
                  </a:lnTo>
                  <a:lnTo>
                    <a:pt x="4685794" y="2164562"/>
                  </a:lnTo>
                  <a:lnTo>
                    <a:pt x="4685920" y="2164562"/>
                  </a:lnTo>
                  <a:lnTo>
                    <a:pt x="4689324" y="2164562"/>
                  </a:lnTo>
                  <a:lnTo>
                    <a:pt x="4689702" y="2164562"/>
                  </a:lnTo>
                  <a:lnTo>
                    <a:pt x="4694620" y="2164562"/>
                  </a:lnTo>
                  <a:lnTo>
                    <a:pt x="4698402" y="2159283"/>
                  </a:lnTo>
                  <a:lnTo>
                    <a:pt x="4698528" y="2159283"/>
                  </a:lnTo>
                  <a:lnTo>
                    <a:pt x="4700168" y="2159283"/>
                  </a:lnTo>
                  <a:lnTo>
                    <a:pt x="4701933" y="2159283"/>
                  </a:lnTo>
                  <a:lnTo>
                    <a:pt x="4704833" y="2159283"/>
                  </a:lnTo>
                  <a:lnTo>
                    <a:pt x="4708363" y="2148724"/>
                  </a:lnTo>
                  <a:lnTo>
                    <a:pt x="4710381" y="2143445"/>
                  </a:lnTo>
                  <a:lnTo>
                    <a:pt x="4712020" y="2143445"/>
                  </a:lnTo>
                  <a:lnTo>
                    <a:pt x="4714163" y="2143445"/>
                  </a:lnTo>
                  <a:lnTo>
                    <a:pt x="4714289" y="2143445"/>
                  </a:lnTo>
                  <a:lnTo>
                    <a:pt x="4717316" y="2138165"/>
                  </a:lnTo>
                  <a:lnTo>
                    <a:pt x="4718576" y="2127606"/>
                  </a:lnTo>
                  <a:lnTo>
                    <a:pt x="4719711" y="2127606"/>
                  </a:lnTo>
                  <a:lnTo>
                    <a:pt x="4719963" y="2127606"/>
                  </a:lnTo>
                  <a:lnTo>
                    <a:pt x="4720089" y="2127606"/>
                  </a:lnTo>
                  <a:lnTo>
                    <a:pt x="4720720" y="2127606"/>
                  </a:lnTo>
                  <a:lnTo>
                    <a:pt x="4725007" y="2127606"/>
                  </a:lnTo>
                  <a:lnTo>
                    <a:pt x="4730303" y="2122327"/>
                  </a:lnTo>
                  <a:lnTo>
                    <a:pt x="4731942" y="2122327"/>
                  </a:lnTo>
                  <a:lnTo>
                    <a:pt x="4735850" y="2117047"/>
                  </a:lnTo>
                  <a:lnTo>
                    <a:pt x="4735976" y="2117047"/>
                  </a:lnTo>
                  <a:lnTo>
                    <a:pt x="4740011" y="2117047"/>
                  </a:lnTo>
                  <a:lnTo>
                    <a:pt x="4740642" y="2117047"/>
                  </a:lnTo>
                  <a:lnTo>
                    <a:pt x="4744677" y="2117047"/>
                  </a:lnTo>
                  <a:lnTo>
                    <a:pt x="4746694" y="2117047"/>
                  </a:lnTo>
                  <a:lnTo>
                    <a:pt x="4750729" y="2117047"/>
                  </a:lnTo>
                  <a:lnTo>
                    <a:pt x="4751107" y="2111768"/>
                  </a:lnTo>
                  <a:lnTo>
                    <a:pt x="4751737" y="2111768"/>
                  </a:lnTo>
                  <a:lnTo>
                    <a:pt x="4751864" y="2111768"/>
                  </a:lnTo>
                  <a:lnTo>
                    <a:pt x="4754764" y="2101209"/>
                  </a:lnTo>
                  <a:lnTo>
                    <a:pt x="4755646" y="2101209"/>
                  </a:lnTo>
                  <a:lnTo>
                    <a:pt x="4756907" y="2101209"/>
                  </a:lnTo>
                  <a:lnTo>
                    <a:pt x="4760059" y="2101209"/>
                  </a:lnTo>
                  <a:lnTo>
                    <a:pt x="4760185" y="2101209"/>
                  </a:lnTo>
                  <a:lnTo>
                    <a:pt x="4760311" y="2101209"/>
                  </a:lnTo>
                  <a:lnTo>
                    <a:pt x="4765481" y="2101209"/>
                  </a:lnTo>
                  <a:lnTo>
                    <a:pt x="4766364" y="2101209"/>
                  </a:lnTo>
                  <a:lnTo>
                    <a:pt x="4766742" y="2101209"/>
                  </a:lnTo>
                  <a:lnTo>
                    <a:pt x="4767372" y="2101209"/>
                  </a:lnTo>
                  <a:lnTo>
                    <a:pt x="4771029" y="2101209"/>
                  </a:lnTo>
                  <a:lnTo>
                    <a:pt x="4774307" y="2101209"/>
                  </a:lnTo>
                  <a:lnTo>
                    <a:pt x="4778342" y="2101209"/>
                  </a:lnTo>
                  <a:lnTo>
                    <a:pt x="4779477" y="2101209"/>
                  </a:lnTo>
                  <a:lnTo>
                    <a:pt x="4783890" y="2101209"/>
                  </a:lnTo>
                  <a:lnTo>
                    <a:pt x="4789185" y="2090650"/>
                  </a:lnTo>
                  <a:lnTo>
                    <a:pt x="4789690" y="2080092"/>
                  </a:lnTo>
                  <a:lnTo>
                    <a:pt x="4792212" y="2080092"/>
                  </a:lnTo>
                  <a:lnTo>
                    <a:pt x="4795994" y="2080092"/>
                  </a:lnTo>
                  <a:lnTo>
                    <a:pt x="4796246" y="2080092"/>
                  </a:lnTo>
                  <a:lnTo>
                    <a:pt x="4800407" y="2074812"/>
                  </a:lnTo>
                  <a:lnTo>
                    <a:pt x="4801542" y="2069533"/>
                  </a:lnTo>
                  <a:lnTo>
                    <a:pt x="4808351" y="2064253"/>
                  </a:lnTo>
                  <a:lnTo>
                    <a:pt x="4808477" y="2064253"/>
                  </a:lnTo>
                  <a:lnTo>
                    <a:pt x="4808729" y="2064253"/>
                  </a:lnTo>
                  <a:lnTo>
                    <a:pt x="4809107" y="2064253"/>
                  </a:lnTo>
                  <a:lnTo>
                    <a:pt x="4809359" y="2064253"/>
                  </a:lnTo>
                  <a:lnTo>
                    <a:pt x="4811881" y="2058974"/>
                  </a:lnTo>
                  <a:lnTo>
                    <a:pt x="4812386" y="2058974"/>
                  </a:lnTo>
                  <a:lnTo>
                    <a:pt x="4812764" y="2058974"/>
                  </a:lnTo>
                  <a:lnTo>
                    <a:pt x="4814655" y="2053694"/>
                  </a:lnTo>
                  <a:lnTo>
                    <a:pt x="4815664" y="2053694"/>
                  </a:lnTo>
                  <a:lnTo>
                    <a:pt x="4818690" y="2053694"/>
                  </a:lnTo>
                  <a:lnTo>
                    <a:pt x="4818942" y="2048415"/>
                  </a:lnTo>
                  <a:lnTo>
                    <a:pt x="4820960" y="2043136"/>
                  </a:lnTo>
                  <a:lnTo>
                    <a:pt x="4822725" y="2043136"/>
                  </a:lnTo>
                  <a:lnTo>
                    <a:pt x="4823481" y="2043136"/>
                  </a:lnTo>
                  <a:lnTo>
                    <a:pt x="4830542" y="2032577"/>
                  </a:lnTo>
                  <a:lnTo>
                    <a:pt x="4835334" y="2027297"/>
                  </a:lnTo>
                  <a:lnTo>
                    <a:pt x="4838486" y="2027297"/>
                  </a:lnTo>
                  <a:lnTo>
                    <a:pt x="4843403" y="2027297"/>
                  </a:lnTo>
                  <a:lnTo>
                    <a:pt x="4843529" y="2027297"/>
                  </a:lnTo>
                  <a:lnTo>
                    <a:pt x="4849708" y="2027297"/>
                  </a:lnTo>
                  <a:lnTo>
                    <a:pt x="4850968" y="2022018"/>
                  </a:lnTo>
                  <a:lnTo>
                    <a:pt x="4855886" y="2016738"/>
                  </a:lnTo>
                  <a:lnTo>
                    <a:pt x="4858912" y="2011459"/>
                  </a:lnTo>
                  <a:lnTo>
                    <a:pt x="4864334" y="2000900"/>
                  </a:lnTo>
                  <a:lnTo>
                    <a:pt x="4864460" y="1995621"/>
                  </a:lnTo>
                  <a:lnTo>
                    <a:pt x="4864838" y="1995621"/>
                  </a:lnTo>
                  <a:lnTo>
                    <a:pt x="4865595" y="1990341"/>
                  </a:lnTo>
                  <a:lnTo>
                    <a:pt x="4868368" y="1990341"/>
                  </a:lnTo>
                  <a:lnTo>
                    <a:pt x="4868495" y="1990341"/>
                  </a:lnTo>
                  <a:lnTo>
                    <a:pt x="4870890" y="1985062"/>
                  </a:lnTo>
                  <a:lnTo>
                    <a:pt x="4873916" y="1979782"/>
                  </a:lnTo>
                  <a:lnTo>
                    <a:pt x="4874169" y="1979782"/>
                  </a:lnTo>
                  <a:lnTo>
                    <a:pt x="4877951" y="1979782"/>
                  </a:lnTo>
                  <a:lnTo>
                    <a:pt x="4879464" y="1979782"/>
                  </a:lnTo>
                  <a:lnTo>
                    <a:pt x="4880221" y="1979782"/>
                  </a:lnTo>
                  <a:lnTo>
                    <a:pt x="4883373" y="1979782"/>
                  </a:lnTo>
                  <a:lnTo>
                    <a:pt x="4883499" y="1979782"/>
                  </a:lnTo>
                  <a:lnTo>
                    <a:pt x="4886147" y="1979782"/>
                  </a:lnTo>
                  <a:lnTo>
                    <a:pt x="4891821" y="1979782"/>
                  </a:lnTo>
                  <a:lnTo>
                    <a:pt x="4895856" y="1979782"/>
                  </a:lnTo>
                  <a:lnTo>
                    <a:pt x="4897621" y="1979782"/>
                  </a:lnTo>
                  <a:lnTo>
                    <a:pt x="4901403" y="1979782"/>
                  </a:lnTo>
                  <a:lnTo>
                    <a:pt x="4904051" y="1974503"/>
                  </a:lnTo>
                  <a:lnTo>
                    <a:pt x="4909599" y="1974503"/>
                  </a:lnTo>
                  <a:lnTo>
                    <a:pt x="4910103" y="1974503"/>
                  </a:lnTo>
                  <a:lnTo>
                    <a:pt x="4915399" y="1974503"/>
                  </a:lnTo>
                  <a:lnTo>
                    <a:pt x="4916030" y="1974503"/>
                  </a:lnTo>
                  <a:lnTo>
                    <a:pt x="4916156" y="1974503"/>
                  </a:lnTo>
                  <a:lnTo>
                    <a:pt x="4920569" y="1974503"/>
                  </a:lnTo>
                  <a:lnTo>
                    <a:pt x="4923091" y="1974503"/>
                  </a:lnTo>
                  <a:lnTo>
                    <a:pt x="4923217" y="1974503"/>
                  </a:lnTo>
                  <a:lnTo>
                    <a:pt x="4923343" y="1974503"/>
                  </a:lnTo>
                  <a:lnTo>
                    <a:pt x="4928512" y="1969224"/>
                  </a:lnTo>
                  <a:lnTo>
                    <a:pt x="4929017" y="1969224"/>
                  </a:lnTo>
                  <a:lnTo>
                    <a:pt x="4929395" y="1969224"/>
                  </a:lnTo>
                  <a:lnTo>
                    <a:pt x="4930656" y="1969224"/>
                  </a:lnTo>
                  <a:lnTo>
                    <a:pt x="4935447" y="1969224"/>
                  </a:lnTo>
                  <a:lnTo>
                    <a:pt x="4936834" y="1969224"/>
                  </a:lnTo>
                  <a:lnTo>
                    <a:pt x="4937086" y="1969224"/>
                  </a:lnTo>
                  <a:lnTo>
                    <a:pt x="4937212" y="1969224"/>
                  </a:lnTo>
                  <a:lnTo>
                    <a:pt x="4937338" y="1969224"/>
                  </a:lnTo>
                  <a:lnTo>
                    <a:pt x="4940869" y="1969224"/>
                  </a:lnTo>
                  <a:lnTo>
                    <a:pt x="4942004" y="1969224"/>
                  </a:lnTo>
                  <a:lnTo>
                    <a:pt x="4942634" y="1969224"/>
                  </a:lnTo>
                  <a:lnTo>
                    <a:pt x="4948308" y="1969224"/>
                  </a:lnTo>
                  <a:lnTo>
                    <a:pt x="4956252" y="1969224"/>
                  </a:lnTo>
                  <a:lnTo>
                    <a:pt x="4956504" y="1969224"/>
                  </a:lnTo>
                  <a:lnTo>
                    <a:pt x="4959404" y="1969224"/>
                  </a:lnTo>
                  <a:lnTo>
                    <a:pt x="4963186" y="1969224"/>
                  </a:lnTo>
                  <a:lnTo>
                    <a:pt x="4967599" y="1958665"/>
                  </a:lnTo>
                  <a:lnTo>
                    <a:pt x="4973399" y="1958665"/>
                  </a:lnTo>
                  <a:lnTo>
                    <a:pt x="4973526" y="1958665"/>
                  </a:lnTo>
                  <a:lnTo>
                    <a:pt x="4973652" y="1958665"/>
                  </a:lnTo>
                  <a:lnTo>
                    <a:pt x="4976426" y="1953385"/>
                  </a:lnTo>
                  <a:lnTo>
                    <a:pt x="4980460" y="1953385"/>
                  </a:lnTo>
                  <a:lnTo>
                    <a:pt x="4980839" y="1953385"/>
                  </a:lnTo>
                  <a:lnTo>
                    <a:pt x="4981847" y="1953385"/>
                  </a:lnTo>
                  <a:lnTo>
                    <a:pt x="4984873" y="1953385"/>
                  </a:lnTo>
                  <a:lnTo>
                    <a:pt x="4986639" y="1953385"/>
                  </a:lnTo>
                  <a:lnTo>
                    <a:pt x="4988278" y="1953385"/>
                  </a:lnTo>
                  <a:lnTo>
                    <a:pt x="4988530" y="1953385"/>
                  </a:lnTo>
                  <a:lnTo>
                    <a:pt x="4990673" y="1953385"/>
                  </a:lnTo>
                  <a:lnTo>
                    <a:pt x="4993321" y="1948106"/>
                  </a:lnTo>
                  <a:lnTo>
                    <a:pt x="4995969" y="1948106"/>
                  </a:lnTo>
                  <a:lnTo>
                    <a:pt x="4996726" y="1942827"/>
                  </a:lnTo>
                  <a:lnTo>
                    <a:pt x="4997987" y="1937547"/>
                  </a:lnTo>
                  <a:lnTo>
                    <a:pt x="4998869" y="1937547"/>
                  </a:lnTo>
                  <a:lnTo>
                    <a:pt x="4999121" y="1937547"/>
                  </a:lnTo>
                  <a:lnTo>
                    <a:pt x="5002652" y="1932268"/>
                  </a:lnTo>
                  <a:lnTo>
                    <a:pt x="5005300" y="1932268"/>
                  </a:lnTo>
                  <a:lnTo>
                    <a:pt x="5011100" y="1932268"/>
                  </a:lnTo>
                  <a:lnTo>
                    <a:pt x="5011226" y="1932268"/>
                  </a:lnTo>
                  <a:lnTo>
                    <a:pt x="5018034" y="1932268"/>
                  </a:lnTo>
                  <a:lnTo>
                    <a:pt x="5018791" y="1926988"/>
                  </a:lnTo>
                  <a:lnTo>
                    <a:pt x="5023330" y="1921709"/>
                  </a:lnTo>
                  <a:lnTo>
                    <a:pt x="5029635" y="1916429"/>
                  </a:lnTo>
                  <a:lnTo>
                    <a:pt x="5029887" y="1916429"/>
                  </a:lnTo>
                  <a:lnTo>
                    <a:pt x="5030643" y="1916429"/>
                  </a:lnTo>
                  <a:lnTo>
                    <a:pt x="5035182" y="1911150"/>
                  </a:lnTo>
                  <a:lnTo>
                    <a:pt x="5035308" y="1911150"/>
                  </a:lnTo>
                  <a:lnTo>
                    <a:pt x="5035561" y="1911150"/>
                  </a:lnTo>
                  <a:lnTo>
                    <a:pt x="5040730" y="1905871"/>
                  </a:lnTo>
                  <a:lnTo>
                    <a:pt x="5041865" y="1905871"/>
                  </a:lnTo>
                  <a:lnTo>
                    <a:pt x="5045143" y="1905871"/>
                  </a:lnTo>
                  <a:lnTo>
                    <a:pt x="5045269" y="1905871"/>
                  </a:lnTo>
                  <a:lnTo>
                    <a:pt x="5045648" y="1905871"/>
                  </a:lnTo>
                  <a:lnTo>
                    <a:pt x="5046278" y="1905871"/>
                  </a:lnTo>
                  <a:lnTo>
                    <a:pt x="5046782" y="1905871"/>
                  </a:lnTo>
                  <a:lnTo>
                    <a:pt x="5048548" y="1905871"/>
                  </a:lnTo>
                  <a:lnTo>
                    <a:pt x="5052709" y="1905871"/>
                  </a:lnTo>
                  <a:lnTo>
                    <a:pt x="5053087" y="1900591"/>
                  </a:lnTo>
                  <a:lnTo>
                    <a:pt x="5053213" y="1900591"/>
                  </a:lnTo>
                  <a:lnTo>
                    <a:pt x="5053465" y="1900591"/>
                  </a:lnTo>
                  <a:lnTo>
                    <a:pt x="5056239" y="1900591"/>
                  </a:lnTo>
                  <a:lnTo>
                    <a:pt x="5056365" y="1900591"/>
                  </a:lnTo>
                  <a:lnTo>
                    <a:pt x="5057878" y="1895312"/>
                  </a:lnTo>
                  <a:lnTo>
                    <a:pt x="5063174" y="1890032"/>
                  </a:lnTo>
                  <a:lnTo>
                    <a:pt x="5068217" y="1890032"/>
                  </a:lnTo>
                  <a:lnTo>
                    <a:pt x="5076791" y="1884753"/>
                  </a:lnTo>
                  <a:lnTo>
                    <a:pt x="5076917" y="1884753"/>
                  </a:lnTo>
                  <a:lnTo>
                    <a:pt x="5080952" y="1879473"/>
                  </a:lnTo>
                  <a:lnTo>
                    <a:pt x="5081078" y="1879473"/>
                  </a:lnTo>
                  <a:lnTo>
                    <a:pt x="5085491" y="1879473"/>
                  </a:lnTo>
                  <a:lnTo>
                    <a:pt x="5085996" y="1879473"/>
                  </a:lnTo>
                  <a:lnTo>
                    <a:pt x="5087131" y="1879473"/>
                  </a:lnTo>
                  <a:lnTo>
                    <a:pt x="5091039" y="1868915"/>
                  </a:lnTo>
                  <a:lnTo>
                    <a:pt x="5091417" y="1868915"/>
                  </a:lnTo>
                  <a:lnTo>
                    <a:pt x="5091670" y="1868915"/>
                  </a:lnTo>
                  <a:lnTo>
                    <a:pt x="5092048" y="1868915"/>
                  </a:lnTo>
                  <a:lnTo>
                    <a:pt x="5095704" y="1868915"/>
                  </a:lnTo>
                  <a:lnTo>
                    <a:pt x="5096083" y="1863635"/>
                  </a:lnTo>
                  <a:lnTo>
                    <a:pt x="5096965" y="1853076"/>
                  </a:lnTo>
                  <a:lnTo>
                    <a:pt x="5097974" y="1853076"/>
                  </a:lnTo>
                  <a:lnTo>
                    <a:pt x="5100874" y="1853076"/>
                  </a:lnTo>
                  <a:lnTo>
                    <a:pt x="5101252" y="1853076"/>
                  </a:lnTo>
                  <a:lnTo>
                    <a:pt x="5101378" y="1853076"/>
                  </a:lnTo>
                  <a:lnTo>
                    <a:pt x="5105035" y="1853076"/>
                  </a:lnTo>
                  <a:lnTo>
                    <a:pt x="5106170" y="1847797"/>
                  </a:lnTo>
                  <a:lnTo>
                    <a:pt x="5106548" y="1847797"/>
                  </a:lnTo>
                  <a:lnTo>
                    <a:pt x="5106800" y="1847797"/>
                  </a:lnTo>
                  <a:lnTo>
                    <a:pt x="5107557" y="1842518"/>
                  </a:lnTo>
                  <a:lnTo>
                    <a:pt x="5110583" y="1842518"/>
                  </a:lnTo>
                  <a:lnTo>
                    <a:pt x="5112978" y="1842518"/>
                  </a:lnTo>
                  <a:lnTo>
                    <a:pt x="5118905" y="1837238"/>
                  </a:lnTo>
                  <a:lnTo>
                    <a:pt x="5119031" y="1837238"/>
                  </a:lnTo>
                  <a:lnTo>
                    <a:pt x="5124831" y="1837238"/>
                  </a:lnTo>
                  <a:lnTo>
                    <a:pt x="5131639" y="1831959"/>
                  </a:lnTo>
                  <a:lnTo>
                    <a:pt x="5131766" y="1831959"/>
                  </a:lnTo>
                  <a:lnTo>
                    <a:pt x="5131892" y="1831959"/>
                  </a:lnTo>
                  <a:lnTo>
                    <a:pt x="5135044" y="1826679"/>
                  </a:lnTo>
                  <a:lnTo>
                    <a:pt x="5137692" y="1826679"/>
                  </a:lnTo>
                  <a:lnTo>
                    <a:pt x="5137818" y="1826679"/>
                  </a:lnTo>
                  <a:lnTo>
                    <a:pt x="5138574" y="1821400"/>
                  </a:lnTo>
                  <a:lnTo>
                    <a:pt x="5143366" y="1816120"/>
                  </a:lnTo>
                  <a:lnTo>
                    <a:pt x="5143870" y="1816120"/>
                  </a:lnTo>
                  <a:lnTo>
                    <a:pt x="5147653" y="1810841"/>
                  </a:lnTo>
                  <a:lnTo>
                    <a:pt x="5148535" y="1810841"/>
                  </a:lnTo>
                  <a:lnTo>
                    <a:pt x="5150931" y="1805562"/>
                  </a:lnTo>
                  <a:lnTo>
                    <a:pt x="5151183" y="1805562"/>
                  </a:lnTo>
                  <a:lnTo>
                    <a:pt x="5154587" y="1805562"/>
                  </a:lnTo>
                  <a:lnTo>
                    <a:pt x="5154840" y="1805562"/>
                  </a:lnTo>
                  <a:lnTo>
                    <a:pt x="5154966" y="1805562"/>
                  </a:lnTo>
                  <a:lnTo>
                    <a:pt x="5156353" y="1805562"/>
                  </a:lnTo>
                  <a:lnTo>
                    <a:pt x="5160261" y="1805562"/>
                  </a:lnTo>
                  <a:lnTo>
                    <a:pt x="5160387" y="1805562"/>
                  </a:lnTo>
                  <a:lnTo>
                    <a:pt x="5161522" y="1800282"/>
                  </a:lnTo>
                  <a:lnTo>
                    <a:pt x="5161648" y="1800282"/>
                  </a:lnTo>
                  <a:lnTo>
                    <a:pt x="5163792" y="1800282"/>
                  </a:lnTo>
                  <a:lnTo>
                    <a:pt x="5164674" y="1800282"/>
                  </a:lnTo>
                  <a:lnTo>
                    <a:pt x="5170727" y="1795003"/>
                  </a:lnTo>
                  <a:lnTo>
                    <a:pt x="5170853" y="1795003"/>
                  </a:lnTo>
                  <a:lnTo>
                    <a:pt x="5176148" y="1795003"/>
                  </a:lnTo>
                  <a:lnTo>
                    <a:pt x="5182831" y="1795003"/>
                  </a:lnTo>
                  <a:lnTo>
                    <a:pt x="5185857" y="1784444"/>
                  </a:lnTo>
                  <a:lnTo>
                    <a:pt x="5186488" y="1779164"/>
                  </a:lnTo>
                  <a:lnTo>
                    <a:pt x="5191027" y="1779164"/>
                  </a:lnTo>
                  <a:lnTo>
                    <a:pt x="5191909" y="1779164"/>
                  </a:lnTo>
                  <a:lnTo>
                    <a:pt x="5192035" y="1779164"/>
                  </a:lnTo>
                  <a:lnTo>
                    <a:pt x="5195314" y="1768606"/>
                  </a:lnTo>
                  <a:lnTo>
                    <a:pt x="5196701" y="1768606"/>
                  </a:lnTo>
                  <a:lnTo>
                    <a:pt x="5198718" y="1763326"/>
                  </a:lnTo>
                  <a:lnTo>
                    <a:pt x="5203383" y="1763326"/>
                  </a:lnTo>
                  <a:lnTo>
                    <a:pt x="5203509" y="1763326"/>
                  </a:lnTo>
                  <a:lnTo>
                    <a:pt x="5207166" y="1763326"/>
                  </a:lnTo>
                  <a:lnTo>
                    <a:pt x="5207796" y="1763326"/>
                  </a:lnTo>
                  <a:lnTo>
                    <a:pt x="5207922" y="1763326"/>
                  </a:lnTo>
                  <a:lnTo>
                    <a:pt x="5208049" y="1763326"/>
                  </a:lnTo>
                  <a:lnTo>
                    <a:pt x="5210949" y="1758047"/>
                  </a:lnTo>
                  <a:lnTo>
                    <a:pt x="5211453" y="1758047"/>
                  </a:lnTo>
                  <a:lnTo>
                    <a:pt x="5215236" y="1758047"/>
                  </a:lnTo>
                  <a:lnTo>
                    <a:pt x="5215488" y="1758047"/>
                  </a:lnTo>
                  <a:lnTo>
                    <a:pt x="5215740" y="1758047"/>
                  </a:lnTo>
                  <a:lnTo>
                    <a:pt x="5218892" y="1758047"/>
                  </a:lnTo>
                  <a:lnTo>
                    <a:pt x="5220027" y="1758047"/>
                  </a:lnTo>
                  <a:lnTo>
                    <a:pt x="5220657" y="1758047"/>
                  </a:lnTo>
                  <a:lnTo>
                    <a:pt x="5221666" y="1752767"/>
                  </a:lnTo>
                  <a:lnTo>
                    <a:pt x="5221918" y="1752767"/>
                  </a:lnTo>
                  <a:lnTo>
                    <a:pt x="5223936" y="1752767"/>
                  </a:lnTo>
                  <a:lnTo>
                    <a:pt x="5226583" y="1752767"/>
                  </a:lnTo>
                  <a:lnTo>
                    <a:pt x="5231753" y="1752767"/>
                  </a:lnTo>
                  <a:lnTo>
                    <a:pt x="5236923" y="1752767"/>
                  </a:lnTo>
                  <a:lnTo>
                    <a:pt x="5243605" y="1747488"/>
                  </a:lnTo>
                  <a:lnTo>
                    <a:pt x="5244614" y="1742209"/>
                  </a:lnTo>
                  <a:lnTo>
                    <a:pt x="5244740" y="1742209"/>
                  </a:lnTo>
                  <a:lnTo>
                    <a:pt x="5244866" y="1736929"/>
                  </a:lnTo>
                  <a:lnTo>
                    <a:pt x="5249153" y="1731650"/>
                  </a:lnTo>
                  <a:lnTo>
                    <a:pt x="5251423" y="1731650"/>
                  </a:lnTo>
                  <a:lnTo>
                    <a:pt x="5251675" y="1726370"/>
                  </a:lnTo>
                  <a:lnTo>
                    <a:pt x="5255962" y="1726370"/>
                  </a:lnTo>
                  <a:lnTo>
                    <a:pt x="5256088" y="1726370"/>
                  </a:lnTo>
                  <a:lnTo>
                    <a:pt x="5257475" y="1721091"/>
                  </a:lnTo>
                  <a:lnTo>
                    <a:pt x="5257601" y="1721091"/>
                  </a:lnTo>
                  <a:lnTo>
                    <a:pt x="5260879" y="1721091"/>
                  </a:lnTo>
                  <a:lnTo>
                    <a:pt x="5263023" y="1715811"/>
                  </a:lnTo>
                  <a:lnTo>
                    <a:pt x="5263149" y="1715811"/>
                  </a:lnTo>
                  <a:lnTo>
                    <a:pt x="5267184" y="1710532"/>
                  </a:lnTo>
                  <a:lnTo>
                    <a:pt x="5272101" y="1710532"/>
                  </a:lnTo>
                  <a:lnTo>
                    <a:pt x="5272731" y="1710532"/>
                  </a:lnTo>
                  <a:lnTo>
                    <a:pt x="5273362" y="1710532"/>
                  </a:lnTo>
                  <a:lnTo>
                    <a:pt x="5277018" y="1710532"/>
                  </a:lnTo>
                  <a:lnTo>
                    <a:pt x="5277271" y="1710532"/>
                  </a:lnTo>
                  <a:lnTo>
                    <a:pt x="5277397" y="1710532"/>
                  </a:lnTo>
                  <a:lnTo>
                    <a:pt x="5277901" y="1710532"/>
                  </a:lnTo>
                  <a:lnTo>
                    <a:pt x="5278405" y="1705253"/>
                  </a:lnTo>
                  <a:lnTo>
                    <a:pt x="5283953" y="1699973"/>
                  </a:lnTo>
                  <a:lnTo>
                    <a:pt x="5289375" y="1694694"/>
                  </a:lnTo>
                  <a:lnTo>
                    <a:pt x="5296310" y="1694694"/>
                  </a:lnTo>
                  <a:lnTo>
                    <a:pt x="5298958" y="1694694"/>
                  </a:lnTo>
                  <a:lnTo>
                    <a:pt x="5299462" y="1694694"/>
                  </a:lnTo>
                  <a:lnTo>
                    <a:pt x="5306145" y="1694694"/>
                  </a:lnTo>
                  <a:lnTo>
                    <a:pt x="5311062" y="1694694"/>
                  </a:lnTo>
                  <a:lnTo>
                    <a:pt x="5311314" y="1694694"/>
                  </a:lnTo>
                  <a:lnTo>
                    <a:pt x="5312953" y="1694694"/>
                  </a:lnTo>
                  <a:lnTo>
                    <a:pt x="5314971" y="1694694"/>
                  </a:lnTo>
                  <a:lnTo>
                    <a:pt x="5319636" y="1694694"/>
                  </a:lnTo>
                  <a:lnTo>
                    <a:pt x="5319636" y="1689414"/>
                  </a:lnTo>
                  <a:lnTo>
                    <a:pt x="5323040" y="1684135"/>
                  </a:lnTo>
                  <a:lnTo>
                    <a:pt x="5323671" y="1678855"/>
                  </a:lnTo>
                  <a:lnTo>
                    <a:pt x="5324680" y="1678855"/>
                  </a:lnTo>
                  <a:lnTo>
                    <a:pt x="5326823" y="1678855"/>
                  </a:lnTo>
                  <a:lnTo>
                    <a:pt x="5326949" y="1678855"/>
                  </a:lnTo>
                  <a:lnTo>
                    <a:pt x="5329597" y="1678855"/>
                  </a:lnTo>
                  <a:lnTo>
                    <a:pt x="5329849" y="1678855"/>
                  </a:lnTo>
                  <a:lnTo>
                    <a:pt x="5329975" y="1678855"/>
                  </a:lnTo>
                  <a:lnTo>
                    <a:pt x="5331993" y="1678855"/>
                  </a:lnTo>
                  <a:lnTo>
                    <a:pt x="5332119" y="1678855"/>
                  </a:lnTo>
                  <a:lnTo>
                    <a:pt x="5333254" y="1678855"/>
                  </a:lnTo>
                  <a:lnTo>
                    <a:pt x="5333506" y="1678855"/>
                  </a:lnTo>
                  <a:lnTo>
                    <a:pt x="5333758" y="1673576"/>
                  </a:lnTo>
                  <a:lnTo>
                    <a:pt x="5336406" y="1668297"/>
                  </a:lnTo>
                  <a:lnTo>
                    <a:pt x="5337541" y="1663017"/>
                  </a:lnTo>
                  <a:lnTo>
                    <a:pt x="5344097" y="1652458"/>
                  </a:lnTo>
                  <a:lnTo>
                    <a:pt x="5348636" y="1652458"/>
                  </a:lnTo>
                  <a:lnTo>
                    <a:pt x="5353806" y="1647179"/>
                  </a:lnTo>
                  <a:lnTo>
                    <a:pt x="5354310" y="1647179"/>
                  </a:lnTo>
                  <a:lnTo>
                    <a:pt x="5358093" y="1647179"/>
                  </a:lnTo>
                  <a:lnTo>
                    <a:pt x="5360741" y="1647179"/>
                  </a:lnTo>
                  <a:lnTo>
                    <a:pt x="5360993" y="1647179"/>
                  </a:lnTo>
                  <a:lnTo>
                    <a:pt x="5365784" y="1647179"/>
                  </a:lnTo>
                  <a:lnTo>
                    <a:pt x="5365784" y="1641900"/>
                  </a:lnTo>
                  <a:lnTo>
                    <a:pt x="5366415" y="1641900"/>
                  </a:lnTo>
                  <a:lnTo>
                    <a:pt x="5366793" y="1641900"/>
                  </a:lnTo>
                  <a:lnTo>
                    <a:pt x="5366919" y="1641900"/>
                  </a:lnTo>
                  <a:lnTo>
                    <a:pt x="5370449" y="1626061"/>
                  </a:lnTo>
                  <a:lnTo>
                    <a:pt x="5372341" y="1620782"/>
                  </a:lnTo>
                  <a:lnTo>
                    <a:pt x="5373475" y="1620782"/>
                  </a:lnTo>
                  <a:lnTo>
                    <a:pt x="5373602" y="1620782"/>
                  </a:lnTo>
                  <a:lnTo>
                    <a:pt x="5373602" y="1615502"/>
                  </a:lnTo>
                  <a:lnTo>
                    <a:pt x="5376628" y="1610223"/>
                  </a:lnTo>
                  <a:lnTo>
                    <a:pt x="5376754" y="1610223"/>
                  </a:lnTo>
                  <a:lnTo>
                    <a:pt x="5380032" y="1604944"/>
                  </a:lnTo>
                  <a:lnTo>
                    <a:pt x="5380915" y="1599664"/>
                  </a:lnTo>
                  <a:lnTo>
                    <a:pt x="5381419" y="1594385"/>
                  </a:lnTo>
                  <a:lnTo>
                    <a:pt x="5382680" y="1594385"/>
                  </a:lnTo>
                  <a:lnTo>
                    <a:pt x="5386336" y="1594385"/>
                  </a:lnTo>
                  <a:lnTo>
                    <a:pt x="5393776" y="1583826"/>
                  </a:lnTo>
                  <a:lnTo>
                    <a:pt x="5399071" y="1583826"/>
                  </a:lnTo>
                  <a:lnTo>
                    <a:pt x="5404367" y="1578546"/>
                  </a:lnTo>
                  <a:lnTo>
                    <a:pt x="5406006" y="1573267"/>
                  </a:lnTo>
                  <a:lnTo>
                    <a:pt x="5412563" y="1567988"/>
                  </a:lnTo>
                  <a:lnTo>
                    <a:pt x="5412563" y="1562708"/>
                  </a:lnTo>
                  <a:lnTo>
                    <a:pt x="5413319" y="1562708"/>
                  </a:lnTo>
                  <a:lnTo>
                    <a:pt x="5413697" y="1562708"/>
                  </a:lnTo>
                  <a:lnTo>
                    <a:pt x="5417606" y="1562708"/>
                  </a:lnTo>
                  <a:lnTo>
                    <a:pt x="5418110" y="1562708"/>
                  </a:lnTo>
                  <a:lnTo>
                    <a:pt x="5418993" y="1562708"/>
                  </a:lnTo>
                  <a:lnTo>
                    <a:pt x="5426306" y="1557429"/>
                  </a:lnTo>
                  <a:lnTo>
                    <a:pt x="5426558" y="1557429"/>
                  </a:lnTo>
                  <a:lnTo>
                    <a:pt x="5431098" y="1557429"/>
                  </a:lnTo>
                  <a:lnTo>
                    <a:pt x="5431350" y="1557429"/>
                  </a:lnTo>
                  <a:lnTo>
                    <a:pt x="5431728" y="1557429"/>
                  </a:lnTo>
                  <a:lnTo>
                    <a:pt x="5432863" y="1557429"/>
                  </a:lnTo>
                  <a:lnTo>
                    <a:pt x="5432989" y="1557429"/>
                  </a:lnTo>
                  <a:lnTo>
                    <a:pt x="5436267" y="1557429"/>
                  </a:lnTo>
                  <a:lnTo>
                    <a:pt x="5437276" y="1557429"/>
                  </a:lnTo>
                  <a:lnTo>
                    <a:pt x="5437402" y="1557429"/>
                  </a:lnTo>
                  <a:lnTo>
                    <a:pt x="5437654" y="1557429"/>
                  </a:lnTo>
                  <a:lnTo>
                    <a:pt x="5440050" y="1557429"/>
                  </a:lnTo>
                  <a:lnTo>
                    <a:pt x="5441437" y="1557429"/>
                  </a:lnTo>
                  <a:lnTo>
                    <a:pt x="5441689" y="1557429"/>
                  </a:lnTo>
                  <a:lnTo>
                    <a:pt x="5442319" y="1557429"/>
                  </a:lnTo>
                  <a:lnTo>
                    <a:pt x="5448750" y="1541591"/>
                  </a:lnTo>
                  <a:lnTo>
                    <a:pt x="5454045" y="1536311"/>
                  </a:lnTo>
                  <a:lnTo>
                    <a:pt x="5459719" y="1536311"/>
                  </a:lnTo>
                  <a:lnTo>
                    <a:pt x="5459846" y="1536311"/>
                  </a:lnTo>
                  <a:lnTo>
                    <a:pt x="5460098" y="1536311"/>
                  </a:lnTo>
                  <a:lnTo>
                    <a:pt x="5464763" y="1536311"/>
                  </a:lnTo>
                  <a:lnTo>
                    <a:pt x="5465898" y="1531032"/>
                  </a:lnTo>
                  <a:lnTo>
                    <a:pt x="5470437" y="1531032"/>
                  </a:lnTo>
                  <a:lnTo>
                    <a:pt x="5470689" y="1531032"/>
                  </a:lnTo>
                  <a:lnTo>
                    <a:pt x="5472328" y="1531032"/>
                  </a:lnTo>
                  <a:lnTo>
                    <a:pt x="5475859" y="1531032"/>
                  </a:lnTo>
                  <a:lnTo>
                    <a:pt x="5476615" y="1531032"/>
                  </a:lnTo>
                  <a:lnTo>
                    <a:pt x="5481280" y="1531032"/>
                  </a:lnTo>
                  <a:lnTo>
                    <a:pt x="5481533" y="1531032"/>
                  </a:lnTo>
                  <a:lnTo>
                    <a:pt x="5482920" y="1525752"/>
                  </a:lnTo>
                  <a:lnTo>
                    <a:pt x="5483802" y="1525752"/>
                  </a:lnTo>
                  <a:lnTo>
                    <a:pt x="5483928" y="1525752"/>
                  </a:lnTo>
                  <a:lnTo>
                    <a:pt x="5486576" y="1520473"/>
                  </a:lnTo>
                  <a:lnTo>
                    <a:pt x="5486702" y="1520473"/>
                  </a:lnTo>
                  <a:lnTo>
                    <a:pt x="5486828" y="1520473"/>
                  </a:lnTo>
                  <a:lnTo>
                    <a:pt x="5486954" y="1520473"/>
                  </a:lnTo>
                  <a:lnTo>
                    <a:pt x="5487080" y="1520473"/>
                  </a:lnTo>
                  <a:lnTo>
                    <a:pt x="5490989" y="1520473"/>
                  </a:lnTo>
                  <a:lnTo>
                    <a:pt x="5492880" y="1520473"/>
                  </a:lnTo>
                  <a:lnTo>
                    <a:pt x="5493133" y="1520473"/>
                  </a:lnTo>
                  <a:lnTo>
                    <a:pt x="5493889" y="1520473"/>
                  </a:lnTo>
                  <a:lnTo>
                    <a:pt x="5494015" y="1520473"/>
                  </a:lnTo>
                  <a:lnTo>
                    <a:pt x="5494394" y="1520473"/>
                  </a:lnTo>
                  <a:lnTo>
                    <a:pt x="5498050" y="1515193"/>
                  </a:lnTo>
                  <a:lnTo>
                    <a:pt x="5504354" y="1504635"/>
                  </a:lnTo>
                  <a:lnTo>
                    <a:pt x="5511163" y="1504635"/>
                  </a:lnTo>
                  <a:lnTo>
                    <a:pt x="5517594" y="1504635"/>
                  </a:lnTo>
                  <a:lnTo>
                    <a:pt x="5517594" y="1499355"/>
                  </a:lnTo>
                  <a:lnTo>
                    <a:pt x="5520368" y="1499355"/>
                  </a:lnTo>
                  <a:lnTo>
                    <a:pt x="5525663" y="1499355"/>
                  </a:lnTo>
                  <a:lnTo>
                    <a:pt x="5525789" y="1499355"/>
                  </a:lnTo>
                  <a:lnTo>
                    <a:pt x="5526546" y="1494076"/>
                  </a:lnTo>
                  <a:lnTo>
                    <a:pt x="5526672" y="1494076"/>
                  </a:lnTo>
                  <a:lnTo>
                    <a:pt x="5531337" y="1488796"/>
                  </a:lnTo>
                  <a:lnTo>
                    <a:pt x="5536129" y="1488796"/>
                  </a:lnTo>
                  <a:lnTo>
                    <a:pt x="5537137" y="1483517"/>
                  </a:lnTo>
                  <a:lnTo>
                    <a:pt x="5540794" y="1483517"/>
                  </a:lnTo>
                  <a:lnTo>
                    <a:pt x="5541298" y="1478237"/>
                  </a:lnTo>
                  <a:lnTo>
                    <a:pt x="5544198" y="1472958"/>
                  </a:lnTo>
                  <a:lnTo>
                    <a:pt x="5546846" y="1472958"/>
                  </a:lnTo>
                  <a:lnTo>
                    <a:pt x="5547098" y="1472958"/>
                  </a:lnTo>
                  <a:lnTo>
                    <a:pt x="5547476" y="1472958"/>
                  </a:lnTo>
                  <a:lnTo>
                    <a:pt x="5547602" y="1472958"/>
                  </a:lnTo>
                  <a:lnTo>
                    <a:pt x="5550124" y="1467679"/>
                  </a:lnTo>
                  <a:lnTo>
                    <a:pt x="5550376" y="1467679"/>
                  </a:lnTo>
                  <a:lnTo>
                    <a:pt x="5551007" y="1462399"/>
                  </a:lnTo>
                  <a:lnTo>
                    <a:pt x="5552142" y="1462399"/>
                  </a:lnTo>
                  <a:lnTo>
                    <a:pt x="5552520" y="1462399"/>
                  </a:lnTo>
                  <a:lnTo>
                    <a:pt x="5556176" y="1462399"/>
                  </a:lnTo>
                  <a:lnTo>
                    <a:pt x="5566516" y="1446561"/>
                  </a:lnTo>
                  <a:lnTo>
                    <a:pt x="5567398" y="1446561"/>
                  </a:lnTo>
                  <a:lnTo>
                    <a:pt x="5572190" y="1446561"/>
                  </a:lnTo>
                  <a:lnTo>
                    <a:pt x="5577233" y="1446561"/>
                  </a:lnTo>
                  <a:lnTo>
                    <a:pt x="5577611" y="1446561"/>
                  </a:lnTo>
                  <a:lnTo>
                    <a:pt x="5577737" y="1446561"/>
                  </a:lnTo>
                  <a:lnTo>
                    <a:pt x="5583033" y="1446561"/>
                  </a:lnTo>
                  <a:lnTo>
                    <a:pt x="5584042" y="1446561"/>
                  </a:lnTo>
                  <a:lnTo>
                    <a:pt x="5585555" y="1446561"/>
                  </a:lnTo>
                  <a:lnTo>
                    <a:pt x="5585681" y="1446561"/>
                  </a:lnTo>
                  <a:lnTo>
                    <a:pt x="5590977" y="1446561"/>
                  </a:lnTo>
                  <a:lnTo>
                    <a:pt x="5596272" y="1446561"/>
                  </a:lnTo>
                  <a:lnTo>
                    <a:pt x="5596777" y="1446561"/>
                  </a:lnTo>
                  <a:lnTo>
                    <a:pt x="5597407" y="1446561"/>
                  </a:lnTo>
                  <a:lnTo>
                    <a:pt x="5598794" y="1446561"/>
                  </a:lnTo>
                  <a:lnTo>
                    <a:pt x="5599929" y="1441282"/>
                  </a:lnTo>
                  <a:lnTo>
                    <a:pt x="5602451" y="1436002"/>
                  </a:lnTo>
                  <a:lnTo>
                    <a:pt x="5602955" y="1436002"/>
                  </a:lnTo>
                  <a:lnTo>
                    <a:pt x="5603207" y="1436002"/>
                  </a:lnTo>
                  <a:lnTo>
                    <a:pt x="5606864" y="1436002"/>
                  </a:lnTo>
                  <a:lnTo>
                    <a:pt x="5608377" y="1436002"/>
                  </a:lnTo>
                  <a:lnTo>
                    <a:pt x="5608881" y="1436002"/>
                  </a:lnTo>
                  <a:lnTo>
                    <a:pt x="5609007" y="1430723"/>
                  </a:lnTo>
                  <a:lnTo>
                    <a:pt x="5610268" y="1430723"/>
                  </a:lnTo>
                  <a:lnTo>
                    <a:pt x="5613546" y="1425443"/>
                  </a:lnTo>
                  <a:lnTo>
                    <a:pt x="5613798" y="1425443"/>
                  </a:lnTo>
                  <a:lnTo>
                    <a:pt x="5619599" y="1425443"/>
                  </a:lnTo>
                  <a:lnTo>
                    <a:pt x="5625020" y="1414884"/>
                  </a:lnTo>
                  <a:lnTo>
                    <a:pt x="5626029" y="1414884"/>
                  </a:lnTo>
                  <a:lnTo>
                    <a:pt x="5631072" y="1414884"/>
                  </a:lnTo>
                  <a:lnTo>
                    <a:pt x="5633973" y="1409605"/>
                  </a:lnTo>
                  <a:lnTo>
                    <a:pt x="5638638" y="1409605"/>
                  </a:lnTo>
                  <a:lnTo>
                    <a:pt x="5644060" y="1409605"/>
                  </a:lnTo>
                  <a:lnTo>
                    <a:pt x="5644564" y="1409605"/>
                  </a:lnTo>
                  <a:lnTo>
                    <a:pt x="5644942" y="1409605"/>
                  </a:lnTo>
                  <a:lnTo>
                    <a:pt x="5645068" y="1409605"/>
                  </a:lnTo>
                  <a:lnTo>
                    <a:pt x="5645194" y="1409605"/>
                  </a:lnTo>
                  <a:lnTo>
                    <a:pt x="5648977" y="1409605"/>
                  </a:lnTo>
                  <a:lnTo>
                    <a:pt x="5652633" y="1409605"/>
                  </a:lnTo>
                  <a:lnTo>
                    <a:pt x="5652760" y="1409605"/>
                  </a:lnTo>
                  <a:lnTo>
                    <a:pt x="5653012" y="1404326"/>
                  </a:lnTo>
                  <a:lnTo>
                    <a:pt x="5655786" y="1404326"/>
                  </a:lnTo>
                  <a:lnTo>
                    <a:pt x="5656038" y="1404326"/>
                  </a:lnTo>
                  <a:lnTo>
                    <a:pt x="5658307" y="1404326"/>
                  </a:lnTo>
                  <a:lnTo>
                    <a:pt x="5661460" y="1399046"/>
                  </a:lnTo>
                  <a:lnTo>
                    <a:pt x="5661712" y="1399046"/>
                  </a:lnTo>
                  <a:lnTo>
                    <a:pt x="5662847" y="1393767"/>
                  </a:lnTo>
                  <a:lnTo>
                    <a:pt x="5666629" y="1388487"/>
                  </a:lnTo>
                  <a:lnTo>
                    <a:pt x="5668647" y="1383208"/>
                  </a:lnTo>
                  <a:lnTo>
                    <a:pt x="5668773" y="1383208"/>
                  </a:lnTo>
                  <a:lnTo>
                    <a:pt x="5668899" y="1383208"/>
                  </a:lnTo>
                  <a:lnTo>
                    <a:pt x="5671294" y="1377928"/>
                  </a:lnTo>
                  <a:lnTo>
                    <a:pt x="5676464" y="1362090"/>
                  </a:lnTo>
                  <a:lnTo>
                    <a:pt x="5679238" y="1362090"/>
                  </a:lnTo>
                  <a:lnTo>
                    <a:pt x="5685164" y="1362090"/>
                  </a:lnTo>
                  <a:lnTo>
                    <a:pt x="5685921" y="1362090"/>
                  </a:lnTo>
                  <a:lnTo>
                    <a:pt x="5686551" y="1356811"/>
                  </a:lnTo>
                  <a:lnTo>
                    <a:pt x="5691721" y="1356811"/>
                  </a:lnTo>
                  <a:lnTo>
                    <a:pt x="5691847" y="1356811"/>
                  </a:lnTo>
                  <a:lnTo>
                    <a:pt x="5695377" y="1351531"/>
                  </a:lnTo>
                  <a:lnTo>
                    <a:pt x="5697268" y="1346252"/>
                  </a:lnTo>
                  <a:lnTo>
                    <a:pt x="5699790" y="1340973"/>
                  </a:lnTo>
                  <a:lnTo>
                    <a:pt x="5702816" y="1340973"/>
                  </a:lnTo>
                  <a:lnTo>
                    <a:pt x="5706221" y="1335693"/>
                  </a:lnTo>
                  <a:lnTo>
                    <a:pt x="5706599" y="1335693"/>
                  </a:lnTo>
                  <a:lnTo>
                    <a:pt x="5706977" y="1330414"/>
                  </a:lnTo>
                  <a:lnTo>
                    <a:pt x="5709373" y="1330414"/>
                  </a:lnTo>
                  <a:lnTo>
                    <a:pt x="5710508" y="1330414"/>
                  </a:lnTo>
                  <a:lnTo>
                    <a:pt x="5714290" y="1330414"/>
                  </a:lnTo>
                  <a:lnTo>
                    <a:pt x="5714669" y="1330414"/>
                  </a:lnTo>
                  <a:lnTo>
                    <a:pt x="5714921" y="1330414"/>
                  </a:lnTo>
                  <a:lnTo>
                    <a:pt x="5717316" y="1325134"/>
                  </a:lnTo>
                  <a:lnTo>
                    <a:pt x="5718199" y="1319855"/>
                  </a:lnTo>
                  <a:lnTo>
                    <a:pt x="5718451" y="1319855"/>
                  </a:lnTo>
                  <a:lnTo>
                    <a:pt x="5719460" y="1314575"/>
                  </a:lnTo>
                  <a:lnTo>
                    <a:pt x="5720343" y="1314575"/>
                  </a:lnTo>
                  <a:lnTo>
                    <a:pt x="5722612" y="1314575"/>
                  </a:lnTo>
                  <a:lnTo>
                    <a:pt x="5723116" y="1309296"/>
                  </a:lnTo>
                  <a:lnTo>
                    <a:pt x="5729043" y="1309296"/>
                  </a:lnTo>
                  <a:lnTo>
                    <a:pt x="5734212" y="1309296"/>
                  </a:lnTo>
                  <a:lnTo>
                    <a:pt x="5740264" y="1304017"/>
                  </a:lnTo>
                  <a:lnTo>
                    <a:pt x="5747451" y="1304017"/>
                  </a:lnTo>
                  <a:lnTo>
                    <a:pt x="5747956" y="1304017"/>
                  </a:lnTo>
                  <a:lnTo>
                    <a:pt x="5751612" y="1304017"/>
                  </a:lnTo>
                  <a:lnTo>
                    <a:pt x="5752747" y="1304017"/>
                  </a:lnTo>
                  <a:lnTo>
                    <a:pt x="5752999" y="1304017"/>
                  </a:lnTo>
                  <a:lnTo>
                    <a:pt x="5756656" y="1304017"/>
                  </a:lnTo>
                  <a:lnTo>
                    <a:pt x="5759178" y="1298737"/>
                  </a:lnTo>
                  <a:lnTo>
                    <a:pt x="5760312" y="1298737"/>
                  </a:lnTo>
                  <a:lnTo>
                    <a:pt x="5760438" y="1298737"/>
                  </a:lnTo>
                  <a:lnTo>
                    <a:pt x="5761447" y="1298737"/>
                  </a:lnTo>
                  <a:lnTo>
                    <a:pt x="5764851" y="1298737"/>
                  </a:lnTo>
                  <a:lnTo>
                    <a:pt x="5764978" y="1298737"/>
                  </a:lnTo>
                  <a:lnTo>
                    <a:pt x="5771786" y="1293458"/>
                  </a:lnTo>
                  <a:lnTo>
                    <a:pt x="5771912" y="1293458"/>
                  </a:lnTo>
                  <a:lnTo>
                    <a:pt x="5772165" y="1293458"/>
                  </a:lnTo>
                  <a:lnTo>
                    <a:pt x="5773299" y="1288178"/>
                  </a:lnTo>
                  <a:lnTo>
                    <a:pt x="5774056" y="1288178"/>
                  </a:lnTo>
                  <a:lnTo>
                    <a:pt x="5777586" y="1288178"/>
                  </a:lnTo>
                  <a:lnTo>
                    <a:pt x="5778973" y="1282899"/>
                  </a:lnTo>
                  <a:lnTo>
                    <a:pt x="5779099" y="1282899"/>
                  </a:lnTo>
                  <a:lnTo>
                    <a:pt x="5781999" y="1282899"/>
                  </a:lnTo>
                  <a:lnTo>
                    <a:pt x="5787043" y="1277619"/>
                  </a:lnTo>
                  <a:lnTo>
                    <a:pt x="5789439" y="1277619"/>
                  </a:lnTo>
                  <a:lnTo>
                    <a:pt x="5792969" y="1272340"/>
                  </a:lnTo>
                  <a:lnTo>
                    <a:pt x="5792969" y="1267061"/>
                  </a:lnTo>
                  <a:lnTo>
                    <a:pt x="5797634" y="1256502"/>
                  </a:lnTo>
                  <a:lnTo>
                    <a:pt x="5803182" y="1256502"/>
                  </a:lnTo>
                  <a:lnTo>
                    <a:pt x="5803813" y="1256502"/>
                  </a:lnTo>
                  <a:lnTo>
                    <a:pt x="5803939" y="1256502"/>
                  </a:lnTo>
                  <a:lnTo>
                    <a:pt x="5805956" y="1245943"/>
                  </a:lnTo>
                  <a:lnTo>
                    <a:pt x="5808730" y="1245943"/>
                  </a:lnTo>
                  <a:lnTo>
                    <a:pt x="5813269" y="1245943"/>
                  </a:lnTo>
                  <a:lnTo>
                    <a:pt x="5813521" y="1245943"/>
                  </a:lnTo>
                  <a:lnTo>
                    <a:pt x="5817304" y="1245943"/>
                  </a:lnTo>
                  <a:lnTo>
                    <a:pt x="5817682" y="1245943"/>
                  </a:lnTo>
                  <a:lnTo>
                    <a:pt x="5820078" y="1240664"/>
                  </a:lnTo>
                  <a:lnTo>
                    <a:pt x="5820330" y="1240664"/>
                  </a:lnTo>
                  <a:lnTo>
                    <a:pt x="5824869" y="1240664"/>
                  </a:lnTo>
                  <a:lnTo>
                    <a:pt x="5825626" y="1240664"/>
                  </a:lnTo>
                  <a:lnTo>
                    <a:pt x="5825752" y="1240664"/>
                  </a:lnTo>
                  <a:lnTo>
                    <a:pt x="5828778" y="1235384"/>
                  </a:lnTo>
                  <a:lnTo>
                    <a:pt x="5829408" y="1235384"/>
                  </a:lnTo>
                  <a:lnTo>
                    <a:pt x="5829913" y="1235384"/>
                  </a:lnTo>
                  <a:lnTo>
                    <a:pt x="5830039" y="1235384"/>
                  </a:lnTo>
                  <a:lnTo>
                    <a:pt x="5831300" y="1235384"/>
                  </a:lnTo>
                  <a:lnTo>
                    <a:pt x="5831804" y="1235384"/>
                  </a:lnTo>
                  <a:lnTo>
                    <a:pt x="5832182" y="1235384"/>
                  </a:lnTo>
                  <a:lnTo>
                    <a:pt x="5836974" y="1235384"/>
                  </a:lnTo>
                  <a:lnTo>
                    <a:pt x="5840756" y="1235384"/>
                  </a:lnTo>
                  <a:lnTo>
                    <a:pt x="5845926" y="1230105"/>
                  </a:lnTo>
                  <a:lnTo>
                    <a:pt x="5850087" y="1230105"/>
                  </a:lnTo>
                  <a:lnTo>
                    <a:pt x="5850339" y="1230105"/>
                  </a:lnTo>
                  <a:lnTo>
                    <a:pt x="5852608" y="1230105"/>
                  </a:lnTo>
                  <a:lnTo>
                    <a:pt x="5857778" y="1230105"/>
                  </a:lnTo>
                  <a:lnTo>
                    <a:pt x="5861435" y="1230105"/>
                  </a:lnTo>
                  <a:lnTo>
                    <a:pt x="5861561" y="1230105"/>
                  </a:lnTo>
                  <a:lnTo>
                    <a:pt x="5865595" y="1230105"/>
                  </a:lnTo>
                  <a:lnTo>
                    <a:pt x="5866100" y="1230105"/>
                  </a:lnTo>
                  <a:lnTo>
                    <a:pt x="5867235" y="1230105"/>
                  </a:lnTo>
                  <a:lnTo>
                    <a:pt x="5872782" y="1230105"/>
                  </a:lnTo>
                  <a:lnTo>
                    <a:pt x="5876313" y="1230105"/>
                  </a:lnTo>
                  <a:lnTo>
                    <a:pt x="5877952" y="1230105"/>
                  </a:lnTo>
                  <a:lnTo>
                    <a:pt x="5881609" y="1230105"/>
                  </a:lnTo>
                  <a:lnTo>
                    <a:pt x="5881861" y="1230105"/>
                  </a:lnTo>
                  <a:lnTo>
                    <a:pt x="5881987" y="1230105"/>
                  </a:lnTo>
                  <a:lnTo>
                    <a:pt x="5882113" y="1230105"/>
                  </a:lnTo>
                  <a:lnTo>
                    <a:pt x="5884761" y="1224825"/>
                  </a:lnTo>
                  <a:lnTo>
                    <a:pt x="5886274" y="1224825"/>
                  </a:lnTo>
                  <a:lnTo>
                    <a:pt x="5887030" y="1224825"/>
                  </a:lnTo>
                  <a:lnTo>
                    <a:pt x="5887409" y="1219546"/>
                  </a:lnTo>
                  <a:lnTo>
                    <a:pt x="5888922" y="1219546"/>
                  </a:lnTo>
                  <a:lnTo>
                    <a:pt x="5889426" y="1214266"/>
                  </a:lnTo>
                  <a:lnTo>
                    <a:pt x="5894343" y="1214266"/>
                  </a:lnTo>
                  <a:lnTo>
                    <a:pt x="5896109" y="1214266"/>
                  </a:lnTo>
                  <a:lnTo>
                    <a:pt x="5896109" y="1208987"/>
                  </a:lnTo>
                  <a:lnTo>
                    <a:pt x="5898630" y="1208987"/>
                  </a:lnTo>
                  <a:lnTo>
                    <a:pt x="5903170" y="1208987"/>
                  </a:lnTo>
                  <a:lnTo>
                    <a:pt x="5910483" y="1203708"/>
                  </a:lnTo>
                  <a:lnTo>
                    <a:pt x="5915400" y="1203708"/>
                  </a:lnTo>
                  <a:lnTo>
                    <a:pt x="5916661" y="1203708"/>
                  </a:lnTo>
                  <a:lnTo>
                    <a:pt x="5917291" y="1203708"/>
                  </a:lnTo>
                  <a:lnTo>
                    <a:pt x="5920822" y="1198428"/>
                  </a:lnTo>
                  <a:lnTo>
                    <a:pt x="5921074" y="1198428"/>
                  </a:lnTo>
                  <a:lnTo>
                    <a:pt x="5923596" y="1198428"/>
                  </a:lnTo>
                  <a:lnTo>
                    <a:pt x="5925991" y="1198428"/>
                  </a:lnTo>
                  <a:lnTo>
                    <a:pt x="5931287" y="1198428"/>
                  </a:lnTo>
                  <a:lnTo>
                    <a:pt x="5931918" y="1198428"/>
                  </a:lnTo>
                  <a:lnTo>
                    <a:pt x="5932044" y="1198428"/>
                  </a:lnTo>
                  <a:lnTo>
                    <a:pt x="5936709" y="1198428"/>
                  </a:lnTo>
                  <a:lnTo>
                    <a:pt x="5939483" y="1198428"/>
                  </a:lnTo>
                  <a:lnTo>
                    <a:pt x="5942761" y="1198428"/>
                  </a:lnTo>
                  <a:lnTo>
                    <a:pt x="5943013" y="1198428"/>
                  </a:lnTo>
                  <a:lnTo>
                    <a:pt x="5945031" y="1198428"/>
                  </a:lnTo>
                  <a:lnTo>
                    <a:pt x="5945409" y="1198428"/>
                  </a:lnTo>
                  <a:lnTo>
                    <a:pt x="5948813" y="1198428"/>
                  </a:lnTo>
                  <a:lnTo>
                    <a:pt x="5951335" y="1193149"/>
                  </a:lnTo>
                  <a:lnTo>
                    <a:pt x="5951713" y="1193149"/>
                  </a:lnTo>
                  <a:lnTo>
                    <a:pt x="5952218" y="1193149"/>
                  </a:lnTo>
                  <a:lnTo>
                    <a:pt x="5954865" y="1187869"/>
                  </a:lnTo>
                  <a:lnTo>
                    <a:pt x="5955748" y="1182590"/>
                  </a:lnTo>
                  <a:lnTo>
                    <a:pt x="5956883" y="1177310"/>
                  </a:lnTo>
                  <a:lnTo>
                    <a:pt x="5960161" y="1172031"/>
                  </a:lnTo>
                  <a:lnTo>
                    <a:pt x="5963818" y="1172031"/>
                  </a:lnTo>
                  <a:lnTo>
                    <a:pt x="5967726" y="1172031"/>
                  </a:lnTo>
                  <a:lnTo>
                    <a:pt x="5968105" y="1172031"/>
                  </a:lnTo>
                  <a:lnTo>
                    <a:pt x="5969744" y="1172031"/>
                  </a:lnTo>
                  <a:lnTo>
                    <a:pt x="5973526" y="1172031"/>
                  </a:lnTo>
                  <a:lnTo>
                    <a:pt x="5975544" y="1172031"/>
                  </a:lnTo>
                  <a:lnTo>
                    <a:pt x="5980209" y="1166752"/>
                  </a:lnTo>
                  <a:lnTo>
                    <a:pt x="5984874" y="1166752"/>
                  </a:lnTo>
                  <a:lnTo>
                    <a:pt x="5985253" y="1166752"/>
                  </a:lnTo>
                  <a:lnTo>
                    <a:pt x="5987522" y="1156193"/>
                  </a:lnTo>
                  <a:lnTo>
                    <a:pt x="5988657" y="1156193"/>
                  </a:lnTo>
                  <a:lnTo>
                    <a:pt x="5992818" y="1150913"/>
                  </a:lnTo>
                  <a:lnTo>
                    <a:pt x="5993196" y="1150913"/>
                  </a:lnTo>
                  <a:lnTo>
                    <a:pt x="5993448" y="1150913"/>
                  </a:lnTo>
                  <a:lnTo>
                    <a:pt x="5993700" y="1150913"/>
                  </a:lnTo>
                  <a:lnTo>
                    <a:pt x="5996348" y="1150913"/>
                  </a:lnTo>
                  <a:lnTo>
                    <a:pt x="5998744" y="1150913"/>
                  </a:lnTo>
                  <a:lnTo>
                    <a:pt x="5998870" y="1150913"/>
                  </a:lnTo>
                  <a:lnTo>
                    <a:pt x="5999627" y="1150913"/>
                  </a:lnTo>
                  <a:lnTo>
                    <a:pt x="6000635" y="1150913"/>
                  </a:lnTo>
                  <a:lnTo>
                    <a:pt x="6004922" y="1150913"/>
                  </a:lnTo>
                  <a:lnTo>
                    <a:pt x="6005427" y="1150913"/>
                  </a:lnTo>
                  <a:lnTo>
                    <a:pt x="6005553" y="1145634"/>
                  </a:lnTo>
                  <a:lnTo>
                    <a:pt x="6007066" y="1145634"/>
                  </a:lnTo>
                  <a:lnTo>
                    <a:pt x="6010344" y="1145634"/>
                  </a:lnTo>
                  <a:lnTo>
                    <a:pt x="6015640" y="1145634"/>
                  </a:lnTo>
                  <a:lnTo>
                    <a:pt x="6019044" y="1145634"/>
                  </a:lnTo>
                  <a:lnTo>
                    <a:pt x="6023205" y="1140355"/>
                  </a:lnTo>
                  <a:lnTo>
                    <a:pt x="6027618" y="1135075"/>
                  </a:lnTo>
                  <a:lnTo>
                    <a:pt x="6027996" y="1135075"/>
                  </a:lnTo>
                  <a:lnTo>
                    <a:pt x="6029257" y="1135075"/>
                  </a:lnTo>
                  <a:lnTo>
                    <a:pt x="6034175" y="1135075"/>
                  </a:lnTo>
                  <a:lnTo>
                    <a:pt x="6034805" y="1129796"/>
                  </a:lnTo>
                  <a:lnTo>
                    <a:pt x="6041740" y="1124516"/>
                  </a:lnTo>
                  <a:lnTo>
                    <a:pt x="6041992" y="1124516"/>
                  </a:lnTo>
                  <a:lnTo>
                    <a:pt x="6042496" y="1124516"/>
                  </a:lnTo>
                  <a:lnTo>
                    <a:pt x="6042749" y="1124516"/>
                  </a:lnTo>
                  <a:lnTo>
                    <a:pt x="6047792" y="1124516"/>
                  </a:lnTo>
                  <a:lnTo>
                    <a:pt x="6048170" y="1124516"/>
                  </a:lnTo>
                  <a:lnTo>
                    <a:pt x="6050818" y="1124516"/>
                  </a:lnTo>
                  <a:lnTo>
                    <a:pt x="6055483" y="1124516"/>
                  </a:lnTo>
                  <a:lnTo>
                    <a:pt x="6056366" y="1124516"/>
                  </a:lnTo>
                  <a:lnTo>
                    <a:pt x="6056618" y="1124516"/>
                  </a:lnTo>
                  <a:lnTo>
                    <a:pt x="6057123" y="1124516"/>
                  </a:lnTo>
                  <a:lnTo>
                    <a:pt x="6061536" y="1113957"/>
                  </a:lnTo>
                  <a:lnTo>
                    <a:pt x="6063427" y="1113957"/>
                  </a:lnTo>
                  <a:lnTo>
                    <a:pt x="6064183" y="1113957"/>
                  </a:lnTo>
                  <a:lnTo>
                    <a:pt x="6066957" y="1113957"/>
                  </a:lnTo>
                  <a:lnTo>
                    <a:pt x="6073262" y="1113957"/>
                  </a:lnTo>
                  <a:lnTo>
                    <a:pt x="6073388" y="1113957"/>
                  </a:lnTo>
                  <a:lnTo>
                    <a:pt x="6077549" y="1108678"/>
                  </a:lnTo>
                  <a:lnTo>
                    <a:pt x="6077675" y="1108678"/>
                  </a:lnTo>
                  <a:lnTo>
                    <a:pt x="6082340" y="1108678"/>
                  </a:lnTo>
                  <a:lnTo>
                    <a:pt x="6088266" y="1108678"/>
                  </a:lnTo>
                  <a:lnTo>
                    <a:pt x="6091418" y="1108678"/>
                  </a:lnTo>
                  <a:lnTo>
                    <a:pt x="6091544" y="1103399"/>
                  </a:lnTo>
                  <a:lnTo>
                    <a:pt x="6095705" y="1103399"/>
                  </a:lnTo>
                  <a:lnTo>
                    <a:pt x="6099362" y="1103399"/>
                  </a:lnTo>
                  <a:lnTo>
                    <a:pt x="6100245" y="1103399"/>
                  </a:lnTo>
                  <a:lnTo>
                    <a:pt x="6103901" y="1098119"/>
                  </a:lnTo>
                  <a:lnTo>
                    <a:pt x="6104910" y="1098119"/>
                  </a:lnTo>
                  <a:lnTo>
                    <a:pt x="6106801" y="1098119"/>
                  </a:lnTo>
                  <a:lnTo>
                    <a:pt x="6109827" y="1098119"/>
                  </a:lnTo>
                  <a:lnTo>
                    <a:pt x="6109953" y="1098119"/>
                  </a:lnTo>
                  <a:lnTo>
                    <a:pt x="6110584" y="1098119"/>
                  </a:lnTo>
                  <a:lnTo>
                    <a:pt x="6114997" y="1098119"/>
                  </a:lnTo>
                  <a:lnTo>
                    <a:pt x="6118149" y="1098119"/>
                  </a:lnTo>
                  <a:lnTo>
                    <a:pt x="6118653" y="1098119"/>
                  </a:lnTo>
                  <a:lnTo>
                    <a:pt x="6120040" y="1098119"/>
                  </a:lnTo>
                  <a:lnTo>
                    <a:pt x="6121301" y="1098119"/>
                  </a:lnTo>
                  <a:lnTo>
                    <a:pt x="6125462" y="1098119"/>
                  </a:lnTo>
                  <a:lnTo>
                    <a:pt x="6125714" y="1092840"/>
                  </a:lnTo>
                  <a:lnTo>
                    <a:pt x="6130632" y="1092840"/>
                  </a:lnTo>
                  <a:lnTo>
                    <a:pt x="6135801" y="1092840"/>
                  </a:lnTo>
                  <a:lnTo>
                    <a:pt x="6139206" y="1092840"/>
                  </a:lnTo>
                  <a:lnTo>
                    <a:pt x="6141727" y="1087560"/>
                  </a:lnTo>
                  <a:lnTo>
                    <a:pt x="6144753" y="1077001"/>
                  </a:lnTo>
                  <a:lnTo>
                    <a:pt x="6148788" y="1077001"/>
                  </a:lnTo>
                  <a:lnTo>
                    <a:pt x="6150175" y="1077001"/>
                  </a:lnTo>
                  <a:lnTo>
                    <a:pt x="6150806" y="1077001"/>
                  </a:lnTo>
                  <a:lnTo>
                    <a:pt x="6154588" y="1077001"/>
                  </a:lnTo>
                  <a:lnTo>
                    <a:pt x="6157110" y="1071722"/>
                  </a:lnTo>
                  <a:lnTo>
                    <a:pt x="6159380" y="1071722"/>
                  </a:lnTo>
                  <a:lnTo>
                    <a:pt x="6159506" y="1071722"/>
                  </a:lnTo>
                  <a:lnTo>
                    <a:pt x="6164549" y="1071722"/>
                  </a:lnTo>
                  <a:lnTo>
                    <a:pt x="6164549" y="1066443"/>
                  </a:lnTo>
                  <a:lnTo>
                    <a:pt x="6164675" y="1066443"/>
                  </a:lnTo>
                  <a:lnTo>
                    <a:pt x="6167323" y="1066443"/>
                  </a:lnTo>
                  <a:lnTo>
                    <a:pt x="6170854" y="1066443"/>
                  </a:lnTo>
                  <a:lnTo>
                    <a:pt x="6170980" y="1066443"/>
                  </a:lnTo>
                  <a:lnTo>
                    <a:pt x="6171988" y="1066443"/>
                  </a:lnTo>
                  <a:lnTo>
                    <a:pt x="6174258" y="1066443"/>
                  </a:lnTo>
                  <a:lnTo>
                    <a:pt x="6175014" y="1066443"/>
                  </a:lnTo>
                  <a:lnTo>
                    <a:pt x="6175393" y="1066443"/>
                  </a:lnTo>
                  <a:lnTo>
                    <a:pt x="6179049" y="1061163"/>
                  </a:lnTo>
                  <a:lnTo>
                    <a:pt x="6179175" y="1061163"/>
                  </a:lnTo>
                  <a:lnTo>
                    <a:pt x="6182075" y="1061163"/>
                  </a:lnTo>
                  <a:lnTo>
                    <a:pt x="6182454" y="1061163"/>
                  </a:lnTo>
                  <a:lnTo>
                    <a:pt x="6185984" y="1061163"/>
                  </a:lnTo>
                  <a:lnTo>
                    <a:pt x="6190019" y="1061163"/>
                  </a:lnTo>
                  <a:lnTo>
                    <a:pt x="6194936" y="1061163"/>
                  </a:lnTo>
                  <a:lnTo>
                    <a:pt x="6195819" y="1061163"/>
                  </a:lnTo>
                  <a:lnTo>
                    <a:pt x="6196954" y="1061163"/>
                  </a:lnTo>
                  <a:lnTo>
                    <a:pt x="6200862" y="1061163"/>
                  </a:lnTo>
                  <a:lnTo>
                    <a:pt x="6203636" y="1061163"/>
                  </a:lnTo>
                  <a:lnTo>
                    <a:pt x="6204897" y="1061163"/>
                  </a:lnTo>
                  <a:lnTo>
                    <a:pt x="6208049" y="1055884"/>
                  </a:lnTo>
                  <a:lnTo>
                    <a:pt x="6208806" y="1055884"/>
                  </a:lnTo>
                  <a:lnTo>
                    <a:pt x="6209562" y="1055884"/>
                  </a:lnTo>
                  <a:lnTo>
                    <a:pt x="6211958" y="1045325"/>
                  </a:lnTo>
                  <a:lnTo>
                    <a:pt x="6212084" y="1045325"/>
                  </a:lnTo>
                  <a:lnTo>
                    <a:pt x="6212210" y="1045325"/>
                  </a:lnTo>
                  <a:lnTo>
                    <a:pt x="6215741" y="1045325"/>
                  </a:lnTo>
                  <a:lnTo>
                    <a:pt x="6216876" y="1034766"/>
                  </a:lnTo>
                  <a:lnTo>
                    <a:pt x="6219649" y="1034766"/>
                  </a:lnTo>
                  <a:lnTo>
                    <a:pt x="6225576" y="1024207"/>
                  </a:lnTo>
                  <a:lnTo>
                    <a:pt x="6228854" y="1024207"/>
                  </a:lnTo>
                  <a:lnTo>
                    <a:pt x="6232006" y="1024207"/>
                  </a:lnTo>
                  <a:lnTo>
                    <a:pt x="6232258" y="1024207"/>
                  </a:lnTo>
                  <a:lnTo>
                    <a:pt x="6233015" y="1018928"/>
                  </a:lnTo>
                  <a:lnTo>
                    <a:pt x="6238310" y="1018928"/>
                  </a:lnTo>
                  <a:lnTo>
                    <a:pt x="6238815" y="1018928"/>
                  </a:lnTo>
                  <a:lnTo>
                    <a:pt x="6239824" y="1018928"/>
                  </a:lnTo>
                  <a:lnTo>
                    <a:pt x="6240832" y="1013648"/>
                  </a:lnTo>
                  <a:lnTo>
                    <a:pt x="6243354" y="1013648"/>
                  </a:lnTo>
                  <a:lnTo>
                    <a:pt x="6247137" y="1013648"/>
                  </a:lnTo>
                  <a:lnTo>
                    <a:pt x="6250541" y="1013648"/>
                  </a:lnTo>
                  <a:lnTo>
                    <a:pt x="6254324" y="1013648"/>
                  </a:lnTo>
                  <a:lnTo>
                    <a:pt x="6257224" y="1013648"/>
                  </a:lnTo>
                  <a:lnTo>
                    <a:pt x="6257350" y="1013648"/>
                  </a:lnTo>
                  <a:lnTo>
                    <a:pt x="6259745" y="1013648"/>
                  </a:lnTo>
                  <a:lnTo>
                    <a:pt x="6260628" y="1013648"/>
                  </a:lnTo>
                  <a:lnTo>
                    <a:pt x="6261006" y="1013648"/>
                  </a:lnTo>
                  <a:lnTo>
                    <a:pt x="6264789" y="1013648"/>
                  </a:lnTo>
                  <a:lnTo>
                    <a:pt x="6267185" y="1013648"/>
                  </a:lnTo>
                  <a:lnTo>
                    <a:pt x="6269580" y="1013648"/>
                  </a:lnTo>
                  <a:lnTo>
                    <a:pt x="6272858" y="1013648"/>
                  </a:lnTo>
                  <a:lnTo>
                    <a:pt x="6272985" y="1013648"/>
                  </a:lnTo>
                  <a:lnTo>
                    <a:pt x="6273489" y="1013648"/>
                  </a:lnTo>
                  <a:lnTo>
                    <a:pt x="6273741" y="1013648"/>
                  </a:lnTo>
                  <a:lnTo>
                    <a:pt x="6280928" y="1008369"/>
                  </a:lnTo>
                  <a:lnTo>
                    <a:pt x="6281937" y="1008369"/>
                  </a:lnTo>
                  <a:lnTo>
                    <a:pt x="6282189" y="1008369"/>
                  </a:lnTo>
                  <a:lnTo>
                    <a:pt x="6283828" y="1008369"/>
                  </a:lnTo>
                  <a:lnTo>
                    <a:pt x="6288998" y="1008369"/>
                  </a:lnTo>
                  <a:lnTo>
                    <a:pt x="6289502" y="1008369"/>
                  </a:lnTo>
                  <a:lnTo>
                    <a:pt x="6291267" y="997810"/>
                  </a:lnTo>
                  <a:lnTo>
                    <a:pt x="6294924" y="992531"/>
                  </a:lnTo>
                  <a:lnTo>
                    <a:pt x="6298833" y="992531"/>
                  </a:lnTo>
                  <a:lnTo>
                    <a:pt x="6302363" y="987251"/>
                  </a:lnTo>
                  <a:lnTo>
                    <a:pt x="6307533" y="987251"/>
                  </a:lnTo>
                  <a:lnTo>
                    <a:pt x="6307785" y="987251"/>
                  </a:lnTo>
                  <a:lnTo>
                    <a:pt x="6310685" y="987251"/>
                  </a:lnTo>
                  <a:lnTo>
                    <a:pt x="6313459" y="987251"/>
                  </a:lnTo>
                  <a:lnTo>
                    <a:pt x="6317115" y="981972"/>
                  </a:lnTo>
                  <a:lnTo>
                    <a:pt x="6320520" y="976692"/>
                  </a:lnTo>
                  <a:lnTo>
                    <a:pt x="6320772" y="976692"/>
                  </a:lnTo>
                  <a:lnTo>
                    <a:pt x="6321402" y="976692"/>
                  </a:lnTo>
                  <a:lnTo>
                    <a:pt x="6321780" y="976692"/>
                  </a:lnTo>
                  <a:lnTo>
                    <a:pt x="6322285" y="976692"/>
                  </a:lnTo>
                  <a:lnTo>
                    <a:pt x="6327328" y="976692"/>
                  </a:lnTo>
                  <a:lnTo>
                    <a:pt x="6327833" y="976692"/>
                  </a:lnTo>
                  <a:lnTo>
                    <a:pt x="6329598" y="976692"/>
                  </a:lnTo>
                  <a:lnTo>
                    <a:pt x="6331489" y="976692"/>
                  </a:lnTo>
                  <a:lnTo>
                    <a:pt x="6336533" y="976692"/>
                  </a:lnTo>
                  <a:lnTo>
                    <a:pt x="6338424" y="976692"/>
                  </a:lnTo>
                  <a:lnTo>
                    <a:pt x="6339433" y="976692"/>
                  </a:lnTo>
                  <a:lnTo>
                    <a:pt x="6340315" y="976692"/>
                  </a:lnTo>
                  <a:lnTo>
                    <a:pt x="6343089" y="976692"/>
                  </a:lnTo>
                  <a:lnTo>
                    <a:pt x="6345989" y="976692"/>
                  </a:lnTo>
                  <a:lnTo>
                    <a:pt x="6346115" y="976692"/>
                  </a:lnTo>
                  <a:lnTo>
                    <a:pt x="6349520" y="976692"/>
                  </a:lnTo>
                  <a:lnTo>
                    <a:pt x="6351537" y="976692"/>
                  </a:lnTo>
                  <a:lnTo>
                    <a:pt x="6351663" y="976692"/>
                  </a:lnTo>
                  <a:lnTo>
                    <a:pt x="6351663" y="971413"/>
                  </a:lnTo>
                  <a:lnTo>
                    <a:pt x="6352041" y="971413"/>
                  </a:lnTo>
                  <a:lnTo>
                    <a:pt x="6353176" y="971413"/>
                  </a:lnTo>
                  <a:lnTo>
                    <a:pt x="6357211" y="971413"/>
                  </a:lnTo>
                  <a:lnTo>
                    <a:pt x="6363642" y="966134"/>
                  </a:lnTo>
                  <a:lnTo>
                    <a:pt x="6367298" y="966134"/>
                  </a:lnTo>
                  <a:lnTo>
                    <a:pt x="6370576" y="966134"/>
                  </a:lnTo>
                  <a:lnTo>
                    <a:pt x="6370702" y="966134"/>
                  </a:lnTo>
                  <a:lnTo>
                    <a:pt x="6370829" y="966134"/>
                  </a:lnTo>
                  <a:lnTo>
                    <a:pt x="6374485" y="966134"/>
                  </a:lnTo>
                  <a:lnTo>
                    <a:pt x="6376250" y="960854"/>
                  </a:lnTo>
                  <a:lnTo>
                    <a:pt x="6380537" y="960854"/>
                  </a:lnTo>
                  <a:lnTo>
                    <a:pt x="6384320" y="955575"/>
                  </a:lnTo>
                  <a:lnTo>
                    <a:pt x="6385707" y="950295"/>
                  </a:lnTo>
                  <a:lnTo>
                    <a:pt x="6388733" y="939736"/>
                  </a:lnTo>
                  <a:lnTo>
                    <a:pt x="6392137" y="939736"/>
                  </a:lnTo>
                  <a:lnTo>
                    <a:pt x="6392894" y="939736"/>
                  </a:lnTo>
                  <a:lnTo>
                    <a:pt x="6395163" y="939736"/>
                  </a:lnTo>
                  <a:lnTo>
                    <a:pt x="6397685" y="939736"/>
                  </a:lnTo>
                  <a:lnTo>
                    <a:pt x="6397811" y="939736"/>
                  </a:lnTo>
                  <a:lnTo>
                    <a:pt x="6398190" y="939736"/>
                  </a:lnTo>
                  <a:lnTo>
                    <a:pt x="6398316" y="939736"/>
                  </a:lnTo>
                  <a:lnTo>
                    <a:pt x="6398442" y="939736"/>
                  </a:lnTo>
                  <a:lnTo>
                    <a:pt x="6400081" y="939736"/>
                  </a:lnTo>
                  <a:lnTo>
                    <a:pt x="6401846" y="939736"/>
                  </a:lnTo>
                  <a:lnTo>
                    <a:pt x="6407268" y="934457"/>
                  </a:lnTo>
                  <a:lnTo>
                    <a:pt x="6407898" y="934457"/>
                  </a:lnTo>
                  <a:lnTo>
                    <a:pt x="6411050" y="934457"/>
                  </a:lnTo>
                  <a:lnTo>
                    <a:pt x="6411177" y="934457"/>
                  </a:lnTo>
                  <a:lnTo>
                    <a:pt x="6414455" y="934457"/>
                  </a:lnTo>
                  <a:lnTo>
                    <a:pt x="6416472" y="934457"/>
                  </a:lnTo>
                  <a:lnTo>
                    <a:pt x="6419246" y="934457"/>
                  </a:lnTo>
                  <a:lnTo>
                    <a:pt x="6421894" y="934457"/>
                  </a:lnTo>
                  <a:lnTo>
                    <a:pt x="6422651" y="934457"/>
                  </a:lnTo>
                  <a:lnTo>
                    <a:pt x="6423785" y="929178"/>
                  </a:lnTo>
                  <a:lnTo>
                    <a:pt x="6426685" y="918619"/>
                  </a:lnTo>
                  <a:lnTo>
                    <a:pt x="6426811" y="918619"/>
                  </a:lnTo>
                  <a:lnTo>
                    <a:pt x="6426938" y="918619"/>
                  </a:lnTo>
                  <a:lnTo>
                    <a:pt x="6432990" y="913339"/>
                  </a:lnTo>
                  <a:lnTo>
                    <a:pt x="6435259" y="908060"/>
                  </a:lnTo>
                  <a:lnTo>
                    <a:pt x="6435638" y="908060"/>
                  </a:lnTo>
                  <a:lnTo>
                    <a:pt x="6439672" y="908060"/>
                  </a:lnTo>
                  <a:lnTo>
                    <a:pt x="6439798" y="908060"/>
                  </a:lnTo>
                  <a:lnTo>
                    <a:pt x="6443455" y="908060"/>
                  </a:lnTo>
                  <a:lnTo>
                    <a:pt x="6449885" y="908060"/>
                  </a:lnTo>
                  <a:lnTo>
                    <a:pt x="6451903" y="908060"/>
                  </a:lnTo>
                  <a:lnTo>
                    <a:pt x="6453290" y="908060"/>
                  </a:lnTo>
                  <a:lnTo>
                    <a:pt x="6453920" y="908060"/>
                  </a:lnTo>
                  <a:lnTo>
                    <a:pt x="6456694" y="902781"/>
                  </a:lnTo>
                  <a:lnTo>
                    <a:pt x="6458712" y="902781"/>
                  </a:lnTo>
                  <a:lnTo>
                    <a:pt x="6458838" y="902781"/>
                  </a:lnTo>
                  <a:lnTo>
                    <a:pt x="6459594" y="902781"/>
                  </a:lnTo>
                  <a:lnTo>
                    <a:pt x="6464386" y="902781"/>
                  </a:lnTo>
                  <a:lnTo>
                    <a:pt x="6466907" y="902781"/>
                  </a:lnTo>
                  <a:lnTo>
                    <a:pt x="6467664" y="902781"/>
                  </a:lnTo>
                  <a:lnTo>
                    <a:pt x="6469303" y="902781"/>
                  </a:lnTo>
                  <a:lnTo>
                    <a:pt x="6471320" y="902781"/>
                  </a:lnTo>
                  <a:lnTo>
                    <a:pt x="6472833" y="902781"/>
                  </a:lnTo>
                  <a:lnTo>
                    <a:pt x="6475860" y="902781"/>
                  </a:lnTo>
                  <a:lnTo>
                    <a:pt x="6475986" y="902781"/>
                  </a:lnTo>
                  <a:lnTo>
                    <a:pt x="6484055" y="897501"/>
                  </a:lnTo>
                  <a:lnTo>
                    <a:pt x="6484181" y="897501"/>
                  </a:lnTo>
                  <a:lnTo>
                    <a:pt x="6484307" y="897501"/>
                  </a:lnTo>
                  <a:lnTo>
                    <a:pt x="6486829" y="897501"/>
                  </a:lnTo>
                  <a:lnTo>
                    <a:pt x="6487207" y="897501"/>
                  </a:lnTo>
                  <a:lnTo>
                    <a:pt x="6489981" y="892222"/>
                  </a:lnTo>
                  <a:lnTo>
                    <a:pt x="6491747" y="892222"/>
                  </a:lnTo>
                  <a:lnTo>
                    <a:pt x="6495655" y="892222"/>
                  </a:lnTo>
                  <a:lnTo>
                    <a:pt x="6499942" y="886942"/>
                  </a:lnTo>
                  <a:lnTo>
                    <a:pt x="6500573" y="886942"/>
                  </a:lnTo>
                  <a:lnTo>
                    <a:pt x="6503473" y="886942"/>
                  </a:lnTo>
                  <a:lnTo>
                    <a:pt x="6503599" y="886942"/>
                  </a:lnTo>
                  <a:lnTo>
                    <a:pt x="6507508" y="886942"/>
                  </a:lnTo>
                  <a:lnTo>
                    <a:pt x="6512173" y="881663"/>
                  </a:lnTo>
                  <a:lnTo>
                    <a:pt x="6513938" y="881663"/>
                  </a:lnTo>
                  <a:lnTo>
                    <a:pt x="6515577" y="881663"/>
                  </a:lnTo>
                  <a:lnTo>
                    <a:pt x="6515829" y="881663"/>
                  </a:lnTo>
                  <a:lnTo>
                    <a:pt x="6518729" y="876383"/>
                  </a:lnTo>
                  <a:lnTo>
                    <a:pt x="6518981" y="871104"/>
                  </a:lnTo>
                  <a:lnTo>
                    <a:pt x="6519360" y="871104"/>
                  </a:lnTo>
                  <a:lnTo>
                    <a:pt x="6520242" y="871104"/>
                  </a:lnTo>
                  <a:lnTo>
                    <a:pt x="6522764" y="871104"/>
                  </a:lnTo>
                  <a:lnTo>
                    <a:pt x="6530077" y="871104"/>
                  </a:lnTo>
                  <a:lnTo>
                    <a:pt x="6534112" y="871104"/>
                  </a:lnTo>
                  <a:lnTo>
                    <a:pt x="6536382" y="865825"/>
                  </a:lnTo>
                  <a:lnTo>
                    <a:pt x="6539156" y="865825"/>
                  </a:lnTo>
                  <a:lnTo>
                    <a:pt x="6539660" y="860545"/>
                  </a:lnTo>
                  <a:lnTo>
                    <a:pt x="6540542" y="860545"/>
                  </a:lnTo>
                  <a:lnTo>
                    <a:pt x="6543569" y="855266"/>
                  </a:lnTo>
                  <a:lnTo>
                    <a:pt x="6548864" y="849986"/>
                  </a:lnTo>
                  <a:lnTo>
                    <a:pt x="6552143" y="849986"/>
                  </a:lnTo>
                  <a:lnTo>
                    <a:pt x="6552395" y="849986"/>
                  </a:lnTo>
                  <a:lnTo>
                    <a:pt x="6555799" y="844707"/>
                  </a:lnTo>
                  <a:lnTo>
                    <a:pt x="6558195" y="844707"/>
                  </a:lnTo>
                  <a:lnTo>
                    <a:pt x="6559456" y="839427"/>
                  </a:lnTo>
                  <a:lnTo>
                    <a:pt x="6561977" y="839427"/>
                  </a:lnTo>
                  <a:lnTo>
                    <a:pt x="6562608" y="828869"/>
                  </a:lnTo>
                  <a:lnTo>
                    <a:pt x="6563743" y="823589"/>
                  </a:lnTo>
                  <a:lnTo>
                    <a:pt x="6568282" y="818310"/>
                  </a:lnTo>
                  <a:lnTo>
                    <a:pt x="6568408" y="818310"/>
                  </a:lnTo>
                  <a:lnTo>
                    <a:pt x="6568912" y="813030"/>
                  </a:lnTo>
                  <a:lnTo>
                    <a:pt x="6573325" y="802472"/>
                  </a:lnTo>
                  <a:lnTo>
                    <a:pt x="6575595" y="802472"/>
                  </a:lnTo>
                  <a:lnTo>
                    <a:pt x="6576225" y="802472"/>
                  </a:lnTo>
                  <a:lnTo>
                    <a:pt x="6578621" y="797192"/>
                  </a:lnTo>
                  <a:lnTo>
                    <a:pt x="6580891" y="791913"/>
                  </a:lnTo>
                  <a:lnTo>
                    <a:pt x="6582782" y="791913"/>
                  </a:lnTo>
                  <a:lnTo>
                    <a:pt x="6584799" y="791913"/>
                  </a:lnTo>
                  <a:lnTo>
                    <a:pt x="6587069" y="791913"/>
                  </a:lnTo>
                  <a:lnTo>
                    <a:pt x="6589338" y="791913"/>
                  </a:lnTo>
                  <a:lnTo>
                    <a:pt x="6594004" y="786633"/>
                  </a:lnTo>
                  <a:lnTo>
                    <a:pt x="6594382" y="786633"/>
                  </a:lnTo>
                  <a:lnTo>
                    <a:pt x="6596651" y="786633"/>
                  </a:lnTo>
                  <a:lnTo>
                    <a:pt x="6597156" y="786633"/>
                  </a:lnTo>
                  <a:lnTo>
                    <a:pt x="6600434" y="781354"/>
                  </a:lnTo>
                  <a:lnTo>
                    <a:pt x="6601065" y="781354"/>
                  </a:lnTo>
                  <a:lnTo>
                    <a:pt x="6606108" y="781354"/>
                  </a:lnTo>
                  <a:lnTo>
                    <a:pt x="6609386" y="781354"/>
                  </a:lnTo>
                  <a:lnTo>
                    <a:pt x="6612538" y="781354"/>
                  </a:lnTo>
                  <a:lnTo>
                    <a:pt x="6613925" y="781354"/>
                  </a:lnTo>
                  <a:lnTo>
                    <a:pt x="6615060" y="781354"/>
                  </a:lnTo>
                  <a:lnTo>
                    <a:pt x="6618591" y="781354"/>
                  </a:lnTo>
                  <a:lnTo>
                    <a:pt x="6622878" y="781354"/>
                  </a:lnTo>
                  <a:lnTo>
                    <a:pt x="6623004" y="781354"/>
                  </a:lnTo>
                  <a:lnTo>
                    <a:pt x="6623508" y="781354"/>
                  </a:lnTo>
                  <a:lnTo>
                    <a:pt x="6631073" y="781354"/>
                  </a:lnTo>
                  <a:lnTo>
                    <a:pt x="6631199" y="781354"/>
                  </a:lnTo>
                  <a:lnTo>
                    <a:pt x="6631452" y="781354"/>
                  </a:lnTo>
                  <a:lnTo>
                    <a:pt x="6631830" y="781354"/>
                  </a:lnTo>
                  <a:lnTo>
                    <a:pt x="6635739" y="776074"/>
                  </a:lnTo>
                  <a:lnTo>
                    <a:pt x="6635865" y="776074"/>
                  </a:lnTo>
                  <a:lnTo>
                    <a:pt x="6637252" y="776074"/>
                  </a:lnTo>
                  <a:lnTo>
                    <a:pt x="6639269" y="776074"/>
                  </a:lnTo>
                  <a:lnTo>
                    <a:pt x="6641034" y="776074"/>
                  </a:lnTo>
                  <a:lnTo>
                    <a:pt x="6642926" y="776074"/>
                  </a:lnTo>
                  <a:lnTo>
                    <a:pt x="6643556" y="776074"/>
                  </a:lnTo>
                  <a:lnTo>
                    <a:pt x="6645069" y="776074"/>
                  </a:lnTo>
                  <a:lnTo>
                    <a:pt x="6645195" y="770795"/>
                  </a:lnTo>
                  <a:lnTo>
                    <a:pt x="6647717" y="770795"/>
                  </a:lnTo>
                  <a:lnTo>
                    <a:pt x="6655787" y="760236"/>
                  </a:lnTo>
                  <a:lnTo>
                    <a:pt x="6658687" y="760236"/>
                  </a:lnTo>
                  <a:lnTo>
                    <a:pt x="6658939" y="760236"/>
                  </a:lnTo>
                  <a:lnTo>
                    <a:pt x="6661587" y="760236"/>
                  </a:lnTo>
                  <a:lnTo>
                    <a:pt x="6662343" y="760236"/>
                  </a:lnTo>
                  <a:lnTo>
                    <a:pt x="6667008" y="754957"/>
                  </a:lnTo>
                  <a:lnTo>
                    <a:pt x="6669152" y="754957"/>
                  </a:lnTo>
                  <a:lnTo>
                    <a:pt x="6669278" y="754957"/>
                  </a:lnTo>
                  <a:lnTo>
                    <a:pt x="6670917" y="749677"/>
                  </a:lnTo>
                  <a:lnTo>
                    <a:pt x="6673565" y="749677"/>
                  </a:lnTo>
                  <a:lnTo>
                    <a:pt x="6676591" y="744398"/>
                  </a:lnTo>
                  <a:lnTo>
                    <a:pt x="6677852" y="744398"/>
                  </a:lnTo>
                  <a:lnTo>
                    <a:pt x="6681635" y="739118"/>
                  </a:lnTo>
                  <a:lnTo>
                    <a:pt x="6682013" y="739118"/>
                  </a:lnTo>
                  <a:lnTo>
                    <a:pt x="6686426" y="739118"/>
                  </a:lnTo>
                  <a:lnTo>
                    <a:pt x="6686930" y="739118"/>
                  </a:lnTo>
                  <a:lnTo>
                    <a:pt x="6693108" y="733839"/>
                  </a:lnTo>
                  <a:lnTo>
                    <a:pt x="6695378" y="733839"/>
                  </a:lnTo>
                  <a:lnTo>
                    <a:pt x="6698026" y="733839"/>
                  </a:lnTo>
                  <a:lnTo>
                    <a:pt x="6701809" y="733839"/>
                  </a:lnTo>
                  <a:lnTo>
                    <a:pt x="6705339" y="723280"/>
                  </a:lnTo>
                  <a:lnTo>
                    <a:pt x="6706726" y="723280"/>
                  </a:lnTo>
                  <a:lnTo>
                    <a:pt x="6708113" y="718001"/>
                  </a:lnTo>
                  <a:lnTo>
                    <a:pt x="6709878" y="718001"/>
                  </a:lnTo>
                  <a:lnTo>
                    <a:pt x="6710004" y="718001"/>
                  </a:lnTo>
                  <a:lnTo>
                    <a:pt x="6710256" y="718001"/>
                  </a:lnTo>
                  <a:lnTo>
                    <a:pt x="6713661" y="718001"/>
                  </a:lnTo>
                  <a:lnTo>
                    <a:pt x="6715678" y="718001"/>
                  </a:lnTo>
                  <a:lnTo>
                    <a:pt x="6716309" y="712721"/>
                  </a:lnTo>
                  <a:lnTo>
                    <a:pt x="6719713" y="707442"/>
                  </a:lnTo>
                  <a:lnTo>
                    <a:pt x="6723496" y="707442"/>
                  </a:lnTo>
                  <a:lnTo>
                    <a:pt x="6725135" y="702163"/>
                  </a:lnTo>
                  <a:lnTo>
                    <a:pt x="6725765" y="702163"/>
                  </a:lnTo>
                  <a:lnTo>
                    <a:pt x="6728161" y="702163"/>
                  </a:lnTo>
                  <a:lnTo>
                    <a:pt x="6732196" y="702163"/>
                  </a:lnTo>
                  <a:lnTo>
                    <a:pt x="6732826" y="702163"/>
                  </a:lnTo>
                  <a:lnTo>
                    <a:pt x="6736104" y="696883"/>
                  </a:lnTo>
                  <a:lnTo>
                    <a:pt x="6738878" y="696883"/>
                  </a:lnTo>
                  <a:lnTo>
                    <a:pt x="6740644" y="691604"/>
                  </a:lnTo>
                  <a:lnTo>
                    <a:pt x="6740770" y="691604"/>
                  </a:lnTo>
                  <a:lnTo>
                    <a:pt x="6743670" y="691604"/>
                  </a:lnTo>
                  <a:lnTo>
                    <a:pt x="6744426" y="691604"/>
                  </a:lnTo>
                  <a:lnTo>
                    <a:pt x="6745813" y="691604"/>
                  </a:lnTo>
                  <a:lnTo>
                    <a:pt x="6751991" y="686324"/>
                  </a:lnTo>
                  <a:lnTo>
                    <a:pt x="6754135" y="681045"/>
                  </a:lnTo>
                  <a:lnTo>
                    <a:pt x="6756404" y="681045"/>
                  </a:lnTo>
                  <a:lnTo>
                    <a:pt x="6757791" y="681045"/>
                  </a:lnTo>
                  <a:lnTo>
                    <a:pt x="6760565" y="681045"/>
                  </a:lnTo>
                  <a:lnTo>
                    <a:pt x="6762331" y="675765"/>
                  </a:lnTo>
                  <a:lnTo>
                    <a:pt x="6765735" y="675765"/>
                  </a:lnTo>
                  <a:lnTo>
                    <a:pt x="6769896" y="675765"/>
                  </a:lnTo>
                  <a:lnTo>
                    <a:pt x="6770400" y="675765"/>
                  </a:lnTo>
                  <a:lnTo>
                    <a:pt x="6773048" y="675765"/>
                  </a:lnTo>
                  <a:lnTo>
                    <a:pt x="6782252" y="665207"/>
                  </a:lnTo>
                  <a:lnTo>
                    <a:pt x="6782379" y="665207"/>
                  </a:lnTo>
                  <a:lnTo>
                    <a:pt x="6784522" y="665207"/>
                  </a:lnTo>
                  <a:lnTo>
                    <a:pt x="6787548" y="654648"/>
                  </a:lnTo>
                  <a:lnTo>
                    <a:pt x="6790952" y="654648"/>
                  </a:lnTo>
                  <a:lnTo>
                    <a:pt x="6791331" y="654648"/>
                  </a:lnTo>
                  <a:lnTo>
                    <a:pt x="6791709" y="654648"/>
                  </a:lnTo>
                  <a:lnTo>
                    <a:pt x="6792213" y="654648"/>
                  </a:lnTo>
                  <a:lnTo>
                    <a:pt x="6794357" y="654648"/>
                  </a:lnTo>
                  <a:lnTo>
                    <a:pt x="6794987" y="654648"/>
                  </a:lnTo>
                  <a:lnTo>
                    <a:pt x="6798518" y="654648"/>
                  </a:lnTo>
                  <a:lnTo>
                    <a:pt x="6798644" y="654648"/>
                  </a:lnTo>
                  <a:lnTo>
                    <a:pt x="6798896" y="654648"/>
                  </a:lnTo>
                  <a:lnTo>
                    <a:pt x="6803561" y="654648"/>
                  </a:lnTo>
                  <a:lnTo>
                    <a:pt x="6803687" y="654648"/>
                  </a:lnTo>
                  <a:lnTo>
                    <a:pt x="6804570" y="654648"/>
                  </a:lnTo>
                  <a:lnTo>
                    <a:pt x="6809235" y="654648"/>
                  </a:lnTo>
                  <a:lnTo>
                    <a:pt x="6809487" y="654648"/>
                  </a:lnTo>
                  <a:lnTo>
                    <a:pt x="6811379" y="654648"/>
                  </a:lnTo>
                  <a:lnTo>
                    <a:pt x="6813522" y="654648"/>
                  </a:lnTo>
                  <a:lnTo>
                    <a:pt x="6818566" y="654648"/>
                  </a:lnTo>
                  <a:lnTo>
                    <a:pt x="6820331" y="654648"/>
                  </a:lnTo>
                  <a:lnTo>
                    <a:pt x="6821466" y="649368"/>
                  </a:lnTo>
                  <a:lnTo>
                    <a:pt x="6822727" y="649368"/>
                  </a:lnTo>
                  <a:lnTo>
                    <a:pt x="6826131" y="644089"/>
                  </a:lnTo>
                  <a:lnTo>
                    <a:pt x="6826761" y="644089"/>
                  </a:lnTo>
                  <a:lnTo>
                    <a:pt x="6832435" y="628251"/>
                  </a:lnTo>
                  <a:lnTo>
                    <a:pt x="6834957" y="628251"/>
                  </a:lnTo>
                  <a:lnTo>
                    <a:pt x="6835840" y="628251"/>
                  </a:lnTo>
                  <a:lnTo>
                    <a:pt x="6837605" y="628251"/>
                  </a:lnTo>
                  <a:lnTo>
                    <a:pt x="6841009" y="628251"/>
                  </a:lnTo>
                  <a:lnTo>
                    <a:pt x="6841766" y="628251"/>
                  </a:lnTo>
                  <a:lnTo>
                    <a:pt x="6845296" y="628251"/>
                  </a:lnTo>
                  <a:lnTo>
                    <a:pt x="6845422" y="628251"/>
                  </a:lnTo>
                  <a:lnTo>
                    <a:pt x="6847944" y="628251"/>
                  </a:lnTo>
                  <a:lnTo>
                    <a:pt x="6848827" y="628251"/>
                  </a:lnTo>
                  <a:lnTo>
                    <a:pt x="6851348" y="628251"/>
                  </a:lnTo>
                  <a:lnTo>
                    <a:pt x="6852735" y="628251"/>
                  </a:lnTo>
                  <a:lnTo>
                    <a:pt x="6858031" y="628251"/>
                  </a:lnTo>
                  <a:lnTo>
                    <a:pt x="6858914" y="628251"/>
                  </a:lnTo>
                  <a:lnTo>
                    <a:pt x="6862318" y="628251"/>
                  </a:lnTo>
                  <a:lnTo>
                    <a:pt x="6865470" y="628251"/>
                  </a:lnTo>
                  <a:lnTo>
                    <a:pt x="6865596" y="628251"/>
                  </a:lnTo>
                  <a:lnTo>
                    <a:pt x="6867235" y="628251"/>
                  </a:lnTo>
                  <a:lnTo>
                    <a:pt x="6867614" y="628251"/>
                  </a:lnTo>
                  <a:lnTo>
                    <a:pt x="6868875" y="628251"/>
                  </a:lnTo>
                  <a:lnTo>
                    <a:pt x="6872153" y="622971"/>
                  </a:lnTo>
                  <a:lnTo>
                    <a:pt x="6876188" y="622971"/>
                  </a:lnTo>
                  <a:lnTo>
                    <a:pt x="6879466" y="622971"/>
                  </a:lnTo>
                  <a:lnTo>
                    <a:pt x="6880853" y="617692"/>
                  </a:lnTo>
                  <a:lnTo>
                    <a:pt x="6883123" y="617692"/>
                  </a:lnTo>
                  <a:lnTo>
                    <a:pt x="6884005" y="617692"/>
                  </a:lnTo>
                  <a:lnTo>
                    <a:pt x="6884131" y="617692"/>
                  </a:lnTo>
                  <a:lnTo>
                    <a:pt x="6886401" y="617692"/>
                  </a:lnTo>
                  <a:lnTo>
                    <a:pt x="6889805" y="617692"/>
                  </a:lnTo>
                  <a:lnTo>
                    <a:pt x="6891066" y="617692"/>
                  </a:lnTo>
                  <a:lnTo>
                    <a:pt x="6896488" y="617692"/>
                  </a:lnTo>
                  <a:lnTo>
                    <a:pt x="6899262" y="617692"/>
                  </a:lnTo>
                  <a:lnTo>
                    <a:pt x="6905818" y="617692"/>
                  </a:lnTo>
                  <a:lnTo>
                    <a:pt x="6906070" y="617692"/>
                  </a:lnTo>
                  <a:lnTo>
                    <a:pt x="6909475" y="617692"/>
                  </a:lnTo>
                  <a:lnTo>
                    <a:pt x="6910105" y="617692"/>
                  </a:lnTo>
                  <a:lnTo>
                    <a:pt x="6911114" y="612412"/>
                  </a:lnTo>
                  <a:lnTo>
                    <a:pt x="6912249" y="612412"/>
                  </a:lnTo>
                  <a:lnTo>
                    <a:pt x="6914644" y="607133"/>
                  </a:lnTo>
                  <a:lnTo>
                    <a:pt x="6915779" y="607133"/>
                  </a:lnTo>
                  <a:lnTo>
                    <a:pt x="6918427" y="607133"/>
                  </a:lnTo>
                  <a:lnTo>
                    <a:pt x="6922966" y="601854"/>
                  </a:lnTo>
                  <a:lnTo>
                    <a:pt x="6925992" y="596574"/>
                  </a:lnTo>
                  <a:lnTo>
                    <a:pt x="6928010" y="596574"/>
                  </a:lnTo>
                  <a:lnTo>
                    <a:pt x="6928136" y="596574"/>
                  </a:lnTo>
                  <a:lnTo>
                    <a:pt x="6929649" y="596574"/>
                  </a:lnTo>
                  <a:lnTo>
                    <a:pt x="6931540" y="596574"/>
                  </a:lnTo>
                  <a:lnTo>
                    <a:pt x="6934566" y="596574"/>
                  </a:lnTo>
                  <a:lnTo>
                    <a:pt x="6936458" y="596574"/>
                  </a:lnTo>
                  <a:lnTo>
                    <a:pt x="6939105" y="596574"/>
                  </a:lnTo>
                  <a:lnTo>
                    <a:pt x="6939232" y="596574"/>
                  </a:lnTo>
                  <a:lnTo>
                    <a:pt x="6941753" y="591295"/>
                  </a:lnTo>
                  <a:lnTo>
                    <a:pt x="6942384" y="591295"/>
                  </a:lnTo>
                  <a:lnTo>
                    <a:pt x="6942762" y="591295"/>
                  </a:lnTo>
                  <a:lnTo>
                    <a:pt x="6942888" y="586015"/>
                  </a:lnTo>
                  <a:lnTo>
                    <a:pt x="6947427" y="586015"/>
                  </a:lnTo>
                  <a:lnTo>
                    <a:pt x="6947553" y="586015"/>
                  </a:lnTo>
                  <a:lnTo>
                    <a:pt x="6951840" y="586015"/>
                  </a:lnTo>
                  <a:lnTo>
                    <a:pt x="6952219" y="580736"/>
                  </a:lnTo>
                  <a:lnTo>
                    <a:pt x="6954740" y="580736"/>
                  </a:lnTo>
                  <a:lnTo>
                    <a:pt x="6957262" y="580736"/>
                  </a:lnTo>
                  <a:lnTo>
                    <a:pt x="6958397" y="580736"/>
                  </a:lnTo>
                  <a:lnTo>
                    <a:pt x="6960288" y="580736"/>
                  </a:lnTo>
                  <a:lnTo>
                    <a:pt x="6960919" y="580736"/>
                  </a:lnTo>
                  <a:lnTo>
                    <a:pt x="6964701" y="575456"/>
                  </a:lnTo>
                  <a:lnTo>
                    <a:pt x="6966845" y="575456"/>
                  </a:lnTo>
                  <a:lnTo>
                    <a:pt x="6967727" y="575456"/>
                  </a:lnTo>
                  <a:lnTo>
                    <a:pt x="6969619" y="575456"/>
                  </a:lnTo>
                  <a:lnTo>
                    <a:pt x="6970375" y="570177"/>
                  </a:lnTo>
                  <a:lnTo>
                    <a:pt x="6972519" y="570177"/>
                  </a:lnTo>
                  <a:lnTo>
                    <a:pt x="6973275" y="564898"/>
                  </a:lnTo>
                  <a:lnTo>
                    <a:pt x="6975419" y="564898"/>
                  </a:lnTo>
                  <a:lnTo>
                    <a:pt x="6978571" y="564898"/>
                  </a:lnTo>
                  <a:lnTo>
                    <a:pt x="6982858" y="554339"/>
                  </a:lnTo>
                  <a:lnTo>
                    <a:pt x="6985506" y="554339"/>
                  </a:lnTo>
                  <a:lnTo>
                    <a:pt x="6987271" y="554339"/>
                  </a:lnTo>
                  <a:lnTo>
                    <a:pt x="6988280" y="554339"/>
                  </a:lnTo>
                  <a:lnTo>
                    <a:pt x="6989919" y="554339"/>
                  </a:lnTo>
                  <a:lnTo>
                    <a:pt x="6994080" y="554339"/>
                  </a:lnTo>
                  <a:lnTo>
                    <a:pt x="6995467" y="554339"/>
                  </a:lnTo>
                  <a:lnTo>
                    <a:pt x="7000006" y="549059"/>
                  </a:lnTo>
                  <a:lnTo>
                    <a:pt x="7002149" y="549059"/>
                  </a:lnTo>
                  <a:lnTo>
                    <a:pt x="7004797" y="549059"/>
                  </a:lnTo>
                  <a:lnTo>
                    <a:pt x="7007067" y="549059"/>
                  </a:lnTo>
                  <a:lnTo>
                    <a:pt x="7010093" y="549059"/>
                  </a:lnTo>
                  <a:lnTo>
                    <a:pt x="7010597" y="549059"/>
                  </a:lnTo>
                  <a:lnTo>
                    <a:pt x="7011228" y="543780"/>
                  </a:lnTo>
                  <a:lnTo>
                    <a:pt x="7011606" y="543780"/>
                  </a:lnTo>
                  <a:lnTo>
                    <a:pt x="7012488" y="543780"/>
                  </a:lnTo>
                  <a:lnTo>
                    <a:pt x="7013749" y="543780"/>
                  </a:lnTo>
                  <a:lnTo>
                    <a:pt x="7014380" y="543780"/>
                  </a:lnTo>
                  <a:lnTo>
                    <a:pt x="7014506" y="543780"/>
                  </a:lnTo>
                  <a:lnTo>
                    <a:pt x="7018415" y="543780"/>
                  </a:lnTo>
                  <a:lnTo>
                    <a:pt x="7020936" y="543780"/>
                  </a:lnTo>
                  <a:lnTo>
                    <a:pt x="7027997" y="543780"/>
                  </a:lnTo>
                  <a:lnTo>
                    <a:pt x="7029132" y="543780"/>
                  </a:lnTo>
                  <a:lnTo>
                    <a:pt x="7030771" y="543780"/>
                  </a:lnTo>
                  <a:lnTo>
                    <a:pt x="7035058" y="543780"/>
                  </a:lnTo>
                  <a:lnTo>
                    <a:pt x="7036067" y="543780"/>
                  </a:lnTo>
                  <a:lnTo>
                    <a:pt x="7039723" y="543780"/>
                  </a:lnTo>
                  <a:lnTo>
                    <a:pt x="7042371" y="543780"/>
                  </a:lnTo>
                  <a:lnTo>
                    <a:pt x="7044893" y="543780"/>
                  </a:lnTo>
                  <a:lnTo>
                    <a:pt x="7045776" y="543780"/>
                  </a:lnTo>
                  <a:lnTo>
                    <a:pt x="7047415" y="543780"/>
                  </a:lnTo>
                  <a:lnTo>
                    <a:pt x="7051576" y="543780"/>
                  </a:lnTo>
                  <a:lnTo>
                    <a:pt x="7056367" y="538500"/>
                  </a:lnTo>
                  <a:lnTo>
                    <a:pt x="7059267" y="538500"/>
                  </a:lnTo>
                  <a:lnTo>
                    <a:pt x="7063050" y="538500"/>
                  </a:lnTo>
                  <a:lnTo>
                    <a:pt x="7063176" y="538500"/>
                  </a:lnTo>
                  <a:lnTo>
                    <a:pt x="7064058" y="533221"/>
                  </a:lnTo>
                  <a:lnTo>
                    <a:pt x="7066958" y="533221"/>
                  </a:lnTo>
                  <a:lnTo>
                    <a:pt x="7069480" y="533221"/>
                  </a:lnTo>
                  <a:lnTo>
                    <a:pt x="7070489" y="533221"/>
                  </a:lnTo>
                  <a:lnTo>
                    <a:pt x="7071497" y="527942"/>
                  </a:lnTo>
                  <a:lnTo>
                    <a:pt x="7073767" y="527942"/>
                  </a:lnTo>
                  <a:lnTo>
                    <a:pt x="7074776" y="527942"/>
                  </a:lnTo>
                  <a:lnTo>
                    <a:pt x="7078684" y="527942"/>
                  </a:lnTo>
                  <a:lnTo>
                    <a:pt x="7081837" y="527942"/>
                  </a:lnTo>
                  <a:lnTo>
                    <a:pt x="7082089" y="522662"/>
                  </a:lnTo>
                  <a:lnTo>
                    <a:pt x="7087384" y="522662"/>
                  </a:lnTo>
                  <a:lnTo>
                    <a:pt x="7087637" y="522662"/>
                  </a:lnTo>
                  <a:lnTo>
                    <a:pt x="7087889" y="522662"/>
                  </a:lnTo>
                  <a:lnTo>
                    <a:pt x="7089150" y="522662"/>
                  </a:lnTo>
                  <a:lnTo>
                    <a:pt x="7089276" y="522662"/>
                  </a:lnTo>
                  <a:lnTo>
                    <a:pt x="7090663" y="522662"/>
                  </a:lnTo>
                  <a:lnTo>
                    <a:pt x="7091924" y="517383"/>
                  </a:lnTo>
                  <a:lnTo>
                    <a:pt x="7095202" y="517383"/>
                  </a:lnTo>
                  <a:lnTo>
                    <a:pt x="7097093" y="517383"/>
                  </a:lnTo>
                  <a:lnTo>
                    <a:pt x="7098480" y="517383"/>
                  </a:lnTo>
                  <a:lnTo>
                    <a:pt x="7101380" y="512103"/>
                  </a:lnTo>
                  <a:lnTo>
                    <a:pt x="7104785" y="512103"/>
                  </a:lnTo>
                  <a:lnTo>
                    <a:pt x="7107685" y="506824"/>
                  </a:lnTo>
                  <a:lnTo>
                    <a:pt x="7109576" y="506824"/>
                  </a:lnTo>
                  <a:lnTo>
                    <a:pt x="7111972" y="506824"/>
                  </a:lnTo>
                  <a:lnTo>
                    <a:pt x="7112350" y="506824"/>
                  </a:lnTo>
                  <a:lnTo>
                    <a:pt x="7112476" y="506824"/>
                  </a:lnTo>
                  <a:lnTo>
                    <a:pt x="7112980" y="506824"/>
                  </a:lnTo>
                  <a:lnTo>
                    <a:pt x="7113106" y="506824"/>
                  </a:lnTo>
                  <a:lnTo>
                    <a:pt x="7114998" y="501545"/>
                  </a:lnTo>
                  <a:lnTo>
                    <a:pt x="7117519" y="501545"/>
                  </a:lnTo>
                  <a:lnTo>
                    <a:pt x="7120041" y="501545"/>
                  </a:lnTo>
                  <a:lnTo>
                    <a:pt x="7120419" y="501545"/>
                  </a:lnTo>
                  <a:lnTo>
                    <a:pt x="7124454" y="501545"/>
                  </a:lnTo>
                  <a:lnTo>
                    <a:pt x="7127859" y="501545"/>
                  </a:lnTo>
                  <a:lnTo>
                    <a:pt x="7130506" y="501545"/>
                  </a:lnTo>
                  <a:lnTo>
                    <a:pt x="7132902" y="490986"/>
                  </a:lnTo>
                  <a:lnTo>
                    <a:pt x="7134415" y="490986"/>
                  </a:lnTo>
                  <a:lnTo>
                    <a:pt x="7135928" y="490986"/>
                  </a:lnTo>
                  <a:lnTo>
                    <a:pt x="7142863" y="490986"/>
                  </a:lnTo>
                  <a:lnTo>
                    <a:pt x="7145133" y="490986"/>
                  </a:lnTo>
                  <a:lnTo>
                    <a:pt x="7151563" y="490986"/>
                  </a:lnTo>
                  <a:lnTo>
                    <a:pt x="7151815" y="490986"/>
                  </a:lnTo>
                  <a:lnTo>
                    <a:pt x="7152320" y="490986"/>
                  </a:lnTo>
                  <a:lnTo>
                    <a:pt x="7152950" y="490986"/>
                  </a:lnTo>
                  <a:lnTo>
                    <a:pt x="7155472" y="490986"/>
                  </a:lnTo>
                  <a:lnTo>
                    <a:pt x="7155850" y="490986"/>
                  </a:lnTo>
                  <a:lnTo>
                    <a:pt x="7157237" y="485706"/>
                  </a:lnTo>
                  <a:lnTo>
                    <a:pt x="7161020" y="480427"/>
                  </a:lnTo>
                  <a:lnTo>
                    <a:pt x="7161398" y="480427"/>
                  </a:lnTo>
                  <a:lnTo>
                    <a:pt x="7162154" y="480427"/>
                  </a:lnTo>
                  <a:lnTo>
                    <a:pt x="7165307" y="475147"/>
                  </a:lnTo>
                  <a:lnTo>
                    <a:pt x="7173376" y="475147"/>
                  </a:lnTo>
                  <a:lnTo>
                    <a:pt x="7174007" y="475147"/>
                  </a:lnTo>
                  <a:lnTo>
                    <a:pt x="7174133" y="475147"/>
                  </a:lnTo>
                  <a:lnTo>
                    <a:pt x="7175015" y="475147"/>
                  </a:lnTo>
                  <a:lnTo>
                    <a:pt x="7177411" y="475147"/>
                  </a:lnTo>
                  <a:lnTo>
                    <a:pt x="7180311" y="475147"/>
                  </a:lnTo>
                  <a:lnTo>
                    <a:pt x="7185228" y="475147"/>
                  </a:lnTo>
                  <a:lnTo>
                    <a:pt x="7188507" y="475147"/>
                  </a:lnTo>
                  <a:lnTo>
                    <a:pt x="7189642" y="469868"/>
                  </a:lnTo>
                  <a:lnTo>
                    <a:pt x="7191911" y="464589"/>
                  </a:lnTo>
                  <a:lnTo>
                    <a:pt x="7194685" y="464589"/>
                  </a:lnTo>
                  <a:lnTo>
                    <a:pt x="7198215" y="464589"/>
                  </a:lnTo>
                  <a:lnTo>
                    <a:pt x="7199729" y="464589"/>
                  </a:lnTo>
                  <a:lnTo>
                    <a:pt x="7199855" y="464589"/>
                  </a:lnTo>
                  <a:lnTo>
                    <a:pt x="7201115" y="464589"/>
                  </a:lnTo>
                  <a:lnTo>
                    <a:pt x="7205402" y="464589"/>
                  </a:lnTo>
                  <a:lnTo>
                    <a:pt x="7207420" y="464589"/>
                  </a:lnTo>
                  <a:lnTo>
                    <a:pt x="7209563" y="459309"/>
                  </a:lnTo>
                  <a:lnTo>
                    <a:pt x="7212968" y="459309"/>
                  </a:lnTo>
                  <a:lnTo>
                    <a:pt x="7215489" y="459309"/>
                  </a:lnTo>
                  <a:lnTo>
                    <a:pt x="7215742" y="459309"/>
                  </a:lnTo>
                  <a:lnTo>
                    <a:pt x="7218011" y="454030"/>
                  </a:lnTo>
                  <a:lnTo>
                    <a:pt x="7218389" y="454030"/>
                  </a:lnTo>
                  <a:lnTo>
                    <a:pt x="7225955" y="448750"/>
                  </a:lnTo>
                  <a:lnTo>
                    <a:pt x="7226963" y="448750"/>
                  </a:lnTo>
                  <a:lnTo>
                    <a:pt x="7227342" y="448750"/>
                  </a:lnTo>
                  <a:lnTo>
                    <a:pt x="7231503" y="448750"/>
                  </a:lnTo>
                  <a:lnTo>
                    <a:pt x="7232511" y="448750"/>
                  </a:lnTo>
                  <a:lnTo>
                    <a:pt x="7235285" y="448750"/>
                  </a:lnTo>
                  <a:lnTo>
                    <a:pt x="7235664" y="448750"/>
                  </a:lnTo>
                  <a:lnTo>
                    <a:pt x="7236042" y="448750"/>
                  </a:lnTo>
                  <a:lnTo>
                    <a:pt x="7237807" y="443471"/>
                  </a:lnTo>
                  <a:lnTo>
                    <a:pt x="7242346" y="443471"/>
                  </a:lnTo>
                  <a:lnTo>
                    <a:pt x="7242598" y="443471"/>
                  </a:lnTo>
                  <a:lnTo>
                    <a:pt x="7245372" y="443471"/>
                  </a:lnTo>
                  <a:lnTo>
                    <a:pt x="7248398" y="443471"/>
                  </a:lnTo>
                  <a:lnTo>
                    <a:pt x="7251551" y="438191"/>
                  </a:lnTo>
                  <a:lnTo>
                    <a:pt x="7253316" y="438191"/>
                  </a:lnTo>
                  <a:lnTo>
                    <a:pt x="7253568" y="438191"/>
                  </a:lnTo>
                  <a:lnTo>
                    <a:pt x="7256594" y="438191"/>
                  </a:lnTo>
                  <a:lnTo>
                    <a:pt x="7259116" y="432912"/>
                  </a:lnTo>
                  <a:lnTo>
                    <a:pt x="7261511" y="432912"/>
                  </a:lnTo>
                  <a:lnTo>
                    <a:pt x="7261890" y="432912"/>
                  </a:lnTo>
                  <a:lnTo>
                    <a:pt x="7262772" y="432912"/>
                  </a:lnTo>
                  <a:lnTo>
                    <a:pt x="7262898" y="432912"/>
                  </a:lnTo>
                  <a:lnTo>
                    <a:pt x="7263529" y="432912"/>
                  </a:lnTo>
                  <a:lnTo>
                    <a:pt x="7269329" y="432912"/>
                  </a:lnTo>
                  <a:lnTo>
                    <a:pt x="7269455" y="432912"/>
                  </a:lnTo>
                  <a:lnTo>
                    <a:pt x="7271220" y="432912"/>
                  </a:lnTo>
                  <a:lnTo>
                    <a:pt x="7278029" y="427633"/>
                  </a:lnTo>
                  <a:lnTo>
                    <a:pt x="7281812" y="427633"/>
                  </a:lnTo>
                  <a:lnTo>
                    <a:pt x="7282442" y="427633"/>
                  </a:lnTo>
                  <a:lnTo>
                    <a:pt x="7287864" y="427633"/>
                  </a:lnTo>
                  <a:lnTo>
                    <a:pt x="7287990" y="427633"/>
                  </a:lnTo>
                  <a:lnTo>
                    <a:pt x="7288494" y="427633"/>
                  </a:lnTo>
                  <a:lnTo>
                    <a:pt x="7290638" y="427633"/>
                  </a:lnTo>
                  <a:lnTo>
                    <a:pt x="7294799" y="427633"/>
                  </a:lnTo>
                  <a:lnTo>
                    <a:pt x="7295555" y="427633"/>
                  </a:lnTo>
                  <a:lnTo>
                    <a:pt x="7298581" y="427633"/>
                  </a:lnTo>
                  <a:lnTo>
                    <a:pt x="7299338" y="427633"/>
                  </a:lnTo>
                  <a:lnTo>
                    <a:pt x="7301986" y="422353"/>
                  </a:lnTo>
                  <a:lnTo>
                    <a:pt x="7302238" y="422353"/>
                  </a:lnTo>
                  <a:lnTo>
                    <a:pt x="7302868" y="422353"/>
                  </a:lnTo>
                  <a:lnTo>
                    <a:pt x="7302994" y="422353"/>
                  </a:lnTo>
                  <a:lnTo>
                    <a:pt x="7305012" y="422353"/>
                  </a:lnTo>
                  <a:lnTo>
                    <a:pt x="7308038" y="422353"/>
                  </a:lnTo>
                  <a:lnTo>
                    <a:pt x="7311947" y="422353"/>
                  </a:lnTo>
                  <a:lnTo>
                    <a:pt x="7313838" y="422353"/>
                  </a:lnTo>
                  <a:lnTo>
                    <a:pt x="7316612" y="422353"/>
                  </a:lnTo>
                  <a:lnTo>
                    <a:pt x="7318125" y="422353"/>
                  </a:lnTo>
                  <a:lnTo>
                    <a:pt x="7318251" y="422353"/>
                  </a:lnTo>
                  <a:lnTo>
                    <a:pt x="7318881" y="422353"/>
                  </a:lnTo>
                  <a:lnTo>
                    <a:pt x="7319134" y="422353"/>
                  </a:lnTo>
                  <a:lnTo>
                    <a:pt x="7321655" y="422353"/>
                  </a:lnTo>
                  <a:lnTo>
                    <a:pt x="7321781" y="422353"/>
                  </a:lnTo>
                  <a:lnTo>
                    <a:pt x="7324681" y="422353"/>
                  </a:lnTo>
                  <a:lnTo>
                    <a:pt x="7324807" y="422353"/>
                  </a:lnTo>
                  <a:lnTo>
                    <a:pt x="7328842" y="422353"/>
                  </a:lnTo>
                  <a:lnTo>
                    <a:pt x="7331490" y="422353"/>
                  </a:lnTo>
                  <a:lnTo>
                    <a:pt x="7334012" y="422353"/>
                  </a:lnTo>
                  <a:lnTo>
                    <a:pt x="7336912" y="422353"/>
                  </a:lnTo>
                  <a:lnTo>
                    <a:pt x="7338173" y="422353"/>
                  </a:lnTo>
                  <a:lnTo>
                    <a:pt x="7339055" y="422353"/>
                  </a:lnTo>
                  <a:lnTo>
                    <a:pt x="7343847" y="417074"/>
                  </a:lnTo>
                  <a:lnTo>
                    <a:pt x="7343973" y="417074"/>
                  </a:lnTo>
                  <a:lnTo>
                    <a:pt x="7344099" y="417074"/>
                  </a:lnTo>
                  <a:lnTo>
                    <a:pt x="7351664" y="411794"/>
                  </a:lnTo>
                  <a:lnTo>
                    <a:pt x="7354438" y="406515"/>
                  </a:lnTo>
                  <a:lnTo>
                    <a:pt x="7356960" y="406515"/>
                  </a:lnTo>
                  <a:lnTo>
                    <a:pt x="7358095" y="406515"/>
                  </a:lnTo>
                  <a:lnTo>
                    <a:pt x="7360742" y="401236"/>
                  </a:lnTo>
                  <a:lnTo>
                    <a:pt x="7360869" y="401236"/>
                  </a:lnTo>
                  <a:lnTo>
                    <a:pt x="7361247" y="401236"/>
                  </a:lnTo>
                  <a:lnTo>
                    <a:pt x="7362129" y="401236"/>
                  </a:lnTo>
                  <a:lnTo>
                    <a:pt x="7362886" y="401236"/>
                  </a:lnTo>
                  <a:lnTo>
                    <a:pt x="7365534" y="395956"/>
                  </a:lnTo>
                  <a:lnTo>
                    <a:pt x="7365912" y="395956"/>
                  </a:lnTo>
                  <a:lnTo>
                    <a:pt x="7368434" y="395956"/>
                  </a:lnTo>
                  <a:lnTo>
                    <a:pt x="7369190" y="395956"/>
                  </a:lnTo>
                  <a:lnTo>
                    <a:pt x="7372342" y="395956"/>
                  </a:lnTo>
                  <a:lnTo>
                    <a:pt x="7376251" y="395956"/>
                  </a:lnTo>
                  <a:lnTo>
                    <a:pt x="7376503" y="395956"/>
                  </a:lnTo>
                  <a:lnTo>
                    <a:pt x="7377512" y="395956"/>
                  </a:lnTo>
                  <a:lnTo>
                    <a:pt x="7378269" y="395956"/>
                  </a:lnTo>
                  <a:lnTo>
                    <a:pt x="7378773" y="395956"/>
                  </a:lnTo>
                  <a:lnTo>
                    <a:pt x="7381043" y="395956"/>
                  </a:lnTo>
                  <a:lnTo>
                    <a:pt x="7381799" y="390677"/>
                  </a:lnTo>
                  <a:lnTo>
                    <a:pt x="7383186" y="385397"/>
                  </a:lnTo>
                  <a:lnTo>
                    <a:pt x="7388734" y="385397"/>
                  </a:lnTo>
                  <a:lnTo>
                    <a:pt x="7388986" y="380118"/>
                  </a:lnTo>
                  <a:lnTo>
                    <a:pt x="7389616" y="380118"/>
                  </a:lnTo>
                  <a:lnTo>
                    <a:pt x="7395417" y="380118"/>
                  </a:lnTo>
                  <a:lnTo>
                    <a:pt x="7396173" y="380118"/>
                  </a:lnTo>
                  <a:lnTo>
                    <a:pt x="7398443" y="380118"/>
                  </a:lnTo>
                  <a:lnTo>
                    <a:pt x="7398569" y="380118"/>
                  </a:lnTo>
                  <a:lnTo>
                    <a:pt x="7400838" y="380118"/>
                  </a:lnTo>
                  <a:lnTo>
                    <a:pt x="7403612" y="369559"/>
                  </a:lnTo>
                  <a:lnTo>
                    <a:pt x="7407269" y="369559"/>
                  </a:lnTo>
                  <a:lnTo>
                    <a:pt x="7409791" y="369559"/>
                  </a:lnTo>
                  <a:lnTo>
                    <a:pt x="7414708" y="369559"/>
                  </a:lnTo>
                  <a:lnTo>
                    <a:pt x="7414960" y="369559"/>
                  </a:lnTo>
                  <a:lnTo>
                    <a:pt x="7415212" y="369559"/>
                  </a:lnTo>
                  <a:lnTo>
                    <a:pt x="7418238" y="369559"/>
                  </a:lnTo>
                  <a:lnTo>
                    <a:pt x="7418617" y="369559"/>
                  </a:lnTo>
                  <a:lnTo>
                    <a:pt x="7419625" y="369559"/>
                  </a:lnTo>
                  <a:lnTo>
                    <a:pt x="7423534" y="369559"/>
                  </a:lnTo>
                  <a:lnTo>
                    <a:pt x="7426308" y="369559"/>
                  </a:lnTo>
                  <a:lnTo>
                    <a:pt x="7426812" y="369559"/>
                  </a:lnTo>
                  <a:lnTo>
                    <a:pt x="7430217" y="369559"/>
                  </a:lnTo>
                  <a:lnTo>
                    <a:pt x="7431225" y="369559"/>
                  </a:lnTo>
                  <a:lnTo>
                    <a:pt x="7431982" y="364280"/>
                  </a:lnTo>
                  <a:lnTo>
                    <a:pt x="7433873" y="359000"/>
                  </a:lnTo>
                  <a:lnTo>
                    <a:pt x="7435386" y="359000"/>
                  </a:lnTo>
                  <a:lnTo>
                    <a:pt x="7435891" y="359000"/>
                  </a:lnTo>
                  <a:lnTo>
                    <a:pt x="7437278" y="359000"/>
                  </a:lnTo>
                  <a:lnTo>
                    <a:pt x="7437782" y="359000"/>
                  </a:lnTo>
                  <a:lnTo>
                    <a:pt x="7439295" y="359000"/>
                  </a:lnTo>
                  <a:lnTo>
                    <a:pt x="7443078" y="353721"/>
                  </a:lnTo>
                  <a:lnTo>
                    <a:pt x="7447995" y="343162"/>
                  </a:lnTo>
                  <a:lnTo>
                    <a:pt x="7450895" y="343162"/>
                  </a:lnTo>
                  <a:lnTo>
                    <a:pt x="7451399" y="343162"/>
                  </a:lnTo>
                  <a:lnTo>
                    <a:pt x="7452660" y="343162"/>
                  </a:lnTo>
                  <a:lnTo>
                    <a:pt x="7455308" y="343162"/>
                  </a:lnTo>
                  <a:lnTo>
                    <a:pt x="7455560" y="343162"/>
                  </a:lnTo>
                  <a:lnTo>
                    <a:pt x="7455686" y="343162"/>
                  </a:lnTo>
                  <a:lnTo>
                    <a:pt x="7456065" y="343162"/>
                  </a:lnTo>
                  <a:lnTo>
                    <a:pt x="7458208" y="343162"/>
                  </a:lnTo>
                  <a:lnTo>
                    <a:pt x="7459469" y="337882"/>
                  </a:lnTo>
                  <a:lnTo>
                    <a:pt x="7465773" y="337882"/>
                  </a:lnTo>
                  <a:lnTo>
                    <a:pt x="7470186" y="332603"/>
                  </a:lnTo>
                  <a:lnTo>
                    <a:pt x="7470691" y="332603"/>
                  </a:lnTo>
                  <a:lnTo>
                    <a:pt x="7472834" y="332603"/>
                  </a:lnTo>
                  <a:lnTo>
                    <a:pt x="7474978" y="332603"/>
                  </a:lnTo>
                  <a:lnTo>
                    <a:pt x="7475482" y="332603"/>
                  </a:lnTo>
                  <a:lnTo>
                    <a:pt x="7475608" y="332603"/>
                  </a:lnTo>
                  <a:lnTo>
                    <a:pt x="7476869" y="332603"/>
                  </a:lnTo>
                  <a:lnTo>
                    <a:pt x="7479265" y="332603"/>
                  </a:lnTo>
                  <a:lnTo>
                    <a:pt x="7483930" y="332603"/>
                  </a:lnTo>
                  <a:lnTo>
                    <a:pt x="7485443" y="332603"/>
                  </a:lnTo>
                  <a:lnTo>
                    <a:pt x="7487587" y="332603"/>
                  </a:lnTo>
                  <a:lnTo>
                    <a:pt x="7489478" y="327324"/>
                  </a:lnTo>
                  <a:lnTo>
                    <a:pt x="7489982" y="327324"/>
                  </a:lnTo>
                  <a:lnTo>
                    <a:pt x="7491243" y="327324"/>
                  </a:lnTo>
                  <a:lnTo>
                    <a:pt x="7492378" y="327324"/>
                  </a:lnTo>
                  <a:lnTo>
                    <a:pt x="7493008" y="316765"/>
                  </a:lnTo>
                  <a:lnTo>
                    <a:pt x="7496161" y="316765"/>
                  </a:lnTo>
                  <a:lnTo>
                    <a:pt x="7497547" y="316765"/>
                  </a:lnTo>
                  <a:lnTo>
                    <a:pt x="7497800" y="316765"/>
                  </a:lnTo>
                  <a:lnTo>
                    <a:pt x="7506121" y="316765"/>
                  </a:lnTo>
                  <a:lnTo>
                    <a:pt x="7506500" y="316765"/>
                  </a:lnTo>
                  <a:lnTo>
                    <a:pt x="7507508" y="316765"/>
                  </a:lnTo>
                  <a:lnTo>
                    <a:pt x="7507634" y="316765"/>
                  </a:lnTo>
                  <a:lnTo>
                    <a:pt x="7507887" y="316765"/>
                  </a:lnTo>
                  <a:lnTo>
                    <a:pt x="7508265" y="316765"/>
                  </a:lnTo>
                  <a:lnTo>
                    <a:pt x="7508517" y="316765"/>
                  </a:lnTo>
                  <a:lnTo>
                    <a:pt x="7512426" y="316765"/>
                  </a:lnTo>
                  <a:lnTo>
                    <a:pt x="7515830" y="311485"/>
                  </a:lnTo>
                  <a:lnTo>
                    <a:pt x="7518100" y="311485"/>
                  </a:lnTo>
                  <a:lnTo>
                    <a:pt x="7518352" y="306206"/>
                  </a:lnTo>
                  <a:lnTo>
                    <a:pt x="7521504" y="306206"/>
                  </a:lnTo>
                  <a:lnTo>
                    <a:pt x="7523017" y="300927"/>
                  </a:lnTo>
                  <a:lnTo>
                    <a:pt x="7523648" y="300927"/>
                  </a:lnTo>
                  <a:lnTo>
                    <a:pt x="7525413" y="295647"/>
                  </a:lnTo>
                  <a:lnTo>
                    <a:pt x="7525791" y="295647"/>
                  </a:lnTo>
                  <a:lnTo>
                    <a:pt x="7529069" y="290368"/>
                  </a:lnTo>
                  <a:lnTo>
                    <a:pt x="7532474" y="285088"/>
                  </a:lnTo>
                  <a:lnTo>
                    <a:pt x="7535248" y="285088"/>
                  </a:lnTo>
                  <a:lnTo>
                    <a:pt x="7536635" y="285088"/>
                  </a:lnTo>
                  <a:lnTo>
                    <a:pt x="7539282" y="285088"/>
                  </a:lnTo>
                  <a:lnTo>
                    <a:pt x="7539913" y="285088"/>
                  </a:lnTo>
                  <a:lnTo>
                    <a:pt x="7540039" y="285088"/>
                  </a:lnTo>
                  <a:lnTo>
                    <a:pt x="7540165" y="285088"/>
                  </a:lnTo>
                  <a:lnTo>
                    <a:pt x="7543569" y="285088"/>
                  </a:lnTo>
                  <a:lnTo>
                    <a:pt x="7543822" y="285088"/>
                  </a:lnTo>
                  <a:lnTo>
                    <a:pt x="7545587" y="285088"/>
                  </a:lnTo>
                  <a:lnTo>
                    <a:pt x="7549243" y="285088"/>
                  </a:lnTo>
                  <a:lnTo>
                    <a:pt x="7549496" y="285088"/>
                  </a:lnTo>
                  <a:lnTo>
                    <a:pt x="7553026" y="279809"/>
                  </a:lnTo>
                  <a:lnTo>
                    <a:pt x="7556935" y="274529"/>
                  </a:lnTo>
                  <a:lnTo>
                    <a:pt x="7557943" y="274529"/>
                  </a:lnTo>
                  <a:lnTo>
                    <a:pt x="7558826" y="274529"/>
                  </a:lnTo>
                  <a:lnTo>
                    <a:pt x="7558952" y="274529"/>
                  </a:lnTo>
                  <a:lnTo>
                    <a:pt x="7559709" y="274529"/>
                  </a:lnTo>
                  <a:lnTo>
                    <a:pt x="7560591" y="274529"/>
                  </a:lnTo>
                  <a:lnTo>
                    <a:pt x="7563996" y="274529"/>
                  </a:lnTo>
                  <a:lnTo>
                    <a:pt x="7564248" y="274529"/>
                  </a:lnTo>
                  <a:lnTo>
                    <a:pt x="7565761" y="274529"/>
                  </a:lnTo>
                  <a:lnTo>
                    <a:pt x="7568535" y="274529"/>
                  </a:lnTo>
                  <a:lnTo>
                    <a:pt x="7571435" y="274529"/>
                  </a:lnTo>
                  <a:lnTo>
                    <a:pt x="7571687" y="274529"/>
                  </a:lnTo>
                  <a:lnTo>
                    <a:pt x="7573326" y="274529"/>
                  </a:lnTo>
                  <a:lnTo>
                    <a:pt x="7577235" y="274529"/>
                  </a:lnTo>
                  <a:lnTo>
                    <a:pt x="7577487" y="274529"/>
                  </a:lnTo>
                  <a:lnTo>
                    <a:pt x="7580639" y="274529"/>
                  </a:lnTo>
                  <a:lnTo>
                    <a:pt x="7582404" y="274529"/>
                  </a:lnTo>
                  <a:lnTo>
                    <a:pt x="7583665" y="274529"/>
                  </a:lnTo>
                  <a:lnTo>
                    <a:pt x="7585809" y="274529"/>
                  </a:lnTo>
                  <a:lnTo>
                    <a:pt x="7587322" y="274529"/>
                  </a:lnTo>
                  <a:lnTo>
                    <a:pt x="7589970" y="274529"/>
                  </a:lnTo>
                  <a:lnTo>
                    <a:pt x="7590096" y="274529"/>
                  </a:lnTo>
                  <a:lnTo>
                    <a:pt x="7591987" y="269250"/>
                  </a:lnTo>
                  <a:lnTo>
                    <a:pt x="7592365" y="269250"/>
                  </a:lnTo>
                  <a:lnTo>
                    <a:pt x="7594131" y="269250"/>
                  </a:lnTo>
                  <a:lnTo>
                    <a:pt x="7594257" y="269250"/>
                  </a:lnTo>
                  <a:lnTo>
                    <a:pt x="7597535" y="263971"/>
                  </a:lnTo>
                  <a:lnTo>
                    <a:pt x="7597661" y="263971"/>
                  </a:lnTo>
                  <a:lnTo>
                    <a:pt x="7602200" y="263971"/>
                  </a:lnTo>
                  <a:lnTo>
                    <a:pt x="7602452" y="263971"/>
                  </a:lnTo>
                  <a:lnTo>
                    <a:pt x="7607118" y="263971"/>
                  </a:lnTo>
                  <a:lnTo>
                    <a:pt x="7607244" y="263971"/>
                  </a:lnTo>
                  <a:lnTo>
                    <a:pt x="7609135" y="263971"/>
                  </a:lnTo>
                  <a:lnTo>
                    <a:pt x="7610900" y="258691"/>
                  </a:lnTo>
                  <a:lnTo>
                    <a:pt x="7612035" y="258691"/>
                  </a:lnTo>
                  <a:lnTo>
                    <a:pt x="7616448" y="258691"/>
                  </a:lnTo>
                  <a:lnTo>
                    <a:pt x="7616700" y="258691"/>
                  </a:lnTo>
                  <a:lnTo>
                    <a:pt x="7620105" y="258691"/>
                  </a:lnTo>
                  <a:lnTo>
                    <a:pt x="7622626" y="258691"/>
                  </a:lnTo>
                  <a:lnTo>
                    <a:pt x="7626283" y="258691"/>
                  </a:lnTo>
                  <a:lnTo>
                    <a:pt x="7626661" y="258691"/>
                  </a:lnTo>
                  <a:lnTo>
                    <a:pt x="7626787" y="258691"/>
                  </a:lnTo>
                  <a:lnTo>
                    <a:pt x="7629687" y="258691"/>
                  </a:lnTo>
                  <a:lnTo>
                    <a:pt x="7630066" y="258691"/>
                  </a:lnTo>
                  <a:lnTo>
                    <a:pt x="7630318" y="258691"/>
                  </a:lnTo>
                  <a:lnTo>
                    <a:pt x="7632966" y="258691"/>
                  </a:lnTo>
                  <a:lnTo>
                    <a:pt x="7633218" y="258691"/>
                  </a:lnTo>
                  <a:lnTo>
                    <a:pt x="7635235" y="258691"/>
                  </a:lnTo>
                  <a:lnTo>
                    <a:pt x="7635487" y="258691"/>
                  </a:lnTo>
                  <a:lnTo>
                    <a:pt x="7638513" y="258691"/>
                  </a:lnTo>
                  <a:lnTo>
                    <a:pt x="7640279" y="258691"/>
                  </a:lnTo>
                  <a:lnTo>
                    <a:pt x="7644566" y="258691"/>
                  </a:lnTo>
                  <a:lnTo>
                    <a:pt x="7647844" y="253412"/>
                  </a:lnTo>
                  <a:lnTo>
                    <a:pt x="7651374" y="248132"/>
                  </a:lnTo>
                  <a:lnTo>
                    <a:pt x="7654148" y="248132"/>
                  </a:lnTo>
                  <a:lnTo>
                    <a:pt x="7658183" y="248132"/>
                  </a:lnTo>
                  <a:lnTo>
                    <a:pt x="7660579" y="248132"/>
                  </a:lnTo>
                  <a:lnTo>
                    <a:pt x="7661083" y="248132"/>
                  </a:lnTo>
                  <a:lnTo>
                    <a:pt x="7661209" y="248132"/>
                  </a:lnTo>
                  <a:lnTo>
                    <a:pt x="7664235" y="248132"/>
                  </a:lnTo>
                  <a:lnTo>
                    <a:pt x="7666757" y="242853"/>
                  </a:lnTo>
                  <a:lnTo>
                    <a:pt x="7667009" y="242853"/>
                  </a:lnTo>
                  <a:lnTo>
                    <a:pt x="7667388" y="242853"/>
                  </a:lnTo>
                  <a:lnTo>
                    <a:pt x="7669909" y="242853"/>
                  </a:lnTo>
                  <a:lnTo>
                    <a:pt x="7671170" y="242853"/>
                  </a:lnTo>
                  <a:lnTo>
                    <a:pt x="7675709" y="242853"/>
                  </a:lnTo>
                  <a:lnTo>
                    <a:pt x="7677853" y="242853"/>
                  </a:lnTo>
                  <a:lnTo>
                    <a:pt x="7678483" y="242853"/>
                  </a:lnTo>
                  <a:lnTo>
                    <a:pt x="7678735" y="242853"/>
                  </a:lnTo>
                  <a:lnTo>
                    <a:pt x="7681257" y="242853"/>
                  </a:lnTo>
                  <a:lnTo>
                    <a:pt x="7682392" y="242853"/>
                  </a:lnTo>
                  <a:lnTo>
                    <a:pt x="7682644" y="242853"/>
                  </a:lnTo>
                  <a:lnTo>
                    <a:pt x="7685418" y="242853"/>
                  </a:lnTo>
                  <a:lnTo>
                    <a:pt x="7686301" y="242853"/>
                  </a:lnTo>
                  <a:lnTo>
                    <a:pt x="7689327" y="242853"/>
                  </a:lnTo>
                  <a:lnTo>
                    <a:pt x="7690588" y="242853"/>
                  </a:lnTo>
                  <a:lnTo>
                    <a:pt x="7692479" y="242853"/>
                  </a:lnTo>
                  <a:lnTo>
                    <a:pt x="7695253" y="242853"/>
                  </a:lnTo>
                  <a:lnTo>
                    <a:pt x="7696009" y="242853"/>
                  </a:lnTo>
                  <a:lnTo>
                    <a:pt x="7696262" y="242853"/>
                  </a:lnTo>
                  <a:lnTo>
                    <a:pt x="7701809" y="232294"/>
                  </a:lnTo>
                  <a:lnTo>
                    <a:pt x="7704331" y="232294"/>
                  </a:lnTo>
                  <a:lnTo>
                    <a:pt x="7708114" y="227015"/>
                  </a:lnTo>
                  <a:lnTo>
                    <a:pt x="7708240" y="227015"/>
                  </a:lnTo>
                  <a:lnTo>
                    <a:pt x="7711770" y="227015"/>
                  </a:lnTo>
                  <a:lnTo>
                    <a:pt x="7711896" y="227015"/>
                  </a:lnTo>
                  <a:lnTo>
                    <a:pt x="7712023" y="227015"/>
                  </a:lnTo>
                  <a:lnTo>
                    <a:pt x="7712149" y="227015"/>
                  </a:lnTo>
                  <a:lnTo>
                    <a:pt x="7717318" y="227015"/>
                  </a:lnTo>
                  <a:lnTo>
                    <a:pt x="7720849" y="227015"/>
                  </a:lnTo>
                  <a:lnTo>
                    <a:pt x="7722866" y="227015"/>
                  </a:lnTo>
                  <a:lnTo>
                    <a:pt x="7726397" y="227015"/>
                  </a:lnTo>
                  <a:lnTo>
                    <a:pt x="7726649" y="227015"/>
                  </a:lnTo>
                  <a:lnTo>
                    <a:pt x="7727405" y="227015"/>
                  </a:lnTo>
                  <a:lnTo>
                    <a:pt x="7728792" y="227015"/>
                  </a:lnTo>
                  <a:lnTo>
                    <a:pt x="7729549" y="227015"/>
                  </a:lnTo>
                  <a:lnTo>
                    <a:pt x="7730179" y="227015"/>
                  </a:lnTo>
                  <a:lnTo>
                    <a:pt x="7732953" y="227015"/>
                  </a:lnTo>
                  <a:lnTo>
                    <a:pt x="7735475" y="227015"/>
                  </a:lnTo>
                  <a:lnTo>
                    <a:pt x="7735979" y="227015"/>
                  </a:lnTo>
                  <a:lnTo>
                    <a:pt x="7738753" y="227015"/>
                  </a:lnTo>
                  <a:lnTo>
                    <a:pt x="7740518" y="227015"/>
                  </a:lnTo>
                  <a:lnTo>
                    <a:pt x="7741527" y="227015"/>
                  </a:lnTo>
                  <a:lnTo>
                    <a:pt x="7742157" y="227015"/>
                  </a:lnTo>
                  <a:lnTo>
                    <a:pt x="7742662" y="227015"/>
                  </a:lnTo>
                  <a:lnTo>
                    <a:pt x="7742788" y="227015"/>
                  </a:lnTo>
                  <a:lnTo>
                    <a:pt x="7746823" y="221735"/>
                  </a:lnTo>
                  <a:lnTo>
                    <a:pt x="7751362" y="221735"/>
                  </a:lnTo>
                  <a:lnTo>
                    <a:pt x="7752371" y="221735"/>
                  </a:lnTo>
                  <a:lnTo>
                    <a:pt x="7754892" y="221735"/>
                  </a:lnTo>
                  <a:lnTo>
                    <a:pt x="7756910" y="221735"/>
                  </a:lnTo>
                  <a:lnTo>
                    <a:pt x="7760692" y="221735"/>
                  </a:lnTo>
                  <a:lnTo>
                    <a:pt x="7761575" y="221735"/>
                  </a:lnTo>
                  <a:lnTo>
                    <a:pt x="7761701" y="221735"/>
                  </a:lnTo>
                  <a:lnTo>
                    <a:pt x="7765736" y="221735"/>
                  </a:lnTo>
                  <a:lnTo>
                    <a:pt x="7765862" y="221735"/>
                  </a:lnTo>
                  <a:lnTo>
                    <a:pt x="7766114" y="221735"/>
                  </a:lnTo>
                  <a:lnTo>
                    <a:pt x="7768888" y="221735"/>
                  </a:lnTo>
                  <a:lnTo>
                    <a:pt x="7775319" y="221735"/>
                  </a:lnTo>
                  <a:lnTo>
                    <a:pt x="7776579" y="221735"/>
                  </a:lnTo>
                  <a:lnTo>
                    <a:pt x="7776705" y="221735"/>
                  </a:lnTo>
                  <a:lnTo>
                    <a:pt x="7779605" y="221735"/>
                  </a:lnTo>
                  <a:lnTo>
                    <a:pt x="7781245" y="221735"/>
                  </a:lnTo>
                  <a:lnTo>
                    <a:pt x="7784019" y="221735"/>
                  </a:lnTo>
                  <a:lnTo>
                    <a:pt x="7785279" y="221735"/>
                  </a:lnTo>
                  <a:lnTo>
                    <a:pt x="7788179" y="221735"/>
                  </a:lnTo>
                  <a:lnTo>
                    <a:pt x="7790953" y="216456"/>
                  </a:lnTo>
                  <a:lnTo>
                    <a:pt x="7791079" y="216456"/>
                  </a:lnTo>
                  <a:lnTo>
                    <a:pt x="7791710" y="216456"/>
                  </a:lnTo>
                  <a:lnTo>
                    <a:pt x="7791836" y="216456"/>
                  </a:lnTo>
                  <a:lnTo>
                    <a:pt x="7795366" y="216456"/>
                  </a:lnTo>
                  <a:lnTo>
                    <a:pt x="7795745" y="216456"/>
                  </a:lnTo>
                  <a:lnTo>
                    <a:pt x="7795997" y="216456"/>
                  </a:lnTo>
                  <a:lnTo>
                    <a:pt x="7796501" y="216456"/>
                  </a:lnTo>
                  <a:lnTo>
                    <a:pt x="7800032" y="211176"/>
                  </a:lnTo>
                  <a:lnTo>
                    <a:pt x="7804445" y="205897"/>
                  </a:lnTo>
                  <a:lnTo>
                    <a:pt x="7804697" y="200618"/>
                  </a:lnTo>
                  <a:lnTo>
                    <a:pt x="7808732" y="200618"/>
                  </a:lnTo>
                  <a:lnTo>
                    <a:pt x="7808984" y="200618"/>
                  </a:lnTo>
                  <a:lnTo>
                    <a:pt x="7809362" y="195338"/>
                  </a:lnTo>
                  <a:lnTo>
                    <a:pt x="7809614" y="195338"/>
                  </a:lnTo>
                  <a:lnTo>
                    <a:pt x="7812893" y="190059"/>
                  </a:lnTo>
                  <a:lnTo>
                    <a:pt x="7814658" y="190059"/>
                  </a:lnTo>
                  <a:lnTo>
                    <a:pt x="7816801" y="190059"/>
                  </a:lnTo>
                  <a:lnTo>
                    <a:pt x="7819954" y="190059"/>
                  </a:lnTo>
                  <a:lnTo>
                    <a:pt x="7820710" y="190059"/>
                  </a:lnTo>
                  <a:lnTo>
                    <a:pt x="7824493" y="190059"/>
                  </a:lnTo>
                  <a:lnTo>
                    <a:pt x="7827519" y="190059"/>
                  </a:lnTo>
                  <a:lnTo>
                    <a:pt x="7828149" y="190059"/>
                  </a:lnTo>
                  <a:lnTo>
                    <a:pt x="7829662" y="190059"/>
                  </a:lnTo>
                  <a:lnTo>
                    <a:pt x="7831806" y="190059"/>
                  </a:lnTo>
                  <a:lnTo>
                    <a:pt x="7836219" y="190059"/>
                  </a:lnTo>
                  <a:lnTo>
                    <a:pt x="7836345" y="190059"/>
                  </a:lnTo>
                  <a:lnTo>
                    <a:pt x="7836723" y="190059"/>
                  </a:lnTo>
                  <a:lnTo>
                    <a:pt x="7837984" y="190059"/>
                  </a:lnTo>
                  <a:lnTo>
                    <a:pt x="7839749" y="190059"/>
                  </a:lnTo>
                  <a:lnTo>
                    <a:pt x="7841136" y="190059"/>
                  </a:lnTo>
                  <a:lnTo>
                    <a:pt x="7843406" y="190059"/>
                  </a:lnTo>
                  <a:lnTo>
                    <a:pt x="7846054" y="190059"/>
                  </a:lnTo>
                  <a:lnTo>
                    <a:pt x="7846306" y="190059"/>
                  </a:lnTo>
                  <a:lnTo>
                    <a:pt x="7848954" y="190059"/>
                  </a:lnTo>
                  <a:lnTo>
                    <a:pt x="7851980" y="190059"/>
                  </a:lnTo>
                  <a:lnTo>
                    <a:pt x="7852358" y="190059"/>
                  </a:lnTo>
                  <a:lnTo>
                    <a:pt x="7853997" y="190059"/>
                  </a:lnTo>
                  <a:lnTo>
                    <a:pt x="7854502" y="190059"/>
                  </a:lnTo>
                  <a:lnTo>
                    <a:pt x="7857528" y="190059"/>
                  </a:lnTo>
                  <a:lnTo>
                    <a:pt x="7857654" y="190059"/>
                  </a:lnTo>
                  <a:lnTo>
                    <a:pt x="7860049" y="190059"/>
                  </a:lnTo>
                  <a:lnTo>
                    <a:pt x="7860680" y="190059"/>
                  </a:lnTo>
                  <a:lnTo>
                    <a:pt x="7861815" y="190059"/>
                  </a:lnTo>
                  <a:lnTo>
                    <a:pt x="7865219" y="190059"/>
                  </a:lnTo>
                  <a:lnTo>
                    <a:pt x="7867110" y="190059"/>
                  </a:lnTo>
                  <a:lnTo>
                    <a:pt x="7870389" y="190059"/>
                  </a:lnTo>
                  <a:lnTo>
                    <a:pt x="7873289" y="179500"/>
                  </a:lnTo>
                  <a:lnTo>
                    <a:pt x="7873667" y="179500"/>
                  </a:lnTo>
                  <a:lnTo>
                    <a:pt x="7873793" y="179500"/>
                  </a:lnTo>
                  <a:lnTo>
                    <a:pt x="7878963" y="174220"/>
                  </a:lnTo>
                  <a:lnTo>
                    <a:pt x="7880602" y="174220"/>
                  </a:lnTo>
                  <a:lnTo>
                    <a:pt x="7880980" y="174220"/>
                  </a:lnTo>
                  <a:lnTo>
                    <a:pt x="7881610" y="174220"/>
                  </a:lnTo>
                  <a:lnTo>
                    <a:pt x="7884006" y="174220"/>
                  </a:lnTo>
                  <a:lnTo>
                    <a:pt x="7884132" y="174220"/>
                  </a:lnTo>
                  <a:lnTo>
                    <a:pt x="7885771" y="174220"/>
                  </a:lnTo>
                  <a:lnTo>
                    <a:pt x="7887663" y="174220"/>
                  </a:lnTo>
                  <a:lnTo>
                    <a:pt x="7889680" y="174220"/>
                  </a:lnTo>
                  <a:lnTo>
                    <a:pt x="7894976" y="168941"/>
                  </a:lnTo>
                  <a:lnTo>
                    <a:pt x="7895228" y="168941"/>
                  </a:lnTo>
                  <a:lnTo>
                    <a:pt x="7896363" y="168941"/>
                  </a:lnTo>
                  <a:lnTo>
                    <a:pt x="7899010" y="168941"/>
                  </a:lnTo>
                  <a:lnTo>
                    <a:pt x="7899137" y="168941"/>
                  </a:lnTo>
                  <a:lnTo>
                    <a:pt x="7899641" y="168941"/>
                  </a:lnTo>
                  <a:lnTo>
                    <a:pt x="7899767" y="168941"/>
                  </a:lnTo>
                  <a:lnTo>
                    <a:pt x="7902919" y="168941"/>
                  </a:lnTo>
                  <a:lnTo>
                    <a:pt x="7904684" y="168941"/>
                  </a:lnTo>
                  <a:lnTo>
                    <a:pt x="7905567" y="168941"/>
                  </a:lnTo>
                  <a:lnTo>
                    <a:pt x="7906197" y="163662"/>
                  </a:lnTo>
                  <a:lnTo>
                    <a:pt x="7906324" y="163662"/>
                  </a:lnTo>
                  <a:lnTo>
                    <a:pt x="7908719" y="163662"/>
                  </a:lnTo>
                  <a:lnTo>
                    <a:pt x="7908971" y="163662"/>
                  </a:lnTo>
                  <a:lnTo>
                    <a:pt x="7909097" y="163662"/>
                  </a:lnTo>
                  <a:lnTo>
                    <a:pt x="7909602" y="163662"/>
                  </a:lnTo>
                  <a:lnTo>
                    <a:pt x="7913511" y="158382"/>
                  </a:lnTo>
                  <a:lnTo>
                    <a:pt x="7918302" y="147823"/>
                  </a:lnTo>
                  <a:lnTo>
                    <a:pt x="7919563" y="147823"/>
                  </a:lnTo>
                  <a:lnTo>
                    <a:pt x="7924228" y="142544"/>
                  </a:lnTo>
                  <a:lnTo>
                    <a:pt x="7924732" y="142544"/>
                  </a:lnTo>
                  <a:lnTo>
                    <a:pt x="7925111" y="142544"/>
                  </a:lnTo>
                  <a:lnTo>
                    <a:pt x="7927885" y="142544"/>
                  </a:lnTo>
                  <a:lnTo>
                    <a:pt x="7928011" y="142544"/>
                  </a:lnTo>
                  <a:lnTo>
                    <a:pt x="7930406" y="142544"/>
                  </a:lnTo>
                  <a:lnTo>
                    <a:pt x="7930658" y="142544"/>
                  </a:lnTo>
                  <a:lnTo>
                    <a:pt x="7931541" y="142544"/>
                  </a:lnTo>
                  <a:lnTo>
                    <a:pt x="7933685" y="142544"/>
                  </a:lnTo>
                  <a:lnTo>
                    <a:pt x="7933811" y="142544"/>
                  </a:lnTo>
                  <a:lnTo>
                    <a:pt x="7935450" y="142544"/>
                  </a:lnTo>
                  <a:lnTo>
                    <a:pt x="7936963" y="142544"/>
                  </a:lnTo>
                  <a:lnTo>
                    <a:pt x="7938350" y="142544"/>
                  </a:lnTo>
                  <a:lnTo>
                    <a:pt x="7941628" y="142544"/>
                  </a:lnTo>
                  <a:lnTo>
                    <a:pt x="7942385" y="142544"/>
                  </a:lnTo>
                  <a:lnTo>
                    <a:pt x="7943141" y="142544"/>
                  </a:lnTo>
                  <a:lnTo>
                    <a:pt x="7944654" y="142544"/>
                  </a:lnTo>
                  <a:lnTo>
                    <a:pt x="7947050" y="142544"/>
                  </a:lnTo>
                  <a:lnTo>
                    <a:pt x="7947428" y="142544"/>
                  </a:lnTo>
                  <a:lnTo>
                    <a:pt x="7948437" y="142544"/>
                  </a:lnTo>
                  <a:lnTo>
                    <a:pt x="7948563" y="142544"/>
                  </a:lnTo>
                  <a:lnTo>
                    <a:pt x="7951337" y="142544"/>
                  </a:lnTo>
                  <a:lnTo>
                    <a:pt x="7951589" y="142544"/>
                  </a:lnTo>
                  <a:lnTo>
                    <a:pt x="7953732" y="142544"/>
                  </a:lnTo>
                  <a:lnTo>
                    <a:pt x="7954237" y="142544"/>
                  </a:lnTo>
                  <a:lnTo>
                    <a:pt x="7954615" y="142544"/>
                  </a:lnTo>
                  <a:lnTo>
                    <a:pt x="7956002" y="142544"/>
                  </a:lnTo>
                  <a:lnTo>
                    <a:pt x="7958272" y="142544"/>
                  </a:lnTo>
                  <a:lnTo>
                    <a:pt x="7962937" y="142544"/>
                  </a:lnTo>
                  <a:lnTo>
                    <a:pt x="7966720" y="142544"/>
                  </a:lnTo>
                  <a:lnTo>
                    <a:pt x="7966846" y="142544"/>
                  </a:lnTo>
                  <a:lnTo>
                    <a:pt x="7966972" y="142544"/>
                  </a:lnTo>
                  <a:lnTo>
                    <a:pt x="7970502" y="142544"/>
                  </a:lnTo>
                  <a:lnTo>
                    <a:pt x="7972267" y="142544"/>
                  </a:lnTo>
                  <a:lnTo>
                    <a:pt x="7976302" y="142544"/>
                  </a:lnTo>
                  <a:lnTo>
                    <a:pt x="7977437" y="142544"/>
                  </a:lnTo>
                  <a:lnTo>
                    <a:pt x="7980463" y="142544"/>
                  </a:lnTo>
                  <a:lnTo>
                    <a:pt x="7982228" y="142544"/>
                  </a:lnTo>
                  <a:lnTo>
                    <a:pt x="7984876" y="137264"/>
                  </a:lnTo>
                  <a:lnTo>
                    <a:pt x="7986641" y="137264"/>
                  </a:lnTo>
                  <a:lnTo>
                    <a:pt x="7987650" y="137264"/>
                  </a:lnTo>
                  <a:lnTo>
                    <a:pt x="7991307" y="131985"/>
                  </a:lnTo>
                  <a:lnTo>
                    <a:pt x="7991559" y="126706"/>
                  </a:lnTo>
                  <a:lnTo>
                    <a:pt x="7993954" y="126706"/>
                  </a:lnTo>
                  <a:lnTo>
                    <a:pt x="7994207" y="126706"/>
                  </a:lnTo>
                  <a:lnTo>
                    <a:pt x="7995846" y="126706"/>
                  </a:lnTo>
                  <a:lnTo>
                    <a:pt x="7996981" y="126706"/>
                  </a:lnTo>
                  <a:lnTo>
                    <a:pt x="7998746" y="126706"/>
                  </a:lnTo>
                  <a:lnTo>
                    <a:pt x="7998872" y="126706"/>
                  </a:lnTo>
                  <a:lnTo>
                    <a:pt x="7999124" y="126706"/>
                  </a:lnTo>
                  <a:lnTo>
                    <a:pt x="8004672" y="126706"/>
                  </a:lnTo>
                  <a:lnTo>
                    <a:pt x="8009085" y="126706"/>
                  </a:lnTo>
                  <a:lnTo>
                    <a:pt x="8009968" y="126706"/>
                  </a:lnTo>
                  <a:lnTo>
                    <a:pt x="8011607" y="126706"/>
                  </a:lnTo>
                  <a:lnTo>
                    <a:pt x="8011733" y="126706"/>
                  </a:lnTo>
                  <a:lnTo>
                    <a:pt x="8015768" y="126706"/>
                  </a:lnTo>
                  <a:lnTo>
                    <a:pt x="8015894" y="126706"/>
                  </a:lnTo>
                  <a:lnTo>
                    <a:pt x="8016146" y="126706"/>
                  </a:lnTo>
                  <a:lnTo>
                    <a:pt x="8016398" y="126706"/>
                  </a:lnTo>
                  <a:lnTo>
                    <a:pt x="8019172" y="126706"/>
                  </a:lnTo>
                  <a:lnTo>
                    <a:pt x="8019802" y="126706"/>
                  </a:lnTo>
                  <a:lnTo>
                    <a:pt x="8020685" y="126706"/>
                  </a:lnTo>
                  <a:lnTo>
                    <a:pt x="8021946" y="126706"/>
                  </a:lnTo>
                  <a:lnTo>
                    <a:pt x="8025729" y="126706"/>
                  </a:lnTo>
                  <a:lnTo>
                    <a:pt x="8028502" y="126706"/>
                  </a:lnTo>
                  <a:lnTo>
                    <a:pt x="8030394" y="121426"/>
                  </a:lnTo>
                  <a:lnTo>
                    <a:pt x="8032663" y="121426"/>
                  </a:lnTo>
                  <a:lnTo>
                    <a:pt x="8032789" y="121426"/>
                  </a:lnTo>
                  <a:lnTo>
                    <a:pt x="8032916" y="121426"/>
                  </a:lnTo>
                  <a:lnTo>
                    <a:pt x="8033798" y="121426"/>
                  </a:lnTo>
                  <a:lnTo>
                    <a:pt x="8034429" y="121426"/>
                  </a:lnTo>
                  <a:lnTo>
                    <a:pt x="8039976" y="121426"/>
                  </a:lnTo>
                  <a:lnTo>
                    <a:pt x="8041363" y="121426"/>
                  </a:lnTo>
                  <a:lnTo>
                    <a:pt x="8041489" y="121426"/>
                  </a:lnTo>
                  <a:lnTo>
                    <a:pt x="8043381" y="121426"/>
                  </a:lnTo>
                  <a:lnTo>
                    <a:pt x="8043507" y="121426"/>
                  </a:lnTo>
                  <a:lnTo>
                    <a:pt x="8043633" y="121426"/>
                  </a:lnTo>
                  <a:lnTo>
                    <a:pt x="8045146" y="121426"/>
                  </a:lnTo>
                  <a:lnTo>
                    <a:pt x="8050063" y="116147"/>
                  </a:lnTo>
                  <a:lnTo>
                    <a:pt x="8054098" y="116147"/>
                  </a:lnTo>
                  <a:lnTo>
                    <a:pt x="8054350" y="116147"/>
                  </a:lnTo>
                  <a:lnTo>
                    <a:pt x="8058133" y="116147"/>
                  </a:lnTo>
                  <a:lnTo>
                    <a:pt x="8058511" y="116147"/>
                  </a:lnTo>
                  <a:lnTo>
                    <a:pt x="8062546" y="116147"/>
                  </a:lnTo>
                  <a:lnTo>
                    <a:pt x="8063555" y="116147"/>
                  </a:lnTo>
                  <a:lnTo>
                    <a:pt x="8064185" y="116147"/>
                  </a:lnTo>
                  <a:lnTo>
                    <a:pt x="8064437" y="116147"/>
                  </a:lnTo>
                  <a:lnTo>
                    <a:pt x="8064563" y="116147"/>
                  </a:lnTo>
                  <a:lnTo>
                    <a:pt x="8066833" y="116147"/>
                  </a:lnTo>
                  <a:lnTo>
                    <a:pt x="8066959" y="116147"/>
                  </a:lnTo>
                  <a:lnTo>
                    <a:pt x="8068850" y="116147"/>
                  </a:lnTo>
                  <a:lnTo>
                    <a:pt x="8070742" y="116147"/>
                  </a:lnTo>
                  <a:lnTo>
                    <a:pt x="8073137" y="110867"/>
                  </a:lnTo>
                  <a:lnTo>
                    <a:pt x="8075659" y="110867"/>
                  </a:lnTo>
                  <a:lnTo>
                    <a:pt x="8076794" y="110867"/>
                  </a:lnTo>
                  <a:lnTo>
                    <a:pt x="8077298" y="110867"/>
                  </a:lnTo>
                  <a:lnTo>
                    <a:pt x="8080955" y="110867"/>
                  </a:lnTo>
                  <a:lnTo>
                    <a:pt x="8082216" y="110867"/>
                  </a:lnTo>
                  <a:lnTo>
                    <a:pt x="8084485" y="110867"/>
                  </a:lnTo>
                  <a:lnTo>
                    <a:pt x="8085242" y="105588"/>
                  </a:lnTo>
                  <a:lnTo>
                    <a:pt x="8085620" y="105588"/>
                  </a:lnTo>
                  <a:lnTo>
                    <a:pt x="8085746" y="105588"/>
                  </a:lnTo>
                  <a:lnTo>
                    <a:pt x="8085998" y="105588"/>
                  </a:lnTo>
                  <a:lnTo>
                    <a:pt x="8087133" y="105588"/>
                  </a:lnTo>
                  <a:lnTo>
                    <a:pt x="8092807" y="105588"/>
                  </a:lnTo>
                  <a:lnTo>
                    <a:pt x="8092933" y="105588"/>
                  </a:lnTo>
                  <a:lnTo>
                    <a:pt x="8096211" y="105588"/>
                  </a:lnTo>
                  <a:lnTo>
                    <a:pt x="8096716" y="105588"/>
                  </a:lnTo>
                  <a:lnTo>
                    <a:pt x="8097598" y="105588"/>
                  </a:lnTo>
                  <a:lnTo>
                    <a:pt x="8101381" y="105588"/>
                  </a:lnTo>
                  <a:lnTo>
                    <a:pt x="8101507" y="105588"/>
                  </a:lnTo>
                  <a:lnTo>
                    <a:pt x="8101759" y="105588"/>
                  </a:lnTo>
                  <a:lnTo>
                    <a:pt x="8104533" y="105588"/>
                  </a:lnTo>
                  <a:lnTo>
                    <a:pt x="8105290" y="105588"/>
                  </a:lnTo>
                  <a:lnTo>
                    <a:pt x="8105416" y="105588"/>
                  </a:lnTo>
                  <a:lnTo>
                    <a:pt x="8105794" y="105588"/>
                  </a:lnTo>
                  <a:lnTo>
                    <a:pt x="8107685" y="105588"/>
                  </a:lnTo>
                  <a:lnTo>
                    <a:pt x="8109829" y="105588"/>
                  </a:lnTo>
                  <a:lnTo>
                    <a:pt x="8112603" y="105588"/>
                  </a:lnTo>
                  <a:lnTo>
                    <a:pt x="8113738" y="105588"/>
                  </a:lnTo>
                  <a:lnTo>
                    <a:pt x="8116259" y="105588"/>
                  </a:lnTo>
                  <a:lnTo>
                    <a:pt x="8117646" y="105588"/>
                  </a:lnTo>
                  <a:lnTo>
                    <a:pt x="8119664" y="105588"/>
                  </a:lnTo>
                  <a:lnTo>
                    <a:pt x="8121051" y="105588"/>
                  </a:lnTo>
                  <a:lnTo>
                    <a:pt x="8121807" y="105588"/>
                  </a:lnTo>
                  <a:lnTo>
                    <a:pt x="8124077" y="105588"/>
                  </a:lnTo>
                  <a:lnTo>
                    <a:pt x="8124203" y="105588"/>
                  </a:lnTo>
                  <a:lnTo>
                    <a:pt x="8124581" y="105588"/>
                  </a:lnTo>
                  <a:lnTo>
                    <a:pt x="8125968" y="105588"/>
                  </a:lnTo>
                  <a:lnTo>
                    <a:pt x="8125968" y="100309"/>
                  </a:lnTo>
                  <a:lnTo>
                    <a:pt x="8127859" y="100309"/>
                  </a:lnTo>
                  <a:lnTo>
                    <a:pt x="8128616" y="95029"/>
                  </a:lnTo>
                  <a:lnTo>
                    <a:pt x="8132146" y="95029"/>
                  </a:lnTo>
                  <a:lnTo>
                    <a:pt x="8132525" y="95029"/>
                  </a:lnTo>
                  <a:lnTo>
                    <a:pt x="8135803" y="95029"/>
                  </a:lnTo>
                  <a:lnTo>
                    <a:pt x="8136181" y="95029"/>
                  </a:lnTo>
                  <a:lnTo>
                    <a:pt x="8139460" y="95029"/>
                  </a:lnTo>
                  <a:lnTo>
                    <a:pt x="8139586" y="95029"/>
                  </a:lnTo>
                  <a:lnTo>
                    <a:pt x="8139838" y="95029"/>
                  </a:lnTo>
                  <a:lnTo>
                    <a:pt x="8140720" y="95029"/>
                  </a:lnTo>
                  <a:lnTo>
                    <a:pt x="8142990" y="95029"/>
                  </a:lnTo>
                  <a:lnTo>
                    <a:pt x="8143242" y="95029"/>
                  </a:lnTo>
                  <a:lnTo>
                    <a:pt x="8145512" y="95029"/>
                  </a:lnTo>
                  <a:lnTo>
                    <a:pt x="8146520" y="95029"/>
                  </a:lnTo>
                  <a:lnTo>
                    <a:pt x="8149420" y="95029"/>
                  </a:lnTo>
                  <a:lnTo>
                    <a:pt x="8151816" y="95029"/>
                  </a:lnTo>
                  <a:lnTo>
                    <a:pt x="8153834" y="95029"/>
                  </a:lnTo>
                  <a:lnTo>
                    <a:pt x="8153960" y="95029"/>
                  </a:lnTo>
                  <a:lnTo>
                    <a:pt x="8154086" y="95029"/>
                  </a:lnTo>
                  <a:lnTo>
                    <a:pt x="8154842" y="95029"/>
                  </a:lnTo>
                  <a:lnTo>
                    <a:pt x="8155220" y="95029"/>
                  </a:lnTo>
                  <a:lnTo>
                    <a:pt x="8156734" y="95029"/>
                  </a:lnTo>
                  <a:lnTo>
                    <a:pt x="8158499" y="95029"/>
                  </a:lnTo>
                  <a:lnTo>
                    <a:pt x="8159507" y="95029"/>
                  </a:lnTo>
                  <a:lnTo>
                    <a:pt x="8163542" y="89750"/>
                  </a:lnTo>
                  <a:lnTo>
                    <a:pt x="8164425" y="89750"/>
                  </a:lnTo>
                  <a:lnTo>
                    <a:pt x="8167577" y="89750"/>
                  </a:lnTo>
                  <a:lnTo>
                    <a:pt x="8168586" y="89750"/>
                  </a:lnTo>
                  <a:lnTo>
                    <a:pt x="8169342" y="89750"/>
                  </a:lnTo>
                  <a:lnTo>
                    <a:pt x="8172621" y="89750"/>
                  </a:lnTo>
                  <a:lnTo>
                    <a:pt x="8172999" y="89750"/>
                  </a:lnTo>
                  <a:lnTo>
                    <a:pt x="8175016" y="89750"/>
                  </a:lnTo>
                  <a:lnTo>
                    <a:pt x="8175395" y="89750"/>
                  </a:lnTo>
                  <a:lnTo>
                    <a:pt x="8176655" y="84470"/>
                  </a:lnTo>
                  <a:lnTo>
                    <a:pt x="8178168" y="84470"/>
                  </a:lnTo>
                  <a:lnTo>
                    <a:pt x="8179429" y="84470"/>
                  </a:lnTo>
                  <a:lnTo>
                    <a:pt x="8181068" y="79191"/>
                  </a:lnTo>
                  <a:lnTo>
                    <a:pt x="8181195" y="79191"/>
                  </a:lnTo>
                  <a:lnTo>
                    <a:pt x="8182077" y="79191"/>
                  </a:lnTo>
                  <a:lnTo>
                    <a:pt x="8183464" y="79191"/>
                  </a:lnTo>
                  <a:lnTo>
                    <a:pt x="8184473" y="79191"/>
                  </a:lnTo>
                  <a:lnTo>
                    <a:pt x="8185608" y="79191"/>
                  </a:lnTo>
                  <a:lnTo>
                    <a:pt x="8185734" y="79191"/>
                  </a:lnTo>
                  <a:lnTo>
                    <a:pt x="8188255" y="79191"/>
                  </a:lnTo>
                  <a:lnTo>
                    <a:pt x="8189138" y="79191"/>
                  </a:lnTo>
                  <a:lnTo>
                    <a:pt x="8189264" y="73911"/>
                  </a:lnTo>
                  <a:lnTo>
                    <a:pt x="8189390" y="73911"/>
                  </a:lnTo>
                  <a:lnTo>
                    <a:pt x="8190021" y="73911"/>
                  </a:lnTo>
                  <a:lnTo>
                    <a:pt x="8190651" y="73911"/>
                  </a:lnTo>
                  <a:lnTo>
                    <a:pt x="8192921" y="73911"/>
                  </a:lnTo>
                  <a:lnTo>
                    <a:pt x="8196577" y="73911"/>
                  </a:lnTo>
                  <a:lnTo>
                    <a:pt x="8200108" y="73911"/>
                  </a:lnTo>
                  <a:lnTo>
                    <a:pt x="8200486" y="68632"/>
                  </a:lnTo>
                  <a:lnTo>
                    <a:pt x="8202503" y="68632"/>
                  </a:lnTo>
                  <a:lnTo>
                    <a:pt x="8203134" y="68632"/>
                  </a:lnTo>
                  <a:lnTo>
                    <a:pt x="8203260" y="68632"/>
                  </a:lnTo>
                  <a:lnTo>
                    <a:pt x="8204395" y="68632"/>
                  </a:lnTo>
                  <a:lnTo>
                    <a:pt x="8204899" y="68632"/>
                  </a:lnTo>
                  <a:lnTo>
                    <a:pt x="8205025" y="68632"/>
                  </a:lnTo>
                  <a:lnTo>
                    <a:pt x="8206412" y="68632"/>
                  </a:lnTo>
                  <a:lnTo>
                    <a:pt x="8208303" y="68632"/>
                  </a:lnTo>
                  <a:lnTo>
                    <a:pt x="8210069" y="68632"/>
                  </a:lnTo>
                  <a:lnTo>
                    <a:pt x="8210447" y="68632"/>
                  </a:lnTo>
                  <a:lnTo>
                    <a:pt x="8212464" y="68632"/>
                  </a:lnTo>
                  <a:lnTo>
                    <a:pt x="8212969" y="68632"/>
                  </a:lnTo>
                  <a:lnTo>
                    <a:pt x="8214356" y="68632"/>
                  </a:lnTo>
                  <a:lnTo>
                    <a:pt x="8215616" y="68632"/>
                  </a:lnTo>
                  <a:lnTo>
                    <a:pt x="8215743" y="68632"/>
                  </a:lnTo>
                  <a:lnTo>
                    <a:pt x="8215869" y="68632"/>
                  </a:lnTo>
                  <a:lnTo>
                    <a:pt x="8217256" y="68632"/>
                  </a:lnTo>
                  <a:lnTo>
                    <a:pt x="8218138" y="68632"/>
                  </a:lnTo>
                  <a:lnTo>
                    <a:pt x="8218895" y="68632"/>
                  </a:lnTo>
                  <a:lnTo>
                    <a:pt x="8219399" y="68632"/>
                  </a:lnTo>
                  <a:lnTo>
                    <a:pt x="8222677" y="68632"/>
                  </a:lnTo>
                  <a:lnTo>
                    <a:pt x="8223056" y="68632"/>
                  </a:lnTo>
                  <a:lnTo>
                    <a:pt x="8226460" y="68632"/>
                  </a:lnTo>
                  <a:lnTo>
                    <a:pt x="8226712" y="68632"/>
                  </a:lnTo>
                  <a:lnTo>
                    <a:pt x="8230495" y="68632"/>
                  </a:lnTo>
                  <a:lnTo>
                    <a:pt x="8230621" y="68632"/>
                  </a:lnTo>
                  <a:lnTo>
                    <a:pt x="8230873" y="68632"/>
                  </a:lnTo>
                  <a:lnTo>
                    <a:pt x="8233143" y="68632"/>
                  </a:lnTo>
                  <a:lnTo>
                    <a:pt x="8233269" y="68632"/>
                  </a:lnTo>
                  <a:lnTo>
                    <a:pt x="8233395" y="68632"/>
                  </a:lnTo>
                  <a:lnTo>
                    <a:pt x="8234782" y="68632"/>
                  </a:lnTo>
                  <a:lnTo>
                    <a:pt x="8236169" y="68632"/>
                  </a:lnTo>
                  <a:lnTo>
                    <a:pt x="8237934" y="68632"/>
                  </a:lnTo>
                  <a:lnTo>
                    <a:pt x="8239447" y="68632"/>
                  </a:lnTo>
                  <a:lnTo>
                    <a:pt x="8241843" y="63353"/>
                  </a:lnTo>
                  <a:lnTo>
                    <a:pt x="8244112" y="63353"/>
                  </a:lnTo>
                  <a:lnTo>
                    <a:pt x="8245121" y="58073"/>
                  </a:lnTo>
                  <a:lnTo>
                    <a:pt x="8245877" y="58073"/>
                  </a:lnTo>
                  <a:lnTo>
                    <a:pt x="8246256" y="58073"/>
                  </a:lnTo>
                  <a:lnTo>
                    <a:pt x="8247895" y="58073"/>
                  </a:lnTo>
                  <a:lnTo>
                    <a:pt x="8249282" y="58073"/>
                  </a:lnTo>
                  <a:lnTo>
                    <a:pt x="8249786" y="58073"/>
                  </a:lnTo>
                  <a:lnTo>
                    <a:pt x="8250038" y="58073"/>
                  </a:lnTo>
                  <a:lnTo>
                    <a:pt x="8250669" y="58073"/>
                  </a:lnTo>
                  <a:lnTo>
                    <a:pt x="8252434" y="58073"/>
                  </a:lnTo>
                  <a:lnTo>
                    <a:pt x="8255838" y="58073"/>
                  </a:lnTo>
                  <a:lnTo>
                    <a:pt x="8256091" y="58073"/>
                  </a:lnTo>
                  <a:lnTo>
                    <a:pt x="8258486" y="58073"/>
                  </a:lnTo>
                  <a:lnTo>
                    <a:pt x="8259243" y="58073"/>
                  </a:lnTo>
                  <a:lnTo>
                    <a:pt x="8261134" y="58073"/>
                  </a:lnTo>
                  <a:lnTo>
                    <a:pt x="8261260" y="58073"/>
                  </a:lnTo>
                  <a:lnTo>
                    <a:pt x="8261891" y="58073"/>
                  </a:lnTo>
                  <a:lnTo>
                    <a:pt x="8262017" y="58073"/>
                  </a:lnTo>
                  <a:lnTo>
                    <a:pt x="8263404" y="58073"/>
                  </a:lnTo>
                  <a:lnTo>
                    <a:pt x="8263782" y="52794"/>
                  </a:lnTo>
                  <a:lnTo>
                    <a:pt x="8266178" y="52794"/>
                  </a:lnTo>
                  <a:lnTo>
                    <a:pt x="8268573" y="52794"/>
                  </a:lnTo>
                  <a:lnTo>
                    <a:pt x="8269582" y="52794"/>
                  </a:lnTo>
                  <a:lnTo>
                    <a:pt x="8270843" y="52794"/>
                  </a:lnTo>
                  <a:lnTo>
                    <a:pt x="8272104" y="52794"/>
                  </a:lnTo>
                  <a:lnTo>
                    <a:pt x="8272986" y="52794"/>
                  </a:lnTo>
                  <a:lnTo>
                    <a:pt x="8275256" y="52794"/>
                  </a:lnTo>
                  <a:lnTo>
                    <a:pt x="8275634" y="52794"/>
                  </a:lnTo>
                  <a:lnTo>
                    <a:pt x="8276643" y="52794"/>
                  </a:lnTo>
                  <a:lnTo>
                    <a:pt x="8278030" y="52794"/>
                  </a:lnTo>
                  <a:lnTo>
                    <a:pt x="8278912" y="52794"/>
                  </a:lnTo>
                  <a:lnTo>
                    <a:pt x="8279039" y="52794"/>
                  </a:lnTo>
                  <a:lnTo>
                    <a:pt x="8283073" y="52794"/>
                  </a:lnTo>
                  <a:lnTo>
                    <a:pt x="8284586" y="52794"/>
                  </a:lnTo>
                  <a:lnTo>
                    <a:pt x="8288243" y="52794"/>
                  </a:lnTo>
                  <a:lnTo>
                    <a:pt x="8290639" y="52794"/>
                  </a:lnTo>
                  <a:lnTo>
                    <a:pt x="8290765" y="52794"/>
                  </a:lnTo>
                  <a:lnTo>
                    <a:pt x="8291017" y="52794"/>
                  </a:lnTo>
                  <a:lnTo>
                    <a:pt x="8293665" y="52794"/>
                  </a:lnTo>
                  <a:lnTo>
                    <a:pt x="8295178" y="52794"/>
                  </a:lnTo>
                  <a:lnTo>
                    <a:pt x="8296313" y="52794"/>
                  </a:lnTo>
                  <a:lnTo>
                    <a:pt x="8296943" y="52794"/>
                  </a:lnTo>
                  <a:lnTo>
                    <a:pt x="8299086" y="52794"/>
                  </a:lnTo>
                  <a:lnTo>
                    <a:pt x="8299717" y="52794"/>
                  </a:lnTo>
                  <a:lnTo>
                    <a:pt x="8300221" y="52794"/>
                  </a:lnTo>
                  <a:lnTo>
                    <a:pt x="8301104" y="52794"/>
                  </a:lnTo>
                  <a:lnTo>
                    <a:pt x="8302743" y="47514"/>
                  </a:lnTo>
                  <a:lnTo>
                    <a:pt x="8303752" y="47514"/>
                  </a:lnTo>
                  <a:lnTo>
                    <a:pt x="8305265" y="47514"/>
                  </a:lnTo>
                  <a:lnTo>
                    <a:pt x="8305391" y="47514"/>
                  </a:lnTo>
                  <a:lnTo>
                    <a:pt x="8305769" y="47514"/>
                  </a:lnTo>
                  <a:lnTo>
                    <a:pt x="8307787" y="47514"/>
                  </a:lnTo>
                  <a:lnTo>
                    <a:pt x="8308165" y="47514"/>
                  </a:lnTo>
                  <a:lnTo>
                    <a:pt x="8309047" y="47514"/>
                  </a:lnTo>
                  <a:lnTo>
                    <a:pt x="8311065" y="47514"/>
                  </a:lnTo>
                  <a:lnTo>
                    <a:pt x="8312830" y="47514"/>
                  </a:lnTo>
                  <a:lnTo>
                    <a:pt x="8313587" y="47514"/>
                  </a:lnTo>
                  <a:lnTo>
                    <a:pt x="8315604" y="47514"/>
                  </a:lnTo>
                  <a:lnTo>
                    <a:pt x="8315730" y="47514"/>
                  </a:lnTo>
                  <a:lnTo>
                    <a:pt x="8316487" y="47514"/>
                  </a:lnTo>
                  <a:lnTo>
                    <a:pt x="8317747" y="47514"/>
                  </a:lnTo>
                  <a:lnTo>
                    <a:pt x="8318000" y="47514"/>
                  </a:lnTo>
                  <a:lnTo>
                    <a:pt x="8319387" y="47514"/>
                  </a:lnTo>
                  <a:lnTo>
                    <a:pt x="8320269" y="47514"/>
                  </a:lnTo>
                  <a:lnTo>
                    <a:pt x="8320395" y="47514"/>
                  </a:lnTo>
                  <a:lnTo>
                    <a:pt x="8321782" y="47514"/>
                  </a:lnTo>
                  <a:lnTo>
                    <a:pt x="8322161" y="47514"/>
                  </a:lnTo>
                  <a:lnTo>
                    <a:pt x="8322413" y="47514"/>
                  </a:lnTo>
                  <a:lnTo>
                    <a:pt x="8324052" y="47514"/>
                  </a:lnTo>
                  <a:lnTo>
                    <a:pt x="8324430" y="47514"/>
                  </a:lnTo>
                  <a:lnTo>
                    <a:pt x="8324556" y="47514"/>
                  </a:lnTo>
                  <a:lnTo>
                    <a:pt x="8325565" y="47514"/>
                  </a:lnTo>
                  <a:lnTo>
                    <a:pt x="8326195" y="47514"/>
                  </a:lnTo>
                  <a:lnTo>
                    <a:pt x="8326321" y="47514"/>
                  </a:lnTo>
                  <a:lnTo>
                    <a:pt x="8326447" y="47514"/>
                  </a:lnTo>
                  <a:lnTo>
                    <a:pt x="8328843" y="47514"/>
                  </a:lnTo>
                  <a:lnTo>
                    <a:pt x="8332248" y="42235"/>
                  </a:lnTo>
                  <a:lnTo>
                    <a:pt x="8333508" y="42235"/>
                  </a:lnTo>
                  <a:lnTo>
                    <a:pt x="8333634" y="42235"/>
                  </a:lnTo>
                  <a:lnTo>
                    <a:pt x="8333761" y="42235"/>
                  </a:lnTo>
                  <a:lnTo>
                    <a:pt x="8334391" y="42235"/>
                  </a:lnTo>
                  <a:lnTo>
                    <a:pt x="8335400" y="42235"/>
                  </a:lnTo>
                  <a:lnTo>
                    <a:pt x="8336030" y="42235"/>
                  </a:lnTo>
                  <a:lnTo>
                    <a:pt x="8336156" y="42235"/>
                  </a:lnTo>
                  <a:lnTo>
                    <a:pt x="8338678" y="42235"/>
                  </a:lnTo>
                  <a:lnTo>
                    <a:pt x="8339561" y="42235"/>
                  </a:lnTo>
                  <a:lnTo>
                    <a:pt x="8340695" y="42235"/>
                  </a:lnTo>
                  <a:lnTo>
                    <a:pt x="8341452" y="42235"/>
                  </a:lnTo>
                  <a:lnTo>
                    <a:pt x="8341578" y="42235"/>
                  </a:lnTo>
                  <a:lnTo>
                    <a:pt x="8343343" y="36955"/>
                  </a:lnTo>
                  <a:lnTo>
                    <a:pt x="8343469" y="36955"/>
                  </a:lnTo>
                  <a:lnTo>
                    <a:pt x="8343595" y="36955"/>
                  </a:lnTo>
                  <a:lnTo>
                    <a:pt x="8344478" y="36955"/>
                  </a:lnTo>
                  <a:lnTo>
                    <a:pt x="8345361" y="36955"/>
                  </a:lnTo>
                  <a:lnTo>
                    <a:pt x="8345487" y="36955"/>
                  </a:lnTo>
                  <a:lnTo>
                    <a:pt x="8345613" y="36955"/>
                  </a:lnTo>
                  <a:lnTo>
                    <a:pt x="8347126" y="36955"/>
                  </a:lnTo>
                  <a:lnTo>
                    <a:pt x="8347378" y="36955"/>
                  </a:lnTo>
                  <a:lnTo>
                    <a:pt x="8348387" y="36955"/>
                  </a:lnTo>
                  <a:lnTo>
                    <a:pt x="8350152" y="36955"/>
                  </a:lnTo>
                  <a:lnTo>
                    <a:pt x="8350278" y="36955"/>
                  </a:lnTo>
                  <a:lnTo>
                    <a:pt x="8351665" y="36955"/>
                  </a:lnTo>
                  <a:lnTo>
                    <a:pt x="8352422" y="36955"/>
                  </a:lnTo>
                  <a:lnTo>
                    <a:pt x="8354439" y="36955"/>
                  </a:lnTo>
                  <a:lnTo>
                    <a:pt x="8356582" y="36955"/>
                  </a:lnTo>
                  <a:lnTo>
                    <a:pt x="8357339" y="36955"/>
                  </a:lnTo>
                  <a:lnTo>
                    <a:pt x="8358222" y="36955"/>
                  </a:lnTo>
                  <a:lnTo>
                    <a:pt x="8358978" y="36955"/>
                  </a:lnTo>
                  <a:lnTo>
                    <a:pt x="8359356" y="36955"/>
                  </a:lnTo>
                  <a:lnTo>
                    <a:pt x="8360617" y="36955"/>
                  </a:lnTo>
                  <a:lnTo>
                    <a:pt x="8361500" y="36955"/>
                  </a:lnTo>
                  <a:lnTo>
                    <a:pt x="8362509" y="36955"/>
                  </a:lnTo>
                  <a:lnTo>
                    <a:pt x="8362635" y="31676"/>
                  </a:lnTo>
                  <a:lnTo>
                    <a:pt x="8363013" y="31676"/>
                  </a:lnTo>
                  <a:lnTo>
                    <a:pt x="8363139" y="31676"/>
                  </a:lnTo>
                  <a:lnTo>
                    <a:pt x="8365030" y="31676"/>
                  </a:lnTo>
                  <a:lnTo>
                    <a:pt x="8365156" y="31676"/>
                  </a:lnTo>
                  <a:lnTo>
                    <a:pt x="8365282" y="31676"/>
                  </a:lnTo>
                  <a:lnTo>
                    <a:pt x="8366291" y="31676"/>
                  </a:lnTo>
                  <a:lnTo>
                    <a:pt x="8367300" y="31676"/>
                  </a:lnTo>
                  <a:lnTo>
                    <a:pt x="8368309" y="31676"/>
                  </a:lnTo>
                  <a:lnTo>
                    <a:pt x="8369948" y="31676"/>
                  </a:lnTo>
                  <a:lnTo>
                    <a:pt x="8370452" y="31676"/>
                  </a:lnTo>
                  <a:lnTo>
                    <a:pt x="8371209" y="31676"/>
                  </a:lnTo>
                  <a:lnTo>
                    <a:pt x="8371335" y="31676"/>
                  </a:lnTo>
                  <a:lnTo>
                    <a:pt x="8372848" y="31676"/>
                  </a:lnTo>
                  <a:lnTo>
                    <a:pt x="8373604" y="31676"/>
                  </a:lnTo>
                  <a:lnTo>
                    <a:pt x="8374739" y="31676"/>
                  </a:lnTo>
                  <a:lnTo>
                    <a:pt x="8376756" y="31676"/>
                  </a:lnTo>
                  <a:lnTo>
                    <a:pt x="8378017" y="31676"/>
                  </a:lnTo>
                  <a:lnTo>
                    <a:pt x="8378143" y="31676"/>
                  </a:lnTo>
                  <a:lnTo>
                    <a:pt x="8378269" y="31676"/>
                  </a:lnTo>
                  <a:lnTo>
                    <a:pt x="8378648" y="31676"/>
                  </a:lnTo>
                  <a:lnTo>
                    <a:pt x="8378900" y="31676"/>
                  </a:lnTo>
                  <a:lnTo>
                    <a:pt x="8380161" y="31676"/>
                  </a:lnTo>
                  <a:lnTo>
                    <a:pt x="8381926" y="31676"/>
                  </a:lnTo>
                  <a:lnTo>
                    <a:pt x="8382052" y="31676"/>
                  </a:lnTo>
                  <a:lnTo>
                    <a:pt x="8383691" y="31676"/>
                  </a:lnTo>
                  <a:lnTo>
                    <a:pt x="8384448" y="31676"/>
                  </a:lnTo>
                  <a:lnTo>
                    <a:pt x="8385078" y="31676"/>
                  </a:lnTo>
                  <a:lnTo>
                    <a:pt x="8385456" y="31676"/>
                  </a:lnTo>
                  <a:lnTo>
                    <a:pt x="8386087" y="31676"/>
                  </a:lnTo>
                  <a:lnTo>
                    <a:pt x="8386970" y="26397"/>
                  </a:lnTo>
                  <a:lnTo>
                    <a:pt x="8386970" y="21117"/>
                  </a:lnTo>
                  <a:lnTo>
                    <a:pt x="8388356" y="15838"/>
                  </a:lnTo>
                  <a:lnTo>
                    <a:pt x="8389365" y="15838"/>
                  </a:lnTo>
                  <a:lnTo>
                    <a:pt x="8390248" y="10558"/>
                  </a:lnTo>
                  <a:lnTo>
                    <a:pt x="8390500" y="10558"/>
                  </a:lnTo>
                  <a:lnTo>
                    <a:pt x="8390626" y="10558"/>
                  </a:lnTo>
                  <a:lnTo>
                    <a:pt x="8391130" y="10558"/>
                  </a:lnTo>
                  <a:lnTo>
                    <a:pt x="8391509" y="10558"/>
                  </a:lnTo>
                  <a:lnTo>
                    <a:pt x="8391887" y="10558"/>
                  </a:lnTo>
                  <a:lnTo>
                    <a:pt x="8392139" y="10558"/>
                  </a:lnTo>
                  <a:lnTo>
                    <a:pt x="8393148" y="10558"/>
                  </a:lnTo>
                  <a:lnTo>
                    <a:pt x="8393904" y="10558"/>
                  </a:lnTo>
                  <a:lnTo>
                    <a:pt x="8394030" y="10558"/>
                  </a:lnTo>
                  <a:lnTo>
                    <a:pt x="8394535" y="10558"/>
                  </a:lnTo>
                  <a:lnTo>
                    <a:pt x="8395670" y="10558"/>
                  </a:lnTo>
                  <a:lnTo>
                    <a:pt x="8397057" y="10558"/>
                  </a:lnTo>
                  <a:lnTo>
                    <a:pt x="8398191" y="10558"/>
                  </a:lnTo>
                  <a:lnTo>
                    <a:pt x="8399074" y="10558"/>
                  </a:lnTo>
                  <a:lnTo>
                    <a:pt x="8399957" y="10558"/>
                  </a:lnTo>
                  <a:lnTo>
                    <a:pt x="8400587" y="10558"/>
                  </a:lnTo>
                  <a:lnTo>
                    <a:pt x="8400965" y="10558"/>
                  </a:lnTo>
                  <a:lnTo>
                    <a:pt x="8401848" y="10558"/>
                  </a:lnTo>
                  <a:lnTo>
                    <a:pt x="8403109" y="10558"/>
                  </a:lnTo>
                  <a:lnTo>
                    <a:pt x="8403613" y="10558"/>
                  </a:lnTo>
                  <a:lnTo>
                    <a:pt x="8403739" y="10558"/>
                  </a:lnTo>
                  <a:lnTo>
                    <a:pt x="8404370" y="10558"/>
                  </a:lnTo>
                  <a:lnTo>
                    <a:pt x="8404622" y="10558"/>
                  </a:lnTo>
                  <a:lnTo>
                    <a:pt x="8406135" y="10558"/>
                  </a:lnTo>
                  <a:lnTo>
                    <a:pt x="8406765" y="10558"/>
                  </a:lnTo>
                  <a:lnTo>
                    <a:pt x="8407648" y="10558"/>
                  </a:lnTo>
                  <a:lnTo>
                    <a:pt x="8408026" y="10558"/>
                  </a:lnTo>
                  <a:lnTo>
                    <a:pt x="8408657" y="10558"/>
                  </a:lnTo>
                  <a:lnTo>
                    <a:pt x="8408909" y="10558"/>
                  </a:lnTo>
                  <a:lnTo>
                    <a:pt x="8409413" y="10558"/>
                  </a:lnTo>
                  <a:lnTo>
                    <a:pt x="8409917" y="10558"/>
                  </a:lnTo>
                  <a:lnTo>
                    <a:pt x="8410296" y="10558"/>
                  </a:lnTo>
                  <a:lnTo>
                    <a:pt x="8411052" y="10558"/>
                  </a:lnTo>
                  <a:lnTo>
                    <a:pt x="8411431" y="10558"/>
                  </a:lnTo>
                  <a:lnTo>
                    <a:pt x="8412187" y="10558"/>
                  </a:lnTo>
                  <a:lnTo>
                    <a:pt x="8413070" y="10558"/>
                  </a:lnTo>
                  <a:lnTo>
                    <a:pt x="8414204" y="10558"/>
                  </a:lnTo>
                  <a:lnTo>
                    <a:pt x="8415591" y="10558"/>
                  </a:lnTo>
                  <a:lnTo>
                    <a:pt x="8416726" y="10558"/>
                  </a:lnTo>
                  <a:lnTo>
                    <a:pt x="8416852" y="10558"/>
                  </a:lnTo>
                  <a:lnTo>
                    <a:pt x="8417861" y="10558"/>
                  </a:lnTo>
                  <a:lnTo>
                    <a:pt x="8418239" y="10558"/>
                  </a:lnTo>
                  <a:lnTo>
                    <a:pt x="8418744" y="10558"/>
                  </a:lnTo>
                  <a:lnTo>
                    <a:pt x="8419500" y="10558"/>
                  </a:lnTo>
                  <a:lnTo>
                    <a:pt x="8420257" y="10558"/>
                  </a:lnTo>
                  <a:lnTo>
                    <a:pt x="8420383" y="10558"/>
                  </a:lnTo>
                  <a:lnTo>
                    <a:pt x="8421139" y="10558"/>
                  </a:lnTo>
                  <a:lnTo>
                    <a:pt x="8421265" y="10558"/>
                  </a:lnTo>
                  <a:lnTo>
                    <a:pt x="8422148" y="10558"/>
                  </a:lnTo>
                  <a:lnTo>
                    <a:pt x="8422905" y="10558"/>
                  </a:lnTo>
                  <a:lnTo>
                    <a:pt x="8423661" y="10558"/>
                  </a:lnTo>
                  <a:lnTo>
                    <a:pt x="8424165" y="10558"/>
                  </a:lnTo>
                  <a:lnTo>
                    <a:pt x="8424418" y="10558"/>
                  </a:lnTo>
                  <a:lnTo>
                    <a:pt x="8424922" y="10558"/>
                  </a:lnTo>
                  <a:lnTo>
                    <a:pt x="8425048" y="10558"/>
                  </a:lnTo>
                  <a:lnTo>
                    <a:pt x="8425805" y="10558"/>
                  </a:lnTo>
                  <a:lnTo>
                    <a:pt x="8426309" y="10558"/>
                  </a:lnTo>
                  <a:lnTo>
                    <a:pt x="8426939" y="10558"/>
                  </a:lnTo>
                  <a:lnTo>
                    <a:pt x="8427948" y="10558"/>
                  </a:lnTo>
                  <a:lnTo>
                    <a:pt x="8428452" y="10558"/>
                  </a:lnTo>
                  <a:lnTo>
                    <a:pt x="8429209" y="10558"/>
                  </a:lnTo>
                  <a:lnTo>
                    <a:pt x="8430218" y="10558"/>
                  </a:lnTo>
                  <a:lnTo>
                    <a:pt x="8430470" y="10558"/>
                  </a:lnTo>
                  <a:lnTo>
                    <a:pt x="8430848" y="10558"/>
                  </a:lnTo>
                  <a:lnTo>
                    <a:pt x="8432487" y="10558"/>
                  </a:lnTo>
                  <a:lnTo>
                    <a:pt x="8432613" y="10558"/>
                  </a:lnTo>
                  <a:lnTo>
                    <a:pt x="8433370" y="10558"/>
                  </a:lnTo>
                  <a:lnTo>
                    <a:pt x="8434252" y="10558"/>
                  </a:lnTo>
                  <a:lnTo>
                    <a:pt x="8434883" y="10558"/>
                  </a:lnTo>
                  <a:lnTo>
                    <a:pt x="8435387" y="10558"/>
                  </a:lnTo>
                  <a:lnTo>
                    <a:pt x="8436270" y="10558"/>
                  </a:lnTo>
                  <a:lnTo>
                    <a:pt x="8437026" y="10558"/>
                  </a:lnTo>
                  <a:lnTo>
                    <a:pt x="8437152" y="10558"/>
                  </a:lnTo>
                  <a:lnTo>
                    <a:pt x="8437405" y="10558"/>
                  </a:lnTo>
                  <a:lnTo>
                    <a:pt x="8438161" y="10558"/>
                  </a:lnTo>
                  <a:lnTo>
                    <a:pt x="8438413" y="10558"/>
                  </a:lnTo>
                  <a:lnTo>
                    <a:pt x="8439044" y="10558"/>
                  </a:lnTo>
                  <a:lnTo>
                    <a:pt x="8439926" y="10558"/>
                  </a:lnTo>
                  <a:lnTo>
                    <a:pt x="8440557" y="10558"/>
                  </a:lnTo>
                  <a:lnTo>
                    <a:pt x="8442322" y="10558"/>
                  </a:lnTo>
                  <a:lnTo>
                    <a:pt x="8442448" y="10558"/>
                  </a:lnTo>
                  <a:lnTo>
                    <a:pt x="8443331" y="10558"/>
                  </a:lnTo>
                  <a:lnTo>
                    <a:pt x="8444592" y="10558"/>
                  </a:lnTo>
                  <a:lnTo>
                    <a:pt x="8445096" y="5279"/>
                  </a:lnTo>
                  <a:lnTo>
                    <a:pt x="8446483" y="5279"/>
                  </a:lnTo>
                  <a:lnTo>
                    <a:pt x="8446735" y="5279"/>
                  </a:lnTo>
                  <a:lnTo>
                    <a:pt x="8447870" y="5279"/>
                  </a:lnTo>
                  <a:lnTo>
                    <a:pt x="8447996" y="5279"/>
                  </a:lnTo>
                  <a:lnTo>
                    <a:pt x="8448500" y="5279"/>
                  </a:lnTo>
                  <a:lnTo>
                    <a:pt x="8449131" y="5279"/>
                  </a:lnTo>
                  <a:lnTo>
                    <a:pt x="8449509" y="5279"/>
                  </a:lnTo>
                  <a:lnTo>
                    <a:pt x="8450266" y="5279"/>
                  </a:lnTo>
                  <a:lnTo>
                    <a:pt x="8451274" y="5279"/>
                  </a:lnTo>
                  <a:lnTo>
                    <a:pt x="8451652" y="5279"/>
                  </a:lnTo>
                  <a:lnTo>
                    <a:pt x="8452283" y="5279"/>
                  </a:lnTo>
                  <a:lnTo>
                    <a:pt x="8453039" y="5279"/>
                  </a:lnTo>
                  <a:lnTo>
                    <a:pt x="8453166" y="5279"/>
                  </a:lnTo>
                  <a:lnTo>
                    <a:pt x="8453670" y="5279"/>
                  </a:lnTo>
                  <a:lnTo>
                    <a:pt x="8454300" y="5279"/>
                  </a:lnTo>
                  <a:lnTo>
                    <a:pt x="8454426" y="5279"/>
                  </a:lnTo>
                  <a:lnTo>
                    <a:pt x="8454805" y="5279"/>
                  </a:lnTo>
                  <a:lnTo>
                    <a:pt x="8455435" y="5279"/>
                  </a:lnTo>
                  <a:lnTo>
                    <a:pt x="8455813" y="5279"/>
                  </a:lnTo>
                  <a:lnTo>
                    <a:pt x="8456822" y="5279"/>
                  </a:lnTo>
                  <a:lnTo>
                    <a:pt x="8456948" y="5279"/>
                  </a:lnTo>
                  <a:lnTo>
                    <a:pt x="8457453" y="5279"/>
                  </a:lnTo>
                  <a:lnTo>
                    <a:pt x="8457705" y="5279"/>
                  </a:lnTo>
                  <a:lnTo>
                    <a:pt x="8458083" y="5279"/>
                  </a:lnTo>
                  <a:lnTo>
                    <a:pt x="8458209" y="5279"/>
                  </a:lnTo>
                  <a:lnTo>
                    <a:pt x="8458461" y="5279"/>
                  </a:lnTo>
                  <a:lnTo>
                    <a:pt x="8458966" y="5279"/>
                  </a:lnTo>
                  <a:lnTo>
                    <a:pt x="8459218" y="5279"/>
                  </a:lnTo>
                  <a:lnTo>
                    <a:pt x="8459344" y="5279"/>
                  </a:lnTo>
                  <a:lnTo>
                    <a:pt x="8459596" y="5279"/>
                  </a:lnTo>
                  <a:lnTo>
                    <a:pt x="8459722" y="5279"/>
                  </a:lnTo>
                  <a:lnTo>
                    <a:pt x="8459848" y="5279"/>
                  </a:lnTo>
                  <a:lnTo>
                    <a:pt x="8460479" y="5279"/>
                  </a:lnTo>
                  <a:lnTo>
                    <a:pt x="8461613" y="5279"/>
                  </a:lnTo>
                  <a:lnTo>
                    <a:pt x="8461739" y="5279"/>
                  </a:lnTo>
                  <a:lnTo>
                    <a:pt x="8461992" y="5279"/>
                  </a:lnTo>
                  <a:lnTo>
                    <a:pt x="8462244" y="5279"/>
                  </a:lnTo>
                  <a:lnTo>
                    <a:pt x="8462370" y="5279"/>
                  </a:lnTo>
                  <a:lnTo>
                    <a:pt x="8463000" y="5279"/>
                  </a:lnTo>
                  <a:lnTo>
                    <a:pt x="8463883" y="5279"/>
                  </a:lnTo>
                  <a:lnTo>
                    <a:pt x="8464892" y="5279"/>
                  </a:lnTo>
                  <a:lnTo>
                    <a:pt x="8465018" y="5279"/>
                  </a:lnTo>
                  <a:lnTo>
                    <a:pt x="8465270" y="5279"/>
                  </a:lnTo>
                  <a:lnTo>
                    <a:pt x="8465396" y="5279"/>
                  </a:lnTo>
                  <a:lnTo>
                    <a:pt x="8465900" y="5279"/>
                  </a:lnTo>
                  <a:lnTo>
                    <a:pt x="8466279" y="5279"/>
                  </a:lnTo>
                  <a:lnTo>
                    <a:pt x="8467035" y="5279"/>
                  </a:lnTo>
                  <a:lnTo>
                    <a:pt x="8467413" y="5279"/>
                  </a:lnTo>
                  <a:lnTo>
                    <a:pt x="8467540" y="5279"/>
                  </a:lnTo>
                  <a:lnTo>
                    <a:pt x="8467666" y="5279"/>
                  </a:lnTo>
                  <a:lnTo>
                    <a:pt x="8468296" y="5279"/>
                  </a:lnTo>
                  <a:lnTo>
                    <a:pt x="8469053" y="5279"/>
                  </a:lnTo>
                  <a:lnTo>
                    <a:pt x="8469179" y="5279"/>
                  </a:lnTo>
                  <a:lnTo>
                    <a:pt x="8469305" y="5279"/>
                  </a:lnTo>
                  <a:lnTo>
                    <a:pt x="8469809" y="5279"/>
                  </a:lnTo>
                  <a:lnTo>
                    <a:pt x="8469935" y="5279"/>
                  </a:lnTo>
                  <a:lnTo>
                    <a:pt x="8470187" y="5279"/>
                  </a:lnTo>
                  <a:lnTo>
                    <a:pt x="8471448" y="5279"/>
                  </a:lnTo>
                  <a:lnTo>
                    <a:pt x="8472583" y="5279"/>
                  </a:lnTo>
                  <a:lnTo>
                    <a:pt x="8472835" y="5279"/>
                  </a:lnTo>
                  <a:lnTo>
                    <a:pt x="8472961" y="5279"/>
                  </a:lnTo>
                  <a:lnTo>
                    <a:pt x="8473087" y="5279"/>
                  </a:lnTo>
                  <a:lnTo>
                    <a:pt x="8473213" y="5279"/>
                  </a:lnTo>
                  <a:lnTo>
                    <a:pt x="8473718" y="5279"/>
                  </a:lnTo>
                  <a:lnTo>
                    <a:pt x="8474600" y="5279"/>
                  </a:lnTo>
                  <a:lnTo>
                    <a:pt x="8474727" y="5279"/>
                  </a:lnTo>
                  <a:lnTo>
                    <a:pt x="8475105" y="5279"/>
                  </a:lnTo>
                  <a:lnTo>
                    <a:pt x="8475483" y="5279"/>
                  </a:lnTo>
                  <a:lnTo>
                    <a:pt x="8475861" y="5279"/>
                  </a:lnTo>
                  <a:lnTo>
                    <a:pt x="8476113" y="5279"/>
                  </a:lnTo>
                  <a:lnTo>
                    <a:pt x="8476240" y="5279"/>
                  </a:lnTo>
                  <a:lnTo>
                    <a:pt x="8476996" y="5279"/>
                  </a:lnTo>
                  <a:lnTo>
                    <a:pt x="8477122" y="5279"/>
                  </a:lnTo>
                  <a:lnTo>
                    <a:pt x="8477500" y="5279"/>
                  </a:lnTo>
                  <a:lnTo>
                    <a:pt x="8477627" y="5279"/>
                  </a:lnTo>
                  <a:lnTo>
                    <a:pt x="8477753" y="5279"/>
                  </a:lnTo>
                  <a:lnTo>
                    <a:pt x="8478257" y="5279"/>
                  </a:lnTo>
                  <a:lnTo>
                    <a:pt x="8478635" y="5279"/>
                  </a:lnTo>
                  <a:lnTo>
                    <a:pt x="8479013" y="5279"/>
                  </a:lnTo>
                  <a:lnTo>
                    <a:pt x="8479140" y="5279"/>
                  </a:lnTo>
                  <a:lnTo>
                    <a:pt x="8479518" y="5279"/>
                  </a:lnTo>
                  <a:lnTo>
                    <a:pt x="8479644" y="5279"/>
                  </a:lnTo>
                  <a:lnTo>
                    <a:pt x="8479770" y="5279"/>
                  </a:lnTo>
                  <a:lnTo>
                    <a:pt x="8480527" y="5279"/>
                  </a:lnTo>
                  <a:lnTo>
                    <a:pt x="8480653" y="5279"/>
                  </a:lnTo>
                  <a:lnTo>
                    <a:pt x="8480905" y="5279"/>
                  </a:lnTo>
                  <a:lnTo>
                    <a:pt x="8481535" y="5279"/>
                  </a:lnTo>
                  <a:lnTo>
                    <a:pt x="8481914" y="5279"/>
                  </a:lnTo>
                  <a:lnTo>
                    <a:pt x="8482418" y="5279"/>
                  </a:lnTo>
                  <a:lnTo>
                    <a:pt x="8482544" y="5279"/>
                  </a:lnTo>
                  <a:lnTo>
                    <a:pt x="8482670" y="5279"/>
                  </a:lnTo>
                  <a:lnTo>
                    <a:pt x="8482796" y="5279"/>
                  </a:lnTo>
                  <a:lnTo>
                    <a:pt x="8483174" y="5279"/>
                  </a:lnTo>
                  <a:lnTo>
                    <a:pt x="8483300" y="5279"/>
                  </a:lnTo>
                  <a:lnTo>
                    <a:pt x="8484057" y="5279"/>
                  </a:lnTo>
                  <a:lnTo>
                    <a:pt x="8484183" y="5279"/>
                  </a:lnTo>
                  <a:lnTo>
                    <a:pt x="8484687" y="5279"/>
                  </a:lnTo>
                  <a:lnTo>
                    <a:pt x="8484940" y="5279"/>
                  </a:lnTo>
                  <a:lnTo>
                    <a:pt x="8485192" y="5279"/>
                  </a:lnTo>
                  <a:lnTo>
                    <a:pt x="8485444" y="5279"/>
                  </a:lnTo>
                  <a:lnTo>
                    <a:pt x="8485570" y="5279"/>
                  </a:lnTo>
                  <a:lnTo>
                    <a:pt x="8485696" y="5279"/>
                  </a:lnTo>
                  <a:lnTo>
                    <a:pt x="8485948" y="5279"/>
                  </a:lnTo>
                  <a:lnTo>
                    <a:pt x="8486705" y="5279"/>
                  </a:lnTo>
                  <a:lnTo>
                    <a:pt x="8486831" y="5279"/>
                  </a:lnTo>
                  <a:lnTo>
                    <a:pt x="8486957" y="5279"/>
                  </a:lnTo>
                  <a:lnTo>
                    <a:pt x="8487083" y="5279"/>
                  </a:lnTo>
                  <a:lnTo>
                    <a:pt x="8487209" y="5279"/>
                  </a:lnTo>
                  <a:lnTo>
                    <a:pt x="8487335" y="5279"/>
                  </a:lnTo>
                  <a:lnTo>
                    <a:pt x="8487714" y="5279"/>
                  </a:lnTo>
                  <a:lnTo>
                    <a:pt x="8488092" y="5279"/>
                  </a:lnTo>
                  <a:lnTo>
                    <a:pt x="8488218" y="5279"/>
                  </a:lnTo>
                  <a:lnTo>
                    <a:pt x="8488470" y="5279"/>
                  </a:lnTo>
                  <a:lnTo>
                    <a:pt x="8488722" y="5279"/>
                  </a:lnTo>
                  <a:lnTo>
                    <a:pt x="8489353" y="5279"/>
                  </a:lnTo>
                  <a:lnTo>
                    <a:pt x="8489479" y="5279"/>
                  </a:lnTo>
                  <a:lnTo>
                    <a:pt x="8489857" y="5279"/>
                  </a:lnTo>
                  <a:lnTo>
                    <a:pt x="8489983" y="5279"/>
                  </a:lnTo>
                  <a:lnTo>
                    <a:pt x="8490109" y="5279"/>
                  </a:lnTo>
                  <a:lnTo>
                    <a:pt x="8490235" y="5279"/>
                  </a:lnTo>
                  <a:lnTo>
                    <a:pt x="8490487" y="5279"/>
                  </a:lnTo>
                  <a:lnTo>
                    <a:pt x="8490614" y="5279"/>
                  </a:lnTo>
                  <a:lnTo>
                    <a:pt x="8490740" y="5279"/>
                  </a:lnTo>
                  <a:lnTo>
                    <a:pt x="8490866" y="5279"/>
                  </a:lnTo>
                  <a:lnTo>
                    <a:pt x="8491118" y="5279"/>
                  </a:lnTo>
                  <a:lnTo>
                    <a:pt x="8491244" y="5279"/>
                  </a:lnTo>
                  <a:lnTo>
                    <a:pt x="8491496" y="5279"/>
                  </a:lnTo>
                  <a:lnTo>
                    <a:pt x="8491748" y="5279"/>
                  </a:lnTo>
                  <a:lnTo>
                    <a:pt x="8492379" y="0"/>
                  </a:lnTo>
                  <a:lnTo>
                    <a:pt x="8492379" y="0"/>
                  </a:lnTo>
                  <a:lnTo>
                    <a:pt x="8492505" y="0"/>
                  </a:lnTo>
                  <a:lnTo>
                    <a:pt x="8492883" y="0"/>
                  </a:lnTo>
                  <a:lnTo>
                    <a:pt x="8493261" y="0"/>
                  </a:lnTo>
                  <a:lnTo>
                    <a:pt x="8493387" y="0"/>
                  </a:lnTo>
                  <a:lnTo>
                    <a:pt x="8493514" y="0"/>
                  </a:lnTo>
                  <a:lnTo>
                    <a:pt x="8493640" y="0"/>
                  </a:lnTo>
                  <a:lnTo>
                    <a:pt x="8494144" y="0"/>
                  </a:lnTo>
                  <a:lnTo>
                    <a:pt x="8494522" y="0"/>
                  </a:lnTo>
                  <a:lnTo>
                    <a:pt x="8494648" y="0"/>
                  </a:lnTo>
                  <a:lnTo>
                    <a:pt x="8494774" y="0"/>
                  </a:lnTo>
                  <a:lnTo>
                    <a:pt x="8495027" y="0"/>
                  </a:lnTo>
                  <a:lnTo>
                    <a:pt x="8495657" y="0"/>
                  </a:lnTo>
                  <a:lnTo>
                    <a:pt x="8495783" y="0"/>
                  </a:lnTo>
                  <a:lnTo>
                    <a:pt x="8496035" y="0"/>
                  </a:lnTo>
                  <a:lnTo>
                    <a:pt x="8496161" y="0"/>
                  </a:lnTo>
                  <a:lnTo>
                    <a:pt x="8496414" y="0"/>
                  </a:lnTo>
                  <a:lnTo>
                    <a:pt x="8496540" y="0"/>
                  </a:lnTo>
                  <a:lnTo>
                    <a:pt x="8497044" y="0"/>
                  </a:lnTo>
                  <a:lnTo>
                    <a:pt x="8497170" y="0"/>
                  </a:lnTo>
                  <a:lnTo>
                    <a:pt x="8497296" y="0"/>
                  </a:lnTo>
                  <a:lnTo>
                    <a:pt x="8497422" y="0"/>
                  </a:lnTo>
                  <a:lnTo>
                    <a:pt x="8497801" y="0"/>
                  </a:lnTo>
                  <a:lnTo>
                    <a:pt x="8497927" y="0"/>
                  </a:lnTo>
                  <a:lnTo>
                    <a:pt x="8498053" y="0"/>
                  </a:lnTo>
                  <a:lnTo>
                    <a:pt x="8498179" y="0"/>
                  </a:lnTo>
                  <a:lnTo>
                    <a:pt x="8498305" y="0"/>
                  </a:lnTo>
                  <a:lnTo>
                    <a:pt x="8498431" y="0"/>
                  </a:lnTo>
                  <a:lnTo>
                    <a:pt x="8498557" y="0"/>
                  </a:lnTo>
                  <a:lnTo>
                    <a:pt x="8498809" y="0"/>
                  </a:lnTo>
                  <a:lnTo>
                    <a:pt x="8498935" y="0"/>
                  </a:lnTo>
                  <a:lnTo>
                    <a:pt x="8499061" y="0"/>
                  </a:lnTo>
                  <a:lnTo>
                    <a:pt x="8499188" y="0"/>
                  </a:lnTo>
                  <a:lnTo>
                    <a:pt x="8499314" y="0"/>
                  </a:lnTo>
                  <a:lnTo>
                    <a:pt x="8499440" y="0"/>
                  </a:lnTo>
                  <a:lnTo>
                    <a:pt x="8499692" y="0"/>
                  </a:lnTo>
                  <a:lnTo>
                    <a:pt x="8499818" y="0"/>
                  </a:lnTo>
                  <a:lnTo>
                    <a:pt x="8500070" y="0"/>
                  </a:lnTo>
                  <a:lnTo>
                    <a:pt x="8500196" y="0"/>
                  </a:lnTo>
                  <a:lnTo>
                    <a:pt x="8500322" y="0"/>
                  </a:lnTo>
                  <a:lnTo>
                    <a:pt x="8500448" y="0"/>
                  </a:lnTo>
                  <a:lnTo>
                    <a:pt x="8500701" y="0"/>
                  </a:lnTo>
                  <a:lnTo>
                    <a:pt x="8500827" y="0"/>
                  </a:lnTo>
                  <a:lnTo>
                    <a:pt x="8500953" y="0"/>
                  </a:lnTo>
                  <a:lnTo>
                    <a:pt x="8501079" y="0"/>
                  </a:lnTo>
                  <a:lnTo>
                    <a:pt x="8501205" y="0"/>
                  </a:lnTo>
                  <a:lnTo>
                    <a:pt x="8501331" y="0"/>
                  </a:lnTo>
                  <a:lnTo>
                    <a:pt x="8501457" y="0"/>
                  </a:lnTo>
                  <a:lnTo>
                    <a:pt x="8501583" y="0"/>
                  </a:lnTo>
                  <a:lnTo>
                    <a:pt x="8501709" y="0"/>
                  </a:lnTo>
                  <a:lnTo>
                    <a:pt x="8501835" y="0"/>
                  </a:lnTo>
                  <a:lnTo>
                    <a:pt x="8501961" y="0"/>
                  </a:lnTo>
                  <a:lnTo>
                    <a:pt x="8502088" y="0"/>
                  </a:lnTo>
                  <a:lnTo>
                    <a:pt x="8502214" y="0"/>
                  </a:lnTo>
                  <a:lnTo>
                    <a:pt x="8502340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252" y="6340585"/>
                  </a:lnTo>
                  <a:lnTo>
                    <a:pt x="378" y="6340585"/>
                  </a:lnTo>
                  <a:lnTo>
                    <a:pt x="504" y="6340585"/>
                  </a:lnTo>
                  <a:lnTo>
                    <a:pt x="630" y="6340585"/>
                  </a:lnTo>
                  <a:lnTo>
                    <a:pt x="756" y="6340585"/>
                  </a:lnTo>
                  <a:lnTo>
                    <a:pt x="882" y="6340585"/>
                  </a:lnTo>
                  <a:lnTo>
                    <a:pt x="882" y="6335305"/>
                  </a:lnTo>
                  <a:lnTo>
                    <a:pt x="1008" y="6335305"/>
                  </a:lnTo>
                  <a:lnTo>
                    <a:pt x="1134" y="6335305"/>
                  </a:lnTo>
                  <a:lnTo>
                    <a:pt x="1260" y="6335305"/>
                  </a:lnTo>
                  <a:lnTo>
                    <a:pt x="1386" y="6335305"/>
                  </a:lnTo>
                  <a:lnTo>
                    <a:pt x="1513" y="6335305"/>
                  </a:lnTo>
                  <a:lnTo>
                    <a:pt x="1639" y="6335305"/>
                  </a:lnTo>
                  <a:lnTo>
                    <a:pt x="1765" y="6335305"/>
                  </a:lnTo>
                  <a:lnTo>
                    <a:pt x="1891" y="6335305"/>
                  </a:lnTo>
                  <a:lnTo>
                    <a:pt x="2017" y="6335305"/>
                  </a:lnTo>
                  <a:lnTo>
                    <a:pt x="2143" y="6335305"/>
                  </a:lnTo>
                  <a:lnTo>
                    <a:pt x="2269" y="6335305"/>
                  </a:lnTo>
                  <a:lnTo>
                    <a:pt x="2269" y="6330026"/>
                  </a:lnTo>
                  <a:lnTo>
                    <a:pt x="2395" y="6330026"/>
                  </a:lnTo>
                  <a:lnTo>
                    <a:pt x="2521" y="6330026"/>
                  </a:lnTo>
                  <a:lnTo>
                    <a:pt x="2647" y="6330026"/>
                  </a:lnTo>
                  <a:lnTo>
                    <a:pt x="2773" y="6330026"/>
                  </a:lnTo>
                  <a:lnTo>
                    <a:pt x="2900" y="6330026"/>
                  </a:lnTo>
                  <a:lnTo>
                    <a:pt x="3026" y="6330026"/>
                  </a:lnTo>
                  <a:lnTo>
                    <a:pt x="3152" y="6330026"/>
                  </a:lnTo>
                  <a:lnTo>
                    <a:pt x="3278" y="6330026"/>
                  </a:lnTo>
                  <a:lnTo>
                    <a:pt x="3404" y="6330026"/>
                  </a:lnTo>
                  <a:lnTo>
                    <a:pt x="3530" y="6330026"/>
                  </a:lnTo>
                  <a:lnTo>
                    <a:pt x="3656" y="6330026"/>
                  </a:lnTo>
                  <a:lnTo>
                    <a:pt x="3656" y="6324746"/>
                  </a:lnTo>
                  <a:lnTo>
                    <a:pt x="3782" y="6324746"/>
                  </a:lnTo>
                  <a:lnTo>
                    <a:pt x="3908" y="6324746"/>
                  </a:lnTo>
                  <a:lnTo>
                    <a:pt x="4034" y="6324746"/>
                  </a:lnTo>
                  <a:lnTo>
                    <a:pt x="4160" y="6324746"/>
                  </a:lnTo>
                  <a:lnTo>
                    <a:pt x="4286" y="6324746"/>
                  </a:lnTo>
                  <a:lnTo>
                    <a:pt x="4413" y="6324746"/>
                  </a:lnTo>
                  <a:lnTo>
                    <a:pt x="4539" y="6324746"/>
                  </a:lnTo>
                  <a:lnTo>
                    <a:pt x="4665" y="6324746"/>
                  </a:lnTo>
                  <a:lnTo>
                    <a:pt x="4791" y="6324746"/>
                  </a:lnTo>
                  <a:lnTo>
                    <a:pt x="4917" y="6324746"/>
                  </a:lnTo>
                  <a:lnTo>
                    <a:pt x="4917" y="6319467"/>
                  </a:lnTo>
                  <a:lnTo>
                    <a:pt x="5043" y="6319467"/>
                  </a:lnTo>
                  <a:lnTo>
                    <a:pt x="5169" y="6319467"/>
                  </a:lnTo>
                  <a:lnTo>
                    <a:pt x="5295" y="6319467"/>
                  </a:lnTo>
                  <a:lnTo>
                    <a:pt x="5421" y="6319467"/>
                  </a:lnTo>
                  <a:lnTo>
                    <a:pt x="5547" y="6319467"/>
                  </a:lnTo>
                  <a:lnTo>
                    <a:pt x="5673" y="6319467"/>
                  </a:lnTo>
                  <a:lnTo>
                    <a:pt x="5800" y="6319467"/>
                  </a:lnTo>
                  <a:lnTo>
                    <a:pt x="5926" y="6319467"/>
                  </a:lnTo>
                  <a:lnTo>
                    <a:pt x="6052" y="6319467"/>
                  </a:lnTo>
                  <a:lnTo>
                    <a:pt x="6178" y="6319467"/>
                  </a:lnTo>
                  <a:lnTo>
                    <a:pt x="6304" y="6319467"/>
                  </a:lnTo>
                  <a:lnTo>
                    <a:pt x="6430" y="6319467"/>
                  </a:lnTo>
                  <a:lnTo>
                    <a:pt x="6556" y="6319467"/>
                  </a:lnTo>
                  <a:lnTo>
                    <a:pt x="6682" y="6319467"/>
                  </a:lnTo>
                  <a:lnTo>
                    <a:pt x="6808" y="6319467"/>
                  </a:lnTo>
                  <a:lnTo>
                    <a:pt x="6934" y="6319467"/>
                  </a:lnTo>
                  <a:lnTo>
                    <a:pt x="7060" y="6319467"/>
                  </a:lnTo>
                  <a:lnTo>
                    <a:pt x="7186" y="6319467"/>
                  </a:lnTo>
                  <a:lnTo>
                    <a:pt x="7313" y="6319467"/>
                  </a:lnTo>
                  <a:lnTo>
                    <a:pt x="7439" y="6319467"/>
                  </a:lnTo>
                  <a:lnTo>
                    <a:pt x="7565" y="6319467"/>
                  </a:lnTo>
                  <a:lnTo>
                    <a:pt x="7691" y="6319467"/>
                  </a:lnTo>
                  <a:lnTo>
                    <a:pt x="7817" y="6319467"/>
                  </a:lnTo>
                  <a:lnTo>
                    <a:pt x="7943" y="6319467"/>
                  </a:lnTo>
                  <a:lnTo>
                    <a:pt x="8069" y="6319467"/>
                  </a:lnTo>
                  <a:lnTo>
                    <a:pt x="8195" y="6319467"/>
                  </a:lnTo>
                  <a:lnTo>
                    <a:pt x="8321" y="6319467"/>
                  </a:lnTo>
                  <a:lnTo>
                    <a:pt x="8447" y="6319467"/>
                  </a:lnTo>
                  <a:lnTo>
                    <a:pt x="8573" y="6319467"/>
                  </a:lnTo>
                  <a:lnTo>
                    <a:pt x="8700" y="6319467"/>
                  </a:lnTo>
                  <a:lnTo>
                    <a:pt x="8826" y="6319467"/>
                  </a:lnTo>
                  <a:lnTo>
                    <a:pt x="8952" y="6319467"/>
                  </a:lnTo>
                  <a:lnTo>
                    <a:pt x="8952" y="6314187"/>
                  </a:lnTo>
                  <a:lnTo>
                    <a:pt x="9078" y="6314187"/>
                  </a:lnTo>
                  <a:lnTo>
                    <a:pt x="9204" y="6314187"/>
                  </a:lnTo>
                  <a:lnTo>
                    <a:pt x="9330" y="6314187"/>
                  </a:lnTo>
                  <a:lnTo>
                    <a:pt x="9456" y="6314187"/>
                  </a:lnTo>
                  <a:lnTo>
                    <a:pt x="9456" y="6308908"/>
                  </a:lnTo>
                  <a:lnTo>
                    <a:pt x="9582" y="6308908"/>
                  </a:lnTo>
                  <a:lnTo>
                    <a:pt x="9708" y="6308908"/>
                  </a:lnTo>
                  <a:lnTo>
                    <a:pt x="9834" y="6308908"/>
                  </a:lnTo>
                  <a:lnTo>
                    <a:pt x="9960" y="6308908"/>
                  </a:lnTo>
                  <a:lnTo>
                    <a:pt x="9960" y="6303629"/>
                  </a:lnTo>
                  <a:lnTo>
                    <a:pt x="10087" y="6303629"/>
                  </a:lnTo>
                  <a:lnTo>
                    <a:pt x="10213" y="6303629"/>
                  </a:lnTo>
                  <a:lnTo>
                    <a:pt x="10339" y="6303629"/>
                  </a:lnTo>
                  <a:lnTo>
                    <a:pt x="10465" y="6303629"/>
                  </a:lnTo>
                  <a:lnTo>
                    <a:pt x="10591" y="6303629"/>
                  </a:lnTo>
                  <a:lnTo>
                    <a:pt x="10717" y="6303629"/>
                  </a:lnTo>
                  <a:lnTo>
                    <a:pt x="10843" y="6303629"/>
                  </a:lnTo>
                  <a:lnTo>
                    <a:pt x="10969" y="6303629"/>
                  </a:lnTo>
                  <a:lnTo>
                    <a:pt x="11095" y="6303629"/>
                  </a:lnTo>
                  <a:lnTo>
                    <a:pt x="11221" y="6303629"/>
                  </a:lnTo>
                  <a:lnTo>
                    <a:pt x="11347" y="6303629"/>
                  </a:lnTo>
                  <a:lnTo>
                    <a:pt x="11473" y="6303629"/>
                  </a:lnTo>
                  <a:lnTo>
                    <a:pt x="11600" y="6303629"/>
                  </a:lnTo>
                  <a:lnTo>
                    <a:pt x="11726" y="6303629"/>
                  </a:lnTo>
                  <a:lnTo>
                    <a:pt x="11852" y="6303629"/>
                  </a:lnTo>
                  <a:lnTo>
                    <a:pt x="11978" y="6303629"/>
                  </a:lnTo>
                  <a:lnTo>
                    <a:pt x="12104" y="6303629"/>
                  </a:lnTo>
                  <a:lnTo>
                    <a:pt x="12230" y="6303629"/>
                  </a:lnTo>
                  <a:lnTo>
                    <a:pt x="12356" y="6303629"/>
                  </a:lnTo>
                  <a:lnTo>
                    <a:pt x="12482" y="6303629"/>
                  </a:lnTo>
                  <a:lnTo>
                    <a:pt x="12608" y="6303629"/>
                  </a:lnTo>
                  <a:lnTo>
                    <a:pt x="12734" y="6303629"/>
                  </a:lnTo>
                  <a:lnTo>
                    <a:pt x="12860" y="6303629"/>
                  </a:lnTo>
                  <a:lnTo>
                    <a:pt x="12987" y="6303629"/>
                  </a:lnTo>
                  <a:lnTo>
                    <a:pt x="13113" y="6303629"/>
                  </a:lnTo>
                  <a:lnTo>
                    <a:pt x="13239" y="6303629"/>
                  </a:lnTo>
                  <a:lnTo>
                    <a:pt x="13365" y="6303629"/>
                  </a:lnTo>
                  <a:lnTo>
                    <a:pt x="13365" y="6298349"/>
                  </a:lnTo>
                  <a:lnTo>
                    <a:pt x="13491" y="6298349"/>
                  </a:lnTo>
                  <a:lnTo>
                    <a:pt x="13617" y="6298349"/>
                  </a:lnTo>
                  <a:lnTo>
                    <a:pt x="13743" y="6298349"/>
                  </a:lnTo>
                  <a:lnTo>
                    <a:pt x="13869" y="6298349"/>
                  </a:lnTo>
                  <a:lnTo>
                    <a:pt x="13995" y="6298349"/>
                  </a:lnTo>
                  <a:lnTo>
                    <a:pt x="14121" y="6298349"/>
                  </a:lnTo>
                  <a:lnTo>
                    <a:pt x="14247" y="6298349"/>
                  </a:lnTo>
                  <a:lnTo>
                    <a:pt x="14373" y="6298349"/>
                  </a:lnTo>
                  <a:lnTo>
                    <a:pt x="14500" y="6298349"/>
                  </a:lnTo>
                  <a:lnTo>
                    <a:pt x="14626" y="6298349"/>
                  </a:lnTo>
                  <a:lnTo>
                    <a:pt x="14752" y="6298349"/>
                  </a:lnTo>
                  <a:lnTo>
                    <a:pt x="14878" y="6298349"/>
                  </a:lnTo>
                  <a:lnTo>
                    <a:pt x="15004" y="6298349"/>
                  </a:lnTo>
                  <a:lnTo>
                    <a:pt x="15130" y="6298349"/>
                  </a:lnTo>
                  <a:lnTo>
                    <a:pt x="15256" y="6298349"/>
                  </a:lnTo>
                  <a:lnTo>
                    <a:pt x="15382" y="6298349"/>
                  </a:lnTo>
                  <a:lnTo>
                    <a:pt x="15508" y="6298349"/>
                  </a:lnTo>
                  <a:lnTo>
                    <a:pt x="15634" y="6298349"/>
                  </a:lnTo>
                  <a:lnTo>
                    <a:pt x="15760" y="6298349"/>
                  </a:lnTo>
                  <a:lnTo>
                    <a:pt x="15887" y="6298349"/>
                  </a:lnTo>
                  <a:lnTo>
                    <a:pt x="16013" y="6298349"/>
                  </a:lnTo>
                  <a:lnTo>
                    <a:pt x="16139" y="6298349"/>
                  </a:lnTo>
                  <a:lnTo>
                    <a:pt x="16265" y="6298349"/>
                  </a:lnTo>
                  <a:lnTo>
                    <a:pt x="16391" y="6298349"/>
                  </a:lnTo>
                  <a:lnTo>
                    <a:pt x="16517" y="6298349"/>
                  </a:lnTo>
                  <a:lnTo>
                    <a:pt x="16643" y="6298349"/>
                  </a:lnTo>
                  <a:lnTo>
                    <a:pt x="16769" y="6298349"/>
                  </a:lnTo>
                  <a:lnTo>
                    <a:pt x="16895" y="6298349"/>
                  </a:lnTo>
                  <a:lnTo>
                    <a:pt x="17021" y="6298349"/>
                  </a:lnTo>
                  <a:lnTo>
                    <a:pt x="17147" y="6298349"/>
                  </a:lnTo>
                  <a:lnTo>
                    <a:pt x="17274" y="6298349"/>
                  </a:lnTo>
                  <a:lnTo>
                    <a:pt x="17400" y="6298349"/>
                  </a:lnTo>
                  <a:lnTo>
                    <a:pt x="17526" y="6298349"/>
                  </a:lnTo>
                  <a:lnTo>
                    <a:pt x="17652" y="6298349"/>
                  </a:lnTo>
                  <a:lnTo>
                    <a:pt x="17778" y="6298349"/>
                  </a:lnTo>
                  <a:lnTo>
                    <a:pt x="17904" y="6298349"/>
                  </a:lnTo>
                  <a:lnTo>
                    <a:pt x="17904" y="6293070"/>
                  </a:lnTo>
                  <a:lnTo>
                    <a:pt x="18030" y="6293070"/>
                  </a:lnTo>
                  <a:lnTo>
                    <a:pt x="18156" y="6293070"/>
                  </a:lnTo>
                  <a:lnTo>
                    <a:pt x="18282" y="6293070"/>
                  </a:lnTo>
                  <a:lnTo>
                    <a:pt x="18408" y="6293070"/>
                  </a:lnTo>
                  <a:lnTo>
                    <a:pt x="18534" y="6293070"/>
                  </a:lnTo>
                  <a:lnTo>
                    <a:pt x="18660" y="6293070"/>
                  </a:lnTo>
                  <a:lnTo>
                    <a:pt x="18787" y="6293070"/>
                  </a:lnTo>
                  <a:lnTo>
                    <a:pt x="18913" y="6293070"/>
                  </a:lnTo>
                  <a:lnTo>
                    <a:pt x="19039" y="6293070"/>
                  </a:lnTo>
                  <a:lnTo>
                    <a:pt x="19165" y="6293070"/>
                  </a:lnTo>
                  <a:lnTo>
                    <a:pt x="19291" y="6293070"/>
                  </a:lnTo>
                  <a:lnTo>
                    <a:pt x="19417" y="6293070"/>
                  </a:lnTo>
                  <a:lnTo>
                    <a:pt x="19543" y="6293070"/>
                  </a:lnTo>
                  <a:lnTo>
                    <a:pt x="19669" y="6293070"/>
                  </a:lnTo>
                  <a:lnTo>
                    <a:pt x="19795" y="6293070"/>
                  </a:lnTo>
                  <a:lnTo>
                    <a:pt x="19921" y="6293070"/>
                  </a:lnTo>
                  <a:lnTo>
                    <a:pt x="20047" y="6293070"/>
                  </a:lnTo>
                  <a:lnTo>
                    <a:pt x="20174" y="6293070"/>
                  </a:lnTo>
                  <a:lnTo>
                    <a:pt x="20300" y="6293070"/>
                  </a:lnTo>
                  <a:lnTo>
                    <a:pt x="20426" y="6293070"/>
                  </a:lnTo>
                  <a:lnTo>
                    <a:pt x="20552" y="6293070"/>
                  </a:lnTo>
                  <a:lnTo>
                    <a:pt x="20678" y="6293070"/>
                  </a:lnTo>
                  <a:lnTo>
                    <a:pt x="20804" y="6293070"/>
                  </a:lnTo>
                  <a:lnTo>
                    <a:pt x="20930" y="6293070"/>
                  </a:lnTo>
                  <a:lnTo>
                    <a:pt x="21056" y="6293070"/>
                  </a:lnTo>
                  <a:lnTo>
                    <a:pt x="21182" y="6293070"/>
                  </a:lnTo>
                  <a:lnTo>
                    <a:pt x="21308" y="6293070"/>
                  </a:lnTo>
                  <a:lnTo>
                    <a:pt x="21434" y="6293070"/>
                  </a:lnTo>
                  <a:lnTo>
                    <a:pt x="21560" y="6293070"/>
                  </a:lnTo>
                  <a:lnTo>
                    <a:pt x="21687" y="6293070"/>
                  </a:lnTo>
                  <a:lnTo>
                    <a:pt x="21813" y="6293070"/>
                  </a:lnTo>
                  <a:lnTo>
                    <a:pt x="21939" y="6293070"/>
                  </a:lnTo>
                  <a:lnTo>
                    <a:pt x="22065" y="6293070"/>
                  </a:lnTo>
                  <a:lnTo>
                    <a:pt x="22191" y="6293070"/>
                  </a:lnTo>
                  <a:lnTo>
                    <a:pt x="22191" y="6287790"/>
                  </a:lnTo>
                  <a:lnTo>
                    <a:pt x="22317" y="6287790"/>
                  </a:lnTo>
                  <a:lnTo>
                    <a:pt x="22443" y="6287790"/>
                  </a:lnTo>
                  <a:lnTo>
                    <a:pt x="22569" y="6287790"/>
                  </a:lnTo>
                  <a:lnTo>
                    <a:pt x="22695" y="6287790"/>
                  </a:lnTo>
                  <a:lnTo>
                    <a:pt x="22821" y="6287790"/>
                  </a:lnTo>
                  <a:lnTo>
                    <a:pt x="22947" y="6287790"/>
                  </a:lnTo>
                  <a:lnTo>
                    <a:pt x="22947" y="6282511"/>
                  </a:lnTo>
                  <a:lnTo>
                    <a:pt x="22947" y="6277231"/>
                  </a:lnTo>
                  <a:lnTo>
                    <a:pt x="23074" y="6277231"/>
                  </a:lnTo>
                  <a:lnTo>
                    <a:pt x="23200" y="6277231"/>
                  </a:lnTo>
                  <a:lnTo>
                    <a:pt x="23326" y="6277231"/>
                  </a:lnTo>
                  <a:lnTo>
                    <a:pt x="23452" y="6277231"/>
                  </a:lnTo>
                  <a:lnTo>
                    <a:pt x="23578" y="6277231"/>
                  </a:lnTo>
                  <a:lnTo>
                    <a:pt x="23704" y="6277231"/>
                  </a:lnTo>
                  <a:lnTo>
                    <a:pt x="23830" y="6277231"/>
                  </a:lnTo>
                  <a:lnTo>
                    <a:pt x="23956" y="6277231"/>
                  </a:lnTo>
                  <a:lnTo>
                    <a:pt x="24082" y="6277231"/>
                  </a:lnTo>
                  <a:lnTo>
                    <a:pt x="24208" y="6277231"/>
                  </a:lnTo>
                  <a:lnTo>
                    <a:pt x="24334" y="6277231"/>
                  </a:lnTo>
                  <a:lnTo>
                    <a:pt x="24460" y="6277231"/>
                  </a:lnTo>
                  <a:lnTo>
                    <a:pt x="24587" y="6277231"/>
                  </a:lnTo>
                  <a:lnTo>
                    <a:pt x="24713" y="6277231"/>
                  </a:lnTo>
                  <a:lnTo>
                    <a:pt x="24839" y="6277231"/>
                  </a:lnTo>
                  <a:lnTo>
                    <a:pt x="24965" y="6277231"/>
                  </a:lnTo>
                  <a:lnTo>
                    <a:pt x="25091" y="6277231"/>
                  </a:lnTo>
                  <a:lnTo>
                    <a:pt x="25217" y="6277231"/>
                  </a:lnTo>
                  <a:lnTo>
                    <a:pt x="25343" y="6277231"/>
                  </a:lnTo>
                  <a:lnTo>
                    <a:pt x="25469" y="6277231"/>
                  </a:lnTo>
                  <a:lnTo>
                    <a:pt x="25595" y="6277231"/>
                  </a:lnTo>
                  <a:lnTo>
                    <a:pt x="25721" y="6277231"/>
                  </a:lnTo>
                  <a:lnTo>
                    <a:pt x="25847" y="6277231"/>
                  </a:lnTo>
                  <a:lnTo>
                    <a:pt x="25974" y="6277231"/>
                  </a:lnTo>
                  <a:lnTo>
                    <a:pt x="26100" y="6277231"/>
                  </a:lnTo>
                  <a:lnTo>
                    <a:pt x="26226" y="6277231"/>
                  </a:lnTo>
                  <a:lnTo>
                    <a:pt x="26352" y="6277231"/>
                  </a:lnTo>
                  <a:lnTo>
                    <a:pt x="26478" y="6277231"/>
                  </a:lnTo>
                  <a:lnTo>
                    <a:pt x="26604" y="6277231"/>
                  </a:lnTo>
                  <a:lnTo>
                    <a:pt x="26730" y="6277231"/>
                  </a:lnTo>
                  <a:lnTo>
                    <a:pt x="26856" y="6277231"/>
                  </a:lnTo>
                  <a:lnTo>
                    <a:pt x="26982" y="6277231"/>
                  </a:lnTo>
                  <a:lnTo>
                    <a:pt x="27108" y="6277231"/>
                  </a:lnTo>
                  <a:lnTo>
                    <a:pt x="27234" y="6277231"/>
                  </a:lnTo>
                  <a:lnTo>
                    <a:pt x="27361" y="6277231"/>
                  </a:lnTo>
                  <a:lnTo>
                    <a:pt x="27487" y="6277231"/>
                  </a:lnTo>
                  <a:lnTo>
                    <a:pt x="27613" y="6277231"/>
                  </a:lnTo>
                  <a:lnTo>
                    <a:pt x="27739" y="6277231"/>
                  </a:lnTo>
                  <a:lnTo>
                    <a:pt x="27865" y="6277231"/>
                  </a:lnTo>
                  <a:lnTo>
                    <a:pt x="27991" y="6277231"/>
                  </a:lnTo>
                  <a:lnTo>
                    <a:pt x="28117" y="6277231"/>
                  </a:lnTo>
                  <a:lnTo>
                    <a:pt x="28243" y="6277231"/>
                  </a:lnTo>
                  <a:lnTo>
                    <a:pt x="28369" y="6277231"/>
                  </a:lnTo>
                  <a:lnTo>
                    <a:pt x="28495" y="6277231"/>
                  </a:lnTo>
                  <a:lnTo>
                    <a:pt x="28621" y="6277231"/>
                  </a:lnTo>
                  <a:lnTo>
                    <a:pt x="28747" y="6277231"/>
                  </a:lnTo>
                  <a:lnTo>
                    <a:pt x="28874" y="6277231"/>
                  </a:lnTo>
                  <a:lnTo>
                    <a:pt x="29000" y="6277231"/>
                  </a:lnTo>
                  <a:lnTo>
                    <a:pt x="29126" y="6277231"/>
                  </a:lnTo>
                  <a:lnTo>
                    <a:pt x="29252" y="6277231"/>
                  </a:lnTo>
                  <a:lnTo>
                    <a:pt x="29378" y="6277231"/>
                  </a:lnTo>
                  <a:lnTo>
                    <a:pt x="29504" y="6277231"/>
                  </a:lnTo>
                  <a:lnTo>
                    <a:pt x="29630" y="6277231"/>
                  </a:lnTo>
                  <a:lnTo>
                    <a:pt x="29756" y="6277231"/>
                  </a:lnTo>
                  <a:lnTo>
                    <a:pt x="29882" y="6277231"/>
                  </a:lnTo>
                  <a:lnTo>
                    <a:pt x="30008" y="6277231"/>
                  </a:lnTo>
                  <a:lnTo>
                    <a:pt x="30134" y="6277231"/>
                  </a:lnTo>
                  <a:lnTo>
                    <a:pt x="30134" y="6271952"/>
                  </a:lnTo>
                  <a:lnTo>
                    <a:pt x="30261" y="6271952"/>
                  </a:lnTo>
                  <a:lnTo>
                    <a:pt x="30387" y="6271952"/>
                  </a:lnTo>
                  <a:lnTo>
                    <a:pt x="30513" y="6271952"/>
                  </a:lnTo>
                  <a:lnTo>
                    <a:pt x="30639" y="6271952"/>
                  </a:lnTo>
                  <a:lnTo>
                    <a:pt x="30765" y="6271952"/>
                  </a:lnTo>
                  <a:lnTo>
                    <a:pt x="30891" y="6271952"/>
                  </a:lnTo>
                  <a:lnTo>
                    <a:pt x="31017" y="6271952"/>
                  </a:lnTo>
                  <a:lnTo>
                    <a:pt x="31143" y="6271952"/>
                  </a:lnTo>
                  <a:lnTo>
                    <a:pt x="31269" y="6271952"/>
                  </a:lnTo>
                  <a:lnTo>
                    <a:pt x="31395" y="6271952"/>
                  </a:lnTo>
                  <a:lnTo>
                    <a:pt x="31521" y="6271952"/>
                  </a:lnTo>
                  <a:lnTo>
                    <a:pt x="31647" y="6271952"/>
                  </a:lnTo>
                  <a:lnTo>
                    <a:pt x="31774" y="6271952"/>
                  </a:lnTo>
                  <a:lnTo>
                    <a:pt x="31900" y="6271952"/>
                  </a:lnTo>
                  <a:lnTo>
                    <a:pt x="32026" y="6271952"/>
                  </a:lnTo>
                  <a:lnTo>
                    <a:pt x="32152" y="6271952"/>
                  </a:lnTo>
                  <a:lnTo>
                    <a:pt x="32278" y="6271952"/>
                  </a:lnTo>
                  <a:lnTo>
                    <a:pt x="32404" y="6271952"/>
                  </a:lnTo>
                  <a:lnTo>
                    <a:pt x="32530" y="6271952"/>
                  </a:lnTo>
                  <a:lnTo>
                    <a:pt x="32656" y="6271952"/>
                  </a:lnTo>
                  <a:lnTo>
                    <a:pt x="32782" y="6271952"/>
                  </a:lnTo>
                  <a:lnTo>
                    <a:pt x="32908" y="6271952"/>
                  </a:lnTo>
                  <a:lnTo>
                    <a:pt x="33034" y="6271952"/>
                  </a:lnTo>
                  <a:lnTo>
                    <a:pt x="33161" y="6271952"/>
                  </a:lnTo>
                  <a:lnTo>
                    <a:pt x="33287" y="6271952"/>
                  </a:lnTo>
                  <a:lnTo>
                    <a:pt x="33413" y="6271952"/>
                  </a:lnTo>
                  <a:lnTo>
                    <a:pt x="33539" y="6271952"/>
                  </a:lnTo>
                  <a:lnTo>
                    <a:pt x="33665" y="6271952"/>
                  </a:lnTo>
                  <a:lnTo>
                    <a:pt x="33791" y="6271952"/>
                  </a:lnTo>
                  <a:lnTo>
                    <a:pt x="33917" y="6271952"/>
                  </a:lnTo>
                  <a:lnTo>
                    <a:pt x="34043" y="6271952"/>
                  </a:lnTo>
                  <a:lnTo>
                    <a:pt x="34169" y="6271952"/>
                  </a:lnTo>
                  <a:lnTo>
                    <a:pt x="34295" y="6271952"/>
                  </a:lnTo>
                  <a:lnTo>
                    <a:pt x="34421" y="6271952"/>
                  </a:lnTo>
                  <a:lnTo>
                    <a:pt x="34548" y="6271952"/>
                  </a:lnTo>
                  <a:lnTo>
                    <a:pt x="34674" y="6271952"/>
                  </a:lnTo>
                  <a:lnTo>
                    <a:pt x="34800" y="6271952"/>
                  </a:lnTo>
                  <a:lnTo>
                    <a:pt x="34926" y="6271952"/>
                  </a:lnTo>
                  <a:lnTo>
                    <a:pt x="35052" y="6271952"/>
                  </a:lnTo>
                  <a:lnTo>
                    <a:pt x="35178" y="6271952"/>
                  </a:lnTo>
                  <a:lnTo>
                    <a:pt x="35304" y="6271952"/>
                  </a:lnTo>
                  <a:lnTo>
                    <a:pt x="35430" y="6271952"/>
                  </a:lnTo>
                  <a:lnTo>
                    <a:pt x="35556" y="6271952"/>
                  </a:lnTo>
                  <a:lnTo>
                    <a:pt x="35682" y="6271952"/>
                  </a:lnTo>
                  <a:lnTo>
                    <a:pt x="35808" y="6271952"/>
                  </a:lnTo>
                  <a:lnTo>
                    <a:pt x="35934" y="6271952"/>
                  </a:lnTo>
                  <a:lnTo>
                    <a:pt x="36061" y="6271952"/>
                  </a:lnTo>
                  <a:lnTo>
                    <a:pt x="36187" y="6271952"/>
                  </a:lnTo>
                  <a:lnTo>
                    <a:pt x="36313" y="6271952"/>
                  </a:lnTo>
                  <a:lnTo>
                    <a:pt x="36439" y="6271952"/>
                  </a:lnTo>
                  <a:lnTo>
                    <a:pt x="36565" y="6271952"/>
                  </a:lnTo>
                  <a:lnTo>
                    <a:pt x="36691" y="6271952"/>
                  </a:lnTo>
                  <a:lnTo>
                    <a:pt x="36817" y="6271952"/>
                  </a:lnTo>
                  <a:lnTo>
                    <a:pt x="36943" y="6271952"/>
                  </a:lnTo>
                  <a:lnTo>
                    <a:pt x="37069" y="6271952"/>
                  </a:lnTo>
                  <a:lnTo>
                    <a:pt x="37195" y="6271952"/>
                  </a:lnTo>
                  <a:lnTo>
                    <a:pt x="37321" y="6271952"/>
                  </a:lnTo>
                  <a:lnTo>
                    <a:pt x="37448" y="6271952"/>
                  </a:lnTo>
                  <a:lnTo>
                    <a:pt x="37574" y="6271952"/>
                  </a:lnTo>
                  <a:lnTo>
                    <a:pt x="37700" y="6271952"/>
                  </a:lnTo>
                  <a:lnTo>
                    <a:pt x="37826" y="6271952"/>
                  </a:lnTo>
                  <a:lnTo>
                    <a:pt x="37952" y="6271952"/>
                  </a:lnTo>
                  <a:lnTo>
                    <a:pt x="38078" y="6271952"/>
                  </a:lnTo>
                  <a:lnTo>
                    <a:pt x="38204" y="6271952"/>
                  </a:lnTo>
                  <a:lnTo>
                    <a:pt x="38330" y="6271952"/>
                  </a:lnTo>
                  <a:lnTo>
                    <a:pt x="38456" y="6271952"/>
                  </a:lnTo>
                  <a:lnTo>
                    <a:pt x="38582" y="6271952"/>
                  </a:lnTo>
                  <a:lnTo>
                    <a:pt x="38708" y="6271952"/>
                  </a:lnTo>
                  <a:lnTo>
                    <a:pt x="38708" y="6266673"/>
                  </a:lnTo>
                  <a:lnTo>
                    <a:pt x="38834" y="6266673"/>
                  </a:lnTo>
                  <a:lnTo>
                    <a:pt x="38961" y="6266673"/>
                  </a:lnTo>
                  <a:lnTo>
                    <a:pt x="39087" y="6266673"/>
                  </a:lnTo>
                  <a:lnTo>
                    <a:pt x="39213" y="6266673"/>
                  </a:lnTo>
                  <a:lnTo>
                    <a:pt x="39339" y="6266673"/>
                  </a:lnTo>
                  <a:lnTo>
                    <a:pt x="39465" y="6266673"/>
                  </a:lnTo>
                  <a:lnTo>
                    <a:pt x="39591" y="6266673"/>
                  </a:lnTo>
                  <a:lnTo>
                    <a:pt x="39717" y="6266673"/>
                  </a:lnTo>
                  <a:lnTo>
                    <a:pt x="39843" y="6266673"/>
                  </a:lnTo>
                  <a:lnTo>
                    <a:pt x="39969" y="6266673"/>
                  </a:lnTo>
                  <a:lnTo>
                    <a:pt x="40095" y="6266673"/>
                  </a:lnTo>
                  <a:lnTo>
                    <a:pt x="40221" y="6266673"/>
                  </a:lnTo>
                  <a:lnTo>
                    <a:pt x="40348" y="6266673"/>
                  </a:lnTo>
                  <a:lnTo>
                    <a:pt x="40474" y="6266673"/>
                  </a:lnTo>
                  <a:lnTo>
                    <a:pt x="40600" y="6266673"/>
                  </a:lnTo>
                  <a:lnTo>
                    <a:pt x="40726" y="6266673"/>
                  </a:lnTo>
                  <a:lnTo>
                    <a:pt x="40852" y="6266673"/>
                  </a:lnTo>
                  <a:lnTo>
                    <a:pt x="40978" y="6266673"/>
                  </a:lnTo>
                  <a:lnTo>
                    <a:pt x="41104" y="6266673"/>
                  </a:lnTo>
                  <a:lnTo>
                    <a:pt x="41230" y="6266673"/>
                  </a:lnTo>
                  <a:lnTo>
                    <a:pt x="41356" y="6266673"/>
                  </a:lnTo>
                  <a:lnTo>
                    <a:pt x="41482" y="6266673"/>
                  </a:lnTo>
                  <a:lnTo>
                    <a:pt x="41608" y="6266673"/>
                  </a:lnTo>
                  <a:lnTo>
                    <a:pt x="41735" y="6266673"/>
                  </a:lnTo>
                  <a:lnTo>
                    <a:pt x="41861" y="6266673"/>
                  </a:lnTo>
                  <a:lnTo>
                    <a:pt x="41987" y="6266673"/>
                  </a:lnTo>
                  <a:lnTo>
                    <a:pt x="42113" y="6266673"/>
                  </a:lnTo>
                  <a:lnTo>
                    <a:pt x="42239" y="6266673"/>
                  </a:lnTo>
                  <a:lnTo>
                    <a:pt x="42365" y="6266673"/>
                  </a:lnTo>
                  <a:lnTo>
                    <a:pt x="42491" y="6266673"/>
                  </a:lnTo>
                  <a:lnTo>
                    <a:pt x="42617" y="6266673"/>
                  </a:lnTo>
                  <a:lnTo>
                    <a:pt x="42743" y="6266673"/>
                  </a:lnTo>
                  <a:lnTo>
                    <a:pt x="42869" y="6266673"/>
                  </a:lnTo>
                  <a:lnTo>
                    <a:pt x="42995" y="6266673"/>
                  </a:lnTo>
                  <a:lnTo>
                    <a:pt x="43121" y="6266673"/>
                  </a:lnTo>
                  <a:lnTo>
                    <a:pt x="43248" y="6266673"/>
                  </a:lnTo>
                  <a:lnTo>
                    <a:pt x="43374" y="6266673"/>
                  </a:lnTo>
                  <a:lnTo>
                    <a:pt x="43500" y="6266673"/>
                  </a:lnTo>
                  <a:lnTo>
                    <a:pt x="43626" y="6266673"/>
                  </a:lnTo>
                  <a:lnTo>
                    <a:pt x="43752" y="6266673"/>
                  </a:lnTo>
                  <a:lnTo>
                    <a:pt x="43878" y="6266673"/>
                  </a:lnTo>
                  <a:lnTo>
                    <a:pt x="44004" y="6266673"/>
                  </a:lnTo>
                  <a:lnTo>
                    <a:pt x="44130" y="6266673"/>
                  </a:lnTo>
                  <a:lnTo>
                    <a:pt x="44256" y="6266673"/>
                  </a:lnTo>
                  <a:lnTo>
                    <a:pt x="44382" y="6266673"/>
                  </a:lnTo>
                  <a:lnTo>
                    <a:pt x="44508" y="6266673"/>
                  </a:lnTo>
                  <a:lnTo>
                    <a:pt x="44635" y="6266673"/>
                  </a:lnTo>
                  <a:lnTo>
                    <a:pt x="44761" y="6266673"/>
                  </a:lnTo>
                  <a:lnTo>
                    <a:pt x="44887" y="6266673"/>
                  </a:lnTo>
                  <a:lnTo>
                    <a:pt x="45013" y="6266673"/>
                  </a:lnTo>
                  <a:lnTo>
                    <a:pt x="45139" y="6266673"/>
                  </a:lnTo>
                  <a:lnTo>
                    <a:pt x="45139" y="6261393"/>
                  </a:lnTo>
                  <a:lnTo>
                    <a:pt x="45265" y="6261393"/>
                  </a:lnTo>
                  <a:lnTo>
                    <a:pt x="45391" y="6261393"/>
                  </a:lnTo>
                  <a:lnTo>
                    <a:pt x="45517" y="6261393"/>
                  </a:lnTo>
                  <a:lnTo>
                    <a:pt x="45643" y="6261393"/>
                  </a:lnTo>
                  <a:lnTo>
                    <a:pt x="45769" y="6261393"/>
                  </a:lnTo>
                  <a:lnTo>
                    <a:pt x="45895" y="6261393"/>
                  </a:lnTo>
                  <a:lnTo>
                    <a:pt x="46021" y="6261393"/>
                  </a:lnTo>
                  <a:lnTo>
                    <a:pt x="46148" y="6261393"/>
                  </a:lnTo>
                  <a:lnTo>
                    <a:pt x="46274" y="6261393"/>
                  </a:lnTo>
                  <a:lnTo>
                    <a:pt x="46400" y="6261393"/>
                  </a:lnTo>
                  <a:lnTo>
                    <a:pt x="46526" y="6261393"/>
                  </a:lnTo>
                  <a:lnTo>
                    <a:pt x="46652" y="6261393"/>
                  </a:lnTo>
                  <a:lnTo>
                    <a:pt x="46778" y="6261393"/>
                  </a:lnTo>
                  <a:lnTo>
                    <a:pt x="46904" y="6261393"/>
                  </a:lnTo>
                  <a:lnTo>
                    <a:pt x="47030" y="6261393"/>
                  </a:lnTo>
                  <a:lnTo>
                    <a:pt x="47156" y="6261393"/>
                  </a:lnTo>
                  <a:lnTo>
                    <a:pt x="47282" y="6261393"/>
                  </a:lnTo>
                  <a:lnTo>
                    <a:pt x="47408" y="6261393"/>
                  </a:lnTo>
                  <a:lnTo>
                    <a:pt x="47535" y="6261393"/>
                  </a:lnTo>
                  <a:lnTo>
                    <a:pt x="47661" y="6261393"/>
                  </a:lnTo>
                  <a:lnTo>
                    <a:pt x="47787" y="6261393"/>
                  </a:lnTo>
                  <a:lnTo>
                    <a:pt x="47913" y="6261393"/>
                  </a:lnTo>
                  <a:lnTo>
                    <a:pt x="48039" y="6261393"/>
                  </a:lnTo>
                  <a:lnTo>
                    <a:pt x="48165" y="6261393"/>
                  </a:lnTo>
                  <a:lnTo>
                    <a:pt x="48291" y="6261393"/>
                  </a:lnTo>
                  <a:lnTo>
                    <a:pt x="48417" y="6261393"/>
                  </a:lnTo>
                  <a:lnTo>
                    <a:pt x="48543" y="6261393"/>
                  </a:lnTo>
                  <a:lnTo>
                    <a:pt x="48669" y="6261393"/>
                  </a:lnTo>
                  <a:lnTo>
                    <a:pt x="48795" y="6261393"/>
                  </a:lnTo>
                  <a:lnTo>
                    <a:pt x="48921" y="6261393"/>
                  </a:lnTo>
                  <a:lnTo>
                    <a:pt x="49048" y="6261393"/>
                  </a:lnTo>
                  <a:lnTo>
                    <a:pt x="49174" y="6261393"/>
                  </a:lnTo>
                  <a:lnTo>
                    <a:pt x="49300" y="6261393"/>
                  </a:lnTo>
                  <a:lnTo>
                    <a:pt x="49426" y="6261393"/>
                  </a:lnTo>
                  <a:lnTo>
                    <a:pt x="49552" y="6261393"/>
                  </a:lnTo>
                  <a:lnTo>
                    <a:pt x="49678" y="6261393"/>
                  </a:lnTo>
                  <a:lnTo>
                    <a:pt x="49804" y="6261393"/>
                  </a:lnTo>
                  <a:lnTo>
                    <a:pt x="49930" y="6261393"/>
                  </a:lnTo>
                  <a:lnTo>
                    <a:pt x="50056" y="6261393"/>
                  </a:lnTo>
                  <a:lnTo>
                    <a:pt x="50182" y="6261393"/>
                  </a:lnTo>
                  <a:lnTo>
                    <a:pt x="50308" y="6261393"/>
                  </a:lnTo>
                  <a:lnTo>
                    <a:pt x="50435" y="6261393"/>
                  </a:lnTo>
                  <a:lnTo>
                    <a:pt x="50561" y="6261393"/>
                  </a:lnTo>
                  <a:lnTo>
                    <a:pt x="50687" y="6261393"/>
                  </a:lnTo>
                  <a:lnTo>
                    <a:pt x="50813" y="6261393"/>
                  </a:lnTo>
                  <a:lnTo>
                    <a:pt x="50939" y="6261393"/>
                  </a:lnTo>
                  <a:lnTo>
                    <a:pt x="51065" y="6261393"/>
                  </a:lnTo>
                  <a:lnTo>
                    <a:pt x="51191" y="6261393"/>
                  </a:lnTo>
                  <a:lnTo>
                    <a:pt x="51191" y="6256114"/>
                  </a:lnTo>
                  <a:lnTo>
                    <a:pt x="51317" y="6256114"/>
                  </a:lnTo>
                  <a:lnTo>
                    <a:pt x="51443" y="6256114"/>
                  </a:lnTo>
                  <a:lnTo>
                    <a:pt x="51569" y="6256114"/>
                  </a:lnTo>
                  <a:lnTo>
                    <a:pt x="51695" y="6256114"/>
                  </a:lnTo>
                  <a:lnTo>
                    <a:pt x="51822" y="6256114"/>
                  </a:lnTo>
                  <a:lnTo>
                    <a:pt x="51948" y="6256114"/>
                  </a:lnTo>
                  <a:lnTo>
                    <a:pt x="52074" y="6256114"/>
                  </a:lnTo>
                  <a:lnTo>
                    <a:pt x="52200" y="6256114"/>
                  </a:lnTo>
                  <a:lnTo>
                    <a:pt x="52326" y="6256114"/>
                  </a:lnTo>
                  <a:lnTo>
                    <a:pt x="52452" y="6256114"/>
                  </a:lnTo>
                  <a:lnTo>
                    <a:pt x="52578" y="6256114"/>
                  </a:lnTo>
                  <a:lnTo>
                    <a:pt x="52704" y="6256114"/>
                  </a:lnTo>
                  <a:lnTo>
                    <a:pt x="52830" y="6256114"/>
                  </a:lnTo>
                  <a:lnTo>
                    <a:pt x="52956" y="6256114"/>
                  </a:lnTo>
                  <a:lnTo>
                    <a:pt x="53082" y="6256114"/>
                  </a:lnTo>
                  <a:lnTo>
                    <a:pt x="53208" y="6256114"/>
                  </a:lnTo>
                  <a:lnTo>
                    <a:pt x="53335" y="6256114"/>
                  </a:lnTo>
                  <a:lnTo>
                    <a:pt x="53461" y="6256114"/>
                  </a:lnTo>
                  <a:lnTo>
                    <a:pt x="53587" y="6256114"/>
                  </a:lnTo>
                  <a:lnTo>
                    <a:pt x="53713" y="6256114"/>
                  </a:lnTo>
                  <a:lnTo>
                    <a:pt x="53839" y="6256114"/>
                  </a:lnTo>
                  <a:lnTo>
                    <a:pt x="53839" y="6250834"/>
                  </a:lnTo>
                  <a:lnTo>
                    <a:pt x="53965" y="6250834"/>
                  </a:lnTo>
                  <a:lnTo>
                    <a:pt x="54091" y="6250834"/>
                  </a:lnTo>
                  <a:lnTo>
                    <a:pt x="54217" y="6250834"/>
                  </a:lnTo>
                  <a:lnTo>
                    <a:pt x="54343" y="6250834"/>
                  </a:lnTo>
                  <a:lnTo>
                    <a:pt x="54469" y="6250834"/>
                  </a:lnTo>
                  <a:lnTo>
                    <a:pt x="54595" y="6250834"/>
                  </a:lnTo>
                  <a:lnTo>
                    <a:pt x="54722" y="6250834"/>
                  </a:lnTo>
                  <a:lnTo>
                    <a:pt x="54848" y="6250834"/>
                  </a:lnTo>
                  <a:lnTo>
                    <a:pt x="54974" y="6250834"/>
                  </a:lnTo>
                  <a:lnTo>
                    <a:pt x="55100" y="6250834"/>
                  </a:lnTo>
                  <a:lnTo>
                    <a:pt x="55226" y="6250834"/>
                  </a:lnTo>
                  <a:lnTo>
                    <a:pt x="55352" y="6250834"/>
                  </a:lnTo>
                  <a:lnTo>
                    <a:pt x="55478" y="6250834"/>
                  </a:lnTo>
                  <a:lnTo>
                    <a:pt x="55604" y="6250834"/>
                  </a:lnTo>
                  <a:lnTo>
                    <a:pt x="55730" y="6250834"/>
                  </a:lnTo>
                  <a:lnTo>
                    <a:pt x="55856" y="6250834"/>
                  </a:lnTo>
                  <a:lnTo>
                    <a:pt x="55982" y="6250834"/>
                  </a:lnTo>
                  <a:lnTo>
                    <a:pt x="56108" y="6250834"/>
                  </a:lnTo>
                  <a:lnTo>
                    <a:pt x="56235" y="6250834"/>
                  </a:lnTo>
                  <a:lnTo>
                    <a:pt x="56361" y="6250834"/>
                  </a:lnTo>
                  <a:lnTo>
                    <a:pt x="56487" y="6250834"/>
                  </a:lnTo>
                  <a:lnTo>
                    <a:pt x="56613" y="6250834"/>
                  </a:lnTo>
                  <a:lnTo>
                    <a:pt x="56739" y="6250834"/>
                  </a:lnTo>
                  <a:lnTo>
                    <a:pt x="56865" y="6250834"/>
                  </a:lnTo>
                  <a:lnTo>
                    <a:pt x="56991" y="6250834"/>
                  </a:lnTo>
                  <a:lnTo>
                    <a:pt x="57117" y="6250834"/>
                  </a:lnTo>
                  <a:lnTo>
                    <a:pt x="57243" y="6250834"/>
                  </a:lnTo>
                  <a:lnTo>
                    <a:pt x="57369" y="6250834"/>
                  </a:lnTo>
                  <a:lnTo>
                    <a:pt x="57495" y="6250834"/>
                  </a:lnTo>
                  <a:lnTo>
                    <a:pt x="57622" y="6250834"/>
                  </a:lnTo>
                  <a:lnTo>
                    <a:pt x="57748" y="6250834"/>
                  </a:lnTo>
                  <a:lnTo>
                    <a:pt x="57874" y="6250834"/>
                  </a:lnTo>
                  <a:lnTo>
                    <a:pt x="57874" y="6245555"/>
                  </a:lnTo>
                  <a:lnTo>
                    <a:pt x="58000" y="6245555"/>
                  </a:lnTo>
                  <a:lnTo>
                    <a:pt x="58126" y="6245555"/>
                  </a:lnTo>
                  <a:lnTo>
                    <a:pt x="58252" y="6245555"/>
                  </a:lnTo>
                  <a:lnTo>
                    <a:pt x="58378" y="6245555"/>
                  </a:lnTo>
                  <a:lnTo>
                    <a:pt x="58504" y="6245555"/>
                  </a:lnTo>
                  <a:lnTo>
                    <a:pt x="58630" y="6245555"/>
                  </a:lnTo>
                  <a:lnTo>
                    <a:pt x="58756" y="6245555"/>
                  </a:lnTo>
                  <a:lnTo>
                    <a:pt x="58882" y="6245555"/>
                  </a:lnTo>
                  <a:lnTo>
                    <a:pt x="59009" y="6245555"/>
                  </a:lnTo>
                  <a:lnTo>
                    <a:pt x="59135" y="6245555"/>
                  </a:lnTo>
                  <a:lnTo>
                    <a:pt x="59261" y="6245555"/>
                  </a:lnTo>
                  <a:lnTo>
                    <a:pt x="59387" y="6245555"/>
                  </a:lnTo>
                  <a:lnTo>
                    <a:pt x="59513" y="6245555"/>
                  </a:lnTo>
                  <a:lnTo>
                    <a:pt x="59639" y="6245555"/>
                  </a:lnTo>
                  <a:lnTo>
                    <a:pt x="59765" y="6245555"/>
                  </a:lnTo>
                  <a:lnTo>
                    <a:pt x="59891" y="6245555"/>
                  </a:lnTo>
                  <a:lnTo>
                    <a:pt x="60017" y="6245555"/>
                  </a:lnTo>
                  <a:lnTo>
                    <a:pt x="60143" y="6245555"/>
                  </a:lnTo>
                  <a:lnTo>
                    <a:pt x="60269" y="6245555"/>
                  </a:lnTo>
                  <a:lnTo>
                    <a:pt x="60395" y="6245555"/>
                  </a:lnTo>
                  <a:lnTo>
                    <a:pt x="60522" y="6245555"/>
                  </a:lnTo>
                  <a:lnTo>
                    <a:pt x="60648" y="6245555"/>
                  </a:lnTo>
                  <a:lnTo>
                    <a:pt x="60774" y="6245555"/>
                  </a:lnTo>
                  <a:lnTo>
                    <a:pt x="60900" y="6245555"/>
                  </a:lnTo>
                  <a:lnTo>
                    <a:pt x="61026" y="6245555"/>
                  </a:lnTo>
                  <a:lnTo>
                    <a:pt x="61152" y="6245555"/>
                  </a:lnTo>
                  <a:lnTo>
                    <a:pt x="61278" y="6245555"/>
                  </a:lnTo>
                  <a:lnTo>
                    <a:pt x="61278" y="6240276"/>
                  </a:lnTo>
                  <a:lnTo>
                    <a:pt x="61404" y="6240276"/>
                  </a:lnTo>
                  <a:lnTo>
                    <a:pt x="61530" y="6240276"/>
                  </a:lnTo>
                  <a:lnTo>
                    <a:pt x="61656" y="6240276"/>
                  </a:lnTo>
                  <a:lnTo>
                    <a:pt x="61782" y="6240276"/>
                  </a:lnTo>
                  <a:lnTo>
                    <a:pt x="61909" y="6240276"/>
                  </a:lnTo>
                  <a:lnTo>
                    <a:pt x="62035" y="6240276"/>
                  </a:lnTo>
                  <a:lnTo>
                    <a:pt x="62161" y="6240276"/>
                  </a:lnTo>
                  <a:lnTo>
                    <a:pt x="62287" y="6240276"/>
                  </a:lnTo>
                  <a:lnTo>
                    <a:pt x="62413" y="6240276"/>
                  </a:lnTo>
                  <a:lnTo>
                    <a:pt x="62539" y="6240276"/>
                  </a:lnTo>
                  <a:lnTo>
                    <a:pt x="62665" y="6240276"/>
                  </a:lnTo>
                  <a:lnTo>
                    <a:pt x="62791" y="6240276"/>
                  </a:lnTo>
                  <a:lnTo>
                    <a:pt x="62917" y="6240276"/>
                  </a:lnTo>
                  <a:lnTo>
                    <a:pt x="63043" y="6240276"/>
                  </a:lnTo>
                  <a:lnTo>
                    <a:pt x="63169" y="6240276"/>
                  </a:lnTo>
                  <a:lnTo>
                    <a:pt x="63295" y="6240276"/>
                  </a:lnTo>
                  <a:lnTo>
                    <a:pt x="63422" y="6240276"/>
                  </a:lnTo>
                  <a:lnTo>
                    <a:pt x="63548" y="6240276"/>
                  </a:lnTo>
                  <a:lnTo>
                    <a:pt x="63674" y="6240276"/>
                  </a:lnTo>
                  <a:lnTo>
                    <a:pt x="63800" y="6240276"/>
                  </a:lnTo>
                  <a:lnTo>
                    <a:pt x="63926" y="6240276"/>
                  </a:lnTo>
                  <a:lnTo>
                    <a:pt x="64052" y="6240276"/>
                  </a:lnTo>
                  <a:lnTo>
                    <a:pt x="64178" y="6240276"/>
                  </a:lnTo>
                  <a:lnTo>
                    <a:pt x="64304" y="6240276"/>
                  </a:lnTo>
                  <a:lnTo>
                    <a:pt x="64430" y="6240276"/>
                  </a:lnTo>
                  <a:lnTo>
                    <a:pt x="64556" y="6240276"/>
                  </a:lnTo>
                  <a:lnTo>
                    <a:pt x="64682" y="6240276"/>
                  </a:lnTo>
                  <a:lnTo>
                    <a:pt x="64809" y="6240276"/>
                  </a:lnTo>
                  <a:lnTo>
                    <a:pt x="64935" y="6240276"/>
                  </a:lnTo>
                  <a:lnTo>
                    <a:pt x="65061" y="6240276"/>
                  </a:lnTo>
                  <a:lnTo>
                    <a:pt x="65187" y="6240276"/>
                  </a:lnTo>
                  <a:lnTo>
                    <a:pt x="65313" y="6240276"/>
                  </a:lnTo>
                  <a:lnTo>
                    <a:pt x="65439" y="6240276"/>
                  </a:lnTo>
                  <a:lnTo>
                    <a:pt x="65565" y="6240276"/>
                  </a:lnTo>
                  <a:lnTo>
                    <a:pt x="65691" y="6240276"/>
                  </a:lnTo>
                  <a:lnTo>
                    <a:pt x="65817" y="6240276"/>
                  </a:lnTo>
                  <a:lnTo>
                    <a:pt x="65943" y="6240276"/>
                  </a:lnTo>
                  <a:lnTo>
                    <a:pt x="66069" y="6240276"/>
                  </a:lnTo>
                  <a:lnTo>
                    <a:pt x="66195" y="6240276"/>
                  </a:lnTo>
                  <a:lnTo>
                    <a:pt x="66322" y="6240276"/>
                  </a:lnTo>
                  <a:lnTo>
                    <a:pt x="66448" y="6240276"/>
                  </a:lnTo>
                  <a:lnTo>
                    <a:pt x="66574" y="6240276"/>
                  </a:lnTo>
                  <a:lnTo>
                    <a:pt x="66574" y="6234996"/>
                  </a:lnTo>
                  <a:lnTo>
                    <a:pt x="66700" y="6234996"/>
                  </a:lnTo>
                  <a:lnTo>
                    <a:pt x="66826" y="6234996"/>
                  </a:lnTo>
                  <a:lnTo>
                    <a:pt x="66952" y="6234996"/>
                  </a:lnTo>
                  <a:lnTo>
                    <a:pt x="67078" y="6234996"/>
                  </a:lnTo>
                  <a:lnTo>
                    <a:pt x="67204" y="6234996"/>
                  </a:lnTo>
                  <a:lnTo>
                    <a:pt x="67330" y="6234996"/>
                  </a:lnTo>
                  <a:lnTo>
                    <a:pt x="67456" y="6234996"/>
                  </a:lnTo>
                  <a:lnTo>
                    <a:pt x="67582" y="6234996"/>
                  </a:lnTo>
                  <a:lnTo>
                    <a:pt x="67582" y="6229717"/>
                  </a:lnTo>
                  <a:lnTo>
                    <a:pt x="67709" y="6229717"/>
                  </a:lnTo>
                  <a:lnTo>
                    <a:pt x="67835" y="6229717"/>
                  </a:lnTo>
                  <a:lnTo>
                    <a:pt x="67835" y="6224437"/>
                  </a:lnTo>
                  <a:lnTo>
                    <a:pt x="67961" y="6224437"/>
                  </a:lnTo>
                  <a:lnTo>
                    <a:pt x="68087" y="6224437"/>
                  </a:lnTo>
                  <a:lnTo>
                    <a:pt x="68213" y="6224437"/>
                  </a:lnTo>
                  <a:lnTo>
                    <a:pt x="68339" y="6224437"/>
                  </a:lnTo>
                  <a:lnTo>
                    <a:pt x="68465" y="6224437"/>
                  </a:lnTo>
                  <a:lnTo>
                    <a:pt x="68591" y="6224437"/>
                  </a:lnTo>
                  <a:lnTo>
                    <a:pt x="68591" y="6219158"/>
                  </a:lnTo>
                  <a:lnTo>
                    <a:pt x="68717" y="6219158"/>
                  </a:lnTo>
                  <a:lnTo>
                    <a:pt x="68843" y="6219158"/>
                  </a:lnTo>
                  <a:lnTo>
                    <a:pt x="68969" y="6219158"/>
                  </a:lnTo>
                  <a:lnTo>
                    <a:pt x="69096" y="6219158"/>
                  </a:lnTo>
                  <a:lnTo>
                    <a:pt x="69222" y="6219158"/>
                  </a:lnTo>
                  <a:lnTo>
                    <a:pt x="69348" y="6219158"/>
                  </a:lnTo>
                  <a:lnTo>
                    <a:pt x="69348" y="6213878"/>
                  </a:lnTo>
                  <a:lnTo>
                    <a:pt x="69474" y="6213878"/>
                  </a:lnTo>
                  <a:lnTo>
                    <a:pt x="69474" y="6208599"/>
                  </a:lnTo>
                  <a:lnTo>
                    <a:pt x="69600" y="6208599"/>
                  </a:lnTo>
                  <a:lnTo>
                    <a:pt x="69726" y="6208599"/>
                  </a:lnTo>
                  <a:lnTo>
                    <a:pt x="69852" y="6208599"/>
                  </a:lnTo>
                  <a:lnTo>
                    <a:pt x="69978" y="6208599"/>
                  </a:lnTo>
                  <a:lnTo>
                    <a:pt x="70104" y="6208599"/>
                  </a:lnTo>
                  <a:lnTo>
                    <a:pt x="70230" y="6208599"/>
                  </a:lnTo>
                  <a:lnTo>
                    <a:pt x="70356" y="6208599"/>
                  </a:lnTo>
                  <a:lnTo>
                    <a:pt x="70356" y="6203320"/>
                  </a:lnTo>
                  <a:lnTo>
                    <a:pt x="70482" y="6203320"/>
                  </a:lnTo>
                  <a:lnTo>
                    <a:pt x="70609" y="6203320"/>
                  </a:lnTo>
                  <a:lnTo>
                    <a:pt x="70735" y="6203320"/>
                  </a:lnTo>
                  <a:lnTo>
                    <a:pt x="70861" y="6203320"/>
                  </a:lnTo>
                  <a:lnTo>
                    <a:pt x="70987" y="6203320"/>
                  </a:lnTo>
                  <a:lnTo>
                    <a:pt x="71113" y="6203320"/>
                  </a:lnTo>
                  <a:lnTo>
                    <a:pt x="71239" y="6203320"/>
                  </a:lnTo>
                  <a:lnTo>
                    <a:pt x="71239" y="6198040"/>
                  </a:lnTo>
                  <a:lnTo>
                    <a:pt x="71365" y="6198040"/>
                  </a:lnTo>
                  <a:lnTo>
                    <a:pt x="71491" y="6198040"/>
                  </a:lnTo>
                  <a:lnTo>
                    <a:pt x="71617" y="6198040"/>
                  </a:lnTo>
                  <a:lnTo>
                    <a:pt x="71743" y="6198040"/>
                  </a:lnTo>
                  <a:lnTo>
                    <a:pt x="71869" y="6198040"/>
                  </a:lnTo>
                  <a:lnTo>
                    <a:pt x="71996" y="6198040"/>
                  </a:lnTo>
                  <a:lnTo>
                    <a:pt x="72122" y="6198040"/>
                  </a:lnTo>
                  <a:lnTo>
                    <a:pt x="72248" y="6198040"/>
                  </a:lnTo>
                  <a:lnTo>
                    <a:pt x="72374" y="6198040"/>
                  </a:lnTo>
                  <a:lnTo>
                    <a:pt x="72500" y="6198040"/>
                  </a:lnTo>
                  <a:lnTo>
                    <a:pt x="72626" y="6198040"/>
                  </a:lnTo>
                  <a:lnTo>
                    <a:pt x="72752" y="6198040"/>
                  </a:lnTo>
                  <a:lnTo>
                    <a:pt x="72878" y="6198040"/>
                  </a:lnTo>
                  <a:lnTo>
                    <a:pt x="73004" y="6198040"/>
                  </a:lnTo>
                  <a:lnTo>
                    <a:pt x="73130" y="6198040"/>
                  </a:lnTo>
                  <a:lnTo>
                    <a:pt x="73256" y="6198040"/>
                  </a:lnTo>
                  <a:lnTo>
                    <a:pt x="73382" y="6198040"/>
                  </a:lnTo>
                  <a:lnTo>
                    <a:pt x="73509" y="6198040"/>
                  </a:lnTo>
                  <a:lnTo>
                    <a:pt x="73635" y="6198040"/>
                  </a:lnTo>
                  <a:lnTo>
                    <a:pt x="73761" y="6198040"/>
                  </a:lnTo>
                  <a:lnTo>
                    <a:pt x="73887" y="6198040"/>
                  </a:lnTo>
                  <a:lnTo>
                    <a:pt x="74013" y="6198040"/>
                  </a:lnTo>
                  <a:lnTo>
                    <a:pt x="74139" y="6198040"/>
                  </a:lnTo>
                  <a:lnTo>
                    <a:pt x="74139" y="6192761"/>
                  </a:lnTo>
                  <a:lnTo>
                    <a:pt x="74265" y="6192761"/>
                  </a:lnTo>
                  <a:lnTo>
                    <a:pt x="74391" y="6192761"/>
                  </a:lnTo>
                  <a:lnTo>
                    <a:pt x="74517" y="6192761"/>
                  </a:lnTo>
                  <a:lnTo>
                    <a:pt x="74643" y="6192761"/>
                  </a:lnTo>
                  <a:lnTo>
                    <a:pt x="74769" y="6192761"/>
                  </a:lnTo>
                  <a:lnTo>
                    <a:pt x="74896" y="6192761"/>
                  </a:lnTo>
                  <a:lnTo>
                    <a:pt x="75022" y="6192761"/>
                  </a:lnTo>
                  <a:lnTo>
                    <a:pt x="75148" y="6192761"/>
                  </a:lnTo>
                  <a:lnTo>
                    <a:pt x="75274" y="6192761"/>
                  </a:lnTo>
                  <a:lnTo>
                    <a:pt x="75400" y="6192761"/>
                  </a:lnTo>
                  <a:lnTo>
                    <a:pt x="75526" y="6192761"/>
                  </a:lnTo>
                  <a:lnTo>
                    <a:pt x="75652" y="6192761"/>
                  </a:lnTo>
                  <a:lnTo>
                    <a:pt x="75778" y="6192761"/>
                  </a:lnTo>
                  <a:lnTo>
                    <a:pt x="75904" y="6192761"/>
                  </a:lnTo>
                  <a:lnTo>
                    <a:pt x="76030" y="6192761"/>
                  </a:lnTo>
                  <a:lnTo>
                    <a:pt x="76156" y="6192761"/>
                  </a:lnTo>
                  <a:lnTo>
                    <a:pt x="76283" y="6192761"/>
                  </a:lnTo>
                  <a:lnTo>
                    <a:pt x="76409" y="6192761"/>
                  </a:lnTo>
                  <a:lnTo>
                    <a:pt x="76535" y="6192761"/>
                  </a:lnTo>
                  <a:lnTo>
                    <a:pt x="76661" y="6192761"/>
                  </a:lnTo>
                  <a:lnTo>
                    <a:pt x="76787" y="6192761"/>
                  </a:lnTo>
                  <a:lnTo>
                    <a:pt x="76913" y="6192761"/>
                  </a:lnTo>
                  <a:lnTo>
                    <a:pt x="77039" y="6192761"/>
                  </a:lnTo>
                  <a:lnTo>
                    <a:pt x="77165" y="6192761"/>
                  </a:lnTo>
                  <a:lnTo>
                    <a:pt x="77291" y="6192761"/>
                  </a:lnTo>
                  <a:lnTo>
                    <a:pt x="77291" y="6187481"/>
                  </a:lnTo>
                  <a:lnTo>
                    <a:pt x="77417" y="6187481"/>
                  </a:lnTo>
                  <a:lnTo>
                    <a:pt x="77543" y="6187481"/>
                  </a:lnTo>
                  <a:lnTo>
                    <a:pt x="77669" y="6187481"/>
                  </a:lnTo>
                  <a:lnTo>
                    <a:pt x="77796" y="6187481"/>
                  </a:lnTo>
                  <a:lnTo>
                    <a:pt x="77922" y="6187481"/>
                  </a:lnTo>
                  <a:lnTo>
                    <a:pt x="78048" y="6187481"/>
                  </a:lnTo>
                  <a:lnTo>
                    <a:pt x="78174" y="6187481"/>
                  </a:lnTo>
                  <a:lnTo>
                    <a:pt x="78300" y="6187481"/>
                  </a:lnTo>
                  <a:lnTo>
                    <a:pt x="78426" y="6187481"/>
                  </a:lnTo>
                  <a:lnTo>
                    <a:pt x="78552" y="6187481"/>
                  </a:lnTo>
                  <a:lnTo>
                    <a:pt x="78678" y="6187481"/>
                  </a:lnTo>
                  <a:lnTo>
                    <a:pt x="78804" y="6187481"/>
                  </a:lnTo>
                  <a:lnTo>
                    <a:pt x="78930" y="6187481"/>
                  </a:lnTo>
                  <a:lnTo>
                    <a:pt x="79056" y="6187481"/>
                  </a:lnTo>
                  <a:lnTo>
                    <a:pt x="79183" y="6187481"/>
                  </a:lnTo>
                  <a:lnTo>
                    <a:pt x="79309" y="6187481"/>
                  </a:lnTo>
                  <a:lnTo>
                    <a:pt x="79435" y="6187481"/>
                  </a:lnTo>
                  <a:lnTo>
                    <a:pt x="79561" y="6187481"/>
                  </a:lnTo>
                  <a:lnTo>
                    <a:pt x="79687" y="6187481"/>
                  </a:lnTo>
                  <a:lnTo>
                    <a:pt x="79813" y="6187481"/>
                  </a:lnTo>
                  <a:lnTo>
                    <a:pt x="79939" y="6187481"/>
                  </a:lnTo>
                  <a:lnTo>
                    <a:pt x="80065" y="6187481"/>
                  </a:lnTo>
                  <a:lnTo>
                    <a:pt x="80191" y="6187481"/>
                  </a:lnTo>
                  <a:lnTo>
                    <a:pt x="80317" y="6187481"/>
                  </a:lnTo>
                  <a:lnTo>
                    <a:pt x="80443" y="6187481"/>
                  </a:lnTo>
                  <a:lnTo>
                    <a:pt x="80569" y="6187481"/>
                  </a:lnTo>
                  <a:lnTo>
                    <a:pt x="80696" y="6187481"/>
                  </a:lnTo>
                  <a:lnTo>
                    <a:pt x="80822" y="6187481"/>
                  </a:lnTo>
                  <a:lnTo>
                    <a:pt x="80948" y="6187481"/>
                  </a:lnTo>
                  <a:lnTo>
                    <a:pt x="81074" y="6187481"/>
                  </a:lnTo>
                  <a:lnTo>
                    <a:pt x="81200" y="6187481"/>
                  </a:lnTo>
                  <a:lnTo>
                    <a:pt x="81326" y="6187481"/>
                  </a:lnTo>
                  <a:lnTo>
                    <a:pt x="81452" y="6187481"/>
                  </a:lnTo>
                  <a:lnTo>
                    <a:pt x="81578" y="6187481"/>
                  </a:lnTo>
                  <a:lnTo>
                    <a:pt x="81704" y="6187481"/>
                  </a:lnTo>
                  <a:lnTo>
                    <a:pt x="81830" y="6187481"/>
                  </a:lnTo>
                  <a:lnTo>
                    <a:pt x="81956" y="6187481"/>
                  </a:lnTo>
                  <a:lnTo>
                    <a:pt x="82083" y="6187481"/>
                  </a:lnTo>
                  <a:lnTo>
                    <a:pt x="82209" y="6187481"/>
                  </a:lnTo>
                  <a:lnTo>
                    <a:pt x="82335" y="6187481"/>
                  </a:lnTo>
                  <a:lnTo>
                    <a:pt x="82461" y="6187481"/>
                  </a:lnTo>
                  <a:lnTo>
                    <a:pt x="82587" y="6187481"/>
                  </a:lnTo>
                  <a:lnTo>
                    <a:pt x="82713" y="6187481"/>
                  </a:lnTo>
                  <a:lnTo>
                    <a:pt x="82839" y="6187481"/>
                  </a:lnTo>
                  <a:lnTo>
                    <a:pt x="82965" y="6187481"/>
                  </a:lnTo>
                  <a:lnTo>
                    <a:pt x="83091" y="6187481"/>
                  </a:lnTo>
                  <a:lnTo>
                    <a:pt x="83217" y="6187481"/>
                  </a:lnTo>
                  <a:lnTo>
                    <a:pt x="83343" y="6187481"/>
                  </a:lnTo>
                  <a:lnTo>
                    <a:pt x="83470" y="6187481"/>
                  </a:lnTo>
                  <a:lnTo>
                    <a:pt x="83596" y="6187481"/>
                  </a:lnTo>
                  <a:lnTo>
                    <a:pt x="83596" y="6182202"/>
                  </a:lnTo>
                  <a:lnTo>
                    <a:pt x="83722" y="6182202"/>
                  </a:lnTo>
                  <a:lnTo>
                    <a:pt x="83848" y="6182202"/>
                  </a:lnTo>
                  <a:lnTo>
                    <a:pt x="83974" y="6182202"/>
                  </a:lnTo>
                  <a:lnTo>
                    <a:pt x="84100" y="6182202"/>
                  </a:lnTo>
                  <a:lnTo>
                    <a:pt x="84226" y="6182202"/>
                  </a:lnTo>
                  <a:lnTo>
                    <a:pt x="84352" y="6182202"/>
                  </a:lnTo>
                  <a:lnTo>
                    <a:pt x="84478" y="6182202"/>
                  </a:lnTo>
                  <a:lnTo>
                    <a:pt x="84604" y="6182202"/>
                  </a:lnTo>
                  <a:lnTo>
                    <a:pt x="84730" y="6182202"/>
                  </a:lnTo>
                  <a:lnTo>
                    <a:pt x="84856" y="6182202"/>
                  </a:lnTo>
                  <a:lnTo>
                    <a:pt x="84983" y="6182202"/>
                  </a:lnTo>
                  <a:lnTo>
                    <a:pt x="85109" y="6182202"/>
                  </a:lnTo>
                  <a:lnTo>
                    <a:pt x="85235" y="6182202"/>
                  </a:lnTo>
                  <a:lnTo>
                    <a:pt x="85361" y="6182202"/>
                  </a:lnTo>
                  <a:lnTo>
                    <a:pt x="85487" y="6182202"/>
                  </a:lnTo>
                  <a:lnTo>
                    <a:pt x="85613" y="6182202"/>
                  </a:lnTo>
                  <a:lnTo>
                    <a:pt x="85739" y="6182202"/>
                  </a:lnTo>
                  <a:lnTo>
                    <a:pt x="85865" y="6182202"/>
                  </a:lnTo>
                  <a:lnTo>
                    <a:pt x="85991" y="6182202"/>
                  </a:lnTo>
                  <a:lnTo>
                    <a:pt x="86117" y="6182202"/>
                  </a:lnTo>
                  <a:lnTo>
                    <a:pt x="86243" y="6182202"/>
                  </a:lnTo>
                  <a:lnTo>
                    <a:pt x="86370" y="6182202"/>
                  </a:lnTo>
                  <a:lnTo>
                    <a:pt x="86496" y="6182202"/>
                  </a:lnTo>
                  <a:lnTo>
                    <a:pt x="86622" y="6182202"/>
                  </a:lnTo>
                  <a:lnTo>
                    <a:pt x="86748" y="6182202"/>
                  </a:lnTo>
                  <a:lnTo>
                    <a:pt x="86874" y="6182202"/>
                  </a:lnTo>
                  <a:lnTo>
                    <a:pt x="87000" y="6182202"/>
                  </a:lnTo>
                  <a:lnTo>
                    <a:pt x="87126" y="6182202"/>
                  </a:lnTo>
                  <a:lnTo>
                    <a:pt x="87252" y="6182202"/>
                  </a:lnTo>
                  <a:lnTo>
                    <a:pt x="87378" y="6182202"/>
                  </a:lnTo>
                  <a:lnTo>
                    <a:pt x="87504" y="6182202"/>
                  </a:lnTo>
                  <a:lnTo>
                    <a:pt x="87630" y="6182202"/>
                  </a:lnTo>
                  <a:lnTo>
                    <a:pt x="87756" y="6182202"/>
                  </a:lnTo>
                  <a:lnTo>
                    <a:pt x="87883" y="6182202"/>
                  </a:lnTo>
                  <a:lnTo>
                    <a:pt x="88009" y="6182202"/>
                  </a:lnTo>
                  <a:lnTo>
                    <a:pt x="88135" y="6182202"/>
                  </a:lnTo>
                  <a:lnTo>
                    <a:pt x="88261" y="6182202"/>
                  </a:lnTo>
                  <a:lnTo>
                    <a:pt x="88387" y="6182202"/>
                  </a:lnTo>
                  <a:lnTo>
                    <a:pt x="88513" y="6182202"/>
                  </a:lnTo>
                  <a:lnTo>
                    <a:pt x="88639" y="6182202"/>
                  </a:lnTo>
                  <a:lnTo>
                    <a:pt x="88765" y="6182202"/>
                  </a:lnTo>
                  <a:lnTo>
                    <a:pt x="88891" y="6182202"/>
                  </a:lnTo>
                  <a:lnTo>
                    <a:pt x="89017" y="6182202"/>
                  </a:lnTo>
                  <a:lnTo>
                    <a:pt x="89143" y="6182202"/>
                  </a:lnTo>
                  <a:lnTo>
                    <a:pt x="89270" y="6182202"/>
                  </a:lnTo>
                  <a:lnTo>
                    <a:pt x="89396" y="6182202"/>
                  </a:lnTo>
                  <a:lnTo>
                    <a:pt x="89522" y="6182202"/>
                  </a:lnTo>
                  <a:lnTo>
                    <a:pt x="89648" y="6182202"/>
                  </a:lnTo>
                  <a:lnTo>
                    <a:pt x="89774" y="6182202"/>
                  </a:lnTo>
                  <a:lnTo>
                    <a:pt x="89900" y="6182202"/>
                  </a:lnTo>
                  <a:lnTo>
                    <a:pt x="90026" y="6182202"/>
                  </a:lnTo>
                  <a:lnTo>
                    <a:pt x="90152" y="6182202"/>
                  </a:lnTo>
                  <a:lnTo>
                    <a:pt x="90278" y="6182202"/>
                  </a:lnTo>
                  <a:lnTo>
                    <a:pt x="90404" y="6182202"/>
                  </a:lnTo>
                  <a:lnTo>
                    <a:pt x="90530" y="6182202"/>
                  </a:lnTo>
                  <a:lnTo>
                    <a:pt x="90656" y="6182202"/>
                  </a:lnTo>
                  <a:lnTo>
                    <a:pt x="90783" y="6182202"/>
                  </a:lnTo>
                  <a:lnTo>
                    <a:pt x="90909" y="6182202"/>
                  </a:lnTo>
                  <a:lnTo>
                    <a:pt x="91035" y="6182202"/>
                  </a:lnTo>
                  <a:lnTo>
                    <a:pt x="91161" y="6182202"/>
                  </a:lnTo>
                  <a:lnTo>
                    <a:pt x="91287" y="6182202"/>
                  </a:lnTo>
                  <a:lnTo>
                    <a:pt x="91413" y="6182202"/>
                  </a:lnTo>
                  <a:lnTo>
                    <a:pt x="91539" y="6182202"/>
                  </a:lnTo>
                  <a:lnTo>
                    <a:pt x="91665" y="6182202"/>
                  </a:lnTo>
                  <a:lnTo>
                    <a:pt x="91791" y="6182202"/>
                  </a:lnTo>
                  <a:lnTo>
                    <a:pt x="91791" y="6176922"/>
                  </a:lnTo>
                  <a:lnTo>
                    <a:pt x="91917" y="6176922"/>
                  </a:lnTo>
                  <a:lnTo>
                    <a:pt x="92043" y="6176922"/>
                  </a:lnTo>
                  <a:lnTo>
                    <a:pt x="92170" y="6176922"/>
                  </a:lnTo>
                  <a:lnTo>
                    <a:pt x="92296" y="6176922"/>
                  </a:lnTo>
                  <a:lnTo>
                    <a:pt x="92422" y="6176922"/>
                  </a:lnTo>
                  <a:lnTo>
                    <a:pt x="92548" y="6176922"/>
                  </a:lnTo>
                  <a:lnTo>
                    <a:pt x="92674" y="6176922"/>
                  </a:lnTo>
                  <a:lnTo>
                    <a:pt x="92800" y="6176922"/>
                  </a:lnTo>
                  <a:lnTo>
                    <a:pt x="92926" y="6176922"/>
                  </a:lnTo>
                  <a:lnTo>
                    <a:pt x="93052" y="6176922"/>
                  </a:lnTo>
                  <a:lnTo>
                    <a:pt x="93178" y="6176922"/>
                  </a:lnTo>
                  <a:lnTo>
                    <a:pt x="93304" y="6176922"/>
                  </a:lnTo>
                  <a:lnTo>
                    <a:pt x="93430" y="6176922"/>
                  </a:lnTo>
                  <a:lnTo>
                    <a:pt x="93557" y="6176922"/>
                  </a:lnTo>
                  <a:lnTo>
                    <a:pt x="93683" y="6176922"/>
                  </a:lnTo>
                  <a:lnTo>
                    <a:pt x="93809" y="6176922"/>
                  </a:lnTo>
                  <a:lnTo>
                    <a:pt x="93809" y="6171643"/>
                  </a:lnTo>
                  <a:lnTo>
                    <a:pt x="93935" y="6171643"/>
                  </a:lnTo>
                  <a:lnTo>
                    <a:pt x="94061" y="6171643"/>
                  </a:lnTo>
                  <a:lnTo>
                    <a:pt x="94187" y="6171643"/>
                  </a:lnTo>
                  <a:lnTo>
                    <a:pt x="94187" y="6166364"/>
                  </a:lnTo>
                  <a:lnTo>
                    <a:pt x="94313" y="6166364"/>
                  </a:lnTo>
                  <a:lnTo>
                    <a:pt x="94439" y="6166364"/>
                  </a:lnTo>
                  <a:lnTo>
                    <a:pt x="94565" y="6166364"/>
                  </a:lnTo>
                  <a:lnTo>
                    <a:pt x="94691" y="6166364"/>
                  </a:lnTo>
                  <a:lnTo>
                    <a:pt x="94817" y="6166364"/>
                  </a:lnTo>
                  <a:lnTo>
                    <a:pt x="94943" y="6166364"/>
                  </a:lnTo>
                  <a:lnTo>
                    <a:pt x="95070" y="6166364"/>
                  </a:lnTo>
                  <a:lnTo>
                    <a:pt x="95196" y="6166364"/>
                  </a:lnTo>
                  <a:lnTo>
                    <a:pt x="95322" y="6166364"/>
                  </a:lnTo>
                  <a:lnTo>
                    <a:pt x="95448" y="6166364"/>
                  </a:lnTo>
                  <a:lnTo>
                    <a:pt x="95574" y="6166364"/>
                  </a:lnTo>
                  <a:lnTo>
                    <a:pt x="95700" y="6166364"/>
                  </a:lnTo>
                  <a:lnTo>
                    <a:pt x="95826" y="6166364"/>
                  </a:lnTo>
                  <a:lnTo>
                    <a:pt x="95952" y="6166364"/>
                  </a:lnTo>
                  <a:lnTo>
                    <a:pt x="96078" y="6166364"/>
                  </a:lnTo>
                  <a:lnTo>
                    <a:pt x="96204" y="6166364"/>
                  </a:lnTo>
                  <a:lnTo>
                    <a:pt x="96330" y="6166364"/>
                  </a:lnTo>
                  <a:lnTo>
                    <a:pt x="96457" y="6166364"/>
                  </a:lnTo>
                  <a:lnTo>
                    <a:pt x="96583" y="6166364"/>
                  </a:lnTo>
                  <a:lnTo>
                    <a:pt x="96709" y="6166364"/>
                  </a:lnTo>
                  <a:lnTo>
                    <a:pt x="96835" y="6166364"/>
                  </a:lnTo>
                  <a:lnTo>
                    <a:pt x="96961" y="6166364"/>
                  </a:lnTo>
                  <a:lnTo>
                    <a:pt x="97087" y="6166364"/>
                  </a:lnTo>
                  <a:lnTo>
                    <a:pt x="97213" y="6166364"/>
                  </a:lnTo>
                  <a:lnTo>
                    <a:pt x="97339" y="6166364"/>
                  </a:lnTo>
                  <a:lnTo>
                    <a:pt x="97465" y="6166364"/>
                  </a:lnTo>
                  <a:lnTo>
                    <a:pt x="97591" y="6166364"/>
                  </a:lnTo>
                  <a:lnTo>
                    <a:pt x="97717" y="6166364"/>
                  </a:lnTo>
                  <a:lnTo>
                    <a:pt x="97843" y="6166364"/>
                  </a:lnTo>
                  <a:lnTo>
                    <a:pt x="97970" y="6166364"/>
                  </a:lnTo>
                  <a:lnTo>
                    <a:pt x="98096" y="6166364"/>
                  </a:lnTo>
                  <a:lnTo>
                    <a:pt x="98222" y="6166364"/>
                  </a:lnTo>
                  <a:lnTo>
                    <a:pt x="98348" y="6166364"/>
                  </a:lnTo>
                  <a:lnTo>
                    <a:pt x="98474" y="6166364"/>
                  </a:lnTo>
                  <a:lnTo>
                    <a:pt x="98600" y="6166364"/>
                  </a:lnTo>
                  <a:lnTo>
                    <a:pt x="98726" y="6166364"/>
                  </a:lnTo>
                  <a:lnTo>
                    <a:pt x="98852" y="6166364"/>
                  </a:lnTo>
                  <a:lnTo>
                    <a:pt x="98978" y="6166364"/>
                  </a:lnTo>
                  <a:lnTo>
                    <a:pt x="99104" y="6166364"/>
                  </a:lnTo>
                  <a:lnTo>
                    <a:pt x="99230" y="6166364"/>
                  </a:lnTo>
                  <a:lnTo>
                    <a:pt x="99357" y="6166364"/>
                  </a:lnTo>
                  <a:lnTo>
                    <a:pt x="99483" y="6166364"/>
                  </a:lnTo>
                  <a:lnTo>
                    <a:pt x="99609" y="6166364"/>
                  </a:lnTo>
                  <a:lnTo>
                    <a:pt x="99735" y="6166364"/>
                  </a:lnTo>
                  <a:lnTo>
                    <a:pt x="99861" y="6166364"/>
                  </a:lnTo>
                  <a:lnTo>
                    <a:pt x="99987" y="6166364"/>
                  </a:lnTo>
                  <a:lnTo>
                    <a:pt x="100113" y="6166364"/>
                  </a:lnTo>
                  <a:lnTo>
                    <a:pt x="100239" y="6166364"/>
                  </a:lnTo>
                  <a:lnTo>
                    <a:pt x="100365" y="6166364"/>
                  </a:lnTo>
                  <a:lnTo>
                    <a:pt x="100491" y="6166364"/>
                  </a:lnTo>
                  <a:lnTo>
                    <a:pt x="100617" y="6166364"/>
                  </a:lnTo>
                  <a:lnTo>
                    <a:pt x="100744" y="6166364"/>
                  </a:lnTo>
                  <a:lnTo>
                    <a:pt x="100870" y="6166364"/>
                  </a:lnTo>
                  <a:lnTo>
                    <a:pt x="100996" y="6166364"/>
                  </a:lnTo>
                  <a:lnTo>
                    <a:pt x="101122" y="6166364"/>
                  </a:lnTo>
                  <a:lnTo>
                    <a:pt x="101248" y="6166364"/>
                  </a:lnTo>
                  <a:lnTo>
                    <a:pt x="101374" y="6166364"/>
                  </a:lnTo>
                  <a:lnTo>
                    <a:pt x="101500" y="6166364"/>
                  </a:lnTo>
                  <a:lnTo>
                    <a:pt x="101626" y="6166364"/>
                  </a:lnTo>
                  <a:lnTo>
                    <a:pt x="101752" y="6166364"/>
                  </a:lnTo>
                  <a:lnTo>
                    <a:pt x="101878" y="6166364"/>
                  </a:lnTo>
                  <a:lnTo>
                    <a:pt x="102004" y="6166364"/>
                  </a:lnTo>
                  <a:lnTo>
                    <a:pt x="102130" y="6166364"/>
                  </a:lnTo>
                  <a:lnTo>
                    <a:pt x="102257" y="6166364"/>
                  </a:lnTo>
                  <a:lnTo>
                    <a:pt x="102383" y="6166364"/>
                  </a:lnTo>
                  <a:lnTo>
                    <a:pt x="102509" y="6166364"/>
                  </a:lnTo>
                  <a:lnTo>
                    <a:pt x="102635" y="6166364"/>
                  </a:lnTo>
                  <a:lnTo>
                    <a:pt x="102761" y="6166364"/>
                  </a:lnTo>
                  <a:lnTo>
                    <a:pt x="102887" y="6166364"/>
                  </a:lnTo>
                  <a:lnTo>
                    <a:pt x="103013" y="6166364"/>
                  </a:lnTo>
                  <a:lnTo>
                    <a:pt x="103139" y="6166364"/>
                  </a:lnTo>
                  <a:lnTo>
                    <a:pt x="103265" y="6166364"/>
                  </a:lnTo>
                  <a:lnTo>
                    <a:pt x="103391" y="6166364"/>
                  </a:lnTo>
                  <a:lnTo>
                    <a:pt x="103517" y="6166364"/>
                  </a:lnTo>
                  <a:lnTo>
                    <a:pt x="103644" y="6166364"/>
                  </a:lnTo>
                  <a:lnTo>
                    <a:pt x="103770" y="6166364"/>
                  </a:lnTo>
                  <a:lnTo>
                    <a:pt x="103896" y="6166364"/>
                  </a:lnTo>
                  <a:lnTo>
                    <a:pt x="104022" y="6166364"/>
                  </a:lnTo>
                  <a:lnTo>
                    <a:pt x="104148" y="6166364"/>
                  </a:lnTo>
                  <a:lnTo>
                    <a:pt x="104274" y="6166364"/>
                  </a:lnTo>
                  <a:lnTo>
                    <a:pt x="104400" y="6166364"/>
                  </a:lnTo>
                  <a:lnTo>
                    <a:pt x="104526" y="6166364"/>
                  </a:lnTo>
                  <a:lnTo>
                    <a:pt x="104652" y="6166364"/>
                  </a:lnTo>
                  <a:lnTo>
                    <a:pt x="104778" y="6166364"/>
                  </a:lnTo>
                  <a:lnTo>
                    <a:pt x="104904" y="6166364"/>
                  </a:lnTo>
                  <a:lnTo>
                    <a:pt x="105030" y="6166364"/>
                  </a:lnTo>
                  <a:lnTo>
                    <a:pt x="105157" y="6166364"/>
                  </a:lnTo>
                  <a:lnTo>
                    <a:pt x="105283" y="6166364"/>
                  </a:lnTo>
                  <a:lnTo>
                    <a:pt x="105409" y="6166364"/>
                  </a:lnTo>
                  <a:lnTo>
                    <a:pt x="105535" y="6166364"/>
                  </a:lnTo>
                  <a:lnTo>
                    <a:pt x="105661" y="6166364"/>
                  </a:lnTo>
                  <a:lnTo>
                    <a:pt x="105787" y="6166364"/>
                  </a:lnTo>
                  <a:lnTo>
                    <a:pt x="105913" y="6166364"/>
                  </a:lnTo>
                  <a:lnTo>
                    <a:pt x="106039" y="6166364"/>
                  </a:lnTo>
                  <a:lnTo>
                    <a:pt x="106165" y="6166364"/>
                  </a:lnTo>
                  <a:lnTo>
                    <a:pt x="106291" y="6166364"/>
                  </a:lnTo>
                  <a:lnTo>
                    <a:pt x="106417" y="6166364"/>
                  </a:lnTo>
                  <a:lnTo>
                    <a:pt x="106544" y="6166364"/>
                  </a:lnTo>
                  <a:lnTo>
                    <a:pt x="106544" y="6161084"/>
                  </a:lnTo>
                  <a:lnTo>
                    <a:pt x="106670" y="6161084"/>
                  </a:lnTo>
                  <a:lnTo>
                    <a:pt x="106796" y="6161084"/>
                  </a:lnTo>
                  <a:lnTo>
                    <a:pt x="106922" y="6161084"/>
                  </a:lnTo>
                  <a:lnTo>
                    <a:pt x="107048" y="6161084"/>
                  </a:lnTo>
                  <a:lnTo>
                    <a:pt x="107174" y="6161084"/>
                  </a:lnTo>
                  <a:lnTo>
                    <a:pt x="107300" y="6161084"/>
                  </a:lnTo>
                  <a:lnTo>
                    <a:pt x="107426" y="6161084"/>
                  </a:lnTo>
                  <a:lnTo>
                    <a:pt x="107552" y="6161084"/>
                  </a:lnTo>
                  <a:lnTo>
                    <a:pt x="107678" y="6161084"/>
                  </a:lnTo>
                  <a:lnTo>
                    <a:pt x="107804" y="6161084"/>
                  </a:lnTo>
                  <a:lnTo>
                    <a:pt x="107931" y="6161084"/>
                  </a:lnTo>
                  <a:lnTo>
                    <a:pt x="108057" y="6161084"/>
                  </a:lnTo>
                  <a:lnTo>
                    <a:pt x="108183" y="6161084"/>
                  </a:lnTo>
                  <a:lnTo>
                    <a:pt x="108309" y="6161084"/>
                  </a:lnTo>
                  <a:lnTo>
                    <a:pt x="108435" y="6161084"/>
                  </a:lnTo>
                  <a:lnTo>
                    <a:pt x="108561" y="6161084"/>
                  </a:lnTo>
                  <a:lnTo>
                    <a:pt x="108687" y="6161084"/>
                  </a:lnTo>
                  <a:lnTo>
                    <a:pt x="108813" y="6161084"/>
                  </a:lnTo>
                  <a:lnTo>
                    <a:pt x="108939" y="6161084"/>
                  </a:lnTo>
                  <a:lnTo>
                    <a:pt x="109065" y="6161084"/>
                  </a:lnTo>
                  <a:lnTo>
                    <a:pt x="109191" y="6161084"/>
                  </a:lnTo>
                  <a:lnTo>
                    <a:pt x="109317" y="6161084"/>
                  </a:lnTo>
                  <a:lnTo>
                    <a:pt x="109444" y="6161084"/>
                  </a:lnTo>
                  <a:lnTo>
                    <a:pt x="109570" y="6161084"/>
                  </a:lnTo>
                  <a:lnTo>
                    <a:pt x="109696" y="6161084"/>
                  </a:lnTo>
                  <a:lnTo>
                    <a:pt x="109822" y="6161084"/>
                  </a:lnTo>
                  <a:lnTo>
                    <a:pt x="109948" y="6161084"/>
                  </a:lnTo>
                  <a:lnTo>
                    <a:pt x="110074" y="6161084"/>
                  </a:lnTo>
                  <a:lnTo>
                    <a:pt x="110200" y="6161084"/>
                  </a:lnTo>
                  <a:lnTo>
                    <a:pt x="110326" y="6161084"/>
                  </a:lnTo>
                  <a:lnTo>
                    <a:pt x="110452" y="6161084"/>
                  </a:lnTo>
                  <a:lnTo>
                    <a:pt x="110578" y="6161084"/>
                  </a:lnTo>
                  <a:lnTo>
                    <a:pt x="110704" y="6161084"/>
                  </a:lnTo>
                  <a:lnTo>
                    <a:pt x="110831" y="6161084"/>
                  </a:lnTo>
                  <a:lnTo>
                    <a:pt x="110957" y="6161084"/>
                  </a:lnTo>
                  <a:lnTo>
                    <a:pt x="111083" y="6161084"/>
                  </a:lnTo>
                  <a:lnTo>
                    <a:pt x="111209" y="6161084"/>
                  </a:lnTo>
                  <a:lnTo>
                    <a:pt x="111335" y="6161084"/>
                  </a:lnTo>
                  <a:lnTo>
                    <a:pt x="111461" y="6161084"/>
                  </a:lnTo>
                  <a:lnTo>
                    <a:pt x="111587" y="6161084"/>
                  </a:lnTo>
                  <a:lnTo>
                    <a:pt x="111713" y="6161084"/>
                  </a:lnTo>
                  <a:lnTo>
                    <a:pt x="111839" y="6161084"/>
                  </a:lnTo>
                  <a:lnTo>
                    <a:pt x="111965" y="6161084"/>
                  </a:lnTo>
                  <a:lnTo>
                    <a:pt x="112091" y="6161084"/>
                  </a:lnTo>
                  <a:lnTo>
                    <a:pt x="112217" y="6161084"/>
                  </a:lnTo>
                  <a:lnTo>
                    <a:pt x="112344" y="6161084"/>
                  </a:lnTo>
                  <a:lnTo>
                    <a:pt x="112470" y="6161084"/>
                  </a:lnTo>
                  <a:lnTo>
                    <a:pt x="112596" y="6161084"/>
                  </a:lnTo>
                  <a:lnTo>
                    <a:pt x="112722" y="6161084"/>
                  </a:lnTo>
                  <a:lnTo>
                    <a:pt x="112848" y="6161084"/>
                  </a:lnTo>
                  <a:lnTo>
                    <a:pt x="112974" y="6161084"/>
                  </a:lnTo>
                  <a:lnTo>
                    <a:pt x="113100" y="6161084"/>
                  </a:lnTo>
                  <a:lnTo>
                    <a:pt x="113226" y="6161084"/>
                  </a:lnTo>
                  <a:lnTo>
                    <a:pt x="113352" y="6161084"/>
                  </a:lnTo>
                  <a:lnTo>
                    <a:pt x="113478" y="6161084"/>
                  </a:lnTo>
                  <a:lnTo>
                    <a:pt x="113604" y="6161084"/>
                  </a:lnTo>
                  <a:lnTo>
                    <a:pt x="113731" y="6161084"/>
                  </a:lnTo>
                  <a:lnTo>
                    <a:pt x="113857" y="6161084"/>
                  </a:lnTo>
                  <a:lnTo>
                    <a:pt x="113983" y="6161084"/>
                  </a:lnTo>
                  <a:lnTo>
                    <a:pt x="114109" y="6161084"/>
                  </a:lnTo>
                  <a:lnTo>
                    <a:pt x="114235" y="6161084"/>
                  </a:lnTo>
                  <a:lnTo>
                    <a:pt x="114361" y="6161084"/>
                  </a:lnTo>
                  <a:lnTo>
                    <a:pt x="114487" y="6161084"/>
                  </a:lnTo>
                  <a:lnTo>
                    <a:pt x="114613" y="6161084"/>
                  </a:lnTo>
                  <a:lnTo>
                    <a:pt x="114739" y="6161084"/>
                  </a:lnTo>
                  <a:lnTo>
                    <a:pt x="114865" y="6161084"/>
                  </a:lnTo>
                  <a:lnTo>
                    <a:pt x="114991" y="6161084"/>
                  </a:lnTo>
                  <a:lnTo>
                    <a:pt x="115117" y="6161084"/>
                  </a:lnTo>
                  <a:lnTo>
                    <a:pt x="115244" y="6161084"/>
                  </a:lnTo>
                  <a:lnTo>
                    <a:pt x="115370" y="6161084"/>
                  </a:lnTo>
                  <a:lnTo>
                    <a:pt x="115496" y="6161084"/>
                  </a:lnTo>
                  <a:lnTo>
                    <a:pt x="115622" y="6161084"/>
                  </a:lnTo>
                  <a:lnTo>
                    <a:pt x="115748" y="6161084"/>
                  </a:lnTo>
                  <a:lnTo>
                    <a:pt x="115874" y="6161084"/>
                  </a:lnTo>
                  <a:lnTo>
                    <a:pt x="116000" y="6161084"/>
                  </a:lnTo>
                  <a:lnTo>
                    <a:pt x="116126" y="6161084"/>
                  </a:lnTo>
                  <a:lnTo>
                    <a:pt x="116252" y="6161084"/>
                  </a:lnTo>
                  <a:lnTo>
                    <a:pt x="116378" y="6161084"/>
                  </a:lnTo>
                  <a:lnTo>
                    <a:pt x="116504" y="6161084"/>
                  </a:lnTo>
                  <a:lnTo>
                    <a:pt x="116631" y="6161084"/>
                  </a:lnTo>
                  <a:lnTo>
                    <a:pt x="116757" y="6161084"/>
                  </a:lnTo>
                  <a:lnTo>
                    <a:pt x="116883" y="6161084"/>
                  </a:lnTo>
                  <a:lnTo>
                    <a:pt x="117009" y="6161084"/>
                  </a:lnTo>
                  <a:lnTo>
                    <a:pt x="117135" y="6161084"/>
                  </a:lnTo>
                  <a:lnTo>
                    <a:pt x="117261" y="6161084"/>
                  </a:lnTo>
                  <a:lnTo>
                    <a:pt x="117387" y="6161084"/>
                  </a:lnTo>
                  <a:lnTo>
                    <a:pt x="117513" y="6161084"/>
                  </a:lnTo>
                  <a:lnTo>
                    <a:pt x="117639" y="6161084"/>
                  </a:lnTo>
                  <a:lnTo>
                    <a:pt x="117765" y="6161084"/>
                  </a:lnTo>
                  <a:lnTo>
                    <a:pt x="117891" y="6161084"/>
                  </a:lnTo>
                  <a:lnTo>
                    <a:pt x="118018" y="6161084"/>
                  </a:lnTo>
                  <a:lnTo>
                    <a:pt x="118144" y="6161084"/>
                  </a:lnTo>
                  <a:lnTo>
                    <a:pt x="118270" y="6161084"/>
                  </a:lnTo>
                  <a:lnTo>
                    <a:pt x="118396" y="6161084"/>
                  </a:lnTo>
                  <a:lnTo>
                    <a:pt x="118522" y="6161084"/>
                  </a:lnTo>
                  <a:lnTo>
                    <a:pt x="118648" y="6161084"/>
                  </a:lnTo>
                  <a:lnTo>
                    <a:pt x="118774" y="6161084"/>
                  </a:lnTo>
                  <a:lnTo>
                    <a:pt x="118900" y="6161084"/>
                  </a:lnTo>
                  <a:lnTo>
                    <a:pt x="119026" y="6161084"/>
                  </a:lnTo>
                  <a:lnTo>
                    <a:pt x="119152" y="6161084"/>
                  </a:lnTo>
                  <a:lnTo>
                    <a:pt x="119278" y="6161084"/>
                  </a:lnTo>
                  <a:lnTo>
                    <a:pt x="119404" y="6161084"/>
                  </a:lnTo>
                  <a:lnTo>
                    <a:pt x="119531" y="6161084"/>
                  </a:lnTo>
                  <a:lnTo>
                    <a:pt x="119657" y="6161084"/>
                  </a:lnTo>
                  <a:lnTo>
                    <a:pt x="119783" y="6161084"/>
                  </a:lnTo>
                  <a:lnTo>
                    <a:pt x="119909" y="6161084"/>
                  </a:lnTo>
                  <a:lnTo>
                    <a:pt x="120035" y="6161084"/>
                  </a:lnTo>
                  <a:lnTo>
                    <a:pt x="120161" y="6161084"/>
                  </a:lnTo>
                  <a:lnTo>
                    <a:pt x="120287" y="6161084"/>
                  </a:lnTo>
                  <a:lnTo>
                    <a:pt x="120413" y="6161084"/>
                  </a:lnTo>
                  <a:lnTo>
                    <a:pt x="120539" y="6161084"/>
                  </a:lnTo>
                  <a:lnTo>
                    <a:pt x="120665" y="6161084"/>
                  </a:lnTo>
                  <a:lnTo>
                    <a:pt x="120791" y="6161084"/>
                  </a:lnTo>
                  <a:lnTo>
                    <a:pt x="120918" y="6161084"/>
                  </a:lnTo>
                  <a:lnTo>
                    <a:pt x="121044" y="6161084"/>
                  </a:lnTo>
                  <a:lnTo>
                    <a:pt x="121170" y="6161084"/>
                  </a:lnTo>
                  <a:lnTo>
                    <a:pt x="121296" y="6161084"/>
                  </a:lnTo>
                  <a:lnTo>
                    <a:pt x="121422" y="6161084"/>
                  </a:lnTo>
                  <a:lnTo>
                    <a:pt x="121548" y="6161084"/>
                  </a:lnTo>
                  <a:lnTo>
                    <a:pt x="121674" y="6161084"/>
                  </a:lnTo>
                  <a:lnTo>
                    <a:pt x="121800" y="6161084"/>
                  </a:lnTo>
                  <a:lnTo>
                    <a:pt x="121926" y="6161084"/>
                  </a:lnTo>
                  <a:lnTo>
                    <a:pt x="122052" y="6161084"/>
                  </a:lnTo>
                  <a:lnTo>
                    <a:pt x="122052" y="6155805"/>
                  </a:lnTo>
                  <a:lnTo>
                    <a:pt x="122178" y="6155805"/>
                  </a:lnTo>
                  <a:lnTo>
                    <a:pt x="122304" y="6155805"/>
                  </a:lnTo>
                  <a:lnTo>
                    <a:pt x="122431" y="6155805"/>
                  </a:lnTo>
                  <a:lnTo>
                    <a:pt x="122557" y="6155805"/>
                  </a:lnTo>
                  <a:lnTo>
                    <a:pt x="122683" y="6155805"/>
                  </a:lnTo>
                  <a:lnTo>
                    <a:pt x="122809" y="6155805"/>
                  </a:lnTo>
                  <a:lnTo>
                    <a:pt x="122935" y="6155805"/>
                  </a:lnTo>
                  <a:lnTo>
                    <a:pt x="123061" y="6155805"/>
                  </a:lnTo>
                  <a:lnTo>
                    <a:pt x="123187" y="6155805"/>
                  </a:lnTo>
                  <a:lnTo>
                    <a:pt x="123313" y="6155805"/>
                  </a:lnTo>
                  <a:lnTo>
                    <a:pt x="123439" y="6155805"/>
                  </a:lnTo>
                  <a:lnTo>
                    <a:pt x="123565" y="6155805"/>
                  </a:lnTo>
                  <a:lnTo>
                    <a:pt x="123691" y="6155805"/>
                  </a:lnTo>
                  <a:lnTo>
                    <a:pt x="123818" y="6155805"/>
                  </a:lnTo>
                  <a:lnTo>
                    <a:pt x="123944" y="6155805"/>
                  </a:lnTo>
                  <a:lnTo>
                    <a:pt x="124070" y="6155805"/>
                  </a:lnTo>
                  <a:lnTo>
                    <a:pt x="124196" y="6155805"/>
                  </a:lnTo>
                  <a:lnTo>
                    <a:pt x="124322" y="6155805"/>
                  </a:lnTo>
                  <a:lnTo>
                    <a:pt x="124448" y="6155805"/>
                  </a:lnTo>
                  <a:lnTo>
                    <a:pt x="124574" y="6155805"/>
                  </a:lnTo>
                  <a:lnTo>
                    <a:pt x="124700" y="6155805"/>
                  </a:lnTo>
                  <a:lnTo>
                    <a:pt x="124826" y="6155805"/>
                  </a:lnTo>
                  <a:lnTo>
                    <a:pt x="124952" y="6155805"/>
                  </a:lnTo>
                  <a:lnTo>
                    <a:pt x="125078" y="6155805"/>
                  </a:lnTo>
                  <a:lnTo>
                    <a:pt x="125205" y="6155805"/>
                  </a:lnTo>
                  <a:lnTo>
                    <a:pt x="125331" y="6155805"/>
                  </a:lnTo>
                  <a:lnTo>
                    <a:pt x="125457" y="6155805"/>
                  </a:lnTo>
                  <a:lnTo>
                    <a:pt x="125583" y="6155805"/>
                  </a:lnTo>
                  <a:lnTo>
                    <a:pt x="125709" y="6155805"/>
                  </a:lnTo>
                  <a:lnTo>
                    <a:pt x="125835" y="6155805"/>
                  </a:lnTo>
                  <a:lnTo>
                    <a:pt x="125961" y="6155805"/>
                  </a:lnTo>
                  <a:lnTo>
                    <a:pt x="126087" y="6155805"/>
                  </a:lnTo>
                  <a:lnTo>
                    <a:pt x="126213" y="6155805"/>
                  </a:lnTo>
                  <a:lnTo>
                    <a:pt x="126339" y="6155805"/>
                  </a:lnTo>
                  <a:lnTo>
                    <a:pt x="126339" y="6150525"/>
                  </a:lnTo>
                  <a:lnTo>
                    <a:pt x="126465" y="6150525"/>
                  </a:lnTo>
                  <a:lnTo>
                    <a:pt x="126591" y="6150525"/>
                  </a:lnTo>
                  <a:lnTo>
                    <a:pt x="126718" y="6150525"/>
                  </a:lnTo>
                  <a:lnTo>
                    <a:pt x="126844" y="6150525"/>
                  </a:lnTo>
                  <a:lnTo>
                    <a:pt x="126970" y="6150525"/>
                  </a:lnTo>
                  <a:lnTo>
                    <a:pt x="127096" y="6150525"/>
                  </a:lnTo>
                  <a:lnTo>
                    <a:pt x="127222" y="6150525"/>
                  </a:lnTo>
                  <a:lnTo>
                    <a:pt x="127348" y="6150525"/>
                  </a:lnTo>
                  <a:lnTo>
                    <a:pt x="127474" y="6150525"/>
                  </a:lnTo>
                  <a:lnTo>
                    <a:pt x="127600" y="6150525"/>
                  </a:lnTo>
                  <a:lnTo>
                    <a:pt x="127726" y="6150525"/>
                  </a:lnTo>
                  <a:lnTo>
                    <a:pt x="127852" y="6150525"/>
                  </a:lnTo>
                  <a:lnTo>
                    <a:pt x="127978" y="6150525"/>
                  </a:lnTo>
                  <a:lnTo>
                    <a:pt x="128105" y="6150525"/>
                  </a:lnTo>
                  <a:lnTo>
                    <a:pt x="128231" y="6150525"/>
                  </a:lnTo>
                  <a:lnTo>
                    <a:pt x="128357" y="6150525"/>
                  </a:lnTo>
                  <a:lnTo>
                    <a:pt x="128483" y="6150525"/>
                  </a:lnTo>
                  <a:lnTo>
                    <a:pt x="128609" y="6150525"/>
                  </a:lnTo>
                  <a:lnTo>
                    <a:pt x="128735" y="6150525"/>
                  </a:lnTo>
                  <a:lnTo>
                    <a:pt x="128861" y="6150525"/>
                  </a:lnTo>
                  <a:lnTo>
                    <a:pt x="128987" y="6150525"/>
                  </a:lnTo>
                  <a:lnTo>
                    <a:pt x="129113" y="6150525"/>
                  </a:lnTo>
                  <a:lnTo>
                    <a:pt x="129239" y="6150525"/>
                  </a:lnTo>
                  <a:lnTo>
                    <a:pt x="129365" y="6150525"/>
                  </a:lnTo>
                  <a:lnTo>
                    <a:pt x="129491" y="6150525"/>
                  </a:lnTo>
                  <a:lnTo>
                    <a:pt x="129618" y="6150525"/>
                  </a:lnTo>
                  <a:lnTo>
                    <a:pt x="129744" y="6150525"/>
                  </a:lnTo>
                  <a:lnTo>
                    <a:pt x="129870" y="6150525"/>
                  </a:lnTo>
                  <a:lnTo>
                    <a:pt x="129996" y="6150525"/>
                  </a:lnTo>
                  <a:lnTo>
                    <a:pt x="130122" y="6150525"/>
                  </a:lnTo>
                  <a:lnTo>
                    <a:pt x="130248" y="6150525"/>
                  </a:lnTo>
                  <a:lnTo>
                    <a:pt x="130374" y="6150525"/>
                  </a:lnTo>
                  <a:lnTo>
                    <a:pt x="130500" y="6150525"/>
                  </a:lnTo>
                  <a:lnTo>
                    <a:pt x="130626" y="6150525"/>
                  </a:lnTo>
                  <a:lnTo>
                    <a:pt x="130752" y="6150525"/>
                  </a:lnTo>
                  <a:lnTo>
                    <a:pt x="130878" y="6150525"/>
                  </a:lnTo>
                  <a:lnTo>
                    <a:pt x="131005" y="6150525"/>
                  </a:lnTo>
                  <a:lnTo>
                    <a:pt x="131005" y="6145246"/>
                  </a:lnTo>
                  <a:lnTo>
                    <a:pt x="131131" y="6145246"/>
                  </a:lnTo>
                  <a:lnTo>
                    <a:pt x="131257" y="6145246"/>
                  </a:lnTo>
                  <a:lnTo>
                    <a:pt x="131383" y="6145246"/>
                  </a:lnTo>
                  <a:lnTo>
                    <a:pt x="131509" y="6145246"/>
                  </a:lnTo>
                  <a:lnTo>
                    <a:pt x="131635" y="6145246"/>
                  </a:lnTo>
                  <a:lnTo>
                    <a:pt x="131761" y="6145246"/>
                  </a:lnTo>
                  <a:lnTo>
                    <a:pt x="131761" y="6139967"/>
                  </a:lnTo>
                  <a:lnTo>
                    <a:pt x="131887" y="6139967"/>
                  </a:lnTo>
                  <a:lnTo>
                    <a:pt x="132013" y="6139967"/>
                  </a:lnTo>
                  <a:lnTo>
                    <a:pt x="132139" y="6139967"/>
                  </a:lnTo>
                  <a:lnTo>
                    <a:pt x="132265" y="6139967"/>
                  </a:lnTo>
                  <a:lnTo>
                    <a:pt x="132391" y="6139967"/>
                  </a:lnTo>
                  <a:lnTo>
                    <a:pt x="132518" y="6139967"/>
                  </a:lnTo>
                  <a:lnTo>
                    <a:pt x="132644" y="6139967"/>
                  </a:lnTo>
                  <a:lnTo>
                    <a:pt x="132770" y="6139967"/>
                  </a:lnTo>
                  <a:lnTo>
                    <a:pt x="132896" y="6139967"/>
                  </a:lnTo>
                  <a:lnTo>
                    <a:pt x="133022" y="6139967"/>
                  </a:lnTo>
                  <a:lnTo>
                    <a:pt x="133148" y="6139967"/>
                  </a:lnTo>
                  <a:lnTo>
                    <a:pt x="133274" y="6139967"/>
                  </a:lnTo>
                  <a:lnTo>
                    <a:pt x="133400" y="6139967"/>
                  </a:lnTo>
                  <a:lnTo>
                    <a:pt x="133526" y="6139967"/>
                  </a:lnTo>
                  <a:lnTo>
                    <a:pt x="133652" y="6139967"/>
                  </a:lnTo>
                  <a:lnTo>
                    <a:pt x="133778" y="6139967"/>
                  </a:lnTo>
                  <a:lnTo>
                    <a:pt x="133905" y="6139967"/>
                  </a:lnTo>
                  <a:lnTo>
                    <a:pt x="134031" y="6139967"/>
                  </a:lnTo>
                  <a:lnTo>
                    <a:pt x="134157" y="6139967"/>
                  </a:lnTo>
                  <a:lnTo>
                    <a:pt x="134283" y="6139967"/>
                  </a:lnTo>
                  <a:lnTo>
                    <a:pt x="134409" y="6139967"/>
                  </a:lnTo>
                  <a:lnTo>
                    <a:pt x="134535" y="6139967"/>
                  </a:lnTo>
                  <a:lnTo>
                    <a:pt x="134661" y="6139967"/>
                  </a:lnTo>
                  <a:lnTo>
                    <a:pt x="134787" y="6139967"/>
                  </a:lnTo>
                  <a:lnTo>
                    <a:pt x="134913" y="6139967"/>
                  </a:lnTo>
                  <a:lnTo>
                    <a:pt x="135039" y="6139967"/>
                  </a:lnTo>
                  <a:lnTo>
                    <a:pt x="135165" y="6139967"/>
                  </a:lnTo>
                  <a:lnTo>
                    <a:pt x="135292" y="6139967"/>
                  </a:lnTo>
                  <a:lnTo>
                    <a:pt x="135418" y="6139967"/>
                  </a:lnTo>
                  <a:lnTo>
                    <a:pt x="135544" y="6139967"/>
                  </a:lnTo>
                  <a:lnTo>
                    <a:pt x="135544" y="6134687"/>
                  </a:lnTo>
                  <a:lnTo>
                    <a:pt x="135670" y="6134687"/>
                  </a:lnTo>
                  <a:lnTo>
                    <a:pt x="135796" y="6134687"/>
                  </a:lnTo>
                  <a:lnTo>
                    <a:pt x="135922" y="6134687"/>
                  </a:lnTo>
                  <a:lnTo>
                    <a:pt x="136048" y="6134687"/>
                  </a:lnTo>
                  <a:lnTo>
                    <a:pt x="136174" y="6134687"/>
                  </a:lnTo>
                  <a:lnTo>
                    <a:pt x="136300" y="6134687"/>
                  </a:lnTo>
                  <a:lnTo>
                    <a:pt x="136426" y="6134687"/>
                  </a:lnTo>
                  <a:lnTo>
                    <a:pt x="136552" y="6134687"/>
                  </a:lnTo>
                  <a:lnTo>
                    <a:pt x="136678" y="6134687"/>
                  </a:lnTo>
                  <a:lnTo>
                    <a:pt x="136805" y="6134687"/>
                  </a:lnTo>
                  <a:lnTo>
                    <a:pt x="136931" y="6134687"/>
                  </a:lnTo>
                  <a:lnTo>
                    <a:pt x="137057" y="6134687"/>
                  </a:lnTo>
                  <a:lnTo>
                    <a:pt x="137183" y="6134687"/>
                  </a:lnTo>
                  <a:lnTo>
                    <a:pt x="137309" y="6134687"/>
                  </a:lnTo>
                  <a:lnTo>
                    <a:pt x="137435" y="6134687"/>
                  </a:lnTo>
                  <a:lnTo>
                    <a:pt x="137561" y="6134687"/>
                  </a:lnTo>
                  <a:lnTo>
                    <a:pt x="137687" y="6134687"/>
                  </a:lnTo>
                  <a:lnTo>
                    <a:pt x="137813" y="6134687"/>
                  </a:lnTo>
                  <a:lnTo>
                    <a:pt x="137939" y="6134687"/>
                  </a:lnTo>
                  <a:lnTo>
                    <a:pt x="138065" y="6134687"/>
                  </a:lnTo>
                  <a:lnTo>
                    <a:pt x="138192" y="6134687"/>
                  </a:lnTo>
                  <a:lnTo>
                    <a:pt x="138318" y="6134687"/>
                  </a:lnTo>
                  <a:lnTo>
                    <a:pt x="138444" y="6134687"/>
                  </a:lnTo>
                  <a:lnTo>
                    <a:pt x="138570" y="6134687"/>
                  </a:lnTo>
                  <a:lnTo>
                    <a:pt x="138696" y="6134687"/>
                  </a:lnTo>
                  <a:lnTo>
                    <a:pt x="138822" y="6134687"/>
                  </a:lnTo>
                  <a:lnTo>
                    <a:pt x="138948" y="6134687"/>
                  </a:lnTo>
                  <a:lnTo>
                    <a:pt x="139074" y="6134687"/>
                  </a:lnTo>
                  <a:lnTo>
                    <a:pt x="139074" y="6129408"/>
                  </a:lnTo>
                  <a:lnTo>
                    <a:pt x="139200" y="6129408"/>
                  </a:lnTo>
                  <a:lnTo>
                    <a:pt x="139326" y="6129408"/>
                  </a:lnTo>
                  <a:lnTo>
                    <a:pt x="139452" y="6129408"/>
                  </a:lnTo>
                  <a:lnTo>
                    <a:pt x="139578" y="6129408"/>
                  </a:lnTo>
                  <a:lnTo>
                    <a:pt x="139705" y="6129408"/>
                  </a:lnTo>
                  <a:lnTo>
                    <a:pt x="139831" y="6129408"/>
                  </a:lnTo>
                  <a:lnTo>
                    <a:pt x="139957" y="6129408"/>
                  </a:lnTo>
                  <a:lnTo>
                    <a:pt x="140083" y="6129408"/>
                  </a:lnTo>
                  <a:lnTo>
                    <a:pt x="140209" y="6129408"/>
                  </a:lnTo>
                  <a:lnTo>
                    <a:pt x="140335" y="6129408"/>
                  </a:lnTo>
                  <a:lnTo>
                    <a:pt x="140461" y="6129408"/>
                  </a:lnTo>
                  <a:lnTo>
                    <a:pt x="140587" y="6129408"/>
                  </a:lnTo>
                  <a:lnTo>
                    <a:pt x="140713" y="6129408"/>
                  </a:lnTo>
                  <a:lnTo>
                    <a:pt x="140839" y="6129408"/>
                  </a:lnTo>
                  <a:lnTo>
                    <a:pt x="140965" y="6129408"/>
                  </a:lnTo>
                  <a:lnTo>
                    <a:pt x="141092" y="6129408"/>
                  </a:lnTo>
                  <a:lnTo>
                    <a:pt x="141218" y="6129408"/>
                  </a:lnTo>
                  <a:lnTo>
                    <a:pt x="141218" y="6124128"/>
                  </a:lnTo>
                  <a:lnTo>
                    <a:pt x="141344" y="6124128"/>
                  </a:lnTo>
                  <a:lnTo>
                    <a:pt x="141470" y="6124128"/>
                  </a:lnTo>
                  <a:lnTo>
                    <a:pt x="141596" y="6124128"/>
                  </a:lnTo>
                  <a:lnTo>
                    <a:pt x="141722" y="6124128"/>
                  </a:lnTo>
                  <a:lnTo>
                    <a:pt x="141848" y="6124128"/>
                  </a:lnTo>
                  <a:lnTo>
                    <a:pt x="141974" y="6124128"/>
                  </a:lnTo>
                  <a:lnTo>
                    <a:pt x="142100" y="6124128"/>
                  </a:lnTo>
                  <a:lnTo>
                    <a:pt x="142226" y="6124128"/>
                  </a:lnTo>
                  <a:lnTo>
                    <a:pt x="142352" y="6124128"/>
                  </a:lnTo>
                  <a:lnTo>
                    <a:pt x="142479" y="6124128"/>
                  </a:lnTo>
                  <a:lnTo>
                    <a:pt x="142605" y="6124128"/>
                  </a:lnTo>
                  <a:lnTo>
                    <a:pt x="142731" y="6124128"/>
                  </a:lnTo>
                  <a:lnTo>
                    <a:pt x="142857" y="6124128"/>
                  </a:lnTo>
                  <a:lnTo>
                    <a:pt x="142983" y="6124128"/>
                  </a:lnTo>
                  <a:lnTo>
                    <a:pt x="143109" y="6124128"/>
                  </a:lnTo>
                  <a:lnTo>
                    <a:pt x="143235" y="6124128"/>
                  </a:lnTo>
                  <a:lnTo>
                    <a:pt x="143361" y="6124128"/>
                  </a:lnTo>
                  <a:lnTo>
                    <a:pt x="143487" y="6124128"/>
                  </a:lnTo>
                  <a:lnTo>
                    <a:pt x="143613" y="6124128"/>
                  </a:lnTo>
                  <a:lnTo>
                    <a:pt x="143739" y="6124128"/>
                  </a:lnTo>
                  <a:lnTo>
                    <a:pt x="143865" y="6124128"/>
                  </a:lnTo>
                  <a:lnTo>
                    <a:pt x="143992" y="6124128"/>
                  </a:lnTo>
                  <a:lnTo>
                    <a:pt x="144118" y="6124128"/>
                  </a:lnTo>
                  <a:lnTo>
                    <a:pt x="144244" y="6124128"/>
                  </a:lnTo>
                  <a:lnTo>
                    <a:pt x="144370" y="6124128"/>
                  </a:lnTo>
                  <a:lnTo>
                    <a:pt x="144496" y="6124128"/>
                  </a:lnTo>
                  <a:lnTo>
                    <a:pt x="144622" y="6124128"/>
                  </a:lnTo>
                  <a:lnTo>
                    <a:pt x="144748" y="6124128"/>
                  </a:lnTo>
                  <a:lnTo>
                    <a:pt x="144874" y="6124128"/>
                  </a:lnTo>
                  <a:lnTo>
                    <a:pt x="145000" y="6124128"/>
                  </a:lnTo>
                  <a:lnTo>
                    <a:pt x="145126" y="6124128"/>
                  </a:lnTo>
                  <a:lnTo>
                    <a:pt x="145252" y="6124128"/>
                  </a:lnTo>
                  <a:lnTo>
                    <a:pt x="145379" y="6124128"/>
                  </a:lnTo>
                  <a:lnTo>
                    <a:pt x="145379" y="6118849"/>
                  </a:lnTo>
                  <a:lnTo>
                    <a:pt x="145505" y="6118849"/>
                  </a:lnTo>
                  <a:lnTo>
                    <a:pt x="145631" y="6118849"/>
                  </a:lnTo>
                  <a:lnTo>
                    <a:pt x="145757" y="6118849"/>
                  </a:lnTo>
                  <a:lnTo>
                    <a:pt x="145883" y="6118849"/>
                  </a:lnTo>
                  <a:lnTo>
                    <a:pt x="146009" y="6118849"/>
                  </a:lnTo>
                  <a:lnTo>
                    <a:pt x="146009" y="6113569"/>
                  </a:lnTo>
                  <a:lnTo>
                    <a:pt x="146135" y="6113569"/>
                  </a:lnTo>
                  <a:lnTo>
                    <a:pt x="146261" y="6113569"/>
                  </a:lnTo>
                  <a:lnTo>
                    <a:pt x="146387" y="6113569"/>
                  </a:lnTo>
                  <a:lnTo>
                    <a:pt x="146513" y="6113569"/>
                  </a:lnTo>
                  <a:lnTo>
                    <a:pt x="146639" y="6113569"/>
                  </a:lnTo>
                  <a:lnTo>
                    <a:pt x="146765" y="6113569"/>
                  </a:lnTo>
                  <a:lnTo>
                    <a:pt x="146892" y="6113569"/>
                  </a:lnTo>
                  <a:lnTo>
                    <a:pt x="147018" y="6113569"/>
                  </a:lnTo>
                  <a:lnTo>
                    <a:pt x="147144" y="6113569"/>
                  </a:lnTo>
                  <a:lnTo>
                    <a:pt x="147270" y="6113569"/>
                  </a:lnTo>
                  <a:lnTo>
                    <a:pt x="147396" y="6113569"/>
                  </a:lnTo>
                  <a:lnTo>
                    <a:pt x="147522" y="6113569"/>
                  </a:lnTo>
                  <a:lnTo>
                    <a:pt x="147648" y="6113569"/>
                  </a:lnTo>
                  <a:lnTo>
                    <a:pt x="147774" y="6113569"/>
                  </a:lnTo>
                  <a:lnTo>
                    <a:pt x="147900" y="6113569"/>
                  </a:lnTo>
                  <a:lnTo>
                    <a:pt x="148026" y="6113569"/>
                  </a:lnTo>
                  <a:lnTo>
                    <a:pt x="148152" y="6113569"/>
                  </a:lnTo>
                  <a:lnTo>
                    <a:pt x="148279" y="6113569"/>
                  </a:lnTo>
                  <a:lnTo>
                    <a:pt x="148405" y="6113569"/>
                  </a:lnTo>
                  <a:lnTo>
                    <a:pt x="148531" y="6113569"/>
                  </a:lnTo>
                  <a:lnTo>
                    <a:pt x="148657" y="6113569"/>
                  </a:lnTo>
                  <a:lnTo>
                    <a:pt x="148783" y="6113569"/>
                  </a:lnTo>
                  <a:lnTo>
                    <a:pt x="148909" y="6113569"/>
                  </a:lnTo>
                  <a:lnTo>
                    <a:pt x="149035" y="6113569"/>
                  </a:lnTo>
                  <a:lnTo>
                    <a:pt x="149161" y="6113569"/>
                  </a:lnTo>
                  <a:lnTo>
                    <a:pt x="149287" y="6113569"/>
                  </a:lnTo>
                  <a:lnTo>
                    <a:pt x="149413" y="6113569"/>
                  </a:lnTo>
                  <a:lnTo>
                    <a:pt x="149539" y="6113569"/>
                  </a:lnTo>
                  <a:lnTo>
                    <a:pt x="149666" y="6113569"/>
                  </a:lnTo>
                  <a:lnTo>
                    <a:pt x="149792" y="6113569"/>
                  </a:lnTo>
                  <a:lnTo>
                    <a:pt x="149918" y="6113569"/>
                  </a:lnTo>
                  <a:lnTo>
                    <a:pt x="150044" y="6113569"/>
                  </a:lnTo>
                  <a:lnTo>
                    <a:pt x="150170" y="6113569"/>
                  </a:lnTo>
                  <a:lnTo>
                    <a:pt x="150296" y="6113569"/>
                  </a:lnTo>
                  <a:lnTo>
                    <a:pt x="150422" y="6113569"/>
                  </a:lnTo>
                  <a:lnTo>
                    <a:pt x="150548" y="6113569"/>
                  </a:lnTo>
                  <a:lnTo>
                    <a:pt x="150674" y="6113569"/>
                  </a:lnTo>
                  <a:lnTo>
                    <a:pt x="150800" y="6113569"/>
                  </a:lnTo>
                  <a:lnTo>
                    <a:pt x="150926" y="6113569"/>
                  </a:lnTo>
                  <a:lnTo>
                    <a:pt x="151052" y="6113569"/>
                  </a:lnTo>
                  <a:lnTo>
                    <a:pt x="151179" y="6113569"/>
                  </a:lnTo>
                  <a:lnTo>
                    <a:pt x="151305" y="6113569"/>
                  </a:lnTo>
                  <a:lnTo>
                    <a:pt x="151431" y="6113569"/>
                  </a:lnTo>
                  <a:lnTo>
                    <a:pt x="151557" y="6113569"/>
                  </a:lnTo>
                  <a:lnTo>
                    <a:pt x="151683" y="6113569"/>
                  </a:lnTo>
                  <a:lnTo>
                    <a:pt x="151809" y="6113569"/>
                  </a:lnTo>
                  <a:lnTo>
                    <a:pt x="151935" y="6113569"/>
                  </a:lnTo>
                  <a:lnTo>
                    <a:pt x="152061" y="6113569"/>
                  </a:lnTo>
                  <a:lnTo>
                    <a:pt x="152187" y="6113569"/>
                  </a:lnTo>
                  <a:lnTo>
                    <a:pt x="152313" y="6113569"/>
                  </a:lnTo>
                  <a:lnTo>
                    <a:pt x="152439" y="6113569"/>
                  </a:lnTo>
                  <a:lnTo>
                    <a:pt x="152566" y="6113569"/>
                  </a:lnTo>
                  <a:lnTo>
                    <a:pt x="152692" y="6113569"/>
                  </a:lnTo>
                  <a:lnTo>
                    <a:pt x="152818" y="6113569"/>
                  </a:lnTo>
                  <a:lnTo>
                    <a:pt x="152944" y="6113569"/>
                  </a:lnTo>
                  <a:lnTo>
                    <a:pt x="153070" y="6113569"/>
                  </a:lnTo>
                  <a:lnTo>
                    <a:pt x="153196" y="6113569"/>
                  </a:lnTo>
                  <a:lnTo>
                    <a:pt x="153322" y="6113569"/>
                  </a:lnTo>
                  <a:lnTo>
                    <a:pt x="153448" y="6113569"/>
                  </a:lnTo>
                  <a:lnTo>
                    <a:pt x="153574" y="6113569"/>
                  </a:lnTo>
                  <a:lnTo>
                    <a:pt x="153700" y="6113569"/>
                  </a:lnTo>
                  <a:lnTo>
                    <a:pt x="153826" y="6113569"/>
                  </a:lnTo>
                  <a:lnTo>
                    <a:pt x="153826" y="6108290"/>
                  </a:lnTo>
                  <a:lnTo>
                    <a:pt x="153952" y="6108290"/>
                  </a:lnTo>
                  <a:lnTo>
                    <a:pt x="154079" y="6108290"/>
                  </a:lnTo>
                  <a:lnTo>
                    <a:pt x="154205" y="6108290"/>
                  </a:lnTo>
                  <a:lnTo>
                    <a:pt x="154331" y="6108290"/>
                  </a:lnTo>
                  <a:lnTo>
                    <a:pt x="154457" y="6108290"/>
                  </a:lnTo>
                  <a:lnTo>
                    <a:pt x="154583" y="6108290"/>
                  </a:lnTo>
                  <a:lnTo>
                    <a:pt x="154709" y="6108290"/>
                  </a:lnTo>
                  <a:lnTo>
                    <a:pt x="154835" y="6108290"/>
                  </a:lnTo>
                  <a:lnTo>
                    <a:pt x="154835" y="6103011"/>
                  </a:lnTo>
                  <a:lnTo>
                    <a:pt x="154961" y="6103011"/>
                  </a:lnTo>
                  <a:lnTo>
                    <a:pt x="155087" y="6103011"/>
                  </a:lnTo>
                  <a:lnTo>
                    <a:pt x="155213" y="6103011"/>
                  </a:lnTo>
                  <a:lnTo>
                    <a:pt x="155339" y="6103011"/>
                  </a:lnTo>
                  <a:lnTo>
                    <a:pt x="155466" y="6103011"/>
                  </a:lnTo>
                  <a:lnTo>
                    <a:pt x="155592" y="6103011"/>
                  </a:lnTo>
                  <a:lnTo>
                    <a:pt x="155592" y="6097731"/>
                  </a:lnTo>
                  <a:lnTo>
                    <a:pt x="155718" y="6097731"/>
                  </a:lnTo>
                  <a:lnTo>
                    <a:pt x="155844" y="6097731"/>
                  </a:lnTo>
                  <a:lnTo>
                    <a:pt x="155970" y="6097731"/>
                  </a:lnTo>
                  <a:lnTo>
                    <a:pt x="156096" y="6097731"/>
                  </a:lnTo>
                  <a:lnTo>
                    <a:pt x="156222" y="6097731"/>
                  </a:lnTo>
                  <a:lnTo>
                    <a:pt x="156348" y="6097731"/>
                  </a:lnTo>
                  <a:lnTo>
                    <a:pt x="156474" y="6097731"/>
                  </a:lnTo>
                  <a:lnTo>
                    <a:pt x="156600" y="6097731"/>
                  </a:lnTo>
                  <a:lnTo>
                    <a:pt x="156726" y="6097731"/>
                  </a:lnTo>
                  <a:lnTo>
                    <a:pt x="156852" y="6097731"/>
                  </a:lnTo>
                  <a:lnTo>
                    <a:pt x="156979" y="6097731"/>
                  </a:lnTo>
                  <a:lnTo>
                    <a:pt x="157105" y="6097731"/>
                  </a:lnTo>
                  <a:lnTo>
                    <a:pt x="157231" y="6097731"/>
                  </a:lnTo>
                  <a:lnTo>
                    <a:pt x="157357" y="6097731"/>
                  </a:lnTo>
                  <a:lnTo>
                    <a:pt x="157483" y="6097731"/>
                  </a:lnTo>
                  <a:lnTo>
                    <a:pt x="157609" y="6097731"/>
                  </a:lnTo>
                  <a:lnTo>
                    <a:pt x="157735" y="6097731"/>
                  </a:lnTo>
                  <a:lnTo>
                    <a:pt x="157861" y="6097731"/>
                  </a:lnTo>
                  <a:lnTo>
                    <a:pt x="157987" y="6097731"/>
                  </a:lnTo>
                  <a:lnTo>
                    <a:pt x="158113" y="6097731"/>
                  </a:lnTo>
                  <a:lnTo>
                    <a:pt x="158239" y="6097731"/>
                  </a:lnTo>
                  <a:lnTo>
                    <a:pt x="158366" y="6097731"/>
                  </a:lnTo>
                  <a:lnTo>
                    <a:pt x="158492" y="6097731"/>
                  </a:lnTo>
                  <a:lnTo>
                    <a:pt x="158618" y="6097731"/>
                  </a:lnTo>
                  <a:lnTo>
                    <a:pt x="158744" y="6097731"/>
                  </a:lnTo>
                  <a:lnTo>
                    <a:pt x="158870" y="6097731"/>
                  </a:lnTo>
                  <a:lnTo>
                    <a:pt x="158996" y="6097731"/>
                  </a:lnTo>
                  <a:lnTo>
                    <a:pt x="159122" y="6097731"/>
                  </a:lnTo>
                  <a:lnTo>
                    <a:pt x="159248" y="6097731"/>
                  </a:lnTo>
                  <a:lnTo>
                    <a:pt x="159374" y="6097731"/>
                  </a:lnTo>
                  <a:lnTo>
                    <a:pt x="159500" y="6097731"/>
                  </a:lnTo>
                  <a:lnTo>
                    <a:pt x="159626" y="6097731"/>
                  </a:lnTo>
                  <a:lnTo>
                    <a:pt x="159626" y="6092452"/>
                  </a:lnTo>
                  <a:lnTo>
                    <a:pt x="159753" y="6092452"/>
                  </a:lnTo>
                  <a:lnTo>
                    <a:pt x="159879" y="6092452"/>
                  </a:lnTo>
                  <a:lnTo>
                    <a:pt x="160005" y="6092452"/>
                  </a:lnTo>
                  <a:lnTo>
                    <a:pt x="160131" y="6092452"/>
                  </a:lnTo>
                  <a:lnTo>
                    <a:pt x="160257" y="6092452"/>
                  </a:lnTo>
                  <a:lnTo>
                    <a:pt x="160383" y="6092452"/>
                  </a:lnTo>
                  <a:lnTo>
                    <a:pt x="160509" y="6092452"/>
                  </a:lnTo>
                  <a:lnTo>
                    <a:pt x="160635" y="6092452"/>
                  </a:lnTo>
                  <a:lnTo>
                    <a:pt x="160761" y="6092452"/>
                  </a:lnTo>
                  <a:lnTo>
                    <a:pt x="160887" y="6092452"/>
                  </a:lnTo>
                  <a:lnTo>
                    <a:pt x="161013" y="6092452"/>
                  </a:lnTo>
                  <a:lnTo>
                    <a:pt x="161139" y="6092452"/>
                  </a:lnTo>
                  <a:lnTo>
                    <a:pt x="161266" y="6092452"/>
                  </a:lnTo>
                  <a:lnTo>
                    <a:pt x="161392" y="6092452"/>
                  </a:lnTo>
                  <a:lnTo>
                    <a:pt x="161518" y="6092452"/>
                  </a:lnTo>
                  <a:lnTo>
                    <a:pt x="161644" y="6092452"/>
                  </a:lnTo>
                  <a:lnTo>
                    <a:pt x="161770" y="6092452"/>
                  </a:lnTo>
                  <a:lnTo>
                    <a:pt x="161896" y="6092452"/>
                  </a:lnTo>
                  <a:lnTo>
                    <a:pt x="162022" y="6092452"/>
                  </a:lnTo>
                  <a:lnTo>
                    <a:pt x="162148" y="6092452"/>
                  </a:lnTo>
                  <a:lnTo>
                    <a:pt x="162274" y="6092452"/>
                  </a:lnTo>
                  <a:lnTo>
                    <a:pt x="162400" y="6092452"/>
                  </a:lnTo>
                  <a:lnTo>
                    <a:pt x="162526" y="6092452"/>
                  </a:lnTo>
                  <a:lnTo>
                    <a:pt x="162653" y="6092452"/>
                  </a:lnTo>
                  <a:lnTo>
                    <a:pt x="162779" y="6092452"/>
                  </a:lnTo>
                  <a:lnTo>
                    <a:pt x="162905" y="6092452"/>
                  </a:lnTo>
                  <a:lnTo>
                    <a:pt x="163031" y="6092452"/>
                  </a:lnTo>
                  <a:lnTo>
                    <a:pt x="163157" y="6092452"/>
                  </a:lnTo>
                  <a:lnTo>
                    <a:pt x="163283" y="6092452"/>
                  </a:lnTo>
                  <a:lnTo>
                    <a:pt x="163409" y="6092452"/>
                  </a:lnTo>
                  <a:lnTo>
                    <a:pt x="163535" y="6092452"/>
                  </a:lnTo>
                  <a:lnTo>
                    <a:pt x="163661" y="6092452"/>
                  </a:lnTo>
                  <a:lnTo>
                    <a:pt x="163787" y="6092452"/>
                  </a:lnTo>
                  <a:lnTo>
                    <a:pt x="163913" y="6092452"/>
                  </a:lnTo>
                  <a:lnTo>
                    <a:pt x="164039" y="6092452"/>
                  </a:lnTo>
                  <a:lnTo>
                    <a:pt x="164166" y="6092452"/>
                  </a:lnTo>
                  <a:lnTo>
                    <a:pt x="164292" y="6092452"/>
                  </a:lnTo>
                  <a:lnTo>
                    <a:pt x="164418" y="6092452"/>
                  </a:lnTo>
                  <a:lnTo>
                    <a:pt x="164544" y="6092452"/>
                  </a:lnTo>
                  <a:lnTo>
                    <a:pt x="164670" y="6092452"/>
                  </a:lnTo>
                  <a:lnTo>
                    <a:pt x="164796" y="6092452"/>
                  </a:lnTo>
                  <a:lnTo>
                    <a:pt x="164922" y="6092452"/>
                  </a:lnTo>
                  <a:lnTo>
                    <a:pt x="165048" y="6092452"/>
                  </a:lnTo>
                  <a:lnTo>
                    <a:pt x="165048" y="6087172"/>
                  </a:lnTo>
                  <a:lnTo>
                    <a:pt x="165174" y="6087172"/>
                  </a:lnTo>
                  <a:lnTo>
                    <a:pt x="165300" y="6087172"/>
                  </a:lnTo>
                  <a:lnTo>
                    <a:pt x="165426" y="6087172"/>
                  </a:lnTo>
                  <a:lnTo>
                    <a:pt x="165553" y="6087172"/>
                  </a:lnTo>
                  <a:lnTo>
                    <a:pt x="165679" y="6087172"/>
                  </a:lnTo>
                  <a:lnTo>
                    <a:pt x="165805" y="6087172"/>
                  </a:lnTo>
                  <a:lnTo>
                    <a:pt x="165931" y="6087172"/>
                  </a:lnTo>
                  <a:lnTo>
                    <a:pt x="166057" y="6087172"/>
                  </a:lnTo>
                  <a:lnTo>
                    <a:pt x="166183" y="6087172"/>
                  </a:lnTo>
                  <a:lnTo>
                    <a:pt x="166309" y="6087172"/>
                  </a:lnTo>
                  <a:lnTo>
                    <a:pt x="166435" y="6087172"/>
                  </a:lnTo>
                  <a:lnTo>
                    <a:pt x="166561" y="6087172"/>
                  </a:lnTo>
                  <a:lnTo>
                    <a:pt x="166687" y="6087172"/>
                  </a:lnTo>
                  <a:lnTo>
                    <a:pt x="166813" y="6087172"/>
                  </a:lnTo>
                  <a:lnTo>
                    <a:pt x="166940" y="6087172"/>
                  </a:lnTo>
                  <a:lnTo>
                    <a:pt x="167066" y="6087172"/>
                  </a:lnTo>
                  <a:lnTo>
                    <a:pt x="167192" y="6087172"/>
                  </a:lnTo>
                  <a:lnTo>
                    <a:pt x="167318" y="6087172"/>
                  </a:lnTo>
                  <a:lnTo>
                    <a:pt x="167444" y="6087172"/>
                  </a:lnTo>
                  <a:lnTo>
                    <a:pt x="167570" y="6087172"/>
                  </a:lnTo>
                  <a:lnTo>
                    <a:pt x="167696" y="6087172"/>
                  </a:lnTo>
                  <a:lnTo>
                    <a:pt x="167822" y="6087172"/>
                  </a:lnTo>
                  <a:lnTo>
                    <a:pt x="167948" y="6087172"/>
                  </a:lnTo>
                  <a:lnTo>
                    <a:pt x="168074" y="6087172"/>
                  </a:lnTo>
                  <a:lnTo>
                    <a:pt x="168200" y="6087172"/>
                  </a:lnTo>
                  <a:lnTo>
                    <a:pt x="168326" y="6087172"/>
                  </a:lnTo>
                  <a:lnTo>
                    <a:pt x="168453" y="6087172"/>
                  </a:lnTo>
                  <a:lnTo>
                    <a:pt x="168579" y="6087172"/>
                  </a:lnTo>
                  <a:lnTo>
                    <a:pt x="168705" y="6087172"/>
                  </a:lnTo>
                  <a:lnTo>
                    <a:pt x="168831" y="6087172"/>
                  </a:lnTo>
                  <a:lnTo>
                    <a:pt x="168957" y="6087172"/>
                  </a:lnTo>
                  <a:lnTo>
                    <a:pt x="169083" y="6087172"/>
                  </a:lnTo>
                  <a:lnTo>
                    <a:pt x="169209" y="6087172"/>
                  </a:lnTo>
                  <a:lnTo>
                    <a:pt x="169335" y="6087172"/>
                  </a:lnTo>
                  <a:lnTo>
                    <a:pt x="169461" y="6087172"/>
                  </a:lnTo>
                  <a:lnTo>
                    <a:pt x="169587" y="6087172"/>
                  </a:lnTo>
                  <a:lnTo>
                    <a:pt x="169713" y="6087172"/>
                  </a:lnTo>
                  <a:lnTo>
                    <a:pt x="169840" y="6087172"/>
                  </a:lnTo>
                  <a:lnTo>
                    <a:pt x="169966" y="6087172"/>
                  </a:lnTo>
                  <a:lnTo>
                    <a:pt x="170092" y="6087172"/>
                  </a:lnTo>
                  <a:lnTo>
                    <a:pt x="170218" y="6087172"/>
                  </a:lnTo>
                  <a:lnTo>
                    <a:pt x="170344" y="6087172"/>
                  </a:lnTo>
                  <a:lnTo>
                    <a:pt x="170470" y="6087172"/>
                  </a:lnTo>
                  <a:lnTo>
                    <a:pt x="170596" y="6087172"/>
                  </a:lnTo>
                  <a:lnTo>
                    <a:pt x="170722" y="6087172"/>
                  </a:lnTo>
                  <a:lnTo>
                    <a:pt x="170848" y="6087172"/>
                  </a:lnTo>
                  <a:lnTo>
                    <a:pt x="170974" y="6087172"/>
                  </a:lnTo>
                  <a:lnTo>
                    <a:pt x="171100" y="6087172"/>
                  </a:lnTo>
                  <a:lnTo>
                    <a:pt x="171100" y="6081893"/>
                  </a:lnTo>
                  <a:lnTo>
                    <a:pt x="171226" y="6081893"/>
                  </a:lnTo>
                  <a:lnTo>
                    <a:pt x="171353" y="6081893"/>
                  </a:lnTo>
                  <a:lnTo>
                    <a:pt x="171479" y="6081893"/>
                  </a:lnTo>
                  <a:lnTo>
                    <a:pt x="171605" y="6081893"/>
                  </a:lnTo>
                  <a:lnTo>
                    <a:pt x="171731" y="6081893"/>
                  </a:lnTo>
                  <a:lnTo>
                    <a:pt x="171857" y="6081893"/>
                  </a:lnTo>
                  <a:lnTo>
                    <a:pt x="171983" y="6081893"/>
                  </a:lnTo>
                  <a:lnTo>
                    <a:pt x="172109" y="6081893"/>
                  </a:lnTo>
                  <a:lnTo>
                    <a:pt x="172235" y="6081893"/>
                  </a:lnTo>
                  <a:lnTo>
                    <a:pt x="172361" y="6081893"/>
                  </a:lnTo>
                  <a:lnTo>
                    <a:pt x="172487" y="6081893"/>
                  </a:lnTo>
                  <a:lnTo>
                    <a:pt x="172613" y="6081893"/>
                  </a:lnTo>
                  <a:lnTo>
                    <a:pt x="172740" y="6081893"/>
                  </a:lnTo>
                  <a:lnTo>
                    <a:pt x="172740" y="6076613"/>
                  </a:lnTo>
                  <a:lnTo>
                    <a:pt x="172866" y="6076613"/>
                  </a:lnTo>
                  <a:lnTo>
                    <a:pt x="172992" y="6076613"/>
                  </a:lnTo>
                  <a:lnTo>
                    <a:pt x="173118" y="6076613"/>
                  </a:lnTo>
                  <a:lnTo>
                    <a:pt x="173244" y="6076613"/>
                  </a:lnTo>
                  <a:lnTo>
                    <a:pt x="173370" y="6076613"/>
                  </a:lnTo>
                  <a:lnTo>
                    <a:pt x="173496" y="6076613"/>
                  </a:lnTo>
                  <a:lnTo>
                    <a:pt x="173622" y="6076613"/>
                  </a:lnTo>
                  <a:lnTo>
                    <a:pt x="173748" y="6076613"/>
                  </a:lnTo>
                  <a:lnTo>
                    <a:pt x="173748" y="6071334"/>
                  </a:lnTo>
                  <a:lnTo>
                    <a:pt x="173874" y="6071334"/>
                  </a:lnTo>
                  <a:lnTo>
                    <a:pt x="174000" y="6071334"/>
                  </a:lnTo>
                  <a:lnTo>
                    <a:pt x="174126" y="6071334"/>
                  </a:lnTo>
                  <a:lnTo>
                    <a:pt x="174126" y="6066055"/>
                  </a:lnTo>
                  <a:lnTo>
                    <a:pt x="174253" y="6066055"/>
                  </a:lnTo>
                  <a:lnTo>
                    <a:pt x="174379" y="6066055"/>
                  </a:lnTo>
                  <a:lnTo>
                    <a:pt x="174505" y="6066055"/>
                  </a:lnTo>
                  <a:lnTo>
                    <a:pt x="174631" y="6066055"/>
                  </a:lnTo>
                  <a:lnTo>
                    <a:pt x="174757" y="6066055"/>
                  </a:lnTo>
                  <a:lnTo>
                    <a:pt x="174883" y="6066055"/>
                  </a:lnTo>
                  <a:lnTo>
                    <a:pt x="175009" y="6066055"/>
                  </a:lnTo>
                  <a:lnTo>
                    <a:pt x="175135" y="6066055"/>
                  </a:lnTo>
                  <a:lnTo>
                    <a:pt x="175261" y="6066055"/>
                  </a:lnTo>
                  <a:lnTo>
                    <a:pt x="175387" y="6066055"/>
                  </a:lnTo>
                  <a:lnTo>
                    <a:pt x="175513" y="6066055"/>
                  </a:lnTo>
                  <a:lnTo>
                    <a:pt x="175640" y="6066055"/>
                  </a:lnTo>
                  <a:lnTo>
                    <a:pt x="175766" y="6066055"/>
                  </a:lnTo>
                  <a:lnTo>
                    <a:pt x="175892" y="6066055"/>
                  </a:lnTo>
                  <a:lnTo>
                    <a:pt x="176018" y="6066055"/>
                  </a:lnTo>
                  <a:lnTo>
                    <a:pt x="176144" y="6066055"/>
                  </a:lnTo>
                  <a:lnTo>
                    <a:pt x="176270" y="6066055"/>
                  </a:lnTo>
                  <a:lnTo>
                    <a:pt x="176396" y="6066055"/>
                  </a:lnTo>
                  <a:lnTo>
                    <a:pt x="176522" y="6066055"/>
                  </a:lnTo>
                  <a:lnTo>
                    <a:pt x="176648" y="6066055"/>
                  </a:lnTo>
                  <a:lnTo>
                    <a:pt x="176774" y="6066055"/>
                  </a:lnTo>
                  <a:lnTo>
                    <a:pt x="176900" y="6066055"/>
                  </a:lnTo>
                  <a:lnTo>
                    <a:pt x="177027" y="6066055"/>
                  </a:lnTo>
                  <a:lnTo>
                    <a:pt x="177153" y="6066055"/>
                  </a:lnTo>
                  <a:lnTo>
                    <a:pt x="177279" y="6066055"/>
                  </a:lnTo>
                  <a:lnTo>
                    <a:pt x="177405" y="6066055"/>
                  </a:lnTo>
                  <a:lnTo>
                    <a:pt x="177531" y="6066055"/>
                  </a:lnTo>
                  <a:lnTo>
                    <a:pt x="177657" y="6066055"/>
                  </a:lnTo>
                  <a:lnTo>
                    <a:pt x="177783" y="6066055"/>
                  </a:lnTo>
                  <a:lnTo>
                    <a:pt x="177909" y="6066055"/>
                  </a:lnTo>
                  <a:lnTo>
                    <a:pt x="178035" y="6066055"/>
                  </a:lnTo>
                  <a:lnTo>
                    <a:pt x="178161" y="6066055"/>
                  </a:lnTo>
                  <a:lnTo>
                    <a:pt x="178287" y="6066055"/>
                  </a:lnTo>
                  <a:lnTo>
                    <a:pt x="178413" y="6066055"/>
                  </a:lnTo>
                  <a:lnTo>
                    <a:pt x="178540" y="6066055"/>
                  </a:lnTo>
                  <a:lnTo>
                    <a:pt x="178666" y="6066055"/>
                  </a:lnTo>
                  <a:lnTo>
                    <a:pt x="178792" y="6066055"/>
                  </a:lnTo>
                  <a:lnTo>
                    <a:pt x="178918" y="6066055"/>
                  </a:lnTo>
                  <a:lnTo>
                    <a:pt x="179044" y="6066055"/>
                  </a:lnTo>
                  <a:lnTo>
                    <a:pt x="179170" y="6066055"/>
                  </a:lnTo>
                  <a:lnTo>
                    <a:pt x="179296" y="6066055"/>
                  </a:lnTo>
                  <a:lnTo>
                    <a:pt x="179422" y="6066055"/>
                  </a:lnTo>
                  <a:lnTo>
                    <a:pt x="179548" y="6066055"/>
                  </a:lnTo>
                  <a:lnTo>
                    <a:pt x="179674" y="6066055"/>
                  </a:lnTo>
                  <a:lnTo>
                    <a:pt x="179800" y="6066055"/>
                  </a:lnTo>
                  <a:lnTo>
                    <a:pt x="179927" y="6066055"/>
                  </a:lnTo>
                  <a:lnTo>
                    <a:pt x="180053" y="6066055"/>
                  </a:lnTo>
                  <a:lnTo>
                    <a:pt x="180179" y="6066055"/>
                  </a:lnTo>
                  <a:lnTo>
                    <a:pt x="180305" y="6066055"/>
                  </a:lnTo>
                  <a:lnTo>
                    <a:pt x="180431" y="6066055"/>
                  </a:lnTo>
                  <a:lnTo>
                    <a:pt x="180557" y="6066055"/>
                  </a:lnTo>
                  <a:lnTo>
                    <a:pt x="180683" y="6066055"/>
                  </a:lnTo>
                  <a:lnTo>
                    <a:pt x="180809" y="6066055"/>
                  </a:lnTo>
                  <a:lnTo>
                    <a:pt x="180935" y="6066055"/>
                  </a:lnTo>
                  <a:lnTo>
                    <a:pt x="181061" y="6066055"/>
                  </a:lnTo>
                  <a:lnTo>
                    <a:pt x="181187" y="6066055"/>
                  </a:lnTo>
                  <a:lnTo>
                    <a:pt x="181313" y="6066055"/>
                  </a:lnTo>
                  <a:lnTo>
                    <a:pt x="181440" y="6066055"/>
                  </a:lnTo>
                  <a:lnTo>
                    <a:pt x="181566" y="6066055"/>
                  </a:lnTo>
                  <a:lnTo>
                    <a:pt x="181692" y="6066055"/>
                  </a:lnTo>
                  <a:lnTo>
                    <a:pt x="181818" y="6066055"/>
                  </a:lnTo>
                  <a:lnTo>
                    <a:pt x="181944" y="6066055"/>
                  </a:lnTo>
                  <a:lnTo>
                    <a:pt x="181944" y="6060775"/>
                  </a:lnTo>
                  <a:lnTo>
                    <a:pt x="182070" y="6060775"/>
                  </a:lnTo>
                  <a:lnTo>
                    <a:pt x="182196" y="6060775"/>
                  </a:lnTo>
                  <a:lnTo>
                    <a:pt x="182322" y="6060775"/>
                  </a:lnTo>
                  <a:lnTo>
                    <a:pt x="182448" y="6060775"/>
                  </a:lnTo>
                  <a:lnTo>
                    <a:pt x="182574" y="6060775"/>
                  </a:lnTo>
                  <a:lnTo>
                    <a:pt x="182700" y="6060775"/>
                  </a:lnTo>
                  <a:lnTo>
                    <a:pt x="182827" y="6060775"/>
                  </a:lnTo>
                  <a:lnTo>
                    <a:pt x="182953" y="6060775"/>
                  </a:lnTo>
                  <a:lnTo>
                    <a:pt x="183079" y="6060775"/>
                  </a:lnTo>
                  <a:lnTo>
                    <a:pt x="183205" y="6060775"/>
                  </a:lnTo>
                  <a:lnTo>
                    <a:pt x="183331" y="6060775"/>
                  </a:lnTo>
                  <a:lnTo>
                    <a:pt x="183457" y="6060775"/>
                  </a:lnTo>
                  <a:lnTo>
                    <a:pt x="183583" y="6060775"/>
                  </a:lnTo>
                  <a:lnTo>
                    <a:pt x="183709" y="6060775"/>
                  </a:lnTo>
                  <a:lnTo>
                    <a:pt x="183835" y="6060775"/>
                  </a:lnTo>
                  <a:lnTo>
                    <a:pt x="183961" y="6060775"/>
                  </a:lnTo>
                  <a:lnTo>
                    <a:pt x="184087" y="6060775"/>
                  </a:lnTo>
                  <a:lnTo>
                    <a:pt x="184214" y="6060775"/>
                  </a:lnTo>
                  <a:lnTo>
                    <a:pt x="184340" y="6060775"/>
                  </a:lnTo>
                  <a:lnTo>
                    <a:pt x="184466" y="6060775"/>
                  </a:lnTo>
                  <a:lnTo>
                    <a:pt x="184592" y="6060775"/>
                  </a:lnTo>
                  <a:lnTo>
                    <a:pt x="184718" y="6060775"/>
                  </a:lnTo>
                  <a:lnTo>
                    <a:pt x="184844" y="6060775"/>
                  </a:lnTo>
                  <a:lnTo>
                    <a:pt x="184970" y="6060775"/>
                  </a:lnTo>
                  <a:lnTo>
                    <a:pt x="185096" y="6060775"/>
                  </a:lnTo>
                  <a:lnTo>
                    <a:pt x="185222" y="6060775"/>
                  </a:lnTo>
                  <a:lnTo>
                    <a:pt x="185348" y="6060775"/>
                  </a:lnTo>
                  <a:lnTo>
                    <a:pt x="185474" y="6060775"/>
                  </a:lnTo>
                  <a:lnTo>
                    <a:pt x="185474" y="6055496"/>
                  </a:lnTo>
                  <a:lnTo>
                    <a:pt x="185600" y="6055496"/>
                  </a:lnTo>
                  <a:lnTo>
                    <a:pt x="185727" y="6055496"/>
                  </a:lnTo>
                  <a:lnTo>
                    <a:pt x="185853" y="6055496"/>
                  </a:lnTo>
                  <a:lnTo>
                    <a:pt x="185979" y="6055496"/>
                  </a:lnTo>
                  <a:lnTo>
                    <a:pt x="186105" y="6055496"/>
                  </a:lnTo>
                  <a:lnTo>
                    <a:pt x="186231" y="6055496"/>
                  </a:lnTo>
                  <a:lnTo>
                    <a:pt x="186357" y="6055496"/>
                  </a:lnTo>
                  <a:lnTo>
                    <a:pt x="186483" y="6055496"/>
                  </a:lnTo>
                  <a:lnTo>
                    <a:pt x="186609" y="6055496"/>
                  </a:lnTo>
                  <a:lnTo>
                    <a:pt x="186735" y="6055496"/>
                  </a:lnTo>
                  <a:lnTo>
                    <a:pt x="186861" y="6055496"/>
                  </a:lnTo>
                  <a:lnTo>
                    <a:pt x="186861" y="6050216"/>
                  </a:lnTo>
                  <a:lnTo>
                    <a:pt x="186987" y="6050216"/>
                  </a:lnTo>
                  <a:lnTo>
                    <a:pt x="187114" y="6050216"/>
                  </a:lnTo>
                  <a:lnTo>
                    <a:pt x="187240" y="6050216"/>
                  </a:lnTo>
                  <a:lnTo>
                    <a:pt x="187366" y="6050216"/>
                  </a:lnTo>
                  <a:lnTo>
                    <a:pt x="187492" y="6050216"/>
                  </a:lnTo>
                  <a:lnTo>
                    <a:pt x="187618" y="6050216"/>
                  </a:lnTo>
                  <a:lnTo>
                    <a:pt x="187744" y="6050216"/>
                  </a:lnTo>
                  <a:lnTo>
                    <a:pt x="187870" y="6050216"/>
                  </a:lnTo>
                  <a:lnTo>
                    <a:pt x="187996" y="6050216"/>
                  </a:lnTo>
                  <a:lnTo>
                    <a:pt x="188122" y="6050216"/>
                  </a:lnTo>
                  <a:lnTo>
                    <a:pt x="188248" y="6050216"/>
                  </a:lnTo>
                  <a:lnTo>
                    <a:pt x="188374" y="6050216"/>
                  </a:lnTo>
                  <a:lnTo>
                    <a:pt x="188500" y="6050216"/>
                  </a:lnTo>
                  <a:lnTo>
                    <a:pt x="188627" y="6050216"/>
                  </a:lnTo>
                  <a:lnTo>
                    <a:pt x="188753" y="6050216"/>
                  </a:lnTo>
                  <a:lnTo>
                    <a:pt x="188879" y="6050216"/>
                  </a:lnTo>
                  <a:lnTo>
                    <a:pt x="189005" y="6050216"/>
                  </a:lnTo>
                  <a:lnTo>
                    <a:pt x="189131" y="6050216"/>
                  </a:lnTo>
                  <a:lnTo>
                    <a:pt x="189257" y="6050216"/>
                  </a:lnTo>
                  <a:lnTo>
                    <a:pt x="189383" y="6050216"/>
                  </a:lnTo>
                  <a:lnTo>
                    <a:pt x="189509" y="6050216"/>
                  </a:lnTo>
                  <a:lnTo>
                    <a:pt x="189635" y="6050216"/>
                  </a:lnTo>
                  <a:lnTo>
                    <a:pt x="189761" y="6050216"/>
                  </a:lnTo>
                  <a:lnTo>
                    <a:pt x="189887" y="6050216"/>
                  </a:lnTo>
                  <a:lnTo>
                    <a:pt x="190014" y="6050216"/>
                  </a:lnTo>
                  <a:lnTo>
                    <a:pt x="190140" y="6050216"/>
                  </a:lnTo>
                  <a:lnTo>
                    <a:pt x="190266" y="6050216"/>
                  </a:lnTo>
                  <a:lnTo>
                    <a:pt x="190392" y="6050216"/>
                  </a:lnTo>
                  <a:lnTo>
                    <a:pt x="190518" y="6050216"/>
                  </a:lnTo>
                  <a:lnTo>
                    <a:pt x="190644" y="6050216"/>
                  </a:lnTo>
                  <a:lnTo>
                    <a:pt x="190770" y="6050216"/>
                  </a:lnTo>
                  <a:lnTo>
                    <a:pt x="190896" y="6050216"/>
                  </a:lnTo>
                  <a:lnTo>
                    <a:pt x="191022" y="6050216"/>
                  </a:lnTo>
                  <a:lnTo>
                    <a:pt x="191148" y="6050216"/>
                  </a:lnTo>
                  <a:lnTo>
                    <a:pt x="191274" y="6050216"/>
                  </a:lnTo>
                  <a:lnTo>
                    <a:pt x="191401" y="6050216"/>
                  </a:lnTo>
                  <a:lnTo>
                    <a:pt x="191527" y="6050216"/>
                  </a:lnTo>
                  <a:lnTo>
                    <a:pt x="191653" y="6050216"/>
                  </a:lnTo>
                  <a:lnTo>
                    <a:pt x="191779" y="6050216"/>
                  </a:lnTo>
                  <a:lnTo>
                    <a:pt x="191905" y="6050216"/>
                  </a:lnTo>
                  <a:lnTo>
                    <a:pt x="192031" y="6050216"/>
                  </a:lnTo>
                  <a:lnTo>
                    <a:pt x="192157" y="6050216"/>
                  </a:lnTo>
                  <a:lnTo>
                    <a:pt x="192283" y="6050216"/>
                  </a:lnTo>
                  <a:lnTo>
                    <a:pt x="192409" y="6050216"/>
                  </a:lnTo>
                  <a:lnTo>
                    <a:pt x="192535" y="6050216"/>
                  </a:lnTo>
                  <a:lnTo>
                    <a:pt x="192661" y="6050216"/>
                  </a:lnTo>
                  <a:lnTo>
                    <a:pt x="192661" y="6044937"/>
                  </a:lnTo>
                  <a:lnTo>
                    <a:pt x="192787" y="6044937"/>
                  </a:lnTo>
                  <a:lnTo>
                    <a:pt x="192914" y="6044937"/>
                  </a:lnTo>
                  <a:lnTo>
                    <a:pt x="193040" y="6044937"/>
                  </a:lnTo>
                  <a:lnTo>
                    <a:pt x="193166" y="6044937"/>
                  </a:lnTo>
                  <a:lnTo>
                    <a:pt x="193292" y="6044937"/>
                  </a:lnTo>
                  <a:lnTo>
                    <a:pt x="193418" y="6044937"/>
                  </a:lnTo>
                  <a:lnTo>
                    <a:pt x="193544" y="6044937"/>
                  </a:lnTo>
                  <a:lnTo>
                    <a:pt x="193670" y="6044937"/>
                  </a:lnTo>
                  <a:lnTo>
                    <a:pt x="193796" y="6044937"/>
                  </a:lnTo>
                  <a:lnTo>
                    <a:pt x="193922" y="6044937"/>
                  </a:lnTo>
                  <a:lnTo>
                    <a:pt x="194048" y="6044937"/>
                  </a:lnTo>
                  <a:lnTo>
                    <a:pt x="194174" y="6044937"/>
                  </a:lnTo>
                  <a:lnTo>
                    <a:pt x="194301" y="6044937"/>
                  </a:lnTo>
                  <a:lnTo>
                    <a:pt x="194427" y="6044937"/>
                  </a:lnTo>
                  <a:lnTo>
                    <a:pt x="194553" y="6044937"/>
                  </a:lnTo>
                  <a:lnTo>
                    <a:pt x="194679" y="6044937"/>
                  </a:lnTo>
                  <a:lnTo>
                    <a:pt x="194805" y="6044937"/>
                  </a:lnTo>
                  <a:lnTo>
                    <a:pt x="194931" y="6044937"/>
                  </a:lnTo>
                  <a:lnTo>
                    <a:pt x="195057" y="6044937"/>
                  </a:lnTo>
                  <a:lnTo>
                    <a:pt x="195183" y="6044937"/>
                  </a:lnTo>
                  <a:lnTo>
                    <a:pt x="195309" y="6044937"/>
                  </a:lnTo>
                  <a:lnTo>
                    <a:pt x="195435" y="6044937"/>
                  </a:lnTo>
                  <a:lnTo>
                    <a:pt x="195561" y="6044937"/>
                  </a:lnTo>
                  <a:lnTo>
                    <a:pt x="195687" y="6044937"/>
                  </a:lnTo>
                  <a:lnTo>
                    <a:pt x="195814" y="6044937"/>
                  </a:lnTo>
                  <a:lnTo>
                    <a:pt x="195940" y="6044937"/>
                  </a:lnTo>
                  <a:lnTo>
                    <a:pt x="196066" y="6044937"/>
                  </a:lnTo>
                  <a:lnTo>
                    <a:pt x="196192" y="6044937"/>
                  </a:lnTo>
                  <a:lnTo>
                    <a:pt x="196318" y="6044937"/>
                  </a:lnTo>
                  <a:lnTo>
                    <a:pt x="196444" y="6044937"/>
                  </a:lnTo>
                  <a:lnTo>
                    <a:pt x="196570" y="6044937"/>
                  </a:lnTo>
                  <a:lnTo>
                    <a:pt x="196696" y="6044937"/>
                  </a:lnTo>
                  <a:lnTo>
                    <a:pt x="196822" y="6044937"/>
                  </a:lnTo>
                  <a:lnTo>
                    <a:pt x="196948" y="6044937"/>
                  </a:lnTo>
                  <a:lnTo>
                    <a:pt x="197074" y="6044937"/>
                  </a:lnTo>
                  <a:lnTo>
                    <a:pt x="197074" y="6039658"/>
                  </a:lnTo>
                  <a:lnTo>
                    <a:pt x="197201" y="6039658"/>
                  </a:lnTo>
                  <a:lnTo>
                    <a:pt x="197327" y="6039658"/>
                  </a:lnTo>
                  <a:lnTo>
                    <a:pt x="197453" y="6039658"/>
                  </a:lnTo>
                  <a:lnTo>
                    <a:pt x="197579" y="6039658"/>
                  </a:lnTo>
                  <a:lnTo>
                    <a:pt x="197705" y="6039658"/>
                  </a:lnTo>
                  <a:lnTo>
                    <a:pt x="197831" y="6039658"/>
                  </a:lnTo>
                  <a:lnTo>
                    <a:pt x="197957" y="6039658"/>
                  </a:lnTo>
                  <a:lnTo>
                    <a:pt x="198083" y="6039658"/>
                  </a:lnTo>
                  <a:lnTo>
                    <a:pt x="198209" y="6039658"/>
                  </a:lnTo>
                  <a:lnTo>
                    <a:pt x="198335" y="6039658"/>
                  </a:lnTo>
                  <a:lnTo>
                    <a:pt x="198461" y="6039658"/>
                  </a:lnTo>
                  <a:lnTo>
                    <a:pt x="198587" y="6039658"/>
                  </a:lnTo>
                  <a:lnTo>
                    <a:pt x="198714" y="6039658"/>
                  </a:lnTo>
                  <a:lnTo>
                    <a:pt x="198840" y="6039658"/>
                  </a:lnTo>
                  <a:lnTo>
                    <a:pt x="198966" y="6039658"/>
                  </a:lnTo>
                  <a:lnTo>
                    <a:pt x="199092" y="6039658"/>
                  </a:lnTo>
                  <a:lnTo>
                    <a:pt x="199218" y="6039658"/>
                  </a:lnTo>
                  <a:lnTo>
                    <a:pt x="199344" y="6039658"/>
                  </a:lnTo>
                  <a:lnTo>
                    <a:pt x="199470" y="6039658"/>
                  </a:lnTo>
                  <a:lnTo>
                    <a:pt x="199596" y="6039658"/>
                  </a:lnTo>
                  <a:lnTo>
                    <a:pt x="199722" y="6039658"/>
                  </a:lnTo>
                  <a:lnTo>
                    <a:pt x="199848" y="6039658"/>
                  </a:lnTo>
                  <a:lnTo>
                    <a:pt x="199974" y="6039658"/>
                  </a:lnTo>
                  <a:lnTo>
                    <a:pt x="200101" y="6039658"/>
                  </a:lnTo>
                  <a:lnTo>
                    <a:pt x="200227" y="6039658"/>
                  </a:lnTo>
                  <a:lnTo>
                    <a:pt x="200353" y="6039658"/>
                  </a:lnTo>
                  <a:lnTo>
                    <a:pt x="200479" y="6039658"/>
                  </a:lnTo>
                  <a:lnTo>
                    <a:pt x="200605" y="6039658"/>
                  </a:lnTo>
                  <a:lnTo>
                    <a:pt x="200731" y="6039658"/>
                  </a:lnTo>
                  <a:lnTo>
                    <a:pt x="200857" y="6039658"/>
                  </a:lnTo>
                  <a:lnTo>
                    <a:pt x="200983" y="6039658"/>
                  </a:lnTo>
                  <a:lnTo>
                    <a:pt x="201109" y="6039658"/>
                  </a:lnTo>
                  <a:lnTo>
                    <a:pt x="201235" y="6039658"/>
                  </a:lnTo>
                  <a:lnTo>
                    <a:pt x="201361" y="6039658"/>
                  </a:lnTo>
                  <a:lnTo>
                    <a:pt x="201488" y="6039658"/>
                  </a:lnTo>
                  <a:lnTo>
                    <a:pt x="201614" y="6039658"/>
                  </a:lnTo>
                  <a:lnTo>
                    <a:pt x="201740" y="6039658"/>
                  </a:lnTo>
                  <a:lnTo>
                    <a:pt x="201740" y="6034378"/>
                  </a:lnTo>
                  <a:lnTo>
                    <a:pt x="201866" y="6034378"/>
                  </a:lnTo>
                  <a:lnTo>
                    <a:pt x="201992" y="6034378"/>
                  </a:lnTo>
                  <a:lnTo>
                    <a:pt x="202118" y="6034378"/>
                  </a:lnTo>
                  <a:lnTo>
                    <a:pt x="202244" y="6034378"/>
                  </a:lnTo>
                  <a:lnTo>
                    <a:pt x="202370" y="6034378"/>
                  </a:lnTo>
                  <a:lnTo>
                    <a:pt x="202370" y="6029099"/>
                  </a:lnTo>
                  <a:lnTo>
                    <a:pt x="202496" y="6029099"/>
                  </a:lnTo>
                  <a:lnTo>
                    <a:pt x="202622" y="6029099"/>
                  </a:lnTo>
                  <a:lnTo>
                    <a:pt x="202748" y="6029099"/>
                  </a:lnTo>
                  <a:lnTo>
                    <a:pt x="202874" y="6029099"/>
                  </a:lnTo>
                  <a:lnTo>
                    <a:pt x="203001" y="6029099"/>
                  </a:lnTo>
                  <a:lnTo>
                    <a:pt x="203127" y="6029099"/>
                  </a:lnTo>
                  <a:lnTo>
                    <a:pt x="203253" y="6029099"/>
                  </a:lnTo>
                  <a:lnTo>
                    <a:pt x="203379" y="6029099"/>
                  </a:lnTo>
                  <a:lnTo>
                    <a:pt x="203505" y="6029099"/>
                  </a:lnTo>
                  <a:lnTo>
                    <a:pt x="203631" y="6029099"/>
                  </a:lnTo>
                  <a:lnTo>
                    <a:pt x="203757" y="6029099"/>
                  </a:lnTo>
                  <a:lnTo>
                    <a:pt x="203883" y="6029099"/>
                  </a:lnTo>
                  <a:lnTo>
                    <a:pt x="204009" y="6029099"/>
                  </a:lnTo>
                  <a:lnTo>
                    <a:pt x="204135" y="6029099"/>
                  </a:lnTo>
                  <a:lnTo>
                    <a:pt x="204261" y="6029099"/>
                  </a:lnTo>
                  <a:lnTo>
                    <a:pt x="204388" y="6029099"/>
                  </a:lnTo>
                  <a:lnTo>
                    <a:pt x="204514" y="6029099"/>
                  </a:lnTo>
                  <a:lnTo>
                    <a:pt x="204640" y="6029099"/>
                  </a:lnTo>
                  <a:lnTo>
                    <a:pt x="204766" y="6029099"/>
                  </a:lnTo>
                  <a:lnTo>
                    <a:pt x="204892" y="6029099"/>
                  </a:lnTo>
                  <a:lnTo>
                    <a:pt x="205018" y="6029099"/>
                  </a:lnTo>
                  <a:lnTo>
                    <a:pt x="205144" y="6029099"/>
                  </a:lnTo>
                  <a:lnTo>
                    <a:pt x="205144" y="6023819"/>
                  </a:lnTo>
                  <a:lnTo>
                    <a:pt x="205270" y="6023819"/>
                  </a:lnTo>
                  <a:lnTo>
                    <a:pt x="205396" y="6023819"/>
                  </a:lnTo>
                  <a:lnTo>
                    <a:pt x="205522" y="6023819"/>
                  </a:lnTo>
                  <a:lnTo>
                    <a:pt x="205648" y="6023819"/>
                  </a:lnTo>
                  <a:lnTo>
                    <a:pt x="205774" y="6023819"/>
                  </a:lnTo>
                  <a:lnTo>
                    <a:pt x="205901" y="6023819"/>
                  </a:lnTo>
                  <a:lnTo>
                    <a:pt x="206027" y="6023819"/>
                  </a:lnTo>
                  <a:lnTo>
                    <a:pt x="206153" y="6023819"/>
                  </a:lnTo>
                  <a:lnTo>
                    <a:pt x="206279" y="6023819"/>
                  </a:lnTo>
                  <a:lnTo>
                    <a:pt x="206405" y="6023819"/>
                  </a:lnTo>
                  <a:lnTo>
                    <a:pt x="206531" y="6023819"/>
                  </a:lnTo>
                  <a:lnTo>
                    <a:pt x="206657" y="6023819"/>
                  </a:lnTo>
                  <a:lnTo>
                    <a:pt x="206783" y="6023819"/>
                  </a:lnTo>
                  <a:lnTo>
                    <a:pt x="206909" y="6023819"/>
                  </a:lnTo>
                  <a:lnTo>
                    <a:pt x="207035" y="6023819"/>
                  </a:lnTo>
                  <a:lnTo>
                    <a:pt x="207161" y="6023819"/>
                  </a:lnTo>
                  <a:lnTo>
                    <a:pt x="207288" y="6023819"/>
                  </a:lnTo>
                  <a:lnTo>
                    <a:pt x="207414" y="6023819"/>
                  </a:lnTo>
                  <a:lnTo>
                    <a:pt x="207540" y="6023819"/>
                  </a:lnTo>
                  <a:lnTo>
                    <a:pt x="207666" y="6023819"/>
                  </a:lnTo>
                  <a:lnTo>
                    <a:pt x="207666" y="6018540"/>
                  </a:lnTo>
                  <a:lnTo>
                    <a:pt x="207792" y="6018540"/>
                  </a:lnTo>
                  <a:lnTo>
                    <a:pt x="207918" y="6018540"/>
                  </a:lnTo>
                  <a:lnTo>
                    <a:pt x="208044" y="6018540"/>
                  </a:lnTo>
                  <a:lnTo>
                    <a:pt x="208170" y="6018540"/>
                  </a:lnTo>
                  <a:lnTo>
                    <a:pt x="208296" y="6018540"/>
                  </a:lnTo>
                  <a:lnTo>
                    <a:pt x="208422" y="6018540"/>
                  </a:lnTo>
                  <a:lnTo>
                    <a:pt x="208548" y="6018540"/>
                  </a:lnTo>
                  <a:lnTo>
                    <a:pt x="208675" y="6018540"/>
                  </a:lnTo>
                  <a:lnTo>
                    <a:pt x="208801" y="6018540"/>
                  </a:lnTo>
                  <a:lnTo>
                    <a:pt x="208927" y="6018540"/>
                  </a:lnTo>
                  <a:lnTo>
                    <a:pt x="209053" y="6018540"/>
                  </a:lnTo>
                  <a:lnTo>
                    <a:pt x="209179" y="6018540"/>
                  </a:lnTo>
                  <a:lnTo>
                    <a:pt x="209305" y="6018540"/>
                  </a:lnTo>
                  <a:lnTo>
                    <a:pt x="209431" y="6018540"/>
                  </a:lnTo>
                  <a:lnTo>
                    <a:pt x="209431" y="6013260"/>
                  </a:lnTo>
                  <a:lnTo>
                    <a:pt x="209557" y="6013260"/>
                  </a:lnTo>
                  <a:lnTo>
                    <a:pt x="209683" y="6013260"/>
                  </a:lnTo>
                  <a:lnTo>
                    <a:pt x="209683" y="6007981"/>
                  </a:lnTo>
                  <a:lnTo>
                    <a:pt x="209809" y="6007981"/>
                  </a:lnTo>
                  <a:lnTo>
                    <a:pt x="209935" y="6007981"/>
                  </a:lnTo>
                  <a:lnTo>
                    <a:pt x="210061" y="6007981"/>
                  </a:lnTo>
                  <a:lnTo>
                    <a:pt x="210188" y="6007981"/>
                  </a:lnTo>
                  <a:lnTo>
                    <a:pt x="210314" y="6007981"/>
                  </a:lnTo>
                  <a:lnTo>
                    <a:pt x="210440" y="6007981"/>
                  </a:lnTo>
                  <a:lnTo>
                    <a:pt x="210566" y="6007981"/>
                  </a:lnTo>
                  <a:lnTo>
                    <a:pt x="210692" y="6007981"/>
                  </a:lnTo>
                  <a:lnTo>
                    <a:pt x="210818" y="6007981"/>
                  </a:lnTo>
                  <a:lnTo>
                    <a:pt x="210944" y="6007981"/>
                  </a:lnTo>
                  <a:lnTo>
                    <a:pt x="211070" y="6007981"/>
                  </a:lnTo>
                  <a:lnTo>
                    <a:pt x="211070" y="6002702"/>
                  </a:lnTo>
                  <a:lnTo>
                    <a:pt x="211196" y="6002702"/>
                  </a:lnTo>
                  <a:lnTo>
                    <a:pt x="211322" y="6002702"/>
                  </a:lnTo>
                  <a:lnTo>
                    <a:pt x="211448" y="6002702"/>
                  </a:lnTo>
                  <a:lnTo>
                    <a:pt x="211575" y="6002702"/>
                  </a:lnTo>
                  <a:lnTo>
                    <a:pt x="211701" y="6002702"/>
                  </a:lnTo>
                  <a:lnTo>
                    <a:pt x="211827" y="6002702"/>
                  </a:lnTo>
                  <a:lnTo>
                    <a:pt x="211953" y="6002702"/>
                  </a:lnTo>
                  <a:lnTo>
                    <a:pt x="212079" y="6002702"/>
                  </a:lnTo>
                  <a:lnTo>
                    <a:pt x="212205" y="6002702"/>
                  </a:lnTo>
                  <a:lnTo>
                    <a:pt x="212331" y="6002702"/>
                  </a:lnTo>
                  <a:lnTo>
                    <a:pt x="212457" y="6002702"/>
                  </a:lnTo>
                  <a:lnTo>
                    <a:pt x="212583" y="6002702"/>
                  </a:lnTo>
                  <a:lnTo>
                    <a:pt x="212709" y="6002702"/>
                  </a:lnTo>
                  <a:lnTo>
                    <a:pt x="212835" y="6002702"/>
                  </a:lnTo>
                  <a:lnTo>
                    <a:pt x="212961" y="6002702"/>
                  </a:lnTo>
                  <a:lnTo>
                    <a:pt x="213088" y="6002702"/>
                  </a:lnTo>
                  <a:lnTo>
                    <a:pt x="213214" y="6002702"/>
                  </a:lnTo>
                  <a:lnTo>
                    <a:pt x="213340" y="6002702"/>
                  </a:lnTo>
                  <a:lnTo>
                    <a:pt x="213466" y="6002702"/>
                  </a:lnTo>
                  <a:lnTo>
                    <a:pt x="213592" y="6002702"/>
                  </a:lnTo>
                  <a:lnTo>
                    <a:pt x="213718" y="6002702"/>
                  </a:lnTo>
                  <a:lnTo>
                    <a:pt x="213844" y="6002702"/>
                  </a:lnTo>
                  <a:lnTo>
                    <a:pt x="213970" y="6002702"/>
                  </a:lnTo>
                  <a:lnTo>
                    <a:pt x="214096" y="6002702"/>
                  </a:lnTo>
                  <a:lnTo>
                    <a:pt x="214222" y="6002702"/>
                  </a:lnTo>
                  <a:lnTo>
                    <a:pt x="214348" y="6002702"/>
                  </a:lnTo>
                  <a:lnTo>
                    <a:pt x="214475" y="6002702"/>
                  </a:lnTo>
                  <a:lnTo>
                    <a:pt x="214601" y="6002702"/>
                  </a:lnTo>
                  <a:lnTo>
                    <a:pt x="214727" y="6002702"/>
                  </a:lnTo>
                  <a:lnTo>
                    <a:pt x="214853" y="6002702"/>
                  </a:lnTo>
                  <a:lnTo>
                    <a:pt x="214979" y="6002702"/>
                  </a:lnTo>
                  <a:lnTo>
                    <a:pt x="215105" y="6002702"/>
                  </a:lnTo>
                  <a:lnTo>
                    <a:pt x="215231" y="6002702"/>
                  </a:lnTo>
                  <a:lnTo>
                    <a:pt x="215357" y="6002702"/>
                  </a:lnTo>
                  <a:lnTo>
                    <a:pt x="215483" y="6002702"/>
                  </a:lnTo>
                  <a:lnTo>
                    <a:pt x="215609" y="6002702"/>
                  </a:lnTo>
                  <a:lnTo>
                    <a:pt x="215735" y="6002702"/>
                  </a:lnTo>
                  <a:lnTo>
                    <a:pt x="215862" y="6002702"/>
                  </a:lnTo>
                  <a:lnTo>
                    <a:pt x="215988" y="6002702"/>
                  </a:lnTo>
                  <a:lnTo>
                    <a:pt x="216114" y="6002702"/>
                  </a:lnTo>
                  <a:lnTo>
                    <a:pt x="216240" y="6002702"/>
                  </a:lnTo>
                  <a:lnTo>
                    <a:pt x="216366" y="6002702"/>
                  </a:lnTo>
                  <a:lnTo>
                    <a:pt x="216492" y="6002702"/>
                  </a:lnTo>
                  <a:lnTo>
                    <a:pt x="216492" y="5997422"/>
                  </a:lnTo>
                  <a:lnTo>
                    <a:pt x="216618" y="5997422"/>
                  </a:lnTo>
                  <a:lnTo>
                    <a:pt x="216744" y="5997422"/>
                  </a:lnTo>
                  <a:lnTo>
                    <a:pt x="216870" y="5997422"/>
                  </a:lnTo>
                  <a:lnTo>
                    <a:pt x="216996" y="5997422"/>
                  </a:lnTo>
                  <a:lnTo>
                    <a:pt x="217122" y="5997422"/>
                  </a:lnTo>
                  <a:lnTo>
                    <a:pt x="217122" y="5992143"/>
                  </a:lnTo>
                  <a:lnTo>
                    <a:pt x="217248" y="5992143"/>
                  </a:lnTo>
                  <a:lnTo>
                    <a:pt x="217375" y="5992143"/>
                  </a:lnTo>
                  <a:lnTo>
                    <a:pt x="217501" y="5992143"/>
                  </a:lnTo>
                  <a:lnTo>
                    <a:pt x="217627" y="5992143"/>
                  </a:lnTo>
                  <a:lnTo>
                    <a:pt x="217753" y="5992143"/>
                  </a:lnTo>
                  <a:lnTo>
                    <a:pt x="217879" y="5992143"/>
                  </a:lnTo>
                  <a:lnTo>
                    <a:pt x="218005" y="5992143"/>
                  </a:lnTo>
                  <a:lnTo>
                    <a:pt x="218131" y="5992143"/>
                  </a:lnTo>
                  <a:lnTo>
                    <a:pt x="218257" y="5992143"/>
                  </a:lnTo>
                  <a:lnTo>
                    <a:pt x="218383" y="5992143"/>
                  </a:lnTo>
                  <a:lnTo>
                    <a:pt x="218509" y="5992143"/>
                  </a:lnTo>
                  <a:lnTo>
                    <a:pt x="218635" y="5992143"/>
                  </a:lnTo>
                  <a:lnTo>
                    <a:pt x="218762" y="5992143"/>
                  </a:lnTo>
                  <a:lnTo>
                    <a:pt x="218888" y="5992143"/>
                  </a:lnTo>
                  <a:lnTo>
                    <a:pt x="219014" y="5992143"/>
                  </a:lnTo>
                  <a:lnTo>
                    <a:pt x="219140" y="5992143"/>
                  </a:lnTo>
                  <a:lnTo>
                    <a:pt x="219266" y="5992143"/>
                  </a:lnTo>
                  <a:lnTo>
                    <a:pt x="219392" y="5992143"/>
                  </a:lnTo>
                  <a:lnTo>
                    <a:pt x="219518" y="5992143"/>
                  </a:lnTo>
                  <a:lnTo>
                    <a:pt x="219644" y="5992143"/>
                  </a:lnTo>
                  <a:lnTo>
                    <a:pt x="219770" y="5992143"/>
                  </a:lnTo>
                  <a:lnTo>
                    <a:pt x="219896" y="5992143"/>
                  </a:lnTo>
                  <a:lnTo>
                    <a:pt x="220022" y="5992143"/>
                  </a:lnTo>
                  <a:lnTo>
                    <a:pt x="220148" y="5992143"/>
                  </a:lnTo>
                  <a:lnTo>
                    <a:pt x="220275" y="5992143"/>
                  </a:lnTo>
                  <a:lnTo>
                    <a:pt x="220401" y="5992143"/>
                  </a:lnTo>
                  <a:lnTo>
                    <a:pt x="220527" y="5992143"/>
                  </a:lnTo>
                  <a:lnTo>
                    <a:pt x="220653" y="5992143"/>
                  </a:lnTo>
                  <a:lnTo>
                    <a:pt x="220653" y="5986863"/>
                  </a:lnTo>
                  <a:lnTo>
                    <a:pt x="220779" y="5986863"/>
                  </a:lnTo>
                  <a:lnTo>
                    <a:pt x="220905" y="5986863"/>
                  </a:lnTo>
                  <a:lnTo>
                    <a:pt x="221031" y="5986863"/>
                  </a:lnTo>
                  <a:lnTo>
                    <a:pt x="221157" y="5986863"/>
                  </a:lnTo>
                  <a:lnTo>
                    <a:pt x="221283" y="5986863"/>
                  </a:lnTo>
                  <a:lnTo>
                    <a:pt x="221409" y="5986863"/>
                  </a:lnTo>
                  <a:lnTo>
                    <a:pt x="221535" y="5986863"/>
                  </a:lnTo>
                  <a:lnTo>
                    <a:pt x="221662" y="5986863"/>
                  </a:lnTo>
                  <a:lnTo>
                    <a:pt x="221788" y="5986863"/>
                  </a:lnTo>
                  <a:lnTo>
                    <a:pt x="221914" y="5986863"/>
                  </a:lnTo>
                  <a:lnTo>
                    <a:pt x="222040" y="5986863"/>
                  </a:lnTo>
                  <a:lnTo>
                    <a:pt x="222166" y="5986863"/>
                  </a:lnTo>
                  <a:lnTo>
                    <a:pt x="222292" y="5986863"/>
                  </a:lnTo>
                  <a:lnTo>
                    <a:pt x="222418" y="5986863"/>
                  </a:lnTo>
                  <a:lnTo>
                    <a:pt x="222544" y="5986863"/>
                  </a:lnTo>
                  <a:lnTo>
                    <a:pt x="222670" y="5986863"/>
                  </a:lnTo>
                  <a:lnTo>
                    <a:pt x="222796" y="5986863"/>
                  </a:lnTo>
                  <a:lnTo>
                    <a:pt x="222922" y="5986863"/>
                  </a:lnTo>
                  <a:lnTo>
                    <a:pt x="223048" y="5986863"/>
                  </a:lnTo>
                  <a:lnTo>
                    <a:pt x="223175" y="5986863"/>
                  </a:lnTo>
                  <a:lnTo>
                    <a:pt x="223301" y="5986863"/>
                  </a:lnTo>
                  <a:lnTo>
                    <a:pt x="223427" y="5986863"/>
                  </a:lnTo>
                  <a:lnTo>
                    <a:pt x="223553" y="5986863"/>
                  </a:lnTo>
                  <a:lnTo>
                    <a:pt x="223679" y="5986863"/>
                  </a:lnTo>
                  <a:lnTo>
                    <a:pt x="223805" y="5986863"/>
                  </a:lnTo>
                  <a:lnTo>
                    <a:pt x="223931" y="5986863"/>
                  </a:lnTo>
                  <a:lnTo>
                    <a:pt x="224057" y="5986863"/>
                  </a:lnTo>
                  <a:lnTo>
                    <a:pt x="224183" y="5986863"/>
                  </a:lnTo>
                  <a:lnTo>
                    <a:pt x="224309" y="5986863"/>
                  </a:lnTo>
                  <a:lnTo>
                    <a:pt x="224435" y="5986863"/>
                  </a:lnTo>
                  <a:lnTo>
                    <a:pt x="224562" y="5986863"/>
                  </a:lnTo>
                  <a:lnTo>
                    <a:pt x="224688" y="5986863"/>
                  </a:lnTo>
                  <a:lnTo>
                    <a:pt x="224814" y="5986863"/>
                  </a:lnTo>
                  <a:lnTo>
                    <a:pt x="224940" y="5986863"/>
                  </a:lnTo>
                  <a:lnTo>
                    <a:pt x="225066" y="5986863"/>
                  </a:lnTo>
                  <a:lnTo>
                    <a:pt x="225192" y="5986863"/>
                  </a:lnTo>
                  <a:lnTo>
                    <a:pt x="225318" y="5986863"/>
                  </a:lnTo>
                  <a:lnTo>
                    <a:pt x="225444" y="5986863"/>
                  </a:lnTo>
                  <a:lnTo>
                    <a:pt x="225570" y="5986863"/>
                  </a:lnTo>
                  <a:lnTo>
                    <a:pt x="225696" y="5986863"/>
                  </a:lnTo>
                  <a:lnTo>
                    <a:pt x="225822" y="5986863"/>
                  </a:lnTo>
                  <a:lnTo>
                    <a:pt x="225949" y="5986863"/>
                  </a:lnTo>
                  <a:lnTo>
                    <a:pt x="226075" y="5986863"/>
                  </a:lnTo>
                  <a:lnTo>
                    <a:pt x="226201" y="5986863"/>
                  </a:lnTo>
                  <a:lnTo>
                    <a:pt x="226327" y="5986863"/>
                  </a:lnTo>
                  <a:lnTo>
                    <a:pt x="226453" y="5986863"/>
                  </a:lnTo>
                  <a:lnTo>
                    <a:pt x="226579" y="5986863"/>
                  </a:lnTo>
                  <a:lnTo>
                    <a:pt x="226705" y="5986863"/>
                  </a:lnTo>
                  <a:lnTo>
                    <a:pt x="226831" y="5986863"/>
                  </a:lnTo>
                  <a:lnTo>
                    <a:pt x="226957" y="5986863"/>
                  </a:lnTo>
                  <a:lnTo>
                    <a:pt x="227083" y="5986863"/>
                  </a:lnTo>
                  <a:lnTo>
                    <a:pt x="227209" y="5986863"/>
                  </a:lnTo>
                  <a:lnTo>
                    <a:pt x="227335" y="5986863"/>
                  </a:lnTo>
                  <a:lnTo>
                    <a:pt x="227462" y="5986863"/>
                  </a:lnTo>
                  <a:lnTo>
                    <a:pt x="227588" y="5986863"/>
                  </a:lnTo>
                  <a:lnTo>
                    <a:pt x="227714" y="5986863"/>
                  </a:lnTo>
                  <a:lnTo>
                    <a:pt x="227714" y="5981584"/>
                  </a:lnTo>
                  <a:lnTo>
                    <a:pt x="227840" y="5981584"/>
                  </a:lnTo>
                  <a:lnTo>
                    <a:pt x="227966" y="5981584"/>
                  </a:lnTo>
                  <a:lnTo>
                    <a:pt x="228092" y="5981584"/>
                  </a:lnTo>
                  <a:lnTo>
                    <a:pt x="228218" y="5981584"/>
                  </a:lnTo>
                  <a:lnTo>
                    <a:pt x="228344" y="5981584"/>
                  </a:lnTo>
                  <a:lnTo>
                    <a:pt x="228470" y="5981584"/>
                  </a:lnTo>
                  <a:lnTo>
                    <a:pt x="228596" y="5981584"/>
                  </a:lnTo>
                  <a:lnTo>
                    <a:pt x="228722" y="5981584"/>
                  </a:lnTo>
                  <a:lnTo>
                    <a:pt x="228849" y="5981584"/>
                  </a:lnTo>
                  <a:lnTo>
                    <a:pt x="228975" y="5981584"/>
                  </a:lnTo>
                  <a:lnTo>
                    <a:pt x="229101" y="5981584"/>
                  </a:lnTo>
                  <a:lnTo>
                    <a:pt x="229227" y="5981584"/>
                  </a:lnTo>
                  <a:lnTo>
                    <a:pt x="229353" y="5981584"/>
                  </a:lnTo>
                  <a:lnTo>
                    <a:pt x="229479" y="5981584"/>
                  </a:lnTo>
                  <a:lnTo>
                    <a:pt x="229605" y="5981584"/>
                  </a:lnTo>
                  <a:lnTo>
                    <a:pt x="229731" y="5981584"/>
                  </a:lnTo>
                  <a:lnTo>
                    <a:pt x="229857" y="5981584"/>
                  </a:lnTo>
                  <a:lnTo>
                    <a:pt x="229983" y="5981584"/>
                  </a:lnTo>
                  <a:lnTo>
                    <a:pt x="230109" y="5981584"/>
                  </a:lnTo>
                  <a:lnTo>
                    <a:pt x="230235" y="5981584"/>
                  </a:lnTo>
                  <a:lnTo>
                    <a:pt x="230362" y="5981584"/>
                  </a:lnTo>
                  <a:lnTo>
                    <a:pt x="230488" y="5981584"/>
                  </a:lnTo>
                  <a:lnTo>
                    <a:pt x="230614" y="5981584"/>
                  </a:lnTo>
                  <a:lnTo>
                    <a:pt x="230740" y="5981584"/>
                  </a:lnTo>
                  <a:lnTo>
                    <a:pt x="230866" y="5981584"/>
                  </a:lnTo>
                  <a:lnTo>
                    <a:pt x="230992" y="5981584"/>
                  </a:lnTo>
                  <a:lnTo>
                    <a:pt x="231118" y="5981584"/>
                  </a:lnTo>
                  <a:lnTo>
                    <a:pt x="231244" y="5981584"/>
                  </a:lnTo>
                  <a:lnTo>
                    <a:pt x="231370" y="5981584"/>
                  </a:lnTo>
                  <a:lnTo>
                    <a:pt x="231496" y="5981584"/>
                  </a:lnTo>
                  <a:lnTo>
                    <a:pt x="231622" y="5981584"/>
                  </a:lnTo>
                  <a:lnTo>
                    <a:pt x="231749" y="5981584"/>
                  </a:lnTo>
                  <a:lnTo>
                    <a:pt x="231749" y="5976304"/>
                  </a:lnTo>
                  <a:lnTo>
                    <a:pt x="231875" y="5976304"/>
                  </a:lnTo>
                  <a:lnTo>
                    <a:pt x="232001" y="5976304"/>
                  </a:lnTo>
                  <a:lnTo>
                    <a:pt x="232127" y="5976304"/>
                  </a:lnTo>
                  <a:lnTo>
                    <a:pt x="232253" y="5976304"/>
                  </a:lnTo>
                  <a:lnTo>
                    <a:pt x="232379" y="5976304"/>
                  </a:lnTo>
                  <a:lnTo>
                    <a:pt x="232505" y="5976304"/>
                  </a:lnTo>
                  <a:lnTo>
                    <a:pt x="232631" y="5976304"/>
                  </a:lnTo>
                  <a:lnTo>
                    <a:pt x="232757" y="5976304"/>
                  </a:lnTo>
                  <a:lnTo>
                    <a:pt x="232883" y="5976304"/>
                  </a:lnTo>
                  <a:lnTo>
                    <a:pt x="232883" y="5971025"/>
                  </a:lnTo>
                  <a:lnTo>
                    <a:pt x="233009" y="5971025"/>
                  </a:lnTo>
                  <a:lnTo>
                    <a:pt x="233136" y="5971025"/>
                  </a:lnTo>
                  <a:lnTo>
                    <a:pt x="233262" y="5971025"/>
                  </a:lnTo>
                  <a:lnTo>
                    <a:pt x="233388" y="5971025"/>
                  </a:lnTo>
                  <a:lnTo>
                    <a:pt x="233514" y="5971025"/>
                  </a:lnTo>
                  <a:lnTo>
                    <a:pt x="233640" y="5971025"/>
                  </a:lnTo>
                  <a:lnTo>
                    <a:pt x="233766" y="5971025"/>
                  </a:lnTo>
                  <a:lnTo>
                    <a:pt x="233892" y="5971025"/>
                  </a:lnTo>
                  <a:lnTo>
                    <a:pt x="234018" y="5971025"/>
                  </a:lnTo>
                  <a:lnTo>
                    <a:pt x="234144" y="5971025"/>
                  </a:lnTo>
                  <a:lnTo>
                    <a:pt x="234270" y="5971025"/>
                  </a:lnTo>
                  <a:lnTo>
                    <a:pt x="234396" y="5971025"/>
                  </a:lnTo>
                  <a:lnTo>
                    <a:pt x="234522" y="5971025"/>
                  </a:lnTo>
                  <a:lnTo>
                    <a:pt x="234649" y="5971025"/>
                  </a:lnTo>
                  <a:lnTo>
                    <a:pt x="234649" y="5965746"/>
                  </a:lnTo>
                  <a:lnTo>
                    <a:pt x="234775" y="5965746"/>
                  </a:lnTo>
                  <a:lnTo>
                    <a:pt x="234901" y="5965746"/>
                  </a:lnTo>
                  <a:lnTo>
                    <a:pt x="235027" y="5965746"/>
                  </a:lnTo>
                  <a:lnTo>
                    <a:pt x="235153" y="5965746"/>
                  </a:lnTo>
                  <a:lnTo>
                    <a:pt x="235279" y="5965746"/>
                  </a:lnTo>
                  <a:lnTo>
                    <a:pt x="235405" y="5965746"/>
                  </a:lnTo>
                  <a:lnTo>
                    <a:pt x="235531" y="5965746"/>
                  </a:lnTo>
                  <a:lnTo>
                    <a:pt x="235657" y="5965746"/>
                  </a:lnTo>
                  <a:lnTo>
                    <a:pt x="235783" y="5965746"/>
                  </a:lnTo>
                  <a:lnTo>
                    <a:pt x="235909" y="5965746"/>
                  </a:lnTo>
                  <a:lnTo>
                    <a:pt x="236036" y="5965746"/>
                  </a:lnTo>
                  <a:lnTo>
                    <a:pt x="236162" y="5965746"/>
                  </a:lnTo>
                  <a:lnTo>
                    <a:pt x="236288" y="5965746"/>
                  </a:lnTo>
                  <a:lnTo>
                    <a:pt x="236414" y="5965746"/>
                  </a:lnTo>
                  <a:lnTo>
                    <a:pt x="236540" y="5965746"/>
                  </a:lnTo>
                  <a:lnTo>
                    <a:pt x="236666" y="5965746"/>
                  </a:lnTo>
                  <a:lnTo>
                    <a:pt x="236792" y="5965746"/>
                  </a:lnTo>
                  <a:lnTo>
                    <a:pt x="236918" y="5965746"/>
                  </a:lnTo>
                  <a:lnTo>
                    <a:pt x="237044" y="5965746"/>
                  </a:lnTo>
                  <a:lnTo>
                    <a:pt x="237170" y="5965746"/>
                  </a:lnTo>
                  <a:lnTo>
                    <a:pt x="237296" y="5965746"/>
                  </a:lnTo>
                  <a:lnTo>
                    <a:pt x="237422" y="5965746"/>
                  </a:lnTo>
                  <a:lnTo>
                    <a:pt x="237549" y="5965746"/>
                  </a:lnTo>
                  <a:lnTo>
                    <a:pt x="237675" y="5965746"/>
                  </a:lnTo>
                  <a:lnTo>
                    <a:pt x="237801" y="5965746"/>
                  </a:lnTo>
                  <a:lnTo>
                    <a:pt x="237927" y="5965746"/>
                  </a:lnTo>
                  <a:lnTo>
                    <a:pt x="238053" y="5965746"/>
                  </a:lnTo>
                  <a:lnTo>
                    <a:pt x="238179" y="5965746"/>
                  </a:lnTo>
                  <a:lnTo>
                    <a:pt x="238305" y="5965746"/>
                  </a:lnTo>
                  <a:lnTo>
                    <a:pt x="238431" y="5965746"/>
                  </a:lnTo>
                  <a:lnTo>
                    <a:pt x="238557" y="5965746"/>
                  </a:lnTo>
                  <a:lnTo>
                    <a:pt x="238683" y="5965746"/>
                  </a:lnTo>
                  <a:lnTo>
                    <a:pt x="238809" y="5965746"/>
                  </a:lnTo>
                  <a:lnTo>
                    <a:pt x="238936" y="5965746"/>
                  </a:lnTo>
                  <a:lnTo>
                    <a:pt x="239062" y="5965746"/>
                  </a:lnTo>
                  <a:lnTo>
                    <a:pt x="239188" y="5965746"/>
                  </a:lnTo>
                  <a:lnTo>
                    <a:pt x="239314" y="5965746"/>
                  </a:lnTo>
                  <a:lnTo>
                    <a:pt x="239440" y="5965746"/>
                  </a:lnTo>
                  <a:lnTo>
                    <a:pt x="239566" y="5965746"/>
                  </a:lnTo>
                  <a:lnTo>
                    <a:pt x="239692" y="5965746"/>
                  </a:lnTo>
                  <a:lnTo>
                    <a:pt x="239818" y="5965746"/>
                  </a:lnTo>
                  <a:lnTo>
                    <a:pt x="239944" y="5965746"/>
                  </a:lnTo>
                  <a:lnTo>
                    <a:pt x="240070" y="5965746"/>
                  </a:lnTo>
                  <a:lnTo>
                    <a:pt x="240196" y="5965746"/>
                  </a:lnTo>
                  <a:lnTo>
                    <a:pt x="240322" y="5965746"/>
                  </a:lnTo>
                  <a:lnTo>
                    <a:pt x="240449" y="5965746"/>
                  </a:lnTo>
                  <a:lnTo>
                    <a:pt x="240575" y="5965746"/>
                  </a:lnTo>
                  <a:lnTo>
                    <a:pt x="240701" y="5965746"/>
                  </a:lnTo>
                  <a:lnTo>
                    <a:pt x="240827" y="5965746"/>
                  </a:lnTo>
                  <a:lnTo>
                    <a:pt x="240953" y="5965746"/>
                  </a:lnTo>
                  <a:lnTo>
                    <a:pt x="241079" y="5965746"/>
                  </a:lnTo>
                  <a:lnTo>
                    <a:pt x="241205" y="5965746"/>
                  </a:lnTo>
                  <a:lnTo>
                    <a:pt x="241331" y="5965746"/>
                  </a:lnTo>
                  <a:lnTo>
                    <a:pt x="241457" y="5965746"/>
                  </a:lnTo>
                  <a:lnTo>
                    <a:pt x="241583" y="5965746"/>
                  </a:lnTo>
                  <a:lnTo>
                    <a:pt x="241709" y="5965746"/>
                  </a:lnTo>
                  <a:lnTo>
                    <a:pt x="241836" y="5965746"/>
                  </a:lnTo>
                  <a:lnTo>
                    <a:pt x="241962" y="5965746"/>
                  </a:lnTo>
                  <a:lnTo>
                    <a:pt x="242088" y="5965746"/>
                  </a:lnTo>
                  <a:lnTo>
                    <a:pt x="242214" y="5965746"/>
                  </a:lnTo>
                  <a:lnTo>
                    <a:pt x="242340" y="5965746"/>
                  </a:lnTo>
                  <a:lnTo>
                    <a:pt x="242466" y="5965746"/>
                  </a:lnTo>
                  <a:lnTo>
                    <a:pt x="242592" y="5965746"/>
                  </a:lnTo>
                  <a:lnTo>
                    <a:pt x="242718" y="5965746"/>
                  </a:lnTo>
                  <a:lnTo>
                    <a:pt x="242844" y="5965746"/>
                  </a:lnTo>
                  <a:lnTo>
                    <a:pt x="242970" y="5965746"/>
                  </a:lnTo>
                  <a:lnTo>
                    <a:pt x="242970" y="5960466"/>
                  </a:lnTo>
                  <a:lnTo>
                    <a:pt x="243096" y="5960466"/>
                  </a:lnTo>
                  <a:lnTo>
                    <a:pt x="243223" y="5960466"/>
                  </a:lnTo>
                  <a:lnTo>
                    <a:pt x="243349" y="5960466"/>
                  </a:lnTo>
                  <a:lnTo>
                    <a:pt x="243475" y="5960466"/>
                  </a:lnTo>
                  <a:lnTo>
                    <a:pt x="243601" y="5960466"/>
                  </a:lnTo>
                  <a:lnTo>
                    <a:pt x="243727" y="5960466"/>
                  </a:lnTo>
                  <a:lnTo>
                    <a:pt x="243853" y="5960466"/>
                  </a:lnTo>
                  <a:lnTo>
                    <a:pt x="243979" y="5960466"/>
                  </a:lnTo>
                  <a:lnTo>
                    <a:pt x="244105" y="5960466"/>
                  </a:lnTo>
                  <a:lnTo>
                    <a:pt x="244231" y="5960466"/>
                  </a:lnTo>
                  <a:lnTo>
                    <a:pt x="244357" y="5960466"/>
                  </a:lnTo>
                  <a:lnTo>
                    <a:pt x="244483" y="5960466"/>
                  </a:lnTo>
                  <a:lnTo>
                    <a:pt x="244609" y="5960466"/>
                  </a:lnTo>
                  <a:lnTo>
                    <a:pt x="244736" y="5960466"/>
                  </a:lnTo>
                  <a:lnTo>
                    <a:pt x="244862" y="5960466"/>
                  </a:lnTo>
                  <a:lnTo>
                    <a:pt x="244988" y="5960466"/>
                  </a:lnTo>
                  <a:lnTo>
                    <a:pt x="245114" y="5960466"/>
                  </a:lnTo>
                  <a:lnTo>
                    <a:pt x="245240" y="5960466"/>
                  </a:lnTo>
                  <a:lnTo>
                    <a:pt x="245240" y="5955187"/>
                  </a:lnTo>
                  <a:lnTo>
                    <a:pt x="245366" y="5955187"/>
                  </a:lnTo>
                  <a:lnTo>
                    <a:pt x="245492" y="5955187"/>
                  </a:lnTo>
                  <a:lnTo>
                    <a:pt x="245618" y="5955187"/>
                  </a:lnTo>
                  <a:lnTo>
                    <a:pt x="245744" y="5955187"/>
                  </a:lnTo>
                  <a:lnTo>
                    <a:pt x="245870" y="5955187"/>
                  </a:lnTo>
                  <a:lnTo>
                    <a:pt x="245996" y="5955187"/>
                  </a:lnTo>
                  <a:lnTo>
                    <a:pt x="246123" y="5955187"/>
                  </a:lnTo>
                  <a:lnTo>
                    <a:pt x="246249" y="5955187"/>
                  </a:lnTo>
                  <a:lnTo>
                    <a:pt x="246375" y="5955187"/>
                  </a:lnTo>
                  <a:lnTo>
                    <a:pt x="246501" y="5955187"/>
                  </a:lnTo>
                  <a:lnTo>
                    <a:pt x="246627" y="5955187"/>
                  </a:lnTo>
                  <a:lnTo>
                    <a:pt x="246753" y="5955187"/>
                  </a:lnTo>
                  <a:lnTo>
                    <a:pt x="246879" y="5955187"/>
                  </a:lnTo>
                  <a:lnTo>
                    <a:pt x="247005" y="5955187"/>
                  </a:lnTo>
                  <a:lnTo>
                    <a:pt x="247131" y="5955187"/>
                  </a:lnTo>
                  <a:lnTo>
                    <a:pt x="247257" y="5955187"/>
                  </a:lnTo>
                  <a:lnTo>
                    <a:pt x="247383" y="5955187"/>
                  </a:lnTo>
                  <a:lnTo>
                    <a:pt x="247509" y="5955187"/>
                  </a:lnTo>
                  <a:lnTo>
                    <a:pt x="247636" y="5955187"/>
                  </a:lnTo>
                  <a:lnTo>
                    <a:pt x="247762" y="5955187"/>
                  </a:lnTo>
                  <a:lnTo>
                    <a:pt x="247888" y="5955187"/>
                  </a:lnTo>
                  <a:lnTo>
                    <a:pt x="248014" y="5955187"/>
                  </a:lnTo>
                  <a:lnTo>
                    <a:pt x="248140" y="5955187"/>
                  </a:lnTo>
                  <a:lnTo>
                    <a:pt x="248266" y="5955187"/>
                  </a:lnTo>
                  <a:lnTo>
                    <a:pt x="248392" y="5955187"/>
                  </a:lnTo>
                  <a:lnTo>
                    <a:pt x="248518" y="5955187"/>
                  </a:lnTo>
                  <a:lnTo>
                    <a:pt x="248644" y="5955187"/>
                  </a:lnTo>
                  <a:lnTo>
                    <a:pt x="248770" y="5955187"/>
                  </a:lnTo>
                  <a:lnTo>
                    <a:pt x="248896" y="5955187"/>
                  </a:lnTo>
                  <a:lnTo>
                    <a:pt x="249023" y="5955187"/>
                  </a:lnTo>
                  <a:lnTo>
                    <a:pt x="249149" y="5955187"/>
                  </a:lnTo>
                  <a:lnTo>
                    <a:pt x="249275" y="5955187"/>
                  </a:lnTo>
                  <a:lnTo>
                    <a:pt x="249401" y="5955187"/>
                  </a:lnTo>
                  <a:lnTo>
                    <a:pt x="249527" y="5955187"/>
                  </a:lnTo>
                  <a:lnTo>
                    <a:pt x="249653" y="5955187"/>
                  </a:lnTo>
                  <a:lnTo>
                    <a:pt x="249779" y="5955187"/>
                  </a:lnTo>
                  <a:lnTo>
                    <a:pt x="249905" y="5955187"/>
                  </a:lnTo>
                  <a:lnTo>
                    <a:pt x="249905" y="5949907"/>
                  </a:lnTo>
                  <a:lnTo>
                    <a:pt x="250031" y="5949907"/>
                  </a:lnTo>
                  <a:lnTo>
                    <a:pt x="250157" y="5949907"/>
                  </a:lnTo>
                  <a:lnTo>
                    <a:pt x="250283" y="5949907"/>
                  </a:lnTo>
                  <a:lnTo>
                    <a:pt x="250410" y="5949907"/>
                  </a:lnTo>
                  <a:lnTo>
                    <a:pt x="250536" y="5949907"/>
                  </a:lnTo>
                  <a:lnTo>
                    <a:pt x="250662" y="5949907"/>
                  </a:lnTo>
                  <a:lnTo>
                    <a:pt x="250788" y="5949907"/>
                  </a:lnTo>
                  <a:lnTo>
                    <a:pt x="250914" y="5949907"/>
                  </a:lnTo>
                  <a:lnTo>
                    <a:pt x="251040" y="5949907"/>
                  </a:lnTo>
                  <a:lnTo>
                    <a:pt x="251166" y="5949907"/>
                  </a:lnTo>
                  <a:lnTo>
                    <a:pt x="251292" y="5949907"/>
                  </a:lnTo>
                  <a:lnTo>
                    <a:pt x="251418" y="5949907"/>
                  </a:lnTo>
                  <a:lnTo>
                    <a:pt x="251544" y="5949907"/>
                  </a:lnTo>
                  <a:lnTo>
                    <a:pt x="251670" y="5949907"/>
                  </a:lnTo>
                  <a:lnTo>
                    <a:pt x="251796" y="5949907"/>
                  </a:lnTo>
                  <a:lnTo>
                    <a:pt x="251796" y="5944628"/>
                  </a:lnTo>
                  <a:lnTo>
                    <a:pt x="251923" y="5944628"/>
                  </a:lnTo>
                  <a:lnTo>
                    <a:pt x="252049" y="5944628"/>
                  </a:lnTo>
                  <a:lnTo>
                    <a:pt x="252175" y="5944628"/>
                  </a:lnTo>
                  <a:lnTo>
                    <a:pt x="252301" y="5944628"/>
                  </a:lnTo>
                  <a:lnTo>
                    <a:pt x="252427" y="5944628"/>
                  </a:lnTo>
                  <a:lnTo>
                    <a:pt x="252553" y="5944628"/>
                  </a:lnTo>
                  <a:lnTo>
                    <a:pt x="252679" y="5944628"/>
                  </a:lnTo>
                  <a:lnTo>
                    <a:pt x="252805" y="5944628"/>
                  </a:lnTo>
                  <a:lnTo>
                    <a:pt x="252931" y="5944628"/>
                  </a:lnTo>
                  <a:lnTo>
                    <a:pt x="253057" y="5944628"/>
                  </a:lnTo>
                  <a:lnTo>
                    <a:pt x="253183" y="5944628"/>
                  </a:lnTo>
                  <a:lnTo>
                    <a:pt x="253310" y="5944628"/>
                  </a:lnTo>
                  <a:lnTo>
                    <a:pt x="253436" y="5944628"/>
                  </a:lnTo>
                  <a:lnTo>
                    <a:pt x="253562" y="5944628"/>
                  </a:lnTo>
                  <a:lnTo>
                    <a:pt x="253688" y="5944628"/>
                  </a:lnTo>
                  <a:lnTo>
                    <a:pt x="253814" y="5944628"/>
                  </a:lnTo>
                  <a:lnTo>
                    <a:pt x="253940" y="5944628"/>
                  </a:lnTo>
                  <a:lnTo>
                    <a:pt x="254066" y="5944628"/>
                  </a:lnTo>
                  <a:lnTo>
                    <a:pt x="254192" y="5944628"/>
                  </a:lnTo>
                  <a:lnTo>
                    <a:pt x="254318" y="5944628"/>
                  </a:lnTo>
                  <a:lnTo>
                    <a:pt x="254444" y="5944628"/>
                  </a:lnTo>
                  <a:lnTo>
                    <a:pt x="254570" y="5944628"/>
                  </a:lnTo>
                  <a:lnTo>
                    <a:pt x="254696" y="5944628"/>
                  </a:lnTo>
                  <a:lnTo>
                    <a:pt x="254823" y="5944628"/>
                  </a:lnTo>
                  <a:lnTo>
                    <a:pt x="254949" y="5944628"/>
                  </a:lnTo>
                  <a:lnTo>
                    <a:pt x="255075" y="5944628"/>
                  </a:lnTo>
                  <a:lnTo>
                    <a:pt x="255201" y="5944628"/>
                  </a:lnTo>
                  <a:lnTo>
                    <a:pt x="255327" y="5944628"/>
                  </a:lnTo>
                  <a:lnTo>
                    <a:pt x="255453" y="5944628"/>
                  </a:lnTo>
                  <a:lnTo>
                    <a:pt x="255579" y="5944628"/>
                  </a:lnTo>
                  <a:lnTo>
                    <a:pt x="255705" y="5944628"/>
                  </a:lnTo>
                  <a:lnTo>
                    <a:pt x="255831" y="5944628"/>
                  </a:lnTo>
                  <a:lnTo>
                    <a:pt x="255957" y="5944628"/>
                  </a:lnTo>
                  <a:lnTo>
                    <a:pt x="256083" y="5944628"/>
                  </a:lnTo>
                  <a:lnTo>
                    <a:pt x="256083" y="5939348"/>
                  </a:lnTo>
                  <a:lnTo>
                    <a:pt x="256210" y="5939348"/>
                  </a:lnTo>
                  <a:lnTo>
                    <a:pt x="256336" y="5939348"/>
                  </a:lnTo>
                  <a:lnTo>
                    <a:pt x="256462" y="5939348"/>
                  </a:lnTo>
                  <a:lnTo>
                    <a:pt x="256588" y="5939348"/>
                  </a:lnTo>
                  <a:lnTo>
                    <a:pt x="256714" y="5939348"/>
                  </a:lnTo>
                  <a:lnTo>
                    <a:pt x="256840" y="5939348"/>
                  </a:lnTo>
                  <a:lnTo>
                    <a:pt x="256966" y="5939348"/>
                  </a:lnTo>
                  <a:lnTo>
                    <a:pt x="257092" y="5939348"/>
                  </a:lnTo>
                  <a:lnTo>
                    <a:pt x="257218" y="5939348"/>
                  </a:lnTo>
                  <a:lnTo>
                    <a:pt x="257344" y="5939348"/>
                  </a:lnTo>
                  <a:lnTo>
                    <a:pt x="257470" y="5939348"/>
                  </a:lnTo>
                  <a:lnTo>
                    <a:pt x="257597" y="5939348"/>
                  </a:lnTo>
                  <a:lnTo>
                    <a:pt x="257723" y="5939348"/>
                  </a:lnTo>
                  <a:lnTo>
                    <a:pt x="257849" y="5939348"/>
                  </a:lnTo>
                  <a:lnTo>
                    <a:pt x="257975" y="5939348"/>
                  </a:lnTo>
                  <a:lnTo>
                    <a:pt x="258101" y="5939348"/>
                  </a:lnTo>
                  <a:lnTo>
                    <a:pt x="258227" y="5939348"/>
                  </a:lnTo>
                  <a:lnTo>
                    <a:pt x="258353" y="5939348"/>
                  </a:lnTo>
                  <a:lnTo>
                    <a:pt x="258479" y="5939348"/>
                  </a:lnTo>
                  <a:lnTo>
                    <a:pt x="258605" y="5939348"/>
                  </a:lnTo>
                  <a:lnTo>
                    <a:pt x="258731" y="5939348"/>
                  </a:lnTo>
                  <a:lnTo>
                    <a:pt x="258857" y="5939348"/>
                  </a:lnTo>
                  <a:lnTo>
                    <a:pt x="258983" y="5939348"/>
                  </a:lnTo>
                  <a:lnTo>
                    <a:pt x="259110" y="5939348"/>
                  </a:lnTo>
                  <a:lnTo>
                    <a:pt x="259236" y="5939348"/>
                  </a:lnTo>
                  <a:lnTo>
                    <a:pt x="259362" y="5939348"/>
                  </a:lnTo>
                  <a:lnTo>
                    <a:pt x="259488" y="5939348"/>
                  </a:lnTo>
                  <a:lnTo>
                    <a:pt x="259614" y="5939348"/>
                  </a:lnTo>
                  <a:lnTo>
                    <a:pt x="259740" y="5939348"/>
                  </a:lnTo>
                  <a:lnTo>
                    <a:pt x="259866" y="5939348"/>
                  </a:lnTo>
                  <a:lnTo>
                    <a:pt x="259992" y="5939348"/>
                  </a:lnTo>
                  <a:lnTo>
                    <a:pt x="260118" y="5939348"/>
                  </a:lnTo>
                  <a:lnTo>
                    <a:pt x="260244" y="5939348"/>
                  </a:lnTo>
                  <a:lnTo>
                    <a:pt x="260370" y="5939348"/>
                  </a:lnTo>
                  <a:lnTo>
                    <a:pt x="260497" y="5939348"/>
                  </a:lnTo>
                  <a:lnTo>
                    <a:pt x="260623" y="5939348"/>
                  </a:lnTo>
                  <a:lnTo>
                    <a:pt x="260749" y="5939348"/>
                  </a:lnTo>
                  <a:lnTo>
                    <a:pt x="260875" y="5939348"/>
                  </a:lnTo>
                  <a:lnTo>
                    <a:pt x="261001" y="5939348"/>
                  </a:lnTo>
                  <a:lnTo>
                    <a:pt x="261127" y="5939348"/>
                  </a:lnTo>
                  <a:lnTo>
                    <a:pt x="261253" y="5939348"/>
                  </a:lnTo>
                  <a:lnTo>
                    <a:pt x="261379" y="5939348"/>
                  </a:lnTo>
                  <a:lnTo>
                    <a:pt x="261505" y="5939348"/>
                  </a:lnTo>
                  <a:lnTo>
                    <a:pt x="261631" y="5939348"/>
                  </a:lnTo>
                  <a:lnTo>
                    <a:pt x="261757" y="5939348"/>
                  </a:lnTo>
                  <a:lnTo>
                    <a:pt x="261883" y="5939348"/>
                  </a:lnTo>
                  <a:lnTo>
                    <a:pt x="262010" y="5939348"/>
                  </a:lnTo>
                  <a:lnTo>
                    <a:pt x="262136" y="5939348"/>
                  </a:lnTo>
                  <a:lnTo>
                    <a:pt x="262262" y="5939348"/>
                  </a:lnTo>
                  <a:lnTo>
                    <a:pt x="262388" y="5939348"/>
                  </a:lnTo>
                  <a:lnTo>
                    <a:pt x="262514" y="5939348"/>
                  </a:lnTo>
                  <a:lnTo>
                    <a:pt x="262640" y="5939348"/>
                  </a:lnTo>
                  <a:lnTo>
                    <a:pt x="262766" y="5939348"/>
                  </a:lnTo>
                  <a:lnTo>
                    <a:pt x="262892" y="5939348"/>
                  </a:lnTo>
                  <a:lnTo>
                    <a:pt x="263018" y="5939348"/>
                  </a:lnTo>
                  <a:lnTo>
                    <a:pt x="263144" y="5939348"/>
                  </a:lnTo>
                  <a:lnTo>
                    <a:pt x="263270" y="5939348"/>
                  </a:lnTo>
                  <a:lnTo>
                    <a:pt x="263397" y="5939348"/>
                  </a:lnTo>
                  <a:lnTo>
                    <a:pt x="263523" y="5939348"/>
                  </a:lnTo>
                  <a:lnTo>
                    <a:pt x="263649" y="5939348"/>
                  </a:lnTo>
                  <a:lnTo>
                    <a:pt x="263775" y="5939348"/>
                  </a:lnTo>
                  <a:lnTo>
                    <a:pt x="263901" y="5939348"/>
                  </a:lnTo>
                  <a:lnTo>
                    <a:pt x="264027" y="5939348"/>
                  </a:lnTo>
                  <a:lnTo>
                    <a:pt x="264153" y="5939348"/>
                  </a:lnTo>
                  <a:lnTo>
                    <a:pt x="264279" y="5939348"/>
                  </a:lnTo>
                  <a:lnTo>
                    <a:pt x="264405" y="5939348"/>
                  </a:lnTo>
                  <a:lnTo>
                    <a:pt x="264531" y="5939348"/>
                  </a:lnTo>
                  <a:lnTo>
                    <a:pt x="264657" y="5939348"/>
                  </a:lnTo>
                  <a:lnTo>
                    <a:pt x="264783" y="5939348"/>
                  </a:lnTo>
                  <a:lnTo>
                    <a:pt x="264910" y="5939348"/>
                  </a:lnTo>
                  <a:lnTo>
                    <a:pt x="265036" y="5939348"/>
                  </a:lnTo>
                  <a:lnTo>
                    <a:pt x="265162" y="5939348"/>
                  </a:lnTo>
                  <a:lnTo>
                    <a:pt x="265288" y="5939348"/>
                  </a:lnTo>
                  <a:lnTo>
                    <a:pt x="265414" y="5939348"/>
                  </a:lnTo>
                  <a:lnTo>
                    <a:pt x="265540" y="5939348"/>
                  </a:lnTo>
                  <a:lnTo>
                    <a:pt x="265666" y="5939348"/>
                  </a:lnTo>
                  <a:lnTo>
                    <a:pt x="265792" y="5939348"/>
                  </a:lnTo>
                  <a:lnTo>
                    <a:pt x="265918" y="5939348"/>
                  </a:lnTo>
                  <a:lnTo>
                    <a:pt x="266044" y="5939348"/>
                  </a:lnTo>
                  <a:lnTo>
                    <a:pt x="266170" y="5939348"/>
                  </a:lnTo>
                  <a:lnTo>
                    <a:pt x="266297" y="5939348"/>
                  </a:lnTo>
                  <a:lnTo>
                    <a:pt x="266423" y="5939348"/>
                  </a:lnTo>
                  <a:lnTo>
                    <a:pt x="266549" y="5939348"/>
                  </a:lnTo>
                  <a:lnTo>
                    <a:pt x="266675" y="5939348"/>
                  </a:lnTo>
                  <a:lnTo>
                    <a:pt x="266801" y="5939348"/>
                  </a:lnTo>
                  <a:lnTo>
                    <a:pt x="266927" y="5939348"/>
                  </a:lnTo>
                  <a:lnTo>
                    <a:pt x="267053" y="5939348"/>
                  </a:lnTo>
                  <a:lnTo>
                    <a:pt x="267179" y="5939348"/>
                  </a:lnTo>
                  <a:lnTo>
                    <a:pt x="267305" y="5939348"/>
                  </a:lnTo>
                  <a:lnTo>
                    <a:pt x="267431" y="5939348"/>
                  </a:lnTo>
                  <a:lnTo>
                    <a:pt x="267557" y="5939348"/>
                  </a:lnTo>
                  <a:lnTo>
                    <a:pt x="267557" y="5934069"/>
                  </a:lnTo>
                  <a:lnTo>
                    <a:pt x="267684" y="5934069"/>
                  </a:lnTo>
                  <a:lnTo>
                    <a:pt x="267810" y="5934069"/>
                  </a:lnTo>
                  <a:lnTo>
                    <a:pt x="267936" y="5934069"/>
                  </a:lnTo>
                  <a:lnTo>
                    <a:pt x="268062" y="5934069"/>
                  </a:lnTo>
                  <a:lnTo>
                    <a:pt x="268188" y="5934069"/>
                  </a:lnTo>
                  <a:lnTo>
                    <a:pt x="268314" y="5934069"/>
                  </a:lnTo>
                  <a:lnTo>
                    <a:pt x="268440" y="5934069"/>
                  </a:lnTo>
                  <a:lnTo>
                    <a:pt x="268566" y="5934069"/>
                  </a:lnTo>
                  <a:lnTo>
                    <a:pt x="268692" y="5934069"/>
                  </a:lnTo>
                  <a:lnTo>
                    <a:pt x="268818" y="5934069"/>
                  </a:lnTo>
                  <a:lnTo>
                    <a:pt x="268944" y="5934069"/>
                  </a:lnTo>
                  <a:lnTo>
                    <a:pt x="269070" y="5934069"/>
                  </a:lnTo>
                  <a:lnTo>
                    <a:pt x="269197" y="5934069"/>
                  </a:lnTo>
                  <a:lnTo>
                    <a:pt x="269323" y="5934069"/>
                  </a:lnTo>
                  <a:lnTo>
                    <a:pt x="269449" y="5934069"/>
                  </a:lnTo>
                  <a:lnTo>
                    <a:pt x="269449" y="5928790"/>
                  </a:lnTo>
                  <a:lnTo>
                    <a:pt x="269575" y="5928790"/>
                  </a:lnTo>
                  <a:lnTo>
                    <a:pt x="269701" y="5928790"/>
                  </a:lnTo>
                  <a:lnTo>
                    <a:pt x="269827" y="5928790"/>
                  </a:lnTo>
                  <a:lnTo>
                    <a:pt x="269953" y="5928790"/>
                  </a:lnTo>
                  <a:lnTo>
                    <a:pt x="270079" y="5928790"/>
                  </a:lnTo>
                  <a:lnTo>
                    <a:pt x="270205" y="5928790"/>
                  </a:lnTo>
                  <a:lnTo>
                    <a:pt x="270331" y="5928790"/>
                  </a:lnTo>
                  <a:lnTo>
                    <a:pt x="270457" y="5928790"/>
                  </a:lnTo>
                  <a:lnTo>
                    <a:pt x="270584" y="5928790"/>
                  </a:lnTo>
                  <a:lnTo>
                    <a:pt x="270710" y="5928790"/>
                  </a:lnTo>
                  <a:lnTo>
                    <a:pt x="270836" y="5928790"/>
                  </a:lnTo>
                  <a:lnTo>
                    <a:pt x="270962" y="5928790"/>
                  </a:lnTo>
                  <a:lnTo>
                    <a:pt x="271088" y="5928790"/>
                  </a:lnTo>
                  <a:lnTo>
                    <a:pt x="271214" y="5928790"/>
                  </a:lnTo>
                  <a:lnTo>
                    <a:pt x="271340" y="5928790"/>
                  </a:lnTo>
                  <a:lnTo>
                    <a:pt x="271466" y="5928790"/>
                  </a:lnTo>
                  <a:lnTo>
                    <a:pt x="271592" y="5928790"/>
                  </a:lnTo>
                  <a:lnTo>
                    <a:pt x="271592" y="5923510"/>
                  </a:lnTo>
                  <a:lnTo>
                    <a:pt x="271718" y="5923510"/>
                  </a:lnTo>
                  <a:lnTo>
                    <a:pt x="271844" y="5923510"/>
                  </a:lnTo>
                  <a:lnTo>
                    <a:pt x="271970" y="5923510"/>
                  </a:lnTo>
                  <a:lnTo>
                    <a:pt x="272097" y="5923510"/>
                  </a:lnTo>
                  <a:lnTo>
                    <a:pt x="272223" y="5923510"/>
                  </a:lnTo>
                  <a:lnTo>
                    <a:pt x="272349" y="5923510"/>
                  </a:lnTo>
                  <a:lnTo>
                    <a:pt x="272475" y="5923510"/>
                  </a:lnTo>
                  <a:lnTo>
                    <a:pt x="272601" y="5923510"/>
                  </a:lnTo>
                  <a:lnTo>
                    <a:pt x="272727" y="5923510"/>
                  </a:lnTo>
                  <a:lnTo>
                    <a:pt x="272853" y="5923510"/>
                  </a:lnTo>
                  <a:lnTo>
                    <a:pt x="272979" y="5923510"/>
                  </a:lnTo>
                  <a:lnTo>
                    <a:pt x="273105" y="5923510"/>
                  </a:lnTo>
                  <a:lnTo>
                    <a:pt x="273231" y="5923510"/>
                  </a:lnTo>
                  <a:lnTo>
                    <a:pt x="273357" y="5923510"/>
                  </a:lnTo>
                  <a:lnTo>
                    <a:pt x="273484" y="5923510"/>
                  </a:lnTo>
                  <a:lnTo>
                    <a:pt x="273610" y="5923510"/>
                  </a:lnTo>
                  <a:lnTo>
                    <a:pt x="273736" y="5923510"/>
                  </a:lnTo>
                  <a:lnTo>
                    <a:pt x="273862" y="5923510"/>
                  </a:lnTo>
                  <a:lnTo>
                    <a:pt x="273988" y="5923510"/>
                  </a:lnTo>
                  <a:lnTo>
                    <a:pt x="274114" y="5923510"/>
                  </a:lnTo>
                  <a:lnTo>
                    <a:pt x="274240" y="5923510"/>
                  </a:lnTo>
                  <a:lnTo>
                    <a:pt x="274366" y="5923510"/>
                  </a:lnTo>
                  <a:lnTo>
                    <a:pt x="274492" y="5923510"/>
                  </a:lnTo>
                  <a:lnTo>
                    <a:pt x="274618" y="5923510"/>
                  </a:lnTo>
                  <a:lnTo>
                    <a:pt x="274744" y="5923510"/>
                  </a:lnTo>
                  <a:lnTo>
                    <a:pt x="274871" y="5923510"/>
                  </a:lnTo>
                  <a:lnTo>
                    <a:pt x="274871" y="5918231"/>
                  </a:lnTo>
                  <a:lnTo>
                    <a:pt x="274997" y="5918231"/>
                  </a:lnTo>
                  <a:lnTo>
                    <a:pt x="275123" y="5918231"/>
                  </a:lnTo>
                  <a:lnTo>
                    <a:pt x="275249" y="5918231"/>
                  </a:lnTo>
                  <a:lnTo>
                    <a:pt x="275375" y="5918231"/>
                  </a:lnTo>
                  <a:lnTo>
                    <a:pt x="275501" y="5918231"/>
                  </a:lnTo>
                  <a:lnTo>
                    <a:pt x="275627" y="5918231"/>
                  </a:lnTo>
                  <a:lnTo>
                    <a:pt x="275753" y="5918231"/>
                  </a:lnTo>
                  <a:lnTo>
                    <a:pt x="275879" y="5918231"/>
                  </a:lnTo>
                  <a:lnTo>
                    <a:pt x="276005" y="5918231"/>
                  </a:lnTo>
                  <a:lnTo>
                    <a:pt x="276131" y="5918231"/>
                  </a:lnTo>
                  <a:lnTo>
                    <a:pt x="276257" y="5918231"/>
                  </a:lnTo>
                  <a:lnTo>
                    <a:pt x="276384" y="5918231"/>
                  </a:lnTo>
                  <a:lnTo>
                    <a:pt x="276510" y="5918231"/>
                  </a:lnTo>
                  <a:lnTo>
                    <a:pt x="276636" y="5918231"/>
                  </a:lnTo>
                  <a:lnTo>
                    <a:pt x="276762" y="5918231"/>
                  </a:lnTo>
                  <a:lnTo>
                    <a:pt x="276888" y="5918231"/>
                  </a:lnTo>
                  <a:lnTo>
                    <a:pt x="277014" y="5918231"/>
                  </a:lnTo>
                  <a:lnTo>
                    <a:pt x="277140" y="5918231"/>
                  </a:lnTo>
                  <a:lnTo>
                    <a:pt x="277266" y="5918231"/>
                  </a:lnTo>
                  <a:lnTo>
                    <a:pt x="277392" y="5918231"/>
                  </a:lnTo>
                  <a:lnTo>
                    <a:pt x="277518" y="5918231"/>
                  </a:lnTo>
                  <a:lnTo>
                    <a:pt x="277644" y="5918231"/>
                  </a:lnTo>
                  <a:lnTo>
                    <a:pt x="277771" y="5918231"/>
                  </a:lnTo>
                  <a:lnTo>
                    <a:pt x="277771" y="5912951"/>
                  </a:lnTo>
                  <a:lnTo>
                    <a:pt x="277897" y="5912951"/>
                  </a:lnTo>
                  <a:lnTo>
                    <a:pt x="278023" y="5912951"/>
                  </a:lnTo>
                  <a:lnTo>
                    <a:pt x="278149" y="5912951"/>
                  </a:lnTo>
                  <a:lnTo>
                    <a:pt x="278275" y="5912951"/>
                  </a:lnTo>
                  <a:lnTo>
                    <a:pt x="278401" y="5912951"/>
                  </a:lnTo>
                  <a:lnTo>
                    <a:pt x="278527" y="5912951"/>
                  </a:lnTo>
                  <a:lnTo>
                    <a:pt x="278653" y="5912951"/>
                  </a:lnTo>
                  <a:lnTo>
                    <a:pt x="278779" y="5912951"/>
                  </a:lnTo>
                  <a:lnTo>
                    <a:pt x="278905" y="5912951"/>
                  </a:lnTo>
                  <a:lnTo>
                    <a:pt x="279031" y="5912951"/>
                  </a:lnTo>
                  <a:lnTo>
                    <a:pt x="279157" y="5912951"/>
                  </a:lnTo>
                  <a:lnTo>
                    <a:pt x="279284" y="5912951"/>
                  </a:lnTo>
                  <a:lnTo>
                    <a:pt x="279410" y="5912951"/>
                  </a:lnTo>
                  <a:lnTo>
                    <a:pt x="279536" y="5912951"/>
                  </a:lnTo>
                  <a:lnTo>
                    <a:pt x="279662" y="5912951"/>
                  </a:lnTo>
                  <a:lnTo>
                    <a:pt x="279788" y="5912951"/>
                  </a:lnTo>
                  <a:lnTo>
                    <a:pt x="279914" y="5912951"/>
                  </a:lnTo>
                  <a:lnTo>
                    <a:pt x="280040" y="5912951"/>
                  </a:lnTo>
                  <a:lnTo>
                    <a:pt x="280166" y="5912951"/>
                  </a:lnTo>
                  <a:lnTo>
                    <a:pt x="280292" y="5912951"/>
                  </a:lnTo>
                  <a:lnTo>
                    <a:pt x="280418" y="5912951"/>
                  </a:lnTo>
                  <a:lnTo>
                    <a:pt x="280418" y="5907672"/>
                  </a:lnTo>
                  <a:lnTo>
                    <a:pt x="280544" y="5907672"/>
                  </a:lnTo>
                  <a:lnTo>
                    <a:pt x="280671" y="5907672"/>
                  </a:lnTo>
                  <a:lnTo>
                    <a:pt x="280797" y="5907672"/>
                  </a:lnTo>
                  <a:lnTo>
                    <a:pt x="280923" y="5907672"/>
                  </a:lnTo>
                  <a:lnTo>
                    <a:pt x="281049" y="5907672"/>
                  </a:lnTo>
                  <a:lnTo>
                    <a:pt x="281175" y="5907672"/>
                  </a:lnTo>
                  <a:lnTo>
                    <a:pt x="281301" y="5907672"/>
                  </a:lnTo>
                  <a:lnTo>
                    <a:pt x="281427" y="5907672"/>
                  </a:lnTo>
                  <a:lnTo>
                    <a:pt x="281553" y="5907672"/>
                  </a:lnTo>
                  <a:lnTo>
                    <a:pt x="281679" y="5907672"/>
                  </a:lnTo>
                  <a:lnTo>
                    <a:pt x="281805" y="5907672"/>
                  </a:lnTo>
                  <a:lnTo>
                    <a:pt x="281931" y="5907672"/>
                  </a:lnTo>
                  <a:lnTo>
                    <a:pt x="281931" y="5902393"/>
                  </a:lnTo>
                  <a:lnTo>
                    <a:pt x="281931" y="5897113"/>
                  </a:lnTo>
                  <a:lnTo>
                    <a:pt x="282057" y="5897113"/>
                  </a:lnTo>
                  <a:lnTo>
                    <a:pt x="282184" y="5897113"/>
                  </a:lnTo>
                  <a:lnTo>
                    <a:pt x="282310" y="5897113"/>
                  </a:lnTo>
                  <a:lnTo>
                    <a:pt x="282436" y="5897113"/>
                  </a:lnTo>
                  <a:lnTo>
                    <a:pt x="282562" y="5897113"/>
                  </a:lnTo>
                  <a:lnTo>
                    <a:pt x="282688" y="5897113"/>
                  </a:lnTo>
                  <a:lnTo>
                    <a:pt x="282814" y="5897113"/>
                  </a:lnTo>
                  <a:lnTo>
                    <a:pt x="282940" y="5897113"/>
                  </a:lnTo>
                  <a:lnTo>
                    <a:pt x="283066" y="5897113"/>
                  </a:lnTo>
                  <a:lnTo>
                    <a:pt x="283192" y="5897113"/>
                  </a:lnTo>
                  <a:lnTo>
                    <a:pt x="283318" y="5897113"/>
                  </a:lnTo>
                  <a:lnTo>
                    <a:pt x="283444" y="5897113"/>
                  </a:lnTo>
                  <a:lnTo>
                    <a:pt x="283571" y="5897113"/>
                  </a:lnTo>
                  <a:lnTo>
                    <a:pt x="283697" y="5897113"/>
                  </a:lnTo>
                  <a:lnTo>
                    <a:pt x="283823" y="5897113"/>
                  </a:lnTo>
                  <a:lnTo>
                    <a:pt x="283949" y="5897113"/>
                  </a:lnTo>
                  <a:lnTo>
                    <a:pt x="284075" y="5897113"/>
                  </a:lnTo>
                  <a:lnTo>
                    <a:pt x="284201" y="5897113"/>
                  </a:lnTo>
                  <a:lnTo>
                    <a:pt x="284327" y="5897113"/>
                  </a:lnTo>
                  <a:lnTo>
                    <a:pt x="284453" y="5897113"/>
                  </a:lnTo>
                  <a:lnTo>
                    <a:pt x="284579" y="5897113"/>
                  </a:lnTo>
                  <a:lnTo>
                    <a:pt x="284705" y="5897113"/>
                  </a:lnTo>
                  <a:lnTo>
                    <a:pt x="284831" y="5897113"/>
                  </a:lnTo>
                  <a:lnTo>
                    <a:pt x="284958" y="5897113"/>
                  </a:lnTo>
                  <a:lnTo>
                    <a:pt x="285084" y="5897113"/>
                  </a:lnTo>
                  <a:lnTo>
                    <a:pt x="285210" y="5897113"/>
                  </a:lnTo>
                  <a:lnTo>
                    <a:pt x="285336" y="5897113"/>
                  </a:lnTo>
                  <a:lnTo>
                    <a:pt x="285462" y="5897113"/>
                  </a:lnTo>
                  <a:lnTo>
                    <a:pt x="285588" y="5897113"/>
                  </a:lnTo>
                  <a:lnTo>
                    <a:pt x="285714" y="5897113"/>
                  </a:lnTo>
                  <a:lnTo>
                    <a:pt x="285840" y="5897113"/>
                  </a:lnTo>
                  <a:lnTo>
                    <a:pt x="285966" y="5897113"/>
                  </a:lnTo>
                  <a:lnTo>
                    <a:pt x="286092" y="5897113"/>
                  </a:lnTo>
                  <a:lnTo>
                    <a:pt x="286218" y="5897113"/>
                  </a:lnTo>
                  <a:lnTo>
                    <a:pt x="286344" y="5897113"/>
                  </a:lnTo>
                  <a:lnTo>
                    <a:pt x="286471" y="5897113"/>
                  </a:lnTo>
                  <a:lnTo>
                    <a:pt x="286597" y="5897113"/>
                  </a:lnTo>
                  <a:lnTo>
                    <a:pt x="286597" y="5891834"/>
                  </a:lnTo>
                  <a:lnTo>
                    <a:pt x="286723" y="5891834"/>
                  </a:lnTo>
                  <a:lnTo>
                    <a:pt x="286849" y="5891834"/>
                  </a:lnTo>
                  <a:lnTo>
                    <a:pt x="286975" y="5891834"/>
                  </a:lnTo>
                  <a:lnTo>
                    <a:pt x="287101" y="5891834"/>
                  </a:lnTo>
                  <a:lnTo>
                    <a:pt x="287227" y="5891834"/>
                  </a:lnTo>
                  <a:lnTo>
                    <a:pt x="287353" y="5891834"/>
                  </a:lnTo>
                  <a:lnTo>
                    <a:pt x="287479" y="5891834"/>
                  </a:lnTo>
                  <a:lnTo>
                    <a:pt x="287605" y="5891834"/>
                  </a:lnTo>
                  <a:lnTo>
                    <a:pt x="287731" y="5891834"/>
                  </a:lnTo>
                  <a:lnTo>
                    <a:pt x="287731" y="5886554"/>
                  </a:lnTo>
                  <a:lnTo>
                    <a:pt x="287858" y="5886554"/>
                  </a:lnTo>
                  <a:lnTo>
                    <a:pt x="287984" y="5886554"/>
                  </a:lnTo>
                  <a:lnTo>
                    <a:pt x="288110" y="5886554"/>
                  </a:lnTo>
                  <a:lnTo>
                    <a:pt x="288236" y="5886554"/>
                  </a:lnTo>
                  <a:lnTo>
                    <a:pt x="288362" y="5886554"/>
                  </a:lnTo>
                  <a:lnTo>
                    <a:pt x="288488" y="5886554"/>
                  </a:lnTo>
                  <a:lnTo>
                    <a:pt x="288614" y="5886554"/>
                  </a:lnTo>
                  <a:lnTo>
                    <a:pt x="288740" y="5886554"/>
                  </a:lnTo>
                  <a:lnTo>
                    <a:pt x="288866" y="5886554"/>
                  </a:lnTo>
                  <a:lnTo>
                    <a:pt x="288992" y="5886554"/>
                  </a:lnTo>
                  <a:lnTo>
                    <a:pt x="289118" y="5886554"/>
                  </a:lnTo>
                  <a:lnTo>
                    <a:pt x="289244" y="5886554"/>
                  </a:lnTo>
                  <a:lnTo>
                    <a:pt x="289371" y="5886554"/>
                  </a:lnTo>
                  <a:lnTo>
                    <a:pt x="289497" y="5886554"/>
                  </a:lnTo>
                  <a:lnTo>
                    <a:pt x="289623" y="5886554"/>
                  </a:lnTo>
                  <a:lnTo>
                    <a:pt x="289749" y="5886554"/>
                  </a:lnTo>
                  <a:lnTo>
                    <a:pt x="289875" y="5886554"/>
                  </a:lnTo>
                  <a:lnTo>
                    <a:pt x="290001" y="5886554"/>
                  </a:lnTo>
                  <a:lnTo>
                    <a:pt x="290127" y="5886554"/>
                  </a:lnTo>
                  <a:lnTo>
                    <a:pt x="290253" y="5886554"/>
                  </a:lnTo>
                  <a:lnTo>
                    <a:pt x="290379" y="5886554"/>
                  </a:lnTo>
                  <a:lnTo>
                    <a:pt x="290505" y="5886554"/>
                  </a:lnTo>
                  <a:lnTo>
                    <a:pt x="290631" y="5886554"/>
                  </a:lnTo>
                  <a:lnTo>
                    <a:pt x="290758" y="5886554"/>
                  </a:lnTo>
                  <a:lnTo>
                    <a:pt x="290884" y="5886554"/>
                  </a:lnTo>
                  <a:lnTo>
                    <a:pt x="291010" y="5886554"/>
                  </a:lnTo>
                  <a:lnTo>
                    <a:pt x="291136" y="5886554"/>
                  </a:lnTo>
                  <a:lnTo>
                    <a:pt x="291262" y="5886554"/>
                  </a:lnTo>
                  <a:lnTo>
                    <a:pt x="291388" y="5886554"/>
                  </a:lnTo>
                  <a:lnTo>
                    <a:pt x="291514" y="5886554"/>
                  </a:lnTo>
                  <a:lnTo>
                    <a:pt x="291640" y="5886554"/>
                  </a:lnTo>
                  <a:lnTo>
                    <a:pt x="291766" y="5886554"/>
                  </a:lnTo>
                  <a:lnTo>
                    <a:pt x="291892" y="5886554"/>
                  </a:lnTo>
                  <a:lnTo>
                    <a:pt x="291892" y="5881275"/>
                  </a:lnTo>
                  <a:lnTo>
                    <a:pt x="292018" y="5881275"/>
                  </a:lnTo>
                  <a:lnTo>
                    <a:pt x="292145" y="5881275"/>
                  </a:lnTo>
                  <a:lnTo>
                    <a:pt x="292271" y="5881275"/>
                  </a:lnTo>
                  <a:lnTo>
                    <a:pt x="292397" y="5881275"/>
                  </a:lnTo>
                  <a:lnTo>
                    <a:pt x="292523" y="5881275"/>
                  </a:lnTo>
                  <a:lnTo>
                    <a:pt x="292649" y="5881275"/>
                  </a:lnTo>
                  <a:lnTo>
                    <a:pt x="292775" y="5881275"/>
                  </a:lnTo>
                  <a:lnTo>
                    <a:pt x="292775" y="5875995"/>
                  </a:lnTo>
                  <a:lnTo>
                    <a:pt x="292901" y="5875995"/>
                  </a:lnTo>
                  <a:lnTo>
                    <a:pt x="292901" y="5870716"/>
                  </a:lnTo>
                  <a:lnTo>
                    <a:pt x="293027" y="5870716"/>
                  </a:lnTo>
                  <a:lnTo>
                    <a:pt x="293153" y="5870716"/>
                  </a:lnTo>
                  <a:lnTo>
                    <a:pt x="293279" y="5870716"/>
                  </a:lnTo>
                  <a:lnTo>
                    <a:pt x="293405" y="5870716"/>
                  </a:lnTo>
                  <a:lnTo>
                    <a:pt x="293531" y="5870716"/>
                  </a:lnTo>
                  <a:lnTo>
                    <a:pt x="293658" y="5870716"/>
                  </a:lnTo>
                  <a:lnTo>
                    <a:pt x="293784" y="5870716"/>
                  </a:lnTo>
                  <a:lnTo>
                    <a:pt x="293910" y="5870716"/>
                  </a:lnTo>
                  <a:lnTo>
                    <a:pt x="294036" y="5870716"/>
                  </a:lnTo>
                  <a:lnTo>
                    <a:pt x="294162" y="5870716"/>
                  </a:lnTo>
                  <a:lnTo>
                    <a:pt x="294288" y="5870716"/>
                  </a:lnTo>
                  <a:lnTo>
                    <a:pt x="294414" y="5870716"/>
                  </a:lnTo>
                  <a:lnTo>
                    <a:pt x="294540" y="5870716"/>
                  </a:lnTo>
                  <a:lnTo>
                    <a:pt x="294666" y="5870716"/>
                  </a:lnTo>
                  <a:lnTo>
                    <a:pt x="294792" y="5870716"/>
                  </a:lnTo>
                  <a:lnTo>
                    <a:pt x="294918" y="5870716"/>
                  </a:lnTo>
                  <a:lnTo>
                    <a:pt x="295045" y="5870716"/>
                  </a:lnTo>
                  <a:lnTo>
                    <a:pt x="295171" y="5870716"/>
                  </a:lnTo>
                  <a:lnTo>
                    <a:pt x="295297" y="5870716"/>
                  </a:lnTo>
                  <a:lnTo>
                    <a:pt x="295423" y="5870716"/>
                  </a:lnTo>
                  <a:lnTo>
                    <a:pt x="295549" y="5870716"/>
                  </a:lnTo>
                  <a:lnTo>
                    <a:pt x="295675" y="5870716"/>
                  </a:lnTo>
                  <a:lnTo>
                    <a:pt x="295801" y="5870716"/>
                  </a:lnTo>
                  <a:lnTo>
                    <a:pt x="295927" y="5870716"/>
                  </a:lnTo>
                  <a:lnTo>
                    <a:pt x="296053" y="5870716"/>
                  </a:lnTo>
                  <a:lnTo>
                    <a:pt x="296179" y="5870716"/>
                  </a:lnTo>
                  <a:lnTo>
                    <a:pt x="296305" y="5870716"/>
                  </a:lnTo>
                  <a:lnTo>
                    <a:pt x="296431" y="5870716"/>
                  </a:lnTo>
                  <a:lnTo>
                    <a:pt x="296558" y="5870716"/>
                  </a:lnTo>
                  <a:lnTo>
                    <a:pt x="296684" y="5870716"/>
                  </a:lnTo>
                  <a:lnTo>
                    <a:pt x="296810" y="5870716"/>
                  </a:lnTo>
                  <a:lnTo>
                    <a:pt x="296936" y="5870716"/>
                  </a:lnTo>
                  <a:lnTo>
                    <a:pt x="297062" y="5870716"/>
                  </a:lnTo>
                  <a:lnTo>
                    <a:pt x="297188" y="5870716"/>
                  </a:lnTo>
                  <a:lnTo>
                    <a:pt x="297314" y="5870716"/>
                  </a:lnTo>
                  <a:lnTo>
                    <a:pt x="297440" y="5870716"/>
                  </a:lnTo>
                  <a:lnTo>
                    <a:pt x="297566" y="5870716"/>
                  </a:lnTo>
                  <a:lnTo>
                    <a:pt x="297692" y="5870716"/>
                  </a:lnTo>
                  <a:lnTo>
                    <a:pt x="297818" y="5870716"/>
                  </a:lnTo>
                  <a:lnTo>
                    <a:pt x="297945" y="5870716"/>
                  </a:lnTo>
                  <a:lnTo>
                    <a:pt x="298071" y="5870716"/>
                  </a:lnTo>
                  <a:lnTo>
                    <a:pt x="298197" y="5870716"/>
                  </a:lnTo>
                  <a:lnTo>
                    <a:pt x="298323" y="5870716"/>
                  </a:lnTo>
                  <a:lnTo>
                    <a:pt x="298449" y="5870716"/>
                  </a:lnTo>
                  <a:lnTo>
                    <a:pt x="298449" y="5865437"/>
                  </a:lnTo>
                  <a:lnTo>
                    <a:pt x="298575" y="5865437"/>
                  </a:lnTo>
                  <a:lnTo>
                    <a:pt x="298701" y="5865437"/>
                  </a:lnTo>
                  <a:lnTo>
                    <a:pt x="298827" y="5865437"/>
                  </a:lnTo>
                  <a:lnTo>
                    <a:pt x="298953" y="5865437"/>
                  </a:lnTo>
                  <a:lnTo>
                    <a:pt x="299079" y="5865437"/>
                  </a:lnTo>
                  <a:lnTo>
                    <a:pt x="299205" y="5865437"/>
                  </a:lnTo>
                  <a:lnTo>
                    <a:pt x="299332" y="5865437"/>
                  </a:lnTo>
                  <a:lnTo>
                    <a:pt x="299458" y="5865437"/>
                  </a:lnTo>
                  <a:lnTo>
                    <a:pt x="299584" y="5865437"/>
                  </a:lnTo>
                  <a:lnTo>
                    <a:pt x="299710" y="5865437"/>
                  </a:lnTo>
                  <a:lnTo>
                    <a:pt x="299836" y="5865437"/>
                  </a:lnTo>
                  <a:lnTo>
                    <a:pt x="299962" y="5865437"/>
                  </a:lnTo>
                  <a:lnTo>
                    <a:pt x="300088" y="5865437"/>
                  </a:lnTo>
                  <a:lnTo>
                    <a:pt x="300214" y="5865437"/>
                  </a:lnTo>
                  <a:lnTo>
                    <a:pt x="300340" y="5865437"/>
                  </a:lnTo>
                  <a:lnTo>
                    <a:pt x="300466" y="5865437"/>
                  </a:lnTo>
                  <a:lnTo>
                    <a:pt x="300592" y="5865437"/>
                  </a:lnTo>
                  <a:lnTo>
                    <a:pt x="300718" y="5865437"/>
                  </a:lnTo>
                  <a:lnTo>
                    <a:pt x="300845" y="5865437"/>
                  </a:lnTo>
                  <a:lnTo>
                    <a:pt x="300845" y="5860157"/>
                  </a:lnTo>
                  <a:lnTo>
                    <a:pt x="300971" y="5860157"/>
                  </a:lnTo>
                  <a:lnTo>
                    <a:pt x="301097" y="5860157"/>
                  </a:lnTo>
                  <a:lnTo>
                    <a:pt x="301223" y="5860157"/>
                  </a:lnTo>
                  <a:lnTo>
                    <a:pt x="301349" y="5860157"/>
                  </a:lnTo>
                  <a:lnTo>
                    <a:pt x="301475" y="5860157"/>
                  </a:lnTo>
                  <a:lnTo>
                    <a:pt x="301601" y="5860157"/>
                  </a:lnTo>
                  <a:lnTo>
                    <a:pt x="301727" y="5860157"/>
                  </a:lnTo>
                  <a:lnTo>
                    <a:pt x="301853" y="5860157"/>
                  </a:lnTo>
                  <a:lnTo>
                    <a:pt x="301979" y="5860157"/>
                  </a:lnTo>
                  <a:lnTo>
                    <a:pt x="302105" y="5860157"/>
                  </a:lnTo>
                  <a:lnTo>
                    <a:pt x="302232" y="5860157"/>
                  </a:lnTo>
                  <a:lnTo>
                    <a:pt x="302358" y="5860157"/>
                  </a:lnTo>
                  <a:lnTo>
                    <a:pt x="302484" y="5860157"/>
                  </a:lnTo>
                  <a:lnTo>
                    <a:pt x="302610" y="5860157"/>
                  </a:lnTo>
                  <a:lnTo>
                    <a:pt x="302736" y="5860157"/>
                  </a:lnTo>
                  <a:lnTo>
                    <a:pt x="302862" y="5860157"/>
                  </a:lnTo>
                  <a:lnTo>
                    <a:pt x="302988" y="5860157"/>
                  </a:lnTo>
                  <a:lnTo>
                    <a:pt x="303114" y="5860157"/>
                  </a:lnTo>
                  <a:lnTo>
                    <a:pt x="303240" y="5860157"/>
                  </a:lnTo>
                  <a:lnTo>
                    <a:pt x="303366" y="5860157"/>
                  </a:lnTo>
                  <a:lnTo>
                    <a:pt x="303492" y="5860157"/>
                  </a:lnTo>
                  <a:lnTo>
                    <a:pt x="303618" y="5860157"/>
                  </a:lnTo>
                  <a:lnTo>
                    <a:pt x="303745" y="5860157"/>
                  </a:lnTo>
                  <a:lnTo>
                    <a:pt x="303871" y="5860157"/>
                  </a:lnTo>
                  <a:lnTo>
                    <a:pt x="303997" y="5860157"/>
                  </a:lnTo>
                  <a:lnTo>
                    <a:pt x="304123" y="5860157"/>
                  </a:lnTo>
                  <a:lnTo>
                    <a:pt x="304249" y="5860157"/>
                  </a:lnTo>
                  <a:lnTo>
                    <a:pt x="304375" y="5860157"/>
                  </a:lnTo>
                  <a:lnTo>
                    <a:pt x="304501" y="5860157"/>
                  </a:lnTo>
                  <a:lnTo>
                    <a:pt x="304627" y="5860157"/>
                  </a:lnTo>
                  <a:lnTo>
                    <a:pt x="304753" y="5860157"/>
                  </a:lnTo>
                  <a:lnTo>
                    <a:pt x="304879" y="5860157"/>
                  </a:lnTo>
                  <a:lnTo>
                    <a:pt x="305005" y="5860157"/>
                  </a:lnTo>
                  <a:lnTo>
                    <a:pt x="305132" y="5860157"/>
                  </a:lnTo>
                  <a:lnTo>
                    <a:pt x="305258" y="5860157"/>
                  </a:lnTo>
                  <a:lnTo>
                    <a:pt x="305384" y="5860157"/>
                  </a:lnTo>
                  <a:lnTo>
                    <a:pt x="305510" y="5860157"/>
                  </a:lnTo>
                  <a:lnTo>
                    <a:pt x="305636" y="5860157"/>
                  </a:lnTo>
                  <a:lnTo>
                    <a:pt x="305762" y="5860157"/>
                  </a:lnTo>
                  <a:lnTo>
                    <a:pt x="305888" y="5860157"/>
                  </a:lnTo>
                  <a:lnTo>
                    <a:pt x="306014" y="5860157"/>
                  </a:lnTo>
                  <a:lnTo>
                    <a:pt x="306014" y="5854878"/>
                  </a:lnTo>
                  <a:lnTo>
                    <a:pt x="306140" y="5854878"/>
                  </a:lnTo>
                  <a:lnTo>
                    <a:pt x="306266" y="5854878"/>
                  </a:lnTo>
                  <a:lnTo>
                    <a:pt x="306392" y="5854878"/>
                  </a:lnTo>
                  <a:lnTo>
                    <a:pt x="306518" y="5854878"/>
                  </a:lnTo>
                  <a:lnTo>
                    <a:pt x="306645" y="5854878"/>
                  </a:lnTo>
                  <a:lnTo>
                    <a:pt x="306771" y="5854878"/>
                  </a:lnTo>
                  <a:lnTo>
                    <a:pt x="306897" y="5854878"/>
                  </a:lnTo>
                  <a:lnTo>
                    <a:pt x="307023" y="5854878"/>
                  </a:lnTo>
                  <a:lnTo>
                    <a:pt x="307149" y="5854878"/>
                  </a:lnTo>
                  <a:lnTo>
                    <a:pt x="307275" y="5854878"/>
                  </a:lnTo>
                  <a:lnTo>
                    <a:pt x="307401" y="5854878"/>
                  </a:lnTo>
                  <a:lnTo>
                    <a:pt x="307527" y="5854878"/>
                  </a:lnTo>
                  <a:lnTo>
                    <a:pt x="307653" y="5854878"/>
                  </a:lnTo>
                  <a:lnTo>
                    <a:pt x="307779" y="5854878"/>
                  </a:lnTo>
                  <a:lnTo>
                    <a:pt x="307905" y="5854878"/>
                  </a:lnTo>
                  <a:lnTo>
                    <a:pt x="307905" y="5849598"/>
                  </a:lnTo>
                  <a:lnTo>
                    <a:pt x="308032" y="5849598"/>
                  </a:lnTo>
                  <a:lnTo>
                    <a:pt x="308158" y="5849598"/>
                  </a:lnTo>
                  <a:lnTo>
                    <a:pt x="308284" y="5849598"/>
                  </a:lnTo>
                  <a:lnTo>
                    <a:pt x="308410" y="5849598"/>
                  </a:lnTo>
                  <a:lnTo>
                    <a:pt x="308536" y="5849598"/>
                  </a:lnTo>
                  <a:lnTo>
                    <a:pt x="308662" y="5849598"/>
                  </a:lnTo>
                  <a:lnTo>
                    <a:pt x="308788" y="5849598"/>
                  </a:lnTo>
                  <a:lnTo>
                    <a:pt x="308914" y="5849598"/>
                  </a:lnTo>
                  <a:lnTo>
                    <a:pt x="309040" y="5849598"/>
                  </a:lnTo>
                  <a:lnTo>
                    <a:pt x="309166" y="5849598"/>
                  </a:lnTo>
                  <a:lnTo>
                    <a:pt x="309292" y="5849598"/>
                  </a:lnTo>
                  <a:lnTo>
                    <a:pt x="309419" y="5849598"/>
                  </a:lnTo>
                  <a:lnTo>
                    <a:pt x="309545" y="5849598"/>
                  </a:lnTo>
                  <a:lnTo>
                    <a:pt x="309545" y="5844319"/>
                  </a:lnTo>
                  <a:lnTo>
                    <a:pt x="309671" y="5844319"/>
                  </a:lnTo>
                  <a:lnTo>
                    <a:pt x="309797" y="5844319"/>
                  </a:lnTo>
                  <a:lnTo>
                    <a:pt x="309923" y="5844319"/>
                  </a:lnTo>
                  <a:lnTo>
                    <a:pt x="310049" y="5844319"/>
                  </a:lnTo>
                  <a:lnTo>
                    <a:pt x="310175" y="5844319"/>
                  </a:lnTo>
                  <a:lnTo>
                    <a:pt x="310301" y="5844319"/>
                  </a:lnTo>
                  <a:lnTo>
                    <a:pt x="310427" y="5844319"/>
                  </a:lnTo>
                  <a:lnTo>
                    <a:pt x="310553" y="5844319"/>
                  </a:lnTo>
                  <a:lnTo>
                    <a:pt x="310679" y="5844319"/>
                  </a:lnTo>
                  <a:lnTo>
                    <a:pt x="310805" y="5844319"/>
                  </a:lnTo>
                  <a:lnTo>
                    <a:pt x="310932" y="5844319"/>
                  </a:lnTo>
                  <a:lnTo>
                    <a:pt x="311058" y="5844319"/>
                  </a:lnTo>
                  <a:lnTo>
                    <a:pt x="311184" y="5844319"/>
                  </a:lnTo>
                  <a:lnTo>
                    <a:pt x="311310" y="5844319"/>
                  </a:lnTo>
                  <a:lnTo>
                    <a:pt x="311436" y="5844319"/>
                  </a:lnTo>
                  <a:lnTo>
                    <a:pt x="311562" y="5844319"/>
                  </a:lnTo>
                  <a:lnTo>
                    <a:pt x="311688" y="5844319"/>
                  </a:lnTo>
                  <a:lnTo>
                    <a:pt x="311814" y="5844319"/>
                  </a:lnTo>
                  <a:lnTo>
                    <a:pt x="311940" y="5844319"/>
                  </a:lnTo>
                  <a:lnTo>
                    <a:pt x="312066" y="5844319"/>
                  </a:lnTo>
                  <a:lnTo>
                    <a:pt x="312192" y="5844319"/>
                  </a:lnTo>
                  <a:lnTo>
                    <a:pt x="312319" y="5844319"/>
                  </a:lnTo>
                  <a:lnTo>
                    <a:pt x="312445" y="5844319"/>
                  </a:lnTo>
                  <a:lnTo>
                    <a:pt x="312571" y="5844319"/>
                  </a:lnTo>
                  <a:lnTo>
                    <a:pt x="312697" y="5844319"/>
                  </a:lnTo>
                  <a:lnTo>
                    <a:pt x="312697" y="5839039"/>
                  </a:lnTo>
                  <a:lnTo>
                    <a:pt x="312823" y="5839039"/>
                  </a:lnTo>
                  <a:lnTo>
                    <a:pt x="312949" y="5839039"/>
                  </a:lnTo>
                  <a:lnTo>
                    <a:pt x="313075" y="5839039"/>
                  </a:lnTo>
                  <a:lnTo>
                    <a:pt x="313201" y="5839039"/>
                  </a:lnTo>
                  <a:lnTo>
                    <a:pt x="313327" y="5839039"/>
                  </a:lnTo>
                  <a:lnTo>
                    <a:pt x="313453" y="5839039"/>
                  </a:lnTo>
                  <a:lnTo>
                    <a:pt x="313579" y="5839039"/>
                  </a:lnTo>
                  <a:lnTo>
                    <a:pt x="313705" y="5839039"/>
                  </a:lnTo>
                  <a:lnTo>
                    <a:pt x="313832" y="5839039"/>
                  </a:lnTo>
                  <a:lnTo>
                    <a:pt x="313958" y="5839039"/>
                  </a:lnTo>
                  <a:lnTo>
                    <a:pt x="314084" y="5839039"/>
                  </a:lnTo>
                  <a:lnTo>
                    <a:pt x="314210" y="5839039"/>
                  </a:lnTo>
                  <a:lnTo>
                    <a:pt x="314336" y="5839039"/>
                  </a:lnTo>
                  <a:lnTo>
                    <a:pt x="314462" y="5839039"/>
                  </a:lnTo>
                  <a:lnTo>
                    <a:pt x="314588" y="5839039"/>
                  </a:lnTo>
                  <a:lnTo>
                    <a:pt x="314714" y="5839039"/>
                  </a:lnTo>
                  <a:lnTo>
                    <a:pt x="314840" y="5839039"/>
                  </a:lnTo>
                  <a:lnTo>
                    <a:pt x="314966" y="5839039"/>
                  </a:lnTo>
                  <a:lnTo>
                    <a:pt x="315092" y="5839039"/>
                  </a:lnTo>
                  <a:lnTo>
                    <a:pt x="315219" y="5839039"/>
                  </a:lnTo>
                  <a:lnTo>
                    <a:pt x="315345" y="5839039"/>
                  </a:lnTo>
                  <a:lnTo>
                    <a:pt x="315471" y="5839039"/>
                  </a:lnTo>
                  <a:lnTo>
                    <a:pt x="315597" y="5839039"/>
                  </a:lnTo>
                  <a:lnTo>
                    <a:pt x="315723" y="5839039"/>
                  </a:lnTo>
                  <a:lnTo>
                    <a:pt x="315849" y="5839039"/>
                  </a:lnTo>
                  <a:lnTo>
                    <a:pt x="315975" y="5839039"/>
                  </a:lnTo>
                  <a:lnTo>
                    <a:pt x="316101" y="5839039"/>
                  </a:lnTo>
                  <a:lnTo>
                    <a:pt x="316227" y="5839039"/>
                  </a:lnTo>
                  <a:lnTo>
                    <a:pt x="316353" y="5839039"/>
                  </a:lnTo>
                  <a:lnTo>
                    <a:pt x="316479" y="5839039"/>
                  </a:lnTo>
                  <a:lnTo>
                    <a:pt x="316606" y="5839039"/>
                  </a:lnTo>
                  <a:lnTo>
                    <a:pt x="316732" y="5839039"/>
                  </a:lnTo>
                  <a:lnTo>
                    <a:pt x="316858" y="5839039"/>
                  </a:lnTo>
                  <a:lnTo>
                    <a:pt x="316984" y="5839039"/>
                  </a:lnTo>
                  <a:lnTo>
                    <a:pt x="317110" y="5839039"/>
                  </a:lnTo>
                  <a:lnTo>
                    <a:pt x="317236" y="5839039"/>
                  </a:lnTo>
                  <a:lnTo>
                    <a:pt x="317362" y="5839039"/>
                  </a:lnTo>
                  <a:lnTo>
                    <a:pt x="317488" y="5839039"/>
                  </a:lnTo>
                  <a:lnTo>
                    <a:pt x="317614" y="5839039"/>
                  </a:lnTo>
                  <a:lnTo>
                    <a:pt x="317740" y="5839039"/>
                  </a:lnTo>
                  <a:lnTo>
                    <a:pt x="317866" y="5839039"/>
                  </a:lnTo>
                  <a:lnTo>
                    <a:pt x="317866" y="5833760"/>
                  </a:lnTo>
                  <a:lnTo>
                    <a:pt x="317992" y="5833760"/>
                  </a:lnTo>
                  <a:lnTo>
                    <a:pt x="318119" y="5833760"/>
                  </a:lnTo>
                  <a:lnTo>
                    <a:pt x="318245" y="5833760"/>
                  </a:lnTo>
                  <a:lnTo>
                    <a:pt x="318371" y="5833760"/>
                  </a:lnTo>
                  <a:lnTo>
                    <a:pt x="318497" y="5833760"/>
                  </a:lnTo>
                  <a:lnTo>
                    <a:pt x="318623" y="5833760"/>
                  </a:lnTo>
                  <a:lnTo>
                    <a:pt x="318749" y="5833760"/>
                  </a:lnTo>
                  <a:lnTo>
                    <a:pt x="318875" y="5833760"/>
                  </a:lnTo>
                  <a:lnTo>
                    <a:pt x="319001" y="5833760"/>
                  </a:lnTo>
                  <a:lnTo>
                    <a:pt x="319127" y="5833760"/>
                  </a:lnTo>
                  <a:lnTo>
                    <a:pt x="319253" y="5833760"/>
                  </a:lnTo>
                  <a:lnTo>
                    <a:pt x="319379" y="5833760"/>
                  </a:lnTo>
                  <a:lnTo>
                    <a:pt x="319506" y="5833760"/>
                  </a:lnTo>
                  <a:lnTo>
                    <a:pt x="319632" y="5833760"/>
                  </a:lnTo>
                  <a:lnTo>
                    <a:pt x="319758" y="5833760"/>
                  </a:lnTo>
                  <a:lnTo>
                    <a:pt x="319884" y="5833760"/>
                  </a:lnTo>
                  <a:lnTo>
                    <a:pt x="320010" y="5833760"/>
                  </a:lnTo>
                  <a:lnTo>
                    <a:pt x="320136" y="5833760"/>
                  </a:lnTo>
                  <a:lnTo>
                    <a:pt x="320262" y="5833760"/>
                  </a:lnTo>
                  <a:lnTo>
                    <a:pt x="320388" y="5833760"/>
                  </a:lnTo>
                  <a:lnTo>
                    <a:pt x="320514" y="5833760"/>
                  </a:lnTo>
                  <a:lnTo>
                    <a:pt x="320640" y="5833760"/>
                  </a:lnTo>
                  <a:lnTo>
                    <a:pt x="320766" y="5833760"/>
                  </a:lnTo>
                  <a:lnTo>
                    <a:pt x="320892" y="5833760"/>
                  </a:lnTo>
                  <a:lnTo>
                    <a:pt x="321019" y="5833760"/>
                  </a:lnTo>
                  <a:lnTo>
                    <a:pt x="321145" y="5833760"/>
                  </a:lnTo>
                  <a:lnTo>
                    <a:pt x="321271" y="5833760"/>
                  </a:lnTo>
                  <a:lnTo>
                    <a:pt x="321397" y="5833760"/>
                  </a:lnTo>
                  <a:lnTo>
                    <a:pt x="321523" y="5833760"/>
                  </a:lnTo>
                  <a:lnTo>
                    <a:pt x="321649" y="5833760"/>
                  </a:lnTo>
                  <a:lnTo>
                    <a:pt x="321775" y="5833760"/>
                  </a:lnTo>
                  <a:lnTo>
                    <a:pt x="321901" y="5833760"/>
                  </a:lnTo>
                  <a:lnTo>
                    <a:pt x="322027" y="5833760"/>
                  </a:lnTo>
                  <a:lnTo>
                    <a:pt x="322153" y="5833760"/>
                  </a:lnTo>
                  <a:lnTo>
                    <a:pt x="322279" y="5833760"/>
                  </a:lnTo>
                  <a:lnTo>
                    <a:pt x="322406" y="5833760"/>
                  </a:lnTo>
                  <a:lnTo>
                    <a:pt x="322532" y="5833760"/>
                  </a:lnTo>
                  <a:lnTo>
                    <a:pt x="322658" y="5833760"/>
                  </a:lnTo>
                  <a:lnTo>
                    <a:pt x="322784" y="5833760"/>
                  </a:lnTo>
                  <a:lnTo>
                    <a:pt x="322910" y="5833760"/>
                  </a:lnTo>
                  <a:lnTo>
                    <a:pt x="323036" y="5833760"/>
                  </a:lnTo>
                  <a:lnTo>
                    <a:pt x="323162" y="5833760"/>
                  </a:lnTo>
                  <a:lnTo>
                    <a:pt x="323288" y="5833760"/>
                  </a:lnTo>
                  <a:lnTo>
                    <a:pt x="323414" y="5833760"/>
                  </a:lnTo>
                  <a:lnTo>
                    <a:pt x="323540" y="5833760"/>
                  </a:lnTo>
                  <a:lnTo>
                    <a:pt x="323666" y="5833760"/>
                  </a:lnTo>
                  <a:lnTo>
                    <a:pt x="323793" y="5833760"/>
                  </a:lnTo>
                  <a:lnTo>
                    <a:pt x="323919" y="5833760"/>
                  </a:lnTo>
                  <a:lnTo>
                    <a:pt x="324045" y="5833760"/>
                  </a:lnTo>
                  <a:lnTo>
                    <a:pt x="324171" y="5833760"/>
                  </a:lnTo>
                  <a:lnTo>
                    <a:pt x="324297" y="5833760"/>
                  </a:lnTo>
                  <a:lnTo>
                    <a:pt x="324423" y="5833760"/>
                  </a:lnTo>
                  <a:lnTo>
                    <a:pt x="324549" y="5833760"/>
                  </a:lnTo>
                  <a:lnTo>
                    <a:pt x="324675" y="5833760"/>
                  </a:lnTo>
                  <a:lnTo>
                    <a:pt x="324801" y="5833760"/>
                  </a:lnTo>
                  <a:lnTo>
                    <a:pt x="324927" y="5833760"/>
                  </a:lnTo>
                  <a:lnTo>
                    <a:pt x="325053" y="5833760"/>
                  </a:lnTo>
                  <a:lnTo>
                    <a:pt x="325179" y="5833760"/>
                  </a:lnTo>
                  <a:lnTo>
                    <a:pt x="325306" y="5833760"/>
                  </a:lnTo>
                  <a:lnTo>
                    <a:pt x="325432" y="5833760"/>
                  </a:lnTo>
                  <a:lnTo>
                    <a:pt x="325558" y="5833760"/>
                  </a:lnTo>
                  <a:lnTo>
                    <a:pt x="325684" y="5833760"/>
                  </a:lnTo>
                  <a:lnTo>
                    <a:pt x="325810" y="5833760"/>
                  </a:lnTo>
                  <a:lnTo>
                    <a:pt x="325936" y="5833760"/>
                  </a:lnTo>
                  <a:lnTo>
                    <a:pt x="326062" y="5833760"/>
                  </a:lnTo>
                  <a:lnTo>
                    <a:pt x="326188" y="5833760"/>
                  </a:lnTo>
                  <a:lnTo>
                    <a:pt x="326314" y="5833760"/>
                  </a:lnTo>
                  <a:lnTo>
                    <a:pt x="326440" y="5833760"/>
                  </a:lnTo>
                  <a:lnTo>
                    <a:pt x="326566" y="5833760"/>
                  </a:lnTo>
                  <a:lnTo>
                    <a:pt x="326693" y="5833760"/>
                  </a:lnTo>
                  <a:lnTo>
                    <a:pt x="326819" y="5833760"/>
                  </a:lnTo>
                  <a:lnTo>
                    <a:pt x="326945" y="5833760"/>
                  </a:lnTo>
                  <a:lnTo>
                    <a:pt x="327071" y="5833760"/>
                  </a:lnTo>
                  <a:lnTo>
                    <a:pt x="327197" y="5833760"/>
                  </a:lnTo>
                  <a:lnTo>
                    <a:pt x="327323" y="5833760"/>
                  </a:lnTo>
                  <a:lnTo>
                    <a:pt x="327449" y="5833760"/>
                  </a:lnTo>
                  <a:lnTo>
                    <a:pt x="327575" y="5833760"/>
                  </a:lnTo>
                  <a:lnTo>
                    <a:pt x="327701" y="5833760"/>
                  </a:lnTo>
                  <a:lnTo>
                    <a:pt x="327827" y="5833760"/>
                  </a:lnTo>
                  <a:lnTo>
                    <a:pt x="327953" y="5833760"/>
                  </a:lnTo>
                  <a:lnTo>
                    <a:pt x="328079" y="5833760"/>
                  </a:lnTo>
                  <a:lnTo>
                    <a:pt x="328206" y="5833760"/>
                  </a:lnTo>
                  <a:lnTo>
                    <a:pt x="328332" y="5833760"/>
                  </a:lnTo>
                  <a:lnTo>
                    <a:pt x="328458" y="5833760"/>
                  </a:lnTo>
                  <a:lnTo>
                    <a:pt x="328584" y="5833760"/>
                  </a:lnTo>
                  <a:lnTo>
                    <a:pt x="328710" y="5833760"/>
                  </a:lnTo>
                  <a:lnTo>
                    <a:pt x="328836" y="5833760"/>
                  </a:lnTo>
                  <a:lnTo>
                    <a:pt x="328962" y="5833760"/>
                  </a:lnTo>
                  <a:lnTo>
                    <a:pt x="329088" y="5833760"/>
                  </a:lnTo>
                  <a:lnTo>
                    <a:pt x="329214" y="5833760"/>
                  </a:lnTo>
                  <a:lnTo>
                    <a:pt x="329340" y="5833760"/>
                  </a:lnTo>
                  <a:lnTo>
                    <a:pt x="329466" y="5833760"/>
                  </a:lnTo>
                  <a:lnTo>
                    <a:pt x="329593" y="5833760"/>
                  </a:lnTo>
                  <a:lnTo>
                    <a:pt x="329719" y="5833760"/>
                  </a:lnTo>
                  <a:lnTo>
                    <a:pt x="329719" y="5828481"/>
                  </a:lnTo>
                  <a:lnTo>
                    <a:pt x="329845" y="5828481"/>
                  </a:lnTo>
                  <a:lnTo>
                    <a:pt x="329971" y="5828481"/>
                  </a:lnTo>
                  <a:lnTo>
                    <a:pt x="330097" y="5828481"/>
                  </a:lnTo>
                  <a:lnTo>
                    <a:pt x="330223" y="5828481"/>
                  </a:lnTo>
                  <a:lnTo>
                    <a:pt x="330349" y="5828481"/>
                  </a:lnTo>
                  <a:lnTo>
                    <a:pt x="330475" y="5828481"/>
                  </a:lnTo>
                  <a:lnTo>
                    <a:pt x="330601" y="5828481"/>
                  </a:lnTo>
                  <a:lnTo>
                    <a:pt x="330727" y="5828481"/>
                  </a:lnTo>
                  <a:lnTo>
                    <a:pt x="330853" y="5828481"/>
                  </a:lnTo>
                  <a:lnTo>
                    <a:pt x="330979" y="5828481"/>
                  </a:lnTo>
                  <a:lnTo>
                    <a:pt x="331106" y="5828481"/>
                  </a:lnTo>
                  <a:lnTo>
                    <a:pt x="331232" y="5828481"/>
                  </a:lnTo>
                  <a:lnTo>
                    <a:pt x="331358" y="5828481"/>
                  </a:lnTo>
                  <a:lnTo>
                    <a:pt x="331484" y="5828481"/>
                  </a:lnTo>
                  <a:lnTo>
                    <a:pt x="331610" y="5828481"/>
                  </a:lnTo>
                  <a:lnTo>
                    <a:pt x="331736" y="5828481"/>
                  </a:lnTo>
                  <a:lnTo>
                    <a:pt x="331862" y="5828481"/>
                  </a:lnTo>
                  <a:lnTo>
                    <a:pt x="331988" y="5828481"/>
                  </a:lnTo>
                  <a:lnTo>
                    <a:pt x="332114" y="5828481"/>
                  </a:lnTo>
                  <a:lnTo>
                    <a:pt x="332240" y="5828481"/>
                  </a:lnTo>
                  <a:lnTo>
                    <a:pt x="332366" y="5828481"/>
                  </a:lnTo>
                  <a:lnTo>
                    <a:pt x="332493" y="5828481"/>
                  </a:lnTo>
                  <a:lnTo>
                    <a:pt x="332619" y="5828481"/>
                  </a:lnTo>
                  <a:lnTo>
                    <a:pt x="332745" y="5828481"/>
                  </a:lnTo>
                  <a:lnTo>
                    <a:pt x="332871" y="5828481"/>
                  </a:lnTo>
                  <a:lnTo>
                    <a:pt x="332997" y="5828481"/>
                  </a:lnTo>
                  <a:lnTo>
                    <a:pt x="333123" y="5828481"/>
                  </a:lnTo>
                  <a:lnTo>
                    <a:pt x="333249" y="5828481"/>
                  </a:lnTo>
                  <a:lnTo>
                    <a:pt x="333375" y="5828481"/>
                  </a:lnTo>
                  <a:lnTo>
                    <a:pt x="333501" y="5828481"/>
                  </a:lnTo>
                  <a:lnTo>
                    <a:pt x="333627" y="5828481"/>
                  </a:lnTo>
                  <a:lnTo>
                    <a:pt x="333753" y="5828481"/>
                  </a:lnTo>
                  <a:lnTo>
                    <a:pt x="333880" y="5828481"/>
                  </a:lnTo>
                  <a:lnTo>
                    <a:pt x="334006" y="5828481"/>
                  </a:lnTo>
                  <a:lnTo>
                    <a:pt x="334132" y="5828481"/>
                  </a:lnTo>
                  <a:lnTo>
                    <a:pt x="334258" y="5828481"/>
                  </a:lnTo>
                  <a:lnTo>
                    <a:pt x="334258" y="5823201"/>
                  </a:lnTo>
                  <a:lnTo>
                    <a:pt x="334384" y="5823201"/>
                  </a:lnTo>
                  <a:lnTo>
                    <a:pt x="334510" y="5823201"/>
                  </a:lnTo>
                  <a:lnTo>
                    <a:pt x="334636" y="5823201"/>
                  </a:lnTo>
                  <a:lnTo>
                    <a:pt x="334762" y="5823201"/>
                  </a:lnTo>
                  <a:lnTo>
                    <a:pt x="334888" y="5823201"/>
                  </a:lnTo>
                  <a:lnTo>
                    <a:pt x="335014" y="5823201"/>
                  </a:lnTo>
                  <a:lnTo>
                    <a:pt x="335140" y="5823201"/>
                  </a:lnTo>
                  <a:lnTo>
                    <a:pt x="335266" y="5823201"/>
                  </a:lnTo>
                  <a:lnTo>
                    <a:pt x="335393" y="5823201"/>
                  </a:lnTo>
                  <a:lnTo>
                    <a:pt x="335519" y="5823201"/>
                  </a:lnTo>
                  <a:lnTo>
                    <a:pt x="335645" y="5823201"/>
                  </a:lnTo>
                  <a:lnTo>
                    <a:pt x="335771" y="5823201"/>
                  </a:lnTo>
                  <a:lnTo>
                    <a:pt x="335897" y="5823201"/>
                  </a:lnTo>
                  <a:lnTo>
                    <a:pt x="336023" y="5823201"/>
                  </a:lnTo>
                  <a:lnTo>
                    <a:pt x="336149" y="5823201"/>
                  </a:lnTo>
                  <a:lnTo>
                    <a:pt x="336275" y="5823201"/>
                  </a:lnTo>
                  <a:lnTo>
                    <a:pt x="336401" y="5823201"/>
                  </a:lnTo>
                  <a:lnTo>
                    <a:pt x="336527" y="5823201"/>
                  </a:lnTo>
                  <a:lnTo>
                    <a:pt x="336653" y="5823201"/>
                  </a:lnTo>
                  <a:lnTo>
                    <a:pt x="336780" y="5823201"/>
                  </a:lnTo>
                  <a:lnTo>
                    <a:pt x="336906" y="5823201"/>
                  </a:lnTo>
                  <a:lnTo>
                    <a:pt x="337032" y="5823201"/>
                  </a:lnTo>
                  <a:lnTo>
                    <a:pt x="337158" y="5823201"/>
                  </a:lnTo>
                  <a:lnTo>
                    <a:pt x="337284" y="5823201"/>
                  </a:lnTo>
                  <a:lnTo>
                    <a:pt x="337410" y="5823201"/>
                  </a:lnTo>
                  <a:lnTo>
                    <a:pt x="337536" y="5823201"/>
                  </a:lnTo>
                  <a:lnTo>
                    <a:pt x="337662" y="5823201"/>
                  </a:lnTo>
                  <a:lnTo>
                    <a:pt x="337788" y="5823201"/>
                  </a:lnTo>
                  <a:lnTo>
                    <a:pt x="337914" y="5823201"/>
                  </a:lnTo>
                  <a:lnTo>
                    <a:pt x="338040" y="5823201"/>
                  </a:lnTo>
                  <a:lnTo>
                    <a:pt x="338166" y="5823201"/>
                  </a:lnTo>
                  <a:lnTo>
                    <a:pt x="338293" y="5823201"/>
                  </a:lnTo>
                  <a:lnTo>
                    <a:pt x="338419" y="5823201"/>
                  </a:lnTo>
                  <a:lnTo>
                    <a:pt x="338545" y="5823201"/>
                  </a:lnTo>
                  <a:lnTo>
                    <a:pt x="338671" y="5823201"/>
                  </a:lnTo>
                  <a:lnTo>
                    <a:pt x="338797" y="5823201"/>
                  </a:lnTo>
                  <a:lnTo>
                    <a:pt x="338923" y="5823201"/>
                  </a:lnTo>
                  <a:lnTo>
                    <a:pt x="339049" y="5823201"/>
                  </a:lnTo>
                  <a:lnTo>
                    <a:pt x="339049" y="5817922"/>
                  </a:lnTo>
                  <a:lnTo>
                    <a:pt x="339175" y="5817922"/>
                  </a:lnTo>
                  <a:lnTo>
                    <a:pt x="339301" y="5817922"/>
                  </a:lnTo>
                  <a:lnTo>
                    <a:pt x="339427" y="5817922"/>
                  </a:lnTo>
                  <a:lnTo>
                    <a:pt x="339553" y="5817922"/>
                  </a:lnTo>
                  <a:lnTo>
                    <a:pt x="339680" y="5817922"/>
                  </a:lnTo>
                  <a:lnTo>
                    <a:pt x="339806" y="5817922"/>
                  </a:lnTo>
                  <a:lnTo>
                    <a:pt x="339932" y="5817922"/>
                  </a:lnTo>
                  <a:lnTo>
                    <a:pt x="340058" y="5817922"/>
                  </a:lnTo>
                  <a:lnTo>
                    <a:pt x="340184" y="5817922"/>
                  </a:lnTo>
                  <a:lnTo>
                    <a:pt x="340310" y="5817922"/>
                  </a:lnTo>
                  <a:lnTo>
                    <a:pt x="340436" y="5817922"/>
                  </a:lnTo>
                  <a:lnTo>
                    <a:pt x="340562" y="5817922"/>
                  </a:lnTo>
                  <a:lnTo>
                    <a:pt x="340688" y="5817922"/>
                  </a:lnTo>
                  <a:lnTo>
                    <a:pt x="340814" y="5817922"/>
                  </a:lnTo>
                  <a:lnTo>
                    <a:pt x="340940" y="5817922"/>
                  </a:lnTo>
                  <a:lnTo>
                    <a:pt x="341067" y="5817922"/>
                  </a:lnTo>
                  <a:lnTo>
                    <a:pt x="341193" y="5817922"/>
                  </a:lnTo>
                  <a:lnTo>
                    <a:pt x="341319" y="5817922"/>
                  </a:lnTo>
                  <a:lnTo>
                    <a:pt x="341445" y="5817922"/>
                  </a:lnTo>
                  <a:lnTo>
                    <a:pt x="341571" y="5817922"/>
                  </a:lnTo>
                  <a:lnTo>
                    <a:pt x="341697" y="5817922"/>
                  </a:lnTo>
                  <a:lnTo>
                    <a:pt x="341823" y="5817922"/>
                  </a:lnTo>
                  <a:lnTo>
                    <a:pt x="341949" y="5817922"/>
                  </a:lnTo>
                  <a:lnTo>
                    <a:pt x="342075" y="5817922"/>
                  </a:lnTo>
                  <a:lnTo>
                    <a:pt x="342201" y="5817922"/>
                  </a:lnTo>
                  <a:lnTo>
                    <a:pt x="342327" y="5817922"/>
                  </a:lnTo>
                  <a:lnTo>
                    <a:pt x="342453" y="5817922"/>
                  </a:lnTo>
                  <a:lnTo>
                    <a:pt x="342580" y="5817922"/>
                  </a:lnTo>
                  <a:lnTo>
                    <a:pt x="342706" y="5817922"/>
                  </a:lnTo>
                  <a:lnTo>
                    <a:pt x="342832" y="5817922"/>
                  </a:lnTo>
                  <a:lnTo>
                    <a:pt x="342958" y="5817922"/>
                  </a:lnTo>
                  <a:lnTo>
                    <a:pt x="343084" y="5817922"/>
                  </a:lnTo>
                  <a:lnTo>
                    <a:pt x="343210" y="5817922"/>
                  </a:lnTo>
                  <a:lnTo>
                    <a:pt x="343336" y="5817922"/>
                  </a:lnTo>
                  <a:lnTo>
                    <a:pt x="343462" y="5817922"/>
                  </a:lnTo>
                  <a:lnTo>
                    <a:pt x="343588" y="5817922"/>
                  </a:lnTo>
                  <a:lnTo>
                    <a:pt x="343714" y="5817922"/>
                  </a:lnTo>
                  <a:lnTo>
                    <a:pt x="343840" y="5817922"/>
                  </a:lnTo>
                  <a:lnTo>
                    <a:pt x="343967" y="5817922"/>
                  </a:lnTo>
                  <a:lnTo>
                    <a:pt x="344093" y="5817922"/>
                  </a:lnTo>
                  <a:lnTo>
                    <a:pt x="344219" y="5817922"/>
                  </a:lnTo>
                  <a:lnTo>
                    <a:pt x="344345" y="5817922"/>
                  </a:lnTo>
                  <a:lnTo>
                    <a:pt x="344471" y="5817922"/>
                  </a:lnTo>
                  <a:lnTo>
                    <a:pt x="344597" y="5817922"/>
                  </a:lnTo>
                  <a:lnTo>
                    <a:pt x="344723" y="5817922"/>
                  </a:lnTo>
                  <a:lnTo>
                    <a:pt x="344849" y="5817922"/>
                  </a:lnTo>
                  <a:lnTo>
                    <a:pt x="344975" y="5817922"/>
                  </a:lnTo>
                  <a:lnTo>
                    <a:pt x="345101" y="5817922"/>
                  </a:lnTo>
                  <a:lnTo>
                    <a:pt x="345227" y="5817922"/>
                  </a:lnTo>
                  <a:lnTo>
                    <a:pt x="345353" y="5817922"/>
                  </a:lnTo>
                  <a:lnTo>
                    <a:pt x="345480" y="5817922"/>
                  </a:lnTo>
                  <a:lnTo>
                    <a:pt x="345606" y="5817922"/>
                  </a:lnTo>
                  <a:lnTo>
                    <a:pt x="345732" y="5817922"/>
                  </a:lnTo>
                  <a:lnTo>
                    <a:pt x="345858" y="5817922"/>
                  </a:lnTo>
                  <a:lnTo>
                    <a:pt x="345984" y="5817922"/>
                  </a:lnTo>
                  <a:lnTo>
                    <a:pt x="346110" y="5817922"/>
                  </a:lnTo>
                  <a:lnTo>
                    <a:pt x="346236" y="5817922"/>
                  </a:lnTo>
                  <a:lnTo>
                    <a:pt x="346362" y="5817922"/>
                  </a:lnTo>
                  <a:lnTo>
                    <a:pt x="346488" y="5817922"/>
                  </a:lnTo>
                  <a:lnTo>
                    <a:pt x="346614" y="5817922"/>
                  </a:lnTo>
                  <a:lnTo>
                    <a:pt x="346740" y="5817922"/>
                  </a:lnTo>
                  <a:lnTo>
                    <a:pt x="346867" y="5817922"/>
                  </a:lnTo>
                  <a:lnTo>
                    <a:pt x="346993" y="5817922"/>
                  </a:lnTo>
                  <a:lnTo>
                    <a:pt x="347119" y="5817922"/>
                  </a:lnTo>
                  <a:lnTo>
                    <a:pt x="347245" y="5817922"/>
                  </a:lnTo>
                  <a:lnTo>
                    <a:pt x="347371" y="5817922"/>
                  </a:lnTo>
                  <a:lnTo>
                    <a:pt x="347497" y="5817922"/>
                  </a:lnTo>
                  <a:lnTo>
                    <a:pt x="347623" y="5817922"/>
                  </a:lnTo>
                  <a:lnTo>
                    <a:pt x="347749" y="5817922"/>
                  </a:lnTo>
                  <a:lnTo>
                    <a:pt x="347875" y="5817922"/>
                  </a:lnTo>
                  <a:lnTo>
                    <a:pt x="348001" y="5817922"/>
                  </a:lnTo>
                  <a:lnTo>
                    <a:pt x="348127" y="5817922"/>
                  </a:lnTo>
                  <a:lnTo>
                    <a:pt x="348253" y="5817922"/>
                  </a:lnTo>
                  <a:lnTo>
                    <a:pt x="348380" y="5817922"/>
                  </a:lnTo>
                  <a:lnTo>
                    <a:pt x="348506" y="5817922"/>
                  </a:lnTo>
                  <a:lnTo>
                    <a:pt x="348632" y="5817922"/>
                  </a:lnTo>
                  <a:lnTo>
                    <a:pt x="348758" y="5817922"/>
                  </a:lnTo>
                  <a:lnTo>
                    <a:pt x="348884" y="5817922"/>
                  </a:lnTo>
                  <a:lnTo>
                    <a:pt x="349010" y="5817922"/>
                  </a:lnTo>
                  <a:lnTo>
                    <a:pt x="349136" y="5817922"/>
                  </a:lnTo>
                  <a:lnTo>
                    <a:pt x="349262" y="5817922"/>
                  </a:lnTo>
                  <a:lnTo>
                    <a:pt x="349262" y="5812642"/>
                  </a:lnTo>
                  <a:lnTo>
                    <a:pt x="349388" y="5812642"/>
                  </a:lnTo>
                  <a:lnTo>
                    <a:pt x="349514" y="5812642"/>
                  </a:lnTo>
                  <a:lnTo>
                    <a:pt x="349640" y="5812642"/>
                  </a:lnTo>
                  <a:lnTo>
                    <a:pt x="349767" y="5812642"/>
                  </a:lnTo>
                  <a:lnTo>
                    <a:pt x="349893" y="5812642"/>
                  </a:lnTo>
                  <a:lnTo>
                    <a:pt x="350019" y="5812642"/>
                  </a:lnTo>
                  <a:lnTo>
                    <a:pt x="350145" y="5812642"/>
                  </a:lnTo>
                  <a:lnTo>
                    <a:pt x="350271" y="5812642"/>
                  </a:lnTo>
                  <a:lnTo>
                    <a:pt x="350397" y="5812642"/>
                  </a:lnTo>
                  <a:lnTo>
                    <a:pt x="350523" y="5812642"/>
                  </a:lnTo>
                  <a:lnTo>
                    <a:pt x="350649" y="5812642"/>
                  </a:lnTo>
                  <a:lnTo>
                    <a:pt x="350775" y="5812642"/>
                  </a:lnTo>
                  <a:lnTo>
                    <a:pt x="350901" y="5812642"/>
                  </a:lnTo>
                  <a:lnTo>
                    <a:pt x="351027" y="5812642"/>
                  </a:lnTo>
                  <a:lnTo>
                    <a:pt x="351154" y="5812642"/>
                  </a:lnTo>
                  <a:lnTo>
                    <a:pt x="351280" y="5812642"/>
                  </a:lnTo>
                  <a:lnTo>
                    <a:pt x="351406" y="5812642"/>
                  </a:lnTo>
                  <a:lnTo>
                    <a:pt x="351532" y="5812642"/>
                  </a:lnTo>
                  <a:lnTo>
                    <a:pt x="351658" y="5812642"/>
                  </a:lnTo>
                  <a:lnTo>
                    <a:pt x="351784" y="5812642"/>
                  </a:lnTo>
                  <a:lnTo>
                    <a:pt x="351910" y="5812642"/>
                  </a:lnTo>
                  <a:lnTo>
                    <a:pt x="352036" y="5812642"/>
                  </a:lnTo>
                  <a:lnTo>
                    <a:pt x="352162" y="5812642"/>
                  </a:lnTo>
                  <a:lnTo>
                    <a:pt x="352288" y="5812642"/>
                  </a:lnTo>
                  <a:lnTo>
                    <a:pt x="352414" y="5812642"/>
                  </a:lnTo>
                  <a:lnTo>
                    <a:pt x="352540" y="5812642"/>
                  </a:lnTo>
                  <a:lnTo>
                    <a:pt x="352667" y="5812642"/>
                  </a:lnTo>
                  <a:lnTo>
                    <a:pt x="352793" y="5812642"/>
                  </a:lnTo>
                  <a:lnTo>
                    <a:pt x="352919" y="5812642"/>
                  </a:lnTo>
                  <a:lnTo>
                    <a:pt x="352919" y="5807363"/>
                  </a:lnTo>
                  <a:lnTo>
                    <a:pt x="353045" y="5807363"/>
                  </a:lnTo>
                  <a:lnTo>
                    <a:pt x="353171" y="5807363"/>
                  </a:lnTo>
                  <a:lnTo>
                    <a:pt x="353297" y="5807363"/>
                  </a:lnTo>
                  <a:lnTo>
                    <a:pt x="353423" y="5807363"/>
                  </a:lnTo>
                  <a:lnTo>
                    <a:pt x="353549" y="5807363"/>
                  </a:lnTo>
                  <a:lnTo>
                    <a:pt x="353675" y="5807363"/>
                  </a:lnTo>
                  <a:lnTo>
                    <a:pt x="353801" y="5807363"/>
                  </a:lnTo>
                  <a:lnTo>
                    <a:pt x="353927" y="5807363"/>
                  </a:lnTo>
                  <a:lnTo>
                    <a:pt x="354054" y="5807363"/>
                  </a:lnTo>
                  <a:lnTo>
                    <a:pt x="354180" y="5807363"/>
                  </a:lnTo>
                  <a:lnTo>
                    <a:pt x="354306" y="5807363"/>
                  </a:lnTo>
                  <a:lnTo>
                    <a:pt x="354432" y="5807363"/>
                  </a:lnTo>
                  <a:lnTo>
                    <a:pt x="354558" y="5807363"/>
                  </a:lnTo>
                  <a:lnTo>
                    <a:pt x="354684" y="5807363"/>
                  </a:lnTo>
                  <a:lnTo>
                    <a:pt x="354810" y="5807363"/>
                  </a:lnTo>
                  <a:lnTo>
                    <a:pt x="354936" y="5807363"/>
                  </a:lnTo>
                  <a:lnTo>
                    <a:pt x="354936" y="5802084"/>
                  </a:lnTo>
                  <a:lnTo>
                    <a:pt x="355062" y="5802084"/>
                  </a:lnTo>
                  <a:lnTo>
                    <a:pt x="355188" y="5802084"/>
                  </a:lnTo>
                  <a:lnTo>
                    <a:pt x="355314" y="5802084"/>
                  </a:lnTo>
                  <a:lnTo>
                    <a:pt x="355440" y="5802084"/>
                  </a:lnTo>
                  <a:lnTo>
                    <a:pt x="355567" y="5802084"/>
                  </a:lnTo>
                  <a:lnTo>
                    <a:pt x="355693" y="5802084"/>
                  </a:lnTo>
                  <a:lnTo>
                    <a:pt x="355819" y="5802084"/>
                  </a:lnTo>
                  <a:lnTo>
                    <a:pt x="355945" y="5802084"/>
                  </a:lnTo>
                  <a:lnTo>
                    <a:pt x="356071" y="5802084"/>
                  </a:lnTo>
                  <a:lnTo>
                    <a:pt x="356197" y="5802084"/>
                  </a:lnTo>
                  <a:lnTo>
                    <a:pt x="356323" y="5802084"/>
                  </a:lnTo>
                  <a:lnTo>
                    <a:pt x="356449" y="5802084"/>
                  </a:lnTo>
                  <a:lnTo>
                    <a:pt x="356575" y="5802084"/>
                  </a:lnTo>
                  <a:lnTo>
                    <a:pt x="356701" y="5802084"/>
                  </a:lnTo>
                  <a:lnTo>
                    <a:pt x="356827" y="5802084"/>
                  </a:lnTo>
                  <a:lnTo>
                    <a:pt x="356954" y="5802084"/>
                  </a:lnTo>
                  <a:lnTo>
                    <a:pt x="357080" y="5802084"/>
                  </a:lnTo>
                  <a:lnTo>
                    <a:pt x="357206" y="5802084"/>
                  </a:lnTo>
                  <a:lnTo>
                    <a:pt x="357332" y="5802084"/>
                  </a:lnTo>
                  <a:lnTo>
                    <a:pt x="357458" y="5802084"/>
                  </a:lnTo>
                  <a:lnTo>
                    <a:pt x="357584" y="5802084"/>
                  </a:lnTo>
                  <a:lnTo>
                    <a:pt x="357710" y="5802084"/>
                  </a:lnTo>
                  <a:lnTo>
                    <a:pt x="357836" y="5802084"/>
                  </a:lnTo>
                  <a:lnTo>
                    <a:pt x="357962" y="5802084"/>
                  </a:lnTo>
                  <a:lnTo>
                    <a:pt x="358088" y="5802084"/>
                  </a:lnTo>
                  <a:lnTo>
                    <a:pt x="358214" y="5802084"/>
                  </a:lnTo>
                  <a:lnTo>
                    <a:pt x="358341" y="5802084"/>
                  </a:lnTo>
                  <a:lnTo>
                    <a:pt x="358467" y="5802084"/>
                  </a:lnTo>
                  <a:lnTo>
                    <a:pt x="358593" y="5802084"/>
                  </a:lnTo>
                  <a:lnTo>
                    <a:pt x="358719" y="5802084"/>
                  </a:lnTo>
                  <a:lnTo>
                    <a:pt x="358845" y="5802084"/>
                  </a:lnTo>
                  <a:lnTo>
                    <a:pt x="358971" y="5802084"/>
                  </a:lnTo>
                  <a:lnTo>
                    <a:pt x="359097" y="5802084"/>
                  </a:lnTo>
                  <a:lnTo>
                    <a:pt x="359223" y="5802084"/>
                  </a:lnTo>
                  <a:lnTo>
                    <a:pt x="359349" y="5802084"/>
                  </a:lnTo>
                  <a:lnTo>
                    <a:pt x="359475" y="5802084"/>
                  </a:lnTo>
                  <a:lnTo>
                    <a:pt x="359601" y="5802084"/>
                  </a:lnTo>
                  <a:lnTo>
                    <a:pt x="359727" y="5802084"/>
                  </a:lnTo>
                  <a:lnTo>
                    <a:pt x="359854" y="5802084"/>
                  </a:lnTo>
                  <a:lnTo>
                    <a:pt x="359980" y="5802084"/>
                  </a:lnTo>
                  <a:lnTo>
                    <a:pt x="360106" y="5802084"/>
                  </a:lnTo>
                  <a:lnTo>
                    <a:pt x="360232" y="5802084"/>
                  </a:lnTo>
                  <a:lnTo>
                    <a:pt x="360358" y="5802084"/>
                  </a:lnTo>
                  <a:lnTo>
                    <a:pt x="360484" y="5802084"/>
                  </a:lnTo>
                  <a:lnTo>
                    <a:pt x="360484" y="5796804"/>
                  </a:lnTo>
                  <a:lnTo>
                    <a:pt x="360610" y="5796804"/>
                  </a:lnTo>
                  <a:lnTo>
                    <a:pt x="360736" y="5796804"/>
                  </a:lnTo>
                  <a:lnTo>
                    <a:pt x="360862" y="5796804"/>
                  </a:lnTo>
                  <a:lnTo>
                    <a:pt x="360988" y="5796804"/>
                  </a:lnTo>
                  <a:lnTo>
                    <a:pt x="361114" y="5796804"/>
                  </a:lnTo>
                  <a:lnTo>
                    <a:pt x="361241" y="5796804"/>
                  </a:lnTo>
                  <a:lnTo>
                    <a:pt x="361367" y="5796804"/>
                  </a:lnTo>
                  <a:lnTo>
                    <a:pt x="361493" y="5796804"/>
                  </a:lnTo>
                  <a:lnTo>
                    <a:pt x="361619" y="5796804"/>
                  </a:lnTo>
                  <a:lnTo>
                    <a:pt x="361745" y="5796804"/>
                  </a:lnTo>
                  <a:lnTo>
                    <a:pt x="361871" y="5796804"/>
                  </a:lnTo>
                  <a:lnTo>
                    <a:pt x="361997" y="5796804"/>
                  </a:lnTo>
                  <a:lnTo>
                    <a:pt x="362123" y="5796804"/>
                  </a:lnTo>
                  <a:lnTo>
                    <a:pt x="362249" y="5796804"/>
                  </a:lnTo>
                  <a:lnTo>
                    <a:pt x="362375" y="5796804"/>
                  </a:lnTo>
                  <a:lnTo>
                    <a:pt x="362501" y="5796804"/>
                  </a:lnTo>
                  <a:lnTo>
                    <a:pt x="362627" y="5796804"/>
                  </a:lnTo>
                  <a:lnTo>
                    <a:pt x="362754" y="5796804"/>
                  </a:lnTo>
                  <a:lnTo>
                    <a:pt x="362880" y="5796804"/>
                  </a:lnTo>
                  <a:lnTo>
                    <a:pt x="363006" y="5796804"/>
                  </a:lnTo>
                  <a:lnTo>
                    <a:pt x="363132" y="5796804"/>
                  </a:lnTo>
                  <a:lnTo>
                    <a:pt x="363258" y="5796804"/>
                  </a:lnTo>
                  <a:lnTo>
                    <a:pt x="363384" y="5796804"/>
                  </a:lnTo>
                  <a:lnTo>
                    <a:pt x="363510" y="5796804"/>
                  </a:lnTo>
                  <a:lnTo>
                    <a:pt x="363636" y="5796804"/>
                  </a:lnTo>
                  <a:lnTo>
                    <a:pt x="363762" y="5796804"/>
                  </a:lnTo>
                  <a:lnTo>
                    <a:pt x="363888" y="5796804"/>
                  </a:lnTo>
                  <a:lnTo>
                    <a:pt x="364014" y="5796804"/>
                  </a:lnTo>
                  <a:lnTo>
                    <a:pt x="364141" y="5796804"/>
                  </a:lnTo>
                  <a:lnTo>
                    <a:pt x="364267" y="5796804"/>
                  </a:lnTo>
                  <a:lnTo>
                    <a:pt x="364393" y="5796804"/>
                  </a:lnTo>
                  <a:lnTo>
                    <a:pt x="364519" y="5796804"/>
                  </a:lnTo>
                  <a:lnTo>
                    <a:pt x="364645" y="5796804"/>
                  </a:lnTo>
                  <a:lnTo>
                    <a:pt x="364771" y="5796804"/>
                  </a:lnTo>
                  <a:lnTo>
                    <a:pt x="364897" y="5796804"/>
                  </a:lnTo>
                  <a:lnTo>
                    <a:pt x="365023" y="5796804"/>
                  </a:lnTo>
                  <a:lnTo>
                    <a:pt x="365149" y="5796804"/>
                  </a:lnTo>
                  <a:lnTo>
                    <a:pt x="365275" y="5796804"/>
                  </a:lnTo>
                  <a:lnTo>
                    <a:pt x="365401" y="5796804"/>
                  </a:lnTo>
                  <a:lnTo>
                    <a:pt x="365528" y="5796804"/>
                  </a:lnTo>
                  <a:lnTo>
                    <a:pt x="365654" y="5796804"/>
                  </a:lnTo>
                  <a:lnTo>
                    <a:pt x="365780" y="5796804"/>
                  </a:lnTo>
                  <a:lnTo>
                    <a:pt x="365906" y="5796804"/>
                  </a:lnTo>
                  <a:lnTo>
                    <a:pt x="366032" y="5796804"/>
                  </a:lnTo>
                  <a:lnTo>
                    <a:pt x="366158" y="5796804"/>
                  </a:lnTo>
                  <a:lnTo>
                    <a:pt x="366284" y="5796804"/>
                  </a:lnTo>
                  <a:lnTo>
                    <a:pt x="366410" y="5796804"/>
                  </a:lnTo>
                  <a:lnTo>
                    <a:pt x="366536" y="5796804"/>
                  </a:lnTo>
                  <a:lnTo>
                    <a:pt x="366662" y="5796804"/>
                  </a:lnTo>
                  <a:lnTo>
                    <a:pt x="366788" y="5796804"/>
                  </a:lnTo>
                  <a:lnTo>
                    <a:pt x="366914" y="5796804"/>
                  </a:lnTo>
                  <a:lnTo>
                    <a:pt x="367041" y="5796804"/>
                  </a:lnTo>
                  <a:lnTo>
                    <a:pt x="367167" y="5796804"/>
                  </a:lnTo>
                  <a:lnTo>
                    <a:pt x="367293" y="5796804"/>
                  </a:lnTo>
                  <a:lnTo>
                    <a:pt x="367419" y="5796804"/>
                  </a:lnTo>
                  <a:lnTo>
                    <a:pt x="367545" y="5796804"/>
                  </a:lnTo>
                  <a:lnTo>
                    <a:pt x="367671" y="5796804"/>
                  </a:lnTo>
                  <a:lnTo>
                    <a:pt x="367797" y="5796804"/>
                  </a:lnTo>
                  <a:lnTo>
                    <a:pt x="367923" y="5796804"/>
                  </a:lnTo>
                  <a:lnTo>
                    <a:pt x="368049" y="5796804"/>
                  </a:lnTo>
                  <a:lnTo>
                    <a:pt x="368175" y="5796804"/>
                  </a:lnTo>
                  <a:lnTo>
                    <a:pt x="368301" y="5796804"/>
                  </a:lnTo>
                  <a:lnTo>
                    <a:pt x="368428" y="5796804"/>
                  </a:lnTo>
                  <a:lnTo>
                    <a:pt x="368554" y="5796804"/>
                  </a:lnTo>
                  <a:lnTo>
                    <a:pt x="368680" y="5796804"/>
                  </a:lnTo>
                  <a:lnTo>
                    <a:pt x="368806" y="5796804"/>
                  </a:lnTo>
                  <a:lnTo>
                    <a:pt x="368806" y="5791525"/>
                  </a:lnTo>
                  <a:lnTo>
                    <a:pt x="368806" y="5786245"/>
                  </a:lnTo>
                  <a:lnTo>
                    <a:pt x="368932" y="5786245"/>
                  </a:lnTo>
                  <a:lnTo>
                    <a:pt x="369058" y="5786245"/>
                  </a:lnTo>
                  <a:lnTo>
                    <a:pt x="369184" y="5786245"/>
                  </a:lnTo>
                  <a:lnTo>
                    <a:pt x="369310" y="5786245"/>
                  </a:lnTo>
                  <a:lnTo>
                    <a:pt x="369436" y="5786245"/>
                  </a:lnTo>
                  <a:lnTo>
                    <a:pt x="369436" y="5780966"/>
                  </a:lnTo>
                  <a:lnTo>
                    <a:pt x="369562" y="5780966"/>
                  </a:lnTo>
                  <a:lnTo>
                    <a:pt x="369688" y="5780966"/>
                  </a:lnTo>
                  <a:lnTo>
                    <a:pt x="369814" y="5780966"/>
                  </a:lnTo>
                  <a:lnTo>
                    <a:pt x="369941" y="5780966"/>
                  </a:lnTo>
                  <a:lnTo>
                    <a:pt x="370067" y="5780966"/>
                  </a:lnTo>
                  <a:lnTo>
                    <a:pt x="370193" y="5780966"/>
                  </a:lnTo>
                  <a:lnTo>
                    <a:pt x="370319" y="5780966"/>
                  </a:lnTo>
                  <a:lnTo>
                    <a:pt x="370445" y="5780966"/>
                  </a:lnTo>
                  <a:lnTo>
                    <a:pt x="370571" y="5780966"/>
                  </a:lnTo>
                  <a:lnTo>
                    <a:pt x="370697" y="5780966"/>
                  </a:lnTo>
                  <a:lnTo>
                    <a:pt x="370823" y="5780966"/>
                  </a:lnTo>
                  <a:lnTo>
                    <a:pt x="370949" y="5780966"/>
                  </a:lnTo>
                  <a:lnTo>
                    <a:pt x="371075" y="5780966"/>
                  </a:lnTo>
                  <a:lnTo>
                    <a:pt x="371201" y="5780966"/>
                  </a:lnTo>
                  <a:lnTo>
                    <a:pt x="371328" y="5780966"/>
                  </a:lnTo>
                  <a:lnTo>
                    <a:pt x="371454" y="5780966"/>
                  </a:lnTo>
                  <a:lnTo>
                    <a:pt x="371580" y="5780966"/>
                  </a:lnTo>
                  <a:lnTo>
                    <a:pt x="371706" y="5780966"/>
                  </a:lnTo>
                  <a:lnTo>
                    <a:pt x="371832" y="5780966"/>
                  </a:lnTo>
                  <a:lnTo>
                    <a:pt x="371958" y="5780966"/>
                  </a:lnTo>
                  <a:lnTo>
                    <a:pt x="372084" y="5780966"/>
                  </a:lnTo>
                  <a:lnTo>
                    <a:pt x="372210" y="5780966"/>
                  </a:lnTo>
                  <a:lnTo>
                    <a:pt x="372336" y="5780966"/>
                  </a:lnTo>
                  <a:lnTo>
                    <a:pt x="372462" y="5780966"/>
                  </a:lnTo>
                  <a:lnTo>
                    <a:pt x="372588" y="5780966"/>
                  </a:lnTo>
                  <a:lnTo>
                    <a:pt x="372714" y="5780966"/>
                  </a:lnTo>
                  <a:lnTo>
                    <a:pt x="372841" y="5780966"/>
                  </a:lnTo>
                  <a:lnTo>
                    <a:pt x="372967" y="5780966"/>
                  </a:lnTo>
                  <a:lnTo>
                    <a:pt x="373093" y="5780966"/>
                  </a:lnTo>
                  <a:lnTo>
                    <a:pt x="373219" y="5780966"/>
                  </a:lnTo>
                  <a:lnTo>
                    <a:pt x="373345" y="5780966"/>
                  </a:lnTo>
                  <a:lnTo>
                    <a:pt x="373471" y="5780966"/>
                  </a:lnTo>
                  <a:lnTo>
                    <a:pt x="373597" y="5780966"/>
                  </a:lnTo>
                  <a:lnTo>
                    <a:pt x="373723" y="5780966"/>
                  </a:lnTo>
                  <a:lnTo>
                    <a:pt x="373849" y="5780966"/>
                  </a:lnTo>
                  <a:lnTo>
                    <a:pt x="373975" y="5780966"/>
                  </a:lnTo>
                  <a:lnTo>
                    <a:pt x="374101" y="5780966"/>
                  </a:lnTo>
                  <a:lnTo>
                    <a:pt x="374228" y="5780966"/>
                  </a:lnTo>
                  <a:lnTo>
                    <a:pt x="374354" y="5780966"/>
                  </a:lnTo>
                  <a:lnTo>
                    <a:pt x="374480" y="5780966"/>
                  </a:lnTo>
                  <a:lnTo>
                    <a:pt x="374606" y="5780966"/>
                  </a:lnTo>
                  <a:lnTo>
                    <a:pt x="374732" y="5780966"/>
                  </a:lnTo>
                  <a:lnTo>
                    <a:pt x="374732" y="5775686"/>
                  </a:lnTo>
                  <a:lnTo>
                    <a:pt x="374858" y="5775686"/>
                  </a:lnTo>
                  <a:lnTo>
                    <a:pt x="374984" y="5775686"/>
                  </a:lnTo>
                  <a:lnTo>
                    <a:pt x="375110" y="5775686"/>
                  </a:lnTo>
                  <a:lnTo>
                    <a:pt x="375236" y="5775686"/>
                  </a:lnTo>
                  <a:lnTo>
                    <a:pt x="375362" y="5775686"/>
                  </a:lnTo>
                  <a:lnTo>
                    <a:pt x="375488" y="5775686"/>
                  </a:lnTo>
                  <a:lnTo>
                    <a:pt x="375615" y="5775686"/>
                  </a:lnTo>
                  <a:lnTo>
                    <a:pt x="375741" y="5775686"/>
                  </a:lnTo>
                  <a:lnTo>
                    <a:pt x="375867" y="5775686"/>
                  </a:lnTo>
                  <a:lnTo>
                    <a:pt x="375993" y="5775686"/>
                  </a:lnTo>
                  <a:lnTo>
                    <a:pt x="376119" y="5775686"/>
                  </a:lnTo>
                  <a:lnTo>
                    <a:pt x="376119" y="5770407"/>
                  </a:lnTo>
                  <a:lnTo>
                    <a:pt x="376245" y="5770407"/>
                  </a:lnTo>
                  <a:lnTo>
                    <a:pt x="376371" y="5770407"/>
                  </a:lnTo>
                  <a:lnTo>
                    <a:pt x="376497" y="5770407"/>
                  </a:lnTo>
                  <a:lnTo>
                    <a:pt x="376623" y="5770407"/>
                  </a:lnTo>
                  <a:lnTo>
                    <a:pt x="376749" y="5770407"/>
                  </a:lnTo>
                  <a:lnTo>
                    <a:pt x="376875" y="5770407"/>
                  </a:lnTo>
                  <a:lnTo>
                    <a:pt x="377001" y="5770407"/>
                  </a:lnTo>
                  <a:lnTo>
                    <a:pt x="377128" y="5770407"/>
                  </a:lnTo>
                  <a:lnTo>
                    <a:pt x="377254" y="5770407"/>
                  </a:lnTo>
                  <a:lnTo>
                    <a:pt x="377380" y="5770407"/>
                  </a:lnTo>
                  <a:lnTo>
                    <a:pt x="377506" y="5770407"/>
                  </a:lnTo>
                  <a:lnTo>
                    <a:pt x="377632" y="5770407"/>
                  </a:lnTo>
                  <a:lnTo>
                    <a:pt x="377758" y="5770407"/>
                  </a:lnTo>
                  <a:lnTo>
                    <a:pt x="377884" y="5770407"/>
                  </a:lnTo>
                  <a:lnTo>
                    <a:pt x="378010" y="5770407"/>
                  </a:lnTo>
                  <a:lnTo>
                    <a:pt x="378136" y="5770407"/>
                  </a:lnTo>
                  <a:lnTo>
                    <a:pt x="378262" y="5770407"/>
                  </a:lnTo>
                  <a:lnTo>
                    <a:pt x="378388" y="5770407"/>
                  </a:lnTo>
                  <a:lnTo>
                    <a:pt x="378515" y="5770407"/>
                  </a:lnTo>
                  <a:lnTo>
                    <a:pt x="378641" y="5770407"/>
                  </a:lnTo>
                  <a:lnTo>
                    <a:pt x="378767" y="5770407"/>
                  </a:lnTo>
                  <a:lnTo>
                    <a:pt x="378893" y="5770407"/>
                  </a:lnTo>
                  <a:lnTo>
                    <a:pt x="378893" y="5765128"/>
                  </a:lnTo>
                  <a:lnTo>
                    <a:pt x="379019" y="5765128"/>
                  </a:lnTo>
                  <a:lnTo>
                    <a:pt x="379145" y="5765128"/>
                  </a:lnTo>
                  <a:lnTo>
                    <a:pt x="379271" y="5765128"/>
                  </a:lnTo>
                  <a:lnTo>
                    <a:pt x="379271" y="5759848"/>
                  </a:lnTo>
                  <a:lnTo>
                    <a:pt x="379397" y="5759848"/>
                  </a:lnTo>
                  <a:lnTo>
                    <a:pt x="379523" y="5759848"/>
                  </a:lnTo>
                  <a:lnTo>
                    <a:pt x="379649" y="5759848"/>
                  </a:lnTo>
                  <a:lnTo>
                    <a:pt x="379775" y="5759848"/>
                  </a:lnTo>
                  <a:lnTo>
                    <a:pt x="379901" y="5759848"/>
                  </a:lnTo>
                  <a:lnTo>
                    <a:pt x="380028" y="5759848"/>
                  </a:lnTo>
                  <a:lnTo>
                    <a:pt x="380154" y="5759848"/>
                  </a:lnTo>
                  <a:lnTo>
                    <a:pt x="380280" y="5759848"/>
                  </a:lnTo>
                  <a:lnTo>
                    <a:pt x="380406" y="5759848"/>
                  </a:lnTo>
                  <a:lnTo>
                    <a:pt x="380532" y="5759848"/>
                  </a:lnTo>
                  <a:lnTo>
                    <a:pt x="380658" y="5759848"/>
                  </a:lnTo>
                  <a:lnTo>
                    <a:pt x="380784" y="5759848"/>
                  </a:lnTo>
                  <a:lnTo>
                    <a:pt x="380910" y="5759848"/>
                  </a:lnTo>
                  <a:lnTo>
                    <a:pt x="381036" y="5759848"/>
                  </a:lnTo>
                  <a:lnTo>
                    <a:pt x="381036" y="5754569"/>
                  </a:lnTo>
                  <a:lnTo>
                    <a:pt x="381162" y="5754569"/>
                  </a:lnTo>
                  <a:lnTo>
                    <a:pt x="381288" y="5754569"/>
                  </a:lnTo>
                  <a:lnTo>
                    <a:pt x="381415" y="5754569"/>
                  </a:lnTo>
                  <a:lnTo>
                    <a:pt x="381541" y="5754569"/>
                  </a:lnTo>
                  <a:lnTo>
                    <a:pt x="381667" y="5754569"/>
                  </a:lnTo>
                  <a:lnTo>
                    <a:pt x="381793" y="5754569"/>
                  </a:lnTo>
                  <a:lnTo>
                    <a:pt x="381919" y="5754569"/>
                  </a:lnTo>
                  <a:lnTo>
                    <a:pt x="382045" y="5754569"/>
                  </a:lnTo>
                  <a:lnTo>
                    <a:pt x="382171" y="5754569"/>
                  </a:lnTo>
                  <a:lnTo>
                    <a:pt x="382297" y="5754569"/>
                  </a:lnTo>
                  <a:lnTo>
                    <a:pt x="382423" y="5754569"/>
                  </a:lnTo>
                  <a:lnTo>
                    <a:pt x="382549" y="5754569"/>
                  </a:lnTo>
                  <a:lnTo>
                    <a:pt x="382675" y="5754569"/>
                  </a:lnTo>
                  <a:lnTo>
                    <a:pt x="382802" y="5754569"/>
                  </a:lnTo>
                  <a:lnTo>
                    <a:pt x="382928" y="5754569"/>
                  </a:lnTo>
                  <a:lnTo>
                    <a:pt x="383054" y="5754569"/>
                  </a:lnTo>
                  <a:lnTo>
                    <a:pt x="383180" y="5754569"/>
                  </a:lnTo>
                  <a:lnTo>
                    <a:pt x="383306" y="5754569"/>
                  </a:lnTo>
                  <a:lnTo>
                    <a:pt x="383432" y="5754569"/>
                  </a:lnTo>
                  <a:lnTo>
                    <a:pt x="383558" y="5754569"/>
                  </a:lnTo>
                  <a:lnTo>
                    <a:pt x="383684" y="5754569"/>
                  </a:lnTo>
                  <a:lnTo>
                    <a:pt x="383810" y="5754569"/>
                  </a:lnTo>
                  <a:lnTo>
                    <a:pt x="383936" y="5754569"/>
                  </a:lnTo>
                  <a:lnTo>
                    <a:pt x="384062" y="5754569"/>
                  </a:lnTo>
                  <a:lnTo>
                    <a:pt x="384188" y="5754569"/>
                  </a:lnTo>
                  <a:lnTo>
                    <a:pt x="384315" y="5754569"/>
                  </a:lnTo>
                  <a:lnTo>
                    <a:pt x="384441" y="5754569"/>
                  </a:lnTo>
                  <a:lnTo>
                    <a:pt x="384567" y="5754569"/>
                  </a:lnTo>
                  <a:lnTo>
                    <a:pt x="384693" y="5754569"/>
                  </a:lnTo>
                  <a:lnTo>
                    <a:pt x="384819" y="5754569"/>
                  </a:lnTo>
                  <a:lnTo>
                    <a:pt x="384945" y="5754569"/>
                  </a:lnTo>
                  <a:lnTo>
                    <a:pt x="385071" y="5754569"/>
                  </a:lnTo>
                  <a:lnTo>
                    <a:pt x="385197" y="5754569"/>
                  </a:lnTo>
                  <a:lnTo>
                    <a:pt x="385323" y="5754569"/>
                  </a:lnTo>
                  <a:lnTo>
                    <a:pt x="385449" y="5754569"/>
                  </a:lnTo>
                  <a:lnTo>
                    <a:pt x="385449" y="5749289"/>
                  </a:lnTo>
                  <a:lnTo>
                    <a:pt x="385575" y="5749289"/>
                  </a:lnTo>
                  <a:lnTo>
                    <a:pt x="385702" y="5749289"/>
                  </a:lnTo>
                  <a:lnTo>
                    <a:pt x="385828" y="5749289"/>
                  </a:lnTo>
                  <a:lnTo>
                    <a:pt x="385954" y="5749289"/>
                  </a:lnTo>
                  <a:lnTo>
                    <a:pt x="386080" y="5749289"/>
                  </a:lnTo>
                  <a:lnTo>
                    <a:pt x="386206" y="5749289"/>
                  </a:lnTo>
                  <a:lnTo>
                    <a:pt x="386332" y="5749289"/>
                  </a:lnTo>
                  <a:lnTo>
                    <a:pt x="386458" y="5749289"/>
                  </a:lnTo>
                  <a:lnTo>
                    <a:pt x="386584" y="5749289"/>
                  </a:lnTo>
                  <a:lnTo>
                    <a:pt x="386710" y="5749289"/>
                  </a:lnTo>
                  <a:lnTo>
                    <a:pt x="386710" y="5744010"/>
                  </a:lnTo>
                  <a:lnTo>
                    <a:pt x="386836" y="5744010"/>
                  </a:lnTo>
                  <a:lnTo>
                    <a:pt x="386836" y="5738730"/>
                  </a:lnTo>
                  <a:lnTo>
                    <a:pt x="386962" y="5738730"/>
                  </a:lnTo>
                  <a:lnTo>
                    <a:pt x="387088" y="5738730"/>
                  </a:lnTo>
                  <a:lnTo>
                    <a:pt x="387215" y="5738730"/>
                  </a:lnTo>
                  <a:lnTo>
                    <a:pt x="387341" y="5738730"/>
                  </a:lnTo>
                  <a:lnTo>
                    <a:pt x="387467" y="5738730"/>
                  </a:lnTo>
                  <a:lnTo>
                    <a:pt x="387593" y="5738730"/>
                  </a:lnTo>
                  <a:lnTo>
                    <a:pt x="387719" y="5738730"/>
                  </a:lnTo>
                  <a:lnTo>
                    <a:pt x="387845" y="5738730"/>
                  </a:lnTo>
                  <a:lnTo>
                    <a:pt x="387971" y="5738730"/>
                  </a:lnTo>
                  <a:lnTo>
                    <a:pt x="388097" y="5738730"/>
                  </a:lnTo>
                  <a:lnTo>
                    <a:pt x="388223" y="5738730"/>
                  </a:lnTo>
                  <a:lnTo>
                    <a:pt x="388349" y="5738730"/>
                  </a:lnTo>
                  <a:lnTo>
                    <a:pt x="388475" y="5738730"/>
                  </a:lnTo>
                  <a:lnTo>
                    <a:pt x="388602" y="5738730"/>
                  </a:lnTo>
                  <a:lnTo>
                    <a:pt x="388728" y="5738730"/>
                  </a:lnTo>
                  <a:lnTo>
                    <a:pt x="388854" y="5738730"/>
                  </a:lnTo>
                  <a:lnTo>
                    <a:pt x="388854" y="5733451"/>
                  </a:lnTo>
                  <a:lnTo>
                    <a:pt x="388980" y="5733451"/>
                  </a:lnTo>
                  <a:lnTo>
                    <a:pt x="389106" y="5733451"/>
                  </a:lnTo>
                  <a:lnTo>
                    <a:pt x="389232" y="5733451"/>
                  </a:lnTo>
                  <a:lnTo>
                    <a:pt x="389358" y="5733451"/>
                  </a:lnTo>
                  <a:lnTo>
                    <a:pt x="389484" y="5733451"/>
                  </a:lnTo>
                  <a:lnTo>
                    <a:pt x="389610" y="5733451"/>
                  </a:lnTo>
                  <a:lnTo>
                    <a:pt x="389736" y="5733451"/>
                  </a:lnTo>
                  <a:lnTo>
                    <a:pt x="389862" y="5733451"/>
                  </a:lnTo>
                  <a:lnTo>
                    <a:pt x="389989" y="5733451"/>
                  </a:lnTo>
                  <a:lnTo>
                    <a:pt x="390115" y="5733451"/>
                  </a:lnTo>
                  <a:lnTo>
                    <a:pt x="390241" y="5733451"/>
                  </a:lnTo>
                  <a:lnTo>
                    <a:pt x="390367" y="5733451"/>
                  </a:lnTo>
                  <a:lnTo>
                    <a:pt x="390493" y="5733451"/>
                  </a:lnTo>
                  <a:lnTo>
                    <a:pt x="390619" y="5733451"/>
                  </a:lnTo>
                  <a:lnTo>
                    <a:pt x="390745" y="5733451"/>
                  </a:lnTo>
                  <a:lnTo>
                    <a:pt x="390871" y="5733451"/>
                  </a:lnTo>
                  <a:lnTo>
                    <a:pt x="390997" y="5733451"/>
                  </a:lnTo>
                  <a:lnTo>
                    <a:pt x="391123" y="5733451"/>
                  </a:lnTo>
                  <a:lnTo>
                    <a:pt x="391249" y="5733451"/>
                  </a:lnTo>
                  <a:lnTo>
                    <a:pt x="391375" y="5733451"/>
                  </a:lnTo>
                  <a:lnTo>
                    <a:pt x="391502" y="5733451"/>
                  </a:lnTo>
                  <a:lnTo>
                    <a:pt x="391628" y="5733451"/>
                  </a:lnTo>
                  <a:lnTo>
                    <a:pt x="391754" y="5733451"/>
                  </a:lnTo>
                  <a:lnTo>
                    <a:pt x="391880" y="5733451"/>
                  </a:lnTo>
                  <a:lnTo>
                    <a:pt x="392006" y="5733451"/>
                  </a:lnTo>
                  <a:lnTo>
                    <a:pt x="392132" y="5733451"/>
                  </a:lnTo>
                  <a:lnTo>
                    <a:pt x="392258" y="5733451"/>
                  </a:lnTo>
                  <a:lnTo>
                    <a:pt x="392384" y="5733451"/>
                  </a:lnTo>
                  <a:lnTo>
                    <a:pt x="392510" y="5733451"/>
                  </a:lnTo>
                  <a:lnTo>
                    <a:pt x="392636" y="5733451"/>
                  </a:lnTo>
                  <a:lnTo>
                    <a:pt x="392762" y="5733451"/>
                  </a:lnTo>
                  <a:lnTo>
                    <a:pt x="392889" y="5733451"/>
                  </a:lnTo>
                  <a:lnTo>
                    <a:pt x="393015" y="5733451"/>
                  </a:lnTo>
                  <a:lnTo>
                    <a:pt x="393141" y="5733451"/>
                  </a:lnTo>
                  <a:lnTo>
                    <a:pt x="393267" y="5733451"/>
                  </a:lnTo>
                  <a:lnTo>
                    <a:pt x="393393" y="5733451"/>
                  </a:lnTo>
                  <a:lnTo>
                    <a:pt x="393519" y="5733451"/>
                  </a:lnTo>
                  <a:lnTo>
                    <a:pt x="393645" y="5733451"/>
                  </a:lnTo>
                  <a:lnTo>
                    <a:pt x="393771" y="5733451"/>
                  </a:lnTo>
                  <a:lnTo>
                    <a:pt x="393897" y="5733451"/>
                  </a:lnTo>
                  <a:lnTo>
                    <a:pt x="394023" y="5733451"/>
                  </a:lnTo>
                  <a:lnTo>
                    <a:pt x="394149" y="5733451"/>
                  </a:lnTo>
                  <a:lnTo>
                    <a:pt x="394275" y="5733451"/>
                  </a:lnTo>
                  <a:lnTo>
                    <a:pt x="394402" y="5733451"/>
                  </a:lnTo>
                  <a:lnTo>
                    <a:pt x="394528" y="5733451"/>
                  </a:lnTo>
                  <a:lnTo>
                    <a:pt x="394654" y="5733451"/>
                  </a:lnTo>
                  <a:lnTo>
                    <a:pt x="394780" y="5733451"/>
                  </a:lnTo>
                  <a:lnTo>
                    <a:pt x="394906" y="5733451"/>
                  </a:lnTo>
                  <a:lnTo>
                    <a:pt x="395032" y="5733451"/>
                  </a:lnTo>
                  <a:lnTo>
                    <a:pt x="395158" y="5733451"/>
                  </a:lnTo>
                  <a:lnTo>
                    <a:pt x="395284" y="5733451"/>
                  </a:lnTo>
                  <a:lnTo>
                    <a:pt x="395410" y="5733451"/>
                  </a:lnTo>
                  <a:lnTo>
                    <a:pt x="395536" y="5733451"/>
                  </a:lnTo>
                  <a:lnTo>
                    <a:pt x="395662" y="5733451"/>
                  </a:lnTo>
                  <a:lnTo>
                    <a:pt x="395789" y="5733451"/>
                  </a:lnTo>
                  <a:lnTo>
                    <a:pt x="395915" y="5733451"/>
                  </a:lnTo>
                  <a:lnTo>
                    <a:pt x="396041" y="5733451"/>
                  </a:lnTo>
                  <a:lnTo>
                    <a:pt x="396041" y="5728172"/>
                  </a:lnTo>
                  <a:lnTo>
                    <a:pt x="396167" y="5728172"/>
                  </a:lnTo>
                  <a:lnTo>
                    <a:pt x="396293" y="5728172"/>
                  </a:lnTo>
                  <a:lnTo>
                    <a:pt x="396419" y="5728172"/>
                  </a:lnTo>
                  <a:lnTo>
                    <a:pt x="396545" y="5728172"/>
                  </a:lnTo>
                  <a:lnTo>
                    <a:pt x="396671" y="5728172"/>
                  </a:lnTo>
                  <a:lnTo>
                    <a:pt x="396797" y="5728172"/>
                  </a:lnTo>
                  <a:lnTo>
                    <a:pt x="396923" y="5728172"/>
                  </a:lnTo>
                  <a:lnTo>
                    <a:pt x="397049" y="5728172"/>
                  </a:lnTo>
                  <a:lnTo>
                    <a:pt x="397175" y="5728172"/>
                  </a:lnTo>
                  <a:lnTo>
                    <a:pt x="397302" y="5728172"/>
                  </a:lnTo>
                  <a:lnTo>
                    <a:pt x="397428" y="5728172"/>
                  </a:lnTo>
                  <a:lnTo>
                    <a:pt x="397554" y="5728172"/>
                  </a:lnTo>
                  <a:lnTo>
                    <a:pt x="397680" y="5728172"/>
                  </a:lnTo>
                  <a:lnTo>
                    <a:pt x="397806" y="5728172"/>
                  </a:lnTo>
                  <a:lnTo>
                    <a:pt x="397932" y="5728172"/>
                  </a:lnTo>
                  <a:lnTo>
                    <a:pt x="398058" y="5728172"/>
                  </a:lnTo>
                  <a:lnTo>
                    <a:pt x="398184" y="5728172"/>
                  </a:lnTo>
                  <a:lnTo>
                    <a:pt x="398310" y="5728172"/>
                  </a:lnTo>
                  <a:lnTo>
                    <a:pt x="398436" y="5728172"/>
                  </a:lnTo>
                  <a:lnTo>
                    <a:pt x="398562" y="5728172"/>
                  </a:lnTo>
                  <a:lnTo>
                    <a:pt x="398689" y="5728172"/>
                  </a:lnTo>
                  <a:lnTo>
                    <a:pt x="398815" y="5728172"/>
                  </a:lnTo>
                  <a:lnTo>
                    <a:pt x="398941" y="5728172"/>
                  </a:lnTo>
                  <a:lnTo>
                    <a:pt x="399067" y="5728172"/>
                  </a:lnTo>
                  <a:lnTo>
                    <a:pt x="399193" y="5728172"/>
                  </a:lnTo>
                  <a:lnTo>
                    <a:pt x="399319" y="5728172"/>
                  </a:lnTo>
                  <a:lnTo>
                    <a:pt x="399445" y="5728172"/>
                  </a:lnTo>
                  <a:lnTo>
                    <a:pt x="399571" y="5728172"/>
                  </a:lnTo>
                  <a:lnTo>
                    <a:pt x="399697" y="5728172"/>
                  </a:lnTo>
                  <a:lnTo>
                    <a:pt x="399823" y="5728172"/>
                  </a:lnTo>
                  <a:lnTo>
                    <a:pt x="399949" y="5728172"/>
                  </a:lnTo>
                  <a:lnTo>
                    <a:pt x="400076" y="5728172"/>
                  </a:lnTo>
                  <a:lnTo>
                    <a:pt x="400202" y="5728172"/>
                  </a:lnTo>
                  <a:lnTo>
                    <a:pt x="400328" y="5728172"/>
                  </a:lnTo>
                  <a:lnTo>
                    <a:pt x="400454" y="5728172"/>
                  </a:lnTo>
                  <a:lnTo>
                    <a:pt x="400580" y="5728172"/>
                  </a:lnTo>
                  <a:lnTo>
                    <a:pt x="400706" y="5728172"/>
                  </a:lnTo>
                  <a:lnTo>
                    <a:pt x="400832" y="5728172"/>
                  </a:lnTo>
                  <a:lnTo>
                    <a:pt x="400958" y="5728172"/>
                  </a:lnTo>
                  <a:lnTo>
                    <a:pt x="401084" y="5728172"/>
                  </a:lnTo>
                  <a:lnTo>
                    <a:pt x="401210" y="5728172"/>
                  </a:lnTo>
                  <a:lnTo>
                    <a:pt x="401336" y="5728172"/>
                  </a:lnTo>
                  <a:lnTo>
                    <a:pt x="401462" y="5728172"/>
                  </a:lnTo>
                  <a:lnTo>
                    <a:pt x="401589" y="5728172"/>
                  </a:lnTo>
                  <a:lnTo>
                    <a:pt x="401715" y="5728172"/>
                  </a:lnTo>
                  <a:lnTo>
                    <a:pt x="401841" y="5728172"/>
                  </a:lnTo>
                  <a:lnTo>
                    <a:pt x="401967" y="5728172"/>
                  </a:lnTo>
                  <a:lnTo>
                    <a:pt x="402093" y="5728172"/>
                  </a:lnTo>
                  <a:lnTo>
                    <a:pt x="402219" y="5728172"/>
                  </a:lnTo>
                  <a:lnTo>
                    <a:pt x="402345" y="5728172"/>
                  </a:lnTo>
                  <a:lnTo>
                    <a:pt x="402471" y="5728172"/>
                  </a:lnTo>
                  <a:lnTo>
                    <a:pt x="402597" y="5728172"/>
                  </a:lnTo>
                  <a:lnTo>
                    <a:pt x="402723" y="5728172"/>
                  </a:lnTo>
                  <a:lnTo>
                    <a:pt x="402849" y="5728172"/>
                  </a:lnTo>
                  <a:lnTo>
                    <a:pt x="402976" y="5728172"/>
                  </a:lnTo>
                  <a:lnTo>
                    <a:pt x="403102" y="5728172"/>
                  </a:lnTo>
                  <a:lnTo>
                    <a:pt x="403228" y="5728172"/>
                  </a:lnTo>
                  <a:lnTo>
                    <a:pt x="403354" y="5728172"/>
                  </a:lnTo>
                  <a:lnTo>
                    <a:pt x="403480" y="5728172"/>
                  </a:lnTo>
                  <a:lnTo>
                    <a:pt x="403606" y="5728172"/>
                  </a:lnTo>
                  <a:lnTo>
                    <a:pt x="403732" y="5728172"/>
                  </a:lnTo>
                  <a:lnTo>
                    <a:pt x="403858" y="5728172"/>
                  </a:lnTo>
                  <a:lnTo>
                    <a:pt x="403984" y="5728172"/>
                  </a:lnTo>
                  <a:lnTo>
                    <a:pt x="404110" y="5728172"/>
                  </a:lnTo>
                  <a:lnTo>
                    <a:pt x="404236" y="5728172"/>
                  </a:lnTo>
                  <a:lnTo>
                    <a:pt x="404362" y="5728172"/>
                  </a:lnTo>
                  <a:lnTo>
                    <a:pt x="404489" y="5728172"/>
                  </a:lnTo>
                  <a:lnTo>
                    <a:pt x="404615" y="5728172"/>
                  </a:lnTo>
                  <a:lnTo>
                    <a:pt x="404741" y="5728172"/>
                  </a:lnTo>
                  <a:lnTo>
                    <a:pt x="404741" y="5722892"/>
                  </a:lnTo>
                  <a:lnTo>
                    <a:pt x="404867" y="5722892"/>
                  </a:lnTo>
                  <a:lnTo>
                    <a:pt x="404993" y="5722892"/>
                  </a:lnTo>
                  <a:lnTo>
                    <a:pt x="405119" y="5722892"/>
                  </a:lnTo>
                  <a:lnTo>
                    <a:pt x="405245" y="5722892"/>
                  </a:lnTo>
                  <a:lnTo>
                    <a:pt x="405371" y="5722892"/>
                  </a:lnTo>
                  <a:lnTo>
                    <a:pt x="405497" y="5722892"/>
                  </a:lnTo>
                  <a:lnTo>
                    <a:pt x="405623" y="5722892"/>
                  </a:lnTo>
                  <a:lnTo>
                    <a:pt x="405749" y="5722892"/>
                  </a:lnTo>
                  <a:lnTo>
                    <a:pt x="405876" y="5722892"/>
                  </a:lnTo>
                  <a:lnTo>
                    <a:pt x="406002" y="5722892"/>
                  </a:lnTo>
                  <a:lnTo>
                    <a:pt x="406128" y="5722892"/>
                  </a:lnTo>
                  <a:lnTo>
                    <a:pt x="406254" y="5722892"/>
                  </a:lnTo>
                  <a:lnTo>
                    <a:pt x="406380" y="5722892"/>
                  </a:lnTo>
                  <a:lnTo>
                    <a:pt x="406506" y="5722892"/>
                  </a:lnTo>
                  <a:lnTo>
                    <a:pt x="406632" y="5722892"/>
                  </a:lnTo>
                  <a:lnTo>
                    <a:pt x="406758" y="5722892"/>
                  </a:lnTo>
                  <a:lnTo>
                    <a:pt x="406884" y="5722892"/>
                  </a:lnTo>
                  <a:lnTo>
                    <a:pt x="407010" y="5722892"/>
                  </a:lnTo>
                  <a:lnTo>
                    <a:pt x="407136" y="5722892"/>
                  </a:lnTo>
                  <a:lnTo>
                    <a:pt x="407263" y="5722892"/>
                  </a:lnTo>
                  <a:lnTo>
                    <a:pt x="407389" y="5722892"/>
                  </a:lnTo>
                  <a:lnTo>
                    <a:pt x="407515" y="5722892"/>
                  </a:lnTo>
                  <a:lnTo>
                    <a:pt x="407641" y="5722892"/>
                  </a:lnTo>
                  <a:lnTo>
                    <a:pt x="407767" y="5722892"/>
                  </a:lnTo>
                  <a:lnTo>
                    <a:pt x="407893" y="5722892"/>
                  </a:lnTo>
                  <a:lnTo>
                    <a:pt x="408019" y="5722892"/>
                  </a:lnTo>
                  <a:lnTo>
                    <a:pt x="408019" y="5717613"/>
                  </a:lnTo>
                  <a:lnTo>
                    <a:pt x="408145" y="5717613"/>
                  </a:lnTo>
                  <a:lnTo>
                    <a:pt x="408271" y="5717613"/>
                  </a:lnTo>
                  <a:lnTo>
                    <a:pt x="408397" y="5717613"/>
                  </a:lnTo>
                  <a:lnTo>
                    <a:pt x="408523" y="5717613"/>
                  </a:lnTo>
                  <a:lnTo>
                    <a:pt x="408649" y="5717613"/>
                  </a:lnTo>
                  <a:lnTo>
                    <a:pt x="408776" y="5717613"/>
                  </a:lnTo>
                  <a:lnTo>
                    <a:pt x="408902" y="5717613"/>
                  </a:lnTo>
                  <a:lnTo>
                    <a:pt x="409028" y="5717613"/>
                  </a:lnTo>
                  <a:lnTo>
                    <a:pt x="409154" y="5717613"/>
                  </a:lnTo>
                  <a:lnTo>
                    <a:pt x="409280" y="5717613"/>
                  </a:lnTo>
                  <a:lnTo>
                    <a:pt x="409406" y="5717613"/>
                  </a:lnTo>
                  <a:lnTo>
                    <a:pt x="409532" y="5717613"/>
                  </a:lnTo>
                  <a:lnTo>
                    <a:pt x="409658" y="5717613"/>
                  </a:lnTo>
                  <a:lnTo>
                    <a:pt x="409784" y="5717613"/>
                  </a:lnTo>
                  <a:lnTo>
                    <a:pt x="409910" y="5717613"/>
                  </a:lnTo>
                  <a:lnTo>
                    <a:pt x="410036" y="5717613"/>
                  </a:lnTo>
                  <a:lnTo>
                    <a:pt x="410163" y="5717613"/>
                  </a:lnTo>
                  <a:lnTo>
                    <a:pt x="410289" y="5717613"/>
                  </a:lnTo>
                  <a:lnTo>
                    <a:pt x="410415" y="5717613"/>
                  </a:lnTo>
                  <a:lnTo>
                    <a:pt x="410541" y="5717613"/>
                  </a:lnTo>
                  <a:lnTo>
                    <a:pt x="410667" y="5717613"/>
                  </a:lnTo>
                  <a:lnTo>
                    <a:pt x="410793" y="5717613"/>
                  </a:lnTo>
                  <a:lnTo>
                    <a:pt x="410919" y="5717613"/>
                  </a:lnTo>
                  <a:lnTo>
                    <a:pt x="411045" y="5717613"/>
                  </a:lnTo>
                  <a:lnTo>
                    <a:pt x="411171" y="5717613"/>
                  </a:lnTo>
                  <a:lnTo>
                    <a:pt x="411297" y="5717613"/>
                  </a:lnTo>
                  <a:lnTo>
                    <a:pt x="411297" y="5712333"/>
                  </a:lnTo>
                  <a:lnTo>
                    <a:pt x="411423" y="5712333"/>
                  </a:lnTo>
                  <a:lnTo>
                    <a:pt x="411549" y="5712333"/>
                  </a:lnTo>
                  <a:lnTo>
                    <a:pt x="411676" y="5712333"/>
                  </a:lnTo>
                  <a:lnTo>
                    <a:pt x="411802" y="5712333"/>
                  </a:lnTo>
                  <a:lnTo>
                    <a:pt x="411928" y="5712333"/>
                  </a:lnTo>
                  <a:lnTo>
                    <a:pt x="412054" y="5712333"/>
                  </a:lnTo>
                  <a:lnTo>
                    <a:pt x="412180" y="5712333"/>
                  </a:lnTo>
                  <a:lnTo>
                    <a:pt x="412306" y="5712333"/>
                  </a:lnTo>
                  <a:lnTo>
                    <a:pt x="412432" y="5712333"/>
                  </a:lnTo>
                  <a:lnTo>
                    <a:pt x="412558" y="5712333"/>
                  </a:lnTo>
                  <a:lnTo>
                    <a:pt x="412684" y="5712333"/>
                  </a:lnTo>
                  <a:lnTo>
                    <a:pt x="412810" y="5712333"/>
                  </a:lnTo>
                  <a:lnTo>
                    <a:pt x="412936" y="5712333"/>
                  </a:lnTo>
                  <a:lnTo>
                    <a:pt x="413063" y="5712333"/>
                  </a:lnTo>
                  <a:lnTo>
                    <a:pt x="413189" y="5712333"/>
                  </a:lnTo>
                  <a:lnTo>
                    <a:pt x="413315" y="5712333"/>
                  </a:lnTo>
                  <a:lnTo>
                    <a:pt x="413441" y="5712333"/>
                  </a:lnTo>
                  <a:lnTo>
                    <a:pt x="413567" y="5712333"/>
                  </a:lnTo>
                  <a:lnTo>
                    <a:pt x="413693" y="5712333"/>
                  </a:lnTo>
                  <a:lnTo>
                    <a:pt x="413819" y="5712333"/>
                  </a:lnTo>
                  <a:lnTo>
                    <a:pt x="413945" y="5712333"/>
                  </a:lnTo>
                  <a:lnTo>
                    <a:pt x="414071" y="5712333"/>
                  </a:lnTo>
                  <a:lnTo>
                    <a:pt x="414197" y="5712333"/>
                  </a:lnTo>
                  <a:lnTo>
                    <a:pt x="414323" y="5712333"/>
                  </a:lnTo>
                  <a:lnTo>
                    <a:pt x="414449" y="5712333"/>
                  </a:lnTo>
                  <a:lnTo>
                    <a:pt x="414576" y="5712333"/>
                  </a:lnTo>
                  <a:lnTo>
                    <a:pt x="414702" y="5712333"/>
                  </a:lnTo>
                  <a:lnTo>
                    <a:pt x="414828" y="5712333"/>
                  </a:lnTo>
                  <a:lnTo>
                    <a:pt x="414954" y="5712333"/>
                  </a:lnTo>
                  <a:lnTo>
                    <a:pt x="415080" y="5712333"/>
                  </a:lnTo>
                  <a:lnTo>
                    <a:pt x="415206" y="5712333"/>
                  </a:lnTo>
                  <a:lnTo>
                    <a:pt x="415332" y="5712333"/>
                  </a:lnTo>
                  <a:lnTo>
                    <a:pt x="415458" y="5712333"/>
                  </a:lnTo>
                  <a:lnTo>
                    <a:pt x="415584" y="5712333"/>
                  </a:lnTo>
                  <a:lnTo>
                    <a:pt x="415710" y="5712333"/>
                  </a:lnTo>
                  <a:lnTo>
                    <a:pt x="415836" y="5712333"/>
                  </a:lnTo>
                  <a:lnTo>
                    <a:pt x="415963" y="5712333"/>
                  </a:lnTo>
                  <a:lnTo>
                    <a:pt x="416089" y="5712333"/>
                  </a:lnTo>
                  <a:lnTo>
                    <a:pt x="416215" y="5712333"/>
                  </a:lnTo>
                  <a:lnTo>
                    <a:pt x="416341" y="5712333"/>
                  </a:lnTo>
                  <a:lnTo>
                    <a:pt x="416467" y="5712333"/>
                  </a:lnTo>
                  <a:lnTo>
                    <a:pt x="416467" y="5707054"/>
                  </a:lnTo>
                  <a:lnTo>
                    <a:pt x="416593" y="5707054"/>
                  </a:lnTo>
                  <a:lnTo>
                    <a:pt x="416719" y="5707054"/>
                  </a:lnTo>
                  <a:lnTo>
                    <a:pt x="416845" y="5707054"/>
                  </a:lnTo>
                  <a:lnTo>
                    <a:pt x="416971" y="5707054"/>
                  </a:lnTo>
                  <a:lnTo>
                    <a:pt x="417097" y="5707054"/>
                  </a:lnTo>
                  <a:lnTo>
                    <a:pt x="417223" y="5707054"/>
                  </a:lnTo>
                  <a:lnTo>
                    <a:pt x="417350" y="5707054"/>
                  </a:lnTo>
                  <a:lnTo>
                    <a:pt x="417476" y="5707054"/>
                  </a:lnTo>
                  <a:lnTo>
                    <a:pt x="417602" y="5707054"/>
                  </a:lnTo>
                  <a:lnTo>
                    <a:pt x="417728" y="5707054"/>
                  </a:lnTo>
                  <a:lnTo>
                    <a:pt x="417854" y="5707054"/>
                  </a:lnTo>
                  <a:lnTo>
                    <a:pt x="417980" y="5707054"/>
                  </a:lnTo>
                  <a:lnTo>
                    <a:pt x="418106" y="5707054"/>
                  </a:lnTo>
                  <a:lnTo>
                    <a:pt x="418232" y="5707054"/>
                  </a:lnTo>
                  <a:lnTo>
                    <a:pt x="418358" y="5707054"/>
                  </a:lnTo>
                  <a:lnTo>
                    <a:pt x="418484" y="5707054"/>
                  </a:lnTo>
                  <a:lnTo>
                    <a:pt x="418610" y="5707054"/>
                  </a:lnTo>
                  <a:lnTo>
                    <a:pt x="418736" y="5707054"/>
                  </a:lnTo>
                  <a:lnTo>
                    <a:pt x="418863" y="5707054"/>
                  </a:lnTo>
                  <a:lnTo>
                    <a:pt x="418989" y="5707054"/>
                  </a:lnTo>
                  <a:lnTo>
                    <a:pt x="419115" y="5707054"/>
                  </a:lnTo>
                  <a:lnTo>
                    <a:pt x="419241" y="5707054"/>
                  </a:lnTo>
                  <a:lnTo>
                    <a:pt x="419367" y="5707054"/>
                  </a:lnTo>
                  <a:lnTo>
                    <a:pt x="419493" y="5707054"/>
                  </a:lnTo>
                  <a:lnTo>
                    <a:pt x="419619" y="5707054"/>
                  </a:lnTo>
                  <a:lnTo>
                    <a:pt x="419745" y="5707054"/>
                  </a:lnTo>
                  <a:lnTo>
                    <a:pt x="419871" y="5707054"/>
                  </a:lnTo>
                  <a:lnTo>
                    <a:pt x="419997" y="5707054"/>
                  </a:lnTo>
                  <a:lnTo>
                    <a:pt x="420123" y="5707054"/>
                  </a:lnTo>
                  <a:lnTo>
                    <a:pt x="420250" y="5707054"/>
                  </a:lnTo>
                  <a:lnTo>
                    <a:pt x="420376" y="5707054"/>
                  </a:lnTo>
                  <a:lnTo>
                    <a:pt x="420502" y="5707054"/>
                  </a:lnTo>
                  <a:lnTo>
                    <a:pt x="420628" y="5707054"/>
                  </a:lnTo>
                  <a:lnTo>
                    <a:pt x="420754" y="5707054"/>
                  </a:lnTo>
                  <a:lnTo>
                    <a:pt x="420880" y="5707054"/>
                  </a:lnTo>
                  <a:lnTo>
                    <a:pt x="421006" y="5707054"/>
                  </a:lnTo>
                  <a:lnTo>
                    <a:pt x="421132" y="5707054"/>
                  </a:lnTo>
                  <a:lnTo>
                    <a:pt x="421258" y="5707054"/>
                  </a:lnTo>
                  <a:lnTo>
                    <a:pt x="421384" y="5707054"/>
                  </a:lnTo>
                  <a:lnTo>
                    <a:pt x="421510" y="5707054"/>
                  </a:lnTo>
                  <a:lnTo>
                    <a:pt x="421636" y="5707054"/>
                  </a:lnTo>
                  <a:lnTo>
                    <a:pt x="421763" y="5707054"/>
                  </a:lnTo>
                  <a:lnTo>
                    <a:pt x="421889" y="5707054"/>
                  </a:lnTo>
                  <a:lnTo>
                    <a:pt x="422015" y="5707054"/>
                  </a:lnTo>
                  <a:lnTo>
                    <a:pt x="422141" y="5707054"/>
                  </a:lnTo>
                  <a:lnTo>
                    <a:pt x="422267" y="5707054"/>
                  </a:lnTo>
                  <a:lnTo>
                    <a:pt x="422393" y="5707054"/>
                  </a:lnTo>
                  <a:lnTo>
                    <a:pt x="422519" y="5707054"/>
                  </a:lnTo>
                  <a:lnTo>
                    <a:pt x="422645" y="5707054"/>
                  </a:lnTo>
                  <a:lnTo>
                    <a:pt x="422771" y="5707054"/>
                  </a:lnTo>
                  <a:lnTo>
                    <a:pt x="422897" y="5707054"/>
                  </a:lnTo>
                  <a:lnTo>
                    <a:pt x="423023" y="5707054"/>
                  </a:lnTo>
                  <a:lnTo>
                    <a:pt x="423150" y="5707054"/>
                  </a:lnTo>
                  <a:lnTo>
                    <a:pt x="423276" y="5707054"/>
                  </a:lnTo>
                  <a:lnTo>
                    <a:pt x="423402" y="5707054"/>
                  </a:lnTo>
                  <a:lnTo>
                    <a:pt x="423528" y="5707054"/>
                  </a:lnTo>
                  <a:lnTo>
                    <a:pt x="423654" y="5707054"/>
                  </a:lnTo>
                  <a:lnTo>
                    <a:pt x="423780" y="5707054"/>
                  </a:lnTo>
                  <a:lnTo>
                    <a:pt x="423906" y="5707054"/>
                  </a:lnTo>
                  <a:lnTo>
                    <a:pt x="424032" y="5707054"/>
                  </a:lnTo>
                  <a:lnTo>
                    <a:pt x="424158" y="5707054"/>
                  </a:lnTo>
                  <a:lnTo>
                    <a:pt x="424284" y="5707054"/>
                  </a:lnTo>
                  <a:lnTo>
                    <a:pt x="424410" y="5707054"/>
                  </a:lnTo>
                  <a:lnTo>
                    <a:pt x="424537" y="5707054"/>
                  </a:lnTo>
                  <a:lnTo>
                    <a:pt x="424663" y="5707054"/>
                  </a:lnTo>
                  <a:lnTo>
                    <a:pt x="424789" y="5707054"/>
                  </a:lnTo>
                  <a:lnTo>
                    <a:pt x="424789" y="5701775"/>
                  </a:lnTo>
                  <a:lnTo>
                    <a:pt x="424915" y="5701775"/>
                  </a:lnTo>
                  <a:lnTo>
                    <a:pt x="425041" y="5701775"/>
                  </a:lnTo>
                  <a:lnTo>
                    <a:pt x="425167" y="5701775"/>
                  </a:lnTo>
                  <a:lnTo>
                    <a:pt x="425293" y="5701775"/>
                  </a:lnTo>
                  <a:lnTo>
                    <a:pt x="425419" y="5701775"/>
                  </a:lnTo>
                  <a:lnTo>
                    <a:pt x="425545" y="5701775"/>
                  </a:lnTo>
                  <a:lnTo>
                    <a:pt x="425671" y="5701775"/>
                  </a:lnTo>
                  <a:lnTo>
                    <a:pt x="425797" y="5701775"/>
                  </a:lnTo>
                  <a:lnTo>
                    <a:pt x="425923" y="5701775"/>
                  </a:lnTo>
                  <a:lnTo>
                    <a:pt x="426050" y="5701775"/>
                  </a:lnTo>
                  <a:lnTo>
                    <a:pt x="426176" y="5701775"/>
                  </a:lnTo>
                  <a:lnTo>
                    <a:pt x="426302" y="5701775"/>
                  </a:lnTo>
                  <a:lnTo>
                    <a:pt x="426428" y="5701775"/>
                  </a:lnTo>
                  <a:lnTo>
                    <a:pt x="426428" y="5696495"/>
                  </a:lnTo>
                  <a:lnTo>
                    <a:pt x="426554" y="5696495"/>
                  </a:lnTo>
                  <a:lnTo>
                    <a:pt x="426680" y="5696495"/>
                  </a:lnTo>
                  <a:lnTo>
                    <a:pt x="426806" y="5696495"/>
                  </a:lnTo>
                  <a:lnTo>
                    <a:pt x="426932" y="5696495"/>
                  </a:lnTo>
                  <a:lnTo>
                    <a:pt x="427058" y="5696495"/>
                  </a:lnTo>
                  <a:lnTo>
                    <a:pt x="427184" y="5696495"/>
                  </a:lnTo>
                  <a:lnTo>
                    <a:pt x="427310" y="5696495"/>
                  </a:lnTo>
                  <a:lnTo>
                    <a:pt x="427437" y="5696495"/>
                  </a:lnTo>
                  <a:lnTo>
                    <a:pt x="427563" y="5696495"/>
                  </a:lnTo>
                  <a:lnTo>
                    <a:pt x="427689" y="5696495"/>
                  </a:lnTo>
                  <a:lnTo>
                    <a:pt x="427815" y="5696495"/>
                  </a:lnTo>
                  <a:lnTo>
                    <a:pt x="427941" y="5696495"/>
                  </a:lnTo>
                  <a:lnTo>
                    <a:pt x="428067" y="5696495"/>
                  </a:lnTo>
                  <a:lnTo>
                    <a:pt x="428193" y="5696495"/>
                  </a:lnTo>
                  <a:lnTo>
                    <a:pt x="428319" y="5696495"/>
                  </a:lnTo>
                  <a:lnTo>
                    <a:pt x="428445" y="5696495"/>
                  </a:lnTo>
                  <a:lnTo>
                    <a:pt x="428571" y="5696495"/>
                  </a:lnTo>
                  <a:lnTo>
                    <a:pt x="428697" y="5696495"/>
                  </a:lnTo>
                  <a:lnTo>
                    <a:pt x="428823" y="5696495"/>
                  </a:lnTo>
                  <a:lnTo>
                    <a:pt x="428950" y="5696495"/>
                  </a:lnTo>
                  <a:lnTo>
                    <a:pt x="429076" y="5696495"/>
                  </a:lnTo>
                  <a:lnTo>
                    <a:pt x="429202" y="5696495"/>
                  </a:lnTo>
                  <a:lnTo>
                    <a:pt x="429328" y="5696495"/>
                  </a:lnTo>
                  <a:lnTo>
                    <a:pt x="429454" y="5696495"/>
                  </a:lnTo>
                  <a:lnTo>
                    <a:pt x="429580" y="5696495"/>
                  </a:lnTo>
                  <a:lnTo>
                    <a:pt x="429706" y="5696495"/>
                  </a:lnTo>
                  <a:lnTo>
                    <a:pt x="429832" y="5696495"/>
                  </a:lnTo>
                  <a:lnTo>
                    <a:pt x="429958" y="5696495"/>
                  </a:lnTo>
                  <a:lnTo>
                    <a:pt x="430084" y="5696495"/>
                  </a:lnTo>
                  <a:lnTo>
                    <a:pt x="430210" y="5696495"/>
                  </a:lnTo>
                  <a:lnTo>
                    <a:pt x="430337" y="5696495"/>
                  </a:lnTo>
                  <a:lnTo>
                    <a:pt x="430463" y="5696495"/>
                  </a:lnTo>
                  <a:lnTo>
                    <a:pt x="430589" y="5696495"/>
                  </a:lnTo>
                  <a:lnTo>
                    <a:pt x="430715" y="5696495"/>
                  </a:lnTo>
                  <a:lnTo>
                    <a:pt x="430841" y="5696495"/>
                  </a:lnTo>
                  <a:lnTo>
                    <a:pt x="430967" y="5696495"/>
                  </a:lnTo>
                  <a:lnTo>
                    <a:pt x="431093" y="5696495"/>
                  </a:lnTo>
                  <a:lnTo>
                    <a:pt x="431219" y="5696495"/>
                  </a:lnTo>
                  <a:lnTo>
                    <a:pt x="431345" y="5696495"/>
                  </a:lnTo>
                  <a:lnTo>
                    <a:pt x="431471" y="5696495"/>
                  </a:lnTo>
                  <a:lnTo>
                    <a:pt x="431597" y="5696495"/>
                  </a:lnTo>
                  <a:lnTo>
                    <a:pt x="431724" y="5696495"/>
                  </a:lnTo>
                  <a:lnTo>
                    <a:pt x="431850" y="5696495"/>
                  </a:lnTo>
                  <a:lnTo>
                    <a:pt x="431976" y="5696495"/>
                  </a:lnTo>
                  <a:lnTo>
                    <a:pt x="432102" y="5696495"/>
                  </a:lnTo>
                  <a:lnTo>
                    <a:pt x="432228" y="5696495"/>
                  </a:lnTo>
                  <a:lnTo>
                    <a:pt x="432354" y="5696495"/>
                  </a:lnTo>
                  <a:lnTo>
                    <a:pt x="432480" y="5696495"/>
                  </a:lnTo>
                  <a:lnTo>
                    <a:pt x="432606" y="5696495"/>
                  </a:lnTo>
                  <a:lnTo>
                    <a:pt x="432732" y="5696495"/>
                  </a:lnTo>
                  <a:lnTo>
                    <a:pt x="432858" y="5696495"/>
                  </a:lnTo>
                  <a:lnTo>
                    <a:pt x="432984" y="5696495"/>
                  </a:lnTo>
                  <a:lnTo>
                    <a:pt x="433110" y="5696495"/>
                  </a:lnTo>
                  <a:lnTo>
                    <a:pt x="433237" y="5696495"/>
                  </a:lnTo>
                  <a:lnTo>
                    <a:pt x="433363" y="5696495"/>
                  </a:lnTo>
                  <a:lnTo>
                    <a:pt x="433489" y="5696495"/>
                  </a:lnTo>
                  <a:lnTo>
                    <a:pt x="433615" y="5696495"/>
                  </a:lnTo>
                  <a:lnTo>
                    <a:pt x="433741" y="5696495"/>
                  </a:lnTo>
                  <a:lnTo>
                    <a:pt x="433867" y="5696495"/>
                  </a:lnTo>
                  <a:lnTo>
                    <a:pt x="433993" y="5696495"/>
                  </a:lnTo>
                  <a:lnTo>
                    <a:pt x="434119" y="5696495"/>
                  </a:lnTo>
                  <a:lnTo>
                    <a:pt x="434245" y="5696495"/>
                  </a:lnTo>
                  <a:lnTo>
                    <a:pt x="434371" y="5696495"/>
                  </a:lnTo>
                  <a:lnTo>
                    <a:pt x="434497" y="5696495"/>
                  </a:lnTo>
                  <a:lnTo>
                    <a:pt x="434624" y="5696495"/>
                  </a:lnTo>
                  <a:lnTo>
                    <a:pt x="434750" y="5696495"/>
                  </a:lnTo>
                  <a:lnTo>
                    <a:pt x="434876" y="5696495"/>
                  </a:lnTo>
                  <a:lnTo>
                    <a:pt x="435002" y="5696495"/>
                  </a:lnTo>
                  <a:lnTo>
                    <a:pt x="435128" y="5696495"/>
                  </a:lnTo>
                  <a:lnTo>
                    <a:pt x="435254" y="5696495"/>
                  </a:lnTo>
                  <a:lnTo>
                    <a:pt x="435254" y="5691216"/>
                  </a:lnTo>
                  <a:lnTo>
                    <a:pt x="435380" y="5691216"/>
                  </a:lnTo>
                  <a:lnTo>
                    <a:pt x="435506" y="5691216"/>
                  </a:lnTo>
                  <a:lnTo>
                    <a:pt x="435632" y="5691216"/>
                  </a:lnTo>
                  <a:lnTo>
                    <a:pt x="435758" y="5691216"/>
                  </a:lnTo>
                  <a:lnTo>
                    <a:pt x="435884" y="5691216"/>
                  </a:lnTo>
                  <a:lnTo>
                    <a:pt x="435884" y="5685936"/>
                  </a:lnTo>
                  <a:lnTo>
                    <a:pt x="436010" y="5685936"/>
                  </a:lnTo>
                  <a:lnTo>
                    <a:pt x="436137" y="5685936"/>
                  </a:lnTo>
                  <a:lnTo>
                    <a:pt x="436263" y="5685936"/>
                  </a:lnTo>
                  <a:lnTo>
                    <a:pt x="436389" y="5685936"/>
                  </a:lnTo>
                  <a:lnTo>
                    <a:pt x="436515" y="5685936"/>
                  </a:lnTo>
                  <a:lnTo>
                    <a:pt x="436641" y="5685936"/>
                  </a:lnTo>
                  <a:lnTo>
                    <a:pt x="436767" y="5685936"/>
                  </a:lnTo>
                  <a:lnTo>
                    <a:pt x="436893" y="5685936"/>
                  </a:lnTo>
                  <a:lnTo>
                    <a:pt x="437019" y="5685936"/>
                  </a:lnTo>
                  <a:lnTo>
                    <a:pt x="437145" y="5685936"/>
                  </a:lnTo>
                  <a:lnTo>
                    <a:pt x="437271" y="5685936"/>
                  </a:lnTo>
                  <a:lnTo>
                    <a:pt x="437397" y="5685936"/>
                  </a:lnTo>
                  <a:lnTo>
                    <a:pt x="437524" y="5685936"/>
                  </a:lnTo>
                  <a:lnTo>
                    <a:pt x="437650" y="5685936"/>
                  </a:lnTo>
                  <a:lnTo>
                    <a:pt x="437650" y="5680657"/>
                  </a:lnTo>
                  <a:lnTo>
                    <a:pt x="437776" y="5680657"/>
                  </a:lnTo>
                  <a:lnTo>
                    <a:pt x="437902" y="5680657"/>
                  </a:lnTo>
                  <a:lnTo>
                    <a:pt x="438028" y="5680657"/>
                  </a:lnTo>
                  <a:lnTo>
                    <a:pt x="438154" y="5680657"/>
                  </a:lnTo>
                  <a:lnTo>
                    <a:pt x="438280" y="5680657"/>
                  </a:lnTo>
                  <a:lnTo>
                    <a:pt x="438406" y="5680657"/>
                  </a:lnTo>
                  <a:lnTo>
                    <a:pt x="438532" y="5680657"/>
                  </a:lnTo>
                  <a:lnTo>
                    <a:pt x="438658" y="5680657"/>
                  </a:lnTo>
                  <a:lnTo>
                    <a:pt x="438784" y="5680657"/>
                  </a:lnTo>
                  <a:lnTo>
                    <a:pt x="438910" y="5680657"/>
                  </a:lnTo>
                  <a:lnTo>
                    <a:pt x="439037" y="5680657"/>
                  </a:lnTo>
                  <a:lnTo>
                    <a:pt x="439163" y="5680657"/>
                  </a:lnTo>
                  <a:lnTo>
                    <a:pt x="439289" y="5680657"/>
                  </a:lnTo>
                  <a:lnTo>
                    <a:pt x="439415" y="5680657"/>
                  </a:lnTo>
                  <a:lnTo>
                    <a:pt x="439541" y="5680657"/>
                  </a:lnTo>
                  <a:lnTo>
                    <a:pt x="439667" y="5680657"/>
                  </a:lnTo>
                  <a:lnTo>
                    <a:pt x="439793" y="5680657"/>
                  </a:lnTo>
                  <a:lnTo>
                    <a:pt x="439919" y="5680657"/>
                  </a:lnTo>
                  <a:lnTo>
                    <a:pt x="440045" y="5680657"/>
                  </a:lnTo>
                  <a:lnTo>
                    <a:pt x="440171" y="5680657"/>
                  </a:lnTo>
                  <a:lnTo>
                    <a:pt x="440297" y="5680657"/>
                  </a:lnTo>
                  <a:lnTo>
                    <a:pt x="440424" y="5680657"/>
                  </a:lnTo>
                  <a:lnTo>
                    <a:pt x="440550" y="5680657"/>
                  </a:lnTo>
                  <a:lnTo>
                    <a:pt x="440676" y="5680657"/>
                  </a:lnTo>
                  <a:lnTo>
                    <a:pt x="440802" y="5680657"/>
                  </a:lnTo>
                  <a:lnTo>
                    <a:pt x="440928" y="5680657"/>
                  </a:lnTo>
                  <a:lnTo>
                    <a:pt x="441054" y="5680657"/>
                  </a:lnTo>
                  <a:lnTo>
                    <a:pt x="441180" y="5680657"/>
                  </a:lnTo>
                  <a:lnTo>
                    <a:pt x="441306" y="5680657"/>
                  </a:lnTo>
                  <a:lnTo>
                    <a:pt x="441432" y="5680657"/>
                  </a:lnTo>
                  <a:lnTo>
                    <a:pt x="441558" y="5680657"/>
                  </a:lnTo>
                  <a:lnTo>
                    <a:pt x="441684" y="5680657"/>
                  </a:lnTo>
                  <a:lnTo>
                    <a:pt x="441811" y="5680657"/>
                  </a:lnTo>
                  <a:lnTo>
                    <a:pt x="441937" y="5680657"/>
                  </a:lnTo>
                  <a:lnTo>
                    <a:pt x="442063" y="5680657"/>
                  </a:lnTo>
                  <a:lnTo>
                    <a:pt x="442189" y="5680657"/>
                  </a:lnTo>
                  <a:lnTo>
                    <a:pt x="442315" y="5680657"/>
                  </a:lnTo>
                  <a:lnTo>
                    <a:pt x="442441" y="5680657"/>
                  </a:lnTo>
                  <a:lnTo>
                    <a:pt x="442567" y="5680657"/>
                  </a:lnTo>
                  <a:lnTo>
                    <a:pt x="442693" y="5680657"/>
                  </a:lnTo>
                  <a:lnTo>
                    <a:pt x="442819" y="5680657"/>
                  </a:lnTo>
                  <a:lnTo>
                    <a:pt x="442945" y="5680657"/>
                  </a:lnTo>
                  <a:lnTo>
                    <a:pt x="443071" y="5680657"/>
                  </a:lnTo>
                  <a:lnTo>
                    <a:pt x="443197" y="5680657"/>
                  </a:lnTo>
                  <a:lnTo>
                    <a:pt x="443324" y="5680657"/>
                  </a:lnTo>
                  <a:lnTo>
                    <a:pt x="443450" y="5680657"/>
                  </a:lnTo>
                  <a:lnTo>
                    <a:pt x="443576" y="5680657"/>
                  </a:lnTo>
                  <a:lnTo>
                    <a:pt x="443702" y="5680657"/>
                  </a:lnTo>
                  <a:lnTo>
                    <a:pt x="443828" y="5680657"/>
                  </a:lnTo>
                  <a:lnTo>
                    <a:pt x="443954" y="5680657"/>
                  </a:lnTo>
                  <a:lnTo>
                    <a:pt x="444080" y="5680657"/>
                  </a:lnTo>
                  <a:lnTo>
                    <a:pt x="444206" y="5680657"/>
                  </a:lnTo>
                  <a:lnTo>
                    <a:pt x="444332" y="5680657"/>
                  </a:lnTo>
                  <a:lnTo>
                    <a:pt x="444458" y="5680657"/>
                  </a:lnTo>
                  <a:lnTo>
                    <a:pt x="444584" y="5680657"/>
                  </a:lnTo>
                  <a:lnTo>
                    <a:pt x="444711" y="5680657"/>
                  </a:lnTo>
                  <a:lnTo>
                    <a:pt x="444837" y="5680657"/>
                  </a:lnTo>
                  <a:lnTo>
                    <a:pt x="444963" y="5680657"/>
                  </a:lnTo>
                  <a:lnTo>
                    <a:pt x="445089" y="5680657"/>
                  </a:lnTo>
                  <a:lnTo>
                    <a:pt x="445215" y="5680657"/>
                  </a:lnTo>
                  <a:lnTo>
                    <a:pt x="445341" y="5680657"/>
                  </a:lnTo>
                  <a:lnTo>
                    <a:pt x="445467" y="5680657"/>
                  </a:lnTo>
                  <a:lnTo>
                    <a:pt x="445593" y="5680657"/>
                  </a:lnTo>
                  <a:lnTo>
                    <a:pt x="445719" y="5680657"/>
                  </a:lnTo>
                  <a:lnTo>
                    <a:pt x="445719" y="5675377"/>
                  </a:lnTo>
                  <a:lnTo>
                    <a:pt x="445845" y="5675377"/>
                  </a:lnTo>
                  <a:lnTo>
                    <a:pt x="445971" y="5675377"/>
                  </a:lnTo>
                  <a:lnTo>
                    <a:pt x="446097" y="5675377"/>
                  </a:lnTo>
                  <a:lnTo>
                    <a:pt x="446224" y="5675377"/>
                  </a:lnTo>
                  <a:lnTo>
                    <a:pt x="446350" y="5675377"/>
                  </a:lnTo>
                  <a:lnTo>
                    <a:pt x="446476" y="5675377"/>
                  </a:lnTo>
                  <a:lnTo>
                    <a:pt x="446602" y="5675377"/>
                  </a:lnTo>
                  <a:lnTo>
                    <a:pt x="446728" y="5675377"/>
                  </a:lnTo>
                  <a:lnTo>
                    <a:pt x="446854" y="5675377"/>
                  </a:lnTo>
                  <a:lnTo>
                    <a:pt x="446980" y="5675377"/>
                  </a:lnTo>
                  <a:lnTo>
                    <a:pt x="447106" y="5675377"/>
                  </a:lnTo>
                  <a:lnTo>
                    <a:pt x="447232" y="5675377"/>
                  </a:lnTo>
                  <a:lnTo>
                    <a:pt x="447358" y="5675377"/>
                  </a:lnTo>
                  <a:lnTo>
                    <a:pt x="447484" y="5675377"/>
                  </a:lnTo>
                  <a:lnTo>
                    <a:pt x="447611" y="5675377"/>
                  </a:lnTo>
                  <a:lnTo>
                    <a:pt x="447737" y="5675377"/>
                  </a:lnTo>
                  <a:lnTo>
                    <a:pt x="447863" y="5675377"/>
                  </a:lnTo>
                  <a:lnTo>
                    <a:pt x="447989" y="5675377"/>
                  </a:lnTo>
                  <a:lnTo>
                    <a:pt x="448115" y="5675377"/>
                  </a:lnTo>
                  <a:lnTo>
                    <a:pt x="448241" y="5675377"/>
                  </a:lnTo>
                  <a:lnTo>
                    <a:pt x="448367" y="5675377"/>
                  </a:lnTo>
                  <a:lnTo>
                    <a:pt x="448493" y="5675377"/>
                  </a:lnTo>
                  <a:lnTo>
                    <a:pt x="448619" y="5675377"/>
                  </a:lnTo>
                  <a:lnTo>
                    <a:pt x="448619" y="5670098"/>
                  </a:lnTo>
                  <a:lnTo>
                    <a:pt x="448745" y="5670098"/>
                  </a:lnTo>
                  <a:lnTo>
                    <a:pt x="448871" y="5670098"/>
                  </a:lnTo>
                  <a:lnTo>
                    <a:pt x="448998" y="5670098"/>
                  </a:lnTo>
                  <a:lnTo>
                    <a:pt x="449124" y="5670098"/>
                  </a:lnTo>
                  <a:lnTo>
                    <a:pt x="449250" y="5670098"/>
                  </a:lnTo>
                  <a:lnTo>
                    <a:pt x="449376" y="5670098"/>
                  </a:lnTo>
                  <a:lnTo>
                    <a:pt x="449502" y="5670098"/>
                  </a:lnTo>
                  <a:lnTo>
                    <a:pt x="449628" y="5670098"/>
                  </a:lnTo>
                  <a:lnTo>
                    <a:pt x="449754" y="5670098"/>
                  </a:lnTo>
                  <a:lnTo>
                    <a:pt x="449880" y="5670098"/>
                  </a:lnTo>
                  <a:lnTo>
                    <a:pt x="450006" y="5670098"/>
                  </a:lnTo>
                  <a:lnTo>
                    <a:pt x="450132" y="5670098"/>
                  </a:lnTo>
                  <a:lnTo>
                    <a:pt x="450258" y="5670098"/>
                  </a:lnTo>
                  <a:lnTo>
                    <a:pt x="450384" y="5670098"/>
                  </a:lnTo>
                  <a:lnTo>
                    <a:pt x="450511" y="5670098"/>
                  </a:lnTo>
                  <a:lnTo>
                    <a:pt x="450637" y="5670098"/>
                  </a:lnTo>
                  <a:lnTo>
                    <a:pt x="450763" y="5670098"/>
                  </a:lnTo>
                  <a:lnTo>
                    <a:pt x="450889" y="5670098"/>
                  </a:lnTo>
                  <a:lnTo>
                    <a:pt x="451015" y="5670098"/>
                  </a:lnTo>
                  <a:lnTo>
                    <a:pt x="451141" y="5670098"/>
                  </a:lnTo>
                  <a:lnTo>
                    <a:pt x="451267" y="5670098"/>
                  </a:lnTo>
                  <a:lnTo>
                    <a:pt x="451393" y="5670098"/>
                  </a:lnTo>
                  <a:lnTo>
                    <a:pt x="451519" y="5670098"/>
                  </a:lnTo>
                  <a:lnTo>
                    <a:pt x="451645" y="5670098"/>
                  </a:lnTo>
                  <a:lnTo>
                    <a:pt x="451771" y="5670098"/>
                  </a:lnTo>
                  <a:lnTo>
                    <a:pt x="451898" y="5670098"/>
                  </a:lnTo>
                  <a:lnTo>
                    <a:pt x="452024" y="5670098"/>
                  </a:lnTo>
                  <a:lnTo>
                    <a:pt x="452150" y="5670098"/>
                  </a:lnTo>
                  <a:lnTo>
                    <a:pt x="452276" y="5670098"/>
                  </a:lnTo>
                  <a:lnTo>
                    <a:pt x="452402" y="5670098"/>
                  </a:lnTo>
                  <a:lnTo>
                    <a:pt x="452528" y="5670098"/>
                  </a:lnTo>
                  <a:lnTo>
                    <a:pt x="452654" y="5670098"/>
                  </a:lnTo>
                  <a:lnTo>
                    <a:pt x="452780" y="5670098"/>
                  </a:lnTo>
                  <a:lnTo>
                    <a:pt x="452906" y="5670098"/>
                  </a:lnTo>
                  <a:lnTo>
                    <a:pt x="453032" y="5670098"/>
                  </a:lnTo>
                  <a:lnTo>
                    <a:pt x="453158" y="5670098"/>
                  </a:lnTo>
                  <a:lnTo>
                    <a:pt x="453284" y="5670098"/>
                  </a:lnTo>
                  <a:lnTo>
                    <a:pt x="453411" y="5670098"/>
                  </a:lnTo>
                  <a:lnTo>
                    <a:pt x="453537" y="5670098"/>
                  </a:lnTo>
                  <a:lnTo>
                    <a:pt x="453663" y="5670098"/>
                  </a:lnTo>
                  <a:lnTo>
                    <a:pt x="453789" y="5670098"/>
                  </a:lnTo>
                  <a:lnTo>
                    <a:pt x="453915" y="5670098"/>
                  </a:lnTo>
                  <a:lnTo>
                    <a:pt x="454041" y="5670098"/>
                  </a:lnTo>
                  <a:lnTo>
                    <a:pt x="454167" y="5670098"/>
                  </a:lnTo>
                  <a:lnTo>
                    <a:pt x="454293" y="5670098"/>
                  </a:lnTo>
                  <a:lnTo>
                    <a:pt x="454293" y="5664819"/>
                  </a:lnTo>
                  <a:lnTo>
                    <a:pt x="454419" y="5664819"/>
                  </a:lnTo>
                  <a:lnTo>
                    <a:pt x="454545" y="5664819"/>
                  </a:lnTo>
                  <a:lnTo>
                    <a:pt x="454671" y="5664819"/>
                  </a:lnTo>
                  <a:lnTo>
                    <a:pt x="454798" y="5664819"/>
                  </a:lnTo>
                  <a:lnTo>
                    <a:pt x="454924" y="5664819"/>
                  </a:lnTo>
                  <a:lnTo>
                    <a:pt x="455050" y="5664819"/>
                  </a:lnTo>
                  <a:lnTo>
                    <a:pt x="455176" y="5664819"/>
                  </a:lnTo>
                  <a:lnTo>
                    <a:pt x="455302" y="5664819"/>
                  </a:lnTo>
                  <a:lnTo>
                    <a:pt x="455428" y="5664819"/>
                  </a:lnTo>
                  <a:lnTo>
                    <a:pt x="455554" y="5664819"/>
                  </a:lnTo>
                  <a:lnTo>
                    <a:pt x="455680" y="5664819"/>
                  </a:lnTo>
                  <a:lnTo>
                    <a:pt x="455806" y="5664819"/>
                  </a:lnTo>
                  <a:lnTo>
                    <a:pt x="455806" y="5659539"/>
                  </a:lnTo>
                  <a:lnTo>
                    <a:pt x="455932" y="5659539"/>
                  </a:lnTo>
                  <a:lnTo>
                    <a:pt x="456058" y="5659539"/>
                  </a:lnTo>
                  <a:lnTo>
                    <a:pt x="456184" y="5659539"/>
                  </a:lnTo>
                  <a:lnTo>
                    <a:pt x="456311" y="5659539"/>
                  </a:lnTo>
                  <a:lnTo>
                    <a:pt x="456437" y="5659539"/>
                  </a:lnTo>
                  <a:lnTo>
                    <a:pt x="456563" y="5659539"/>
                  </a:lnTo>
                  <a:lnTo>
                    <a:pt x="456689" y="5659539"/>
                  </a:lnTo>
                  <a:lnTo>
                    <a:pt x="456815" y="5659539"/>
                  </a:lnTo>
                  <a:lnTo>
                    <a:pt x="456941" y="5659539"/>
                  </a:lnTo>
                  <a:lnTo>
                    <a:pt x="457067" y="5659539"/>
                  </a:lnTo>
                  <a:lnTo>
                    <a:pt x="457193" y="5659539"/>
                  </a:lnTo>
                  <a:lnTo>
                    <a:pt x="457319" y="5659539"/>
                  </a:lnTo>
                  <a:lnTo>
                    <a:pt x="457445" y="5659539"/>
                  </a:lnTo>
                  <a:lnTo>
                    <a:pt x="457571" y="5659539"/>
                  </a:lnTo>
                  <a:lnTo>
                    <a:pt x="457698" y="5659539"/>
                  </a:lnTo>
                  <a:lnTo>
                    <a:pt x="457824" y="5659539"/>
                  </a:lnTo>
                  <a:lnTo>
                    <a:pt x="457950" y="5659539"/>
                  </a:lnTo>
                  <a:lnTo>
                    <a:pt x="457950" y="5654260"/>
                  </a:lnTo>
                  <a:lnTo>
                    <a:pt x="458076" y="5654260"/>
                  </a:lnTo>
                  <a:lnTo>
                    <a:pt x="458202" y="5654260"/>
                  </a:lnTo>
                  <a:lnTo>
                    <a:pt x="458328" y="5654260"/>
                  </a:lnTo>
                  <a:lnTo>
                    <a:pt x="458454" y="5654260"/>
                  </a:lnTo>
                  <a:lnTo>
                    <a:pt x="458580" y="5654260"/>
                  </a:lnTo>
                  <a:lnTo>
                    <a:pt x="458706" y="5654260"/>
                  </a:lnTo>
                  <a:lnTo>
                    <a:pt x="458832" y="5654260"/>
                  </a:lnTo>
                  <a:lnTo>
                    <a:pt x="458958" y="5654260"/>
                  </a:lnTo>
                  <a:lnTo>
                    <a:pt x="459085" y="5654260"/>
                  </a:lnTo>
                  <a:lnTo>
                    <a:pt x="459211" y="5654260"/>
                  </a:lnTo>
                  <a:lnTo>
                    <a:pt x="459337" y="5654260"/>
                  </a:lnTo>
                  <a:lnTo>
                    <a:pt x="459463" y="5654260"/>
                  </a:lnTo>
                  <a:lnTo>
                    <a:pt x="459589" y="5654260"/>
                  </a:lnTo>
                  <a:lnTo>
                    <a:pt x="459715" y="5654260"/>
                  </a:lnTo>
                  <a:lnTo>
                    <a:pt x="459841" y="5654260"/>
                  </a:lnTo>
                  <a:lnTo>
                    <a:pt x="459841" y="5648980"/>
                  </a:lnTo>
                  <a:lnTo>
                    <a:pt x="459967" y="5648980"/>
                  </a:lnTo>
                  <a:lnTo>
                    <a:pt x="460093" y="5648980"/>
                  </a:lnTo>
                  <a:lnTo>
                    <a:pt x="460219" y="5648980"/>
                  </a:lnTo>
                  <a:lnTo>
                    <a:pt x="460345" y="5648980"/>
                  </a:lnTo>
                  <a:lnTo>
                    <a:pt x="460471" y="5648980"/>
                  </a:lnTo>
                  <a:lnTo>
                    <a:pt x="460598" y="5648980"/>
                  </a:lnTo>
                  <a:lnTo>
                    <a:pt x="460724" y="5648980"/>
                  </a:lnTo>
                  <a:lnTo>
                    <a:pt x="460850" y="5648980"/>
                  </a:lnTo>
                  <a:lnTo>
                    <a:pt x="460976" y="5648980"/>
                  </a:lnTo>
                  <a:lnTo>
                    <a:pt x="461102" y="5648980"/>
                  </a:lnTo>
                  <a:lnTo>
                    <a:pt x="461228" y="5648980"/>
                  </a:lnTo>
                  <a:lnTo>
                    <a:pt x="461354" y="5648980"/>
                  </a:lnTo>
                  <a:lnTo>
                    <a:pt x="461480" y="5648980"/>
                  </a:lnTo>
                  <a:lnTo>
                    <a:pt x="461606" y="5648980"/>
                  </a:lnTo>
                  <a:lnTo>
                    <a:pt x="461732" y="5648980"/>
                  </a:lnTo>
                  <a:lnTo>
                    <a:pt x="461858" y="5648980"/>
                  </a:lnTo>
                  <a:lnTo>
                    <a:pt x="461985" y="5648980"/>
                  </a:lnTo>
                  <a:lnTo>
                    <a:pt x="462111" y="5648980"/>
                  </a:lnTo>
                  <a:lnTo>
                    <a:pt x="462237" y="5648980"/>
                  </a:lnTo>
                  <a:lnTo>
                    <a:pt x="462363" y="5648980"/>
                  </a:lnTo>
                  <a:lnTo>
                    <a:pt x="462489" y="5648980"/>
                  </a:lnTo>
                  <a:lnTo>
                    <a:pt x="462615" y="5648980"/>
                  </a:lnTo>
                  <a:lnTo>
                    <a:pt x="462741" y="5648980"/>
                  </a:lnTo>
                  <a:lnTo>
                    <a:pt x="462867" y="5648980"/>
                  </a:lnTo>
                  <a:lnTo>
                    <a:pt x="462993" y="5648980"/>
                  </a:lnTo>
                  <a:lnTo>
                    <a:pt x="463119" y="5648980"/>
                  </a:lnTo>
                  <a:lnTo>
                    <a:pt x="463245" y="5648980"/>
                  </a:lnTo>
                  <a:lnTo>
                    <a:pt x="463371" y="5648980"/>
                  </a:lnTo>
                  <a:lnTo>
                    <a:pt x="463498" y="5648980"/>
                  </a:lnTo>
                  <a:lnTo>
                    <a:pt x="463624" y="5648980"/>
                  </a:lnTo>
                  <a:lnTo>
                    <a:pt x="463750" y="5648980"/>
                  </a:lnTo>
                  <a:lnTo>
                    <a:pt x="463876" y="5648980"/>
                  </a:lnTo>
                  <a:lnTo>
                    <a:pt x="464002" y="5648980"/>
                  </a:lnTo>
                  <a:lnTo>
                    <a:pt x="464128" y="5648980"/>
                  </a:lnTo>
                  <a:lnTo>
                    <a:pt x="464254" y="5648980"/>
                  </a:lnTo>
                  <a:lnTo>
                    <a:pt x="464380" y="5648980"/>
                  </a:lnTo>
                  <a:lnTo>
                    <a:pt x="464506" y="5648980"/>
                  </a:lnTo>
                  <a:lnTo>
                    <a:pt x="464632" y="5648980"/>
                  </a:lnTo>
                  <a:lnTo>
                    <a:pt x="464758" y="5648980"/>
                  </a:lnTo>
                  <a:lnTo>
                    <a:pt x="464885" y="5648980"/>
                  </a:lnTo>
                  <a:lnTo>
                    <a:pt x="465011" y="5648980"/>
                  </a:lnTo>
                  <a:lnTo>
                    <a:pt x="465137" y="5648980"/>
                  </a:lnTo>
                  <a:lnTo>
                    <a:pt x="465263" y="5648980"/>
                  </a:lnTo>
                  <a:lnTo>
                    <a:pt x="465389" y="5648980"/>
                  </a:lnTo>
                  <a:lnTo>
                    <a:pt x="465515" y="5648980"/>
                  </a:lnTo>
                  <a:lnTo>
                    <a:pt x="465641" y="5648980"/>
                  </a:lnTo>
                  <a:lnTo>
                    <a:pt x="465767" y="5648980"/>
                  </a:lnTo>
                  <a:lnTo>
                    <a:pt x="465893" y="5648980"/>
                  </a:lnTo>
                  <a:lnTo>
                    <a:pt x="466019" y="5648980"/>
                  </a:lnTo>
                  <a:lnTo>
                    <a:pt x="466145" y="5648980"/>
                  </a:lnTo>
                  <a:lnTo>
                    <a:pt x="466272" y="5648980"/>
                  </a:lnTo>
                  <a:lnTo>
                    <a:pt x="466398" y="5648980"/>
                  </a:lnTo>
                  <a:lnTo>
                    <a:pt x="466524" y="5648980"/>
                  </a:lnTo>
                  <a:lnTo>
                    <a:pt x="466650" y="5648980"/>
                  </a:lnTo>
                  <a:lnTo>
                    <a:pt x="466776" y="5648980"/>
                  </a:lnTo>
                  <a:lnTo>
                    <a:pt x="466902" y="5648980"/>
                  </a:lnTo>
                  <a:lnTo>
                    <a:pt x="467028" y="5648980"/>
                  </a:lnTo>
                  <a:lnTo>
                    <a:pt x="467154" y="5648980"/>
                  </a:lnTo>
                  <a:lnTo>
                    <a:pt x="467280" y="5648980"/>
                  </a:lnTo>
                  <a:lnTo>
                    <a:pt x="467406" y="5648980"/>
                  </a:lnTo>
                  <a:lnTo>
                    <a:pt x="467532" y="5648980"/>
                  </a:lnTo>
                  <a:lnTo>
                    <a:pt x="467658" y="5648980"/>
                  </a:lnTo>
                  <a:lnTo>
                    <a:pt x="467785" y="5648980"/>
                  </a:lnTo>
                  <a:lnTo>
                    <a:pt x="467911" y="5648980"/>
                  </a:lnTo>
                  <a:lnTo>
                    <a:pt x="468037" y="5648980"/>
                  </a:lnTo>
                  <a:lnTo>
                    <a:pt x="468163" y="5648980"/>
                  </a:lnTo>
                  <a:lnTo>
                    <a:pt x="468289" y="5648980"/>
                  </a:lnTo>
                  <a:lnTo>
                    <a:pt x="468415" y="5648980"/>
                  </a:lnTo>
                  <a:lnTo>
                    <a:pt x="468541" y="5648980"/>
                  </a:lnTo>
                  <a:lnTo>
                    <a:pt x="468667" y="5648980"/>
                  </a:lnTo>
                  <a:lnTo>
                    <a:pt x="468793" y="5648980"/>
                  </a:lnTo>
                  <a:lnTo>
                    <a:pt x="468919" y="5648980"/>
                  </a:lnTo>
                  <a:lnTo>
                    <a:pt x="469045" y="5648980"/>
                  </a:lnTo>
                  <a:lnTo>
                    <a:pt x="469172" y="5648980"/>
                  </a:lnTo>
                  <a:lnTo>
                    <a:pt x="469298" y="5648980"/>
                  </a:lnTo>
                  <a:lnTo>
                    <a:pt x="469424" y="5648980"/>
                  </a:lnTo>
                  <a:lnTo>
                    <a:pt x="469424" y="5643701"/>
                  </a:lnTo>
                  <a:lnTo>
                    <a:pt x="469550" y="5643701"/>
                  </a:lnTo>
                  <a:lnTo>
                    <a:pt x="469676" y="5643701"/>
                  </a:lnTo>
                  <a:lnTo>
                    <a:pt x="469802" y="5643701"/>
                  </a:lnTo>
                  <a:lnTo>
                    <a:pt x="469928" y="5643701"/>
                  </a:lnTo>
                  <a:lnTo>
                    <a:pt x="470054" y="5643701"/>
                  </a:lnTo>
                  <a:lnTo>
                    <a:pt x="470180" y="5643701"/>
                  </a:lnTo>
                  <a:lnTo>
                    <a:pt x="470306" y="5643701"/>
                  </a:lnTo>
                  <a:lnTo>
                    <a:pt x="470432" y="5643701"/>
                  </a:lnTo>
                  <a:lnTo>
                    <a:pt x="470432" y="5638421"/>
                  </a:lnTo>
                  <a:lnTo>
                    <a:pt x="470558" y="5638421"/>
                  </a:lnTo>
                  <a:lnTo>
                    <a:pt x="470685" y="5638421"/>
                  </a:lnTo>
                  <a:lnTo>
                    <a:pt x="470811" y="5638421"/>
                  </a:lnTo>
                  <a:lnTo>
                    <a:pt x="470937" y="5638421"/>
                  </a:lnTo>
                  <a:lnTo>
                    <a:pt x="471063" y="5638421"/>
                  </a:lnTo>
                  <a:lnTo>
                    <a:pt x="471189" y="5638421"/>
                  </a:lnTo>
                  <a:lnTo>
                    <a:pt x="471315" y="5638421"/>
                  </a:lnTo>
                  <a:lnTo>
                    <a:pt x="471441" y="5638421"/>
                  </a:lnTo>
                  <a:lnTo>
                    <a:pt x="471567" y="5638421"/>
                  </a:lnTo>
                  <a:lnTo>
                    <a:pt x="471693" y="5638421"/>
                  </a:lnTo>
                  <a:lnTo>
                    <a:pt x="471819" y="5638421"/>
                  </a:lnTo>
                  <a:lnTo>
                    <a:pt x="471945" y="5638421"/>
                  </a:lnTo>
                  <a:lnTo>
                    <a:pt x="472072" y="5638421"/>
                  </a:lnTo>
                  <a:lnTo>
                    <a:pt x="472198" y="5638421"/>
                  </a:lnTo>
                  <a:lnTo>
                    <a:pt x="472324" y="5638421"/>
                  </a:lnTo>
                  <a:lnTo>
                    <a:pt x="472450" y="5638421"/>
                  </a:lnTo>
                  <a:lnTo>
                    <a:pt x="472576" y="5638421"/>
                  </a:lnTo>
                  <a:lnTo>
                    <a:pt x="472702" y="5638421"/>
                  </a:lnTo>
                  <a:lnTo>
                    <a:pt x="472828" y="5638421"/>
                  </a:lnTo>
                  <a:lnTo>
                    <a:pt x="472954" y="5638421"/>
                  </a:lnTo>
                  <a:lnTo>
                    <a:pt x="473080" y="5638421"/>
                  </a:lnTo>
                  <a:lnTo>
                    <a:pt x="473206" y="5638421"/>
                  </a:lnTo>
                  <a:lnTo>
                    <a:pt x="473332" y="5638421"/>
                  </a:lnTo>
                  <a:lnTo>
                    <a:pt x="473459" y="5638421"/>
                  </a:lnTo>
                  <a:lnTo>
                    <a:pt x="473585" y="5638421"/>
                  </a:lnTo>
                  <a:lnTo>
                    <a:pt x="473711" y="5638421"/>
                  </a:lnTo>
                  <a:lnTo>
                    <a:pt x="473837" y="5638421"/>
                  </a:lnTo>
                  <a:lnTo>
                    <a:pt x="473963" y="5638421"/>
                  </a:lnTo>
                  <a:lnTo>
                    <a:pt x="474089" y="5638421"/>
                  </a:lnTo>
                  <a:lnTo>
                    <a:pt x="474215" y="5638421"/>
                  </a:lnTo>
                  <a:lnTo>
                    <a:pt x="474215" y="5633142"/>
                  </a:lnTo>
                  <a:lnTo>
                    <a:pt x="474341" y="5633142"/>
                  </a:lnTo>
                  <a:lnTo>
                    <a:pt x="474341" y="5627863"/>
                  </a:lnTo>
                  <a:lnTo>
                    <a:pt x="474467" y="5627863"/>
                  </a:lnTo>
                  <a:lnTo>
                    <a:pt x="474593" y="5627863"/>
                  </a:lnTo>
                  <a:lnTo>
                    <a:pt x="474719" y="5627863"/>
                  </a:lnTo>
                  <a:lnTo>
                    <a:pt x="474845" y="5627863"/>
                  </a:lnTo>
                  <a:lnTo>
                    <a:pt x="474972" y="5627863"/>
                  </a:lnTo>
                  <a:lnTo>
                    <a:pt x="475098" y="5627863"/>
                  </a:lnTo>
                  <a:lnTo>
                    <a:pt x="475224" y="5627863"/>
                  </a:lnTo>
                  <a:lnTo>
                    <a:pt x="475350" y="5627863"/>
                  </a:lnTo>
                  <a:lnTo>
                    <a:pt x="475476" y="5627863"/>
                  </a:lnTo>
                  <a:lnTo>
                    <a:pt x="475602" y="5627863"/>
                  </a:lnTo>
                  <a:lnTo>
                    <a:pt x="475728" y="5627863"/>
                  </a:lnTo>
                  <a:lnTo>
                    <a:pt x="475854" y="5627863"/>
                  </a:lnTo>
                  <a:lnTo>
                    <a:pt x="475980" y="5627863"/>
                  </a:lnTo>
                  <a:lnTo>
                    <a:pt x="476106" y="5627863"/>
                  </a:lnTo>
                  <a:lnTo>
                    <a:pt x="476232" y="5627863"/>
                  </a:lnTo>
                  <a:lnTo>
                    <a:pt x="476359" y="5627863"/>
                  </a:lnTo>
                  <a:lnTo>
                    <a:pt x="476485" y="5627863"/>
                  </a:lnTo>
                  <a:lnTo>
                    <a:pt x="476611" y="5627863"/>
                  </a:lnTo>
                  <a:lnTo>
                    <a:pt x="476737" y="5627863"/>
                  </a:lnTo>
                  <a:lnTo>
                    <a:pt x="476863" y="5627863"/>
                  </a:lnTo>
                  <a:lnTo>
                    <a:pt x="476989" y="5627863"/>
                  </a:lnTo>
                  <a:lnTo>
                    <a:pt x="477115" y="5627863"/>
                  </a:lnTo>
                  <a:lnTo>
                    <a:pt x="477241" y="5627863"/>
                  </a:lnTo>
                  <a:lnTo>
                    <a:pt x="477367" y="5627863"/>
                  </a:lnTo>
                  <a:lnTo>
                    <a:pt x="477493" y="5627863"/>
                  </a:lnTo>
                  <a:lnTo>
                    <a:pt x="477619" y="5627863"/>
                  </a:lnTo>
                  <a:lnTo>
                    <a:pt x="477745" y="5627863"/>
                  </a:lnTo>
                  <a:lnTo>
                    <a:pt x="477872" y="5627863"/>
                  </a:lnTo>
                  <a:lnTo>
                    <a:pt x="477998" y="5627863"/>
                  </a:lnTo>
                  <a:lnTo>
                    <a:pt x="478124" y="5627863"/>
                  </a:lnTo>
                  <a:lnTo>
                    <a:pt x="478250" y="5627863"/>
                  </a:lnTo>
                  <a:lnTo>
                    <a:pt x="478376" y="5627863"/>
                  </a:lnTo>
                  <a:lnTo>
                    <a:pt x="478502" y="5627863"/>
                  </a:lnTo>
                  <a:lnTo>
                    <a:pt x="478628" y="5627863"/>
                  </a:lnTo>
                  <a:lnTo>
                    <a:pt x="478754" y="5627863"/>
                  </a:lnTo>
                  <a:lnTo>
                    <a:pt x="478880" y="5627863"/>
                  </a:lnTo>
                  <a:lnTo>
                    <a:pt x="479006" y="5627863"/>
                  </a:lnTo>
                  <a:lnTo>
                    <a:pt x="479132" y="5627863"/>
                  </a:lnTo>
                  <a:lnTo>
                    <a:pt x="479259" y="5627863"/>
                  </a:lnTo>
                  <a:lnTo>
                    <a:pt x="479385" y="5627863"/>
                  </a:lnTo>
                  <a:lnTo>
                    <a:pt x="479511" y="5627863"/>
                  </a:lnTo>
                  <a:lnTo>
                    <a:pt x="479637" y="5627863"/>
                  </a:lnTo>
                  <a:lnTo>
                    <a:pt x="479763" y="5627863"/>
                  </a:lnTo>
                  <a:lnTo>
                    <a:pt x="479889" y="5627863"/>
                  </a:lnTo>
                  <a:lnTo>
                    <a:pt x="480015" y="5627863"/>
                  </a:lnTo>
                  <a:lnTo>
                    <a:pt x="480141" y="5627863"/>
                  </a:lnTo>
                  <a:lnTo>
                    <a:pt x="480267" y="5627863"/>
                  </a:lnTo>
                  <a:lnTo>
                    <a:pt x="480393" y="5627863"/>
                  </a:lnTo>
                  <a:lnTo>
                    <a:pt x="480519" y="5627863"/>
                  </a:lnTo>
                  <a:lnTo>
                    <a:pt x="480645" y="5627863"/>
                  </a:lnTo>
                  <a:lnTo>
                    <a:pt x="480772" y="5627863"/>
                  </a:lnTo>
                  <a:lnTo>
                    <a:pt x="480898" y="5627863"/>
                  </a:lnTo>
                  <a:lnTo>
                    <a:pt x="481024" y="5627863"/>
                  </a:lnTo>
                  <a:lnTo>
                    <a:pt x="481150" y="5627863"/>
                  </a:lnTo>
                  <a:lnTo>
                    <a:pt x="481150" y="5622583"/>
                  </a:lnTo>
                  <a:lnTo>
                    <a:pt x="481276" y="5622583"/>
                  </a:lnTo>
                  <a:lnTo>
                    <a:pt x="481402" y="5622583"/>
                  </a:lnTo>
                  <a:lnTo>
                    <a:pt x="481528" y="5622583"/>
                  </a:lnTo>
                  <a:lnTo>
                    <a:pt x="481654" y="5622583"/>
                  </a:lnTo>
                  <a:lnTo>
                    <a:pt x="481780" y="5622583"/>
                  </a:lnTo>
                  <a:lnTo>
                    <a:pt x="481906" y="5622583"/>
                  </a:lnTo>
                  <a:lnTo>
                    <a:pt x="482032" y="5622583"/>
                  </a:lnTo>
                  <a:lnTo>
                    <a:pt x="482159" y="5622583"/>
                  </a:lnTo>
                  <a:lnTo>
                    <a:pt x="482285" y="5622583"/>
                  </a:lnTo>
                  <a:lnTo>
                    <a:pt x="482411" y="5622583"/>
                  </a:lnTo>
                  <a:lnTo>
                    <a:pt x="482537" y="5622583"/>
                  </a:lnTo>
                  <a:lnTo>
                    <a:pt x="482663" y="5622583"/>
                  </a:lnTo>
                  <a:lnTo>
                    <a:pt x="482789" y="5622583"/>
                  </a:lnTo>
                  <a:lnTo>
                    <a:pt x="482915" y="5622583"/>
                  </a:lnTo>
                  <a:lnTo>
                    <a:pt x="483041" y="5622583"/>
                  </a:lnTo>
                  <a:lnTo>
                    <a:pt x="483167" y="5622583"/>
                  </a:lnTo>
                  <a:lnTo>
                    <a:pt x="483293" y="5622583"/>
                  </a:lnTo>
                  <a:lnTo>
                    <a:pt x="483419" y="5622583"/>
                  </a:lnTo>
                  <a:lnTo>
                    <a:pt x="483546" y="5622583"/>
                  </a:lnTo>
                  <a:lnTo>
                    <a:pt x="483672" y="5622583"/>
                  </a:lnTo>
                  <a:lnTo>
                    <a:pt x="483798" y="5622583"/>
                  </a:lnTo>
                  <a:lnTo>
                    <a:pt x="483924" y="5622583"/>
                  </a:lnTo>
                  <a:lnTo>
                    <a:pt x="484050" y="5622583"/>
                  </a:lnTo>
                  <a:lnTo>
                    <a:pt x="484176" y="5622583"/>
                  </a:lnTo>
                  <a:lnTo>
                    <a:pt x="484302" y="5622583"/>
                  </a:lnTo>
                  <a:lnTo>
                    <a:pt x="484428" y="5622583"/>
                  </a:lnTo>
                  <a:lnTo>
                    <a:pt x="484554" y="5622583"/>
                  </a:lnTo>
                  <a:lnTo>
                    <a:pt x="484680" y="5622583"/>
                  </a:lnTo>
                  <a:lnTo>
                    <a:pt x="484806" y="5622583"/>
                  </a:lnTo>
                  <a:lnTo>
                    <a:pt x="484932" y="5622583"/>
                  </a:lnTo>
                  <a:lnTo>
                    <a:pt x="485059" y="5622583"/>
                  </a:lnTo>
                  <a:lnTo>
                    <a:pt x="485185" y="5622583"/>
                  </a:lnTo>
                  <a:lnTo>
                    <a:pt x="485311" y="5622583"/>
                  </a:lnTo>
                  <a:lnTo>
                    <a:pt x="485437" y="5622583"/>
                  </a:lnTo>
                  <a:lnTo>
                    <a:pt x="485563" y="5622583"/>
                  </a:lnTo>
                  <a:lnTo>
                    <a:pt x="485689" y="5622583"/>
                  </a:lnTo>
                  <a:lnTo>
                    <a:pt x="485815" y="5622583"/>
                  </a:lnTo>
                  <a:lnTo>
                    <a:pt x="485941" y="5622583"/>
                  </a:lnTo>
                  <a:lnTo>
                    <a:pt x="486067" y="5622583"/>
                  </a:lnTo>
                  <a:lnTo>
                    <a:pt x="486193" y="5622583"/>
                  </a:lnTo>
                  <a:lnTo>
                    <a:pt x="486193" y="5617304"/>
                  </a:lnTo>
                  <a:lnTo>
                    <a:pt x="486319" y="5617304"/>
                  </a:lnTo>
                  <a:lnTo>
                    <a:pt x="486446" y="5617304"/>
                  </a:lnTo>
                  <a:lnTo>
                    <a:pt x="486572" y="5617304"/>
                  </a:lnTo>
                  <a:lnTo>
                    <a:pt x="486698" y="5617304"/>
                  </a:lnTo>
                  <a:lnTo>
                    <a:pt x="486824" y="5617304"/>
                  </a:lnTo>
                  <a:lnTo>
                    <a:pt x="486950" y="5617304"/>
                  </a:lnTo>
                  <a:lnTo>
                    <a:pt x="487076" y="5617304"/>
                  </a:lnTo>
                  <a:lnTo>
                    <a:pt x="487202" y="5617304"/>
                  </a:lnTo>
                  <a:lnTo>
                    <a:pt x="487328" y="5617304"/>
                  </a:lnTo>
                  <a:lnTo>
                    <a:pt x="487454" y="5617304"/>
                  </a:lnTo>
                  <a:lnTo>
                    <a:pt x="487580" y="5617304"/>
                  </a:lnTo>
                  <a:lnTo>
                    <a:pt x="487706" y="5617304"/>
                  </a:lnTo>
                  <a:lnTo>
                    <a:pt x="487832" y="5617304"/>
                  </a:lnTo>
                  <a:lnTo>
                    <a:pt x="487959" y="5617304"/>
                  </a:lnTo>
                  <a:lnTo>
                    <a:pt x="488085" y="5617304"/>
                  </a:lnTo>
                  <a:lnTo>
                    <a:pt x="488211" y="5617304"/>
                  </a:lnTo>
                  <a:lnTo>
                    <a:pt x="488337" y="5617304"/>
                  </a:lnTo>
                  <a:lnTo>
                    <a:pt x="488463" y="5617304"/>
                  </a:lnTo>
                  <a:lnTo>
                    <a:pt x="488589" y="5617304"/>
                  </a:lnTo>
                  <a:lnTo>
                    <a:pt x="488715" y="5617304"/>
                  </a:lnTo>
                  <a:lnTo>
                    <a:pt x="488841" y="5617304"/>
                  </a:lnTo>
                  <a:lnTo>
                    <a:pt x="488967" y="5617304"/>
                  </a:lnTo>
                  <a:lnTo>
                    <a:pt x="489093" y="5617304"/>
                  </a:lnTo>
                  <a:lnTo>
                    <a:pt x="489219" y="5617304"/>
                  </a:lnTo>
                  <a:lnTo>
                    <a:pt x="489346" y="5617304"/>
                  </a:lnTo>
                  <a:lnTo>
                    <a:pt x="489472" y="5617304"/>
                  </a:lnTo>
                  <a:lnTo>
                    <a:pt x="489598" y="5617304"/>
                  </a:lnTo>
                  <a:lnTo>
                    <a:pt x="489724" y="5617304"/>
                  </a:lnTo>
                  <a:lnTo>
                    <a:pt x="489850" y="5617304"/>
                  </a:lnTo>
                  <a:lnTo>
                    <a:pt x="489976" y="5617304"/>
                  </a:lnTo>
                  <a:lnTo>
                    <a:pt x="490102" y="5617304"/>
                  </a:lnTo>
                  <a:lnTo>
                    <a:pt x="490228" y="5617304"/>
                  </a:lnTo>
                  <a:lnTo>
                    <a:pt x="490354" y="5617304"/>
                  </a:lnTo>
                  <a:lnTo>
                    <a:pt x="490354" y="5612024"/>
                  </a:lnTo>
                  <a:lnTo>
                    <a:pt x="490480" y="5612024"/>
                  </a:lnTo>
                  <a:lnTo>
                    <a:pt x="490606" y="5612024"/>
                  </a:lnTo>
                  <a:lnTo>
                    <a:pt x="490733" y="5612024"/>
                  </a:lnTo>
                  <a:lnTo>
                    <a:pt x="490859" y="5612024"/>
                  </a:lnTo>
                  <a:lnTo>
                    <a:pt x="490985" y="5612024"/>
                  </a:lnTo>
                  <a:lnTo>
                    <a:pt x="491111" y="5612024"/>
                  </a:lnTo>
                  <a:lnTo>
                    <a:pt x="491237" y="5612024"/>
                  </a:lnTo>
                  <a:lnTo>
                    <a:pt x="491363" y="5612024"/>
                  </a:lnTo>
                  <a:lnTo>
                    <a:pt x="491489" y="5612024"/>
                  </a:lnTo>
                  <a:lnTo>
                    <a:pt x="491615" y="5612024"/>
                  </a:lnTo>
                  <a:lnTo>
                    <a:pt x="491741" y="5612024"/>
                  </a:lnTo>
                  <a:lnTo>
                    <a:pt x="491867" y="5612024"/>
                  </a:lnTo>
                  <a:lnTo>
                    <a:pt x="491993" y="5612024"/>
                  </a:lnTo>
                  <a:lnTo>
                    <a:pt x="492119" y="5612024"/>
                  </a:lnTo>
                  <a:lnTo>
                    <a:pt x="492246" y="5612024"/>
                  </a:lnTo>
                  <a:lnTo>
                    <a:pt x="492372" y="5612024"/>
                  </a:lnTo>
                  <a:lnTo>
                    <a:pt x="492498" y="5612024"/>
                  </a:lnTo>
                  <a:lnTo>
                    <a:pt x="492624" y="5612024"/>
                  </a:lnTo>
                  <a:lnTo>
                    <a:pt x="492750" y="5612024"/>
                  </a:lnTo>
                  <a:lnTo>
                    <a:pt x="492876" y="5612024"/>
                  </a:lnTo>
                  <a:lnTo>
                    <a:pt x="493002" y="5612024"/>
                  </a:lnTo>
                  <a:lnTo>
                    <a:pt x="493128" y="5612024"/>
                  </a:lnTo>
                  <a:lnTo>
                    <a:pt x="493254" y="5612024"/>
                  </a:lnTo>
                  <a:lnTo>
                    <a:pt x="493380" y="5612024"/>
                  </a:lnTo>
                  <a:lnTo>
                    <a:pt x="493506" y="5612024"/>
                  </a:lnTo>
                  <a:lnTo>
                    <a:pt x="493633" y="5612024"/>
                  </a:lnTo>
                  <a:lnTo>
                    <a:pt x="493759" y="5612024"/>
                  </a:lnTo>
                  <a:lnTo>
                    <a:pt x="493885" y="5612024"/>
                  </a:lnTo>
                  <a:lnTo>
                    <a:pt x="494011" y="5612024"/>
                  </a:lnTo>
                  <a:lnTo>
                    <a:pt x="494137" y="5612024"/>
                  </a:lnTo>
                  <a:lnTo>
                    <a:pt x="494263" y="5612024"/>
                  </a:lnTo>
                  <a:lnTo>
                    <a:pt x="494389" y="5612024"/>
                  </a:lnTo>
                  <a:lnTo>
                    <a:pt x="494515" y="5612024"/>
                  </a:lnTo>
                  <a:lnTo>
                    <a:pt x="494641" y="5612024"/>
                  </a:lnTo>
                  <a:lnTo>
                    <a:pt x="494767" y="5612024"/>
                  </a:lnTo>
                  <a:lnTo>
                    <a:pt x="494893" y="5612024"/>
                  </a:lnTo>
                  <a:lnTo>
                    <a:pt x="495019" y="5612024"/>
                  </a:lnTo>
                  <a:lnTo>
                    <a:pt x="495146" y="5612024"/>
                  </a:lnTo>
                  <a:lnTo>
                    <a:pt x="495272" y="5612024"/>
                  </a:lnTo>
                  <a:lnTo>
                    <a:pt x="495398" y="5612024"/>
                  </a:lnTo>
                  <a:lnTo>
                    <a:pt x="495524" y="5612024"/>
                  </a:lnTo>
                  <a:lnTo>
                    <a:pt x="495650" y="5612024"/>
                  </a:lnTo>
                  <a:lnTo>
                    <a:pt x="495776" y="5612024"/>
                  </a:lnTo>
                  <a:lnTo>
                    <a:pt x="495902" y="5612024"/>
                  </a:lnTo>
                  <a:lnTo>
                    <a:pt x="496028" y="5612024"/>
                  </a:lnTo>
                  <a:lnTo>
                    <a:pt x="496154" y="5612024"/>
                  </a:lnTo>
                  <a:lnTo>
                    <a:pt x="496280" y="5612024"/>
                  </a:lnTo>
                  <a:lnTo>
                    <a:pt x="496406" y="5612024"/>
                  </a:lnTo>
                  <a:lnTo>
                    <a:pt x="496533" y="5612024"/>
                  </a:lnTo>
                  <a:lnTo>
                    <a:pt x="496659" y="5612024"/>
                  </a:lnTo>
                  <a:lnTo>
                    <a:pt x="496659" y="5606745"/>
                  </a:lnTo>
                  <a:lnTo>
                    <a:pt x="496785" y="5606745"/>
                  </a:lnTo>
                  <a:lnTo>
                    <a:pt x="496911" y="5606745"/>
                  </a:lnTo>
                  <a:lnTo>
                    <a:pt x="496911" y="5601466"/>
                  </a:lnTo>
                  <a:lnTo>
                    <a:pt x="497037" y="5601466"/>
                  </a:lnTo>
                  <a:lnTo>
                    <a:pt x="497163" y="5601466"/>
                  </a:lnTo>
                  <a:lnTo>
                    <a:pt x="497289" y="5601466"/>
                  </a:lnTo>
                  <a:lnTo>
                    <a:pt x="497415" y="5601466"/>
                  </a:lnTo>
                  <a:lnTo>
                    <a:pt x="497541" y="5601466"/>
                  </a:lnTo>
                  <a:lnTo>
                    <a:pt x="497667" y="5601466"/>
                  </a:lnTo>
                  <a:lnTo>
                    <a:pt x="497793" y="5601466"/>
                  </a:lnTo>
                  <a:lnTo>
                    <a:pt x="497920" y="5601466"/>
                  </a:lnTo>
                  <a:lnTo>
                    <a:pt x="498046" y="5601466"/>
                  </a:lnTo>
                  <a:lnTo>
                    <a:pt x="498046" y="5596186"/>
                  </a:lnTo>
                  <a:lnTo>
                    <a:pt x="498172" y="5596186"/>
                  </a:lnTo>
                  <a:lnTo>
                    <a:pt x="498298" y="5596186"/>
                  </a:lnTo>
                  <a:lnTo>
                    <a:pt x="498424" y="5596186"/>
                  </a:lnTo>
                  <a:lnTo>
                    <a:pt x="498550" y="5596186"/>
                  </a:lnTo>
                  <a:lnTo>
                    <a:pt x="498676" y="5596186"/>
                  </a:lnTo>
                  <a:lnTo>
                    <a:pt x="498802" y="5596186"/>
                  </a:lnTo>
                  <a:lnTo>
                    <a:pt x="498928" y="5596186"/>
                  </a:lnTo>
                  <a:lnTo>
                    <a:pt x="499054" y="5596186"/>
                  </a:lnTo>
                  <a:lnTo>
                    <a:pt x="499180" y="5596186"/>
                  </a:lnTo>
                  <a:lnTo>
                    <a:pt x="499306" y="5596186"/>
                  </a:lnTo>
                  <a:lnTo>
                    <a:pt x="499433" y="5596186"/>
                  </a:lnTo>
                  <a:lnTo>
                    <a:pt x="499559" y="5596186"/>
                  </a:lnTo>
                  <a:lnTo>
                    <a:pt x="499685" y="5596186"/>
                  </a:lnTo>
                  <a:lnTo>
                    <a:pt x="499811" y="5596186"/>
                  </a:lnTo>
                  <a:lnTo>
                    <a:pt x="499937" y="5596186"/>
                  </a:lnTo>
                  <a:lnTo>
                    <a:pt x="500063" y="5596186"/>
                  </a:lnTo>
                  <a:lnTo>
                    <a:pt x="500189" y="5596186"/>
                  </a:lnTo>
                  <a:lnTo>
                    <a:pt x="500315" y="5596186"/>
                  </a:lnTo>
                  <a:lnTo>
                    <a:pt x="500441" y="5596186"/>
                  </a:lnTo>
                  <a:lnTo>
                    <a:pt x="500567" y="5596186"/>
                  </a:lnTo>
                  <a:lnTo>
                    <a:pt x="500693" y="5596186"/>
                  </a:lnTo>
                  <a:lnTo>
                    <a:pt x="500820" y="5596186"/>
                  </a:lnTo>
                  <a:lnTo>
                    <a:pt x="500946" y="5596186"/>
                  </a:lnTo>
                  <a:lnTo>
                    <a:pt x="501072" y="5596186"/>
                  </a:lnTo>
                  <a:lnTo>
                    <a:pt x="501198" y="5596186"/>
                  </a:lnTo>
                  <a:lnTo>
                    <a:pt x="501324" y="5596186"/>
                  </a:lnTo>
                  <a:lnTo>
                    <a:pt x="501450" y="5596186"/>
                  </a:lnTo>
                  <a:lnTo>
                    <a:pt x="501576" y="5596186"/>
                  </a:lnTo>
                  <a:lnTo>
                    <a:pt x="501702" y="5596186"/>
                  </a:lnTo>
                  <a:lnTo>
                    <a:pt x="501828" y="5596186"/>
                  </a:lnTo>
                  <a:lnTo>
                    <a:pt x="501954" y="5596186"/>
                  </a:lnTo>
                  <a:lnTo>
                    <a:pt x="502080" y="5596186"/>
                  </a:lnTo>
                  <a:lnTo>
                    <a:pt x="502206" y="5596186"/>
                  </a:lnTo>
                  <a:lnTo>
                    <a:pt x="502333" y="5596186"/>
                  </a:lnTo>
                  <a:lnTo>
                    <a:pt x="502459" y="5596186"/>
                  </a:lnTo>
                  <a:lnTo>
                    <a:pt x="502585" y="5596186"/>
                  </a:lnTo>
                  <a:lnTo>
                    <a:pt x="502711" y="5596186"/>
                  </a:lnTo>
                  <a:lnTo>
                    <a:pt x="502837" y="5596186"/>
                  </a:lnTo>
                  <a:lnTo>
                    <a:pt x="502963" y="5596186"/>
                  </a:lnTo>
                  <a:lnTo>
                    <a:pt x="503089" y="5596186"/>
                  </a:lnTo>
                  <a:lnTo>
                    <a:pt x="503215" y="5596186"/>
                  </a:lnTo>
                  <a:lnTo>
                    <a:pt x="503341" y="5596186"/>
                  </a:lnTo>
                  <a:lnTo>
                    <a:pt x="503467" y="5596186"/>
                  </a:lnTo>
                  <a:lnTo>
                    <a:pt x="503593" y="5596186"/>
                  </a:lnTo>
                  <a:lnTo>
                    <a:pt x="503720" y="5596186"/>
                  </a:lnTo>
                  <a:lnTo>
                    <a:pt x="503720" y="5590907"/>
                  </a:lnTo>
                  <a:lnTo>
                    <a:pt x="503846" y="5590907"/>
                  </a:lnTo>
                  <a:lnTo>
                    <a:pt x="503972" y="5590907"/>
                  </a:lnTo>
                  <a:lnTo>
                    <a:pt x="504098" y="5590907"/>
                  </a:lnTo>
                  <a:lnTo>
                    <a:pt x="504224" y="5590907"/>
                  </a:lnTo>
                  <a:lnTo>
                    <a:pt x="504350" y="5590907"/>
                  </a:lnTo>
                  <a:lnTo>
                    <a:pt x="504476" y="5590907"/>
                  </a:lnTo>
                  <a:lnTo>
                    <a:pt x="504602" y="5590907"/>
                  </a:lnTo>
                  <a:lnTo>
                    <a:pt x="504728" y="5590907"/>
                  </a:lnTo>
                  <a:lnTo>
                    <a:pt x="504854" y="5590907"/>
                  </a:lnTo>
                  <a:lnTo>
                    <a:pt x="504980" y="5590907"/>
                  </a:lnTo>
                  <a:lnTo>
                    <a:pt x="505106" y="5590907"/>
                  </a:lnTo>
                  <a:lnTo>
                    <a:pt x="505233" y="5590907"/>
                  </a:lnTo>
                  <a:lnTo>
                    <a:pt x="505359" y="5590907"/>
                  </a:lnTo>
                  <a:lnTo>
                    <a:pt x="505485" y="5590907"/>
                  </a:lnTo>
                  <a:lnTo>
                    <a:pt x="505611" y="5590907"/>
                  </a:lnTo>
                  <a:lnTo>
                    <a:pt x="505737" y="5590907"/>
                  </a:lnTo>
                  <a:lnTo>
                    <a:pt x="505863" y="5590907"/>
                  </a:lnTo>
                  <a:lnTo>
                    <a:pt x="505989" y="5590907"/>
                  </a:lnTo>
                  <a:lnTo>
                    <a:pt x="506115" y="5590907"/>
                  </a:lnTo>
                  <a:lnTo>
                    <a:pt x="506241" y="5590907"/>
                  </a:lnTo>
                  <a:lnTo>
                    <a:pt x="506367" y="5590907"/>
                  </a:lnTo>
                  <a:lnTo>
                    <a:pt x="506493" y="5590907"/>
                  </a:lnTo>
                  <a:lnTo>
                    <a:pt x="506620" y="5590907"/>
                  </a:lnTo>
                  <a:lnTo>
                    <a:pt x="506746" y="5590907"/>
                  </a:lnTo>
                  <a:lnTo>
                    <a:pt x="506872" y="5590907"/>
                  </a:lnTo>
                  <a:lnTo>
                    <a:pt x="506998" y="5590907"/>
                  </a:lnTo>
                  <a:lnTo>
                    <a:pt x="507124" y="5590907"/>
                  </a:lnTo>
                  <a:lnTo>
                    <a:pt x="507124" y="5585627"/>
                  </a:lnTo>
                  <a:lnTo>
                    <a:pt x="507250" y="5585627"/>
                  </a:lnTo>
                  <a:lnTo>
                    <a:pt x="507376" y="5585627"/>
                  </a:lnTo>
                  <a:lnTo>
                    <a:pt x="507502" y="5585627"/>
                  </a:lnTo>
                  <a:lnTo>
                    <a:pt x="507628" y="5585627"/>
                  </a:lnTo>
                  <a:lnTo>
                    <a:pt x="507754" y="5585627"/>
                  </a:lnTo>
                  <a:lnTo>
                    <a:pt x="507880" y="5585627"/>
                  </a:lnTo>
                  <a:lnTo>
                    <a:pt x="508007" y="5585627"/>
                  </a:lnTo>
                  <a:lnTo>
                    <a:pt x="508133" y="5585627"/>
                  </a:lnTo>
                  <a:lnTo>
                    <a:pt x="508259" y="5585627"/>
                  </a:lnTo>
                  <a:lnTo>
                    <a:pt x="508385" y="5585627"/>
                  </a:lnTo>
                  <a:lnTo>
                    <a:pt x="508511" y="5585627"/>
                  </a:lnTo>
                  <a:lnTo>
                    <a:pt x="508637" y="5585627"/>
                  </a:lnTo>
                  <a:lnTo>
                    <a:pt x="508763" y="5585627"/>
                  </a:lnTo>
                  <a:lnTo>
                    <a:pt x="508889" y="5585627"/>
                  </a:lnTo>
                  <a:lnTo>
                    <a:pt x="509015" y="5585627"/>
                  </a:lnTo>
                  <a:lnTo>
                    <a:pt x="509141" y="5585627"/>
                  </a:lnTo>
                  <a:lnTo>
                    <a:pt x="509267" y="5585627"/>
                  </a:lnTo>
                  <a:lnTo>
                    <a:pt x="509393" y="5585627"/>
                  </a:lnTo>
                  <a:lnTo>
                    <a:pt x="509520" y="5585627"/>
                  </a:lnTo>
                  <a:lnTo>
                    <a:pt x="509646" y="5585627"/>
                  </a:lnTo>
                  <a:lnTo>
                    <a:pt x="509772" y="5585627"/>
                  </a:lnTo>
                  <a:lnTo>
                    <a:pt x="509898" y="5585627"/>
                  </a:lnTo>
                  <a:lnTo>
                    <a:pt x="510024" y="5585627"/>
                  </a:lnTo>
                  <a:lnTo>
                    <a:pt x="510150" y="5585627"/>
                  </a:lnTo>
                  <a:lnTo>
                    <a:pt x="510276" y="5585627"/>
                  </a:lnTo>
                  <a:lnTo>
                    <a:pt x="510402" y="5585627"/>
                  </a:lnTo>
                  <a:lnTo>
                    <a:pt x="510528" y="5585627"/>
                  </a:lnTo>
                  <a:lnTo>
                    <a:pt x="510654" y="5585627"/>
                  </a:lnTo>
                  <a:lnTo>
                    <a:pt x="510780" y="5585627"/>
                  </a:lnTo>
                  <a:lnTo>
                    <a:pt x="510907" y="5585627"/>
                  </a:lnTo>
                  <a:lnTo>
                    <a:pt x="511033" y="5585627"/>
                  </a:lnTo>
                  <a:lnTo>
                    <a:pt x="511159" y="5585627"/>
                  </a:lnTo>
                  <a:lnTo>
                    <a:pt x="511285" y="5585627"/>
                  </a:lnTo>
                  <a:lnTo>
                    <a:pt x="511411" y="5585627"/>
                  </a:lnTo>
                  <a:lnTo>
                    <a:pt x="511537" y="5585627"/>
                  </a:lnTo>
                  <a:lnTo>
                    <a:pt x="511663" y="5585627"/>
                  </a:lnTo>
                  <a:lnTo>
                    <a:pt x="511789" y="5585627"/>
                  </a:lnTo>
                  <a:lnTo>
                    <a:pt x="511915" y="5585627"/>
                  </a:lnTo>
                  <a:lnTo>
                    <a:pt x="512041" y="5585627"/>
                  </a:lnTo>
                  <a:lnTo>
                    <a:pt x="512167" y="5585627"/>
                  </a:lnTo>
                  <a:lnTo>
                    <a:pt x="512293" y="5585627"/>
                  </a:lnTo>
                  <a:lnTo>
                    <a:pt x="512293" y="5580348"/>
                  </a:lnTo>
                  <a:lnTo>
                    <a:pt x="512420" y="5580348"/>
                  </a:lnTo>
                  <a:lnTo>
                    <a:pt x="512546" y="5580348"/>
                  </a:lnTo>
                  <a:lnTo>
                    <a:pt x="512672" y="5580348"/>
                  </a:lnTo>
                  <a:lnTo>
                    <a:pt x="512798" y="5580348"/>
                  </a:lnTo>
                  <a:lnTo>
                    <a:pt x="512924" y="5580348"/>
                  </a:lnTo>
                  <a:lnTo>
                    <a:pt x="513050" y="5580348"/>
                  </a:lnTo>
                  <a:lnTo>
                    <a:pt x="513176" y="5580348"/>
                  </a:lnTo>
                  <a:lnTo>
                    <a:pt x="513302" y="5580348"/>
                  </a:lnTo>
                  <a:lnTo>
                    <a:pt x="513428" y="5580348"/>
                  </a:lnTo>
                  <a:lnTo>
                    <a:pt x="513554" y="5580348"/>
                  </a:lnTo>
                  <a:lnTo>
                    <a:pt x="513680" y="5580348"/>
                  </a:lnTo>
                  <a:lnTo>
                    <a:pt x="513807" y="5580348"/>
                  </a:lnTo>
                  <a:lnTo>
                    <a:pt x="513933" y="5580348"/>
                  </a:lnTo>
                  <a:lnTo>
                    <a:pt x="514059" y="5580348"/>
                  </a:lnTo>
                  <a:lnTo>
                    <a:pt x="514185" y="5580348"/>
                  </a:lnTo>
                  <a:lnTo>
                    <a:pt x="514185" y="5575068"/>
                  </a:lnTo>
                  <a:lnTo>
                    <a:pt x="514311" y="5575068"/>
                  </a:lnTo>
                  <a:lnTo>
                    <a:pt x="514437" y="5575068"/>
                  </a:lnTo>
                  <a:lnTo>
                    <a:pt x="514563" y="5575068"/>
                  </a:lnTo>
                  <a:lnTo>
                    <a:pt x="514689" y="5575068"/>
                  </a:lnTo>
                  <a:lnTo>
                    <a:pt x="514815" y="5575068"/>
                  </a:lnTo>
                  <a:lnTo>
                    <a:pt x="514941" y="5575068"/>
                  </a:lnTo>
                  <a:lnTo>
                    <a:pt x="515067" y="5575068"/>
                  </a:lnTo>
                  <a:lnTo>
                    <a:pt x="515194" y="5575068"/>
                  </a:lnTo>
                  <a:lnTo>
                    <a:pt x="515320" y="5575068"/>
                  </a:lnTo>
                  <a:lnTo>
                    <a:pt x="515446" y="5575068"/>
                  </a:lnTo>
                  <a:lnTo>
                    <a:pt x="515572" y="5575068"/>
                  </a:lnTo>
                  <a:lnTo>
                    <a:pt x="515698" y="5575068"/>
                  </a:lnTo>
                  <a:lnTo>
                    <a:pt x="515824" y="5575068"/>
                  </a:lnTo>
                  <a:lnTo>
                    <a:pt x="515950" y="5575068"/>
                  </a:lnTo>
                  <a:lnTo>
                    <a:pt x="516076" y="5575068"/>
                  </a:lnTo>
                  <a:lnTo>
                    <a:pt x="516202" y="5575068"/>
                  </a:lnTo>
                  <a:lnTo>
                    <a:pt x="516328" y="5575068"/>
                  </a:lnTo>
                  <a:lnTo>
                    <a:pt x="516454" y="5575068"/>
                  </a:lnTo>
                  <a:lnTo>
                    <a:pt x="516580" y="5575068"/>
                  </a:lnTo>
                  <a:lnTo>
                    <a:pt x="516707" y="5575068"/>
                  </a:lnTo>
                  <a:lnTo>
                    <a:pt x="516833" y="5575068"/>
                  </a:lnTo>
                  <a:lnTo>
                    <a:pt x="516959" y="5575068"/>
                  </a:lnTo>
                  <a:lnTo>
                    <a:pt x="517085" y="5575068"/>
                  </a:lnTo>
                  <a:lnTo>
                    <a:pt x="517211" y="5575068"/>
                  </a:lnTo>
                  <a:lnTo>
                    <a:pt x="517337" y="5575068"/>
                  </a:lnTo>
                  <a:lnTo>
                    <a:pt x="517463" y="5575068"/>
                  </a:lnTo>
                  <a:lnTo>
                    <a:pt x="517589" y="5575068"/>
                  </a:lnTo>
                  <a:lnTo>
                    <a:pt x="517715" y="5575068"/>
                  </a:lnTo>
                  <a:lnTo>
                    <a:pt x="517841" y="5575068"/>
                  </a:lnTo>
                  <a:lnTo>
                    <a:pt x="517967" y="5575068"/>
                  </a:lnTo>
                  <a:lnTo>
                    <a:pt x="518094" y="5575068"/>
                  </a:lnTo>
                  <a:lnTo>
                    <a:pt x="518220" y="5575068"/>
                  </a:lnTo>
                  <a:lnTo>
                    <a:pt x="518346" y="5575068"/>
                  </a:lnTo>
                  <a:lnTo>
                    <a:pt x="518472" y="5575068"/>
                  </a:lnTo>
                  <a:lnTo>
                    <a:pt x="518598" y="5575068"/>
                  </a:lnTo>
                  <a:lnTo>
                    <a:pt x="518724" y="5575068"/>
                  </a:lnTo>
                  <a:lnTo>
                    <a:pt x="518850" y="5575068"/>
                  </a:lnTo>
                  <a:lnTo>
                    <a:pt x="518976" y="5575068"/>
                  </a:lnTo>
                  <a:lnTo>
                    <a:pt x="519102" y="5575068"/>
                  </a:lnTo>
                  <a:lnTo>
                    <a:pt x="519228" y="5575068"/>
                  </a:lnTo>
                  <a:lnTo>
                    <a:pt x="519354" y="5575068"/>
                  </a:lnTo>
                  <a:lnTo>
                    <a:pt x="519480" y="5575068"/>
                  </a:lnTo>
                  <a:lnTo>
                    <a:pt x="519607" y="5575068"/>
                  </a:lnTo>
                  <a:lnTo>
                    <a:pt x="519733" y="5575068"/>
                  </a:lnTo>
                  <a:lnTo>
                    <a:pt x="519859" y="5575068"/>
                  </a:lnTo>
                  <a:lnTo>
                    <a:pt x="519985" y="5575068"/>
                  </a:lnTo>
                  <a:lnTo>
                    <a:pt x="520111" y="5575068"/>
                  </a:lnTo>
                  <a:lnTo>
                    <a:pt x="520237" y="5575068"/>
                  </a:lnTo>
                  <a:lnTo>
                    <a:pt x="520363" y="5575068"/>
                  </a:lnTo>
                  <a:lnTo>
                    <a:pt x="520489" y="5575068"/>
                  </a:lnTo>
                  <a:lnTo>
                    <a:pt x="520489" y="5569789"/>
                  </a:lnTo>
                  <a:lnTo>
                    <a:pt x="520615" y="5569789"/>
                  </a:lnTo>
                  <a:lnTo>
                    <a:pt x="520741" y="5569789"/>
                  </a:lnTo>
                  <a:lnTo>
                    <a:pt x="520867" y="5569789"/>
                  </a:lnTo>
                  <a:lnTo>
                    <a:pt x="520994" y="5569789"/>
                  </a:lnTo>
                  <a:lnTo>
                    <a:pt x="521120" y="5569789"/>
                  </a:lnTo>
                  <a:lnTo>
                    <a:pt x="521246" y="5569789"/>
                  </a:lnTo>
                  <a:lnTo>
                    <a:pt x="521372" y="5569789"/>
                  </a:lnTo>
                  <a:lnTo>
                    <a:pt x="521498" y="5569789"/>
                  </a:lnTo>
                  <a:lnTo>
                    <a:pt x="521624" y="5569789"/>
                  </a:lnTo>
                  <a:lnTo>
                    <a:pt x="521750" y="5569789"/>
                  </a:lnTo>
                  <a:lnTo>
                    <a:pt x="521750" y="5564510"/>
                  </a:lnTo>
                  <a:lnTo>
                    <a:pt x="521876" y="5564510"/>
                  </a:lnTo>
                  <a:lnTo>
                    <a:pt x="522002" y="5564510"/>
                  </a:lnTo>
                  <a:lnTo>
                    <a:pt x="522128" y="5564510"/>
                  </a:lnTo>
                  <a:lnTo>
                    <a:pt x="522254" y="5564510"/>
                  </a:lnTo>
                  <a:lnTo>
                    <a:pt x="522254" y="5559230"/>
                  </a:lnTo>
                  <a:lnTo>
                    <a:pt x="522380" y="5559230"/>
                  </a:lnTo>
                  <a:lnTo>
                    <a:pt x="522507" y="5559230"/>
                  </a:lnTo>
                  <a:lnTo>
                    <a:pt x="522633" y="5559230"/>
                  </a:lnTo>
                  <a:lnTo>
                    <a:pt x="522759" y="5559230"/>
                  </a:lnTo>
                  <a:lnTo>
                    <a:pt x="522885" y="5559230"/>
                  </a:lnTo>
                  <a:lnTo>
                    <a:pt x="523011" y="5559230"/>
                  </a:lnTo>
                  <a:lnTo>
                    <a:pt x="523137" y="5559230"/>
                  </a:lnTo>
                  <a:lnTo>
                    <a:pt x="523263" y="5559230"/>
                  </a:lnTo>
                  <a:lnTo>
                    <a:pt x="523389" y="5559230"/>
                  </a:lnTo>
                  <a:lnTo>
                    <a:pt x="523515" y="5559230"/>
                  </a:lnTo>
                  <a:lnTo>
                    <a:pt x="523641" y="5559230"/>
                  </a:lnTo>
                  <a:lnTo>
                    <a:pt x="523767" y="5559230"/>
                  </a:lnTo>
                  <a:lnTo>
                    <a:pt x="523894" y="5559230"/>
                  </a:lnTo>
                  <a:lnTo>
                    <a:pt x="524020" y="5559230"/>
                  </a:lnTo>
                  <a:lnTo>
                    <a:pt x="524146" y="5559230"/>
                  </a:lnTo>
                  <a:lnTo>
                    <a:pt x="524272" y="5559230"/>
                  </a:lnTo>
                  <a:lnTo>
                    <a:pt x="524398" y="5559230"/>
                  </a:lnTo>
                  <a:lnTo>
                    <a:pt x="524524" y="5559230"/>
                  </a:lnTo>
                  <a:lnTo>
                    <a:pt x="524650" y="5559230"/>
                  </a:lnTo>
                  <a:lnTo>
                    <a:pt x="524776" y="5559230"/>
                  </a:lnTo>
                  <a:lnTo>
                    <a:pt x="524902" y="5559230"/>
                  </a:lnTo>
                  <a:lnTo>
                    <a:pt x="525028" y="5559230"/>
                  </a:lnTo>
                  <a:lnTo>
                    <a:pt x="525154" y="5559230"/>
                  </a:lnTo>
                  <a:lnTo>
                    <a:pt x="525281" y="5559230"/>
                  </a:lnTo>
                  <a:lnTo>
                    <a:pt x="525407" y="5559230"/>
                  </a:lnTo>
                  <a:lnTo>
                    <a:pt x="525533" y="5559230"/>
                  </a:lnTo>
                  <a:lnTo>
                    <a:pt x="525659" y="5559230"/>
                  </a:lnTo>
                  <a:lnTo>
                    <a:pt x="525785" y="5559230"/>
                  </a:lnTo>
                  <a:lnTo>
                    <a:pt x="525785" y="5553951"/>
                  </a:lnTo>
                  <a:lnTo>
                    <a:pt x="525911" y="5553951"/>
                  </a:lnTo>
                  <a:lnTo>
                    <a:pt x="526037" y="5553951"/>
                  </a:lnTo>
                  <a:lnTo>
                    <a:pt x="526163" y="5553951"/>
                  </a:lnTo>
                  <a:lnTo>
                    <a:pt x="526289" y="5553951"/>
                  </a:lnTo>
                  <a:lnTo>
                    <a:pt x="526415" y="5553951"/>
                  </a:lnTo>
                  <a:lnTo>
                    <a:pt x="526541" y="5553951"/>
                  </a:lnTo>
                  <a:lnTo>
                    <a:pt x="526667" y="5553951"/>
                  </a:lnTo>
                  <a:lnTo>
                    <a:pt x="526794" y="5553951"/>
                  </a:lnTo>
                  <a:lnTo>
                    <a:pt x="526920" y="5553951"/>
                  </a:lnTo>
                  <a:lnTo>
                    <a:pt x="527046" y="5553951"/>
                  </a:lnTo>
                  <a:lnTo>
                    <a:pt x="527172" y="5553951"/>
                  </a:lnTo>
                  <a:lnTo>
                    <a:pt x="527298" y="5553951"/>
                  </a:lnTo>
                  <a:lnTo>
                    <a:pt x="527424" y="5553951"/>
                  </a:lnTo>
                  <a:lnTo>
                    <a:pt x="527550" y="5553951"/>
                  </a:lnTo>
                  <a:lnTo>
                    <a:pt x="527676" y="5553951"/>
                  </a:lnTo>
                  <a:lnTo>
                    <a:pt x="527802" y="5553951"/>
                  </a:lnTo>
                  <a:lnTo>
                    <a:pt x="527928" y="5553951"/>
                  </a:lnTo>
                  <a:lnTo>
                    <a:pt x="527928" y="5548671"/>
                  </a:lnTo>
                  <a:lnTo>
                    <a:pt x="528054" y="5548671"/>
                  </a:lnTo>
                  <a:lnTo>
                    <a:pt x="528181" y="5548671"/>
                  </a:lnTo>
                  <a:lnTo>
                    <a:pt x="528307" y="5548671"/>
                  </a:lnTo>
                  <a:lnTo>
                    <a:pt x="528433" y="5548671"/>
                  </a:lnTo>
                  <a:lnTo>
                    <a:pt x="528559" y="5548671"/>
                  </a:lnTo>
                  <a:lnTo>
                    <a:pt x="528685" y="5548671"/>
                  </a:lnTo>
                  <a:lnTo>
                    <a:pt x="528811" y="5548671"/>
                  </a:lnTo>
                  <a:lnTo>
                    <a:pt x="528937" y="5548671"/>
                  </a:lnTo>
                  <a:lnTo>
                    <a:pt x="529063" y="5548671"/>
                  </a:lnTo>
                  <a:lnTo>
                    <a:pt x="529189" y="5548671"/>
                  </a:lnTo>
                  <a:lnTo>
                    <a:pt x="529315" y="5548671"/>
                  </a:lnTo>
                  <a:lnTo>
                    <a:pt x="529441" y="5548671"/>
                  </a:lnTo>
                  <a:lnTo>
                    <a:pt x="529567" y="5548671"/>
                  </a:lnTo>
                  <a:lnTo>
                    <a:pt x="529694" y="5548671"/>
                  </a:lnTo>
                  <a:lnTo>
                    <a:pt x="529820" y="5548671"/>
                  </a:lnTo>
                  <a:lnTo>
                    <a:pt x="529946" y="5548671"/>
                  </a:lnTo>
                  <a:lnTo>
                    <a:pt x="530072" y="5548671"/>
                  </a:lnTo>
                  <a:lnTo>
                    <a:pt x="530198" y="5548671"/>
                  </a:lnTo>
                  <a:lnTo>
                    <a:pt x="530324" y="5548671"/>
                  </a:lnTo>
                  <a:lnTo>
                    <a:pt x="530450" y="5548671"/>
                  </a:lnTo>
                  <a:lnTo>
                    <a:pt x="530576" y="5548671"/>
                  </a:lnTo>
                  <a:lnTo>
                    <a:pt x="530702" y="5548671"/>
                  </a:lnTo>
                  <a:lnTo>
                    <a:pt x="530828" y="5548671"/>
                  </a:lnTo>
                  <a:lnTo>
                    <a:pt x="530954" y="5548671"/>
                  </a:lnTo>
                  <a:lnTo>
                    <a:pt x="531081" y="5548671"/>
                  </a:lnTo>
                  <a:lnTo>
                    <a:pt x="531207" y="5548671"/>
                  </a:lnTo>
                  <a:lnTo>
                    <a:pt x="531333" y="5548671"/>
                  </a:lnTo>
                  <a:lnTo>
                    <a:pt x="531459" y="5548671"/>
                  </a:lnTo>
                  <a:lnTo>
                    <a:pt x="531585" y="5548671"/>
                  </a:lnTo>
                  <a:lnTo>
                    <a:pt x="531711" y="5548671"/>
                  </a:lnTo>
                  <a:lnTo>
                    <a:pt x="531837" y="5548671"/>
                  </a:lnTo>
                  <a:lnTo>
                    <a:pt x="531963" y="5548671"/>
                  </a:lnTo>
                  <a:lnTo>
                    <a:pt x="532089" y="5548671"/>
                  </a:lnTo>
                  <a:lnTo>
                    <a:pt x="532215" y="5548671"/>
                  </a:lnTo>
                  <a:lnTo>
                    <a:pt x="532341" y="5548671"/>
                  </a:lnTo>
                  <a:lnTo>
                    <a:pt x="532468" y="5548671"/>
                  </a:lnTo>
                  <a:lnTo>
                    <a:pt x="532594" y="5548671"/>
                  </a:lnTo>
                  <a:lnTo>
                    <a:pt x="532720" y="5548671"/>
                  </a:lnTo>
                  <a:lnTo>
                    <a:pt x="532846" y="5548671"/>
                  </a:lnTo>
                  <a:lnTo>
                    <a:pt x="532972" y="5548671"/>
                  </a:lnTo>
                  <a:lnTo>
                    <a:pt x="533098" y="5548671"/>
                  </a:lnTo>
                  <a:lnTo>
                    <a:pt x="533098" y="5543392"/>
                  </a:lnTo>
                  <a:lnTo>
                    <a:pt x="533224" y="5543392"/>
                  </a:lnTo>
                  <a:lnTo>
                    <a:pt x="533350" y="5543392"/>
                  </a:lnTo>
                  <a:lnTo>
                    <a:pt x="533476" y="5543392"/>
                  </a:lnTo>
                  <a:lnTo>
                    <a:pt x="533602" y="5543392"/>
                  </a:lnTo>
                  <a:lnTo>
                    <a:pt x="533728" y="5543392"/>
                  </a:lnTo>
                  <a:lnTo>
                    <a:pt x="533854" y="5543392"/>
                  </a:lnTo>
                  <a:lnTo>
                    <a:pt x="533981" y="5543392"/>
                  </a:lnTo>
                  <a:lnTo>
                    <a:pt x="534107" y="5543392"/>
                  </a:lnTo>
                  <a:lnTo>
                    <a:pt x="534233" y="5543392"/>
                  </a:lnTo>
                  <a:lnTo>
                    <a:pt x="534359" y="5543392"/>
                  </a:lnTo>
                  <a:lnTo>
                    <a:pt x="534485" y="5543392"/>
                  </a:lnTo>
                  <a:lnTo>
                    <a:pt x="534611" y="5543392"/>
                  </a:lnTo>
                  <a:lnTo>
                    <a:pt x="534737" y="5543392"/>
                  </a:lnTo>
                  <a:lnTo>
                    <a:pt x="534863" y="5543392"/>
                  </a:lnTo>
                  <a:lnTo>
                    <a:pt x="534989" y="5543392"/>
                  </a:lnTo>
                  <a:lnTo>
                    <a:pt x="535115" y="5543392"/>
                  </a:lnTo>
                  <a:lnTo>
                    <a:pt x="535241" y="5543392"/>
                  </a:lnTo>
                  <a:lnTo>
                    <a:pt x="535368" y="5543392"/>
                  </a:lnTo>
                  <a:lnTo>
                    <a:pt x="535494" y="5543392"/>
                  </a:lnTo>
                  <a:lnTo>
                    <a:pt x="535620" y="5543392"/>
                  </a:lnTo>
                  <a:lnTo>
                    <a:pt x="535746" y="5543392"/>
                  </a:lnTo>
                  <a:lnTo>
                    <a:pt x="535872" y="5543392"/>
                  </a:lnTo>
                  <a:lnTo>
                    <a:pt x="535998" y="5543392"/>
                  </a:lnTo>
                  <a:lnTo>
                    <a:pt x="536124" y="5543392"/>
                  </a:lnTo>
                  <a:lnTo>
                    <a:pt x="536250" y="5543392"/>
                  </a:lnTo>
                  <a:lnTo>
                    <a:pt x="536376" y="5543392"/>
                  </a:lnTo>
                  <a:lnTo>
                    <a:pt x="536502" y="5543392"/>
                  </a:lnTo>
                  <a:lnTo>
                    <a:pt x="536628" y="5543392"/>
                  </a:lnTo>
                  <a:lnTo>
                    <a:pt x="536754" y="5543392"/>
                  </a:lnTo>
                  <a:lnTo>
                    <a:pt x="536881" y="5543392"/>
                  </a:lnTo>
                  <a:lnTo>
                    <a:pt x="537007" y="5543392"/>
                  </a:lnTo>
                  <a:lnTo>
                    <a:pt x="537133" y="5543392"/>
                  </a:lnTo>
                  <a:lnTo>
                    <a:pt x="537259" y="5543392"/>
                  </a:lnTo>
                  <a:lnTo>
                    <a:pt x="537385" y="5543392"/>
                  </a:lnTo>
                  <a:lnTo>
                    <a:pt x="537511" y="5543392"/>
                  </a:lnTo>
                  <a:lnTo>
                    <a:pt x="537637" y="5543392"/>
                  </a:lnTo>
                  <a:lnTo>
                    <a:pt x="537637" y="5538112"/>
                  </a:lnTo>
                  <a:lnTo>
                    <a:pt x="537763" y="5538112"/>
                  </a:lnTo>
                  <a:lnTo>
                    <a:pt x="537889" y="5538112"/>
                  </a:lnTo>
                  <a:lnTo>
                    <a:pt x="538015" y="5538112"/>
                  </a:lnTo>
                  <a:lnTo>
                    <a:pt x="538141" y="5538112"/>
                  </a:lnTo>
                  <a:lnTo>
                    <a:pt x="538141" y="5532833"/>
                  </a:lnTo>
                  <a:lnTo>
                    <a:pt x="538268" y="5532833"/>
                  </a:lnTo>
                  <a:lnTo>
                    <a:pt x="538394" y="5532833"/>
                  </a:lnTo>
                  <a:lnTo>
                    <a:pt x="538520" y="5532833"/>
                  </a:lnTo>
                  <a:lnTo>
                    <a:pt x="538646" y="5532833"/>
                  </a:lnTo>
                  <a:lnTo>
                    <a:pt x="538772" y="5532833"/>
                  </a:lnTo>
                  <a:lnTo>
                    <a:pt x="538898" y="5532833"/>
                  </a:lnTo>
                  <a:lnTo>
                    <a:pt x="539024" y="5532833"/>
                  </a:lnTo>
                  <a:lnTo>
                    <a:pt x="539150" y="5532833"/>
                  </a:lnTo>
                  <a:lnTo>
                    <a:pt x="539276" y="5532833"/>
                  </a:lnTo>
                  <a:lnTo>
                    <a:pt x="539402" y="5532833"/>
                  </a:lnTo>
                  <a:lnTo>
                    <a:pt x="539528" y="5532833"/>
                  </a:lnTo>
                  <a:lnTo>
                    <a:pt x="539655" y="5532833"/>
                  </a:lnTo>
                  <a:lnTo>
                    <a:pt x="539781" y="5532833"/>
                  </a:lnTo>
                  <a:lnTo>
                    <a:pt x="539907" y="5532833"/>
                  </a:lnTo>
                  <a:lnTo>
                    <a:pt x="540033" y="5532833"/>
                  </a:lnTo>
                  <a:lnTo>
                    <a:pt x="540159" y="5532833"/>
                  </a:lnTo>
                  <a:lnTo>
                    <a:pt x="540285" y="5532833"/>
                  </a:lnTo>
                  <a:lnTo>
                    <a:pt x="540411" y="5532833"/>
                  </a:lnTo>
                  <a:lnTo>
                    <a:pt x="540411" y="5527554"/>
                  </a:lnTo>
                  <a:lnTo>
                    <a:pt x="540537" y="5527554"/>
                  </a:lnTo>
                  <a:lnTo>
                    <a:pt x="540663" y="5527554"/>
                  </a:lnTo>
                  <a:lnTo>
                    <a:pt x="540789" y="5527554"/>
                  </a:lnTo>
                  <a:lnTo>
                    <a:pt x="540915" y="5527554"/>
                  </a:lnTo>
                  <a:lnTo>
                    <a:pt x="541041" y="5527554"/>
                  </a:lnTo>
                  <a:lnTo>
                    <a:pt x="541168" y="5527554"/>
                  </a:lnTo>
                  <a:lnTo>
                    <a:pt x="541294" y="5527554"/>
                  </a:lnTo>
                  <a:lnTo>
                    <a:pt x="541420" y="5527554"/>
                  </a:lnTo>
                  <a:lnTo>
                    <a:pt x="541546" y="5527554"/>
                  </a:lnTo>
                  <a:lnTo>
                    <a:pt x="541672" y="5527554"/>
                  </a:lnTo>
                  <a:lnTo>
                    <a:pt x="541798" y="5527554"/>
                  </a:lnTo>
                  <a:lnTo>
                    <a:pt x="541924" y="5527554"/>
                  </a:lnTo>
                  <a:lnTo>
                    <a:pt x="542050" y="5527554"/>
                  </a:lnTo>
                  <a:lnTo>
                    <a:pt x="542176" y="5527554"/>
                  </a:lnTo>
                  <a:lnTo>
                    <a:pt x="542302" y="5527554"/>
                  </a:lnTo>
                  <a:lnTo>
                    <a:pt x="542428" y="5527554"/>
                  </a:lnTo>
                  <a:lnTo>
                    <a:pt x="542555" y="5527554"/>
                  </a:lnTo>
                  <a:lnTo>
                    <a:pt x="542681" y="5527554"/>
                  </a:lnTo>
                  <a:lnTo>
                    <a:pt x="542807" y="5527554"/>
                  </a:lnTo>
                  <a:lnTo>
                    <a:pt x="542933" y="5527554"/>
                  </a:lnTo>
                  <a:lnTo>
                    <a:pt x="543059" y="5527554"/>
                  </a:lnTo>
                  <a:lnTo>
                    <a:pt x="543185" y="5527554"/>
                  </a:lnTo>
                  <a:lnTo>
                    <a:pt x="543311" y="5527554"/>
                  </a:lnTo>
                  <a:lnTo>
                    <a:pt x="543437" y="5527554"/>
                  </a:lnTo>
                  <a:lnTo>
                    <a:pt x="543563" y="5527554"/>
                  </a:lnTo>
                  <a:lnTo>
                    <a:pt x="543689" y="5527554"/>
                  </a:lnTo>
                  <a:lnTo>
                    <a:pt x="543815" y="5527554"/>
                  </a:lnTo>
                  <a:lnTo>
                    <a:pt x="543941" y="5527554"/>
                  </a:lnTo>
                  <a:lnTo>
                    <a:pt x="544068" y="5527554"/>
                  </a:lnTo>
                  <a:lnTo>
                    <a:pt x="544194" y="5527554"/>
                  </a:lnTo>
                  <a:lnTo>
                    <a:pt x="544320" y="5527554"/>
                  </a:lnTo>
                  <a:lnTo>
                    <a:pt x="544446" y="5527554"/>
                  </a:lnTo>
                  <a:lnTo>
                    <a:pt x="544572" y="5527554"/>
                  </a:lnTo>
                  <a:lnTo>
                    <a:pt x="544698" y="5527554"/>
                  </a:lnTo>
                  <a:lnTo>
                    <a:pt x="544824" y="5527554"/>
                  </a:lnTo>
                  <a:lnTo>
                    <a:pt x="544950" y="5527554"/>
                  </a:lnTo>
                  <a:lnTo>
                    <a:pt x="545076" y="5527554"/>
                  </a:lnTo>
                  <a:lnTo>
                    <a:pt x="545202" y="5527554"/>
                  </a:lnTo>
                  <a:lnTo>
                    <a:pt x="545328" y="5527554"/>
                  </a:lnTo>
                  <a:lnTo>
                    <a:pt x="545455" y="5527554"/>
                  </a:lnTo>
                  <a:lnTo>
                    <a:pt x="545581" y="5527554"/>
                  </a:lnTo>
                  <a:lnTo>
                    <a:pt x="545707" y="5527554"/>
                  </a:lnTo>
                  <a:lnTo>
                    <a:pt x="545833" y="5527554"/>
                  </a:lnTo>
                  <a:lnTo>
                    <a:pt x="545959" y="5527554"/>
                  </a:lnTo>
                  <a:lnTo>
                    <a:pt x="546085" y="5527554"/>
                  </a:lnTo>
                  <a:lnTo>
                    <a:pt x="546211" y="5527554"/>
                  </a:lnTo>
                  <a:lnTo>
                    <a:pt x="546337" y="5527554"/>
                  </a:lnTo>
                  <a:lnTo>
                    <a:pt x="546463" y="5527554"/>
                  </a:lnTo>
                  <a:lnTo>
                    <a:pt x="546589" y="5527554"/>
                  </a:lnTo>
                  <a:lnTo>
                    <a:pt x="546715" y="5527554"/>
                  </a:lnTo>
                  <a:lnTo>
                    <a:pt x="546841" y="5527554"/>
                  </a:lnTo>
                  <a:lnTo>
                    <a:pt x="546968" y="5527554"/>
                  </a:lnTo>
                  <a:lnTo>
                    <a:pt x="547094" y="5527554"/>
                  </a:lnTo>
                  <a:lnTo>
                    <a:pt x="547220" y="5527554"/>
                  </a:lnTo>
                  <a:lnTo>
                    <a:pt x="547346" y="5527554"/>
                  </a:lnTo>
                  <a:lnTo>
                    <a:pt x="547472" y="5527554"/>
                  </a:lnTo>
                  <a:lnTo>
                    <a:pt x="547598" y="5527554"/>
                  </a:lnTo>
                  <a:lnTo>
                    <a:pt x="547724" y="5527554"/>
                  </a:lnTo>
                  <a:lnTo>
                    <a:pt x="547850" y="5527554"/>
                  </a:lnTo>
                  <a:lnTo>
                    <a:pt x="547976" y="5527554"/>
                  </a:lnTo>
                  <a:lnTo>
                    <a:pt x="548102" y="5527554"/>
                  </a:lnTo>
                  <a:lnTo>
                    <a:pt x="548228" y="5527554"/>
                  </a:lnTo>
                  <a:lnTo>
                    <a:pt x="548355" y="5527554"/>
                  </a:lnTo>
                  <a:lnTo>
                    <a:pt x="548481" y="5527554"/>
                  </a:lnTo>
                  <a:lnTo>
                    <a:pt x="548607" y="5527554"/>
                  </a:lnTo>
                  <a:lnTo>
                    <a:pt x="548733" y="5527554"/>
                  </a:lnTo>
                  <a:lnTo>
                    <a:pt x="548859" y="5527554"/>
                  </a:lnTo>
                  <a:lnTo>
                    <a:pt x="548985" y="5527554"/>
                  </a:lnTo>
                  <a:lnTo>
                    <a:pt x="549111" y="5527554"/>
                  </a:lnTo>
                  <a:lnTo>
                    <a:pt x="549237" y="5527554"/>
                  </a:lnTo>
                  <a:lnTo>
                    <a:pt x="549363" y="5527554"/>
                  </a:lnTo>
                  <a:lnTo>
                    <a:pt x="549489" y="5527554"/>
                  </a:lnTo>
                  <a:lnTo>
                    <a:pt x="549615" y="5527554"/>
                  </a:lnTo>
                  <a:lnTo>
                    <a:pt x="549742" y="5527554"/>
                  </a:lnTo>
                  <a:lnTo>
                    <a:pt x="549868" y="5527554"/>
                  </a:lnTo>
                  <a:lnTo>
                    <a:pt x="549994" y="5527554"/>
                  </a:lnTo>
                  <a:lnTo>
                    <a:pt x="550120" y="5527554"/>
                  </a:lnTo>
                  <a:lnTo>
                    <a:pt x="550246" y="5527554"/>
                  </a:lnTo>
                  <a:lnTo>
                    <a:pt x="550372" y="5527554"/>
                  </a:lnTo>
                  <a:lnTo>
                    <a:pt x="550498" y="5527554"/>
                  </a:lnTo>
                  <a:lnTo>
                    <a:pt x="550624" y="5527554"/>
                  </a:lnTo>
                  <a:lnTo>
                    <a:pt x="550750" y="5527554"/>
                  </a:lnTo>
                  <a:lnTo>
                    <a:pt x="550876" y="5527554"/>
                  </a:lnTo>
                  <a:lnTo>
                    <a:pt x="551002" y="5527554"/>
                  </a:lnTo>
                  <a:lnTo>
                    <a:pt x="551128" y="5527554"/>
                  </a:lnTo>
                  <a:lnTo>
                    <a:pt x="551255" y="5527554"/>
                  </a:lnTo>
                  <a:lnTo>
                    <a:pt x="551381" y="5527554"/>
                  </a:lnTo>
                  <a:lnTo>
                    <a:pt x="551507" y="5527554"/>
                  </a:lnTo>
                  <a:lnTo>
                    <a:pt x="551633" y="5527554"/>
                  </a:lnTo>
                  <a:lnTo>
                    <a:pt x="551759" y="5527554"/>
                  </a:lnTo>
                  <a:lnTo>
                    <a:pt x="551885" y="5527554"/>
                  </a:lnTo>
                  <a:lnTo>
                    <a:pt x="552011" y="5527554"/>
                  </a:lnTo>
                  <a:lnTo>
                    <a:pt x="552137" y="5527554"/>
                  </a:lnTo>
                  <a:lnTo>
                    <a:pt x="552263" y="5527554"/>
                  </a:lnTo>
                  <a:lnTo>
                    <a:pt x="552389" y="5527554"/>
                  </a:lnTo>
                  <a:lnTo>
                    <a:pt x="552515" y="5527554"/>
                  </a:lnTo>
                  <a:lnTo>
                    <a:pt x="552642" y="5527554"/>
                  </a:lnTo>
                  <a:lnTo>
                    <a:pt x="552768" y="5527554"/>
                  </a:lnTo>
                  <a:lnTo>
                    <a:pt x="552894" y="5527554"/>
                  </a:lnTo>
                  <a:lnTo>
                    <a:pt x="553020" y="5527554"/>
                  </a:lnTo>
                  <a:lnTo>
                    <a:pt x="553146" y="5527554"/>
                  </a:lnTo>
                  <a:lnTo>
                    <a:pt x="553272" y="5527554"/>
                  </a:lnTo>
                  <a:lnTo>
                    <a:pt x="553398" y="5527554"/>
                  </a:lnTo>
                  <a:lnTo>
                    <a:pt x="553524" y="5527554"/>
                  </a:lnTo>
                  <a:lnTo>
                    <a:pt x="553650" y="5527554"/>
                  </a:lnTo>
                  <a:lnTo>
                    <a:pt x="553776" y="5527554"/>
                  </a:lnTo>
                  <a:lnTo>
                    <a:pt x="553902" y="5527554"/>
                  </a:lnTo>
                  <a:lnTo>
                    <a:pt x="554028" y="5527554"/>
                  </a:lnTo>
                  <a:lnTo>
                    <a:pt x="554155" y="5527554"/>
                  </a:lnTo>
                  <a:lnTo>
                    <a:pt x="554281" y="5527554"/>
                  </a:lnTo>
                  <a:lnTo>
                    <a:pt x="554407" y="5527554"/>
                  </a:lnTo>
                  <a:lnTo>
                    <a:pt x="554533" y="5527554"/>
                  </a:lnTo>
                  <a:lnTo>
                    <a:pt x="554659" y="5527554"/>
                  </a:lnTo>
                  <a:lnTo>
                    <a:pt x="554785" y="5527554"/>
                  </a:lnTo>
                  <a:lnTo>
                    <a:pt x="554911" y="5527554"/>
                  </a:lnTo>
                  <a:lnTo>
                    <a:pt x="555037" y="5527554"/>
                  </a:lnTo>
                  <a:lnTo>
                    <a:pt x="555163" y="5527554"/>
                  </a:lnTo>
                  <a:lnTo>
                    <a:pt x="555289" y="5527554"/>
                  </a:lnTo>
                  <a:lnTo>
                    <a:pt x="555415" y="5527554"/>
                  </a:lnTo>
                  <a:lnTo>
                    <a:pt x="555542" y="5527554"/>
                  </a:lnTo>
                  <a:lnTo>
                    <a:pt x="555668" y="5527554"/>
                  </a:lnTo>
                  <a:lnTo>
                    <a:pt x="555794" y="5527554"/>
                  </a:lnTo>
                  <a:lnTo>
                    <a:pt x="555920" y="5527554"/>
                  </a:lnTo>
                  <a:lnTo>
                    <a:pt x="556046" y="5527554"/>
                  </a:lnTo>
                  <a:lnTo>
                    <a:pt x="556172" y="5527554"/>
                  </a:lnTo>
                  <a:lnTo>
                    <a:pt x="556298" y="5527554"/>
                  </a:lnTo>
                  <a:lnTo>
                    <a:pt x="556424" y="5527554"/>
                  </a:lnTo>
                  <a:lnTo>
                    <a:pt x="556550" y="5527554"/>
                  </a:lnTo>
                  <a:lnTo>
                    <a:pt x="556676" y="5527554"/>
                  </a:lnTo>
                  <a:lnTo>
                    <a:pt x="556802" y="5527554"/>
                  </a:lnTo>
                  <a:lnTo>
                    <a:pt x="556929" y="5527554"/>
                  </a:lnTo>
                  <a:lnTo>
                    <a:pt x="557055" y="5527554"/>
                  </a:lnTo>
                  <a:lnTo>
                    <a:pt x="557181" y="5527554"/>
                  </a:lnTo>
                  <a:lnTo>
                    <a:pt x="557307" y="5527554"/>
                  </a:lnTo>
                  <a:lnTo>
                    <a:pt x="557433" y="5527554"/>
                  </a:lnTo>
                  <a:lnTo>
                    <a:pt x="557559" y="5527554"/>
                  </a:lnTo>
                  <a:lnTo>
                    <a:pt x="557685" y="5527554"/>
                  </a:lnTo>
                  <a:lnTo>
                    <a:pt x="557811" y="5527554"/>
                  </a:lnTo>
                  <a:lnTo>
                    <a:pt x="557937" y="5527554"/>
                  </a:lnTo>
                  <a:lnTo>
                    <a:pt x="558063" y="5527554"/>
                  </a:lnTo>
                  <a:lnTo>
                    <a:pt x="558189" y="5527554"/>
                  </a:lnTo>
                  <a:lnTo>
                    <a:pt x="558315" y="5527554"/>
                  </a:lnTo>
                  <a:lnTo>
                    <a:pt x="558315" y="5522274"/>
                  </a:lnTo>
                  <a:lnTo>
                    <a:pt x="558442" y="5522274"/>
                  </a:lnTo>
                  <a:lnTo>
                    <a:pt x="558568" y="5522274"/>
                  </a:lnTo>
                  <a:lnTo>
                    <a:pt x="558694" y="5522274"/>
                  </a:lnTo>
                  <a:lnTo>
                    <a:pt x="558820" y="5522274"/>
                  </a:lnTo>
                  <a:lnTo>
                    <a:pt x="558946" y="5522274"/>
                  </a:lnTo>
                  <a:lnTo>
                    <a:pt x="559072" y="5522274"/>
                  </a:lnTo>
                  <a:lnTo>
                    <a:pt x="559198" y="5522274"/>
                  </a:lnTo>
                  <a:lnTo>
                    <a:pt x="559324" y="5522274"/>
                  </a:lnTo>
                  <a:lnTo>
                    <a:pt x="559450" y="5522274"/>
                  </a:lnTo>
                  <a:lnTo>
                    <a:pt x="559576" y="5522274"/>
                  </a:lnTo>
                  <a:lnTo>
                    <a:pt x="559702" y="5522274"/>
                  </a:lnTo>
                  <a:lnTo>
                    <a:pt x="559829" y="5522274"/>
                  </a:lnTo>
                  <a:lnTo>
                    <a:pt x="559955" y="5522274"/>
                  </a:lnTo>
                  <a:lnTo>
                    <a:pt x="560081" y="5522274"/>
                  </a:lnTo>
                  <a:lnTo>
                    <a:pt x="560207" y="5522274"/>
                  </a:lnTo>
                  <a:lnTo>
                    <a:pt x="560333" y="5522274"/>
                  </a:lnTo>
                  <a:lnTo>
                    <a:pt x="560459" y="5522274"/>
                  </a:lnTo>
                  <a:lnTo>
                    <a:pt x="560459" y="5516995"/>
                  </a:lnTo>
                  <a:lnTo>
                    <a:pt x="560585" y="5516995"/>
                  </a:lnTo>
                  <a:lnTo>
                    <a:pt x="560711" y="5516995"/>
                  </a:lnTo>
                  <a:lnTo>
                    <a:pt x="560837" y="5516995"/>
                  </a:lnTo>
                  <a:lnTo>
                    <a:pt x="560963" y="5516995"/>
                  </a:lnTo>
                  <a:lnTo>
                    <a:pt x="561089" y="5516995"/>
                  </a:lnTo>
                  <a:lnTo>
                    <a:pt x="561215" y="5516995"/>
                  </a:lnTo>
                  <a:lnTo>
                    <a:pt x="561342" y="5516995"/>
                  </a:lnTo>
                  <a:lnTo>
                    <a:pt x="561468" y="5516995"/>
                  </a:lnTo>
                  <a:lnTo>
                    <a:pt x="561594" y="5516995"/>
                  </a:lnTo>
                  <a:lnTo>
                    <a:pt x="561720" y="5516995"/>
                  </a:lnTo>
                  <a:lnTo>
                    <a:pt x="561846" y="5516995"/>
                  </a:lnTo>
                  <a:lnTo>
                    <a:pt x="561972" y="5516995"/>
                  </a:lnTo>
                  <a:lnTo>
                    <a:pt x="562098" y="5516995"/>
                  </a:lnTo>
                  <a:lnTo>
                    <a:pt x="562224" y="5516995"/>
                  </a:lnTo>
                  <a:lnTo>
                    <a:pt x="562350" y="5516995"/>
                  </a:lnTo>
                  <a:lnTo>
                    <a:pt x="562476" y="5516995"/>
                  </a:lnTo>
                  <a:lnTo>
                    <a:pt x="562602" y="5516995"/>
                  </a:lnTo>
                  <a:lnTo>
                    <a:pt x="562729" y="5516995"/>
                  </a:lnTo>
                  <a:lnTo>
                    <a:pt x="562855" y="5516995"/>
                  </a:lnTo>
                  <a:lnTo>
                    <a:pt x="562981" y="5516995"/>
                  </a:lnTo>
                  <a:lnTo>
                    <a:pt x="563107" y="5516995"/>
                  </a:lnTo>
                  <a:lnTo>
                    <a:pt x="563233" y="5516995"/>
                  </a:lnTo>
                  <a:lnTo>
                    <a:pt x="563359" y="5516995"/>
                  </a:lnTo>
                  <a:lnTo>
                    <a:pt x="563485" y="5516995"/>
                  </a:lnTo>
                  <a:lnTo>
                    <a:pt x="563611" y="5516995"/>
                  </a:lnTo>
                  <a:lnTo>
                    <a:pt x="563737" y="5516995"/>
                  </a:lnTo>
                  <a:lnTo>
                    <a:pt x="563863" y="5516995"/>
                  </a:lnTo>
                  <a:lnTo>
                    <a:pt x="563989" y="5516995"/>
                  </a:lnTo>
                  <a:lnTo>
                    <a:pt x="564115" y="5516995"/>
                  </a:lnTo>
                  <a:lnTo>
                    <a:pt x="564242" y="5516995"/>
                  </a:lnTo>
                  <a:lnTo>
                    <a:pt x="564368" y="5516995"/>
                  </a:lnTo>
                  <a:lnTo>
                    <a:pt x="564494" y="5516995"/>
                  </a:lnTo>
                  <a:lnTo>
                    <a:pt x="564620" y="5516995"/>
                  </a:lnTo>
                  <a:lnTo>
                    <a:pt x="564746" y="5516995"/>
                  </a:lnTo>
                  <a:lnTo>
                    <a:pt x="564872" y="5516995"/>
                  </a:lnTo>
                  <a:lnTo>
                    <a:pt x="564998" y="5516995"/>
                  </a:lnTo>
                  <a:lnTo>
                    <a:pt x="565124" y="5516995"/>
                  </a:lnTo>
                  <a:lnTo>
                    <a:pt x="565250" y="5516995"/>
                  </a:lnTo>
                  <a:lnTo>
                    <a:pt x="565376" y="5516995"/>
                  </a:lnTo>
                  <a:lnTo>
                    <a:pt x="565502" y="5516995"/>
                  </a:lnTo>
                  <a:lnTo>
                    <a:pt x="565629" y="5516995"/>
                  </a:lnTo>
                  <a:lnTo>
                    <a:pt x="565755" y="5516995"/>
                  </a:lnTo>
                  <a:lnTo>
                    <a:pt x="565881" y="5516995"/>
                  </a:lnTo>
                  <a:lnTo>
                    <a:pt x="566007" y="5516995"/>
                  </a:lnTo>
                  <a:lnTo>
                    <a:pt x="566133" y="5516995"/>
                  </a:lnTo>
                  <a:lnTo>
                    <a:pt x="566133" y="5511715"/>
                  </a:lnTo>
                  <a:lnTo>
                    <a:pt x="566259" y="5511715"/>
                  </a:lnTo>
                  <a:lnTo>
                    <a:pt x="566385" y="5511715"/>
                  </a:lnTo>
                  <a:lnTo>
                    <a:pt x="566511" y="5511715"/>
                  </a:lnTo>
                  <a:lnTo>
                    <a:pt x="566637" y="5511715"/>
                  </a:lnTo>
                  <a:lnTo>
                    <a:pt x="566763" y="5511715"/>
                  </a:lnTo>
                  <a:lnTo>
                    <a:pt x="566889" y="5511715"/>
                  </a:lnTo>
                  <a:lnTo>
                    <a:pt x="567016" y="5511715"/>
                  </a:lnTo>
                  <a:lnTo>
                    <a:pt x="567142" y="5511715"/>
                  </a:lnTo>
                  <a:lnTo>
                    <a:pt x="567268" y="5511715"/>
                  </a:lnTo>
                  <a:lnTo>
                    <a:pt x="567394" y="5511715"/>
                  </a:lnTo>
                  <a:lnTo>
                    <a:pt x="567520" y="5511715"/>
                  </a:lnTo>
                  <a:lnTo>
                    <a:pt x="567646" y="5511715"/>
                  </a:lnTo>
                  <a:lnTo>
                    <a:pt x="567772" y="5511715"/>
                  </a:lnTo>
                  <a:lnTo>
                    <a:pt x="567898" y="5511715"/>
                  </a:lnTo>
                  <a:lnTo>
                    <a:pt x="568024" y="5511715"/>
                  </a:lnTo>
                  <a:lnTo>
                    <a:pt x="568150" y="5511715"/>
                  </a:lnTo>
                  <a:lnTo>
                    <a:pt x="568276" y="5511715"/>
                  </a:lnTo>
                  <a:lnTo>
                    <a:pt x="568402" y="5511715"/>
                  </a:lnTo>
                  <a:lnTo>
                    <a:pt x="568529" y="5511715"/>
                  </a:lnTo>
                  <a:lnTo>
                    <a:pt x="568655" y="5511715"/>
                  </a:lnTo>
                  <a:lnTo>
                    <a:pt x="568781" y="5511715"/>
                  </a:lnTo>
                  <a:lnTo>
                    <a:pt x="568781" y="5506436"/>
                  </a:lnTo>
                  <a:lnTo>
                    <a:pt x="568907" y="5506436"/>
                  </a:lnTo>
                  <a:lnTo>
                    <a:pt x="569033" y="5506436"/>
                  </a:lnTo>
                  <a:lnTo>
                    <a:pt x="569159" y="5506436"/>
                  </a:lnTo>
                  <a:lnTo>
                    <a:pt x="569285" y="5506436"/>
                  </a:lnTo>
                  <a:lnTo>
                    <a:pt x="569411" y="5506436"/>
                  </a:lnTo>
                  <a:lnTo>
                    <a:pt x="569537" y="5506436"/>
                  </a:lnTo>
                  <a:lnTo>
                    <a:pt x="569663" y="5506436"/>
                  </a:lnTo>
                  <a:lnTo>
                    <a:pt x="569789" y="5506436"/>
                  </a:lnTo>
                  <a:lnTo>
                    <a:pt x="569916" y="5506436"/>
                  </a:lnTo>
                  <a:lnTo>
                    <a:pt x="570042" y="5506436"/>
                  </a:lnTo>
                  <a:lnTo>
                    <a:pt x="570042" y="5501157"/>
                  </a:lnTo>
                  <a:lnTo>
                    <a:pt x="570168" y="5501157"/>
                  </a:lnTo>
                  <a:lnTo>
                    <a:pt x="570294" y="5501157"/>
                  </a:lnTo>
                  <a:lnTo>
                    <a:pt x="570420" y="5501157"/>
                  </a:lnTo>
                  <a:lnTo>
                    <a:pt x="570546" y="5501157"/>
                  </a:lnTo>
                  <a:lnTo>
                    <a:pt x="570672" y="5501157"/>
                  </a:lnTo>
                  <a:lnTo>
                    <a:pt x="570798" y="5501157"/>
                  </a:lnTo>
                  <a:lnTo>
                    <a:pt x="570924" y="5501157"/>
                  </a:lnTo>
                  <a:lnTo>
                    <a:pt x="571050" y="5501157"/>
                  </a:lnTo>
                  <a:lnTo>
                    <a:pt x="571176" y="5501157"/>
                  </a:lnTo>
                  <a:lnTo>
                    <a:pt x="571302" y="5501157"/>
                  </a:lnTo>
                  <a:lnTo>
                    <a:pt x="571429" y="5501157"/>
                  </a:lnTo>
                  <a:lnTo>
                    <a:pt x="571555" y="5501157"/>
                  </a:lnTo>
                  <a:lnTo>
                    <a:pt x="571681" y="5501157"/>
                  </a:lnTo>
                  <a:lnTo>
                    <a:pt x="571807" y="5501157"/>
                  </a:lnTo>
                  <a:lnTo>
                    <a:pt x="571933" y="5501157"/>
                  </a:lnTo>
                  <a:lnTo>
                    <a:pt x="572059" y="5501157"/>
                  </a:lnTo>
                  <a:lnTo>
                    <a:pt x="572185" y="5501157"/>
                  </a:lnTo>
                  <a:lnTo>
                    <a:pt x="572311" y="5501157"/>
                  </a:lnTo>
                  <a:lnTo>
                    <a:pt x="572437" y="5501157"/>
                  </a:lnTo>
                  <a:lnTo>
                    <a:pt x="572563" y="5501157"/>
                  </a:lnTo>
                  <a:lnTo>
                    <a:pt x="572689" y="5501157"/>
                  </a:lnTo>
                  <a:lnTo>
                    <a:pt x="572816" y="5501157"/>
                  </a:lnTo>
                  <a:lnTo>
                    <a:pt x="572942" y="5501157"/>
                  </a:lnTo>
                  <a:lnTo>
                    <a:pt x="573068" y="5501157"/>
                  </a:lnTo>
                  <a:lnTo>
                    <a:pt x="573194" y="5501157"/>
                  </a:lnTo>
                  <a:lnTo>
                    <a:pt x="573320" y="5501157"/>
                  </a:lnTo>
                  <a:lnTo>
                    <a:pt x="573446" y="5501157"/>
                  </a:lnTo>
                  <a:lnTo>
                    <a:pt x="573572" y="5501157"/>
                  </a:lnTo>
                  <a:lnTo>
                    <a:pt x="573698" y="5501157"/>
                  </a:lnTo>
                  <a:lnTo>
                    <a:pt x="573824" y="5501157"/>
                  </a:lnTo>
                  <a:lnTo>
                    <a:pt x="573950" y="5501157"/>
                  </a:lnTo>
                  <a:lnTo>
                    <a:pt x="573950" y="5495877"/>
                  </a:lnTo>
                  <a:lnTo>
                    <a:pt x="574076" y="5495877"/>
                  </a:lnTo>
                  <a:lnTo>
                    <a:pt x="574203" y="5495877"/>
                  </a:lnTo>
                  <a:lnTo>
                    <a:pt x="574329" y="5495877"/>
                  </a:lnTo>
                  <a:lnTo>
                    <a:pt x="574455" y="5495877"/>
                  </a:lnTo>
                  <a:lnTo>
                    <a:pt x="574581" y="5495877"/>
                  </a:lnTo>
                  <a:lnTo>
                    <a:pt x="574707" y="5495877"/>
                  </a:lnTo>
                  <a:lnTo>
                    <a:pt x="574833" y="5495877"/>
                  </a:lnTo>
                  <a:lnTo>
                    <a:pt x="574959" y="5495877"/>
                  </a:lnTo>
                  <a:lnTo>
                    <a:pt x="575085" y="5495877"/>
                  </a:lnTo>
                  <a:lnTo>
                    <a:pt x="575211" y="5495877"/>
                  </a:lnTo>
                  <a:lnTo>
                    <a:pt x="575337" y="5495877"/>
                  </a:lnTo>
                  <a:lnTo>
                    <a:pt x="575463" y="5495877"/>
                  </a:lnTo>
                  <a:lnTo>
                    <a:pt x="575589" y="5495877"/>
                  </a:lnTo>
                  <a:lnTo>
                    <a:pt x="575716" y="5495877"/>
                  </a:lnTo>
                  <a:lnTo>
                    <a:pt x="575842" y="5495877"/>
                  </a:lnTo>
                  <a:lnTo>
                    <a:pt x="575968" y="5495877"/>
                  </a:lnTo>
                  <a:lnTo>
                    <a:pt x="576094" y="5495877"/>
                  </a:lnTo>
                  <a:lnTo>
                    <a:pt x="576220" y="5495877"/>
                  </a:lnTo>
                  <a:lnTo>
                    <a:pt x="576346" y="5495877"/>
                  </a:lnTo>
                  <a:lnTo>
                    <a:pt x="576472" y="5495877"/>
                  </a:lnTo>
                  <a:lnTo>
                    <a:pt x="576598" y="5495877"/>
                  </a:lnTo>
                  <a:lnTo>
                    <a:pt x="576724" y="5495877"/>
                  </a:lnTo>
                  <a:lnTo>
                    <a:pt x="576724" y="5490598"/>
                  </a:lnTo>
                  <a:lnTo>
                    <a:pt x="576850" y="5490598"/>
                  </a:lnTo>
                  <a:lnTo>
                    <a:pt x="576976" y="5490598"/>
                  </a:lnTo>
                  <a:lnTo>
                    <a:pt x="577103" y="5490598"/>
                  </a:lnTo>
                  <a:lnTo>
                    <a:pt x="577229" y="5490598"/>
                  </a:lnTo>
                  <a:lnTo>
                    <a:pt x="577355" y="5490598"/>
                  </a:lnTo>
                  <a:lnTo>
                    <a:pt x="577481" y="5490598"/>
                  </a:lnTo>
                  <a:lnTo>
                    <a:pt x="577607" y="5490598"/>
                  </a:lnTo>
                  <a:lnTo>
                    <a:pt x="577733" y="5490598"/>
                  </a:lnTo>
                  <a:lnTo>
                    <a:pt x="577859" y="5490598"/>
                  </a:lnTo>
                  <a:lnTo>
                    <a:pt x="577985" y="5490598"/>
                  </a:lnTo>
                  <a:lnTo>
                    <a:pt x="577985" y="5485318"/>
                  </a:lnTo>
                  <a:lnTo>
                    <a:pt x="578111" y="5485318"/>
                  </a:lnTo>
                  <a:lnTo>
                    <a:pt x="578237" y="5485318"/>
                  </a:lnTo>
                  <a:lnTo>
                    <a:pt x="578363" y="5485318"/>
                  </a:lnTo>
                  <a:lnTo>
                    <a:pt x="578489" y="5485318"/>
                  </a:lnTo>
                  <a:lnTo>
                    <a:pt x="578616" y="5485318"/>
                  </a:lnTo>
                  <a:lnTo>
                    <a:pt x="578742" y="5485318"/>
                  </a:lnTo>
                  <a:lnTo>
                    <a:pt x="578868" y="5485318"/>
                  </a:lnTo>
                  <a:lnTo>
                    <a:pt x="578994" y="5485318"/>
                  </a:lnTo>
                  <a:lnTo>
                    <a:pt x="579120" y="5485318"/>
                  </a:lnTo>
                  <a:lnTo>
                    <a:pt x="579246" y="5485318"/>
                  </a:lnTo>
                  <a:lnTo>
                    <a:pt x="579372" y="5485318"/>
                  </a:lnTo>
                  <a:lnTo>
                    <a:pt x="579498" y="5485318"/>
                  </a:lnTo>
                  <a:lnTo>
                    <a:pt x="579624" y="5485318"/>
                  </a:lnTo>
                  <a:lnTo>
                    <a:pt x="579750" y="5485318"/>
                  </a:lnTo>
                  <a:lnTo>
                    <a:pt x="579876" y="5485318"/>
                  </a:lnTo>
                  <a:lnTo>
                    <a:pt x="580003" y="5485318"/>
                  </a:lnTo>
                  <a:lnTo>
                    <a:pt x="580129" y="5485318"/>
                  </a:lnTo>
                  <a:lnTo>
                    <a:pt x="580255" y="5485318"/>
                  </a:lnTo>
                  <a:lnTo>
                    <a:pt x="580381" y="5485318"/>
                  </a:lnTo>
                  <a:lnTo>
                    <a:pt x="580507" y="5485318"/>
                  </a:lnTo>
                  <a:lnTo>
                    <a:pt x="580633" y="5485318"/>
                  </a:lnTo>
                  <a:lnTo>
                    <a:pt x="580759" y="5485318"/>
                  </a:lnTo>
                  <a:lnTo>
                    <a:pt x="580885" y="5485318"/>
                  </a:lnTo>
                  <a:lnTo>
                    <a:pt x="581011" y="5485318"/>
                  </a:lnTo>
                  <a:lnTo>
                    <a:pt x="581137" y="5485318"/>
                  </a:lnTo>
                  <a:lnTo>
                    <a:pt x="581263" y="5485318"/>
                  </a:lnTo>
                  <a:lnTo>
                    <a:pt x="581390" y="5485318"/>
                  </a:lnTo>
                  <a:lnTo>
                    <a:pt x="581516" y="5485318"/>
                  </a:lnTo>
                  <a:lnTo>
                    <a:pt x="581642" y="5485318"/>
                  </a:lnTo>
                  <a:lnTo>
                    <a:pt x="581768" y="5485318"/>
                  </a:lnTo>
                  <a:lnTo>
                    <a:pt x="581894" y="5485318"/>
                  </a:lnTo>
                  <a:lnTo>
                    <a:pt x="582020" y="5485318"/>
                  </a:lnTo>
                  <a:lnTo>
                    <a:pt x="582146" y="5485318"/>
                  </a:lnTo>
                  <a:lnTo>
                    <a:pt x="582146" y="5480039"/>
                  </a:lnTo>
                  <a:lnTo>
                    <a:pt x="582272" y="5480039"/>
                  </a:lnTo>
                  <a:lnTo>
                    <a:pt x="582398" y="5480039"/>
                  </a:lnTo>
                  <a:lnTo>
                    <a:pt x="582524" y="5480039"/>
                  </a:lnTo>
                  <a:lnTo>
                    <a:pt x="582650" y="5480039"/>
                  </a:lnTo>
                  <a:lnTo>
                    <a:pt x="582776" y="5480039"/>
                  </a:lnTo>
                  <a:lnTo>
                    <a:pt x="582903" y="5480039"/>
                  </a:lnTo>
                  <a:lnTo>
                    <a:pt x="583029" y="5480039"/>
                  </a:lnTo>
                  <a:lnTo>
                    <a:pt x="583155" y="5480039"/>
                  </a:lnTo>
                  <a:lnTo>
                    <a:pt x="583281" y="5480039"/>
                  </a:lnTo>
                  <a:lnTo>
                    <a:pt x="583407" y="5480039"/>
                  </a:lnTo>
                  <a:lnTo>
                    <a:pt x="583533" y="5480039"/>
                  </a:lnTo>
                  <a:lnTo>
                    <a:pt x="583659" y="5480039"/>
                  </a:lnTo>
                  <a:lnTo>
                    <a:pt x="583785" y="5480039"/>
                  </a:lnTo>
                  <a:lnTo>
                    <a:pt x="583911" y="5480039"/>
                  </a:lnTo>
                  <a:lnTo>
                    <a:pt x="584037" y="5480039"/>
                  </a:lnTo>
                  <a:lnTo>
                    <a:pt x="584163" y="5480039"/>
                  </a:lnTo>
                  <a:lnTo>
                    <a:pt x="584290" y="5480039"/>
                  </a:lnTo>
                  <a:lnTo>
                    <a:pt x="584290" y="5474759"/>
                  </a:lnTo>
                  <a:lnTo>
                    <a:pt x="584416" y="5474759"/>
                  </a:lnTo>
                  <a:lnTo>
                    <a:pt x="584542" y="5474759"/>
                  </a:lnTo>
                  <a:lnTo>
                    <a:pt x="584668" y="5474759"/>
                  </a:lnTo>
                  <a:lnTo>
                    <a:pt x="584794" y="5474759"/>
                  </a:lnTo>
                  <a:lnTo>
                    <a:pt x="584920" y="5474759"/>
                  </a:lnTo>
                  <a:lnTo>
                    <a:pt x="585046" y="5474759"/>
                  </a:lnTo>
                  <a:lnTo>
                    <a:pt x="585172" y="5474759"/>
                  </a:lnTo>
                  <a:lnTo>
                    <a:pt x="585298" y="5474759"/>
                  </a:lnTo>
                  <a:lnTo>
                    <a:pt x="585424" y="5474759"/>
                  </a:lnTo>
                  <a:lnTo>
                    <a:pt x="585424" y="5469480"/>
                  </a:lnTo>
                  <a:lnTo>
                    <a:pt x="585550" y="5469480"/>
                  </a:lnTo>
                  <a:lnTo>
                    <a:pt x="585676" y="5469480"/>
                  </a:lnTo>
                  <a:lnTo>
                    <a:pt x="585676" y="5464201"/>
                  </a:lnTo>
                  <a:lnTo>
                    <a:pt x="585803" y="5464201"/>
                  </a:lnTo>
                  <a:lnTo>
                    <a:pt x="585929" y="5464201"/>
                  </a:lnTo>
                  <a:lnTo>
                    <a:pt x="586055" y="5464201"/>
                  </a:lnTo>
                  <a:lnTo>
                    <a:pt x="586181" y="5464201"/>
                  </a:lnTo>
                  <a:lnTo>
                    <a:pt x="586181" y="5458921"/>
                  </a:lnTo>
                  <a:lnTo>
                    <a:pt x="586307" y="5458921"/>
                  </a:lnTo>
                  <a:lnTo>
                    <a:pt x="586433" y="5458921"/>
                  </a:lnTo>
                  <a:lnTo>
                    <a:pt x="586559" y="5458921"/>
                  </a:lnTo>
                  <a:lnTo>
                    <a:pt x="586685" y="5458921"/>
                  </a:lnTo>
                  <a:lnTo>
                    <a:pt x="586811" y="5458921"/>
                  </a:lnTo>
                  <a:lnTo>
                    <a:pt x="586937" y="5458921"/>
                  </a:lnTo>
                  <a:lnTo>
                    <a:pt x="587063" y="5458921"/>
                  </a:lnTo>
                  <a:lnTo>
                    <a:pt x="587190" y="5458921"/>
                  </a:lnTo>
                  <a:lnTo>
                    <a:pt x="587316" y="5458921"/>
                  </a:lnTo>
                  <a:lnTo>
                    <a:pt x="587442" y="5458921"/>
                  </a:lnTo>
                  <a:lnTo>
                    <a:pt x="587568" y="5458921"/>
                  </a:lnTo>
                  <a:lnTo>
                    <a:pt x="587694" y="5458921"/>
                  </a:lnTo>
                  <a:lnTo>
                    <a:pt x="587820" y="5458921"/>
                  </a:lnTo>
                  <a:lnTo>
                    <a:pt x="587946" y="5458921"/>
                  </a:lnTo>
                  <a:lnTo>
                    <a:pt x="588072" y="5458921"/>
                  </a:lnTo>
                  <a:lnTo>
                    <a:pt x="588198" y="5458921"/>
                  </a:lnTo>
                  <a:lnTo>
                    <a:pt x="588324" y="5458921"/>
                  </a:lnTo>
                  <a:lnTo>
                    <a:pt x="588450" y="5458921"/>
                  </a:lnTo>
                  <a:lnTo>
                    <a:pt x="588450" y="5453642"/>
                  </a:lnTo>
                  <a:lnTo>
                    <a:pt x="588576" y="5453642"/>
                  </a:lnTo>
                  <a:lnTo>
                    <a:pt x="588703" y="5453642"/>
                  </a:lnTo>
                  <a:lnTo>
                    <a:pt x="588829" y="5453642"/>
                  </a:lnTo>
                  <a:lnTo>
                    <a:pt x="588955" y="5453642"/>
                  </a:lnTo>
                  <a:lnTo>
                    <a:pt x="589081" y="5453642"/>
                  </a:lnTo>
                  <a:lnTo>
                    <a:pt x="589207" y="5453642"/>
                  </a:lnTo>
                  <a:lnTo>
                    <a:pt x="589333" y="5453642"/>
                  </a:lnTo>
                  <a:lnTo>
                    <a:pt x="589333" y="5448362"/>
                  </a:lnTo>
                  <a:lnTo>
                    <a:pt x="589459" y="5448362"/>
                  </a:lnTo>
                  <a:lnTo>
                    <a:pt x="589585" y="5448362"/>
                  </a:lnTo>
                  <a:lnTo>
                    <a:pt x="589711" y="5448362"/>
                  </a:lnTo>
                  <a:lnTo>
                    <a:pt x="589837" y="5448362"/>
                  </a:lnTo>
                  <a:lnTo>
                    <a:pt x="589963" y="5448362"/>
                  </a:lnTo>
                  <a:lnTo>
                    <a:pt x="590090" y="5448362"/>
                  </a:lnTo>
                  <a:lnTo>
                    <a:pt x="590216" y="5448362"/>
                  </a:lnTo>
                  <a:lnTo>
                    <a:pt x="590342" y="5448362"/>
                  </a:lnTo>
                  <a:lnTo>
                    <a:pt x="590342" y="5443083"/>
                  </a:lnTo>
                  <a:lnTo>
                    <a:pt x="590468" y="5443083"/>
                  </a:lnTo>
                  <a:lnTo>
                    <a:pt x="590594" y="5443083"/>
                  </a:lnTo>
                  <a:lnTo>
                    <a:pt x="590720" y="5443083"/>
                  </a:lnTo>
                  <a:lnTo>
                    <a:pt x="590846" y="5443083"/>
                  </a:lnTo>
                  <a:lnTo>
                    <a:pt x="590972" y="5443083"/>
                  </a:lnTo>
                  <a:lnTo>
                    <a:pt x="591098" y="5443083"/>
                  </a:lnTo>
                  <a:lnTo>
                    <a:pt x="591224" y="5443083"/>
                  </a:lnTo>
                  <a:lnTo>
                    <a:pt x="591350" y="5443083"/>
                  </a:lnTo>
                  <a:lnTo>
                    <a:pt x="591477" y="5443083"/>
                  </a:lnTo>
                  <a:lnTo>
                    <a:pt x="591603" y="5443083"/>
                  </a:lnTo>
                  <a:lnTo>
                    <a:pt x="591729" y="5443083"/>
                  </a:lnTo>
                  <a:lnTo>
                    <a:pt x="591855" y="5443083"/>
                  </a:lnTo>
                  <a:lnTo>
                    <a:pt x="591981" y="5443083"/>
                  </a:lnTo>
                  <a:lnTo>
                    <a:pt x="592107" y="5443083"/>
                  </a:lnTo>
                  <a:lnTo>
                    <a:pt x="592233" y="5443083"/>
                  </a:lnTo>
                  <a:lnTo>
                    <a:pt x="592359" y="5443083"/>
                  </a:lnTo>
                  <a:lnTo>
                    <a:pt x="592485" y="5443083"/>
                  </a:lnTo>
                  <a:lnTo>
                    <a:pt x="592611" y="5443083"/>
                  </a:lnTo>
                  <a:lnTo>
                    <a:pt x="592737" y="5443083"/>
                  </a:lnTo>
                  <a:lnTo>
                    <a:pt x="592863" y="5443083"/>
                  </a:lnTo>
                  <a:lnTo>
                    <a:pt x="592990" y="5443083"/>
                  </a:lnTo>
                  <a:lnTo>
                    <a:pt x="593116" y="5443083"/>
                  </a:lnTo>
                  <a:lnTo>
                    <a:pt x="593242" y="5443083"/>
                  </a:lnTo>
                  <a:lnTo>
                    <a:pt x="593368" y="5443083"/>
                  </a:lnTo>
                  <a:lnTo>
                    <a:pt x="593494" y="5443083"/>
                  </a:lnTo>
                  <a:lnTo>
                    <a:pt x="593620" y="5443083"/>
                  </a:lnTo>
                  <a:lnTo>
                    <a:pt x="593746" y="5443083"/>
                  </a:lnTo>
                  <a:lnTo>
                    <a:pt x="593872" y="5443083"/>
                  </a:lnTo>
                  <a:lnTo>
                    <a:pt x="593998" y="5443083"/>
                  </a:lnTo>
                  <a:lnTo>
                    <a:pt x="594124" y="5443083"/>
                  </a:lnTo>
                  <a:lnTo>
                    <a:pt x="594250" y="5443083"/>
                  </a:lnTo>
                  <a:lnTo>
                    <a:pt x="594377" y="5443083"/>
                  </a:lnTo>
                  <a:lnTo>
                    <a:pt x="594503" y="5443083"/>
                  </a:lnTo>
                  <a:lnTo>
                    <a:pt x="594629" y="5443083"/>
                  </a:lnTo>
                  <a:lnTo>
                    <a:pt x="594755" y="5443083"/>
                  </a:lnTo>
                  <a:lnTo>
                    <a:pt x="594881" y="5443083"/>
                  </a:lnTo>
                  <a:lnTo>
                    <a:pt x="595007" y="5443083"/>
                  </a:lnTo>
                  <a:lnTo>
                    <a:pt x="595133" y="5443083"/>
                  </a:lnTo>
                  <a:lnTo>
                    <a:pt x="595259" y="5443083"/>
                  </a:lnTo>
                  <a:lnTo>
                    <a:pt x="595385" y="5443083"/>
                  </a:lnTo>
                  <a:lnTo>
                    <a:pt x="595511" y="5443083"/>
                  </a:lnTo>
                  <a:lnTo>
                    <a:pt x="595637" y="5443083"/>
                  </a:lnTo>
                  <a:lnTo>
                    <a:pt x="595763" y="5443083"/>
                  </a:lnTo>
                  <a:lnTo>
                    <a:pt x="595890" y="5443083"/>
                  </a:lnTo>
                  <a:lnTo>
                    <a:pt x="596016" y="5443083"/>
                  </a:lnTo>
                  <a:lnTo>
                    <a:pt x="596142" y="5443083"/>
                  </a:lnTo>
                  <a:lnTo>
                    <a:pt x="596268" y="5443083"/>
                  </a:lnTo>
                  <a:lnTo>
                    <a:pt x="596394" y="5443083"/>
                  </a:lnTo>
                  <a:lnTo>
                    <a:pt x="596520" y="5443083"/>
                  </a:lnTo>
                  <a:lnTo>
                    <a:pt x="596646" y="5443083"/>
                  </a:lnTo>
                  <a:lnTo>
                    <a:pt x="596772" y="5443083"/>
                  </a:lnTo>
                  <a:lnTo>
                    <a:pt x="596898" y="5443083"/>
                  </a:lnTo>
                  <a:lnTo>
                    <a:pt x="597024" y="5443083"/>
                  </a:lnTo>
                  <a:lnTo>
                    <a:pt x="597150" y="5443083"/>
                  </a:lnTo>
                  <a:lnTo>
                    <a:pt x="597277" y="5443083"/>
                  </a:lnTo>
                  <a:lnTo>
                    <a:pt x="597403" y="5443083"/>
                  </a:lnTo>
                  <a:lnTo>
                    <a:pt x="597529" y="5443083"/>
                  </a:lnTo>
                  <a:lnTo>
                    <a:pt x="597655" y="5443083"/>
                  </a:lnTo>
                  <a:lnTo>
                    <a:pt x="597781" y="5443083"/>
                  </a:lnTo>
                  <a:lnTo>
                    <a:pt x="597907" y="5443083"/>
                  </a:lnTo>
                  <a:lnTo>
                    <a:pt x="598033" y="5443083"/>
                  </a:lnTo>
                  <a:lnTo>
                    <a:pt x="598159" y="5443083"/>
                  </a:lnTo>
                  <a:lnTo>
                    <a:pt x="598285" y="5443083"/>
                  </a:lnTo>
                  <a:lnTo>
                    <a:pt x="598411" y="5443083"/>
                  </a:lnTo>
                  <a:lnTo>
                    <a:pt x="598537" y="5443083"/>
                  </a:lnTo>
                  <a:lnTo>
                    <a:pt x="598664" y="5443083"/>
                  </a:lnTo>
                  <a:lnTo>
                    <a:pt x="598790" y="5443083"/>
                  </a:lnTo>
                  <a:lnTo>
                    <a:pt x="598916" y="5443083"/>
                  </a:lnTo>
                  <a:lnTo>
                    <a:pt x="599042" y="5443083"/>
                  </a:lnTo>
                  <a:lnTo>
                    <a:pt x="599168" y="5443083"/>
                  </a:lnTo>
                  <a:lnTo>
                    <a:pt x="599294" y="5443083"/>
                  </a:lnTo>
                  <a:lnTo>
                    <a:pt x="599420" y="5443083"/>
                  </a:lnTo>
                  <a:lnTo>
                    <a:pt x="599546" y="5443083"/>
                  </a:lnTo>
                  <a:lnTo>
                    <a:pt x="599672" y="5443083"/>
                  </a:lnTo>
                  <a:lnTo>
                    <a:pt x="599798" y="5443083"/>
                  </a:lnTo>
                  <a:lnTo>
                    <a:pt x="599924" y="5443083"/>
                  </a:lnTo>
                  <a:lnTo>
                    <a:pt x="600050" y="5443083"/>
                  </a:lnTo>
                  <a:lnTo>
                    <a:pt x="600177" y="5443083"/>
                  </a:lnTo>
                  <a:lnTo>
                    <a:pt x="600303" y="5443083"/>
                  </a:lnTo>
                  <a:lnTo>
                    <a:pt x="600429" y="5443083"/>
                  </a:lnTo>
                  <a:lnTo>
                    <a:pt x="600555" y="5443083"/>
                  </a:lnTo>
                  <a:lnTo>
                    <a:pt x="600681" y="5443083"/>
                  </a:lnTo>
                  <a:lnTo>
                    <a:pt x="600807" y="5443083"/>
                  </a:lnTo>
                  <a:lnTo>
                    <a:pt x="600933" y="5443083"/>
                  </a:lnTo>
                  <a:lnTo>
                    <a:pt x="601059" y="5443083"/>
                  </a:lnTo>
                  <a:lnTo>
                    <a:pt x="601185" y="5443083"/>
                  </a:lnTo>
                  <a:lnTo>
                    <a:pt x="601311" y="5443083"/>
                  </a:lnTo>
                  <a:lnTo>
                    <a:pt x="601437" y="5443083"/>
                  </a:lnTo>
                  <a:lnTo>
                    <a:pt x="601564" y="5443083"/>
                  </a:lnTo>
                  <a:lnTo>
                    <a:pt x="601564" y="5437803"/>
                  </a:lnTo>
                  <a:lnTo>
                    <a:pt x="601690" y="5437803"/>
                  </a:lnTo>
                  <a:lnTo>
                    <a:pt x="601816" y="5437803"/>
                  </a:lnTo>
                  <a:lnTo>
                    <a:pt x="601942" y="5437803"/>
                  </a:lnTo>
                  <a:lnTo>
                    <a:pt x="602068" y="5437803"/>
                  </a:lnTo>
                  <a:lnTo>
                    <a:pt x="602194" y="5437803"/>
                  </a:lnTo>
                  <a:lnTo>
                    <a:pt x="602320" y="5437803"/>
                  </a:lnTo>
                  <a:lnTo>
                    <a:pt x="602446" y="5437803"/>
                  </a:lnTo>
                  <a:lnTo>
                    <a:pt x="602572" y="5437803"/>
                  </a:lnTo>
                  <a:lnTo>
                    <a:pt x="602698" y="5437803"/>
                  </a:lnTo>
                  <a:lnTo>
                    <a:pt x="602824" y="5437803"/>
                  </a:lnTo>
                  <a:lnTo>
                    <a:pt x="602950" y="5437803"/>
                  </a:lnTo>
                  <a:lnTo>
                    <a:pt x="603077" y="5437803"/>
                  </a:lnTo>
                  <a:lnTo>
                    <a:pt x="603203" y="5437803"/>
                  </a:lnTo>
                  <a:lnTo>
                    <a:pt x="603329" y="5437803"/>
                  </a:lnTo>
                  <a:lnTo>
                    <a:pt x="603455" y="5437803"/>
                  </a:lnTo>
                  <a:lnTo>
                    <a:pt x="603581" y="5437803"/>
                  </a:lnTo>
                  <a:lnTo>
                    <a:pt x="603707" y="5437803"/>
                  </a:lnTo>
                  <a:lnTo>
                    <a:pt x="603833" y="5437803"/>
                  </a:lnTo>
                  <a:lnTo>
                    <a:pt x="603959" y="5437803"/>
                  </a:lnTo>
                  <a:lnTo>
                    <a:pt x="604085" y="5437803"/>
                  </a:lnTo>
                  <a:lnTo>
                    <a:pt x="604211" y="5437803"/>
                  </a:lnTo>
                  <a:lnTo>
                    <a:pt x="604337" y="5437803"/>
                  </a:lnTo>
                  <a:lnTo>
                    <a:pt x="604464" y="5437803"/>
                  </a:lnTo>
                  <a:lnTo>
                    <a:pt x="604590" y="5437803"/>
                  </a:lnTo>
                  <a:lnTo>
                    <a:pt x="604716" y="5437803"/>
                  </a:lnTo>
                  <a:lnTo>
                    <a:pt x="604842" y="5437803"/>
                  </a:lnTo>
                  <a:lnTo>
                    <a:pt x="604968" y="5437803"/>
                  </a:lnTo>
                  <a:lnTo>
                    <a:pt x="605094" y="5437803"/>
                  </a:lnTo>
                  <a:lnTo>
                    <a:pt x="605220" y="5437803"/>
                  </a:lnTo>
                  <a:lnTo>
                    <a:pt x="605346" y="5437803"/>
                  </a:lnTo>
                  <a:lnTo>
                    <a:pt x="605472" y="5437803"/>
                  </a:lnTo>
                  <a:lnTo>
                    <a:pt x="605598" y="5437803"/>
                  </a:lnTo>
                  <a:lnTo>
                    <a:pt x="605724" y="5437803"/>
                  </a:lnTo>
                  <a:lnTo>
                    <a:pt x="605851" y="5437803"/>
                  </a:lnTo>
                  <a:lnTo>
                    <a:pt x="605977" y="5437803"/>
                  </a:lnTo>
                  <a:lnTo>
                    <a:pt x="606103" y="5437803"/>
                  </a:lnTo>
                  <a:lnTo>
                    <a:pt x="606229" y="5437803"/>
                  </a:lnTo>
                  <a:lnTo>
                    <a:pt x="606355" y="5437803"/>
                  </a:lnTo>
                  <a:lnTo>
                    <a:pt x="606481" y="5437803"/>
                  </a:lnTo>
                  <a:lnTo>
                    <a:pt x="606607" y="5437803"/>
                  </a:lnTo>
                  <a:lnTo>
                    <a:pt x="606733" y="5437803"/>
                  </a:lnTo>
                  <a:lnTo>
                    <a:pt x="606859" y="5437803"/>
                  </a:lnTo>
                  <a:lnTo>
                    <a:pt x="606985" y="5437803"/>
                  </a:lnTo>
                  <a:lnTo>
                    <a:pt x="607111" y="5437803"/>
                  </a:lnTo>
                  <a:lnTo>
                    <a:pt x="607237" y="5437803"/>
                  </a:lnTo>
                  <a:lnTo>
                    <a:pt x="607364" y="5437803"/>
                  </a:lnTo>
                  <a:lnTo>
                    <a:pt x="607490" y="5437803"/>
                  </a:lnTo>
                  <a:lnTo>
                    <a:pt x="607616" y="5437803"/>
                  </a:lnTo>
                  <a:lnTo>
                    <a:pt x="607742" y="5437803"/>
                  </a:lnTo>
                  <a:lnTo>
                    <a:pt x="607868" y="5437803"/>
                  </a:lnTo>
                  <a:lnTo>
                    <a:pt x="607994" y="5437803"/>
                  </a:lnTo>
                  <a:lnTo>
                    <a:pt x="608120" y="5437803"/>
                  </a:lnTo>
                  <a:lnTo>
                    <a:pt x="608246" y="5437803"/>
                  </a:lnTo>
                  <a:lnTo>
                    <a:pt x="608372" y="5437803"/>
                  </a:lnTo>
                  <a:lnTo>
                    <a:pt x="608372" y="5432524"/>
                  </a:lnTo>
                  <a:lnTo>
                    <a:pt x="608498" y="5432524"/>
                  </a:lnTo>
                  <a:lnTo>
                    <a:pt x="608624" y="5432524"/>
                  </a:lnTo>
                  <a:lnTo>
                    <a:pt x="608751" y="5432524"/>
                  </a:lnTo>
                  <a:lnTo>
                    <a:pt x="608877" y="5432524"/>
                  </a:lnTo>
                  <a:lnTo>
                    <a:pt x="609003" y="5432524"/>
                  </a:lnTo>
                  <a:lnTo>
                    <a:pt x="609129" y="5432524"/>
                  </a:lnTo>
                  <a:lnTo>
                    <a:pt x="609255" y="5432524"/>
                  </a:lnTo>
                  <a:lnTo>
                    <a:pt x="609381" y="5432524"/>
                  </a:lnTo>
                  <a:lnTo>
                    <a:pt x="609507" y="5432524"/>
                  </a:lnTo>
                  <a:lnTo>
                    <a:pt x="609633" y="5432524"/>
                  </a:lnTo>
                  <a:lnTo>
                    <a:pt x="609759" y="5432524"/>
                  </a:lnTo>
                  <a:lnTo>
                    <a:pt x="609885" y="5432524"/>
                  </a:lnTo>
                  <a:lnTo>
                    <a:pt x="610011" y="5432524"/>
                  </a:lnTo>
                  <a:lnTo>
                    <a:pt x="610137" y="5432524"/>
                  </a:lnTo>
                  <a:lnTo>
                    <a:pt x="610264" y="5432524"/>
                  </a:lnTo>
                  <a:lnTo>
                    <a:pt x="610390" y="5432524"/>
                  </a:lnTo>
                  <a:lnTo>
                    <a:pt x="610516" y="5432524"/>
                  </a:lnTo>
                  <a:lnTo>
                    <a:pt x="610642" y="5432524"/>
                  </a:lnTo>
                  <a:lnTo>
                    <a:pt x="610768" y="5432524"/>
                  </a:lnTo>
                  <a:lnTo>
                    <a:pt x="610894" y="5432524"/>
                  </a:lnTo>
                  <a:lnTo>
                    <a:pt x="611020" y="5432524"/>
                  </a:lnTo>
                  <a:lnTo>
                    <a:pt x="611146" y="5432524"/>
                  </a:lnTo>
                  <a:lnTo>
                    <a:pt x="611272" y="5432524"/>
                  </a:lnTo>
                  <a:lnTo>
                    <a:pt x="611398" y="5432524"/>
                  </a:lnTo>
                  <a:lnTo>
                    <a:pt x="611524" y="5432524"/>
                  </a:lnTo>
                  <a:lnTo>
                    <a:pt x="611651" y="5432524"/>
                  </a:lnTo>
                  <a:lnTo>
                    <a:pt x="611777" y="5432524"/>
                  </a:lnTo>
                  <a:lnTo>
                    <a:pt x="611903" y="5432524"/>
                  </a:lnTo>
                  <a:lnTo>
                    <a:pt x="612029" y="5432524"/>
                  </a:lnTo>
                  <a:lnTo>
                    <a:pt x="612155" y="5432524"/>
                  </a:lnTo>
                  <a:lnTo>
                    <a:pt x="612281" y="5432524"/>
                  </a:lnTo>
                  <a:lnTo>
                    <a:pt x="612407" y="5432524"/>
                  </a:lnTo>
                  <a:lnTo>
                    <a:pt x="612533" y="5432524"/>
                  </a:lnTo>
                  <a:lnTo>
                    <a:pt x="612659" y="5432524"/>
                  </a:lnTo>
                  <a:lnTo>
                    <a:pt x="612785" y="5432524"/>
                  </a:lnTo>
                  <a:lnTo>
                    <a:pt x="612911" y="5432524"/>
                  </a:lnTo>
                  <a:lnTo>
                    <a:pt x="613037" y="5432524"/>
                  </a:lnTo>
                  <a:lnTo>
                    <a:pt x="613164" y="5432524"/>
                  </a:lnTo>
                  <a:lnTo>
                    <a:pt x="613290" y="5432524"/>
                  </a:lnTo>
                  <a:lnTo>
                    <a:pt x="613416" y="5432524"/>
                  </a:lnTo>
                  <a:lnTo>
                    <a:pt x="613542" y="5432524"/>
                  </a:lnTo>
                  <a:lnTo>
                    <a:pt x="613668" y="5432524"/>
                  </a:lnTo>
                  <a:lnTo>
                    <a:pt x="613794" y="5432524"/>
                  </a:lnTo>
                  <a:lnTo>
                    <a:pt x="613920" y="5432524"/>
                  </a:lnTo>
                  <a:lnTo>
                    <a:pt x="614046" y="5432524"/>
                  </a:lnTo>
                  <a:lnTo>
                    <a:pt x="614172" y="5432524"/>
                  </a:lnTo>
                  <a:lnTo>
                    <a:pt x="614298" y="5432524"/>
                  </a:lnTo>
                  <a:lnTo>
                    <a:pt x="614424" y="5432524"/>
                  </a:lnTo>
                  <a:lnTo>
                    <a:pt x="614551" y="5432524"/>
                  </a:lnTo>
                  <a:lnTo>
                    <a:pt x="614677" y="5432524"/>
                  </a:lnTo>
                  <a:lnTo>
                    <a:pt x="614803" y="5432524"/>
                  </a:lnTo>
                  <a:lnTo>
                    <a:pt x="614929" y="5432524"/>
                  </a:lnTo>
                  <a:lnTo>
                    <a:pt x="615055" y="5432524"/>
                  </a:lnTo>
                  <a:lnTo>
                    <a:pt x="615181" y="5432524"/>
                  </a:lnTo>
                  <a:lnTo>
                    <a:pt x="615307" y="5432524"/>
                  </a:lnTo>
                  <a:lnTo>
                    <a:pt x="615433" y="5432524"/>
                  </a:lnTo>
                  <a:lnTo>
                    <a:pt x="615559" y="5432524"/>
                  </a:lnTo>
                  <a:lnTo>
                    <a:pt x="615685" y="5432524"/>
                  </a:lnTo>
                  <a:lnTo>
                    <a:pt x="615811" y="5432524"/>
                  </a:lnTo>
                  <a:lnTo>
                    <a:pt x="615938" y="5432524"/>
                  </a:lnTo>
                  <a:lnTo>
                    <a:pt x="616064" y="5432524"/>
                  </a:lnTo>
                  <a:lnTo>
                    <a:pt x="616190" y="5432524"/>
                  </a:lnTo>
                  <a:lnTo>
                    <a:pt x="616316" y="5432524"/>
                  </a:lnTo>
                  <a:lnTo>
                    <a:pt x="616442" y="5432524"/>
                  </a:lnTo>
                  <a:lnTo>
                    <a:pt x="616568" y="5432524"/>
                  </a:lnTo>
                  <a:lnTo>
                    <a:pt x="616694" y="5432524"/>
                  </a:lnTo>
                  <a:lnTo>
                    <a:pt x="616820" y="5432524"/>
                  </a:lnTo>
                  <a:lnTo>
                    <a:pt x="616946" y="5432524"/>
                  </a:lnTo>
                  <a:lnTo>
                    <a:pt x="617072" y="5432524"/>
                  </a:lnTo>
                  <a:lnTo>
                    <a:pt x="617198" y="5432524"/>
                  </a:lnTo>
                  <a:lnTo>
                    <a:pt x="617324" y="5432524"/>
                  </a:lnTo>
                  <a:lnTo>
                    <a:pt x="617451" y="5432524"/>
                  </a:lnTo>
                  <a:lnTo>
                    <a:pt x="617577" y="5432524"/>
                  </a:lnTo>
                  <a:lnTo>
                    <a:pt x="617703" y="5432524"/>
                  </a:lnTo>
                  <a:lnTo>
                    <a:pt x="617829" y="5432524"/>
                  </a:lnTo>
                  <a:lnTo>
                    <a:pt x="617955" y="5432524"/>
                  </a:lnTo>
                  <a:lnTo>
                    <a:pt x="618081" y="5432524"/>
                  </a:lnTo>
                  <a:lnTo>
                    <a:pt x="618207" y="5432524"/>
                  </a:lnTo>
                  <a:lnTo>
                    <a:pt x="618333" y="5432524"/>
                  </a:lnTo>
                  <a:lnTo>
                    <a:pt x="618459" y="5432524"/>
                  </a:lnTo>
                  <a:lnTo>
                    <a:pt x="618585" y="5432524"/>
                  </a:lnTo>
                  <a:lnTo>
                    <a:pt x="618711" y="5432524"/>
                  </a:lnTo>
                  <a:lnTo>
                    <a:pt x="618838" y="5432524"/>
                  </a:lnTo>
                  <a:lnTo>
                    <a:pt x="618964" y="5432524"/>
                  </a:lnTo>
                  <a:lnTo>
                    <a:pt x="619090" y="5432524"/>
                  </a:lnTo>
                  <a:lnTo>
                    <a:pt x="619216" y="5432524"/>
                  </a:lnTo>
                  <a:lnTo>
                    <a:pt x="619342" y="5432524"/>
                  </a:lnTo>
                  <a:lnTo>
                    <a:pt x="619468" y="5432524"/>
                  </a:lnTo>
                  <a:lnTo>
                    <a:pt x="619594" y="5432524"/>
                  </a:lnTo>
                  <a:lnTo>
                    <a:pt x="619720" y="5432524"/>
                  </a:lnTo>
                  <a:lnTo>
                    <a:pt x="619846" y="5432524"/>
                  </a:lnTo>
                  <a:lnTo>
                    <a:pt x="619972" y="5432524"/>
                  </a:lnTo>
                  <a:lnTo>
                    <a:pt x="620098" y="5432524"/>
                  </a:lnTo>
                  <a:lnTo>
                    <a:pt x="620224" y="5432524"/>
                  </a:lnTo>
                  <a:lnTo>
                    <a:pt x="620351" y="5432524"/>
                  </a:lnTo>
                  <a:lnTo>
                    <a:pt x="620477" y="5432524"/>
                  </a:lnTo>
                  <a:lnTo>
                    <a:pt x="620603" y="5432524"/>
                  </a:lnTo>
                  <a:lnTo>
                    <a:pt x="620729" y="5432524"/>
                  </a:lnTo>
                  <a:lnTo>
                    <a:pt x="620855" y="5432524"/>
                  </a:lnTo>
                  <a:lnTo>
                    <a:pt x="620981" y="5432524"/>
                  </a:lnTo>
                  <a:lnTo>
                    <a:pt x="621107" y="5432524"/>
                  </a:lnTo>
                  <a:lnTo>
                    <a:pt x="621233" y="5432524"/>
                  </a:lnTo>
                  <a:lnTo>
                    <a:pt x="621359" y="5432524"/>
                  </a:lnTo>
                  <a:lnTo>
                    <a:pt x="621485" y="5432524"/>
                  </a:lnTo>
                  <a:lnTo>
                    <a:pt x="621611" y="5432524"/>
                  </a:lnTo>
                  <a:lnTo>
                    <a:pt x="621738" y="5432524"/>
                  </a:lnTo>
                  <a:lnTo>
                    <a:pt x="621864" y="5432524"/>
                  </a:lnTo>
                  <a:lnTo>
                    <a:pt x="621990" y="5432524"/>
                  </a:lnTo>
                  <a:lnTo>
                    <a:pt x="622116" y="5432524"/>
                  </a:lnTo>
                  <a:lnTo>
                    <a:pt x="622242" y="5432524"/>
                  </a:lnTo>
                  <a:lnTo>
                    <a:pt x="622368" y="5432524"/>
                  </a:lnTo>
                  <a:lnTo>
                    <a:pt x="622494" y="5432524"/>
                  </a:lnTo>
                  <a:lnTo>
                    <a:pt x="622620" y="5432524"/>
                  </a:lnTo>
                  <a:lnTo>
                    <a:pt x="622746" y="5432524"/>
                  </a:lnTo>
                  <a:lnTo>
                    <a:pt x="622872" y="5432524"/>
                  </a:lnTo>
                  <a:lnTo>
                    <a:pt x="622998" y="5432524"/>
                  </a:lnTo>
                  <a:lnTo>
                    <a:pt x="623125" y="5432524"/>
                  </a:lnTo>
                  <a:lnTo>
                    <a:pt x="623251" y="5432524"/>
                  </a:lnTo>
                  <a:lnTo>
                    <a:pt x="623377" y="5432524"/>
                  </a:lnTo>
                  <a:lnTo>
                    <a:pt x="623503" y="5432524"/>
                  </a:lnTo>
                  <a:lnTo>
                    <a:pt x="623629" y="5432524"/>
                  </a:lnTo>
                  <a:lnTo>
                    <a:pt x="623755" y="5432524"/>
                  </a:lnTo>
                  <a:lnTo>
                    <a:pt x="623881" y="5432524"/>
                  </a:lnTo>
                  <a:lnTo>
                    <a:pt x="624007" y="5432524"/>
                  </a:lnTo>
                  <a:lnTo>
                    <a:pt x="624133" y="5432524"/>
                  </a:lnTo>
                  <a:lnTo>
                    <a:pt x="624133" y="5427245"/>
                  </a:lnTo>
                  <a:lnTo>
                    <a:pt x="624259" y="5427245"/>
                  </a:lnTo>
                  <a:lnTo>
                    <a:pt x="624385" y="5427245"/>
                  </a:lnTo>
                  <a:lnTo>
                    <a:pt x="624511" y="5427245"/>
                  </a:lnTo>
                  <a:lnTo>
                    <a:pt x="624638" y="5427245"/>
                  </a:lnTo>
                  <a:lnTo>
                    <a:pt x="624764" y="5427245"/>
                  </a:lnTo>
                  <a:lnTo>
                    <a:pt x="624890" y="5427245"/>
                  </a:lnTo>
                  <a:lnTo>
                    <a:pt x="625016" y="5427245"/>
                  </a:lnTo>
                  <a:lnTo>
                    <a:pt x="625142" y="5427245"/>
                  </a:lnTo>
                  <a:lnTo>
                    <a:pt x="625268" y="5427245"/>
                  </a:lnTo>
                  <a:lnTo>
                    <a:pt x="625394" y="5427245"/>
                  </a:lnTo>
                  <a:lnTo>
                    <a:pt x="625520" y="5427245"/>
                  </a:lnTo>
                  <a:lnTo>
                    <a:pt x="625646" y="5427245"/>
                  </a:lnTo>
                  <a:lnTo>
                    <a:pt x="625772" y="5427245"/>
                  </a:lnTo>
                  <a:lnTo>
                    <a:pt x="625898" y="5427245"/>
                  </a:lnTo>
                  <a:lnTo>
                    <a:pt x="626025" y="5427245"/>
                  </a:lnTo>
                  <a:lnTo>
                    <a:pt x="626151" y="5427245"/>
                  </a:lnTo>
                  <a:lnTo>
                    <a:pt x="626277" y="5427245"/>
                  </a:lnTo>
                  <a:lnTo>
                    <a:pt x="626403" y="5427245"/>
                  </a:lnTo>
                  <a:lnTo>
                    <a:pt x="626529" y="5427245"/>
                  </a:lnTo>
                  <a:lnTo>
                    <a:pt x="626655" y="5427245"/>
                  </a:lnTo>
                  <a:lnTo>
                    <a:pt x="626781" y="5427245"/>
                  </a:lnTo>
                  <a:lnTo>
                    <a:pt x="626907" y="5427245"/>
                  </a:lnTo>
                  <a:lnTo>
                    <a:pt x="627033" y="5427245"/>
                  </a:lnTo>
                  <a:lnTo>
                    <a:pt x="627159" y="5427245"/>
                  </a:lnTo>
                  <a:lnTo>
                    <a:pt x="627285" y="5427245"/>
                  </a:lnTo>
                  <a:lnTo>
                    <a:pt x="627411" y="5427245"/>
                  </a:lnTo>
                  <a:lnTo>
                    <a:pt x="627538" y="5427245"/>
                  </a:lnTo>
                  <a:lnTo>
                    <a:pt x="627664" y="5427245"/>
                  </a:lnTo>
                  <a:lnTo>
                    <a:pt x="627790" y="5427245"/>
                  </a:lnTo>
                  <a:lnTo>
                    <a:pt x="627916" y="5427245"/>
                  </a:lnTo>
                  <a:lnTo>
                    <a:pt x="628042" y="5427245"/>
                  </a:lnTo>
                  <a:lnTo>
                    <a:pt x="628168" y="5427245"/>
                  </a:lnTo>
                  <a:lnTo>
                    <a:pt x="628294" y="5427245"/>
                  </a:lnTo>
                  <a:lnTo>
                    <a:pt x="628420" y="5427245"/>
                  </a:lnTo>
                  <a:lnTo>
                    <a:pt x="628546" y="5427245"/>
                  </a:lnTo>
                  <a:lnTo>
                    <a:pt x="628672" y="5427245"/>
                  </a:lnTo>
                  <a:lnTo>
                    <a:pt x="628798" y="5427245"/>
                  </a:lnTo>
                  <a:lnTo>
                    <a:pt x="628925" y="5427245"/>
                  </a:lnTo>
                  <a:lnTo>
                    <a:pt x="629051" y="5427245"/>
                  </a:lnTo>
                  <a:lnTo>
                    <a:pt x="629177" y="5427245"/>
                  </a:lnTo>
                  <a:lnTo>
                    <a:pt x="629303" y="5427245"/>
                  </a:lnTo>
                  <a:lnTo>
                    <a:pt x="629429" y="5427245"/>
                  </a:lnTo>
                  <a:lnTo>
                    <a:pt x="629555" y="5427245"/>
                  </a:lnTo>
                  <a:lnTo>
                    <a:pt x="629681" y="5427245"/>
                  </a:lnTo>
                  <a:lnTo>
                    <a:pt x="629807" y="5427245"/>
                  </a:lnTo>
                  <a:lnTo>
                    <a:pt x="629933" y="5427245"/>
                  </a:lnTo>
                  <a:lnTo>
                    <a:pt x="630059" y="5427245"/>
                  </a:lnTo>
                  <a:lnTo>
                    <a:pt x="630185" y="5427245"/>
                  </a:lnTo>
                  <a:lnTo>
                    <a:pt x="630311" y="5427245"/>
                  </a:lnTo>
                  <a:lnTo>
                    <a:pt x="630438" y="5427245"/>
                  </a:lnTo>
                  <a:lnTo>
                    <a:pt x="630564" y="5427245"/>
                  </a:lnTo>
                  <a:lnTo>
                    <a:pt x="630690" y="5427245"/>
                  </a:lnTo>
                  <a:lnTo>
                    <a:pt x="630816" y="5427245"/>
                  </a:lnTo>
                  <a:lnTo>
                    <a:pt x="630942" y="5427245"/>
                  </a:lnTo>
                  <a:lnTo>
                    <a:pt x="631068" y="5427245"/>
                  </a:lnTo>
                  <a:lnTo>
                    <a:pt x="631194" y="5427245"/>
                  </a:lnTo>
                  <a:lnTo>
                    <a:pt x="631320" y="5427245"/>
                  </a:lnTo>
                  <a:lnTo>
                    <a:pt x="631446" y="5427245"/>
                  </a:lnTo>
                  <a:lnTo>
                    <a:pt x="631572" y="5427245"/>
                  </a:lnTo>
                  <a:lnTo>
                    <a:pt x="631698" y="5427245"/>
                  </a:lnTo>
                  <a:lnTo>
                    <a:pt x="631825" y="5427245"/>
                  </a:lnTo>
                  <a:lnTo>
                    <a:pt x="631951" y="5427245"/>
                  </a:lnTo>
                  <a:lnTo>
                    <a:pt x="632077" y="5427245"/>
                  </a:lnTo>
                  <a:lnTo>
                    <a:pt x="632203" y="5427245"/>
                  </a:lnTo>
                  <a:lnTo>
                    <a:pt x="632329" y="5427245"/>
                  </a:lnTo>
                  <a:lnTo>
                    <a:pt x="632455" y="5427245"/>
                  </a:lnTo>
                  <a:lnTo>
                    <a:pt x="632581" y="5427245"/>
                  </a:lnTo>
                  <a:lnTo>
                    <a:pt x="632707" y="5427245"/>
                  </a:lnTo>
                  <a:lnTo>
                    <a:pt x="632833" y="5427245"/>
                  </a:lnTo>
                  <a:lnTo>
                    <a:pt x="632959" y="5427245"/>
                  </a:lnTo>
                  <a:lnTo>
                    <a:pt x="633085" y="5427245"/>
                  </a:lnTo>
                  <a:lnTo>
                    <a:pt x="633212" y="5427245"/>
                  </a:lnTo>
                  <a:lnTo>
                    <a:pt x="633338" y="5427245"/>
                  </a:lnTo>
                  <a:lnTo>
                    <a:pt x="633464" y="5427245"/>
                  </a:lnTo>
                  <a:lnTo>
                    <a:pt x="633590" y="5427245"/>
                  </a:lnTo>
                  <a:lnTo>
                    <a:pt x="633716" y="5427245"/>
                  </a:lnTo>
                  <a:lnTo>
                    <a:pt x="633842" y="5427245"/>
                  </a:lnTo>
                  <a:lnTo>
                    <a:pt x="633968" y="5427245"/>
                  </a:lnTo>
                  <a:lnTo>
                    <a:pt x="634094" y="5427245"/>
                  </a:lnTo>
                  <a:lnTo>
                    <a:pt x="634220" y="5427245"/>
                  </a:lnTo>
                  <a:lnTo>
                    <a:pt x="634346" y="5427245"/>
                  </a:lnTo>
                  <a:lnTo>
                    <a:pt x="634472" y="5427245"/>
                  </a:lnTo>
                  <a:lnTo>
                    <a:pt x="634598" y="5427245"/>
                  </a:lnTo>
                  <a:lnTo>
                    <a:pt x="634725" y="5427245"/>
                  </a:lnTo>
                  <a:lnTo>
                    <a:pt x="634851" y="5427245"/>
                  </a:lnTo>
                  <a:lnTo>
                    <a:pt x="634977" y="5427245"/>
                  </a:lnTo>
                  <a:lnTo>
                    <a:pt x="635103" y="5427245"/>
                  </a:lnTo>
                  <a:lnTo>
                    <a:pt x="635229" y="5427245"/>
                  </a:lnTo>
                  <a:lnTo>
                    <a:pt x="635355" y="5427245"/>
                  </a:lnTo>
                  <a:lnTo>
                    <a:pt x="635481" y="5427245"/>
                  </a:lnTo>
                  <a:lnTo>
                    <a:pt x="635607" y="5427245"/>
                  </a:lnTo>
                  <a:lnTo>
                    <a:pt x="635733" y="5427245"/>
                  </a:lnTo>
                  <a:lnTo>
                    <a:pt x="635859" y="5427245"/>
                  </a:lnTo>
                  <a:lnTo>
                    <a:pt x="635985" y="5427245"/>
                  </a:lnTo>
                  <a:lnTo>
                    <a:pt x="636112" y="5427245"/>
                  </a:lnTo>
                  <a:lnTo>
                    <a:pt x="636238" y="5427245"/>
                  </a:lnTo>
                  <a:lnTo>
                    <a:pt x="636238" y="5421965"/>
                  </a:lnTo>
                  <a:lnTo>
                    <a:pt x="636364" y="5421965"/>
                  </a:lnTo>
                  <a:lnTo>
                    <a:pt x="636490" y="5421965"/>
                  </a:lnTo>
                  <a:lnTo>
                    <a:pt x="636616" y="5421965"/>
                  </a:lnTo>
                  <a:lnTo>
                    <a:pt x="636742" y="5421965"/>
                  </a:lnTo>
                  <a:lnTo>
                    <a:pt x="636868" y="5421965"/>
                  </a:lnTo>
                  <a:lnTo>
                    <a:pt x="636994" y="5421965"/>
                  </a:lnTo>
                  <a:lnTo>
                    <a:pt x="637120" y="5421965"/>
                  </a:lnTo>
                  <a:lnTo>
                    <a:pt x="637246" y="5421965"/>
                  </a:lnTo>
                  <a:lnTo>
                    <a:pt x="637372" y="5421965"/>
                  </a:lnTo>
                  <a:lnTo>
                    <a:pt x="637498" y="5421965"/>
                  </a:lnTo>
                  <a:lnTo>
                    <a:pt x="637625" y="5421965"/>
                  </a:lnTo>
                  <a:lnTo>
                    <a:pt x="637751" y="5421965"/>
                  </a:lnTo>
                  <a:lnTo>
                    <a:pt x="637877" y="5421965"/>
                  </a:lnTo>
                  <a:lnTo>
                    <a:pt x="638003" y="5421965"/>
                  </a:lnTo>
                  <a:lnTo>
                    <a:pt x="638129" y="5421965"/>
                  </a:lnTo>
                  <a:lnTo>
                    <a:pt x="638255" y="5421965"/>
                  </a:lnTo>
                  <a:lnTo>
                    <a:pt x="638381" y="5421965"/>
                  </a:lnTo>
                  <a:lnTo>
                    <a:pt x="638507" y="5421965"/>
                  </a:lnTo>
                  <a:lnTo>
                    <a:pt x="638633" y="5421965"/>
                  </a:lnTo>
                  <a:lnTo>
                    <a:pt x="638759" y="5421965"/>
                  </a:lnTo>
                  <a:lnTo>
                    <a:pt x="638885" y="5421965"/>
                  </a:lnTo>
                  <a:lnTo>
                    <a:pt x="639012" y="5421965"/>
                  </a:lnTo>
                  <a:lnTo>
                    <a:pt x="639138" y="5421965"/>
                  </a:lnTo>
                  <a:lnTo>
                    <a:pt x="639264" y="5421965"/>
                  </a:lnTo>
                  <a:lnTo>
                    <a:pt x="639390" y="5421965"/>
                  </a:lnTo>
                  <a:lnTo>
                    <a:pt x="639516" y="5421965"/>
                  </a:lnTo>
                  <a:lnTo>
                    <a:pt x="639642" y="5421965"/>
                  </a:lnTo>
                  <a:lnTo>
                    <a:pt x="639768" y="5421965"/>
                  </a:lnTo>
                  <a:lnTo>
                    <a:pt x="639894" y="5421965"/>
                  </a:lnTo>
                  <a:lnTo>
                    <a:pt x="640020" y="5421965"/>
                  </a:lnTo>
                  <a:lnTo>
                    <a:pt x="640146" y="5421965"/>
                  </a:lnTo>
                  <a:lnTo>
                    <a:pt x="640272" y="5421965"/>
                  </a:lnTo>
                  <a:lnTo>
                    <a:pt x="640399" y="5421965"/>
                  </a:lnTo>
                  <a:lnTo>
                    <a:pt x="640399" y="5416686"/>
                  </a:lnTo>
                  <a:lnTo>
                    <a:pt x="640525" y="5416686"/>
                  </a:lnTo>
                  <a:lnTo>
                    <a:pt x="640651" y="5416686"/>
                  </a:lnTo>
                  <a:lnTo>
                    <a:pt x="640777" y="5416686"/>
                  </a:lnTo>
                  <a:lnTo>
                    <a:pt x="640903" y="5416686"/>
                  </a:lnTo>
                  <a:lnTo>
                    <a:pt x="641029" y="5416686"/>
                  </a:lnTo>
                  <a:lnTo>
                    <a:pt x="641155" y="5416686"/>
                  </a:lnTo>
                  <a:lnTo>
                    <a:pt x="641281" y="5416686"/>
                  </a:lnTo>
                  <a:lnTo>
                    <a:pt x="641407" y="5416686"/>
                  </a:lnTo>
                  <a:lnTo>
                    <a:pt x="641533" y="5416686"/>
                  </a:lnTo>
                  <a:lnTo>
                    <a:pt x="641659" y="5416686"/>
                  </a:lnTo>
                  <a:lnTo>
                    <a:pt x="641785" y="5416686"/>
                  </a:lnTo>
                  <a:lnTo>
                    <a:pt x="641912" y="5416686"/>
                  </a:lnTo>
                  <a:lnTo>
                    <a:pt x="642038" y="5416686"/>
                  </a:lnTo>
                  <a:lnTo>
                    <a:pt x="642164" y="5416686"/>
                  </a:lnTo>
                  <a:lnTo>
                    <a:pt x="642290" y="5416686"/>
                  </a:lnTo>
                  <a:lnTo>
                    <a:pt x="642416" y="5416686"/>
                  </a:lnTo>
                  <a:lnTo>
                    <a:pt x="642542" y="5416686"/>
                  </a:lnTo>
                  <a:lnTo>
                    <a:pt x="642668" y="5416686"/>
                  </a:lnTo>
                  <a:lnTo>
                    <a:pt x="642794" y="5416686"/>
                  </a:lnTo>
                  <a:lnTo>
                    <a:pt x="642920" y="5416686"/>
                  </a:lnTo>
                  <a:lnTo>
                    <a:pt x="643046" y="5416686"/>
                  </a:lnTo>
                  <a:lnTo>
                    <a:pt x="643172" y="5416686"/>
                  </a:lnTo>
                  <a:lnTo>
                    <a:pt x="643299" y="5416686"/>
                  </a:lnTo>
                  <a:lnTo>
                    <a:pt x="643425" y="5416686"/>
                  </a:lnTo>
                  <a:lnTo>
                    <a:pt x="643551" y="5416686"/>
                  </a:lnTo>
                  <a:lnTo>
                    <a:pt x="643677" y="5416686"/>
                  </a:lnTo>
                  <a:lnTo>
                    <a:pt x="643803" y="5416686"/>
                  </a:lnTo>
                  <a:lnTo>
                    <a:pt x="643929" y="5416686"/>
                  </a:lnTo>
                  <a:lnTo>
                    <a:pt x="644055" y="5416686"/>
                  </a:lnTo>
                  <a:lnTo>
                    <a:pt x="644181" y="5416686"/>
                  </a:lnTo>
                  <a:lnTo>
                    <a:pt x="644307" y="5416686"/>
                  </a:lnTo>
                  <a:lnTo>
                    <a:pt x="644433" y="5416686"/>
                  </a:lnTo>
                  <a:lnTo>
                    <a:pt x="644559" y="5416686"/>
                  </a:lnTo>
                  <a:lnTo>
                    <a:pt x="644685" y="5416686"/>
                  </a:lnTo>
                  <a:lnTo>
                    <a:pt x="644812" y="5416686"/>
                  </a:lnTo>
                  <a:lnTo>
                    <a:pt x="644938" y="5416686"/>
                  </a:lnTo>
                  <a:lnTo>
                    <a:pt x="645064" y="5416686"/>
                  </a:lnTo>
                  <a:lnTo>
                    <a:pt x="645190" y="5416686"/>
                  </a:lnTo>
                  <a:lnTo>
                    <a:pt x="645316" y="5416686"/>
                  </a:lnTo>
                  <a:lnTo>
                    <a:pt x="645442" y="5416686"/>
                  </a:lnTo>
                  <a:lnTo>
                    <a:pt x="645568" y="5416686"/>
                  </a:lnTo>
                  <a:lnTo>
                    <a:pt x="645694" y="5416686"/>
                  </a:lnTo>
                  <a:lnTo>
                    <a:pt x="645820" y="5416686"/>
                  </a:lnTo>
                  <a:lnTo>
                    <a:pt x="645946" y="5416686"/>
                  </a:lnTo>
                  <a:lnTo>
                    <a:pt x="646072" y="5416686"/>
                  </a:lnTo>
                  <a:lnTo>
                    <a:pt x="646199" y="5416686"/>
                  </a:lnTo>
                  <a:lnTo>
                    <a:pt x="646325" y="5416686"/>
                  </a:lnTo>
                  <a:lnTo>
                    <a:pt x="646451" y="5416686"/>
                  </a:lnTo>
                  <a:lnTo>
                    <a:pt x="646577" y="5416686"/>
                  </a:lnTo>
                  <a:lnTo>
                    <a:pt x="646703" y="5416686"/>
                  </a:lnTo>
                  <a:lnTo>
                    <a:pt x="646829" y="5416686"/>
                  </a:lnTo>
                  <a:lnTo>
                    <a:pt x="646955" y="5416686"/>
                  </a:lnTo>
                  <a:lnTo>
                    <a:pt x="647081" y="5416686"/>
                  </a:lnTo>
                  <a:lnTo>
                    <a:pt x="647207" y="5416686"/>
                  </a:lnTo>
                  <a:lnTo>
                    <a:pt x="647333" y="5416686"/>
                  </a:lnTo>
                  <a:lnTo>
                    <a:pt x="647459" y="5416686"/>
                  </a:lnTo>
                  <a:lnTo>
                    <a:pt x="647586" y="5416686"/>
                  </a:lnTo>
                  <a:lnTo>
                    <a:pt x="647712" y="5416686"/>
                  </a:lnTo>
                  <a:lnTo>
                    <a:pt x="647838" y="5416686"/>
                  </a:lnTo>
                  <a:lnTo>
                    <a:pt x="647964" y="5416686"/>
                  </a:lnTo>
                  <a:lnTo>
                    <a:pt x="648090" y="5416686"/>
                  </a:lnTo>
                  <a:lnTo>
                    <a:pt x="648216" y="5416686"/>
                  </a:lnTo>
                  <a:lnTo>
                    <a:pt x="648342" y="5416686"/>
                  </a:lnTo>
                  <a:lnTo>
                    <a:pt x="648468" y="5416686"/>
                  </a:lnTo>
                  <a:lnTo>
                    <a:pt x="648594" y="5416686"/>
                  </a:lnTo>
                  <a:lnTo>
                    <a:pt x="648720" y="5416686"/>
                  </a:lnTo>
                  <a:lnTo>
                    <a:pt x="648846" y="5416686"/>
                  </a:lnTo>
                  <a:lnTo>
                    <a:pt x="648972" y="5416686"/>
                  </a:lnTo>
                  <a:lnTo>
                    <a:pt x="649099" y="5416686"/>
                  </a:lnTo>
                  <a:lnTo>
                    <a:pt x="649225" y="5416686"/>
                  </a:lnTo>
                  <a:lnTo>
                    <a:pt x="649351" y="5416686"/>
                  </a:lnTo>
                  <a:lnTo>
                    <a:pt x="649477" y="5416686"/>
                  </a:lnTo>
                  <a:lnTo>
                    <a:pt x="649603" y="5416686"/>
                  </a:lnTo>
                  <a:lnTo>
                    <a:pt x="649729" y="5416686"/>
                  </a:lnTo>
                  <a:lnTo>
                    <a:pt x="649855" y="5416686"/>
                  </a:lnTo>
                  <a:lnTo>
                    <a:pt x="649981" y="5416686"/>
                  </a:lnTo>
                  <a:lnTo>
                    <a:pt x="650107" y="5416686"/>
                  </a:lnTo>
                  <a:lnTo>
                    <a:pt x="650233" y="5416686"/>
                  </a:lnTo>
                  <a:lnTo>
                    <a:pt x="650359" y="5416686"/>
                  </a:lnTo>
                  <a:lnTo>
                    <a:pt x="650486" y="5416686"/>
                  </a:lnTo>
                  <a:lnTo>
                    <a:pt x="650612" y="5416686"/>
                  </a:lnTo>
                  <a:lnTo>
                    <a:pt x="650738" y="5416686"/>
                  </a:lnTo>
                  <a:lnTo>
                    <a:pt x="650864" y="5416686"/>
                  </a:lnTo>
                  <a:lnTo>
                    <a:pt x="650990" y="5416686"/>
                  </a:lnTo>
                  <a:lnTo>
                    <a:pt x="651116" y="5416686"/>
                  </a:lnTo>
                  <a:lnTo>
                    <a:pt x="651242" y="5416686"/>
                  </a:lnTo>
                  <a:lnTo>
                    <a:pt x="651368" y="5416686"/>
                  </a:lnTo>
                  <a:lnTo>
                    <a:pt x="651494" y="5416686"/>
                  </a:lnTo>
                  <a:lnTo>
                    <a:pt x="651620" y="5416686"/>
                  </a:lnTo>
                  <a:lnTo>
                    <a:pt x="651746" y="5416686"/>
                  </a:lnTo>
                  <a:lnTo>
                    <a:pt x="651872" y="5416686"/>
                  </a:lnTo>
                  <a:lnTo>
                    <a:pt x="651999" y="5416686"/>
                  </a:lnTo>
                  <a:lnTo>
                    <a:pt x="652125" y="5416686"/>
                  </a:lnTo>
                  <a:lnTo>
                    <a:pt x="652251" y="5416686"/>
                  </a:lnTo>
                  <a:lnTo>
                    <a:pt x="652377" y="5416686"/>
                  </a:lnTo>
                  <a:lnTo>
                    <a:pt x="652503" y="5416686"/>
                  </a:lnTo>
                  <a:lnTo>
                    <a:pt x="652629" y="5416686"/>
                  </a:lnTo>
                  <a:lnTo>
                    <a:pt x="652755" y="5416686"/>
                  </a:lnTo>
                  <a:lnTo>
                    <a:pt x="652881" y="5416686"/>
                  </a:lnTo>
                  <a:lnTo>
                    <a:pt x="653007" y="5416686"/>
                  </a:lnTo>
                  <a:lnTo>
                    <a:pt x="653133" y="5416686"/>
                  </a:lnTo>
                  <a:lnTo>
                    <a:pt x="653259" y="5416686"/>
                  </a:lnTo>
                  <a:lnTo>
                    <a:pt x="653259" y="5411406"/>
                  </a:lnTo>
                  <a:lnTo>
                    <a:pt x="653386" y="5411406"/>
                  </a:lnTo>
                  <a:lnTo>
                    <a:pt x="653512" y="5411406"/>
                  </a:lnTo>
                  <a:lnTo>
                    <a:pt x="653638" y="5411406"/>
                  </a:lnTo>
                  <a:lnTo>
                    <a:pt x="653764" y="5411406"/>
                  </a:lnTo>
                  <a:lnTo>
                    <a:pt x="653890" y="5411406"/>
                  </a:lnTo>
                  <a:lnTo>
                    <a:pt x="654016" y="5411406"/>
                  </a:lnTo>
                  <a:lnTo>
                    <a:pt x="654142" y="5411406"/>
                  </a:lnTo>
                  <a:lnTo>
                    <a:pt x="654268" y="5411406"/>
                  </a:lnTo>
                  <a:lnTo>
                    <a:pt x="654394" y="5411406"/>
                  </a:lnTo>
                  <a:lnTo>
                    <a:pt x="654520" y="5411406"/>
                  </a:lnTo>
                  <a:lnTo>
                    <a:pt x="654646" y="5411406"/>
                  </a:lnTo>
                  <a:lnTo>
                    <a:pt x="654772" y="5411406"/>
                  </a:lnTo>
                  <a:lnTo>
                    <a:pt x="654899" y="5411406"/>
                  </a:lnTo>
                  <a:lnTo>
                    <a:pt x="655025" y="5411406"/>
                  </a:lnTo>
                  <a:lnTo>
                    <a:pt x="655151" y="5411406"/>
                  </a:lnTo>
                  <a:lnTo>
                    <a:pt x="655277" y="5411406"/>
                  </a:lnTo>
                  <a:lnTo>
                    <a:pt x="655403" y="5411406"/>
                  </a:lnTo>
                  <a:lnTo>
                    <a:pt x="655529" y="5411406"/>
                  </a:lnTo>
                  <a:lnTo>
                    <a:pt x="655655" y="5411406"/>
                  </a:lnTo>
                  <a:lnTo>
                    <a:pt x="655781" y="5411406"/>
                  </a:lnTo>
                  <a:lnTo>
                    <a:pt x="655907" y="5411406"/>
                  </a:lnTo>
                  <a:lnTo>
                    <a:pt x="656033" y="5411406"/>
                  </a:lnTo>
                  <a:lnTo>
                    <a:pt x="656159" y="5411406"/>
                  </a:lnTo>
                  <a:lnTo>
                    <a:pt x="656286" y="5411406"/>
                  </a:lnTo>
                  <a:lnTo>
                    <a:pt x="656412" y="5411406"/>
                  </a:lnTo>
                  <a:lnTo>
                    <a:pt x="656538" y="5411406"/>
                  </a:lnTo>
                  <a:lnTo>
                    <a:pt x="656664" y="5411406"/>
                  </a:lnTo>
                  <a:lnTo>
                    <a:pt x="656790" y="5411406"/>
                  </a:lnTo>
                  <a:lnTo>
                    <a:pt x="656916" y="5411406"/>
                  </a:lnTo>
                  <a:lnTo>
                    <a:pt x="657042" y="5411406"/>
                  </a:lnTo>
                  <a:lnTo>
                    <a:pt x="657168" y="5411406"/>
                  </a:lnTo>
                  <a:lnTo>
                    <a:pt x="657294" y="5411406"/>
                  </a:lnTo>
                  <a:lnTo>
                    <a:pt x="657420" y="5411406"/>
                  </a:lnTo>
                  <a:lnTo>
                    <a:pt x="657546" y="5411406"/>
                  </a:lnTo>
                  <a:lnTo>
                    <a:pt x="657673" y="5411406"/>
                  </a:lnTo>
                  <a:lnTo>
                    <a:pt x="657799" y="5411406"/>
                  </a:lnTo>
                  <a:lnTo>
                    <a:pt x="657925" y="5411406"/>
                  </a:lnTo>
                  <a:lnTo>
                    <a:pt x="658051" y="5411406"/>
                  </a:lnTo>
                  <a:lnTo>
                    <a:pt x="658177" y="5411406"/>
                  </a:lnTo>
                  <a:lnTo>
                    <a:pt x="658303" y="5411406"/>
                  </a:lnTo>
                  <a:lnTo>
                    <a:pt x="658303" y="5406127"/>
                  </a:lnTo>
                  <a:lnTo>
                    <a:pt x="658429" y="5406127"/>
                  </a:lnTo>
                  <a:lnTo>
                    <a:pt x="658555" y="5406127"/>
                  </a:lnTo>
                  <a:lnTo>
                    <a:pt x="658681" y="5406127"/>
                  </a:lnTo>
                  <a:lnTo>
                    <a:pt x="658807" y="5406127"/>
                  </a:lnTo>
                  <a:lnTo>
                    <a:pt x="658933" y="5406127"/>
                  </a:lnTo>
                  <a:lnTo>
                    <a:pt x="659059" y="5406127"/>
                  </a:lnTo>
                  <a:lnTo>
                    <a:pt x="659186" y="5406127"/>
                  </a:lnTo>
                  <a:lnTo>
                    <a:pt x="659312" y="5406127"/>
                  </a:lnTo>
                  <a:lnTo>
                    <a:pt x="659438" y="5406127"/>
                  </a:lnTo>
                  <a:lnTo>
                    <a:pt x="659564" y="5406127"/>
                  </a:lnTo>
                  <a:lnTo>
                    <a:pt x="659690" y="5406127"/>
                  </a:lnTo>
                  <a:lnTo>
                    <a:pt x="659816" y="5406127"/>
                  </a:lnTo>
                  <a:lnTo>
                    <a:pt x="659942" y="5406127"/>
                  </a:lnTo>
                  <a:lnTo>
                    <a:pt x="660068" y="5406127"/>
                  </a:lnTo>
                  <a:lnTo>
                    <a:pt x="660194" y="5406127"/>
                  </a:lnTo>
                  <a:lnTo>
                    <a:pt x="660320" y="5406127"/>
                  </a:lnTo>
                  <a:lnTo>
                    <a:pt x="660446" y="5406127"/>
                  </a:lnTo>
                  <a:lnTo>
                    <a:pt x="660573" y="5406127"/>
                  </a:lnTo>
                  <a:lnTo>
                    <a:pt x="660699" y="5406127"/>
                  </a:lnTo>
                  <a:lnTo>
                    <a:pt x="660825" y="5406127"/>
                  </a:lnTo>
                  <a:lnTo>
                    <a:pt x="660951" y="5406127"/>
                  </a:lnTo>
                  <a:lnTo>
                    <a:pt x="661077" y="5406127"/>
                  </a:lnTo>
                  <a:lnTo>
                    <a:pt x="661203" y="5406127"/>
                  </a:lnTo>
                  <a:lnTo>
                    <a:pt x="661329" y="5406127"/>
                  </a:lnTo>
                  <a:lnTo>
                    <a:pt x="661455" y="5406127"/>
                  </a:lnTo>
                  <a:lnTo>
                    <a:pt x="661581" y="5406127"/>
                  </a:lnTo>
                  <a:lnTo>
                    <a:pt x="661707" y="5406127"/>
                  </a:lnTo>
                  <a:lnTo>
                    <a:pt x="661833" y="5406127"/>
                  </a:lnTo>
                  <a:lnTo>
                    <a:pt x="661959" y="5406127"/>
                  </a:lnTo>
                  <a:lnTo>
                    <a:pt x="662086" y="5406127"/>
                  </a:lnTo>
                  <a:lnTo>
                    <a:pt x="662212" y="5406127"/>
                  </a:lnTo>
                  <a:lnTo>
                    <a:pt x="662338" y="5406127"/>
                  </a:lnTo>
                  <a:lnTo>
                    <a:pt x="662464" y="5406127"/>
                  </a:lnTo>
                  <a:lnTo>
                    <a:pt x="662590" y="5406127"/>
                  </a:lnTo>
                  <a:lnTo>
                    <a:pt x="662716" y="5406127"/>
                  </a:lnTo>
                  <a:lnTo>
                    <a:pt x="662842" y="5406127"/>
                  </a:lnTo>
                  <a:lnTo>
                    <a:pt x="662968" y="5406127"/>
                  </a:lnTo>
                  <a:lnTo>
                    <a:pt x="663094" y="5406127"/>
                  </a:lnTo>
                  <a:lnTo>
                    <a:pt x="663220" y="5406127"/>
                  </a:lnTo>
                  <a:lnTo>
                    <a:pt x="663346" y="5406127"/>
                  </a:lnTo>
                  <a:lnTo>
                    <a:pt x="663473" y="5406127"/>
                  </a:lnTo>
                  <a:lnTo>
                    <a:pt x="663599" y="5406127"/>
                  </a:lnTo>
                  <a:lnTo>
                    <a:pt x="663725" y="5406127"/>
                  </a:lnTo>
                  <a:lnTo>
                    <a:pt x="663851" y="5406127"/>
                  </a:lnTo>
                  <a:lnTo>
                    <a:pt x="663977" y="5406127"/>
                  </a:lnTo>
                  <a:lnTo>
                    <a:pt x="664103" y="5406127"/>
                  </a:lnTo>
                  <a:lnTo>
                    <a:pt x="664229" y="5406127"/>
                  </a:lnTo>
                  <a:lnTo>
                    <a:pt x="664355" y="5406127"/>
                  </a:lnTo>
                  <a:lnTo>
                    <a:pt x="664481" y="5406127"/>
                  </a:lnTo>
                  <a:lnTo>
                    <a:pt x="664607" y="5406127"/>
                  </a:lnTo>
                  <a:lnTo>
                    <a:pt x="664733" y="5406127"/>
                  </a:lnTo>
                  <a:lnTo>
                    <a:pt x="664860" y="5406127"/>
                  </a:lnTo>
                  <a:lnTo>
                    <a:pt x="664986" y="5406127"/>
                  </a:lnTo>
                  <a:lnTo>
                    <a:pt x="665112" y="5406127"/>
                  </a:lnTo>
                  <a:lnTo>
                    <a:pt x="665238" y="5406127"/>
                  </a:lnTo>
                  <a:lnTo>
                    <a:pt x="665364" y="5406127"/>
                  </a:lnTo>
                  <a:lnTo>
                    <a:pt x="665490" y="5406127"/>
                  </a:lnTo>
                  <a:lnTo>
                    <a:pt x="665616" y="5406127"/>
                  </a:lnTo>
                  <a:lnTo>
                    <a:pt x="665742" y="5406127"/>
                  </a:lnTo>
                  <a:lnTo>
                    <a:pt x="665868" y="5406127"/>
                  </a:lnTo>
                  <a:lnTo>
                    <a:pt x="665994" y="5406127"/>
                  </a:lnTo>
                  <a:lnTo>
                    <a:pt x="666120" y="5406127"/>
                  </a:lnTo>
                  <a:lnTo>
                    <a:pt x="666246" y="5406127"/>
                  </a:lnTo>
                  <a:lnTo>
                    <a:pt x="666373" y="5406127"/>
                  </a:lnTo>
                  <a:lnTo>
                    <a:pt x="666373" y="5400848"/>
                  </a:lnTo>
                  <a:lnTo>
                    <a:pt x="666499" y="5400848"/>
                  </a:lnTo>
                  <a:lnTo>
                    <a:pt x="666625" y="5400848"/>
                  </a:lnTo>
                  <a:lnTo>
                    <a:pt x="666751" y="5400848"/>
                  </a:lnTo>
                  <a:lnTo>
                    <a:pt x="666877" y="5400848"/>
                  </a:lnTo>
                  <a:lnTo>
                    <a:pt x="667003" y="5400848"/>
                  </a:lnTo>
                  <a:lnTo>
                    <a:pt x="667129" y="5400848"/>
                  </a:lnTo>
                  <a:lnTo>
                    <a:pt x="667255" y="5400848"/>
                  </a:lnTo>
                  <a:lnTo>
                    <a:pt x="667381" y="5400848"/>
                  </a:lnTo>
                  <a:lnTo>
                    <a:pt x="667507" y="5400848"/>
                  </a:lnTo>
                  <a:lnTo>
                    <a:pt x="667633" y="5400848"/>
                  </a:lnTo>
                  <a:lnTo>
                    <a:pt x="667760" y="5400848"/>
                  </a:lnTo>
                  <a:lnTo>
                    <a:pt x="667886" y="5400848"/>
                  </a:lnTo>
                  <a:lnTo>
                    <a:pt x="668012" y="5400848"/>
                  </a:lnTo>
                  <a:lnTo>
                    <a:pt x="668138" y="5400848"/>
                  </a:lnTo>
                  <a:lnTo>
                    <a:pt x="668264" y="5400848"/>
                  </a:lnTo>
                  <a:lnTo>
                    <a:pt x="668390" y="5400848"/>
                  </a:lnTo>
                  <a:lnTo>
                    <a:pt x="668516" y="5400848"/>
                  </a:lnTo>
                  <a:lnTo>
                    <a:pt x="668642" y="5400848"/>
                  </a:lnTo>
                  <a:lnTo>
                    <a:pt x="668768" y="5400848"/>
                  </a:lnTo>
                  <a:lnTo>
                    <a:pt x="668894" y="5400848"/>
                  </a:lnTo>
                  <a:lnTo>
                    <a:pt x="669020" y="5400848"/>
                  </a:lnTo>
                  <a:lnTo>
                    <a:pt x="669146" y="5400848"/>
                  </a:lnTo>
                  <a:lnTo>
                    <a:pt x="669273" y="5400848"/>
                  </a:lnTo>
                  <a:lnTo>
                    <a:pt x="669399" y="5400848"/>
                  </a:lnTo>
                  <a:lnTo>
                    <a:pt x="669525" y="5400848"/>
                  </a:lnTo>
                  <a:lnTo>
                    <a:pt x="669651" y="5400848"/>
                  </a:lnTo>
                  <a:lnTo>
                    <a:pt x="669777" y="5400848"/>
                  </a:lnTo>
                  <a:lnTo>
                    <a:pt x="669903" y="5400848"/>
                  </a:lnTo>
                  <a:lnTo>
                    <a:pt x="670029" y="5400848"/>
                  </a:lnTo>
                  <a:lnTo>
                    <a:pt x="670155" y="5400848"/>
                  </a:lnTo>
                  <a:lnTo>
                    <a:pt x="670281" y="5400848"/>
                  </a:lnTo>
                  <a:lnTo>
                    <a:pt x="670407" y="5400848"/>
                  </a:lnTo>
                  <a:lnTo>
                    <a:pt x="670533" y="5400848"/>
                  </a:lnTo>
                  <a:lnTo>
                    <a:pt x="670660" y="5400848"/>
                  </a:lnTo>
                  <a:lnTo>
                    <a:pt x="670786" y="5400848"/>
                  </a:lnTo>
                  <a:lnTo>
                    <a:pt x="670786" y="5395568"/>
                  </a:lnTo>
                  <a:lnTo>
                    <a:pt x="670912" y="5395568"/>
                  </a:lnTo>
                  <a:lnTo>
                    <a:pt x="671038" y="5395568"/>
                  </a:lnTo>
                  <a:lnTo>
                    <a:pt x="671164" y="5395568"/>
                  </a:lnTo>
                  <a:lnTo>
                    <a:pt x="671164" y="5390289"/>
                  </a:lnTo>
                  <a:lnTo>
                    <a:pt x="671290" y="5390289"/>
                  </a:lnTo>
                  <a:lnTo>
                    <a:pt x="671416" y="5390289"/>
                  </a:lnTo>
                  <a:lnTo>
                    <a:pt x="671542" y="5390289"/>
                  </a:lnTo>
                  <a:lnTo>
                    <a:pt x="671668" y="5390289"/>
                  </a:lnTo>
                  <a:lnTo>
                    <a:pt x="671794" y="5390289"/>
                  </a:lnTo>
                  <a:lnTo>
                    <a:pt x="671920" y="5390289"/>
                  </a:lnTo>
                  <a:lnTo>
                    <a:pt x="671920" y="5385009"/>
                  </a:lnTo>
                  <a:lnTo>
                    <a:pt x="672046" y="5385009"/>
                  </a:lnTo>
                  <a:lnTo>
                    <a:pt x="672173" y="5385009"/>
                  </a:lnTo>
                  <a:lnTo>
                    <a:pt x="672299" y="5385009"/>
                  </a:lnTo>
                  <a:lnTo>
                    <a:pt x="672425" y="5385009"/>
                  </a:lnTo>
                  <a:lnTo>
                    <a:pt x="672425" y="5379730"/>
                  </a:lnTo>
                  <a:lnTo>
                    <a:pt x="672551" y="5379730"/>
                  </a:lnTo>
                  <a:lnTo>
                    <a:pt x="672677" y="5379730"/>
                  </a:lnTo>
                  <a:lnTo>
                    <a:pt x="672803" y="5379730"/>
                  </a:lnTo>
                  <a:lnTo>
                    <a:pt x="672929" y="5379730"/>
                  </a:lnTo>
                  <a:lnTo>
                    <a:pt x="673055" y="5379730"/>
                  </a:lnTo>
                  <a:lnTo>
                    <a:pt x="673181" y="5379730"/>
                  </a:lnTo>
                  <a:lnTo>
                    <a:pt x="673307" y="5379730"/>
                  </a:lnTo>
                  <a:lnTo>
                    <a:pt x="673433" y="5379730"/>
                  </a:lnTo>
                  <a:lnTo>
                    <a:pt x="673560" y="5379730"/>
                  </a:lnTo>
                  <a:lnTo>
                    <a:pt x="673686" y="5379730"/>
                  </a:lnTo>
                  <a:lnTo>
                    <a:pt x="673812" y="5379730"/>
                  </a:lnTo>
                  <a:lnTo>
                    <a:pt x="673938" y="5379730"/>
                  </a:lnTo>
                  <a:lnTo>
                    <a:pt x="673938" y="5374450"/>
                  </a:lnTo>
                  <a:lnTo>
                    <a:pt x="674064" y="5374450"/>
                  </a:lnTo>
                  <a:lnTo>
                    <a:pt x="674190" y="5374450"/>
                  </a:lnTo>
                  <a:lnTo>
                    <a:pt x="674316" y="5374450"/>
                  </a:lnTo>
                  <a:lnTo>
                    <a:pt x="674442" y="5374450"/>
                  </a:lnTo>
                  <a:lnTo>
                    <a:pt x="674568" y="5374450"/>
                  </a:lnTo>
                  <a:lnTo>
                    <a:pt x="674694" y="5374450"/>
                  </a:lnTo>
                  <a:lnTo>
                    <a:pt x="674820" y="5374450"/>
                  </a:lnTo>
                  <a:lnTo>
                    <a:pt x="674947" y="5374450"/>
                  </a:lnTo>
                  <a:lnTo>
                    <a:pt x="675073" y="5374450"/>
                  </a:lnTo>
                  <a:lnTo>
                    <a:pt x="675199" y="5374450"/>
                  </a:lnTo>
                  <a:lnTo>
                    <a:pt x="675325" y="5374450"/>
                  </a:lnTo>
                  <a:lnTo>
                    <a:pt x="675451" y="5374450"/>
                  </a:lnTo>
                  <a:lnTo>
                    <a:pt x="675577" y="5374450"/>
                  </a:lnTo>
                  <a:lnTo>
                    <a:pt x="675703" y="5374450"/>
                  </a:lnTo>
                  <a:lnTo>
                    <a:pt x="675829" y="5374450"/>
                  </a:lnTo>
                  <a:lnTo>
                    <a:pt x="675955" y="5374450"/>
                  </a:lnTo>
                  <a:lnTo>
                    <a:pt x="676081" y="5374450"/>
                  </a:lnTo>
                  <a:lnTo>
                    <a:pt x="676081" y="5369171"/>
                  </a:lnTo>
                  <a:lnTo>
                    <a:pt x="676207" y="5369171"/>
                  </a:lnTo>
                  <a:lnTo>
                    <a:pt x="676333" y="5369171"/>
                  </a:lnTo>
                  <a:lnTo>
                    <a:pt x="676460" y="5369171"/>
                  </a:lnTo>
                  <a:lnTo>
                    <a:pt x="676586" y="5369171"/>
                  </a:lnTo>
                  <a:lnTo>
                    <a:pt x="676712" y="5369171"/>
                  </a:lnTo>
                  <a:lnTo>
                    <a:pt x="676838" y="5369171"/>
                  </a:lnTo>
                  <a:lnTo>
                    <a:pt x="676964" y="5369171"/>
                  </a:lnTo>
                  <a:lnTo>
                    <a:pt x="677090" y="5369171"/>
                  </a:lnTo>
                  <a:lnTo>
                    <a:pt x="677216" y="5369171"/>
                  </a:lnTo>
                  <a:lnTo>
                    <a:pt x="677342" y="5369171"/>
                  </a:lnTo>
                  <a:lnTo>
                    <a:pt x="677468" y="5369171"/>
                  </a:lnTo>
                  <a:lnTo>
                    <a:pt x="677594" y="5369171"/>
                  </a:lnTo>
                  <a:lnTo>
                    <a:pt x="677720" y="5369171"/>
                  </a:lnTo>
                  <a:lnTo>
                    <a:pt x="677847" y="5369171"/>
                  </a:lnTo>
                  <a:lnTo>
                    <a:pt x="677973" y="5369171"/>
                  </a:lnTo>
                  <a:lnTo>
                    <a:pt x="678099" y="5369171"/>
                  </a:lnTo>
                  <a:lnTo>
                    <a:pt x="678225" y="5369171"/>
                  </a:lnTo>
                  <a:lnTo>
                    <a:pt x="678351" y="5369171"/>
                  </a:lnTo>
                  <a:lnTo>
                    <a:pt x="678477" y="5369171"/>
                  </a:lnTo>
                  <a:lnTo>
                    <a:pt x="678603" y="5369171"/>
                  </a:lnTo>
                  <a:lnTo>
                    <a:pt x="678729" y="5369171"/>
                  </a:lnTo>
                  <a:lnTo>
                    <a:pt x="678855" y="5369171"/>
                  </a:lnTo>
                  <a:lnTo>
                    <a:pt x="678981" y="5369171"/>
                  </a:lnTo>
                  <a:lnTo>
                    <a:pt x="679107" y="5369171"/>
                  </a:lnTo>
                  <a:lnTo>
                    <a:pt x="679233" y="5369171"/>
                  </a:lnTo>
                  <a:lnTo>
                    <a:pt x="679360" y="5369171"/>
                  </a:lnTo>
                  <a:lnTo>
                    <a:pt x="679486" y="5369171"/>
                  </a:lnTo>
                  <a:lnTo>
                    <a:pt x="679612" y="5369171"/>
                  </a:lnTo>
                  <a:lnTo>
                    <a:pt x="679738" y="5369171"/>
                  </a:lnTo>
                  <a:lnTo>
                    <a:pt x="679864" y="5369171"/>
                  </a:lnTo>
                  <a:lnTo>
                    <a:pt x="679990" y="5369171"/>
                  </a:lnTo>
                  <a:lnTo>
                    <a:pt x="680116" y="5369171"/>
                  </a:lnTo>
                  <a:lnTo>
                    <a:pt x="680242" y="5369171"/>
                  </a:lnTo>
                  <a:lnTo>
                    <a:pt x="680368" y="5369171"/>
                  </a:lnTo>
                  <a:lnTo>
                    <a:pt x="680494" y="5369171"/>
                  </a:lnTo>
                  <a:lnTo>
                    <a:pt x="680620" y="5369171"/>
                  </a:lnTo>
                  <a:lnTo>
                    <a:pt x="680747" y="5369171"/>
                  </a:lnTo>
                  <a:lnTo>
                    <a:pt x="680873" y="5369171"/>
                  </a:lnTo>
                  <a:lnTo>
                    <a:pt x="680999" y="5369171"/>
                  </a:lnTo>
                  <a:lnTo>
                    <a:pt x="681125" y="5369171"/>
                  </a:lnTo>
                  <a:lnTo>
                    <a:pt x="681251" y="5369171"/>
                  </a:lnTo>
                  <a:lnTo>
                    <a:pt x="681377" y="5369171"/>
                  </a:lnTo>
                  <a:lnTo>
                    <a:pt x="681503" y="5369171"/>
                  </a:lnTo>
                  <a:lnTo>
                    <a:pt x="681629" y="5369171"/>
                  </a:lnTo>
                  <a:lnTo>
                    <a:pt x="681755" y="5369171"/>
                  </a:lnTo>
                  <a:lnTo>
                    <a:pt x="681881" y="5369171"/>
                  </a:lnTo>
                  <a:lnTo>
                    <a:pt x="682007" y="5369171"/>
                  </a:lnTo>
                  <a:lnTo>
                    <a:pt x="682134" y="5369171"/>
                  </a:lnTo>
                  <a:lnTo>
                    <a:pt x="682260" y="5369171"/>
                  </a:lnTo>
                  <a:lnTo>
                    <a:pt x="682386" y="5369171"/>
                  </a:lnTo>
                  <a:lnTo>
                    <a:pt x="682512" y="5369171"/>
                  </a:lnTo>
                  <a:lnTo>
                    <a:pt x="682638" y="5369171"/>
                  </a:lnTo>
                  <a:lnTo>
                    <a:pt x="682764" y="5369171"/>
                  </a:lnTo>
                  <a:lnTo>
                    <a:pt x="682890" y="5369171"/>
                  </a:lnTo>
                  <a:lnTo>
                    <a:pt x="683016" y="5369171"/>
                  </a:lnTo>
                  <a:lnTo>
                    <a:pt x="683142" y="5369171"/>
                  </a:lnTo>
                  <a:lnTo>
                    <a:pt x="683268" y="5369171"/>
                  </a:lnTo>
                  <a:lnTo>
                    <a:pt x="683394" y="5369171"/>
                  </a:lnTo>
                  <a:lnTo>
                    <a:pt x="683520" y="5369171"/>
                  </a:lnTo>
                  <a:lnTo>
                    <a:pt x="683647" y="5369171"/>
                  </a:lnTo>
                  <a:lnTo>
                    <a:pt x="683773" y="5369171"/>
                  </a:lnTo>
                  <a:lnTo>
                    <a:pt x="683899" y="5369171"/>
                  </a:lnTo>
                  <a:lnTo>
                    <a:pt x="684025" y="5369171"/>
                  </a:lnTo>
                  <a:lnTo>
                    <a:pt x="684151" y="5369171"/>
                  </a:lnTo>
                  <a:lnTo>
                    <a:pt x="684277" y="5369171"/>
                  </a:lnTo>
                  <a:lnTo>
                    <a:pt x="684403" y="5369171"/>
                  </a:lnTo>
                  <a:lnTo>
                    <a:pt x="684529" y="5369171"/>
                  </a:lnTo>
                  <a:lnTo>
                    <a:pt x="684655" y="5369171"/>
                  </a:lnTo>
                  <a:lnTo>
                    <a:pt x="684781" y="5369171"/>
                  </a:lnTo>
                  <a:lnTo>
                    <a:pt x="684907" y="5369171"/>
                  </a:lnTo>
                  <a:lnTo>
                    <a:pt x="685034" y="5369171"/>
                  </a:lnTo>
                  <a:lnTo>
                    <a:pt x="685160" y="5369171"/>
                  </a:lnTo>
                  <a:lnTo>
                    <a:pt x="685286" y="5369171"/>
                  </a:lnTo>
                  <a:lnTo>
                    <a:pt x="685412" y="5369171"/>
                  </a:lnTo>
                  <a:lnTo>
                    <a:pt x="685538" y="5369171"/>
                  </a:lnTo>
                  <a:lnTo>
                    <a:pt x="685664" y="5369171"/>
                  </a:lnTo>
                  <a:lnTo>
                    <a:pt x="685790" y="5369171"/>
                  </a:lnTo>
                  <a:lnTo>
                    <a:pt x="685916" y="5369171"/>
                  </a:lnTo>
                  <a:lnTo>
                    <a:pt x="686042" y="5369171"/>
                  </a:lnTo>
                  <a:lnTo>
                    <a:pt x="686168" y="5369171"/>
                  </a:lnTo>
                  <a:lnTo>
                    <a:pt x="686294" y="5369171"/>
                  </a:lnTo>
                  <a:lnTo>
                    <a:pt x="686420" y="5369171"/>
                  </a:lnTo>
                  <a:lnTo>
                    <a:pt x="686547" y="5369171"/>
                  </a:lnTo>
                  <a:lnTo>
                    <a:pt x="686673" y="5369171"/>
                  </a:lnTo>
                  <a:lnTo>
                    <a:pt x="686799" y="5369171"/>
                  </a:lnTo>
                  <a:lnTo>
                    <a:pt x="686925" y="5369171"/>
                  </a:lnTo>
                  <a:lnTo>
                    <a:pt x="687051" y="5369171"/>
                  </a:lnTo>
                  <a:lnTo>
                    <a:pt x="687177" y="5369171"/>
                  </a:lnTo>
                  <a:lnTo>
                    <a:pt x="687303" y="5369171"/>
                  </a:lnTo>
                  <a:lnTo>
                    <a:pt x="687429" y="5369171"/>
                  </a:lnTo>
                  <a:lnTo>
                    <a:pt x="687555" y="5369171"/>
                  </a:lnTo>
                  <a:lnTo>
                    <a:pt x="687681" y="5369171"/>
                  </a:lnTo>
                  <a:lnTo>
                    <a:pt x="687807" y="5369171"/>
                  </a:lnTo>
                  <a:lnTo>
                    <a:pt x="687934" y="5369171"/>
                  </a:lnTo>
                  <a:lnTo>
                    <a:pt x="688060" y="5369171"/>
                  </a:lnTo>
                  <a:lnTo>
                    <a:pt x="688186" y="5369171"/>
                  </a:lnTo>
                  <a:lnTo>
                    <a:pt x="688312" y="5369171"/>
                  </a:lnTo>
                  <a:lnTo>
                    <a:pt x="688438" y="5369171"/>
                  </a:lnTo>
                  <a:lnTo>
                    <a:pt x="688564" y="5369171"/>
                  </a:lnTo>
                  <a:lnTo>
                    <a:pt x="688690" y="5369171"/>
                  </a:lnTo>
                  <a:lnTo>
                    <a:pt x="688816" y="5369171"/>
                  </a:lnTo>
                  <a:lnTo>
                    <a:pt x="688942" y="5369171"/>
                  </a:lnTo>
                  <a:lnTo>
                    <a:pt x="689068" y="5369171"/>
                  </a:lnTo>
                  <a:lnTo>
                    <a:pt x="689194" y="5369171"/>
                  </a:lnTo>
                  <a:lnTo>
                    <a:pt x="689321" y="5369171"/>
                  </a:lnTo>
                  <a:lnTo>
                    <a:pt x="689447" y="5369171"/>
                  </a:lnTo>
                  <a:lnTo>
                    <a:pt x="689573" y="5369171"/>
                  </a:lnTo>
                  <a:lnTo>
                    <a:pt x="689699" y="5369171"/>
                  </a:lnTo>
                  <a:lnTo>
                    <a:pt x="689825" y="5369171"/>
                  </a:lnTo>
                  <a:lnTo>
                    <a:pt x="689951" y="5369171"/>
                  </a:lnTo>
                  <a:lnTo>
                    <a:pt x="690077" y="5369171"/>
                  </a:lnTo>
                  <a:lnTo>
                    <a:pt x="690203" y="5369171"/>
                  </a:lnTo>
                  <a:lnTo>
                    <a:pt x="690329" y="5369171"/>
                  </a:lnTo>
                  <a:lnTo>
                    <a:pt x="690455" y="5369171"/>
                  </a:lnTo>
                  <a:lnTo>
                    <a:pt x="690581" y="5369171"/>
                  </a:lnTo>
                  <a:lnTo>
                    <a:pt x="690707" y="5369171"/>
                  </a:lnTo>
                  <a:lnTo>
                    <a:pt x="690834" y="5369171"/>
                  </a:lnTo>
                  <a:lnTo>
                    <a:pt x="690960" y="5369171"/>
                  </a:lnTo>
                  <a:lnTo>
                    <a:pt x="691086" y="5369171"/>
                  </a:lnTo>
                  <a:lnTo>
                    <a:pt x="691212" y="5369171"/>
                  </a:lnTo>
                  <a:lnTo>
                    <a:pt x="691338" y="5369171"/>
                  </a:lnTo>
                  <a:lnTo>
                    <a:pt x="691464" y="5369171"/>
                  </a:lnTo>
                  <a:lnTo>
                    <a:pt x="691590" y="5369171"/>
                  </a:lnTo>
                  <a:lnTo>
                    <a:pt x="691716" y="5369171"/>
                  </a:lnTo>
                  <a:lnTo>
                    <a:pt x="691842" y="5369171"/>
                  </a:lnTo>
                  <a:lnTo>
                    <a:pt x="691968" y="5369171"/>
                  </a:lnTo>
                  <a:lnTo>
                    <a:pt x="692094" y="5369171"/>
                  </a:lnTo>
                  <a:lnTo>
                    <a:pt x="692221" y="5369171"/>
                  </a:lnTo>
                  <a:lnTo>
                    <a:pt x="692347" y="5369171"/>
                  </a:lnTo>
                  <a:lnTo>
                    <a:pt x="692473" y="5369171"/>
                  </a:lnTo>
                  <a:lnTo>
                    <a:pt x="692599" y="5369171"/>
                  </a:lnTo>
                  <a:lnTo>
                    <a:pt x="692725" y="5369171"/>
                  </a:lnTo>
                  <a:lnTo>
                    <a:pt x="692851" y="5369171"/>
                  </a:lnTo>
                  <a:lnTo>
                    <a:pt x="692977" y="5369171"/>
                  </a:lnTo>
                  <a:lnTo>
                    <a:pt x="693103" y="5369171"/>
                  </a:lnTo>
                  <a:lnTo>
                    <a:pt x="693229" y="5369171"/>
                  </a:lnTo>
                  <a:lnTo>
                    <a:pt x="693355" y="5369171"/>
                  </a:lnTo>
                  <a:lnTo>
                    <a:pt x="693481" y="5369171"/>
                  </a:lnTo>
                  <a:lnTo>
                    <a:pt x="693607" y="5369171"/>
                  </a:lnTo>
                  <a:lnTo>
                    <a:pt x="693734" y="5369171"/>
                  </a:lnTo>
                  <a:lnTo>
                    <a:pt x="693860" y="5369171"/>
                  </a:lnTo>
                  <a:lnTo>
                    <a:pt x="693986" y="5369171"/>
                  </a:lnTo>
                  <a:lnTo>
                    <a:pt x="694112" y="5369171"/>
                  </a:lnTo>
                  <a:lnTo>
                    <a:pt x="694238" y="5369171"/>
                  </a:lnTo>
                  <a:lnTo>
                    <a:pt x="694364" y="5369171"/>
                  </a:lnTo>
                  <a:lnTo>
                    <a:pt x="694490" y="5369171"/>
                  </a:lnTo>
                  <a:lnTo>
                    <a:pt x="694616" y="5369171"/>
                  </a:lnTo>
                  <a:lnTo>
                    <a:pt x="694742" y="5369171"/>
                  </a:lnTo>
                  <a:lnTo>
                    <a:pt x="694868" y="5369171"/>
                  </a:lnTo>
                  <a:lnTo>
                    <a:pt x="694994" y="5369171"/>
                  </a:lnTo>
                  <a:lnTo>
                    <a:pt x="695121" y="5369171"/>
                  </a:lnTo>
                  <a:lnTo>
                    <a:pt x="695247" y="5369171"/>
                  </a:lnTo>
                  <a:lnTo>
                    <a:pt x="695373" y="5369171"/>
                  </a:lnTo>
                  <a:lnTo>
                    <a:pt x="695499" y="5369171"/>
                  </a:lnTo>
                  <a:lnTo>
                    <a:pt x="695625" y="5369171"/>
                  </a:lnTo>
                  <a:lnTo>
                    <a:pt x="695751" y="5369171"/>
                  </a:lnTo>
                  <a:lnTo>
                    <a:pt x="695877" y="5369171"/>
                  </a:lnTo>
                  <a:lnTo>
                    <a:pt x="696003" y="5369171"/>
                  </a:lnTo>
                  <a:lnTo>
                    <a:pt x="696129" y="5369171"/>
                  </a:lnTo>
                  <a:lnTo>
                    <a:pt x="696255" y="5369171"/>
                  </a:lnTo>
                  <a:lnTo>
                    <a:pt x="696381" y="5369171"/>
                  </a:lnTo>
                  <a:lnTo>
                    <a:pt x="696507" y="5369171"/>
                  </a:lnTo>
                  <a:lnTo>
                    <a:pt x="696634" y="5369171"/>
                  </a:lnTo>
                  <a:lnTo>
                    <a:pt x="696634" y="5363892"/>
                  </a:lnTo>
                  <a:lnTo>
                    <a:pt x="696760" y="5363892"/>
                  </a:lnTo>
                  <a:lnTo>
                    <a:pt x="696886" y="5363892"/>
                  </a:lnTo>
                  <a:lnTo>
                    <a:pt x="697012" y="5363892"/>
                  </a:lnTo>
                  <a:lnTo>
                    <a:pt x="697138" y="5363892"/>
                  </a:lnTo>
                  <a:lnTo>
                    <a:pt x="697264" y="5363892"/>
                  </a:lnTo>
                  <a:lnTo>
                    <a:pt x="697390" y="5363892"/>
                  </a:lnTo>
                  <a:lnTo>
                    <a:pt x="697516" y="5363892"/>
                  </a:lnTo>
                  <a:lnTo>
                    <a:pt x="697642" y="5363892"/>
                  </a:lnTo>
                  <a:lnTo>
                    <a:pt x="697768" y="5363892"/>
                  </a:lnTo>
                  <a:lnTo>
                    <a:pt x="697894" y="5363892"/>
                  </a:lnTo>
                  <a:lnTo>
                    <a:pt x="698021" y="5363892"/>
                  </a:lnTo>
                  <a:lnTo>
                    <a:pt x="698147" y="5363892"/>
                  </a:lnTo>
                  <a:lnTo>
                    <a:pt x="698273" y="5363892"/>
                  </a:lnTo>
                  <a:lnTo>
                    <a:pt x="698399" y="5363892"/>
                  </a:lnTo>
                  <a:lnTo>
                    <a:pt x="698525" y="5363892"/>
                  </a:lnTo>
                  <a:lnTo>
                    <a:pt x="698651" y="5363892"/>
                  </a:lnTo>
                  <a:lnTo>
                    <a:pt x="698777" y="5363892"/>
                  </a:lnTo>
                  <a:lnTo>
                    <a:pt x="698903" y="5363892"/>
                  </a:lnTo>
                  <a:lnTo>
                    <a:pt x="699029" y="5363892"/>
                  </a:lnTo>
                  <a:lnTo>
                    <a:pt x="699155" y="5363892"/>
                  </a:lnTo>
                  <a:lnTo>
                    <a:pt x="699281" y="5363892"/>
                  </a:lnTo>
                  <a:lnTo>
                    <a:pt x="699408" y="5363892"/>
                  </a:lnTo>
                  <a:lnTo>
                    <a:pt x="699534" y="5363892"/>
                  </a:lnTo>
                  <a:lnTo>
                    <a:pt x="699660" y="5363892"/>
                  </a:lnTo>
                  <a:lnTo>
                    <a:pt x="699786" y="5363892"/>
                  </a:lnTo>
                  <a:lnTo>
                    <a:pt x="699912" y="5363892"/>
                  </a:lnTo>
                  <a:lnTo>
                    <a:pt x="699912" y="5358612"/>
                  </a:lnTo>
                  <a:lnTo>
                    <a:pt x="700038" y="5358612"/>
                  </a:lnTo>
                  <a:lnTo>
                    <a:pt x="700164" y="5358612"/>
                  </a:lnTo>
                  <a:lnTo>
                    <a:pt x="700290" y="5358612"/>
                  </a:lnTo>
                  <a:lnTo>
                    <a:pt x="700416" y="5358612"/>
                  </a:lnTo>
                  <a:lnTo>
                    <a:pt x="700542" y="5358612"/>
                  </a:lnTo>
                  <a:lnTo>
                    <a:pt x="700668" y="5358612"/>
                  </a:lnTo>
                  <a:lnTo>
                    <a:pt x="700794" y="5358612"/>
                  </a:lnTo>
                  <a:lnTo>
                    <a:pt x="700921" y="5358612"/>
                  </a:lnTo>
                  <a:lnTo>
                    <a:pt x="701047" y="5358612"/>
                  </a:lnTo>
                  <a:lnTo>
                    <a:pt x="701173" y="5358612"/>
                  </a:lnTo>
                  <a:lnTo>
                    <a:pt x="701299" y="5358612"/>
                  </a:lnTo>
                  <a:lnTo>
                    <a:pt x="701425" y="5358612"/>
                  </a:lnTo>
                  <a:lnTo>
                    <a:pt x="701551" y="5358612"/>
                  </a:lnTo>
                  <a:lnTo>
                    <a:pt x="701677" y="5358612"/>
                  </a:lnTo>
                  <a:lnTo>
                    <a:pt x="701803" y="5358612"/>
                  </a:lnTo>
                  <a:lnTo>
                    <a:pt x="701929" y="5358612"/>
                  </a:lnTo>
                  <a:lnTo>
                    <a:pt x="702055" y="5358612"/>
                  </a:lnTo>
                  <a:lnTo>
                    <a:pt x="702181" y="5358612"/>
                  </a:lnTo>
                  <a:lnTo>
                    <a:pt x="702308" y="5358612"/>
                  </a:lnTo>
                  <a:lnTo>
                    <a:pt x="702434" y="5358612"/>
                  </a:lnTo>
                  <a:lnTo>
                    <a:pt x="702560" y="5358612"/>
                  </a:lnTo>
                  <a:lnTo>
                    <a:pt x="702686" y="5358612"/>
                  </a:lnTo>
                  <a:lnTo>
                    <a:pt x="702812" y="5358612"/>
                  </a:lnTo>
                  <a:lnTo>
                    <a:pt x="702938" y="5358612"/>
                  </a:lnTo>
                  <a:lnTo>
                    <a:pt x="703064" y="5358612"/>
                  </a:lnTo>
                  <a:lnTo>
                    <a:pt x="703190" y="5358612"/>
                  </a:lnTo>
                  <a:lnTo>
                    <a:pt x="703316" y="5358612"/>
                  </a:lnTo>
                  <a:lnTo>
                    <a:pt x="703442" y="5358612"/>
                  </a:lnTo>
                  <a:lnTo>
                    <a:pt x="703568" y="5358612"/>
                  </a:lnTo>
                  <a:lnTo>
                    <a:pt x="703694" y="5358612"/>
                  </a:lnTo>
                  <a:lnTo>
                    <a:pt x="703821" y="5358612"/>
                  </a:lnTo>
                  <a:lnTo>
                    <a:pt x="703947" y="5358612"/>
                  </a:lnTo>
                  <a:lnTo>
                    <a:pt x="704073" y="5358612"/>
                  </a:lnTo>
                  <a:lnTo>
                    <a:pt x="704199" y="5358612"/>
                  </a:lnTo>
                  <a:lnTo>
                    <a:pt x="704325" y="5358612"/>
                  </a:lnTo>
                  <a:lnTo>
                    <a:pt x="704451" y="5358612"/>
                  </a:lnTo>
                  <a:lnTo>
                    <a:pt x="704451" y="5353333"/>
                  </a:lnTo>
                  <a:lnTo>
                    <a:pt x="704577" y="5353333"/>
                  </a:lnTo>
                  <a:lnTo>
                    <a:pt x="704703" y="5353333"/>
                  </a:lnTo>
                  <a:lnTo>
                    <a:pt x="704829" y="5353333"/>
                  </a:lnTo>
                  <a:lnTo>
                    <a:pt x="704955" y="5353333"/>
                  </a:lnTo>
                  <a:lnTo>
                    <a:pt x="705081" y="5353333"/>
                  </a:lnTo>
                  <a:lnTo>
                    <a:pt x="705208" y="5353333"/>
                  </a:lnTo>
                  <a:lnTo>
                    <a:pt x="705334" y="5353333"/>
                  </a:lnTo>
                  <a:lnTo>
                    <a:pt x="705460" y="5353333"/>
                  </a:lnTo>
                  <a:lnTo>
                    <a:pt x="705586" y="5353333"/>
                  </a:lnTo>
                  <a:lnTo>
                    <a:pt x="705712" y="5353333"/>
                  </a:lnTo>
                  <a:lnTo>
                    <a:pt x="705838" y="5353333"/>
                  </a:lnTo>
                  <a:lnTo>
                    <a:pt x="705964" y="5353333"/>
                  </a:lnTo>
                  <a:lnTo>
                    <a:pt x="706090" y="5353333"/>
                  </a:lnTo>
                  <a:lnTo>
                    <a:pt x="706090" y="5348053"/>
                  </a:lnTo>
                  <a:lnTo>
                    <a:pt x="706216" y="5348053"/>
                  </a:lnTo>
                  <a:lnTo>
                    <a:pt x="706342" y="5348053"/>
                  </a:lnTo>
                  <a:lnTo>
                    <a:pt x="706468" y="5348053"/>
                  </a:lnTo>
                  <a:lnTo>
                    <a:pt x="706595" y="5348053"/>
                  </a:lnTo>
                  <a:lnTo>
                    <a:pt x="706721" y="5348053"/>
                  </a:lnTo>
                  <a:lnTo>
                    <a:pt x="706847" y="5348053"/>
                  </a:lnTo>
                  <a:lnTo>
                    <a:pt x="706973" y="5348053"/>
                  </a:lnTo>
                  <a:lnTo>
                    <a:pt x="706973" y="5342774"/>
                  </a:lnTo>
                  <a:lnTo>
                    <a:pt x="707099" y="5342774"/>
                  </a:lnTo>
                  <a:lnTo>
                    <a:pt x="707225" y="5342774"/>
                  </a:lnTo>
                  <a:lnTo>
                    <a:pt x="707351" y="5342774"/>
                  </a:lnTo>
                  <a:lnTo>
                    <a:pt x="707477" y="5342774"/>
                  </a:lnTo>
                  <a:lnTo>
                    <a:pt x="707603" y="5342774"/>
                  </a:lnTo>
                  <a:lnTo>
                    <a:pt x="707729" y="5342774"/>
                  </a:lnTo>
                  <a:lnTo>
                    <a:pt x="707855" y="5342774"/>
                  </a:lnTo>
                  <a:lnTo>
                    <a:pt x="707981" y="5342774"/>
                  </a:lnTo>
                  <a:lnTo>
                    <a:pt x="708108" y="5342774"/>
                  </a:lnTo>
                  <a:lnTo>
                    <a:pt x="708234" y="5342774"/>
                  </a:lnTo>
                  <a:lnTo>
                    <a:pt x="708360" y="5342774"/>
                  </a:lnTo>
                  <a:lnTo>
                    <a:pt x="708486" y="5342774"/>
                  </a:lnTo>
                  <a:lnTo>
                    <a:pt x="708612" y="5342774"/>
                  </a:lnTo>
                  <a:lnTo>
                    <a:pt x="708738" y="5342774"/>
                  </a:lnTo>
                  <a:lnTo>
                    <a:pt x="708864" y="5342774"/>
                  </a:lnTo>
                  <a:lnTo>
                    <a:pt x="708990" y="5342774"/>
                  </a:lnTo>
                  <a:lnTo>
                    <a:pt x="709116" y="5342774"/>
                  </a:lnTo>
                  <a:lnTo>
                    <a:pt x="709242" y="5342774"/>
                  </a:lnTo>
                  <a:lnTo>
                    <a:pt x="709368" y="5342774"/>
                  </a:lnTo>
                  <a:lnTo>
                    <a:pt x="709495" y="5342774"/>
                  </a:lnTo>
                  <a:lnTo>
                    <a:pt x="709621" y="5342774"/>
                  </a:lnTo>
                  <a:lnTo>
                    <a:pt x="709747" y="5342774"/>
                  </a:lnTo>
                  <a:lnTo>
                    <a:pt x="709873" y="5342774"/>
                  </a:lnTo>
                  <a:lnTo>
                    <a:pt x="709999" y="5342774"/>
                  </a:lnTo>
                  <a:lnTo>
                    <a:pt x="710125" y="5342774"/>
                  </a:lnTo>
                  <a:lnTo>
                    <a:pt x="710251" y="5342774"/>
                  </a:lnTo>
                  <a:lnTo>
                    <a:pt x="710377" y="5342774"/>
                  </a:lnTo>
                  <a:lnTo>
                    <a:pt x="710503" y="5342774"/>
                  </a:lnTo>
                  <a:lnTo>
                    <a:pt x="710629" y="5342774"/>
                  </a:lnTo>
                  <a:lnTo>
                    <a:pt x="710755" y="5342774"/>
                  </a:lnTo>
                  <a:lnTo>
                    <a:pt x="710881" y="5342774"/>
                  </a:lnTo>
                  <a:lnTo>
                    <a:pt x="711008" y="5342774"/>
                  </a:lnTo>
                  <a:lnTo>
                    <a:pt x="711134" y="5342774"/>
                  </a:lnTo>
                  <a:lnTo>
                    <a:pt x="711260" y="5342774"/>
                  </a:lnTo>
                  <a:lnTo>
                    <a:pt x="711386" y="5342774"/>
                  </a:lnTo>
                  <a:lnTo>
                    <a:pt x="711512" y="5342774"/>
                  </a:lnTo>
                  <a:lnTo>
                    <a:pt x="711638" y="5342774"/>
                  </a:lnTo>
                  <a:lnTo>
                    <a:pt x="711764" y="5342774"/>
                  </a:lnTo>
                  <a:lnTo>
                    <a:pt x="711890" y="5342774"/>
                  </a:lnTo>
                  <a:lnTo>
                    <a:pt x="712016" y="5342774"/>
                  </a:lnTo>
                  <a:lnTo>
                    <a:pt x="712142" y="5342774"/>
                  </a:lnTo>
                  <a:lnTo>
                    <a:pt x="712268" y="5342774"/>
                  </a:lnTo>
                  <a:lnTo>
                    <a:pt x="712395" y="5342774"/>
                  </a:lnTo>
                  <a:lnTo>
                    <a:pt x="712521" y="5342774"/>
                  </a:lnTo>
                  <a:lnTo>
                    <a:pt x="712647" y="5342774"/>
                  </a:lnTo>
                  <a:lnTo>
                    <a:pt x="712647" y="5337494"/>
                  </a:lnTo>
                  <a:lnTo>
                    <a:pt x="712773" y="5337494"/>
                  </a:lnTo>
                  <a:lnTo>
                    <a:pt x="712899" y="5337494"/>
                  </a:lnTo>
                  <a:lnTo>
                    <a:pt x="713025" y="5337494"/>
                  </a:lnTo>
                  <a:lnTo>
                    <a:pt x="713151" y="5337494"/>
                  </a:lnTo>
                  <a:lnTo>
                    <a:pt x="713277" y="5337494"/>
                  </a:lnTo>
                  <a:lnTo>
                    <a:pt x="713403" y="5337494"/>
                  </a:lnTo>
                  <a:lnTo>
                    <a:pt x="713403" y="5332215"/>
                  </a:lnTo>
                  <a:lnTo>
                    <a:pt x="713403" y="5326936"/>
                  </a:lnTo>
                  <a:lnTo>
                    <a:pt x="713529" y="5326936"/>
                  </a:lnTo>
                  <a:lnTo>
                    <a:pt x="713655" y="5326936"/>
                  </a:lnTo>
                  <a:lnTo>
                    <a:pt x="713782" y="5326936"/>
                  </a:lnTo>
                  <a:lnTo>
                    <a:pt x="713908" y="5326936"/>
                  </a:lnTo>
                  <a:lnTo>
                    <a:pt x="714034" y="5326936"/>
                  </a:lnTo>
                  <a:lnTo>
                    <a:pt x="714160" y="5326936"/>
                  </a:lnTo>
                  <a:lnTo>
                    <a:pt x="714286" y="5326936"/>
                  </a:lnTo>
                  <a:lnTo>
                    <a:pt x="714412" y="5326936"/>
                  </a:lnTo>
                  <a:lnTo>
                    <a:pt x="714538" y="5326936"/>
                  </a:lnTo>
                  <a:lnTo>
                    <a:pt x="714664" y="5326936"/>
                  </a:lnTo>
                  <a:lnTo>
                    <a:pt x="714790" y="5326936"/>
                  </a:lnTo>
                  <a:lnTo>
                    <a:pt x="714916" y="5326936"/>
                  </a:lnTo>
                  <a:lnTo>
                    <a:pt x="715042" y="5326936"/>
                  </a:lnTo>
                  <a:lnTo>
                    <a:pt x="715168" y="5326936"/>
                  </a:lnTo>
                  <a:lnTo>
                    <a:pt x="715295" y="5326936"/>
                  </a:lnTo>
                  <a:lnTo>
                    <a:pt x="715421" y="5326936"/>
                  </a:lnTo>
                  <a:lnTo>
                    <a:pt x="715547" y="5326936"/>
                  </a:lnTo>
                  <a:lnTo>
                    <a:pt x="715673" y="5326936"/>
                  </a:lnTo>
                  <a:lnTo>
                    <a:pt x="715799" y="5326936"/>
                  </a:lnTo>
                  <a:lnTo>
                    <a:pt x="715925" y="5326936"/>
                  </a:lnTo>
                  <a:lnTo>
                    <a:pt x="716051" y="5326936"/>
                  </a:lnTo>
                  <a:lnTo>
                    <a:pt x="716177" y="5326936"/>
                  </a:lnTo>
                  <a:lnTo>
                    <a:pt x="716303" y="5326936"/>
                  </a:lnTo>
                  <a:lnTo>
                    <a:pt x="716429" y="5326936"/>
                  </a:lnTo>
                  <a:lnTo>
                    <a:pt x="716555" y="5326936"/>
                  </a:lnTo>
                  <a:lnTo>
                    <a:pt x="716682" y="5326936"/>
                  </a:lnTo>
                  <a:lnTo>
                    <a:pt x="716808" y="5326936"/>
                  </a:lnTo>
                  <a:lnTo>
                    <a:pt x="716934" y="5326936"/>
                  </a:lnTo>
                  <a:lnTo>
                    <a:pt x="717060" y="5326936"/>
                  </a:lnTo>
                  <a:lnTo>
                    <a:pt x="717186" y="5326936"/>
                  </a:lnTo>
                  <a:lnTo>
                    <a:pt x="717312" y="5326936"/>
                  </a:lnTo>
                  <a:lnTo>
                    <a:pt x="717438" y="5326936"/>
                  </a:lnTo>
                  <a:lnTo>
                    <a:pt x="717564" y="5326936"/>
                  </a:lnTo>
                  <a:lnTo>
                    <a:pt x="717690" y="5326936"/>
                  </a:lnTo>
                  <a:lnTo>
                    <a:pt x="717816" y="5326936"/>
                  </a:lnTo>
                  <a:lnTo>
                    <a:pt x="717942" y="5326936"/>
                  </a:lnTo>
                  <a:lnTo>
                    <a:pt x="718068" y="5326936"/>
                  </a:lnTo>
                  <a:lnTo>
                    <a:pt x="718195" y="5326936"/>
                  </a:lnTo>
                  <a:lnTo>
                    <a:pt x="718321" y="5326936"/>
                  </a:lnTo>
                  <a:lnTo>
                    <a:pt x="718447" y="5326936"/>
                  </a:lnTo>
                  <a:lnTo>
                    <a:pt x="718573" y="5326936"/>
                  </a:lnTo>
                  <a:lnTo>
                    <a:pt x="718699" y="5326936"/>
                  </a:lnTo>
                  <a:lnTo>
                    <a:pt x="718825" y="5326936"/>
                  </a:lnTo>
                  <a:lnTo>
                    <a:pt x="718951" y="5326936"/>
                  </a:lnTo>
                  <a:lnTo>
                    <a:pt x="719077" y="5326936"/>
                  </a:lnTo>
                  <a:lnTo>
                    <a:pt x="719203" y="5326936"/>
                  </a:lnTo>
                  <a:lnTo>
                    <a:pt x="719329" y="5326936"/>
                  </a:lnTo>
                  <a:lnTo>
                    <a:pt x="719455" y="5326936"/>
                  </a:lnTo>
                  <a:lnTo>
                    <a:pt x="719582" y="5326936"/>
                  </a:lnTo>
                  <a:lnTo>
                    <a:pt x="719708" y="5326936"/>
                  </a:lnTo>
                  <a:lnTo>
                    <a:pt x="719834" y="5326936"/>
                  </a:lnTo>
                  <a:lnTo>
                    <a:pt x="719960" y="5326936"/>
                  </a:lnTo>
                  <a:lnTo>
                    <a:pt x="720086" y="5326936"/>
                  </a:lnTo>
                  <a:lnTo>
                    <a:pt x="720212" y="5326936"/>
                  </a:lnTo>
                  <a:lnTo>
                    <a:pt x="720338" y="5326936"/>
                  </a:lnTo>
                  <a:lnTo>
                    <a:pt x="720464" y="5326936"/>
                  </a:lnTo>
                  <a:lnTo>
                    <a:pt x="720590" y="5326936"/>
                  </a:lnTo>
                  <a:lnTo>
                    <a:pt x="720716" y="5326936"/>
                  </a:lnTo>
                  <a:lnTo>
                    <a:pt x="720842" y="5326936"/>
                  </a:lnTo>
                  <a:lnTo>
                    <a:pt x="720968" y="5326936"/>
                  </a:lnTo>
                  <a:lnTo>
                    <a:pt x="721095" y="5326936"/>
                  </a:lnTo>
                  <a:lnTo>
                    <a:pt x="721221" y="5326936"/>
                  </a:lnTo>
                  <a:lnTo>
                    <a:pt x="721347" y="5326936"/>
                  </a:lnTo>
                  <a:lnTo>
                    <a:pt x="721473" y="5326936"/>
                  </a:lnTo>
                  <a:lnTo>
                    <a:pt x="721599" y="5326936"/>
                  </a:lnTo>
                  <a:lnTo>
                    <a:pt x="721725" y="5326936"/>
                  </a:lnTo>
                  <a:lnTo>
                    <a:pt x="721851" y="5326936"/>
                  </a:lnTo>
                  <a:lnTo>
                    <a:pt x="721977" y="5326936"/>
                  </a:lnTo>
                  <a:lnTo>
                    <a:pt x="722103" y="5326936"/>
                  </a:lnTo>
                  <a:lnTo>
                    <a:pt x="722229" y="5326936"/>
                  </a:lnTo>
                  <a:lnTo>
                    <a:pt x="722355" y="5326936"/>
                  </a:lnTo>
                  <a:lnTo>
                    <a:pt x="722482" y="5326936"/>
                  </a:lnTo>
                  <a:lnTo>
                    <a:pt x="722608" y="5326936"/>
                  </a:lnTo>
                  <a:lnTo>
                    <a:pt x="722734" y="5326936"/>
                  </a:lnTo>
                  <a:lnTo>
                    <a:pt x="722860" y="5326936"/>
                  </a:lnTo>
                  <a:lnTo>
                    <a:pt x="722986" y="5326936"/>
                  </a:lnTo>
                  <a:lnTo>
                    <a:pt x="723112" y="5326936"/>
                  </a:lnTo>
                  <a:lnTo>
                    <a:pt x="723238" y="5326936"/>
                  </a:lnTo>
                  <a:lnTo>
                    <a:pt x="723364" y="5326936"/>
                  </a:lnTo>
                  <a:lnTo>
                    <a:pt x="723490" y="5326936"/>
                  </a:lnTo>
                  <a:lnTo>
                    <a:pt x="723616" y="5326936"/>
                  </a:lnTo>
                  <a:lnTo>
                    <a:pt x="723742" y="5326936"/>
                  </a:lnTo>
                  <a:lnTo>
                    <a:pt x="723869" y="5326936"/>
                  </a:lnTo>
                  <a:lnTo>
                    <a:pt x="723995" y="5326936"/>
                  </a:lnTo>
                  <a:lnTo>
                    <a:pt x="724121" y="5326936"/>
                  </a:lnTo>
                  <a:lnTo>
                    <a:pt x="724247" y="5326936"/>
                  </a:lnTo>
                  <a:lnTo>
                    <a:pt x="724373" y="5326936"/>
                  </a:lnTo>
                  <a:lnTo>
                    <a:pt x="724499" y="5326936"/>
                  </a:lnTo>
                  <a:lnTo>
                    <a:pt x="724625" y="5326936"/>
                  </a:lnTo>
                  <a:lnTo>
                    <a:pt x="724751" y="5326936"/>
                  </a:lnTo>
                  <a:lnTo>
                    <a:pt x="724751" y="5321656"/>
                  </a:lnTo>
                  <a:lnTo>
                    <a:pt x="724877" y="5321656"/>
                  </a:lnTo>
                  <a:lnTo>
                    <a:pt x="725003" y="5321656"/>
                  </a:lnTo>
                  <a:lnTo>
                    <a:pt x="725129" y="5321656"/>
                  </a:lnTo>
                  <a:lnTo>
                    <a:pt x="725255" y="5321656"/>
                  </a:lnTo>
                  <a:lnTo>
                    <a:pt x="725382" y="5321656"/>
                  </a:lnTo>
                  <a:lnTo>
                    <a:pt x="725508" y="5321656"/>
                  </a:lnTo>
                  <a:lnTo>
                    <a:pt x="725634" y="5321656"/>
                  </a:lnTo>
                  <a:lnTo>
                    <a:pt x="725760" y="5321656"/>
                  </a:lnTo>
                  <a:lnTo>
                    <a:pt x="725886" y="5321656"/>
                  </a:lnTo>
                  <a:lnTo>
                    <a:pt x="726012" y="5321656"/>
                  </a:lnTo>
                  <a:lnTo>
                    <a:pt x="726138" y="5321656"/>
                  </a:lnTo>
                  <a:lnTo>
                    <a:pt x="726138" y="5316377"/>
                  </a:lnTo>
                  <a:lnTo>
                    <a:pt x="726264" y="5316377"/>
                  </a:lnTo>
                  <a:lnTo>
                    <a:pt x="726390" y="5316377"/>
                  </a:lnTo>
                  <a:lnTo>
                    <a:pt x="726516" y="5316377"/>
                  </a:lnTo>
                  <a:lnTo>
                    <a:pt x="726642" y="5316377"/>
                  </a:lnTo>
                  <a:lnTo>
                    <a:pt x="726769" y="5316377"/>
                  </a:lnTo>
                  <a:lnTo>
                    <a:pt x="726895" y="5316377"/>
                  </a:lnTo>
                  <a:lnTo>
                    <a:pt x="727021" y="5316377"/>
                  </a:lnTo>
                  <a:lnTo>
                    <a:pt x="727147" y="5316377"/>
                  </a:lnTo>
                  <a:lnTo>
                    <a:pt x="727273" y="5316377"/>
                  </a:lnTo>
                  <a:lnTo>
                    <a:pt x="727399" y="5316377"/>
                  </a:lnTo>
                  <a:lnTo>
                    <a:pt x="727525" y="5316377"/>
                  </a:lnTo>
                  <a:lnTo>
                    <a:pt x="727651" y="5316377"/>
                  </a:lnTo>
                  <a:lnTo>
                    <a:pt x="727777" y="5316377"/>
                  </a:lnTo>
                  <a:lnTo>
                    <a:pt x="727903" y="5316377"/>
                  </a:lnTo>
                  <a:lnTo>
                    <a:pt x="728029" y="5316377"/>
                  </a:lnTo>
                  <a:lnTo>
                    <a:pt x="728155" y="5316377"/>
                  </a:lnTo>
                  <a:lnTo>
                    <a:pt x="728282" y="5316377"/>
                  </a:lnTo>
                  <a:lnTo>
                    <a:pt x="728408" y="5316377"/>
                  </a:lnTo>
                  <a:lnTo>
                    <a:pt x="728534" y="5316377"/>
                  </a:lnTo>
                  <a:lnTo>
                    <a:pt x="728660" y="5316377"/>
                  </a:lnTo>
                  <a:lnTo>
                    <a:pt x="728786" y="5316377"/>
                  </a:lnTo>
                  <a:lnTo>
                    <a:pt x="728912" y="5316377"/>
                  </a:lnTo>
                  <a:lnTo>
                    <a:pt x="729038" y="5316377"/>
                  </a:lnTo>
                  <a:lnTo>
                    <a:pt x="729164" y="5316377"/>
                  </a:lnTo>
                  <a:lnTo>
                    <a:pt x="729290" y="5316377"/>
                  </a:lnTo>
                  <a:lnTo>
                    <a:pt x="729416" y="5316377"/>
                  </a:lnTo>
                  <a:lnTo>
                    <a:pt x="729542" y="5316377"/>
                  </a:lnTo>
                  <a:lnTo>
                    <a:pt x="729669" y="5316377"/>
                  </a:lnTo>
                  <a:lnTo>
                    <a:pt x="729795" y="5316377"/>
                  </a:lnTo>
                  <a:lnTo>
                    <a:pt x="729921" y="5316377"/>
                  </a:lnTo>
                  <a:lnTo>
                    <a:pt x="730047" y="5316377"/>
                  </a:lnTo>
                  <a:lnTo>
                    <a:pt x="730173" y="5316377"/>
                  </a:lnTo>
                  <a:lnTo>
                    <a:pt x="730173" y="5311097"/>
                  </a:lnTo>
                  <a:lnTo>
                    <a:pt x="730299" y="5311097"/>
                  </a:lnTo>
                  <a:lnTo>
                    <a:pt x="730425" y="5311097"/>
                  </a:lnTo>
                  <a:lnTo>
                    <a:pt x="730551" y="5311097"/>
                  </a:lnTo>
                  <a:lnTo>
                    <a:pt x="730677" y="5311097"/>
                  </a:lnTo>
                  <a:lnTo>
                    <a:pt x="730803" y="5311097"/>
                  </a:lnTo>
                  <a:lnTo>
                    <a:pt x="730929" y="5311097"/>
                  </a:lnTo>
                  <a:lnTo>
                    <a:pt x="731056" y="5311097"/>
                  </a:lnTo>
                  <a:lnTo>
                    <a:pt x="731182" y="5311097"/>
                  </a:lnTo>
                  <a:lnTo>
                    <a:pt x="731308" y="5311097"/>
                  </a:lnTo>
                  <a:lnTo>
                    <a:pt x="731434" y="5311097"/>
                  </a:lnTo>
                  <a:lnTo>
                    <a:pt x="731560" y="5311097"/>
                  </a:lnTo>
                  <a:lnTo>
                    <a:pt x="731686" y="5311097"/>
                  </a:lnTo>
                  <a:lnTo>
                    <a:pt x="731812" y="5311097"/>
                  </a:lnTo>
                  <a:lnTo>
                    <a:pt x="731938" y="5311097"/>
                  </a:lnTo>
                  <a:lnTo>
                    <a:pt x="731938" y="5305818"/>
                  </a:lnTo>
                  <a:lnTo>
                    <a:pt x="732064" y="5305818"/>
                  </a:lnTo>
                  <a:lnTo>
                    <a:pt x="732190" y="5305818"/>
                  </a:lnTo>
                  <a:lnTo>
                    <a:pt x="732190" y="5300539"/>
                  </a:lnTo>
                  <a:lnTo>
                    <a:pt x="732316" y="5300539"/>
                  </a:lnTo>
                  <a:lnTo>
                    <a:pt x="732442" y="5300539"/>
                  </a:lnTo>
                  <a:lnTo>
                    <a:pt x="732569" y="5300539"/>
                  </a:lnTo>
                  <a:lnTo>
                    <a:pt x="732695" y="5300539"/>
                  </a:lnTo>
                  <a:lnTo>
                    <a:pt x="732821" y="5300539"/>
                  </a:lnTo>
                  <a:lnTo>
                    <a:pt x="732947" y="5300539"/>
                  </a:lnTo>
                  <a:lnTo>
                    <a:pt x="733073" y="5300539"/>
                  </a:lnTo>
                  <a:lnTo>
                    <a:pt x="733199" y="5300539"/>
                  </a:lnTo>
                  <a:lnTo>
                    <a:pt x="733325" y="5300539"/>
                  </a:lnTo>
                  <a:lnTo>
                    <a:pt x="733451" y="5300539"/>
                  </a:lnTo>
                  <a:lnTo>
                    <a:pt x="733577" y="5300539"/>
                  </a:lnTo>
                  <a:lnTo>
                    <a:pt x="733703" y="5300539"/>
                  </a:lnTo>
                  <a:lnTo>
                    <a:pt x="733829" y="5300539"/>
                  </a:lnTo>
                  <a:lnTo>
                    <a:pt x="733956" y="5300539"/>
                  </a:lnTo>
                  <a:lnTo>
                    <a:pt x="734082" y="5300539"/>
                  </a:lnTo>
                  <a:lnTo>
                    <a:pt x="734208" y="5300539"/>
                  </a:lnTo>
                  <a:lnTo>
                    <a:pt x="734334" y="5300539"/>
                  </a:lnTo>
                  <a:lnTo>
                    <a:pt x="734460" y="5300539"/>
                  </a:lnTo>
                  <a:lnTo>
                    <a:pt x="734586" y="5300539"/>
                  </a:lnTo>
                  <a:lnTo>
                    <a:pt x="734712" y="5300539"/>
                  </a:lnTo>
                  <a:lnTo>
                    <a:pt x="734838" y="5300539"/>
                  </a:lnTo>
                  <a:lnTo>
                    <a:pt x="734964" y="5300539"/>
                  </a:lnTo>
                  <a:lnTo>
                    <a:pt x="735090" y="5300539"/>
                  </a:lnTo>
                  <a:lnTo>
                    <a:pt x="735216" y="5300539"/>
                  </a:lnTo>
                  <a:lnTo>
                    <a:pt x="735342" y="5300539"/>
                  </a:lnTo>
                  <a:lnTo>
                    <a:pt x="735469" y="5300539"/>
                  </a:lnTo>
                  <a:lnTo>
                    <a:pt x="735595" y="5300539"/>
                  </a:lnTo>
                  <a:lnTo>
                    <a:pt x="735721" y="5300539"/>
                  </a:lnTo>
                  <a:lnTo>
                    <a:pt x="735847" y="5300539"/>
                  </a:lnTo>
                  <a:lnTo>
                    <a:pt x="735973" y="5300539"/>
                  </a:lnTo>
                  <a:lnTo>
                    <a:pt x="736099" y="5300539"/>
                  </a:lnTo>
                  <a:lnTo>
                    <a:pt x="736225" y="5300539"/>
                  </a:lnTo>
                  <a:lnTo>
                    <a:pt x="736351" y="5300539"/>
                  </a:lnTo>
                  <a:lnTo>
                    <a:pt x="736477" y="5300539"/>
                  </a:lnTo>
                  <a:lnTo>
                    <a:pt x="736603" y="5300539"/>
                  </a:lnTo>
                  <a:lnTo>
                    <a:pt x="736729" y="5300539"/>
                  </a:lnTo>
                  <a:lnTo>
                    <a:pt x="736856" y="5300539"/>
                  </a:lnTo>
                  <a:lnTo>
                    <a:pt x="736982" y="5300539"/>
                  </a:lnTo>
                  <a:lnTo>
                    <a:pt x="737108" y="5300539"/>
                  </a:lnTo>
                  <a:lnTo>
                    <a:pt x="737234" y="5300539"/>
                  </a:lnTo>
                  <a:lnTo>
                    <a:pt x="737360" y="5300539"/>
                  </a:lnTo>
                  <a:lnTo>
                    <a:pt x="737486" y="5300539"/>
                  </a:lnTo>
                  <a:lnTo>
                    <a:pt x="737612" y="5300539"/>
                  </a:lnTo>
                  <a:lnTo>
                    <a:pt x="737738" y="5300539"/>
                  </a:lnTo>
                  <a:lnTo>
                    <a:pt x="737864" y="5300539"/>
                  </a:lnTo>
                  <a:lnTo>
                    <a:pt x="737990" y="5300539"/>
                  </a:lnTo>
                  <a:lnTo>
                    <a:pt x="738116" y="5300539"/>
                  </a:lnTo>
                  <a:lnTo>
                    <a:pt x="738242" y="5300539"/>
                  </a:lnTo>
                  <a:lnTo>
                    <a:pt x="738369" y="5300539"/>
                  </a:lnTo>
                  <a:lnTo>
                    <a:pt x="738495" y="5300539"/>
                  </a:lnTo>
                  <a:lnTo>
                    <a:pt x="738621" y="5300539"/>
                  </a:lnTo>
                  <a:lnTo>
                    <a:pt x="738747" y="5300539"/>
                  </a:lnTo>
                  <a:lnTo>
                    <a:pt x="738873" y="5300539"/>
                  </a:lnTo>
                  <a:lnTo>
                    <a:pt x="738999" y="5300539"/>
                  </a:lnTo>
                  <a:lnTo>
                    <a:pt x="739125" y="5300539"/>
                  </a:lnTo>
                  <a:lnTo>
                    <a:pt x="739251" y="5300539"/>
                  </a:lnTo>
                  <a:lnTo>
                    <a:pt x="739377" y="5300539"/>
                  </a:lnTo>
                  <a:lnTo>
                    <a:pt x="739503" y="5300539"/>
                  </a:lnTo>
                  <a:lnTo>
                    <a:pt x="739629" y="5300539"/>
                  </a:lnTo>
                  <a:lnTo>
                    <a:pt x="739756" y="5300539"/>
                  </a:lnTo>
                  <a:lnTo>
                    <a:pt x="739882" y="5300539"/>
                  </a:lnTo>
                  <a:lnTo>
                    <a:pt x="740008" y="5300539"/>
                  </a:lnTo>
                  <a:lnTo>
                    <a:pt x="740134" y="5300539"/>
                  </a:lnTo>
                  <a:lnTo>
                    <a:pt x="740260" y="5300539"/>
                  </a:lnTo>
                  <a:lnTo>
                    <a:pt x="740386" y="5300539"/>
                  </a:lnTo>
                  <a:lnTo>
                    <a:pt x="740512" y="5300539"/>
                  </a:lnTo>
                  <a:lnTo>
                    <a:pt x="740638" y="5300539"/>
                  </a:lnTo>
                  <a:lnTo>
                    <a:pt x="740764" y="5300539"/>
                  </a:lnTo>
                  <a:lnTo>
                    <a:pt x="740890" y="5300539"/>
                  </a:lnTo>
                  <a:lnTo>
                    <a:pt x="741016" y="5300539"/>
                  </a:lnTo>
                  <a:lnTo>
                    <a:pt x="741143" y="5300539"/>
                  </a:lnTo>
                  <a:lnTo>
                    <a:pt x="741269" y="5300539"/>
                  </a:lnTo>
                  <a:lnTo>
                    <a:pt x="741395" y="5300539"/>
                  </a:lnTo>
                  <a:lnTo>
                    <a:pt x="741521" y="5300539"/>
                  </a:lnTo>
                  <a:lnTo>
                    <a:pt x="741521" y="5295259"/>
                  </a:lnTo>
                  <a:lnTo>
                    <a:pt x="741647" y="5295259"/>
                  </a:lnTo>
                  <a:lnTo>
                    <a:pt x="741773" y="5295259"/>
                  </a:lnTo>
                  <a:lnTo>
                    <a:pt x="741899" y="5295259"/>
                  </a:lnTo>
                  <a:lnTo>
                    <a:pt x="742025" y="5295259"/>
                  </a:lnTo>
                  <a:lnTo>
                    <a:pt x="742151" y="5295259"/>
                  </a:lnTo>
                  <a:lnTo>
                    <a:pt x="742277" y="5295259"/>
                  </a:lnTo>
                  <a:lnTo>
                    <a:pt x="742403" y="5295259"/>
                  </a:lnTo>
                  <a:lnTo>
                    <a:pt x="742529" y="5295259"/>
                  </a:lnTo>
                  <a:lnTo>
                    <a:pt x="742656" y="5295259"/>
                  </a:lnTo>
                  <a:lnTo>
                    <a:pt x="742782" y="5295259"/>
                  </a:lnTo>
                  <a:lnTo>
                    <a:pt x="742908" y="5295259"/>
                  </a:lnTo>
                  <a:lnTo>
                    <a:pt x="743034" y="5295259"/>
                  </a:lnTo>
                  <a:lnTo>
                    <a:pt x="743160" y="5295259"/>
                  </a:lnTo>
                  <a:lnTo>
                    <a:pt x="743286" y="5295259"/>
                  </a:lnTo>
                  <a:lnTo>
                    <a:pt x="743412" y="5295259"/>
                  </a:lnTo>
                  <a:lnTo>
                    <a:pt x="743538" y="5295259"/>
                  </a:lnTo>
                  <a:lnTo>
                    <a:pt x="743664" y="5295259"/>
                  </a:lnTo>
                  <a:lnTo>
                    <a:pt x="743790" y="5295259"/>
                  </a:lnTo>
                  <a:lnTo>
                    <a:pt x="743916" y="5295259"/>
                  </a:lnTo>
                  <a:lnTo>
                    <a:pt x="744043" y="5295259"/>
                  </a:lnTo>
                  <a:lnTo>
                    <a:pt x="744169" y="5295259"/>
                  </a:lnTo>
                  <a:lnTo>
                    <a:pt x="744295" y="5295259"/>
                  </a:lnTo>
                  <a:lnTo>
                    <a:pt x="744421" y="5295259"/>
                  </a:lnTo>
                  <a:lnTo>
                    <a:pt x="744547" y="5295259"/>
                  </a:lnTo>
                  <a:lnTo>
                    <a:pt x="744673" y="5295259"/>
                  </a:lnTo>
                  <a:lnTo>
                    <a:pt x="744799" y="5295259"/>
                  </a:lnTo>
                  <a:lnTo>
                    <a:pt x="744925" y="5295259"/>
                  </a:lnTo>
                  <a:lnTo>
                    <a:pt x="745051" y="5295259"/>
                  </a:lnTo>
                  <a:lnTo>
                    <a:pt x="745177" y="5295259"/>
                  </a:lnTo>
                  <a:lnTo>
                    <a:pt x="745303" y="5295259"/>
                  </a:lnTo>
                  <a:lnTo>
                    <a:pt x="745429" y="5295259"/>
                  </a:lnTo>
                  <a:lnTo>
                    <a:pt x="745556" y="5295259"/>
                  </a:lnTo>
                  <a:lnTo>
                    <a:pt x="745682" y="5295259"/>
                  </a:lnTo>
                  <a:lnTo>
                    <a:pt x="745808" y="5295259"/>
                  </a:lnTo>
                  <a:lnTo>
                    <a:pt x="745934" y="5295259"/>
                  </a:lnTo>
                  <a:lnTo>
                    <a:pt x="746060" y="5295259"/>
                  </a:lnTo>
                  <a:lnTo>
                    <a:pt x="746186" y="5295259"/>
                  </a:lnTo>
                  <a:lnTo>
                    <a:pt x="746312" y="5295259"/>
                  </a:lnTo>
                  <a:lnTo>
                    <a:pt x="746438" y="5295259"/>
                  </a:lnTo>
                  <a:lnTo>
                    <a:pt x="746564" y="5295259"/>
                  </a:lnTo>
                  <a:lnTo>
                    <a:pt x="746690" y="5295259"/>
                  </a:lnTo>
                  <a:lnTo>
                    <a:pt x="746816" y="5295259"/>
                  </a:lnTo>
                  <a:lnTo>
                    <a:pt x="746943" y="5295259"/>
                  </a:lnTo>
                  <a:lnTo>
                    <a:pt x="747069" y="5295259"/>
                  </a:lnTo>
                  <a:lnTo>
                    <a:pt x="747195" y="5295259"/>
                  </a:lnTo>
                  <a:lnTo>
                    <a:pt x="747321" y="5295259"/>
                  </a:lnTo>
                  <a:lnTo>
                    <a:pt x="747447" y="5295259"/>
                  </a:lnTo>
                  <a:lnTo>
                    <a:pt x="747573" y="5295259"/>
                  </a:lnTo>
                  <a:lnTo>
                    <a:pt x="747699" y="5295259"/>
                  </a:lnTo>
                  <a:lnTo>
                    <a:pt x="747825" y="5295259"/>
                  </a:lnTo>
                  <a:lnTo>
                    <a:pt x="747951" y="5295259"/>
                  </a:lnTo>
                  <a:lnTo>
                    <a:pt x="748077" y="5295259"/>
                  </a:lnTo>
                  <a:lnTo>
                    <a:pt x="748203" y="5295259"/>
                  </a:lnTo>
                  <a:lnTo>
                    <a:pt x="748330" y="5295259"/>
                  </a:lnTo>
                  <a:lnTo>
                    <a:pt x="748456" y="5295259"/>
                  </a:lnTo>
                  <a:lnTo>
                    <a:pt x="748582" y="5295259"/>
                  </a:lnTo>
                  <a:lnTo>
                    <a:pt x="748708" y="5295259"/>
                  </a:lnTo>
                  <a:lnTo>
                    <a:pt x="748834" y="5295259"/>
                  </a:lnTo>
                  <a:lnTo>
                    <a:pt x="748960" y="5295259"/>
                  </a:lnTo>
                  <a:lnTo>
                    <a:pt x="749086" y="5295259"/>
                  </a:lnTo>
                  <a:lnTo>
                    <a:pt x="749212" y="5295259"/>
                  </a:lnTo>
                  <a:lnTo>
                    <a:pt x="749338" y="5295259"/>
                  </a:lnTo>
                  <a:lnTo>
                    <a:pt x="749464" y="5295259"/>
                  </a:lnTo>
                  <a:lnTo>
                    <a:pt x="749590" y="5295259"/>
                  </a:lnTo>
                  <a:lnTo>
                    <a:pt x="749716" y="5295259"/>
                  </a:lnTo>
                  <a:lnTo>
                    <a:pt x="749843" y="5295259"/>
                  </a:lnTo>
                  <a:lnTo>
                    <a:pt x="749969" y="5295259"/>
                  </a:lnTo>
                  <a:lnTo>
                    <a:pt x="750095" y="5295259"/>
                  </a:lnTo>
                  <a:lnTo>
                    <a:pt x="750221" y="5295259"/>
                  </a:lnTo>
                  <a:lnTo>
                    <a:pt x="750347" y="5295259"/>
                  </a:lnTo>
                  <a:lnTo>
                    <a:pt x="750473" y="5295259"/>
                  </a:lnTo>
                  <a:lnTo>
                    <a:pt x="750599" y="5295259"/>
                  </a:lnTo>
                  <a:lnTo>
                    <a:pt x="750725" y="5295259"/>
                  </a:lnTo>
                  <a:lnTo>
                    <a:pt x="750851" y="5295259"/>
                  </a:lnTo>
                  <a:lnTo>
                    <a:pt x="750977" y="5295259"/>
                  </a:lnTo>
                  <a:lnTo>
                    <a:pt x="751103" y="5295259"/>
                  </a:lnTo>
                  <a:lnTo>
                    <a:pt x="751230" y="5295259"/>
                  </a:lnTo>
                  <a:lnTo>
                    <a:pt x="751356" y="5295259"/>
                  </a:lnTo>
                  <a:lnTo>
                    <a:pt x="751356" y="5289980"/>
                  </a:lnTo>
                  <a:lnTo>
                    <a:pt x="751482" y="5289980"/>
                  </a:lnTo>
                  <a:lnTo>
                    <a:pt x="751608" y="5289980"/>
                  </a:lnTo>
                  <a:lnTo>
                    <a:pt x="751734" y="5289980"/>
                  </a:lnTo>
                  <a:lnTo>
                    <a:pt x="751860" y="5289980"/>
                  </a:lnTo>
                  <a:lnTo>
                    <a:pt x="751986" y="5289980"/>
                  </a:lnTo>
                  <a:lnTo>
                    <a:pt x="752112" y="5289980"/>
                  </a:lnTo>
                  <a:lnTo>
                    <a:pt x="752238" y="5289980"/>
                  </a:lnTo>
                  <a:lnTo>
                    <a:pt x="752364" y="5289980"/>
                  </a:lnTo>
                  <a:lnTo>
                    <a:pt x="752490" y="5289980"/>
                  </a:lnTo>
                  <a:lnTo>
                    <a:pt x="752616" y="5289980"/>
                  </a:lnTo>
                  <a:lnTo>
                    <a:pt x="752743" y="5289980"/>
                  </a:lnTo>
                  <a:lnTo>
                    <a:pt x="752869" y="5289980"/>
                  </a:lnTo>
                  <a:lnTo>
                    <a:pt x="752995" y="5289980"/>
                  </a:lnTo>
                  <a:lnTo>
                    <a:pt x="753121" y="5289980"/>
                  </a:lnTo>
                  <a:lnTo>
                    <a:pt x="753247" y="5289980"/>
                  </a:lnTo>
                  <a:lnTo>
                    <a:pt x="753373" y="5289980"/>
                  </a:lnTo>
                  <a:lnTo>
                    <a:pt x="753499" y="5289980"/>
                  </a:lnTo>
                  <a:lnTo>
                    <a:pt x="753625" y="5289980"/>
                  </a:lnTo>
                  <a:lnTo>
                    <a:pt x="753751" y="5289980"/>
                  </a:lnTo>
                  <a:lnTo>
                    <a:pt x="753877" y="5289980"/>
                  </a:lnTo>
                  <a:lnTo>
                    <a:pt x="754003" y="5289980"/>
                  </a:lnTo>
                  <a:lnTo>
                    <a:pt x="754130" y="5289980"/>
                  </a:lnTo>
                  <a:lnTo>
                    <a:pt x="754256" y="5289980"/>
                  </a:lnTo>
                  <a:lnTo>
                    <a:pt x="754382" y="5289980"/>
                  </a:lnTo>
                  <a:lnTo>
                    <a:pt x="754508" y="5289980"/>
                  </a:lnTo>
                  <a:lnTo>
                    <a:pt x="754634" y="5289980"/>
                  </a:lnTo>
                  <a:lnTo>
                    <a:pt x="754760" y="5289980"/>
                  </a:lnTo>
                  <a:lnTo>
                    <a:pt x="754886" y="5289980"/>
                  </a:lnTo>
                  <a:lnTo>
                    <a:pt x="755012" y="5289980"/>
                  </a:lnTo>
                  <a:lnTo>
                    <a:pt x="755138" y="5289980"/>
                  </a:lnTo>
                  <a:lnTo>
                    <a:pt x="755264" y="5289980"/>
                  </a:lnTo>
                  <a:lnTo>
                    <a:pt x="755390" y="5289980"/>
                  </a:lnTo>
                  <a:lnTo>
                    <a:pt x="755517" y="5289980"/>
                  </a:lnTo>
                  <a:lnTo>
                    <a:pt x="755643" y="5289980"/>
                  </a:lnTo>
                  <a:lnTo>
                    <a:pt x="755769" y="5289980"/>
                  </a:lnTo>
                  <a:lnTo>
                    <a:pt x="755895" y="5289980"/>
                  </a:lnTo>
                  <a:lnTo>
                    <a:pt x="756021" y="5289980"/>
                  </a:lnTo>
                  <a:lnTo>
                    <a:pt x="756147" y="5289980"/>
                  </a:lnTo>
                  <a:lnTo>
                    <a:pt x="756273" y="5289980"/>
                  </a:lnTo>
                  <a:lnTo>
                    <a:pt x="756399" y="5289980"/>
                  </a:lnTo>
                  <a:lnTo>
                    <a:pt x="756525" y="5289980"/>
                  </a:lnTo>
                  <a:lnTo>
                    <a:pt x="756651" y="5289980"/>
                  </a:lnTo>
                  <a:lnTo>
                    <a:pt x="756777" y="5289980"/>
                  </a:lnTo>
                  <a:lnTo>
                    <a:pt x="756903" y="5289980"/>
                  </a:lnTo>
                  <a:lnTo>
                    <a:pt x="757030" y="5289980"/>
                  </a:lnTo>
                  <a:lnTo>
                    <a:pt x="757156" y="5289980"/>
                  </a:lnTo>
                  <a:lnTo>
                    <a:pt x="757282" y="5289980"/>
                  </a:lnTo>
                  <a:lnTo>
                    <a:pt x="757408" y="5289980"/>
                  </a:lnTo>
                  <a:lnTo>
                    <a:pt x="757534" y="5289980"/>
                  </a:lnTo>
                  <a:lnTo>
                    <a:pt x="757660" y="5289980"/>
                  </a:lnTo>
                  <a:lnTo>
                    <a:pt x="757786" y="5289980"/>
                  </a:lnTo>
                  <a:lnTo>
                    <a:pt x="757912" y="5289980"/>
                  </a:lnTo>
                  <a:lnTo>
                    <a:pt x="758038" y="5289980"/>
                  </a:lnTo>
                  <a:lnTo>
                    <a:pt x="758164" y="5289980"/>
                  </a:lnTo>
                  <a:lnTo>
                    <a:pt x="758290" y="5289980"/>
                  </a:lnTo>
                  <a:lnTo>
                    <a:pt x="758417" y="5289980"/>
                  </a:lnTo>
                  <a:lnTo>
                    <a:pt x="758543" y="5289980"/>
                  </a:lnTo>
                  <a:lnTo>
                    <a:pt x="758669" y="5289980"/>
                  </a:lnTo>
                  <a:lnTo>
                    <a:pt x="758795" y="5289980"/>
                  </a:lnTo>
                  <a:lnTo>
                    <a:pt x="758921" y="5289980"/>
                  </a:lnTo>
                  <a:lnTo>
                    <a:pt x="759047" y="5289980"/>
                  </a:lnTo>
                  <a:lnTo>
                    <a:pt x="759173" y="5289980"/>
                  </a:lnTo>
                  <a:lnTo>
                    <a:pt x="759299" y="5289980"/>
                  </a:lnTo>
                  <a:lnTo>
                    <a:pt x="759425" y="5289980"/>
                  </a:lnTo>
                  <a:lnTo>
                    <a:pt x="759425" y="5284700"/>
                  </a:lnTo>
                  <a:lnTo>
                    <a:pt x="759551" y="5284700"/>
                  </a:lnTo>
                  <a:lnTo>
                    <a:pt x="759677" y="5284700"/>
                  </a:lnTo>
                  <a:lnTo>
                    <a:pt x="759803" y="5284700"/>
                  </a:lnTo>
                  <a:lnTo>
                    <a:pt x="759930" y="5284700"/>
                  </a:lnTo>
                  <a:lnTo>
                    <a:pt x="760056" y="5284700"/>
                  </a:lnTo>
                  <a:lnTo>
                    <a:pt x="760182" y="5284700"/>
                  </a:lnTo>
                  <a:lnTo>
                    <a:pt x="760308" y="5284700"/>
                  </a:lnTo>
                  <a:lnTo>
                    <a:pt x="760434" y="5284700"/>
                  </a:lnTo>
                  <a:lnTo>
                    <a:pt x="760560" y="5284700"/>
                  </a:lnTo>
                  <a:lnTo>
                    <a:pt x="760686" y="5284700"/>
                  </a:lnTo>
                  <a:lnTo>
                    <a:pt x="760812" y="5284700"/>
                  </a:lnTo>
                  <a:lnTo>
                    <a:pt x="760938" y="5284700"/>
                  </a:lnTo>
                  <a:lnTo>
                    <a:pt x="761064" y="5284700"/>
                  </a:lnTo>
                  <a:lnTo>
                    <a:pt x="761190" y="5284700"/>
                  </a:lnTo>
                  <a:lnTo>
                    <a:pt x="761317" y="5284700"/>
                  </a:lnTo>
                  <a:lnTo>
                    <a:pt x="761443" y="5284700"/>
                  </a:lnTo>
                  <a:lnTo>
                    <a:pt x="761569" y="5284700"/>
                  </a:lnTo>
                  <a:lnTo>
                    <a:pt x="761695" y="5284700"/>
                  </a:lnTo>
                  <a:lnTo>
                    <a:pt x="761821" y="5284700"/>
                  </a:lnTo>
                  <a:lnTo>
                    <a:pt x="761947" y="5284700"/>
                  </a:lnTo>
                  <a:lnTo>
                    <a:pt x="762073" y="5284700"/>
                  </a:lnTo>
                  <a:lnTo>
                    <a:pt x="762199" y="5284700"/>
                  </a:lnTo>
                  <a:lnTo>
                    <a:pt x="762325" y="5284700"/>
                  </a:lnTo>
                  <a:lnTo>
                    <a:pt x="762325" y="5279421"/>
                  </a:lnTo>
                  <a:lnTo>
                    <a:pt x="762451" y="5279421"/>
                  </a:lnTo>
                  <a:lnTo>
                    <a:pt x="762577" y="5279421"/>
                  </a:lnTo>
                  <a:lnTo>
                    <a:pt x="762703" y="5279421"/>
                  </a:lnTo>
                  <a:lnTo>
                    <a:pt x="762830" y="5279421"/>
                  </a:lnTo>
                  <a:lnTo>
                    <a:pt x="762956" y="5279421"/>
                  </a:lnTo>
                  <a:lnTo>
                    <a:pt x="763082" y="5279421"/>
                  </a:lnTo>
                  <a:lnTo>
                    <a:pt x="763208" y="5279421"/>
                  </a:lnTo>
                  <a:lnTo>
                    <a:pt x="763334" y="5279421"/>
                  </a:lnTo>
                  <a:lnTo>
                    <a:pt x="763460" y="5279421"/>
                  </a:lnTo>
                  <a:lnTo>
                    <a:pt x="763586" y="5279421"/>
                  </a:lnTo>
                  <a:lnTo>
                    <a:pt x="763712" y="5279421"/>
                  </a:lnTo>
                  <a:lnTo>
                    <a:pt x="763838" y="5279421"/>
                  </a:lnTo>
                  <a:lnTo>
                    <a:pt x="763964" y="5279421"/>
                  </a:lnTo>
                  <a:lnTo>
                    <a:pt x="764090" y="5279421"/>
                  </a:lnTo>
                  <a:lnTo>
                    <a:pt x="764217" y="5279421"/>
                  </a:lnTo>
                  <a:lnTo>
                    <a:pt x="764343" y="5279421"/>
                  </a:lnTo>
                  <a:lnTo>
                    <a:pt x="764469" y="5279421"/>
                  </a:lnTo>
                  <a:lnTo>
                    <a:pt x="764595" y="5279421"/>
                  </a:lnTo>
                  <a:lnTo>
                    <a:pt x="764721" y="5279421"/>
                  </a:lnTo>
                  <a:lnTo>
                    <a:pt x="764847" y="5279421"/>
                  </a:lnTo>
                  <a:lnTo>
                    <a:pt x="764973" y="5279421"/>
                  </a:lnTo>
                  <a:lnTo>
                    <a:pt x="765099" y="5279421"/>
                  </a:lnTo>
                  <a:lnTo>
                    <a:pt x="765225" y="5279421"/>
                  </a:lnTo>
                  <a:lnTo>
                    <a:pt x="765351" y="5279421"/>
                  </a:lnTo>
                  <a:lnTo>
                    <a:pt x="765477" y="5279421"/>
                  </a:lnTo>
                  <a:lnTo>
                    <a:pt x="765604" y="5279421"/>
                  </a:lnTo>
                  <a:lnTo>
                    <a:pt x="765730" y="5279421"/>
                  </a:lnTo>
                  <a:lnTo>
                    <a:pt x="765856" y="5279421"/>
                  </a:lnTo>
                  <a:lnTo>
                    <a:pt x="765982" y="5279421"/>
                  </a:lnTo>
                  <a:lnTo>
                    <a:pt x="766108" y="5279421"/>
                  </a:lnTo>
                  <a:lnTo>
                    <a:pt x="766234" y="5279421"/>
                  </a:lnTo>
                  <a:lnTo>
                    <a:pt x="766360" y="5279421"/>
                  </a:lnTo>
                  <a:lnTo>
                    <a:pt x="766360" y="5274141"/>
                  </a:lnTo>
                  <a:lnTo>
                    <a:pt x="766486" y="5274141"/>
                  </a:lnTo>
                  <a:lnTo>
                    <a:pt x="766612" y="5274141"/>
                  </a:lnTo>
                  <a:lnTo>
                    <a:pt x="766738" y="5274141"/>
                  </a:lnTo>
                  <a:lnTo>
                    <a:pt x="766864" y="5274141"/>
                  </a:lnTo>
                  <a:lnTo>
                    <a:pt x="766990" y="5274141"/>
                  </a:lnTo>
                  <a:lnTo>
                    <a:pt x="767117" y="5274141"/>
                  </a:lnTo>
                  <a:lnTo>
                    <a:pt x="767243" y="5274141"/>
                  </a:lnTo>
                  <a:lnTo>
                    <a:pt x="767369" y="5274141"/>
                  </a:lnTo>
                  <a:lnTo>
                    <a:pt x="767495" y="5274141"/>
                  </a:lnTo>
                  <a:lnTo>
                    <a:pt x="767621" y="5274141"/>
                  </a:lnTo>
                  <a:lnTo>
                    <a:pt x="767747" y="5274141"/>
                  </a:lnTo>
                  <a:lnTo>
                    <a:pt x="767873" y="5274141"/>
                  </a:lnTo>
                  <a:lnTo>
                    <a:pt x="767999" y="5274141"/>
                  </a:lnTo>
                  <a:lnTo>
                    <a:pt x="768125" y="5274141"/>
                  </a:lnTo>
                  <a:lnTo>
                    <a:pt x="768125" y="5268862"/>
                  </a:lnTo>
                  <a:lnTo>
                    <a:pt x="768251" y="5268862"/>
                  </a:lnTo>
                  <a:lnTo>
                    <a:pt x="768377" y="5268862"/>
                  </a:lnTo>
                  <a:lnTo>
                    <a:pt x="768504" y="5268862"/>
                  </a:lnTo>
                  <a:lnTo>
                    <a:pt x="768630" y="5268862"/>
                  </a:lnTo>
                  <a:lnTo>
                    <a:pt x="768756" y="5268862"/>
                  </a:lnTo>
                  <a:lnTo>
                    <a:pt x="768882" y="5268862"/>
                  </a:lnTo>
                  <a:lnTo>
                    <a:pt x="769008" y="5268862"/>
                  </a:lnTo>
                  <a:lnTo>
                    <a:pt x="769134" y="5268862"/>
                  </a:lnTo>
                  <a:lnTo>
                    <a:pt x="769260" y="5268862"/>
                  </a:lnTo>
                  <a:lnTo>
                    <a:pt x="769386" y="5268862"/>
                  </a:lnTo>
                  <a:lnTo>
                    <a:pt x="769512" y="5268862"/>
                  </a:lnTo>
                  <a:lnTo>
                    <a:pt x="769638" y="5268862"/>
                  </a:lnTo>
                  <a:lnTo>
                    <a:pt x="769764" y="5268862"/>
                  </a:lnTo>
                  <a:lnTo>
                    <a:pt x="769890" y="5268862"/>
                  </a:lnTo>
                  <a:lnTo>
                    <a:pt x="770017" y="5268862"/>
                  </a:lnTo>
                  <a:lnTo>
                    <a:pt x="770143" y="5268862"/>
                  </a:lnTo>
                  <a:lnTo>
                    <a:pt x="770269" y="5268862"/>
                  </a:lnTo>
                  <a:lnTo>
                    <a:pt x="770395" y="5268862"/>
                  </a:lnTo>
                  <a:lnTo>
                    <a:pt x="770521" y="5268862"/>
                  </a:lnTo>
                  <a:lnTo>
                    <a:pt x="770647" y="5268862"/>
                  </a:lnTo>
                  <a:lnTo>
                    <a:pt x="770773" y="5268862"/>
                  </a:lnTo>
                  <a:lnTo>
                    <a:pt x="770899" y="5268862"/>
                  </a:lnTo>
                  <a:lnTo>
                    <a:pt x="771025" y="5268862"/>
                  </a:lnTo>
                  <a:lnTo>
                    <a:pt x="771151" y="5268862"/>
                  </a:lnTo>
                  <a:lnTo>
                    <a:pt x="771277" y="5268862"/>
                  </a:lnTo>
                  <a:lnTo>
                    <a:pt x="771404" y="5268862"/>
                  </a:lnTo>
                  <a:lnTo>
                    <a:pt x="771530" y="5268862"/>
                  </a:lnTo>
                  <a:lnTo>
                    <a:pt x="771656" y="5268862"/>
                  </a:lnTo>
                  <a:lnTo>
                    <a:pt x="771656" y="5263583"/>
                  </a:lnTo>
                  <a:lnTo>
                    <a:pt x="771782" y="5263583"/>
                  </a:lnTo>
                  <a:lnTo>
                    <a:pt x="771908" y="5263583"/>
                  </a:lnTo>
                  <a:lnTo>
                    <a:pt x="772034" y="5263583"/>
                  </a:lnTo>
                  <a:lnTo>
                    <a:pt x="772160" y="5263583"/>
                  </a:lnTo>
                  <a:lnTo>
                    <a:pt x="772286" y="5263583"/>
                  </a:lnTo>
                  <a:lnTo>
                    <a:pt x="772412" y="5263583"/>
                  </a:lnTo>
                  <a:lnTo>
                    <a:pt x="772538" y="5263583"/>
                  </a:lnTo>
                  <a:lnTo>
                    <a:pt x="772664" y="5263583"/>
                  </a:lnTo>
                  <a:lnTo>
                    <a:pt x="772791" y="5263583"/>
                  </a:lnTo>
                  <a:lnTo>
                    <a:pt x="772917" y="5263583"/>
                  </a:lnTo>
                  <a:lnTo>
                    <a:pt x="773043" y="5263583"/>
                  </a:lnTo>
                  <a:lnTo>
                    <a:pt x="773169" y="5263583"/>
                  </a:lnTo>
                  <a:lnTo>
                    <a:pt x="773295" y="5263583"/>
                  </a:lnTo>
                  <a:lnTo>
                    <a:pt x="773295" y="5258303"/>
                  </a:lnTo>
                  <a:lnTo>
                    <a:pt x="773421" y="5258303"/>
                  </a:lnTo>
                  <a:lnTo>
                    <a:pt x="773547" y="5258303"/>
                  </a:lnTo>
                  <a:lnTo>
                    <a:pt x="773673" y="5258303"/>
                  </a:lnTo>
                  <a:lnTo>
                    <a:pt x="773799" y="5258303"/>
                  </a:lnTo>
                  <a:lnTo>
                    <a:pt x="773925" y="5258303"/>
                  </a:lnTo>
                  <a:lnTo>
                    <a:pt x="774051" y="5258303"/>
                  </a:lnTo>
                  <a:lnTo>
                    <a:pt x="774177" y="5258303"/>
                  </a:lnTo>
                  <a:lnTo>
                    <a:pt x="774304" y="5258303"/>
                  </a:lnTo>
                  <a:lnTo>
                    <a:pt x="774430" y="5258303"/>
                  </a:lnTo>
                  <a:lnTo>
                    <a:pt x="774556" y="5258303"/>
                  </a:lnTo>
                  <a:lnTo>
                    <a:pt x="774682" y="5258303"/>
                  </a:lnTo>
                  <a:lnTo>
                    <a:pt x="774808" y="5258303"/>
                  </a:lnTo>
                  <a:lnTo>
                    <a:pt x="774934" y="5258303"/>
                  </a:lnTo>
                  <a:lnTo>
                    <a:pt x="775060" y="5258303"/>
                  </a:lnTo>
                  <a:lnTo>
                    <a:pt x="775186" y="5258303"/>
                  </a:lnTo>
                  <a:lnTo>
                    <a:pt x="775312" y="5258303"/>
                  </a:lnTo>
                  <a:lnTo>
                    <a:pt x="775438" y="5258303"/>
                  </a:lnTo>
                  <a:lnTo>
                    <a:pt x="775564" y="5258303"/>
                  </a:lnTo>
                  <a:lnTo>
                    <a:pt x="775691" y="5258303"/>
                  </a:lnTo>
                  <a:lnTo>
                    <a:pt x="775817" y="5258303"/>
                  </a:lnTo>
                  <a:lnTo>
                    <a:pt x="775943" y="5258303"/>
                  </a:lnTo>
                  <a:lnTo>
                    <a:pt x="776069" y="5258303"/>
                  </a:lnTo>
                  <a:lnTo>
                    <a:pt x="776195" y="5258303"/>
                  </a:lnTo>
                  <a:lnTo>
                    <a:pt x="776321" y="5258303"/>
                  </a:lnTo>
                  <a:lnTo>
                    <a:pt x="776447" y="5258303"/>
                  </a:lnTo>
                  <a:lnTo>
                    <a:pt x="776573" y="5258303"/>
                  </a:lnTo>
                  <a:lnTo>
                    <a:pt x="776699" y="5258303"/>
                  </a:lnTo>
                  <a:lnTo>
                    <a:pt x="776825" y="5258303"/>
                  </a:lnTo>
                  <a:lnTo>
                    <a:pt x="776951" y="5258303"/>
                  </a:lnTo>
                  <a:lnTo>
                    <a:pt x="777077" y="5258303"/>
                  </a:lnTo>
                  <a:lnTo>
                    <a:pt x="777077" y="5253024"/>
                  </a:lnTo>
                  <a:lnTo>
                    <a:pt x="777204" y="5253024"/>
                  </a:lnTo>
                  <a:lnTo>
                    <a:pt x="777330" y="5253024"/>
                  </a:lnTo>
                  <a:lnTo>
                    <a:pt x="777456" y="5253024"/>
                  </a:lnTo>
                  <a:lnTo>
                    <a:pt x="777582" y="5253024"/>
                  </a:lnTo>
                  <a:lnTo>
                    <a:pt x="777708" y="5253024"/>
                  </a:lnTo>
                  <a:lnTo>
                    <a:pt x="777834" y="5253024"/>
                  </a:lnTo>
                  <a:lnTo>
                    <a:pt x="777960" y="5253024"/>
                  </a:lnTo>
                  <a:lnTo>
                    <a:pt x="778086" y="5253024"/>
                  </a:lnTo>
                  <a:lnTo>
                    <a:pt x="778212" y="5253024"/>
                  </a:lnTo>
                  <a:lnTo>
                    <a:pt x="778338" y="5253024"/>
                  </a:lnTo>
                  <a:lnTo>
                    <a:pt x="778464" y="5253024"/>
                  </a:lnTo>
                  <a:lnTo>
                    <a:pt x="778591" y="5253024"/>
                  </a:lnTo>
                  <a:lnTo>
                    <a:pt x="778717" y="5253024"/>
                  </a:lnTo>
                  <a:lnTo>
                    <a:pt x="778843" y="5253024"/>
                  </a:lnTo>
                  <a:lnTo>
                    <a:pt x="778969" y="5253024"/>
                  </a:lnTo>
                  <a:lnTo>
                    <a:pt x="779095" y="5253024"/>
                  </a:lnTo>
                  <a:lnTo>
                    <a:pt x="779221" y="5253024"/>
                  </a:lnTo>
                  <a:lnTo>
                    <a:pt x="779347" y="5253024"/>
                  </a:lnTo>
                  <a:lnTo>
                    <a:pt x="779473" y="5253024"/>
                  </a:lnTo>
                  <a:lnTo>
                    <a:pt x="779599" y="5253024"/>
                  </a:lnTo>
                  <a:lnTo>
                    <a:pt x="779725" y="5253024"/>
                  </a:lnTo>
                  <a:lnTo>
                    <a:pt x="779851" y="5253024"/>
                  </a:lnTo>
                  <a:lnTo>
                    <a:pt x="779978" y="5253024"/>
                  </a:lnTo>
                  <a:lnTo>
                    <a:pt x="780104" y="5253024"/>
                  </a:lnTo>
                  <a:lnTo>
                    <a:pt x="780230" y="5253024"/>
                  </a:lnTo>
                  <a:lnTo>
                    <a:pt x="780356" y="5253024"/>
                  </a:lnTo>
                  <a:lnTo>
                    <a:pt x="780482" y="5253024"/>
                  </a:lnTo>
                  <a:lnTo>
                    <a:pt x="780608" y="5253024"/>
                  </a:lnTo>
                  <a:lnTo>
                    <a:pt x="780734" y="5253024"/>
                  </a:lnTo>
                  <a:lnTo>
                    <a:pt x="780860" y="5253024"/>
                  </a:lnTo>
                  <a:lnTo>
                    <a:pt x="780986" y="5253024"/>
                  </a:lnTo>
                  <a:lnTo>
                    <a:pt x="781112" y="5253024"/>
                  </a:lnTo>
                  <a:lnTo>
                    <a:pt x="781238" y="5253024"/>
                  </a:lnTo>
                  <a:lnTo>
                    <a:pt x="781364" y="5253024"/>
                  </a:lnTo>
                  <a:lnTo>
                    <a:pt x="781491" y="5253024"/>
                  </a:lnTo>
                  <a:lnTo>
                    <a:pt x="781617" y="5253024"/>
                  </a:lnTo>
                  <a:lnTo>
                    <a:pt x="781743" y="5253024"/>
                  </a:lnTo>
                  <a:lnTo>
                    <a:pt x="781869" y="5253024"/>
                  </a:lnTo>
                  <a:lnTo>
                    <a:pt x="781995" y="5253024"/>
                  </a:lnTo>
                  <a:lnTo>
                    <a:pt x="782121" y="5253024"/>
                  </a:lnTo>
                  <a:lnTo>
                    <a:pt x="782247" y="5253024"/>
                  </a:lnTo>
                  <a:lnTo>
                    <a:pt x="782373" y="5253024"/>
                  </a:lnTo>
                  <a:lnTo>
                    <a:pt x="782499" y="5253024"/>
                  </a:lnTo>
                  <a:lnTo>
                    <a:pt x="782625" y="5253024"/>
                  </a:lnTo>
                  <a:lnTo>
                    <a:pt x="782751" y="5253024"/>
                  </a:lnTo>
                  <a:lnTo>
                    <a:pt x="782878" y="5253024"/>
                  </a:lnTo>
                  <a:lnTo>
                    <a:pt x="783004" y="5253024"/>
                  </a:lnTo>
                  <a:lnTo>
                    <a:pt x="783130" y="5253024"/>
                  </a:lnTo>
                  <a:lnTo>
                    <a:pt x="783256" y="5253024"/>
                  </a:lnTo>
                  <a:lnTo>
                    <a:pt x="783382" y="5253024"/>
                  </a:lnTo>
                  <a:lnTo>
                    <a:pt x="783508" y="5253024"/>
                  </a:lnTo>
                  <a:lnTo>
                    <a:pt x="783634" y="5253024"/>
                  </a:lnTo>
                  <a:lnTo>
                    <a:pt x="783760" y="5253024"/>
                  </a:lnTo>
                  <a:lnTo>
                    <a:pt x="783886" y="5253024"/>
                  </a:lnTo>
                  <a:lnTo>
                    <a:pt x="784012" y="5253024"/>
                  </a:lnTo>
                  <a:lnTo>
                    <a:pt x="784138" y="5253024"/>
                  </a:lnTo>
                  <a:lnTo>
                    <a:pt x="784264" y="5253024"/>
                  </a:lnTo>
                  <a:lnTo>
                    <a:pt x="784391" y="5253024"/>
                  </a:lnTo>
                  <a:lnTo>
                    <a:pt x="784517" y="5253024"/>
                  </a:lnTo>
                  <a:lnTo>
                    <a:pt x="784643" y="5253024"/>
                  </a:lnTo>
                  <a:lnTo>
                    <a:pt x="784643" y="5247744"/>
                  </a:lnTo>
                  <a:lnTo>
                    <a:pt x="784769" y="5247744"/>
                  </a:lnTo>
                  <a:lnTo>
                    <a:pt x="784895" y="5247744"/>
                  </a:lnTo>
                  <a:lnTo>
                    <a:pt x="785021" y="5247744"/>
                  </a:lnTo>
                  <a:lnTo>
                    <a:pt x="785147" y="5247744"/>
                  </a:lnTo>
                  <a:lnTo>
                    <a:pt x="785273" y="5247744"/>
                  </a:lnTo>
                  <a:lnTo>
                    <a:pt x="785399" y="5247744"/>
                  </a:lnTo>
                  <a:lnTo>
                    <a:pt x="785525" y="5247744"/>
                  </a:lnTo>
                  <a:lnTo>
                    <a:pt x="785651" y="5247744"/>
                  </a:lnTo>
                  <a:lnTo>
                    <a:pt x="785778" y="5247744"/>
                  </a:lnTo>
                  <a:lnTo>
                    <a:pt x="785778" y="5242465"/>
                  </a:lnTo>
                  <a:lnTo>
                    <a:pt x="785904" y="5242465"/>
                  </a:lnTo>
                  <a:lnTo>
                    <a:pt x="786030" y="5242465"/>
                  </a:lnTo>
                  <a:lnTo>
                    <a:pt x="786156" y="5242465"/>
                  </a:lnTo>
                  <a:lnTo>
                    <a:pt x="786282" y="5242465"/>
                  </a:lnTo>
                  <a:lnTo>
                    <a:pt x="786408" y="5242465"/>
                  </a:lnTo>
                  <a:lnTo>
                    <a:pt x="786534" y="5242465"/>
                  </a:lnTo>
                  <a:lnTo>
                    <a:pt x="786660" y="5242465"/>
                  </a:lnTo>
                  <a:lnTo>
                    <a:pt x="786786" y="5242465"/>
                  </a:lnTo>
                  <a:lnTo>
                    <a:pt x="786912" y="5242465"/>
                  </a:lnTo>
                  <a:lnTo>
                    <a:pt x="787038" y="5242465"/>
                  </a:lnTo>
                  <a:lnTo>
                    <a:pt x="787164" y="5242465"/>
                  </a:lnTo>
                  <a:lnTo>
                    <a:pt x="787291" y="5242465"/>
                  </a:lnTo>
                  <a:lnTo>
                    <a:pt x="787417" y="5242465"/>
                  </a:lnTo>
                  <a:lnTo>
                    <a:pt x="787543" y="5242465"/>
                  </a:lnTo>
                  <a:lnTo>
                    <a:pt x="787669" y="5242465"/>
                  </a:lnTo>
                  <a:lnTo>
                    <a:pt x="787795" y="5242465"/>
                  </a:lnTo>
                  <a:lnTo>
                    <a:pt x="787921" y="5242465"/>
                  </a:lnTo>
                  <a:lnTo>
                    <a:pt x="788047" y="5242465"/>
                  </a:lnTo>
                  <a:lnTo>
                    <a:pt x="788173" y="5242465"/>
                  </a:lnTo>
                  <a:lnTo>
                    <a:pt x="788299" y="5242465"/>
                  </a:lnTo>
                  <a:lnTo>
                    <a:pt x="788425" y="5242465"/>
                  </a:lnTo>
                  <a:lnTo>
                    <a:pt x="788551" y="5242465"/>
                  </a:lnTo>
                  <a:lnTo>
                    <a:pt x="788678" y="5242465"/>
                  </a:lnTo>
                  <a:lnTo>
                    <a:pt x="788804" y="5242465"/>
                  </a:lnTo>
                  <a:lnTo>
                    <a:pt x="788930" y="5242465"/>
                  </a:lnTo>
                  <a:lnTo>
                    <a:pt x="789056" y="5242465"/>
                  </a:lnTo>
                  <a:lnTo>
                    <a:pt x="789182" y="5242465"/>
                  </a:lnTo>
                  <a:lnTo>
                    <a:pt x="789308" y="5242465"/>
                  </a:lnTo>
                  <a:lnTo>
                    <a:pt x="789434" y="5242465"/>
                  </a:lnTo>
                  <a:lnTo>
                    <a:pt x="789560" y="5242465"/>
                  </a:lnTo>
                  <a:lnTo>
                    <a:pt x="789686" y="5242465"/>
                  </a:lnTo>
                  <a:lnTo>
                    <a:pt x="789812" y="5242465"/>
                  </a:lnTo>
                  <a:lnTo>
                    <a:pt x="789938" y="5242465"/>
                  </a:lnTo>
                  <a:lnTo>
                    <a:pt x="790065" y="5242465"/>
                  </a:lnTo>
                  <a:lnTo>
                    <a:pt x="790191" y="5242465"/>
                  </a:lnTo>
                  <a:lnTo>
                    <a:pt x="790317" y="5242465"/>
                  </a:lnTo>
                  <a:lnTo>
                    <a:pt x="790443" y="5242465"/>
                  </a:lnTo>
                  <a:lnTo>
                    <a:pt x="790443" y="5237185"/>
                  </a:lnTo>
                  <a:lnTo>
                    <a:pt x="790569" y="5237185"/>
                  </a:lnTo>
                  <a:lnTo>
                    <a:pt x="790695" y="5237185"/>
                  </a:lnTo>
                  <a:lnTo>
                    <a:pt x="790821" y="5237185"/>
                  </a:lnTo>
                  <a:lnTo>
                    <a:pt x="790947" y="5237185"/>
                  </a:lnTo>
                  <a:lnTo>
                    <a:pt x="791073" y="5237185"/>
                  </a:lnTo>
                  <a:lnTo>
                    <a:pt x="791199" y="5237185"/>
                  </a:lnTo>
                  <a:lnTo>
                    <a:pt x="791325" y="5237185"/>
                  </a:lnTo>
                  <a:lnTo>
                    <a:pt x="791451" y="5237185"/>
                  </a:lnTo>
                  <a:lnTo>
                    <a:pt x="791578" y="5237185"/>
                  </a:lnTo>
                  <a:lnTo>
                    <a:pt x="791704" y="5237185"/>
                  </a:lnTo>
                  <a:lnTo>
                    <a:pt x="791830" y="5237185"/>
                  </a:lnTo>
                  <a:lnTo>
                    <a:pt x="791956" y="5237185"/>
                  </a:lnTo>
                  <a:lnTo>
                    <a:pt x="792082" y="5237185"/>
                  </a:lnTo>
                  <a:lnTo>
                    <a:pt x="792208" y="5237185"/>
                  </a:lnTo>
                  <a:lnTo>
                    <a:pt x="792334" y="5237185"/>
                  </a:lnTo>
                  <a:lnTo>
                    <a:pt x="792460" y="5237185"/>
                  </a:lnTo>
                  <a:lnTo>
                    <a:pt x="792586" y="5237185"/>
                  </a:lnTo>
                  <a:lnTo>
                    <a:pt x="792712" y="5237185"/>
                  </a:lnTo>
                  <a:lnTo>
                    <a:pt x="792838" y="5237185"/>
                  </a:lnTo>
                  <a:lnTo>
                    <a:pt x="792965" y="5237185"/>
                  </a:lnTo>
                  <a:lnTo>
                    <a:pt x="793091" y="5237185"/>
                  </a:lnTo>
                  <a:lnTo>
                    <a:pt x="793217" y="5237185"/>
                  </a:lnTo>
                  <a:lnTo>
                    <a:pt x="793343" y="5237185"/>
                  </a:lnTo>
                  <a:lnTo>
                    <a:pt x="793469" y="5237185"/>
                  </a:lnTo>
                  <a:lnTo>
                    <a:pt x="793595" y="5237185"/>
                  </a:lnTo>
                  <a:lnTo>
                    <a:pt x="793721" y="5237185"/>
                  </a:lnTo>
                  <a:lnTo>
                    <a:pt x="793847" y="5237185"/>
                  </a:lnTo>
                  <a:lnTo>
                    <a:pt x="793973" y="5237185"/>
                  </a:lnTo>
                  <a:lnTo>
                    <a:pt x="794099" y="5237185"/>
                  </a:lnTo>
                  <a:lnTo>
                    <a:pt x="794225" y="5237185"/>
                  </a:lnTo>
                  <a:lnTo>
                    <a:pt x="794351" y="5237185"/>
                  </a:lnTo>
                  <a:lnTo>
                    <a:pt x="794478" y="5237185"/>
                  </a:lnTo>
                  <a:lnTo>
                    <a:pt x="794604" y="5237185"/>
                  </a:lnTo>
                  <a:lnTo>
                    <a:pt x="794730" y="5237185"/>
                  </a:lnTo>
                  <a:lnTo>
                    <a:pt x="794856" y="5237185"/>
                  </a:lnTo>
                  <a:lnTo>
                    <a:pt x="794982" y="5237185"/>
                  </a:lnTo>
                  <a:lnTo>
                    <a:pt x="795108" y="5237185"/>
                  </a:lnTo>
                  <a:lnTo>
                    <a:pt x="795234" y="5237185"/>
                  </a:lnTo>
                  <a:lnTo>
                    <a:pt x="795360" y="5237185"/>
                  </a:lnTo>
                  <a:lnTo>
                    <a:pt x="795486" y="5237185"/>
                  </a:lnTo>
                  <a:lnTo>
                    <a:pt x="795612" y="5237185"/>
                  </a:lnTo>
                  <a:lnTo>
                    <a:pt x="795738" y="5237185"/>
                  </a:lnTo>
                  <a:lnTo>
                    <a:pt x="795865" y="5237185"/>
                  </a:lnTo>
                  <a:lnTo>
                    <a:pt x="795991" y="5237185"/>
                  </a:lnTo>
                  <a:lnTo>
                    <a:pt x="796117" y="5237185"/>
                  </a:lnTo>
                  <a:lnTo>
                    <a:pt x="796243" y="5237185"/>
                  </a:lnTo>
                  <a:lnTo>
                    <a:pt x="796369" y="5237185"/>
                  </a:lnTo>
                  <a:lnTo>
                    <a:pt x="796495" y="5237185"/>
                  </a:lnTo>
                  <a:lnTo>
                    <a:pt x="796621" y="5237185"/>
                  </a:lnTo>
                  <a:lnTo>
                    <a:pt x="796747" y="5237185"/>
                  </a:lnTo>
                  <a:lnTo>
                    <a:pt x="796873" y="5237185"/>
                  </a:lnTo>
                  <a:lnTo>
                    <a:pt x="796999" y="5237185"/>
                  </a:lnTo>
                  <a:lnTo>
                    <a:pt x="797125" y="5237185"/>
                  </a:lnTo>
                  <a:lnTo>
                    <a:pt x="797252" y="5237185"/>
                  </a:lnTo>
                  <a:lnTo>
                    <a:pt x="797378" y="5237185"/>
                  </a:lnTo>
                  <a:lnTo>
                    <a:pt x="797504" y="5237185"/>
                  </a:lnTo>
                  <a:lnTo>
                    <a:pt x="797630" y="5237185"/>
                  </a:lnTo>
                  <a:lnTo>
                    <a:pt x="797756" y="5237185"/>
                  </a:lnTo>
                  <a:lnTo>
                    <a:pt x="797882" y="5237185"/>
                  </a:lnTo>
                  <a:lnTo>
                    <a:pt x="798008" y="5237185"/>
                  </a:lnTo>
                  <a:lnTo>
                    <a:pt x="798134" y="5237185"/>
                  </a:lnTo>
                  <a:lnTo>
                    <a:pt x="798260" y="5237185"/>
                  </a:lnTo>
                  <a:lnTo>
                    <a:pt x="798386" y="5237185"/>
                  </a:lnTo>
                  <a:lnTo>
                    <a:pt x="798512" y="5237185"/>
                  </a:lnTo>
                  <a:lnTo>
                    <a:pt x="798638" y="5237185"/>
                  </a:lnTo>
                  <a:lnTo>
                    <a:pt x="798765" y="5237185"/>
                  </a:lnTo>
                  <a:lnTo>
                    <a:pt x="798891" y="5237185"/>
                  </a:lnTo>
                  <a:lnTo>
                    <a:pt x="799017" y="5237185"/>
                  </a:lnTo>
                  <a:lnTo>
                    <a:pt x="799143" y="5237185"/>
                  </a:lnTo>
                  <a:lnTo>
                    <a:pt x="799269" y="5237185"/>
                  </a:lnTo>
                  <a:lnTo>
                    <a:pt x="799395" y="5237185"/>
                  </a:lnTo>
                  <a:lnTo>
                    <a:pt x="799521" y="5237185"/>
                  </a:lnTo>
                  <a:lnTo>
                    <a:pt x="799647" y="5237185"/>
                  </a:lnTo>
                  <a:lnTo>
                    <a:pt x="799773" y="5237185"/>
                  </a:lnTo>
                  <a:lnTo>
                    <a:pt x="799899" y="5237185"/>
                  </a:lnTo>
                  <a:lnTo>
                    <a:pt x="800025" y="5237185"/>
                  </a:lnTo>
                  <a:lnTo>
                    <a:pt x="800152" y="5237185"/>
                  </a:lnTo>
                  <a:lnTo>
                    <a:pt x="800278" y="5237185"/>
                  </a:lnTo>
                  <a:lnTo>
                    <a:pt x="800404" y="5237185"/>
                  </a:lnTo>
                  <a:lnTo>
                    <a:pt x="800530" y="5237185"/>
                  </a:lnTo>
                  <a:lnTo>
                    <a:pt x="800530" y="5231906"/>
                  </a:lnTo>
                  <a:lnTo>
                    <a:pt x="800656" y="5231906"/>
                  </a:lnTo>
                  <a:lnTo>
                    <a:pt x="800782" y="5231906"/>
                  </a:lnTo>
                  <a:lnTo>
                    <a:pt x="800908" y="5231906"/>
                  </a:lnTo>
                  <a:lnTo>
                    <a:pt x="801034" y="5231906"/>
                  </a:lnTo>
                  <a:lnTo>
                    <a:pt x="801160" y="5231906"/>
                  </a:lnTo>
                  <a:lnTo>
                    <a:pt x="801286" y="5231906"/>
                  </a:lnTo>
                  <a:lnTo>
                    <a:pt x="801412" y="5231906"/>
                  </a:lnTo>
                  <a:lnTo>
                    <a:pt x="801538" y="5231906"/>
                  </a:lnTo>
                  <a:lnTo>
                    <a:pt x="801665" y="5231906"/>
                  </a:lnTo>
                  <a:lnTo>
                    <a:pt x="801791" y="5231906"/>
                  </a:lnTo>
                  <a:lnTo>
                    <a:pt x="801917" y="5231906"/>
                  </a:lnTo>
                  <a:lnTo>
                    <a:pt x="802043" y="5231906"/>
                  </a:lnTo>
                  <a:lnTo>
                    <a:pt x="802169" y="5231906"/>
                  </a:lnTo>
                  <a:lnTo>
                    <a:pt x="802295" y="5231906"/>
                  </a:lnTo>
                  <a:lnTo>
                    <a:pt x="802421" y="5231906"/>
                  </a:lnTo>
                  <a:lnTo>
                    <a:pt x="802547" y="5231906"/>
                  </a:lnTo>
                  <a:lnTo>
                    <a:pt x="802673" y="5231906"/>
                  </a:lnTo>
                  <a:lnTo>
                    <a:pt x="802799" y="5231906"/>
                  </a:lnTo>
                  <a:lnTo>
                    <a:pt x="802925" y="5231906"/>
                  </a:lnTo>
                  <a:lnTo>
                    <a:pt x="803052" y="5231906"/>
                  </a:lnTo>
                  <a:lnTo>
                    <a:pt x="803178" y="5231906"/>
                  </a:lnTo>
                  <a:lnTo>
                    <a:pt x="803304" y="5231906"/>
                  </a:lnTo>
                  <a:lnTo>
                    <a:pt x="803430" y="5231906"/>
                  </a:lnTo>
                  <a:lnTo>
                    <a:pt x="803556" y="5231906"/>
                  </a:lnTo>
                  <a:lnTo>
                    <a:pt x="803682" y="5231906"/>
                  </a:lnTo>
                  <a:lnTo>
                    <a:pt x="803808" y="5231906"/>
                  </a:lnTo>
                  <a:lnTo>
                    <a:pt x="803934" y="5231906"/>
                  </a:lnTo>
                  <a:lnTo>
                    <a:pt x="804060" y="5231906"/>
                  </a:lnTo>
                  <a:lnTo>
                    <a:pt x="804186" y="5231906"/>
                  </a:lnTo>
                  <a:lnTo>
                    <a:pt x="804312" y="5231906"/>
                  </a:lnTo>
                  <a:lnTo>
                    <a:pt x="804438" y="5231906"/>
                  </a:lnTo>
                  <a:lnTo>
                    <a:pt x="804565" y="5231906"/>
                  </a:lnTo>
                  <a:lnTo>
                    <a:pt x="804691" y="5231906"/>
                  </a:lnTo>
                  <a:lnTo>
                    <a:pt x="804817" y="5231906"/>
                  </a:lnTo>
                  <a:lnTo>
                    <a:pt x="804817" y="5226627"/>
                  </a:lnTo>
                  <a:lnTo>
                    <a:pt x="804943" y="5226627"/>
                  </a:lnTo>
                  <a:lnTo>
                    <a:pt x="805069" y="5226627"/>
                  </a:lnTo>
                  <a:lnTo>
                    <a:pt x="805195" y="5226627"/>
                  </a:lnTo>
                  <a:lnTo>
                    <a:pt x="805321" y="5226627"/>
                  </a:lnTo>
                  <a:lnTo>
                    <a:pt x="805447" y="5226627"/>
                  </a:lnTo>
                  <a:lnTo>
                    <a:pt x="805573" y="5226627"/>
                  </a:lnTo>
                  <a:lnTo>
                    <a:pt x="805699" y="5226627"/>
                  </a:lnTo>
                  <a:lnTo>
                    <a:pt x="805825" y="5226627"/>
                  </a:lnTo>
                  <a:lnTo>
                    <a:pt x="805952" y="5226627"/>
                  </a:lnTo>
                  <a:lnTo>
                    <a:pt x="806078" y="5226627"/>
                  </a:lnTo>
                  <a:lnTo>
                    <a:pt x="806204" y="5226627"/>
                  </a:lnTo>
                  <a:lnTo>
                    <a:pt x="806330" y="5226627"/>
                  </a:lnTo>
                  <a:lnTo>
                    <a:pt x="806456" y="5226627"/>
                  </a:lnTo>
                  <a:lnTo>
                    <a:pt x="806582" y="5226627"/>
                  </a:lnTo>
                  <a:lnTo>
                    <a:pt x="806708" y="5226627"/>
                  </a:lnTo>
                  <a:lnTo>
                    <a:pt x="806834" y="5226627"/>
                  </a:lnTo>
                  <a:lnTo>
                    <a:pt x="806960" y="5226627"/>
                  </a:lnTo>
                  <a:lnTo>
                    <a:pt x="807086" y="5226627"/>
                  </a:lnTo>
                  <a:lnTo>
                    <a:pt x="807212" y="5226627"/>
                  </a:lnTo>
                  <a:lnTo>
                    <a:pt x="807339" y="5226627"/>
                  </a:lnTo>
                  <a:lnTo>
                    <a:pt x="807465" y="5226627"/>
                  </a:lnTo>
                  <a:lnTo>
                    <a:pt x="807591" y="5226627"/>
                  </a:lnTo>
                  <a:lnTo>
                    <a:pt x="807717" y="5226627"/>
                  </a:lnTo>
                  <a:lnTo>
                    <a:pt x="807843" y="5226627"/>
                  </a:lnTo>
                  <a:lnTo>
                    <a:pt x="807969" y="5226627"/>
                  </a:lnTo>
                  <a:lnTo>
                    <a:pt x="808095" y="5226627"/>
                  </a:lnTo>
                  <a:lnTo>
                    <a:pt x="808221" y="5226627"/>
                  </a:lnTo>
                  <a:lnTo>
                    <a:pt x="808347" y="5226627"/>
                  </a:lnTo>
                  <a:lnTo>
                    <a:pt x="808473" y="5226627"/>
                  </a:lnTo>
                  <a:lnTo>
                    <a:pt x="808599" y="5226627"/>
                  </a:lnTo>
                  <a:lnTo>
                    <a:pt x="808725" y="5226627"/>
                  </a:lnTo>
                  <a:lnTo>
                    <a:pt x="808852" y="5226627"/>
                  </a:lnTo>
                  <a:lnTo>
                    <a:pt x="808978" y="5226627"/>
                  </a:lnTo>
                  <a:lnTo>
                    <a:pt x="809104" y="5226627"/>
                  </a:lnTo>
                  <a:lnTo>
                    <a:pt x="809230" y="5226627"/>
                  </a:lnTo>
                  <a:lnTo>
                    <a:pt x="809356" y="5226627"/>
                  </a:lnTo>
                  <a:lnTo>
                    <a:pt x="809482" y="5226627"/>
                  </a:lnTo>
                  <a:lnTo>
                    <a:pt x="809608" y="5226627"/>
                  </a:lnTo>
                  <a:lnTo>
                    <a:pt x="809734" y="5226627"/>
                  </a:lnTo>
                  <a:lnTo>
                    <a:pt x="809734" y="5221347"/>
                  </a:lnTo>
                  <a:lnTo>
                    <a:pt x="809860" y="5221347"/>
                  </a:lnTo>
                  <a:lnTo>
                    <a:pt x="809986" y="5221347"/>
                  </a:lnTo>
                  <a:lnTo>
                    <a:pt x="810112" y="5221347"/>
                  </a:lnTo>
                  <a:lnTo>
                    <a:pt x="810239" y="5221347"/>
                  </a:lnTo>
                  <a:lnTo>
                    <a:pt x="810365" y="5221347"/>
                  </a:lnTo>
                  <a:lnTo>
                    <a:pt x="810491" y="5221347"/>
                  </a:lnTo>
                  <a:lnTo>
                    <a:pt x="810617" y="5221347"/>
                  </a:lnTo>
                  <a:lnTo>
                    <a:pt x="810743" y="5221347"/>
                  </a:lnTo>
                  <a:lnTo>
                    <a:pt x="810869" y="5221347"/>
                  </a:lnTo>
                  <a:lnTo>
                    <a:pt x="810995" y="5221347"/>
                  </a:lnTo>
                  <a:lnTo>
                    <a:pt x="811121" y="5221347"/>
                  </a:lnTo>
                  <a:lnTo>
                    <a:pt x="811247" y="5221347"/>
                  </a:lnTo>
                  <a:lnTo>
                    <a:pt x="811373" y="5221347"/>
                  </a:lnTo>
                  <a:lnTo>
                    <a:pt x="811499" y="5221347"/>
                  </a:lnTo>
                  <a:lnTo>
                    <a:pt x="811625" y="5221347"/>
                  </a:lnTo>
                  <a:lnTo>
                    <a:pt x="811752" y="5221347"/>
                  </a:lnTo>
                  <a:lnTo>
                    <a:pt x="811878" y="5221347"/>
                  </a:lnTo>
                  <a:lnTo>
                    <a:pt x="812004" y="5221347"/>
                  </a:lnTo>
                  <a:lnTo>
                    <a:pt x="812130" y="5221347"/>
                  </a:lnTo>
                  <a:lnTo>
                    <a:pt x="812256" y="5221347"/>
                  </a:lnTo>
                  <a:lnTo>
                    <a:pt x="812382" y="5221347"/>
                  </a:lnTo>
                  <a:lnTo>
                    <a:pt x="812382" y="5216068"/>
                  </a:lnTo>
                  <a:lnTo>
                    <a:pt x="812508" y="5216068"/>
                  </a:lnTo>
                  <a:lnTo>
                    <a:pt x="812634" y="5216068"/>
                  </a:lnTo>
                  <a:lnTo>
                    <a:pt x="812760" y="5216068"/>
                  </a:lnTo>
                  <a:lnTo>
                    <a:pt x="812886" y="5216068"/>
                  </a:lnTo>
                  <a:lnTo>
                    <a:pt x="813012" y="5216068"/>
                  </a:lnTo>
                  <a:lnTo>
                    <a:pt x="813139" y="5216068"/>
                  </a:lnTo>
                  <a:lnTo>
                    <a:pt x="813265" y="5216068"/>
                  </a:lnTo>
                  <a:lnTo>
                    <a:pt x="813391" y="5216068"/>
                  </a:lnTo>
                  <a:lnTo>
                    <a:pt x="813517" y="5216068"/>
                  </a:lnTo>
                  <a:lnTo>
                    <a:pt x="813643" y="5216068"/>
                  </a:lnTo>
                  <a:lnTo>
                    <a:pt x="813769" y="5216068"/>
                  </a:lnTo>
                  <a:lnTo>
                    <a:pt x="813895" y="5216068"/>
                  </a:lnTo>
                  <a:lnTo>
                    <a:pt x="814021" y="5216068"/>
                  </a:lnTo>
                  <a:lnTo>
                    <a:pt x="814147" y="5216068"/>
                  </a:lnTo>
                  <a:lnTo>
                    <a:pt x="814273" y="5216068"/>
                  </a:lnTo>
                  <a:lnTo>
                    <a:pt x="814399" y="5216068"/>
                  </a:lnTo>
                  <a:lnTo>
                    <a:pt x="814526" y="5216068"/>
                  </a:lnTo>
                  <a:lnTo>
                    <a:pt x="814652" y="5216068"/>
                  </a:lnTo>
                  <a:lnTo>
                    <a:pt x="814778" y="5216068"/>
                  </a:lnTo>
                  <a:lnTo>
                    <a:pt x="814904" y="5216068"/>
                  </a:lnTo>
                  <a:lnTo>
                    <a:pt x="815030" y="5216068"/>
                  </a:lnTo>
                  <a:lnTo>
                    <a:pt x="815156" y="5216068"/>
                  </a:lnTo>
                  <a:lnTo>
                    <a:pt x="815282" y="5216068"/>
                  </a:lnTo>
                  <a:lnTo>
                    <a:pt x="815408" y="5216068"/>
                  </a:lnTo>
                  <a:lnTo>
                    <a:pt x="815534" y="5216068"/>
                  </a:lnTo>
                  <a:lnTo>
                    <a:pt x="815660" y="5216068"/>
                  </a:lnTo>
                  <a:lnTo>
                    <a:pt x="815786" y="5216068"/>
                  </a:lnTo>
                  <a:lnTo>
                    <a:pt x="815912" y="5216068"/>
                  </a:lnTo>
                  <a:lnTo>
                    <a:pt x="816039" y="5216068"/>
                  </a:lnTo>
                  <a:lnTo>
                    <a:pt x="816165" y="5216068"/>
                  </a:lnTo>
                  <a:lnTo>
                    <a:pt x="816291" y="5216068"/>
                  </a:lnTo>
                  <a:lnTo>
                    <a:pt x="816417" y="5216068"/>
                  </a:lnTo>
                  <a:lnTo>
                    <a:pt x="816543" y="5216068"/>
                  </a:lnTo>
                  <a:lnTo>
                    <a:pt x="816669" y="5216068"/>
                  </a:lnTo>
                  <a:lnTo>
                    <a:pt x="816795" y="5216068"/>
                  </a:lnTo>
                  <a:lnTo>
                    <a:pt x="816921" y="5216068"/>
                  </a:lnTo>
                  <a:lnTo>
                    <a:pt x="817047" y="5216068"/>
                  </a:lnTo>
                  <a:lnTo>
                    <a:pt x="817173" y="5216068"/>
                  </a:lnTo>
                  <a:lnTo>
                    <a:pt x="817299" y="5216068"/>
                  </a:lnTo>
                  <a:lnTo>
                    <a:pt x="817299" y="5210788"/>
                  </a:lnTo>
                  <a:lnTo>
                    <a:pt x="817426" y="5210788"/>
                  </a:lnTo>
                  <a:lnTo>
                    <a:pt x="817552" y="5210788"/>
                  </a:lnTo>
                  <a:lnTo>
                    <a:pt x="817678" y="5210788"/>
                  </a:lnTo>
                  <a:lnTo>
                    <a:pt x="817804" y="5210788"/>
                  </a:lnTo>
                  <a:lnTo>
                    <a:pt x="817930" y="5210788"/>
                  </a:lnTo>
                  <a:lnTo>
                    <a:pt x="818056" y="5210788"/>
                  </a:lnTo>
                  <a:lnTo>
                    <a:pt x="818182" y="5210788"/>
                  </a:lnTo>
                  <a:lnTo>
                    <a:pt x="818308" y="5210788"/>
                  </a:lnTo>
                  <a:lnTo>
                    <a:pt x="818434" y="5210788"/>
                  </a:lnTo>
                  <a:lnTo>
                    <a:pt x="818560" y="5210788"/>
                  </a:lnTo>
                  <a:lnTo>
                    <a:pt x="818686" y="5210788"/>
                  </a:lnTo>
                  <a:lnTo>
                    <a:pt x="818812" y="5210788"/>
                  </a:lnTo>
                  <a:lnTo>
                    <a:pt x="818939" y="5210788"/>
                  </a:lnTo>
                  <a:lnTo>
                    <a:pt x="819065" y="5210788"/>
                  </a:lnTo>
                  <a:lnTo>
                    <a:pt x="819191" y="5210788"/>
                  </a:lnTo>
                  <a:lnTo>
                    <a:pt x="819317" y="5210788"/>
                  </a:lnTo>
                  <a:lnTo>
                    <a:pt x="819443" y="5210788"/>
                  </a:lnTo>
                  <a:lnTo>
                    <a:pt x="819569" y="5210788"/>
                  </a:lnTo>
                  <a:lnTo>
                    <a:pt x="819695" y="5210788"/>
                  </a:lnTo>
                  <a:lnTo>
                    <a:pt x="819821" y="5210788"/>
                  </a:lnTo>
                  <a:lnTo>
                    <a:pt x="819947" y="5210788"/>
                  </a:lnTo>
                  <a:lnTo>
                    <a:pt x="820073" y="5210788"/>
                  </a:lnTo>
                  <a:lnTo>
                    <a:pt x="820199" y="5210788"/>
                  </a:lnTo>
                  <a:lnTo>
                    <a:pt x="820199" y="5205509"/>
                  </a:lnTo>
                  <a:lnTo>
                    <a:pt x="820326" y="5205509"/>
                  </a:lnTo>
                  <a:lnTo>
                    <a:pt x="820452" y="5205509"/>
                  </a:lnTo>
                  <a:lnTo>
                    <a:pt x="820578" y="5205509"/>
                  </a:lnTo>
                  <a:lnTo>
                    <a:pt x="820704" y="5205509"/>
                  </a:lnTo>
                  <a:lnTo>
                    <a:pt x="820830" y="5205509"/>
                  </a:lnTo>
                  <a:lnTo>
                    <a:pt x="820956" y="5205509"/>
                  </a:lnTo>
                  <a:lnTo>
                    <a:pt x="821082" y="5205509"/>
                  </a:lnTo>
                  <a:lnTo>
                    <a:pt x="821208" y="5205509"/>
                  </a:lnTo>
                  <a:lnTo>
                    <a:pt x="821334" y="5205509"/>
                  </a:lnTo>
                  <a:lnTo>
                    <a:pt x="821460" y="5205509"/>
                  </a:lnTo>
                  <a:lnTo>
                    <a:pt x="821586" y="5205509"/>
                  </a:lnTo>
                  <a:lnTo>
                    <a:pt x="821713" y="5205509"/>
                  </a:lnTo>
                  <a:lnTo>
                    <a:pt x="821839" y="5205509"/>
                  </a:lnTo>
                  <a:lnTo>
                    <a:pt x="821965" y="5205509"/>
                  </a:lnTo>
                  <a:lnTo>
                    <a:pt x="822091" y="5205509"/>
                  </a:lnTo>
                  <a:lnTo>
                    <a:pt x="822217" y="5205509"/>
                  </a:lnTo>
                  <a:lnTo>
                    <a:pt x="822343" y="5205509"/>
                  </a:lnTo>
                  <a:lnTo>
                    <a:pt x="822343" y="5200230"/>
                  </a:lnTo>
                  <a:lnTo>
                    <a:pt x="822469" y="5200230"/>
                  </a:lnTo>
                  <a:lnTo>
                    <a:pt x="822595" y="5200230"/>
                  </a:lnTo>
                  <a:lnTo>
                    <a:pt x="822721" y="5200230"/>
                  </a:lnTo>
                  <a:lnTo>
                    <a:pt x="822847" y="5200230"/>
                  </a:lnTo>
                  <a:lnTo>
                    <a:pt x="822973" y="5200230"/>
                  </a:lnTo>
                  <a:lnTo>
                    <a:pt x="823099" y="5200230"/>
                  </a:lnTo>
                  <a:lnTo>
                    <a:pt x="823226" y="5200230"/>
                  </a:lnTo>
                  <a:lnTo>
                    <a:pt x="823352" y="5200230"/>
                  </a:lnTo>
                  <a:lnTo>
                    <a:pt x="823478" y="5200230"/>
                  </a:lnTo>
                  <a:lnTo>
                    <a:pt x="823478" y="5194950"/>
                  </a:lnTo>
                  <a:lnTo>
                    <a:pt x="823604" y="5194950"/>
                  </a:lnTo>
                  <a:lnTo>
                    <a:pt x="823730" y="5194950"/>
                  </a:lnTo>
                  <a:lnTo>
                    <a:pt x="823856" y="5194950"/>
                  </a:lnTo>
                  <a:lnTo>
                    <a:pt x="823982" y="5194950"/>
                  </a:lnTo>
                  <a:lnTo>
                    <a:pt x="824108" y="5194950"/>
                  </a:lnTo>
                  <a:lnTo>
                    <a:pt x="824234" y="5194950"/>
                  </a:lnTo>
                  <a:lnTo>
                    <a:pt x="824360" y="5194950"/>
                  </a:lnTo>
                  <a:lnTo>
                    <a:pt x="824486" y="5194950"/>
                  </a:lnTo>
                  <a:lnTo>
                    <a:pt x="824613" y="5194950"/>
                  </a:lnTo>
                  <a:lnTo>
                    <a:pt x="824739" y="5194950"/>
                  </a:lnTo>
                  <a:lnTo>
                    <a:pt x="824865" y="5194950"/>
                  </a:lnTo>
                  <a:lnTo>
                    <a:pt x="824991" y="5194950"/>
                  </a:lnTo>
                  <a:lnTo>
                    <a:pt x="824991" y="5189671"/>
                  </a:lnTo>
                  <a:lnTo>
                    <a:pt x="825117" y="5189671"/>
                  </a:lnTo>
                  <a:lnTo>
                    <a:pt x="825243" y="5189671"/>
                  </a:lnTo>
                  <a:lnTo>
                    <a:pt x="825369" y="5189671"/>
                  </a:lnTo>
                  <a:lnTo>
                    <a:pt x="825495" y="5189671"/>
                  </a:lnTo>
                  <a:lnTo>
                    <a:pt x="825621" y="5189671"/>
                  </a:lnTo>
                  <a:lnTo>
                    <a:pt x="825747" y="5189671"/>
                  </a:lnTo>
                  <a:lnTo>
                    <a:pt x="825873" y="5189671"/>
                  </a:lnTo>
                  <a:lnTo>
                    <a:pt x="825999" y="5189671"/>
                  </a:lnTo>
                  <a:lnTo>
                    <a:pt x="826126" y="5189671"/>
                  </a:lnTo>
                  <a:lnTo>
                    <a:pt x="826252" y="5189671"/>
                  </a:lnTo>
                  <a:lnTo>
                    <a:pt x="826378" y="5189671"/>
                  </a:lnTo>
                  <a:lnTo>
                    <a:pt x="826504" y="5189671"/>
                  </a:lnTo>
                  <a:lnTo>
                    <a:pt x="826630" y="5189671"/>
                  </a:lnTo>
                  <a:lnTo>
                    <a:pt x="826756" y="5189671"/>
                  </a:lnTo>
                  <a:lnTo>
                    <a:pt x="826882" y="5189671"/>
                  </a:lnTo>
                  <a:lnTo>
                    <a:pt x="827008" y="5189671"/>
                  </a:lnTo>
                  <a:lnTo>
                    <a:pt x="827134" y="5189671"/>
                  </a:lnTo>
                  <a:lnTo>
                    <a:pt x="827260" y="5189671"/>
                  </a:lnTo>
                  <a:lnTo>
                    <a:pt x="827386" y="5189671"/>
                  </a:lnTo>
                  <a:lnTo>
                    <a:pt x="827513" y="5189671"/>
                  </a:lnTo>
                  <a:lnTo>
                    <a:pt x="827639" y="5189671"/>
                  </a:lnTo>
                  <a:lnTo>
                    <a:pt x="827765" y="5189671"/>
                  </a:lnTo>
                  <a:lnTo>
                    <a:pt x="827891" y="5189671"/>
                  </a:lnTo>
                  <a:lnTo>
                    <a:pt x="828017" y="5189671"/>
                  </a:lnTo>
                  <a:lnTo>
                    <a:pt x="828143" y="5189671"/>
                  </a:lnTo>
                  <a:lnTo>
                    <a:pt x="828269" y="5189671"/>
                  </a:lnTo>
                  <a:lnTo>
                    <a:pt x="828395" y="5189671"/>
                  </a:lnTo>
                  <a:lnTo>
                    <a:pt x="828521" y="5189671"/>
                  </a:lnTo>
                  <a:lnTo>
                    <a:pt x="828647" y="5189671"/>
                  </a:lnTo>
                  <a:lnTo>
                    <a:pt x="828773" y="5189671"/>
                  </a:lnTo>
                  <a:lnTo>
                    <a:pt x="828899" y="5189671"/>
                  </a:lnTo>
                  <a:lnTo>
                    <a:pt x="829026" y="5189671"/>
                  </a:lnTo>
                  <a:lnTo>
                    <a:pt x="829152" y="5189671"/>
                  </a:lnTo>
                  <a:lnTo>
                    <a:pt x="829278" y="5189671"/>
                  </a:lnTo>
                  <a:lnTo>
                    <a:pt x="829404" y="5189671"/>
                  </a:lnTo>
                  <a:lnTo>
                    <a:pt x="829530" y="5189671"/>
                  </a:lnTo>
                  <a:lnTo>
                    <a:pt x="829656" y="5189671"/>
                  </a:lnTo>
                  <a:lnTo>
                    <a:pt x="829782" y="5189671"/>
                  </a:lnTo>
                  <a:lnTo>
                    <a:pt x="829908" y="5189671"/>
                  </a:lnTo>
                  <a:lnTo>
                    <a:pt x="830034" y="5189671"/>
                  </a:lnTo>
                  <a:lnTo>
                    <a:pt x="830160" y="5189671"/>
                  </a:lnTo>
                  <a:lnTo>
                    <a:pt x="830286" y="5189671"/>
                  </a:lnTo>
                  <a:lnTo>
                    <a:pt x="830413" y="5189671"/>
                  </a:lnTo>
                  <a:lnTo>
                    <a:pt x="830539" y="5189671"/>
                  </a:lnTo>
                  <a:lnTo>
                    <a:pt x="830665" y="5189671"/>
                  </a:lnTo>
                  <a:lnTo>
                    <a:pt x="830791" y="5189671"/>
                  </a:lnTo>
                  <a:lnTo>
                    <a:pt x="830917" y="5189671"/>
                  </a:lnTo>
                  <a:lnTo>
                    <a:pt x="831043" y="5189671"/>
                  </a:lnTo>
                  <a:lnTo>
                    <a:pt x="831169" y="5189671"/>
                  </a:lnTo>
                  <a:lnTo>
                    <a:pt x="831295" y="5189671"/>
                  </a:lnTo>
                  <a:lnTo>
                    <a:pt x="831421" y="5189671"/>
                  </a:lnTo>
                  <a:lnTo>
                    <a:pt x="831547" y="5189671"/>
                  </a:lnTo>
                  <a:lnTo>
                    <a:pt x="831673" y="5189671"/>
                  </a:lnTo>
                  <a:lnTo>
                    <a:pt x="831800" y="5189671"/>
                  </a:lnTo>
                  <a:lnTo>
                    <a:pt x="831926" y="5189671"/>
                  </a:lnTo>
                  <a:lnTo>
                    <a:pt x="832052" y="5189671"/>
                  </a:lnTo>
                  <a:lnTo>
                    <a:pt x="832178" y="5189671"/>
                  </a:lnTo>
                  <a:lnTo>
                    <a:pt x="832304" y="5189671"/>
                  </a:lnTo>
                  <a:lnTo>
                    <a:pt x="832430" y="5189671"/>
                  </a:lnTo>
                  <a:lnTo>
                    <a:pt x="832556" y="5189671"/>
                  </a:lnTo>
                  <a:lnTo>
                    <a:pt x="832682" y="5189671"/>
                  </a:lnTo>
                  <a:lnTo>
                    <a:pt x="832808" y="5189671"/>
                  </a:lnTo>
                  <a:lnTo>
                    <a:pt x="832934" y="5189671"/>
                  </a:lnTo>
                  <a:lnTo>
                    <a:pt x="833060" y="5189671"/>
                  </a:lnTo>
                  <a:lnTo>
                    <a:pt x="833186" y="5189671"/>
                  </a:lnTo>
                  <a:lnTo>
                    <a:pt x="833313" y="5189671"/>
                  </a:lnTo>
                  <a:lnTo>
                    <a:pt x="833439" y="5189671"/>
                  </a:lnTo>
                  <a:lnTo>
                    <a:pt x="833565" y="5189671"/>
                  </a:lnTo>
                  <a:lnTo>
                    <a:pt x="833691" y="5189671"/>
                  </a:lnTo>
                  <a:lnTo>
                    <a:pt x="833817" y="5189671"/>
                  </a:lnTo>
                  <a:lnTo>
                    <a:pt x="833943" y="5189671"/>
                  </a:lnTo>
                  <a:lnTo>
                    <a:pt x="834069" y="5189671"/>
                  </a:lnTo>
                  <a:lnTo>
                    <a:pt x="834195" y="5189671"/>
                  </a:lnTo>
                  <a:lnTo>
                    <a:pt x="834195" y="5184391"/>
                  </a:lnTo>
                  <a:lnTo>
                    <a:pt x="834321" y="5184391"/>
                  </a:lnTo>
                  <a:lnTo>
                    <a:pt x="834447" y="5184391"/>
                  </a:lnTo>
                  <a:lnTo>
                    <a:pt x="834573" y="5184391"/>
                  </a:lnTo>
                  <a:lnTo>
                    <a:pt x="834700" y="5184391"/>
                  </a:lnTo>
                  <a:lnTo>
                    <a:pt x="834826" y="5184391"/>
                  </a:lnTo>
                  <a:lnTo>
                    <a:pt x="834952" y="5184391"/>
                  </a:lnTo>
                  <a:lnTo>
                    <a:pt x="835078" y="5184391"/>
                  </a:lnTo>
                  <a:lnTo>
                    <a:pt x="835204" y="5184391"/>
                  </a:lnTo>
                  <a:lnTo>
                    <a:pt x="835330" y="5184391"/>
                  </a:lnTo>
                  <a:lnTo>
                    <a:pt x="835456" y="5184391"/>
                  </a:lnTo>
                  <a:lnTo>
                    <a:pt x="835582" y="5184391"/>
                  </a:lnTo>
                  <a:lnTo>
                    <a:pt x="835582" y="5179112"/>
                  </a:lnTo>
                  <a:lnTo>
                    <a:pt x="835708" y="5179112"/>
                  </a:lnTo>
                  <a:lnTo>
                    <a:pt x="835834" y="5179112"/>
                  </a:lnTo>
                  <a:lnTo>
                    <a:pt x="835960" y="5179112"/>
                  </a:lnTo>
                  <a:lnTo>
                    <a:pt x="836086" y="5179112"/>
                  </a:lnTo>
                  <a:lnTo>
                    <a:pt x="836213" y="5179112"/>
                  </a:lnTo>
                  <a:lnTo>
                    <a:pt x="836339" y="5179112"/>
                  </a:lnTo>
                  <a:lnTo>
                    <a:pt x="836339" y="5173832"/>
                  </a:lnTo>
                  <a:lnTo>
                    <a:pt x="836465" y="5173832"/>
                  </a:lnTo>
                  <a:lnTo>
                    <a:pt x="836591" y="5173832"/>
                  </a:lnTo>
                  <a:lnTo>
                    <a:pt x="836717" y="5173832"/>
                  </a:lnTo>
                  <a:lnTo>
                    <a:pt x="836843" y="5173832"/>
                  </a:lnTo>
                  <a:lnTo>
                    <a:pt x="836969" y="5173832"/>
                  </a:lnTo>
                  <a:lnTo>
                    <a:pt x="837095" y="5173832"/>
                  </a:lnTo>
                  <a:lnTo>
                    <a:pt x="837221" y="5173832"/>
                  </a:lnTo>
                  <a:lnTo>
                    <a:pt x="837347" y="5173832"/>
                  </a:lnTo>
                  <a:lnTo>
                    <a:pt x="837473" y="5173832"/>
                  </a:lnTo>
                  <a:lnTo>
                    <a:pt x="837600" y="5173832"/>
                  </a:lnTo>
                  <a:lnTo>
                    <a:pt x="837726" y="5173832"/>
                  </a:lnTo>
                  <a:lnTo>
                    <a:pt x="837852" y="5173832"/>
                  </a:lnTo>
                  <a:lnTo>
                    <a:pt x="837978" y="5173832"/>
                  </a:lnTo>
                  <a:lnTo>
                    <a:pt x="838104" y="5173832"/>
                  </a:lnTo>
                  <a:lnTo>
                    <a:pt x="838230" y="5173832"/>
                  </a:lnTo>
                  <a:lnTo>
                    <a:pt x="838356" y="5173832"/>
                  </a:lnTo>
                  <a:lnTo>
                    <a:pt x="838482" y="5173832"/>
                  </a:lnTo>
                  <a:lnTo>
                    <a:pt x="838608" y="5173832"/>
                  </a:lnTo>
                  <a:lnTo>
                    <a:pt x="838734" y="5173832"/>
                  </a:lnTo>
                  <a:lnTo>
                    <a:pt x="838860" y="5173832"/>
                  </a:lnTo>
                  <a:lnTo>
                    <a:pt x="838987" y="5173832"/>
                  </a:lnTo>
                  <a:lnTo>
                    <a:pt x="839113" y="5173832"/>
                  </a:lnTo>
                  <a:lnTo>
                    <a:pt x="839239" y="5173832"/>
                  </a:lnTo>
                  <a:lnTo>
                    <a:pt x="839365" y="5173832"/>
                  </a:lnTo>
                  <a:lnTo>
                    <a:pt x="839491" y="5173832"/>
                  </a:lnTo>
                  <a:lnTo>
                    <a:pt x="839617" y="5173832"/>
                  </a:lnTo>
                  <a:lnTo>
                    <a:pt x="839743" y="5173832"/>
                  </a:lnTo>
                  <a:lnTo>
                    <a:pt x="839869" y="5173832"/>
                  </a:lnTo>
                  <a:lnTo>
                    <a:pt x="839995" y="5173832"/>
                  </a:lnTo>
                  <a:lnTo>
                    <a:pt x="840121" y="5173832"/>
                  </a:lnTo>
                  <a:lnTo>
                    <a:pt x="840247" y="5173832"/>
                  </a:lnTo>
                  <a:lnTo>
                    <a:pt x="840373" y="5173832"/>
                  </a:lnTo>
                  <a:lnTo>
                    <a:pt x="840500" y="5173832"/>
                  </a:lnTo>
                  <a:lnTo>
                    <a:pt x="840626" y="5173832"/>
                  </a:lnTo>
                  <a:lnTo>
                    <a:pt x="840752" y="5173832"/>
                  </a:lnTo>
                  <a:lnTo>
                    <a:pt x="840878" y="5173832"/>
                  </a:lnTo>
                  <a:lnTo>
                    <a:pt x="841004" y="5173832"/>
                  </a:lnTo>
                  <a:lnTo>
                    <a:pt x="841130" y="5173832"/>
                  </a:lnTo>
                  <a:lnTo>
                    <a:pt x="841256" y="5173832"/>
                  </a:lnTo>
                  <a:lnTo>
                    <a:pt x="841382" y="5173832"/>
                  </a:lnTo>
                  <a:lnTo>
                    <a:pt x="841508" y="5173832"/>
                  </a:lnTo>
                  <a:lnTo>
                    <a:pt x="841634" y="5173832"/>
                  </a:lnTo>
                  <a:lnTo>
                    <a:pt x="841760" y="5173832"/>
                  </a:lnTo>
                  <a:lnTo>
                    <a:pt x="841887" y="5173832"/>
                  </a:lnTo>
                  <a:lnTo>
                    <a:pt x="841887" y="5168553"/>
                  </a:lnTo>
                  <a:lnTo>
                    <a:pt x="842013" y="5168553"/>
                  </a:lnTo>
                  <a:lnTo>
                    <a:pt x="842139" y="5168553"/>
                  </a:lnTo>
                  <a:lnTo>
                    <a:pt x="842265" y="5168553"/>
                  </a:lnTo>
                  <a:lnTo>
                    <a:pt x="842391" y="5168553"/>
                  </a:lnTo>
                  <a:lnTo>
                    <a:pt x="842517" y="5168553"/>
                  </a:lnTo>
                  <a:lnTo>
                    <a:pt x="842643" y="5168553"/>
                  </a:lnTo>
                  <a:lnTo>
                    <a:pt x="842769" y="5168553"/>
                  </a:lnTo>
                  <a:lnTo>
                    <a:pt x="842895" y="5168553"/>
                  </a:lnTo>
                  <a:lnTo>
                    <a:pt x="843021" y="5168553"/>
                  </a:lnTo>
                  <a:lnTo>
                    <a:pt x="843147" y="5168553"/>
                  </a:lnTo>
                  <a:lnTo>
                    <a:pt x="843147" y="5163274"/>
                  </a:lnTo>
                  <a:lnTo>
                    <a:pt x="843273" y="5163274"/>
                  </a:lnTo>
                  <a:lnTo>
                    <a:pt x="843400" y="5163274"/>
                  </a:lnTo>
                  <a:lnTo>
                    <a:pt x="843526" y="5163274"/>
                  </a:lnTo>
                  <a:lnTo>
                    <a:pt x="843652" y="5163274"/>
                  </a:lnTo>
                  <a:lnTo>
                    <a:pt x="843778" y="5163274"/>
                  </a:lnTo>
                  <a:lnTo>
                    <a:pt x="843904" y="5163274"/>
                  </a:lnTo>
                  <a:lnTo>
                    <a:pt x="844030" y="5163274"/>
                  </a:lnTo>
                  <a:lnTo>
                    <a:pt x="844156" y="5163274"/>
                  </a:lnTo>
                  <a:lnTo>
                    <a:pt x="844282" y="5163274"/>
                  </a:lnTo>
                  <a:lnTo>
                    <a:pt x="844408" y="5163274"/>
                  </a:lnTo>
                  <a:lnTo>
                    <a:pt x="844534" y="5163274"/>
                  </a:lnTo>
                  <a:lnTo>
                    <a:pt x="844660" y="5163274"/>
                  </a:lnTo>
                  <a:lnTo>
                    <a:pt x="844787" y="5163274"/>
                  </a:lnTo>
                  <a:lnTo>
                    <a:pt x="844913" y="5163274"/>
                  </a:lnTo>
                  <a:lnTo>
                    <a:pt x="845039" y="5163274"/>
                  </a:lnTo>
                  <a:lnTo>
                    <a:pt x="845165" y="5163274"/>
                  </a:lnTo>
                  <a:lnTo>
                    <a:pt x="845291" y="5163274"/>
                  </a:lnTo>
                  <a:lnTo>
                    <a:pt x="845417" y="5163274"/>
                  </a:lnTo>
                  <a:lnTo>
                    <a:pt x="845543" y="5163274"/>
                  </a:lnTo>
                  <a:lnTo>
                    <a:pt x="845669" y="5163274"/>
                  </a:lnTo>
                  <a:lnTo>
                    <a:pt x="845795" y="5163274"/>
                  </a:lnTo>
                  <a:lnTo>
                    <a:pt x="845921" y="5163274"/>
                  </a:lnTo>
                  <a:lnTo>
                    <a:pt x="846047" y="5163274"/>
                  </a:lnTo>
                  <a:lnTo>
                    <a:pt x="846173" y="5163274"/>
                  </a:lnTo>
                  <a:lnTo>
                    <a:pt x="846300" y="5163274"/>
                  </a:lnTo>
                  <a:lnTo>
                    <a:pt x="846426" y="5163274"/>
                  </a:lnTo>
                  <a:lnTo>
                    <a:pt x="846552" y="5163274"/>
                  </a:lnTo>
                  <a:lnTo>
                    <a:pt x="846678" y="5163274"/>
                  </a:lnTo>
                  <a:lnTo>
                    <a:pt x="846804" y="5163274"/>
                  </a:lnTo>
                  <a:lnTo>
                    <a:pt x="846930" y="5163274"/>
                  </a:lnTo>
                  <a:lnTo>
                    <a:pt x="847056" y="5163274"/>
                  </a:lnTo>
                  <a:lnTo>
                    <a:pt x="847182" y="5163274"/>
                  </a:lnTo>
                  <a:lnTo>
                    <a:pt x="847308" y="5163274"/>
                  </a:lnTo>
                  <a:lnTo>
                    <a:pt x="847434" y="5163274"/>
                  </a:lnTo>
                  <a:lnTo>
                    <a:pt x="847560" y="5163274"/>
                  </a:lnTo>
                  <a:lnTo>
                    <a:pt x="847687" y="5163274"/>
                  </a:lnTo>
                  <a:lnTo>
                    <a:pt x="847813" y="5163274"/>
                  </a:lnTo>
                  <a:lnTo>
                    <a:pt x="847939" y="5163274"/>
                  </a:lnTo>
                  <a:lnTo>
                    <a:pt x="848065" y="5163274"/>
                  </a:lnTo>
                  <a:lnTo>
                    <a:pt x="848191" y="5163274"/>
                  </a:lnTo>
                  <a:lnTo>
                    <a:pt x="848191" y="5157994"/>
                  </a:lnTo>
                  <a:lnTo>
                    <a:pt x="848317" y="5157994"/>
                  </a:lnTo>
                  <a:lnTo>
                    <a:pt x="848443" y="5157994"/>
                  </a:lnTo>
                  <a:lnTo>
                    <a:pt x="848569" y="5157994"/>
                  </a:lnTo>
                  <a:lnTo>
                    <a:pt x="848695" y="5157994"/>
                  </a:lnTo>
                  <a:lnTo>
                    <a:pt x="848821" y="5157994"/>
                  </a:lnTo>
                  <a:lnTo>
                    <a:pt x="848947" y="5157994"/>
                  </a:lnTo>
                  <a:lnTo>
                    <a:pt x="849074" y="5157994"/>
                  </a:lnTo>
                  <a:lnTo>
                    <a:pt x="849200" y="5157994"/>
                  </a:lnTo>
                  <a:lnTo>
                    <a:pt x="849326" y="5157994"/>
                  </a:lnTo>
                  <a:lnTo>
                    <a:pt x="849452" y="5157994"/>
                  </a:lnTo>
                  <a:lnTo>
                    <a:pt x="849578" y="5157994"/>
                  </a:lnTo>
                  <a:lnTo>
                    <a:pt x="849704" y="5157994"/>
                  </a:lnTo>
                  <a:lnTo>
                    <a:pt x="849830" y="5157994"/>
                  </a:lnTo>
                  <a:lnTo>
                    <a:pt x="849956" y="5157994"/>
                  </a:lnTo>
                  <a:lnTo>
                    <a:pt x="850082" y="5157994"/>
                  </a:lnTo>
                  <a:lnTo>
                    <a:pt x="850208" y="5157994"/>
                  </a:lnTo>
                  <a:lnTo>
                    <a:pt x="850334" y="5157994"/>
                  </a:lnTo>
                  <a:lnTo>
                    <a:pt x="850460" y="5157994"/>
                  </a:lnTo>
                  <a:lnTo>
                    <a:pt x="850587" y="5157994"/>
                  </a:lnTo>
                  <a:lnTo>
                    <a:pt x="850713" y="5157994"/>
                  </a:lnTo>
                  <a:lnTo>
                    <a:pt x="850839" y="5157994"/>
                  </a:lnTo>
                  <a:lnTo>
                    <a:pt x="850965" y="5157994"/>
                  </a:lnTo>
                  <a:lnTo>
                    <a:pt x="851091" y="5157994"/>
                  </a:lnTo>
                  <a:lnTo>
                    <a:pt x="851217" y="5157994"/>
                  </a:lnTo>
                  <a:lnTo>
                    <a:pt x="851343" y="5157994"/>
                  </a:lnTo>
                  <a:lnTo>
                    <a:pt x="851469" y="5157994"/>
                  </a:lnTo>
                  <a:lnTo>
                    <a:pt x="851469" y="5152715"/>
                  </a:lnTo>
                  <a:lnTo>
                    <a:pt x="851595" y="5152715"/>
                  </a:lnTo>
                  <a:lnTo>
                    <a:pt x="851721" y="5152715"/>
                  </a:lnTo>
                  <a:lnTo>
                    <a:pt x="851847" y="5152715"/>
                  </a:lnTo>
                  <a:lnTo>
                    <a:pt x="851974" y="5152715"/>
                  </a:lnTo>
                  <a:lnTo>
                    <a:pt x="852100" y="5152715"/>
                  </a:lnTo>
                  <a:lnTo>
                    <a:pt x="852226" y="5152715"/>
                  </a:lnTo>
                  <a:lnTo>
                    <a:pt x="852352" y="5152715"/>
                  </a:lnTo>
                  <a:lnTo>
                    <a:pt x="852478" y="5152715"/>
                  </a:lnTo>
                  <a:lnTo>
                    <a:pt x="852604" y="5152715"/>
                  </a:lnTo>
                  <a:lnTo>
                    <a:pt x="852730" y="5152715"/>
                  </a:lnTo>
                  <a:lnTo>
                    <a:pt x="852856" y="5152715"/>
                  </a:lnTo>
                  <a:lnTo>
                    <a:pt x="852982" y="5152715"/>
                  </a:lnTo>
                  <a:lnTo>
                    <a:pt x="853108" y="5152715"/>
                  </a:lnTo>
                  <a:lnTo>
                    <a:pt x="853234" y="5152715"/>
                  </a:lnTo>
                  <a:lnTo>
                    <a:pt x="853360" y="5152715"/>
                  </a:lnTo>
                  <a:lnTo>
                    <a:pt x="853487" y="5152715"/>
                  </a:lnTo>
                  <a:lnTo>
                    <a:pt x="853613" y="5152715"/>
                  </a:lnTo>
                  <a:lnTo>
                    <a:pt x="853739" y="5152715"/>
                  </a:lnTo>
                  <a:lnTo>
                    <a:pt x="853865" y="5152715"/>
                  </a:lnTo>
                  <a:lnTo>
                    <a:pt x="853991" y="5152715"/>
                  </a:lnTo>
                  <a:lnTo>
                    <a:pt x="854117" y="5152715"/>
                  </a:lnTo>
                  <a:lnTo>
                    <a:pt x="854243" y="5152715"/>
                  </a:lnTo>
                  <a:lnTo>
                    <a:pt x="854369" y="5152715"/>
                  </a:lnTo>
                  <a:lnTo>
                    <a:pt x="854495" y="5152715"/>
                  </a:lnTo>
                  <a:lnTo>
                    <a:pt x="854621" y="5152715"/>
                  </a:lnTo>
                  <a:lnTo>
                    <a:pt x="854747" y="5152715"/>
                  </a:lnTo>
                  <a:lnTo>
                    <a:pt x="854874" y="5152715"/>
                  </a:lnTo>
                  <a:lnTo>
                    <a:pt x="855000" y="5152715"/>
                  </a:lnTo>
                  <a:lnTo>
                    <a:pt x="855126" y="5152715"/>
                  </a:lnTo>
                  <a:lnTo>
                    <a:pt x="855252" y="5152715"/>
                  </a:lnTo>
                  <a:lnTo>
                    <a:pt x="855378" y="5152715"/>
                  </a:lnTo>
                  <a:lnTo>
                    <a:pt x="855504" y="5152715"/>
                  </a:lnTo>
                  <a:lnTo>
                    <a:pt x="855630" y="5152715"/>
                  </a:lnTo>
                  <a:lnTo>
                    <a:pt x="855756" y="5152715"/>
                  </a:lnTo>
                  <a:lnTo>
                    <a:pt x="855882" y="5152715"/>
                  </a:lnTo>
                  <a:lnTo>
                    <a:pt x="856008" y="5152715"/>
                  </a:lnTo>
                  <a:lnTo>
                    <a:pt x="856008" y="5147435"/>
                  </a:lnTo>
                  <a:lnTo>
                    <a:pt x="856134" y="5147435"/>
                  </a:lnTo>
                  <a:lnTo>
                    <a:pt x="856261" y="5147435"/>
                  </a:lnTo>
                  <a:lnTo>
                    <a:pt x="856387" y="5147435"/>
                  </a:lnTo>
                  <a:lnTo>
                    <a:pt x="856513" y="5147435"/>
                  </a:lnTo>
                  <a:lnTo>
                    <a:pt x="856639" y="5147435"/>
                  </a:lnTo>
                  <a:lnTo>
                    <a:pt x="856765" y="5147435"/>
                  </a:lnTo>
                  <a:lnTo>
                    <a:pt x="856891" y="5147435"/>
                  </a:lnTo>
                  <a:lnTo>
                    <a:pt x="857017" y="5147435"/>
                  </a:lnTo>
                  <a:lnTo>
                    <a:pt x="857143" y="5147435"/>
                  </a:lnTo>
                  <a:lnTo>
                    <a:pt x="857269" y="5147435"/>
                  </a:lnTo>
                  <a:lnTo>
                    <a:pt x="857395" y="5147435"/>
                  </a:lnTo>
                  <a:lnTo>
                    <a:pt x="857521" y="5147435"/>
                  </a:lnTo>
                  <a:lnTo>
                    <a:pt x="857647" y="5147435"/>
                  </a:lnTo>
                  <a:lnTo>
                    <a:pt x="857774" y="5147435"/>
                  </a:lnTo>
                  <a:lnTo>
                    <a:pt x="857900" y="5147435"/>
                  </a:lnTo>
                  <a:lnTo>
                    <a:pt x="857900" y="5142156"/>
                  </a:lnTo>
                  <a:lnTo>
                    <a:pt x="858026" y="5142156"/>
                  </a:lnTo>
                  <a:lnTo>
                    <a:pt x="858152" y="5142156"/>
                  </a:lnTo>
                  <a:lnTo>
                    <a:pt x="858278" y="5142156"/>
                  </a:lnTo>
                  <a:lnTo>
                    <a:pt x="858404" y="5142156"/>
                  </a:lnTo>
                  <a:lnTo>
                    <a:pt x="858530" y="5142156"/>
                  </a:lnTo>
                  <a:lnTo>
                    <a:pt x="858656" y="5142156"/>
                  </a:lnTo>
                  <a:lnTo>
                    <a:pt x="858782" y="5142156"/>
                  </a:lnTo>
                  <a:lnTo>
                    <a:pt x="858908" y="5142156"/>
                  </a:lnTo>
                  <a:lnTo>
                    <a:pt x="859034" y="5142156"/>
                  </a:lnTo>
                  <a:lnTo>
                    <a:pt x="859161" y="5142156"/>
                  </a:lnTo>
                  <a:lnTo>
                    <a:pt x="859287" y="5142156"/>
                  </a:lnTo>
                  <a:lnTo>
                    <a:pt x="859413" y="5142156"/>
                  </a:lnTo>
                  <a:lnTo>
                    <a:pt x="859539" y="5142156"/>
                  </a:lnTo>
                  <a:lnTo>
                    <a:pt x="859665" y="5142156"/>
                  </a:lnTo>
                  <a:lnTo>
                    <a:pt x="859791" y="5142156"/>
                  </a:lnTo>
                  <a:lnTo>
                    <a:pt x="859917" y="5142156"/>
                  </a:lnTo>
                  <a:lnTo>
                    <a:pt x="860043" y="5142156"/>
                  </a:lnTo>
                  <a:lnTo>
                    <a:pt x="860169" y="5142156"/>
                  </a:lnTo>
                  <a:lnTo>
                    <a:pt x="860295" y="5142156"/>
                  </a:lnTo>
                  <a:lnTo>
                    <a:pt x="860421" y="5142156"/>
                  </a:lnTo>
                  <a:lnTo>
                    <a:pt x="860547" y="5142156"/>
                  </a:lnTo>
                  <a:lnTo>
                    <a:pt x="860674" y="5142156"/>
                  </a:lnTo>
                  <a:lnTo>
                    <a:pt x="860800" y="5142156"/>
                  </a:lnTo>
                  <a:lnTo>
                    <a:pt x="860926" y="5142156"/>
                  </a:lnTo>
                  <a:lnTo>
                    <a:pt x="861052" y="5142156"/>
                  </a:lnTo>
                  <a:lnTo>
                    <a:pt x="861178" y="5142156"/>
                  </a:lnTo>
                  <a:lnTo>
                    <a:pt x="861304" y="5142156"/>
                  </a:lnTo>
                  <a:lnTo>
                    <a:pt x="861430" y="5142156"/>
                  </a:lnTo>
                  <a:lnTo>
                    <a:pt x="861556" y="5142156"/>
                  </a:lnTo>
                  <a:lnTo>
                    <a:pt x="861556" y="5136876"/>
                  </a:lnTo>
                  <a:lnTo>
                    <a:pt x="861682" y="5136876"/>
                  </a:lnTo>
                  <a:lnTo>
                    <a:pt x="861808" y="5136876"/>
                  </a:lnTo>
                  <a:lnTo>
                    <a:pt x="861934" y="5136876"/>
                  </a:lnTo>
                  <a:lnTo>
                    <a:pt x="862061" y="5136876"/>
                  </a:lnTo>
                  <a:lnTo>
                    <a:pt x="862187" y="5136876"/>
                  </a:lnTo>
                  <a:lnTo>
                    <a:pt x="862313" y="5136876"/>
                  </a:lnTo>
                  <a:lnTo>
                    <a:pt x="862439" y="5136876"/>
                  </a:lnTo>
                  <a:lnTo>
                    <a:pt x="862565" y="5136876"/>
                  </a:lnTo>
                  <a:lnTo>
                    <a:pt x="862691" y="5136876"/>
                  </a:lnTo>
                  <a:lnTo>
                    <a:pt x="862817" y="5136876"/>
                  </a:lnTo>
                  <a:lnTo>
                    <a:pt x="862943" y="5136876"/>
                  </a:lnTo>
                  <a:lnTo>
                    <a:pt x="863069" y="5136876"/>
                  </a:lnTo>
                  <a:lnTo>
                    <a:pt x="863195" y="5136876"/>
                  </a:lnTo>
                  <a:lnTo>
                    <a:pt x="863321" y="5136876"/>
                  </a:lnTo>
                  <a:lnTo>
                    <a:pt x="863448" y="5136876"/>
                  </a:lnTo>
                  <a:lnTo>
                    <a:pt x="863574" y="5136876"/>
                  </a:lnTo>
                  <a:lnTo>
                    <a:pt x="863574" y="5131597"/>
                  </a:lnTo>
                  <a:lnTo>
                    <a:pt x="863700" y="5131597"/>
                  </a:lnTo>
                  <a:lnTo>
                    <a:pt x="863826" y="5131597"/>
                  </a:lnTo>
                  <a:lnTo>
                    <a:pt x="863952" y="5131597"/>
                  </a:lnTo>
                  <a:lnTo>
                    <a:pt x="864078" y="5131597"/>
                  </a:lnTo>
                  <a:lnTo>
                    <a:pt x="864204" y="5131597"/>
                  </a:lnTo>
                  <a:lnTo>
                    <a:pt x="864330" y="5131597"/>
                  </a:lnTo>
                  <a:lnTo>
                    <a:pt x="864456" y="5131597"/>
                  </a:lnTo>
                  <a:lnTo>
                    <a:pt x="864582" y="5131597"/>
                  </a:lnTo>
                  <a:lnTo>
                    <a:pt x="864708" y="5131597"/>
                  </a:lnTo>
                  <a:lnTo>
                    <a:pt x="864834" y="5131597"/>
                  </a:lnTo>
                  <a:lnTo>
                    <a:pt x="864961" y="5131597"/>
                  </a:lnTo>
                  <a:lnTo>
                    <a:pt x="865087" y="5131597"/>
                  </a:lnTo>
                  <a:lnTo>
                    <a:pt x="865213" y="5131597"/>
                  </a:lnTo>
                  <a:lnTo>
                    <a:pt x="865339" y="5131597"/>
                  </a:lnTo>
                  <a:lnTo>
                    <a:pt x="865465" y="5131597"/>
                  </a:lnTo>
                  <a:lnTo>
                    <a:pt x="865591" y="5131597"/>
                  </a:lnTo>
                  <a:lnTo>
                    <a:pt x="865717" y="5131597"/>
                  </a:lnTo>
                  <a:lnTo>
                    <a:pt x="865717" y="5126318"/>
                  </a:lnTo>
                  <a:lnTo>
                    <a:pt x="865843" y="5126318"/>
                  </a:lnTo>
                  <a:lnTo>
                    <a:pt x="865969" y="5126318"/>
                  </a:lnTo>
                  <a:lnTo>
                    <a:pt x="866095" y="5126318"/>
                  </a:lnTo>
                  <a:lnTo>
                    <a:pt x="866221" y="5126318"/>
                  </a:lnTo>
                  <a:lnTo>
                    <a:pt x="866348" y="5126318"/>
                  </a:lnTo>
                  <a:lnTo>
                    <a:pt x="866474" y="5126318"/>
                  </a:lnTo>
                  <a:lnTo>
                    <a:pt x="866600" y="5126318"/>
                  </a:lnTo>
                  <a:lnTo>
                    <a:pt x="866726" y="5126318"/>
                  </a:lnTo>
                  <a:lnTo>
                    <a:pt x="866852" y="5126318"/>
                  </a:lnTo>
                  <a:lnTo>
                    <a:pt x="866978" y="5126318"/>
                  </a:lnTo>
                  <a:lnTo>
                    <a:pt x="867104" y="5126318"/>
                  </a:lnTo>
                  <a:lnTo>
                    <a:pt x="867230" y="5126318"/>
                  </a:lnTo>
                  <a:lnTo>
                    <a:pt x="867356" y="5126318"/>
                  </a:lnTo>
                  <a:lnTo>
                    <a:pt x="867482" y="5126318"/>
                  </a:lnTo>
                  <a:lnTo>
                    <a:pt x="867608" y="5126318"/>
                  </a:lnTo>
                  <a:lnTo>
                    <a:pt x="867734" y="5126318"/>
                  </a:lnTo>
                  <a:lnTo>
                    <a:pt x="867861" y="5126318"/>
                  </a:lnTo>
                  <a:lnTo>
                    <a:pt x="867987" y="5126318"/>
                  </a:lnTo>
                  <a:lnTo>
                    <a:pt x="868113" y="5126318"/>
                  </a:lnTo>
                  <a:lnTo>
                    <a:pt x="868239" y="5126318"/>
                  </a:lnTo>
                  <a:lnTo>
                    <a:pt x="868365" y="5126318"/>
                  </a:lnTo>
                  <a:lnTo>
                    <a:pt x="868491" y="5126318"/>
                  </a:lnTo>
                  <a:lnTo>
                    <a:pt x="868617" y="5126318"/>
                  </a:lnTo>
                  <a:lnTo>
                    <a:pt x="868743" y="5126318"/>
                  </a:lnTo>
                  <a:lnTo>
                    <a:pt x="868869" y="5126318"/>
                  </a:lnTo>
                  <a:lnTo>
                    <a:pt x="868995" y="5126318"/>
                  </a:lnTo>
                  <a:lnTo>
                    <a:pt x="869121" y="5126318"/>
                  </a:lnTo>
                  <a:lnTo>
                    <a:pt x="869248" y="5126318"/>
                  </a:lnTo>
                  <a:lnTo>
                    <a:pt x="869374" y="5126318"/>
                  </a:lnTo>
                  <a:lnTo>
                    <a:pt x="869500" y="5126318"/>
                  </a:lnTo>
                  <a:lnTo>
                    <a:pt x="869626" y="5126318"/>
                  </a:lnTo>
                  <a:lnTo>
                    <a:pt x="869752" y="5126318"/>
                  </a:lnTo>
                  <a:lnTo>
                    <a:pt x="869878" y="5126318"/>
                  </a:lnTo>
                  <a:lnTo>
                    <a:pt x="870004" y="5126318"/>
                  </a:lnTo>
                  <a:lnTo>
                    <a:pt x="870130" y="5126318"/>
                  </a:lnTo>
                  <a:lnTo>
                    <a:pt x="870256" y="5126318"/>
                  </a:lnTo>
                  <a:lnTo>
                    <a:pt x="870382" y="5126318"/>
                  </a:lnTo>
                  <a:lnTo>
                    <a:pt x="870382" y="5121038"/>
                  </a:lnTo>
                  <a:lnTo>
                    <a:pt x="870508" y="5121038"/>
                  </a:lnTo>
                  <a:lnTo>
                    <a:pt x="870634" y="5121038"/>
                  </a:lnTo>
                  <a:lnTo>
                    <a:pt x="870761" y="5121038"/>
                  </a:lnTo>
                  <a:lnTo>
                    <a:pt x="870887" y="5121038"/>
                  </a:lnTo>
                  <a:lnTo>
                    <a:pt x="871013" y="5121038"/>
                  </a:lnTo>
                  <a:lnTo>
                    <a:pt x="871139" y="5121038"/>
                  </a:lnTo>
                  <a:lnTo>
                    <a:pt x="871265" y="5121038"/>
                  </a:lnTo>
                  <a:lnTo>
                    <a:pt x="871391" y="5121038"/>
                  </a:lnTo>
                  <a:lnTo>
                    <a:pt x="871517" y="5121038"/>
                  </a:lnTo>
                  <a:lnTo>
                    <a:pt x="871643" y="5121038"/>
                  </a:lnTo>
                  <a:lnTo>
                    <a:pt x="871769" y="5121038"/>
                  </a:lnTo>
                  <a:lnTo>
                    <a:pt x="871895" y="5121038"/>
                  </a:lnTo>
                  <a:lnTo>
                    <a:pt x="872021" y="5121038"/>
                  </a:lnTo>
                  <a:lnTo>
                    <a:pt x="872148" y="5121038"/>
                  </a:lnTo>
                  <a:lnTo>
                    <a:pt x="872274" y="5121038"/>
                  </a:lnTo>
                  <a:lnTo>
                    <a:pt x="872400" y="5121038"/>
                  </a:lnTo>
                  <a:lnTo>
                    <a:pt x="872526" y="5121038"/>
                  </a:lnTo>
                  <a:lnTo>
                    <a:pt x="872652" y="5121038"/>
                  </a:lnTo>
                  <a:lnTo>
                    <a:pt x="872778" y="5121038"/>
                  </a:lnTo>
                  <a:lnTo>
                    <a:pt x="872904" y="5121038"/>
                  </a:lnTo>
                  <a:lnTo>
                    <a:pt x="873030" y="5121038"/>
                  </a:lnTo>
                  <a:lnTo>
                    <a:pt x="873156" y="5121038"/>
                  </a:lnTo>
                  <a:lnTo>
                    <a:pt x="873282" y="5121038"/>
                  </a:lnTo>
                  <a:lnTo>
                    <a:pt x="873408" y="5121038"/>
                  </a:lnTo>
                  <a:lnTo>
                    <a:pt x="873535" y="5121038"/>
                  </a:lnTo>
                  <a:lnTo>
                    <a:pt x="873661" y="5121038"/>
                  </a:lnTo>
                  <a:lnTo>
                    <a:pt x="873787" y="5121038"/>
                  </a:lnTo>
                  <a:lnTo>
                    <a:pt x="873913" y="5121038"/>
                  </a:lnTo>
                  <a:lnTo>
                    <a:pt x="874039" y="5121038"/>
                  </a:lnTo>
                  <a:lnTo>
                    <a:pt x="874165" y="5121038"/>
                  </a:lnTo>
                  <a:lnTo>
                    <a:pt x="874291" y="5121038"/>
                  </a:lnTo>
                  <a:lnTo>
                    <a:pt x="874417" y="5121038"/>
                  </a:lnTo>
                  <a:lnTo>
                    <a:pt x="874543" y="5121038"/>
                  </a:lnTo>
                  <a:lnTo>
                    <a:pt x="874669" y="5121038"/>
                  </a:lnTo>
                  <a:lnTo>
                    <a:pt x="874795" y="5121038"/>
                  </a:lnTo>
                  <a:lnTo>
                    <a:pt x="874921" y="5121038"/>
                  </a:lnTo>
                  <a:lnTo>
                    <a:pt x="875048" y="5121038"/>
                  </a:lnTo>
                  <a:lnTo>
                    <a:pt x="875174" y="5121038"/>
                  </a:lnTo>
                  <a:lnTo>
                    <a:pt x="875300" y="5121038"/>
                  </a:lnTo>
                  <a:lnTo>
                    <a:pt x="875426" y="5121038"/>
                  </a:lnTo>
                  <a:lnTo>
                    <a:pt x="875552" y="5121038"/>
                  </a:lnTo>
                  <a:lnTo>
                    <a:pt x="875678" y="5121038"/>
                  </a:lnTo>
                  <a:lnTo>
                    <a:pt x="875678" y="5115759"/>
                  </a:lnTo>
                  <a:lnTo>
                    <a:pt x="875804" y="5115759"/>
                  </a:lnTo>
                  <a:lnTo>
                    <a:pt x="875930" y="5115759"/>
                  </a:lnTo>
                  <a:lnTo>
                    <a:pt x="876056" y="5115759"/>
                  </a:lnTo>
                  <a:lnTo>
                    <a:pt x="876182" y="5115759"/>
                  </a:lnTo>
                  <a:lnTo>
                    <a:pt x="876308" y="5115759"/>
                  </a:lnTo>
                  <a:lnTo>
                    <a:pt x="876435" y="5115759"/>
                  </a:lnTo>
                  <a:lnTo>
                    <a:pt x="876561" y="5115759"/>
                  </a:lnTo>
                  <a:lnTo>
                    <a:pt x="876687" y="5115759"/>
                  </a:lnTo>
                  <a:lnTo>
                    <a:pt x="876813" y="5115759"/>
                  </a:lnTo>
                  <a:lnTo>
                    <a:pt x="876939" y="5115759"/>
                  </a:lnTo>
                  <a:lnTo>
                    <a:pt x="877065" y="5115759"/>
                  </a:lnTo>
                  <a:lnTo>
                    <a:pt x="877191" y="5115759"/>
                  </a:lnTo>
                  <a:lnTo>
                    <a:pt x="877317" y="5115759"/>
                  </a:lnTo>
                  <a:lnTo>
                    <a:pt x="877443" y="5115759"/>
                  </a:lnTo>
                  <a:lnTo>
                    <a:pt x="877569" y="5115759"/>
                  </a:lnTo>
                  <a:lnTo>
                    <a:pt x="877695" y="5115759"/>
                  </a:lnTo>
                  <a:lnTo>
                    <a:pt x="877821" y="5115759"/>
                  </a:lnTo>
                  <a:lnTo>
                    <a:pt x="877948" y="5115759"/>
                  </a:lnTo>
                  <a:lnTo>
                    <a:pt x="878074" y="5115759"/>
                  </a:lnTo>
                  <a:lnTo>
                    <a:pt x="878200" y="5115759"/>
                  </a:lnTo>
                  <a:lnTo>
                    <a:pt x="878326" y="5115759"/>
                  </a:lnTo>
                  <a:lnTo>
                    <a:pt x="878452" y="5115759"/>
                  </a:lnTo>
                  <a:lnTo>
                    <a:pt x="878578" y="5115759"/>
                  </a:lnTo>
                  <a:lnTo>
                    <a:pt x="878704" y="5115759"/>
                  </a:lnTo>
                  <a:lnTo>
                    <a:pt x="878830" y="5115759"/>
                  </a:lnTo>
                  <a:lnTo>
                    <a:pt x="878956" y="5115759"/>
                  </a:lnTo>
                  <a:lnTo>
                    <a:pt x="879082" y="5115759"/>
                  </a:lnTo>
                  <a:lnTo>
                    <a:pt x="879208" y="5115759"/>
                  </a:lnTo>
                  <a:lnTo>
                    <a:pt x="879335" y="5115759"/>
                  </a:lnTo>
                  <a:lnTo>
                    <a:pt x="879461" y="5115759"/>
                  </a:lnTo>
                  <a:lnTo>
                    <a:pt x="879587" y="5115759"/>
                  </a:lnTo>
                  <a:lnTo>
                    <a:pt x="879713" y="5115759"/>
                  </a:lnTo>
                  <a:lnTo>
                    <a:pt x="879839" y="5115759"/>
                  </a:lnTo>
                  <a:lnTo>
                    <a:pt x="879965" y="5115759"/>
                  </a:lnTo>
                  <a:lnTo>
                    <a:pt x="880091" y="5115759"/>
                  </a:lnTo>
                  <a:lnTo>
                    <a:pt x="880217" y="5115759"/>
                  </a:lnTo>
                  <a:lnTo>
                    <a:pt x="880343" y="5115759"/>
                  </a:lnTo>
                  <a:lnTo>
                    <a:pt x="880469" y="5115759"/>
                  </a:lnTo>
                  <a:lnTo>
                    <a:pt x="880595" y="5115759"/>
                  </a:lnTo>
                  <a:lnTo>
                    <a:pt x="880722" y="5115759"/>
                  </a:lnTo>
                  <a:lnTo>
                    <a:pt x="880848" y="5115759"/>
                  </a:lnTo>
                  <a:lnTo>
                    <a:pt x="880974" y="5115759"/>
                  </a:lnTo>
                  <a:lnTo>
                    <a:pt x="881100" y="5115759"/>
                  </a:lnTo>
                  <a:lnTo>
                    <a:pt x="881226" y="5115759"/>
                  </a:lnTo>
                  <a:lnTo>
                    <a:pt x="881352" y="5115759"/>
                  </a:lnTo>
                  <a:lnTo>
                    <a:pt x="881478" y="5115759"/>
                  </a:lnTo>
                  <a:lnTo>
                    <a:pt x="881478" y="5110479"/>
                  </a:lnTo>
                  <a:lnTo>
                    <a:pt x="881604" y="5110479"/>
                  </a:lnTo>
                  <a:lnTo>
                    <a:pt x="881730" y="5110479"/>
                  </a:lnTo>
                  <a:lnTo>
                    <a:pt x="881856" y="5110479"/>
                  </a:lnTo>
                  <a:lnTo>
                    <a:pt x="881982" y="5110479"/>
                  </a:lnTo>
                  <a:lnTo>
                    <a:pt x="882108" y="5110479"/>
                  </a:lnTo>
                  <a:lnTo>
                    <a:pt x="882235" y="5110479"/>
                  </a:lnTo>
                  <a:lnTo>
                    <a:pt x="882361" y="5110479"/>
                  </a:lnTo>
                  <a:lnTo>
                    <a:pt x="882487" y="5110479"/>
                  </a:lnTo>
                  <a:lnTo>
                    <a:pt x="882613" y="5110479"/>
                  </a:lnTo>
                  <a:lnTo>
                    <a:pt x="882613" y="5105200"/>
                  </a:lnTo>
                  <a:lnTo>
                    <a:pt x="882739" y="5105200"/>
                  </a:lnTo>
                  <a:lnTo>
                    <a:pt x="882865" y="5105200"/>
                  </a:lnTo>
                  <a:lnTo>
                    <a:pt x="882991" y="5105200"/>
                  </a:lnTo>
                  <a:lnTo>
                    <a:pt x="883117" y="5105200"/>
                  </a:lnTo>
                  <a:lnTo>
                    <a:pt x="883243" y="5105200"/>
                  </a:lnTo>
                  <a:lnTo>
                    <a:pt x="883369" y="5105200"/>
                  </a:lnTo>
                  <a:lnTo>
                    <a:pt x="883495" y="5105200"/>
                  </a:lnTo>
                  <a:lnTo>
                    <a:pt x="883622" y="5105200"/>
                  </a:lnTo>
                  <a:lnTo>
                    <a:pt x="883748" y="5105200"/>
                  </a:lnTo>
                  <a:lnTo>
                    <a:pt x="883874" y="5105200"/>
                  </a:lnTo>
                  <a:lnTo>
                    <a:pt x="883874" y="5099921"/>
                  </a:lnTo>
                  <a:lnTo>
                    <a:pt x="884000" y="5099921"/>
                  </a:lnTo>
                  <a:lnTo>
                    <a:pt x="884126" y="5099921"/>
                  </a:lnTo>
                  <a:lnTo>
                    <a:pt x="884252" y="5099921"/>
                  </a:lnTo>
                  <a:lnTo>
                    <a:pt x="884378" y="5099921"/>
                  </a:lnTo>
                  <a:lnTo>
                    <a:pt x="884504" y="5099921"/>
                  </a:lnTo>
                  <a:lnTo>
                    <a:pt x="884630" y="5099921"/>
                  </a:lnTo>
                  <a:lnTo>
                    <a:pt x="884756" y="5099921"/>
                  </a:lnTo>
                  <a:lnTo>
                    <a:pt x="884882" y="5099921"/>
                  </a:lnTo>
                  <a:lnTo>
                    <a:pt x="885008" y="5099921"/>
                  </a:lnTo>
                  <a:lnTo>
                    <a:pt x="885135" y="5099921"/>
                  </a:lnTo>
                  <a:lnTo>
                    <a:pt x="885261" y="5099921"/>
                  </a:lnTo>
                  <a:lnTo>
                    <a:pt x="885387" y="5099921"/>
                  </a:lnTo>
                  <a:lnTo>
                    <a:pt x="885513" y="5099921"/>
                  </a:lnTo>
                  <a:lnTo>
                    <a:pt x="885639" y="5099921"/>
                  </a:lnTo>
                  <a:lnTo>
                    <a:pt x="885765" y="5099921"/>
                  </a:lnTo>
                  <a:lnTo>
                    <a:pt x="885891" y="5099921"/>
                  </a:lnTo>
                  <a:lnTo>
                    <a:pt x="886017" y="5099921"/>
                  </a:lnTo>
                  <a:lnTo>
                    <a:pt x="886143" y="5099921"/>
                  </a:lnTo>
                  <a:lnTo>
                    <a:pt x="886269" y="5099921"/>
                  </a:lnTo>
                  <a:lnTo>
                    <a:pt x="886395" y="5099921"/>
                  </a:lnTo>
                  <a:lnTo>
                    <a:pt x="886522" y="5099921"/>
                  </a:lnTo>
                  <a:lnTo>
                    <a:pt x="886648" y="5099921"/>
                  </a:lnTo>
                  <a:lnTo>
                    <a:pt x="886774" y="5099921"/>
                  </a:lnTo>
                  <a:lnTo>
                    <a:pt x="886900" y="5099921"/>
                  </a:lnTo>
                  <a:lnTo>
                    <a:pt x="887026" y="5099921"/>
                  </a:lnTo>
                  <a:lnTo>
                    <a:pt x="887152" y="5099921"/>
                  </a:lnTo>
                  <a:lnTo>
                    <a:pt x="887278" y="5099921"/>
                  </a:lnTo>
                  <a:lnTo>
                    <a:pt x="887404" y="5099921"/>
                  </a:lnTo>
                  <a:lnTo>
                    <a:pt x="887530" y="5099921"/>
                  </a:lnTo>
                  <a:lnTo>
                    <a:pt x="887656" y="5099921"/>
                  </a:lnTo>
                  <a:lnTo>
                    <a:pt x="887782" y="5099921"/>
                  </a:lnTo>
                  <a:lnTo>
                    <a:pt x="887909" y="5099921"/>
                  </a:lnTo>
                  <a:lnTo>
                    <a:pt x="888035" y="5099921"/>
                  </a:lnTo>
                  <a:lnTo>
                    <a:pt x="888161" y="5099921"/>
                  </a:lnTo>
                  <a:lnTo>
                    <a:pt x="888287" y="5099921"/>
                  </a:lnTo>
                  <a:lnTo>
                    <a:pt x="888413" y="5099921"/>
                  </a:lnTo>
                  <a:lnTo>
                    <a:pt x="888539" y="5099921"/>
                  </a:lnTo>
                  <a:lnTo>
                    <a:pt x="888665" y="5099921"/>
                  </a:lnTo>
                  <a:lnTo>
                    <a:pt x="888791" y="5099921"/>
                  </a:lnTo>
                  <a:lnTo>
                    <a:pt x="888917" y="5099921"/>
                  </a:lnTo>
                  <a:lnTo>
                    <a:pt x="889043" y="5099921"/>
                  </a:lnTo>
                  <a:lnTo>
                    <a:pt x="889169" y="5099921"/>
                  </a:lnTo>
                  <a:lnTo>
                    <a:pt x="889295" y="5099921"/>
                  </a:lnTo>
                  <a:lnTo>
                    <a:pt x="889422" y="5099921"/>
                  </a:lnTo>
                  <a:lnTo>
                    <a:pt x="889548" y="5099921"/>
                  </a:lnTo>
                  <a:lnTo>
                    <a:pt x="889674" y="5099921"/>
                  </a:lnTo>
                  <a:lnTo>
                    <a:pt x="889800" y="5099921"/>
                  </a:lnTo>
                  <a:lnTo>
                    <a:pt x="889926" y="5099921"/>
                  </a:lnTo>
                  <a:lnTo>
                    <a:pt x="890052" y="5099921"/>
                  </a:lnTo>
                  <a:lnTo>
                    <a:pt x="890178" y="5099921"/>
                  </a:lnTo>
                  <a:lnTo>
                    <a:pt x="890304" y="5099921"/>
                  </a:lnTo>
                  <a:lnTo>
                    <a:pt x="890430" y="5099921"/>
                  </a:lnTo>
                  <a:lnTo>
                    <a:pt x="890556" y="5099921"/>
                  </a:lnTo>
                  <a:lnTo>
                    <a:pt x="890556" y="5094641"/>
                  </a:lnTo>
                  <a:lnTo>
                    <a:pt x="890682" y="5094641"/>
                  </a:lnTo>
                  <a:lnTo>
                    <a:pt x="890809" y="5094641"/>
                  </a:lnTo>
                  <a:lnTo>
                    <a:pt x="890935" y="5094641"/>
                  </a:lnTo>
                  <a:lnTo>
                    <a:pt x="891061" y="5094641"/>
                  </a:lnTo>
                  <a:lnTo>
                    <a:pt x="891187" y="5094641"/>
                  </a:lnTo>
                  <a:lnTo>
                    <a:pt x="891313" y="5094641"/>
                  </a:lnTo>
                  <a:lnTo>
                    <a:pt x="891439" y="5094641"/>
                  </a:lnTo>
                  <a:lnTo>
                    <a:pt x="891439" y="5089362"/>
                  </a:lnTo>
                  <a:lnTo>
                    <a:pt x="891565" y="5089362"/>
                  </a:lnTo>
                  <a:lnTo>
                    <a:pt x="891691" y="5089362"/>
                  </a:lnTo>
                  <a:lnTo>
                    <a:pt x="891817" y="5089362"/>
                  </a:lnTo>
                  <a:lnTo>
                    <a:pt x="891943" y="5089362"/>
                  </a:lnTo>
                  <a:lnTo>
                    <a:pt x="892069" y="5089362"/>
                  </a:lnTo>
                  <a:lnTo>
                    <a:pt x="892069" y="5084082"/>
                  </a:lnTo>
                  <a:lnTo>
                    <a:pt x="892195" y="5084082"/>
                  </a:lnTo>
                  <a:lnTo>
                    <a:pt x="892322" y="5084082"/>
                  </a:lnTo>
                  <a:lnTo>
                    <a:pt x="892448" y="5084082"/>
                  </a:lnTo>
                  <a:lnTo>
                    <a:pt x="892574" y="5084082"/>
                  </a:lnTo>
                  <a:lnTo>
                    <a:pt x="892700" y="5084082"/>
                  </a:lnTo>
                  <a:lnTo>
                    <a:pt x="892826" y="5084082"/>
                  </a:lnTo>
                  <a:lnTo>
                    <a:pt x="892952" y="5084082"/>
                  </a:lnTo>
                  <a:lnTo>
                    <a:pt x="893078" y="5084082"/>
                  </a:lnTo>
                  <a:lnTo>
                    <a:pt x="893204" y="5084082"/>
                  </a:lnTo>
                  <a:lnTo>
                    <a:pt x="893330" y="5084082"/>
                  </a:lnTo>
                  <a:lnTo>
                    <a:pt x="893456" y="5084082"/>
                  </a:lnTo>
                  <a:lnTo>
                    <a:pt x="893582" y="5084082"/>
                  </a:lnTo>
                  <a:lnTo>
                    <a:pt x="893709" y="5084082"/>
                  </a:lnTo>
                  <a:lnTo>
                    <a:pt x="893835" y="5084082"/>
                  </a:lnTo>
                  <a:lnTo>
                    <a:pt x="893961" y="5084082"/>
                  </a:lnTo>
                  <a:lnTo>
                    <a:pt x="894087" y="5084082"/>
                  </a:lnTo>
                  <a:lnTo>
                    <a:pt x="894213" y="5084082"/>
                  </a:lnTo>
                  <a:lnTo>
                    <a:pt x="894339" y="5084082"/>
                  </a:lnTo>
                  <a:lnTo>
                    <a:pt x="894465" y="5084082"/>
                  </a:lnTo>
                  <a:lnTo>
                    <a:pt x="894591" y="5084082"/>
                  </a:lnTo>
                  <a:lnTo>
                    <a:pt x="894717" y="5084082"/>
                  </a:lnTo>
                  <a:lnTo>
                    <a:pt x="894843" y="5084082"/>
                  </a:lnTo>
                  <a:lnTo>
                    <a:pt x="894969" y="5084082"/>
                  </a:lnTo>
                  <a:lnTo>
                    <a:pt x="895095" y="5084082"/>
                  </a:lnTo>
                  <a:lnTo>
                    <a:pt x="895222" y="5084082"/>
                  </a:lnTo>
                  <a:lnTo>
                    <a:pt x="895348" y="5084082"/>
                  </a:lnTo>
                  <a:lnTo>
                    <a:pt x="895474" y="5084082"/>
                  </a:lnTo>
                  <a:lnTo>
                    <a:pt x="895600" y="5084082"/>
                  </a:lnTo>
                  <a:lnTo>
                    <a:pt x="895726" y="5084082"/>
                  </a:lnTo>
                  <a:lnTo>
                    <a:pt x="895852" y="5084082"/>
                  </a:lnTo>
                  <a:lnTo>
                    <a:pt x="895978" y="5084082"/>
                  </a:lnTo>
                  <a:lnTo>
                    <a:pt x="896104" y="5084082"/>
                  </a:lnTo>
                  <a:lnTo>
                    <a:pt x="896230" y="5084082"/>
                  </a:lnTo>
                  <a:lnTo>
                    <a:pt x="896356" y="5084082"/>
                  </a:lnTo>
                  <a:lnTo>
                    <a:pt x="896482" y="5084082"/>
                  </a:lnTo>
                  <a:lnTo>
                    <a:pt x="896609" y="5084082"/>
                  </a:lnTo>
                  <a:lnTo>
                    <a:pt x="896735" y="5084082"/>
                  </a:lnTo>
                  <a:lnTo>
                    <a:pt x="896861" y="5084082"/>
                  </a:lnTo>
                  <a:lnTo>
                    <a:pt x="896987" y="5084082"/>
                  </a:lnTo>
                  <a:lnTo>
                    <a:pt x="897113" y="5084082"/>
                  </a:lnTo>
                  <a:lnTo>
                    <a:pt x="897239" y="5084082"/>
                  </a:lnTo>
                  <a:lnTo>
                    <a:pt x="897365" y="5084082"/>
                  </a:lnTo>
                  <a:lnTo>
                    <a:pt x="897491" y="5084082"/>
                  </a:lnTo>
                  <a:lnTo>
                    <a:pt x="897617" y="5084082"/>
                  </a:lnTo>
                  <a:lnTo>
                    <a:pt x="897743" y="5084082"/>
                  </a:lnTo>
                  <a:lnTo>
                    <a:pt x="897869" y="5084082"/>
                  </a:lnTo>
                  <a:lnTo>
                    <a:pt x="897996" y="5084082"/>
                  </a:lnTo>
                  <a:lnTo>
                    <a:pt x="898122" y="5084082"/>
                  </a:lnTo>
                  <a:lnTo>
                    <a:pt x="898248" y="5084082"/>
                  </a:lnTo>
                  <a:lnTo>
                    <a:pt x="898374" y="5084082"/>
                  </a:lnTo>
                  <a:lnTo>
                    <a:pt x="898500" y="5084082"/>
                  </a:lnTo>
                  <a:lnTo>
                    <a:pt x="898626" y="5084082"/>
                  </a:lnTo>
                  <a:lnTo>
                    <a:pt x="898752" y="5084082"/>
                  </a:lnTo>
                  <a:lnTo>
                    <a:pt x="898878" y="5084082"/>
                  </a:lnTo>
                  <a:lnTo>
                    <a:pt x="899004" y="5084082"/>
                  </a:lnTo>
                  <a:lnTo>
                    <a:pt x="899130" y="5084082"/>
                  </a:lnTo>
                  <a:lnTo>
                    <a:pt x="899256" y="5084082"/>
                  </a:lnTo>
                  <a:lnTo>
                    <a:pt x="899382" y="5084082"/>
                  </a:lnTo>
                  <a:lnTo>
                    <a:pt x="899509" y="5084082"/>
                  </a:lnTo>
                  <a:lnTo>
                    <a:pt x="899635" y="5084082"/>
                  </a:lnTo>
                  <a:lnTo>
                    <a:pt x="899761" y="5084082"/>
                  </a:lnTo>
                  <a:lnTo>
                    <a:pt x="899887" y="5084082"/>
                  </a:lnTo>
                  <a:lnTo>
                    <a:pt x="900013" y="5084082"/>
                  </a:lnTo>
                  <a:lnTo>
                    <a:pt x="900139" y="5084082"/>
                  </a:lnTo>
                  <a:lnTo>
                    <a:pt x="900265" y="5084082"/>
                  </a:lnTo>
                  <a:lnTo>
                    <a:pt x="900391" y="5084082"/>
                  </a:lnTo>
                  <a:lnTo>
                    <a:pt x="900517" y="5084082"/>
                  </a:lnTo>
                  <a:lnTo>
                    <a:pt x="900643" y="5084082"/>
                  </a:lnTo>
                  <a:lnTo>
                    <a:pt x="900769" y="5084082"/>
                  </a:lnTo>
                  <a:lnTo>
                    <a:pt x="900896" y="5084082"/>
                  </a:lnTo>
                  <a:lnTo>
                    <a:pt x="901022" y="5084082"/>
                  </a:lnTo>
                  <a:lnTo>
                    <a:pt x="901148" y="5084082"/>
                  </a:lnTo>
                  <a:lnTo>
                    <a:pt x="901274" y="5084082"/>
                  </a:lnTo>
                  <a:lnTo>
                    <a:pt x="901400" y="5084082"/>
                  </a:lnTo>
                  <a:lnTo>
                    <a:pt x="901526" y="5084082"/>
                  </a:lnTo>
                  <a:lnTo>
                    <a:pt x="901652" y="5084082"/>
                  </a:lnTo>
                  <a:lnTo>
                    <a:pt x="901652" y="5078803"/>
                  </a:lnTo>
                  <a:lnTo>
                    <a:pt x="901778" y="5078803"/>
                  </a:lnTo>
                  <a:lnTo>
                    <a:pt x="901904" y="5078803"/>
                  </a:lnTo>
                  <a:lnTo>
                    <a:pt x="902030" y="5078803"/>
                  </a:lnTo>
                  <a:lnTo>
                    <a:pt x="902156" y="5078803"/>
                  </a:lnTo>
                  <a:lnTo>
                    <a:pt x="902282" y="5078803"/>
                  </a:lnTo>
                  <a:lnTo>
                    <a:pt x="902409" y="5078803"/>
                  </a:lnTo>
                  <a:lnTo>
                    <a:pt x="902535" y="5078803"/>
                  </a:lnTo>
                  <a:lnTo>
                    <a:pt x="902661" y="5078803"/>
                  </a:lnTo>
                  <a:lnTo>
                    <a:pt x="902787" y="5078803"/>
                  </a:lnTo>
                  <a:lnTo>
                    <a:pt x="902913" y="5078803"/>
                  </a:lnTo>
                  <a:lnTo>
                    <a:pt x="903039" y="5078803"/>
                  </a:lnTo>
                  <a:lnTo>
                    <a:pt x="903165" y="5078803"/>
                  </a:lnTo>
                  <a:lnTo>
                    <a:pt x="903291" y="5078803"/>
                  </a:lnTo>
                  <a:lnTo>
                    <a:pt x="903417" y="5078803"/>
                  </a:lnTo>
                  <a:lnTo>
                    <a:pt x="903543" y="5078803"/>
                  </a:lnTo>
                  <a:lnTo>
                    <a:pt x="903669" y="5078803"/>
                  </a:lnTo>
                  <a:lnTo>
                    <a:pt x="903796" y="5078803"/>
                  </a:lnTo>
                  <a:lnTo>
                    <a:pt x="903922" y="5078803"/>
                  </a:lnTo>
                  <a:lnTo>
                    <a:pt x="904048" y="5078803"/>
                  </a:lnTo>
                  <a:lnTo>
                    <a:pt x="904174" y="5078803"/>
                  </a:lnTo>
                  <a:lnTo>
                    <a:pt x="904300" y="5078803"/>
                  </a:lnTo>
                  <a:lnTo>
                    <a:pt x="904426" y="5078803"/>
                  </a:lnTo>
                  <a:lnTo>
                    <a:pt x="904552" y="5078803"/>
                  </a:lnTo>
                  <a:lnTo>
                    <a:pt x="904678" y="5078803"/>
                  </a:lnTo>
                  <a:lnTo>
                    <a:pt x="904804" y="5078803"/>
                  </a:lnTo>
                  <a:lnTo>
                    <a:pt x="904930" y="5078803"/>
                  </a:lnTo>
                  <a:lnTo>
                    <a:pt x="905056" y="5078803"/>
                  </a:lnTo>
                  <a:lnTo>
                    <a:pt x="905183" y="5078803"/>
                  </a:lnTo>
                  <a:lnTo>
                    <a:pt x="905309" y="5078803"/>
                  </a:lnTo>
                  <a:lnTo>
                    <a:pt x="905435" y="5078803"/>
                  </a:lnTo>
                  <a:lnTo>
                    <a:pt x="905561" y="5078803"/>
                  </a:lnTo>
                  <a:lnTo>
                    <a:pt x="905687" y="5078803"/>
                  </a:lnTo>
                  <a:lnTo>
                    <a:pt x="905813" y="5078803"/>
                  </a:lnTo>
                  <a:lnTo>
                    <a:pt x="905939" y="5078803"/>
                  </a:lnTo>
                  <a:lnTo>
                    <a:pt x="906065" y="5078803"/>
                  </a:lnTo>
                  <a:lnTo>
                    <a:pt x="906191" y="5078803"/>
                  </a:lnTo>
                  <a:lnTo>
                    <a:pt x="906317" y="5078803"/>
                  </a:lnTo>
                  <a:lnTo>
                    <a:pt x="906443" y="5078803"/>
                  </a:lnTo>
                  <a:lnTo>
                    <a:pt x="906569" y="5078803"/>
                  </a:lnTo>
                  <a:lnTo>
                    <a:pt x="906696" y="5078803"/>
                  </a:lnTo>
                  <a:lnTo>
                    <a:pt x="906822" y="5078803"/>
                  </a:lnTo>
                  <a:lnTo>
                    <a:pt x="906948" y="5078803"/>
                  </a:lnTo>
                  <a:lnTo>
                    <a:pt x="907074" y="5078803"/>
                  </a:lnTo>
                  <a:lnTo>
                    <a:pt x="907074" y="5073523"/>
                  </a:lnTo>
                  <a:lnTo>
                    <a:pt x="907200" y="5073523"/>
                  </a:lnTo>
                  <a:lnTo>
                    <a:pt x="907326" y="5073523"/>
                  </a:lnTo>
                  <a:lnTo>
                    <a:pt x="907326" y="5068244"/>
                  </a:lnTo>
                  <a:lnTo>
                    <a:pt x="907452" y="5068244"/>
                  </a:lnTo>
                  <a:lnTo>
                    <a:pt x="907578" y="5068244"/>
                  </a:lnTo>
                  <a:lnTo>
                    <a:pt x="907704" y="5068244"/>
                  </a:lnTo>
                  <a:lnTo>
                    <a:pt x="907830" y="5068244"/>
                  </a:lnTo>
                  <a:lnTo>
                    <a:pt x="907956" y="5068244"/>
                  </a:lnTo>
                  <a:lnTo>
                    <a:pt x="907956" y="5062965"/>
                  </a:lnTo>
                  <a:lnTo>
                    <a:pt x="908083" y="5062965"/>
                  </a:lnTo>
                  <a:lnTo>
                    <a:pt x="908209" y="5062965"/>
                  </a:lnTo>
                  <a:lnTo>
                    <a:pt x="908335" y="5062965"/>
                  </a:lnTo>
                  <a:lnTo>
                    <a:pt x="908461" y="5062965"/>
                  </a:lnTo>
                  <a:lnTo>
                    <a:pt x="908587" y="5062965"/>
                  </a:lnTo>
                  <a:lnTo>
                    <a:pt x="908713" y="5062965"/>
                  </a:lnTo>
                  <a:lnTo>
                    <a:pt x="908839" y="5062965"/>
                  </a:lnTo>
                  <a:lnTo>
                    <a:pt x="908965" y="5062965"/>
                  </a:lnTo>
                  <a:lnTo>
                    <a:pt x="909091" y="5062965"/>
                  </a:lnTo>
                  <a:lnTo>
                    <a:pt x="909217" y="5062965"/>
                  </a:lnTo>
                  <a:lnTo>
                    <a:pt x="909343" y="5062965"/>
                  </a:lnTo>
                  <a:lnTo>
                    <a:pt x="909343" y="5057685"/>
                  </a:lnTo>
                  <a:lnTo>
                    <a:pt x="909343" y="5052406"/>
                  </a:lnTo>
                  <a:lnTo>
                    <a:pt x="909469" y="5052406"/>
                  </a:lnTo>
                  <a:lnTo>
                    <a:pt x="909596" y="5052406"/>
                  </a:lnTo>
                  <a:lnTo>
                    <a:pt x="909722" y="5052406"/>
                  </a:lnTo>
                  <a:lnTo>
                    <a:pt x="909722" y="5047126"/>
                  </a:lnTo>
                  <a:lnTo>
                    <a:pt x="909848" y="5047126"/>
                  </a:lnTo>
                  <a:lnTo>
                    <a:pt x="909974" y="5047126"/>
                  </a:lnTo>
                  <a:lnTo>
                    <a:pt x="910100" y="5047126"/>
                  </a:lnTo>
                  <a:lnTo>
                    <a:pt x="910226" y="5047126"/>
                  </a:lnTo>
                  <a:lnTo>
                    <a:pt x="910352" y="5047126"/>
                  </a:lnTo>
                  <a:lnTo>
                    <a:pt x="910478" y="5047126"/>
                  </a:lnTo>
                  <a:lnTo>
                    <a:pt x="910604" y="5047126"/>
                  </a:lnTo>
                  <a:lnTo>
                    <a:pt x="910730" y="5047126"/>
                  </a:lnTo>
                  <a:lnTo>
                    <a:pt x="910856" y="5047126"/>
                  </a:lnTo>
                  <a:lnTo>
                    <a:pt x="910983" y="5047126"/>
                  </a:lnTo>
                  <a:lnTo>
                    <a:pt x="911109" y="5047126"/>
                  </a:lnTo>
                  <a:lnTo>
                    <a:pt x="911235" y="5047126"/>
                  </a:lnTo>
                  <a:lnTo>
                    <a:pt x="911235" y="5041847"/>
                  </a:lnTo>
                  <a:lnTo>
                    <a:pt x="911361" y="5041847"/>
                  </a:lnTo>
                  <a:lnTo>
                    <a:pt x="911487" y="5041847"/>
                  </a:lnTo>
                  <a:lnTo>
                    <a:pt x="911613" y="5041847"/>
                  </a:lnTo>
                  <a:lnTo>
                    <a:pt x="911739" y="5041847"/>
                  </a:lnTo>
                  <a:lnTo>
                    <a:pt x="911865" y="5041847"/>
                  </a:lnTo>
                  <a:lnTo>
                    <a:pt x="911991" y="5041847"/>
                  </a:lnTo>
                  <a:lnTo>
                    <a:pt x="912117" y="5041847"/>
                  </a:lnTo>
                  <a:lnTo>
                    <a:pt x="912243" y="5041847"/>
                  </a:lnTo>
                  <a:lnTo>
                    <a:pt x="912369" y="5041847"/>
                  </a:lnTo>
                  <a:lnTo>
                    <a:pt x="912496" y="5041847"/>
                  </a:lnTo>
                  <a:lnTo>
                    <a:pt x="912622" y="5041847"/>
                  </a:lnTo>
                  <a:lnTo>
                    <a:pt x="912748" y="5041847"/>
                  </a:lnTo>
                  <a:lnTo>
                    <a:pt x="912874" y="5041847"/>
                  </a:lnTo>
                  <a:lnTo>
                    <a:pt x="913000" y="5041847"/>
                  </a:lnTo>
                  <a:lnTo>
                    <a:pt x="913126" y="5041847"/>
                  </a:lnTo>
                  <a:lnTo>
                    <a:pt x="913252" y="5041847"/>
                  </a:lnTo>
                  <a:lnTo>
                    <a:pt x="913378" y="5041847"/>
                  </a:lnTo>
                  <a:lnTo>
                    <a:pt x="913504" y="5041847"/>
                  </a:lnTo>
                  <a:lnTo>
                    <a:pt x="913630" y="5041847"/>
                  </a:lnTo>
                  <a:lnTo>
                    <a:pt x="913756" y="5041847"/>
                  </a:lnTo>
                  <a:lnTo>
                    <a:pt x="913883" y="5041847"/>
                  </a:lnTo>
                  <a:lnTo>
                    <a:pt x="914009" y="5041847"/>
                  </a:lnTo>
                  <a:lnTo>
                    <a:pt x="914135" y="5041847"/>
                  </a:lnTo>
                  <a:lnTo>
                    <a:pt x="914261" y="5041847"/>
                  </a:lnTo>
                  <a:lnTo>
                    <a:pt x="914387" y="5041847"/>
                  </a:lnTo>
                  <a:lnTo>
                    <a:pt x="914513" y="5041847"/>
                  </a:lnTo>
                  <a:lnTo>
                    <a:pt x="914639" y="5041847"/>
                  </a:lnTo>
                  <a:lnTo>
                    <a:pt x="914765" y="5041847"/>
                  </a:lnTo>
                  <a:lnTo>
                    <a:pt x="914891" y="5041847"/>
                  </a:lnTo>
                  <a:lnTo>
                    <a:pt x="915017" y="5041847"/>
                  </a:lnTo>
                  <a:lnTo>
                    <a:pt x="915143" y="5041847"/>
                  </a:lnTo>
                  <a:lnTo>
                    <a:pt x="915270" y="5041847"/>
                  </a:lnTo>
                  <a:lnTo>
                    <a:pt x="915396" y="5041847"/>
                  </a:lnTo>
                  <a:lnTo>
                    <a:pt x="915522" y="5041847"/>
                  </a:lnTo>
                  <a:lnTo>
                    <a:pt x="915522" y="5036567"/>
                  </a:lnTo>
                  <a:lnTo>
                    <a:pt x="915648" y="5036567"/>
                  </a:lnTo>
                  <a:lnTo>
                    <a:pt x="915774" y="5036567"/>
                  </a:lnTo>
                  <a:lnTo>
                    <a:pt x="915900" y="5036567"/>
                  </a:lnTo>
                  <a:lnTo>
                    <a:pt x="916026" y="5036567"/>
                  </a:lnTo>
                  <a:lnTo>
                    <a:pt x="916152" y="5036567"/>
                  </a:lnTo>
                  <a:lnTo>
                    <a:pt x="916278" y="5036567"/>
                  </a:lnTo>
                  <a:lnTo>
                    <a:pt x="916404" y="5036567"/>
                  </a:lnTo>
                  <a:lnTo>
                    <a:pt x="916530" y="5036567"/>
                  </a:lnTo>
                  <a:lnTo>
                    <a:pt x="916656" y="5036567"/>
                  </a:lnTo>
                  <a:lnTo>
                    <a:pt x="916783" y="5036567"/>
                  </a:lnTo>
                  <a:lnTo>
                    <a:pt x="916909" y="5036567"/>
                  </a:lnTo>
                  <a:lnTo>
                    <a:pt x="916909" y="5031288"/>
                  </a:lnTo>
                  <a:lnTo>
                    <a:pt x="917035" y="5031288"/>
                  </a:lnTo>
                  <a:lnTo>
                    <a:pt x="917161" y="5031288"/>
                  </a:lnTo>
                  <a:lnTo>
                    <a:pt x="917287" y="5031288"/>
                  </a:lnTo>
                  <a:lnTo>
                    <a:pt x="917413" y="5031288"/>
                  </a:lnTo>
                  <a:lnTo>
                    <a:pt x="917539" y="5031288"/>
                  </a:lnTo>
                  <a:lnTo>
                    <a:pt x="917665" y="5031288"/>
                  </a:lnTo>
                  <a:lnTo>
                    <a:pt x="917791" y="5031288"/>
                  </a:lnTo>
                  <a:lnTo>
                    <a:pt x="917917" y="5031288"/>
                  </a:lnTo>
                  <a:lnTo>
                    <a:pt x="918043" y="5031288"/>
                  </a:lnTo>
                  <a:lnTo>
                    <a:pt x="918170" y="5031288"/>
                  </a:lnTo>
                  <a:lnTo>
                    <a:pt x="918296" y="5031288"/>
                  </a:lnTo>
                  <a:lnTo>
                    <a:pt x="918422" y="5031288"/>
                  </a:lnTo>
                  <a:lnTo>
                    <a:pt x="918548" y="5031288"/>
                  </a:lnTo>
                  <a:lnTo>
                    <a:pt x="918674" y="5031288"/>
                  </a:lnTo>
                  <a:lnTo>
                    <a:pt x="918800" y="5031288"/>
                  </a:lnTo>
                  <a:lnTo>
                    <a:pt x="918926" y="5031288"/>
                  </a:lnTo>
                  <a:lnTo>
                    <a:pt x="919052" y="5031288"/>
                  </a:lnTo>
                  <a:lnTo>
                    <a:pt x="919178" y="5031288"/>
                  </a:lnTo>
                  <a:lnTo>
                    <a:pt x="919304" y="5031288"/>
                  </a:lnTo>
                  <a:lnTo>
                    <a:pt x="919430" y="5031288"/>
                  </a:lnTo>
                  <a:lnTo>
                    <a:pt x="919556" y="5031288"/>
                  </a:lnTo>
                  <a:lnTo>
                    <a:pt x="919683" y="5031288"/>
                  </a:lnTo>
                  <a:lnTo>
                    <a:pt x="919809" y="5031288"/>
                  </a:lnTo>
                  <a:lnTo>
                    <a:pt x="919935" y="5031288"/>
                  </a:lnTo>
                  <a:lnTo>
                    <a:pt x="920061" y="5031288"/>
                  </a:lnTo>
                  <a:lnTo>
                    <a:pt x="920187" y="5031288"/>
                  </a:lnTo>
                  <a:lnTo>
                    <a:pt x="920313" y="5031288"/>
                  </a:lnTo>
                  <a:lnTo>
                    <a:pt x="920439" y="5031288"/>
                  </a:lnTo>
                  <a:lnTo>
                    <a:pt x="920565" y="5031288"/>
                  </a:lnTo>
                  <a:lnTo>
                    <a:pt x="920691" y="5031288"/>
                  </a:lnTo>
                  <a:lnTo>
                    <a:pt x="920817" y="5031288"/>
                  </a:lnTo>
                  <a:lnTo>
                    <a:pt x="920943" y="5031288"/>
                  </a:lnTo>
                  <a:lnTo>
                    <a:pt x="921070" y="5031288"/>
                  </a:lnTo>
                  <a:lnTo>
                    <a:pt x="921196" y="5031288"/>
                  </a:lnTo>
                  <a:lnTo>
                    <a:pt x="921322" y="5031288"/>
                  </a:lnTo>
                  <a:lnTo>
                    <a:pt x="921448" y="5031288"/>
                  </a:lnTo>
                  <a:lnTo>
                    <a:pt x="921574" y="5031288"/>
                  </a:lnTo>
                  <a:lnTo>
                    <a:pt x="921700" y="5031288"/>
                  </a:lnTo>
                  <a:lnTo>
                    <a:pt x="921826" y="5031288"/>
                  </a:lnTo>
                  <a:lnTo>
                    <a:pt x="921952" y="5031288"/>
                  </a:lnTo>
                  <a:lnTo>
                    <a:pt x="922078" y="5031288"/>
                  </a:lnTo>
                  <a:lnTo>
                    <a:pt x="922204" y="5031288"/>
                  </a:lnTo>
                  <a:lnTo>
                    <a:pt x="922330" y="5031288"/>
                  </a:lnTo>
                  <a:lnTo>
                    <a:pt x="922457" y="5031288"/>
                  </a:lnTo>
                  <a:lnTo>
                    <a:pt x="922583" y="5031288"/>
                  </a:lnTo>
                  <a:lnTo>
                    <a:pt x="922709" y="5031288"/>
                  </a:lnTo>
                  <a:lnTo>
                    <a:pt x="922835" y="5031288"/>
                  </a:lnTo>
                  <a:lnTo>
                    <a:pt x="922961" y="5031288"/>
                  </a:lnTo>
                  <a:lnTo>
                    <a:pt x="923087" y="5031288"/>
                  </a:lnTo>
                  <a:lnTo>
                    <a:pt x="923213" y="5031288"/>
                  </a:lnTo>
                  <a:lnTo>
                    <a:pt x="923339" y="5031288"/>
                  </a:lnTo>
                  <a:lnTo>
                    <a:pt x="923465" y="5031288"/>
                  </a:lnTo>
                  <a:lnTo>
                    <a:pt x="923591" y="5031288"/>
                  </a:lnTo>
                  <a:lnTo>
                    <a:pt x="923717" y="5031288"/>
                  </a:lnTo>
                  <a:lnTo>
                    <a:pt x="923843" y="5031288"/>
                  </a:lnTo>
                  <a:lnTo>
                    <a:pt x="923970" y="5031288"/>
                  </a:lnTo>
                  <a:lnTo>
                    <a:pt x="924096" y="5031288"/>
                  </a:lnTo>
                  <a:lnTo>
                    <a:pt x="924096" y="5026009"/>
                  </a:lnTo>
                  <a:lnTo>
                    <a:pt x="924222" y="5026009"/>
                  </a:lnTo>
                  <a:lnTo>
                    <a:pt x="924348" y="5026009"/>
                  </a:lnTo>
                  <a:lnTo>
                    <a:pt x="924474" y="5026009"/>
                  </a:lnTo>
                  <a:lnTo>
                    <a:pt x="924600" y="5026009"/>
                  </a:lnTo>
                  <a:lnTo>
                    <a:pt x="924726" y="5026009"/>
                  </a:lnTo>
                  <a:lnTo>
                    <a:pt x="924852" y="5026009"/>
                  </a:lnTo>
                  <a:lnTo>
                    <a:pt x="924978" y="5026009"/>
                  </a:lnTo>
                  <a:lnTo>
                    <a:pt x="925104" y="5026009"/>
                  </a:lnTo>
                  <a:lnTo>
                    <a:pt x="925230" y="5026009"/>
                  </a:lnTo>
                  <a:lnTo>
                    <a:pt x="925357" y="5026009"/>
                  </a:lnTo>
                  <a:lnTo>
                    <a:pt x="925357" y="5020729"/>
                  </a:lnTo>
                  <a:lnTo>
                    <a:pt x="925483" y="5020729"/>
                  </a:lnTo>
                  <a:lnTo>
                    <a:pt x="925609" y="5020729"/>
                  </a:lnTo>
                  <a:lnTo>
                    <a:pt x="925735" y="5020729"/>
                  </a:lnTo>
                  <a:lnTo>
                    <a:pt x="925861" y="5020729"/>
                  </a:lnTo>
                  <a:lnTo>
                    <a:pt x="925987" y="5020729"/>
                  </a:lnTo>
                  <a:lnTo>
                    <a:pt x="926113" y="5020729"/>
                  </a:lnTo>
                  <a:lnTo>
                    <a:pt x="926239" y="5020729"/>
                  </a:lnTo>
                  <a:lnTo>
                    <a:pt x="926365" y="5020729"/>
                  </a:lnTo>
                  <a:lnTo>
                    <a:pt x="926491" y="5020729"/>
                  </a:lnTo>
                  <a:lnTo>
                    <a:pt x="926617" y="5020729"/>
                  </a:lnTo>
                  <a:lnTo>
                    <a:pt x="926743" y="5020729"/>
                  </a:lnTo>
                  <a:lnTo>
                    <a:pt x="926870" y="5020729"/>
                  </a:lnTo>
                  <a:lnTo>
                    <a:pt x="926996" y="5020729"/>
                  </a:lnTo>
                  <a:lnTo>
                    <a:pt x="927122" y="5020729"/>
                  </a:lnTo>
                  <a:lnTo>
                    <a:pt x="927248" y="5020729"/>
                  </a:lnTo>
                  <a:lnTo>
                    <a:pt x="927248" y="5015450"/>
                  </a:lnTo>
                  <a:lnTo>
                    <a:pt x="927374" y="5015450"/>
                  </a:lnTo>
                  <a:lnTo>
                    <a:pt x="927500" y="5015450"/>
                  </a:lnTo>
                  <a:lnTo>
                    <a:pt x="927626" y="5015450"/>
                  </a:lnTo>
                  <a:lnTo>
                    <a:pt x="927752" y="5015450"/>
                  </a:lnTo>
                  <a:lnTo>
                    <a:pt x="927878" y="5015450"/>
                  </a:lnTo>
                  <a:lnTo>
                    <a:pt x="928004" y="5015450"/>
                  </a:lnTo>
                  <a:lnTo>
                    <a:pt x="928130" y="5015450"/>
                  </a:lnTo>
                  <a:lnTo>
                    <a:pt x="928257" y="5015450"/>
                  </a:lnTo>
                  <a:lnTo>
                    <a:pt x="928383" y="5015450"/>
                  </a:lnTo>
                  <a:lnTo>
                    <a:pt x="928509" y="5015450"/>
                  </a:lnTo>
                  <a:lnTo>
                    <a:pt x="928635" y="5015450"/>
                  </a:lnTo>
                  <a:lnTo>
                    <a:pt x="928761" y="5015450"/>
                  </a:lnTo>
                  <a:lnTo>
                    <a:pt x="928887" y="5015450"/>
                  </a:lnTo>
                  <a:lnTo>
                    <a:pt x="929013" y="5015450"/>
                  </a:lnTo>
                  <a:lnTo>
                    <a:pt x="929139" y="5015450"/>
                  </a:lnTo>
                  <a:lnTo>
                    <a:pt x="929265" y="5015450"/>
                  </a:lnTo>
                  <a:lnTo>
                    <a:pt x="929391" y="5015450"/>
                  </a:lnTo>
                  <a:lnTo>
                    <a:pt x="929517" y="5015450"/>
                  </a:lnTo>
                  <a:lnTo>
                    <a:pt x="929644" y="5015450"/>
                  </a:lnTo>
                  <a:lnTo>
                    <a:pt x="929770" y="5015450"/>
                  </a:lnTo>
                  <a:lnTo>
                    <a:pt x="929896" y="5015450"/>
                  </a:lnTo>
                  <a:lnTo>
                    <a:pt x="930022" y="5015450"/>
                  </a:lnTo>
                  <a:lnTo>
                    <a:pt x="930148" y="5015450"/>
                  </a:lnTo>
                  <a:lnTo>
                    <a:pt x="930274" y="5015450"/>
                  </a:lnTo>
                  <a:lnTo>
                    <a:pt x="930400" y="5015450"/>
                  </a:lnTo>
                  <a:lnTo>
                    <a:pt x="930526" y="5015450"/>
                  </a:lnTo>
                  <a:lnTo>
                    <a:pt x="930652" y="5015450"/>
                  </a:lnTo>
                  <a:lnTo>
                    <a:pt x="930778" y="5015450"/>
                  </a:lnTo>
                  <a:lnTo>
                    <a:pt x="930904" y="5015450"/>
                  </a:lnTo>
                  <a:lnTo>
                    <a:pt x="931030" y="5015450"/>
                  </a:lnTo>
                  <a:lnTo>
                    <a:pt x="931157" y="5015450"/>
                  </a:lnTo>
                  <a:lnTo>
                    <a:pt x="931283" y="5015450"/>
                  </a:lnTo>
                  <a:lnTo>
                    <a:pt x="931409" y="5015450"/>
                  </a:lnTo>
                  <a:lnTo>
                    <a:pt x="931535" y="5015450"/>
                  </a:lnTo>
                  <a:lnTo>
                    <a:pt x="931661" y="5015450"/>
                  </a:lnTo>
                  <a:lnTo>
                    <a:pt x="931787" y="5015450"/>
                  </a:lnTo>
                  <a:lnTo>
                    <a:pt x="931913" y="5015450"/>
                  </a:lnTo>
                  <a:lnTo>
                    <a:pt x="932039" y="5015450"/>
                  </a:lnTo>
                  <a:lnTo>
                    <a:pt x="932165" y="5015450"/>
                  </a:lnTo>
                  <a:lnTo>
                    <a:pt x="932291" y="5015450"/>
                  </a:lnTo>
                  <a:lnTo>
                    <a:pt x="932417" y="5015450"/>
                  </a:lnTo>
                  <a:lnTo>
                    <a:pt x="932544" y="5015450"/>
                  </a:lnTo>
                  <a:lnTo>
                    <a:pt x="932670" y="5015450"/>
                  </a:lnTo>
                  <a:lnTo>
                    <a:pt x="932796" y="5015450"/>
                  </a:lnTo>
                  <a:lnTo>
                    <a:pt x="932796" y="5010170"/>
                  </a:lnTo>
                  <a:lnTo>
                    <a:pt x="932922" y="5010170"/>
                  </a:lnTo>
                  <a:lnTo>
                    <a:pt x="933048" y="5010170"/>
                  </a:lnTo>
                  <a:lnTo>
                    <a:pt x="933174" y="5010170"/>
                  </a:lnTo>
                  <a:lnTo>
                    <a:pt x="933300" y="5010170"/>
                  </a:lnTo>
                  <a:lnTo>
                    <a:pt x="933426" y="5010170"/>
                  </a:lnTo>
                  <a:lnTo>
                    <a:pt x="933552" y="5010170"/>
                  </a:lnTo>
                  <a:lnTo>
                    <a:pt x="933678" y="5010170"/>
                  </a:lnTo>
                  <a:lnTo>
                    <a:pt x="933804" y="5010170"/>
                  </a:lnTo>
                  <a:lnTo>
                    <a:pt x="933930" y="5010170"/>
                  </a:lnTo>
                  <a:lnTo>
                    <a:pt x="934057" y="5010170"/>
                  </a:lnTo>
                  <a:lnTo>
                    <a:pt x="934183" y="5010170"/>
                  </a:lnTo>
                  <a:lnTo>
                    <a:pt x="934183" y="5004891"/>
                  </a:lnTo>
                  <a:lnTo>
                    <a:pt x="934309" y="5004891"/>
                  </a:lnTo>
                  <a:lnTo>
                    <a:pt x="934435" y="5004891"/>
                  </a:lnTo>
                  <a:lnTo>
                    <a:pt x="934561" y="5004891"/>
                  </a:lnTo>
                  <a:lnTo>
                    <a:pt x="934561" y="4999612"/>
                  </a:lnTo>
                  <a:lnTo>
                    <a:pt x="934687" y="4999612"/>
                  </a:lnTo>
                  <a:lnTo>
                    <a:pt x="934813" y="4999612"/>
                  </a:lnTo>
                  <a:lnTo>
                    <a:pt x="934939" y="4999612"/>
                  </a:lnTo>
                  <a:lnTo>
                    <a:pt x="935065" y="4999612"/>
                  </a:lnTo>
                  <a:lnTo>
                    <a:pt x="935191" y="4999612"/>
                  </a:lnTo>
                  <a:lnTo>
                    <a:pt x="935317" y="4999612"/>
                  </a:lnTo>
                  <a:lnTo>
                    <a:pt x="935444" y="4999612"/>
                  </a:lnTo>
                  <a:lnTo>
                    <a:pt x="935570" y="4999612"/>
                  </a:lnTo>
                  <a:lnTo>
                    <a:pt x="935696" y="4999612"/>
                  </a:lnTo>
                  <a:lnTo>
                    <a:pt x="935822" y="4999612"/>
                  </a:lnTo>
                  <a:lnTo>
                    <a:pt x="935948" y="4999612"/>
                  </a:lnTo>
                  <a:lnTo>
                    <a:pt x="936074" y="4999612"/>
                  </a:lnTo>
                  <a:lnTo>
                    <a:pt x="936200" y="4999612"/>
                  </a:lnTo>
                  <a:lnTo>
                    <a:pt x="936326" y="4999612"/>
                  </a:lnTo>
                  <a:lnTo>
                    <a:pt x="936452" y="4999612"/>
                  </a:lnTo>
                  <a:lnTo>
                    <a:pt x="936578" y="4999612"/>
                  </a:lnTo>
                  <a:lnTo>
                    <a:pt x="936704" y="4999612"/>
                  </a:lnTo>
                  <a:lnTo>
                    <a:pt x="936830" y="4999612"/>
                  </a:lnTo>
                  <a:lnTo>
                    <a:pt x="936957" y="4999612"/>
                  </a:lnTo>
                  <a:lnTo>
                    <a:pt x="937083" y="4999612"/>
                  </a:lnTo>
                  <a:lnTo>
                    <a:pt x="937209" y="4999612"/>
                  </a:lnTo>
                  <a:lnTo>
                    <a:pt x="937335" y="4999612"/>
                  </a:lnTo>
                  <a:lnTo>
                    <a:pt x="937461" y="4999612"/>
                  </a:lnTo>
                  <a:lnTo>
                    <a:pt x="937587" y="4999612"/>
                  </a:lnTo>
                  <a:lnTo>
                    <a:pt x="937713" y="4999612"/>
                  </a:lnTo>
                  <a:lnTo>
                    <a:pt x="937839" y="4999612"/>
                  </a:lnTo>
                  <a:lnTo>
                    <a:pt x="937965" y="4999612"/>
                  </a:lnTo>
                  <a:lnTo>
                    <a:pt x="938091" y="4999612"/>
                  </a:lnTo>
                  <a:lnTo>
                    <a:pt x="938217" y="4999612"/>
                  </a:lnTo>
                  <a:lnTo>
                    <a:pt x="938344" y="4999612"/>
                  </a:lnTo>
                  <a:lnTo>
                    <a:pt x="938344" y="4994332"/>
                  </a:lnTo>
                  <a:lnTo>
                    <a:pt x="938470" y="4994332"/>
                  </a:lnTo>
                  <a:lnTo>
                    <a:pt x="938596" y="4994332"/>
                  </a:lnTo>
                  <a:lnTo>
                    <a:pt x="938722" y="4994332"/>
                  </a:lnTo>
                  <a:lnTo>
                    <a:pt x="938848" y="4994332"/>
                  </a:lnTo>
                  <a:lnTo>
                    <a:pt x="938974" y="4994332"/>
                  </a:lnTo>
                  <a:lnTo>
                    <a:pt x="939100" y="4994332"/>
                  </a:lnTo>
                  <a:lnTo>
                    <a:pt x="939226" y="4994332"/>
                  </a:lnTo>
                  <a:lnTo>
                    <a:pt x="939352" y="4994332"/>
                  </a:lnTo>
                  <a:lnTo>
                    <a:pt x="939478" y="4994332"/>
                  </a:lnTo>
                  <a:lnTo>
                    <a:pt x="939604" y="4994332"/>
                  </a:lnTo>
                  <a:lnTo>
                    <a:pt x="939731" y="4994332"/>
                  </a:lnTo>
                  <a:lnTo>
                    <a:pt x="939857" y="4994332"/>
                  </a:lnTo>
                  <a:lnTo>
                    <a:pt x="939983" y="4994332"/>
                  </a:lnTo>
                  <a:lnTo>
                    <a:pt x="940109" y="4994332"/>
                  </a:lnTo>
                  <a:lnTo>
                    <a:pt x="940235" y="4994332"/>
                  </a:lnTo>
                  <a:lnTo>
                    <a:pt x="940361" y="4994332"/>
                  </a:lnTo>
                  <a:lnTo>
                    <a:pt x="940487" y="4994332"/>
                  </a:lnTo>
                  <a:lnTo>
                    <a:pt x="940613" y="4994332"/>
                  </a:lnTo>
                  <a:lnTo>
                    <a:pt x="940739" y="4994332"/>
                  </a:lnTo>
                  <a:lnTo>
                    <a:pt x="940865" y="4994332"/>
                  </a:lnTo>
                  <a:lnTo>
                    <a:pt x="940991" y="4994332"/>
                  </a:lnTo>
                  <a:lnTo>
                    <a:pt x="941117" y="4994332"/>
                  </a:lnTo>
                  <a:lnTo>
                    <a:pt x="941244" y="4994332"/>
                  </a:lnTo>
                  <a:lnTo>
                    <a:pt x="941370" y="4994332"/>
                  </a:lnTo>
                  <a:lnTo>
                    <a:pt x="941496" y="4994332"/>
                  </a:lnTo>
                  <a:lnTo>
                    <a:pt x="941622" y="4994332"/>
                  </a:lnTo>
                  <a:lnTo>
                    <a:pt x="941748" y="4994332"/>
                  </a:lnTo>
                  <a:lnTo>
                    <a:pt x="941874" y="4994332"/>
                  </a:lnTo>
                  <a:lnTo>
                    <a:pt x="942000" y="4994332"/>
                  </a:lnTo>
                  <a:lnTo>
                    <a:pt x="942126" y="4994332"/>
                  </a:lnTo>
                  <a:lnTo>
                    <a:pt x="942252" y="4994332"/>
                  </a:lnTo>
                  <a:lnTo>
                    <a:pt x="942378" y="4994332"/>
                  </a:lnTo>
                  <a:lnTo>
                    <a:pt x="942504" y="4994332"/>
                  </a:lnTo>
                  <a:lnTo>
                    <a:pt x="942504" y="4989053"/>
                  </a:lnTo>
                  <a:lnTo>
                    <a:pt x="942631" y="4989053"/>
                  </a:lnTo>
                  <a:lnTo>
                    <a:pt x="942757" y="4989053"/>
                  </a:lnTo>
                  <a:lnTo>
                    <a:pt x="942883" y="4989053"/>
                  </a:lnTo>
                  <a:lnTo>
                    <a:pt x="943009" y="4989053"/>
                  </a:lnTo>
                  <a:lnTo>
                    <a:pt x="943135" y="4989053"/>
                  </a:lnTo>
                  <a:lnTo>
                    <a:pt x="943261" y="4989053"/>
                  </a:lnTo>
                  <a:lnTo>
                    <a:pt x="943387" y="4989053"/>
                  </a:lnTo>
                  <a:lnTo>
                    <a:pt x="943513" y="4989053"/>
                  </a:lnTo>
                  <a:lnTo>
                    <a:pt x="943639" y="4989053"/>
                  </a:lnTo>
                  <a:lnTo>
                    <a:pt x="943765" y="4989053"/>
                  </a:lnTo>
                  <a:lnTo>
                    <a:pt x="943891" y="4989053"/>
                  </a:lnTo>
                  <a:lnTo>
                    <a:pt x="944017" y="4989053"/>
                  </a:lnTo>
                  <a:lnTo>
                    <a:pt x="944144" y="4989053"/>
                  </a:lnTo>
                  <a:lnTo>
                    <a:pt x="944270" y="4989053"/>
                  </a:lnTo>
                  <a:lnTo>
                    <a:pt x="944396" y="4989053"/>
                  </a:lnTo>
                  <a:lnTo>
                    <a:pt x="944522" y="4989053"/>
                  </a:lnTo>
                  <a:lnTo>
                    <a:pt x="944648" y="4989053"/>
                  </a:lnTo>
                  <a:lnTo>
                    <a:pt x="944774" y="4989053"/>
                  </a:lnTo>
                  <a:lnTo>
                    <a:pt x="944900" y="4989053"/>
                  </a:lnTo>
                  <a:lnTo>
                    <a:pt x="945026" y="4989053"/>
                  </a:lnTo>
                  <a:lnTo>
                    <a:pt x="945152" y="4989053"/>
                  </a:lnTo>
                  <a:lnTo>
                    <a:pt x="945278" y="4989053"/>
                  </a:lnTo>
                  <a:lnTo>
                    <a:pt x="945404" y="4989053"/>
                  </a:lnTo>
                  <a:lnTo>
                    <a:pt x="945531" y="4989053"/>
                  </a:lnTo>
                  <a:lnTo>
                    <a:pt x="945657" y="4989053"/>
                  </a:lnTo>
                  <a:lnTo>
                    <a:pt x="945783" y="4989053"/>
                  </a:lnTo>
                  <a:lnTo>
                    <a:pt x="945909" y="4989053"/>
                  </a:lnTo>
                  <a:lnTo>
                    <a:pt x="946035" y="4989053"/>
                  </a:lnTo>
                  <a:lnTo>
                    <a:pt x="946161" y="4989053"/>
                  </a:lnTo>
                  <a:lnTo>
                    <a:pt x="946287" y="4989053"/>
                  </a:lnTo>
                  <a:lnTo>
                    <a:pt x="946413" y="4989053"/>
                  </a:lnTo>
                  <a:lnTo>
                    <a:pt x="946539" y="4989053"/>
                  </a:lnTo>
                  <a:lnTo>
                    <a:pt x="946665" y="4989053"/>
                  </a:lnTo>
                  <a:lnTo>
                    <a:pt x="946791" y="4989053"/>
                  </a:lnTo>
                  <a:lnTo>
                    <a:pt x="946918" y="4989053"/>
                  </a:lnTo>
                  <a:lnTo>
                    <a:pt x="947044" y="4989053"/>
                  </a:lnTo>
                  <a:lnTo>
                    <a:pt x="947170" y="4989053"/>
                  </a:lnTo>
                  <a:lnTo>
                    <a:pt x="947170" y="4983773"/>
                  </a:lnTo>
                  <a:lnTo>
                    <a:pt x="947296" y="4983773"/>
                  </a:lnTo>
                  <a:lnTo>
                    <a:pt x="947422" y="4983773"/>
                  </a:lnTo>
                  <a:lnTo>
                    <a:pt x="947548" y="4983773"/>
                  </a:lnTo>
                  <a:lnTo>
                    <a:pt x="947674" y="4983773"/>
                  </a:lnTo>
                  <a:lnTo>
                    <a:pt x="947800" y="4983773"/>
                  </a:lnTo>
                  <a:lnTo>
                    <a:pt x="947926" y="4983773"/>
                  </a:lnTo>
                  <a:lnTo>
                    <a:pt x="947926" y="4978494"/>
                  </a:lnTo>
                  <a:lnTo>
                    <a:pt x="948052" y="4978494"/>
                  </a:lnTo>
                  <a:lnTo>
                    <a:pt x="948178" y="4978494"/>
                  </a:lnTo>
                  <a:lnTo>
                    <a:pt x="948304" y="4978494"/>
                  </a:lnTo>
                  <a:lnTo>
                    <a:pt x="948431" y="4978494"/>
                  </a:lnTo>
                  <a:lnTo>
                    <a:pt x="948557" y="4978494"/>
                  </a:lnTo>
                  <a:lnTo>
                    <a:pt x="948683" y="4978494"/>
                  </a:lnTo>
                  <a:lnTo>
                    <a:pt x="948809" y="4978494"/>
                  </a:lnTo>
                  <a:lnTo>
                    <a:pt x="948935" y="4978494"/>
                  </a:lnTo>
                  <a:lnTo>
                    <a:pt x="949061" y="4978494"/>
                  </a:lnTo>
                  <a:lnTo>
                    <a:pt x="949187" y="4978494"/>
                  </a:lnTo>
                  <a:lnTo>
                    <a:pt x="949313" y="4978494"/>
                  </a:lnTo>
                  <a:lnTo>
                    <a:pt x="949439" y="4978494"/>
                  </a:lnTo>
                  <a:lnTo>
                    <a:pt x="949565" y="4978494"/>
                  </a:lnTo>
                  <a:lnTo>
                    <a:pt x="949691" y="4978494"/>
                  </a:lnTo>
                  <a:lnTo>
                    <a:pt x="949818" y="4978494"/>
                  </a:lnTo>
                  <a:lnTo>
                    <a:pt x="949944" y="4978494"/>
                  </a:lnTo>
                  <a:lnTo>
                    <a:pt x="950070" y="4978494"/>
                  </a:lnTo>
                  <a:lnTo>
                    <a:pt x="950196" y="4978494"/>
                  </a:lnTo>
                  <a:lnTo>
                    <a:pt x="950322" y="4978494"/>
                  </a:lnTo>
                  <a:lnTo>
                    <a:pt x="950448" y="4978494"/>
                  </a:lnTo>
                  <a:lnTo>
                    <a:pt x="950574" y="4978494"/>
                  </a:lnTo>
                  <a:lnTo>
                    <a:pt x="950700" y="4978494"/>
                  </a:lnTo>
                  <a:lnTo>
                    <a:pt x="950826" y="4978494"/>
                  </a:lnTo>
                  <a:lnTo>
                    <a:pt x="950826" y="4973214"/>
                  </a:lnTo>
                  <a:lnTo>
                    <a:pt x="950952" y="4973214"/>
                  </a:lnTo>
                  <a:lnTo>
                    <a:pt x="951078" y="4973214"/>
                  </a:lnTo>
                  <a:lnTo>
                    <a:pt x="951204" y="4973214"/>
                  </a:lnTo>
                  <a:lnTo>
                    <a:pt x="951331" y="4973214"/>
                  </a:lnTo>
                  <a:lnTo>
                    <a:pt x="951331" y="4967935"/>
                  </a:lnTo>
                  <a:lnTo>
                    <a:pt x="951457" y="4967935"/>
                  </a:lnTo>
                  <a:lnTo>
                    <a:pt x="951583" y="4967935"/>
                  </a:lnTo>
                  <a:lnTo>
                    <a:pt x="951709" y="4967935"/>
                  </a:lnTo>
                  <a:lnTo>
                    <a:pt x="951835" y="4967935"/>
                  </a:lnTo>
                  <a:lnTo>
                    <a:pt x="951961" y="4967935"/>
                  </a:lnTo>
                  <a:lnTo>
                    <a:pt x="952087" y="4967935"/>
                  </a:lnTo>
                  <a:lnTo>
                    <a:pt x="952213" y="4967935"/>
                  </a:lnTo>
                  <a:lnTo>
                    <a:pt x="952339" y="4967935"/>
                  </a:lnTo>
                  <a:lnTo>
                    <a:pt x="952465" y="4967935"/>
                  </a:lnTo>
                  <a:lnTo>
                    <a:pt x="952591" y="4967935"/>
                  </a:lnTo>
                  <a:lnTo>
                    <a:pt x="952718" y="4967935"/>
                  </a:lnTo>
                  <a:lnTo>
                    <a:pt x="952844" y="4967935"/>
                  </a:lnTo>
                  <a:lnTo>
                    <a:pt x="952970" y="4967935"/>
                  </a:lnTo>
                  <a:lnTo>
                    <a:pt x="953096" y="4967935"/>
                  </a:lnTo>
                  <a:lnTo>
                    <a:pt x="953222" y="4967935"/>
                  </a:lnTo>
                  <a:lnTo>
                    <a:pt x="953348" y="4967935"/>
                  </a:lnTo>
                  <a:lnTo>
                    <a:pt x="953474" y="4967935"/>
                  </a:lnTo>
                  <a:lnTo>
                    <a:pt x="953600" y="4967935"/>
                  </a:lnTo>
                  <a:lnTo>
                    <a:pt x="953726" y="4967935"/>
                  </a:lnTo>
                  <a:lnTo>
                    <a:pt x="953852" y="4967935"/>
                  </a:lnTo>
                  <a:lnTo>
                    <a:pt x="953978" y="4967935"/>
                  </a:lnTo>
                  <a:lnTo>
                    <a:pt x="954104" y="4967935"/>
                  </a:lnTo>
                  <a:lnTo>
                    <a:pt x="954231" y="4967935"/>
                  </a:lnTo>
                  <a:lnTo>
                    <a:pt x="954357" y="4967935"/>
                  </a:lnTo>
                  <a:lnTo>
                    <a:pt x="954483" y="4967935"/>
                  </a:lnTo>
                  <a:lnTo>
                    <a:pt x="954609" y="4967935"/>
                  </a:lnTo>
                  <a:lnTo>
                    <a:pt x="954735" y="4967935"/>
                  </a:lnTo>
                  <a:lnTo>
                    <a:pt x="954861" y="4967935"/>
                  </a:lnTo>
                  <a:lnTo>
                    <a:pt x="954987" y="4967935"/>
                  </a:lnTo>
                  <a:lnTo>
                    <a:pt x="955113" y="4967935"/>
                  </a:lnTo>
                  <a:lnTo>
                    <a:pt x="955239" y="4967935"/>
                  </a:lnTo>
                  <a:lnTo>
                    <a:pt x="955365" y="4967935"/>
                  </a:lnTo>
                  <a:lnTo>
                    <a:pt x="955491" y="4967935"/>
                  </a:lnTo>
                  <a:lnTo>
                    <a:pt x="955618" y="4967935"/>
                  </a:lnTo>
                  <a:lnTo>
                    <a:pt x="955744" y="4967935"/>
                  </a:lnTo>
                  <a:lnTo>
                    <a:pt x="955870" y="4967935"/>
                  </a:lnTo>
                  <a:lnTo>
                    <a:pt x="955996" y="4967935"/>
                  </a:lnTo>
                  <a:lnTo>
                    <a:pt x="956122" y="4967935"/>
                  </a:lnTo>
                  <a:lnTo>
                    <a:pt x="956122" y="4962656"/>
                  </a:lnTo>
                  <a:lnTo>
                    <a:pt x="956122" y="4957376"/>
                  </a:lnTo>
                  <a:lnTo>
                    <a:pt x="956248" y="4957376"/>
                  </a:lnTo>
                  <a:lnTo>
                    <a:pt x="956374" y="4957376"/>
                  </a:lnTo>
                  <a:lnTo>
                    <a:pt x="956500" y="4957376"/>
                  </a:lnTo>
                  <a:lnTo>
                    <a:pt x="956626" y="4957376"/>
                  </a:lnTo>
                  <a:lnTo>
                    <a:pt x="956752" y="4957376"/>
                  </a:lnTo>
                  <a:lnTo>
                    <a:pt x="956878" y="4957376"/>
                  </a:lnTo>
                  <a:lnTo>
                    <a:pt x="957005" y="4957376"/>
                  </a:lnTo>
                  <a:lnTo>
                    <a:pt x="957131" y="4957376"/>
                  </a:lnTo>
                  <a:lnTo>
                    <a:pt x="957257" y="4957376"/>
                  </a:lnTo>
                  <a:lnTo>
                    <a:pt x="957383" y="4957376"/>
                  </a:lnTo>
                  <a:lnTo>
                    <a:pt x="957509" y="4957376"/>
                  </a:lnTo>
                  <a:lnTo>
                    <a:pt x="957635" y="4957376"/>
                  </a:lnTo>
                  <a:lnTo>
                    <a:pt x="957761" y="4957376"/>
                  </a:lnTo>
                  <a:lnTo>
                    <a:pt x="957887" y="4957376"/>
                  </a:lnTo>
                  <a:lnTo>
                    <a:pt x="958013" y="4957376"/>
                  </a:lnTo>
                  <a:lnTo>
                    <a:pt x="958139" y="4957376"/>
                  </a:lnTo>
                  <a:lnTo>
                    <a:pt x="958265" y="4957376"/>
                  </a:lnTo>
                  <a:lnTo>
                    <a:pt x="958391" y="4957376"/>
                  </a:lnTo>
                  <a:lnTo>
                    <a:pt x="958518" y="4957376"/>
                  </a:lnTo>
                  <a:lnTo>
                    <a:pt x="958644" y="4957376"/>
                  </a:lnTo>
                  <a:lnTo>
                    <a:pt x="958770" y="4957376"/>
                  </a:lnTo>
                  <a:lnTo>
                    <a:pt x="958896" y="4957376"/>
                  </a:lnTo>
                  <a:lnTo>
                    <a:pt x="959022" y="4957376"/>
                  </a:lnTo>
                  <a:lnTo>
                    <a:pt x="959148" y="4957376"/>
                  </a:lnTo>
                  <a:lnTo>
                    <a:pt x="959274" y="4957376"/>
                  </a:lnTo>
                  <a:lnTo>
                    <a:pt x="959400" y="4957376"/>
                  </a:lnTo>
                  <a:lnTo>
                    <a:pt x="959526" y="4957376"/>
                  </a:lnTo>
                  <a:lnTo>
                    <a:pt x="959652" y="4957376"/>
                  </a:lnTo>
                  <a:lnTo>
                    <a:pt x="959778" y="4957376"/>
                  </a:lnTo>
                  <a:lnTo>
                    <a:pt x="959905" y="4957376"/>
                  </a:lnTo>
                  <a:lnTo>
                    <a:pt x="960031" y="4957376"/>
                  </a:lnTo>
                  <a:lnTo>
                    <a:pt x="960157" y="4957376"/>
                  </a:lnTo>
                  <a:lnTo>
                    <a:pt x="960283" y="4957376"/>
                  </a:lnTo>
                  <a:lnTo>
                    <a:pt x="960409" y="4957376"/>
                  </a:lnTo>
                  <a:lnTo>
                    <a:pt x="960535" y="4957376"/>
                  </a:lnTo>
                  <a:lnTo>
                    <a:pt x="960661" y="4957376"/>
                  </a:lnTo>
                  <a:lnTo>
                    <a:pt x="960787" y="4957376"/>
                  </a:lnTo>
                  <a:lnTo>
                    <a:pt x="960913" y="4957376"/>
                  </a:lnTo>
                  <a:lnTo>
                    <a:pt x="961039" y="4957376"/>
                  </a:lnTo>
                  <a:lnTo>
                    <a:pt x="961165" y="4957376"/>
                  </a:lnTo>
                  <a:lnTo>
                    <a:pt x="961291" y="4957376"/>
                  </a:lnTo>
                  <a:lnTo>
                    <a:pt x="961418" y="4957376"/>
                  </a:lnTo>
                  <a:lnTo>
                    <a:pt x="961544" y="4957376"/>
                  </a:lnTo>
                  <a:lnTo>
                    <a:pt x="961670" y="4957376"/>
                  </a:lnTo>
                  <a:lnTo>
                    <a:pt x="961796" y="4957376"/>
                  </a:lnTo>
                  <a:lnTo>
                    <a:pt x="961922" y="4957376"/>
                  </a:lnTo>
                  <a:lnTo>
                    <a:pt x="962048" y="4957376"/>
                  </a:lnTo>
                  <a:lnTo>
                    <a:pt x="962174" y="4957376"/>
                  </a:lnTo>
                  <a:lnTo>
                    <a:pt x="962300" y="4957376"/>
                  </a:lnTo>
                  <a:lnTo>
                    <a:pt x="962426" y="4957376"/>
                  </a:lnTo>
                  <a:lnTo>
                    <a:pt x="962552" y="4957376"/>
                  </a:lnTo>
                  <a:lnTo>
                    <a:pt x="962678" y="4957376"/>
                  </a:lnTo>
                  <a:lnTo>
                    <a:pt x="962805" y="4957376"/>
                  </a:lnTo>
                  <a:lnTo>
                    <a:pt x="962931" y="4957376"/>
                  </a:lnTo>
                  <a:lnTo>
                    <a:pt x="963057" y="4957376"/>
                  </a:lnTo>
                  <a:lnTo>
                    <a:pt x="963183" y="4957376"/>
                  </a:lnTo>
                  <a:lnTo>
                    <a:pt x="963309" y="4957376"/>
                  </a:lnTo>
                  <a:lnTo>
                    <a:pt x="963435" y="4957376"/>
                  </a:lnTo>
                  <a:lnTo>
                    <a:pt x="963435" y="4952097"/>
                  </a:lnTo>
                  <a:lnTo>
                    <a:pt x="963561" y="4952097"/>
                  </a:lnTo>
                  <a:lnTo>
                    <a:pt x="963687" y="4952097"/>
                  </a:lnTo>
                  <a:lnTo>
                    <a:pt x="963813" y="4952097"/>
                  </a:lnTo>
                  <a:lnTo>
                    <a:pt x="963939" y="4952097"/>
                  </a:lnTo>
                  <a:lnTo>
                    <a:pt x="964065" y="4952097"/>
                  </a:lnTo>
                  <a:lnTo>
                    <a:pt x="964192" y="4952097"/>
                  </a:lnTo>
                  <a:lnTo>
                    <a:pt x="964318" y="4952097"/>
                  </a:lnTo>
                  <a:lnTo>
                    <a:pt x="964318" y="4946817"/>
                  </a:lnTo>
                  <a:lnTo>
                    <a:pt x="964444" y="4946817"/>
                  </a:lnTo>
                  <a:lnTo>
                    <a:pt x="964570" y="4946817"/>
                  </a:lnTo>
                  <a:lnTo>
                    <a:pt x="964696" y="4946817"/>
                  </a:lnTo>
                  <a:lnTo>
                    <a:pt x="964822" y="4946817"/>
                  </a:lnTo>
                  <a:lnTo>
                    <a:pt x="964948" y="4946817"/>
                  </a:lnTo>
                  <a:lnTo>
                    <a:pt x="965074" y="4946817"/>
                  </a:lnTo>
                  <a:lnTo>
                    <a:pt x="965200" y="4946817"/>
                  </a:lnTo>
                  <a:lnTo>
                    <a:pt x="965326" y="4946817"/>
                  </a:lnTo>
                  <a:lnTo>
                    <a:pt x="965452" y="4946817"/>
                  </a:lnTo>
                  <a:lnTo>
                    <a:pt x="965578" y="4946817"/>
                  </a:lnTo>
                  <a:lnTo>
                    <a:pt x="965578" y="4941538"/>
                  </a:lnTo>
                  <a:lnTo>
                    <a:pt x="965705" y="4941538"/>
                  </a:lnTo>
                  <a:lnTo>
                    <a:pt x="965831" y="4941538"/>
                  </a:lnTo>
                  <a:lnTo>
                    <a:pt x="965957" y="4941538"/>
                  </a:lnTo>
                  <a:lnTo>
                    <a:pt x="966083" y="4941538"/>
                  </a:lnTo>
                  <a:lnTo>
                    <a:pt x="966209" y="4941538"/>
                  </a:lnTo>
                  <a:lnTo>
                    <a:pt x="966335" y="4941538"/>
                  </a:lnTo>
                  <a:lnTo>
                    <a:pt x="966461" y="4941538"/>
                  </a:lnTo>
                  <a:lnTo>
                    <a:pt x="966587" y="4941538"/>
                  </a:lnTo>
                  <a:lnTo>
                    <a:pt x="966713" y="4941538"/>
                  </a:lnTo>
                  <a:lnTo>
                    <a:pt x="966839" y="4941538"/>
                  </a:lnTo>
                  <a:lnTo>
                    <a:pt x="966965" y="4941538"/>
                  </a:lnTo>
                  <a:lnTo>
                    <a:pt x="967092" y="4941538"/>
                  </a:lnTo>
                  <a:lnTo>
                    <a:pt x="967218" y="4941538"/>
                  </a:lnTo>
                  <a:lnTo>
                    <a:pt x="967344" y="4941538"/>
                  </a:lnTo>
                  <a:lnTo>
                    <a:pt x="967470" y="4941538"/>
                  </a:lnTo>
                  <a:lnTo>
                    <a:pt x="967470" y="4936258"/>
                  </a:lnTo>
                  <a:lnTo>
                    <a:pt x="967596" y="4936258"/>
                  </a:lnTo>
                  <a:lnTo>
                    <a:pt x="967722" y="4936258"/>
                  </a:lnTo>
                  <a:lnTo>
                    <a:pt x="967848" y="4936258"/>
                  </a:lnTo>
                  <a:lnTo>
                    <a:pt x="967974" y="4936258"/>
                  </a:lnTo>
                  <a:lnTo>
                    <a:pt x="968100" y="4936258"/>
                  </a:lnTo>
                  <a:lnTo>
                    <a:pt x="968226" y="4936258"/>
                  </a:lnTo>
                  <a:lnTo>
                    <a:pt x="968352" y="4936258"/>
                  </a:lnTo>
                  <a:lnTo>
                    <a:pt x="968478" y="4936258"/>
                  </a:lnTo>
                  <a:lnTo>
                    <a:pt x="968605" y="4936258"/>
                  </a:lnTo>
                  <a:lnTo>
                    <a:pt x="968731" y="4936258"/>
                  </a:lnTo>
                  <a:lnTo>
                    <a:pt x="968857" y="4936258"/>
                  </a:lnTo>
                  <a:lnTo>
                    <a:pt x="968983" y="4936258"/>
                  </a:lnTo>
                  <a:lnTo>
                    <a:pt x="969109" y="4936258"/>
                  </a:lnTo>
                  <a:lnTo>
                    <a:pt x="969235" y="4936258"/>
                  </a:lnTo>
                  <a:lnTo>
                    <a:pt x="969361" y="4936258"/>
                  </a:lnTo>
                  <a:lnTo>
                    <a:pt x="969487" y="4936258"/>
                  </a:lnTo>
                  <a:lnTo>
                    <a:pt x="969613" y="4936258"/>
                  </a:lnTo>
                  <a:lnTo>
                    <a:pt x="969739" y="4936258"/>
                  </a:lnTo>
                  <a:lnTo>
                    <a:pt x="969865" y="4936258"/>
                  </a:lnTo>
                  <a:lnTo>
                    <a:pt x="969992" y="4936258"/>
                  </a:lnTo>
                  <a:lnTo>
                    <a:pt x="970118" y="4936258"/>
                  </a:lnTo>
                  <a:lnTo>
                    <a:pt x="970244" y="4936258"/>
                  </a:lnTo>
                  <a:lnTo>
                    <a:pt x="970370" y="4936258"/>
                  </a:lnTo>
                  <a:lnTo>
                    <a:pt x="970496" y="4936258"/>
                  </a:lnTo>
                  <a:lnTo>
                    <a:pt x="970622" y="4936258"/>
                  </a:lnTo>
                  <a:lnTo>
                    <a:pt x="970748" y="4936258"/>
                  </a:lnTo>
                  <a:lnTo>
                    <a:pt x="970874" y="4936258"/>
                  </a:lnTo>
                  <a:lnTo>
                    <a:pt x="971000" y="4936258"/>
                  </a:lnTo>
                  <a:lnTo>
                    <a:pt x="971126" y="4936258"/>
                  </a:lnTo>
                  <a:lnTo>
                    <a:pt x="971252" y="4936258"/>
                  </a:lnTo>
                  <a:lnTo>
                    <a:pt x="971379" y="4936258"/>
                  </a:lnTo>
                  <a:lnTo>
                    <a:pt x="971505" y="4936258"/>
                  </a:lnTo>
                  <a:lnTo>
                    <a:pt x="971631" y="4936258"/>
                  </a:lnTo>
                  <a:lnTo>
                    <a:pt x="971757" y="4936258"/>
                  </a:lnTo>
                  <a:lnTo>
                    <a:pt x="971883" y="4936258"/>
                  </a:lnTo>
                  <a:lnTo>
                    <a:pt x="972009" y="4936258"/>
                  </a:lnTo>
                  <a:lnTo>
                    <a:pt x="972135" y="4936258"/>
                  </a:lnTo>
                  <a:lnTo>
                    <a:pt x="972261" y="4936258"/>
                  </a:lnTo>
                  <a:lnTo>
                    <a:pt x="972387" y="4936258"/>
                  </a:lnTo>
                  <a:lnTo>
                    <a:pt x="972513" y="4936258"/>
                  </a:lnTo>
                  <a:lnTo>
                    <a:pt x="972639" y="4936258"/>
                  </a:lnTo>
                  <a:lnTo>
                    <a:pt x="972765" y="4936258"/>
                  </a:lnTo>
                  <a:lnTo>
                    <a:pt x="972892" y="4936258"/>
                  </a:lnTo>
                  <a:lnTo>
                    <a:pt x="973018" y="4936258"/>
                  </a:lnTo>
                  <a:lnTo>
                    <a:pt x="973144" y="4936258"/>
                  </a:lnTo>
                  <a:lnTo>
                    <a:pt x="973270" y="4936258"/>
                  </a:lnTo>
                  <a:lnTo>
                    <a:pt x="973396" y="4936258"/>
                  </a:lnTo>
                  <a:lnTo>
                    <a:pt x="973522" y="4936258"/>
                  </a:lnTo>
                  <a:lnTo>
                    <a:pt x="973648" y="4936258"/>
                  </a:lnTo>
                  <a:lnTo>
                    <a:pt x="973774" y="4936258"/>
                  </a:lnTo>
                  <a:lnTo>
                    <a:pt x="973900" y="4936258"/>
                  </a:lnTo>
                  <a:lnTo>
                    <a:pt x="974026" y="4936258"/>
                  </a:lnTo>
                  <a:lnTo>
                    <a:pt x="974152" y="4936258"/>
                  </a:lnTo>
                  <a:lnTo>
                    <a:pt x="974279" y="4936258"/>
                  </a:lnTo>
                  <a:lnTo>
                    <a:pt x="974405" y="4936258"/>
                  </a:lnTo>
                  <a:lnTo>
                    <a:pt x="974531" y="4936258"/>
                  </a:lnTo>
                  <a:lnTo>
                    <a:pt x="974657" y="4936258"/>
                  </a:lnTo>
                  <a:lnTo>
                    <a:pt x="974783" y="4936258"/>
                  </a:lnTo>
                  <a:lnTo>
                    <a:pt x="974909" y="4936258"/>
                  </a:lnTo>
                  <a:lnTo>
                    <a:pt x="975035" y="4936258"/>
                  </a:lnTo>
                  <a:lnTo>
                    <a:pt x="975161" y="4936258"/>
                  </a:lnTo>
                  <a:lnTo>
                    <a:pt x="975287" y="4936258"/>
                  </a:lnTo>
                  <a:lnTo>
                    <a:pt x="975413" y="4936258"/>
                  </a:lnTo>
                  <a:lnTo>
                    <a:pt x="975539" y="4936258"/>
                  </a:lnTo>
                  <a:lnTo>
                    <a:pt x="975665" y="4936258"/>
                  </a:lnTo>
                  <a:lnTo>
                    <a:pt x="975792" y="4936258"/>
                  </a:lnTo>
                  <a:lnTo>
                    <a:pt x="975918" y="4936258"/>
                  </a:lnTo>
                  <a:lnTo>
                    <a:pt x="976044" y="4936258"/>
                  </a:lnTo>
                  <a:lnTo>
                    <a:pt x="976170" y="4936258"/>
                  </a:lnTo>
                  <a:lnTo>
                    <a:pt x="976170" y="4930979"/>
                  </a:lnTo>
                  <a:lnTo>
                    <a:pt x="976296" y="4930979"/>
                  </a:lnTo>
                  <a:lnTo>
                    <a:pt x="976422" y="4930979"/>
                  </a:lnTo>
                  <a:lnTo>
                    <a:pt x="976548" y="4930979"/>
                  </a:lnTo>
                  <a:lnTo>
                    <a:pt x="976674" y="4930979"/>
                  </a:lnTo>
                  <a:lnTo>
                    <a:pt x="976800" y="4930979"/>
                  </a:lnTo>
                  <a:lnTo>
                    <a:pt x="976926" y="4930979"/>
                  </a:lnTo>
                  <a:lnTo>
                    <a:pt x="977052" y="4930979"/>
                  </a:lnTo>
                  <a:lnTo>
                    <a:pt x="977179" y="4930979"/>
                  </a:lnTo>
                  <a:lnTo>
                    <a:pt x="977305" y="4930979"/>
                  </a:lnTo>
                  <a:lnTo>
                    <a:pt x="977431" y="4930979"/>
                  </a:lnTo>
                  <a:lnTo>
                    <a:pt x="977557" y="4930979"/>
                  </a:lnTo>
                  <a:lnTo>
                    <a:pt x="977683" y="4930979"/>
                  </a:lnTo>
                  <a:lnTo>
                    <a:pt x="977809" y="4930979"/>
                  </a:lnTo>
                  <a:lnTo>
                    <a:pt x="977935" y="4930979"/>
                  </a:lnTo>
                  <a:lnTo>
                    <a:pt x="978061" y="4930979"/>
                  </a:lnTo>
                  <a:lnTo>
                    <a:pt x="978187" y="4930979"/>
                  </a:lnTo>
                  <a:lnTo>
                    <a:pt x="978313" y="4930979"/>
                  </a:lnTo>
                  <a:lnTo>
                    <a:pt x="978439" y="4930979"/>
                  </a:lnTo>
                  <a:lnTo>
                    <a:pt x="978565" y="4930979"/>
                  </a:lnTo>
                  <a:lnTo>
                    <a:pt x="978692" y="4930979"/>
                  </a:lnTo>
                  <a:lnTo>
                    <a:pt x="978818" y="4930979"/>
                  </a:lnTo>
                  <a:lnTo>
                    <a:pt x="978944" y="4930979"/>
                  </a:lnTo>
                  <a:lnTo>
                    <a:pt x="979070" y="4930979"/>
                  </a:lnTo>
                  <a:lnTo>
                    <a:pt x="979070" y="4925700"/>
                  </a:lnTo>
                  <a:lnTo>
                    <a:pt x="979070" y="4920420"/>
                  </a:lnTo>
                  <a:lnTo>
                    <a:pt x="979196" y="4920420"/>
                  </a:lnTo>
                  <a:lnTo>
                    <a:pt x="979322" y="4920420"/>
                  </a:lnTo>
                  <a:lnTo>
                    <a:pt x="979448" y="4920420"/>
                  </a:lnTo>
                  <a:lnTo>
                    <a:pt x="979574" y="4920420"/>
                  </a:lnTo>
                  <a:lnTo>
                    <a:pt x="979700" y="4920420"/>
                  </a:lnTo>
                  <a:lnTo>
                    <a:pt x="979826" y="4920420"/>
                  </a:lnTo>
                  <a:lnTo>
                    <a:pt x="979952" y="4920420"/>
                  </a:lnTo>
                  <a:lnTo>
                    <a:pt x="980079" y="4920420"/>
                  </a:lnTo>
                  <a:lnTo>
                    <a:pt x="980205" y="4920420"/>
                  </a:lnTo>
                  <a:lnTo>
                    <a:pt x="980331" y="4920420"/>
                  </a:lnTo>
                  <a:lnTo>
                    <a:pt x="980457" y="4920420"/>
                  </a:lnTo>
                  <a:lnTo>
                    <a:pt x="980583" y="4920420"/>
                  </a:lnTo>
                  <a:lnTo>
                    <a:pt x="980709" y="4920420"/>
                  </a:lnTo>
                  <a:lnTo>
                    <a:pt x="980835" y="4920420"/>
                  </a:lnTo>
                  <a:lnTo>
                    <a:pt x="980961" y="4920420"/>
                  </a:lnTo>
                  <a:lnTo>
                    <a:pt x="981087" y="4920420"/>
                  </a:lnTo>
                  <a:lnTo>
                    <a:pt x="981213" y="4920420"/>
                  </a:lnTo>
                  <a:lnTo>
                    <a:pt x="981339" y="4920420"/>
                  </a:lnTo>
                  <a:lnTo>
                    <a:pt x="981466" y="4920420"/>
                  </a:lnTo>
                  <a:lnTo>
                    <a:pt x="981592" y="4920420"/>
                  </a:lnTo>
                  <a:lnTo>
                    <a:pt x="981718" y="4920420"/>
                  </a:lnTo>
                  <a:lnTo>
                    <a:pt x="981844" y="4920420"/>
                  </a:lnTo>
                  <a:lnTo>
                    <a:pt x="981970" y="4920420"/>
                  </a:lnTo>
                  <a:lnTo>
                    <a:pt x="982096" y="4920420"/>
                  </a:lnTo>
                  <a:lnTo>
                    <a:pt x="982222" y="4920420"/>
                  </a:lnTo>
                  <a:lnTo>
                    <a:pt x="982348" y="4920420"/>
                  </a:lnTo>
                  <a:lnTo>
                    <a:pt x="982474" y="4920420"/>
                  </a:lnTo>
                  <a:lnTo>
                    <a:pt x="982600" y="4920420"/>
                  </a:lnTo>
                  <a:lnTo>
                    <a:pt x="982726" y="4920420"/>
                  </a:lnTo>
                  <a:lnTo>
                    <a:pt x="982852" y="4920420"/>
                  </a:lnTo>
                  <a:lnTo>
                    <a:pt x="982979" y="4920420"/>
                  </a:lnTo>
                  <a:lnTo>
                    <a:pt x="983105" y="4920420"/>
                  </a:lnTo>
                  <a:lnTo>
                    <a:pt x="983231" y="4920420"/>
                  </a:lnTo>
                  <a:lnTo>
                    <a:pt x="983357" y="4920420"/>
                  </a:lnTo>
                  <a:lnTo>
                    <a:pt x="983483" y="4920420"/>
                  </a:lnTo>
                  <a:lnTo>
                    <a:pt x="983609" y="4920420"/>
                  </a:lnTo>
                  <a:lnTo>
                    <a:pt x="983735" y="4920420"/>
                  </a:lnTo>
                  <a:lnTo>
                    <a:pt x="983861" y="4920420"/>
                  </a:lnTo>
                  <a:lnTo>
                    <a:pt x="983987" y="4920420"/>
                  </a:lnTo>
                  <a:lnTo>
                    <a:pt x="984113" y="4920420"/>
                  </a:lnTo>
                  <a:lnTo>
                    <a:pt x="984239" y="4920420"/>
                  </a:lnTo>
                  <a:lnTo>
                    <a:pt x="984366" y="4920420"/>
                  </a:lnTo>
                  <a:lnTo>
                    <a:pt x="984492" y="4920420"/>
                  </a:lnTo>
                  <a:lnTo>
                    <a:pt x="984618" y="4920420"/>
                  </a:lnTo>
                  <a:lnTo>
                    <a:pt x="984744" y="4920420"/>
                  </a:lnTo>
                  <a:lnTo>
                    <a:pt x="984870" y="4920420"/>
                  </a:lnTo>
                  <a:lnTo>
                    <a:pt x="984996" y="4920420"/>
                  </a:lnTo>
                  <a:lnTo>
                    <a:pt x="985122" y="4920420"/>
                  </a:lnTo>
                  <a:lnTo>
                    <a:pt x="985248" y="4920420"/>
                  </a:lnTo>
                  <a:lnTo>
                    <a:pt x="985374" y="4920420"/>
                  </a:lnTo>
                  <a:lnTo>
                    <a:pt x="985500" y="4920420"/>
                  </a:lnTo>
                  <a:lnTo>
                    <a:pt x="985626" y="4920420"/>
                  </a:lnTo>
                  <a:lnTo>
                    <a:pt x="985752" y="4920420"/>
                  </a:lnTo>
                  <a:lnTo>
                    <a:pt x="985879" y="4920420"/>
                  </a:lnTo>
                  <a:lnTo>
                    <a:pt x="986005" y="4920420"/>
                  </a:lnTo>
                  <a:lnTo>
                    <a:pt x="986131" y="4920420"/>
                  </a:lnTo>
                  <a:lnTo>
                    <a:pt x="986257" y="4920420"/>
                  </a:lnTo>
                  <a:lnTo>
                    <a:pt x="986383" y="4920420"/>
                  </a:lnTo>
                  <a:lnTo>
                    <a:pt x="986509" y="4920420"/>
                  </a:lnTo>
                  <a:lnTo>
                    <a:pt x="986635" y="4920420"/>
                  </a:lnTo>
                  <a:lnTo>
                    <a:pt x="986761" y="4920420"/>
                  </a:lnTo>
                  <a:lnTo>
                    <a:pt x="986887" y="4920420"/>
                  </a:lnTo>
                  <a:lnTo>
                    <a:pt x="987013" y="4920420"/>
                  </a:lnTo>
                  <a:lnTo>
                    <a:pt x="987139" y="4920420"/>
                  </a:lnTo>
                  <a:lnTo>
                    <a:pt x="987266" y="4920420"/>
                  </a:lnTo>
                  <a:lnTo>
                    <a:pt x="987392" y="4920420"/>
                  </a:lnTo>
                  <a:lnTo>
                    <a:pt x="987518" y="4920420"/>
                  </a:lnTo>
                  <a:lnTo>
                    <a:pt x="987644" y="4920420"/>
                  </a:lnTo>
                  <a:lnTo>
                    <a:pt x="987770" y="4920420"/>
                  </a:lnTo>
                  <a:lnTo>
                    <a:pt x="987896" y="4920420"/>
                  </a:lnTo>
                  <a:lnTo>
                    <a:pt x="988022" y="4920420"/>
                  </a:lnTo>
                  <a:lnTo>
                    <a:pt x="988148" y="4920420"/>
                  </a:lnTo>
                  <a:lnTo>
                    <a:pt x="988274" y="4920420"/>
                  </a:lnTo>
                  <a:lnTo>
                    <a:pt x="988400" y="4920420"/>
                  </a:lnTo>
                  <a:lnTo>
                    <a:pt x="988526" y="4920420"/>
                  </a:lnTo>
                  <a:lnTo>
                    <a:pt x="988653" y="4920420"/>
                  </a:lnTo>
                  <a:lnTo>
                    <a:pt x="988779" y="4920420"/>
                  </a:lnTo>
                  <a:lnTo>
                    <a:pt x="988905" y="4920420"/>
                  </a:lnTo>
                  <a:lnTo>
                    <a:pt x="989031" y="4920420"/>
                  </a:lnTo>
                  <a:lnTo>
                    <a:pt x="989157" y="4920420"/>
                  </a:lnTo>
                  <a:lnTo>
                    <a:pt x="989283" y="4920420"/>
                  </a:lnTo>
                  <a:lnTo>
                    <a:pt x="989409" y="4920420"/>
                  </a:lnTo>
                  <a:lnTo>
                    <a:pt x="989535" y="4920420"/>
                  </a:lnTo>
                  <a:lnTo>
                    <a:pt x="989661" y="4920420"/>
                  </a:lnTo>
                  <a:lnTo>
                    <a:pt x="989787" y="4920420"/>
                  </a:lnTo>
                  <a:lnTo>
                    <a:pt x="989913" y="4920420"/>
                  </a:lnTo>
                  <a:lnTo>
                    <a:pt x="990039" y="4920420"/>
                  </a:lnTo>
                  <a:lnTo>
                    <a:pt x="990166" y="4920420"/>
                  </a:lnTo>
                  <a:lnTo>
                    <a:pt x="990292" y="4920420"/>
                  </a:lnTo>
                  <a:lnTo>
                    <a:pt x="990418" y="4920420"/>
                  </a:lnTo>
                  <a:lnTo>
                    <a:pt x="990544" y="4920420"/>
                  </a:lnTo>
                  <a:lnTo>
                    <a:pt x="990670" y="4920420"/>
                  </a:lnTo>
                  <a:lnTo>
                    <a:pt x="990796" y="4920420"/>
                  </a:lnTo>
                  <a:lnTo>
                    <a:pt x="990922" y="4920420"/>
                  </a:lnTo>
                  <a:lnTo>
                    <a:pt x="991048" y="4920420"/>
                  </a:lnTo>
                  <a:lnTo>
                    <a:pt x="991174" y="4920420"/>
                  </a:lnTo>
                  <a:lnTo>
                    <a:pt x="991300" y="4920420"/>
                  </a:lnTo>
                  <a:lnTo>
                    <a:pt x="991426" y="4920420"/>
                  </a:lnTo>
                  <a:lnTo>
                    <a:pt x="991553" y="4920420"/>
                  </a:lnTo>
                  <a:lnTo>
                    <a:pt x="991679" y="4920420"/>
                  </a:lnTo>
                  <a:lnTo>
                    <a:pt x="991805" y="4920420"/>
                  </a:lnTo>
                  <a:lnTo>
                    <a:pt x="991931" y="4920420"/>
                  </a:lnTo>
                  <a:lnTo>
                    <a:pt x="992057" y="4920420"/>
                  </a:lnTo>
                  <a:lnTo>
                    <a:pt x="992183" y="4920420"/>
                  </a:lnTo>
                  <a:lnTo>
                    <a:pt x="992309" y="4920420"/>
                  </a:lnTo>
                  <a:lnTo>
                    <a:pt x="992309" y="4915141"/>
                  </a:lnTo>
                  <a:lnTo>
                    <a:pt x="992435" y="4915141"/>
                  </a:lnTo>
                  <a:lnTo>
                    <a:pt x="992561" y="4915141"/>
                  </a:lnTo>
                  <a:lnTo>
                    <a:pt x="992687" y="4915141"/>
                  </a:lnTo>
                  <a:lnTo>
                    <a:pt x="992813" y="4915141"/>
                  </a:lnTo>
                  <a:lnTo>
                    <a:pt x="992939" y="4915141"/>
                  </a:lnTo>
                  <a:lnTo>
                    <a:pt x="993066" y="4915141"/>
                  </a:lnTo>
                  <a:lnTo>
                    <a:pt x="993192" y="4915141"/>
                  </a:lnTo>
                  <a:lnTo>
                    <a:pt x="993318" y="4915141"/>
                  </a:lnTo>
                  <a:lnTo>
                    <a:pt x="993444" y="4915141"/>
                  </a:lnTo>
                  <a:lnTo>
                    <a:pt x="993570" y="4915141"/>
                  </a:lnTo>
                  <a:lnTo>
                    <a:pt x="993696" y="4915141"/>
                  </a:lnTo>
                  <a:lnTo>
                    <a:pt x="993822" y="4915141"/>
                  </a:lnTo>
                  <a:lnTo>
                    <a:pt x="993948" y="4915141"/>
                  </a:lnTo>
                  <a:lnTo>
                    <a:pt x="994074" y="4915141"/>
                  </a:lnTo>
                  <a:lnTo>
                    <a:pt x="994200" y="4915141"/>
                  </a:lnTo>
                  <a:lnTo>
                    <a:pt x="994326" y="4915141"/>
                  </a:lnTo>
                  <a:lnTo>
                    <a:pt x="994453" y="4915141"/>
                  </a:lnTo>
                  <a:lnTo>
                    <a:pt x="994579" y="4915141"/>
                  </a:lnTo>
                  <a:lnTo>
                    <a:pt x="994705" y="4915141"/>
                  </a:lnTo>
                  <a:lnTo>
                    <a:pt x="994831" y="4915141"/>
                  </a:lnTo>
                  <a:lnTo>
                    <a:pt x="994957" y="4915141"/>
                  </a:lnTo>
                  <a:lnTo>
                    <a:pt x="995083" y="4915141"/>
                  </a:lnTo>
                  <a:lnTo>
                    <a:pt x="995209" y="4915141"/>
                  </a:lnTo>
                  <a:lnTo>
                    <a:pt x="995335" y="4915141"/>
                  </a:lnTo>
                  <a:lnTo>
                    <a:pt x="995461" y="4915141"/>
                  </a:lnTo>
                  <a:lnTo>
                    <a:pt x="995587" y="4915141"/>
                  </a:lnTo>
                  <a:lnTo>
                    <a:pt x="995713" y="4915141"/>
                  </a:lnTo>
                  <a:lnTo>
                    <a:pt x="995840" y="4915141"/>
                  </a:lnTo>
                  <a:lnTo>
                    <a:pt x="995966" y="4915141"/>
                  </a:lnTo>
                  <a:lnTo>
                    <a:pt x="996092" y="4915141"/>
                  </a:lnTo>
                  <a:lnTo>
                    <a:pt x="996218" y="4915141"/>
                  </a:lnTo>
                  <a:lnTo>
                    <a:pt x="996344" y="4915141"/>
                  </a:lnTo>
                  <a:lnTo>
                    <a:pt x="996470" y="4915141"/>
                  </a:lnTo>
                  <a:lnTo>
                    <a:pt x="996596" y="4915141"/>
                  </a:lnTo>
                  <a:lnTo>
                    <a:pt x="996722" y="4915141"/>
                  </a:lnTo>
                  <a:lnTo>
                    <a:pt x="996848" y="4915141"/>
                  </a:lnTo>
                  <a:lnTo>
                    <a:pt x="996974" y="4915141"/>
                  </a:lnTo>
                  <a:lnTo>
                    <a:pt x="997100" y="4915141"/>
                  </a:lnTo>
                  <a:lnTo>
                    <a:pt x="997226" y="4915141"/>
                  </a:lnTo>
                  <a:lnTo>
                    <a:pt x="997353" y="4915141"/>
                  </a:lnTo>
                  <a:lnTo>
                    <a:pt x="997479" y="4915141"/>
                  </a:lnTo>
                  <a:lnTo>
                    <a:pt x="997605" y="4915141"/>
                  </a:lnTo>
                  <a:lnTo>
                    <a:pt x="997731" y="4915141"/>
                  </a:lnTo>
                  <a:lnTo>
                    <a:pt x="997857" y="4915141"/>
                  </a:lnTo>
                  <a:lnTo>
                    <a:pt x="997983" y="4915141"/>
                  </a:lnTo>
                  <a:lnTo>
                    <a:pt x="998109" y="4915141"/>
                  </a:lnTo>
                  <a:lnTo>
                    <a:pt x="998235" y="4915141"/>
                  </a:lnTo>
                  <a:lnTo>
                    <a:pt x="998361" y="4915141"/>
                  </a:lnTo>
                  <a:lnTo>
                    <a:pt x="998487" y="4915141"/>
                  </a:lnTo>
                  <a:lnTo>
                    <a:pt x="998613" y="4915141"/>
                  </a:lnTo>
                  <a:lnTo>
                    <a:pt x="998740" y="4915141"/>
                  </a:lnTo>
                  <a:lnTo>
                    <a:pt x="998866" y="4915141"/>
                  </a:lnTo>
                  <a:lnTo>
                    <a:pt x="998992" y="4915141"/>
                  </a:lnTo>
                  <a:lnTo>
                    <a:pt x="999118" y="4915141"/>
                  </a:lnTo>
                  <a:lnTo>
                    <a:pt x="999244" y="4915141"/>
                  </a:lnTo>
                  <a:lnTo>
                    <a:pt x="999370" y="4915141"/>
                  </a:lnTo>
                  <a:lnTo>
                    <a:pt x="999496" y="4915141"/>
                  </a:lnTo>
                  <a:lnTo>
                    <a:pt x="999622" y="4915141"/>
                  </a:lnTo>
                  <a:lnTo>
                    <a:pt x="999748" y="4915141"/>
                  </a:lnTo>
                  <a:lnTo>
                    <a:pt x="999874" y="4915141"/>
                  </a:lnTo>
                  <a:lnTo>
                    <a:pt x="1000000" y="4915141"/>
                  </a:lnTo>
                  <a:lnTo>
                    <a:pt x="1000126" y="4915141"/>
                  </a:lnTo>
                  <a:lnTo>
                    <a:pt x="1000253" y="4915141"/>
                  </a:lnTo>
                  <a:lnTo>
                    <a:pt x="1000379" y="4915141"/>
                  </a:lnTo>
                  <a:lnTo>
                    <a:pt x="1000505" y="4915141"/>
                  </a:lnTo>
                  <a:lnTo>
                    <a:pt x="1000631" y="4915141"/>
                  </a:lnTo>
                  <a:lnTo>
                    <a:pt x="1000757" y="4915141"/>
                  </a:lnTo>
                  <a:lnTo>
                    <a:pt x="1000883" y="4915141"/>
                  </a:lnTo>
                  <a:lnTo>
                    <a:pt x="1001009" y="4915141"/>
                  </a:lnTo>
                  <a:lnTo>
                    <a:pt x="1001135" y="4915141"/>
                  </a:lnTo>
                  <a:lnTo>
                    <a:pt x="1001261" y="4915141"/>
                  </a:lnTo>
                  <a:lnTo>
                    <a:pt x="1001387" y="4915141"/>
                  </a:lnTo>
                  <a:lnTo>
                    <a:pt x="1001513" y="4915141"/>
                  </a:lnTo>
                  <a:lnTo>
                    <a:pt x="1001640" y="4915141"/>
                  </a:lnTo>
                  <a:lnTo>
                    <a:pt x="1001766" y="4915141"/>
                  </a:lnTo>
                  <a:lnTo>
                    <a:pt x="1001892" y="4915141"/>
                  </a:lnTo>
                  <a:lnTo>
                    <a:pt x="1002018" y="4915141"/>
                  </a:lnTo>
                  <a:lnTo>
                    <a:pt x="1002144" y="4915141"/>
                  </a:lnTo>
                  <a:lnTo>
                    <a:pt x="1002270" y="4915141"/>
                  </a:lnTo>
                  <a:lnTo>
                    <a:pt x="1002396" y="4915141"/>
                  </a:lnTo>
                  <a:lnTo>
                    <a:pt x="1002522" y="4915141"/>
                  </a:lnTo>
                  <a:lnTo>
                    <a:pt x="1002648" y="4915141"/>
                  </a:lnTo>
                  <a:lnTo>
                    <a:pt x="1002774" y="4915141"/>
                  </a:lnTo>
                  <a:lnTo>
                    <a:pt x="1002900" y="4915141"/>
                  </a:lnTo>
                  <a:lnTo>
                    <a:pt x="1003026" y="4915141"/>
                  </a:lnTo>
                  <a:lnTo>
                    <a:pt x="1003153" y="4915141"/>
                  </a:lnTo>
                  <a:lnTo>
                    <a:pt x="1003279" y="4915141"/>
                  </a:lnTo>
                  <a:lnTo>
                    <a:pt x="1003405" y="4915141"/>
                  </a:lnTo>
                  <a:lnTo>
                    <a:pt x="1003531" y="4915141"/>
                  </a:lnTo>
                  <a:lnTo>
                    <a:pt x="1003657" y="4915141"/>
                  </a:lnTo>
                  <a:lnTo>
                    <a:pt x="1003783" y="4915141"/>
                  </a:lnTo>
                  <a:lnTo>
                    <a:pt x="1003783" y="4909861"/>
                  </a:lnTo>
                  <a:lnTo>
                    <a:pt x="1003909" y="4909861"/>
                  </a:lnTo>
                  <a:lnTo>
                    <a:pt x="1004035" y="4909861"/>
                  </a:lnTo>
                  <a:lnTo>
                    <a:pt x="1004161" y="4909861"/>
                  </a:lnTo>
                  <a:lnTo>
                    <a:pt x="1004287" y="4909861"/>
                  </a:lnTo>
                  <a:lnTo>
                    <a:pt x="1004287" y="4904582"/>
                  </a:lnTo>
                  <a:lnTo>
                    <a:pt x="1004413" y="4904582"/>
                  </a:lnTo>
                  <a:lnTo>
                    <a:pt x="1004540" y="4904582"/>
                  </a:lnTo>
                  <a:lnTo>
                    <a:pt x="1004666" y="4904582"/>
                  </a:lnTo>
                  <a:lnTo>
                    <a:pt x="1004792" y="4904582"/>
                  </a:lnTo>
                  <a:lnTo>
                    <a:pt x="1004918" y="4904582"/>
                  </a:lnTo>
                  <a:lnTo>
                    <a:pt x="1005044" y="4904582"/>
                  </a:lnTo>
                  <a:lnTo>
                    <a:pt x="1005170" y="4904582"/>
                  </a:lnTo>
                  <a:lnTo>
                    <a:pt x="1005296" y="4904582"/>
                  </a:lnTo>
                  <a:lnTo>
                    <a:pt x="1005422" y="4904582"/>
                  </a:lnTo>
                  <a:lnTo>
                    <a:pt x="1005548" y="4904582"/>
                  </a:lnTo>
                  <a:lnTo>
                    <a:pt x="1005674" y="4904582"/>
                  </a:lnTo>
                  <a:lnTo>
                    <a:pt x="1005800" y="4904582"/>
                  </a:lnTo>
                  <a:lnTo>
                    <a:pt x="1005927" y="4904582"/>
                  </a:lnTo>
                  <a:lnTo>
                    <a:pt x="1006053" y="4904582"/>
                  </a:lnTo>
                  <a:lnTo>
                    <a:pt x="1006179" y="4904582"/>
                  </a:lnTo>
                  <a:lnTo>
                    <a:pt x="1006305" y="4904582"/>
                  </a:lnTo>
                  <a:lnTo>
                    <a:pt x="1006431" y="4904582"/>
                  </a:lnTo>
                  <a:lnTo>
                    <a:pt x="1006557" y="4904582"/>
                  </a:lnTo>
                  <a:lnTo>
                    <a:pt x="1006683" y="4904582"/>
                  </a:lnTo>
                  <a:lnTo>
                    <a:pt x="1006809" y="4904582"/>
                  </a:lnTo>
                  <a:lnTo>
                    <a:pt x="1006935" y="4904582"/>
                  </a:lnTo>
                  <a:lnTo>
                    <a:pt x="1007061" y="4904582"/>
                  </a:lnTo>
                  <a:lnTo>
                    <a:pt x="1007187" y="4904582"/>
                  </a:lnTo>
                  <a:lnTo>
                    <a:pt x="1007313" y="4904582"/>
                  </a:lnTo>
                  <a:lnTo>
                    <a:pt x="1007440" y="4904582"/>
                  </a:lnTo>
                  <a:lnTo>
                    <a:pt x="1007566" y="4904582"/>
                  </a:lnTo>
                  <a:lnTo>
                    <a:pt x="1007692" y="4904582"/>
                  </a:lnTo>
                  <a:lnTo>
                    <a:pt x="1007818" y="4904582"/>
                  </a:lnTo>
                  <a:lnTo>
                    <a:pt x="1007944" y="4904582"/>
                  </a:lnTo>
                  <a:lnTo>
                    <a:pt x="1008070" y="4904582"/>
                  </a:lnTo>
                  <a:lnTo>
                    <a:pt x="1008196" y="4904582"/>
                  </a:lnTo>
                  <a:lnTo>
                    <a:pt x="1008322" y="4904582"/>
                  </a:lnTo>
                  <a:lnTo>
                    <a:pt x="1008322" y="4899302"/>
                  </a:lnTo>
                  <a:lnTo>
                    <a:pt x="1008448" y="4899302"/>
                  </a:lnTo>
                  <a:lnTo>
                    <a:pt x="1008574" y="4899302"/>
                  </a:lnTo>
                  <a:lnTo>
                    <a:pt x="1008700" y="4899302"/>
                  </a:lnTo>
                  <a:lnTo>
                    <a:pt x="1008827" y="4899302"/>
                  </a:lnTo>
                  <a:lnTo>
                    <a:pt x="1008953" y="4899302"/>
                  </a:lnTo>
                  <a:lnTo>
                    <a:pt x="1009079" y="4899302"/>
                  </a:lnTo>
                  <a:lnTo>
                    <a:pt x="1009205" y="4899302"/>
                  </a:lnTo>
                  <a:lnTo>
                    <a:pt x="1009331" y="4899302"/>
                  </a:lnTo>
                  <a:lnTo>
                    <a:pt x="1009457" y="4899302"/>
                  </a:lnTo>
                  <a:lnTo>
                    <a:pt x="1009583" y="4899302"/>
                  </a:lnTo>
                  <a:lnTo>
                    <a:pt x="1009709" y="4899302"/>
                  </a:lnTo>
                  <a:lnTo>
                    <a:pt x="1009835" y="4899302"/>
                  </a:lnTo>
                  <a:lnTo>
                    <a:pt x="1009961" y="4899302"/>
                  </a:lnTo>
                  <a:lnTo>
                    <a:pt x="1010087" y="4899302"/>
                  </a:lnTo>
                  <a:lnTo>
                    <a:pt x="1010213" y="4899302"/>
                  </a:lnTo>
                  <a:lnTo>
                    <a:pt x="1010340" y="4899302"/>
                  </a:lnTo>
                  <a:lnTo>
                    <a:pt x="1010466" y="4899302"/>
                  </a:lnTo>
                  <a:lnTo>
                    <a:pt x="1010592" y="4899302"/>
                  </a:lnTo>
                  <a:lnTo>
                    <a:pt x="1010718" y="4899302"/>
                  </a:lnTo>
                  <a:lnTo>
                    <a:pt x="1010844" y="4899302"/>
                  </a:lnTo>
                  <a:lnTo>
                    <a:pt x="1010970" y="4899302"/>
                  </a:lnTo>
                  <a:lnTo>
                    <a:pt x="1011096" y="4899302"/>
                  </a:lnTo>
                  <a:lnTo>
                    <a:pt x="1011222" y="4899302"/>
                  </a:lnTo>
                  <a:lnTo>
                    <a:pt x="1011348" y="4899302"/>
                  </a:lnTo>
                  <a:lnTo>
                    <a:pt x="1011474" y="4899302"/>
                  </a:lnTo>
                  <a:lnTo>
                    <a:pt x="1011600" y="4899302"/>
                  </a:lnTo>
                  <a:lnTo>
                    <a:pt x="1011727" y="4899302"/>
                  </a:lnTo>
                  <a:lnTo>
                    <a:pt x="1011853" y="4899302"/>
                  </a:lnTo>
                  <a:lnTo>
                    <a:pt x="1011979" y="4899302"/>
                  </a:lnTo>
                  <a:lnTo>
                    <a:pt x="1012105" y="4899302"/>
                  </a:lnTo>
                  <a:lnTo>
                    <a:pt x="1012231" y="4899302"/>
                  </a:lnTo>
                  <a:lnTo>
                    <a:pt x="1012357" y="4899302"/>
                  </a:lnTo>
                  <a:lnTo>
                    <a:pt x="1012483" y="4899302"/>
                  </a:lnTo>
                  <a:lnTo>
                    <a:pt x="1012609" y="4899302"/>
                  </a:lnTo>
                  <a:lnTo>
                    <a:pt x="1012735" y="4899302"/>
                  </a:lnTo>
                  <a:lnTo>
                    <a:pt x="1012861" y="4899302"/>
                  </a:lnTo>
                  <a:lnTo>
                    <a:pt x="1012987" y="4899302"/>
                  </a:lnTo>
                  <a:lnTo>
                    <a:pt x="1013114" y="4899302"/>
                  </a:lnTo>
                  <a:lnTo>
                    <a:pt x="1013240" y="4899302"/>
                  </a:lnTo>
                  <a:lnTo>
                    <a:pt x="1013366" y="4899302"/>
                  </a:lnTo>
                  <a:lnTo>
                    <a:pt x="1013492" y="4899302"/>
                  </a:lnTo>
                  <a:lnTo>
                    <a:pt x="1013618" y="4899302"/>
                  </a:lnTo>
                  <a:lnTo>
                    <a:pt x="1013744" y="4899302"/>
                  </a:lnTo>
                  <a:lnTo>
                    <a:pt x="1013870" y="4899302"/>
                  </a:lnTo>
                  <a:lnTo>
                    <a:pt x="1013996" y="4899302"/>
                  </a:lnTo>
                  <a:lnTo>
                    <a:pt x="1014122" y="4899302"/>
                  </a:lnTo>
                  <a:lnTo>
                    <a:pt x="1014248" y="4899302"/>
                  </a:lnTo>
                  <a:lnTo>
                    <a:pt x="1014374" y="4899302"/>
                  </a:lnTo>
                  <a:lnTo>
                    <a:pt x="1014500" y="4899302"/>
                  </a:lnTo>
                  <a:lnTo>
                    <a:pt x="1014627" y="4899302"/>
                  </a:lnTo>
                  <a:lnTo>
                    <a:pt x="1014753" y="4899302"/>
                  </a:lnTo>
                  <a:lnTo>
                    <a:pt x="1014879" y="4899302"/>
                  </a:lnTo>
                  <a:lnTo>
                    <a:pt x="1015005" y="4899302"/>
                  </a:lnTo>
                  <a:lnTo>
                    <a:pt x="1015131" y="4899302"/>
                  </a:lnTo>
                  <a:lnTo>
                    <a:pt x="1015257" y="4899302"/>
                  </a:lnTo>
                  <a:lnTo>
                    <a:pt x="1015383" y="4899302"/>
                  </a:lnTo>
                  <a:lnTo>
                    <a:pt x="1015509" y="4899302"/>
                  </a:lnTo>
                  <a:lnTo>
                    <a:pt x="1015635" y="4899302"/>
                  </a:lnTo>
                  <a:lnTo>
                    <a:pt x="1015761" y="4899302"/>
                  </a:lnTo>
                  <a:lnTo>
                    <a:pt x="1015761" y="4894023"/>
                  </a:lnTo>
                  <a:lnTo>
                    <a:pt x="1015887" y="4894023"/>
                  </a:lnTo>
                  <a:lnTo>
                    <a:pt x="1016014" y="4894023"/>
                  </a:lnTo>
                  <a:lnTo>
                    <a:pt x="1016140" y="4894023"/>
                  </a:lnTo>
                  <a:lnTo>
                    <a:pt x="1016266" y="4894023"/>
                  </a:lnTo>
                  <a:lnTo>
                    <a:pt x="1016392" y="4894023"/>
                  </a:lnTo>
                  <a:lnTo>
                    <a:pt x="1016518" y="4894023"/>
                  </a:lnTo>
                  <a:lnTo>
                    <a:pt x="1016644" y="4894023"/>
                  </a:lnTo>
                  <a:lnTo>
                    <a:pt x="1016770" y="4894023"/>
                  </a:lnTo>
                  <a:lnTo>
                    <a:pt x="1016896" y="4894023"/>
                  </a:lnTo>
                  <a:lnTo>
                    <a:pt x="1017022" y="4894023"/>
                  </a:lnTo>
                  <a:lnTo>
                    <a:pt x="1017148" y="4894023"/>
                  </a:lnTo>
                  <a:lnTo>
                    <a:pt x="1017274" y="4894023"/>
                  </a:lnTo>
                  <a:lnTo>
                    <a:pt x="1017400" y="4894023"/>
                  </a:lnTo>
                  <a:lnTo>
                    <a:pt x="1017527" y="4894023"/>
                  </a:lnTo>
                  <a:lnTo>
                    <a:pt x="1017653" y="4894023"/>
                  </a:lnTo>
                  <a:lnTo>
                    <a:pt x="1017779" y="4894023"/>
                  </a:lnTo>
                  <a:lnTo>
                    <a:pt x="1017905" y="4894023"/>
                  </a:lnTo>
                  <a:lnTo>
                    <a:pt x="1018031" y="4894023"/>
                  </a:lnTo>
                  <a:lnTo>
                    <a:pt x="1018157" y="4894023"/>
                  </a:lnTo>
                  <a:lnTo>
                    <a:pt x="1018283" y="4894023"/>
                  </a:lnTo>
                  <a:lnTo>
                    <a:pt x="1018409" y="4894023"/>
                  </a:lnTo>
                  <a:lnTo>
                    <a:pt x="1018535" y="4894023"/>
                  </a:lnTo>
                  <a:lnTo>
                    <a:pt x="1018661" y="4894023"/>
                  </a:lnTo>
                  <a:lnTo>
                    <a:pt x="1018787" y="4894023"/>
                  </a:lnTo>
                  <a:lnTo>
                    <a:pt x="1018914" y="4894023"/>
                  </a:lnTo>
                  <a:lnTo>
                    <a:pt x="1019040" y="4894023"/>
                  </a:lnTo>
                  <a:lnTo>
                    <a:pt x="1019166" y="4894023"/>
                  </a:lnTo>
                  <a:lnTo>
                    <a:pt x="1019292" y="4894023"/>
                  </a:lnTo>
                  <a:lnTo>
                    <a:pt x="1019418" y="4894023"/>
                  </a:lnTo>
                  <a:lnTo>
                    <a:pt x="1019544" y="4894023"/>
                  </a:lnTo>
                  <a:lnTo>
                    <a:pt x="1019670" y="4894023"/>
                  </a:lnTo>
                  <a:lnTo>
                    <a:pt x="1019796" y="4894023"/>
                  </a:lnTo>
                  <a:lnTo>
                    <a:pt x="1019922" y="4894023"/>
                  </a:lnTo>
                  <a:lnTo>
                    <a:pt x="1020048" y="4894023"/>
                  </a:lnTo>
                  <a:lnTo>
                    <a:pt x="1020048" y="4888744"/>
                  </a:lnTo>
                  <a:lnTo>
                    <a:pt x="1020174" y="4888744"/>
                  </a:lnTo>
                  <a:lnTo>
                    <a:pt x="1020300" y="4888744"/>
                  </a:lnTo>
                  <a:lnTo>
                    <a:pt x="1020427" y="4888744"/>
                  </a:lnTo>
                  <a:lnTo>
                    <a:pt x="1020553" y="4888744"/>
                  </a:lnTo>
                  <a:lnTo>
                    <a:pt x="1020679" y="4888744"/>
                  </a:lnTo>
                  <a:lnTo>
                    <a:pt x="1020805" y="4888744"/>
                  </a:lnTo>
                  <a:lnTo>
                    <a:pt x="1020931" y="4888744"/>
                  </a:lnTo>
                  <a:lnTo>
                    <a:pt x="1021057" y="4888744"/>
                  </a:lnTo>
                  <a:lnTo>
                    <a:pt x="1021183" y="4888744"/>
                  </a:lnTo>
                  <a:lnTo>
                    <a:pt x="1021309" y="4888744"/>
                  </a:lnTo>
                  <a:lnTo>
                    <a:pt x="1021435" y="4888744"/>
                  </a:lnTo>
                  <a:lnTo>
                    <a:pt x="1021561" y="4888744"/>
                  </a:lnTo>
                  <a:lnTo>
                    <a:pt x="1021687" y="4888744"/>
                  </a:lnTo>
                  <a:lnTo>
                    <a:pt x="1021814" y="4888744"/>
                  </a:lnTo>
                  <a:lnTo>
                    <a:pt x="1021940" y="4888744"/>
                  </a:lnTo>
                  <a:lnTo>
                    <a:pt x="1022066" y="4888744"/>
                  </a:lnTo>
                  <a:lnTo>
                    <a:pt x="1022066" y="4883464"/>
                  </a:lnTo>
                  <a:lnTo>
                    <a:pt x="1022192" y="4883464"/>
                  </a:lnTo>
                  <a:lnTo>
                    <a:pt x="1022318" y="4883464"/>
                  </a:lnTo>
                  <a:lnTo>
                    <a:pt x="1022444" y="4883464"/>
                  </a:lnTo>
                  <a:lnTo>
                    <a:pt x="1022570" y="4883464"/>
                  </a:lnTo>
                  <a:lnTo>
                    <a:pt x="1022696" y="4883464"/>
                  </a:lnTo>
                  <a:lnTo>
                    <a:pt x="1022822" y="4883464"/>
                  </a:lnTo>
                  <a:lnTo>
                    <a:pt x="1022948" y="4883464"/>
                  </a:lnTo>
                  <a:lnTo>
                    <a:pt x="1023074" y="4883464"/>
                  </a:lnTo>
                  <a:lnTo>
                    <a:pt x="1023201" y="4883464"/>
                  </a:lnTo>
                  <a:lnTo>
                    <a:pt x="1023327" y="4883464"/>
                  </a:lnTo>
                  <a:lnTo>
                    <a:pt x="1023453" y="4883464"/>
                  </a:lnTo>
                  <a:lnTo>
                    <a:pt x="1023579" y="4883464"/>
                  </a:lnTo>
                  <a:lnTo>
                    <a:pt x="1023705" y="4883464"/>
                  </a:lnTo>
                  <a:lnTo>
                    <a:pt x="1023831" y="4883464"/>
                  </a:lnTo>
                  <a:lnTo>
                    <a:pt x="1023957" y="4883464"/>
                  </a:lnTo>
                  <a:lnTo>
                    <a:pt x="1024083" y="4883464"/>
                  </a:lnTo>
                  <a:lnTo>
                    <a:pt x="1024209" y="4883464"/>
                  </a:lnTo>
                  <a:lnTo>
                    <a:pt x="1024335" y="4883464"/>
                  </a:lnTo>
                  <a:lnTo>
                    <a:pt x="1024335" y="4878185"/>
                  </a:lnTo>
                  <a:lnTo>
                    <a:pt x="1024461" y="4878185"/>
                  </a:lnTo>
                  <a:lnTo>
                    <a:pt x="1024587" y="4878185"/>
                  </a:lnTo>
                  <a:lnTo>
                    <a:pt x="1024714" y="4878185"/>
                  </a:lnTo>
                  <a:lnTo>
                    <a:pt x="1024840" y="4878185"/>
                  </a:lnTo>
                  <a:lnTo>
                    <a:pt x="1024966" y="4878185"/>
                  </a:lnTo>
                  <a:lnTo>
                    <a:pt x="1025092" y="4878185"/>
                  </a:lnTo>
                  <a:lnTo>
                    <a:pt x="1025218" y="4878185"/>
                  </a:lnTo>
                  <a:lnTo>
                    <a:pt x="1025344" y="4878185"/>
                  </a:lnTo>
                  <a:lnTo>
                    <a:pt x="1025470" y="4878185"/>
                  </a:lnTo>
                  <a:lnTo>
                    <a:pt x="1025596" y="4878185"/>
                  </a:lnTo>
                  <a:lnTo>
                    <a:pt x="1025722" y="4878185"/>
                  </a:lnTo>
                  <a:lnTo>
                    <a:pt x="1025848" y="4878185"/>
                  </a:lnTo>
                  <a:lnTo>
                    <a:pt x="1025974" y="4878185"/>
                  </a:lnTo>
                  <a:lnTo>
                    <a:pt x="1026101" y="4878185"/>
                  </a:lnTo>
                  <a:lnTo>
                    <a:pt x="1026227" y="4878185"/>
                  </a:lnTo>
                  <a:lnTo>
                    <a:pt x="1026227" y="4872905"/>
                  </a:lnTo>
                  <a:lnTo>
                    <a:pt x="1026353" y="4872905"/>
                  </a:lnTo>
                  <a:lnTo>
                    <a:pt x="1026479" y="4872905"/>
                  </a:lnTo>
                  <a:lnTo>
                    <a:pt x="1026605" y="4872905"/>
                  </a:lnTo>
                  <a:lnTo>
                    <a:pt x="1026731" y="4872905"/>
                  </a:lnTo>
                  <a:lnTo>
                    <a:pt x="1026857" y="4872905"/>
                  </a:lnTo>
                  <a:lnTo>
                    <a:pt x="1026983" y="4872905"/>
                  </a:lnTo>
                  <a:lnTo>
                    <a:pt x="1027109" y="4872905"/>
                  </a:lnTo>
                  <a:lnTo>
                    <a:pt x="1027235" y="4872905"/>
                  </a:lnTo>
                  <a:lnTo>
                    <a:pt x="1027361" y="4872905"/>
                  </a:lnTo>
                  <a:lnTo>
                    <a:pt x="1027487" y="4872905"/>
                  </a:lnTo>
                  <a:lnTo>
                    <a:pt x="1027614" y="4872905"/>
                  </a:lnTo>
                  <a:lnTo>
                    <a:pt x="1027614" y="4867626"/>
                  </a:lnTo>
                  <a:lnTo>
                    <a:pt x="1027740" y="4867626"/>
                  </a:lnTo>
                  <a:lnTo>
                    <a:pt x="1027866" y="4867626"/>
                  </a:lnTo>
                  <a:lnTo>
                    <a:pt x="1027992" y="4867626"/>
                  </a:lnTo>
                  <a:lnTo>
                    <a:pt x="1028118" y="4867626"/>
                  </a:lnTo>
                  <a:lnTo>
                    <a:pt x="1028244" y="4867626"/>
                  </a:lnTo>
                  <a:lnTo>
                    <a:pt x="1028370" y="4867626"/>
                  </a:lnTo>
                  <a:lnTo>
                    <a:pt x="1028496" y="4867626"/>
                  </a:lnTo>
                  <a:lnTo>
                    <a:pt x="1028622" y="4867626"/>
                  </a:lnTo>
                  <a:lnTo>
                    <a:pt x="1028748" y="4867626"/>
                  </a:lnTo>
                  <a:lnTo>
                    <a:pt x="1028874" y="4867626"/>
                  </a:lnTo>
                  <a:lnTo>
                    <a:pt x="1029001" y="4867626"/>
                  </a:lnTo>
                  <a:lnTo>
                    <a:pt x="1029127" y="4867626"/>
                  </a:lnTo>
                  <a:lnTo>
                    <a:pt x="1029253" y="4867626"/>
                  </a:lnTo>
                  <a:lnTo>
                    <a:pt x="1029379" y="4867626"/>
                  </a:lnTo>
                  <a:lnTo>
                    <a:pt x="1029505" y="4867626"/>
                  </a:lnTo>
                  <a:lnTo>
                    <a:pt x="1029631" y="4867626"/>
                  </a:lnTo>
                  <a:lnTo>
                    <a:pt x="1029757" y="4867626"/>
                  </a:lnTo>
                  <a:lnTo>
                    <a:pt x="1029883" y="4867626"/>
                  </a:lnTo>
                  <a:lnTo>
                    <a:pt x="1030009" y="4867626"/>
                  </a:lnTo>
                  <a:lnTo>
                    <a:pt x="1030135" y="4867626"/>
                  </a:lnTo>
                  <a:lnTo>
                    <a:pt x="1030261" y="4867626"/>
                  </a:lnTo>
                  <a:lnTo>
                    <a:pt x="1030388" y="4867626"/>
                  </a:lnTo>
                  <a:lnTo>
                    <a:pt x="1030514" y="4867626"/>
                  </a:lnTo>
                  <a:lnTo>
                    <a:pt x="1030640" y="4867626"/>
                  </a:lnTo>
                  <a:lnTo>
                    <a:pt x="1030766" y="4867626"/>
                  </a:lnTo>
                  <a:lnTo>
                    <a:pt x="1030892" y="4867626"/>
                  </a:lnTo>
                  <a:lnTo>
                    <a:pt x="1031018" y="4867626"/>
                  </a:lnTo>
                  <a:lnTo>
                    <a:pt x="1031144" y="4867626"/>
                  </a:lnTo>
                  <a:lnTo>
                    <a:pt x="1031270" y="4867626"/>
                  </a:lnTo>
                  <a:lnTo>
                    <a:pt x="1031396" y="4867626"/>
                  </a:lnTo>
                  <a:lnTo>
                    <a:pt x="1031522" y="4867626"/>
                  </a:lnTo>
                  <a:lnTo>
                    <a:pt x="1031648" y="4867626"/>
                  </a:lnTo>
                  <a:lnTo>
                    <a:pt x="1031774" y="4867626"/>
                  </a:lnTo>
                  <a:lnTo>
                    <a:pt x="1031901" y="4867626"/>
                  </a:lnTo>
                  <a:lnTo>
                    <a:pt x="1032027" y="4867626"/>
                  </a:lnTo>
                  <a:lnTo>
                    <a:pt x="1032153" y="4867626"/>
                  </a:lnTo>
                  <a:lnTo>
                    <a:pt x="1032279" y="4867626"/>
                  </a:lnTo>
                  <a:lnTo>
                    <a:pt x="1032405" y="4867626"/>
                  </a:lnTo>
                  <a:lnTo>
                    <a:pt x="1032531" y="4867626"/>
                  </a:lnTo>
                  <a:lnTo>
                    <a:pt x="1032657" y="4867626"/>
                  </a:lnTo>
                  <a:lnTo>
                    <a:pt x="1032783" y="4867626"/>
                  </a:lnTo>
                  <a:lnTo>
                    <a:pt x="1032909" y="4867626"/>
                  </a:lnTo>
                  <a:lnTo>
                    <a:pt x="1033035" y="4867626"/>
                  </a:lnTo>
                  <a:lnTo>
                    <a:pt x="1033161" y="4867626"/>
                  </a:lnTo>
                  <a:lnTo>
                    <a:pt x="1033288" y="4867626"/>
                  </a:lnTo>
                  <a:lnTo>
                    <a:pt x="1033414" y="4867626"/>
                  </a:lnTo>
                  <a:lnTo>
                    <a:pt x="1033540" y="4867626"/>
                  </a:lnTo>
                  <a:lnTo>
                    <a:pt x="1033666" y="4867626"/>
                  </a:lnTo>
                  <a:lnTo>
                    <a:pt x="1033792" y="4867626"/>
                  </a:lnTo>
                  <a:lnTo>
                    <a:pt x="1033918" y="4867626"/>
                  </a:lnTo>
                  <a:lnTo>
                    <a:pt x="1034044" y="4867626"/>
                  </a:lnTo>
                  <a:lnTo>
                    <a:pt x="1034170" y="4867626"/>
                  </a:lnTo>
                  <a:lnTo>
                    <a:pt x="1034296" y="4867626"/>
                  </a:lnTo>
                  <a:lnTo>
                    <a:pt x="1034422" y="4867626"/>
                  </a:lnTo>
                  <a:lnTo>
                    <a:pt x="1034548" y="4867626"/>
                  </a:lnTo>
                  <a:lnTo>
                    <a:pt x="1034674" y="4867626"/>
                  </a:lnTo>
                  <a:lnTo>
                    <a:pt x="1034801" y="4867626"/>
                  </a:lnTo>
                  <a:lnTo>
                    <a:pt x="1034927" y="4867626"/>
                  </a:lnTo>
                  <a:lnTo>
                    <a:pt x="1035053" y="4867626"/>
                  </a:lnTo>
                  <a:lnTo>
                    <a:pt x="1035179" y="4867626"/>
                  </a:lnTo>
                  <a:lnTo>
                    <a:pt x="1035305" y="4867626"/>
                  </a:lnTo>
                  <a:lnTo>
                    <a:pt x="1035431" y="4867626"/>
                  </a:lnTo>
                  <a:lnTo>
                    <a:pt x="1035557" y="4867626"/>
                  </a:lnTo>
                  <a:lnTo>
                    <a:pt x="1035683" y="4867626"/>
                  </a:lnTo>
                  <a:lnTo>
                    <a:pt x="1035809" y="4867626"/>
                  </a:lnTo>
                  <a:lnTo>
                    <a:pt x="1035935" y="4867626"/>
                  </a:lnTo>
                  <a:lnTo>
                    <a:pt x="1036061" y="4867626"/>
                  </a:lnTo>
                  <a:lnTo>
                    <a:pt x="1036188" y="4867626"/>
                  </a:lnTo>
                  <a:lnTo>
                    <a:pt x="1036314" y="4867626"/>
                  </a:lnTo>
                  <a:lnTo>
                    <a:pt x="1036440" y="4867626"/>
                  </a:lnTo>
                  <a:lnTo>
                    <a:pt x="1036566" y="4867626"/>
                  </a:lnTo>
                  <a:lnTo>
                    <a:pt x="1036692" y="4867626"/>
                  </a:lnTo>
                  <a:lnTo>
                    <a:pt x="1036818" y="4867626"/>
                  </a:lnTo>
                  <a:lnTo>
                    <a:pt x="1036944" y="4867626"/>
                  </a:lnTo>
                  <a:lnTo>
                    <a:pt x="1037070" y="4867626"/>
                  </a:lnTo>
                  <a:lnTo>
                    <a:pt x="1037196" y="4867626"/>
                  </a:lnTo>
                  <a:lnTo>
                    <a:pt x="1037322" y="4867626"/>
                  </a:lnTo>
                  <a:lnTo>
                    <a:pt x="1037448" y="4867626"/>
                  </a:lnTo>
                  <a:lnTo>
                    <a:pt x="1037575" y="4867626"/>
                  </a:lnTo>
                  <a:lnTo>
                    <a:pt x="1037701" y="4867626"/>
                  </a:lnTo>
                  <a:lnTo>
                    <a:pt x="1037827" y="4867626"/>
                  </a:lnTo>
                  <a:lnTo>
                    <a:pt x="1037953" y="4867626"/>
                  </a:lnTo>
                  <a:lnTo>
                    <a:pt x="1038079" y="4867626"/>
                  </a:lnTo>
                  <a:lnTo>
                    <a:pt x="1038205" y="4867626"/>
                  </a:lnTo>
                  <a:lnTo>
                    <a:pt x="1038331" y="4867626"/>
                  </a:lnTo>
                  <a:lnTo>
                    <a:pt x="1038457" y="4867626"/>
                  </a:lnTo>
                  <a:lnTo>
                    <a:pt x="1038583" y="4867626"/>
                  </a:lnTo>
                  <a:lnTo>
                    <a:pt x="1038709" y="4867626"/>
                  </a:lnTo>
                  <a:lnTo>
                    <a:pt x="1038835" y="4867626"/>
                  </a:lnTo>
                  <a:lnTo>
                    <a:pt x="1038961" y="4867626"/>
                  </a:lnTo>
                  <a:lnTo>
                    <a:pt x="1039088" y="4867626"/>
                  </a:lnTo>
                  <a:lnTo>
                    <a:pt x="1039214" y="4867626"/>
                  </a:lnTo>
                  <a:lnTo>
                    <a:pt x="1039340" y="4867626"/>
                  </a:lnTo>
                  <a:lnTo>
                    <a:pt x="1039466" y="4867626"/>
                  </a:lnTo>
                  <a:lnTo>
                    <a:pt x="1039592" y="4867626"/>
                  </a:lnTo>
                  <a:lnTo>
                    <a:pt x="1039718" y="4867626"/>
                  </a:lnTo>
                  <a:lnTo>
                    <a:pt x="1039844" y="4867626"/>
                  </a:lnTo>
                  <a:lnTo>
                    <a:pt x="1039970" y="4867626"/>
                  </a:lnTo>
                  <a:lnTo>
                    <a:pt x="1040096" y="4867626"/>
                  </a:lnTo>
                  <a:lnTo>
                    <a:pt x="1040222" y="4867626"/>
                  </a:lnTo>
                  <a:lnTo>
                    <a:pt x="1040348" y="4867626"/>
                  </a:lnTo>
                  <a:lnTo>
                    <a:pt x="1040475" y="4867626"/>
                  </a:lnTo>
                  <a:lnTo>
                    <a:pt x="1040601" y="4867626"/>
                  </a:lnTo>
                  <a:lnTo>
                    <a:pt x="1040727" y="4867626"/>
                  </a:lnTo>
                  <a:lnTo>
                    <a:pt x="1040853" y="4867626"/>
                  </a:lnTo>
                  <a:lnTo>
                    <a:pt x="1040979" y="4867626"/>
                  </a:lnTo>
                  <a:lnTo>
                    <a:pt x="1041105" y="4867626"/>
                  </a:lnTo>
                  <a:lnTo>
                    <a:pt x="1041231" y="4867626"/>
                  </a:lnTo>
                  <a:lnTo>
                    <a:pt x="1041357" y="4867626"/>
                  </a:lnTo>
                  <a:lnTo>
                    <a:pt x="1041483" y="4867626"/>
                  </a:lnTo>
                  <a:lnTo>
                    <a:pt x="1041609" y="4867626"/>
                  </a:lnTo>
                  <a:lnTo>
                    <a:pt x="1041735" y="4867626"/>
                  </a:lnTo>
                  <a:lnTo>
                    <a:pt x="1041861" y="4867626"/>
                  </a:lnTo>
                  <a:lnTo>
                    <a:pt x="1041988" y="4867626"/>
                  </a:lnTo>
                  <a:lnTo>
                    <a:pt x="1042114" y="4867626"/>
                  </a:lnTo>
                  <a:lnTo>
                    <a:pt x="1042240" y="4867626"/>
                  </a:lnTo>
                  <a:lnTo>
                    <a:pt x="1042366" y="4867626"/>
                  </a:lnTo>
                  <a:lnTo>
                    <a:pt x="1042492" y="4867626"/>
                  </a:lnTo>
                  <a:lnTo>
                    <a:pt x="1042618" y="4867626"/>
                  </a:lnTo>
                  <a:lnTo>
                    <a:pt x="1042744" y="4867626"/>
                  </a:lnTo>
                  <a:lnTo>
                    <a:pt x="1042870" y="4867626"/>
                  </a:lnTo>
                  <a:lnTo>
                    <a:pt x="1042996" y="4867626"/>
                  </a:lnTo>
                  <a:lnTo>
                    <a:pt x="1043122" y="4867626"/>
                  </a:lnTo>
                  <a:lnTo>
                    <a:pt x="1043248" y="4867626"/>
                  </a:lnTo>
                  <a:lnTo>
                    <a:pt x="1043375" y="4867626"/>
                  </a:lnTo>
                  <a:lnTo>
                    <a:pt x="1043501" y="4867626"/>
                  </a:lnTo>
                  <a:lnTo>
                    <a:pt x="1043627" y="4867626"/>
                  </a:lnTo>
                  <a:lnTo>
                    <a:pt x="1043753" y="4867626"/>
                  </a:lnTo>
                  <a:lnTo>
                    <a:pt x="1043879" y="4867626"/>
                  </a:lnTo>
                  <a:lnTo>
                    <a:pt x="1044005" y="4867626"/>
                  </a:lnTo>
                  <a:lnTo>
                    <a:pt x="1044131" y="4867626"/>
                  </a:lnTo>
                  <a:lnTo>
                    <a:pt x="1044257" y="4867626"/>
                  </a:lnTo>
                  <a:lnTo>
                    <a:pt x="1044383" y="4867626"/>
                  </a:lnTo>
                  <a:lnTo>
                    <a:pt x="1044509" y="4867626"/>
                  </a:lnTo>
                  <a:lnTo>
                    <a:pt x="1044635" y="4867626"/>
                  </a:lnTo>
                  <a:lnTo>
                    <a:pt x="1044761" y="4867626"/>
                  </a:lnTo>
                  <a:lnTo>
                    <a:pt x="1044888" y="4867626"/>
                  </a:lnTo>
                  <a:lnTo>
                    <a:pt x="1045014" y="4867626"/>
                  </a:lnTo>
                  <a:lnTo>
                    <a:pt x="1045140" y="4867626"/>
                  </a:lnTo>
                  <a:lnTo>
                    <a:pt x="1045266" y="4867626"/>
                  </a:lnTo>
                  <a:lnTo>
                    <a:pt x="1045392" y="4867626"/>
                  </a:lnTo>
                  <a:lnTo>
                    <a:pt x="1045518" y="4867626"/>
                  </a:lnTo>
                  <a:lnTo>
                    <a:pt x="1045644" y="4867626"/>
                  </a:lnTo>
                  <a:lnTo>
                    <a:pt x="1045770" y="4867626"/>
                  </a:lnTo>
                  <a:lnTo>
                    <a:pt x="1045896" y="4867626"/>
                  </a:lnTo>
                  <a:lnTo>
                    <a:pt x="1046022" y="4867626"/>
                  </a:lnTo>
                  <a:lnTo>
                    <a:pt x="1046148" y="4867626"/>
                  </a:lnTo>
                  <a:lnTo>
                    <a:pt x="1046275" y="4867626"/>
                  </a:lnTo>
                  <a:lnTo>
                    <a:pt x="1046401" y="4867626"/>
                  </a:lnTo>
                  <a:lnTo>
                    <a:pt x="1046527" y="4867626"/>
                  </a:lnTo>
                  <a:lnTo>
                    <a:pt x="1046653" y="4867626"/>
                  </a:lnTo>
                  <a:lnTo>
                    <a:pt x="1046779" y="4867626"/>
                  </a:lnTo>
                  <a:lnTo>
                    <a:pt x="1046779" y="4862347"/>
                  </a:lnTo>
                  <a:lnTo>
                    <a:pt x="1046905" y="4862347"/>
                  </a:lnTo>
                  <a:lnTo>
                    <a:pt x="1047031" y="4862347"/>
                  </a:lnTo>
                  <a:lnTo>
                    <a:pt x="1047157" y="4862347"/>
                  </a:lnTo>
                  <a:lnTo>
                    <a:pt x="1047283" y="4862347"/>
                  </a:lnTo>
                  <a:lnTo>
                    <a:pt x="1047409" y="4862347"/>
                  </a:lnTo>
                  <a:lnTo>
                    <a:pt x="1047535" y="4862347"/>
                  </a:lnTo>
                  <a:lnTo>
                    <a:pt x="1047662" y="4862347"/>
                  </a:lnTo>
                  <a:lnTo>
                    <a:pt x="1047788" y="4862347"/>
                  </a:lnTo>
                  <a:lnTo>
                    <a:pt x="1047914" y="4862347"/>
                  </a:lnTo>
                  <a:lnTo>
                    <a:pt x="1048040" y="4862347"/>
                  </a:lnTo>
                  <a:lnTo>
                    <a:pt x="1048166" y="4862347"/>
                  </a:lnTo>
                  <a:lnTo>
                    <a:pt x="1048292" y="4862347"/>
                  </a:lnTo>
                  <a:lnTo>
                    <a:pt x="1048418" y="4862347"/>
                  </a:lnTo>
                  <a:lnTo>
                    <a:pt x="1048544" y="4862347"/>
                  </a:lnTo>
                  <a:lnTo>
                    <a:pt x="1048670" y="4862347"/>
                  </a:lnTo>
                  <a:lnTo>
                    <a:pt x="1048796" y="4862347"/>
                  </a:lnTo>
                  <a:lnTo>
                    <a:pt x="1048922" y="4862347"/>
                  </a:lnTo>
                  <a:lnTo>
                    <a:pt x="1049048" y="4862347"/>
                  </a:lnTo>
                  <a:lnTo>
                    <a:pt x="1049175" y="4862347"/>
                  </a:lnTo>
                  <a:lnTo>
                    <a:pt x="1049301" y="4862347"/>
                  </a:lnTo>
                  <a:lnTo>
                    <a:pt x="1049427" y="4862347"/>
                  </a:lnTo>
                  <a:lnTo>
                    <a:pt x="1049553" y="4862347"/>
                  </a:lnTo>
                  <a:lnTo>
                    <a:pt x="1049679" y="4862347"/>
                  </a:lnTo>
                  <a:lnTo>
                    <a:pt x="1049805" y="4862347"/>
                  </a:lnTo>
                  <a:lnTo>
                    <a:pt x="1049931" y="4862347"/>
                  </a:lnTo>
                  <a:lnTo>
                    <a:pt x="1050057" y="4862347"/>
                  </a:lnTo>
                  <a:lnTo>
                    <a:pt x="1050183" y="4862347"/>
                  </a:lnTo>
                  <a:lnTo>
                    <a:pt x="1050309" y="4862347"/>
                  </a:lnTo>
                  <a:lnTo>
                    <a:pt x="1050435" y="4862347"/>
                  </a:lnTo>
                  <a:lnTo>
                    <a:pt x="1050562" y="4862347"/>
                  </a:lnTo>
                  <a:lnTo>
                    <a:pt x="1050688" y="4862347"/>
                  </a:lnTo>
                  <a:lnTo>
                    <a:pt x="1050814" y="4862347"/>
                  </a:lnTo>
                  <a:lnTo>
                    <a:pt x="1050940" y="4862347"/>
                  </a:lnTo>
                  <a:lnTo>
                    <a:pt x="1051066" y="4862347"/>
                  </a:lnTo>
                  <a:lnTo>
                    <a:pt x="1051192" y="4862347"/>
                  </a:lnTo>
                  <a:lnTo>
                    <a:pt x="1051318" y="4862347"/>
                  </a:lnTo>
                  <a:lnTo>
                    <a:pt x="1051444" y="4862347"/>
                  </a:lnTo>
                  <a:lnTo>
                    <a:pt x="1051570" y="4862347"/>
                  </a:lnTo>
                  <a:lnTo>
                    <a:pt x="1051696" y="4862347"/>
                  </a:lnTo>
                  <a:lnTo>
                    <a:pt x="1051822" y="4862347"/>
                  </a:lnTo>
                  <a:lnTo>
                    <a:pt x="1051948" y="4862347"/>
                  </a:lnTo>
                  <a:lnTo>
                    <a:pt x="1052075" y="4862347"/>
                  </a:lnTo>
                  <a:lnTo>
                    <a:pt x="1052201" y="4862347"/>
                  </a:lnTo>
                  <a:lnTo>
                    <a:pt x="1052327" y="4862347"/>
                  </a:lnTo>
                  <a:lnTo>
                    <a:pt x="1052453" y="4862347"/>
                  </a:lnTo>
                  <a:lnTo>
                    <a:pt x="1052579" y="4862347"/>
                  </a:lnTo>
                  <a:lnTo>
                    <a:pt x="1052705" y="4862347"/>
                  </a:lnTo>
                  <a:lnTo>
                    <a:pt x="1052831" y="4862347"/>
                  </a:lnTo>
                  <a:lnTo>
                    <a:pt x="1052957" y="4862347"/>
                  </a:lnTo>
                  <a:lnTo>
                    <a:pt x="1053083" y="4862347"/>
                  </a:lnTo>
                  <a:lnTo>
                    <a:pt x="1053209" y="4862347"/>
                  </a:lnTo>
                  <a:lnTo>
                    <a:pt x="1053335" y="4862347"/>
                  </a:lnTo>
                  <a:lnTo>
                    <a:pt x="1053462" y="4862347"/>
                  </a:lnTo>
                  <a:lnTo>
                    <a:pt x="1053588" y="4862347"/>
                  </a:lnTo>
                  <a:lnTo>
                    <a:pt x="1053714" y="4862347"/>
                  </a:lnTo>
                  <a:lnTo>
                    <a:pt x="1053840" y="4862347"/>
                  </a:lnTo>
                  <a:lnTo>
                    <a:pt x="1053966" y="4862347"/>
                  </a:lnTo>
                  <a:lnTo>
                    <a:pt x="1054092" y="4862347"/>
                  </a:lnTo>
                  <a:lnTo>
                    <a:pt x="1054218" y="4862347"/>
                  </a:lnTo>
                  <a:lnTo>
                    <a:pt x="1054344" y="4862347"/>
                  </a:lnTo>
                  <a:lnTo>
                    <a:pt x="1054470" y="4862347"/>
                  </a:lnTo>
                  <a:lnTo>
                    <a:pt x="1054596" y="4862347"/>
                  </a:lnTo>
                  <a:lnTo>
                    <a:pt x="1054722" y="4862347"/>
                  </a:lnTo>
                  <a:lnTo>
                    <a:pt x="1054849" y="4862347"/>
                  </a:lnTo>
                  <a:lnTo>
                    <a:pt x="1054975" y="4862347"/>
                  </a:lnTo>
                  <a:lnTo>
                    <a:pt x="1055101" y="4862347"/>
                  </a:lnTo>
                  <a:lnTo>
                    <a:pt x="1055101" y="4857067"/>
                  </a:lnTo>
                  <a:lnTo>
                    <a:pt x="1055227" y="4857067"/>
                  </a:lnTo>
                  <a:lnTo>
                    <a:pt x="1055353" y="4857067"/>
                  </a:lnTo>
                  <a:lnTo>
                    <a:pt x="1055479" y="4857067"/>
                  </a:lnTo>
                  <a:lnTo>
                    <a:pt x="1055605" y="4857067"/>
                  </a:lnTo>
                  <a:lnTo>
                    <a:pt x="1055731" y="4857067"/>
                  </a:lnTo>
                  <a:lnTo>
                    <a:pt x="1055857" y="4857067"/>
                  </a:lnTo>
                  <a:lnTo>
                    <a:pt x="1055983" y="4857067"/>
                  </a:lnTo>
                  <a:lnTo>
                    <a:pt x="1056109" y="4857067"/>
                  </a:lnTo>
                  <a:lnTo>
                    <a:pt x="1056235" y="4857067"/>
                  </a:lnTo>
                  <a:lnTo>
                    <a:pt x="1056362" y="4857067"/>
                  </a:lnTo>
                  <a:lnTo>
                    <a:pt x="1056488" y="4857067"/>
                  </a:lnTo>
                  <a:lnTo>
                    <a:pt x="1056614" y="4857067"/>
                  </a:lnTo>
                  <a:lnTo>
                    <a:pt x="1056740" y="4857067"/>
                  </a:lnTo>
                  <a:lnTo>
                    <a:pt x="1056866" y="4857067"/>
                  </a:lnTo>
                  <a:lnTo>
                    <a:pt x="1056992" y="4857067"/>
                  </a:lnTo>
                  <a:lnTo>
                    <a:pt x="1057118" y="4857067"/>
                  </a:lnTo>
                  <a:lnTo>
                    <a:pt x="1057244" y="4857067"/>
                  </a:lnTo>
                  <a:lnTo>
                    <a:pt x="1057370" y="4857067"/>
                  </a:lnTo>
                  <a:lnTo>
                    <a:pt x="1057496" y="4857067"/>
                  </a:lnTo>
                  <a:lnTo>
                    <a:pt x="1057622" y="4857067"/>
                  </a:lnTo>
                  <a:lnTo>
                    <a:pt x="1057749" y="4857067"/>
                  </a:lnTo>
                  <a:lnTo>
                    <a:pt x="1057875" y="4857067"/>
                  </a:lnTo>
                  <a:lnTo>
                    <a:pt x="1058001" y="4857067"/>
                  </a:lnTo>
                  <a:lnTo>
                    <a:pt x="1058127" y="4857067"/>
                  </a:lnTo>
                  <a:lnTo>
                    <a:pt x="1058253" y="4857067"/>
                  </a:lnTo>
                  <a:lnTo>
                    <a:pt x="1058379" y="4857067"/>
                  </a:lnTo>
                  <a:lnTo>
                    <a:pt x="1058505" y="4857067"/>
                  </a:lnTo>
                  <a:lnTo>
                    <a:pt x="1058631" y="4857067"/>
                  </a:lnTo>
                  <a:lnTo>
                    <a:pt x="1058757" y="4857067"/>
                  </a:lnTo>
                  <a:lnTo>
                    <a:pt x="1058883" y="4857067"/>
                  </a:lnTo>
                  <a:lnTo>
                    <a:pt x="1059009" y="4857067"/>
                  </a:lnTo>
                  <a:lnTo>
                    <a:pt x="1059135" y="4857067"/>
                  </a:lnTo>
                  <a:lnTo>
                    <a:pt x="1059262" y="4857067"/>
                  </a:lnTo>
                  <a:lnTo>
                    <a:pt x="1059388" y="4857067"/>
                  </a:lnTo>
                  <a:lnTo>
                    <a:pt x="1059514" y="4857067"/>
                  </a:lnTo>
                  <a:lnTo>
                    <a:pt x="1059640" y="4857067"/>
                  </a:lnTo>
                  <a:lnTo>
                    <a:pt x="1059766" y="4857067"/>
                  </a:lnTo>
                  <a:lnTo>
                    <a:pt x="1059892" y="4857067"/>
                  </a:lnTo>
                  <a:lnTo>
                    <a:pt x="1060018" y="4857067"/>
                  </a:lnTo>
                  <a:lnTo>
                    <a:pt x="1060144" y="4857067"/>
                  </a:lnTo>
                  <a:lnTo>
                    <a:pt x="1060270" y="4857067"/>
                  </a:lnTo>
                  <a:lnTo>
                    <a:pt x="1060396" y="4857067"/>
                  </a:lnTo>
                  <a:lnTo>
                    <a:pt x="1060522" y="4857067"/>
                  </a:lnTo>
                  <a:lnTo>
                    <a:pt x="1060649" y="4857067"/>
                  </a:lnTo>
                  <a:lnTo>
                    <a:pt x="1060775" y="4857067"/>
                  </a:lnTo>
                  <a:lnTo>
                    <a:pt x="1060901" y="4857067"/>
                  </a:lnTo>
                  <a:lnTo>
                    <a:pt x="1061027" y="4857067"/>
                  </a:lnTo>
                  <a:lnTo>
                    <a:pt x="1061153" y="4857067"/>
                  </a:lnTo>
                  <a:lnTo>
                    <a:pt x="1061279" y="4857067"/>
                  </a:lnTo>
                  <a:lnTo>
                    <a:pt x="1061405" y="4857067"/>
                  </a:lnTo>
                  <a:lnTo>
                    <a:pt x="1061531" y="4857067"/>
                  </a:lnTo>
                  <a:lnTo>
                    <a:pt x="1061657" y="4857067"/>
                  </a:lnTo>
                  <a:lnTo>
                    <a:pt x="1061783" y="4857067"/>
                  </a:lnTo>
                  <a:lnTo>
                    <a:pt x="1061909" y="4857067"/>
                  </a:lnTo>
                  <a:lnTo>
                    <a:pt x="1062035" y="4857067"/>
                  </a:lnTo>
                  <a:lnTo>
                    <a:pt x="1062162" y="4857067"/>
                  </a:lnTo>
                  <a:lnTo>
                    <a:pt x="1062288" y="4857067"/>
                  </a:lnTo>
                  <a:lnTo>
                    <a:pt x="1062414" y="4857067"/>
                  </a:lnTo>
                  <a:lnTo>
                    <a:pt x="1062540" y="4857067"/>
                  </a:lnTo>
                  <a:lnTo>
                    <a:pt x="1062666" y="4857067"/>
                  </a:lnTo>
                  <a:lnTo>
                    <a:pt x="1062792" y="4857067"/>
                  </a:lnTo>
                  <a:lnTo>
                    <a:pt x="1062918" y="4857067"/>
                  </a:lnTo>
                  <a:lnTo>
                    <a:pt x="1063044" y="4857067"/>
                  </a:lnTo>
                  <a:lnTo>
                    <a:pt x="1063170" y="4857067"/>
                  </a:lnTo>
                  <a:lnTo>
                    <a:pt x="1063296" y="4857067"/>
                  </a:lnTo>
                  <a:lnTo>
                    <a:pt x="1063422" y="4857067"/>
                  </a:lnTo>
                  <a:lnTo>
                    <a:pt x="1063549" y="4857067"/>
                  </a:lnTo>
                  <a:lnTo>
                    <a:pt x="1063675" y="4857067"/>
                  </a:lnTo>
                  <a:lnTo>
                    <a:pt x="1063801" y="4857067"/>
                  </a:lnTo>
                  <a:lnTo>
                    <a:pt x="1063927" y="4857067"/>
                  </a:lnTo>
                  <a:lnTo>
                    <a:pt x="1064053" y="4857067"/>
                  </a:lnTo>
                  <a:lnTo>
                    <a:pt x="1064179" y="4857067"/>
                  </a:lnTo>
                  <a:lnTo>
                    <a:pt x="1064305" y="4857067"/>
                  </a:lnTo>
                  <a:lnTo>
                    <a:pt x="1064431" y="4857067"/>
                  </a:lnTo>
                  <a:lnTo>
                    <a:pt x="1064557" y="4857067"/>
                  </a:lnTo>
                  <a:lnTo>
                    <a:pt x="1064683" y="4857067"/>
                  </a:lnTo>
                  <a:lnTo>
                    <a:pt x="1064809" y="4857067"/>
                  </a:lnTo>
                  <a:lnTo>
                    <a:pt x="1064936" y="4857067"/>
                  </a:lnTo>
                  <a:lnTo>
                    <a:pt x="1065062" y="4857067"/>
                  </a:lnTo>
                  <a:lnTo>
                    <a:pt x="1065188" y="4857067"/>
                  </a:lnTo>
                  <a:lnTo>
                    <a:pt x="1065314" y="4857067"/>
                  </a:lnTo>
                  <a:lnTo>
                    <a:pt x="1065440" y="4857067"/>
                  </a:lnTo>
                  <a:lnTo>
                    <a:pt x="1065566" y="4857067"/>
                  </a:lnTo>
                  <a:lnTo>
                    <a:pt x="1065692" y="4857067"/>
                  </a:lnTo>
                  <a:lnTo>
                    <a:pt x="1065818" y="4857067"/>
                  </a:lnTo>
                  <a:lnTo>
                    <a:pt x="1065944" y="4857067"/>
                  </a:lnTo>
                  <a:lnTo>
                    <a:pt x="1066070" y="4857067"/>
                  </a:lnTo>
                  <a:lnTo>
                    <a:pt x="1066196" y="4857067"/>
                  </a:lnTo>
                  <a:lnTo>
                    <a:pt x="1066322" y="4857067"/>
                  </a:lnTo>
                  <a:lnTo>
                    <a:pt x="1066449" y="4857067"/>
                  </a:lnTo>
                  <a:lnTo>
                    <a:pt x="1066575" y="4857067"/>
                  </a:lnTo>
                  <a:lnTo>
                    <a:pt x="1066701" y="4857067"/>
                  </a:lnTo>
                  <a:lnTo>
                    <a:pt x="1066827" y="4857067"/>
                  </a:lnTo>
                  <a:lnTo>
                    <a:pt x="1066953" y="4857067"/>
                  </a:lnTo>
                  <a:lnTo>
                    <a:pt x="1067079" y="4857067"/>
                  </a:lnTo>
                  <a:lnTo>
                    <a:pt x="1067205" y="4857067"/>
                  </a:lnTo>
                  <a:lnTo>
                    <a:pt x="1067331" y="4857067"/>
                  </a:lnTo>
                  <a:lnTo>
                    <a:pt x="1067457" y="4857067"/>
                  </a:lnTo>
                  <a:lnTo>
                    <a:pt x="1067583" y="4857067"/>
                  </a:lnTo>
                  <a:lnTo>
                    <a:pt x="1067709" y="4857067"/>
                  </a:lnTo>
                  <a:lnTo>
                    <a:pt x="1067836" y="4857067"/>
                  </a:lnTo>
                  <a:lnTo>
                    <a:pt x="1067962" y="4857067"/>
                  </a:lnTo>
                  <a:lnTo>
                    <a:pt x="1068088" y="4857067"/>
                  </a:lnTo>
                  <a:lnTo>
                    <a:pt x="1068214" y="4857067"/>
                  </a:lnTo>
                  <a:lnTo>
                    <a:pt x="1068340" y="4857067"/>
                  </a:lnTo>
                  <a:lnTo>
                    <a:pt x="1068340" y="4851788"/>
                  </a:lnTo>
                  <a:lnTo>
                    <a:pt x="1068466" y="4851788"/>
                  </a:lnTo>
                  <a:lnTo>
                    <a:pt x="1068592" y="4851788"/>
                  </a:lnTo>
                  <a:lnTo>
                    <a:pt x="1068718" y="4851788"/>
                  </a:lnTo>
                  <a:lnTo>
                    <a:pt x="1068844" y="4851788"/>
                  </a:lnTo>
                  <a:lnTo>
                    <a:pt x="1068970" y="4851788"/>
                  </a:lnTo>
                  <a:lnTo>
                    <a:pt x="1069096" y="4851788"/>
                  </a:lnTo>
                  <a:lnTo>
                    <a:pt x="1069222" y="4851788"/>
                  </a:lnTo>
                  <a:lnTo>
                    <a:pt x="1069349" y="4851788"/>
                  </a:lnTo>
                  <a:lnTo>
                    <a:pt x="1069475" y="4851788"/>
                  </a:lnTo>
                  <a:lnTo>
                    <a:pt x="1069601" y="4851788"/>
                  </a:lnTo>
                  <a:lnTo>
                    <a:pt x="1069727" y="4851788"/>
                  </a:lnTo>
                  <a:lnTo>
                    <a:pt x="1069853" y="4851788"/>
                  </a:lnTo>
                  <a:lnTo>
                    <a:pt x="1069979" y="4851788"/>
                  </a:lnTo>
                  <a:lnTo>
                    <a:pt x="1070105" y="4851788"/>
                  </a:lnTo>
                  <a:lnTo>
                    <a:pt x="1070231" y="4851788"/>
                  </a:lnTo>
                  <a:lnTo>
                    <a:pt x="1070357" y="4851788"/>
                  </a:lnTo>
                  <a:lnTo>
                    <a:pt x="1070483" y="4851788"/>
                  </a:lnTo>
                  <a:lnTo>
                    <a:pt x="1070609" y="4851788"/>
                  </a:lnTo>
                  <a:lnTo>
                    <a:pt x="1070736" y="4851788"/>
                  </a:lnTo>
                  <a:lnTo>
                    <a:pt x="1070862" y="4851788"/>
                  </a:lnTo>
                  <a:lnTo>
                    <a:pt x="1070988" y="4851788"/>
                  </a:lnTo>
                  <a:lnTo>
                    <a:pt x="1071114" y="4851788"/>
                  </a:lnTo>
                  <a:lnTo>
                    <a:pt x="1071240" y="4851788"/>
                  </a:lnTo>
                  <a:lnTo>
                    <a:pt x="1071240" y="4846508"/>
                  </a:lnTo>
                  <a:lnTo>
                    <a:pt x="1071366" y="4846508"/>
                  </a:lnTo>
                  <a:lnTo>
                    <a:pt x="1071492" y="4846508"/>
                  </a:lnTo>
                  <a:lnTo>
                    <a:pt x="1071618" y="4846508"/>
                  </a:lnTo>
                  <a:lnTo>
                    <a:pt x="1071744" y="4846508"/>
                  </a:lnTo>
                  <a:lnTo>
                    <a:pt x="1071870" y="4846508"/>
                  </a:lnTo>
                  <a:lnTo>
                    <a:pt x="1071996" y="4846508"/>
                  </a:lnTo>
                  <a:lnTo>
                    <a:pt x="1072123" y="4846508"/>
                  </a:lnTo>
                  <a:lnTo>
                    <a:pt x="1072249" y="4846508"/>
                  </a:lnTo>
                  <a:lnTo>
                    <a:pt x="1072375" y="4846508"/>
                  </a:lnTo>
                  <a:lnTo>
                    <a:pt x="1072501" y="4846508"/>
                  </a:lnTo>
                  <a:lnTo>
                    <a:pt x="1072627" y="4846508"/>
                  </a:lnTo>
                  <a:lnTo>
                    <a:pt x="1072753" y="4846508"/>
                  </a:lnTo>
                  <a:lnTo>
                    <a:pt x="1072879" y="4846508"/>
                  </a:lnTo>
                  <a:lnTo>
                    <a:pt x="1073005" y="4846508"/>
                  </a:lnTo>
                  <a:lnTo>
                    <a:pt x="1073131" y="4846508"/>
                  </a:lnTo>
                  <a:lnTo>
                    <a:pt x="1073257" y="4846508"/>
                  </a:lnTo>
                  <a:lnTo>
                    <a:pt x="1073383" y="4846508"/>
                  </a:lnTo>
                  <a:lnTo>
                    <a:pt x="1073509" y="4846508"/>
                  </a:lnTo>
                  <a:lnTo>
                    <a:pt x="1073636" y="4846508"/>
                  </a:lnTo>
                  <a:lnTo>
                    <a:pt x="1073762" y="4846508"/>
                  </a:lnTo>
                  <a:lnTo>
                    <a:pt x="1073888" y="4846508"/>
                  </a:lnTo>
                  <a:lnTo>
                    <a:pt x="1074014" y="4846508"/>
                  </a:lnTo>
                  <a:lnTo>
                    <a:pt x="1074140" y="4846508"/>
                  </a:lnTo>
                  <a:lnTo>
                    <a:pt x="1074266" y="4846508"/>
                  </a:lnTo>
                  <a:lnTo>
                    <a:pt x="1074392" y="4846508"/>
                  </a:lnTo>
                  <a:lnTo>
                    <a:pt x="1074518" y="4846508"/>
                  </a:lnTo>
                  <a:lnTo>
                    <a:pt x="1074644" y="4846508"/>
                  </a:lnTo>
                  <a:lnTo>
                    <a:pt x="1074770" y="4846508"/>
                  </a:lnTo>
                  <a:lnTo>
                    <a:pt x="1074896" y="4846508"/>
                  </a:lnTo>
                  <a:lnTo>
                    <a:pt x="1075023" y="4846508"/>
                  </a:lnTo>
                  <a:lnTo>
                    <a:pt x="1075149" y="4846508"/>
                  </a:lnTo>
                  <a:lnTo>
                    <a:pt x="1075275" y="4846508"/>
                  </a:lnTo>
                  <a:lnTo>
                    <a:pt x="1075401" y="4846508"/>
                  </a:lnTo>
                  <a:lnTo>
                    <a:pt x="1075527" y="4846508"/>
                  </a:lnTo>
                  <a:lnTo>
                    <a:pt x="1075653" y="4846508"/>
                  </a:lnTo>
                  <a:lnTo>
                    <a:pt x="1075779" y="4846508"/>
                  </a:lnTo>
                  <a:lnTo>
                    <a:pt x="1075905" y="4846508"/>
                  </a:lnTo>
                  <a:lnTo>
                    <a:pt x="1076031" y="4846508"/>
                  </a:lnTo>
                  <a:lnTo>
                    <a:pt x="1076157" y="4846508"/>
                  </a:lnTo>
                  <a:lnTo>
                    <a:pt x="1076283" y="4846508"/>
                  </a:lnTo>
                  <a:lnTo>
                    <a:pt x="1076409" y="4846508"/>
                  </a:lnTo>
                  <a:lnTo>
                    <a:pt x="1076536" y="4846508"/>
                  </a:lnTo>
                  <a:lnTo>
                    <a:pt x="1076662" y="4846508"/>
                  </a:lnTo>
                  <a:lnTo>
                    <a:pt x="1076788" y="4846508"/>
                  </a:lnTo>
                  <a:lnTo>
                    <a:pt x="1076914" y="4846508"/>
                  </a:lnTo>
                  <a:lnTo>
                    <a:pt x="1077040" y="4846508"/>
                  </a:lnTo>
                  <a:lnTo>
                    <a:pt x="1077166" y="4846508"/>
                  </a:lnTo>
                  <a:lnTo>
                    <a:pt x="1077292" y="4846508"/>
                  </a:lnTo>
                  <a:lnTo>
                    <a:pt x="1077418" y="4846508"/>
                  </a:lnTo>
                  <a:lnTo>
                    <a:pt x="1077544" y="4846508"/>
                  </a:lnTo>
                  <a:lnTo>
                    <a:pt x="1077670" y="4846508"/>
                  </a:lnTo>
                  <a:lnTo>
                    <a:pt x="1077796" y="4846508"/>
                  </a:lnTo>
                  <a:lnTo>
                    <a:pt x="1077923" y="4846508"/>
                  </a:lnTo>
                  <a:lnTo>
                    <a:pt x="1078049" y="4846508"/>
                  </a:lnTo>
                  <a:lnTo>
                    <a:pt x="1078175" y="4846508"/>
                  </a:lnTo>
                  <a:lnTo>
                    <a:pt x="1078301" y="4846508"/>
                  </a:lnTo>
                  <a:lnTo>
                    <a:pt x="1078427" y="4846508"/>
                  </a:lnTo>
                  <a:lnTo>
                    <a:pt x="1078553" y="4846508"/>
                  </a:lnTo>
                  <a:lnTo>
                    <a:pt x="1078679" y="4846508"/>
                  </a:lnTo>
                  <a:lnTo>
                    <a:pt x="1078805" y="4846508"/>
                  </a:lnTo>
                  <a:lnTo>
                    <a:pt x="1078931" y="4846508"/>
                  </a:lnTo>
                  <a:lnTo>
                    <a:pt x="1079057" y="4846508"/>
                  </a:lnTo>
                  <a:lnTo>
                    <a:pt x="1079183" y="4846508"/>
                  </a:lnTo>
                  <a:lnTo>
                    <a:pt x="1079310" y="4846508"/>
                  </a:lnTo>
                  <a:lnTo>
                    <a:pt x="1079436" y="4846508"/>
                  </a:lnTo>
                  <a:lnTo>
                    <a:pt x="1079562" y="4846508"/>
                  </a:lnTo>
                  <a:lnTo>
                    <a:pt x="1079688" y="4846508"/>
                  </a:lnTo>
                  <a:lnTo>
                    <a:pt x="1079814" y="4846508"/>
                  </a:lnTo>
                  <a:lnTo>
                    <a:pt x="1079940" y="4846508"/>
                  </a:lnTo>
                  <a:lnTo>
                    <a:pt x="1080066" y="4846508"/>
                  </a:lnTo>
                  <a:lnTo>
                    <a:pt x="1080192" y="4846508"/>
                  </a:lnTo>
                  <a:lnTo>
                    <a:pt x="1080318" y="4846508"/>
                  </a:lnTo>
                  <a:lnTo>
                    <a:pt x="1080444" y="4846508"/>
                  </a:lnTo>
                  <a:lnTo>
                    <a:pt x="1080444" y="4841229"/>
                  </a:lnTo>
                  <a:lnTo>
                    <a:pt x="1080570" y="4841229"/>
                  </a:lnTo>
                  <a:lnTo>
                    <a:pt x="1080696" y="4841229"/>
                  </a:lnTo>
                  <a:lnTo>
                    <a:pt x="1080823" y="4841229"/>
                  </a:lnTo>
                  <a:lnTo>
                    <a:pt x="1080949" y="4841229"/>
                  </a:lnTo>
                  <a:lnTo>
                    <a:pt x="1081075" y="4841229"/>
                  </a:lnTo>
                  <a:lnTo>
                    <a:pt x="1081201" y="4841229"/>
                  </a:lnTo>
                  <a:lnTo>
                    <a:pt x="1081327" y="4841229"/>
                  </a:lnTo>
                  <a:lnTo>
                    <a:pt x="1081453" y="4841229"/>
                  </a:lnTo>
                  <a:lnTo>
                    <a:pt x="1081579" y="4841229"/>
                  </a:lnTo>
                  <a:lnTo>
                    <a:pt x="1081705" y="4841229"/>
                  </a:lnTo>
                  <a:lnTo>
                    <a:pt x="1081831" y="4841229"/>
                  </a:lnTo>
                  <a:lnTo>
                    <a:pt x="1081957" y="4841229"/>
                  </a:lnTo>
                  <a:lnTo>
                    <a:pt x="1082083" y="4841229"/>
                  </a:lnTo>
                  <a:lnTo>
                    <a:pt x="1082210" y="4841229"/>
                  </a:lnTo>
                  <a:lnTo>
                    <a:pt x="1082336" y="4841229"/>
                  </a:lnTo>
                  <a:lnTo>
                    <a:pt x="1082462" y="4841229"/>
                  </a:lnTo>
                  <a:lnTo>
                    <a:pt x="1082588" y="4841229"/>
                  </a:lnTo>
                  <a:lnTo>
                    <a:pt x="1082714" y="4841229"/>
                  </a:lnTo>
                  <a:lnTo>
                    <a:pt x="1082840" y="4841229"/>
                  </a:lnTo>
                  <a:lnTo>
                    <a:pt x="1082966" y="4841229"/>
                  </a:lnTo>
                  <a:lnTo>
                    <a:pt x="1083092" y="4841229"/>
                  </a:lnTo>
                  <a:lnTo>
                    <a:pt x="1083218" y="4841229"/>
                  </a:lnTo>
                  <a:lnTo>
                    <a:pt x="1083344" y="4841229"/>
                  </a:lnTo>
                  <a:lnTo>
                    <a:pt x="1083470" y="4841229"/>
                  </a:lnTo>
                  <a:lnTo>
                    <a:pt x="1083596" y="4841229"/>
                  </a:lnTo>
                  <a:lnTo>
                    <a:pt x="1083723" y="4841229"/>
                  </a:lnTo>
                  <a:lnTo>
                    <a:pt x="1083849" y="4841229"/>
                  </a:lnTo>
                  <a:lnTo>
                    <a:pt x="1083975" y="4841229"/>
                  </a:lnTo>
                  <a:lnTo>
                    <a:pt x="1084101" y="4841229"/>
                  </a:lnTo>
                  <a:lnTo>
                    <a:pt x="1084227" y="4841229"/>
                  </a:lnTo>
                  <a:lnTo>
                    <a:pt x="1084353" y="4841229"/>
                  </a:lnTo>
                  <a:lnTo>
                    <a:pt x="1084353" y="4835949"/>
                  </a:lnTo>
                  <a:lnTo>
                    <a:pt x="1084479" y="4835949"/>
                  </a:lnTo>
                  <a:lnTo>
                    <a:pt x="1084605" y="4835949"/>
                  </a:lnTo>
                  <a:lnTo>
                    <a:pt x="1084731" y="4835949"/>
                  </a:lnTo>
                  <a:lnTo>
                    <a:pt x="1084857" y="4835949"/>
                  </a:lnTo>
                  <a:lnTo>
                    <a:pt x="1084983" y="4835949"/>
                  </a:lnTo>
                  <a:lnTo>
                    <a:pt x="1085110" y="4835949"/>
                  </a:lnTo>
                  <a:lnTo>
                    <a:pt x="1085236" y="4835949"/>
                  </a:lnTo>
                  <a:lnTo>
                    <a:pt x="1085362" y="4835949"/>
                  </a:lnTo>
                  <a:lnTo>
                    <a:pt x="1085488" y="4835949"/>
                  </a:lnTo>
                  <a:lnTo>
                    <a:pt x="1085614" y="4835949"/>
                  </a:lnTo>
                  <a:lnTo>
                    <a:pt x="1085740" y="4835949"/>
                  </a:lnTo>
                  <a:lnTo>
                    <a:pt x="1085866" y="4835949"/>
                  </a:lnTo>
                  <a:lnTo>
                    <a:pt x="1085992" y="4835949"/>
                  </a:lnTo>
                  <a:lnTo>
                    <a:pt x="1086118" y="4835949"/>
                  </a:lnTo>
                  <a:lnTo>
                    <a:pt x="1086244" y="4835949"/>
                  </a:lnTo>
                  <a:lnTo>
                    <a:pt x="1086370" y="4835949"/>
                  </a:lnTo>
                  <a:lnTo>
                    <a:pt x="1086496" y="4835949"/>
                  </a:lnTo>
                  <a:lnTo>
                    <a:pt x="1086623" y="4835949"/>
                  </a:lnTo>
                  <a:lnTo>
                    <a:pt x="1086749" y="4835949"/>
                  </a:lnTo>
                  <a:lnTo>
                    <a:pt x="1086875" y="4835949"/>
                  </a:lnTo>
                  <a:lnTo>
                    <a:pt x="1087001" y="4835949"/>
                  </a:lnTo>
                  <a:lnTo>
                    <a:pt x="1087127" y="4835949"/>
                  </a:lnTo>
                  <a:lnTo>
                    <a:pt x="1087253" y="4835949"/>
                  </a:lnTo>
                  <a:lnTo>
                    <a:pt x="1087379" y="4835949"/>
                  </a:lnTo>
                  <a:lnTo>
                    <a:pt x="1087505" y="4835949"/>
                  </a:lnTo>
                  <a:lnTo>
                    <a:pt x="1087631" y="4835949"/>
                  </a:lnTo>
                  <a:lnTo>
                    <a:pt x="1087757" y="4835949"/>
                  </a:lnTo>
                  <a:lnTo>
                    <a:pt x="1087883" y="4835949"/>
                  </a:lnTo>
                  <a:lnTo>
                    <a:pt x="1088010" y="4835949"/>
                  </a:lnTo>
                  <a:lnTo>
                    <a:pt x="1088136" y="4835949"/>
                  </a:lnTo>
                  <a:lnTo>
                    <a:pt x="1088262" y="4835949"/>
                  </a:lnTo>
                  <a:lnTo>
                    <a:pt x="1088388" y="4835949"/>
                  </a:lnTo>
                  <a:lnTo>
                    <a:pt x="1088514" y="4835949"/>
                  </a:lnTo>
                  <a:lnTo>
                    <a:pt x="1088640" y="4835949"/>
                  </a:lnTo>
                  <a:lnTo>
                    <a:pt x="1088766" y="4835949"/>
                  </a:lnTo>
                  <a:lnTo>
                    <a:pt x="1088892" y="4835949"/>
                  </a:lnTo>
                  <a:lnTo>
                    <a:pt x="1089018" y="4835949"/>
                  </a:lnTo>
                  <a:lnTo>
                    <a:pt x="1089144" y="4835949"/>
                  </a:lnTo>
                  <a:lnTo>
                    <a:pt x="1089270" y="4835949"/>
                  </a:lnTo>
                  <a:lnTo>
                    <a:pt x="1089397" y="4835949"/>
                  </a:lnTo>
                  <a:lnTo>
                    <a:pt x="1089523" y="4835949"/>
                  </a:lnTo>
                  <a:lnTo>
                    <a:pt x="1089649" y="4835949"/>
                  </a:lnTo>
                  <a:lnTo>
                    <a:pt x="1089775" y="4835949"/>
                  </a:lnTo>
                  <a:lnTo>
                    <a:pt x="1089901" y="4835949"/>
                  </a:lnTo>
                  <a:lnTo>
                    <a:pt x="1090027" y="4835949"/>
                  </a:lnTo>
                  <a:lnTo>
                    <a:pt x="1090153" y="4835949"/>
                  </a:lnTo>
                  <a:lnTo>
                    <a:pt x="1090279" y="4835949"/>
                  </a:lnTo>
                  <a:lnTo>
                    <a:pt x="1090405" y="4835949"/>
                  </a:lnTo>
                  <a:lnTo>
                    <a:pt x="1090531" y="4835949"/>
                  </a:lnTo>
                  <a:lnTo>
                    <a:pt x="1090657" y="4835949"/>
                  </a:lnTo>
                  <a:lnTo>
                    <a:pt x="1090783" y="4835949"/>
                  </a:lnTo>
                  <a:lnTo>
                    <a:pt x="1090910" y="4835949"/>
                  </a:lnTo>
                  <a:lnTo>
                    <a:pt x="1091036" y="4835949"/>
                  </a:lnTo>
                  <a:lnTo>
                    <a:pt x="1091162" y="4835949"/>
                  </a:lnTo>
                  <a:lnTo>
                    <a:pt x="1091288" y="4835949"/>
                  </a:lnTo>
                  <a:lnTo>
                    <a:pt x="1091288" y="4830670"/>
                  </a:lnTo>
                  <a:lnTo>
                    <a:pt x="1091414" y="4830670"/>
                  </a:lnTo>
                  <a:lnTo>
                    <a:pt x="1091540" y="4830670"/>
                  </a:lnTo>
                  <a:lnTo>
                    <a:pt x="1091666" y="4830670"/>
                  </a:lnTo>
                  <a:lnTo>
                    <a:pt x="1091792" y="4830670"/>
                  </a:lnTo>
                  <a:lnTo>
                    <a:pt x="1091918" y="4830670"/>
                  </a:lnTo>
                  <a:lnTo>
                    <a:pt x="1092044" y="4830670"/>
                  </a:lnTo>
                  <a:lnTo>
                    <a:pt x="1092170" y="4830670"/>
                  </a:lnTo>
                  <a:lnTo>
                    <a:pt x="1092297" y="4830670"/>
                  </a:lnTo>
                  <a:lnTo>
                    <a:pt x="1092423" y="4830670"/>
                  </a:lnTo>
                  <a:lnTo>
                    <a:pt x="1092549" y="4830670"/>
                  </a:lnTo>
                  <a:lnTo>
                    <a:pt x="1092675" y="4830670"/>
                  </a:lnTo>
                  <a:lnTo>
                    <a:pt x="1092801" y="4830670"/>
                  </a:lnTo>
                  <a:lnTo>
                    <a:pt x="1092927" y="4830670"/>
                  </a:lnTo>
                  <a:lnTo>
                    <a:pt x="1093053" y="4830670"/>
                  </a:lnTo>
                  <a:lnTo>
                    <a:pt x="1093179" y="4830670"/>
                  </a:lnTo>
                  <a:lnTo>
                    <a:pt x="1093305" y="4830670"/>
                  </a:lnTo>
                  <a:lnTo>
                    <a:pt x="1093305" y="4825391"/>
                  </a:lnTo>
                  <a:lnTo>
                    <a:pt x="1093431" y="4825391"/>
                  </a:lnTo>
                  <a:lnTo>
                    <a:pt x="1093557" y="4825391"/>
                  </a:lnTo>
                  <a:lnTo>
                    <a:pt x="1093683" y="4825391"/>
                  </a:lnTo>
                  <a:lnTo>
                    <a:pt x="1093810" y="4825391"/>
                  </a:lnTo>
                  <a:lnTo>
                    <a:pt x="1093936" y="4825391"/>
                  </a:lnTo>
                  <a:lnTo>
                    <a:pt x="1094062" y="4825391"/>
                  </a:lnTo>
                  <a:lnTo>
                    <a:pt x="1094188" y="4825391"/>
                  </a:lnTo>
                  <a:lnTo>
                    <a:pt x="1094314" y="4825391"/>
                  </a:lnTo>
                  <a:lnTo>
                    <a:pt x="1094440" y="4825391"/>
                  </a:lnTo>
                  <a:lnTo>
                    <a:pt x="1094566" y="4825391"/>
                  </a:lnTo>
                  <a:lnTo>
                    <a:pt x="1094692" y="4825391"/>
                  </a:lnTo>
                  <a:lnTo>
                    <a:pt x="1094818" y="4825391"/>
                  </a:lnTo>
                  <a:lnTo>
                    <a:pt x="1094944" y="4825391"/>
                  </a:lnTo>
                  <a:lnTo>
                    <a:pt x="1095070" y="4825391"/>
                  </a:lnTo>
                  <a:lnTo>
                    <a:pt x="1095197" y="4825391"/>
                  </a:lnTo>
                  <a:lnTo>
                    <a:pt x="1095323" y="4825391"/>
                  </a:lnTo>
                  <a:lnTo>
                    <a:pt x="1095449" y="4825391"/>
                  </a:lnTo>
                  <a:lnTo>
                    <a:pt x="1095575" y="4825391"/>
                  </a:lnTo>
                  <a:lnTo>
                    <a:pt x="1095701" y="4825391"/>
                  </a:lnTo>
                  <a:lnTo>
                    <a:pt x="1095827" y="4825391"/>
                  </a:lnTo>
                  <a:lnTo>
                    <a:pt x="1095953" y="4825391"/>
                  </a:lnTo>
                  <a:lnTo>
                    <a:pt x="1096079" y="4825391"/>
                  </a:lnTo>
                  <a:lnTo>
                    <a:pt x="1096205" y="4825391"/>
                  </a:lnTo>
                  <a:lnTo>
                    <a:pt x="1096331" y="4825391"/>
                  </a:lnTo>
                  <a:lnTo>
                    <a:pt x="1096457" y="4825391"/>
                  </a:lnTo>
                  <a:lnTo>
                    <a:pt x="1096457" y="4820111"/>
                  </a:lnTo>
                  <a:lnTo>
                    <a:pt x="1096584" y="4820111"/>
                  </a:lnTo>
                  <a:lnTo>
                    <a:pt x="1096710" y="4820111"/>
                  </a:lnTo>
                  <a:lnTo>
                    <a:pt x="1096836" y="4820111"/>
                  </a:lnTo>
                  <a:lnTo>
                    <a:pt x="1096962" y="4820111"/>
                  </a:lnTo>
                  <a:lnTo>
                    <a:pt x="1097088" y="4820111"/>
                  </a:lnTo>
                  <a:lnTo>
                    <a:pt x="1097214" y="4820111"/>
                  </a:lnTo>
                  <a:lnTo>
                    <a:pt x="1097340" y="4820111"/>
                  </a:lnTo>
                  <a:lnTo>
                    <a:pt x="1097466" y="4820111"/>
                  </a:lnTo>
                  <a:lnTo>
                    <a:pt x="1097592" y="4820111"/>
                  </a:lnTo>
                  <a:lnTo>
                    <a:pt x="1097718" y="4820111"/>
                  </a:lnTo>
                  <a:lnTo>
                    <a:pt x="1097844" y="4820111"/>
                  </a:lnTo>
                  <a:lnTo>
                    <a:pt x="1097970" y="4820111"/>
                  </a:lnTo>
                  <a:lnTo>
                    <a:pt x="1098097" y="4820111"/>
                  </a:lnTo>
                  <a:lnTo>
                    <a:pt x="1098223" y="4820111"/>
                  </a:lnTo>
                  <a:lnTo>
                    <a:pt x="1098349" y="4820111"/>
                  </a:lnTo>
                  <a:lnTo>
                    <a:pt x="1098475" y="4820111"/>
                  </a:lnTo>
                  <a:lnTo>
                    <a:pt x="1098601" y="4820111"/>
                  </a:lnTo>
                  <a:lnTo>
                    <a:pt x="1098727" y="4820111"/>
                  </a:lnTo>
                  <a:lnTo>
                    <a:pt x="1098853" y="4820111"/>
                  </a:lnTo>
                  <a:lnTo>
                    <a:pt x="1098979" y="4820111"/>
                  </a:lnTo>
                  <a:lnTo>
                    <a:pt x="1099105" y="4820111"/>
                  </a:lnTo>
                  <a:lnTo>
                    <a:pt x="1099231" y="4820111"/>
                  </a:lnTo>
                  <a:lnTo>
                    <a:pt x="1099357" y="4820111"/>
                  </a:lnTo>
                  <a:lnTo>
                    <a:pt x="1099484" y="4820111"/>
                  </a:lnTo>
                  <a:lnTo>
                    <a:pt x="1099610" y="4820111"/>
                  </a:lnTo>
                  <a:lnTo>
                    <a:pt x="1099736" y="4820111"/>
                  </a:lnTo>
                  <a:lnTo>
                    <a:pt x="1099862" y="4820111"/>
                  </a:lnTo>
                  <a:lnTo>
                    <a:pt x="1099988" y="4820111"/>
                  </a:lnTo>
                  <a:lnTo>
                    <a:pt x="1100114" y="4820111"/>
                  </a:lnTo>
                  <a:lnTo>
                    <a:pt x="1100240" y="4820111"/>
                  </a:lnTo>
                  <a:lnTo>
                    <a:pt x="1100366" y="4820111"/>
                  </a:lnTo>
                  <a:lnTo>
                    <a:pt x="1100492" y="4820111"/>
                  </a:lnTo>
                  <a:lnTo>
                    <a:pt x="1100618" y="4820111"/>
                  </a:lnTo>
                  <a:lnTo>
                    <a:pt x="1100744" y="4820111"/>
                  </a:lnTo>
                  <a:lnTo>
                    <a:pt x="1100870" y="4820111"/>
                  </a:lnTo>
                  <a:lnTo>
                    <a:pt x="1100997" y="4820111"/>
                  </a:lnTo>
                  <a:lnTo>
                    <a:pt x="1101123" y="4820111"/>
                  </a:lnTo>
                  <a:lnTo>
                    <a:pt x="1101249" y="4820111"/>
                  </a:lnTo>
                  <a:lnTo>
                    <a:pt x="1101375" y="4820111"/>
                  </a:lnTo>
                  <a:lnTo>
                    <a:pt x="1101501" y="4820111"/>
                  </a:lnTo>
                  <a:lnTo>
                    <a:pt x="1101627" y="4820111"/>
                  </a:lnTo>
                  <a:lnTo>
                    <a:pt x="1101753" y="4820111"/>
                  </a:lnTo>
                  <a:lnTo>
                    <a:pt x="1101879" y="4820111"/>
                  </a:lnTo>
                  <a:lnTo>
                    <a:pt x="1102005" y="4820111"/>
                  </a:lnTo>
                  <a:lnTo>
                    <a:pt x="1102131" y="4820111"/>
                  </a:lnTo>
                  <a:lnTo>
                    <a:pt x="1102257" y="4820111"/>
                  </a:lnTo>
                  <a:lnTo>
                    <a:pt x="1102384" y="4820111"/>
                  </a:lnTo>
                  <a:lnTo>
                    <a:pt x="1102510" y="4820111"/>
                  </a:lnTo>
                  <a:lnTo>
                    <a:pt x="1102636" y="4820111"/>
                  </a:lnTo>
                  <a:lnTo>
                    <a:pt x="1102762" y="4820111"/>
                  </a:lnTo>
                  <a:lnTo>
                    <a:pt x="1102888" y="4820111"/>
                  </a:lnTo>
                  <a:lnTo>
                    <a:pt x="1103014" y="4820111"/>
                  </a:lnTo>
                  <a:lnTo>
                    <a:pt x="1103140" y="4820111"/>
                  </a:lnTo>
                  <a:lnTo>
                    <a:pt x="1103266" y="4820111"/>
                  </a:lnTo>
                  <a:lnTo>
                    <a:pt x="1103392" y="4820111"/>
                  </a:lnTo>
                  <a:lnTo>
                    <a:pt x="1103518" y="4820111"/>
                  </a:lnTo>
                  <a:lnTo>
                    <a:pt x="1103644" y="4820111"/>
                  </a:lnTo>
                  <a:lnTo>
                    <a:pt x="1103771" y="4820111"/>
                  </a:lnTo>
                  <a:lnTo>
                    <a:pt x="1103897" y="4820111"/>
                  </a:lnTo>
                  <a:lnTo>
                    <a:pt x="1104023" y="4820111"/>
                  </a:lnTo>
                  <a:lnTo>
                    <a:pt x="1104149" y="4820111"/>
                  </a:lnTo>
                  <a:lnTo>
                    <a:pt x="1104275" y="4820111"/>
                  </a:lnTo>
                  <a:lnTo>
                    <a:pt x="1104401" y="4820111"/>
                  </a:lnTo>
                  <a:lnTo>
                    <a:pt x="1104527" y="4820111"/>
                  </a:lnTo>
                  <a:lnTo>
                    <a:pt x="1104653" y="4820111"/>
                  </a:lnTo>
                  <a:lnTo>
                    <a:pt x="1104779" y="4820111"/>
                  </a:lnTo>
                  <a:lnTo>
                    <a:pt x="1104905" y="4820111"/>
                  </a:lnTo>
                  <a:lnTo>
                    <a:pt x="1105031" y="4820111"/>
                  </a:lnTo>
                  <a:lnTo>
                    <a:pt x="1105157" y="4820111"/>
                  </a:lnTo>
                  <a:lnTo>
                    <a:pt x="1105284" y="4820111"/>
                  </a:lnTo>
                  <a:lnTo>
                    <a:pt x="1105410" y="4820111"/>
                  </a:lnTo>
                  <a:lnTo>
                    <a:pt x="1105536" y="4820111"/>
                  </a:lnTo>
                  <a:lnTo>
                    <a:pt x="1105662" y="4820111"/>
                  </a:lnTo>
                  <a:lnTo>
                    <a:pt x="1105788" y="4820111"/>
                  </a:lnTo>
                  <a:lnTo>
                    <a:pt x="1105914" y="4820111"/>
                  </a:lnTo>
                  <a:lnTo>
                    <a:pt x="1106040" y="4820111"/>
                  </a:lnTo>
                  <a:lnTo>
                    <a:pt x="1106166" y="4820111"/>
                  </a:lnTo>
                  <a:lnTo>
                    <a:pt x="1106292" y="4820111"/>
                  </a:lnTo>
                  <a:lnTo>
                    <a:pt x="1106418" y="4820111"/>
                  </a:lnTo>
                  <a:lnTo>
                    <a:pt x="1106544" y="4820111"/>
                  </a:lnTo>
                  <a:lnTo>
                    <a:pt x="1106671" y="4820111"/>
                  </a:lnTo>
                  <a:lnTo>
                    <a:pt x="1106797" y="4820111"/>
                  </a:lnTo>
                  <a:lnTo>
                    <a:pt x="1106797" y="4814832"/>
                  </a:lnTo>
                  <a:lnTo>
                    <a:pt x="1106923" y="4814832"/>
                  </a:lnTo>
                  <a:lnTo>
                    <a:pt x="1107049" y="4814832"/>
                  </a:lnTo>
                  <a:lnTo>
                    <a:pt x="1107175" y="4814832"/>
                  </a:lnTo>
                  <a:lnTo>
                    <a:pt x="1107301" y="4814832"/>
                  </a:lnTo>
                  <a:lnTo>
                    <a:pt x="1107301" y="4809552"/>
                  </a:lnTo>
                  <a:lnTo>
                    <a:pt x="1107427" y="4809552"/>
                  </a:lnTo>
                  <a:lnTo>
                    <a:pt x="1107553" y="4809552"/>
                  </a:lnTo>
                  <a:lnTo>
                    <a:pt x="1107679" y="4809552"/>
                  </a:lnTo>
                  <a:lnTo>
                    <a:pt x="1107805" y="4809552"/>
                  </a:lnTo>
                  <a:lnTo>
                    <a:pt x="1107931" y="4809552"/>
                  </a:lnTo>
                  <a:lnTo>
                    <a:pt x="1108057" y="4809552"/>
                  </a:lnTo>
                  <a:lnTo>
                    <a:pt x="1108184" y="4809552"/>
                  </a:lnTo>
                  <a:lnTo>
                    <a:pt x="1108310" y="4809552"/>
                  </a:lnTo>
                  <a:lnTo>
                    <a:pt x="1108436" y="4809552"/>
                  </a:lnTo>
                  <a:lnTo>
                    <a:pt x="1108562" y="4809552"/>
                  </a:lnTo>
                  <a:lnTo>
                    <a:pt x="1108688" y="4809552"/>
                  </a:lnTo>
                  <a:lnTo>
                    <a:pt x="1108814" y="4809552"/>
                  </a:lnTo>
                  <a:lnTo>
                    <a:pt x="1108940" y="4809552"/>
                  </a:lnTo>
                  <a:lnTo>
                    <a:pt x="1109066" y="4809552"/>
                  </a:lnTo>
                  <a:lnTo>
                    <a:pt x="1109192" y="4809552"/>
                  </a:lnTo>
                  <a:lnTo>
                    <a:pt x="1109318" y="4809552"/>
                  </a:lnTo>
                  <a:lnTo>
                    <a:pt x="1109444" y="4809552"/>
                  </a:lnTo>
                  <a:lnTo>
                    <a:pt x="1109571" y="4809552"/>
                  </a:lnTo>
                  <a:lnTo>
                    <a:pt x="1109697" y="4809552"/>
                  </a:lnTo>
                  <a:lnTo>
                    <a:pt x="1109823" y="4809552"/>
                  </a:lnTo>
                  <a:lnTo>
                    <a:pt x="1109949" y="4809552"/>
                  </a:lnTo>
                  <a:lnTo>
                    <a:pt x="1110075" y="4809552"/>
                  </a:lnTo>
                  <a:lnTo>
                    <a:pt x="1110201" y="4809552"/>
                  </a:lnTo>
                  <a:lnTo>
                    <a:pt x="1110327" y="4809552"/>
                  </a:lnTo>
                  <a:lnTo>
                    <a:pt x="1110453" y="4809552"/>
                  </a:lnTo>
                  <a:lnTo>
                    <a:pt x="1110579" y="4809552"/>
                  </a:lnTo>
                  <a:lnTo>
                    <a:pt x="1110705" y="4809552"/>
                  </a:lnTo>
                  <a:lnTo>
                    <a:pt x="1110831" y="4809552"/>
                  </a:lnTo>
                  <a:lnTo>
                    <a:pt x="1110957" y="4809552"/>
                  </a:lnTo>
                  <a:lnTo>
                    <a:pt x="1111084" y="4809552"/>
                  </a:lnTo>
                  <a:lnTo>
                    <a:pt x="1111210" y="4809552"/>
                  </a:lnTo>
                  <a:lnTo>
                    <a:pt x="1111210" y="4804273"/>
                  </a:lnTo>
                  <a:lnTo>
                    <a:pt x="1111336" y="4804273"/>
                  </a:lnTo>
                  <a:lnTo>
                    <a:pt x="1111462" y="4804273"/>
                  </a:lnTo>
                  <a:lnTo>
                    <a:pt x="1111588" y="4804273"/>
                  </a:lnTo>
                  <a:lnTo>
                    <a:pt x="1111714" y="4804273"/>
                  </a:lnTo>
                  <a:lnTo>
                    <a:pt x="1111840" y="4804273"/>
                  </a:lnTo>
                  <a:lnTo>
                    <a:pt x="1111966" y="4804273"/>
                  </a:lnTo>
                  <a:lnTo>
                    <a:pt x="1111966" y="4798993"/>
                  </a:lnTo>
                  <a:lnTo>
                    <a:pt x="1112092" y="4798993"/>
                  </a:lnTo>
                  <a:lnTo>
                    <a:pt x="1112218" y="4798993"/>
                  </a:lnTo>
                  <a:lnTo>
                    <a:pt x="1112344" y="4798993"/>
                  </a:lnTo>
                  <a:lnTo>
                    <a:pt x="1112471" y="4798993"/>
                  </a:lnTo>
                  <a:lnTo>
                    <a:pt x="1112471" y="4793714"/>
                  </a:lnTo>
                  <a:lnTo>
                    <a:pt x="1112597" y="4793714"/>
                  </a:lnTo>
                  <a:lnTo>
                    <a:pt x="1112723" y="4793714"/>
                  </a:lnTo>
                  <a:lnTo>
                    <a:pt x="1112849" y="4793714"/>
                  </a:lnTo>
                  <a:lnTo>
                    <a:pt x="1112975" y="4793714"/>
                  </a:lnTo>
                  <a:lnTo>
                    <a:pt x="1113101" y="4793714"/>
                  </a:lnTo>
                  <a:lnTo>
                    <a:pt x="1113227" y="4793714"/>
                  </a:lnTo>
                  <a:lnTo>
                    <a:pt x="1113353" y="4793714"/>
                  </a:lnTo>
                  <a:lnTo>
                    <a:pt x="1113479" y="4793714"/>
                  </a:lnTo>
                  <a:lnTo>
                    <a:pt x="1113605" y="4793714"/>
                  </a:lnTo>
                  <a:lnTo>
                    <a:pt x="1113731" y="4793714"/>
                  </a:lnTo>
                  <a:lnTo>
                    <a:pt x="1113858" y="4793714"/>
                  </a:lnTo>
                  <a:lnTo>
                    <a:pt x="1113984" y="4793714"/>
                  </a:lnTo>
                  <a:lnTo>
                    <a:pt x="1114110" y="4793714"/>
                  </a:lnTo>
                  <a:lnTo>
                    <a:pt x="1114236" y="4793714"/>
                  </a:lnTo>
                  <a:lnTo>
                    <a:pt x="1114362" y="4793714"/>
                  </a:lnTo>
                  <a:lnTo>
                    <a:pt x="1114488" y="4793714"/>
                  </a:lnTo>
                  <a:lnTo>
                    <a:pt x="1114614" y="4793714"/>
                  </a:lnTo>
                  <a:lnTo>
                    <a:pt x="1114740" y="4793714"/>
                  </a:lnTo>
                  <a:lnTo>
                    <a:pt x="1114866" y="4793714"/>
                  </a:lnTo>
                  <a:lnTo>
                    <a:pt x="1114992" y="4793714"/>
                  </a:lnTo>
                  <a:lnTo>
                    <a:pt x="1115118" y="4793714"/>
                  </a:lnTo>
                  <a:lnTo>
                    <a:pt x="1115244" y="4793714"/>
                  </a:lnTo>
                  <a:lnTo>
                    <a:pt x="1115371" y="4793714"/>
                  </a:lnTo>
                  <a:lnTo>
                    <a:pt x="1115497" y="4793714"/>
                  </a:lnTo>
                  <a:lnTo>
                    <a:pt x="1115623" y="4793714"/>
                  </a:lnTo>
                  <a:lnTo>
                    <a:pt x="1115749" y="4793714"/>
                  </a:lnTo>
                  <a:lnTo>
                    <a:pt x="1115875" y="4793714"/>
                  </a:lnTo>
                  <a:lnTo>
                    <a:pt x="1116001" y="4793714"/>
                  </a:lnTo>
                  <a:lnTo>
                    <a:pt x="1116127" y="4793714"/>
                  </a:lnTo>
                  <a:lnTo>
                    <a:pt x="1116253" y="4793714"/>
                  </a:lnTo>
                  <a:lnTo>
                    <a:pt x="1116379" y="4793714"/>
                  </a:lnTo>
                  <a:lnTo>
                    <a:pt x="1116505" y="4793714"/>
                  </a:lnTo>
                  <a:lnTo>
                    <a:pt x="1116631" y="4793714"/>
                  </a:lnTo>
                  <a:lnTo>
                    <a:pt x="1116758" y="4793714"/>
                  </a:lnTo>
                  <a:lnTo>
                    <a:pt x="1116884" y="4793714"/>
                  </a:lnTo>
                  <a:lnTo>
                    <a:pt x="1117010" y="4793714"/>
                  </a:lnTo>
                  <a:lnTo>
                    <a:pt x="1117136" y="4793714"/>
                  </a:lnTo>
                  <a:lnTo>
                    <a:pt x="1117262" y="4793714"/>
                  </a:lnTo>
                  <a:lnTo>
                    <a:pt x="1117388" y="4793714"/>
                  </a:lnTo>
                  <a:lnTo>
                    <a:pt x="1117514" y="4793714"/>
                  </a:lnTo>
                  <a:lnTo>
                    <a:pt x="1117640" y="4793714"/>
                  </a:lnTo>
                  <a:lnTo>
                    <a:pt x="1117640" y="4788435"/>
                  </a:lnTo>
                  <a:lnTo>
                    <a:pt x="1117766" y="4788435"/>
                  </a:lnTo>
                  <a:lnTo>
                    <a:pt x="1117892" y="4788435"/>
                  </a:lnTo>
                  <a:lnTo>
                    <a:pt x="1118018" y="4788435"/>
                  </a:lnTo>
                  <a:lnTo>
                    <a:pt x="1118144" y="4788435"/>
                  </a:lnTo>
                  <a:lnTo>
                    <a:pt x="1118271" y="4788435"/>
                  </a:lnTo>
                  <a:lnTo>
                    <a:pt x="1118397" y="4788435"/>
                  </a:lnTo>
                  <a:lnTo>
                    <a:pt x="1118523" y="4788435"/>
                  </a:lnTo>
                  <a:lnTo>
                    <a:pt x="1118523" y="4783155"/>
                  </a:lnTo>
                  <a:lnTo>
                    <a:pt x="1118649" y="4783155"/>
                  </a:lnTo>
                  <a:lnTo>
                    <a:pt x="1118775" y="4783155"/>
                  </a:lnTo>
                  <a:lnTo>
                    <a:pt x="1118901" y="4783155"/>
                  </a:lnTo>
                  <a:lnTo>
                    <a:pt x="1119027" y="4783155"/>
                  </a:lnTo>
                  <a:lnTo>
                    <a:pt x="1119153" y="4783155"/>
                  </a:lnTo>
                  <a:lnTo>
                    <a:pt x="1119279" y="4783155"/>
                  </a:lnTo>
                  <a:lnTo>
                    <a:pt x="1119405" y="4783155"/>
                  </a:lnTo>
                  <a:lnTo>
                    <a:pt x="1119531" y="4783155"/>
                  </a:lnTo>
                  <a:lnTo>
                    <a:pt x="1119658" y="4783155"/>
                  </a:lnTo>
                  <a:lnTo>
                    <a:pt x="1119784" y="4783155"/>
                  </a:lnTo>
                  <a:lnTo>
                    <a:pt x="1119910" y="4783155"/>
                  </a:lnTo>
                  <a:lnTo>
                    <a:pt x="1120036" y="4783155"/>
                  </a:lnTo>
                  <a:lnTo>
                    <a:pt x="1120162" y="4783155"/>
                  </a:lnTo>
                  <a:lnTo>
                    <a:pt x="1120288" y="4783155"/>
                  </a:lnTo>
                  <a:lnTo>
                    <a:pt x="1120414" y="4783155"/>
                  </a:lnTo>
                  <a:lnTo>
                    <a:pt x="1120540" y="4783155"/>
                  </a:lnTo>
                  <a:lnTo>
                    <a:pt x="1120666" y="4783155"/>
                  </a:lnTo>
                  <a:lnTo>
                    <a:pt x="1120792" y="4783155"/>
                  </a:lnTo>
                  <a:lnTo>
                    <a:pt x="1120918" y="4783155"/>
                  </a:lnTo>
                  <a:lnTo>
                    <a:pt x="1121045" y="4783155"/>
                  </a:lnTo>
                  <a:lnTo>
                    <a:pt x="1121171" y="4783155"/>
                  </a:lnTo>
                  <a:lnTo>
                    <a:pt x="1121297" y="4783155"/>
                  </a:lnTo>
                  <a:lnTo>
                    <a:pt x="1121423" y="4783155"/>
                  </a:lnTo>
                  <a:lnTo>
                    <a:pt x="1121549" y="4783155"/>
                  </a:lnTo>
                  <a:lnTo>
                    <a:pt x="1121549" y="4777876"/>
                  </a:lnTo>
                  <a:lnTo>
                    <a:pt x="1121675" y="4777876"/>
                  </a:lnTo>
                  <a:lnTo>
                    <a:pt x="1121801" y="4777876"/>
                  </a:lnTo>
                  <a:lnTo>
                    <a:pt x="1121927" y="4777876"/>
                  </a:lnTo>
                  <a:lnTo>
                    <a:pt x="1122053" y="4777876"/>
                  </a:lnTo>
                  <a:lnTo>
                    <a:pt x="1122179" y="4777876"/>
                  </a:lnTo>
                  <a:lnTo>
                    <a:pt x="1122305" y="4777876"/>
                  </a:lnTo>
                  <a:lnTo>
                    <a:pt x="1122431" y="4777876"/>
                  </a:lnTo>
                  <a:lnTo>
                    <a:pt x="1122558" y="4777876"/>
                  </a:lnTo>
                  <a:lnTo>
                    <a:pt x="1122684" y="4777876"/>
                  </a:lnTo>
                  <a:lnTo>
                    <a:pt x="1122810" y="4777876"/>
                  </a:lnTo>
                  <a:lnTo>
                    <a:pt x="1122936" y="4777876"/>
                  </a:lnTo>
                  <a:lnTo>
                    <a:pt x="1123062" y="4777876"/>
                  </a:lnTo>
                  <a:lnTo>
                    <a:pt x="1123188" y="4777876"/>
                  </a:lnTo>
                  <a:lnTo>
                    <a:pt x="1123314" y="4777876"/>
                  </a:lnTo>
                  <a:lnTo>
                    <a:pt x="1123440" y="4777876"/>
                  </a:lnTo>
                  <a:lnTo>
                    <a:pt x="1123566" y="4777876"/>
                  </a:lnTo>
                  <a:lnTo>
                    <a:pt x="1123692" y="4777876"/>
                  </a:lnTo>
                  <a:lnTo>
                    <a:pt x="1123818" y="4777876"/>
                  </a:lnTo>
                  <a:lnTo>
                    <a:pt x="1123945" y="4777876"/>
                  </a:lnTo>
                  <a:lnTo>
                    <a:pt x="1124071" y="4777876"/>
                  </a:lnTo>
                  <a:lnTo>
                    <a:pt x="1124197" y="4777876"/>
                  </a:lnTo>
                  <a:lnTo>
                    <a:pt x="1124323" y="4777876"/>
                  </a:lnTo>
                  <a:lnTo>
                    <a:pt x="1124449" y="4777876"/>
                  </a:lnTo>
                  <a:lnTo>
                    <a:pt x="1124575" y="4777876"/>
                  </a:lnTo>
                  <a:lnTo>
                    <a:pt x="1124701" y="4777876"/>
                  </a:lnTo>
                  <a:lnTo>
                    <a:pt x="1124827" y="4777876"/>
                  </a:lnTo>
                  <a:lnTo>
                    <a:pt x="1124953" y="4777876"/>
                  </a:lnTo>
                  <a:lnTo>
                    <a:pt x="1125079" y="4777876"/>
                  </a:lnTo>
                  <a:lnTo>
                    <a:pt x="1125205" y="4777876"/>
                  </a:lnTo>
                  <a:lnTo>
                    <a:pt x="1125331" y="4777876"/>
                  </a:lnTo>
                  <a:lnTo>
                    <a:pt x="1125458" y="4777876"/>
                  </a:lnTo>
                  <a:lnTo>
                    <a:pt x="1125584" y="4777876"/>
                  </a:lnTo>
                  <a:lnTo>
                    <a:pt x="1125584" y="4772596"/>
                  </a:lnTo>
                  <a:lnTo>
                    <a:pt x="1125710" y="4772596"/>
                  </a:lnTo>
                  <a:lnTo>
                    <a:pt x="1125836" y="4772596"/>
                  </a:lnTo>
                  <a:lnTo>
                    <a:pt x="1125962" y="4772596"/>
                  </a:lnTo>
                  <a:lnTo>
                    <a:pt x="1126088" y="4772596"/>
                  </a:lnTo>
                  <a:lnTo>
                    <a:pt x="1126214" y="4772596"/>
                  </a:lnTo>
                  <a:lnTo>
                    <a:pt x="1126340" y="4772596"/>
                  </a:lnTo>
                  <a:lnTo>
                    <a:pt x="1126466" y="4772596"/>
                  </a:lnTo>
                  <a:lnTo>
                    <a:pt x="1126592" y="4772596"/>
                  </a:lnTo>
                  <a:lnTo>
                    <a:pt x="1126718" y="4772596"/>
                  </a:lnTo>
                  <a:lnTo>
                    <a:pt x="1126845" y="4772596"/>
                  </a:lnTo>
                  <a:lnTo>
                    <a:pt x="1126845" y="4767317"/>
                  </a:lnTo>
                  <a:lnTo>
                    <a:pt x="1126971" y="4767317"/>
                  </a:lnTo>
                  <a:lnTo>
                    <a:pt x="1127097" y="4767317"/>
                  </a:lnTo>
                  <a:lnTo>
                    <a:pt x="1127223" y="4767317"/>
                  </a:lnTo>
                  <a:lnTo>
                    <a:pt x="1127349" y="4767317"/>
                  </a:lnTo>
                  <a:lnTo>
                    <a:pt x="1127475" y="4767317"/>
                  </a:lnTo>
                  <a:lnTo>
                    <a:pt x="1127601" y="4767317"/>
                  </a:lnTo>
                  <a:lnTo>
                    <a:pt x="1127727" y="4767317"/>
                  </a:lnTo>
                  <a:lnTo>
                    <a:pt x="1127853" y="4767317"/>
                  </a:lnTo>
                  <a:lnTo>
                    <a:pt x="1127979" y="4767317"/>
                  </a:lnTo>
                  <a:lnTo>
                    <a:pt x="1128105" y="4767317"/>
                  </a:lnTo>
                  <a:lnTo>
                    <a:pt x="1128231" y="4767317"/>
                  </a:lnTo>
                  <a:lnTo>
                    <a:pt x="1128358" y="4767317"/>
                  </a:lnTo>
                  <a:lnTo>
                    <a:pt x="1128484" y="4767317"/>
                  </a:lnTo>
                  <a:lnTo>
                    <a:pt x="1128610" y="4767317"/>
                  </a:lnTo>
                  <a:lnTo>
                    <a:pt x="1128736" y="4767317"/>
                  </a:lnTo>
                  <a:lnTo>
                    <a:pt x="1128862" y="4767317"/>
                  </a:lnTo>
                  <a:lnTo>
                    <a:pt x="1128862" y="4762038"/>
                  </a:lnTo>
                  <a:lnTo>
                    <a:pt x="1128988" y="4762038"/>
                  </a:lnTo>
                  <a:lnTo>
                    <a:pt x="1129114" y="4762038"/>
                  </a:lnTo>
                  <a:lnTo>
                    <a:pt x="1129240" y="4762038"/>
                  </a:lnTo>
                  <a:lnTo>
                    <a:pt x="1129366" y="4762038"/>
                  </a:lnTo>
                  <a:lnTo>
                    <a:pt x="1129492" y="4762038"/>
                  </a:lnTo>
                  <a:lnTo>
                    <a:pt x="1129618" y="4762038"/>
                  </a:lnTo>
                  <a:lnTo>
                    <a:pt x="1129745" y="4762038"/>
                  </a:lnTo>
                  <a:lnTo>
                    <a:pt x="1129745" y="4756758"/>
                  </a:lnTo>
                  <a:lnTo>
                    <a:pt x="1129871" y="4756758"/>
                  </a:lnTo>
                  <a:lnTo>
                    <a:pt x="1129997" y="4756758"/>
                  </a:lnTo>
                  <a:lnTo>
                    <a:pt x="1130123" y="4756758"/>
                  </a:lnTo>
                  <a:lnTo>
                    <a:pt x="1130249" y="4756758"/>
                  </a:lnTo>
                  <a:lnTo>
                    <a:pt x="1130375" y="4756758"/>
                  </a:lnTo>
                  <a:lnTo>
                    <a:pt x="1130501" y="4756758"/>
                  </a:lnTo>
                  <a:lnTo>
                    <a:pt x="1130627" y="4756758"/>
                  </a:lnTo>
                  <a:lnTo>
                    <a:pt x="1130753" y="4756758"/>
                  </a:lnTo>
                  <a:lnTo>
                    <a:pt x="1130879" y="4756758"/>
                  </a:lnTo>
                  <a:lnTo>
                    <a:pt x="1131005" y="4756758"/>
                  </a:lnTo>
                  <a:lnTo>
                    <a:pt x="1131132" y="4756758"/>
                  </a:lnTo>
                  <a:lnTo>
                    <a:pt x="1131258" y="4756758"/>
                  </a:lnTo>
                  <a:lnTo>
                    <a:pt x="1131384" y="4756758"/>
                  </a:lnTo>
                  <a:lnTo>
                    <a:pt x="1131510" y="4756758"/>
                  </a:lnTo>
                  <a:lnTo>
                    <a:pt x="1131636" y="4756758"/>
                  </a:lnTo>
                  <a:lnTo>
                    <a:pt x="1131762" y="4756758"/>
                  </a:lnTo>
                  <a:lnTo>
                    <a:pt x="1131888" y="4756758"/>
                  </a:lnTo>
                  <a:lnTo>
                    <a:pt x="1132014" y="4756758"/>
                  </a:lnTo>
                  <a:lnTo>
                    <a:pt x="1132140" y="4756758"/>
                  </a:lnTo>
                  <a:lnTo>
                    <a:pt x="1132266" y="4756758"/>
                  </a:lnTo>
                  <a:lnTo>
                    <a:pt x="1132392" y="4756758"/>
                  </a:lnTo>
                  <a:lnTo>
                    <a:pt x="1132518" y="4756758"/>
                  </a:lnTo>
                  <a:lnTo>
                    <a:pt x="1132645" y="4756758"/>
                  </a:lnTo>
                  <a:lnTo>
                    <a:pt x="1132771" y="4756758"/>
                  </a:lnTo>
                  <a:lnTo>
                    <a:pt x="1132897" y="4756758"/>
                  </a:lnTo>
                  <a:lnTo>
                    <a:pt x="1133023" y="4756758"/>
                  </a:lnTo>
                  <a:lnTo>
                    <a:pt x="1133149" y="4756758"/>
                  </a:lnTo>
                  <a:lnTo>
                    <a:pt x="1133275" y="4756758"/>
                  </a:lnTo>
                  <a:lnTo>
                    <a:pt x="1133401" y="4756758"/>
                  </a:lnTo>
                  <a:lnTo>
                    <a:pt x="1133527" y="4756758"/>
                  </a:lnTo>
                  <a:lnTo>
                    <a:pt x="1133653" y="4756758"/>
                  </a:lnTo>
                  <a:lnTo>
                    <a:pt x="1133779" y="4756758"/>
                  </a:lnTo>
                  <a:lnTo>
                    <a:pt x="1133905" y="4756758"/>
                  </a:lnTo>
                  <a:lnTo>
                    <a:pt x="1134032" y="4756758"/>
                  </a:lnTo>
                  <a:lnTo>
                    <a:pt x="1134158" y="4756758"/>
                  </a:lnTo>
                  <a:lnTo>
                    <a:pt x="1134158" y="4751479"/>
                  </a:lnTo>
                  <a:lnTo>
                    <a:pt x="1134284" y="4751479"/>
                  </a:lnTo>
                  <a:lnTo>
                    <a:pt x="1134410" y="4751479"/>
                  </a:lnTo>
                  <a:lnTo>
                    <a:pt x="1134410" y="4746199"/>
                  </a:lnTo>
                  <a:lnTo>
                    <a:pt x="1134536" y="4746199"/>
                  </a:lnTo>
                  <a:lnTo>
                    <a:pt x="1134662" y="4746199"/>
                  </a:lnTo>
                  <a:lnTo>
                    <a:pt x="1134788" y="4746199"/>
                  </a:lnTo>
                  <a:lnTo>
                    <a:pt x="1134914" y="4746199"/>
                  </a:lnTo>
                  <a:lnTo>
                    <a:pt x="1135040" y="4746199"/>
                  </a:lnTo>
                  <a:lnTo>
                    <a:pt x="1135166" y="4746199"/>
                  </a:lnTo>
                  <a:lnTo>
                    <a:pt x="1135292" y="4746199"/>
                  </a:lnTo>
                  <a:lnTo>
                    <a:pt x="1135418" y="4746199"/>
                  </a:lnTo>
                  <a:lnTo>
                    <a:pt x="1135545" y="4746199"/>
                  </a:lnTo>
                  <a:lnTo>
                    <a:pt x="1135671" y="4746199"/>
                  </a:lnTo>
                  <a:lnTo>
                    <a:pt x="1135797" y="4746199"/>
                  </a:lnTo>
                  <a:lnTo>
                    <a:pt x="1135923" y="4746199"/>
                  </a:lnTo>
                  <a:lnTo>
                    <a:pt x="1136049" y="4746199"/>
                  </a:lnTo>
                  <a:lnTo>
                    <a:pt x="1136175" y="4746199"/>
                  </a:lnTo>
                  <a:lnTo>
                    <a:pt x="1136301" y="4746199"/>
                  </a:lnTo>
                  <a:lnTo>
                    <a:pt x="1136427" y="4746199"/>
                  </a:lnTo>
                  <a:lnTo>
                    <a:pt x="1136553" y="4746199"/>
                  </a:lnTo>
                  <a:lnTo>
                    <a:pt x="1136679" y="4746199"/>
                  </a:lnTo>
                  <a:lnTo>
                    <a:pt x="1136805" y="4746199"/>
                  </a:lnTo>
                  <a:lnTo>
                    <a:pt x="1136932" y="4746199"/>
                  </a:lnTo>
                  <a:lnTo>
                    <a:pt x="1137058" y="4746199"/>
                  </a:lnTo>
                  <a:lnTo>
                    <a:pt x="1137184" y="4746199"/>
                  </a:lnTo>
                  <a:lnTo>
                    <a:pt x="1137310" y="4746199"/>
                  </a:lnTo>
                  <a:lnTo>
                    <a:pt x="1137436" y="4746199"/>
                  </a:lnTo>
                  <a:lnTo>
                    <a:pt x="1137562" y="4746199"/>
                  </a:lnTo>
                  <a:lnTo>
                    <a:pt x="1137688" y="4746199"/>
                  </a:lnTo>
                  <a:lnTo>
                    <a:pt x="1137814" y="4746199"/>
                  </a:lnTo>
                  <a:lnTo>
                    <a:pt x="1137940" y="4746199"/>
                  </a:lnTo>
                  <a:lnTo>
                    <a:pt x="1138066" y="4746199"/>
                  </a:lnTo>
                  <a:lnTo>
                    <a:pt x="1138192" y="4746199"/>
                  </a:lnTo>
                  <a:lnTo>
                    <a:pt x="1138319" y="4746199"/>
                  </a:lnTo>
                  <a:lnTo>
                    <a:pt x="1138445" y="4746199"/>
                  </a:lnTo>
                  <a:lnTo>
                    <a:pt x="1138571" y="4746199"/>
                  </a:lnTo>
                  <a:lnTo>
                    <a:pt x="1138697" y="4746199"/>
                  </a:lnTo>
                  <a:lnTo>
                    <a:pt x="1138823" y="4746199"/>
                  </a:lnTo>
                  <a:lnTo>
                    <a:pt x="1138949" y="4746199"/>
                  </a:lnTo>
                  <a:lnTo>
                    <a:pt x="1139075" y="4746199"/>
                  </a:lnTo>
                  <a:lnTo>
                    <a:pt x="1139201" y="4746199"/>
                  </a:lnTo>
                  <a:lnTo>
                    <a:pt x="1139327" y="4746199"/>
                  </a:lnTo>
                  <a:lnTo>
                    <a:pt x="1139453" y="4746199"/>
                  </a:lnTo>
                  <a:lnTo>
                    <a:pt x="1139579" y="4746199"/>
                  </a:lnTo>
                  <a:lnTo>
                    <a:pt x="1139705" y="4746199"/>
                  </a:lnTo>
                  <a:lnTo>
                    <a:pt x="1139832" y="4746199"/>
                  </a:lnTo>
                  <a:lnTo>
                    <a:pt x="1139958" y="4746199"/>
                  </a:lnTo>
                  <a:lnTo>
                    <a:pt x="1140084" y="4746199"/>
                  </a:lnTo>
                  <a:lnTo>
                    <a:pt x="1140210" y="4746199"/>
                  </a:lnTo>
                  <a:lnTo>
                    <a:pt x="1140336" y="4746199"/>
                  </a:lnTo>
                  <a:lnTo>
                    <a:pt x="1140462" y="4746199"/>
                  </a:lnTo>
                  <a:lnTo>
                    <a:pt x="1140588" y="4746199"/>
                  </a:lnTo>
                  <a:lnTo>
                    <a:pt x="1140714" y="4746199"/>
                  </a:lnTo>
                  <a:lnTo>
                    <a:pt x="1140840" y="4746199"/>
                  </a:lnTo>
                  <a:lnTo>
                    <a:pt x="1140966" y="4746199"/>
                  </a:lnTo>
                  <a:lnTo>
                    <a:pt x="1141092" y="4746199"/>
                  </a:lnTo>
                  <a:lnTo>
                    <a:pt x="1141219" y="4746199"/>
                  </a:lnTo>
                  <a:lnTo>
                    <a:pt x="1141345" y="4746199"/>
                  </a:lnTo>
                  <a:lnTo>
                    <a:pt x="1141471" y="4746199"/>
                  </a:lnTo>
                  <a:lnTo>
                    <a:pt x="1141597" y="4746199"/>
                  </a:lnTo>
                  <a:lnTo>
                    <a:pt x="1141723" y="4746199"/>
                  </a:lnTo>
                  <a:lnTo>
                    <a:pt x="1141849" y="4746199"/>
                  </a:lnTo>
                  <a:lnTo>
                    <a:pt x="1141975" y="4746199"/>
                  </a:lnTo>
                  <a:lnTo>
                    <a:pt x="1142101" y="4746199"/>
                  </a:lnTo>
                  <a:lnTo>
                    <a:pt x="1142227" y="4746199"/>
                  </a:lnTo>
                  <a:lnTo>
                    <a:pt x="1142353" y="4746199"/>
                  </a:lnTo>
                  <a:lnTo>
                    <a:pt x="1142479" y="4746199"/>
                  </a:lnTo>
                  <a:lnTo>
                    <a:pt x="1142605" y="4746199"/>
                  </a:lnTo>
                  <a:lnTo>
                    <a:pt x="1142732" y="4746199"/>
                  </a:lnTo>
                  <a:lnTo>
                    <a:pt x="1142732" y="4740920"/>
                  </a:lnTo>
                  <a:lnTo>
                    <a:pt x="1142858" y="4740920"/>
                  </a:lnTo>
                  <a:lnTo>
                    <a:pt x="1142984" y="4740920"/>
                  </a:lnTo>
                  <a:lnTo>
                    <a:pt x="1143110" y="4740920"/>
                  </a:lnTo>
                  <a:lnTo>
                    <a:pt x="1143236" y="4740920"/>
                  </a:lnTo>
                  <a:lnTo>
                    <a:pt x="1143362" y="4740920"/>
                  </a:lnTo>
                  <a:lnTo>
                    <a:pt x="1143488" y="4740920"/>
                  </a:lnTo>
                  <a:lnTo>
                    <a:pt x="1143614" y="4740920"/>
                  </a:lnTo>
                  <a:lnTo>
                    <a:pt x="1143740" y="4740920"/>
                  </a:lnTo>
                  <a:lnTo>
                    <a:pt x="1143866" y="4740920"/>
                  </a:lnTo>
                  <a:lnTo>
                    <a:pt x="1143992" y="4740920"/>
                  </a:lnTo>
                  <a:lnTo>
                    <a:pt x="1144119" y="4740920"/>
                  </a:lnTo>
                  <a:lnTo>
                    <a:pt x="1144119" y="4735640"/>
                  </a:lnTo>
                  <a:lnTo>
                    <a:pt x="1144245" y="4735640"/>
                  </a:lnTo>
                  <a:lnTo>
                    <a:pt x="1144371" y="4735640"/>
                  </a:lnTo>
                  <a:lnTo>
                    <a:pt x="1144497" y="4735640"/>
                  </a:lnTo>
                  <a:lnTo>
                    <a:pt x="1144623" y="4735640"/>
                  </a:lnTo>
                  <a:lnTo>
                    <a:pt x="1144749" y="4735640"/>
                  </a:lnTo>
                  <a:lnTo>
                    <a:pt x="1144875" y="4735640"/>
                  </a:lnTo>
                  <a:lnTo>
                    <a:pt x="1145001" y="4735640"/>
                  </a:lnTo>
                  <a:lnTo>
                    <a:pt x="1145127" y="4735640"/>
                  </a:lnTo>
                  <a:lnTo>
                    <a:pt x="1145253" y="4735640"/>
                  </a:lnTo>
                  <a:lnTo>
                    <a:pt x="1145379" y="4735640"/>
                  </a:lnTo>
                  <a:lnTo>
                    <a:pt x="1145506" y="4735640"/>
                  </a:lnTo>
                  <a:lnTo>
                    <a:pt x="1145632" y="4735640"/>
                  </a:lnTo>
                  <a:lnTo>
                    <a:pt x="1145758" y="4735640"/>
                  </a:lnTo>
                  <a:lnTo>
                    <a:pt x="1145884" y="4735640"/>
                  </a:lnTo>
                  <a:lnTo>
                    <a:pt x="1146010" y="4735640"/>
                  </a:lnTo>
                  <a:lnTo>
                    <a:pt x="1146136" y="4735640"/>
                  </a:lnTo>
                  <a:lnTo>
                    <a:pt x="1146262" y="4735640"/>
                  </a:lnTo>
                  <a:lnTo>
                    <a:pt x="1146388" y="4735640"/>
                  </a:lnTo>
                  <a:lnTo>
                    <a:pt x="1146514" y="4735640"/>
                  </a:lnTo>
                  <a:lnTo>
                    <a:pt x="1146640" y="4735640"/>
                  </a:lnTo>
                  <a:lnTo>
                    <a:pt x="1146766" y="4735640"/>
                  </a:lnTo>
                  <a:lnTo>
                    <a:pt x="1146892" y="4735640"/>
                  </a:lnTo>
                  <a:lnTo>
                    <a:pt x="1147019" y="4735640"/>
                  </a:lnTo>
                  <a:lnTo>
                    <a:pt x="1147145" y="4735640"/>
                  </a:lnTo>
                  <a:lnTo>
                    <a:pt x="1147271" y="4735640"/>
                  </a:lnTo>
                  <a:lnTo>
                    <a:pt x="1147397" y="4735640"/>
                  </a:lnTo>
                  <a:lnTo>
                    <a:pt x="1147523" y="4735640"/>
                  </a:lnTo>
                  <a:lnTo>
                    <a:pt x="1147649" y="4735640"/>
                  </a:lnTo>
                  <a:lnTo>
                    <a:pt x="1147775" y="4735640"/>
                  </a:lnTo>
                  <a:lnTo>
                    <a:pt x="1147901" y="4735640"/>
                  </a:lnTo>
                  <a:lnTo>
                    <a:pt x="1148027" y="4735640"/>
                  </a:lnTo>
                  <a:lnTo>
                    <a:pt x="1148153" y="4735640"/>
                  </a:lnTo>
                  <a:lnTo>
                    <a:pt x="1148279" y="4735640"/>
                  </a:lnTo>
                  <a:lnTo>
                    <a:pt x="1148406" y="4735640"/>
                  </a:lnTo>
                  <a:lnTo>
                    <a:pt x="1148532" y="4735640"/>
                  </a:lnTo>
                  <a:lnTo>
                    <a:pt x="1148658" y="4735640"/>
                  </a:lnTo>
                  <a:lnTo>
                    <a:pt x="1148784" y="4735640"/>
                  </a:lnTo>
                  <a:lnTo>
                    <a:pt x="1148910" y="4735640"/>
                  </a:lnTo>
                  <a:lnTo>
                    <a:pt x="1149036" y="4735640"/>
                  </a:lnTo>
                  <a:lnTo>
                    <a:pt x="1149162" y="4735640"/>
                  </a:lnTo>
                  <a:lnTo>
                    <a:pt x="1149288" y="4735640"/>
                  </a:lnTo>
                  <a:lnTo>
                    <a:pt x="1149414" y="4735640"/>
                  </a:lnTo>
                  <a:lnTo>
                    <a:pt x="1149540" y="4735640"/>
                  </a:lnTo>
                  <a:lnTo>
                    <a:pt x="1149666" y="4735640"/>
                  </a:lnTo>
                  <a:lnTo>
                    <a:pt x="1149792" y="4735640"/>
                  </a:lnTo>
                  <a:lnTo>
                    <a:pt x="1149919" y="4735640"/>
                  </a:lnTo>
                  <a:lnTo>
                    <a:pt x="1150045" y="4735640"/>
                  </a:lnTo>
                  <a:lnTo>
                    <a:pt x="1150171" y="4735640"/>
                  </a:lnTo>
                  <a:lnTo>
                    <a:pt x="1150297" y="4735640"/>
                  </a:lnTo>
                  <a:lnTo>
                    <a:pt x="1150423" y="4735640"/>
                  </a:lnTo>
                  <a:lnTo>
                    <a:pt x="1150549" y="4735640"/>
                  </a:lnTo>
                  <a:lnTo>
                    <a:pt x="1150675" y="4735640"/>
                  </a:lnTo>
                  <a:lnTo>
                    <a:pt x="1150801" y="4735640"/>
                  </a:lnTo>
                  <a:lnTo>
                    <a:pt x="1150927" y="4735640"/>
                  </a:lnTo>
                  <a:lnTo>
                    <a:pt x="1151053" y="4735640"/>
                  </a:lnTo>
                  <a:lnTo>
                    <a:pt x="1151179" y="4735640"/>
                  </a:lnTo>
                  <a:lnTo>
                    <a:pt x="1151306" y="4735640"/>
                  </a:lnTo>
                  <a:lnTo>
                    <a:pt x="1151432" y="4735640"/>
                  </a:lnTo>
                  <a:lnTo>
                    <a:pt x="1151558" y="4735640"/>
                  </a:lnTo>
                  <a:lnTo>
                    <a:pt x="1151684" y="4735640"/>
                  </a:lnTo>
                  <a:lnTo>
                    <a:pt x="1151810" y="4735640"/>
                  </a:lnTo>
                  <a:lnTo>
                    <a:pt x="1151936" y="4735640"/>
                  </a:lnTo>
                  <a:lnTo>
                    <a:pt x="1152062" y="4735640"/>
                  </a:lnTo>
                  <a:lnTo>
                    <a:pt x="1152188" y="4735640"/>
                  </a:lnTo>
                  <a:lnTo>
                    <a:pt x="1152314" y="4735640"/>
                  </a:lnTo>
                  <a:lnTo>
                    <a:pt x="1152440" y="4735640"/>
                  </a:lnTo>
                  <a:lnTo>
                    <a:pt x="1152566" y="4735640"/>
                  </a:lnTo>
                  <a:lnTo>
                    <a:pt x="1152692" y="4735640"/>
                  </a:lnTo>
                  <a:lnTo>
                    <a:pt x="1152819" y="4735640"/>
                  </a:lnTo>
                  <a:lnTo>
                    <a:pt x="1152945" y="4735640"/>
                  </a:lnTo>
                  <a:lnTo>
                    <a:pt x="1153071" y="4735640"/>
                  </a:lnTo>
                  <a:lnTo>
                    <a:pt x="1153197" y="4735640"/>
                  </a:lnTo>
                  <a:lnTo>
                    <a:pt x="1153323" y="4735640"/>
                  </a:lnTo>
                  <a:lnTo>
                    <a:pt x="1153449" y="4735640"/>
                  </a:lnTo>
                  <a:lnTo>
                    <a:pt x="1153575" y="4735640"/>
                  </a:lnTo>
                  <a:lnTo>
                    <a:pt x="1153701" y="4735640"/>
                  </a:lnTo>
                  <a:lnTo>
                    <a:pt x="1153827" y="4735640"/>
                  </a:lnTo>
                  <a:lnTo>
                    <a:pt x="1153953" y="4735640"/>
                  </a:lnTo>
                  <a:lnTo>
                    <a:pt x="1154079" y="4735640"/>
                  </a:lnTo>
                  <a:lnTo>
                    <a:pt x="1154206" y="4735640"/>
                  </a:lnTo>
                  <a:lnTo>
                    <a:pt x="1154332" y="4735640"/>
                  </a:lnTo>
                  <a:lnTo>
                    <a:pt x="1154458" y="4735640"/>
                  </a:lnTo>
                  <a:lnTo>
                    <a:pt x="1154584" y="4735640"/>
                  </a:lnTo>
                  <a:lnTo>
                    <a:pt x="1154710" y="4735640"/>
                  </a:lnTo>
                  <a:lnTo>
                    <a:pt x="1154836" y="4735640"/>
                  </a:lnTo>
                  <a:lnTo>
                    <a:pt x="1154962" y="4735640"/>
                  </a:lnTo>
                  <a:lnTo>
                    <a:pt x="1155088" y="4735640"/>
                  </a:lnTo>
                  <a:lnTo>
                    <a:pt x="1155214" y="4735640"/>
                  </a:lnTo>
                  <a:lnTo>
                    <a:pt x="1155340" y="4735640"/>
                  </a:lnTo>
                  <a:lnTo>
                    <a:pt x="1155466" y="4735640"/>
                  </a:lnTo>
                  <a:lnTo>
                    <a:pt x="1155593" y="4735640"/>
                  </a:lnTo>
                  <a:lnTo>
                    <a:pt x="1155719" y="4735640"/>
                  </a:lnTo>
                  <a:lnTo>
                    <a:pt x="1155845" y="4735640"/>
                  </a:lnTo>
                  <a:lnTo>
                    <a:pt x="1155971" y="4735640"/>
                  </a:lnTo>
                  <a:lnTo>
                    <a:pt x="1156097" y="4735640"/>
                  </a:lnTo>
                  <a:lnTo>
                    <a:pt x="1156223" y="4735640"/>
                  </a:lnTo>
                  <a:lnTo>
                    <a:pt x="1156349" y="4735640"/>
                  </a:lnTo>
                  <a:lnTo>
                    <a:pt x="1156475" y="4735640"/>
                  </a:lnTo>
                  <a:lnTo>
                    <a:pt x="1156601" y="4735640"/>
                  </a:lnTo>
                  <a:lnTo>
                    <a:pt x="1156727" y="4735640"/>
                  </a:lnTo>
                  <a:lnTo>
                    <a:pt x="1156853" y="4735640"/>
                  </a:lnTo>
                  <a:lnTo>
                    <a:pt x="1156979" y="4735640"/>
                  </a:lnTo>
                  <a:lnTo>
                    <a:pt x="1157106" y="4735640"/>
                  </a:lnTo>
                  <a:lnTo>
                    <a:pt x="1157232" y="4735640"/>
                  </a:lnTo>
                  <a:lnTo>
                    <a:pt x="1157358" y="4735640"/>
                  </a:lnTo>
                  <a:lnTo>
                    <a:pt x="1157484" y="4735640"/>
                  </a:lnTo>
                  <a:lnTo>
                    <a:pt x="1157610" y="4735640"/>
                  </a:lnTo>
                  <a:lnTo>
                    <a:pt x="1157736" y="4735640"/>
                  </a:lnTo>
                  <a:lnTo>
                    <a:pt x="1157862" y="4735640"/>
                  </a:lnTo>
                  <a:lnTo>
                    <a:pt x="1157988" y="4735640"/>
                  </a:lnTo>
                  <a:lnTo>
                    <a:pt x="1158114" y="4735640"/>
                  </a:lnTo>
                  <a:lnTo>
                    <a:pt x="1158240" y="4735640"/>
                  </a:lnTo>
                  <a:lnTo>
                    <a:pt x="1158366" y="4735640"/>
                  </a:lnTo>
                  <a:lnTo>
                    <a:pt x="1158493" y="4735640"/>
                  </a:lnTo>
                  <a:lnTo>
                    <a:pt x="1158619" y="4735640"/>
                  </a:lnTo>
                  <a:lnTo>
                    <a:pt x="1158745" y="4735640"/>
                  </a:lnTo>
                  <a:lnTo>
                    <a:pt x="1158871" y="4735640"/>
                  </a:lnTo>
                  <a:lnTo>
                    <a:pt x="1158997" y="4735640"/>
                  </a:lnTo>
                  <a:lnTo>
                    <a:pt x="1159123" y="4735640"/>
                  </a:lnTo>
                  <a:lnTo>
                    <a:pt x="1159249" y="4735640"/>
                  </a:lnTo>
                  <a:lnTo>
                    <a:pt x="1159375" y="4735640"/>
                  </a:lnTo>
                  <a:lnTo>
                    <a:pt x="1159501" y="4735640"/>
                  </a:lnTo>
                  <a:lnTo>
                    <a:pt x="1159627" y="4735640"/>
                  </a:lnTo>
                  <a:lnTo>
                    <a:pt x="1159753" y="4735640"/>
                  </a:lnTo>
                  <a:lnTo>
                    <a:pt x="1159879" y="4735640"/>
                  </a:lnTo>
                  <a:lnTo>
                    <a:pt x="1160006" y="4735640"/>
                  </a:lnTo>
                  <a:lnTo>
                    <a:pt x="1160132" y="4735640"/>
                  </a:lnTo>
                  <a:lnTo>
                    <a:pt x="1160258" y="4735640"/>
                  </a:lnTo>
                  <a:lnTo>
                    <a:pt x="1160384" y="4735640"/>
                  </a:lnTo>
                  <a:lnTo>
                    <a:pt x="1160510" y="4735640"/>
                  </a:lnTo>
                  <a:lnTo>
                    <a:pt x="1160636" y="4735640"/>
                  </a:lnTo>
                  <a:lnTo>
                    <a:pt x="1160762" y="4735640"/>
                  </a:lnTo>
                  <a:lnTo>
                    <a:pt x="1160888" y="4735640"/>
                  </a:lnTo>
                  <a:lnTo>
                    <a:pt x="1161014" y="4735640"/>
                  </a:lnTo>
                  <a:lnTo>
                    <a:pt x="1161140" y="4735640"/>
                  </a:lnTo>
                  <a:lnTo>
                    <a:pt x="1161266" y="4735640"/>
                  </a:lnTo>
                  <a:lnTo>
                    <a:pt x="1161393" y="4735640"/>
                  </a:lnTo>
                  <a:lnTo>
                    <a:pt x="1161519" y="4735640"/>
                  </a:lnTo>
                  <a:lnTo>
                    <a:pt x="1161645" y="4735640"/>
                  </a:lnTo>
                  <a:lnTo>
                    <a:pt x="1161771" y="4735640"/>
                  </a:lnTo>
                  <a:lnTo>
                    <a:pt x="1161897" y="4735640"/>
                  </a:lnTo>
                  <a:lnTo>
                    <a:pt x="1162023" y="4735640"/>
                  </a:lnTo>
                  <a:lnTo>
                    <a:pt x="1162149" y="4735640"/>
                  </a:lnTo>
                  <a:lnTo>
                    <a:pt x="1162275" y="4735640"/>
                  </a:lnTo>
                  <a:lnTo>
                    <a:pt x="1162401" y="4735640"/>
                  </a:lnTo>
                  <a:lnTo>
                    <a:pt x="1162401" y="4730361"/>
                  </a:lnTo>
                  <a:lnTo>
                    <a:pt x="1162527" y="4730361"/>
                  </a:lnTo>
                  <a:lnTo>
                    <a:pt x="1162653" y="4730361"/>
                  </a:lnTo>
                  <a:lnTo>
                    <a:pt x="1162780" y="4730361"/>
                  </a:lnTo>
                  <a:lnTo>
                    <a:pt x="1162906" y="4730361"/>
                  </a:lnTo>
                  <a:lnTo>
                    <a:pt x="1163032" y="4730361"/>
                  </a:lnTo>
                  <a:lnTo>
                    <a:pt x="1163158" y="4730361"/>
                  </a:lnTo>
                  <a:lnTo>
                    <a:pt x="1163284" y="4730361"/>
                  </a:lnTo>
                  <a:lnTo>
                    <a:pt x="1163410" y="4730361"/>
                  </a:lnTo>
                  <a:lnTo>
                    <a:pt x="1163536" y="4730361"/>
                  </a:lnTo>
                  <a:lnTo>
                    <a:pt x="1163662" y="4730361"/>
                  </a:lnTo>
                  <a:lnTo>
                    <a:pt x="1163788" y="4730361"/>
                  </a:lnTo>
                  <a:lnTo>
                    <a:pt x="1163914" y="4730361"/>
                  </a:lnTo>
                  <a:lnTo>
                    <a:pt x="1164040" y="4730361"/>
                  </a:lnTo>
                  <a:lnTo>
                    <a:pt x="1164166" y="4730361"/>
                  </a:lnTo>
                  <a:lnTo>
                    <a:pt x="1164293" y="4730361"/>
                  </a:lnTo>
                  <a:lnTo>
                    <a:pt x="1164419" y="4730361"/>
                  </a:lnTo>
                  <a:lnTo>
                    <a:pt x="1164545" y="4730361"/>
                  </a:lnTo>
                  <a:lnTo>
                    <a:pt x="1164671" y="4730361"/>
                  </a:lnTo>
                  <a:lnTo>
                    <a:pt x="1164797" y="4730361"/>
                  </a:lnTo>
                  <a:lnTo>
                    <a:pt x="1164923" y="4730361"/>
                  </a:lnTo>
                  <a:lnTo>
                    <a:pt x="1165049" y="4730361"/>
                  </a:lnTo>
                  <a:lnTo>
                    <a:pt x="1165175" y="4730361"/>
                  </a:lnTo>
                  <a:lnTo>
                    <a:pt x="1165301" y="4730361"/>
                  </a:lnTo>
                  <a:lnTo>
                    <a:pt x="1165427" y="4730361"/>
                  </a:lnTo>
                  <a:lnTo>
                    <a:pt x="1165553" y="4730361"/>
                  </a:lnTo>
                  <a:lnTo>
                    <a:pt x="1165680" y="4730361"/>
                  </a:lnTo>
                  <a:lnTo>
                    <a:pt x="1165806" y="4730361"/>
                  </a:lnTo>
                  <a:lnTo>
                    <a:pt x="1165932" y="4730361"/>
                  </a:lnTo>
                  <a:lnTo>
                    <a:pt x="1166058" y="4730361"/>
                  </a:lnTo>
                  <a:lnTo>
                    <a:pt x="1166184" y="4730361"/>
                  </a:lnTo>
                  <a:lnTo>
                    <a:pt x="1166310" y="4730361"/>
                  </a:lnTo>
                  <a:lnTo>
                    <a:pt x="1166436" y="4730361"/>
                  </a:lnTo>
                  <a:lnTo>
                    <a:pt x="1166562" y="4730361"/>
                  </a:lnTo>
                  <a:lnTo>
                    <a:pt x="1166688" y="4730361"/>
                  </a:lnTo>
                  <a:lnTo>
                    <a:pt x="1166814" y="4730361"/>
                  </a:lnTo>
                  <a:lnTo>
                    <a:pt x="1166940" y="4730361"/>
                  </a:lnTo>
                  <a:lnTo>
                    <a:pt x="1167066" y="4730361"/>
                  </a:lnTo>
                  <a:lnTo>
                    <a:pt x="1167193" y="4730361"/>
                  </a:lnTo>
                  <a:lnTo>
                    <a:pt x="1167319" y="4730361"/>
                  </a:lnTo>
                  <a:lnTo>
                    <a:pt x="1167445" y="4730361"/>
                  </a:lnTo>
                  <a:lnTo>
                    <a:pt x="1167571" y="4730361"/>
                  </a:lnTo>
                  <a:lnTo>
                    <a:pt x="1167697" y="4730361"/>
                  </a:lnTo>
                  <a:lnTo>
                    <a:pt x="1167823" y="4730361"/>
                  </a:lnTo>
                  <a:lnTo>
                    <a:pt x="1167949" y="4730361"/>
                  </a:lnTo>
                  <a:lnTo>
                    <a:pt x="1168075" y="4730361"/>
                  </a:lnTo>
                  <a:lnTo>
                    <a:pt x="1168201" y="4730361"/>
                  </a:lnTo>
                  <a:lnTo>
                    <a:pt x="1168327" y="4730361"/>
                  </a:lnTo>
                  <a:lnTo>
                    <a:pt x="1168453" y="4730361"/>
                  </a:lnTo>
                  <a:lnTo>
                    <a:pt x="1168580" y="4730361"/>
                  </a:lnTo>
                  <a:lnTo>
                    <a:pt x="1168706" y="4730361"/>
                  </a:lnTo>
                  <a:lnTo>
                    <a:pt x="1168832" y="4730361"/>
                  </a:lnTo>
                  <a:lnTo>
                    <a:pt x="1168958" y="4730361"/>
                  </a:lnTo>
                  <a:lnTo>
                    <a:pt x="1169084" y="4730361"/>
                  </a:lnTo>
                  <a:lnTo>
                    <a:pt x="1169210" y="4730361"/>
                  </a:lnTo>
                  <a:lnTo>
                    <a:pt x="1169336" y="4730361"/>
                  </a:lnTo>
                  <a:lnTo>
                    <a:pt x="1169462" y="4730361"/>
                  </a:lnTo>
                  <a:lnTo>
                    <a:pt x="1169588" y="4730361"/>
                  </a:lnTo>
                  <a:lnTo>
                    <a:pt x="1169714" y="4730361"/>
                  </a:lnTo>
                  <a:lnTo>
                    <a:pt x="1169714" y="4725082"/>
                  </a:lnTo>
                  <a:lnTo>
                    <a:pt x="1169840" y="4725082"/>
                  </a:lnTo>
                  <a:lnTo>
                    <a:pt x="1169967" y="4725082"/>
                  </a:lnTo>
                  <a:lnTo>
                    <a:pt x="1170093" y="4725082"/>
                  </a:lnTo>
                  <a:lnTo>
                    <a:pt x="1170219" y="4725082"/>
                  </a:lnTo>
                  <a:lnTo>
                    <a:pt x="1170345" y="4725082"/>
                  </a:lnTo>
                  <a:lnTo>
                    <a:pt x="1170471" y="4725082"/>
                  </a:lnTo>
                  <a:lnTo>
                    <a:pt x="1170597" y="4725082"/>
                  </a:lnTo>
                  <a:lnTo>
                    <a:pt x="1170723" y="4725082"/>
                  </a:lnTo>
                  <a:lnTo>
                    <a:pt x="1170849" y="4725082"/>
                  </a:lnTo>
                  <a:lnTo>
                    <a:pt x="1170975" y="4725082"/>
                  </a:lnTo>
                  <a:lnTo>
                    <a:pt x="1171101" y="4725082"/>
                  </a:lnTo>
                  <a:lnTo>
                    <a:pt x="1171227" y="4725082"/>
                  </a:lnTo>
                  <a:lnTo>
                    <a:pt x="1171353" y="4725082"/>
                  </a:lnTo>
                  <a:lnTo>
                    <a:pt x="1171480" y="4725082"/>
                  </a:lnTo>
                  <a:lnTo>
                    <a:pt x="1171606" y="4725082"/>
                  </a:lnTo>
                  <a:lnTo>
                    <a:pt x="1171732" y="4725082"/>
                  </a:lnTo>
                  <a:lnTo>
                    <a:pt x="1171858" y="4725082"/>
                  </a:lnTo>
                  <a:lnTo>
                    <a:pt x="1171984" y="4725082"/>
                  </a:lnTo>
                  <a:lnTo>
                    <a:pt x="1172110" y="4725082"/>
                  </a:lnTo>
                  <a:lnTo>
                    <a:pt x="1172236" y="4725082"/>
                  </a:lnTo>
                  <a:lnTo>
                    <a:pt x="1172362" y="4725082"/>
                  </a:lnTo>
                  <a:lnTo>
                    <a:pt x="1172488" y="4725082"/>
                  </a:lnTo>
                  <a:lnTo>
                    <a:pt x="1172614" y="4725082"/>
                  </a:lnTo>
                  <a:lnTo>
                    <a:pt x="1172740" y="4725082"/>
                  </a:lnTo>
                  <a:lnTo>
                    <a:pt x="1172867" y="4725082"/>
                  </a:lnTo>
                  <a:lnTo>
                    <a:pt x="1172993" y="4725082"/>
                  </a:lnTo>
                  <a:lnTo>
                    <a:pt x="1173119" y="4725082"/>
                  </a:lnTo>
                  <a:lnTo>
                    <a:pt x="1173245" y="4725082"/>
                  </a:lnTo>
                  <a:lnTo>
                    <a:pt x="1173371" y="4725082"/>
                  </a:lnTo>
                  <a:lnTo>
                    <a:pt x="1173497" y="4725082"/>
                  </a:lnTo>
                  <a:lnTo>
                    <a:pt x="1173623" y="4725082"/>
                  </a:lnTo>
                  <a:lnTo>
                    <a:pt x="1173749" y="4725082"/>
                  </a:lnTo>
                  <a:lnTo>
                    <a:pt x="1173875" y="4725082"/>
                  </a:lnTo>
                  <a:lnTo>
                    <a:pt x="1174001" y="4725082"/>
                  </a:lnTo>
                  <a:lnTo>
                    <a:pt x="1174127" y="4725082"/>
                  </a:lnTo>
                  <a:lnTo>
                    <a:pt x="1174253" y="4725082"/>
                  </a:lnTo>
                  <a:lnTo>
                    <a:pt x="1174380" y="4725082"/>
                  </a:lnTo>
                  <a:lnTo>
                    <a:pt x="1174506" y="4725082"/>
                  </a:lnTo>
                  <a:lnTo>
                    <a:pt x="1174632" y="4725082"/>
                  </a:lnTo>
                  <a:lnTo>
                    <a:pt x="1174758" y="4725082"/>
                  </a:lnTo>
                  <a:lnTo>
                    <a:pt x="1174884" y="4725082"/>
                  </a:lnTo>
                  <a:lnTo>
                    <a:pt x="1174884" y="4719802"/>
                  </a:lnTo>
                  <a:lnTo>
                    <a:pt x="1175010" y="4719802"/>
                  </a:lnTo>
                  <a:lnTo>
                    <a:pt x="1175136" y="4719802"/>
                  </a:lnTo>
                  <a:lnTo>
                    <a:pt x="1175262" y="4719802"/>
                  </a:lnTo>
                  <a:lnTo>
                    <a:pt x="1175388" y="4719802"/>
                  </a:lnTo>
                  <a:lnTo>
                    <a:pt x="1175514" y="4719802"/>
                  </a:lnTo>
                  <a:lnTo>
                    <a:pt x="1175640" y="4719802"/>
                  </a:lnTo>
                  <a:lnTo>
                    <a:pt x="1175767" y="4719802"/>
                  </a:lnTo>
                  <a:lnTo>
                    <a:pt x="1175893" y="4719802"/>
                  </a:lnTo>
                  <a:lnTo>
                    <a:pt x="1176019" y="4719802"/>
                  </a:lnTo>
                  <a:lnTo>
                    <a:pt x="1176145" y="4719802"/>
                  </a:lnTo>
                  <a:lnTo>
                    <a:pt x="1176271" y="4719802"/>
                  </a:lnTo>
                  <a:lnTo>
                    <a:pt x="1176397" y="4719802"/>
                  </a:lnTo>
                  <a:lnTo>
                    <a:pt x="1176523" y="4719802"/>
                  </a:lnTo>
                  <a:lnTo>
                    <a:pt x="1176649" y="4719802"/>
                  </a:lnTo>
                  <a:lnTo>
                    <a:pt x="1176775" y="4719802"/>
                  </a:lnTo>
                  <a:lnTo>
                    <a:pt x="1176901" y="4719802"/>
                  </a:lnTo>
                  <a:lnTo>
                    <a:pt x="1177027" y="4719802"/>
                  </a:lnTo>
                  <a:lnTo>
                    <a:pt x="1177153" y="4719802"/>
                  </a:lnTo>
                  <a:lnTo>
                    <a:pt x="1177280" y="4719802"/>
                  </a:lnTo>
                  <a:lnTo>
                    <a:pt x="1177406" y="4719802"/>
                  </a:lnTo>
                  <a:lnTo>
                    <a:pt x="1177532" y="4719802"/>
                  </a:lnTo>
                  <a:lnTo>
                    <a:pt x="1177658" y="4719802"/>
                  </a:lnTo>
                  <a:lnTo>
                    <a:pt x="1177784" y="4719802"/>
                  </a:lnTo>
                  <a:lnTo>
                    <a:pt x="1177910" y="4719802"/>
                  </a:lnTo>
                  <a:lnTo>
                    <a:pt x="1178036" y="4719802"/>
                  </a:lnTo>
                  <a:lnTo>
                    <a:pt x="1178162" y="4719802"/>
                  </a:lnTo>
                  <a:lnTo>
                    <a:pt x="1178288" y="4719802"/>
                  </a:lnTo>
                  <a:lnTo>
                    <a:pt x="1178414" y="4719802"/>
                  </a:lnTo>
                  <a:lnTo>
                    <a:pt x="1178540" y="4719802"/>
                  </a:lnTo>
                  <a:lnTo>
                    <a:pt x="1178667" y="4719802"/>
                  </a:lnTo>
                  <a:lnTo>
                    <a:pt x="1178793" y="4719802"/>
                  </a:lnTo>
                  <a:lnTo>
                    <a:pt x="1178919" y="4719802"/>
                  </a:lnTo>
                  <a:lnTo>
                    <a:pt x="1179045" y="4719802"/>
                  </a:lnTo>
                  <a:lnTo>
                    <a:pt x="1179171" y="4719802"/>
                  </a:lnTo>
                  <a:lnTo>
                    <a:pt x="1179297" y="4719802"/>
                  </a:lnTo>
                  <a:lnTo>
                    <a:pt x="1179423" y="4719802"/>
                  </a:lnTo>
                  <a:lnTo>
                    <a:pt x="1179549" y="4719802"/>
                  </a:lnTo>
                  <a:lnTo>
                    <a:pt x="1179675" y="4719802"/>
                  </a:lnTo>
                  <a:lnTo>
                    <a:pt x="1179801" y="4719802"/>
                  </a:lnTo>
                  <a:lnTo>
                    <a:pt x="1179927" y="4719802"/>
                  </a:lnTo>
                  <a:lnTo>
                    <a:pt x="1180054" y="4719802"/>
                  </a:lnTo>
                  <a:lnTo>
                    <a:pt x="1180180" y="4719802"/>
                  </a:lnTo>
                  <a:lnTo>
                    <a:pt x="1180306" y="4719802"/>
                  </a:lnTo>
                  <a:lnTo>
                    <a:pt x="1180432" y="4719802"/>
                  </a:lnTo>
                  <a:lnTo>
                    <a:pt x="1180558" y="4719802"/>
                  </a:lnTo>
                  <a:lnTo>
                    <a:pt x="1180684" y="4719802"/>
                  </a:lnTo>
                  <a:lnTo>
                    <a:pt x="1180684" y="4714523"/>
                  </a:lnTo>
                  <a:lnTo>
                    <a:pt x="1180810" y="4714523"/>
                  </a:lnTo>
                  <a:lnTo>
                    <a:pt x="1180936" y="4714523"/>
                  </a:lnTo>
                  <a:lnTo>
                    <a:pt x="1181062" y="4714523"/>
                  </a:lnTo>
                  <a:lnTo>
                    <a:pt x="1181188" y="4714523"/>
                  </a:lnTo>
                  <a:lnTo>
                    <a:pt x="1181314" y="4714523"/>
                  </a:lnTo>
                  <a:lnTo>
                    <a:pt x="1181440" y="4714523"/>
                  </a:lnTo>
                  <a:lnTo>
                    <a:pt x="1181440" y="4709243"/>
                  </a:lnTo>
                  <a:lnTo>
                    <a:pt x="1181567" y="4709243"/>
                  </a:lnTo>
                  <a:lnTo>
                    <a:pt x="1181693" y="4709243"/>
                  </a:lnTo>
                  <a:lnTo>
                    <a:pt x="1181819" y="4709243"/>
                  </a:lnTo>
                  <a:lnTo>
                    <a:pt x="1181945" y="4709243"/>
                  </a:lnTo>
                  <a:lnTo>
                    <a:pt x="1182071" y="4709243"/>
                  </a:lnTo>
                  <a:lnTo>
                    <a:pt x="1182197" y="4709243"/>
                  </a:lnTo>
                  <a:lnTo>
                    <a:pt x="1182323" y="4709243"/>
                  </a:lnTo>
                  <a:lnTo>
                    <a:pt x="1182449" y="4709243"/>
                  </a:lnTo>
                  <a:lnTo>
                    <a:pt x="1182575" y="4709243"/>
                  </a:lnTo>
                  <a:lnTo>
                    <a:pt x="1182701" y="4709243"/>
                  </a:lnTo>
                  <a:lnTo>
                    <a:pt x="1182827" y="4709243"/>
                  </a:lnTo>
                  <a:lnTo>
                    <a:pt x="1182954" y="4709243"/>
                  </a:lnTo>
                  <a:lnTo>
                    <a:pt x="1183080" y="4709243"/>
                  </a:lnTo>
                  <a:lnTo>
                    <a:pt x="1183206" y="4709243"/>
                  </a:lnTo>
                  <a:lnTo>
                    <a:pt x="1183332" y="4709243"/>
                  </a:lnTo>
                  <a:lnTo>
                    <a:pt x="1183458" y="4709243"/>
                  </a:lnTo>
                  <a:lnTo>
                    <a:pt x="1183584" y="4709243"/>
                  </a:lnTo>
                  <a:lnTo>
                    <a:pt x="1183710" y="4709243"/>
                  </a:lnTo>
                  <a:lnTo>
                    <a:pt x="1183836" y="4709243"/>
                  </a:lnTo>
                  <a:lnTo>
                    <a:pt x="1183962" y="4709243"/>
                  </a:lnTo>
                  <a:lnTo>
                    <a:pt x="1184088" y="4709243"/>
                  </a:lnTo>
                  <a:lnTo>
                    <a:pt x="1184214" y="4709243"/>
                  </a:lnTo>
                  <a:lnTo>
                    <a:pt x="1184340" y="4709243"/>
                  </a:lnTo>
                  <a:lnTo>
                    <a:pt x="1184467" y="4709243"/>
                  </a:lnTo>
                  <a:lnTo>
                    <a:pt x="1184593" y="4709243"/>
                  </a:lnTo>
                  <a:lnTo>
                    <a:pt x="1184719" y="4709243"/>
                  </a:lnTo>
                  <a:lnTo>
                    <a:pt x="1184845" y="4709243"/>
                  </a:lnTo>
                  <a:lnTo>
                    <a:pt x="1184971" y="4709243"/>
                  </a:lnTo>
                  <a:lnTo>
                    <a:pt x="1185097" y="4709243"/>
                  </a:lnTo>
                  <a:lnTo>
                    <a:pt x="1185223" y="4709243"/>
                  </a:lnTo>
                  <a:lnTo>
                    <a:pt x="1185349" y="4709243"/>
                  </a:lnTo>
                  <a:lnTo>
                    <a:pt x="1185475" y="4709243"/>
                  </a:lnTo>
                  <a:lnTo>
                    <a:pt x="1185601" y="4709243"/>
                  </a:lnTo>
                  <a:lnTo>
                    <a:pt x="1185727" y="4709243"/>
                  </a:lnTo>
                  <a:lnTo>
                    <a:pt x="1185854" y="4709243"/>
                  </a:lnTo>
                  <a:lnTo>
                    <a:pt x="1185980" y="4709243"/>
                  </a:lnTo>
                  <a:lnTo>
                    <a:pt x="1186106" y="4709243"/>
                  </a:lnTo>
                  <a:lnTo>
                    <a:pt x="1186232" y="4709243"/>
                  </a:lnTo>
                  <a:lnTo>
                    <a:pt x="1186232" y="4703964"/>
                  </a:lnTo>
                  <a:lnTo>
                    <a:pt x="1186358" y="4703964"/>
                  </a:lnTo>
                  <a:lnTo>
                    <a:pt x="1186484" y="4703964"/>
                  </a:lnTo>
                  <a:lnTo>
                    <a:pt x="1186610" y="4703964"/>
                  </a:lnTo>
                  <a:lnTo>
                    <a:pt x="1186736" y="4703964"/>
                  </a:lnTo>
                  <a:lnTo>
                    <a:pt x="1186862" y="4703964"/>
                  </a:lnTo>
                  <a:lnTo>
                    <a:pt x="1186862" y="4698684"/>
                  </a:lnTo>
                  <a:lnTo>
                    <a:pt x="1186988" y="4698684"/>
                  </a:lnTo>
                  <a:lnTo>
                    <a:pt x="1187114" y="4698684"/>
                  </a:lnTo>
                  <a:lnTo>
                    <a:pt x="1187241" y="4698684"/>
                  </a:lnTo>
                  <a:lnTo>
                    <a:pt x="1187367" y="4698684"/>
                  </a:lnTo>
                  <a:lnTo>
                    <a:pt x="1187493" y="4698684"/>
                  </a:lnTo>
                  <a:lnTo>
                    <a:pt x="1187619" y="4698684"/>
                  </a:lnTo>
                  <a:lnTo>
                    <a:pt x="1187745" y="4698684"/>
                  </a:lnTo>
                  <a:lnTo>
                    <a:pt x="1187871" y="4698684"/>
                  </a:lnTo>
                  <a:lnTo>
                    <a:pt x="1187997" y="4698684"/>
                  </a:lnTo>
                  <a:lnTo>
                    <a:pt x="1188123" y="4698684"/>
                  </a:lnTo>
                  <a:lnTo>
                    <a:pt x="1188249" y="4698684"/>
                  </a:lnTo>
                  <a:lnTo>
                    <a:pt x="1188375" y="4698684"/>
                  </a:lnTo>
                  <a:lnTo>
                    <a:pt x="1188501" y="4698684"/>
                  </a:lnTo>
                  <a:lnTo>
                    <a:pt x="1188627" y="4698684"/>
                  </a:lnTo>
                  <a:lnTo>
                    <a:pt x="1188754" y="4698684"/>
                  </a:lnTo>
                  <a:lnTo>
                    <a:pt x="1188880" y="4698684"/>
                  </a:lnTo>
                  <a:lnTo>
                    <a:pt x="1189006" y="4698684"/>
                  </a:lnTo>
                  <a:lnTo>
                    <a:pt x="1189132" y="4698684"/>
                  </a:lnTo>
                  <a:lnTo>
                    <a:pt x="1189258" y="4698684"/>
                  </a:lnTo>
                  <a:lnTo>
                    <a:pt x="1189384" y="4698684"/>
                  </a:lnTo>
                  <a:lnTo>
                    <a:pt x="1189510" y="4698684"/>
                  </a:lnTo>
                  <a:lnTo>
                    <a:pt x="1189636" y="4698684"/>
                  </a:lnTo>
                  <a:lnTo>
                    <a:pt x="1189762" y="4698684"/>
                  </a:lnTo>
                  <a:lnTo>
                    <a:pt x="1189888" y="4698684"/>
                  </a:lnTo>
                  <a:lnTo>
                    <a:pt x="1190014" y="4698684"/>
                  </a:lnTo>
                  <a:lnTo>
                    <a:pt x="1190141" y="4698684"/>
                  </a:lnTo>
                  <a:lnTo>
                    <a:pt x="1190267" y="4698684"/>
                  </a:lnTo>
                  <a:lnTo>
                    <a:pt x="1190393" y="4698684"/>
                  </a:lnTo>
                  <a:lnTo>
                    <a:pt x="1190519" y="4698684"/>
                  </a:lnTo>
                  <a:lnTo>
                    <a:pt x="1190645" y="4698684"/>
                  </a:lnTo>
                  <a:lnTo>
                    <a:pt x="1190771" y="4698684"/>
                  </a:lnTo>
                  <a:lnTo>
                    <a:pt x="1190897" y="4698684"/>
                  </a:lnTo>
                  <a:lnTo>
                    <a:pt x="1191023" y="4698684"/>
                  </a:lnTo>
                  <a:lnTo>
                    <a:pt x="1191149" y="4698684"/>
                  </a:lnTo>
                  <a:lnTo>
                    <a:pt x="1191149" y="4693405"/>
                  </a:lnTo>
                  <a:lnTo>
                    <a:pt x="1191275" y="4693405"/>
                  </a:lnTo>
                  <a:lnTo>
                    <a:pt x="1191401" y="4693405"/>
                  </a:lnTo>
                  <a:lnTo>
                    <a:pt x="1191527" y="4693405"/>
                  </a:lnTo>
                  <a:lnTo>
                    <a:pt x="1191654" y="4693405"/>
                  </a:lnTo>
                  <a:lnTo>
                    <a:pt x="1191780" y="4693405"/>
                  </a:lnTo>
                  <a:lnTo>
                    <a:pt x="1191906" y="4693405"/>
                  </a:lnTo>
                  <a:lnTo>
                    <a:pt x="1192032" y="4693405"/>
                  </a:lnTo>
                  <a:lnTo>
                    <a:pt x="1192158" y="4693405"/>
                  </a:lnTo>
                  <a:lnTo>
                    <a:pt x="1192284" y="4693405"/>
                  </a:lnTo>
                  <a:lnTo>
                    <a:pt x="1192410" y="4693405"/>
                  </a:lnTo>
                  <a:lnTo>
                    <a:pt x="1192536" y="4693405"/>
                  </a:lnTo>
                  <a:lnTo>
                    <a:pt x="1192662" y="4693405"/>
                  </a:lnTo>
                  <a:lnTo>
                    <a:pt x="1192788" y="4693405"/>
                  </a:lnTo>
                  <a:lnTo>
                    <a:pt x="1192914" y="4693405"/>
                  </a:lnTo>
                  <a:lnTo>
                    <a:pt x="1193041" y="4693405"/>
                  </a:lnTo>
                  <a:lnTo>
                    <a:pt x="1193167" y="4693405"/>
                  </a:lnTo>
                  <a:lnTo>
                    <a:pt x="1193293" y="4693405"/>
                  </a:lnTo>
                  <a:lnTo>
                    <a:pt x="1193419" y="4693405"/>
                  </a:lnTo>
                  <a:lnTo>
                    <a:pt x="1193545" y="4693405"/>
                  </a:lnTo>
                  <a:lnTo>
                    <a:pt x="1193671" y="4693405"/>
                  </a:lnTo>
                  <a:lnTo>
                    <a:pt x="1193797" y="4693405"/>
                  </a:lnTo>
                  <a:lnTo>
                    <a:pt x="1193923" y="4693405"/>
                  </a:lnTo>
                  <a:lnTo>
                    <a:pt x="1194049" y="4693405"/>
                  </a:lnTo>
                  <a:lnTo>
                    <a:pt x="1194175" y="4693405"/>
                  </a:lnTo>
                  <a:lnTo>
                    <a:pt x="1194301" y="4693405"/>
                  </a:lnTo>
                  <a:lnTo>
                    <a:pt x="1194427" y="4693405"/>
                  </a:lnTo>
                  <a:lnTo>
                    <a:pt x="1194554" y="4693405"/>
                  </a:lnTo>
                  <a:lnTo>
                    <a:pt x="1194680" y="4693405"/>
                  </a:lnTo>
                  <a:lnTo>
                    <a:pt x="1194806" y="4693405"/>
                  </a:lnTo>
                  <a:lnTo>
                    <a:pt x="1194932" y="4693405"/>
                  </a:lnTo>
                  <a:lnTo>
                    <a:pt x="1194932" y="4688126"/>
                  </a:lnTo>
                  <a:lnTo>
                    <a:pt x="1195058" y="4688126"/>
                  </a:lnTo>
                  <a:lnTo>
                    <a:pt x="1195184" y="4688126"/>
                  </a:lnTo>
                  <a:lnTo>
                    <a:pt x="1195310" y="4688126"/>
                  </a:lnTo>
                  <a:lnTo>
                    <a:pt x="1195436" y="4688126"/>
                  </a:lnTo>
                  <a:lnTo>
                    <a:pt x="1195562" y="4688126"/>
                  </a:lnTo>
                  <a:lnTo>
                    <a:pt x="1195688" y="4688126"/>
                  </a:lnTo>
                  <a:lnTo>
                    <a:pt x="1195814" y="4688126"/>
                  </a:lnTo>
                  <a:lnTo>
                    <a:pt x="1195941" y="4688126"/>
                  </a:lnTo>
                  <a:lnTo>
                    <a:pt x="1196067" y="4688126"/>
                  </a:lnTo>
                  <a:lnTo>
                    <a:pt x="1196193" y="4688126"/>
                  </a:lnTo>
                  <a:lnTo>
                    <a:pt x="1196319" y="4688126"/>
                  </a:lnTo>
                  <a:lnTo>
                    <a:pt x="1196445" y="4688126"/>
                  </a:lnTo>
                  <a:lnTo>
                    <a:pt x="1196571" y="4688126"/>
                  </a:lnTo>
                  <a:lnTo>
                    <a:pt x="1196697" y="4688126"/>
                  </a:lnTo>
                  <a:lnTo>
                    <a:pt x="1196823" y="4688126"/>
                  </a:lnTo>
                  <a:lnTo>
                    <a:pt x="1196949" y="4688126"/>
                  </a:lnTo>
                  <a:lnTo>
                    <a:pt x="1196949" y="4682846"/>
                  </a:lnTo>
                  <a:lnTo>
                    <a:pt x="1197075" y="4682846"/>
                  </a:lnTo>
                  <a:lnTo>
                    <a:pt x="1197201" y="4682846"/>
                  </a:lnTo>
                  <a:lnTo>
                    <a:pt x="1197328" y="4682846"/>
                  </a:lnTo>
                  <a:lnTo>
                    <a:pt x="1197454" y="4682846"/>
                  </a:lnTo>
                  <a:lnTo>
                    <a:pt x="1197580" y="4682846"/>
                  </a:lnTo>
                  <a:lnTo>
                    <a:pt x="1197706" y="4682846"/>
                  </a:lnTo>
                  <a:lnTo>
                    <a:pt x="1197832" y="4682846"/>
                  </a:lnTo>
                  <a:lnTo>
                    <a:pt x="1197958" y="4682846"/>
                  </a:lnTo>
                  <a:lnTo>
                    <a:pt x="1198084" y="4682846"/>
                  </a:lnTo>
                  <a:lnTo>
                    <a:pt x="1198210" y="4682846"/>
                  </a:lnTo>
                  <a:lnTo>
                    <a:pt x="1198336" y="4682846"/>
                  </a:lnTo>
                  <a:lnTo>
                    <a:pt x="1198462" y="4682846"/>
                  </a:lnTo>
                  <a:lnTo>
                    <a:pt x="1198588" y="4682846"/>
                  </a:lnTo>
                  <a:lnTo>
                    <a:pt x="1198714" y="4682846"/>
                  </a:lnTo>
                  <a:lnTo>
                    <a:pt x="1198841" y="4682846"/>
                  </a:lnTo>
                  <a:lnTo>
                    <a:pt x="1198967" y="4682846"/>
                  </a:lnTo>
                  <a:lnTo>
                    <a:pt x="1199093" y="4682846"/>
                  </a:lnTo>
                  <a:lnTo>
                    <a:pt x="1199219" y="4682846"/>
                  </a:lnTo>
                  <a:lnTo>
                    <a:pt x="1199345" y="4682846"/>
                  </a:lnTo>
                  <a:lnTo>
                    <a:pt x="1199471" y="4682846"/>
                  </a:lnTo>
                  <a:lnTo>
                    <a:pt x="1199471" y="4677567"/>
                  </a:lnTo>
                  <a:lnTo>
                    <a:pt x="1199597" y="4677567"/>
                  </a:lnTo>
                  <a:lnTo>
                    <a:pt x="1199723" y="4677567"/>
                  </a:lnTo>
                  <a:lnTo>
                    <a:pt x="1199849" y="4677567"/>
                  </a:lnTo>
                  <a:lnTo>
                    <a:pt x="1199975" y="4677567"/>
                  </a:lnTo>
                  <a:lnTo>
                    <a:pt x="1200101" y="4677567"/>
                  </a:lnTo>
                  <a:lnTo>
                    <a:pt x="1200228" y="4677567"/>
                  </a:lnTo>
                  <a:lnTo>
                    <a:pt x="1200354" y="4677567"/>
                  </a:lnTo>
                  <a:lnTo>
                    <a:pt x="1200480" y="4677567"/>
                  </a:lnTo>
                  <a:lnTo>
                    <a:pt x="1200606" y="4677567"/>
                  </a:lnTo>
                  <a:lnTo>
                    <a:pt x="1200732" y="4677567"/>
                  </a:lnTo>
                  <a:lnTo>
                    <a:pt x="1200858" y="4677567"/>
                  </a:lnTo>
                  <a:lnTo>
                    <a:pt x="1200984" y="4677567"/>
                  </a:lnTo>
                  <a:lnTo>
                    <a:pt x="1201110" y="4677567"/>
                  </a:lnTo>
                  <a:lnTo>
                    <a:pt x="1201236" y="4677567"/>
                  </a:lnTo>
                  <a:lnTo>
                    <a:pt x="1201362" y="4677567"/>
                  </a:lnTo>
                  <a:lnTo>
                    <a:pt x="1201488" y="4677567"/>
                  </a:lnTo>
                  <a:lnTo>
                    <a:pt x="1201614" y="4677567"/>
                  </a:lnTo>
                  <a:lnTo>
                    <a:pt x="1201741" y="4677567"/>
                  </a:lnTo>
                  <a:lnTo>
                    <a:pt x="1201741" y="4672287"/>
                  </a:lnTo>
                  <a:lnTo>
                    <a:pt x="1201867" y="4672287"/>
                  </a:lnTo>
                  <a:lnTo>
                    <a:pt x="1201993" y="4672287"/>
                  </a:lnTo>
                  <a:lnTo>
                    <a:pt x="1202119" y="4672287"/>
                  </a:lnTo>
                  <a:lnTo>
                    <a:pt x="1202245" y="4672287"/>
                  </a:lnTo>
                  <a:lnTo>
                    <a:pt x="1202371" y="4672287"/>
                  </a:lnTo>
                  <a:lnTo>
                    <a:pt x="1202497" y="4672287"/>
                  </a:lnTo>
                  <a:lnTo>
                    <a:pt x="1202623" y="4672287"/>
                  </a:lnTo>
                  <a:lnTo>
                    <a:pt x="1202623" y="4667008"/>
                  </a:lnTo>
                  <a:lnTo>
                    <a:pt x="1202749" y="4667008"/>
                  </a:lnTo>
                  <a:lnTo>
                    <a:pt x="1202875" y="4667008"/>
                  </a:lnTo>
                  <a:lnTo>
                    <a:pt x="1203001" y="4667008"/>
                  </a:lnTo>
                  <a:lnTo>
                    <a:pt x="1203128" y="4667008"/>
                  </a:lnTo>
                  <a:lnTo>
                    <a:pt x="1203254" y="4667008"/>
                  </a:lnTo>
                  <a:lnTo>
                    <a:pt x="1203380" y="4667008"/>
                  </a:lnTo>
                  <a:lnTo>
                    <a:pt x="1203506" y="4667008"/>
                  </a:lnTo>
                  <a:lnTo>
                    <a:pt x="1203632" y="4667008"/>
                  </a:lnTo>
                  <a:lnTo>
                    <a:pt x="1203758" y="4667008"/>
                  </a:lnTo>
                  <a:lnTo>
                    <a:pt x="1203884" y="4667008"/>
                  </a:lnTo>
                  <a:lnTo>
                    <a:pt x="1204010" y="4667008"/>
                  </a:lnTo>
                  <a:lnTo>
                    <a:pt x="1204136" y="4667008"/>
                  </a:lnTo>
                  <a:lnTo>
                    <a:pt x="1204262" y="4667008"/>
                  </a:lnTo>
                  <a:lnTo>
                    <a:pt x="1204388" y="4667008"/>
                  </a:lnTo>
                  <a:lnTo>
                    <a:pt x="1204515" y="4667008"/>
                  </a:lnTo>
                  <a:lnTo>
                    <a:pt x="1204641" y="4667008"/>
                  </a:lnTo>
                  <a:lnTo>
                    <a:pt x="1204767" y="4667008"/>
                  </a:lnTo>
                  <a:lnTo>
                    <a:pt x="1204893" y="4667008"/>
                  </a:lnTo>
                  <a:lnTo>
                    <a:pt x="1205019" y="4667008"/>
                  </a:lnTo>
                  <a:lnTo>
                    <a:pt x="1205145" y="4667008"/>
                  </a:lnTo>
                  <a:lnTo>
                    <a:pt x="1205145" y="4661729"/>
                  </a:lnTo>
                  <a:lnTo>
                    <a:pt x="1205271" y="4661729"/>
                  </a:lnTo>
                  <a:lnTo>
                    <a:pt x="1205397" y="4661729"/>
                  </a:lnTo>
                  <a:lnTo>
                    <a:pt x="1205523" y="4661729"/>
                  </a:lnTo>
                  <a:lnTo>
                    <a:pt x="1205649" y="4661729"/>
                  </a:lnTo>
                  <a:lnTo>
                    <a:pt x="1205775" y="4661729"/>
                  </a:lnTo>
                  <a:lnTo>
                    <a:pt x="1205901" y="4661729"/>
                  </a:lnTo>
                  <a:lnTo>
                    <a:pt x="1206028" y="4661729"/>
                  </a:lnTo>
                  <a:lnTo>
                    <a:pt x="1206154" y="4661729"/>
                  </a:lnTo>
                  <a:lnTo>
                    <a:pt x="1206280" y="4661729"/>
                  </a:lnTo>
                  <a:lnTo>
                    <a:pt x="1206406" y="4661729"/>
                  </a:lnTo>
                  <a:lnTo>
                    <a:pt x="1206532" y="4661729"/>
                  </a:lnTo>
                  <a:lnTo>
                    <a:pt x="1206532" y="4656449"/>
                  </a:lnTo>
                  <a:lnTo>
                    <a:pt x="1206658" y="4656449"/>
                  </a:lnTo>
                  <a:lnTo>
                    <a:pt x="1206784" y="4656449"/>
                  </a:lnTo>
                  <a:lnTo>
                    <a:pt x="1206910" y="4656449"/>
                  </a:lnTo>
                  <a:lnTo>
                    <a:pt x="1207036" y="4656449"/>
                  </a:lnTo>
                  <a:lnTo>
                    <a:pt x="1207162" y="4656449"/>
                  </a:lnTo>
                  <a:lnTo>
                    <a:pt x="1207162" y="4651170"/>
                  </a:lnTo>
                  <a:lnTo>
                    <a:pt x="1207288" y="4651170"/>
                  </a:lnTo>
                  <a:lnTo>
                    <a:pt x="1207415" y="4651170"/>
                  </a:lnTo>
                  <a:lnTo>
                    <a:pt x="1207541" y="4651170"/>
                  </a:lnTo>
                  <a:lnTo>
                    <a:pt x="1207541" y="4645890"/>
                  </a:lnTo>
                  <a:lnTo>
                    <a:pt x="1207667" y="4645890"/>
                  </a:lnTo>
                  <a:lnTo>
                    <a:pt x="1207793" y="4645890"/>
                  </a:lnTo>
                  <a:lnTo>
                    <a:pt x="1207919" y="4645890"/>
                  </a:lnTo>
                  <a:lnTo>
                    <a:pt x="1208045" y="4645890"/>
                  </a:lnTo>
                  <a:lnTo>
                    <a:pt x="1208171" y="4645890"/>
                  </a:lnTo>
                  <a:lnTo>
                    <a:pt x="1208297" y="4645890"/>
                  </a:lnTo>
                  <a:lnTo>
                    <a:pt x="1208297" y="4640611"/>
                  </a:lnTo>
                  <a:lnTo>
                    <a:pt x="1208423" y="4640611"/>
                  </a:lnTo>
                  <a:lnTo>
                    <a:pt x="1208549" y="4640611"/>
                  </a:lnTo>
                  <a:lnTo>
                    <a:pt x="1208675" y="4640611"/>
                  </a:lnTo>
                  <a:lnTo>
                    <a:pt x="1208801" y="4640611"/>
                  </a:lnTo>
                  <a:lnTo>
                    <a:pt x="1208928" y="4640611"/>
                  </a:lnTo>
                  <a:lnTo>
                    <a:pt x="1209054" y="4640611"/>
                  </a:lnTo>
                  <a:lnTo>
                    <a:pt x="1209180" y="4640611"/>
                  </a:lnTo>
                  <a:lnTo>
                    <a:pt x="1209306" y="4640611"/>
                  </a:lnTo>
                  <a:lnTo>
                    <a:pt x="1209432" y="4640611"/>
                  </a:lnTo>
                  <a:lnTo>
                    <a:pt x="1209558" y="4640611"/>
                  </a:lnTo>
                  <a:lnTo>
                    <a:pt x="1209684" y="4640611"/>
                  </a:lnTo>
                  <a:lnTo>
                    <a:pt x="1209810" y="4640611"/>
                  </a:lnTo>
                  <a:lnTo>
                    <a:pt x="1209936" y="4640611"/>
                  </a:lnTo>
                  <a:lnTo>
                    <a:pt x="1210062" y="4640611"/>
                  </a:lnTo>
                  <a:lnTo>
                    <a:pt x="1210188" y="4640611"/>
                  </a:lnTo>
                  <a:lnTo>
                    <a:pt x="1210315" y="4640611"/>
                  </a:lnTo>
                  <a:lnTo>
                    <a:pt x="1210441" y="4640611"/>
                  </a:lnTo>
                  <a:lnTo>
                    <a:pt x="1210567" y="4640611"/>
                  </a:lnTo>
                  <a:lnTo>
                    <a:pt x="1210693" y="4640611"/>
                  </a:lnTo>
                  <a:lnTo>
                    <a:pt x="1210819" y="4640611"/>
                  </a:lnTo>
                  <a:lnTo>
                    <a:pt x="1210945" y="4640611"/>
                  </a:lnTo>
                  <a:lnTo>
                    <a:pt x="1211071" y="4640611"/>
                  </a:lnTo>
                  <a:lnTo>
                    <a:pt x="1211197" y="4640611"/>
                  </a:lnTo>
                  <a:lnTo>
                    <a:pt x="1211323" y="4640611"/>
                  </a:lnTo>
                  <a:lnTo>
                    <a:pt x="1211449" y="4640611"/>
                  </a:lnTo>
                  <a:lnTo>
                    <a:pt x="1211575" y="4640611"/>
                  </a:lnTo>
                  <a:lnTo>
                    <a:pt x="1211702" y="4640611"/>
                  </a:lnTo>
                  <a:lnTo>
                    <a:pt x="1211828" y="4640611"/>
                  </a:lnTo>
                  <a:lnTo>
                    <a:pt x="1211954" y="4640611"/>
                  </a:lnTo>
                  <a:lnTo>
                    <a:pt x="1212080" y="4640611"/>
                  </a:lnTo>
                  <a:lnTo>
                    <a:pt x="1212206" y="4640611"/>
                  </a:lnTo>
                  <a:lnTo>
                    <a:pt x="1212332" y="4640611"/>
                  </a:lnTo>
                  <a:lnTo>
                    <a:pt x="1212458" y="4640611"/>
                  </a:lnTo>
                  <a:lnTo>
                    <a:pt x="1212584" y="4640611"/>
                  </a:lnTo>
                  <a:lnTo>
                    <a:pt x="1212710" y="4640611"/>
                  </a:lnTo>
                  <a:lnTo>
                    <a:pt x="1212836" y="4640611"/>
                  </a:lnTo>
                  <a:lnTo>
                    <a:pt x="1212962" y="4640611"/>
                  </a:lnTo>
                  <a:lnTo>
                    <a:pt x="1213088" y="4640611"/>
                  </a:lnTo>
                  <a:lnTo>
                    <a:pt x="1213215" y="4640611"/>
                  </a:lnTo>
                  <a:lnTo>
                    <a:pt x="1213341" y="4640611"/>
                  </a:lnTo>
                  <a:lnTo>
                    <a:pt x="1213467" y="4640611"/>
                  </a:lnTo>
                  <a:lnTo>
                    <a:pt x="1213593" y="4640611"/>
                  </a:lnTo>
                  <a:lnTo>
                    <a:pt x="1213719" y="4640611"/>
                  </a:lnTo>
                  <a:lnTo>
                    <a:pt x="1213845" y="4640611"/>
                  </a:lnTo>
                  <a:lnTo>
                    <a:pt x="1213971" y="4640611"/>
                  </a:lnTo>
                  <a:lnTo>
                    <a:pt x="1214097" y="4640611"/>
                  </a:lnTo>
                  <a:lnTo>
                    <a:pt x="1214097" y="4635331"/>
                  </a:lnTo>
                  <a:lnTo>
                    <a:pt x="1214223" y="4635331"/>
                  </a:lnTo>
                  <a:lnTo>
                    <a:pt x="1214349" y="4635331"/>
                  </a:lnTo>
                  <a:lnTo>
                    <a:pt x="1214475" y="4635331"/>
                  </a:lnTo>
                  <a:lnTo>
                    <a:pt x="1214602" y="4635331"/>
                  </a:lnTo>
                  <a:lnTo>
                    <a:pt x="1214728" y="4635331"/>
                  </a:lnTo>
                  <a:lnTo>
                    <a:pt x="1214854" y="4635331"/>
                  </a:lnTo>
                  <a:lnTo>
                    <a:pt x="1214980" y="4635331"/>
                  </a:lnTo>
                  <a:lnTo>
                    <a:pt x="1215106" y="4635331"/>
                  </a:lnTo>
                  <a:lnTo>
                    <a:pt x="1215232" y="4635331"/>
                  </a:lnTo>
                  <a:lnTo>
                    <a:pt x="1215358" y="4635331"/>
                  </a:lnTo>
                  <a:lnTo>
                    <a:pt x="1215484" y="4635331"/>
                  </a:lnTo>
                  <a:lnTo>
                    <a:pt x="1215610" y="4635331"/>
                  </a:lnTo>
                  <a:lnTo>
                    <a:pt x="1215736" y="4635331"/>
                  </a:lnTo>
                  <a:lnTo>
                    <a:pt x="1215862" y="4635331"/>
                  </a:lnTo>
                  <a:lnTo>
                    <a:pt x="1215988" y="4635331"/>
                  </a:lnTo>
                  <a:lnTo>
                    <a:pt x="1216115" y="4635331"/>
                  </a:lnTo>
                  <a:lnTo>
                    <a:pt x="1216241" y="4635331"/>
                  </a:lnTo>
                  <a:lnTo>
                    <a:pt x="1216367" y="4635331"/>
                  </a:lnTo>
                  <a:lnTo>
                    <a:pt x="1216493" y="4635331"/>
                  </a:lnTo>
                  <a:lnTo>
                    <a:pt x="1216619" y="4635331"/>
                  </a:lnTo>
                  <a:lnTo>
                    <a:pt x="1216745" y="4635331"/>
                  </a:lnTo>
                  <a:lnTo>
                    <a:pt x="1216871" y="4635331"/>
                  </a:lnTo>
                  <a:lnTo>
                    <a:pt x="1216997" y="4635331"/>
                  </a:lnTo>
                  <a:lnTo>
                    <a:pt x="1217123" y="4635331"/>
                  </a:lnTo>
                  <a:lnTo>
                    <a:pt x="1217249" y="4635331"/>
                  </a:lnTo>
                  <a:lnTo>
                    <a:pt x="1217375" y="4635331"/>
                  </a:lnTo>
                  <a:lnTo>
                    <a:pt x="1217502" y="4635331"/>
                  </a:lnTo>
                  <a:lnTo>
                    <a:pt x="1217628" y="4635331"/>
                  </a:lnTo>
                  <a:lnTo>
                    <a:pt x="1217754" y="4635331"/>
                  </a:lnTo>
                  <a:lnTo>
                    <a:pt x="1217880" y="4635331"/>
                  </a:lnTo>
                  <a:lnTo>
                    <a:pt x="1218006" y="4635331"/>
                  </a:lnTo>
                  <a:lnTo>
                    <a:pt x="1218132" y="4635331"/>
                  </a:lnTo>
                  <a:lnTo>
                    <a:pt x="1218258" y="4635331"/>
                  </a:lnTo>
                  <a:lnTo>
                    <a:pt x="1218384" y="4635331"/>
                  </a:lnTo>
                  <a:lnTo>
                    <a:pt x="1218510" y="4635331"/>
                  </a:lnTo>
                  <a:lnTo>
                    <a:pt x="1218636" y="4635331"/>
                  </a:lnTo>
                  <a:lnTo>
                    <a:pt x="1218762" y="4635331"/>
                  </a:lnTo>
                  <a:lnTo>
                    <a:pt x="1218888" y="4635331"/>
                  </a:lnTo>
                  <a:lnTo>
                    <a:pt x="1219015" y="4635331"/>
                  </a:lnTo>
                  <a:lnTo>
                    <a:pt x="1219141" y="4635331"/>
                  </a:lnTo>
                  <a:lnTo>
                    <a:pt x="1219267" y="4635331"/>
                  </a:lnTo>
                  <a:lnTo>
                    <a:pt x="1219393" y="4635331"/>
                  </a:lnTo>
                  <a:lnTo>
                    <a:pt x="1219519" y="4635331"/>
                  </a:lnTo>
                  <a:lnTo>
                    <a:pt x="1219645" y="4635331"/>
                  </a:lnTo>
                  <a:lnTo>
                    <a:pt x="1219771" y="4635331"/>
                  </a:lnTo>
                  <a:lnTo>
                    <a:pt x="1219897" y="4635331"/>
                  </a:lnTo>
                  <a:lnTo>
                    <a:pt x="1220023" y="4635331"/>
                  </a:lnTo>
                  <a:lnTo>
                    <a:pt x="1220149" y="4635331"/>
                  </a:lnTo>
                  <a:lnTo>
                    <a:pt x="1220275" y="4635331"/>
                  </a:lnTo>
                  <a:lnTo>
                    <a:pt x="1220402" y="4635331"/>
                  </a:lnTo>
                  <a:lnTo>
                    <a:pt x="1220528" y="4635331"/>
                  </a:lnTo>
                  <a:lnTo>
                    <a:pt x="1220654" y="4635331"/>
                  </a:lnTo>
                  <a:lnTo>
                    <a:pt x="1220780" y="4635331"/>
                  </a:lnTo>
                  <a:lnTo>
                    <a:pt x="1220906" y="4635331"/>
                  </a:lnTo>
                  <a:lnTo>
                    <a:pt x="1221032" y="4635331"/>
                  </a:lnTo>
                  <a:lnTo>
                    <a:pt x="1221158" y="4635331"/>
                  </a:lnTo>
                  <a:lnTo>
                    <a:pt x="1221284" y="4635331"/>
                  </a:lnTo>
                  <a:lnTo>
                    <a:pt x="1221410" y="4635331"/>
                  </a:lnTo>
                  <a:lnTo>
                    <a:pt x="1221536" y="4635331"/>
                  </a:lnTo>
                  <a:lnTo>
                    <a:pt x="1221662" y="4635331"/>
                  </a:lnTo>
                  <a:lnTo>
                    <a:pt x="1221789" y="4635331"/>
                  </a:lnTo>
                  <a:lnTo>
                    <a:pt x="1221915" y="4635331"/>
                  </a:lnTo>
                  <a:lnTo>
                    <a:pt x="1222041" y="4635331"/>
                  </a:lnTo>
                  <a:lnTo>
                    <a:pt x="1222167" y="4635331"/>
                  </a:lnTo>
                  <a:lnTo>
                    <a:pt x="1222293" y="4635331"/>
                  </a:lnTo>
                  <a:lnTo>
                    <a:pt x="1222419" y="4635331"/>
                  </a:lnTo>
                  <a:lnTo>
                    <a:pt x="1222545" y="4635331"/>
                  </a:lnTo>
                  <a:lnTo>
                    <a:pt x="1222671" y="4635331"/>
                  </a:lnTo>
                  <a:lnTo>
                    <a:pt x="1222797" y="4635331"/>
                  </a:lnTo>
                  <a:lnTo>
                    <a:pt x="1222923" y="4635331"/>
                  </a:lnTo>
                  <a:lnTo>
                    <a:pt x="1223049" y="4635331"/>
                  </a:lnTo>
                  <a:lnTo>
                    <a:pt x="1223175" y="4635331"/>
                  </a:lnTo>
                  <a:lnTo>
                    <a:pt x="1223302" y="4635331"/>
                  </a:lnTo>
                  <a:lnTo>
                    <a:pt x="1223428" y="4635331"/>
                  </a:lnTo>
                  <a:lnTo>
                    <a:pt x="1223554" y="4635331"/>
                  </a:lnTo>
                  <a:lnTo>
                    <a:pt x="1223680" y="4635331"/>
                  </a:lnTo>
                  <a:lnTo>
                    <a:pt x="1223806" y="4635331"/>
                  </a:lnTo>
                  <a:lnTo>
                    <a:pt x="1223806" y="4630052"/>
                  </a:lnTo>
                  <a:lnTo>
                    <a:pt x="1223932" y="4630052"/>
                  </a:lnTo>
                  <a:lnTo>
                    <a:pt x="1224058" y="4630052"/>
                  </a:lnTo>
                  <a:lnTo>
                    <a:pt x="1224184" y="4630052"/>
                  </a:lnTo>
                  <a:lnTo>
                    <a:pt x="1224310" y="4630052"/>
                  </a:lnTo>
                  <a:lnTo>
                    <a:pt x="1224436" y="4630052"/>
                  </a:lnTo>
                  <a:lnTo>
                    <a:pt x="1224562" y="4630052"/>
                  </a:lnTo>
                  <a:lnTo>
                    <a:pt x="1224689" y="4630052"/>
                  </a:lnTo>
                  <a:lnTo>
                    <a:pt x="1224815" y="4630052"/>
                  </a:lnTo>
                  <a:lnTo>
                    <a:pt x="1224815" y="4624773"/>
                  </a:lnTo>
                  <a:lnTo>
                    <a:pt x="1224941" y="4624773"/>
                  </a:lnTo>
                  <a:lnTo>
                    <a:pt x="1225067" y="4624773"/>
                  </a:lnTo>
                  <a:lnTo>
                    <a:pt x="1225193" y="4624773"/>
                  </a:lnTo>
                  <a:lnTo>
                    <a:pt x="1225319" y="4624773"/>
                  </a:lnTo>
                  <a:lnTo>
                    <a:pt x="1225445" y="4624773"/>
                  </a:lnTo>
                  <a:lnTo>
                    <a:pt x="1225571" y="4624773"/>
                  </a:lnTo>
                  <a:lnTo>
                    <a:pt x="1225697" y="4624773"/>
                  </a:lnTo>
                  <a:lnTo>
                    <a:pt x="1225823" y="4624773"/>
                  </a:lnTo>
                  <a:lnTo>
                    <a:pt x="1225949" y="4624773"/>
                  </a:lnTo>
                  <a:lnTo>
                    <a:pt x="1226075" y="4624773"/>
                  </a:lnTo>
                  <a:lnTo>
                    <a:pt x="1226202" y="4624773"/>
                  </a:lnTo>
                  <a:lnTo>
                    <a:pt x="1226328" y="4624773"/>
                  </a:lnTo>
                  <a:lnTo>
                    <a:pt x="1226454" y="4624773"/>
                  </a:lnTo>
                  <a:lnTo>
                    <a:pt x="1226580" y="4624773"/>
                  </a:lnTo>
                  <a:lnTo>
                    <a:pt x="1226580" y="4619493"/>
                  </a:lnTo>
                  <a:lnTo>
                    <a:pt x="1226706" y="4619493"/>
                  </a:lnTo>
                  <a:lnTo>
                    <a:pt x="1226832" y="4619493"/>
                  </a:lnTo>
                  <a:lnTo>
                    <a:pt x="1226832" y="4614214"/>
                  </a:lnTo>
                  <a:lnTo>
                    <a:pt x="1226958" y="4614214"/>
                  </a:lnTo>
                  <a:lnTo>
                    <a:pt x="1227084" y="4614214"/>
                  </a:lnTo>
                  <a:lnTo>
                    <a:pt x="1227210" y="4614214"/>
                  </a:lnTo>
                  <a:lnTo>
                    <a:pt x="1227336" y="4614214"/>
                  </a:lnTo>
                  <a:lnTo>
                    <a:pt x="1227462" y="4614214"/>
                  </a:lnTo>
                  <a:lnTo>
                    <a:pt x="1227589" y="4614214"/>
                  </a:lnTo>
                  <a:lnTo>
                    <a:pt x="1227715" y="4614214"/>
                  </a:lnTo>
                  <a:lnTo>
                    <a:pt x="1227841" y="4614214"/>
                  </a:lnTo>
                  <a:lnTo>
                    <a:pt x="1227967" y="4614214"/>
                  </a:lnTo>
                  <a:lnTo>
                    <a:pt x="1228093" y="4614214"/>
                  </a:lnTo>
                  <a:lnTo>
                    <a:pt x="1228219" y="4614214"/>
                  </a:lnTo>
                  <a:lnTo>
                    <a:pt x="1228345" y="4614214"/>
                  </a:lnTo>
                  <a:lnTo>
                    <a:pt x="1228471" y="4614214"/>
                  </a:lnTo>
                  <a:lnTo>
                    <a:pt x="1228597" y="4614214"/>
                  </a:lnTo>
                  <a:lnTo>
                    <a:pt x="1228723" y="4614214"/>
                  </a:lnTo>
                  <a:lnTo>
                    <a:pt x="1228849" y="4614214"/>
                  </a:lnTo>
                  <a:lnTo>
                    <a:pt x="1228976" y="4614214"/>
                  </a:lnTo>
                  <a:lnTo>
                    <a:pt x="1229102" y="4614214"/>
                  </a:lnTo>
                  <a:lnTo>
                    <a:pt x="1229228" y="4614214"/>
                  </a:lnTo>
                  <a:lnTo>
                    <a:pt x="1229354" y="4614214"/>
                  </a:lnTo>
                  <a:lnTo>
                    <a:pt x="1229480" y="4614214"/>
                  </a:lnTo>
                  <a:lnTo>
                    <a:pt x="1229606" y="4614214"/>
                  </a:lnTo>
                  <a:lnTo>
                    <a:pt x="1229732" y="4614214"/>
                  </a:lnTo>
                  <a:lnTo>
                    <a:pt x="1229858" y="4614214"/>
                  </a:lnTo>
                  <a:lnTo>
                    <a:pt x="1229984" y="4614214"/>
                  </a:lnTo>
                  <a:lnTo>
                    <a:pt x="1230110" y="4614214"/>
                  </a:lnTo>
                  <a:lnTo>
                    <a:pt x="1230236" y="4614214"/>
                  </a:lnTo>
                  <a:lnTo>
                    <a:pt x="1230362" y="4614214"/>
                  </a:lnTo>
                  <a:lnTo>
                    <a:pt x="1230489" y="4614214"/>
                  </a:lnTo>
                  <a:lnTo>
                    <a:pt x="1230615" y="4614214"/>
                  </a:lnTo>
                  <a:lnTo>
                    <a:pt x="1230741" y="4614214"/>
                  </a:lnTo>
                  <a:lnTo>
                    <a:pt x="1230867" y="4614214"/>
                  </a:lnTo>
                  <a:lnTo>
                    <a:pt x="1230993" y="4614214"/>
                  </a:lnTo>
                  <a:lnTo>
                    <a:pt x="1231119" y="4614214"/>
                  </a:lnTo>
                  <a:lnTo>
                    <a:pt x="1231245" y="4614214"/>
                  </a:lnTo>
                  <a:lnTo>
                    <a:pt x="1231371" y="4614214"/>
                  </a:lnTo>
                  <a:lnTo>
                    <a:pt x="1231497" y="4614214"/>
                  </a:lnTo>
                  <a:lnTo>
                    <a:pt x="1231623" y="4614214"/>
                  </a:lnTo>
                  <a:lnTo>
                    <a:pt x="1231749" y="4614214"/>
                  </a:lnTo>
                  <a:lnTo>
                    <a:pt x="1231876" y="4614214"/>
                  </a:lnTo>
                  <a:lnTo>
                    <a:pt x="1232002" y="4614214"/>
                  </a:lnTo>
                  <a:lnTo>
                    <a:pt x="1232128" y="4614214"/>
                  </a:lnTo>
                  <a:lnTo>
                    <a:pt x="1232254" y="4614214"/>
                  </a:lnTo>
                  <a:lnTo>
                    <a:pt x="1232380" y="4614214"/>
                  </a:lnTo>
                  <a:lnTo>
                    <a:pt x="1232506" y="4614214"/>
                  </a:lnTo>
                  <a:lnTo>
                    <a:pt x="1232632" y="4614214"/>
                  </a:lnTo>
                  <a:lnTo>
                    <a:pt x="1232758" y="4614214"/>
                  </a:lnTo>
                  <a:lnTo>
                    <a:pt x="1232884" y="4614214"/>
                  </a:lnTo>
                  <a:lnTo>
                    <a:pt x="1233010" y="4614214"/>
                  </a:lnTo>
                  <a:lnTo>
                    <a:pt x="1233136" y="4614214"/>
                  </a:lnTo>
                  <a:lnTo>
                    <a:pt x="1233262" y="4614214"/>
                  </a:lnTo>
                  <a:lnTo>
                    <a:pt x="1233389" y="4614214"/>
                  </a:lnTo>
                  <a:lnTo>
                    <a:pt x="1233515" y="4614214"/>
                  </a:lnTo>
                  <a:lnTo>
                    <a:pt x="1233641" y="4614214"/>
                  </a:lnTo>
                  <a:lnTo>
                    <a:pt x="1233767" y="4614214"/>
                  </a:lnTo>
                  <a:lnTo>
                    <a:pt x="1233893" y="4614214"/>
                  </a:lnTo>
                  <a:lnTo>
                    <a:pt x="1234019" y="4614214"/>
                  </a:lnTo>
                  <a:lnTo>
                    <a:pt x="1234145" y="4614214"/>
                  </a:lnTo>
                  <a:lnTo>
                    <a:pt x="1234271" y="4614214"/>
                  </a:lnTo>
                  <a:lnTo>
                    <a:pt x="1234397" y="4614214"/>
                  </a:lnTo>
                  <a:lnTo>
                    <a:pt x="1234523" y="4614214"/>
                  </a:lnTo>
                  <a:lnTo>
                    <a:pt x="1234649" y="4614214"/>
                  </a:lnTo>
                  <a:lnTo>
                    <a:pt x="1234776" y="4614214"/>
                  </a:lnTo>
                  <a:lnTo>
                    <a:pt x="1234902" y="4614214"/>
                  </a:lnTo>
                  <a:lnTo>
                    <a:pt x="1235028" y="4614214"/>
                  </a:lnTo>
                  <a:lnTo>
                    <a:pt x="1235154" y="4614214"/>
                  </a:lnTo>
                  <a:lnTo>
                    <a:pt x="1235280" y="4614214"/>
                  </a:lnTo>
                  <a:lnTo>
                    <a:pt x="1235406" y="4614214"/>
                  </a:lnTo>
                  <a:lnTo>
                    <a:pt x="1235532" y="4614214"/>
                  </a:lnTo>
                  <a:lnTo>
                    <a:pt x="1235658" y="4614214"/>
                  </a:lnTo>
                  <a:lnTo>
                    <a:pt x="1235784" y="4614214"/>
                  </a:lnTo>
                  <a:lnTo>
                    <a:pt x="1235910" y="4614214"/>
                  </a:lnTo>
                  <a:lnTo>
                    <a:pt x="1236036" y="4614214"/>
                  </a:lnTo>
                  <a:lnTo>
                    <a:pt x="1236162" y="4614214"/>
                  </a:lnTo>
                  <a:lnTo>
                    <a:pt x="1236289" y="4614214"/>
                  </a:lnTo>
                  <a:lnTo>
                    <a:pt x="1236415" y="4614214"/>
                  </a:lnTo>
                  <a:lnTo>
                    <a:pt x="1236415" y="4608934"/>
                  </a:lnTo>
                  <a:lnTo>
                    <a:pt x="1236541" y="4608934"/>
                  </a:lnTo>
                  <a:lnTo>
                    <a:pt x="1236667" y="4608934"/>
                  </a:lnTo>
                  <a:lnTo>
                    <a:pt x="1236793" y="4608934"/>
                  </a:lnTo>
                  <a:lnTo>
                    <a:pt x="1236919" y="4608934"/>
                  </a:lnTo>
                  <a:lnTo>
                    <a:pt x="1237045" y="4608934"/>
                  </a:lnTo>
                  <a:lnTo>
                    <a:pt x="1237171" y="4608934"/>
                  </a:lnTo>
                  <a:lnTo>
                    <a:pt x="1237297" y="4608934"/>
                  </a:lnTo>
                  <a:lnTo>
                    <a:pt x="1237423" y="4608934"/>
                  </a:lnTo>
                  <a:lnTo>
                    <a:pt x="1237549" y="4608934"/>
                  </a:lnTo>
                  <a:lnTo>
                    <a:pt x="1237676" y="4608934"/>
                  </a:lnTo>
                  <a:lnTo>
                    <a:pt x="1237802" y="4608934"/>
                  </a:lnTo>
                  <a:lnTo>
                    <a:pt x="1237928" y="4608934"/>
                  </a:lnTo>
                  <a:lnTo>
                    <a:pt x="1238054" y="4608934"/>
                  </a:lnTo>
                  <a:lnTo>
                    <a:pt x="1238054" y="4603655"/>
                  </a:lnTo>
                  <a:lnTo>
                    <a:pt x="1238054" y="4598375"/>
                  </a:lnTo>
                  <a:lnTo>
                    <a:pt x="1238180" y="4598375"/>
                  </a:lnTo>
                  <a:lnTo>
                    <a:pt x="1238306" y="4598375"/>
                  </a:lnTo>
                  <a:lnTo>
                    <a:pt x="1238432" y="4598375"/>
                  </a:lnTo>
                  <a:lnTo>
                    <a:pt x="1238558" y="4598375"/>
                  </a:lnTo>
                  <a:lnTo>
                    <a:pt x="1238558" y="4593096"/>
                  </a:lnTo>
                  <a:lnTo>
                    <a:pt x="1238684" y="4593096"/>
                  </a:lnTo>
                  <a:lnTo>
                    <a:pt x="1238810" y="4593096"/>
                  </a:lnTo>
                  <a:lnTo>
                    <a:pt x="1238936" y="4593096"/>
                  </a:lnTo>
                  <a:lnTo>
                    <a:pt x="1239063" y="4593096"/>
                  </a:lnTo>
                  <a:lnTo>
                    <a:pt x="1239189" y="4593096"/>
                  </a:lnTo>
                  <a:lnTo>
                    <a:pt x="1239315" y="4593096"/>
                  </a:lnTo>
                  <a:lnTo>
                    <a:pt x="1239441" y="4593096"/>
                  </a:lnTo>
                  <a:lnTo>
                    <a:pt x="1239567" y="4593096"/>
                  </a:lnTo>
                  <a:lnTo>
                    <a:pt x="1239693" y="4593096"/>
                  </a:lnTo>
                  <a:lnTo>
                    <a:pt x="1239819" y="4593096"/>
                  </a:lnTo>
                  <a:lnTo>
                    <a:pt x="1239819" y="4587817"/>
                  </a:lnTo>
                  <a:lnTo>
                    <a:pt x="1239945" y="4587817"/>
                  </a:lnTo>
                  <a:lnTo>
                    <a:pt x="1240071" y="4587817"/>
                  </a:lnTo>
                  <a:lnTo>
                    <a:pt x="1240197" y="4587817"/>
                  </a:lnTo>
                  <a:lnTo>
                    <a:pt x="1240323" y="4587817"/>
                  </a:lnTo>
                  <a:lnTo>
                    <a:pt x="1240449" y="4587817"/>
                  </a:lnTo>
                  <a:lnTo>
                    <a:pt x="1240576" y="4587817"/>
                  </a:lnTo>
                  <a:lnTo>
                    <a:pt x="1240702" y="4587817"/>
                  </a:lnTo>
                  <a:lnTo>
                    <a:pt x="1240828" y="4587817"/>
                  </a:lnTo>
                  <a:lnTo>
                    <a:pt x="1240954" y="4587817"/>
                  </a:lnTo>
                  <a:lnTo>
                    <a:pt x="1241080" y="4587817"/>
                  </a:lnTo>
                  <a:lnTo>
                    <a:pt x="1241206" y="4587817"/>
                  </a:lnTo>
                  <a:lnTo>
                    <a:pt x="1241332" y="4587817"/>
                  </a:lnTo>
                  <a:lnTo>
                    <a:pt x="1241458" y="4587817"/>
                  </a:lnTo>
                  <a:lnTo>
                    <a:pt x="1241584" y="4587817"/>
                  </a:lnTo>
                  <a:lnTo>
                    <a:pt x="1241710" y="4587817"/>
                  </a:lnTo>
                  <a:lnTo>
                    <a:pt x="1241836" y="4587817"/>
                  </a:lnTo>
                  <a:lnTo>
                    <a:pt x="1241963" y="4587817"/>
                  </a:lnTo>
                  <a:lnTo>
                    <a:pt x="1242089" y="4587817"/>
                  </a:lnTo>
                  <a:lnTo>
                    <a:pt x="1242215" y="4587817"/>
                  </a:lnTo>
                  <a:lnTo>
                    <a:pt x="1242341" y="4587817"/>
                  </a:lnTo>
                  <a:lnTo>
                    <a:pt x="1242467" y="4587817"/>
                  </a:lnTo>
                  <a:lnTo>
                    <a:pt x="1242593" y="4587817"/>
                  </a:lnTo>
                  <a:lnTo>
                    <a:pt x="1242719" y="4587817"/>
                  </a:lnTo>
                  <a:lnTo>
                    <a:pt x="1242845" y="4587817"/>
                  </a:lnTo>
                  <a:lnTo>
                    <a:pt x="1242971" y="4587817"/>
                  </a:lnTo>
                  <a:lnTo>
                    <a:pt x="1243097" y="4587817"/>
                  </a:lnTo>
                  <a:lnTo>
                    <a:pt x="1243223" y="4587817"/>
                  </a:lnTo>
                  <a:lnTo>
                    <a:pt x="1243349" y="4587817"/>
                  </a:lnTo>
                  <a:lnTo>
                    <a:pt x="1243476" y="4587817"/>
                  </a:lnTo>
                  <a:lnTo>
                    <a:pt x="1243602" y="4587817"/>
                  </a:lnTo>
                  <a:lnTo>
                    <a:pt x="1243728" y="4587817"/>
                  </a:lnTo>
                  <a:lnTo>
                    <a:pt x="1243854" y="4587817"/>
                  </a:lnTo>
                  <a:lnTo>
                    <a:pt x="1243854" y="4582537"/>
                  </a:lnTo>
                  <a:lnTo>
                    <a:pt x="1243980" y="4582537"/>
                  </a:lnTo>
                  <a:lnTo>
                    <a:pt x="1244106" y="4582537"/>
                  </a:lnTo>
                  <a:lnTo>
                    <a:pt x="1244232" y="4582537"/>
                  </a:lnTo>
                  <a:lnTo>
                    <a:pt x="1244358" y="4582537"/>
                  </a:lnTo>
                  <a:lnTo>
                    <a:pt x="1244484" y="4582537"/>
                  </a:lnTo>
                  <a:lnTo>
                    <a:pt x="1244610" y="4582537"/>
                  </a:lnTo>
                  <a:lnTo>
                    <a:pt x="1244736" y="4582537"/>
                  </a:lnTo>
                  <a:lnTo>
                    <a:pt x="1244863" y="4582537"/>
                  </a:lnTo>
                  <a:lnTo>
                    <a:pt x="1244989" y="4582537"/>
                  </a:lnTo>
                  <a:lnTo>
                    <a:pt x="1245115" y="4582537"/>
                  </a:lnTo>
                  <a:lnTo>
                    <a:pt x="1245241" y="4582537"/>
                  </a:lnTo>
                  <a:lnTo>
                    <a:pt x="1245367" y="4582537"/>
                  </a:lnTo>
                  <a:lnTo>
                    <a:pt x="1245493" y="4582537"/>
                  </a:lnTo>
                  <a:lnTo>
                    <a:pt x="1245619" y="4582537"/>
                  </a:lnTo>
                  <a:lnTo>
                    <a:pt x="1245745" y="4582537"/>
                  </a:lnTo>
                  <a:lnTo>
                    <a:pt x="1245871" y="4582537"/>
                  </a:lnTo>
                  <a:lnTo>
                    <a:pt x="1245997" y="4582537"/>
                  </a:lnTo>
                  <a:lnTo>
                    <a:pt x="1246123" y="4582537"/>
                  </a:lnTo>
                  <a:lnTo>
                    <a:pt x="1246250" y="4582537"/>
                  </a:lnTo>
                  <a:lnTo>
                    <a:pt x="1246376" y="4582537"/>
                  </a:lnTo>
                  <a:lnTo>
                    <a:pt x="1246502" y="4582537"/>
                  </a:lnTo>
                  <a:lnTo>
                    <a:pt x="1246628" y="4582537"/>
                  </a:lnTo>
                  <a:lnTo>
                    <a:pt x="1246754" y="4582537"/>
                  </a:lnTo>
                  <a:lnTo>
                    <a:pt x="1246880" y="4582537"/>
                  </a:lnTo>
                  <a:lnTo>
                    <a:pt x="1247006" y="4582537"/>
                  </a:lnTo>
                  <a:lnTo>
                    <a:pt x="1247132" y="4582537"/>
                  </a:lnTo>
                  <a:lnTo>
                    <a:pt x="1247258" y="4582537"/>
                  </a:lnTo>
                  <a:lnTo>
                    <a:pt x="1247384" y="4582537"/>
                  </a:lnTo>
                  <a:lnTo>
                    <a:pt x="1247510" y="4582537"/>
                  </a:lnTo>
                  <a:lnTo>
                    <a:pt x="1247636" y="4582537"/>
                  </a:lnTo>
                  <a:lnTo>
                    <a:pt x="1247763" y="4582537"/>
                  </a:lnTo>
                  <a:lnTo>
                    <a:pt x="1247889" y="4582537"/>
                  </a:lnTo>
                  <a:lnTo>
                    <a:pt x="1248015" y="4582537"/>
                  </a:lnTo>
                  <a:lnTo>
                    <a:pt x="1248141" y="4582537"/>
                  </a:lnTo>
                  <a:lnTo>
                    <a:pt x="1248267" y="4582537"/>
                  </a:lnTo>
                  <a:lnTo>
                    <a:pt x="1248393" y="4582537"/>
                  </a:lnTo>
                  <a:lnTo>
                    <a:pt x="1248519" y="4582537"/>
                  </a:lnTo>
                  <a:lnTo>
                    <a:pt x="1248645" y="4582537"/>
                  </a:lnTo>
                  <a:lnTo>
                    <a:pt x="1248771" y="4582537"/>
                  </a:lnTo>
                  <a:lnTo>
                    <a:pt x="1248897" y="4582537"/>
                  </a:lnTo>
                  <a:lnTo>
                    <a:pt x="1249023" y="4582537"/>
                  </a:lnTo>
                  <a:lnTo>
                    <a:pt x="1249150" y="4582537"/>
                  </a:lnTo>
                  <a:lnTo>
                    <a:pt x="1249276" y="4582537"/>
                  </a:lnTo>
                  <a:lnTo>
                    <a:pt x="1249402" y="4582537"/>
                  </a:lnTo>
                  <a:lnTo>
                    <a:pt x="1249528" y="4582537"/>
                  </a:lnTo>
                  <a:lnTo>
                    <a:pt x="1249654" y="4582537"/>
                  </a:lnTo>
                  <a:lnTo>
                    <a:pt x="1249780" y="4582537"/>
                  </a:lnTo>
                  <a:lnTo>
                    <a:pt x="1249906" y="4582537"/>
                  </a:lnTo>
                  <a:lnTo>
                    <a:pt x="1250032" y="4582537"/>
                  </a:lnTo>
                  <a:lnTo>
                    <a:pt x="1250158" y="4582537"/>
                  </a:lnTo>
                  <a:lnTo>
                    <a:pt x="1250284" y="4582537"/>
                  </a:lnTo>
                  <a:lnTo>
                    <a:pt x="1250410" y="4582537"/>
                  </a:lnTo>
                  <a:lnTo>
                    <a:pt x="1250536" y="4582537"/>
                  </a:lnTo>
                  <a:lnTo>
                    <a:pt x="1250663" y="4582537"/>
                  </a:lnTo>
                  <a:lnTo>
                    <a:pt x="1250789" y="4582537"/>
                  </a:lnTo>
                  <a:lnTo>
                    <a:pt x="1250915" y="4582537"/>
                  </a:lnTo>
                  <a:lnTo>
                    <a:pt x="1251041" y="4582537"/>
                  </a:lnTo>
                  <a:lnTo>
                    <a:pt x="1251167" y="4582537"/>
                  </a:lnTo>
                  <a:lnTo>
                    <a:pt x="1251293" y="4582537"/>
                  </a:lnTo>
                  <a:lnTo>
                    <a:pt x="1251419" y="4582537"/>
                  </a:lnTo>
                  <a:lnTo>
                    <a:pt x="1251545" y="4582537"/>
                  </a:lnTo>
                  <a:lnTo>
                    <a:pt x="1251671" y="4582537"/>
                  </a:lnTo>
                  <a:lnTo>
                    <a:pt x="1251797" y="4582537"/>
                  </a:lnTo>
                  <a:lnTo>
                    <a:pt x="1251923" y="4582537"/>
                  </a:lnTo>
                  <a:lnTo>
                    <a:pt x="1252050" y="4582537"/>
                  </a:lnTo>
                  <a:lnTo>
                    <a:pt x="1252176" y="4582537"/>
                  </a:lnTo>
                  <a:lnTo>
                    <a:pt x="1252302" y="4582537"/>
                  </a:lnTo>
                  <a:lnTo>
                    <a:pt x="1252428" y="4582537"/>
                  </a:lnTo>
                  <a:lnTo>
                    <a:pt x="1252554" y="4582537"/>
                  </a:lnTo>
                  <a:lnTo>
                    <a:pt x="1252680" y="4582537"/>
                  </a:lnTo>
                  <a:lnTo>
                    <a:pt x="1252806" y="4582537"/>
                  </a:lnTo>
                  <a:lnTo>
                    <a:pt x="1252932" y="4582537"/>
                  </a:lnTo>
                  <a:lnTo>
                    <a:pt x="1253058" y="4582537"/>
                  </a:lnTo>
                  <a:lnTo>
                    <a:pt x="1253184" y="4582537"/>
                  </a:lnTo>
                  <a:lnTo>
                    <a:pt x="1253310" y="4582537"/>
                  </a:lnTo>
                  <a:lnTo>
                    <a:pt x="1253437" y="4582537"/>
                  </a:lnTo>
                  <a:lnTo>
                    <a:pt x="1253563" y="4582537"/>
                  </a:lnTo>
                  <a:lnTo>
                    <a:pt x="1253689" y="4582537"/>
                  </a:lnTo>
                  <a:lnTo>
                    <a:pt x="1253815" y="4582537"/>
                  </a:lnTo>
                  <a:lnTo>
                    <a:pt x="1253941" y="4582537"/>
                  </a:lnTo>
                  <a:lnTo>
                    <a:pt x="1254067" y="4582537"/>
                  </a:lnTo>
                  <a:lnTo>
                    <a:pt x="1254193" y="4582537"/>
                  </a:lnTo>
                  <a:lnTo>
                    <a:pt x="1254319" y="4582537"/>
                  </a:lnTo>
                  <a:lnTo>
                    <a:pt x="1254445" y="4582537"/>
                  </a:lnTo>
                  <a:lnTo>
                    <a:pt x="1254571" y="4582537"/>
                  </a:lnTo>
                  <a:lnTo>
                    <a:pt x="1254697" y="4582537"/>
                  </a:lnTo>
                  <a:lnTo>
                    <a:pt x="1254823" y="4582537"/>
                  </a:lnTo>
                  <a:lnTo>
                    <a:pt x="1254950" y="4582537"/>
                  </a:lnTo>
                  <a:lnTo>
                    <a:pt x="1255076" y="4582537"/>
                  </a:lnTo>
                  <a:lnTo>
                    <a:pt x="1255202" y="4582537"/>
                  </a:lnTo>
                  <a:lnTo>
                    <a:pt x="1255328" y="4582537"/>
                  </a:lnTo>
                  <a:lnTo>
                    <a:pt x="1255454" y="4582537"/>
                  </a:lnTo>
                  <a:lnTo>
                    <a:pt x="1255580" y="4582537"/>
                  </a:lnTo>
                  <a:lnTo>
                    <a:pt x="1255706" y="4582537"/>
                  </a:lnTo>
                  <a:lnTo>
                    <a:pt x="1255832" y="4582537"/>
                  </a:lnTo>
                  <a:lnTo>
                    <a:pt x="1255958" y="4582537"/>
                  </a:lnTo>
                  <a:lnTo>
                    <a:pt x="1256084" y="4582537"/>
                  </a:lnTo>
                  <a:lnTo>
                    <a:pt x="1256210" y="4582537"/>
                  </a:lnTo>
                  <a:lnTo>
                    <a:pt x="1256337" y="4582537"/>
                  </a:lnTo>
                  <a:lnTo>
                    <a:pt x="1256463" y="4582537"/>
                  </a:lnTo>
                  <a:lnTo>
                    <a:pt x="1256589" y="4582537"/>
                  </a:lnTo>
                  <a:lnTo>
                    <a:pt x="1256715" y="4582537"/>
                  </a:lnTo>
                  <a:lnTo>
                    <a:pt x="1256841" y="4582537"/>
                  </a:lnTo>
                  <a:lnTo>
                    <a:pt x="1256967" y="4582537"/>
                  </a:lnTo>
                  <a:lnTo>
                    <a:pt x="1257093" y="4582537"/>
                  </a:lnTo>
                  <a:lnTo>
                    <a:pt x="1257219" y="4582537"/>
                  </a:lnTo>
                  <a:lnTo>
                    <a:pt x="1257345" y="4582537"/>
                  </a:lnTo>
                  <a:lnTo>
                    <a:pt x="1257471" y="4582537"/>
                  </a:lnTo>
                  <a:lnTo>
                    <a:pt x="1257597" y="4582537"/>
                  </a:lnTo>
                  <a:lnTo>
                    <a:pt x="1257723" y="4582537"/>
                  </a:lnTo>
                  <a:lnTo>
                    <a:pt x="1257850" y="4582537"/>
                  </a:lnTo>
                  <a:lnTo>
                    <a:pt x="1257976" y="4582537"/>
                  </a:lnTo>
                  <a:lnTo>
                    <a:pt x="1258102" y="4582537"/>
                  </a:lnTo>
                  <a:lnTo>
                    <a:pt x="1258228" y="4582537"/>
                  </a:lnTo>
                  <a:lnTo>
                    <a:pt x="1258354" y="4582537"/>
                  </a:lnTo>
                  <a:lnTo>
                    <a:pt x="1258480" y="4582537"/>
                  </a:lnTo>
                  <a:lnTo>
                    <a:pt x="1258606" y="4582537"/>
                  </a:lnTo>
                  <a:lnTo>
                    <a:pt x="1258732" y="4582537"/>
                  </a:lnTo>
                  <a:lnTo>
                    <a:pt x="1258858" y="4582537"/>
                  </a:lnTo>
                  <a:lnTo>
                    <a:pt x="1258984" y="4582537"/>
                  </a:lnTo>
                  <a:lnTo>
                    <a:pt x="1259110" y="4582537"/>
                  </a:lnTo>
                  <a:lnTo>
                    <a:pt x="1259237" y="4582537"/>
                  </a:lnTo>
                  <a:lnTo>
                    <a:pt x="1259363" y="4582537"/>
                  </a:lnTo>
                  <a:lnTo>
                    <a:pt x="1259489" y="4582537"/>
                  </a:lnTo>
                  <a:lnTo>
                    <a:pt x="1259615" y="4582537"/>
                  </a:lnTo>
                  <a:lnTo>
                    <a:pt x="1259741" y="4582537"/>
                  </a:lnTo>
                  <a:lnTo>
                    <a:pt x="1259867" y="4582537"/>
                  </a:lnTo>
                  <a:lnTo>
                    <a:pt x="1259993" y="4582537"/>
                  </a:lnTo>
                  <a:lnTo>
                    <a:pt x="1260119" y="4582537"/>
                  </a:lnTo>
                  <a:lnTo>
                    <a:pt x="1260245" y="4582537"/>
                  </a:lnTo>
                  <a:lnTo>
                    <a:pt x="1260245" y="4577258"/>
                  </a:lnTo>
                  <a:lnTo>
                    <a:pt x="1260371" y="4577258"/>
                  </a:lnTo>
                  <a:lnTo>
                    <a:pt x="1260497" y="4577258"/>
                  </a:lnTo>
                  <a:lnTo>
                    <a:pt x="1260623" y="4577258"/>
                  </a:lnTo>
                  <a:lnTo>
                    <a:pt x="1260750" y="4577258"/>
                  </a:lnTo>
                  <a:lnTo>
                    <a:pt x="1260876" y="4577258"/>
                  </a:lnTo>
                  <a:lnTo>
                    <a:pt x="1261002" y="4577258"/>
                  </a:lnTo>
                  <a:lnTo>
                    <a:pt x="1261128" y="4577258"/>
                  </a:lnTo>
                  <a:lnTo>
                    <a:pt x="1261254" y="4577258"/>
                  </a:lnTo>
                  <a:lnTo>
                    <a:pt x="1261380" y="4577258"/>
                  </a:lnTo>
                  <a:lnTo>
                    <a:pt x="1261506" y="4577258"/>
                  </a:lnTo>
                  <a:lnTo>
                    <a:pt x="1261632" y="4577258"/>
                  </a:lnTo>
                  <a:lnTo>
                    <a:pt x="1261758" y="4577258"/>
                  </a:lnTo>
                  <a:lnTo>
                    <a:pt x="1261884" y="4577258"/>
                  </a:lnTo>
                  <a:lnTo>
                    <a:pt x="1262010" y="4577258"/>
                  </a:lnTo>
                  <a:lnTo>
                    <a:pt x="1262137" y="4577258"/>
                  </a:lnTo>
                  <a:lnTo>
                    <a:pt x="1262263" y="4577258"/>
                  </a:lnTo>
                  <a:lnTo>
                    <a:pt x="1262389" y="4577258"/>
                  </a:lnTo>
                  <a:lnTo>
                    <a:pt x="1262515" y="4577258"/>
                  </a:lnTo>
                  <a:lnTo>
                    <a:pt x="1262641" y="4577258"/>
                  </a:lnTo>
                  <a:lnTo>
                    <a:pt x="1262767" y="4577258"/>
                  </a:lnTo>
                  <a:lnTo>
                    <a:pt x="1262893" y="4577258"/>
                  </a:lnTo>
                  <a:lnTo>
                    <a:pt x="1263019" y="4577258"/>
                  </a:lnTo>
                  <a:lnTo>
                    <a:pt x="1263145" y="4577258"/>
                  </a:lnTo>
                  <a:lnTo>
                    <a:pt x="1263271" y="4577258"/>
                  </a:lnTo>
                  <a:lnTo>
                    <a:pt x="1263397" y="4577258"/>
                  </a:lnTo>
                  <a:lnTo>
                    <a:pt x="1263524" y="4577258"/>
                  </a:lnTo>
                  <a:lnTo>
                    <a:pt x="1263650" y="4577258"/>
                  </a:lnTo>
                  <a:lnTo>
                    <a:pt x="1263776" y="4577258"/>
                  </a:lnTo>
                  <a:lnTo>
                    <a:pt x="1263902" y="4577258"/>
                  </a:lnTo>
                  <a:lnTo>
                    <a:pt x="1264028" y="4577258"/>
                  </a:lnTo>
                  <a:lnTo>
                    <a:pt x="1264154" y="4577258"/>
                  </a:lnTo>
                  <a:lnTo>
                    <a:pt x="1264280" y="4577258"/>
                  </a:lnTo>
                  <a:lnTo>
                    <a:pt x="1264406" y="4577258"/>
                  </a:lnTo>
                  <a:lnTo>
                    <a:pt x="1264532" y="4577258"/>
                  </a:lnTo>
                  <a:lnTo>
                    <a:pt x="1264658" y="4577258"/>
                  </a:lnTo>
                  <a:lnTo>
                    <a:pt x="1264784" y="4577258"/>
                  </a:lnTo>
                  <a:lnTo>
                    <a:pt x="1264910" y="4577258"/>
                  </a:lnTo>
                  <a:lnTo>
                    <a:pt x="1265037" y="4577258"/>
                  </a:lnTo>
                  <a:lnTo>
                    <a:pt x="1265163" y="4577258"/>
                  </a:lnTo>
                  <a:lnTo>
                    <a:pt x="1265289" y="4577258"/>
                  </a:lnTo>
                  <a:lnTo>
                    <a:pt x="1265415" y="4577258"/>
                  </a:lnTo>
                  <a:lnTo>
                    <a:pt x="1265541" y="4577258"/>
                  </a:lnTo>
                  <a:lnTo>
                    <a:pt x="1265667" y="4577258"/>
                  </a:lnTo>
                  <a:lnTo>
                    <a:pt x="1265793" y="4577258"/>
                  </a:lnTo>
                  <a:lnTo>
                    <a:pt x="1265919" y="4577258"/>
                  </a:lnTo>
                  <a:lnTo>
                    <a:pt x="1266045" y="4577258"/>
                  </a:lnTo>
                  <a:lnTo>
                    <a:pt x="1266171" y="4577258"/>
                  </a:lnTo>
                  <a:lnTo>
                    <a:pt x="1266297" y="4577258"/>
                  </a:lnTo>
                  <a:lnTo>
                    <a:pt x="1266424" y="4577258"/>
                  </a:lnTo>
                  <a:lnTo>
                    <a:pt x="1266550" y="4577258"/>
                  </a:lnTo>
                  <a:lnTo>
                    <a:pt x="1266676" y="4577258"/>
                  </a:lnTo>
                  <a:lnTo>
                    <a:pt x="1266802" y="4577258"/>
                  </a:lnTo>
                  <a:lnTo>
                    <a:pt x="1266928" y="4577258"/>
                  </a:lnTo>
                  <a:lnTo>
                    <a:pt x="1267054" y="4577258"/>
                  </a:lnTo>
                  <a:lnTo>
                    <a:pt x="1267180" y="4577258"/>
                  </a:lnTo>
                  <a:lnTo>
                    <a:pt x="1267306" y="4577258"/>
                  </a:lnTo>
                  <a:lnTo>
                    <a:pt x="1267432" y="4577258"/>
                  </a:lnTo>
                  <a:lnTo>
                    <a:pt x="1267558" y="4577258"/>
                  </a:lnTo>
                  <a:lnTo>
                    <a:pt x="1267684" y="4577258"/>
                  </a:lnTo>
                  <a:lnTo>
                    <a:pt x="1267810" y="4577258"/>
                  </a:lnTo>
                  <a:lnTo>
                    <a:pt x="1267937" y="4577258"/>
                  </a:lnTo>
                  <a:lnTo>
                    <a:pt x="1268063" y="4577258"/>
                  </a:lnTo>
                  <a:lnTo>
                    <a:pt x="1268189" y="4577258"/>
                  </a:lnTo>
                  <a:lnTo>
                    <a:pt x="1268315" y="4577258"/>
                  </a:lnTo>
                  <a:lnTo>
                    <a:pt x="1268441" y="4577258"/>
                  </a:lnTo>
                  <a:lnTo>
                    <a:pt x="1268567" y="4577258"/>
                  </a:lnTo>
                  <a:lnTo>
                    <a:pt x="1268693" y="4577258"/>
                  </a:lnTo>
                  <a:lnTo>
                    <a:pt x="1268819" y="4577258"/>
                  </a:lnTo>
                  <a:lnTo>
                    <a:pt x="1268945" y="4577258"/>
                  </a:lnTo>
                  <a:lnTo>
                    <a:pt x="1269071" y="4577258"/>
                  </a:lnTo>
                  <a:lnTo>
                    <a:pt x="1269197" y="4577258"/>
                  </a:lnTo>
                  <a:lnTo>
                    <a:pt x="1269324" y="4577258"/>
                  </a:lnTo>
                  <a:lnTo>
                    <a:pt x="1269450" y="4577258"/>
                  </a:lnTo>
                  <a:lnTo>
                    <a:pt x="1269576" y="4577258"/>
                  </a:lnTo>
                  <a:lnTo>
                    <a:pt x="1269702" y="4577258"/>
                  </a:lnTo>
                  <a:lnTo>
                    <a:pt x="1269828" y="4577258"/>
                  </a:lnTo>
                  <a:lnTo>
                    <a:pt x="1269954" y="4577258"/>
                  </a:lnTo>
                  <a:lnTo>
                    <a:pt x="1270080" y="4577258"/>
                  </a:lnTo>
                  <a:lnTo>
                    <a:pt x="1270206" y="4577258"/>
                  </a:lnTo>
                  <a:lnTo>
                    <a:pt x="1270332" y="4577258"/>
                  </a:lnTo>
                  <a:lnTo>
                    <a:pt x="1270458" y="4577258"/>
                  </a:lnTo>
                  <a:lnTo>
                    <a:pt x="1270584" y="4577258"/>
                  </a:lnTo>
                  <a:lnTo>
                    <a:pt x="1270711" y="4577258"/>
                  </a:lnTo>
                  <a:lnTo>
                    <a:pt x="1270837" y="4577258"/>
                  </a:lnTo>
                  <a:lnTo>
                    <a:pt x="1270963" y="4577258"/>
                  </a:lnTo>
                  <a:lnTo>
                    <a:pt x="1271089" y="4577258"/>
                  </a:lnTo>
                  <a:lnTo>
                    <a:pt x="1271215" y="4577258"/>
                  </a:lnTo>
                  <a:lnTo>
                    <a:pt x="1271341" y="4577258"/>
                  </a:lnTo>
                  <a:lnTo>
                    <a:pt x="1271467" y="4577258"/>
                  </a:lnTo>
                  <a:lnTo>
                    <a:pt x="1271593" y="4577258"/>
                  </a:lnTo>
                  <a:lnTo>
                    <a:pt x="1271719" y="4577258"/>
                  </a:lnTo>
                  <a:lnTo>
                    <a:pt x="1271845" y="4577258"/>
                  </a:lnTo>
                  <a:lnTo>
                    <a:pt x="1271971" y="4577258"/>
                  </a:lnTo>
                  <a:lnTo>
                    <a:pt x="1272097" y="4577258"/>
                  </a:lnTo>
                  <a:lnTo>
                    <a:pt x="1272224" y="4577258"/>
                  </a:lnTo>
                  <a:lnTo>
                    <a:pt x="1272224" y="4571978"/>
                  </a:lnTo>
                  <a:lnTo>
                    <a:pt x="1272224" y="4566699"/>
                  </a:lnTo>
                  <a:lnTo>
                    <a:pt x="1272350" y="4566699"/>
                  </a:lnTo>
                  <a:lnTo>
                    <a:pt x="1272476" y="4566699"/>
                  </a:lnTo>
                  <a:lnTo>
                    <a:pt x="1272602" y="4566699"/>
                  </a:lnTo>
                  <a:lnTo>
                    <a:pt x="1272728" y="4566699"/>
                  </a:lnTo>
                  <a:lnTo>
                    <a:pt x="1272854" y="4566699"/>
                  </a:lnTo>
                  <a:lnTo>
                    <a:pt x="1272980" y="4566699"/>
                  </a:lnTo>
                  <a:lnTo>
                    <a:pt x="1273106" y="4566699"/>
                  </a:lnTo>
                  <a:lnTo>
                    <a:pt x="1273232" y="4566699"/>
                  </a:lnTo>
                  <a:lnTo>
                    <a:pt x="1273358" y="4566699"/>
                  </a:lnTo>
                  <a:lnTo>
                    <a:pt x="1273484" y="4566699"/>
                  </a:lnTo>
                  <a:lnTo>
                    <a:pt x="1273611" y="4566699"/>
                  </a:lnTo>
                  <a:lnTo>
                    <a:pt x="1273737" y="4566699"/>
                  </a:lnTo>
                  <a:lnTo>
                    <a:pt x="1273863" y="4566699"/>
                  </a:lnTo>
                  <a:lnTo>
                    <a:pt x="1273989" y="4566699"/>
                  </a:lnTo>
                  <a:lnTo>
                    <a:pt x="1274115" y="4566699"/>
                  </a:lnTo>
                  <a:lnTo>
                    <a:pt x="1274241" y="4566699"/>
                  </a:lnTo>
                  <a:lnTo>
                    <a:pt x="1274367" y="4566699"/>
                  </a:lnTo>
                  <a:lnTo>
                    <a:pt x="1274493" y="4566699"/>
                  </a:lnTo>
                  <a:lnTo>
                    <a:pt x="1274619" y="4566699"/>
                  </a:lnTo>
                  <a:lnTo>
                    <a:pt x="1274745" y="4566699"/>
                  </a:lnTo>
                  <a:lnTo>
                    <a:pt x="1274871" y="4566699"/>
                  </a:lnTo>
                  <a:lnTo>
                    <a:pt x="1274997" y="4566699"/>
                  </a:lnTo>
                  <a:lnTo>
                    <a:pt x="1275124" y="4566699"/>
                  </a:lnTo>
                  <a:lnTo>
                    <a:pt x="1275250" y="4566699"/>
                  </a:lnTo>
                  <a:lnTo>
                    <a:pt x="1275376" y="4566699"/>
                  </a:lnTo>
                  <a:lnTo>
                    <a:pt x="1275502" y="4566699"/>
                  </a:lnTo>
                  <a:lnTo>
                    <a:pt x="1275628" y="4566699"/>
                  </a:lnTo>
                  <a:lnTo>
                    <a:pt x="1275754" y="4566699"/>
                  </a:lnTo>
                  <a:lnTo>
                    <a:pt x="1275880" y="4566699"/>
                  </a:lnTo>
                  <a:lnTo>
                    <a:pt x="1276006" y="4566699"/>
                  </a:lnTo>
                  <a:lnTo>
                    <a:pt x="1276132" y="4566699"/>
                  </a:lnTo>
                  <a:lnTo>
                    <a:pt x="1276258" y="4566699"/>
                  </a:lnTo>
                  <a:lnTo>
                    <a:pt x="1276384" y="4566699"/>
                  </a:lnTo>
                  <a:lnTo>
                    <a:pt x="1276511" y="4566699"/>
                  </a:lnTo>
                  <a:lnTo>
                    <a:pt x="1276637" y="4566699"/>
                  </a:lnTo>
                  <a:lnTo>
                    <a:pt x="1276763" y="4566699"/>
                  </a:lnTo>
                  <a:lnTo>
                    <a:pt x="1276889" y="4566699"/>
                  </a:lnTo>
                  <a:lnTo>
                    <a:pt x="1277015" y="4566699"/>
                  </a:lnTo>
                  <a:lnTo>
                    <a:pt x="1277141" y="4566699"/>
                  </a:lnTo>
                  <a:lnTo>
                    <a:pt x="1277267" y="4566699"/>
                  </a:lnTo>
                  <a:lnTo>
                    <a:pt x="1277393" y="4566699"/>
                  </a:lnTo>
                  <a:lnTo>
                    <a:pt x="1277519" y="4566699"/>
                  </a:lnTo>
                  <a:lnTo>
                    <a:pt x="1277645" y="4566699"/>
                  </a:lnTo>
                  <a:lnTo>
                    <a:pt x="1277771" y="4566699"/>
                  </a:lnTo>
                  <a:lnTo>
                    <a:pt x="1277898" y="4566699"/>
                  </a:lnTo>
                  <a:lnTo>
                    <a:pt x="1278024" y="4566699"/>
                  </a:lnTo>
                  <a:lnTo>
                    <a:pt x="1278150" y="4566699"/>
                  </a:lnTo>
                  <a:lnTo>
                    <a:pt x="1278276" y="4566699"/>
                  </a:lnTo>
                  <a:lnTo>
                    <a:pt x="1278402" y="4566699"/>
                  </a:lnTo>
                  <a:lnTo>
                    <a:pt x="1278402" y="4561420"/>
                  </a:lnTo>
                  <a:lnTo>
                    <a:pt x="1278528" y="4561420"/>
                  </a:lnTo>
                  <a:lnTo>
                    <a:pt x="1278654" y="4561420"/>
                  </a:lnTo>
                  <a:lnTo>
                    <a:pt x="1278780" y="4561420"/>
                  </a:lnTo>
                  <a:lnTo>
                    <a:pt x="1278906" y="4561420"/>
                  </a:lnTo>
                  <a:lnTo>
                    <a:pt x="1279032" y="4561420"/>
                  </a:lnTo>
                  <a:lnTo>
                    <a:pt x="1279158" y="4561420"/>
                  </a:lnTo>
                  <a:lnTo>
                    <a:pt x="1279284" y="4561420"/>
                  </a:lnTo>
                  <a:lnTo>
                    <a:pt x="1279411" y="4561420"/>
                  </a:lnTo>
                  <a:lnTo>
                    <a:pt x="1279537" y="4561420"/>
                  </a:lnTo>
                  <a:lnTo>
                    <a:pt x="1279663" y="4561420"/>
                  </a:lnTo>
                  <a:lnTo>
                    <a:pt x="1279789" y="4561420"/>
                  </a:lnTo>
                  <a:lnTo>
                    <a:pt x="1279915" y="4561420"/>
                  </a:lnTo>
                  <a:lnTo>
                    <a:pt x="1280041" y="4561420"/>
                  </a:lnTo>
                  <a:lnTo>
                    <a:pt x="1280167" y="4561420"/>
                  </a:lnTo>
                  <a:lnTo>
                    <a:pt x="1280293" y="4561420"/>
                  </a:lnTo>
                  <a:lnTo>
                    <a:pt x="1280419" y="4561420"/>
                  </a:lnTo>
                  <a:lnTo>
                    <a:pt x="1280545" y="4561420"/>
                  </a:lnTo>
                  <a:lnTo>
                    <a:pt x="1280545" y="4556140"/>
                  </a:lnTo>
                  <a:lnTo>
                    <a:pt x="1280671" y="4556140"/>
                  </a:lnTo>
                  <a:lnTo>
                    <a:pt x="1280798" y="4556140"/>
                  </a:lnTo>
                  <a:lnTo>
                    <a:pt x="1280924" y="4556140"/>
                  </a:lnTo>
                  <a:lnTo>
                    <a:pt x="1281050" y="4556140"/>
                  </a:lnTo>
                  <a:lnTo>
                    <a:pt x="1281176" y="4556140"/>
                  </a:lnTo>
                  <a:lnTo>
                    <a:pt x="1281302" y="4556140"/>
                  </a:lnTo>
                  <a:lnTo>
                    <a:pt x="1281428" y="4556140"/>
                  </a:lnTo>
                  <a:lnTo>
                    <a:pt x="1281554" y="4556140"/>
                  </a:lnTo>
                  <a:lnTo>
                    <a:pt x="1281680" y="4556140"/>
                  </a:lnTo>
                  <a:lnTo>
                    <a:pt x="1281806" y="4556140"/>
                  </a:lnTo>
                  <a:lnTo>
                    <a:pt x="1281932" y="4556140"/>
                  </a:lnTo>
                  <a:lnTo>
                    <a:pt x="1282058" y="4556140"/>
                  </a:lnTo>
                  <a:lnTo>
                    <a:pt x="1282184" y="4556140"/>
                  </a:lnTo>
                  <a:lnTo>
                    <a:pt x="1282184" y="4550861"/>
                  </a:lnTo>
                  <a:lnTo>
                    <a:pt x="1282311" y="4550861"/>
                  </a:lnTo>
                  <a:lnTo>
                    <a:pt x="1282437" y="4550861"/>
                  </a:lnTo>
                  <a:lnTo>
                    <a:pt x="1282563" y="4550861"/>
                  </a:lnTo>
                  <a:lnTo>
                    <a:pt x="1282689" y="4550861"/>
                  </a:lnTo>
                  <a:lnTo>
                    <a:pt x="1282815" y="4550861"/>
                  </a:lnTo>
                  <a:lnTo>
                    <a:pt x="1282941" y="4550861"/>
                  </a:lnTo>
                  <a:lnTo>
                    <a:pt x="1283067" y="4550861"/>
                  </a:lnTo>
                  <a:lnTo>
                    <a:pt x="1283193" y="4550861"/>
                  </a:lnTo>
                  <a:lnTo>
                    <a:pt x="1283319" y="4550861"/>
                  </a:lnTo>
                  <a:lnTo>
                    <a:pt x="1283445" y="4550861"/>
                  </a:lnTo>
                  <a:lnTo>
                    <a:pt x="1283571" y="4550861"/>
                  </a:lnTo>
                  <a:lnTo>
                    <a:pt x="1283698" y="4550861"/>
                  </a:lnTo>
                  <a:lnTo>
                    <a:pt x="1283824" y="4550861"/>
                  </a:lnTo>
                  <a:lnTo>
                    <a:pt x="1283950" y="4550861"/>
                  </a:lnTo>
                  <a:lnTo>
                    <a:pt x="1284076" y="4550861"/>
                  </a:lnTo>
                  <a:lnTo>
                    <a:pt x="1284202" y="4550861"/>
                  </a:lnTo>
                  <a:lnTo>
                    <a:pt x="1284328" y="4550861"/>
                  </a:lnTo>
                  <a:lnTo>
                    <a:pt x="1284454" y="4550861"/>
                  </a:lnTo>
                  <a:lnTo>
                    <a:pt x="1284580" y="4550861"/>
                  </a:lnTo>
                  <a:lnTo>
                    <a:pt x="1284706" y="4550861"/>
                  </a:lnTo>
                  <a:lnTo>
                    <a:pt x="1284832" y="4550861"/>
                  </a:lnTo>
                  <a:lnTo>
                    <a:pt x="1284832" y="4545581"/>
                  </a:lnTo>
                  <a:lnTo>
                    <a:pt x="1284958" y="4545581"/>
                  </a:lnTo>
                  <a:lnTo>
                    <a:pt x="1285084" y="4545581"/>
                  </a:lnTo>
                  <a:lnTo>
                    <a:pt x="1285211" y="4545581"/>
                  </a:lnTo>
                  <a:lnTo>
                    <a:pt x="1285337" y="4545581"/>
                  </a:lnTo>
                  <a:lnTo>
                    <a:pt x="1285463" y="4545581"/>
                  </a:lnTo>
                  <a:lnTo>
                    <a:pt x="1285589" y="4545581"/>
                  </a:lnTo>
                  <a:lnTo>
                    <a:pt x="1285715" y="4545581"/>
                  </a:lnTo>
                  <a:lnTo>
                    <a:pt x="1285841" y="4545581"/>
                  </a:lnTo>
                  <a:lnTo>
                    <a:pt x="1285967" y="4545581"/>
                  </a:lnTo>
                  <a:lnTo>
                    <a:pt x="1286093" y="4545581"/>
                  </a:lnTo>
                  <a:lnTo>
                    <a:pt x="1286219" y="4545581"/>
                  </a:lnTo>
                  <a:lnTo>
                    <a:pt x="1286345" y="4545581"/>
                  </a:lnTo>
                  <a:lnTo>
                    <a:pt x="1286471" y="4545581"/>
                  </a:lnTo>
                  <a:lnTo>
                    <a:pt x="1286598" y="4545581"/>
                  </a:lnTo>
                  <a:lnTo>
                    <a:pt x="1286724" y="4545581"/>
                  </a:lnTo>
                  <a:lnTo>
                    <a:pt x="1286850" y="4545581"/>
                  </a:lnTo>
                  <a:lnTo>
                    <a:pt x="1286976" y="4545581"/>
                  </a:lnTo>
                  <a:lnTo>
                    <a:pt x="1287102" y="4545581"/>
                  </a:lnTo>
                  <a:lnTo>
                    <a:pt x="1287228" y="4545581"/>
                  </a:lnTo>
                  <a:lnTo>
                    <a:pt x="1287354" y="4545581"/>
                  </a:lnTo>
                  <a:lnTo>
                    <a:pt x="1287480" y="4545581"/>
                  </a:lnTo>
                  <a:lnTo>
                    <a:pt x="1287606" y="4545581"/>
                  </a:lnTo>
                  <a:lnTo>
                    <a:pt x="1287732" y="4545581"/>
                  </a:lnTo>
                  <a:lnTo>
                    <a:pt x="1287858" y="4545581"/>
                  </a:lnTo>
                  <a:lnTo>
                    <a:pt x="1287985" y="4545581"/>
                  </a:lnTo>
                  <a:lnTo>
                    <a:pt x="1288111" y="4545581"/>
                  </a:lnTo>
                  <a:lnTo>
                    <a:pt x="1288237" y="4545581"/>
                  </a:lnTo>
                  <a:lnTo>
                    <a:pt x="1288363" y="4545581"/>
                  </a:lnTo>
                  <a:lnTo>
                    <a:pt x="1288489" y="4545581"/>
                  </a:lnTo>
                  <a:lnTo>
                    <a:pt x="1288615" y="4545581"/>
                  </a:lnTo>
                  <a:lnTo>
                    <a:pt x="1288741" y="4545581"/>
                  </a:lnTo>
                  <a:lnTo>
                    <a:pt x="1288867" y="4545581"/>
                  </a:lnTo>
                  <a:lnTo>
                    <a:pt x="1288993" y="4545581"/>
                  </a:lnTo>
                  <a:lnTo>
                    <a:pt x="1289119" y="4545581"/>
                  </a:lnTo>
                  <a:lnTo>
                    <a:pt x="1289245" y="4545581"/>
                  </a:lnTo>
                  <a:lnTo>
                    <a:pt x="1289371" y="4545581"/>
                  </a:lnTo>
                  <a:lnTo>
                    <a:pt x="1289498" y="4545581"/>
                  </a:lnTo>
                  <a:lnTo>
                    <a:pt x="1289624" y="4545581"/>
                  </a:lnTo>
                  <a:lnTo>
                    <a:pt x="1289750" y="4545581"/>
                  </a:lnTo>
                  <a:lnTo>
                    <a:pt x="1289876" y="4545581"/>
                  </a:lnTo>
                  <a:lnTo>
                    <a:pt x="1290002" y="4545581"/>
                  </a:lnTo>
                  <a:lnTo>
                    <a:pt x="1290128" y="4545581"/>
                  </a:lnTo>
                  <a:lnTo>
                    <a:pt x="1290254" y="4545581"/>
                  </a:lnTo>
                  <a:lnTo>
                    <a:pt x="1290380" y="4545581"/>
                  </a:lnTo>
                  <a:lnTo>
                    <a:pt x="1290506" y="4545581"/>
                  </a:lnTo>
                  <a:lnTo>
                    <a:pt x="1290632" y="4545581"/>
                  </a:lnTo>
                  <a:lnTo>
                    <a:pt x="1290758" y="4545581"/>
                  </a:lnTo>
                  <a:lnTo>
                    <a:pt x="1290885" y="4545581"/>
                  </a:lnTo>
                  <a:lnTo>
                    <a:pt x="1290885" y="4540302"/>
                  </a:lnTo>
                  <a:lnTo>
                    <a:pt x="1291011" y="4540302"/>
                  </a:lnTo>
                  <a:lnTo>
                    <a:pt x="1291137" y="4540302"/>
                  </a:lnTo>
                  <a:lnTo>
                    <a:pt x="1291263" y="4540302"/>
                  </a:lnTo>
                  <a:lnTo>
                    <a:pt x="1291389" y="4540302"/>
                  </a:lnTo>
                  <a:lnTo>
                    <a:pt x="1291515" y="4540302"/>
                  </a:lnTo>
                  <a:lnTo>
                    <a:pt x="1291641" y="4540302"/>
                  </a:lnTo>
                  <a:lnTo>
                    <a:pt x="1291767" y="4540302"/>
                  </a:lnTo>
                  <a:lnTo>
                    <a:pt x="1291893" y="4540302"/>
                  </a:lnTo>
                  <a:lnTo>
                    <a:pt x="1292019" y="4540302"/>
                  </a:lnTo>
                  <a:lnTo>
                    <a:pt x="1292145" y="4540302"/>
                  </a:lnTo>
                  <a:lnTo>
                    <a:pt x="1292271" y="4540302"/>
                  </a:lnTo>
                  <a:lnTo>
                    <a:pt x="1292398" y="4540302"/>
                  </a:lnTo>
                  <a:lnTo>
                    <a:pt x="1292524" y="4540302"/>
                  </a:lnTo>
                  <a:lnTo>
                    <a:pt x="1292650" y="4540302"/>
                  </a:lnTo>
                  <a:lnTo>
                    <a:pt x="1292776" y="4540302"/>
                  </a:lnTo>
                  <a:lnTo>
                    <a:pt x="1292902" y="4540302"/>
                  </a:lnTo>
                  <a:lnTo>
                    <a:pt x="1293028" y="4540302"/>
                  </a:lnTo>
                  <a:lnTo>
                    <a:pt x="1293154" y="4540302"/>
                  </a:lnTo>
                  <a:lnTo>
                    <a:pt x="1293280" y="4540302"/>
                  </a:lnTo>
                  <a:lnTo>
                    <a:pt x="1293406" y="4540302"/>
                  </a:lnTo>
                  <a:lnTo>
                    <a:pt x="1293532" y="4540302"/>
                  </a:lnTo>
                  <a:lnTo>
                    <a:pt x="1293658" y="4540302"/>
                  </a:lnTo>
                  <a:lnTo>
                    <a:pt x="1293785" y="4540302"/>
                  </a:lnTo>
                  <a:lnTo>
                    <a:pt x="1293911" y="4540302"/>
                  </a:lnTo>
                  <a:lnTo>
                    <a:pt x="1294037" y="4540302"/>
                  </a:lnTo>
                  <a:lnTo>
                    <a:pt x="1294163" y="4540302"/>
                  </a:lnTo>
                  <a:lnTo>
                    <a:pt x="1294289" y="4540302"/>
                  </a:lnTo>
                  <a:lnTo>
                    <a:pt x="1294415" y="4540302"/>
                  </a:lnTo>
                  <a:lnTo>
                    <a:pt x="1294541" y="4540302"/>
                  </a:lnTo>
                  <a:lnTo>
                    <a:pt x="1294667" y="4540302"/>
                  </a:lnTo>
                  <a:lnTo>
                    <a:pt x="1294793" y="4540302"/>
                  </a:lnTo>
                  <a:lnTo>
                    <a:pt x="1294919" y="4540302"/>
                  </a:lnTo>
                  <a:lnTo>
                    <a:pt x="1295045" y="4540302"/>
                  </a:lnTo>
                  <a:lnTo>
                    <a:pt x="1295172" y="4540302"/>
                  </a:lnTo>
                  <a:lnTo>
                    <a:pt x="1295298" y="4540302"/>
                  </a:lnTo>
                  <a:lnTo>
                    <a:pt x="1295424" y="4540302"/>
                  </a:lnTo>
                  <a:lnTo>
                    <a:pt x="1295550" y="4540302"/>
                  </a:lnTo>
                  <a:lnTo>
                    <a:pt x="1295676" y="4540302"/>
                  </a:lnTo>
                  <a:lnTo>
                    <a:pt x="1295802" y="4540302"/>
                  </a:lnTo>
                  <a:lnTo>
                    <a:pt x="1295928" y="4540302"/>
                  </a:lnTo>
                  <a:lnTo>
                    <a:pt x="1296054" y="4540302"/>
                  </a:lnTo>
                  <a:lnTo>
                    <a:pt x="1296180" y="4540302"/>
                  </a:lnTo>
                  <a:lnTo>
                    <a:pt x="1296306" y="4540302"/>
                  </a:lnTo>
                  <a:lnTo>
                    <a:pt x="1296432" y="4540302"/>
                  </a:lnTo>
                  <a:lnTo>
                    <a:pt x="1296558" y="4540302"/>
                  </a:lnTo>
                  <a:lnTo>
                    <a:pt x="1296685" y="4540302"/>
                  </a:lnTo>
                  <a:lnTo>
                    <a:pt x="1296811" y="4540302"/>
                  </a:lnTo>
                  <a:lnTo>
                    <a:pt x="1296937" y="4540302"/>
                  </a:lnTo>
                  <a:lnTo>
                    <a:pt x="1297063" y="4540302"/>
                  </a:lnTo>
                  <a:lnTo>
                    <a:pt x="1297189" y="4540302"/>
                  </a:lnTo>
                  <a:lnTo>
                    <a:pt x="1297315" y="4540302"/>
                  </a:lnTo>
                  <a:lnTo>
                    <a:pt x="1297441" y="4540302"/>
                  </a:lnTo>
                  <a:lnTo>
                    <a:pt x="1297567" y="4540302"/>
                  </a:lnTo>
                  <a:lnTo>
                    <a:pt x="1297693" y="4540302"/>
                  </a:lnTo>
                  <a:lnTo>
                    <a:pt x="1297819" y="4540302"/>
                  </a:lnTo>
                  <a:lnTo>
                    <a:pt x="1297819" y="4535022"/>
                  </a:lnTo>
                  <a:lnTo>
                    <a:pt x="1297945" y="4535022"/>
                  </a:lnTo>
                  <a:lnTo>
                    <a:pt x="1298072" y="4535022"/>
                  </a:lnTo>
                  <a:lnTo>
                    <a:pt x="1298198" y="4535022"/>
                  </a:lnTo>
                  <a:lnTo>
                    <a:pt x="1298324" y="4535022"/>
                  </a:lnTo>
                  <a:lnTo>
                    <a:pt x="1298450" y="4535022"/>
                  </a:lnTo>
                  <a:lnTo>
                    <a:pt x="1298576" y="4535022"/>
                  </a:lnTo>
                  <a:lnTo>
                    <a:pt x="1298702" y="4535022"/>
                  </a:lnTo>
                  <a:lnTo>
                    <a:pt x="1298702" y="4529743"/>
                  </a:lnTo>
                  <a:lnTo>
                    <a:pt x="1298828" y="4529743"/>
                  </a:lnTo>
                  <a:lnTo>
                    <a:pt x="1298954" y="4529743"/>
                  </a:lnTo>
                  <a:lnTo>
                    <a:pt x="1299080" y="4529743"/>
                  </a:lnTo>
                  <a:lnTo>
                    <a:pt x="1299206" y="4529743"/>
                  </a:lnTo>
                  <a:lnTo>
                    <a:pt x="1299332" y="4529743"/>
                  </a:lnTo>
                  <a:lnTo>
                    <a:pt x="1299458" y="4529743"/>
                  </a:lnTo>
                  <a:lnTo>
                    <a:pt x="1299585" y="4529743"/>
                  </a:lnTo>
                  <a:lnTo>
                    <a:pt x="1299711" y="4529743"/>
                  </a:lnTo>
                  <a:lnTo>
                    <a:pt x="1299837" y="4529743"/>
                  </a:lnTo>
                  <a:lnTo>
                    <a:pt x="1299963" y="4529743"/>
                  </a:lnTo>
                  <a:lnTo>
                    <a:pt x="1300089" y="4529743"/>
                  </a:lnTo>
                  <a:lnTo>
                    <a:pt x="1300215" y="4529743"/>
                  </a:lnTo>
                  <a:lnTo>
                    <a:pt x="1300341" y="4529743"/>
                  </a:lnTo>
                  <a:lnTo>
                    <a:pt x="1300467" y="4529743"/>
                  </a:lnTo>
                  <a:lnTo>
                    <a:pt x="1300593" y="4529743"/>
                  </a:lnTo>
                  <a:lnTo>
                    <a:pt x="1300719" y="4529743"/>
                  </a:lnTo>
                  <a:lnTo>
                    <a:pt x="1300845" y="4529743"/>
                  </a:lnTo>
                  <a:lnTo>
                    <a:pt x="1300972" y="4529743"/>
                  </a:lnTo>
                  <a:lnTo>
                    <a:pt x="1301098" y="4529743"/>
                  </a:lnTo>
                  <a:lnTo>
                    <a:pt x="1301224" y="4529743"/>
                  </a:lnTo>
                  <a:lnTo>
                    <a:pt x="1301350" y="4529743"/>
                  </a:lnTo>
                  <a:lnTo>
                    <a:pt x="1301476" y="4529743"/>
                  </a:lnTo>
                  <a:lnTo>
                    <a:pt x="1301602" y="4529743"/>
                  </a:lnTo>
                  <a:lnTo>
                    <a:pt x="1301728" y="4529743"/>
                  </a:lnTo>
                  <a:lnTo>
                    <a:pt x="1301854" y="4529743"/>
                  </a:lnTo>
                  <a:lnTo>
                    <a:pt x="1301980" y="4529743"/>
                  </a:lnTo>
                  <a:lnTo>
                    <a:pt x="1302106" y="4529743"/>
                  </a:lnTo>
                  <a:lnTo>
                    <a:pt x="1302232" y="4529743"/>
                  </a:lnTo>
                  <a:lnTo>
                    <a:pt x="1302358" y="4529743"/>
                  </a:lnTo>
                  <a:lnTo>
                    <a:pt x="1302485" y="4529743"/>
                  </a:lnTo>
                  <a:lnTo>
                    <a:pt x="1302611" y="4529743"/>
                  </a:lnTo>
                  <a:lnTo>
                    <a:pt x="1302737" y="4529743"/>
                  </a:lnTo>
                  <a:lnTo>
                    <a:pt x="1302863" y="4529743"/>
                  </a:lnTo>
                  <a:lnTo>
                    <a:pt x="1302989" y="4529743"/>
                  </a:lnTo>
                  <a:lnTo>
                    <a:pt x="1303115" y="4529743"/>
                  </a:lnTo>
                  <a:lnTo>
                    <a:pt x="1303241" y="4529743"/>
                  </a:lnTo>
                  <a:lnTo>
                    <a:pt x="1303367" y="4529743"/>
                  </a:lnTo>
                  <a:lnTo>
                    <a:pt x="1303493" y="4529743"/>
                  </a:lnTo>
                  <a:lnTo>
                    <a:pt x="1303619" y="4529743"/>
                  </a:lnTo>
                  <a:lnTo>
                    <a:pt x="1303745" y="4529743"/>
                  </a:lnTo>
                  <a:lnTo>
                    <a:pt x="1303872" y="4529743"/>
                  </a:lnTo>
                  <a:lnTo>
                    <a:pt x="1303998" y="4529743"/>
                  </a:lnTo>
                  <a:lnTo>
                    <a:pt x="1304124" y="4529743"/>
                  </a:lnTo>
                  <a:lnTo>
                    <a:pt x="1304250" y="4529743"/>
                  </a:lnTo>
                  <a:lnTo>
                    <a:pt x="1304376" y="4529743"/>
                  </a:lnTo>
                  <a:lnTo>
                    <a:pt x="1304502" y="4529743"/>
                  </a:lnTo>
                  <a:lnTo>
                    <a:pt x="1304502" y="4524464"/>
                  </a:lnTo>
                  <a:lnTo>
                    <a:pt x="1304628" y="4524464"/>
                  </a:lnTo>
                  <a:lnTo>
                    <a:pt x="1304754" y="4524464"/>
                  </a:lnTo>
                  <a:lnTo>
                    <a:pt x="1304880" y="4524464"/>
                  </a:lnTo>
                  <a:lnTo>
                    <a:pt x="1305006" y="4524464"/>
                  </a:lnTo>
                  <a:lnTo>
                    <a:pt x="1305132" y="4524464"/>
                  </a:lnTo>
                  <a:lnTo>
                    <a:pt x="1305259" y="4524464"/>
                  </a:lnTo>
                  <a:lnTo>
                    <a:pt x="1305385" y="4524464"/>
                  </a:lnTo>
                  <a:lnTo>
                    <a:pt x="1305511" y="4524464"/>
                  </a:lnTo>
                  <a:lnTo>
                    <a:pt x="1305637" y="4524464"/>
                  </a:lnTo>
                  <a:lnTo>
                    <a:pt x="1305763" y="4524464"/>
                  </a:lnTo>
                  <a:lnTo>
                    <a:pt x="1305889" y="4524464"/>
                  </a:lnTo>
                  <a:lnTo>
                    <a:pt x="1306015" y="4524464"/>
                  </a:lnTo>
                  <a:lnTo>
                    <a:pt x="1306141" y="4524464"/>
                  </a:lnTo>
                  <a:lnTo>
                    <a:pt x="1306267" y="4524464"/>
                  </a:lnTo>
                  <a:lnTo>
                    <a:pt x="1306393" y="4524464"/>
                  </a:lnTo>
                  <a:lnTo>
                    <a:pt x="1306519" y="4524464"/>
                  </a:lnTo>
                  <a:lnTo>
                    <a:pt x="1306645" y="4524464"/>
                  </a:lnTo>
                  <a:lnTo>
                    <a:pt x="1306772" y="4524464"/>
                  </a:lnTo>
                  <a:lnTo>
                    <a:pt x="1306898" y="4524464"/>
                  </a:lnTo>
                  <a:lnTo>
                    <a:pt x="1307024" y="4524464"/>
                  </a:lnTo>
                  <a:lnTo>
                    <a:pt x="1307150" y="4524464"/>
                  </a:lnTo>
                  <a:lnTo>
                    <a:pt x="1307276" y="4524464"/>
                  </a:lnTo>
                  <a:lnTo>
                    <a:pt x="1307402" y="4524464"/>
                  </a:lnTo>
                  <a:lnTo>
                    <a:pt x="1307528" y="4524464"/>
                  </a:lnTo>
                  <a:lnTo>
                    <a:pt x="1307654" y="4524464"/>
                  </a:lnTo>
                  <a:lnTo>
                    <a:pt x="1307780" y="4524464"/>
                  </a:lnTo>
                  <a:lnTo>
                    <a:pt x="1307906" y="4524464"/>
                  </a:lnTo>
                  <a:lnTo>
                    <a:pt x="1308032" y="4524464"/>
                  </a:lnTo>
                  <a:lnTo>
                    <a:pt x="1308159" y="4524464"/>
                  </a:lnTo>
                  <a:lnTo>
                    <a:pt x="1308285" y="4524464"/>
                  </a:lnTo>
                  <a:lnTo>
                    <a:pt x="1308411" y="4524464"/>
                  </a:lnTo>
                  <a:lnTo>
                    <a:pt x="1308537" y="4524464"/>
                  </a:lnTo>
                  <a:lnTo>
                    <a:pt x="1308663" y="4524464"/>
                  </a:lnTo>
                  <a:lnTo>
                    <a:pt x="1308789" y="4524464"/>
                  </a:lnTo>
                  <a:lnTo>
                    <a:pt x="1308915" y="4524464"/>
                  </a:lnTo>
                  <a:lnTo>
                    <a:pt x="1309041" y="4524464"/>
                  </a:lnTo>
                  <a:lnTo>
                    <a:pt x="1309167" y="4524464"/>
                  </a:lnTo>
                  <a:lnTo>
                    <a:pt x="1309293" y="4524464"/>
                  </a:lnTo>
                  <a:lnTo>
                    <a:pt x="1309419" y="4524464"/>
                  </a:lnTo>
                  <a:lnTo>
                    <a:pt x="1309545" y="4524464"/>
                  </a:lnTo>
                  <a:lnTo>
                    <a:pt x="1309672" y="4524464"/>
                  </a:lnTo>
                  <a:lnTo>
                    <a:pt x="1309798" y="4524464"/>
                  </a:lnTo>
                  <a:lnTo>
                    <a:pt x="1309924" y="4524464"/>
                  </a:lnTo>
                  <a:lnTo>
                    <a:pt x="1310050" y="4524464"/>
                  </a:lnTo>
                  <a:lnTo>
                    <a:pt x="1310176" y="4524464"/>
                  </a:lnTo>
                  <a:lnTo>
                    <a:pt x="1310302" y="4524464"/>
                  </a:lnTo>
                  <a:lnTo>
                    <a:pt x="1310428" y="4524464"/>
                  </a:lnTo>
                  <a:lnTo>
                    <a:pt x="1310554" y="4524464"/>
                  </a:lnTo>
                  <a:lnTo>
                    <a:pt x="1310680" y="4524464"/>
                  </a:lnTo>
                  <a:lnTo>
                    <a:pt x="1310806" y="4524464"/>
                  </a:lnTo>
                  <a:lnTo>
                    <a:pt x="1310806" y="4519184"/>
                  </a:lnTo>
                  <a:lnTo>
                    <a:pt x="1310806" y="4513905"/>
                  </a:lnTo>
                  <a:lnTo>
                    <a:pt x="1310932" y="4513905"/>
                  </a:lnTo>
                  <a:lnTo>
                    <a:pt x="1311059" y="4513905"/>
                  </a:lnTo>
                  <a:lnTo>
                    <a:pt x="1311185" y="4513905"/>
                  </a:lnTo>
                  <a:lnTo>
                    <a:pt x="1311311" y="4513905"/>
                  </a:lnTo>
                  <a:lnTo>
                    <a:pt x="1311437" y="4513905"/>
                  </a:lnTo>
                  <a:lnTo>
                    <a:pt x="1311563" y="4513905"/>
                  </a:lnTo>
                  <a:lnTo>
                    <a:pt x="1311689" y="4513905"/>
                  </a:lnTo>
                  <a:lnTo>
                    <a:pt x="1311815" y="4513905"/>
                  </a:lnTo>
                  <a:lnTo>
                    <a:pt x="1311941" y="4513905"/>
                  </a:lnTo>
                  <a:lnTo>
                    <a:pt x="1312067" y="4513905"/>
                  </a:lnTo>
                  <a:lnTo>
                    <a:pt x="1312193" y="4513905"/>
                  </a:lnTo>
                  <a:lnTo>
                    <a:pt x="1312319" y="4513905"/>
                  </a:lnTo>
                  <a:lnTo>
                    <a:pt x="1312446" y="4513905"/>
                  </a:lnTo>
                  <a:lnTo>
                    <a:pt x="1312572" y="4513905"/>
                  </a:lnTo>
                  <a:lnTo>
                    <a:pt x="1312698" y="4513905"/>
                  </a:lnTo>
                  <a:lnTo>
                    <a:pt x="1312824" y="4513905"/>
                  </a:lnTo>
                  <a:lnTo>
                    <a:pt x="1312950" y="4513905"/>
                  </a:lnTo>
                  <a:lnTo>
                    <a:pt x="1313076" y="4513905"/>
                  </a:lnTo>
                  <a:lnTo>
                    <a:pt x="1313202" y="4513905"/>
                  </a:lnTo>
                  <a:lnTo>
                    <a:pt x="1313328" y="4513905"/>
                  </a:lnTo>
                  <a:lnTo>
                    <a:pt x="1313454" y="4513905"/>
                  </a:lnTo>
                  <a:lnTo>
                    <a:pt x="1313580" y="4513905"/>
                  </a:lnTo>
                  <a:lnTo>
                    <a:pt x="1313706" y="4513905"/>
                  </a:lnTo>
                  <a:lnTo>
                    <a:pt x="1313832" y="4513905"/>
                  </a:lnTo>
                  <a:lnTo>
                    <a:pt x="1313959" y="4513905"/>
                  </a:lnTo>
                  <a:lnTo>
                    <a:pt x="1314085" y="4513905"/>
                  </a:lnTo>
                  <a:lnTo>
                    <a:pt x="1314211" y="4513905"/>
                  </a:lnTo>
                  <a:lnTo>
                    <a:pt x="1314337" y="4513905"/>
                  </a:lnTo>
                  <a:lnTo>
                    <a:pt x="1314463" y="4513905"/>
                  </a:lnTo>
                  <a:lnTo>
                    <a:pt x="1314589" y="4513905"/>
                  </a:lnTo>
                  <a:lnTo>
                    <a:pt x="1314715" y="4513905"/>
                  </a:lnTo>
                  <a:lnTo>
                    <a:pt x="1314841" y="4513905"/>
                  </a:lnTo>
                  <a:lnTo>
                    <a:pt x="1314967" y="4513905"/>
                  </a:lnTo>
                  <a:lnTo>
                    <a:pt x="1315093" y="4513905"/>
                  </a:lnTo>
                  <a:lnTo>
                    <a:pt x="1315219" y="4513905"/>
                  </a:lnTo>
                  <a:lnTo>
                    <a:pt x="1315346" y="4513905"/>
                  </a:lnTo>
                  <a:lnTo>
                    <a:pt x="1315472" y="4513905"/>
                  </a:lnTo>
                  <a:lnTo>
                    <a:pt x="1315598" y="4513905"/>
                  </a:lnTo>
                  <a:lnTo>
                    <a:pt x="1315724" y="4513905"/>
                  </a:lnTo>
                  <a:lnTo>
                    <a:pt x="1315850" y="4513905"/>
                  </a:lnTo>
                  <a:lnTo>
                    <a:pt x="1315976" y="4513905"/>
                  </a:lnTo>
                  <a:lnTo>
                    <a:pt x="1316102" y="4513905"/>
                  </a:lnTo>
                  <a:lnTo>
                    <a:pt x="1316228" y="4513905"/>
                  </a:lnTo>
                  <a:lnTo>
                    <a:pt x="1316354" y="4513905"/>
                  </a:lnTo>
                  <a:lnTo>
                    <a:pt x="1316480" y="4513905"/>
                  </a:lnTo>
                  <a:lnTo>
                    <a:pt x="1316606" y="4513905"/>
                  </a:lnTo>
                  <a:lnTo>
                    <a:pt x="1316732" y="4513905"/>
                  </a:lnTo>
                  <a:lnTo>
                    <a:pt x="1316859" y="4513905"/>
                  </a:lnTo>
                  <a:lnTo>
                    <a:pt x="1316985" y="4513905"/>
                  </a:lnTo>
                  <a:lnTo>
                    <a:pt x="1317111" y="4513905"/>
                  </a:lnTo>
                  <a:lnTo>
                    <a:pt x="1317237" y="4513905"/>
                  </a:lnTo>
                  <a:lnTo>
                    <a:pt x="1317363" y="4513905"/>
                  </a:lnTo>
                  <a:lnTo>
                    <a:pt x="1317489" y="4513905"/>
                  </a:lnTo>
                  <a:lnTo>
                    <a:pt x="1317615" y="4513905"/>
                  </a:lnTo>
                  <a:lnTo>
                    <a:pt x="1317741" y="4513905"/>
                  </a:lnTo>
                  <a:lnTo>
                    <a:pt x="1317867" y="4513905"/>
                  </a:lnTo>
                  <a:lnTo>
                    <a:pt x="1317993" y="4513905"/>
                  </a:lnTo>
                  <a:lnTo>
                    <a:pt x="1318119" y="4513905"/>
                  </a:lnTo>
                  <a:lnTo>
                    <a:pt x="1318246" y="4513905"/>
                  </a:lnTo>
                  <a:lnTo>
                    <a:pt x="1318372" y="4513905"/>
                  </a:lnTo>
                  <a:lnTo>
                    <a:pt x="1318498" y="4513905"/>
                  </a:lnTo>
                  <a:lnTo>
                    <a:pt x="1318624" y="4513905"/>
                  </a:lnTo>
                  <a:lnTo>
                    <a:pt x="1318624" y="4508625"/>
                  </a:lnTo>
                  <a:lnTo>
                    <a:pt x="1318750" y="4508625"/>
                  </a:lnTo>
                  <a:lnTo>
                    <a:pt x="1318876" y="4508625"/>
                  </a:lnTo>
                  <a:lnTo>
                    <a:pt x="1319002" y="4508625"/>
                  </a:lnTo>
                  <a:lnTo>
                    <a:pt x="1319002" y="4503346"/>
                  </a:lnTo>
                  <a:lnTo>
                    <a:pt x="1319128" y="4503346"/>
                  </a:lnTo>
                  <a:lnTo>
                    <a:pt x="1319254" y="4503346"/>
                  </a:lnTo>
                  <a:lnTo>
                    <a:pt x="1319380" y="4503346"/>
                  </a:lnTo>
                  <a:lnTo>
                    <a:pt x="1319506" y="4503346"/>
                  </a:lnTo>
                  <a:lnTo>
                    <a:pt x="1319633" y="4503346"/>
                  </a:lnTo>
                  <a:lnTo>
                    <a:pt x="1319759" y="4503346"/>
                  </a:lnTo>
                  <a:lnTo>
                    <a:pt x="1319885" y="4503346"/>
                  </a:lnTo>
                  <a:lnTo>
                    <a:pt x="1320011" y="4503346"/>
                  </a:lnTo>
                  <a:lnTo>
                    <a:pt x="1320137" y="4503346"/>
                  </a:lnTo>
                  <a:lnTo>
                    <a:pt x="1320263" y="4503346"/>
                  </a:lnTo>
                  <a:lnTo>
                    <a:pt x="1320389" y="4503346"/>
                  </a:lnTo>
                  <a:lnTo>
                    <a:pt x="1320515" y="4503346"/>
                  </a:lnTo>
                  <a:lnTo>
                    <a:pt x="1320641" y="4503346"/>
                  </a:lnTo>
                  <a:lnTo>
                    <a:pt x="1320767" y="4503346"/>
                  </a:lnTo>
                  <a:lnTo>
                    <a:pt x="1320893" y="4503346"/>
                  </a:lnTo>
                  <a:lnTo>
                    <a:pt x="1321019" y="4503346"/>
                  </a:lnTo>
                  <a:lnTo>
                    <a:pt x="1321146" y="4503346"/>
                  </a:lnTo>
                  <a:lnTo>
                    <a:pt x="1321272" y="4503346"/>
                  </a:lnTo>
                  <a:lnTo>
                    <a:pt x="1321398" y="4503346"/>
                  </a:lnTo>
                  <a:lnTo>
                    <a:pt x="1321524" y="4503346"/>
                  </a:lnTo>
                  <a:lnTo>
                    <a:pt x="1321650" y="4503346"/>
                  </a:lnTo>
                  <a:lnTo>
                    <a:pt x="1321776" y="4503346"/>
                  </a:lnTo>
                  <a:lnTo>
                    <a:pt x="1321902" y="4503346"/>
                  </a:lnTo>
                  <a:lnTo>
                    <a:pt x="1322028" y="4503346"/>
                  </a:lnTo>
                  <a:lnTo>
                    <a:pt x="1322154" y="4503346"/>
                  </a:lnTo>
                  <a:lnTo>
                    <a:pt x="1322280" y="4503346"/>
                  </a:lnTo>
                  <a:lnTo>
                    <a:pt x="1322406" y="4503346"/>
                  </a:lnTo>
                  <a:lnTo>
                    <a:pt x="1322533" y="4503346"/>
                  </a:lnTo>
                  <a:lnTo>
                    <a:pt x="1322659" y="4503346"/>
                  </a:lnTo>
                  <a:lnTo>
                    <a:pt x="1322785" y="4503346"/>
                  </a:lnTo>
                  <a:lnTo>
                    <a:pt x="1322911" y="4503346"/>
                  </a:lnTo>
                  <a:lnTo>
                    <a:pt x="1323037" y="4503346"/>
                  </a:lnTo>
                  <a:lnTo>
                    <a:pt x="1323163" y="4503346"/>
                  </a:lnTo>
                  <a:lnTo>
                    <a:pt x="1323289" y="4503346"/>
                  </a:lnTo>
                  <a:lnTo>
                    <a:pt x="1323415" y="4503346"/>
                  </a:lnTo>
                  <a:lnTo>
                    <a:pt x="1323541" y="4503346"/>
                  </a:lnTo>
                  <a:lnTo>
                    <a:pt x="1323667" y="4503346"/>
                  </a:lnTo>
                  <a:lnTo>
                    <a:pt x="1323793" y="4503346"/>
                  </a:lnTo>
                  <a:lnTo>
                    <a:pt x="1323919" y="4503346"/>
                  </a:lnTo>
                  <a:lnTo>
                    <a:pt x="1324046" y="4503346"/>
                  </a:lnTo>
                  <a:lnTo>
                    <a:pt x="1324172" y="4503346"/>
                  </a:lnTo>
                  <a:lnTo>
                    <a:pt x="1324298" y="4503346"/>
                  </a:lnTo>
                  <a:lnTo>
                    <a:pt x="1324424" y="4503346"/>
                  </a:lnTo>
                  <a:lnTo>
                    <a:pt x="1324550" y="4503346"/>
                  </a:lnTo>
                  <a:lnTo>
                    <a:pt x="1324676" y="4503346"/>
                  </a:lnTo>
                  <a:lnTo>
                    <a:pt x="1324802" y="4503346"/>
                  </a:lnTo>
                  <a:lnTo>
                    <a:pt x="1324928" y="4503346"/>
                  </a:lnTo>
                  <a:lnTo>
                    <a:pt x="1325054" y="4503346"/>
                  </a:lnTo>
                  <a:lnTo>
                    <a:pt x="1325180" y="4503346"/>
                  </a:lnTo>
                  <a:lnTo>
                    <a:pt x="1325306" y="4503346"/>
                  </a:lnTo>
                  <a:lnTo>
                    <a:pt x="1325433" y="4503346"/>
                  </a:lnTo>
                  <a:lnTo>
                    <a:pt x="1325559" y="4503346"/>
                  </a:lnTo>
                  <a:lnTo>
                    <a:pt x="1325685" y="4503346"/>
                  </a:lnTo>
                  <a:lnTo>
                    <a:pt x="1325811" y="4503346"/>
                  </a:lnTo>
                  <a:lnTo>
                    <a:pt x="1325937" y="4503346"/>
                  </a:lnTo>
                  <a:lnTo>
                    <a:pt x="1326063" y="4503346"/>
                  </a:lnTo>
                  <a:lnTo>
                    <a:pt x="1326189" y="4503346"/>
                  </a:lnTo>
                  <a:lnTo>
                    <a:pt x="1326315" y="4503346"/>
                  </a:lnTo>
                  <a:lnTo>
                    <a:pt x="1326441" y="4503346"/>
                  </a:lnTo>
                  <a:lnTo>
                    <a:pt x="1326567" y="4503346"/>
                  </a:lnTo>
                  <a:lnTo>
                    <a:pt x="1326693" y="4503346"/>
                  </a:lnTo>
                  <a:lnTo>
                    <a:pt x="1326819" y="4503346"/>
                  </a:lnTo>
                  <a:lnTo>
                    <a:pt x="1326946" y="4503346"/>
                  </a:lnTo>
                  <a:lnTo>
                    <a:pt x="1327072" y="4503346"/>
                  </a:lnTo>
                  <a:lnTo>
                    <a:pt x="1327198" y="4503346"/>
                  </a:lnTo>
                  <a:lnTo>
                    <a:pt x="1327324" y="4503346"/>
                  </a:lnTo>
                  <a:lnTo>
                    <a:pt x="1327450" y="4503346"/>
                  </a:lnTo>
                  <a:lnTo>
                    <a:pt x="1327576" y="4503346"/>
                  </a:lnTo>
                  <a:lnTo>
                    <a:pt x="1327702" y="4503346"/>
                  </a:lnTo>
                  <a:lnTo>
                    <a:pt x="1327828" y="4503346"/>
                  </a:lnTo>
                  <a:lnTo>
                    <a:pt x="1327954" y="4503346"/>
                  </a:lnTo>
                  <a:lnTo>
                    <a:pt x="1328080" y="4503346"/>
                  </a:lnTo>
                  <a:lnTo>
                    <a:pt x="1328206" y="4503346"/>
                  </a:lnTo>
                  <a:lnTo>
                    <a:pt x="1328333" y="4503346"/>
                  </a:lnTo>
                  <a:lnTo>
                    <a:pt x="1328459" y="4503346"/>
                  </a:lnTo>
                  <a:lnTo>
                    <a:pt x="1328585" y="4503346"/>
                  </a:lnTo>
                  <a:lnTo>
                    <a:pt x="1328711" y="4503346"/>
                  </a:lnTo>
                  <a:lnTo>
                    <a:pt x="1328837" y="4503346"/>
                  </a:lnTo>
                  <a:lnTo>
                    <a:pt x="1328963" y="4503346"/>
                  </a:lnTo>
                  <a:lnTo>
                    <a:pt x="1329089" y="4503346"/>
                  </a:lnTo>
                  <a:lnTo>
                    <a:pt x="1329215" y="4503346"/>
                  </a:lnTo>
                  <a:lnTo>
                    <a:pt x="1329215" y="4498066"/>
                  </a:lnTo>
                  <a:lnTo>
                    <a:pt x="1329341" y="4498066"/>
                  </a:lnTo>
                  <a:lnTo>
                    <a:pt x="1329467" y="4498066"/>
                  </a:lnTo>
                  <a:lnTo>
                    <a:pt x="1329593" y="4498066"/>
                  </a:lnTo>
                  <a:lnTo>
                    <a:pt x="1329720" y="4498066"/>
                  </a:lnTo>
                  <a:lnTo>
                    <a:pt x="1329846" y="4498066"/>
                  </a:lnTo>
                  <a:lnTo>
                    <a:pt x="1329972" y="4498066"/>
                  </a:lnTo>
                  <a:lnTo>
                    <a:pt x="1330098" y="4498066"/>
                  </a:lnTo>
                  <a:lnTo>
                    <a:pt x="1330224" y="4498066"/>
                  </a:lnTo>
                  <a:lnTo>
                    <a:pt x="1330350" y="4498066"/>
                  </a:lnTo>
                  <a:lnTo>
                    <a:pt x="1330350" y="4492787"/>
                  </a:lnTo>
                  <a:lnTo>
                    <a:pt x="1330476" y="4492787"/>
                  </a:lnTo>
                  <a:lnTo>
                    <a:pt x="1330602" y="4492787"/>
                  </a:lnTo>
                  <a:lnTo>
                    <a:pt x="1330728" y="4492787"/>
                  </a:lnTo>
                  <a:lnTo>
                    <a:pt x="1330854" y="4492787"/>
                  </a:lnTo>
                  <a:lnTo>
                    <a:pt x="1330980" y="4492787"/>
                  </a:lnTo>
                  <a:lnTo>
                    <a:pt x="1331106" y="4492787"/>
                  </a:lnTo>
                  <a:lnTo>
                    <a:pt x="1331233" y="4492787"/>
                  </a:lnTo>
                  <a:lnTo>
                    <a:pt x="1331359" y="4492787"/>
                  </a:lnTo>
                  <a:lnTo>
                    <a:pt x="1331485" y="4492787"/>
                  </a:lnTo>
                  <a:lnTo>
                    <a:pt x="1331611" y="4492787"/>
                  </a:lnTo>
                  <a:lnTo>
                    <a:pt x="1331737" y="4492787"/>
                  </a:lnTo>
                  <a:lnTo>
                    <a:pt x="1331863" y="4492787"/>
                  </a:lnTo>
                  <a:lnTo>
                    <a:pt x="1331989" y="4492787"/>
                  </a:lnTo>
                  <a:lnTo>
                    <a:pt x="1332115" y="4492787"/>
                  </a:lnTo>
                  <a:lnTo>
                    <a:pt x="1332241" y="4492787"/>
                  </a:lnTo>
                  <a:lnTo>
                    <a:pt x="1332367" y="4492787"/>
                  </a:lnTo>
                  <a:lnTo>
                    <a:pt x="1332493" y="4492787"/>
                  </a:lnTo>
                  <a:lnTo>
                    <a:pt x="1332620" y="4492787"/>
                  </a:lnTo>
                  <a:lnTo>
                    <a:pt x="1332746" y="4492787"/>
                  </a:lnTo>
                  <a:lnTo>
                    <a:pt x="1332872" y="4492787"/>
                  </a:lnTo>
                  <a:lnTo>
                    <a:pt x="1332998" y="4492787"/>
                  </a:lnTo>
                  <a:lnTo>
                    <a:pt x="1333124" y="4492787"/>
                  </a:lnTo>
                  <a:lnTo>
                    <a:pt x="1333250" y="4492787"/>
                  </a:lnTo>
                  <a:lnTo>
                    <a:pt x="1333376" y="4492787"/>
                  </a:lnTo>
                  <a:lnTo>
                    <a:pt x="1333502" y="4492787"/>
                  </a:lnTo>
                  <a:lnTo>
                    <a:pt x="1333628" y="4492787"/>
                  </a:lnTo>
                  <a:lnTo>
                    <a:pt x="1333754" y="4492787"/>
                  </a:lnTo>
                  <a:lnTo>
                    <a:pt x="1333880" y="4492787"/>
                  </a:lnTo>
                  <a:lnTo>
                    <a:pt x="1334006" y="4492787"/>
                  </a:lnTo>
                  <a:lnTo>
                    <a:pt x="1334133" y="4492787"/>
                  </a:lnTo>
                  <a:lnTo>
                    <a:pt x="1334259" y="4492787"/>
                  </a:lnTo>
                  <a:lnTo>
                    <a:pt x="1334385" y="4492787"/>
                  </a:lnTo>
                  <a:lnTo>
                    <a:pt x="1334511" y="4492787"/>
                  </a:lnTo>
                  <a:lnTo>
                    <a:pt x="1334637" y="4492787"/>
                  </a:lnTo>
                  <a:lnTo>
                    <a:pt x="1334763" y="4492787"/>
                  </a:lnTo>
                  <a:lnTo>
                    <a:pt x="1334889" y="4492787"/>
                  </a:lnTo>
                  <a:lnTo>
                    <a:pt x="1335015" y="4492787"/>
                  </a:lnTo>
                  <a:lnTo>
                    <a:pt x="1335141" y="4492787"/>
                  </a:lnTo>
                  <a:lnTo>
                    <a:pt x="1335267" y="4492787"/>
                  </a:lnTo>
                  <a:lnTo>
                    <a:pt x="1335393" y="4492787"/>
                  </a:lnTo>
                  <a:lnTo>
                    <a:pt x="1335520" y="4492787"/>
                  </a:lnTo>
                  <a:lnTo>
                    <a:pt x="1335646" y="4492787"/>
                  </a:lnTo>
                  <a:lnTo>
                    <a:pt x="1335772" y="4492787"/>
                  </a:lnTo>
                  <a:lnTo>
                    <a:pt x="1335898" y="4492787"/>
                  </a:lnTo>
                  <a:lnTo>
                    <a:pt x="1336024" y="4492787"/>
                  </a:lnTo>
                  <a:lnTo>
                    <a:pt x="1336150" y="4492787"/>
                  </a:lnTo>
                  <a:lnTo>
                    <a:pt x="1336276" y="4492787"/>
                  </a:lnTo>
                  <a:lnTo>
                    <a:pt x="1336402" y="4492787"/>
                  </a:lnTo>
                  <a:lnTo>
                    <a:pt x="1336528" y="4492787"/>
                  </a:lnTo>
                  <a:lnTo>
                    <a:pt x="1336654" y="4492787"/>
                  </a:lnTo>
                  <a:lnTo>
                    <a:pt x="1336780" y="4492787"/>
                  </a:lnTo>
                  <a:lnTo>
                    <a:pt x="1336907" y="4492787"/>
                  </a:lnTo>
                  <a:lnTo>
                    <a:pt x="1337033" y="4492787"/>
                  </a:lnTo>
                  <a:lnTo>
                    <a:pt x="1337159" y="4492787"/>
                  </a:lnTo>
                  <a:lnTo>
                    <a:pt x="1337285" y="4492787"/>
                  </a:lnTo>
                  <a:lnTo>
                    <a:pt x="1337411" y="4492787"/>
                  </a:lnTo>
                  <a:lnTo>
                    <a:pt x="1337411" y="4487508"/>
                  </a:lnTo>
                  <a:lnTo>
                    <a:pt x="1337537" y="4487508"/>
                  </a:lnTo>
                  <a:lnTo>
                    <a:pt x="1337663" y="4487508"/>
                  </a:lnTo>
                  <a:lnTo>
                    <a:pt x="1337789" y="4487508"/>
                  </a:lnTo>
                  <a:lnTo>
                    <a:pt x="1337915" y="4487508"/>
                  </a:lnTo>
                  <a:lnTo>
                    <a:pt x="1338041" y="4487508"/>
                  </a:lnTo>
                  <a:lnTo>
                    <a:pt x="1338167" y="4487508"/>
                  </a:lnTo>
                  <a:lnTo>
                    <a:pt x="1338293" y="4487508"/>
                  </a:lnTo>
                  <a:lnTo>
                    <a:pt x="1338420" y="4487508"/>
                  </a:lnTo>
                  <a:lnTo>
                    <a:pt x="1338546" y="4487508"/>
                  </a:lnTo>
                  <a:lnTo>
                    <a:pt x="1338672" y="4487508"/>
                  </a:lnTo>
                  <a:lnTo>
                    <a:pt x="1338798" y="4487508"/>
                  </a:lnTo>
                  <a:lnTo>
                    <a:pt x="1338924" y="4487508"/>
                  </a:lnTo>
                  <a:lnTo>
                    <a:pt x="1339050" y="4487508"/>
                  </a:lnTo>
                  <a:lnTo>
                    <a:pt x="1339176" y="4487508"/>
                  </a:lnTo>
                  <a:lnTo>
                    <a:pt x="1339302" y="4487508"/>
                  </a:lnTo>
                  <a:lnTo>
                    <a:pt x="1339428" y="4487508"/>
                  </a:lnTo>
                  <a:lnTo>
                    <a:pt x="1339554" y="4487508"/>
                  </a:lnTo>
                  <a:lnTo>
                    <a:pt x="1339680" y="4487508"/>
                  </a:lnTo>
                  <a:lnTo>
                    <a:pt x="1339807" y="4487508"/>
                  </a:lnTo>
                  <a:lnTo>
                    <a:pt x="1339933" y="4487508"/>
                  </a:lnTo>
                  <a:lnTo>
                    <a:pt x="1339933" y="4482228"/>
                  </a:lnTo>
                  <a:lnTo>
                    <a:pt x="1340059" y="4482228"/>
                  </a:lnTo>
                  <a:lnTo>
                    <a:pt x="1340185" y="4482228"/>
                  </a:lnTo>
                  <a:lnTo>
                    <a:pt x="1340311" y="4482228"/>
                  </a:lnTo>
                  <a:lnTo>
                    <a:pt x="1340437" y="4482228"/>
                  </a:lnTo>
                  <a:lnTo>
                    <a:pt x="1340437" y="4476949"/>
                  </a:lnTo>
                  <a:lnTo>
                    <a:pt x="1340563" y="4476949"/>
                  </a:lnTo>
                  <a:lnTo>
                    <a:pt x="1340563" y="4471669"/>
                  </a:lnTo>
                  <a:lnTo>
                    <a:pt x="1340689" y="4471669"/>
                  </a:lnTo>
                  <a:lnTo>
                    <a:pt x="1340815" y="4471669"/>
                  </a:lnTo>
                  <a:lnTo>
                    <a:pt x="1340941" y="4471669"/>
                  </a:lnTo>
                  <a:lnTo>
                    <a:pt x="1341067" y="4471669"/>
                  </a:lnTo>
                  <a:lnTo>
                    <a:pt x="1341193" y="4471669"/>
                  </a:lnTo>
                  <a:lnTo>
                    <a:pt x="1341320" y="4471669"/>
                  </a:lnTo>
                  <a:lnTo>
                    <a:pt x="1341446" y="4471669"/>
                  </a:lnTo>
                  <a:lnTo>
                    <a:pt x="1341572" y="4471669"/>
                  </a:lnTo>
                  <a:lnTo>
                    <a:pt x="1341698" y="4471669"/>
                  </a:lnTo>
                  <a:lnTo>
                    <a:pt x="1341824" y="4471669"/>
                  </a:lnTo>
                  <a:lnTo>
                    <a:pt x="1341950" y="4471669"/>
                  </a:lnTo>
                  <a:lnTo>
                    <a:pt x="1342076" y="4471669"/>
                  </a:lnTo>
                  <a:lnTo>
                    <a:pt x="1342202" y="4471669"/>
                  </a:lnTo>
                  <a:lnTo>
                    <a:pt x="1342328" y="4471669"/>
                  </a:lnTo>
                  <a:lnTo>
                    <a:pt x="1342454" y="4471669"/>
                  </a:lnTo>
                  <a:lnTo>
                    <a:pt x="1342580" y="4471669"/>
                  </a:lnTo>
                  <a:lnTo>
                    <a:pt x="1342707" y="4471669"/>
                  </a:lnTo>
                  <a:lnTo>
                    <a:pt x="1342833" y="4471669"/>
                  </a:lnTo>
                  <a:lnTo>
                    <a:pt x="1342959" y="4471669"/>
                  </a:lnTo>
                  <a:lnTo>
                    <a:pt x="1343085" y="4471669"/>
                  </a:lnTo>
                  <a:lnTo>
                    <a:pt x="1343211" y="4471669"/>
                  </a:lnTo>
                  <a:lnTo>
                    <a:pt x="1343337" y="4471669"/>
                  </a:lnTo>
                  <a:lnTo>
                    <a:pt x="1343463" y="4471669"/>
                  </a:lnTo>
                  <a:lnTo>
                    <a:pt x="1343589" y="4471669"/>
                  </a:lnTo>
                  <a:lnTo>
                    <a:pt x="1343715" y="4471669"/>
                  </a:lnTo>
                  <a:lnTo>
                    <a:pt x="1343841" y="4471669"/>
                  </a:lnTo>
                  <a:lnTo>
                    <a:pt x="1343967" y="4471669"/>
                  </a:lnTo>
                  <a:lnTo>
                    <a:pt x="1344093" y="4471669"/>
                  </a:lnTo>
                  <a:lnTo>
                    <a:pt x="1344220" y="4471669"/>
                  </a:lnTo>
                  <a:lnTo>
                    <a:pt x="1344346" y="4471669"/>
                  </a:lnTo>
                  <a:lnTo>
                    <a:pt x="1344472" y="4471669"/>
                  </a:lnTo>
                  <a:lnTo>
                    <a:pt x="1344598" y="4471669"/>
                  </a:lnTo>
                  <a:lnTo>
                    <a:pt x="1344724" y="4471669"/>
                  </a:lnTo>
                  <a:lnTo>
                    <a:pt x="1344850" y="4471669"/>
                  </a:lnTo>
                  <a:lnTo>
                    <a:pt x="1344976" y="4471669"/>
                  </a:lnTo>
                  <a:lnTo>
                    <a:pt x="1345102" y="4471669"/>
                  </a:lnTo>
                  <a:lnTo>
                    <a:pt x="1345228" y="4471669"/>
                  </a:lnTo>
                  <a:lnTo>
                    <a:pt x="1345354" y="4471669"/>
                  </a:lnTo>
                  <a:lnTo>
                    <a:pt x="1345480" y="4471669"/>
                  </a:lnTo>
                  <a:lnTo>
                    <a:pt x="1345607" y="4471669"/>
                  </a:lnTo>
                  <a:lnTo>
                    <a:pt x="1345733" y="4471669"/>
                  </a:lnTo>
                  <a:lnTo>
                    <a:pt x="1345859" y="4471669"/>
                  </a:lnTo>
                  <a:lnTo>
                    <a:pt x="1345985" y="4471669"/>
                  </a:lnTo>
                  <a:lnTo>
                    <a:pt x="1346111" y="4471669"/>
                  </a:lnTo>
                  <a:lnTo>
                    <a:pt x="1346237" y="4471669"/>
                  </a:lnTo>
                  <a:lnTo>
                    <a:pt x="1346363" y="4471669"/>
                  </a:lnTo>
                  <a:lnTo>
                    <a:pt x="1346489" y="4471669"/>
                  </a:lnTo>
                  <a:lnTo>
                    <a:pt x="1346615" y="4471669"/>
                  </a:lnTo>
                  <a:lnTo>
                    <a:pt x="1346741" y="4471669"/>
                  </a:lnTo>
                  <a:lnTo>
                    <a:pt x="1346867" y="4471669"/>
                  </a:lnTo>
                  <a:lnTo>
                    <a:pt x="1346994" y="4471669"/>
                  </a:lnTo>
                  <a:lnTo>
                    <a:pt x="1347120" y="4471669"/>
                  </a:lnTo>
                  <a:lnTo>
                    <a:pt x="1347246" y="4471669"/>
                  </a:lnTo>
                  <a:lnTo>
                    <a:pt x="1347372" y="4471669"/>
                  </a:lnTo>
                  <a:lnTo>
                    <a:pt x="1347498" y="4471669"/>
                  </a:lnTo>
                  <a:lnTo>
                    <a:pt x="1347624" y="4471669"/>
                  </a:lnTo>
                  <a:lnTo>
                    <a:pt x="1347750" y="4471669"/>
                  </a:lnTo>
                  <a:lnTo>
                    <a:pt x="1347876" y="4471669"/>
                  </a:lnTo>
                  <a:lnTo>
                    <a:pt x="1348002" y="4471669"/>
                  </a:lnTo>
                  <a:lnTo>
                    <a:pt x="1348128" y="4471669"/>
                  </a:lnTo>
                  <a:lnTo>
                    <a:pt x="1348254" y="4471669"/>
                  </a:lnTo>
                  <a:lnTo>
                    <a:pt x="1348380" y="4471669"/>
                  </a:lnTo>
                  <a:lnTo>
                    <a:pt x="1348507" y="4471669"/>
                  </a:lnTo>
                  <a:lnTo>
                    <a:pt x="1348633" y="4471669"/>
                  </a:lnTo>
                  <a:lnTo>
                    <a:pt x="1348759" y="4471669"/>
                  </a:lnTo>
                  <a:lnTo>
                    <a:pt x="1348885" y="4471669"/>
                  </a:lnTo>
                  <a:lnTo>
                    <a:pt x="1349011" y="4471669"/>
                  </a:lnTo>
                  <a:lnTo>
                    <a:pt x="1349137" y="4471669"/>
                  </a:lnTo>
                  <a:lnTo>
                    <a:pt x="1349263" y="4471669"/>
                  </a:lnTo>
                  <a:lnTo>
                    <a:pt x="1349389" y="4471669"/>
                  </a:lnTo>
                  <a:lnTo>
                    <a:pt x="1349515" y="4471669"/>
                  </a:lnTo>
                  <a:lnTo>
                    <a:pt x="1349641" y="4471669"/>
                  </a:lnTo>
                  <a:lnTo>
                    <a:pt x="1349641" y="4466390"/>
                  </a:lnTo>
                  <a:lnTo>
                    <a:pt x="1349767" y="4466390"/>
                  </a:lnTo>
                  <a:lnTo>
                    <a:pt x="1349894" y="4466390"/>
                  </a:lnTo>
                  <a:lnTo>
                    <a:pt x="1350020" y="4466390"/>
                  </a:lnTo>
                  <a:lnTo>
                    <a:pt x="1350146" y="4466390"/>
                  </a:lnTo>
                  <a:lnTo>
                    <a:pt x="1350272" y="4466390"/>
                  </a:lnTo>
                  <a:lnTo>
                    <a:pt x="1350398" y="4466390"/>
                  </a:lnTo>
                  <a:lnTo>
                    <a:pt x="1350524" y="4466390"/>
                  </a:lnTo>
                  <a:lnTo>
                    <a:pt x="1350650" y="4466390"/>
                  </a:lnTo>
                  <a:lnTo>
                    <a:pt x="1350776" y="4466390"/>
                  </a:lnTo>
                  <a:lnTo>
                    <a:pt x="1350776" y="4461111"/>
                  </a:lnTo>
                  <a:lnTo>
                    <a:pt x="1350902" y="4461111"/>
                  </a:lnTo>
                  <a:lnTo>
                    <a:pt x="1351028" y="4461111"/>
                  </a:lnTo>
                  <a:lnTo>
                    <a:pt x="1351154" y="4461111"/>
                  </a:lnTo>
                  <a:lnTo>
                    <a:pt x="1351280" y="4461111"/>
                  </a:lnTo>
                  <a:lnTo>
                    <a:pt x="1351407" y="4461111"/>
                  </a:lnTo>
                  <a:lnTo>
                    <a:pt x="1351533" y="4461111"/>
                  </a:lnTo>
                  <a:lnTo>
                    <a:pt x="1351659" y="4461111"/>
                  </a:lnTo>
                  <a:lnTo>
                    <a:pt x="1351785" y="4461111"/>
                  </a:lnTo>
                  <a:lnTo>
                    <a:pt x="1351911" y="4461111"/>
                  </a:lnTo>
                  <a:lnTo>
                    <a:pt x="1352037" y="4461111"/>
                  </a:lnTo>
                  <a:lnTo>
                    <a:pt x="1352163" y="4461111"/>
                  </a:lnTo>
                  <a:lnTo>
                    <a:pt x="1352163" y="4455831"/>
                  </a:lnTo>
                  <a:lnTo>
                    <a:pt x="1352289" y="4455831"/>
                  </a:lnTo>
                  <a:lnTo>
                    <a:pt x="1352415" y="4455831"/>
                  </a:lnTo>
                  <a:lnTo>
                    <a:pt x="1352541" y="4455831"/>
                  </a:lnTo>
                  <a:lnTo>
                    <a:pt x="1352667" y="4455831"/>
                  </a:lnTo>
                  <a:lnTo>
                    <a:pt x="1352794" y="4455831"/>
                  </a:lnTo>
                  <a:lnTo>
                    <a:pt x="1352920" y="4455831"/>
                  </a:lnTo>
                  <a:lnTo>
                    <a:pt x="1353046" y="4455831"/>
                  </a:lnTo>
                  <a:lnTo>
                    <a:pt x="1353172" y="4455831"/>
                  </a:lnTo>
                  <a:lnTo>
                    <a:pt x="1353298" y="4455831"/>
                  </a:lnTo>
                  <a:lnTo>
                    <a:pt x="1353424" y="4455831"/>
                  </a:lnTo>
                  <a:lnTo>
                    <a:pt x="1353550" y="4455831"/>
                  </a:lnTo>
                  <a:lnTo>
                    <a:pt x="1353676" y="4455831"/>
                  </a:lnTo>
                  <a:lnTo>
                    <a:pt x="1353802" y="4455831"/>
                  </a:lnTo>
                  <a:lnTo>
                    <a:pt x="1353928" y="4455831"/>
                  </a:lnTo>
                  <a:lnTo>
                    <a:pt x="1354054" y="4455831"/>
                  </a:lnTo>
                  <a:lnTo>
                    <a:pt x="1354181" y="4455831"/>
                  </a:lnTo>
                  <a:lnTo>
                    <a:pt x="1354307" y="4455831"/>
                  </a:lnTo>
                  <a:lnTo>
                    <a:pt x="1354433" y="4455831"/>
                  </a:lnTo>
                  <a:lnTo>
                    <a:pt x="1354559" y="4455831"/>
                  </a:lnTo>
                  <a:lnTo>
                    <a:pt x="1354685" y="4455831"/>
                  </a:lnTo>
                  <a:lnTo>
                    <a:pt x="1354811" y="4455831"/>
                  </a:lnTo>
                  <a:lnTo>
                    <a:pt x="1354937" y="4455831"/>
                  </a:lnTo>
                  <a:lnTo>
                    <a:pt x="1355063" y="4455831"/>
                  </a:lnTo>
                  <a:lnTo>
                    <a:pt x="1355189" y="4455831"/>
                  </a:lnTo>
                  <a:lnTo>
                    <a:pt x="1355315" y="4455831"/>
                  </a:lnTo>
                  <a:lnTo>
                    <a:pt x="1355441" y="4455831"/>
                  </a:lnTo>
                  <a:lnTo>
                    <a:pt x="1355567" y="4455831"/>
                  </a:lnTo>
                  <a:lnTo>
                    <a:pt x="1355694" y="4455831"/>
                  </a:lnTo>
                  <a:lnTo>
                    <a:pt x="1355820" y="4455831"/>
                  </a:lnTo>
                  <a:lnTo>
                    <a:pt x="1355946" y="4455831"/>
                  </a:lnTo>
                  <a:lnTo>
                    <a:pt x="1356072" y="4455831"/>
                  </a:lnTo>
                  <a:lnTo>
                    <a:pt x="1356198" y="4455831"/>
                  </a:lnTo>
                  <a:lnTo>
                    <a:pt x="1356324" y="4455831"/>
                  </a:lnTo>
                  <a:lnTo>
                    <a:pt x="1356450" y="4455831"/>
                  </a:lnTo>
                  <a:lnTo>
                    <a:pt x="1356576" y="4455831"/>
                  </a:lnTo>
                  <a:lnTo>
                    <a:pt x="1356702" y="4455831"/>
                  </a:lnTo>
                  <a:lnTo>
                    <a:pt x="1356828" y="4455831"/>
                  </a:lnTo>
                  <a:lnTo>
                    <a:pt x="1356954" y="4455831"/>
                  </a:lnTo>
                  <a:lnTo>
                    <a:pt x="1356954" y="4450552"/>
                  </a:lnTo>
                  <a:lnTo>
                    <a:pt x="1357081" y="4450552"/>
                  </a:lnTo>
                  <a:lnTo>
                    <a:pt x="1357207" y="4450552"/>
                  </a:lnTo>
                  <a:lnTo>
                    <a:pt x="1357207" y="4445272"/>
                  </a:lnTo>
                  <a:lnTo>
                    <a:pt x="1357333" y="4445272"/>
                  </a:lnTo>
                  <a:lnTo>
                    <a:pt x="1357459" y="4445272"/>
                  </a:lnTo>
                  <a:lnTo>
                    <a:pt x="1357585" y="4445272"/>
                  </a:lnTo>
                  <a:lnTo>
                    <a:pt x="1357711" y="4445272"/>
                  </a:lnTo>
                  <a:lnTo>
                    <a:pt x="1357837" y="4445272"/>
                  </a:lnTo>
                  <a:lnTo>
                    <a:pt x="1357963" y="4445272"/>
                  </a:lnTo>
                  <a:lnTo>
                    <a:pt x="1358089" y="4445272"/>
                  </a:lnTo>
                  <a:lnTo>
                    <a:pt x="1358215" y="4445272"/>
                  </a:lnTo>
                  <a:lnTo>
                    <a:pt x="1358341" y="4445272"/>
                  </a:lnTo>
                  <a:lnTo>
                    <a:pt x="1358467" y="4445272"/>
                  </a:lnTo>
                  <a:lnTo>
                    <a:pt x="1358594" y="4445272"/>
                  </a:lnTo>
                  <a:lnTo>
                    <a:pt x="1358720" y="4445272"/>
                  </a:lnTo>
                  <a:lnTo>
                    <a:pt x="1358846" y="4445272"/>
                  </a:lnTo>
                  <a:lnTo>
                    <a:pt x="1358972" y="4445272"/>
                  </a:lnTo>
                  <a:lnTo>
                    <a:pt x="1359098" y="4445272"/>
                  </a:lnTo>
                  <a:lnTo>
                    <a:pt x="1359224" y="4445272"/>
                  </a:lnTo>
                  <a:lnTo>
                    <a:pt x="1359350" y="4445272"/>
                  </a:lnTo>
                  <a:lnTo>
                    <a:pt x="1359476" y="4445272"/>
                  </a:lnTo>
                  <a:lnTo>
                    <a:pt x="1359476" y="4439993"/>
                  </a:lnTo>
                  <a:lnTo>
                    <a:pt x="1359602" y="4439993"/>
                  </a:lnTo>
                  <a:lnTo>
                    <a:pt x="1359728" y="4439993"/>
                  </a:lnTo>
                  <a:lnTo>
                    <a:pt x="1359854" y="4439993"/>
                  </a:lnTo>
                  <a:lnTo>
                    <a:pt x="1359981" y="4439993"/>
                  </a:lnTo>
                  <a:lnTo>
                    <a:pt x="1360107" y="4439993"/>
                  </a:lnTo>
                  <a:lnTo>
                    <a:pt x="1360233" y="4439993"/>
                  </a:lnTo>
                  <a:lnTo>
                    <a:pt x="1360359" y="4439993"/>
                  </a:lnTo>
                  <a:lnTo>
                    <a:pt x="1360485" y="4439993"/>
                  </a:lnTo>
                  <a:lnTo>
                    <a:pt x="1360611" y="4439993"/>
                  </a:lnTo>
                  <a:lnTo>
                    <a:pt x="1360737" y="4439993"/>
                  </a:lnTo>
                  <a:lnTo>
                    <a:pt x="1360863" y="4439993"/>
                  </a:lnTo>
                  <a:lnTo>
                    <a:pt x="1360989" y="4439993"/>
                  </a:lnTo>
                  <a:lnTo>
                    <a:pt x="1361115" y="4439993"/>
                  </a:lnTo>
                  <a:lnTo>
                    <a:pt x="1361241" y="4439993"/>
                  </a:lnTo>
                  <a:lnTo>
                    <a:pt x="1361368" y="4439993"/>
                  </a:lnTo>
                  <a:lnTo>
                    <a:pt x="1361494" y="4439993"/>
                  </a:lnTo>
                  <a:lnTo>
                    <a:pt x="1361620" y="4439993"/>
                  </a:lnTo>
                  <a:lnTo>
                    <a:pt x="1361746" y="4439993"/>
                  </a:lnTo>
                  <a:lnTo>
                    <a:pt x="1361872" y="4439993"/>
                  </a:lnTo>
                  <a:lnTo>
                    <a:pt x="1361998" y="4439993"/>
                  </a:lnTo>
                  <a:lnTo>
                    <a:pt x="1362124" y="4439993"/>
                  </a:lnTo>
                  <a:lnTo>
                    <a:pt x="1362250" y="4439993"/>
                  </a:lnTo>
                  <a:lnTo>
                    <a:pt x="1362376" y="4439993"/>
                  </a:lnTo>
                  <a:lnTo>
                    <a:pt x="1362502" y="4439993"/>
                  </a:lnTo>
                  <a:lnTo>
                    <a:pt x="1362628" y="4439993"/>
                  </a:lnTo>
                  <a:lnTo>
                    <a:pt x="1362754" y="4439993"/>
                  </a:lnTo>
                  <a:lnTo>
                    <a:pt x="1362881" y="4439993"/>
                  </a:lnTo>
                  <a:lnTo>
                    <a:pt x="1363007" y="4439993"/>
                  </a:lnTo>
                  <a:lnTo>
                    <a:pt x="1363133" y="4439993"/>
                  </a:lnTo>
                  <a:lnTo>
                    <a:pt x="1363259" y="4439993"/>
                  </a:lnTo>
                  <a:lnTo>
                    <a:pt x="1363385" y="4439993"/>
                  </a:lnTo>
                  <a:lnTo>
                    <a:pt x="1363511" y="4439993"/>
                  </a:lnTo>
                  <a:lnTo>
                    <a:pt x="1363637" y="4439993"/>
                  </a:lnTo>
                  <a:lnTo>
                    <a:pt x="1363763" y="4439993"/>
                  </a:lnTo>
                  <a:lnTo>
                    <a:pt x="1363889" y="4439993"/>
                  </a:lnTo>
                  <a:lnTo>
                    <a:pt x="1364015" y="4439993"/>
                  </a:lnTo>
                  <a:lnTo>
                    <a:pt x="1364141" y="4439993"/>
                  </a:lnTo>
                  <a:lnTo>
                    <a:pt x="1364268" y="4439993"/>
                  </a:lnTo>
                  <a:lnTo>
                    <a:pt x="1364394" y="4439993"/>
                  </a:lnTo>
                  <a:lnTo>
                    <a:pt x="1364394" y="4434713"/>
                  </a:lnTo>
                  <a:lnTo>
                    <a:pt x="1364520" y="4434713"/>
                  </a:lnTo>
                  <a:lnTo>
                    <a:pt x="1364646" y="4434713"/>
                  </a:lnTo>
                  <a:lnTo>
                    <a:pt x="1364772" y="4434713"/>
                  </a:lnTo>
                  <a:lnTo>
                    <a:pt x="1364898" y="4434713"/>
                  </a:lnTo>
                  <a:lnTo>
                    <a:pt x="1365024" y="4434713"/>
                  </a:lnTo>
                  <a:lnTo>
                    <a:pt x="1365150" y="4434713"/>
                  </a:lnTo>
                  <a:lnTo>
                    <a:pt x="1365276" y="4434713"/>
                  </a:lnTo>
                  <a:lnTo>
                    <a:pt x="1365402" y="4434713"/>
                  </a:lnTo>
                  <a:lnTo>
                    <a:pt x="1365528" y="4434713"/>
                  </a:lnTo>
                  <a:lnTo>
                    <a:pt x="1365654" y="4434713"/>
                  </a:lnTo>
                  <a:lnTo>
                    <a:pt x="1365781" y="4434713"/>
                  </a:lnTo>
                  <a:lnTo>
                    <a:pt x="1365907" y="4434713"/>
                  </a:lnTo>
                  <a:lnTo>
                    <a:pt x="1366033" y="4434713"/>
                  </a:lnTo>
                  <a:lnTo>
                    <a:pt x="1366159" y="4434713"/>
                  </a:lnTo>
                  <a:lnTo>
                    <a:pt x="1366285" y="4434713"/>
                  </a:lnTo>
                  <a:lnTo>
                    <a:pt x="1366411" y="4434713"/>
                  </a:lnTo>
                  <a:lnTo>
                    <a:pt x="1366537" y="4434713"/>
                  </a:lnTo>
                  <a:lnTo>
                    <a:pt x="1366663" y="4434713"/>
                  </a:lnTo>
                  <a:lnTo>
                    <a:pt x="1366789" y="4434713"/>
                  </a:lnTo>
                  <a:lnTo>
                    <a:pt x="1366915" y="4434713"/>
                  </a:lnTo>
                  <a:lnTo>
                    <a:pt x="1367041" y="4434713"/>
                  </a:lnTo>
                  <a:lnTo>
                    <a:pt x="1367168" y="4434713"/>
                  </a:lnTo>
                  <a:lnTo>
                    <a:pt x="1367294" y="4434713"/>
                  </a:lnTo>
                  <a:lnTo>
                    <a:pt x="1367420" y="4434713"/>
                  </a:lnTo>
                  <a:lnTo>
                    <a:pt x="1367546" y="4434713"/>
                  </a:lnTo>
                  <a:lnTo>
                    <a:pt x="1367672" y="4434713"/>
                  </a:lnTo>
                  <a:lnTo>
                    <a:pt x="1367798" y="4434713"/>
                  </a:lnTo>
                  <a:lnTo>
                    <a:pt x="1367924" y="4434713"/>
                  </a:lnTo>
                  <a:lnTo>
                    <a:pt x="1368050" y="4434713"/>
                  </a:lnTo>
                  <a:lnTo>
                    <a:pt x="1368176" y="4434713"/>
                  </a:lnTo>
                  <a:lnTo>
                    <a:pt x="1368302" y="4434713"/>
                  </a:lnTo>
                  <a:lnTo>
                    <a:pt x="1368428" y="4434713"/>
                  </a:lnTo>
                  <a:lnTo>
                    <a:pt x="1368554" y="4434713"/>
                  </a:lnTo>
                  <a:lnTo>
                    <a:pt x="1368681" y="4434713"/>
                  </a:lnTo>
                  <a:lnTo>
                    <a:pt x="1368807" y="4434713"/>
                  </a:lnTo>
                  <a:lnTo>
                    <a:pt x="1368933" y="4434713"/>
                  </a:lnTo>
                  <a:lnTo>
                    <a:pt x="1369059" y="4434713"/>
                  </a:lnTo>
                  <a:lnTo>
                    <a:pt x="1369185" y="4434713"/>
                  </a:lnTo>
                  <a:lnTo>
                    <a:pt x="1369311" y="4434713"/>
                  </a:lnTo>
                  <a:lnTo>
                    <a:pt x="1369437" y="4434713"/>
                  </a:lnTo>
                  <a:lnTo>
                    <a:pt x="1369563" y="4434713"/>
                  </a:lnTo>
                  <a:lnTo>
                    <a:pt x="1369689" y="4434713"/>
                  </a:lnTo>
                  <a:lnTo>
                    <a:pt x="1369815" y="4434713"/>
                  </a:lnTo>
                  <a:lnTo>
                    <a:pt x="1369941" y="4434713"/>
                  </a:lnTo>
                  <a:lnTo>
                    <a:pt x="1370068" y="4434713"/>
                  </a:lnTo>
                  <a:lnTo>
                    <a:pt x="1370194" y="4434713"/>
                  </a:lnTo>
                  <a:lnTo>
                    <a:pt x="1370320" y="4434713"/>
                  </a:lnTo>
                  <a:lnTo>
                    <a:pt x="1370446" y="4434713"/>
                  </a:lnTo>
                  <a:lnTo>
                    <a:pt x="1370572" y="4434713"/>
                  </a:lnTo>
                  <a:lnTo>
                    <a:pt x="1370698" y="4434713"/>
                  </a:lnTo>
                  <a:lnTo>
                    <a:pt x="1370824" y="4434713"/>
                  </a:lnTo>
                  <a:lnTo>
                    <a:pt x="1370950" y="4434713"/>
                  </a:lnTo>
                  <a:lnTo>
                    <a:pt x="1371076" y="4434713"/>
                  </a:lnTo>
                  <a:lnTo>
                    <a:pt x="1371202" y="4434713"/>
                  </a:lnTo>
                  <a:lnTo>
                    <a:pt x="1371328" y="4434713"/>
                  </a:lnTo>
                  <a:lnTo>
                    <a:pt x="1371455" y="4434713"/>
                  </a:lnTo>
                  <a:lnTo>
                    <a:pt x="1371581" y="4434713"/>
                  </a:lnTo>
                  <a:lnTo>
                    <a:pt x="1371707" y="4434713"/>
                  </a:lnTo>
                  <a:lnTo>
                    <a:pt x="1371833" y="4434713"/>
                  </a:lnTo>
                  <a:lnTo>
                    <a:pt x="1371959" y="4434713"/>
                  </a:lnTo>
                  <a:lnTo>
                    <a:pt x="1372085" y="4434713"/>
                  </a:lnTo>
                  <a:lnTo>
                    <a:pt x="1372211" y="4434713"/>
                  </a:lnTo>
                  <a:lnTo>
                    <a:pt x="1372337" y="4434713"/>
                  </a:lnTo>
                  <a:lnTo>
                    <a:pt x="1372337" y="4429434"/>
                  </a:lnTo>
                  <a:lnTo>
                    <a:pt x="1372463" y="4429434"/>
                  </a:lnTo>
                  <a:lnTo>
                    <a:pt x="1372589" y="4429434"/>
                  </a:lnTo>
                  <a:lnTo>
                    <a:pt x="1372715" y="4429434"/>
                  </a:lnTo>
                  <a:lnTo>
                    <a:pt x="1372841" y="4429434"/>
                  </a:lnTo>
                  <a:lnTo>
                    <a:pt x="1372968" y="4429434"/>
                  </a:lnTo>
                  <a:lnTo>
                    <a:pt x="1373094" y="4429434"/>
                  </a:lnTo>
                  <a:lnTo>
                    <a:pt x="1373094" y="4424155"/>
                  </a:lnTo>
                  <a:lnTo>
                    <a:pt x="1373220" y="4424155"/>
                  </a:lnTo>
                  <a:lnTo>
                    <a:pt x="1373346" y="4424155"/>
                  </a:lnTo>
                  <a:lnTo>
                    <a:pt x="1373472" y="4424155"/>
                  </a:lnTo>
                  <a:lnTo>
                    <a:pt x="1373598" y="4424155"/>
                  </a:lnTo>
                  <a:lnTo>
                    <a:pt x="1373724" y="4424155"/>
                  </a:lnTo>
                  <a:lnTo>
                    <a:pt x="1373850" y="4424155"/>
                  </a:lnTo>
                  <a:lnTo>
                    <a:pt x="1373976" y="4424155"/>
                  </a:lnTo>
                  <a:lnTo>
                    <a:pt x="1374102" y="4424155"/>
                  </a:lnTo>
                  <a:lnTo>
                    <a:pt x="1374228" y="4424155"/>
                  </a:lnTo>
                  <a:lnTo>
                    <a:pt x="1374355" y="4424155"/>
                  </a:lnTo>
                  <a:lnTo>
                    <a:pt x="1374481" y="4424155"/>
                  </a:lnTo>
                  <a:lnTo>
                    <a:pt x="1374607" y="4424155"/>
                  </a:lnTo>
                  <a:lnTo>
                    <a:pt x="1374733" y="4424155"/>
                  </a:lnTo>
                  <a:lnTo>
                    <a:pt x="1374859" y="4424155"/>
                  </a:lnTo>
                  <a:lnTo>
                    <a:pt x="1374985" y="4424155"/>
                  </a:lnTo>
                  <a:lnTo>
                    <a:pt x="1375111" y="4424155"/>
                  </a:lnTo>
                  <a:lnTo>
                    <a:pt x="1375237" y="4424155"/>
                  </a:lnTo>
                  <a:lnTo>
                    <a:pt x="1375363" y="4424155"/>
                  </a:lnTo>
                  <a:lnTo>
                    <a:pt x="1375489" y="4424155"/>
                  </a:lnTo>
                  <a:lnTo>
                    <a:pt x="1375615" y="4424155"/>
                  </a:lnTo>
                  <a:lnTo>
                    <a:pt x="1375741" y="4424155"/>
                  </a:lnTo>
                  <a:lnTo>
                    <a:pt x="1375868" y="4424155"/>
                  </a:lnTo>
                  <a:lnTo>
                    <a:pt x="1375994" y="4424155"/>
                  </a:lnTo>
                  <a:lnTo>
                    <a:pt x="1376120" y="4424155"/>
                  </a:lnTo>
                  <a:lnTo>
                    <a:pt x="1376246" y="4424155"/>
                  </a:lnTo>
                  <a:lnTo>
                    <a:pt x="1376372" y="4424155"/>
                  </a:lnTo>
                  <a:lnTo>
                    <a:pt x="1376498" y="4424155"/>
                  </a:lnTo>
                  <a:lnTo>
                    <a:pt x="1376624" y="4424155"/>
                  </a:lnTo>
                  <a:lnTo>
                    <a:pt x="1376750" y="4424155"/>
                  </a:lnTo>
                  <a:lnTo>
                    <a:pt x="1376876" y="4424155"/>
                  </a:lnTo>
                  <a:lnTo>
                    <a:pt x="1377002" y="4424155"/>
                  </a:lnTo>
                  <a:lnTo>
                    <a:pt x="1377128" y="4424155"/>
                  </a:lnTo>
                  <a:lnTo>
                    <a:pt x="1377255" y="4424155"/>
                  </a:lnTo>
                  <a:lnTo>
                    <a:pt x="1377381" y="4424155"/>
                  </a:lnTo>
                  <a:lnTo>
                    <a:pt x="1377507" y="4424155"/>
                  </a:lnTo>
                  <a:lnTo>
                    <a:pt x="1377633" y="4424155"/>
                  </a:lnTo>
                  <a:lnTo>
                    <a:pt x="1377759" y="4424155"/>
                  </a:lnTo>
                  <a:lnTo>
                    <a:pt x="1377885" y="4424155"/>
                  </a:lnTo>
                  <a:lnTo>
                    <a:pt x="1378011" y="4424155"/>
                  </a:lnTo>
                  <a:lnTo>
                    <a:pt x="1378137" y="4424155"/>
                  </a:lnTo>
                  <a:lnTo>
                    <a:pt x="1378263" y="4424155"/>
                  </a:lnTo>
                  <a:lnTo>
                    <a:pt x="1378389" y="4424155"/>
                  </a:lnTo>
                  <a:lnTo>
                    <a:pt x="1378515" y="4424155"/>
                  </a:lnTo>
                  <a:lnTo>
                    <a:pt x="1378642" y="4424155"/>
                  </a:lnTo>
                  <a:lnTo>
                    <a:pt x="1378768" y="4424155"/>
                  </a:lnTo>
                  <a:lnTo>
                    <a:pt x="1378894" y="4424155"/>
                  </a:lnTo>
                  <a:lnTo>
                    <a:pt x="1379020" y="4424155"/>
                  </a:lnTo>
                  <a:lnTo>
                    <a:pt x="1379146" y="4424155"/>
                  </a:lnTo>
                  <a:lnTo>
                    <a:pt x="1379272" y="4424155"/>
                  </a:lnTo>
                  <a:lnTo>
                    <a:pt x="1379398" y="4424155"/>
                  </a:lnTo>
                  <a:lnTo>
                    <a:pt x="1379524" y="4424155"/>
                  </a:lnTo>
                  <a:lnTo>
                    <a:pt x="1379650" y="4424155"/>
                  </a:lnTo>
                  <a:lnTo>
                    <a:pt x="1379776" y="4424155"/>
                  </a:lnTo>
                  <a:lnTo>
                    <a:pt x="1379902" y="4424155"/>
                  </a:lnTo>
                  <a:lnTo>
                    <a:pt x="1380028" y="4424155"/>
                  </a:lnTo>
                  <a:lnTo>
                    <a:pt x="1380155" y="4424155"/>
                  </a:lnTo>
                  <a:lnTo>
                    <a:pt x="1380281" y="4424155"/>
                  </a:lnTo>
                  <a:lnTo>
                    <a:pt x="1380407" y="4424155"/>
                  </a:lnTo>
                  <a:lnTo>
                    <a:pt x="1380533" y="4424155"/>
                  </a:lnTo>
                  <a:lnTo>
                    <a:pt x="1380659" y="4424155"/>
                  </a:lnTo>
                  <a:lnTo>
                    <a:pt x="1380785" y="4424155"/>
                  </a:lnTo>
                  <a:lnTo>
                    <a:pt x="1380911" y="4424155"/>
                  </a:lnTo>
                  <a:lnTo>
                    <a:pt x="1381037" y="4424155"/>
                  </a:lnTo>
                  <a:lnTo>
                    <a:pt x="1381163" y="4424155"/>
                  </a:lnTo>
                  <a:lnTo>
                    <a:pt x="1381289" y="4424155"/>
                  </a:lnTo>
                  <a:lnTo>
                    <a:pt x="1381289" y="4418875"/>
                  </a:lnTo>
                  <a:lnTo>
                    <a:pt x="1381415" y="4418875"/>
                  </a:lnTo>
                  <a:lnTo>
                    <a:pt x="1381542" y="4418875"/>
                  </a:lnTo>
                  <a:lnTo>
                    <a:pt x="1381668" y="4418875"/>
                  </a:lnTo>
                  <a:lnTo>
                    <a:pt x="1381794" y="4418875"/>
                  </a:lnTo>
                  <a:lnTo>
                    <a:pt x="1381794" y="4413596"/>
                  </a:lnTo>
                  <a:lnTo>
                    <a:pt x="1381920" y="4413596"/>
                  </a:lnTo>
                  <a:lnTo>
                    <a:pt x="1382046" y="4413596"/>
                  </a:lnTo>
                  <a:lnTo>
                    <a:pt x="1382172" y="4413596"/>
                  </a:lnTo>
                  <a:lnTo>
                    <a:pt x="1382298" y="4413596"/>
                  </a:lnTo>
                  <a:lnTo>
                    <a:pt x="1382424" y="4413596"/>
                  </a:lnTo>
                  <a:lnTo>
                    <a:pt x="1382550" y="4413596"/>
                  </a:lnTo>
                  <a:lnTo>
                    <a:pt x="1382676" y="4413596"/>
                  </a:lnTo>
                  <a:lnTo>
                    <a:pt x="1382802" y="4413596"/>
                  </a:lnTo>
                  <a:lnTo>
                    <a:pt x="1382928" y="4413596"/>
                  </a:lnTo>
                  <a:lnTo>
                    <a:pt x="1383055" y="4413596"/>
                  </a:lnTo>
                  <a:lnTo>
                    <a:pt x="1383181" y="4413596"/>
                  </a:lnTo>
                  <a:lnTo>
                    <a:pt x="1383307" y="4413596"/>
                  </a:lnTo>
                  <a:lnTo>
                    <a:pt x="1383433" y="4413596"/>
                  </a:lnTo>
                  <a:lnTo>
                    <a:pt x="1383559" y="4413596"/>
                  </a:lnTo>
                  <a:lnTo>
                    <a:pt x="1383685" y="4413596"/>
                  </a:lnTo>
                  <a:lnTo>
                    <a:pt x="1383811" y="4413596"/>
                  </a:lnTo>
                  <a:lnTo>
                    <a:pt x="1383937" y="4413596"/>
                  </a:lnTo>
                  <a:lnTo>
                    <a:pt x="1384063" y="4413596"/>
                  </a:lnTo>
                  <a:lnTo>
                    <a:pt x="1384189" y="4413596"/>
                  </a:lnTo>
                  <a:lnTo>
                    <a:pt x="1384315" y="4413596"/>
                  </a:lnTo>
                  <a:lnTo>
                    <a:pt x="1384442" y="4413596"/>
                  </a:lnTo>
                  <a:lnTo>
                    <a:pt x="1384568" y="4413596"/>
                  </a:lnTo>
                  <a:lnTo>
                    <a:pt x="1384694" y="4413596"/>
                  </a:lnTo>
                  <a:lnTo>
                    <a:pt x="1384820" y="4413596"/>
                  </a:lnTo>
                  <a:lnTo>
                    <a:pt x="1384946" y="4413596"/>
                  </a:lnTo>
                  <a:lnTo>
                    <a:pt x="1385072" y="4413596"/>
                  </a:lnTo>
                  <a:lnTo>
                    <a:pt x="1385072" y="4408316"/>
                  </a:lnTo>
                  <a:lnTo>
                    <a:pt x="1385198" y="4408316"/>
                  </a:lnTo>
                  <a:lnTo>
                    <a:pt x="1385324" y="4408316"/>
                  </a:lnTo>
                  <a:lnTo>
                    <a:pt x="1385324" y="4403037"/>
                  </a:lnTo>
                  <a:lnTo>
                    <a:pt x="1385450" y="4403037"/>
                  </a:lnTo>
                  <a:lnTo>
                    <a:pt x="1385576" y="4403037"/>
                  </a:lnTo>
                  <a:lnTo>
                    <a:pt x="1385702" y="4403037"/>
                  </a:lnTo>
                  <a:lnTo>
                    <a:pt x="1385829" y="4403037"/>
                  </a:lnTo>
                  <a:lnTo>
                    <a:pt x="1385955" y="4403037"/>
                  </a:lnTo>
                  <a:lnTo>
                    <a:pt x="1386081" y="4403037"/>
                  </a:lnTo>
                  <a:lnTo>
                    <a:pt x="1386207" y="4403037"/>
                  </a:lnTo>
                  <a:lnTo>
                    <a:pt x="1386333" y="4403037"/>
                  </a:lnTo>
                  <a:lnTo>
                    <a:pt x="1386459" y="4403037"/>
                  </a:lnTo>
                  <a:lnTo>
                    <a:pt x="1386585" y="4403037"/>
                  </a:lnTo>
                  <a:lnTo>
                    <a:pt x="1386711" y="4403037"/>
                  </a:lnTo>
                  <a:lnTo>
                    <a:pt x="1386837" y="4403037"/>
                  </a:lnTo>
                  <a:lnTo>
                    <a:pt x="1386963" y="4403037"/>
                  </a:lnTo>
                  <a:lnTo>
                    <a:pt x="1387089" y="4403037"/>
                  </a:lnTo>
                  <a:lnTo>
                    <a:pt x="1387215" y="4403037"/>
                  </a:lnTo>
                  <a:lnTo>
                    <a:pt x="1387342" y="4403037"/>
                  </a:lnTo>
                  <a:lnTo>
                    <a:pt x="1387342" y="4397757"/>
                  </a:lnTo>
                  <a:lnTo>
                    <a:pt x="1387468" y="4397757"/>
                  </a:lnTo>
                  <a:lnTo>
                    <a:pt x="1387594" y="4397757"/>
                  </a:lnTo>
                  <a:lnTo>
                    <a:pt x="1387720" y="4397757"/>
                  </a:lnTo>
                  <a:lnTo>
                    <a:pt x="1387846" y="4397757"/>
                  </a:lnTo>
                  <a:lnTo>
                    <a:pt x="1387972" y="4397757"/>
                  </a:lnTo>
                  <a:lnTo>
                    <a:pt x="1388098" y="4397757"/>
                  </a:lnTo>
                  <a:lnTo>
                    <a:pt x="1388224" y="4397757"/>
                  </a:lnTo>
                  <a:lnTo>
                    <a:pt x="1388350" y="4397757"/>
                  </a:lnTo>
                  <a:lnTo>
                    <a:pt x="1388476" y="4397757"/>
                  </a:lnTo>
                  <a:lnTo>
                    <a:pt x="1388602" y="4397757"/>
                  </a:lnTo>
                  <a:lnTo>
                    <a:pt x="1388729" y="4397757"/>
                  </a:lnTo>
                  <a:lnTo>
                    <a:pt x="1388855" y="4397757"/>
                  </a:lnTo>
                  <a:lnTo>
                    <a:pt x="1388981" y="4397757"/>
                  </a:lnTo>
                  <a:lnTo>
                    <a:pt x="1389107" y="4397757"/>
                  </a:lnTo>
                  <a:lnTo>
                    <a:pt x="1389233" y="4397757"/>
                  </a:lnTo>
                  <a:lnTo>
                    <a:pt x="1389359" y="4397757"/>
                  </a:lnTo>
                  <a:lnTo>
                    <a:pt x="1389485" y="4397757"/>
                  </a:lnTo>
                  <a:lnTo>
                    <a:pt x="1389611" y="4397757"/>
                  </a:lnTo>
                  <a:lnTo>
                    <a:pt x="1389737" y="4397757"/>
                  </a:lnTo>
                  <a:lnTo>
                    <a:pt x="1389863" y="4397757"/>
                  </a:lnTo>
                  <a:lnTo>
                    <a:pt x="1389989" y="4397757"/>
                  </a:lnTo>
                  <a:lnTo>
                    <a:pt x="1390115" y="4397757"/>
                  </a:lnTo>
                  <a:lnTo>
                    <a:pt x="1390242" y="4397757"/>
                  </a:lnTo>
                  <a:lnTo>
                    <a:pt x="1390368" y="4397757"/>
                  </a:lnTo>
                  <a:lnTo>
                    <a:pt x="1390494" y="4397757"/>
                  </a:lnTo>
                  <a:lnTo>
                    <a:pt x="1390620" y="4397757"/>
                  </a:lnTo>
                  <a:lnTo>
                    <a:pt x="1390746" y="4397757"/>
                  </a:lnTo>
                  <a:lnTo>
                    <a:pt x="1390872" y="4397757"/>
                  </a:lnTo>
                  <a:lnTo>
                    <a:pt x="1390998" y="4397757"/>
                  </a:lnTo>
                  <a:lnTo>
                    <a:pt x="1391124" y="4397757"/>
                  </a:lnTo>
                  <a:lnTo>
                    <a:pt x="1391250" y="4397757"/>
                  </a:lnTo>
                  <a:lnTo>
                    <a:pt x="1391376" y="4397757"/>
                  </a:lnTo>
                  <a:lnTo>
                    <a:pt x="1391502" y="4397757"/>
                  </a:lnTo>
                  <a:lnTo>
                    <a:pt x="1391629" y="4397757"/>
                  </a:lnTo>
                  <a:lnTo>
                    <a:pt x="1391755" y="4397757"/>
                  </a:lnTo>
                  <a:lnTo>
                    <a:pt x="1391881" y="4397757"/>
                  </a:lnTo>
                  <a:lnTo>
                    <a:pt x="1392007" y="4397757"/>
                  </a:lnTo>
                  <a:lnTo>
                    <a:pt x="1392133" y="4397757"/>
                  </a:lnTo>
                  <a:lnTo>
                    <a:pt x="1392259" y="4397757"/>
                  </a:lnTo>
                  <a:lnTo>
                    <a:pt x="1392385" y="4397757"/>
                  </a:lnTo>
                  <a:lnTo>
                    <a:pt x="1392511" y="4397757"/>
                  </a:lnTo>
                  <a:lnTo>
                    <a:pt x="1392637" y="4397757"/>
                  </a:lnTo>
                  <a:lnTo>
                    <a:pt x="1392763" y="4397757"/>
                  </a:lnTo>
                  <a:lnTo>
                    <a:pt x="1392889" y="4397757"/>
                  </a:lnTo>
                  <a:lnTo>
                    <a:pt x="1393015" y="4397757"/>
                  </a:lnTo>
                  <a:lnTo>
                    <a:pt x="1393142" y="4397757"/>
                  </a:lnTo>
                  <a:lnTo>
                    <a:pt x="1393268" y="4397757"/>
                  </a:lnTo>
                  <a:lnTo>
                    <a:pt x="1393394" y="4397757"/>
                  </a:lnTo>
                  <a:lnTo>
                    <a:pt x="1393520" y="4397757"/>
                  </a:lnTo>
                  <a:lnTo>
                    <a:pt x="1393646" y="4397757"/>
                  </a:lnTo>
                  <a:lnTo>
                    <a:pt x="1393772" y="4397757"/>
                  </a:lnTo>
                  <a:lnTo>
                    <a:pt x="1393898" y="4397757"/>
                  </a:lnTo>
                  <a:lnTo>
                    <a:pt x="1394024" y="4397757"/>
                  </a:lnTo>
                  <a:lnTo>
                    <a:pt x="1394150" y="4397757"/>
                  </a:lnTo>
                  <a:lnTo>
                    <a:pt x="1394276" y="4397757"/>
                  </a:lnTo>
                  <a:lnTo>
                    <a:pt x="1394402" y="4397757"/>
                  </a:lnTo>
                  <a:lnTo>
                    <a:pt x="1394529" y="4397757"/>
                  </a:lnTo>
                  <a:lnTo>
                    <a:pt x="1394655" y="4397757"/>
                  </a:lnTo>
                  <a:lnTo>
                    <a:pt x="1394781" y="4397757"/>
                  </a:lnTo>
                  <a:lnTo>
                    <a:pt x="1394907" y="4397757"/>
                  </a:lnTo>
                  <a:lnTo>
                    <a:pt x="1395033" y="4397757"/>
                  </a:lnTo>
                  <a:lnTo>
                    <a:pt x="1395159" y="4397757"/>
                  </a:lnTo>
                  <a:lnTo>
                    <a:pt x="1395285" y="4397757"/>
                  </a:lnTo>
                  <a:lnTo>
                    <a:pt x="1395411" y="4397757"/>
                  </a:lnTo>
                  <a:lnTo>
                    <a:pt x="1395537" y="4397757"/>
                  </a:lnTo>
                  <a:lnTo>
                    <a:pt x="1395537" y="4392478"/>
                  </a:lnTo>
                  <a:lnTo>
                    <a:pt x="1395663" y="4392478"/>
                  </a:lnTo>
                  <a:lnTo>
                    <a:pt x="1395789" y="4392478"/>
                  </a:lnTo>
                  <a:lnTo>
                    <a:pt x="1395916" y="4392478"/>
                  </a:lnTo>
                  <a:lnTo>
                    <a:pt x="1396042" y="4392478"/>
                  </a:lnTo>
                  <a:lnTo>
                    <a:pt x="1396168" y="4392478"/>
                  </a:lnTo>
                  <a:lnTo>
                    <a:pt x="1396294" y="4392478"/>
                  </a:lnTo>
                  <a:lnTo>
                    <a:pt x="1396420" y="4392478"/>
                  </a:lnTo>
                  <a:lnTo>
                    <a:pt x="1396546" y="4392478"/>
                  </a:lnTo>
                  <a:lnTo>
                    <a:pt x="1396672" y="4392478"/>
                  </a:lnTo>
                  <a:lnTo>
                    <a:pt x="1396798" y="4392478"/>
                  </a:lnTo>
                  <a:lnTo>
                    <a:pt x="1396924" y="4392478"/>
                  </a:lnTo>
                  <a:lnTo>
                    <a:pt x="1397050" y="4392478"/>
                  </a:lnTo>
                  <a:lnTo>
                    <a:pt x="1397176" y="4392478"/>
                  </a:lnTo>
                  <a:lnTo>
                    <a:pt x="1397302" y="4392478"/>
                  </a:lnTo>
                  <a:lnTo>
                    <a:pt x="1397429" y="4392478"/>
                  </a:lnTo>
                  <a:lnTo>
                    <a:pt x="1397555" y="4392478"/>
                  </a:lnTo>
                  <a:lnTo>
                    <a:pt x="1397681" y="4392478"/>
                  </a:lnTo>
                  <a:lnTo>
                    <a:pt x="1397807" y="4392478"/>
                  </a:lnTo>
                  <a:lnTo>
                    <a:pt x="1397933" y="4392478"/>
                  </a:lnTo>
                  <a:lnTo>
                    <a:pt x="1398059" y="4392478"/>
                  </a:lnTo>
                  <a:lnTo>
                    <a:pt x="1398185" y="4392478"/>
                  </a:lnTo>
                  <a:lnTo>
                    <a:pt x="1398311" y="4392478"/>
                  </a:lnTo>
                  <a:lnTo>
                    <a:pt x="1398437" y="4392478"/>
                  </a:lnTo>
                  <a:lnTo>
                    <a:pt x="1398563" y="4392478"/>
                  </a:lnTo>
                  <a:lnTo>
                    <a:pt x="1398689" y="4392478"/>
                  </a:lnTo>
                  <a:lnTo>
                    <a:pt x="1398816" y="4392478"/>
                  </a:lnTo>
                  <a:lnTo>
                    <a:pt x="1398942" y="4392478"/>
                  </a:lnTo>
                  <a:lnTo>
                    <a:pt x="1399068" y="4392478"/>
                  </a:lnTo>
                  <a:lnTo>
                    <a:pt x="1399194" y="4392478"/>
                  </a:lnTo>
                  <a:lnTo>
                    <a:pt x="1399320" y="4392478"/>
                  </a:lnTo>
                  <a:lnTo>
                    <a:pt x="1399446" y="4392478"/>
                  </a:lnTo>
                  <a:lnTo>
                    <a:pt x="1399572" y="4392478"/>
                  </a:lnTo>
                  <a:lnTo>
                    <a:pt x="1399698" y="4392478"/>
                  </a:lnTo>
                  <a:lnTo>
                    <a:pt x="1399824" y="4392478"/>
                  </a:lnTo>
                  <a:lnTo>
                    <a:pt x="1399950" y="4392478"/>
                  </a:lnTo>
                  <a:lnTo>
                    <a:pt x="1399950" y="4387199"/>
                  </a:lnTo>
                  <a:lnTo>
                    <a:pt x="1400076" y="4387199"/>
                  </a:lnTo>
                  <a:lnTo>
                    <a:pt x="1400202" y="4387199"/>
                  </a:lnTo>
                  <a:lnTo>
                    <a:pt x="1400329" y="4387199"/>
                  </a:lnTo>
                  <a:lnTo>
                    <a:pt x="1400455" y="4387199"/>
                  </a:lnTo>
                  <a:lnTo>
                    <a:pt x="1400581" y="4387199"/>
                  </a:lnTo>
                  <a:lnTo>
                    <a:pt x="1400707" y="4387199"/>
                  </a:lnTo>
                  <a:lnTo>
                    <a:pt x="1400833" y="4387199"/>
                  </a:lnTo>
                  <a:lnTo>
                    <a:pt x="1400959" y="4387199"/>
                  </a:lnTo>
                  <a:lnTo>
                    <a:pt x="1401085" y="4387199"/>
                  </a:lnTo>
                  <a:lnTo>
                    <a:pt x="1401211" y="4387199"/>
                  </a:lnTo>
                  <a:lnTo>
                    <a:pt x="1401337" y="4387199"/>
                  </a:lnTo>
                  <a:lnTo>
                    <a:pt x="1401463" y="4387199"/>
                  </a:lnTo>
                  <a:lnTo>
                    <a:pt x="1401589" y="4387199"/>
                  </a:lnTo>
                  <a:lnTo>
                    <a:pt x="1401716" y="4387199"/>
                  </a:lnTo>
                  <a:lnTo>
                    <a:pt x="1401842" y="4387199"/>
                  </a:lnTo>
                  <a:lnTo>
                    <a:pt x="1401968" y="4387199"/>
                  </a:lnTo>
                  <a:lnTo>
                    <a:pt x="1402094" y="4387199"/>
                  </a:lnTo>
                  <a:lnTo>
                    <a:pt x="1402220" y="4387199"/>
                  </a:lnTo>
                  <a:lnTo>
                    <a:pt x="1402346" y="4387199"/>
                  </a:lnTo>
                  <a:lnTo>
                    <a:pt x="1402472" y="4387199"/>
                  </a:lnTo>
                  <a:lnTo>
                    <a:pt x="1402598" y="4387199"/>
                  </a:lnTo>
                  <a:lnTo>
                    <a:pt x="1402724" y="4387199"/>
                  </a:lnTo>
                  <a:lnTo>
                    <a:pt x="1402850" y="4387199"/>
                  </a:lnTo>
                  <a:lnTo>
                    <a:pt x="1402976" y="4387199"/>
                  </a:lnTo>
                  <a:lnTo>
                    <a:pt x="1402976" y="4381919"/>
                  </a:lnTo>
                  <a:lnTo>
                    <a:pt x="1403103" y="4381919"/>
                  </a:lnTo>
                  <a:lnTo>
                    <a:pt x="1403229" y="4381919"/>
                  </a:lnTo>
                  <a:lnTo>
                    <a:pt x="1403229" y="4376640"/>
                  </a:lnTo>
                  <a:lnTo>
                    <a:pt x="1403355" y="4376640"/>
                  </a:lnTo>
                  <a:lnTo>
                    <a:pt x="1403481" y="4376640"/>
                  </a:lnTo>
                  <a:lnTo>
                    <a:pt x="1403607" y="4376640"/>
                  </a:lnTo>
                  <a:lnTo>
                    <a:pt x="1403733" y="4376640"/>
                  </a:lnTo>
                  <a:lnTo>
                    <a:pt x="1403859" y="4376640"/>
                  </a:lnTo>
                  <a:lnTo>
                    <a:pt x="1403985" y="4376640"/>
                  </a:lnTo>
                  <a:lnTo>
                    <a:pt x="1404111" y="4376640"/>
                  </a:lnTo>
                  <a:lnTo>
                    <a:pt x="1404237" y="4376640"/>
                  </a:lnTo>
                  <a:lnTo>
                    <a:pt x="1404363" y="4376640"/>
                  </a:lnTo>
                  <a:lnTo>
                    <a:pt x="1404489" y="4376640"/>
                  </a:lnTo>
                  <a:lnTo>
                    <a:pt x="1404616" y="4376640"/>
                  </a:lnTo>
                  <a:lnTo>
                    <a:pt x="1404742" y="4376640"/>
                  </a:lnTo>
                  <a:lnTo>
                    <a:pt x="1404868" y="4376640"/>
                  </a:lnTo>
                  <a:lnTo>
                    <a:pt x="1404994" y="4376640"/>
                  </a:lnTo>
                  <a:lnTo>
                    <a:pt x="1405120" y="4376640"/>
                  </a:lnTo>
                  <a:lnTo>
                    <a:pt x="1405246" y="4376640"/>
                  </a:lnTo>
                  <a:lnTo>
                    <a:pt x="1405372" y="4376640"/>
                  </a:lnTo>
                  <a:lnTo>
                    <a:pt x="1405498" y="4376640"/>
                  </a:lnTo>
                  <a:lnTo>
                    <a:pt x="1405624" y="4376640"/>
                  </a:lnTo>
                  <a:lnTo>
                    <a:pt x="1405624" y="4371360"/>
                  </a:lnTo>
                  <a:lnTo>
                    <a:pt x="1405750" y="4371360"/>
                  </a:lnTo>
                  <a:lnTo>
                    <a:pt x="1405876" y="4371360"/>
                  </a:lnTo>
                  <a:lnTo>
                    <a:pt x="1406003" y="4371360"/>
                  </a:lnTo>
                  <a:lnTo>
                    <a:pt x="1406129" y="4371360"/>
                  </a:lnTo>
                  <a:lnTo>
                    <a:pt x="1406255" y="4371360"/>
                  </a:lnTo>
                  <a:lnTo>
                    <a:pt x="1406381" y="4371360"/>
                  </a:lnTo>
                  <a:lnTo>
                    <a:pt x="1406507" y="4371360"/>
                  </a:lnTo>
                  <a:lnTo>
                    <a:pt x="1406633" y="4371360"/>
                  </a:lnTo>
                  <a:lnTo>
                    <a:pt x="1406759" y="4371360"/>
                  </a:lnTo>
                  <a:lnTo>
                    <a:pt x="1406885" y="4371360"/>
                  </a:lnTo>
                  <a:lnTo>
                    <a:pt x="1407011" y="4371360"/>
                  </a:lnTo>
                  <a:lnTo>
                    <a:pt x="1407137" y="4371360"/>
                  </a:lnTo>
                  <a:lnTo>
                    <a:pt x="1407263" y="4371360"/>
                  </a:lnTo>
                  <a:lnTo>
                    <a:pt x="1407389" y="4371360"/>
                  </a:lnTo>
                  <a:lnTo>
                    <a:pt x="1407516" y="4371360"/>
                  </a:lnTo>
                  <a:lnTo>
                    <a:pt x="1407642" y="4371360"/>
                  </a:lnTo>
                  <a:lnTo>
                    <a:pt x="1407768" y="4371360"/>
                  </a:lnTo>
                  <a:lnTo>
                    <a:pt x="1407894" y="4371360"/>
                  </a:lnTo>
                  <a:lnTo>
                    <a:pt x="1408020" y="4371360"/>
                  </a:lnTo>
                  <a:lnTo>
                    <a:pt x="1408146" y="4371360"/>
                  </a:lnTo>
                  <a:lnTo>
                    <a:pt x="1408272" y="4371360"/>
                  </a:lnTo>
                  <a:lnTo>
                    <a:pt x="1408398" y="4371360"/>
                  </a:lnTo>
                  <a:lnTo>
                    <a:pt x="1408524" y="4371360"/>
                  </a:lnTo>
                  <a:lnTo>
                    <a:pt x="1408650" y="4371360"/>
                  </a:lnTo>
                  <a:lnTo>
                    <a:pt x="1408776" y="4371360"/>
                  </a:lnTo>
                  <a:lnTo>
                    <a:pt x="1408903" y="4371360"/>
                  </a:lnTo>
                  <a:lnTo>
                    <a:pt x="1409029" y="4371360"/>
                  </a:lnTo>
                  <a:lnTo>
                    <a:pt x="1409155" y="4371360"/>
                  </a:lnTo>
                  <a:lnTo>
                    <a:pt x="1409281" y="4371360"/>
                  </a:lnTo>
                  <a:lnTo>
                    <a:pt x="1409281" y="4366081"/>
                  </a:lnTo>
                  <a:lnTo>
                    <a:pt x="1409407" y="4366081"/>
                  </a:lnTo>
                  <a:lnTo>
                    <a:pt x="1409533" y="4366081"/>
                  </a:lnTo>
                  <a:lnTo>
                    <a:pt x="1409533" y="4360802"/>
                  </a:lnTo>
                  <a:lnTo>
                    <a:pt x="1409659" y="4360802"/>
                  </a:lnTo>
                  <a:lnTo>
                    <a:pt x="1409785" y="4360802"/>
                  </a:lnTo>
                  <a:lnTo>
                    <a:pt x="1409911" y="4360802"/>
                  </a:lnTo>
                  <a:lnTo>
                    <a:pt x="1410037" y="4360802"/>
                  </a:lnTo>
                  <a:lnTo>
                    <a:pt x="1410163" y="4360802"/>
                  </a:lnTo>
                  <a:lnTo>
                    <a:pt x="1410289" y="4360802"/>
                  </a:lnTo>
                  <a:lnTo>
                    <a:pt x="1410416" y="4360802"/>
                  </a:lnTo>
                  <a:lnTo>
                    <a:pt x="1410542" y="4360802"/>
                  </a:lnTo>
                  <a:lnTo>
                    <a:pt x="1410668" y="4360802"/>
                  </a:lnTo>
                  <a:lnTo>
                    <a:pt x="1410794" y="4360802"/>
                  </a:lnTo>
                  <a:lnTo>
                    <a:pt x="1410920" y="4360802"/>
                  </a:lnTo>
                  <a:lnTo>
                    <a:pt x="1411046" y="4360802"/>
                  </a:lnTo>
                  <a:lnTo>
                    <a:pt x="1411172" y="4360802"/>
                  </a:lnTo>
                  <a:lnTo>
                    <a:pt x="1411298" y="4360802"/>
                  </a:lnTo>
                  <a:lnTo>
                    <a:pt x="1411424" y="4360802"/>
                  </a:lnTo>
                  <a:lnTo>
                    <a:pt x="1411550" y="4360802"/>
                  </a:lnTo>
                  <a:lnTo>
                    <a:pt x="1411676" y="4360802"/>
                  </a:lnTo>
                  <a:lnTo>
                    <a:pt x="1411803" y="4360802"/>
                  </a:lnTo>
                  <a:lnTo>
                    <a:pt x="1411929" y="4360802"/>
                  </a:lnTo>
                  <a:lnTo>
                    <a:pt x="1412055" y="4360802"/>
                  </a:lnTo>
                  <a:lnTo>
                    <a:pt x="1412181" y="4360802"/>
                  </a:lnTo>
                  <a:lnTo>
                    <a:pt x="1412307" y="4360802"/>
                  </a:lnTo>
                  <a:lnTo>
                    <a:pt x="1412433" y="4360802"/>
                  </a:lnTo>
                  <a:lnTo>
                    <a:pt x="1412559" y="4360802"/>
                  </a:lnTo>
                  <a:lnTo>
                    <a:pt x="1412685" y="4360802"/>
                  </a:lnTo>
                  <a:lnTo>
                    <a:pt x="1412811" y="4360802"/>
                  </a:lnTo>
                  <a:lnTo>
                    <a:pt x="1412937" y="4360802"/>
                  </a:lnTo>
                  <a:lnTo>
                    <a:pt x="1413063" y="4360802"/>
                  </a:lnTo>
                  <a:lnTo>
                    <a:pt x="1413190" y="4360802"/>
                  </a:lnTo>
                  <a:lnTo>
                    <a:pt x="1413316" y="4360802"/>
                  </a:lnTo>
                  <a:lnTo>
                    <a:pt x="1413442" y="4360802"/>
                  </a:lnTo>
                  <a:lnTo>
                    <a:pt x="1413568" y="4360802"/>
                  </a:lnTo>
                  <a:lnTo>
                    <a:pt x="1413694" y="4360802"/>
                  </a:lnTo>
                  <a:lnTo>
                    <a:pt x="1413820" y="4360802"/>
                  </a:lnTo>
                  <a:lnTo>
                    <a:pt x="1413946" y="4360802"/>
                  </a:lnTo>
                  <a:lnTo>
                    <a:pt x="1414072" y="4360802"/>
                  </a:lnTo>
                  <a:lnTo>
                    <a:pt x="1414198" y="4360802"/>
                  </a:lnTo>
                  <a:lnTo>
                    <a:pt x="1414324" y="4360802"/>
                  </a:lnTo>
                  <a:lnTo>
                    <a:pt x="1414450" y="4360802"/>
                  </a:lnTo>
                  <a:lnTo>
                    <a:pt x="1414576" y="4360802"/>
                  </a:lnTo>
                  <a:lnTo>
                    <a:pt x="1414703" y="4360802"/>
                  </a:lnTo>
                  <a:lnTo>
                    <a:pt x="1414829" y="4360802"/>
                  </a:lnTo>
                  <a:lnTo>
                    <a:pt x="1414955" y="4360802"/>
                  </a:lnTo>
                  <a:lnTo>
                    <a:pt x="1415081" y="4360802"/>
                  </a:lnTo>
                  <a:lnTo>
                    <a:pt x="1415207" y="4360802"/>
                  </a:lnTo>
                  <a:lnTo>
                    <a:pt x="1415333" y="4360802"/>
                  </a:lnTo>
                  <a:lnTo>
                    <a:pt x="1415459" y="4360802"/>
                  </a:lnTo>
                  <a:lnTo>
                    <a:pt x="1415585" y="4360802"/>
                  </a:lnTo>
                  <a:lnTo>
                    <a:pt x="1415711" y="4360802"/>
                  </a:lnTo>
                  <a:lnTo>
                    <a:pt x="1415837" y="4360802"/>
                  </a:lnTo>
                  <a:lnTo>
                    <a:pt x="1415963" y="4360802"/>
                  </a:lnTo>
                  <a:lnTo>
                    <a:pt x="1416090" y="4360802"/>
                  </a:lnTo>
                  <a:lnTo>
                    <a:pt x="1416216" y="4360802"/>
                  </a:lnTo>
                  <a:lnTo>
                    <a:pt x="1416342" y="4360802"/>
                  </a:lnTo>
                  <a:lnTo>
                    <a:pt x="1416468" y="4360802"/>
                  </a:lnTo>
                  <a:lnTo>
                    <a:pt x="1416468" y="4355522"/>
                  </a:lnTo>
                  <a:lnTo>
                    <a:pt x="1416594" y="4355522"/>
                  </a:lnTo>
                  <a:lnTo>
                    <a:pt x="1416720" y="4355522"/>
                  </a:lnTo>
                  <a:lnTo>
                    <a:pt x="1416846" y="4355522"/>
                  </a:lnTo>
                  <a:lnTo>
                    <a:pt x="1416972" y="4355522"/>
                  </a:lnTo>
                  <a:lnTo>
                    <a:pt x="1417098" y="4355522"/>
                  </a:lnTo>
                  <a:lnTo>
                    <a:pt x="1417224" y="4355522"/>
                  </a:lnTo>
                  <a:lnTo>
                    <a:pt x="1417350" y="4355522"/>
                  </a:lnTo>
                  <a:lnTo>
                    <a:pt x="1417476" y="4355522"/>
                  </a:lnTo>
                  <a:lnTo>
                    <a:pt x="1417603" y="4355522"/>
                  </a:lnTo>
                  <a:lnTo>
                    <a:pt x="1417729" y="4355522"/>
                  </a:lnTo>
                  <a:lnTo>
                    <a:pt x="1417855" y="4355522"/>
                  </a:lnTo>
                  <a:lnTo>
                    <a:pt x="1417981" y="4355522"/>
                  </a:lnTo>
                  <a:lnTo>
                    <a:pt x="1418107" y="4355522"/>
                  </a:lnTo>
                  <a:lnTo>
                    <a:pt x="1418233" y="4355522"/>
                  </a:lnTo>
                  <a:lnTo>
                    <a:pt x="1418359" y="4355522"/>
                  </a:lnTo>
                  <a:lnTo>
                    <a:pt x="1418485" y="4355522"/>
                  </a:lnTo>
                  <a:lnTo>
                    <a:pt x="1418611" y="4355522"/>
                  </a:lnTo>
                  <a:lnTo>
                    <a:pt x="1418737" y="4355522"/>
                  </a:lnTo>
                  <a:lnTo>
                    <a:pt x="1418863" y="4355522"/>
                  </a:lnTo>
                  <a:lnTo>
                    <a:pt x="1418990" y="4355522"/>
                  </a:lnTo>
                  <a:lnTo>
                    <a:pt x="1419116" y="4355522"/>
                  </a:lnTo>
                  <a:lnTo>
                    <a:pt x="1419242" y="4355522"/>
                  </a:lnTo>
                  <a:lnTo>
                    <a:pt x="1419368" y="4355522"/>
                  </a:lnTo>
                  <a:lnTo>
                    <a:pt x="1419494" y="4355522"/>
                  </a:lnTo>
                  <a:lnTo>
                    <a:pt x="1419620" y="4355522"/>
                  </a:lnTo>
                  <a:lnTo>
                    <a:pt x="1419746" y="4355522"/>
                  </a:lnTo>
                  <a:lnTo>
                    <a:pt x="1419872" y="4355522"/>
                  </a:lnTo>
                  <a:lnTo>
                    <a:pt x="1419998" y="4355522"/>
                  </a:lnTo>
                  <a:lnTo>
                    <a:pt x="1420124" y="4355522"/>
                  </a:lnTo>
                  <a:lnTo>
                    <a:pt x="1420250" y="4355522"/>
                  </a:lnTo>
                  <a:lnTo>
                    <a:pt x="1420377" y="4355522"/>
                  </a:lnTo>
                  <a:lnTo>
                    <a:pt x="1420503" y="4355522"/>
                  </a:lnTo>
                  <a:lnTo>
                    <a:pt x="1420629" y="4355522"/>
                  </a:lnTo>
                  <a:lnTo>
                    <a:pt x="1420629" y="4350243"/>
                  </a:lnTo>
                  <a:lnTo>
                    <a:pt x="1420755" y="4350243"/>
                  </a:lnTo>
                  <a:lnTo>
                    <a:pt x="1420881" y="4350243"/>
                  </a:lnTo>
                  <a:lnTo>
                    <a:pt x="1421007" y="4350243"/>
                  </a:lnTo>
                  <a:lnTo>
                    <a:pt x="1421133" y="4350243"/>
                  </a:lnTo>
                  <a:lnTo>
                    <a:pt x="1421259" y="4350243"/>
                  </a:lnTo>
                  <a:lnTo>
                    <a:pt x="1421385" y="4350243"/>
                  </a:lnTo>
                  <a:lnTo>
                    <a:pt x="1421511" y="4350243"/>
                  </a:lnTo>
                  <a:lnTo>
                    <a:pt x="1421637" y="4350243"/>
                  </a:lnTo>
                  <a:lnTo>
                    <a:pt x="1421763" y="4350243"/>
                  </a:lnTo>
                  <a:lnTo>
                    <a:pt x="1421890" y="4350243"/>
                  </a:lnTo>
                  <a:lnTo>
                    <a:pt x="1422016" y="4350243"/>
                  </a:lnTo>
                  <a:lnTo>
                    <a:pt x="1422142" y="4350243"/>
                  </a:lnTo>
                  <a:lnTo>
                    <a:pt x="1422268" y="4350243"/>
                  </a:lnTo>
                  <a:lnTo>
                    <a:pt x="1422394" y="4350243"/>
                  </a:lnTo>
                  <a:lnTo>
                    <a:pt x="1422520" y="4350243"/>
                  </a:lnTo>
                  <a:lnTo>
                    <a:pt x="1422646" y="4350243"/>
                  </a:lnTo>
                  <a:lnTo>
                    <a:pt x="1422772" y="4350243"/>
                  </a:lnTo>
                  <a:lnTo>
                    <a:pt x="1422772" y="4344963"/>
                  </a:lnTo>
                  <a:lnTo>
                    <a:pt x="1422772" y="4339684"/>
                  </a:lnTo>
                  <a:lnTo>
                    <a:pt x="1422898" y="4339684"/>
                  </a:lnTo>
                  <a:lnTo>
                    <a:pt x="1423024" y="4339684"/>
                  </a:lnTo>
                  <a:lnTo>
                    <a:pt x="1423150" y="4339684"/>
                  </a:lnTo>
                  <a:lnTo>
                    <a:pt x="1423277" y="4339684"/>
                  </a:lnTo>
                  <a:lnTo>
                    <a:pt x="1423403" y="4339684"/>
                  </a:lnTo>
                  <a:lnTo>
                    <a:pt x="1423529" y="4339684"/>
                  </a:lnTo>
                  <a:lnTo>
                    <a:pt x="1423655" y="4339684"/>
                  </a:lnTo>
                  <a:lnTo>
                    <a:pt x="1423781" y="4339684"/>
                  </a:lnTo>
                  <a:lnTo>
                    <a:pt x="1423907" y="4339684"/>
                  </a:lnTo>
                  <a:lnTo>
                    <a:pt x="1424033" y="4339684"/>
                  </a:lnTo>
                  <a:lnTo>
                    <a:pt x="1424159" y="4339684"/>
                  </a:lnTo>
                  <a:lnTo>
                    <a:pt x="1424285" y="4339684"/>
                  </a:lnTo>
                  <a:lnTo>
                    <a:pt x="1424411" y="4339684"/>
                  </a:lnTo>
                  <a:lnTo>
                    <a:pt x="1424537" y="4339684"/>
                  </a:lnTo>
                  <a:lnTo>
                    <a:pt x="1424663" y="4339684"/>
                  </a:lnTo>
                  <a:lnTo>
                    <a:pt x="1424790" y="4339684"/>
                  </a:lnTo>
                  <a:lnTo>
                    <a:pt x="1424916" y="4339684"/>
                  </a:lnTo>
                  <a:lnTo>
                    <a:pt x="1425042" y="4339684"/>
                  </a:lnTo>
                  <a:lnTo>
                    <a:pt x="1425168" y="4339684"/>
                  </a:lnTo>
                  <a:lnTo>
                    <a:pt x="1425294" y="4339684"/>
                  </a:lnTo>
                  <a:lnTo>
                    <a:pt x="1425420" y="4339684"/>
                  </a:lnTo>
                  <a:lnTo>
                    <a:pt x="1425546" y="4339684"/>
                  </a:lnTo>
                  <a:lnTo>
                    <a:pt x="1425672" y="4339684"/>
                  </a:lnTo>
                  <a:lnTo>
                    <a:pt x="1425798" y="4339684"/>
                  </a:lnTo>
                  <a:lnTo>
                    <a:pt x="1425924" y="4339684"/>
                  </a:lnTo>
                  <a:lnTo>
                    <a:pt x="1426050" y="4339684"/>
                  </a:lnTo>
                  <a:lnTo>
                    <a:pt x="1426177" y="4339684"/>
                  </a:lnTo>
                  <a:lnTo>
                    <a:pt x="1426303" y="4339684"/>
                  </a:lnTo>
                  <a:lnTo>
                    <a:pt x="1426429" y="4339684"/>
                  </a:lnTo>
                  <a:lnTo>
                    <a:pt x="1426555" y="4339684"/>
                  </a:lnTo>
                  <a:lnTo>
                    <a:pt x="1426681" y="4339684"/>
                  </a:lnTo>
                  <a:lnTo>
                    <a:pt x="1426807" y="4339684"/>
                  </a:lnTo>
                  <a:lnTo>
                    <a:pt x="1426933" y="4339684"/>
                  </a:lnTo>
                  <a:lnTo>
                    <a:pt x="1427059" y="4339684"/>
                  </a:lnTo>
                  <a:lnTo>
                    <a:pt x="1427185" y="4339684"/>
                  </a:lnTo>
                  <a:lnTo>
                    <a:pt x="1427311" y="4339684"/>
                  </a:lnTo>
                  <a:lnTo>
                    <a:pt x="1427437" y="4339684"/>
                  </a:lnTo>
                  <a:lnTo>
                    <a:pt x="1427564" y="4339684"/>
                  </a:lnTo>
                  <a:lnTo>
                    <a:pt x="1427690" y="4339684"/>
                  </a:lnTo>
                  <a:lnTo>
                    <a:pt x="1427816" y="4339684"/>
                  </a:lnTo>
                  <a:lnTo>
                    <a:pt x="1427942" y="4339684"/>
                  </a:lnTo>
                  <a:lnTo>
                    <a:pt x="1428068" y="4339684"/>
                  </a:lnTo>
                  <a:lnTo>
                    <a:pt x="1428194" y="4339684"/>
                  </a:lnTo>
                  <a:lnTo>
                    <a:pt x="1428320" y="4339684"/>
                  </a:lnTo>
                  <a:lnTo>
                    <a:pt x="1428446" y="4339684"/>
                  </a:lnTo>
                  <a:lnTo>
                    <a:pt x="1428572" y="4339684"/>
                  </a:lnTo>
                  <a:lnTo>
                    <a:pt x="1428698" y="4339684"/>
                  </a:lnTo>
                  <a:lnTo>
                    <a:pt x="1428824" y="4339684"/>
                  </a:lnTo>
                  <a:lnTo>
                    <a:pt x="1428950" y="4339684"/>
                  </a:lnTo>
                  <a:lnTo>
                    <a:pt x="1429077" y="4339684"/>
                  </a:lnTo>
                  <a:lnTo>
                    <a:pt x="1429203" y="4339684"/>
                  </a:lnTo>
                  <a:lnTo>
                    <a:pt x="1429329" y="4339684"/>
                  </a:lnTo>
                  <a:lnTo>
                    <a:pt x="1429455" y="4339684"/>
                  </a:lnTo>
                  <a:lnTo>
                    <a:pt x="1429581" y="4339684"/>
                  </a:lnTo>
                  <a:lnTo>
                    <a:pt x="1429707" y="4339684"/>
                  </a:lnTo>
                  <a:lnTo>
                    <a:pt x="1429833" y="4339684"/>
                  </a:lnTo>
                  <a:lnTo>
                    <a:pt x="1429959" y="4339684"/>
                  </a:lnTo>
                  <a:lnTo>
                    <a:pt x="1430085" y="4339684"/>
                  </a:lnTo>
                  <a:lnTo>
                    <a:pt x="1430211" y="4339684"/>
                  </a:lnTo>
                  <a:lnTo>
                    <a:pt x="1430337" y="4339684"/>
                  </a:lnTo>
                  <a:lnTo>
                    <a:pt x="1430464" y="4339684"/>
                  </a:lnTo>
                  <a:lnTo>
                    <a:pt x="1430590" y="4339684"/>
                  </a:lnTo>
                  <a:lnTo>
                    <a:pt x="1430716" y="4339684"/>
                  </a:lnTo>
                  <a:lnTo>
                    <a:pt x="1430842" y="4339684"/>
                  </a:lnTo>
                  <a:lnTo>
                    <a:pt x="1430968" y="4339684"/>
                  </a:lnTo>
                  <a:lnTo>
                    <a:pt x="1431094" y="4339684"/>
                  </a:lnTo>
                  <a:lnTo>
                    <a:pt x="1431220" y="4339684"/>
                  </a:lnTo>
                  <a:lnTo>
                    <a:pt x="1431346" y="4339684"/>
                  </a:lnTo>
                  <a:lnTo>
                    <a:pt x="1431472" y="4339684"/>
                  </a:lnTo>
                  <a:lnTo>
                    <a:pt x="1431598" y="4339684"/>
                  </a:lnTo>
                  <a:lnTo>
                    <a:pt x="1431724" y="4339684"/>
                  </a:lnTo>
                  <a:lnTo>
                    <a:pt x="1431850" y="4339684"/>
                  </a:lnTo>
                  <a:lnTo>
                    <a:pt x="1431977" y="4339684"/>
                  </a:lnTo>
                  <a:lnTo>
                    <a:pt x="1432103" y="4339684"/>
                  </a:lnTo>
                  <a:lnTo>
                    <a:pt x="1432229" y="4339684"/>
                  </a:lnTo>
                  <a:lnTo>
                    <a:pt x="1432355" y="4339684"/>
                  </a:lnTo>
                  <a:lnTo>
                    <a:pt x="1432481" y="4339684"/>
                  </a:lnTo>
                  <a:lnTo>
                    <a:pt x="1432607" y="4339684"/>
                  </a:lnTo>
                  <a:lnTo>
                    <a:pt x="1432733" y="4339684"/>
                  </a:lnTo>
                  <a:lnTo>
                    <a:pt x="1432859" y="4339684"/>
                  </a:lnTo>
                  <a:lnTo>
                    <a:pt x="1432985" y="4339684"/>
                  </a:lnTo>
                  <a:lnTo>
                    <a:pt x="1433111" y="4339684"/>
                  </a:lnTo>
                  <a:lnTo>
                    <a:pt x="1433237" y="4339684"/>
                  </a:lnTo>
                  <a:lnTo>
                    <a:pt x="1433364" y="4339684"/>
                  </a:lnTo>
                  <a:lnTo>
                    <a:pt x="1433490" y="4339684"/>
                  </a:lnTo>
                  <a:lnTo>
                    <a:pt x="1433616" y="4339684"/>
                  </a:lnTo>
                  <a:lnTo>
                    <a:pt x="1433742" y="4339684"/>
                  </a:lnTo>
                  <a:lnTo>
                    <a:pt x="1433868" y="4339684"/>
                  </a:lnTo>
                  <a:lnTo>
                    <a:pt x="1433994" y="4339684"/>
                  </a:lnTo>
                  <a:lnTo>
                    <a:pt x="1434120" y="4339684"/>
                  </a:lnTo>
                  <a:lnTo>
                    <a:pt x="1434246" y="4339684"/>
                  </a:lnTo>
                  <a:lnTo>
                    <a:pt x="1434372" y="4339684"/>
                  </a:lnTo>
                  <a:lnTo>
                    <a:pt x="1434498" y="4339684"/>
                  </a:lnTo>
                  <a:lnTo>
                    <a:pt x="1434624" y="4339684"/>
                  </a:lnTo>
                  <a:lnTo>
                    <a:pt x="1434750" y="4339684"/>
                  </a:lnTo>
                  <a:lnTo>
                    <a:pt x="1434877" y="4339684"/>
                  </a:lnTo>
                  <a:lnTo>
                    <a:pt x="1435003" y="4339684"/>
                  </a:lnTo>
                  <a:lnTo>
                    <a:pt x="1435129" y="4339684"/>
                  </a:lnTo>
                  <a:lnTo>
                    <a:pt x="1435255" y="4339684"/>
                  </a:lnTo>
                  <a:lnTo>
                    <a:pt x="1435381" y="4339684"/>
                  </a:lnTo>
                  <a:lnTo>
                    <a:pt x="1435507" y="4339684"/>
                  </a:lnTo>
                  <a:lnTo>
                    <a:pt x="1435633" y="4339684"/>
                  </a:lnTo>
                  <a:lnTo>
                    <a:pt x="1435759" y="4339684"/>
                  </a:lnTo>
                  <a:lnTo>
                    <a:pt x="1435885" y="4339684"/>
                  </a:lnTo>
                  <a:lnTo>
                    <a:pt x="1436011" y="4339684"/>
                  </a:lnTo>
                  <a:lnTo>
                    <a:pt x="1436137" y="4339684"/>
                  </a:lnTo>
                  <a:lnTo>
                    <a:pt x="1436264" y="4339684"/>
                  </a:lnTo>
                  <a:lnTo>
                    <a:pt x="1436390" y="4339684"/>
                  </a:lnTo>
                  <a:lnTo>
                    <a:pt x="1436516" y="4339684"/>
                  </a:lnTo>
                  <a:lnTo>
                    <a:pt x="1436642" y="4339684"/>
                  </a:lnTo>
                  <a:lnTo>
                    <a:pt x="1436768" y="4339684"/>
                  </a:lnTo>
                  <a:lnTo>
                    <a:pt x="1436894" y="4339684"/>
                  </a:lnTo>
                  <a:lnTo>
                    <a:pt x="1437020" y="4339684"/>
                  </a:lnTo>
                  <a:lnTo>
                    <a:pt x="1437146" y="4339684"/>
                  </a:lnTo>
                  <a:lnTo>
                    <a:pt x="1437272" y="4339684"/>
                  </a:lnTo>
                  <a:lnTo>
                    <a:pt x="1437398" y="4339684"/>
                  </a:lnTo>
                  <a:lnTo>
                    <a:pt x="1437524" y="4339684"/>
                  </a:lnTo>
                  <a:lnTo>
                    <a:pt x="1437651" y="4339684"/>
                  </a:lnTo>
                  <a:lnTo>
                    <a:pt x="1437777" y="4339684"/>
                  </a:lnTo>
                  <a:lnTo>
                    <a:pt x="1437903" y="4339684"/>
                  </a:lnTo>
                  <a:lnTo>
                    <a:pt x="1438029" y="4339684"/>
                  </a:lnTo>
                  <a:lnTo>
                    <a:pt x="1438155" y="4339684"/>
                  </a:lnTo>
                  <a:lnTo>
                    <a:pt x="1438281" y="4339684"/>
                  </a:lnTo>
                  <a:lnTo>
                    <a:pt x="1438407" y="4339684"/>
                  </a:lnTo>
                  <a:lnTo>
                    <a:pt x="1438533" y="4339684"/>
                  </a:lnTo>
                  <a:lnTo>
                    <a:pt x="1438659" y="4339684"/>
                  </a:lnTo>
                  <a:lnTo>
                    <a:pt x="1438785" y="4339684"/>
                  </a:lnTo>
                  <a:lnTo>
                    <a:pt x="1438911" y="4339684"/>
                  </a:lnTo>
                  <a:lnTo>
                    <a:pt x="1439037" y="4339684"/>
                  </a:lnTo>
                  <a:lnTo>
                    <a:pt x="1439164" y="4339684"/>
                  </a:lnTo>
                  <a:lnTo>
                    <a:pt x="1439164" y="4334404"/>
                  </a:lnTo>
                  <a:lnTo>
                    <a:pt x="1439290" y="4334404"/>
                  </a:lnTo>
                  <a:lnTo>
                    <a:pt x="1439416" y="4334404"/>
                  </a:lnTo>
                  <a:lnTo>
                    <a:pt x="1439542" y="4334404"/>
                  </a:lnTo>
                  <a:lnTo>
                    <a:pt x="1439668" y="4334404"/>
                  </a:lnTo>
                  <a:lnTo>
                    <a:pt x="1439794" y="4334404"/>
                  </a:lnTo>
                  <a:lnTo>
                    <a:pt x="1439920" y="4334404"/>
                  </a:lnTo>
                  <a:lnTo>
                    <a:pt x="1440046" y="4334404"/>
                  </a:lnTo>
                  <a:lnTo>
                    <a:pt x="1440172" y="4334404"/>
                  </a:lnTo>
                  <a:lnTo>
                    <a:pt x="1440298" y="4334404"/>
                  </a:lnTo>
                  <a:lnTo>
                    <a:pt x="1440424" y="4334404"/>
                  </a:lnTo>
                  <a:lnTo>
                    <a:pt x="1440551" y="4334404"/>
                  </a:lnTo>
                  <a:lnTo>
                    <a:pt x="1440677" y="4334404"/>
                  </a:lnTo>
                  <a:lnTo>
                    <a:pt x="1440803" y="4334404"/>
                  </a:lnTo>
                  <a:lnTo>
                    <a:pt x="1440929" y="4334404"/>
                  </a:lnTo>
                  <a:lnTo>
                    <a:pt x="1441055" y="4334404"/>
                  </a:lnTo>
                  <a:lnTo>
                    <a:pt x="1441181" y="4334404"/>
                  </a:lnTo>
                  <a:lnTo>
                    <a:pt x="1441307" y="4334404"/>
                  </a:lnTo>
                  <a:lnTo>
                    <a:pt x="1441433" y="4334404"/>
                  </a:lnTo>
                  <a:lnTo>
                    <a:pt x="1441559" y="4334404"/>
                  </a:lnTo>
                  <a:lnTo>
                    <a:pt x="1441685" y="4334404"/>
                  </a:lnTo>
                  <a:lnTo>
                    <a:pt x="1441811" y="4334404"/>
                  </a:lnTo>
                  <a:lnTo>
                    <a:pt x="1441937" y="4334404"/>
                  </a:lnTo>
                  <a:lnTo>
                    <a:pt x="1442064" y="4334404"/>
                  </a:lnTo>
                  <a:lnTo>
                    <a:pt x="1442190" y="4334404"/>
                  </a:lnTo>
                  <a:lnTo>
                    <a:pt x="1442316" y="4334404"/>
                  </a:lnTo>
                  <a:lnTo>
                    <a:pt x="1442442" y="4334404"/>
                  </a:lnTo>
                  <a:lnTo>
                    <a:pt x="1442568" y="4334404"/>
                  </a:lnTo>
                  <a:lnTo>
                    <a:pt x="1442694" y="4334404"/>
                  </a:lnTo>
                  <a:lnTo>
                    <a:pt x="1442820" y="4334404"/>
                  </a:lnTo>
                  <a:lnTo>
                    <a:pt x="1442946" y="4334404"/>
                  </a:lnTo>
                  <a:lnTo>
                    <a:pt x="1443072" y="4334404"/>
                  </a:lnTo>
                  <a:lnTo>
                    <a:pt x="1443198" y="4334404"/>
                  </a:lnTo>
                  <a:lnTo>
                    <a:pt x="1443198" y="4329125"/>
                  </a:lnTo>
                  <a:lnTo>
                    <a:pt x="1443324" y="4329125"/>
                  </a:lnTo>
                  <a:lnTo>
                    <a:pt x="1443451" y="4329125"/>
                  </a:lnTo>
                  <a:lnTo>
                    <a:pt x="1443577" y="4329125"/>
                  </a:lnTo>
                  <a:lnTo>
                    <a:pt x="1443703" y="4329125"/>
                  </a:lnTo>
                  <a:lnTo>
                    <a:pt x="1443829" y="4329125"/>
                  </a:lnTo>
                  <a:lnTo>
                    <a:pt x="1443955" y="4329125"/>
                  </a:lnTo>
                  <a:lnTo>
                    <a:pt x="1444081" y="4329125"/>
                  </a:lnTo>
                  <a:lnTo>
                    <a:pt x="1444207" y="4329125"/>
                  </a:lnTo>
                  <a:lnTo>
                    <a:pt x="1444333" y="4329125"/>
                  </a:lnTo>
                  <a:lnTo>
                    <a:pt x="1444459" y="4329125"/>
                  </a:lnTo>
                  <a:lnTo>
                    <a:pt x="1444585" y="4329125"/>
                  </a:lnTo>
                  <a:lnTo>
                    <a:pt x="1444711" y="4329125"/>
                  </a:lnTo>
                  <a:lnTo>
                    <a:pt x="1444838" y="4329125"/>
                  </a:lnTo>
                  <a:lnTo>
                    <a:pt x="1444964" y="4329125"/>
                  </a:lnTo>
                  <a:lnTo>
                    <a:pt x="1445090" y="4329125"/>
                  </a:lnTo>
                  <a:lnTo>
                    <a:pt x="1445216" y="4329125"/>
                  </a:lnTo>
                  <a:lnTo>
                    <a:pt x="1445342" y="4329125"/>
                  </a:lnTo>
                  <a:lnTo>
                    <a:pt x="1445468" y="4329125"/>
                  </a:lnTo>
                  <a:lnTo>
                    <a:pt x="1445594" y="4329125"/>
                  </a:lnTo>
                  <a:lnTo>
                    <a:pt x="1445720" y="4329125"/>
                  </a:lnTo>
                  <a:lnTo>
                    <a:pt x="1445846" y="4329125"/>
                  </a:lnTo>
                  <a:lnTo>
                    <a:pt x="1445972" y="4329125"/>
                  </a:lnTo>
                  <a:lnTo>
                    <a:pt x="1446098" y="4329125"/>
                  </a:lnTo>
                  <a:lnTo>
                    <a:pt x="1446224" y="4329125"/>
                  </a:lnTo>
                  <a:lnTo>
                    <a:pt x="1446351" y="4329125"/>
                  </a:lnTo>
                  <a:lnTo>
                    <a:pt x="1446477" y="4329125"/>
                  </a:lnTo>
                  <a:lnTo>
                    <a:pt x="1446603" y="4329125"/>
                  </a:lnTo>
                  <a:lnTo>
                    <a:pt x="1446729" y="4329125"/>
                  </a:lnTo>
                  <a:lnTo>
                    <a:pt x="1446855" y="4329125"/>
                  </a:lnTo>
                  <a:lnTo>
                    <a:pt x="1446855" y="4323846"/>
                  </a:lnTo>
                  <a:lnTo>
                    <a:pt x="1446981" y="4323846"/>
                  </a:lnTo>
                  <a:lnTo>
                    <a:pt x="1447107" y="4323846"/>
                  </a:lnTo>
                  <a:lnTo>
                    <a:pt x="1447233" y="4323846"/>
                  </a:lnTo>
                  <a:lnTo>
                    <a:pt x="1447359" y="4323846"/>
                  </a:lnTo>
                  <a:lnTo>
                    <a:pt x="1447485" y="4323846"/>
                  </a:lnTo>
                  <a:lnTo>
                    <a:pt x="1447611" y="4323846"/>
                  </a:lnTo>
                  <a:lnTo>
                    <a:pt x="1447738" y="4323846"/>
                  </a:lnTo>
                  <a:lnTo>
                    <a:pt x="1447864" y="4323846"/>
                  </a:lnTo>
                  <a:lnTo>
                    <a:pt x="1447990" y="4323846"/>
                  </a:lnTo>
                  <a:lnTo>
                    <a:pt x="1448116" y="4323846"/>
                  </a:lnTo>
                  <a:lnTo>
                    <a:pt x="1448242" y="4323846"/>
                  </a:lnTo>
                  <a:lnTo>
                    <a:pt x="1448368" y="4323846"/>
                  </a:lnTo>
                  <a:lnTo>
                    <a:pt x="1448494" y="4323846"/>
                  </a:lnTo>
                  <a:lnTo>
                    <a:pt x="1448620" y="4323846"/>
                  </a:lnTo>
                  <a:lnTo>
                    <a:pt x="1448746" y="4323846"/>
                  </a:lnTo>
                  <a:lnTo>
                    <a:pt x="1448872" y="4323846"/>
                  </a:lnTo>
                  <a:lnTo>
                    <a:pt x="1448998" y="4323846"/>
                  </a:lnTo>
                  <a:lnTo>
                    <a:pt x="1449124" y="4323846"/>
                  </a:lnTo>
                  <a:lnTo>
                    <a:pt x="1449251" y="4323846"/>
                  </a:lnTo>
                  <a:lnTo>
                    <a:pt x="1449377" y="4323846"/>
                  </a:lnTo>
                  <a:lnTo>
                    <a:pt x="1449503" y="4323846"/>
                  </a:lnTo>
                  <a:lnTo>
                    <a:pt x="1449629" y="4323846"/>
                  </a:lnTo>
                  <a:lnTo>
                    <a:pt x="1449755" y="4323846"/>
                  </a:lnTo>
                  <a:lnTo>
                    <a:pt x="1449881" y="4323846"/>
                  </a:lnTo>
                  <a:lnTo>
                    <a:pt x="1450007" y="4323846"/>
                  </a:lnTo>
                  <a:lnTo>
                    <a:pt x="1450133" y="4323846"/>
                  </a:lnTo>
                  <a:lnTo>
                    <a:pt x="1450259" y="4323846"/>
                  </a:lnTo>
                  <a:lnTo>
                    <a:pt x="1450385" y="4323846"/>
                  </a:lnTo>
                  <a:lnTo>
                    <a:pt x="1450511" y="4323846"/>
                  </a:lnTo>
                  <a:lnTo>
                    <a:pt x="1450638" y="4323846"/>
                  </a:lnTo>
                  <a:lnTo>
                    <a:pt x="1450638" y="4318566"/>
                  </a:lnTo>
                  <a:lnTo>
                    <a:pt x="1450764" y="4318566"/>
                  </a:lnTo>
                  <a:lnTo>
                    <a:pt x="1450890" y="4318566"/>
                  </a:lnTo>
                  <a:lnTo>
                    <a:pt x="1451016" y="4318566"/>
                  </a:lnTo>
                  <a:lnTo>
                    <a:pt x="1451142" y="4318566"/>
                  </a:lnTo>
                  <a:lnTo>
                    <a:pt x="1451268" y="4318566"/>
                  </a:lnTo>
                  <a:lnTo>
                    <a:pt x="1451394" y="4318566"/>
                  </a:lnTo>
                  <a:lnTo>
                    <a:pt x="1451520" y="4318566"/>
                  </a:lnTo>
                  <a:lnTo>
                    <a:pt x="1451646" y="4318566"/>
                  </a:lnTo>
                  <a:lnTo>
                    <a:pt x="1451772" y="4318566"/>
                  </a:lnTo>
                  <a:lnTo>
                    <a:pt x="1451898" y="4318566"/>
                  </a:lnTo>
                  <a:lnTo>
                    <a:pt x="1452025" y="4318566"/>
                  </a:lnTo>
                  <a:lnTo>
                    <a:pt x="1452151" y="4318566"/>
                  </a:lnTo>
                  <a:lnTo>
                    <a:pt x="1452277" y="4318566"/>
                  </a:lnTo>
                  <a:lnTo>
                    <a:pt x="1452403" y="4318566"/>
                  </a:lnTo>
                  <a:lnTo>
                    <a:pt x="1452529" y="4318566"/>
                  </a:lnTo>
                  <a:lnTo>
                    <a:pt x="1452655" y="4318566"/>
                  </a:lnTo>
                  <a:lnTo>
                    <a:pt x="1452781" y="4318566"/>
                  </a:lnTo>
                  <a:lnTo>
                    <a:pt x="1452907" y="4318566"/>
                  </a:lnTo>
                  <a:lnTo>
                    <a:pt x="1453033" y="4318566"/>
                  </a:lnTo>
                  <a:lnTo>
                    <a:pt x="1453159" y="4318566"/>
                  </a:lnTo>
                  <a:lnTo>
                    <a:pt x="1453285" y="4318566"/>
                  </a:lnTo>
                  <a:lnTo>
                    <a:pt x="1453411" y="4318566"/>
                  </a:lnTo>
                  <a:lnTo>
                    <a:pt x="1453538" y="4318566"/>
                  </a:lnTo>
                  <a:lnTo>
                    <a:pt x="1453664" y="4318566"/>
                  </a:lnTo>
                  <a:lnTo>
                    <a:pt x="1453790" y="4318566"/>
                  </a:lnTo>
                  <a:lnTo>
                    <a:pt x="1453916" y="4318566"/>
                  </a:lnTo>
                  <a:lnTo>
                    <a:pt x="1454042" y="4318566"/>
                  </a:lnTo>
                  <a:lnTo>
                    <a:pt x="1454168" y="4318566"/>
                  </a:lnTo>
                  <a:lnTo>
                    <a:pt x="1454294" y="4318566"/>
                  </a:lnTo>
                  <a:lnTo>
                    <a:pt x="1454420" y="4318566"/>
                  </a:lnTo>
                  <a:lnTo>
                    <a:pt x="1454420" y="4313287"/>
                  </a:lnTo>
                  <a:lnTo>
                    <a:pt x="1454546" y="4313287"/>
                  </a:lnTo>
                  <a:lnTo>
                    <a:pt x="1454672" y="4313287"/>
                  </a:lnTo>
                  <a:lnTo>
                    <a:pt x="1454798" y="4313287"/>
                  </a:lnTo>
                  <a:lnTo>
                    <a:pt x="1454925" y="4313287"/>
                  </a:lnTo>
                  <a:lnTo>
                    <a:pt x="1455051" y="4313287"/>
                  </a:lnTo>
                  <a:lnTo>
                    <a:pt x="1455177" y="4313287"/>
                  </a:lnTo>
                  <a:lnTo>
                    <a:pt x="1455303" y="4313287"/>
                  </a:lnTo>
                  <a:lnTo>
                    <a:pt x="1455429" y="4313287"/>
                  </a:lnTo>
                  <a:lnTo>
                    <a:pt x="1455555" y="4313287"/>
                  </a:lnTo>
                  <a:lnTo>
                    <a:pt x="1455681" y="4313287"/>
                  </a:lnTo>
                  <a:lnTo>
                    <a:pt x="1455807" y="4313287"/>
                  </a:lnTo>
                  <a:lnTo>
                    <a:pt x="1455933" y="4313287"/>
                  </a:lnTo>
                  <a:lnTo>
                    <a:pt x="1456059" y="4313287"/>
                  </a:lnTo>
                  <a:lnTo>
                    <a:pt x="1456185" y="4313287"/>
                  </a:lnTo>
                  <a:lnTo>
                    <a:pt x="1456311" y="4313287"/>
                  </a:lnTo>
                  <a:lnTo>
                    <a:pt x="1456438" y="4313287"/>
                  </a:lnTo>
                  <a:lnTo>
                    <a:pt x="1456564" y="4313287"/>
                  </a:lnTo>
                  <a:lnTo>
                    <a:pt x="1456690" y="4313287"/>
                  </a:lnTo>
                  <a:lnTo>
                    <a:pt x="1456816" y="4313287"/>
                  </a:lnTo>
                  <a:lnTo>
                    <a:pt x="1456942" y="4313287"/>
                  </a:lnTo>
                  <a:lnTo>
                    <a:pt x="1457068" y="4313287"/>
                  </a:lnTo>
                  <a:lnTo>
                    <a:pt x="1457194" y="4313287"/>
                  </a:lnTo>
                  <a:lnTo>
                    <a:pt x="1457320" y="4313287"/>
                  </a:lnTo>
                  <a:lnTo>
                    <a:pt x="1457446" y="4313287"/>
                  </a:lnTo>
                  <a:lnTo>
                    <a:pt x="1457572" y="4313287"/>
                  </a:lnTo>
                  <a:lnTo>
                    <a:pt x="1457698" y="4313287"/>
                  </a:lnTo>
                  <a:lnTo>
                    <a:pt x="1457825" y="4313287"/>
                  </a:lnTo>
                  <a:lnTo>
                    <a:pt x="1457951" y="4313287"/>
                  </a:lnTo>
                  <a:lnTo>
                    <a:pt x="1458077" y="4313287"/>
                  </a:lnTo>
                  <a:lnTo>
                    <a:pt x="1458203" y="4313287"/>
                  </a:lnTo>
                  <a:lnTo>
                    <a:pt x="1458329" y="4313287"/>
                  </a:lnTo>
                  <a:lnTo>
                    <a:pt x="1458455" y="4313287"/>
                  </a:lnTo>
                  <a:lnTo>
                    <a:pt x="1458581" y="4313287"/>
                  </a:lnTo>
                  <a:lnTo>
                    <a:pt x="1458707" y="4313287"/>
                  </a:lnTo>
                  <a:lnTo>
                    <a:pt x="1458833" y="4313287"/>
                  </a:lnTo>
                  <a:lnTo>
                    <a:pt x="1458959" y="4313287"/>
                  </a:lnTo>
                  <a:lnTo>
                    <a:pt x="1459085" y="4313287"/>
                  </a:lnTo>
                  <a:lnTo>
                    <a:pt x="1459211" y="4313287"/>
                  </a:lnTo>
                  <a:lnTo>
                    <a:pt x="1459338" y="4313287"/>
                  </a:lnTo>
                  <a:lnTo>
                    <a:pt x="1459464" y="4313287"/>
                  </a:lnTo>
                  <a:lnTo>
                    <a:pt x="1459590" y="4313287"/>
                  </a:lnTo>
                  <a:lnTo>
                    <a:pt x="1459716" y="4313287"/>
                  </a:lnTo>
                  <a:lnTo>
                    <a:pt x="1459842" y="4313287"/>
                  </a:lnTo>
                  <a:lnTo>
                    <a:pt x="1459968" y="4313287"/>
                  </a:lnTo>
                  <a:lnTo>
                    <a:pt x="1460094" y="4313287"/>
                  </a:lnTo>
                  <a:lnTo>
                    <a:pt x="1460220" y="4313287"/>
                  </a:lnTo>
                  <a:lnTo>
                    <a:pt x="1460346" y="4313287"/>
                  </a:lnTo>
                  <a:lnTo>
                    <a:pt x="1460472" y="4313287"/>
                  </a:lnTo>
                  <a:lnTo>
                    <a:pt x="1460598" y="4313287"/>
                  </a:lnTo>
                  <a:lnTo>
                    <a:pt x="1460725" y="4313287"/>
                  </a:lnTo>
                  <a:lnTo>
                    <a:pt x="1460851" y="4313287"/>
                  </a:lnTo>
                  <a:lnTo>
                    <a:pt x="1460977" y="4313287"/>
                  </a:lnTo>
                  <a:lnTo>
                    <a:pt x="1461103" y="4313287"/>
                  </a:lnTo>
                  <a:lnTo>
                    <a:pt x="1461229" y="4313287"/>
                  </a:lnTo>
                  <a:lnTo>
                    <a:pt x="1461355" y="4313287"/>
                  </a:lnTo>
                  <a:lnTo>
                    <a:pt x="1461481" y="4313287"/>
                  </a:lnTo>
                  <a:lnTo>
                    <a:pt x="1461607" y="4313287"/>
                  </a:lnTo>
                  <a:lnTo>
                    <a:pt x="1461733" y="4313287"/>
                  </a:lnTo>
                  <a:lnTo>
                    <a:pt x="1461859" y="4313287"/>
                  </a:lnTo>
                  <a:lnTo>
                    <a:pt x="1461985" y="4313287"/>
                  </a:lnTo>
                  <a:lnTo>
                    <a:pt x="1462112" y="4313287"/>
                  </a:lnTo>
                  <a:lnTo>
                    <a:pt x="1462238" y="4313287"/>
                  </a:lnTo>
                  <a:lnTo>
                    <a:pt x="1462364" y="4313287"/>
                  </a:lnTo>
                  <a:lnTo>
                    <a:pt x="1462490" y="4313287"/>
                  </a:lnTo>
                  <a:lnTo>
                    <a:pt x="1462616" y="4313287"/>
                  </a:lnTo>
                  <a:lnTo>
                    <a:pt x="1462742" y="4313287"/>
                  </a:lnTo>
                  <a:lnTo>
                    <a:pt x="1462868" y="4313287"/>
                  </a:lnTo>
                  <a:lnTo>
                    <a:pt x="1462994" y="4313287"/>
                  </a:lnTo>
                  <a:lnTo>
                    <a:pt x="1462994" y="4308007"/>
                  </a:lnTo>
                  <a:lnTo>
                    <a:pt x="1463120" y="4308007"/>
                  </a:lnTo>
                  <a:lnTo>
                    <a:pt x="1463246" y="4308007"/>
                  </a:lnTo>
                  <a:lnTo>
                    <a:pt x="1463372" y="4308007"/>
                  </a:lnTo>
                  <a:lnTo>
                    <a:pt x="1463498" y="4308007"/>
                  </a:lnTo>
                  <a:lnTo>
                    <a:pt x="1463625" y="4308007"/>
                  </a:lnTo>
                  <a:lnTo>
                    <a:pt x="1463751" y="4308007"/>
                  </a:lnTo>
                  <a:lnTo>
                    <a:pt x="1463877" y="4308007"/>
                  </a:lnTo>
                  <a:lnTo>
                    <a:pt x="1464003" y="4308007"/>
                  </a:lnTo>
                  <a:lnTo>
                    <a:pt x="1464129" y="4308007"/>
                  </a:lnTo>
                  <a:lnTo>
                    <a:pt x="1464255" y="4308007"/>
                  </a:lnTo>
                  <a:lnTo>
                    <a:pt x="1464381" y="4308007"/>
                  </a:lnTo>
                  <a:lnTo>
                    <a:pt x="1464507" y="4308007"/>
                  </a:lnTo>
                  <a:lnTo>
                    <a:pt x="1464633" y="4308007"/>
                  </a:lnTo>
                  <a:lnTo>
                    <a:pt x="1464759" y="4308007"/>
                  </a:lnTo>
                  <a:lnTo>
                    <a:pt x="1464885" y="4308007"/>
                  </a:lnTo>
                  <a:lnTo>
                    <a:pt x="1465012" y="4308007"/>
                  </a:lnTo>
                  <a:lnTo>
                    <a:pt x="1465138" y="4308007"/>
                  </a:lnTo>
                  <a:lnTo>
                    <a:pt x="1465264" y="4308007"/>
                  </a:lnTo>
                  <a:lnTo>
                    <a:pt x="1465390" y="4308007"/>
                  </a:lnTo>
                  <a:lnTo>
                    <a:pt x="1465516" y="4308007"/>
                  </a:lnTo>
                  <a:lnTo>
                    <a:pt x="1465642" y="4308007"/>
                  </a:lnTo>
                  <a:lnTo>
                    <a:pt x="1465768" y="4308007"/>
                  </a:lnTo>
                  <a:lnTo>
                    <a:pt x="1465894" y="4308007"/>
                  </a:lnTo>
                  <a:lnTo>
                    <a:pt x="1466020" y="4308007"/>
                  </a:lnTo>
                  <a:lnTo>
                    <a:pt x="1466146" y="4308007"/>
                  </a:lnTo>
                  <a:lnTo>
                    <a:pt x="1466272" y="4308007"/>
                  </a:lnTo>
                  <a:lnTo>
                    <a:pt x="1466398" y="4308007"/>
                  </a:lnTo>
                  <a:lnTo>
                    <a:pt x="1466525" y="4308007"/>
                  </a:lnTo>
                  <a:lnTo>
                    <a:pt x="1466651" y="4308007"/>
                  </a:lnTo>
                  <a:lnTo>
                    <a:pt x="1466777" y="4308007"/>
                  </a:lnTo>
                  <a:lnTo>
                    <a:pt x="1466903" y="4308007"/>
                  </a:lnTo>
                  <a:lnTo>
                    <a:pt x="1467029" y="4308007"/>
                  </a:lnTo>
                  <a:lnTo>
                    <a:pt x="1467155" y="4308007"/>
                  </a:lnTo>
                  <a:lnTo>
                    <a:pt x="1467281" y="4308007"/>
                  </a:lnTo>
                  <a:lnTo>
                    <a:pt x="1467281" y="4302728"/>
                  </a:lnTo>
                  <a:lnTo>
                    <a:pt x="1467407" y="4302728"/>
                  </a:lnTo>
                  <a:lnTo>
                    <a:pt x="1467533" y="4302728"/>
                  </a:lnTo>
                  <a:lnTo>
                    <a:pt x="1467659" y="4302728"/>
                  </a:lnTo>
                  <a:lnTo>
                    <a:pt x="1467785" y="4302728"/>
                  </a:lnTo>
                  <a:lnTo>
                    <a:pt x="1467912" y="4302728"/>
                  </a:lnTo>
                  <a:lnTo>
                    <a:pt x="1468038" y="4302728"/>
                  </a:lnTo>
                  <a:lnTo>
                    <a:pt x="1468164" y="4302728"/>
                  </a:lnTo>
                  <a:lnTo>
                    <a:pt x="1468290" y="4302728"/>
                  </a:lnTo>
                  <a:lnTo>
                    <a:pt x="1468416" y="4302728"/>
                  </a:lnTo>
                  <a:lnTo>
                    <a:pt x="1468542" y="4302728"/>
                  </a:lnTo>
                  <a:lnTo>
                    <a:pt x="1468668" y="4302728"/>
                  </a:lnTo>
                  <a:lnTo>
                    <a:pt x="1468794" y="4302728"/>
                  </a:lnTo>
                  <a:lnTo>
                    <a:pt x="1468920" y="4302728"/>
                  </a:lnTo>
                  <a:lnTo>
                    <a:pt x="1469046" y="4302728"/>
                  </a:lnTo>
                  <a:lnTo>
                    <a:pt x="1469172" y="4302728"/>
                  </a:lnTo>
                  <a:lnTo>
                    <a:pt x="1469299" y="4302728"/>
                  </a:lnTo>
                  <a:lnTo>
                    <a:pt x="1469425" y="4302728"/>
                  </a:lnTo>
                  <a:lnTo>
                    <a:pt x="1469551" y="4302728"/>
                  </a:lnTo>
                  <a:lnTo>
                    <a:pt x="1469677" y="4302728"/>
                  </a:lnTo>
                  <a:lnTo>
                    <a:pt x="1469803" y="4302728"/>
                  </a:lnTo>
                  <a:lnTo>
                    <a:pt x="1469929" y="4302728"/>
                  </a:lnTo>
                  <a:lnTo>
                    <a:pt x="1470055" y="4302728"/>
                  </a:lnTo>
                  <a:lnTo>
                    <a:pt x="1470181" y="4302728"/>
                  </a:lnTo>
                  <a:lnTo>
                    <a:pt x="1470307" y="4302728"/>
                  </a:lnTo>
                  <a:lnTo>
                    <a:pt x="1470433" y="4302728"/>
                  </a:lnTo>
                  <a:lnTo>
                    <a:pt x="1470559" y="4302728"/>
                  </a:lnTo>
                  <a:lnTo>
                    <a:pt x="1470685" y="4302728"/>
                  </a:lnTo>
                  <a:lnTo>
                    <a:pt x="1470812" y="4302728"/>
                  </a:lnTo>
                  <a:lnTo>
                    <a:pt x="1470938" y="4302728"/>
                  </a:lnTo>
                  <a:lnTo>
                    <a:pt x="1471064" y="4302728"/>
                  </a:lnTo>
                  <a:lnTo>
                    <a:pt x="1471190" y="4302728"/>
                  </a:lnTo>
                  <a:lnTo>
                    <a:pt x="1471316" y="4302728"/>
                  </a:lnTo>
                  <a:lnTo>
                    <a:pt x="1471442" y="4302728"/>
                  </a:lnTo>
                  <a:lnTo>
                    <a:pt x="1471568" y="4302728"/>
                  </a:lnTo>
                  <a:lnTo>
                    <a:pt x="1471694" y="4302728"/>
                  </a:lnTo>
                  <a:lnTo>
                    <a:pt x="1471820" y="4302728"/>
                  </a:lnTo>
                  <a:lnTo>
                    <a:pt x="1471946" y="4302728"/>
                  </a:lnTo>
                  <a:lnTo>
                    <a:pt x="1472072" y="4302728"/>
                  </a:lnTo>
                  <a:lnTo>
                    <a:pt x="1472199" y="4302728"/>
                  </a:lnTo>
                  <a:lnTo>
                    <a:pt x="1472325" y="4302728"/>
                  </a:lnTo>
                  <a:lnTo>
                    <a:pt x="1472451" y="4302728"/>
                  </a:lnTo>
                  <a:lnTo>
                    <a:pt x="1472577" y="4302728"/>
                  </a:lnTo>
                  <a:lnTo>
                    <a:pt x="1472703" y="4302728"/>
                  </a:lnTo>
                  <a:lnTo>
                    <a:pt x="1472829" y="4302728"/>
                  </a:lnTo>
                  <a:lnTo>
                    <a:pt x="1472955" y="4302728"/>
                  </a:lnTo>
                  <a:lnTo>
                    <a:pt x="1473081" y="4302728"/>
                  </a:lnTo>
                  <a:lnTo>
                    <a:pt x="1473081" y="4297448"/>
                  </a:lnTo>
                  <a:lnTo>
                    <a:pt x="1473207" y="4297448"/>
                  </a:lnTo>
                  <a:lnTo>
                    <a:pt x="1473333" y="4297448"/>
                  </a:lnTo>
                  <a:lnTo>
                    <a:pt x="1473459" y="4297448"/>
                  </a:lnTo>
                  <a:lnTo>
                    <a:pt x="1473585" y="4297448"/>
                  </a:lnTo>
                  <a:lnTo>
                    <a:pt x="1473712" y="4297448"/>
                  </a:lnTo>
                  <a:lnTo>
                    <a:pt x="1473838" y="4297448"/>
                  </a:lnTo>
                  <a:lnTo>
                    <a:pt x="1473964" y="4297448"/>
                  </a:lnTo>
                  <a:lnTo>
                    <a:pt x="1473964" y="4292169"/>
                  </a:lnTo>
                  <a:lnTo>
                    <a:pt x="1474090" y="4292169"/>
                  </a:lnTo>
                  <a:lnTo>
                    <a:pt x="1474090" y="4286890"/>
                  </a:lnTo>
                  <a:lnTo>
                    <a:pt x="1474216" y="4286890"/>
                  </a:lnTo>
                  <a:lnTo>
                    <a:pt x="1474342" y="4286890"/>
                  </a:lnTo>
                  <a:lnTo>
                    <a:pt x="1474468" y="4286890"/>
                  </a:lnTo>
                  <a:lnTo>
                    <a:pt x="1474594" y="4286890"/>
                  </a:lnTo>
                  <a:lnTo>
                    <a:pt x="1474720" y="4286890"/>
                  </a:lnTo>
                  <a:lnTo>
                    <a:pt x="1474846" y="4286890"/>
                  </a:lnTo>
                  <a:lnTo>
                    <a:pt x="1474972" y="4286890"/>
                  </a:lnTo>
                  <a:lnTo>
                    <a:pt x="1475099" y="4286890"/>
                  </a:lnTo>
                  <a:lnTo>
                    <a:pt x="1475225" y="4286890"/>
                  </a:lnTo>
                  <a:lnTo>
                    <a:pt x="1475351" y="4286890"/>
                  </a:lnTo>
                  <a:lnTo>
                    <a:pt x="1475477" y="4286890"/>
                  </a:lnTo>
                  <a:lnTo>
                    <a:pt x="1475603" y="4286890"/>
                  </a:lnTo>
                  <a:lnTo>
                    <a:pt x="1475729" y="4286890"/>
                  </a:lnTo>
                  <a:lnTo>
                    <a:pt x="1475855" y="4286890"/>
                  </a:lnTo>
                  <a:lnTo>
                    <a:pt x="1475981" y="4286890"/>
                  </a:lnTo>
                  <a:lnTo>
                    <a:pt x="1476107" y="4286890"/>
                  </a:lnTo>
                  <a:lnTo>
                    <a:pt x="1476233" y="4286890"/>
                  </a:lnTo>
                  <a:lnTo>
                    <a:pt x="1476359" y="4286890"/>
                  </a:lnTo>
                  <a:lnTo>
                    <a:pt x="1476485" y="4286890"/>
                  </a:lnTo>
                  <a:lnTo>
                    <a:pt x="1476612" y="4286890"/>
                  </a:lnTo>
                  <a:lnTo>
                    <a:pt x="1476738" y="4286890"/>
                  </a:lnTo>
                  <a:lnTo>
                    <a:pt x="1476864" y="4286890"/>
                  </a:lnTo>
                  <a:lnTo>
                    <a:pt x="1476990" y="4286890"/>
                  </a:lnTo>
                  <a:lnTo>
                    <a:pt x="1477116" y="4286890"/>
                  </a:lnTo>
                  <a:lnTo>
                    <a:pt x="1477242" y="4286890"/>
                  </a:lnTo>
                  <a:lnTo>
                    <a:pt x="1477368" y="4286890"/>
                  </a:lnTo>
                  <a:lnTo>
                    <a:pt x="1477494" y="4286890"/>
                  </a:lnTo>
                  <a:lnTo>
                    <a:pt x="1477620" y="4286890"/>
                  </a:lnTo>
                  <a:lnTo>
                    <a:pt x="1477746" y="4286890"/>
                  </a:lnTo>
                  <a:lnTo>
                    <a:pt x="1477872" y="4286890"/>
                  </a:lnTo>
                  <a:lnTo>
                    <a:pt x="1477999" y="4286890"/>
                  </a:lnTo>
                  <a:lnTo>
                    <a:pt x="1478125" y="4286890"/>
                  </a:lnTo>
                  <a:lnTo>
                    <a:pt x="1478251" y="4286890"/>
                  </a:lnTo>
                  <a:lnTo>
                    <a:pt x="1478377" y="4286890"/>
                  </a:lnTo>
                  <a:lnTo>
                    <a:pt x="1478503" y="4286890"/>
                  </a:lnTo>
                  <a:lnTo>
                    <a:pt x="1478629" y="4286890"/>
                  </a:lnTo>
                  <a:lnTo>
                    <a:pt x="1478755" y="4286890"/>
                  </a:lnTo>
                  <a:lnTo>
                    <a:pt x="1478881" y="4286890"/>
                  </a:lnTo>
                  <a:lnTo>
                    <a:pt x="1479007" y="4286890"/>
                  </a:lnTo>
                  <a:lnTo>
                    <a:pt x="1479133" y="4286890"/>
                  </a:lnTo>
                  <a:lnTo>
                    <a:pt x="1479259" y="4286890"/>
                  </a:lnTo>
                  <a:lnTo>
                    <a:pt x="1479386" y="4286890"/>
                  </a:lnTo>
                  <a:lnTo>
                    <a:pt x="1479512" y="4286890"/>
                  </a:lnTo>
                  <a:lnTo>
                    <a:pt x="1479638" y="4286890"/>
                  </a:lnTo>
                  <a:lnTo>
                    <a:pt x="1479764" y="4286890"/>
                  </a:lnTo>
                  <a:lnTo>
                    <a:pt x="1479890" y="4286890"/>
                  </a:lnTo>
                  <a:lnTo>
                    <a:pt x="1480016" y="4286890"/>
                  </a:lnTo>
                  <a:lnTo>
                    <a:pt x="1480142" y="4286890"/>
                  </a:lnTo>
                  <a:lnTo>
                    <a:pt x="1480268" y="4286890"/>
                  </a:lnTo>
                  <a:lnTo>
                    <a:pt x="1480394" y="4286890"/>
                  </a:lnTo>
                  <a:lnTo>
                    <a:pt x="1480520" y="4286890"/>
                  </a:lnTo>
                  <a:lnTo>
                    <a:pt x="1480646" y="4286890"/>
                  </a:lnTo>
                  <a:lnTo>
                    <a:pt x="1480772" y="4286890"/>
                  </a:lnTo>
                  <a:lnTo>
                    <a:pt x="1480899" y="4286890"/>
                  </a:lnTo>
                  <a:lnTo>
                    <a:pt x="1481025" y="4286890"/>
                  </a:lnTo>
                  <a:lnTo>
                    <a:pt x="1481151" y="4286890"/>
                  </a:lnTo>
                  <a:lnTo>
                    <a:pt x="1481277" y="4286890"/>
                  </a:lnTo>
                  <a:lnTo>
                    <a:pt x="1481403" y="4286890"/>
                  </a:lnTo>
                  <a:lnTo>
                    <a:pt x="1481529" y="4286890"/>
                  </a:lnTo>
                  <a:lnTo>
                    <a:pt x="1481655" y="4286890"/>
                  </a:lnTo>
                  <a:lnTo>
                    <a:pt x="1481781" y="4286890"/>
                  </a:lnTo>
                  <a:lnTo>
                    <a:pt x="1481907" y="4286890"/>
                  </a:lnTo>
                  <a:lnTo>
                    <a:pt x="1482033" y="4286890"/>
                  </a:lnTo>
                  <a:lnTo>
                    <a:pt x="1482159" y="4286890"/>
                  </a:lnTo>
                  <a:lnTo>
                    <a:pt x="1482286" y="4286890"/>
                  </a:lnTo>
                  <a:lnTo>
                    <a:pt x="1482412" y="4286890"/>
                  </a:lnTo>
                  <a:lnTo>
                    <a:pt x="1482538" y="4286890"/>
                  </a:lnTo>
                  <a:lnTo>
                    <a:pt x="1482664" y="4286890"/>
                  </a:lnTo>
                  <a:lnTo>
                    <a:pt x="1482790" y="4286890"/>
                  </a:lnTo>
                  <a:lnTo>
                    <a:pt x="1482916" y="4286890"/>
                  </a:lnTo>
                  <a:lnTo>
                    <a:pt x="1483042" y="4286890"/>
                  </a:lnTo>
                  <a:lnTo>
                    <a:pt x="1483168" y="4286890"/>
                  </a:lnTo>
                  <a:lnTo>
                    <a:pt x="1483294" y="4286890"/>
                  </a:lnTo>
                  <a:lnTo>
                    <a:pt x="1483420" y="4286890"/>
                  </a:lnTo>
                  <a:lnTo>
                    <a:pt x="1483546" y="4286890"/>
                  </a:lnTo>
                  <a:lnTo>
                    <a:pt x="1483672" y="4286890"/>
                  </a:lnTo>
                  <a:lnTo>
                    <a:pt x="1483799" y="4286890"/>
                  </a:lnTo>
                  <a:lnTo>
                    <a:pt x="1483925" y="4286890"/>
                  </a:lnTo>
                  <a:lnTo>
                    <a:pt x="1484051" y="4286890"/>
                  </a:lnTo>
                  <a:lnTo>
                    <a:pt x="1484177" y="4286890"/>
                  </a:lnTo>
                  <a:lnTo>
                    <a:pt x="1484303" y="4286890"/>
                  </a:lnTo>
                  <a:lnTo>
                    <a:pt x="1484429" y="4286890"/>
                  </a:lnTo>
                  <a:lnTo>
                    <a:pt x="1484555" y="4286890"/>
                  </a:lnTo>
                  <a:lnTo>
                    <a:pt x="1484681" y="4286890"/>
                  </a:lnTo>
                  <a:lnTo>
                    <a:pt x="1484807" y="4286890"/>
                  </a:lnTo>
                  <a:lnTo>
                    <a:pt x="1484933" y="4286890"/>
                  </a:lnTo>
                  <a:lnTo>
                    <a:pt x="1485059" y="4286890"/>
                  </a:lnTo>
                  <a:lnTo>
                    <a:pt x="1485186" y="4286890"/>
                  </a:lnTo>
                  <a:lnTo>
                    <a:pt x="1485312" y="4286890"/>
                  </a:lnTo>
                  <a:lnTo>
                    <a:pt x="1485438" y="4286890"/>
                  </a:lnTo>
                  <a:lnTo>
                    <a:pt x="1485564" y="4286890"/>
                  </a:lnTo>
                  <a:lnTo>
                    <a:pt x="1485690" y="4286890"/>
                  </a:lnTo>
                  <a:lnTo>
                    <a:pt x="1485816" y="4286890"/>
                  </a:lnTo>
                  <a:lnTo>
                    <a:pt x="1485942" y="4286890"/>
                  </a:lnTo>
                  <a:lnTo>
                    <a:pt x="1485942" y="4281610"/>
                  </a:lnTo>
                  <a:lnTo>
                    <a:pt x="1486068" y="4281610"/>
                  </a:lnTo>
                  <a:lnTo>
                    <a:pt x="1486194" y="4281610"/>
                  </a:lnTo>
                  <a:lnTo>
                    <a:pt x="1486320" y="4281610"/>
                  </a:lnTo>
                  <a:lnTo>
                    <a:pt x="1486446" y="4281610"/>
                  </a:lnTo>
                  <a:lnTo>
                    <a:pt x="1486573" y="4281610"/>
                  </a:lnTo>
                  <a:lnTo>
                    <a:pt x="1486699" y="4281610"/>
                  </a:lnTo>
                  <a:lnTo>
                    <a:pt x="1486825" y="4281610"/>
                  </a:lnTo>
                  <a:lnTo>
                    <a:pt x="1486951" y="4281610"/>
                  </a:lnTo>
                  <a:lnTo>
                    <a:pt x="1487077" y="4281610"/>
                  </a:lnTo>
                  <a:lnTo>
                    <a:pt x="1487203" y="4281610"/>
                  </a:lnTo>
                  <a:lnTo>
                    <a:pt x="1487329" y="4281610"/>
                  </a:lnTo>
                  <a:lnTo>
                    <a:pt x="1487455" y="4281610"/>
                  </a:lnTo>
                  <a:lnTo>
                    <a:pt x="1487581" y="4281610"/>
                  </a:lnTo>
                  <a:lnTo>
                    <a:pt x="1487707" y="4281610"/>
                  </a:lnTo>
                  <a:lnTo>
                    <a:pt x="1487833" y="4281610"/>
                  </a:lnTo>
                  <a:lnTo>
                    <a:pt x="1487959" y="4281610"/>
                  </a:lnTo>
                  <a:lnTo>
                    <a:pt x="1488086" y="4281610"/>
                  </a:lnTo>
                  <a:lnTo>
                    <a:pt x="1488212" y="4281610"/>
                  </a:lnTo>
                  <a:lnTo>
                    <a:pt x="1488338" y="4281610"/>
                  </a:lnTo>
                  <a:lnTo>
                    <a:pt x="1488464" y="4281610"/>
                  </a:lnTo>
                  <a:lnTo>
                    <a:pt x="1488590" y="4281610"/>
                  </a:lnTo>
                  <a:lnTo>
                    <a:pt x="1488716" y="4281610"/>
                  </a:lnTo>
                  <a:lnTo>
                    <a:pt x="1488716" y="4276331"/>
                  </a:lnTo>
                  <a:lnTo>
                    <a:pt x="1488842" y="4276331"/>
                  </a:lnTo>
                  <a:lnTo>
                    <a:pt x="1488968" y="4276331"/>
                  </a:lnTo>
                  <a:lnTo>
                    <a:pt x="1489094" y="4276331"/>
                  </a:lnTo>
                  <a:lnTo>
                    <a:pt x="1489220" y="4276331"/>
                  </a:lnTo>
                  <a:lnTo>
                    <a:pt x="1489346" y="4276331"/>
                  </a:lnTo>
                  <a:lnTo>
                    <a:pt x="1489473" y="4276331"/>
                  </a:lnTo>
                  <a:lnTo>
                    <a:pt x="1489599" y="4276331"/>
                  </a:lnTo>
                  <a:lnTo>
                    <a:pt x="1489725" y="4276331"/>
                  </a:lnTo>
                  <a:lnTo>
                    <a:pt x="1489851" y="4276331"/>
                  </a:lnTo>
                  <a:lnTo>
                    <a:pt x="1489977" y="4276331"/>
                  </a:lnTo>
                  <a:lnTo>
                    <a:pt x="1490103" y="4276331"/>
                  </a:lnTo>
                  <a:lnTo>
                    <a:pt x="1490229" y="4276331"/>
                  </a:lnTo>
                  <a:lnTo>
                    <a:pt x="1490355" y="4276331"/>
                  </a:lnTo>
                  <a:lnTo>
                    <a:pt x="1490481" y="4276331"/>
                  </a:lnTo>
                  <a:lnTo>
                    <a:pt x="1490607" y="4276331"/>
                  </a:lnTo>
                  <a:lnTo>
                    <a:pt x="1490733" y="4276331"/>
                  </a:lnTo>
                  <a:lnTo>
                    <a:pt x="1490859" y="4276331"/>
                  </a:lnTo>
                  <a:lnTo>
                    <a:pt x="1490986" y="4276331"/>
                  </a:lnTo>
                  <a:lnTo>
                    <a:pt x="1491112" y="4276331"/>
                  </a:lnTo>
                  <a:lnTo>
                    <a:pt x="1491238" y="4276331"/>
                  </a:lnTo>
                  <a:lnTo>
                    <a:pt x="1491364" y="4276331"/>
                  </a:lnTo>
                  <a:lnTo>
                    <a:pt x="1491490" y="4276331"/>
                  </a:lnTo>
                  <a:lnTo>
                    <a:pt x="1491616" y="4276331"/>
                  </a:lnTo>
                  <a:lnTo>
                    <a:pt x="1491742" y="4276331"/>
                  </a:lnTo>
                  <a:lnTo>
                    <a:pt x="1491868" y="4276331"/>
                  </a:lnTo>
                  <a:lnTo>
                    <a:pt x="1491994" y="4276331"/>
                  </a:lnTo>
                  <a:lnTo>
                    <a:pt x="1492120" y="4276331"/>
                  </a:lnTo>
                  <a:lnTo>
                    <a:pt x="1492246" y="4276331"/>
                  </a:lnTo>
                  <a:lnTo>
                    <a:pt x="1492373" y="4276331"/>
                  </a:lnTo>
                  <a:lnTo>
                    <a:pt x="1492499" y="4276331"/>
                  </a:lnTo>
                  <a:lnTo>
                    <a:pt x="1492499" y="4271051"/>
                  </a:lnTo>
                  <a:lnTo>
                    <a:pt x="1492625" y="4271051"/>
                  </a:lnTo>
                  <a:lnTo>
                    <a:pt x="1492625" y="4265772"/>
                  </a:lnTo>
                  <a:lnTo>
                    <a:pt x="1492751" y="4265772"/>
                  </a:lnTo>
                  <a:lnTo>
                    <a:pt x="1492877" y="4265772"/>
                  </a:lnTo>
                  <a:lnTo>
                    <a:pt x="1493003" y="4265772"/>
                  </a:lnTo>
                  <a:lnTo>
                    <a:pt x="1493129" y="4265772"/>
                  </a:lnTo>
                  <a:lnTo>
                    <a:pt x="1493255" y="4265772"/>
                  </a:lnTo>
                  <a:lnTo>
                    <a:pt x="1493381" y="4265772"/>
                  </a:lnTo>
                  <a:lnTo>
                    <a:pt x="1493507" y="4265772"/>
                  </a:lnTo>
                  <a:lnTo>
                    <a:pt x="1493633" y="4265772"/>
                  </a:lnTo>
                  <a:lnTo>
                    <a:pt x="1493760" y="4265772"/>
                  </a:lnTo>
                  <a:lnTo>
                    <a:pt x="1493886" y="4265772"/>
                  </a:lnTo>
                  <a:lnTo>
                    <a:pt x="1494012" y="4265772"/>
                  </a:lnTo>
                  <a:lnTo>
                    <a:pt x="1494138" y="4265772"/>
                  </a:lnTo>
                  <a:lnTo>
                    <a:pt x="1494264" y="4265772"/>
                  </a:lnTo>
                  <a:lnTo>
                    <a:pt x="1494390" y="4265772"/>
                  </a:lnTo>
                  <a:lnTo>
                    <a:pt x="1494516" y="4265772"/>
                  </a:lnTo>
                  <a:lnTo>
                    <a:pt x="1494642" y="4265772"/>
                  </a:lnTo>
                  <a:lnTo>
                    <a:pt x="1494768" y="4265772"/>
                  </a:lnTo>
                  <a:lnTo>
                    <a:pt x="1494894" y="4265772"/>
                  </a:lnTo>
                  <a:lnTo>
                    <a:pt x="1495020" y="4265772"/>
                  </a:lnTo>
                  <a:lnTo>
                    <a:pt x="1495146" y="4265772"/>
                  </a:lnTo>
                  <a:lnTo>
                    <a:pt x="1495273" y="4265772"/>
                  </a:lnTo>
                  <a:lnTo>
                    <a:pt x="1495399" y="4265772"/>
                  </a:lnTo>
                  <a:lnTo>
                    <a:pt x="1495525" y="4265772"/>
                  </a:lnTo>
                  <a:lnTo>
                    <a:pt x="1495651" y="4265772"/>
                  </a:lnTo>
                  <a:lnTo>
                    <a:pt x="1495777" y="4265772"/>
                  </a:lnTo>
                  <a:lnTo>
                    <a:pt x="1495903" y="4265772"/>
                  </a:lnTo>
                  <a:lnTo>
                    <a:pt x="1496029" y="4265772"/>
                  </a:lnTo>
                  <a:lnTo>
                    <a:pt x="1496155" y="4265772"/>
                  </a:lnTo>
                  <a:lnTo>
                    <a:pt x="1496281" y="4265772"/>
                  </a:lnTo>
                  <a:lnTo>
                    <a:pt x="1496407" y="4265772"/>
                  </a:lnTo>
                  <a:lnTo>
                    <a:pt x="1496533" y="4265772"/>
                  </a:lnTo>
                  <a:lnTo>
                    <a:pt x="1496660" y="4265772"/>
                  </a:lnTo>
                  <a:lnTo>
                    <a:pt x="1496786" y="4265772"/>
                  </a:lnTo>
                  <a:lnTo>
                    <a:pt x="1496912" y="4265772"/>
                  </a:lnTo>
                  <a:lnTo>
                    <a:pt x="1497038" y="4265772"/>
                  </a:lnTo>
                  <a:lnTo>
                    <a:pt x="1497164" y="4265772"/>
                  </a:lnTo>
                  <a:lnTo>
                    <a:pt x="1497290" y="4265772"/>
                  </a:lnTo>
                  <a:lnTo>
                    <a:pt x="1497416" y="4265772"/>
                  </a:lnTo>
                  <a:lnTo>
                    <a:pt x="1497416" y="4260493"/>
                  </a:lnTo>
                  <a:lnTo>
                    <a:pt x="1497542" y="4260493"/>
                  </a:lnTo>
                  <a:lnTo>
                    <a:pt x="1497668" y="4260493"/>
                  </a:lnTo>
                  <a:lnTo>
                    <a:pt x="1497794" y="4260493"/>
                  </a:lnTo>
                  <a:lnTo>
                    <a:pt x="1497920" y="4260493"/>
                  </a:lnTo>
                  <a:lnTo>
                    <a:pt x="1498046" y="4260493"/>
                  </a:lnTo>
                  <a:lnTo>
                    <a:pt x="1498173" y="4260493"/>
                  </a:lnTo>
                  <a:lnTo>
                    <a:pt x="1498299" y="4260493"/>
                  </a:lnTo>
                  <a:lnTo>
                    <a:pt x="1498425" y="4260493"/>
                  </a:lnTo>
                  <a:lnTo>
                    <a:pt x="1498551" y="4260493"/>
                  </a:lnTo>
                  <a:lnTo>
                    <a:pt x="1498677" y="4260493"/>
                  </a:lnTo>
                  <a:lnTo>
                    <a:pt x="1498803" y="4260493"/>
                  </a:lnTo>
                  <a:lnTo>
                    <a:pt x="1498929" y="4260493"/>
                  </a:lnTo>
                  <a:lnTo>
                    <a:pt x="1499055" y="4260493"/>
                  </a:lnTo>
                  <a:lnTo>
                    <a:pt x="1499181" y="4260493"/>
                  </a:lnTo>
                  <a:lnTo>
                    <a:pt x="1499307" y="4260493"/>
                  </a:lnTo>
                  <a:lnTo>
                    <a:pt x="1499433" y="4260493"/>
                  </a:lnTo>
                  <a:lnTo>
                    <a:pt x="1499560" y="4260493"/>
                  </a:lnTo>
                  <a:lnTo>
                    <a:pt x="1499686" y="4260493"/>
                  </a:lnTo>
                  <a:lnTo>
                    <a:pt x="1499812" y="4260493"/>
                  </a:lnTo>
                  <a:lnTo>
                    <a:pt x="1499938" y="4260493"/>
                  </a:lnTo>
                  <a:lnTo>
                    <a:pt x="1500064" y="4260493"/>
                  </a:lnTo>
                  <a:lnTo>
                    <a:pt x="1500190" y="4260493"/>
                  </a:lnTo>
                  <a:lnTo>
                    <a:pt x="1500316" y="4260493"/>
                  </a:lnTo>
                  <a:lnTo>
                    <a:pt x="1500442" y="4260493"/>
                  </a:lnTo>
                  <a:lnTo>
                    <a:pt x="1500568" y="4260493"/>
                  </a:lnTo>
                  <a:lnTo>
                    <a:pt x="1500694" y="4260493"/>
                  </a:lnTo>
                  <a:lnTo>
                    <a:pt x="1500820" y="4260493"/>
                  </a:lnTo>
                  <a:lnTo>
                    <a:pt x="1500946" y="4260493"/>
                  </a:lnTo>
                  <a:lnTo>
                    <a:pt x="1501073" y="4260493"/>
                  </a:lnTo>
                  <a:lnTo>
                    <a:pt x="1501199" y="4260493"/>
                  </a:lnTo>
                  <a:lnTo>
                    <a:pt x="1501325" y="4260493"/>
                  </a:lnTo>
                  <a:lnTo>
                    <a:pt x="1501451" y="4260493"/>
                  </a:lnTo>
                  <a:lnTo>
                    <a:pt x="1501577" y="4260493"/>
                  </a:lnTo>
                  <a:lnTo>
                    <a:pt x="1501703" y="4260493"/>
                  </a:lnTo>
                  <a:lnTo>
                    <a:pt x="1501829" y="4260493"/>
                  </a:lnTo>
                  <a:lnTo>
                    <a:pt x="1501955" y="4260493"/>
                  </a:lnTo>
                  <a:lnTo>
                    <a:pt x="1502081" y="4260493"/>
                  </a:lnTo>
                  <a:lnTo>
                    <a:pt x="1502207" y="4260493"/>
                  </a:lnTo>
                  <a:lnTo>
                    <a:pt x="1502333" y="4260493"/>
                  </a:lnTo>
                  <a:lnTo>
                    <a:pt x="1502460" y="4260493"/>
                  </a:lnTo>
                  <a:lnTo>
                    <a:pt x="1502586" y="4260493"/>
                  </a:lnTo>
                  <a:lnTo>
                    <a:pt x="1502712" y="4260493"/>
                  </a:lnTo>
                  <a:lnTo>
                    <a:pt x="1502838" y="4260493"/>
                  </a:lnTo>
                  <a:lnTo>
                    <a:pt x="1502964" y="4260493"/>
                  </a:lnTo>
                  <a:lnTo>
                    <a:pt x="1503090" y="4260493"/>
                  </a:lnTo>
                  <a:lnTo>
                    <a:pt x="1503216" y="4260493"/>
                  </a:lnTo>
                  <a:lnTo>
                    <a:pt x="1503342" y="4260493"/>
                  </a:lnTo>
                  <a:lnTo>
                    <a:pt x="1503468" y="4260493"/>
                  </a:lnTo>
                  <a:lnTo>
                    <a:pt x="1503594" y="4260493"/>
                  </a:lnTo>
                  <a:lnTo>
                    <a:pt x="1503720" y="4260493"/>
                  </a:lnTo>
                  <a:lnTo>
                    <a:pt x="1503847" y="4260493"/>
                  </a:lnTo>
                  <a:lnTo>
                    <a:pt x="1503973" y="4260493"/>
                  </a:lnTo>
                  <a:lnTo>
                    <a:pt x="1504099" y="4260493"/>
                  </a:lnTo>
                  <a:lnTo>
                    <a:pt x="1504225" y="4260493"/>
                  </a:lnTo>
                  <a:lnTo>
                    <a:pt x="1504351" y="4260493"/>
                  </a:lnTo>
                  <a:lnTo>
                    <a:pt x="1504477" y="4260493"/>
                  </a:lnTo>
                  <a:lnTo>
                    <a:pt x="1504603" y="4260493"/>
                  </a:lnTo>
                  <a:lnTo>
                    <a:pt x="1504729" y="4260493"/>
                  </a:lnTo>
                  <a:lnTo>
                    <a:pt x="1504855" y="4260493"/>
                  </a:lnTo>
                  <a:lnTo>
                    <a:pt x="1504981" y="4260493"/>
                  </a:lnTo>
                  <a:lnTo>
                    <a:pt x="1505107" y="4260493"/>
                  </a:lnTo>
                  <a:lnTo>
                    <a:pt x="1505233" y="4260493"/>
                  </a:lnTo>
                  <a:lnTo>
                    <a:pt x="1505360" y="4260493"/>
                  </a:lnTo>
                  <a:lnTo>
                    <a:pt x="1505486" y="4260493"/>
                  </a:lnTo>
                  <a:lnTo>
                    <a:pt x="1505612" y="4260493"/>
                  </a:lnTo>
                  <a:lnTo>
                    <a:pt x="1505738" y="4260493"/>
                  </a:lnTo>
                  <a:lnTo>
                    <a:pt x="1505864" y="4260493"/>
                  </a:lnTo>
                  <a:lnTo>
                    <a:pt x="1505990" y="4260493"/>
                  </a:lnTo>
                  <a:lnTo>
                    <a:pt x="1506116" y="4260493"/>
                  </a:lnTo>
                  <a:lnTo>
                    <a:pt x="1506242" y="4260493"/>
                  </a:lnTo>
                  <a:lnTo>
                    <a:pt x="1506368" y="4260493"/>
                  </a:lnTo>
                  <a:lnTo>
                    <a:pt x="1506494" y="4260493"/>
                  </a:lnTo>
                  <a:lnTo>
                    <a:pt x="1506620" y="4260493"/>
                  </a:lnTo>
                  <a:lnTo>
                    <a:pt x="1506747" y="4260493"/>
                  </a:lnTo>
                  <a:lnTo>
                    <a:pt x="1506873" y="4260493"/>
                  </a:lnTo>
                  <a:lnTo>
                    <a:pt x="1506999" y="4260493"/>
                  </a:lnTo>
                  <a:lnTo>
                    <a:pt x="1507125" y="4260493"/>
                  </a:lnTo>
                  <a:lnTo>
                    <a:pt x="1507251" y="4260493"/>
                  </a:lnTo>
                  <a:lnTo>
                    <a:pt x="1507377" y="4260493"/>
                  </a:lnTo>
                  <a:lnTo>
                    <a:pt x="1507503" y="4260493"/>
                  </a:lnTo>
                  <a:lnTo>
                    <a:pt x="1507629" y="4260493"/>
                  </a:lnTo>
                  <a:lnTo>
                    <a:pt x="1507755" y="4260493"/>
                  </a:lnTo>
                  <a:lnTo>
                    <a:pt x="1507881" y="4260493"/>
                  </a:lnTo>
                  <a:lnTo>
                    <a:pt x="1508007" y="4260493"/>
                  </a:lnTo>
                  <a:lnTo>
                    <a:pt x="1508133" y="4260493"/>
                  </a:lnTo>
                  <a:lnTo>
                    <a:pt x="1508260" y="4260493"/>
                  </a:lnTo>
                  <a:lnTo>
                    <a:pt x="1508386" y="4260493"/>
                  </a:lnTo>
                  <a:lnTo>
                    <a:pt x="1508512" y="4260493"/>
                  </a:lnTo>
                  <a:lnTo>
                    <a:pt x="1508638" y="4260493"/>
                  </a:lnTo>
                  <a:lnTo>
                    <a:pt x="1508764" y="4260493"/>
                  </a:lnTo>
                  <a:lnTo>
                    <a:pt x="1508890" y="4260493"/>
                  </a:lnTo>
                  <a:lnTo>
                    <a:pt x="1509016" y="4260493"/>
                  </a:lnTo>
                  <a:lnTo>
                    <a:pt x="1509142" y="4260493"/>
                  </a:lnTo>
                  <a:lnTo>
                    <a:pt x="1509268" y="4260493"/>
                  </a:lnTo>
                  <a:lnTo>
                    <a:pt x="1509394" y="4260493"/>
                  </a:lnTo>
                  <a:lnTo>
                    <a:pt x="1509520" y="4260493"/>
                  </a:lnTo>
                  <a:lnTo>
                    <a:pt x="1509647" y="4260493"/>
                  </a:lnTo>
                  <a:lnTo>
                    <a:pt x="1509773" y="4260493"/>
                  </a:lnTo>
                  <a:lnTo>
                    <a:pt x="1509899" y="4260493"/>
                  </a:lnTo>
                  <a:lnTo>
                    <a:pt x="1510025" y="4260493"/>
                  </a:lnTo>
                  <a:lnTo>
                    <a:pt x="1510151" y="4260493"/>
                  </a:lnTo>
                  <a:lnTo>
                    <a:pt x="1510277" y="4260493"/>
                  </a:lnTo>
                  <a:lnTo>
                    <a:pt x="1510403" y="4260493"/>
                  </a:lnTo>
                  <a:lnTo>
                    <a:pt x="1510529" y="4260493"/>
                  </a:lnTo>
                  <a:lnTo>
                    <a:pt x="1510655" y="4260493"/>
                  </a:lnTo>
                  <a:lnTo>
                    <a:pt x="1510781" y="4260493"/>
                  </a:lnTo>
                  <a:lnTo>
                    <a:pt x="1510907" y="4260493"/>
                  </a:lnTo>
                  <a:lnTo>
                    <a:pt x="1511034" y="4260493"/>
                  </a:lnTo>
                  <a:lnTo>
                    <a:pt x="1511160" y="4260493"/>
                  </a:lnTo>
                  <a:lnTo>
                    <a:pt x="1511286" y="4260493"/>
                  </a:lnTo>
                  <a:lnTo>
                    <a:pt x="1511412" y="4260493"/>
                  </a:lnTo>
                  <a:lnTo>
                    <a:pt x="1511538" y="4260493"/>
                  </a:lnTo>
                  <a:lnTo>
                    <a:pt x="1511664" y="4260493"/>
                  </a:lnTo>
                  <a:lnTo>
                    <a:pt x="1511790" y="4260493"/>
                  </a:lnTo>
                  <a:lnTo>
                    <a:pt x="1511916" y="4260493"/>
                  </a:lnTo>
                  <a:lnTo>
                    <a:pt x="1512042" y="4260493"/>
                  </a:lnTo>
                  <a:lnTo>
                    <a:pt x="1512168" y="4260493"/>
                  </a:lnTo>
                  <a:lnTo>
                    <a:pt x="1512294" y="4260493"/>
                  </a:lnTo>
                  <a:lnTo>
                    <a:pt x="1512420" y="4260493"/>
                  </a:lnTo>
                  <a:lnTo>
                    <a:pt x="1512547" y="4260493"/>
                  </a:lnTo>
                  <a:lnTo>
                    <a:pt x="1512673" y="4260493"/>
                  </a:lnTo>
                  <a:lnTo>
                    <a:pt x="1512799" y="4260493"/>
                  </a:lnTo>
                  <a:lnTo>
                    <a:pt x="1512925" y="4260493"/>
                  </a:lnTo>
                  <a:lnTo>
                    <a:pt x="1513051" y="4260493"/>
                  </a:lnTo>
                  <a:lnTo>
                    <a:pt x="1513177" y="4260493"/>
                  </a:lnTo>
                  <a:lnTo>
                    <a:pt x="1513303" y="4260493"/>
                  </a:lnTo>
                  <a:lnTo>
                    <a:pt x="1513429" y="4260493"/>
                  </a:lnTo>
                  <a:lnTo>
                    <a:pt x="1513555" y="4260493"/>
                  </a:lnTo>
                  <a:lnTo>
                    <a:pt x="1513681" y="4260493"/>
                  </a:lnTo>
                  <a:lnTo>
                    <a:pt x="1513807" y="4260493"/>
                  </a:lnTo>
                  <a:lnTo>
                    <a:pt x="1513934" y="4260493"/>
                  </a:lnTo>
                  <a:lnTo>
                    <a:pt x="1514060" y="4260493"/>
                  </a:lnTo>
                  <a:lnTo>
                    <a:pt x="1514186" y="4260493"/>
                  </a:lnTo>
                  <a:lnTo>
                    <a:pt x="1514312" y="4260493"/>
                  </a:lnTo>
                  <a:lnTo>
                    <a:pt x="1514438" y="4260493"/>
                  </a:lnTo>
                  <a:lnTo>
                    <a:pt x="1514564" y="4260493"/>
                  </a:lnTo>
                  <a:lnTo>
                    <a:pt x="1514690" y="4260493"/>
                  </a:lnTo>
                  <a:lnTo>
                    <a:pt x="1514816" y="4260493"/>
                  </a:lnTo>
                  <a:lnTo>
                    <a:pt x="1514942" y="4260493"/>
                  </a:lnTo>
                  <a:lnTo>
                    <a:pt x="1515068" y="4260493"/>
                  </a:lnTo>
                  <a:lnTo>
                    <a:pt x="1515194" y="4260493"/>
                  </a:lnTo>
                  <a:lnTo>
                    <a:pt x="1515320" y="4260493"/>
                  </a:lnTo>
                  <a:lnTo>
                    <a:pt x="1515447" y="4260493"/>
                  </a:lnTo>
                  <a:lnTo>
                    <a:pt x="1515573" y="4260493"/>
                  </a:lnTo>
                  <a:lnTo>
                    <a:pt x="1515699" y="4260493"/>
                  </a:lnTo>
                  <a:lnTo>
                    <a:pt x="1515825" y="4260493"/>
                  </a:lnTo>
                  <a:lnTo>
                    <a:pt x="1515951" y="4260493"/>
                  </a:lnTo>
                  <a:lnTo>
                    <a:pt x="1516077" y="4260493"/>
                  </a:lnTo>
                  <a:lnTo>
                    <a:pt x="1516203" y="4260493"/>
                  </a:lnTo>
                  <a:lnTo>
                    <a:pt x="1516329" y="4260493"/>
                  </a:lnTo>
                  <a:lnTo>
                    <a:pt x="1516455" y="4260493"/>
                  </a:lnTo>
                  <a:lnTo>
                    <a:pt x="1516581" y="4260493"/>
                  </a:lnTo>
                  <a:lnTo>
                    <a:pt x="1516707" y="4260493"/>
                  </a:lnTo>
                  <a:lnTo>
                    <a:pt x="1516834" y="4260493"/>
                  </a:lnTo>
                  <a:lnTo>
                    <a:pt x="1516960" y="4260493"/>
                  </a:lnTo>
                  <a:lnTo>
                    <a:pt x="1517086" y="4260493"/>
                  </a:lnTo>
                  <a:lnTo>
                    <a:pt x="1517212" y="4260493"/>
                  </a:lnTo>
                  <a:lnTo>
                    <a:pt x="1517338" y="4260493"/>
                  </a:lnTo>
                  <a:lnTo>
                    <a:pt x="1517464" y="4260493"/>
                  </a:lnTo>
                  <a:lnTo>
                    <a:pt x="1517590" y="4260493"/>
                  </a:lnTo>
                  <a:lnTo>
                    <a:pt x="1517716" y="4260493"/>
                  </a:lnTo>
                  <a:lnTo>
                    <a:pt x="1517842" y="4260493"/>
                  </a:lnTo>
                  <a:lnTo>
                    <a:pt x="1517968" y="4260493"/>
                  </a:lnTo>
                  <a:lnTo>
                    <a:pt x="1518094" y="4260493"/>
                  </a:lnTo>
                  <a:lnTo>
                    <a:pt x="1518094" y="4255213"/>
                  </a:lnTo>
                  <a:lnTo>
                    <a:pt x="1518094" y="4249934"/>
                  </a:lnTo>
                  <a:lnTo>
                    <a:pt x="1518220" y="4249934"/>
                  </a:lnTo>
                  <a:lnTo>
                    <a:pt x="1518347" y="4249934"/>
                  </a:lnTo>
                  <a:lnTo>
                    <a:pt x="1518347" y="4244654"/>
                  </a:lnTo>
                  <a:lnTo>
                    <a:pt x="1518473" y="4244654"/>
                  </a:lnTo>
                  <a:lnTo>
                    <a:pt x="1518599" y="4244654"/>
                  </a:lnTo>
                  <a:lnTo>
                    <a:pt x="1518725" y="4244654"/>
                  </a:lnTo>
                  <a:lnTo>
                    <a:pt x="1518851" y="4244654"/>
                  </a:lnTo>
                  <a:lnTo>
                    <a:pt x="1518977" y="4244654"/>
                  </a:lnTo>
                  <a:lnTo>
                    <a:pt x="1519103" y="4244654"/>
                  </a:lnTo>
                  <a:lnTo>
                    <a:pt x="1519229" y="4244654"/>
                  </a:lnTo>
                  <a:lnTo>
                    <a:pt x="1519355" y="4244654"/>
                  </a:lnTo>
                  <a:lnTo>
                    <a:pt x="1519481" y="4244654"/>
                  </a:lnTo>
                  <a:lnTo>
                    <a:pt x="1519607" y="4244654"/>
                  </a:lnTo>
                  <a:lnTo>
                    <a:pt x="1519734" y="4244654"/>
                  </a:lnTo>
                  <a:lnTo>
                    <a:pt x="1519860" y="4244654"/>
                  </a:lnTo>
                  <a:lnTo>
                    <a:pt x="1519986" y="4244654"/>
                  </a:lnTo>
                  <a:lnTo>
                    <a:pt x="1520112" y="4244654"/>
                  </a:lnTo>
                  <a:lnTo>
                    <a:pt x="1520238" y="4244654"/>
                  </a:lnTo>
                  <a:lnTo>
                    <a:pt x="1520364" y="4244654"/>
                  </a:lnTo>
                  <a:lnTo>
                    <a:pt x="1520490" y="4244654"/>
                  </a:lnTo>
                  <a:lnTo>
                    <a:pt x="1520616" y="4244654"/>
                  </a:lnTo>
                  <a:lnTo>
                    <a:pt x="1520742" y="4244654"/>
                  </a:lnTo>
                  <a:lnTo>
                    <a:pt x="1520868" y="4244654"/>
                  </a:lnTo>
                  <a:lnTo>
                    <a:pt x="1520994" y="4244654"/>
                  </a:lnTo>
                  <a:lnTo>
                    <a:pt x="1521121" y="4244654"/>
                  </a:lnTo>
                  <a:lnTo>
                    <a:pt x="1521247" y="4244654"/>
                  </a:lnTo>
                  <a:lnTo>
                    <a:pt x="1521373" y="4244654"/>
                  </a:lnTo>
                  <a:lnTo>
                    <a:pt x="1521499" y="4244654"/>
                  </a:lnTo>
                  <a:lnTo>
                    <a:pt x="1521625" y="4244654"/>
                  </a:lnTo>
                  <a:lnTo>
                    <a:pt x="1521751" y="4244654"/>
                  </a:lnTo>
                  <a:lnTo>
                    <a:pt x="1521877" y="4244654"/>
                  </a:lnTo>
                  <a:lnTo>
                    <a:pt x="1522003" y="4244654"/>
                  </a:lnTo>
                  <a:lnTo>
                    <a:pt x="1522129" y="4244654"/>
                  </a:lnTo>
                  <a:lnTo>
                    <a:pt x="1522255" y="4244654"/>
                  </a:lnTo>
                  <a:lnTo>
                    <a:pt x="1522381" y="4244654"/>
                  </a:lnTo>
                  <a:lnTo>
                    <a:pt x="1522507" y="4244654"/>
                  </a:lnTo>
                  <a:lnTo>
                    <a:pt x="1522634" y="4244654"/>
                  </a:lnTo>
                  <a:lnTo>
                    <a:pt x="1522634" y="4239375"/>
                  </a:lnTo>
                  <a:lnTo>
                    <a:pt x="1522760" y="4239375"/>
                  </a:lnTo>
                  <a:lnTo>
                    <a:pt x="1522886" y="4239375"/>
                  </a:lnTo>
                  <a:lnTo>
                    <a:pt x="1523012" y="4239375"/>
                  </a:lnTo>
                  <a:lnTo>
                    <a:pt x="1523138" y="4239375"/>
                  </a:lnTo>
                  <a:lnTo>
                    <a:pt x="1523264" y="4239375"/>
                  </a:lnTo>
                  <a:lnTo>
                    <a:pt x="1523390" y="4239375"/>
                  </a:lnTo>
                  <a:lnTo>
                    <a:pt x="1523516" y="4239375"/>
                  </a:lnTo>
                  <a:lnTo>
                    <a:pt x="1523642" y="4239375"/>
                  </a:lnTo>
                  <a:lnTo>
                    <a:pt x="1523768" y="4239375"/>
                  </a:lnTo>
                  <a:lnTo>
                    <a:pt x="1523894" y="4239375"/>
                  </a:lnTo>
                  <a:lnTo>
                    <a:pt x="1524021" y="4239375"/>
                  </a:lnTo>
                  <a:lnTo>
                    <a:pt x="1524147" y="4239375"/>
                  </a:lnTo>
                  <a:lnTo>
                    <a:pt x="1524273" y="4239375"/>
                  </a:lnTo>
                  <a:lnTo>
                    <a:pt x="1524399" y="4239375"/>
                  </a:lnTo>
                  <a:lnTo>
                    <a:pt x="1524525" y="4239375"/>
                  </a:lnTo>
                  <a:lnTo>
                    <a:pt x="1524651" y="4239375"/>
                  </a:lnTo>
                  <a:lnTo>
                    <a:pt x="1524777" y="4239375"/>
                  </a:lnTo>
                  <a:lnTo>
                    <a:pt x="1524777" y="4234095"/>
                  </a:lnTo>
                  <a:lnTo>
                    <a:pt x="1524903" y="4234095"/>
                  </a:lnTo>
                  <a:lnTo>
                    <a:pt x="1525029" y="4234095"/>
                  </a:lnTo>
                  <a:lnTo>
                    <a:pt x="1525155" y="4234095"/>
                  </a:lnTo>
                  <a:lnTo>
                    <a:pt x="1525281" y="4234095"/>
                  </a:lnTo>
                  <a:lnTo>
                    <a:pt x="1525407" y="4234095"/>
                  </a:lnTo>
                  <a:lnTo>
                    <a:pt x="1525534" y="4234095"/>
                  </a:lnTo>
                  <a:lnTo>
                    <a:pt x="1525660" y="4234095"/>
                  </a:lnTo>
                  <a:lnTo>
                    <a:pt x="1525786" y="4234095"/>
                  </a:lnTo>
                  <a:lnTo>
                    <a:pt x="1525912" y="4234095"/>
                  </a:lnTo>
                  <a:lnTo>
                    <a:pt x="1526038" y="4234095"/>
                  </a:lnTo>
                  <a:lnTo>
                    <a:pt x="1526164" y="4234095"/>
                  </a:lnTo>
                  <a:lnTo>
                    <a:pt x="1526290" y="4234095"/>
                  </a:lnTo>
                  <a:lnTo>
                    <a:pt x="1526416" y="4234095"/>
                  </a:lnTo>
                  <a:lnTo>
                    <a:pt x="1526542" y="4234095"/>
                  </a:lnTo>
                  <a:lnTo>
                    <a:pt x="1526668" y="4234095"/>
                  </a:lnTo>
                  <a:lnTo>
                    <a:pt x="1526794" y="4234095"/>
                  </a:lnTo>
                  <a:lnTo>
                    <a:pt x="1526921" y="4234095"/>
                  </a:lnTo>
                  <a:lnTo>
                    <a:pt x="1527047" y="4234095"/>
                  </a:lnTo>
                  <a:lnTo>
                    <a:pt x="1527173" y="4234095"/>
                  </a:lnTo>
                  <a:lnTo>
                    <a:pt x="1527299" y="4234095"/>
                  </a:lnTo>
                  <a:lnTo>
                    <a:pt x="1527425" y="4234095"/>
                  </a:lnTo>
                  <a:lnTo>
                    <a:pt x="1527551" y="4234095"/>
                  </a:lnTo>
                  <a:lnTo>
                    <a:pt x="1527677" y="4234095"/>
                  </a:lnTo>
                  <a:lnTo>
                    <a:pt x="1527803" y="4234095"/>
                  </a:lnTo>
                  <a:lnTo>
                    <a:pt x="1527929" y="4234095"/>
                  </a:lnTo>
                  <a:lnTo>
                    <a:pt x="1528055" y="4234095"/>
                  </a:lnTo>
                  <a:lnTo>
                    <a:pt x="1528181" y="4234095"/>
                  </a:lnTo>
                  <a:lnTo>
                    <a:pt x="1528308" y="4234095"/>
                  </a:lnTo>
                  <a:lnTo>
                    <a:pt x="1528434" y="4234095"/>
                  </a:lnTo>
                  <a:lnTo>
                    <a:pt x="1528434" y="4228816"/>
                  </a:lnTo>
                  <a:lnTo>
                    <a:pt x="1528560" y="4228816"/>
                  </a:lnTo>
                  <a:lnTo>
                    <a:pt x="1528686" y="4228816"/>
                  </a:lnTo>
                  <a:lnTo>
                    <a:pt x="1528812" y="4228816"/>
                  </a:lnTo>
                  <a:lnTo>
                    <a:pt x="1528938" y="4228816"/>
                  </a:lnTo>
                  <a:lnTo>
                    <a:pt x="1529064" y="4228816"/>
                  </a:lnTo>
                  <a:lnTo>
                    <a:pt x="1529190" y="4228816"/>
                  </a:lnTo>
                  <a:lnTo>
                    <a:pt x="1529316" y="4228816"/>
                  </a:lnTo>
                  <a:lnTo>
                    <a:pt x="1529442" y="4228816"/>
                  </a:lnTo>
                  <a:lnTo>
                    <a:pt x="1529568" y="4228816"/>
                  </a:lnTo>
                  <a:lnTo>
                    <a:pt x="1529694" y="4228816"/>
                  </a:lnTo>
                  <a:lnTo>
                    <a:pt x="1529821" y="4228816"/>
                  </a:lnTo>
                  <a:lnTo>
                    <a:pt x="1529947" y="4228816"/>
                  </a:lnTo>
                  <a:lnTo>
                    <a:pt x="1530073" y="4228816"/>
                  </a:lnTo>
                  <a:lnTo>
                    <a:pt x="1530199" y="4228816"/>
                  </a:lnTo>
                  <a:lnTo>
                    <a:pt x="1530325" y="4228816"/>
                  </a:lnTo>
                  <a:lnTo>
                    <a:pt x="1530451" y="4228816"/>
                  </a:lnTo>
                  <a:lnTo>
                    <a:pt x="1530577" y="4228816"/>
                  </a:lnTo>
                  <a:lnTo>
                    <a:pt x="1530703" y="4228816"/>
                  </a:lnTo>
                  <a:lnTo>
                    <a:pt x="1530829" y="4228816"/>
                  </a:lnTo>
                  <a:lnTo>
                    <a:pt x="1530955" y="4228816"/>
                  </a:lnTo>
                  <a:lnTo>
                    <a:pt x="1531081" y="4228816"/>
                  </a:lnTo>
                  <a:lnTo>
                    <a:pt x="1531208" y="4228816"/>
                  </a:lnTo>
                  <a:lnTo>
                    <a:pt x="1531334" y="4228816"/>
                  </a:lnTo>
                  <a:lnTo>
                    <a:pt x="1531460" y="4228816"/>
                  </a:lnTo>
                  <a:lnTo>
                    <a:pt x="1531586" y="4228816"/>
                  </a:lnTo>
                  <a:lnTo>
                    <a:pt x="1531712" y="4228816"/>
                  </a:lnTo>
                  <a:lnTo>
                    <a:pt x="1531838" y="4228816"/>
                  </a:lnTo>
                  <a:lnTo>
                    <a:pt x="1531838" y="4223537"/>
                  </a:lnTo>
                  <a:lnTo>
                    <a:pt x="1531964" y="4223537"/>
                  </a:lnTo>
                  <a:lnTo>
                    <a:pt x="1532090" y="4223537"/>
                  </a:lnTo>
                  <a:lnTo>
                    <a:pt x="1532216" y="4223537"/>
                  </a:lnTo>
                  <a:lnTo>
                    <a:pt x="1532342" y="4223537"/>
                  </a:lnTo>
                  <a:lnTo>
                    <a:pt x="1532468" y="4223537"/>
                  </a:lnTo>
                  <a:lnTo>
                    <a:pt x="1532594" y="4223537"/>
                  </a:lnTo>
                  <a:lnTo>
                    <a:pt x="1532594" y="4218257"/>
                  </a:lnTo>
                  <a:lnTo>
                    <a:pt x="1532721" y="4218257"/>
                  </a:lnTo>
                  <a:lnTo>
                    <a:pt x="1532847" y="4218257"/>
                  </a:lnTo>
                  <a:lnTo>
                    <a:pt x="1532973" y="4218257"/>
                  </a:lnTo>
                  <a:lnTo>
                    <a:pt x="1533099" y="4218257"/>
                  </a:lnTo>
                  <a:lnTo>
                    <a:pt x="1533225" y="4218257"/>
                  </a:lnTo>
                  <a:lnTo>
                    <a:pt x="1533351" y="4218257"/>
                  </a:lnTo>
                  <a:lnTo>
                    <a:pt x="1533477" y="4218257"/>
                  </a:lnTo>
                  <a:lnTo>
                    <a:pt x="1533603" y="4218257"/>
                  </a:lnTo>
                  <a:lnTo>
                    <a:pt x="1533729" y="4218257"/>
                  </a:lnTo>
                  <a:lnTo>
                    <a:pt x="1533855" y="4218257"/>
                  </a:lnTo>
                  <a:lnTo>
                    <a:pt x="1533981" y="4218257"/>
                  </a:lnTo>
                  <a:lnTo>
                    <a:pt x="1534108" y="4218257"/>
                  </a:lnTo>
                  <a:lnTo>
                    <a:pt x="1534234" y="4218257"/>
                  </a:lnTo>
                  <a:lnTo>
                    <a:pt x="1534360" y="4218257"/>
                  </a:lnTo>
                  <a:lnTo>
                    <a:pt x="1534486" y="4218257"/>
                  </a:lnTo>
                  <a:lnTo>
                    <a:pt x="1534612" y="4218257"/>
                  </a:lnTo>
                  <a:lnTo>
                    <a:pt x="1534738" y="4218257"/>
                  </a:lnTo>
                  <a:lnTo>
                    <a:pt x="1534864" y="4218257"/>
                  </a:lnTo>
                  <a:lnTo>
                    <a:pt x="1534990" y="4218257"/>
                  </a:lnTo>
                  <a:lnTo>
                    <a:pt x="1535116" y="4218257"/>
                  </a:lnTo>
                  <a:lnTo>
                    <a:pt x="1535242" y="4218257"/>
                  </a:lnTo>
                  <a:lnTo>
                    <a:pt x="1535368" y="4218257"/>
                  </a:lnTo>
                  <a:lnTo>
                    <a:pt x="1535495" y="4218257"/>
                  </a:lnTo>
                  <a:lnTo>
                    <a:pt x="1535621" y="4218257"/>
                  </a:lnTo>
                  <a:lnTo>
                    <a:pt x="1535747" y="4218257"/>
                  </a:lnTo>
                  <a:lnTo>
                    <a:pt x="1535873" y="4218257"/>
                  </a:lnTo>
                  <a:lnTo>
                    <a:pt x="1535999" y="4218257"/>
                  </a:lnTo>
                  <a:lnTo>
                    <a:pt x="1536125" y="4218257"/>
                  </a:lnTo>
                  <a:lnTo>
                    <a:pt x="1536251" y="4218257"/>
                  </a:lnTo>
                  <a:lnTo>
                    <a:pt x="1536377" y="4218257"/>
                  </a:lnTo>
                  <a:lnTo>
                    <a:pt x="1536503" y="4218257"/>
                  </a:lnTo>
                  <a:lnTo>
                    <a:pt x="1536629" y="4218257"/>
                  </a:lnTo>
                  <a:lnTo>
                    <a:pt x="1536755" y="4218257"/>
                  </a:lnTo>
                  <a:lnTo>
                    <a:pt x="1536881" y="4218257"/>
                  </a:lnTo>
                  <a:lnTo>
                    <a:pt x="1537008" y="4218257"/>
                  </a:lnTo>
                  <a:lnTo>
                    <a:pt x="1537134" y="4218257"/>
                  </a:lnTo>
                  <a:lnTo>
                    <a:pt x="1537260" y="4218257"/>
                  </a:lnTo>
                  <a:lnTo>
                    <a:pt x="1537386" y="4218257"/>
                  </a:lnTo>
                  <a:lnTo>
                    <a:pt x="1537512" y="4218257"/>
                  </a:lnTo>
                  <a:lnTo>
                    <a:pt x="1537638" y="4218257"/>
                  </a:lnTo>
                  <a:lnTo>
                    <a:pt x="1537638" y="4212978"/>
                  </a:lnTo>
                  <a:lnTo>
                    <a:pt x="1537764" y="4212978"/>
                  </a:lnTo>
                  <a:lnTo>
                    <a:pt x="1537890" y="4212978"/>
                  </a:lnTo>
                  <a:lnTo>
                    <a:pt x="1538016" y="4212978"/>
                  </a:lnTo>
                  <a:lnTo>
                    <a:pt x="1538142" y="4212978"/>
                  </a:lnTo>
                  <a:lnTo>
                    <a:pt x="1538268" y="4212978"/>
                  </a:lnTo>
                  <a:lnTo>
                    <a:pt x="1538395" y="4212978"/>
                  </a:lnTo>
                  <a:lnTo>
                    <a:pt x="1538521" y="4212978"/>
                  </a:lnTo>
                  <a:lnTo>
                    <a:pt x="1538647" y="4212978"/>
                  </a:lnTo>
                  <a:lnTo>
                    <a:pt x="1538773" y="4212978"/>
                  </a:lnTo>
                  <a:lnTo>
                    <a:pt x="1538899" y="4212978"/>
                  </a:lnTo>
                  <a:lnTo>
                    <a:pt x="1539025" y="4212978"/>
                  </a:lnTo>
                  <a:lnTo>
                    <a:pt x="1539151" y="4212978"/>
                  </a:lnTo>
                  <a:lnTo>
                    <a:pt x="1539277" y="4212978"/>
                  </a:lnTo>
                  <a:lnTo>
                    <a:pt x="1539403" y="4212978"/>
                  </a:lnTo>
                  <a:lnTo>
                    <a:pt x="1539529" y="4212978"/>
                  </a:lnTo>
                  <a:lnTo>
                    <a:pt x="1539655" y="4212978"/>
                  </a:lnTo>
                  <a:lnTo>
                    <a:pt x="1539781" y="4212978"/>
                  </a:lnTo>
                  <a:lnTo>
                    <a:pt x="1539908" y="4212978"/>
                  </a:lnTo>
                  <a:lnTo>
                    <a:pt x="1540034" y="4212978"/>
                  </a:lnTo>
                  <a:lnTo>
                    <a:pt x="1540160" y="4212978"/>
                  </a:lnTo>
                  <a:lnTo>
                    <a:pt x="1540286" y="4212978"/>
                  </a:lnTo>
                  <a:lnTo>
                    <a:pt x="1540412" y="4212978"/>
                  </a:lnTo>
                  <a:lnTo>
                    <a:pt x="1540538" y="4212978"/>
                  </a:lnTo>
                  <a:lnTo>
                    <a:pt x="1540664" y="4212978"/>
                  </a:lnTo>
                  <a:lnTo>
                    <a:pt x="1540790" y="4212978"/>
                  </a:lnTo>
                  <a:lnTo>
                    <a:pt x="1540916" y="4212978"/>
                  </a:lnTo>
                  <a:lnTo>
                    <a:pt x="1541042" y="4212978"/>
                  </a:lnTo>
                  <a:lnTo>
                    <a:pt x="1541168" y="4212978"/>
                  </a:lnTo>
                  <a:lnTo>
                    <a:pt x="1541295" y="4212978"/>
                  </a:lnTo>
                  <a:lnTo>
                    <a:pt x="1541421" y="4212978"/>
                  </a:lnTo>
                  <a:lnTo>
                    <a:pt x="1541421" y="4207698"/>
                  </a:lnTo>
                  <a:lnTo>
                    <a:pt x="1541547" y="4207698"/>
                  </a:lnTo>
                  <a:lnTo>
                    <a:pt x="1541673" y="4207698"/>
                  </a:lnTo>
                  <a:lnTo>
                    <a:pt x="1541799" y="4207698"/>
                  </a:lnTo>
                  <a:lnTo>
                    <a:pt x="1541925" y="4207698"/>
                  </a:lnTo>
                  <a:lnTo>
                    <a:pt x="1542051" y="4207698"/>
                  </a:lnTo>
                  <a:lnTo>
                    <a:pt x="1542177" y="4207698"/>
                  </a:lnTo>
                  <a:lnTo>
                    <a:pt x="1542303" y="4207698"/>
                  </a:lnTo>
                  <a:lnTo>
                    <a:pt x="1542429" y="4207698"/>
                  </a:lnTo>
                  <a:lnTo>
                    <a:pt x="1542555" y="4207698"/>
                  </a:lnTo>
                  <a:lnTo>
                    <a:pt x="1542681" y="4207698"/>
                  </a:lnTo>
                  <a:lnTo>
                    <a:pt x="1542808" y="4207698"/>
                  </a:lnTo>
                  <a:lnTo>
                    <a:pt x="1542934" y="4207698"/>
                  </a:lnTo>
                  <a:lnTo>
                    <a:pt x="1543060" y="4207698"/>
                  </a:lnTo>
                  <a:lnTo>
                    <a:pt x="1543186" y="4207698"/>
                  </a:lnTo>
                  <a:lnTo>
                    <a:pt x="1543312" y="4207698"/>
                  </a:lnTo>
                  <a:lnTo>
                    <a:pt x="1543438" y="4207698"/>
                  </a:lnTo>
                  <a:lnTo>
                    <a:pt x="1543564" y="4207698"/>
                  </a:lnTo>
                  <a:lnTo>
                    <a:pt x="1543690" y="4207698"/>
                  </a:lnTo>
                  <a:lnTo>
                    <a:pt x="1543816" y="4207698"/>
                  </a:lnTo>
                  <a:lnTo>
                    <a:pt x="1543942" y="4207698"/>
                  </a:lnTo>
                  <a:lnTo>
                    <a:pt x="1544068" y="4207698"/>
                  </a:lnTo>
                  <a:lnTo>
                    <a:pt x="1544195" y="4207698"/>
                  </a:lnTo>
                  <a:lnTo>
                    <a:pt x="1544195" y="4202419"/>
                  </a:lnTo>
                  <a:lnTo>
                    <a:pt x="1544321" y="4202419"/>
                  </a:lnTo>
                  <a:lnTo>
                    <a:pt x="1544447" y="4202419"/>
                  </a:lnTo>
                  <a:lnTo>
                    <a:pt x="1544573" y="4202419"/>
                  </a:lnTo>
                  <a:lnTo>
                    <a:pt x="1544699" y="4202419"/>
                  </a:lnTo>
                  <a:lnTo>
                    <a:pt x="1544825" y="4202419"/>
                  </a:lnTo>
                  <a:lnTo>
                    <a:pt x="1544951" y="4202419"/>
                  </a:lnTo>
                  <a:lnTo>
                    <a:pt x="1545077" y="4202419"/>
                  </a:lnTo>
                  <a:lnTo>
                    <a:pt x="1545203" y="4202419"/>
                  </a:lnTo>
                  <a:lnTo>
                    <a:pt x="1545329" y="4202419"/>
                  </a:lnTo>
                  <a:lnTo>
                    <a:pt x="1545455" y="4202419"/>
                  </a:lnTo>
                  <a:lnTo>
                    <a:pt x="1545582" y="4202419"/>
                  </a:lnTo>
                  <a:lnTo>
                    <a:pt x="1545708" y="4202419"/>
                  </a:lnTo>
                  <a:lnTo>
                    <a:pt x="1545834" y="4202419"/>
                  </a:lnTo>
                  <a:lnTo>
                    <a:pt x="1545960" y="4202419"/>
                  </a:lnTo>
                  <a:lnTo>
                    <a:pt x="1546086" y="4202419"/>
                  </a:lnTo>
                  <a:lnTo>
                    <a:pt x="1546212" y="4202419"/>
                  </a:lnTo>
                  <a:lnTo>
                    <a:pt x="1546338" y="4202419"/>
                  </a:lnTo>
                  <a:lnTo>
                    <a:pt x="1546464" y="4202419"/>
                  </a:lnTo>
                  <a:lnTo>
                    <a:pt x="1546590" y="4202419"/>
                  </a:lnTo>
                  <a:lnTo>
                    <a:pt x="1546716" y="4202419"/>
                  </a:lnTo>
                  <a:lnTo>
                    <a:pt x="1546716" y="4197139"/>
                  </a:lnTo>
                  <a:lnTo>
                    <a:pt x="1546842" y="4197139"/>
                  </a:lnTo>
                  <a:lnTo>
                    <a:pt x="1546968" y="4197139"/>
                  </a:lnTo>
                  <a:lnTo>
                    <a:pt x="1546968" y="4191860"/>
                  </a:lnTo>
                  <a:lnTo>
                    <a:pt x="1547095" y="4191860"/>
                  </a:lnTo>
                  <a:lnTo>
                    <a:pt x="1547221" y="4191860"/>
                  </a:lnTo>
                  <a:lnTo>
                    <a:pt x="1547347" y="4191860"/>
                  </a:lnTo>
                  <a:lnTo>
                    <a:pt x="1547473" y="4191860"/>
                  </a:lnTo>
                  <a:lnTo>
                    <a:pt x="1547599" y="4191860"/>
                  </a:lnTo>
                  <a:lnTo>
                    <a:pt x="1547725" y="4191860"/>
                  </a:lnTo>
                  <a:lnTo>
                    <a:pt x="1547851" y="4191860"/>
                  </a:lnTo>
                  <a:lnTo>
                    <a:pt x="1547977" y="4191860"/>
                  </a:lnTo>
                  <a:lnTo>
                    <a:pt x="1548103" y="4191860"/>
                  </a:lnTo>
                  <a:lnTo>
                    <a:pt x="1548229" y="4191860"/>
                  </a:lnTo>
                  <a:lnTo>
                    <a:pt x="1548355" y="4191860"/>
                  </a:lnTo>
                  <a:lnTo>
                    <a:pt x="1548482" y="4191860"/>
                  </a:lnTo>
                  <a:lnTo>
                    <a:pt x="1548608" y="4191860"/>
                  </a:lnTo>
                  <a:lnTo>
                    <a:pt x="1548734" y="4191860"/>
                  </a:lnTo>
                  <a:lnTo>
                    <a:pt x="1548734" y="4186581"/>
                  </a:lnTo>
                  <a:lnTo>
                    <a:pt x="1548860" y="4186581"/>
                  </a:lnTo>
                  <a:lnTo>
                    <a:pt x="1548986" y="4186581"/>
                  </a:lnTo>
                  <a:lnTo>
                    <a:pt x="1549112" y="4186581"/>
                  </a:lnTo>
                  <a:lnTo>
                    <a:pt x="1549238" y="4186581"/>
                  </a:lnTo>
                  <a:lnTo>
                    <a:pt x="1549364" y="4186581"/>
                  </a:lnTo>
                  <a:lnTo>
                    <a:pt x="1549490" y="4186581"/>
                  </a:lnTo>
                  <a:lnTo>
                    <a:pt x="1549616" y="4186581"/>
                  </a:lnTo>
                  <a:lnTo>
                    <a:pt x="1549742" y="4186581"/>
                  </a:lnTo>
                  <a:lnTo>
                    <a:pt x="1549868" y="4186581"/>
                  </a:lnTo>
                  <a:lnTo>
                    <a:pt x="1549995" y="4186581"/>
                  </a:lnTo>
                  <a:lnTo>
                    <a:pt x="1550121" y="4186581"/>
                  </a:lnTo>
                  <a:lnTo>
                    <a:pt x="1550247" y="4186581"/>
                  </a:lnTo>
                  <a:lnTo>
                    <a:pt x="1550373" y="4186581"/>
                  </a:lnTo>
                  <a:lnTo>
                    <a:pt x="1550499" y="4186581"/>
                  </a:lnTo>
                  <a:lnTo>
                    <a:pt x="1550625" y="4186581"/>
                  </a:lnTo>
                  <a:lnTo>
                    <a:pt x="1550751" y="4186581"/>
                  </a:lnTo>
                  <a:lnTo>
                    <a:pt x="1550877" y="4186581"/>
                  </a:lnTo>
                  <a:lnTo>
                    <a:pt x="1551003" y="4186581"/>
                  </a:lnTo>
                  <a:lnTo>
                    <a:pt x="1551129" y="4186581"/>
                  </a:lnTo>
                  <a:lnTo>
                    <a:pt x="1551255" y="4186581"/>
                  </a:lnTo>
                  <a:lnTo>
                    <a:pt x="1551382" y="4186581"/>
                  </a:lnTo>
                  <a:lnTo>
                    <a:pt x="1551508" y="4186581"/>
                  </a:lnTo>
                  <a:lnTo>
                    <a:pt x="1551634" y="4186581"/>
                  </a:lnTo>
                  <a:lnTo>
                    <a:pt x="1551634" y="4181301"/>
                  </a:lnTo>
                  <a:lnTo>
                    <a:pt x="1551760" y="4181301"/>
                  </a:lnTo>
                  <a:lnTo>
                    <a:pt x="1551886" y="4181301"/>
                  </a:lnTo>
                  <a:lnTo>
                    <a:pt x="1552012" y="4181301"/>
                  </a:lnTo>
                  <a:lnTo>
                    <a:pt x="1552138" y="4181301"/>
                  </a:lnTo>
                  <a:lnTo>
                    <a:pt x="1552264" y="4181301"/>
                  </a:lnTo>
                  <a:lnTo>
                    <a:pt x="1552390" y="4181301"/>
                  </a:lnTo>
                  <a:lnTo>
                    <a:pt x="1552516" y="4181301"/>
                  </a:lnTo>
                  <a:lnTo>
                    <a:pt x="1552642" y="4181301"/>
                  </a:lnTo>
                  <a:lnTo>
                    <a:pt x="1552769" y="4181301"/>
                  </a:lnTo>
                  <a:lnTo>
                    <a:pt x="1552895" y="4181301"/>
                  </a:lnTo>
                  <a:lnTo>
                    <a:pt x="1553021" y="4181301"/>
                  </a:lnTo>
                  <a:lnTo>
                    <a:pt x="1553147" y="4181301"/>
                  </a:lnTo>
                  <a:lnTo>
                    <a:pt x="1553273" y="4181301"/>
                  </a:lnTo>
                  <a:lnTo>
                    <a:pt x="1553399" y="4181301"/>
                  </a:lnTo>
                  <a:lnTo>
                    <a:pt x="1553525" y="4181301"/>
                  </a:lnTo>
                  <a:lnTo>
                    <a:pt x="1553651" y="4181301"/>
                  </a:lnTo>
                  <a:lnTo>
                    <a:pt x="1553777" y="4181301"/>
                  </a:lnTo>
                  <a:lnTo>
                    <a:pt x="1553903" y="4181301"/>
                  </a:lnTo>
                  <a:lnTo>
                    <a:pt x="1554029" y="4181301"/>
                  </a:lnTo>
                  <a:lnTo>
                    <a:pt x="1554155" y="4181301"/>
                  </a:lnTo>
                  <a:lnTo>
                    <a:pt x="1554282" y="4181301"/>
                  </a:lnTo>
                  <a:lnTo>
                    <a:pt x="1554408" y="4181301"/>
                  </a:lnTo>
                  <a:lnTo>
                    <a:pt x="1554534" y="4181301"/>
                  </a:lnTo>
                  <a:lnTo>
                    <a:pt x="1554660" y="4181301"/>
                  </a:lnTo>
                  <a:lnTo>
                    <a:pt x="1554660" y="4176022"/>
                  </a:lnTo>
                  <a:lnTo>
                    <a:pt x="1554786" y="4176022"/>
                  </a:lnTo>
                  <a:lnTo>
                    <a:pt x="1554912" y="4176022"/>
                  </a:lnTo>
                  <a:lnTo>
                    <a:pt x="1555038" y="4176022"/>
                  </a:lnTo>
                  <a:lnTo>
                    <a:pt x="1555164" y="4176022"/>
                  </a:lnTo>
                  <a:lnTo>
                    <a:pt x="1555290" y="4176022"/>
                  </a:lnTo>
                  <a:lnTo>
                    <a:pt x="1555416" y="4176022"/>
                  </a:lnTo>
                  <a:lnTo>
                    <a:pt x="1555542" y="4176022"/>
                  </a:lnTo>
                  <a:lnTo>
                    <a:pt x="1555669" y="4176022"/>
                  </a:lnTo>
                  <a:lnTo>
                    <a:pt x="1555795" y="4176022"/>
                  </a:lnTo>
                  <a:lnTo>
                    <a:pt x="1555921" y="4176022"/>
                  </a:lnTo>
                  <a:lnTo>
                    <a:pt x="1556047" y="4176022"/>
                  </a:lnTo>
                  <a:lnTo>
                    <a:pt x="1556173" y="4176022"/>
                  </a:lnTo>
                  <a:lnTo>
                    <a:pt x="1556299" y="4176022"/>
                  </a:lnTo>
                  <a:lnTo>
                    <a:pt x="1556425" y="4176022"/>
                  </a:lnTo>
                  <a:lnTo>
                    <a:pt x="1556551" y="4176022"/>
                  </a:lnTo>
                  <a:lnTo>
                    <a:pt x="1556677" y="4176022"/>
                  </a:lnTo>
                  <a:lnTo>
                    <a:pt x="1556803" y="4176022"/>
                  </a:lnTo>
                  <a:lnTo>
                    <a:pt x="1556929" y="4176022"/>
                  </a:lnTo>
                  <a:lnTo>
                    <a:pt x="1557055" y="4176022"/>
                  </a:lnTo>
                  <a:lnTo>
                    <a:pt x="1557182" y="4176022"/>
                  </a:lnTo>
                  <a:lnTo>
                    <a:pt x="1557308" y="4176022"/>
                  </a:lnTo>
                  <a:lnTo>
                    <a:pt x="1557434" y="4176022"/>
                  </a:lnTo>
                  <a:lnTo>
                    <a:pt x="1557560" y="4176022"/>
                  </a:lnTo>
                  <a:lnTo>
                    <a:pt x="1557686" y="4176022"/>
                  </a:lnTo>
                  <a:lnTo>
                    <a:pt x="1557812" y="4176022"/>
                  </a:lnTo>
                  <a:lnTo>
                    <a:pt x="1557938" y="4176022"/>
                  </a:lnTo>
                  <a:lnTo>
                    <a:pt x="1558064" y="4176022"/>
                  </a:lnTo>
                  <a:lnTo>
                    <a:pt x="1558190" y="4176022"/>
                  </a:lnTo>
                  <a:lnTo>
                    <a:pt x="1558316" y="4176022"/>
                  </a:lnTo>
                  <a:lnTo>
                    <a:pt x="1558442" y="4176022"/>
                  </a:lnTo>
                  <a:lnTo>
                    <a:pt x="1558569" y="4176022"/>
                  </a:lnTo>
                  <a:lnTo>
                    <a:pt x="1558695" y="4176022"/>
                  </a:lnTo>
                  <a:lnTo>
                    <a:pt x="1558821" y="4176022"/>
                  </a:lnTo>
                  <a:lnTo>
                    <a:pt x="1558947" y="4176022"/>
                  </a:lnTo>
                  <a:lnTo>
                    <a:pt x="1559073" y="4176022"/>
                  </a:lnTo>
                  <a:lnTo>
                    <a:pt x="1559199" y="4176022"/>
                  </a:lnTo>
                  <a:lnTo>
                    <a:pt x="1559325" y="4176022"/>
                  </a:lnTo>
                  <a:lnTo>
                    <a:pt x="1559451" y="4176022"/>
                  </a:lnTo>
                  <a:lnTo>
                    <a:pt x="1559577" y="4176022"/>
                  </a:lnTo>
                  <a:lnTo>
                    <a:pt x="1559703" y="4176022"/>
                  </a:lnTo>
                  <a:lnTo>
                    <a:pt x="1559829" y="4176022"/>
                  </a:lnTo>
                  <a:lnTo>
                    <a:pt x="1559956" y="4176022"/>
                  </a:lnTo>
                  <a:lnTo>
                    <a:pt x="1560082" y="4176022"/>
                  </a:lnTo>
                  <a:lnTo>
                    <a:pt x="1560208" y="4176022"/>
                  </a:lnTo>
                  <a:lnTo>
                    <a:pt x="1560334" y="4176022"/>
                  </a:lnTo>
                  <a:lnTo>
                    <a:pt x="1560460" y="4176022"/>
                  </a:lnTo>
                  <a:lnTo>
                    <a:pt x="1560586" y="4176022"/>
                  </a:lnTo>
                  <a:lnTo>
                    <a:pt x="1560712" y="4176022"/>
                  </a:lnTo>
                  <a:lnTo>
                    <a:pt x="1560838" y="4176022"/>
                  </a:lnTo>
                  <a:lnTo>
                    <a:pt x="1560964" y="4176022"/>
                  </a:lnTo>
                  <a:lnTo>
                    <a:pt x="1561090" y="4176022"/>
                  </a:lnTo>
                  <a:lnTo>
                    <a:pt x="1561216" y="4176022"/>
                  </a:lnTo>
                  <a:lnTo>
                    <a:pt x="1561342" y="4176022"/>
                  </a:lnTo>
                  <a:lnTo>
                    <a:pt x="1561469" y="4176022"/>
                  </a:lnTo>
                  <a:lnTo>
                    <a:pt x="1561595" y="4176022"/>
                  </a:lnTo>
                  <a:lnTo>
                    <a:pt x="1561721" y="4176022"/>
                  </a:lnTo>
                  <a:lnTo>
                    <a:pt x="1561847" y="4176022"/>
                  </a:lnTo>
                  <a:lnTo>
                    <a:pt x="1561973" y="4176022"/>
                  </a:lnTo>
                  <a:lnTo>
                    <a:pt x="1562099" y="4176022"/>
                  </a:lnTo>
                  <a:lnTo>
                    <a:pt x="1562225" y="4176022"/>
                  </a:lnTo>
                  <a:lnTo>
                    <a:pt x="1562351" y="4176022"/>
                  </a:lnTo>
                  <a:lnTo>
                    <a:pt x="1562477" y="4176022"/>
                  </a:lnTo>
                  <a:lnTo>
                    <a:pt x="1562603" y="4176022"/>
                  </a:lnTo>
                  <a:lnTo>
                    <a:pt x="1562729" y="4176022"/>
                  </a:lnTo>
                  <a:lnTo>
                    <a:pt x="1562856" y="4176022"/>
                  </a:lnTo>
                  <a:lnTo>
                    <a:pt x="1562982" y="4176022"/>
                  </a:lnTo>
                  <a:lnTo>
                    <a:pt x="1563108" y="4176022"/>
                  </a:lnTo>
                  <a:lnTo>
                    <a:pt x="1563234" y="4176022"/>
                  </a:lnTo>
                  <a:lnTo>
                    <a:pt x="1563360" y="4176022"/>
                  </a:lnTo>
                  <a:lnTo>
                    <a:pt x="1563486" y="4176022"/>
                  </a:lnTo>
                  <a:lnTo>
                    <a:pt x="1563612" y="4176022"/>
                  </a:lnTo>
                  <a:lnTo>
                    <a:pt x="1563738" y="4176022"/>
                  </a:lnTo>
                  <a:lnTo>
                    <a:pt x="1563864" y="4176022"/>
                  </a:lnTo>
                  <a:lnTo>
                    <a:pt x="1563990" y="4176022"/>
                  </a:lnTo>
                  <a:lnTo>
                    <a:pt x="1564116" y="4176022"/>
                  </a:lnTo>
                  <a:lnTo>
                    <a:pt x="1564242" y="4176022"/>
                  </a:lnTo>
                  <a:lnTo>
                    <a:pt x="1564369" y="4176022"/>
                  </a:lnTo>
                  <a:lnTo>
                    <a:pt x="1564495" y="4176022"/>
                  </a:lnTo>
                  <a:lnTo>
                    <a:pt x="1564621" y="4176022"/>
                  </a:lnTo>
                  <a:lnTo>
                    <a:pt x="1564747" y="4176022"/>
                  </a:lnTo>
                  <a:lnTo>
                    <a:pt x="1564873" y="4176022"/>
                  </a:lnTo>
                  <a:lnTo>
                    <a:pt x="1564999" y="4176022"/>
                  </a:lnTo>
                  <a:lnTo>
                    <a:pt x="1565125" y="4176022"/>
                  </a:lnTo>
                  <a:lnTo>
                    <a:pt x="1565251" y="4176022"/>
                  </a:lnTo>
                  <a:lnTo>
                    <a:pt x="1565377" y="4176022"/>
                  </a:lnTo>
                  <a:lnTo>
                    <a:pt x="1565503" y="4176022"/>
                  </a:lnTo>
                  <a:lnTo>
                    <a:pt x="1565629" y="4176022"/>
                  </a:lnTo>
                  <a:lnTo>
                    <a:pt x="1565756" y="4176022"/>
                  </a:lnTo>
                  <a:lnTo>
                    <a:pt x="1565882" y="4176022"/>
                  </a:lnTo>
                  <a:lnTo>
                    <a:pt x="1566008" y="4176022"/>
                  </a:lnTo>
                  <a:lnTo>
                    <a:pt x="1566134" y="4176022"/>
                  </a:lnTo>
                  <a:lnTo>
                    <a:pt x="1566260" y="4176022"/>
                  </a:lnTo>
                  <a:lnTo>
                    <a:pt x="1566386" y="4176022"/>
                  </a:lnTo>
                  <a:lnTo>
                    <a:pt x="1566512" y="4176022"/>
                  </a:lnTo>
                  <a:lnTo>
                    <a:pt x="1566638" y="4176022"/>
                  </a:lnTo>
                  <a:lnTo>
                    <a:pt x="1566764" y="4176022"/>
                  </a:lnTo>
                  <a:lnTo>
                    <a:pt x="1566890" y="4176022"/>
                  </a:lnTo>
                  <a:lnTo>
                    <a:pt x="1567016" y="4176022"/>
                  </a:lnTo>
                  <a:lnTo>
                    <a:pt x="1567142" y="4176022"/>
                  </a:lnTo>
                  <a:lnTo>
                    <a:pt x="1567269" y="4176022"/>
                  </a:lnTo>
                  <a:lnTo>
                    <a:pt x="1567395" y="4176022"/>
                  </a:lnTo>
                  <a:lnTo>
                    <a:pt x="1567521" y="4176022"/>
                  </a:lnTo>
                  <a:lnTo>
                    <a:pt x="1567647" y="4176022"/>
                  </a:lnTo>
                  <a:lnTo>
                    <a:pt x="1567773" y="4176022"/>
                  </a:lnTo>
                  <a:lnTo>
                    <a:pt x="1567899" y="4176022"/>
                  </a:lnTo>
                  <a:lnTo>
                    <a:pt x="1568025" y="4176022"/>
                  </a:lnTo>
                  <a:lnTo>
                    <a:pt x="1568151" y="4176022"/>
                  </a:lnTo>
                  <a:lnTo>
                    <a:pt x="1568277" y="4176022"/>
                  </a:lnTo>
                  <a:lnTo>
                    <a:pt x="1568403" y="4176022"/>
                  </a:lnTo>
                  <a:lnTo>
                    <a:pt x="1568529" y="4176022"/>
                  </a:lnTo>
                  <a:lnTo>
                    <a:pt x="1568656" y="4176022"/>
                  </a:lnTo>
                  <a:lnTo>
                    <a:pt x="1568782" y="4176022"/>
                  </a:lnTo>
                  <a:lnTo>
                    <a:pt x="1568908" y="4176022"/>
                  </a:lnTo>
                  <a:lnTo>
                    <a:pt x="1569034" y="4176022"/>
                  </a:lnTo>
                  <a:lnTo>
                    <a:pt x="1569160" y="4176022"/>
                  </a:lnTo>
                  <a:lnTo>
                    <a:pt x="1569286" y="4176022"/>
                  </a:lnTo>
                  <a:lnTo>
                    <a:pt x="1569412" y="4176022"/>
                  </a:lnTo>
                  <a:lnTo>
                    <a:pt x="1569538" y="4176022"/>
                  </a:lnTo>
                  <a:lnTo>
                    <a:pt x="1569664" y="4176022"/>
                  </a:lnTo>
                  <a:lnTo>
                    <a:pt x="1569790" y="4176022"/>
                  </a:lnTo>
                  <a:lnTo>
                    <a:pt x="1569916" y="4176022"/>
                  </a:lnTo>
                  <a:lnTo>
                    <a:pt x="1570043" y="4176022"/>
                  </a:lnTo>
                  <a:lnTo>
                    <a:pt x="1570169" y="4176022"/>
                  </a:lnTo>
                  <a:lnTo>
                    <a:pt x="1570295" y="4176022"/>
                  </a:lnTo>
                  <a:lnTo>
                    <a:pt x="1570421" y="4176022"/>
                  </a:lnTo>
                  <a:lnTo>
                    <a:pt x="1570547" y="4176022"/>
                  </a:lnTo>
                  <a:lnTo>
                    <a:pt x="1570673" y="4176022"/>
                  </a:lnTo>
                  <a:lnTo>
                    <a:pt x="1570799" y="4176022"/>
                  </a:lnTo>
                  <a:lnTo>
                    <a:pt x="1570925" y="4176022"/>
                  </a:lnTo>
                  <a:lnTo>
                    <a:pt x="1571051" y="4176022"/>
                  </a:lnTo>
                  <a:lnTo>
                    <a:pt x="1571177" y="4176022"/>
                  </a:lnTo>
                  <a:lnTo>
                    <a:pt x="1571303" y="4176022"/>
                  </a:lnTo>
                  <a:lnTo>
                    <a:pt x="1571429" y="4176022"/>
                  </a:lnTo>
                  <a:lnTo>
                    <a:pt x="1571556" y="4176022"/>
                  </a:lnTo>
                  <a:lnTo>
                    <a:pt x="1571682" y="4176022"/>
                  </a:lnTo>
                  <a:lnTo>
                    <a:pt x="1571808" y="4176022"/>
                  </a:lnTo>
                  <a:lnTo>
                    <a:pt x="1571934" y="4176022"/>
                  </a:lnTo>
                  <a:lnTo>
                    <a:pt x="1572060" y="4176022"/>
                  </a:lnTo>
                  <a:lnTo>
                    <a:pt x="1572186" y="4176022"/>
                  </a:lnTo>
                  <a:lnTo>
                    <a:pt x="1572312" y="4176022"/>
                  </a:lnTo>
                  <a:lnTo>
                    <a:pt x="1572438" y="4176022"/>
                  </a:lnTo>
                  <a:lnTo>
                    <a:pt x="1572564" y="4176022"/>
                  </a:lnTo>
                  <a:lnTo>
                    <a:pt x="1572690" y="4176022"/>
                  </a:lnTo>
                  <a:lnTo>
                    <a:pt x="1572816" y="4176022"/>
                  </a:lnTo>
                  <a:lnTo>
                    <a:pt x="1572943" y="4176022"/>
                  </a:lnTo>
                  <a:lnTo>
                    <a:pt x="1573069" y="4176022"/>
                  </a:lnTo>
                  <a:lnTo>
                    <a:pt x="1573195" y="4176022"/>
                  </a:lnTo>
                  <a:lnTo>
                    <a:pt x="1573321" y="4176022"/>
                  </a:lnTo>
                  <a:lnTo>
                    <a:pt x="1573447" y="4176022"/>
                  </a:lnTo>
                  <a:lnTo>
                    <a:pt x="1573573" y="4176022"/>
                  </a:lnTo>
                  <a:lnTo>
                    <a:pt x="1573699" y="4176022"/>
                  </a:lnTo>
                  <a:lnTo>
                    <a:pt x="1573825" y="4176022"/>
                  </a:lnTo>
                  <a:lnTo>
                    <a:pt x="1573951" y="4176022"/>
                  </a:lnTo>
                  <a:lnTo>
                    <a:pt x="1574077" y="4176022"/>
                  </a:lnTo>
                  <a:lnTo>
                    <a:pt x="1574203" y="4176022"/>
                  </a:lnTo>
                  <a:lnTo>
                    <a:pt x="1574329" y="4176022"/>
                  </a:lnTo>
                  <a:lnTo>
                    <a:pt x="1574456" y="4176022"/>
                  </a:lnTo>
                  <a:lnTo>
                    <a:pt x="1574582" y="4176022"/>
                  </a:lnTo>
                  <a:lnTo>
                    <a:pt x="1574708" y="4176022"/>
                  </a:lnTo>
                  <a:lnTo>
                    <a:pt x="1574834" y="4176022"/>
                  </a:lnTo>
                  <a:lnTo>
                    <a:pt x="1574960" y="4176022"/>
                  </a:lnTo>
                  <a:lnTo>
                    <a:pt x="1575086" y="4176022"/>
                  </a:lnTo>
                  <a:lnTo>
                    <a:pt x="1575212" y="4176022"/>
                  </a:lnTo>
                  <a:lnTo>
                    <a:pt x="1575338" y="4176022"/>
                  </a:lnTo>
                  <a:lnTo>
                    <a:pt x="1575464" y="4176022"/>
                  </a:lnTo>
                  <a:lnTo>
                    <a:pt x="1575590" y="4176022"/>
                  </a:lnTo>
                  <a:lnTo>
                    <a:pt x="1575716" y="4176022"/>
                  </a:lnTo>
                  <a:lnTo>
                    <a:pt x="1575843" y="4176022"/>
                  </a:lnTo>
                  <a:lnTo>
                    <a:pt x="1575969" y="4176022"/>
                  </a:lnTo>
                  <a:lnTo>
                    <a:pt x="1576095" y="4176022"/>
                  </a:lnTo>
                  <a:lnTo>
                    <a:pt x="1576221" y="4176022"/>
                  </a:lnTo>
                  <a:lnTo>
                    <a:pt x="1576347" y="4176022"/>
                  </a:lnTo>
                  <a:lnTo>
                    <a:pt x="1576473" y="4176022"/>
                  </a:lnTo>
                  <a:lnTo>
                    <a:pt x="1576599" y="4176022"/>
                  </a:lnTo>
                  <a:lnTo>
                    <a:pt x="1576725" y="4176022"/>
                  </a:lnTo>
                  <a:lnTo>
                    <a:pt x="1576851" y="4176022"/>
                  </a:lnTo>
                  <a:lnTo>
                    <a:pt x="1576977" y="4176022"/>
                  </a:lnTo>
                  <a:lnTo>
                    <a:pt x="1577103" y="4176022"/>
                  </a:lnTo>
                  <a:lnTo>
                    <a:pt x="1577230" y="4176022"/>
                  </a:lnTo>
                  <a:lnTo>
                    <a:pt x="1577356" y="4176022"/>
                  </a:lnTo>
                  <a:lnTo>
                    <a:pt x="1577356" y="4170742"/>
                  </a:lnTo>
                  <a:lnTo>
                    <a:pt x="1577482" y="4170742"/>
                  </a:lnTo>
                  <a:lnTo>
                    <a:pt x="1577608" y="4170742"/>
                  </a:lnTo>
                  <a:lnTo>
                    <a:pt x="1577734" y="4170742"/>
                  </a:lnTo>
                  <a:lnTo>
                    <a:pt x="1577860" y="4170742"/>
                  </a:lnTo>
                  <a:lnTo>
                    <a:pt x="1577986" y="4170742"/>
                  </a:lnTo>
                  <a:lnTo>
                    <a:pt x="1578112" y="4170742"/>
                  </a:lnTo>
                  <a:lnTo>
                    <a:pt x="1578238" y="4170742"/>
                  </a:lnTo>
                  <a:lnTo>
                    <a:pt x="1578238" y="4165463"/>
                  </a:lnTo>
                  <a:lnTo>
                    <a:pt x="1578364" y="4165463"/>
                  </a:lnTo>
                  <a:lnTo>
                    <a:pt x="1578490" y="4165463"/>
                  </a:lnTo>
                  <a:lnTo>
                    <a:pt x="1578616" y="4165463"/>
                  </a:lnTo>
                  <a:lnTo>
                    <a:pt x="1578743" y="4165463"/>
                  </a:lnTo>
                  <a:lnTo>
                    <a:pt x="1578869" y="4165463"/>
                  </a:lnTo>
                  <a:lnTo>
                    <a:pt x="1578995" y="4165463"/>
                  </a:lnTo>
                  <a:lnTo>
                    <a:pt x="1579121" y="4165463"/>
                  </a:lnTo>
                  <a:lnTo>
                    <a:pt x="1579247" y="4165463"/>
                  </a:lnTo>
                  <a:lnTo>
                    <a:pt x="1579373" y="4165463"/>
                  </a:lnTo>
                  <a:lnTo>
                    <a:pt x="1579499" y="4165463"/>
                  </a:lnTo>
                  <a:lnTo>
                    <a:pt x="1579625" y="4165463"/>
                  </a:lnTo>
                  <a:lnTo>
                    <a:pt x="1579751" y="4165463"/>
                  </a:lnTo>
                  <a:lnTo>
                    <a:pt x="1579877" y="4165463"/>
                  </a:lnTo>
                  <a:lnTo>
                    <a:pt x="1580003" y="4165463"/>
                  </a:lnTo>
                  <a:lnTo>
                    <a:pt x="1580130" y="4165463"/>
                  </a:lnTo>
                  <a:lnTo>
                    <a:pt x="1580256" y="4165463"/>
                  </a:lnTo>
                  <a:lnTo>
                    <a:pt x="1580382" y="4165463"/>
                  </a:lnTo>
                  <a:lnTo>
                    <a:pt x="1580508" y="4165463"/>
                  </a:lnTo>
                  <a:lnTo>
                    <a:pt x="1580634" y="4165463"/>
                  </a:lnTo>
                  <a:lnTo>
                    <a:pt x="1580760" y="4165463"/>
                  </a:lnTo>
                  <a:lnTo>
                    <a:pt x="1580886" y="4165463"/>
                  </a:lnTo>
                  <a:lnTo>
                    <a:pt x="1581012" y="4165463"/>
                  </a:lnTo>
                  <a:lnTo>
                    <a:pt x="1581138" y="4165463"/>
                  </a:lnTo>
                  <a:lnTo>
                    <a:pt x="1581264" y="4165463"/>
                  </a:lnTo>
                  <a:lnTo>
                    <a:pt x="1581390" y="4165463"/>
                  </a:lnTo>
                  <a:lnTo>
                    <a:pt x="1581516" y="4165463"/>
                  </a:lnTo>
                  <a:lnTo>
                    <a:pt x="1581643" y="4165463"/>
                  </a:lnTo>
                  <a:lnTo>
                    <a:pt x="1581769" y="4165463"/>
                  </a:lnTo>
                  <a:lnTo>
                    <a:pt x="1581895" y="4165463"/>
                  </a:lnTo>
                  <a:lnTo>
                    <a:pt x="1582021" y="4165463"/>
                  </a:lnTo>
                  <a:lnTo>
                    <a:pt x="1582147" y="4165463"/>
                  </a:lnTo>
                  <a:lnTo>
                    <a:pt x="1582273" y="4165463"/>
                  </a:lnTo>
                  <a:lnTo>
                    <a:pt x="1582399" y="4165463"/>
                  </a:lnTo>
                  <a:lnTo>
                    <a:pt x="1582525" y="4165463"/>
                  </a:lnTo>
                  <a:lnTo>
                    <a:pt x="1582651" y="4165463"/>
                  </a:lnTo>
                  <a:lnTo>
                    <a:pt x="1582777" y="4165463"/>
                  </a:lnTo>
                  <a:lnTo>
                    <a:pt x="1582903" y="4165463"/>
                  </a:lnTo>
                  <a:lnTo>
                    <a:pt x="1583030" y="4165463"/>
                  </a:lnTo>
                  <a:lnTo>
                    <a:pt x="1583156" y="4165463"/>
                  </a:lnTo>
                  <a:lnTo>
                    <a:pt x="1583282" y="4165463"/>
                  </a:lnTo>
                  <a:lnTo>
                    <a:pt x="1583408" y="4165463"/>
                  </a:lnTo>
                  <a:lnTo>
                    <a:pt x="1583534" y="4165463"/>
                  </a:lnTo>
                  <a:lnTo>
                    <a:pt x="1583660" y="4165463"/>
                  </a:lnTo>
                  <a:lnTo>
                    <a:pt x="1583786" y="4165463"/>
                  </a:lnTo>
                  <a:lnTo>
                    <a:pt x="1583912" y="4165463"/>
                  </a:lnTo>
                  <a:lnTo>
                    <a:pt x="1584038" y="4165463"/>
                  </a:lnTo>
                  <a:lnTo>
                    <a:pt x="1584164" y="4165463"/>
                  </a:lnTo>
                  <a:lnTo>
                    <a:pt x="1584290" y="4165463"/>
                  </a:lnTo>
                  <a:lnTo>
                    <a:pt x="1584416" y="4165463"/>
                  </a:lnTo>
                  <a:lnTo>
                    <a:pt x="1584543" y="4165463"/>
                  </a:lnTo>
                  <a:lnTo>
                    <a:pt x="1584669" y="4165463"/>
                  </a:lnTo>
                  <a:lnTo>
                    <a:pt x="1584795" y="4165463"/>
                  </a:lnTo>
                  <a:lnTo>
                    <a:pt x="1584921" y="4165463"/>
                  </a:lnTo>
                  <a:lnTo>
                    <a:pt x="1585047" y="4165463"/>
                  </a:lnTo>
                  <a:lnTo>
                    <a:pt x="1585173" y="4165463"/>
                  </a:lnTo>
                  <a:lnTo>
                    <a:pt x="1585299" y="4165463"/>
                  </a:lnTo>
                  <a:lnTo>
                    <a:pt x="1585425" y="4165463"/>
                  </a:lnTo>
                  <a:lnTo>
                    <a:pt x="1585551" y="4165463"/>
                  </a:lnTo>
                  <a:lnTo>
                    <a:pt x="1585677" y="4165463"/>
                  </a:lnTo>
                  <a:lnTo>
                    <a:pt x="1585803" y="4165463"/>
                  </a:lnTo>
                  <a:lnTo>
                    <a:pt x="1585930" y="4165463"/>
                  </a:lnTo>
                  <a:lnTo>
                    <a:pt x="1586056" y="4165463"/>
                  </a:lnTo>
                  <a:lnTo>
                    <a:pt x="1586182" y="4165463"/>
                  </a:lnTo>
                  <a:lnTo>
                    <a:pt x="1586308" y="4165463"/>
                  </a:lnTo>
                  <a:lnTo>
                    <a:pt x="1586434" y="4165463"/>
                  </a:lnTo>
                  <a:lnTo>
                    <a:pt x="1586560" y="4165463"/>
                  </a:lnTo>
                  <a:lnTo>
                    <a:pt x="1586686" y="4165463"/>
                  </a:lnTo>
                  <a:lnTo>
                    <a:pt x="1586812" y="4165463"/>
                  </a:lnTo>
                  <a:lnTo>
                    <a:pt x="1586938" y="4165463"/>
                  </a:lnTo>
                  <a:lnTo>
                    <a:pt x="1587064" y="4165463"/>
                  </a:lnTo>
                  <a:lnTo>
                    <a:pt x="1587190" y="4165463"/>
                  </a:lnTo>
                  <a:lnTo>
                    <a:pt x="1587317" y="4165463"/>
                  </a:lnTo>
                  <a:lnTo>
                    <a:pt x="1587443" y="4165463"/>
                  </a:lnTo>
                  <a:lnTo>
                    <a:pt x="1587569" y="4165463"/>
                  </a:lnTo>
                  <a:lnTo>
                    <a:pt x="1587695" y="4165463"/>
                  </a:lnTo>
                  <a:lnTo>
                    <a:pt x="1587821" y="4165463"/>
                  </a:lnTo>
                  <a:lnTo>
                    <a:pt x="1587947" y="4165463"/>
                  </a:lnTo>
                  <a:lnTo>
                    <a:pt x="1588073" y="4165463"/>
                  </a:lnTo>
                  <a:lnTo>
                    <a:pt x="1588199" y="4165463"/>
                  </a:lnTo>
                  <a:lnTo>
                    <a:pt x="1588325" y="4165463"/>
                  </a:lnTo>
                  <a:lnTo>
                    <a:pt x="1588451" y="4165463"/>
                  </a:lnTo>
                  <a:lnTo>
                    <a:pt x="1588577" y="4165463"/>
                  </a:lnTo>
                  <a:lnTo>
                    <a:pt x="1588703" y="4165463"/>
                  </a:lnTo>
                  <a:lnTo>
                    <a:pt x="1588830" y="4165463"/>
                  </a:lnTo>
                  <a:lnTo>
                    <a:pt x="1588956" y="4165463"/>
                  </a:lnTo>
                  <a:lnTo>
                    <a:pt x="1589082" y="4165463"/>
                  </a:lnTo>
                  <a:lnTo>
                    <a:pt x="1589208" y="4165463"/>
                  </a:lnTo>
                  <a:lnTo>
                    <a:pt x="1589334" y="4165463"/>
                  </a:lnTo>
                  <a:lnTo>
                    <a:pt x="1589460" y="4165463"/>
                  </a:lnTo>
                  <a:lnTo>
                    <a:pt x="1589586" y="4165463"/>
                  </a:lnTo>
                  <a:lnTo>
                    <a:pt x="1589712" y="4165463"/>
                  </a:lnTo>
                  <a:lnTo>
                    <a:pt x="1589838" y="4165463"/>
                  </a:lnTo>
                  <a:lnTo>
                    <a:pt x="1589964" y="4165463"/>
                  </a:lnTo>
                  <a:lnTo>
                    <a:pt x="1590090" y="4165463"/>
                  </a:lnTo>
                  <a:lnTo>
                    <a:pt x="1590217" y="4165463"/>
                  </a:lnTo>
                  <a:lnTo>
                    <a:pt x="1590217" y="4160184"/>
                  </a:lnTo>
                  <a:lnTo>
                    <a:pt x="1590343" y="4160184"/>
                  </a:lnTo>
                  <a:lnTo>
                    <a:pt x="1590469" y="4160184"/>
                  </a:lnTo>
                  <a:lnTo>
                    <a:pt x="1590595" y="4160184"/>
                  </a:lnTo>
                  <a:lnTo>
                    <a:pt x="1590721" y="4160184"/>
                  </a:lnTo>
                  <a:lnTo>
                    <a:pt x="1590847" y="4160184"/>
                  </a:lnTo>
                  <a:lnTo>
                    <a:pt x="1590973" y="4160184"/>
                  </a:lnTo>
                  <a:lnTo>
                    <a:pt x="1591099" y="4160184"/>
                  </a:lnTo>
                  <a:lnTo>
                    <a:pt x="1591225" y="4160184"/>
                  </a:lnTo>
                  <a:lnTo>
                    <a:pt x="1591351" y="4160184"/>
                  </a:lnTo>
                  <a:lnTo>
                    <a:pt x="1591477" y="4160184"/>
                  </a:lnTo>
                  <a:lnTo>
                    <a:pt x="1591603" y="4160184"/>
                  </a:lnTo>
                  <a:lnTo>
                    <a:pt x="1591730" y="4160184"/>
                  </a:lnTo>
                  <a:lnTo>
                    <a:pt x="1591856" y="4160184"/>
                  </a:lnTo>
                  <a:lnTo>
                    <a:pt x="1591982" y="4160184"/>
                  </a:lnTo>
                  <a:lnTo>
                    <a:pt x="1592108" y="4160184"/>
                  </a:lnTo>
                  <a:lnTo>
                    <a:pt x="1592234" y="4160184"/>
                  </a:lnTo>
                  <a:lnTo>
                    <a:pt x="1592360" y="4160184"/>
                  </a:lnTo>
                  <a:lnTo>
                    <a:pt x="1592486" y="4160184"/>
                  </a:lnTo>
                  <a:lnTo>
                    <a:pt x="1592486" y="4154904"/>
                  </a:lnTo>
                  <a:lnTo>
                    <a:pt x="1592612" y="4154904"/>
                  </a:lnTo>
                  <a:lnTo>
                    <a:pt x="1592738" y="4154904"/>
                  </a:lnTo>
                  <a:lnTo>
                    <a:pt x="1592864" y="4154904"/>
                  </a:lnTo>
                  <a:lnTo>
                    <a:pt x="1592990" y="4154904"/>
                  </a:lnTo>
                  <a:lnTo>
                    <a:pt x="1593117" y="4154904"/>
                  </a:lnTo>
                  <a:lnTo>
                    <a:pt x="1593243" y="4154904"/>
                  </a:lnTo>
                  <a:lnTo>
                    <a:pt x="1593369" y="4154904"/>
                  </a:lnTo>
                  <a:lnTo>
                    <a:pt x="1593495" y="4154904"/>
                  </a:lnTo>
                  <a:lnTo>
                    <a:pt x="1593621" y="4154904"/>
                  </a:lnTo>
                  <a:lnTo>
                    <a:pt x="1593747" y="4154904"/>
                  </a:lnTo>
                  <a:lnTo>
                    <a:pt x="1593873" y="4154904"/>
                  </a:lnTo>
                  <a:lnTo>
                    <a:pt x="1593999" y="4154904"/>
                  </a:lnTo>
                  <a:lnTo>
                    <a:pt x="1594125" y="4154904"/>
                  </a:lnTo>
                  <a:lnTo>
                    <a:pt x="1594251" y="4154904"/>
                  </a:lnTo>
                  <a:lnTo>
                    <a:pt x="1594377" y="4154904"/>
                  </a:lnTo>
                  <a:lnTo>
                    <a:pt x="1594504" y="4154904"/>
                  </a:lnTo>
                  <a:lnTo>
                    <a:pt x="1594630" y="4154904"/>
                  </a:lnTo>
                  <a:lnTo>
                    <a:pt x="1594756" y="4154904"/>
                  </a:lnTo>
                  <a:lnTo>
                    <a:pt x="1594882" y="4154904"/>
                  </a:lnTo>
                  <a:lnTo>
                    <a:pt x="1595008" y="4154904"/>
                  </a:lnTo>
                  <a:lnTo>
                    <a:pt x="1595134" y="4154904"/>
                  </a:lnTo>
                  <a:lnTo>
                    <a:pt x="1595260" y="4154904"/>
                  </a:lnTo>
                  <a:lnTo>
                    <a:pt x="1595386" y="4154904"/>
                  </a:lnTo>
                  <a:lnTo>
                    <a:pt x="1595512" y="4154904"/>
                  </a:lnTo>
                  <a:lnTo>
                    <a:pt x="1595638" y="4154904"/>
                  </a:lnTo>
                  <a:lnTo>
                    <a:pt x="1595764" y="4154904"/>
                  </a:lnTo>
                  <a:lnTo>
                    <a:pt x="1595890" y="4154904"/>
                  </a:lnTo>
                  <a:lnTo>
                    <a:pt x="1596017" y="4154904"/>
                  </a:lnTo>
                  <a:lnTo>
                    <a:pt x="1596143" y="4154904"/>
                  </a:lnTo>
                  <a:lnTo>
                    <a:pt x="1596269" y="4154904"/>
                  </a:lnTo>
                  <a:lnTo>
                    <a:pt x="1596395" y="4154904"/>
                  </a:lnTo>
                  <a:lnTo>
                    <a:pt x="1596521" y="4154904"/>
                  </a:lnTo>
                  <a:lnTo>
                    <a:pt x="1596647" y="4154904"/>
                  </a:lnTo>
                  <a:lnTo>
                    <a:pt x="1596773" y="4154904"/>
                  </a:lnTo>
                  <a:lnTo>
                    <a:pt x="1596899" y="4154904"/>
                  </a:lnTo>
                  <a:lnTo>
                    <a:pt x="1597025" y="4154904"/>
                  </a:lnTo>
                  <a:lnTo>
                    <a:pt x="1597151" y="4154904"/>
                  </a:lnTo>
                  <a:lnTo>
                    <a:pt x="1597277" y="4154904"/>
                  </a:lnTo>
                  <a:lnTo>
                    <a:pt x="1597404" y="4154904"/>
                  </a:lnTo>
                  <a:lnTo>
                    <a:pt x="1597530" y="4154904"/>
                  </a:lnTo>
                  <a:lnTo>
                    <a:pt x="1597656" y="4154904"/>
                  </a:lnTo>
                  <a:lnTo>
                    <a:pt x="1597782" y="4154904"/>
                  </a:lnTo>
                  <a:lnTo>
                    <a:pt x="1597908" y="4154904"/>
                  </a:lnTo>
                  <a:lnTo>
                    <a:pt x="1598034" y="4154904"/>
                  </a:lnTo>
                  <a:lnTo>
                    <a:pt x="1598160" y="4154904"/>
                  </a:lnTo>
                  <a:lnTo>
                    <a:pt x="1598286" y="4154904"/>
                  </a:lnTo>
                  <a:lnTo>
                    <a:pt x="1598412" y="4154904"/>
                  </a:lnTo>
                  <a:lnTo>
                    <a:pt x="1598538" y="4154904"/>
                  </a:lnTo>
                  <a:lnTo>
                    <a:pt x="1598664" y="4154904"/>
                  </a:lnTo>
                  <a:lnTo>
                    <a:pt x="1598790" y="4154904"/>
                  </a:lnTo>
                  <a:lnTo>
                    <a:pt x="1598917" y="4154904"/>
                  </a:lnTo>
                  <a:lnTo>
                    <a:pt x="1599043" y="4154904"/>
                  </a:lnTo>
                  <a:lnTo>
                    <a:pt x="1599169" y="4154904"/>
                  </a:lnTo>
                  <a:lnTo>
                    <a:pt x="1599295" y="4154904"/>
                  </a:lnTo>
                  <a:lnTo>
                    <a:pt x="1599421" y="4154904"/>
                  </a:lnTo>
                  <a:lnTo>
                    <a:pt x="1599547" y="4154904"/>
                  </a:lnTo>
                  <a:lnTo>
                    <a:pt x="1599673" y="4154904"/>
                  </a:lnTo>
                  <a:lnTo>
                    <a:pt x="1599799" y="4154904"/>
                  </a:lnTo>
                  <a:lnTo>
                    <a:pt x="1599925" y="4154904"/>
                  </a:lnTo>
                  <a:lnTo>
                    <a:pt x="1600051" y="4154904"/>
                  </a:lnTo>
                  <a:lnTo>
                    <a:pt x="1600177" y="4154904"/>
                  </a:lnTo>
                  <a:lnTo>
                    <a:pt x="1600304" y="4154904"/>
                  </a:lnTo>
                  <a:lnTo>
                    <a:pt x="1600430" y="4154904"/>
                  </a:lnTo>
                  <a:lnTo>
                    <a:pt x="1600556" y="4154904"/>
                  </a:lnTo>
                  <a:lnTo>
                    <a:pt x="1600682" y="4154904"/>
                  </a:lnTo>
                  <a:lnTo>
                    <a:pt x="1600808" y="4154904"/>
                  </a:lnTo>
                  <a:lnTo>
                    <a:pt x="1600934" y="4154904"/>
                  </a:lnTo>
                  <a:lnTo>
                    <a:pt x="1601060" y="4154904"/>
                  </a:lnTo>
                  <a:lnTo>
                    <a:pt x="1601186" y="4154904"/>
                  </a:lnTo>
                  <a:lnTo>
                    <a:pt x="1601312" y="4154904"/>
                  </a:lnTo>
                  <a:lnTo>
                    <a:pt x="1601438" y="4154904"/>
                  </a:lnTo>
                  <a:lnTo>
                    <a:pt x="1601564" y="4154904"/>
                  </a:lnTo>
                  <a:lnTo>
                    <a:pt x="1601691" y="4154904"/>
                  </a:lnTo>
                  <a:lnTo>
                    <a:pt x="1601817" y="4154904"/>
                  </a:lnTo>
                  <a:lnTo>
                    <a:pt x="1601943" y="4154904"/>
                  </a:lnTo>
                  <a:lnTo>
                    <a:pt x="1602069" y="4154904"/>
                  </a:lnTo>
                  <a:lnTo>
                    <a:pt x="1602195" y="4154904"/>
                  </a:lnTo>
                  <a:lnTo>
                    <a:pt x="1602321" y="4154904"/>
                  </a:lnTo>
                  <a:lnTo>
                    <a:pt x="1602447" y="4154904"/>
                  </a:lnTo>
                  <a:lnTo>
                    <a:pt x="1602573" y="4154904"/>
                  </a:lnTo>
                  <a:lnTo>
                    <a:pt x="1602699" y="4154904"/>
                  </a:lnTo>
                  <a:lnTo>
                    <a:pt x="1602825" y="4154904"/>
                  </a:lnTo>
                  <a:lnTo>
                    <a:pt x="1602951" y="4154904"/>
                  </a:lnTo>
                  <a:lnTo>
                    <a:pt x="1603077" y="4154904"/>
                  </a:lnTo>
                  <a:lnTo>
                    <a:pt x="1603204" y="4154904"/>
                  </a:lnTo>
                  <a:lnTo>
                    <a:pt x="1603330" y="4154904"/>
                  </a:lnTo>
                  <a:lnTo>
                    <a:pt x="1603456" y="4154904"/>
                  </a:lnTo>
                  <a:lnTo>
                    <a:pt x="1603582" y="4154904"/>
                  </a:lnTo>
                  <a:lnTo>
                    <a:pt x="1603708" y="4154904"/>
                  </a:lnTo>
                  <a:lnTo>
                    <a:pt x="1603834" y="4154904"/>
                  </a:lnTo>
                  <a:lnTo>
                    <a:pt x="1603960" y="4154904"/>
                  </a:lnTo>
                  <a:lnTo>
                    <a:pt x="1604086" y="4154904"/>
                  </a:lnTo>
                  <a:lnTo>
                    <a:pt x="1604212" y="4154904"/>
                  </a:lnTo>
                  <a:lnTo>
                    <a:pt x="1604338" y="4154904"/>
                  </a:lnTo>
                  <a:lnTo>
                    <a:pt x="1604464" y="4154904"/>
                  </a:lnTo>
                  <a:lnTo>
                    <a:pt x="1604591" y="4154904"/>
                  </a:lnTo>
                  <a:lnTo>
                    <a:pt x="1604717" y="4154904"/>
                  </a:lnTo>
                  <a:lnTo>
                    <a:pt x="1604843" y="4154904"/>
                  </a:lnTo>
                  <a:lnTo>
                    <a:pt x="1604969" y="4154904"/>
                  </a:lnTo>
                  <a:lnTo>
                    <a:pt x="1605095" y="4154904"/>
                  </a:lnTo>
                  <a:lnTo>
                    <a:pt x="1605221" y="4154904"/>
                  </a:lnTo>
                  <a:lnTo>
                    <a:pt x="1605221" y="4149625"/>
                  </a:lnTo>
                  <a:lnTo>
                    <a:pt x="1605347" y="4149625"/>
                  </a:lnTo>
                  <a:lnTo>
                    <a:pt x="1605473" y="4149625"/>
                  </a:lnTo>
                  <a:lnTo>
                    <a:pt x="1605599" y="4149625"/>
                  </a:lnTo>
                  <a:lnTo>
                    <a:pt x="1605725" y="4149625"/>
                  </a:lnTo>
                  <a:lnTo>
                    <a:pt x="1605851" y="4149625"/>
                  </a:lnTo>
                  <a:lnTo>
                    <a:pt x="1605977" y="4149625"/>
                  </a:lnTo>
                  <a:lnTo>
                    <a:pt x="1606104" y="4149625"/>
                  </a:lnTo>
                  <a:lnTo>
                    <a:pt x="1606230" y="4149625"/>
                  </a:lnTo>
                  <a:lnTo>
                    <a:pt x="1606356" y="4149625"/>
                  </a:lnTo>
                  <a:lnTo>
                    <a:pt x="1606482" y="4149625"/>
                  </a:lnTo>
                  <a:lnTo>
                    <a:pt x="1606608" y="4149625"/>
                  </a:lnTo>
                  <a:lnTo>
                    <a:pt x="1606734" y="4149625"/>
                  </a:lnTo>
                  <a:lnTo>
                    <a:pt x="1606860" y="4149625"/>
                  </a:lnTo>
                  <a:lnTo>
                    <a:pt x="1606986" y="4149625"/>
                  </a:lnTo>
                  <a:lnTo>
                    <a:pt x="1607112" y="4149625"/>
                  </a:lnTo>
                  <a:lnTo>
                    <a:pt x="1607238" y="4149625"/>
                  </a:lnTo>
                  <a:lnTo>
                    <a:pt x="1607364" y="4149625"/>
                  </a:lnTo>
                  <a:lnTo>
                    <a:pt x="1607491" y="4149625"/>
                  </a:lnTo>
                  <a:lnTo>
                    <a:pt x="1607617" y="4149625"/>
                  </a:lnTo>
                  <a:lnTo>
                    <a:pt x="1607743" y="4149625"/>
                  </a:lnTo>
                  <a:lnTo>
                    <a:pt x="1607869" y="4149625"/>
                  </a:lnTo>
                  <a:lnTo>
                    <a:pt x="1607995" y="4149625"/>
                  </a:lnTo>
                  <a:lnTo>
                    <a:pt x="1608121" y="4149625"/>
                  </a:lnTo>
                  <a:lnTo>
                    <a:pt x="1608247" y="4149625"/>
                  </a:lnTo>
                  <a:lnTo>
                    <a:pt x="1608373" y="4149625"/>
                  </a:lnTo>
                  <a:lnTo>
                    <a:pt x="1608499" y="4149625"/>
                  </a:lnTo>
                  <a:lnTo>
                    <a:pt x="1608625" y="4149625"/>
                  </a:lnTo>
                  <a:lnTo>
                    <a:pt x="1608751" y="4149625"/>
                  </a:lnTo>
                  <a:lnTo>
                    <a:pt x="1608877" y="4149625"/>
                  </a:lnTo>
                  <a:lnTo>
                    <a:pt x="1609004" y="4149625"/>
                  </a:lnTo>
                  <a:lnTo>
                    <a:pt x="1609130" y="4149625"/>
                  </a:lnTo>
                  <a:lnTo>
                    <a:pt x="1609256" y="4149625"/>
                  </a:lnTo>
                  <a:lnTo>
                    <a:pt x="1609382" y="4149625"/>
                  </a:lnTo>
                  <a:lnTo>
                    <a:pt x="1609508" y="4149625"/>
                  </a:lnTo>
                  <a:lnTo>
                    <a:pt x="1609634" y="4149625"/>
                  </a:lnTo>
                  <a:lnTo>
                    <a:pt x="1609760" y="4149625"/>
                  </a:lnTo>
                  <a:lnTo>
                    <a:pt x="1609886" y="4149625"/>
                  </a:lnTo>
                  <a:lnTo>
                    <a:pt x="1610012" y="4149625"/>
                  </a:lnTo>
                  <a:lnTo>
                    <a:pt x="1610138" y="4149625"/>
                  </a:lnTo>
                  <a:lnTo>
                    <a:pt x="1610264" y="4149625"/>
                  </a:lnTo>
                  <a:lnTo>
                    <a:pt x="1610391" y="4149625"/>
                  </a:lnTo>
                  <a:lnTo>
                    <a:pt x="1610517" y="4149625"/>
                  </a:lnTo>
                  <a:lnTo>
                    <a:pt x="1610643" y="4149625"/>
                  </a:lnTo>
                  <a:lnTo>
                    <a:pt x="1610769" y="4149625"/>
                  </a:lnTo>
                  <a:lnTo>
                    <a:pt x="1610895" y="4149625"/>
                  </a:lnTo>
                  <a:lnTo>
                    <a:pt x="1611021" y="4149625"/>
                  </a:lnTo>
                  <a:lnTo>
                    <a:pt x="1611147" y="4149625"/>
                  </a:lnTo>
                  <a:lnTo>
                    <a:pt x="1611273" y="4149625"/>
                  </a:lnTo>
                  <a:lnTo>
                    <a:pt x="1611399" y="4149625"/>
                  </a:lnTo>
                  <a:lnTo>
                    <a:pt x="1611525" y="4149625"/>
                  </a:lnTo>
                  <a:lnTo>
                    <a:pt x="1611651" y="4149625"/>
                  </a:lnTo>
                  <a:lnTo>
                    <a:pt x="1611778" y="4149625"/>
                  </a:lnTo>
                  <a:lnTo>
                    <a:pt x="1611904" y="4149625"/>
                  </a:lnTo>
                  <a:lnTo>
                    <a:pt x="1612030" y="4149625"/>
                  </a:lnTo>
                  <a:lnTo>
                    <a:pt x="1612156" y="4149625"/>
                  </a:lnTo>
                  <a:lnTo>
                    <a:pt x="1612282" y="4149625"/>
                  </a:lnTo>
                  <a:lnTo>
                    <a:pt x="1612408" y="4149625"/>
                  </a:lnTo>
                  <a:lnTo>
                    <a:pt x="1612534" y="4149625"/>
                  </a:lnTo>
                  <a:lnTo>
                    <a:pt x="1612660" y="4149625"/>
                  </a:lnTo>
                  <a:lnTo>
                    <a:pt x="1612786" y="4149625"/>
                  </a:lnTo>
                  <a:lnTo>
                    <a:pt x="1612912" y="4149625"/>
                  </a:lnTo>
                  <a:lnTo>
                    <a:pt x="1613038" y="4149625"/>
                  </a:lnTo>
                  <a:lnTo>
                    <a:pt x="1613164" y="4149625"/>
                  </a:lnTo>
                  <a:lnTo>
                    <a:pt x="1613291" y="4149625"/>
                  </a:lnTo>
                  <a:lnTo>
                    <a:pt x="1613417" y="4149625"/>
                  </a:lnTo>
                  <a:lnTo>
                    <a:pt x="1613543" y="4149625"/>
                  </a:lnTo>
                  <a:lnTo>
                    <a:pt x="1613669" y="4149625"/>
                  </a:lnTo>
                  <a:lnTo>
                    <a:pt x="1613795" y="4149625"/>
                  </a:lnTo>
                  <a:lnTo>
                    <a:pt x="1613921" y="4149625"/>
                  </a:lnTo>
                  <a:lnTo>
                    <a:pt x="1614047" y="4149625"/>
                  </a:lnTo>
                  <a:lnTo>
                    <a:pt x="1614173" y="4149625"/>
                  </a:lnTo>
                  <a:lnTo>
                    <a:pt x="1614173" y="4144345"/>
                  </a:lnTo>
                  <a:lnTo>
                    <a:pt x="1614299" y="4144345"/>
                  </a:lnTo>
                  <a:lnTo>
                    <a:pt x="1614425" y="4144345"/>
                  </a:lnTo>
                  <a:lnTo>
                    <a:pt x="1614551" y="4144345"/>
                  </a:lnTo>
                  <a:lnTo>
                    <a:pt x="1614678" y="4144345"/>
                  </a:lnTo>
                  <a:lnTo>
                    <a:pt x="1614804" y="4144345"/>
                  </a:lnTo>
                  <a:lnTo>
                    <a:pt x="1614930" y="4144345"/>
                  </a:lnTo>
                  <a:lnTo>
                    <a:pt x="1614930" y="4139066"/>
                  </a:lnTo>
                  <a:lnTo>
                    <a:pt x="1615056" y="4139066"/>
                  </a:lnTo>
                  <a:lnTo>
                    <a:pt x="1615182" y="4139066"/>
                  </a:lnTo>
                  <a:lnTo>
                    <a:pt x="1615308" y="4139066"/>
                  </a:lnTo>
                  <a:lnTo>
                    <a:pt x="1615434" y="4139066"/>
                  </a:lnTo>
                  <a:lnTo>
                    <a:pt x="1615560" y="4139066"/>
                  </a:lnTo>
                  <a:lnTo>
                    <a:pt x="1615686" y="4139066"/>
                  </a:lnTo>
                  <a:lnTo>
                    <a:pt x="1615812" y="4139066"/>
                  </a:lnTo>
                  <a:lnTo>
                    <a:pt x="1615812" y="4133786"/>
                  </a:lnTo>
                  <a:lnTo>
                    <a:pt x="1615938" y="4133786"/>
                  </a:lnTo>
                  <a:lnTo>
                    <a:pt x="1616064" y="4133786"/>
                  </a:lnTo>
                  <a:lnTo>
                    <a:pt x="1616191" y="4133786"/>
                  </a:lnTo>
                  <a:lnTo>
                    <a:pt x="1616317" y="4133786"/>
                  </a:lnTo>
                  <a:lnTo>
                    <a:pt x="1616443" y="4133786"/>
                  </a:lnTo>
                  <a:lnTo>
                    <a:pt x="1616569" y="4133786"/>
                  </a:lnTo>
                  <a:lnTo>
                    <a:pt x="1616695" y="4133786"/>
                  </a:lnTo>
                  <a:lnTo>
                    <a:pt x="1616695" y="4128507"/>
                  </a:lnTo>
                  <a:lnTo>
                    <a:pt x="1616821" y="4128507"/>
                  </a:lnTo>
                  <a:lnTo>
                    <a:pt x="1616947" y="4128507"/>
                  </a:lnTo>
                  <a:lnTo>
                    <a:pt x="1617073" y="4128507"/>
                  </a:lnTo>
                  <a:lnTo>
                    <a:pt x="1617199" y="4128507"/>
                  </a:lnTo>
                  <a:lnTo>
                    <a:pt x="1617325" y="4128507"/>
                  </a:lnTo>
                  <a:lnTo>
                    <a:pt x="1617451" y="4128507"/>
                  </a:lnTo>
                  <a:lnTo>
                    <a:pt x="1617578" y="4128507"/>
                  </a:lnTo>
                  <a:lnTo>
                    <a:pt x="1617704" y="4128507"/>
                  </a:lnTo>
                  <a:lnTo>
                    <a:pt x="1617830" y="4128507"/>
                  </a:lnTo>
                  <a:lnTo>
                    <a:pt x="1617956" y="4128507"/>
                  </a:lnTo>
                  <a:lnTo>
                    <a:pt x="1618082" y="4128507"/>
                  </a:lnTo>
                  <a:lnTo>
                    <a:pt x="1618208" y="4128507"/>
                  </a:lnTo>
                  <a:lnTo>
                    <a:pt x="1618334" y="4128507"/>
                  </a:lnTo>
                  <a:lnTo>
                    <a:pt x="1618460" y="4128507"/>
                  </a:lnTo>
                  <a:lnTo>
                    <a:pt x="1618586" y="4128507"/>
                  </a:lnTo>
                  <a:lnTo>
                    <a:pt x="1618712" y="4128507"/>
                  </a:lnTo>
                  <a:lnTo>
                    <a:pt x="1618838" y="4128507"/>
                  </a:lnTo>
                  <a:lnTo>
                    <a:pt x="1618965" y="4128507"/>
                  </a:lnTo>
                  <a:lnTo>
                    <a:pt x="1619091" y="4128507"/>
                  </a:lnTo>
                  <a:lnTo>
                    <a:pt x="1619217" y="4128507"/>
                  </a:lnTo>
                  <a:lnTo>
                    <a:pt x="1619343" y="4128507"/>
                  </a:lnTo>
                  <a:lnTo>
                    <a:pt x="1619343" y="4123228"/>
                  </a:lnTo>
                  <a:lnTo>
                    <a:pt x="1619469" y="4123228"/>
                  </a:lnTo>
                  <a:lnTo>
                    <a:pt x="1619595" y="4123228"/>
                  </a:lnTo>
                  <a:lnTo>
                    <a:pt x="1619721" y="4123228"/>
                  </a:lnTo>
                  <a:lnTo>
                    <a:pt x="1619847" y="4123228"/>
                  </a:lnTo>
                  <a:lnTo>
                    <a:pt x="1619973" y="4123228"/>
                  </a:lnTo>
                  <a:lnTo>
                    <a:pt x="1620099" y="4123228"/>
                  </a:lnTo>
                  <a:lnTo>
                    <a:pt x="1620225" y="4123228"/>
                  </a:lnTo>
                  <a:lnTo>
                    <a:pt x="1620351" y="4123228"/>
                  </a:lnTo>
                  <a:lnTo>
                    <a:pt x="1620478" y="4123228"/>
                  </a:lnTo>
                  <a:lnTo>
                    <a:pt x="1620604" y="4123228"/>
                  </a:lnTo>
                  <a:lnTo>
                    <a:pt x="1620730" y="4123228"/>
                  </a:lnTo>
                  <a:lnTo>
                    <a:pt x="1620856" y="4123228"/>
                  </a:lnTo>
                  <a:lnTo>
                    <a:pt x="1620982" y="4123228"/>
                  </a:lnTo>
                  <a:lnTo>
                    <a:pt x="1621108" y="4123228"/>
                  </a:lnTo>
                  <a:lnTo>
                    <a:pt x="1621234" y="4123228"/>
                  </a:lnTo>
                  <a:lnTo>
                    <a:pt x="1621360" y="4123228"/>
                  </a:lnTo>
                  <a:lnTo>
                    <a:pt x="1621486" y="4123228"/>
                  </a:lnTo>
                  <a:lnTo>
                    <a:pt x="1621612" y="4123228"/>
                  </a:lnTo>
                  <a:lnTo>
                    <a:pt x="1621738" y="4123228"/>
                  </a:lnTo>
                  <a:lnTo>
                    <a:pt x="1621865" y="4123228"/>
                  </a:lnTo>
                  <a:lnTo>
                    <a:pt x="1621991" y="4123228"/>
                  </a:lnTo>
                  <a:lnTo>
                    <a:pt x="1622117" y="4123228"/>
                  </a:lnTo>
                  <a:lnTo>
                    <a:pt x="1622243" y="4123228"/>
                  </a:lnTo>
                  <a:lnTo>
                    <a:pt x="1622369" y="4123228"/>
                  </a:lnTo>
                  <a:lnTo>
                    <a:pt x="1622495" y="4123228"/>
                  </a:lnTo>
                  <a:lnTo>
                    <a:pt x="1622621" y="4123228"/>
                  </a:lnTo>
                  <a:lnTo>
                    <a:pt x="1622747" y="4123228"/>
                  </a:lnTo>
                  <a:lnTo>
                    <a:pt x="1622747" y="4117948"/>
                  </a:lnTo>
                  <a:lnTo>
                    <a:pt x="1622873" y="4117948"/>
                  </a:lnTo>
                  <a:lnTo>
                    <a:pt x="1622999" y="4117948"/>
                  </a:lnTo>
                  <a:lnTo>
                    <a:pt x="1623125" y="4117948"/>
                  </a:lnTo>
                  <a:lnTo>
                    <a:pt x="1623251" y="4117948"/>
                  </a:lnTo>
                  <a:lnTo>
                    <a:pt x="1623378" y="4117948"/>
                  </a:lnTo>
                  <a:lnTo>
                    <a:pt x="1623504" y="4117948"/>
                  </a:lnTo>
                  <a:lnTo>
                    <a:pt x="1623630" y="4117948"/>
                  </a:lnTo>
                  <a:lnTo>
                    <a:pt x="1623756" y="4117948"/>
                  </a:lnTo>
                  <a:lnTo>
                    <a:pt x="1623882" y="4117948"/>
                  </a:lnTo>
                  <a:lnTo>
                    <a:pt x="1624008" y="4117948"/>
                  </a:lnTo>
                  <a:lnTo>
                    <a:pt x="1624134" y="4117948"/>
                  </a:lnTo>
                  <a:lnTo>
                    <a:pt x="1624260" y="4117948"/>
                  </a:lnTo>
                  <a:lnTo>
                    <a:pt x="1624386" y="4117948"/>
                  </a:lnTo>
                  <a:lnTo>
                    <a:pt x="1624512" y="4117948"/>
                  </a:lnTo>
                  <a:lnTo>
                    <a:pt x="1624638" y="4117948"/>
                  </a:lnTo>
                  <a:lnTo>
                    <a:pt x="1624765" y="4117948"/>
                  </a:lnTo>
                  <a:lnTo>
                    <a:pt x="1624891" y="4117948"/>
                  </a:lnTo>
                  <a:lnTo>
                    <a:pt x="1625017" y="4117948"/>
                  </a:lnTo>
                  <a:lnTo>
                    <a:pt x="1625143" y="4117948"/>
                  </a:lnTo>
                  <a:lnTo>
                    <a:pt x="1625269" y="4117948"/>
                  </a:lnTo>
                  <a:lnTo>
                    <a:pt x="1625395" y="4117948"/>
                  </a:lnTo>
                  <a:lnTo>
                    <a:pt x="1625521" y="4117948"/>
                  </a:lnTo>
                  <a:lnTo>
                    <a:pt x="1625647" y="4117948"/>
                  </a:lnTo>
                  <a:lnTo>
                    <a:pt x="1625773" y="4117948"/>
                  </a:lnTo>
                  <a:lnTo>
                    <a:pt x="1625899" y="4117948"/>
                  </a:lnTo>
                  <a:lnTo>
                    <a:pt x="1626025" y="4117948"/>
                  </a:lnTo>
                  <a:lnTo>
                    <a:pt x="1626151" y="4117948"/>
                  </a:lnTo>
                  <a:lnTo>
                    <a:pt x="1626278" y="4117948"/>
                  </a:lnTo>
                  <a:lnTo>
                    <a:pt x="1626404" y="4117948"/>
                  </a:lnTo>
                  <a:lnTo>
                    <a:pt x="1626530" y="4117948"/>
                  </a:lnTo>
                  <a:lnTo>
                    <a:pt x="1626656" y="4117948"/>
                  </a:lnTo>
                  <a:lnTo>
                    <a:pt x="1626782" y="4117948"/>
                  </a:lnTo>
                  <a:lnTo>
                    <a:pt x="1626908" y="4117948"/>
                  </a:lnTo>
                  <a:lnTo>
                    <a:pt x="1627034" y="4117948"/>
                  </a:lnTo>
                  <a:lnTo>
                    <a:pt x="1627160" y="4117948"/>
                  </a:lnTo>
                  <a:lnTo>
                    <a:pt x="1627286" y="4117948"/>
                  </a:lnTo>
                  <a:lnTo>
                    <a:pt x="1627412" y="4117948"/>
                  </a:lnTo>
                  <a:lnTo>
                    <a:pt x="1627412" y="4112669"/>
                  </a:lnTo>
                  <a:lnTo>
                    <a:pt x="1627538" y="4112669"/>
                  </a:lnTo>
                  <a:lnTo>
                    <a:pt x="1627665" y="4112669"/>
                  </a:lnTo>
                  <a:lnTo>
                    <a:pt x="1627791" y="4112669"/>
                  </a:lnTo>
                  <a:lnTo>
                    <a:pt x="1627917" y="4112669"/>
                  </a:lnTo>
                  <a:lnTo>
                    <a:pt x="1628043" y="4112669"/>
                  </a:lnTo>
                  <a:lnTo>
                    <a:pt x="1628169" y="4112669"/>
                  </a:lnTo>
                  <a:lnTo>
                    <a:pt x="1628295" y="4112669"/>
                  </a:lnTo>
                  <a:lnTo>
                    <a:pt x="1628421" y="4112669"/>
                  </a:lnTo>
                  <a:lnTo>
                    <a:pt x="1628547" y="4112669"/>
                  </a:lnTo>
                  <a:lnTo>
                    <a:pt x="1628673" y="4112669"/>
                  </a:lnTo>
                  <a:lnTo>
                    <a:pt x="1628799" y="4112669"/>
                  </a:lnTo>
                  <a:lnTo>
                    <a:pt x="1628925" y="4112669"/>
                  </a:lnTo>
                  <a:lnTo>
                    <a:pt x="1629052" y="4112669"/>
                  </a:lnTo>
                  <a:lnTo>
                    <a:pt x="1629178" y="4112669"/>
                  </a:lnTo>
                  <a:lnTo>
                    <a:pt x="1629304" y="4112669"/>
                  </a:lnTo>
                  <a:lnTo>
                    <a:pt x="1629430" y="4112669"/>
                  </a:lnTo>
                  <a:lnTo>
                    <a:pt x="1629556" y="4112669"/>
                  </a:lnTo>
                  <a:lnTo>
                    <a:pt x="1629682" y="4112669"/>
                  </a:lnTo>
                  <a:lnTo>
                    <a:pt x="1629808" y="4112669"/>
                  </a:lnTo>
                  <a:lnTo>
                    <a:pt x="1629934" y="4112669"/>
                  </a:lnTo>
                  <a:lnTo>
                    <a:pt x="1630060" y="4112669"/>
                  </a:lnTo>
                  <a:lnTo>
                    <a:pt x="1630186" y="4112669"/>
                  </a:lnTo>
                  <a:lnTo>
                    <a:pt x="1630312" y="4112669"/>
                  </a:lnTo>
                  <a:lnTo>
                    <a:pt x="1630438" y="4112669"/>
                  </a:lnTo>
                  <a:lnTo>
                    <a:pt x="1630565" y="4112669"/>
                  </a:lnTo>
                  <a:lnTo>
                    <a:pt x="1630691" y="4112669"/>
                  </a:lnTo>
                  <a:lnTo>
                    <a:pt x="1630817" y="4112669"/>
                  </a:lnTo>
                  <a:lnTo>
                    <a:pt x="1630943" y="4112669"/>
                  </a:lnTo>
                  <a:lnTo>
                    <a:pt x="1631069" y="4112669"/>
                  </a:lnTo>
                  <a:lnTo>
                    <a:pt x="1631195" y="4112669"/>
                  </a:lnTo>
                  <a:lnTo>
                    <a:pt x="1631321" y="4112669"/>
                  </a:lnTo>
                  <a:lnTo>
                    <a:pt x="1631447" y="4112669"/>
                  </a:lnTo>
                  <a:lnTo>
                    <a:pt x="1631573" y="4112669"/>
                  </a:lnTo>
                  <a:lnTo>
                    <a:pt x="1631699" y="4112669"/>
                  </a:lnTo>
                  <a:lnTo>
                    <a:pt x="1631825" y="4112669"/>
                  </a:lnTo>
                  <a:lnTo>
                    <a:pt x="1631952" y="4112669"/>
                  </a:lnTo>
                  <a:lnTo>
                    <a:pt x="1632078" y="4112669"/>
                  </a:lnTo>
                  <a:lnTo>
                    <a:pt x="1632204" y="4112669"/>
                  </a:lnTo>
                  <a:lnTo>
                    <a:pt x="1632330" y="4112669"/>
                  </a:lnTo>
                  <a:lnTo>
                    <a:pt x="1632456" y="4112669"/>
                  </a:lnTo>
                  <a:lnTo>
                    <a:pt x="1632582" y="4112669"/>
                  </a:lnTo>
                  <a:lnTo>
                    <a:pt x="1632708" y="4112669"/>
                  </a:lnTo>
                  <a:lnTo>
                    <a:pt x="1632834" y="4112669"/>
                  </a:lnTo>
                  <a:lnTo>
                    <a:pt x="1632960" y="4112669"/>
                  </a:lnTo>
                  <a:lnTo>
                    <a:pt x="1633086" y="4112669"/>
                  </a:lnTo>
                  <a:lnTo>
                    <a:pt x="1633212" y="4112669"/>
                  </a:lnTo>
                  <a:lnTo>
                    <a:pt x="1633338" y="4112669"/>
                  </a:lnTo>
                  <a:lnTo>
                    <a:pt x="1633465" y="4112669"/>
                  </a:lnTo>
                  <a:lnTo>
                    <a:pt x="1633591" y="4112669"/>
                  </a:lnTo>
                  <a:lnTo>
                    <a:pt x="1633591" y="4107389"/>
                  </a:lnTo>
                  <a:lnTo>
                    <a:pt x="1633717" y="4107389"/>
                  </a:lnTo>
                  <a:lnTo>
                    <a:pt x="1633843" y="4107389"/>
                  </a:lnTo>
                  <a:lnTo>
                    <a:pt x="1633969" y="4107389"/>
                  </a:lnTo>
                  <a:lnTo>
                    <a:pt x="1634095" y="4107389"/>
                  </a:lnTo>
                  <a:lnTo>
                    <a:pt x="1634221" y="4107389"/>
                  </a:lnTo>
                  <a:lnTo>
                    <a:pt x="1634347" y="4107389"/>
                  </a:lnTo>
                  <a:lnTo>
                    <a:pt x="1634473" y="4107389"/>
                  </a:lnTo>
                  <a:lnTo>
                    <a:pt x="1634599" y="4107389"/>
                  </a:lnTo>
                  <a:lnTo>
                    <a:pt x="1634725" y="4107389"/>
                  </a:lnTo>
                  <a:lnTo>
                    <a:pt x="1634852" y="4107389"/>
                  </a:lnTo>
                  <a:lnTo>
                    <a:pt x="1634978" y="4107389"/>
                  </a:lnTo>
                  <a:lnTo>
                    <a:pt x="1635104" y="4107389"/>
                  </a:lnTo>
                  <a:lnTo>
                    <a:pt x="1635230" y="4107389"/>
                  </a:lnTo>
                  <a:lnTo>
                    <a:pt x="1635230" y="4102110"/>
                  </a:lnTo>
                  <a:lnTo>
                    <a:pt x="1635356" y="4102110"/>
                  </a:lnTo>
                  <a:lnTo>
                    <a:pt x="1635482" y="4102110"/>
                  </a:lnTo>
                  <a:lnTo>
                    <a:pt x="1635608" y="4102110"/>
                  </a:lnTo>
                  <a:lnTo>
                    <a:pt x="1635734" y="4102110"/>
                  </a:lnTo>
                  <a:lnTo>
                    <a:pt x="1635860" y="4102110"/>
                  </a:lnTo>
                  <a:lnTo>
                    <a:pt x="1635986" y="4102110"/>
                  </a:lnTo>
                  <a:lnTo>
                    <a:pt x="1636112" y="4102110"/>
                  </a:lnTo>
                  <a:lnTo>
                    <a:pt x="1636239" y="4102110"/>
                  </a:lnTo>
                  <a:lnTo>
                    <a:pt x="1636365" y="4102110"/>
                  </a:lnTo>
                  <a:lnTo>
                    <a:pt x="1636491" y="4102110"/>
                  </a:lnTo>
                  <a:lnTo>
                    <a:pt x="1636617" y="4102110"/>
                  </a:lnTo>
                  <a:lnTo>
                    <a:pt x="1636743" y="4102110"/>
                  </a:lnTo>
                  <a:lnTo>
                    <a:pt x="1636869" y="4102110"/>
                  </a:lnTo>
                  <a:lnTo>
                    <a:pt x="1636995" y="4102110"/>
                  </a:lnTo>
                  <a:lnTo>
                    <a:pt x="1637121" y="4102110"/>
                  </a:lnTo>
                  <a:lnTo>
                    <a:pt x="1637247" y="4102110"/>
                  </a:lnTo>
                  <a:lnTo>
                    <a:pt x="1637373" y="4102110"/>
                  </a:lnTo>
                  <a:lnTo>
                    <a:pt x="1637499" y="4102110"/>
                  </a:lnTo>
                  <a:lnTo>
                    <a:pt x="1637625" y="4102110"/>
                  </a:lnTo>
                  <a:lnTo>
                    <a:pt x="1637752" y="4102110"/>
                  </a:lnTo>
                  <a:lnTo>
                    <a:pt x="1637878" y="4102110"/>
                  </a:lnTo>
                  <a:lnTo>
                    <a:pt x="1638004" y="4102110"/>
                  </a:lnTo>
                  <a:lnTo>
                    <a:pt x="1638130" y="4102110"/>
                  </a:lnTo>
                  <a:lnTo>
                    <a:pt x="1638256" y="4102110"/>
                  </a:lnTo>
                  <a:lnTo>
                    <a:pt x="1638382" y="4102110"/>
                  </a:lnTo>
                  <a:lnTo>
                    <a:pt x="1638508" y="4102110"/>
                  </a:lnTo>
                  <a:lnTo>
                    <a:pt x="1638634" y="4102110"/>
                  </a:lnTo>
                  <a:lnTo>
                    <a:pt x="1638760" y="4102110"/>
                  </a:lnTo>
                  <a:lnTo>
                    <a:pt x="1638886" y="4102110"/>
                  </a:lnTo>
                  <a:lnTo>
                    <a:pt x="1639012" y="4102110"/>
                  </a:lnTo>
                  <a:lnTo>
                    <a:pt x="1639139" y="4102110"/>
                  </a:lnTo>
                  <a:lnTo>
                    <a:pt x="1639265" y="4102110"/>
                  </a:lnTo>
                  <a:lnTo>
                    <a:pt x="1639391" y="4102110"/>
                  </a:lnTo>
                  <a:lnTo>
                    <a:pt x="1639517" y="4102110"/>
                  </a:lnTo>
                  <a:lnTo>
                    <a:pt x="1639643" y="4102110"/>
                  </a:lnTo>
                  <a:lnTo>
                    <a:pt x="1639769" y="4102110"/>
                  </a:lnTo>
                  <a:lnTo>
                    <a:pt x="1639895" y="4102110"/>
                  </a:lnTo>
                  <a:lnTo>
                    <a:pt x="1640021" y="4102110"/>
                  </a:lnTo>
                  <a:lnTo>
                    <a:pt x="1640147" y="4102110"/>
                  </a:lnTo>
                  <a:lnTo>
                    <a:pt x="1640273" y="4102110"/>
                  </a:lnTo>
                  <a:lnTo>
                    <a:pt x="1640399" y="4102110"/>
                  </a:lnTo>
                  <a:lnTo>
                    <a:pt x="1640525" y="4102110"/>
                  </a:lnTo>
                  <a:lnTo>
                    <a:pt x="1640652" y="4102110"/>
                  </a:lnTo>
                  <a:lnTo>
                    <a:pt x="1640778" y="4102110"/>
                  </a:lnTo>
                  <a:lnTo>
                    <a:pt x="1640904" y="4102110"/>
                  </a:lnTo>
                  <a:lnTo>
                    <a:pt x="1641030" y="4102110"/>
                  </a:lnTo>
                  <a:lnTo>
                    <a:pt x="1641156" y="4102110"/>
                  </a:lnTo>
                  <a:lnTo>
                    <a:pt x="1641282" y="4102110"/>
                  </a:lnTo>
                  <a:lnTo>
                    <a:pt x="1641408" y="4102110"/>
                  </a:lnTo>
                  <a:lnTo>
                    <a:pt x="1641534" y="4102110"/>
                  </a:lnTo>
                  <a:lnTo>
                    <a:pt x="1641660" y="4102110"/>
                  </a:lnTo>
                  <a:lnTo>
                    <a:pt x="1641786" y="4102110"/>
                  </a:lnTo>
                  <a:lnTo>
                    <a:pt x="1641912" y="4102110"/>
                  </a:lnTo>
                  <a:lnTo>
                    <a:pt x="1642039" y="4102110"/>
                  </a:lnTo>
                  <a:lnTo>
                    <a:pt x="1642165" y="4102110"/>
                  </a:lnTo>
                  <a:lnTo>
                    <a:pt x="1642291" y="4102110"/>
                  </a:lnTo>
                  <a:lnTo>
                    <a:pt x="1642417" y="4102110"/>
                  </a:lnTo>
                  <a:lnTo>
                    <a:pt x="1642543" y="4102110"/>
                  </a:lnTo>
                  <a:lnTo>
                    <a:pt x="1642669" y="4102110"/>
                  </a:lnTo>
                  <a:lnTo>
                    <a:pt x="1642795" y="4102110"/>
                  </a:lnTo>
                  <a:lnTo>
                    <a:pt x="1642921" y="4102110"/>
                  </a:lnTo>
                  <a:lnTo>
                    <a:pt x="1643047" y="4102110"/>
                  </a:lnTo>
                  <a:lnTo>
                    <a:pt x="1643173" y="4102110"/>
                  </a:lnTo>
                  <a:lnTo>
                    <a:pt x="1643299" y="4102110"/>
                  </a:lnTo>
                  <a:lnTo>
                    <a:pt x="1643426" y="4102110"/>
                  </a:lnTo>
                  <a:lnTo>
                    <a:pt x="1643552" y="4102110"/>
                  </a:lnTo>
                  <a:lnTo>
                    <a:pt x="1643678" y="4102110"/>
                  </a:lnTo>
                  <a:lnTo>
                    <a:pt x="1643804" y="4102110"/>
                  </a:lnTo>
                  <a:lnTo>
                    <a:pt x="1643930" y="4102110"/>
                  </a:lnTo>
                  <a:lnTo>
                    <a:pt x="1644056" y="4102110"/>
                  </a:lnTo>
                  <a:lnTo>
                    <a:pt x="1644182" y="4102110"/>
                  </a:lnTo>
                  <a:lnTo>
                    <a:pt x="1644308" y="4102110"/>
                  </a:lnTo>
                  <a:lnTo>
                    <a:pt x="1644434" y="4102110"/>
                  </a:lnTo>
                  <a:lnTo>
                    <a:pt x="1644560" y="4102110"/>
                  </a:lnTo>
                  <a:lnTo>
                    <a:pt x="1644686" y="4102110"/>
                  </a:lnTo>
                  <a:lnTo>
                    <a:pt x="1644812" y="4102110"/>
                  </a:lnTo>
                  <a:lnTo>
                    <a:pt x="1644939" y="4102110"/>
                  </a:lnTo>
                  <a:lnTo>
                    <a:pt x="1645065" y="4102110"/>
                  </a:lnTo>
                  <a:lnTo>
                    <a:pt x="1645191" y="4102110"/>
                  </a:lnTo>
                  <a:lnTo>
                    <a:pt x="1645317" y="4102110"/>
                  </a:lnTo>
                  <a:lnTo>
                    <a:pt x="1645443" y="4102110"/>
                  </a:lnTo>
                  <a:lnTo>
                    <a:pt x="1645569" y="4102110"/>
                  </a:lnTo>
                  <a:lnTo>
                    <a:pt x="1645695" y="4102110"/>
                  </a:lnTo>
                  <a:lnTo>
                    <a:pt x="1645821" y="4102110"/>
                  </a:lnTo>
                  <a:lnTo>
                    <a:pt x="1645947" y="4102110"/>
                  </a:lnTo>
                  <a:lnTo>
                    <a:pt x="1646073" y="4102110"/>
                  </a:lnTo>
                  <a:lnTo>
                    <a:pt x="1646199" y="4102110"/>
                  </a:lnTo>
                  <a:lnTo>
                    <a:pt x="1646326" y="4102110"/>
                  </a:lnTo>
                  <a:lnTo>
                    <a:pt x="1646452" y="4102110"/>
                  </a:lnTo>
                  <a:lnTo>
                    <a:pt x="1646578" y="4102110"/>
                  </a:lnTo>
                  <a:lnTo>
                    <a:pt x="1646704" y="4102110"/>
                  </a:lnTo>
                  <a:lnTo>
                    <a:pt x="1646830" y="4102110"/>
                  </a:lnTo>
                  <a:lnTo>
                    <a:pt x="1646956" y="4102110"/>
                  </a:lnTo>
                  <a:lnTo>
                    <a:pt x="1647082" y="4102110"/>
                  </a:lnTo>
                  <a:lnTo>
                    <a:pt x="1647208" y="4102110"/>
                  </a:lnTo>
                  <a:lnTo>
                    <a:pt x="1647334" y="4102110"/>
                  </a:lnTo>
                  <a:lnTo>
                    <a:pt x="1647460" y="4102110"/>
                  </a:lnTo>
                  <a:lnTo>
                    <a:pt x="1647586" y="4102110"/>
                  </a:lnTo>
                  <a:lnTo>
                    <a:pt x="1647712" y="4102110"/>
                  </a:lnTo>
                  <a:lnTo>
                    <a:pt x="1647839" y="4102110"/>
                  </a:lnTo>
                  <a:lnTo>
                    <a:pt x="1647965" y="4102110"/>
                  </a:lnTo>
                  <a:lnTo>
                    <a:pt x="1648091" y="4102110"/>
                  </a:lnTo>
                  <a:lnTo>
                    <a:pt x="1648217" y="4102110"/>
                  </a:lnTo>
                  <a:lnTo>
                    <a:pt x="1648343" y="4102110"/>
                  </a:lnTo>
                  <a:lnTo>
                    <a:pt x="1648469" y="4102110"/>
                  </a:lnTo>
                  <a:lnTo>
                    <a:pt x="1648595" y="4102110"/>
                  </a:lnTo>
                  <a:lnTo>
                    <a:pt x="1648721" y="4102110"/>
                  </a:lnTo>
                  <a:lnTo>
                    <a:pt x="1648847" y="4102110"/>
                  </a:lnTo>
                  <a:lnTo>
                    <a:pt x="1648973" y="4102110"/>
                  </a:lnTo>
                  <a:lnTo>
                    <a:pt x="1649099" y="4102110"/>
                  </a:lnTo>
                  <a:lnTo>
                    <a:pt x="1649226" y="4102110"/>
                  </a:lnTo>
                  <a:lnTo>
                    <a:pt x="1649352" y="4102110"/>
                  </a:lnTo>
                  <a:lnTo>
                    <a:pt x="1649478" y="4102110"/>
                  </a:lnTo>
                  <a:lnTo>
                    <a:pt x="1649604" y="4102110"/>
                  </a:lnTo>
                  <a:lnTo>
                    <a:pt x="1649730" y="4102110"/>
                  </a:lnTo>
                  <a:lnTo>
                    <a:pt x="1649856" y="4102110"/>
                  </a:lnTo>
                  <a:lnTo>
                    <a:pt x="1649982" y="4102110"/>
                  </a:lnTo>
                  <a:lnTo>
                    <a:pt x="1650108" y="4102110"/>
                  </a:lnTo>
                  <a:lnTo>
                    <a:pt x="1650234" y="4102110"/>
                  </a:lnTo>
                  <a:lnTo>
                    <a:pt x="1650360" y="4102110"/>
                  </a:lnTo>
                  <a:lnTo>
                    <a:pt x="1650486" y="4102110"/>
                  </a:lnTo>
                  <a:lnTo>
                    <a:pt x="1650486" y="4096830"/>
                  </a:lnTo>
                  <a:lnTo>
                    <a:pt x="1650612" y="4096830"/>
                  </a:lnTo>
                  <a:lnTo>
                    <a:pt x="1650739" y="4096830"/>
                  </a:lnTo>
                  <a:lnTo>
                    <a:pt x="1650865" y="4096830"/>
                  </a:lnTo>
                  <a:lnTo>
                    <a:pt x="1650991" y="4096830"/>
                  </a:lnTo>
                  <a:lnTo>
                    <a:pt x="1651117" y="4096830"/>
                  </a:lnTo>
                  <a:lnTo>
                    <a:pt x="1651243" y="4096830"/>
                  </a:lnTo>
                  <a:lnTo>
                    <a:pt x="1651243" y="4091551"/>
                  </a:lnTo>
                  <a:lnTo>
                    <a:pt x="1651369" y="4091551"/>
                  </a:lnTo>
                  <a:lnTo>
                    <a:pt x="1651495" y="4091551"/>
                  </a:lnTo>
                  <a:lnTo>
                    <a:pt x="1651621" y="4091551"/>
                  </a:lnTo>
                  <a:lnTo>
                    <a:pt x="1651747" y="4091551"/>
                  </a:lnTo>
                  <a:lnTo>
                    <a:pt x="1651873" y="4091551"/>
                  </a:lnTo>
                  <a:lnTo>
                    <a:pt x="1651999" y="4091551"/>
                  </a:lnTo>
                  <a:lnTo>
                    <a:pt x="1652126" y="4091551"/>
                  </a:lnTo>
                  <a:lnTo>
                    <a:pt x="1652252" y="4091551"/>
                  </a:lnTo>
                  <a:lnTo>
                    <a:pt x="1652378" y="4091551"/>
                  </a:lnTo>
                  <a:lnTo>
                    <a:pt x="1652504" y="4091551"/>
                  </a:lnTo>
                  <a:lnTo>
                    <a:pt x="1652630" y="4091551"/>
                  </a:lnTo>
                  <a:lnTo>
                    <a:pt x="1652756" y="4091551"/>
                  </a:lnTo>
                  <a:lnTo>
                    <a:pt x="1652882" y="4091551"/>
                  </a:lnTo>
                  <a:lnTo>
                    <a:pt x="1653008" y="4091551"/>
                  </a:lnTo>
                  <a:lnTo>
                    <a:pt x="1653134" y="4091551"/>
                  </a:lnTo>
                  <a:lnTo>
                    <a:pt x="1653260" y="4091551"/>
                  </a:lnTo>
                  <a:lnTo>
                    <a:pt x="1653260" y="4086272"/>
                  </a:lnTo>
                  <a:lnTo>
                    <a:pt x="1653386" y="4086272"/>
                  </a:lnTo>
                  <a:lnTo>
                    <a:pt x="1653513" y="4086272"/>
                  </a:lnTo>
                  <a:lnTo>
                    <a:pt x="1653639" y="4086272"/>
                  </a:lnTo>
                  <a:lnTo>
                    <a:pt x="1653765" y="4086272"/>
                  </a:lnTo>
                  <a:lnTo>
                    <a:pt x="1653891" y="4086272"/>
                  </a:lnTo>
                  <a:lnTo>
                    <a:pt x="1654017" y="4086272"/>
                  </a:lnTo>
                  <a:lnTo>
                    <a:pt x="1654143" y="4086272"/>
                  </a:lnTo>
                  <a:lnTo>
                    <a:pt x="1654269" y="4086272"/>
                  </a:lnTo>
                  <a:lnTo>
                    <a:pt x="1654395" y="4086272"/>
                  </a:lnTo>
                  <a:lnTo>
                    <a:pt x="1654521" y="4086272"/>
                  </a:lnTo>
                  <a:lnTo>
                    <a:pt x="1654647" y="4086272"/>
                  </a:lnTo>
                  <a:lnTo>
                    <a:pt x="1654773" y="4086272"/>
                  </a:lnTo>
                  <a:lnTo>
                    <a:pt x="1654899" y="4086272"/>
                  </a:lnTo>
                  <a:lnTo>
                    <a:pt x="1655026" y="4086272"/>
                  </a:lnTo>
                  <a:lnTo>
                    <a:pt x="1655152" y="4086272"/>
                  </a:lnTo>
                  <a:lnTo>
                    <a:pt x="1655278" y="4086272"/>
                  </a:lnTo>
                  <a:lnTo>
                    <a:pt x="1655404" y="4086272"/>
                  </a:lnTo>
                  <a:lnTo>
                    <a:pt x="1655530" y="4086272"/>
                  </a:lnTo>
                  <a:lnTo>
                    <a:pt x="1655530" y="4080992"/>
                  </a:lnTo>
                  <a:lnTo>
                    <a:pt x="1655656" y="4080992"/>
                  </a:lnTo>
                  <a:lnTo>
                    <a:pt x="1655782" y="4080992"/>
                  </a:lnTo>
                  <a:lnTo>
                    <a:pt x="1655908" y="4080992"/>
                  </a:lnTo>
                  <a:lnTo>
                    <a:pt x="1656034" y="4080992"/>
                  </a:lnTo>
                  <a:lnTo>
                    <a:pt x="1656160" y="4080992"/>
                  </a:lnTo>
                  <a:lnTo>
                    <a:pt x="1656286" y="4080992"/>
                  </a:lnTo>
                  <a:lnTo>
                    <a:pt x="1656413" y="4080992"/>
                  </a:lnTo>
                  <a:lnTo>
                    <a:pt x="1656539" y="4080992"/>
                  </a:lnTo>
                  <a:lnTo>
                    <a:pt x="1656665" y="4080992"/>
                  </a:lnTo>
                  <a:lnTo>
                    <a:pt x="1656791" y="4080992"/>
                  </a:lnTo>
                  <a:lnTo>
                    <a:pt x="1656917" y="4080992"/>
                  </a:lnTo>
                  <a:lnTo>
                    <a:pt x="1657043" y="4080992"/>
                  </a:lnTo>
                  <a:lnTo>
                    <a:pt x="1657169" y="4080992"/>
                  </a:lnTo>
                  <a:lnTo>
                    <a:pt x="1657295" y="4080992"/>
                  </a:lnTo>
                  <a:lnTo>
                    <a:pt x="1657421" y="4080992"/>
                  </a:lnTo>
                  <a:lnTo>
                    <a:pt x="1657547" y="4080992"/>
                  </a:lnTo>
                  <a:lnTo>
                    <a:pt x="1657673" y="4080992"/>
                  </a:lnTo>
                  <a:lnTo>
                    <a:pt x="1657799" y="4080992"/>
                  </a:lnTo>
                  <a:lnTo>
                    <a:pt x="1657926" y="4080992"/>
                  </a:lnTo>
                  <a:lnTo>
                    <a:pt x="1658052" y="4080992"/>
                  </a:lnTo>
                  <a:lnTo>
                    <a:pt x="1658178" y="4080992"/>
                  </a:lnTo>
                  <a:lnTo>
                    <a:pt x="1658304" y="4080992"/>
                  </a:lnTo>
                  <a:lnTo>
                    <a:pt x="1658430" y="4080992"/>
                  </a:lnTo>
                  <a:lnTo>
                    <a:pt x="1658430" y="4075713"/>
                  </a:lnTo>
                  <a:lnTo>
                    <a:pt x="1658430" y="4070433"/>
                  </a:lnTo>
                  <a:lnTo>
                    <a:pt x="1658556" y="4070433"/>
                  </a:lnTo>
                  <a:lnTo>
                    <a:pt x="1658682" y="4070433"/>
                  </a:lnTo>
                  <a:lnTo>
                    <a:pt x="1658808" y="4070433"/>
                  </a:lnTo>
                  <a:lnTo>
                    <a:pt x="1658934" y="4070433"/>
                  </a:lnTo>
                  <a:lnTo>
                    <a:pt x="1659060" y="4070433"/>
                  </a:lnTo>
                  <a:lnTo>
                    <a:pt x="1659060" y="4065154"/>
                  </a:lnTo>
                  <a:lnTo>
                    <a:pt x="1659186" y="4065154"/>
                  </a:lnTo>
                  <a:lnTo>
                    <a:pt x="1659313" y="4065154"/>
                  </a:lnTo>
                  <a:lnTo>
                    <a:pt x="1659439" y="4065154"/>
                  </a:lnTo>
                  <a:lnTo>
                    <a:pt x="1659565" y="4065154"/>
                  </a:lnTo>
                  <a:lnTo>
                    <a:pt x="1659691" y="4065154"/>
                  </a:lnTo>
                  <a:lnTo>
                    <a:pt x="1659817" y="4065154"/>
                  </a:lnTo>
                  <a:lnTo>
                    <a:pt x="1659943" y="4065154"/>
                  </a:lnTo>
                  <a:lnTo>
                    <a:pt x="1660069" y="4065154"/>
                  </a:lnTo>
                  <a:lnTo>
                    <a:pt x="1660195" y="4065154"/>
                  </a:lnTo>
                  <a:lnTo>
                    <a:pt x="1660321" y="4065154"/>
                  </a:lnTo>
                  <a:lnTo>
                    <a:pt x="1660447" y="4065154"/>
                  </a:lnTo>
                  <a:lnTo>
                    <a:pt x="1660573" y="4065154"/>
                  </a:lnTo>
                  <a:lnTo>
                    <a:pt x="1660700" y="4065154"/>
                  </a:lnTo>
                  <a:lnTo>
                    <a:pt x="1660826" y="4065154"/>
                  </a:lnTo>
                  <a:lnTo>
                    <a:pt x="1660952" y="4065154"/>
                  </a:lnTo>
                  <a:lnTo>
                    <a:pt x="1661078" y="4065154"/>
                  </a:lnTo>
                  <a:lnTo>
                    <a:pt x="1661204" y="4065154"/>
                  </a:lnTo>
                  <a:lnTo>
                    <a:pt x="1661330" y="4065154"/>
                  </a:lnTo>
                  <a:lnTo>
                    <a:pt x="1661456" y="4065154"/>
                  </a:lnTo>
                  <a:lnTo>
                    <a:pt x="1661582" y="4065154"/>
                  </a:lnTo>
                  <a:lnTo>
                    <a:pt x="1661708" y="4065154"/>
                  </a:lnTo>
                  <a:lnTo>
                    <a:pt x="1661834" y="4065154"/>
                  </a:lnTo>
                  <a:lnTo>
                    <a:pt x="1661960" y="4065154"/>
                  </a:lnTo>
                  <a:lnTo>
                    <a:pt x="1662086" y="4065154"/>
                  </a:lnTo>
                  <a:lnTo>
                    <a:pt x="1662213" y="4065154"/>
                  </a:lnTo>
                  <a:lnTo>
                    <a:pt x="1662339" y="4065154"/>
                  </a:lnTo>
                  <a:lnTo>
                    <a:pt x="1662465" y="4065154"/>
                  </a:lnTo>
                  <a:lnTo>
                    <a:pt x="1662591" y="4065154"/>
                  </a:lnTo>
                  <a:lnTo>
                    <a:pt x="1662717" y="4065154"/>
                  </a:lnTo>
                  <a:lnTo>
                    <a:pt x="1662843" y="4065154"/>
                  </a:lnTo>
                  <a:lnTo>
                    <a:pt x="1662969" y="4065154"/>
                  </a:lnTo>
                  <a:lnTo>
                    <a:pt x="1663095" y="4065154"/>
                  </a:lnTo>
                  <a:lnTo>
                    <a:pt x="1663221" y="4065154"/>
                  </a:lnTo>
                  <a:lnTo>
                    <a:pt x="1663347" y="4065154"/>
                  </a:lnTo>
                  <a:lnTo>
                    <a:pt x="1663473" y="4065154"/>
                  </a:lnTo>
                  <a:lnTo>
                    <a:pt x="1663600" y="4065154"/>
                  </a:lnTo>
                  <a:lnTo>
                    <a:pt x="1663726" y="4065154"/>
                  </a:lnTo>
                  <a:lnTo>
                    <a:pt x="1663852" y="4065154"/>
                  </a:lnTo>
                  <a:lnTo>
                    <a:pt x="1663978" y="4065154"/>
                  </a:lnTo>
                  <a:lnTo>
                    <a:pt x="1664104" y="4065154"/>
                  </a:lnTo>
                  <a:lnTo>
                    <a:pt x="1664230" y="4065154"/>
                  </a:lnTo>
                  <a:lnTo>
                    <a:pt x="1664356" y="4065154"/>
                  </a:lnTo>
                  <a:lnTo>
                    <a:pt x="1664482" y="4065154"/>
                  </a:lnTo>
                  <a:lnTo>
                    <a:pt x="1664608" y="4065154"/>
                  </a:lnTo>
                  <a:lnTo>
                    <a:pt x="1664734" y="4065154"/>
                  </a:lnTo>
                  <a:lnTo>
                    <a:pt x="1664860" y="4065154"/>
                  </a:lnTo>
                  <a:lnTo>
                    <a:pt x="1664986" y="4065154"/>
                  </a:lnTo>
                  <a:lnTo>
                    <a:pt x="1665113" y="4065154"/>
                  </a:lnTo>
                  <a:lnTo>
                    <a:pt x="1665239" y="4065154"/>
                  </a:lnTo>
                  <a:lnTo>
                    <a:pt x="1665365" y="4065154"/>
                  </a:lnTo>
                  <a:lnTo>
                    <a:pt x="1665491" y="4065154"/>
                  </a:lnTo>
                  <a:lnTo>
                    <a:pt x="1665617" y="4065154"/>
                  </a:lnTo>
                  <a:lnTo>
                    <a:pt x="1665743" y="4065154"/>
                  </a:lnTo>
                  <a:lnTo>
                    <a:pt x="1665869" y="4065154"/>
                  </a:lnTo>
                  <a:lnTo>
                    <a:pt x="1665995" y="4065154"/>
                  </a:lnTo>
                  <a:lnTo>
                    <a:pt x="1666121" y="4065154"/>
                  </a:lnTo>
                  <a:lnTo>
                    <a:pt x="1666247" y="4065154"/>
                  </a:lnTo>
                  <a:lnTo>
                    <a:pt x="1666373" y="4065154"/>
                  </a:lnTo>
                  <a:lnTo>
                    <a:pt x="1666500" y="4065154"/>
                  </a:lnTo>
                  <a:lnTo>
                    <a:pt x="1666626" y="4065154"/>
                  </a:lnTo>
                  <a:lnTo>
                    <a:pt x="1666752" y="4065154"/>
                  </a:lnTo>
                  <a:lnTo>
                    <a:pt x="1666878" y="4065154"/>
                  </a:lnTo>
                  <a:lnTo>
                    <a:pt x="1667004" y="4065154"/>
                  </a:lnTo>
                  <a:lnTo>
                    <a:pt x="1667130" y="4065154"/>
                  </a:lnTo>
                  <a:lnTo>
                    <a:pt x="1667256" y="4065154"/>
                  </a:lnTo>
                  <a:lnTo>
                    <a:pt x="1667382" y="4065154"/>
                  </a:lnTo>
                  <a:lnTo>
                    <a:pt x="1667382" y="4059875"/>
                  </a:lnTo>
                  <a:lnTo>
                    <a:pt x="1667508" y="4059875"/>
                  </a:lnTo>
                  <a:lnTo>
                    <a:pt x="1667634" y="4059875"/>
                  </a:lnTo>
                  <a:lnTo>
                    <a:pt x="1667760" y="4059875"/>
                  </a:lnTo>
                  <a:lnTo>
                    <a:pt x="1667887" y="4059875"/>
                  </a:lnTo>
                  <a:lnTo>
                    <a:pt x="1668013" y="4059875"/>
                  </a:lnTo>
                  <a:lnTo>
                    <a:pt x="1668139" y="4059875"/>
                  </a:lnTo>
                  <a:lnTo>
                    <a:pt x="1668265" y="4059875"/>
                  </a:lnTo>
                  <a:lnTo>
                    <a:pt x="1668391" y="4059875"/>
                  </a:lnTo>
                  <a:lnTo>
                    <a:pt x="1668517" y="4059875"/>
                  </a:lnTo>
                  <a:lnTo>
                    <a:pt x="1668643" y="4059875"/>
                  </a:lnTo>
                  <a:lnTo>
                    <a:pt x="1668769" y="4059875"/>
                  </a:lnTo>
                  <a:lnTo>
                    <a:pt x="1668895" y="4059875"/>
                  </a:lnTo>
                  <a:lnTo>
                    <a:pt x="1669021" y="4059875"/>
                  </a:lnTo>
                  <a:lnTo>
                    <a:pt x="1669147" y="4059875"/>
                  </a:lnTo>
                  <a:lnTo>
                    <a:pt x="1669273" y="4059875"/>
                  </a:lnTo>
                  <a:lnTo>
                    <a:pt x="1669400" y="4059875"/>
                  </a:lnTo>
                  <a:lnTo>
                    <a:pt x="1669526" y="4059875"/>
                  </a:lnTo>
                  <a:lnTo>
                    <a:pt x="1669652" y="4059875"/>
                  </a:lnTo>
                  <a:lnTo>
                    <a:pt x="1669778" y="4059875"/>
                  </a:lnTo>
                  <a:lnTo>
                    <a:pt x="1669904" y="4059875"/>
                  </a:lnTo>
                  <a:lnTo>
                    <a:pt x="1670030" y="4059875"/>
                  </a:lnTo>
                  <a:lnTo>
                    <a:pt x="1670156" y="4059875"/>
                  </a:lnTo>
                  <a:lnTo>
                    <a:pt x="1670156" y="4054595"/>
                  </a:lnTo>
                  <a:lnTo>
                    <a:pt x="1670282" y="4054595"/>
                  </a:lnTo>
                  <a:lnTo>
                    <a:pt x="1670408" y="4054595"/>
                  </a:lnTo>
                  <a:lnTo>
                    <a:pt x="1670534" y="4054595"/>
                  </a:lnTo>
                  <a:lnTo>
                    <a:pt x="1670660" y="4054595"/>
                  </a:lnTo>
                  <a:lnTo>
                    <a:pt x="1670787" y="4054595"/>
                  </a:lnTo>
                  <a:lnTo>
                    <a:pt x="1670913" y="4054595"/>
                  </a:lnTo>
                  <a:lnTo>
                    <a:pt x="1671039" y="4054595"/>
                  </a:lnTo>
                  <a:lnTo>
                    <a:pt x="1671165" y="4054595"/>
                  </a:lnTo>
                  <a:lnTo>
                    <a:pt x="1671291" y="4054595"/>
                  </a:lnTo>
                  <a:lnTo>
                    <a:pt x="1671417" y="4054595"/>
                  </a:lnTo>
                  <a:lnTo>
                    <a:pt x="1671543" y="4054595"/>
                  </a:lnTo>
                  <a:lnTo>
                    <a:pt x="1671669" y="4054595"/>
                  </a:lnTo>
                  <a:lnTo>
                    <a:pt x="1671795" y="4054595"/>
                  </a:lnTo>
                  <a:lnTo>
                    <a:pt x="1671921" y="4054595"/>
                  </a:lnTo>
                  <a:lnTo>
                    <a:pt x="1672047" y="4054595"/>
                  </a:lnTo>
                  <a:lnTo>
                    <a:pt x="1672173" y="4054595"/>
                  </a:lnTo>
                  <a:lnTo>
                    <a:pt x="1672300" y="4054595"/>
                  </a:lnTo>
                  <a:lnTo>
                    <a:pt x="1672426" y="4054595"/>
                  </a:lnTo>
                  <a:lnTo>
                    <a:pt x="1672552" y="4054595"/>
                  </a:lnTo>
                  <a:lnTo>
                    <a:pt x="1672678" y="4054595"/>
                  </a:lnTo>
                  <a:lnTo>
                    <a:pt x="1672804" y="4054595"/>
                  </a:lnTo>
                  <a:lnTo>
                    <a:pt x="1672930" y="4054595"/>
                  </a:lnTo>
                  <a:lnTo>
                    <a:pt x="1673056" y="4054595"/>
                  </a:lnTo>
                  <a:lnTo>
                    <a:pt x="1673182" y="4054595"/>
                  </a:lnTo>
                  <a:lnTo>
                    <a:pt x="1673308" y="4054595"/>
                  </a:lnTo>
                  <a:lnTo>
                    <a:pt x="1673434" y="4054595"/>
                  </a:lnTo>
                  <a:lnTo>
                    <a:pt x="1673560" y="4054595"/>
                  </a:lnTo>
                  <a:lnTo>
                    <a:pt x="1673687" y="4054595"/>
                  </a:lnTo>
                  <a:lnTo>
                    <a:pt x="1673813" y="4054595"/>
                  </a:lnTo>
                  <a:lnTo>
                    <a:pt x="1673939" y="4054595"/>
                  </a:lnTo>
                  <a:lnTo>
                    <a:pt x="1674065" y="4054595"/>
                  </a:lnTo>
                  <a:lnTo>
                    <a:pt x="1674191" y="4054595"/>
                  </a:lnTo>
                  <a:lnTo>
                    <a:pt x="1674317" y="4054595"/>
                  </a:lnTo>
                  <a:lnTo>
                    <a:pt x="1674443" y="4054595"/>
                  </a:lnTo>
                  <a:lnTo>
                    <a:pt x="1674569" y="4054595"/>
                  </a:lnTo>
                  <a:lnTo>
                    <a:pt x="1674569" y="4049316"/>
                  </a:lnTo>
                  <a:lnTo>
                    <a:pt x="1674695" y="4049316"/>
                  </a:lnTo>
                  <a:lnTo>
                    <a:pt x="1674821" y="4049316"/>
                  </a:lnTo>
                  <a:lnTo>
                    <a:pt x="1674947" y="4049316"/>
                  </a:lnTo>
                  <a:lnTo>
                    <a:pt x="1675073" y="4049316"/>
                  </a:lnTo>
                  <a:lnTo>
                    <a:pt x="1675200" y="4049316"/>
                  </a:lnTo>
                  <a:lnTo>
                    <a:pt x="1675326" y="4049316"/>
                  </a:lnTo>
                  <a:lnTo>
                    <a:pt x="1675452" y="4049316"/>
                  </a:lnTo>
                  <a:lnTo>
                    <a:pt x="1675578" y="4049316"/>
                  </a:lnTo>
                  <a:lnTo>
                    <a:pt x="1675704" y="4049316"/>
                  </a:lnTo>
                  <a:lnTo>
                    <a:pt x="1675830" y="4049316"/>
                  </a:lnTo>
                  <a:lnTo>
                    <a:pt x="1675956" y="4049316"/>
                  </a:lnTo>
                  <a:lnTo>
                    <a:pt x="1676082" y="4049316"/>
                  </a:lnTo>
                  <a:lnTo>
                    <a:pt x="1676208" y="4049316"/>
                  </a:lnTo>
                  <a:lnTo>
                    <a:pt x="1676334" y="4049316"/>
                  </a:lnTo>
                  <a:lnTo>
                    <a:pt x="1676460" y="4049316"/>
                  </a:lnTo>
                  <a:lnTo>
                    <a:pt x="1676587" y="4049316"/>
                  </a:lnTo>
                  <a:lnTo>
                    <a:pt x="1676713" y="4049316"/>
                  </a:lnTo>
                  <a:lnTo>
                    <a:pt x="1676839" y="4049316"/>
                  </a:lnTo>
                  <a:lnTo>
                    <a:pt x="1676965" y="4049316"/>
                  </a:lnTo>
                  <a:lnTo>
                    <a:pt x="1677091" y="4049316"/>
                  </a:lnTo>
                  <a:lnTo>
                    <a:pt x="1677217" y="4049316"/>
                  </a:lnTo>
                  <a:lnTo>
                    <a:pt x="1677343" y="4049316"/>
                  </a:lnTo>
                  <a:lnTo>
                    <a:pt x="1677469" y="4049316"/>
                  </a:lnTo>
                  <a:lnTo>
                    <a:pt x="1677595" y="4049316"/>
                  </a:lnTo>
                  <a:lnTo>
                    <a:pt x="1677721" y="4049316"/>
                  </a:lnTo>
                  <a:lnTo>
                    <a:pt x="1677847" y="4049316"/>
                  </a:lnTo>
                  <a:lnTo>
                    <a:pt x="1677974" y="4049316"/>
                  </a:lnTo>
                  <a:lnTo>
                    <a:pt x="1677974" y="4044036"/>
                  </a:lnTo>
                  <a:lnTo>
                    <a:pt x="1677974" y="4038757"/>
                  </a:lnTo>
                  <a:lnTo>
                    <a:pt x="1678100" y="4038757"/>
                  </a:lnTo>
                  <a:lnTo>
                    <a:pt x="1678226" y="4038757"/>
                  </a:lnTo>
                  <a:lnTo>
                    <a:pt x="1678352" y="4038757"/>
                  </a:lnTo>
                  <a:lnTo>
                    <a:pt x="1678478" y="4038757"/>
                  </a:lnTo>
                  <a:lnTo>
                    <a:pt x="1678604" y="4038757"/>
                  </a:lnTo>
                  <a:lnTo>
                    <a:pt x="1678730" y="4038757"/>
                  </a:lnTo>
                  <a:lnTo>
                    <a:pt x="1678856" y="4038757"/>
                  </a:lnTo>
                  <a:lnTo>
                    <a:pt x="1678982" y="4038757"/>
                  </a:lnTo>
                  <a:lnTo>
                    <a:pt x="1679108" y="4038757"/>
                  </a:lnTo>
                  <a:lnTo>
                    <a:pt x="1679234" y="4038757"/>
                  </a:lnTo>
                  <a:lnTo>
                    <a:pt x="1679360" y="4038757"/>
                  </a:lnTo>
                  <a:lnTo>
                    <a:pt x="1679487" y="4038757"/>
                  </a:lnTo>
                  <a:lnTo>
                    <a:pt x="1679613" y="4038757"/>
                  </a:lnTo>
                  <a:lnTo>
                    <a:pt x="1679739" y="4038757"/>
                  </a:lnTo>
                  <a:lnTo>
                    <a:pt x="1679865" y="4038757"/>
                  </a:lnTo>
                  <a:lnTo>
                    <a:pt x="1679991" y="4038757"/>
                  </a:lnTo>
                  <a:lnTo>
                    <a:pt x="1680117" y="4038757"/>
                  </a:lnTo>
                  <a:lnTo>
                    <a:pt x="1680243" y="4038757"/>
                  </a:lnTo>
                  <a:lnTo>
                    <a:pt x="1680369" y="4038757"/>
                  </a:lnTo>
                  <a:lnTo>
                    <a:pt x="1680495" y="4038757"/>
                  </a:lnTo>
                  <a:lnTo>
                    <a:pt x="1680621" y="4038757"/>
                  </a:lnTo>
                  <a:lnTo>
                    <a:pt x="1680747" y="4038757"/>
                  </a:lnTo>
                  <a:lnTo>
                    <a:pt x="1680874" y="4038757"/>
                  </a:lnTo>
                  <a:lnTo>
                    <a:pt x="1681000" y="4038757"/>
                  </a:lnTo>
                  <a:lnTo>
                    <a:pt x="1681126" y="4038757"/>
                  </a:lnTo>
                  <a:lnTo>
                    <a:pt x="1681252" y="4038757"/>
                  </a:lnTo>
                  <a:lnTo>
                    <a:pt x="1681378" y="4038757"/>
                  </a:lnTo>
                  <a:lnTo>
                    <a:pt x="1681504" y="4038757"/>
                  </a:lnTo>
                  <a:lnTo>
                    <a:pt x="1681630" y="4038757"/>
                  </a:lnTo>
                  <a:lnTo>
                    <a:pt x="1681756" y="4038757"/>
                  </a:lnTo>
                  <a:lnTo>
                    <a:pt x="1681882" y="4038757"/>
                  </a:lnTo>
                  <a:lnTo>
                    <a:pt x="1682008" y="4038757"/>
                  </a:lnTo>
                  <a:lnTo>
                    <a:pt x="1682134" y="4038757"/>
                  </a:lnTo>
                  <a:lnTo>
                    <a:pt x="1682260" y="4038757"/>
                  </a:lnTo>
                  <a:lnTo>
                    <a:pt x="1682387" y="4038757"/>
                  </a:lnTo>
                  <a:lnTo>
                    <a:pt x="1682513" y="4038757"/>
                  </a:lnTo>
                  <a:lnTo>
                    <a:pt x="1682639" y="4038757"/>
                  </a:lnTo>
                  <a:lnTo>
                    <a:pt x="1682765" y="4038757"/>
                  </a:lnTo>
                  <a:lnTo>
                    <a:pt x="1682891" y="4038757"/>
                  </a:lnTo>
                  <a:lnTo>
                    <a:pt x="1683017" y="4038757"/>
                  </a:lnTo>
                  <a:lnTo>
                    <a:pt x="1683143" y="4038757"/>
                  </a:lnTo>
                  <a:lnTo>
                    <a:pt x="1683269" y="4038757"/>
                  </a:lnTo>
                  <a:lnTo>
                    <a:pt x="1683395" y="4038757"/>
                  </a:lnTo>
                  <a:lnTo>
                    <a:pt x="1683521" y="4038757"/>
                  </a:lnTo>
                  <a:lnTo>
                    <a:pt x="1683647" y="4038757"/>
                  </a:lnTo>
                  <a:lnTo>
                    <a:pt x="1683774" y="4038757"/>
                  </a:lnTo>
                  <a:lnTo>
                    <a:pt x="1683900" y="4038757"/>
                  </a:lnTo>
                  <a:lnTo>
                    <a:pt x="1684026" y="4038757"/>
                  </a:lnTo>
                  <a:lnTo>
                    <a:pt x="1684152" y="4038757"/>
                  </a:lnTo>
                  <a:lnTo>
                    <a:pt x="1684278" y="4038757"/>
                  </a:lnTo>
                  <a:lnTo>
                    <a:pt x="1684404" y="4038757"/>
                  </a:lnTo>
                  <a:lnTo>
                    <a:pt x="1684530" y="4038757"/>
                  </a:lnTo>
                  <a:lnTo>
                    <a:pt x="1684656" y="4038757"/>
                  </a:lnTo>
                  <a:lnTo>
                    <a:pt x="1684782" y="4038757"/>
                  </a:lnTo>
                  <a:lnTo>
                    <a:pt x="1684908" y="4038757"/>
                  </a:lnTo>
                  <a:lnTo>
                    <a:pt x="1685034" y="4038757"/>
                  </a:lnTo>
                  <a:lnTo>
                    <a:pt x="1685161" y="4038757"/>
                  </a:lnTo>
                  <a:lnTo>
                    <a:pt x="1685287" y="4038757"/>
                  </a:lnTo>
                  <a:lnTo>
                    <a:pt x="1685413" y="4038757"/>
                  </a:lnTo>
                  <a:lnTo>
                    <a:pt x="1685539" y="4038757"/>
                  </a:lnTo>
                  <a:lnTo>
                    <a:pt x="1685665" y="4038757"/>
                  </a:lnTo>
                  <a:lnTo>
                    <a:pt x="1685791" y="4038757"/>
                  </a:lnTo>
                  <a:lnTo>
                    <a:pt x="1685917" y="4038757"/>
                  </a:lnTo>
                  <a:lnTo>
                    <a:pt x="1686043" y="4038757"/>
                  </a:lnTo>
                  <a:lnTo>
                    <a:pt x="1686169" y="4038757"/>
                  </a:lnTo>
                  <a:lnTo>
                    <a:pt x="1686295" y="4038757"/>
                  </a:lnTo>
                  <a:lnTo>
                    <a:pt x="1686421" y="4038757"/>
                  </a:lnTo>
                  <a:lnTo>
                    <a:pt x="1686547" y="4038757"/>
                  </a:lnTo>
                  <a:lnTo>
                    <a:pt x="1686674" y="4038757"/>
                  </a:lnTo>
                  <a:lnTo>
                    <a:pt x="1686800" y="4038757"/>
                  </a:lnTo>
                  <a:lnTo>
                    <a:pt x="1686926" y="4038757"/>
                  </a:lnTo>
                  <a:lnTo>
                    <a:pt x="1687052" y="4038757"/>
                  </a:lnTo>
                  <a:lnTo>
                    <a:pt x="1687178" y="4038757"/>
                  </a:lnTo>
                  <a:lnTo>
                    <a:pt x="1687304" y="4038757"/>
                  </a:lnTo>
                  <a:lnTo>
                    <a:pt x="1687430" y="4038757"/>
                  </a:lnTo>
                  <a:lnTo>
                    <a:pt x="1687556" y="4038757"/>
                  </a:lnTo>
                  <a:lnTo>
                    <a:pt x="1687682" y="4038757"/>
                  </a:lnTo>
                  <a:lnTo>
                    <a:pt x="1687808" y="4038757"/>
                  </a:lnTo>
                  <a:lnTo>
                    <a:pt x="1687934" y="4038757"/>
                  </a:lnTo>
                  <a:lnTo>
                    <a:pt x="1688061" y="4038757"/>
                  </a:lnTo>
                  <a:lnTo>
                    <a:pt x="1688187" y="4038757"/>
                  </a:lnTo>
                  <a:lnTo>
                    <a:pt x="1688313" y="4038757"/>
                  </a:lnTo>
                  <a:lnTo>
                    <a:pt x="1688439" y="4038757"/>
                  </a:lnTo>
                  <a:lnTo>
                    <a:pt x="1688565" y="4038757"/>
                  </a:lnTo>
                  <a:lnTo>
                    <a:pt x="1688691" y="4038757"/>
                  </a:lnTo>
                  <a:lnTo>
                    <a:pt x="1688817" y="4038757"/>
                  </a:lnTo>
                  <a:lnTo>
                    <a:pt x="1688943" y="4038757"/>
                  </a:lnTo>
                  <a:lnTo>
                    <a:pt x="1689069" y="4038757"/>
                  </a:lnTo>
                  <a:lnTo>
                    <a:pt x="1689195" y="4038757"/>
                  </a:lnTo>
                  <a:lnTo>
                    <a:pt x="1689321" y="4038757"/>
                  </a:lnTo>
                  <a:lnTo>
                    <a:pt x="1689447" y="4038757"/>
                  </a:lnTo>
                  <a:lnTo>
                    <a:pt x="1689574" y="4038757"/>
                  </a:lnTo>
                  <a:lnTo>
                    <a:pt x="1689700" y="4038757"/>
                  </a:lnTo>
                  <a:lnTo>
                    <a:pt x="1689826" y="4038757"/>
                  </a:lnTo>
                  <a:lnTo>
                    <a:pt x="1689952" y="4038757"/>
                  </a:lnTo>
                  <a:lnTo>
                    <a:pt x="1690078" y="4038757"/>
                  </a:lnTo>
                  <a:lnTo>
                    <a:pt x="1690204" y="4038757"/>
                  </a:lnTo>
                  <a:lnTo>
                    <a:pt x="1690330" y="4038757"/>
                  </a:lnTo>
                  <a:lnTo>
                    <a:pt x="1690456" y="4038757"/>
                  </a:lnTo>
                  <a:lnTo>
                    <a:pt x="1690582" y="4038757"/>
                  </a:lnTo>
                  <a:lnTo>
                    <a:pt x="1690708" y="4038757"/>
                  </a:lnTo>
                  <a:lnTo>
                    <a:pt x="1690834" y="4038757"/>
                  </a:lnTo>
                  <a:lnTo>
                    <a:pt x="1690961" y="4038757"/>
                  </a:lnTo>
                  <a:lnTo>
                    <a:pt x="1691087" y="4038757"/>
                  </a:lnTo>
                  <a:lnTo>
                    <a:pt x="1691213" y="4038757"/>
                  </a:lnTo>
                  <a:lnTo>
                    <a:pt x="1691339" y="4038757"/>
                  </a:lnTo>
                  <a:lnTo>
                    <a:pt x="1691465" y="4038757"/>
                  </a:lnTo>
                  <a:lnTo>
                    <a:pt x="1691591" y="4038757"/>
                  </a:lnTo>
                  <a:lnTo>
                    <a:pt x="1691717" y="4038757"/>
                  </a:lnTo>
                  <a:lnTo>
                    <a:pt x="1691843" y="4038757"/>
                  </a:lnTo>
                  <a:lnTo>
                    <a:pt x="1691969" y="4038757"/>
                  </a:lnTo>
                  <a:lnTo>
                    <a:pt x="1692095" y="4038757"/>
                  </a:lnTo>
                  <a:lnTo>
                    <a:pt x="1692221" y="4038757"/>
                  </a:lnTo>
                  <a:lnTo>
                    <a:pt x="1692347" y="4038757"/>
                  </a:lnTo>
                  <a:lnTo>
                    <a:pt x="1692474" y="4038757"/>
                  </a:lnTo>
                  <a:lnTo>
                    <a:pt x="1692600" y="4038757"/>
                  </a:lnTo>
                  <a:lnTo>
                    <a:pt x="1692726" y="4038757"/>
                  </a:lnTo>
                  <a:lnTo>
                    <a:pt x="1692852" y="4038757"/>
                  </a:lnTo>
                  <a:lnTo>
                    <a:pt x="1692978" y="4038757"/>
                  </a:lnTo>
                  <a:lnTo>
                    <a:pt x="1693104" y="4038757"/>
                  </a:lnTo>
                  <a:lnTo>
                    <a:pt x="1693230" y="4038757"/>
                  </a:lnTo>
                  <a:lnTo>
                    <a:pt x="1693356" y="4038757"/>
                  </a:lnTo>
                  <a:lnTo>
                    <a:pt x="1693482" y="4038757"/>
                  </a:lnTo>
                  <a:lnTo>
                    <a:pt x="1693608" y="4038757"/>
                  </a:lnTo>
                  <a:lnTo>
                    <a:pt x="1693734" y="4038757"/>
                  </a:lnTo>
                  <a:lnTo>
                    <a:pt x="1693861" y="4038757"/>
                  </a:lnTo>
                  <a:lnTo>
                    <a:pt x="1693987" y="4038757"/>
                  </a:lnTo>
                  <a:lnTo>
                    <a:pt x="1694113" y="4038757"/>
                  </a:lnTo>
                  <a:lnTo>
                    <a:pt x="1694239" y="4038757"/>
                  </a:lnTo>
                  <a:lnTo>
                    <a:pt x="1694365" y="4038757"/>
                  </a:lnTo>
                  <a:lnTo>
                    <a:pt x="1694491" y="4038757"/>
                  </a:lnTo>
                  <a:lnTo>
                    <a:pt x="1694617" y="4038757"/>
                  </a:lnTo>
                  <a:lnTo>
                    <a:pt x="1694743" y="4038757"/>
                  </a:lnTo>
                  <a:lnTo>
                    <a:pt x="1694743" y="4033477"/>
                  </a:lnTo>
                  <a:lnTo>
                    <a:pt x="1694869" y="4033477"/>
                  </a:lnTo>
                  <a:lnTo>
                    <a:pt x="1694995" y="4033477"/>
                  </a:lnTo>
                  <a:lnTo>
                    <a:pt x="1695121" y="4033477"/>
                  </a:lnTo>
                  <a:lnTo>
                    <a:pt x="1695248" y="4033477"/>
                  </a:lnTo>
                  <a:lnTo>
                    <a:pt x="1695374" y="4033477"/>
                  </a:lnTo>
                  <a:lnTo>
                    <a:pt x="1695500" y="4033477"/>
                  </a:lnTo>
                  <a:lnTo>
                    <a:pt x="1695626" y="4033477"/>
                  </a:lnTo>
                  <a:lnTo>
                    <a:pt x="1695752" y="4033477"/>
                  </a:lnTo>
                  <a:lnTo>
                    <a:pt x="1695878" y="4033477"/>
                  </a:lnTo>
                  <a:lnTo>
                    <a:pt x="1696004" y="4033477"/>
                  </a:lnTo>
                  <a:lnTo>
                    <a:pt x="1696130" y="4033477"/>
                  </a:lnTo>
                  <a:lnTo>
                    <a:pt x="1696256" y="4033477"/>
                  </a:lnTo>
                  <a:lnTo>
                    <a:pt x="1696382" y="4033477"/>
                  </a:lnTo>
                  <a:lnTo>
                    <a:pt x="1696508" y="4033477"/>
                  </a:lnTo>
                  <a:lnTo>
                    <a:pt x="1696508" y="4028198"/>
                  </a:lnTo>
                  <a:lnTo>
                    <a:pt x="1696634" y="4028198"/>
                  </a:lnTo>
                  <a:lnTo>
                    <a:pt x="1696761" y="4028198"/>
                  </a:lnTo>
                  <a:lnTo>
                    <a:pt x="1696761" y="4022919"/>
                  </a:lnTo>
                  <a:lnTo>
                    <a:pt x="1696887" y="4022919"/>
                  </a:lnTo>
                  <a:lnTo>
                    <a:pt x="1697013" y="4022919"/>
                  </a:lnTo>
                  <a:lnTo>
                    <a:pt x="1697139" y="4022919"/>
                  </a:lnTo>
                  <a:lnTo>
                    <a:pt x="1697265" y="4022919"/>
                  </a:lnTo>
                  <a:lnTo>
                    <a:pt x="1697391" y="4022919"/>
                  </a:lnTo>
                  <a:lnTo>
                    <a:pt x="1697517" y="4022919"/>
                  </a:lnTo>
                  <a:lnTo>
                    <a:pt x="1697643" y="4022919"/>
                  </a:lnTo>
                  <a:lnTo>
                    <a:pt x="1697769" y="4022919"/>
                  </a:lnTo>
                  <a:lnTo>
                    <a:pt x="1697895" y="4022919"/>
                  </a:lnTo>
                  <a:lnTo>
                    <a:pt x="1698021" y="4022919"/>
                  </a:lnTo>
                  <a:lnTo>
                    <a:pt x="1698148" y="4022919"/>
                  </a:lnTo>
                  <a:lnTo>
                    <a:pt x="1698274" y="4022919"/>
                  </a:lnTo>
                  <a:lnTo>
                    <a:pt x="1698400" y="4022919"/>
                  </a:lnTo>
                  <a:lnTo>
                    <a:pt x="1698526" y="4022919"/>
                  </a:lnTo>
                  <a:lnTo>
                    <a:pt x="1698652" y="4022919"/>
                  </a:lnTo>
                  <a:lnTo>
                    <a:pt x="1698778" y="4022919"/>
                  </a:lnTo>
                  <a:lnTo>
                    <a:pt x="1698904" y="4022919"/>
                  </a:lnTo>
                  <a:lnTo>
                    <a:pt x="1699030" y="4022919"/>
                  </a:lnTo>
                  <a:lnTo>
                    <a:pt x="1699156" y="4022919"/>
                  </a:lnTo>
                  <a:lnTo>
                    <a:pt x="1699282" y="4022919"/>
                  </a:lnTo>
                  <a:lnTo>
                    <a:pt x="1699408" y="4022919"/>
                  </a:lnTo>
                  <a:lnTo>
                    <a:pt x="1699534" y="4022919"/>
                  </a:lnTo>
                  <a:lnTo>
                    <a:pt x="1699661" y="4022919"/>
                  </a:lnTo>
                  <a:lnTo>
                    <a:pt x="1699661" y="4017639"/>
                  </a:lnTo>
                  <a:lnTo>
                    <a:pt x="1699787" y="4017639"/>
                  </a:lnTo>
                  <a:lnTo>
                    <a:pt x="1699913" y="4017639"/>
                  </a:lnTo>
                  <a:lnTo>
                    <a:pt x="1700039" y="4017639"/>
                  </a:lnTo>
                  <a:lnTo>
                    <a:pt x="1700165" y="4017639"/>
                  </a:lnTo>
                  <a:lnTo>
                    <a:pt x="1700291" y="4017639"/>
                  </a:lnTo>
                  <a:lnTo>
                    <a:pt x="1700417" y="4017639"/>
                  </a:lnTo>
                  <a:lnTo>
                    <a:pt x="1700543" y="4017639"/>
                  </a:lnTo>
                  <a:lnTo>
                    <a:pt x="1700669" y="4017639"/>
                  </a:lnTo>
                  <a:lnTo>
                    <a:pt x="1700795" y="4017639"/>
                  </a:lnTo>
                  <a:lnTo>
                    <a:pt x="1700921" y="4017639"/>
                  </a:lnTo>
                  <a:lnTo>
                    <a:pt x="1701048" y="4017639"/>
                  </a:lnTo>
                  <a:lnTo>
                    <a:pt x="1701174" y="4017639"/>
                  </a:lnTo>
                  <a:lnTo>
                    <a:pt x="1701300" y="4017639"/>
                  </a:lnTo>
                  <a:lnTo>
                    <a:pt x="1701426" y="4017639"/>
                  </a:lnTo>
                  <a:lnTo>
                    <a:pt x="1701552" y="4017639"/>
                  </a:lnTo>
                  <a:lnTo>
                    <a:pt x="1701678" y="4017639"/>
                  </a:lnTo>
                  <a:lnTo>
                    <a:pt x="1701804" y="4017639"/>
                  </a:lnTo>
                  <a:lnTo>
                    <a:pt x="1701930" y="4017639"/>
                  </a:lnTo>
                  <a:lnTo>
                    <a:pt x="1702056" y="4017639"/>
                  </a:lnTo>
                  <a:lnTo>
                    <a:pt x="1702182" y="4017639"/>
                  </a:lnTo>
                  <a:lnTo>
                    <a:pt x="1702308" y="4017639"/>
                  </a:lnTo>
                  <a:lnTo>
                    <a:pt x="1702435" y="4017639"/>
                  </a:lnTo>
                  <a:lnTo>
                    <a:pt x="1702561" y="4017639"/>
                  </a:lnTo>
                  <a:lnTo>
                    <a:pt x="1702687" y="4017639"/>
                  </a:lnTo>
                  <a:lnTo>
                    <a:pt x="1702813" y="4017639"/>
                  </a:lnTo>
                  <a:lnTo>
                    <a:pt x="1702939" y="4017639"/>
                  </a:lnTo>
                  <a:lnTo>
                    <a:pt x="1703065" y="4017639"/>
                  </a:lnTo>
                  <a:lnTo>
                    <a:pt x="1703191" y="4017639"/>
                  </a:lnTo>
                  <a:lnTo>
                    <a:pt x="1703317" y="4017639"/>
                  </a:lnTo>
                  <a:lnTo>
                    <a:pt x="1703443" y="4017639"/>
                  </a:lnTo>
                  <a:lnTo>
                    <a:pt x="1703569" y="4017639"/>
                  </a:lnTo>
                  <a:lnTo>
                    <a:pt x="1703695" y="4017639"/>
                  </a:lnTo>
                  <a:lnTo>
                    <a:pt x="1703821" y="4017639"/>
                  </a:lnTo>
                  <a:lnTo>
                    <a:pt x="1703948" y="4017639"/>
                  </a:lnTo>
                  <a:lnTo>
                    <a:pt x="1704074" y="4017639"/>
                  </a:lnTo>
                  <a:lnTo>
                    <a:pt x="1704200" y="4017639"/>
                  </a:lnTo>
                  <a:lnTo>
                    <a:pt x="1704326" y="4017639"/>
                  </a:lnTo>
                  <a:lnTo>
                    <a:pt x="1704452" y="4017639"/>
                  </a:lnTo>
                  <a:lnTo>
                    <a:pt x="1704578" y="4017639"/>
                  </a:lnTo>
                  <a:lnTo>
                    <a:pt x="1704704" y="4017639"/>
                  </a:lnTo>
                  <a:lnTo>
                    <a:pt x="1704830" y="4017639"/>
                  </a:lnTo>
                  <a:lnTo>
                    <a:pt x="1704956" y="4017639"/>
                  </a:lnTo>
                  <a:lnTo>
                    <a:pt x="1705082" y="4017639"/>
                  </a:lnTo>
                  <a:lnTo>
                    <a:pt x="1705082" y="4012360"/>
                  </a:lnTo>
                  <a:lnTo>
                    <a:pt x="1705208" y="4012360"/>
                  </a:lnTo>
                  <a:lnTo>
                    <a:pt x="1705335" y="4012360"/>
                  </a:lnTo>
                  <a:lnTo>
                    <a:pt x="1705461" y="4012360"/>
                  </a:lnTo>
                  <a:lnTo>
                    <a:pt x="1705587" y="4012360"/>
                  </a:lnTo>
                  <a:lnTo>
                    <a:pt x="1705713" y="4012360"/>
                  </a:lnTo>
                  <a:lnTo>
                    <a:pt x="1705839" y="4012360"/>
                  </a:lnTo>
                  <a:lnTo>
                    <a:pt x="1705965" y="4012360"/>
                  </a:lnTo>
                  <a:lnTo>
                    <a:pt x="1706091" y="4012360"/>
                  </a:lnTo>
                  <a:lnTo>
                    <a:pt x="1706217" y="4012360"/>
                  </a:lnTo>
                  <a:lnTo>
                    <a:pt x="1706343" y="4012360"/>
                  </a:lnTo>
                  <a:lnTo>
                    <a:pt x="1706469" y="4012360"/>
                  </a:lnTo>
                  <a:lnTo>
                    <a:pt x="1706595" y="4012360"/>
                  </a:lnTo>
                  <a:lnTo>
                    <a:pt x="1706721" y="4012360"/>
                  </a:lnTo>
                  <a:lnTo>
                    <a:pt x="1706848" y="4012360"/>
                  </a:lnTo>
                  <a:lnTo>
                    <a:pt x="1706974" y="4012360"/>
                  </a:lnTo>
                  <a:lnTo>
                    <a:pt x="1707100" y="4012360"/>
                  </a:lnTo>
                  <a:lnTo>
                    <a:pt x="1707226" y="4012360"/>
                  </a:lnTo>
                  <a:lnTo>
                    <a:pt x="1707352" y="4012360"/>
                  </a:lnTo>
                  <a:lnTo>
                    <a:pt x="1707478" y="4012360"/>
                  </a:lnTo>
                  <a:lnTo>
                    <a:pt x="1707604" y="4012360"/>
                  </a:lnTo>
                  <a:lnTo>
                    <a:pt x="1707730" y="4012360"/>
                  </a:lnTo>
                  <a:lnTo>
                    <a:pt x="1707856" y="4012360"/>
                  </a:lnTo>
                  <a:lnTo>
                    <a:pt x="1707982" y="4012360"/>
                  </a:lnTo>
                  <a:lnTo>
                    <a:pt x="1708108" y="4012360"/>
                  </a:lnTo>
                  <a:lnTo>
                    <a:pt x="1708235" y="4012360"/>
                  </a:lnTo>
                  <a:lnTo>
                    <a:pt x="1708361" y="4012360"/>
                  </a:lnTo>
                  <a:lnTo>
                    <a:pt x="1708487" y="4012360"/>
                  </a:lnTo>
                  <a:lnTo>
                    <a:pt x="1708613" y="4012360"/>
                  </a:lnTo>
                  <a:lnTo>
                    <a:pt x="1708739" y="4012360"/>
                  </a:lnTo>
                  <a:lnTo>
                    <a:pt x="1708865" y="4012360"/>
                  </a:lnTo>
                  <a:lnTo>
                    <a:pt x="1708991" y="4012360"/>
                  </a:lnTo>
                  <a:lnTo>
                    <a:pt x="1709117" y="4012360"/>
                  </a:lnTo>
                  <a:lnTo>
                    <a:pt x="1709243" y="4012360"/>
                  </a:lnTo>
                  <a:lnTo>
                    <a:pt x="1709369" y="4012360"/>
                  </a:lnTo>
                  <a:lnTo>
                    <a:pt x="1709495" y="4012360"/>
                  </a:lnTo>
                  <a:lnTo>
                    <a:pt x="1709495" y="4007080"/>
                  </a:lnTo>
                  <a:lnTo>
                    <a:pt x="1709622" y="4007080"/>
                  </a:lnTo>
                  <a:lnTo>
                    <a:pt x="1709748" y="4007080"/>
                  </a:lnTo>
                  <a:lnTo>
                    <a:pt x="1709874" y="4007080"/>
                  </a:lnTo>
                  <a:lnTo>
                    <a:pt x="1710000" y="4007080"/>
                  </a:lnTo>
                  <a:lnTo>
                    <a:pt x="1710126" y="4007080"/>
                  </a:lnTo>
                  <a:lnTo>
                    <a:pt x="1710252" y="4007080"/>
                  </a:lnTo>
                  <a:lnTo>
                    <a:pt x="1710378" y="4007080"/>
                  </a:lnTo>
                  <a:lnTo>
                    <a:pt x="1710504" y="4007080"/>
                  </a:lnTo>
                  <a:lnTo>
                    <a:pt x="1710630" y="4007080"/>
                  </a:lnTo>
                  <a:lnTo>
                    <a:pt x="1710756" y="4007080"/>
                  </a:lnTo>
                  <a:lnTo>
                    <a:pt x="1710882" y="4007080"/>
                  </a:lnTo>
                  <a:lnTo>
                    <a:pt x="1711008" y="4007080"/>
                  </a:lnTo>
                  <a:lnTo>
                    <a:pt x="1711135" y="4007080"/>
                  </a:lnTo>
                  <a:lnTo>
                    <a:pt x="1711261" y="4007080"/>
                  </a:lnTo>
                  <a:lnTo>
                    <a:pt x="1711387" y="4007080"/>
                  </a:lnTo>
                  <a:lnTo>
                    <a:pt x="1711513" y="4007080"/>
                  </a:lnTo>
                  <a:lnTo>
                    <a:pt x="1711639" y="4007080"/>
                  </a:lnTo>
                  <a:lnTo>
                    <a:pt x="1711765" y="4007080"/>
                  </a:lnTo>
                  <a:lnTo>
                    <a:pt x="1711891" y="4007080"/>
                  </a:lnTo>
                  <a:lnTo>
                    <a:pt x="1712017" y="4007080"/>
                  </a:lnTo>
                  <a:lnTo>
                    <a:pt x="1712143" y="4007080"/>
                  </a:lnTo>
                  <a:lnTo>
                    <a:pt x="1712269" y="4007080"/>
                  </a:lnTo>
                  <a:lnTo>
                    <a:pt x="1712395" y="4007080"/>
                  </a:lnTo>
                  <a:lnTo>
                    <a:pt x="1712522" y="4007080"/>
                  </a:lnTo>
                  <a:lnTo>
                    <a:pt x="1712648" y="4007080"/>
                  </a:lnTo>
                  <a:lnTo>
                    <a:pt x="1712774" y="4007080"/>
                  </a:lnTo>
                  <a:lnTo>
                    <a:pt x="1712900" y="4007080"/>
                  </a:lnTo>
                  <a:lnTo>
                    <a:pt x="1713026" y="4007080"/>
                  </a:lnTo>
                  <a:lnTo>
                    <a:pt x="1713152" y="4007080"/>
                  </a:lnTo>
                  <a:lnTo>
                    <a:pt x="1713278" y="4007080"/>
                  </a:lnTo>
                  <a:lnTo>
                    <a:pt x="1713404" y="4007080"/>
                  </a:lnTo>
                  <a:lnTo>
                    <a:pt x="1713530" y="4007080"/>
                  </a:lnTo>
                  <a:lnTo>
                    <a:pt x="1713656" y="4007080"/>
                  </a:lnTo>
                  <a:lnTo>
                    <a:pt x="1713782" y="4007080"/>
                  </a:lnTo>
                  <a:lnTo>
                    <a:pt x="1713908" y="4007080"/>
                  </a:lnTo>
                  <a:lnTo>
                    <a:pt x="1714035" y="4007080"/>
                  </a:lnTo>
                  <a:lnTo>
                    <a:pt x="1714161" y="4007080"/>
                  </a:lnTo>
                  <a:lnTo>
                    <a:pt x="1714287" y="4007080"/>
                  </a:lnTo>
                  <a:lnTo>
                    <a:pt x="1714413" y="4007080"/>
                  </a:lnTo>
                  <a:lnTo>
                    <a:pt x="1714539" y="4007080"/>
                  </a:lnTo>
                  <a:lnTo>
                    <a:pt x="1714665" y="4007080"/>
                  </a:lnTo>
                  <a:lnTo>
                    <a:pt x="1714791" y="4007080"/>
                  </a:lnTo>
                  <a:lnTo>
                    <a:pt x="1714917" y="4007080"/>
                  </a:lnTo>
                  <a:lnTo>
                    <a:pt x="1715043" y="4007080"/>
                  </a:lnTo>
                  <a:lnTo>
                    <a:pt x="1715169" y="4007080"/>
                  </a:lnTo>
                  <a:lnTo>
                    <a:pt x="1715295" y="4007080"/>
                  </a:lnTo>
                  <a:lnTo>
                    <a:pt x="1715422" y="4007080"/>
                  </a:lnTo>
                  <a:lnTo>
                    <a:pt x="1715548" y="4007080"/>
                  </a:lnTo>
                  <a:lnTo>
                    <a:pt x="1715548" y="4001801"/>
                  </a:lnTo>
                  <a:lnTo>
                    <a:pt x="1715674" y="4001801"/>
                  </a:lnTo>
                  <a:lnTo>
                    <a:pt x="1715800" y="4001801"/>
                  </a:lnTo>
                  <a:lnTo>
                    <a:pt x="1715926" y="4001801"/>
                  </a:lnTo>
                  <a:lnTo>
                    <a:pt x="1716052" y="4001801"/>
                  </a:lnTo>
                  <a:lnTo>
                    <a:pt x="1716178" y="4001801"/>
                  </a:lnTo>
                  <a:lnTo>
                    <a:pt x="1716304" y="4001801"/>
                  </a:lnTo>
                  <a:lnTo>
                    <a:pt x="1716304" y="3996521"/>
                  </a:lnTo>
                  <a:lnTo>
                    <a:pt x="1716430" y="3996521"/>
                  </a:lnTo>
                  <a:lnTo>
                    <a:pt x="1716430" y="3991242"/>
                  </a:lnTo>
                  <a:lnTo>
                    <a:pt x="1716556" y="3991242"/>
                  </a:lnTo>
                  <a:lnTo>
                    <a:pt x="1716682" y="3991242"/>
                  </a:lnTo>
                  <a:lnTo>
                    <a:pt x="1716808" y="3991242"/>
                  </a:lnTo>
                  <a:lnTo>
                    <a:pt x="1716935" y="3991242"/>
                  </a:lnTo>
                  <a:lnTo>
                    <a:pt x="1717061" y="3991242"/>
                  </a:lnTo>
                  <a:lnTo>
                    <a:pt x="1717187" y="3991242"/>
                  </a:lnTo>
                  <a:lnTo>
                    <a:pt x="1717313" y="3991242"/>
                  </a:lnTo>
                  <a:lnTo>
                    <a:pt x="1717439" y="3991242"/>
                  </a:lnTo>
                  <a:lnTo>
                    <a:pt x="1717565" y="3991242"/>
                  </a:lnTo>
                  <a:lnTo>
                    <a:pt x="1717691" y="3991242"/>
                  </a:lnTo>
                  <a:lnTo>
                    <a:pt x="1717817" y="3991242"/>
                  </a:lnTo>
                  <a:lnTo>
                    <a:pt x="1717943" y="3991242"/>
                  </a:lnTo>
                  <a:lnTo>
                    <a:pt x="1718069" y="3991242"/>
                  </a:lnTo>
                  <a:lnTo>
                    <a:pt x="1718195" y="3991242"/>
                  </a:lnTo>
                  <a:lnTo>
                    <a:pt x="1718322" y="3991242"/>
                  </a:lnTo>
                  <a:lnTo>
                    <a:pt x="1718448" y="3991242"/>
                  </a:lnTo>
                  <a:lnTo>
                    <a:pt x="1718448" y="3985963"/>
                  </a:lnTo>
                  <a:lnTo>
                    <a:pt x="1718574" y="3985963"/>
                  </a:lnTo>
                  <a:lnTo>
                    <a:pt x="1718700" y="3985963"/>
                  </a:lnTo>
                  <a:lnTo>
                    <a:pt x="1718826" y="3985963"/>
                  </a:lnTo>
                  <a:lnTo>
                    <a:pt x="1718952" y="3985963"/>
                  </a:lnTo>
                  <a:lnTo>
                    <a:pt x="1719078" y="3985963"/>
                  </a:lnTo>
                  <a:lnTo>
                    <a:pt x="1719204" y="3985963"/>
                  </a:lnTo>
                  <a:lnTo>
                    <a:pt x="1719330" y="3985963"/>
                  </a:lnTo>
                  <a:lnTo>
                    <a:pt x="1719456" y="3985963"/>
                  </a:lnTo>
                  <a:lnTo>
                    <a:pt x="1719582" y="3985963"/>
                  </a:lnTo>
                  <a:lnTo>
                    <a:pt x="1719709" y="3985963"/>
                  </a:lnTo>
                  <a:lnTo>
                    <a:pt x="1719835" y="3985963"/>
                  </a:lnTo>
                  <a:lnTo>
                    <a:pt x="1719961" y="3985963"/>
                  </a:lnTo>
                  <a:lnTo>
                    <a:pt x="1720087" y="3985963"/>
                  </a:lnTo>
                  <a:lnTo>
                    <a:pt x="1720213" y="3985963"/>
                  </a:lnTo>
                  <a:lnTo>
                    <a:pt x="1720339" y="3985963"/>
                  </a:lnTo>
                  <a:lnTo>
                    <a:pt x="1720465" y="3985963"/>
                  </a:lnTo>
                  <a:lnTo>
                    <a:pt x="1720591" y="3985963"/>
                  </a:lnTo>
                  <a:lnTo>
                    <a:pt x="1720717" y="3985963"/>
                  </a:lnTo>
                  <a:lnTo>
                    <a:pt x="1720843" y="3985963"/>
                  </a:lnTo>
                  <a:lnTo>
                    <a:pt x="1720969" y="3985963"/>
                  </a:lnTo>
                  <a:lnTo>
                    <a:pt x="1721095" y="3985963"/>
                  </a:lnTo>
                  <a:lnTo>
                    <a:pt x="1721222" y="3985963"/>
                  </a:lnTo>
                  <a:lnTo>
                    <a:pt x="1721348" y="3985963"/>
                  </a:lnTo>
                  <a:lnTo>
                    <a:pt x="1721474" y="3985963"/>
                  </a:lnTo>
                  <a:lnTo>
                    <a:pt x="1721600" y="3985963"/>
                  </a:lnTo>
                  <a:lnTo>
                    <a:pt x="1721726" y="3985963"/>
                  </a:lnTo>
                  <a:lnTo>
                    <a:pt x="1721852" y="3985963"/>
                  </a:lnTo>
                  <a:lnTo>
                    <a:pt x="1721978" y="3985963"/>
                  </a:lnTo>
                  <a:lnTo>
                    <a:pt x="1722104" y="3985963"/>
                  </a:lnTo>
                  <a:lnTo>
                    <a:pt x="1722230" y="3985963"/>
                  </a:lnTo>
                  <a:lnTo>
                    <a:pt x="1722356" y="3985963"/>
                  </a:lnTo>
                  <a:lnTo>
                    <a:pt x="1722482" y="3985963"/>
                  </a:lnTo>
                  <a:lnTo>
                    <a:pt x="1722609" y="3985963"/>
                  </a:lnTo>
                  <a:lnTo>
                    <a:pt x="1722735" y="3985963"/>
                  </a:lnTo>
                  <a:lnTo>
                    <a:pt x="1722861" y="3985963"/>
                  </a:lnTo>
                  <a:lnTo>
                    <a:pt x="1722987" y="3985963"/>
                  </a:lnTo>
                  <a:lnTo>
                    <a:pt x="1723113" y="3985963"/>
                  </a:lnTo>
                  <a:lnTo>
                    <a:pt x="1723239" y="3985963"/>
                  </a:lnTo>
                  <a:lnTo>
                    <a:pt x="1723365" y="3985963"/>
                  </a:lnTo>
                  <a:lnTo>
                    <a:pt x="1723491" y="3985963"/>
                  </a:lnTo>
                  <a:lnTo>
                    <a:pt x="1723617" y="3985963"/>
                  </a:lnTo>
                  <a:lnTo>
                    <a:pt x="1723743" y="3985963"/>
                  </a:lnTo>
                  <a:lnTo>
                    <a:pt x="1723869" y="3985963"/>
                  </a:lnTo>
                  <a:lnTo>
                    <a:pt x="1723995" y="3985963"/>
                  </a:lnTo>
                  <a:lnTo>
                    <a:pt x="1724122" y="3985963"/>
                  </a:lnTo>
                  <a:lnTo>
                    <a:pt x="1724248" y="3985963"/>
                  </a:lnTo>
                  <a:lnTo>
                    <a:pt x="1724374" y="3985963"/>
                  </a:lnTo>
                  <a:lnTo>
                    <a:pt x="1724500" y="3985963"/>
                  </a:lnTo>
                  <a:lnTo>
                    <a:pt x="1724626" y="3985963"/>
                  </a:lnTo>
                  <a:lnTo>
                    <a:pt x="1724752" y="3985963"/>
                  </a:lnTo>
                  <a:lnTo>
                    <a:pt x="1724878" y="3985963"/>
                  </a:lnTo>
                  <a:lnTo>
                    <a:pt x="1725004" y="3985963"/>
                  </a:lnTo>
                  <a:lnTo>
                    <a:pt x="1725130" y="3985963"/>
                  </a:lnTo>
                  <a:lnTo>
                    <a:pt x="1725256" y="3985963"/>
                  </a:lnTo>
                  <a:lnTo>
                    <a:pt x="1725382" y="3985963"/>
                  </a:lnTo>
                  <a:lnTo>
                    <a:pt x="1725509" y="3985963"/>
                  </a:lnTo>
                  <a:lnTo>
                    <a:pt x="1725635" y="3985963"/>
                  </a:lnTo>
                  <a:lnTo>
                    <a:pt x="1725761" y="3985963"/>
                  </a:lnTo>
                  <a:lnTo>
                    <a:pt x="1725887" y="3985963"/>
                  </a:lnTo>
                  <a:lnTo>
                    <a:pt x="1726013" y="3985963"/>
                  </a:lnTo>
                  <a:lnTo>
                    <a:pt x="1726139" y="3985963"/>
                  </a:lnTo>
                  <a:lnTo>
                    <a:pt x="1726265" y="3985963"/>
                  </a:lnTo>
                  <a:lnTo>
                    <a:pt x="1726391" y="3985963"/>
                  </a:lnTo>
                  <a:lnTo>
                    <a:pt x="1726517" y="3985963"/>
                  </a:lnTo>
                  <a:lnTo>
                    <a:pt x="1726643" y="3985963"/>
                  </a:lnTo>
                  <a:lnTo>
                    <a:pt x="1726769" y="3985963"/>
                  </a:lnTo>
                  <a:lnTo>
                    <a:pt x="1726896" y="3985963"/>
                  </a:lnTo>
                  <a:lnTo>
                    <a:pt x="1727022" y="3985963"/>
                  </a:lnTo>
                  <a:lnTo>
                    <a:pt x="1727148" y="3985963"/>
                  </a:lnTo>
                  <a:lnTo>
                    <a:pt x="1727274" y="3985963"/>
                  </a:lnTo>
                  <a:lnTo>
                    <a:pt x="1727400" y="3985963"/>
                  </a:lnTo>
                  <a:lnTo>
                    <a:pt x="1727526" y="3985963"/>
                  </a:lnTo>
                  <a:lnTo>
                    <a:pt x="1727652" y="3985963"/>
                  </a:lnTo>
                  <a:lnTo>
                    <a:pt x="1727778" y="3985963"/>
                  </a:lnTo>
                  <a:lnTo>
                    <a:pt x="1727904" y="3985963"/>
                  </a:lnTo>
                  <a:lnTo>
                    <a:pt x="1728030" y="3985963"/>
                  </a:lnTo>
                  <a:lnTo>
                    <a:pt x="1728156" y="3985963"/>
                  </a:lnTo>
                  <a:lnTo>
                    <a:pt x="1728282" y="3985963"/>
                  </a:lnTo>
                  <a:lnTo>
                    <a:pt x="1728409" y="3985963"/>
                  </a:lnTo>
                  <a:lnTo>
                    <a:pt x="1728535" y="3985963"/>
                  </a:lnTo>
                  <a:lnTo>
                    <a:pt x="1728661" y="3985963"/>
                  </a:lnTo>
                  <a:lnTo>
                    <a:pt x="1728787" y="3985963"/>
                  </a:lnTo>
                  <a:lnTo>
                    <a:pt x="1728913" y="3985963"/>
                  </a:lnTo>
                  <a:lnTo>
                    <a:pt x="1729039" y="3985963"/>
                  </a:lnTo>
                  <a:lnTo>
                    <a:pt x="1729165" y="3985963"/>
                  </a:lnTo>
                  <a:lnTo>
                    <a:pt x="1729291" y="3985963"/>
                  </a:lnTo>
                  <a:lnTo>
                    <a:pt x="1729417" y="3985963"/>
                  </a:lnTo>
                  <a:lnTo>
                    <a:pt x="1729543" y="3985963"/>
                  </a:lnTo>
                  <a:lnTo>
                    <a:pt x="1729669" y="3985963"/>
                  </a:lnTo>
                  <a:lnTo>
                    <a:pt x="1729796" y="3985963"/>
                  </a:lnTo>
                  <a:lnTo>
                    <a:pt x="1729922" y="3985963"/>
                  </a:lnTo>
                  <a:lnTo>
                    <a:pt x="1730048" y="3985963"/>
                  </a:lnTo>
                  <a:lnTo>
                    <a:pt x="1730174" y="3985963"/>
                  </a:lnTo>
                  <a:lnTo>
                    <a:pt x="1730300" y="3985963"/>
                  </a:lnTo>
                  <a:lnTo>
                    <a:pt x="1730426" y="3985963"/>
                  </a:lnTo>
                  <a:lnTo>
                    <a:pt x="1730552" y="3985963"/>
                  </a:lnTo>
                  <a:lnTo>
                    <a:pt x="1730678" y="3985963"/>
                  </a:lnTo>
                  <a:lnTo>
                    <a:pt x="1730804" y="3985963"/>
                  </a:lnTo>
                  <a:lnTo>
                    <a:pt x="1730930" y="3985963"/>
                  </a:lnTo>
                  <a:lnTo>
                    <a:pt x="1730930" y="3980683"/>
                  </a:lnTo>
                  <a:lnTo>
                    <a:pt x="1731056" y="3980683"/>
                  </a:lnTo>
                  <a:lnTo>
                    <a:pt x="1731182" y="3980683"/>
                  </a:lnTo>
                  <a:lnTo>
                    <a:pt x="1731309" y="3980683"/>
                  </a:lnTo>
                  <a:lnTo>
                    <a:pt x="1731435" y="3980683"/>
                  </a:lnTo>
                  <a:lnTo>
                    <a:pt x="1731435" y="3975404"/>
                  </a:lnTo>
                  <a:lnTo>
                    <a:pt x="1731561" y="3975404"/>
                  </a:lnTo>
                  <a:lnTo>
                    <a:pt x="1731687" y="3975404"/>
                  </a:lnTo>
                  <a:lnTo>
                    <a:pt x="1731813" y="3975404"/>
                  </a:lnTo>
                  <a:lnTo>
                    <a:pt x="1731939" y="3975404"/>
                  </a:lnTo>
                  <a:lnTo>
                    <a:pt x="1732065" y="3975404"/>
                  </a:lnTo>
                  <a:lnTo>
                    <a:pt x="1732191" y="3975404"/>
                  </a:lnTo>
                  <a:lnTo>
                    <a:pt x="1732317" y="3975404"/>
                  </a:lnTo>
                  <a:lnTo>
                    <a:pt x="1732443" y="3975404"/>
                  </a:lnTo>
                  <a:lnTo>
                    <a:pt x="1732569" y="3975404"/>
                  </a:lnTo>
                  <a:lnTo>
                    <a:pt x="1732696" y="3975404"/>
                  </a:lnTo>
                  <a:lnTo>
                    <a:pt x="1732822" y="3975404"/>
                  </a:lnTo>
                  <a:lnTo>
                    <a:pt x="1732948" y="3975404"/>
                  </a:lnTo>
                  <a:lnTo>
                    <a:pt x="1733074" y="3975404"/>
                  </a:lnTo>
                  <a:lnTo>
                    <a:pt x="1733200" y="3975404"/>
                  </a:lnTo>
                  <a:lnTo>
                    <a:pt x="1733326" y="3975404"/>
                  </a:lnTo>
                  <a:lnTo>
                    <a:pt x="1733452" y="3975404"/>
                  </a:lnTo>
                  <a:lnTo>
                    <a:pt x="1733578" y="3975404"/>
                  </a:lnTo>
                  <a:lnTo>
                    <a:pt x="1733704" y="3975404"/>
                  </a:lnTo>
                  <a:lnTo>
                    <a:pt x="1733830" y="3975404"/>
                  </a:lnTo>
                  <a:lnTo>
                    <a:pt x="1733956" y="3975404"/>
                  </a:lnTo>
                  <a:lnTo>
                    <a:pt x="1734082" y="3975404"/>
                  </a:lnTo>
                  <a:lnTo>
                    <a:pt x="1734209" y="3975404"/>
                  </a:lnTo>
                  <a:lnTo>
                    <a:pt x="1734335" y="3975404"/>
                  </a:lnTo>
                  <a:lnTo>
                    <a:pt x="1734461" y="3975404"/>
                  </a:lnTo>
                  <a:lnTo>
                    <a:pt x="1734587" y="3975404"/>
                  </a:lnTo>
                  <a:lnTo>
                    <a:pt x="1734713" y="3975404"/>
                  </a:lnTo>
                  <a:lnTo>
                    <a:pt x="1734839" y="3975404"/>
                  </a:lnTo>
                  <a:lnTo>
                    <a:pt x="1734965" y="3975404"/>
                  </a:lnTo>
                  <a:lnTo>
                    <a:pt x="1735091" y="3975404"/>
                  </a:lnTo>
                  <a:lnTo>
                    <a:pt x="1735217" y="3975404"/>
                  </a:lnTo>
                  <a:lnTo>
                    <a:pt x="1735343" y="3975404"/>
                  </a:lnTo>
                  <a:lnTo>
                    <a:pt x="1735469" y="3975404"/>
                  </a:lnTo>
                  <a:lnTo>
                    <a:pt x="1735596" y="3975404"/>
                  </a:lnTo>
                  <a:lnTo>
                    <a:pt x="1735722" y="3975404"/>
                  </a:lnTo>
                  <a:lnTo>
                    <a:pt x="1735848" y="3975404"/>
                  </a:lnTo>
                  <a:lnTo>
                    <a:pt x="1735974" y="3975404"/>
                  </a:lnTo>
                  <a:lnTo>
                    <a:pt x="1736100" y="3975404"/>
                  </a:lnTo>
                  <a:lnTo>
                    <a:pt x="1736226" y="3975404"/>
                  </a:lnTo>
                  <a:lnTo>
                    <a:pt x="1736352" y="3975404"/>
                  </a:lnTo>
                  <a:lnTo>
                    <a:pt x="1736352" y="3970124"/>
                  </a:lnTo>
                  <a:lnTo>
                    <a:pt x="1736478" y="3970124"/>
                  </a:lnTo>
                  <a:lnTo>
                    <a:pt x="1736604" y="3970124"/>
                  </a:lnTo>
                  <a:lnTo>
                    <a:pt x="1736730" y="3970124"/>
                  </a:lnTo>
                  <a:lnTo>
                    <a:pt x="1736856" y="3970124"/>
                  </a:lnTo>
                  <a:lnTo>
                    <a:pt x="1736983" y="3970124"/>
                  </a:lnTo>
                  <a:lnTo>
                    <a:pt x="1737109" y="3970124"/>
                  </a:lnTo>
                  <a:lnTo>
                    <a:pt x="1737235" y="3970124"/>
                  </a:lnTo>
                  <a:lnTo>
                    <a:pt x="1737361" y="3970124"/>
                  </a:lnTo>
                  <a:lnTo>
                    <a:pt x="1737487" y="3970124"/>
                  </a:lnTo>
                  <a:lnTo>
                    <a:pt x="1737613" y="3970124"/>
                  </a:lnTo>
                  <a:lnTo>
                    <a:pt x="1737739" y="3970124"/>
                  </a:lnTo>
                  <a:lnTo>
                    <a:pt x="1737865" y="3970124"/>
                  </a:lnTo>
                  <a:lnTo>
                    <a:pt x="1737991" y="3970124"/>
                  </a:lnTo>
                  <a:lnTo>
                    <a:pt x="1738117" y="3970124"/>
                  </a:lnTo>
                  <a:lnTo>
                    <a:pt x="1738243" y="3970124"/>
                  </a:lnTo>
                  <a:lnTo>
                    <a:pt x="1738369" y="3970124"/>
                  </a:lnTo>
                  <a:lnTo>
                    <a:pt x="1738496" y="3970124"/>
                  </a:lnTo>
                  <a:lnTo>
                    <a:pt x="1738622" y="3970124"/>
                  </a:lnTo>
                  <a:lnTo>
                    <a:pt x="1738748" y="3970124"/>
                  </a:lnTo>
                  <a:lnTo>
                    <a:pt x="1738874" y="3970124"/>
                  </a:lnTo>
                  <a:lnTo>
                    <a:pt x="1739000" y="3970124"/>
                  </a:lnTo>
                  <a:lnTo>
                    <a:pt x="1739126" y="3970124"/>
                  </a:lnTo>
                  <a:lnTo>
                    <a:pt x="1739252" y="3970124"/>
                  </a:lnTo>
                  <a:lnTo>
                    <a:pt x="1739378" y="3970124"/>
                  </a:lnTo>
                  <a:lnTo>
                    <a:pt x="1739504" y="3970124"/>
                  </a:lnTo>
                  <a:lnTo>
                    <a:pt x="1739630" y="3970124"/>
                  </a:lnTo>
                  <a:lnTo>
                    <a:pt x="1739756" y="3970124"/>
                  </a:lnTo>
                  <a:lnTo>
                    <a:pt x="1739883" y="3970124"/>
                  </a:lnTo>
                  <a:lnTo>
                    <a:pt x="1740009" y="3970124"/>
                  </a:lnTo>
                  <a:lnTo>
                    <a:pt x="1740135" y="3970124"/>
                  </a:lnTo>
                  <a:lnTo>
                    <a:pt x="1740261" y="3970124"/>
                  </a:lnTo>
                  <a:lnTo>
                    <a:pt x="1740387" y="3970124"/>
                  </a:lnTo>
                  <a:lnTo>
                    <a:pt x="1740387" y="3964845"/>
                  </a:lnTo>
                  <a:lnTo>
                    <a:pt x="1740513" y="3964845"/>
                  </a:lnTo>
                  <a:lnTo>
                    <a:pt x="1740639" y="3964845"/>
                  </a:lnTo>
                  <a:lnTo>
                    <a:pt x="1740765" y="3964845"/>
                  </a:lnTo>
                  <a:lnTo>
                    <a:pt x="1740891" y="3964845"/>
                  </a:lnTo>
                  <a:lnTo>
                    <a:pt x="1741017" y="3964845"/>
                  </a:lnTo>
                  <a:lnTo>
                    <a:pt x="1741143" y="3964845"/>
                  </a:lnTo>
                  <a:lnTo>
                    <a:pt x="1741269" y="3964845"/>
                  </a:lnTo>
                  <a:lnTo>
                    <a:pt x="1741396" y="3964845"/>
                  </a:lnTo>
                  <a:lnTo>
                    <a:pt x="1741522" y="3964845"/>
                  </a:lnTo>
                  <a:lnTo>
                    <a:pt x="1741648" y="3964845"/>
                  </a:lnTo>
                  <a:lnTo>
                    <a:pt x="1741648" y="3959565"/>
                  </a:lnTo>
                  <a:lnTo>
                    <a:pt x="1741774" y="3959565"/>
                  </a:lnTo>
                  <a:lnTo>
                    <a:pt x="1741900" y="3959565"/>
                  </a:lnTo>
                  <a:lnTo>
                    <a:pt x="1742026" y="3959565"/>
                  </a:lnTo>
                  <a:lnTo>
                    <a:pt x="1742152" y="3959565"/>
                  </a:lnTo>
                  <a:lnTo>
                    <a:pt x="1742278" y="3959565"/>
                  </a:lnTo>
                  <a:lnTo>
                    <a:pt x="1742404" y="3959565"/>
                  </a:lnTo>
                  <a:lnTo>
                    <a:pt x="1742530" y="3959565"/>
                  </a:lnTo>
                  <a:lnTo>
                    <a:pt x="1742656" y="3959565"/>
                  </a:lnTo>
                  <a:lnTo>
                    <a:pt x="1742783" y="3959565"/>
                  </a:lnTo>
                  <a:lnTo>
                    <a:pt x="1742909" y="3959565"/>
                  </a:lnTo>
                  <a:lnTo>
                    <a:pt x="1743035" y="3959565"/>
                  </a:lnTo>
                  <a:lnTo>
                    <a:pt x="1743161" y="3959565"/>
                  </a:lnTo>
                  <a:lnTo>
                    <a:pt x="1743287" y="3959565"/>
                  </a:lnTo>
                  <a:lnTo>
                    <a:pt x="1743413" y="3959565"/>
                  </a:lnTo>
                  <a:lnTo>
                    <a:pt x="1743539" y="3959565"/>
                  </a:lnTo>
                  <a:lnTo>
                    <a:pt x="1743665" y="3959565"/>
                  </a:lnTo>
                  <a:lnTo>
                    <a:pt x="1743791" y="3959565"/>
                  </a:lnTo>
                  <a:lnTo>
                    <a:pt x="1743917" y="3959565"/>
                  </a:lnTo>
                  <a:lnTo>
                    <a:pt x="1744043" y="3959565"/>
                  </a:lnTo>
                  <a:lnTo>
                    <a:pt x="1744170" y="3959565"/>
                  </a:lnTo>
                  <a:lnTo>
                    <a:pt x="1744296" y="3959565"/>
                  </a:lnTo>
                  <a:lnTo>
                    <a:pt x="1744422" y="3959565"/>
                  </a:lnTo>
                  <a:lnTo>
                    <a:pt x="1744548" y="3959565"/>
                  </a:lnTo>
                  <a:lnTo>
                    <a:pt x="1744674" y="3959565"/>
                  </a:lnTo>
                  <a:lnTo>
                    <a:pt x="1744800" y="3959565"/>
                  </a:lnTo>
                  <a:lnTo>
                    <a:pt x="1744926" y="3959565"/>
                  </a:lnTo>
                  <a:lnTo>
                    <a:pt x="1745052" y="3959565"/>
                  </a:lnTo>
                  <a:lnTo>
                    <a:pt x="1745178" y="3959565"/>
                  </a:lnTo>
                  <a:lnTo>
                    <a:pt x="1745304" y="3959565"/>
                  </a:lnTo>
                  <a:lnTo>
                    <a:pt x="1745430" y="3959565"/>
                  </a:lnTo>
                  <a:lnTo>
                    <a:pt x="1745556" y="3959565"/>
                  </a:lnTo>
                  <a:lnTo>
                    <a:pt x="1745683" y="3959565"/>
                  </a:lnTo>
                  <a:lnTo>
                    <a:pt x="1745809" y="3959565"/>
                  </a:lnTo>
                  <a:lnTo>
                    <a:pt x="1745935" y="3959565"/>
                  </a:lnTo>
                  <a:lnTo>
                    <a:pt x="1746061" y="3959565"/>
                  </a:lnTo>
                  <a:lnTo>
                    <a:pt x="1746187" y="3959565"/>
                  </a:lnTo>
                  <a:lnTo>
                    <a:pt x="1746313" y="3959565"/>
                  </a:lnTo>
                  <a:lnTo>
                    <a:pt x="1746439" y="3959565"/>
                  </a:lnTo>
                  <a:lnTo>
                    <a:pt x="1746565" y="3959565"/>
                  </a:lnTo>
                  <a:lnTo>
                    <a:pt x="1746691" y="3959565"/>
                  </a:lnTo>
                  <a:lnTo>
                    <a:pt x="1746817" y="3959565"/>
                  </a:lnTo>
                  <a:lnTo>
                    <a:pt x="1746943" y="3959565"/>
                  </a:lnTo>
                  <a:lnTo>
                    <a:pt x="1747070" y="3959565"/>
                  </a:lnTo>
                  <a:lnTo>
                    <a:pt x="1747196" y="3959565"/>
                  </a:lnTo>
                  <a:lnTo>
                    <a:pt x="1747322" y="3959565"/>
                  </a:lnTo>
                  <a:lnTo>
                    <a:pt x="1747322" y="3954286"/>
                  </a:lnTo>
                  <a:lnTo>
                    <a:pt x="1747448" y="3954286"/>
                  </a:lnTo>
                  <a:lnTo>
                    <a:pt x="1747574" y="3954286"/>
                  </a:lnTo>
                  <a:lnTo>
                    <a:pt x="1747700" y="3954286"/>
                  </a:lnTo>
                  <a:lnTo>
                    <a:pt x="1747826" y="3954286"/>
                  </a:lnTo>
                  <a:lnTo>
                    <a:pt x="1747952" y="3954286"/>
                  </a:lnTo>
                  <a:lnTo>
                    <a:pt x="1747952" y="3949007"/>
                  </a:lnTo>
                  <a:lnTo>
                    <a:pt x="1748078" y="3949007"/>
                  </a:lnTo>
                  <a:lnTo>
                    <a:pt x="1748204" y="3949007"/>
                  </a:lnTo>
                  <a:lnTo>
                    <a:pt x="1748330" y="3949007"/>
                  </a:lnTo>
                  <a:lnTo>
                    <a:pt x="1748456" y="3949007"/>
                  </a:lnTo>
                  <a:lnTo>
                    <a:pt x="1748583" y="3949007"/>
                  </a:lnTo>
                  <a:lnTo>
                    <a:pt x="1748709" y="3949007"/>
                  </a:lnTo>
                  <a:lnTo>
                    <a:pt x="1748835" y="3949007"/>
                  </a:lnTo>
                  <a:lnTo>
                    <a:pt x="1748961" y="3949007"/>
                  </a:lnTo>
                  <a:lnTo>
                    <a:pt x="1749087" y="3949007"/>
                  </a:lnTo>
                  <a:lnTo>
                    <a:pt x="1749213" y="3949007"/>
                  </a:lnTo>
                  <a:lnTo>
                    <a:pt x="1749339" y="3949007"/>
                  </a:lnTo>
                  <a:lnTo>
                    <a:pt x="1749465" y="3949007"/>
                  </a:lnTo>
                  <a:lnTo>
                    <a:pt x="1749591" y="3949007"/>
                  </a:lnTo>
                  <a:lnTo>
                    <a:pt x="1749717" y="3949007"/>
                  </a:lnTo>
                  <a:lnTo>
                    <a:pt x="1749843" y="3949007"/>
                  </a:lnTo>
                  <a:lnTo>
                    <a:pt x="1749970" y="3949007"/>
                  </a:lnTo>
                  <a:lnTo>
                    <a:pt x="1750096" y="3949007"/>
                  </a:lnTo>
                  <a:lnTo>
                    <a:pt x="1750222" y="3949007"/>
                  </a:lnTo>
                  <a:lnTo>
                    <a:pt x="1750348" y="3949007"/>
                  </a:lnTo>
                  <a:lnTo>
                    <a:pt x="1750474" y="3949007"/>
                  </a:lnTo>
                  <a:lnTo>
                    <a:pt x="1750600" y="3949007"/>
                  </a:lnTo>
                  <a:lnTo>
                    <a:pt x="1750726" y="3949007"/>
                  </a:lnTo>
                  <a:lnTo>
                    <a:pt x="1750852" y="3949007"/>
                  </a:lnTo>
                  <a:lnTo>
                    <a:pt x="1750978" y="3949007"/>
                  </a:lnTo>
                  <a:lnTo>
                    <a:pt x="1751104" y="3949007"/>
                  </a:lnTo>
                  <a:lnTo>
                    <a:pt x="1751230" y="3949007"/>
                  </a:lnTo>
                  <a:lnTo>
                    <a:pt x="1751357" y="3949007"/>
                  </a:lnTo>
                  <a:lnTo>
                    <a:pt x="1751483" y="3949007"/>
                  </a:lnTo>
                  <a:lnTo>
                    <a:pt x="1751609" y="3949007"/>
                  </a:lnTo>
                  <a:lnTo>
                    <a:pt x="1751735" y="3949007"/>
                  </a:lnTo>
                  <a:lnTo>
                    <a:pt x="1751861" y="3949007"/>
                  </a:lnTo>
                  <a:lnTo>
                    <a:pt x="1751987" y="3949007"/>
                  </a:lnTo>
                  <a:lnTo>
                    <a:pt x="1752113" y="3949007"/>
                  </a:lnTo>
                  <a:lnTo>
                    <a:pt x="1752239" y="3949007"/>
                  </a:lnTo>
                  <a:lnTo>
                    <a:pt x="1752365" y="3949007"/>
                  </a:lnTo>
                  <a:lnTo>
                    <a:pt x="1752491" y="3949007"/>
                  </a:lnTo>
                  <a:lnTo>
                    <a:pt x="1752617" y="3949007"/>
                  </a:lnTo>
                  <a:lnTo>
                    <a:pt x="1752743" y="3949007"/>
                  </a:lnTo>
                  <a:lnTo>
                    <a:pt x="1752870" y="3949007"/>
                  </a:lnTo>
                  <a:lnTo>
                    <a:pt x="1752996" y="3949007"/>
                  </a:lnTo>
                  <a:lnTo>
                    <a:pt x="1753122" y="3949007"/>
                  </a:lnTo>
                  <a:lnTo>
                    <a:pt x="1753248" y="3949007"/>
                  </a:lnTo>
                  <a:lnTo>
                    <a:pt x="1753374" y="3949007"/>
                  </a:lnTo>
                  <a:lnTo>
                    <a:pt x="1753500" y="3949007"/>
                  </a:lnTo>
                  <a:lnTo>
                    <a:pt x="1753626" y="3949007"/>
                  </a:lnTo>
                  <a:lnTo>
                    <a:pt x="1753752" y="3949007"/>
                  </a:lnTo>
                  <a:lnTo>
                    <a:pt x="1753878" y="3949007"/>
                  </a:lnTo>
                  <a:lnTo>
                    <a:pt x="1754004" y="3949007"/>
                  </a:lnTo>
                  <a:lnTo>
                    <a:pt x="1754130" y="3949007"/>
                  </a:lnTo>
                  <a:lnTo>
                    <a:pt x="1754257" y="3949007"/>
                  </a:lnTo>
                  <a:lnTo>
                    <a:pt x="1754383" y="3949007"/>
                  </a:lnTo>
                  <a:lnTo>
                    <a:pt x="1754509" y="3949007"/>
                  </a:lnTo>
                  <a:lnTo>
                    <a:pt x="1754635" y="3949007"/>
                  </a:lnTo>
                  <a:lnTo>
                    <a:pt x="1754761" y="3949007"/>
                  </a:lnTo>
                  <a:lnTo>
                    <a:pt x="1754887" y="3949007"/>
                  </a:lnTo>
                  <a:lnTo>
                    <a:pt x="1755013" y="3949007"/>
                  </a:lnTo>
                  <a:lnTo>
                    <a:pt x="1755139" y="3949007"/>
                  </a:lnTo>
                  <a:lnTo>
                    <a:pt x="1755265" y="3949007"/>
                  </a:lnTo>
                  <a:lnTo>
                    <a:pt x="1755391" y="3949007"/>
                  </a:lnTo>
                  <a:lnTo>
                    <a:pt x="1755517" y="3949007"/>
                  </a:lnTo>
                  <a:lnTo>
                    <a:pt x="1755643" y="3949007"/>
                  </a:lnTo>
                  <a:lnTo>
                    <a:pt x="1755770" y="3949007"/>
                  </a:lnTo>
                  <a:lnTo>
                    <a:pt x="1755896" y="3949007"/>
                  </a:lnTo>
                  <a:lnTo>
                    <a:pt x="1756022" y="3949007"/>
                  </a:lnTo>
                  <a:lnTo>
                    <a:pt x="1756148" y="3949007"/>
                  </a:lnTo>
                  <a:lnTo>
                    <a:pt x="1756274" y="3949007"/>
                  </a:lnTo>
                  <a:lnTo>
                    <a:pt x="1756400" y="3949007"/>
                  </a:lnTo>
                  <a:lnTo>
                    <a:pt x="1756526" y="3949007"/>
                  </a:lnTo>
                  <a:lnTo>
                    <a:pt x="1756652" y="3949007"/>
                  </a:lnTo>
                  <a:lnTo>
                    <a:pt x="1756778" y="3949007"/>
                  </a:lnTo>
                  <a:lnTo>
                    <a:pt x="1756904" y="3949007"/>
                  </a:lnTo>
                  <a:lnTo>
                    <a:pt x="1757030" y="3949007"/>
                  </a:lnTo>
                  <a:lnTo>
                    <a:pt x="1757157" y="3949007"/>
                  </a:lnTo>
                  <a:lnTo>
                    <a:pt x="1757283" y="3949007"/>
                  </a:lnTo>
                  <a:lnTo>
                    <a:pt x="1757409" y="3949007"/>
                  </a:lnTo>
                  <a:lnTo>
                    <a:pt x="1757535" y="3949007"/>
                  </a:lnTo>
                  <a:lnTo>
                    <a:pt x="1757661" y="3949007"/>
                  </a:lnTo>
                  <a:lnTo>
                    <a:pt x="1757787" y="3949007"/>
                  </a:lnTo>
                  <a:lnTo>
                    <a:pt x="1757913" y="3949007"/>
                  </a:lnTo>
                  <a:lnTo>
                    <a:pt x="1758039" y="3949007"/>
                  </a:lnTo>
                  <a:lnTo>
                    <a:pt x="1758165" y="3949007"/>
                  </a:lnTo>
                  <a:lnTo>
                    <a:pt x="1758291" y="3949007"/>
                  </a:lnTo>
                  <a:lnTo>
                    <a:pt x="1758417" y="3949007"/>
                  </a:lnTo>
                  <a:lnTo>
                    <a:pt x="1758543" y="3949007"/>
                  </a:lnTo>
                  <a:lnTo>
                    <a:pt x="1758670" y="3949007"/>
                  </a:lnTo>
                  <a:lnTo>
                    <a:pt x="1758796" y="3949007"/>
                  </a:lnTo>
                  <a:lnTo>
                    <a:pt x="1758922" y="3949007"/>
                  </a:lnTo>
                  <a:lnTo>
                    <a:pt x="1759048" y="3949007"/>
                  </a:lnTo>
                  <a:lnTo>
                    <a:pt x="1759174" y="3949007"/>
                  </a:lnTo>
                  <a:lnTo>
                    <a:pt x="1759300" y="3949007"/>
                  </a:lnTo>
                  <a:lnTo>
                    <a:pt x="1759426" y="3949007"/>
                  </a:lnTo>
                  <a:lnTo>
                    <a:pt x="1759552" y="3949007"/>
                  </a:lnTo>
                  <a:lnTo>
                    <a:pt x="1759678" y="3949007"/>
                  </a:lnTo>
                  <a:lnTo>
                    <a:pt x="1759804" y="3949007"/>
                  </a:lnTo>
                  <a:lnTo>
                    <a:pt x="1759930" y="3949007"/>
                  </a:lnTo>
                  <a:lnTo>
                    <a:pt x="1760057" y="3949007"/>
                  </a:lnTo>
                  <a:lnTo>
                    <a:pt x="1760183" y="3949007"/>
                  </a:lnTo>
                  <a:lnTo>
                    <a:pt x="1760309" y="3949007"/>
                  </a:lnTo>
                  <a:lnTo>
                    <a:pt x="1760435" y="3949007"/>
                  </a:lnTo>
                  <a:lnTo>
                    <a:pt x="1760561" y="3949007"/>
                  </a:lnTo>
                  <a:lnTo>
                    <a:pt x="1760687" y="3949007"/>
                  </a:lnTo>
                  <a:lnTo>
                    <a:pt x="1760813" y="3949007"/>
                  </a:lnTo>
                  <a:lnTo>
                    <a:pt x="1760939" y="3949007"/>
                  </a:lnTo>
                  <a:lnTo>
                    <a:pt x="1761065" y="3949007"/>
                  </a:lnTo>
                  <a:lnTo>
                    <a:pt x="1761191" y="3949007"/>
                  </a:lnTo>
                  <a:lnTo>
                    <a:pt x="1761317" y="3949007"/>
                  </a:lnTo>
                  <a:lnTo>
                    <a:pt x="1761444" y="3949007"/>
                  </a:lnTo>
                  <a:lnTo>
                    <a:pt x="1761570" y="3949007"/>
                  </a:lnTo>
                  <a:lnTo>
                    <a:pt x="1761696" y="3949007"/>
                  </a:lnTo>
                  <a:lnTo>
                    <a:pt x="1761822" y="3949007"/>
                  </a:lnTo>
                  <a:lnTo>
                    <a:pt x="1761948" y="3949007"/>
                  </a:lnTo>
                  <a:lnTo>
                    <a:pt x="1762074" y="3949007"/>
                  </a:lnTo>
                  <a:lnTo>
                    <a:pt x="1762200" y="3949007"/>
                  </a:lnTo>
                  <a:lnTo>
                    <a:pt x="1762326" y="3949007"/>
                  </a:lnTo>
                  <a:lnTo>
                    <a:pt x="1762452" y="3949007"/>
                  </a:lnTo>
                  <a:lnTo>
                    <a:pt x="1762578" y="3949007"/>
                  </a:lnTo>
                  <a:lnTo>
                    <a:pt x="1762704" y="3949007"/>
                  </a:lnTo>
                  <a:lnTo>
                    <a:pt x="1762830" y="3949007"/>
                  </a:lnTo>
                  <a:lnTo>
                    <a:pt x="1762957" y="3949007"/>
                  </a:lnTo>
                  <a:lnTo>
                    <a:pt x="1763083" y="3949007"/>
                  </a:lnTo>
                  <a:lnTo>
                    <a:pt x="1763209" y="3949007"/>
                  </a:lnTo>
                  <a:lnTo>
                    <a:pt x="1763335" y="3949007"/>
                  </a:lnTo>
                  <a:lnTo>
                    <a:pt x="1763461" y="3949007"/>
                  </a:lnTo>
                  <a:lnTo>
                    <a:pt x="1763587" y="3949007"/>
                  </a:lnTo>
                  <a:lnTo>
                    <a:pt x="1763713" y="3949007"/>
                  </a:lnTo>
                  <a:lnTo>
                    <a:pt x="1763839" y="3949007"/>
                  </a:lnTo>
                  <a:lnTo>
                    <a:pt x="1763965" y="3949007"/>
                  </a:lnTo>
                  <a:lnTo>
                    <a:pt x="1764091" y="3949007"/>
                  </a:lnTo>
                  <a:lnTo>
                    <a:pt x="1764217" y="3949007"/>
                  </a:lnTo>
                  <a:lnTo>
                    <a:pt x="1764344" y="3949007"/>
                  </a:lnTo>
                  <a:lnTo>
                    <a:pt x="1764470" y="3949007"/>
                  </a:lnTo>
                  <a:lnTo>
                    <a:pt x="1764596" y="3949007"/>
                  </a:lnTo>
                  <a:lnTo>
                    <a:pt x="1764722" y="3949007"/>
                  </a:lnTo>
                  <a:lnTo>
                    <a:pt x="1764848" y="3949007"/>
                  </a:lnTo>
                  <a:lnTo>
                    <a:pt x="1764974" y="3949007"/>
                  </a:lnTo>
                  <a:lnTo>
                    <a:pt x="1765100" y="3949007"/>
                  </a:lnTo>
                  <a:lnTo>
                    <a:pt x="1765226" y="3949007"/>
                  </a:lnTo>
                  <a:lnTo>
                    <a:pt x="1765352" y="3949007"/>
                  </a:lnTo>
                  <a:lnTo>
                    <a:pt x="1765478" y="3949007"/>
                  </a:lnTo>
                  <a:lnTo>
                    <a:pt x="1765604" y="3949007"/>
                  </a:lnTo>
                  <a:lnTo>
                    <a:pt x="1765730" y="3949007"/>
                  </a:lnTo>
                  <a:lnTo>
                    <a:pt x="1765857" y="3949007"/>
                  </a:lnTo>
                  <a:lnTo>
                    <a:pt x="1765983" y="3949007"/>
                  </a:lnTo>
                  <a:lnTo>
                    <a:pt x="1766109" y="3949007"/>
                  </a:lnTo>
                  <a:lnTo>
                    <a:pt x="1766235" y="3949007"/>
                  </a:lnTo>
                  <a:lnTo>
                    <a:pt x="1766361" y="3949007"/>
                  </a:lnTo>
                  <a:lnTo>
                    <a:pt x="1766487" y="3949007"/>
                  </a:lnTo>
                  <a:lnTo>
                    <a:pt x="1766487" y="3943727"/>
                  </a:lnTo>
                  <a:lnTo>
                    <a:pt x="1766613" y="3943727"/>
                  </a:lnTo>
                  <a:lnTo>
                    <a:pt x="1766739" y="3943727"/>
                  </a:lnTo>
                  <a:lnTo>
                    <a:pt x="1766865" y="3943727"/>
                  </a:lnTo>
                  <a:lnTo>
                    <a:pt x="1766991" y="3943727"/>
                  </a:lnTo>
                  <a:lnTo>
                    <a:pt x="1767117" y="3943727"/>
                  </a:lnTo>
                  <a:lnTo>
                    <a:pt x="1767244" y="3943727"/>
                  </a:lnTo>
                  <a:lnTo>
                    <a:pt x="1767370" y="3943727"/>
                  </a:lnTo>
                  <a:lnTo>
                    <a:pt x="1767496" y="3943727"/>
                  </a:lnTo>
                  <a:lnTo>
                    <a:pt x="1767622" y="3943727"/>
                  </a:lnTo>
                  <a:lnTo>
                    <a:pt x="1767748" y="3943727"/>
                  </a:lnTo>
                  <a:lnTo>
                    <a:pt x="1767874" y="3943727"/>
                  </a:lnTo>
                  <a:lnTo>
                    <a:pt x="1768000" y="3943727"/>
                  </a:lnTo>
                  <a:lnTo>
                    <a:pt x="1768126" y="3943727"/>
                  </a:lnTo>
                  <a:lnTo>
                    <a:pt x="1768252" y="3943727"/>
                  </a:lnTo>
                  <a:lnTo>
                    <a:pt x="1768378" y="3943727"/>
                  </a:lnTo>
                  <a:lnTo>
                    <a:pt x="1768504" y="3943727"/>
                  </a:lnTo>
                  <a:lnTo>
                    <a:pt x="1768631" y="3943727"/>
                  </a:lnTo>
                  <a:lnTo>
                    <a:pt x="1768757" y="3943727"/>
                  </a:lnTo>
                  <a:lnTo>
                    <a:pt x="1768883" y="3943727"/>
                  </a:lnTo>
                  <a:lnTo>
                    <a:pt x="1769009" y="3943727"/>
                  </a:lnTo>
                  <a:lnTo>
                    <a:pt x="1769135" y="3943727"/>
                  </a:lnTo>
                  <a:lnTo>
                    <a:pt x="1769261" y="3943727"/>
                  </a:lnTo>
                  <a:lnTo>
                    <a:pt x="1769387" y="3943727"/>
                  </a:lnTo>
                  <a:lnTo>
                    <a:pt x="1769387" y="3938448"/>
                  </a:lnTo>
                  <a:lnTo>
                    <a:pt x="1769513" y="3938448"/>
                  </a:lnTo>
                  <a:lnTo>
                    <a:pt x="1769639" y="3938448"/>
                  </a:lnTo>
                  <a:lnTo>
                    <a:pt x="1769765" y="3938448"/>
                  </a:lnTo>
                  <a:lnTo>
                    <a:pt x="1769891" y="3938448"/>
                  </a:lnTo>
                  <a:lnTo>
                    <a:pt x="1770017" y="3938448"/>
                  </a:lnTo>
                  <a:lnTo>
                    <a:pt x="1770144" y="3938448"/>
                  </a:lnTo>
                  <a:lnTo>
                    <a:pt x="1770270" y="3938448"/>
                  </a:lnTo>
                  <a:lnTo>
                    <a:pt x="1770396" y="3938448"/>
                  </a:lnTo>
                  <a:lnTo>
                    <a:pt x="1770522" y="3938448"/>
                  </a:lnTo>
                  <a:lnTo>
                    <a:pt x="1770648" y="3938448"/>
                  </a:lnTo>
                  <a:lnTo>
                    <a:pt x="1770774" y="3938448"/>
                  </a:lnTo>
                  <a:lnTo>
                    <a:pt x="1770900" y="3938448"/>
                  </a:lnTo>
                  <a:lnTo>
                    <a:pt x="1771026" y="3938448"/>
                  </a:lnTo>
                  <a:lnTo>
                    <a:pt x="1771026" y="3933168"/>
                  </a:lnTo>
                  <a:lnTo>
                    <a:pt x="1771152" y="3933168"/>
                  </a:lnTo>
                  <a:lnTo>
                    <a:pt x="1771278" y="3933168"/>
                  </a:lnTo>
                  <a:lnTo>
                    <a:pt x="1771404" y="3933168"/>
                  </a:lnTo>
                  <a:lnTo>
                    <a:pt x="1771531" y="3933168"/>
                  </a:lnTo>
                  <a:lnTo>
                    <a:pt x="1771657" y="3933168"/>
                  </a:lnTo>
                  <a:lnTo>
                    <a:pt x="1771783" y="3933168"/>
                  </a:lnTo>
                  <a:lnTo>
                    <a:pt x="1771909" y="3933168"/>
                  </a:lnTo>
                  <a:lnTo>
                    <a:pt x="1772035" y="3933168"/>
                  </a:lnTo>
                  <a:lnTo>
                    <a:pt x="1772161" y="3933168"/>
                  </a:lnTo>
                  <a:lnTo>
                    <a:pt x="1772287" y="3933168"/>
                  </a:lnTo>
                  <a:lnTo>
                    <a:pt x="1772413" y="3933168"/>
                  </a:lnTo>
                  <a:lnTo>
                    <a:pt x="1772539" y="3933168"/>
                  </a:lnTo>
                  <a:lnTo>
                    <a:pt x="1772665" y="3933168"/>
                  </a:lnTo>
                  <a:lnTo>
                    <a:pt x="1772791" y="3933168"/>
                  </a:lnTo>
                  <a:lnTo>
                    <a:pt x="1772917" y="3933168"/>
                  </a:lnTo>
                  <a:lnTo>
                    <a:pt x="1772917" y="3927889"/>
                  </a:lnTo>
                  <a:lnTo>
                    <a:pt x="1773044" y="3927889"/>
                  </a:lnTo>
                  <a:lnTo>
                    <a:pt x="1773170" y="3927889"/>
                  </a:lnTo>
                  <a:lnTo>
                    <a:pt x="1773296" y="3927889"/>
                  </a:lnTo>
                  <a:lnTo>
                    <a:pt x="1773422" y="3927889"/>
                  </a:lnTo>
                  <a:lnTo>
                    <a:pt x="1773548" y="3927889"/>
                  </a:lnTo>
                  <a:lnTo>
                    <a:pt x="1773674" y="3927889"/>
                  </a:lnTo>
                  <a:lnTo>
                    <a:pt x="1773800" y="3927889"/>
                  </a:lnTo>
                  <a:lnTo>
                    <a:pt x="1773926" y="3927889"/>
                  </a:lnTo>
                  <a:lnTo>
                    <a:pt x="1774052" y="3927889"/>
                  </a:lnTo>
                  <a:lnTo>
                    <a:pt x="1774178" y="3927889"/>
                  </a:lnTo>
                  <a:lnTo>
                    <a:pt x="1774304" y="3927889"/>
                  </a:lnTo>
                  <a:lnTo>
                    <a:pt x="1774431" y="3927889"/>
                  </a:lnTo>
                  <a:lnTo>
                    <a:pt x="1774557" y="3927889"/>
                  </a:lnTo>
                  <a:lnTo>
                    <a:pt x="1774683" y="3927889"/>
                  </a:lnTo>
                  <a:lnTo>
                    <a:pt x="1774809" y="3927889"/>
                  </a:lnTo>
                  <a:lnTo>
                    <a:pt x="1774935" y="3927889"/>
                  </a:lnTo>
                  <a:lnTo>
                    <a:pt x="1775061" y="3927889"/>
                  </a:lnTo>
                  <a:lnTo>
                    <a:pt x="1775187" y="3927889"/>
                  </a:lnTo>
                  <a:lnTo>
                    <a:pt x="1775313" y="3927889"/>
                  </a:lnTo>
                  <a:lnTo>
                    <a:pt x="1775439" y="3927889"/>
                  </a:lnTo>
                  <a:lnTo>
                    <a:pt x="1775565" y="3927889"/>
                  </a:lnTo>
                  <a:lnTo>
                    <a:pt x="1775691" y="3927889"/>
                  </a:lnTo>
                  <a:lnTo>
                    <a:pt x="1775818" y="3927889"/>
                  </a:lnTo>
                  <a:lnTo>
                    <a:pt x="1775944" y="3927889"/>
                  </a:lnTo>
                  <a:lnTo>
                    <a:pt x="1776070" y="3927889"/>
                  </a:lnTo>
                  <a:lnTo>
                    <a:pt x="1776196" y="3927889"/>
                  </a:lnTo>
                  <a:lnTo>
                    <a:pt x="1776322" y="3927889"/>
                  </a:lnTo>
                  <a:lnTo>
                    <a:pt x="1776448" y="3927889"/>
                  </a:lnTo>
                  <a:lnTo>
                    <a:pt x="1776574" y="3927889"/>
                  </a:lnTo>
                  <a:lnTo>
                    <a:pt x="1776700" y="3927889"/>
                  </a:lnTo>
                  <a:lnTo>
                    <a:pt x="1776826" y="3927889"/>
                  </a:lnTo>
                  <a:lnTo>
                    <a:pt x="1776952" y="3927889"/>
                  </a:lnTo>
                  <a:lnTo>
                    <a:pt x="1777078" y="3927889"/>
                  </a:lnTo>
                  <a:lnTo>
                    <a:pt x="1777204" y="3927889"/>
                  </a:lnTo>
                  <a:lnTo>
                    <a:pt x="1777331" y="3927889"/>
                  </a:lnTo>
                  <a:lnTo>
                    <a:pt x="1777457" y="3927889"/>
                  </a:lnTo>
                  <a:lnTo>
                    <a:pt x="1777583" y="3927889"/>
                  </a:lnTo>
                  <a:lnTo>
                    <a:pt x="1777709" y="3927889"/>
                  </a:lnTo>
                  <a:lnTo>
                    <a:pt x="1777835" y="3927889"/>
                  </a:lnTo>
                  <a:lnTo>
                    <a:pt x="1777961" y="3927889"/>
                  </a:lnTo>
                  <a:lnTo>
                    <a:pt x="1778087" y="3927889"/>
                  </a:lnTo>
                  <a:lnTo>
                    <a:pt x="1778213" y="3927889"/>
                  </a:lnTo>
                  <a:lnTo>
                    <a:pt x="1778339" y="3927889"/>
                  </a:lnTo>
                  <a:lnTo>
                    <a:pt x="1778465" y="3927889"/>
                  </a:lnTo>
                  <a:lnTo>
                    <a:pt x="1778591" y="3927889"/>
                  </a:lnTo>
                  <a:lnTo>
                    <a:pt x="1778718" y="3927889"/>
                  </a:lnTo>
                  <a:lnTo>
                    <a:pt x="1778844" y="3927889"/>
                  </a:lnTo>
                  <a:lnTo>
                    <a:pt x="1778970" y="3927889"/>
                  </a:lnTo>
                  <a:lnTo>
                    <a:pt x="1779096" y="3927889"/>
                  </a:lnTo>
                  <a:lnTo>
                    <a:pt x="1779222" y="3927889"/>
                  </a:lnTo>
                  <a:lnTo>
                    <a:pt x="1779348" y="3927889"/>
                  </a:lnTo>
                  <a:lnTo>
                    <a:pt x="1779474" y="3927889"/>
                  </a:lnTo>
                  <a:lnTo>
                    <a:pt x="1779600" y="3927889"/>
                  </a:lnTo>
                  <a:lnTo>
                    <a:pt x="1779726" y="3927889"/>
                  </a:lnTo>
                  <a:lnTo>
                    <a:pt x="1779852" y="3927889"/>
                  </a:lnTo>
                  <a:lnTo>
                    <a:pt x="1779978" y="3927889"/>
                  </a:lnTo>
                  <a:lnTo>
                    <a:pt x="1780104" y="3927889"/>
                  </a:lnTo>
                  <a:lnTo>
                    <a:pt x="1780231" y="3927889"/>
                  </a:lnTo>
                  <a:lnTo>
                    <a:pt x="1780357" y="3927889"/>
                  </a:lnTo>
                  <a:lnTo>
                    <a:pt x="1780483" y="3927889"/>
                  </a:lnTo>
                  <a:lnTo>
                    <a:pt x="1780609" y="3927889"/>
                  </a:lnTo>
                  <a:lnTo>
                    <a:pt x="1780735" y="3927889"/>
                  </a:lnTo>
                  <a:lnTo>
                    <a:pt x="1780735" y="3922610"/>
                  </a:lnTo>
                  <a:lnTo>
                    <a:pt x="1780861" y="3922610"/>
                  </a:lnTo>
                  <a:lnTo>
                    <a:pt x="1780987" y="3922610"/>
                  </a:lnTo>
                  <a:lnTo>
                    <a:pt x="1781113" y="3922610"/>
                  </a:lnTo>
                  <a:lnTo>
                    <a:pt x="1781239" y="3922610"/>
                  </a:lnTo>
                  <a:lnTo>
                    <a:pt x="1781365" y="3922610"/>
                  </a:lnTo>
                  <a:lnTo>
                    <a:pt x="1781491" y="3922610"/>
                  </a:lnTo>
                  <a:lnTo>
                    <a:pt x="1781618" y="3922610"/>
                  </a:lnTo>
                  <a:lnTo>
                    <a:pt x="1781744" y="3922610"/>
                  </a:lnTo>
                  <a:lnTo>
                    <a:pt x="1781870" y="3922610"/>
                  </a:lnTo>
                  <a:lnTo>
                    <a:pt x="1781996" y="3922610"/>
                  </a:lnTo>
                  <a:lnTo>
                    <a:pt x="1782122" y="3922610"/>
                  </a:lnTo>
                  <a:lnTo>
                    <a:pt x="1782248" y="3922610"/>
                  </a:lnTo>
                  <a:lnTo>
                    <a:pt x="1782374" y="3922610"/>
                  </a:lnTo>
                  <a:lnTo>
                    <a:pt x="1782500" y="3922610"/>
                  </a:lnTo>
                  <a:lnTo>
                    <a:pt x="1782626" y="3922610"/>
                  </a:lnTo>
                  <a:lnTo>
                    <a:pt x="1782752" y="3922610"/>
                  </a:lnTo>
                  <a:lnTo>
                    <a:pt x="1782878" y="3922610"/>
                  </a:lnTo>
                  <a:lnTo>
                    <a:pt x="1783004" y="3922610"/>
                  </a:lnTo>
                  <a:lnTo>
                    <a:pt x="1783131" y="3922610"/>
                  </a:lnTo>
                  <a:lnTo>
                    <a:pt x="1783257" y="3922610"/>
                  </a:lnTo>
                  <a:lnTo>
                    <a:pt x="1783383" y="3922610"/>
                  </a:lnTo>
                  <a:lnTo>
                    <a:pt x="1783509" y="3922610"/>
                  </a:lnTo>
                  <a:lnTo>
                    <a:pt x="1783635" y="3922610"/>
                  </a:lnTo>
                  <a:lnTo>
                    <a:pt x="1783761" y="3922610"/>
                  </a:lnTo>
                  <a:lnTo>
                    <a:pt x="1783887" y="3922610"/>
                  </a:lnTo>
                  <a:lnTo>
                    <a:pt x="1784013" y="3922610"/>
                  </a:lnTo>
                  <a:lnTo>
                    <a:pt x="1784139" y="3922610"/>
                  </a:lnTo>
                  <a:lnTo>
                    <a:pt x="1784265" y="3922610"/>
                  </a:lnTo>
                  <a:lnTo>
                    <a:pt x="1784391" y="3922610"/>
                  </a:lnTo>
                  <a:lnTo>
                    <a:pt x="1784518" y="3922610"/>
                  </a:lnTo>
                  <a:lnTo>
                    <a:pt x="1784644" y="3922610"/>
                  </a:lnTo>
                  <a:lnTo>
                    <a:pt x="1784770" y="3922610"/>
                  </a:lnTo>
                  <a:lnTo>
                    <a:pt x="1784896" y="3922610"/>
                  </a:lnTo>
                  <a:lnTo>
                    <a:pt x="1784896" y="3917330"/>
                  </a:lnTo>
                  <a:lnTo>
                    <a:pt x="1785022" y="3917330"/>
                  </a:lnTo>
                  <a:lnTo>
                    <a:pt x="1785148" y="3917330"/>
                  </a:lnTo>
                  <a:lnTo>
                    <a:pt x="1785274" y="3917330"/>
                  </a:lnTo>
                  <a:lnTo>
                    <a:pt x="1785400" y="3917330"/>
                  </a:lnTo>
                  <a:lnTo>
                    <a:pt x="1785526" y="3917330"/>
                  </a:lnTo>
                  <a:lnTo>
                    <a:pt x="1785652" y="3917330"/>
                  </a:lnTo>
                  <a:lnTo>
                    <a:pt x="1785778" y="3917330"/>
                  </a:lnTo>
                  <a:lnTo>
                    <a:pt x="1785905" y="3917330"/>
                  </a:lnTo>
                  <a:lnTo>
                    <a:pt x="1786031" y="3917330"/>
                  </a:lnTo>
                  <a:lnTo>
                    <a:pt x="1786157" y="3917330"/>
                  </a:lnTo>
                  <a:lnTo>
                    <a:pt x="1786283" y="3917330"/>
                  </a:lnTo>
                  <a:lnTo>
                    <a:pt x="1786409" y="3917330"/>
                  </a:lnTo>
                  <a:lnTo>
                    <a:pt x="1786535" y="3917330"/>
                  </a:lnTo>
                  <a:lnTo>
                    <a:pt x="1786661" y="3917330"/>
                  </a:lnTo>
                  <a:lnTo>
                    <a:pt x="1786787" y="3917330"/>
                  </a:lnTo>
                  <a:lnTo>
                    <a:pt x="1786913" y="3917330"/>
                  </a:lnTo>
                  <a:lnTo>
                    <a:pt x="1787039" y="3917330"/>
                  </a:lnTo>
                  <a:lnTo>
                    <a:pt x="1787165" y="3917330"/>
                  </a:lnTo>
                  <a:lnTo>
                    <a:pt x="1787291" y="3917330"/>
                  </a:lnTo>
                  <a:lnTo>
                    <a:pt x="1787418" y="3917330"/>
                  </a:lnTo>
                  <a:lnTo>
                    <a:pt x="1787544" y="3917330"/>
                  </a:lnTo>
                  <a:lnTo>
                    <a:pt x="1787544" y="3912051"/>
                  </a:lnTo>
                  <a:lnTo>
                    <a:pt x="1787670" y="3912051"/>
                  </a:lnTo>
                  <a:lnTo>
                    <a:pt x="1787796" y="3912051"/>
                  </a:lnTo>
                  <a:lnTo>
                    <a:pt x="1787922" y="3912051"/>
                  </a:lnTo>
                  <a:lnTo>
                    <a:pt x="1787922" y="3906771"/>
                  </a:lnTo>
                  <a:lnTo>
                    <a:pt x="1788048" y="3906771"/>
                  </a:lnTo>
                  <a:lnTo>
                    <a:pt x="1788174" y="3906771"/>
                  </a:lnTo>
                  <a:lnTo>
                    <a:pt x="1788300" y="3906771"/>
                  </a:lnTo>
                  <a:lnTo>
                    <a:pt x="1788426" y="3906771"/>
                  </a:lnTo>
                  <a:lnTo>
                    <a:pt x="1788552" y="3906771"/>
                  </a:lnTo>
                  <a:lnTo>
                    <a:pt x="1788678" y="3906771"/>
                  </a:lnTo>
                  <a:lnTo>
                    <a:pt x="1788805" y="3906771"/>
                  </a:lnTo>
                  <a:lnTo>
                    <a:pt x="1788931" y="3906771"/>
                  </a:lnTo>
                  <a:lnTo>
                    <a:pt x="1789057" y="3906771"/>
                  </a:lnTo>
                  <a:lnTo>
                    <a:pt x="1789057" y="3901492"/>
                  </a:lnTo>
                  <a:lnTo>
                    <a:pt x="1789183" y="3901492"/>
                  </a:lnTo>
                  <a:lnTo>
                    <a:pt x="1789309" y="3901492"/>
                  </a:lnTo>
                  <a:lnTo>
                    <a:pt x="1789435" y="3901492"/>
                  </a:lnTo>
                  <a:lnTo>
                    <a:pt x="1789561" y="3901492"/>
                  </a:lnTo>
                  <a:lnTo>
                    <a:pt x="1789687" y="3901492"/>
                  </a:lnTo>
                  <a:lnTo>
                    <a:pt x="1789813" y="3901492"/>
                  </a:lnTo>
                  <a:lnTo>
                    <a:pt x="1789939" y="3901492"/>
                  </a:lnTo>
                  <a:lnTo>
                    <a:pt x="1790065" y="3901492"/>
                  </a:lnTo>
                  <a:lnTo>
                    <a:pt x="1790191" y="3901492"/>
                  </a:lnTo>
                  <a:lnTo>
                    <a:pt x="1790318" y="3901492"/>
                  </a:lnTo>
                  <a:lnTo>
                    <a:pt x="1790444" y="3901492"/>
                  </a:lnTo>
                  <a:lnTo>
                    <a:pt x="1790570" y="3901492"/>
                  </a:lnTo>
                  <a:lnTo>
                    <a:pt x="1790570" y="3896212"/>
                  </a:lnTo>
                  <a:lnTo>
                    <a:pt x="1790696" y="3896212"/>
                  </a:lnTo>
                  <a:lnTo>
                    <a:pt x="1790822" y="3896212"/>
                  </a:lnTo>
                  <a:lnTo>
                    <a:pt x="1790948" y="3896212"/>
                  </a:lnTo>
                  <a:lnTo>
                    <a:pt x="1791074" y="3896212"/>
                  </a:lnTo>
                  <a:lnTo>
                    <a:pt x="1791200" y="3896212"/>
                  </a:lnTo>
                  <a:lnTo>
                    <a:pt x="1791326" y="3896212"/>
                  </a:lnTo>
                  <a:lnTo>
                    <a:pt x="1791452" y="3896212"/>
                  </a:lnTo>
                  <a:lnTo>
                    <a:pt x="1791578" y="3896212"/>
                  </a:lnTo>
                  <a:lnTo>
                    <a:pt x="1791705" y="3896212"/>
                  </a:lnTo>
                  <a:lnTo>
                    <a:pt x="1791831" y="3896212"/>
                  </a:lnTo>
                  <a:lnTo>
                    <a:pt x="1791957" y="3896212"/>
                  </a:lnTo>
                  <a:lnTo>
                    <a:pt x="1792083" y="3896212"/>
                  </a:lnTo>
                  <a:lnTo>
                    <a:pt x="1792209" y="3896212"/>
                  </a:lnTo>
                  <a:lnTo>
                    <a:pt x="1792335" y="3896212"/>
                  </a:lnTo>
                  <a:lnTo>
                    <a:pt x="1792461" y="3896212"/>
                  </a:lnTo>
                  <a:lnTo>
                    <a:pt x="1792587" y="3896212"/>
                  </a:lnTo>
                  <a:lnTo>
                    <a:pt x="1792713" y="3896212"/>
                  </a:lnTo>
                  <a:lnTo>
                    <a:pt x="1792839" y="3896212"/>
                  </a:lnTo>
                  <a:lnTo>
                    <a:pt x="1792965" y="3896212"/>
                  </a:lnTo>
                  <a:lnTo>
                    <a:pt x="1793092" y="3896212"/>
                  </a:lnTo>
                  <a:lnTo>
                    <a:pt x="1793218" y="3896212"/>
                  </a:lnTo>
                  <a:lnTo>
                    <a:pt x="1793344" y="3896212"/>
                  </a:lnTo>
                  <a:lnTo>
                    <a:pt x="1793470" y="3896212"/>
                  </a:lnTo>
                  <a:lnTo>
                    <a:pt x="1793596" y="3896212"/>
                  </a:lnTo>
                  <a:lnTo>
                    <a:pt x="1793722" y="3896212"/>
                  </a:lnTo>
                  <a:lnTo>
                    <a:pt x="1793848" y="3896212"/>
                  </a:lnTo>
                  <a:lnTo>
                    <a:pt x="1793974" y="3896212"/>
                  </a:lnTo>
                  <a:lnTo>
                    <a:pt x="1794100" y="3896212"/>
                  </a:lnTo>
                  <a:lnTo>
                    <a:pt x="1794226" y="3896212"/>
                  </a:lnTo>
                  <a:lnTo>
                    <a:pt x="1794352" y="3896212"/>
                  </a:lnTo>
                  <a:lnTo>
                    <a:pt x="1794478" y="3896212"/>
                  </a:lnTo>
                  <a:lnTo>
                    <a:pt x="1794605" y="3896212"/>
                  </a:lnTo>
                  <a:lnTo>
                    <a:pt x="1794731" y="3896212"/>
                  </a:lnTo>
                  <a:lnTo>
                    <a:pt x="1794857" y="3896212"/>
                  </a:lnTo>
                  <a:lnTo>
                    <a:pt x="1794983" y="3896212"/>
                  </a:lnTo>
                  <a:lnTo>
                    <a:pt x="1795109" y="3896212"/>
                  </a:lnTo>
                  <a:lnTo>
                    <a:pt x="1795235" y="3896212"/>
                  </a:lnTo>
                  <a:lnTo>
                    <a:pt x="1795361" y="3896212"/>
                  </a:lnTo>
                  <a:lnTo>
                    <a:pt x="1795487" y="3896212"/>
                  </a:lnTo>
                  <a:lnTo>
                    <a:pt x="1795613" y="3896212"/>
                  </a:lnTo>
                  <a:lnTo>
                    <a:pt x="1795739" y="3896212"/>
                  </a:lnTo>
                  <a:lnTo>
                    <a:pt x="1795865" y="3896212"/>
                  </a:lnTo>
                  <a:lnTo>
                    <a:pt x="1795992" y="3896212"/>
                  </a:lnTo>
                  <a:lnTo>
                    <a:pt x="1796118" y="3896212"/>
                  </a:lnTo>
                  <a:lnTo>
                    <a:pt x="1796244" y="3896212"/>
                  </a:lnTo>
                  <a:lnTo>
                    <a:pt x="1796370" y="3896212"/>
                  </a:lnTo>
                  <a:lnTo>
                    <a:pt x="1796496" y="3896212"/>
                  </a:lnTo>
                  <a:lnTo>
                    <a:pt x="1796622" y="3896212"/>
                  </a:lnTo>
                  <a:lnTo>
                    <a:pt x="1796748" y="3896212"/>
                  </a:lnTo>
                  <a:lnTo>
                    <a:pt x="1796874" y="3896212"/>
                  </a:lnTo>
                  <a:lnTo>
                    <a:pt x="1797000" y="3896212"/>
                  </a:lnTo>
                  <a:lnTo>
                    <a:pt x="1797126" y="3896212"/>
                  </a:lnTo>
                  <a:lnTo>
                    <a:pt x="1797252" y="3896212"/>
                  </a:lnTo>
                  <a:lnTo>
                    <a:pt x="1797378" y="3896212"/>
                  </a:lnTo>
                  <a:lnTo>
                    <a:pt x="1797505" y="3896212"/>
                  </a:lnTo>
                  <a:lnTo>
                    <a:pt x="1797631" y="3896212"/>
                  </a:lnTo>
                  <a:lnTo>
                    <a:pt x="1797757" y="3896212"/>
                  </a:lnTo>
                  <a:lnTo>
                    <a:pt x="1797883" y="3896212"/>
                  </a:lnTo>
                  <a:lnTo>
                    <a:pt x="1798009" y="3896212"/>
                  </a:lnTo>
                  <a:lnTo>
                    <a:pt x="1798135" y="3896212"/>
                  </a:lnTo>
                  <a:lnTo>
                    <a:pt x="1798261" y="3896212"/>
                  </a:lnTo>
                  <a:lnTo>
                    <a:pt x="1798387" y="3896212"/>
                  </a:lnTo>
                  <a:lnTo>
                    <a:pt x="1798513" y="3896212"/>
                  </a:lnTo>
                  <a:lnTo>
                    <a:pt x="1798513" y="3890933"/>
                  </a:lnTo>
                  <a:lnTo>
                    <a:pt x="1798639" y="3890933"/>
                  </a:lnTo>
                  <a:lnTo>
                    <a:pt x="1798765" y="3890933"/>
                  </a:lnTo>
                  <a:lnTo>
                    <a:pt x="1798892" y="3890933"/>
                  </a:lnTo>
                  <a:lnTo>
                    <a:pt x="1799018" y="3890933"/>
                  </a:lnTo>
                  <a:lnTo>
                    <a:pt x="1799144" y="3890933"/>
                  </a:lnTo>
                  <a:lnTo>
                    <a:pt x="1799270" y="3890933"/>
                  </a:lnTo>
                  <a:lnTo>
                    <a:pt x="1799396" y="3890933"/>
                  </a:lnTo>
                  <a:lnTo>
                    <a:pt x="1799522" y="3890933"/>
                  </a:lnTo>
                  <a:lnTo>
                    <a:pt x="1799648" y="3890933"/>
                  </a:lnTo>
                  <a:lnTo>
                    <a:pt x="1799774" y="3890933"/>
                  </a:lnTo>
                  <a:lnTo>
                    <a:pt x="1799900" y="3890933"/>
                  </a:lnTo>
                  <a:lnTo>
                    <a:pt x="1800026" y="3890933"/>
                  </a:lnTo>
                  <a:lnTo>
                    <a:pt x="1800152" y="3890933"/>
                  </a:lnTo>
                  <a:lnTo>
                    <a:pt x="1800278" y="3890933"/>
                  </a:lnTo>
                  <a:lnTo>
                    <a:pt x="1800405" y="3890933"/>
                  </a:lnTo>
                  <a:lnTo>
                    <a:pt x="1800531" y="3890933"/>
                  </a:lnTo>
                  <a:lnTo>
                    <a:pt x="1800657" y="3890933"/>
                  </a:lnTo>
                  <a:lnTo>
                    <a:pt x="1800783" y="3890933"/>
                  </a:lnTo>
                  <a:lnTo>
                    <a:pt x="1800909" y="3890933"/>
                  </a:lnTo>
                  <a:lnTo>
                    <a:pt x="1801035" y="3890933"/>
                  </a:lnTo>
                  <a:lnTo>
                    <a:pt x="1801161" y="3890933"/>
                  </a:lnTo>
                  <a:lnTo>
                    <a:pt x="1801287" y="3890933"/>
                  </a:lnTo>
                  <a:lnTo>
                    <a:pt x="1801413" y="3890933"/>
                  </a:lnTo>
                  <a:lnTo>
                    <a:pt x="1801413" y="3885654"/>
                  </a:lnTo>
                  <a:lnTo>
                    <a:pt x="1801539" y="3885654"/>
                  </a:lnTo>
                  <a:lnTo>
                    <a:pt x="1801665" y="3885654"/>
                  </a:lnTo>
                  <a:lnTo>
                    <a:pt x="1801792" y="3885654"/>
                  </a:lnTo>
                  <a:lnTo>
                    <a:pt x="1801918" y="3885654"/>
                  </a:lnTo>
                  <a:lnTo>
                    <a:pt x="1802044" y="3885654"/>
                  </a:lnTo>
                  <a:lnTo>
                    <a:pt x="1802170" y="3885654"/>
                  </a:lnTo>
                  <a:lnTo>
                    <a:pt x="1802296" y="3885654"/>
                  </a:lnTo>
                  <a:lnTo>
                    <a:pt x="1802422" y="3885654"/>
                  </a:lnTo>
                  <a:lnTo>
                    <a:pt x="1802548" y="3885654"/>
                  </a:lnTo>
                  <a:lnTo>
                    <a:pt x="1802674" y="3885654"/>
                  </a:lnTo>
                  <a:lnTo>
                    <a:pt x="1802800" y="3885654"/>
                  </a:lnTo>
                  <a:lnTo>
                    <a:pt x="1802926" y="3885654"/>
                  </a:lnTo>
                  <a:lnTo>
                    <a:pt x="1803052" y="3885654"/>
                  </a:lnTo>
                  <a:lnTo>
                    <a:pt x="1803179" y="3885654"/>
                  </a:lnTo>
                  <a:lnTo>
                    <a:pt x="1803305" y="3885654"/>
                  </a:lnTo>
                  <a:lnTo>
                    <a:pt x="1803431" y="3885654"/>
                  </a:lnTo>
                  <a:lnTo>
                    <a:pt x="1803431" y="3880374"/>
                  </a:lnTo>
                  <a:lnTo>
                    <a:pt x="1803557" y="3880374"/>
                  </a:lnTo>
                  <a:lnTo>
                    <a:pt x="1803683" y="3880374"/>
                  </a:lnTo>
                  <a:lnTo>
                    <a:pt x="1803809" y="3880374"/>
                  </a:lnTo>
                  <a:lnTo>
                    <a:pt x="1803935" y="3880374"/>
                  </a:lnTo>
                  <a:lnTo>
                    <a:pt x="1804061" y="3880374"/>
                  </a:lnTo>
                  <a:lnTo>
                    <a:pt x="1804187" y="3880374"/>
                  </a:lnTo>
                  <a:lnTo>
                    <a:pt x="1804313" y="3880374"/>
                  </a:lnTo>
                  <a:lnTo>
                    <a:pt x="1804439" y="3880374"/>
                  </a:lnTo>
                  <a:lnTo>
                    <a:pt x="1804565" y="3880374"/>
                  </a:lnTo>
                  <a:lnTo>
                    <a:pt x="1804692" y="3880374"/>
                  </a:lnTo>
                  <a:lnTo>
                    <a:pt x="1804818" y="3880374"/>
                  </a:lnTo>
                  <a:lnTo>
                    <a:pt x="1804944" y="3880374"/>
                  </a:lnTo>
                  <a:lnTo>
                    <a:pt x="1805070" y="3880374"/>
                  </a:lnTo>
                  <a:lnTo>
                    <a:pt x="1805196" y="3880374"/>
                  </a:lnTo>
                  <a:lnTo>
                    <a:pt x="1805322" y="3880374"/>
                  </a:lnTo>
                  <a:lnTo>
                    <a:pt x="1805448" y="3880374"/>
                  </a:lnTo>
                  <a:lnTo>
                    <a:pt x="1805574" y="3880374"/>
                  </a:lnTo>
                  <a:lnTo>
                    <a:pt x="1805700" y="3880374"/>
                  </a:lnTo>
                  <a:lnTo>
                    <a:pt x="1805826" y="3880374"/>
                  </a:lnTo>
                  <a:lnTo>
                    <a:pt x="1805952" y="3880374"/>
                  </a:lnTo>
                  <a:lnTo>
                    <a:pt x="1806079" y="3880374"/>
                  </a:lnTo>
                  <a:lnTo>
                    <a:pt x="1806205" y="3880374"/>
                  </a:lnTo>
                  <a:lnTo>
                    <a:pt x="1806331" y="3880374"/>
                  </a:lnTo>
                  <a:lnTo>
                    <a:pt x="1806457" y="3880374"/>
                  </a:lnTo>
                  <a:lnTo>
                    <a:pt x="1806583" y="3880374"/>
                  </a:lnTo>
                  <a:lnTo>
                    <a:pt x="1806709" y="3880374"/>
                  </a:lnTo>
                  <a:lnTo>
                    <a:pt x="1806835" y="3880374"/>
                  </a:lnTo>
                  <a:lnTo>
                    <a:pt x="1806961" y="3880374"/>
                  </a:lnTo>
                  <a:lnTo>
                    <a:pt x="1807087" y="3880374"/>
                  </a:lnTo>
                  <a:lnTo>
                    <a:pt x="1807213" y="3880374"/>
                  </a:lnTo>
                  <a:lnTo>
                    <a:pt x="1807339" y="3880374"/>
                  </a:lnTo>
                  <a:lnTo>
                    <a:pt x="1807465" y="3880374"/>
                  </a:lnTo>
                  <a:lnTo>
                    <a:pt x="1807592" y="3880374"/>
                  </a:lnTo>
                  <a:lnTo>
                    <a:pt x="1807718" y="3880374"/>
                  </a:lnTo>
                  <a:lnTo>
                    <a:pt x="1807844" y="3880374"/>
                  </a:lnTo>
                  <a:lnTo>
                    <a:pt x="1807970" y="3880374"/>
                  </a:lnTo>
                  <a:lnTo>
                    <a:pt x="1807970" y="3875095"/>
                  </a:lnTo>
                  <a:lnTo>
                    <a:pt x="1808096" y="3875095"/>
                  </a:lnTo>
                  <a:lnTo>
                    <a:pt x="1808222" y="3875095"/>
                  </a:lnTo>
                  <a:lnTo>
                    <a:pt x="1808348" y="3875095"/>
                  </a:lnTo>
                  <a:lnTo>
                    <a:pt x="1808474" y="3875095"/>
                  </a:lnTo>
                  <a:lnTo>
                    <a:pt x="1808600" y="3875095"/>
                  </a:lnTo>
                  <a:lnTo>
                    <a:pt x="1808726" y="3875095"/>
                  </a:lnTo>
                  <a:lnTo>
                    <a:pt x="1808852" y="3875095"/>
                  </a:lnTo>
                  <a:lnTo>
                    <a:pt x="1808979" y="3875095"/>
                  </a:lnTo>
                  <a:lnTo>
                    <a:pt x="1809105" y="3875095"/>
                  </a:lnTo>
                  <a:lnTo>
                    <a:pt x="1809231" y="3875095"/>
                  </a:lnTo>
                  <a:lnTo>
                    <a:pt x="1809357" y="3875095"/>
                  </a:lnTo>
                  <a:lnTo>
                    <a:pt x="1809483" y="3875095"/>
                  </a:lnTo>
                  <a:lnTo>
                    <a:pt x="1809609" y="3875095"/>
                  </a:lnTo>
                  <a:lnTo>
                    <a:pt x="1809735" y="3875095"/>
                  </a:lnTo>
                  <a:lnTo>
                    <a:pt x="1809861" y="3875095"/>
                  </a:lnTo>
                  <a:lnTo>
                    <a:pt x="1809987" y="3875095"/>
                  </a:lnTo>
                  <a:lnTo>
                    <a:pt x="1810113" y="3875095"/>
                  </a:lnTo>
                  <a:lnTo>
                    <a:pt x="1810239" y="3875095"/>
                  </a:lnTo>
                  <a:lnTo>
                    <a:pt x="1810366" y="3875095"/>
                  </a:lnTo>
                  <a:lnTo>
                    <a:pt x="1810492" y="3875095"/>
                  </a:lnTo>
                  <a:lnTo>
                    <a:pt x="1810618" y="3875095"/>
                  </a:lnTo>
                  <a:lnTo>
                    <a:pt x="1810744" y="3875095"/>
                  </a:lnTo>
                  <a:lnTo>
                    <a:pt x="1810870" y="3875095"/>
                  </a:lnTo>
                  <a:lnTo>
                    <a:pt x="1810996" y="3875095"/>
                  </a:lnTo>
                  <a:lnTo>
                    <a:pt x="1811122" y="3875095"/>
                  </a:lnTo>
                  <a:lnTo>
                    <a:pt x="1811248" y="3875095"/>
                  </a:lnTo>
                  <a:lnTo>
                    <a:pt x="1811374" y="3875095"/>
                  </a:lnTo>
                  <a:lnTo>
                    <a:pt x="1811500" y="3875095"/>
                  </a:lnTo>
                  <a:lnTo>
                    <a:pt x="1811626" y="3875095"/>
                  </a:lnTo>
                  <a:lnTo>
                    <a:pt x="1811752" y="3875095"/>
                  </a:lnTo>
                  <a:lnTo>
                    <a:pt x="1811879" y="3875095"/>
                  </a:lnTo>
                  <a:lnTo>
                    <a:pt x="1812005" y="3875095"/>
                  </a:lnTo>
                  <a:lnTo>
                    <a:pt x="1812131" y="3875095"/>
                  </a:lnTo>
                  <a:lnTo>
                    <a:pt x="1812257" y="3875095"/>
                  </a:lnTo>
                  <a:lnTo>
                    <a:pt x="1812383" y="3875095"/>
                  </a:lnTo>
                  <a:lnTo>
                    <a:pt x="1812509" y="3875095"/>
                  </a:lnTo>
                  <a:lnTo>
                    <a:pt x="1812635" y="3875095"/>
                  </a:lnTo>
                  <a:lnTo>
                    <a:pt x="1812761" y="3875095"/>
                  </a:lnTo>
                  <a:lnTo>
                    <a:pt x="1812887" y="3875095"/>
                  </a:lnTo>
                  <a:lnTo>
                    <a:pt x="1813013" y="3875095"/>
                  </a:lnTo>
                  <a:lnTo>
                    <a:pt x="1813139" y="3875095"/>
                  </a:lnTo>
                  <a:lnTo>
                    <a:pt x="1813266" y="3875095"/>
                  </a:lnTo>
                  <a:lnTo>
                    <a:pt x="1813392" y="3875095"/>
                  </a:lnTo>
                  <a:lnTo>
                    <a:pt x="1813518" y="3875095"/>
                  </a:lnTo>
                  <a:lnTo>
                    <a:pt x="1813644" y="3875095"/>
                  </a:lnTo>
                  <a:lnTo>
                    <a:pt x="1813770" y="3875095"/>
                  </a:lnTo>
                  <a:lnTo>
                    <a:pt x="1813896" y="3875095"/>
                  </a:lnTo>
                  <a:lnTo>
                    <a:pt x="1814022" y="3875095"/>
                  </a:lnTo>
                  <a:lnTo>
                    <a:pt x="1814148" y="3875095"/>
                  </a:lnTo>
                  <a:lnTo>
                    <a:pt x="1814274" y="3875095"/>
                  </a:lnTo>
                  <a:lnTo>
                    <a:pt x="1814400" y="3875095"/>
                  </a:lnTo>
                  <a:lnTo>
                    <a:pt x="1814526" y="3875095"/>
                  </a:lnTo>
                  <a:lnTo>
                    <a:pt x="1814652" y="3875095"/>
                  </a:lnTo>
                  <a:lnTo>
                    <a:pt x="1814779" y="3875095"/>
                  </a:lnTo>
                  <a:lnTo>
                    <a:pt x="1814905" y="3875095"/>
                  </a:lnTo>
                  <a:lnTo>
                    <a:pt x="1815031" y="3875095"/>
                  </a:lnTo>
                  <a:lnTo>
                    <a:pt x="1815157" y="3875095"/>
                  </a:lnTo>
                  <a:lnTo>
                    <a:pt x="1815283" y="3875095"/>
                  </a:lnTo>
                  <a:lnTo>
                    <a:pt x="1815409" y="3875095"/>
                  </a:lnTo>
                  <a:lnTo>
                    <a:pt x="1815535" y="3875095"/>
                  </a:lnTo>
                  <a:lnTo>
                    <a:pt x="1815661" y="3875095"/>
                  </a:lnTo>
                  <a:lnTo>
                    <a:pt x="1815787" y="3875095"/>
                  </a:lnTo>
                  <a:lnTo>
                    <a:pt x="1815913" y="3875095"/>
                  </a:lnTo>
                  <a:lnTo>
                    <a:pt x="1816039" y="3875095"/>
                  </a:lnTo>
                  <a:lnTo>
                    <a:pt x="1816166" y="3875095"/>
                  </a:lnTo>
                  <a:lnTo>
                    <a:pt x="1816292" y="3875095"/>
                  </a:lnTo>
                  <a:lnTo>
                    <a:pt x="1816418" y="3875095"/>
                  </a:lnTo>
                  <a:lnTo>
                    <a:pt x="1816544" y="3875095"/>
                  </a:lnTo>
                  <a:lnTo>
                    <a:pt x="1816670" y="3875095"/>
                  </a:lnTo>
                  <a:lnTo>
                    <a:pt x="1816796" y="3875095"/>
                  </a:lnTo>
                  <a:lnTo>
                    <a:pt x="1816922" y="3875095"/>
                  </a:lnTo>
                  <a:lnTo>
                    <a:pt x="1817048" y="3875095"/>
                  </a:lnTo>
                  <a:lnTo>
                    <a:pt x="1817174" y="3875095"/>
                  </a:lnTo>
                  <a:lnTo>
                    <a:pt x="1817300" y="3875095"/>
                  </a:lnTo>
                  <a:lnTo>
                    <a:pt x="1817426" y="3875095"/>
                  </a:lnTo>
                  <a:lnTo>
                    <a:pt x="1817553" y="3875095"/>
                  </a:lnTo>
                  <a:lnTo>
                    <a:pt x="1817679" y="3875095"/>
                  </a:lnTo>
                  <a:lnTo>
                    <a:pt x="1817805" y="3875095"/>
                  </a:lnTo>
                  <a:lnTo>
                    <a:pt x="1817931" y="3875095"/>
                  </a:lnTo>
                  <a:lnTo>
                    <a:pt x="1818057" y="3875095"/>
                  </a:lnTo>
                  <a:lnTo>
                    <a:pt x="1818183" y="3875095"/>
                  </a:lnTo>
                  <a:lnTo>
                    <a:pt x="1818309" y="3875095"/>
                  </a:lnTo>
                  <a:lnTo>
                    <a:pt x="1818435" y="3875095"/>
                  </a:lnTo>
                  <a:lnTo>
                    <a:pt x="1818561" y="3875095"/>
                  </a:lnTo>
                  <a:lnTo>
                    <a:pt x="1818687" y="3875095"/>
                  </a:lnTo>
                  <a:lnTo>
                    <a:pt x="1818813" y="3875095"/>
                  </a:lnTo>
                  <a:lnTo>
                    <a:pt x="1818939" y="3875095"/>
                  </a:lnTo>
                  <a:lnTo>
                    <a:pt x="1819066" y="3875095"/>
                  </a:lnTo>
                  <a:lnTo>
                    <a:pt x="1819192" y="3875095"/>
                  </a:lnTo>
                  <a:lnTo>
                    <a:pt x="1819318" y="3875095"/>
                  </a:lnTo>
                  <a:lnTo>
                    <a:pt x="1819444" y="3875095"/>
                  </a:lnTo>
                  <a:lnTo>
                    <a:pt x="1819570" y="3875095"/>
                  </a:lnTo>
                  <a:lnTo>
                    <a:pt x="1819696" y="3875095"/>
                  </a:lnTo>
                  <a:lnTo>
                    <a:pt x="1819822" y="3875095"/>
                  </a:lnTo>
                  <a:lnTo>
                    <a:pt x="1819948" y="3875095"/>
                  </a:lnTo>
                  <a:lnTo>
                    <a:pt x="1820074" y="3875095"/>
                  </a:lnTo>
                  <a:lnTo>
                    <a:pt x="1820200" y="3875095"/>
                  </a:lnTo>
                  <a:lnTo>
                    <a:pt x="1820326" y="3875095"/>
                  </a:lnTo>
                  <a:lnTo>
                    <a:pt x="1820453" y="3875095"/>
                  </a:lnTo>
                  <a:lnTo>
                    <a:pt x="1820579" y="3875095"/>
                  </a:lnTo>
                  <a:lnTo>
                    <a:pt x="1820705" y="3875095"/>
                  </a:lnTo>
                  <a:lnTo>
                    <a:pt x="1820831" y="3875095"/>
                  </a:lnTo>
                  <a:lnTo>
                    <a:pt x="1820957" y="3875095"/>
                  </a:lnTo>
                  <a:lnTo>
                    <a:pt x="1821083" y="3875095"/>
                  </a:lnTo>
                  <a:lnTo>
                    <a:pt x="1821209" y="3875095"/>
                  </a:lnTo>
                  <a:lnTo>
                    <a:pt x="1821335" y="3875095"/>
                  </a:lnTo>
                  <a:lnTo>
                    <a:pt x="1821461" y="3875095"/>
                  </a:lnTo>
                  <a:lnTo>
                    <a:pt x="1821587" y="3875095"/>
                  </a:lnTo>
                  <a:lnTo>
                    <a:pt x="1821713" y="3875095"/>
                  </a:lnTo>
                  <a:lnTo>
                    <a:pt x="1821839" y="3875095"/>
                  </a:lnTo>
                  <a:lnTo>
                    <a:pt x="1821966" y="3875095"/>
                  </a:lnTo>
                  <a:lnTo>
                    <a:pt x="1822092" y="3875095"/>
                  </a:lnTo>
                  <a:lnTo>
                    <a:pt x="1822218" y="3875095"/>
                  </a:lnTo>
                  <a:lnTo>
                    <a:pt x="1822344" y="3875095"/>
                  </a:lnTo>
                  <a:lnTo>
                    <a:pt x="1822470" y="3875095"/>
                  </a:lnTo>
                  <a:lnTo>
                    <a:pt x="1822596" y="3875095"/>
                  </a:lnTo>
                  <a:lnTo>
                    <a:pt x="1822722" y="3875095"/>
                  </a:lnTo>
                  <a:lnTo>
                    <a:pt x="1822848" y="3875095"/>
                  </a:lnTo>
                  <a:lnTo>
                    <a:pt x="1822974" y="3875095"/>
                  </a:lnTo>
                  <a:lnTo>
                    <a:pt x="1823100" y="3875095"/>
                  </a:lnTo>
                  <a:lnTo>
                    <a:pt x="1823226" y="3875095"/>
                  </a:lnTo>
                  <a:lnTo>
                    <a:pt x="1823353" y="3875095"/>
                  </a:lnTo>
                  <a:lnTo>
                    <a:pt x="1823479" y="3875095"/>
                  </a:lnTo>
                  <a:lnTo>
                    <a:pt x="1823605" y="3875095"/>
                  </a:lnTo>
                  <a:lnTo>
                    <a:pt x="1823731" y="3875095"/>
                  </a:lnTo>
                  <a:lnTo>
                    <a:pt x="1823857" y="3875095"/>
                  </a:lnTo>
                  <a:lnTo>
                    <a:pt x="1823983" y="3875095"/>
                  </a:lnTo>
                  <a:lnTo>
                    <a:pt x="1824109" y="3875095"/>
                  </a:lnTo>
                  <a:lnTo>
                    <a:pt x="1824235" y="3875095"/>
                  </a:lnTo>
                  <a:lnTo>
                    <a:pt x="1824361" y="3875095"/>
                  </a:lnTo>
                  <a:lnTo>
                    <a:pt x="1824487" y="3875095"/>
                  </a:lnTo>
                  <a:lnTo>
                    <a:pt x="1824613" y="3875095"/>
                  </a:lnTo>
                  <a:lnTo>
                    <a:pt x="1824739" y="3875095"/>
                  </a:lnTo>
                  <a:lnTo>
                    <a:pt x="1824866" y="3875095"/>
                  </a:lnTo>
                  <a:lnTo>
                    <a:pt x="1824992" y="3875095"/>
                  </a:lnTo>
                  <a:lnTo>
                    <a:pt x="1825118" y="3875095"/>
                  </a:lnTo>
                  <a:lnTo>
                    <a:pt x="1825244" y="3875095"/>
                  </a:lnTo>
                  <a:lnTo>
                    <a:pt x="1825370" y="3875095"/>
                  </a:lnTo>
                  <a:lnTo>
                    <a:pt x="1825496" y="3875095"/>
                  </a:lnTo>
                  <a:lnTo>
                    <a:pt x="1825622" y="3875095"/>
                  </a:lnTo>
                  <a:lnTo>
                    <a:pt x="1825748" y="3875095"/>
                  </a:lnTo>
                  <a:lnTo>
                    <a:pt x="1825874" y="3875095"/>
                  </a:lnTo>
                  <a:lnTo>
                    <a:pt x="1826000" y="3875095"/>
                  </a:lnTo>
                  <a:lnTo>
                    <a:pt x="1826126" y="3875095"/>
                  </a:lnTo>
                  <a:lnTo>
                    <a:pt x="1826253" y="3875095"/>
                  </a:lnTo>
                  <a:lnTo>
                    <a:pt x="1826379" y="3875095"/>
                  </a:lnTo>
                  <a:lnTo>
                    <a:pt x="1826505" y="3875095"/>
                  </a:lnTo>
                  <a:lnTo>
                    <a:pt x="1826631" y="3875095"/>
                  </a:lnTo>
                  <a:lnTo>
                    <a:pt x="1826757" y="3875095"/>
                  </a:lnTo>
                  <a:lnTo>
                    <a:pt x="1826883" y="3875095"/>
                  </a:lnTo>
                  <a:lnTo>
                    <a:pt x="1827009" y="3875095"/>
                  </a:lnTo>
                  <a:lnTo>
                    <a:pt x="1827135" y="3875095"/>
                  </a:lnTo>
                  <a:lnTo>
                    <a:pt x="1827261" y="3875095"/>
                  </a:lnTo>
                  <a:lnTo>
                    <a:pt x="1827387" y="3875095"/>
                  </a:lnTo>
                  <a:lnTo>
                    <a:pt x="1827513" y="3875095"/>
                  </a:lnTo>
                  <a:lnTo>
                    <a:pt x="1827640" y="3875095"/>
                  </a:lnTo>
                  <a:lnTo>
                    <a:pt x="1827766" y="3875095"/>
                  </a:lnTo>
                  <a:lnTo>
                    <a:pt x="1827892" y="3875095"/>
                  </a:lnTo>
                  <a:lnTo>
                    <a:pt x="1828018" y="3875095"/>
                  </a:lnTo>
                  <a:lnTo>
                    <a:pt x="1828144" y="3875095"/>
                  </a:lnTo>
                  <a:lnTo>
                    <a:pt x="1828270" y="3875095"/>
                  </a:lnTo>
                  <a:lnTo>
                    <a:pt x="1828396" y="3875095"/>
                  </a:lnTo>
                  <a:lnTo>
                    <a:pt x="1828522" y="3875095"/>
                  </a:lnTo>
                  <a:lnTo>
                    <a:pt x="1828648" y="3875095"/>
                  </a:lnTo>
                  <a:lnTo>
                    <a:pt x="1828774" y="3875095"/>
                  </a:lnTo>
                  <a:lnTo>
                    <a:pt x="1828900" y="3875095"/>
                  </a:lnTo>
                  <a:lnTo>
                    <a:pt x="1829026" y="3875095"/>
                  </a:lnTo>
                  <a:lnTo>
                    <a:pt x="1829026" y="3869815"/>
                  </a:lnTo>
                  <a:lnTo>
                    <a:pt x="1829153" y="3869815"/>
                  </a:lnTo>
                  <a:lnTo>
                    <a:pt x="1829279" y="3869815"/>
                  </a:lnTo>
                  <a:lnTo>
                    <a:pt x="1829405" y="3869815"/>
                  </a:lnTo>
                  <a:lnTo>
                    <a:pt x="1829531" y="3869815"/>
                  </a:lnTo>
                  <a:lnTo>
                    <a:pt x="1829657" y="3869815"/>
                  </a:lnTo>
                  <a:lnTo>
                    <a:pt x="1829783" y="3869815"/>
                  </a:lnTo>
                  <a:lnTo>
                    <a:pt x="1829909" y="3869815"/>
                  </a:lnTo>
                  <a:lnTo>
                    <a:pt x="1830035" y="3869815"/>
                  </a:lnTo>
                  <a:lnTo>
                    <a:pt x="1830161" y="3869815"/>
                  </a:lnTo>
                  <a:lnTo>
                    <a:pt x="1830287" y="3869815"/>
                  </a:lnTo>
                  <a:lnTo>
                    <a:pt x="1830413" y="3869815"/>
                  </a:lnTo>
                  <a:lnTo>
                    <a:pt x="1830540" y="3869815"/>
                  </a:lnTo>
                  <a:lnTo>
                    <a:pt x="1830666" y="3869815"/>
                  </a:lnTo>
                  <a:lnTo>
                    <a:pt x="1830666" y="3864536"/>
                  </a:lnTo>
                  <a:lnTo>
                    <a:pt x="1830792" y="3864536"/>
                  </a:lnTo>
                  <a:lnTo>
                    <a:pt x="1830918" y="3864536"/>
                  </a:lnTo>
                  <a:lnTo>
                    <a:pt x="1831044" y="3864536"/>
                  </a:lnTo>
                  <a:lnTo>
                    <a:pt x="1831170" y="3864536"/>
                  </a:lnTo>
                  <a:lnTo>
                    <a:pt x="1831296" y="3864536"/>
                  </a:lnTo>
                  <a:lnTo>
                    <a:pt x="1831422" y="3864536"/>
                  </a:lnTo>
                  <a:lnTo>
                    <a:pt x="1831548" y="3864536"/>
                  </a:lnTo>
                  <a:lnTo>
                    <a:pt x="1831674" y="3864536"/>
                  </a:lnTo>
                  <a:lnTo>
                    <a:pt x="1831674" y="3859256"/>
                  </a:lnTo>
                  <a:lnTo>
                    <a:pt x="1831800" y="3859256"/>
                  </a:lnTo>
                  <a:lnTo>
                    <a:pt x="1831926" y="3859256"/>
                  </a:lnTo>
                  <a:lnTo>
                    <a:pt x="1832053" y="3859256"/>
                  </a:lnTo>
                  <a:lnTo>
                    <a:pt x="1832179" y="3859256"/>
                  </a:lnTo>
                  <a:lnTo>
                    <a:pt x="1832305" y="3859256"/>
                  </a:lnTo>
                  <a:lnTo>
                    <a:pt x="1832431" y="3859256"/>
                  </a:lnTo>
                  <a:lnTo>
                    <a:pt x="1832557" y="3859256"/>
                  </a:lnTo>
                  <a:lnTo>
                    <a:pt x="1832683" y="3859256"/>
                  </a:lnTo>
                  <a:lnTo>
                    <a:pt x="1832809" y="3859256"/>
                  </a:lnTo>
                  <a:lnTo>
                    <a:pt x="1832935" y="3859256"/>
                  </a:lnTo>
                  <a:lnTo>
                    <a:pt x="1833061" y="3859256"/>
                  </a:lnTo>
                  <a:lnTo>
                    <a:pt x="1833187" y="3859256"/>
                  </a:lnTo>
                  <a:lnTo>
                    <a:pt x="1833313" y="3859256"/>
                  </a:lnTo>
                  <a:lnTo>
                    <a:pt x="1833440" y="3859256"/>
                  </a:lnTo>
                  <a:lnTo>
                    <a:pt x="1833566" y="3859256"/>
                  </a:lnTo>
                  <a:lnTo>
                    <a:pt x="1833566" y="3853977"/>
                  </a:lnTo>
                  <a:lnTo>
                    <a:pt x="1833692" y="3853977"/>
                  </a:lnTo>
                  <a:lnTo>
                    <a:pt x="1833818" y="3853977"/>
                  </a:lnTo>
                  <a:lnTo>
                    <a:pt x="1833944" y="3853977"/>
                  </a:lnTo>
                  <a:lnTo>
                    <a:pt x="1834070" y="3853977"/>
                  </a:lnTo>
                  <a:lnTo>
                    <a:pt x="1834196" y="3853977"/>
                  </a:lnTo>
                  <a:lnTo>
                    <a:pt x="1834322" y="3853977"/>
                  </a:lnTo>
                  <a:lnTo>
                    <a:pt x="1834448" y="3853977"/>
                  </a:lnTo>
                  <a:lnTo>
                    <a:pt x="1834574" y="3853977"/>
                  </a:lnTo>
                  <a:lnTo>
                    <a:pt x="1834700" y="3853977"/>
                  </a:lnTo>
                  <a:lnTo>
                    <a:pt x="1834827" y="3853977"/>
                  </a:lnTo>
                  <a:lnTo>
                    <a:pt x="1834953" y="3853977"/>
                  </a:lnTo>
                  <a:lnTo>
                    <a:pt x="1835079" y="3853977"/>
                  </a:lnTo>
                  <a:lnTo>
                    <a:pt x="1835205" y="3853977"/>
                  </a:lnTo>
                  <a:lnTo>
                    <a:pt x="1835331" y="3853977"/>
                  </a:lnTo>
                  <a:lnTo>
                    <a:pt x="1835457" y="3853977"/>
                  </a:lnTo>
                  <a:lnTo>
                    <a:pt x="1835583" y="3853977"/>
                  </a:lnTo>
                  <a:lnTo>
                    <a:pt x="1835709" y="3853977"/>
                  </a:lnTo>
                  <a:lnTo>
                    <a:pt x="1835835" y="3853977"/>
                  </a:lnTo>
                  <a:lnTo>
                    <a:pt x="1835961" y="3853977"/>
                  </a:lnTo>
                  <a:lnTo>
                    <a:pt x="1836087" y="3853977"/>
                  </a:lnTo>
                  <a:lnTo>
                    <a:pt x="1836213" y="3853977"/>
                  </a:lnTo>
                  <a:lnTo>
                    <a:pt x="1836340" y="3853977"/>
                  </a:lnTo>
                  <a:lnTo>
                    <a:pt x="1836466" y="3853977"/>
                  </a:lnTo>
                  <a:lnTo>
                    <a:pt x="1836592" y="3853977"/>
                  </a:lnTo>
                  <a:lnTo>
                    <a:pt x="1836718" y="3853977"/>
                  </a:lnTo>
                  <a:lnTo>
                    <a:pt x="1836844" y="3853977"/>
                  </a:lnTo>
                  <a:lnTo>
                    <a:pt x="1836970" y="3853977"/>
                  </a:lnTo>
                  <a:lnTo>
                    <a:pt x="1837096" y="3853977"/>
                  </a:lnTo>
                  <a:lnTo>
                    <a:pt x="1837096" y="3848698"/>
                  </a:lnTo>
                  <a:lnTo>
                    <a:pt x="1837222" y="3848698"/>
                  </a:lnTo>
                  <a:lnTo>
                    <a:pt x="1837348" y="3848698"/>
                  </a:lnTo>
                  <a:lnTo>
                    <a:pt x="1837474" y="3848698"/>
                  </a:lnTo>
                  <a:lnTo>
                    <a:pt x="1837600" y="3848698"/>
                  </a:lnTo>
                  <a:lnTo>
                    <a:pt x="1837727" y="3848698"/>
                  </a:lnTo>
                  <a:lnTo>
                    <a:pt x="1837853" y="3848698"/>
                  </a:lnTo>
                  <a:lnTo>
                    <a:pt x="1837979" y="3848698"/>
                  </a:lnTo>
                  <a:lnTo>
                    <a:pt x="1838105" y="3848698"/>
                  </a:lnTo>
                  <a:lnTo>
                    <a:pt x="1838231" y="3848698"/>
                  </a:lnTo>
                  <a:lnTo>
                    <a:pt x="1838357" y="3848698"/>
                  </a:lnTo>
                  <a:lnTo>
                    <a:pt x="1838483" y="3848698"/>
                  </a:lnTo>
                  <a:lnTo>
                    <a:pt x="1838609" y="3848698"/>
                  </a:lnTo>
                  <a:lnTo>
                    <a:pt x="1838735" y="3848698"/>
                  </a:lnTo>
                  <a:lnTo>
                    <a:pt x="1838861" y="3848698"/>
                  </a:lnTo>
                  <a:lnTo>
                    <a:pt x="1838987" y="3848698"/>
                  </a:lnTo>
                  <a:lnTo>
                    <a:pt x="1839113" y="3848698"/>
                  </a:lnTo>
                  <a:lnTo>
                    <a:pt x="1839240" y="3848698"/>
                  </a:lnTo>
                  <a:lnTo>
                    <a:pt x="1839366" y="3848698"/>
                  </a:lnTo>
                  <a:lnTo>
                    <a:pt x="1839492" y="3848698"/>
                  </a:lnTo>
                  <a:lnTo>
                    <a:pt x="1839618" y="3848698"/>
                  </a:lnTo>
                  <a:lnTo>
                    <a:pt x="1839744" y="3848698"/>
                  </a:lnTo>
                  <a:lnTo>
                    <a:pt x="1839870" y="3848698"/>
                  </a:lnTo>
                  <a:lnTo>
                    <a:pt x="1839996" y="3848698"/>
                  </a:lnTo>
                  <a:lnTo>
                    <a:pt x="1840122" y="3848698"/>
                  </a:lnTo>
                  <a:lnTo>
                    <a:pt x="1840248" y="3848698"/>
                  </a:lnTo>
                  <a:lnTo>
                    <a:pt x="1840374" y="3848698"/>
                  </a:lnTo>
                  <a:lnTo>
                    <a:pt x="1840500" y="3848698"/>
                  </a:lnTo>
                  <a:lnTo>
                    <a:pt x="1840627" y="3848698"/>
                  </a:lnTo>
                  <a:lnTo>
                    <a:pt x="1840753" y="3848698"/>
                  </a:lnTo>
                  <a:lnTo>
                    <a:pt x="1840879" y="3848698"/>
                  </a:lnTo>
                  <a:lnTo>
                    <a:pt x="1841005" y="3848698"/>
                  </a:lnTo>
                  <a:lnTo>
                    <a:pt x="1841131" y="3848698"/>
                  </a:lnTo>
                  <a:lnTo>
                    <a:pt x="1841257" y="3848698"/>
                  </a:lnTo>
                  <a:lnTo>
                    <a:pt x="1841383" y="3848698"/>
                  </a:lnTo>
                  <a:lnTo>
                    <a:pt x="1841509" y="3848698"/>
                  </a:lnTo>
                  <a:lnTo>
                    <a:pt x="1841635" y="3848698"/>
                  </a:lnTo>
                  <a:lnTo>
                    <a:pt x="1841761" y="3848698"/>
                  </a:lnTo>
                  <a:lnTo>
                    <a:pt x="1841887" y="3848698"/>
                  </a:lnTo>
                  <a:lnTo>
                    <a:pt x="1842014" y="3848698"/>
                  </a:lnTo>
                  <a:lnTo>
                    <a:pt x="1842140" y="3848698"/>
                  </a:lnTo>
                  <a:lnTo>
                    <a:pt x="1842266" y="3848698"/>
                  </a:lnTo>
                  <a:lnTo>
                    <a:pt x="1842392" y="3848698"/>
                  </a:lnTo>
                  <a:lnTo>
                    <a:pt x="1842518" y="3848698"/>
                  </a:lnTo>
                  <a:lnTo>
                    <a:pt x="1842644" y="3848698"/>
                  </a:lnTo>
                  <a:lnTo>
                    <a:pt x="1842770" y="3848698"/>
                  </a:lnTo>
                  <a:lnTo>
                    <a:pt x="1842896" y="3848698"/>
                  </a:lnTo>
                  <a:lnTo>
                    <a:pt x="1843022" y="3848698"/>
                  </a:lnTo>
                  <a:lnTo>
                    <a:pt x="1843148" y="3848698"/>
                  </a:lnTo>
                  <a:lnTo>
                    <a:pt x="1843274" y="3848698"/>
                  </a:lnTo>
                  <a:lnTo>
                    <a:pt x="1843400" y="3848698"/>
                  </a:lnTo>
                  <a:lnTo>
                    <a:pt x="1843527" y="3848698"/>
                  </a:lnTo>
                  <a:lnTo>
                    <a:pt x="1843653" y="3848698"/>
                  </a:lnTo>
                  <a:lnTo>
                    <a:pt x="1843779" y="3848698"/>
                  </a:lnTo>
                  <a:lnTo>
                    <a:pt x="1843905" y="3848698"/>
                  </a:lnTo>
                  <a:lnTo>
                    <a:pt x="1844031" y="3848698"/>
                  </a:lnTo>
                  <a:lnTo>
                    <a:pt x="1844157" y="3848698"/>
                  </a:lnTo>
                  <a:lnTo>
                    <a:pt x="1844157" y="3843418"/>
                  </a:lnTo>
                  <a:lnTo>
                    <a:pt x="1844283" y="3843418"/>
                  </a:lnTo>
                  <a:lnTo>
                    <a:pt x="1844409" y="3843418"/>
                  </a:lnTo>
                  <a:lnTo>
                    <a:pt x="1844535" y="3843418"/>
                  </a:lnTo>
                  <a:lnTo>
                    <a:pt x="1844661" y="3843418"/>
                  </a:lnTo>
                  <a:lnTo>
                    <a:pt x="1844787" y="3843418"/>
                  </a:lnTo>
                  <a:lnTo>
                    <a:pt x="1844914" y="3843418"/>
                  </a:lnTo>
                  <a:lnTo>
                    <a:pt x="1845040" y="3843418"/>
                  </a:lnTo>
                  <a:lnTo>
                    <a:pt x="1845166" y="3843418"/>
                  </a:lnTo>
                  <a:lnTo>
                    <a:pt x="1845292" y="3843418"/>
                  </a:lnTo>
                  <a:lnTo>
                    <a:pt x="1845418" y="3843418"/>
                  </a:lnTo>
                  <a:lnTo>
                    <a:pt x="1845544" y="3843418"/>
                  </a:lnTo>
                  <a:lnTo>
                    <a:pt x="1845670" y="3843418"/>
                  </a:lnTo>
                  <a:lnTo>
                    <a:pt x="1845796" y="3843418"/>
                  </a:lnTo>
                  <a:lnTo>
                    <a:pt x="1845922" y="3843418"/>
                  </a:lnTo>
                  <a:lnTo>
                    <a:pt x="1846048" y="3843418"/>
                  </a:lnTo>
                  <a:lnTo>
                    <a:pt x="1846174" y="3843418"/>
                  </a:lnTo>
                  <a:lnTo>
                    <a:pt x="1846300" y="3843418"/>
                  </a:lnTo>
                  <a:lnTo>
                    <a:pt x="1846427" y="3843418"/>
                  </a:lnTo>
                  <a:lnTo>
                    <a:pt x="1846553" y="3843418"/>
                  </a:lnTo>
                  <a:lnTo>
                    <a:pt x="1846679" y="3843418"/>
                  </a:lnTo>
                  <a:lnTo>
                    <a:pt x="1846805" y="3843418"/>
                  </a:lnTo>
                  <a:lnTo>
                    <a:pt x="1846931" y="3843418"/>
                  </a:lnTo>
                  <a:lnTo>
                    <a:pt x="1847057" y="3843418"/>
                  </a:lnTo>
                  <a:lnTo>
                    <a:pt x="1847183" y="3843418"/>
                  </a:lnTo>
                  <a:lnTo>
                    <a:pt x="1847309" y="3843418"/>
                  </a:lnTo>
                  <a:lnTo>
                    <a:pt x="1847435" y="3843418"/>
                  </a:lnTo>
                  <a:lnTo>
                    <a:pt x="1847561" y="3843418"/>
                  </a:lnTo>
                  <a:lnTo>
                    <a:pt x="1847687" y="3843418"/>
                  </a:lnTo>
                  <a:lnTo>
                    <a:pt x="1847814" y="3843418"/>
                  </a:lnTo>
                  <a:lnTo>
                    <a:pt x="1847940" y="3843418"/>
                  </a:lnTo>
                  <a:lnTo>
                    <a:pt x="1848066" y="3843418"/>
                  </a:lnTo>
                  <a:lnTo>
                    <a:pt x="1848192" y="3843418"/>
                  </a:lnTo>
                  <a:lnTo>
                    <a:pt x="1848318" y="3843418"/>
                  </a:lnTo>
                  <a:lnTo>
                    <a:pt x="1848444" y="3843418"/>
                  </a:lnTo>
                  <a:lnTo>
                    <a:pt x="1848570" y="3843418"/>
                  </a:lnTo>
                  <a:lnTo>
                    <a:pt x="1848696" y="3843418"/>
                  </a:lnTo>
                  <a:lnTo>
                    <a:pt x="1848822" y="3843418"/>
                  </a:lnTo>
                  <a:lnTo>
                    <a:pt x="1848948" y="3843418"/>
                  </a:lnTo>
                  <a:lnTo>
                    <a:pt x="1849074" y="3843418"/>
                  </a:lnTo>
                  <a:lnTo>
                    <a:pt x="1849200" y="3843418"/>
                  </a:lnTo>
                  <a:lnTo>
                    <a:pt x="1849327" y="3843418"/>
                  </a:lnTo>
                  <a:lnTo>
                    <a:pt x="1849453" y="3843418"/>
                  </a:lnTo>
                  <a:lnTo>
                    <a:pt x="1849579" y="3843418"/>
                  </a:lnTo>
                  <a:lnTo>
                    <a:pt x="1849705" y="3843418"/>
                  </a:lnTo>
                  <a:lnTo>
                    <a:pt x="1849831" y="3843418"/>
                  </a:lnTo>
                  <a:lnTo>
                    <a:pt x="1849957" y="3843418"/>
                  </a:lnTo>
                  <a:lnTo>
                    <a:pt x="1850083" y="3843418"/>
                  </a:lnTo>
                  <a:lnTo>
                    <a:pt x="1850209" y="3843418"/>
                  </a:lnTo>
                  <a:lnTo>
                    <a:pt x="1850335" y="3843418"/>
                  </a:lnTo>
                  <a:lnTo>
                    <a:pt x="1850461" y="3843418"/>
                  </a:lnTo>
                  <a:lnTo>
                    <a:pt x="1850587" y="3843418"/>
                  </a:lnTo>
                  <a:lnTo>
                    <a:pt x="1850714" y="3843418"/>
                  </a:lnTo>
                  <a:lnTo>
                    <a:pt x="1850840" y="3843418"/>
                  </a:lnTo>
                  <a:lnTo>
                    <a:pt x="1850966" y="3843418"/>
                  </a:lnTo>
                  <a:lnTo>
                    <a:pt x="1851092" y="3843418"/>
                  </a:lnTo>
                  <a:lnTo>
                    <a:pt x="1851218" y="3843418"/>
                  </a:lnTo>
                  <a:lnTo>
                    <a:pt x="1851344" y="3843418"/>
                  </a:lnTo>
                  <a:lnTo>
                    <a:pt x="1851470" y="3843418"/>
                  </a:lnTo>
                  <a:lnTo>
                    <a:pt x="1851596" y="3843418"/>
                  </a:lnTo>
                  <a:lnTo>
                    <a:pt x="1851722" y="3843418"/>
                  </a:lnTo>
                  <a:lnTo>
                    <a:pt x="1851848" y="3843418"/>
                  </a:lnTo>
                  <a:lnTo>
                    <a:pt x="1851974" y="3843418"/>
                  </a:lnTo>
                  <a:lnTo>
                    <a:pt x="1852101" y="3843418"/>
                  </a:lnTo>
                  <a:lnTo>
                    <a:pt x="1852227" y="3843418"/>
                  </a:lnTo>
                  <a:lnTo>
                    <a:pt x="1852353" y="3843418"/>
                  </a:lnTo>
                  <a:lnTo>
                    <a:pt x="1852479" y="3843418"/>
                  </a:lnTo>
                  <a:lnTo>
                    <a:pt x="1852605" y="3843418"/>
                  </a:lnTo>
                  <a:lnTo>
                    <a:pt x="1852731" y="3843418"/>
                  </a:lnTo>
                  <a:lnTo>
                    <a:pt x="1852857" y="3843418"/>
                  </a:lnTo>
                  <a:lnTo>
                    <a:pt x="1852983" y="3843418"/>
                  </a:lnTo>
                  <a:lnTo>
                    <a:pt x="1853109" y="3843418"/>
                  </a:lnTo>
                  <a:lnTo>
                    <a:pt x="1853235" y="3843418"/>
                  </a:lnTo>
                  <a:lnTo>
                    <a:pt x="1853361" y="3843418"/>
                  </a:lnTo>
                  <a:lnTo>
                    <a:pt x="1853487" y="3843418"/>
                  </a:lnTo>
                  <a:lnTo>
                    <a:pt x="1853614" y="3843418"/>
                  </a:lnTo>
                  <a:lnTo>
                    <a:pt x="1853740" y="3843418"/>
                  </a:lnTo>
                  <a:lnTo>
                    <a:pt x="1853866" y="3843418"/>
                  </a:lnTo>
                  <a:lnTo>
                    <a:pt x="1853992" y="3843418"/>
                  </a:lnTo>
                  <a:lnTo>
                    <a:pt x="1854118" y="3843418"/>
                  </a:lnTo>
                  <a:lnTo>
                    <a:pt x="1854244" y="3843418"/>
                  </a:lnTo>
                  <a:lnTo>
                    <a:pt x="1854370" y="3843418"/>
                  </a:lnTo>
                  <a:lnTo>
                    <a:pt x="1854496" y="3843418"/>
                  </a:lnTo>
                  <a:lnTo>
                    <a:pt x="1854622" y="3843418"/>
                  </a:lnTo>
                  <a:lnTo>
                    <a:pt x="1854748" y="3843418"/>
                  </a:lnTo>
                  <a:lnTo>
                    <a:pt x="1854874" y="3843418"/>
                  </a:lnTo>
                  <a:lnTo>
                    <a:pt x="1855001" y="3843418"/>
                  </a:lnTo>
                  <a:lnTo>
                    <a:pt x="1855001" y="3838139"/>
                  </a:lnTo>
                  <a:lnTo>
                    <a:pt x="1855127" y="3838139"/>
                  </a:lnTo>
                  <a:lnTo>
                    <a:pt x="1855253" y="3838139"/>
                  </a:lnTo>
                  <a:lnTo>
                    <a:pt x="1855379" y="3838139"/>
                  </a:lnTo>
                  <a:lnTo>
                    <a:pt x="1855505" y="3838139"/>
                  </a:lnTo>
                  <a:lnTo>
                    <a:pt x="1855631" y="3838139"/>
                  </a:lnTo>
                  <a:lnTo>
                    <a:pt x="1855757" y="3838139"/>
                  </a:lnTo>
                  <a:lnTo>
                    <a:pt x="1855883" y="3838139"/>
                  </a:lnTo>
                  <a:lnTo>
                    <a:pt x="1856009" y="3838139"/>
                  </a:lnTo>
                  <a:lnTo>
                    <a:pt x="1856135" y="3838139"/>
                  </a:lnTo>
                  <a:lnTo>
                    <a:pt x="1856261" y="3838139"/>
                  </a:lnTo>
                  <a:lnTo>
                    <a:pt x="1856387" y="3838139"/>
                  </a:lnTo>
                  <a:lnTo>
                    <a:pt x="1856514" y="3838139"/>
                  </a:lnTo>
                  <a:lnTo>
                    <a:pt x="1856640" y="3838139"/>
                  </a:lnTo>
                  <a:lnTo>
                    <a:pt x="1856766" y="3838139"/>
                  </a:lnTo>
                  <a:lnTo>
                    <a:pt x="1856892" y="3838139"/>
                  </a:lnTo>
                  <a:lnTo>
                    <a:pt x="1857018" y="3838139"/>
                  </a:lnTo>
                  <a:lnTo>
                    <a:pt x="1857144" y="3838139"/>
                  </a:lnTo>
                  <a:lnTo>
                    <a:pt x="1857270" y="3838139"/>
                  </a:lnTo>
                  <a:lnTo>
                    <a:pt x="1857396" y="3838139"/>
                  </a:lnTo>
                  <a:lnTo>
                    <a:pt x="1857522" y="3838139"/>
                  </a:lnTo>
                  <a:lnTo>
                    <a:pt x="1857648" y="3838139"/>
                  </a:lnTo>
                  <a:lnTo>
                    <a:pt x="1857774" y="3838139"/>
                  </a:lnTo>
                  <a:lnTo>
                    <a:pt x="1857901" y="3838139"/>
                  </a:lnTo>
                  <a:lnTo>
                    <a:pt x="1858027" y="3838139"/>
                  </a:lnTo>
                  <a:lnTo>
                    <a:pt x="1858153" y="3838139"/>
                  </a:lnTo>
                  <a:lnTo>
                    <a:pt x="1858279" y="3838139"/>
                  </a:lnTo>
                  <a:lnTo>
                    <a:pt x="1858405" y="3838139"/>
                  </a:lnTo>
                  <a:lnTo>
                    <a:pt x="1858531" y="3838139"/>
                  </a:lnTo>
                  <a:lnTo>
                    <a:pt x="1858657" y="3838139"/>
                  </a:lnTo>
                  <a:lnTo>
                    <a:pt x="1858783" y="3838139"/>
                  </a:lnTo>
                  <a:lnTo>
                    <a:pt x="1858909" y="3838139"/>
                  </a:lnTo>
                  <a:lnTo>
                    <a:pt x="1859035" y="3838139"/>
                  </a:lnTo>
                  <a:lnTo>
                    <a:pt x="1859161" y="3838139"/>
                  </a:lnTo>
                  <a:lnTo>
                    <a:pt x="1859288" y="3838139"/>
                  </a:lnTo>
                  <a:lnTo>
                    <a:pt x="1859414" y="3838139"/>
                  </a:lnTo>
                  <a:lnTo>
                    <a:pt x="1859540" y="3838139"/>
                  </a:lnTo>
                  <a:lnTo>
                    <a:pt x="1859666" y="3838139"/>
                  </a:lnTo>
                  <a:lnTo>
                    <a:pt x="1859792" y="3838139"/>
                  </a:lnTo>
                  <a:lnTo>
                    <a:pt x="1859918" y="3838139"/>
                  </a:lnTo>
                  <a:lnTo>
                    <a:pt x="1860044" y="3838139"/>
                  </a:lnTo>
                  <a:lnTo>
                    <a:pt x="1860170" y="3838139"/>
                  </a:lnTo>
                  <a:lnTo>
                    <a:pt x="1860296" y="3838139"/>
                  </a:lnTo>
                  <a:lnTo>
                    <a:pt x="1860422" y="3838139"/>
                  </a:lnTo>
                  <a:lnTo>
                    <a:pt x="1860548" y="3838139"/>
                  </a:lnTo>
                  <a:lnTo>
                    <a:pt x="1860674" y="3838139"/>
                  </a:lnTo>
                  <a:lnTo>
                    <a:pt x="1860801" y="3838139"/>
                  </a:lnTo>
                  <a:lnTo>
                    <a:pt x="1860927" y="3838139"/>
                  </a:lnTo>
                  <a:lnTo>
                    <a:pt x="1861053" y="3838139"/>
                  </a:lnTo>
                  <a:lnTo>
                    <a:pt x="1861179" y="3838139"/>
                  </a:lnTo>
                  <a:lnTo>
                    <a:pt x="1861305" y="3838139"/>
                  </a:lnTo>
                  <a:lnTo>
                    <a:pt x="1861431" y="3838139"/>
                  </a:lnTo>
                  <a:lnTo>
                    <a:pt x="1861557" y="3838139"/>
                  </a:lnTo>
                  <a:lnTo>
                    <a:pt x="1861683" y="3838139"/>
                  </a:lnTo>
                  <a:lnTo>
                    <a:pt x="1861809" y="3838139"/>
                  </a:lnTo>
                  <a:lnTo>
                    <a:pt x="1861935" y="3838139"/>
                  </a:lnTo>
                  <a:lnTo>
                    <a:pt x="1862061" y="3838139"/>
                  </a:lnTo>
                  <a:lnTo>
                    <a:pt x="1862188" y="3838139"/>
                  </a:lnTo>
                  <a:lnTo>
                    <a:pt x="1862314" y="3838139"/>
                  </a:lnTo>
                  <a:lnTo>
                    <a:pt x="1862440" y="3838139"/>
                  </a:lnTo>
                  <a:lnTo>
                    <a:pt x="1862566" y="3838139"/>
                  </a:lnTo>
                  <a:lnTo>
                    <a:pt x="1862692" y="3838139"/>
                  </a:lnTo>
                  <a:lnTo>
                    <a:pt x="1862818" y="3838139"/>
                  </a:lnTo>
                  <a:lnTo>
                    <a:pt x="1862944" y="3838139"/>
                  </a:lnTo>
                  <a:lnTo>
                    <a:pt x="1863070" y="3838139"/>
                  </a:lnTo>
                  <a:lnTo>
                    <a:pt x="1863196" y="3838139"/>
                  </a:lnTo>
                  <a:lnTo>
                    <a:pt x="1863322" y="3838139"/>
                  </a:lnTo>
                  <a:lnTo>
                    <a:pt x="1863448" y="3838139"/>
                  </a:lnTo>
                  <a:lnTo>
                    <a:pt x="1863574" y="3838139"/>
                  </a:lnTo>
                  <a:lnTo>
                    <a:pt x="1863701" y="3838139"/>
                  </a:lnTo>
                  <a:lnTo>
                    <a:pt x="1863827" y="3838139"/>
                  </a:lnTo>
                  <a:lnTo>
                    <a:pt x="1863953" y="3838139"/>
                  </a:lnTo>
                  <a:lnTo>
                    <a:pt x="1864079" y="3838139"/>
                  </a:lnTo>
                  <a:lnTo>
                    <a:pt x="1864205" y="3838139"/>
                  </a:lnTo>
                  <a:lnTo>
                    <a:pt x="1864331" y="3838139"/>
                  </a:lnTo>
                  <a:lnTo>
                    <a:pt x="1864457" y="3838139"/>
                  </a:lnTo>
                  <a:lnTo>
                    <a:pt x="1864583" y="3838139"/>
                  </a:lnTo>
                  <a:lnTo>
                    <a:pt x="1864709" y="3838139"/>
                  </a:lnTo>
                  <a:lnTo>
                    <a:pt x="1864835" y="3838139"/>
                  </a:lnTo>
                  <a:lnTo>
                    <a:pt x="1864961" y="3838139"/>
                  </a:lnTo>
                  <a:lnTo>
                    <a:pt x="1865088" y="3838139"/>
                  </a:lnTo>
                  <a:lnTo>
                    <a:pt x="1865214" y="3838139"/>
                  </a:lnTo>
                  <a:lnTo>
                    <a:pt x="1865340" y="3838139"/>
                  </a:lnTo>
                  <a:lnTo>
                    <a:pt x="1865466" y="3838139"/>
                  </a:lnTo>
                  <a:lnTo>
                    <a:pt x="1865592" y="3838139"/>
                  </a:lnTo>
                  <a:lnTo>
                    <a:pt x="1865718" y="3838139"/>
                  </a:lnTo>
                  <a:lnTo>
                    <a:pt x="1865844" y="3838139"/>
                  </a:lnTo>
                  <a:lnTo>
                    <a:pt x="1865970" y="3838139"/>
                  </a:lnTo>
                  <a:lnTo>
                    <a:pt x="1866096" y="3838139"/>
                  </a:lnTo>
                  <a:lnTo>
                    <a:pt x="1866222" y="3838139"/>
                  </a:lnTo>
                  <a:lnTo>
                    <a:pt x="1866348" y="3838139"/>
                  </a:lnTo>
                  <a:lnTo>
                    <a:pt x="1866474" y="3838139"/>
                  </a:lnTo>
                  <a:lnTo>
                    <a:pt x="1866601" y="3838139"/>
                  </a:lnTo>
                  <a:lnTo>
                    <a:pt x="1866727" y="3838139"/>
                  </a:lnTo>
                  <a:lnTo>
                    <a:pt x="1866853" y="3838139"/>
                  </a:lnTo>
                  <a:lnTo>
                    <a:pt x="1866979" y="3838139"/>
                  </a:lnTo>
                  <a:lnTo>
                    <a:pt x="1867105" y="3838139"/>
                  </a:lnTo>
                  <a:lnTo>
                    <a:pt x="1867231" y="3838139"/>
                  </a:lnTo>
                  <a:lnTo>
                    <a:pt x="1867357" y="3838139"/>
                  </a:lnTo>
                  <a:lnTo>
                    <a:pt x="1867483" y="3838139"/>
                  </a:lnTo>
                  <a:lnTo>
                    <a:pt x="1867609" y="3838139"/>
                  </a:lnTo>
                  <a:lnTo>
                    <a:pt x="1867735" y="3838139"/>
                  </a:lnTo>
                  <a:lnTo>
                    <a:pt x="1867861" y="3838139"/>
                  </a:lnTo>
                  <a:lnTo>
                    <a:pt x="1867861" y="3832859"/>
                  </a:lnTo>
                  <a:lnTo>
                    <a:pt x="1867988" y="3832859"/>
                  </a:lnTo>
                  <a:lnTo>
                    <a:pt x="1868114" y="3832859"/>
                  </a:lnTo>
                  <a:lnTo>
                    <a:pt x="1868240" y="3832859"/>
                  </a:lnTo>
                  <a:lnTo>
                    <a:pt x="1868366" y="3832859"/>
                  </a:lnTo>
                  <a:lnTo>
                    <a:pt x="1868492" y="3832859"/>
                  </a:lnTo>
                  <a:lnTo>
                    <a:pt x="1868618" y="3832859"/>
                  </a:lnTo>
                  <a:lnTo>
                    <a:pt x="1868744" y="3832859"/>
                  </a:lnTo>
                  <a:lnTo>
                    <a:pt x="1868870" y="3832859"/>
                  </a:lnTo>
                  <a:lnTo>
                    <a:pt x="1868996" y="3832859"/>
                  </a:lnTo>
                  <a:lnTo>
                    <a:pt x="1869122" y="3832859"/>
                  </a:lnTo>
                  <a:lnTo>
                    <a:pt x="1869248" y="3832859"/>
                  </a:lnTo>
                  <a:lnTo>
                    <a:pt x="1869375" y="3832859"/>
                  </a:lnTo>
                  <a:lnTo>
                    <a:pt x="1869501" y="3832859"/>
                  </a:lnTo>
                  <a:lnTo>
                    <a:pt x="1869627" y="3832859"/>
                  </a:lnTo>
                  <a:lnTo>
                    <a:pt x="1869753" y="3832859"/>
                  </a:lnTo>
                  <a:lnTo>
                    <a:pt x="1869879" y="3832859"/>
                  </a:lnTo>
                  <a:lnTo>
                    <a:pt x="1870005" y="3832859"/>
                  </a:lnTo>
                  <a:lnTo>
                    <a:pt x="1870131" y="3832859"/>
                  </a:lnTo>
                  <a:lnTo>
                    <a:pt x="1870257" y="3832859"/>
                  </a:lnTo>
                  <a:lnTo>
                    <a:pt x="1870383" y="3832859"/>
                  </a:lnTo>
                  <a:lnTo>
                    <a:pt x="1870509" y="3832859"/>
                  </a:lnTo>
                  <a:lnTo>
                    <a:pt x="1870635" y="3832859"/>
                  </a:lnTo>
                  <a:lnTo>
                    <a:pt x="1870761" y="3832859"/>
                  </a:lnTo>
                  <a:lnTo>
                    <a:pt x="1870888" y="3832859"/>
                  </a:lnTo>
                  <a:lnTo>
                    <a:pt x="1871014" y="3832859"/>
                  </a:lnTo>
                  <a:lnTo>
                    <a:pt x="1871140" y="3832859"/>
                  </a:lnTo>
                  <a:lnTo>
                    <a:pt x="1871266" y="3832859"/>
                  </a:lnTo>
                  <a:lnTo>
                    <a:pt x="1871392" y="3832859"/>
                  </a:lnTo>
                  <a:lnTo>
                    <a:pt x="1871518" y="3832859"/>
                  </a:lnTo>
                  <a:lnTo>
                    <a:pt x="1871644" y="3832859"/>
                  </a:lnTo>
                  <a:lnTo>
                    <a:pt x="1871770" y="3832859"/>
                  </a:lnTo>
                  <a:lnTo>
                    <a:pt x="1871896" y="3832859"/>
                  </a:lnTo>
                  <a:lnTo>
                    <a:pt x="1872022" y="3832859"/>
                  </a:lnTo>
                  <a:lnTo>
                    <a:pt x="1872148" y="3832859"/>
                  </a:lnTo>
                  <a:lnTo>
                    <a:pt x="1872275" y="3832859"/>
                  </a:lnTo>
                  <a:lnTo>
                    <a:pt x="1872401" y="3832859"/>
                  </a:lnTo>
                  <a:lnTo>
                    <a:pt x="1872527" y="3832859"/>
                  </a:lnTo>
                  <a:lnTo>
                    <a:pt x="1872653" y="3832859"/>
                  </a:lnTo>
                  <a:lnTo>
                    <a:pt x="1872779" y="3832859"/>
                  </a:lnTo>
                  <a:lnTo>
                    <a:pt x="1872905" y="3832859"/>
                  </a:lnTo>
                  <a:lnTo>
                    <a:pt x="1873031" y="3832859"/>
                  </a:lnTo>
                  <a:lnTo>
                    <a:pt x="1873157" y="3832859"/>
                  </a:lnTo>
                  <a:lnTo>
                    <a:pt x="1873283" y="3832859"/>
                  </a:lnTo>
                  <a:lnTo>
                    <a:pt x="1873409" y="3832859"/>
                  </a:lnTo>
                  <a:lnTo>
                    <a:pt x="1873535" y="3832859"/>
                  </a:lnTo>
                  <a:lnTo>
                    <a:pt x="1873661" y="3832859"/>
                  </a:lnTo>
                  <a:lnTo>
                    <a:pt x="1873788" y="3832859"/>
                  </a:lnTo>
                  <a:lnTo>
                    <a:pt x="1873914" y="3832859"/>
                  </a:lnTo>
                  <a:lnTo>
                    <a:pt x="1874040" y="3832859"/>
                  </a:lnTo>
                  <a:lnTo>
                    <a:pt x="1874166" y="3832859"/>
                  </a:lnTo>
                  <a:lnTo>
                    <a:pt x="1874292" y="3832859"/>
                  </a:lnTo>
                  <a:lnTo>
                    <a:pt x="1874418" y="3832859"/>
                  </a:lnTo>
                  <a:lnTo>
                    <a:pt x="1874544" y="3832859"/>
                  </a:lnTo>
                  <a:lnTo>
                    <a:pt x="1874544" y="3827580"/>
                  </a:lnTo>
                  <a:lnTo>
                    <a:pt x="1874670" y="3827580"/>
                  </a:lnTo>
                  <a:lnTo>
                    <a:pt x="1874670" y="3822301"/>
                  </a:lnTo>
                  <a:lnTo>
                    <a:pt x="1874796" y="3822301"/>
                  </a:lnTo>
                  <a:lnTo>
                    <a:pt x="1874922" y="3822301"/>
                  </a:lnTo>
                  <a:lnTo>
                    <a:pt x="1875048" y="3822301"/>
                  </a:lnTo>
                  <a:lnTo>
                    <a:pt x="1875175" y="3822301"/>
                  </a:lnTo>
                  <a:lnTo>
                    <a:pt x="1875301" y="3822301"/>
                  </a:lnTo>
                  <a:lnTo>
                    <a:pt x="1875427" y="3822301"/>
                  </a:lnTo>
                  <a:lnTo>
                    <a:pt x="1875553" y="3822301"/>
                  </a:lnTo>
                  <a:lnTo>
                    <a:pt x="1875679" y="3822301"/>
                  </a:lnTo>
                  <a:lnTo>
                    <a:pt x="1875805" y="3822301"/>
                  </a:lnTo>
                  <a:lnTo>
                    <a:pt x="1875931" y="3822301"/>
                  </a:lnTo>
                  <a:lnTo>
                    <a:pt x="1876057" y="3822301"/>
                  </a:lnTo>
                  <a:lnTo>
                    <a:pt x="1876183" y="3822301"/>
                  </a:lnTo>
                  <a:lnTo>
                    <a:pt x="1876309" y="3822301"/>
                  </a:lnTo>
                  <a:lnTo>
                    <a:pt x="1876435" y="3822301"/>
                  </a:lnTo>
                  <a:lnTo>
                    <a:pt x="1876562" y="3822301"/>
                  </a:lnTo>
                  <a:lnTo>
                    <a:pt x="1876688" y="3822301"/>
                  </a:lnTo>
                  <a:lnTo>
                    <a:pt x="1876814" y="3822301"/>
                  </a:lnTo>
                  <a:lnTo>
                    <a:pt x="1876940" y="3822301"/>
                  </a:lnTo>
                  <a:lnTo>
                    <a:pt x="1877066" y="3822301"/>
                  </a:lnTo>
                  <a:lnTo>
                    <a:pt x="1877192" y="3822301"/>
                  </a:lnTo>
                  <a:lnTo>
                    <a:pt x="1877318" y="3822301"/>
                  </a:lnTo>
                  <a:lnTo>
                    <a:pt x="1877444" y="3822301"/>
                  </a:lnTo>
                  <a:lnTo>
                    <a:pt x="1877570" y="3822301"/>
                  </a:lnTo>
                  <a:lnTo>
                    <a:pt x="1877696" y="3822301"/>
                  </a:lnTo>
                  <a:lnTo>
                    <a:pt x="1877822" y="3822301"/>
                  </a:lnTo>
                  <a:lnTo>
                    <a:pt x="1877948" y="3822301"/>
                  </a:lnTo>
                  <a:lnTo>
                    <a:pt x="1878075" y="3822301"/>
                  </a:lnTo>
                  <a:lnTo>
                    <a:pt x="1878201" y="3822301"/>
                  </a:lnTo>
                  <a:lnTo>
                    <a:pt x="1878327" y="3822301"/>
                  </a:lnTo>
                  <a:lnTo>
                    <a:pt x="1878453" y="3822301"/>
                  </a:lnTo>
                  <a:lnTo>
                    <a:pt x="1878579" y="3822301"/>
                  </a:lnTo>
                  <a:lnTo>
                    <a:pt x="1878705" y="3822301"/>
                  </a:lnTo>
                  <a:lnTo>
                    <a:pt x="1878831" y="3822301"/>
                  </a:lnTo>
                  <a:lnTo>
                    <a:pt x="1878957" y="3822301"/>
                  </a:lnTo>
                  <a:lnTo>
                    <a:pt x="1879083" y="3822301"/>
                  </a:lnTo>
                  <a:lnTo>
                    <a:pt x="1879209" y="3822301"/>
                  </a:lnTo>
                  <a:lnTo>
                    <a:pt x="1879335" y="3822301"/>
                  </a:lnTo>
                  <a:lnTo>
                    <a:pt x="1879462" y="3822301"/>
                  </a:lnTo>
                  <a:lnTo>
                    <a:pt x="1879588" y="3822301"/>
                  </a:lnTo>
                  <a:lnTo>
                    <a:pt x="1879714" y="3822301"/>
                  </a:lnTo>
                  <a:lnTo>
                    <a:pt x="1879714" y="3817021"/>
                  </a:lnTo>
                  <a:lnTo>
                    <a:pt x="1879840" y="3817021"/>
                  </a:lnTo>
                  <a:lnTo>
                    <a:pt x="1879966" y="3817021"/>
                  </a:lnTo>
                  <a:lnTo>
                    <a:pt x="1880092" y="3817021"/>
                  </a:lnTo>
                  <a:lnTo>
                    <a:pt x="1880218" y="3817021"/>
                  </a:lnTo>
                  <a:lnTo>
                    <a:pt x="1880344" y="3817021"/>
                  </a:lnTo>
                  <a:lnTo>
                    <a:pt x="1880470" y="3817021"/>
                  </a:lnTo>
                  <a:lnTo>
                    <a:pt x="1880596" y="3817021"/>
                  </a:lnTo>
                  <a:lnTo>
                    <a:pt x="1880722" y="3817021"/>
                  </a:lnTo>
                  <a:lnTo>
                    <a:pt x="1880848" y="3817021"/>
                  </a:lnTo>
                  <a:lnTo>
                    <a:pt x="1880975" y="3817021"/>
                  </a:lnTo>
                  <a:lnTo>
                    <a:pt x="1881101" y="3817021"/>
                  </a:lnTo>
                  <a:lnTo>
                    <a:pt x="1881227" y="3817021"/>
                  </a:lnTo>
                  <a:lnTo>
                    <a:pt x="1881353" y="3817021"/>
                  </a:lnTo>
                  <a:lnTo>
                    <a:pt x="1881479" y="3817021"/>
                  </a:lnTo>
                  <a:lnTo>
                    <a:pt x="1881605" y="3817021"/>
                  </a:lnTo>
                  <a:lnTo>
                    <a:pt x="1881731" y="3817021"/>
                  </a:lnTo>
                  <a:lnTo>
                    <a:pt x="1881857" y="3817021"/>
                  </a:lnTo>
                  <a:lnTo>
                    <a:pt x="1881983" y="3817021"/>
                  </a:lnTo>
                  <a:lnTo>
                    <a:pt x="1882109" y="3817021"/>
                  </a:lnTo>
                  <a:lnTo>
                    <a:pt x="1882235" y="3817021"/>
                  </a:lnTo>
                  <a:lnTo>
                    <a:pt x="1882362" y="3817021"/>
                  </a:lnTo>
                  <a:lnTo>
                    <a:pt x="1882362" y="3811742"/>
                  </a:lnTo>
                  <a:lnTo>
                    <a:pt x="1882488" y="3811742"/>
                  </a:lnTo>
                  <a:lnTo>
                    <a:pt x="1882614" y="3811742"/>
                  </a:lnTo>
                  <a:lnTo>
                    <a:pt x="1882740" y="3811742"/>
                  </a:lnTo>
                  <a:lnTo>
                    <a:pt x="1882866" y="3811742"/>
                  </a:lnTo>
                  <a:lnTo>
                    <a:pt x="1882992" y="3811742"/>
                  </a:lnTo>
                  <a:lnTo>
                    <a:pt x="1883118" y="3811742"/>
                  </a:lnTo>
                  <a:lnTo>
                    <a:pt x="1883244" y="3811742"/>
                  </a:lnTo>
                  <a:lnTo>
                    <a:pt x="1883244" y="3806462"/>
                  </a:lnTo>
                  <a:lnTo>
                    <a:pt x="1883370" y="3806462"/>
                  </a:lnTo>
                  <a:lnTo>
                    <a:pt x="1883496" y="3806462"/>
                  </a:lnTo>
                  <a:lnTo>
                    <a:pt x="1883622" y="3806462"/>
                  </a:lnTo>
                  <a:lnTo>
                    <a:pt x="1883749" y="3806462"/>
                  </a:lnTo>
                  <a:lnTo>
                    <a:pt x="1883875" y="3806462"/>
                  </a:lnTo>
                  <a:lnTo>
                    <a:pt x="1884001" y="3806462"/>
                  </a:lnTo>
                  <a:lnTo>
                    <a:pt x="1884127" y="3806462"/>
                  </a:lnTo>
                  <a:lnTo>
                    <a:pt x="1884253" y="3806462"/>
                  </a:lnTo>
                  <a:lnTo>
                    <a:pt x="1884379" y="3806462"/>
                  </a:lnTo>
                  <a:lnTo>
                    <a:pt x="1884505" y="3806462"/>
                  </a:lnTo>
                  <a:lnTo>
                    <a:pt x="1884631" y="3806462"/>
                  </a:lnTo>
                  <a:lnTo>
                    <a:pt x="1884757" y="3806462"/>
                  </a:lnTo>
                  <a:lnTo>
                    <a:pt x="1884883" y="3806462"/>
                  </a:lnTo>
                  <a:lnTo>
                    <a:pt x="1885009" y="3806462"/>
                  </a:lnTo>
                  <a:lnTo>
                    <a:pt x="1885135" y="3806462"/>
                  </a:lnTo>
                  <a:lnTo>
                    <a:pt x="1885262" y="3806462"/>
                  </a:lnTo>
                  <a:lnTo>
                    <a:pt x="1885388" y="3806462"/>
                  </a:lnTo>
                  <a:lnTo>
                    <a:pt x="1885514" y="3806462"/>
                  </a:lnTo>
                  <a:lnTo>
                    <a:pt x="1885640" y="3806462"/>
                  </a:lnTo>
                  <a:lnTo>
                    <a:pt x="1885766" y="3806462"/>
                  </a:lnTo>
                  <a:lnTo>
                    <a:pt x="1885892" y="3806462"/>
                  </a:lnTo>
                  <a:lnTo>
                    <a:pt x="1886018" y="3806462"/>
                  </a:lnTo>
                  <a:lnTo>
                    <a:pt x="1886144" y="3806462"/>
                  </a:lnTo>
                  <a:lnTo>
                    <a:pt x="1886270" y="3806462"/>
                  </a:lnTo>
                  <a:lnTo>
                    <a:pt x="1886396" y="3806462"/>
                  </a:lnTo>
                  <a:lnTo>
                    <a:pt x="1886522" y="3806462"/>
                  </a:lnTo>
                  <a:lnTo>
                    <a:pt x="1886649" y="3806462"/>
                  </a:lnTo>
                  <a:lnTo>
                    <a:pt x="1886775" y="3806462"/>
                  </a:lnTo>
                  <a:lnTo>
                    <a:pt x="1886901" y="3806462"/>
                  </a:lnTo>
                  <a:lnTo>
                    <a:pt x="1887027" y="3806462"/>
                  </a:lnTo>
                  <a:lnTo>
                    <a:pt x="1887153" y="3806462"/>
                  </a:lnTo>
                  <a:lnTo>
                    <a:pt x="1887279" y="3806462"/>
                  </a:lnTo>
                  <a:lnTo>
                    <a:pt x="1887405" y="3806462"/>
                  </a:lnTo>
                  <a:lnTo>
                    <a:pt x="1887531" y="3806462"/>
                  </a:lnTo>
                  <a:lnTo>
                    <a:pt x="1887657" y="3806462"/>
                  </a:lnTo>
                  <a:lnTo>
                    <a:pt x="1887783" y="3806462"/>
                  </a:lnTo>
                  <a:lnTo>
                    <a:pt x="1887909" y="3806462"/>
                  </a:lnTo>
                  <a:lnTo>
                    <a:pt x="1888035" y="3806462"/>
                  </a:lnTo>
                  <a:lnTo>
                    <a:pt x="1888162" y="3806462"/>
                  </a:lnTo>
                  <a:lnTo>
                    <a:pt x="1888288" y="3806462"/>
                  </a:lnTo>
                  <a:lnTo>
                    <a:pt x="1888414" y="3806462"/>
                  </a:lnTo>
                  <a:lnTo>
                    <a:pt x="1888540" y="3806462"/>
                  </a:lnTo>
                  <a:lnTo>
                    <a:pt x="1888666" y="3806462"/>
                  </a:lnTo>
                  <a:lnTo>
                    <a:pt x="1888792" y="3806462"/>
                  </a:lnTo>
                  <a:lnTo>
                    <a:pt x="1888918" y="3806462"/>
                  </a:lnTo>
                  <a:lnTo>
                    <a:pt x="1889044" y="3806462"/>
                  </a:lnTo>
                  <a:lnTo>
                    <a:pt x="1889170" y="3806462"/>
                  </a:lnTo>
                  <a:lnTo>
                    <a:pt x="1889296" y="3806462"/>
                  </a:lnTo>
                  <a:lnTo>
                    <a:pt x="1889422" y="3806462"/>
                  </a:lnTo>
                  <a:lnTo>
                    <a:pt x="1889549" y="3806462"/>
                  </a:lnTo>
                  <a:lnTo>
                    <a:pt x="1889675" y="3806462"/>
                  </a:lnTo>
                  <a:lnTo>
                    <a:pt x="1889675" y="3801183"/>
                  </a:lnTo>
                  <a:lnTo>
                    <a:pt x="1889801" y="3801183"/>
                  </a:lnTo>
                  <a:lnTo>
                    <a:pt x="1889927" y="3801183"/>
                  </a:lnTo>
                  <a:lnTo>
                    <a:pt x="1890053" y="3801183"/>
                  </a:lnTo>
                  <a:lnTo>
                    <a:pt x="1890179" y="3801183"/>
                  </a:lnTo>
                  <a:lnTo>
                    <a:pt x="1890305" y="3801183"/>
                  </a:lnTo>
                  <a:lnTo>
                    <a:pt x="1890431" y="3801183"/>
                  </a:lnTo>
                  <a:lnTo>
                    <a:pt x="1890557" y="3801183"/>
                  </a:lnTo>
                  <a:lnTo>
                    <a:pt x="1890683" y="3801183"/>
                  </a:lnTo>
                  <a:lnTo>
                    <a:pt x="1890809" y="3801183"/>
                  </a:lnTo>
                  <a:lnTo>
                    <a:pt x="1890935" y="3801183"/>
                  </a:lnTo>
                  <a:lnTo>
                    <a:pt x="1891062" y="3801183"/>
                  </a:lnTo>
                  <a:lnTo>
                    <a:pt x="1891188" y="3801183"/>
                  </a:lnTo>
                  <a:lnTo>
                    <a:pt x="1891314" y="3801183"/>
                  </a:lnTo>
                  <a:lnTo>
                    <a:pt x="1891440" y="3801183"/>
                  </a:lnTo>
                  <a:lnTo>
                    <a:pt x="1891566" y="3801183"/>
                  </a:lnTo>
                  <a:lnTo>
                    <a:pt x="1891692" y="3801183"/>
                  </a:lnTo>
                  <a:lnTo>
                    <a:pt x="1891818" y="3801183"/>
                  </a:lnTo>
                  <a:lnTo>
                    <a:pt x="1891944" y="3801183"/>
                  </a:lnTo>
                  <a:lnTo>
                    <a:pt x="1892070" y="3801183"/>
                  </a:lnTo>
                  <a:lnTo>
                    <a:pt x="1892196" y="3801183"/>
                  </a:lnTo>
                  <a:lnTo>
                    <a:pt x="1892322" y="3801183"/>
                  </a:lnTo>
                  <a:lnTo>
                    <a:pt x="1892449" y="3801183"/>
                  </a:lnTo>
                  <a:lnTo>
                    <a:pt x="1892575" y="3801183"/>
                  </a:lnTo>
                  <a:lnTo>
                    <a:pt x="1892701" y="3801183"/>
                  </a:lnTo>
                  <a:lnTo>
                    <a:pt x="1892827" y="3801183"/>
                  </a:lnTo>
                  <a:lnTo>
                    <a:pt x="1892953" y="3801183"/>
                  </a:lnTo>
                  <a:lnTo>
                    <a:pt x="1893079" y="3801183"/>
                  </a:lnTo>
                  <a:lnTo>
                    <a:pt x="1893205" y="3801183"/>
                  </a:lnTo>
                  <a:lnTo>
                    <a:pt x="1893331" y="3801183"/>
                  </a:lnTo>
                  <a:lnTo>
                    <a:pt x="1893457" y="3801183"/>
                  </a:lnTo>
                  <a:lnTo>
                    <a:pt x="1893583" y="3801183"/>
                  </a:lnTo>
                  <a:lnTo>
                    <a:pt x="1893709" y="3801183"/>
                  </a:lnTo>
                  <a:lnTo>
                    <a:pt x="1893836" y="3801183"/>
                  </a:lnTo>
                  <a:lnTo>
                    <a:pt x="1893962" y="3801183"/>
                  </a:lnTo>
                  <a:lnTo>
                    <a:pt x="1894088" y="3801183"/>
                  </a:lnTo>
                  <a:lnTo>
                    <a:pt x="1894214" y="3801183"/>
                  </a:lnTo>
                  <a:lnTo>
                    <a:pt x="1894340" y="3801183"/>
                  </a:lnTo>
                  <a:lnTo>
                    <a:pt x="1894466" y="3801183"/>
                  </a:lnTo>
                  <a:lnTo>
                    <a:pt x="1894592" y="3801183"/>
                  </a:lnTo>
                  <a:lnTo>
                    <a:pt x="1894718" y="3801183"/>
                  </a:lnTo>
                  <a:lnTo>
                    <a:pt x="1894844" y="3801183"/>
                  </a:lnTo>
                  <a:lnTo>
                    <a:pt x="1894970" y="3801183"/>
                  </a:lnTo>
                  <a:lnTo>
                    <a:pt x="1895096" y="3801183"/>
                  </a:lnTo>
                  <a:lnTo>
                    <a:pt x="1895222" y="3801183"/>
                  </a:lnTo>
                  <a:lnTo>
                    <a:pt x="1895349" y="3801183"/>
                  </a:lnTo>
                  <a:lnTo>
                    <a:pt x="1895475" y="3801183"/>
                  </a:lnTo>
                  <a:lnTo>
                    <a:pt x="1895601" y="3801183"/>
                  </a:lnTo>
                  <a:lnTo>
                    <a:pt x="1895727" y="3801183"/>
                  </a:lnTo>
                  <a:lnTo>
                    <a:pt x="1895853" y="3801183"/>
                  </a:lnTo>
                  <a:lnTo>
                    <a:pt x="1895979" y="3801183"/>
                  </a:lnTo>
                  <a:lnTo>
                    <a:pt x="1896105" y="3801183"/>
                  </a:lnTo>
                  <a:lnTo>
                    <a:pt x="1896231" y="3801183"/>
                  </a:lnTo>
                  <a:lnTo>
                    <a:pt x="1896357" y="3801183"/>
                  </a:lnTo>
                  <a:lnTo>
                    <a:pt x="1896483" y="3801183"/>
                  </a:lnTo>
                  <a:lnTo>
                    <a:pt x="1896609" y="3801183"/>
                  </a:lnTo>
                  <a:lnTo>
                    <a:pt x="1896736" y="3801183"/>
                  </a:lnTo>
                  <a:lnTo>
                    <a:pt x="1896862" y="3801183"/>
                  </a:lnTo>
                  <a:lnTo>
                    <a:pt x="1896988" y="3801183"/>
                  </a:lnTo>
                  <a:lnTo>
                    <a:pt x="1897114" y="3801183"/>
                  </a:lnTo>
                  <a:lnTo>
                    <a:pt x="1897240" y="3801183"/>
                  </a:lnTo>
                  <a:lnTo>
                    <a:pt x="1897366" y="3801183"/>
                  </a:lnTo>
                  <a:lnTo>
                    <a:pt x="1897492" y="3801183"/>
                  </a:lnTo>
                  <a:lnTo>
                    <a:pt x="1897618" y="3801183"/>
                  </a:lnTo>
                  <a:lnTo>
                    <a:pt x="1897744" y="3801183"/>
                  </a:lnTo>
                  <a:lnTo>
                    <a:pt x="1897870" y="3801183"/>
                  </a:lnTo>
                  <a:lnTo>
                    <a:pt x="1897996" y="3801183"/>
                  </a:lnTo>
                  <a:lnTo>
                    <a:pt x="1898122" y="3801183"/>
                  </a:lnTo>
                  <a:lnTo>
                    <a:pt x="1898249" y="3801183"/>
                  </a:lnTo>
                  <a:lnTo>
                    <a:pt x="1898375" y="3801183"/>
                  </a:lnTo>
                  <a:lnTo>
                    <a:pt x="1898501" y="3801183"/>
                  </a:lnTo>
                  <a:lnTo>
                    <a:pt x="1898627" y="3801183"/>
                  </a:lnTo>
                  <a:lnTo>
                    <a:pt x="1898753" y="3801183"/>
                  </a:lnTo>
                  <a:lnTo>
                    <a:pt x="1898879" y="3801183"/>
                  </a:lnTo>
                  <a:lnTo>
                    <a:pt x="1899005" y="3801183"/>
                  </a:lnTo>
                  <a:lnTo>
                    <a:pt x="1899131" y="3801183"/>
                  </a:lnTo>
                  <a:lnTo>
                    <a:pt x="1899257" y="3801183"/>
                  </a:lnTo>
                  <a:lnTo>
                    <a:pt x="1899257" y="3795903"/>
                  </a:lnTo>
                  <a:lnTo>
                    <a:pt x="1899383" y="3795903"/>
                  </a:lnTo>
                  <a:lnTo>
                    <a:pt x="1899509" y="3795903"/>
                  </a:lnTo>
                  <a:lnTo>
                    <a:pt x="1899636" y="3795903"/>
                  </a:lnTo>
                  <a:lnTo>
                    <a:pt x="1899762" y="3795903"/>
                  </a:lnTo>
                  <a:lnTo>
                    <a:pt x="1899888" y="3795903"/>
                  </a:lnTo>
                  <a:lnTo>
                    <a:pt x="1900014" y="3795903"/>
                  </a:lnTo>
                  <a:lnTo>
                    <a:pt x="1900140" y="3795903"/>
                  </a:lnTo>
                  <a:lnTo>
                    <a:pt x="1900266" y="3795903"/>
                  </a:lnTo>
                  <a:lnTo>
                    <a:pt x="1900392" y="3795903"/>
                  </a:lnTo>
                  <a:lnTo>
                    <a:pt x="1900518" y="3795903"/>
                  </a:lnTo>
                  <a:lnTo>
                    <a:pt x="1900644" y="3795903"/>
                  </a:lnTo>
                  <a:lnTo>
                    <a:pt x="1900770" y="3795903"/>
                  </a:lnTo>
                  <a:lnTo>
                    <a:pt x="1900896" y="3795903"/>
                  </a:lnTo>
                  <a:lnTo>
                    <a:pt x="1901023" y="3795903"/>
                  </a:lnTo>
                  <a:lnTo>
                    <a:pt x="1901149" y="3795903"/>
                  </a:lnTo>
                  <a:lnTo>
                    <a:pt x="1901275" y="3795903"/>
                  </a:lnTo>
                  <a:lnTo>
                    <a:pt x="1901401" y="3795903"/>
                  </a:lnTo>
                  <a:lnTo>
                    <a:pt x="1901527" y="3795903"/>
                  </a:lnTo>
                  <a:lnTo>
                    <a:pt x="1901653" y="3795903"/>
                  </a:lnTo>
                  <a:lnTo>
                    <a:pt x="1901779" y="3795903"/>
                  </a:lnTo>
                  <a:lnTo>
                    <a:pt x="1901905" y="3795903"/>
                  </a:lnTo>
                  <a:lnTo>
                    <a:pt x="1901905" y="3790624"/>
                  </a:lnTo>
                  <a:lnTo>
                    <a:pt x="1902031" y="3790624"/>
                  </a:lnTo>
                  <a:lnTo>
                    <a:pt x="1902157" y="3790624"/>
                  </a:lnTo>
                  <a:lnTo>
                    <a:pt x="1902283" y="3790624"/>
                  </a:lnTo>
                  <a:lnTo>
                    <a:pt x="1902409" y="3790624"/>
                  </a:lnTo>
                  <a:lnTo>
                    <a:pt x="1902536" y="3790624"/>
                  </a:lnTo>
                  <a:lnTo>
                    <a:pt x="1902662" y="3790624"/>
                  </a:lnTo>
                  <a:lnTo>
                    <a:pt x="1902788" y="3790624"/>
                  </a:lnTo>
                  <a:lnTo>
                    <a:pt x="1902914" y="3790624"/>
                  </a:lnTo>
                  <a:lnTo>
                    <a:pt x="1903040" y="3790624"/>
                  </a:lnTo>
                  <a:lnTo>
                    <a:pt x="1903166" y="3790624"/>
                  </a:lnTo>
                  <a:lnTo>
                    <a:pt x="1903292" y="3790624"/>
                  </a:lnTo>
                  <a:lnTo>
                    <a:pt x="1903418" y="3790624"/>
                  </a:lnTo>
                  <a:lnTo>
                    <a:pt x="1903544" y="3790624"/>
                  </a:lnTo>
                  <a:lnTo>
                    <a:pt x="1903670" y="3790624"/>
                  </a:lnTo>
                  <a:lnTo>
                    <a:pt x="1903796" y="3790624"/>
                  </a:lnTo>
                  <a:lnTo>
                    <a:pt x="1903923" y="3790624"/>
                  </a:lnTo>
                  <a:lnTo>
                    <a:pt x="1904049" y="3790624"/>
                  </a:lnTo>
                  <a:lnTo>
                    <a:pt x="1904175" y="3790624"/>
                  </a:lnTo>
                  <a:lnTo>
                    <a:pt x="1904301" y="3790624"/>
                  </a:lnTo>
                  <a:lnTo>
                    <a:pt x="1904427" y="3790624"/>
                  </a:lnTo>
                  <a:lnTo>
                    <a:pt x="1904553" y="3790624"/>
                  </a:lnTo>
                  <a:lnTo>
                    <a:pt x="1904679" y="3790624"/>
                  </a:lnTo>
                  <a:lnTo>
                    <a:pt x="1904805" y="3790624"/>
                  </a:lnTo>
                  <a:lnTo>
                    <a:pt x="1904931" y="3790624"/>
                  </a:lnTo>
                  <a:lnTo>
                    <a:pt x="1905057" y="3790624"/>
                  </a:lnTo>
                  <a:lnTo>
                    <a:pt x="1905183" y="3790624"/>
                  </a:lnTo>
                  <a:lnTo>
                    <a:pt x="1905309" y="3790624"/>
                  </a:lnTo>
                  <a:lnTo>
                    <a:pt x="1905436" y="3790624"/>
                  </a:lnTo>
                  <a:lnTo>
                    <a:pt x="1905562" y="3790624"/>
                  </a:lnTo>
                  <a:lnTo>
                    <a:pt x="1905688" y="3790624"/>
                  </a:lnTo>
                  <a:lnTo>
                    <a:pt x="1905814" y="3790624"/>
                  </a:lnTo>
                  <a:lnTo>
                    <a:pt x="1905940" y="3790624"/>
                  </a:lnTo>
                  <a:lnTo>
                    <a:pt x="1906066" y="3790624"/>
                  </a:lnTo>
                  <a:lnTo>
                    <a:pt x="1906192" y="3790624"/>
                  </a:lnTo>
                  <a:lnTo>
                    <a:pt x="1906318" y="3790624"/>
                  </a:lnTo>
                  <a:lnTo>
                    <a:pt x="1906444" y="3790624"/>
                  </a:lnTo>
                  <a:lnTo>
                    <a:pt x="1906570" y="3790624"/>
                  </a:lnTo>
                  <a:lnTo>
                    <a:pt x="1906696" y="3790624"/>
                  </a:lnTo>
                  <a:lnTo>
                    <a:pt x="1906823" y="3790624"/>
                  </a:lnTo>
                  <a:lnTo>
                    <a:pt x="1906949" y="3790624"/>
                  </a:lnTo>
                  <a:lnTo>
                    <a:pt x="1907075" y="3790624"/>
                  </a:lnTo>
                  <a:lnTo>
                    <a:pt x="1907201" y="3790624"/>
                  </a:lnTo>
                  <a:lnTo>
                    <a:pt x="1907327" y="3790624"/>
                  </a:lnTo>
                  <a:lnTo>
                    <a:pt x="1907453" y="3790624"/>
                  </a:lnTo>
                  <a:lnTo>
                    <a:pt x="1907579" y="3790624"/>
                  </a:lnTo>
                  <a:lnTo>
                    <a:pt x="1907705" y="3790624"/>
                  </a:lnTo>
                  <a:lnTo>
                    <a:pt x="1907831" y="3790624"/>
                  </a:lnTo>
                  <a:lnTo>
                    <a:pt x="1907957" y="3790624"/>
                  </a:lnTo>
                  <a:lnTo>
                    <a:pt x="1908083" y="3790624"/>
                  </a:lnTo>
                  <a:lnTo>
                    <a:pt x="1908209" y="3790624"/>
                  </a:lnTo>
                  <a:lnTo>
                    <a:pt x="1908336" y="3790624"/>
                  </a:lnTo>
                  <a:lnTo>
                    <a:pt x="1908462" y="3790624"/>
                  </a:lnTo>
                  <a:lnTo>
                    <a:pt x="1908588" y="3790624"/>
                  </a:lnTo>
                  <a:lnTo>
                    <a:pt x="1908714" y="3790624"/>
                  </a:lnTo>
                  <a:lnTo>
                    <a:pt x="1908840" y="3790624"/>
                  </a:lnTo>
                  <a:lnTo>
                    <a:pt x="1908966" y="3790624"/>
                  </a:lnTo>
                  <a:lnTo>
                    <a:pt x="1909092" y="3790624"/>
                  </a:lnTo>
                  <a:lnTo>
                    <a:pt x="1909218" y="3790624"/>
                  </a:lnTo>
                  <a:lnTo>
                    <a:pt x="1909344" y="3790624"/>
                  </a:lnTo>
                  <a:lnTo>
                    <a:pt x="1909470" y="3790624"/>
                  </a:lnTo>
                  <a:lnTo>
                    <a:pt x="1909596" y="3790624"/>
                  </a:lnTo>
                  <a:lnTo>
                    <a:pt x="1909723" y="3790624"/>
                  </a:lnTo>
                  <a:lnTo>
                    <a:pt x="1909849" y="3790624"/>
                  </a:lnTo>
                  <a:lnTo>
                    <a:pt x="1909975" y="3790624"/>
                  </a:lnTo>
                  <a:lnTo>
                    <a:pt x="1910101" y="3790624"/>
                  </a:lnTo>
                  <a:lnTo>
                    <a:pt x="1910227" y="3790624"/>
                  </a:lnTo>
                  <a:lnTo>
                    <a:pt x="1910353" y="3790624"/>
                  </a:lnTo>
                  <a:lnTo>
                    <a:pt x="1910479" y="3790624"/>
                  </a:lnTo>
                  <a:lnTo>
                    <a:pt x="1910605" y="3790624"/>
                  </a:lnTo>
                  <a:lnTo>
                    <a:pt x="1910731" y="3790624"/>
                  </a:lnTo>
                  <a:lnTo>
                    <a:pt x="1910857" y="3790624"/>
                  </a:lnTo>
                  <a:lnTo>
                    <a:pt x="1910983" y="3790624"/>
                  </a:lnTo>
                  <a:lnTo>
                    <a:pt x="1911110" y="3790624"/>
                  </a:lnTo>
                  <a:lnTo>
                    <a:pt x="1911236" y="3790624"/>
                  </a:lnTo>
                  <a:lnTo>
                    <a:pt x="1911362" y="3790624"/>
                  </a:lnTo>
                  <a:lnTo>
                    <a:pt x="1911488" y="3790624"/>
                  </a:lnTo>
                  <a:lnTo>
                    <a:pt x="1911614" y="3790624"/>
                  </a:lnTo>
                  <a:lnTo>
                    <a:pt x="1911740" y="3790624"/>
                  </a:lnTo>
                  <a:lnTo>
                    <a:pt x="1911866" y="3790624"/>
                  </a:lnTo>
                  <a:lnTo>
                    <a:pt x="1911866" y="3785345"/>
                  </a:lnTo>
                  <a:lnTo>
                    <a:pt x="1911992" y="3785345"/>
                  </a:lnTo>
                  <a:lnTo>
                    <a:pt x="1911992" y="3780065"/>
                  </a:lnTo>
                  <a:lnTo>
                    <a:pt x="1911992" y="3774786"/>
                  </a:lnTo>
                  <a:lnTo>
                    <a:pt x="1912118" y="3774786"/>
                  </a:lnTo>
                  <a:lnTo>
                    <a:pt x="1912244" y="3774786"/>
                  </a:lnTo>
                  <a:lnTo>
                    <a:pt x="1912370" y="3774786"/>
                  </a:lnTo>
                  <a:lnTo>
                    <a:pt x="1912496" y="3774786"/>
                  </a:lnTo>
                  <a:lnTo>
                    <a:pt x="1912623" y="3774786"/>
                  </a:lnTo>
                  <a:lnTo>
                    <a:pt x="1912749" y="3774786"/>
                  </a:lnTo>
                  <a:lnTo>
                    <a:pt x="1912875" y="3774786"/>
                  </a:lnTo>
                  <a:lnTo>
                    <a:pt x="1913001" y="3774786"/>
                  </a:lnTo>
                  <a:lnTo>
                    <a:pt x="1913127" y="3774786"/>
                  </a:lnTo>
                  <a:lnTo>
                    <a:pt x="1913253" y="3774786"/>
                  </a:lnTo>
                  <a:lnTo>
                    <a:pt x="1913379" y="3774786"/>
                  </a:lnTo>
                  <a:lnTo>
                    <a:pt x="1913505" y="3774786"/>
                  </a:lnTo>
                  <a:lnTo>
                    <a:pt x="1913631" y="3774786"/>
                  </a:lnTo>
                  <a:lnTo>
                    <a:pt x="1913757" y="3774786"/>
                  </a:lnTo>
                  <a:lnTo>
                    <a:pt x="1913883" y="3774786"/>
                  </a:lnTo>
                  <a:lnTo>
                    <a:pt x="1914010" y="3774786"/>
                  </a:lnTo>
                  <a:lnTo>
                    <a:pt x="1914136" y="3774786"/>
                  </a:lnTo>
                  <a:lnTo>
                    <a:pt x="1914136" y="3769506"/>
                  </a:lnTo>
                  <a:lnTo>
                    <a:pt x="1914262" y="3769506"/>
                  </a:lnTo>
                  <a:lnTo>
                    <a:pt x="1914388" y="3769506"/>
                  </a:lnTo>
                  <a:lnTo>
                    <a:pt x="1914514" y="3769506"/>
                  </a:lnTo>
                  <a:lnTo>
                    <a:pt x="1914640" y="3769506"/>
                  </a:lnTo>
                  <a:lnTo>
                    <a:pt x="1914766" y="3769506"/>
                  </a:lnTo>
                  <a:lnTo>
                    <a:pt x="1914892" y="3769506"/>
                  </a:lnTo>
                  <a:lnTo>
                    <a:pt x="1915018" y="3769506"/>
                  </a:lnTo>
                  <a:lnTo>
                    <a:pt x="1915144" y="3769506"/>
                  </a:lnTo>
                  <a:lnTo>
                    <a:pt x="1915270" y="3769506"/>
                  </a:lnTo>
                  <a:lnTo>
                    <a:pt x="1915396" y="3769506"/>
                  </a:lnTo>
                  <a:lnTo>
                    <a:pt x="1915523" y="3769506"/>
                  </a:lnTo>
                  <a:lnTo>
                    <a:pt x="1915649" y="3769506"/>
                  </a:lnTo>
                  <a:lnTo>
                    <a:pt x="1915775" y="3769506"/>
                  </a:lnTo>
                  <a:lnTo>
                    <a:pt x="1915901" y="3769506"/>
                  </a:lnTo>
                  <a:lnTo>
                    <a:pt x="1916027" y="3769506"/>
                  </a:lnTo>
                  <a:lnTo>
                    <a:pt x="1916153" y="3769506"/>
                  </a:lnTo>
                  <a:lnTo>
                    <a:pt x="1916279" y="3769506"/>
                  </a:lnTo>
                  <a:lnTo>
                    <a:pt x="1916405" y="3769506"/>
                  </a:lnTo>
                  <a:lnTo>
                    <a:pt x="1916531" y="3769506"/>
                  </a:lnTo>
                  <a:lnTo>
                    <a:pt x="1916657" y="3769506"/>
                  </a:lnTo>
                  <a:lnTo>
                    <a:pt x="1916783" y="3769506"/>
                  </a:lnTo>
                  <a:lnTo>
                    <a:pt x="1916910" y="3769506"/>
                  </a:lnTo>
                  <a:lnTo>
                    <a:pt x="1917036" y="3769506"/>
                  </a:lnTo>
                  <a:lnTo>
                    <a:pt x="1917162" y="3769506"/>
                  </a:lnTo>
                  <a:lnTo>
                    <a:pt x="1917288" y="3769506"/>
                  </a:lnTo>
                  <a:lnTo>
                    <a:pt x="1917414" y="3769506"/>
                  </a:lnTo>
                  <a:lnTo>
                    <a:pt x="1917540" y="3769506"/>
                  </a:lnTo>
                  <a:lnTo>
                    <a:pt x="1917666" y="3769506"/>
                  </a:lnTo>
                  <a:lnTo>
                    <a:pt x="1917792" y="3769506"/>
                  </a:lnTo>
                  <a:lnTo>
                    <a:pt x="1917918" y="3769506"/>
                  </a:lnTo>
                  <a:lnTo>
                    <a:pt x="1918044" y="3769506"/>
                  </a:lnTo>
                  <a:lnTo>
                    <a:pt x="1918170" y="3769506"/>
                  </a:lnTo>
                  <a:lnTo>
                    <a:pt x="1918297" y="3769506"/>
                  </a:lnTo>
                  <a:lnTo>
                    <a:pt x="1918423" y="3769506"/>
                  </a:lnTo>
                  <a:lnTo>
                    <a:pt x="1918549" y="3769506"/>
                  </a:lnTo>
                  <a:lnTo>
                    <a:pt x="1918675" y="3769506"/>
                  </a:lnTo>
                  <a:lnTo>
                    <a:pt x="1918801" y="3769506"/>
                  </a:lnTo>
                  <a:lnTo>
                    <a:pt x="1918927" y="3769506"/>
                  </a:lnTo>
                  <a:lnTo>
                    <a:pt x="1919053" y="3769506"/>
                  </a:lnTo>
                  <a:lnTo>
                    <a:pt x="1919179" y="3769506"/>
                  </a:lnTo>
                  <a:lnTo>
                    <a:pt x="1919179" y="3764227"/>
                  </a:lnTo>
                  <a:lnTo>
                    <a:pt x="1919305" y="3764227"/>
                  </a:lnTo>
                  <a:lnTo>
                    <a:pt x="1919431" y="3764227"/>
                  </a:lnTo>
                  <a:lnTo>
                    <a:pt x="1919557" y="3764227"/>
                  </a:lnTo>
                  <a:lnTo>
                    <a:pt x="1919683" y="3764227"/>
                  </a:lnTo>
                  <a:lnTo>
                    <a:pt x="1919810" y="3764227"/>
                  </a:lnTo>
                  <a:lnTo>
                    <a:pt x="1919936" y="3764227"/>
                  </a:lnTo>
                  <a:lnTo>
                    <a:pt x="1920062" y="3764227"/>
                  </a:lnTo>
                  <a:lnTo>
                    <a:pt x="1920188" y="3764227"/>
                  </a:lnTo>
                  <a:lnTo>
                    <a:pt x="1920314" y="3764227"/>
                  </a:lnTo>
                  <a:lnTo>
                    <a:pt x="1920440" y="3764227"/>
                  </a:lnTo>
                  <a:lnTo>
                    <a:pt x="1920566" y="3764227"/>
                  </a:lnTo>
                  <a:lnTo>
                    <a:pt x="1920566" y="3758947"/>
                  </a:lnTo>
                  <a:lnTo>
                    <a:pt x="1920692" y="3758947"/>
                  </a:lnTo>
                  <a:lnTo>
                    <a:pt x="1920818" y="3758947"/>
                  </a:lnTo>
                  <a:lnTo>
                    <a:pt x="1920944" y="3758947"/>
                  </a:lnTo>
                  <a:lnTo>
                    <a:pt x="1921070" y="3758947"/>
                  </a:lnTo>
                  <a:lnTo>
                    <a:pt x="1921197" y="3758947"/>
                  </a:lnTo>
                  <a:lnTo>
                    <a:pt x="1921323" y="3758947"/>
                  </a:lnTo>
                  <a:lnTo>
                    <a:pt x="1921449" y="3758947"/>
                  </a:lnTo>
                  <a:lnTo>
                    <a:pt x="1921575" y="3758947"/>
                  </a:lnTo>
                  <a:lnTo>
                    <a:pt x="1921701" y="3758947"/>
                  </a:lnTo>
                  <a:lnTo>
                    <a:pt x="1921827" y="3758947"/>
                  </a:lnTo>
                  <a:lnTo>
                    <a:pt x="1921953" y="3758947"/>
                  </a:lnTo>
                  <a:lnTo>
                    <a:pt x="1922079" y="3758947"/>
                  </a:lnTo>
                  <a:lnTo>
                    <a:pt x="1922205" y="3758947"/>
                  </a:lnTo>
                  <a:lnTo>
                    <a:pt x="1922331" y="3758947"/>
                  </a:lnTo>
                  <a:lnTo>
                    <a:pt x="1922457" y="3758947"/>
                  </a:lnTo>
                  <a:lnTo>
                    <a:pt x="1922583" y="3758947"/>
                  </a:lnTo>
                  <a:lnTo>
                    <a:pt x="1922710" y="3758947"/>
                  </a:lnTo>
                  <a:lnTo>
                    <a:pt x="1922836" y="3758947"/>
                  </a:lnTo>
                  <a:lnTo>
                    <a:pt x="1922962" y="3758947"/>
                  </a:lnTo>
                  <a:lnTo>
                    <a:pt x="1923088" y="3758947"/>
                  </a:lnTo>
                  <a:lnTo>
                    <a:pt x="1923214" y="3758947"/>
                  </a:lnTo>
                  <a:lnTo>
                    <a:pt x="1923340" y="3758947"/>
                  </a:lnTo>
                  <a:lnTo>
                    <a:pt x="1923466" y="3758947"/>
                  </a:lnTo>
                  <a:lnTo>
                    <a:pt x="1923592" y="3758947"/>
                  </a:lnTo>
                  <a:lnTo>
                    <a:pt x="1923718" y="3758947"/>
                  </a:lnTo>
                  <a:lnTo>
                    <a:pt x="1923844" y="3758947"/>
                  </a:lnTo>
                  <a:lnTo>
                    <a:pt x="1923844" y="3753668"/>
                  </a:lnTo>
                  <a:lnTo>
                    <a:pt x="1923970" y="3753668"/>
                  </a:lnTo>
                  <a:lnTo>
                    <a:pt x="1924097" y="3753668"/>
                  </a:lnTo>
                  <a:lnTo>
                    <a:pt x="1924223" y="3753668"/>
                  </a:lnTo>
                  <a:lnTo>
                    <a:pt x="1924349" y="3753668"/>
                  </a:lnTo>
                  <a:lnTo>
                    <a:pt x="1924475" y="3753668"/>
                  </a:lnTo>
                  <a:lnTo>
                    <a:pt x="1924601" y="3753668"/>
                  </a:lnTo>
                  <a:lnTo>
                    <a:pt x="1924727" y="3753668"/>
                  </a:lnTo>
                  <a:lnTo>
                    <a:pt x="1924853" y="3753668"/>
                  </a:lnTo>
                  <a:lnTo>
                    <a:pt x="1924979" y="3753668"/>
                  </a:lnTo>
                  <a:lnTo>
                    <a:pt x="1925105" y="3753668"/>
                  </a:lnTo>
                  <a:lnTo>
                    <a:pt x="1925231" y="3753668"/>
                  </a:lnTo>
                  <a:lnTo>
                    <a:pt x="1925357" y="3753668"/>
                  </a:lnTo>
                  <a:lnTo>
                    <a:pt x="1925484" y="3753668"/>
                  </a:lnTo>
                  <a:lnTo>
                    <a:pt x="1925484" y="3748389"/>
                  </a:lnTo>
                  <a:lnTo>
                    <a:pt x="1925484" y="3743109"/>
                  </a:lnTo>
                  <a:lnTo>
                    <a:pt x="1925610" y="3743109"/>
                  </a:lnTo>
                  <a:lnTo>
                    <a:pt x="1925736" y="3743109"/>
                  </a:lnTo>
                  <a:lnTo>
                    <a:pt x="1925862" y="3743109"/>
                  </a:lnTo>
                  <a:lnTo>
                    <a:pt x="1925988" y="3743109"/>
                  </a:lnTo>
                  <a:lnTo>
                    <a:pt x="1926114" y="3743109"/>
                  </a:lnTo>
                  <a:lnTo>
                    <a:pt x="1926240" y="3743109"/>
                  </a:lnTo>
                  <a:lnTo>
                    <a:pt x="1926366" y="3743109"/>
                  </a:lnTo>
                  <a:lnTo>
                    <a:pt x="1926492" y="3743109"/>
                  </a:lnTo>
                  <a:lnTo>
                    <a:pt x="1926618" y="3743109"/>
                  </a:lnTo>
                  <a:lnTo>
                    <a:pt x="1926744" y="3743109"/>
                  </a:lnTo>
                  <a:lnTo>
                    <a:pt x="1926870" y="3743109"/>
                  </a:lnTo>
                  <a:lnTo>
                    <a:pt x="1926997" y="3743109"/>
                  </a:lnTo>
                  <a:lnTo>
                    <a:pt x="1927123" y="3743109"/>
                  </a:lnTo>
                  <a:lnTo>
                    <a:pt x="1927123" y="3737830"/>
                  </a:lnTo>
                  <a:lnTo>
                    <a:pt x="1927249" y="3737830"/>
                  </a:lnTo>
                  <a:lnTo>
                    <a:pt x="1927375" y="3737830"/>
                  </a:lnTo>
                  <a:lnTo>
                    <a:pt x="1927501" y="3737830"/>
                  </a:lnTo>
                  <a:lnTo>
                    <a:pt x="1927627" y="3737830"/>
                  </a:lnTo>
                  <a:lnTo>
                    <a:pt x="1927753" y="3737830"/>
                  </a:lnTo>
                  <a:lnTo>
                    <a:pt x="1927879" y="3737830"/>
                  </a:lnTo>
                  <a:lnTo>
                    <a:pt x="1928005" y="3737830"/>
                  </a:lnTo>
                  <a:lnTo>
                    <a:pt x="1928131" y="3737830"/>
                  </a:lnTo>
                  <a:lnTo>
                    <a:pt x="1928257" y="3737830"/>
                  </a:lnTo>
                  <a:lnTo>
                    <a:pt x="1928384" y="3737830"/>
                  </a:lnTo>
                  <a:lnTo>
                    <a:pt x="1928384" y="3732550"/>
                  </a:lnTo>
                  <a:lnTo>
                    <a:pt x="1928510" y="3732550"/>
                  </a:lnTo>
                  <a:lnTo>
                    <a:pt x="1928636" y="3732550"/>
                  </a:lnTo>
                  <a:lnTo>
                    <a:pt x="1928762" y="3732550"/>
                  </a:lnTo>
                  <a:lnTo>
                    <a:pt x="1928888" y="3732550"/>
                  </a:lnTo>
                  <a:lnTo>
                    <a:pt x="1929014" y="3732550"/>
                  </a:lnTo>
                  <a:lnTo>
                    <a:pt x="1929140" y="3732550"/>
                  </a:lnTo>
                  <a:lnTo>
                    <a:pt x="1929266" y="3732550"/>
                  </a:lnTo>
                  <a:lnTo>
                    <a:pt x="1929392" y="3732550"/>
                  </a:lnTo>
                  <a:lnTo>
                    <a:pt x="1929518" y="3732550"/>
                  </a:lnTo>
                  <a:lnTo>
                    <a:pt x="1929644" y="3732550"/>
                  </a:lnTo>
                  <a:lnTo>
                    <a:pt x="1929770" y="3732550"/>
                  </a:lnTo>
                  <a:lnTo>
                    <a:pt x="1929897" y="3732550"/>
                  </a:lnTo>
                  <a:lnTo>
                    <a:pt x="1930023" y="3732550"/>
                  </a:lnTo>
                  <a:lnTo>
                    <a:pt x="1930149" y="3732550"/>
                  </a:lnTo>
                  <a:lnTo>
                    <a:pt x="1930275" y="3732550"/>
                  </a:lnTo>
                  <a:lnTo>
                    <a:pt x="1930401" y="3732550"/>
                  </a:lnTo>
                  <a:lnTo>
                    <a:pt x="1930527" y="3732550"/>
                  </a:lnTo>
                  <a:lnTo>
                    <a:pt x="1930653" y="3732550"/>
                  </a:lnTo>
                  <a:lnTo>
                    <a:pt x="1930779" y="3732550"/>
                  </a:lnTo>
                  <a:lnTo>
                    <a:pt x="1930905" y="3732550"/>
                  </a:lnTo>
                  <a:lnTo>
                    <a:pt x="1931031" y="3732550"/>
                  </a:lnTo>
                  <a:lnTo>
                    <a:pt x="1931157" y="3732550"/>
                  </a:lnTo>
                  <a:lnTo>
                    <a:pt x="1931284" y="3732550"/>
                  </a:lnTo>
                  <a:lnTo>
                    <a:pt x="1931410" y="3732550"/>
                  </a:lnTo>
                  <a:lnTo>
                    <a:pt x="1931536" y="3732550"/>
                  </a:lnTo>
                  <a:lnTo>
                    <a:pt x="1931662" y="3732550"/>
                  </a:lnTo>
                  <a:lnTo>
                    <a:pt x="1931788" y="3732550"/>
                  </a:lnTo>
                  <a:lnTo>
                    <a:pt x="1931914" y="3732550"/>
                  </a:lnTo>
                  <a:lnTo>
                    <a:pt x="1932040" y="3732550"/>
                  </a:lnTo>
                  <a:lnTo>
                    <a:pt x="1932166" y="3732550"/>
                  </a:lnTo>
                  <a:lnTo>
                    <a:pt x="1932292" y="3732550"/>
                  </a:lnTo>
                  <a:lnTo>
                    <a:pt x="1932418" y="3732550"/>
                  </a:lnTo>
                  <a:lnTo>
                    <a:pt x="1932544" y="3732550"/>
                  </a:lnTo>
                  <a:lnTo>
                    <a:pt x="1932670" y="3732550"/>
                  </a:lnTo>
                  <a:lnTo>
                    <a:pt x="1932797" y="3732550"/>
                  </a:lnTo>
                  <a:lnTo>
                    <a:pt x="1932923" y="3732550"/>
                  </a:lnTo>
                  <a:lnTo>
                    <a:pt x="1933049" y="3732550"/>
                  </a:lnTo>
                  <a:lnTo>
                    <a:pt x="1933175" y="3732550"/>
                  </a:lnTo>
                  <a:lnTo>
                    <a:pt x="1933301" y="3732550"/>
                  </a:lnTo>
                  <a:lnTo>
                    <a:pt x="1933427" y="3732550"/>
                  </a:lnTo>
                  <a:lnTo>
                    <a:pt x="1933553" y="3732550"/>
                  </a:lnTo>
                  <a:lnTo>
                    <a:pt x="1933679" y="3732550"/>
                  </a:lnTo>
                  <a:lnTo>
                    <a:pt x="1933805" y="3732550"/>
                  </a:lnTo>
                  <a:lnTo>
                    <a:pt x="1933931" y="3732550"/>
                  </a:lnTo>
                  <a:lnTo>
                    <a:pt x="1934057" y="3732550"/>
                  </a:lnTo>
                  <a:lnTo>
                    <a:pt x="1934184" y="3732550"/>
                  </a:lnTo>
                  <a:lnTo>
                    <a:pt x="1934310" y="3732550"/>
                  </a:lnTo>
                  <a:lnTo>
                    <a:pt x="1934436" y="3732550"/>
                  </a:lnTo>
                  <a:lnTo>
                    <a:pt x="1934562" y="3732550"/>
                  </a:lnTo>
                  <a:lnTo>
                    <a:pt x="1934688" y="3732550"/>
                  </a:lnTo>
                  <a:lnTo>
                    <a:pt x="1934814" y="3732550"/>
                  </a:lnTo>
                  <a:lnTo>
                    <a:pt x="1934940" y="3732550"/>
                  </a:lnTo>
                  <a:lnTo>
                    <a:pt x="1935066" y="3732550"/>
                  </a:lnTo>
                  <a:lnTo>
                    <a:pt x="1935192" y="3732550"/>
                  </a:lnTo>
                  <a:lnTo>
                    <a:pt x="1935318" y="3732550"/>
                  </a:lnTo>
                  <a:lnTo>
                    <a:pt x="1935444" y="3732550"/>
                  </a:lnTo>
                  <a:lnTo>
                    <a:pt x="1935571" y="3732550"/>
                  </a:lnTo>
                  <a:lnTo>
                    <a:pt x="1935697" y="3732550"/>
                  </a:lnTo>
                  <a:lnTo>
                    <a:pt x="1935823" y="3732550"/>
                  </a:lnTo>
                  <a:lnTo>
                    <a:pt x="1935949" y="3732550"/>
                  </a:lnTo>
                  <a:lnTo>
                    <a:pt x="1936075" y="3732550"/>
                  </a:lnTo>
                  <a:lnTo>
                    <a:pt x="1936201" y="3732550"/>
                  </a:lnTo>
                  <a:lnTo>
                    <a:pt x="1936327" y="3732550"/>
                  </a:lnTo>
                  <a:lnTo>
                    <a:pt x="1936453" y="3732550"/>
                  </a:lnTo>
                  <a:lnTo>
                    <a:pt x="1936579" y="3732550"/>
                  </a:lnTo>
                  <a:lnTo>
                    <a:pt x="1936705" y="3732550"/>
                  </a:lnTo>
                  <a:lnTo>
                    <a:pt x="1936831" y="3732550"/>
                  </a:lnTo>
                  <a:lnTo>
                    <a:pt x="1936957" y="3732550"/>
                  </a:lnTo>
                  <a:lnTo>
                    <a:pt x="1937084" y="3732550"/>
                  </a:lnTo>
                  <a:lnTo>
                    <a:pt x="1937210" y="3732550"/>
                  </a:lnTo>
                  <a:lnTo>
                    <a:pt x="1937336" y="3732550"/>
                  </a:lnTo>
                  <a:lnTo>
                    <a:pt x="1937462" y="3732550"/>
                  </a:lnTo>
                  <a:lnTo>
                    <a:pt x="1937588" y="3732550"/>
                  </a:lnTo>
                  <a:lnTo>
                    <a:pt x="1937714" y="3732550"/>
                  </a:lnTo>
                  <a:lnTo>
                    <a:pt x="1937840" y="3732550"/>
                  </a:lnTo>
                  <a:lnTo>
                    <a:pt x="1937840" y="3727271"/>
                  </a:lnTo>
                  <a:lnTo>
                    <a:pt x="1937966" y="3727271"/>
                  </a:lnTo>
                  <a:lnTo>
                    <a:pt x="1938092" y="3727271"/>
                  </a:lnTo>
                  <a:lnTo>
                    <a:pt x="1938092" y="3721992"/>
                  </a:lnTo>
                  <a:lnTo>
                    <a:pt x="1938218" y="3721992"/>
                  </a:lnTo>
                  <a:lnTo>
                    <a:pt x="1938344" y="3721992"/>
                  </a:lnTo>
                  <a:lnTo>
                    <a:pt x="1938471" y="3721992"/>
                  </a:lnTo>
                  <a:lnTo>
                    <a:pt x="1938597" y="3721992"/>
                  </a:lnTo>
                  <a:lnTo>
                    <a:pt x="1938723" y="3721992"/>
                  </a:lnTo>
                  <a:lnTo>
                    <a:pt x="1938849" y="3721992"/>
                  </a:lnTo>
                  <a:lnTo>
                    <a:pt x="1938975" y="3721992"/>
                  </a:lnTo>
                  <a:lnTo>
                    <a:pt x="1939101" y="3721992"/>
                  </a:lnTo>
                  <a:lnTo>
                    <a:pt x="1939227" y="3721992"/>
                  </a:lnTo>
                  <a:lnTo>
                    <a:pt x="1939353" y="3721992"/>
                  </a:lnTo>
                  <a:lnTo>
                    <a:pt x="1939479" y="3721992"/>
                  </a:lnTo>
                  <a:lnTo>
                    <a:pt x="1939605" y="3721992"/>
                  </a:lnTo>
                  <a:lnTo>
                    <a:pt x="1939731" y="3721992"/>
                  </a:lnTo>
                  <a:lnTo>
                    <a:pt x="1939857" y="3721992"/>
                  </a:lnTo>
                  <a:lnTo>
                    <a:pt x="1939984" y="3721992"/>
                  </a:lnTo>
                  <a:lnTo>
                    <a:pt x="1940110" y="3721992"/>
                  </a:lnTo>
                  <a:lnTo>
                    <a:pt x="1940236" y="3721992"/>
                  </a:lnTo>
                  <a:lnTo>
                    <a:pt x="1940236" y="3716712"/>
                  </a:lnTo>
                  <a:lnTo>
                    <a:pt x="1940362" y="3716712"/>
                  </a:lnTo>
                  <a:lnTo>
                    <a:pt x="1940488" y="3716712"/>
                  </a:lnTo>
                  <a:lnTo>
                    <a:pt x="1940614" y="3716712"/>
                  </a:lnTo>
                  <a:lnTo>
                    <a:pt x="1940740" y="3716712"/>
                  </a:lnTo>
                  <a:lnTo>
                    <a:pt x="1940866" y="3716712"/>
                  </a:lnTo>
                  <a:lnTo>
                    <a:pt x="1940992" y="3716712"/>
                  </a:lnTo>
                  <a:lnTo>
                    <a:pt x="1941118" y="3716712"/>
                  </a:lnTo>
                  <a:lnTo>
                    <a:pt x="1941244" y="3716712"/>
                  </a:lnTo>
                  <a:lnTo>
                    <a:pt x="1941371" y="3716712"/>
                  </a:lnTo>
                  <a:lnTo>
                    <a:pt x="1941497" y="3716712"/>
                  </a:lnTo>
                  <a:lnTo>
                    <a:pt x="1941623" y="3716712"/>
                  </a:lnTo>
                  <a:lnTo>
                    <a:pt x="1941623" y="3711433"/>
                  </a:lnTo>
                  <a:lnTo>
                    <a:pt x="1941749" y="3711433"/>
                  </a:lnTo>
                  <a:lnTo>
                    <a:pt x="1941875" y="3711433"/>
                  </a:lnTo>
                  <a:lnTo>
                    <a:pt x="1942001" y="3711433"/>
                  </a:lnTo>
                  <a:lnTo>
                    <a:pt x="1942127" y="3711433"/>
                  </a:lnTo>
                  <a:lnTo>
                    <a:pt x="1942253" y="3711433"/>
                  </a:lnTo>
                  <a:lnTo>
                    <a:pt x="1942379" y="3711433"/>
                  </a:lnTo>
                  <a:lnTo>
                    <a:pt x="1942505" y="3711433"/>
                  </a:lnTo>
                  <a:lnTo>
                    <a:pt x="1942631" y="3711433"/>
                  </a:lnTo>
                  <a:lnTo>
                    <a:pt x="1942758" y="3711433"/>
                  </a:lnTo>
                  <a:lnTo>
                    <a:pt x="1942884" y="3711433"/>
                  </a:lnTo>
                  <a:lnTo>
                    <a:pt x="1943010" y="3711433"/>
                  </a:lnTo>
                  <a:lnTo>
                    <a:pt x="1943136" y="3711433"/>
                  </a:lnTo>
                  <a:lnTo>
                    <a:pt x="1943262" y="3711433"/>
                  </a:lnTo>
                  <a:lnTo>
                    <a:pt x="1943388" y="3711433"/>
                  </a:lnTo>
                  <a:lnTo>
                    <a:pt x="1943514" y="3711433"/>
                  </a:lnTo>
                  <a:lnTo>
                    <a:pt x="1943640" y="3711433"/>
                  </a:lnTo>
                  <a:lnTo>
                    <a:pt x="1943766" y="3711433"/>
                  </a:lnTo>
                  <a:lnTo>
                    <a:pt x="1943892" y="3711433"/>
                  </a:lnTo>
                  <a:lnTo>
                    <a:pt x="1944018" y="3711433"/>
                  </a:lnTo>
                  <a:lnTo>
                    <a:pt x="1944144" y="3711433"/>
                  </a:lnTo>
                  <a:lnTo>
                    <a:pt x="1944271" y="3711433"/>
                  </a:lnTo>
                  <a:lnTo>
                    <a:pt x="1944397" y="3711433"/>
                  </a:lnTo>
                  <a:lnTo>
                    <a:pt x="1944523" y="3711433"/>
                  </a:lnTo>
                  <a:lnTo>
                    <a:pt x="1944649" y="3711433"/>
                  </a:lnTo>
                  <a:lnTo>
                    <a:pt x="1944775" y="3711433"/>
                  </a:lnTo>
                  <a:lnTo>
                    <a:pt x="1944901" y="3711433"/>
                  </a:lnTo>
                  <a:lnTo>
                    <a:pt x="1945027" y="3711433"/>
                  </a:lnTo>
                  <a:lnTo>
                    <a:pt x="1945153" y="3711433"/>
                  </a:lnTo>
                  <a:lnTo>
                    <a:pt x="1945279" y="3711433"/>
                  </a:lnTo>
                  <a:lnTo>
                    <a:pt x="1945405" y="3711433"/>
                  </a:lnTo>
                  <a:lnTo>
                    <a:pt x="1945531" y="3711433"/>
                  </a:lnTo>
                  <a:lnTo>
                    <a:pt x="1945658" y="3711433"/>
                  </a:lnTo>
                  <a:lnTo>
                    <a:pt x="1945784" y="3711433"/>
                  </a:lnTo>
                  <a:lnTo>
                    <a:pt x="1945910" y="3711433"/>
                  </a:lnTo>
                  <a:lnTo>
                    <a:pt x="1946036" y="3711433"/>
                  </a:lnTo>
                  <a:lnTo>
                    <a:pt x="1946162" y="3711433"/>
                  </a:lnTo>
                  <a:lnTo>
                    <a:pt x="1946288" y="3711433"/>
                  </a:lnTo>
                  <a:lnTo>
                    <a:pt x="1946414" y="3711433"/>
                  </a:lnTo>
                  <a:lnTo>
                    <a:pt x="1946540" y="3711433"/>
                  </a:lnTo>
                  <a:lnTo>
                    <a:pt x="1946666" y="3711433"/>
                  </a:lnTo>
                  <a:lnTo>
                    <a:pt x="1946792" y="3711433"/>
                  </a:lnTo>
                  <a:lnTo>
                    <a:pt x="1946918" y="3711433"/>
                  </a:lnTo>
                  <a:lnTo>
                    <a:pt x="1947044" y="3711433"/>
                  </a:lnTo>
                  <a:lnTo>
                    <a:pt x="1947171" y="3711433"/>
                  </a:lnTo>
                  <a:lnTo>
                    <a:pt x="1947297" y="3711433"/>
                  </a:lnTo>
                  <a:lnTo>
                    <a:pt x="1947423" y="3711433"/>
                  </a:lnTo>
                  <a:lnTo>
                    <a:pt x="1947549" y="3711433"/>
                  </a:lnTo>
                  <a:lnTo>
                    <a:pt x="1947675" y="3711433"/>
                  </a:lnTo>
                  <a:lnTo>
                    <a:pt x="1947801" y="3711433"/>
                  </a:lnTo>
                  <a:lnTo>
                    <a:pt x="1947927" y="3711433"/>
                  </a:lnTo>
                  <a:lnTo>
                    <a:pt x="1948053" y="3711433"/>
                  </a:lnTo>
                  <a:lnTo>
                    <a:pt x="1948179" y="3711433"/>
                  </a:lnTo>
                  <a:lnTo>
                    <a:pt x="1948305" y="3711433"/>
                  </a:lnTo>
                  <a:lnTo>
                    <a:pt x="1948431" y="3711433"/>
                  </a:lnTo>
                  <a:lnTo>
                    <a:pt x="1948558" y="3711433"/>
                  </a:lnTo>
                  <a:lnTo>
                    <a:pt x="1948684" y="3711433"/>
                  </a:lnTo>
                  <a:lnTo>
                    <a:pt x="1948810" y="3711433"/>
                  </a:lnTo>
                  <a:lnTo>
                    <a:pt x="1948936" y="3711433"/>
                  </a:lnTo>
                  <a:lnTo>
                    <a:pt x="1949062" y="3711433"/>
                  </a:lnTo>
                  <a:lnTo>
                    <a:pt x="1949188" y="3711433"/>
                  </a:lnTo>
                  <a:lnTo>
                    <a:pt x="1949314" y="3711433"/>
                  </a:lnTo>
                  <a:lnTo>
                    <a:pt x="1949440" y="3711433"/>
                  </a:lnTo>
                  <a:lnTo>
                    <a:pt x="1949566" y="3711433"/>
                  </a:lnTo>
                  <a:lnTo>
                    <a:pt x="1949692" y="3711433"/>
                  </a:lnTo>
                  <a:lnTo>
                    <a:pt x="1949818" y="3711433"/>
                  </a:lnTo>
                  <a:lnTo>
                    <a:pt x="1949945" y="3711433"/>
                  </a:lnTo>
                  <a:lnTo>
                    <a:pt x="1950071" y="3711433"/>
                  </a:lnTo>
                  <a:lnTo>
                    <a:pt x="1950197" y="3711433"/>
                  </a:lnTo>
                  <a:lnTo>
                    <a:pt x="1950323" y="3711433"/>
                  </a:lnTo>
                  <a:lnTo>
                    <a:pt x="1950449" y="3711433"/>
                  </a:lnTo>
                  <a:lnTo>
                    <a:pt x="1950575" y="3711433"/>
                  </a:lnTo>
                  <a:lnTo>
                    <a:pt x="1950701" y="3711433"/>
                  </a:lnTo>
                  <a:lnTo>
                    <a:pt x="1950827" y="3711433"/>
                  </a:lnTo>
                  <a:lnTo>
                    <a:pt x="1950953" y="3711433"/>
                  </a:lnTo>
                  <a:lnTo>
                    <a:pt x="1951079" y="3711433"/>
                  </a:lnTo>
                  <a:lnTo>
                    <a:pt x="1951205" y="3711433"/>
                  </a:lnTo>
                  <a:lnTo>
                    <a:pt x="1951331" y="3711433"/>
                  </a:lnTo>
                  <a:lnTo>
                    <a:pt x="1951458" y="3711433"/>
                  </a:lnTo>
                  <a:lnTo>
                    <a:pt x="1951584" y="3711433"/>
                  </a:lnTo>
                  <a:lnTo>
                    <a:pt x="1951710" y="3711433"/>
                  </a:lnTo>
                  <a:lnTo>
                    <a:pt x="1951836" y="3711433"/>
                  </a:lnTo>
                  <a:lnTo>
                    <a:pt x="1951962" y="3711433"/>
                  </a:lnTo>
                  <a:lnTo>
                    <a:pt x="1952088" y="3711433"/>
                  </a:lnTo>
                  <a:lnTo>
                    <a:pt x="1952214" y="3711433"/>
                  </a:lnTo>
                  <a:lnTo>
                    <a:pt x="1952340" y="3711433"/>
                  </a:lnTo>
                  <a:lnTo>
                    <a:pt x="1952466" y="3711433"/>
                  </a:lnTo>
                  <a:lnTo>
                    <a:pt x="1952592" y="3711433"/>
                  </a:lnTo>
                  <a:lnTo>
                    <a:pt x="1952718" y="3711433"/>
                  </a:lnTo>
                  <a:lnTo>
                    <a:pt x="1952845" y="3711433"/>
                  </a:lnTo>
                  <a:lnTo>
                    <a:pt x="1952971" y="3711433"/>
                  </a:lnTo>
                  <a:lnTo>
                    <a:pt x="1953097" y="3711433"/>
                  </a:lnTo>
                  <a:lnTo>
                    <a:pt x="1953223" y="3711433"/>
                  </a:lnTo>
                  <a:lnTo>
                    <a:pt x="1953349" y="3711433"/>
                  </a:lnTo>
                  <a:lnTo>
                    <a:pt x="1953349" y="3706153"/>
                  </a:lnTo>
                  <a:lnTo>
                    <a:pt x="1953475" y="3706153"/>
                  </a:lnTo>
                  <a:lnTo>
                    <a:pt x="1953601" y="3706153"/>
                  </a:lnTo>
                  <a:lnTo>
                    <a:pt x="1953727" y="3706153"/>
                  </a:lnTo>
                  <a:lnTo>
                    <a:pt x="1953853" y="3706153"/>
                  </a:lnTo>
                  <a:lnTo>
                    <a:pt x="1953853" y="3700874"/>
                  </a:lnTo>
                  <a:lnTo>
                    <a:pt x="1953979" y="3700874"/>
                  </a:lnTo>
                  <a:lnTo>
                    <a:pt x="1954105" y="3700874"/>
                  </a:lnTo>
                  <a:lnTo>
                    <a:pt x="1954231" y="3700874"/>
                  </a:lnTo>
                  <a:lnTo>
                    <a:pt x="1954358" y="3700874"/>
                  </a:lnTo>
                  <a:lnTo>
                    <a:pt x="1954484" y="3700874"/>
                  </a:lnTo>
                  <a:lnTo>
                    <a:pt x="1954610" y="3700874"/>
                  </a:lnTo>
                  <a:lnTo>
                    <a:pt x="1954736" y="3700874"/>
                  </a:lnTo>
                  <a:lnTo>
                    <a:pt x="1954862" y="3700874"/>
                  </a:lnTo>
                  <a:lnTo>
                    <a:pt x="1954988" y="3700874"/>
                  </a:lnTo>
                  <a:lnTo>
                    <a:pt x="1955114" y="3700874"/>
                  </a:lnTo>
                  <a:lnTo>
                    <a:pt x="1955240" y="3700874"/>
                  </a:lnTo>
                  <a:lnTo>
                    <a:pt x="1955366" y="3700874"/>
                  </a:lnTo>
                  <a:lnTo>
                    <a:pt x="1955492" y="3700874"/>
                  </a:lnTo>
                  <a:lnTo>
                    <a:pt x="1955618" y="3700874"/>
                  </a:lnTo>
                  <a:lnTo>
                    <a:pt x="1955745" y="3700874"/>
                  </a:lnTo>
                  <a:lnTo>
                    <a:pt x="1955871" y="3700874"/>
                  </a:lnTo>
                  <a:lnTo>
                    <a:pt x="1955997" y="3700874"/>
                  </a:lnTo>
                  <a:lnTo>
                    <a:pt x="1956123" y="3700874"/>
                  </a:lnTo>
                  <a:lnTo>
                    <a:pt x="1956249" y="3700874"/>
                  </a:lnTo>
                  <a:lnTo>
                    <a:pt x="1956375" y="3700874"/>
                  </a:lnTo>
                  <a:lnTo>
                    <a:pt x="1956501" y="3700874"/>
                  </a:lnTo>
                  <a:lnTo>
                    <a:pt x="1956627" y="3700874"/>
                  </a:lnTo>
                  <a:lnTo>
                    <a:pt x="1956753" y="3700874"/>
                  </a:lnTo>
                  <a:lnTo>
                    <a:pt x="1956879" y="3700874"/>
                  </a:lnTo>
                  <a:lnTo>
                    <a:pt x="1957005" y="3700874"/>
                  </a:lnTo>
                  <a:lnTo>
                    <a:pt x="1957131" y="3700874"/>
                  </a:lnTo>
                  <a:lnTo>
                    <a:pt x="1957258" y="3700874"/>
                  </a:lnTo>
                  <a:lnTo>
                    <a:pt x="1957384" y="3700874"/>
                  </a:lnTo>
                  <a:lnTo>
                    <a:pt x="1957510" y="3700874"/>
                  </a:lnTo>
                  <a:lnTo>
                    <a:pt x="1957510" y="3695594"/>
                  </a:lnTo>
                  <a:lnTo>
                    <a:pt x="1957510" y="3690315"/>
                  </a:lnTo>
                  <a:lnTo>
                    <a:pt x="1957636" y="3690315"/>
                  </a:lnTo>
                  <a:lnTo>
                    <a:pt x="1957762" y="3690315"/>
                  </a:lnTo>
                  <a:lnTo>
                    <a:pt x="1957888" y="3690315"/>
                  </a:lnTo>
                  <a:lnTo>
                    <a:pt x="1958014" y="3690315"/>
                  </a:lnTo>
                  <a:lnTo>
                    <a:pt x="1958140" y="3690315"/>
                  </a:lnTo>
                  <a:lnTo>
                    <a:pt x="1958266" y="3690315"/>
                  </a:lnTo>
                  <a:lnTo>
                    <a:pt x="1958392" y="3690315"/>
                  </a:lnTo>
                  <a:lnTo>
                    <a:pt x="1958518" y="3690315"/>
                  </a:lnTo>
                  <a:lnTo>
                    <a:pt x="1958645" y="3690315"/>
                  </a:lnTo>
                  <a:lnTo>
                    <a:pt x="1958771" y="3690315"/>
                  </a:lnTo>
                  <a:lnTo>
                    <a:pt x="1958897" y="3690315"/>
                  </a:lnTo>
                  <a:lnTo>
                    <a:pt x="1959023" y="3690315"/>
                  </a:lnTo>
                  <a:lnTo>
                    <a:pt x="1959149" y="3690315"/>
                  </a:lnTo>
                  <a:lnTo>
                    <a:pt x="1959275" y="3690315"/>
                  </a:lnTo>
                  <a:lnTo>
                    <a:pt x="1959401" y="3690315"/>
                  </a:lnTo>
                  <a:lnTo>
                    <a:pt x="1959527" y="3690315"/>
                  </a:lnTo>
                  <a:lnTo>
                    <a:pt x="1959653" y="3690315"/>
                  </a:lnTo>
                  <a:lnTo>
                    <a:pt x="1959779" y="3690315"/>
                  </a:lnTo>
                  <a:lnTo>
                    <a:pt x="1959905" y="3690315"/>
                  </a:lnTo>
                  <a:lnTo>
                    <a:pt x="1960032" y="3690315"/>
                  </a:lnTo>
                  <a:lnTo>
                    <a:pt x="1960158" y="3690315"/>
                  </a:lnTo>
                  <a:lnTo>
                    <a:pt x="1960284" y="3690315"/>
                  </a:lnTo>
                  <a:lnTo>
                    <a:pt x="1960410" y="3690315"/>
                  </a:lnTo>
                  <a:lnTo>
                    <a:pt x="1960536" y="3690315"/>
                  </a:lnTo>
                  <a:lnTo>
                    <a:pt x="1960662" y="3690315"/>
                  </a:lnTo>
                  <a:lnTo>
                    <a:pt x="1960788" y="3690315"/>
                  </a:lnTo>
                  <a:lnTo>
                    <a:pt x="1960914" y="3690315"/>
                  </a:lnTo>
                  <a:lnTo>
                    <a:pt x="1961040" y="3690315"/>
                  </a:lnTo>
                  <a:lnTo>
                    <a:pt x="1961166" y="3690315"/>
                  </a:lnTo>
                  <a:lnTo>
                    <a:pt x="1961292" y="3690315"/>
                  </a:lnTo>
                  <a:lnTo>
                    <a:pt x="1961418" y="3690315"/>
                  </a:lnTo>
                  <a:lnTo>
                    <a:pt x="1961545" y="3690315"/>
                  </a:lnTo>
                  <a:lnTo>
                    <a:pt x="1961671" y="3690315"/>
                  </a:lnTo>
                  <a:lnTo>
                    <a:pt x="1961797" y="3690315"/>
                  </a:lnTo>
                  <a:lnTo>
                    <a:pt x="1961923" y="3690315"/>
                  </a:lnTo>
                  <a:lnTo>
                    <a:pt x="1962049" y="3690315"/>
                  </a:lnTo>
                  <a:lnTo>
                    <a:pt x="1962049" y="3685036"/>
                  </a:lnTo>
                  <a:lnTo>
                    <a:pt x="1962175" y="3685036"/>
                  </a:lnTo>
                  <a:lnTo>
                    <a:pt x="1962301" y="3685036"/>
                  </a:lnTo>
                  <a:lnTo>
                    <a:pt x="1962427" y="3685036"/>
                  </a:lnTo>
                  <a:lnTo>
                    <a:pt x="1962427" y="3679756"/>
                  </a:lnTo>
                  <a:lnTo>
                    <a:pt x="1962553" y="3679756"/>
                  </a:lnTo>
                  <a:lnTo>
                    <a:pt x="1962679" y="3679756"/>
                  </a:lnTo>
                  <a:lnTo>
                    <a:pt x="1962805" y="3679756"/>
                  </a:lnTo>
                  <a:lnTo>
                    <a:pt x="1962932" y="3679756"/>
                  </a:lnTo>
                  <a:lnTo>
                    <a:pt x="1963058" y="3679756"/>
                  </a:lnTo>
                  <a:lnTo>
                    <a:pt x="1963184" y="3679756"/>
                  </a:lnTo>
                  <a:lnTo>
                    <a:pt x="1963310" y="3679756"/>
                  </a:lnTo>
                  <a:lnTo>
                    <a:pt x="1963436" y="3679756"/>
                  </a:lnTo>
                  <a:lnTo>
                    <a:pt x="1963562" y="3679756"/>
                  </a:lnTo>
                  <a:lnTo>
                    <a:pt x="1963688" y="3679756"/>
                  </a:lnTo>
                  <a:lnTo>
                    <a:pt x="1963814" y="3679756"/>
                  </a:lnTo>
                  <a:lnTo>
                    <a:pt x="1963940" y="3679756"/>
                  </a:lnTo>
                  <a:lnTo>
                    <a:pt x="1964066" y="3679756"/>
                  </a:lnTo>
                  <a:lnTo>
                    <a:pt x="1964192" y="3679756"/>
                  </a:lnTo>
                  <a:lnTo>
                    <a:pt x="1964318" y="3679756"/>
                  </a:lnTo>
                  <a:lnTo>
                    <a:pt x="1964445" y="3679756"/>
                  </a:lnTo>
                  <a:lnTo>
                    <a:pt x="1964571" y="3679756"/>
                  </a:lnTo>
                  <a:lnTo>
                    <a:pt x="1964697" y="3679756"/>
                  </a:lnTo>
                  <a:lnTo>
                    <a:pt x="1964823" y="3679756"/>
                  </a:lnTo>
                  <a:lnTo>
                    <a:pt x="1964949" y="3679756"/>
                  </a:lnTo>
                  <a:lnTo>
                    <a:pt x="1964949" y="3674477"/>
                  </a:lnTo>
                  <a:lnTo>
                    <a:pt x="1965075" y="3674477"/>
                  </a:lnTo>
                  <a:lnTo>
                    <a:pt x="1965201" y="3674477"/>
                  </a:lnTo>
                  <a:lnTo>
                    <a:pt x="1965327" y="3674477"/>
                  </a:lnTo>
                  <a:lnTo>
                    <a:pt x="1965453" y="3674477"/>
                  </a:lnTo>
                  <a:lnTo>
                    <a:pt x="1965579" y="3674477"/>
                  </a:lnTo>
                  <a:lnTo>
                    <a:pt x="1965705" y="3674477"/>
                  </a:lnTo>
                  <a:lnTo>
                    <a:pt x="1965832" y="3674477"/>
                  </a:lnTo>
                  <a:lnTo>
                    <a:pt x="1965958" y="3674477"/>
                  </a:lnTo>
                  <a:lnTo>
                    <a:pt x="1966084" y="3674477"/>
                  </a:lnTo>
                  <a:lnTo>
                    <a:pt x="1966210" y="3674477"/>
                  </a:lnTo>
                  <a:lnTo>
                    <a:pt x="1966336" y="3674477"/>
                  </a:lnTo>
                  <a:lnTo>
                    <a:pt x="1966462" y="3674477"/>
                  </a:lnTo>
                  <a:lnTo>
                    <a:pt x="1966588" y="3674477"/>
                  </a:lnTo>
                  <a:lnTo>
                    <a:pt x="1966714" y="3674477"/>
                  </a:lnTo>
                  <a:lnTo>
                    <a:pt x="1966840" y="3674477"/>
                  </a:lnTo>
                  <a:lnTo>
                    <a:pt x="1966966" y="3674477"/>
                  </a:lnTo>
                  <a:lnTo>
                    <a:pt x="1967092" y="3674477"/>
                  </a:lnTo>
                  <a:lnTo>
                    <a:pt x="1967219" y="3674477"/>
                  </a:lnTo>
                  <a:lnTo>
                    <a:pt x="1967345" y="3674477"/>
                  </a:lnTo>
                  <a:lnTo>
                    <a:pt x="1967471" y="3674477"/>
                  </a:lnTo>
                  <a:lnTo>
                    <a:pt x="1967597" y="3674477"/>
                  </a:lnTo>
                  <a:lnTo>
                    <a:pt x="1967723" y="3674477"/>
                  </a:lnTo>
                  <a:lnTo>
                    <a:pt x="1967849" y="3674477"/>
                  </a:lnTo>
                  <a:lnTo>
                    <a:pt x="1967975" y="3674477"/>
                  </a:lnTo>
                  <a:lnTo>
                    <a:pt x="1968101" y="3674477"/>
                  </a:lnTo>
                  <a:lnTo>
                    <a:pt x="1968227" y="3674477"/>
                  </a:lnTo>
                  <a:lnTo>
                    <a:pt x="1968353" y="3674477"/>
                  </a:lnTo>
                  <a:lnTo>
                    <a:pt x="1968479" y="3674477"/>
                  </a:lnTo>
                  <a:lnTo>
                    <a:pt x="1968605" y="3674477"/>
                  </a:lnTo>
                  <a:lnTo>
                    <a:pt x="1968732" y="3674477"/>
                  </a:lnTo>
                  <a:lnTo>
                    <a:pt x="1968858" y="3674477"/>
                  </a:lnTo>
                  <a:lnTo>
                    <a:pt x="1968984" y="3674477"/>
                  </a:lnTo>
                  <a:lnTo>
                    <a:pt x="1969110" y="3674477"/>
                  </a:lnTo>
                  <a:lnTo>
                    <a:pt x="1969236" y="3674477"/>
                  </a:lnTo>
                  <a:lnTo>
                    <a:pt x="1969362" y="3674477"/>
                  </a:lnTo>
                  <a:lnTo>
                    <a:pt x="1969488" y="3674477"/>
                  </a:lnTo>
                  <a:lnTo>
                    <a:pt x="1969614" y="3674477"/>
                  </a:lnTo>
                  <a:lnTo>
                    <a:pt x="1969740" y="3674477"/>
                  </a:lnTo>
                  <a:lnTo>
                    <a:pt x="1969866" y="3674477"/>
                  </a:lnTo>
                  <a:lnTo>
                    <a:pt x="1969992" y="3674477"/>
                  </a:lnTo>
                  <a:lnTo>
                    <a:pt x="1970119" y="3674477"/>
                  </a:lnTo>
                  <a:lnTo>
                    <a:pt x="1970245" y="3674477"/>
                  </a:lnTo>
                  <a:lnTo>
                    <a:pt x="1970371" y="3674477"/>
                  </a:lnTo>
                  <a:lnTo>
                    <a:pt x="1970497" y="3674477"/>
                  </a:lnTo>
                  <a:lnTo>
                    <a:pt x="1970623" y="3674477"/>
                  </a:lnTo>
                  <a:lnTo>
                    <a:pt x="1970749" y="3674477"/>
                  </a:lnTo>
                  <a:lnTo>
                    <a:pt x="1970875" y="3674477"/>
                  </a:lnTo>
                  <a:lnTo>
                    <a:pt x="1971001" y="3674477"/>
                  </a:lnTo>
                  <a:lnTo>
                    <a:pt x="1971127" y="3674477"/>
                  </a:lnTo>
                  <a:lnTo>
                    <a:pt x="1971253" y="3674477"/>
                  </a:lnTo>
                  <a:lnTo>
                    <a:pt x="1971379" y="3674477"/>
                  </a:lnTo>
                  <a:lnTo>
                    <a:pt x="1971505" y="3674477"/>
                  </a:lnTo>
                  <a:lnTo>
                    <a:pt x="1971632" y="3674477"/>
                  </a:lnTo>
                  <a:lnTo>
                    <a:pt x="1971758" y="3674477"/>
                  </a:lnTo>
                  <a:lnTo>
                    <a:pt x="1971884" y="3674477"/>
                  </a:lnTo>
                  <a:lnTo>
                    <a:pt x="1972010" y="3674477"/>
                  </a:lnTo>
                  <a:lnTo>
                    <a:pt x="1972136" y="3674477"/>
                  </a:lnTo>
                  <a:lnTo>
                    <a:pt x="1972262" y="3674477"/>
                  </a:lnTo>
                  <a:lnTo>
                    <a:pt x="1972388" y="3674477"/>
                  </a:lnTo>
                  <a:lnTo>
                    <a:pt x="1972514" y="3674477"/>
                  </a:lnTo>
                  <a:lnTo>
                    <a:pt x="1972640" y="3674477"/>
                  </a:lnTo>
                  <a:lnTo>
                    <a:pt x="1972766" y="3674477"/>
                  </a:lnTo>
                  <a:lnTo>
                    <a:pt x="1972892" y="3674477"/>
                  </a:lnTo>
                  <a:lnTo>
                    <a:pt x="1973019" y="3674477"/>
                  </a:lnTo>
                  <a:lnTo>
                    <a:pt x="1973145" y="3674477"/>
                  </a:lnTo>
                  <a:lnTo>
                    <a:pt x="1973271" y="3674477"/>
                  </a:lnTo>
                  <a:lnTo>
                    <a:pt x="1973397" y="3674477"/>
                  </a:lnTo>
                  <a:lnTo>
                    <a:pt x="1973523" y="3674477"/>
                  </a:lnTo>
                  <a:lnTo>
                    <a:pt x="1973649" y="3674477"/>
                  </a:lnTo>
                  <a:lnTo>
                    <a:pt x="1973649" y="3669197"/>
                  </a:lnTo>
                  <a:lnTo>
                    <a:pt x="1973775" y="3669197"/>
                  </a:lnTo>
                  <a:lnTo>
                    <a:pt x="1973901" y="3669197"/>
                  </a:lnTo>
                  <a:lnTo>
                    <a:pt x="1974027" y="3669197"/>
                  </a:lnTo>
                  <a:lnTo>
                    <a:pt x="1974153" y="3669197"/>
                  </a:lnTo>
                  <a:lnTo>
                    <a:pt x="1974279" y="3669197"/>
                  </a:lnTo>
                  <a:lnTo>
                    <a:pt x="1974405" y="3669197"/>
                  </a:lnTo>
                  <a:lnTo>
                    <a:pt x="1974532" y="3669197"/>
                  </a:lnTo>
                  <a:lnTo>
                    <a:pt x="1974658" y="3669197"/>
                  </a:lnTo>
                  <a:lnTo>
                    <a:pt x="1974784" y="3669197"/>
                  </a:lnTo>
                  <a:lnTo>
                    <a:pt x="1974910" y="3669197"/>
                  </a:lnTo>
                  <a:lnTo>
                    <a:pt x="1975036" y="3669197"/>
                  </a:lnTo>
                  <a:lnTo>
                    <a:pt x="1975162" y="3669197"/>
                  </a:lnTo>
                  <a:lnTo>
                    <a:pt x="1975288" y="3669197"/>
                  </a:lnTo>
                  <a:lnTo>
                    <a:pt x="1975414" y="3669197"/>
                  </a:lnTo>
                  <a:lnTo>
                    <a:pt x="1975540" y="3669197"/>
                  </a:lnTo>
                  <a:lnTo>
                    <a:pt x="1975666" y="3669197"/>
                  </a:lnTo>
                  <a:lnTo>
                    <a:pt x="1975792" y="3669197"/>
                  </a:lnTo>
                  <a:lnTo>
                    <a:pt x="1975919" y="3669197"/>
                  </a:lnTo>
                  <a:lnTo>
                    <a:pt x="1976045" y="3669197"/>
                  </a:lnTo>
                  <a:lnTo>
                    <a:pt x="1976171" y="3669197"/>
                  </a:lnTo>
                  <a:lnTo>
                    <a:pt x="1976297" y="3669197"/>
                  </a:lnTo>
                  <a:lnTo>
                    <a:pt x="1976423" y="3669197"/>
                  </a:lnTo>
                  <a:lnTo>
                    <a:pt x="1976549" y="3669197"/>
                  </a:lnTo>
                  <a:lnTo>
                    <a:pt x="1976675" y="3669197"/>
                  </a:lnTo>
                  <a:lnTo>
                    <a:pt x="1976801" y="3669197"/>
                  </a:lnTo>
                  <a:lnTo>
                    <a:pt x="1976927" y="3669197"/>
                  </a:lnTo>
                  <a:lnTo>
                    <a:pt x="1977053" y="3669197"/>
                  </a:lnTo>
                  <a:lnTo>
                    <a:pt x="1977179" y="3669197"/>
                  </a:lnTo>
                  <a:lnTo>
                    <a:pt x="1977306" y="3669197"/>
                  </a:lnTo>
                  <a:lnTo>
                    <a:pt x="1977432" y="3669197"/>
                  </a:lnTo>
                  <a:lnTo>
                    <a:pt x="1977558" y="3669197"/>
                  </a:lnTo>
                  <a:lnTo>
                    <a:pt x="1977684" y="3669197"/>
                  </a:lnTo>
                  <a:lnTo>
                    <a:pt x="1977810" y="3669197"/>
                  </a:lnTo>
                  <a:lnTo>
                    <a:pt x="1977936" y="3669197"/>
                  </a:lnTo>
                  <a:lnTo>
                    <a:pt x="1978062" y="3669197"/>
                  </a:lnTo>
                  <a:lnTo>
                    <a:pt x="1978188" y="3669197"/>
                  </a:lnTo>
                  <a:lnTo>
                    <a:pt x="1978314" y="3669197"/>
                  </a:lnTo>
                  <a:lnTo>
                    <a:pt x="1978440" y="3669197"/>
                  </a:lnTo>
                  <a:lnTo>
                    <a:pt x="1978566" y="3669197"/>
                  </a:lnTo>
                  <a:lnTo>
                    <a:pt x="1978692" y="3669197"/>
                  </a:lnTo>
                  <a:lnTo>
                    <a:pt x="1978819" y="3669197"/>
                  </a:lnTo>
                  <a:lnTo>
                    <a:pt x="1978945" y="3669197"/>
                  </a:lnTo>
                  <a:lnTo>
                    <a:pt x="1979071" y="3669197"/>
                  </a:lnTo>
                  <a:lnTo>
                    <a:pt x="1979197" y="3669197"/>
                  </a:lnTo>
                  <a:lnTo>
                    <a:pt x="1979323" y="3669197"/>
                  </a:lnTo>
                  <a:lnTo>
                    <a:pt x="1979449" y="3669197"/>
                  </a:lnTo>
                  <a:lnTo>
                    <a:pt x="1979575" y="3669197"/>
                  </a:lnTo>
                  <a:lnTo>
                    <a:pt x="1979701" y="3669197"/>
                  </a:lnTo>
                  <a:lnTo>
                    <a:pt x="1979827" y="3669197"/>
                  </a:lnTo>
                  <a:lnTo>
                    <a:pt x="1979953" y="3669197"/>
                  </a:lnTo>
                  <a:lnTo>
                    <a:pt x="1980079" y="3669197"/>
                  </a:lnTo>
                  <a:lnTo>
                    <a:pt x="1980206" y="3669197"/>
                  </a:lnTo>
                  <a:lnTo>
                    <a:pt x="1980332" y="3669197"/>
                  </a:lnTo>
                  <a:lnTo>
                    <a:pt x="1980458" y="3669197"/>
                  </a:lnTo>
                  <a:lnTo>
                    <a:pt x="1980584" y="3669197"/>
                  </a:lnTo>
                  <a:lnTo>
                    <a:pt x="1980710" y="3669197"/>
                  </a:lnTo>
                  <a:lnTo>
                    <a:pt x="1980836" y="3669197"/>
                  </a:lnTo>
                  <a:lnTo>
                    <a:pt x="1980962" y="3669197"/>
                  </a:lnTo>
                  <a:lnTo>
                    <a:pt x="1981088" y="3669197"/>
                  </a:lnTo>
                  <a:lnTo>
                    <a:pt x="1981214" y="3669197"/>
                  </a:lnTo>
                  <a:lnTo>
                    <a:pt x="1981214" y="3663918"/>
                  </a:lnTo>
                  <a:lnTo>
                    <a:pt x="1981340" y="3663918"/>
                  </a:lnTo>
                  <a:lnTo>
                    <a:pt x="1981466" y="3663918"/>
                  </a:lnTo>
                  <a:lnTo>
                    <a:pt x="1981592" y="3663918"/>
                  </a:lnTo>
                  <a:lnTo>
                    <a:pt x="1981719" y="3663918"/>
                  </a:lnTo>
                  <a:lnTo>
                    <a:pt x="1981719" y="3658638"/>
                  </a:lnTo>
                  <a:lnTo>
                    <a:pt x="1981845" y="3658638"/>
                  </a:lnTo>
                  <a:lnTo>
                    <a:pt x="1981971" y="3658638"/>
                  </a:lnTo>
                  <a:lnTo>
                    <a:pt x="1982097" y="3658638"/>
                  </a:lnTo>
                  <a:lnTo>
                    <a:pt x="1982223" y="3658638"/>
                  </a:lnTo>
                  <a:lnTo>
                    <a:pt x="1982349" y="3658638"/>
                  </a:lnTo>
                  <a:lnTo>
                    <a:pt x="1982475" y="3658638"/>
                  </a:lnTo>
                  <a:lnTo>
                    <a:pt x="1982601" y="3658638"/>
                  </a:lnTo>
                  <a:lnTo>
                    <a:pt x="1982727" y="3658638"/>
                  </a:lnTo>
                  <a:lnTo>
                    <a:pt x="1982853" y="3658638"/>
                  </a:lnTo>
                  <a:lnTo>
                    <a:pt x="1982979" y="3658638"/>
                  </a:lnTo>
                  <a:lnTo>
                    <a:pt x="1983106" y="3658638"/>
                  </a:lnTo>
                  <a:lnTo>
                    <a:pt x="1983232" y="3658638"/>
                  </a:lnTo>
                  <a:lnTo>
                    <a:pt x="1983358" y="3658638"/>
                  </a:lnTo>
                  <a:lnTo>
                    <a:pt x="1983484" y="3658638"/>
                  </a:lnTo>
                  <a:lnTo>
                    <a:pt x="1983610" y="3658638"/>
                  </a:lnTo>
                  <a:lnTo>
                    <a:pt x="1983736" y="3658638"/>
                  </a:lnTo>
                  <a:lnTo>
                    <a:pt x="1983862" y="3658638"/>
                  </a:lnTo>
                  <a:lnTo>
                    <a:pt x="1983988" y="3658638"/>
                  </a:lnTo>
                  <a:lnTo>
                    <a:pt x="1984114" y="3658638"/>
                  </a:lnTo>
                  <a:lnTo>
                    <a:pt x="1984240" y="3658638"/>
                  </a:lnTo>
                  <a:lnTo>
                    <a:pt x="1984366" y="3658638"/>
                  </a:lnTo>
                  <a:lnTo>
                    <a:pt x="1984493" y="3658638"/>
                  </a:lnTo>
                  <a:lnTo>
                    <a:pt x="1984619" y="3658638"/>
                  </a:lnTo>
                  <a:lnTo>
                    <a:pt x="1984745" y="3658638"/>
                  </a:lnTo>
                  <a:lnTo>
                    <a:pt x="1984871" y="3658638"/>
                  </a:lnTo>
                  <a:lnTo>
                    <a:pt x="1984997" y="3658638"/>
                  </a:lnTo>
                  <a:lnTo>
                    <a:pt x="1985123" y="3658638"/>
                  </a:lnTo>
                  <a:lnTo>
                    <a:pt x="1985123" y="3653359"/>
                  </a:lnTo>
                  <a:lnTo>
                    <a:pt x="1985249" y="3653359"/>
                  </a:lnTo>
                  <a:lnTo>
                    <a:pt x="1985375" y="3653359"/>
                  </a:lnTo>
                  <a:lnTo>
                    <a:pt x="1985501" y="3653359"/>
                  </a:lnTo>
                  <a:lnTo>
                    <a:pt x="1985627" y="3653359"/>
                  </a:lnTo>
                  <a:lnTo>
                    <a:pt x="1985753" y="3653359"/>
                  </a:lnTo>
                  <a:lnTo>
                    <a:pt x="1985879" y="3653359"/>
                  </a:lnTo>
                  <a:lnTo>
                    <a:pt x="1985879" y="3648080"/>
                  </a:lnTo>
                  <a:lnTo>
                    <a:pt x="1986006" y="3648080"/>
                  </a:lnTo>
                  <a:lnTo>
                    <a:pt x="1986132" y="3648080"/>
                  </a:lnTo>
                  <a:lnTo>
                    <a:pt x="1986258" y="3648080"/>
                  </a:lnTo>
                  <a:lnTo>
                    <a:pt x="1986384" y="3648080"/>
                  </a:lnTo>
                  <a:lnTo>
                    <a:pt x="1986510" y="3648080"/>
                  </a:lnTo>
                  <a:lnTo>
                    <a:pt x="1986636" y="3648080"/>
                  </a:lnTo>
                  <a:lnTo>
                    <a:pt x="1986762" y="3648080"/>
                  </a:lnTo>
                  <a:lnTo>
                    <a:pt x="1986888" y="3648080"/>
                  </a:lnTo>
                  <a:lnTo>
                    <a:pt x="1987014" y="3648080"/>
                  </a:lnTo>
                  <a:lnTo>
                    <a:pt x="1987140" y="3648080"/>
                  </a:lnTo>
                  <a:lnTo>
                    <a:pt x="1987140" y="3642800"/>
                  </a:lnTo>
                  <a:lnTo>
                    <a:pt x="1987266" y="3642800"/>
                  </a:lnTo>
                  <a:lnTo>
                    <a:pt x="1987393" y="3642800"/>
                  </a:lnTo>
                  <a:lnTo>
                    <a:pt x="1987519" y="3642800"/>
                  </a:lnTo>
                  <a:lnTo>
                    <a:pt x="1987645" y="3642800"/>
                  </a:lnTo>
                  <a:lnTo>
                    <a:pt x="1987771" y="3642800"/>
                  </a:lnTo>
                  <a:lnTo>
                    <a:pt x="1987897" y="3642800"/>
                  </a:lnTo>
                  <a:lnTo>
                    <a:pt x="1988023" y="3642800"/>
                  </a:lnTo>
                  <a:lnTo>
                    <a:pt x="1988023" y="3637521"/>
                  </a:lnTo>
                  <a:lnTo>
                    <a:pt x="1988149" y="3637521"/>
                  </a:lnTo>
                  <a:lnTo>
                    <a:pt x="1988275" y="3637521"/>
                  </a:lnTo>
                  <a:lnTo>
                    <a:pt x="1988401" y="3637521"/>
                  </a:lnTo>
                  <a:lnTo>
                    <a:pt x="1988527" y="3637521"/>
                  </a:lnTo>
                  <a:lnTo>
                    <a:pt x="1988653" y="3637521"/>
                  </a:lnTo>
                  <a:lnTo>
                    <a:pt x="1988779" y="3637521"/>
                  </a:lnTo>
                  <a:lnTo>
                    <a:pt x="1988906" y="3637521"/>
                  </a:lnTo>
                  <a:lnTo>
                    <a:pt x="1989032" y="3637521"/>
                  </a:lnTo>
                  <a:lnTo>
                    <a:pt x="1989158" y="3637521"/>
                  </a:lnTo>
                  <a:lnTo>
                    <a:pt x="1989284" y="3637521"/>
                  </a:lnTo>
                  <a:lnTo>
                    <a:pt x="1989410" y="3637521"/>
                  </a:lnTo>
                  <a:lnTo>
                    <a:pt x="1989536" y="3637521"/>
                  </a:lnTo>
                  <a:lnTo>
                    <a:pt x="1989662" y="3637521"/>
                  </a:lnTo>
                  <a:lnTo>
                    <a:pt x="1989788" y="3637521"/>
                  </a:lnTo>
                  <a:lnTo>
                    <a:pt x="1989914" y="3637521"/>
                  </a:lnTo>
                  <a:lnTo>
                    <a:pt x="1990040" y="3637521"/>
                  </a:lnTo>
                  <a:lnTo>
                    <a:pt x="1990166" y="3637521"/>
                  </a:lnTo>
                  <a:lnTo>
                    <a:pt x="1990293" y="3637521"/>
                  </a:lnTo>
                  <a:lnTo>
                    <a:pt x="1990419" y="3637521"/>
                  </a:lnTo>
                  <a:lnTo>
                    <a:pt x="1990545" y="3637521"/>
                  </a:lnTo>
                  <a:lnTo>
                    <a:pt x="1990671" y="3637521"/>
                  </a:lnTo>
                  <a:lnTo>
                    <a:pt x="1990797" y="3637521"/>
                  </a:lnTo>
                  <a:lnTo>
                    <a:pt x="1990923" y="3637521"/>
                  </a:lnTo>
                  <a:lnTo>
                    <a:pt x="1991049" y="3637521"/>
                  </a:lnTo>
                  <a:lnTo>
                    <a:pt x="1991175" y="3637521"/>
                  </a:lnTo>
                  <a:lnTo>
                    <a:pt x="1991301" y="3637521"/>
                  </a:lnTo>
                  <a:lnTo>
                    <a:pt x="1991427" y="3637521"/>
                  </a:lnTo>
                  <a:lnTo>
                    <a:pt x="1991553" y="3637521"/>
                  </a:lnTo>
                  <a:lnTo>
                    <a:pt x="1991680" y="3637521"/>
                  </a:lnTo>
                  <a:lnTo>
                    <a:pt x="1991806" y="3637521"/>
                  </a:lnTo>
                  <a:lnTo>
                    <a:pt x="1991932" y="3637521"/>
                  </a:lnTo>
                  <a:lnTo>
                    <a:pt x="1992058" y="3637521"/>
                  </a:lnTo>
                  <a:lnTo>
                    <a:pt x="1992184" y="3637521"/>
                  </a:lnTo>
                  <a:lnTo>
                    <a:pt x="1992310" y="3637521"/>
                  </a:lnTo>
                  <a:lnTo>
                    <a:pt x="1992436" y="3637521"/>
                  </a:lnTo>
                  <a:lnTo>
                    <a:pt x="1992562" y="3637521"/>
                  </a:lnTo>
                  <a:lnTo>
                    <a:pt x="1992688" y="3637521"/>
                  </a:lnTo>
                  <a:lnTo>
                    <a:pt x="1992814" y="3637521"/>
                  </a:lnTo>
                  <a:lnTo>
                    <a:pt x="1992940" y="3637521"/>
                  </a:lnTo>
                  <a:lnTo>
                    <a:pt x="1993066" y="3637521"/>
                  </a:lnTo>
                  <a:lnTo>
                    <a:pt x="1993193" y="3637521"/>
                  </a:lnTo>
                  <a:lnTo>
                    <a:pt x="1993319" y="3637521"/>
                  </a:lnTo>
                  <a:lnTo>
                    <a:pt x="1993445" y="3637521"/>
                  </a:lnTo>
                  <a:lnTo>
                    <a:pt x="1993571" y="3637521"/>
                  </a:lnTo>
                  <a:lnTo>
                    <a:pt x="1993697" y="3637521"/>
                  </a:lnTo>
                  <a:lnTo>
                    <a:pt x="1993697" y="3632241"/>
                  </a:lnTo>
                  <a:lnTo>
                    <a:pt x="1993823" y="3632241"/>
                  </a:lnTo>
                  <a:lnTo>
                    <a:pt x="1993949" y="3632241"/>
                  </a:lnTo>
                  <a:lnTo>
                    <a:pt x="1994075" y="3632241"/>
                  </a:lnTo>
                  <a:lnTo>
                    <a:pt x="1994201" y="3632241"/>
                  </a:lnTo>
                  <a:lnTo>
                    <a:pt x="1994327" y="3632241"/>
                  </a:lnTo>
                  <a:lnTo>
                    <a:pt x="1994453" y="3632241"/>
                  </a:lnTo>
                  <a:lnTo>
                    <a:pt x="1994580" y="3632241"/>
                  </a:lnTo>
                  <a:lnTo>
                    <a:pt x="1994706" y="3632241"/>
                  </a:lnTo>
                  <a:lnTo>
                    <a:pt x="1994832" y="3632241"/>
                  </a:lnTo>
                  <a:lnTo>
                    <a:pt x="1994958" y="3632241"/>
                  </a:lnTo>
                  <a:lnTo>
                    <a:pt x="1995084" y="3632241"/>
                  </a:lnTo>
                  <a:lnTo>
                    <a:pt x="1995210" y="3632241"/>
                  </a:lnTo>
                  <a:lnTo>
                    <a:pt x="1995336" y="3632241"/>
                  </a:lnTo>
                  <a:lnTo>
                    <a:pt x="1995462" y="3632241"/>
                  </a:lnTo>
                  <a:lnTo>
                    <a:pt x="1995588" y="3632241"/>
                  </a:lnTo>
                  <a:lnTo>
                    <a:pt x="1995588" y="3626962"/>
                  </a:lnTo>
                  <a:lnTo>
                    <a:pt x="1995714" y="3626962"/>
                  </a:lnTo>
                  <a:lnTo>
                    <a:pt x="1995840" y="3626962"/>
                  </a:lnTo>
                  <a:lnTo>
                    <a:pt x="1995966" y="3626962"/>
                  </a:lnTo>
                  <a:lnTo>
                    <a:pt x="1996093" y="3626962"/>
                  </a:lnTo>
                  <a:lnTo>
                    <a:pt x="1996219" y="3626962"/>
                  </a:lnTo>
                  <a:lnTo>
                    <a:pt x="1996345" y="3626962"/>
                  </a:lnTo>
                  <a:lnTo>
                    <a:pt x="1996471" y="3626962"/>
                  </a:lnTo>
                  <a:lnTo>
                    <a:pt x="1996471" y="3621683"/>
                  </a:lnTo>
                  <a:lnTo>
                    <a:pt x="1996597" y="3621683"/>
                  </a:lnTo>
                  <a:lnTo>
                    <a:pt x="1996723" y="3621683"/>
                  </a:lnTo>
                  <a:lnTo>
                    <a:pt x="1996849" y="3621683"/>
                  </a:lnTo>
                  <a:lnTo>
                    <a:pt x="1996975" y="3621683"/>
                  </a:lnTo>
                  <a:lnTo>
                    <a:pt x="1997101" y="3621683"/>
                  </a:lnTo>
                  <a:lnTo>
                    <a:pt x="1997227" y="3621683"/>
                  </a:lnTo>
                  <a:lnTo>
                    <a:pt x="1997353" y="3621683"/>
                  </a:lnTo>
                  <a:lnTo>
                    <a:pt x="1997480" y="3621683"/>
                  </a:lnTo>
                  <a:lnTo>
                    <a:pt x="1997606" y="3621683"/>
                  </a:lnTo>
                  <a:lnTo>
                    <a:pt x="1997732" y="3621683"/>
                  </a:lnTo>
                  <a:lnTo>
                    <a:pt x="1997858" y="3621683"/>
                  </a:lnTo>
                  <a:lnTo>
                    <a:pt x="1997984" y="3621683"/>
                  </a:lnTo>
                  <a:lnTo>
                    <a:pt x="1998110" y="3621683"/>
                  </a:lnTo>
                  <a:lnTo>
                    <a:pt x="1998236" y="3621683"/>
                  </a:lnTo>
                  <a:lnTo>
                    <a:pt x="1998362" y="3621683"/>
                  </a:lnTo>
                  <a:lnTo>
                    <a:pt x="1998488" y="3621683"/>
                  </a:lnTo>
                  <a:lnTo>
                    <a:pt x="1998614" y="3621683"/>
                  </a:lnTo>
                  <a:lnTo>
                    <a:pt x="1998740" y="3621683"/>
                  </a:lnTo>
                  <a:lnTo>
                    <a:pt x="1998866" y="3621683"/>
                  </a:lnTo>
                  <a:lnTo>
                    <a:pt x="1998993" y="3621683"/>
                  </a:lnTo>
                  <a:lnTo>
                    <a:pt x="1999119" y="3621683"/>
                  </a:lnTo>
                  <a:lnTo>
                    <a:pt x="1999245" y="3621683"/>
                  </a:lnTo>
                  <a:lnTo>
                    <a:pt x="1999371" y="3621683"/>
                  </a:lnTo>
                  <a:lnTo>
                    <a:pt x="1999497" y="3621683"/>
                  </a:lnTo>
                  <a:lnTo>
                    <a:pt x="1999623" y="3621683"/>
                  </a:lnTo>
                  <a:lnTo>
                    <a:pt x="1999749" y="3621683"/>
                  </a:lnTo>
                  <a:lnTo>
                    <a:pt x="1999875" y="3621683"/>
                  </a:lnTo>
                  <a:lnTo>
                    <a:pt x="2000001" y="3621683"/>
                  </a:lnTo>
                  <a:lnTo>
                    <a:pt x="2000127" y="3621683"/>
                  </a:lnTo>
                  <a:lnTo>
                    <a:pt x="2000253" y="3621683"/>
                  </a:lnTo>
                  <a:lnTo>
                    <a:pt x="2000380" y="3621683"/>
                  </a:lnTo>
                  <a:lnTo>
                    <a:pt x="2000506" y="3621683"/>
                  </a:lnTo>
                  <a:lnTo>
                    <a:pt x="2000632" y="3621683"/>
                  </a:lnTo>
                  <a:lnTo>
                    <a:pt x="2000758" y="3621683"/>
                  </a:lnTo>
                  <a:lnTo>
                    <a:pt x="2000884" y="3621683"/>
                  </a:lnTo>
                  <a:lnTo>
                    <a:pt x="2001010" y="3621683"/>
                  </a:lnTo>
                  <a:lnTo>
                    <a:pt x="2001136" y="3621683"/>
                  </a:lnTo>
                  <a:lnTo>
                    <a:pt x="2001262" y="3621683"/>
                  </a:lnTo>
                  <a:lnTo>
                    <a:pt x="2001388" y="3621683"/>
                  </a:lnTo>
                  <a:lnTo>
                    <a:pt x="2001514" y="3621683"/>
                  </a:lnTo>
                  <a:lnTo>
                    <a:pt x="2001640" y="3621683"/>
                  </a:lnTo>
                  <a:lnTo>
                    <a:pt x="2001767" y="3621683"/>
                  </a:lnTo>
                  <a:lnTo>
                    <a:pt x="2001893" y="3621683"/>
                  </a:lnTo>
                  <a:lnTo>
                    <a:pt x="2002019" y="3621683"/>
                  </a:lnTo>
                  <a:lnTo>
                    <a:pt x="2002145" y="3621683"/>
                  </a:lnTo>
                  <a:lnTo>
                    <a:pt x="2002271" y="3621683"/>
                  </a:lnTo>
                  <a:lnTo>
                    <a:pt x="2002397" y="3621683"/>
                  </a:lnTo>
                  <a:lnTo>
                    <a:pt x="2002523" y="3621683"/>
                  </a:lnTo>
                  <a:lnTo>
                    <a:pt x="2002649" y="3621683"/>
                  </a:lnTo>
                  <a:lnTo>
                    <a:pt x="2002775" y="3621683"/>
                  </a:lnTo>
                  <a:lnTo>
                    <a:pt x="2002901" y="3621683"/>
                  </a:lnTo>
                  <a:lnTo>
                    <a:pt x="2003027" y="3621683"/>
                  </a:lnTo>
                  <a:lnTo>
                    <a:pt x="2003153" y="3621683"/>
                  </a:lnTo>
                  <a:lnTo>
                    <a:pt x="2003280" y="3621683"/>
                  </a:lnTo>
                  <a:lnTo>
                    <a:pt x="2003406" y="3621683"/>
                  </a:lnTo>
                  <a:lnTo>
                    <a:pt x="2003532" y="3621683"/>
                  </a:lnTo>
                  <a:lnTo>
                    <a:pt x="2003658" y="3621683"/>
                  </a:lnTo>
                  <a:lnTo>
                    <a:pt x="2003784" y="3621683"/>
                  </a:lnTo>
                  <a:lnTo>
                    <a:pt x="2003910" y="3621683"/>
                  </a:lnTo>
                  <a:lnTo>
                    <a:pt x="2004036" y="3621683"/>
                  </a:lnTo>
                  <a:lnTo>
                    <a:pt x="2004162" y="3621683"/>
                  </a:lnTo>
                  <a:lnTo>
                    <a:pt x="2004288" y="3621683"/>
                  </a:lnTo>
                  <a:lnTo>
                    <a:pt x="2004414" y="3621683"/>
                  </a:lnTo>
                  <a:lnTo>
                    <a:pt x="2004540" y="3621683"/>
                  </a:lnTo>
                  <a:lnTo>
                    <a:pt x="2004667" y="3621683"/>
                  </a:lnTo>
                  <a:lnTo>
                    <a:pt x="2004793" y="3621683"/>
                  </a:lnTo>
                  <a:lnTo>
                    <a:pt x="2004919" y="3621683"/>
                  </a:lnTo>
                  <a:lnTo>
                    <a:pt x="2005045" y="3621683"/>
                  </a:lnTo>
                  <a:lnTo>
                    <a:pt x="2005171" y="3621683"/>
                  </a:lnTo>
                  <a:lnTo>
                    <a:pt x="2005297" y="3621683"/>
                  </a:lnTo>
                  <a:lnTo>
                    <a:pt x="2005423" y="3621683"/>
                  </a:lnTo>
                  <a:lnTo>
                    <a:pt x="2005549" y="3621683"/>
                  </a:lnTo>
                  <a:lnTo>
                    <a:pt x="2005675" y="3621683"/>
                  </a:lnTo>
                  <a:lnTo>
                    <a:pt x="2005801" y="3621683"/>
                  </a:lnTo>
                  <a:lnTo>
                    <a:pt x="2005927" y="3621683"/>
                  </a:lnTo>
                  <a:lnTo>
                    <a:pt x="2006053" y="3621683"/>
                  </a:lnTo>
                  <a:lnTo>
                    <a:pt x="2006180" y="3621683"/>
                  </a:lnTo>
                  <a:lnTo>
                    <a:pt x="2006306" y="3621683"/>
                  </a:lnTo>
                  <a:lnTo>
                    <a:pt x="2006432" y="3621683"/>
                  </a:lnTo>
                  <a:lnTo>
                    <a:pt x="2006558" y="3621683"/>
                  </a:lnTo>
                  <a:lnTo>
                    <a:pt x="2006684" y="3621683"/>
                  </a:lnTo>
                  <a:lnTo>
                    <a:pt x="2006810" y="3621683"/>
                  </a:lnTo>
                  <a:lnTo>
                    <a:pt x="2006936" y="3621683"/>
                  </a:lnTo>
                  <a:lnTo>
                    <a:pt x="2007062" y="3621683"/>
                  </a:lnTo>
                  <a:lnTo>
                    <a:pt x="2007188" y="3621683"/>
                  </a:lnTo>
                  <a:lnTo>
                    <a:pt x="2007314" y="3621683"/>
                  </a:lnTo>
                  <a:lnTo>
                    <a:pt x="2007440" y="3621683"/>
                  </a:lnTo>
                  <a:lnTo>
                    <a:pt x="2007567" y="3621683"/>
                  </a:lnTo>
                  <a:lnTo>
                    <a:pt x="2007693" y="3621683"/>
                  </a:lnTo>
                  <a:lnTo>
                    <a:pt x="2007819" y="3621683"/>
                  </a:lnTo>
                  <a:lnTo>
                    <a:pt x="2007945" y="3621683"/>
                  </a:lnTo>
                  <a:lnTo>
                    <a:pt x="2008071" y="3621683"/>
                  </a:lnTo>
                  <a:lnTo>
                    <a:pt x="2008197" y="3621683"/>
                  </a:lnTo>
                  <a:lnTo>
                    <a:pt x="2008323" y="3621683"/>
                  </a:lnTo>
                  <a:lnTo>
                    <a:pt x="2008449" y="3621683"/>
                  </a:lnTo>
                  <a:lnTo>
                    <a:pt x="2008575" y="3621683"/>
                  </a:lnTo>
                  <a:lnTo>
                    <a:pt x="2008701" y="3621683"/>
                  </a:lnTo>
                  <a:lnTo>
                    <a:pt x="2008827" y="3621683"/>
                  </a:lnTo>
                  <a:lnTo>
                    <a:pt x="2008954" y="3621683"/>
                  </a:lnTo>
                  <a:lnTo>
                    <a:pt x="2009080" y="3621683"/>
                  </a:lnTo>
                  <a:lnTo>
                    <a:pt x="2009206" y="3621683"/>
                  </a:lnTo>
                  <a:lnTo>
                    <a:pt x="2009332" y="3621683"/>
                  </a:lnTo>
                  <a:lnTo>
                    <a:pt x="2009458" y="3621683"/>
                  </a:lnTo>
                  <a:lnTo>
                    <a:pt x="2009584" y="3621683"/>
                  </a:lnTo>
                  <a:lnTo>
                    <a:pt x="2009710" y="3621683"/>
                  </a:lnTo>
                  <a:lnTo>
                    <a:pt x="2009836" y="3621683"/>
                  </a:lnTo>
                  <a:lnTo>
                    <a:pt x="2009962" y="3621683"/>
                  </a:lnTo>
                  <a:lnTo>
                    <a:pt x="2010088" y="3621683"/>
                  </a:lnTo>
                  <a:lnTo>
                    <a:pt x="2010214" y="3621683"/>
                  </a:lnTo>
                  <a:lnTo>
                    <a:pt x="2010340" y="3621683"/>
                  </a:lnTo>
                  <a:lnTo>
                    <a:pt x="2010467" y="3621683"/>
                  </a:lnTo>
                  <a:lnTo>
                    <a:pt x="2010593" y="3621683"/>
                  </a:lnTo>
                  <a:lnTo>
                    <a:pt x="2010719" y="3621683"/>
                  </a:lnTo>
                  <a:lnTo>
                    <a:pt x="2010845" y="3621683"/>
                  </a:lnTo>
                  <a:lnTo>
                    <a:pt x="2010971" y="3621683"/>
                  </a:lnTo>
                  <a:lnTo>
                    <a:pt x="2011097" y="3621683"/>
                  </a:lnTo>
                  <a:lnTo>
                    <a:pt x="2011223" y="3621683"/>
                  </a:lnTo>
                  <a:lnTo>
                    <a:pt x="2011349" y="3621683"/>
                  </a:lnTo>
                  <a:lnTo>
                    <a:pt x="2011475" y="3621683"/>
                  </a:lnTo>
                  <a:lnTo>
                    <a:pt x="2011601" y="3621683"/>
                  </a:lnTo>
                  <a:lnTo>
                    <a:pt x="2011727" y="3621683"/>
                  </a:lnTo>
                  <a:lnTo>
                    <a:pt x="2011854" y="3621683"/>
                  </a:lnTo>
                  <a:lnTo>
                    <a:pt x="2011980" y="3621683"/>
                  </a:lnTo>
                  <a:lnTo>
                    <a:pt x="2012106" y="3621683"/>
                  </a:lnTo>
                  <a:lnTo>
                    <a:pt x="2012232" y="3621683"/>
                  </a:lnTo>
                  <a:lnTo>
                    <a:pt x="2012358" y="3621683"/>
                  </a:lnTo>
                  <a:lnTo>
                    <a:pt x="2012484" y="3621683"/>
                  </a:lnTo>
                  <a:lnTo>
                    <a:pt x="2012610" y="3621683"/>
                  </a:lnTo>
                  <a:lnTo>
                    <a:pt x="2012736" y="3621683"/>
                  </a:lnTo>
                  <a:lnTo>
                    <a:pt x="2012862" y="3621683"/>
                  </a:lnTo>
                  <a:lnTo>
                    <a:pt x="2012988" y="3621683"/>
                  </a:lnTo>
                  <a:lnTo>
                    <a:pt x="2013114" y="3621683"/>
                  </a:lnTo>
                  <a:lnTo>
                    <a:pt x="2013240" y="3621683"/>
                  </a:lnTo>
                  <a:lnTo>
                    <a:pt x="2013367" y="3621683"/>
                  </a:lnTo>
                  <a:lnTo>
                    <a:pt x="2013493" y="3621683"/>
                  </a:lnTo>
                  <a:lnTo>
                    <a:pt x="2013619" y="3621683"/>
                  </a:lnTo>
                  <a:lnTo>
                    <a:pt x="2013745" y="3621683"/>
                  </a:lnTo>
                  <a:lnTo>
                    <a:pt x="2013871" y="3621683"/>
                  </a:lnTo>
                  <a:lnTo>
                    <a:pt x="2013997" y="3621683"/>
                  </a:lnTo>
                  <a:lnTo>
                    <a:pt x="2014123" y="3621683"/>
                  </a:lnTo>
                  <a:lnTo>
                    <a:pt x="2014249" y="3621683"/>
                  </a:lnTo>
                  <a:lnTo>
                    <a:pt x="2014375" y="3621683"/>
                  </a:lnTo>
                  <a:lnTo>
                    <a:pt x="2014501" y="3621683"/>
                  </a:lnTo>
                  <a:lnTo>
                    <a:pt x="2014627" y="3621683"/>
                  </a:lnTo>
                  <a:lnTo>
                    <a:pt x="2014754" y="3621683"/>
                  </a:lnTo>
                  <a:lnTo>
                    <a:pt x="2014880" y="3621683"/>
                  </a:lnTo>
                  <a:lnTo>
                    <a:pt x="2015006" y="3621683"/>
                  </a:lnTo>
                  <a:lnTo>
                    <a:pt x="2015132" y="3621683"/>
                  </a:lnTo>
                  <a:lnTo>
                    <a:pt x="2015258" y="3621683"/>
                  </a:lnTo>
                  <a:lnTo>
                    <a:pt x="2015384" y="3621683"/>
                  </a:lnTo>
                  <a:lnTo>
                    <a:pt x="2015510" y="3621683"/>
                  </a:lnTo>
                  <a:lnTo>
                    <a:pt x="2015636" y="3621683"/>
                  </a:lnTo>
                  <a:lnTo>
                    <a:pt x="2015762" y="3621683"/>
                  </a:lnTo>
                  <a:lnTo>
                    <a:pt x="2015888" y="3621683"/>
                  </a:lnTo>
                  <a:lnTo>
                    <a:pt x="2016014" y="3621683"/>
                  </a:lnTo>
                  <a:lnTo>
                    <a:pt x="2016140" y="3621683"/>
                  </a:lnTo>
                  <a:lnTo>
                    <a:pt x="2016267" y="3621683"/>
                  </a:lnTo>
                  <a:lnTo>
                    <a:pt x="2016393" y="3621683"/>
                  </a:lnTo>
                  <a:lnTo>
                    <a:pt x="2016519" y="3621683"/>
                  </a:lnTo>
                  <a:lnTo>
                    <a:pt x="2016645" y="3621683"/>
                  </a:lnTo>
                  <a:lnTo>
                    <a:pt x="2016771" y="3621683"/>
                  </a:lnTo>
                  <a:lnTo>
                    <a:pt x="2016897" y="3621683"/>
                  </a:lnTo>
                  <a:lnTo>
                    <a:pt x="2017023" y="3621683"/>
                  </a:lnTo>
                  <a:lnTo>
                    <a:pt x="2017149" y="3621683"/>
                  </a:lnTo>
                  <a:lnTo>
                    <a:pt x="2017275" y="3621683"/>
                  </a:lnTo>
                  <a:lnTo>
                    <a:pt x="2017401" y="3621683"/>
                  </a:lnTo>
                  <a:lnTo>
                    <a:pt x="2017527" y="3621683"/>
                  </a:lnTo>
                  <a:lnTo>
                    <a:pt x="2017654" y="3621683"/>
                  </a:lnTo>
                  <a:lnTo>
                    <a:pt x="2017780" y="3621683"/>
                  </a:lnTo>
                  <a:lnTo>
                    <a:pt x="2017906" y="3621683"/>
                  </a:lnTo>
                  <a:lnTo>
                    <a:pt x="2018032" y="3621683"/>
                  </a:lnTo>
                  <a:lnTo>
                    <a:pt x="2018158" y="3621683"/>
                  </a:lnTo>
                  <a:lnTo>
                    <a:pt x="2018158" y="3616403"/>
                  </a:lnTo>
                  <a:lnTo>
                    <a:pt x="2018284" y="3616403"/>
                  </a:lnTo>
                  <a:lnTo>
                    <a:pt x="2018410" y="3616403"/>
                  </a:lnTo>
                  <a:lnTo>
                    <a:pt x="2018536" y="3616403"/>
                  </a:lnTo>
                  <a:lnTo>
                    <a:pt x="2018662" y="3616403"/>
                  </a:lnTo>
                  <a:lnTo>
                    <a:pt x="2018788" y="3616403"/>
                  </a:lnTo>
                  <a:lnTo>
                    <a:pt x="2018914" y="3616403"/>
                  </a:lnTo>
                  <a:lnTo>
                    <a:pt x="2019041" y="3616403"/>
                  </a:lnTo>
                  <a:lnTo>
                    <a:pt x="2019167" y="3616403"/>
                  </a:lnTo>
                  <a:lnTo>
                    <a:pt x="2019293" y="3616403"/>
                  </a:lnTo>
                  <a:lnTo>
                    <a:pt x="2019419" y="3616403"/>
                  </a:lnTo>
                  <a:lnTo>
                    <a:pt x="2019545" y="3616403"/>
                  </a:lnTo>
                  <a:lnTo>
                    <a:pt x="2019671" y="3616403"/>
                  </a:lnTo>
                  <a:lnTo>
                    <a:pt x="2019797" y="3616403"/>
                  </a:lnTo>
                  <a:lnTo>
                    <a:pt x="2019923" y="3616403"/>
                  </a:lnTo>
                  <a:lnTo>
                    <a:pt x="2020049" y="3616403"/>
                  </a:lnTo>
                  <a:lnTo>
                    <a:pt x="2020175" y="3616403"/>
                  </a:lnTo>
                  <a:lnTo>
                    <a:pt x="2020301" y="3616403"/>
                  </a:lnTo>
                  <a:lnTo>
                    <a:pt x="2020427" y="3616403"/>
                  </a:lnTo>
                  <a:lnTo>
                    <a:pt x="2020554" y="3616403"/>
                  </a:lnTo>
                  <a:lnTo>
                    <a:pt x="2020680" y="3616403"/>
                  </a:lnTo>
                  <a:lnTo>
                    <a:pt x="2020806" y="3616403"/>
                  </a:lnTo>
                  <a:lnTo>
                    <a:pt x="2020932" y="3616403"/>
                  </a:lnTo>
                  <a:lnTo>
                    <a:pt x="2021058" y="3616403"/>
                  </a:lnTo>
                  <a:lnTo>
                    <a:pt x="2021184" y="3616403"/>
                  </a:lnTo>
                  <a:lnTo>
                    <a:pt x="2021310" y="3616403"/>
                  </a:lnTo>
                  <a:lnTo>
                    <a:pt x="2021436" y="3616403"/>
                  </a:lnTo>
                  <a:lnTo>
                    <a:pt x="2021562" y="3616403"/>
                  </a:lnTo>
                  <a:lnTo>
                    <a:pt x="2021688" y="3616403"/>
                  </a:lnTo>
                  <a:lnTo>
                    <a:pt x="2021814" y="3616403"/>
                  </a:lnTo>
                  <a:lnTo>
                    <a:pt x="2021941" y="3616403"/>
                  </a:lnTo>
                  <a:lnTo>
                    <a:pt x="2022067" y="3616403"/>
                  </a:lnTo>
                  <a:lnTo>
                    <a:pt x="2022193" y="3616403"/>
                  </a:lnTo>
                  <a:lnTo>
                    <a:pt x="2022319" y="3616403"/>
                  </a:lnTo>
                  <a:lnTo>
                    <a:pt x="2022445" y="3616403"/>
                  </a:lnTo>
                  <a:lnTo>
                    <a:pt x="2022571" y="3616403"/>
                  </a:lnTo>
                  <a:lnTo>
                    <a:pt x="2022697" y="3616403"/>
                  </a:lnTo>
                  <a:lnTo>
                    <a:pt x="2022823" y="3616403"/>
                  </a:lnTo>
                  <a:lnTo>
                    <a:pt x="2022949" y="3616403"/>
                  </a:lnTo>
                  <a:lnTo>
                    <a:pt x="2023075" y="3616403"/>
                  </a:lnTo>
                  <a:lnTo>
                    <a:pt x="2023201" y="3616403"/>
                  </a:lnTo>
                  <a:lnTo>
                    <a:pt x="2023327" y="3616403"/>
                  </a:lnTo>
                  <a:lnTo>
                    <a:pt x="2023454" y="3616403"/>
                  </a:lnTo>
                  <a:lnTo>
                    <a:pt x="2023580" y="3616403"/>
                  </a:lnTo>
                  <a:lnTo>
                    <a:pt x="2023706" y="3616403"/>
                  </a:lnTo>
                  <a:lnTo>
                    <a:pt x="2023832" y="3616403"/>
                  </a:lnTo>
                  <a:lnTo>
                    <a:pt x="2023958" y="3616403"/>
                  </a:lnTo>
                  <a:lnTo>
                    <a:pt x="2024084" y="3616403"/>
                  </a:lnTo>
                  <a:lnTo>
                    <a:pt x="2024210" y="3616403"/>
                  </a:lnTo>
                  <a:lnTo>
                    <a:pt x="2024336" y="3616403"/>
                  </a:lnTo>
                  <a:lnTo>
                    <a:pt x="2024462" y="3616403"/>
                  </a:lnTo>
                  <a:lnTo>
                    <a:pt x="2024588" y="3616403"/>
                  </a:lnTo>
                  <a:lnTo>
                    <a:pt x="2024714" y="3616403"/>
                  </a:lnTo>
                  <a:lnTo>
                    <a:pt x="2024841" y="3616403"/>
                  </a:lnTo>
                  <a:lnTo>
                    <a:pt x="2024967" y="3616403"/>
                  </a:lnTo>
                  <a:lnTo>
                    <a:pt x="2025093" y="3616403"/>
                  </a:lnTo>
                  <a:lnTo>
                    <a:pt x="2025219" y="3616403"/>
                  </a:lnTo>
                  <a:lnTo>
                    <a:pt x="2025345" y="3616403"/>
                  </a:lnTo>
                  <a:lnTo>
                    <a:pt x="2025471" y="3616403"/>
                  </a:lnTo>
                  <a:lnTo>
                    <a:pt x="2025597" y="3616403"/>
                  </a:lnTo>
                  <a:lnTo>
                    <a:pt x="2025723" y="3616403"/>
                  </a:lnTo>
                  <a:lnTo>
                    <a:pt x="2025849" y="3616403"/>
                  </a:lnTo>
                  <a:lnTo>
                    <a:pt x="2025975" y="3616403"/>
                  </a:lnTo>
                  <a:lnTo>
                    <a:pt x="2026101" y="3616403"/>
                  </a:lnTo>
                  <a:lnTo>
                    <a:pt x="2026228" y="3616403"/>
                  </a:lnTo>
                  <a:lnTo>
                    <a:pt x="2026354" y="3616403"/>
                  </a:lnTo>
                  <a:lnTo>
                    <a:pt x="2026354" y="3611124"/>
                  </a:lnTo>
                  <a:lnTo>
                    <a:pt x="2026480" y="3611124"/>
                  </a:lnTo>
                  <a:lnTo>
                    <a:pt x="2026606" y="3611124"/>
                  </a:lnTo>
                  <a:lnTo>
                    <a:pt x="2026732" y="3611124"/>
                  </a:lnTo>
                  <a:lnTo>
                    <a:pt x="2026858" y="3611124"/>
                  </a:lnTo>
                  <a:lnTo>
                    <a:pt x="2026984" y="3611124"/>
                  </a:lnTo>
                  <a:lnTo>
                    <a:pt x="2027110" y="3611124"/>
                  </a:lnTo>
                  <a:lnTo>
                    <a:pt x="2027236" y="3611124"/>
                  </a:lnTo>
                  <a:lnTo>
                    <a:pt x="2027362" y="3611124"/>
                  </a:lnTo>
                  <a:lnTo>
                    <a:pt x="2027488" y="3611124"/>
                  </a:lnTo>
                  <a:lnTo>
                    <a:pt x="2027614" y="3611124"/>
                  </a:lnTo>
                  <a:lnTo>
                    <a:pt x="2027741" y="3611124"/>
                  </a:lnTo>
                  <a:lnTo>
                    <a:pt x="2027867" y="3611124"/>
                  </a:lnTo>
                  <a:lnTo>
                    <a:pt x="2027993" y="3611124"/>
                  </a:lnTo>
                  <a:lnTo>
                    <a:pt x="2028119" y="3611124"/>
                  </a:lnTo>
                  <a:lnTo>
                    <a:pt x="2028119" y="3605844"/>
                  </a:lnTo>
                  <a:lnTo>
                    <a:pt x="2028245" y="3605844"/>
                  </a:lnTo>
                  <a:lnTo>
                    <a:pt x="2028371" y="3605844"/>
                  </a:lnTo>
                  <a:lnTo>
                    <a:pt x="2028497" y="3605844"/>
                  </a:lnTo>
                  <a:lnTo>
                    <a:pt x="2028623" y="3605844"/>
                  </a:lnTo>
                  <a:lnTo>
                    <a:pt x="2028749" y="3605844"/>
                  </a:lnTo>
                  <a:lnTo>
                    <a:pt x="2028875" y="3605844"/>
                  </a:lnTo>
                  <a:lnTo>
                    <a:pt x="2029001" y="3605844"/>
                  </a:lnTo>
                  <a:lnTo>
                    <a:pt x="2029128" y="3605844"/>
                  </a:lnTo>
                  <a:lnTo>
                    <a:pt x="2029254" y="3605844"/>
                  </a:lnTo>
                  <a:lnTo>
                    <a:pt x="2029380" y="3605844"/>
                  </a:lnTo>
                  <a:lnTo>
                    <a:pt x="2029506" y="3605844"/>
                  </a:lnTo>
                  <a:lnTo>
                    <a:pt x="2029632" y="3605844"/>
                  </a:lnTo>
                  <a:lnTo>
                    <a:pt x="2029758" y="3605844"/>
                  </a:lnTo>
                  <a:lnTo>
                    <a:pt x="2029884" y="3605844"/>
                  </a:lnTo>
                  <a:lnTo>
                    <a:pt x="2030010" y="3605844"/>
                  </a:lnTo>
                  <a:lnTo>
                    <a:pt x="2030136" y="3605844"/>
                  </a:lnTo>
                  <a:lnTo>
                    <a:pt x="2030262" y="3605844"/>
                  </a:lnTo>
                  <a:lnTo>
                    <a:pt x="2030388" y="3605844"/>
                  </a:lnTo>
                  <a:lnTo>
                    <a:pt x="2030514" y="3605844"/>
                  </a:lnTo>
                  <a:lnTo>
                    <a:pt x="2030641" y="3605844"/>
                  </a:lnTo>
                  <a:lnTo>
                    <a:pt x="2030767" y="3605844"/>
                  </a:lnTo>
                  <a:lnTo>
                    <a:pt x="2030893" y="3605844"/>
                  </a:lnTo>
                  <a:lnTo>
                    <a:pt x="2031019" y="3605844"/>
                  </a:lnTo>
                  <a:lnTo>
                    <a:pt x="2031145" y="3605844"/>
                  </a:lnTo>
                  <a:lnTo>
                    <a:pt x="2031271" y="3605844"/>
                  </a:lnTo>
                  <a:lnTo>
                    <a:pt x="2031397" y="3605844"/>
                  </a:lnTo>
                  <a:lnTo>
                    <a:pt x="2031523" y="3605844"/>
                  </a:lnTo>
                  <a:lnTo>
                    <a:pt x="2031649" y="3605844"/>
                  </a:lnTo>
                  <a:lnTo>
                    <a:pt x="2031775" y="3605844"/>
                  </a:lnTo>
                  <a:lnTo>
                    <a:pt x="2031901" y="3605844"/>
                  </a:lnTo>
                  <a:lnTo>
                    <a:pt x="2032028" y="3605844"/>
                  </a:lnTo>
                  <a:lnTo>
                    <a:pt x="2032154" y="3605844"/>
                  </a:lnTo>
                  <a:lnTo>
                    <a:pt x="2032280" y="3605844"/>
                  </a:lnTo>
                  <a:lnTo>
                    <a:pt x="2032406" y="3605844"/>
                  </a:lnTo>
                  <a:lnTo>
                    <a:pt x="2032406" y="3600565"/>
                  </a:lnTo>
                  <a:lnTo>
                    <a:pt x="2032532" y="3600565"/>
                  </a:lnTo>
                  <a:lnTo>
                    <a:pt x="2032658" y="3600565"/>
                  </a:lnTo>
                  <a:lnTo>
                    <a:pt x="2032784" y="3600565"/>
                  </a:lnTo>
                  <a:lnTo>
                    <a:pt x="2032910" y="3600565"/>
                  </a:lnTo>
                  <a:lnTo>
                    <a:pt x="2033036" y="3600565"/>
                  </a:lnTo>
                  <a:lnTo>
                    <a:pt x="2033162" y="3600565"/>
                  </a:lnTo>
                  <a:lnTo>
                    <a:pt x="2033288" y="3600565"/>
                  </a:lnTo>
                  <a:lnTo>
                    <a:pt x="2033288" y="3595285"/>
                  </a:lnTo>
                  <a:lnTo>
                    <a:pt x="2033288" y="3590006"/>
                  </a:lnTo>
                  <a:lnTo>
                    <a:pt x="2033288" y="3584727"/>
                  </a:lnTo>
                  <a:lnTo>
                    <a:pt x="2033415" y="3584727"/>
                  </a:lnTo>
                  <a:lnTo>
                    <a:pt x="2033541" y="3584727"/>
                  </a:lnTo>
                  <a:lnTo>
                    <a:pt x="2033667" y="3584727"/>
                  </a:lnTo>
                  <a:lnTo>
                    <a:pt x="2033793" y="3584727"/>
                  </a:lnTo>
                  <a:lnTo>
                    <a:pt x="2033919" y="3584727"/>
                  </a:lnTo>
                  <a:lnTo>
                    <a:pt x="2034045" y="3584727"/>
                  </a:lnTo>
                  <a:lnTo>
                    <a:pt x="2034171" y="3584727"/>
                  </a:lnTo>
                  <a:lnTo>
                    <a:pt x="2034297" y="3584727"/>
                  </a:lnTo>
                  <a:lnTo>
                    <a:pt x="2034423" y="3584727"/>
                  </a:lnTo>
                  <a:lnTo>
                    <a:pt x="2034549" y="3584727"/>
                  </a:lnTo>
                  <a:lnTo>
                    <a:pt x="2034675" y="3584727"/>
                  </a:lnTo>
                  <a:lnTo>
                    <a:pt x="2034801" y="3584727"/>
                  </a:lnTo>
                  <a:lnTo>
                    <a:pt x="2034928" y="3584727"/>
                  </a:lnTo>
                  <a:lnTo>
                    <a:pt x="2035054" y="3584727"/>
                  </a:lnTo>
                  <a:lnTo>
                    <a:pt x="2035180" y="3584727"/>
                  </a:lnTo>
                  <a:lnTo>
                    <a:pt x="2035306" y="3584727"/>
                  </a:lnTo>
                  <a:lnTo>
                    <a:pt x="2035432" y="3584727"/>
                  </a:lnTo>
                  <a:lnTo>
                    <a:pt x="2035558" y="3584727"/>
                  </a:lnTo>
                  <a:lnTo>
                    <a:pt x="2035684" y="3584727"/>
                  </a:lnTo>
                  <a:lnTo>
                    <a:pt x="2035810" y="3584727"/>
                  </a:lnTo>
                  <a:lnTo>
                    <a:pt x="2035936" y="3584727"/>
                  </a:lnTo>
                  <a:lnTo>
                    <a:pt x="2036062" y="3584727"/>
                  </a:lnTo>
                  <a:lnTo>
                    <a:pt x="2036188" y="3584727"/>
                  </a:lnTo>
                  <a:lnTo>
                    <a:pt x="2036315" y="3584727"/>
                  </a:lnTo>
                  <a:lnTo>
                    <a:pt x="2036441" y="3584727"/>
                  </a:lnTo>
                  <a:lnTo>
                    <a:pt x="2036567" y="3584727"/>
                  </a:lnTo>
                  <a:lnTo>
                    <a:pt x="2036693" y="3584727"/>
                  </a:lnTo>
                  <a:lnTo>
                    <a:pt x="2036819" y="3584727"/>
                  </a:lnTo>
                  <a:lnTo>
                    <a:pt x="2036945" y="3584727"/>
                  </a:lnTo>
                  <a:lnTo>
                    <a:pt x="2037071" y="3584727"/>
                  </a:lnTo>
                  <a:lnTo>
                    <a:pt x="2037197" y="3584727"/>
                  </a:lnTo>
                  <a:lnTo>
                    <a:pt x="2037323" y="3584727"/>
                  </a:lnTo>
                  <a:lnTo>
                    <a:pt x="2037449" y="3584727"/>
                  </a:lnTo>
                  <a:lnTo>
                    <a:pt x="2037575" y="3584727"/>
                  </a:lnTo>
                  <a:lnTo>
                    <a:pt x="2037701" y="3584727"/>
                  </a:lnTo>
                  <a:lnTo>
                    <a:pt x="2037701" y="3579447"/>
                  </a:lnTo>
                  <a:lnTo>
                    <a:pt x="2037828" y="3579447"/>
                  </a:lnTo>
                  <a:lnTo>
                    <a:pt x="2037954" y="3579447"/>
                  </a:lnTo>
                  <a:lnTo>
                    <a:pt x="2038080" y="3579447"/>
                  </a:lnTo>
                  <a:lnTo>
                    <a:pt x="2038206" y="3579447"/>
                  </a:lnTo>
                  <a:lnTo>
                    <a:pt x="2038332" y="3579447"/>
                  </a:lnTo>
                  <a:lnTo>
                    <a:pt x="2038332" y="3574168"/>
                  </a:lnTo>
                  <a:lnTo>
                    <a:pt x="2038458" y="3574168"/>
                  </a:lnTo>
                  <a:lnTo>
                    <a:pt x="2038584" y="3574168"/>
                  </a:lnTo>
                  <a:lnTo>
                    <a:pt x="2038710" y="3574168"/>
                  </a:lnTo>
                  <a:lnTo>
                    <a:pt x="2038836" y="3574168"/>
                  </a:lnTo>
                  <a:lnTo>
                    <a:pt x="2038962" y="3574168"/>
                  </a:lnTo>
                  <a:lnTo>
                    <a:pt x="2039088" y="3574168"/>
                  </a:lnTo>
                  <a:lnTo>
                    <a:pt x="2039215" y="3574168"/>
                  </a:lnTo>
                  <a:lnTo>
                    <a:pt x="2039341" y="3574168"/>
                  </a:lnTo>
                  <a:lnTo>
                    <a:pt x="2039467" y="3574168"/>
                  </a:lnTo>
                  <a:lnTo>
                    <a:pt x="2039593" y="3574168"/>
                  </a:lnTo>
                  <a:lnTo>
                    <a:pt x="2039719" y="3574168"/>
                  </a:lnTo>
                  <a:lnTo>
                    <a:pt x="2039845" y="3574168"/>
                  </a:lnTo>
                  <a:lnTo>
                    <a:pt x="2039971" y="3574168"/>
                  </a:lnTo>
                  <a:lnTo>
                    <a:pt x="2040097" y="3574168"/>
                  </a:lnTo>
                  <a:lnTo>
                    <a:pt x="2040223" y="3574168"/>
                  </a:lnTo>
                  <a:lnTo>
                    <a:pt x="2040349" y="3574168"/>
                  </a:lnTo>
                  <a:lnTo>
                    <a:pt x="2040475" y="3574168"/>
                  </a:lnTo>
                  <a:lnTo>
                    <a:pt x="2040601" y="3574168"/>
                  </a:lnTo>
                  <a:lnTo>
                    <a:pt x="2040728" y="3574168"/>
                  </a:lnTo>
                  <a:lnTo>
                    <a:pt x="2040854" y="3574168"/>
                  </a:lnTo>
                  <a:lnTo>
                    <a:pt x="2040854" y="3568888"/>
                  </a:lnTo>
                  <a:lnTo>
                    <a:pt x="2040980" y="3568888"/>
                  </a:lnTo>
                  <a:lnTo>
                    <a:pt x="2041106" y="3568888"/>
                  </a:lnTo>
                  <a:lnTo>
                    <a:pt x="2041232" y="3568888"/>
                  </a:lnTo>
                  <a:lnTo>
                    <a:pt x="2041358" y="3568888"/>
                  </a:lnTo>
                  <a:lnTo>
                    <a:pt x="2041484" y="3568888"/>
                  </a:lnTo>
                  <a:lnTo>
                    <a:pt x="2041610" y="3568888"/>
                  </a:lnTo>
                  <a:lnTo>
                    <a:pt x="2041736" y="3568888"/>
                  </a:lnTo>
                  <a:lnTo>
                    <a:pt x="2041862" y="3568888"/>
                  </a:lnTo>
                  <a:lnTo>
                    <a:pt x="2041988" y="3568888"/>
                  </a:lnTo>
                  <a:lnTo>
                    <a:pt x="2042115" y="3568888"/>
                  </a:lnTo>
                  <a:lnTo>
                    <a:pt x="2042241" y="3568888"/>
                  </a:lnTo>
                  <a:lnTo>
                    <a:pt x="2042367" y="3568888"/>
                  </a:lnTo>
                  <a:lnTo>
                    <a:pt x="2042493" y="3568888"/>
                  </a:lnTo>
                  <a:lnTo>
                    <a:pt x="2042619" y="3568888"/>
                  </a:lnTo>
                  <a:lnTo>
                    <a:pt x="2042745" y="3568888"/>
                  </a:lnTo>
                  <a:lnTo>
                    <a:pt x="2042871" y="3568888"/>
                  </a:lnTo>
                  <a:lnTo>
                    <a:pt x="2042997" y="3568888"/>
                  </a:lnTo>
                  <a:lnTo>
                    <a:pt x="2043123" y="3568888"/>
                  </a:lnTo>
                  <a:lnTo>
                    <a:pt x="2043249" y="3568888"/>
                  </a:lnTo>
                  <a:lnTo>
                    <a:pt x="2043375" y="3568888"/>
                  </a:lnTo>
                  <a:lnTo>
                    <a:pt x="2043502" y="3568888"/>
                  </a:lnTo>
                  <a:lnTo>
                    <a:pt x="2043628" y="3568888"/>
                  </a:lnTo>
                  <a:lnTo>
                    <a:pt x="2043754" y="3568888"/>
                  </a:lnTo>
                  <a:lnTo>
                    <a:pt x="2043880" y="3568888"/>
                  </a:lnTo>
                  <a:lnTo>
                    <a:pt x="2044006" y="3568888"/>
                  </a:lnTo>
                  <a:lnTo>
                    <a:pt x="2044132" y="3568888"/>
                  </a:lnTo>
                  <a:lnTo>
                    <a:pt x="2044258" y="3568888"/>
                  </a:lnTo>
                  <a:lnTo>
                    <a:pt x="2044384" y="3568888"/>
                  </a:lnTo>
                  <a:lnTo>
                    <a:pt x="2044510" y="3568888"/>
                  </a:lnTo>
                  <a:lnTo>
                    <a:pt x="2044636" y="3568888"/>
                  </a:lnTo>
                  <a:lnTo>
                    <a:pt x="2044762" y="3568888"/>
                  </a:lnTo>
                  <a:lnTo>
                    <a:pt x="2044888" y="3568888"/>
                  </a:lnTo>
                  <a:lnTo>
                    <a:pt x="2045015" y="3568888"/>
                  </a:lnTo>
                  <a:lnTo>
                    <a:pt x="2045141" y="3568888"/>
                  </a:lnTo>
                  <a:lnTo>
                    <a:pt x="2045267" y="3568888"/>
                  </a:lnTo>
                  <a:lnTo>
                    <a:pt x="2045393" y="3568888"/>
                  </a:lnTo>
                  <a:lnTo>
                    <a:pt x="2045519" y="3568888"/>
                  </a:lnTo>
                  <a:lnTo>
                    <a:pt x="2045645" y="3568888"/>
                  </a:lnTo>
                  <a:lnTo>
                    <a:pt x="2045771" y="3568888"/>
                  </a:lnTo>
                  <a:lnTo>
                    <a:pt x="2045897" y="3568888"/>
                  </a:lnTo>
                  <a:lnTo>
                    <a:pt x="2046023" y="3568888"/>
                  </a:lnTo>
                  <a:lnTo>
                    <a:pt x="2046149" y="3568888"/>
                  </a:lnTo>
                  <a:lnTo>
                    <a:pt x="2046275" y="3568888"/>
                  </a:lnTo>
                  <a:lnTo>
                    <a:pt x="2046402" y="3568888"/>
                  </a:lnTo>
                  <a:lnTo>
                    <a:pt x="2046528" y="3568888"/>
                  </a:lnTo>
                  <a:lnTo>
                    <a:pt x="2046654" y="3568888"/>
                  </a:lnTo>
                  <a:lnTo>
                    <a:pt x="2046780" y="3568888"/>
                  </a:lnTo>
                  <a:lnTo>
                    <a:pt x="2046906" y="3568888"/>
                  </a:lnTo>
                  <a:lnTo>
                    <a:pt x="2047032" y="3568888"/>
                  </a:lnTo>
                  <a:lnTo>
                    <a:pt x="2047158" y="3568888"/>
                  </a:lnTo>
                  <a:lnTo>
                    <a:pt x="2047284" y="3568888"/>
                  </a:lnTo>
                  <a:lnTo>
                    <a:pt x="2047410" y="3568888"/>
                  </a:lnTo>
                  <a:lnTo>
                    <a:pt x="2047536" y="3568888"/>
                  </a:lnTo>
                  <a:lnTo>
                    <a:pt x="2047662" y="3568888"/>
                  </a:lnTo>
                  <a:lnTo>
                    <a:pt x="2047788" y="3568888"/>
                  </a:lnTo>
                  <a:lnTo>
                    <a:pt x="2047915" y="3568888"/>
                  </a:lnTo>
                  <a:lnTo>
                    <a:pt x="2048041" y="3568888"/>
                  </a:lnTo>
                  <a:lnTo>
                    <a:pt x="2048167" y="3568888"/>
                  </a:lnTo>
                  <a:lnTo>
                    <a:pt x="2048293" y="3568888"/>
                  </a:lnTo>
                  <a:lnTo>
                    <a:pt x="2048419" y="3568888"/>
                  </a:lnTo>
                  <a:lnTo>
                    <a:pt x="2048545" y="3568888"/>
                  </a:lnTo>
                  <a:lnTo>
                    <a:pt x="2048671" y="3568888"/>
                  </a:lnTo>
                  <a:lnTo>
                    <a:pt x="2048671" y="3563609"/>
                  </a:lnTo>
                  <a:lnTo>
                    <a:pt x="2048797" y="3563609"/>
                  </a:lnTo>
                  <a:lnTo>
                    <a:pt x="2048923" y="3563609"/>
                  </a:lnTo>
                  <a:lnTo>
                    <a:pt x="2049049" y="3563609"/>
                  </a:lnTo>
                  <a:lnTo>
                    <a:pt x="2049175" y="3563609"/>
                  </a:lnTo>
                  <a:lnTo>
                    <a:pt x="2049302" y="3563609"/>
                  </a:lnTo>
                  <a:lnTo>
                    <a:pt x="2049428" y="3563609"/>
                  </a:lnTo>
                  <a:lnTo>
                    <a:pt x="2049554" y="3563609"/>
                  </a:lnTo>
                  <a:lnTo>
                    <a:pt x="2049680" y="3563609"/>
                  </a:lnTo>
                  <a:lnTo>
                    <a:pt x="2049806" y="3563609"/>
                  </a:lnTo>
                  <a:lnTo>
                    <a:pt x="2049932" y="3563609"/>
                  </a:lnTo>
                  <a:lnTo>
                    <a:pt x="2050058" y="3563609"/>
                  </a:lnTo>
                  <a:lnTo>
                    <a:pt x="2050184" y="3563609"/>
                  </a:lnTo>
                  <a:lnTo>
                    <a:pt x="2050310" y="3563609"/>
                  </a:lnTo>
                  <a:lnTo>
                    <a:pt x="2050436" y="3563609"/>
                  </a:lnTo>
                  <a:lnTo>
                    <a:pt x="2050562" y="3563609"/>
                  </a:lnTo>
                  <a:lnTo>
                    <a:pt x="2050689" y="3563609"/>
                  </a:lnTo>
                  <a:lnTo>
                    <a:pt x="2050815" y="3563609"/>
                  </a:lnTo>
                  <a:lnTo>
                    <a:pt x="2050941" y="3563609"/>
                  </a:lnTo>
                  <a:lnTo>
                    <a:pt x="2051067" y="3563609"/>
                  </a:lnTo>
                  <a:lnTo>
                    <a:pt x="2051193" y="3563609"/>
                  </a:lnTo>
                  <a:lnTo>
                    <a:pt x="2051319" y="3563609"/>
                  </a:lnTo>
                  <a:lnTo>
                    <a:pt x="2051445" y="3563609"/>
                  </a:lnTo>
                  <a:lnTo>
                    <a:pt x="2051571" y="3563609"/>
                  </a:lnTo>
                  <a:lnTo>
                    <a:pt x="2051697" y="3563609"/>
                  </a:lnTo>
                  <a:lnTo>
                    <a:pt x="2051823" y="3563609"/>
                  </a:lnTo>
                  <a:lnTo>
                    <a:pt x="2051949" y="3563609"/>
                  </a:lnTo>
                  <a:lnTo>
                    <a:pt x="2052075" y="3563609"/>
                  </a:lnTo>
                  <a:lnTo>
                    <a:pt x="2052202" y="3563609"/>
                  </a:lnTo>
                  <a:lnTo>
                    <a:pt x="2052202" y="3558329"/>
                  </a:lnTo>
                  <a:lnTo>
                    <a:pt x="2052328" y="3558329"/>
                  </a:lnTo>
                  <a:lnTo>
                    <a:pt x="2052454" y="3558329"/>
                  </a:lnTo>
                  <a:lnTo>
                    <a:pt x="2052454" y="3553050"/>
                  </a:lnTo>
                  <a:lnTo>
                    <a:pt x="2052580" y="3553050"/>
                  </a:lnTo>
                  <a:lnTo>
                    <a:pt x="2052706" y="3553050"/>
                  </a:lnTo>
                  <a:lnTo>
                    <a:pt x="2052832" y="3553050"/>
                  </a:lnTo>
                  <a:lnTo>
                    <a:pt x="2052958" y="3553050"/>
                  </a:lnTo>
                  <a:lnTo>
                    <a:pt x="2053084" y="3553050"/>
                  </a:lnTo>
                  <a:lnTo>
                    <a:pt x="2053210" y="3553050"/>
                  </a:lnTo>
                  <a:lnTo>
                    <a:pt x="2053336" y="3553050"/>
                  </a:lnTo>
                  <a:lnTo>
                    <a:pt x="2053462" y="3553050"/>
                  </a:lnTo>
                  <a:lnTo>
                    <a:pt x="2053589" y="3553050"/>
                  </a:lnTo>
                  <a:lnTo>
                    <a:pt x="2053589" y="3547771"/>
                  </a:lnTo>
                  <a:lnTo>
                    <a:pt x="2053715" y="3547771"/>
                  </a:lnTo>
                  <a:lnTo>
                    <a:pt x="2053841" y="3547771"/>
                  </a:lnTo>
                  <a:lnTo>
                    <a:pt x="2053967" y="3547771"/>
                  </a:lnTo>
                  <a:lnTo>
                    <a:pt x="2054093" y="3547771"/>
                  </a:lnTo>
                  <a:lnTo>
                    <a:pt x="2054219" y="3547771"/>
                  </a:lnTo>
                  <a:lnTo>
                    <a:pt x="2054345" y="3547771"/>
                  </a:lnTo>
                  <a:lnTo>
                    <a:pt x="2054471" y="3547771"/>
                  </a:lnTo>
                  <a:lnTo>
                    <a:pt x="2054597" y="3547771"/>
                  </a:lnTo>
                  <a:lnTo>
                    <a:pt x="2054597" y="3542491"/>
                  </a:lnTo>
                  <a:lnTo>
                    <a:pt x="2054723" y="3542491"/>
                  </a:lnTo>
                  <a:lnTo>
                    <a:pt x="2054849" y="3542491"/>
                  </a:lnTo>
                  <a:lnTo>
                    <a:pt x="2054975" y="3542491"/>
                  </a:lnTo>
                  <a:lnTo>
                    <a:pt x="2055102" y="3542491"/>
                  </a:lnTo>
                  <a:lnTo>
                    <a:pt x="2055228" y="3542491"/>
                  </a:lnTo>
                  <a:lnTo>
                    <a:pt x="2055354" y="3542491"/>
                  </a:lnTo>
                  <a:lnTo>
                    <a:pt x="2055480" y="3542491"/>
                  </a:lnTo>
                  <a:lnTo>
                    <a:pt x="2055606" y="3542491"/>
                  </a:lnTo>
                  <a:lnTo>
                    <a:pt x="2055732" y="3542491"/>
                  </a:lnTo>
                  <a:lnTo>
                    <a:pt x="2055858" y="3542491"/>
                  </a:lnTo>
                  <a:lnTo>
                    <a:pt x="2055984" y="3542491"/>
                  </a:lnTo>
                  <a:lnTo>
                    <a:pt x="2056110" y="3542491"/>
                  </a:lnTo>
                  <a:lnTo>
                    <a:pt x="2056236" y="3542491"/>
                  </a:lnTo>
                  <a:lnTo>
                    <a:pt x="2056362" y="3542491"/>
                  </a:lnTo>
                  <a:lnTo>
                    <a:pt x="2056489" y="3542491"/>
                  </a:lnTo>
                  <a:lnTo>
                    <a:pt x="2056615" y="3542491"/>
                  </a:lnTo>
                  <a:lnTo>
                    <a:pt x="2056741" y="3542491"/>
                  </a:lnTo>
                  <a:lnTo>
                    <a:pt x="2056867" y="3542491"/>
                  </a:lnTo>
                  <a:lnTo>
                    <a:pt x="2056993" y="3542491"/>
                  </a:lnTo>
                  <a:lnTo>
                    <a:pt x="2057119" y="3542491"/>
                  </a:lnTo>
                  <a:lnTo>
                    <a:pt x="2057245" y="3542491"/>
                  </a:lnTo>
                  <a:lnTo>
                    <a:pt x="2057371" y="3542491"/>
                  </a:lnTo>
                  <a:lnTo>
                    <a:pt x="2057497" y="3542491"/>
                  </a:lnTo>
                  <a:lnTo>
                    <a:pt x="2057623" y="3542491"/>
                  </a:lnTo>
                  <a:lnTo>
                    <a:pt x="2057623" y="3537212"/>
                  </a:lnTo>
                  <a:lnTo>
                    <a:pt x="2057749" y="3537212"/>
                  </a:lnTo>
                  <a:lnTo>
                    <a:pt x="2057876" y="3537212"/>
                  </a:lnTo>
                  <a:lnTo>
                    <a:pt x="2058002" y="3537212"/>
                  </a:lnTo>
                  <a:lnTo>
                    <a:pt x="2058128" y="3537212"/>
                  </a:lnTo>
                  <a:lnTo>
                    <a:pt x="2058254" y="3537212"/>
                  </a:lnTo>
                  <a:lnTo>
                    <a:pt x="2058380" y="3537212"/>
                  </a:lnTo>
                  <a:lnTo>
                    <a:pt x="2058506" y="3537212"/>
                  </a:lnTo>
                  <a:lnTo>
                    <a:pt x="2058632" y="3537212"/>
                  </a:lnTo>
                  <a:lnTo>
                    <a:pt x="2058758" y="3537212"/>
                  </a:lnTo>
                  <a:lnTo>
                    <a:pt x="2058884" y="3537212"/>
                  </a:lnTo>
                  <a:lnTo>
                    <a:pt x="2059010" y="3537212"/>
                  </a:lnTo>
                  <a:lnTo>
                    <a:pt x="2059136" y="3537212"/>
                  </a:lnTo>
                  <a:lnTo>
                    <a:pt x="2059262" y="3537212"/>
                  </a:lnTo>
                  <a:lnTo>
                    <a:pt x="2059389" y="3537212"/>
                  </a:lnTo>
                  <a:lnTo>
                    <a:pt x="2059515" y="3537212"/>
                  </a:lnTo>
                  <a:lnTo>
                    <a:pt x="2059641" y="3537212"/>
                  </a:lnTo>
                  <a:lnTo>
                    <a:pt x="2059767" y="3537212"/>
                  </a:lnTo>
                  <a:lnTo>
                    <a:pt x="2059767" y="3531932"/>
                  </a:lnTo>
                  <a:lnTo>
                    <a:pt x="2059893" y="3531932"/>
                  </a:lnTo>
                  <a:lnTo>
                    <a:pt x="2060019" y="3531932"/>
                  </a:lnTo>
                  <a:lnTo>
                    <a:pt x="2060145" y="3531932"/>
                  </a:lnTo>
                  <a:lnTo>
                    <a:pt x="2060271" y="3531932"/>
                  </a:lnTo>
                  <a:lnTo>
                    <a:pt x="2060397" y="3531932"/>
                  </a:lnTo>
                  <a:lnTo>
                    <a:pt x="2060523" y="3531932"/>
                  </a:lnTo>
                  <a:lnTo>
                    <a:pt x="2060649" y="3531932"/>
                  </a:lnTo>
                  <a:lnTo>
                    <a:pt x="2060776" y="3531932"/>
                  </a:lnTo>
                  <a:lnTo>
                    <a:pt x="2060902" y="3531932"/>
                  </a:lnTo>
                  <a:lnTo>
                    <a:pt x="2061028" y="3531932"/>
                  </a:lnTo>
                  <a:lnTo>
                    <a:pt x="2061154" y="3531932"/>
                  </a:lnTo>
                  <a:lnTo>
                    <a:pt x="2061280" y="3531932"/>
                  </a:lnTo>
                  <a:lnTo>
                    <a:pt x="2061406" y="3531932"/>
                  </a:lnTo>
                  <a:lnTo>
                    <a:pt x="2061532" y="3531932"/>
                  </a:lnTo>
                  <a:lnTo>
                    <a:pt x="2061658" y="3531932"/>
                  </a:lnTo>
                  <a:lnTo>
                    <a:pt x="2061784" y="3531932"/>
                  </a:lnTo>
                  <a:lnTo>
                    <a:pt x="2061910" y="3531932"/>
                  </a:lnTo>
                  <a:lnTo>
                    <a:pt x="2062036" y="3531932"/>
                  </a:lnTo>
                  <a:lnTo>
                    <a:pt x="2062162" y="3531932"/>
                  </a:lnTo>
                  <a:lnTo>
                    <a:pt x="2062289" y="3531932"/>
                  </a:lnTo>
                  <a:lnTo>
                    <a:pt x="2062289" y="3526653"/>
                  </a:lnTo>
                  <a:lnTo>
                    <a:pt x="2062415" y="3526653"/>
                  </a:lnTo>
                  <a:lnTo>
                    <a:pt x="2062541" y="3526653"/>
                  </a:lnTo>
                  <a:lnTo>
                    <a:pt x="2062667" y="3526653"/>
                  </a:lnTo>
                  <a:lnTo>
                    <a:pt x="2062793" y="3526653"/>
                  </a:lnTo>
                  <a:lnTo>
                    <a:pt x="2062919" y="3526653"/>
                  </a:lnTo>
                  <a:lnTo>
                    <a:pt x="2063045" y="3526653"/>
                  </a:lnTo>
                  <a:lnTo>
                    <a:pt x="2063171" y="3526653"/>
                  </a:lnTo>
                  <a:lnTo>
                    <a:pt x="2063297" y="3526653"/>
                  </a:lnTo>
                  <a:lnTo>
                    <a:pt x="2063423" y="3526653"/>
                  </a:lnTo>
                  <a:lnTo>
                    <a:pt x="2063549" y="3526653"/>
                  </a:lnTo>
                  <a:lnTo>
                    <a:pt x="2063676" y="3526653"/>
                  </a:lnTo>
                  <a:lnTo>
                    <a:pt x="2063802" y="3526653"/>
                  </a:lnTo>
                  <a:lnTo>
                    <a:pt x="2063928" y="3526653"/>
                  </a:lnTo>
                  <a:lnTo>
                    <a:pt x="2064054" y="3526653"/>
                  </a:lnTo>
                  <a:lnTo>
                    <a:pt x="2064180" y="3526653"/>
                  </a:lnTo>
                  <a:lnTo>
                    <a:pt x="2064306" y="3526653"/>
                  </a:lnTo>
                  <a:lnTo>
                    <a:pt x="2064432" y="3526653"/>
                  </a:lnTo>
                  <a:lnTo>
                    <a:pt x="2064558" y="3526653"/>
                  </a:lnTo>
                  <a:lnTo>
                    <a:pt x="2064684" y="3526653"/>
                  </a:lnTo>
                  <a:lnTo>
                    <a:pt x="2064810" y="3526653"/>
                  </a:lnTo>
                  <a:lnTo>
                    <a:pt x="2064936" y="3526653"/>
                  </a:lnTo>
                  <a:lnTo>
                    <a:pt x="2065062" y="3526653"/>
                  </a:lnTo>
                  <a:lnTo>
                    <a:pt x="2065189" y="3526653"/>
                  </a:lnTo>
                  <a:lnTo>
                    <a:pt x="2065315" y="3526653"/>
                  </a:lnTo>
                  <a:lnTo>
                    <a:pt x="2065441" y="3526653"/>
                  </a:lnTo>
                  <a:lnTo>
                    <a:pt x="2065567" y="3526653"/>
                  </a:lnTo>
                  <a:lnTo>
                    <a:pt x="2065693" y="3526653"/>
                  </a:lnTo>
                  <a:lnTo>
                    <a:pt x="2065819" y="3526653"/>
                  </a:lnTo>
                  <a:lnTo>
                    <a:pt x="2065945" y="3526653"/>
                  </a:lnTo>
                  <a:lnTo>
                    <a:pt x="2066071" y="3526653"/>
                  </a:lnTo>
                  <a:lnTo>
                    <a:pt x="2066197" y="3526653"/>
                  </a:lnTo>
                  <a:lnTo>
                    <a:pt x="2066323" y="3526653"/>
                  </a:lnTo>
                  <a:lnTo>
                    <a:pt x="2066449" y="3526653"/>
                  </a:lnTo>
                  <a:lnTo>
                    <a:pt x="2066576" y="3526653"/>
                  </a:lnTo>
                  <a:lnTo>
                    <a:pt x="2066702" y="3526653"/>
                  </a:lnTo>
                  <a:lnTo>
                    <a:pt x="2066828" y="3526653"/>
                  </a:lnTo>
                  <a:lnTo>
                    <a:pt x="2066954" y="3526653"/>
                  </a:lnTo>
                  <a:lnTo>
                    <a:pt x="2067080" y="3526653"/>
                  </a:lnTo>
                  <a:lnTo>
                    <a:pt x="2067206" y="3526653"/>
                  </a:lnTo>
                  <a:lnTo>
                    <a:pt x="2067332" y="3526653"/>
                  </a:lnTo>
                  <a:lnTo>
                    <a:pt x="2067458" y="3526653"/>
                  </a:lnTo>
                  <a:lnTo>
                    <a:pt x="2067458" y="3521374"/>
                  </a:lnTo>
                  <a:lnTo>
                    <a:pt x="2067584" y="3521374"/>
                  </a:lnTo>
                  <a:lnTo>
                    <a:pt x="2067710" y="3521374"/>
                  </a:lnTo>
                  <a:lnTo>
                    <a:pt x="2067836" y="3521374"/>
                  </a:lnTo>
                  <a:lnTo>
                    <a:pt x="2067963" y="3521374"/>
                  </a:lnTo>
                  <a:lnTo>
                    <a:pt x="2068089" y="3521374"/>
                  </a:lnTo>
                  <a:lnTo>
                    <a:pt x="2068215" y="3521374"/>
                  </a:lnTo>
                  <a:lnTo>
                    <a:pt x="2068341" y="3521374"/>
                  </a:lnTo>
                  <a:lnTo>
                    <a:pt x="2068341" y="3516094"/>
                  </a:lnTo>
                  <a:lnTo>
                    <a:pt x="2068467" y="3516094"/>
                  </a:lnTo>
                  <a:lnTo>
                    <a:pt x="2068593" y="3516094"/>
                  </a:lnTo>
                  <a:lnTo>
                    <a:pt x="2068719" y="3516094"/>
                  </a:lnTo>
                  <a:lnTo>
                    <a:pt x="2068845" y="3516094"/>
                  </a:lnTo>
                  <a:lnTo>
                    <a:pt x="2068971" y="3516094"/>
                  </a:lnTo>
                  <a:lnTo>
                    <a:pt x="2069097" y="3516094"/>
                  </a:lnTo>
                  <a:lnTo>
                    <a:pt x="2069223" y="3516094"/>
                  </a:lnTo>
                  <a:lnTo>
                    <a:pt x="2069349" y="3516094"/>
                  </a:lnTo>
                  <a:lnTo>
                    <a:pt x="2069476" y="3516094"/>
                  </a:lnTo>
                  <a:lnTo>
                    <a:pt x="2069602" y="3516094"/>
                  </a:lnTo>
                  <a:lnTo>
                    <a:pt x="2069728" y="3516094"/>
                  </a:lnTo>
                  <a:lnTo>
                    <a:pt x="2069854" y="3516094"/>
                  </a:lnTo>
                  <a:lnTo>
                    <a:pt x="2069980" y="3516094"/>
                  </a:lnTo>
                  <a:lnTo>
                    <a:pt x="2070106" y="3516094"/>
                  </a:lnTo>
                  <a:lnTo>
                    <a:pt x="2070232" y="3516094"/>
                  </a:lnTo>
                  <a:lnTo>
                    <a:pt x="2070358" y="3516094"/>
                  </a:lnTo>
                  <a:lnTo>
                    <a:pt x="2070484" y="3516094"/>
                  </a:lnTo>
                  <a:lnTo>
                    <a:pt x="2070610" y="3516094"/>
                  </a:lnTo>
                  <a:lnTo>
                    <a:pt x="2070736" y="3516094"/>
                  </a:lnTo>
                  <a:lnTo>
                    <a:pt x="2070863" y="3516094"/>
                  </a:lnTo>
                  <a:lnTo>
                    <a:pt x="2070989" y="3516094"/>
                  </a:lnTo>
                  <a:lnTo>
                    <a:pt x="2071115" y="3516094"/>
                  </a:lnTo>
                  <a:lnTo>
                    <a:pt x="2071241" y="3516094"/>
                  </a:lnTo>
                  <a:lnTo>
                    <a:pt x="2071367" y="3516094"/>
                  </a:lnTo>
                  <a:lnTo>
                    <a:pt x="2071493" y="3516094"/>
                  </a:lnTo>
                  <a:lnTo>
                    <a:pt x="2071619" y="3516094"/>
                  </a:lnTo>
                  <a:lnTo>
                    <a:pt x="2071745" y="3516094"/>
                  </a:lnTo>
                  <a:lnTo>
                    <a:pt x="2071871" y="3516094"/>
                  </a:lnTo>
                  <a:lnTo>
                    <a:pt x="2071997" y="3516094"/>
                  </a:lnTo>
                  <a:lnTo>
                    <a:pt x="2072123" y="3516094"/>
                  </a:lnTo>
                  <a:lnTo>
                    <a:pt x="2072249" y="3516094"/>
                  </a:lnTo>
                  <a:lnTo>
                    <a:pt x="2072376" y="3516094"/>
                  </a:lnTo>
                  <a:lnTo>
                    <a:pt x="2072502" y="3516094"/>
                  </a:lnTo>
                  <a:lnTo>
                    <a:pt x="2072628" y="3516094"/>
                  </a:lnTo>
                  <a:lnTo>
                    <a:pt x="2072754" y="3516094"/>
                  </a:lnTo>
                  <a:lnTo>
                    <a:pt x="2072880" y="3516094"/>
                  </a:lnTo>
                  <a:lnTo>
                    <a:pt x="2073006" y="3516094"/>
                  </a:lnTo>
                  <a:lnTo>
                    <a:pt x="2073132" y="3516094"/>
                  </a:lnTo>
                  <a:lnTo>
                    <a:pt x="2073258" y="3516094"/>
                  </a:lnTo>
                  <a:lnTo>
                    <a:pt x="2073384" y="3516094"/>
                  </a:lnTo>
                  <a:lnTo>
                    <a:pt x="2073510" y="3516094"/>
                  </a:lnTo>
                  <a:lnTo>
                    <a:pt x="2073636" y="3516094"/>
                  </a:lnTo>
                  <a:lnTo>
                    <a:pt x="2073763" y="3516094"/>
                  </a:lnTo>
                  <a:lnTo>
                    <a:pt x="2073889" y="3516094"/>
                  </a:lnTo>
                  <a:lnTo>
                    <a:pt x="2074015" y="3516094"/>
                  </a:lnTo>
                  <a:lnTo>
                    <a:pt x="2074141" y="3516094"/>
                  </a:lnTo>
                  <a:lnTo>
                    <a:pt x="2074267" y="3516094"/>
                  </a:lnTo>
                  <a:lnTo>
                    <a:pt x="2074393" y="3516094"/>
                  </a:lnTo>
                  <a:lnTo>
                    <a:pt x="2074519" y="3516094"/>
                  </a:lnTo>
                  <a:lnTo>
                    <a:pt x="2074645" y="3516094"/>
                  </a:lnTo>
                  <a:lnTo>
                    <a:pt x="2074771" y="3516094"/>
                  </a:lnTo>
                  <a:lnTo>
                    <a:pt x="2074897" y="3516094"/>
                  </a:lnTo>
                  <a:lnTo>
                    <a:pt x="2075023" y="3516094"/>
                  </a:lnTo>
                  <a:lnTo>
                    <a:pt x="2075150" y="3516094"/>
                  </a:lnTo>
                  <a:lnTo>
                    <a:pt x="2075276" y="3516094"/>
                  </a:lnTo>
                  <a:lnTo>
                    <a:pt x="2075402" y="3516094"/>
                  </a:lnTo>
                  <a:lnTo>
                    <a:pt x="2075528" y="3516094"/>
                  </a:lnTo>
                  <a:lnTo>
                    <a:pt x="2075654" y="3516094"/>
                  </a:lnTo>
                  <a:lnTo>
                    <a:pt x="2075780" y="3516094"/>
                  </a:lnTo>
                  <a:lnTo>
                    <a:pt x="2075906" y="3516094"/>
                  </a:lnTo>
                  <a:lnTo>
                    <a:pt x="2076032" y="3516094"/>
                  </a:lnTo>
                  <a:lnTo>
                    <a:pt x="2076158" y="3516094"/>
                  </a:lnTo>
                  <a:lnTo>
                    <a:pt x="2076284" y="3516094"/>
                  </a:lnTo>
                  <a:lnTo>
                    <a:pt x="2076410" y="3516094"/>
                  </a:lnTo>
                  <a:lnTo>
                    <a:pt x="2076536" y="3516094"/>
                  </a:lnTo>
                  <a:lnTo>
                    <a:pt x="2076663" y="3516094"/>
                  </a:lnTo>
                  <a:lnTo>
                    <a:pt x="2076789" y="3516094"/>
                  </a:lnTo>
                  <a:lnTo>
                    <a:pt x="2076915" y="3516094"/>
                  </a:lnTo>
                  <a:lnTo>
                    <a:pt x="2077041" y="3516094"/>
                  </a:lnTo>
                  <a:lnTo>
                    <a:pt x="2077167" y="3516094"/>
                  </a:lnTo>
                  <a:lnTo>
                    <a:pt x="2077293" y="3516094"/>
                  </a:lnTo>
                  <a:lnTo>
                    <a:pt x="2077419" y="3516094"/>
                  </a:lnTo>
                  <a:lnTo>
                    <a:pt x="2077545" y="3516094"/>
                  </a:lnTo>
                  <a:lnTo>
                    <a:pt x="2077671" y="3516094"/>
                  </a:lnTo>
                  <a:lnTo>
                    <a:pt x="2077797" y="3516094"/>
                  </a:lnTo>
                  <a:lnTo>
                    <a:pt x="2077923" y="3516094"/>
                  </a:lnTo>
                  <a:lnTo>
                    <a:pt x="2078050" y="3516094"/>
                  </a:lnTo>
                  <a:lnTo>
                    <a:pt x="2078176" y="3516094"/>
                  </a:lnTo>
                  <a:lnTo>
                    <a:pt x="2078302" y="3516094"/>
                  </a:lnTo>
                  <a:lnTo>
                    <a:pt x="2078428" y="3516094"/>
                  </a:lnTo>
                  <a:lnTo>
                    <a:pt x="2078554" y="3516094"/>
                  </a:lnTo>
                  <a:lnTo>
                    <a:pt x="2078680" y="3516094"/>
                  </a:lnTo>
                  <a:lnTo>
                    <a:pt x="2078806" y="3516094"/>
                  </a:lnTo>
                  <a:lnTo>
                    <a:pt x="2078932" y="3516094"/>
                  </a:lnTo>
                  <a:lnTo>
                    <a:pt x="2079058" y="3516094"/>
                  </a:lnTo>
                  <a:lnTo>
                    <a:pt x="2079184" y="3516094"/>
                  </a:lnTo>
                  <a:lnTo>
                    <a:pt x="2079310" y="3516094"/>
                  </a:lnTo>
                  <a:lnTo>
                    <a:pt x="2079436" y="3516094"/>
                  </a:lnTo>
                  <a:lnTo>
                    <a:pt x="2079563" y="3516094"/>
                  </a:lnTo>
                  <a:lnTo>
                    <a:pt x="2079689" y="3516094"/>
                  </a:lnTo>
                  <a:lnTo>
                    <a:pt x="2079815" y="3516094"/>
                  </a:lnTo>
                  <a:lnTo>
                    <a:pt x="2079941" y="3516094"/>
                  </a:lnTo>
                  <a:lnTo>
                    <a:pt x="2080067" y="3516094"/>
                  </a:lnTo>
                  <a:lnTo>
                    <a:pt x="2080193" y="3516094"/>
                  </a:lnTo>
                  <a:lnTo>
                    <a:pt x="2080319" y="3516094"/>
                  </a:lnTo>
                  <a:lnTo>
                    <a:pt x="2080445" y="3516094"/>
                  </a:lnTo>
                  <a:lnTo>
                    <a:pt x="2080571" y="3516094"/>
                  </a:lnTo>
                  <a:lnTo>
                    <a:pt x="2080697" y="3516094"/>
                  </a:lnTo>
                  <a:lnTo>
                    <a:pt x="2080823" y="3516094"/>
                  </a:lnTo>
                  <a:lnTo>
                    <a:pt x="2080950" y="3516094"/>
                  </a:lnTo>
                  <a:lnTo>
                    <a:pt x="2081076" y="3516094"/>
                  </a:lnTo>
                  <a:lnTo>
                    <a:pt x="2081202" y="3516094"/>
                  </a:lnTo>
                  <a:lnTo>
                    <a:pt x="2081202" y="3510815"/>
                  </a:lnTo>
                  <a:lnTo>
                    <a:pt x="2081328" y="3510815"/>
                  </a:lnTo>
                  <a:lnTo>
                    <a:pt x="2081454" y="3510815"/>
                  </a:lnTo>
                  <a:lnTo>
                    <a:pt x="2081580" y="3510815"/>
                  </a:lnTo>
                  <a:lnTo>
                    <a:pt x="2081706" y="3510815"/>
                  </a:lnTo>
                  <a:lnTo>
                    <a:pt x="2081832" y="3510815"/>
                  </a:lnTo>
                  <a:lnTo>
                    <a:pt x="2081958" y="3510815"/>
                  </a:lnTo>
                  <a:lnTo>
                    <a:pt x="2082084" y="3510815"/>
                  </a:lnTo>
                  <a:lnTo>
                    <a:pt x="2082210" y="3510815"/>
                  </a:lnTo>
                  <a:lnTo>
                    <a:pt x="2082336" y="3510815"/>
                  </a:lnTo>
                  <a:lnTo>
                    <a:pt x="2082463" y="3510815"/>
                  </a:lnTo>
                  <a:lnTo>
                    <a:pt x="2082589" y="3510815"/>
                  </a:lnTo>
                  <a:lnTo>
                    <a:pt x="2082715" y="3510815"/>
                  </a:lnTo>
                  <a:lnTo>
                    <a:pt x="2082841" y="3510815"/>
                  </a:lnTo>
                  <a:lnTo>
                    <a:pt x="2082967" y="3510815"/>
                  </a:lnTo>
                  <a:lnTo>
                    <a:pt x="2083093" y="3510815"/>
                  </a:lnTo>
                  <a:lnTo>
                    <a:pt x="2083219" y="3510815"/>
                  </a:lnTo>
                  <a:lnTo>
                    <a:pt x="2083345" y="3510815"/>
                  </a:lnTo>
                  <a:lnTo>
                    <a:pt x="2083471" y="3510815"/>
                  </a:lnTo>
                  <a:lnTo>
                    <a:pt x="2083597" y="3510815"/>
                  </a:lnTo>
                  <a:lnTo>
                    <a:pt x="2083723" y="3510815"/>
                  </a:lnTo>
                  <a:lnTo>
                    <a:pt x="2083850" y="3510815"/>
                  </a:lnTo>
                  <a:lnTo>
                    <a:pt x="2083976" y="3510815"/>
                  </a:lnTo>
                  <a:lnTo>
                    <a:pt x="2084102" y="3510815"/>
                  </a:lnTo>
                  <a:lnTo>
                    <a:pt x="2084228" y="3510815"/>
                  </a:lnTo>
                  <a:lnTo>
                    <a:pt x="2084354" y="3510815"/>
                  </a:lnTo>
                  <a:lnTo>
                    <a:pt x="2084480" y="3510815"/>
                  </a:lnTo>
                  <a:lnTo>
                    <a:pt x="2084606" y="3510815"/>
                  </a:lnTo>
                  <a:lnTo>
                    <a:pt x="2084732" y="3510815"/>
                  </a:lnTo>
                  <a:lnTo>
                    <a:pt x="2084858" y="3510815"/>
                  </a:lnTo>
                  <a:lnTo>
                    <a:pt x="2084984" y="3510815"/>
                  </a:lnTo>
                  <a:lnTo>
                    <a:pt x="2084984" y="3505535"/>
                  </a:lnTo>
                  <a:lnTo>
                    <a:pt x="2085110" y="3505535"/>
                  </a:lnTo>
                  <a:lnTo>
                    <a:pt x="2085237" y="3505535"/>
                  </a:lnTo>
                  <a:lnTo>
                    <a:pt x="2085363" y="3505535"/>
                  </a:lnTo>
                  <a:lnTo>
                    <a:pt x="2085489" y="3505535"/>
                  </a:lnTo>
                  <a:lnTo>
                    <a:pt x="2085615" y="3505535"/>
                  </a:lnTo>
                  <a:lnTo>
                    <a:pt x="2085741" y="3505535"/>
                  </a:lnTo>
                  <a:lnTo>
                    <a:pt x="2085867" y="3505535"/>
                  </a:lnTo>
                  <a:lnTo>
                    <a:pt x="2085993" y="3505535"/>
                  </a:lnTo>
                  <a:lnTo>
                    <a:pt x="2086119" y="3505535"/>
                  </a:lnTo>
                  <a:lnTo>
                    <a:pt x="2086245" y="3505535"/>
                  </a:lnTo>
                  <a:lnTo>
                    <a:pt x="2086371" y="3505535"/>
                  </a:lnTo>
                  <a:lnTo>
                    <a:pt x="2086497" y="3505535"/>
                  </a:lnTo>
                  <a:lnTo>
                    <a:pt x="2086623" y="3505535"/>
                  </a:lnTo>
                  <a:lnTo>
                    <a:pt x="2086750" y="3505535"/>
                  </a:lnTo>
                  <a:lnTo>
                    <a:pt x="2086876" y="3505535"/>
                  </a:lnTo>
                  <a:lnTo>
                    <a:pt x="2086876" y="3500256"/>
                  </a:lnTo>
                  <a:lnTo>
                    <a:pt x="2087002" y="3500256"/>
                  </a:lnTo>
                  <a:lnTo>
                    <a:pt x="2087128" y="3500256"/>
                  </a:lnTo>
                  <a:lnTo>
                    <a:pt x="2087254" y="3500256"/>
                  </a:lnTo>
                  <a:lnTo>
                    <a:pt x="2087380" y="3500256"/>
                  </a:lnTo>
                  <a:lnTo>
                    <a:pt x="2087506" y="3500256"/>
                  </a:lnTo>
                  <a:lnTo>
                    <a:pt x="2087632" y="3500256"/>
                  </a:lnTo>
                  <a:lnTo>
                    <a:pt x="2087758" y="3500256"/>
                  </a:lnTo>
                  <a:lnTo>
                    <a:pt x="2087884" y="3500256"/>
                  </a:lnTo>
                  <a:lnTo>
                    <a:pt x="2088010" y="3500256"/>
                  </a:lnTo>
                  <a:lnTo>
                    <a:pt x="2088137" y="3500256"/>
                  </a:lnTo>
                  <a:lnTo>
                    <a:pt x="2088263" y="3500256"/>
                  </a:lnTo>
                  <a:lnTo>
                    <a:pt x="2088389" y="3500256"/>
                  </a:lnTo>
                  <a:lnTo>
                    <a:pt x="2088515" y="3500256"/>
                  </a:lnTo>
                  <a:lnTo>
                    <a:pt x="2088641" y="3500256"/>
                  </a:lnTo>
                  <a:lnTo>
                    <a:pt x="2088767" y="3500256"/>
                  </a:lnTo>
                  <a:lnTo>
                    <a:pt x="2088893" y="3500256"/>
                  </a:lnTo>
                  <a:lnTo>
                    <a:pt x="2089019" y="3500256"/>
                  </a:lnTo>
                  <a:lnTo>
                    <a:pt x="2089145" y="3500256"/>
                  </a:lnTo>
                  <a:lnTo>
                    <a:pt x="2089271" y="3500256"/>
                  </a:lnTo>
                  <a:lnTo>
                    <a:pt x="2089397" y="3500256"/>
                  </a:lnTo>
                  <a:lnTo>
                    <a:pt x="2089523" y="3500256"/>
                  </a:lnTo>
                  <a:lnTo>
                    <a:pt x="2089650" y="3500256"/>
                  </a:lnTo>
                  <a:lnTo>
                    <a:pt x="2089776" y="3500256"/>
                  </a:lnTo>
                  <a:lnTo>
                    <a:pt x="2089902" y="3500256"/>
                  </a:lnTo>
                  <a:lnTo>
                    <a:pt x="2090028" y="3500256"/>
                  </a:lnTo>
                  <a:lnTo>
                    <a:pt x="2090154" y="3500256"/>
                  </a:lnTo>
                  <a:lnTo>
                    <a:pt x="2090280" y="3500256"/>
                  </a:lnTo>
                  <a:lnTo>
                    <a:pt x="2090406" y="3500256"/>
                  </a:lnTo>
                  <a:lnTo>
                    <a:pt x="2090532" y="3500256"/>
                  </a:lnTo>
                  <a:lnTo>
                    <a:pt x="2090658" y="3500256"/>
                  </a:lnTo>
                  <a:lnTo>
                    <a:pt x="2090784" y="3500256"/>
                  </a:lnTo>
                  <a:lnTo>
                    <a:pt x="2090910" y="3500256"/>
                  </a:lnTo>
                  <a:lnTo>
                    <a:pt x="2091037" y="3500256"/>
                  </a:lnTo>
                  <a:lnTo>
                    <a:pt x="2091163" y="3500256"/>
                  </a:lnTo>
                  <a:lnTo>
                    <a:pt x="2091289" y="3500256"/>
                  </a:lnTo>
                  <a:lnTo>
                    <a:pt x="2091415" y="3500256"/>
                  </a:lnTo>
                  <a:lnTo>
                    <a:pt x="2091541" y="3500256"/>
                  </a:lnTo>
                  <a:lnTo>
                    <a:pt x="2091667" y="3500256"/>
                  </a:lnTo>
                  <a:lnTo>
                    <a:pt x="2091793" y="3500256"/>
                  </a:lnTo>
                  <a:lnTo>
                    <a:pt x="2091919" y="3500256"/>
                  </a:lnTo>
                  <a:lnTo>
                    <a:pt x="2092045" y="3500256"/>
                  </a:lnTo>
                  <a:lnTo>
                    <a:pt x="2092171" y="3500256"/>
                  </a:lnTo>
                  <a:lnTo>
                    <a:pt x="2092297" y="3500256"/>
                  </a:lnTo>
                  <a:lnTo>
                    <a:pt x="2092424" y="3500256"/>
                  </a:lnTo>
                  <a:lnTo>
                    <a:pt x="2092424" y="3494976"/>
                  </a:lnTo>
                  <a:lnTo>
                    <a:pt x="2092550" y="3494976"/>
                  </a:lnTo>
                  <a:lnTo>
                    <a:pt x="2092676" y="3494976"/>
                  </a:lnTo>
                  <a:lnTo>
                    <a:pt x="2092802" y="3494976"/>
                  </a:lnTo>
                  <a:lnTo>
                    <a:pt x="2092928" y="3494976"/>
                  </a:lnTo>
                  <a:lnTo>
                    <a:pt x="2093054" y="3494976"/>
                  </a:lnTo>
                  <a:lnTo>
                    <a:pt x="2093180" y="3494976"/>
                  </a:lnTo>
                  <a:lnTo>
                    <a:pt x="2093306" y="3494976"/>
                  </a:lnTo>
                  <a:lnTo>
                    <a:pt x="2093432" y="3494976"/>
                  </a:lnTo>
                  <a:lnTo>
                    <a:pt x="2093558" y="3494976"/>
                  </a:lnTo>
                  <a:lnTo>
                    <a:pt x="2093684" y="3494976"/>
                  </a:lnTo>
                  <a:lnTo>
                    <a:pt x="2093810" y="3494976"/>
                  </a:lnTo>
                  <a:lnTo>
                    <a:pt x="2093937" y="3494976"/>
                  </a:lnTo>
                  <a:lnTo>
                    <a:pt x="2094063" y="3494976"/>
                  </a:lnTo>
                  <a:lnTo>
                    <a:pt x="2094189" y="3494976"/>
                  </a:lnTo>
                  <a:lnTo>
                    <a:pt x="2094315" y="3494976"/>
                  </a:lnTo>
                  <a:lnTo>
                    <a:pt x="2094441" y="3494976"/>
                  </a:lnTo>
                  <a:lnTo>
                    <a:pt x="2094567" y="3494976"/>
                  </a:lnTo>
                  <a:lnTo>
                    <a:pt x="2094693" y="3494976"/>
                  </a:lnTo>
                  <a:lnTo>
                    <a:pt x="2094819" y="3494976"/>
                  </a:lnTo>
                  <a:lnTo>
                    <a:pt x="2094945" y="3494976"/>
                  </a:lnTo>
                  <a:lnTo>
                    <a:pt x="2095071" y="3494976"/>
                  </a:lnTo>
                  <a:lnTo>
                    <a:pt x="2095197" y="3494976"/>
                  </a:lnTo>
                  <a:lnTo>
                    <a:pt x="2095324" y="3494976"/>
                  </a:lnTo>
                  <a:lnTo>
                    <a:pt x="2095450" y="3494976"/>
                  </a:lnTo>
                  <a:lnTo>
                    <a:pt x="2095576" y="3494976"/>
                  </a:lnTo>
                  <a:lnTo>
                    <a:pt x="2095702" y="3494976"/>
                  </a:lnTo>
                  <a:lnTo>
                    <a:pt x="2095828" y="3494976"/>
                  </a:lnTo>
                  <a:lnTo>
                    <a:pt x="2095828" y="3489697"/>
                  </a:lnTo>
                  <a:lnTo>
                    <a:pt x="2095954" y="3489697"/>
                  </a:lnTo>
                  <a:lnTo>
                    <a:pt x="2096080" y="3489697"/>
                  </a:lnTo>
                  <a:lnTo>
                    <a:pt x="2096206" y="3489697"/>
                  </a:lnTo>
                  <a:lnTo>
                    <a:pt x="2096332" y="3489697"/>
                  </a:lnTo>
                  <a:lnTo>
                    <a:pt x="2096458" y="3489697"/>
                  </a:lnTo>
                  <a:lnTo>
                    <a:pt x="2096584" y="3489697"/>
                  </a:lnTo>
                  <a:lnTo>
                    <a:pt x="2096710" y="3489697"/>
                  </a:lnTo>
                  <a:lnTo>
                    <a:pt x="2096837" y="3489697"/>
                  </a:lnTo>
                  <a:lnTo>
                    <a:pt x="2096837" y="3484418"/>
                  </a:lnTo>
                  <a:lnTo>
                    <a:pt x="2096963" y="3484418"/>
                  </a:lnTo>
                  <a:lnTo>
                    <a:pt x="2097089" y="3484418"/>
                  </a:lnTo>
                  <a:lnTo>
                    <a:pt x="2097215" y="3484418"/>
                  </a:lnTo>
                  <a:lnTo>
                    <a:pt x="2097341" y="3484418"/>
                  </a:lnTo>
                  <a:lnTo>
                    <a:pt x="2097467" y="3484418"/>
                  </a:lnTo>
                  <a:lnTo>
                    <a:pt x="2097593" y="3484418"/>
                  </a:lnTo>
                  <a:lnTo>
                    <a:pt x="2097719" y="3484418"/>
                  </a:lnTo>
                  <a:lnTo>
                    <a:pt x="2097845" y="3484418"/>
                  </a:lnTo>
                  <a:lnTo>
                    <a:pt x="2097971" y="3484418"/>
                  </a:lnTo>
                  <a:lnTo>
                    <a:pt x="2098097" y="3484418"/>
                  </a:lnTo>
                  <a:lnTo>
                    <a:pt x="2098224" y="3484418"/>
                  </a:lnTo>
                  <a:lnTo>
                    <a:pt x="2098350" y="3484418"/>
                  </a:lnTo>
                  <a:lnTo>
                    <a:pt x="2098476" y="3484418"/>
                  </a:lnTo>
                  <a:lnTo>
                    <a:pt x="2098602" y="3484418"/>
                  </a:lnTo>
                  <a:lnTo>
                    <a:pt x="2098728" y="3484418"/>
                  </a:lnTo>
                  <a:lnTo>
                    <a:pt x="2098854" y="3484418"/>
                  </a:lnTo>
                  <a:lnTo>
                    <a:pt x="2098980" y="3484418"/>
                  </a:lnTo>
                  <a:lnTo>
                    <a:pt x="2099106" y="3484418"/>
                  </a:lnTo>
                  <a:lnTo>
                    <a:pt x="2099232" y="3484418"/>
                  </a:lnTo>
                  <a:lnTo>
                    <a:pt x="2099358" y="3484418"/>
                  </a:lnTo>
                  <a:lnTo>
                    <a:pt x="2099484" y="3484418"/>
                  </a:lnTo>
                  <a:lnTo>
                    <a:pt x="2099611" y="3484418"/>
                  </a:lnTo>
                  <a:lnTo>
                    <a:pt x="2099737" y="3484418"/>
                  </a:lnTo>
                  <a:lnTo>
                    <a:pt x="2099863" y="3484418"/>
                  </a:lnTo>
                  <a:lnTo>
                    <a:pt x="2099989" y="3484418"/>
                  </a:lnTo>
                  <a:lnTo>
                    <a:pt x="2100115" y="3484418"/>
                  </a:lnTo>
                  <a:lnTo>
                    <a:pt x="2100241" y="3484418"/>
                  </a:lnTo>
                  <a:lnTo>
                    <a:pt x="2100367" y="3484418"/>
                  </a:lnTo>
                  <a:lnTo>
                    <a:pt x="2100493" y="3484418"/>
                  </a:lnTo>
                  <a:lnTo>
                    <a:pt x="2100619" y="3484418"/>
                  </a:lnTo>
                  <a:lnTo>
                    <a:pt x="2100745" y="3484418"/>
                  </a:lnTo>
                  <a:lnTo>
                    <a:pt x="2100871" y="3484418"/>
                  </a:lnTo>
                  <a:lnTo>
                    <a:pt x="2100997" y="3484418"/>
                  </a:lnTo>
                  <a:lnTo>
                    <a:pt x="2101124" y="3484418"/>
                  </a:lnTo>
                  <a:lnTo>
                    <a:pt x="2101250" y="3484418"/>
                  </a:lnTo>
                  <a:lnTo>
                    <a:pt x="2101376" y="3484418"/>
                  </a:lnTo>
                  <a:lnTo>
                    <a:pt x="2101502" y="3484418"/>
                  </a:lnTo>
                  <a:lnTo>
                    <a:pt x="2101628" y="3484418"/>
                  </a:lnTo>
                  <a:lnTo>
                    <a:pt x="2101754" y="3484418"/>
                  </a:lnTo>
                  <a:lnTo>
                    <a:pt x="2101880" y="3484418"/>
                  </a:lnTo>
                  <a:lnTo>
                    <a:pt x="2102006" y="3484418"/>
                  </a:lnTo>
                  <a:lnTo>
                    <a:pt x="2102132" y="3484418"/>
                  </a:lnTo>
                  <a:lnTo>
                    <a:pt x="2102258" y="3484418"/>
                  </a:lnTo>
                  <a:lnTo>
                    <a:pt x="2102384" y="3484418"/>
                  </a:lnTo>
                  <a:lnTo>
                    <a:pt x="2102511" y="3484418"/>
                  </a:lnTo>
                  <a:lnTo>
                    <a:pt x="2102637" y="3484418"/>
                  </a:lnTo>
                  <a:lnTo>
                    <a:pt x="2102763" y="3484418"/>
                  </a:lnTo>
                  <a:lnTo>
                    <a:pt x="2102889" y="3484418"/>
                  </a:lnTo>
                  <a:lnTo>
                    <a:pt x="2103015" y="3484418"/>
                  </a:lnTo>
                  <a:lnTo>
                    <a:pt x="2103141" y="3484418"/>
                  </a:lnTo>
                  <a:lnTo>
                    <a:pt x="2103267" y="3484418"/>
                  </a:lnTo>
                  <a:lnTo>
                    <a:pt x="2103393" y="3484418"/>
                  </a:lnTo>
                  <a:lnTo>
                    <a:pt x="2103519" y="3484418"/>
                  </a:lnTo>
                  <a:lnTo>
                    <a:pt x="2103645" y="3484418"/>
                  </a:lnTo>
                  <a:lnTo>
                    <a:pt x="2103771" y="3484418"/>
                  </a:lnTo>
                  <a:lnTo>
                    <a:pt x="2103897" y="3484418"/>
                  </a:lnTo>
                  <a:lnTo>
                    <a:pt x="2103897" y="3479138"/>
                  </a:lnTo>
                  <a:lnTo>
                    <a:pt x="2104024" y="3479138"/>
                  </a:lnTo>
                  <a:lnTo>
                    <a:pt x="2104150" y="3479138"/>
                  </a:lnTo>
                  <a:lnTo>
                    <a:pt x="2104276" y="3479138"/>
                  </a:lnTo>
                  <a:lnTo>
                    <a:pt x="2104402" y="3479138"/>
                  </a:lnTo>
                  <a:lnTo>
                    <a:pt x="2104528" y="3479138"/>
                  </a:lnTo>
                  <a:lnTo>
                    <a:pt x="2104654" y="3479138"/>
                  </a:lnTo>
                  <a:lnTo>
                    <a:pt x="2104780" y="3479138"/>
                  </a:lnTo>
                  <a:lnTo>
                    <a:pt x="2104906" y="3479138"/>
                  </a:lnTo>
                  <a:lnTo>
                    <a:pt x="2105032" y="3479138"/>
                  </a:lnTo>
                  <a:lnTo>
                    <a:pt x="2105158" y="3479138"/>
                  </a:lnTo>
                  <a:lnTo>
                    <a:pt x="2105284" y="3479138"/>
                  </a:lnTo>
                  <a:lnTo>
                    <a:pt x="2105411" y="3479138"/>
                  </a:lnTo>
                  <a:lnTo>
                    <a:pt x="2105537" y="3479138"/>
                  </a:lnTo>
                  <a:lnTo>
                    <a:pt x="2105663" y="3479138"/>
                  </a:lnTo>
                  <a:lnTo>
                    <a:pt x="2105789" y="3479138"/>
                  </a:lnTo>
                  <a:lnTo>
                    <a:pt x="2105915" y="3479138"/>
                  </a:lnTo>
                  <a:lnTo>
                    <a:pt x="2106041" y="3479138"/>
                  </a:lnTo>
                  <a:lnTo>
                    <a:pt x="2106167" y="3479138"/>
                  </a:lnTo>
                  <a:lnTo>
                    <a:pt x="2106293" y="3479138"/>
                  </a:lnTo>
                  <a:lnTo>
                    <a:pt x="2106419" y="3479138"/>
                  </a:lnTo>
                  <a:lnTo>
                    <a:pt x="2106545" y="3479138"/>
                  </a:lnTo>
                  <a:lnTo>
                    <a:pt x="2106671" y="3479138"/>
                  </a:lnTo>
                  <a:lnTo>
                    <a:pt x="2106797" y="3479138"/>
                  </a:lnTo>
                  <a:lnTo>
                    <a:pt x="2106924" y="3479138"/>
                  </a:lnTo>
                  <a:lnTo>
                    <a:pt x="2107050" y="3479138"/>
                  </a:lnTo>
                  <a:lnTo>
                    <a:pt x="2107176" y="3479138"/>
                  </a:lnTo>
                  <a:lnTo>
                    <a:pt x="2107302" y="3479138"/>
                  </a:lnTo>
                  <a:lnTo>
                    <a:pt x="2107428" y="3479138"/>
                  </a:lnTo>
                  <a:lnTo>
                    <a:pt x="2107554" y="3479138"/>
                  </a:lnTo>
                  <a:lnTo>
                    <a:pt x="2107680" y="3479138"/>
                  </a:lnTo>
                  <a:lnTo>
                    <a:pt x="2107806" y="3479138"/>
                  </a:lnTo>
                  <a:lnTo>
                    <a:pt x="2107932" y="3479138"/>
                  </a:lnTo>
                  <a:lnTo>
                    <a:pt x="2108058" y="3479138"/>
                  </a:lnTo>
                  <a:lnTo>
                    <a:pt x="2108184" y="3479138"/>
                  </a:lnTo>
                  <a:lnTo>
                    <a:pt x="2108311" y="3479138"/>
                  </a:lnTo>
                  <a:lnTo>
                    <a:pt x="2108437" y="3479138"/>
                  </a:lnTo>
                  <a:lnTo>
                    <a:pt x="2108563" y="3479138"/>
                  </a:lnTo>
                  <a:lnTo>
                    <a:pt x="2108689" y="3479138"/>
                  </a:lnTo>
                  <a:lnTo>
                    <a:pt x="2108815" y="3479138"/>
                  </a:lnTo>
                  <a:lnTo>
                    <a:pt x="2108941" y="3479138"/>
                  </a:lnTo>
                  <a:lnTo>
                    <a:pt x="2109067" y="3479138"/>
                  </a:lnTo>
                  <a:lnTo>
                    <a:pt x="2109193" y="3479138"/>
                  </a:lnTo>
                  <a:lnTo>
                    <a:pt x="2109319" y="3479138"/>
                  </a:lnTo>
                  <a:lnTo>
                    <a:pt x="2109445" y="3479138"/>
                  </a:lnTo>
                  <a:lnTo>
                    <a:pt x="2109571" y="3479138"/>
                  </a:lnTo>
                  <a:lnTo>
                    <a:pt x="2109698" y="3479138"/>
                  </a:lnTo>
                  <a:lnTo>
                    <a:pt x="2109824" y="3479138"/>
                  </a:lnTo>
                  <a:lnTo>
                    <a:pt x="2109950" y="3479138"/>
                  </a:lnTo>
                  <a:lnTo>
                    <a:pt x="2110076" y="3479138"/>
                  </a:lnTo>
                  <a:lnTo>
                    <a:pt x="2110202" y="3479138"/>
                  </a:lnTo>
                  <a:lnTo>
                    <a:pt x="2110328" y="3479138"/>
                  </a:lnTo>
                  <a:lnTo>
                    <a:pt x="2110454" y="3479138"/>
                  </a:lnTo>
                  <a:lnTo>
                    <a:pt x="2110580" y="3479138"/>
                  </a:lnTo>
                  <a:lnTo>
                    <a:pt x="2110706" y="3479138"/>
                  </a:lnTo>
                  <a:lnTo>
                    <a:pt x="2110832" y="3479138"/>
                  </a:lnTo>
                  <a:lnTo>
                    <a:pt x="2110958" y="3479138"/>
                  </a:lnTo>
                  <a:lnTo>
                    <a:pt x="2111084" y="3479138"/>
                  </a:lnTo>
                  <a:lnTo>
                    <a:pt x="2111211" y="3479138"/>
                  </a:lnTo>
                  <a:lnTo>
                    <a:pt x="2111211" y="3473859"/>
                  </a:lnTo>
                  <a:lnTo>
                    <a:pt x="2111337" y="3473859"/>
                  </a:lnTo>
                  <a:lnTo>
                    <a:pt x="2111463" y="3473859"/>
                  </a:lnTo>
                  <a:lnTo>
                    <a:pt x="2111589" y="3473859"/>
                  </a:lnTo>
                  <a:lnTo>
                    <a:pt x="2111715" y="3473859"/>
                  </a:lnTo>
                  <a:lnTo>
                    <a:pt x="2111841" y="3473859"/>
                  </a:lnTo>
                  <a:lnTo>
                    <a:pt x="2111967" y="3473859"/>
                  </a:lnTo>
                  <a:lnTo>
                    <a:pt x="2112093" y="3473859"/>
                  </a:lnTo>
                  <a:lnTo>
                    <a:pt x="2112219" y="3473859"/>
                  </a:lnTo>
                  <a:lnTo>
                    <a:pt x="2112345" y="3473859"/>
                  </a:lnTo>
                  <a:lnTo>
                    <a:pt x="2112471" y="3473859"/>
                  </a:lnTo>
                  <a:lnTo>
                    <a:pt x="2112598" y="3473859"/>
                  </a:lnTo>
                  <a:lnTo>
                    <a:pt x="2112724" y="3473859"/>
                  </a:lnTo>
                  <a:lnTo>
                    <a:pt x="2112850" y="3473859"/>
                  </a:lnTo>
                  <a:lnTo>
                    <a:pt x="2112976" y="3473859"/>
                  </a:lnTo>
                  <a:lnTo>
                    <a:pt x="2113102" y="3473859"/>
                  </a:lnTo>
                  <a:lnTo>
                    <a:pt x="2113228" y="3473859"/>
                  </a:lnTo>
                  <a:lnTo>
                    <a:pt x="2113354" y="3473859"/>
                  </a:lnTo>
                  <a:lnTo>
                    <a:pt x="2113480" y="3473859"/>
                  </a:lnTo>
                  <a:lnTo>
                    <a:pt x="2113606" y="3473859"/>
                  </a:lnTo>
                  <a:lnTo>
                    <a:pt x="2113732" y="3473859"/>
                  </a:lnTo>
                  <a:lnTo>
                    <a:pt x="2113858" y="3473859"/>
                  </a:lnTo>
                  <a:lnTo>
                    <a:pt x="2113984" y="3473859"/>
                  </a:lnTo>
                  <a:lnTo>
                    <a:pt x="2114111" y="3473859"/>
                  </a:lnTo>
                  <a:lnTo>
                    <a:pt x="2114237" y="3473859"/>
                  </a:lnTo>
                  <a:lnTo>
                    <a:pt x="2114363" y="3473859"/>
                  </a:lnTo>
                  <a:lnTo>
                    <a:pt x="2114489" y="3473859"/>
                  </a:lnTo>
                  <a:lnTo>
                    <a:pt x="2114615" y="3473859"/>
                  </a:lnTo>
                  <a:lnTo>
                    <a:pt x="2114741" y="3473859"/>
                  </a:lnTo>
                  <a:lnTo>
                    <a:pt x="2114867" y="3473859"/>
                  </a:lnTo>
                  <a:lnTo>
                    <a:pt x="2114993" y="3473859"/>
                  </a:lnTo>
                  <a:lnTo>
                    <a:pt x="2115119" y="3473859"/>
                  </a:lnTo>
                  <a:lnTo>
                    <a:pt x="2115245" y="3473859"/>
                  </a:lnTo>
                  <a:lnTo>
                    <a:pt x="2115371" y="3473859"/>
                  </a:lnTo>
                  <a:lnTo>
                    <a:pt x="2115498" y="3473859"/>
                  </a:lnTo>
                  <a:lnTo>
                    <a:pt x="2115624" y="3473859"/>
                  </a:lnTo>
                  <a:lnTo>
                    <a:pt x="2115750" y="3473859"/>
                  </a:lnTo>
                  <a:lnTo>
                    <a:pt x="2115876" y="3473859"/>
                  </a:lnTo>
                  <a:lnTo>
                    <a:pt x="2116002" y="3473859"/>
                  </a:lnTo>
                  <a:lnTo>
                    <a:pt x="2116128" y="3473859"/>
                  </a:lnTo>
                  <a:lnTo>
                    <a:pt x="2116254" y="3473859"/>
                  </a:lnTo>
                  <a:lnTo>
                    <a:pt x="2116380" y="3473859"/>
                  </a:lnTo>
                  <a:lnTo>
                    <a:pt x="2116506" y="3473859"/>
                  </a:lnTo>
                  <a:lnTo>
                    <a:pt x="2116632" y="3473859"/>
                  </a:lnTo>
                  <a:lnTo>
                    <a:pt x="2116758" y="3473859"/>
                  </a:lnTo>
                  <a:lnTo>
                    <a:pt x="2116758" y="3468579"/>
                  </a:lnTo>
                  <a:lnTo>
                    <a:pt x="2116885" y="3468579"/>
                  </a:lnTo>
                  <a:lnTo>
                    <a:pt x="2117011" y="3468579"/>
                  </a:lnTo>
                  <a:lnTo>
                    <a:pt x="2117137" y="3468579"/>
                  </a:lnTo>
                  <a:lnTo>
                    <a:pt x="2117263" y="3468579"/>
                  </a:lnTo>
                  <a:lnTo>
                    <a:pt x="2117389" y="3468579"/>
                  </a:lnTo>
                  <a:lnTo>
                    <a:pt x="2117515" y="3468579"/>
                  </a:lnTo>
                  <a:lnTo>
                    <a:pt x="2117641" y="3468579"/>
                  </a:lnTo>
                  <a:lnTo>
                    <a:pt x="2117767" y="3468579"/>
                  </a:lnTo>
                  <a:lnTo>
                    <a:pt x="2117893" y="3468579"/>
                  </a:lnTo>
                  <a:lnTo>
                    <a:pt x="2118019" y="3468579"/>
                  </a:lnTo>
                  <a:lnTo>
                    <a:pt x="2118019" y="3463300"/>
                  </a:lnTo>
                  <a:lnTo>
                    <a:pt x="2118145" y="3463300"/>
                  </a:lnTo>
                  <a:lnTo>
                    <a:pt x="2118271" y="3463300"/>
                  </a:lnTo>
                  <a:lnTo>
                    <a:pt x="2118398" y="3463300"/>
                  </a:lnTo>
                  <a:lnTo>
                    <a:pt x="2118524" y="3463300"/>
                  </a:lnTo>
                  <a:lnTo>
                    <a:pt x="2118650" y="3463300"/>
                  </a:lnTo>
                  <a:lnTo>
                    <a:pt x="2118776" y="3463300"/>
                  </a:lnTo>
                  <a:lnTo>
                    <a:pt x="2118902" y="3463300"/>
                  </a:lnTo>
                  <a:lnTo>
                    <a:pt x="2119028" y="3463300"/>
                  </a:lnTo>
                  <a:lnTo>
                    <a:pt x="2119154" y="3463300"/>
                  </a:lnTo>
                  <a:lnTo>
                    <a:pt x="2119280" y="3463300"/>
                  </a:lnTo>
                  <a:lnTo>
                    <a:pt x="2119406" y="3463300"/>
                  </a:lnTo>
                  <a:lnTo>
                    <a:pt x="2119532" y="3463300"/>
                  </a:lnTo>
                  <a:lnTo>
                    <a:pt x="2119658" y="3463300"/>
                  </a:lnTo>
                  <a:lnTo>
                    <a:pt x="2119785" y="3463300"/>
                  </a:lnTo>
                  <a:lnTo>
                    <a:pt x="2119911" y="3463300"/>
                  </a:lnTo>
                  <a:lnTo>
                    <a:pt x="2120037" y="3463300"/>
                  </a:lnTo>
                  <a:lnTo>
                    <a:pt x="2120163" y="3463300"/>
                  </a:lnTo>
                  <a:lnTo>
                    <a:pt x="2120289" y="3463300"/>
                  </a:lnTo>
                  <a:lnTo>
                    <a:pt x="2120415" y="3463300"/>
                  </a:lnTo>
                  <a:lnTo>
                    <a:pt x="2120541" y="3463300"/>
                  </a:lnTo>
                  <a:lnTo>
                    <a:pt x="2120667" y="3463300"/>
                  </a:lnTo>
                  <a:lnTo>
                    <a:pt x="2120793" y="3463300"/>
                  </a:lnTo>
                  <a:lnTo>
                    <a:pt x="2120919" y="3463300"/>
                  </a:lnTo>
                  <a:lnTo>
                    <a:pt x="2121045" y="3463300"/>
                  </a:lnTo>
                  <a:lnTo>
                    <a:pt x="2121171" y="3463300"/>
                  </a:lnTo>
                  <a:lnTo>
                    <a:pt x="2121298" y="3463300"/>
                  </a:lnTo>
                  <a:lnTo>
                    <a:pt x="2121424" y="3463300"/>
                  </a:lnTo>
                  <a:lnTo>
                    <a:pt x="2121550" y="3463300"/>
                  </a:lnTo>
                  <a:lnTo>
                    <a:pt x="2121676" y="3463300"/>
                  </a:lnTo>
                  <a:lnTo>
                    <a:pt x="2121802" y="3463300"/>
                  </a:lnTo>
                  <a:lnTo>
                    <a:pt x="2121928" y="3463300"/>
                  </a:lnTo>
                  <a:lnTo>
                    <a:pt x="2122054" y="3463300"/>
                  </a:lnTo>
                  <a:lnTo>
                    <a:pt x="2122180" y="3463300"/>
                  </a:lnTo>
                  <a:lnTo>
                    <a:pt x="2122306" y="3463300"/>
                  </a:lnTo>
                  <a:lnTo>
                    <a:pt x="2122432" y="3463300"/>
                  </a:lnTo>
                  <a:lnTo>
                    <a:pt x="2122558" y="3463300"/>
                  </a:lnTo>
                  <a:lnTo>
                    <a:pt x="2122685" y="3463300"/>
                  </a:lnTo>
                  <a:lnTo>
                    <a:pt x="2122811" y="3463300"/>
                  </a:lnTo>
                  <a:lnTo>
                    <a:pt x="2122937" y="3463300"/>
                  </a:lnTo>
                  <a:lnTo>
                    <a:pt x="2123063" y="3463300"/>
                  </a:lnTo>
                  <a:lnTo>
                    <a:pt x="2123189" y="3463300"/>
                  </a:lnTo>
                  <a:lnTo>
                    <a:pt x="2123315" y="3463300"/>
                  </a:lnTo>
                  <a:lnTo>
                    <a:pt x="2123441" y="3463300"/>
                  </a:lnTo>
                  <a:lnTo>
                    <a:pt x="2123567" y="3463300"/>
                  </a:lnTo>
                  <a:lnTo>
                    <a:pt x="2123693" y="3463300"/>
                  </a:lnTo>
                  <a:lnTo>
                    <a:pt x="2123819" y="3463300"/>
                  </a:lnTo>
                  <a:lnTo>
                    <a:pt x="2123945" y="3463300"/>
                  </a:lnTo>
                  <a:lnTo>
                    <a:pt x="2124071" y="3463300"/>
                  </a:lnTo>
                  <a:lnTo>
                    <a:pt x="2124198" y="3463300"/>
                  </a:lnTo>
                  <a:lnTo>
                    <a:pt x="2124324" y="3463300"/>
                  </a:lnTo>
                  <a:lnTo>
                    <a:pt x="2124324" y="3458020"/>
                  </a:lnTo>
                  <a:lnTo>
                    <a:pt x="2124450" y="3458020"/>
                  </a:lnTo>
                  <a:lnTo>
                    <a:pt x="2124576" y="3458020"/>
                  </a:lnTo>
                  <a:lnTo>
                    <a:pt x="2124702" y="3458020"/>
                  </a:lnTo>
                  <a:lnTo>
                    <a:pt x="2124828" y="3458020"/>
                  </a:lnTo>
                  <a:lnTo>
                    <a:pt x="2124954" y="3458020"/>
                  </a:lnTo>
                  <a:lnTo>
                    <a:pt x="2125080" y="3458020"/>
                  </a:lnTo>
                  <a:lnTo>
                    <a:pt x="2125206" y="3458020"/>
                  </a:lnTo>
                  <a:lnTo>
                    <a:pt x="2125332" y="3458020"/>
                  </a:lnTo>
                  <a:lnTo>
                    <a:pt x="2125458" y="3458020"/>
                  </a:lnTo>
                  <a:lnTo>
                    <a:pt x="2125585" y="3458020"/>
                  </a:lnTo>
                  <a:lnTo>
                    <a:pt x="2125711" y="3458020"/>
                  </a:lnTo>
                  <a:lnTo>
                    <a:pt x="2125837" y="3458020"/>
                  </a:lnTo>
                  <a:lnTo>
                    <a:pt x="2125963" y="3458020"/>
                  </a:lnTo>
                  <a:lnTo>
                    <a:pt x="2126089" y="3458020"/>
                  </a:lnTo>
                  <a:lnTo>
                    <a:pt x="2126215" y="3458020"/>
                  </a:lnTo>
                  <a:lnTo>
                    <a:pt x="2126215" y="3452741"/>
                  </a:lnTo>
                  <a:lnTo>
                    <a:pt x="2126341" y="3452741"/>
                  </a:lnTo>
                  <a:lnTo>
                    <a:pt x="2126467" y="3452741"/>
                  </a:lnTo>
                  <a:lnTo>
                    <a:pt x="2126593" y="3452741"/>
                  </a:lnTo>
                  <a:lnTo>
                    <a:pt x="2126719" y="3452741"/>
                  </a:lnTo>
                  <a:lnTo>
                    <a:pt x="2126845" y="3452741"/>
                  </a:lnTo>
                  <a:lnTo>
                    <a:pt x="2126972" y="3452741"/>
                  </a:lnTo>
                  <a:lnTo>
                    <a:pt x="2127098" y="3452741"/>
                  </a:lnTo>
                  <a:lnTo>
                    <a:pt x="2127224" y="3452741"/>
                  </a:lnTo>
                  <a:lnTo>
                    <a:pt x="2127350" y="3452741"/>
                  </a:lnTo>
                  <a:lnTo>
                    <a:pt x="2127476" y="3452741"/>
                  </a:lnTo>
                  <a:lnTo>
                    <a:pt x="2127602" y="3452741"/>
                  </a:lnTo>
                  <a:lnTo>
                    <a:pt x="2127728" y="3452741"/>
                  </a:lnTo>
                  <a:lnTo>
                    <a:pt x="2127854" y="3452741"/>
                  </a:lnTo>
                  <a:lnTo>
                    <a:pt x="2127980" y="3452741"/>
                  </a:lnTo>
                  <a:lnTo>
                    <a:pt x="2128106" y="3452741"/>
                  </a:lnTo>
                  <a:lnTo>
                    <a:pt x="2128232" y="3452741"/>
                  </a:lnTo>
                  <a:lnTo>
                    <a:pt x="2128358" y="3452741"/>
                  </a:lnTo>
                  <a:lnTo>
                    <a:pt x="2128485" y="3452741"/>
                  </a:lnTo>
                  <a:lnTo>
                    <a:pt x="2128611" y="3452741"/>
                  </a:lnTo>
                  <a:lnTo>
                    <a:pt x="2128737" y="3452741"/>
                  </a:lnTo>
                  <a:lnTo>
                    <a:pt x="2128863" y="3452741"/>
                  </a:lnTo>
                  <a:lnTo>
                    <a:pt x="2128989" y="3452741"/>
                  </a:lnTo>
                  <a:lnTo>
                    <a:pt x="2128989" y="3447462"/>
                  </a:lnTo>
                  <a:lnTo>
                    <a:pt x="2129115" y="3447462"/>
                  </a:lnTo>
                  <a:lnTo>
                    <a:pt x="2129241" y="3447462"/>
                  </a:lnTo>
                  <a:lnTo>
                    <a:pt x="2129367" y="3447462"/>
                  </a:lnTo>
                  <a:lnTo>
                    <a:pt x="2129493" y="3447462"/>
                  </a:lnTo>
                  <a:lnTo>
                    <a:pt x="2129619" y="3447462"/>
                  </a:lnTo>
                  <a:lnTo>
                    <a:pt x="2129745" y="3447462"/>
                  </a:lnTo>
                  <a:lnTo>
                    <a:pt x="2129872" y="3447462"/>
                  </a:lnTo>
                  <a:lnTo>
                    <a:pt x="2129998" y="3447462"/>
                  </a:lnTo>
                  <a:lnTo>
                    <a:pt x="2130124" y="3447462"/>
                  </a:lnTo>
                  <a:lnTo>
                    <a:pt x="2130250" y="3447462"/>
                  </a:lnTo>
                  <a:lnTo>
                    <a:pt x="2130376" y="3447462"/>
                  </a:lnTo>
                  <a:lnTo>
                    <a:pt x="2130502" y="3447462"/>
                  </a:lnTo>
                  <a:lnTo>
                    <a:pt x="2130628" y="3447462"/>
                  </a:lnTo>
                  <a:lnTo>
                    <a:pt x="2130754" y="3447462"/>
                  </a:lnTo>
                  <a:lnTo>
                    <a:pt x="2130880" y="3447462"/>
                  </a:lnTo>
                  <a:lnTo>
                    <a:pt x="2131006" y="3447462"/>
                  </a:lnTo>
                  <a:lnTo>
                    <a:pt x="2131132" y="3447462"/>
                  </a:lnTo>
                  <a:lnTo>
                    <a:pt x="2131258" y="3447462"/>
                  </a:lnTo>
                  <a:lnTo>
                    <a:pt x="2131385" y="3447462"/>
                  </a:lnTo>
                  <a:lnTo>
                    <a:pt x="2131511" y="3447462"/>
                  </a:lnTo>
                  <a:lnTo>
                    <a:pt x="2131511" y="3442182"/>
                  </a:lnTo>
                  <a:lnTo>
                    <a:pt x="2131637" y="3442182"/>
                  </a:lnTo>
                  <a:lnTo>
                    <a:pt x="2131763" y="3442182"/>
                  </a:lnTo>
                  <a:lnTo>
                    <a:pt x="2131889" y="3442182"/>
                  </a:lnTo>
                  <a:lnTo>
                    <a:pt x="2132015" y="3442182"/>
                  </a:lnTo>
                  <a:lnTo>
                    <a:pt x="2132141" y="3442182"/>
                  </a:lnTo>
                  <a:lnTo>
                    <a:pt x="2132267" y="3442182"/>
                  </a:lnTo>
                  <a:lnTo>
                    <a:pt x="2132393" y="3442182"/>
                  </a:lnTo>
                  <a:lnTo>
                    <a:pt x="2132519" y="3442182"/>
                  </a:lnTo>
                  <a:lnTo>
                    <a:pt x="2132645" y="3442182"/>
                  </a:lnTo>
                  <a:lnTo>
                    <a:pt x="2132772" y="3442182"/>
                  </a:lnTo>
                  <a:lnTo>
                    <a:pt x="2132898" y="3442182"/>
                  </a:lnTo>
                  <a:lnTo>
                    <a:pt x="2133024" y="3442182"/>
                  </a:lnTo>
                  <a:lnTo>
                    <a:pt x="2133150" y="3442182"/>
                  </a:lnTo>
                  <a:lnTo>
                    <a:pt x="2133276" y="3442182"/>
                  </a:lnTo>
                  <a:lnTo>
                    <a:pt x="2133402" y="3442182"/>
                  </a:lnTo>
                  <a:lnTo>
                    <a:pt x="2133528" y="3442182"/>
                  </a:lnTo>
                  <a:lnTo>
                    <a:pt x="2133654" y="3442182"/>
                  </a:lnTo>
                  <a:lnTo>
                    <a:pt x="2133780" y="3442182"/>
                  </a:lnTo>
                  <a:lnTo>
                    <a:pt x="2133906" y="3442182"/>
                  </a:lnTo>
                  <a:lnTo>
                    <a:pt x="2134032" y="3442182"/>
                  </a:lnTo>
                  <a:lnTo>
                    <a:pt x="2134159" y="3442182"/>
                  </a:lnTo>
                  <a:lnTo>
                    <a:pt x="2134285" y="3442182"/>
                  </a:lnTo>
                  <a:lnTo>
                    <a:pt x="2134411" y="3442182"/>
                  </a:lnTo>
                  <a:lnTo>
                    <a:pt x="2134537" y="3442182"/>
                  </a:lnTo>
                  <a:lnTo>
                    <a:pt x="2134663" y="3442182"/>
                  </a:lnTo>
                  <a:lnTo>
                    <a:pt x="2134789" y="3442182"/>
                  </a:lnTo>
                  <a:lnTo>
                    <a:pt x="2134915" y="3442182"/>
                  </a:lnTo>
                  <a:lnTo>
                    <a:pt x="2135041" y="3442182"/>
                  </a:lnTo>
                  <a:lnTo>
                    <a:pt x="2135167" y="3442182"/>
                  </a:lnTo>
                  <a:lnTo>
                    <a:pt x="2135293" y="3442182"/>
                  </a:lnTo>
                  <a:lnTo>
                    <a:pt x="2135419" y="3442182"/>
                  </a:lnTo>
                  <a:lnTo>
                    <a:pt x="2135545" y="3442182"/>
                  </a:lnTo>
                  <a:lnTo>
                    <a:pt x="2135672" y="3442182"/>
                  </a:lnTo>
                  <a:lnTo>
                    <a:pt x="2135798" y="3442182"/>
                  </a:lnTo>
                  <a:lnTo>
                    <a:pt x="2135924" y="3442182"/>
                  </a:lnTo>
                  <a:lnTo>
                    <a:pt x="2136050" y="3442182"/>
                  </a:lnTo>
                  <a:lnTo>
                    <a:pt x="2136176" y="3442182"/>
                  </a:lnTo>
                  <a:lnTo>
                    <a:pt x="2136302" y="3442182"/>
                  </a:lnTo>
                  <a:lnTo>
                    <a:pt x="2136428" y="3442182"/>
                  </a:lnTo>
                  <a:lnTo>
                    <a:pt x="2136554" y="3442182"/>
                  </a:lnTo>
                  <a:lnTo>
                    <a:pt x="2136680" y="3442182"/>
                  </a:lnTo>
                  <a:lnTo>
                    <a:pt x="2136806" y="3442182"/>
                  </a:lnTo>
                  <a:lnTo>
                    <a:pt x="2136932" y="3442182"/>
                  </a:lnTo>
                  <a:lnTo>
                    <a:pt x="2137059" y="3442182"/>
                  </a:lnTo>
                  <a:lnTo>
                    <a:pt x="2137185" y="3442182"/>
                  </a:lnTo>
                  <a:lnTo>
                    <a:pt x="2137311" y="3442182"/>
                  </a:lnTo>
                  <a:lnTo>
                    <a:pt x="2137437" y="3442182"/>
                  </a:lnTo>
                  <a:lnTo>
                    <a:pt x="2137563" y="3442182"/>
                  </a:lnTo>
                  <a:lnTo>
                    <a:pt x="2137689" y="3442182"/>
                  </a:lnTo>
                  <a:lnTo>
                    <a:pt x="2137815" y="3442182"/>
                  </a:lnTo>
                  <a:lnTo>
                    <a:pt x="2137941" y="3442182"/>
                  </a:lnTo>
                  <a:lnTo>
                    <a:pt x="2138067" y="3442182"/>
                  </a:lnTo>
                  <a:lnTo>
                    <a:pt x="2138193" y="3442182"/>
                  </a:lnTo>
                  <a:lnTo>
                    <a:pt x="2138319" y="3442182"/>
                  </a:lnTo>
                  <a:lnTo>
                    <a:pt x="2138445" y="3442182"/>
                  </a:lnTo>
                  <a:lnTo>
                    <a:pt x="2138572" y="3442182"/>
                  </a:lnTo>
                  <a:lnTo>
                    <a:pt x="2138572" y="3436903"/>
                  </a:lnTo>
                  <a:lnTo>
                    <a:pt x="2138698" y="3436903"/>
                  </a:lnTo>
                  <a:lnTo>
                    <a:pt x="2138824" y="3436903"/>
                  </a:lnTo>
                  <a:lnTo>
                    <a:pt x="2138950" y="3436903"/>
                  </a:lnTo>
                  <a:lnTo>
                    <a:pt x="2139076" y="3436903"/>
                  </a:lnTo>
                  <a:lnTo>
                    <a:pt x="2139202" y="3436903"/>
                  </a:lnTo>
                  <a:lnTo>
                    <a:pt x="2139328" y="3436903"/>
                  </a:lnTo>
                  <a:lnTo>
                    <a:pt x="2139454" y="3436903"/>
                  </a:lnTo>
                  <a:lnTo>
                    <a:pt x="2139580" y="3436903"/>
                  </a:lnTo>
                  <a:lnTo>
                    <a:pt x="2139706" y="3436903"/>
                  </a:lnTo>
                  <a:lnTo>
                    <a:pt x="2139832" y="3436903"/>
                  </a:lnTo>
                  <a:lnTo>
                    <a:pt x="2139959" y="3436903"/>
                  </a:lnTo>
                  <a:lnTo>
                    <a:pt x="2140085" y="3436903"/>
                  </a:lnTo>
                  <a:lnTo>
                    <a:pt x="2140211" y="3436903"/>
                  </a:lnTo>
                  <a:lnTo>
                    <a:pt x="2140337" y="3436903"/>
                  </a:lnTo>
                  <a:lnTo>
                    <a:pt x="2140463" y="3436903"/>
                  </a:lnTo>
                  <a:lnTo>
                    <a:pt x="2140589" y="3436903"/>
                  </a:lnTo>
                  <a:lnTo>
                    <a:pt x="2140715" y="3436903"/>
                  </a:lnTo>
                  <a:lnTo>
                    <a:pt x="2140841" y="3436903"/>
                  </a:lnTo>
                  <a:lnTo>
                    <a:pt x="2140967" y="3436903"/>
                  </a:lnTo>
                  <a:lnTo>
                    <a:pt x="2141093" y="3436903"/>
                  </a:lnTo>
                  <a:lnTo>
                    <a:pt x="2141219" y="3436903"/>
                  </a:lnTo>
                  <a:lnTo>
                    <a:pt x="2141346" y="3436903"/>
                  </a:lnTo>
                  <a:lnTo>
                    <a:pt x="2141472" y="3436903"/>
                  </a:lnTo>
                  <a:lnTo>
                    <a:pt x="2141598" y="3436903"/>
                  </a:lnTo>
                  <a:lnTo>
                    <a:pt x="2141724" y="3436903"/>
                  </a:lnTo>
                  <a:lnTo>
                    <a:pt x="2141850" y="3436903"/>
                  </a:lnTo>
                  <a:lnTo>
                    <a:pt x="2141976" y="3436903"/>
                  </a:lnTo>
                  <a:lnTo>
                    <a:pt x="2142102" y="3436903"/>
                  </a:lnTo>
                  <a:lnTo>
                    <a:pt x="2142228" y="3436903"/>
                  </a:lnTo>
                  <a:lnTo>
                    <a:pt x="2142354" y="3436903"/>
                  </a:lnTo>
                  <a:lnTo>
                    <a:pt x="2142480" y="3436903"/>
                  </a:lnTo>
                  <a:lnTo>
                    <a:pt x="2142606" y="3436903"/>
                  </a:lnTo>
                  <a:lnTo>
                    <a:pt x="2142732" y="3436903"/>
                  </a:lnTo>
                  <a:lnTo>
                    <a:pt x="2142859" y="3436903"/>
                  </a:lnTo>
                  <a:lnTo>
                    <a:pt x="2142985" y="3436903"/>
                  </a:lnTo>
                  <a:lnTo>
                    <a:pt x="2143111" y="3436903"/>
                  </a:lnTo>
                  <a:lnTo>
                    <a:pt x="2143237" y="3436903"/>
                  </a:lnTo>
                  <a:lnTo>
                    <a:pt x="2143363" y="3436903"/>
                  </a:lnTo>
                  <a:lnTo>
                    <a:pt x="2143489" y="3436903"/>
                  </a:lnTo>
                  <a:lnTo>
                    <a:pt x="2143615" y="3436903"/>
                  </a:lnTo>
                  <a:lnTo>
                    <a:pt x="2143741" y="3436903"/>
                  </a:lnTo>
                  <a:lnTo>
                    <a:pt x="2143867" y="3436903"/>
                  </a:lnTo>
                  <a:lnTo>
                    <a:pt x="2143993" y="3436903"/>
                  </a:lnTo>
                  <a:lnTo>
                    <a:pt x="2144119" y="3436903"/>
                  </a:lnTo>
                  <a:lnTo>
                    <a:pt x="2144246" y="3436903"/>
                  </a:lnTo>
                  <a:lnTo>
                    <a:pt x="2144372" y="3436903"/>
                  </a:lnTo>
                  <a:lnTo>
                    <a:pt x="2144498" y="3436903"/>
                  </a:lnTo>
                  <a:lnTo>
                    <a:pt x="2144624" y="3436903"/>
                  </a:lnTo>
                  <a:lnTo>
                    <a:pt x="2144750" y="3436903"/>
                  </a:lnTo>
                  <a:lnTo>
                    <a:pt x="2144876" y="3436903"/>
                  </a:lnTo>
                  <a:lnTo>
                    <a:pt x="2145002" y="3436903"/>
                  </a:lnTo>
                  <a:lnTo>
                    <a:pt x="2145128" y="3436903"/>
                  </a:lnTo>
                  <a:lnTo>
                    <a:pt x="2145254" y="3436903"/>
                  </a:lnTo>
                  <a:lnTo>
                    <a:pt x="2145380" y="3436903"/>
                  </a:lnTo>
                  <a:lnTo>
                    <a:pt x="2145506" y="3436903"/>
                  </a:lnTo>
                  <a:lnTo>
                    <a:pt x="2145632" y="3436903"/>
                  </a:lnTo>
                  <a:lnTo>
                    <a:pt x="2145759" y="3436903"/>
                  </a:lnTo>
                  <a:lnTo>
                    <a:pt x="2145885" y="3436903"/>
                  </a:lnTo>
                  <a:lnTo>
                    <a:pt x="2146011" y="3436903"/>
                  </a:lnTo>
                  <a:lnTo>
                    <a:pt x="2146137" y="3436903"/>
                  </a:lnTo>
                  <a:lnTo>
                    <a:pt x="2146263" y="3436903"/>
                  </a:lnTo>
                  <a:lnTo>
                    <a:pt x="2146389" y="3436903"/>
                  </a:lnTo>
                  <a:lnTo>
                    <a:pt x="2146515" y="3436903"/>
                  </a:lnTo>
                  <a:lnTo>
                    <a:pt x="2146641" y="3436903"/>
                  </a:lnTo>
                  <a:lnTo>
                    <a:pt x="2146767" y="3436903"/>
                  </a:lnTo>
                  <a:lnTo>
                    <a:pt x="2146893" y="3436903"/>
                  </a:lnTo>
                  <a:lnTo>
                    <a:pt x="2147019" y="3436903"/>
                  </a:lnTo>
                  <a:lnTo>
                    <a:pt x="2147146" y="3436903"/>
                  </a:lnTo>
                  <a:lnTo>
                    <a:pt x="2147272" y="3436903"/>
                  </a:lnTo>
                  <a:lnTo>
                    <a:pt x="2147398" y="3436903"/>
                  </a:lnTo>
                  <a:lnTo>
                    <a:pt x="2147524" y="3436903"/>
                  </a:lnTo>
                  <a:lnTo>
                    <a:pt x="2147650" y="3436903"/>
                  </a:lnTo>
                  <a:lnTo>
                    <a:pt x="2147776" y="3436903"/>
                  </a:lnTo>
                  <a:lnTo>
                    <a:pt x="2147902" y="3436903"/>
                  </a:lnTo>
                  <a:lnTo>
                    <a:pt x="2148028" y="3436903"/>
                  </a:lnTo>
                  <a:lnTo>
                    <a:pt x="2148154" y="3436903"/>
                  </a:lnTo>
                  <a:lnTo>
                    <a:pt x="2148280" y="3436903"/>
                  </a:lnTo>
                  <a:lnTo>
                    <a:pt x="2148406" y="3436903"/>
                  </a:lnTo>
                  <a:lnTo>
                    <a:pt x="2148532" y="3436903"/>
                  </a:lnTo>
                  <a:lnTo>
                    <a:pt x="2148659" y="3436903"/>
                  </a:lnTo>
                  <a:lnTo>
                    <a:pt x="2148785" y="3436903"/>
                  </a:lnTo>
                  <a:lnTo>
                    <a:pt x="2148911" y="3436903"/>
                  </a:lnTo>
                  <a:lnTo>
                    <a:pt x="2149037" y="3436903"/>
                  </a:lnTo>
                  <a:lnTo>
                    <a:pt x="2149163" y="3436903"/>
                  </a:lnTo>
                  <a:lnTo>
                    <a:pt x="2149289" y="3436903"/>
                  </a:lnTo>
                  <a:lnTo>
                    <a:pt x="2149415" y="3436903"/>
                  </a:lnTo>
                  <a:lnTo>
                    <a:pt x="2149541" y="3436903"/>
                  </a:lnTo>
                  <a:lnTo>
                    <a:pt x="2149667" y="3436903"/>
                  </a:lnTo>
                  <a:lnTo>
                    <a:pt x="2149793" y="3436903"/>
                  </a:lnTo>
                  <a:lnTo>
                    <a:pt x="2149919" y="3436903"/>
                  </a:lnTo>
                  <a:lnTo>
                    <a:pt x="2150046" y="3436903"/>
                  </a:lnTo>
                  <a:lnTo>
                    <a:pt x="2150172" y="3436903"/>
                  </a:lnTo>
                  <a:lnTo>
                    <a:pt x="2150298" y="3436903"/>
                  </a:lnTo>
                  <a:lnTo>
                    <a:pt x="2150424" y="3436903"/>
                  </a:lnTo>
                  <a:lnTo>
                    <a:pt x="2150550" y="3436903"/>
                  </a:lnTo>
                  <a:lnTo>
                    <a:pt x="2150676" y="3436903"/>
                  </a:lnTo>
                  <a:lnTo>
                    <a:pt x="2150802" y="3436903"/>
                  </a:lnTo>
                  <a:lnTo>
                    <a:pt x="2150928" y="3436903"/>
                  </a:lnTo>
                  <a:lnTo>
                    <a:pt x="2151054" y="3436903"/>
                  </a:lnTo>
                  <a:lnTo>
                    <a:pt x="2151180" y="3436903"/>
                  </a:lnTo>
                  <a:lnTo>
                    <a:pt x="2151306" y="3436903"/>
                  </a:lnTo>
                  <a:lnTo>
                    <a:pt x="2151433" y="3436903"/>
                  </a:lnTo>
                  <a:lnTo>
                    <a:pt x="2151559" y="3436903"/>
                  </a:lnTo>
                  <a:lnTo>
                    <a:pt x="2151685" y="3436903"/>
                  </a:lnTo>
                  <a:lnTo>
                    <a:pt x="2151811" y="3436903"/>
                  </a:lnTo>
                  <a:lnTo>
                    <a:pt x="2151937" y="3436903"/>
                  </a:lnTo>
                  <a:lnTo>
                    <a:pt x="2152063" y="3436903"/>
                  </a:lnTo>
                  <a:lnTo>
                    <a:pt x="2152189" y="3436903"/>
                  </a:lnTo>
                  <a:lnTo>
                    <a:pt x="2152315" y="3436903"/>
                  </a:lnTo>
                  <a:lnTo>
                    <a:pt x="2152441" y="3436903"/>
                  </a:lnTo>
                  <a:lnTo>
                    <a:pt x="2152441" y="3431623"/>
                  </a:lnTo>
                  <a:lnTo>
                    <a:pt x="2152567" y="3431623"/>
                  </a:lnTo>
                  <a:lnTo>
                    <a:pt x="2152693" y="3431623"/>
                  </a:lnTo>
                  <a:lnTo>
                    <a:pt x="2152819" y="3431623"/>
                  </a:lnTo>
                  <a:lnTo>
                    <a:pt x="2152946" y="3431623"/>
                  </a:lnTo>
                  <a:lnTo>
                    <a:pt x="2153072" y="3431623"/>
                  </a:lnTo>
                  <a:lnTo>
                    <a:pt x="2153198" y="3431623"/>
                  </a:lnTo>
                  <a:lnTo>
                    <a:pt x="2153324" y="3431623"/>
                  </a:lnTo>
                  <a:lnTo>
                    <a:pt x="2153450" y="3431623"/>
                  </a:lnTo>
                  <a:lnTo>
                    <a:pt x="2153576" y="3431623"/>
                  </a:lnTo>
                  <a:lnTo>
                    <a:pt x="2153702" y="3431623"/>
                  </a:lnTo>
                  <a:lnTo>
                    <a:pt x="2153828" y="3431623"/>
                  </a:lnTo>
                  <a:lnTo>
                    <a:pt x="2153954" y="3431623"/>
                  </a:lnTo>
                  <a:lnTo>
                    <a:pt x="2154080" y="3431623"/>
                  </a:lnTo>
                  <a:lnTo>
                    <a:pt x="2154206" y="3431623"/>
                  </a:lnTo>
                  <a:lnTo>
                    <a:pt x="2154333" y="3431623"/>
                  </a:lnTo>
                  <a:lnTo>
                    <a:pt x="2154459" y="3431623"/>
                  </a:lnTo>
                  <a:lnTo>
                    <a:pt x="2154585" y="3431623"/>
                  </a:lnTo>
                  <a:lnTo>
                    <a:pt x="2154711" y="3431623"/>
                  </a:lnTo>
                  <a:lnTo>
                    <a:pt x="2154837" y="3431623"/>
                  </a:lnTo>
                  <a:lnTo>
                    <a:pt x="2154963" y="3431623"/>
                  </a:lnTo>
                  <a:lnTo>
                    <a:pt x="2155089" y="3431623"/>
                  </a:lnTo>
                  <a:lnTo>
                    <a:pt x="2155215" y="3431623"/>
                  </a:lnTo>
                  <a:lnTo>
                    <a:pt x="2155341" y="3431623"/>
                  </a:lnTo>
                  <a:lnTo>
                    <a:pt x="2155467" y="3431623"/>
                  </a:lnTo>
                  <a:lnTo>
                    <a:pt x="2155593" y="3431623"/>
                  </a:lnTo>
                  <a:lnTo>
                    <a:pt x="2155719" y="3431623"/>
                  </a:lnTo>
                  <a:lnTo>
                    <a:pt x="2155846" y="3431623"/>
                  </a:lnTo>
                  <a:lnTo>
                    <a:pt x="2155972" y="3431623"/>
                  </a:lnTo>
                  <a:lnTo>
                    <a:pt x="2156098" y="3431623"/>
                  </a:lnTo>
                  <a:lnTo>
                    <a:pt x="2156224" y="3431623"/>
                  </a:lnTo>
                  <a:lnTo>
                    <a:pt x="2156350" y="3431623"/>
                  </a:lnTo>
                  <a:lnTo>
                    <a:pt x="2156476" y="3431623"/>
                  </a:lnTo>
                  <a:lnTo>
                    <a:pt x="2156602" y="3431623"/>
                  </a:lnTo>
                  <a:lnTo>
                    <a:pt x="2156728" y="3431623"/>
                  </a:lnTo>
                  <a:lnTo>
                    <a:pt x="2156854" y="3431623"/>
                  </a:lnTo>
                  <a:lnTo>
                    <a:pt x="2156980" y="3431623"/>
                  </a:lnTo>
                  <a:lnTo>
                    <a:pt x="2157106" y="3431623"/>
                  </a:lnTo>
                  <a:lnTo>
                    <a:pt x="2157233" y="3431623"/>
                  </a:lnTo>
                  <a:lnTo>
                    <a:pt x="2157359" y="3431623"/>
                  </a:lnTo>
                  <a:lnTo>
                    <a:pt x="2157485" y="3431623"/>
                  </a:lnTo>
                  <a:lnTo>
                    <a:pt x="2157611" y="3431623"/>
                  </a:lnTo>
                  <a:lnTo>
                    <a:pt x="2157737" y="3431623"/>
                  </a:lnTo>
                  <a:lnTo>
                    <a:pt x="2157863" y="3431623"/>
                  </a:lnTo>
                  <a:lnTo>
                    <a:pt x="2157989" y="3431623"/>
                  </a:lnTo>
                  <a:lnTo>
                    <a:pt x="2158115" y="3431623"/>
                  </a:lnTo>
                  <a:lnTo>
                    <a:pt x="2158241" y="3431623"/>
                  </a:lnTo>
                  <a:lnTo>
                    <a:pt x="2158367" y="3431623"/>
                  </a:lnTo>
                  <a:lnTo>
                    <a:pt x="2158493" y="3431623"/>
                  </a:lnTo>
                  <a:lnTo>
                    <a:pt x="2158620" y="3431623"/>
                  </a:lnTo>
                  <a:lnTo>
                    <a:pt x="2158746" y="3431623"/>
                  </a:lnTo>
                  <a:lnTo>
                    <a:pt x="2158872" y="3431623"/>
                  </a:lnTo>
                  <a:lnTo>
                    <a:pt x="2158998" y="3431623"/>
                  </a:lnTo>
                  <a:lnTo>
                    <a:pt x="2159124" y="3431623"/>
                  </a:lnTo>
                  <a:lnTo>
                    <a:pt x="2159250" y="3431623"/>
                  </a:lnTo>
                  <a:lnTo>
                    <a:pt x="2159376" y="3431623"/>
                  </a:lnTo>
                  <a:lnTo>
                    <a:pt x="2159502" y="3431623"/>
                  </a:lnTo>
                  <a:lnTo>
                    <a:pt x="2159628" y="3431623"/>
                  </a:lnTo>
                  <a:lnTo>
                    <a:pt x="2159754" y="3431623"/>
                  </a:lnTo>
                  <a:lnTo>
                    <a:pt x="2159880" y="3431623"/>
                  </a:lnTo>
                  <a:lnTo>
                    <a:pt x="2160006" y="3431623"/>
                  </a:lnTo>
                  <a:lnTo>
                    <a:pt x="2160133" y="3431623"/>
                  </a:lnTo>
                  <a:lnTo>
                    <a:pt x="2160259" y="3431623"/>
                  </a:lnTo>
                  <a:lnTo>
                    <a:pt x="2160385" y="3431623"/>
                  </a:lnTo>
                  <a:lnTo>
                    <a:pt x="2160511" y="3431623"/>
                  </a:lnTo>
                  <a:lnTo>
                    <a:pt x="2160637" y="3431623"/>
                  </a:lnTo>
                  <a:lnTo>
                    <a:pt x="2160763" y="3431623"/>
                  </a:lnTo>
                  <a:lnTo>
                    <a:pt x="2160889" y="3431623"/>
                  </a:lnTo>
                  <a:lnTo>
                    <a:pt x="2161015" y="3431623"/>
                  </a:lnTo>
                  <a:lnTo>
                    <a:pt x="2161141" y="3431623"/>
                  </a:lnTo>
                  <a:lnTo>
                    <a:pt x="2161267" y="3431623"/>
                  </a:lnTo>
                  <a:lnTo>
                    <a:pt x="2161393" y="3431623"/>
                  </a:lnTo>
                  <a:lnTo>
                    <a:pt x="2161520" y="3431623"/>
                  </a:lnTo>
                  <a:lnTo>
                    <a:pt x="2161646" y="3431623"/>
                  </a:lnTo>
                  <a:lnTo>
                    <a:pt x="2161772" y="3431623"/>
                  </a:lnTo>
                  <a:lnTo>
                    <a:pt x="2161898" y="3431623"/>
                  </a:lnTo>
                  <a:lnTo>
                    <a:pt x="2162024" y="3431623"/>
                  </a:lnTo>
                  <a:lnTo>
                    <a:pt x="2162150" y="3431623"/>
                  </a:lnTo>
                  <a:lnTo>
                    <a:pt x="2162150" y="3426344"/>
                  </a:lnTo>
                  <a:lnTo>
                    <a:pt x="2162276" y="3426344"/>
                  </a:lnTo>
                  <a:lnTo>
                    <a:pt x="2162402" y="3426344"/>
                  </a:lnTo>
                  <a:lnTo>
                    <a:pt x="2162528" y="3426344"/>
                  </a:lnTo>
                  <a:lnTo>
                    <a:pt x="2162654" y="3426344"/>
                  </a:lnTo>
                  <a:lnTo>
                    <a:pt x="2162780" y="3426344"/>
                  </a:lnTo>
                  <a:lnTo>
                    <a:pt x="2162906" y="3426344"/>
                  </a:lnTo>
                  <a:lnTo>
                    <a:pt x="2163033" y="3426344"/>
                  </a:lnTo>
                  <a:lnTo>
                    <a:pt x="2163159" y="3426344"/>
                  </a:lnTo>
                  <a:lnTo>
                    <a:pt x="2163285" y="3426344"/>
                  </a:lnTo>
                  <a:lnTo>
                    <a:pt x="2163411" y="3426344"/>
                  </a:lnTo>
                  <a:lnTo>
                    <a:pt x="2163537" y="3426344"/>
                  </a:lnTo>
                  <a:lnTo>
                    <a:pt x="2163663" y="3426344"/>
                  </a:lnTo>
                  <a:lnTo>
                    <a:pt x="2163789" y="3426344"/>
                  </a:lnTo>
                  <a:lnTo>
                    <a:pt x="2163915" y="3426344"/>
                  </a:lnTo>
                  <a:lnTo>
                    <a:pt x="2164041" y="3426344"/>
                  </a:lnTo>
                  <a:lnTo>
                    <a:pt x="2164167" y="3426344"/>
                  </a:lnTo>
                  <a:lnTo>
                    <a:pt x="2164293" y="3426344"/>
                  </a:lnTo>
                  <a:lnTo>
                    <a:pt x="2164420" y="3426344"/>
                  </a:lnTo>
                  <a:lnTo>
                    <a:pt x="2164546" y="3426344"/>
                  </a:lnTo>
                  <a:lnTo>
                    <a:pt x="2164672" y="3426344"/>
                  </a:lnTo>
                  <a:lnTo>
                    <a:pt x="2164798" y="3426344"/>
                  </a:lnTo>
                  <a:lnTo>
                    <a:pt x="2164924" y="3426344"/>
                  </a:lnTo>
                  <a:lnTo>
                    <a:pt x="2165050" y="3426344"/>
                  </a:lnTo>
                  <a:lnTo>
                    <a:pt x="2165176" y="3426344"/>
                  </a:lnTo>
                  <a:lnTo>
                    <a:pt x="2165302" y="3426344"/>
                  </a:lnTo>
                  <a:lnTo>
                    <a:pt x="2165428" y="3426344"/>
                  </a:lnTo>
                  <a:lnTo>
                    <a:pt x="2165554" y="3426344"/>
                  </a:lnTo>
                  <a:lnTo>
                    <a:pt x="2165680" y="3426344"/>
                  </a:lnTo>
                  <a:lnTo>
                    <a:pt x="2165807" y="3426344"/>
                  </a:lnTo>
                  <a:lnTo>
                    <a:pt x="2165933" y="3426344"/>
                  </a:lnTo>
                  <a:lnTo>
                    <a:pt x="2166059" y="3426344"/>
                  </a:lnTo>
                  <a:lnTo>
                    <a:pt x="2166185" y="3426344"/>
                  </a:lnTo>
                  <a:lnTo>
                    <a:pt x="2166311" y="3426344"/>
                  </a:lnTo>
                  <a:lnTo>
                    <a:pt x="2166437" y="3426344"/>
                  </a:lnTo>
                  <a:lnTo>
                    <a:pt x="2166563" y="3426344"/>
                  </a:lnTo>
                  <a:lnTo>
                    <a:pt x="2166689" y="3426344"/>
                  </a:lnTo>
                  <a:lnTo>
                    <a:pt x="2166815" y="3426344"/>
                  </a:lnTo>
                  <a:lnTo>
                    <a:pt x="2166941" y="3426344"/>
                  </a:lnTo>
                  <a:lnTo>
                    <a:pt x="2167067" y="3426344"/>
                  </a:lnTo>
                  <a:lnTo>
                    <a:pt x="2167193" y="3426344"/>
                  </a:lnTo>
                  <a:lnTo>
                    <a:pt x="2167320" y="3426344"/>
                  </a:lnTo>
                  <a:lnTo>
                    <a:pt x="2167446" y="3426344"/>
                  </a:lnTo>
                  <a:lnTo>
                    <a:pt x="2167572" y="3426344"/>
                  </a:lnTo>
                  <a:lnTo>
                    <a:pt x="2167698" y="3426344"/>
                  </a:lnTo>
                  <a:lnTo>
                    <a:pt x="2167824" y="3426344"/>
                  </a:lnTo>
                  <a:lnTo>
                    <a:pt x="2167950" y="3426344"/>
                  </a:lnTo>
                  <a:lnTo>
                    <a:pt x="2168076" y="3426344"/>
                  </a:lnTo>
                  <a:lnTo>
                    <a:pt x="2168202" y="3426344"/>
                  </a:lnTo>
                  <a:lnTo>
                    <a:pt x="2168328" y="3426344"/>
                  </a:lnTo>
                  <a:lnTo>
                    <a:pt x="2168454" y="3426344"/>
                  </a:lnTo>
                  <a:lnTo>
                    <a:pt x="2168580" y="3426344"/>
                  </a:lnTo>
                  <a:lnTo>
                    <a:pt x="2168707" y="3426344"/>
                  </a:lnTo>
                  <a:lnTo>
                    <a:pt x="2168833" y="3426344"/>
                  </a:lnTo>
                  <a:lnTo>
                    <a:pt x="2168959" y="3426344"/>
                  </a:lnTo>
                  <a:lnTo>
                    <a:pt x="2169085" y="3426344"/>
                  </a:lnTo>
                  <a:lnTo>
                    <a:pt x="2169211" y="3426344"/>
                  </a:lnTo>
                  <a:lnTo>
                    <a:pt x="2169337" y="3426344"/>
                  </a:lnTo>
                  <a:lnTo>
                    <a:pt x="2169463" y="3426344"/>
                  </a:lnTo>
                  <a:lnTo>
                    <a:pt x="2169589" y="3426344"/>
                  </a:lnTo>
                  <a:lnTo>
                    <a:pt x="2169715" y="3426344"/>
                  </a:lnTo>
                  <a:lnTo>
                    <a:pt x="2169841" y="3426344"/>
                  </a:lnTo>
                  <a:lnTo>
                    <a:pt x="2169967" y="3426344"/>
                  </a:lnTo>
                  <a:lnTo>
                    <a:pt x="2170093" y="3426344"/>
                  </a:lnTo>
                  <a:lnTo>
                    <a:pt x="2170220" y="3426344"/>
                  </a:lnTo>
                  <a:lnTo>
                    <a:pt x="2170346" y="3426344"/>
                  </a:lnTo>
                  <a:lnTo>
                    <a:pt x="2170472" y="3426344"/>
                  </a:lnTo>
                  <a:lnTo>
                    <a:pt x="2170598" y="3426344"/>
                  </a:lnTo>
                  <a:lnTo>
                    <a:pt x="2170724" y="3426344"/>
                  </a:lnTo>
                  <a:lnTo>
                    <a:pt x="2170850" y="3426344"/>
                  </a:lnTo>
                  <a:lnTo>
                    <a:pt x="2170976" y="3426344"/>
                  </a:lnTo>
                  <a:lnTo>
                    <a:pt x="2171102" y="3426344"/>
                  </a:lnTo>
                  <a:lnTo>
                    <a:pt x="2171228" y="3426344"/>
                  </a:lnTo>
                  <a:lnTo>
                    <a:pt x="2171354" y="3426344"/>
                  </a:lnTo>
                  <a:lnTo>
                    <a:pt x="2171480" y="3426344"/>
                  </a:lnTo>
                  <a:lnTo>
                    <a:pt x="2171607" y="3426344"/>
                  </a:lnTo>
                  <a:lnTo>
                    <a:pt x="2171733" y="3426344"/>
                  </a:lnTo>
                  <a:lnTo>
                    <a:pt x="2171859" y="3426344"/>
                  </a:lnTo>
                  <a:lnTo>
                    <a:pt x="2171985" y="3426344"/>
                  </a:lnTo>
                  <a:lnTo>
                    <a:pt x="2172111" y="3426344"/>
                  </a:lnTo>
                  <a:lnTo>
                    <a:pt x="2172237" y="3426344"/>
                  </a:lnTo>
                  <a:lnTo>
                    <a:pt x="2172363" y="3426344"/>
                  </a:lnTo>
                  <a:lnTo>
                    <a:pt x="2172489" y="3426344"/>
                  </a:lnTo>
                  <a:lnTo>
                    <a:pt x="2172615" y="3426344"/>
                  </a:lnTo>
                  <a:lnTo>
                    <a:pt x="2172741" y="3426344"/>
                  </a:lnTo>
                  <a:lnTo>
                    <a:pt x="2172867" y="3426344"/>
                  </a:lnTo>
                  <a:lnTo>
                    <a:pt x="2172993" y="3426344"/>
                  </a:lnTo>
                  <a:lnTo>
                    <a:pt x="2173120" y="3426344"/>
                  </a:lnTo>
                  <a:lnTo>
                    <a:pt x="2173246" y="3426344"/>
                  </a:lnTo>
                  <a:lnTo>
                    <a:pt x="2173372" y="3426344"/>
                  </a:lnTo>
                  <a:lnTo>
                    <a:pt x="2173498" y="3426344"/>
                  </a:lnTo>
                  <a:lnTo>
                    <a:pt x="2173624" y="3426344"/>
                  </a:lnTo>
                  <a:lnTo>
                    <a:pt x="2173750" y="3426344"/>
                  </a:lnTo>
                  <a:lnTo>
                    <a:pt x="2173876" y="3426344"/>
                  </a:lnTo>
                  <a:lnTo>
                    <a:pt x="2174002" y="3426344"/>
                  </a:lnTo>
                  <a:lnTo>
                    <a:pt x="2174128" y="3426344"/>
                  </a:lnTo>
                  <a:lnTo>
                    <a:pt x="2174254" y="3426344"/>
                  </a:lnTo>
                  <a:lnTo>
                    <a:pt x="2174380" y="3426344"/>
                  </a:lnTo>
                  <a:lnTo>
                    <a:pt x="2174507" y="3426344"/>
                  </a:lnTo>
                  <a:lnTo>
                    <a:pt x="2174633" y="3426344"/>
                  </a:lnTo>
                  <a:lnTo>
                    <a:pt x="2174759" y="3426344"/>
                  </a:lnTo>
                  <a:lnTo>
                    <a:pt x="2174885" y="3426344"/>
                  </a:lnTo>
                  <a:lnTo>
                    <a:pt x="2175011" y="3426344"/>
                  </a:lnTo>
                  <a:lnTo>
                    <a:pt x="2175137" y="3426344"/>
                  </a:lnTo>
                  <a:lnTo>
                    <a:pt x="2175263" y="3426344"/>
                  </a:lnTo>
                  <a:lnTo>
                    <a:pt x="2175389" y="3426344"/>
                  </a:lnTo>
                  <a:lnTo>
                    <a:pt x="2175515" y="3426344"/>
                  </a:lnTo>
                  <a:lnTo>
                    <a:pt x="2175641" y="3426344"/>
                  </a:lnTo>
                  <a:lnTo>
                    <a:pt x="2175767" y="3426344"/>
                  </a:lnTo>
                  <a:lnTo>
                    <a:pt x="2175894" y="3426344"/>
                  </a:lnTo>
                  <a:lnTo>
                    <a:pt x="2176020" y="3426344"/>
                  </a:lnTo>
                  <a:lnTo>
                    <a:pt x="2176146" y="3426344"/>
                  </a:lnTo>
                  <a:lnTo>
                    <a:pt x="2176272" y="3426344"/>
                  </a:lnTo>
                  <a:lnTo>
                    <a:pt x="2176398" y="3426344"/>
                  </a:lnTo>
                  <a:lnTo>
                    <a:pt x="2176524" y="3426344"/>
                  </a:lnTo>
                  <a:lnTo>
                    <a:pt x="2176650" y="3426344"/>
                  </a:lnTo>
                  <a:lnTo>
                    <a:pt x="2176776" y="3426344"/>
                  </a:lnTo>
                  <a:lnTo>
                    <a:pt x="2176902" y="3426344"/>
                  </a:lnTo>
                  <a:lnTo>
                    <a:pt x="2177028" y="3426344"/>
                  </a:lnTo>
                  <a:lnTo>
                    <a:pt x="2177154" y="3426344"/>
                  </a:lnTo>
                  <a:lnTo>
                    <a:pt x="2177280" y="3426344"/>
                  </a:lnTo>
                  <a:lnTo>
                    <a:pt x="2177407" y="3426344"/>
                  </a:lnTo>
                  <a:lnTo>
                    <a:pt x="2177533" y="3426344"/>
                  </a:lnTo>
                  <a:lnTo>
                    <a:pt x="2177659" y="3426344"/>
                  </a:lnTo>
                  <a:lnTo>
                    <a:pt x="2177785" y="3426344"/>
                  </a:lnTo>
                  <a:lnTo>
                    <a:pt x="2177911" y="3426344"/>
                  </a:lnTo>
                  <a:lnTo>
                    <a:pt x="2178037" y="3426344"/>
                  </a:lnTo>
                  <a:lnTo>
                    <a:pt x="2178163" y="3426344"/>
                  </a:lnTo>
                  <a:lnTo>
                    <a:pt x="2178289" y="3426344"/>
                  </a:lnTo>
                  <a:lnTo>
                    <a:pt x="2178415" y="3426344"/>
                  </a:lnTo>
                  <a:lnTo>
                    <a:pt x="2178541" y="3426344"/>
                  </a:lnTo>
                  <a:lnTo>
                    <a:pt x="2178667" y="3426344"/>
                  </a:lnTo>
                  <a:lnTo>
                    <a:pt x="2178794" y="3426344"/>
                  </a:lnTo>
                  <a:lnTo>
                    <a:pt x="2178920" y="3426344"/>
                  </a:lnTo>
                  <a:lnTo>
                    <a:pt x="2178920" y="3421065"/>
                  </a:lnTo>
                  <a:lnTo>
                    <a:pt x="2179046" y="3421065"/>
                  </a:lnTo>
                  <a:lnTo>
                    <a:pt x="2179172" y="3421065"/>
                  </a:lnTo>
                  <a:lnTo>
                    <a:pt x="2179298" y="3421065"/>
                  </a:lnTo>
                  <a:lnTo>
                    <a:pt x="2179424" y="3421065"/>
                  </a:lnTo>
                  <a:lnTo>
                    <a:pt x="2179550" y="3421065"/>
                  </a:lnTo>
                  <a:lnTo>
                    <a:pt x="2179676" y="3421065"/>
                  </a:lnTo>
                  <a:lnTo>
                    <a:pt x="2179802" y="3421065"/>
                  </a:lnTo>
                  <a:lnTo>
                    <a:pt x="2179928" y="3421065"/>
                  </a:lnTo>
                  <a:lnTo>
                    <a:pt x="2180054" y="3421065"/>
                  </a:lnTo>
                  <a:lnTo>
                    <a:pt x="2180180" y="3421065"/>
                  </a:lnTo>
                  <a:lnTo>
                    <a:pt x="2180307" y="3421065"/>
                  </a:lnTo>
                  <a:lnTo>
                    <a:pt x="2180433" y="3421065"/>
                  </a:lnTo>
                  <a:lnTo>
                    <a:pt x="2180559" y="3421065"/>
                  </a:lnTo>
                  <a:lnTo>
                    <a:pt x="2180685" y="3421065"/>
                  </a:lnTo>
                  <a:lnTo>
                    <a:pt x="2180811" y="3421065"/>
                  </a:lnTo>
                  <a:lnTo>
                    <a:pt x="2180937" y="3421065"/>
                  </a:lnTo>
                  <a:lnTo>
                    <a:pt x="2181063" y="3421065"/>
                  </a:lnTo>
                  <a:lnTo>
                    <a:pt x="2181189" y="3421065"/>
                  </a:lnTo>
                  <a:lnTo>
                    <a:pt x="2181315" y="3421065"/>
                  </a:lnTo>
                  <a:lnTo>
                    <a:pt x="2181441" y="3421065"/>
                  </a:lnTo>
                  <a:lnTo>
                    <a:pt x="2181567" y="3421065"/>
                  </a:lnTo>
                  <a:lnTo>
                    <a:pt x="2181694" y="3421065"/>
                  </a:lnTo>
                  <a:lnTo>
                    <a:pt x="2181820" y="3421065"/>
                  </a:lnTo>
                  <a:lnTo>
                    <a:pt x="2181946" y="3421065"/>
                  </a:lnTo>
                  <a:lnTo>
                    <a:pt x="2182072" y="3421065"/>
                  </a:lnTo>
                  <a:lnTo>
                    <a:pt x="2182198" y="3421065"/>
                  </a:lnTo>
                  <a:lnTo>
                    <a:pt x="2182324" y="3421065"/>
                  </a:lnTo>
                  <a:lnTo>
                    <a:pt x="2182450" y="3421065"/>
                  </a:lnTo>
                  <a:lnTo>
                    <a:pt x="2182576" y="3421065"/>
                  </a:lnTo>
                  <a:lnTo>
                    <a:pt x="2182702" y="3421065"/>
                  </a:lnTo>
                  <a:lnTo>
                    <a:pt x="2182828" y="3421065"/>
                  </a:lnTo>
                  <a:lnTo>
                    <a:pt x="2182954" y="3421065"/>
                  </a:lnTo>
                  <a:lnTo>
                    <a:pt x="2183081" y="3421065"/>
                  </a:lnTo>
                  <a:lnTo>
                    <a:pt x="2183207" y="3421065"/>
                  </a:lnTo>
                  <a:lnTo>
                    <a:pt x="2183333" y="3421065"/>
                  </a:lnTo>
                  <a:lnTo>
                    <a:pt x="2183459" y="3421065"/>
                  </a:lnTo>
                  <a:lnTo>
                    <a:pt x="2183585" y="3421065"/>
                  </a:lnTo>
                  <a:lnTo>
                    <a:pt x="2183711" y="3421065"/>
                  </a:lnTo>
                  <a:lnTo>
                    <a:pt x="2183837" y="3421065"/>
                  </a:lnTo>
                  <a:lnTo>
                    <a:pt x="2183963" y="3421065"/>
                  </a:lnTo>
                  <a:lnTo>
                    <a:pt x="2184089" y="3421065"/>
                  </a:lnTo>
                  <a:lnTo>
                    <a:pt x="2184215" y="3421065"/>
                  </a:lnTo>
                  <a:lnTo>
                    <a:pt x="2184341" y="3421065"/>
                  </a:lnTo>
                  <a:lnTo>
                    <a:pt x="2184467" y="3421065"/>
                  </a:lnTo>
                  <a:lnTo>
                    <a:pt x="2184594" y="3421065"/>
                  </a:lnTo>
                  <a:lnTo>
                    <a:pt x="2184720" y="3421065"/>
                  </a:lnTo>
                  <a:lnTo>
                    <a:pt x="2184846" y="3421065"/>
                  </a:lnTo>
                  <a:lnTo>
                    <a:pt x="2184972" y="3421065"/>
                  </a:lnTo>
                  <a:lnTo>
                    <a:pt x="2185098" y="3421065"/>
                  </a:lnTo>
                  <a:lnTo>
                    <a:pt x="2185224" y="3421065"/>
                  </a:lnTo>
                  <a:lnTo>
                    <a:pt x="2185350" y="3421065"/>
                  </a:lnTo>
                  <a:lnTo>
                    <a:pt x="2185476" y="3421065"/>
                  </a:lnTo>
                  <a:lnTo>
                    <a:pt x="2185602" y="3421065"/>
                  </a:lnTo>
                  <a:lnTo>
                    <a:pt x="2185728" y="3421065"/>
                  </a:lnTo>
                  <a:lnTo>
                    <a:pt x="2185854" y="3421065"/>
                  </a:lnTo>
                  <a:lnTo>
                    <a:pt x="2185981" y="3421065"/>
                  </a:lnTo>
                  <a:lnTo>
                    <a:pt x="2186107" y="3421065"/>
                  </a:lnTo>
                  <a:lnTo>
                    <a:pt x="2186233" y="3421065"/>
                  </a:lnTo>
                  <a:lnTo>
                    <a:pt x="2186359" y="3421065"/>
                  </a:lnTo>
                  <a:lnTo>
                    <a:pt x="2186485" y="3421065"/>
                  </a:lnTo>
                  <a:lnTo>
                    <a:pt x="2186611" y="3421065"/>
                  </a:lnTo>
                  <a:lnTo>
                    <a:pt x="2186737" y="3421065"/>
                  </a:lnTo>
                  <a:lnTo>
                    <a:pt x="2186863" y="3421065"/>
                  </a:lnTo>
                  <a:lnTo>
                    <a:pt x="2186989" y="3421065"/>
                  </a:lnTo>
                  <a:lnTo>
                    <a:pt x="2187115" y="3421065"/>
                  </a:lnTo>
                  <a:lnTo>
                    <a:pt x="2187241" y="3421065"/>
                  </a:lnTo>
                  <a:lnTo>
                    <a:pt x="2187367" y="3421065"/>
                  </a:lnTo>
                  <a:lnTo>
                    <a:pt x="2187494" y="3421065"/>
                  </a:lnTo>
                  <a:lnTo>
                    <a:pt x="2187620" y="3421065"/>
                  </a:lnTo>
                  <a:lnTo>
                    <a:pt x="2187746" y="3421065"/>
                  </a:lnTo>
                  <a:lnTo>
                    <a:pt x="2187872" y="3421065"/>
                  </a:lnTo>
                  <a:lnTo>
                    <a:pt x="2187998" y="3421065"/>
                  </a:lnTo>
                  <a:lnTo>
                    <a:pt x="2188124" y="3421065"/>
                  </a:lnTo>
                  <a:lnTo>
                    <a:pt x="2188250" y="3421065"/>
                  </a:lnTo>
                  <a:lnTo>
                    <a:pt x="2188376" y="3421065"/>
                  </a:lnTo>
                  <a:lnTo>
                    <a:pt x="2188502" y="3421065"/>
                  </a:lnTo>
                  <a:lnTo>
                    <a:pt x="2188628" y="3421065"/>
                  </a:lnTo>
                  <a:lnTo>
                    <a:pt x="2188754" y="3421065"/>
                  </a:lnTo>
                  <a:lnTo>
                    <a:pt x="2188881" y="3421065"/>
                  </a:lnTo>
                  <a:lnTo>
                    <a:pt x="2189007" y="3421065"/>
                  </a:lnTo>
                  <a:lnTo>
                    <a:pt x="2189007" y="3415785"/>
                  </a:lnTo>
                  <a:lnTo>
                    <a:pt x="2189133" y="3415785"/>
                  </a:lnTo>
                  <a:lnTo>
                    <a:pt x="2189259" y="3415785"/>
                  </a:lnTo>
                  <a:lnTo>
                    <a:pt x="2189385" y="3415785"/>
                  </a:lnTo>
                  <a:lnTo>
                    <a:pt x="2189511" y="3415785"/>
                  </a:lnTo>
                  <a:lnTo>
                    <a:pt x="2189637" y="3415785"/>
                  </a:lnTo>
                  <a:lnTo>
                    <a:pt x="2189763" y="3415785"/>
                  </a:lnTo>
                  <a:lnTo>
                    <a:pt x="2189889" y="3415785"/>
                  </a:lnTo>
                  <a:lnTo>
                    <a:pt x="2190015" y="3415785"/>
                  </a:lnTo>
                  <a:lnTo>
                    <a:pt x="2190141" y="3415785"/>
                  </a:lnTo>
                  <a:lnTo>
                    <a:pt x="2190267" y="3415785"/>
                  </a:lnTo>
                  <a:lnTo>
                    <a:pt x="2190394" y="3415785"/>
                  </a:lnTo>
                  <a:lnTo>
                    <a:pt x="2190520" y="3415785"/>
                  </a:lnTo>
                  <a:lnTo>
                    <a:pt x="2190646" y="3415785"/>
                  </a:lnTo>
                  <a:lnTo>
                    <a:pt x="2190772" y="3415785"/>
                  </a:lnTo>
                  <a:lnTo>
                    <a:pt x="2190898" y="3415785"/>
                  </a:lnTo>
                  <a:lnTo>
                    <a:pt x="2191024" y="3415785"/>
                  </a:lnTo>
                  <a:lnTo>
                    <a:pt x="2191150" y="3415785"/>
                  </a:lnTo>
                  <a:lnTo>
                    <a:pt x="2191276" y="3415785"/>
                  </a:lnTo>
                  <a:lnTo>
                    <a:pt x="2191402" y="3415785"/>
                  </a:lnTo>
                  <a:lnTo>
                    <a:pt x="2191528" y="3415785"/>
                  </a:lnTo>
                  <a:lnTo>
                    <a:pt x="2191654" y="3415785"/>
                  </a:lnTo>
                  <a:lnTo>
                    <a:pt x="2191781" y="3415785"/>
                  </a:lnTo>
                  <a:lnTo>
                    <a:pt x="2191907" y="3415785"/>
                  </a:lnTo>
                  <a:lnTo>
                    <a:pt x="2192033" y="3415785"/>
                  </a:lnTo>
                  <a:lnTo>
                    <a:pt x="2192159" y="3415785"/>
                  </a:lnTo>
                  <a:lnTo>
                    <a:pt x="2192285" y="3415785"/>
                  </a:lnTo>
                  <a:lnTo>
                    <a:pt x="2192411" y="3415785"/>
                  </a:lnTo>
                  <a:lnTo>
                    <a:pt x="2192537" y="3415785"/>
                  </a:lnTo>
                  <a:lnTo>
                    <a:pt x="2192663" y="3415785"/>
                  </a:lnTo>
                  <a:lnTo>
                    <a:pt x="2192789" y="3415785"/>
                  </a:lnTo>
                  <a:lnTo>
                    <a:pt x="2192915" y="3415785"/>
                  </a:lnTo>
                  <a:lnTo>
                    <a:pt x="2193041" y="3415785"/>
                  </a:lnTo>
                  <a:lnTo>
                    <a:pt x="2193168" y="3415785"/>
                  </a:lnTo>
                  <a:lnTo>
                    <a:pt x="2193294" y="3415785"/>
                  </a:lnTo>
                  <a:lnTo>
                    <a:pt x="2193420" y="3415785"/>
                  </a:lnTo>
                  <a:lnTo>
                    <a:pt x="2193420" y="3410506"/>
                  </a:lnTo>
                  <a:lnTo>
                    <a:pt x="2193546" y="3410506"/>
                  </a:lnTo>
                  <a:lnTo>
                    <a:pt x="2193672" y="3410506"/>
                  </a:lnTo>
                  <a:lnTo>
                    <a:pt x="2193798" y="3410506"/>
                  </a:lnTo>
                  <a:lnTo>
                    <a:pt x="2193924" y="3410506"/>
                  </a:lnTo>
                  <a:lnTo>
                    <a:pt x="2194050" y="3410506"/>
                  </a:lnTo>
                  <a:lnTo>
                    <a:pt x="2194176" y="3410506"/>
                  </a:lnTo>
                  <a:lnTo>
                    <a:pt x="2194302" y="3410506"/>
                  </a:lnTo>
                  <a:lnTo>
                    <a:pt x="2194428" y="3410506"/>
                  </a:lnTo>
                  <a:lnTo>
                    <a:pt x="2194554" y="3410506"/>
                  </a:lnTo>
                  <a:lnTo>
                    <a:pt x="2194681" y="3410506"/>
                  </a:lnTo>
                  <a:lnTo>
                    <a:pt x="2194807" y="3410506"/>
                  </a:lnTo>
                  <a:lnTo>
                    <a:pt x="2194933" y="3410506"/>
                  </a:lnTo>
                  <a:lnTo>
                    <a:pt x="2195059" y="3410506"/>
                  </a:lnTo>
                  <a:lnTo>
                    <a:pt x="2195185" y="3410506"/>
                  </a:lnTo>
                  <a:lnTo>
                    <a:pt x="2195311" y="3410506"/>
                  </a:lnTo>
                  <a:lnTo>
                    <a:pt x="2195437" y="3410506"/>
                  </a:lnTo>
                  <a:lnTo>
                    <a:pt x="2195563" y="3410506"/>
                  </a:lnTo>
                  <a:lnTo>
                    <a:pt x="2195689" y="3410506"/>
                  </a:lnTo>
                  <a:lnTo>
                    <a:pt x="2195815" y="3410506"/>
                  </a:lnTo>
                  <a:lnTo>
                    <a:pt x="2195941" y="3410506"/>
                  </a:lnTo>
                  <a:lnTo>
                    <a:pt x="2196068" y="3410506"/>
                  </a:lnTo>
                  <a:lnTo>
                    <a:pt x="2196194" y="3410506"/>
                  </a:lnTo>
                  <a:lnTo>
                    <a:pt x="2196320" y="3410506"/>
                  </a:lnTo>
                  <a:lnTo>
                    <a:pt x="2196446" y="3410506"/>
                  </a:lnTo>
                  <a:lnTo>
                    <a:pt x="2196572" y="3410506"/>
                  </a:lnTo>
                  <a:lnTo>
                    <a:pt x="2196572" y="3405226"/>
                  </a:lnTo>
                  <a:lnTo>
                    <a:pt x="2196698" y="3405226"/>
                  </a:lnTo>
                  <a:lnTo>
                    <a:pt x="2196824" y="3405226"/>
                  </a:lnTo>
                  <a:lnTo>
                    <a:pt x="2196950" y="3405226"/>
                  </a:lnTo>
                  <a:lnTo>
                    <a:pt x="2197076" y="3405226"/>
                  </a:lnTo>
                  <a:lnTo>
                    <a:pt x="2197202" y="3405226"/>
                  </a:lnTo>
                  <a:lnTo>
                    <a:pt x="2197328" y="3405226"/>
                  </a:lnTo>
                  <a:lnTo>
                    <a:pt x="2197454" y="3405226"/>
                  </a:lnTo>
                  <a:lnTo>
                    <a:pt x="2197581" y="3405226"/>
                  </a:lnTo>
                  <a:lnTo>
                    <a:pt x="2197707" y="3405226"/>
                  </a:lnTo>
                  <a:lnTo>
                    <a:pt x="2197833" y="3405226"/>
                  </a:lnTo>
                  <a:lnTo>
                    <a:pt x="2197959" y="3405226"/>
                  </a:lnTo>
                  <a:lnTo>
                    <a:pt x="2198085" y="3405226"/>
                  </a:lnTo>
                  <a:lnTo>
                    <a:pt x="2198211" y="3405226"/>
                  </a:lnTo>
                  <a:lnTo>
                    <a:pt x="2198337" y="3405226"/>
                  </a:lnTo>
                  <a:lnTo>
                    <a:pt x="2198463" y="3405226"/>
                  </a:lnTo>
                  <a:lnTo>
                    <a:pt x="2198589" y="3405226"/>
                  </a:lnTo>
                  <a:lnTo>
                    <a:pt x="2198715" y="3405226"/>
                  </a:lnTo>
                  <a:lnTo>
                    <a:pt x="2198841" y="3405226"/>
                  </a:lnTo>
                  <a:lnTo>
                    <a:pt x="2198968" y="3405226"/>
                  </a:lnTo>
                  <a:lnTo>
                    <a:pt x="2199094" y="3405226"/>
                  </a:lnTo>
                  <a:lnTo>
                    <a:pt x="2199220" y="3405226"/>
                  </a:lnTo>
                  <a:lnTo>
                    <a:pt x="2199346" y="3405226"/>
                  </a:lnTo>
                  <a:lnTo>
                    <a:pt x="2199472" y="3405226"/>
                  </a:lnTo>
                  <a:lnTo>
                    <a:pt x="2199598" y="3405226"/>
                  </a:lnTo>
                  <a:lnTo>
                    <a:pt x="2199724" y="3405226"/>
                  </a:lnTo>
                  <a:lnTo>
                    <a:pt x="2199850" y="3405226"/>
                  </a:lnTo>
                  <a:lnTo>
                    <a:pt x="2199976" y="3405226"/>
                  </a:lnTo>
                  <a:lnTo>
                    <a:pt x="2200102" y="3405226"/>
                  </a:lnTo>
                  <a:lnTo>
                    <a:pt x="2200228" y="3405226"/>
                  </a:lnTo>
                  <a:lnTo>
                    <a:pt x="2200355" y="3405226"/>
                  </a:lnTo>
                  <a:lnTo>
                    <a:pt x="2200481" y="3405226"/>
                  </a:lnTo>
                  <a:lnTo>
                    <a:pt x="2200607" y="3405226"/>
                  </a:lnTo>
                  <a:lnTo>
                    <a:pt x="2200733" y="3405226"/>
                  </a:lnTo>
                  <a:lnTo>
                    <a:pt x="2200859" y="3405226"/>
                  </a:lnTo>
                  <a:lnTo>
                    <a:pt x="2200985" y="3405226"/>
                  </a:lnTo>
                  <a:lnTo>
                    <a:pt x="2201111" y="3405226"/>
                  </a:lnTo>
                  <a:lnTo>
                    <a:pt x="2201237" y="3405226"/>
                  </a:lnTo>
                  <a:lnTo>
                    <a:pt x="2201363" y="3405226"/>
                  </a:lnTo>
                  <a:lnTo>
                    <a:pt x="2201489" y="3405226"/>
                  </a:lnTo>
                  <a:lnTo>
                    <a:pt x="2201615" y="3405226"/>
                  </a:lnTo>
                  <a:lnTo>
                    <a:pt x="2201741" y="3405226"/>
                  </a:lnTo>
                  <a:lnTo>
                    <a:pt x="2201868" y="3405226"/>
                  </a:lnTo>
                  <a:lnTo>
                    <a:pt x="2201994" y="3405226"/>
                  </a:lnTo>
                  <a:lnTo>
                    <a:pt x="2202120" y="3405226"/>
                  </a:lnTo>
                  <a:lnTo>
                    <a:pt x="2202246" y="3405226"/>
                  </a:lnTo>
                  <a:lnTo>
                    <a:pt x="2202372" y="3405226"/>
                  </a:lnTo>
                  <a:lnTo>
                    <a:pt x="2202498" y="3405226"/>
                  </a:lnTo>
                  <a:lnTo>
                    <a:pt x="2202624" y="3405226"/>
                  </a:lnTo>
                  <a:lnTo>
                    <a:pt x="2202750" y="3405226"/>
                  </a:lnTo>
                  <a:lnTo>
                    <a:pt x="2202876" y="3405226"/>
                  </a:lnTo>
                  <a:lnTo>
                    <a:pt x="2203002" y="3405226"/>
                  </a:lnTo>
                  <a:lnTo>
                    <a:pt x="2203128" y="3405226"/>
                  </a:lnTo>
                  <a:lnTo>
                    <a:pt x="2203255" y="3405226"/>
                  </a:lnTo>
                  <a:lnTo>
                    <a:pt x="2203381" y="3405226"/>
                  </a:lnTo>
                  <a:lnTo>
                    <a:pt x="2203507" y="3405226"/>
                  </a:lnTo>
                  <a:lnTo>
                    <a:pt x="2203633" y="3405226"/>
                  </a:lnTo>
                  <a:lnTo>
                    <a:pt x="2203759" y="3405226"/>
                  </a:lnTo>
                  <a:lnTo>
                    <a:pt x="2203885" y="3405226"/>
                  </a:lnTo>
                  <a:lnTo>
                    <a:pt x="2204011" y="3405226"/>
                  </a:lnTo>
                  <a:lnTo>
                    <a:pt x="2204137" y="3405226"/>
                  </a:lnTo>
                  <a:lnTo>
                    <a:pt x="2204263" y="3405226"/>
                  </a:lnTo>
                  <a:lnTo>
                    <a:pt x="2204389" y="3405226"/>
                  </a:lnTo>
                  <a:lnTo>
                    <a:pt x="2204515" y="3405226"/>
                  </a:lnTo>
                  <a:lnTo>
                    <a:pt x="2204641" y="3405226"/>
                  </a:lnTo>
                  <a:lnTo>
                    <a:pt x="2204768" y="3405226"/>
                  </a:lnTo>
                  <a:lnTo>
                    <a:pt x="2204894" y="3405226"/>
                  </a:lnTo>
                  <a:lnTo>
                    <a:pt x="2205020" y="3405226"/>
                  </a:lnTo>
                  <a:lnTo>
                    <a:pt x="2205146" y="3405226"/>
                  </a:lnTo>
                  <a:lnTo>
                    <a:pt x="2205272" y="3405226"/>
                  </a:lnTo>
                  <a:lnTo>
                    <a:pt x="2205398" y="3405226"/>
                  </a:lnTo>
                  <a:lnTo>
                    <a:pt x="2205524" y="3405226"/>
                  </a:lnTo>
                  <a:lnTo>
                    <a:pt x="2205650" y="3405226"/>
                  </a:lnTo>
                  <a:lnTo>
                    <a:pt x="2205650" y="3399947"/>
                  </a:lnTo>
                  <a:lnTo>
                    <a:pt x="2205776" y="3399947"/>
                  </a:lnTo>
                  <a:lnTo>
                    <a:pt x="2205902" y="3399947"/>
                  </a:lnTo>
                  <a:lnTo>
                    <a:pt x="2206028" y="3399947"/>
                  </a:lnTo>
                  <a:lnTo>
                    <a:pt x="2206155" y="3399947"/>
                  </a:lnTo>
                  <a:lnTo>
                    <a:pt x="2206281" y="3399947"/>
                  </a:lnTo>
                  <a:lnTo>
                    <a:pt x="2206407" y="3399947"/>
                  </a:lnTo>
                  <a:lnTo>
                    <a:pt x="2206533" y="3399947"/>
                  </a:lnTo>
                  <a:lnTo>
                    <a:pt x="2206659" y="3399947"/>
                  </a:lnTo>
                  <a:lnTo>
                    <a:pt x="2206659" y="3394667"/>
                  </a:lnTo>
                  <a:lnTo>
                    <a:pt x="2206785" y="3394667"/>
                  </a:lnTo>
                  <a:lnTo>
                    <a:pt x="2206911" y="3394667"/>
                  </a:lnTo>
                  <a:lnTo>
                    <a:pt x="2207037" y="3394667"/>
                  </a:lnTo>
                  <a:lnTo>
                    <a:pt x="2207163" y="3394667"/>
                  </a:lnTo>
                  <a:lnTo>
                    <a:pt x="2207289" y="3394667"/>
                  </a:lnTo>
                  <a:lnTo>
                    <a:pt x="2207415" y="3394667"/>
                  </a:lnTo>
                  <a:lnTo>
                    <a:pt x="2207542" y="3394667"/>
                  </a:lnTo>
                  <a:lnTo>
                    <a:pt x="2207668" y="3394667"/>
                  </a:lnTo>
                  <a:lnTo>
                    <a:pt x="2207794" y="3394667"/>
                  </a:lnTo>
                  <a:lnTo>
                    <a:pt x="2207920" y="3394667"/>
                  </a:lnTo>
                  <a:lnTo>
                    <a:pt x="2208046" y="3394667"/>
                  </a:lnTo>
                  <a:lnTo>
                    <a:pt x="2208172" y="3394667"/>
                  </a:lnTo>
                  <a:lnTo>
                    <a:pt x="2208298" y="3394667"/>
                  </a:lnTo>
                  <a:lnTo>
                    <a:pt x="2208424" y="3394667"/>
                  </a:lnTo>
                  <a:lnTo>
                    <a:pt x="2208550" y="3394667"/>
                  </a:lnTo>
                  <a:lnTo>
                    <a:pt x="2208676" y="3394667"/>
                  </a:lnTo>
                  <a:lnTo>
                    <a:pt x="2208802" y="3394667"/>
                  </a:lnTo>
                  <a:lnTo>
                    <a:pt x="2208802" y="3389388"/>
                  </a:lnTo>
                  <a:lnTo>
                    <a:pt x="2208928" y="3389388"/>
                  </a:lnTo>
                  <a:lnTo>
                    <a:pt x="2209055" y="3389388"/>
                  </a:lnTo>
                  <a:lnTo>
                    <a:pt x="2209181" y="3389388"/>
                  </a:lnTo>
                  <a:lnTo>
                    <a:pt x="2209307" y="3389388"/>
                  </a:lnTo>
                  <a:lnTo>
                    <a:pt x="2209433" y="3389388"/>
                  </a:lnTo>
                  <a:lnTo>
                    <a:pt x="2209559" y="3389388"/>
                  </a:lnTo>
                  <a:lnTo>
                    <a:pt x="2209685" y="3389388"/>
                  </a:lnTo>
                  <a:lnTo>
                    <a:pt x="2209811" y="3389388"/>
                  </a:lnTo>
                  <a:lnTo>
                    <a:pt x="2209937" y="3389388"/>
                  </a:lnTo>
                  <a:lnTo>
                    <a:pt x="2210063" y="3389388"/>
                  </a:lnTo>
                  <a:lnTo>
                    <a:pt x="2210189" y="3389388"/>
                  </a:lnTo>
                  <a:lnTo>
                    <a:pt x="2210315" y="3389388"/>
                  </a:lnTo>
                  <a:lnTo>
                    <a:pt x="2210442" y="3389388"/>
                  </a:lnTo>
                  <a:lnTo>
                    <a:pt x="2210568" y="3389388"/>
                  </a:lnTo>
                  <a:lnTo>
                    <a:pt x="2210694" y="3389388"/>
                  </a:lnTo>
                  <a:lnTo>
                    <a:pt x="2210820" y="3389388"/>
                  </a:lnTo>
                  <a:lnTo>
                    <a:pt x="2210946" y="3389388"/>
                  </a:lnTo>
                  <a:lnTo>
                    <a:pt x="2211072" y="3389388"/>
                  </a:lnTo>
                  <a:lnTo>
                    <a:pt x="2211198" y="3389388"/>
                  </a:lnTo>
                  <a:lnTo>
                    <a:pt x="2211324" y="3389388"/>
                  </a:lnTo>
                  <a:lnTo>
                    <a:pt x="2211450" y="3389388"/>
                  </a:lnTo>
                  <a:lnTo>
                    <a:pt x="2211576" y="3389388"/>
                  </a:lnTo>
                  <a:lnTo>
                    <a:pt x="2211702" y="3389388"/>
                  </a:lnTo>
                  <a:lnTo>
                    <a:pt x="2211828" y="3389388"/>
                  </a:lnTo>
                  <a:lnTo>
                    <a:pt x="2211955" y="3389388"/>
                  </a:lnTo>
                  <a:lnTo>
                    <a:pt x="2212081" y="3389388"/>
                  </a:lnTo>
                  <a:lnTo>
                    <a:pt x="2212207" y="3389388"/>
                  </a:lnTo>
                  <a:lnTo>
                    <a:pt x="2212333" y="3389388"/>
                  </a:lnTo>
                  <a:lnTo>
                    <a:pt x="2212459" y="3389388"/>
                  </a:lnTo>
                  <a:lnTo>
                    <a:pt x="2212585" y="3389388"/>
                  </a:lnTo>
                  <a:lnTo>
                    <a:pt x="2212711" y="3389388"/>
                  </a:lnTo>
                  <a:lnTo>
                    <a:pt x="2212837" y="3389388"/>
                  </a:lnTo>
                  <a:lnTo>
                    <a:pt x="2212963" y="3389388"/>
                  </a:lnTo>
                  <a:lnTo>
                    <a:pt x="2213089" y="3389388"/>
                  </a:lnTo>
                  <a:lnTo>
                    <a:pt x="2213215" y="3389388"/>
                  </a:lnTo>
                  <a:lnTo>
                    <a:pt x="2213342" y="3389388"/>
                  </a:lnTo>
                  <a:lnTo>
                    <a:pt x="2213468" y="3389388"/>
                  </a:lnTo>
                  <a:lnTo>
                    <a:pt x="2213468" y="3384109"/>
                  </a:lnTo>
                  <a:lnTo>
                    <a:pt x="2213594" y="3384109"/>
                  </a:lnTo>
                  <a:lnTo>
                    <a:pt x="2213720" y="3384109"/>
                  </a:lnTo>
                  <a:lnTo>
                    <a:pt x="2213846" y="3384109"/>
                  </a:lnTo>
                  <a:lnTo>
                    <a:pt x="2213972" y="3384109"/>
                  </a:lnTo>
                  <a:lnTo>
                    <a:pt x="2214098" y="3384109"/>
                  </a:lnTo>
                  <a:lnTo>
                    <a:pt x="2214224" y="3384109"/>
                  </a:lnTo>
                  <a:lnTo>
                    <a:pt x="2214350" y="3384109"/>
                  </a:lnTo>
                  <a:lnTo>
                    <a:pt x="2214476" y="3384109"/>
                  </a:lnTo>
                  <a:lnTo>
                    <a:pt x="2214602" y="3384109"/>
                  </a:lnTo>
                  <a:lnTo>
                    <a:pt x="2214728" y="3384109"/>
                  </a:lnTo>
                  <a:lnTo>
                    <a:pt x="2214855" y="3384109"/>
                  </a:lnTo>
                  <a:lnTo>
                    <a:pt x="2214981" y="3384109"/>
                  </a:lnTo>
                  <a:lnTo>
                    <a:pt x="2215107" y="3384109"/>
                  </a:lnTo>
                  <a:lnTo>
                    <a:pt x="2215233" y="3384109"/>
                  </a:lnTo>
                  <a:lnTo>
                    <a:pt x="2215359" y="3384109"/>
                  </a:lnTo>
                  <a:lnTo>
                    <a:pt x="2215485" y="3384109"/>
                  </a:lnTo>
                  <a:lnTo>
                    <a:pt x="2215611" y="3384109"/>
                  </a:lnTo>
                  <a:lnTo>
                    <a:pt x="2215737" y="3384109"/>
                  </a:lnTo>
                  <a:lnTo>
                    <a:pt x="2215863" y="3384109"/>
                  </a:lnTo>
                  <a:lnTo>
                    <a:pt x="2215989" y="3384109"/>
                  </a:lnTo>
                  <a:lnTo>
                    <a:pt x="2216115" y="3384109"/>
                  </a:lnTo>
                  <a:lnTo>
                    <a:pt x="2216242" y="3384109"/>
                  </a:lnTo>
                  <a:lnTo>
                    <a:pt x="2216368" y="3384109"/>
                  </a:lnTo>
                  <a:lnTo>
                    <a:pt x="2216494" y="3384109"/>
                  </a:lnTo>
                  <a:lnTo>
                    <a:pt x="2216620" y="3384109"/>
                  </a:lnTo>
                  <a:lnTo>
                    <a:pt x="2216746" y="3384109"/>
                  </a:lnTo>
                  <a:lnTo>
                    <a:pt x="2216872" y="3384109"/>
                  </a:lnTo>
                  <a:lnTo>
                    <a:pt x="2216998" y="3384109"/>
                  </a:lnTo>
                  <a:lnTo>
                    <a:pt x="2217124" y="3384109"/>
                  </a:lnTo>
                  <a:lnTo>
                    <a:pt x="2217250" y="3384109"/>
                  </a:lnTo>
                  <a:lnTo>
                    <a:pt x="2217376" y="3384109"/>
                  </a:lnTo>
                  <a:lnTo>
                    <a:pt x="2217502" y="3384109"/>
                  </a:lnTo>
                  <a:lnTo>
                    <a:pt x="2217629" y="3384109"/>
                  </a:lnTo>
                  <a:lnTo>
                    <a:pt x="2217755" y="3384109"/>
                  </a:lnTo>
                  <a:lnTo>
                    <a:pt x="2217881" y="3384109"/>
                  </a:lnTo>
                  <a:lnTo>
                    <a:pt x="2218007" y="3384109"/>
                  </a:lnTo>
                  <a:lnTo>
                    <a:pt x="2218133" y="3384109"/>
                  </a:lnTo>
                  <a:lnTo>
                    <a:pt x="2218259" y="3384109"/>
                  </a:lnTo>
                  <a:lnTo>
                    <a:pt x="2218385" y="3384109"/>
                  </a:lnTo>
                  <a:lnTo>
                    <a:pt x="2218511" y="3384109"/>
                  </a:lnTo>
                  <a:lnTo>
                    <a:pt x="2218637" y="3384109"/>
                  </a:lnTo>
                  <a:lnTo>
                    <a:pt x="2218763" y="3384109"/>
                  </a:lnTo>
                  <a:lnTo>
                    <a:pt x="2218889" y="3384109"/>
                  </a:lnTo>
                  <a:lnTo>
                    <a:pt x="2219015" y="3384109"/>
                  </a:lnTo>
                  <a:lnTo>
                    <a:pt x="2219142" y="3384109"/>
                  </a:lnTo>
                  <a:lnTo>
                    <a:pt x="2219268" y="3384109"/>
                  </a:lnTo>
                  <a:lnTo>
                    <a:pt x="2219394" y="3384109"/>
                  </a:lnTo>
                  <a:lnTo>
                    <a:pt x="2219520" y="3384109"/>
                  </a:lnTo>
                  <a:lnTo>
                    <a:pt x="2219646" y="3384109"/>
                  </a:lnTo>
                  <a:lnTo>
                    <a:pt x="2219772" y="3384109"/>
                  </a:lnTo>
                  <a:lnTo>
                    <a:pt x="2219898" y="3384109"/>
                  </a:lnTo>
                  <a:lnTo>
                    <a:pt x="2220024" y="3384109"/>
                  </a:lnTo>
                  <a:lnTo>
                    <a:pt x="2220150" y="3384109"/>
                  </a:lnTo>
                  <a:lnTo>
                    <a:pt x="2220276" y="3384109"/>
                  </a:lnTo>
                  <a:lnTo>
                    <a:pt x="2220402" y="3384109"/>
                  </a:lnTo>
                  <a:lnTo>
                    <a:pt x="2220529" y="3384109"/>
                  </a:lnTo>
                  <a:lnTo>
                    <a:pt x="2220655" y="3384109"/>
                  </a:lnTo>
                  <a:lnTo>
                    <a:pt x="2220781" y="3384109"/>
                  </a:lnTo>
                  <a:lnTo>
                    <a:pt x="2220907" y="3384109"/>
                  </a:lnTo>
                  <a:lnTo>
                    <a:pt x="2221033" y="3384109"/>
                  </a:lnTo>
                  <a:lnTo>
                    <a:pt x="2221159" y="3384109"/>
                  </a:lnTo>
                  <a:lnTo>
                    <a:pt x="2221285" y="3384109"/>
                  </a:lnTo>
                  <a:lnTo>
                    <a:pt x="2221411" y="3384109"/>
                  </a:lnTo>
                  <a:lnTo>
                    <a:pt x="2221537" y="3384109"/>
                  </a:lnTo>
                  <a:lnTo>
                    <a:pt x="2221663" y="3384109"/>
                  </a:lnTo>
                  <a:lnTo>
                    <a:pt x="2221789" y="3384109"/>
                  </a:lnTo>
                  <a:lnTo>
                    <a:pt x="2221915" y="3384109"/>
                  </a:lnTo>
                  <a:lnTo>
                    <a:pt x="2222042" y="3384109"/>
                  </a:lnTo>
                  <a:lnTo>
                    <a:pt x="2222168" y="3384109"/>
                  </a:lnTo>
                  <a:lnTo>
                    <a:pt x="2222294" y="3384109"/>
                  </a:lnTo>
                  <a:lnTo>
                    <a:pt x="2222420" y="3384109"/>
                  </a:lnTo>
                  <a:lnTo>
                    <a:pt x="2222546" y="3384109"/>
                  </a:lnTo>
                  <a:lnTo>
                    <a:pt x="2222672" y="3384109"/>
                  </a:lnTo>
                  <a:lnTo>
                    <a:pt x="2222798" y="3384109"/>
                  </a:lnTo>
                  <a:lnTo>
                    <a:pt x="2222798" y="3378829"/>
                  </a:lnTo>
                  <a:lnTo>
                    <a:pt x="2222924" y="3378829"/>
                  </a:lnTo>
                  <a:lnTo>
                    <a:pt x="2223050" y="3378829"/>
                  </a:lnTo>
                  <a:lnTo>
                    <a:pt x="2223176" y="3378829"/>
                  </a:lnTo>
                  <a:lnTo>
                    <a:pt x="2223302" y="3378829"/>
                  </a:lnTo>
                  <a:lnTo>
                    <a:pt x="2223429" y="3378829"/>
                  </a:lnTo>
                  <a:lnTo>
                    <a:pt x="2223555" y="3378829"/>
                  </a:lnTo>
                  <a:lnTo>
                    <a:pt x="2223681" y="3378829"/>
                  </a:lnTo>
                  <a:lnTo>
                    <a:pt x="2223807" y="3378829"/>
                  </a:lnTo>
                  <a:lnTo>
                    <a:pt x="2223933" y="3378829"/>
                  </a:lnTo>
                  <a:lnTo>
                    <a:pt x="2224059" y="3378829"/>
                  </a:lnTo>
                  <a:lnTo>
                    <a:pt x="2224185" y="3378829"/>
                  </a:lnTo>
                  <a:lnTo>
                    <a:pt x="2224311" y="3378829"/>
                  </a:lnTo>
                  <a:lnTo>
                    <a:pt x="2224437" y="3378829"/>
                  </a:lnTo>
                  <a:lnTo>
                    <a:pt x="2224563" y="3378829"/>
                  </a:lnTo>
                  <a:lnTo>
                    <a:pt x="2224689" y="3378829"/>
                  </a:lnTo>
                  <a:lnTo>
                    <a:pt x="2224816" y="3378829"/>
                  </a:lnTo>
                  <a:lnTo>
                    <a:pt x="2224942" y="3378829"/>
                  </a:lnTo>
                  <a:lnTo>
                    <a:pt x="2225068" y="3378829"/>
                  </a:lnTo>
                  <a:lnTo>
                    <a:pt x="2225194" y="3378829"/>
                  </a:lnTo>
                  <a:lnTo>
                    <a:pt x="2225320" y="3378829"/>
                  </a:lnTo>
                  <a:lnTo>
                    <a:pt x="2225446" y="3378829"/>
                  </a:lnTo>
                  <a:lnTo>
                    <a:pt x="2225572" y="3378829"/>
                  </a:lnTo>
                  <a:lnTo>
                    <a:pt x="2225698" y="3378829"/>
                  </a:lnTo>
                  <a:lnTo>
                    <a:pt x="2225824" y="3378829"/>
                  </a:lnTo>
                  <a:lnTo>
                    <a:pt x="2225950" y="3378829"/>
                  </a:lnTo>
                  <a:lnTo>
                    <a:pt x="2226076" y="3378829"/>
                  </a:lnTo>
                  <a:lnTo>
                    <a:pt x="2226202" y="3378829"/>
                  </a:lnTo>
                  <a:lnTo>
                    <a:pt x="2226329" y="3378829"/>
                  </a:lnTo>
                  <a:lnTo>
                    <a:pt x="2226455" y="3378829"/>
                  </a:lnTo>
                  <a:lnTo>
                    <a:pt x="2226581" y="3378829"/>
                  </a:lnTo>
                  <a:lnTo>
                    <a:pt x="2226707" y="3378829"/>
                  </a:lnTo>
                  <a:lnTo>
                    <a:pt x="2226833" y="3378829"/>
                  </a:lnTo>
                  <a:lnTo>
                    <a:pt x="2226959" y="3378829"/>
                  </a:lnTo>
                  <a:lnTo>
                    <a:pt x="2227085" y="3378829"/>
                  </a:lnTo>
                  <a:lnTo>
                    <a:pt x="2227211" y="3378829"/>
                  </a:lnTo>
                  <a:lnTo>
                    <a:pt x="2227337" y="3378829"/>
                  </a:lnTo>
                  <a:lnTo>
                    <a:pt x="2227463" y="3378829"/>
                  </a:lnTo>
                  <a:lnTo>
                    <a:pt x="2227589" y="3378829"/>
                  </a:lnTo>
                  <a:lnTo>
                    <a:pt x="2227716" y="3378829"/>
                  </a:lnTo>
                  <a:lnTo>
                    <a:pt x="2227842" y="3378829"/>
                  </a:lnTo>
                  <a:lnTo>
                    <a:pt x="2227968" y="3378829"/>
                  </a:lnTo>
                  <a:lnTo>
                    <a:pt x="2228094" y="3378829"/>
                  </a:lnTo>
                  <a:lnTo>
                    <a:pt x="2228220" y="3378829"/>
                  </a:lnTo>
                  <a:lnTo>
                    <a:pt x="2228346" y="3378829"/>
                  </a:lnTo>
                  <a:lnTo>
                    <a:pt x="2228472" y="3378829"/>
                  </a:lnTo>
                  <a:lnTo>
                    <a:pt x="2228598" y="3378829"/>
                  </a:lnTo>
                  <a:lnTo>
                    <a:pt x="2228724" y="3378829"/>
                  </a:lnTo>
                  <a:lnTo>
                    <a:pt x="2228850" y="3378829"/>
                  </a:lnTo>
                  <a:lnTo>
                    <a:pt x="2228976" y="3378829"/>
                  </a:lnTo>
                  <a:lnTo>
                    <a:pt x="2229102" y="3378829"/>
                  </a:lnTo>
                  <a:lnTo>
                    <a:pt x="2229229" y="3378829"/>
                  </a:lnTo>
                  <a:lnTo>
                    <a:pt x="2229355" y="3378829"/>
                  </a:lnTo>
                  <a:lnTo>
                    <a:pt x="2229481" y="3378829"/>
                  </a:lnTo>
                  <a:lnTo>
                    <a:pt x="2229607" y="3378829"/>
                  </a:lnTo>
                  <a:lnTo>
                    <a:pt x="2229733" y="3378829"/>
                  </a:lnTo>
                  <a:lnTo>
                    <a:pt x="2229859" y="3378829"/>
                  </a:lnTo>
                  <a:lnTo>
                    <a:pt x="2229985" y="3378829"/>
                  </a:lnTo>
                  <a:lnTo>
                    <a:pt x="2230111" y="3378829"/>
                  </a:lnTo>
                  <a:lnTo>
                    <a:pt x="2230237" y="3378829"/>
                  </a:lnTo>
                  <a:lnTo>
                    <a:pt x="2230363" y="3378829"/>
                  </a:lnTo>
                  <a:lnTo>
                    <a:pt x="2230489" y="3378829"/>
                  </a:lnTo>
                  <a:lnTo>
                    <a:pt x="2230616" y="3378829"/>
                  </a:lnTo>
                  <a:lnTo>
                    <a:pt x="2230742" y="3378829"/>
                  </a:lnTo>
                  <a:lnTo>
                    <a:pt x="2230868" y="3378829"/>
                  </a:lnTo>
                  <a:lnTo>
                    <a:pt x="2230994" y="3378829"/>
                  </a:lnTo>
                  <a:lnTo>
                    <a:pt x="2231120" y="3378829"/>
                  </a:lnTo>
                  <a:lnTo>
                    <a:pt x="2231246" y="3378829"/>
                  </a:lnTo>
                  <a:lnTo>
                    <a:pt x="2231372" y="3378829"/>
                  </a:lnTo>
                  <a:lnTo>
                    <a:pt x="2231498" y="3378829"/>
                  </a:lnTo>
                  <a:lnTo>
                    <a:pt x="2231624" y="3378829"/>
                  </a:lnTo>
                  <a:lnTo>
                    <a:pt x="2231750" y="3378829"/>
                  </a:lnTo>
                  <a:lnTo>
                    <a:pt x="2231876" y="3378829"/>
                  </a:lnTo>
                  <a:lnTo>
                    <a:pt x="2232003" y="3378829"/>
                  </a:lnTo>
                  <a:lnTo>
                    <a:pt x="2232129" y="3378829"/>
                  </a:lnTo>
                  <a:lnTo>
                    <a:pt x="2232255" y="3378829"/>
                  </a:lnTo>
                  <a:lnTo>
                    <a:pt x="2232381" y="3378829"/>
                  </a:lnTo>
                  <a:lnTo>
                    <a:pt x="2232507" y="3378829"/>
                  </a:lnTo>
                  <a:lnTo>
                    <a:pt x="2232633" y="3378829"/>
                  </a:lnTo>
                  <a:lnTo>
                    <a:pt x="2232759" y="3378829"/>
                  </a:lnTo>
                  <a:lnTo>
                    <a:pt x="2232885" y="3378829"/>
                  </a:lnTo>
                  <a:lnTo>
                    <a:pt x="2233011" y="3378829"/>
                  </a:lnTo>
                  <a:lnTo>
                    <a:pt x="2233137" y="3378829"/>
                  </a:lnTo>
                  <a:lnTo>
                    <a:pt x="2233263" y="3378829"/>
                  </a:lnTo>
                  <a:lnTo>
                    <a:pt x="2233389" y="3378829"/>
                  </a:lnTo>
                  <a:lnTo>
                    <a:pt x="2233516" y="3378829"/>
                  </a:lnTo>
                  <a:lnTo>
                    <a:pt x="2233642" y="3378829"/>
                  </a:lnTo>
                  <a:lnTo>
                    <a:pt x="2233768" y="3378829"/>
                  </a:lnTo>
                  <a:lnTo>
                    <a:pt x="2233894" y="3378829"/>
                  </a:lnTo>
                  <a:lnTo>
                    <a:pt x="2234020" y="3378829"/>
                  </a:lnTo>
                  <a:lnTo>
                    <a:pt x="2234146" y="3378829"/>
                  </a:lnTo>
                  <a:lnTo>
                    <a:pt x="2234272" y="3378829"/>
                  </a:lnTo>
                  <a:lnTo>
                    <a:pt x="2234398" y="3378829"/>
                  </a:lnTo>
                  <a:lnTo>
                    <a:pt x="2234524" y="3378829"/>
                  </a:lnTo>
                  <a:lnTo>
                    <a:pt x="2234650" y="3378829"/>
                  </a:lnTo>
                  <a:lnTo>
                    <a:pt x="2234776" y="3378829"/>
                  </a:lnTo>
                  <a:lnTo>
                    <a:pt x="2234903" y="3378829"/>
                  </a:lnTo>
                  <a:lnTo>
                    <a:pt x="2235029" y="3378829"/>
                  </a:lnTo>
                  <a:lnTo>
                    <a:pt x="2235155" y="3378829"/>
                  </a:lnTo>
                  <a:lnTo>
                    <a:pt x="2235281" y="3378829"/>
                  </a:lnTo>
                  <a:lnTo>
                    <a:pt x="2235407" y="3378829"/>
                  </a:lnTo>
                  <a:lnTo>
                    <a:pt x="2235533" y="3378829"/>
                  </a:lnTo>
                  <a:lnTo>
                    <a:pt x="2235659" y="3378829"/>
                  </a:lnTo>
                  <a:lnTo>
                    <a:pt x="2235785" y="3378829"/>
                  </a:lnTo>
                  <a:lnTo>
                    <a:pt x="2235911" y="3378829"/>
                  </a:lnTo>
                  <a:lnTo>
                    <a:pt x="2236037" y="3378829"/>
                  </a:lnTo>
                  <a:lnTo>
                    <a:pt x="2236163" y="3378829"/>
                  </a:lnTo>
                  <a:lnTo>
                    <a:pt x="2236289" y="3378829"/>
                  </a:lnTo>
                  <a:lnTo>
                    <a:pt x="2236416" y="3378829"/>
                  </a:lnTo>
                  <a:lnTo>
                    <a:pt x="2236416" y="3373550"/>
                  </a:lnTo>
                  <a:lnTo>
                    <a:pt x="2236542" y="3373550"/>
                  </a:lnTo>
                  <a:lnTo>
                    <a:pt x="2236668" y="3373550"/>
                  </a:lnTo>
                  <a:lnTo>
                    <a:pt x="2236794" y="3373550"/>
                  </a:lnTo>
                  <a:lnTo>
                    <a:pt x="2236920" y="3373550"/>
                  </a:lnTo>
                  <a:lnTo>
                    <a:pt x="2237046" y="3373550"/>
                  </a:lnTo>
                  <a:lnTo>
                    <a:pt x="2237172" y="3373550"/>
                  </a:lnTo>
                  <a:lnTo>
                    <a:pt x="2237298" y="3373550"/>
                  </a:lnTo>
                  <a:lnTo>
                    <a:pt x="2237424" y="3373550"/>
                  </a:lnTo>
                  <a:lnTo>
                    <a:pt x="2237550" y="3373550"/>
                  </a:lnTo>
                  <a:lnTo>
                    <a:pt x="2237676" y="3373550"/>
                  </a:lnTo>
                  <a:lnTo>
                    <a:pt x="2237803" y="3373550"/>
                  </a:lnTo>
                  <a:lnTo>
                    <a:pt x="2237929" y="3373550"/>
                  </a:lnTo>
                  <a:lnTo>
                    <a:pt x="2237929" y="3368270"/>
                  </a:lnTo>
                  <a:lnTo>
                    <a:pt x="2238055" y="3368270"/>
                  </a:lnTo>
                  <a:lnTo>
                    <a:pt x="2238181" y="3368270"/>
                  </a:lnTo>
                  <a:lnTo>
                    <a:pt x="2238307" y="3368270"/>
                  </a:lnTo>
                  <a:lnTo>
                    <a:pt x="2238433" y="3368270"/>
                  </a:lnTo>
                  <a:lnTo>
                    <a:pt x="2238559" y="3368270"/>
                  </a:lnTo>
                  <a:lnTo>
                    <a:pt x="2238685" y="3368270"/>
                  </a:lnTo>
                  <a:lnTo>
                    <a:pt x="2238811" y="3368270"/>
                  </a:lnTo>
                  <a:lnTo>
                    <a:pt x="2238937" y="3368270"/>
                  </a:lnTo>
                  <a:lnTo>
                    <a:pt x="2239063" y="3368270"/>
                  </a:lnTo>
                  <a:lnTo>
                    <a:pt x="2239189" y="3368270"/>
                  </a:lnTo>
                  <a:lnTo>
                    <a:pt x="2239316" y="3368270"/>
                  </a:lnTo>
                  <a:lnTo>
                    <a:pt x="2239442" y="3368270"/>
                  </a:lnTo>
                  <a:lnTo>
                    <a:pt x="2239568" y="3368270"/>
                  </a:lnTo>
                  <a:lnTo>
                    <a:pt x="2239694" y="3368270"/>
                  </a:lnTo>
                  <a:lnTo>
                    <a:pt x="2239820" y="3368270"/>
                  </a:lnTo>
                  <a:lnTo>
                    <a:pt x="2239946" y="3368270"/>
                  </a:lnTo>
                  <a:lnTo>
                    <a:pt x="2240072" y="3368270"/>
                  </a:lnTo>
                  <a:lnTo>
                    <a:pt x="2240198" y="3368270"/>
                  </a:lnTo>
                  <a:lnTo>
                    <a:pt x="2240324" y="3368270"/>
                  </a:lnTo>
                  <a:lnTo>
                    <a:pt x="2240450" y="3368270"/>
                  </a:lnTo>
                  <a:lnTo>
                    <a:pt x="2240576" y="3368270"/>
                  </a:lnTo>
                  <a:lnTo>
                    <a:pt x="2240703" y="3368270"/>
                  </a:lnTo>
                  <a:lnTo>
                    <a:pt x="2240829" y="3368270"/>
                  </a:lnTo>
                  <a:lnTo>
                    <a:pt x="2240955" y="3368270"/>
                  </a:lnTo>
                  <a:lnTo>
                    <a:pt x="2241081" y="3368270"/>
                  </a:lnTo>
                  <a:lnTo>
                    <a:pt x="2241081" y="3362991"/>
                  </a:lnTo>
                  <a:lnTo>
                    <a:pt x="2241207" y="3362991"/>
                  </a:lnTo>
                  <a:lnTo>
                    <a:pt x="2241333" y="3362991"/>
                  </a:lnTo>
                  <a:lnTo>
                    <a:pt x="2241459" y="3362991"/>
                  </a:lnTo>
                  <a:lnTo>
                    <a:pt x="2241585" y="3362991"/>
                  </a:lnTo>
                  <a:lnTo>
                    <a:pt x="2241711" y="3362991"/>
                  </a:lnTo>
                  <a:lnTo>
                    <a:pt x="2241837" y="3362991"/>
                  </a:lnTo>
                  <a:lnTo>
                    <a:pt x="2241963" y="3362991"/>
                  </a:lnTo>
                  <a:lnTo>
                    <a:pt x="2242090" y="3362991"/>
                  </a:lnTo>
                  <a:lnTo>
                    <a:pt x="2242216" y="3362991"/>
                  </a:lnTo>
                  <a:lnTo>
                    <a:pt x="2242342" y="3362991"/>
                  </a:lnTo>
                  <a:lnTo>
                    <a:pt x="2242468" y="3362991"/>
                  </a:lnTo>
                  <a:lnTo>
                    <a:pt x="2242594" y="3362991"/>
                  </a:lnTo>
                  <a:lnTo>
                    <a:pt x="2242720" y="3362991"/>
                  </a:lnTo>
                  <a:lnTo>
                    <a:pt x="2242846" y="3362991"/>
                  </a:lnTo>
                  <a:lnTo>
                    <a:pt x="2242972" y="3362991"/>
                  </a:lnTo>
                  <a:lnTo>
                    <a:pt x="2243098" y="3362991"/>
                  </a:lnTo>
                  <a:lnTo>
                    <a:pt x="2243224" y="3362991"/>
                  </a:lnTo>
                  <a:lnTo>
                    <a:pt x="2243350" y="3362991"/>
                  </a:lnTo>
                  <a:lnTo>
                    <a:pt x="2243476" y="3362991"/>
                  </a:lnTo>
                  <a:lnTo>
                    <a:pt x="2243603" y="3362991"/>
                  </a:lnTo>
                  <a:lnTo>
                    <a:pt x="2243729" y="3362991"/>
                  </a:lnTo>
                  <a:lnTo>
                    <a:pt x="2243729" y="3357711"/>
                  </a:lnTo>
                  <a:lnTo>
                    <a:pt x="2243855" y="3357711"/>
                  </a:lnTo>
                  <a:lnTo>
                    <a:pt x="2243981" y="3357711"/>
                  </a:lnTo>
                  <a:lnTo>
                    <a:pt x="2244107" y="3357711"/>
                  </a:lnTo>
                  <a:lnTo>
                    <a:pt x="2244233" y="3357711"/>
                  </a:lnTo>
                  <a:lnTo>
                    <a:pt x="2244359" y="3357711"/>
                  </a:lnTo>
                  <a:lnTo>
                    <a:pt x="2244485" y="3357711"/>
                  </a:lnTo>
                  <a:lnTo>
                    <a:pt x="2244611" y="3357711"/>
                  </a:lnTo>
                  <a:lnTo>
                    <a:pt x="2244737" y="3357711"/>
                  </a:lnTo>
                  <a:lnTo>
                    <a:pt x="2244863" y="3357711"/>
                  </a:lnTo>
                  <a:lnTo>
                    <a:pt x="2244990" y="3357711"/>
                  </a:lnTo>
                  <a:lnTo>
                    <a:pt x="2245116" y="3357711"/>
                  </a:lnTo>
                  <a:lnTo>
                    <a:pt x="2245242" y="3357711"/>
                  </a:lnTo>
                  <a:lnTo>
                    <a:pt x="2245368" y="3357711"/>
                  </a:lnTo>
                  <a:lnTo>
                    <a:pt x="2245494" y="3357711"/>
                  </a:lnTo>
                  <a:lnTo>
                    <a:pt x="2245620" y="3357711"/>
                  </a:lnTo>
                  <a:lnTo>
                    <a:pt x="2245746" y="3357711"/>
                  </a:lnTo>
                  <a:lnTo>
                    <a:pt x="2245872" y="3357711"/>
                  </a:lnTo>
                  <a:lnTo>
                    <a:pt x="2245998" y="3357711"/>
                  </a:lnTo>
                  <a:lnTo>
                    <a:pt x="2246124" y="3357711"/>
                  </a:lnTo>
                  <a:lnTo>
                    <a:pt x="2246250" y="3357711"/>
                  </a:lnTo>
                  <a:lnTo>
                    <a:pt x="2246376" y="3357711"/>
                  </a:lnTo>
                  <a:lnTo>
                    <a:pt x="2246503" y="3357711"/>
                  </a:lnTo>
                  <a:lnTo>
                    <a:pt x="2246503" y="3352432"/>
                  </a:lnTo>
                  <a:lnTo>
                    <a:pt x="2246629" y="3352432"/>
                  </a:lnTo>
                  <a:lnTo>
                    <a:pt x="2246755" y="3352432"/>
                  </a:lnTo>
                  <a:lnTo>
                    <a:pt x="2246881" y="3352432"/>
                  </a:lnTo>
                  <a:lnTo>
                    <a:pt x="2247007" y="3352432"/>
                  </a:lnTo>
                  <a:lnTo>
                    <a:pt x="2247133" y="3352432"/>
                  </a:lnTo>
                  <a:lnTo>
                    <a:pt x="2247259" y="3352432"/>
                  </a:lnTo>
                  <a:lnTo>
                    <a:pt x="2247385" y="3352432"/>
                  </a:lnTo>
                  <a:lnTo>
                    <a:pt x="2247511" y="3352432"/>
                  </a:lnTo>
                  <a:lnTo>
                    <a:pt x="2247637" y="3352432"/>
                  </a:lnTo>
                  <a:lnTo>
                    <a:pt x="2247763" y="3352432"/>
                  </a:lnTo>
                  <a:lnTo>
                    <a:pt x="2247890" y="3352432"/>
                  </a:lnTo>
                  <a:lnTo>
                    <a:pt x="2248016" y="3352432"/>
                  </a:lnTo>
                  <a:lnTo>
                    <a:pt x="2248142" y="3352432"/>
                  </a:lnTo>
                  <a:lnTo>
                    <a:pt x="2248268" y="3352432"/>
                  </a:lnTo>
                  <a:lnTo>
                    <a:pt x="2248394" y="3352432"/>
                  </a:lnTo>
                  <a:lnTo>
                    <a:pt x="2248520" y="3352432"/>
                  </a:lnTo>
                  <a:lnTo>
                    <a:pt x="2248646" y="3352432"/>
                  </a:lnTo>
                  <a:lnTo>
                    <a:pt x="2248772" y="3352432"/>
                  </a:lnTo>
                  <a:lnTo>
                    <a:pt x="2248898" y="3352432"/>
                  </a:lnTo>
                  <a:lnTo>
                    <a:pt x="2249024" y="3352432"/>
                  </a:lnTo>
                  <a:lnTo>
                    <a:pt x="2249150" y="3352432"/>
                  </a:lnTo>
                  <a:lnTo>
                    <a:pt x="2249277" y="3352432"/>
                  </a:lnTo>
                  <a:lnTo>
                    <a:pt x="2249403" y="3352432"/>
                  </a:lnTo>
                  <a:lnTo>
                    <a:pt x="2249403" y="3347153"/>
                  </a:lnTo>
                  <a:lnTo>
                    <a:pt x="2249529" y="3347153"/>
                  </a:lnTo>
                  <a:lnTo>
                    <a:pt x="2249655" y="3347153"/>
                  </a:lnTo>
                  <a:lnTo>
                    <a:pt x="2249781" y="3347153"/>
                  </a:lnTo>
                  <a:lnTo>
                    <a:pt x="2249907" y="3347153"/>
                  </a:lnTo>
                  <a:lnTo>
                    <a:pt x="2250033" y="3347153"/>
                  </a:lnTo>
                  <a:lnTo>
                    <a:pt x="2250159" y="3347153"/>
                  </a:lnTo>
                  <a:lnTo>
                    <a:pt x="2250285" y="3347153"/>
                  </a:lnTo>
                  <a:lnTo>
                    <a:pt x="2250411" y="3347153"/>
                  </a:lnTo>
                  <a:lnTo>
                    <a:pt x="2250537" y="3347153"/>
                  </a:lnTo>
                  <a:lnTo>
                    <a:pt x="2250663" y="3347153"/>
                  </a:lnTo>
                  <a:lnTo>
                    <a:pt x="2250790" y="3347153"/>
                  </a:lnTo>
                  <a:lnTo>
                    <a:pt x="2250916" y="3347153"/>
                  </a:lnTo>
                  <a:lnTo>
                    <a:pt x="2251042" y="3347153"/>
                  </a:lnTo>
                  <a:lnTo>
                    <a:pt x="2251168" y="3347153"/>
                  </a:lnTo>
                  <a:lnTo>
                    <a:pt x="2251294" y="3347153"/>
                  </a:lnTo>
                  <a:lnTo>
                    <a:pt x="2251420" y="3347153"/>
                  </a:lnTo>
                  <a:lnTo>
                    <a:pt x="2251546" y="3347153"/>
                  </a:lnTo>
                  <a:lnTo>
                    <a:pt x="2251672" y="3347153"/>
                  </a:lnTo>
                  <a:lnTo>
                    <a:pt x="2251798" y="3347153"/>
                  </a:lnTo>
                  <a:lnTo>
                    <a:pt x="2251924" y="3347153"/>
                  </a:lnTo>
                  <a:lnTo>
                    <a:pt x="2252050" y="3347153"/>
                  </a:lnTo>
                  <a:lnTo>
                    <a:pt x="2252177" y="3347153"/>
                  </a:lnTo>
                  <a:lnTo>
                    <a:pt x="2252303" y="3347153"/>
                  </a:lnTo>
                  <a:lnTo>
                    <a:pt x="2252429" y="3347153"/>
                  </a:lnTo>
                  <a:lnTo>
                    <a:pt x="2252555" y="3347153"/>
                  </a:lnTo>
                  <a:lnTo>
                    <a:pt x="2252681" y="3347153"/>
                  </a:lnTo>
                  <a:lnTo>
                    <a:pt x="2252807" y="3347153"/>
                  </a:lnTo>
                  <a:lnTo>
                    <a:pt x="2252933" y="3347153"/>
                  </a:lnTo>
                  <a:lnTo>
                    <a:pt x="2253059" y="3347153"/>
                  </a:lnTo>
                  <a:lnTo>
                    <a:pt x="2253185" y="3347153"/>
                  </a:lnTo>
                  <a:lnTo>
                    <a:pt x="2253311" y="3347153"/>
                  </a:lnTo>
                  <a:lnTo>
                    <a:pt x="2253311" y="3341873"/>
                  </a:lnTo>
                  <a:lnTo>
                    <a:pt x="2253437" y="3341873"/>
                  </a:lnTo>
                  <a:lnTo>
                    <a:pt x="2253563" y="3341873"/>
                  </a:lnTo>
                  <a:lnTo>
                    <a:pt x="2253690" y="3341873"/>
                  </a:lnTo>
                  <a:lnTo>
                    <a:pt x="2253816" y="3341873"/>
                  </a:lnTo>
                  <a:lnTo>
                    <a:pt x="2253942" y="3341873"/>
                  </a:lnTo>
                  <a:lnTo>
                    <a:pt x="2254068" y="3341873"/>
                  </a:lnTo>
                  <a:lnTo>
                    <a:pt x="2254068" y="3336594"/>
                  </a:lnTo>
                  <a:lnTo>
                    <a:pt x="2254194" y="3336594"/>
                  </a:lnTo>
                  <a:lnTo>
                    <a:pt x="2254320" y="3336594"/>
                  </a:lnTo>
                  <a:lnTo>
                    <a:pt x="2254320" y="3331314"/>
                  </a:lnTo>
                  <a:lnTo>
                    <a:pt x="2254446" y="3331314"/>
                  </a:lnTo>
                  <a:lnTo>
                    <a:pt x="2254572" y="3331314"/>
                  </a:lnTo>
                  <a:lnTo>
                    <a:pt x="2254698" y="3331314"/>
                  </a:lnTo>
                  <a:lnTo>
                    <a:pt x="2254824" y="3331314"/>
                  </a:lnTo>
                  <a:lnTo>
                    <a:pt x="2254950" y="3331314"/>
                  </a:lnTo>
                  <a:lnTo>
                    <a:pt x="2255077" y="3331314"/>
                  </a:lnTo>
                  <a:lnTo>
                    <a:pt x="2255203" y="3331314"/>
                  </a:lnTo>
                  <a:lnTo>
                    <a:pt x="2255329" y="3331314"/>
                  </a:lnTo>
                  <a:lnTo>
                    <a:pt x="2255455" y="3331314"/>
                  </a:lnTo>
                  <a:lnTo>
                    <a:pt x="2255581" y="3331314"/>
                  </a:lnTo>
                  <a:lnTo>
                    <a:pt x="2255707" y="3331314"/>
                  </a:lnTo>
                  <a:lnTo>
                    <a:pt x="2255833" y="3331314"/>
                  </a:lnTo>
                  <a:lnTo>
                    <a:pt x="2255959" y="3331314"/>
                  </a:lnTo>
                  <a:lnTo>
                    <a:pt x="2256085" y="3331314"/>
                  </a:lnTo>
                  <a:lnTo>
                    <a:pt x="2256211" y="3331314"/>
                  </a:lnTo>
                  <a:lnTo>
                    <a:pt x="2256337" y="3331314"/>
                  </a:lnTo>
                  <a:lnTo>
                    <a:pt x="2256463" y="3331314"/>
                  </a:lnTo>
                  <a:lnTo>
                    <a:pt x="2256590" y="3331314"/>
                  </a:lnTo>
                  <a:lnTo>
                    <a:pt x="2256716" y="3331314"/>
                  </a:lnTo>
                  <a:lnTo>
                    <a:pt x="2256842" y="3331314"/>
                  </a:lnTo>
                  <a:lnTo>
                    <a:pt x="2256968" y="3331314"/>
                  </a:lnTo>
                  <a:lnTo>
                    <a:pt x="2257094" y="3331314"/>
                  </a:lnTo>
                  <a:lnTo>
                    <a:pt x="2257094" y="3326035"/>
                  </a:lnTo>
                  <a:lnTo>
                    <a:pt x="2257220" y="3326035"/>
                  </a:lnTo>
                  <a:lnTo>
                    <a:pt x="2257346" y="3326035"/>
                  </a:lnTo>
                  <a:lnTo>
                    <a:pt x="2257472" y="3326035"/>
                  </a:lnTo>
                  <a:lnTo>
                    <a:pt x="2257598" y="3326035"/>
                  </a:lnTo>
                  <a:lnTo>
                    <a:pt x="2257724" y="3326035"/>
                  </a:lnTo>
                  <a:lnTo>
                    <a:pt x="2257850" y="3326035"/>
                  </a:lnTo>
                  <a:lnTo>
                    <a:pt x="2257977" y="3326035"/>
                  </a:lnTo>
                  <a:lnTo>
                    <a:pt x="2258103" y="3326035"/>
                  </a:lnTo>
                  <a:lnTo>
                    <a:pt x="2258229" y="3326035"/>
                  </a:lnTo>
                  <a:lnTo>
                    <a:pt x="2258355" y="3326035"/>
                  </a:lnTo>
                  <a:lnTo>
                    <a:pt x="2258481" y="3326035"/>
                  </a:lnTo>
                  <a:lnTo>
                    <a:pt x="2258607" y="3326035"/>
                  </a:lnTo>
                  <a:lnTo>
                    <a:pt x="2258733" y="3326035"/>
                  </a:lnTo>
                  <a:lnTo>
                    <a:pt x="2258859" y="3326035"/>
                  </a:lnTo>
                  <a:lnTo>
                    <a:pt x="2258985" y="3326035"/>
                  </a:lnTo>
                  <a:lnTo>
                    <a:pt x="2258985" y="3320756"/>
                  </a:lnTo>
                  <a:lnTo>
                    <a:pt x="2259111" y="3320756"/>
                  </a:lnTo>
                  <a:lnTo>
                    <a:pt x="2259237" y="3320756"/>
                  </a:lnTo>
                  <a:lnTo>
                    <a:pt x="2259364" y="3320756"/>
                  </a:lnTo>
                  <a:lnTo>
                    <a:pt x="2259490" y="3320756"/>
                  </a:lnTo>
                  <a:lnTo>
                    <a:pt x="2259616" y="3320756"/>
                  </a:lnTo>
                  <a:lnTo>
                    <a:pt x="2259742" y="3320756"/>
                  </a:lnTo>
                  <a:lnTo>
                    <a:pt x="2259868" y="3320756"/>
                  </a:lnTo>
                  <a:lnTo>
                    <a:pt x="2259994" y="3320756"/>
                  </a:lnTo>
                  <a:lnTo>
                    <a:pt x="2260120" y="3320756"/>
                  </a:lnTo>
                  <a:lnTo>
                    <a:pt x="2260246" y="3320756"/>
                  </a:lnTo>
                  <a:lnTo>
                    <a:pt x="2260372" y="3320756"/>
                  </a:lnTo>
                  <a:lnTo>
                    <a:pt x="2260498" y="3320756"/>
                  </a:lnTo>
                  <a:lnTo>
                    <a:pt x="2260624" y="3320756"/>
                  </a:lnTo>
                  <a:lnTo>
                    <a:pt x="2260750" y="3320756"/>
                  </a:lnTo>
                  <a:lnTo>
                    <a:pt x="2260877" y="3320756"/>
                  </a:lnTo>
                  <a:lnTo>
                    <a:pt x="2261003" y="3320756"/>
                  </a:lnTo>
                  <a:lnTo>
                    <a:pt x="2261129" y="3320756"/>
                  </a:lnTo>
                  <a:lnTo>
                    <a:pt x="2261255" y="3320756"/>
                  </a:lnTo>
                  <a:lnTo>
                    <a:pt x="2261381" y="3320756"/>
                  </a:lnTo>
                  <a:lnTo>
                    <a:pt x="2261507" y="3320756"/>
                  </a:lnTo>
                  <a:lnTo>
                    <a:pt x="2261633" y="3320756"/>
                  </a:lnTo>
                  <a:lnTo>
                    <a:pt x="2261759" y="3320756"/>
                  </a:lnTo>
                  <a:lnTo>
                    <a:pt x="2261885" y="3320756"/>
                  </a:lnTo>
                  <a:lnTo>
                    <a:pt x="2262011" y="3320756"/>
                  </a:lnTo>
                  <a:lnTo>
                    <a:pt x="2262137" y="3320756"/>
                  </a:lnTo>
                  <a:lnTo>
                    <a:pt x="2262264" y="3320756"/>
                  </a:lnTo>
                  <a:lnTo>
                    <a:pt x="2262390" y="3320756"/>
                  </a:lnTo>
                  <a:lnTo>
                    <a:pt x="2262516" y="3320756"/>
                  </a:lnTo>
                  <a:lnTo>
                    <a:pt x="2262642" y="3320756"/>
                  </a:lnTo>
                  <a:lnTo>
                    <a:pt x="2262768" y="3320756"/>
                  </a:lnTo>
                  <a:lnTo>
                    <a:pt x="2262894" y="3320756"/>
                  </a:lnTo>
                  <a:lnTo>
                    <a:pt x="2263020" y="3320756"/>
                  </a:lnTo>
                  <a:lnTo>
                    <a:pt x="2263146" y="3320756"/>
                  </a:lnTo>
                  <a:lnTo>
                    <a:pt x="2263272" y="3320756"/>
                  </a:lnTo>
                  <a:lnTo>
                    <a:pt x="2263398" y="3320756"/>
                  </a:lnTo>
                  <a:lnTo>
                    <a:pt x="2263524" y="3320756"/>
                  </a:lnTo>
                  <a:lnTo>
                    <a:pt x="2263650" y="3320756"/>
                  </a:lnTo>
                  <a:lnTo>
                    <a:pt x="2263777" y="3320756"/>
                  </a:lnTo>
                  <a:lnTo>
                    <a:pt x="2263903" y="3320756"/>
                  </a:lnTo>
                  <a:lnTo>
                    <a:pt x="2264029" y="3320756"/>
                  </a:lnTo>
                  <a:lnTo>
                    <a:pt x="2264155" y="3320756"/>
                  </a:lnTo>
                  <a:lnTo>
                    <a:pt x="2264281" y="3320756"/>
                  </a:lnTo>
                  <a:lnTo>
                    <a:pt x="2264407" y="3320756"/>
                  </a:lnTo>
                  <a:lnTo>
                    <a:pt x="2264533" y="3320756"/>
                  </a:lnTo>
                  <a:lnTo>
                    <a:pt x="2264659" y="3320756"/>
                  </a:lnTo>
                  <a:lnTo>
                    <a:pt x="2264785" y="3320756"/>
                  </a:lnTo>
                  <a:lnTo>
                    <a:pt x="2264911" y="3320756"/>
                  </a:lnTo>
                  <a:lnTo>
                    <a:pt x="2265037" y="3320756"/>
                  </a:lnTo>
                  <a:lnTo>
                    <a:pt x="2265164" y="3320756"/>
                  </a:lnTo>
                  <a:lnTo>
                    <a:pt x="2265290" y="3320756"/>
                  </a:lnTo>
                  <a:lnTo>
                    <a:pt x="2265416" y="3320756"/>
                  </a:lnTo>
                  <a:lnTo>
                    <a:pt x="2265542" y="3320756"/>
                  </a:lnTo>
                  <a:lnTo>
                    <a:pt x="2265668" y="3320756"/>
                  </a:lnTo>
                  <a:lnTo>
                    <a:pt x="2265794" y="3320756"/>
                  </a:lnTo>
                  <a:lnTo>
                    <a:pt x="2265920" y="3320756"/>
                  </a:lnTo>
                  <a:lnTo>
                    <a:pt x="2266046" y="3320756"/>
                  </a:lnTo>
                  <a:lnTo>
                    <a:pt x="2266172" y="3320756"/>
                  </a:lnTo>
                  <a:lnTo>
                    <a:pt x="2266298" y="3320756"/>
                  </a:lnTo>
                  <a:lnTo>
                    <a:pt x="2266424" y="3320756"/>
                  </a:lnTo>
                  <a:lnTo>
                    <a:pt x="2266551" y="3320756"/>
                  </a:lnTo>
                  <a:lnTo>
                    <a:pt x="2266677" y="3320756"/>
                  </a:lnTo>
                  <a:lnTo>
                    <a:pt x="2266803" y="3320756"/>
                  </a:lnTo>
                  <a:lnTo>
                    <a:pt x="2266929" y="3320756"/>
                  </a:lnTo>
                  <a:lnTo>
                    <a:pt x="2267055" y="3320756"/>
                  </a:lnTo>
                  <a:lnTo>
                    <a:pt x="2267181" y="3320756"/>
                  </a:lnTo>
                  <a:lnTo>
                    <a:pt x="2267307" y="3320756"/>
                  </a:lnTo>
                  <a:lnTo>
                    <a:pt x="2267433" y="3320756"/>
                  </a:lnTo>
                  <a:lnTo>
                    <a:pt x="2267559" y="3320756"/>
                  </a:lnTo>
                  <a:lnTo>
                    <a:pt x="2267685" y="3320756"/>
                  </a:lnTo>
                  <a:lnTo>
                    <a:pt x="2267811" y="3320756"/>
                  </a:lnTo>
                  <a:lnTo>
                    <a:pt x="2267937" y="3320756"/>
                  </a:lnTo>
                  <a:lnTo>
                    <a:pt x="2268064" y="3320756"/>
                  </a:lnTo>
                  <a:lnTo>
                    <a:pt x="2268190" y="3320756"/>
                  </a:lnTo>
                  <a:lnTo>
                    <a:pt x="2268316" y="3320756"/>
                  </a:lnTo>
                  <a:lnTo>
                    <a:pt x="2268442" y="3320756"/>
                  </a:lnTo>
                  <a:lnTo>
                    <a:pt x="2268568" y="3320756"/>
                  </a:lnTo>
                  <a:lnTo>
                    <a:pt x="2268694" y="3320756"/>
                  </a:lnTo>
                  <a:lnTo>
                    <a:pt x="2268820" y="3320756"/>
                  </a:lnTo>
                  <a:lnTo>
                    <a:pt x="2268946" y="3320756"/>
                  </a:lnTo>
                  <a:lnTo>
                    <a:pt x="2269072" y="3320756"/>
                  </a:lnTo>
                  <a:lnTo>
                    <a:pt x="2269198" y="3320756"/>
                  </a:lnTo>
                  <a:lnTo>
                    <a:pt x="2269324" y="3320756"/>
                  </a:lnTo>
                  <a:lnTo>
                    <a:pt x="2269451" y="3320756"/>
                  </a:lnTo>
                  <a:lnTo>
                    <a:pt x="2269577" y="3320756"/>
                  </a:lnTo>
                  <a:lnTo>
                    <a:pt x="2269703" y="3320756"/>
                  </a:lnTo>
                  <a:lnTo>
                    <a:pt x="2269829" y="3320756"/>
                  </a:lnTo>
                  <a:lnTo>
                    <a:pt x="2269955" y="3320756"/>
                  </a:lnTo>
                  <a:lnTo>
                    <a:pt x="2270081" y="3320756"/>
                  </a:lnTo>
                  <a:lnTo>
                    <a:pt x="2270081" y="3315476"/>
                  </a:lnTo>
                  <a:lnTo>
                    <a:pt x="2270081" y="3310197"/>
                  </a:lnTo>
                  <a:lnTo>
                    <a:pt x="2270207" y="3310197"/>
                  </a:lnTo>
                  <a:lnTo>
                    <a:pt x="2270333" y="3310197"/>
                  </a:lnTo>
                  <a:lnTo>
                    <a:pt x="2270459" y="3310197"/>
                  </a:lnTo>
                  <a:lnTo>
                    <a:pt x="2270585" y="3310197"/>
                  </a:lnTo>
                  <a:lnTo>
                    <a:pt x="2270711" y="3310197"/>
                  </a:lnTo>
                  <a:lnTo>
                    <a:pt x="2270837" y="3310197"/>
                  </a:lnTo>
                  <a:lnTo>
                    <a:pt x="2270964" y="3310197"/>
                  </a:lnTo>
                  <a:lnTo>
                    <a:pt x="2271090" y="3310197"/>
                  </a:lnTo>
                  <a:lnTo>
                    <a:pt x="2271216" y="3310197"/>
                  </a:lnTo>
                  <a:lnTo>
                    <a:pt x="2271342" y="3310197"/>
                  </a:lnTo>
                  <a:lnTo>
                    <a:pt x="2271468" y="3310197"/>
                  </a:lnTo>
                  <a:lnTo>
                    <a:pt x="2271594" y="3310197"/>
                  </a:lnTo>
                  <a:lnTo>
                    <a:pt x="2271720" y="3310197"/>
                  </a:lnTo>
                  <a:lnTo>
                    <a:pt x="2271846" y="3310197"/>
                  </a:lnTo>
                  <a:lnTo>
                    <a:pt x="2271972" y="3310197"/>
                  </a:lnTo>
                  <a:lnTo>
                    <a:pt x="2272098" y="3310197"/>
                  </a:lnTo>
                  <a:lnTo>
                    <a:pt x="2272224" y="3310197"/>
                  </a:lnTo>
                  <a:lnTo>
                    <a:pt x="2272351" y="3310197"/>
                  </a:lnTo>
                  <a:lnTo>
                    <a:pt x="2272477" y="3310197"/>
                  </a:lnTo>
                  <a:lnTo>
                    <a:pt x="2272603" y="3310197"/>
                  </a:lnTo>
                  <a:lnTo>
                    <a:pt x="2272729" y="3310197"/>
                  </a:lnTo>
                  <a:lnTo>
                    <a:pt x="2272855" y="3310197"/>
                  </a:lnTo>
                  <a:lnTo>
                    <a:pt x="2272981" y="3310197"/>
                  </a:lnTo>
                  <a:lnTo>
                    <a:pt x="2273107" y="3310197"/>
                  </a:lnTo>
                  <a:lnTo>
                    <a:pt x="2273233" y="3310197"/>
                  </a:lnTo>
                  <a:lnTo>
                    <a:pt x="2273359" y="3310197"/>
                  </a:lnTo>
                  <a:lnTo>
                    <a:pt x="2273485" y="3310197"/>
                  </a:lnTo>
                  <a:lnTo>
                    <a:pt x="2273611" y="3310197"/>
                  </a:lnTo>
                  <a:lnTo>
                    <a:pt x="2273738" y="3310197"/>
                  </a:lnTo>
                  <a:lnTo>
                    <a:pt x="2273864" y="3310197"/>
                  </a:lnTo>
                  <a:lnTo>
                    <a:pt x="2273990" y="3310197"/>
                  </a:lnTo>
                  <a:lnTo>
                    <a:pt x="2274116" y="3310197"/>
                  </a:lnTo>
                  <a:lnTo>
                    <a:pt x="2274116" y="3304917"/>
                  </a:lnTo>
                  <a:lnTo>
                    <a:pt x="2274116" y="3299638"/>
                  </a:lnTo>
                  <a:lnTo>
                    <a:pt x="2274242" y="3299638"/>
                  </a:lnTo>
                  <a:lnTo>
                    <a:pt x="2274368" y="3299638"/>
                  </a:lnTo>
                  <a:lnTo>
                    <a:pt x="2274494" y="3299638"/>
                  </a:lnTo>
                  <a:lnTo>
                    <a:pt x="2274620" y="3299638"/>
                  </a:lnTo>
                  <a:lnTo>
                    <a:pt x="2274746" y="3299638"/>
                  </a:lnTo>
                  <a:lnTo>
                    <a:pt x="2274872" y="3299638"/>
                  </a:lnTo>
                  <a:lnTo>
                    <a:pt x="2274998" y="3299638"/>
                  </a:lnTo>
                  <a:lnTo>
                    <a:pt x="2275124" y="3299638"/>
                  </a:lnTo>
                  <a:lnTo>
                    <a:pt x="2275251" y="3299638"/>
                  </a:lnTo>
                  <a:lnTo>
                    <a:pt x="2275377" y="3299638"/>
                  </a:lnTo>
                  <a:lnTo>
                    <a:pt x="2275503" y="3299638"/>
                  </a:lnTo>
                  <a:lnTo>
                    <a:pt x="2275629" y="3299638"/>
                  </a:lnTo>
                  <a:lnTo>
                    <a:pt x="2275755" y="3299638"/>
                  </a:lnTo>
                  <a:lnTo>
                    <a:pt x="2275881" y="3299638"/>
                  </a:lnTo>
                  <a:lnTo>
                    <a:pt x="2276007" y="3299638"/>
                  </a:lnTo>
                  <a:lnTo>
                    <a:pt x="2276133" y="3299638"/>
                  </a:lnTo>
                  <a:lnTo>
                    <a:pt x="2276259" y="3299638"/>
                  </a:lnTo>
                  <a:lnTo>
                    <a:pt x="2276385" y="3299638"/>
                  </a:lnTo>
                  <a:lnTo>
                    <a:pt x="2276511" y="3299638"/>
                  </a:lnTo>
                  <a:lnTo>
                    <a:pt x="2276638" y="3299638"/>
                  </a:lnTo>
                  <a:lnTo>
                    <a:pt x="2276764" y="3299638"/>
                  </a:lnTo>
                  <a:lnTo>
                    <a:pt x="2276890" y="3299638"/>
                  </a:lnTo>
                  <a:lnTo>
                    <a:pt x="2277016" y="3299638"/>
                  </a:lnTo>
                  <a:lnTo>
                    <a:pt x="2277142" y="3299638"/>
                  </a:lnTo>
                  <a:lnTo>
                    <a:pt x="2277268" y="3299638"/>
                  </a:lnTo>
                  <a:lnTo>
                    <a:pt x="2277394" y="3299638"/>
                  </a:lnTo>
                  <a:lnTo>
                    <a:pt x="2277520" y="3299638"/>
                  </a:lnTo>
                  <a:lnTo>
                    <a:pt x="2277646" y="3299638"/>
                  </a:lnTo>
                  <a:lnTo>
                    <a:pt x="2277772" y="3299638"/>
                  </a:lnTo>
                  <a:lnTo>
                    <a:pt x="2277898" y="3299638"/>
                  </a:lnTo>
                  <a:lnTo>
                    <a:pt x="2278024" y="3299638"/>
                  </a:lnTo>
                  <a:lnTo>
                    <a:pt x="2278151" y="3299638"/>
                  </a:lnTo>
                  <a:lnTo>
                    <a:pt x="2278277" y="3299638"/>
                  </a:lnTo>
                  <a:lnTo>
                    <a:pt x="2278403" y="3299638"/>
                  </a:lnTo>
                  <a:lnTo>
                    <a:pt x="2278529" y="3299638"/>
                  </a:lnTo>
                  <a:lnTo>
                    <a:pt x="2278655" y="3299638"/>
                  </a:lnTo>
                  <a:lnTo>
                    <a:pt x="2278781" y="3299638"/>
                  </a:lnTo>
                  <a:lnTo>
                    <a:pt x="2278907" y="3299638"/>
                  </a:lnTo>
                  <a:lnTo>
                    <a:pt x="2279033" y="3299638"/>
                  </a:lnTo>
                  <a:lnTo>
                    <a:pt x="2279159" y="3299638"/>
                  </a:lnTo>
                  <a:lnTo>
                    <a:pt x="2279285" y="3299638"/>
                  </a:lnTo>
                  <a:lnTo>
                    <a:pt x="2279411" y="3299638"/>
                  </a:lnTo>
                  <a:lnTo>
                    <a:pt x="2279538" y="3299638"/>
                  </a:lnTo>
                  <a:lnTo>
                    <a:pt x="2279664" y="3299638"/>
                  </a:lnTo>
                  <a:lnTo>
                    <a:pt x="2279790" y="3299638"/>
                  </a:lnTo>
                  <a:lnTo>
                    <a:pt x="2279916" y="3299638"/>
                  </a:lnTo>
                  <a:lnTo>
                    <a:pt x="2280042" y="3299638"/>
                  </a:lnTo>
                  <a:lnTo>
                    <a:pt x="2280168" y="3299638"/>
                  </a:lnTo>
                  <a:lnTo>
                    <a:pt x="2280294" y="3299638"/>
                  </a:lnTo>
                  <a:lnTo>
                    <a:pt x="2280420" y="3299638"/>
                  </a:lnTo>
                  <a:lnTo>
                    <a:pt x="2280546" y="3299638"/>
                  </a:lnTo>
                  <a:lnTo>
                    <a:pt x="2280672" y="3299638"/>
                  </a:lnTo>
                  <a:lnTo>
                    <a:pt x="2280798" y="3299638"/>
                  </a:lnTo>
                  <a:lnTo>
                    <a:pt x="2280924" y="3299638"/>
                  </a:lnTo>
                  <a:lnTo>
                    <a:pt x="2281051" y="3299638"/>
                  </a:lnTo>
                  <a:lnTo>
                    <a:pt x="2281177" y="3299638"/>
                  </a:lnTo>
                  <a:lnTo>
                    <a:pt x="2281303" y="3299638"/>
                  </a:lnTo>
                  <a:lnTo>
                    <a:pt x="2281429" y="3299638"/>
                  </a:lnTo>
                  <a:lnTo>
                    <a:pt x="2281555" y="3299638"/>
                  </a:lnTo>
                  <a:lnTo>
                    <a:pt x="2281681" y="3299638"/>
                  </a:lnTo>
                  <a:lnTo>
                    <a:pt x="2281807" y="3299638"/>
                  </a:lnTo>
                  <a:lnTo>
                    <a:pt x="2281933" y="3299638"/>
                  </a:lnTo>
                  <a:lnTo>
                    <a:pt x="2282059" y="3299638"/>
                  </a:lnTo>
                  <a:lnTo>
                    <a:pt x="2282185" y="3299638"/>
                  </a:lnTo>
                  <a:lnTo>
                    <a:pt x="2282311" y="3299638"/>
                  </a:lnTo>
                  <a:lnTo>
                    <a:pt x="2282438" y="3299638"/>
                  </a:lnTo>
                  <a:lnTo>
                    <a:pt x="2282564" y="3299638"/>
                  </a:lnTo>
                  <a:lnTo>
                    <a:pt x="2282690" y="3299638"/>
                  </a:lnTo>
                  <a:lnTo>
                    <a:pt x="2282816" y="3299638"/>
                  </a:lnTo>
                  <a:lnTo>
                    <a:pt x="2282942" y="3299638"/>
                  </a:lnTo>
                  <a:lnTo>
                    <a:pt x="2283068" y="3299638"/>
                  </a:lnTo>
                  <a:lnTo>
                    <a:pt x="2283194" y="3299638"/>
                  </a:lnTo>
                  <a:lnTo>
                    <a:pt x="2283320" y="3299638"/>
                  </a:lnTo>
                  <a:lnTo>
                    <a:pt x="2283446" y="3299638"/>
                  </a:lnTo>
                  <a:lnTo>
                    <a:pt x="2283572" y="3299638"/>
                  </a:lnTo>
                  <a:lnTo>
                    <a:pt x="2283698" y="3299638"/>
                  </a:lnTo>
                  <a:lnTo>
                    <a:pt x="2283825" y="3299638"/>
                  </a:lnTo>
                  <a:lnTo>
                    <a:pt x="2283951" y="3299638"/>
                  </a:lnTo>
                  <a:lnTo>
                    <a:pt x="2284077" y="3299638"/>
                  </a:lnTo>
                  <a:lnTo>
                    <a:pt x="2284203" y="3299638"/>
                  </a:lnTo>
                  <a:lnTo>
                    <a:pt x="2284329" y="3299638"/>
                  </a:lnTo>
                  <a:lnTo>
                    <a:pt x="2284455" y="3299638"/>
                  </a:lnTo>
                  <a:lnTo>
                    <a:pt x="2284581" y="3299638"/>
                  </a:lnTo>
                  <a:lnTo>
                    <a:pt x="2284707" y="3299638"/>
                  </a:lnTo>
                  <a:lnTo>
                    <a:pt x="2284833" y="3299638"/>
                  </a:lnTo>
                  <a:lnTo>
                    <a:pt x="2284959" y="3299638"/>
                  </a:lnTo>
                  <a:lnTo>
                    <a:pt x="2285085" y="3299638"/>
                  </a:lnTo>
                  <a:lnTo>
                    <a:pt x="2285211" y="3299638"/>
                  </a:lnTo>
                  <a:lnTo>
                    <a:pt x="2285338" y="3299638"/>
                  </a:lnTo>
                  <a:lnTo>
                    <a:pt x="2285464" y="3299638"/>
                  </a:lnTo>
                  <a:lnTo>
                    <a:pt x="2285590" y="3299638"/>
                  </a:lnTo>
                  <a:lnTo>
                    <a:pt x="2285716" y="3299638"/>
                  </a:lnTo>
                  <a:lnTo>
                    <a:pt x="2285842" y="3299638"/>
                  </a:lnTo>
                  <a:lnTo>
                    <a:pt x="2285842" y="3294358"/>
                  </a:lnTo>
                  <a:lnTo>
                    <a:pt x="2285968" y="3294358"/>
                  </a:lnTo>
                  <a:lnTo>
                    <a:pt x="2286094" y="3294358"/>
                  </a:lnTo>
                  <a:lnTo>
                    <a:pt x="2286220" y="3294358"/>
                  </a:lnTo>
                  <a:lnTo>
                    <a:pt x="2286346" y="3294358"/>
                  </a:lnTo>
                  <a:lnTo>
                    <a:pt x="2286472" y="3294358"/>
                  </a:lnTo>
                  <a:lnTo>
                    <a:pt x="2286598" y="3294358"/>
                  </a:lnTo>
                  <a:lnTo>
                    <a:pt x="2286725" y="3294358"/>
                  </a:lnTo>
                  <a:lnTo>
                    <a:pt x="2286851" y="3294358"/>
                  </a:lnTo>
                  <a:lnTo>
                    <a:pt x="2286977" y="3294358"/>
                  </a:lnTo>
                  <a:lnTo>
                    <a:pt x="2287103" y="3294358"/>
                  </a:lnTo>
                  <a:lnTo>
                    <a:pt x="2287229" y="3294358"/>
                  </a:lnTo>
                  <a:lnTo>
                    <a:pt x="2287355" y="3294358"/>
                  </a:lnTo>
                  <a:lnTo>
                    <a:pt x="2287481" y="3294358"/>
                  </a:lnTo>
                  <a:lnTo>
                    <a:pt x="2287607" y="3294358"/>
                  </a:lnTo>
                  <a:lnTo>
                    <a:pt x="2287733" y="3294358"/>
                  </a:lnTo>
                  <a:lnTo>
                    <a:pt x="2287859" y="3294358"/>
                  </a:lnTo>
                  <a:lnTo>
                    <a:pt x="2287985" y="3294358"/>
                  </a:lnTo>
                  <a:lnTo>
                    <a:pt x="2288111" y="3294358"/>
                  </a:lnTo>
                  <a:lnTo>
                    <a:pt x="2288111" y="3289079"/>
                  </a:lnTo>
                  <a:lnTo>
                    <a:pt x="2288238" y="3289079"/>
                  </a:lnTo>
                  <a:lnTo>
                    <a:pt x="2288364" y="3289079"/>
                  </a:lnTo>
                  <a:lnTo>
                    <a:pt x="2288490" y="3289079"/>
                  </a:lnTo>
                  <a:lnTo>
                    <a:pt x="2288616" y="3289079"/>
                  </a:lnTo>
                  <a:lnTo>
                    <a:pt x="2288742" y="3289079"/>
                  </a:lnTo>
                  <a:lnTo>
                    <a:pt x="2288868" y="3289079"/>
                  </a:lnTo>
                  <a:lnTo>
                    <a:pt x="2288994" y="3289079"/>
                  </a:lnTo>
                  <a:lnTo>
                    <a:pt x="2289120" y="3289079"/>
                  </a:lnTo>
                  <a:lnTo>
                    <a:pt x="2289246" y="3289079"/>
                  </a:lnTo>
                  <a:lnTo>
                    <a:pt x="2289372" y="3289079"/>
                  </a:lnTo>
                  <a:lnTo>
                    <a:pt x="2289498" y="3289079"/>
                  </a:lnTo>
                  <a:lnTo>
                    <a:pt x="2289625" y="3289079"/>
                  </a:lnTo>
                  <a:lnTo>
                    <a:pt x="2289751" y="3289079"/>
                  </a:lnTo>
                  <a:lnTo>
                    <a:pt x="2289877" y="3289079"/>
                  </a:lnTo>
                  <a:lnTo>
                    <a:pt x="2290003" y="3289079"/>
                  </a:lnTo>
                  <a:lnTo>
                    <a:pt x="2290129" y="3289079"/>
                  </a:lnTo>
                  <a:lnTo>
                    <a:pt x="2290255" y="3289079"/>
                  </a:lnTo>
                  <a:lnTo>
                    <a:pt x="2290255" y="3283800"/>
                  </a:lnTo>
                  <a:lnTo>
                    <a:pt x="2290381" y="3283800"/>
                  </a:lnTo>
                  <a:lnTo>
                    <a:pt x="2290507" y="3283800"/>
                  </a:lnTo>
                  <a:lnTo>
                    <a:pt x="2290633" y="3283800"/>
                  </a:lnTo>
                  <a:lnTo>
                    <a:pt x="2290759" y="3283800"/>
                  </a:lnTo>
                  <a:lnTo>
                    <a:pt x="2290885" y="3283800"/>
                  </a:lnTo>
                  <a:lnTo>
                    <a:pt x="2291012" y="3283800"/>
                  </a:lnTo>
                  <a:lnTo>
                    <a:pt x="2291138" y="3283800"/>
                  </a:lnTo>
                  <a:lnTo>
                    <a:pt x="2291264" y="3283800"/>
                  </a:lnTo>
                  <a:lnTo>
                    <a:pt x="2291390" y="3283800"/>
                  </a:lnTo>
                  <a:lnTo>
                    <a:pt x="2291516" y="3283800"/>
                  </a:lnTo>
                  <a:lnTo>
                    <a:pt x="2291516" y="3278520"/>
                  </a:lnTo>
                  <a:lnTo>
                    <a:pt x="2291642" y="3278520"/>
                  </a:lnTo>
                  <a:lnTo>
                    <a:pt x="2291768" y="3278520"/>
                  </a:lnTo>
                  <a:lnTo>
                    <a:pt x="2291894" y="3278520"/>
                  </a:lnTo>
                  <a:lnTo>
                    <a:pt x="2292020" y="3278520"/>
                  </a:lnTo>
                  <a:lnTo>
                    <a:pt x="2292146" y="3278520"/>
                  </a:lnTo>
                  <a:lnTo>
                    <a:pt x="2292272" y="3278520"/>
                  </a:lnTo>
                  <a:lnTo>
                    <a:pt x="2292398" y="3278520"/>
                  </a:lnTo>
                  <a:lnTo>
                    <a:pt x="2292525" y="3278520"/>
                  </a:lnTo>
                  <a:lnTo>
                    <a:pt x="2292651" y="3278520"/>
                  </a:lnTo>
                  <a:lnTo>
                    <a:pt x="2292777" y="3278520"/>
                  </a:lnTo>
                  <a:lnTo>
                    <a:pt x="2292903" y="3278520"/>
                  </a:lnTo>
                  <a:lnTo>
                    <a:pt x="2293029" y="3278520"/>
                  </a:lnTo>
                  <a:lnTo>
                    <a:pt x="2293155" y="3278520"/>
                  </a:lnTo>
                  <a:lnTo>
                    <a:pt x="2293281" y="3278520"/>
                  </a:lnTo>
                  <a:lnTo>
                    <a:pt x="2293407" y="3278520"/>
                  </a:lnTo>
                  <a:lnTo>
                    <a:pt x="2293533" y="3278520"/>
                  </a:lnTo>
                  <a:lnTo>
                    <a:pt x="2293659" y="3278520"/>
                  </a:lnTo>
                  <a:lnTo>
                    <a:pt x="2293785" y="3278520"/>
                  </a:lnTo>
                  <a:lnTo>
                    <a:pt x="2293912" y="3278520"/>
                  </a:lnTo>
                  <a:lnTo>
                    <a:pt x="2294038" y="3278520"/>
                  </a:lnTo>
                  <a:lnTo>
                    <a:pt x="2294164" y="3278520"/>
                  </a:lnTo>
                  <a:lnTo>
                    <a:pt x="2294290" y="3278520"/>
                  </a:lnTo>
                  <a:lnTo>
                    <a:pt x="2294416" y="3278520"/>
                  </a:lnTo>
                  <a:lnTo>
                    <a:pt x="2294542" y="3278520"/>
                  </a:lnTo>
                  <a:lnTo>
                    <a:pt x="2294668" y="3278520"/>
                  </a:lnTo>
                  <a:lnTo>
                    <a:pt x="2294794" y="3278520"/>
                  </a:lnTo>
                  <a:lnTo>
                    <a:pt x="2294920" y="3278520"/>
                  </a:lnTo>
                  <a:lnTo>
                    <a:pt x="2295046" y="3278520"/>
                  </a:lnTo>
                  <a:lnTo>
                    <a:pt x="2295172" y="3278520"/>
                  </a:lnTo>
                  <a:lnTo>
                    <a:pt x="2295298" y="3278520"/>
                  </a:lnTo>
                  <a:lnTo>
                    <a:pt x="2295425" y="3278520"/>
                  </a:lnTo>
                  <a:lnTo>
                    <a:pt x="2295551" y="3278520"/>
                  </a:lnTo>
                  <a:lnTo>
                    <a:pt x="2295677" y="3278520"/>
                  </a:lnTo>
                  <a:lnTo>
                    <a:pt x="2295803" y="3278520"/>
                  </a:lnTo>
                  <a:lnTo>
                    <a:pt x="2295929" y="3278520"/>
                  </a:lnTo>
                  <a:lnTo>
                    <a:pt x="2296055" y="3278520"/>
                  </a:lnTo>
                  <a:lnTo>
                    <a:pt x="2296181" y="3278520"/>
                  </a:lnTo>
                  <a:lnTo>
                    <a:pt x="2296307" y="3278520"/>
                  </a:lnTo>
                  <a:lnTo>
                    <a:pt x="2296307" y="3273241"/>
                  </a:lnTo>
                  <a:lnTo>
                    <a:pt x="2296433" y="3273241"/>
                  </a:lnTo>
                  <a:lnTo>
                    <a:pt x="2296559" y="3273241"/>
                  </a:lnTo>
                  <a:lnTo>
                    <a:pt x="2296685" y="3273241"/>
                  </a:lnTo>
                  <a:lnTo>
                    <a:pt x="2296812" y="3273241"/>
                  </a:lnTo>
                  <a:lnTo>
                    <a:pt x="2296938" y="3273241"/>
                  </a:lnTo>
                  <a:lnTo>
                    <a:pt x="2297064" y="3273241"/>
                  </a:lnTo>
                  <a:lnTo>
                    <a:pt x="2297190" y="3273241"/>
                  </a:lnTo>
                  <a:lnTo>
                    <a:pt x="2297316" y="3273241"/>
                  </a:lnTo>
                  <a:lnTo>
                    <a:pt x="2297442" y="3273241"/>
                  </a:lnTo>
                  <a:lnTo>
                    <a:pt x="2297568" y="3273241"/>
                  </a:lnTo>
                  <a:lnTo>
                    <a:pt x="2297694" y="3273241"/>
                  </a:lnTo>
                  <a:lnTo>
                    <a:pt x="2297820" y="3273241"/>
                  </a:lnTo>
                  <a:lnTo>
                    <a:pt x="2297946" y="3273241"/>
                  </a:lnTo>
                  <a:lnTo>
                    <a:pt x="2298072" y="3273241"/>
                  </a:lnTo>
                  <a:lnTo>
                    <a:pt x="2298198" y="3273241"/>
                  </a:lnTo>
                  <a:lnTo>
                    <a:pt x="2298325" y="3273241"/>
                  </a:lnTo>
                  <a:lnTo>
                    <a:pt x="2298451" y="3273241"/>
                  </a:lnTo>
                  <a:lnTo>
                    <a:pt x="2298577" y="3273241"/>
                  </a:lnTo>
                  <a:lnTo>
                    <a:pt x="2298703" y="3273241"/>
                  </a:lnTo>
                  <a:lnTo>
                    <a:pt x="2298829" y="3273241"/>
                  </a:lnTo>
                  <a:lnTo>
                    <a:pt x="2298955" y="3273241"/>
                  </a:lnTo>
                  <a:lnTo>
                    <a:pt x="2299081" y="3273241"/>
                  </a:lnTo>
                  <a:lnTo>
                    <a:pt x="2299207" y="3273241"/>
                  </a:lnTo>
                  <a:lnTo>
                    <a:pt x="2299333" y="3273241"/>
                  </a:lnTo>
                  <a:lnTo>
                    <a:pt x="2299333" y="3267961"/>
                  </a:lnTo>
                  <a:lnTo>
                    <a:pt x="2299459" y="3267961"/>
                  </a:lnTo>
                  <a:lnTo>
                    <a:pt x="2299585" y="3267961"/>
                  </a:lnTo>
                  <a:lnTo>
                    <a:pt x="2299712" y="3267961"/>
                  </a:lnTo>
                  <a:lnTo>
                    <a:pt x="2299838" y="3267961"/>
                  </a:lnTo>
                  <a:lnTo>
                    <a:pt x="2299964" y="3267961"/>
                  </a:lnTo>
                  <a:lnTo>
                    <a:pt x="2300090" y="3267961"/>
                  </a:lnTo>
                  <a:lnTo>
                    <a:pt x="2300216" y="3267961"/>
                  </a:lnTo>
                  <a:lnTo>
                    <a:pt x="2300342" y="3267961"/>
                  </a:lnTo>
                  <a:lnTo>
                    <a:pt x="2300468" y="3267961"/>
                  </a:lnTo>
                  <a:lnTo>
                    <a:pt x="2300594" y="3267961"/>
                  </a:lnTo>
                  <a:lnTo>
                    <a:pt x="2300720" y="3267961"/>
                  </a:lnTo>
                  <a:lnTo>
                    <a:pt x="2300846" y="3267961"/>
                  </a:lnTo>
                  <a:lnTo>
                    <a:pt x="2300972" y="3267961"/>
                  </a:lnTo>
                  <a:lnTo>
                    <a:pt x="2301099" y="3267961"/>
                  </a:lnTo>
                  <a:lnTo>
                    <a:pt x="2301225" y="3267961"/>
                  </a:lnTo>
                  <a:lnTo>
                    <a:pt x="2301351" y="3267961"/>
                  </a:lnTo>
                  <a:lnTo>
                    <a:pt x="2301477" y="3267961"/>
                  </a:lnTo>
                  <a:lnTo>
                    <a:pt x="2301603" y="3267961"/>
                  </a:lnTo>
                  <a:lnTo>
                    <a:pt x="2301729" y="3267961"/>
                  </a:lnTo>
                  <a:lnTo>
                    <a:pt x="2301855" y="3267961"/>
                  </a:lnTo>
                  <a:lnTo>
                    <a:pt x="2301981" y="3267961"/>
                  </a:lnTo>
                  <a:lnTo>
                    <a:pt x="2302107" y="3267961"/>
                  </a:lnTo>
                  <a:lnTo>
                    <a:pt x="2302233" y="3267961"/>
                  </a:lnTo>
                  <a:lnTo>
                    <a:pt x="2302359" y="3267961"/>
                  </a:lnTo>
                  <a:lnTo>
                    <a:pt x="2302485" y="3267961"/>
                  </a:lnTo>
                  <a:lnTo>
                    <a:pt x="2302612" y="3267961"/>
                  </a:lnTo>
                  <a:lnTo>
                    <a:pt x="2302738" y="3267961"/>
                  </a:lnTo>
                  <a:lnTo>
                    <a:pt x="2302864" y="3267961"/>
                  </a:lnTo>
                  <a:lnTo>
                    <a:pt x="2302990" y="3267961"/>
                  </a:lnTo>
                  <a:lnTo>
                    <a:pt x="2303116" y="3267961"/>
                  </a:lnTo>
                  <a:lnTo>
                    <a:pt x="2303242" y="3267961"/>
                  </a:lnTo>
                  <a:lnTo>
                    <a:pt x="2303368" y="3267961"/>
                  </a:lnTo>
                  <a:lnTo>
                    <a:pt x="2303494" y="3267961"/>
                  </a:lnTo>
                  <a:lnTo>
                    <a:pt x="2303620" y="3267961"/>
                  </a:lnTo>
                  <a:lnTo>
                    <a:pt x="2303746" y="3267961"/>
                  </a:lnTo>
                  <a:lnTo>
                    <a:pt x="2303872" y="3267961"/>
                  </a:lnTo>
                  <a:lnTo>
                    <a:pt x="2303999" y="3267961"/>
                  </a:lnTo>
                  <a:lnTo>
                    <a:pt x="2304125" y="3267961"/>
                  </a:lnTo>
                  <a:lnTo>
                    <a:pt x="2304251" y="3267961"/>
                  </a:lnTo>
                  <a:lnTo>
                    <a:pt x="2304377" y="3267961"/>
                  </a:lnTo>
                  <a:lnTo>
                    <a:pt x="2304503" y="3267961"/>
                  </a:lnTo>
                  <a:lnTo>
                    <a:pt x="2304629" y="3267961"/>
                  </a:lnTo>
                  <a:lnTo>
                    <a:pt x="2304755" y="3267961"/>
                  </a:lnTo>
                  <a:lnTo>
                    <a:pt x="2304881" y="3267961"/>
                  </a:lnTo>
                  <a:lnTo>
                    <a:pt x="2305007" y="3267961"/>
                  </a:lnTo>
                  <a:lnTo>
                    <a:pt x="2305007" y="3262682"/>
                  </a:lnTo>
                  <a:lnTo>
                    <a:pt x="2305133" y="3262682"/>
                  </a:lnTo>
                  <a:lnTo>
                    <a:pt x="2305259" y="3262682"/>
                  </a:lnTo>
                  <a:lnTo>
                    <a:pt x="2305385" y="3262682"/>
                  </a:lnTo>
                  <a:lnTo>
                    <a:pt x="2305512" y="3262682"/>
                  </a:lnTo>
                  <a:lnTo>
                    <a:pt x="2305638" y="3262682"/>
                  </a:lnTo>
                  <a:lnTo>
                    <a:pt x="2305764" y="3262682"/>
                  </a:lnTo>
                  <a:lnTo>
                    <a:pt x="2305890" y="3262682"/>
                  </a:lnTo>
                  <a:lnTo>
                    <a:pt x="2306016" y="3262682"/>
                  </a:lnTo>
                  <a:lnTo>
                    <a:pt x="2306142" y="3262682"/>
                  </a:lnTo>
                  <a:lnTo>
                    <a:pt x="2306268" y="3262682"/>
                  </a:lnTo>
                  <a:lnTo>
                    <a:pt x="2306394" y="3262682"/>
                  </a:lnTo>
                  <a:lnTo>
                    <a:pt x="2306520" y="3262682"/>
                  </a:lnTo>
                  <a:lnTo>
                    <a:pt x="2306646" y="3262682"/>
                  </a:lnTo>
                  <a:lnTo>
                    <a:pt x="2306772" y="3262682"/>
                  </a:lnTo>
                  <a:lnTo>
                    <a:pt x="2306899" y="3262682"/>
                  </a:lnTo>
                  <a:lnTo>
                    <a:pt x="2307025" y="3262682"/>
                  </a:lnTo>
                  <a:lnTo>
                    <a:pt x="2307151" y="3262682"/>
                  </a:lnTo>
                  <a:lnTo>
                    <a:pt x="2307277" y="3262682"/>
                  </a:lnTo>
                  <a:lnTo>
                    <a:pt x="2307403" y="3262682"/>
                  </a:lnTo>
                  <a:lnTo>
                    <a:pt x="2307529" y="3262682"/>
                  </a:lnTo>
                  <a:lnTo>
                    <a:pt x="2307655" y="3262682"/>
                  </a:lnTo>
                  <a:lnTo>
                    <a:pt x="2307781" y="3262682"/>
                  </a:lnTo>
                  <a:lnTo>
                    <a:pt x="2307907" y="3262682"/>
                  </a:lnTo>
                  <a:lnTo>
                    <a:pt x="2308033" y="3262682"/>
                  </a:lnTo>
                  <a:lnTo>
                    <a:pt x="2308159" y="3262682"/>
                  </a:lnTo>
                  <a:lnTo>
                    <a:pt x="2308286" y="3262682"/>
                  </a:lnTo>
                  <a:lnTo>
                    <a:pt x="2308412" y="3262682"/>
                  </a:lnTo>
                  <a:lnTo>
                    <a:pt x="2308538" y="3262682"/>
                  </a:lnTo>
                  <a:lnTo>
                    <a:pt x="2308664" y="3262682"/>
                  </a:lnTo>
                  <a:lnTo>
                    <a:pt x="2308790" y="3262682"/>
                  </a:lnTo>
                  <a:lnTo>
                    <a:pt x="2308916" y="3262682"/>
                  </a:lnTo>
                  <a:lnTo>
                    <a:pt x="2309042" y="3262682"/>
                  </a:lnTo>
                  <a:lnTo>
                    <a:pt x="2309168" y="3262682"/>
                  </a:lnTo>
                  <a:lnTo>
                    <a:pt x="2309294" y="3262682"/>
                  </a:lnTo>
                  <a:lnTo>
                    <a:pt x="2309420" y="3262682"/>
                  </a:lnTo>
                  <a:lnTo>
                    <a:pt x="2309546" y="3262682"/>
                  </a:lnTo>
                  <a:lnTo>
                    <a:pt x="2309672" y="3262682"/>
                  </a:lnTo>
                  <a:lnTo>
                    <a:pt x="2309799" y="3262682"/>
                  </a:lnTo>
                  <a:lnTo>
                    <a:pt x="2309925" y="3262682"/>
                  </a:lnTo>
                  <a:lnTo>
                    <a:pt x="2310051" y="3262682"/>
                  </a:lnTo>
                  <a:lnTo>
                    <a:pt x="2310177" y="3262682"/>
                  </a:lnTo>
                  <a:lnTo>
                    <a:pt x="2310303" y="3262682"/>
                  </a:lnTo>
                  <a:lnTo>
                    <a:pt x="2310429" y="3262682"/>
                  </a:lnTo>
                  <a:lnTo>
                    <a:pt x="2310555" y="3262682"/>
                  </a:lnTo>
                  <a:lnTo>
                    <a:pt x="2310681" y="3262682"/>
                  </a:lnTo>
                  <a:lnTo>
                    <a:pt x="2310807" y="3262682"/>
                  </a:lnTo>
                  <a:lnTo>
                    <a:pt x="2310933" y="3262682"/>
                  </a:lnTo>
                  <a:lnTo>
                    <a:pt x="2311059" y="3262682"/>
                  </a:lnTo>
                  <a:lnTo>
                    <a:pt x="2311186" y="3262682"/>
                  </a:lnTo>
                  <a:lnTo>
                    <a:pt x="2311312" y="3262682"/>
                  </a:lnTo>
                  <a:lnTo>
                    <a:pt x="2311438" y="3262682"/>
                  </a:lnTo>
                  <a:lnTo>
                    <a:pt x="2311564" y="3262682"/>
                  </a:lnTo>
                  <a:lnTo>
                    <a:pt x="2311690" y="3262682"/>
                  </a:lnTo>
                  <a:lnTo>
                    <a:pt x="2311816" y="3262682"/>
                  </a:lnTo>
                  <a:lnTo>
                    <a:pt x="2311942" y="3262682"/>
                  </a:lnTo>
                  <a:lnTo>
                    <a:pt x="2312068" y="3262682"/>
                  </a:lnTo>
                  <a:lnTo>
                    <a:pt x="2312194" y="3262682"/>
                  </a:lnTo>
                  <a:lnTo>
                    <a:pt x="2312320" y="3262682"/>
                  </a:lnTo>
                  <a:lnTo>
                    <a:pt x="2312446" y="3262682"/>
                  </a:lnTo>
                  <a:lnTo>
                    <a:pt x="2312572" y="3262682"/>
                  </a:lnTo>
                  <a:lnTo>
                    <a:pt x="2312699" y="3262682"/>
                  </a:lnTo>
                  <a:lnTo>
                    <a:pt x="2312825" y="3262682"/>
                  </a:lnTo>
                  <a:lnTo>
                    <a:pt x="2312951" y="3262682"/>
                  </a:lnTo>
                  <a:lnTo>
                    <a:pt x="2313077" y="3262682"/>
                  </a:lnTo>
                  <a:lnTo>
                    <a:pt x="2313203" y="3262682"/>
                  </a:lnTo>
                  <a:lnTo>
                    <a:pt x="2313329" y="3262682"/>
                  </a:lnTo>
                  <a:lnTo>
                    <a:pt x="2313455" y="3262682"/>
                  </a:lnTo>
                  <a:lnTo>
                    <a:pt x="2313581" y="3262682"/>
                  </a:lnTo>
                  <a:lnTo>
                    <a:pt x="2313707" y="3262682"/>
                  </a:lnTo>
                  <a:lnTo>
                    <a:pt x="2313833" y="3262682"/>
                  </a:lnTo>
                  <a:lnTo>
                    <a:pt x="2313959" y="3262682"/>
                  </a:lnTo>
                  <a:lnTo>
                    <a:pt x="2314086" y="3262682"/>
                  </a:lnTo>
                  <a:lnTo>
                    <a:pt x="2314212" y="3262682"/>
                  </a:lnTo>
                  <a:lnTo>
                    <a:pt x="2314338" y="3262682"/>
                  </a:lnTo>
                  <a:lnTo>
                    <a:pt x="2314464" y="3262682"/>
                  </a:lnTo>
                  <a:lnTo>
                    <a:pt x="2314590" y="3262682"/>
                  </a:lnTo>
                  <a:lnTo>
                    <a:pt x="2314716" y="3262682"/>
                  </a:lnTo>
                  <a:lnTo>
                    <a:pt x="2314842" y="3262682"/>
                  </a:lnTo>
                  <a:lnTo>
                    <a:pt x="2314968" y="3262682"/>
                  </a:lnTo>
                  <a:lnTo>
                    <a:pt x="2315094" y="3262682"/>
                  </a:lnTo>
                  <a:lnTo>
                    <a:pt x="2315220" y="3262682"/>
                  </a:lnTo>
                  <a:lnTo>
                    <a:pt x="2315346" y="3262682"/>
                  </a:lnTo>
                  <a:lnTo>
                    <a:pt x="2315473" y="3262682"/>
                  </a:lnTo>
                  <a:lnTo>
                    <a:pt x="2315599" y="3262682"/>
                  </a:lnTo>
                  <a:lnTo>
                    <a:pt x="2315725" y="3262682"/>
                  </a:lnTo>
                  <a:lnTo>
                    <a:pt x="2315851" y="3262682"/>
                  </a:lnTo>
                  <a:lnTo>
                    <a:pt x="2315977" y="3262682"/>
                  </a:lnTo>
                  <a:lnTo>
                    <a:pt x="2316103" y="3262682"/>
                  </a:lnTo>
                  <a:lnTo>
                    <a:pt x="2316229" y="3262682"/>
                  </a:lnTo>
                  <a:lnTo>
                    <a:pt x="2316355" y="3262682"/>
                  </a:lnTo>
                  <a:lnTo>
                    <a:pt x="2316481" y="3262682"/>
                  </a:lnTo>
                  <a:lnTo>
                    <a:pt x="2316607" y="3262682"/>
                  </a:lnTo>
                  <a:lnTo>
                    <a:pt x="2316733" y="3262682"/>
                  </a:lnTo>
                  <a:lnTo>
                    <a:pt x="2316859" y="3262682"/>
                  </a:lnTo>
                  <a:lnTo>
                    <a:pt x="2316986" y="3262682"/>
                  </a:lnTo>
                  <a:lnTo>
                    <a:pt x="2317112" y="3262682"/>
                  </a:lnTo>
                  <a:lnTo>
                    <a:pt x="2317238" y="3262682"/>
                  </a:lnTo>
                  <a:lnTo>
                    <a:pt x="2317364" y="3262682"/>
                  </a:lnTo>
                  <a:lnTo>
                    <a:pt x="2317490" y="3262682"/>
                  </a:lnTo>
                  <a:lnTo>
                    <a:pt x="2317616" y="3262682"/>
                  </a:lnTo>
                  <a:lnTo>
                    <a:pt x="2317742" y="3262682"/>
                  </a:lnTo>
                  <a:lnTo>
                    <a:pt x="2317868" y="3262682"/>
                  </a:lnTo>
                  <a:lnTo>
                    <a:pt x="2317994" y="3262682"/>
                  </a:lnTo>
                  <a:lnTo>
                    <a:pt x="2318120" y="3262682"/>
                  </a:lnTo>
                  <a:lnTo>
                    <a:pt x="2318246" y="3262682"/>
                  </a:lnTo>
                  <a:lnTo>
                    <a:pt x="2318373" y="3262682"/>
                  </a:lnTo>
                  <a:lnTo>
                    <a:pt x="2318499" y="3262682"/>
                  </a:lnTo>
                  <a:lnTo>
                    <a:pt x="2318625" y="3262682"/>
                  </a:lnTo>
                  <a:lnTo>
                    <a:pt x="2318751" y="3262682"/>
                  </a:lnTo>
                  <a:lnTo>
                    <a:pt x="2318877" y="3262682"/>
                  </a:lnTo>
                  <a:lnTo>
                    <a:pt x="2319003" y="3262682"/>
                  </a:lnTo>
                  <a:lnTo>
                    <a:pt x="2319129" y="3262682"/>
                  </a:lnTo>
                  <a:lnTo>
                    <a:pt x="2319255" y="3262682"/>
                  </a:lnTo>
                  <a:lnTo>
                    <a:pt x="2319255" y="3257402"/>
                  </a:lnTo>
                  <a:lnTo>
                    <a:pt x="2319381" y="3257402"/>
                  </a:lnTo>
                  <a:lnTo>
                    <a:pt x="2319507" y="3257402"/>
                  </a:lnTo>
                  <a:lnTo>
                    <a:pt x="2319633" y="3257402"/>
                  </a:lnTo>
                  <a:lnTo>
                    <a:pt x="2319759" y="3257402"/>
                  </a:lnTo>
                  <a:lnTo>
                    <a:pt x="2319886" y="3257402"/>
                  </a:lnTo>
                  <a:lnTo>
                    <a:pt x="2320012" y="3257402"/>
                  </a:lnTo>
                  <a:lnTo>
                    <a:pt x="2320138" y="3257402"/>
                  </a:lnTo>
                  <a:lnTo>
                    <a:pt x="2320264" y="3257402"/>
                  </a:lnTo>
                  <a:lnTo>
                    <a:pt x="2320390" y="3257402"/>
                  </a:lnTo>
                  <a:lnTo>
                    <a:pt x="2320516" y="3257402"/>
                  </a:lnTo>
                  <a:lnTo>
                    <a:pt x="2320642" y="3257402"/>
                  </a:lnTo>
                  <a:lnTo>
                    <a:pt x="2320768" y="3257402"/>
                  </a:lnTo>
                  <a:lnTo>
                    <a:pt x="2320894" y="3257402"/>
                  </a:lnTo>
                  <a:lnTo>
                    <a:pt x="2321020" y="3257402"/>
                  </a:lnTo>
                  <a:lnTo>
                    <a:pt x="2321146" y="3257402"/>
                  </a:lnTo>
                  <a:lnTo>
                    <a:pt x="2321146" y="3252123"/>
                  </a:lnTo>
                  <a:lnTo>
                    <a:pt x="2321273" y="3252123"/>
                  </a:lnTo>
                  <a:lnTo>
                    <a:pt x="2321399" y="3252123"/>
                  </a:lnTo>
                  <a:lnTo>
                    <a:pt x="2321525" y="3252123"/>
                  </a:lnTo>
                  <a:lnTo>
                    <a:pt x="2321651" y="3252123"/>
                  </a:lnTo>
                  <a:lnTo>
                    <a:pt x="2321777" y="3252123"/>
                  </a:lnTo>
                  <a:lnTo>
                    <a:pt x="2321903" y="3252123"/>
                  </a:lnTo>
                  <a:lnTo>
                    <a:pt x="2322029" y="3252123"/>
                  </a:lnTo>
                  <a:lnTo>
                    <a:pt x="2322155" y="3252123"/>
                  </a:lnTo>
                  <a:lnTo>
                    <a:pt x="2322281" y="3252123"/>
                  </a:lnTo>
                  <a:lnTo>
                    <a:pt x="2322407" y="3252123"/>
                  </a:lnTo>
                  <a:lnTo>
                    <a:pt x="2322533" y="3252123"/>
                  </a:lnTo>
                  <a:lnTo>
                    <a:pt x="2322659" y="3252123"/>
                  </a:lnTo>
                  <a:lnTo>
                    <a:pt x="2322786" y="3252123"/>
                  </a:lnTo>
                  <a:lnTo>
                    <a:pt x="2322912" y="3252123"/>
                  </a:lnTo>
                  <a:lnTo>
                    <a:pt x="2323038" y="3252123"/>
                  </a:lnTo>
                  <a:lnTo>
                    <a:pt x="2323164" y="3252123"/>
                  </a:lnTo>
                  <a:lnTo>
                    <a:pt x="2323290" y="3252123"/>
                  </a:lnTo>
                  <a:lnTo>
                    <a:pt x="2323416" y="3252123"/>
                  </a:lnTo>
                  <a:lnTo>
                    <a:pt x="2323542" y="3252123"/>
                  </a:lnTo>
                  <a:lnTo>
                    <a:pt x="2323668" y="3252123"/>
                  </a:lnTo>
                  <a:lnTo>
                    <a:pt x="2323794" y="3252123"/>
                  </a:lnTo>
                  <a:lnTo>
                    <a:pt x="2323920" y="3252123"/>
                  </a:lnTo>
                  <a:lnTo>
                    <a:pt x="2324046" y="3252123"/>
                  </a:lnTo>
                  <a:lnTo>
                    <a:pt x="2324173" y="3252123"/>
                  </a:lnTo>
                  <a:lnTo>
                    <a:pt x="2324299" y="3252123"/>
                  </a:lnTo>
                  <a:lnTo>
                    <a:pt x="2324425" y="3252123"/>
                  </a:lnTo>
                  <a:lnTo>
                    <a:pt x="2324551" y="3252123"/>
                  </a:lnTo>
                  <a:lnTo>
                    <a:pt x="2324677" y="3252123"/>
                  </a:lnTo>
                  <a:lnTo>
                    <a:pt x="2324803" y="3252123"/>
                  </a:lnTo>
                  <a:lnTo>
                    <a:pt x="2324929" y="3252123"/>
                  </a:lnTo>
                  <a:lnTo>
                    <a:pt x="2325055" y="3252123"/>
                  </a:lnTo>
                  <a:lnTo>
                    <a:pt x="2325055" y="3246844"/>
                  </a:lnTo>
                  <a:lnTo>
                    <a:pt x="2325181" y="3246844"/>
                  </a:lnTo>
                  <a:lnTo>
                    <a:pt x="2325307" y="3246844"/>
                  </a:lnTo>
                  <a:lnTo>
                    <a:pt x="2325433" y="3246844"/>
                  </a:lnTo>
                  <a:lnTo>
                    <a:pt x="2325560" y="3246844"/>
                  </a:lnTo>
                  <a:lnTo>
                    <a:pt x="2325686" y="3246844"/>
                  </a:lnTo>
                  <a:lnTo>
                    <a:pt x="2325812" y="3246844"/>
                  </a:lnTo>
                  <a:lnTo>
                    <a:pt x="2325938" y="3246844"/>
                  </a:lnTo>
                  <a:lnTo>
                    <a:pt x="2326064" y="3246844"/>
                  </a:lnTo>
                  <a:lnTo>
                    <a:pt x="2326190" y="3246844"/>
                  </a:lnTo>
                  <a:lnTo>
                    <a:pt x="2326316" y="3246844"/>
                  </a:lnTo>
                  <a:lnTo>
                    <a:pt x="2326442" y="3246844"/>
                  </a:lnTo>
                  <a:lnTo>
                    <a:pt x="2326568" y="3246844"/>
                  </a:lnTo>
                  <a:lnTo>
                    <a:pt x="2326694" y="3246844"/>
                  </a:lnTo>
                  <a:lnTo>
                    <a:pt x="2326820" y="3246844"/>
                  </a:lnTo>
                  <a:lnTo>
                    <a:pt x="2326946" y="3246844"/>
                  </a:lnTo>
                  <a:lnTo>
                    <a:pt x="2327073" y="3246844"/>
                  </a:lnTo>
                  <a:lnTo>
                    <a:pt x="2327199" y="3246844"/>
                  </a:lnTo>
                  <a:lnTo>
                    <a:pt x="2327325" y="3246844"/>
                  </a:lnTo>
                  <a:lnTo>
                    <a:pt x="2327451" y="3246844"/>
                  </a:lnTo>
                  <a:lnTo>
                    <a:pt x="2327577" y="3246844"/>
                  </a:lnTo>
                  <a:lnTo>
                    <a:pt x="2327577" y="3241564"/>
                  </a:lnTo>
                  <a:lnTo>
                    <a:pt x="2327703" y="3241564"/>
                  </a:lnTo>
                  <a:lnTo>
                    <a:pt x="2327829" y="3241564"/>
                  </a:lnTo>
                  <a:lnTo>
                    <a:pt x="2327955" y="3241564"/>
                  </a:lnTo>
                  <a:lnTo>
                    <a:pt x="2328081" y="3241564"/>
                  </a:lnTo>
                  <a:lnTo>
                    <a:pt x="2328207" y="3241564"/>
                  </a:lnTo>
                  <a:lnTo>
                    <a:pt x="2328333" y="3241564"/>
                  </a:lnTo>
                  <a:lnTo>
                    <a:pt x="2328460" y="3241564"/>
                  </a:lnTo>
                  <a:lnTo>
                    <a:pt x="2328586" y="3241564"/>
                  </a:lnTo>
                  <a:lnTo>
                    <a:pt x="2328712" y="3241564"/>
                  </a:lnTo>
                  <a:lnTo>
                    <a:pt x="2328838" y="3241564"/>
                  </a:lnTo>
                  <a:lnTo>
                    <a:pt x="2328964" y="3241564"/>
                  </a:lnTo>
                  <a:lnTo>
                    <a:pt x="2329090" y="3241564"/>
                  </a:lnTo>
                  <a:lnTo>
                    <a:pt x="2329216" y="3241564"/>
                  </a:lnTo>
                  <a:lnTo>
                    <a:pt x="2329342" y="3241564"/>
                  </a:lnTo>
                  <a:lnTo>
                    <a:pt x="2329468" y="3241564"/>
                  </a:lnTo>
                  <a:lnTo>
                    <a:pt x="2329594" y="3241564"/>
                  </a:lnTo>
                  <a:lnTo>
                    <a:pt x="2329720" y="3241564"/>
                  </a:lnTo>
                  <a:lnTo>
                    <a:pt x="2329846" y="3241564"/>
                  </a:lnTo>
                  <a:lnTo>
                    <a:pt x="2329973" y="3241564"/>
                  </a:lnTo>
                  <a:lnTo>
                    <a:pt x="2330099" y="3241564"/>
                  </a:lnTo>
                  <a:lnTo>
                    <a:pt x="2330225" y="3241564"/>
                  </a:lnTo>
                  <a:lnTo>
                    <a:pt x="2330351" y="3241564"/>
                  </a:lnTo>
                  <a:lnTo>
                    <a:pt x="2330477" y="3241564"/>
                  </a:lnTo>
                  <a:lnTo>
                    <a:pt x="2330603" y="3241564"/>
                  </a:lnTo>
                  <a:lnTo>
                    <a:pt x="2330729" y="3241564"/>
                  </a:lnTo>
                  <a:lnTo>
                    <a:pt x="2330855" y="3241564"/>
                  </a:lnTo>
                  <a:lnTo>
                    <a:pt x="2330981" y="3241564"/>
                  </a:lnTo>
                  <a:lnTo>
                    <a:pt x="2331107" y="3241564"/>
                  </a:lnTo>
                  <a:lnTo>
                    <a:pt x="2331233" y="3241564"/>
                  </a:lnTo>
                  <a:lnTo>
                    <a:pt x="2331360" y="3241564"/>
                  </a:lnTo>
                  <a:lnTo>
                    <a:pt x="2331486" y="3241564"/>
                  </a:lnTo>
                  <a:lnTo>
                    <a:pt x="2331612" y="3241564"/>
                  </a:lnTo>
                  <a:lnTo>
                    <a:pt x="2331738" y="3241564"/>
                  </a:lnTo>
                  <a:lnTo>
                    <a:pt x="2331864" y="3241564"/>
                  </a:lnTo>
                  <a:lnTo>
                    <a:pt x="2331990" y="3241564"/>
                  </a:lnTo>
                  <a:lnTo>
                    <a:pt x="2332116" y="3241564"/>
                  </a:lnTo>
                  <a:lnTo>
                    <a:pt x="2332242" y="3241564"/>
                  </a:lnTo>
                  <a:lnTo>
                    <a:pt x="2332368" y="3241564"/>
                  </a:lnTo>
                  <a:lnTo>
                    <a:pt x="2332494" y="3241564"/>
                  </a:lnTo>
                  <a:lnTo>
                    <a:pt x="2332620" y="3241564"/>
                  </a:lnTo>
                  <a:lnTo>
                    <a:pt x="2332747" y="3241564"/>
                  </a:lnTo>
                  <a:lnTo>
                    <a:pt x="2332747" y="3236285"/>
                  </a:lnTo>
                  <a:lnTo>
                    <a:pt x="2332873" y="3236285"/>
                  </a:lnTo>
                  <a:lnTo>
                    <a:pt x="2332999" y="3236285"/>
                  </a:lnTo>
                  <a:lnTo>
                    <a:pt x="2333125" y="3236285"/>
                  </a:lnTo>
                  <a:lnTo>
                    <a:pt x="2333251" y="3236285"/>
                  </a:lnTo>
                  <a:lnTo>
                    <a:pt x="2333377" y="3236285"/>
                  </a:lnTo>
                  <a:lnTo>
                    <a:pt x="2333503" y="3236285"/>
                  </a:lnTo>
                  <a:lnTo>
                    <a:pt x="2333629" y="3236285"/>
                  </a:lnTo>
                  <a:lnTo>
                    <a:pt x="2333755" y="3236285"/>
                  </a:lnTo>
                  <a:lnTo>
                    <a:pt x="2333881" y="3236285"/>
                  </a:lnTo>
                  <a:lnTo>
                    <a:pt x="2334007" y="3236285"/>
                  </a:lnTo>
                  <a:lnTo>
                    <a:pt x="2334133" y="3236285"/>
                  </a:lnTo>
                  <a:lnTo>
                    <a:pt x="2334260" y="3236285"/>
                  </a:lnTo>
                  <a:lnTo>
                    <a:pt x="2334386" y="3236285"/>
                  </a:lnTo>
                  <a:lnTo>
                    <a:pt x="2334512" y="3236285"/>
                  </a:lnTo>
                  <a:lnTo>
                    <a:pt x="2334638" y="3236285"/>
                  </a:lnTo>
                  <a:lnTo>
                    <a:pt x="2334764" y="3236285"/>
                  </a:lnTo>
                  <a:lnTo>
                    <a:pt x="2334890" y="3236285"/>
                  </a:lnTo>
                  <a:lnTo>
                    <a:pt x="2335016" y="3236285"/>
                  </a:lnTo>
                  <a:lnTo>
                    <a:pt x="2335142" y="3236285"/>
                  </a:lnTo>
                  <a:lnTo>
                    <a:pt x="2335268" y="3236285"/>
                  </a:lnTo>
                  <a:lnTo>
                    <a:pt x="2335394" y="3236285"/>
                  </a:lnTo>
                  <a:lnTo>
                    <a:pt x="2335520" y="3236285"/>
                  </a:lnTo>
                  <a:lnTo>
                    <a:pt x="2335647" y="3236285"/>
                  </a:lnTo>
                  <a:lnTo>
                    <a:pt x="2335773" y="3236285"/>
                  </a:lnTo>
                  <a:lnTo>
                    <a:pt x="2335899" y="3236285"/>
                  </a:lnTo>
                  <a:lnTo>
                    <a:pt x="2336025" y="3236285"/>
                  </a:lnTo>
                  <a:lnTo>
                    <a:pt x="2336151" y="3236285"/>
                  </a:lnTo>
                  <a:lnTo>
                    <a:pt x="2336277" y="3236285"/>
                  </a:lnTo>
                  <a:lnTo>
                    <a:pt x="2336403" y="3236285"/>
                  </a:lnTo>
                  <a:lnTo>
                    <a:pt x="2336529" y="3236285"/>
                  </a:lnTo>
                  <a:lnTo>
                    <a:pt x="2336655" y="3236285"/>
                  </a:lnTo>
                  <a:lnTo>
                    <a:pt x="2336781" y="3236285"/>
                  </a:lnTo>
                  <a:lnTo>
                    <a:pt x="2336907" y="3236285"/>
                  </a:lnTo>
                  <a:lnTo>
                    <a:pt x="2337033" y="3236285"/>
                  </a:lnTo>
                  <a:lnTo>
                    <a:pt x="2337160" y="3236285"/>
                  </a:lnTo>
                  <a:lnTo>
                    <a:pt x="2337286" y="3236285"/>
                  </a:lnTo>
                  <a:lnTo>
                    <a:pt x="2337412" y="3236285"/>
                  </a:lnTo>
                  <a:lnTo>
                    <a:pt x="2337538" y="3236285"/>
                  </a:lnTo>
                  <a:lnTo>
                    <a:pt x="2337664" y="3236285"/>
                  </a:lnTo>
                  <a:lnTo>
                    <a:pt x="2337790" y="3236285"/>
                  </a:lnTo>
                  <a:lnTo>
                    <a:pt x="2337916" y="3236285"/>
                  </a:lnTo>
                  <a:lnTo>
                    <a:pt x="2338042" y="3236285"/>
                  </a:lnTo>
                  <a:lnTo>
                    <a:pt x="2338168" y="3236285"/>
                  </a:lnTo>
                  <a:lnTo>
                    <a:pt x="2338294" y="3236285"/>
                  </a:lnTo>
                  <a:lnTo>
                    <a:pt x="2338420" y="3236285"/>
                  </a:lnTo>
                  <a:lnTo>
                    <a:pt x="2338547" y="3236285"/>
                  </a:lnTo>
                  <a:lnTo>
                    <a:pt x="2338673" y="3236285"/>
                  </a:lnTo>
                  <a:lnTo>
                    <a:pt x="2338799" y="3236285"/>
                  </a:lnTo>
                  <a:lnTo>
                    <a:pt x="2338925" y="3236285"/>
                  </a:lnTo>
                  <a:lnTo>
                    <a:pt x="2339051" y="3236285"/>
                  </a:lnTo>
                  <a:lnTo>
                    <a:pt x="2339177" y="3236285"/>
                  </a:lnTo>
                  <a:lnTo>
                    <a:pt x="2339303" y="3236285"/>
                  </a:lnTo>
                  <a:lnTo>
                    <a:pt x="2339429" y="3236285"/>
                  </a:lnTo>
                  <a:lnTo>
                    <a:pt x="2339555" y="3236285"/>
                  </a:lnTo>
                  <a:lnTo>
                    <a:pt x="2339681" y="3236285"/>
                  </a:lnTo>
                  <a:lnTo>
                    <a:pt x="2339807" y="3236285"/>
                  </a:lnTo>
                  <a:lnTo>
                    <a:pt x="2339807" y="3231005"/>
                  </a:lnTo>
                  <a:lnTo>
                    <a:pt x="2339934" y="3231005"/>
                  </a:lnTo>
                  <a:lnTo>
                    <a:pt x="2340060" y="3231005"/>
                  </a:lnTo>
                  <a:lnTo>
                    <a:pt x="2340186" y="3231005"/>
                  </a:lnTo>
                  <a:lnTo>
                    <a:pt x="2340312" y="3231005"/>
                  </a:lnTo>
                  <a:lnTo>
                    <a:pt x="2340438" y="3231005"/>
                  </a:lnTo>
                  <a:lnTo>
                    <a:pt x="2340564" y="3231005"/>
                  </a:lnTo>
                  <a:lnTo>
                    <a:pt x="2340690" y="3231005"/>
                  </a:lnTo>
                  <a:lnTo>
                    <a:pt x="2340816" y="3231005"/>
                  </a:lnTo>
                  <a:lnTo>
                    <a:pt x="2340942" y="3231005"/>
                  </a:lnTo>
                  <a:lnTo>
                    <a:pt x="2341068" y="3231005"/>
                  </a:lnTo>
                  <a:lnTo>
                    <a:pt x="2341194" y="3231005"/>
                  </a:lnTo>
                  <a:lnTo>
                    <a:pt x="2341320" y="3231005"/>
                  </a:lnTo>
                  <a:lnTo>
                    <a:pt x="2341447" y="3231005"/>
                  </a:lnTo>
                  <a:lnTo>
                    <a:pt x="2341573" y="3231005"/>
                  </a:lnTo>
                  <a:lnTo>
                    <a:pt x="2341699" y="3231005"/>
                  </a:lnTo>
                  <a:lnTo>
                    <a:pt x="2341825" y="3231005"/>
                  </a:lnTo>
                  <a:lnTo>
                    <a:pt x="2341951" y="3231005"/>
                  </a:lnTo>
                  <a:lnTo>
                    <a:pt x="2342077" y="3231005"/>
                  </a:lnTo>
                  <a:lnTo>
                    <a:pt x="2342203" y="3231005"/>
                  </a:lnTo>
                  <a:lnTo>
                    <a:pt x="2342329" y="3231005"/>
                  </a:lnTo>
                  <a:lnTo>
                    <a:pt x="2342455" y="3231005"/>
                  </a:lnTo>
                  <a:lnTo>
                    <a:pt x="2342581" y="3231005"/>
                  </a:lnTo>
                  <a:lnTo>
                    <a:pt x="2342707" y="3231005"/>
                  </a:lnTo>
                  <a:lnTo>
                    <a:pt x="2342834" y="3231005"/>
                  </a:lnTo>
                  <a:lnTo>
                    <a:pt x="2342960" y="3231005"/>
                  </a:lnTo>
                  <a:lnTo>
                    <a:pt x="2343086" y="3231005"/>
                  </a:lnTo>
                  <a:lnTo>
                    <a:pt x="2343212" y="3231005"/>
                  </a:lnTo>
                  <a:lnTo>
                    <a:pt x="2343212" y="3225726"/>
                  </a:lnTo>
                  <a:lnTo>
                    <a:pt x="2343338" y="3225726"/>
                  </a:lnTo>
                  <a:lnTo>
                    <a:pt x="2343464" y="3225726"/>
                  </a:lnTo>
                  <a:lnTo>
                    <a:pt x="2343590" y="3225726"/>
                  </a:lnTo>
                  <a:lnTo>
                    <a:pt x="2343716" y="3225726"/>
                  </a:lnTo>
                  <a:lnTo>
                    <a:pt x="2343842" y="3225726"/>
                  </a:lnTo>
                  <a:lnTo>
                    <a:pt x="2343968" y="3225726"/>
                  </a:lnTo>
                  <a:lnTo>
                    <a:pt x="2344094" y="3225726"/>
                  </a:lnTo>
                  <a:lnTo>
                    <a:pt x="2344220" y="3225726"/>
                  </a:lnTo>
                  <a:lnTo>
                    <a:pt x="2344347" y="3225726"/>
                  </a:lnTo>
                  <a:lnTo>
                    <a:pt x="2344473" y="3225726"/>
                  </a:lnTo>
                  <a:lnTo>
                    <a:pt x="2344599" y="3225726"/>
                  </a:lnTo>
                  <a:lnTo>
                    <a:pt x="2344725" y="3225726"/>
                  </a:lnTo>
                  <a:lnTo>
                    <a:pt x="2344851" y="3225726"/>
                  </a:lnTo>
                  <a:lnTo>
                    <a:pt x="2344977" y="3225726"/>
                  </a:lnTo>
                  <a:lnTo>
                    <a:pt x="2345103" y="3225726"/>
                  </a:lnTo>
                  <a:lnTo>
                    <a:pt x="2345229" y="3225726"/>
                  </a:lnTo>
                  <a:lnTo>
                    <a:pt x="2345355" y="3225726"/>
                  </a:lnTo>
                  <a:lnTo>
                    <a:pt x="2345481" y="3225726"/>
                  </a:lnTo>
                  <a:lnTo>
                    <a:pt x="2345607" y="3225726"/>
                  </a:lnTo>
                  <a:lnTo>
                    <a:pt x="2345734" y="3225726"/>
                  </a:lnTo>
                  <a:lnTo>
                    <a:pt x="2345860" y="3225726"/>
                  </a:lnTo>
                  <a:lnTo>
                    <a:pt x="2345986" y="3225726"/>
                  </a:lnTo>
                  <a:lnTo>
                    <a:pt x="2346112" y="3225726"/>
                  </a:lnTo>
                  <a:lnTo>
                    <a:pt x="2346238" y="3225726"/>
                  </a:lnTo>
                  <a:lnTo>
                    <a:pt x="2346364" y="3225726"/>
                  </a:lnTo>
                  <a:lnTo>
                    <a:pt x="2346490" y="3225726"/>
                  </a:lnTo>
                  <a:lnTo>
                    <a:pt x="2346616" y="3225726"/>
                  </a:lnTo>
                  <a:lnTo>
                    <a:pt x="2346742" y="3225726"/>
                  </a:lnTo>
                  <a:lnTo>
                    <a:pt x="2346868" y="3225726"/>
                  </a:lnTo>
                  <a:lnTo>
                    <a:pt x="2346994" y="3225726"/>
                  </a:lnTo>
                  <a:lnTo>
                    <a:pt x="2347120" y="3225726"/>
                  </a:lnTo>
                  <a:lnTo>
                    <a:pt x="2347247" y="3225726"/>
                  </a:lnTo>
                  <a:lnTo>
                    <a:pt x="2347373" y="3225726"/>
                  </a:lnTo>
                  <a:lnTo>
                    <a:pt x="2347499" y="3225726"/>
                  </a:lnTo>
                  <a:lnTo>
                    <a:pt x="2347625" y="3225726"/>
                  </a:lnTo>
                  <a:lnTo>
                    <a:pt x="2347751" y="3225726"/>
                  </a:lnTo>
                  <a:lnTo>
                    <a:pt x="2347877" y="3225726"/>
                  </a:lnTo>
                  <a:lnTo>
                    <a:pt x="2348003" y="3225726"/>
                  </a:lnTo>
                  <a:lnTo>
                    <a:pt x="2348129" y="3225726"/>
                  </a:lnTo>
                  <a:lnTo>
                    <a:pt x="2348255" y="3225726"/>
                  </a:lnTo>
                  <a:lnTo>
                    <a:pt x="2348381" y="3225726"/>
                  </a:lnTo>
                  <a:lnTo>
                    <a:pt x="2348507" y="3225726"/>
                  </a:lnTo>
                  <a:lnTo>
                    <a:pt x="2348634" y="3225726"/>
                  </a:lnTo>
                  <a:lnTo>
                    <a:pt x="2348760" y="3225726"/>
                  </a:lnTo>
                  <a:lnTo>
                    <a:pt x="2348886" y="3225726"/>
                  </a:lnTo>
                  <a:lnTo>
                    <a:pt x="2349012" y="3225726"/>
                  </a:lnTo>
                  <a:lnTo>
                    <a:pt x="2349138" y="3225726"/>
                  </a:lnTo>
                  <a:lnTo>
                    <a:pt x="2349264" y="3225726"/>
                  </a:lnTo>
                  <a:lnTo>
                    <a:pt x="2349390" y="3225726"/>
                  </a:lnTo>
                  <a:lnTo>
                    <a:pt x="2349516" y="3225726"/>
                  </a:lnTo>
                  <a:lnTo>
                    <a:pt x="2349642" y="3225726"/>
                  </a:lnTo>
                  <a:lnTo>
                    <a:pt x="2349768" y="3225726"/>
                  </a:lnTo>
                  <a:lnTo>
                    <a:pt x="2349894" y="3225726"/>
                  </a:lnTo>
                  <a:lnTo>
                    <a:pt x="2350021" y="3225726"/>
                  </a:lnTo>
                  <a:lnTo>
                    <a:pt x="2350147" y="3225726"/>
                  </a:lnTo>
                  <a:lnTo>
                    <a:pt x="2350273" y="3225726"/>
                  </a:lnTo>
                  <a:lnTo>
                    <a:pt x="2350399" y="3225726"/>
                  </a:lnTo>
                  <a:lnTo>
                    <a:pt x="2350525" y="3225726"/>
                  </a:lnTo>
                  <a:lnTo>
                    <a:pt x="2350651" y="3225726"/>
                  </a:lnTo>
                  <a:lnTo>
                    <a:pt x="2350777" y="3225726"/>
                  </a:lnTo>
                  <a:lnTo>
                    <a:pt x="2350903" y="3225726"/>
                  </a:lnTo>
                  <a:lnTo>
                    <a:pt x="2351029" y="3225726"/>
                  </a:lnTo>
                  <a:lnTo>
                    <a:pt x="2351155" y="3225726"/>
                  </a:lnTo>
                  <a:lnTo>
                    <a:pt x="2351281" y="3225726"/>
                  </a:lnTo>
                  <a:lnTo>
                    <a:pt x="2351407" y="3225726"/>
                  </a:lnTo>
                  <a:lnTo>
                    <a:pt x="2351534" y="3225726"/>
                  </a:lnTo>
                  <a:lnTo>
                    <a:pt x="2351660" y="3225726"/>
                  </a:lnTo>
                  <a:lnTo>
                    <a:pt x="2351786" y="3225726"/>
                  </a:lnTo>
                  <a:lnTo>
                    <a:pt x="2351912" y="3225726"/>
                  </a:lnTo>
                  <a:lnTo>
                    <a:pt x="2352038" y="3225726"/>
                  </a:lnTo>
                  <a:lnTo>
                    <a:pt x="2352164" y="3225726"/>
                  </a:lnTo>
                  <a:lnTo>
                    <a:pt x="2352290" y="3225726"/>
                  </a:lnTo>
                  <a:lnTo>
                    <a:pt x="2352416" y="3225726"/>
                  </a:lnTo>
                  <a:lnTo>
                    <a:pt x="2352542" y="3225726"/>
                  </a:lnTo>
                  <a:lnTo>
                    <a:pt x="2352668" y="3225726"/>
                  </a:lnTo>
                  <a:lnTo>
                    <a:pt x="2352668" y="3220447"/>
                  </a:lnTo>
                  <a:lnTo>
                    <a:pt x="2352794" y="3220447"/>
                  </a:lnTo>
                  <a:lnTo>
                    <a:pt x="2352921" y="3220447"/>
                  </a:lnTo>
                  <a:lnTo>
                    <a:pt x="2353047" y="3220447"/>
                  </a:lnTo>
                  <a:lnTo>
                    <a:pt x="2353173" y="3220447"/>
                  </a:lnTo>
                  <a:lnTo>
                    <a:pt x="2353299" y="3220447"/>
                  </a:lnTo>
                  <a:lnTo>
                    <a:pt x="2353425" y="3220447"/>
                  </a:lnTo>
                  <a:lnTo>
                    <a:pt x="2353551" y="3220447"/>
                  </a:lnTo>
                  <a:lnTo>
                    <a:pt x="2353677" y="3220447"/>
                  </a:lnTo>
                  <a:lnTo>
                    <a:pt x="2353803" y="3220447"/>
                  </a:lnTo>
                  <a:lnTo>
                    <a:pt x="2353929" y="3220447"/>
                  </a:lnTo>
                  <a:lnTo>
                    <a:pt x="2354055" y="3220447"/>
                  </a:lnTo>
                  <a:lnTo>
                    <a:pt x="2354181" y="3220447"/>
                  </a:lnTo>
                  <a:lnTo>
                    <a:pt x="2354307" y="3220447"/>
                  </a:lnTo>
                  <a:lnTo>
                    <a:pt x="2354434" y="3220447"/>
                  </a:lnTo>
                  <a:lnTo>
                    <a:pt x="2354560" y="3220447"/>
                  </a:lnTo>
                  <a:lnTo>
                    <a:pt x="2354686" y="3220447"/>
                  </a:lnTo>
                  <a:lnTo>
                    <a:pt x="2354812" y="3220447"/>
                  </a:lnTo>
                  <a:lnTo>
                    <a:pt x="2354938" y="3220447"/>
                  </a:lnTo>
                  <a:lnTo>
                    <a:pt x="2355064" y="3220447"/>
                  </a:lnTo>
                  <a:lnTo>
                    <a:pt x="2355190" y="3220447"/>
                  </a:lnTo>
                  <a:lnTo>
                    <a:pt x="2355316" y="3220447"/>
                  </a:lnTo>
                  <a:lnTo>
                    <a:pt x="2355442" y="3220447"/>
                  </a:lnTo>
                  <a:lnTo>
                    <a:pt x="2355568" y="3220447"/>
                  </a:lnTo>
                  <a:lnTo>
                    <a:pt x="2355694" y="3220447"/>
                  </a:lnTo>
                  <a:lnTo>
                    <a:pt x="2355821" y="3220447"/>
                  </a:lnTo>
                  <a:lnTo>
                    <a:pt x="2355947" y="3220447"/>
                  </a:lnTo>
                  <a:lnTo>
                    <a:pt x="2356073" y="3220447"/>
                  </a:lnTo>
                  <a:lnTo>
                    <a:pt x="2356199" y="3220447"/>
                  </a:lnTo>
                  <a:lnTo>
                    <a:pt x="2356325" y="3220447"/>
                  </a:lnTo>
                  <a:lnTo>
                    <a:pt x="2356451" y="3220447"/>
                  </a:lnTo>
                  <a:lnTo>
                    <a:pt x="2356577" y="3220447"/>
                  </a:lnTo>
                  <a:lnTo>
                    <a:pt x="2356703" y="3220447"/>
                  </a:lnTo>
                  <a:lnTo>
                    <a:pt x="2356829" y="3220447"/>
                  </a:lnTo>
                  <a:lnTo>
                    <a:pt x="2356955" y="3220447"/>
                  </a:lnTo>
                  <a:lnTo>
                    <a:pt x="2357081" y="3220447"/>
                  </a:lnTo>
                  <a:lnTo>
                    <a:pt x="2357208" y="3220447"/>
                  </a:lnTo>
                  <a:lnTo>
                    <a:pt x="2357334" y="3220447"/>
                  </a:lnTo>
                  <a:lnTo>
                    <a:pt x="2357460" y="3220447"/>
                  </a:lnTo>
                  <a:lnTo>
                    <a:pt x="2357586" y="3220447"/>
                  </a:lnTo>
                  <a:lnTo>
                    <a:pt x="2357586" y="3215167"/>
                  </a:lnTo>
                  <a:lnTo>
                    <a:pt x="2357712" y="3215167"/>
                  </a:lnTo>
                  <a:lnTo>
                    <a:pt x="2357838" y="3215167"/>
                  </a:lnTo>
                  <a:lnTo>
                    <a:pt x="2357964" y="3215167"/>
                  </a:lnTo>
                  <a:lnTo>
                    <a:pt x="2358090" y="3215167"/>
                  </a:lnTo>
                  <a:lnTo>
                    <a:pt x="2358216" y="3215167"/>
                  </a:lnTo>
                  <a:lnTo>
                    <a:pt x="2358342" y="3215167"/>
                  </a:lnTo>
                  <a:lnTo>
                    <a:pt x="2358468" y="3215167"/>
                  </a:lnTo>
                  <a:lnTo>
                    <a:pt x="2358594" y="3215167"/>
                  </a:lnTo>
                  <a:lnTo>
                    <a:pt x="2358721" y="3215167"/>
                  </a:lnTo>
                  <a:lnTo>
                    <a:pt x="2358847" y="3215167"/>
                  </a:lnTo>
                  <a:lnTo>
                    <a:pt x="2358973" y="3215167"/>
                  </a:lnTo>
                  <a:lnTo>
                    <a:pt x="2359099" y="3215167"/>
                  </a:lnTo>
                  <a:lnTo>
                    <a:pt x="2359225" y="3215167"/>
                  </a:lnTo>
                  <a:lnTo>
                    <a:pt x="2359351" y="3215167"/>
                  </a:lnTo>
                  <a:lnTo>
                    <a:pt x="2359477" y="3215167"/>
                  </a:lnTo>
                  <a:lnTo>
                    <a:pt x="2359603" y="3215167"/>
                  </a:lnTo>
                  <a:lnTo>
                    <a:pt x="2359729" y="3215167"/>
                  </a:lnTo>
                  <a:lnTo>
                    <a:pt x="2359855" y="3215167"/>
                  </a:lnTo>
                  <a:lnTo>
                    <a:pt x="2359981" y="3215167"/>
                  </a:lnTo>
                  <a:lnTo>
                    <a:pt x="2360108" y="3215167"/>
                  </a:lnTo>
                  <a:lnTo>
                    <a:pt x="2360234" y="3215167"/>
                  </a:lnTo>
                  <a:lnTo>
                    <a:pt x="2360360" y="3215167"/>
                  </a:lnTo>
                  <a:lnTo>
                    <a:pt x="2360486" y="3215167"/>
                  </a:lnTo>
                  <a:lnTo>
                    <a:pt x="2360612" y="3215167"/>
                  </a:lnTo>
                  <a:lnTo>
                    <a:pt x="2360738" y="3215167"/>
                  </a:lnTo>
                  <a:lnTo>
                    <a:pt x="2360864" y="3215167"/>
                  </a:lnTo>
                  <a:lnTo>
                    <a:pt x="2360990" y="3215167"/>
                  </a:lnTo>
                  <a:lnTo>
                    <a:pt x="2361116" y="3215167"/>
                  </a:lnTo>
                  <a:lnTo>
                    <a:pt x="2361242" y="3215167"/>
                  </a:lnTo>
                  <a:lnTo>
                    <a:pt x="2361368" y="3215167"/>
                  </a:lnTo>
                  <a:lnTo>
                    <a:pt x="2361494" y="3215167"/>
                  </a:lnTo>
                  <a:lnTo>
                    <a:pt x="2361621" y="3215167"/>
                  </a:lnTo>
                  <a:lnTo>
                    <a:pt x="2361747" y="3215167"/>
                  </a:lnTo>
                  <a:lnTo>
                    <a:pt x="2361873" y="3215167"/>
                  </a:lnTo>
                  <a:lnTo>
                    <a:pt x="2361999" y="3215167"/>
                  </a:lnTo>
                  <a:lnTo>
                    <a:pt x="2362125" y="3215167"/>
                  </a:lnTo>
                  <a:lnTo>
                    <a:pt x="2362251" y="3215167"/>
                  </a:lnTo>
                  <a:lnTo>
                    <a:pt x="2362377" y="3215167"/>
                  </a:lnTo>
                  <a:lnTo>
                    <a:pt x="2362503" y="3215167"/>
                  </a:lnTo>
                  <a:lnTo>
                    <a:pt x="2362629" y="3215167"/>
                  </a:lnTo>
                  <a:lnTo>
                    <a:pt x="2362755" y="3215167"/>
                  </a:lnTo>
                  <a:lnTo>
                    <a:pt x="2362881" y="3215167"/>
                  </a:lnTo>
                  <a:lnTo>
                    <a:pt x="2363008" y="3215167"/>
                  </a:lnTo>
                  <a:lnTo>
                    <a:pt x="2363134" y="3215167"/>
                  </a:lnTo>
                  <a:lnTo>
                    <a:pt x="2363260" y="3215167"/>
                  </a:lnTo>
                  <a:lnTo>
                    <a:pt x="2363386" y="3215167"/>
                  </a:lnTo>
                  <a:lnTo>
                    <a:pt x="2363512" y="3215167"/>
                  </a:lnTo>
                  <a:lnTo>
                    <a:pt x="2363638" y="3215167"/>
                  </a:lnTo>
                  <a:lnTo>
                    <a:pt x="2363764" y="3215167"/>
                  </a:lnTo>
                  <a:lnTo>
                    <a:pt x="2363890" y="3215167"/>
                  </a:lnTo>
                  <a:lnTo>
                    <a:pt x="2364016" y="3215167"/>
                  </a:lnTo>
                  <a:lnTo>
                    <a:pt x="2364016" y="3209888"/>
                  </a:lnTo>
                  <a:lnTo>
                    <a:pt x="2364142" y="3209888"/>
                  </a:lnTo>
                  <a:lnTo>
                    <a:pt x="2364268" y="3209888"/>
                  </a:lnTo>
                  <a:lnTo>
                    <a:pt x="2364394" y="3209888"/>
                  </a:lnTo>
                  <a:lnTo>
                    <a:pt x="2364521" y="3209888"/>
                  </a:lnTo>
                  <a:lnTo>
                    <a:pt x="2364647" y="3209888"/>
                  </a:lnTo>
                  <a:lnTo>
                    <a:pt x="2364773" y="3209888"/>
                  </a:lnTo>
                  <a:lnTo>
                    <a:pt x="2364899" y="3209888"/>
                  </a:lnTo>
                  <a:lnTo>
                    <a:pt x="2365025" y="3209888"/>
                  </a:lnTo>
                  <a:lnTo>
                    <a:pt x="2365151" y="3209888"/>
                  </a:lnTo>
                  <a:lnTo>
                    <a:pt x="2365277" y="3209888"/>
                  </a:lnTo>
                  <a:lnTo>
                    <a:pt x="2365403" y="3209888"/>
                  </a:lnTo>
                  <a:lnTo>
                    <a:pt x="2365529" y="3209888"/>
                  </a:lnTo>
                  <a:lnTo>
                    <a:pt x="2365655" y="3209888"/>
                  </a:lnTo>
                  <a:lnTo>
                    <a:pt x="2365781" y="3209888"/>
                  </a:lnTo>
                  <a:lnTo>
                    <a:pt x="2365908" y="3209888"/>
                  </a:lnTo>
                  <a:lnTo>
                    <a:pt x="2366034" y="3209888"/>
                  </a:lnTo>
                  <a:lnTo>
                    <a:pt x="2366160" y="3209888"/>
                  </a:lnTo>
                  <a:lnTo>
                    <a:pt x="2366286" y="3209888"/>
                  </a:lnTo>
                  <a:lnTo>
                    <a:pt x="2366412" y="3209888"/>
                  </a:lnTo>
                  <a:lnTo>
                    <a:pt x="2366538" y="3209888"/>
                  </a:lnTo>
                  <a:lnTo>
                    <a:pt x="2366664" y="3209888"/>
                  </a:lnTo>
                  <a:lnTo>
                    <a:pt x="2366790" y="3209888"/>
                  </a:lnTo>
                  <a:lnTo>
                    <a:pt x="2366916" y="3209888"/>
                  </a:lnTo>
                  <a:lnTo>
                    <a:pt x="2367042" y="3209888"/>
                  </a:lnTo>
                  <a:lnTo>
                    <a:pt x="2367168" y="3209888"/>
                  </a:lnTo>
                  <a:lnTo>
                    <a:pt x="2367295" y="3209888"/>
                  </a:lnTo>
                  <a:lnTo>
                    <a:pt x="2367421" y="3209888"/>
                  </a:lnTo>
                  <a:lnTo>
                    <a:pt x="2367547" y="3209888"/>
                  </a:lnTo>
                  <a:lnTo>
                    <a:pt x="2367673" y="3209888"/>
                  </a:lnTo>
                  <a:lnTo>
                    <a:pt x="2367799" y="3209888"/>
                  </a:lnTo>
                  <a:lnTo>
                    <a:pt x="2367925" y="3209888"/>
                  </a:lnTo>
                  <a:lnTo>
                    <a:pt x="2368051" y="3209888"/>
                  </a:lnTo>
                  <a:lnTo>
                    <a:pt x="2368177" y="3209888"/>
                  </a:lnTo>
                  <a:lnTo>
                    <a:pt x="2368303" y="3209888"/>
                  </a:lnTo>
                  <a:lnTo>
                    <a:pt x="2368429" y="3209888"/>
                  </a:lnTo>
                  <a:lnTo>
                    <a:pt x="2368555" y="3209888"/>
                  </a:lnTo>
                  <a:lnTo>
                    <a:pt x="2368681" y="3209888"/>
                  </a:lnTo>
                  <a:lnTo>
                    <a:pt x="2368808" y="3209888"/>
                  </a:lnTo>
                  <a:lnTo>
                    <a:pt x="2368934" y="3209888"/>
                  </a:lnTo>
                  <a:lnTo>
                    <a:pt x="2369060" y="3209888"/>
                  </a:lnTo>
                  <a:lnTo>
                    <a:pt x="2369186" y="3209888"/>
                  </a:lnTo>
                  <a:lnTo>
                    <a:pt x="2369312" y="3209888"/>
                  </a:lnTo>
                  <a:lnTo>
                    <a:pt x="2369438" y="3209888"/>
                  </a:lnTo>
                  <a:lnTo>
                    <a:pt x="2369564" y="3209888"/>
                  </a:lnTo>
                  <a:lnTo>
                    <a:pt x="2369690" y="3209888"/>
                  </a:lnTo>
                  <a:lnTo>
                    <a:pt x="2369816" y="3209888"/>
                  </a:lnTo>
                  <a:lnTo>
                    <a:pt x="2369942" y="3209888"/>
                  </a:lnTo>
                  <a:lnTo>
                    <a:pt x="2370068" y="3209888"/>
                  </a:lnTo>
                  <a:lnTo>
                    <a:pt x="2370068" y="3204608"/>
                  </a:lnTo>
                  <a:lnTo>
                    <a:pt x="2370195" y="3204608"/>
                  </a:lnTo>
                  <a:lnTo>
                    <a:pt x="2370321" y="3204608"/>
                  </a:lnTo>
                  <a:lnTo>
                    <a:pt x="2370447" y="3204608"/>
                  </a:lnTo>
                  <a:lnTo>
                    <a:pt x="2370573" y="3204608"/>
                  </a:lnTo>
                  <a:lnTo>
                    <a:pt x="2370699" y="3204608"/>
                  </a:lnTo>
                  <a:lnTo>
                    <a:pt x="2370825" y="3204608"/>
                  </a:lnTo>
                  <a:lnTo>
                    <a:pt x="2370825" y="3199329"/>
                  </a:lnTo>
                  <a:lnTo>
                    <a:pt x="2370951" y="3199329"/>
                  </a:lnTo>
                  <a:lnTo>
                    <a:pt x="2371077" y="3199329"/>
                  </a:lnTo>
                  <a:lnTo>
                    <a:pt x="2371203" y="3199329"/>
                  </a:lnTo>
                  <a:lnTo>
                    <a:pt x="2371329" y="3199329"/>
                  </a:lnTo>
                  <a:lnTo>
                    <a:pt x="2371455" y="3199329"/>
                  </a:lnTo>
                  <a:lnTo>
                    <a:pt x="2371581" y="3199329"/>
                  </a:lnTo>
                  <a:lnTo>
                    <a:pt x="2371708" y="3199329"/>
                  </a:lnTo>
                  <a:lnTo>
                    <a:pt x="2371834" y="3199329"/>
                  </a:lnTo>
                  <a:lnTo>
                    <a:pt x="2371960" y="3199329"/>
                  </a:lnTo>
                  <a:lnTo>
                    <a:pt x="2372086" y="3199329"/>
                  </a:lnTo>
                  <a:lnTo>
                    <a:pt x="2372212" y="3199329"/>
                  </a:lnTo>
                  <a:lnTo>
                    <a:pt x="2372338" y="3199329"/>
                  </a:lnTo>
                  <a:lnTo>
                    <a:pt x="2372464" y="3199329"/>
                  </a:lnTo>
                  <a:lnTo>
                    <a:pt x="2372590" y="3199329"/>
                  </a:lnTo>
                  <a:lnTo>
                    <a:pt x="2372716" y="3199329"/>
                  </a:lnTo>
                  <a:lnTo>
                    <a:pt x="2372842" y="3199329"/>
                  </a:lnTo>
                  <a:lnTo>
                    <a:pt x="2372968" y="3199329"/>
                  </a:lnTo>
                  <a:lnTo>
                    <a:pt x="2373095" y="3199329"/>
                  </a:lnTo>
                  <a:lnTo>
                    <a:pt x="2373221" y="3199329"/>
                  </a:lnTo>
                  <a:lnTo>
                    <a:pt x="2373347" y="3199329"/>
                  </a:lnTo>
                  <a:lnTo>
                    <a:pt x="2373473" y="3199329"/>
                  </a:lnTo>
                  <a:lnTo>
                    <a:pt x="2373599" y="3199329"/>
                  </a:lnTo>
                  <a:lnTo>
                    <a:pt x="2373725" y="3199329"/>
                  </a:lnTo>
                  <a:lnTo>
                    <a:pt x="2373851" y="3199329"/>
                  </a:lnTo>
                  <a:lnTo>
                    <a:pt x="2373977" y="3199329"/>
                  </a:lnTo>
                  <a:lnTo>
                    <a:pt x="2374103" y="3199329"/>
                  </a:lnTo>
                  <a:lnTo>
                    <a:pt x="2374229" y="3199329"/>
                  </a:lnTo>
                  <a:lnTo>
                    <a:pt x="2374355" y="3199329"/>
                  </a:lnTo>
                  <a:lnTo>
                    <a:pt x="2374482" y="3199329"/>
                  </a:lnTo>
                  <a:lnTo>
                    <a:pt x="2374608" y="3199329"/>
                  </a:lnTo>
                  <a:lnTo>
                    <a:pt x="2374734" y="3199329"/>
                  </a:lnTo>
                  <a:lnTo>
                    <a:pt x="2374860" y="3199329"/>
                  </a:lnTo>
                  <a:lnTo>
                    <a:pt x="2374986" y="3199329"/>
                  </a:lnTo>
                  <a:lnTo>
                    <a:pt x="2375112" y="3199329"/>
                  </a:lnTo>
                  <a:lnTo>
                    <a:pt x="2375238" y="3199329"/>
                  </a:lnTo>
                  <a:lnTo>
                    <a:pt x="2375364" y="3199329"/>
                  </a:lnTo>
                  <a:lnTo>
                    <a:pt x="2375490" y="3199329"/>
                  </a:lnTo>
                  <a:lnTo>
                    <a:pt x="2375616" y="3199329"/>
                  </a:lnTo>
                  <a:lnTo>
                    <a:pt x="2375742" y="3199329"/>
                  </a:lnTo>
                  <a:lnTo>
                    <a:pt x="2375868" y="3199329"/>
                  </a:lnTo>
                  <a:lnTo>
                    <a:pt x="2375995" y="3199329"/>
                  </a:lnTo>
                  <a:lnTo>
                    <a:pt x="2376121" y="3199329"/>
                  </a:lnTo>
                  <a:lnTo>
                    <a:pt x="2376247" y="3199329"/>
                  </a:lnTo>
                  <a:lnTo>
                    <a:pt x="2376373" y="3199329"/>
                  </a:lnTo>
                  <a:lnTo>
                    <a:pt x="2376373" y="3194049"/>
                  </a:lnTo>
                  <a:lnTo>
                    <a:pt x="2376499" y="3194049"/>
                  </a:lnTo>
                  <a:lnTo>
                    <a:pt x="2376625" y="3194049"/>
                  </a:lnTo>
                  <a:lnTo>
                    <a:pt x="2376751" y="3194049"/>
                  </a:lnTo>
                  <a:lnTo>
                    <a:pt x="2376877" y="3194049"/>
                  </a:lnTo>
                  <a:lnTo>
                    <a:pt x="2377003" y="3194049"/>
                  </a:lnTo>
                  <a:lnTo>
                    <a:pt x="2377129" y="3194049"/>
                  </a:lnTo>
                  <a:lnTo>
                    <a:pt x="2377255" y="3194049"/>
                  </a:lnTo>
                  <a:lnTo>
                    <a:pt x="2377382" y="3194049"/>
                  </a:lnTo>
                  <a:lnTo>
                    <a:pt x="2377508" y="3194049"/>
                  </a:lnTo>
                  <a:lnTo>
                    <a:pt x="2377634" y="3194049"/>
                  </a:lnTo>
                  <a:lnTo>
                    <a:pt x="2377760" y="3194049"/>
                  </a:lnTo>
                  <a:lnTo>
                    <a:pt x="2377886" y="3194049"/>
                  </a:lnTo>
                  <a:lnTo>
                    <a:pt x="2378012" y="3194049"/>
                  </a:lnTo>
                  <a:lnTo>
                    <a:pt x="2378138" y="3194049"/>
                  </a:lnTo>
                  <a:lnTo>
                    <a:pt x="2378264" y="3194049"/>
                  </a:lnTo>
                  <a:lnTo>
                    <a:pt x="2378390" y="3194049"/>
                  </a:lnTo>
                  <a:lnTo>
                    <a:pt x="2378516" y="3194049"/>
                  </a:lnTo>
                  <a:lnTo>
                    <a:pt x="2378642" y="3194049"/>
                  </a:lnTo>
                  <a:lnTo>
                    <a:pt x="2378768" y="3194049"/>
                  </a:lnTo>
                  <a:lnTo>
                    <a:pt x="2378895" y="3194049"/>
                  </a:lnTo>
                  <a:lnTo>
                    <a:pt x="2379021" y="3194049"/>
                  </a:lnTo>
                  <a:lnTo>
                    <a:pt x="2379147" y="3194049"/>
                  </a:lnTo>
                  <a:lnTo>
                    <a:pt x="2379273" y="3194049"/>
                  </a:lnTo>
                  <a:lnTo>
                    <a:pt x="2379399" y="3194049"/>
                  </a:lnTo>
                  <a:lnTo>
                    <a:pt x="2379525" y="3194049"/>
                  </a:lnTo>
                  <a:lnTo>
                    <a:pt x="2379651" y="3194049"/>
                  </a:lnTo>
                  <a:lnTo>
                    <a:pt x="2379777" y="3194049"/>
                  </a:lnTo>
                  <a:lnTo>
                    <a:pt x="2379903" y="3194049"/>
                  </a:lnTo>
                  <a:lnTo>
                    <a:pt x="2380029" y="3194049"/>
                  </a:lnTo>
                  <a:lnTo>
                    <a:pt x="2380155" y="3194049"/>
                  </a:lnTo>
                  <a:lnTo>
                    <a:pt x="2380282" y="3194049"/>
                  </a:lnTo>
                  <a:lnTo>
                    <a:pt x="2380408" y="3194049"/>
                  </a:lnTo>
                  <a:lnTo>
                    <a:pt x="2380534" y="3194049"/>
                  </a:lnTo>
                  <a:lnTo>
                    <a:pt x="2380660" y="3194049"/>
                  </a:lnTo>
                  <a:lnTo>
                    <a:pt x="2380786" y="3194049"/>
                  </a:lnTo>
                  <a:lnTo>
                    <a:pt x="2380912" y="3194049"/>
                  </a:lnTo>
                  <a:lnTo>
                    <a:pt x="2381038" y="3194049"/>
                  </a:lnTo>
                  <a:lnTo>
                    <a:pt x="2381164" y="3194049"/>
                  </a:lnTo>
                  <a:lnTo>
                    <a:pt x="2381290" y="3194049"/>
                  </a:lnTo>
                  <a:lnTo>
                    <a:pt x="2381416" y="3194049"/>
                  </a:lnTo>
                  <a:lnTo>
                    <a:pt x="2381542" y="3194049"/>
                  </a:lnTo>
                  <a:lnTo>
                    <a:pt x="2381669" y="3194049"/>
                  </a:lnTo>
                  <a:lnTo>
                    <a:pt x="2381795" y="3194049"/>
                  </a:lnTo>
                  <a:lnTo>
                    <a:pt x="2381921" y="3194049"/>
                  </a:lnTo>
                  <a:lnTo>
                    <a:pt x="2382047" y="3194049"/>
                  </a:lnTo>
                  <a:lnTo>
                    <a:pt x="2382173" y="3194049"/>
                  </a:lnTo>
                  <a:lnTo>
                    <a:pt x="2382299" y="3194049"/>
                  </a:lnTo>
                  <a:lnTo>
                    <a:pt x="2382425" y="3194049"/>
                  </a:lnTo>
                  <a:lnTo>
                    <a:pt x="2382551" y="3194049"/>
                  </a:lnTo>
                  <a:lnTo>
                    <a:pt x="2382677" y="3194049"/>
                  </a:lnTo>
                  <a:lnTo>
                    <a:pt x="2382803" y="3194049"/>
                  </a:lnTo>
                  <a:lnTo>
                    <a:pt x="2382929" y="3194049"/>
                  </a:lnTo>
                  <a:lnTo>
                    <a:pt x="2383055" y="3194049"/>
                  </a:lnTo>
                  <a:lnTo>
                    <a:pt x="2383182" y="3194049"/>
                  </a:lnTo>
                  <a:lnTo>
                    <a:pt x="2383308" y="3194049"/>
                  </a:lnTo>
                  <a:lnTo>
                    <a:pt x="2383434" y="3194049"/>
                  </a:lnTo>
                  <a:lnTo>
                    <a:pt x="2383560" y="3194049"/>
                  </a:lnTo>
                  <a:lnTo>
                    <a:pt x="2383686" y="3194049"/>
                  </a:lnTo>
                  <a:lnTo>
                    <a:pt x="2383812" y="3194049"/>
                  </a:lnTo>
                  <a:lnTo>
                    <a:pt x="2383938" y="3194049"/>
                  </a:lnTo>
                  <a:lnTo>
                    <a:pt x="2384064" y="3194049"/>
                  </a:lnTo>
                  <a:lnTo>
                    <a:pt x="2384190" y="3194049"/>
                  </a:lnTo>
                  <a:lnTo>
                    <a:pt x="2384316" y="3194049"/>
                  </a:lnTo>
                  <a:lnTo>
                    <a:pt x="2384442" y="3194049"/>
                  </a:lnTo>
                  <a:lnTo>
                    <a:pt x="2384569" y="3194049"/>
                  </a:lnTo>
                  <a:lnTo>
                    <a:pt x="2384695" y="3194049"/>
                  </a:lnTo>
                  <a:lnTo>
                    <a:pt x="2384821" y="3194049"/>
                  </a:lnTo>
                  <a:lnTo>
                    <a:pt x="2384947" y="3194049"/>
                  </a:lnTo>
                  <a:lnTo>
                    <a:pt x="2385073" y="3194049"/>
                  </a:lnTo>
                  <a:lnTo>
                    <a:pt x="2385199" y="3194049"/>
                  </a:lnTo>
                  <a:lnTo>
                    <a:pt x="2385325" y="3194049"/>
                  </a:lnTo>
                  <a:lnTo>
                    <a:pt x="2385451" y="3194049"/>
                  </a:lnTo>
                  <a:lnTo>
                    <a:pt x="2385577" y="3194049"/>
                  </a:lnTo>
                  <a:lnTo>
                    <a:pt x="2385703" y="3194049"/>
                  </a:lnTo>
                  <a:lnTo>
                    <a:pt x="2385829" y="3194049"/>
                  </a:lnTo>
                  <a:lnTo>
                    <a:pt x="2385955" y="3194049"/>
                  </a:lnTo>
                  <a:lnTo>
                    <a:pt x="2386082" y="3194049"/>
                  </a:lnTo>
                  <a:lnTo>
                    <a:pt x="2386208" y="3194049"/>
                  </a:lnTo>
                  <a:lnTo>
                    <a:pt x="2386334" y="3194049"/>
                  </a:lnTo>
                  <a:lnTo>
                    <a:pt x="2386460" y="3194049"/>
                  </a:lnTo>
                  <a:lnTo>
                    <a:pt x="2386586" y="3194049"/>
                  </a:lnTo>
                  <a:lnTo>
                    <a:pt x="2386712" y="3194049"/>
                  </a:lnTo>
                  <a:lnTo>
                    <a:pt x="2386838" y="3194049"/>
                  </a:lnTo>
                  <a:lnTo>
                    <a:pt x="2386964" y="3194049"/>
                  </a:lnTo>
                  <a:lnTo>
                    <a:pt x="2387090" y="3194049"/>
                  </a:lnTo>
                  <a:lnTo>
                    <a:pt x="2387216" y="3194049"/>
                  </a:lnTo>
                  <a:lnTo>
                    <a:pt x="2387342" y="3194049"/>
                  </a:lnTo>
                  <a:lnTo>
                    <a:pt x="2387469" y="3194049"/>
                  </a:lnTo>
                  <a:lnTo>
                    <a:pt x="2387595" y="3194049"/>
                  </a:lnTo>
                  <a:lnTo>
                    <a:pt x="2387721" y="3194049"/>
                  </a:lnTo>
                  <a:lnTo>
                    <a:pt x="2387847" y="3194049"/>
                  </a:lnTo>
                  <a:lnTo>
                    <a:pt x="2387973" y="3194049"/>
                  </a:lnTo>
                  <a:lnTo>
                    <a:pt x="2388099" y="3194049"/>
                  </a:lnTo>
                  <a:lnTo>
                    <a:pt x="2388225" y="3194049"/>
                  </a:lnTo>
                  <a:lnTo>
                    <a:pt x="2388225" y="3188770"/>
                  </a:lnTo>
                  <a:lnTo>
                    <a:pt x="2388351" y="3188770"/>
                  </a:lnTo>
                  <a:lnTo>
                    <a:pt x="2388477" y="3188770"/>
                  </a:lnTo>
                  <a:lnTo>
                    <a:pt x="2388603" y="3188770"/>
                  </a:lnTo>
                  <a:lnTo>
                    <a:pt x="2388729" y="3188770"/>
                  </a:lnTo>
                  <a:lnTo>
                    <a:pt x="2388855" y="3188770"/>
                  </a:lnTo>
                  <a:lnTo>
                    <a:pt x="2388982" y="3188770"/>
                  </a:lnTo>
                  <a:lnTo>
                    <a:pt x="2389108" y="3188770"/>
                  </a:lnTo>
                  <a:lnTo>
                    <a:pt x="2389234" y="3188770"/>
                  </a:lnTo>
                  <a:lnTo>
                    <a:pt x="2389360" y="3188770"/>
                  </a:lnTo>
                  <a:lnTo>
                    <a:pt x="2389486" y="3188770"/>
                  </a:lnTo>
                  <a:lnTo>
                    <a:pt x="2389612" y="3188770"/>
                  </a:lnTo>
                  <a:lnTo>
                    <a:pt x="2389738" y="3188770"/>
                  </a:lnTo>
                  <a:lnTo>
                    <a:pt x="2389864" y="3188770"/>
                  </a:lnTo>
                  <a:lnTo>
                    <a:pt x="2389990" y="3188770"/>
                  </a:lnTo>
                  <a:lnTo>
                    <a:pt x="2390116" y="3188770"/>
                  </a:lnTo>
                  <a:lnTo>
                    <a:pt x="2390242" y="3188770"/>
                  </a:lnTo>
                  <a:lnTo>
                    <a:pt x="2390369" y="3188770"/>
                  </a:lnTo>
                  <a:lnTo>
                    <a:pt x="2390495" y="3188770"/>
                  </a:lnTo>
                  <a:lnTo>
                    <a:pt x="2390621" y="3188770"/>
                  </a:lnTo>
                  <a:lnTo>
                    <a:pt x="2390747" y="3188770"/>
                  </a:lnTo>
                  <a:lnTo>
                    <a:pt x="2390873" y="3188770"/>
                  </a:lnTo>
                  <a:lnTo>
                    <a:pt x="2390999" y="3188770"/>
                  </a:lnTo>
                  <a:lnTo>
                    <a:pt x="2391125" y="3188770"/>
                  </a:lnTo>
                  <a:lnTo>
                    <a:pt x="2391251" y="3188770"/>
                  </a:lnTo>
                  <a:lnTo>
                    <a:pt x="2391251" y="3183491"/>
                  </a:lnTo>
                  <a:lnTo>
                    <a:pt x="2391377" y="3183491"/>
                  </a:lnTo>
                  <a:lnTo>
                    <a:pt x="2391503" y="3183491"/>
                  </a:lnTo>
                  <a:lnTo>
                    <a:pt x="2391629" y="3183491"/>
                  </a:lnTo>
                  <a:lnTo>
                    <a:pt x="2391756" y="3183491"/>
                  </a:lnTo>
                  <a:lnTo>
                    <a:pt x="2391882" y="3183491"/>
                  </a:lnTo>
                  <a:lnTo>
                    <a:pt x="2392008" y="3183491"/>
                  </a:lnTo>
                  <a:lnTo>
                    <a:pt x="2392134" y="3183491"/>
                  </a:lnTo>
                  <a:lnTo>
                    <a:pt x="2392260" y="3183491"/>
                  </a:lnTo>
                  <a:lnTo>
                    <a:pt x="2392386" y="3183491"/>
                  </a:lnTo>
                  <a:lnTo>
                    <a:pt x="2392512" y="3183491"/>
                  </a:lnTo>
                  <a:lnTo>
                    <a:pt x="2392638" y="3183491"/>
                  </a:lnTo>
                  <a:lnTo>
                    <a:pt x="2392764" y="3183491"/>
                  </a:lnTo>
                  <a:lnTo>
                    <a:pt x="2392890" y="3183491"/>
                  </a:lnTo>
                  <a:lnTo>
                    <a:pt x="2393016" y="3183491"/>
                  </a:lnTo>
                  <a:lnTo>
                    <a:pt x="2393142" y="3183491"/>
                  </a:lnTo>
                  <a:lnTo>
                    <a:pt x="2393269" y="3183491"/>
                  </a:lnTo>
                  <a:lnTo>
                    <a:pt x="2393395" y="3183491"/>
                  </a:lnTo>
                  <a:lnTo>
                    <a:pt x="2393521" y="3183491"/>
                  </a:lnTo>
                  <a:lnTo>
                    <a:pt x="2393647" y="3183491"/>
                  </a:lnTo>
                  <a:lnTo>
                    <a:pt x="2393647" y="3178211"/>
                  </a:lnTo>
                  <a:lnTo>
                    <a:pt x="2393773" y="3178211"/>
                  </a:lnTo>
                  <a:lnTo>
                    <a:pt x="2393899" y="3178211"/>
                  </a:lnTo>
                  <a:lnTo>
                    <a:pt x="2394025" y="3178211"/>
                  </a:lnTo>
                  <a:lnTo>
                    <a:pt x="2394151" y="3178211"/>
                  </a:lnTo>
                  <a:lnTo>
                    <a:pt x="2394277" y="3178211"/>
                  </a:lnTo>
                  <a:lnTo>
                    <a:pt x="2394403" y="3178211"/>
                  </a:lnTo>
                  <a:lnTo>
                    <a:pt x="2394529" y="3178211"/>
                  </a:lnTo>
                  <a:lnTo>
                    <a:pt x="2394656" y="3178211"/>
                  </a:lnTo>
                  <a:lnTo>
                    <a:pt x="2394782" y="3178211"/>
                  </a:lnTo>
                  <a:lnTo>
                    <a:pt x="2394908" y="3178211"/>
                  </a:lnTo>
                  <a:lnTo>
                    <a:pt x="2395034" y="3178211"/>
                  </a:lnTo>
                  <a:lnTo>
                    <a:pt x="2395160" y="3178211"/>
                  </a:lnTo>
                  <a:lnTo>
                    <a:pt x="2395286" y="3178211"/>
                  </a:lnTo>
                  <a:lnTo>
                    <a:pt x="2395412" y="3178211"/>
                  </a:lnTo>
                  <a:lnTo>
                    <a:pt x="2395538" y="3178211"/>
                  </a:lnTo>
                  <a:lnTo>
                    <a:pt x="2395664" y="3178211"/>
                  </a:lnTo>
                  <a:lnTo>
                    <a:pt x="2395790" y="3178211"/>
                  </a:lnTo>
                  <a:lnTo>
                    <a:pt x="2395916" y="3178211"/>
                  </a:lnTo>
                  <a:lnTo>
                    <a:pt x="2396042" y="3178211"/>
                  </a:lnTo>
                  <a:lnTo>
                    <a:pt x="2396169" y="3178211"/>
                  </a:lnTo>
                  <a:lnTo>
                    <a:pt x="2396295" y="3178211"/>
                  </a:lnTo>
                  <a:lnTo>
                    <a:pt x="2396421" y="3178211"/>
                  </a:lnTo>
                  <a:lnTo>
                    <a:pt x="2396547" y="3178211"/>
                  </a:lnTo>
                  <a:lnTo>
                    <a:pt x="2396673" y="3178211"/>
                  </a:lnTo>
                  <a:lnTo>
                    <a:pt x="2396799" y="3178211"/>
                  </a:lnTo>
                  <a:lnTo>
                    <a:pt x="2396925" y="3178211"/>
                  </a:lnTo>
                  <a:lnTo>
                    <a:pt x="2397051" y="3178211"/>
                  </a:lnTo>
                  <a:lnTo>
                    <a:pt x="2397177" y="3178211"/>
                  </a:lnTo>
                  <a:lnTo>
                    <a:pt x="2397177" y="3172932"/>
                  </a:lnTo>
                  <a:lnTo>
                    <a:pt x="2397303" y="3172932"/>
                  </a:lnTo>
                  <a:lnTo>
                    <a:pt x="2397429" y="3172932"/>
                  </a:lnTo>
                  <a:lnTo>
                    <a:pt x="2397556" y="3172932"/>
                  </a:lnTo>
                  <a:lnTo>
                    <a:pt x="2397682" y="3172932"/>
                  </a:lnTo>
                  <a:lnTo>
                    <a:pt x="2397808" y="3172932"/>
                  </a:lnTo>
                  <a:lnTo>
                    <a:pt x="2397934" y="3172932"/>
                  </a:lnTo>
                  <a:lnTo>
                    <a:pt x="2398060" y="3172932"/>
                  </a:lnTo>
                  <a:lnTo>
                    <a:pt x="2398186" y="3172932"/>
                  </a:lnTo>
                  <a:lnTo>
                    <a:pt x="2398312" y="3172932"/>
                  </a:lnTo>
                  <a:lnTo>
                    <a:pt x="2398438" y="3172932"/>
                  </a:lnTo>
                  <a:lnTo>
                    <a:pt x="2398564" y="3172932"/>
                  </a:lnTo>
                  <a:lnTo>
                    <a:pt x="2398690" y="3172932"/>
                  </a:lnTo>
                  <a:lnTo>
                    <a:pt x="2398816" y="3172932"/>
                  </a:lnTo>
                  <a:lnTo>
                    <a:pt x="2398943" y="3172932"/>
                  </a:lnTo>
                  <a:lnTo>
                    <a:pt x="2399069" y="3172932"/>
                  </a:lnTo>
                  <a:lnTo>
                    <a:pt x="2399069" y="3167652"/>
                  </a:lnTo>
                  <a:lnTo>
                    <a:pt x="2399195" y="3167652"/>
                  </a:lnTo>
                  <a:lnTo>
                    <a:pt x="2399321" y="3167652"/>
                  </a:lnTo>
                  <a:lnTo>
                    <a:pt x="2399447" y="3167652"/>
                  </a:lnTo>
                  <a:lnTo>
                    <a:pt x="2399573" y="3167652"/>
                  </a:lnTo>
                  <a:lnTo>
                    <a:pt x="2399699" y="3167652"/>
                  </a:lnTo>
                  <a:lnTo>
                    <a:pt x="2399825" y="3167652"/>
                  </a:lnTo>
                  <a:lnTo>
                    <a:pt x="2399951" y="3167652"/>
                  </a:lnTo>
                  <a:lnTo>
                    <a:pt x="2400077" y="3167652"/>
                  </a:lnTo>
                  <a:lnTo>
                    <a:pt x="2400203" y="3167652"/>
                  </a:lnTo>
                  <a:lnTo>
                    <a:pt x="2400329" y="3167652"/>
                  </a:lnTo>
                  <a:lnTo>
                    <a:pt x="2400456" y="3167652"/>
                  </a:lnTo>
                  <a:lnTo>
                    <a:pt x="2400582" y="3167652"/>
                  </a:lnTo>
                  <a:lnTo>
                    <a:pt x="2400708" y="3167652"/>
                  </a:lnTo>
                  <a:lnTo>
                    <a:pt x="2400834" y="3167652"/>
                  </a:lnTo>
                  <a:lnTo>
                    <a:pt x="2400960" y="3167652"/>
                  </a:lnTo>
                  <a:lnTo>
                    <a:pt x="2401086" y="3167652"/>
                  </a:lnTo>
                  <a:lnTo>
                    <a:pt x="2401212" y="3167652"/>
                  </a:lnTo>
                  <a:lnTo>
                    <a:pt x="2401338" y="3167652"/>
                  </a:lnTo>
                  <a:lnTo>
                    <a:pt x="2401464" y="3167652"/>
                  </a:lnTo>
                  <a:lnTo>
                    <a:pt x="2401590" y="3167652"/>
                  </a:lnTo>
                  <a:lnTo>
                    <a:pt x="2401716" y="3167652"/>
                  </a:lnTo>
                  <a:lnTo>
                    <a:pt x="2401843" y="3167652"/>
                  </a:lnTo>
                  <a:lnTo>
                    <a:pt x="2401969" y="3167652"/>
                  </a:lnTo>
                  <a:lnTo>
                    <a:pt x="2402095" y="3167652"/>
                  </a:lnTo>
                  <a:lnTo>
                    <a:pt x="2402221" y="3167652"/>
                  </a:lnTo>
                  <a:lnTo>
                    <a:pt x="2402347" y="3167652"/>
                  </a:lnTo>
                  <a:lnTo>
                    <a:pt x="2402473" y="3167652"/>
                  </a:lnTo>
                  <a:lnTo>
                    <a:pt x="2402599" y="3167652"/>
                  </a:lnTo>
                  <a:lnTo>
                    <a:pt x="2402725" y="3167652"/>
                  </a:lnTo>
                  <a:lnTo>
                    <a:pt x="2402851" y="3167652"/>
                  </a:lnTo>
                  <a:lnTo>
                    <a:pt x="2402977" y="3167652"/>
                  </a:lnTo>
                  <a:lnTo>
                    <a:pt x="2403103" y="3167652"/>
                  </a:lnTo>
                  <a:lnTo>
                    <a:pt x="2403229" y="3167652"/>
                  </a:lnTo>
                  <a:lnTo>
                    <a:pt x="2403356" y="3167652"/>
                  </a:lnTo>
                  <a:lnTo>
                    <a:pt x="2403482" y="3167652"/>
                  </a:lnTo>
                  <a:lnTo>
                    <a:pt x="2403608" y="3167652"/>
                  </a:lnTo>
                  <a:lnTo>
                    <a:pt x="2403734" y="3167652"/>
                  </a:lnTo>
                  <a:lnTo>
                    <a:pt x="2403860" y="3167652"/>
                  </a:lnTo>
                  <a:lnTo>
                    <a:pt x="2403986" y="3167652"/>
                  </a:lnTo>
                  <a:lnTo>
                    <a:pt x="2404112" y="3167652"/>
                  </a:lnTo>
                  <a:lnTo>
                    <a:pt x="2404238" y="3167652"/>
                  </a:lnTo>
                  <a:lnTo>
                    <a:pt x="2404364" y="3167652"/>
                  </a:lnTo>
                  <a:lnTo>
                    <a:pt x="2404490" y="3167652"/>
                  </a:lnTo>
                  <a:lnTo>
                    <a:pt x="2404616" y="3167652"/>
                  </a:lnTo>
                  <a:lnTo>
                    <a:pt x="2404743" y="3167652"/>
                  </a:lnTo>
                  <a:lnTo>
                    <a:pt x="2404869" y="3167652"/>
                  </a:lnTo>
                  <a:lnTo>
                    <a:pt x="2404995" y="3167652"/>
                  </a:lnTo>
                  <a:lnTo>
                    <a:pt x="2405121" y="3167652"/>
                  </a:lnTo>
                  <a:lnTo>
                    <a:pt x="2405247" y="3167652"/>
                  </a:lnTo>
                  <a:lnTo>
                    <a:pt x="2405373" y="3167652"/>
                  </a:lnTo>
                  <a:lnTo>
                    <a:pt x="2405499" y="3167652"/>
                  </a:lnTo>
                  <a:lnTo>
                    <a:pt x="2405625" y="3167652"/>
                  </a:lnTo>
                  <a:lnTo>
                    <a:pt x="2405751" y="3167652"/>
                  </a:lnTo>
                  <a:lnTo>
                    <a:pt x="2405877" y="3167652"/>
                  </a:lnTo>
                  <a:lnTo>
                    <a:pt x="2406003" y="3167652"/>
                  </a:lnTo>
                  <a:lnTo>
                    <a:pt x="2406129" y="3167652"/>
                  </a:lnTo>
                  <a:lnTo>
                    <a:pt x="2406256" y="3167652"/>
                  </a:lnTo>
                  <a:lnTo>
                    <a:pt x="2406382" y="3167652"/>
                  </a:lnTo>
                  <a:lnTo>
                    <a:pt x="2406508" y="3167652"/>
                  </a:lnTo>
                  <a:lnTo>
                    <a:pt x="2406634" y="3167652"/>
                  </a:lnTo>
                  <a:lnTo>
                    <a:pt x="2406760" y="3167652"/>
                  </a:lnTo>
                  <a:lnTo>
                    <a:pt x="2406886" y="3167652"/>
                  </a:lnTo>
                  <a:lnTo>
                    <a:pt x="2407012" y="3167652"/>
                  </a:lnTo>
                  <a:lnTo>
                    <a:pt x="2407138" y="3167652"/>
                  </a:lnTo>
                  <a:lnTo>
                    <a:pt x="2407264" y="3167652"/>
                  </a:lnTo>
                  <a:lnTo>
                    <a:pt x="2407264" y="3162373"/>
                  </a:lnTo>
                  <a:lnTo>
                    <a:pt x="2407390" y="3162373"/>
                  </a:lnTo>
                  <a:lnTo>
                    <a:pt x="2407516" y="3162373"/>
                  </a:lnTo>
                  <a:lnTo>
                    <a:pt x="2407643" y="3162373"/>
                  </a:lnTo>
                  <a:lnTo>
                    <a:pt x="2407769" y="3162373"/>
                  </a:lnTo>
                  <a:lnTo>
                    <a:pt x="2407895" y="3162373"/>
                  </a:lnTo>
                  <a:lnTo>
                    <a:pt x="2408021" y="3162373"/>
                  </a:lnTo>
                  <a:lnTo>
                    <a:pt x="2408147" y="3162373"/>
                  </a:lnTo>
                  <a:lnTo>
                    <a:pt x="2408273" y="3162373"/>
                  </a:lnTo>
                  <a:lnTo>
                    <a:pt x="2408399" y="3162373"/>
                  </a:lnTo>
                  <a:lnTo>
                    <a:pt x="2408525" y="3162373"/>
                  </a:lnTo>
                  <a:lnTo>
                    <a:pt x="2408651" y="3162373"/>
                  </a:lnTo>
                  <a:lnTo>
                    <a:pt x="2408777" y="3162373"/>
                  </a:lnTo>
                  <a:lnTo>
                    <a:pt x="2408903" y="3162373"/>
                  </a:lnTo>
                  <a:lnTo>
                    <a:pt x="2409030" y="3162373"/>
                  </a:lnTo>
                  <a:lnTo>
                    <a:pt x="2409156" y="3162373"/>
                  </a:lnTo>
                  <a:lnTo>
                    <a:pt x="2409282" y="3162373"/>
                  </a:lnTo>
                  <a:lnTo>
                    <a:pt x="2409282" y="3157093"/>
                  </a:lnTo>
                  <a:lnTo>
                    <a:pt x="2409408" y="3157093"/>
                  </a:lnTo>
                  <a:lnTo>
                    <a:pt x="2409534" y="3157093"/>
                  </a:lnTo>
                  <a:lnTo>
                    <a:pt x="2409660" y="3157093"/>
                  </a:lnTo>
                  <a:lnTo>
                    <a:pt x="2409786" y="3157093"/>
                  </a:lnTo>
                  <a:lnTo>
                    <a:pt x="2409912" y="3157093"/>
                  </a:lnTo>
                  <a:lnTo>
                    <a:pt x="2410038" y="3157093"/>
                  </a:lnTo>
                  <a:lnTo>
                    <a:pt x="2410164" y="3157093"/>
                  </a:lnTo>
                  <a:lnTo>
                    <a:pt x="2410290" y="3157093"/>
                  </a:lnTo>
                  <a:lnTo>
                    <a:pt x="2410416" y="3157093"/>
                  </a:lnTo>
                  <a:lnTo>
                    <a:pt x="2410543" y="3157093"/>
                  </a:lnTo>
                  <a:lnTo>
                    <a:pt x="2410669" y="3157093"/>
                  </a:lnTo>
                  <a:lnTo>
                    <a:pt x="2410795" y="3157093"/>
                  </a:lnTo>
                  <a:lnTo>
                    <a:pt x="2410921" y="3157093"/>
                  </a:lnTo>
                  <a:lnTo>
                    <a:pt x="2411047" y="3157093"/>
                  </a:lnTo>
                  <a:lnTo>
                    <a:pt x="2411173" y="3157093"/>
                  </a:lnTo>
                  <a:lnTo>
                    <a:pt x="2411299" y="3157093"/>
                  </a:lnTo>
                  <a:lnTo>
                    <a:pt x="2411425" y="3157093"/>
                  </a:lnTo>
                  <a:lnTo>
                    <a:pt x="2411551" y="3157093"/>
                  </a:lnTo>
                  <a:lnTo>
                    <a:pt x="2411677" y="3157093"/>
                  </a:lnTo>
                  <a:lnTo>
                    <a:pt x="2411803" y="3157093"/>
                  </a:lnTo>
                  <a:lnTo>
                    <a:pt x="2411930" y="3157093"/>
                  </a:lnTo>
                  <a:lnTo>
                    <a:pt x="2412056" y="3157093"/>
                  </a:lnTo>
                  <a:lnTo>
                    <a:pt x="2412182" y="3157093"/>
                  </a:lnTo>
                  <a:lnTo>
                    <a:pt x="2412308" y="3157093"/>
                  </a:lnTo>
                  <a:lnTo>
                    <a:pt x="2412434" y="3157093"/>
                  </a:lnTo>
                  <a:lnTo>
                    <a:pt x="2412560" y="3157093"/>
                  </a:lnTo>
                  <a:lnTo>
                    <a:pt x="2412686" y="3157093"/>
                  </a:lnTo>
                  <a:lnTo>
                    <a:pt x="2412812" y="3157093"/>
                  </a:lnTo>
                  <a:lnTo>
                    <a:pt x="2412938" y="3157093"/>
                  </a:lnTo>
                  <a:lnTo>
                    <a:pt x="2413064" y="3157093"/>
                  </a:lnTo>
                  <a:lnTo>
                    <a:pt x="2413190" y="3157093"/>
                  </a:lnTo>
                  <a:lnTo>
                    <a:pt x="2413316" y="3157093"/>
                  </a:lnTo>
                  <a:lnTo>
                    <a:pt x="2413443" y="3157093"/>
                  </a:lnTo>
                  <a:lnTo>
                    <a:pt x="2413569" y="3157093"/>
                  </a:lnTo>
                  <a:lnTo>
                    <a:pt x="2413695" y="3157093"/>
                  </a:lnTo>
                  <a:lnTo>
                    <a:pt x="2413821" y="3157093"/>
                  </a:lnTo>
                  <a:lnTo>
                    <a:pt x="2413947" y="3157093"/>
                  </a:lnTo>
                  <a:lnTo>
                    <a:pt x="2414073" y="3157093"/>
                  </a:lnTo>
                  <a:lnTo>
                    <a:pt x="2414199" y="3157093"/>
                  </a:lnTo>
                  <a:lnTo>
                    <a:pt x="2414325" y="3157093"/>
                  </a:lnTo>
                  <a:lnTo>
                    <a:pt x="2414451" y="3157093"/>
                  </a:lnTo>
                  <a:lnTo>
                    <a:pt x="2414577" y="3157093"/>
                  </a:lnTo>
                  <a:lnTo>
                    <a:pt x="2414703" y="3157093"/>
                  </a:lnTo>
                  <a:lnTo>
                    <a:pt x="2414830" y="3157093"/>
                  </a:lnTo>
                  <a:lnTo>
                    <a:pt x="2414956" y="3157093"/>
                  </a:lnTo>
                  <a:lnTo>
                    <a:pt x="2415082" y="3157093"/>
                  </a:lnTo>
                  <a:lnTo>
                    <a:pt x="2415208" y="3157093"/>
                  </a:lnTo>
                  <a:lnTo>
                    <a:pt x="2415334" y="3157093"/>
                  </a:lnTo>
                  <a:lnTo>
                    <a:pt x="2415460" y="3157093"/>
                  </a:lnTo>
                  <a:lnTo>
                    <a:pt x="2415586" y="3157093"/>
                  </a:lnTo>
                  <a:lnTo>
                    <a:pt x="2415712" y="3157093"/>
                  </a:lnTo>
                  <a:lnTo>
                    <a:pt x="2415838" y="3157093"/>
                  </a:lnTo>
                  <a:lnTo>
                    <a:pt x="2415964" y="3157093"/>
                  </a:lnTo>
                  <a:lnTo>
                    <a:pt x="2416090" y="3157093"/>
                  </a:lnTo>
                  <a:lnTo>
                    <a:pt x="2416217" y="3157093"/>
                  </a:lnTo>
                  <a:lnTo>
                    <a:pt x="2416343" y="3157093"/>
                  </a:lnTo>
                  <a:lnTo>
                    <a:pt x="2416469" y="3157093"/>
                  </a:lnTo>
                  <a:lnTo>
                    <a:pt x="2416595" y="3157093"/>
                  </a:lnTo>
                  <a:lnTo>
                    <a:pt x="2416721" y="3157093"/>
                  </a:lnTo>
                  <a:lnTo>
                    <a:pt x="2416847" y="3157093"/>
                  </a:lnTo>
                  <a:lnTo>
                    <a:pt x="2416973" y="3157093"/>
                  </a:lnTo>
                  <a:lnTo>
                    <a:pt x="2417099" y="3157093"/>
                  </a:lnTo>
                  <a:lnTo>
                    <a:pt x="2417225" y="3157093"/>
                  </a:lnTo>
                  <a:lnTo>
                    <a:pt x="2417351" y="3157093"/>
                  </a:lnTo>
                  <a:lnTo>
                    <a:pt x="2417477" y="3157093"/>
                  </a:lnTo>
                  <a:lnTo>
                    <a:pt x="2417603" y="3157093"/>
                  </a:lnTo>
                  <a:lnTo>
                    <a:pt x="2417730" y="3157093"/>
                  </a:lnTo>
                  <a:lnTo>
                    <a:pt x="2417856" y="3157093"/>
                  </a:lnTo>
                  <a:lnTo>
                    <a:pt x="2417982" y="3157093"/>
                  </a:lnTo>
                  <a:lnTo>
                    <a:pt x="2418108" y="3157093"/>
                  </a:lnTo>
                  <a:lnTo>
                    <a:pt x="2418234" y="3157093"/>
                  </a:lnTo>
                  <a:lnTo>
                    <a:pt x="2418360" y="3157093"/>
                  </a:lnTo>
                  <a:lnTo>
                    <a:pt x="2418486" y="3157093"/>
                  </a:lnTo>
                  <a:lnTo>
                    <a:pt x="2418612" y="3157093"/>
                  </a:lnTo>
                  <a:lnTo>
                    <a:pt x="2418738" y="3157093"/>
                  </a:lnTo>
                  <a:lnTo>
                    <a:pt x="2418864" y="3157093"/>
                  </a:lnTo>
                  <a:lnTo>
                    <a:pt x="2418990" y="3157093"/>
                  </a:lnTo>
                  <a:lnTo>
                    <a:pt x="2419117" y="3157093"/>
                  </a:lnTo>
                  <a:lnTo>
                    <a:pt x="2419243" y="3157093"/>
                  </a:lnTo>
                  <a:lnTo>
                    <a:pt x="2419369" y="3157093"/>
                  </a:lnTo>
                  <a:lnTo>
                    <a:pt x="2419495" y="3157093"/>
                  </a:lnTo>
                  <a:lnTo>
                    <a:pt x="2419621" y="3157093"/>
                  </a:lnTo>
                  <a:lnTo>
                    <a:pt x="2419747" y="3157093"/>
                  </a:lnTo>
                  <a:lnTo>
                    <a:pt x="2419873" y="3157093"/>
                  </a:lnTo>
                  <a:lnTo>
                    <a:pt x="2419999" y="3157093"/>
                  </a:lnTo>
                  <a:lnTo>
                    <a:pt x="2420125" y="3157093"/>
                  </a:lnTo>
                  <a:lnTo>
                    <a:pt x="2420251" y="3157093"/>
                  </a:lnTo>
                  <a:lnTo>
                    <a:pt x="2420377" y="3157093"/>
                  </a:lnTo>
                  <a:lnTo>
                    <a:pt x="2420503" y="3157093"/>
                  </a:lnTo>
                  <a:lnTo>
                    <a:pt x="2420630" y="3157093"/>
                  </a:lnTo>
                  <a:lnTo>
                    <a:pt x="2420756" y="3157093"/>
                  </a:lnTo>
                  <a:lnTo>
                    <a:pt x="2420882" y="3157093"/>
                  </a:lnTo>
                  <a:lnTo>
                    <a:pt x="2421008" y="3157093"/>
                  </a:lnTo>
                  <a:lnTo>
                    <a:pt x="2421134" y="3157093"/>
                  </a:lnTo>
                  <a:lnTo>
                    <a:pt x="2421260" y="3157093"/>
                  </a:lnTo>
                  <a:lnTo>
                    <a:pt x="2421386" y="3157093"/>
                  </a:lnTo>
                  <a:lnTo>
                    <a:pt x="2421512" y="3157093"/>
                  </a:lnTo>
                  <a:lnTo>
                    <a:pt x="2421638" y="3157093"/>
                  </a:lnTo>
                  <a:lnTo>
                    <a:pt x="2421764" y="3157093"/>
                  </a:lnTo>
                  <a:lnTo>
                    <a:pt x="2421890" y="3157093"/>
                  </a:lnTo>
                  <a:lnTo>
                    <a:pt x="2422017" y="3157093"/>
                  </a:lnTo>
                  <a:lnTo>
                    <a:pt x="2422143" y="3157093"/>
                  </a:lnTo>
                  <a:lnTo>
                    <a:pt x="2422269" y="3157093"/>
                  </a:lnTo>
                  <a:lnTo>
                    <a:pt x="2422395" y="3157093"/>
                  </a:lnTo>
                  <a:lnTo>
                    <a:pt x="2422521" y="3157093"/>
                  </a:lnTo>
                  <a:lnTo>
                    <a:pt x="2422647" y="3157093"/>
                  </a:lnTo>
                  <a:lnTo>
                    <a:pt x="2422773" y="3157093"/>
                  </a:lnTo>
                  <a:lnTo>
                    <a:pt x="2422899" y="3157093"/>
                  </a:lnTo>
                  <a:lnTo>
                    <a:pt x="2423025" y="3157093"/>
                  </a:lnTo>
                  <a:lnTo>
                    <a:pt x="2423151" y="3157093"/>
                  </a:lnTo>
                  <a:lnTo>
                    <a:pt x="2423277" y="3157093"/>
                  </a:lnTo>
                  <a:lnTo>
                    <a:pt x="2423404" y="3157093"/>
                  </a:lnTo>
                  <a:lnTo>
                    <a:pt x="2423530" y="3157093"/>
                  </a:lnTo>
                  <a:lnTo>
                    <a:pt x="2423656" y="3157093"/>
                  </a:lnTo>
                  <a:lnTo>
                    <a:pt x="2423782" y="3157093"/>
                  </a:lnTo>
                  <a:lnTo>
                    <a:pt x="2423908" y="3157093"/>
                  </a:lnTo>
                  <a:lnTo>
                    <a:pt x="2424034" y="3157093"/>
                  </a:lnTo>
                  <a:lnTo>
                    <a:pt x="2424160" y="3157093"/>
                  </a:lnTo>
                  <a:lnTo>
                    <a:pt x="2424286" y="3157093"/>
                  </a:lnTo>
                  <a:lnTo>
                    <a:pt x="2424412" y="3157093"/>
                  </a:lnTo>
                  <a:lnTo>
                    <a:pt x="2424538" y="3157093"/>
                  </a:lnTo>
                  <a:lnTo>
                    <a:pt x="2424664" y="3157093"/>
                  </a:lnTo>
                  <a:lnTo>
                    <a:pt x="2424790" y="3157093"/>
                  </a:lnTo>
                  <a:lnTo>
                    <a:pt x="2424917" y="3157093"/>
                  </a:lnTo>
                  <a:lnTo>
                    <a:pt x="2425043" y="3157093"/>
                  </a:lnTo>
                  <a:lnTo>
                    <a:pt x="2425169" y="3157093"/>
                  </a:lnTo>
                  <a:lnTo>
                    <a:pt x="2425295" y="3157093"/>
                  </a:lnTo>
                  <a:lnTo>
                    <a:pt x="2425421" y="3157093"/>
                  </a:lnTo>
                  <a:lnTo>
                    <a:pt x="2425547" y="3157093"/>
                  </a:lnTo>
                  <a:lnTo>
                    <a:pt x="2425673" y="3157093"/>
                  </a:lnTo>
                  <a:lnTo>
                    <a:pt x="2425799" y="3157093"/>
                  </a:lnTo>
                  <a:lnTo>
                    <a:pt x="2425925" y="3157093"/>
                  </a:lnTo>
                  <a:lnTo>
                    <a:pt x="2426051" y="3157093"/>
                  </a:lnTo>
                  <a:lnTo>
                    <a:pt x="2426051" y="3151814"/>
                  </a:lnTo>
                  <a:lnTo>
                    <a:pt x="2426177" y="3151814"/>
                  </a:lnTo>
                  <a:lnTo>
                    <a:pt x="2426304" y="3151814"/>
                  </a:lnTo>
                  <a:lnTo>
                    <a:pt x="2426430" y="3151814"/>
                  </a:lnTo>
                  <a:lnTo>
                    <a:pt x="2426556" y="3151814"/>
                  </a:lnTo>
                  <a:lnTo>
                    <a:pt x="2426682" y="3151814"/>
                  </a:lnTo>
                  <a:lnTo>
                    <a:pt x="2426808" y="3151814"/>
                  </a:lnTo>
                  <a:lnTo>
                    <a:pt x="2426934" y="3151814"/>
                  </a:lnTo>
                  <a:lnTo>
                    <a:pt x="2427060" y="3151814"/>
                  </a:lnTo>
                  <a:lnTo>
                    <a:pt x="2427186" y="3151814"/>
                  </a:lnTo>
                  <a:lnTo>
                    <a:pt x="2427312" y="3151814"/>
                  </a:lnTo>
                  <a:lnTo>
                    <a:pt x="2427438" y="3151814"/>
                  </a:lnTo>
                  <a:lnTo>
                    <a:pt x="2427564" y="3151814"/>
                  </a:lnTo>
                  <a:lnTo>
                    <a:pt x="2427690" y="3151814"/>
                  </a:lnTo>
                  <a:lnTo>
                    <a:pt x="2427817" y="3151814"/>
                  </a:lnTo>
                  <a:lnTo>
                    <a:pt x="2427943" y="3151814"/>
                  </a:lnTo>
                  <a:lnTo>
                    <a:pt x="2428069" y="3151814"/>
                  </a:lnTo>
                  <a:lnTo>
                    <a:pt x="2428195" y="3151814"/>
                  </a:lnTo>
                  <a:lnTo>
                    <a:pt x="2428321" y="3151814"/>
                  </a:lnTo>
                  <a:lnTo>
                    <a:pt x="2428447" y="3151814"/>
                  </a:lnTo>
                  <a:lnTo>
                    <a:pt x="2428573" y="3151814"/>
                  </a:lnTo>
                  <a:lnTo>
                    <a:pt x="2428699" y="3151814"/>
                  </a:lnTo>
                  <a:lnTo>
                    <a:pt x="2428825" y="3151814"/>
                  </a:lnTo>
                  <a:lnTo>
                    <a:pt x="2428951" y="3151814"/>
                  </a:lnTo>
                  <a:lnTo>
                    <a:pt x="2429077" y="3151814"/>
                  </a:lnTo>
                  <a:lnTo>
                    <a:pt x="2429077" y="3146535"/>
                  </a:lnTo>
                  <a:lnTo>
                    <a:pt x="2429204" y="3146535"/>
                  </a:lnTo>
                  <a:lnTo>
                    <a:pt x="2429330" y="3146535"/>
                  </a:lnTo>
                  <a:lnTo>
                    <a:pt x="2429456" y="3146535"/>
                  </a:lnTo>
                  <a:lnTo>
                    <a:pt x="2429582" y="3146535"/>
                  </a:lnTo>
                  <a:lnTo>
                    <a:pt x="2429708" y="3146535"/>
                  </a:lnTo>
                  <a:lnTo>
                    <a:pt x="2429834" y="3146535"/>
                  </a:lnTo>
                  <a:lnTo>
                    <a:pt x="2429960" y="3146535"/>
                  </a:lnTo>
                  <a:lnTo>
                    <a:pt x="2430086" y="3146535"/>
                  </a:lnTo>
                  <a:lnTo>
                    <a:pt x="2430212" y="3146535"/>
                  </a:lnTo>
                  <a:lnTo>
                    <a:pt x="2430338" y="3146535"/>
                  </a:lnTo>
                  <a:lnTo>
                    <a:pt x="2430464" y="3146535"/>
                  </a:lnTo>
                  <a:lnTo>
                    <a:pt x="2430590" y="3146535"/>
                  </a:lnTo>
                  <a:lnTo>
                    <a:pt x="2430717" y="3146535"/>
                  </a:lnTo>
                  <a:lnTo>
                    <a:pt x="2430843" y="3146535"/>
                  </a:lnTo>
                  <a:lnTo>
                    <a:pt x="2430969" y="3146535"/>
                  </a:lnTo>
                  <a:lnTo>
                    <a:pt x="2431095" y="3146535"/>
                  </a:lnTo>
                  <a:lnTo>
                    <a:pt x="2431221" y="3146535"/>
                  </a:lnTo>
                  <a:lnTo>
                    <a:pt x="2431347" y="3146535"/>
                  </a:lnTo>
                  <a:lnTo>
                    <a:pt x="2431473" y="3146535"/>
                  </a:lnTo>
                  <a:lnTo>
                    <a:pt x="2431599" y="3146535"/>
                  </a:lnTo>
                  <a:lnTo>
                    <a:pt x="2431725" y="3146535"/>
                  </a:lnTo>
                  <a:lnTo>
                    <a:pt x="2431851" y="3146535"/>
                  </a:lnTo>
                  <a:lnTo>
                    <a:pt x="2431977" y="3146535"/>
                  </a:lnTo>
                  <a:lnTo>
                    <a:pt x="2432104" y="3146535"/>
                  </a:lnTo>
                  <a:lnTo>
                    <a:pt x="2432230" y="3146535"/>
                  </a:lnTo>
                  <a:lnTo>
                    <a:pt x="2432356" y="3146535"/>
                  </a:lnTo>
                  <a:lnTo>
                    <a:pt x="2432482" y="3146535"/>
                  </a:lnTo>
                  <a:lnTo>
                    <a:pt x="2432608" y="3146535"/>
                  </a:lnTo>
                  <a:lnTo>
                    <a:pt x="2432734" y="3146535"/>
                  </a:lnTo>
                  <a:lnTo>
                    <a:pt x="2432860" y="3146535"/>
                  </a:lnTo>
                  <a:lnTo>
                    <a:pt x="2432986" y="3146535"/>
                  </a:lnTo>
                  <a:lnTo>
                    <a:pt x="2433112" y="3146535"/>
                  </a:lnTo>
                  <a:lnTo>
                    <a:pt x="2433238" y="3146535"/>
                  </a:lnTo>
                  <a:lnTo>
                    <a:pt x="2433364" y="3146535"/>
                  </a:lnTo>
                  <a:lnTo>
                    <a:pt x="2433491" y="3146535"/>
                  </a:lnTo>
                  <a:lnTo>
                    <a:pt x="2433617" y="3146535"/>
                  </a:lnTo>
                  <a:lnTo>
                    <a:pt x="2433743" y="3146535"/>
                  </a:lnTo>
                  <a:lnTo>
                    <a:pt x="2433869" y="3146535"/>
                  </a:lnTo>
                  <a:lnTo>
                    <a:pt x="2433995" y="3146535"/>
                  </a:lnTo>
                  <a:lnTo>
                    <a:pt x="2434121" y="3146535"/>
                  </a:lnTo>
                  <a:lnTo>
                    <a:pt x="2434247" y="3146535"/>
                  </a:lnTo>
                  <a:lnTo>
                    <a:pt x="2434373" y="3146535"/>
                  </a:lnTo>
                  <a:lnTo>
                    <a:pt x="2434499" y="3146535"/>
                  </a:lnTo>
                  <a:lnTo>
                    <a:pt x="2434625" y="3146535"/>
                  </a:lnTo>
                  <a:lnTo>
                    <a:pt x="2434751" y="3146535"/>
                  </a:lnTo>
                  <a:lnTo>
                    <a:pt x="2434877" y="3146535"/>
                  </a:lnTo>
                  <a:lnTo>
                    <a:pt x="2435004" y="3146535"/>
                  </a:lnTo>
                  <a:lnTo>
                    <a:pt x="2435130" y="3146535"/>
                  </a:lnTo>
                  <a:lnTo>
                    <a:pt x="2435256" y="3146535"/>
                  </a:lnTo>
                  <a:lnTo>
                    <a:pt x="2435382" y="3146535"/>
                  </a:lnTo>
                  <a:lnTo>
                    <a:pt x="2435508" y="3146535"/>
                  </a:lnTo>
                  <a:lnTo>
                    <a:pt x="2435634" y="3146535"/>
                  </a:lnTo>
                  <a:lnTo>
                    <a:pt x="2435760" y="3146535"/>
                  </a:lnTo>
                  <a:lnTo>
                    <a:pt x="2435886" y="3146535"/>
                  </a:lnTo>
                  <a:lnTo>
                    <a:pt x="2436012" y="3146535"/>
                  </a:lnTo>
                  <a:lnTo>
                    <a:pt x="2436138" y="3146535"/>
                  </a:lnTo>
                  <a:lnTo>
                    <a:pt x="2436264" y="3146535"/>
                  </a:lnTo>
                  <a:lnTo>
                    <a:pt x="2436391" y="3146535"/>
                  </a:lnTo>
                  <a:lnTo>
                    <a:pt x="2436517" y="3146535"/>
                  </a:lnTo>
                  <a:lnTo>
                    <a:pt x="2436643" y="3146535"/>
                  </a:lnTo>
                  <a:lnTo>
                    <a:pt x="2436769" y="3146535"/>
                  </a:lnTo>
                  <a:lnTo>
                    <a:pt x="2436895" y="3146535"/>
                  </a:lnTo>
                  <a:lnTo>
                    <a:pt x="2437021" y="3146535"/>
                  </a:lnTo>
                  <a:lnTo>
                    <a:pt x="2437147" y="3146535"/>
                  </a:lnTo>
                  <a:lnTo>
                    <a:pt x="2437273" y="3146535"/>
                  </a:lnTo>
                  <a:lnTo>
                    <a:pt x="2437399" y="3146535"/>
                  </a:lnTo>
                  <a:lnTo>
                    <a:pt x="2437525" y="3146535"/>
                  </a:lnTo>
                  <a:lnTo>
                    <a:pt x="2437651" y="3146535"/>
                  </a:lnTo>
                  <a:lnTo>
                    <a:pt x="2437777" y="3146535"/>
                  </a:lnTo>
                  <a:lnTo>
                    <a:pt x="2437904" y="3146535"/>
                  </a:lnTo>
                  <a:lnTo>
                    <a:pt x="2438030" y="3146535"/>
                  </a:lnTo>
                  <a:lnTo>
                    <a:pt x="2438156" y="3146535"/>
                  </a:lnTo>
                  <a:lnTo>
                    <a:pt x="2438282" y="3146535"/>
                  </a:lnTo>
                  <a:lnTo>
                    <a:pt x="2438408" y="3146535"/>
                  </a:lnTo>
                  <a:lnTo>
                    <a:pt x="2438534" y="3146535"/>
                  </a:lnTo>
                  <a:lnTo>
                    <a:pt x="2438660" y="3146535"/>
                  </a:lnTo>
                  <a:lnTo>
                    <a:pt x="2438786" y="3146535"/>
                  </a:lnTo>
                  <a:lnTo>
                    <a:pt x="2438912" y="3146535"/>
                  </a:lnTo>
                  <a:lnTo>
                    <a:pt x="2439038" y="3146535"/>
                  </a:lnTo>
                  <a:lnTo>
                    <a:pt x="2439164" y="3146535"/>
                  </a:lnTo>
                  <a:lnTo>
                    <a:pt x="2439291" y="3146535"/>
                  </a:lnTo>
                  <a:lnTo>
                    <a:pt x="2439417" y="3146535"/>
                  </a:lnTo>
                  <a:lnTo>
                    <a:pt x="2439543" y="3146535"/>
                  </a:lnTo>
                  <a:lnTo>
                    <a:pt x="2439669" y="3146535"/>
                  </a:lnTo>
                  <a:lnTo>
                    <a:pt x="2439795" y="3146535"/>
                  </a:lnTo>
                  <a:lnTo>
                    <a:pt x="2439921" y="3146535"/>
                  </a:lnTo>
                  <a:lnTo>
                    <a:pt x="2440047" y="3146535"/>
                  </a:lnTo>
                  <a:lnTo>
                    <a:pt x="2440173" y="3146535"/>
                  </a:lnTo>
                  <a:lnTo>
                    <a:pt x="2440299" y="3146535"/>
                  </a:lnTo>
                  <a:lnTo>
                    <a:pt x="2440425" y="3146535"/>
                  </a:lnTo>
                  <a:lnTo>
                    <a:pt x="2440551" y="3146535"/>
                  </a:lnTo>
                  <a:lnTo>
                    <a:pt x="2440678" y="3146535"/>
                  </a:lnTo>
                  <a:lnTo>
                    <a:pt x="2440804" y="3146535"/>
                  </a:lnTo>
                  <a:lnTo>
                    <a:pt x="2440930" y="3146535"/>
                  </a:lnTo>
                  <a:lnTo>
                    <a:pt x="2441056" y="3146535"/>
                  </a:lnTo>
                  <a:lnTo>
                    <a:pt x="2441182" y="3146535"/>
                  </a:lnTo>
                  <a:lnTo>
                    <a:pt x="2441308" y="3146535"/>
                  </a:lnTo>
                  <a:lnTo>
                    <a:pt x="2441434" y="3146535"/>
                  </a:lnTo>
                  <a:lnTo>
                    <a:pt x="2441560" y="3146535"/>
                  </a:lnTo>
                  <a:lnTo>
                    <a:pt x="2441686" y="3146535"/>
                  </a:lnTo>
                  <a:lnTo>
                    <a:pt x="2441812" y="3146535"/>
                  </a:lnTo>
                  <a:lnTo>
                    <a:pt x="2441938" y="3146535"/>
                  </a:lnTo>
                  <a:lnTo>
                    <a:pt x="2442064" y="3146535"/>
                  </a:lnTo>
                  <a:lnTo>
                    <a:pt x="2442191" y="3146535"/>
                  </a:lnTo>
                  <a:lnTo>
                    <a:pt x="2442317" y="3146535"/>
                  </a:lnTo>
                  <a:lnTo>
                    <a:pt x="2442443" y="3146535"/>
                  </a:lnTo>
                  <a:lnTo>
                    <a:pt x="2442569" y="3146535"/>
                  </a:lnTo>
                  <a:lnTo>
                    <a:pt x="2442695" y="3146535"/>
                  </a:lnTo>
                  <a:lnTo>
                    <a:pt x="2442821" y="3146535"/>
                  </a:lnTo>
                  <a:lnTo>
                    <a:pt x="2442947" y="3146535"/>
                  </a:lnTo>
                  <a:lnTo>
                    <a:pt x="2443073" y="3146535"/>
                  </a:lnTo>
                  <a:lnTo>
                    <a:pt x="2443199" y="3146535"/>
                  </a:lnTo>
                  <a:lnTo>
                    <a:pt x="2443325" y="3146535"/>
                  </a:lnTo>
                  <a:lnTo>
                    <a:pt x="2443451" y="3146535"/>
                  </a:lnTo>
                  <a:lnTo>
                    <a:pt x="2443578" y="3146535"/>
                  </a:lnTo>
                  <a:lnTo>
                    <a:pt x="2443704" y="3146535"/>
                  </a:lnTo>
                  <a:lnTo>
                    <a:pt x="2443830" y="3146535"/>
                  </a:lnTo>
                  <a:lnTo>
                    <a:pt x="2443956" y="3146535"/>
                  </a:lnTo>
                  <a:lnTo>
                    <a:pt x="2444082" y="3146535"/>
                  </a:lnTo>
                  <a:lnTo>
                    <a:pt x="2444208" y="3146535"/>
                  </a:lnTo>
                  <a:lnTo>
                    <a:pt x="2444334" y="3146535"/>
                  </a:lnTo>
                  <a:lnTo>
                    <a:pt x="2444460" y="3146535"/>
                  </a:lnTo>
                  <a:lnTo>
                    <a:pt x="2444586" y="3146535"/>
                  </a:lnTo>
                  <a:lnTo>
                    <a:pt x="2444712" y="3146535"/>
                  </a:lnTo>
                  <a:lnTo>
                    <a:pt x="2444838" y="3146535"/>
                  </a:lnTo>
                  <a:lnTo>
                    <a:pt x="2444964" y="3146535"/>
                  </a:lnTo>
                  <a:lnTo>
                    <a:pt x="2445091" y="3146535"/>
                  </a:lnTo>
                  <a:lnTo>
                    <a:pt x="2445217" y="3146535"/>
                  </a:lnTo>
                  <a:lnTo>
                    <a:pt x="2445343" y="3146535"/>
                  </a:lnTo>
                  <a:lnTo>
                    <a:pt x="2445469" y="3146535"/>
                  </a:lnTo>
                  <a:lnTo>
                    <a:pt x="2445595" y="3146535"/>
                  </a:lnTo>
                  <a:lnTo>
                    <a:pt x="2445721" y="3146535"/>
                  </a:lnTo>
                  <a:lnTo>
                    <a:pt x="2445847" y="3146535"/>
                  </a:lnTo>
                  <a:lnTo>
                    <a:pt x="2445973" y="3146535"/>
                  </a:lnTo>
                  <a:lnTo>
                    <a:pt x="2446099" y="3146535"/>
                  </a:lnTo>
                  <a:lnTo>
                    <a:pt x="2446225" y="3146535"/>
                  </a:lnTo>
                  <a:lnTo>
                    <a:pt x="2446351" y="3146535"/>
                  </a:lnTo>
                  <a:lnTo>
                    <a:pt x="2446478" y="3146535"/>
                  </a:lnTo>
                  <a:lnTo>
                    <a:pt x="2446604" y="3146535"/>
                  </a:lnTo>
                  <a:lnTo>
                    <a:pt x="2446730" y="3146535"/>
                  </a:lnTo>
                  <a:lnTo>
                    <a:pt x="2446856" y="3146535"/>
                  </a:lnTo>
                  <a:lnTo>
                    <a:pt x="2446856" y="3141255"/>
                  </a:lnTo>
                  <a:lnTo>
                    <a:pt x="2446982" y="3141255"/>
                  </a:lnTo>
                  <a:lnTo>
                    <a:pt x="2447108" y="3141255"/>
                  </a:lnTo>
                  <a:lnTo>
                    <a:pt x="2447234" y="3141255"/>
                  </a:lnTo>
                  <a:lnTo>
                    <a:pt x="2447360" y="3141255"/>
                  </a:lnTo>
                  <a:lnTo>
                    <a:pt x="2447486" y="3141255"/>
                  </a:lnTo>
                  <a:lnTo>
                    <a:pt x="2447612" y="3141255"/>
                  </a:lnTo>
                  <a:lnTo>
                    <a:pt x="2447738" y="3141255"/>
                  </a:lnTo>
                  <a:lnTo>
                    <a:pt x="2447865" y="3141255"/>
                  </a:lnTo>
                  <a:lnTo>
                    <a:pt x="2447991" y="3141255"/>
                  </a:lnTo>
                  <a:lnTo>
                    <a:pt x="2448117" y="3141255"/>
                  </a:lnTo>
                  <a:lnTo>
                    <a:pt x="2448243" y="3141255"/>
                  </a:lnTo>
                  <a:lnTo>
                    <a:pt x="2448369" y="3141255"/>
                  </a:lnTo>
                  <a:lnTo>
                    <a:pt x="2448495" y="3141255"/>
                  </a:lnTo>
                  <a:lnTo>
                    <a:pt x="2448621" y="3141255"/>
                  </a:lnTo>
                  <a:lnTo>
                    <a:pt x="2448747" y="3141255"/>
                  </a:lnTo>
                  <a:lnTo>
                    <a:pt x="2448873" y="3141255"/>
                  </a:lnTo>
                  <a:lnTo>
                    <a:pt x="2448999" y="3141255"/>
                  </a:lnTo>
                  <a:lnTo>
                    <a:pt x="2449125" y="3141255"/>
                  </a:lnTo>
                  <a:lnTo>
                    <a:pt x="2449251" y="3141255"/>
                  </a:lnTo>
                  <a:lnTo>
                    <a:pt x="2449378" y="3141255"/>
                  </a:lnTo>
                  <a:lnTo>
                    <a:pt x="2449504" y="3141255"/>
                  </a:lnTo>
                  <a:lnTo>
                    <a:pt x="2449630" y="3141255"/>
                  </a:lnTo>
                  <a:lnTo>
                    <a:pt x="2449756" y="3141255"/>
                  </a:lnTo>
                  <a:lnTo>
                    <a:pt x="2449882" y="3141255"/>
                  </a:lnTo>
                  <a:lnTo>
                    <a:pt x="2450008" y="3141255"/>
                  </a:lnTo>
                  <a:lnTo>
                    <a:pt x="2450134" y="3141255"/>
                  </a:lnTo>
                  <a:lnTo>
                    <a:pt x="2450260" y="3141255"/>
                  </a:lnTo>
                  <a:lnTo>
                    <a:pt x="2450386" y="3141255"/>
                  </a:lnTo>
                  <a:lnTo>
                    <a:pt x="2450512" y="3141255"/>
                  </a:lnTo>
                  <a:lnTo>
                    <a:pt x="2450638" y="3141255"/>
                  </a:lnTo>
                  <a:lnTo>
                    <a:pt x="2450765" y="3141255"/>
                  </a:lnTo>
                  <a:lnTo>
                    <a:pt x="2450891" y="3141255"/>
                  </a:lnTo>
                  <a:lnTo>
                    <a:pt x="2451017" y="3141255"/>
                  </a:lnTo>
                  <a:lnTo>
                    <a:pt x="2451143" y="3141255"/>
                  </a:lnTo>
                  <a:lnTo>
                    <a:pt x="2451269" y="3141255"/>
                  </a:lnTo>
                  <a:lnTo>
                    <a:pt x="2451395" y="3141255"/>
                  </a:lnTo>
                  <a:lnTo>
                    <a:pt x="2451395" y="3135976"/>
                  </a:lnTo>
                  <a:lnTo>
                    <a:pt x="2451521" y="3135976"/>
                  </a:lnTo>
                  <a:lnTo>
                    <a:pt x="2451647" y="3135976"/>
                  </a:lnTo>
                  <a:lnTo>
                    <a:pt x="2451773" y="3135976"/>
                  </a:lnTo>
                  <a:lnTo>
                    <a:pt x="2451899" y="3135976"/>
                  </a:lnTo>
                  <a:lnTo>
                    <a:pt x="2452025" y="3135976"/>
                  </a:lnTo>
                  <a:lnTo>
                    <a:pt x="2452151" y="3135976"/>
                  </a:lnTo>
                  <a:lnTo>
                    <a:pt x="2452278" y="3135976"/>
                  </a:lnTo>
                  <a:lnTo>
                    <a:pt x="2452404" y="3135976"/>
                  </a:lnTo>
                  <a:lnTo>
                    <a:pt x="2452530" y="3135976"/>
                  </a:lnTo>
                  <a:lnTo>
                    <a:pt x="2452656" y="3135976"/>
                  </a:lnTo>
                  <a:lnTo>
                    <a:pt x="2452782" y="3135976"/>
                  </a:lnTo>
                  <a:lnTo>
                    <a:pt x="2452908" y="3135976"/>
                  </a:lnTo>
                  <a:lnTo>
                    <a:pt x="2453034" y="3135976"/>
                  </a:lnTo>
                  <a:lnTo>
                    <a:pt x="2453160" y="3135976"/>
                  </a:lnTo>
                  <a:lnTo>
                    <a:pt x="2453286" y="3135976"/>
                  </a:lnTo>
                  <a:lnTo>
                    <a:pt x="2453412" y="3135976"/>
                  </a:lnTo>
                  <a:lnTo>
                    <a:pt x="2453538" y="3135976"/>
                  </a:lnTo>
                  <a:lnTo>
                    <a:pt x="2453665" y="3135976"/>
                  </a:lnTo>
                  <a:lnTo>
                    <a:pt x="2453791" y="3135976"/>
                  </a:lnTo>
                  <a:lnTo>
                    <a:pt x="2453917" y="3135976"/>
                  </a:lnTo>
                  <a:lnTo>
                    <a:pt x="2454043" y="3135976"/>
                  </a:lnTo>
                  <a:lnTo>
                    <a:pt x="2454169" y="3135976"/>
                  </a:lnTo>
                  <a:lnTo>
                    <a:pt x="2454295" y="3135976"/>
                  </a:lnTo>
                  <a:lnTo>
                    <a:pt x="2454421" y="3135976"/>
                  </a:lnTo>
                  <a:lnTo>
                    <a:pt x="2454547" y="3135976"/>
                  </a:lnTo>
                  <a:lnTo>
                    <a:pt x="2454673" y="3135976"/>
                  </a:lnTo>
                  <a:lnTo>
                    <a:pt x="2454673" y="3130696"/>
                  </a:lnTo>
                  <a:lnTo>
                    <a:pt x="2454799" y="3130696"/>
                  </a:lnTo>
                  <a:lnTo>
                    <a:pt x="2454925" y="3130696"/>
                  </a:lnTo>
                  <a:lnTo>
                    <a:pt x="2455051" y="3130696"/>
                  </a:lnTo>
                  <a:lnTo>
                    <a:pt x="2455178" y="3130696"/>
                  </a:lnTo>
                  <a:lnTo>
                    <a:pt x="2455304" y="3130696"/>
                  </a:lnTo>
                  <a:lnTo>
                    <a:pt x="2455430" y="3130696"/>
                  </a:lnTo>
                  <a:lnTo>
                    <a:pt x="2455556" y="3130696"/>
                  </a:lnTo>
                  <a:lnTo>
                    <a:pt x="2455682" y="3130696"/>
                  </a:lnTo>
                  <a:lnTo>
                    <a:pt x="2455808" y="3130696"/>
                  </a:lnTo>
                  <a:lnTo>
                    <a:pt x="2455934" y="3130696"/>
                  </a:lnTo>
                  <a:lnTo>
                    <a:pt x="2456060" y="3130696"/>
                  </a:lnTo>
                  <a:lnTo>
                    <a:pt x="2456186" y="3130696"/>
                  </a:lnTo>
                  <a:lnTo>
                    <a:pt x="2456312" y="3130696"/>
                  </a:lnTo>
                  <a:lnTo>
                    <a:pt x="2456312" y="3125417"/>
                  </a:lnTo>
                  <a:lnTo>
                    <a:pt x="2456438" y="3125417"/>
                  </a:lnTo>
                  <a:lnTo>
                    <a:pt x="2456565" y="3125417"/>
                  </a:lnTo>
                  <a:lnTo>
                    <a:pt x="2456565" y="3120138"/>
                  </a:lnTo>
                  <a:lnTo>
                    <a:pt x="2456691" y="3120138"/>
                  </a:lnTo>
                  <a:lnTo>
                    <a:pt x="2456817" y="3120138"/>
                  </a:lnTo>
                  <a:lnTo>
                    <a:pt x="2456943" y="3120138"/>
                  </a:lnTo>
                  <a:lnTo>
                    <a:pt x="2457069" y="3120138"/>
                  </a:lnTo>
                  <a:lnTo>
                    <a:pt x="2457195" y="3120138"/>
                  </a:lnTo>
                  <a:lnTo>
                    <a:pt x="2457321" y="3120138"/>
                  </a:lnTo>
                  <a:lnTo>
                    <a:pt x="2457447" y="3120138"/>
                  </a:lnTo>
                  <a:lnTo>
                    <a:pt x="2457573" y="3120138"/>
                  </a:lnTo>
                  <a:lnTo>
                    <a:pt x="2457699" y="3120138"/>
                  </a:lnTo>
                  <a:lnTo>
                    <a:pt x="2457825" y="3120138"/>
                  </a:lnTo>
                  <a:lnTo>
                    <a:pt x="2457952" y="3120138"/>
                  </a:lnTo>
                  <a:lnTo>
                    <a:pt x="2458078" y="3120138"/>
                  </a:lnTo>
                  <a:lnTo>
                    <a:pt x="2458204" y="3120138"/>
                  </a:lnTo>
                  <a:lnTo>
                    <a:pt x="2458330" y="3120138"/>
                  </a:lnTo>
                  <a:lnTo>
                    <a:pt x="2458456" y="3120138"/>
                  </a:lnTo>
                  <a:lnTo>
                    <a:pt x="2458582" y="3120138"/>
                  </a:lnTo>
                  <a:lnTo>
                    <a:pt x="2458708" y="3120138"/>
                  </a:lnTo>
                  <a:lnTo>
                    <a:pt x="2458834" y="3120138"/>
                  </a:lnTo>
                  <a:lnTo>
                    <a:pt x="2458960" y="3120138"/>
                  </a:lnTo>
                  <a:lnTo>
                    <a:pt x="2459086" y="3120138"/>
                  </a:lnTo>
                  <a:lnTo>
                    <a:pt x="2459212" y="3120138"/>
                  </a:lnTo>
                  <a:lnTo>
                    <a:pt x="2459338" y="3120138"/>
                  </a:lnTo>
                  <a:lnTo>
                    <a:pt x="2459465" y="3120138"/>
                  </a:lnTo>
                  <a:lnTo>
                    <a:pt x="2459591" y="3120138"/>
                  </a:lnTo>
                  <a:lnTo>
                    <a:pt x="2459717" y="3120138"/>
                  </a:lnTo>
                  <a:lnTo>
                    <a:pt x="2459843" y="3120138"/>
                  </a:lnTo>
                  <a:lnTo>
                    <a:pt x="2459969" y="3120138"/>
                  </a:lnTo>
                  <a:lnTo>
                    <a:pt x="2460095" y="3120138"/>
                  </a:lnTo>
                  <a:lnTo>
                    <a:pt x="2460221" y="3120138"/>
                  </a:lnTo>
                  <a:lnTo>
                    <a:pt x="2460347" y="3120138"/>
                  </a:lnTo>
                  <a:lnTo>
                    <a:pt x="2460473" y="3120138"/>
                  </a:lnTo>
                  <a:lnTo>
                    <a:pt x="2460599" y="3120138"/>
                  </a:lnTo>
                  <a:lnTo>
                    <a:pt x="2460725" y="3120138"/>
                  </a:lnTo>
                  <a:lnTo>
                    <a:pt x="2460852" y="3120138"/>
                  </a:lnTo>
                  <a:lnTo>
                    <a:pt x="2460978" y="3120138"/>
                  </a:lnTo>
                  <a:lnTo>
                    <a:pt x="2461104" y="3120138"/>
                  </a:lnTo>
                  <a:lnTo>
                    <a:pt x="2461230" y="3120138"/>
                  </a:lnTo>
                  <a:lnTo>
                    <a:pt x="2461356" y="3120138"/>
                  </a:lnTo>
                  <a:lnTo>
                    <a:pt x="2461482" y="3120138"/>
                  </a:lnTo>
                  <a:lnTo>
                    <a:pt x="2461608" y="3120138"/>
                  </a:lnTo>
                  <a:lnTo>
                    <a:pt x="2461734" y="3120138"/>
                  </a:lnTo>
                  <a:lnTo>
                    <a:pt x="2461860" y="3120138"/>
                  </a:lnTo>
                  <a:lnTo>
                    <a:pt x="2461986" y="3120138"/>
                  </a:lnTo>
                  <a:lnTo>
                    <a:pt x="2462112" y="3120138"/>
                  </a:lnTo>
                  <a:lnTo>
                    <a:pt x="2462238" y="3120138"/>
                  </a:lnTo>
                  <a:lnTo>
                    <a:pt x="2462365" y="3120138"/>
                  </a:lnTo>
                  <a:lnTo>
                    <a:pt x="2462491" y="3120138"/>
                  </a:lnTo>
                  <a:lnTo>
                    <a:pt x="2462617" y="3120138"/>
                  </a:lnTo>
                  <a:lnTo>
                    <a:pt x="2462743" y="3120138"/>
                  </a:lnTo>
                  <a:lnTo>
                    <a:pt x="2462869" y="3120138"/>
                  </a:lnTo>
                  <a:lnTo>
                    <a:pt x="2462995" y="3120138"/>
                  </a:lnTo>
                  <a:lnTo>
                    <a:pt x="2463121" y="3120138"/>
                  </a:lnTo>
                  <a:lnTo>
                    <a:pt x="2463247" y="3120138"/>
                  </a:lnTo>
                  <a:lnTo>
                    <a:pt x="2463373" y="3120138"/>
                  </a:lnTo>
                  <a:lnTo>
                    <a:pt x="2463499" y="3120138"/>
                  </a:lnTo>
                  <a:lnTo>
                    <a:pt x="2463625" y="3120138"/>
                  </a:lnTo>
                  <a:lnTo>
                    <a:pt x="2463752" y="3120138"/>
                  </a:lnTo>
                  <a:lnTo>
                    <a:pt x="2463878" y="3120138"/>
                  </a:lnTo>
                  <a:lnTo>
                    <a:pt x="2464004" y="3120138"/>
                  </a:lnTo>
                  <a:lnTo>
                    <a:pt x="2464130" y="3120138"/>
                  </a:lnTo>
                  <a:lnTo>
                    <a:pt x="2464256" y="3120138"/>
                  </a:lnTo>
                  <a:lnTo>
                    <a:pt x="2464382" y="3120138"/>
                  </a:lnTo>
                  <a:lnTo>
                    <a:pt x="2464508" y="3120138"/>
                  </a:lnTo>
                  <a:lnTo>
                    <a:pt x="2464634" y="3120138"/>
                  </a:lnTo>
                  <a:lnTo>
                    <a:pt x="2464760" y="3120138"/>
                  </a:lnTo>
                  <a:lnTo>
                    <a:pt x="2464886" y="3120138"/>
                  </a:lnTo>
                  <a:lnTo>
                    <a:pt x="2465012" y="3120138"/>
                  </a:lnTo>
                  <a:lnTo>
                    <a:pt x="2465139" y="3120138"/>
                  </a:lnTo>
                  <a:lnTo>
                    <a:pt x="2465265" y="3120138"/>
                  </a:lnTo>
                  <a:lnTo>
                    <a:pt x="2465391" y="3120138"/>
                  </a:lnTo>
                  <a:lnTo>
                    <a:pt x="2465517" y="3120138"/>
                  </a:lnTo>
                  <a:lnTo>
                    <a:pt x="2465643" y="3120138"/>
                  </a:lnTo>
                  <a:lnTo>
                    <a:pt x="2465769" y="3120138"/>
                  </a:lnTo>
                  <a:lnTo>
                    <a:pt x="2465895" y="3120138"/>
                  </a:lnTo>
                  <a:lnTo>
                    <a:pt x="2466021" y="3120138"/>
                  </a:lnTo>
                  <a:lnTo>
                    <a:pt x="2466147" y="3120138"/>
                  </a:lnTo>
                  <a:lnTo>
                    <a:pt x="2466273" y="3120138"/>
                  </a:lnTo>
                  <a:lnTo>
                    <a:pt x="2466399" y="3120138"/>
                  </a:lnTo>
                  <a:lnTo>
                    <a:pt x="2466525" y="3120138"/>
                  </a:lnTo>
                  <a:lnTo>
                    <a:pt x="2466652" y="3120138"/>
                  </a:lnTo>
                  <a:lnTo>
                    <a:pt x="2466778" y="3120138"/>
                  </a:lnTo>
                  <a:lnTo>
                    <a:pt x="2466904" y="3120138"/>
                  </a:lnTo>
                  <a:lnTo>
                    <a:pt x="2467030" y="3120138"/>
                  </a:lnTo>
                  <a:lnTo>
                    <a:pt x="2467156" y="3120138"/>
                  </a:lnTo>
                  <a:lnTo>
                    <a:pt x="2467282" y="3120138"/>
                  </a:lnTo>
                  <a:lnTo>
                    <a:pt x="2467408" y="3120138"/>
                  </a:lnTo>
                  <a:lnTo>
                    <a:pt x="2467534" y="3120138"/>
                  </a:lnTo>
                  <a:lnTo>
                    <a:pt x="2467660" y="3120138"/>
                  </a:lnTo>
                  <a:lnTo>
                    <a:pt x="2467786" y="3120138"/>
                  </a:lnTo>
                  <a:lnTo>
                    <a:pt x="2467912" y="3120138"/>
                  </a:lnTo>
                  <a:lnTo>
                    <a:pt x="2468039" y="3120138"/>
                  </a:lnTo>
                  <a:lnTo>
                    <a:pt x="2468165" y="3120138"/>
                  </a:lnTo>
                  <a:lnTo>
                    <a:pt x="2468291" y="3120138"/>
                  </a:lnTo>
                  <a:lnTo>
                    <a:pt x="2468417" y="3120138"/>
                  </a:lnTo>
                  <a:lnTo>
                    <a:pt x="2468543" y="3120138"/>
                  </a:lnTo>
                  <a:lnTo>
                    <a:pt x="2468669" y="3120138"/>
                  </a:lnTo>
                  <a:lnTo>
                    <a:pt x="2468795" y="3120138"/>
                  </a:lnTo>
                  <a:lnTo>
                    <a:pt x="2468921" y="3120138"/>
                  </a:lnTo>
                  <a:lnTo>
                    <a:pt x="2469047" y="3120138"/>
                  </a:lnTo>
                  <a:lnTo>
                    <a:pt x="2469173" y="3120138"/>
                  </a:lnTo>
                  <a:lnTo>
                    <a:pt x="2469299" y="3120138"/>
                  </a:lnTo>
                  <a:lnTo>
                    <a:pt x="2469425" y="3120138"/>
                  </a:lnTo>
                  <a:lnTo>
                    <a:pt x="2469552" y="3120138"/>
                  </a:lnTo>
                  <a:lnTo>
                    <a:pt x="2469678" y="3120138"/>
                  </a:lnTo>
                  <a:lnTo>
                    <a:pt x="2469804" y="3120138"/>
                  </a:lnTo>
                  <a:lnTo>
                    <a:pt x="2469930" y="3120138"/>
                  </a:lnTo>
                  <a:lnTo>
                    <a:pt x="2470056" y="3120138"/>
                  </a:lnTo>
                  <a:lnTo>
                    <a:pt x="2470182" y="3120138"/>
                  </a:lnTo>
                  <a:lnTo>
                    <a:pt x="2470308" y="3120138"/>
                  </a:lnTo>
                  <a:lnTo>
                    <a:pt x="2470434" y="3120138"/>
                  </a:lnTo>
                  <a:lnTo>
                    <a:pt x="2470560" y="3120138"/>
                  </a:lnTo>
                  <a:lnTo>
                    <a:pt x="2470686" y="3120138"/>
                  </a:lnTo>
                  <a:lnTo>
                    <a:pt x="2470812" y="3120138"/>
                  </a:lnTo>
                  <a:lnTo>
                    <a:pt x="2470939" y="3120138"/>
                  </a:lnTo>
                  <a:lnTo>
                    <a:pt x="2471065" y="3120138"/>
                  </a:lnTo>
                  <a:lnTo>
                    <a:pt x="2471191" y="3120138"/>
                  </a:lnTo>
                  <a:lnTo>
                    <a:pt x="2471317" y="3120138"/>
                  </a:lnTo>
                  <a:lnTo>
                    <a:pt x="2471443" y="3120138"/>
                  </a:lnTo>
                  <a:lnTo>
                    <a:pt x="2471443" y="3114858"/>
                  </a:lnTo>
                  <a:lnTo>
                    <a:pt x="2471569" y="3114858"/>
                  </a:lnTo>
                  <a:lnTo>
                    <a:pt x="2471695" y="3114858"/>
                  </a:lnTo>
                  <a:lnTo>
                    <a:pt x="2471821" y="3114858"/>
                  </a:lnTo>
                  <a:lnTo>
                    <a:pt x="2471947" y="3114858"/>
                  </a:lnTo>
                  <a:lnTo>
                    <a:pt x="2472073" y="3114858"/>
                  </a:lnTo>
                  <a:lnTo>
                    <a:pt x="2472199" y="3114858"/>
                  </a:lnTo>
                  <a:lnTo>
                    <a:pt x="2472325" y="3114858"/>
                  </a:lnTo>
                  <a:lnTo>
                    <a:pt x="2472452" y="3114858"/>
                  </a:lnTo>
                  <a:lnTo>
                    <a:pt x="2472578" y="3114858"/>
                  </a:lnTo>
                  <a:lnTo>
                    <a:pt x="2472704" y="3114858"/>
                  </a:lnTo>
                  <a:lnTo>
                    <a:pt x="2472830" y="3114858"/>
                  </a:lnTo>
                  <a:lnTo>
                    <a:pt x="2472956" y="3114858"/>
                  </a:lnTo>
                  <a:lnTo>
                    <a:pt x="2473082" y="3114858"/>
                  </a:lnTo>
                  <a:lnTo>
                    <a:pt x="2473208" y="3114858"/>
                  </a:lnTo>
                  <a:lnTo>
                    <a:pt x="2473334" y="3114858"/>
                  </a:lnTo>
                  <a:lnTo>
                    <a:pt x="2473460" y="3114858"/>
                  </a:lnTo>
                  <a:lnTo>
                    <a:pt x="2473586" y="3114858"/>
                  </a:lnTo>
                  <a:lnTo>
                    <a:pt x="2473712" y="3114858"/>
                  </a:lnTo>
                  <a:lnTo>
                    <a:pt x="2473839" y="3114858"/>
                  </a:lnTo>
                  <a:lnTo>
                    <a:pt x="2473965" y="3114858"/>
                  </a:lnTo>
                  <a:lnTo>
                    <a:pt x="2474091" y="3114858"/>
                  </a:lnTo>
                  <a:lnTo>
                    <a:pt x="2474217" y="3114858"/>
                  </a:lnTo>
                  <a:lnTo>
                    <a:pt x="2474343" y="3114858"/>
                  </a:lnTo>
                  <a:lnTo>
                    <a:pt x="2474469" y="3114858"/>
                  </a:lnTo>
                  <a:lnTo>
                    <a:pt x="2474595" y="3114858"/>
                  </a:lnTo>
                  <a:lnTo>
                    <a:pt x="2474721" y="3114858"/>
                  </a:lnTo>
                  <a:lnTo>
                    <a:pt x="2474847" y="3114858"/>
                  </a:lnTo>
                  <a:lnTo>
                    <a:pt x="2474973" y="3114858"/>
                  </a:lnTo>
                  <a:lnTo>
                    <a:pt x="2475099" y="3114858"/>
                  </a:lnTo>
                  <a:lnTo>
                    <a:pt x="2475226" y="3114858"/>
                  </a:lnTo>
                  <a:lnTo>
                    <a:pt x="2475352" y="3114858"/>
                  </a:lnTo>
                  <a:lnTo>
                    <a:pt x="2475478" y="3114858"/>
                  </a:lnTo>
                  <a:lnTo>
                    <a:pt x="2475604" y="3114858"/>
                  </a:lnTo>
                  <a:lnTo>
                    <a:pt x="2475730" y="3114858"/>
                  </a:lnTo>
                  <a:lnTo>
                    <a:pt x="2475856" y="3114858"/>
                  </a:lnTo>
                  <a:lnTo>
                    <a:pt x="2475982" y="3114858"/>
                  </a:lnTo>
                  <a:lnTo>
                    <a:pt x="2476108" y="3114858"/>
                  </a:lnTo>
                  <a:lnTo>
                    <a:pt x="2476234" y="3114858"/>
                  </a:lnTo>
                  <a:lnTo>
                    <a:pt x="2476360" y="3114858"/>
                  </a:lnTo>
                  <a:lnTo>
                    <a:pt x="2476486" y="3114858"/>
                  </a:lnTo>
                  <a:lnTo>
                    <a:pt x="2476612" y="3114858"/>
                  </a:lnTo>
                  <a:lnTo>
                    <a:pt x="2476739" y="3114858"/>
                  </a:lnTo>
                  <a:lnTo>
                    <a:pt x="2476865" y="3114858"/>
                  </a:lnTo>
                  <a:lnTo>
                    <a:pt x="2476991" y="3114858"/>
                  </a:lnTo>
                  <a:lnTo>
                    <a:pt x="2477117" y="3114858"/>
                  </a:lnTo>
                  <a:lnTo>
                    <a:pt x="2477243" y="3114858"/>
                  </a:lnTo>
                  <a:lnTo>
                    <a:pt x="2477369" y="3114858"/>
                  </a:lnTo>
                  <a:lnTo>
                    <a:pt x="2477495" y="3114858"/>
                  </a:lnTo>
                  <a:lnTo>
                    <a:pt x="2477621" y="3114858"/>
                  </a:lnTo>
                  <a:lnTo>
                    <a:pt x="2477747" y="3114858"/>
                  </a:lnTo>
                  <a:lnTo>
                    <a:pt x="2477873" y="3114858"/>
                  </a:lnTo>
                  <a:lnTo>
                    <a:pt x="2477999" y="3114858"/>
                  </a:lnTo>
                  <a:lnTo>
                    <a:pt x="2478126" y="3114858"/>
                  </a:lnTo>
                  <a:lnTo>
                    <a:pt x="2478252" y="3114858"/>
                  </a:lnTo>
                  <a:lnTo>
                    <a:pt x="2478378" y="3114858"/>
                  </a:lnTo>
                  <a:lnTo>
                    <a:pt x="2478504" y="3114858"/>
                  </a:lnTo>
                  <a:lnTo>
                    <a:pt x="2478630" y="3114858"/>
                  </a:lnTo>
                  <a:lnTo>
                    <a:pt x="2478756" y="3114858"/>
                  </a:lnTo>
                  <a:lnTo>
                    <a:pt x="2478882" y="3114858"/>
                  </a:lnTo>
                  <a:lnTo>
                    <a:pt x="2479008" y="3114858"/>
                  </a:lnTo>
                  <a:lnTo>
                    <a:pt x="2479134" y="3114858"/>
                  </a:lnTo>
                  <a:lnTo>
                    <a:pt x="2479260" y="3114858"/>
                  </a:lnTo>
                  <a:lnTo>
                    <a:pt x="2479386" y="3114858"/>
                  </a:lnTo>
                  <a:lnTo>
                    <a:pt x="2479512" y="3114858"/>
                  </a:lnTo>
                  <a:lnTo>
                    <a:pt x="2479639" y="3114858"/>
                  </a:lnTo>
                  <a:lnTo>
                    <a:pt x="2479765" y="3114858"/>
                  </a:lnTo>
                  <a:lnTo>
                    <a:pt x="2479891" y="3114858"/>
                  </a:lnTo>
                  <a:lnTo>
                    <a:pt x="2479891" y="3109579"/>
                  </a:lnTo>
                  <a:lnTo>
                    <a:pt x="2480017" y="3109579"/>
                  </a:lnTo>
                  <a:lnTo>
                    <a:pt x="2480017" y="3104299"/>
                  </a:lnTo>
                  <a:lnTo>
                    <a:pt x="2480143" y="3104299"/>
                  </a:lnTo>
                  <a:lnTo>
                    <a:pt x="2480269" y="3104299"/>
                  </a:lnTo>
                  <a:lnTo>
                    <a:pt x="2480395" y="3104299"/>
                  </a:lnTo>
                  <a:lnTo>
                    <a:pt x="2480521" y="3104299"/>
                  </a:lnTo>
                  <a:lnTo>
                    <a:pt x="2480647" y="3104299"/>
                  </a:lnTo>
                  <a:lnTo>
                    <a:pt x="2480773" y="3104299"/>
                  </a:lnTo>
                  <a:lnTo>
                    <a:pt x="2480899" y="3104299"/>
                  </a:lnTo>
                  <a:lnTo>
                    <a:pt x="2481026" y="3104299"/>
                  </a:lnTo>
                  <a:lnTo>
                    <a:pt x="2481152" y="3104299"/>
                  </a:lnTo>
                  <a:lnTo>
                    <a:pt x="2481278" y="3104299"/>
                  </a:lnTo>
                  <a:lnTo>
                    <a:pt x="2481404" y="3104299"/>
                  </a:lnTo>
                  <a:lnTo>
                    <a:pt x="2481530" y="3104299"/>
                  </a:lnTo>
                  <a:lnTo>
                    <a:pt x="2481530" y="3099020"/>
                  </a:lnTo>
                  <a:lnTo>
                    <a:pt x="2481656" y="3099020"/>
                  </a:lnTo>
                  <a:lnTo>
                    <a:pt x="2481782" y="3099020"/>
                  </a:lnTo>
                  <a:lnTo>
                    <a:pt x="2481908" y="3099020"/>
                  </a:lnTo>
                  <a:lnTo>
                    <a:pt x="2482034" y="3099020"/>
                  </a:lnTo>
                  <a:lnTo>
                    <a:pt x="2482160" y="3099020"/>
                  </a:lnTo>
                  <a:lnTo>
                    <a:pt x="2482286" y="3099020"/>
                  </a:lnTo>
                  <a:lnTo>
                    <a:pt x="2482413" y="3099020"/>
                  </a:lnTo>
                  <a:lnTo>
                    <a:pt x="2482539" y="3099020"/>
                  </a:lnTo>
                  <a:lnTo>
                    <a:pt x="2482665" y="3099020"/>
                  </a:lnTo>
                  <a:lnTo>
                    <a:pt x="2482791" y="3099020"/>
                  </a:lnTo>
                  <a:lnTo>
                    <a:pt x="2482917" y="3099020"/>
                  </a:lnTo>
                  <a:lnTo>
                    <a:pt x="2483043" y="3099020"/>
                  </a:lnTo>
                  <a:lnTo>
                    <a:pt x="2483169" y="3099020"/>
                  </a:lnTo>
                  <a:lnTo>
                    <a:pt x="2483295" y="3099020"/>
                  </a:lnTo>
                  <a:lnTo>
                    <a:pt x="2483421" y="3099020"/>
                  </a:lnTo>
                  <a:lnTo>
                    <a:pt x="2483547" y="3099020"/>
                  </a:lnTo>
                  <a:lnTo>
                    <a:pt x="2483673" y="3099020"/>
                  </a:lnTo>
                  <a:lnTo>
                    <a:pt x="2483799" y="3099020"/>
                  </a:lnTo>
                  <a:lnTo>
                    <a:pt x="2483926" y="3099020"/>
                  </a:lnTo>
                  <a:lnTo>
                    <a:pt x="2484052" y="3099020"/>
                  </a:lnTo>
                  <a:lnTo>
                    <a:pt x="2484178" y="3099020"/>
                  </a:lnTo>
                  <a:lnTo>
                    <a:pt x="2484304" y="3099020"/>
                  </a:lnTo>
                  <a:lnTo>
                    <a:pt x="2484430" y="3099020"/>
                  </a:lnTo>
                  <a:lnTo>
                    <a:pt x="2484556" y="3099020"/>
                  </a:lnTo>
                  <a:lnTo>
                    <a:pt x="2484682" y="3099020"/>
                  </a:lnTo>
                  <a:lnTo>
                    <a:pt x="2484808" y="3099020"/>
                  </a:lnTo>
                  <a:lnTo>
                    <a:pt x="2484934" y="3099020"/>
                  </a:lnTo>
                  <a:lnTo>
                    <a:pt x="2485060" y="3099020"/>
                  </a:lnTo>
                  <a:lnTo>
                    <a:pt x="2485186" y="3099020"/>
                  </a:lnTo>
                  <a:lnTo>
                    <a:pt x="2485313" y="3099020"/>
                  </a:lnTo>
                  <a:lnTo>
                    <a:pt x="2485439" y="3099020"/>
                  </a:lnTo>
                  <a:lnTo>
                    <a:pt x="2485565" y="3099020"/>
                  </a:lnTo>
                  <a:lnTo>
                    <a:pt x="2485691" y="3099020"/>
                  </a:lnTo>
                  <a:lnTo>
                    <a:pt x="2485817" y="3099020"/>
                  </a:lnTo>
                  <a:lnTo>
                    <a:pt x="2485943" y="3099020"/>
                  </a:lnTo>
                  <a:lnTo>
                    <a:pt x="2486069" y="3099020"/>
                  </a:lnTo>
                  <a:lnTo>
                    <a:pt x="2486195" y="3099020"/>
                  </a:lnTo>
                  <a:lnTo>
                    <a:pt x="2486321" y="3099020"/>
                  </a:lnTo>
                  <a:lnTo>
                    <a:pt x="2486447" y="3099020"/>
                  </a:lnTo>
                  <a:lnTo>
                    <a:pt x="2486573" y="3099020"/>
                  </a:lnTo>
                  <a:lnTo>
                    <a:pt x="2486699" y="3099020"/>
                  </a:lnTo>
                  <a:lnTo>
                    <a:pt x="2486826" y="3099020"/>
                  </a:lnTo>
                  <a:lnTo>
                    <a:pt x="2486952" y="3099020"/>
                  </a:lnTo>
                  <a:lnTo>
                    <a:pt x="2487078" y="3099020"/>
                  </a:lnTo>
                  <a:lnTo>
                    <a:pt x="2487204" y="3099020"/>
                  </a:lnTo>
                  <a:lnTo>
                    <a:pt x="2487330" y="3099020"/>
                  </a:lnTo>
                  <a:lnTo>
                    <a:pt x="2487456" y="3099020"/>
                  </a:lnTo>
                  <a:lnTo>
                    <a:pt x="2487582" y="3099020"/>
                  </a:lnTo>
                  <a:lnTo>
                    <a:pt x="2487708" y="3099020"/>
                  </a:lnTo>
                  <a:lnTo>
                    <a:pt x="2487834" y="3099020"/>
                  </a:lnTo>
                  <a:lnTo>
                    <a:pt x="2487960" y="3099020"/>
                  </a:lnTo>
                  <a:lnTo>
                    <a:pt x="2488086" y="3099020"/>
                  </a:lnTo>
                  <a:lnTo>
                    <a:pt x="2488213" y="3099020"/>
                  </a:lnTo>
                  <a:lnTo>
                    <a:pt x="2488339" y="3099020"/>
                  </a:lnTo>
                  <a:lnTo>
                    <a:pt x="2488465" y="3099020"/>
                  </a:lnTo>
                  <a:lnTo>
                    <a:pt x="2488591" y="3099020"/>
                  </a:lnTo>
                  <a:lnTo>
                    <a:pt x="2488717" y="3099020"/>
                  </a:lnTo>
                  <a:lnTo>
                    <a:pt x="2488843" y="3099020"/>
                  </a:lnTo>
                  <a:lnTo>
                    <a:pt x="2488969" y="3099020"/>
                  </a:lnTo>
                  <a:lnTo>
                    <a:pt x="2489095" y="3099020"/>
                  </a:lnTo>
                  <a:lnTo>
                    <a:pt x="2489221" y="3099020"/>
                  </a:lnTo>
                  <a:lnTo>
                    <a:pt x="2489347" y="3099020"/>
                  </a:lnTo>
                  <a:lnTo>
                    <a:pt x="2489473" y="3099020"/>
                  </a:lnTo>
                  <a:lnTo>
                    <a:pt x="2489600" y="3099020"/>
                  </a:lnTo>
                  <a:lnTo>
                    <a:pt x="2489726" y="3099020"/>
                  </a:lnTo>
                  <a:lnTo>
                    <a:pt x="2489852" y="3099020"/>
                  </a:lnTo>
                  <a:lnTo>
                    <a:pt x="2489978" y="3099020"/>
                  </a:lnTo>
                  <a:lnTo>
                    <a:pt x="2490104" y="3099020"/>
                  </a:lnTo>
                  <a:lnTo>
                    <a:pt x="2490230" y="3099020"/>
                  </a:lnTo>
                  <a:lnTo>
                    <a:pt x="2490356" y="3099020"/>
                  </a:lnTo>
                  <a:lnTo>
                    <a:pt x="2490482" y="3099020"/>
                  </a:lnTo>
                  <a:lnTo>
                    <a:pt x="2490608" y="3099020"/>
                  </a:lnTo>
                  <a:lnTo>
                    <a:pt x="2490734" y="3099020"/>
                  </a:lnTo>
                  <a:lnTo>
                    <a:pt x="2490860" y="3099020"/>
                  </a:lnTo>
                  <a:lnTo>
                    <a:pt x="2490986" y="3099020"/>
                  </a:lnTo>
                  <a:lnTo>
                    <a:pt x="2491113" y="3099020"/>
                  </a:lnTo>
                  <a:lnTo>
                    <a:pt x="2491239" y="3099020"/>
                  </a:lnTo>
                  <a:lnTo>
                    <a:pt x="2491365" y="3099020"/>
                  </a:lnTo>
                  <a:lnTo>
                    <a:pt x="2491491" y="3099020"/>
                  </a:lnTo>
                  <a:lnTo>
                    <a:pt x="2491617" y="3099020"/>
                  </a:lnTo>
                  <a:lnTo>
                    <a:pt x="2491743" y="3099020"/>
                  </a:lnTo>
                  <a:lnTo>
                    <a:pt x="2491869" y="3099020"/>
                  </a:lnTo>
                  <a:lnTo>
                    <a:pt x="2491995" y="3099020"/>
                  </a:lnTo>
                  <a:lnTo>
                    <a:pt x="2492121" y="3099020"/>
                  </a:lnTo>
                  <a:lnTo>
                    <a:pt x="2492247" y="3099020"/>
                  </a:lnTo>
                  <a:lnTo>
                    <a:pt x="2492373" y="3099020"/>
                  </a:lnTo>
                  <a:lnTo>
                    <a:pt x="2492500" y="3099020"/>
                  </a:lnTo>
                  <a:lnTo>
                    <a:pt x="2492626" y="3099020"/>
                  </a:lnTo>
                  <a:lnTo>
                    <a:pt x="2492752" y="3099020"/>
                  </a:lnTo>
                  <a:lnTo>
                    <a:pt x="2492878" y="3099020"/>
                  </a:lnTo>
                  <a:lnTo>
                    <a:pt x="2493004" y="3099020"/>
                  </a:lnTo>
                  <a:lnTo>
                    <a:pt x="2493004" y="3093740"/>
                  </a:lnTo>
                  <a:lnTo>
                    <a:pt x="2493130" y="3093740"/>
                  </a:lnTo>
                  <a:lnTo>
                    <a:pt x="2493256" y="3093740"/>
                  </a:lnTo>
                  <a:lnTo>
                    <a:pt x="2493382" y="3093740"/>
                  </a:lnTo>
                  <a:lnTo>
                    <a:pt x="2493508" y="3093740"/>
                  </a:lnTo>
                  <a:lnTo>
                    <a:pt x="2493634" y="3093740"/>
                  </a:lnTo>
                  <a:lnTo>
                    <a:pt x="2493760" y="3093740"/>
                  </a:lnTo>
                  <a:lnTo>
                    <a:pt x="2493886" y="3093740"/>
                  </a:lnTo>
                  <a:lnTo>
                    <a:pt x="2494013" y="3093740"/>
                  </a:lnTo>
                  <a:lnTo>
                    <a:pt x="2494139" y="3093740"/>
                  </a:lnTo>
                  <a:lnTo>
                    <a:pt x="2494265" y="3093740"/>
                  </a:lnTo>
                  <a:lnTo>
                    <a:pt x="2494391" y="3093740"/>
                  </a:lnTo>
                  <a:lnTo>
                    <a:pt x="2494517" y="3093740"/>
                  </a:lnTo>
                  <a:lnTo>
                    <a:pt x="2494643" y="3093740"/>
                  </a:lnTo>
                  <a:lnTo>
                    <a:pt x="2494769" y="3093740"/>
                  </a:lnTo>
                  <a:lnTo>
                    <a:pt x="2494895" y="3093740"/>
                  </a:lnTo>
                  <a:lnTo>
                    <a:pt x="2494895" y="3088461"/>
                  </a:lnTo>
                  <a:lnTo>
                    <a:pt x="2495021" y="3088461"/>
                  </a:lnTo>
                  <a:lnTo>
                    <a:pt x="2495147" y="3088461"/>
                  </a:lnTo>
                  <a:lnTo>
                    <a:pt x="2495273" y="3088461"/>
                  </a:lnTo>
                  <a:lnTo>
                    <a:pt x="2495400" y="3088461"/>
                  </a:lnTo>
                  <a:lnTo>
                    <a:pt x="2495526" y="3088461"/>
                  </a:lnTo>
                  <a:lnTo>
                    <a:pt x="2495652" y="3088461"/>
                  </a:lnTo>
                  <a:lnTo>
                    <a:pt x="2495778" y="3088461"/>
                  </a:lnTo>
                  <a:lnTo>
                    <a:pt x="2495904" y="3088461"/>
                  </a:lnTo>
                  <a:lnTo>
                    <a:pt x="2496030" y="3088461"/>
                  </a:lnTo>
                  <a:lnTo>
                    <a:pt x="2496156" y="3088461"/>
                  </a:lnTo>
                  <a:lnTo>
                    <a:pt x="2496282" y="3088461"/>
                  </a:lnTo>
                  <a:lnTo>
                    <a:pt x="2496408" y="3088461"/>
                  </a:lnTo>
                  <a:lnTo>
                    <a:pt x="2496534" y="3088461"/>
                  </a:lnTo>
                  <a:lnTo>
                    <a:pt x="2496660" y="3088461"/>
                  </a:lnTo>
                  <a:lnTo>
                    <a:pt x="2496786" y="3088461"/>
                  </a:lnTo>
                  <a:lnTo>
                    <a:pt x="2496913" y="3088461"/>
                  </a:lnTo>
                  <a:lnTo>
                    <a:pt x="2497039" y="3088461"/>
                  </a:lnTo>
                  <a:lnTo>
                    <a:pt x="2497165" y="3088461"/>
                  </a:lnTo>
                  <a:lnTo>
                    <a:pt x="2497291" y="3088461"/>
                  </a:lnTo>
                  <a:lnTo>
                    <a:pt x="2497417" y="3088461"/>
                  </a:lnTo>
                  <a:lnTo>
                    <a:pt x="2497543" y="3088461"/>
                  </a:lnTo>
                  <a:lnTo>
                    <a:pt x="2497669" y="3088461"/>
                  </a:lnTo>
                  <a:lnTo>
                    <a:pt x="2497795" y="3088461"/>
                  </a:lnTo>
                  <a:lnTo>
                    <a:pt x="2497921" y="3088461"/>
                  </a:lnTo>
                  <a:lnTo>
                    <a:pt x="2498047" y="3088461"/>
                  </a:lnTo>
                  <a:lnTo>
                    <a:pt x="2498173" y="3088461"/>
                  </a:lnTo>
                  <a:lnTo>
                    <a:pt x="2498300" y="3088461"/>
                  </a:lnTo>
                  <a:lnTo>
                    <a:pt x="2498426" y="3088461"/>
                  </a:lnTo>
                  <a:lnTo>
                    <a:pt x="2498552" y="3088461"/>
                  </a:lnTo>
                  <a:lnTo>
                    <a:pt x="2498678" y="3088461"/>
                  </a:lnTo>
                  <a:lnTo>
                    <a:pt x="2498804" y="3088461"/>
                  </a:lnTo>
                  <a:lnTo>
                    <a:pt x="2498930" y="3088461"/>
                  </a:lnTo>
                  <a:lnTo>
                    <a:pt x="2499056" y="3088461"/>
                  </a:lnTo>
                  <a:lnTo>
                    <a:pt x="2499182" y="3088461"/>
                  </a:lnTo>
                  <a:lnTo>
                    <a:pt x="2499308" y="3088461"/>
                  </a:lnTo>
                  <a:lnTo>
                    <a:pt x="2499434" y="3088461"/>
                  </a:lnTo>
                  <a:lnTo>
                    <a:pt x="2499560" y="3088461"/>
                  </a:lnTo>
                  <a:lnTo>
                    <a:pt x="2499687" y="3088461"/>
                  </a:lnTo>
                  <a:lnTo>
                    <a:pt x="2499813" y="3088461"/>
                  </a:lnTo>
                  <a:lnTo>
                    <a:pt x="2499939" y="3088461"/>
                  </a:lnTo>
                  <a:lnTo>
                    <a:pt x="2500065" y="3088461"/>
                  </a:lnTo>
                  <a:lnTo>
                    <a:pt x="2500191" y="3088461"/>
                  </a:lnTo>
                  <a:lnTo>
                    <a:pt x="2500317" y="3088461"/>
                  </a:lnTo>
                  <a:lnTo>
                    <a:pt x="2500443" y="3088461"/>
                  </a:lnTo>
                  <a:lnTo>
                    <a:pt x="2500569" y="3088461"/>
                  </a:lnTo>
                  <a:lnTo>
                    <a:pt x="2500695" y="3088461"/>
                  </a:lnTo>
                  <a:lnTo>
                    <a:pt x="2500821" y="3088461"/>
                  </a:lnTo>
                  <a:lnTo>
                    <a:pt x="2500947" y="3088461"/>
                  </a:lnTo>
                  <a:lnTo>
                    <a:pt x="2501073" y="3088461"/>
                  </a:lnTo>
                  <a:lnTo>
                    <a:pt x="2501200" y="3088461"/>
                  </a:lnTo>
                  <a:lnTo>
                    <a:pt x="2501326" y="3088461"/>
                  </a:lnTo>
                  <a:lnTo>
                    <a:pt x="2501452" y="3088461"/>
                  </a:lnTo>
                  <a:lnTo>
                    <a:pt x="2501578" y="3088461"/>
                  </a:lnTo>
                  <a:lnTo>
                    <a:pt x="2501704" y="3088461"/>
                  </a:lnTo>
                  <a:lnTo>
                    <a:pt x="2501830" y="3088461"/>
                  </a:lnTo>
                  <a:lnTo>
                    <a:pt x="2501956" y="3088461"/>
                  </a:lnTo>
                  <a:lnTo>
                    <a:pt x="2502082" y="3088461"/>
                  </a:lnTo>
                  <a:lnTo>
                    <a:pt x="2502208" y="3088461"/>
                  </a:lnTo>
                  <a:lnTo>
                    <a:pt x="2502334" y="3088461"/>
                  </a:lnTo>
                  <a:lnTo>
                    <a:pt x="2502460" y="3088461"/>
                  </a:lnTo>
                  <a:lnTo>
                    <a:pt x="2502587" y="3088461"/>
                  </a:lnTo>
                  <a:lnTo>
                    <a:pt x="2502713" y="3088461"/>
                  </a:lnTo>
                  <a:lnTo>
                    <a:pt x="2502839" y="3088461"/>
                  </a:lnTo>
                  <a:lnTo>
                    <a:pt x="2502965" y="3088461"/>
                  </a:lnTo>
                  <a:lnTo>
                    <a:pt x="2503091" y="3088461"/>
                  </a:lnTo>
                  <a:lnTo>
                    <a:pt x="2503217" y="3088461"/>
                  </a:lnTo>
                  <a:lnTo>
                    <a:pt x="2503343" y="3088461"/>
                  </a:lnTo>
                  <a:lnTo>
                    <a:pt x="2503469" y="3088461"/>
                  </a:lnTo>
                  <a:lnTo>
                    <a:pt x="2503595" y="3088461"/>
                  </a:lnTo>
                  <a:lnTo>
                    <a:pt x="2503721" y="3088461"/>
                  </a:lnTo>
                  <a:lnTo>
                    <a:pt x="2503847" y="3088461"/>
                  </a:lnTo>
                  <a:lnTo>
                    <a:pt x="2503973" y="3088461"/>
                  </a:lnTo>
                  <a:lnTo>
                    <a:pt x="2504100" y="3088461"/>
                  </a:lnTo>
                  <a:lnTo>
                    <a:pt x="2504226" y="3088461"/>
                  </a:lnTo>
                  <a:lnTo>
                    <a:pt x="2504352" y="3088461"/>
                  </a:lnTo>
                  <a:lnTo>
                    <a:pt x="2504478" y="3088461"/>
                  </a:lnTo>
                  <a:lnTo>
                    <a:pt x="2504604" y="3088461"/>
                  </a:lnTo>
                  <a:lnTo>
                    <a:pt x="2504730" y="3088461"/>
                  </a:lnTo>
                  <a:lnTo>
                    <a:pt x="2504856" y="3088461"/>
                  </a:lnTo>
                  <a:lnTo>
                    <a:pt x="2504982" y="3088461"/>
                  </a:lnTo>
                  <a:lnTo>
                    <a:pt x="2505108" y="3088461"/>
                  </a:lnTo>
                  <a:lnTo>
                    <a:pt x="2505234" y="3088461"/>
                  </a:lnTo>
                  <a:lnTo>
                    <a:pt x="2505360" y="3088461"/>
                  </a:lnTo>
                  <a:lnTo>
                    <a:pt x="2505487" y="3088461"/>
                  </a:lnTo>
                  <a:lnTo>
                    <a:pt x="2505613" y="3088461"/>
                  </a:lnTo>
                  <a:lnTo>
                    <a:pt x="2505739" y="3088461"/>
                  </a:lnTo>
                  <a:lnTo>
                    <a:pt x="2505865" y="3088461"/>
                  </a:lnTo>
                  <a:lnTo>
                    <a:pt x="2505991" y="3088461"/>
                  </a:lnTo>
                  <a:lnTo>
                    <a:pt x="2506117" y="3088461"/>
                  </a:lnTo>
                  <a:lnTo>
                    <a:pt x="2506243" y="3088461"/>
                  </a:lnTo>
                  <a:lnTo>
                    <a:pt x="2506369" y="3088461"/>
                  </a:lnTo>
                  <a:lnTo>
                    <a:pt x="2506369" y="3083182"/>
                  </a:lnTo>
                  <a:lnTo>
                    <a:pt x="2506495" y="3083182"/>
                  </a:lnTo>
                  <a:lnTo>
                    <a:pt x="2506621" y="3083182"/>
                  </a:lnTo>
                  <a:lnTo>
                    <a:pt x="2506747" y="3083182"/>
                  </a:lnTo>
                  <a:lnTo>
                    <a:pt x="2506874" y="3083182"/>
                  </a:lnTo>
                  <a:lnTo>
                    <a:pt x="2507000" y="3083182"/>
                  </a:lnTo>
                  <a:lnTo>
                    <a:pt x="2507126" y="3083182"/>
                  </a:lnTo>
                  <a:lnTo>
                    <a:pt x="2507252" y="3083182"/>
                  </a:lnTo>
                  <a:lnTo>
                    <a:pt x="2507378" y="3083182"/>
                  </a:lnTo>
                  <a:lnTo>
                    <a:pt x="2507504" y="3083182"/>
                  </a:lnTo>
                  <a:lnTo>
                    <a:pt x="2507630" y="3083182"/>
                  </a:lnTo>
                  <a:lnTo>
                    <a:pt x="2507756" y="3083182"/>
                  </a:lnTo>
                  <a:lnTo>
                    <a:pt x="2507882" y="3083182"/>
                  </a:lnTo>
                  <a:lnTo>
                    <a:pt x="2508008" y="3083182"/>
                  </a:lnTo>
                  <a:lnTo>
                    <a:pt x="2508134" y="3083182"/>
                  </a:lnTo>
                  <a:lnTo>
                    <a:pt x="2508260" y="3083182"/>
                  </a:lnTo>
                  <a:lnTo>
                    <a:pt x="2508387" y="3083182"/>
                  </a:lnTo>
                  <a:lnTo>
                    <a:pt x="2508513" y="3083182"/>
                  </a:lnTo>
                  <a:lnTo>
                    <a:pt x="2508639" y="3083182"/>
                  </a:lnTo>
                  <a:lnTo>
                    <a:pt x="2508765" y="3083182"/>
                  </a:lnTo>
                  <a:lnTo>
                    <a:pt x="2508891" y="3083182"/>
                  </a:lnTo>
                  <a:lnTo>
                    <a:pt x="2509017" y="3083182"/>
                  </a:lnTo>
                  <a:lnTo>
                    <a:pt x="2509143" y="3083182"/>
                  </a:lnTo>
                  <a:lnTo>
                    <a:pt x="2509269" y="3083182"/>
                  </a:lnTo>
                  <a:lnTo>
                    <a:pt x="2509395" y="3083182"/>
                  </a:lnTo>
                  <a:lnTo>
                    <a:pt x="2509521" y="3083182"/>
                  </a:lnTo>
                  <a:lnTo>
                    <a:pt x="2509647" y="3083182"/>
                  </a:lnTo>
                  <a:lnTo>
                    <a:pt x="2509774" y="3083182"/>
                  </a:lnTo>
                  <a:lnTo>
                    <a:pt x="2509900" y="3083182"/>
                  </a:lnTo>
                  <a:lnTo>
                    <a:pt x="2510026" y="3083182"/>
                  </a:lnTo>
                  <a:lnTo>
                    <a:pt x="2510152" y="3083182"/>
                  </a:lnTo>
                  <a:lnTo>
                    <a:pt x="2510278" y="3083182"/>
                  </a:lnTo>
                  <a:lnTo>
                    <a:pt x="2510404" y="3083182"/>
                  </a:lnTo>
                  <a:lnTo>
                    <a:pt x="2510530" y="3083182"/>
                  </a:lnTo>
                  <a:lnTo>
                    <a:pt x="2510656" y="3083182"/>
                  </a:lnTo>
                  <a:lnTo>
                    <a:pt x="2510782" y="3083182"/>
                  </a:lnTo>
                  <a:lnTo>
                    <a:pt x="2510908" y="3083182"/>
                  </a:lnTo>
                  <a:lnTo>
                    <a:pt x="2511034" y="3083182"/>
                  </a:lnTo>
                  <a:lnTo>
                    <a:pt x="2511160" y="3083182"/>
                  </a:lnTo>
                  <a:lnTo>
                    <a:pt x="2511287" y="3083182"/>
                  </a:lnTo>
                  <a:lnTo>
                    <a:pt x="2511413" y="3083182"/>
                  </a:lnTo>
                  <a:lnTo>
                    <a:pt x="2511539" y="3083182"/>
                  </a:lnTo>
                  <a:lnTo>
                    <a:pt x="2511665" y="3083182"/>
                  </a:lnTo>
                  <a:lnTo>
                    <a:pt x="2511791" y="3083182"/>
                  </a:lnTo>
                  <a:lnTo>
                    <a:pt x="2511917" y="3083182"/>
                  </a:lnTo>
                  <a:lnTo>
                    <a:pt x="2512043" y="3083182"/>
                  </a:lnTo>
                  <a:lnTo>
                    <a:pt x="2512169" y="3083182"/>
                  </a:lnTo>
                  <a:lnTo>
                    <a:pt x="2512295" y="3083182"/>
                  </a:lnTo>
                  <a:lnTo>
                    <a:pt x="2512421" y="3083182"/>
                  </a:lnTo>
                  <a:lnTo>
                    <a:pt x="2512547" y="3083182"/>
                  </a:lnTo>
                  <a:lnTo>
                    <a:pt x="2512674" y="3083182"/>
                  </a:lnTo>
                  <a:lnTo>
                    <a:pt x="2512800" y="3083182"/>
                  </a:lnTo>
                  <a:lnTo>
                    <a:pt x="2512926" y="3083182"/>
                  </a:lnTo>
                  <a:lnTo>
                    <a:pt x="2513052" y="3083182"/>
                  </a:lnTo>
                  <a:lnTo>
                    <a:pt x="2513178" y="3083182"/>
                  </a:lnTo>
                  <a:lnTo>
                    <a:pt x="2513304" y="3083182"/>
                  </a:lnTo>
                  <a:lnTo>
                    <a:pt x="2513430" y="3083182"/>
                  </a:lnTo>
                  <a:lnTo>
                    <a:pt x="2513556" y="3083182"/>
                  </a:lnTo>
                  <a:lnTo>
                    <a:pt x="2513682" y="3083182"/>
                  </a:lnTo>
                  <a:lnTo>
                    <a:pt x="2513808" y="3083182"/>
                  </a:lnTo>
                  <a:lnTo>
                    <a:pt x="2513934" y="3083182"/>
                  </a:lnTo>
                  <a:lnTo>
                    <a:pt x="2514060" y="3083182"/>
                  </a:lnTo>
                  <a:lnTo>
                    <a:pt x="2514187" y="3083182"/>
                  </a:lnTo>
                  <a:lnTo>
                    <a:pt x="2514313" y="3083182"/>
                  </a:lnTo>
                  <a:lnTo>
                    <a:pt x="2514439" y="3083182"/>
                  </a:lnTo>
                  <a:lnTo>
                    <a:pt x="2514565" y="3083182"/>
                  </a:lnTo>
                  <a:lnTo>
                    <a:pt x="2514691" y="3083182"/>
                  </a:lnTo>
                  <a:lnTo>
                    <a:pt x="2514817" y="3083182"/>
                  </a:lnTo>
                  <a:lnTo>
                    <a:pt x="2514943" y="3083182"/>
                  </a:lnTo>
                  <a:lnTo>
                    <a:pt x="2515069" y="3083182"/>
                  </a:lnTo>
                  <a:lnTo>
                    <a:pt x="2515195" y="3083182"/>
                  </a:lnTo>
                  <a:lnTo>
                    <a:pt x="2515321" y="3083182"/>
                  </a:lnTo>
                  <a:lnTo>
                    <a:pt x="2515447" y="3083182"/>
                  </a:lnTo>
                  <a:lnTo>
                    <a:pt x="2515574" y="3083182"/>
                  </a:lnTo>
                  <a:lnTo>
                    <a:pt x="2515700" y="3083182"/>
                  </a:lnTo>
                  <a:lnTo>
                    <a:pt x="2515826" y="3083182"/>
                  </a:lnTo>
                  <a:lnTo>
                    <a:pt x="2515952" y="3083182"/>
                  </a:lnTo>
                  <a:lnTo>
                    <a:pt x="2516078" y="3083182"/>
                  </a:lnTo>
                  <a:lnTo>
                    <a:pt x="2516204" y="3083182"/>
                  </a:lnTo>
                  <a:lnTo>
                    <a:pt x="2516330" y="3083182"/>
                  </a:lnTo>
                  <a:lnTo>
                    <a:pt x="2516456" y="3083182"/>
                  </a:lnTo>
                  <a:lnTo>
                    <a:pt x="2516582" y="3083182"/>
                  </a:lnTo>
                  <a:lnTo>
                    <a:pt x="2516708" y="3083182"/>
                  </a:lnTo>
                  <a:lnTo>
                    <a:pt x="2516834" y="3083182"/>
                  </a:lnTo>
                  <a:lnTo>
                    <a:pt x="2516961" y="3083182"/>
                  </a:lnTo>
                  <a:lnTo>
                    <a:pt x="2517087" y="3083182"/>
                  </a:lnTo>
                  <a:lnTo>
                    <a:pt x="2517213" y="3083182"/>
                  </a:lnTo>
                  <a:lnTo>
                    <a:pt x="2517339" y="3083182"/>
                  </a:lnTo>
                  <a:lnTo>
                    <a:pt x="2517465" y="3083182"/>
                  </a:lnTo>
                  <a:lnTo>
                    <a:pt x="2517591" y="3083182"/>
                  </a:lnTo>
                  <a:lnTo>
                    <a:pt x="2517717" y="3083182"/>
                  </a:lnTo>
                  <a:lnTo>
                    <a:pt x="2517843" y="3083182"/>
                  </a:lnTo>
                  <a:lnTo>
                    <a:pt x="2517969" y="3083182"/>
                  </a:lnTo>
                  <a:lnTo>
                    <a:pt x="2518095" y="3083182"/>
                  </a:lnTo>
                  <a:lnTo>
                    <a:pt x="2518221" y="3083182"/>
                  </a:lnTo>
                  <a:lnTo>
                    <a:pt x="2518347" y="3083182"/>
                  </a:lnTo>
                  <a:lnTo>
                    <a:pt x="2518474" y="3083182"/>
                  </a:lnTo>
                  <a:lnTo>
                    <a:pt x="2518600" y="3083182"/>
                  </a:lnTo>
                  <a:lnTo>
                    <a:pt x="2518726" y="3083182"/>
                  </a:lnTo>
                  <a:lnTo>
                    <a:pt x="2518852" y="3083182"/>
                  </a:lnTo>
                  <a:lnTo>
                    <a:pt x="2518978" y="3083182"/>
                  </a:lnTo>
                  <a:lnTo>
                    <a:pt x="2519104" y="3083182"/>
                  </a:lnTo>
                  <a:lnTo>
                    <a:pt x="2519230" y="3083182"/>
                  </a:lnTo>
                  <a:lnTo>
                    <a:pt x="2519356" y="3083182"/>
                  </a:lnTo>
                  <a:lnTo>
                    <a:pt x="2519482" y="3083182"/>
                  </a:lnTo>
                  <a:lnTo>
                    <a:pt x="2519608" y="3083182"/>
                  </a:lnTo>
                  <a:lnTo>
                    <a:pt x="2519734" y="3083182"/>
                  </a:lnTo>
                  <a:lnTo>
                    <a:pt x="2519861" y="3083182"/>
                  </a:lnTo>
                  <a:lnTo>
                    <a:pt x="2519987" y="3083182"/>
                  </a:lnTo>
                  <a:lnTo>
                    <a:pt x="2520113" y="3083182"/>
                  </a:lnTo>
                  <a:lnTo>
                    <a:pt x="2520239" y="3083182"/>
                  </a:lnTo>
                  <a:lnTo>
                    <a:pt x="2520365" y="3083182"/>
                  </a:lnTo>
                  <a:lnTo>
                    <a:pt x="2520491" y="3083182"/>
                  </a:lnTo>
                  <a:lnTo>
                    <a:pt x="2520617" y="3083182"/>
                  </a:lnTo>
                  <a:lnTo>
                    <a:pt x="2520743" y="3083182"/>
                  </a:lnTo>
                  <a:lnTo>
                    <a:pt x="2520869" y="3083182"/>
                  </a:lnTo>
                  <a:lnTo>
                    <a:pt x="2520995" y="3083182"/>
                  </a:lnTo>
                  <a:lnTo>
                    <a:pt x="2521121" y="3083182"/>
                  </a:lnTo>
                  <a:lnTo>
                    <a:pt x="2521247" y="3083182"/>
                  </a:lnTo>
                  <a:lnTo>
                    <a:pt x="2521374" y="3083182"/>
                  </a:lnTo>
                  <a:lnTo>
                    <a:pt x="2521500" y="3083182"/>
                  </a:lnTo>
                  <a:lnTo>
                    <a:pt x="2521626" y="3083182"/>
                  </a:lnTo>
                  <a:lnTo>
                    <a:pt x="2521752" y="3083182"/>
                  </a:lnTo>
                  <a:lnTo>
                    <a:pt x="2521878" y="3083182"/>
                  </a:lnTo>
                  <a:lnTo>
                    <a:pt x="2522004" y="3083182"/>
                  </a:lnTo>
                  <a:lnTo>
                    <a:pt x="2522130" y="3083182"/>
                  </a:lnTo>
                  <a:lnTo>
                    <a:pt x="2522256" y="3083182"/>
                  </a:lnTo>
                  <a:lnTo>
                    <a:pt x="2522382" y="3083182"/>
                  </a:lnTo>
                  <a:lnTo>
                    <a:pt x="2522508" y="3083182"/>
                  </a:lnTo>
                  <a:lnTo>
                    <a:pt x="2522634" y="3083182"/>
                  </a:lnTo>
                  <a:lnTo>
                    <a:pt x="2522634" y="3077902"/>
                  </a:lnTo>
                  <a:lnTo>
                    <a:pt x="2522761" y="3077902"/>
                  </a:lnTo>
                  <a:lnTo>
                    <a:pt x="2522887" y="3077902"/>
                  </a:lnTo>
                  <a:lnTo>
                    <a:pt x="2523013" y="3077902"/>
                  </a:lnTo>
                  <a:lnTo>
                    <a:pt x="2523139" y="3077902"/>
                  </a:lnTo>
                  <a:lnTo>
                    <a:pt x="2523265" y="3077902"/>
                  </a:lnTo>
                  <a:lnTo>
                    <a:pt x="2523391" y="3077902"/>
                  </a:lnTo>
                  <a:lnTo>
                    <a:pt x="2523517" y="3077902"/>
                  </a:lnTo>
                  <a:lnTo>
                    <a:pt x="2523643" y="3077902"/>
                  </a:lnTo>
                  <a:lnTo>
                    <a:pt x="2523769" y="3077902"/>
                  </a:lnTo>
                  <a:lnTo>
                    <a:pt x="2523895" y="3077902"/>
                  </a:lnTo>
                  <a:lnTo>
                    <a:pt x="2524021" y="3077902"/>
                  </a:lnTo>
                  <a:lnTo>
                    <a:pt x="2524148" y="3077902"/>
                  </a:lnTo>
                  <a:lnTo>
                    <a:pt x="2524274" y="3077902"/>
                  </a:lnTo>
                  <a:lnTo>
                    <a:pt x="2524400" y="3077902"/>
                  </a:lnTo>
                  <a:lnTo>
                    <a:pt x="2524526" y="3077902"/>
                  </a:lnTo>
                  <a:lnTo>
                    <a:pt x="2524652" y="3077902"/>
                  </a:lnTo>
                  <a:lnTo>
                    <a:pt x="2524778" y="3077902"/>
                  </a:lnTo>
                  <a:lnTo>
                    <a:pt x="2524904" y="3077902"/>
                  </a:lnTo>
                  <a:lnTo>
                    <a:pt x="2525030" y="3077902"/>
                  </a:lnTo>
                  <a:lnTo>
                    <a:pt x="2525156" y="3077902"/>
                  </a:lnTo>
                  <a:lnTo>
                    <a:pt x="2525282" y="3077902"/>
                  </a:lnTo>
                  <a:lnTo>
                    <a:pt x="2525408" y="3077902"/>
                  </a:lnTo>
                  <a:lnTo>
                    <a:pt x="2525534" y="3077902"/>
                  </a:lnTo>
                  <a:lnTo>
                    <a:pt x="2525661" y="3077902"/>
                  </a:lnTo>
                  <a:lnTo>
                    <a:pt x="2525787" y="3077902"/>
                  </a:lnTo>
                  <a:lnTo>
                    <a:pt x="2525913" y="3077902"/>
                  </a:lnTo>
                  <a:lnTo>
                    <a:pt x="2526039" y="3077902"/>
                  </a:lnTo>
                  <a:lnTo>
                    <a:pt x="2526165" y="3077902"/>
                  </a:lnTo>
                  <a:lnTo>
                    <a:pt x="2526291" y="3077902"/>
                  </a:lnTo>
                  <a:lnTo>
                    <a:pt x="2526417" y="3077902"/>
                  </a:lnTo>
                  <a:lnTo>
                    <a:pt x="2526543" y="3077902"/>
                  </a:lnTo>
                  <a:lnTo>
                    <a:pt x="2526669" y="3077902"/>
                  </a:lnTo>
                  <a:lnTo>
                    <a:pt x="2526795" y="3077902"/>
                  </a:lnTo>
                  <a:lnTo>
                    <a:pt x="2526921" y="3077902"/>
                  </a:lnTo>
                  <a:lnTo>
                    <a:pt x="2527048" y="3077902"/>
                  </a:lnTo>
                  <a:lnTo>
                    <a:pt x="2527174" y="3077902"/>
                  </a:lnTo>
                  <a:lnTo>
                    <a:pt x="2527300" y="3077902"/>
                  </a:lnTo>
                  <a:lnTo>
                    <a:pt x="2527426" y="3077902"/>
                  </a:lnTo>
                  <a:lnTo>
                    <a:pt x="2527552" y="3077902"/>
                  </a:lnTo>
                  <a:lnTo>
                    <a:pt x="2527678" y="3077902"/>
                  </a:lnTo>
                  <a:lnTo>
                    <a:pt x="2527804" y="3077902"/>
                  </a:lnTo>
                  <a:lnTo>
                    <a:pt x="2527930" y="3077902"/>
                  </a:lnTo>
                  <a:lnTo>
                    <a:pt x="2528056" y="3077902"/>
                  </a:lnTo>
                  <a:lnTo>
                    <a:pt x="2528182" y="3077902"/>
                  </a:lnTo>
                  <a:lnTo>
                    <a:pt x="2528308" y="3077902"/>
                  </a:lnTo>
                  <a:lnTo>
                    <a:pt x="2528434" y="3077902"/>
                  </a:lnTo>
                  <a:lnTo>
                    <a:pt x="2528561" y="3077902"/>
                  </a:lnTo>
                  <a:lnTo>
                    <a:pt x="2528687" y="3077902"/>
                  </a:lnTo>
                  <a:lnTo>
                    <a:pt x="2528813" y="3077902"/>
                  </a:lnTo>
                  <a:lnTo>
                    <a:pt x="2528939" y="3077902"/>
                  </a:lnTo>
                  <a:lnTo>
                    <a:pt x="2529065" y="3077902"/>
                  </a:lnTo>
                  <a:lnTo>
                    <a:pt x="2529191" y="3077902"/>
                  </a:lnTo>
                  <a:lnTo>
                    <a:pt x="2529317" y="3077902"/>
                  </a:lnTo>
                  <a:lnTo>
                    <a:pt x="2529443" y="3077902"/>
                  </a:lnTo>
                  <a:lnTo>
                    <a:pt x="2529569" y="3077902"/>
                  </a:lnTo>
                  <a:lnTo>
                    <a:pt x="2529695" y="3077902"/>
                  </a:lnTo>
                  <a:lnTo>
                    <a:pt x="2529821" y="3077902"/>
                  </a:lnTo>
                  <a:lnTo>
                    <a:pt x="2529821" y="3072623"/>
                  </a:lnTo>
                  <a:lnTo>
                    <a:pt x="2529948" y="3072623"/>
                  </a:lnTo>
                  <a:lnTo>
                    <a:pt x="2530074" y="3072623"/>
                  </a:lnTo>
                  <a:lnTo>
                    <a:pt x="2530200" y="3072623"/>
                  </a:lnTo>
                  <a:lnTo>
                    <a:pt x="2530326" y="3072623"/>
                  </a:lnTo>
                  <a:lnTo>
                    <a:pt x="2530452" y="3072623"/>
                  </a:lnTo>
                  <a:lnTo>
                    <a:pt x="2530578" y="3072623"/>
                  </a:lnTo>
                  <a:lnTo>
                    <a:pt x="2530704" y="3072623"/>
                  </a:lnTo>
                  <a:lnTo>
                    <a:pt x="2530830" y="3072623"/>
                  </a:lnTo>
                  <a:lnTo>
                    <a:pt x="2530956" y="3072623"/>
                  </a:lnTo>
                  <a:lnTo>
                    <a:pt x="2531082" y="3072623"/>
                  </a:lnTo>
                  <a:lnTo>
                    <a:pt x="2531208" y="3072623"/>
                  </a:lnTo>
                  <a:lnTo>
                    <a:pt x="2531335" y="3072623"/>
                  </a:lnTo>
                  <a:lnTo>
                    <a:pt x="2531461" y="3072623"/>
                  </a:lnTo>
                  <a:lnTo>
                    <a:pt x="2531587" y="3072623"/>
                  </a:lnTo>
                  <a:lnTo>
                    <a:pt x="2531713" y="3072623"/>
                  </a:lnTo>
                  <a:lnTo>
                    <a:pt x="2531839" y="3072623"/>
                  </a:lnTo>
                  <a:lnTo>
                    <a:pt x="2531965" y="3072623"/>
                  </a:lnTo>
                  <a:lnTo>
                    <a:pt x="2532091" y="3072623"/>
                  </a:lnTo>
                  <a:lnTo>
                    <a:pt x="2532217" y="3072623"/>
                  </a:lnTo>
                  <a:lnTo>
                    <a:pt x="2532343" y="3072623"/>
                  </a:lnTo>
                  <a:lnTo>
                    <a:pt x="2532469" y="3072623"/>
                  </a:lnTo>
                  <a:lnTo>
                    <a:pt x="2532595" y="3072623"/>
                  </a:lnTo>
                  <a:lnTo>
                    <a:pt x="2532721" y="3072623"/>
                  </a:lnTo>
                  <a:lnTo>
                    <a:pt x="2532848" y="3072623"/>
                  </a:lnTo>
                  <a:lnTo>
                    <a:pt x="2532974" y="3072623"/>
                  </a:lnTo>
                  <a:lnTo>
                    <a:pt x="2533100" y="3072623"/>
                  </a:lnTo>
                  <a:lnTo>
                    <a:pt x="2533226" y="3072623"/>
                  </a:lnTo>
                  <a:lnTo>
                    <a:pt x="2533352" y="3072623"/>
                  </a:lnTo>
                  <a:lnTo>
                    <a:pt x="2533478" y="3072623"/>
                  </a:lnTo>
                  <a:lnTo>
                    <a:pt x="2533604" y="3072623"/>
                  </a:lnTo>
                  <a:lnTo>
                    <a:pt x="2533730" y="3072623"/>
                  </a:lnTo>
                  <a:lnTo>
                    <a:pt x="2533856" y="3072623"/>
                  </a:lnTo>
                  <a:lnTo>
                    <a:pt x="2533982" y="3072623"/>
                  </a:lnTo>
                  <a:lnTo>
                    <a:pt x="2534108" y="3072623"/>
                  </a:lnTo>
                  <a:lnTo>
                    <a:pt x="2534235" y="3072623"/>
                  </a:lnTo>
                  <a:lnTo>
                    <a:pt x="2534361" y="3072623"/>
                  </a:lnTo>
                  <a:lnTo>
                    <a:pt x="2534487" y="3072623"/>
                  </a:lnTo>
                  <a:lnTo>
                    <a:pt x="2534613" y="3072623"/>
                  </a:lnTo>
                  <a:lnTo>
                    <a:pt x="2534739" y="3072623"/>
                  </a:lnTo>
                  <a:lnTo>
                    <a:pt x="2534865" y="3072623"/>
                  </a:lnTo>
                  <a:lnTo>
                    <a:pt x="2534991" y="3072623"/>
                  </a:lnTo>
                  <a:lnTo>
                    <a:pt x="2535117" y="3072623"/>
                  </a:lnTo>
                  <a:lnTo>
                    <a:pt x="2535243" y="3072623"/>
                  </a:lnTo>
                  <a:lnTo>
                    <a:pt x="2535369" y="3072623"/>
                  </a:lnTo>
                  <a:lnTo>
                    <a:pt x="2535495" y="3072623"/>
                  </a:lnTo>
                  <a:lnTo>
                    <a:pt x="2535621" y="3072623"/>
                  </a:lnTo>
                  <a:lnTo>
                    <a:pt x="2535748" y="3072623"/>
                  </a:lnTo>
                  <a:lnTo>
                    <a:pt x="2535874" y="3072623"/>
                  </a:lnTo>
                  <a:lnTo>
                    <a:pt x="2536000" y="3072623"/>
                  </a:lnTo>
                  <a:lnTo>
                    <a:pt x="2536126" y="3072623"/>
                  </a:lnTo>
                  <a:lnTo>
                    <a:pt x="2536252" y="3072623"/>
                  </a:lnTo>
                  <a:lnTo>
                    <a:pt x="2536378" y="3072623"/>
                  </a:lnTo>
                  <a:lnTo>
                    <a:pt x="2536504" y="3072623"/>
                  </a:lnTo>
                  <a:lnTo>
                    <a:pt x="2536630" y="3072623"/>
                  </a:lnTo>
                  <a:lnTo>
                    <a:pt x="2536756" y="3072623"/>
                  </a:lnTo>
                  <a:lnTo>
                    <a:pt x="2536882" y="3072623"/>
                  </a:lnTo>
                  <a:lnTo>
                    <a:pt x="2537008" y="3072623"/>
                  </a:lnTo>
                  <a:lnTo>
                    <a:pt x="2537135" y="3072623"/>
                  </a:lnTo>
                  <a:lnTo>
                    <a:pt x="2537261" y="3072623"/>
                  </a:lnTo>
                  <a:lnTo>
                    <a:pt x="2537387" y="3072623"/>
                  </a:lnTo>
                  <a:lnTo>
                    <a:pt x="2537513" y="3072623"/>
                  </a:lnTo>
                  <a:lnTo>
                    <a:pt x="2537639" y="3072623"/>
                  </a:lnTo>
                  <a:lnTo>
                    <a:pt x="2537765" y="3072623"/>
                  </a:lnTo>
                  <a:lnTo>
                    <a:pt x="2537891" y="3072623"/>
                  </a:lnTo>
                  <a:lnTo>
                    <a:pt x="2538017" y="3072623"/>
                  </a:lnTo>
                  <a:lnTo>
                    <a:pt x="2538143" y="3072623"/>
                  </a:lnTo>
                  <a:lnTo>
                    <a:pt x="2538269" y="3072623"/>
                  </a:lnTo>
                  <a:lnTo>
                    <a:pt x="2538395" y="3072623"/>
                  </a:lnTo>
                  <a:lnTo>
                    <a:pt x="2538521" y="3072623"/>
                  </a:lnTo>
                  <a:lnTo>
                    <a:pt x="2538648" y="3072623"/>
                  </a:lnTo>
                  <a:lnTo>
                    <a:pt x="2538774" y="3072623"/>
                  </a:lnTo>
                  <a:lnTo>
                    <a:pt x="2538900" y="3072623"/>
                  </a:lnTo>
                  <a:lnTo>
                    <a:pt x="2539026" y="3072623"/>
                  </a:lnTo>
                  <a:lnTo>
                    <a:pt x="2539152" y="3072623"/>
                  </a:lnTo>
                  <a:lnTo>
                    <a:pt x="2539278" y="3072623"/>
                  </a:lnTo>
                  <a:lnTo>
                    <a:pt x="2539404" y="3072623"/>
                  </a:lnTo>
                  <a:lnTo>
                    <a:pt x="2539530" y="3072623"/>
                  </a:lnTo>
                  <a:lnTo>
                    <a:pt x="2539656" y="3072623"/>
                  </a:lnTo>
                  <a:lnTo>
                    <a:pt x="2539782" y="3072623"/>
                  </a:lnTo>
                  <a:lnTo>
                    <a:pt x="2539908" y="3072623"/>
                  </a:lnTo>
                  <a:lnTo>
                    <a:pt x="2540035" y="3072623"/>
                  </a:lnTo>
                  <a:lnTo>
                    <a:pt x="2540161" y="3072623"/>
                  </a:lnTo>
                  <a:lnTo>
                    <a:pt x="2540287" y="3072623"/>
                  </a:lnTo>
                  <a:lnTo>
                    <a:pt x="2540413" y="3072623"/>
                  </a:lnTo>
                  <a:lnTo>
                    <a:pt x="2540539" y="3072623"/>
                  </a:lnTo>
                  <a:lnTo>
                    <a:pt x="2540665" y="3072623"/>
                  </a:lnTo>
                  <a:lnTo>
                    <a:pt x="2540791" y="3072623"/>
                  </a:lnTo>
                  <a:lnTo>
                    <a:pt x="2540917" y="3072623"/>
                  </a:lnTo>
                  <a:lnTo>
                    <a:pt x="2541043" y="3072623"/>
                  </a:lnTo>
                  <a:lnTo>
                    <a:pt x="2541043" y="3067343"/>
                  </a:lnTo>
                  <a:lnTo>
                    <a:pt x="2541169" y="3067343"/>
                  </a:lnTo>
                  <a:lnTo>
                    <a:pt x="2541295" y="3067343"/>
                  </a:lnTo>
                  <a:lnTo>
                    <a:pt x="2541422" y="3067343"/>
                  </a:lnTo>
                  <a:lnTo>
                    <a:pt x="2541548" y="3067343"/>
                  </a:lnTo>
                  <a:lnTo>
                    <a:pt x="2541674" y="3067343"/>
                  </a:lnTo>
                  <a:lnTo>
                    <a:pt x="2541800" y="3067343"/>
                  </a:lnTo>
                  <a:lnTo>
                    <a:pt x="2541926" y="3067343"/>
                  </a:lnTo>
                  <a:lnTo>
                    <a:pt x="2542052" y="3067343"/>
                  </a:lnTo>
                  <a:lnTo>
                    <a:pt x="2542178" y="3067343"/>
                  </a:lnTo>
                  <a:lnTo>
                    <a:pt x="2542304" y="3067343"/>
                  </a:lnTo>
                  <a:lnTo>
                    <a:pt x="2542430" y="3067343"/>
                  </a:lnTo>
                  <a:lnTo>
                    <a:pt x="2542556" y="3067343"/>
                  </a:lnTo>
                  <a:lnTo>
                    <a:pt x="2542682" y="3067343"/>
                  </a:lnTo>
                  <a:lnTo>
                    <a:pt x="2542808" y="3067343"/>
                  </a:lnTo>
                  <a:lnTo>
                    <a:pt x="2542935" y="3067343"/>
                  </a:lnTo>
                  <a:lnTo>
                    <a:pt x="2543061" y="3067343"/>
                  </a:lnTo>
                  <a:lnTo>
                    <a:pt x="2543187" y="3067343"/>
                  </a:lnTo>
                  <a:lnTo>
                    <a:pt x="2543313" y="3067343"/>
                  </a:lnTo>
                  <a:lnTo>
                    <a:pt x="2543439" y="3067343"/>
                  </a:lnTo>
                  <a:lnTo>
                    <a:pt x="2543565" y="3067343"/>
                  </a:lnTo>
                  <a:lnTo>
                    <a:pt x="2543691" y="3067343"/>
                  </a:lnTo>
                  <a:lnTo>
                    <a:pt x="2543817" y="3067343"/>
                  </a:lnTo>
                  <a:lnTo>
                    <a:pt x="2543943" y="3067343"/>
                  </a:lnTo>
                  <a:lnTo>
                    <a:pt x="2544069" y="3067343"/>
                  </a:lnTo>
                  <a:lnTo>
                    <a:pt x="2544195" y="3067343"/>
                  </a:lnTo>
                  <a:lnTo>
                    <a:pt x="2544322" y="3067343"/>
                  </a:lnTo>
                  <a:lnTo>
                    <a:pt x="2544448" y="3067343"/>
                  </a:lnTo>
                  <a:lnTo>
                    <a:pt x="2544574" y="3067343"/>
                  </a:lnTo>
                  <a:lnTo>
                    <a:pt x="2544700" y="3067343"/>
                  </a:lnTo>
                  <a:lnTo>
                    <a:pt x="2544826" y="3067343"/>
                  </a:lnTo>
                  <a:lnTo>
                    <a:pt x="2544952" y="3067343"/>
                  </a:lnTo>
                  <a:lnTo>
                    <a:pt x="2545078" y="3067343"/>
                  </a:lnTo>
                  <a:lnTo>
                    <a:pt x="2545204" y="3067343"/>
                  </a:lnTo>
                  <a:lnTo>
                    <a:pt x="2545330" y="3067343"/>
                  </a:lnTo>
                  <a:lnTo>
                    <a:pt x="2545456" y="3067343"/>
                  </a:lnTo>
                  <a:lnTo>
                    <a:pt x="2545582" y="3067343"/>
                  </a:lnTo>
                  <a:lnTo>
                    <a:pt x="2545708" y="3067343"/>
                  </a:lnTo>
                  <a:lnTo>
                    <a:pt x="2545835" y="3067343"/>
                  </a:lnTo>
                  <a:lnTo>
                    <a:pt x="2545961" y="3067343"/>
                  </a:lnTo>
                  <a:lnTo>
                    <a:pt x="2546087" y="3067343"/>
                  </a:lnTo>
                  <a:lnTo>
                    <a:pt x="2546213" y="3067343"/>
                  </a:lnTo>
                  <a:lnTo>
                    <a:pt x="2546339" y="3067343"/>
                  </a:lnTo>
                  <a:lnTo>
                    <a:pt x="2546465" y="3067343"/>
                  </a:lnTo>
                  <a:lnTo>
                    <a:pt x="2546591" y="3067343"/>
                  </a:lnTo>
                  <a:lnTo>
                    <a:pt x="2546717" y="3067343"/>
                  </a:lnTo>
                  <a:lnTo>
                    <a:pt x="2546717" y="3062064"/>
                  </a:lnTo>
                  <a:lnTo>
                    <a:pt x="2546843" y="3062064"/>
                  </a:lnTo>
                  <a:lnTo>
                    <a:pt x="2546969" y="3062064"/>
                  </a:lnTo>
                  <a:lnTo>
                    <a:pt x="2547095" y="3062064"/>
                  </a:lnTo>
                  <a:lnTo>
                    <a:pt x="2547222" y="3062064"/>
                  </a:lnTo>
                  <a:lnTo>
                    <a:pt x="2547348" y="3062064"/>
                  </a:lnTo>
                  <a:lnTo>
                    <a:pt x="2547474" y="3062064"/>
                  </a:lnTo>
                  <a:lnTo>
                    <a:pt x="2547600" y="3062064"/>
                  </a:lnTo>
                  <a:lnTo>
                    <a:pt x="2547726" y="3062064"/>
                  </a:lnTo>
                  <a:lnTo>
                    <a:pt x="2547852" y="3062064"/>
                  </a:lnTo>
                  <a:lnTo>
                    <a:pt x="2547978" y="3062064"/>
                  </a:lnTo>
                  <a:lnTo>
                    <a:pt x="2548104" y="3062064"/>
                  </a:lnTo>
                  <a:lnTo>
                    <a:pt x="2548230" y="3062064"/>
                  </a:lnTo>
                  <a:lnTo>
                    <a:pt x="2548356" y="3062064"/>
                  </a:lnTo>
                  <a:lnTo>
                    <a:pt x="2548482" y="3062064"/>
                  </a:lnTo>
                  <a:lnTo>
                    <a:pt x="2548609" y="3062064"/>
                  </a:lnTo>
                  <a:lnTo>
                    <a:pt x="2548735" y="3062064"/>
                  </a:lnTo>
                  <a:lnTo>
                    <a:pt x="2548861" y="3062064"/>
                  </a:lnTo>
                  <a:lnTo>
                    <a:pt x="2548987" y="3062064"/>
                  </a:lnTo>
                  <a:lnTo>
                    <a:pt x="2549113" y="3062064"/>
                  </a:lnTo>
                  <a:lnTo>
                    <a:pt x="2549239" y="3062064"/>
                  </a:lnTo>
                  <a:lnTo>
                    <a:pt x="2549365" y="3062064"/>
                  </a:lnTo>
                  <a:lnTo>
                    <a:pt x="2549491" y="3062064"/>
                  </a:lnTo>
                  <a:lnTo>
                    <a:pt x="2549617" y="3062064"/>
                  </a:lnTo>
                  <a:lnTo>
                    <a:pt x="2549743" y="3062064"/>
                  </a:lnTo>
                  <a:lnTo>
                    <a:pt x="2549869" y="3062064"/>
                  </a:lnTo>
                  <a:lnTo>
                    <a:pt x="2549995" y="3062064"/>
                  </a:lnTo>
                  <a:lnTo>
                    <a:pt x="2550122" y="3062064"/>
                  </a:lnTo>
                  <a:lnTo>
                    <a:pt x="2550248" y="3062064"/>
                  </a:lnTo>
                  <a:lnTo>
                    <a:pt x="2550374" y="3062064"/>
                  </a:lnTo>
                  <a:lnTo>
                    <a:pt x="2550500" y="3062064"/>
                  </a:lnTo>
                  <a:lnTo>
                    <a:pt x="2550626" y="3062064"/>
                  </a:lnTo>
                  <a:lnTo>
                    <a:pt x="2550752" y="3062064"/>
                  </a:lnTo>
                  <a:lnTo>
                    <a:pt x="2550878" y="3062064"/>
                  </a:lnTo>
                  <a:lnTo>
                    <a:pt x="2551004" y="3062064"/>
                  </a:lnTo>
                  <a:lnTo>
                    <a:pt x="2551130" y="3062064"/>
                  </a:lnTo>
                  <a:lnTo>
                    <a:pt x="2551256" y="3062064"/>
                  </a:lnTo>
                  <a:lnTo>
                    <a:pt x="2551382" y="3062064"/>
                  </a:lnTo>
                  <a:lnTo>
                    <a:pt x="2551509" y="3062064"/>
                  </a:lnTo>
                  <a:lnTo>
                    <a:pt x="2551635" y="3062064"/>
                  </a:lnTo>
                  <a:lnTo>
                    <a:pt x="2551761" y="3062064"/>
                  </a:lnTo>
                  <a:lnTo>
                    <a:pt x="2551887" y="3062064"/>
                  </a:lnTo>
                  <a:lnTo>
                    <a:pt x="2552013" y="3062064"/>
                  </a:lnTo>
                  <a:lnTo>
                    <a:pt x="2552139" y="3062064"/>
                  </a:lnTo>
                  <a:lnTo>
                    <a:pt x="2552265" y="3062064"/>
                  </a:lnTo>
                  <a:lnTo>
                    <a:pt x="2552391" y="3062064"/>
                  </a:lnTo>
                  <a:lnTo>
                    <a:pt x="2552517" y="3062064"/>
                  </a:lnTo>
                  <a:lnTo>
                    <a:pt x="2552643" y="3062064"/>
                  </a:lnTo>
                  <a:lnTo>
                    <a:pt x="2552769" y="3062064"/>
                  </a:lnTo>
                  <a:lnTo>
                    <a:pt x="2552895" y="3062064"/>
                  </a:lnTo>
                  <a:lnTo>
                    <a:pt x="2553022" y="3062064"/>
                  </a:lnTo>
                  <a:lnTo>
                    <a:pt x="2553148" y="3062064"/>
                  </a:lnTo>
                  <a:lnTo>
                    <a:pt x="2553274" y="3062064"/>
                  </a:lnTo>
                  <a:lnTo>
                    <a:pt x="2553400" y="3062064"/>
                  </a:lnTo>
                  <a:lnTo>
                    <a:pt x="2553526" y="3062064"/>
                  </a:lnTo>
                  <a:lnTo>
                    <a:pt x="2553652" y="3062064"/>
                  </a:lnTo>
                  <a:lnTo>
                    <a:pt x="2553778" y="3062064"/>
                  </a:lnTo>
                  <a:lnTo>
                    <a:pt x="2553904" y="3062064"/>
                  </a:lnTo>
                  <a:lnTo>
                    <a:pt x="2554030" y="3062064"/>
                  </a:lnTo>
                  <a:lnTo>
                    <a:pt x="2554156" y="3062064"/>
                  </a:lnTo>
                  <a:lnTo>
                    <a:pt x="2554282" y="3062064"/>
                  </a:lnTo>
                  <a:lnTo>
                    <a:pt x="2554409" y="3062064"/>
                  </a:lnTo>
                  <a:lnTo>
                    <a:pt x="2554535" y="3062064"/>
                  </a:lnTo>
                  <a:lnTo>
                    <a:pt x="2554661" y="3062064"/>
                  </a:lnTo>
                  <a:lnTo>
                    <a:pt x="2554787" y="3062064"/>
                  </a:lnTo>
                  <a:lnTo>
                    <a:pt x="2554913" y="3062064"/>
                  </a:lnTo>
                  <a:lnTo>
                    <a:pt x="2555039" y="3062064"/>
                  </a:lnTo>
                  <a:lnTo>
                    <a:pt x="2555165" y="3062064"/>
                  </a:lnTo>
                  <a:lnTo>
                    <a:pt x="2555291" y="3062064"/>
                  </a:lnTo>
                  <a:lnTo>
                    <a:pt x="2555417" y="3062064"/>
                  </a:lnTo>
                  <a:lnTo>
                    <a:pt x="2555543" y="3062064"/>
                  </a:lnTo>
                  <a:lnTo>
                    <a:pt x="2555669" y="3062064"/>
                  </a:lnTo>
                  <a:lnTo>
                    <a:pt x="2555796" y="3062064"/>
                  </a:lnTo>
                  <a:lnTo>
                    <a:pt x="2555922" y="3062064"/>
                  </a:lnTo>
                  <a:lnTo>
                    <a:pt x="2556048" y="3062064"/>
                  </a:lnTo>
                  <a:lnTo>
                    <a:pt x="2556174" y="3062064"/>
                  </a:lnTo>
                  <a:lnTo>
                    <a:pt x="2556300" y="3062064"/>
                  </a:lnTo>
                  <a:lnTo>
                    <a:pt x="2556426" y="3062064"/>
                  </a:lnTo>
                  <a:lnTo>
                    <a:pt x="2556552" y="3062064"/>
                  </a:lnTo>
                  <a:lnTo>
                    <a:pt x="2556678" y="3062064"/>
                  </a:lnTo>
                  <a:lnTo>
                    <a:pt x="2556804" y="3062064"/>
                  </a:lnTo>
                  <a:lnTo>
                    <a:pt x="2556930" y="3062064"/>
                  </a:lnTo>
                  <a:lnTo>
                    <a:pt x="2557056" y="3062064"/>
                  </a:lnTo>
                  <a:lnTo>
                    <a:pt x="2557182" y="3062064"/>
                  </a:lnTo>
                  <a:lnTo>
                    <a:pt x="2557309" y="3062064"/>
                  </a:lnTo>
                  <a:lnTo>
                    <a:pt x="2557435" y="3062064"/>
                  </a:lnTo>
                  <a:lnTo>
                    <a:pt x="2557561" y="3062064"/>
                  </a:lnTo>
                  <a:lnTo>
                    <a:pt x="2557687" y="3062064"/>
                  </a:lnTo>
                  <a:lnTo>
                    <a:pt x="2557813" y="3062064"/>
                  </a:lnTo>
                  <a:lnTo>
                    <a:pt x="2557939" y="3062064"/>
                  </a:lnTo>
                  <a:lnTo>
                    <a:pt x="2558065" y="3062064"/>
                  </a:lnTo>
                  <a:lnTo>
                    <a:pt x="2558191" y="3062064"/>
                  </a:lnTo>
                  <a:lnTo>
                    <a:pt x="2558317" y="3062064"/>
                  </a:lnTo>
                  <a:lnTo>
                    <a:pt x="2558443" y="3062064"/>
                  </a:lnTo>
                  <a:lnTo>
                    <a:pt x="2558569" y="3062064"/>
                  </a:lnTo>
                  <a:lnTo>
                    <a:pt x="2558696" y="3062064"/>
                  </a:lnTo>
                  <a:lnTo>
                    <a:pt x="2558822" y="3062064"/>
                  </a:lnTo>
                  <a:lnTo>
                    <a:pt x="2558948" y="3062064"/>
                  </a:lnTo>
                  <a:lnTo>
                    <a:pt x="2559074" y="3062064"/>
                  </a:lnTo>
                  <a:lnTo>
                    <a:pt x="2559200" y="3062064"/>
                  </a:lnTo>
                  <a:lnTo>
                    <a:pt x="2559200" y="3056784"/>
                  </a:lnTo>
                  <a:lnTo>
                    <a:pt x="2559326" y="3056784"/>
                  </a:lnTo>
                  <a:lnTo>
                    <a:pt x="2559452" y="3056784"/>
                  </a:lnTo>
                  <a:lnTo>
                    <a:pt x="2559578" y="3056784"/>
                  </a:lnTo>
                  <a:lnTo>
                    <a:pt x="2559704" y="3056784"/>
                  </a:lnTo>
                  <a:lnTo>
                    <a:pt x="2559830" y="3056784"/>
                  </a:lnTo>
                  <a:lnTo>
                    <a:pt x="2559956" y="3056784"/>
                  </a:lnTo>
                  <a:lnTo>
                    <a:pt x="2560082" y="3056784"/>
                  </a:lnTo>
                  <a:lnTo>
                    <a:pt x="2560209" y="3056784"/>
                  </a:lnTo>
                  <a:lnTo>
                    <a:pt x="2560335" y="3056784"/>
                  </a:lnTo>
                  <a:lnTo>
                    <a:pt x="2560461" y="3056784"/>
                  </a:lnTo>
                  <a:lnTo>
                    <a:pt x="2560587" y="3056784"/>
                  </a:lnTo>
                  <a:lnTo>
                    <a:pt x="2560713" y="3056784"/>
                  </a:lnTo>
                  <a:lnTo>
                    <a:pt x="2560839" y="3056784"/>
                  </a:lnTo>
                  <a:lnTo>
                    <a:pt x="2560965" y="3056784"/>
                  </a:lnTo>
                  <a:lnTo>
                    <a:pt x="2561091" y="3056784"/>
                  </a:lnTo>
                  <a:lnTo>
                    <a:pt x="2561217" y="3056784"/>
                  </a:lnTo>
                  <a:lnTo>
                    <a:pt x="2561343" y="3056784"/>
                  </a:lnTo>
                  <a:lnTo>
                    <a:pt x="2561469" y="3056784"/>
                  </a:lnTo>
                  <a:lnTo>
                    <a:pt x="2561596" y="3056784"/>
                  </a:lnTo>
                  <a:lnTo>
                    <a:pt x="2561722" y="3056784"/>
                  </a:lnTo>
                  <a:lnTo>
                    <a:pt x="2561848" y="3056784"/>
                  </a:lnTo>
                  <a:lnTo>
                    <a:pt x="2561974" y="3056784"/>
                  </a:lnTo>
                  <a:lnTo>
                    <a:pt x="2562100" y="3056784"/>
                  </a:lnTo>
                  <a:lnTo>
                    <a:pt x="2562226" y="3056784"/>
                  </a:lnTo>
                  <a:lnTo>
                    <a:pt x="2562352" y="3056784"/>
                  </a:lnTo>
                  <a:lnTo>
                    <a:pt x="2562478" y="3056784"/>
                  </a:lnTo>
                  <a:lnTo>
                    <a:pt x="2562604" y="3056784"/>
                  </a:lnTo>
                  <a:lnTo>
                    <a:pt x="2562730" y="3056784"/>
                  </a:lnTo>
                  <a:lnTo>
                    <a:pt x="2562856" y="3056784"/>
                  </a:lnTo>
                  <a:lnTo>
                    <a:pt x="2562982" y="3056784"/>
                  </a:lnTo>
                  <a:lnTo>
                    <a:pt x="2563109" y="3056784"/>
                  </a:lnTo>
                  <a:lnTo>
                    <a:pt x="2563235" y="3056784"/>
                  </a:lnTo>
                  <a:lnTo>
                    <a:pt x="2563361" y="3056784"/>
                  </a:lnTo>
                  <a:lnTo>
                    <a:pt x="2563487" y="3056784"/>
                  </a:lnTo>
                  <a:lnTo>
                    <a:pt x="2563613" y="3056784"/>
                  </a:lnTo>
                  <a:lnTo>
                    <a:pt x="2563739" y="3056784"/>
                  </a:lnTo>
                  <a:lnTo>
                    <a:pt x="2563865" y="3056784"/>
                  </a:lnTo>
                  <a:lnTo>
                    <a:pt x="2563991" y="3056784"/>
                  </a:lnTo>
                  <a:lnTo>
                    <a:pt x="2564117" y="3056784"/>
                  </a:lnTo>
                  <a:lnTo>
                    <a:pt x="2564243" y="3056784"/>
                  </a:lnTo>
                  <a:lnTo>
                    <a:pt x="2564369" y="3056784"/>
                  </a:lnTo>
                  <a:lnTo>
                    <a:pt x="2564496" y="3056784"/>
                  </a:lnTo>
                  <a:lnTo>
                    <a:pt x="2564622" y="3056784"/>
                  </a:lnTo>
                  <a:lnTo>
                    <a:pt x="2564748" y="3056784"/>
                  </a:lnTo>
                  <a:lnTo>
                    <a:pt x="2564874" y="3056784"/>
                  </a:lnTo>
                  <a:lnTo>
                    <a:pt x="2565000" y="3056784"/>
                  </a:lnTo>
                  <a:lnTo>
                    <a:pt x="2565126" y="3056784"/>
                  </a:lnTo>
                  <a:lnTo>
                    <a:pt x="2565252" y="3056784"/>
                  </a:lnTo>
                  <a:lnTo>
                    <a:pt x="2565378" y="3056784"/>
                  </a:lnTo>
                  <a:lnTo>
                    <a:pt x="2565504" y="3056784"/>
                  </a:lnTo>
                  <a:lnTo>
                    <a:pt x="2565630" y="3056784"/>
                  </a:lnTo>
                  <a:lnTo>
                    <a:pt x="2565756" y="3056784"/>
                  </a:lnTo>
                  <a:lnTo>
                    <a:pt x="2565883" y="3056784"/>
                  </a:lnTo>
                  <a:lnTo>
                    <a:pt x="2566009" y="3056784"/>
                  </a:lnTo>
                  <a:lnTo>
                    <a:pt x="2566135" y="3056784"/>
                  </a:lnTo>
                  <a:lnTo>
                    <a:pt x="2566261" y="3056784"/>
                  </a:lnTo>
                  <a:lnTo>
                    <a:pt x="2566387" y="3056784"/>
                  </a:lnTo>
                  <a:lnTo>
                    <a:pt x="2566513" y="3056784"/>
                  </a:lnTo>
                  <a:lnTo>
                    <a:pt x="2566639" y="3056784"/>
                  </a:lnTo>
                  <a:lnTo>
                    <a:pt x="2566765" y="3056784"/>
                  </a:lnTo>
                  <a:lnTo>
                    <a:pt x="2566891" y="3056784"/>
                  </a:lnTo>
                  <a:lnTo>
                    <a:pt x="2567017" y="3056784"/>
                  </a:lnTo>
                  <a:lnTo>
                    <a:pt x="2567017" y="3051505"/>
                  </a:lnTo>
                  <a:lnTo>
                    <a:pt x="2567143" y="3051505"/>
                  </a:lnTo>
                  <a:lnTo>
                    <a:pt x="2567269" y="3051505"/>
                  </a:lnTo>
                  <a:lnTo>
                    <a:pt x="2567396" y="3051505"/>
                  </a:lnTo>
                  <a:lnTo>
                    <a:pt x="2567522" y="3051505"/>
                  </a:lnTo>
                  <a:lnTo>
                    <a:pt x="2567648" y="3051505"/>
                  </a:lnTo>
                  <a:lnTo>
                    <a:pt x="2567774" y="3051505"/>
                  </a:lnTo>
                  <a:lnTo>
                    <a:pt x="2567900" y="3051505"/>
                  </a:lnTo>
                  <a:lnTo>
                    <a:pt x="2568026" y="3051505"/>
                  </a:lnTo>
                  <a:lnTo>
                    <a:pt x="2568152" y="3051505"/>
                  </a:lnTo>
                  <a:lnTo>
                    <a:pt x="2568278" y="3051505"/>
                  </a:lnTo>
                  <a:lnTo>
                    <a:pt x="2568404" y="3051505"/>
                  </a:lnTo>
                  <a:lnTo>
                    <a:pt x="2568530" y="3051505"/>
                  </a:lnTo>
                  <a:lnTo>
                    <a:pt x="2568656" y="3051505"/>
                  </a:lnTo>
                  <a:lnTo>
                    <a:pt x="2568783" y="3051505"/>
                  </a:lnTo>
                  <a:lnTo>
                    <a:pt x="2568909" y="3051505"/>
                  </a:lnTo>
                  <a:lnTo>
                    <a:pt x="2569035" y="3051505"/>
                  </a:lnTo>
                  <a:lnTo>
                    <a:pt x="2569161" y="3051505"/>
                  </a:lnTo>
                  <a:lnTo>
                    <a:pt x="2569287" y="3051505"/>
                  </a:lnTo>
                  <a:lnTo>
                    <a:pt x="2569413" y="3051505"/>
                  </a:lnTo>
                  <a:lnTo>
                    <a:pt x="2569539" y="3051505"/>
                  </a:lnTo>
                  <a:lnTo>
                    <a:pt x="2569665" y="3051505"/>
                  </a:lnTo>
                  <a:lnTo>
                    <a:pt x="2569791" y="3051505"/>
                  </a:lnTo>
                  <a:lnTo>
                    <a:pt x="2569917" y="3051505"/>
                  </a:lnTo>
                  <a:lnTo>
                    <a:pt x="2570043" y="3051505"/>
                  </a:lnTo>
                  <a:lnTo>
                    <a:pt x="2570169" y="3051505"/>
                  </a:lnTo>
                  <a:lnTo>
                    <a:pt x="2570296" y="3051505"/>
                  </a:lnTo>
                  <a:lnTo>
                    <a:pt x="2570422" y="3051505"/>
                  </a:lnTo>
                  <a:lnTo>
                    <a:pt x="2570548" y="3051505"/>
                  </a:lnTo>
                  <a:lnTo>
                    <a:pt x="2570674" y="3051505"/>
                  </a:lnTo>
                  <a:lnTo>
                    <a:pt x="2570800" y="3051505"/>
                  </a:lnTo>
                  <a:lnTo>
                    <a:pt x="2570926" y="3051505"/>
                  </a:lnTo>
                  <a:lnTo>
                    <a:pt x="2571052" y="3051505"/>
                  </a:lnTo>
                  <a:lnTo>
                    <a:pt x="2571178" y="3051505"/>
                  </a:lnTo>
                  <a:lnTo>
                    <a:pt x="2571304" y="3051505"/>
                  </a:lnTo>
                  <a:lnTo>
                    <a:pt x="2571430" y="3051505"/>
                  </a:lnTo>
                  <a:lnTo>
                    <a:pt x="2571556" y="3051505"/>
                  </a:lnTo>
                  <a:lnTo>
                    <a:pt x="2571683" y="3051505"/>
                  </a:lnTo>
                  <a:lnTo>
                    <a:pt x="2571809" y="3051505"/>
                  </a:lnTo>
                  <a:lnTo>
                    <a:pt x="2571935" y="3051505"/>
                  </a:lnTo>
                  <a:lnTo>
                    <a:pt x="2572061" y="3051505"/>
                  </a:lnTo>
                  <a:lnTo>
                    <a:pt x="2572187" y="3051505"/>
                  </a:lnTo>
                  <a:lnTo>
                    <a:pt x="2572313" y="3051505"/>
                  </a:lnTo>
                  <a:lnTo>
                    <a:pt x="2572439" y="3051505"/>
                  </a:lnTo>
                  <a:lnTo>
                    <a:pt x="2572565" y="3051505"/>
                  </a:lnTo>
                  <a:lnTo>
                    <a:pt x="2572691" y="3051505"/>
                  </a:lnTo>
                  <a:lnTo>
                    <a:pt x="2572817" y="3051505"/>
                  </a:lnTo>
                  <a:lnTo>
                    <a:pt x="2572943" y="3051505"/>
                  </a:lnTo>
                  <a:lnTo>
                    <a:pt x="2573070" y="3051505"/>
                  </a:lnTo>
                  <a:lnTo>
                    <a:pt x="2573196" y="3051505"/>
                  </a:lnTo>
                  <a:lnTo>
                    <a:pt x="2573322" y="3051505"/>
                  </a:lnTo>
                  <a:lnTo>
                    <a:pt x="2573448" y="3051505"/>
                  </a:lnTo>
                  <a:lnTo>
                    <a:pt x="2573574" y="3051505"/>
                  </a:lnTo>
                  <a:lnTo>
                    <a:pt x="2573700" y="3051505"/>
                  </a:lnTo>
                  <a:lnTo>
                    <a:pt x="2573826" y="3051505"/>
                  </a:lnTo>
                  <a:lnTo>
                    <a:pt x="2573952" y="3051505"/>
                  </a:lnTo>
                  <a:lnTo>
                    <a:pt x="2574078" y="3051505"/>
                  </a:lnTo>
                  <a:lnTo>
                    <a:pt x="2574204" y="3051505"/>
                  </a:lnTo>
                  <a:lnTo>
                    <a:pt x="2574330" y="3051505"/>
                  </a:lnTo>
                  <a:lnTo>
                    <a:pt x="2574456" y="3051505"/>
                  </a:lnTo>
                  <a:lnTo>
                    <a:pt x="2574583" y="3051505"/>
                  </a:lnTo>
                  <a:lnTo>
                    <a:pt x="2574583" y="3046226"/>
                  </a:lnTo>
                  <a:lnTo>
                    <a:pt x="2574709" y="3046226"/>
                  </a:lnTo>
                  <a:lnTo>
                    <a:pt x="2574835" y="3046226"/>
                  </a:lnTo>
                  <a:lnTo>
                    <a:pt x="2574961" y="3046226"/>
                  </a:lnTo>
                  <a:lnTo>
                    <a:pt x="2575087" y="3046226"/>
                  </a:lnTo>
                  <a:lnTo>
                    <a:pt x="2575213" y="3046226"/>
                  </a:lnTo>
                  <a:lnTo>
                    <a:pt x="2575339" y="3046226"/>
                  </a:lnTo>
                  <a:lnTo>
                    <a:pt x="2575465" y="3046226"/>
                  </a:lnTo>
                  <a:lnTo>
                    <a:pt x="2575591" y="3046226"/>
                  </a:lnTo>
                  <a:lnTo>
                    <a:pt x="2575717" y="3046226"/>
                  </a:lnTo>
                  <a:lnTo>
                    <a:pt x="2575843" y="3046226"/>
                  </a:lnTo>
                  <a:lnTo>
                    <a:pt x="2575970" y="3046226"/>
                  </a:lnTo>
                  <a:lnTo>
                    <a:pt x="2576096" y="3046226"/>
                  </a:lnTo>
                  <a:lnTo>
                    <a:pt x="2576222" y="3046226"/>
                  </a:lnTo>
                  <a:lnTo>
                    <a:pt x="2576348" y="3046226"/>
                  </a:lnTo>
                  <a:lnTo>
                    <a:pt x="2576474" y="3046226"/>
                  </a:lnTo>
                  <a:lnTo>
                    <a:pt x="2576474" y="3040946"/>
                  </a:lnTo>
                  <a:lnTo>
                    <a:pt x="2576600" y="3040946"/>
                  </a:lnTo>
                  <a:lnTo>
                    <a:pt x="2576726" y="3040946"/>
                  </a:lnTo>
                  <a:lnTo>
                    <a:pt x="2576852" y="3040946"/>
                  </a:lnTo>
                  <a:lnTo>
                    <a:pt x="2576978" y="3040946"/>
                  </a:lnTo>
                  <a:lnTo>
                    <a:pt x="2576978" y="3035667"/>
                  </a:lnTo>
                  <a:lnTo>
                    <a:pt x="2577104" y="3035667"/>
                  </a:lnTo>
                  <a:lnTo>
                    <a:pt x="2577230" y="3035667"/>
                  </a:lnTo>
                  <a:lnTo>
                    <a:pt x="2577356" y="3035667"/>
                  </a:lnTo>
                  <a:lnTo>
                    <a:pt x="2577483" y="3035667"/>
                  </a:lnTo>
                  <a:lnTo>
                    <a:pt x="2577609" y="3035667"/>
                  </a:lnTo>
                  <a:lnTo>
                    <a:pt x="2577735" y="3035667"/>
                  </a:lnTo>
                  <a:lnTo>
                    <a:pt x="2577861" y="3035667"/>
                  </a:lnTo>
                  <a:lnTo>
                    <a:pt x="2577987" y="3035667"/>
                  </a:lnTo>
                  <a:lnTo>
                    <a:pt x="2578113" y="3035667"/>
                  </a:lnTo>
                  <a:lnTo>
                    <a:pt x="2578239" y="3035667"/>
                  </a:lnTo>
                  <a:lnTo>
                    <a:pt x="2578365" y="3035667"/>
                  </a:lnTo>
                  <a:lnTo>
                    <a:pt x="2578491" y="3035667"/>
                  </a:lnTo>
                  <a:lnTo>
                    <a:pt x="2578617" y="3035667"/>
                  </a:lnTo>
                  <a:lnTo>
                    <a:pt x="2578743" y="3035667"/>
                  </a:lnTo>
                  <a:lnTo>
                    <a:pt x="2578870" y="3035667"/>
                  </a:lnTo>
                  <a:lnTo>
                    <a:pt x="2578996" y="3035667"/>
                  </a:lnTo>
                  <a:lnTo>
                    <a:pt x="2579122" y="3035667"/>
                  </a:lnTo>
                  <a:lnTo>
                    <a:pt x="2579248" y="3035667"/>
                  </a:lnTo>
                  <a:lnTo>
                    <a:pt x="2579374" y="3035667"/>
                  </a:lnTo>
                  <a:lnTo>
                    <a:pt x="2579500" y="3035667"/>
                  </a:lnTo>
                  <a:lnTo>
                    <a:pt x="2579626" y="3035667"/>
                  </a:lnTo>
                  <a:lnTo>
                    <a:pt x="2579752" y="3035667"/>
                  </a:lnTo>
                  <a:lnTo>
                    <a:pt x="2579878" y="3035667"/>
                  </a:lnTo>
                  <a:lnTo>
                    <a:pt x="2580004" y="3035667"/>
                  </a:lnTo>
                  <a:lnTo>
                    <a:pt x="2580130" y="3035667"/>
                  </a:lnTo>
                  <a:lnTo>
                    <a:pt x="2580256" y="3035667"/>
                  </a:lnTo>
                  <a:lnTo>
                    <a:pt x="2580383" y="3035667"/>
                  </a:lnTo>
                  <a:lnTo>
                    <a:pt x="2580509" y="3035667"/>
                  </a:lnTo>
                  <a:lnTo>
                    <a:pt x="2580635" y="3035667"/>
                  </a:lnTo>
                  <a:lnTo>
                    <a:pt x="2580761" y="3035667"/>
                  </a:lnTo>
                  <a:lnTo>
                    <a:pt x="2580887" y="3035667"/>
                  </a:lnTo>
                  <a:lnTo>
                    <a:pt x="2581013" y="3035667"/>
                  </a:lnTo>
                  <a:lnTo>
                    <a:pt x="2581139" y="3035667"/>
                  </a:lnTo>
                  <a:lnTo>
                    <a:pt x="2581265" y="3035667"/>
                  </a:lnTo>
                  <a:lnTo>
                    <a:pt x="2581391" y="3035667"/>
                  </a:lnTo>
                  <a:lnTo>
                    <a:pt x="2581517" y="3035667"/>
                  </a:lnTo>
                  <a:lnTo>
                    <a:pt x="2581643" y="3035667"/>
                  </a:lnTo>
                  <a:lnTo>
                    <a:pt x="2581770" y="3035667"/>
                  </a:lnTo>
                  <a:lnTo>
                    <a:pt x="2581896" y="3035667"/>
                  </a:lnTo>
                  <a:lnTo>
                    <a:pt x="2582022" y="3035667"/>
                  </a:lnTo>
                  <a:lnTo>
                    <a:pt x="2582148" y="3035667"/>
                  </a:lnTo>
                  <a:lnTo>
                    <a:pt x="2582274" y="3035667"/>
                  </a:lnTo>
                  <a:lnTo>
                    <a:pt x="2582400" y="3035667"/>
                  </a:lnTo>
                  <a:lnTo>
                    <a:pt x="2582526" y="3035667"/>
                  </a:lnTo>
                  <a:lnTo>
                    <a:pt x="2582652" y="3035667"/>
                  </a:lnTo>
                  <a:lnTo>
                    <a:pt x="2582778" y="3035667"/>
                  </a:lnTo>
                  <a:lnTo>
                    <a:pt x="2582904" y="3035667"/>
                  </a:lnTo>
                  <a:lnTo>
                    <a:pt x="2583030" y="3035667"/>
                  </a:lnTo>
                  <a:lnTo>
                    <a:pt x="2583157" y="3035667"/>
                  </a:lnTo>
                  <a:lnTo>
                    <a:pt x="2583283" y="3035667"/>
                  </a:lnTo>
                  <a:lnTo>
                    <a:pt x="2583409" y="3035667"/>
                  </a:lnTo>
                  <a:lnTo>
                    <a:pt x="2583535" y="3035667"/>
                  </a:lnTo>
                  <a:lnTo>
                    <a:pt x="2583661" y="3035667"/>
                  </a:lnTo>
                  <a:lnTo>
                    <a:pt x="2583787" y="3035667"/>
                  </a:lnTo>
                  <a:lnTo>
                    <a:pt x="2583913" y="3035667"/>
                  </a:lnTo>
                  <a:lnTo>
                    <a:pt x="2584039" y="3035667"/>
                  </a:lnTo>
                  <a:lnTo>
                    <a:pt x="2584165" y="3035667"/>
                  </a:lnTo>
                  <a:lnTo>
                    <a:pt x="2584291" y="3035667"/>
                  </a:lnTo>
                  <a:lnTo>
                    <a:pt x="2584417" y="3035667"/>
                  </a:lnTo>
                  <a:lnTo>
                    <a:pt x="2584543" y="3035667"/>
                  </a:lnTo>
                  <a:lnTo>
                    <a:pt x="2584670" y="3035667"/>
                  </a:lnTo>
                  <a:lnTo>
                    <a:pt x="2584796" y="3035667"/>
                  </a:lnTo>
                  <a:lnTo>
                    <a:pt x="2584922" y="3035667"/>
                  </a:lnTo>
                  <a:lnTo>
                    <a:pt x="2585048" y="3035667"/>
                  </a:lnTo>
                  <a:lnTo>
                    <a:pt x="2585174" y="3035667"/>
                  </a:lnTo>
                  <a:lnTo>
                    <a:pt x="2585300" y="3035667"/>
                  </a:lnTo>
                  <a:lnTo>
                    <a:pt x="2585426" y="3035667"/>
                  </a:lnTo>
                  <a:lnTo>
                    <a:pt x="2585552" y="3035667"/>
                  </a:lnTo>
                  <a:lnTo>
                    <a:pt x="2585678" y="3035667"/>
                  </a:lnTo>
                  <a:lnTo>
                    <a:pt x="2585804" y="3035667"/>
                  </a:lnTo>
                  <a:lnTo>
                    <a:pt x="2585930" y="3035667"/>
                  </a:lnTo>
                  <a:lnTo>
                    <a:pt x="2586057" y="3035667"/>
                  </a:lnTo>
                  <a:lnTo>
                    <a:pt x="2586183" y="3035667"/>
                  </a:lnTo>
                  <a:lnTo>
                    <a:pt x="2586309" y="3035667"/>
                  </a:lnTo>
                  <a:lnTo>
                    <a:pt x="2586435" y="3035667"/>
                  </a:lnTo>
                  <a:lnTo>
                    <a:pt x="2586561" y="3035667"/>
                  </a:lnTo>
                  <a:lnTo>
                    <a:pt x="2586687" y="3035667"/>
                  </a:lnTo>
                  <a:lnTo>
                    <a:pt x="2586813" y="3035667"/>
                  </a:lnTo>
                  <a:lnTo>
                    <a:pt x="2586939" y="3035667"/>
                  </a:lnTo>
                  <a:lnTo>
                    <a:pt x="2587065" y="3035667"/>
                  </a:lnTo>
                  <a:lnTo>
                    <a:pt x="2587191" y="3035667"/>
                  </a:lnTo>
                  <a:lnTo>
                    <a:pt x="2587317" y="3035667"/>
                  </a:lnTo>
                  <a:lnTo>
                    <a:pt x="2587443" y="3035667"/>
                  </a:lnTo>
                  <a:lnTo>
                    <a:pt x="2587570" y="3035667"/>
                  </a:lnTo>
                  <a:lnTo>
                    <a:pt x="2587696" y="3035667"/>
                  </a:lnTo>
                  <a:lnTo>
                    <a:pt x="2587822" y="3035667"/>
                  </a:lnTo>
                  <a:lnTo>
                    <a:pt x="2587948" y="3035667"/>
                  </a:lnTo>
                  <a:lnTo>
                    <a:pt x="2588074" y="3035667"/>
                  </a:lnTo>
                  <a:lnTo>
                    <a:pt x="2588200" y="3035667"/>
                  </a:lnTo>
                  <a:lnTo>
                    <a:pt x="2588326" y="3035667"/>
                  </a:lnTo>
                  <a:lnTo>
                    <a:pt x="2588452" y="3035667"/>
                  </a:lnTo>
                  <a:lnTo>
                    <a:pt x="2588578" y="3035667"/>
                  </a:lnTo>
                  <a:lnTo>
                    <a:pt x="2588704" y="3035667"/>
                  </a:lnTo>
                  <a:lnTo>
                    <a:pt x="2588830" y="3035667"/>
                  </a:lnTo>
                  <a:lnTo>
                    <a:pt x="2588957" y="3035667"/>
                  </a:lnTo>
                  <a:lnTo>
                    <a:pt x="2589083" y="3035667"/>
                  </a:lnTo>
                  <a:lnTo>
                    <a:pt x="2589209" y="3035667"/>
                  </a:lnTo>
                  <a:lnTo>
                    <a:pt x="2589335" y="3035667"/>
                  </a:lnTo>
                  <a:lnTo>
                    <a:pt x="2589461" y="3035667"/>
                  </a:lnTo>
                  <a:lnTo>
                    <a:pt x="2589587" y="3035667"/>
                  </a:lnTo>
                  <a:lnTo>
                    <a:pt x="2589713" y="3035667"/>
                  </a:lnTo>
                  <a:lnTo>
                    <a:pt x="2589839" y="3035667"/>
                  </a:lnTo>
                  <a:lnTo>
                    <a:pt x="2589965" y="3035667"/>
                  </a:lnTo>
                  <a:lnTo>
                    <a:pt x="2590091" y="3035667"/>
                  </a:lnTo>
                  <a:lnTo>
                    <a:pt x="2590091" y="3030387"/>
                  </a:lnTo>
                  <a:lnTo>
                    <a:pt x="2590217" y="3030387"/>
                  </a:lnTo>
                  <a:lnTo>
                    <a:pt x="2590344" y="3030387"/>
                  </a:lnTo>
                  <a:lnTo>
                    <a:pt x="2590470" y="3030387"/>
                  </a:lnTo>
                  <a:lnTo>
                    <a:pt x="2590596" y="3030387"/>
                  </a:lnTo>
                  <a:lnTo>
                    <a:pt x="2590722" y="3030387"/>
                  </a:lnTo>
                  <a:lnTo>
                    <a:pt x="2590848" y="3030387"/>
                  </a:lnTo>
                  <a:lnTo>
                    <a:pt x="2590974" y="3030387"/>
                  </a:lnTo>
                  <a:lnTo>
                    <a:pt x="2591100" y="3030387"/>
                  </a:lnTo>
                  <a:lnTo>
                    <a:pt x="2591226" y="3030387"/>
                  </a:lnTo>
                  <a:lnTo>
                    <a:pt x="2591352" y="3030387"/>
                  </a:lnTo>
                  <a:lnTo>
                    <a:pt x="2591478" y="3030387"/>
                  </a:lnTo>
                  <a:lnTo>
                    <a:pt x="2591604" y="3030387"/>
                  </a:lnTo>
                  <a:lnTo>
                    <a:pt x="2591730" y="3030387"/>
                  </a:lnTo>
                  <a:lnTo>
                    <a:pt x="2591857" y="3030387"/>
                  </a:lnTo>
                  <a:lnTo>
                    <a:pt x="2591983" y="3030387"/>
                  </a:lnTo>
                  <a:lnTo>
                    <a:pt x="2592109" y="3030387"/>
                  </a:lnTo>
                  <a:lnTo>
                    <a:pt x="2592235" y="3030387"/>
                  </a:lnTo>
                  <a:lnTo>
                    <a:pt x="2592361" y="3030387"/>
                  </a:lnTo>
                  <a:lnTo>
                    <a:pt x="2592487" y="3030387"/>
                  </a:lnTo>
                  <a:lnTo>
                    <a:pt x="2592613" y="3030387"/>
                  </a:lnTo>
                  <a:lnTo>
                    <a:pt x="2592739" y="3030387"/>
                  </a:lnTo>
                  <a:lnTo>
                    <a:pt x="2592865" y="3030387"/>
                  </a:lnTo>
                  <a:lnTo>
                    <a:pt x="2592991" y="3030387"/>
                  </a:lnTo>
                  <a:lnTo>
                    <a:pt x="2592991" y="3025108"/>
                  </a:lnTo>
                  <a:lnTo>
                    <a:pt x="2593117" y="3025108"/>
                  </a:lnTo>
                  <a:lnTo>
                    <a:pt x="2593244" y="3025108"/>
                  </a:lnTo>
                  <a:lnTo>
                    <a:pt x="2593370" y="3025108"/>
                  </a:lnTo>
                  <a:lnTo>
                    <a:pt x="2593496" y="3025108"/>
                  </a:lnTo>
                  <a:lnTo>
                    <a:pt x="2593622" y="3025108"/>
                  </a:lnTo>
                  <a:lnTo>
                    <a:pt x="2593748" y="3025108"/>
                  </a:lnTo>
                  <a:lnTo>
                    <a:pt x="2593874" y="3025108"/>
                  </a:lnTo>
                  <a:lnTo>
                    <a:pt x="2594000" y="3025108"/>
                  </a:lnTo>
                  <a:lnTo>
                    <a:pt x="2594126" y="3025108"/>
                  </a:lnTo>
                  <a:lnTo>
                    <a:pt x="2594252" y="3025108"/>
                  </a:lnTo>
                  <a:lnTo>
                    <a:pt x="2594378" y="3025108"/>
                  </a:lnTo>
                  <a:lnTo>
                    <a:pt x="2594504" y="3025108"/>
                  </a:lnTo>
                  <a:lnTo>
                    <a:pt x="2594630" y="3025108"/>
                  </a:lnTo>
                  <a:lnTo>
                    <a:pt x="2594757" y="3025108"/>
                  </a:lnTo>
                  <a:lnTo>
                    <a:pt x="2594883" y="3025108"/>
                  </a:lnTo>
                  <a:lnTo>
                    <a:pt x="2595009" y="3025108"/>
                  </a:lnTo>
                  <a:lnTo>
                    <a:pt x="2595135" y="3025108"/>
                  </a:lnTo>
                  <a:lnTo>
                    <a:pt x="2595261" y="3025108"/>
                  </a:lnTo>
                  <a:lnTo>
                    <a:pt x="2595387" y="3025108"/>
                  </a:lnTo>
                  <a:lnTo>
                    <a:pt x="2595513" y="3025108"/>
                  </a:lnTo>
                  <a:lnTo>
                    <a:pt x="2595639" y="3025108"/>
                  </a:lnTo>
                  <a:lnTo>
                    <a:pt x="2595765" y="3025108"/>
                  </a:lnTo>
                  <a:lnTo>
                    <a:pt x="2595891" y="3025108"/>
                  </a:lnTo>
                  <a:lnTo>
                    <a:pt x="2596017" y="3025108"/>
                  </a:lnTo>
                  <a:lnTo>
                    <a:pt x="2596144" y="3025108"/>
                  </a:lnTo>
                  <a:lnTo>
                    <a:pt x="2596270" y="3025108"/>
                  </a:lnTo>
                  <a:lnTo>
                    <a:pt x="2596396" y="3025108"/>
                  </a:lnTo>
                  <a:lnTo>
                    <a:pt x="2596522" y="3025108"/>
                  </a:lnTo>
                  <a:lnTo>
                    <a:pt x="2596648" y="3025108"/>
                  </a:lnTo>
                  <a:lnTo>
                    <a:pt x="2596774" y="3025108"/>
                  </a:lnTo>
                  <a:lnTo>
                    <a:pt x="2596900" y="3025108"/>
                  </a:lnTo>
                  <a:lnTo>
                    <a:pt x="2597026" y="3025108"/>
                  </a:lnTo>
                  <a:lnTo>
                    <a:pt x="2597152" y="3025108"/>
                  </a:lnTo>
                  <a:lnTo>
                    <a:pt x="2597278" y="3025108"/>
                  </a:lnTo>
                  <a:lnTo>
                    <a:pt x="2597404" y="3025108"/>
                  </a:lnTo>
                  <a:lnTo>
                    <a:pt x="2597531" y="3025108"/>
                  </a:lnTo>
                  <a:lnTo>
                    <a:pt x="2597657" y="3025108"/>
                  </a:lnTo>
                  <a:lnTo>
                    <a:pt x="2597783" y="3025108"/>
                  </a:lnTo>
                  <a:lnTo>
                    <a:pt x="2597909" y="3025108"/>
                  </a:lnTo>
                  <a:lnTo>
                    <a:pt x="2598035" y="3025108"/>
                  </a:lnTo>
                  <a:lnTo>
                    <a:pt x="2598161" y="3025108"/>
                  </a:lnTo>
                  <a:lnTo>
                    <a:pt x="2598287" y="3025108"/>
                  </a:lnTo>
                  <a:lnTo>
                    <a:pt x="2598413" y="3025108"/>
                  </a:lnTo>
                  <a:lnTo>
                    <a:pt x="2598539" y="3025108"/>
                  </a:lnTo>
                  <a:lnTo>
                    <a:pt x="2598665" y="3025108"/>
                  </a:lnTo>
                  <a:lnTo>
                    <a:pt x="2598791" y="3025108"/>
                  </a:lnTo>
                  <a:lnTo>
                    <a:pt x="2598917" y="3025108"/>
                  </a:lnTo>
                  <a:lnTo>
                    <a:pt x="2599044" y="3025108"/>
                  </a:lnTo>
                  <a:lnTo>
                    <a:pt x="2599170" y="3025108"/>
                  </a:lnTo>
                  <a:lnTo>
                    <a:pt x="2599296" y="3025108"/>
                  </a:lnTo>
                  <a:lnTo>
                    <a:pt x="2599422" y="3025108"/>
                  </a:lnTo>
                  <a:lnTo>
                    <a:pt x="2599548" y="3025108"/>
                  </a:lnTo>
                  <a:lnTo>
                    <a:pt x="2599674" y="3025108"/>
                  </a:lnTo>
                  <a:lnTo>
                    <a:pt x="2599800" y="3025108"/>
                  </a:lnTo>
                  <a:lnTo>
                    <a:pt x="2599926" y="3025108"/>
                  </a:lnTo>
                  <a:lnTo>
                    <a:pt x="2600052" y="3025108"/>
                  </a:lnTo>
                  <a:lnTo>
                    <a:pt x="2600178" y="3025108"/>
                  </a:lnTo>
                  <a:lnTo>
                    <a:pt x="2600304" y="3025108"/>
                  </a:lnTo>
                  <a:lnTo>
                    <a:pt x="2600431" y="3025108"/>
                  </a:lnTo>
                  <a:lnTo>
                    <a:pt x="2600557" y="3025108"/>
                  </a:lnTo>
                  <a:lnTo>
                    <a:pt x="2600683" y="3025108"/>
                  </a:lnTo>
                  <a:lnTo>
                    <a:pt x="2600809" y="3025108"/>
                  </a:lnTo>
                  <a:lnTo>
                    <a:pt x="2600935" y="3025108"/>
                  </a:lnTo>
                  <a:lnTo>
                    <a:pt x="2601061" y="3025108"/>
                  </a:lnTo>
                  <a:lnTo>
                    <a:pt x="2601187" y="3025108"/>
                  </a:lnTo>
                  <a:lnTo>
                    <a:pt x="2601313" y="3025108"/>
                  </a:lnTo>
                  <a:lnTo>
                    <a:pt x="2601439" y="3025108"/>
                  </a:lnTo>
                  <a:lnTo>
                    <a:pt x="2601565" y="3025108"/>
                  </a:lnTo>
                  <a:lnTo>
                    <a:pt x="2601691" y="3025108"/>
                  </a:lnTo>
                  <a:lnTo>
                    <a:pt x="2601817" y="3025108"/>
                  </a:lnTo>
                  <a:lnTo>
                    <a:pt x="2601944" y="3025108"/>
                  </a:lnTo>
                  <a:lnTo>
                    <a:pt x="2602070" y="3025108"/>
                  </a:lnTo>
                  <a:lnTo>
                    <a:pt x="2602196" y="3025108"/>
                  </a:lnTo>
                  <a:lnTo>
                    <a:pt x="2602322" y="3025108"/>
                  </a:lnTo>
                  <a:lnTo>
                    <a:pt x="2602448" y="3025108"/>
                  </a:lnTo>
                  <a:lnTo>
                    <a:pt x="2602574" y="3025108"/>
                  </a:lnTo>
                  <a:lnTo>
                    <a:pt x="2602700" y="3025108"/>
                  </a:lnTo>
                  <a:lnTo>
                    <a:pt x="2602826" y="3025108"/>
                  </a:lnTo>
                  <a:lnTo>
                    <a:pt x="2602952" y="3025108"/>
                  </a:lnTo>
                  <a:lnTo>
                    <a:pt x="2603078" y="3025108"/>
                  </a:lnTo>
                  <a:lnTo>
                    <a:pt x="2603204" y="3025108"/>
                  </a:lnTo>
                  <a:lnTo>
                    <a:pt x="2603331" y="3025108"/>
                  </a:lnTo>
                  <a:lnTo>
                    <a:pt x="2603457" y="3025108"/>
                  </a:lnTo>
                  <a:lnTo>
                    <a:pt x="2603583" y="3025108"/>
                  </a:lnTo>
                  <a:lnTo>
                    <a:pt x="2603709" y="3025108"/>
                  </a:lnTo>
                  <a:lnTo>
                    <a:pt x="2603835" y="3025108"/>
                  </a:lnTo>
                  <a:lnTo>
                    <a:pt x="2603961" y="3025108"/>
                  </a:lnTo>
                  <a:lnTo>
                    <a:pt x="2603961" y="3019829"/>
                  </a:lnTo>
                  <a:lnTo>
                    <a:pt x="2604087" y="3019829"/>
                  </a:lnTo>
                  <a:lnTo>
                    <a:pt x="2604213" y="3019829"/>
                  </a:lnTo>
                  <a:lnTo>
                    <a:pt x="2604339" y="3019829"/>
                  </a:lnTo>
                  <a:lnTo>
                    <a:pt x="2604465" y="3019829"/>
                  </a:lnTo>
                  <a:lnTo>
                    <a:pt x="2604591" y="3019829"/>
                  </a:lnTo>
                  <a:lnTo>
                    <a:pt x="2604717" y="3019829"/>
                  </a:lnTo>
                  <a:lnTo>
                    <a:pt x="2604844" y="3019829"/>
                  </a:lnTo>
                  <a:lnTo>
                    <a:pt x="2604970" y="3019829"/>
                  </a:lnTo>
                  <a:lnTo>
                    <a:pt x="2605096" y="3019829"/>
                  </a:lnTo>
                  <a:lnTo>
                    <a:pt x="2605222" y="3019829"/>
                  </a:lnTo>
                  <a:lnTo>
                    <a:pt x="2605348" y="3019829"/>
                  </a:lnTo>
                  <a:lnTo>
                    <a:pt x="2605474" y="3019829"/>
                  </a:lnTo>
                  <a:lnTo>
                    <a:pt x="2605600" y="3019829"/>
                  </a:lnTo>
                  <a:lnTo>
                    <a:pt x="2605726" y="3019829"/>
                  </a:lnTo>
                  <a:lnTo>
                    <a:pt x="2605852" y="3019829"/>
                  </a:lnTo>
                  <a:lnTo>
                    <a:pt x="2605978" y="3019829"/>
                  </a:lnTo>
                  <a:lnTo>
                    <a:pt x="2606104" y="3019829"/>
                  </a:lnTo>
                  <a:lnTo>
                    <a:pt x="2606231" y="3019829"/>
                  </a:lnTo>
                  <a:lnTo>
                    <a:pt x="2606357" y="3019829"/>
                  </a:lnTo>
                  <a:lnTo>
                    <a:pt x="2606483" y="3019829"/>
                  </a:lnTo>
                  <a:lnTo>
                    <a:pt x="2606609" y="3019829"/>
                  </a:lnTo>
                  <a:lnTo>
                    <a:pt x="2606735" y="3019829"/>
                  </a:lnTo>
                  <a:lnTo>
                    <a:pt x="2606861" y="3019829"/>
                  </a:lnTo>
                  <a:lnTo>
                    <a:pt x="2606987" y="3019829"/>
                  </a:lnTo>
                  <a:lnTo>
                    <a:pt x="2607113" y="3019829"/>
                  </a:lnTo>
                  <a:lnTo>
                    <a:pt x="2607239" y="3019829"/>
                  </a:lnTo>
                  <a:lnTo>
                    <a:pt x="2607365" y="3019829"/>
                  </a:lnTo>
                  <a:lnTo>
                    <a:pt x="2607491" y="3019829"/>
                  </a:lnTo>
                  <a:lnTo>
                    <a:pt x="2607618" y="3019829"/>
                  </a:lnTo>
                  <a:lnTo>
                    <a:pt x="2607744" y="3019829"/>
                  </a:lnTo>
                  <a:lnTo>
                    <a:pt x="2607870" y="3019829"/>
                  </a:lnTo>
                  <a:lnTo>
                    <a:pt x="2607996" y="3019829"/>
                  </a:lnTo>
                  <a:lnTo>
                    <a:pt x="2608122" y="3019829"/>
                  </a:lnTo>
                  <a:lnTo>
                    <a:pt x="2608248" y="3019829"/>
                  </a:lnTo>
                  <a:lnTo>
                    <a:pt x="2608374" y="3019829"/>
                  </a:lnTo>
                  <a:lnTo>
                    <a:pt x="2608500" y="3019829"/>
                  </a:lnTo>
                  <a:lnTo>
                    <a:pt x="2608626" y="3019829"/>
                  </a:lnTo>
                  <a:lnTo>
                    <a:pt x="2608752" y="3019829"/>
                  </a:lnTo>
                  <a:lnTo>
                    <a:pt x="2608878" y="3019829"/>
                  </a:lnTo>
                  <a:lnTo>
                    <a:pt x="2609004" y="3019829"/>
                  </a:lnTo>
                  <a:lnTo>
                    <a:pt x="2609131" y="3019829"/>
                  </a:lnTo>
                  <a:lnTo>
                    <a:pt x="2609257" y="3019829"/>
                  </a:lnTo>
                  <a:lnTo>
                    <a:pt x="2609383" y="3019829"/>
                  </a:lnTo>
                  <a:lnTo>
                    <a:pt x="2609509" y="3019829"/>
                  </a:lnTo>
                  <a:lnTo>
                    <a:pt x="2609635" y="3019829"/>
                  </a:lnTo>
                  <a:lnTo>
                    <a:pt x="2609761" y="3019829"/>
                  </a:lnTo>
                  <a:lnTo>
                    <a:pt x="2609887" y="3019829"/>
                  </a:lnTo>
                  <a:lnTo>
                    <a:pt x="2610013" y="3019829"/>
                  </a:lnTo>
                  <a:lnTo>
                    <a:pt x="2610139" y="3019829"/>
                  </a:lnTo>
                  <a:lnTo>
                    <a:pt x="2610265" y="3019829"/>
                  </a:lnTo>
                  <a:lnTo>
                    <a:pt x="2610391" y="3019829"/>
                  </a:lnTo>
                  <a:lnTo>
                    <a:pt x="2610518" y="3019829"/>
                  </a:lnTo>
                  <a:lnTo>
                    <a:pt x="2610644" y="3019829"/>
                  </a:lnTo>
                  <a:lnTo>
                    <a:pt x="2610770" y="3019829"/>
                  </a:lnTo>
                  <a:lnTo>
                    <a:pt x="2610896" y="3019829"/>
                  </a:lnTo>
                  <a:lnTo>
                    <a:pt x="2611022" y="3019829"/>
                  </a:lnTo>
                  <a:lnTo>
                    <a:pt x="2611148" y="3019829"/>
                  </a:lnTo>
                  <a:lnTo>
                    <a:pt x="2611274" y="3019829"/>
                  </a:lnTo>
                  <a:lnTo>
                    <a:pt x="2611400" y="3019829"/>
                  </a:lnTo>
                  <a:lnTo>
                    <a:pt x="2611526" y="3019829"/>
                  </a:lnTo>
                  <a:lnTo>
                    <a:pt x="2611652" y="3019829"/>
                  </a:lnTo>
                  <a:lnTo>
                    <a:pt x="2611778" y="3019829"/>
                  </a:lnTo>
                  <a:lnTo>
                    <a:pt x="2611904" y="3019829"/>
                  </a:lnTo>
                  <a:lnTo>
                    <a:pt x="2612031" y="3019829"/>
                  </a:lnTo>
                  <a:lnTo>
                    <a:pt x="2612157" y="3019829"/>
                  </a:lnTo>
                  <a:lnTo>
                    <a:pt x="2612283" y="3019829"/>
                  </a:lnTo>
                  <a:lnTo>
                    <a:pt x="2612409" y="3019829"/>
                  </a:lnTo>
                  <a:lnTo>
                    <a:pt x="2612535" y="3019829"/>
                  </a:lnTo>
                  <a:lnTo>
                    <a:pt x="2612661" y="3019829"/>
                  </a:lnTo>
                  <a:lnTo>
                    <a:pt x="2612787" y="3019829"/>
                  </a:lnTo>
                  <a:lnTo>
                    <a:pt x="2612913" y="3019829"/>
                  </a:lnTo>
                  <a:lnTo>
                    <a:pt x="2613039" y="3019829"/>
                  </a:lnTo>
                  <a:lnTo>
                    <a:pt x="2613165" y="3019829"/>
                  </a:lnTo>
                  <a:lnTo>
                    <a:pt x="2613291" y="3019829"/>
                  </a:lnTo>
                  <a:lnTo>
                    <a:pt x="2613418" y="3019829"/>
                  </a:lnTo>
                  <a:lnTo>
                    <a:pt x="2613544" y="3019829"/>
                  </a:lnTo>
                  <a:lnTo>
                    <a:pt x="2613670" y="3019829"/>
                  </a:lnTo>
                  <a:lnTo>
                    <a:pt x="2613796" y="3019829"/>
                  </a:lnTo>
                  <a:lnTo>
                    <a:pt x="2613922" y="3019829"/>
                  </a:lnTo>
                  <a:lnTo>
                    <a:pt x="2614048" y="3019829"/>
                  </a:lnTo>
                  <a:lnTo>
                    <a:pt x="2614174" y="3019829"/>
                  </a:lnTo>
                  <a:lnTo>
                    <a:pt x="2614300" y="3019829"/>
                  </a:lnTo>
                  <a:lnTo>
                    <a:pt x="2614426" y="3019829"/>
                  </a:lnTo>
                  <a:lnTo>
                    <a:pt x="2614552" y="3019829"/>
                  </a:lnTo>
                  <a:lnTo>
                    <a:pt x="2614678" y="3019829"/>
                  </a:lnTo>
                  <a:lnTo>
                    <a:pt x="2614805" y="3019829"/>
                  </a:lnTo>
                  <a:lnTo>
                    <a:pt x="2614931" y="3019829"/>
                  </a:lnTo>
                  <a:lnTo>
                    <a:pt x="2615057" y="3019829"/>
                  </a:lnTo>
                  <a:lnTo>
                    <a:pt x="2615183" y="3019829"/>
                  </a:lnTo>
                  <a:lnTo>
                    <a:pt x="2615309" y="3019829"/>
                  </a:lnTo>
                  <a:lnTo>
                    <a:pt x="2615435" y="3019829"/>
                  </a:lnTo>
                  <a:lnTo>
                    <a:pt x="2615561" y="3019829"/>
                  </a:lnTo>
                  <a:lnTo>
                    <a:pt x="2615687" y="3019829"/>
                  </a:lnTo>
                  <a:lnTo>
                    <a:pt x="2615813" y="3019829"/>
                  </a:lnTo>
                  <a:lnTo>
                    <a:pt x="2615939" y="3019829"/>
                  </a:lnTo>
                  <a:lnTo>
                    <a:pt x="2616065" y="3019829"/>
                  </a:lnTo>
                  <a:lnTo>
                    <a:pt x="2616191" y="3019829"/>
                  </a:lnTo>
                  <a:lnTo>
                    <a:pt x="2616318" y="3019829"/>
                  </a:lnTo>
                  <a:lnTo>
                    <a:pt x="2616444" y="3019829"/>
                  </a:lnTo>
                  <a:lnTo>
                    <a:pt x="2616570" y="3019829"/>
                  </a:lnTo>
                  <a:lnTo>
                    <a:pt x="2616696" y="3019829"/>
                  </a:lnTo>
                  <a:lnTo>
                    <a:pt x="2616822" y="3019829"/>
                  </a:lnTo>
                  <a:lnTo>
                    <a:pt x="2616948" y="3019829"/>
                  </a:lnTo>
                  <a:lnTo>
                    <a:pt x="2617074" y="3019829"/>
                  </a:lnTo>
                  <a:lnTo>
                    <a:pt x="2617200" y="3019829"/>
                  </a:lnTo>
                  <a:lnTo>
                    <a:pt x="2617326" y="3019829"/>
                  </a:lnTo>
                  <a:lnTo>
                    <a:pt x="2617452" y="3019829"/>
                  </a:lnTo>
                  <a:lnTo>
                    <a:pt x="2617578" y="3019829"/>
                  </a:lnTo>
                  <a:lnTo>
                    <a:pt x="2617705" y="3019829"/>
                  </a:lnTo>
                  <a:lnTo>
                    <a:pt x="2617831" y="3019829"/>
                  </a:lnTo>
                  <a:lnTo>
                    <a:pt x="2617957" y="3019829"/>
                  </a:lnTo>
                  <a:lnTo>
                    <a:pt x="2618083" y="3019829"/>
                  </a:lnTo>
                  <a:lnTo>
                    <a:pt x="2618209" y="3019829"/>
                  </a:lnTo>
                  <a:lnTo>
                    <a:pt x="2618335" y="3019829"/>
                  </a:lnTo>
                  <a:lnTo>
                    <a:pt x="2618461" y="3019829"/>
                  </a:lnTo>
                  <a:lnTo>
                    <a:pt x="2618587" y="3019829"/>
                  </a:lnTo>
                  <a:lnTo>
                    <a:pt x="2618713" y="3019829"/>
                  </a:lnTo>
                  <a:lnTo>
                    <a:pt x="2618839" y="3019829"/>
                  </a:lnTo>
                  <a:lnTo>
                    <a:pt x="2618965" y="3019829"/>
                  </a:lnTo>
                  <a:lnTo>
                    <a:pt x="2619091" y="3019829"/>
                  </a:lnTo>
                  <a:lnTo>
                    <a:pt x="2619218" y="3019829"/>
                  </a:lnTo>
                  <a:lnTo>
                    <a:pt x="2619344" y="3019829"/>
                  </a:lnTo>
                  <a:lnTo>
                    <a:pt x="2619470" y="3019829"/>
                  </a:lnTo>
                  <a:lnTo>
                    <a:pt x="2619596" y="3019829"/>
                  </a:lnTo>
                  <a:lnTo>
                    <a:pt x="2619722" y="3019829"/>
                  </a:lnTo>
                  <a:lnTo>
                    <a:pt x="2619848" y="3019829"/>
                  </a:lnTo>
                  <a:lnTo>
                    <a:pt x="2619974" y="3019829"/>
                  </a:lnTo>
                  <a:lnTo>
                    <a:pt x="2620100" y="3019829"/>
                  </a:lnTo>
                  <a:lnTo>
                    <a:pt x="2620226" y="3019829"/>
                  </a:lnTo>
                  <a:lnTo>
                    <a:pt x="2620352" y="3019829"/>
                  </a:lnTo>
                  <a:lnTo>
                    <a:pt x="2620352" y="3014549"/>
                  </a:lnTo>
                  <a:lnTo>
                    <a:pt x="2620478" y="3014549"/>
                  </a:lnTo>
                  <a:lnTo>
                    <a:pt x="2620605" y="3014549"/>
                  </a:lnTo>
                  <a:lnTo>
                    <a:pt x="2620731" y="3014549"/>
                  </a:lnTo>
                  <a:lnTo>
                    <a:pt x="2620857" y="3014549"/>
                  </a:lnTo>
                  <a:lnTo>
                    <a:pt x="2620983" y="3014549"/>
                  </a:lnTo>
                  <a:lnTo>
                    <a:pt x="2621109" y="3014549"/>
                  </a:lnTo>
                  <a:lnTo>
                    <a:pt x="2621235" y="3014549"/>
                  </a:lnTo>
                  <a:lnTo>
                    <a:pt x="2621361" y="3014549"/>
                  </a:lnTo>
                  <a:lnTo>
                    <a:pt x="2621487" y="3014549"/>
                  </a:lnTo>
                  <a:lnTo>
                    <a:pt x="2621613" y="3014549"/>
                  </a:lnTo>
                  <a:lnTo>
                    <a:pt x="2621739" y="3014549"/>
                  </a:lnTo>
                  <a:lnTo>
                    <a:pt x="2621865" y="3014549"/>
                  </a:lnTo>
                  <a:lnTo>
                    <a:pt x="2621992" y="3014549"/>
                  </a:lnTo>
                  <a:lnTo>
                    <a:pt x="2622118" y="3014549"/>
                  </a:lnTo>
                  <a:lnTo>
                    <a:pt x="2622244" y="3014549"/>
                  </a:lnTo>
                  <a:lnTo>
                    <a:pt x="2622370" y="3014549"/>
                  </a:lnTo>
                  <a:lnTo>
                    <a:pt x="2622496" y="3014549"/>
                  </a:lnTo>
                  <a:lnTo>
                    <a:pt x="2622622" y="3014549"/>
                  </a:lnTo>
                  <a:lnTo>
                    <a:pt x="2622748" y="3014549"/>
                  </a:lnTo>
                  <a:lnTo>
                    <a:pt x="2622874" y="3014549"/>
                  </a:lnTo>
                  <a:lnTo>
                    <a:pt x="2623000" y="3014549"/>
                  </a:lnTo>
                  <a:lnTo>
                    <a:pt x="2623126" y="3014549"/>
                  </a:lnTo>
                  <a:lnTo>
                    <a:pt x="2623252" y="3014549"/>
                  </a:lnTo>
                  <a:lnTo>
                    <a:pt x="2623378" y="3014549"/>
                  </a:lnTo>
                  <a:lnTo>
                    <a:pt x="2623505" y="3014549"/>
                  </a:lnTo>
                  <a:lnTo>
                    <a:pt x="2623631" y="3014549"/>
                  </a:lnTo>
                  <a:lnTo>
                    <a:pt x="2623757" y="3014549"/>
                  </a:lnTo>
                  <a:lnTo>
                    <a:pt x="2623883" y="3014549"/>
                  </a:lnTo>
                  <a:lnTo>
                    <a:pt x="2624009" y="3014549"/>
                  </a:lnTo>
                  <a:lnTo>
                    <a:pt x="2624135" y="3014549"/>
                  </a:lnTo>
                  <a:lnTo>
                    <a:pt x="2624261" y="3014549"/>
                  </a:lnTo>
                  <a:lnTo>
                    <a:pt x="2624387" y="3014549"/>
                  </a:lnTo>
                  <a:lnTo>
                    <a:pt x="2624513" y="3014549"/>
                  </a:lnTo>
                  <a:lnTo>
                    <a:pt x="2624639" y="3014549"/>
                  </a:lnTo>
                  <a:lnTo>
                    <a:pt x="2624765" y="3014549"/>
                  </a:lnTo>
                  <a:lnTo>
                    <a:pt x="2624892" y="3014549"/>
                  </a:lnTo>
                  <a:lnTo>
                    <a:pt x="2625018" y="3014549"/>
                  </a:lnTo>
                  <a:lnTo>
                    <a:pt x="2625144" y="3014549"/>
                  </a:lnTo>
                  <a:lnTo>
                    <a:pt x="2625270" y="3014549"/>
                  </a:lnTo>
                  <a:lnTo>
                    <a:pt x="2625396" y="3014549"/>
                  </a:lnTo>
                  <a:lnTo>
                    <a:pt x="2625522" y="3014549"/>
                  </a:lnTo>
                  <a:lnTo>
                    <a:pt x="2625648" y="3014549"/>
                  </a:lnTo>
                  <a:lnTo>
                    <a:pt x="2625774" y="3014549"/>
                  </a:lnTo>
                  <a:lnTo>
                    <a:pt x="2625900" y="3014549"/>
                  </a:lnTo>
                  <a:lnTo>
                    <a:pt x="2626026" y="3014549"/>
                  </a:lnTo>
                  <a:lnTo>
                    <a:pt x="2626152" y="3014549"/>
                  </a:lnTo>
                  <a:lnTo>
                    <a:pt x="2626278" y="3014549"/>
                  </a:lnTo>
                  <a:lnTo>
                    <a:pt x="2626405" y="3014549"/>
                  </a:lnTo>
                  <a:lnTo>
                    <a:pt x="2626531" y="3014549"/>
                  </a:lnTo>
                  <a:lnTo>
                    <a:pt x="2626657" y="3014549"/>
                  </a:lnTo>
                  <a:lnTo>
                    <a:pt x="2626783" y="3014549"/>
                  </a:lnTo>
                  <a:lnTo>
                    <a:pt x="2626909" y="3014549"/>
                  </a:lnTo>
                  <a:lnTo>
                    <a:pt x="2627035" y="3014549"/>
                  </a:lnTo>
                  <a:lnTo>
                    <a:pt x="2627161" y="3014549"/>
                  </a:lnTo>
                  <a:lnTo>
                    <a:pt x="2627287" y="3014549"/>
                  </a:lnTo>
                  <a:lnTo>
                    <a:pt x="2627413" y="3014549"/>
                  </a:lnTo>
                  <a:lnTo>
                    <a:pt x="2627539" y="3014549"/>
                  </a:lnTo>
                  <a:lnTo>
                    <a:pt x="2627665" y="3014549"/>
                  </a:lnTo>
                  <a:lnTo>
                    <a:pt x="2627792" y="3014549"/>
                  </a:lnTo>
                  <a:lnTo>
                    <a:pt x="2627918" y="3014549"/>
                  </a:lnTo>
                  <a:lnTo>
                    <a:pt x="2628044" y="3014549"/>
                  </a:lnTo>
                  <a:lnTo>
                    <a:pt x="2628170" y="3014549"/>
                  </a:lnTo>
                  <a:lnTo>
                    <a:pt x="2628296" y="3014549"/>
                  </a:lnTo>
                  <a:lnTo>
                    <a:pt x="2628422" y="3014549"/>
                  </a:lnTo>
                  <a:lnTo>
                    <a:pt x="2628548" y="3014549"/>
                  </a:lnTo>
                  <a:lnTo>
                    <a:pt x="2628674" y="3014549"/>
                  </a:lnTo>
                  <a:lnTo>
                    <a:pt x="2628800" y="3014549"/>
                  </a:lnTo>
                  <a:lnTo>
                    <a:pt x="2628926" y="3014549"/>
                  </a:lnTo>
                  <a:lnTo>
                    <a:pt x="2629052" y="3014549"/>
                  </a:lnTo>
                  <a:lnTo>
                    <a:pt x="2629178" y="3014549"/>
                  </a:lnTo>
                  <a:lnTo>
                    <a:pt x="2629305" y="3014549"/>
                  </a:lnTo>
                  <a:lnTo>
                    <a:pt x="2629431" y="3014549"/>
                  </a:lnTo>
                  <a:lnTo>
                    <a:pt x="2629557" y="3014549"/>
                  </a:lnTo>
                  <a:lnTo>
                    <a:pt x="2629683" y="3014549"/>
                  </a:lnTo>
                  <a:lnTo>
                    <a:pt x="2629809" y="3014549"/>
                  </a:lnTo>
                  <a:lnTo>
                    <a:pt x="2629935" y="3014549"/>
                  </a:lnTo>
                  <a:lnTo>
                    <a:pt x="2630061" y="3014549"/>
                  </a:lnTo>
                  <a:lnTo>
                    <a:pt x="2630187" y="3014549"/>
                  </a:lnTo>
                  <a:lnTo>
                    <a:pt x="2630313" y="3014549"/>
                  </a:lnTo>
                  <a:lnTo>
                    <a:pt x="2630439" y="3014549"/>
                  </a:lnTo>
                  <a:lnTo>
                    <a:pt x="2630565" y="3014549"/>
                  </a:lnTo>
                  <a:lnTo>
                    <a:pt x="2630692" y="3014549"/>
                  </a:lnTo>
                  <a:lnTo>
                    <a:pt x="2630818" y="3014549"/>
                  </a:lnTo>
                  <a:lnTo>
                    <a:pt x="2630944" y="3014549"/>
                  </a:lnTo>
                  <a:lnTo>
                    <a:pt x="2631070" y="3014549"/>
                  </a:lnTo>
                  <a:lnTo>
                    <a:pt x="2631196" y="3014549"/>
                  </a:lnTo>
                  <a:lnTo>
                    <a:pt x="2631322" y="3014549"/>
                  </a:lnTo>
                  <a:lnTo>
                    <a:pt x="2631448" y="3014549"/>
                  </a:lnTo>
                  <a:lnTo>
                    <a:pt x="2631574" y="3014549"/>
                  </a:lnTo>
                  <a:lnTo>
                    <a:pt x="2631700" y="3014549"/>
                  </a:lnTo>
                  <a:lnTo>
                    <a:pt x="2631826" y="3014549"/>
                  </a:lnTo>
                  <a:lnTo>
                    <a:pt x="2631952" y="3014549"/>
                  </a:lnTo>
                  <a:lnTo>
                    <a:pt x="2632079" y="3014549"/>
                  </a:lnTo>
                  <a:lnTo>
                    <a:pt x="2632205" y="3014549"/>
                  </a:lnTo>
                  <a:lnTo>
                    <a:pt x="2632331" y="3014549"/>
                  </a:lnTo>
                  <a:lnTo>
                    <a:pt x="2632457" y="3014549"/>
                  </a:lnTo>
                  <a:lnTo>
                    <a:pt x="2632583" y="3014549"/>
                  </a:lnTo>
                  <a:lnTo>
                    <a:pt x="2632709" y="3014549"/>
                  </a:lnTo>
                  <a:lnTo>
                    <a:pt x="2632835" y="3014549"/>
                  </a:lnTo>
                  <a:lnTo>
                    <a:pt x="2632961" y="3014549"/>
                  </a:lnTo>
                  <a:lnTo>
                    <a:pt x="2633087" y="3014549"/>
                  </a:lnTo>
                  <a:lnTo>
                    <a:pt x="2633213" y="3014549"/>
                  </a:lnTo>
                  <a:lnTo>
                    <a:pt x="2633339" y="3014549"/>
                  </a:lnTo>
                  <a:lnTo>
                    <a:pt x="2633465" y="3014549"/>
                  </a:lnTo>
                  <a:lnTo>
                    <a:pt x="2633592" y="3014549"/>
                  </a:lnTo>
                  <a:lnTo>
                    <a:pt x="2633718" y="3014549"/>
                  </a:lnTo>
                  <a:lnTo>
                    <a:pt x="2633844" y="3014549"/>
                  </a:lnTo>
                  <a:lnTo>
                    <a:pt x="2633844" y="3009270"/>
                  </a:lnTo>
                  <a:lnTo>
                    <a:pt x="2633970" y="3009270"/>
                  </a:lnTo>
                  <a:lnTo>
                    <a:pt x="2634096" y="3009270"/>
                  </a:lnTo>
                  <a:lnTo>
                    <a:pt x="2634222" y="3009270"/>
                  </a:lnTo>
                  <a:lnTo>
                    <a:pt x="2634348" y="3009270"/>
                  </a:lnTo>
                  <a:lnTo>
                    <a:pt x="2634474" y="3009270"/>
                  </a:lnTo>
                  <a:lnTo>
                    <a:pt x="2634600" y="3009270"/>
                  </a:lnTo>
                  <a:lnTo>
                    <a:pt x="2634726" y="3009270"/>
                  </a:lnTo>
                  <a:lnTo>
                    <a:pt x="2634852" y="3009270"/>
                  </a:lnTo>
                  <a:lnTo>
                    <a:pt x="2634979" y="3009270"/>
                  </a:lnTo>
                  <a:lnTo>
                    <a:pt x="2634979" y="3003990"/>
                  </a:lnTo>
                  <a:lnTo>
                    <a:pt x="2635105" y="3003990"/>
                  </a:lnTo>
                  <a:lnTo>
                    <a:pt x="2635231" y="3003990"/>
                  </a:lnTo>
                  <a:lnTo>
                    <a:pt x="2635357" y="3003990"/>
                  </a:lnTo>
                  <a:lnTo>
                    <a:pt x="2635483" y="3003990"/>
                  </a:lnTo>
                  <a:lnTo>
                    <a:pt x="2635609" y="3003990"/>
                  </a:lnTo>
                  <a:lnTo>
                    <a:pt x="2635735" y="3003990"/>
                  </a:lnTo>
                  <a:lnTo>
                    <a:pt x="2635861" y="3003990"/>
                  </a:lnTo>
                  <a:lnTo>
                    <a:pt x="2635987" y="3003990"/>
                  </a:lnTo>
                  <a:lnTo>
                    <a:pt x="2636113" y="3003990"/>
                  </a:lnTo>
                  <a:lnTo>
                    <a:pt x="2636239" y="3003990"/>
                  </a:lnTo>
                  <a:lnTo>
                    <a:pt x="2636365" y="3003990"/>
                  </a:lnTo>
                  <a:lnTo>
                    <a:pt x="2636492" y="3003990"/>
                  </a:lnTo>
                  <a:lnTo>
                    <a:pt x="2636618" y="3003990"/>
                  </a:lnTo>
                  <a:lnTo>
                    <a:pt x="2636744" y="3003990"/>
                  </a:lnTo>
                  <a:lnTo>
                    <a:pt x="2636870" y="3003990"/>
                  </a:lnTo>
                  <a:lnTo>
                    <a:pt x="2636996" y="3003990"/>
                  </a:lnTo>
                  <a:lnTo>
                    <a:pt x="2637122" y="3003990"/>
                  </a:lnTo>
                  <a:lnTo>
                    <a:pt x="2637248" y="3003990"/>
                  </a:lnTo>
                  <a:lnTo>
                    <a:pt x="2637374" y="3003990"/>
                  </a:lnTo>
                  <a:lnTo>
                    <a:pt x="2637500" y="3003990"/>
                  </a:lnTo>
                  <a:lnTo>
                    <a:pt x="2637626" y="3003990"/>
                  </a:lnTo>
                  <a:lnTo>
                    <a:pt x="2637752" y="3003990"/>
                  </a:lnTo>
                  <a:lnTo>
                    <a:pt x="2637879" y="3003990"/>
                  </a:lnTo>
                  <a:lnTo>
                    <a:pt x="2638005" y="3003990"/>
                  </a:lnTo>
                  <a:lnTo>
                    <a:pt x="2638131" y="3003990"/>
                  </a:lnTo>
                  <a:lnTo>
                    <a:pt x="2638257" y="3003990"/>
                  </a:lnTo>
                  <a:lnTo>
                    <a:pt x="2638383" y="3003990"/>
                  </a:lnTo>
                  <a:lnTo>
                    <a:pt x="2638509" y="3003990"/>
                  </a:lnTo>
                  <a:lnTo>
                    <a:pt x="2638635" y="3003990"/>
                  </a:lnTo>
                  <a:lnTo>
                    <a:pt x="2638761" y="3003990"/>
                  </a:lnTo>
                  <a:lnTo>
                    <a:pt x="2638887" y="3003990"/>
                  </a:lnTo>
                  <a:lnTo>
                    <a:pt x="2639013" y="3003990"/>
                  </a:lnTo>
                  <a:lnTo>
                    <a:pt x="2639139" y="3003990"/>
                  </a:lnTo>
                  <a:lnTo>
                    <a:pt x="2639266" y="3003990"/>
                  </a:lnTo>
                  <a:lnTo>
                    <a:pt x="2639392" y="3003990"/>
                  </a:lnTo>
                  <a:lnTo>
                    <a:pt x="2639518" y="3003990"/>
                  </a:lnTo>
                  <a:lnTo>
                    <a:pt x="2639644" y="3003990"/>
                  </a:lnTo>
                  <a:lnTo>
                    <a:pt x="2639770" y="3003990"/>
                  </a:lnTo>
                  <a:lnTo>
                    <a:pt x="2639896" y="3003990"/>
                  </a:lnTo>
                  <a:lnTo>
                    <a:pt x="2640022" y="3003990"/>
                  </a:lnTo>
                  <a:lnTo>
                    <a:pt x="2640148" y="3003990"/>
                  </a:lnTo>
                  <a:lnTo>
                    <a:pt x="2640274" y="3003990"/>
                  </a:lnTo>
                  <a:lnTo>
                    <a:pt x="2640400" y="3003990"/>
                  </a:lnTo>
                  <a:lnTo>
                    <a:pt x="2640526" y="3003990"/>
                  </a:lnTo>
                  <a:lnTo>
                    <a:pt x="2640652" y="3003990"/>
                  </a:lnTo>
                  <a:lnTo>
                    <a:pt x="2640779" y="3003990"/>
                  </a:lnTo>
                  <a:lnTo>
                    <a:pt x="2640905" y="3003990"/>
                  </a:lnTo>
                  <a:lnTo>
                    <a:pt x="2641031" y="3003990"/>
                  </a:lnTo>
                  <a:lnTo>
                    <a:pt x="2641157" y="3003990"/>
                  </a:lnTo>
                  <a:lnTo>
                    <a:pt x="2641283" y="3003990"/>
                  </a:lnTo>
                  <a:lnTo>
                    <a:pt x="2641409" y="3003990"/>
                  </a:lnTo>
                  <a:lnTo>
                    <a:pt x="2641535" y="3003990"/>
                  </a:lnTo>
                  <a:lnTo>
                    <a:pt x="2641661" y="3003990"/>
                  </a:lnTo>
                  <a:lnTo>
                    <a:pt x="2641787" y="3003990"/>
                  </a:lnTo>
                  <a:lnTo>
                    <a:pt x="2641913" y="3003990"/>
                  </a:lnTo>
                  <a:lnTo>
                    <a:pt x="2642039" y="3003990"/>
                  </a:lnTo>
                  <a:lnTo>
                    <a:pt x="2642166" y="3003990"/>
                  </a:lnTo>
                  <a:lnTo>
                    <a:pt x="2642292" y="3003990"/>
                  </a:lnTo>
                  <a:lnTo>
                    <a:pt x="2642418" y="3003990"/>
                  </a:lnTo>
                  <a:lnTo>
                    <a:pt x="2642544" y="3003990"/>
                  </a:lnTo>
                  <a:lnTo>
                    <a:pt x="2642544" y="2998711"/>
                  </a:lnTo>
                  <a:lnTo>
                    <a:pt x="2642670" y="2998711"/>
                  </a:lnTo>
                  <a:lnTo>
                    <a:pt x="2642796" y="2998711"/>
                  </a:lnTo>
                  <a:lnTo>
                    <a:pt x="2642922" y="2998711"/>
                  </a:lnTo>
                  <a:lnTo>
                    <a:pt x="2643048" y="2998711"/>
                  </a:lnTo>
                  <a:lnTo>
                    <a:pt x="2643174" y="2998711"/>
                  </a:lnTo>
                  <a:lnTo>
                    <a:pt x="2643300" y="2998711"/>
                  </a:lnTo>
                  <a:lnTo>
                    <a:pt x="2643426" y="2998711"/>
                  </a:lnTo>
                  <a:lnTo>
                    <a:pt x="2643552" y="2998711"/>
                  </a:lnTo>
                  <a:lnTo>
                    <a:pt x="2643679" y="2998711"/>
                  </a:lnTo>
                  <a:lnTo>
                    <a:pt x="2643805" y="2998711"/>
                  </a:lnTo>
                  <a:lnTo>
                    <a:pt x="2643931" y="2998711"/>
                  </a:lnTo>
                  <a:lnTo>
                    <a:pt x="2644057" y="2998711"/>
                  </a:lnTo>
                  <a:lnTo>
                    <a:pt x="2644183" y="2998711"/>
                  </a:lnTo>
                  <a:lnTo>
                    <a:pt x="2644309" y="2998711"/>
                  </a:lnTo>
                  <a:lnTo>
                    <a:pt x="2644435" y="2998711"/>
                  </a:lnTo>
                  <a:lnTo>
                    <a:pt x="2644561" y="2998711"/>
                  </a:lnTo>
                  <a:lnTo>
                    <a:pt x="2644687" y="2998711"/>
                  </a:lnTo>
                  <a:lnTo>
                    <a:pt x="2644813" y="2998711"/>
                  </a:lnTo>
                  <a:lnTo>
                    <a:pt x="2644939" y="2998711"/>
                  </a:lnTo>
                  <a:lnTo>
                    <a:pt x="2645066" y="2998711"/>
                  </a:lnTo>
                  <a:lnTo>
                    <a:pt x="2645192" y="2998711"/>
                  </a:lnTo>
                  <a:lnTo>
                    <a:pt x="2645318" y="2998711"/>
                  </a:lnTo>
                  <a:lnTo>
                    <a:pt x="2645444" y="2998711"/>
                  </a:lnTo>
                  <a:lnTo>
                    <a:pt x="2645570" y="2998711"/>
                  </a:lnTo>
                  <a:lnTo>
                    <a:pt x="2645696" y="2998711"/>
                  </a:lnTo>
                  <a:lnTo>
                    <a:pt x="2645822" y="2998711"/>
                  </a:lnTo>
                  <a:lnTo>
                    <a:pt x="2645948" y="2998711"/>
                  </a:lnTo>
                  <a:lnTo>
                    <a:pt x="2646074" y="2998711"/>
                  </a:lnTo>
                  <a:lnTo>
                    <a:pt x="2646200" y="2998711"/>
                  </a:lnTo>
                  <a:lnTo>
                    <a:pt x="2646326" y="2998711"/>
                  </a:lnTo>
                  <a:lnTo>
                    <a:pt x="2646452" y="2998711"/>
                  </a:lnTo>
                  <a:lnTo>
                    <a:pt x="2646579" y="2998711"/>
                  </a:lnTo>
                  <a:lnTo>
                    <a:pt x="2646705" y="2998711"/>
                  </a:lnTo>
                  <a:lnTo>
                    <a:pt x="2646831" y="2998711"/>
                  </a:lnTo>
                  <a:lnTo>
                    <a:pt x="2646957" y="2998711"/>
                  </a:lnTo>
                  <a:lnTo>
                    <a:pt x="2647083" y="2998711"/>
                  </a:lnTo>
                  <a:lnTo>
                    <a:pt x="2647209" y="2998711"/>
                  </a:lnTo>
                  <a:lnTo>
                    <a:pt x="2647335" y="2998711"/>
                  </a:lnTo>
                  <a:lnTo>
                    <a:pt x="2647335" y="2993431"/>
                  </a:lnTo>
                  <a:lnTo>
                    <a:pt x="2647461" y="2993431"/>
                  </a:lnTo>
                  <a:lnTo>
                    <a:pt x="2647587" y="2993431"/>
                  </a:lnTo>
                  <a:lnTo>
                    <a:pt x="2647713" y="2993431"/>
                  </a:lnTo>
                  <a:lnTo>
                    <a:pt x="2647839" y="2993431"/>
                  </a:lnTo>
                  <a:lnTo>
                    <a:pt x="2647839" y="2988152"/>
                  </a:lnTo>
                  <a:lnTo>
                    <a:pt x="2647966" y="2988152"/>
                  </a:lnTo>
                  <a:lnTo>
                    <a:pt x="2648092" y="2988152"/>
                  </a:lnTo>
                  <a:lnTo>
                    <a:pt x="2648218" y="2988152"/>
                  </a:lnTo>
                  <a:lnTo>
                    <a:pt x="2648344" y="2988152"/>
                  </a:lnTo>
                  <a:lnTo>
                    <a:pt x="2648470" y="2988152"/>
                  </a:lnTo>
                  <a:lnTo>
                    <a:pt x="2648596" y="2988152"/>
                  </a:lnTo>
                  <a:lnTo>
                    <a:pt x="2648722" y="2988152"/>
                  </a:lnTo>
                  <a:lnTo>
                    <a:pt x="2648848" y="2988152"/>
                  </a:lnTo>
                  <a:lnTo>
                    <a:pt x="2648974" y="2988152"/>
                  </a:lnTo>
                  <a:lnTo>
                    <a:pt x="2649100" y="2988152"/>
                  </a:lnTo>
                  <a:lnTo>
                    <a:pt x="2649226" y="2988152"/>
                  </a:lnTo>
                  <a:lnTo>
                    <a:pt x="2649353" y="2988152"/>
                  </a:lnTo>
                  <a:lnTo>
                    <a:pt x="2649479" y="2988152"/>
                  </a:lnTo>
                  <a:lnTo>
                    <a:pt x="2649605" y="2988152"/>
                  </a:lnTo>
                  <a:lnTo>
                    <a:pt x="2649731" y="2988152"/>
                  </a:lnTo>
                  <a:lnTo>
                    <a:pt x="2649857" y="2988152"/>
                  </a:lnTo>
                  <a:lnTo>
                    <a:pt x="2649983" y="2988152"/>
                  </a:lnTo>
                  <a:lnTo>
                    <a:pt x="2650109" y="2988152"/>
                  </a:lnTo>
                  <a:lnTo>
                    <a:pt x="2650235" y="2988152"/>
                  </a:lnTo>
                  <a:lnTo>
                    <a:pt x="2650361" y="2988152"/>
                  </a:lnTo>
                  <a:lnTo>
                    <a:pt x="2650487" y="2988152"/>
                  </a:lnTo>
                  <a:lnTo>
                    <a:pt x="2650487" y="2982873"/>
                  </a:lnTo>
                  <a:lnTo>
                    <a:pt x="2650613" y="2982873"/>
                  </a:lnTo>
                  <a:lnTo>
                    <a:pt x="2650739" y="2982873"/>
                  </a:lnTo>
                  <a:lnTo>
                    <a:pt x="2650739" y="2977593"/>
                  </a:lnTo>
                  <a:lnTo>
                    <a:pt x="2650866" y="2977593"/>
                  </a:lnTo>
                  <a:lnTo>
                    <a:pt x="2650992" y="2977593"/>
                  </a:lnTo>
                  <a:lnTo>
                    <a:pt x="2651118" y="2977593"/>
                  </a:lnTo>
                  <a:lnTo>
                    <a:pt x="2651244" y="2977593"/>
                  </a:lnTo>
                  <a:lnTo>
                    <a:pt x="2651370" y="2977593"/>
                  </a:lnTo>
                  <a:lnTo>
                    <a:pt x="2651496" y="2977593"/>
                  </a:lnTo>
                  <a:lnTo>
                    <a:pt x="2651622" y="2977593"/>
                  </a:lnTo>
                  <a:lnTo>
                    <a:pt x="2651748" y="2977593"/>
                  </a:lnTo>
                  <a:lnTo>
                    <a:pt x="2651874" y="2977593"/>
                  </a:lnTo>
                  <a:lnTo>
                    <a:pt x="2652000" y="2977593"/>
                  </a:lnTo>
                  <a:lnTo>
                    <a:pt x="2652126" y="2977593"/>
                  </a:lnTo>
                  <a:lnTo>
                    <a:pt x="2652253" y="2977593"/>
                  </a:lnTo>
                  <a:lnTo>
                    <a:pt x="2652379" y="2977593"/>
                  </a:lnTo>
                  <a:lnTo>
                    <a:pt x="2652505" y="2977593"/>
                  </a:lnTo>
                  <a:lnTo>
                    <a:pt x="2652631" y="2977593"/>
                  </a:lnTo>
                  <a:lnTo>
                    <a:pt x="2652757" y="2977593"/>
                  </a:lnTo>
                  <a:lnTo>
                    <a:pt x="2652883" y="2977593"/>
                  </a:lnTo>
                  <a:lnTo>
                    <a:pt x="2653009" y="2977593"/>
                  </a:lnTo>
                  <a:lnTo>
                    <a:pt x="2653135" y="2977593"/>
                  </a:lnTo>
                  <a:lnTo>
                    <a:pt x="2653261" y="2977593"/>
                  </a:lnTo>
                  <a:lnTo>
                    <a:pt x="2653387" y="2977593"/>
                  </a:lnTo>
                  <a:lnTo>
                    <a:pt x="2653513" y="2977593"/>
                  </a:lnTo>
                  <a:lnTo>
                    <a:pt x="2653639" y="2977593"/>
                  </a:lnTo>
                  <a:lnTo>
                    <a:pt x="2653766" y="2977593"/>
                  </a:lnTo>
                  <a:lnTo>
                    <a:pt x="2653892" y="2977593"/>
                  </a:lnTo>
                  <a:lnTo>
                    <a:pt x="2654018" y="2977593"/>
                  </a:lnTo>
                  <a:lnTo>
                    <a:pt x="2654144" y="2977593"/>
                  </a:lnTo>
                  <a:lnTo>
                    <a:pt x="2654270" y="2977593"/>
                  </a:lnTo>
                  <a:lnTo>
                    <a:pt x="2654396" y="2977593"/>
                  </a:lnTo>
                  <a:lnTo>
                    <a:pt x="2654522" y="2977593"/>
                  </a:lnTo>
                  <a:lnTo>
                    <a:pt x="2654648" y="2977593"/>
                  </a:lnTo>
                  <a:lnTo>
                    <a:pt x="2654774" y="2977593"/>
                  </a:lnTo>
                  <a:lnTo>
                    <a:pt x="2654900" y="2977593"/>
                  </a:lnTo>
                  <a:lnTo>
                    <a:pt x="2655026" y="2977593"/>
                  </a:lnTo>
                  <a:lnTo>
                    <a:pt x="2655153" y="2977593"/>
                  </a:lnTo>
                  <a:lnTo>
                    <a:pt x="2655279" y="2977593"/>
                  </a:lnTo>
                  <a:lnTo>
                    <a:pt x="2655405" y="2977593"/>
                  </a:lnTo>
                  <a:lnTo>
                    <a:pt x="2655531" y="2977593"/>
                  </a:lnTo>
                  <a:lnTo>
                    <a:pt x="2655657" y="2977593"/>
                  </a:lnTo>
                  <a:lnTo>
                    <a:pt x="2655783" y="2977593"/>
                  </a:lnTo>
                  <a:lnTo>
                    <a:pt x="2655909" y="2977593"/>
                  </a:lnTo>
                  <a:lnTo>
                    <a:pt x="2656035" y="2977593"/>
                  </a:lnTo>
                  <a:lnTo>
                    <a:pt x="2656161" y="2977593"/>
                  </a:lnTo>
                  <a:lnTo>
                    <a:pt x="2656287" y="2977593"/>
                  </a:lnTo>
                  <a:lnTo>
                    <a:pt x="2656413" y="2977593"/>
                  </a:lnTo>
                  <a:lnTo>
                    <a:pt x="2656540" y="2977593"/>
                  </a:lnTo>
                  <a:lnTo>
                    <a:pt x="2656666" y="2977593"/>
                  </a:lnTo>
                  <a:lnTo>
                    <a:pt x="2656792" y="2977593"/>
                  </a:lnTo>
                  <a:lnTo>
                    <a:pt x="2656918" y="2977593"/>
                  </a:lnTo>
                  <a:lnTo>
                    <a:pt x="2657044" y="2977593"/>
                  </a:lnTo>
                  <a:lnTo>
                    <a:pt x="2657170" y="2977593"/>
                  </a:lnTo>
                  <a:lnTo>
                    <a:pt x="2657296" y="2977593"/>
                  </a:lnTo>
                  <a:lnTo>
                    <a:pt x="2657296" y="2972314"/>
                  </a:lnTo>
                  <a:lnTo>
                    <a:pt x="2657422" y="2972314"/>
                  </a:lnTo>
                  <a:lnTo>
                    <a:pt x="2657548" y="2972314"/>
                  </a:lnTo>
                  <a:lnTo>
                    <a:pt x="2657674" y="2972314"/>
                  </a:lnTo>
                  <a:lnTo>
                    <a:pt x="2657800" y="2972314"/>
                  </a:lnTo>
                  <a:lnTo>
                    <a:pt x="2657926" y="2972314"/>
                  </a:lnTo>
                  <a:lnTo>
                    <a:pt x="2658053" y="2972314"/>
                  </a:lnTo>
                  <a:lnTo>
                    <a:pt x="2658053" y="2967034"/>
                  </a:lnTo>
                  <a:lnTo>
                    <a:pt x="2658179" y="2967034"/>
                  </a:lnTo>
                  <a:lnTo>
                    <a:pt x="2658305" y="2967034"/>
                  </a:lnTo>
                  <a:lnTo>
                    <a:pt x="2658431" y="2967034"/>
                  </a:lnTo>
                  <a:lnTo>
                    <a:pt x="2658557" y="2967034"/>
                  </a:lnTo>
                  <a:lnTo>
                    <a:pt x="2658683" y="2967034"/>
                  </a:lnTo>
                  <a:lnTo>
                    <a:pt x="2658809" y="2967034"/>
                  </a:lnTo>
                  <a:lnTo>
                    <a:pt x="2658935" y="2967034"/>
                  </a:lnTo>
                  <a:lnTo>
                    <a:pt x="2659061" y="2967034"/>
                  </a:lnTo>
                  <a:lnTo>
                    <a:pt x="2659187" y="2967034"/>
                  </a:lnTo>
                  <a:lnTo>
                    <a:pt x="2659313" y="2967034"/>
                  </a:lnTo>
                  <a:lnTo>
                    <a:pt x="2659440" y="2967034"/>
                  </a:lnTo>
                  <a:lnTo>
                    <a:pt x="2659566" y="2967034"/>
                  </a:lnTo>
                  <a:lnTo>
                    <a:pt x="2659692" y="2967034"/>
                  </a:lnTo>
                  <a:lnTo>
                    <a:pt x="2659818" y="2967034"/>
                  </a:lnTo>
                  <a:lnTo>
                    <a:pt x="2659944" y="2967034"/>
                  </a:lnTo>
                  <a:lnTo>
                    <a:pt x="2660070" y="2967034"/>
                  </a:lnTo>
                  <a:lnTo>
                    <a:pt x="2660196" y="2967034"/>
                  </a:lnTo>
                  <a:lnTo>
                    <a:pt x="2660322" y="2967034"/>
                  </a:lnTo>
                  <a:lnTo>
                    <a:pt x="2660448" y="2967034"/>
                  </a:lnTo>
                  <a:lnTo>
                    <a:pt x="2660574" y="2967034"/>
                  </a:lnTo>
                  <a:lnTo>
                    <a:pt x="2660700" y="2967034"/>
                  </a:lnTo>
                  <a:lnTo>
                    <a:pt x="2660826" y="2967034"/>
                  </a:lnTo>
                  <a:lnTo>
                    <a:pt x="2660953" y="2967034"/>
                  </a:lnTo>
                  <a:lnTo>
                    <a:pt x="2661079" y="2967034"/>
                  </a:lnTo>
                  <a:lnTo>
                    <a:pt x="2661205" y="2967034"/>
                  </a:lnTo>
                  <a:lnTo>
                    <a:pt x="2661331" y="2967034"/>
                  </a:lnTo>
                  <a:lnTo>
                    <a:pt x="2661457" y="2967034"/>
                  </a:lnTo>
                  <a:lnTo>
                    <a:pt x="2661583" y="2967034"/>
                  </a:lnTo>
                  <a:lnTo>
                    <a:pt x="2661709" y="2967034"/>
                  </a:lnTo>
                  <a:lnTo>
                    <a:pt x="2661835" y="2967034"/>
                  </a:lnTo>
                  <a:lnTo>
                    <a:pt x="2661961" y="2967034"/>
                  </a:lnTo>
                  <a:lnTo>
                    <a:pt x="2662087" y="2967034"/>
                  </a:lnTo>
                  <a:lnTo>
                    <a:pt x="2662213" y="2967034"/>
                  </a:lnTo>
                  <a:lnTo>
                    <a:pt x="2662340" y="2967034"/>
                  </a:lnTo>
                  <a:lnTo>
                    <a:pt x="2662466" y="2967034"/>
                  </a:lnTo>
                  <a:lnTo>
                    <a:pt x="2662592" y="2967034"/>
                  </a:lnTo>
                  <a:lnTo>
                    <a:pt x="2662592" y="2961755"/>
                  </a:lnTo>
                  <a:lnTo>
                    <a:pt x="2662718" y="2961755"/>
                  </a:lnTo>
                  <a:lnTo>
                    <a:pt x="2662844" y="2961755"/>
                  </a:lnTo>
                  <a:lnTo>
                    <a:pt x="2662970" y="2961755"/>
                  </a:lnTo>
                  <a:lnTo>
                    <a:pt x="2663096" y="2961755"/>
                  </a:lnTo>
                  <a:lnTo>
                    <a:pt x="2663222" y="2961755"/>
                  </a:lnTo>
                  <a:lnTo>
                    <a:pt x="2663348" y="2961755"/>
                  </a:lnTo>
                  <a:lnTo>
                    <a:pt x="2663474" y="2961755"/>
                  </a:lnTo>
                  <a:lnTo>
                    <a:pt x="2663600" y="2961755"/>
                  </a:lnTo>
                  <a:lnTo>
                    <a:pt x="2663727" y="2961755"/>
                  </a:lnTo>
                  <a:lnTo>
                    <a:pt x="2663853" y="2961755"/>
                  </a:lnTo>
                  <a:lnTo>
                    <a:pt x="2663979" y="2961755"/>
                  </a:lnTo>
                  <a:lnTo>
                    <a:pt x="2664105" y="2961755"/>
                  </a:lnTo>
                  <a:lnTo>
                    <a:pt x="2664231" y="2961755"/>
                  </a:lnTo>
                  <a:lnTo>
                    <a:pt x="2664357" y="2961755"/>
                  </a:lnTo>
                  <a:lnTo>
                    <a:pt x="2664483" y="2961755"/>
                  </a:lnTo>
                  <a:lnTo>
                    <a:pt x="2664609" y="2961755"/>
                  </a:lnTo>
                  <a:lnTo>
                    <a:pt x="2664735" y="2961755"/>
                  </a:lnTo>
                  <a:lnTo>
                    <a:pt x="2664861" y="2961755"/>
                  </a:lnTo>
                  <a:lnTo>
                    <a:pt x="2664987" y="2961755"/>
                  </a:lnTo>
                  <a:lnTo>
                    <a:pt x="2665113" y="2961755"/>
                  </a:lnTo>
                  <a:lnTo>
                    <a:pt x="2665240" y="2961755"/>
                  </a:lnTo>
                  <a:lnTo>
                    <a:pt x="2665366" y="2961755"/>
                  </a:lnTo>
                  <a:lnTo>
                    <a:pt x="2665492" y="2961755"/>
                  </a:lnTo>
                  <a:lnTo>
                    <a:pt x="2665618" y="2961755"/>
                  </a:lnTo>
                  <a:lnTo>
                    <a:pt x="2665744" y="2961755"/>
                  </a:lnTo>
                  <a:lnTo>
                    <a:pt x="2665870" y="2961755"/>
                  </a:lnTo>
                  <a:lnTo>
                    <a:pt x="2665996" y="2961755"/>
                  </a:lnTo>
                  <a:lnTo>
                    <a:pt x="2666122" y="2961755"/>
                  </a:lnTo>
                  <a:lnTo>
                    <a:pt x="2666248" y="2961755"/>
                  </a:lnTo>
                  <a:lnTo>
                    <a:pt x="2666374" y="2961755"/>
                  </a:lnTo>
                  <a:lnTo>
                    <a:pt x="2666500" y="2961755"/>
                  </a:lnTo>
                  <a:lnTo>
                    <a:pt x="2666627" y="2961755"/>
                  </a:lnTo>
                  <a:lnTo>
                    <a:pt x="2666753" y="2961755"/>
                  </a:lnTo>
                  <a:lnTo>
                    <a:pt x="2666879" y="2961755"/>
                  </a:lnTo>
                  <a:lnTo>
                    <a:pt x="2667005" y="2961755"/>
                  </a:lnTo>
                  <a:lnTo>
                    <a:pt x="2667131" y="2961755"/>
                  </a:lnTo>
                  <a:lnTo>
                    <a:pt x="2667257" y="2961755"/>
                  </a:lnTo>
                  <a:lnTo>
                    <a:pt x="2667383" y="2961755"/>
                  </a:lnTo>
                  <a:lnTo>
                    <a:pt x="2667509" y="2961755"/>
                  </a:lnTo>
                  <a:lnTo>
                    <a:pt x="2667635" y="2961755"/>
                  </a:lnTo>
                  <a:lnTo>
                    <a:pt x="2667761" y="2961755"/>
                  </a:lnTo>
                  <a:lnTo>
                    <a:pt x="2667887" y="2961755"/>
                  </a:lnTo>
                  <a:lnTo>
                    <a:pt x="2668013" y="2961755"/>
                  </a:lnTo>
                  <a:lnTo>
                    <a:pt x="2668140" y="2961755"/>
                  </a:lnTo>
                  <a:lnTo>
                    <a:pt x="2668266" y="2961755"/>
                  </a:lnTo>
                  <a:lnTo>
                    <a:pt x="2668266" y="2956475"/>
                  </a:lnTo>
                  <a:lnTo>
                    <a:pt x="2668392" y="2956475"/>
                  </a:lnTo>
                  <a:lnTo>
                    <a:pt x="2668518" y="2956475"/>
                  </a:lnTo>
                  <a:lnTo>
                    <a:pt x="2668644" y="2956475"/>
                  </a:lnTo>
                  <a:lnTo>
                    <a:pt x="2668770" y="2956475"/>
                  </a:lnTo>
                  <a:lnTo>
                    <a:pt x="2668896" y="2956475"/>
                  </a:lnTo>
                  <a:lnTo>
                    <a:pt x="2669022" y="2956475"/>
                  </a:lnTo>
                  <a:lnTo>
                    <a:pt x="2669148" y="2956475"/>
                  </a:lnTo>
                  <a:lnTo>
                    <a:pt x="2669274" y="2956475"/>
                  </a:lnTo>
                  <a:lnTo>
                    <a:pt x="2669400" y="2956475"/>
                  </a:lnTo>
                  <a:lnTo>
                    <a:pt x="2669527" y="2956475"/>
                  </a:lnTo>
                  <a:lnTo>
                    <a:pt x="2669653" y="2956475"/>
                  </a:lnTo>
                  <a:lnTo>
                    <a:pt x="2669779" y="2956475"/>
                  </a:lnTo>
                  <a:lnTo>
                    <a:pt x="2669905" y="2956475"/>
                  </a:lnTo>
                  <a:lnTo>
                    <a:pt x="2670031" y="2956475"/>
                  </a:lnTo>
                  <a:lnTo>
                    <a:pt x="2670157" y="2956475"/>
                  </a:lnTo>
                  <a:lnTo>
                    <a:pt x="2670283" y="2956475"/>
                  </a:lnTo>
                  <a:lnTo>
                    <a:pt x="2670409" y="2956475"/>
                  </a:lnTo>
                  <a:lnTo>
                    <a:pt x="2670535" y="2956475"/>
                  </a:lnTo>
                  <a:lnTo>
                    <a:pt x="2670661" y="2956475"/>
                  </a:lnTo>
                  <a:lnTo>
                    <a:pt x="2670787" y="2956475"/>
                  </a:lnTo>
                  <a:lnTo>
                    <a:pt x="2670913" y="2956475"/>
                  </a:lnTo>
                  <a:lnTo>
                    <a:pt x="2671040" y="2956475"/>
                  </a:lnTo>
                  <a:lnTo>
                    <a:pt x="2671166" y="2956475"/>
                  </a:lnTo>
                  <a:lnTo>
                    <a:pt x="2671292" y="2956475"/>
                  </a:lnTo>
                  <a:lnTo>
                    <a:pt x="2671418" y="2956475"/>
                  </a:lnTo>
                  <a:lnTo>
                    <a:pt x="2671544" y="2956475"/>
                  </a:lnTo>
                  <a:lnTo>
                    <a:pt x="2671670" y="2956475"/>
                  </a:lnTo>
                  <a:lnTo>
                    <a:pt x="2671796" y="2956475"/>
                  </a:lnTo>
                  <a:lnTo>
                    <a:pt x="2671922" y="2956475"/>
                  </a:lnTo>
                  <a:lnTo>
                    <a:pt x="2672048" y="2956475"/>
                  </a:lnTo>
                  <a:lnTo>
                    <a:pt x="2672174" y="2956475"/>
                  </a:lnTo>
                  <a:lnTo>
                    <a:pt x="2672300" y="2956475"/>
                  </a:lnTo>
                  <a:lnTo>
                    <a:pt x="2672427" y="2956475"/>
                  </a:lnTo>
                  <a:lnTo>
                    <a:pt x="2672553" y="2956475"/>
                  </a:lnTo>
                  <a:lnTo>
                    <a:pt x="2672679" y="2956475"/>
                  </a:lnTo>
                  <a:lnTo>
                    <a:pt x="2672805" y="2956475"/>
                  </a:lnTo>
                  <a:lnTo>
                    <a:pt x="2672931" y="2956475"/>
                  </a:lnTo>
                  <a:lnTo>
                    <a:pt x="2673057" y="2956475"/>
                  </a:lnTo>
                  <a:lnTo>
                    <a:pt x="2673183" y="2956475"/>
                  </a:lnTo>
                  <a:lnTo>
                    <a:pt x="2673309" y="2956475"/>
                  </a:lnTo>
                  <a:lnTo>
                    <a:pt x="2673435" y="2956475"/>
                  </a:lnTo>
                  <a:lnTo>
                    <a:pt x="2673561" y="2956475"/>
                  </a:lnTo>
                  <a:lnTo>
                    <a:pt x="2673687" y="2956475"/>
                  </a:lnTo>
                  <a:lnTo>
                    <a:pt x="2673814" y="2956475"/>
                  </a:lnTo>
                  <a:lnTo>
                    <a:pt x="2673940" y="2956475"/>
                  </a:lnTo>
                  <a:lnTo>
                    <a:pt x="2674066" y="2956475"/>
                  </a:lnTo>
                  <a:lnTo>
                    <a:pt x="2674192" y="2956475"/>
                  </a:lnTo>
                  <a:lnTo>
                    <a:pt x="2674318" y="2956475"/>
                  </a:lnTo>
                  <a:lnTo>
                    <a:pt x="2674444" y="2956475"/>
                  </a:lnTo>
                  <a:lnTo>
                    <a:pt x="2674570" y="2956475"/>
                  </a:lnTo>
                  <a:lnTo>
                    <a:pt x="2674696" y="2956475"/>
                  </a:lnTo>
                  <a:lnTo>
                    <a:pt x="2674822" y="2956475"/>
                  </a:lnTo>
                  <a:lnTo>
                    <a:pt x="2674948" y="2956475"/>
                  </a:lnTo>
                  <a:lnTo>
                    <a:pt x="2675074" y="2956475"/>
                  </a:lnTo>
                  <a:lnTo>
                    <a:pt x="2675200" y="2956475"/>
                  </a:lnTo>
                  <a:lnTo>
                    <a:pt x="2675327" y="2956475"/>
                  </a:lnTo>
                  <a:lnTo>
                    <a:pt x="2675453" y="2956475"/>
                  </a:lnTo>
                  <a:lnTo>
                    <a:pt x="2675579" y="2956475"/>
                  </a:lnTo>
                  <a:lnTo>
                    <a:pt x="2675705" y="2956475"/>
                  </a:lnTo>
                  <a:lnTo>
                    <a:pt x="2675831" y="2956475"/>
                  </a:lnTo>
                  <a:lnTo>
                    <a:pt x="2675957" y="2956475"/>
                  </a:lnTo>
                  <a:lnTo>
                    <a:pt x="2676083" y="2956475"/>
                  </a:lnTo>
                  <a:lnTo>
                    <a:pt x="2676209" y="2956475"/>
                  </a:lnTo>
                  <a:lnTo>
                    <a:pt x="2676335" y="2956475"/>
                  </a:lnTo>
                  <a:lnTo>
                    <a:pt x="2676461" y="2956475"/>
                  </a:lnTo>
                  <a:lnTo>
                    <a:pt x="2676587" y="2956475"/>
                  </a:lnTo>
                  <a:lnTo>
                    <a:pt x="2676714" y="2956475"/>
                  </a:lnTo>
                  <a:lnTo>
                    <a:pt x="2676840" y="2956475"/>
                  </a:lnTo>
                  <a:lnTo>
                    <a:pt x="2676966" y="2956475"/>
                  </a:lnTo>
                  <a:lnTo>
                    <a:pt x="2677092" y="2956475"/>
                  </a:lnTo>
                  <a:lnTo>
                    <a:pt x="2677218" y="2956475"/>
                  </a:lnTo>
                  <a:lnTo>
                    <a:pt x="2677344" y="2956475"/>
                  </a:lnTo>
                  <a:lnTo>
                    <a:pt x="2677470" y="2956475"/>
                  </a:lnTo>
                  <a:lnTo>
                    <a:pt x="2677596" y="2956475"/>
                  </a:lnTo>
                  <a:lnTo>
                    <a:pt x="2677722" y="2956475"/>
                  </a:lnTo>
                  <a:lnTo>
                    <a:pt x="2677848" y="2956475"/>
                  </a:lnTo>
                  <a:lnTo>
                    <a:pt x="2677974" y="2956475"/>
                  </a:lnTo>
                  <a:lnTo>
                    <a:pt x="2678100" y="2956475"/>
                  </a:lnTo>
                  <a:lnTo>
                    <a:pt x="2678227" y="2956475"/>
                  </a:lnTo>
                  <a:lnTo>
                    <a:pt x="2678353" y="2956475"/>
                  </a:lnTo>
                  <a:lnTo>
                    <a:pt x="2678479" y="2956475"/>
                  </a:lnTo>
                  <a:lnTo>
                    <a:pt x="2678605" y="2956475"/>
                  </a:lnTo>
                  <a:lnTo>
                    <a:pt x="2678731" y="2956475"/>
                  </a:lnTo>
                  <a:lnTo>
                    <a:pt x="2678857" y="2956475"/>
                  </a:lnTo>
                  <a:lnTo>
                    <a:pt x="2678983" y="2956475"/>
                  </a:lnTo>
                  <a:lnTo>
                    <a:pt x="2679109" y="2956475"/>
                  </a:lnTo>
                  <a:lnTo>
                    <a:pt x="2679235" y="2956475"/>
                  </a:lnTo>
                  <a:lnTo>
                    <a:pt x="2679361" y="2956475"/>
                  </a:lnTo>
                  <a:lnTo>
                    <a:pt x="2679487" y="2956475"/>
                  </a:lnTo>
                  <a:lnTo>
                    <a:pt x="2679614" y="2956475"/>
                  </a:lnTo>
                  <a:lnTo>
                    <a:pt x="2679740" y="2956475"/>
                  </a:lnTo>
                  <a:lnTo>
                    <a:pt x="2679866" y="2956475"/>
                  </a:lnTo>
                  <a:lnTo>
                    <a:pt x="2679992" y="2956475"/>
                  </a:lnTo>
                  <a:lnTo>
                    <a:pt x="2680118" y="2956475"/>
                  </a:lnTo>
                  <a:lnTo>
                    <a:pt x="2680244" y="2956475"/>
                  </a:lnTo>
                  <a:lnTo>
                    <a:pt x="2680370" y="2956475"/>
                  </a:lnTo>
                  <a:lnTo>
                    <a:pt x="2680496" y="2956475"/>
                  </a:lnTo>
                  <a:lnTo>
                    <a:pt x="2680622" y="2956475"/>
                  </a:lnTo>
                  <a:lnTo>
                    <a:pt x="2680748" y="2956475"/>
                  </a:lnTo>
                  <a:lnTo>
                    <a:pt x="2680874" y="2956475"/>
                  </a:lnTo>
                  <a:lnTo>
                    <a:pt x="2681001" y="2956475"/>
                  </a:lnTo>
                  <a:lnTo>
                    <a:pt x="2681127" y="2956475"/>
                  </a:lnTo>
                  <a:lnTo>
                    <a:pt x="2681253" y="2956475"/>
                  </a:lnTo>
                  <a:lnTo>
                    <a:pt x="2681379" y="2956475"/>
                  </a:lnTo>
                  <a:lnTo>
                    <a:pt x="2681505" y="2956475"/>
                  </a:lnTo>
                  <a:lnTo>
                    <a:pt x="2681631" y="2956475"/>
                  </a:lnTo>
                  <a:lnTo>
                    <a:pt x="2681757" y="2956475"/>
                  </a:lnTo>
                  <a:lnTo>
                    <a:pt x="2681883" y="2956475"/>
                  </a:lnTo>
                  <a:lnTo>
                    <a:pt x="2682009" y="2956475"/>
                  </a:lnTo>
                  <a:lnTo>
                    <a:pt x="2682135" y="2956475"/>
                  </a:lnTo>
                  <a:lnTo>
                    <a:pt x="2682261" y="2956475"/>
                  </a:lnTo>
                  <a:lnTo>
                    <a:pt x="2682387" y="2956475"/>
                  </a:lnTo>
                  <a:lnTo>
                    <a:pt x="2682387" y="2951196"/>
                  </a:lnTo>
                  <a:lnTo>
                    <a:pt x="2682514" y="2951196"/>
                  </a:lnTo>
                  <a:lnTo>
                    <a:pt x="2682640" y="2951196"/>
                  </a:lnTo>
                  <a:lnTo>
                    <a:pt x="2682766" y="2951196"/>
                  </a:lnTo>
                  <a:lnTo>
                    <a:pt x="2682892" y="2951196"/>
                  </a:lnTo>
                  <a:lnTo>
                    <a:pt x="2683018" y="2951196"/>
                  </a:lnTo>
                  <a:lnTo>
                    <a:pt x="2683144" y="2951196"/>
                  </a:lnTo>
                  <a:lnTo>
                    <a:pt x="2683270" y="2951196"/>
                  </a:lnTo>
                  <a:lnTo>
                    <a:pt x="2683396" y="2951196"/>
                  </a:lnTo>
                  <a:lnTo>
                    <a:pt x="2683522" y="2951196"/>
                  </a:lnTo>
                  <a:lnTo>
                    <a:pt x="2683648" y="2951196"/>
                  </a:lnTo>
                  <a:lnTo>
                    <a:pt x="2683774" y="2951196"/>
                  </a:lnTo>
                  <a:lnTo>
                    <a:pt x="2683901" y="2951196"/>
                  </a:lnTo>
                  <a:lnTo>
                    <a:pt x="2684027" y="2951196"/>
                  </a:lnTo>
                  <a:lnTo>
                    <a:pt x="2684153" y="2951196"/>
                  </a:lnTo>
                  <a:lnTo>
                    <a:pt x="2684279" y="2951196"/>
                  </a:lnTo>
                  <a:lnTo>
                    <a:pt x="2684405" y="2951196"/>
                  </a:lnTo>
                  <a:lnTo>
                    <a:pt x="2684531" y="2951196"/>
                  </a:lnTo>
                  <a:lnTo>
                    <a:pt x="2684657" y="2951196"/>
                  </a:lnTo>
                  <a:lnTo>
                    <a:pt x="2684783" y="2951196"/>
                  </a:lnTo>
                  <a:lnTo>
                    <a:pt x="2684909" y="2951196"/>
                  </a:lnTo>
                  <a:lnTo>
                    <a:pt x="2685035" y="2951196"/>
                  </a:lnTo>
                  <a:lnTo>
                    <a:pt x="2685161" y="2951196"/>
                  </a:lnTo>
                  <a:lnTo>
                    <a:pt x="2685287" y="2951196"/>
                  </a:lnTo>
                  <a:lnTo>
                    <a:pt x="2685414" y="2951196"/>
                  </a:lnTo>
                  <a:lnTo>
                    <a:pt x="2685540" y="2951196"/>
                  </a:lnTo>
                  <a:lnTo>
                    <a:pt x="2685666" y="2951196"/>
                  </a:lnTo>
                  <a:lnTo>
                    <a:pt x="2685792" y="2951196"/>
                  </a:lnTo>
                  <a:lnTo>
                    <a:pt x="2685918" y="2951196"/>
                  </a:lnTo>
                  <a:lnTo>
                    <a:pt x="2686044" y="2951196"/>
                  </a:lnTo>
                  <a:lnTo>
                    <a:pt x="2686170" y="2951196"/>
                  </a:lnTo>
                  <a:lnTo>
                    <a:pt x="2686296" y="2951196"/>
                  </a:lnTo>
                  <a:lnTo>
                    <a:pt x="2686422" y="2951196"/>
                  </a:lnTo>
                  <a:lnTo>
                    <a:pt x="2686548" y="2951196"/>
                  </a:lnTo>
                  <a:lnTo>
                    <a:pt x="2686674" y="2951196"/>
                  </a:lnTo>
                  <a:lnTo>
                    <a:pt x="2686801" y="2951196"/>
                  </a:lnTo>
                  <a:lnTo>
                    <a:pt x="2686927" y="2951196"/>
                  </a:lnTo>
                  <a:lnTo>
                    <a:pt x="2687053" y="2951196"/>
                  </a:lnTo>
                  <a:lnTo>
                    <a:pt x="2687179" y="2951196"/>
                  </a:lnTo>
                  <a:lnTo>
                    <a:pt x="2687305" y="2951196"/>
                  </a:lnTo>
                  <a:lnTo>
                    <a:pt x="2687431" y="2951196"/>
                  </a:lnTo>
                  <a:lnTo>
                    <a:pt x="2687557" y="2951196"/>
                  </a:lnTo>
                  <a:lnTo>
                    <a:pt x="2687683" y="2951196"/>
                  </a:lnTo>
                  <a:lnTo>
                    <a:pt x="2687809" y="2951196"/>
                  </a:lnTo>
                  <a:lnTo>
                    <a:pt x="2687935" y="2951196"/>
                  </a:lnTo>
                  <a:lnTo>
                    <a:pt x="2688061" y="2951196"/>
                  </a:lnTo>
                  <a:lnTo>
                    <a:pt x="2688187" y="2951196"/>
                  </a:lnTo>
                  <a:lnTo>
                    <a:pt x="2688314" y="2951196"/>
                  </a:lnTo>
                  <a:lnTo>
                    <a:pt x="2688440" y="2951196"/>
                  </a:lnTo>
                  <a:lnTo>
                    <a:pt x="2688566" y="2951196"/>
                  </a:lnTo>
                  <a:lnTo>
                    <a:pt x="2688692" y="2951196"/>
                  </a:lnTo>
                  <a:lnTo>
                    <a:pt x="2688818" y="2951196"/>
                  </a:lnTo>
                  <a:lnTo>
                    <a:pt x="2688944" y="2951196"/>
                  </a:lnTo>
                  <a:lnTo>
                    <a:pt x="2689070" y="2951196"/>
                  </a:lnTo>
                  <a:lnTo>
                    <a:pt x="2689196" y="2951196"/>
                  </a:lnTo>
                  <a:lnTo>
                    <a:pt x="2689322" y="2951196"/>
                  </a:lnTo>
                  <a:lnTo>
                    <a:pt x="2689448" y="2951196"/>
                  </a:lnTo>
                  <a:lnTo>
                    <a:pt x="2689574" y="2951196"/>
                  </a:lnTo>
                  <a:lnTo>
                    <a:pt x="2689701" y="2951196"/>
                  </a:lnTo>
                  <a:lnTo>
                    <a:pt x="2689701" y="2945917"/>
                  </a:lnTo>
                  <a:lnTo>
                    <a:pt x="2689827" y="2945917"/>
                  </a:lnTo>
                  <a:lnTo>
                    <a:pt x="2689953" y="2945917"/>
                  </a:lnTo>
                  <a:lnTo>
                    <a:pt x="2690079" y="2945917"/>
                  </a:lnTo>
                  <a:lnTo>
                    <a:pt x="2690205" y="2945917"/>
                  </a:lnTo>
                  <a:lnTo>
                    <a:pt x="2690331" y="2945917"/>
                  </a:lnTo>
                  <a:lnTo>
                    <a:pt x="2690457" y="2945917"/>
                  </a:lnTo>
                  <a:lnTo>
                    <a:pt x="2690583" y="2945917"/>
                  </a:lnTo>
                  <a:lnTo>
                    <a:pt x="2690709" y="2945917"/>
                  </a:lnTo>
                  <a:lnTo>
                    <a:pt x="2690835" y="2945917"/>
                  </a:lnTo>
                  <a:lnTo>
                    <a:pt x="2690961" y="2945917"/>
                  </a:lnTo>
                  <a:lnTo>
                    <a:pt x="2691088" y="2945917"/>
                  </a:lnTo>
                  <a:lnTo>
                    <a:pt x="2691214" y="2945917"/>
                  </a:lnTo>
                  <a:lnTo>
                    <a:pt x="2691340" y="2945917"/>
                  </a:lnTo>
                  <a:lnTo>
                    <a:pt x="2691466" y="2945917"/>
                  </a:lnTo>
                  <a:lnTo>
                    <a:pt x="2691592" y="2945917"/>
                  </a:lnTo>
                  <a:lnTo>
                    <a:pt x="2691718" y="2945917"/>
                  </a:lnTo>
                  <a:lnTo>
                    <a:pt x="2691844" y="2945917"/>
                  </a:lnTo>
                  <a:lnTo>
                    <a:pt x="2691970" y="2945917"/>
                  </a:lnTo>
                  <a:lnTo>
                    <a:pt x="2692096" y="2945917"/>
                  </a:lnTo>
                  <a:lnTo>
                    <a:pt x="2692222" y="2945917"/>
                  </a:lnTo>
                  <a:lnTo>
                    <a:pt x="2692348" y="2945917"/>
                  </a:lnTo>
                  <a:lnTo>
                    <a:pt x="2692474" y="2945917"/>
                  </a:lnTo>
                  <a:lnTo>
                    <a:pt x="2692601" y="2945917"/>
                  </a:lnTo>
                  <a:lnTo>
                    <a:pt x="2692601" y="2940637"/>
                  </a:lnTo>
                  <a:lnTo>
                    <a:pt x="2692727" y="2940637"/>
                  </a:lnTo>
                  <a:lnTo>
                    <a:pt x="2692853" y="2940637"/>
                  </a:lnTo>
                  <a:lnTo>
                    <a:pt x="2692979" y="2940637"/>
                  </a:lnTo>
                  <a:lnTo>
                    <a:pt x="2693105" y="2940637"/>
                  </a:lnTo>
                  <a:lnTo>
                    <a:pt x="2693231" y="2940637"/>
                  </a:lnTo>
                  <a:lnTo>
                    <a:pt x="2693357" y="2940637"/>
                  </a:lnTo>
                  <a:lnTo>
                    <a:pt x="2693483" y="2940637"/>
                  </a:lnTo>
                  <a:lnTo>
                    <a:pt x="2693609" y="2940637"/>
                  </a:lnTo>
                  <a:lnTo>
                    <a:pt x="2693735" y="2940637"/>
                  </a:lnTo>
                  <a:lnTo>
                    <a:pt x="2693861" y="2940637"/>
                  </a:lnTo>
                  <a:lnTo>
                    <a:pt x="2693861" y="2935358"/>
                  </a:lnTo>
                  <a:lnTo>
                    <a:pt x="2693988" y="2935358"/>
                  </a:lnTo>
                  <a:lnTo>
                    <a:pt x="2694114" y="2935358"/>
                  </a:lnTo>
                  <a:lnTo>
                    <a:pt x="2694240" y="2935358"/>
                  </a:lnTo>
                  <a:lnTo>
                    <a:pt x="2694366" y="2935358"/>
                  </a:lnTo>
                  <a:lnTo>
                    <a:pt x="2694492" y="2935358"/>
                  </a:lnTo>
                  <a:lnTo>
                    <a:pt x="2694618" y="2935358"/>
                  </a:lnTo>
                  <a:lnTo>
                    <a:pt x="2694744" y="2935358"/>
                  </a:lnTo>
                  <a:lnTo>
                    <a:pt x="2694870" y="2935358"/>
                  </a:lnTo>
                  <a:lnTo>
                    <a:pt x="2694996" y="2935358"/>
                  </a:lnTo>
                  <a:lnTo>
                    <a:pt x="2695122" y="2935358"/>
                  </a:lnTo>
                  <a:lnTo>
                    <a:pt x="2695248" y="2935358"/>
                  </a:lnTo>
                  <a:lnTo>
                    <a:pt x="2695374" y="2935358"/>
                  </a:lnTo>
                  <a:lnTo>
                    <a:pt x="2695501" y="2935358"/>
                  </a:lnTo>
                  <a:lnTo>
                    <a:pt x="2695627" y="2935358"/>
                  </a:lnTo>
                  <a:lnTo>
                    <a:pt x="2695753" y="2935358"/>
                  </a:lnTo>
                  <a:lnTo>
                    <a:pt x="2695879" y="2935358"/>
                  </a:lnTo>
                  <a:lnTo>
                    <a:pt x="2696005" y="2935358"/>
                  </a:lnTo>
                  <a:lnTo>
                    <a:pt x="2696131" y="2935358"/>
                  </a:lnTo>
                  <a:lnTo>
                    <a:pt x="2696257" y="2935358"/>
                  </a:lnTo>
                  <a:lnTo>
                    <a:pt x="2696383" y="2935358"/>
                  </a:lnTo>
                  <a:lnTo>
                    <a:pt x="2696509" y="2935358"/>
                  </a:lnTo>
                  <a:lnTo>
                    <a:pt x="2696635" y="2935358"/>
                  </a:lnTo>
                  <a:lnTo>
                    <a:pt x="2696761" y="2935358"/>
                  </a:lnTo>
                  <a:lnTo>
                    <a:pt x="2696888" y="2935358"/>
                  </a:lnTo>
                  <a:lnTo>
                    <a:pt x="2697014" y="2935358"/>
                  </a:lnTo>
                  <a:lnTo>
                    <a:pt x="2697140" y="2935358"/>
                  </a:lnTo>
                  <a:lnTo>
                    <a:pt x="2697266" y="2935358"/>
                  </a:lnTo>
                  <a:lnTo>
                    <a:pt x="2697392" y="2935358"/>
                  </a:lnTo>
                  <a:lnTo>
                    <a:pt x="2697518" y="2935358"/>
                  </a:lnTo>
                  <a:lnTo>
                    <a:pt x="2697644" y="2935358"/>
                  </a:lnTo>
                  <a:lnTo>
                    <a:pt x="2697770" y="2935358"/>
                  </a:lnTo>
                  <a:lnTo>
                    <a:pt x="2697896" y="2935358"/>
                  </a:lnTo>
                  <a:lnTo>
                    <a:pt x="2698022" y="2935358"/>
                  </a:lnTo>
                  <a:lnTo>
                    <a:pt x="2698148" y="2935358"/>
                  </a:lnTo>
                  <a:lnTo>
                    <a:pt x="2698275" y="2935358"/>
                  </a:lnTo>
                  <a:lnTo>
                    <a:pt x="2698401" y="2935358"/>
                  </a:lnTo>
                  <a:lnTo>
                    <a:pt x="2698527" y="2935358"/>
                  </a:lnTo>
                  <a:lnTo>
                    <a:pt x="2698653" y="2935358"/>
                  </a:lnTo>
                  <a:lnTo>
                    <a:pt x="2698779" y="2935358"/>
                  </a:lnTo>
                  <a:lnTo>
                    <a:pt x="2698905" y="2935358"/>
                  </a:lnTo>
                  <a:lnTo>
                    <a:pt x="2699031" y="2935358"/>
                  </a:lnTo>
                  <a:lnTo>
                    <a:pt x="2699157" y="2935358"/>
                  </a:lnTo>
                  <a:lnTo>
                    <a:pt x="2699283" y="2935358"/>
                  </a:lnTo>
                  <a:lnTo>
                    <a:pt x="2699283" y="2930078"/>
                  </a:lnTo>
                  <a:lnTo>
                    <a:pt x="2699409" y="2930078"/>
                  </a:lnTo>
                  <a:lnTo>
                    <a:pt x="2699535" y="2930078"/>
                  </a:lnTo>
                  <a:lnTo>
                    <a:pt x="2699661" y="2930078"/>
                  </a:lnTo>
                  <a:lnTo>
                    <a:pt x="2699788" y="2930078"/>
                  </a:lnTo>
                  <a:lnTo>
                    <a:pt x="2699914" y="2930078"/>
                  </a:lnTo>
                  <a:lnTo>
                    <a:pt x="2700040" y="2930078"/>
                  </a:lnTo>
                  <a:lnTo>
                    <a:pt x="2700166" y="2930078"/>
                  </a:lnTo>
                  <a:lnTo>
                    <a:pt x="2700292" y="2930078"/>
                  </a:lnTo>
                  <a:lnTo>
                    <a:pt x="2700418" y="2930078"/>
                  </a:lnTo>
                  <a:lnTo>
                    <a:pt x="2700544" y="2930078"/>
                  </a:lnTo>
                  <a:lnTo>
                    <a:pt x="2700670" y="2930078"/>
                  </a:lnTo>
                  <a:lnTo>
                    <a:pt x="2700796" y="2930078"/>
                  </a:lnTo>
                  <a:lnTo>
                    <a:pt x="2700922" y="2930078"/>
                  </a:lnTo>
                  <a:lnTo>
                    <a:pt x="2701048" y="2930078"/>
                  </a:lnTo>
                  <a:lnTo>
                    <a:pt x="2701175" y="2930078"/>
                  </a:lnTo>
                  <a:lnTo>
                    <a:pt x="2701301" y="2930078"/>
                  </a:lnTo>
                  <a:lnTo>
                    <a:pt x="2701427" y="2930078"/>
                  </a:lnTo>
                  <a:lnTo>
                    <a:pt x="2701553" y="2930078"/>
                  </a:lnTo>
                  <a:lnTo>
                    <a:pt x="2701679" y="2930078"/>
                  </a:lnTo>
                  <a:lnTo>
                    <a:pt x="2701805" y="2930078"/>
                  </a:lnTo>
                  <a:lnTo>
                    <a:pt x="2701931" y="2930078"/>
                  </a:lnTo>
                  <a:lnTo>
                    <a:pt x="2702057" y="2930078"/>
                  </a:lnTo>
                  <a:lnTo>
                    <a:pt x="2702183" y="2930078"/>
                  </a:lnTo>
                  <a:lnTo>
                    <a:pt x="2702309" y="2930078"/>
                  </a:lnTo>
                  <a:lnTo>
                    <a:pt x="2702435" y="2930078"/>
                  </a:lnTo>
                  <a:lnTo>
                    <a:pt x="2702561" y="2930078"/>
                  </a:lnTo>
                  <a:lnTo>
                    <a:pt x="2702688" y="2930078"/>
                  </a:lnTo>
                  <a:lnTo>
                    <a:pt x="2702814" y="2930078"/>
                  </a:lnTo>
                  <a:lnTo>
                    <a:pt x="2702940" y="2930078"/>
                  </a:lnTo>
                  <a:lnTo>
                    <a:pt x="2703066" y="2930078"/>
                  </a:lnTo>
                  <a:lnTo>
                    <a:pt x="2703192" y="2930078"/>
                  </a:lnTo>
                  <a:lnTo>
                    <a:pt x="2703318" y="2930078"/>
                  </a:lnTo>
                  <a:lnTo>
                    <a:pt x="2703444" y="2930078"/>
                  </a:lnTo>
                  <a:lnTo>
                    <a:pt x="2703570" y="2930078"/>
                  </a:lnTo>
                  <a:lnTo>
                    <a:pt x="2703696" y="2930078"/>
                  </a:lnTo>
                  <a:lnTo>
                    <a:pt x="2703822" y="2930078"/>
                  </a:lnTo>
                  <a:lnTo>
                    <a:pt x="2703948" y="2930078"/>
                  </a:lnTo>
                  <a:lnTo>
                    <a:pt x="2704075" y="2930078"/>
                  </a:lnTo>
                  <a:lnTo>
                    <a:pt x="2704201" y="2930078"/>
                  </a:lnTo>
                  <a:lnTo>
                    <a:pt x="2704327" y="2930078"/>
                  </a:lnTo>
                  <a:lnTo>
                    <a:pt x="2704453" y="2930078"/>
                  </a:lnTo>
                  <a:lnTo>
                    <a:pt x="2704579" y="2930078"/>
                  </a:lnTo>
                  <a:lnTo>
                    <a:pt x="2704705" y="2930078"/>
                  </a:lnTo>
                  <a:lnTo>
                    <a:pt x="2704831" y="2930078"/>
                  </a:lnTo>
                  <a:lnTo>
                    <a:pt x="2704957" y="2930078"/>
                  </a:lnTo>
                  <a:lnTo>
                    <a:pt x="2705083" y="2930078"/>
                  </a:lnTo>
                  <a:lnTo>
                    <a:pt x="2705209" y="2930078"/>
                  </a:lnTo>
                  <a:lnTo>
                    <a:pt x="2705335" y="2930078"/>
                  </a:lnTo>
                  <a:lnTo>
                    <a:pt x="2705462" y="2930078"/>
                  </a:lnTo>
                  <a:lnTo>
                    <a:pt x="2705588" y="2930078"/>
                  </a:lnTo>
                  <a:lnTo>
                    <a:pt x="2705714" y="2930078"/>
                  </a:lnTo>
                  <a:lnTo>
                    <a:pt x="2705840" y="2930078"/>
                  </a:lnTo>
                  <a:lnTo>
                    <a:pt x="2705966" y="2930078"/>
                  </a:lnTo>
                  <a:lnTo>
                    <a:pt x="2706092" y="2930078"/>
                  </a:lnTo>
                  <a:lnTo>
                    <a:pt x="2706218" y="2930078"/>
                  </a:lnTo>
                  <a:lnTo>
                    <a:pt x="2706344" y="2930078"/>
                  </a:lnTo>
                  <a:lnTo>
                    <a:pt x="2706470" y="2930078"/>
                  </a:lnTo>
                  <a:lnTo>
                    <a:pt x="2706596" y="2930078"/>
                  </a:lnTo>
                  <a:lnTo>
                    <a:pt x="2706722" y="2930078"/>
                  </a:lnTo>
                  <a:lnTo>
                    <a:pt x="2706848" y="2930078"/>
                  </a:lnTo>
                  <a:lnTo>
                    <a:pt x="2706975" y="2930078"/>
                  </a:lnTo>
                  <a:lnTo>
                    <a:pt x="2707101" y="2930078"/>
                  </a:lnTo>
                  <a:lnTo>
                    <a:pt x="2707227" y="2930078"/>
                  </a:lnTo>
                  <a:lnTo>
                    <a:pt x="2707353" y="2930078"/>
                  </a:lnTo>
                  <a:lnTo>
                    <a:pt x="2707479" y="2930078"/>
                  </a:lnTo>
                  <a:lnTo>
                    <a:pt x="2707605" y="2930078"/>
                  </a:lnTo>
                  <a:lnTo>
                    <a:pt x="2707731" y="2930078"/>
                  </a:lnTo>
                  <a:lnTo>
                    <a:pt x="2707857" y="2930078"/>
                  </a:lnTo>
                  <a:lnTo>
                    <a:pt x="2707983" y="2930078"/>
                  </a:lnTo>
                  <a:lnTo>
                    <a:pt x="2708109" y="2930078"/>
                  </a:lnTo>
                  <a:lnTo>
                    <a:pt x="2708235" y="2930078"/>
                  </a:lnTo>
                  <a:lnTo>
                    <a:pt x="2708362" y="2930078"/>
                  </a:lnTo>
                  <a:lnTo>
                    <a:pt x="2708488" y="2930078"/>
                  </a:lnTo>
                  <a:lnTo>
                    <a:pt x="2708614" y="2930078"/>
                  </a:lnTo>
                  <a:lnTo>
                    <a:pt x="2708740" y="2930078"/>
                  </a:lnTo>
                  <a:lnTo>
                    <a:pt x="2708866" y="2930078"/>
                  </a:lnTo>
                  <a:lnTo>
                    <a:pt x="2708992" y="2930078"/>
                  </a:lnTo>
                  <a:lnTo>
                    <a:pt x="2709118" y="2930078"/>
                  </a:lnTo>
                  <a:lnTo>
                    <a:pt x="2709244" y="2930078"/>
                  </a:lnTo>
                  <a:lnTo>
                    <a:pt x="2709370" y="2930078"/>
                  </a:lnTo>
                  <a:lnTo>
                    <a:pt x="2709496" y="2930078"/>
                  </a:lnTo>
                  <a:lnTo>
                    <a:pt x="2709622" y="2930078"/>
                  </a:lnTo>
                  <a:lnTo>
                    <a:pt x="2709748" y="2930078"/>
                  </a:lnTo>
                  <a:lnTo>
                    <a:pt x="2709875" y="2930078"/>
                  </a:lnTo>
                  <a:lnTo>
                    <a:pt x="2710001" y="2930078"/>
                  </a:lnTo>
                  <a:lnTo>
                    <a:pt x="2710127" y="2930078"/>
                  </a:lnTo>
                  <a:lnTo>
                    <a:pt x="2710253" y="2930078"/>
                  </a:lnTo>
                  <a:lnTo>
                    <a:pt x="2710379" y="2930078"/>
                  </a:lnTo>
                  <a:lnTo>
                    <a:pt x="2710505" y="2930078"/>
                  </a:lnTo>
                  <a:lnTo>
                    <a:pt x="2710631" y="2930078"/>
                  </a:lnTo>
                  <a:lnTo>
                    <a:pt x="2710631" y="2924799"/>
                  </a:lnTo>
                  <a:lnTo>
                    <a:pt x="2710757" y="2924799"/>
                  </a:lnTo>
                  <a:lnTo>
                    <a:pt x="2710883" y="2924799"/>
                  </a:lnTo>
                  <a:lnTo>
                    <a:pt x="2711009" y="2924799"/>
                  </a:lnTo>
                  <a:lnTo>
                    <a:pt x="2711135" y="2924799"/>
                  </a:lnTo>
                  <a:lnTo>
                    <a:pt x="2711262" y="2924799"/>
                  </a:lnTo>
                  <a:lnTo>
                    <a:pt x="2711388" y="2924799"/>
                  </a:lnTo>
                  <a:lnTo>
                    <a:pt x="2711514" y="2924799"/>
                  </a:lnTo>
                  <a:lnTo>
                    <a:pt x="2711640" y="2924799"/>
                  </a:lnTo>
                  <a:lnTo>
                    <a:pt x="2711766" y="2924799"/>
                  </a:lnTo>
                  <a:lnTo>
                    <a:pt x="2711892" y="2924799"/>
                  </a:lnTo>
                  <a:lnTo>
                    <a:pt x="2712018" y="2924799"/>
                  </a:lnTo>
                  <a:lnTo>
                    <a:pt x="2712144" y="2924799"/>
                  </a:lnTo>
                  <a:lnTo>
                    <a:pt x="2712270" y="2924799"/>
                  </a:lnTo>
                  <a:lnTo>
                    <a:pt x="2712396" y="2924799"/>
                  </a:lnTo>
                  <a:lnTo>
                    <a:pt x="2712522" y="2924799"/>
                  </a:lnTo>
                  <a:lnTo>
                    <a:pt x="2712648" y="2924799"/>
                  </a:lnTo>
                  <a:lnTo>
                    <a:pt x="2712775" y="2924799"/>
                  </a:lnTo>
                  <a:lnTo>
                    <a:pt x="2712901" y="2924799"/>
                  </a:lnTo>
                  <a:lnTo>
                    <a:pt x="2713027" y="2924799"/>
                  </a:lnTo>
                  <a:lnTo>
                    <a:pt x="2713153" y="2924799"/>
                  </a:lnTo>
                  <a:lnTo>
                    <a:pt x="2713279" y="2924799"/>
                  </a:lnTo>
                  <a:lnTo>
                    <a:pt x="2713405" y="2924799"/>
                  </a:lnTo>
                  <a:lnTo>
                    <a:pt x="2713531" y="2924799"/>
                  </a:lnTo>
                  <a:lnTo>
                    <a:pt x="2713657" y="2924799"/>
                  </a:lnTo>
                  <a:lnTo>
                    <a:pt x="2713783" y="2924799"/>
                  </a:lnTo>
                  <a:lnTo>
                    <a:pt x="2713909" y="2924799"/>
                  </a:lnTo>
                  <a:lnTo>
                    <a:pt x="2714035" y="2924799"/>
                  </a:lnTo>
                  <a:lnTo>
                    <a:pt x="2714162" y="2924799"/>
                  </a:lnTo>
                  <a:lnTo>
                    <a:pt x="2714288" y="2924799"/>
                  </a:lnTo>
                  <a:lnTo>
                    <a:pt x="2714414" y="2924799"/>
                  </a:lnTo>
                  <a:lnTo>
                    <a:pt x="2714540" y="2924799"/>
                  </a:lnTo>
                  <a:lnTo>
                    <a:pt x="2714666" y="2924799"/>
                  </a:lnTo>
                  <a:lnTo>
                    <a:pt x="2714792" y="2924799"/>
                  </a:lnTo>
                  <a:lnTo>
                    <a:pt x="2714918" y="2924799"/>
                  </a:lnTo>
                  <a:lnTo>
                    <a:pt x="2715044" y="2924799"/>
                  </a:lnTo>
                  <a:lnTo>
                    <a:pt x="2715170" y="2924799"/>
                  </a:lnTo>
                  <a:lnTo>
                    <a:pt x="2715296" y="2924799"/>
                  </a:lnTo>
                  <a:lnTo>
                    <a:pt x="2715422" y="2924799"/>
                  </a:lnTo>
                  <a:lnTo>
                    <a:pt x="2715549" y="2924799"/>
                  </a:lnTo>
                  <a:lnTo>
                    <a:pt x="2715675" y="2924799"/>
                  </a:lnTo>
                  <a:lnTo>
                    <a:pt x="2715801" y="2924799"/>
                  </a:lnTo>
                  <a:lnTo>
                    <a:pt x="2715927" y="2924799"/>
                  </a:lnTo>
                  <a:lnTo>
                    <a:pt x="2716053" y="2924799"/>
                  </a:lnTo>
                  <a:lnTo>
                    <a:pt x="2716179" y="2924799"/>
                  </a:lnTo>
                  <a:lnTo>
                    <a:pt x="2716305" y="2924799"/>
                  </a:lnTo>
                  <a:lnTo>
                    <a:pt x="2716431" y="2924799"/>
                  </a:lnTo>
                  <a:lnTo>
                    <a:pt x="2716557" y="2924799"/>
                  </a:lnTo>
                  <a:lnTo>
                    <a:pt x="2716683" y="2924799"/>
                  </a:lnTo>
                  <a:lnTo>
                    <a:pt x="2716809" y="2924799"/>
                  </a:lnTo>
                  <a:lnTo>
                    <a:pt x="2716935" y="2924799"/>
                  </a:lnTo>
                  <a:lnTo>
                    <a:pt x="2717062" y="2924799"/>
                  </a:lnTo>
                  <a:lnTo>
                    <a:pt x="2717188" y="2924799"/>
                  </a:lnTo>
                  <a:lnTo>
                    <a:pt x="2717314" y="2924799"/>
                  </a:lnTo>
                  <a:lnTo>
                    <a:pt x="2717440" y="2924799"/>
                  </a:lnTo>
                  <a:lnTo>
                    <a:pt x="2717566" y="2924799"/>
                  </a:lnTo>
                  <a:lnTo>
                    <a:pt x="2717692" y="2924799"/>
                  </a:lnTo>
                  <a:lnTo>
                    <a:pt x="2717818" y="2924799"/>
                  </a:lnTo>
                  <a:lnTo>
                    <a:pt x="2717944" y="2924799"/>
                  </a:lnTo>
                  <a:lnTo>
                    <a:pt x="2718070" y="2924799"/>
                  </a:lnTo>
                  <a:lnTo>
                    <a:pt x="2718196" y="2924799"/>
                  </a:lnTo>
                  <a:lnTo>
                    <a:pt x="2718322" y="2924799"/>
                  </a:lnTo>
                  <a:lnTo>
                    <a:pt x="2718449" y="2924799"/>
                  </a:lnTo>
                  <a:lnTo>
                    <a:pt x="2718575" y="2924799"/>
                  </a:lnTo>
                  <a:lnTo>
                    <a:pt x="2718701" y="2924799"/>
                  </a:lnTo>
                  <a:lnTo>
                    <a:pt x="2718827" y="2924799"/>
                  </a:lnTo>
                  <a:lnTo>
                    <a:pt x="2718953" y="2924799"/>
                  </a:lnTo>
                  <a:lnTo>
                    <a:pt x="2719079" y="2924799"/>
                  </a:lnTo>
                  <a:lnTo>
                    <a:pt x="2719205" y="2924799"/>
                  </a:lnTo>
                  <a:lnTo>
                    <a:pt x="2719331" y="2924799"/>
                  </a:lnTo>
                  <a:lnTo>
                    <a:pt x="2719457" y="2924799"/>
                  </a:lnTo>
                  <a:lnTo>
                    <a:pt x="2719457" y="2919519"/>
                  </a:lnTo>
                  <a:lnTo>
                    <a:pt x="2719583" y="2919519"/>
                  </a:lnTo>
                  <a:lnTo>
                    <a:pt x="2719709" y="2919519"/>
                  </a:lnTo>
                  <a:lnTo>
                    <a:pt x="2719835" y="2919519"/>
                  </a:lnTo>
                  <a:lnTo>
                    <a:pt x="2719962" y="2919519"/>
                  </a:lnTo>
                  <a:lnTo>
                    <a:pt x="2720088" y="2919519"/>
                  </a:lnTo>
                  <a:lnTo>
                    <a:pt x="2720214" y="2919519"/>
                  </a:lnTo>
                  <a:lnTo>
                    <a:pt x="2720340" y="2919519"/>
                  </a:lnTo>
                  <a:lnTo>
                    <a:pt x="2720466" y="2919519"/>
                  </a:lnTo>
                  <a:lnTo>
                    <a:pt x="2720592" y="2919519"/>
                  </a:lnTo>
                  <a:lnTo>
                    <a:pt x="2720718" y="2919519"/>
                  </a:lnTo>
                  <a:lnTo>
                    <a:pt x="2720844" y="2919519"/>
                  </a:lnTo>
                  <a:lnTo>
                    <a:pt x="2720970" y="2919519"/>
                  </a:lnTo>
                  <a:lnTo>
                    <a:pt x="2721096" y="2919519"/>
                  </a:lnTo>
                  <a:lnTo>
                    <a:pt x="2721222" y="2919519"/>
                  </a:lnTo>
                  <a:lnTo>
                    <a:pt x="2721349" y="2919519"/>
                  </a:lnTo>
                  <a:lnTo>
                    <a:pt x="2721475" y="2919519"/>
                  </a:lnTo>
                  <a:lnTo>
                    <a:pt x="2721601" y="2919519"/>
                  </a:lnTo>
                  <a:lnTo>
                    <a:pt x="2721727" y="2919519"/>
                  </a:lnTo>
                  <a:lnTo>
                    <a:pt x="2721853" y="2919519"/>
                  </a:lnTo>
                  <a:lnTo>
                    <a:pt x="2721979" y="2919519"/>
                  </a:lnTo>
                  <a:lnTo>
                    <a:pt x="2722105" y="2919519"/>
                  </a:lnTo>
                  <a:lnTo>
                    <a:pt x="2722231" y="2919519"/>
                  </a:lnTo>
                  <a:lnTo>
                    <a:pt x="2722357" y="2919519"/>
                  </a:lnTo>
                  <a:lnTo>
                    <a:pt x="2722483" y="2919519"/>
                  </a:lnTo>
                  <a:lnTo>
                    <a:pt x="2722609" y="2919519"/>
                  </a:lnTo>
                  <a:lnTo>
                    <a:pt x="2722736" y="2919519"/>
                  </a:lnTo>
                  <a:lnTo>
                    <a:pt x="2722862" y="2919519"/>
                  </a:lnTo>
                  <a:lnTo>
                    <a:pt x="2722988" y="2919519"/>
                  </a:lnTo>
                  <a:lnTo>
                    <a:pt x="2723114" y="2919519"/>
                  </a:lnTo>
                  <a:lnTo>
                    <a:pt x="2723240" y="2919519"/>
                  </a:lnTo>
                  <a:lnTo>
                    <a:pt x="2723366" y="2919519"/>
                  </a:lnTo>
                  <a:lnTo>
                    <a:pt x="2723492" y="2919519"/>
                  </a:lnTo>
                  <a:lnTo>
                    <a:pt x="2723618" y="2919519"/>
                  </a:lnTo>
                  <a:lnTo>
                    <a:pt x="2723744" y="2919519"/>
                  </a:lnTo>
                  <a:lnTo>
                    <a:pt x="2723870" y="2919519"/>
                  </a:lnTo>
                  <a:lnTo>
                    <a:pt x="2723996" y="2919519"/>
                  </a:lnTo>
                  <a:lnTo>
                    <a:pt x="2724122" y="2919519"/>
                  </a:lnTo>
                  <a:lnTo>
                    <a:pt x="2724249" y="2919519"/>
                  </a:lnTo>
                  <a:lnTo>
                    <a:pt x="2724375" y="2919519"/>
                  </a:lnTo>
                  <a:lnTo>
                    <a:pt x="2724501" y="2919519"/>
                  </a:lnTo>
                  <a:lnTo>
                    <a:pt x="2724501" y="2914240"/>
                  </a:lnTo>
                  <a:lnTo>
                    <a:pt x="2724627" y="2914240"/>
                  </a:lnTo>
                  <a:lnTo>
                    <a:pt x="2724753" y="2914240"/>
                  </a:lnTo>
                  <a:lnTo>
                    <a:pt x="2724879" y="2914240"/>
                  </a:lnTo>
                  <a:lnTo>
                    <a:pt x="2725005" y="2914240"/>
                  </a:lnTo>
                  <a:lnTo>
                    <a:pt x="2725131" y="2914240"/>
                  </a:lnTo>
                  <a:lnTo>
                    <a:pt x="2725257" y="2914240"/>
                  </a:lnTo>
                  <a:lnTo>
                    <a:pt x="2725383" y="2914240"/>
                  </a:lnTo>
                  <a:lnTo>
                    <a:pt x="2725509" y="2914240"/>
                  </a:lnTo>
                  <a:lnTo>
                    <a:pt x="2725636" y="2914240"/>
                  </a:lnTo>
                  <a:lnTo>
                    <a:pt x="2725762" y="2914240"/>
                  </a:lnTo>
                  <a:lnTo>
                    <a:pt x="2725888" y="2914240"/>
                  </a:lnTo>
                  <a:lnTo>
                    <a:pt x="2726014" y="2914240"/>
                  </a:lnTo>
                  <a:lnTo>
                    <a:pt x="2726140" y="2914240"/>
                  </a:lnTo>
                  <a:lnTo>
                    <a:pt x="2726266" y="2914240"/>
                  </a:lnTo>
                  <a:lnTo>
                    <a:pt x="2726392" y="2914240"/>
                  </a:lnTo>
                  <a:lnTo>
                    <a:pt x="2726518" y="2914240"/>
                  </a:lnTo>
                  <a:lnTo>
                    <a:pt x="2726644" y="2914240"/>
                  </a:lnTo>
                  <a:lnTo>
                    <a:pt x="2726770" y="2914240"/>
                  </a:lnTo>
                  <a:lnTo>
                    <a:pt x="2726896" y="2914240"/>
                  </a:lnTo>
                  <a:lnTo>
                    <a:pt x="2727022" y="2914240"/>
                  </a:lnTo>
                  <a:lnTo>
                    <a:pt x="2727149" y="2914240"/>
                  </a:lnTo>
                  <a:lnTo>
                    <a:pt x="2727149" y="2908961"/>
                  </a:lnTo>
                  <a:lnTo>
                    <a:pt x="2727275" y="2908961"/>
                  </a:lnTo>
                  <a:lnTo>
                    <a:pt x="2727401" y="2908961"/>
                  </a:lnTo>
                  <a:lnTo>
                    <a:pt x="2727527" y="2908961"/>
                  </a:lnTo>
                  <a:lnTo>
                    <a:pt x="2727653" y="2908961"/>
                  </a:lnTo>
                  <a:lnTo>
                    <a:pt x="2727779" y="2908961"/>
                  </a:lnTo>
                  <a:lnTo>
                    <a:pt x="2727905" y="2908961"/>
                  </a:lnTo>
                  <a:lnTo>
                    <a:pt x="2728031" y="2908961"/>
                  </a:lnTo>
                  <a:lnTo>
                    <a:pt x="2728157" y="2908961"/>
                  </a:lnTo>
                  <a:lnTo>
                    <a:pt x="2728283" y="2908961"/>
                  </a:lnTo>
                  <a:lnTo>
                    <a:pt x="2728409" y="2908961"/>
                  </a:lnTo>
                  <a:lnTo>
                    <a:pt x="2728536" y="2908961"/>
                  </a:lnTo>
                  <a:lnTo>
                    <a:pt x="2728662" y="2908961"/>
                  </a:lnTo>
                  <a:lnTo>
                    <a:pt x="2728788" y="2908961"/>
                  </a:lnTo>
                  <a:lnTo>
                    <a:pt x="2728914" y="2908961"/>
                  </a:lnTo>
                  <a:lnTo>
                    <a:pt x="2729040" y="2908961"/>
                  </a:lnTo>
                  <a:lnTo>
                    <a:pt x="2729166" y="2908961"/>
                  </a:lnTo>
                  <a:lnTo>
                    <a:pt x="2729292" y="2908961"/>
                  </a:lnTo>
                  <a:lnTo>
                    <a:pt x="2729418" y="2908961"/>
                  </a:lnTo>
                  <a:lnTo>
                    <a:pt x="2729544" y="2908961"/>
                  </a:lnTo>
                  <a:lnTo>
                    <a:pt x="2729670" y="2908961"/>
                  </a:lnTo>
                  <a:lnTo>
                    <a:pt x="2729796" y="2908961"/>
                  </a:lnTo>
                  <a:lnTo>
                    <a:pt x="2729923" y="2908961"/>
                  </a:lnTo>
                  <a:lnTo>
                    <a:pt x="2730049" y="2908961"/>
                  </a:lnTo>
                  <a:lnTo>
                    <a:pt x="2730175" y="2908961"/>
                  </a:lnTo>
                  <a:lnTo>
                    <a:pt x="2730301" y="2908961"/>
                  </a:lnTo>
                  <a:lnTo>
                    <a:pt x="2730427" y="2908961"/>
                  </a:lnTo>
                  <a:lnTo>
                    <a:pt x="2730553" y="2908961"/>
                  </a:lnTo>
                  <a:lnTo>
                    <a:pt x="2730679" y="2908961"/>
                  </a:lnTo>
                  <a:lnTo>
                    <a:pt x="2730805" y="2908961"/>
                  </a:lnTo>
                  <a:lnTo>
                    <a:pt x="2730931" y="2908961"/>
                  </a:lnTo>
                  <a:lnTo>
                    <a:pt x="2731057" y="2908961"/>
                  </a:lnTo>
                  <a:lnTo>
                    <a:pt x="2731183" y="2908961"/>
                  </a:lnTo>
                  <a:lnTo>
                    <a:pt x="2731309" y="2908961"/>
                  </a:lnTo>
                  <a:lnTo>
                    <a:pt x="2731436" y="2908961"/>
                  </a:lnTo>
                  <a:lnTo>
                    <a:pt x="2731562" y="2908961"/>
                  </a:lnTo>
                  <a:lnTo>
                    <a:pt x="2731688" y="2908961"/>
                  </a:lnTo>
                  <a:lnTo>
                    <a:pt x="2731814" y="2908961"/>
                  </a:lnTo>
                  <a:lnTo>
                    <a:pt x="2731940" y="2908961"/>
                  </a:lnTo>
                  <a:lnTo>
                    <a:pt x="2732066" y="2908961"/>
                  </a:lnTo>
                  <a:lnTo>
                    <a:pt x="2732192" y="2908961"/>
                  </a:lnTo>
                  <a:lnTo>
                    <a:pt x="2732318" y="2908961"/>
                  </a:lnTo>
                  <a:lnTo>
                    <a:pt x="2732318" y="2903681"/>
                  </a:lnTo>
                  <a:lnTo>
                    <a:pt x="2732444" y="2903681"/>
                  </a:lnTo>
                  <a:lnTo>
                    <a:pt x="2732570" y="2903681"/>
                  </a:lnTo>
                  <a:lnTo>
                    <a:pt x="2732696" y="2903681"/>
                  </a:lnTo>
                  <a:lnTo>
                    <a:pt x="2732823" y="2903681"/>
                  </a:lnTo>
                  <a:lnTo>
                    <a:pt x="2732949" y="2903681"/>
                  </a:lnTo>
                  <a:lnTo>
                    <a:pt x="2733075" y="2903681"/>
                  </a:lnTo>
                  <a:lnTo>
                    <a:pt x="2733201" y="2903681"/>
                  </a:lnTo>
                  <a:lnTo>
                    <a:pt x="2733327" y="2903681"/>
                  </a:lnTo>
                  <a:lnTo>
                    <a:pt x="2733453" y="2903681"/>
                  </a:lnTo>
                  <a:lnTo>
                    <a:pt x="2733579" y="2903681"/>
                  </a:lnTo>
                  <a:lnTo>
                    <a:pt x="2733705" y="2903681"/>
                  </a:lnTo>
                  <a:lnTo>
                    <a:pt x="2733831" y="2903681"/>
                  </a:lnTo>
                  <a:lnTo>
                    <a:pt x="2733957" y="2903681"/>
                  </a:lnTo>
                  <a:lnTo>
                    <a:pt x="2734083" y="2903681"/>
                  </a:lnTo>
                  <a:lnTo>
                    <a:pt x="2734209" y="2903681"/>
                  </a:lnTo>
                  <a:lnTo>
                    <a:pt x="2734336" y="2903681"/>
                  </a:lnTo>
                  <a:lnTo>
                    <a:pt x="2734462" y="2903681"/>
                  </a:lnTo>
                  <a:lnTo>
                    <a:pt x="2734588" y="2903681"/>
                  </a:lnTo>
                  <a:lnTo>
                    <a:pt x="2734714" y="2903681"/>
                  </a:lnTo>
                  <a:lnTo>
                    <a:pt x="2734840" y="2903681"/>
                  </a:lnTo>
                  <a:lnTo>
                    <a:pt x="2734966" y="2903681"/>
                  </a:lnTo>
                  <a:lnTo>
                    <a:pt x="2735092" y="2903681"/>
                  </a:lnTo>
                  <a:lnTo>
                    <a:pt x="2735218" y="2903681"/>
                  </a:lnTo>
                  <a:lnTo>
                    <a:pt x="2735344" y="2903681"/>
                  </a:lnTo>
                  <a:lnTo>
                    <a:pt x="2735470" y="2903681"/>
                  </a:lnTo>
                  <a:lnTo>
                    <a:pt x="2735596" y="2903681"/>
                  </a:lnTo>
                  <a:lnTo>
                    <a:pt x="2735723" y="2903681"/>
                  </a:lnTo>
                  <a:lnTo>
                    <a:pt x="2735849" y="2903681"/>
                  </a:lnTo>
                  <a:lnTo>
                    <a:pt x="2735975" y="2903681"/>
                  </a:lnTo>
                  <a:lnTo>
                    <a:pt x="2736101" y="2903681"/>
                  </a:lnTo>
                  <a:lnTo>
                    <a:pt x="2736227" y="2903681"/>
                  </a:lnTo>
                  <a:lnTo>
                    <a:pt x="2736353" y="2903681"/>
                  </a:lnTo>
                  <a:lnTo>
                    <a:pt x="2736479" y="2903681"/>
                  </a:lnTo>
                  <a:lnTo>
                    <a:pt x="2736605" y="2903681"/>
                  </a:lnTo>
                  <a:lnTo>
                    <a:pt x="2736731" y="2903681"/>
                  </a:lnTo>
                  <a:lnTo>
                    <a:pt x="2736857" y="2903681"/>
                  </a:lnTo>
                  <a:lnTo>
                    <a:pt x="2736983" y="2903681"/>
                  </a:lnTo>
                  <a:lnTo>
                    <a:pt x="2737109" y="2903681"/>
                  </a:lnTo>
                  <a:lnTo>
                    <a:pt x="2737236" y="2903681"/>
                  </a:lnTo>
                  <a:lnTo>
                    <a:pt x="2737362" y="2903681"/>
                  </a:lnTo>
                  <a:lnTo>
                    <a:pt x="2737488" y="2903681"/>
                  </a:lnTo>
                  <a:lnTo>
                    <a:pt x="2737614" y="2903681"/>
                  </a:lnTo>
                  <a:lnTo>
                    <a:pt x="2737740" y="2903681"/>
                  </a:lnTo>
                  <a:lnTo>
                    <a:pt x="2737866" y="2903681"/>
                  </a:lnTo>
                  <a:lnTo>
                    <a:pt x="2737992" y="2903681"/>
                  </a:lnTo>
                  <a:lnTo>
                    <a:pt x="2738118" y="2903681"/>
                  </a:lnTo>
                  <a:lnTo>
                    <a:pt x="2738244" y="2903681"/>
                  </a:lnTo>
                  <a:lnTo>
                    <a:pt x="2738370" y="2903681"/>
                  </a:lnTo>
                  <a:lnTo>
                    <a:pt x="2738496" y="2903681"/>
                  </a:lnTo>
                  <a:lnTo>
                    <a:pt x="2738623" y="2903681"/>
                  </a:lnTo>
                  <a:lnTo>
                    <a:pt x="2738749" y="2903681"/>
                  </a:lnTo>
                  <a:lnTo>
                    <a:pt x="2738875" y="2903681"/>
                  </a:lnTo>
                  <a:lnTo>
                    <a:pt x="2739001" y="2903681"/>
                  </a:lnTo>
                  <a:lnTo>
                    <a:pt x="2739127" y="2903681"/>
                  </a:lnTo>
                  <a:lnTo>
                    <a:pt x="2739253" y="2903681"/>
                  </a:lnTo>
                  <a:lnTo>
                    <a:pt x="2739379" y="2903681"/>
                  </a:lnTo>
                  <a:lnTo>
                    <a:pt x="2739505" y="2903681"/>
                  </a:lnTo>
                  <a:lnTo>
                    <a:pt x="2739631" y="2903681"/>
                  </a:lnTo>
                  <a:lnTo>
                    <a:pt x="2739757" y="2903681"/>
                  </a:lnTo>
                  <a:lnTo>
                    <a:pt x="2739883" y="2903681"/>
                  </a:lnTo>
                  <a:lnTo>
                    <a:pt x="2740010" y="2903681"/>
                  </a:lnTo>
                  <a:lnTo>
                    <a:pt x="2740136" y="2903681"/>
                  </a:lnTo>
                  <a:lnTo>
                    <a:pt x="2740262" y="2903681"/>
                  </a:lnTo>
                  <a:lnTo>
                    <a:pt x="2740388" y="2903681"/>
                  </a:lnTo>
                  <a:lnTo>
                    <a:pt x="2740514" y="2903681"/>
                  </a:lnTo>
                  <a:lnTo>
                    <a:pt x="2740640" y="2903681"/>
                  </a:lnTo>
                  <a:lnTo>
                    <a:pt x="2740766" y="2903681"/>
                  </a:lnTo>
                  <a:lnTo>
                    <a:pt x="2740892" y="2903681"/>
                  </a:lnTo>
                  <a:lnTo>
                    <a:pt x="2741018" y="2903681"/>
                  </a:lnTo>
                  <a:lnTo>
                    <a:pt x="2741144" y="2903681"/>
                  </a:lnTo>
                  <a:lnTo>
                    <a:pt x="2741270" y="2903681"/>
                  </a:lnTo>
                  <a:lnTo>
                    <a:pt x="2741396" y="2903681"/>
                  </a:lnTo>
                  <a:lnTo>
                    <a:pt x="2741523" y="2903681"/>
                  </a:lnTo>
                  <a:lnTo>
                    <a:pt x="2741649" y="2903681"/>
                  </a:lnTo>
                  <a:lnTo>
                    <a:pt x="2741775" y="2903681"/>
                  </a:lnTo>
                  <a:lnTo>
                    <a:pt x="2741901" y="2903681"/>
                  </a:lnTo>
                  <a:lnTo>
                    <a:pt x="2742027" y="2903681"/>
                  </a:lnTo>
                  <a:lnTo>
                    <a:pt x="2742153" y="2903681"/>
                  </a:lnTo>
                  <a:lnTo>
                    <a:pt x="2742279" y="2903681"/>
                  </a:lnTo>
                  <a:lnTo>
                    <a:pt x="2742405" y="2903681"/>
                  </a:lnTo>
                  <a:lnTo>
                    <a:pt x="2742531" y="2903681"/>
                  </a:lnTo>
                  <a:lnTo>
                    <a:pt x="2742657" y="2903681"/>
                  </a:lnTo>
                  <a:lnTo>
                    <a:pt x="2742783" y="2903681"/>
                  </a:lnTo>
                  <a:lnTo>
                    <a:pt x="2742910" y="2903681"/>
                  </a:lnTo>
                  <a:lnTo>
                    <a:pt x="2743036" y="2903681"/>
                  </a:lnTo>
                  <a:lnTo>
                    <a:pt x="2743162" y="2903681"/>
                  </a:lnTo>
                  <a:lnTo>
                    <a:pt x="2743288" y="2903681"/>
                  </a:lnTo>
                  <a:lnTo>
                    <a:pt x="2743414" y="2903681"/>
                  </a:lnTo>
                  <a:lnTo>
                    <a:pt x="2743540" y="2903681"/>
                  </a:lnTo>
                  <a:lnTo>
                    <a:pt x="2743666" y="2903681"/>
                  </a:lnTo>
                  <a:lnTo>
                    <a:pt x="2743792" y="2903681"/>
                  </a:lnTo>
                  <a:lnTo>
                    <a:pt x="2743918" y="2903681"/>
                  </a:lnTo>
                  <a:lnTo>
                    <a:pt x="2744044" y="2903681"/>
                  </a:lnTo>
                  <a:lnTo>
                    <a:pt x="2744170" y="2903681"/>
                  </a:lnTo>
                  <a:lnTo>
                    <a:pt x="2744296" y="2903681"/>
                  </a:lnTo>
                  <a:lnTo>
                    <a:pt x="2744423" y="2903681"/>
                  </a:lnTo>
                  <a:lnTo>
                    <a:pt x="2744549" y="2903681"/>
                  </a:lnTo>
                  <a:lnTo>
                    <a:pt x="2744675" y="2903681"/>
                  </a:lnTo>
                  <a:lnTo>
                    <a:pt x="2744801" y="2903681"/>
                  </a:lnTo>
                  <a:lnTo>
                    <a:pt x="2744927" y="2903681"/>
                  </a:lnTo>
                  <a:lnTo>
                    <a:pt x="2745053" y="2903681"/>
                  </a:lnTo>
                  <a:lnTo>
                    <a:pt x="2745179" y="2903681"/>
                  </a:lnTo>
                  <a:lnTo>
                    <a:pt x="2745305" y="2903681"/>
                  </a:lnTo>
                  <a:lnTo>
                    <a:pt x="2745431" y="2903681"/>
                  </a:lnTo>
                  <a:lnTo>
                    <a:pt x="2745557" y="2903681"/>
                  </a:lnTo>
                  <a:lnTo>
                    <a:pt x="2745683" y="2903681"/>
                  </a:lnTo>
                  <a:lnTo>
                    <a:pt x="2745810" y="2903681"/>
                  </a:lnTo>
                  <a:lnTo>
                    <a:pt x="2745936" y="2903681"/>
                  </a:lnTo>
                  <a:lnTo>
                    <a:pt x="2746062" y="2903681"/>
                  </a:lnTo>
                  <a:lnTo>
                    <a:pt x="2746188" y="2903681"/>
                  </a:lnTo>
                  <a:lnTo>
                    <a:pt x="2746314" y="2903681"/>
                  </a:lnTo>
                  <a:lnTo>
                    <a:pt x="2746440" y="2903681"/>
                  </a:lnTo>
                  <a:lnTo>
                    <a:pt x="2746566" y="2903681"/>
                  </a:lnTo>
                  <a:lnTo>
                    <a:pt x="2746692" y="2903681"/>
                  </a:lnTo>
                  <a:lnTo>
                    <a:pt x="2746818" y="2903681"/>
                  </a:lnTo>
                  <a:lnTo>
                    <a:pt x="2746944" y="2903681"/>
                  </a:lnTo>
                  <a:lnTo>
                    <a:pt x="2747070" y="2903681"/>
                  </a:lnTo>
                  <a:lnTo>
                    <a:pt x="2747197" y="2903681"/>
                  </a:lnTo>
                  <a:lnTo>
                    <a:pt x="2747323" y="2903681"/>
                  </a:lnTo>
                  <a:lnTo>
                    <a:pt x="2747449" y="2903681"/>
                  </a:lnTo>
                  <a:lnTo>
                    <a:pt x="2747575" y="2903681"/>
                  </a:lnTo>
                  <a:lnTo>
                    <a:pt x="2747701" y="2903681"/>
                  </a:lnTo>
                  <a:lnTo>
                    <a:pt x="2747827" y="2903681"/>
                  </a:lnTo>
                  <a:lnTo>
                    <a:pt x="2747953" y="2903681"/>
                  </a:lnTo>
                  <a:lnTo>
                    <a:pt x="2748079" y="2903681"/>
                  </a:lnTo>
                  <a:lnTo>
                    <a:pt x="2748205" y="2903681"/>
                  </a:lnTo>
                  <a:lnTo>
                    <a:pt x="2748331" y="2903681"/>
                  </a:lnTo>
                  <a:lnTo>
                    <a:pt x="2748457" y="2903681"/>
                  </a:lnTo>
                  <a:lnTo>
                    <a:pt x="2748583" y="2903681"/>
                  </a:lnTo>
                  <a:lnTo>
                    <a:pt x="2748710" y="2903681"/>
                  </a:lnTo>
                  <a:lnTo>
                    <a:pt x="2748836" y="2903681"/>
                  </a:lnTo>
                  <a:lnTo>
                    <a:pt x="2748962" y="2903681"/>
                  </a:lnTo>
                  <a:lnTo>
                    <a:pt x="2749088" y="2903681"/>
                  </a:lnTo>
                  <a:lnTo>
                    <a:pt x="2749214" y="2903681"/>
                  </a:lnTo>
                  <a:lnTo>
                    <a:pt x="2749340" y="2903681"/>
                  </a:lnTo>
                  <a:lnTo>
                    <a:pt x="2749466" y="2903681"/>
                  </a:lnTo>
                  <a:lnTo>
                    <a:pt x="2749592" y="2903681"/>
                  </a:lnTo>
                  <a:lnTo>
                    <a:pt x="2749718" y="2903681"/>
                  </a:lnTo>
                  <a:lnTo>
                    <a:pt x="2749844" y="2903681"/>
                  </a:lnTo>
                  <a:lnTo>
                    <a:pt x="2749970" y="2903681"/>
                  </a:lnTo>
                  <a:lnTo>
                    <a:pt x="2750097" y="2903681"/>
                  </a:lnTo>
                  <a:lnTo>
                    <a:pt x="2750223" y="2903681"/>
                  </a:lnTo>
                  <a:lnTo>
                    <a:pt x="2750349" y="2903681"/>
                  </a:lnTo>
                  <a:lnTo>
                    <a:pt x="2750475" y="2903681"/>
                  </a:lnTo>
                  <a:lnTo>
                    <a:pt x="2750601" y="2903681"/>
                  </a:lnTo>
                  <a:lnTo>
                    <a:pt x="2750727" y="2903681"/>
                  </a:lnTo>
                  <a:lnTo>
                    <a:pt x="2750853" y="2903681"/>
                  </a:lnTo>
                  <a:lnTo>
                    <a:pt x="2750979" y="2903681"/>
                  </a:lnTo>
                  <a:lnTo>
                    <a:pt x="2751105" y="2903681"/>
                  </a:lnTo>
                  <a:lnTo>
                    <a:pt x="2751231" y="2903681"/>
                  </a:lnTo>
                  <a:lnTo>
                    <a:pt x="2751357" y="2903681"/>
                  </a:lnTo>
                  <a:lnTo>
                    <a:pt x="2751483" y="2903681"/>
                  </a:lnTo>
                  <a:lnTo>
                    <a:pt x="2751610" y="2903681"/>
                  </a:lnTo>
                  <a:lnTo>
                    <a:pt x="2751736" y="2903681"/>
                  </a:lnTo>
                  <a:lnTo>
                    <a:pt x="2751862" y="2903681"/>
                  </a:lnTo>
                  <a:lnTo>
                    <a:pt x="2751988" y="2903681"/>
                  </a:lnTo>
                  <a:lnTo>
                    <a:pt x="2751988" y="2898402"/>
                  </a:lnTo>
                  <a:lnTo>
                    <a:pt x="2752114" y="2898402"/>
                  </a:lnTo>
                  <a:lnTo>
                    <a:pt x="2752240" y="2898402"/>
                  </a:lnTo>
                  <a:lnTo>
                    <a:pt x="2752366" y="2898402"/>
                  </a:lnTo>
                  <a:lnTo>
                    <a:pt x="2752492" y="2898402"/>
                  </a:lnTo>
                  <a:lnTo>
                    <a:pt x="2752618" y="2898402"/>
                  </a:lnTo>
                  <a:lnTo>
                    <a:pt x="2752744" y="2898402"/>
                  </a:lnTo>
                  <a:lnTo>
                    <a:pt x="2752870" y="2898402"/>
                  </a:lnTo>
                  <a:lnTo>
                    <a:pt x="2752997" y="2898402"/>
                  </a:lnTo>
                  <a:lnTo>
                    <a:pt x="2753123" y="2898402"/>
                  </a:lnTo>
                  <a:lnTo>
                    <a:pt x="2753249" y="2898402"/>
                  </a:lnTo>
                  <a:lnTo>
                    <a:pt x="2753375" y="2898402"/>
                  </a:lnTo>
                  <a:lnTo>
                    <a:pt x="2753501" y="2898402"/>
                  </a:lnTo>
                  <a:lnTo>
                    <a:pt x="2753627" y="2898402"/>
                  </a:lnTo>
                  <a:lnTo>
                    <a:pt x="2753753" y="2898402"/>
                  </a:lnTo>
                  <a:lnTo>
                    <a:pt x="2753879" y="2898402"/>
                  </a:lnTo>
                  <a:lnTo>
                    <a:pt x="2754005" y="2898402"/>
                  </a:lnTo>
                  <a:lnTo>
                    <a:pt x="2754131" y="2898402"/>
                  </a:lnTo>
                  <a:lnTo>
                    <a:pt x="2754257" y="2898402"/>
                  </a:lnTo>
                  <a:lnTo>
                    <a:pt x="2754383" y="2898402"/>
                  </a:lnTo>
                  <a:lnTo>
                    <a:pt x="2754510" y="2898402"/>
                  </a:lnTo>
                  <a:lnTo>
                    <a:pt x="2754636" y="2898402"/>
                  </a:lnTo>
                  <a:lnTo>
                    <a:pt x="2754636" y="2893122"/>
                  </a:lnTo>
                  <a:lnTo>
                    <a:pt x="2754762" y="2893122"/>
                  </a:lnTo>
                  <a:lnTo>
                    <a:pt x="2754888" y="2893122"/>
                  </a:lnTo>
                  <a:lnTo>
                    <a:pt x="2755014" y="2893122"/>
                  </a:lnTo>
                  <a:lnTo>
                    <a:pt x="2755140" y="2893122"/>
                  </a:lnTo>
                  <a:lnTo>
                    <a:pt x="2755266" y="2893122"/>
                  </a:lnTo>
                  <a:lnTo>
                    <a:pt x="2755392" y="2893122"/>
                  </a:lnTo>
                  <a:lnTo>
                    <a:pt x="2755518" y="2893122"/>
                  </a:lnTo>
                  <a:lnTo>
                    <a:pt x="2755644" y="2893122"/>
                  </a:lnTo>
                  <a:lnTo>
                    <a:pt x="2755770" y="2893122"/>
                  </a:lnTo>
                  <a:lnTo>
                    <a:pt x="2755897" y="2893122"/>
                  </a:lnTo>
                  <a:lnTo>
                    <a:pt x="2755897" y="2887843"/>
                  </a:lnTo>
                  <a:lnTo>
                    <a:pt x="2756023" y="2887843"/>
                  </a:lnTo>
                  <a:lnTo>
                    <a:pt x="2756149" y="2887843"/>
                  </a:lnTo>
                  <a:lnTo>
                    <a:pt x="2756275" y="2887843"/>
                  </a:lnTo>
                  <a:lnTo>
                    <a:pt x="2756401" y="2887843"/>
                  </a:lnTo>
                  <a:lnTo>
                    <a:pt x="2756527" y="2887843"/>
                  </a:lnTo>
                  <a:lnTo>
                    <a:pt x="2756653" y="2887843"/>
                  </a:lnTo>
                  <a:lnTo>
                    <a:pt x="2756779" y="2887843"/>
                  </a:lnTo>
                  <a:lnTo>
                    <a:pt x="2756905" y="2887843"/>
                  </a:lnTo>
                  <a:lnTo>
                    <a:pt x="2757031" y="2887843"/>
                  </a:lnTo>
                  <a:lnTo>
                    <a:pt x="2757157" y="2887843"/>
                  </a:lnTo>
                  <a:lnTo>
                    <a:pt x="2757284" y="2887843"/>
                  </a:lnTo>
                  <a:lnTo>
                    <a:pt x="2757410" y="2887843"/>
                  </a:lnTo>
                  <a:lnTo>
                    <a:pt x="2757536" y="2887843"/>
                  </a:lnTo>
                  <a:lnTo>
                    <a:pt x="2757662" y="2887843"/>
                  </a:lnTo>
                  <a:lnTo>
                    <a:pt x="2757788" y="2887843"/>
                  </a:lnTo>
                  <a:lnTo>
                    <a:pt x="2757914" y="2887843"/>
                  </a:lnTo>
                  <a:lnTo>
                    <a:pt x="2758040" y="2887843"/>
                  </a:lnTo>
                  <a:lnTo>
                    <a:pt x="2758166" y="2887843"/>
                  </a:lnTo>
                  <a:lnTo>
                    <a:pt x="2758292" y="2887843"/>
                  </a:lnTo>
                  <a:lnTo>
                    <a:pt x="2758418" y="2887843"/>
                  </a:lnTo>
                  <a:lnTo>
                    <a:pt x="2758544" y="2887843"/>
                  </a:lnTo>
                  <a:lnTo>
                    <a:pt x="2758670" y="2887843"/>
                  </a:lnTo>
                  <a:lnTo>
                    <a:pt x="2758797" y="2887843"/>
                  </a:lnTo>
                  <a:lnTo>
                    <a:pt x="2758923" y="2887843"/>
                  </a:lnTo>
                  <a:lnTo>
                    <a:pt x="2759049" y="2887843"/>
                  </a:lnTo>
                  <a:lnTo>
                    <a:pt x="2759175" y="2887843"/>
                  </a:lnTo>
                  <a:lnTo>
                    <a:pt x="2759301" y="2887843"/>
                  </a:lnTo>
                  <a:lnTo>
                    <a:pt x="2759427" y="2887843"/>
                  </a:lnTo>
                  <a:lnTo>
                    <a:pt x="2759553" y="2887843"/>
                  </a:lnTo>
                  <a:lnTo>
                    <a:pt x="2759679" y="2887843"/>
                  </a:lnTo>
                  <a:lnTo>
                    <a:pt x="2759805" y="2887843"/>
                  </a:lnTo>
                  <a:lnTo>
                    <a:pt x="2759931" y="2887843"/>
                  </a:lnTo>
                  <a:lnTo>
                    <a:pt x="2760057" y="2887843"/>
                  </a:lnTo>
                  <a:lnTo>
                    <a:pt x="2760184" y="2887843"/>
                  </a:lnTo>
                  <a:lnTo>
                    <a:pt x="2760310" y="2887843"/>
                  </a:lnTo>
                  <a:lnTo>
                    <a:pt x="2760436" y="2887843"/>
                  </a:lnTo>
                  <a:lnTo>
                    <a:pt x="2760562" y="2887843"/>
                  </a:lnTo>
                  <a:lnTo>
                    <a:pt x="2760688" y="2887843"/>
                  </a:lnTo>
                  <a:lnTo>
                    <a:pt x="2760814" y="2887843"/>
                  </a:lnTo>
                  <a:lnTo>
                    <a:pt x="2760940" y="2887843"/>
                  </a:lnTo>
                  <a:lnTo>
                    <a:pt x="2761066" y="2887843"/>
                  </a:lnTo>
                  <a:lnTo>
                    <a:pt x="2761192" y="2887843"/>
                  </a:lnTo>
                  <a:lnTo>
                    <a:pt x="2761318" y="2887843"/>
                  </a:lnTo>
                  <a:lnTo>
                    <a:pt x="2761444" y="2887843"/>
                  </a:lnTo>
                  <a:lnTo>
                    <a:pt x="2761570" y="2887843"/>
                  </a:lnTo>
                  <a:lnTo>
                    <a:pt x="2761697" y="2887843"/>
                  </a:lnTo>
                  <a:lnTo>
                    <a:pt x="2761823" y="2887843"/>
                  </a:lnTo>
                  <a:lnTo>
                    <a:pt x="2761949" y="2887843"/>
                  </a:lnTo>
                  <a:lnTo>
                    <a:pt x="2762075" y="2887843"/>
                  </a:lnTo>
                  <a:lnTo>
                    <a:pt x="2762201" y="2887843"/>
                  </a:lnTo>
                  <a:lnTo>
                    <a:pt x="2762201" y="2882564"/>
                  </a:lnTo>
                  <a:lnTo>
                    <a:pt x="2762327" y="2882564"/>
                  </a:lnTo>
                  <a:lnTo>
                    <a:pt x="2762453" y="2882564"/>
                  </a:lnTo>
                  <a:lnTo>
                    <a:pt x="2762579" y="2882564"/>
                  </a:lnTo>
                  <a:lnTo>
                    <a:pt x="2762705" y="2882564"/>
                  </a:lnTo>
                  <a:lnTo>
                    <a:pt x="2762831" y="2882564"/>
                  </a:lnTo>
                  <a:lnTo>
                    <a:pt x="2762957" y="2882564"/>
                  </a:lnTo>
                  <a:lnTo>
                    <a:pt x="2763084" y="2882564"/>
                  </a:lnTo>
                  <a:lnTo>
                    <a:pt x="2763210" y="2882564"/>
                  </a:lnTo>
                  <a:lnTo>
                    <a:pt x="2763336" y="2882564"/>
                  </a:lnTo>
                  <a:lnTo>
                    <a:pt x="2763462" y="2882564"/>
                  </a:lnTo>
                  <a:lnTo>
                    <a:pt x="2763588" y="2882564"/>
                  </a:lnTo>
                  <a:lnTo>
                    <a:pt x="2763714" y="2882564"/>
                  </a:lnTo>
                  <a:lnTo>
                    <a:pt x="2763840" y="2882564"/>
                  </a:lnTo>
                  <a:lnTo>
                    <a:pt x="2763966" y="2882564"/>
                  </a:lnTo>
                  <a:lnTo>
                    <a:pt x="2764092" y="2882564"/>
                  </a:lnTo>
                  <a:lnTo>
                    <a:pt x="2764218" y="2882564"/>
                  </a:lnTo>
                  <a:lnTo>
                    <a:pt x="2764344" y="2882564"/>
                  </a:lnTo>
                  <a:lnTo>
                    <a:pt x="2764471" y="2882564"/>
                  </a:lnTo>
                  <a:lnTo>
                    <a:pt x="2764597" y="2882564"/>
                  </a:lnTo>
                  <a:lnTo>
                    <a:pt x="2764723" y="2882564"/>
                  </a:lnTo>
                  <a:lnTo>
                    <a:pt x="2764849" y="2882564"/>
                  </a:lnTo>
                  <a:lnTo>
                    <a:pt x="2764975" y="2882564"/>
                  </a:lnTo>
                  <a:lnTo>
                    <a:pt x="2765101" y="2882564"/>
                  </a:lnTo>
                  <a:lnTo>
                    <a:pt x="2765101" y="2877284"/>
                  </a:lnTo>
                  <a:lnTo>
                    <a:pt x="2765101" y="2872005"/>
                  </a:lnTo>
                  <a:lnTo>
                    <a:pt x="2765227" y="2872005"/>
                  </a:lnTo>
                  <a:lnTo>
                    <a:pt x="2765353" y="2872005"/>
                  </a:lnTo>
                  <a:lnTo>
                    <a:pt x="2765479" y="2872005"/>
                  </a:lnTo>
                  <a:lnTo>
                    <a:pt x="2765605" y="2872005"/>
                  </a:lnTo>
                  <a:lnTo>
                    <a:pt x="2765731" y="2872005"/>
                  </a:lnTo>
                  <a:lnTo>
                    <a:pt x="2765857" y="2872005"/>
                  </a:lnTo>
                  <a:lnTo>
                    <a:pt x="2765984" y="2872005"/>
                  </a:lnTo>
                  <a:lnTo>
                    <a:pt x="2765984" y="2866725"/>
                  </a:lnTo>
                  <a:lnTo>
                    <a:pt x="2766110" y="2866725"/>
                  </a:lnTo>
                  <a:lnTo>
                    <a:pt x="2766236" y="2866725"/>
                  </a:lnTo>
                  <a:lnTo>
                    <a:pt x="2766362" y="2866725"/>
                  </a:lnTo>
                  <a:lnTo>
                    <a:pt x="2766488" y="2866725"/>
                  </a:lnTo>
                  <a:lnTo>
                    <a:pt x="2766614" y="2866725"/>
                  </a:lnTo>
                  <a:lnTo>
                    <a:pt x="2766740" y="2866725"/>
                  </a:lnTo>
                  <a:lnTo>
                    <a:pt x="2766866" y="2866725"/>
                  </a:lnTo>
                  <a:lnTo>
                    <a:pt x="2766992" y="2866725"/>
                  </a:lnTo>
                  <a:lnTo>
                    <a:pt x="2767118" y="2866725"/>
                  </a:lnTo>
                  <a:lnTo>
                    <a:pt x="2767244" y="2866725"/>
                  </a:lnTo>
                  <a:lnTo>
                    <a:pt x="2767371" y="2866725"/>
                  </a:lnTo>
                  <a:lnTo>
                    <a:pt x="2767497" y="2866725"/>
                  </a:lnTo>
                  <a:lnTo>
                    <a:pt x="2767623" y="2866725"/>
                  </a:lnTo>
                  <a:lnTo>
                    <a:pt x="2767749" y="2866725"/>
                  </a:lnTo>
                  <a:lnTo>
                    <a:pt x="2767875" y="2866725"/>
                  </a:lnTo>
                  <a:lnTo>
                    <a:pt x="2768001" y="2866725"/>
                  </a:lnTo>
                  <a:lnTo>
                    <a:pt x="2768001" y="2861446"/>
                  </a:lnTo>
                  <a:lnTo>
                    <a:pt x="2768127" y="2861446"/>
                  </a:lnTo>
                  <a:lnTo>
                    <a:pt x="2768253" y="2861446"/>
                  </a:lnTo>
                  <a:lnTo>
                    <a:pt x="2768379" y="2861446"/>
                  </a:lnTo>
                  <a:lnTo>
                    <a:pt x="2768505" y="2861446"/>
                  </a:lnTo>
                  <a:lnTo>
                    <a:pt x="2768631" y="2861446"/>
                  </a:lnTo>
                  <a:lnTo>
                    <a:pt x="2768757" y="2861446"/>
                  </a:lnTo>
                  <a:lnTo>
                    <a:pt x="2768884" y="2861446"/>
                  </a:lnTo>
                  <a:lnTo>
                    <a:pt x="2769010" y="2861446"/>
                  </a:lnTo>
                  <a:lnTo>
                    <a:pt x="2769136" y="2861446"/>
                  </a:lnTo>
                  <a:lnTo>
                    <a:pt x="2769262" y="2861446"/>
                  </a:lnTo>
                  <a:lnTo>
                    <a:pt x="2769388" y="2861446"/>
                  </a:lnTo>
                  <a:lnTo>
                    <a:pt x="2769514" y="2861446"/>
                  </a:lnTo>
                  <a:lnTo>
                    <a:pt x="2769640" y="2861446"/>
                  </a:lnTo>
                  <a:lnTo>
                    <a:pt x="2769766" y="2861446"/>
                  </a:lnTo>
                  <a:lnTo>
                    <a:pt x="2769892" y="2861446"/>
                  </a:lnTo>
                  <a:lnTo>
                    <a:pt x="2770018" y="2861446"/>
                  </a:lnTo>
                  <a:lnTo>
                    <a:pt x="2770144" y="2861446"/>
                  </a:lnTo>
                  <a:lnTo>
                    <a:pt x="2770271" y="2861446"/>
                  </a:lnTo>
                  <a:lnTo>
                    <a:pt x="2770397" y="2861446"/>
                  </a:lnTo>
                  <a:lnTo>
                    <a:pt x="2770523" y="2861446"/>
                  </a:lnTo>
                  <a:lnTo>
                    <a:pt x="2770649" y="2861446"/>
                  </a:lnTo>
                  <a:lnTo>
                    <a:pt x="2770775" y="2861446"/>
                  </a:lnTo>
                  <a:lnTo>
                    <a:pt x="2770901" y="2861446"/>
                  </a:lnTo>
                  <a:lnTo>
                    <a:pt x="2771027" y="2861446"/>
                  </a:lnTo>
                  <a:lnTo>
                    <a:pt x="2771153" y="2861446"/>
                  </a:lnTo>
                  <a:lnTo>
                    <a:pt x="2771279" y="2861446"/>
                  </a:lnTo>
                  <a:lnTo>
                    <a:pt x="2771405" y="2861446"/>
                  </a:lnTo>
                  <a:lnTo>
                    <a:pt x="2771531" y="2861446"/>
                  </a:lnTo>
                  <a:lnTo>
                    <a:pt x="2771658" y="2861446"/>
                  </a:lnTo>
                  <a:lnTo>
                    <a:pt x="2771784" y="2861446"/>
                  </a:lnTo>
                  <a:lnTo>
                    <a:pt x="2771910" y="2861446"/>
                  </a:lnTo>
                  <a:lnTo>
                    <a:pt x="2772036" y="2861446"/>
                  </a:lnTo>
                  <a:lnTo>
                    <a:pt x="2772162" y="2861446"/>
                  </a:lnTo>
                  <a:lnTo>
                    <a:pt x="2772288" y="2861446"/>
                  </a:lnTo>
                  <a:lnTo>
                    <a:pt x="2772414" y="2861446"/>
                  </a:lnTo>
                  <a:lnTo>
                    <a:pt x="2772540" y="2861446"/>
                  </a:lnTo>
                  <a:lnTo>
                    <a:pt x="2772666" y="2861446"/>
                  </a:lnTo>
                  <a:lnTo>
                    <a:pt x="2772792" y="2861446"/>
                  </a:lnTo>
                  <a:lnTo>
                    <a:pt x="2772918" y="2861446"/>
                  </a:lnTo>
                  <a:lnTo>
                    <a:pt x="2773044" y="2861446"/>
                  </a:lnTo>
                  <a:lnTo>
                    <a:pt x="2773171" y="2861446"/>
                  </a:lnTo>
                  <a:lnTo>
                    <a:pt x="2773297" y="2861446"/>
                  </a:lnTo>
                  <a:lnTo>
                    <a:pt x="2773423" y="2861446"/>
                  </a:lnTo>
                  <a:lnTo>
                    <a:pt x="2773549" y="2861446"/>
                  </a:lnTo>
                  <a:lnTo>
                    <a:pt x="2773675" y="2861446"/>
                  </a:lnTo>
                  <a:lnTo>
                    <a:pt x="2773801" y="2861446"/>
                  </a:lnTo>
                  <a:lnTo>
                    <a:pt x="2773927" y="2861446"/>
                  </a:lnTo>
                  <a:lnTo>
                    <a:pt x="2774053" y="2861446"/>
                  </a:lnTo>
                  <a:lnTo>
                    <a:pt x="2774179" y="2861446"/>
                  </a:lnTo>
                  <a:lnTo>
                    <a:pt x="2774305" y="2861446"/>
                  </a:lnTo>
                  <a:lnTo>
                    <a:pt x="2774431" y="2861446"/>
                  </a:lnTo>
                  <a:lnTo>
                    <a:pt x="2774558" y="2861446"/>
                  </a:lnTo>
                  <a:lnTo>
                    <a:pt x="2774684" y="2861446"/>
                  </a:lnTo>
                  <a:lnTo>
                    <a:pt x="2774810" y="2861446"/>
                  </a:lnTo>
                  <a:lnTo>
                    <a:pt x="2774936" y="2861446"/>
                  </a:lnTo>
                  <a:lnTo>
                    <a:pt x="2775062" y="2861446"/>
                  </a:lnTo>
                  <a:lnTo>
                    <a:pt x="2775188" y="2861446"/>
                  </a:lnTo>
                  <a:lnTo>
                    <a:pt x="2775314" y="2861446"/>
                  </a:lnTo>
                  <a:lnTo>
                    <a:pt x="2775440" y="2861446"/>
                  </a:lnTo>
                  <a:lnTo>
                    <a:pt x="2775566" y="2861446"/>
                  </a:lnTo>
                  <a:lnTo>
                    <a:pt x="2775692" y="2861446"/>
                  </a:lnTo>
                  <a:lnTo>
                    <a:pt x="2775818" y="2861446"/>
                  </a:lnTo>
                  <a:lnTo>
                    <a:pt x="2775944" y="2861446"/>
                  </a:lnTo>
                  <a:lnTo>
                    <a:pt x="2776071" y="2861446"/>
                  </a:lnTo>
                  <a:lnTo>
                    <a:pt x="2776197" y="2861446"/>
                  </a:lnTo>
                  <a:lnTo>
                    <a:pt x="2776323" y="2861446"/>
                  </a:lnTo>
                  <a:lnTo>
                    <a:pt x="2776449" y="2861446"/>
                  </a:lnTo>
                  <a:lnTo>
                    <a:pt x="2776575" y="2861446"/>
                  </a:lnTo>
                  <a:lnTo>
                    <a:pt x="2776701" y="2861446"/>
                  </a:lnTo>
                  <a:lnTo>
                    <a:pt x="2776827" y="2861446"/>
                  </a:lnTo>
                  <a:lnTo>
                    <a:pt x="2776953" y="2861446"/>
                  </a:lnTo>
                  <a:lnTo>
                    <a:pt x="2777079" y="2861446"/>
                  </a:lnTo>
                  <a:lnTo>
                    <a:pt x="2777205" y="2861446"/>
                  </a:lnTo>
                  <a:lnTo>
                    <a:pt x="2777331" y="2861446"/>
                  </a:lnTo>
                  <a:lnTo>
                    <a:pt x="2777458" y="2861446"/>
                  </a:lnTo>
                  <a:lnTo>
                    <a:pt x="2777584" y="2861446"/>
                  </a:lnTo>
                  <a:lnTo>
                    <a:pt x="2777710" y="2861446"/>
                  </a:lnTo>
                  <a:lnTo>
                    <a:pt x="2777836" y="2861446"/>
                  </a:lnTo>
                  <a:lnTo>
                    <a:pt x="2777962" y="2861446"/>
                  </a:lnTo>
                  <a:lnTo>
                    <a:pt x="2778088" y="2861446"/>
                  </a:lnTo>
                  <a:lnTo>
                    <a:pt x="2778214" y="2861446"/>
                  </a:lnTo>
                  <a:lnTo>
                    <a:pt x="2778340" y="2861446"/>
                  </a:lnTo>
                  <a:lnTo>
                    <a:pt x="2778466" y="2861446"/>
                  </a:lnTo>
                  <a:lnTo>
                    <a:pt x="2778592" y="2861446"/>
                  </a:lnTo>
                  <a:lnTo>
                    <a:pt x="2778718" y="2861446"/>
                  </a:lnTo>
                  <a:lnTo>
                    <a:pt x="2778844" y="2861446"/>
                  </a:lnTo>
                  <a:lnTo>
                    <a:pt x="2778971" y="2861446"/>
                  </a:lnTo>
                  <a:lnTo>
                    <a:pt x="2779097" y="2861446"/>
                  </a:lnTo>
                  <a:lnTo>
                    <a:pt x="2779223" y="2861446"/>
                  </a:lnTo>
                  <a:lnTo>
                    <a:pt x="2779349" y="2861446"/>
                  </a:lnTo>
                  <a:lnTo>
                    <a:pt x="2779475" y="2861446"/>
                  </a:lnTo>
                  <a:lnTo>
                    <a:pt x="2779601" y="2861446"/>
                  </a:lnTo>
                  <a:lnTo>
                    <a:pt x="2779727" y="2861446"/>
                  </a:lnTo>
                  <a:lnTo>
                    <a:pt x="2779853" y="2861446"/>
                  </a:lnTo>
                  <a:lnTo>
                    <a:pt x="2779979" y="2861446"/>
                  </a:lnTo>
                  <a:lnTo>
                    <a:pt x="2780105" y="2861446"/>
                  </a:lnTo>
                  <a:lnTo>
                    <a:pt x="2780231" y="2861446"/>
                  </a:lnTo>
                  <a:lnTo>
                    <a:pt x="2780358" y="2861446"/>
                  </a:lnTo>
                  <a:lnTo>
                    <a:pt x="2780484" y="2861446"/>
                  </a:lnTo>
                  <a:lnTo>
                    <a:pt x="2780484" y="2856166"/>
                  </a:lnTo>
                  <a:lnTo>
                    <a:pt x="2780610" y="2856166"/>
                  </a:lnTo>
                  <a:lnTo>
                    <a:pt x="2780736" y="2856166"/>
                  </a:lnTo>
                  <a:lnTo>
                    <a:pt x="2780862" y="2856166"/>
                  </a:lnTo>
                  <a:lnTo>
                    <a:pt x="2780988" y="2856166"/>
                  </a:lnTo>
                  <a:lnTo>
                    <a:pt x="2781114" y="2856166"/>
                  </a:lnTo>
                  <a:lnTo>
                    <a:pt x="2781240" y="2856166"/>
                  </a:lnTo>
                  <a:lnTo>
                    <a:pt x="2781366" y="2856166"/>
                  </a:lnTo>
                  <a:lnTo>
                    <a:pt x="2781492" y="2856166"/>
                  </a:lnTo>
                  <a:lnTo>
                    <a:pt x="2781618" y="2856166"/>
                  </a:lnTo>
                  <a:lnTo>
                    <a:pt x="2781618" y="2850887"/>
                  </a:lnTo>
                  <a:lnTo>
                    <a:pt x="2781745" y="2850887"/>
                  </a:lnTo>
                  <a:lnTo>
                    <a:pt x="2781871" y="2850887"/>
                  </a:lnTo>
                  <a:lnTo>
                    <a:pt x="2781997" y="2850887"/>
                  </a:lnTo>
                  <a:lnTo>
                    <a:pt x="2782123" y="2850887"/>
                  </a:lnTo>
                  <a:lnTo>
                    <a:pt x="2782249" y="2850887"/>
                  </a:lnTo>
                  <a:lnTo>
                    <a:pt x="2782375" y="2850887"/>
                  </a:lnTo>
                  <a:lnTo>
                    <a:pt x="2782501" y="2850887"/>
                  </a:lnTo>
                  <a:lnTo>
                    <a:pt x="2782627" y="2850887"/>
                  </a:lnTo>
                  <a:lnTo>
                    <a:pt x="2782753" y="2850887"/>
                  </a:lnTo>
                  <a:lnTo>
                    <a:pt x="2782879" y="2850887"/>
                  </a:lnTo>
                  <a:lnTo>
                    <a:pt x="2783005" y="2850887"/>
                  </a:lnTo>
                  <a:lnTo>
                    <a:pt x="2783131" y="2850887"/>
                  </a:lnTo>
                  <a:lnTo>
                    <a:pt x="2783258" y="2850887"/>
                  </a:lnTo>
                  <a:lnTo>
                    <a:pt x="2783384" y="2850887"/>
                  </a:lnTo>
                  <a:lnTo>
                    <a:pt x="2783510" y="2850887"/>
                  </a:lnTo>
                  <a:lnTo>
                    <a:pt x="2783636" y="2850887"/>
                  </a:lnTo>
                  <a:lnTo>
                    <a:pt x="2783762" y="2850887"/>
                  </a:lnTo>
                  <a:lnTo>
                    <a:pt x="2783888" y="2850887"/>
                  </a:lnTo>
                  <a:lnTo>
                    <a:pt x="2784014" y="2850887"/>
                  </a:lnTo>
                  <a:lnTo>
                    <a:pt x="2784140" y="2850887"/>
                  </a:lnTo>
                  <a:lnTo>
                    <a:pt x="2784266" y="2850887"/>
                  </a:lnTo>
                  <a:lnTo>
                    <a:pt x="2784392" y="2850887"/>
                  </a:lnTo>
                  <a:lnTo>
                    <a:pt x="2784518" y="2850887"/>
                  </a:lnTo>
                  <a:lnTo>
                    <a:pt x="2784645" y="2850887"/>
                  </a:lnTo>
                  <a:lnTo>
                    <a:pt x="2784771" y="2850887"/>
                  </a:lnTo>
                  <a:lnTo>
                    <a:pt x="2784897" y="2850887"/>
                  </a:lnTo>
                  <a:lnTo>
                    <a:pt x="2785023" y="2850887"/>
                  </a:lnTo>
                  <a:lnTo>
                    <a:pt x="2785149" y="2850887"/>
                  </a:lnTo>
                  <a:lnTo>
                    <a:pt x="2785275" y="2850887"/>
                  </a:lnTo>
                  <a:lnTo>
                    <a:pt x="2785401" y="2850887"/>
                  </a:lnTo>
                  <a:lnTo>
                    <a:pt x="2785527" y="2850887"/>
                  </a:lnTo>
                  <a:lnTo>
                    <a:pt x="2785653" y="2850887"/>
                  </a:lnTo>
                  <a:lnTo>
                    <a:pt x="2785779" y="2850887"/>
                  </a:lnTo>
                  <a:lnTo>
                    <a:pt x="2785905" y="2850887"/>
                  </a:lnTo>
                  <a:lnTo>
                    <a:pt x="2786031" y="2850887"/>
                  </a:lnTo>
                  <a:lnTo>
                    <a:pt x="2786158" y="2850887"/>
                  </a:lnTo>
                  <a:lnTo>
                    <a:pt x="2786284" y="2850887"/>
                  </a:lnTo>
                  <a:lnTo>
                    <a:pt x="2786410" y="2850887"/>
                  </a:lnTo>
                  <a:lnTo>
                    <a:pt x="2786536" y="2850887"/>
                  </a:lnTo>
                  <a:lnTo>
                    <a:pt x="2786662" y="2850887"/>
                  </a:lnTo>
                  <a:lnTo>
                    <a:pt x="2786788" y="2850887"/>
                  </a:lnTo>
                  <a:lnTo>
                    <a:pt x="2786914" y="2850887"/>
                  </a:lnTo>
                  <a:lnTo>
                    <a:pt x="2787040" y="2850887"/>
                  </a:lnTo>
                  <a:lnTo>
                    <a:pt x="2787166" y="2850887"/>
                  </a:lnTo>
                  <a:lnTo>
                    <a:pt x="2787292" y="2850887"/>
                  </a:lnTo>
                  <a:lnTo>
                    <a:pt x="2787418" y="2850887"/>
                  </a:lnTo>
                  <a:lnTo>
                    <a:pt x="2787545" y="2850887"/>
                  </a:lnTo>
                  <a:lnTo>
                    <a:pt x="2787671" y="2850887"/>
                  </a:lnTo>
                  <a:lnTo>
                    <a:pt x="2787797" y="2850887"/>
                  </a:lnTo>
                  <a:lnTo>
                    <a:pt x="2787923" y="2850887"/>
                  </a:lnTo>
                  <a:lnTo>
                    <a:pt x="2788049" y="2850887"/>
                  </a:lnTo>
                  <a:lnTo>
                    <a:pt x="2788175" y="2850887"/>
                  </a:lnTo>
                  <a:lnTo>
                    <a:pt x="2788301" y="2850887"/>
                  </a:lnTo>
                  <a:lnTo>
                    <a:pt x="2788427" y="2850887"/>
                  </a:lnTo>
                  <a:lnTo>
                    <a:pt x="2788553" y="2850887"/>
                  </a:lnTo>
                  <a:lnTo>
                    <a:pt x="2788679" y="2850887"/>
                  </a:lnTo>
                  <a:lnTo>
                    <a:pt x="2788805" y="2850887"/>
                  </a:lnTo>
                  <a:lnTo>
                    <a:pt x="2788932" y="2850887"/>
                  </a:lnTo>
                  <a:lnTo>
                    <a:pt x="2788932" y="2845608"/>
                  </a:lnTo>
                  <a:lnTo>
                    <a:pt x="2789058" y="2845608"/>
                  </a:lnTo>
                  <a:lnTo>
                    <a:pt x="2789184" y="2845608"/>
                  </a:lnTo>
                  <a:lnTo>
                    <a:pt x="2789310" y="2845608"/>
                  </a:lnTo>
                  <a:lnTo>
                    <a:pt x="2789436" y="2845608"/>
                  </a:lnTo>
                  <a:lnTo>
                    <a:pt x="2789562" y="2845608"/>
                  </a:lnTo>
                  <a:lnTo>
                    <a:pt x="2789688" y="2845608"/>
                  </a:lnTo>
                  <a:lnTo>
                    <a:pt x="2789814" y="2845608"/>
                  </a:lnTo>
                  <a:lnTo>
                    <a:pt x="2789940" y="2845608"/>
                  </a:lnTo>
                  <a:lnTo>
                    <a:pt x="2790066" y="2845608"/>
                  </a:lnTo>
                  <a:lnTo>
                    <a:pt x="2790192" y="2845608"/>
                  </a:lnTo>
                  <a:lnTo>
                    <a:pt x="2790318" y="2845608"/>
                  </a:lnTo>
                  <a:lnTo>
                    <a:pt x="2790445" y="2845608"/>
                  </a:lnTo>
                  <a:lnTo>
                    <a:pt x="2790571" y="2845608"/>
                  </a:lnTo>
                  <a:lnTo>
                    <a:pt x="2790697" y="2845608"/>
                  </a:lnTo>
                  <a:lnTo>
                    <a:pt x="2790823" y="2845608"/>
                  </a:lnTo>
                  <a:lnTo>
                    <a:pt x="2790949" y="2845608"/>
                  </a:lnTo>
                  <a:lnTo>
                    <a:pt x="2791075" y="2845608"/>
                  </a:lnTo>
                  <a:lnTo>
                    <a:pt x="2791201" y="2845608"/>
                  </a:lnTo>
                  <a:lnTo>
                    <a:pt x="2791327" y="2845608"/>
                  </a:lnTo>
                  <a:lnTo>
                    <a:pt x="2791453" y="2845608"/>
                  </a:lnTo>
                  <a:lnTo>
                    <a:pt x="2791579" y="2845608"/>
                  </a:lnTo>
                  <a:lnTo>
                    <a:pt x="2791705" y="2845608"/>
                  </a:lnTo>
                  <a:lnTo>
                    <a:pt x="2791832" y="2845608"/>
                  </a:lnTo>
                  <a:lnTo>
                    <a:pt x="2791958" y="2845608"/>
                  </a:lnTo>
                  <a:lnTo>
                    <a:pt x="2792084" y="2845608"/>
                  </a:lnTo>
                  <a:lnTo>
                    <a:pt x="2792210" y="2845608"/>
                  </a:lnTo>
                  <a:lnTo>
                    <a:pt x="2792336" y="2845608"/>
                  </a:lnTo>
                  <a:lnTo>
                    <a:pt x="2792462" y="2845608"/>
                  </a:lnTo>
                  <a:lnTo>
                    <a:pt x="2792588" y="2845608"/>
                  </a:lnTo>
                  <a:lnTo>
                    <a:pt x="2792714" y="2845608"/>
                  </a:lnTo>
                  <a:lnTo>
                    <a:pt x="2792840" y="2845608"/>
                  </a:lnTo>
                  <a:lnTo>
                    <a:pt x="2792966" y="2845608"/>
                  </a:lnTo>
                  <a:lnTo>
                    <a:pt x="2793092" y="2845608"/>
                  </a:lnTo>
                  <a:lnTo>
                    <a:pt x="2793218" y="2845608"/>
                  </a:lnTo>
                  <a:lnTo>
                    <a:pt x="2793345" y="2845608"/>
                  </a:lnTo>
                  <a:lnTo>
                    <a:pt x="2793471" y="2845608"/>
                  </a:lnTo>
                  <a:lnTo>
                    <a:pt x="2793597" y="2845608"/>
                  </a:lnTo>
                  <a:lnTo>
                    <a:pt x="2793723" y="2845608"/>
                  </a:lnTo>
                  <a:lnTo>
                    <a:pt x="2793849" y="2845608"/>
                  </a:lnTo>
                  <a:lnTo>
                    <a:pt x="2793975" y="2845608"/>
                  </a:lnTo>
                  <a:lnTo>
                    <a:pt x="2794101" y="2845608"/>
                  </a:lnTo>
                  <a:lnTo>
                    <a:pt x="2794227" y="2845608"/>
                  </a:lnTo>
                  <a:lnTo>
                    <a:pt x="2794353" y="2845608"/>
                  </a:lnTo>
                  <a:lnTo>
                    <a:pt x="2794479" y="2845608"/>
                  </a:lnTo>
                  <a:lnTo>
                    <a:pt x="2794605" y="2845608"/>
                  </a:lnTo>
                  <a:lnTo>
                    <a:pt x="2794732" y="2845608"/>
                  </a:lnTo>
                  <a:lnTo>
                    <a:pt x="2794858" y="2845608"/>
                  </a:lnTo>
                  <a:lnTo>
                    <a:pt x="2794984" y="2845608"/>
                  </a:lnTo>
                  <a:lnTo>
                    <a:pt x="2795110" y="2845608"/>
                  </a:lnTo>
                  <a:lnTo>
                    <a:pt x="2795236" y="2845608"/>
                  </a:lnTo>
                  <a:lnTo>
                    <a:pt x="2795362" y="2845608"/>
                  </a:lnTo>
                  <a:lnTo>
                    <a:pt x="2795488" y="2845608"/>
                  </a:lnTo>
                  <a:lnTo>
                    <a:pt x="2795614" y="2845608"/>
                  </a:lnTo>
                  <a:lnTo>
                    <a:pt x="2795740" y="2845608"/>
                  </a:lnTo>
                  <a:lnTo>
                    <a:pt x="2795866" y="2845608"/>
                  </a:lnTo>
                  <a:lnTo>
                    <a:pt x="2795992" y="2845608"/>
                  </a:lnTo>
                  <a:lnTo>
                    <a:pt x="2796118" y="2845608"/>
                  </a:lnTo>
                  <a:lnTo>
                    <a:pt x="2796118" y="2840328"/>
                  </a:lnTo>
                  <a:lnTo>
                    <a:pt x="2796245" y="2840328"/>
                  </a:lnTo>
                  <a:lnTo>
                    <a:pt x="2796371" y="2840328"/>
                  </a:lnTo>
                  <a:lnTo>
                    <a:pt x="2796497" y="2840328"/>
                  </a:lnTo>
                  <a:lnTo>
                    <a:pt x="2796623" y="2840328"/>
                  </a:lnTo>
                  <a:lnTo>
                    <a:pt x="2796749" y="2840328"/>
                  </a:lnTo>
                  <a:lnTo>
                    <a:pt x="2796875" y="2840328"/>
                  </a:lnTo>
                  <a:lnTo>
                    <a:pt x="2797001" y="2840328"/>
                  </a:lnTo>
                  <a:lnTo>
                    <a:pt x="2797127" y="2840328"/>
                  </a:lnTo>
                  <a:lnTo>
                    <a:pt x="2797253" y="2840328"/>
                  </a:lnTo>
                  <a:lnTo>
                    <a:pt x="2797379" y="2840328"/>
                  </a:lnTo>
                  <a:lnTo>
                    <a:pt x="2797379" y="2835049"/>
                  </a:lnTo>
                  <a:lnTo>
                    <a:pt x="2797505" y="2835049"/>
                  </a:lnTo>
                  <a:lnTo>
                    <a:pt x="2797632" y="2835049"/>
                  </a:lnTo>
                  <a:lnTo>
                    <a:pt x="2797758" y="2835049"/>
                  </a:lnTo>
                  <a:lnTo>
                    <a:pt x="2797884" y="2835049"/>
                  </a:lnTo>
                  <a:lnTo>
                    <a:pt x="2798010" y="2835049"/>
                  </a:lnTo>
                  <a:lnTo>
                    <a:pt x="2798136" y="2835049"/>
                  </a:lnTo>
                  <a:lnTo>
                    <a:pt x="2798262" y="2835049"/>
                  </a:lnTo>
                  <a:lnTo>
                    <a:pt x="2798388" y="2835049"/>
                  </a:lnTo>
                  <a:lnTo>
                    <a:pt x="2798514" y="2835049"/>
                  </a:lnTo>
                  <a:lnTo>
                    <a:pt x="2798640" y="2835049"/>
                  </a:lnTo>
                  <a:lnTo>
                    <a:pt x="2798766" y="2835049"/>
                  </a:lnTo>
                  <a:lnTo>
                    <a:pt x="2798892" y="2835049"/>
                  </a:lnTo>
                  <a:lnTo>
                    <a:pt x="2799019" y="2835049"/>
                  </a:lnTo>
                  <a:lnTo>
                    <a:pt x="2799145" y="2835049"/>
                  </a:lnTo>
                  <a:lnTo>
                    <a:pt x="2799271" y="2835049"/>
                  </a:lnTo>
                  <a:lnTo>
                    <a:pt x="2799397" y="2835049"/>
                  </a:lnTo>
                  <a:lnTo>
                    <a:pt x="2799397" y="2829769"/>
                  </a:lnTo>
                  <a:lnTo>
                    <a:pt x="2799523" y="2829769"/>
                  </a:lnTo>
                  <a:lnTo>
                    <a:pt x="2799649" y="2829769"/>
                  </a:lnTo>
                  <a:lnTo>
                    <a:pt x="2799775" y="2829769"/>
                  </a:lnTo>
                  <a:lnTo>
                    <a:pt x="2799901" y="2829769"/>
                  </a:lnTo>
                  <a:lnTo>
                    <a:pt x="2800027" y="2829769"/>
                  </a:lnTo>
                  <a:lnTo>
                    <a:pt x="2800153" y="2829769"/>
                  </a:lnTo>
                  <a:lnTo>
                    <a:pt x="2800279" y="2829769"/>
                  </a:lnTo>
                  <a:lnTo>
                    <a:pt x="2800405" y="2829769"/>
                  </a:lnTo>
                  <a:lnTo>
                    <a:pt x="2800532" y="2829769"/>
                  </a:lnTo>
                  <a:lnTo>
                    <a:pt x="2800658" y="2829769"/>
                  </a:lnTo>
                  <a:lnTo>
                    <a:pt x="2800658" y="2824490"/>
                  </a:lnTo>
                  <a:lnTo>
                    <a:pt x="2800784" y="2824490"/>
                  </a:lnTo>
                  <a:lnTo>
                    <a:pt x="2800910" y="2824490"/>
                  </a:lnTo>
                  <a:lnTo>
                    <a:pt x="2801036" y="2824490"/>
                  </a:lnTo>
                  <a:lnTo>
                    <a:pt x="2801162" y="2824490"/>
                  </a:lnTo>
                  <a:lnTo>
                    <a:pt x="2801288" y="2824490"/>
                  </a:lnTo>
                  <a:lnTo>
                    <a:pt x="2801414" y="2824490"/>
                  </a:lnTo>
                  <a:lnTo>
                    <a:pt x="2801540" y="2824490"/>
                  </a:lnTo>
                  <a:lnTo>
                    <a:pt x="2801666" y="2824490"/>
                  </a:lnTo>
                  <a:lnTo>
                    <a:pt x="2801792" y="2824490"/>
                  </a:lnTo>
                  <a:lnTo>
                    <a:pt x="2801919" y="2824490"/>
                  </a:lnTo>
                  <a:lnTo>
                    <a:pt x="2802045" y="2824490"/>
                  </a:lnTo>
                  <a:lnTo>
                    <a:pt x="2802171" y="2824490"/>
                  </a:lnTo>
                  <a:lnTo>
                    <a:pt x="2802297" y="2824490"/>
                  </a:lnTo>
                  <a:lnTo>
                    <a:pt x="2802423" y="2824490"/>
                  </a:lnTo>
                  <a:lnTo>
                    <a:pt x="2802549" y="2824490"/>
                  </a:lnTo>
                  <a:lnTo>
                    <a:pt x="2802675" y="2824490"/>
                  </a:lnTo>
                  <a:lnTo>
                    <a:pt x="2802801" y="2824490"/>
                  </a:lnTo>
                  <a:lnTo>
                    <a:pt x="2802927" y="2824490"/>
                  </a:lnTo>
                  <a:lnTo>
                    <a:pt x="2803053" y="2824490"/>
                  </a:lnTo>
                  <a:lnTo>
                    <a:pt x="2803179" y="2824490"/>
                  </a:lnTo>
                  <a:lnTo>
                    <a:pt x="2803305" y="2824490"/>
                  </a:lnTo>
                  <a:lnTo>
                    <a:pt x="2803432" y="2824490"/>
                  </a:lnTo>
                  <a:lnTo>
                    <a:pt x="2803558" y="2824490"/>
                  </a:lnTo>
                  <a:lnTo>
                    <a:pt x="2803684" y="2824490"/>
                  </a:lnTo>
                  <a:lnTo>
                    <a:pt x="2803810" y="2824490"/>
                  </a:lnTo>
                  <a:lnTo>
                    <a:pt x="2803936" y="2824490"/>
                  </a:lnTo>
                  <a:lnTo>
                    <a:pt x="2804062" y="2824490"/>
                  </a:lnTo>
                  <a:lnTo>
                    <a:pt x="2804188" y="2824490"/>
                  </a:lnTo>
                  <a:lnTo>
                    <a:pt x="2804188" y="2819210"/>
                  </a:lnTo>
                  <a:lnTo>
                    <a:pt x="2804314" y="2819210"/>
                  </a:lnTo>
                  <a:lnTo>
                    <a:pt x="2804440" y="2819210"/>
                  </a:lnTo>
                  <a:lnTo>
                    <a:pt x="2804566" y="2819210"/>
                  </a:lnTo>
                  <a:lnTo>
                    <a:pt x="2804692" y="2819210"/>
                  </a:lnTo>
                  <a:lnTo>
                    <a:pt x="2804819" y="2819210"/>
                  </a:lnTo>
                  <a:lnTo>
                    <a:pt x="2804945" y="2819210"/>
                  </a:lnTo>
                  <a:lnTo>
                    <a:pt x="2805071" y="2819210"/>
                  </a:lnTo>
                  <a:lnTo>
                    <a:pt x="2805197" y="2819210"/>
                  </a:lnTo>
                  <a:lnTo>
                    <a:pt x="2805323" y="2819210"/>
                  </a:lnTo>
                  <a:lnTo>
                    <a:pt x="2805449" y="2819210"/>
                  </a:lnTo>
                  <a:lnTo>
                    <a:pt x="2805575" y="2819210"/>
                  </a:lnTo>
                  <a:lnTo>
                    <a:pt x="2805701" y="2819210"/>
                  </a:lnTo>
                  <a:lnTo>
                    <a:pt x="2805827" y="2819210"/>
                  </a:lnTo>
                  <a:lnTo>
                    <a:pt x="2805953" y="2819210"/>
                  </a:lnTo>
                  <a:lnTo>
                    <a:pt x="2806079" y="2819210"/>
                  </a:lnTo>
                  <a:lnTo>
                    <a:pt x="2806206" y="2819210"/>
                  </a:lnTo>
                  <a:lnTo>
                    <a:pt x="2806332" y="2819210"/>
                  </a:lnTo>
                  <a:lnTo>
                    <a:pt x="2806458" y="2819210"/>
                  </a:lnTo>
                  <a:lnTo>
                    <a:pt x="2806584" y="2819210"/>
                  </a:lnTo>
                  <a:lnTo>
                    <a:pt x="2806710" y="2819210"/>
                  </a:lnTo>
                  <a:lnTo>
                    <a:pt x="2806836" y="2819210"/>
                  </a:lnTo>
                  <a:lnTo>
                    <a:pt x="2806962" y="2819210"/>
                  </a:lnTo>
                  <a:lnTo>
                    <a:pt x="2807088" y="2819210"/>
                  </a:lnTo>
                  <a:lnTo>
                    <a:pt x="2807214" y="2819210"/>
                  </a:lnTo>
                  <a:lnTo>
                    <a:pt x="2807340" y="2819210"/>
                  </a:lnTo>
                  <a:lnTo>
                    <a:pt x="2807466" y="2819210"/>
                  </a:lnTo>
                  <a:lnTo>
                    <a:pt x="2807592" y="2819210"/>
                  </a:lnTo>
                  <a:lnTo>
                    <a:pt x="2807719" y="2819210"/>
                  </a:lnTo>
                  <a:lnTo>
                    <a:pt x="2807845" y="2819210"/>
                  </a:lnTo>
                  <a:lnTo>
                    <a:pt x="2807971" y="2819210"/>
                  </a:lnTo>
                  <a:lnTo>
                    <a:pt x="2808097" y="2819210"/>
                  </a:lnTo>
                  <a:lnTo>
                    <a:pt x="2808223" y="2819210"/>
                  </a:lnTo>
                  <a:lnTo>
                    <a:pt x="2808349" y="2819210"/>
                  </a:lnTo>
                  <a:lnTo>
                    <a:pt x="2808475" y="2819210"/>
                  </a:lnTo>
                  <a:lnTo>
                    <a:pt x="2808601" y="2819210"/>
                  </a:lnTo>
                  <a:lnTo>
                    <a:pt x="2808727" y="2819210"/>
                  </a:lnTo>
                  <a:lnTo>
                    <a:pt x="2808853" y="2819210"/>
                  </a:lnTo>
                  <a:lnTo>
                    <a:pt x="2808979" y="2819210"/>
                  </a:lnTo>
                  <a:lnTo>
                    <a:pt x="2809106" y="2819210"/>
                  </a:lnTo>
                  <a:lnTo>
                    <a:pt x="2809232" y="2819210"/>
                  </a:lnTo>
                  <a:lnTo>
                    <a:pt x="2809358" y="2819210"/>
                  </a:lnTo>
                  <a:lnTo>
                    <a:pt x="2809484" y="2819210"/>
                  </a:lnTo>
                  <a:lnTo>
                    <a:pt x="2809610" y="2819210"/>
                  </a:lnTo>
                  <a:lnTo>
                    <a:pt x="2809736" y="2819210"/>
                  </a:lnTo>
                  <a:lnTo>
                    <a:pt x="2809862" y="2819210"/>
                  </a:lnTo>
                  <a:lnTo>
                    <a:pt x="2809988" y="2819210"/>
                  </a:lnTo>
                  <a:lnTo>
                    <a:pt x="2810114" y="2819210"/>
                  </a:lnTo>
                  <a:lnTo>
                    <a:pt x="2810240" y="2819210"/>
                  </a:lnTo>
                  <a:lnTo>
                    <a:pt x="2810366" y="2819210"/>
                  </a:lnTo>
                  <a:lnTo>
                    <a:pt x="2810492" y="2819210"/>
                  </a:lnTo>
                  <a:lnTo>
                    <a:pt x="2810619" y="2819210"/>
                  </a:lnTo>
                  <a:lnTo>
                    <a:pt x="2810745" y="2819210"/>
                  </a:lnTo>
                  <a:lnTo>
                    <a:pt x="2810871" y="2819210"/>
                  </a:lnTo>
                  <a:lnTo>
                    <a:pt x="2810997" y="2819210"/>
                  </a:lnTo>
                  <a:lnTo>
                    <a:pt x="2811123" y="2819210"/>
                  </a:lnTo>
                  <a:lnTo>
                    <a:pt x="2811249" y="2819210"/>
                  </a:lnTo>
                  <a:lnTo>
                    <a:pt x="2811375" y="2819210"/>
                  </a:lnTo>
                  <a:lnTo>
                    <a:pt x="2811501" y="2819210"/>
                  </a:lnTo>
                  <a:lnTo>
                    <a:pt x="2811627" y="2819210"/>
                  </a:lnTo>
                  <a:lnTo>
                    <a:pt x="2811753" y="2819210"/>
                  </a:lnTo>
                  <a:lnTo>
                    <a:pt x="2811879" y="2819210"/>
                  </a:lnTo>
                  <a:lnTo>
                    <a:pt x="2812006" y="2819210"/>
                  </a:lnTo>
                  <a:lnTo>
                    <a:pt x="2812132" y="2819210"/>
                  </a:lnTo>
                  <a:lnTo>
                    <a:pt x="2812258" y="2819210"/>
                  </a:lnTo>
                  <a:lnTo>
                    <a:pt x="2812384" y="2819210"/>
                  </a:lnTo>
                  <a:lnTo>
                    <a:pt x="2812510" y="2819210"/>
                  </a:lnTo>
                  <a:lnTo>
                    <a:pt x="2812636" y="2819210"/>
                  </a:lnTo>
                  <a:lnTo>
                    <a:pt x="2812762" y="2819210"/>
                  </a:lnTo>
                  <a:lnTo>
                    <a:pt x="2812888" y="2819210"/>
                  </a:lnTo>
                  <a:lnTo>
                    <a:pt x="2813014" y="2819210"/>
                  </a:lnTo>
                  <a:lnTo>
                    <a:pt x="2813140" y="2819210"/>
                  </a:lnTo>
                  <a:lnTo>
                    <a:pt x="2813266" y="2819210"/>
                  </a:lnTo>
                  <a:lnTo>
                    <a:pt x="2813393" y="2819210"/>
                  </a:lnTo>
                  <a:lnTo>
                    <a:pt x="2813519" y="2819210"/>
                  </a:lnTo>
                  <a:lnTo>
                    <a:pt x="2813645" y="2819210"/>
                  </a:lnTo>
                  <a:lnTo>
                    <a:pt x="2813771" y="2819210"/>
                  </a:lnTo>
                  <a:lnTo>
                    <a:pt x="2813771" y="2813931"/>
                  </a:lnTo>
                  <a:lnTo>
                    <a:pt x="2813897" y="2813931"/>
                  </a:lnTo>
                  <a:lnTo>
                    <a:pt x="2814023" y="2813931"/>
                  </a:lnTo>
                  <a:lnTo>
                    <a:pt x="2814149" y="2813931"/>
                  </a:lnTo>
                  <a:lnTo>
                    <a:pt x="2814275" y="2813931"/>
                  </a:lnTo>
                  <a:lnTo>
                    <a:pt x="2814401" y="2813931"/>
                  </a:lnTo>
                  <a:lnTo>
                    <a:pt x="2814527" y="2813931"/>
                  </a:lnTo>
                  <a:lnTo>
                    <a:pt x="2814653" y="2813931"/>
                  </a:lnTo>
                  <a:lnTo>
                    <a:pt x="2814779" y="2813931"/>
                  </a:lnTo>
                  <a:lnTo>
                    <a:pt x="2814906" y="2813931"/>
                  </a:lnTo>
                  <a:lnTo>
                    <a:pt x="2815032" y="2813931"/>
                  </a:lnTo>
                  <a:lnTo>
                    <a:pt x="2815158" y="2813931"/>
                  </a:lnTo>
                  <a:lnTo>
                    <a:pt x="2815284" y="2813931"/>
                  </a:lnTo>
                  <a:lnTo>
                    <a:pt x="2815410" y="2813931"/>
                  </a:lnTo>
                  <a:lnTo>
                    <a:pt x="2815536" y="2813931"/>
                  </a:lnTo>
                  <a:lnTo>
                    <a:pt x="2815662" y="2813931"/>
                  </a:lnTo>
                  <a:lnTo>
                    <a:pt x="2815788" y="2813931"/>
                  </a:lnTo>
                  <a:lnTo>
                    <a:pt x="2815914" y="2813931"/>
                  </a:lnTo>
                  <a:lnTo>
                    <a:pt x="2816040" y="2813931"/>
                  </a:lnTo>
                  <a:lnTo>
                    <a:pt x="2816166" y="2813931"/>
                  </a:lnTo>
                  <a:lnTo>
                    <a:pt x="2816293" y="2813931"/>
                  </a:lnTo>
                  <a:lnTo>
                    <a:pt x="2816419" y="2813931"/>
                  </a:lnTo>
                  <a:lnTo>
                    <a:pt x="2816545" y="2813931"/>
                  </a:lnTo>
                  <a:lnTo>
                    <a:pt x="2816671" y="2813931"/>
                  </a:lnTo>
                  <a:lnTo>
                    <a:pt x="2816797" y="2813931"/>
                  </a:lnTo>
                  <a:lnTo>
                    <a:pt x="2816923" y="2813931"/>
                  </a:lnTo>
                  <a:lnTo>
                    <a:pt x="2817049" y="2813931"/>
                  </a:lnTo>
                  <a:lnTo>
                    <a:pt x="2817175" y="2813931"/>
                  </a:lnTo>
                  <a:lnTo>
                    <a:pt x="2817301" y="2813931"/>
                  </a:lnTo>
                  <a:lnTo>
                    <a:pt x="2817427" y="2813931"/>
                  </a:lnTo>
                  <a:lnTo>
                    <a:pt x="2817553" y="2813931"/>
                  </a:lnTo>
                  <a:lnTo>
                    <a:pt x="2817679" y="2813931"/>
                  </a:lnTo>
                  <a:lnTo>
                    <a:pt x="2817806" y="2813931"/>
                  </a:lnTo>
                  <a:lnTo>
                    <a:pt x="2817932" y="2813931"/>
                  </a:lnTo>
                  <a:lnTo>
                    <a:pt x="2818058" y="2813931"/>
                  </a:lnTo>
                  <a:lnTo>
                    <a:pt x="2818184" y="2813931"/>
                  </a:lnTo>
                  <a:lnTo>
                    <a:pt x="2818310" y="2813931"/>
                  </a:lnTo>
                  <a:lnTo>
                    <a:pt x="2818436" y="2813931"/>
                  </a:lnTo>
                  <a:lnTo>
                    <a:pt x="2818562" y="2813931"/>
                  </a:lnTo>
                  <a:lnTo>
                    <a:pt x="2818688" y="2813931"/>
                  </a:lnTo>
                  <a:lnTo>
                    <a:pt x="2818814" y="2813931"/>
                  </a:lnTo>
                  <a:lnTo>
                    <a:pt x="2818940" y="2813931"/>
                  </a:lnTo>
                  <a:lnTo>
                    <a:pt x="2819066" y="2813931"/>
                  </a:lnTo>
                  <a:lnTo>
                    <a:pt x="2819193" y="2813931"/>
                  </a:lnTo>
                  <a:lnTo>
                    <a:pt x="2819319" y="2813931"/>
                  </a:lnTo>
                  <a:lnTo>
                    <a:pt x="2819445" y="2813931"/>
                  </a:lnTo>
                  <a:lnTo>
                    <a:pt x="2819571" y="2813931"/>
                  </a:lnTo>
                  <a:lnTo>
                    <a:pt x="2819697" y="2813931"/>
                  </a:lnTo>
                  <a:lnTo>
                    <a:pt x="2819823" y="2813931"/>
                  </a:lnTo>
                  <a:lnTo>
                    <a:pt x="2819949" y="2813931"/>
                  </a:lnTo>
                  <a:lnTo>
                    <a:pt x="2820075" y="2813931"/>
                  </a:lnTo>
                  <a:lnTo>
                    <a:pt x="2820201" y="2813931"/>
                  </a:lnTo>
                  <a:lnTo>
                    <a:pt x="2820327" y="2813931"/>
                  </a:lnTo>
                  <a:lnTo>
                    <a:pt x="2820453" y="2813931"/>
                  </a:lnTo>
                  <a:lnTo>
                    <a:pt x="2820579" y="2813931"/>
                  </a:lnTo>
                  <a:lnTo>
                    <a:pt x="2820706" y="2813931"/>
                  </a:lnTo>
                  <a:lnTo>
                    <a:pt x="2820832" y="2813931"/>
                  </a:lnTo>
                  <a:lnTo>
                    <a:pt x="2820958" y="2813931"/>
                  </a:lnTo>
                  <a:lnTo>
                    <a:pt x="2821084" y="2813931"/>
                  </a:lnTo>
                  <a:lnTo>
                    <a:pt x="2821210" y="2813931"/>
                  </a:lnTo>
                  <a:lnTo>
                    <a:pt x="2821336" y="2813931"/>
                  </a:lnTo>
                  <a:lnTo>
                    <a:pt x="2821462" y="2813931"/>
                  </a:lnTo>
                  <a:lnTo>
                    <a:pt x="2821588" y="2813931"/>
                  </a:lnTo>
                  <a:lnTo>
                    <a:pt x="2821714" y="2813931"/>
                  </a:lnTo>
                  <a:lnTo>
                    <a:pt x="2821840" y="2813931"/>
                  </a:lnTo>
                  <a:lnTo>
                    <a:pt x="2821966" y="2813931"/>
                  </a:lnTo>
                  <a:lnTo>
                    <a:pt x="2822093" y="2813931"/>
                  </a:lnTo>
                  <a:lnTo>
                    <a:pt x="2822219" y="2813931"/>
                  </a:lnTo>
                  <a:lnTo>
                    <a:pt x="2822345" y="2813931"/>
                  </a:lnTo>
                  <a:lnTo>
                    <a:pt x="2822471" y="2813931"/>
                  </a:lnTo>
                  <a:lnTo>
                    <a:pt x="2822597" y="2813931"/>
                  </a:lnTo>
                  <a:lnTo>
                    <a:pt x="2822723" y="2813931"/>
                  </a:lnTo>
                  <a:lnTo>
                    <a:pt x="2822849" y="2813931"/>
                  </a:lnTo>
                  <a:lnTo>
                    <a:pt x="2822975" y="2813931"/>
                  </a:lnTo>
                  <a:lnTo>
                    <a:pt x="2823101" y="2813931"/>
                  </a:lnTo>
                  <a:lnTo>
                    <a:pt x="2823227" y="2813931"/>
                  </a:lnTo>
                  <a:lnTo>
                    <a:pt x="2823353" y="2813931"/>
                  </a:lnTo>
                  <a:lnTo>
                    <a:pt x="2823480" y="2813931"/>
                  </a:lnTo>
                  <a:lnTo>
                    <a:pt x="2823606" y="2813931"/>
                  </a:lnTo>
                  <a:lnTo>
                    <a:pt x="2823732" y="2813931"/>
                  </a:lnTo>
                  <a:lnTo>
                    <a:pt x="2823858" y="2813931"/>
                  </a:lnTo>
                  <a:lnTo>
                    <a:pt x="2823984" y="2813931"/>
                  </a:lnTo>
                  <a:lnTo>
                    <a:pt x="2824110" y="2813931"/>
                  </a:lnTo>
                  <a:lnTo>
                    <a:pt x="2824236" y="2813931"/>
                  </a:lnTo>
                  <a:lnTo>
                    <a:pt x="2824362" y="2813931"/>
                  </a:lnTo>
                  <a:lnTo>
                    <a:pt x="2824488" y="2813931"/>
                  </a:lnTo>
                  <a:lnTo>
                    <a:pt x="2824614" y="2813931"/>
                  </a:lnTo>
                  <a:lnTo>
                    <a:pt x="2824740" y="2813931"/>
                  </a:lnTo>
                  <a:lnTo>
                    <a:pt x="2824866" y="2813931"/>
                  </a:lnTo>
                  <a:lnTo>
                    <a:pt x="2824993" y="2813931"/>
                  </a:lnTo>
                  <a:lnTo>
                    <a:pt x="2825119" y="2813931"/>
                  </a:lnTo>
                  <a:lnTo>
                    <a:pt x="2825245" y="2813931"/>
                  </a:lnTo>
                  <a:lnTo>
                    <a:pt x="2825371" y="2813931"/>
                  </a:lnTo>
                  <a:lnTo>
                    <a:pt x="2825497" y="2813931"/>
                  </a:lnTo>
                  <a:lnTo>
                    <a:pt x="2825623" y="2813931"/>
                  </a:lnTo>
                  <a:lnTo>
                    <a:pt x="2825749" y="2813931"/>
                  </a:lnTo>
                  <a:lnTo>
                    <a:pt x="2825875" y="2813931"/>
                  </a:lnTo>
                  <a:lnTo>
                    <a:pt x="2826001" y="2813931"/>
                  </a:lnTo>
                  <a:lnTo>
                    <a:pt x="2826127" y="2813931"/>
                  </a:lnTo>
                  <a:lnTo>
                    <a:pt x="2826253" y="2813931"/>
                  </a:lnTo>
                  <a:lnTo>
                    <a:pt x="2826380" y="2813931"/>
                  </a:lnTo>
                  <a:lnTo>
                    <a:pt x="2826506" y="2813931"/>
                  </a:lnTo>
                  <a:lnTo>
                    <a:pt x="2826632" y="2813931"/>
                  </a:lnTo>
                  <a:lnTo>
                    <a:pt x="2826758" y="2813931"/>
                  </a:lnTo>
                  <a:lnTo>
                    <a:pt x="2826884" y="2813931"/>
                  </a:lnTo>
                  <a:lnTo>
                    <a:pt x="2827010" y="2813931"/>
                  </a:lnTo>
                  <a:lnTo>
                    <a:pt x="2827136" y="2813931"/>
                  </a:lnTo>
                  <a:lnTo>
                    <a:pt x="2827262" y="2813931"/>
                  </a:lnTo>
                  <a:lnTo>
                    <a:pt x="2827388" y="2813931"/>
                  </a:lnTo>
                  <a:lnTo>
                    <a:pt x="2827514" y="2813931"/>
                  </a:lnTo>
                  <a:lnTo>
                    <a:pt x="2827640" y="2813931"/>
                  </a:lnTo>
                  <a:lnTo>
                    <a:pt x="2827766" y="2813931"/>
                  </a:lnTo>
                  <a:lnTo>
                    <a:pt x="2827893" y="2813931"/>
                  </a:lnTo>
                  <a:lnTo>
                    <a:pt x="2828019" y="2813931"/>
                  </a:lnTo>
                  <a:lnTo>
                    <a:pt x="2828145" y="2813931"/>
                  </a:lnTo>
                  <a:lnTo>
                    <a:pt x="2828271" y="2813931"/>
                  </a:lnTo>
                  <a:lnTo>
                    <a:pt x="2828397" y="2813931"/>
                  </a:lnTo>
                  <a:lnTo>
                    <a:pt x="2828523" y="2813931"/>
                  </a:lnTo>
                  <a:lnTo>
                    <a:pt x="2828649" y="2813931"/>
                  </a:lnTo>
                  <a:lnTo>
                    <a:pt x="2828775" y="2813931"/>
                  </a:lnTo>
                  <a:lnTo>
                    <a:pt x="2828901" y="2813931"/>
                  </a:lnTo>
                  <a:lnTo>
                    <a:pt x="2829027" y="2813931"/>
                  </a:lnTo>
                  <a:lnTo>
                    <a:pt x="2829153" y="2813931"/>
                  </a:lnTo>
                  <a:lnTo>
                    <a:pt x="2829280" y="2813931"/>
                  </a:lnTo>
                  <a:lnTo>
                    <a:pt x="2829406" y="2813931"/>
                  </a:lnTo>
                  <a:lnTo>
                    <a:pt x="2829532" y="2813931"/>
                  </a:lnTo>
                  <a:lnTo>
                    <a:pt x="2829658" y="2813931"/>
                  </a:lnTo>
                  <a:lnTo>
                    <a:pt x="2829784" y="2813931"/>
                  </a:lnTo>
                  <a:lnTo>
                    <a:pt x="2829910" y="2813931"/>
                  </a:lnTo>
                  <a:lnTo>
                    <a:pt x="2830036" y="2813931"/>
                  </a:lnTo>
                  <a:lnTo>
                    <a:pt x="2830162" y="2813931"/>
                  </a:lnTo>
                  <a:lnTo>
                    <a:pt x="2830288" y="2813931"/>
                  </a:lnTo>
                  <a:lnTo>
                    <a:pt x="2830414" y="2813931"/>
                  </a:lnTo>
                  <a:lnTo>
                    <a:pt x="2830540" y="2813931"/>
                  </a:lnTo>
                  <a:lnTo>
                    <a:pt x="2830667" y="2813931"/>
                  </a:lnTo>
                  <a:lnTo>
                    <a:pt x="2830793" y="2813931"/>
                  </a:lnTo>
                  <a:lnTo>
                    <a:pt x="2830919" y="2813931"/>
                  </a:lnTo>
                  <a:lnTo>
                    <a:pt x="2831045" y="2813931"/>
                  </a:lnTo>
                  <a:lnTo>
                    <a:pt x="2831171" y="2813931"/>
                  </a:lnTo>
                  <a:lnTo>
                    <a:pt x="2831297" y="2813931"/>
                  </a:lnTo>
                  <a:lnTo>
                    <a:pt x="2831423" y="2813931"/>
                  </a:lnTo>
                  <a:lnTo>
                    <a:pt x="2831549" y="2813931"/>
                  </a:lnTo>
                  <a:lnTo>
                    <a:pt x="2831675" y="2813931"/>
                  </a:lnTo>
                  <a:lnTo>
                    <a:pt x="2831801" y="2813931"/>
                  </a:lnTo>
                  <a:lnTo>
                    <a:pt x="2831927" y="2813931"/>
                  </a:lnTo>
                  <a:lnTo>
                    <a:pt x="2832053" y="2813931"/>
                  </a:lnTo>
                  <a:lnTo>
                    <a:pt x="2832180" y="2813931"/>
                  </a:lnTo>
                  <a:lnTo>
                    <a:pt x="2832306" y="2813931"/>
                  </a:lnTo>
                  <a:lnTo>
                    <a:pt x="2832432" y="2813931"/>
                  </a:lnTo>
                  <a:lnTo>
                    <a:pt x="2832558" y="2813931"/>
                  </a:lnTo>
                  <a:lnTo>
                    <a:pt x="2832684" y="2813931"/>
                  </a:lnTo>
                  <a:lnTo>
                    <a:pt x="2832810" y="2813931"/>
                  </a:lnTo>
                  <a:lnTo>
                    <a:pt x="2832936" y="2813931"/>
                  </a:lnTo>
                  <a:lnTo>
                    <a:pt x="2833062" y="2813931"/>
                  </a:lnTo>
                  <a:lnTo>
                    <a:pt x="2833188" y="2813931"/>
                  </a:lnTo>
                  <a:lnTo>
                    <a:pt x="2833188" y="2808652"/>
                  </a:lnTo>
                  <a:lnTo>
                    <a:pt x="2833314" y="2808652"/>
                  </a:lnTo>
                  <a:lnTo>
                    <a:pt x="2833440" y="2808652"/>
                  </a:lnTo>
                  <a:lnTo>
                    <a:pt x="2833567" y="2808652"/>
                  </a:lnTo>
                  <a:lnTo>
                    <a:pt x="2833693" y="2808652"/>
                  </a:lnTo>
                  <a:lnTo>
                    <a:pt x="2833819" y="2808652"/>
                  </a:lnTo>
                  <a:lnTo>
                    <a:pt x="2833945" y="2808652"/>
                  </a:lnTo>
                  <a:lnTo>
                    <a:pt x="2834071" y="2808652"/>
                  </a:lnTo>
                  <a:lnTo>
                    <a:pt x="2834197" y="2808652"/>
                  </a:lnTo>
                  <a:lnTo>
                    <a:pt x="2834323" y="2808652"/>
                  </a:lnTo>
                  <a:lnTo>
                    <a:pt x="2834449" y="2808652"/>
                  </a:lnTo>
                  <a:lnTo>
                    <a:pt x="2834575" y="2808652"/>
                  </a:lnTo>
                  <a:lnTo>
                    <a:pt x="2834701" y="2808652"/>
                  </a:lnTo>
                  <a:lnTo>
                    <a:pt x="2834827" y="2808652"/>
                  </a:lnTo>
                  <a:lnTo>
                    <a:pt x="2834827" y="2803372"/>
                  </a:lnTo>
                  <a:lnTo>
                    <a:pt x="2834953" y="2803372"/>
                  </a:lnTo>
                  <a:lnTo>
                    <a:pt x="2835080" y="2803372"/>
                  </a:lnTo>
                  <a:lnTo>
                    <a:pt x="2835206" y="2803372"/>
                  </a:lnTo>
                  <a:lnTo>
                    <a:pt x="2835332" y="2803372"/>
                  </a:lnTo>
                  <a:lnTo>
                    <a:pt x="2835458" y="2803372"/>
                  </a:lnTo>
                  <a:lnTo>
                    <a:pt x="2835584" y="2803372"/>
                  </a:lnTo>
                  <a:lnTo>
                    <a:pt x="2835710" y="2803372"/>
                  </a:lnTo>
                  <a:lnTo>
                    <a:pt x="2835836" y="2803372"/>
                  </a:lnTo>
                  <a:lnTo>
                    <a:pt x="2835962" y="2803372"/>
                  </a:lnTo>
                  <a:lnTo>
                    <a:pt x="2836088" y="2803372"/>
                  </a:lnTo>
                  <a:lnTo>
                    <a:pt x="2836214" y="2803372"/>
                  </a:lnTo>
                  <a:lnTo>
                    <a:pt x="2836340" y="2803372"/>
                  </a:lnTo>
                  <a:lnTo>
                    <a:pt x="2836467" y="2803372"/>
                  </a:lnTo>
                  <a:lnTo>
                    <a:pt x="2836593" y="2803372"/>
                  </a:lnTo>
                  <a:lnTo>
                    <a:pt x="2836719" y="2803372"/>
                  </a:lnTo>
                  <a:lnTo>
                    <a:pt x="2836845" y="2803372"/>
                  </a:lnTo>
                  <a:lnTo>
                    <a:pt x="2836971" y="2803372"/>
                  </a:lnTo>
                  <a:lnTo>
                    <a:pt x="2837097" y="2803372"/>
                  </a:lnTo>
                  <a:lnTo>
                    <a:pt x="2837223" y="2803372"/>
                  </a:lnTo>
                  <a:lnTo>
                    <a:pt x="2837349" y="2803372"/>
                  </a:lnTo>
                  <a:lnTo>
                    <a:pt x="2837475" y="2803372"/>
                  </a:lnTo>
                  <a:lnTo>
                    <a:pt x="2837601" y="2803372"/>
                  </a:lnTo>
                  <a:lnTo>
                    <a:pt x="2837727" y="2803372"/>
                  </a:lnTo>
                  <a:lnTo>
                    <a:pt x="2837854" y="2803372"/>
                  </a:lnTo>
                  <a:lnTo>
                    <a:pt x="2837980" y="2803372"/>
                  </a:lnTo>
                  <a:lnTo>
                    <a:pt x="2838106" y="2803372"/>
                  </a:lnTo>
                  <a:lnTo>
                    <a:pt x="2838232" y="2803372"/>
                  </a:lnTo>
                  <a:lnTo>
                    <a:pt x="2838358" y="2803372"/>
                  </a:lnTo>
                  <a:lnTo>
                    <a:pt x="2838484" y="2803372"/>
                  </a:lnTo>
                  <a:lnTo>
                    <a:pt x="2838610" y="2803372"/>
                  </a:lnTo>
                  <a:lnTo>
                    <a:pt x="2838736" y="2803372"/>
                  </a:lnTo>
                  <a:lnTo>
                    <a:pt x="2838862" y="2803372"/>
                  </a:lnTo>
                  <a:lnTo>
                    <a:pt x="2838988" y="2803372"/>
                  </a:lnTo>
                  <a:lnTo>
                    <a:pt x="2839114" y="2803372"/>
                  </a:lnTo>
                  <a:lnTo>
                    <a:pt x="2839240" y="2803372"/>
                  </a:lnTo>
                  <a:lnTo>
                    <a:pt x="2839367" y="2803372"/>
                  </a:lnTo>
                  <a:lnTo>
                    <a:pt x="2839493" y="2803372"/>
                  </a:lnTo>
                  <a:lnTo>
                    <a:pt x="2839619" y="2803372"/>
                  </a:lnTo>
                  <a:lnTo>
                    <a:pt x="2839745" y="2803372"/>
                  </a:lnTo>
                  <a:lnTo>
                    <a:pt x="2839871" y="2803372"/>
                  </a:lnTo>
                  <a:lnTo>
                    <a:pt x="2839997" y="2803372"/>
                  </a:lnTo>
                  <a:lnTo>
                    <a:pt x="2840123" y="2803372"/>
                  </a:lnTo>
                  <a:lnTo>
                    <a:pt x="2840249" y="2803372"/>
                  </a:lnTo>
                  <a:lnTo>
                    <a:pt x="2840375" y="2803372"/>
                  </a:lnTo>
                  <a:lnTo>
                    <a:pt x="2840501" y="2803372"/>
                  </a:lnTo>
                  <a:lnTo>
                    <a:pt x="2840627" y="2803372"/>
                  </a:lnTo>
                  <a:lnTo>
                    <a:pt x="2840754" y="2803372"/>
                  </a:lnTo>
                  <a:lnTo>
                    <a:pt x="2840880" y="2803372"/>
                  </a:lnTo>
                  <a:lnTo>
                    <a:pt x="2841006" y="2803372"/>
                  </a:lnTo>
                  <a:lnTo>
                    <a:pt x="2841132" y="2803372"/>
                  </a:lnTo>
                  <a:lnTo>
                    <a:pt x="2841258" y="2803372"/>
                  </a:lnTo>
                  <a:lnTo>
                    <a:pt x="2841384" y="2803372"/>
                  </a:lnTo>
                  <a:lnTo>
                    <a:pt x="2841510" y="2803372"/>
                  </a:lnTo>
                  <a:lnTo>
                    <a:pt x="2841636" y="2803372"/>
                  </a:lnTo>
                  <a:lnTo>
                    <a:pt x="2841762" y="2803372"/>
                  </a:lnTo>
                  <a:lnTo>
                    <a:pt x="2841888" y="2803372"/>
                  </a:lnTo>
                  <a:lnTo>
                    <a:pt x="2842014" y="2803372"/>
                  </a:lnTo>
                  <a:lnTo>
                    <a:pt x="2842140" y="2803372"/>
                  </a:lnTo>
                  <a:lnTo>
                    <a:pt x="2842267" y="2803372"/>
                  </a:lnTo>
                  <a:lnTo>
                    <a:pt x="2842393" y="2803372"/>
                  </a:lnTo>
                  <a:lnTo>
                    <a:pt x="2842519" y="2803372"/>
                  </a:lnTo>
                  <a:lnTo>
                    <a:pt x="2842645" y="2803372"/>
                  </a:lnTo>
                  <a:lnTo>
                    <a:pt x="2842771" y="2803372"/>
                  </a:lnTo>
                  <a:lnTo>
                    <a:pt x="2842897" y="2803372"/>
                  </a:lnTo>
                  <a:lnTo>
                    <a:pt x="2843023" y="2803372"/>
                  </a:lnTo>
                  <a:lnTo>
                    <a:pt x="2843149" y="2803372"/>
                  </a:lnTo>
                  <a:lnTo>
                    <a:pt x="2843275" y="2803372"/>
                  </a:lnTo>
                  <a:lnTo>
                    <a:pt x="2843401" y="2803372"/>
                  </a:lnTo>
                  <a:lnTo>
                    <a:pt x="2843527" y="2803372"/>
                  </a:lnTo>
                  <a:lnTo>
                    <a:pt x="2843654" y="2803372"/>
                  </a:lnTo>
                  <a:lnTo>
                    <a:pt x="2843780" y="2803372"/>
                  </a:lnTo>
                  <a:lnTo>
                    <a:pt x="2843906" y="2803372"/>
                  </a:lnTo>
                  <a:lnTo>
                    <a:pt x="2844032" y="2803372"/>
                  </a:lnTo>
                  <a:lnTo>
                    <a:pt x="2844158" y="2803372"/>
                  </a:lnTo>
                  <a:lnTo>
                    <a:pt x="2844284" y="2803372"/>
                  </a:lnTo>
                  <a:lnTo>
                    <a:pt x="2844410" y="2803372"/>
                  </a:lnTo>
                  <a:lnTo>
                    <a:pt x="2844536" y="2803372"/>
                  </a:lnTo>
                  <a:lnTo>
                    <a:pt x="2844662" y="2803372"/>
                  </a:lnTo>
                  <a:lnTo>
                    <a:pt x="2844662" y="2798093"/>
                  </a:lnTo>
                  <a:lnTo>
                    <a:pt x="2844788" y="2798093"/>
                  </a:lnTo>
                  <a:lnTo>
                    <a:pt x="2844914" y="2798093"/>
                  </a:lnTo>
                  <a:lnTo>
                    <a:pt x="2845040" y="2798093"/>
                  </a:lnTo>
                  <a:lnTo>
                    <a:pt x="2845167" y="2798093"/>
                  </a:lnTo>
                  <a:lnTo>
                    <a:pt x="2845293" y="2798093"/>
                  </a:lnTo>
                  <a:lnTo>
                    <a:pt x="2845419" y="2798093"/>
                  </a:lnTo>
                  <a:lnTo>
                    <a:pt x="2845545" y="2798093"/>
                  </a:lnTo>
                  <a:lnTo>
                    <a:pt x="2845671" y="2798093"/>
                  </a:lnTo>
                  <a:lnTo>
                    <a:pt x="2845797" y="2798093"/>
                  </a:lnTo>
                  <a:lnTo>
                    <a:pt x="2845923" y="2798093"/>
                  </a:lnTo>
                  <a:lnTo>
                    <a:pt x="2846049" y="2798093"/>
                  </a:lnTo>
                  <a:lnTo>
                    <a:pt x="2846175" y="2798093"/>
                  </a:lnTo>
                  <a:lnTo>
                    <a:pt x="2846301" y="2798093"/>
                  </a:lnTo>
                  <a:lnTo>
                    <a:pt x="2846427" y="2798093"/>
                  </a:lnTo>
                  <a:lnTo>
                    <a:pt x="2846554" y="2798093"/>
                  </a:lnTo>
                  <a:lnTo>
                    <a:pt x="2846680" y="2798093"/>
                  </a:lnTo>
                  <a:lnTo>
                    <a:pt x="2846806" y="2798093"/>
                  </a:lnTo>
                  <a:lnTo>
                    <a:pt x="2846932" y="2798093"/>
                  </a:lnTo>
                  <a:lnTo>
                    <a:pt x="2847058" y="2798093"/>
                  </a:lnTo>
                  <a:lnTo>
                    <a:pt x="2847184" y="2798093"/>
                  </a:lnTo>
                  <a:lnTo>
                    <a:pt x="2847310" y="2798093"/>
                  </a:lnTo>
                  <a:lnTo>
                    <a:pt x="2847436" y="2798093"/>
                  </a:lnTo>
                  <a:lnTo>
                    <a:pt x="2847562" y="2798093"/>
                  </a:lnTo>
                  <a:lnTo>
                    <a:pt x="2847688" y="2798093"/>
                  </a:lnTo>
                  <a:lnTo>
                    <a:pt x="2847814" y="2798093"/>
                  </a:lnTo>
                  <a:lnTo>
                    <a:pt x="2847941" y="2798093"/>
                  </a:lnTo>
                  <a:lnTo>
                    <a:pt x="2848067" y="2798093"/>
                  </a:lnTo>
                  <a:lnTo>
                    <a:pt x="2848193" y="2798093"/>
                  </a:lnTo>
                  <a:lnTo>
                    <a:pt x="2848319" y="2798093"/>
                  </a:lnTo>
                  <a:lnTo>
                    <a:pt x="2848445" y="2798093"/>
                  </a:lnTo>
                  <a:lnTo>
                    <a:pt x="2848571" y="2798093"/>
                  </a:lnTo>
                  <a:lnTo>
                    <a:pt x="2848697" y="2798093"/>
                  </a:lnTo>
                  <a:lnTo>
                    <a:pt x="2848823" y="2798093"/>
                  </a:lnTo>
                  <a:lnTo>
                    <a:pt x="2848949" y="2798093"/>
                  </a:lnTo>
                  <a:lnTo>
                    <a:pt x="2849075" y="2798093"/>
                  </a:lnTo>
                  <a:lnTo>
                    <a:pt x="2849201" y="2798093"/>
                  </a:lnTo>
                  <a:lnTo>
                    <a:pt x="2849327" y="2798093"/>
                  </a:lnTo>
                  <a:lnTo>
                    <a:pt x="2849454" y="2798093"/>
                  </a:lnTo>
                  <a:lnTo>
                    <a:pt x="2849580" y="2798093"/>
                  </a:lnTo>
                  <a:lnTo>
                    <a:pt x="2849706" y="2798093"/>
                  </a:lnTo>
                  <a:lnTo>
                    <a:pt x="2849832" y="2798093"/>
                  </a:lnTo>
                  <a:lnTo>
                    <a:pt x="2849958" y="2798093"/>
                  </a:lnTo>
                  <a:lnTo>
                    <a:pt x="2850084" y="2798093"/>
                  </a:lnTo>
                  <a:lnTo>
                    <a:pt x="2850210" y="2798093"/>
                  </a:lnTo>
                  <a:lnTo>
                    <a:pt x="2850336" y="2798093"/>
                  </a:lnTo>
                  <a:lnTo>
                    <a:pt x="2850462" y="2798093"/>
                  </a:lnTo>
                  <a:lnTo>
                    <a:pt x="2850588" y="2798093"/>
                  </a:lnTo>
                  <a:lnTo>
                    <a:pt x="2850714" y="2798093"/>
                  </a:lnTo>
                  <a:lnTo>
                    <a:pt x="2850841" y="2798093"/>
                  </a:lnTo>
                  <a:lnTo>
                    <a:pt x="2850967" y="2798093"/>
                  </a:lnTo>
                  <a:lnTo>
                    <a:pt x="2851093" y="2798093"/>
                  </a:lnTo>
                  <a:lnTo>
                    <a:pt x="2851219" y="2798093"/>
                  </a:lnTo>
                  <a:lnTo>
                    <a:pt x="2851219" y="2792813"/>
                  </a:lnTo>
                  <a:lnTo>
                    <a:pt x="2851345" y="2792813"/>
                  </a:lnTo>
                  <a:lnTo>
                    <a:pt x="2851471" y="2792813"/>
                  </a:lnTo>
                  <a:lnTo>
                    <a:pt x="2851597" y="2792813"/>
                  </a:lnTo>
                  <a:lnTo>
                    <a:pt x="2851723" y="2792813"/>
                  </a:lnTo>
                  <a:lnTo>
                    <a:pt x="2851849" y="2792813"/>
                  </a:lnTo>
                  <a:lnTo>
                    <a:pt x="2851975" y="2792813"/>
                  </a:lnTo>
                  <a:lnTo>
                    <a:pt x="2852101" y="2792813"/>
                  </a:lnTo>
                  <a:lnTo>
                    <a:pt x="2852227" y="2792813"/>
                  </a:lnTo>
                  <a:lnTo>
                    <a:pt x="2852354" y="2792813"/>
                  </a:lnTo>
                  <a:lnTo>
                    <a:pt x="2852480" y="2792813"/>
                  </a:lnTo>
                  <a:lnTo>
                    <a:pt x="2852606" y="2792813"/>
                  </a:lnTo>
                  <a:lnTo>
                    <a:pt x="2852732" y="2792813"/>
                  </a:lnTo>
                  <a:lnTo>
                    <a:pt x="2852732" y="2787534"/>
                  </a:lnTo>
                  <a:lnTo>
                    <a:pt x="2852858" y="2787534"/>
                  </a:lnTo>
                  <a:lnTo>
                    <a:pt x="2852984" y="2787534"/>
                  </a:lnTo>
                  <a:lnTo>
                    <a:pt x="2853110" y="2787534"/>
                  </a:lnTo>
                  <a:lnTo>
                    <a:pt x="2853236" y="2787534"/>
                  </a:lnTo>
                  <a:lnTo>
                    <a:pt x="2853362" y="2787534"/>
                  </a:lnTo>
                  <a:lnTo>
                    <a:pt x="2853488" y="2787534"/>
                  </a:lnTo>
                  <a:lnTo>
                    <a:pt x="2853614" y="2787534"/>
                  </a:lnTo>
                  <a:lnTo>
                    <a:pt x="2853741" y="2787534"/>
                  </a:lnTo>
                  <a:lnTo>
                    <a:pt x="2853867" y="2787534"/>
                  </a:lnTo>
                  <a:lnTo>
                    <a:pt x="2853993" y="2787534"/>
                  </a:lnTo>
                  <a:lnTo>
                    <a:pt x="2854119" y="2787534"/>
                  </a:lnTo>
                  <a:lnTo>
                    <a:pt x="2854245" y="2787534"/>
                  </a:lnTo>
                  <a:lnTo>
                    <a:pt x="2854371" y="2787534"/>
                  </a:lnTo>
                  <a:lnTo>
                    <a:pt x="2854497" y="2787534"/>
                  </a:lnTo>
                  <a:lnTo>
                    <a:pt x="2854623" y="2787534"/>
                  </a:lnTo>
                  <a:lnTo>
                    <a:pt x="2854749" y="2787534"/>
                  </a:lnTo>
                  <a:lnTo>
                    <a:pt x="2854875" y="2787534"/>
                  </a:lnTo>
                  <a:lnTo>
                    <a:pt x="2855001" y="2787534"/>
                  </a:lnTo>
                  <a:lnTo>
                    <a:pt x="2855128" y="2787534"/>
                  </a:lnTo>
                  <a:lnTo>
                    <a:pt x="2855128" y="2782255"/>
                  </a:lnTo>
                  <a:lnTo>
                    <a:pt x="2855254" y="2782255"/>
                  </a:lnTo>
                  <a:lnTo>
                    <a:pt x="2855380" y="2782255"/>
                  </a:lnTo>
                  <a:lnTo>
                    <a:pt x="2855506" y="2782255"/>
                  </a:lnTo>
                  <a:lnTo>
                    <a:pt x="2855632" y="2782255"/>
                  </a:lnTo>
                  <a:lnTo>
                    <a:pt x="2855758" y="2782255"/>
                  </a:lnTo>
                  <a:lnTo>
                    <a:pt x="2855884" y="2782255"/>
                  </a:lnTo>
                  <a:lnTo>
                    <a:pt x="2856010" y="2782255"/>
                  </a:lnTo>
                  <a:lnTo>
                    <a:pt x="2856136" y="2782255"/>
                  </a:lnTo>
                  <a:lnTo>
                    <a:pt x="2856262" y="2782255"/>
                  </a:lnTo>
                  <a:lnTo>
                    <a:pt x="2856388" y="2782255"/>
                  </a:lnTo>
                  <a:lnTo>
                    <a:pt x="2856514" y="2782255"/>
                  </a:lnTo>
                  <a:lnTo>
                    <a:pt x="2856641" y="2782255"/>
                  </a:lnTo>
                  <a:lnTo>
                    <a:pt x="2856767" y="2782255"/>
                  </a:lnTo>
                  <a:lnTo>
                    <a:pt x="2856893" y="2782255"/>
                  </a:lnTo>
                  <a:lnTo>
                    <a:pt x="2857019" y="2782255"/>
                  </a:lnTo>
                  <a:lnTo>
                    <a:pt x="2857145" y="2782255"/>
                  </a:lnTo>
                  <a:lnTo>
                    <a:pt x="2857271" y="2782255"/>
                  </a:lnTo>
                  <a:lnTo>
                    <a:pt x="2857397" y="2782255"/>
                  </a:lnTo>
                  <a:lnTo>
                    <a:pt x="2857523" y="2782255"/>
                  </a:lnTo>
                  <a:lnTo>
                    <a:pt x="2857649" y="2782255"/>
                  </a:lnTo>
                  <a:lnTo>
                    <a:pt x="2857775" y="2782255"/>
                  </a:lnTo>
                  <a:lnTo>
                    <a:pt x="2857901" y="2782255"/>
                  </a:lnTo>
                  <a:lnTo>
                    <a:pt x="2858028" y="2782255"/>
                  </a:lnTo>
                  <a:lnTo>
                    <a:pt x="2858154" y="2782255"/>
                  </a:lnTo>
                  <a:lnTo>
                    <a:pt x="2858280" y="2782255"/>
                  </a:lnTo>
                  <a:lnTo>
                    <a:pt x="2858406" y="2782255"/>
                  </a:lnTo>
                  <a:lnTo>
                    <a:pt x="2858532" y="2782255"/>
                  </a:lnTo>
                  <a:lnTo>
                    <a:pt x="2858658" y="2782255"/>
                  </a:lnTo>
                  <a:lnTo>
                    <a:pt x="2858784" y="2782255"/>
                  </a:lnTo>
                  <a:lnTo>
                    <a:pt x="2858910" y="2782255"/>
                  </a:lnTo>
                  <a:lnTo>
                    <a:pt x="2859036" y="2782255"/>
                  </a:lnTo>
                  <a:lnTo>
                    <a:pt x="2859162" y="2782255"/>
                  </a:lnTo>
                  <a:lnTo>
                    <a:pt x="2859288" y="2782255"/>
                  </a:lnTo>
                  <a:lnTo>
                    <a:pt x="2859414" y="2782255"/>
                  </a:lnTo>
                  <a:lnTo>
                    <a:pt x="2859541" y="2782255"/>
                  </a:lnTo>
                  <a:lnTo>
                    <a:pt x="2859667" y="2782255"/>
                  </a:lnTo>
                  <a:lnTo>
                    <a:pt x="2859793" y="2782255"/>
                  </a:lnTo>
                  <a:lnTo>
                    <a:pt x="2859919" y="2782255"/>
                  </a:lnTo>
                  <a:lnTo>
                    <a:pt x="2860045" y="2782255"/>
                  </a:lnTo>
                  <a:lnTo>
                    <a:pt x="2860045" y="2776975"/>
                  </a:lnTo>
                  <a:lnTo>
                    <a:pt x="2860171" y="2776975"/>
                  </a:lnTo>
                  <a:lnTo>
                    <a:pt x="2860297" y="2776975"/>
                  </a:lnTo>
                  <a:lnTo>
                    <a:pt x="2860423" y="2776975"/>
                  </a:lnTo>
                  <a:lnTo>
                    <a:pt x="2860549" y="2776975"/>
                  </a:lnTo>
                  <a:lnTo>
                    <a:pt x="2860675" y="2776975"/>
                  </a:lnTo>
                  <a:lnTo>
                    <a:pt x="2860801" y="2776975"/>
                  </a:lnTo>
                  <a:lnTo>
                    <a:pt x="2860928" y="2776975"/>
                  </a:lnTo>
                  <a:lnTo>
                    <a:pt x="2861054" y="2776975"/>
                  </a:lnTo>
                  <a:lnTo>
                    <a:pt x="2861180" y="2776975"/>
                  </a:lnTo>
                  <a:lnTo>
                    <a:pt x="2861306" y="2776975"/>
                  </a:lnTo>
                  <a:lnTo>
                    <a:pt x="2861432" y="2776975"/>
                  </a:lnTo>
                  <a:lnTo>
                    <a:pt x="2861558" y="2776975"/>
                  </a:lnTo>
                  <a:lnTo>
                    <a:pt x="2861684" y="2776975"/>
                  </a:lnTo>
                  <a:lnTo>
                    <a:pt x="2861810" y="2776975"/>
                  </a:lnTo>
                  <a:lnTo>
                    <a:pt x="2861936" y="2776975"/>
                  </a:lnTo>
                  <a:lnTo>
                    <a:pt x="2862062" y="2776975"/>
                  </a:lnTo>
                  <a:lnTo>
                    <a:pt x="2862188" y="2776975"/>
                  </a:lnTo>
                  <a:lnTo>
                    <a:pt x="2862314" y="2776975"/>
                  </a:lnTo>
                  <a:lnTo>
                    <a:pt x="2862441" y="2776975"/>
                  </a:lnTo>
                  <a:lnTo>
                    <a:pt x="2862567" y="2776975"/>
                  </a:lnTo>
                  <a:lnTo>
                    <a:pt x="2862693" y="2776975"/>
                  </a:lnTo>
                  <a:lnTo>
                    <a:pt x="2862819" y="2776975"/>
                  </a:lnTo>
                  <a:lnTo>
                    <a:pt x="2862945" y="2776975"/>
                  </a:lnTo>
                  <a:lnTo>
                    <a:pt x="2863071" y="2776975"/>
                  </a:lnTo>
                  <a:lnTo>
                    <a:pt x="2863197" y="2776975"/>
                  </a:lnTo>
                  <a:lnTo>
                    <a:pt x="2863323" y="2776975"/>
                  </a:lnTo>
                  <a:lnTo>
                    <a:pt x="2863449" y="2776975"/>
                  </a:lnTo>
                  <a:lnTo>
                    <a:pt x="2863575" y="2776975"/>
                  </a:lnTo>
                  <a:lnTo>
                    <a:pt x="2863701" y="2776975"/>
                  </a:lnTo>
                  <a:lnTo>
                    <a:pt x="2863828" y="2776975"/>
                  </a:lnTo>
                  <a:lnTo>
                    <a:pt x="2863954" y="2776975"/>
                  </a:lnTo>
                  <a:lnTo>
                    <a:pt x="2864080" y="2776975"/>
                  </a:lnTo>
                  <a:lnTo>
                    <a:pt x="2864206" y="2776975"/>
                  </a:lnTo>
                  <a:lnTo>
                    <a:pt x="2864332" y="2776975"/>
                  </a:lnTo>
                  <a:lnTo>
                    <a:pt x="2864458" y="2776975"/>
                  </a:lnTo>
                  <a:lnTo>
                    <a:pt x="2864584" y="2776975"/>
                  </a:lnTo>
                  <a:lnTo>
                    <a:pt x="2864710" y="2776975"/>
                  </a:lnTo>
                  <a:lnTo>
                    <a:pt x="2864836" y="2776975"/>
                  </a:lnTo>
                  <a:lnTo>
                    <a:pt x="2864962" y="2776975"/>
                  </a:lnTo>
                  <a:lnTo>
                    <a:pt x="2865088" y="2776975"/>
                  </a:lnTo>
                  <a:lnTo>
                    <a:pt x="2865215" y="2776975"/>
                  </a:lnTo>
                  <a:lnTo>
                    <a:pt x="2865341" y="2776975"/>
                  </a:lnTo>
                  <a:lnTo>
                    <a:pt x="2865467" y="2776975"/>
                  </a:lnTo>
                  <a:lnTo>
                    <a:pt x="2865593" y="2776975"/>
                  </a:lnTo>
                  <a:lnTo>
                    <a:pt x="2865719" y="2776975"/>
                  </a:lnTo>
                  <a:lnTo>
                    <a:pt x="2865845" y="2776975"/>
                  </a:lnTo>
                  <a:lnTo>
                    <a:pt x="2865971" y="2776975"/>
                  </a:lnTo>
                  <a:lnTo>
                    <a:pt x="2866097" y="2776975"/>
                  </a:lnTo>
                  <a:lnTo>
                    <a:pt x="2866223" y="2776975"/>
                  </a:lnTo>
                  <a:lnTo>
                    <a:pt x="2866349" y="2776975"/>
                  </a:lnTo>
                  <a:lnTo>
                    <a:pt x="2866475" y="2776975"/>
                  </a:lnTo>
                  <a:lnTo>
                    <a:pt x="2866601" y="2776975"/>
                  </a:lnTo>
                  <a:lnTo>
                    <a:pt x="2866601" y="2771696"/>
                  </a:lnTo>
                  <a:lnTo>
                    <a:pt x="2866728" y="2771696"/>
                  </a:lnTo>
                  <a:lnTo>
                    <a:pt x="2866854" y="2771696"/>
                  </a:lnTo>
                  <a:lnTo>
                    <a:pt x="2866980" y="2771696"/>
                  </a:lnTo>
                  <a:lnTo>
                    <a:pt x="2867106" y="2771696"/>
                  </a:lnTo>
                  <a:lnTo>
                    <a:pt x="2867232" y="2771696"/>
                  </a:lnTo>
                  <a:lnTo>
                    <a:pt x="2867358" y="2771696"/>
                  </a:lnTo>
                  <a:lnTo>
                    <a:pt x="2867484" y="2771696"/>
                  </a:lnTo>
                  <a:lnTo>
                    <a:pt x="2867610" y="2771696"/>
                  </a:lnTo>
                  <a:lnTo>
                    <a:pt x="2867736" y="2771696"/>
                  </a:lnTo>
                  <a:lnTo>
                    <a:pt x="2867862" y="2771696"/>
                  </a:lnTo>
                  <a:lnTo>
                    <a:pt x="2867988" y="2771696"/>
                  </a:lnTo>
                  <a:lnTo>
                    <a:pt x="2868115" y="2771696"/>
                  </a:lnTo>
                  <a:lnTo>
                    <a:pt x="2868241" y="2771696"/>
                  </a:lnTo>
                  <a:lnTo>
                    <a:pt x="2868367" y="2771696"/>
                  </a:lnTo>
                  <a:lnTo>
                    <a:pt x="2868493" y="2771696"/>
                  </a:lnTo>
                  <a:lnTo>
                    <a:pt x="2868619" y="2771696"/>
                  </a:lnTo>
                  <a:lnTo>
                    <a:pt x="2868745" y="2771696"/>
                  </a:lnTo>
                  <a:lnTo>
                    <a:pt x="2868871" y="2771696"/>
                  </a:lnTo>
                  <a:lnTo>
                    <a:pt x="2868997" y="2771696"/>
                  </a:lnTo>
                  <a:lnTo>
                    <a:pt x="2869123" y="2771696"/>
                  </a:lnTo>
                  <a:lnTo>
                    <a:pt x="2869123" y="2766416"/>
                  </a:lnTo>
                  <a:lnTo>
                    <a:pt x="2869249" y="2766416"/>
                  </a:lnTo>
                  <a:lnTo>
                    <a:pt x="2869375" y="2766416"/>
                  </a:lnTo>
                  <a:lnTo>
                    <a:pt x="2869501" y="2766416"/>
                  </a:lnTo>
                  <a:lnTo>
                    <a:pt x="2869628" y="2766416"/>
                  </a:lnTo>
                  <a:lnTo>
                    <a:pt x="2869754" y="2766416"/>
                  </a:lnTo>
                  <a:lnTo>
                    <a:pt x="2869880" y="2766416"/>
                  </a:lnTo>
                  <a:lnTo>
                    <a:pt x="2870006" y="2766416"/>
                  </a:lnTo>
                  <a:lnTo>
                    <a:pt x="2870132" y="2766416"/>
                  </a:lnTo>
                  <a:lnTo>
                    <a:pt x="2870258" y="2766416"/>
                  </a:lnTo>
                  <a:lnTo>
                    <a:pt x="2870384" y="2766416"/>
                  </a:lnTo>
                  <a:lnTo>
                    <a:pt x="2870510" y="2766416"/>
                  </a:lnTo>
                  <a:lnTo>
                    <a:pt x="2870636" y="2766416"/>
                  </a:lnTo>
                  <a:lnTo>
                    <a:pt x="2870762" y="2766416"/>
                  </a:lnTo>
                  <a:lnTo>
                    <a:pt x="2870888" y="2766416"/>
                  </a:lnTo>
                  <a:lnTo>
                    <a:pt x="2871015" y="2766416"/>
                  </a:lnTo>
                  <a:lnTo>
                    <a:pt x="2871141" y="2766416"/>
                  </a:lnTo>
                  <a:lnTo>
                    <a:pt x="2871267" y="2766416"/>
                  </a:lnTo>
                  <a:lnTo>
                    <a:pt x="2871393" y="2766416"/>
                  </a:lnTo>
                  <a:lnTo>
                    <a:pt x="2871519" y="2766416"/>
                  </a:lnTo>
                  <a:lnTo>
                    <a:pt x="2871645" y="2766416"/>
                  </a:lnTo>
                  <a:lnTo>
                    <a:pt x="2871771" y="2766416"/>
                  </a:lnTo>
                  <a:lnTo>
                    <a:pt x="2871897" y="2766416"/>
                  </a:lnTo>
                  <a:lnTo>
                    <a:pt x="2872023" y="2766416"/>
                  </a:lnTo>
                  <a:lnTo>
                    <a:pt x="2872149" y="2766416"/>
                  </a:lnTo>
                  <a:lnTo>
                    <a:pt x="2872275" y="2766416"/>
                  </a:lnTo>
                  <a:lnTo>
                    <a:pt x="2872402" y="2766416"/>
                  </a:lnTo>
                  <a:lnTo>
                    <a:pt x="2872528" y="2766416"/>
                  </a:lnTo>
                  <a:lnTo>
                    <a:pt x="2872654" y="2766416"/>
                  </a:lnTo>
                  <a:lnTo>
                    <a:pt x="2872780" y="2766416"/>
                  </a:lnTo>
                  <a:lnTo>
                    <a:pt x="2872906" y="2766416"/>
                  </a:lnTo>
                  <a:lnTo>
                    <a:pt x="2873032" y="2766416"/>
                  </a:lnTo>
                  <a:lnTo>
                    <a:pt x="2873158" y="2766416"/>
                  </a:lnTo>
                  <a:lnTo>
                    <a:pt x="2873284" y="2766416"/>
                  </a:lnTo>
                  <a:lnTo>
                    <a:pt x="2873410" y="2766416"/>
                  </a:lnTo>
                  <a:lnTo>
                    <a:pt x="2873536" y="2766416"/>
                  </a:lnTo>
                  <a:lnTo>
                    <a:pt x="2873662" y="2766416"/>
                  </a:lnTo>
                  <a:lnTo>
                    <a:pt x="2873788" y="2766416"/>
                  </a:lnTo>
                  <a:lnTo>
                    <a:pt x="2873915" y="2766416"/>
                  </a:lnTo>
                  <a:lnTo>
                    <a:pt x="2874041" y="2766416"/>
                  </a:lnTo>
                  <a:lnTo>
                    <a:pt x="2874167" y="2766416"/>
                  </a:lnTo>
                  <a:lnTo>
                    <a:pt x="2874293" y="2766416"/>
                  </a:lnTo>
                  <a:lnTo>
                    <a:pt x="2874419" y="2766416"/>
                  </a:lnTo>
                  <a:lnTo>
                    <a:pt x="2874545" y="2766416"/>
                  </a:lnTo>
                  <a:lnTo>
                    <a:pt x="2874671" y="2766416"/>
                  </a:lnTo>
                  <a:lnTo>
                    <a:pt x="2874797" y="2766416"/>
                  </a:lnTo>
                  <a:lnTo>
                    <a:pt x="2874923" y="2766416"/>
                  </a:lnTo>
                  <a:lnTo>
                    <a:pt x="2875049" y="2766416"/>
                  </a:lnTo>
                  <a:lnTo>
                    <a:pt x="2875175" y="2766416"/>
                  </a:lnTo>
                  <a:lnTo>
                    <a:pt x="2875302" y="2766416"/>
                  </a:lnTo>
                  <a:lnTo>
                    <a:pt x="2875428" y="2766416"/>
                  </a:lnTo>
                  <a:lnTo>
                    <a:pt x="2875554" y="2766416"/>
                  </a:lnTo>
                  <a:lnTo>
                    <a:pt x="2875680" y="2766416"/>
                  </a:lnTo>
                  <a:lnTo>
                    <a:pt x="2875806" y="2766416"/>
                  </a:lnTo>
                  <a:lnTo>
                    <a:pt x="2875932" y="2766416"/>
                  </a:lnTo>
                  <a:lnTo>
                    <a:pt x="2876058" y="2766416"/>
                  </a:lnTo>
                  <a:lnTo>
                    <a:pt x="2876184" y="2766416"/>
                  </a:lnTo>
                  <a:lnTo>
                    <a:pt x="2876310" y="2766416"/>
                  </a:lnTo>
                  <a:lnTo>
                    <a:pt x="2876436" y="2766416"/>
                  </a:lnTo>
                  <a:lnTo>
                    <a:pt x="2876562" y="2766416"/>
                  </a:lnTo>
                  <a:lnTo>
                    <a:pt x="2876562" y="2761137"/>
                  </a:lnTo>
                  <a:lnTo>
                    <a:pt x="2876688" y="2761137"/>
                  </a:lnTo>
                  <a:lnTo>
                    <a:pt x="2876815" y="2761137"/>
                  </a:lnTo>
                  <a:lnTo>
                    <a:pt x="2876941" y="2761137"/>
                  </a:lnTo>
                  <a:lnTo>
                    <a:pt x="2877067" y="2761137"/>
                  </a:lnTo>
                  <a:lnTo>
                    <a:pt x="2877193" y="2761137"/>
                  </a:lnTo>
                  <a:lnTo>
                    <a:pt x="2877319" y="2761137"/>
                  </a:lnTo>
                  <a:lnTo>
                    <a:pt x="2877445" y="2761137"/>
                  </a:lnTo>
                  <a:lnTo>
                    <a:pt x="2877571" y="2761137"/>
                  </a:lnTo>
                  <a:lnTo>
                    <a:pt x="2877697" y="2761137"/>
                  </a:lnTo>
                  <a:lnTo>
                    <a:pt x="2877823" y="2761137"/>
                  </a:lnTo>
                  <a:lnTo>
                    <a:pt x="2877949" y="2761137"/>
                  </a:lnTo>
                  <a:lnTo>
                    <a:pt x="2878075" y="2761137"/>
                  </a:lnTo>
                  <a:lnTo>
                    <a:pt x="2878202" y="2761137"/>
                  </a:lnTo>
                  <a:lnTo>
                    <a:pt x="2878328" y="2761137"/>
                  </a:lnTo>
                  <a:lnTo>
                    <a:pt x="2878454" y="2761137"/>
                  </a:lnTo>
                  <a:lnTo>
                    <a:pt x="2878580" y="2761137"/>
                  </a:lnTo>
                  <a:lnTo>
                    <a:pt x="2878706" y="2761137"/>
                  </a:lnTo>
                  <a:lnTo>
                    <a:pt x="2878832" y="2761137"/>
                  </a:lnTo>
                  <a:lnTo>
                    <a:pt x="2878958" y="2761137"/>
                  </a:lnTo>
                  <a:lnTo>
                    <a:pt x="2879084" y="2761137"/>
                  </a:lnTo>
                  <a:lnTo>
                    <a:pt x="2879210" y="2761137"/>
                  </a:lnTo>
                  <a:lnTo>
                    <a:pt x="2879336" y="2761137"/>
                  </a:lnTo>
                  <a:lnTo>
                    <a:pt x="2879462" y="2761137"/>
                  </a:lnTo>
                  <a:lnTo>
                    <a:pt x="2879589" y="2761137"/>
                  </a:lnTo>
                  <a:lnTo>
                    <a:pt x="2879715" y="2761137"/>
                  </a:lnTo>
                  <a:lnTo>
                    <a:pt x="2879841" y="2761137"/>
                  </a:lnTo>
                  <a:lnTo>
                    <a:pt x="2879967" y="2761137"/>
                  </a:lnTo>
                  <a:lnTo>
                    <a:pt x="2880093" y="2761137"/>
                  </a:lnTo>
                  <a:lnTo>
                    <a:pt x="2880219" y="2761137"/>
                  </a:lnTo>
                  <a:lnTo>
                    <a:pt x="2880345" y="2761137"/>
                  </a:lnTo>
                  <a:lnTo>
                    <a:pt x="2880471" y="2761137"/>
                  </a:lnTo>
                  <a:lnTo>
                    <a:pt x="2880597" y="2761137"/>
                  </a:lnTo>
                  <a:lnTo>
                    <a:pt x="2880723" y="2761137"/>
                  </a:lnTo>
                  <a:lnTo>
                    <a:pt x="2880849" y="2761137"/>
                  </a:lnTo>
                  <a:lnTo>
                    <a:pt x="2880975" y="2761137"/>
                  </a:lnTo>
                  <a:lnTo>
                    <a:pt x="2881102" y="2761137"/>
                  </a:lnTo>
                  <a:lnTo>
                    <a:pt x="2881228" y="2761137"/>
                  </a:lnTo>
                  <a:lnTo>
                    <a:pt x="2881354" y="2761137"/>
                  </a:lnTo>
                  <a:lnTo>
                    <a:pt x="2881480" y="2761137"/>
                  </a:lnTo>
                  <a:lnTo>
                    <a:pt x="2881606" y="2761137"/>
                  </a:lnTo>
                  <a:lnTo>
                    <a:pt x="2881732" y="2761137"/>
                  </a:lnTo>
                  <a:lnTo>
                    <a:pt x="2881858" y="2761137"/>
                  </a:lnTo>
                  <a:lnTo>
                    <a:pt x="2881984" y="2761137"/>
                  </a:lnTo>
                  <a:lnTo>
                    <a:pt x="2882110" y="2761137"/>
                  </a:lnTo>
                  <a:lnTo>
                    <a:pt x="2882236" y="2761137"/>
                  </a:lnTo>
                  <a:lnTo>
                    <a:pt x="2882362" y="2761137"/>
                  </a:lnTo>
                  <a:lnTo>
                    <a:pt x="2882489" y="2761137"/>
                  </a:lnTo>
                  <a:lnTo>
                    <a:pt x="2882615" y="2761137"/>
                  </a:lnTo>
                  <a:lnTo>
                    <a:pt x="2882741" y="2761137"/>
                  </a:lnTo>
                  <a:lnTo>
                    <a:pt x="2882867" y="2761137"/>
                  </a:lnTo>
                  <a:lnTo>
                    <a:pt x="2882993" y="2761137"/>
                  </a:lnTo>
                  <a:lnTo>
                    <a:pt x="2883119" y="2761137"/>
                  </a:lnTo>
                  <a:lnTo>
                    <a:pt x="2883245" y="2761137"/>
                  </a:lnTo>
                  <a:lnTo>
                    <a:pt x="2883371" y="2761137"/>
                  </a:lnTo>
                  <a:lnTo>
                    <a:pt x="2883497" y="2761137"/>
                  </a:lnTo>
                  <a:lnTo>
                    <a:pt x="2883623" y="2761137"/>
                  </a:lnTo>
                  <a:lnTo>
                    <a:pt x="2883749" y="2761137"/>
                  </a:lnTo>
                  <a:lnTo>
                    <a:pt x="2883875" y="2761137"/>
                  </a:lnTo>
                  <a:lnTo>
                    <a:pt x="2884002" y="2761137"/>
                  </a:lnTo>
                  <a:lnTo>
                    <a:pt x="2884128" y="2761137"/>
                  </a:lnTo>
                  <a:lnTo>
                    <a:pt x="2884254" y="2761137"/>
                  </a:lnTo>
                  <a:lnTo>
                    <a:pt x="2884254" y="2755857"/>
                  </a:lnTo>
                  <a:lnTo>
                    <a:pt x="2884380" y="2755857"/>
                  </a:lnTo>
                  <a:lnTo>
                    <a:pt x="2884506" y="2755857"/>
                  </a:lnTo>
                  <a:lnTo>
                    <a:pt x="2884632" y="2755857"/>
                  </a:lnTo>
                  <a:lnTo>
                    <a:pt x="2884758" y="2755857"/>
                  </a:lnTo>
                  <a:lnTo>
                    <a:pt x="2884884" y="2755857"/>
                  </a:lnTo>
                  <a:lnTo>
                    <a:pt x="2885010" y="2755857"/>
                  </a:lnTo>
                  <a:lnTo>
                    <a:pt x="2885136" y="2755857"/>
                  </a:lnTo>
                  <a:lnTo>
                    <a:pt x="2885262" y="2755857"/>
                  </a:lnTo>
                  <a:lnTo>
                    <a:pt x="2885389" y="2755857"/>
                  </a:lnTo>
                  <a:lnTo>
                    <a:pt x="2885515" y="2755857"/>
                  </a:lnTo>
                  <a:lnTo>
                    <a:pt x="2885641" y="2755857"/>
                  </a:lnTo>
                  <a:lnTo>
                    <a:pt x="2885767" y="2755857"/>
                  </a:lnTo>
                  <a:lnTo>
                    <a:pt x="2885893" y="2755857"/>
                  </a:lnTo>
                  <a:lnTo>
                    <a:pt x="2886019" y="2755857"/>
                  </a:lnTo>
                  <a:lnTo>
                    <a:pt x="2886145" y="2755857"/>
                  </a:lnTo>
                  <a:lnTo>
                    <a:pt x="2886271" y="2755857"/>
                  </a:lnTo>
                  <a:lnTo>
                    <a:pt x="2886397" y="2755857"/>
                  </a:lnTo>
                  <a:lnTo>
                    <a:pt x="2886523" y="2755857"/>
                  </a:lnTo>
                  <a:lnTo>
                    <a:pt x="2886649" y="2755857"/>
                  </a:lnTo>
                  <a:lnTo>
                    <a:pt x="2886775" y="2755857"/>
                  </a:lnTo>
                  <a:lnTo>
                    <a:pt x="2886902" y="2755857"/>
                  </a:lnTo>
                  <a:lnTo>
                    <a:pt x="2887028" y="2755857"/>
                  </a:lnTo>
                  <a:lnTo>
                    <a:pt x="2887154" y="2755857"/>
                  </a:lnTo>
                  <a:lnTo>
                    <a:pt x="2887280" y="2755857"/>
                  </a:lnTo>
                  <a:lnTo>
                    <a:pt x="2887406" y="2755857"/>
                  </a:lnTo>
                  <a:lnTo>
                    <a:pt x="2887532" y="2755857"/>
                  </a:lnTo>
                  <a:lnTo>
                    <a:pt x="2887658" y="2755857"/>
                  </a:lnTo>
                  <a:lnTo>
                    <a:pt x="2887784" y="2755857"/>
                  </a:lnTo>
                  <a:lnTo>
                    <a:pt x="2887910" y="2755857"/>
                  </a:lnTo>
                  <a:lnTo>
                    <a:pt x="2888036" y="2755857"/>
                  </a:lnTo>
                  <a:lnTo>
                    <a:pt x="2888162" y="2755857"/>
                  </a:lnTo>
                  <a:lnTo>
                    <a:pt x="2888289" y="2755857"/>
                  </a:lnTo>
                  <a:lnTo>
                    <a:pt x="2888415" y="2755857"/>
                  </a:lnTo>
                  <a:lnTo>
                    <a:pt x="2888541" y="2755857"/>
                  </a:lnTo>
                  <a:lnTo>
                    <a:pt x="2888667" y="2755857"/>
                  </a:lnTo>
                  <a:lnTo>
                    <a:pt x="2888793" y="2755857"/>
                  </a:lnTo>
                  <a:lnTo>
                    <a:pt x="2888919" y="2755857"/>
                  </a:lnTo>
                  <a:lnTo>
                    <a:pt x="2889045" y="2755857"/>
                  </a:lnTo>
                  <a:lnTo>
                    <a:pt x="2889171" y="2755857"/>
                  </a:lnTo>
                  <a:lnTo>
                    <a:pt x="2889297" y="2755857"/>
                  </a:lnTo>
                  <a:lnTo>
                    <a:pt x="2889423" y="2755857"/>
                  </a:lnTo>
                  <a:lnTo>
                    <a:pt x="2889549" y="2755857"/>
                  </a:lnTo>
                  <a:lnTo>
                    <a:pt x="2889676" y="2755857"/>
                  </a:lnTo>
                  <a:lnTo>
                    <a:pt x="2889802" y="2755857"/>
                  </a:lnTo>
                  <a:lnTo>
                    <a:pt x="2889928" y="2755857"/>
                  </a:lnTo>
                  <a:lnTo>
                    <a:pt x="2890054" y="2755857"/>
                  </a:lnTo>
                  <a:lnTo>
                    <a:pt x="2890180" y="2755857"/>
                  </a:lnTo>
                  <a:lnTo>
                    <a:pt x="2890306" y="2755857"/>
                  </a:lnTo>
                  <a:lnTo>
                    <a:pt x="2890306" y="2750578"/>
                  </a:lnTo>
                  <a:lnTo>
                    <a:pt x="2890432" y="2750578"/>
                  </a:lnTo>
                  <a:lnTo>
                    <a:pt x="2890558" y="2750578"/>
                  </a:lnTo>
                  <a:lnTo>
                    <a:pt x="2890684" y="2750578"/>
                  </a:lnTo>
                  <a:lnTo>
                    <a:pt x="2890810" y="2750578"/>
                  </a:lnTo>
                  <a:lnTo>
                    <a:pt x="2890936" y="2750578"/>
                  </a:lnTo>
                  <a:lnTo>
                    <a:pt x="2891062" y="2750578"/>
                  </a:lnTo>
                  <a:lnTo>
                    <a:pt x="2891189" y="2750578"/>
                  </a:lnTo>
                  <a:lnTo>
                    <a:pt x="2891315" y="2750578"/>
                  </a:lnTo>
                  <a:lnTo>
                    <a:pt x="2891441" y="2750578"/>
                  </a:lnTo>
                  <a:lnTo>
                    <a:pt x="2891567" y="2750578"/>
                  </a:lnTo>
                  <a:lnTo>
                    <a:pt x="2891693" y="2750578"/>
                  </a:lnTo>
                  <a:lnTo>
                    <a:pt x="2891819" y="2750578"/>
                  </a:lnTo>
                  <a:lnTo>
                    <a:pt x="2891945" y="2750578"/>
                  </a:lnTo>
                  <a:lnTo>
                    <a:pt x="2892071" y="2750578"/>
                  </a:lnTo>
                  <a:lnTo>
                    <a:pt x="2892197" y="2750578"/>
                  </a:lnTo>
                  <a:lnTo>
                    <a:pt x="2892323" y="2750578"/>
                  </a:lnTo>
                  <a:lnTo>
                    <a:pt x="2892449" y="2750578"/>
                  </a:lnTo>
                  <a:lnTo>
                    <a:pt x="2892576" y="2750578"/>
                  </a:lnTo>
                  <a:lnTo>
                    <a:pt x="2892702" y="2750578"/>
                  </a:lnTo>
                  <a:lnTo>
                    <a:pt x="2892828" y="2750578"/>
                  </a:lnTo>
                  <a:lnTo>
                    <a:pt x="2892954" y="2750578"/>
                  </a:lnTo>
                  <a:lnTo>
                    <a:pt x="2893080" y="2750578"/>
                  </a:lnTo>
                  <a:lnTo>
                    <a:pt x="2893080" y="2745299"/>
                  </a:lnTo>
                  <a:lnTo>
                    <a:pt x="2893206" y="2745299"/>
                  </a:lnTo>
                  <a:lnTo>
                    <a:pt x="2893332" y="2745299"/>
                  </a:lnTo>
                  <a:lnTo>
                    <a:pt x="2893458" y="2745299"/>
                  </a:lnTo>
                  <a:lnTo>
                    <a:pt x="2893584" y="2745299"/>
                  </a:lnTo>
                  <a:lnTo>
                    <a:pt x="2893710" y="2745299"/>
                  </a:lnTo>
                  <a:lnTo>
                    <a:pt x="2893836" y="2745299"/>
                  </a:lnTo>
                  <a:lnTo>
                    <a:pt x="2893962" y="2745299"/>
                  </a:lnTo>
                  <a:lnTo>
                    <a:pt x="2894089" y="2745299"/>
                  </a:lnTo>
                  <a:lnTo>
                    <a:pt x="2894215" y="2745299"/>
                  </a:lnTo>
                  <a:lnTo>
                    <a:pt x="2894341" y="2745299"/>
                  </a:lnTo>
                  <a:lnTo>
                    <a:pt x="2894467" y="2745299"/>
                  </a:lnTo>
                  <a:lnTo>
                    <a:pt x="2894593" y="2745299"/>
                  </a:lnTo>
                  <a:lnTo>
                    <a:pt x="2894719" y="2745299"/>
                  </a:lnTo>
                  <a:lnTo>
                    <a:pt x="2894845" y="2745299"/>
                  </a:lnTo>
                  <a:lnTo>
                    <a:pt x="2894971" y="2745299"/>
                  </a:lnTo>
                  <a:lnTo>
                    <a:pt x="2895097" y="2745299"/>
                  </a:lnTo>
                  <a:lnTo>
                    <a:pt x="2895223" y="2745299"/>
                  </a:lnTo>
                  <a:lnTo>
                    <a:pt x="2895349" y="2745299"/>
                  </a:lnTo>
                  <a:lnTo>
                    <a:pt x="2895476" y="2745299"/>
                  </a:lnTo>
                  <a:lnTo>
                    <a:pt x="2895602" y="2745299"/>
                  </a:lnTo>
                  <a:lnTo>
                    <a:pt x="2895728" y="2745299"/>
                  </a:lnTo>
                  <a:lnTo>
                    <a:pt x="2895854" y="2745299"/>
                  </a:lnTo>
                  <a:lnTo>
                    <a:pt x="2895980" y="2745299"/>
                  </a:lnTo>
                  <a:lnTo>
                    <a:pt x="2895980" y="2740019"/>
                  </a:lnTo>
                  <a:lnTo>
                    <a:pt x="2896106" y="2740019"/>
                  </a:lnTo>
                  <a:lnTo>
                    <a:pt x="2896232" y="2740019"/>
                  </a:lnTo>
                  <a:lnTo>
                    <a:pt x="2896358" y="2740019"/>
                  </a:lnTo>
                  <a:lnTo>
                    <a:pt x="2896484" y="2740019"/>
                  </a:lnTo>
                  <a:lnTo>
                    <a:pt x="2896610" y="2740019"/>
                  </a:lnTo>
                  <a:lnTo>
                    <a:pt x="2896736" y="2740019"/>
                  </a:lnTo>
                  <a:lnTo>
                    <a:pt x="2896863" y="2740019"/>
                  </a:lnTo>
                  <a:lnTo>
                    <a:pt x="2896989" y="2740019"/>
                  </a:lnTo>
                  <a:lnTo>
                    <a:pt x="2896989" y="2734740"/>
                  </a:lnTo>
                  <a:lnTo>
                    <a:pt x="2896989" y="2729460"/>
                  </a:lnTo>
                  <a:lnTo>
                    <a:pt x="2897115" y="2729460"/>
                  </a:lnTo>
                  <a:lnTo>
                    <a:pt x="2897241" y="2729460"/>
                  </a:lnTo>
                  <a:lnTo>
                    <a:pt x="2897367" y="2729460"/>
                  </a:lnTo>
                  <a:lnTo>
                    <a:pt x="2897493" y="2729460"/>
                  </a:lnTo>
                  <a:lnTo>
                    <a:pt x="2897619" y="2729460"/>
                  </a:lnTo>
                  <a:lnTo>
                    <a:pt x="2897745" y="2729460"/>
                  </a:lnTo>
                  <a:lnTo>
                    <a:pt x="2897871" y="2729460"/>
                  </a:lnTo>
                  <a:lnTo>
                    <a:pt x="2897997" y="2729460"/>
                  </a:lnTo>
                  <a:lnTo>
                    <a:pt x="2898123" y="2729460"/>
                  </a:lnTo>
                  <a:lnTo>
                    <a:pt x="2898249" y="2729460"/>
                  </a:lnTo>
                  <a:lnTo>
                    <a:pt x="2898249" y="2724181"/>
                  </a:lnTo>
                  <a:lnTo>
                    <a:pt x="2898376" y="2724181"/>
                  </a:lnTo>
                  <a:lnTo>
                    <a:pt x="2898502" y="2724181"/>
                  </a:lnTo>
                  <a:lnTo>
                    <a:pt x="2898628" y="2724181"/>
                  </a:lnTo>
                  <a:lnTo>
                    <a:pt x="2898754" y="2724181"/>
                  </a:lnTo>
                  <a:lnTo>
                    <a:pt x="2898880" y="2724181"/>
                  </a:lnTo>
                  <a:lnTo>
                    <a:pt x="2899006" y="2724181"/>
                  </a:lnTo>
                  <a:lnTo>
                    <a:pt x="2899132" y="2724181"/>
                  </a:lnTo>
                  <a:lnTo>
                    <a:pt x="2899258" y="2724181"/>
                  </a:lnTo>
                  <a:lnTo>
                    <a:pt x="2899384" y="2724181"/>
                  </a:lnTo>
                  <a:lnTo>
                    <a:pt x="2899510" y="2724181"/>
                  </a:lnTo>
                  <a:lnTo>
                    <a:pt x="2899636" y="2724181"/>
                  </a:lnTo>
                  <a:lnTo>
                    <a:pt x="2899763" y="2724181"/>
                  </a:lnTo>
                  <a:lnTo>
                    <a:pt x="2899889" y="2724181"/>
                  </a:lnTo>
                  <a:lnTo>
                    <a:pt x="2900015" y="2724181"/>
                  </a:lnTo>
                  <a:lnTo>
                    <a:pt x="2900141" y="2724181"/>
                  </a:lnTo>
                  <a:lnTo>
                    <a:pt x="2900267" y="2724181"/>
                  </a:lnTo>
                  <a:lnTo>
                    <a:pt x="2900267" y="2718901"/>
                  </a:lnTo>
                  <a:lnTo>
                    <a:pt x="2900393" y="2718901"/>
                  </a:lnTo>
                  <a:lnTo>
                    <a:pt x="2900519" y="2718901"/>
                  </a:lnTo>
                  <a:lnTo>
                    <a:pt x="2900645" y="2718901"/>
                  </a:lnTo>
                  <a:lnTo>
                    <a:pt x="2900645" y="2713622"/>
                  </a:lnTo>
                  <a:lnTo>
                    <a:pt x="2900771" y="2713622"/>
                  </a:lnTo>
                  <a:lnTo>
                    <a:pt x="2900897" y="2713622"/>
                  </a:lnTo>
                  <a:lnTo>
                    <a:pt x="2901023" y="2713622"/>
                  </a:lnTo>
                  <a:lnTo>
                    <a:pt x="2901149" y="2713622"/>
                  </a:lnTo>
                  <a:lnTo>
                    <a:pt x="2901276" y="2713622"/>
                  </a:lnTo>
                  <a:lnTo>
                    <a:pt x="2901402" y="2713622"/>
                  </a:lnTo>
                  <a:lnTo>
                    <a:pt x="2901528" y="2713622"/>
                  </a:lnTo>
                  <a:lnTo>
                    <a:pt x="2901654" y="2713622"/>
                  </a:lnTo>
                  <a:lnTo>
                    <a:pt x="2901780" y="2713622"/>
                  </a:lnTo>
                  <a:lnTo>
                    <a:pt x="2901906" y="2713622"/>
                  </a:lnTo>
                  <a:lnTo>
                    <a:pt x="2902032" y="2713622"/>
                  </a:lnTo>
                  <a:lnTo>
                    <a:pt x="2902158" y="2713622"/>
                  </a:lnTo>
                  <a:lnTo>
                    <a:pt x="2902284" y="2713622"/>
                  </a:lnTo>
                  <a:lnTo>
                    <a:pt x="2902410" y="2713622"/>
                  </a:lnTo>
                  <a:lnTo>
                    <a:pt x="2902536" y="2713622"/>
                  </a:lnTo>
                  <a:lnTo>
                    <a:pt x="2902663" y="2713622"/>
                  </a:lnTo>
                  <a:lnTo>
                    <a:pt x="2902789" y="2713622"/>
                  </a:lnTo>
                  <a:lnTo>
                    <a:pt x="2902915" y="2713622"/>
                  </a:lnTo>
                  <a:lnTo>
                    <a:pt x="2903041" y="2713622"/>
                  </a:lnTo>
                  <a:lnTo>
                    <a:pt x="2903167" y="2713622"/>
                  </a:lnTo>
                  <a:lnTo>
                    <a:pt x="2903293" y="2713622"/>
                  </a:lnTo>
                  <a:lnTo>
                    <a:pt x="2903419" y="2713622"/>
                  </a:lnTo>
                  <a:lnTo>
                    <a:pt x="2903545" y="2713622"/>
                  </a:lnTo>
                  <a:lnTo>
                    <a:pt x="2903671" y="2713622"/>
                  </a:lnTo>
                  <a:lnTo>
                    <a:pt x="2903797" y="2713622"/>
                  </a:lnTo>
                  <a:lnTo>
                    <a:pt x="2903923" y="2713622"/>
                  </a:lnTo>
                  <a:lnTo>
                    <a:pt x="2904050" y="2713622"/>
                  </a:lnTo>
                  <a:lnTo>
                    <a:pt x="2904176" y="2713622"/>
                  </a:lnTo>
                  <a:lnTo>
                    <a:pt x="2904302" y="2713622"/>
                  </a:lnTo>
                  <a:lnTo>
                    <a:pt x="2904428" y="2713622"/>
                  </a:lnTo>
                  <a:lnTo>
                    <a:pt x="2904554" y="2713622"/>
                  </a:lnTo>
                  <a:lnTo>
                    <a:pt x="2904680" y="2713622"/>
                  </a:lnTo>
                  <a:lnTo>
                    <a:pt x="2904806" y="2713622"/>
                  </a:lnTo>
                  <a:lnTo>
                    <a:pt x="2904932" y="2713622"/>
                  </a:lnTo>
                  <a:lnTo>
                    <a:pt x="2905058" y="2713622"/>
                  </a:lnTo>
                  <a:lnTo>
                    <a:pt x="2905184" y="2713622"/>
                  </a:lnTo>
                  <a:lnTo>
                    <a:pt x="2905310" y="2713622"/>
                  </a:lnTo>
                  <a:lnTo>
                    <a:pt x="2905436" y="2713622"/>
                  </a:lnTo>
                  <a:lnTo>
                    <a:pt x="2905563" y="2713622"/>
                  </a:lnTo>
                  <a:lnTo>
                    <a:pt x="2905689" y="2713622"/>
                  </a:lnTo>
                  <a:lnTo>
                    <a:pt x="2905815" y="2713622"/>
                  </a:lnTo>
                  <a:lnTo>
                    <a:pt x="2905941" y="2713622"/>
                  </a:lnTo>
                  <a:lnTo>
                    <a:pt x="2906067" y="2713622"/>
                  </a:lnTo>
                  <a:lnTo>
                    <a:pt x="2906193" y="2713622"/>
                  </a:lnTo>
                  <a:lnTo>
                    <a:pt x="2906319" y="2713622"/>
                  </a:lnTo>
                  <a:lnTo>
                    <a:pt x="2906445" y="2713622"/>
                  </a:lnTo>
                  <a:lnTo>
                    <a:pt x="2906571" y="2713622"/>
                  </a:lnTo>
                  <a:lnTo>
                    <a:pt x="2906697" y="2713622"/>
                  </a:lnTo>
                  <a:lnTo>
                    <a:pt x="2906697" y="2708343"/>
                  </a:lnTo>
                  <a:lnTo>
                    <a:pt x="2906823" y="2708343"/>
                  </a:lnTo>
                  <a:lnTo>
                    <a:pt x="2906950" y="2708343"/>
                  </a:lnTo>
                  <a:lnTo>
                    <a:pt x="2907076" y="2708343"/>
                  </a:lnTo>
                  <a:lnTo>
                    <a:pt x="2907202" y="2708343"/>
                  </a:lnTo>
                  <a:lnTo>
                    <a:pt x="2907328" y="2708343"/>
                  </a:lnTo>
                  <a:lnTo>
                    <a:pt x="2907454" y="2708343"/>
                  </a:lnTo>
                  <a:lnTo>
                    <a:pt x="2907580" y="2708343"/>
                  </a:lnTo>
                  <a:lnTo>
                    <a:pt x="2907706" y="2708343"/>
                  </a:lnTo>
                  <a:lnTo>
                    <a:pt x="2907832" y="2708343"/>
                  </a:lnTo>
                  <a:lnTo>
                    <a:pt x="2907958" y="2708343"/>
                  </a:lnTo>
                  <a:lnTo>
                    <a:pt x="2908084" y="2708343"/>
                  </a:lnTo>
                  <a:lnTo>
                    <a:pt x="2908210" y="2708343"/>
                  </a:lnTo>
                  <a:lnTo>
                    <a:pt x="2908336" y="2708343"/>
                  </a:lnTo>
                  <a:lnTo>
                    <a:pt x="2908463" y="2708343"/>
                  </a:lnTo>
                  <a:lnTo>
                    <a:pt x="2908589" y="2708343"/>
                  </a:lnTo>
                  <a:lnTo>
                    <a:pt x="2908715" y="2708343"/>
                  </a:lnTo>
                  <a:lnTo>
                    <a:pt x="2908841" y="2708343"/>
                  </a:lnTo>
                  <a:lnTo>
                    <a:pt x="2908967" y="2708343"/>
                  </a:lnTo>
                  <a:lnTo>
                    <a:pt x="2909093" y="2708343"/>
                  </a:lnTo>
                  <a:lnTo>
                    <a:pt x="2909219" y="2708343"/>
                  </a:lnTo>
                  <a:lnTo>
                    <a:pt x="2909345" y="2708343"/>
                  </a:lnTo>
                  <a:lnTo>
                    <a:pt x="2909471" y="2708343"/>
                  </a:lnTo>
                  <a:lnTo>
                    <a:pt x="2909597" y="2708343"/>
                  </a:lnTo>
                  <a:lnTo>
                    <a:pt x="2909723" y="2708343"/>
                  </a:lnTo>
                  <a:lnTo>
                    <a:pt x="2909850" y="2708343"/>
                  </a:lnTo>
                  <a:lnTo>
                    <a:pt x="2909976" y="2708343"/>
                  </a:lnTo>
                  <a:lnTo>
                    <a:pt x="2910102" y="2708343"/>
                  </a:lnTo>
                  <a:lnTo>
                    <a:pt x="2910228" y="2708343"/>
                  </a:lnTo>
                  <a:lnTo>
                    <a:pt x="2910354" y="2708343"/>
                  </a:lnTo>
                  <a:lnTo>
                    <a:pt x="2910480" y="2708343"/>
                  </a:lnTo>
                  <a:lnTo>
                    <a:pt x="2910606" y="2708343"/>
                  </a:lnTo>
                  <a:lnTo>
                    <a:pt x="2910732" y="2708343"/>
                  </a:lnTo>
                  <a:lnTo>
                    <a:pt x="2910858" y="2708343"/>
                  </a:lnTo>
                  <a:lnTo>
                    <a:pt x="2910984" y="2708343"/>
                  </a:lnTo>
                  <a:lnTo>
                    <a:pt x="2911110" y="2708343"/>
                  </a:lnTo>
                  <a:lnTo>
                    <a:pt x="2911236" y="2708343"/>
                  </a:lnTo>
                  <a:lnTo>
                    <a:pt x="2911363" y="2708343"/>
                  </a:lnTo>
                  <a:lnTo>
                    <a:pt x="2911489" y="2708343"/>
                  </a:lnTo>
                  <a:lnTo>
                    <a:pt x="2911615" y="2708343"/>
                  </a:lnTo>
                  <a:lnTo>
                    <a:pt x="2911741" y="2708343"/>
                  </a:lnTo>
                  <a:lnTo>
                    <a:pt x="2911867" y="2708343"/>
                  </a:lnTo>
                  <a:lnTo>
                    <a:pt x="2911993" y="2708343"/>
                  </a:lnTo>
                  <a:lnTo>
                    <a:pt x="2912119" y="2708343"/>
                  </a:lnTo>
                  <a:lnTo>
                    <a:pt x="2912245" y="2708343"/>
                  </a:lnTo>
                  <a:lnTo>
                    <a:pt x="2912371" y="2708343"/>
                  </a:lnTo>
                  <a:lnTo>
                    <a:pt x="2912497" y="2708343"/>
                  </a:lnTo>
                  <a:lnTo>
                    <a:pt x="2912623" y="2708343"/>
                  </a:lnTo>
                  <a:lnTo>
                    <a:pt x="2912750" y="2708343"/>
                  </a:lnTo>
                  <a:lnTo>
                    <a:pt x="2912876" y="2708343"/>
                  </a:lnTo>
                  <a:lnTo>
                    <a:pt x="2913002" y="2708343"/>
                  </a:lnTo>
                  <a:lnTo>
                    <a:pt x="2913128" y="2708343"/>
                  </a:lnTo>
                  <a:lnTo>
                    <a:pt x="2913254" y="2708343"/>
                  </a:lnTo>
                  <a:lnTo>
                    <a:pt x="2913380" y="2708343"/>
                  </a:lnTo>
                  <a:lnTo>
                    <a:pt x="2913506" y="2708343"/>
                  </a:lnTo>
                  <a:lnTo>
                    <a:pt x="2913632" y="2708343"/>
                  </a:lnTo>
                  <a:lnTo>
                    <a:pt x="2913758" y="2708343"/>
                  </a:lnTo>
                  <a:lnTo>
                    <a:pt x="2913884" y="2708343"/>
                  </a:lnTo>
                  <a:lnTo>
                    <a:pt x="2914010" y="2708343"/>
                  </a:lnTo>
                  <a:lnTo>
                    <a:pt x="2914137" y="2708343"/>
                  </a:lnTo>
                  <a:lnTo>
                    <a:pt x="2914263" y="2708343"/>
                  </a:lnTo>
                  <a:lnTo>
                    <a:pt x="2914389" y="2708343"/>
                  </a:lnTo>
                  <a:lnTo>
                    <a:pt x="2914515" y="2708343"/>
                  </a:lnTo>
                  <a:lnTo>
                    <a:pt x="2914515" y="2703063"/>
                  </a:lnTo>
                  <a:lnTo>
                    <a:pt x="2914641" y="2703063"/>
                  </a:lnTo>
                  <a:lnTo>
                    <a:pt x="2914767" y="2703063"/>
                  </a:lnTo>
                  <a:lnTo>
                    <a:pt x="2914893" y="2703063"/>
                  </a:lnTo>
                  <a:lnTo>
                    <a:pt x="2915019" y="2703063"/>
                  </a:lnTo>
                  <a:lnTo>
                    <a:pt x="2915145" y="2703063"/>
                  </a:lnTo>
                  <a:lnTo>
                    <a:pt x="2915271" y="2703063"/>
                  </a:lnTo>
                  <a:lnTo>
                    <a:pt x="2915397" y="2703063"/>
                  </a:lnTo>
                  <a:lnTo>
                    <a:pt x="2915523" y="2703063"/>
                  </a:lnTo>
                  <a:lnTo>
                    <a:pt x="2915650" y="2703063"/>
                  </a:lnTo>
                  <a:lnTo>
                    <a:pt x="2915776" y="2703063"/>
                  </a:lnTo>
                  <a:lnTo>
                    <a:pt x="2915902" y="2703063"/>
                  </a:lnTo>
                  <a:lnTo>
                    <a:pt x="2916028" y="2703063"/>
                  </a:lnTo>
                  <a:lnTo>
                    <a:pt x="2916154" y="2703063"/>
                  </a:lnTo>
                  <a:lnTo>
                    <a:pt x="2916280" y="2703063"/>
                  </a:lnTo>
                  <a:lnTo>
                    <a:pt x="2916406" y="2703063"/>
                  </a:lnTo>
                  <a:lnTo>
                    <a:pt x="2916532" y="2703063"/>
                  </a:lnTo>
                  <a:lnTo>
                    <a:pt x="2916658" y="2703063"/>
                  </a:lnTo>
                  <a:lnTo>
                    <a:pt x="2916784" y="2703063"/>
                  </a:lnTo>
                  <a:lnTo>
                    <a:pt x="2916910" y="2703063"/>
                  </a:lnTo>
                  <a:lnTo>
                    <a:pt x="2917037" y="2703063"/>
                  </a:lnTo>
                  <a:lnTo>
                    <a:pt x="2917163" y="2703063"/>
                  </a:lnTo>
                  <a:lnTo>
                    <a:pt x="2917289" y="2703063"/>
                  </a:lnTo>
                  <a:lnTo>
                    <a:pt x="2917415" y="2703063"/>
                  </a:lnTo>
                  <a:lnTo>
                    <a:pt x="2917541" y="2703063"/>
                  </a:lnTo>
                  <a:lnTo>
                    <a:pt x="2917667" y="2703063"/>
                  </a:lnTo>
                  <a:lnTo>
                    <a:pt x="2917793" y="2703063"/>
                  </a:lnTo>
                  <a:lnTo>
                    <a:pt x="2917919" y="2703063"/>
                  </a:lnTo>
                  <a:lnTo>
                    <a:pt x="2918045" y="2703063"/>
                  </a:lnTo>
                  <a:lnTo>
                    <a:pt x="2918171" y="2703063"/>
                  </a:lnTo>
                  <a:lnTo>
                    <a:pt x="2918297" y="2703063"/>
                  </a:lnTo>
                  <a:lnTo>
                    <a:pt x="2918423" y="2703063"/>
                  </a:lnTo>
                  <a:lnTo>
                    <a:pt x="2918550" y="2703063"/>
                  </a:lnTo>
                  <a:lnTo>
                    <a:pt x="2918676" y="2703063"/>
                  </a:lnTo>
                  <a:lnTo>
                    <a:pt x="2918802" y="2703063"/>
                  </a:lnTo>
                  <a:lnTo>
                    <a:pt x="2918928" y="2703063"/>
                  </a:lnTo>
                  <a:lnTo>
                    <a:pt x="2919054" y="2703063"/>
                  </a:lnTo>
                  <a:lnTo>
                    <a:pt x="2919180" y="2703063"/>
                  </a:lnTo>
                  <a:lnTo>
                    <a:pt x="2919306" y="2703063"/>
                  </a:lnTo>
                  <a:lnTo>
                    <a:pt x="2919432" y="2703063"/>
                  </a:lnTo>
                  <a:lnTo>
                    <a:pt x="2919558" y="2703063"/>
                  </a:lnTo>
                  <a:lnTo>
                    <a:pt x="2919684" y="2703063"/>
                  </a:lnTo>
                  <a:lnTo>
                    <a:pt x="2919810" y="2703063"/>
                  </a:lnTo>
                  <a:lnTo>
                    <a:pt x="2919937" y="2703063"/>
                  </a:lnTo>
                  <a:lnTo>
                    <a:pt x="2920063" y="2703063"/>
                  </a:lnTo>
                  <a:lnTo>
                    <a:pt x="2920189" y="2703063"/>
                  </a:lnTo>
                  <a:lnTo>
                    <a:pt x="2920315" y="2703063"/>
                  </a:lnTo>
                  <a:lnTo>
                    <a:pt x="2920441" y="2703063"/>
                  </a:lnTo>
                  <a:lnTo>
                    <a:pt x="2920567" y="2703063"/>
                  </a:lnTo>
                  <a:lnTo>
                    <a:pt x="2920693" y="2703063"/>
                  </a:lnTo>
                  <a:lnTo>
                    <a:pt x="2920819" y="2703063"/>
                  </a:lnTo>
                  <a:lnTo>
                    <a:pt x="2920945" y="2703063"/>
                  </a:lnTo>
                  <a:lnTo>
                    <a:pt x="2921071" y="2703063"/>
                  </a:lnTo>
                  <a:lnTo>
                    <a:pt x="2921197" y="2703063"/>
                  </a:lnTo>
                  <a:lnTo>
                    <a:pt x="2921324" y="2703063"/>
                  </a:lnTo>
                  <a:lnTo>
                    <a:pt x="2921450" y="2703063"/>
                  </a:lnTo>
                  <a:lnTo>
                    <a:pt x="2921576" y="2703063"/>
                  </a:lnTo>
                  <a:lnTo>
                    <a:pt x="2921702" y="2703063"/>
                  </a:lnTo>
                  <a:lnTo>
                    <a:pt x="2921828" y="2703063"/>
                  </a:lnTo>
                  <a:lnTo>
                    <a:pt x="2921954" y="2703063"/>
                  </a:lnTo>
                  <a:lnTo>
                    <a:pt x="2922080" y="2703063"/>
                  </a:lnTo>
                  <a:lnTo>
                    <a:pt x="2922206" y="2703063"/>
                  </a:lnTo>
                  <a:lnTo>
                    <a:pt x="2922332" y="2703063"/>
                  </a:lnTo>
                  <a:lnTo>
                    <a:pt x="2922332" y="2697784"/>
                  </a:lnTo>
                  <a:lnTo>
                    <a:pt x="2922332" y="2692504"/>
                  </a:lnTo>
                  <a:lnTo>
                    <a:pt x="2922458" y="2692504"/>
                  </a:lnTo>
                  <a:lnTo>
                    <a:pt x="2922584" y="2692504"/>
                  </a:lnTo>
                  <a:lnTo>
                    <a:pt x="2922710" y="2692504"/>
                  </a:lnTo>
                  <a:lnTo>
                    <a:pt x="2922837" y="2692504"/>
                  </a:lnTo>
                  <a:lnTo>
                    <a:pt x="2922963" y="2692504"/>
                  </a:lnTo>
                  <a:lnTo>
                    <a:pt x="2923089" y="2692504"/>
                  </a:lnTo>
                  <a:lnTo>
                    <a:pt x="2923215" y="2692504"/>
                  </a:lnTo>
                  <a:lnTo>
                    <a:pt x="2923341" y="2692504"/>
                  </a:lnTo>
                  <a:lnTo>
                    <a:pt x="2923341" y="2687225"/>
                  </a:lnTo>
                  <a:lnTo>
                    <a:pt x="2923467" y="2687225"/>
                  </a:lnTo>
                  <a:lnTo>
                    <a:pt x="2923593" y="2687225"/>
                  </a:lnTo>
                  <a:lnTo>
                    <a:pt x="2923719" y="2687225"/>
                  </a:lnTo>
                  <a:lnTo>
                    <a:pt x="2923845" y="2687225"/>
                  </a:lnTo>
                  <a:lnTo>
                    <a:pt x="2923971" y="2687225"/>
                  </a:lnTo>
                  <a:lnTo>
                    <a:pt x="2924097" y="2687225"/>
                  </a:lnTo>
                  <a:lnTo>
                    <a:pt x="2924224" y="2687225"/>
                  </a:lnTo>
                  <a:lnTo>
                    <a:pt x="2924350" y="2687225"/>
                  </a:lnTo>
                  <a:lnTo>
                    <a:pt x="2924476" y="2687225"/>
                  </a:lnTo>
                  <a:lnTo>
                    <a:pt x="2924602" y="2687225"/>
                  </a:lnTo>
                  <a:lnTo>
                    <a:pt x="2924728" y="2687225"/>
                  </a:lnTo>
                  <a:lnTo>
                    <a:pt x="2924854" y="2687225"/>
                  </a:lnTo>
                  <a:lnTo>
                    <a:pt x="2924980" y="2687225"/>
                  </a:lnTo>
                  <a:lnTo>
                    <a:pt x="2925106" y="2687225"/>
                  </a:lnTo>
                  <a:lnTo>
                    <a:pt x="2925232" y="2687225"/>
                  </a:lnTo>
                  <a:lnTo>
                    <a:pt x="2925358" y="2687225"/>
                  </a:lnTo>
                  <a:lnTo>
                    <a:pt x="2925484" y="2687225"/>
                  </a:lnTo>
                  <a:lnTo>
                    <a:pt x="2925484" y="2681946"/>
                  </a:lnTo>
                  <a:lnTo>
                    <a:pt x="2925610" y="2681946"/>
                  </a:lnTo>
                  <a:lnTo>
                    <a:pt x="2925737" y="2681946"/>
                  </a:lnTo>
                  <a:lnTo>
                    <a:pt x="2925863" y="2681946"/>
                  </a:lnTo>
                  <a:lnTo>
                    <a:pt x="2925989" y="2681946"/>
                  </a:lnTo>
                  <a:lnTo>
                    <a:pt x="2926115" y="2681946"/>
                  </a:lnTo>
                  <a:lnTo>
                    <a:pt x="2926241" y="2681946"/>
                  </a:lnTo>
                  <a:lnTo>
                    <a:pt x="2926367" y="2681946"/>
                  </a:lnTo>
                  <a:lnTo>
                    <a:pt x="2926493" y="2681946"/>
                  </a:lnTo>
                  <a:lnTo>
                    <a:pt x="2926619" y="2681946"/>
                  </a:lnTo>
                  <a:lnTo>
                    <a:pt x="2926745" y="2681946"/>
                  </a:lnTo>
                  <a:lnTo>
                    <a:pt x="2926871" y="2681946"/>
                  </a:lnTo>
                  <a:lnTo>
                    <a:pt x="2926997" y="2681946"/>
                  </a:lnTo>
                  <a:lnTo>
                    <a:pt x="2927124" y="2681946"/>
                  </a:lnTo>
                  <a:lnTo>
                    <a:pt x="2927250" y="2681946"/>
                  </a:lnTo>
                  <a:lnTo>
                    <a:pt x="2927376" y="2681946"/>
                  </a:lnTo>
                  <a:lnTo>
                    <a:pt x="2927502" y="2681946"/>
                  </a:lnTo>
                  <a:lnTo>
                    <a:pt x="2927502" y="2676666"/>
                  </a:lnTo>
                  <a:lnTo>
                    <a:pt x="2927628" y="2676666"/>
                  </a:lnTo>
                  <a:lnTo>
                    <a:pt x="2927754" y="2676666"/>
                  </a:lnTo>
                  <a:lnTo>
                    <a:pt x="2927880" y="2676666"/>
                  </a:lnTo>
                  <a:lnTo>
                    <a:pt x="2928006" y="2676666"/>
                  </a:lnTo>
                  <a:lnTo>
                    <a:pt x="2928132" y="2676666"/>
                  </a:lnTo>
                  <a:lnTo>
                    <a:pt x="2928258" y="2676666"/>
                  </a:lnTo>
                  <a:lnTo>
                    <a:pt x="2928384" y="2676666"/>
                  </a:lnTo>
                  <a:lnTo>
                    <a:pt x="2928510" y="2676666"/>
                  </a:lnTo>
                  <a:lnTo>
                    <a:pt x="2928637" y="2676666"/>
                  </a:lnTo>
                  <a:lnTo>
                    <a:pt x="2928763" y="2676666"/>
                  </a:lnTo>
                  <a:lnTo>
                    <a:pt x="2928889" y="2676666"/>
                  </a:lnTo>
                  <a:lnTo>
                    <a:pt x="2929015" y="2676666"/>
                  </a:lnTo>
                  <a:lnTo>
                    <a:pt x="2929141" y="2676666"/>
                  </a:lnTo>
                  <a:lnTo>
                    <a:pt x="2929267" y="2676666"/>
                  </a:lnTo>
                  <a:lnTo>
                    <a:pt x="2929393" y="2676666"/>
                  </a:lnTo>
                  <a:lnTo>
                    <a:pt x="2929519" y="2676666"/>
                  </a:lnTo>
                  <a:lnTo>
                    <a:pt x="2929645" y="2676666"/>
                  </a:lnTo>
                  <a:lnTo>
                    <a:pt x="2929771" y="2676666"/>
                  </a:lnTo>
                  <a:lnTo>
                    <a:pt x="2929897" y="2676666"/>
                  </a:lnTo>
                  <a:lnTo>
                    <a:pt x="2930024" y="2676666"/>
                  </a:lnTo>
                  <a:lnTo>
                    <a:pt x="2930150" y="2676666"/>
                  </a:lnTo>
                  <a:lnTo>
                    <a:pt x="2930276" y="2676666"/>
                  </a:lnTo>
                  <a:lnTo>
                    <a:pt x="2930402" y="2676666"/>
                  </a:lnTo>
                  <a:lnTo>
                    <a:pt x="2930528" y="2676666"/>
                  </a:lnTo>
                  <a:lnTo>
                    <a:pt x="2930528" y="2671387"/>
                  </a:lnTo>
                  <a:lnTo>
                    <a:pt x="2930654" y="2671387"/>
                  </a:lnTo>
                  <a:lnTo>
                    <a:pt x="2930780" y="2671387"/>
                  </a:lnTo>
                  <a:lnTo>
                    <a:pt x="2930906" y="2671387"/>
                  </a:lnTo>
                  <a:lnTo>
                    <a:pt x="2931032" y="2671387"/>
                  </a:lnTo>
                  <a:lnTo>
                    <a:pt x="2931158" y="2671387"/>
                  </a:lnTo>
                  <a:lnTo>
                    <a:pt x="2931284" y="2671387"/>
                  </a:lnTo>
                  <a:lnTo>
                    <a:pt x="2931411" y="2671387"/>
                  </a:lnTo>
                  <a:lnTo>
                    <a:pt x="2931537" y="2671387"/>
                  </a:lnTo>
                  <a:lnTo>
                    <a:pt x="2931663" y="2671387"/>
                  </a:lnTo>
                  <a:lnTo>
                    <a:pt x="2931789" y="2671387"/>
                  </a:lnTo>
                  <a:lnTo>
                    <a:pt x="2931915" y="2671387"/>
                  </a:lnTo>
                  <a:lnTo>
                    <a:pt x="2932041" y="2671387"/>
                  </a:lnTo>
                  <a:lnTo>
                    <a:pt x="2932167" y="2671387"/>
                  </a:lnTo>
                  <a:lnTo>
                    <a:pt x="2932293" y="2671387"/>
                  </a:lnTo>
                  <a:lnTo>
                    <a:pt x="2932419" y="2671387"/>
                  </a:lnTo>
                  <a:lnTo>
                    <a:pt x="2932545" y="2671387"/>
                  </a:lnTo>
                  <a:lnTo>
                    <a:pt x="2932671" y="2671387"/>
                  </a:lnTo>
                  <a:lnTo>
                    <a:pt x="2932797" y="2671387"/>
                  </a:lnTo>
                  <a:lnTo>
                    <a:pt x="2932924" y="2671387"/>
                  </a:lnTo>
                  <a:lnTo>
                    <a:pt x="2933050" y="2671387"/>
                  </a:lnTo>
                  <a:lnTo>
                    <a:pt x="2933176" y="2671387"/>
                  </a:lnTo>
                  <a:lnTo>
                    <a:pt x="2933302" y="2671387"/>
                  </a:lnTo>
                  <a:lnTo>
                    <a:pt x="2933428" y="2671387"/>
                  </a:lnTo>
                  <a:lnTo>
                    <a:pt x="2933554" y="2671387"/>
                  </a:lnTo>
                  <a:lnTo>
                    <a:pt x="2933680" y="2671387"/>
                  </a:lnTo>
                  <a:lnTo>
                    <a:pt x="2933806" y="2671387"/>
                  </a:lnTo>
                  <a:lnTo>
                    <a:pt x="2933806" y="2666107"/>
                  </a:lnTo>
                  <a:lnTo>
                    <a:pt x="2933932" y="2666107"/>
                  </a:lnTo>
                  <a:lnTo>
                    <a:pt x="2934058" y="2666107"/>
                  </a:lnTo>
                  <a:lnTo>
                    <a:pt x="2934184" y="2666107"/>
                  </a:lnTo>
                  <a:lnTo>
                    <a:pt x="2934311" y="2666107"/>
                  </a:lnTo>
                  <a:lnTo>
                    <a:pt x="2934437" y="2666107"/>
                  </a:lnTo>
                  <a:lnTo>
                    <a:pt x="2934563" y="2666107"/>
                  </a:lnTo>
                  <a:lnTo>
                    <a:pt x="2934563" y="2660828"/>
                  </a:lnTo>
                  <a:lnTo>
                    <a:pt x="2934689" y="2660828"/>
                  </a:lnTo>
                  <a:lnTo>
                    <a:pt x="2934815" y="2660828"/>
                  </a:lnTo>
                  <a:lnTo>
                    <a:pt x="2934941" y="2660828"/>
                  </a:lnTo>
                  <a:lnTo>
                    <a:pt x="2935067" y="2660828"/>
                  </a:lnTo>
                  <a:lnTo>
                    <a:pt x="2935193" y="2660828"/>
                  </a:lnTo>
                  <a:lnTo>
                    <a:pt x="2935319" y="2660828"/>
                  </a:lnTo>
                  <a:lnTo>
                    <a:pt x="2935445" y="2660828"/>
                  </a:lnTo>
                  <a:lnTo>
                    <a:pt x="2935571" y="2660828"/>
                  </a:lnTo>
                  <a:lnTo>
                    <a:pt x="2935697" y="2660828"/>
                  </a:lnTo>
                  <a:lnTo>
                    <a:pt x="2935824" y="2660828"/>
                  </a:lnTo>
                  <a:lnTo>
                    <a:pt x="2935950" y="2660828"/>
                  </a:lnTo>
                  <a:lnTo>
                    <a:pt x="2936076" y="2660828"/>
                  </a:lnTo>
                  <a:lnTo>
                    <a:pt x="2936202" y="2660828"/>
                  </a:lnTo>
                  <a:lnTo>
                    <a:pt x="2936328" y="2660828"/>
                  </a:lnTo>
                  <a:lnTo>
                    <a:pt x="2936454" y="2660828"/>
                  </a:lnTo>
                  <a:lnTo>
                    <a:pt x="2936580" y="2660828"/>
                  </a:lnTo>
                  <a:lnTo>
                    <a:pt x="2936706" y="2660828"/>
                  </a:lnTo>
                  <a:lnTo>
                    <a:pt x="2936832" y="2660828"/>
                  </a:lnTo>
                  <a:lnTo>
                    <a:pt x="2936958" y="2660828"/>
                  </a:lnTo>
                  <a:lnTo>
                    <a:pt x="2937084" y="2660828"/>
                  </a:lnTo>
                  <a:lnTo>
                    <a:pt x="2937211" y="2660828"/>
                  </a:lnTo>
                  <a:lnTo>
                    <a:pt x="2937337" y="2660828"/>
                  </a:lnTo>
                  <a:lnTo>
                    <a:pt x="2937463" y="2660828"/>
                  </a:lnTo>
                  <a:lnTo>
                    <a:pt x="2937589" y="2660828"/>
                  </a:lnTo>
                  <a:lnTo>
                    <a:pt x="2937715" y="2660828"/>
                  </a:lnTo>
                  <a:lnTo>
                    <a:pt x="2937841" y="2660828"/>
                  </a:lnTo>
                  <a:lnTo>
                    <a:pt x="2937967" y="2660828"/>
                  </a:lnTo>
                  <a:lnTo>
                    <a:pt x="2938093" y="2660828"/>
                  </a:lnTo>
                  <a:lnTo>
                    <a:pt x="2938219" y="2660828"/>
                  </a:lnTo>
                  <a:lnTo>
                    <a:pt x="2938345" y="2660828"/>
                  </a:lnTo>
                  <a:lnTo>
                    <a:pt x="2938471" y="2660828"/>
                  </a:lnTo>
                  <a:lnTo>
                    <a:pt x="2938598" y="2660828"/>
                  </a:lnTo>
                  <a:lnTo>
                    <a:pt x="2938724" y="2660828"/>
                  </a:lnTo>
                  <a:lnTo>
                    <a:pt x="2938850" y="2660828"/>
                  </a:lnTo>
                  <a:lnTo>
                    <a:pt x="2938976" y="2660828"/>
                  </a:lnTo>
                  <a:lnTo>
                    <a:pt x="2939102" y="2660828"/>
                  </a:lnTo>
                  <a:lnTo>
                    <a:pt x="2939228" y="2660828"/>
                  </a:lnTo>
                  <a:lnTo>
                    <a:pt x="2939354" y="2660828"/>
                  </a:lnTo>
                  <a:lnTo>
                    <a:pt x="2939480" y="2660828"/>
                  </a:lnTo>
                  <a:lnTo>
                    <a:pt x="2939606" y="2660828"/>
                  </a:lnTo>
                  <a:lnTo>
                    <a:pt x="2939732" y="2660828"/>
                  </a:lnTo>
                  <a:lnTo>
                    <a:pt x="2939858" y="2660828"/>
                  </a:lnTo>
                  <a:lnTo>
                    <a:pt x="2939984" y="2660828"/>
                  </a:lnTo>
                  <a:lnTo>
                    <a:pt x="2940111" y="2660828"/>
                  </a:lnTo>
                  <a:lnTo>
                    <a:pt x="2940237" y="2660828"/>
                  </a:lnTo>
                  <a:lnTo>
                    <a:pt x="2940363" y="2660828"/>
                  </a:lnTo>
                  <a:lnTo>
                    <a:pt x="2940363" y="2655548"/>
                  </a:lnTo>
                  <a:lnTo>
                    <a:pt x="2940489" y="2655548"/>
                  </a:lnTo>
                  <a:lnTo>
                    <a:pt x="2940615" y="2655548"/>
                  </a:lnTo>
                  <a:lnTo>
                    <a:pt x="2940741" y="2655548"/>
                  </a:lnTo>
                  <a:lnTo>
                    <a:pt x="2940867" y="2655548"/>
                  </a:lnTo>
                  <a:lnTo>
                    <a:pt x="2940993" y="2655548"/>
                  </a:lnTo>
                  <a:lnTo>
                    <a:pt x="2941119" y="2655548"/>
                  </a:lnTo>
                  <a:lnTo>
                    <a:pt x="2941245" y="2655548"/>
                  </a:lnTo>
                  <a:lnTo>
                    <a:pt x="2941371" y="2655548"/>
                  </a:lnTo>
                  <a:lnTo>
                    <a:pt x="2941498" y="2655548"/>
                  </a:lnTo>
                  <a:lnTo>
                    <a:pt x="2941624" y="2655548"/>
                  </a:lnTo>
                  <a:lnTo>
                    <a:pt x="2941750" y="2655548"/>
                  </a:lnTo>
                  <a:lnTo>
                    <a:pt x="2941876" y="2655548"/>
                  </a:lnTo>
                  <a:lnTo>
                    <a:pt x="2942002" y="2655548"/>
                  </a:lnTo>
                  <a:lnTo>
                    <a:pt x="2942128" y="2655548"/>
                  </a:lnTo>
                  <a:lnTo>
                    <a:pt x="2942254" y="2655548"/>
                  </a:lnTo>
                  <a:lnTo>
                    <a:pt x="2942380" y="2655548"/>
                  </a:lnTo>
                  <a:lnTo>
                    <a:pt x="2942506" y="2655548"/>
                  </a:lnTo>
                  <a:lnTo>
                    <a:pt x="2942632" y="2655548"/>
                  </a:lnTo>
                  <a:lnTo>
                    <a:pt x="2942758" y="2655548"/>
                  </a:lnTo>
                  <a:lnTo>
                    <a:pt x="2942884" y="2655548"/>
                  </a:lnTo>
                  <a:lnTo>
                    <a:pt x="2943011" y="2655548"/>
                  </a:lnTo>
                  <a:lnTo>
                    <a:pt x="2943137" y="2655548"/>
                  </a:lnTo>
                  <a:lnTo>
                    <a:pt x="2943263" y="2655548"/>
                  </a:lnTo>
                  <a:lnTo>
                    <a:pt x="2943389" y="2655548"/>
                  </a:lnTo>
                  <a:lnTo>
                    <a:pt x="2943515" y="2655548"/>
                  </a:lnTo>
                  <a:lnTo>
                    <a:pt x="2943641" y="2655548"/>
                  </a:lnTo>
                  <a:lnTo>
                    <a:pt x="2943767" y="2655548"/>
                  </a:lnTo>
                  <a:lnTo>
                    <a:pt x="2943893" y="2655548"/>
                  </a:lnTo>
                  <a:lnTo>
                    <a:pt x="2944019" y="2655548"/>
                  </a:lnTo>
                  <a:lnTo>
                    <a:pt x="2944145" y="2655548"/>
                  </a:lnTo>
                  <a:lnTo>
                    <a:pt x="2944271" y="2655548"/>
                  </a:lnTo>
                  <a:lnTo>
                    <a:pt x="2944398" y="2655548"/>
                  </a:lnTo>
                  <a:lnTo>
                    <a:pt x="2944524" y="2655548"/>
                  </a:lnTo>
                  <a:lnTo>
                    <a:pt x="2944650" y="2655548"/>
                  </a:lnTo>
                  <a:lnTo>
                    <a:pt x="2944776" y="2655548"/>
                  </a:lnTo>
                  <a:lnTo>
                    <a:pt x="2944902" y="2655548"/>
                  </a:lnTo>
                  <a:lnTo>
                    <a:pt x="2945028" y="2655548"/>
                  </a:lnTo>
                  <a:lnTo>
                    <a:pt x="2945154" y="2655548"/>
                  </a:lnTo>
                  <a:lnTo>
                    <a:pt x="2945280" y="2655548"/>
                  </a:lnTo>
                  <a:lnTo>
                    <a:pt x="2945406" y="2655548"/>
                  </a:lnTo>
                  <a:lnTo>
                    <a:pt x="2945532" y="2655548"/>
                  </a:lnTo>
                  <a:lnTo>
                    <a:pt x="2945532" y="2650269"/>
                  </a:lnTo>
                  <a:lnTo>
                    <a:pt x="2945658" y="2650269"/>
                  </a:lnTo>
                  <a:lnTo>
                    <a:pt x="2945785" y="2650269"/>
                  </a:lnTo>
                  <a:lnTo>
                    <a:pt x="2945911" y="2650269"/>
                  </a:lnTo>
                  <a:lnTo>
                    <a:pt x="2946037" y="2650269"/>
                  </a:lnTo>
                  <a:lnTo>
                    <a:pt x="2946163" y="2650269"/>
                  </a:lnTo>
                  <a:lnTo>
                    <a:pt x="2946289" y="2650269"/>
                  </a:lnTo>
                  <a:lnTo>
                    <a:pt x="2946415" y="2650269"/>
                  </a:lnTo>
                  <a:lnTo>
                    <a:pt x="2946541" y="2650269"/>
                  </a:lnTo>
                  <a:lnTo>
                    <a:pt x="2946667" y="2650269"/>
                  </a:lnTo>
                  <a:lnTo>
                    <a:pt x="2946793" y="2650269"/>
                  </a:lnTo>
                  <a:lnTo>
                    <a:pt x="2946919" y="2650269"/>
                  </a:lnTo>
                  <a:lnTo>
                    <a:pt x="2947045" y="2650269"/>
                  </a:lnTo>
                  <a:lnTo>
                    <a:pt x="2947171" y="2650269"/>
                  </a:lnTo>
                  <a:lnTo>
                    <a:pt x="2947298" y="2650269"/>
                  </a:lnTo>
                  <a:lnTo>
                    <a:pt x="2947424" y="2650269"/>
                  </a:lnTo>
                  <a:lnTo>
                    <a:pt x="2947550" y="2650269"/>
                  </a:lnTo>
                  <a:lnTo>
                    <a:pt x="2947676" y="2650269"/>
                  </a:lnTo>
                  <a:lnTo>
                    <a:pt x="2947802" y="2650269"/>
                  </a:lnTo>
                  <a:lnTo>
                    <a:pt x="2947928" y="2650269"/>
                  </a:lnTo>
                  <a:lnTo>
                    <a:pt x="2948054" y="2650269"/>
                  </a:lnTo>
                  <a:lnTo>
                    <a:pt x="2948180" y="2650269"/>
                  </a:lnTo>
                  <a:lnTo>
                    <a:pt x="2948306" y="2650269"/>
                  </a:lnTo>
                  <a:lnTo>
                    <a:pt x="2948432" y="2650269"/>
                  </a:lnTo>
                  <a:lnTo>
                    <a:pt x="2948558" y="2650269"/>
                  </a:lnTo>
                  <a:lnTo>
                    <a:pt x="2948685" y="2650269"/>
                  </a:lnTo>
                  <a:lnTo>
                    <a:pt x="2948811" y="2650269"/>
                  </a:lnTo>
                  <a:lnTo>
                    <a:pt x="2948937" y="2650269"/>
                  </a:lnTo>
                  <a:lnTo>
                    <a:pt x="2949063" y="2650269"/>
                  </a:lnTo>
                  <a:lnTo>
                    <a:pt x="2949189" y="2650269"/>
                  </a:lnTo>
                  <a:lnTo>
                    <a:pt x="2949315" y="2650269"/>
                  </a:lnTo>
                  <a:lnTo>
                    <a:pt x="2949315" y="2644990"/>
                  </a:lnTo>
                  <a:lnTo>
                    <a:pt x="2949441" y="2644990"/>
                  </a:lnTo>
                  <a:lnTo>
                    <a:pt x="2949567" y="2644990"/>
                  </a:lnTo>
                  <a:lnTo>
                    <a:pt x="2949693" y="2644990"/>
                  </a:lnTo>
                  <a:lnTo>
                    <a:pt x="2949819" y="2644990"/>
                  </a:lnTo>
                  <a:lnTo>
                    <a:pt x="2949945" y="2644990"/>
                  </a:lnTo>
                  <a:lnTo>
                    <a:pt x="2950071" y="2644990"/>
                  </a:lnTo>
                  <a:lnTo>
                    <a:pt x="2950198" y="2644990"/>
                  </a:lnTo>
                  <a:lnTo>
                    <a:pt x="2950324" y="2644990"/>
                  </a:lnTo>
                  <a:lnTo>
                    <a:pt x="2950450" y="2644990"/>
                  </a:lnTo>
                  <a:lnTo>
                    <a:pt x="2950576" y="2644990"/>
                  </a:lnTo>
                  <a:lnTo>
                    <a:pt x="2950702" y="2644990"/>
                  </a:lnTo>
                  <a:lnTo>
                    <a:pt x="2950828" y="2644990"/>
                  </a:lnTo>
                  <a:lnTo>
                    <a:pt x="2950954" y="2644990"/>
                  </a:lnTo>
                  <a:lnTo>
                    <a:pt x="2950954" y="2639710"/>
                  </a:lnTo>
                  <a:lnTo>
                    <a:pt x="2951080" y="2639710"/>
                  </a:lnTo>
                  <a:lnTo>
                    <a:pt x="2951206" y="2639710"/>
                  </a:lnTo>
                  <a:lnTo>
                    <a:pt x="2951332" y="2639710"/>
                  </a:lnTo>
                  <a:lnTo>
                    <a:pt x="2951458" y="2639710"/>
                  </a:lnTo>
                  <a:lnTo>
                    <a:pt x="2951585" y="2639710"/>
                  </a:lnTo>
                  <a:lnTo>
                    <a:pt x="2951711" y="2639710"/>
                  </a:lnTo>
                  <a:lnTo>
                    <a:pt x="2951837" y="2639710"/>
                  </a:lnTo>
                  <a:lnTo>
                    <a:pt x="2951963" y="2639710"/>
                  </a:lnTo>
                  <a:lnTo>
                    <a:pt x="2952089" y="2639710"/>
                  </a:lnTo>
                  <a:lnTo>
                    <a:pt x="2952215" y="2639710"/>
                  </a:lnTo>
                  <a:lnTo>
                    <a:pt x="2952341" y="2639710"/>
                  </a:lnTo>
                  <a:lnTo>
                    <a:pt x="2952467" y="2639710"/>
                  </a:lnTo>
                  <a:lnTo>
                    <a:pt x="2952593" y="2639710"/>
                  </a:lnTo>
                  <a:lnTo>
                    <a:pt x="2952719" y="2639710"/>
                  </a:lnTo>
                  <a:lnTo>
                    <a:pt x="2952845" y="2639710"/>
                  </a:lnTo>
                  <a:lnTo>
                    <a:pt x="2952971" y="2639710"/>
                  </a:lnTo>
                  <a:lnTo>
                    <a:pt x="2953098" y="2639710"/>
                  </a:lnTo>
                  <a:lnTo>
                    <a:pt x="2953224" y="2639710"/>
                  </a:lnTo>
                  <a:lnTo>
                    <a:pt x="2953350" y="2639710"/>
                  </a:lnTo>
                  <a:lnTo>
                    <a:pt x="2953476" y="2639710"/>
                  </a:lnTo>
                  <a:lnTo>
                    <a:pt x="2953602" y="2639710"/>
                  </a:lnTo>
                  <a:lnTo>
                    <a:pt x="2953728" y="2639710"/>
                  </a:lnTo>
                  <a:lnTo>
                    <a:pt x="2953854" y="2639710"/>
                  </a:lnTo>
                  <a:lnTo>
                    <a:pt x="2953980" y="2639710"/>
                  </a:lnTo>
                  <a:lnTo>
                    <a:pt x="2954106" y="2639710"/>
                  </a:lnTo>
                  <a:lnTo>
                    <a:pt x="2954232" y="2639710"/>
                  </a:lnTo>
                  <a:lnTo>
                    <a:pt x="2954358" y="2639710"/>
                  </a:lnTo>
                  <a:lnTo>
                    <a:pt x="2954485" y="2639710"/>
                  </a:lnTo>
                  <a:lnTo>
                    <a:pt x="2954611" y="2639710"/>
                  </a:lnTo>
                  <a:lnTo>
                    <a:pt x="2954737" y="2639710"/>
                  </a:lnTo>
                  <a:lnTo>
                    <a:pt x="2954863" y="2639710"/>
                  </a:lnTo>
                  <a:lnTo>
                    <a:pt x="2954989" y="2639710"/>
                  </a:lnTo>
                  <a:lnTo>
                    <a:pt x="2955115" y="2639710"/>
                  </a:lnTo>
                  <a:lnTo>
                    <a:pt x="2955241" y="2639710"/>
                  </a:lnTo>
                  <a:lnTo>
                    <a:pt x="2955367" y="2639710"/>
                  </a:lnTo>
                  <a:lnTo>
                    <a:pt x="2955493" y="2639710"/>
                  </a:lnTo>
                  <a:lnTo>
                    <a:pt x="2955619" y="2639710"/>
                  </a:lnTo>
                  <a:lnTo>
                    <a:pt x="2955745" y="2639710"/>
                  </a:lnTo>
                  <a:lnTo>
                    <a:pt x="2955872" y="2639710"/>
                  </a:lnTo>
                  <a:lnTo>
                    <a:pt x="2955998" y="2639710"/>
                  </a:lnTo>
                  <a:lnTo>
                    <a:pt x="2955998" y="2634431"/>
                  </a:lnTo>
                  <a:lnTo>
                    <a:pt x="2956124" y="2634431"/>
                  </a:lnTo>
                  <a:lnTo>
                    <a:pt x="2956250" y="2634431"/>
                  </a:lnTo>
                  <a:lnTo>
                    <a:pt x="2956376" y="2634431"/>
                  </a:lnTo>
                  <a:lnTo>
                    <a:pt x="2956502" y="2634431"/>
                  </a:lnTo>
                  <a:lnTo>
                    <a:pt x="2956628" y="2634431"/>
                  </a:lnTo>
                  <a:lnTo>
                    <a:pt x="2956754" y="2634431"/>
                  </a:lnTo>
                  <a:lnTo>
                    <a:pt x="2956880" y="2634431"/>
                  </a:lnTo>
                  <a:lnTo>
                    <a:pt x="2957006" y="2634431"/>
                  </a:lnTo>
                  <a:lnTo>
                    <a:pt x="2957132" y="2634431"/>
                  </a:lnTo>
                  <a:lnTo>
                    <a:pt x="2957258" y="2634431"/>
                  </a:lnTo>
                  <a:lnTo>
                    <a:pt x="2957385" y="2634431"/>
                  </a:lnTo>
                  <a:lnTo>
                    <a:pt x="2957511" y="2634431"/>
                  </a:lnTo>
                  <a:lnTo>
                    <a:pt x="2957637" y="2634431"/>
                  </a:lnTo>
                  <a:lnTo>
                    <a:pt x="2957763" y="2634431"/>
                  </a:lnTo>
                  <a:lnTo>
                    <a:pt x="2957889" y="2634431"/>
                  </a:lnTo>
                  <a:lnTo>
                    <a:pt x="2958015" y="2634431"/>
                  </a:lnTo>
                  <a:lnTo>
                    <a:pt x="2958141" y="2634431"/>
                  </a:lnTo>
                  <a:lnTo>
                    <a:pt x="2958267" y="2634431"/>
                  </a:lnTo>
                  <a:lnTo>
                    <a:pt x="2958393" y="2634431"/>
                  </a:lnTo>
                  <a:lnTo>
                    <a:pt x="2958519" y="2634431"/>
                  </a:lnTo>
                  <a:lnTo>
                    <a:pt x="2958645" y="2634431"/>
                  </a:lnTo>
                  <a:lnTo>
                    <a:pt x="2958772" y="2634431"/>
                  </a:lnTo>
                  <a:lnTo>
                    <a:pt x="2958898" y="2634431"/>
                  </a:lnTo>
                  <a:lnTo>
                    <a:pt x="2959024" y="2634431"/>
                  </a:lnTo>
                  <a:lnTo>
                    <a:pt x="2959150" y="2634431"/>
                  </a:lnTo>
                  <a:lnTo>
                    <a:pt x="2959276" y="2634431"/>
                  </a:lnTo>
                  <a:lnTo>
                    <a:pt x="2959402" y="2634431"/>
                  </a:lnTo>
                  <a:lnTo>
                    <a:pt x="2959528" y="2634431"/>
                  </a:lnTo>
                  <a:lnTo>
                    <a:pt x="2959654" y="2634431"/>
                  </a:lnTo>
                  <a:lnTo>
                    <a:pt x="2959780" y="2634431"/>
                  </a:lnTo>
                  <a:lnTo>
                    <a:pt x="2959906" y="2634431"/>
                  </a:lnTo>
                  <a:lnTo>
                    <a:pt x="2960032" y="2634431"/>
                  </a:lnTo>
                  <a:lnTo>
                    <a:pt x="2960158" y="2634431"/>
                  </a:lnTo>
                  <a:lnTo>
                    <a:pt x="2960285" y="2634431"/>
                  </a:lnTo>
                  <a:lnTo>
                    <a:pt x="2960411" y="2634431"/>
                  </a:lnTo>
                  <a:lnTo>
                    <a:pt x="2960537" y="2634431"/>
                  </a:lnTo>
                  <a:lnTo>
                    <a:pt x="2960663" y="2634431"/>
                  </a:lnTo>
                  <a:lnTo>
                    <a:pt x="2960789" y="2634431"/>
                  </a:lnTo>
                  <a:lnTo>
                    <a:pt x="2960915" y="2634431"/>
                  </a:lnTo>
                  <a:lnTo>
                    <a:pt x="2961041" y="2634431"/>
                  </a:lnTo>
                  <a:lnTo>
                    <a:pt x="2961167" y="2634431"/>
                  </a:lnTo>
                  <a:lnTo>
                    <a:pt x="2961293" y="2634431"/>
                  </a:lnTo>
                  <a:lnTo>
                    <a:pt x="2961419" y="2634431"/>
                  </a:lnTo>
                  <a:lnTo>
                    <a:pt x="2961545" y="2634431"/>
                  </a:lnTo>
                  <a:lnTo>
                    <a:pt x="2961672" y="2634431"/>
                  </a:lnTo>
                  <a:lnTo>
                    <a:pt x="2961798" y="2634431"/>
                  </a:lnTo>
                  <a:lnTo>
                    <a:pt x="2961924" y="2634431"/>
                  </a:lnTo>
                  <a:lnTo>
                    <a:pt x="2962050" y="2634431"/>
                  </a:lnTo>
                  <a:lnTo>
                    <a:pt x="2962176" y="2634431"/>
                  </a:lnTo>
                  <a:lnTo>
                    <a:pt x="2962302" y="2634431"/>
                  </a:lnTo>
                  <a:lnTo>
                    <a:pt x="2962428" y="2634431"/>
                  </a:lnTo>
                  <a:lnTo>
                    <a:pt x="2962554" y="2634431"/>
                  </a:lnTo>
                  <a:lnTo>
                    <a:pt x="2962554" y="2629151"/>
                  </a:lnTo>
                  <a:lnTo>
                    <a:pt x="2962680" y="2629151"/>
                  </a:lnTo>
                  <a:lnTo>
                    <a:pt x="2962806" y="2629151"/>
                  </a:lnTo>
                  <a:lnTo>
                    <a:pt x="2962932" y="2629151"/>
                  </a:lnTo>
                  <a:lnTo>
                    <a:pt x="2963059" y="2629151"/>
                  </a:lnTo>
                  <a:lnTo>
                    <a:pt x="2963185" y="2629151"/>
                  </a:lnTo>
                  <a:lnTo>
                    <a:pt x="2963311" y="2629151"/>
                  </a:lnTo>
                  <a:lnTo>
                    <a:pt x="2963437" y="2629151"/>
                  </a:lnTo>
                  <a:lnTo>
                    <a:pt x="2963563" y="2629151"/>
                  </a:lnTo>
                  <a:lnTo>
                    <a:pt x="2963689" y="2629151"/>
                  </a:lnTo>
                  <a:lnTo>
                    <a:pt x="2963689" y="2623872"/>
                  </a:lnTo>
                  <a:lnTo>
                    <a:pt x="2963815" y="2623872"/>
                  </a:lnTo>
                  <a:lnTo>
                    <a:pt x="2963941" y="2623872"/>
                  </a:lnTo>
                  <a:lnTo>
                    <a:pt x="2964067" y="2623872"/>
                  </a:lnTo>
                  <a:lnTo>
                    <a:pt x="2964067" y="2618592"/>
                  </a:lnTo>
                  <a:lnTo>
                    <a:pt x="2964193" y="2618592"/>
                  </a:lnTo>
                  <a:lnTo>
                    <a:pt x="2964319" y="2618592"/>
                  </a:lnTo>
                  <a:lnTo>
                    <a:pt x="2964445" y="2618592"/>
                  </a:lnTo>
                  <a:lnTo>
                    <a:pt x="2964572" y="2618592"/>
                  </a:lnTo>
                  <a:lnTo>
                    <a:pt x="2964572" y="2613313"/>
                  </a:lnTo>
                  <a:lnTo>
                    <a:pt x="2964698" y="2613313"/>
                  </a:lnTo>
                  <a:lnTo>
                    <a:pt x="2964824" y="2613313"/>
                  </a:lnTo>
                  <a:lnTo>
                    <a:pt x="2964950" y="2613313"/>
                  </a:lnTo>
                  <a:lnTo>
                    <a:pt x="2965076" y="2613313"/>
                  </a:lnTo>
                  <a:lnTo>
                    <a:pt x="2965202" y="2613313"/>
                  </a:lnTo>
                  <a:lnTo>
                    <a:pt x="2965328" y="2613313"/>
                  </a:lnTo>
                  <a:lnTo>
                    <a:pt x="2965454" y="2613313"/>
                  </a:lnTo>
                  <a:lnTo>
                    <a:pt x="2965580" y="2613313"/>
                  </a:lnTo>
                  <a:lnTo>
                    <a:pt x="2965706" y="2613313"/>
                  </a:lnTo>
                  <a:lnTo>
                    <a:pt x="2965832" y="2613313"/>
                  </a:lnTo>
                  <a:lnTo>
                    <a:pt x="2965959" y="2613313"/>
                  </a:lnTo>
                  <a:lnTo>
                    <a:pt x="2966085" y="2613313"/>
                  </a:lnTo>
                  <a:lnTo>
                    <a:pt x="2966211" y="2613313"/>
                  </a:lnTo>
                  <a:lnTo>
                    <a:pt x="2966337" y="2613313"/>
                  </a:lnTo>
                  <a:lnTo>
                    <a:pt x="2966463" y="2613313"/>
                  </a:lnTo>
                  <a:lnTo>
                    <a:pt x="2966589" y="2613313"/>
                  </a:lnTo>
                  <a:lnTo>
                    <a:pt x="2966715" y="2613313"/>
                  </a:lnTo>
                  <a:lnTo>
                    <a:pt x="2966841" y="2613313"/>
                  </a:lnTo>
                  <a:lnTo>
                    <a:pt x="2966967" y="2613313"/>
                  </a:lnTo>
                  <a:lnTo>
                    <a:pt x="2967093" y="2613313"/>
                  </a:lnTo>
                  <a:lnTo>
                    <a:pt x="2967219" y="2613313"/>
                  </a:lnTo>
                  <a:lnTo>
                    <a:pt x="2967345" y="2613313"/>
                  </a:lnTo>
                  <a:lnTo>
                    <a:pt x="2967472" y="2613313"/>
                  </a:lnTo>
                  <a:lnTo>
                    <a:pt x="2967598" y="2613313"/>
                  </a:lnTo>
                  <a:lnTo>
                    <a:pt x="2967724" y="2613313"/>
                  </a:lnTo>
                  <a:lnTo>
                    <a:pt x="2967724" y="2608034"/>
                  </a:lnTo>
                  <a:lnTo>
                    <a:pt x="2967850" y="2608034"/>
                  </a:lnTo>
                  <a:lnTo>
                    <a:pt x="2967976" y="2608034"/>
                  </a:lnTo>
                  <a:lnTo>
                    <a:pt x="2968102" y="2608034"/>
                  </a:lnTo>
                  <a:lnTo>
                    <a:pt x="2968228" y="2608034"/>
                  </a:lnTo>
                  <a:lnTo>
                    <a:pt x="2968228" y="2602754"/>
                  </a:lnTo>
                  <a:lnTo>
                    <a:pt x="2968354" y="2602754"/>
                  </a:lnTo>
                  <a:lnTo>
                    <a:pt x="2968480" y="2602754"/>
                  </a:lnTo>
                  <a:lnTo>
                    <a:pt x="2968606" y="2602754"/>
                  </a:lnTo>
                  <a:lnTo>
                    <a:pt x="2968732" y="2602754"/>
                  </a:lnTo>
                  <a:lnTo>
                    <a:pt x="2968732" y="2597475"/>
                  </a:lnTo>
                  <a:lnTo>
                    <a:pt x="2968859" y="2597475"/>
                  </a:lnTo>
                  <a:lnTo>
                    <a:pt x="2968985" y="2597475"/>
                  </a:lnTo>
                  <a:lnTo>
                    <a:pt x="2969111" y="2597475"/>
                  </a:lnTo>
                  <a:lnTo>
                    <a:pt x="2969237" y="2597475"/>
                  </a:lnTo>
                  <a:lnTo>
                    <a:pt x="2969363" y="2597475"/>
                  </a:lnTo>
                  <a:lnTo>
                    <a:pt x="2969489" y="2597475"/>
                  </a:lnTo>
                  <a:lnTo>
                    <a:pt x="2969615" y="2597475"/>
                  </a:lnTo>
                  <a:lnTo>
                    <a:pt x="2969741" y="2597475"/>
                  </a:lnTo>
                  <a:lnTo>
                    <a:pt x="2969867" y="2597475"/>
                  </a:lnTo>
                  <a:lnTo>
                    <a:pt x="2969993" y="2597475"/>
                  </a:lnTo>
                  <a:lnTo>
                    <a:pt x="2970119" y="2597475"/>
                  </a:lnTo>
                  <a:lnTo>
                    <a:pt x="2970245" y="2597475"/>
                  </a:lnTo>
                  <a:lnTo>
                    <a:pt x="2970372" y="2597475"/>
                  </a:lnTo>
                  <a:lnTo>
                    <a:pt x="2970498" y="2597475"/>
                  </a:lnTo>
                  <a:lnTo>
                    <a:pt x="2970624" y="2597475"/>
                  </a:lnTo>
                  <a:lnTo>
                    <a:pt x="2970750" y="2597475"/>
                  </a:lnTo>
                  <a:lnTo>
                    <a:pt x="2970876" y="2597475"/>
                  </a:lnTo>
                  <a:lnTo>
                    <a:pt x="2971002" y="2597475"/>
                  </a:lnTo>
                  <a:lnTo>
                    <a:pt x="2971128" y="2597475"/>
                  </a:lnTo>
                  <a:lnTo>
                    <a:pt x="2971254" y="2597475"/>
                  </a:lnTo>
                  <a:lnTo>
                    <a:pt x="2971380" y="2597475"/>
                  </a:lnTo>
                  <a:lnTo>
                    <a:pt x="2971506" y="2597475"/>
                  </a:lnTo>
                  <a:lnTo>
                    <a:pt x="2971632" y="2597475"/>
                  </a:lnTo>
                  <a:lnTo>
                    <a:pt x="2971759" y="2597475"/>
                  </a:lnTo>
                  <a:lnTo>
                    <a:pt x="2971885" y="2597475"/>
                  </a:lnTo>
                  <a:lnTo>
                    <a:pt x="2972011" y="2597475"/>
                  </a:lnTo>
                  <a:lnTo>
                    <a:pt x="2972137" y="2597475"/>
                  </a:lnTo>
                  <a:lnTo>
                    <a:pt x="2972263" y="2597475"/>
                  </a:lnTo>
                  <a:lnTo>
                    <a:pt x="2972389" y="2597475"/>
                  </a:lnTo>
                  <a:lnTo>
                    <a:pt x="2972515" y="2597475"/>
                  </a:lnTo>
                  <a:lnTo>
                    <a:pt x="2972641" y="2597475"/>
                  </a:lnTo>
                  <a:lnTo>
                    <a:pt x="2972767" y="2597475"/>
                  </a:lnTo>
                  <a:lnTo>
                    <a:pt x="2972893" y="2597475"/>
                  </a:lnTo>
                  <a:lnTo>
                    <a:pt x="2973019" y="2597475"/>
                  </a:lnTo>
                  <a:lnTo>
                    <a:pt x="2973146" y="2597475"/>
                  </a:lnTo>
                  <a:lnTo>
                    <a:pt x="2973272" y="2597475"/>
                  </a:lnTo>
                  <a:lnTo>
                    <a:pt x="2973398" y="2597475"/>
                  </a:lnTo>
                  <a:lnTo>
                    <a:pt x="2973524" y="2597475"/>
                  </a:lnTo>
                  <a:lnTo>
                    <a:pt x="2973650" y="2597475"/>
                  </a:lnTo>
                  <a:lnTo>
                    <a:pt x="2973776" y="2597475"/>
                  </a:lnTo>
                  <a:lnTo>
                    <a:pt x="2973902" y="2597475"/>
                  </a:lnTo>
                  <a:lnTo>
                    <a:pt x="2974028" y="2597475"/>
                  </a:lnTo>
                  <a:lnTo>
                    <a:pt x="2974154" y="2597475"/>
                  </a:lnTo>
                  <a:lnTo>
                    <a:pt x="2974280" y="2597475"/>
                  </a:lnTo>
                  <a:lnTo>
                    <a:pt x="2974406" y="2597475"/>
                  </a:lnTo>
                  <a:lnTo>
                    <a:pt x="2974532" y="2597475"/>
                  </a:lnTo>
                  <a:lnTo>
                    <a:pt x="2974659" y="2597475"/>
                  </a:lnTo>
                  <a:lnTo>
                    <a:pt x="2974785" y="2597475"/>
                  </a:lnTo>
                  <a:lnTo>
                    <a:pt x="2974911" y="2597475"/>
                  </a:lnTo>
                  <a:lnTo>
                    <a:pt x="2975037" y="2597475"/>
                  </a:lnTo>
                  <a:lnTo>
                    <a:pt x="2975163" y="2597475"/>
                  </a:lnTo>
                  <a:lnTo>
                    <a:pt x="2975289" y="2597475"/>
                  </a:lnTo>
                  <a:lnTo>
                    <a:pt x="2975415" y="2597475"/>
                  </a:lnTo>
                  <a:lnTo>
                    <a:pt x="2975541" y="2597475"/>
                  </a:lnTo>
                  <a:lnTo>
                    <a:pt x="2975667" y="2597475"/>
                  </a:lnTo>
                  <a:lnTo>
                    <a:pt x="2975793" y="2597475"/>
                  </a:lnTo>
                  <a:lnTo>
                    <a:pt x="2975919" y="2597475"/>
                  </a:lnTo>
                  <a:lnTo>
                    <a:pt x="2976046" y="2597475"/>
                  </a:lnTo>
                  <a:lnTo>
                    <a:pt x="2976172" y="2597475"/>
                  </a:lnTo>
                  <a:lnTo>
                    <a:pt x="2976298" y="2597475"/>
                  </a:lnTo>
                  <a:lnTo>
                    <a:pt x="2976424" y="2597475"/>
                  </a:lnTo>
                  <a:lnTo>
                    <a:pt x="2976550" y="2597475"/>
                  </a:lnTo>
                  <a:lnTo>
                    <a:pt x="2976676" y="2597475"/>
                  </a:lnTo>
                  <a:lnTo>
                    <a:pt x="2976802" y="2597475"/>
                  </a:lnTo>
                  <a:lnTo>
                    <a:pt x="2976928" y="2597475"/>
                  </a:lnTo>
                  <a:lnTo>
                    <a:pt x="2977054" y="2597475"/>
                  </a:lnTo>
                  <a:lnTo>
                    <a:pt x="2977180" y="2597475"/>
                  </a:lnTo>
                  <a:lnTo>
                    <a:pt x="2977306" y="2597475"/>
                  </a:lnTo>
                  <a:lnTo>
                    <a:pt x="2977432" y="2597475"/>
                  </a:lnTo>
                  <a:lnTo>
                    <a:pt x="2977559" y="2597475"/>
                  </a:lnTo>
                  <a:lnTo>
                    <a:pt x="2977685" y="2597475"/>
                  </a:lnTo>
                  <a:lnTo>
                    <a:pt x="2977811" y="2597475"/>
                  </a:lnTo>
                  <a:lnTo>
                    <a:pt x="2977937" y="2597475"/>
                  </a:lnTo>
                  <a:lnTo>
                    <a:pt x="2978063" y="2597475"/>
                  </a:lnTo>
                  <a:lnTo>
                    <a:pt x="2978189" y="2597475"/>
                  </a:lnTo>
                  <a:lnTo>
                    <a:pt x="2978315" y="2597475"/>
                  </a:lnTo>
                  <a:lnTo>
                    <a:pt x="2978441" y="2597475"/>
                  </a:lnTo>
                  <a:lnTo>
                    <a:pt x="2978567" y="2597475"/>
                  </a:lnTo>
                  <a:lnTo>
                    <a:pt x="2978693" y="2597475"/>
                  </a:lnTo>
                  <a:lnTo>
                    <a:pt x="2978819" y="2597475"/>
                  </a:lnTo>
                  <a:lnTo>
                    <a:pt x="2978946" y="2597475"/>
                  </a:lnTo>
                  <a:lnTo>
                    <a:pt x="2979072" y="2597475"/>
                  </a:lnTo>
                  <a:lnTo>
                    <a:pt x="2979198" y="2597475"/>
                  </a:lnTo>
                  <a:lnTo>
                    <a:pt x="2979324" y="2597475"/>
                  </a:lnTo>
                  <a:lnTo>
                    <a:pt x="2979450" y="2597475"/>
                  </a:lnTo>
                  <a:lnTo>
                    <a:pt x="2979576" y="2597475"/>
                  </a:lnTo>
                  <a:lnTo>
                    <a:pt x="2979702" y="2597475"/>
                  </a:lnTo>
                  <a:lnTo>
                    <a:pt x="2979828" y="2597475"/>
                  </a:lnTo>
                  <a:lnTo>
                    <a:pt x="2979954" y="2597475"/>
                  </a:lnTo>
                  <a:lnTo>
                    <a:pt x="2980080" y="2597475"/>
                  </a:lnTo>
                  <a:lnTo>
                    <a:pt x="2980206" y="2597475"/>
                  </a:lnTo>
                  <a:lnTo>
                    <a:pt x="2980333" y="2597475"/>
                  </a:lnTo>
                  <a:lnTo>
                    <a:pt x="2980459" y="2597475"/>
                  </a:lnTo>
                  <a:lnTo>
                    <a:pt x="2980585" y="2597475"/>
                  </a:lnTo>
                  <a:lnTo>
                    <a:pt x="2980711" y="2597475"/>
                  </a:lnTo>
                  <a:lnTo>
                    <a:pt x="2980837" y="2597475"/>
                  </a:lnTo>
                  <a:lnTo>
                    <a:pt x="2980963" y="2597475"/>
                  </a:lnTo>
                  <a:lnTo>
                    <a:pt x="2981089" y="2597475"/>
                  </a:lnTo>
                  <a:lnTo>
                    <a:pt x="2981215" y="2597475"/>
                  </a:lnTo>
                  <a:lnTo>
                    <a:pt x="2981341" y="2597475"/>
                  </a:lnTo>
                  <a:lnTo>
                    <a:pt x="2981467" y="2597475"/>
                  </a:lnTo>
                  <a:lnTo>
                    <a:pt x="2981593" y="2597475"/>
                  </a:lnTo>
                  <a:lnTo>
                    <a:pt x="2981719" y="2597475"/>
                  </a:lnTo>
                  <a:lnTo>
                    <a:pt x="2981846" y="2597475"/>
                  </a:lnTo>
                  <a:lnTo>
                    <a:pt x="2981972" y="2597475"/>
                  </a:lnTo>
                  <a:lnTo>
                    <a:pt x="2982098" y="2597475"/>
                  </a:lnTo>
                  <a:lnTo>
                    <a:pt x="2982224" y="2597475"/>
                  </a:lnTo>
                  <a:lnTo>
                    <a:pt x="2982350" y="2597475"/>
                  </a:lnTo>
                  <a:lnTo>
                    <a:pt x="2982476" y="2597475"/>
                  </a:lnTo>
                  <a:lnTo>
                    <a:pt x="2982602" y="2597475"/>
                  </a:lnTo>
                  <a:lnTo>
                    <a:pt x="2982728" y="2597475"/>
                  </a:lnTo>
                  <a:lnTo>
                    <a:pt x="2982854" y="2597475"/>
                  </a:lnTo>
                  <a:lnTo>
                    <a:pt x="2982980" y="2597475"/>
                  </a:lnTo>
                  <a:lnTo>
                    <a:pt x="2983106" y="2597475"/>
                  </a:lnTo>
                  <a:lnTo>
                    <a:pt x="2983233" y="2597475"/>
                  </a:lnTo>
                  <a:lnTo>
                    <a:pt x="2983359" y="2597475"/>
                  </a:lnTo>
                  <a:lnTo>
                    <a:pt x="2983485" y="2597475"/>
                  </a:lnTo>
                  <a:lnTo>
                    <a:pt x="2983485" y="2592195"/>
                  </a:lnTo>
                  <a:lnTo>
                    <a:pt x="2983611" y="2592195"/>
                  </a:lnTo>
                  <a:lnTo>
                    <a:pt x="2983737" y="2592195"/>
                  </a:lnTo>
                  <a:lnTo>
                    <a:pt x="2983863" y="2592195"/>
                  </a:lnTo>
                  <a:lnTo>
                    <a:pt x="2983989" y="2592195"/>
                  </a:lnTo>
                  <a:lnTo>
                    <a:pt x="2984115" y="2592195"/>
                  </a:lnTo>
                  <a:lnTo>
                    <a:pt x="2984241" y="2592195"/>
                  </a:lnTo>
                  <a:lnTo>
                    <a:pt x="2984367" y="2592195"/>
                  </a:lnTo>
                  <a:lnTo>
                    <a:pt x="2984493" y="2592195"/>
                  </a:lnTo>
                  <a:lnTo>
                    <a:pt x="2984619" y="2592195"/>
                  </a:lnTo>
                  <a:lnTo>
                    <a:pt x="2984746" y="2592195"/>
                  </a:lnTo>
                  <a:lnTo>
                    <a:pt x="2984872" y="2592195"/>
                  </a:lnTo>
                  <a:lnTo>
                    <a:pt x="2984998" y="2592195"/>
                  </a:lnTo>
                  <a:lnTo>
                    <a:pt x="2985124" y="2592195"/>
                  </a:lnTo>
                  <a:lnTo>
                    <a:pt x="2985250" y="2592195"/>
                  </a:lnTo>
                  <a:lnTo>
                    <a:pt x="2985376" y="2592195"/>
                  </a:lnTo>
                  <a:lnTo>
                    <a:pt x="2985502" y="2592195"/>
                  </a:lnTo>
                  <a:lnTo>
                    <a:pt x="2985628" y="2592195"/>
                  </a:lnTo>
                  <a:lnTo>
                    <a:pt x="2985754" y="2592195"/>
                  </a:lnTo>
                  <a:lnTo>
                    <a:pt x="2985880" y="2592195"/>
                  </a:lnTo>
                  <a:lnTo>
                    <a:pt x="2986006" y="2592195"/>
                  </a:lnTo>
                  <a:lnTo>
                    <a:pt x="2986133" y="2592195"/>
                  </a:lnTo>
                  <a:lnTo>
                    <a:pt x="2986259" y="2592195"/>
                  </a:lnTo>
                  <a:lnTo>
                    <a:pt x="2986259" y="2586916"/>
                  </a:lnTo>
                  <a:lnTo>
                    <a:pt x="2986385" y="2586916"/>
                  </a:lnTo>
                  <a:lnTo>
                    <a:pt x="2986511" y="2586916"/>
                  </a:lnTo>
                  <a:lnTo>
                    <a:pt x="2986637" y="2586916"/>
                  </a:lnTo>
                  <a:lnTo>
                    <a:pt x="2986763" y="2586916"/>
                  </a:lnTo>
                  <a:lnTo>
                    <a:pt x="2986889" y="2586916"/>
                  </a:lnTo>
                  <a:lnTo>
                    <a:pt x="2987015" y="2586916"/>
                  </a:lnTo>
                  <a:lnTo>
                    <a:pt x="2987141" y="2586916"/>
                  </a:lnTo>
                  <a:lnTo>
                    <a:pt x="2987267" y="2586916"/>
                  </a:lnTo>
                  <a:lnTo>
                    <a:pt x="2987393" y="2586916"/>
                  </a:lnTo>
                  <a:lnTo>
                    <a:pt x="2987520" y="2586916"/>
                  </a:lnTo>
                  <a:lnTo>
                    <a:pt x="2987646" y="2586916"/>
                  </a:lnTo>
                  <a:lnTo>
                    <a:pt x="2987772" y="2586916"/>
                  </a:lnTo>
                  <a:lnTo>
                    <a:pt x="2987898" y="2586916"/>
                  </a:lnTo>
                  <a:lnTo>
                    <a:pt x="2988024" y="2586916"/>
                  </a:lnTo>
                  <a:lnTo>
                    <a:pt x="2988150" y="2586916"/>
                  </a:lnTo>
                  <a:lnTo>
                    <a:pt x="2988276" y="2586916"/>
                  </a:lnTo>
                  <a:lnTo>
                    <a:pt x="2988402" y="2586916"/>
                  </a:lnTo>
                  <a:lnTo>
                    <a:pt x="2988528" y="2586916"/>
                  </a:lnTo>
                  <a:lnTo>
                    <a:pt x="2988654" y="2586916"/>
                  </a:lnTo>
                  <a:lnTo>
                    <a:pt x="2988780" y="2586916"/>
                  </a:lnTo>
                  <a:lnTo>
                    <a:pt x="2988906" y="2586916"/>
                  </a:lnTo>
                  <a:lnTo>
                    <a:pt x="2989033" y="2586916"/>
                  </a:lnTo>
                  <a:lnTo>
                    <a:pt x="2989159" y="2586916"/>
                  </a:lnTo>
                  <a:lnTo>
                    <a:pt x="2989285" y="2586916"/>
                  </a:lnTo>
                  <a:lnTo>
                    <a:pt x="2989411" y="2586916"/>
                  </a:lnTo>
                  <a:lnTo>
                    <a:pt x="2989537" y="2586916"/>
                  </a:lnTo>
                  <a:lnTo>
                    <a:pt x="2989663" y="2586916"/>
                  </a:lnTo>
                  <a:lnTo>
                    <a:pt x="2989789" y="2586916"/>
                  </a:lnTo>
                  <a:lnTo>
                    <a:pt x="2989915" y="2586916"/>
                  </a:lnTo>
                  <a:lnTo>
                    <a:pt x="2990041" y="2586916"/>
                  </a:lnTo>
                  <a:lnTo>
                    <a:pt x="2990167" y="2586916"/>
                  </a:lnTo>
                  <a:lnTo>
                    <a:pt x="2990293" y="2586916"/>
                  </a:lnTo>
                  <a:lnTo>
                    <a:pt x="2990420" y="2586916"/>
                  </a:lnTo>
                  <a:lnTo>
                    <a:pt x="2990546" y="2586916"/>
                  </a:lnTo>
                  <a:lnTo>
                    <a:pt x="2990672" y="2586916"/>
                  </a:lnTo>
                  <a:lnTo>
                    <a:pt x="2990798" y="2586916"/>
                  </a:lnTo>
                  <a:lnTo>
                    <a:pt x="2990924" y="2586916"/>
                  </a:lnTo>
                  <a:lnTo>
                    <a:pt x="2991050" y="2586916"/>
                  </a:lnTo>
                  <a:lnTo>
                    <a:pt x="2991176" y="2586916"/>
                  </a:lnTo>
                  <a:lnTo>
                    <a:pt x="2991302" y="2586916"/>
                  </a:lnTo>
                  <a:lnTo>
                    <a:pt x="2991428" y="2586916"/>
                  </a:lnTo>
                  <a:lnTo>
                    <a:pt x="2991554" y="2586916"/>
                  </a:lnTo>
                  <a:lnTo>
                    <a:pt x="2991680" y="2586916"/>
                  </a:lnTo>
                  <a:lnTo>
                    <a:pt x="2991806" y="2586916"/>
                  </a:lnTo>
                  <a:lnTo>
                    <a:pt x="2991933" y="2586916"/>
                  </a:lnTo>
                  <a:lnTo>
                    <a:pt x="2992059" y="2586916"/>
                  </a:lnTo>
                  <a:lnTo>
                    <a:pt x="2992185" y="2586916"/>
                  </a:lnTo>
                  <a:lnTo>
                    <a:pt x="2992311" y="2586916"/>
                  </a:lnTo>
                  <a:lnTo>
                    <a:pt x="2992437" y="2586916"/>
                  </a:lnTo>
                  <a:lnTo>
                    <a:pt x="2992563" y="2586916"/>
                  </a:lnTo>
                  <a:lnTo>
                    <a:pt x="2992689" y="2586916"/>
                  </a:lnTo>
                  <a:lnTo>
                    <a:pt x="2992815" y="2586916"/>
                  </a:lnTo>
                  <a:lnTo>
                    <a:pt x="2992941" y="2586916"/>
                  </a:lnTo>
                  <a:lnTo>
                    <a:pt x="2993067" y="2586916"/>
                  </a:lnTo>
                  <a:lnTo>
                    <a:pt x="2993193" y="2586916"/>
                  </a:lnTo>
                  <a:lnTo>
                    <a:pt x="2993320" y="2586916"/>
                  </a:lnTo>
                  <a:lnTo>
                    <a:pt x="2993446" y="2586916"/>
                  </a:lnTo>
                  <a:lnTo>
                    <a:pt x="2993572" y="2586916"/>
                  </a:lnTo>
                  <a:lnTo>
                    <a:pt x="2993698" y="2586916"/>
                  </a:lnTo>
                  <a:lnTo>
                    <a:pt x="2993824" y="2586916"/>
                  </a:lnTo>
                  <a:lnTo>
                    <a:pt x="2993950" y="2586916"/>
                  </a:lnTo>
                  <a:lnTo>
                    <a:pt x="2994076" y="2586916"/>
                  </a:lnTo>
                  <a:lnTo>
                    <a:pt x="2994202" y="2586916"/>
                  </a:lnTo>
                  <a:lnTo>
                    <a:pt x="2994328" y="2586916"/>
                  </a:lnTo>
                  <a:lnTo>
                    <a:pt x="2994454" y="2586916"/>
                  </a:lnTo>
                  <a:lnTo>
                    <a:pt x="2994580" y="2586916"/>
                  </a:lnTo>
                  <a:lnTo>
                    <a:pt x="2994706" y="2586916"/>
                  </a:lnTo>
                  <a:lnTo>
                    <a:pt x="2994833" y="2586916"/>
                  </a:lnTo>
                  <a:lnTo>
                    <a:pt x="2994959" y="2586916"/>
                  </a:lnTo>
                  <a:lnTo>
                    <a:pt x="2995085" y="2586916"/>
                  </a:lnTo>
                  <a:lnTo>
                    <a:pt x="2995211" y="2586916"/>
                  </a:lnTo>
                  <a:lnTo>
                    <a:pt x="2995337" y="2586916"/>
                  </a:lnTo>
                  <a:lnTo>
                    <a:pt x="2995337" y="2581637"/>
                  </a:lnTo>
                  <a:lnTo>
                    <a:pt x="2995463" y="2581637"/>
                  </a:lnTo>
                  <a:lnTo>
                    <a:pt x="2995589" y="2581637"/>
                  </a:lnTo>
                  <a:lnTo>
                    <a:pt x="2995715" y="2581637"/>
                  </a:lnTo>
                  <a:lnTo>
                    <a:pt x="2995841" y="2581637"/>
                  </a:lnTo>
                  <a:lnTo>
                    <a:pt x="2995967" y="2581637"/>
                  </a:lnTo>
                  <a:lnTo>
                    <a:pt x="2996093" y="2581637"/>
                  </a:lnTo>
                  <a:lnTo>
                    <a:pt x="2996220" y="2581637"/>
                  </a:lnTo>
                  <a:lnTo>
                    <a:pt x="2996346" y="2581637"/>
                  </a:lnTo>
                  <a:lnTo>
                    <a:pt x="2996472" y="2581637"/>
                  </a:lnTo>
                  <a:lnTo>
                    <a:pt x="2996598" y="2581637"/>
                  </a:lnTo>
                  <a:lnTo>
                    <a:pt x="2996724" y="2581637"/>
                  </a:lnTo>
                  <a:lnTo>
                    <a:pt x="2996850" y="2581637"/>
                  </a:lnTo>
                  <a:lnTo>
                    <a:pt x="2996976" y="2581637"/>
                  </a:lnTo>
                  <a:lnTo>
                    <a:pt x="2997102" y="2581637"/>
                  </a:lnTo>
                  <a:lnTo>
                    <a:pt x="2997228" y="2581637"/>
                  </a:lnTo>
                  <a:lnTo>
                    <a:pt x="2997354" y="2581637"/>
                  </a:lnTo>
                  <a:lnTo>
                    <a:pt x="2997480" y="2581637"/>
                  </a:lnTo>
                  <a:lnTo>
                    <a:pt x="2997607" y="2581637"/>
                  </a:lnTo>
                  <a:lnTo>
                    <a:pt x="2997733" y="2581637"/>
                  </a:lnTo>
                  <a:lnTo>
                    <a:pt x="2997859" y="2581637"/>
                  </a:lnTo>
                  <a:lnTo>
                    <a:pt x="2997985" y="2581637"/>
                  </a:lnTo>
                  <a:lnTo>
                    <a:pt x="2998111" y="2581637"/>
                  </a:lnTo>
                  <a:lnTo>
                    <a:pt x="2998237" y="2581637"/>
                  </a:lnTo>
                  <a:lnTo>
                    <a:pt x="2998363" y="2581637"/>
                  </a:lnTo>
                  <a:lnTo>
                    <a:pt x="2998489" y="2581637"/>
                  </a:lnTo>
                  <a:lnTo>
                    <a:pt x="2998615" y="2581637"/>
                  </a:lnTo>
                  <a:lnTo>
                    <a:pt x="2998741" y="2581637"/>
                  </a:lnTo>
                  <a:lnTo>
                    <a:pt x="2998741" y="2576357"/>
                  </a:lnTo>
                  <a:lnTo>
                    <a:pt x="2998867" y="2576357"/>
                  </a:lnTo>
                  <a:lnTo>
                    <a:pt x="2998993" y="2576357"/>
                  </a:lnTo>
                  <a:lnTo>
                    <a:pt x="2999120" y="2576357"/>
                  </a:lnTo>
                  <a:lnTo>
                    <a:pt x="2999246" y="2576357"/>
                  </a:lnTo>
                  <a:lnTo>
                    <a:pt x="2999372" y="2576357"/>
                  </a:lnTo>
                  <a:lnTo>
                    <a:pt x="2999498" y="2576357"/>
                  </a:lnTo>
                  <a:lnTo>
                    <a:pt x="2999624" y="2576357"/>
                  </a:lnTo>
                  <a:lnTo>
                    <a:pt x="2999750" y="2576357"/>
                  </a:lnTo>
                  <a:lnTo>
                    <a:pt x="2999876" y="2576357"/>
                  </a:lnTo>
                  <a:lnTo>
                    <a:pt x="3000002" y="2576357"/>
                  </a:lnTo>
                  <a:lnTo>
                    <a:pt x="3000128" y="2576357"/>
                  </a:lnTo>
                  <a:lnTo>
                    <a:pt x="3000254" y="2576357"/>
                  </a:lnTo>
                  <a:lnTo>
                    <a:pt x="3000380" y="2576357"/>
                  </a:lnTo>
                  <a:lnTo>
                    <a:pt x="3000507" y="2576357"/>
                  </a:lnTo>
                  <a:lnTo>
                    <a:pt x="3000633" y="2576357"/>
                  </a:lnTo>
                  <a:lnTo>
                    <a:pt x="3000759" y="2576357"/>
                  </a:lnTo>
                  <a:lnTo>
                    <a:pt x="3000885" y="2576357"/>
                  </a:lnTo>
                  <a:lnTo>
                    <a:pt x="3001011" y="2576357"/>
                  </a:lnTo>
                  <a:lnTo>
                    <a:pt x="3001137" y="2576357"/>
                  </a:lnTo>
                  <a:lnTo>
                    <a:pt x="3001263" y="2576357"/>
                  </a:lnTo>
                  <a:lnTo>
                    <a:pt x="3001389" y="2576357"/>
                  </a:lnTo>
                  <a:lnTo>
                    <a:pt x="3001515" y="2576357"/>
                  </a:lnTo>
                  <a:lnTo>
                    <a:pt x="3001641" y="2576357"/>
                  </a:lnTo>
                  <a:lnTo>
                    <a:pt x="3001767" y="2576357"/>
                  </a:lnTo>
                  <a:lnTo>
                    <a:pt x="3001893" y="2576357"/>
                  </a:lnTo>
                  <a:lnTo>
                    <a:pt x="3002020" y="2576357"/>
                  </a:lnTo>
                  <a:lnTo>
                    <a:pt x="3002146" y="2576357"/>
                  </a:lnTo>
                  <a:lnTo>
                    <a:pt x="3002272" y="2576357"/>
                  </a:lnTo>
                  <a:lnTo>
                    <a:pt x="3002398" y="2576357"/>
                  </a:lnTo>
                  <a:lnTo>
                    <a:pt x="3002524" y="2576357"/>
                  </a:lnTo>
                  <a:lnTo>
                    <a:pt x="3002650" y="2576357"/>
                  </a:lnTo>
                  <a:lnTo>
                    <a:pt x="3002776" y="2576357"/>
                  </a:lnTo>
                  <a:lnTo>
                    <a:pt x="3002902" y="2576357"/>
                  </a:lnTo>
                  <a:lnTo>
                    <a:pt x="3003028" y="2576357"/>
                  </a:lnTo>
                  <a:lnTo>
                    <a:pt x="3003154" y="2576357"/>
                  </a:lnTo>
                  <a:lnTo>
                    <a:pt x="3003280" y="2576357"/>
                  </a:lnTo>
                  <a:lnTo>
                    <a:pt x="3003407" y="2576357"/>
                  </a:lnTo>
                  <a:lnTo>
                    <a:pt x="3003533" y="2576357"/>
                  </a:lnTo>
                  <a:lnTo>
                    <a:pt x="3003659" y="2576357"/>
                  </a:lnTo>
                  <a:lnTo>
                    <a:pt x="3003785" y="2576357"/>
                  </a:lnTo>
                  <a:lnTo>
                    <a:pt x="3003911" y="2576357"/>
                  </a:lnTo>
                  <a:lnTo>
                    <a:pt x="3004037" y="2576357"/>
                  </a:lnTo>
                  <a:lnTo>
                    <a:pt x="3004163" y="2576357"/>
                  </a:lnTo>
                  <a:lnTo>
                    <a:pt x="3004289" y="2576357"/>
                  </a:lnTo>
                  <a:lnTo>
                    <a:pt x="3004415" y="2576357"/>
                  </a:lnTo>
                  <a:lnTo>
                    <a:pt x="3004541" y="2576357"/>
                  </a:lnTo>
                  <a:lnTo>
                    <a:pt x="3004667" y="2576357"/>
                  </a:lnTo>
                  <a:lnTo>
                    <a:pt x="3004794" y="2576357"/>
                  </a:lnTo>
                  <a:lnTo>
                    <a:pt x="3004920" y="2576357"/>
                  </a:lnTo>
                  <a:lnTo>
                    <a:pt x="3005046" y="2576357"/>
                  </a:lnTo>
                  <a:lnTo>
                    <a:pt x="3005172" y="2576357"/>
                  </a:lnTo>
                  <a:lnTo>
                    <a:pt x="3005298" y="2576357"/>
                  </a:lnTo>
                  <a:lnTo>
                    <a:pt x="3005424" y="2576357"/>
                  </a:lnTo>
                  <a:lnTo>
                    <a:pt x="3005550" y="2576357"/>
                  </a:lnTo>
                  <a:lnTo>
                    <a:pt x="3005676" y="2576357"/>
                  </a:lnTo>
                  <a:lnTo>
                    <a:pt x="3005802" y="2576357"/>
                  </a:lnTo>
                  <a:lnTo>
                    <a:pt x="3005928" y="2576357"/>
                  </a:lnTo>
                  <a:lnTo>
                    <a:pt x="3006054" y="2576357"/>
                  </a:lnTo>
                  <a:lnTo>
                    <a:pt x="3006180" y="2576357"/>
                  </a:lnTo>
                  <a:lnTo>
                    <a:pt x="3006307" y="2576357"/>
                  </a:lnTo>
                  <a:lnTo>
                    <a:pt x="3006433" y="2576357"/>
                  </a:lnTo>
                  <a:lnTo>
                    <a:pt x="3006559" y="2576357"/>
                  </a:lnTo>
                  <a:lnTo>
                    <a:pt x="3006685" y="2576357"/>
                  </a:lnTo>
                  <a:lnTo>
                    <a:pt x="3006811" y="2576357"/>
                  </a:lnTo>
                  <a:lnTo>
                    <a:pt x="3006937" y="2576357"/>
                  </a:lnTo>
                  <a:lnTo>
                    <a:pt x="3007063" y="2576357"/>
                  </a:lnTo>
                  <a:lnTo>
                    <a:pt x="3007189" y="2576357"/>
                  </a:lnTo>
                  <a:lnTo>
                    <a:pt x="3007315" y="2576357"/>
                  </a:lnTo>
                  <a:lnTo>
                    <a:pt x="3007441" y="2576357"/>
                  </a:lnTo>
                  <a:lnTo>
                    <a:pt x="3007567" y="2576357"/>
                  </a:lnTo>
                  <a:lnTo>
                    <a:pt x="3007694" y="2576357"/>
                  </a:lnTo>
                  <a:lnTo>
                    <a:pt x="3007820" y="2576357"/>
                  </a:lnTo>
                  <a:lnTo>
                    <a:pt x="3007946" y="2576357"/>
                  </a:lnTo>
                  <a:lnTo>
                    <a:pt x="3008072" y="2576357"/>
                  </a:lnTo>
                  <a:lnTo>
                    <a:pt x="3008198" y="2576357"/>
                  </a:lnTo>
                  <a:lnTo>
                    <a:pt x="3008324" y="2576357"/>
                  </a:lnTo>
                  <a:lnTo>
                    <a:pt x="3008324" y="2571078"/>
                  </a:lnTo>
                  <a:lnTo>
                    <a:pt x="3008450" y="2571078"/>
                  </a:lnTo>
                  <a:lnTo>
                    <a:pt x="3008576" y="2571078"/>
                  </a:lnTo>
                  <a:lnTo>
                    <a:pt x="3008702" y="2571078"/>
                  </a:lnTo>
                  <a:lnTo>
                    <a:pt x="3008828" y="2571078"/>
                  </a:lnTo>
                  <a:lnTo>
                    <a:pt x="3008954" y="2571078"/>
                  </a:lnTo>
                  <a:lnTo>
                    <a:pt x="3009080" y="2571078"/>
                  </a:lnTo>
                  <a:lnTo>
                    <a:pt x="3009207" y="2571078"/>
                  </a:lnTo>
                  <a:lnTo>
                    <a:pt x="3009207" y="2565798"/>
                  </a:lnTo>
                  <a:lnTo>
                    <a:pt x="3009333" y="2565798"/>
                  </a:lnTo>
                  <a:lnTo>
                    <a:pt x="3009459" y="2565798"/>
                  </a:lnTo>
                  <a:lnTo>
                    <a:pt x="3009585" y="2565798"/>
                  </a:lnTo>
                  <a:lnTo>
                    <a:pt x="3009711" y="2565798"/>
                  </a:lnTo>
                  <a:lnTo>
                    <a:pt x="3009837" y="2565798"/>
                  </a:lnTo>
                  <a:lnTo>
                    <a:pt x="3009963" y="2565798"/>
                  </a:lnTo>
                  <a:lnTo>
                    <a:pt x="3010089" y="2565798"/>
                  </a:lnTo>
                  <a:lnTo>
                    <a:pt x="3010089" y="2560519"/>
                  </a:lnTo>
                  <a:lnTo>
                    <a:pt x="3010215" y="2560519"/>
                  </a:lnTo>
                  <a:lnTo>
                    <a:pt x="3010341" y="2560519"/>
                  </a:lnTo>
                  <a:lnTo>
                    <a:pt x="3010467" y="2560519"/>
                  </a:lnTo>
                  <a:lnTo>
                    <a:pt x="3010594" y="2560519"/>
                  </a:lnTo>
                  <a:lnTo>
                    <a:pt x="3010720" y="2560519"/>
                  </a:lnTo>
                  <a:lnTo>
                    <a:pt x="3010846" y="2560519"/>
                  </a:lnTo>
                  <a:lnTo>
                    <a:pt x="3010972" y="2560519"/>
                  </a:lnTo>
                  <a:lnTo>
                    <a:pt x="3011098" y="2560519"/>
                  </a:lnTo>
                  <a:lnTo>
                    <a:pt x="3011224" y="2560519"/>
                  </a:lnTo>
                  <a:lnTo>
                    <a:pt x="3011350" y="2560519"/>
                  </a:lnTo>
                  <a:lnTo>
                    <a:pt x="3011476" y="2560519"/>
                  </a:lnTo>
                  <a:lnTo>
                    <a:pt x="3011602" y="2560519"/>
                  </a:lnTo>
                  <a:lnTo>
                    <a:pt x="3011728" y="2560519"/>
                  </a:lnTo>
                  <a:lnTo>
                    <a:pt x="3011854" y="2560519"/>
                  </a:lnTo>
                  <a:lnTo>
                    <a:pt x="3011981" y="2560519"/>
                  </a:lnTo>
                  <a:lnTo>
                    <a:pt x="3012107" y="2560519"/>
                  </a:lnTo>
                  <a:lnTo>
                    <a:pt x="3012233" y="2560519"/>
                  </a:lnTo>
                  <a:lnTo>
                    <a:pt x="3012359" y="2560519"/>
                  </a:lnTo>
                  <a:lnTo>
                    <a:pt x="3012485" y="2560519"/>
                  </a:lnTo>
                  <a:lnTo>
                    <a:pt x="3012611" y="2560519"/>
                  </a:lnTo>
                  <a:lnTo>
                    <a:pt x="3012737" y="2560519"/>
                  </a:lnTo>
                  <a:lnTo>
                    <a:pt x="3012863" y="2560519"/>
                  </a:lnTo>
                  <a:lnTo>
                    <a:pt x="3012989" y="2560519"/>
                  </a:lnTo>
                  <a:lnTo>
                    <a:pt x="3013115" y="2560519"/>
                  </a:lnTo>
                  <a:lnTo>
                    <a:pt x="3013241" y="2560519"/>
                  </a:lnTo>
                  <a:lnTo>
                    <a:pt x="3013367" y="2560519"/>
                  </a:lnTo>
                  <a:lnTo>
                    <a:pt x="3013494" y="2560519"/>
                  </a:lnTo>
                  <a:lnTo>
                    <a:pt x="3013620" y="2560519"/>
                  </a:lnTo>
                  <a:lnTo>
                    <a:pt x="3013746" y="2560519"/>
                  </a:lnTo>
                  <a:lnTo>
                    <a:pt x="3013872" y="2560519"/>
                  </a:lnTo>
                  <a:lnTo>
                    <a:pt x="3013998" y="2560519"/>
                  </a:lnTo>
                  <a:lnTo>
                    <a:pt x="3014124" y="2560519"/>
                  </a:lnTo>
                  <a:lnTo>
                    <a:pt x="3014250" y="2560519"/>
                  </a:lnTo>
                  <a:lnTo>
                    <a:pt x="3014376" y="2560519"/>
                  </a:lnTo>
                  <a:lnTo>
                    <a:pt x="3014502" y="2560519"/>
                  </a:lnTo>
                  <a:lnTo>
                    <a:pt x="3014628" y="2560519"/>
                  </a:lnTo>
                  <a:lnTo>
                    <a:pt x="3014754" y="2560519"/>
                  </a:lnTo>
                  <a:lnTo>
                    <a:pt x="3014881" y="2560519"/>
                  </a:lnTo>
                  <a:lnTo>
                    <a:pt x="3015007" y="2560519"/>
                  </a:lnTo>
                  <a:lnTo>
                    <a:pt x="3015133" y="2560519"/>
                  </a:lnTo>
                  <a:lnTo>
                    <a:pt x="3015259" y="2560519"/>
                  </a:lnTo>
                  <a:lnTo>
                    <a:pt x="3015385" y="2560519"/>
                  </a:lnTo>
                  <a:lnTo>
                    <a:pt x="3015511" y="2560519"/>
                  </a:lnTo>
                  <a:lnTo>
                    <a:pt x="3015637" y="2560519"/>
                  </a:lnTo>
                  <a:lnTo>
                    <a:pt x="3015763" y="2560519"/>
                  </a:lnTo>
                  <a:lnTo>
                    <a:pt x="3015889" y="2560519"/>
                  </a:lnTo>
                  <a:lnTo>
                    <a:pt x="3016015" y="2560519"/>
                  </a:lnTo>
                  <a:lnTo>
                    <a:pt x="3016141" y="2560519"/>
                  </a:lnTo>
                  <a:lnTo>
                    <a:pt x="3016267" y="2560519"/>
                  </a:lnTo>
                  <a:lnTo>
                    <a:pt x="3016394" y="2560519"/>
                  </a:lnTo>
                  <a:lnTo>
                    <a:pt x="3016520" y="2560519"/>
                  </a:lnTo>
                  <a:lnTo>
                    <a:pt x="3016646" y="2560519"/>
                  </a:lnTo>
                  <a:lnTo>
                    <a:pt x="3016772" y="2560519"/>
                  </a:lnTo>
                  <a:lnTo>
                    <a:pt x="3016898" y="2560519"/>
                  </a:lnTo>
                  <a:lnTo>
                    <a:pt x="3017024" y="2560519"/>
                  </a:lnTo>
                  <a:lnTo>
                    <a:pt x="3017150" y="2560519"/>
                  </a:lnTo>
                  <a:lnTo>
                    <a:pt x="3017276" y="2560519"/>
                  </a:lnTo>
                  <a:lnTo>
                    <a:pt x="3017402" y="2560519"/>
                  </a:lnTo>
                  <a:lnTo>
                    <a:pt x="3017528" y="2560519"/>
                  </a:lnTo>
                  <a:lnTo>
                    <a:pt x="3017654" y="2560519"/>
                  </a:lnTo>
                  <a:lnTo>
                    <a:pt x="3017781" y="2560519"/>
                  </a:lnTo>
                  <a:lnTo>
                    <a:pt x="3017907" y="2560519"/>
                  </a:lnTo>
                  <a:lnTo>
                    <a:pt x="3018033" y="2560519"/>
                  </a:lnTo>
                  <a:lnTo>
                    <a:pt x="3018159" y="2560519"/>
                  </a:lnTo>
                  <a:lnTo>
                    <a:pt x="3018285" y="2560519"/>
                  </a:lnTo>
                  <a:lnTo>
                    <a:pt x="3018411" y="2560519"/>
                  </a:lnTo>
                  <a:lnTo>
                    <a:pt x="3018537" y="2560519"/>
                  </a:lnTo>
                  <a:lnTo>
                    <a:pt x="3018663" y="2560519"/>
                  </a:lnTo>
                  <a:lnTo>
                    <a:pt x="3018789" y="2560519"/>
                  </a:lnTo>
                  <a:lnTo>
                    <a:pt x="3018915" y="2560519"/>
                  </a:lnTo>
                  <a:lnTo>
                    <a:pt x="3019041" y="2560519"/>
                  </a:lnTo>
                  <a:lnTo>
                    <a:pt x="3019167" y="2560519"/>
                  </a:lnTo>
                  <a:lnTo>
                    <a:pt x="3019294" y="2560519"/>
                  </a:lnTo>
                  <a:lnTo>
                    <a:pt x="3019420" y="2560519"/>
                  </a:lnTo>
                  <a:lnTo>
                    <a:pt x="3019546" y="2560519"/>
                  </a:lnTo>
                  <a:lnTo>
                    <a:pt x="3019672" y="2560519"/>
                  </a:lnTo>
                  <a:lnTo>
                    <a:pt x="3019798" y="2560519"/>
                  </a:lnTo>
                  <a:lnTo>
                    <a:pt x="3019924" y="2560519"/>
                  </a:lnTo>
                  <a:lnTo>
                    <a:pt x="3020050" y="2560519"/>
                  </a:lnTo>
                  <a:lnTo>
                    <a:pt x="3020176" y="2560519"/>
                  </a:lnTo>
                  <a:lnTo>
                    <a:pt x="3020302" y="2560519"/>
                  </a:lnTo>
                  <a:lnTo>
                    <a:pt x="3020428" y="2560519"/>
                  </a:lnTo>
                  <a:lnTo>
                    <a:pt x="3020554" y="2560519"/>
                  </a:lnTo>
                  <a:lnTo>
                    <a:pt x="3020554" y="2555239"/>
                  </a:lnTo>
                  <a:lnTo>
                    <a:pt x="3020681" y="2555239"/>
                  </a:lnTo>
                  <a:lnTo>
                    <a:pt x="3020807" y="2555239"/>
                  </a:lnTo>
                  <a:lnTo>
                    <a:pt x="3020933" y="2555239"/>
                  </a:lnTo>
                  <a:lnTo>
                    <a:pt x="3021059" y="2555239"/>
                  </a:lnTo>
                  <a:lnTo>
                    <a:pt x="3021185" y="2555239"/>
                  </a:lnTo>
                  <a:lnTo>
                    <a:pt x="3021311" y="2555239"/>
                  </a:lnTo>
                  <a:lnTo>
                    <a:pt x="3021437" y="2555239"/>
                  </a:lnTo>
                  <a:lnTo>
                    <a:pt x="3021563" y="2555239"/>
                  </a:lnTo>
                  <a:lnTo>
                    <a:pt x="3021689" y="2555239"/>
                  </a:lnTo>
                  <a:lnTo>
                    <a:pt x="3021815" y="2555239"/>
                  </a:lnTo>
                  <a:lnTo>
                    <a:pt x="3021941" y="2555239"/>
                  </a:lnTo>
                  <a:lnTo>
                    <a:pt x="3022068" y="2555239"/>
                  </a:lnTo>
                  <a:lnTo>
                    <a:pt x="3022194" y="2555239"/>
                  </a:lnTo>
                  <a:lnTo>
                    <a:pt x="3022320" y="2555239"/>
                  </a:lnTo>
                  <a:lnTo>
                    <a:pt x="3022446" y="2555239"/>
                  </a:lnTo>
                  <a:lnTo>
                    <a:pt x="3022572" y="2555239"/>
                  </a:lnTo>
                  <a:lnTo>
                    <a:pt x="3022698" y="2555239"/>
                  </a:lnTo>
                  <a:lnTo>
                    <a:pt x="3022824" y="2555239"/>
                  </a:lnTo>
                  <a:lnTo>
                    <a:pt x="3022950" y="2555239"/>
                  </a:lnTo>
                  <a:lnTo>
                    <a:pt x="3023076" y="2555239"/>
                  </a:lnTo>
                  <a:lnTo>
                    <a:pt x="3023202" y="2555239"/>
                  </a:lnTo>
                  <a:lnTo>
                    <a:pt x="3023328" y="2555239"/>
                  </a:lnTo>
                  <a:lnTo>
                    <a:pt x="3023454" y="2555239"/>
                  </a:lnTo>
                  <a:lnTo>
                    <a:pt x="3023581" y="2555239"/>
                  </a:lnTo>
                  <a:lnTo>
                    <a:pt x="3023707" y="2555239"/>
                  </a:lnTo>
                  <a:lnTo>
                    <a:pt x="3023833" y="2555239"/>
                  </a:lnTo>
                  <a:lnTo>
                    <a:pt x="3023959" y="2555239"/>
                  </a:lnTo>
                  <a:lnTo>
                    <a:pt x="3024085" y="2555239"/>
                  </a:lnTo>
                  <a:lnTo>
                    <a:pt x="3024211" y="2555239"/>
                  </a:lnTo>
                  <a:lnTo>
                    <a:pt x="3024337" y="2555239"/>
                  </a:lnTo>
                  <a:lnTo>
                    <a:pt x="3024463" y="2555239"/>
                  </a:lnTo>
                  <a:lnTo>
                    <a:pt x="3024589" y="2555239"/>
                  </a:lnTo>
                  <a:lnTo>
                    <a:pt x="3024715" y="2555239"/>
                  </a:lnTo>
                  <a:lnTo>
                    <a:pt x="3024841" y="2555239"/>
                  </a:lnTo>
                  <a:lnTo>
                    <a:pt x="3024968" y="2555239"/>
                  </a:lnTo>
                  <a:lnTo>
                    <a:pt x="3025094" y="2555239"/>
                  </a:lnTo>
                  <a:lnTo>
                    <a:pt x="3025220" y="2555239"/>
                  </a:lnTo>
                  <a:lnTo>
                    <a:pt x="3025346" y="2555239"/>
                  </a:lnTo>
                  <a:lnTo>
                    <a:pt x="3025472" y="2555239"/>
                  </a:lnTo>
                  <a:lnTo>
                    <a:pt x="3025598" y="2555239"/>
                  </a:lnTo>
                  <a:lnTo>
                    <a:pt x="3025724" y="2555239"/>
                  </a:lnTo>
                  <a:lnTo>
                    <a:pt x="3025850" y="2555239"/>
                  </a:lnTo>
                  <a:lnTo>
                    <a:pt x="3025976" y="2555239"/>
                  </a:lnTo>
                  <a:lnTo>
                    <a:pt x="3026102" y="2555239"/>
                  </a:lnTo>
                  <a:lnTo>
                    <a:pt x="3026228" y="2555239"/>
                  </a:lnTo>
                  <a:lnTo>
                    <a:pt x="3026354" y="2555239"/>
                  </a:lnTo>
                  <a:lnTo>
                    <a:pt x="3026481" y="2555239"/>
                  </a:lnTo>
                  <a:lnTo>
                    <a:pt x="3026607" y="2555239"/>
                  </a:lnTo>
                  <a:lnTo>
                    <a:pt x="3026733" y="2555239"/>
                  </a:lnTo>
                  <a:lnTo>
                    <a:pt x="3026859" y="2555239"/>
                  </a:lnTo>
                  <a:lnTo>
                    <a:pt x="3026985" y="2555239"/>
                  </a:lnTo>
                  <a:lnTo>
                    <a:pt x="3027111" y="2555239"/>
                  </a:lnTo>
                  <a:lnTo>
                    <a:pt x="3027237" y="2555239"/>
                  </a:lnTo>
                  <a:lnTo>
                    <a:pt x="3027363" y="2555239"/>
                  </a:lnTo>
                  <a:lnTo>
                    <a:pt x="3027489" y="2555239"/>
                  </a:lnTo>
                  <a:lnTo>
                    <a:pt x="3027615" y="2555239"/>
                  </a:lnTo>
                  <a:lnTo>
                    <a:pt x="3027741" y="2555239"/>
                  </a:lnTo>
                  <a:lnTo>
                    <a:pt x="3027868" y="2555239"/>
                  </a:lnTo>
                  <a:lnTo>
                    <a:pt x="3027994" y="2555239"/>
                  </a:lnTo>
                  <a:lnTo>
                    <a:pt x="3028120" y="2555239"/>
                  </a:lnTo>
                  <a:lnTo>
                    <a:pt x="3028246" y="2555239"/>
                  </a:lnTo>
                  <a:lnTo>
                    <a:pt x="3028372" y="2555239"/>
                  </a:lnTo>
                  <a:lnTo>
                    <a:pt x="3028498" y="2555239"/>
                  </a:lnTo>
                  <a:lnTo>
                    <a:pt x="3028624" y="2555239"/>
                  </a:lnTo>
                  <a:lnTo>
                    <a:pt x="3028750" y="2555239"/>
                  </a:lnTo>
                  <a:lnTo>
                    <a:pt x="3028876" y="2555239"/>
                  </a:lnTo>
                  <a:lnTo>
                    <a:pt x="3029002" y="2555239"/>
                  </a:lnTo>
                  <a:lnTo>
                    <a:pt x="3029128" y="2555239"/>
                  </a:lnTo>
                  <a:lnTo>
                    <a:pt x="3029255" y="2555239"/>
                  </a:lnTo>
                  <a:lnTo>
                    <a:pt x="3029381" y="2555239"/>
                  </a:lnTo>
                  <a:lnTo>
                    <a:pt x="3029507" y="2555239"/>
                  </a:lnTo>
                  <a:lnTo>
                    <a:pt x="3029633" y="2555239"/>
                  </a:lnTo>
                  <a:lnTo>
                    <a:pt x="3029759" y="2555239"/>
                  </a:lnTo>
                  <a:lnTo>
                    <a:pt x="3029885" y="2555239"/>
                  </a:lnTo>
                  <a:lnTo>
                    <a:pt x="3030011" y="2555239"/>
                  </a:lnTo>
                  <a:lnTo>
                    <a:pt x="3030137" y="2555239"/>
                  </a:lnTo>
                  <a:lnTo>
                    <a:pt x="3030263" y="2555239"/>
                  </a:lnTo>
                  <a:lnTo>
                    <a:pt x="3030389" y="2555239"/>
                  </a:lnTo>
                  <a:lnTo>
                    <a:pt x="3030515" y="2555239"/>
                  </a:lnTo>
                  <a:lnTo>
                    <a:pt x="3030641" y="2555239"/>
                  </a:lnTo>
                  <a:lnTo>
                    <a:pt x="3030768" y="2555239"/>
                  </a:lnTo>
                  <a:lnTo>
                    <a:pt x="3030894" y="2555239"/>
                  </a:lnTo>
                  <a:lnTo>
                    <a:pt x="3031020" y="2555239"/>
                  </a:lnTo>
                  <a:lnTo>
                    <a:pt x="3031146" y="2555239"/>
                  </a:lnTo>
                  <a:lnTo>
                    <a:pt x="3031272" y="2555239"/>
                  </a:lnTo>
                  <a:lnTo>
                    <a:pt x="3031398" y="2555239"/>
                  </a:lnTo>
                  <a:lnTo>
                    <a:pt x="3031524" y="2555239"/>
                  </a:lnTo>
                  <a:lnTo>
                    <a:pt x="3031524" y="2549960"/>
                  </a:lnTo>
                  <a:lnTo>
                    <a:pt x="3031650" y="2549960"/>
                  </a:lnTo>
                  <a:lnTo>
                    <a:pt x="3031776" y="2549960"/>
                  </a:lnTo>
                  <a:lnTo>
                    <a:pt x="3031902" y="2549960"/>
                  </a:lnTo>
                  <a:lnTo>
                    <a:pt x="3032028" y="2549960"/>
                  </a:lnTo>
                  <a:lnTo>
                    <a:pt x="3032155" y="2549960"/>
                  </a:lnTo>
                  <a:lnTo>
                    <a:pt x="3032281" y="2549960"/>
                  </a:lnTo>
                  <a:lnTo>
                    <a:pt x="3032407" y="2549960"/>
                  </a:lnTo>
                  <a:lnTo>
                    <a:pt x="3032533" y="2549960"/>
                  </a:lnTo>
                  <a:lnTo>
                    <a:pt x="3032659" y="2549960"/>
                  </a:lnTo>
                  <a:lnTo>
                    <a:pt x="3032785" y="2549960"/>
                  </a:lnTo>
                  <a:lnTo>
                    <a:pt x="3032911" y="2549960"/>
                  </a:lnTo>
                  <a:lnTo>
                    <a:pt x="3033037" y="2549960"/>
                  </a:lnTo>
                  <a:lnTo>
                    <a:pt x="3033163" y="2549960"/>
                  </a:lnTo>
                  <a:lnTo>
                    <a:pt x="3033289" y="2549960"/>
                  </a:lnTo>
                  <a:lnTo>
                    <a:pt x="3033289" y="2544681"/>
                  </a:lnTo>
                  <a:lnTo>
                    <a:pt x="3033415" y="2544681"/>
                  </a:lnTo>
                  <a:lnTo>
                    <a:pt x="3033541" y="2544681"/>
                  </a:lnTo>
                  <a:lnTo>
                    <a:pt x="3033668" y="2544681"/>
                  </a:lnTo>
                  <a:lnTo>
                    <a:pt x="3033794" y="2544681"/>
                  </a:lnTo>
                  <a:lnTo>
                    <a:pt x="3033920" y="2544681"/>
                  </a:lnTo>
                  <a:lnTo>
                    <a:pt x="3034046" y="2544681"/>
                  </a:lnTo>
                  <a:lnTo>
                    <a:pt x="3034172" y="2544681"/>
                  </a:lnTo>
                  <a:lnTo>
                    <a:pt x="3034298" y="2544681"/>
                  </a:lnTo>
                  <a:lnTo>
                    <a:pt x="3034424" y="2544681"/>
                  </a:lnTo>
                  <a:lnTo>
                    <a:pt x="3034550" y="2544681"/>
                  </a:lnTo>
                  <a:lnTo>
                    <a:pt x="3034676" y="2544681"/>
                  </a:lnTo>
                  <a:lnTo>
                    <a:pt x="3034802" y="2544681"/>
                  </a:lnTo>
                  <a:lnTo>
                    <a:pt x="3034928" y="2544681"/>
                  </a:lnTo>
                  <a:lnTo>
                    <a:pt x="3035055" y="2544681"/>
                  </a:lnTo>
                  <a:lnTo>
                    <a:pt x="3035181" y="2544681"/>
                  </a:lnTo>
                  <a:lnTo>
                    <a:pt x="3035307" y="2544681"/>
                  </a:lnTo>
                  <a:lnTo>
                    <a:pt x="3035433" y="2544681"/>
                  </a:lnTo>
                  <a:lnTo>
                    <a:pt x="3035559" y="2544681"/>
                  </a:lnTo>
                  <a:lnTo>
                    <a:pt x="3035685" y="2544681"/>
                  </a:lnTo>
                  <a:lnTo>
                    <a:pt x="3035811" y="2544681"/>
                  </a:lnTo>
                  <a:lnTo>
                    <a:pt x="3035937" y="2544681"/>
                  </a:lnTo>
                  <a:lnTo>
                    <a:pt x="3036063" y="2544681"/>
                  </a:lnTo>
                  <a:lnTo>
                    <a:pt x="3036189" y="2544681"/>
                  </a:lnTo>
                  <a:lnTo>
                    <a:pt x="3036315" y="2544681"/>
                  </a:lnTo>
                  <a:lnTo>
                    <a:pt x="3036441" y="2544681"/>
                  </a:lnTo>
                  <a:lnTo>
                    <a:pt x="3036568" y="2544681"/>
                  </a:lnTo>
                  <a:lnTo>
                    <a:pt x="3036694" y="2544681"/>
                  </a:lnTo>
                  <a:lnTo>
                    <a:pt x="3036820" y="2544681"/>
                  </a:lnTo>
                  <a:lnTo>
                    <a:pt x="3036946" y="2544681"/>
                  </a:lnTo>
                  <a:lnTo>
                    <a:pt x="3037072" y="2544681"/>
                  </a:lnTo>
                  <a:lnTo>
                    <a:pt x="3037198" y="2544681"/>
                  </a:lnTo>
                  <a:lnTo>
                    <a:pt x="3037324" y="2544681"/>
                  </a:lnTo>
                  <a:lnTo>
                    <a:pt x="3037450" y="2544681"/>
                  </a:lnTo>
                  <a:lnTo>
                    <a:pt x="3037576" y="2544681"/>
                  </a:lnTo>
                  <a:lnTo>
                    <a:pt x="3037702" y="2544681"/>
                  </a:lnTo>
                  <a:lnTo>
                    <a:pt x="3037828" y="2544681"/>
                  </a:lnTo>
                  <a:lnTo>
                    <a:pt x="3037955" y="2544681"/>
                  </a:lnTo>
                  <a:lnTo>
                    <a:pt x="3038081" y="2544681"/>
                  </a:lnTo>
                  <a:lnTo>
                    <a:pt x="3038207" y="2544681"/>
                  </a:lnTo>
                  <a:lnTo>
                    <a:pt x="3038333" y="2544681"/>
                  </a:lnTo>
                  <a:lnTo>
                    <a:pt x="3038459" y="2544681"/>
                  </a:lnTo>
                  <a:lnTo>
                    <a:pt x="3038585" y="2544681"/>
                  </a:lnTo>
                  <a:lnTo>
                    <a:pt x="3038711" y="2544681"/>
                  </a:lnTo>
                  <a:lnTo>
                    <a:pt x="3038837" y="2544681"/>
                  </a:lnTo>
                  <a:lnTo>
                    <a:pt x="3038963" y="2544681"/>
                  </a:lnTo>
                  <a:lnTo>
                    <a:pt x="3039089" y="2544681"/>
                  </a:lnTo>
                  <a:lnTo>
                    <a:pt x="3039215" y="2544681"/>
                  </a:lnTo>
                  <a:lnTo>
                    <a:pt x="3039342" y="2544681"/>
                  </a:lnTo>
                  <a:lnTo>
                    <a:pt x="3039468" y="2544681"/>
                  </a:lnTo>
                  <a:lnTo>
                    <a:pt x="3039594" y="2544681"/>
                  </a:lnTo>
                  <a:lnTo>
                    <a:pt x="3039720" y="2544681"/>
                  </a:lnTo>
                  <a:lnTo>
                    <a:pt x="3039846" y="2544681"/>
                  </a:lnTo>
                  <a:lnTo>
                    <a:pt x="3039972" y="2544681"/>
                  </a:lnTo>
                  <a:lnTo>
                    <a:pt x="3040098" y="2544681"/>
                  </a:lnTo>
                  <a:lnTo>
                    <a:pt x="3040224" y="2544681"/>
                  </a:lnTo>
                  <a:lnTo>
                    <a:pt x="3040350" y="2544681"/>
                  </a:lnTo>
                  <a:lnTo>
                    <a:pt x="3040476" y="2544681"/>
                  </a:lnTo>
                  <a:lnTo>
                    <a:pt x="3040602" y="2544681"/>
                  </a:lnTo>
                  <a:lnTo>
                    <a:pt x="3040728" y="2544681"/>
                  </a:lnTo>
                  <a:lnTo>
                    <a:pt x="3040855" y="2544681"/>
                  </a:lnTo>
                  <a:lnTo>
                    <a:pt x="3040981" y="2544681"/>
                  </a:lnTo>
                  <a:lnTo>
                    <a:pt x="3041107" y="2544681"/>
                  </a:lnTo>
                  <a:lnTo>
                    <a:pt x="3041233" y="2544681"/>
                  </a:lnTo>
                  <a:lnTo>
                    <a:pt x="3041359" y="2544681"/>
                  </a:lnTo>
                  <a:lnTo>
                    <a:pt x="3041485" y="2544681"/>
                  </a:lnTo>
                  <a:lnTo>
                    <a:pt x="3041611" y="2544681"/>
                  </a:lnTo>
                  <a:lnTo>
                    <a:pt x="3041737" y="2544681"/>
                  </a:lnTo>
                  <a:lnTo>
                    <a:pt x="3041863" y="2544681"/>
                  </a:lnTo>
                  <a:lnTo>
                    <a:pt x="3041989" y="2544681"/>
                  </a:lnTo>
                  <a:lnTo>
                    <a:pt x="3042115" y="2544681"/>
                  </a:lnTo>
                  <a:lnTo>
                    <a:pt x="3042242" y="2544681"/>
                  </a:lnTo>
                  <a:lnTo>
                    <a:pt x="3042368" y="2544681"/>
                  </a:lnTo>
                  <a:lnTo>
                    <a:pt x="3042494" y="2544681"/>
                  </a:lnTo>
                  <a:lnTo>
                    <a:pt x="3042620" y="2544681"/>
                  </a:lnTo>
                  <a:lnTo>
                    <a:pt x="3042746" y="2544681"/>
                  </a:lnTo>
                  <a:lnTo>
                    <a:pt x="3042872" y="2544681"/>
                  </a:lnTo>
                  <a:lnTo>
                    <a:pt x="3042998" y="2544681"/>
                  </a:lnTo>
                  <a:lnTo>
                    <a:pt x="3043124" y="2544681"/>
                  </a:lnTo>
                  <a:lnTo>
                    <a:pt x="3043250" y="2544681"/>
                  </a:lnTo>
                  <a:lnTo>
                    <a:pt x="3043376" y="2544681"/>
                  </a:lnTo>
                  <a:lnTo>
                    <a:pt x="3043502" y="2544681"/>
                  </a:lnTo>
                  <a:lnTo>
                    <a:pt x="3043628" y="2544681"/>
                  </a:lnTo>
                  <a:lnTo>
                    <a:pt x="3043755" y="2544681"/>
                  </a:lnTo>
                  <a:lnTo>
                    <a:pt x="3043881" y="2544681"/>
                  </a:lnTo>
                  <a:lnTo>
                    <a:pt x="3044007" y="2544681"/>
                  </a:lnTo>
                  <a:lnTo>
                    <a:pt x="3044133" y="2544681"/>
                  </a:lnTo>
                  <a:lnTo>
                    <a:pt x="3044259" y="2544681"/>
                  </a:lnTo>
                  <a:lnTo>
                    <a:pt x="3044259" y="2539401"/>
                  </a:lnTo>
                  <a:lnTo>
                    <a:pt x="3044385" y="2539401"/>
                  </a:lnTo>
                  <a:lnTo>
                    <a:pt x="3044511" y="2539401"/>
                  </a:lnTo>
                  <a:lnTo>
                    <a:pt x="3044637" y="2539401"/>
                  </a:lnTo>
                  <a:lnTo>
                    <a:pt x="3044763" y="2539401"/>
                  </a:lnTo>
                  <a:lnTo>
                    <a:pt x="3044889" y="2539401"/>
                  </a:lnTo>
                  <a:lnTo>
                    <a:pt x="3045015" y="2539401"/>
                  </a:lnTo>
                  <a:lnTo>
                    <a:pt x="3045142" y="2539401"/>
                  </a:lnTo>
                  <a:lnTo>
                    <a:pt x="3045268" y="2539401"/>
                  </a:lnTo>
                  <a:lnTo>
                    <a:pt x="3045394" y="2539401"/>
                  </a:lnTo>
                  <a:lnTo>
                    <a:pt x="3045520" y="2539401"/>
                  </a:lnTo>
                  <a:lnTo>
                    <a:pt x="3045646" y="2539401"/>
                  </a:lnTo>
                  <a:lnTo>
                    <a:pt x="3045772" y="2539401"/>
                  </a:lnTo>
                  <a:lnTo>
                    <a:pt x="3045898" y="2539401"/>
                  </a:lnTo>
                  <a:lnTo>
                    <a:pt x="3046024" y="2539401"/>
                  </a:lnTo>
                  <a:lnTo>
                    <a:pt x="3046150" y="2539401"/>
                  </a:lnTo>
                  <a:lnTo>
                    <a:pt x="3046276" y="2539401"/>
                  </a:lnTo>
                  <a:lnTo>
                    <a:pt x="3046402" y="2539401"/>
                  </a:lnTo>
                  <a:lnTo>
                    <a:pt x="3046529" y="2539401"/>
                  </a:lnTo>
                  <a:lnTo>
                    <a:pt x="3046655" y="2539401"/>
                  </a:lnTo>
                  <a:lnTo>
                    <a:pt x="3046781" y="2539401"/>
                  </a:lnTo>
                  <a:lnTo>
                    <a:pt x="3046907" y="2539401"/>
                  </a:lnTo>
                  <a:lnTo>
                    <a:pt x="3047033" y="2539401"/>
                  </a:lnTo>
                  <a:lnTo>
                    <a:pt x="3047159" y="2539401"/>
                  </a:lnTo>
                  <a:lnTo>
                    <a:pt x="3047285" y="2539401"/>
                  </a:lnTo>
                  <a:lnTo>
                    <a:pt x="3047411" y="2539401"/>
                  </a:lnTo>
                  <a:lnTo>
                    <a:pt x="3047537" y="2539401"/>
                  </a:lnTo>
                  <a:lnTo>
                    <a:pt x="3047663" y="2539401"/>
                  </a:lnTo>
                  <a:lnTo>
                    <a:pt x="3047789" y="2539401"/>
                  </a:lnTo>
                  <a:lnTo>
                    <a:pt x="3047915" y="2539401"/>
                  </a:lnTo>
                  <a:lnTo>
                    <a:pt x="3048042" y="2539401"/>
                  </a:lnTo>
                  <a:lnTo>
                    <a:pt x="3048168" y="2539401"/>
                  </a:lnTo>
                  <a:lnTo>
                    <a:pt x="3048294" y="2539401"/>
                  </a:lnTo>
                  <a:lnTo>
                    <a:pt x="3048420" y="2539401"/>
                  </a:lnTo>
                  <a:lnTo>
                    <a:pt x="3048546" y="2539401"/>
                  </a:lnTo>
                  <a:lnTo>
                    <a:pt x="3048672" y="2539401"/>
                  </a:lnTo>
                  <a:lnTo>
                    <a:pt x="3048798" y="2539401"/>
                  </a:lnTo>
                  <a:lnTo>
                    <a:pt x="3048924" y="2539401"/>
                  </a:lnTo>
                  <a:lnTo>
                    <a:pt x="3049050" y="2539401"/>
                  </a:lnTo>
                  <a:lnTo>
                    <a:pt x="3049176" y="2539401"/>
                  </a:lnTo>
                  <a:lnTo>
                    <a:pt x="3049302" y="2539401"/>
                  </a:lnTo>
                  <a:lnTo>
                    <a:pt x="3049429" y="2539401"/>
                  </a:lnTo>
                  <a:lnTo>
                    <a:pt x="3049555" y="2539401"/>
                  </a:lnTo>
                  <a:lnTo>
                    <a:pt x="3049681" y="2539401"/>
                  </a:lnTo>
                  <a:lnTo>
                    <a:pt x="3049807" y="2539401"/>
                  </a:lnTo>
                  <a:lnTo>
                    <a:pt x="3049933" y="2539401"/>
                  </a:lnTo>
                  <a:lnTo>
                    <a:pt x="3050059" y="2539401"/>
                  </a:lnTo>
                  <a:lnTo>
                    <a:pt x="3050185" y="2539401"/>
                  </a:lnTo>
                  <a:lnTo>
                    <a:pt x="3050311" y="2539401"/>
                  </a:lnTo>
                  <a:lnTo>
                    <a:pt x="3050437" y="2539401"/>
                  </a:lnTo>
                  <a:lnTo>
                    <a:pt x="3050563" y="2539401"/>
                  </a:lnTo>
                  <a:lnTo>
                    <a:pt x="3050689" y="2539401"/>
                  </a:lnTo>
                  <a:lnTo>
                    <a:pt x="3050815" y="2539401"/>
                  </a:lnTo>
                  <a:lnTo>
                    <a:pt x="3050942" y="2539401"/>
                  </a:lnTo>
                  <a:lnTo>
                    <a:pt x="3051068" y="2539401"/>
                  </a:lnTo>
                  <a:lnTo>
                    <a:pt x="3051194" y="2539401"/>
                  </a:lnTo>
                  <a:lnTo>
                    <a:pt x="3051320" y="2539401"/>
                  </a:lnTo>
                  <a:lnTo>
                    <a:pt x="3051446" y="2539401"/>
                  </a:lnTo>
                  <a:lnTo>
                    <a:pt x="3051572" y="2539401"/>
                  </a:lnTo>
                  <a:lnTo>
                    <a:pt x="3051698" y="2539401"/>
                  </a:lnTo>
                  <a:lnTo>
                    <a:pt x="3051824" y="2539401"/>
                  </a:lnTo>
                  <a:lnTo>
                    <a:pt x="3051950" y="2539401"/>
                  </a:lnTo>
                  <a:lnTo>
                    <a:pt x="3052076" y="2539401"/>
                  </a:lnTo>
                  <a:lnTo>
                    <a:pt x="3052202" y="2539401"/>
                  </a:lnTo>
                  <a:lnTo>
                    <a:pt x="3052329" y="2539401"/>
                  </a:lnTo>
                  <a:lnTo>
                    <a:pt x="3052455" y="2539401"/>
                  </a:lnTo>
                  <a:lnTo>
                    <a:pt x="3052581" y="2539401"/>
                  </a:lnTo>
                  <a:lnTo>
                    <a:pt x="3052707" y="2539401"/>
                  </a:lnTo>
                  <a:lnTo>
                    <a:pt x="3052833" y="2539401"/>
                  </a:lnTo>
                  <a:lnTo>
                    <a:pt x="3052959" y="2539401"/>
                  </a:lnTo>
                  <a:lnTo>
                    <a:pt x="3053085" y="2539401"/>
                  </a:lnTo>
                  <a:lnTo>
                    <a:pt x="3053085" y="2534122"/>
                  </a:lnTo>
                  <a:lnTo>
                    <a:pt x="3053211" y="2534122"/>
                  </a:lnTo>
                  <a:lnTo>
                    <a:pt x="3053211" y="2528842"/>
                  </a:lnTo>
                  <a:lnTo>
                    <a:pt x="3053337" y="2528842"/>
                  </a:lnTo>
                  <a:lnTo>
                    <a:pt x="3053463" y="2528842"/>
                  </a:lnTo>
                  <a:lnTo>
                    <a:pt x="3053589" y="2528842"/>
                  </a:lnTo>
                  <a:lnTo>
                    <a:pt x="3053716" y="2528842"/>
                  </a:lnTo>
                  <a:lnTo>
                    <a:pt x="3053716" y="2523563"/>
                  </a:lnTo>
                  <a:lnTo>
                    <a:pt x="3053842" y="2523563"/>
                  </a:lnTo>
                  <a:lnTo>
                    <a:pt x="3053968" y="2523563"/>
                  </a:lnTo>
                  <a:lnTo>
                    <a:pt x="3054094" y="2523563"/>
                  </a:lnTo>
                  <a:lnTo>
                    <a:pt x="3054220" y="2523563"/>
                  </a:lnTo>
                  <a:lnTo>
                    <a:pt x="3054346" y="2523563"/>
                  </a:lnTo>
                  <a:lnTo>
                    <a:pt x="3054472" y="2523563"/>
                  </a:lnTo>
                  <a:lnTo>
                    <a:pt x="3054598" y="2523563"/>
                  </a:lnTo>
                  <a:lnTo>
                    <a:pt x="3054724" y="2523563"/>
                  </a:lnTo>
                  <a:lnTo>
                    <a:pt x="3054850" y="2523563"/>
                  </a:lnTo>
                  <a:lnTo>
                    <a:pt x="3054976" y="2523563"/>
                  </a:lnTo>
                  <a:lnTo>
                    <a:pt x="3055102" y="2523563"/>
                  </a:lnTo>
                  <a:lnTo>
                    <a:pt x="3055229" y="2523563"/>
                  </a:lnTo>
                  <a:lnTo>
                    <a:pt x="3055355" y="2523563"/>
                  </a:lnTo>
                  <a:lnTo>
                    <a:pt x="3055481" y="2523563"/>
                  </a:lnTo>
                  <a:lnTo>
                    <a:pt x="3055607" y="2523563"/>
                  </a:lnTo>
                  <a:lnTo>
                    <a:pt x="3055733" y="2523563"/>
                  </a:lnTo>
                  <a:lnTo>
                    <a:pt x="3055859" y="2523563"/>
                  </a:lnTo>
                  <a:lnTo>
                    <a:pt x="3055985" y="2523563"/>
                  </a:lnTo>
                  <a:lnTo>
                    <a:pt x="3056111" y="2523563"/>
                  </a:lnTo>
                  <a:lnTo>
                    <a:pt x="3056237" y="2523563"/>
                  </a:lnTo>
                  <a:lnTo>
                    <a:pt x="3056363" y="2523563"/>
                  </a:lnTo>
                  <a:lnTo>
                    <a:pt x="3056489" y="2523563"/>
                  </a:lnTo>
                  <a:lnTo>
                    <a:pt x="3056616" y="2523563"/>
                  </a:lnTo>
                  <a:lnTo>
                    <a:pt x="3056742" y="2523563"/>
                  </a:lnTo>
                  <a:lnTo>
                    <a:pt x="3056868" y="2523563"/>
                  </a:lnTo>
                  <a:lnTo>
                    <a:pt x="3056994" y="2523563"/>
                  </a:lnTo>
                  <a:lnTo>
                    <a:pt x="3057120" y="2523563"/>
                  </a:lnTo>
                  <a:lnTo>
                    <a:pt x="3057246" y="2523563"/>
                  </a:lnTo>
                  <a:lnTo>
                    <a:pt x="3057372" y="2523563"/>
                  </a:lnTo>
                  <a:lnTo>
                    <a:pt x="3057498" y="2523563"/>
                  </a:lnTo>
                  <a:lnTo>
                    <a:pt x="3057624" y="2523563"/>
                  </a:lnTo>
                  <a:lnTo>
                    <a:pt x="3057750" y="2523563"/>
                  </a:lnTo>
                  <a:lnTo>
                    <a:pt x="3057876" y="2523563"/>
                  </a:lnTo>
                  <a:lnTo>
                    <a:pt x="3058002" y="2523563"/>
                  </a:lnTo>
                  <a:lnTo>
                    <a:pt x="3058129" y="2523563"/>
                  </a:lnTo>
                  <a:lnTo>
                    <a:pt x="3058255" y="2523563"/>
                  </a:lnTo>
                  <a:lnTo>
                    <a:pt x="3058381" y="2523563"/>
                  </a:lnTo>
                  <a:lnTo>
                    <a:pt x="3058507" y="2523563"/>
                  </a:lnTo>
                  <a:lnTo>
                    <a:pt x="3058633" y="2523563"/>
                  </a:lnTo>
                  <a:lnTo>
                    <a:pt x="3058759" y="2523563"/>
                  </a:lnTo>
                  <a:lnTo>
                    <a:pt x="3058885" y="2523563"/>
                  </a:lnTo>
                  <a:lnTo>
                    <a:pt x="3059011" y="2523563"/>
                  </a:lnTo>
                  <a:lnTo>
                    <a:pt x="3059137" y="2523563"/>
                  </a:lnTo>
                  <a:lnTo>
                    <a:pt x="3059263" y="2523563"/>
                  </a:lnTo>
                  <a:lnTo>
                    <a:pt x="3059389" y="2523563"/>
                  </a:lnTo>
                  <a:lnTo>
                    <a:pt x="3059516" y="2523563"/>
                  </a:lnTo>
                  <a:lnTo>
                    <a:pt x="3059642" y="2523563"/>
                  </a:lnTo>
                  <a:lnTo>
                    <a:pt x="3059768" y="2523563"/>
                  </a:lnTo>
                  <a:lnTo>
                    <a:pt x="3059894" y="2523563"/>
                  </a:lnTo>
                  <a:lnTo>
                    <a:pt x="3060020" y="2523563"/>
                  </a:lnTo>
                  <a:lnTo>
                    <a:pt x="3060146" y="2523563"/>
                  </a:lnTo>
                  <a:lnTo>
                    <a:pt x="3060272" y="2523563"/>
                  </a:lnTo>
                  <a:lnTo>
                    <a:pt x="3060398" y="2523563"/>
                  </a:lnTo>
                  <a:lnTo>
                    <a:pt x="3060524" y="2523563"/>
                  </a:lnTo>
                  <a:lnTo>
                    <a:pt x="3060650" y="2523563"/>
                  </a:lnTo>
                  <a:lnTo>
                    <a:pt x="3060776" y="2523563"/>
                  </a:lnTo>
                  <a:lnTo>
                    <a:pt x="3060902" y="2523563"/>
                  </a:lnTo>
                  <a:lnTo>
                    <a:pt x="3061029" y="2523563"/>
                  </a:lnTo>
                  <a:lnTo>
                    <a:pt x="3061155" y="2523563"/>
                  </a:lnTo>
                  <a:lnTo>
                    <a:pt x="3061281" y="2523563"/>
                  </a:lnTo>
                  <a:lnTo>
                    <a:pt x="3061407" y="2523563"/>
                  </a:lnTo>
                  <a:lnTo>
                    <a:pt x="3061533" y="2523563"/>
                  </a:lnTo>
                  <a:lnTo>
                    <a:pt x="3061659" y="2523563"/>
                  </a:lnTo>
                  <a:lnTo>
                    <a:pt x="3061785" y="2523563"/>
                  </a:lnTo>
                  <a:lnTo>
                    <a:pt x="3061911" y="2523563"/>
                  </a:lnTo>
                  <a:lnTo>
                    <a:pt x="3062037" y="2523563"/>
                  </a:lnTo>
                  <a:lnTo>
                    <a:pt x="3062163" y="2523563"/>
                  </a:lnTo>
                  <a:lnTo>
                    <a:pt x="3062289" y="2523563"/>
                  </a:lnTo>
                  <a:lnTo>
                    <a:pt x="3062416" y="2523563"/>
                  </a:lnTo>
                  <a:lnTo>
                    <a:pt x="3062542" y="2523563"/>
                  </a:lnTo>
                  <a:lnTo>
                    <a:pt x="3062668" y="2523563"/>
                  </a:lnTo>
                  <a:lnTo>
                    <a:pt x="3062794" y="2523563"/>
                  </a:lnTo>
                  <a:lnTo>
                    <a:pt x="3062920" y="2523563"/>
                  </a:lnTo>
                  <a:lnTo>
                    <a:pt x="3062920" y="2518283"/>
                  </a:lnTo>
                  <a:lnTo>
                    <a:pt x="3063046" y="2518283"/>
                  </a:lnTo>
                  <a:lnTo>
                    <a:pt x="3063172" y="2518283"/>
                  </a:lnTo>
                  <a:lnTo>
                    <a:pt x="3063298" y="2518283"/>
                  </a:lnTo>
                  <a:lnTo>
                    <a:pt x="3063424" y="2518283"/>
                  </a:lnTo>
                  <a:lnTo>
                    <a:pt x="3063550" y="2518283"/>
                  </a:lnTo>
                  <a:lnTo>
                    <a:pt x="3063676" y="2518283"/>
                  </a:lnTo>
                  <a:lnTo>
                    <a:pt x="3063803" y="2518283"/>
                  </a:lnTo>
                  <a:lnTo>
                    <a:pt x="3063929" y="2518283"/>
                  </a:lnTo>
                  <a:lnTo>
                    <a:pt x="3064055" y="2518283"/>
                  </a:lnTo>
                  <a:lnTo>
                    <a:pt x="3064181" y="2518283"/>
                  </a:lnTo>
                  <a:lnTo>
                    <a:pt x="3064307" y="2518283"/>
                  </a:lnTo>
                  <a:lnTo>
                    <a:pt x="3064433" y="2518283"/>
                  </a:lnTo>
                  <a:lnTo>
                    <a:pt x="3064559" y="2518283"/>
                  </a:lnTo>
                  <a:lnTo>
                    <a:pt x="3064685" y="2518283"/>
                  </a:lnTo>
                  <a:lnTo>
                    <a:pt x="3064811" y="2518283"/>
                  </a:lnTo>
                  <a:lnTo>
                    <a:pt x="3064937" y="2518283"/>
                  </a:lnTo>
                  <a:lnTo>
                    <a:pt x="3065063" y="2518283"/>
                  </a:lnTo>
                  <a:lnTo>
                    <a:pt x="3065189" y="2518283"/>
                  </a:lnTo>
                  <a:lnTo>
                    <a:pt x="3065316" y="2518283"/>
                  </a:lnTo>
                  <a:lnTo>
                    <a:pt x="3065442" y="2518283"/>
                  </a:lnTo>
                  <a:lnTo>
                    <a:pt x="3065568" y="2518283"/>
                  </a:lnTo>
                  <a:lnTo>
                    <a:pt x="3065694" y="2518283"/>
                  </a:lnTo>
                  <a:lnTo>
                    <a:pt x="3065820" y="2518283"/>
                  </a:lnTo>
                  <a:lnTo>
                    <a:pt x="3065946" y="2518283"/>
                  </a:lnTo>
                  <a:lnTo>
                    <a:pt x="3066072" y="2518283"/>
                  </a:lnTo>
                  <a:lnTo>
                    <a:pt x="3066198" y="2518283"/>
                  </a:lnTo>
                  <a:lnTo>
                    <a:pt x="3066324" y="2518283"/>
                  </a:lnTo>
                  <a:lnTo>
                    <a:pt x="3066450" y="2518283"/>
                  </a:lnTo>
                  <a:lnTo>
                    <a:pt x="3066576" y="2518283"/>
                  </a:lnTo>
                  <a:lnTo>
                    <a:pt x="3066703" y="2518283"/>
                  </a:lnTo>
                  <a:lnTo>
                    <a:pt x="3066829" y="2518283"/>
                  </a:lnTo>
                  <a:lnTo>
                    <a:pt x="3066955" y="2518283"/>
                  </a:lnTo>
                  <a:lnTo>
                    <a:pt x="3067081" y="2518283"/>
                  </a:lnTo>
                  <a:lnTo>
                    <a:pt x="3067207" y="2518283"/>
                  </a:lnTo>
                  <a:lnTo>
                    <a:pt x="3067333" y="2518283"/>
                  </a:lnTo>
                  <a:lnTo>
                    <a:pt x="3067459" y="2518283"/>
                  </a:lnTo>
                  <a:lnTo>
                    <a:pt x="3067585" y="2518283"/>
                  </a:lnTo>
                  <a:lnTo>
                    <a:pt x="3067711" y="2518283"/>
                  </a:lnTo>
                  <a:lnTo>
                    <a:pt x="3067837" y="2518283"/>
                  </a:lnTo>
                  <a:lnTo>
                    <a:pt x="3067963" y="2518283"/>
                  </a:lnTo>
                  <a:lnTo>
                    <a:pt x="3068089" y="2518283"/>
                  </a:lnTo>
                  <a:lnTo>
                    <a:pt x="3068216" y="2518283"/>
                  </a:lnTo>
                  <a:lnTo>
                    <a:pt x="3068342" y="2518283"/>
                  </a:lnTo>
                  <a:lnTo>
                    <a:pt x="3068468" y="2518283"/>
                  </a:lnTo>
                  <a:lnTo>
                    <a:pt x="3068594" y="2518283"/>
                  </a:lnTo>
                  <a:lnTo>
                    <a:pt x="3068720" y="2518283"/>
                  </a:lnTo>
                  <a:lnTo>
                    <a:pt x="3068846" y="2518283"/>
                  </a:lnTo>
                  <a:lnTo>
                    <a:pt x="3068972" y="2518283"/>
                  </a:lnTo>
                  <a:lnTo>
                    <a:pt x="3069098" y="2518283"/>
                  </a:lnTo>
                  <a:lnTo>
                    <a:pt x="3069224" y="2518283"/>
                  </a:lnTo>
                  <a:lnTo>
                    <a:pt x="3069350" y="2518283"/>
                  </a:lnTo>
                  <a:lnTo>
                    <a:pt x="3069476" y="2518283"/>
                  </a:lnTo>
                  <a:lnTo>
                    <a:pt x="3069603" y="2518283"/>
                  </a:lnTo>
                  <a:lnTo>
                    <a:pt x="3069729" y="2518283"/>
                  </a:lnTo>
                  <a:lnTo>
                    <a:pt x="3069855" y="2518283"/>
                  </a:lnTo>
                  <a:lnTo>
                    <a:pt x="3069981" y="2518283"/>
                  </a:lnTo>
                  <a:lnTo>
                    <a:pt x="3070107" y="2518283"/>
                  </a:lnTo>
                  <a:lnTo>
                    <a:pt x="3070233" y="2518283"/>
                  </a:lnTo>
                  <a:lnTo>
                    <a:pt x="3070359" y="2518283"/>
                  </a:lnTo>
                  <a:lnTo>
                    <a:pt x="3070485" y="2518283"/>
                  </a:lnTo>
                  <a:lnTo>
                    <a:pt x="3070611" y="2518283"/>
                  </a:lnTo>
                  <a:lnTo>
                    <a:pt x="3070737" y="2518283"/>
                  </a:lnTo>
                  <a:lnTo>
                    <a:pt x="3070863" y="2518283"/>
                  </a:lnTo>
                  <a:lnTo>
                    <a:pt x="3070990" y="2518283"/>
                  </a:lnTo>
                  <a:lnTo>
                    <a:pt x="3071116" y="2518283"/>
                  </a:lnTo>
                  <a:lnTo>
                    <a:pt x="3071242" y="2518283"/>
                  </a:lnTo>
                  <a:lnTo>
                    <a:pt x="3071368" y="2518283"/>
                  </a:lnTo>
                  <a:lnTo>
                    <a:pt x="3071494" y="2518283"/>
                  </a:lnTo>
                  <a:lnTo>
                    <a:pt x="3071620" y="2518283"/>
                  </a:lnTo>
                  <a:lnTo>
                    <a:pt x="3071746" y="2518283"/>
                  </a:lnTo>
                  <a:lnTo>
                    <a:pt x="3071746" y="2513004"/>
                  </a:lnTo>
                  <a:lnTo>
                    <a:pt x="3071872" y="2513004"/>
                  </a:lnTo>
                  <a:lnTo>
                    <a:pt x="3071998" y="2513004"/>
                  </a:lnTo>
                  <a:lnTo>
                    <a:pt x="3072124" y="2513004"/>
                  </a:lnTo>
                  <a:lnTo>
                    <a:pt x="3072250" y="2513004"/>
                  </a:lnTo>
                  <a:lnTo>
                    <a:pt x="3072376" y="2513004"/>
                  </a:lnTo>
                  <a:lnTo>
                    <a:pt x="3072503" y="2513004"/>
                  </a:lnTo>
                  <a:lnTo>
                    <a:pt x="3072629" y="2513004"/>
                  </a:lnTo>
                  <a:lnTo>
                    <a:pt x="3072755" y="2513004"/>
                  </a:lnTo>
                  <a:lnTo>
                    <a:pt x="3072881" y="2513004"/>
                  </a:lnTo>
                  <a:lnTo>
                    <a:pt x="3073007" y="2513004"/>
                  </a:lnTo>
                  <a:lnTo>
                    <a:pt x="3073133" y="2513004"/>
                  </a:lnTo>
                  <a:lnTo>
                    <a:pt x="3073259" y="2513004"/>
                  </a:lnTo>
                  <a:lnTo>
                    <a:pt x="3073385" y="2513004"/>
                  </a:lnTo>
                  <a:lnTo>
                    <a:pt x="3073511" y="2513004"/>
                  </a:lnTo>
                  <a:lnTo>
                    <a:pt x="3073637" y="2513004"/>
                  </a:lnTo>
                  <a:lnTo>
                    <a:pt x="3073763" y="2513004"/>
                  </a:lnTo>
                  <a:lnTo>
                    <a:pt x="3073890" y="2513004"/>
                  </a:lnTo>
                  <a:lnTo>
                    <a:pt x="3074016" y="2513004"/>
                  </a:lnTo>
                  <a:lnTo>
                    <a:pt x="3074142" y="2513004"/>
                  </a:lnTo>
                  <a:lnTo>
                    <a:pt x="3074268" y="2513004"/>
                  </a:lnTo>
                  <a:lnTo>
                    <a:pt x="3074394" y="2513004"/>
                  </a:lnTo>
                  <a:lnTo>
                    <a:pt x="3074520" y="2513004"/>
                  </a:lnTo>
                  <a:lnTo>
                    <a:pt x="3074646" y="2513004"/>
                  </a:lnTo>
                  <a:lnTo>
                    <a:pt x="3074772" y="2513004"/>
                  </a:lnTo>
                  <a:lnTo>
                    <a:pt x="3074898" y="2513004"/>
                  </a:lnTo>
                  <a:lnTo>
                    <a:pt x="3075024" y="2513004"/>
                  </a:lnTo>
                  <a:lnTo>
                    <a:pt x="3075150" y="2513004"/>
                  </a:lnTo>
                  <a:lnTo>
                    <a:pt x="3075276" y="2513004"/>
                  </a:lnTo>
                  <a:lnTo>
                    <a:pt x="3075403" y="2513004"/>
                  </a:lnTo>
                  <a:lnTo>
                    <a:pt x="3075529" y="2513004"/>
                  </a:lnTo>
                  <a:lnTo>
                    <a:pt x="3075655" y="2513004"/>
                  </a:lnTo>
                  <a:lnTo>
                    <a:pt x="3075781" y="2513004"/>
                  </a:lnTo>
                  <a:lnTo>
                    <a:pt x="3075907" y="2513004"/>
                  </a:lnTo>
                  <a:lnTo>
                    <a:pt x="3076033" y="2513004"/>
                  </a:lnTo>
                  <a:lnTo>
                    <a:pt x="3076159" y="2513004"/>
                  </a:lnTo>
                  <a:lnTo>
                    <a:pt x="3076285" y="2513004"/>
                  </a:lnTo>
                  <a:lnTo>
                    <a:pt x="3076411" y="2513004"/>
                  </a:lnTo>
                  <a:lnTo>
                    <a:pt x="3076537" y="2513004"/>
                  </a:lnTo>
                  <a:lnTo>
                    <a:pt x="3076663" y="2513004"/>
                  </a:lnTo>
                  <a:lnTo>
                    <a:pt x="3076790" y="2513004"/>
                  </a:lnTo>
                  <a:lnTo>
                    <a:pt x="3076916" y="2513004"/>
                  </a:lnTo>
                  <a:lnTo>
                    <a:pt x="3077042" y="2513004"/>
                  </a:lnTo>
                  <a:lnTo>
                    <a:pt x="3077168" y="2513004"/>
                  </a:lnTo>
                  <a:lnTo>
                    <a:pt x="3077294" y="2513004"/>
                  </a:lnTo>
                  <a:lnTo>
                    <a:pt x="3077420" y="2513004"/>
                  </a:lnTo>
                  <a:lnTo>
                    <a:pt x="3077546" y="2513004"/>
                  </a:lnTo>
                  <a:lnTo>
                    <a:pt x="3077672" y="2513004"/>
                  </a:lnTo>
                  <a:lnTo>
                    <a:pt x="3077798" y="2513004"/>
                  </a:lnTo>
                  <a:lnTo>
                    <a:pt x="3077924" y="2513004"/>
                  </a:lnTo>
                  <a:lnTo>
                    <a:pt x="3078050" y="2513004"/>
                  </a:lnTo>
                  <a:lnTo>
                    <a:pt x="3078176" y="2513004"/>
                  </a:lnTo>
                  <a:lnTo>
                    <a:pt x="3078303" y="2513004"/>
                  </a:lnTo>
                  <a:lnTo>
                    <a:pt x="3078429" y="2513004"/>
                  </a:lnTo>
                  <a:lnTo>
                    <a:pt x="3078555" y="2513004"/>
                  </a:lnTo>
                  <a:lnTo>
                    <a:pt x="3078681" y="2513004"/>
                  </a:lnTo>
                  <a:lnTo>
                    <a:pt x="3078681" y="2507725"/>
                  </a:lnTo>
                  <a:lnTo>
                    <a:pt x="3078807" y="2507725"/>
                  </a:lnTo>
                  <a:lnTo>
                    <a:pt x="3078933" y="2507725"/>
                  </a:lnTo>
                  <a:lnTo>
                    <a:pt x="3079059" y="2507725"/>
                  </a:lnTo>
                  <a:lnTo>
                    <a:pt x="3079185" y="2507725"/>
                  </a:lnTo>
                  <a:lnTo>
                    <a:pt x="3079311" y="2507725"/>
                  </a:lnTo>
                  <a:lnTo>
                    <a:pt x="3079437" y="2507725"/>
                  </a:lnTo>
                  <a:lnTo>
                    <a:pt x="3079563" y="2507725"/>
                  </a:lnTo>
                  <a:lnTo>
                    <a:pt x="3079690" y="2507725"/>
                  </a:lnTo>
                  <a:lnTo>
                    <a:pt x="3079816" y="2507725"/>
                  </a:lnTo>
                  <a:lnTo>
                    <a:pt x="3079942" y="2507725"/>
                  </a:lnTo>
                  <a:lnTo>
                    <a:pt x="3080068" y="2507725"/>
                  </a:lnTo>
                  <a:lnTo>
                    <a:pt x="3080194" y="2507725"/>
                  </a:lnTo>
                  <a:lnTo>
                    <a:pt x="3080320" y="2507725"/>
                  </a:lnTo>
                  <a:lnTo>
                    <a:pt x="3080446" y="2507725"/>
                  </a:lnTo>
                  <a:lnTo>
                    <a:pt x="3080572" y="2507725"/>
                  </a:lnTo>
                  <a:lnTo>
                    <a:pt x="3080698" y="2507725"/>
                  </a:lnTo>
                  <a:lnTo>
                    <a:pt x="3080824" y="2507725"/>
                  </a:lnTo>
                  <a:lnTo>
                    <a:pt x="3080950" y="2507725"/>
                  </a:lnTo>
                  <a:lnTo>
                    <a:pt x="3081077" y="2507725"/>
                  </a:lnTo>
                  <a:lnTo>
                    <a:pt x="3081203" y="2507725"/>
                  </a:lnTo>
                  <a:lnTo>
                    <a:pt x="3081329" y="2507725"/>
                  </a:lnTo>
                  <a:lnTo>
                    <a:pt x="3081455" y="2507725"/>
                  </a:lnTo>
                  <a:lnTo>
                    <a:pt x="3081581" y="2507725"/>
                  </a:lnTo>
                  <a:lnTo>
                    <a:pt x="3081707" y="2507725"/>
                  </a:lnTo>
                  <a:lnTo>
                    <a:pt x="3081833" y="2507725"/>
                  </a:lnTo>
                  <a:lnTo>
                    <a:pt x="3081959" y="2507725"/>
                  </a:lnTo>
                  <a:lnTo>
                    <a:pt x="3082085" y="2507725"/>
                  </a:lnTo>
                  <a:lnTo>
                    <a:pt x="3082211" y="2507725"/>
                  </a:lnTo>
                  <a:lnTo>
                    <a:pt x="3082337" y="2507725"/>
                  </a:lnTo>
                  <a:lnTo>
                    <a:pt x="3082463" y="2507725"/>
                  </a:lnTo>
                  <a:lnTo>
                    <a:pt x="3082590" y="2507725"/>
                  </a:lnTo>
                  <a:lnTo>
                    <a:pt x="3082716" y="2507725"/>
                  </a:lnTo>
                  <a:lnTo>
                    <a:pt x="3082716" y="2502445"/>
                  </a:lnTo>
                  <a:lnTo>
                    <a:pt x="3082842" y="2502445"/>
                  </a:lnTo>
                  <a:lnTo>
                    <a:pt x="3082968" y="2502445"/>
                  </a:lnTo>
                  <a:lnTo>
                    <a:pt x="3083094" y="2502445"/>
                  </a:lnTo>
                  <a:lnTo>
                    <a:pt x="3083220" y="2502445"/>
                  </a:lnTo>
                  <a:lnTo>
                    <a:pt x="3083346" y="2502445"/>
                  </a:lnTo>
                  <a:lnTo>
                    <a:pt x="3083472" y="2502445"/>
                  </a:lnTo>
                  <a:lnTo>
                    <a:pt x="3083598" y="2502445"/>
                  </a:lnTo>
                  <a:lnTo>
                    <a:pt x="3083724" y="2502445"/>
                  </a:lnTo>
                  <a:lnTo>
                    <a:pt x="3083850" y="2502445"/>
                  </a:lnTo>
                  <a:lnTo>
                    <a:pt x="3083977" y="2502445"/>
                  </a:lnTo>
                  <a:lnTo>
                    <a:pt x="3084103" y="2502445"/>
                  </a:lnTo>
                  <a:lnTo>
                    <a:pt x="3084229" y="2502445"/>
                  </a:lnTo>
                  <a:lnTo>
                    <a:pt x="3084355" y="2502445"/>
                  </a:lnTo>
                  <a:lnTo>
                    <a:pt x="3084481" y="2502445"/>
                  </a:lnTo>
                  <a:lnTo>
                    <a:pt x="3084607" y="2502445"/>
                  </a:lnTo>
                  <a:lnTo>
                    <a:pt x="3084733" y="2502445"/>
                  </a:lnTo>
                  <a:lnTo>
                    <a:pt x="3084859" y="2502445"/>
                  </a:lnTo>
                  <a:lnTo>
                    <a:pt x="3084985" y="2502445"/>
                  </a:lnTo>
                  <a:lnTo>
                    <a:pt x="3085111" y="2502445"/>
                  </a:lnTo>
                  <a:lnTo>
                    <a:pt x="3085237" y="2502445"/>
                  </a:lnTo>
                  <a:lnTo>
                    <a:pt x="3085363" y="2502445"/>
                  </a:lnTo>
                  <a:lnTo>
                    <a:pt x="3085490" y="2502445"/>
                  </a:lnTo>
                  <a:lnTo>
                    <a:pt x="3085616" y="2502445"/>
                  </a:lnTo>
                  <a:lnTo>
                    <a:pt x="3085742" y="2502445"/>
                  </a:lnTo>
                  <a:lnTo>
                    <a:pt x="3085868" y="2502445"/>
                  </a:lnTo>
                  <a:lnTo>
                    <a:pt x="3085994" y="2502445"/>
                  </a:lnTo>
                  <a:lnTo>
                    <a:pt x="3086120" y="2502445"/>
                  </a:lnTo>
                  <a:lnTo>
                    <a:pt x="3086246" y="2502445"/>
                  </a:lnTo>
                  <a:lnTo>
                    <a:pt x="3086372" y="2502445"/>
                  </a:lnTo>
                  <a:lnTo>
                    <a:pt x="3086498" y="2502445"/>
                  </a:lnTo>
                  <a:lnTo>
                    <a:pt x="3086624" y="2502445"/>
                  </a:lnTo>
                  <a:lnTo>
                    <a:pt x="3086750" y="2502445"/>
                  </a:lnTo>
                  <a:lnTo>
                    <a:pt x="3086877" y="2502445"/>
                  </a:lnTo>
                  <a:lnTo>
                    <a:pt x="3087003" y="2502445"/>
                  </a:lnTo>
                  <a:lnTo>
                    <a:pt x="3087129" y="2502445"/>
                  </a:lnTo>
                  <a:lnTo>
                    <a:pt x="3087255" y="2502445"/>
                  </a:lnTo>
                  <a:lnTo>
                    <a:pt x="3087381" y="2502445"/>
                  </a:lnTo>
                  <a:lnTo>
                    <a:pt x="3087507" y="2502445"/>
                  </a:lnTo>
                  <a:lnTo>
                    <a:pt x="3087633" y="2502445"/>
                  </a:lnTo>
                  <a:lnTo>
                    <a:pt x="3087759" y="2502445"/>
                  </a:lnTo>
                  <a:lnTo>
                    <a:pt x="3087885" y="2502445"/>
                  </a:lnTo>
                  <a:lnTo>
                    <a:pt x="3088011" y="2502445"/>
                  </a:lnTo>
                  <a:lnTo>
                    <a:pt x="3088137" y="2502445"/>
                  </a:lnTo>
                  <a:lnTo>
                    <a:pt x="3088264" y="2502445"/>
                  </a:lnTo>
                  <a:lnTo>
                    <a:pt x="3088390" y="2502445"/>
                  </a:lnTo>
                  <a:lnTo>
                    <a:pt x="3088516" y="2502445"/>
                  </a:lnTo>
                  <a:lnTo>
                    <a:pt x="3088642" y="2502445"/>
                  </a:lnTo>
                  <a:lnTo>
                    <a:pt x="3088768" y="2502445"/>
                  </a:lnTo>
                  <a:lnTo>
                    <a:pt x="3088894" y="2502445"/>
                  </a:lnTo>
                  <a:lnTo>
                    <a:pt x="3089020" y="2502445"/>
                  </a:lnTo>
                  <a:lnTo>
                    <a:pt x="3089146" y="2502445"/>
                  </a:lnTo>
                  <a:lnTo>
                    <a:pt x="3089272" y="2502445"/>
                  </a:lnTo>
                  <a:lnTo>
                    <a:pt x="3089398" y="2502445"/>
                  </a:lnTo>
                  <a:lnTo>
                    <a:pt x="3089524" y="2502445"/>
                  </a:lnTo>
                  <a:lnTo>
                    <a:pt x="3089650" y="2502445"/>
                  </a:lnTo>
                  <a:lnTo>
                    <a:pt x="3089777" y="2502445"/>
                  </a:lnTo>
                  <a:lnTo>
                    <a:pt x="3089903" y="2502445"/>
                  </a:lnTo>
                  <a:lnTo>
                    <a:pt x="3090029" y="2502445"/>
                  </a:lnTo>
                  <a:lnTo>
                    <a:pt x="3090155" y="2502445"/>
                  </a:lnTo>
                  <a:lnTo>
                    <a:pt x="3090281" y="2502445"/>
                  </a:lnTo>
                  <a:lnTo>
                    <a:pt x="3090407" y="2502445"/>
                  </a:lnTo>
                  <a:lnTo>
                    <a:pt x="3090533" y="2502445"/>
                  </a:lnTo>
                  <a:lnTo>
                    <a:pt x="3090659" y="2502445"/>
                  </a:lnTo>
                  <a:lnTo>
                    <a:pt x="3090785" y="2502445"/>
                  </a:lnTo>
                  <a:lnTo>
                    <a:pt x="3090911" y="2502445"/>
                  </a:lnTo>
                  <a:lnTo>
                    <a:pt x="3090911" y="2497166"/>
                  </a:lnTo>
                  <a:lnTo>
                    <a:pt x="3091037" y="2497166"/>
                  </a:lnTo>
                  <a:lnTo>
                    <a:pt x="3091164" y="2497166"/>
                  </a:lnTo>
                  <a:lnTo>
                    <a:pt x="3091290" y="2497166"/>
                  </a:lnTo>
                  <a:lnTo>
                    <a:pt x="3091416" y="2497166"/>
                  </a:lnTo>
                  <a:lnTo>
                    <a:pt x="3091542" y="2497166"/>
                  </a:lnTo>
                  <a:lnTo>
                    <a:pt x="3091668" y="2497166"/>
                  </a:lnTo>
                  <a:lnTo>
                    <a:pt x="3091794" y="2497166"/>
                  </a:lnTo>
                  <a:lnTo>
                    <a:pt x="3091920" y="2497166"/>
                  </a:lnTo>
                  <a:lnTo>
                    <a:pt x="3092046" y="2497166"/>
                  </a:lnTo>
                  <a:lnTo>
                    <a:pt x="3092172" y="2497166"/>
                  </a:lnTo>
                  <a:lnTo>
                    <a:pt x="3092298" y="2497166"/>
                  </a:lnTo>
                  <a:lnTo>
                    <a:pt x="3092424" y="2497166"/>
                  </a:lnTo>
                  <a:lnTo>
                    <a:pt x="3092550" y="2497166"/>
                  </a:lnTo>
                  <a:lnTo>
                    <a:pt x="3092677" y="2497166"/>
                  </a:lnTo>
                  <a:lnTo>
                    <a:pt x="3092803" y="2497166"/>
                  </a:lnTo>
                  <a:lnTo>
                    <a:pt x="3092929" y="2497166"/>
                  </a:lnTo>
                  <a:lnTo>
                    <a:pt x="3093055" y="2497166"/>
                  </a:lnTo>
                  <a:lnTo>
                    <a:pt x="3093181" y="2497166"/>
                  </a:lnTo>
                  <a:lnTo>
                    <a:pt x="3093307" y="2497166"/>
                  </a:lnTo>
                  <a:lnTo>
                    <a:pt x="3093433" y="2497166"/>
                  </a:lnTo>
                  <a:lnTo>
                    <a:pt x="3093433" y="2491886"/>
                  </a:lnTo>
                  <a:lnTo>
                    <a:pt x="3093559" y="2491886"/>
                  </a:lnTo>
                  <a:lnTo>
                    <a:pt x="3093685" y="2491886"/>
                  </a:lnTo>
                  <a:lnTo>
                    <a:pt x="3093811" y="2491886"/>
                  </a:lnTo>
                  <a:lnTo>
                    <a:pt x="3093937" y="2491886"/>
                  </a:lnTo>
                  <a:lnTo>
                    <a:pt x="3094064" y="2491886"/>
                  </a:lnTo>
                  <a:lnTo>
                    <a:pt x="3094190" y="2491886"/>
                  </a:lnTo>
                  <a:lnTo>
                    <a:pt x="3094316" y="2491886"/>
                  </a:lnTo>
                  <a:lnTo>
                    <a:pt x="3094442" y="2491886"/>
                  </a:lnTo>
                  <a:lnTo>
                    <a:pt x="3094568" y="2491886"/>
                  </a:lnTo>
                  <a:lnTo>
                    <a:pt x="3094694" y="2491886"/>
                  </a:lnTo>
                  <a:lnTo>
                    <a:pt x="3094820" y="2491886"/>
                  </a:lnTo>
                  <a:lnTo>
                    <a:pt x="3094946" y="2491886"/>
                  </a:lnTo>
                  <a:lnTo>
                    <a:pt x="3095072" y="2491886"/>
                  </a:lnTo>
                  <a:lnTo>
                    <a:pt x="3095198" y="2491886"/>
                  </a:lnTo>
                  <a:lnTo>
                    <a:pt x="3095324" y="2491886"/>
                  </a:lnTo>
                  <a:lnTo>
                    <a:pt x="3095451" y="2491886"/>
                  </a:lnTo>
                  <a:lnTo>
                    <a:pt x="3095577" y="2491886"/>
                  </a:lnTo>
                  <a:lnTo>
                    <a:pt x="3095703" y="2491886"/>
                  </a:lnTo>
                  <a:lnTo>
                    <a:pt x="3095829" y="2491886"/>
                  </a:lnTo>
                  <a:lnTo>
                    <a:pt x="3095955" y="2491886"/>
                  </a:lnTo>
                  <a:lnTo>
                    <a:pt x="3096081" y="2491886"/>
                  </a:lnTo>
                  <a:lnTo>
                    <a:pt x="3096207" y="2491886"/>
                  </a:lnTo>
                  <a:lnTo>
                    <a:pt x="3096333" y="2491886"/>
                  </a:lnTo>
                  <a:lnTo>
                    <a:pt x="3096459" y="2491886"/>
                  </a:lnTo>
                  <a:lnTo>
                    <a:pt x="3096585" y="2491886"/>
                  </a:lnTo>
                  <a:lnTo>
                    <a:pt x="3096711" y="2491886"/>
                  </a:lnTo>
                  <a:lnTo>
                    <a:pt x="3096837" y="2491886"/>
                  </a:lnTo>
                  <a:lnTo>
                    <a:pt x="3096964" y="2491886"/>
                  </a:lnTo>
                  <a:lnTo>
                    <a:pt x="3097090" y="2491886"/>
                  </a:lnTo>
                  <a:lnTo>
                    <a:pt x="3097216" y="2491886"/>
                  </a:lnTo>
                  <a:lnTo>
                    <a:pt x="3097342" y="2491886"/>
                  </a:lnTo>
                  <a:lnTo>
                    <a:pt x="3097468" y="2491886"/>
                  </a:lnTo>
                  <a:lnTo>
                    <a:pt x="3097594" y="2491886"/>
                  </a:lnTo>
                  <a:lnTo>
                    <a:pt x="3097720" y="2491886"/>
                  </a:lnTo>
                  <a:lnTo>
                    <a:pt x="3097846" y="2491886"/>
                  </a:lnTo>
                  <a:lnTo>
                    <a:pt x="3097972" y="2491886"/>
                  </a:lnTo>
                  <a:lnTo>
                    <a:pt x="3098098" y="2491886"/>
                  </a:lnTo>
                  <a:lnTo>
                    <a:pt x="3098224" y="2491886"/>
                  </a:lnTo>
                  <a:lnTo>
                    <a:pt x="3098351" y="2491886"/>
                  </a:lnTo>
                  <a:lnTo>
                    <a:pt x="3098477" y="2491886"/>
                  </a:lnTo>
                  <a:lnTo>
                    <a:pt x="3098603" y="2491886"/>
                  </a:lnTo>
                  <a:lnTo>
                    <a:pt x="3098729" y="2491886"/>
                  </a:lnTo>
                  <a:lnTo>
                    <a:pt x="3098855" y="2491886"/>
                  </a:lnTo>
                  <a:lnTo>
                    <a:pt x="3098981" y="2491886"/>
                  </a:lnTo>
                  <a:lnTo>
                    <a:pt x="3099107" y="2491886"/>
                  </a:lnTo>
                  <a:lnTo>
                    <a:pt x="3099233" y="2491886"/>
                  </a:lnTo>
                  <a:lnTo>
                    <a:pt x="3099359" y="2491886"/>
                  </a:lnTo>
                  <a:lnTo>
                    <a:pt x="3099485" y="2491886"/>
                  </a:lnTo>
                  <a:lnTo>
                    <a:pt x="3099611" y="2491886"/>
                  </a:lnTo>
                  <a:lnTo>
                    <a:pt x="3099737" y="2491886"/>
                  </a:lnTo>
                  <a:lnTo>
                    <a:pt x="3099864" y="2491886"/>
                  </a:lnTo>
                  <a:lnTo>
                    <a:pt x="3099990" y="2491886"/>
                  </a:lnTo>
                  <a:lnTo>
                    <a:pt x="3100116" y="2491886"/>
                  </a:lnTo>
                  <a:lnTo>
                    <a:pt x="3100242" y="2491886"/>
                  </a:lnTo>
                  <a:lnTo>
                    <a:pt x="3100368" y="2491886"/>
                  </a:lnTo>
                  <a:lnTo>
                    <a:pt x="3100494" y="2491886"/>
                  </a:lnTo>
                  <a:lnTo>
                    <a:pt x="3100620" y="2491886"/>
                  </a:lnTo>
                  <a:lnTo>
                    <a:pt x="3100746" y="2491886"/>
                  </a:lnTo>
                  <a:lnTo>
                    <a:pt x="3100872" y="2491886"/>
                  </a:lnTo>
                  <a:lnTo>
                    <a:pt x="3100998" y="2491886"/>
                  </a:lnTo>
                  <a:lnTo>
                    <a:pt x="3101124" y="2491886"/>
                  </a:lnTo>
                  <a:lnTo>
                    <a:pt x="3101251" y="2491886"/>
                  </a:lnTo>
                  <a:lnTo>
                    <a:pt x="3101377" y="2491886"/>
                  </a:lnTo>
                  <a:lnTo>
                    <a:pt x="3101503" y="2491886"/>
                  </a:lnTo>
                  <a:lnTo>
                    <a:pt x="3101629" y="2491886"/>
                  </a:lnTo>
                  <a:lnTo>
                    <a:pt x="3101755" y="2491886"/>
                  </a:lnTo>
                  <a:lnTo>
                    <a:pt x="3101881" y="2491886"/>
                  </a:lnTo>
                  <a:lnTo>
                    <a:pt x="3102007" y="2491886"/>
                  </a:lnTo>
                  <a:lnTo>
                    <a:pt x="3102133" y="2491886"/>
                  </a:lnTo>
                  <a:lnTo>
                    <a:pt x="3102259" y="2491886"/>
                  </a:lnTo>
                  <a:lnTo>
                    <a:pt x="3102385" y="2491886"/>
                  </a:lnTo>
                  <a:lnTo>
                    <a:pt x="3102511" y="2491886"/>
                  </a:lnTo>
                  <a:lnTo>
                    <a:pt x="3102637" y="2491886"/>
                  </a:lnTo>
                  <a:lnTo>
                    <a:pt x="3102764" y="2491886"/>
                  </a:lnTo>
                  <a:lnTo>
                    <a:pt x="3102890" y="2491886"/>
                  </a:lnTo>
                  <a:lnTo>
                    <a:pt x="3103016" y="2491886"/>
                  </a:lnTo>
                  <a:lnTo>
                    <a:pt x="3103142" y="2491886"/>
                  </a:lnTo>
                  <a:lnTo>
                    <a:pt x="3103268" y="2491886"/>
                  </a:lnTo>
                  <a:lnTo>
                    <a:pt x="3103394" y="2491886"/>
                  </a:lnTo>
                  <a:lnTo>
                    <a:pt x="3103520" y="2491886"/>
                  </a:lnTo>
                  <a:lnTo>
                    <a:pt x="3103646" y="2491886"/>
                  </a:lnTo>
                  <a:lnTo>
                    <a:pt x="3103772" y="2491886"/>
                  </a:lnTo>
                  <a:lnTo>
                    <a:pt x="3103898" y="2491886"/>
                  </a:lnTo>
                  <a:lnTo>
                    <a:pt x="3104024" y="2491886"/>
                  </a:lnTo>
                  <a:lnTo>
                    <a:pt x="3104151" y="2491886"/>
                  </a:lnTo>
                  <a:lnTo>
                    <a:pt x="3104277" y="2491886"/>
                  </a:lnTo>
                  <a:lnTo>
                    <a:pt x="3104403" y="2491886"/>
                  </a:lnTo>
                  <a:lnTo>
                    <a:pt x="3104529" y="2491886"/>
                  </a:lnTo>
                  <a:lnTo>
                    <a:pt x="3104655" y="2491886"/>
                  </a:lnTo>
                  <a:lnTo>
                    <a:pt x="3104781" y="2491886"/>
                  </a:lnTo>
                  <a:lnTo>
                    <a:pt x="3104907" y="2491886"/>
                  </a:lnTo>
                  <a:lnTo>
                    <a:pt x="3105033" y="2491886"/>
                  </a:lnTo>
                  <a:lnTo>
                    <a:pt x="3105159" y="2491886"/>
                  </a:lnTo>
                  <a:lnTo>
                    <a:pt x="3105285" y="2491886"/>
                  </a:lnTo>
                  <a:lnTo>
                    <a:pt x="3105411" y="2491886"/>
                  </a:lnTo>
                  <a:lnTo>
                    <a:pt x="3105538" y="2491886"/>
                  </a:lnTo>
                  <a:lnTo>
                    <a:pt x="3105664" y="2491886"/>
                  </a:lnTo>
                  <a:lnTo>
                    <a:pt x="3105790" y="2491886"/>
                  </a:lnTo>
                  <a:lnTo>
                    <a:pt x="3105916" y="2491886"/>
                  </a:lnTo>
                  <a:lnTo>
                    <a:pt x="3106042" y="2491886"/>
                  </a:lnTo>
                  <a:lnTo>
                    <a:pt x="3106168" y="2491886"/>
                  </a:lnTo>
                  <a:lnTo>
                    <a:pt x="3106294" y="2491886"/>
                  </a:lnTo>
                  <a:lnTo>
                    <a:pt x="3106420" y="2491886"/>
                  </a:lnTo>
                  <a:lnTo>
                    <a:pt x="3106546" y="2491886"/>
                  </a:lnTo>
                  <a:lnTo>
                    <a:pt x="3106672" y="2491886"/>
                  </a:lnTo>
                  <a:lnTo>
                    <a:pt x="3106798" y="2491886"/>
                  </a:lnTo>
                  <a:lnTo>
                    <a:pt x="3106924" y="2491886"/>
                  </a:lnTo>
                  <a:lnTo>
                    <a:pt x="3107051" y="2491886"/>
                  </a:lnTo>
                  <a:lnTo>
                    <a:pt x="3107177" y="2491886"/>
                  </a:lnTo>
                  <a:lnTo>
                    <a:pt x="3107303" y="2491886"/>
                  </a:lnTo>
                  <a:lnTo>
                    <a:pt x="3107429" y="2491886"/>
                  </a:lnTo>
                  <a:lnTo>
                    <a:pt x="3107555" y="2491886"/>
                  </a:lnTo>
                  <a:lnTo>
                    <a:pt x="3107681" y="2491886"/>
                  </a:lnTo>
                  <a:lnTo>
                    <a:pt x="3107807" y="2491886"/>
                  </a:lnTo>
                  <a:lnTo>
                    <a:pt x="3107933" y="2491886"/>
                  </a:lnTo>
                  <a:lnTo>
                    <a:pt x="3108059" y="2491886"/>
                  </a:lnTo>
                  <a:lnTo>
                    <a:pt x="3108185" y="2491886"/>
                  </a:lnTo>
                  <a:lnTo>
                    <a:pt x="3108311" y="2491886"/>
                  </a:lnTo>
                  <a:lnTo>
                    <a:pt x="3108438" y="2491886"/>
                  </a:lnTo>
                  <a:lnTo>
                    <a:pt x="3108564" y="2491886"/>
                  </a:lnTo>
                  <a:lnTo>
                    <a:pt x="3108690" y="2491886"/>
                  </a:lnTo>
                  <a:lnTo>
                    <a:pt x="3108816" y="2491886"/>
                  </a:lnTo>
                  <a:lnTo>
                    <a:pt x="3108942" y="2491886"/>
                  </a:lnTo>
                  <a:lnTo>
                    <a:pt x="3109068" y="2491886"/>
                  </a:lnTo>
                  <a:lnTo>
                    <a:pt x="3109194" y="2491886"/>
                  </a:lnTo>
                  <a:lnTo>
                    <a:pt x="3109320" y="2491886"/>
                  </a:lnTo>
                  <a:lnTo>
                    <a:pt x="3109446" y="2491886"/>
                  </a:lnTo>
                  <a:lnTo>
                    <a:pt x="3109572" y="2491886"/>
                  </a:lnTo>
                  <a:lnTo>
                    <a:pt x="3109698" y="2491886"/>
                  </a:lnTo>
                  <a:lnTo>
                    <a:pt x="3109824" y="2491886"/>
                  </a:lnTo>
                  <a:lnTo>
                    <a:pt x="3109951" y="2491886"/>
                  </a:lnTo>
                  <a:lnTo>
                    <a:pt x="3110077" y="2491886"/>
                  </a:lnTo>
                  <a:lnTo>
                    <a:pt x="3110203" y="2491886"/>
                  </a:lnTo>
                  <a:lnTo>
                    <a:pt x="3110329" y="2491886"/>
                  </a:lnTo>
                  <a:lnTo>
                    <a:pt x="3110455" y="2491886"/>
                  </a:lnTo>
                  <a:lnTo>
                    <a:pt x="3110581" y="2491886"/>
                  </a:lnTo>
                  <a:lnTo>
                    <a:pt x="3110707" y="2491886"/>
                  </a:lnTo>
                  <a:lnTo>
                    <a:pt x="3110833" y="2491886"/>
                  </a:lnTo>
                  <a:lnTo>
                    <a:pt x="3110833" y="2486607"/>
                  </a:lnTo>
                  <a:lnTo>
                    <a:pt x="3110959" y="2486607"/>
                  </a:lnTo>
                  <a:lnTo>
                    <a:pt x="3111085" y="2486607"/>
                  </a:lnTo>
                  <a:lnTo>
                    <a:pt x="3111211" y="2486607"/>
                  </a:lnTo>
                  <a:lnTo>
                    <a:pt x="3111338" y="2486607"/>
                  </a:lnTo>
                  <a:lnTo>
                    <a:pt x="3111464" y="2486607"/>
                  </a:lnTo>
                  <a:lnTo>
                    <a:pt x="3111590" y="2486607"/>
                  </a:lnTo>
                  <a:lnTo>
                    <a:pt x="3111716" y="2486607"/>
                  </a:lnTo>
                  <a:lnTo>
                    <a:pt x="3111842" y="2486607"/>
                  </a:lnTo>
                  <a:lnTo>
                    <a:pt x="3111968" y="2486607"/>
                  </a:lnTo>
                  <a:lnTo>
                    <a:pt x="3112094" y="2486607"/>
                  </a:lnTo>
                  <a:lnTo>
                    <a:pt x="3112220" y="2486607"/>
                  </a:lnTo>
                  <a:lnTo>
                    <a:pt x="3112346" y="2486607"/>
                  </a:lnTo>
                  <a:lnTo>
                    <a:pt x="3112472" y="2486607"/>
                  </a:lnTo>
                  <a:lnTo>
                    <a:pt x="3112598" y="2486607"/>
                  </a:lnTo>
                  <a:lnTo>
                    <a:pt x="3112725" y="2486607"/>
                  </a:lnTo>
                  <a:lnTo>
                    <a:pt x="3112851" y="2486607"/>
                  </a:lnTo>
                  <a:lnTo>
                    <a:pt x="3112977" y="2486607"/>
                  </a:lnTo>
                  <a:lnTo>
                    <a:pt x="3113103" y="2486607"/>
                  </a:lnTo>
                  <a:lnTo>
                    <a:pt x="3113229" y="2486607"/>
                  </a:lnTo>
                  <a:lnTo>
                    <a:pt x="3113355" y="2486607"/>
                  </a:lnTo>
                  <a:lnTo>
                    <a:pt x="3113481" y="2486607"/>
                  </a:lnTo>
                  <a:lnTo>
                    <a:pt x="3113607" y="2486607"/>
                  </a:lnTo>
                  <a:lnTo>
                    <a:pt x="3113607" y="2481328"/>
                  </a:lnTo>
                  <a:lnTo>
                    <a:pt x="3113733" y="2481328"/>
                  </a:lnTo>
                  <a:lnTo>
                    <a:pt x="3113859" y="2481328"/>
                  </a:lnTo>
                  <a:lnTo>
                    <a:pt x="3113985" y="2481328"/>
                  </a:lnTo>
                  <a:lnTo>
                    <a:pt x="3114111" y="2481328"/>
                  </a:lnTo>
                  <a:lnTo>
                    <a:pt x="3114238" y="2481328"/>
                  </a:lnTo>
                  <a:lnTo>
                    <a:pt x="3114364" y="2481328"/>
                  </a:lnTo>
                  <a:lnTo>
                    <a:pt x="3114490" y="2481328"/>
                  </a:lnTo>
                  <a:lnTo>
                    <a:pt x="3114616" y="2481328"/>
                  </a:lnTo>
                  <a:lnTo>
                    <a:pt x="3114742" y="2481328"/>
                  </a:lnTo>
                  <a:lnTo>
                    <a:pt x="3114868" y="2481328"/>
                  </a:lnTo>
                  <a:lnTo>
                    <a:pt x="3114994" y="2481328"/>
                  </a:lnTo>
                  <a:lnTo>
                    <a:pt x="3114994" y="2476048"/>
                  </a:lnTo>
                  <a:lnTo>
                    <a:pt x="3115120" y="2476048"/>
                  </a:lnTo>
                  <a:lnTo>
                    <a:pt x="3115246" y="2476048"/>
                  </a:lnTo>
                  <a:lnTo>
                    <a:pt x="3115372" y="2476048"/>
                  </a:lnTo>
                  <a:lnTo>
                    <a:pt x="3115498" y="2476048"/>
                  </a:lnTo>
                  <a:lnTo>
                    <a:pt x="3115625" y="2476048"/>
                  </a:lnTo>
                  <a:lnTo>
                    <a:pt x="3115751" y="2476048"/>
                  </a:lnTo>
                  <a:lnTo>
                    <a:pt x="3115877" y="2476048"/>
                  </a:lnTo>
                  <a:lnTo>
                    <a:pt x="3116003" y="2476048"/>
                  </a:lnTo>
                  <a:lnTo>
                    <a:pt x="3116129" y="2476048"/>
                  </a:lnTo>
                  <a:lnTo>
                    <a:pt x="3116255" y="2476048"/>
                  </a:lnTo>
                  <a:lnTo>
                    <a:pt x="3116381" y="2476048"/>
                  </a:lnTo>
                  <a:lnTo>
                    <a:pt x="3116507" y="2476048"/>
                  </a:lnTo>
                  <a:lnTo>
                    <a:pt x="3116633" y="2476048"/>
                  </a:lnTo>
                  <a:lnTo>
                    <a:pt x="3116759" y="2476048"/>
                  </a:lnTo>
                  <a:lnTo>
                    <a:pt x="3116885" y="2476048"/>
                  </a:lnTo>
                  <a:lnTo>
                    <a:pt x="3117011" y="2476048"/>
                  </a:lnTo>
                  <a:lnTo>
                    <a:pt x="3117138" y="2476048"/>
                  </a:lnTo>
                  <a:lnTo>
                    <a:pt x="3117264" y="2476048"/>
                  </a:lnTo>
                  <a:lnTo>
                    <a:pt x="3117390" y="2476048"/>
                  </a:lnTo>
                  <a:lnTo>
                    <a:pt x="3117516" y="2476048"/>
                  </a:lnTo>
                  <a:lnTo>
                    <a:pt x="3117642" y="2476048"/>
                  </a:lnTo>
                  <a:lnTo>
                    <a:pt x="3117768" y="2476048"/>
                  </a:lnTo>
                  <a:lnTo>
                    <a:pt x="3117768" y="2470769"/>
                  </a:lnTo>
                  <a:lnTo>
                    <a:pt x="3117894" y="2470769"/>
                  </a:lnTo>
                  <a:lnTo>
                    <a:pt x="3118020" y="2470769"/>
                  </a:lnTo>
                  <a:lnTo>
                    <a:pt x="3118146" y="2470769"/>
                  </a:lnTo>
                  <a:lnTo>
                    <a:pt x="3118272" y="2470769"/>
                  </a:lnTo>
                  <a:lnTo>
                    <a:pt x="3118398" y="2470769"/>
                  </a:lnTo>
                  <a:lnTo>
                    <a:pt x="3118398" y="2465489"/>
                  </a:lnTo>
                  <a:lnTo>
                    <a:pt x="3118525" y="2465489"/>
                  </a:lnTo>
                  <a:lnTo>
                    <a:pt x="3118651" y="2465489"/>
                  </a:lnTo>
                  <a:lnTo>
                    <a:pt x="3118777" y="2465489"/>
                  </a:lnTo>
                  <a:lnTo>
                    <a:pt x="3118903" y="2465489"/>
                  </a:lnTo>
                  <a:lnTo>
                    <a:pt x="3119029" y="2465489"/>
                  </a:lnTo>
                  <a:lnTo>
                    <a:pt x="3119155" y="2465489"/>
                  </a:lnTo>
                  <a:lnTo>
                    <a:pt x="3119281" y="2465489"/>
                  </a:lnTo>
                  <a:lnTo>
                    <a:pt x="3119407" y="2465489"/>
                  </a:lnTo>
                  <a:lnTo>
                    <a:pt x="3119533" y="2465489"/>
                  </a:lnTo>
                  <a:lnTo>
                    <a:pt x="3119659" y="2465489"/>
                  </a:lnTo>
                  <a:lnTo>
                    <a:pt x="3119785" y="2465489"/>
                  </a:lnTo>
                  <a:lnTo>
                    <a:pt x="3119912" y="2465489"/>
                  </a:lnTo>
                  <a:lnTo>
                    <a:pt x="3120038" y="2465489"/>
                  </a:lnTo>
                  <a:lnTo>
                    <a:pt x="3120164" y="2465489"/>
                  </a:lnTo>
                  <a:lnTo>
                    <a:pt x="3120290" y="2465489"/>
                  </a:lnTo>
                  <a:lnTo>
                    <a:pt x="3120416" y="2465489"/>
                  </a:lnTo>
                  <a:lnTo>
                    <a:pt x="3120542" y="2465489"/>
                  </a:lnTo>
                  <a:lnTo>
                    <a:pt x="3120668" y="2465489"/>
                  </a:lnTo>
                  <a:lnTo>
                    <a:pt x="3120794" y="2465489"/>
                  </a:lnTo>
                  <a:lnTo>
                    <a:pt x="3120920" y="2465489"/>
                  </a:lnTo>
                  <a:lnTo>
                    <a:pt x="3121046" y="2465489"/>
                  </a:lnTo>
                  <a:lnTo>
                    <a:pt x="3121172" y="2465489"/>
                  </a:lnTo>
                  <a:lnTo>
                    <a:pt x="3121298" y="2465489"/>
                  </a:lnTo>
                  <a:lnTo>
                    <a:pt x="3121425" y="2465489"/>
                  </a:lnTo>
                  <a:lnTo>
                    <a:pt x="3121551" y="2465489"/>
                  </a:lnTo>
                  <a:lnTo>
                    <a:pt x="3121677" y="2465489"/>
                  </a:lnTo>
                  <a:lnTo>
                    <a:pt x="3121803" y="2465489"/>
                  </a:lnTo>
                  <a:lnTo>
                    <a:pt x="3121929" y="2465489"/>
                  </a:lnTo>
                  <a:lnTo>
                    <a:pt x="3122055" y="2465489"/>
                  </a:lnTo>
                  <a:lnTo>
                    <a:pt x="3122181" y="2465489"/>
                  </a:lnTo>
                  <a:lnTo>
                    <a:pt x="3122307" y="2465489"/>
                  </a:lnTo>
                  <a:lnTo>
                    <a:pt x="3122433" y="2465489"/>
                  </a:lnTo>
                  <a:lnTo>
                    <a:pt x="3122559" y="2465489"/>
                  </a:lnTo>
                  <a:lnTo>
                    <a:pt x="3122685" y="2465489"/>
                  </a:lnTo>
                  <a:lnTo>
                    <a:pt x="3122812" y="2465489"/>
                  </a:lnTo>
                  <a:lnTo>
                    <a:pt x="3122938" y="2465489"/>
                  </a:lnTo>
                  <a:lnTo>
                    <a:pt x="3123064" y="2465489"/>
                  </a:lnTo>
                  <a:lnTo>
                    <a:pt x="3123190" y="2465489"/>
                  </a:lnTo>
                  <a:lnTo>
                    <a:pt x="3123316" y="2465489"/>
                  </a:lnTo>
                  <a:lnTo>
                    <a:pt x="3123442" y="2465489"/>
                  </a:lnTo>
                  <a:lnTo>
                    <a:pt x="3123568" y="2465489"/>
                  </a:lnTo>
                  <a:lnTo>
                    <a:pt x="3123694" y="2465489"/>
                  </a:lnTo>
                  <a:lnTo>
                    <a:pt x="3123820" y="2465489"/>
                  </a:lnTo>
                  <a:lnTo>
                    <a:pt x="3123946" y="2465489"/>
                  </a:lnTo>
                  <a:lnTo>
                    <a:pt x="3124072" y="2465489"/>
                  </a:lnTo>
                  <a:lnTo>
                    <a:pt x="3124198" y="2465489"/>
                  </a:lnTo>
                  <a:lnTo>
                    <a:pt x="3124325" y="2465489"/>
                  </a:lnTo>
                  <a:lnTo>
                    <a:pt x="3124451" y="2465489"/>
                  </a:lnTo>
                  <a:lnTo>
                    <a:pt x="3124577" y="2465489"/>
                  </a:lnTo>
                  <a:lnTo>
                    <a:pt x="3124703" y="2465489"/>
                  </a:lnTo>
                  <a:lnTo>
                    <a:pt x="3124829" y="2465489"/>
                  </a:lnTo>
                  <a:lnTo>
                    <a:pt x="3124955" y="2465489"/>
                  </a:lnTo>
                  <a:lnTo>
                    <a:pt x="3125081" y="2465489"/>
                  </a:lnTo>
                  <a:lnTo>
                    <a:pt x="3125207" y="2465489"/>
                  </a:lnTo>
                  <a:lnTo>
                    <a:pt x="3125333" y="2465489"/>
                  </a:lnTo>
                  <a:lnTo>
                    <a:pt x="3125459" y="2465489"/>
                  </a:lnTo>
                  <a:lnTo>
                    <a:pt x="3125585" y="2465489"/>
                  </a:lnTo>
                  <a:lnTo>
                    <a:pt x="3125712" y="2465489"/>
                  </a:lnTo>
                  <a:lnTo>
                    <a:pt x="3125838" y="2465489"/>
                  </a:lnTo>
                  <a:lnTo>
                    <a:pt x="3125964" y="2465489"/>
                  </a:lnTo>
                  <a:lnTo>
                    <a:pt x="3126090" y="2465489"/>
                  </a:lnTo>
                  <a:lnTo>
                    <a:pt x="3126090" y="2460210"/>
                  </a:lnTo>
                  <a:lnTo>
                    <a:pt x="3126216" y="2460210"/>
                  </a:lnTo>
                  <a:lnTo>
                    <a:pt x="3126342" y="2460210"/>
                  </a:lnTo>
                  <a:lnTo>
                    <a:pt x="3126468" y="2460210"/>
                  </a:lnTo>
                  <a:lnTo>
                    <a:pt x="3126594" y="2460210"/>
                  </a:lnTo>
                  <a:lnTo>
                    <a:pt x="3126720" y="2460210"/>
                  </a:lnTo>
                  <a:lnTo>
                    <a:pt x="3126846" y="2460210"/>
                  </a:lnTo>
                  <a:lnTo>
                    <a:pt x="3126972" y="2460210"/>
                  </a:lnTo>
                  <a:lnTo>
                    <a:pt x="3127098" y="2460210"/>
                  </a:lnTo>
                  <a:lnTo>
                    <a:pt x="3127225" y="2460210"/>
                  </a:lnTo>
                  <a:lnTo>
                    <a:pt x="3127351" y="2460210"/>
                  </a:lnTo>
                  <a:lnTo>
                    <a:pt x="3127477" y="2460210"/>
                  </a:lnTo>
                  <a:lnTo>
                    <a:pt x="3127603" y="2460210"/>
                  </a:lnTo>
                  <a:lnTo>
                    <a:pt x="3127603" y="2454930"/>
                  </a:lnTo>
                  <a:lnTo>
                    <a:pt x="3127729" y="2454930"/>
                  </a:lnTo>
                  <a:lnTo>
                    <a:pt x="3127855" y="2454930"/>
                  </a:lnTo>
                  <a:lnTo>
                    <a:pt x="3127981" y="2454930"/>
                  </a:lnTo>
                  <a:lnTo>
                    <a:pt x="3128107" y="2454930"/>
                  </a:lnTo>
                  <a:lnTo>
                    <a:pt x="3128233" y="2454930"/>
                  </a:lnTo>
                  <a:lnTo>
                    <a:pt x="3128359" y="2454930"/>
                  </a:lnTo>
                  <a:lnTo>
                    <a:pt x="3128485" y="2454930"/>
                  </a:lnTo>
                  <a:lnTo>
                    <a:pt x="3128612" y="2454930"/>
                  </a:lnTo>
                  <a:lnTo>
                    <a:pt x="3128738" y="2454930"/>
                  </a:lnTo>
                  <a:lnTo>
                    <a:pt x="3128864" y="2454930"/>
                  </a:lnTo>
                  <a:lnTo>
                    <a:pt x="3128990" y="2454930"/>
                  </a:lnTo>
                  <a:lnTo>
                    <a:pt x="3129116" y="2454930"/>
                  </a:lnTo>
                  <a:lnTo>
                    <a:pt x="3129242" y="2454930"/>
                  </a:lnTo>
                  <a:lnTo>
                    <a:pt x="3129368" y="2454930"/>
                  </a:lnTo>
                  <a:lnTo>
                    <a:pt x="3129494" y="2454930"/>
                  </a:lnTo>
                  <a:lnTo>
                    <a:pt x="3129620" y="2454930"/>
                  </a:lnTo>
                  <a:lnTo>
                    <a:pt x="3129746" y="2454930"/>
                  </a:lnTo>
                  <a:lnTo>
                    <a:pt x="3129872" y="2454930"/>
                  </a:lnTo>
                  <a:lnTo>
                    <a:pt x="3129999" y="2454930"/>
                  </a:lnTo>
                  <a:lnTo>
                    <a:pt x="3130125" y="2454930"/>
                  </a:lnTo>
                  <a:lnTo>
                    <a:pt x="3130251" y="2454930"/>
                  </a:lnTo>
                  <a:lnTo>
                    <a:pt x="3130377" y="2454930"/>
                  </a:lnTo>
                  <a:lnTo>
                    <a:pt x="3130503" y="2454930"/>
                  </a:lnTo>
                  <a:lnTo>
                    <a:pt x="3130629" y="2454930"/>
                  </a:lnTo>
                  <a:lnTo>
                    <a:pt x="3130755" y="2454930"/>
                  </a:lnTo>
                  <a:lnTo>
                    <a:pt x="3130881" y="2454930"/>
                  </a:lnTo>
                  <a:lnTo>
                    <a:pt x="3131007" y="2454930"/>
                  </a:lnTo>
                  <a:lnTo>
                    <a:pt x="3131133" y="2454930"/>
                  </a:lnTo>
                  <a:lnTo>
                    <a:pt x="3131259" y="2454930"/>
                  </a:lnTo>
                  <a:lnTo>
                    <a:pt x="3131385" y="2454930"/>
                  </a:lnTo>
                  <a:lnTo>
                    <a:pt x="3131512" y="2454930"/>
                  </a:lnTo>
                  <a:lnTo>
                    <a:pt x="3131638" y="2454930"/>
                  </a:lnTo>
                  <a:lnTo>
                    <a:pt x="3131764" y="2454930"/>
                  </a:lnTo>
                  <a:lnTo>
                    <a:pt x="3131890" y="2454930"/>
                  </a:lnTo>
                  <a:lnTo>
                    <a:pt x="3132016" y="2454930"/>
                  </a:lnTo>
                  <a:lnTo>
                    <a:pt x="3132142" y="2454930"/>
                  </a:lnTo>
                  <a:lnTo>
                    <a:pt x="3132268" y="2454930"/>
                  </a:lnTo>
                  <a:lnTo>
                    <a:pt x="3132394" y="2454930"/>
                  </a:lnTo>
                  <a:lnTo>
                    <a:pt x="3132520" y="2454930"/>
                  </a:lnTo>
                  <a:lnTo>
                    <a:pt x="3132646" y="2454930"/>
                  </a:lnTo>
                  <a:lnTo>
                    <a:pt x="3132772" y="2454930"/>
                  </a:lnTo>
                  <a:lnTo>
                    <a:pt x="3132899" y="2454930"/>
                  </a:lnTo>
                  <a:lnTo>
                    <a:pt x="3133025" y="2454930"/>
                  </a:lnTo>
                  <a:lnTo>
                    <a:pt x="3133151" y="2454930"/>
                  </a:lnTo>
                  <a:lnTo>
                    <a:pt x="3133277" y="2454930"/>
                  </a:lnTo>
                  <a:lnTo>
                    <a:pt x="3133403" y="2454930"/>
                  </a:lnTo>
                  <a:lnTo>
                    <a:pt x="3133529" y="2454930"/>
                  </a:lnTo>
                  <a:lnTo>
                    <a:pt x="3133655" y="2454930"/>
                  </a:lnTo>
                  <a:lnTo>
                    <a:pt x="3133781" y="2454930"/>
                  </a:lnTo>
                  <a:lnTo>
                    <a:pt x="3133907" y="2454930"/>
                  </a:lnTo>
                  <a:lnTo>
                    <a:pt x="3134033" y="2454930"/>
                  </a:lnTo>
                  <a:lnTo>
                    <a:pt x="3134159" y="2454930"/>
                  </a:lnTo>
                  <a:lnTo>
                    <a:pt x="3134285" y="2454930"/>
                  </a:lnTo>
                  <a:lnTo>
                    <a:pt x="3134412" y="2454930"/>
                  </a:lnTo>
                  <a:lnTo>
                    <a:pt x="3134538" y="2454930"/>
                  </a:lnTo>
                  <a:lnTo>
                    <a:pt x="3134538" y="2449651"/>
                  </a:lnTo>
                  <a:lnTo>
                    <a:pt x="3134538" y="2444372"/>
                  </a:lnTo>
                  <a:lnTo>
                    <a:pt x="3134664" y="2444372"/>
                  </a:lnTo>
                  <a:lnTo>
                    <a:pt x="3134790" y="2444372"/>
                  </a:lnTo>
                  <a:lnTo>
                    <a:pt x="3134916" y="2444372"/>
                  </a:lnTo>
                  <a:lnTo>
                    <a:pt x="3135042" y="2444372"/>
                  </a:lnTo>
                  <a:lnTo>
                    <a:pt x="3135168" y="2444372"/>
                  </a:lnTo>
                  <a:lnTo>
                    <a:pt x="3135294" y="2444372"/>
                  </a:lnTo>
                  <a:lnTo>
                    <a:pt x="3135420" y="2444372"/>
                  </a:lnTo>
                  <a:lnTo>
                    <a:pt x="3135546" y="2444372"/>
                  </a:lnTo>
                  <a:lnTo>
                    <a:pt x="3135672" y="2444372"/>
                  </a:lnTo>
                  <a:lnTo>
                    <a:pt x="3135799" y="2444372"/>
                  </a:lnTo>
                  <a:lnTo>
                    <a:pt x="3135925" y="2444372"/>
                  </a:lnTo>
                  <a:lnTo>
                    <a:pt x="3136051" y="2444372"/>
                  </a:lnTo>
                  <a:lnTo>
                    <a:pt x="3136177" y="2444372"/>
                  </a:lnTo>
                  <a:lnTo>
                    <a:pt x="3136303" y="2444372"/>
                  </a:lnTo>
                  <a:lnTo>
                    <a:pt x="3136429" y="2444372"/>
                  </a:lnTo>
                  <a:lnTo>
                    <a:pt x="3136555" y="2444372"/>
                  </a:lnTo>
                  <a:lnTo>
                    <a:pt x="3136681" y="2444372"/>
                  </a:lnTo>
                  <a:lnTo>
                    <a:pt x="3136807" y="2444372"/>
                  </a:lnTo>
                  <a:lnTo>
                    <a:pt x="3136933" y="2444372"/>
                  </a:lnTo>
                  <a:lnTo>
                    <a:pt x="3137059" y="2444372"/>
                  </a:lnTo>
                  <a:lnTo>
                    <a:pt x="3137186" y="2444372"/>
                  </a:lnTo>
                  <a:lnTo>
                    <a:pt x="3137312" y="2444372"/>
                  </a:lnTo>
                  <a:lnTo>
                    <a:pt x="3137438" y="2444372"/>
                  </a:lnTo>
                  <a:lnTo>
                    <a:pt x="3137564" y="2444372"/>
                  </a:lnTo>
                  <a:lnTo>
                    <a:pt x="3137690" y="2444372"/>
                  </a:lnTo>
                  <a:lnTo>
                    <a:pt x="3137816" y="2444372"/>
                  </a:lnTo>
                  <a:lnTo>
                    <a:pt x="3137942" y="2444372"/>
                  </a:lnTo>
                  <a:lnTo>
                    <a:pt x="3138068" y="2444372"/>
                  </a:lnTo>
                  <a:lnTo>
                    <a:pt x="3138194" y="2444372"/>
                  </a:lnTo>
                  <a:lnTo>
                    <a:pt x="3138320" y="2444372"/>
                  </a:lnTo>
                  <a:lnTo>
                    <a:pt x="3138446" y="2444372"/>
                  </a:lnTo>
                  <a:lnTo>
                    <a:pt x="3138446" y="2439092"/>
                  </a:lnTo>
                  <a:lnTo>
                    <a:pt x="3138572" y="2439092"/>
                  </a:lnTo>
                  <a:lnTo>
                    <a:pt x="3138699" y="2439092"/>
                  </a:lnTo>
                  <a:lnTo>
                    <a:pt x="3138699" y="2433813"/>
                  </a:lnTo>
                  <a:lnTo>
                    <a:pt x="3138825" y="2433813"/>
                  </a:lnTo>
                  <a:lnTo>
                    <a:pt x="3138951" y="2433813"/>
                  </a:lnTo>
                  <a:lnTo>
                    <a:pt x="3139077" y="2433813"/>
                  </a:lnTo>
                  <a:lnTo>
                    <a:pt x="3139203" y="2433813"/>
                  </a:lnTo>
                  <a:lnTo>
                    <a:pt x="3139329" y="2433813"/>
                  </a:lnTo>
                  <a:lnTo>
                    <a:pt x="3139455" y="2433813"/>
                  </a:lnTo>
                  <a:lnTo>
                    <a:pt x="3139581" y="2433813"/>
                  </a:lnTo>
                  <a:lnTo>
                    <a:pt x="3139707" y="2433813"/>
                  </a:lnTo>
                  <a:lnTo>
                    <a:pt x="3139833" y="2433813"/>
                  </a:lnTo>
                  <a:lnTo>
                    <a:pt x="3139959" y="2433813"/>
                  </a:lnTo>
                  <a:lnTo>
                    <a:pt x="3140086" y="2433813"/>
                  </a:lnTo>
                  <a:lnTo>
                    <a:pt x="3140212" y="2433813"/>
                  </a:lnTo>
                  <a:lnTo>
                    <a:pt x="3140338" y="2433813"/>
                  </a:lnTo>
                  <a:lnTo>
                    <a:pt x="3140464" y="2433813"/>
                  </a:lnTo>
                  <a:lnTo>
                    <a:pt x="3140590" y="2433813"/>
                  </a:lnTo>
                  <a:lnTo>
                    <a:pt x="3140716" y="2433813"/>
                  </a:lnTo>
                  <a:lnTo>
                    <a:pt x="3140842" y="2433813"/>
                  </a:lnTo>
                  <a:lnTo>
                    <a:pt x="3140968" y="2433813"/>
                  </a:lnTo>
                  <a:lnTo>
                    <a:pt x="3141094" y="2433813"/>
                  </a:lnTo>
                  <a:lnTo>
                    <a:pt x="3141220" y="2433813"/>
                  </a:lnTo>
                  <a:lnTo>
                    <a:pt x="3141346" y="2433813"/>
                  </a:lnTo>
                  <a:lnTo>
                    <a:pt x="3141472" y="2433813"/>
                  </a:lnTo>
                  <a:lnTo>
                    <a:pt x="3141599" y="2433813"/>
                  </a:lnTo>
                  <a:lnTo>
                    <a:pt x="3141725" y="2433813"/>
                  </a:lnTo>
                  <a:lnTo>
                    <a:pt x="3141851" y="2433813"/>
                  </a:lnTo>
                  <a:lnTo>
                    <a:pt x="3141977" y="2433813"/>
                  </a:lnTo>
                  <a:lnTo>
                    <a:pt x="3142103" y="2433813"/>
                  </a:lnTo>
                  <a:lnTo>
                    <a:pt x="3142229" y="2433813"/>
                  </a:lnTo>
                  <a:lnTo>
                    <a:pt x="3142355" y="2433813"/>
                  </a:lnTo>
                  <a:lnTo>
                    <a:pt x="3142481" y="2433813"/>
                  </a:lnTo>
                  <a:lnTo>
                    <a:pt x="3142607" y="2433813"/>
                  </a:lnTo>
                  <a:lnTo>
                    <a:pt x="3142733" y="2433813"/>
                  </a:lnTo>
                  <a:lnTo>
                    <a:pt x="3142859" y="2433813"/>
                  </a:lnTo>
                  <a:lnTo>
                    <a:pt x="3142986" y="2433813"/>
                  </a:lnTo>
                  <a:lnTo>
                    <a:pt x="3143112" y="2433813"/>
                  </a:lnTo>
                  <a:lnTo>
                    <a:pt x="3143238" y="2433813"/>
                  </a:lnTo>
                  <a:lnTo>
                    <a:pt x="3143364" y="2433813"/>
                  </a:lnTo>
                  <a:lnTo>
                    <a:pt x="3143490" y="2433813"/>
                  </a:lnTo>
                  <a:lnTo>
                    <a:pt x="3143616" y="2433813"/>
                  </a:lnTo>
                  <a:lnTo>
                    <a:pt x="3143742" y="2433813"/>
                  </a:lnTo>
                  <a:lnTo>
                    <a:pt x="3143868" y="2433813"/>
                  </a:lnTo>
                  <a:lnTo>
                    <a:pt x="3143994" y="2433813"/>
                  </a:lnTo>
                  <a:lnTo>
                    <a:pt x="3144120" y="2433813"/>
                  </a:lnTo>
                  <a:lnTo>
                    <a:pt x="3144246" y="2433813"/>
                  </a:lnTo>
                  <a:lnTo>
                    <a:pt x="3144372" y="2433813"/>
                  </a:lnTo>
                  <a:lnTo>
                    <a:pt x="3144499" y="2433813"/>
                  </a:lnTo>
                  <a:lnTo>
                    <a:pt x="3144625" y="2433813"/>
                  </a:lnTo>
                  <a:lnTo>
                    <a:pt x="3144751" y="2433813"/>
                  </a:lnTo>
                  <a:lnTo>
                    <a:pt x="3144877" y="2433813"/>
                  </a:lnTo>
                  <a:lnTo>
                    <a:pt x="3145003" y="2433813"/>
                  </a:lnTo>
                  <a:lnTo>
                    <a:pt x="3145129" y="2433813"/>
                  </a:lnTo>
                  <a:lnTo>
                    <a:pt x="3145255" y="2433813"/>
                  </a:lnTo>
                  <a:lnTo>
                    <a:pt x="3145381" y="2433813"/>
                  </a:lnTo>
                  <a:lnTo>
                    <a:pt x="3145507" y="2433813"/>
                  </a:lnTo>
                  <a:lnTo>
                    <a:pt x="3145633" y="2433813"/>
                  </a:lnTo>
                  <a:lnTo>
                    <a:pt x="3145759" y="2433813"/>
                  </a:lnTo>
                  <a:lnTo>
                    <a:pt x="3145886" y="2433813"/>
                  </a:lnTo>
                  <a:lnTo>
                    <a:pt x="3146012" y="2433813"/>
                  </a:lnTo>
                  <a:lnTo>
                    <a:pt x="3146138" y="2433813"/>
                  </a:lnTo>
                  <a:lnTo>
                    <a:pt x="3146264" y="2433813"/>
                  </a:lnTo>
                  <a:lnTo>
                    <a:pt x="3146390" y="2433813"/>
                  </a:lnTo>
                  <a:lnTo>
                    <a:pt x="3146516" y="2433813"/>
                  </a:lnTo>
                  <a:lnTo>
                    <a:pt x="3146642" y="2433813"/>
                  </a:lnTo>
                  <a:lnTo>
                    <a:pt x="3146768" y="2433813"/>
                  </a:lnTo>
                  <a:lnTo>
                    <a:pt x="3146894" y="2433813"/>
                  </a:lnTo>
                  <a:lnTo>
                    <a:pt x="3147020" y="2433813"/>
                  </a:lnTo>
                  <a:lnTo>
                    <a:pt x="3147146" y="2433813"/>
                  </a:lnTo>
                  <a:lnTo>
                    <a:pt x="3147273" y="2433813"/>
                  </a:lnTo>
                  <a:lnTo>
                    <a:pt x="3147399" y="2433813"/>
                  </a:lnTo>
                  <a:lnTo>
                    <a:pt x="3147525" y="2433813"/>
                  </a:lnTo>
                  <a:lnTo>
                    <a:pt x="3147651" y="2433813"/>
                  </a:lnTo>
                  <a:lnTo>
                    <a:pt x="3147777" y="2433813"/>
                  </a:lnTo>
                  <a:lnTo>
                    <a:pt x="3147903" y="2433813"/>
                  </a:lnTo>
                  <a:lnTo>
                    <a:pt x="3148029" y="2433813"/>
                  </a:lnTo>
                  <a:lnTo>
                    <a:pt x="3148155" y="2433813"/>
                  </a:lnTo>
                  <a:lnTo>
                    <a:pt x="3148281" y="2433813"/>
                  </a:lnTo>
                  <a:lnTo>
                    <a:pt x="3148407" y="2433813"/>
                  </a:lnTo>
                  <a:lnTo>
                    <a:pt x="3148533" y="2433813"/>
                  </a:lnTo>
                  <a:lnTo>
                    <a:pt x="3148659" y="2433813"/>
                  </a:lnTo>
                  <a:lnTo>
                    <a:pt x="3148786" y="2433813"/>
                  </a:lnTo>
                  <a:lnTo>
                    <a:pt x="3148912" y="2433813"/>
                  </a:lnTo>
                  <a:lnTo>
                    <a:pt x="3149038" y="2433813"/>
                  </a:lnTo>
                  <a:lnTo>
                    <a:pt x="3149164" y="2433813"/>
                  </a:lnTo>
                  <a:lnTo>
                    <a:pt x="3149164" y="2428533"/>
                  </a:lnTo>
                  <a:lnTo>
                    <a:pt x="3149290" y="2428533"/>
                  </a:lnTo>
                  <a:lnTo>
                    <a:pt x="3149416" y="2428533"/>
                  </a:lnTo>
                  <a:lnTo>
                    <a:pt x="3149542" y="2428533"/>
                  </a:lnTo>
                  <a:lnTo>
                    <a:pt x="3149668" y="2428533"/>
                  </a:lnTo>
                  <a:lnTo>
                    <a:pt x="3149794" y="2428533"/>
                  </a:lnTo>
                  <a:lnTo>
                    <a:pt x="3149920" y="2428533"/>
                  </a:lnTo>
                  <a:lnTo>
                    <a:pt x="3150046" y="2428533"/>
                  </a:lnTo>
                  <a:lnTo>
                    <a:pt x="3150173" y="2428533"/>
                  </a:lnTo>
                  <a:lnTo>
                    <a:pt x="3150299" y="2428533"/>
                  </a:lnTo>
                  <a:lnTo>
                    <a:pt x="3150425" y="2428533"/>
                  </a:lnTo>
                  <a:lnTo>
                    <a:pt x="3150551" y="2428533"/>
                  </a:lnTo>
                  <a:lnTo>
                    <a:pt x="3150677" y="2428533"/>
                  </a:lnTo>
                  <a:lnTo>
                    <a:pt x="3150803" y="2428533"/>
                  </a:lnTo>
                  <a:lnTo>
                    <a:pt x="3150929" y="2428533"/>
                  </a:lnTo>
                  <a:lnTo>
                    <a:pt x="3151055" y="2428533"/>
                  </a:lnTo>
                  <a:lnTo>
                    <a:pt x="3151181" y="2428533"/>
                  </a:lnTo>
                  <a:lnTo>
                    <a:pt x="3151307" y="2428533"/>
                  </a:lnTo>
                  <a:lnTo>
                    <a:pt x="3151433" y="2428533"/>
                  </a:lnTo>
                  <a:lnTo>
                    <a:pt x="3151559" y="2428533"/>
                  </a:lnTo>
                  <a:lnTo>
                    <a:pt x="3151686" y="2428533"/>
                  </a:lnTo>
                  <a:lnTo>
                    <a:pt x="3151812" y="2428533"/>
                  </a:lnTo>
                  <a:lnTo>
                    <a:pt x="3151938" y="2428533"/>
                  </a:lnTo>
                  <a:lnTo>
                    <a:pt x="3152064" y="2428533"/>
                  </a:lnTo>
                  <a:lnTo>
                    <a:pt x="3152190" y="2428533"/>
                  </a:lnTo>
                  <a:lnTo>
                    <a:pt x="3152316" y="2428533"/>
                  </a:lnTo>
                  <a:lnTo>
                    <a:pt x="3152442" y="2428533"/>
                  </a:lnTo>
                  <a:lnTo>
                    <a:pt x="3152568" y="2428533"/>
                  </a:lnTo>
                  <a:lnTo>
                    <a:pt x="3152694" y="2428533"/>
                  </a:lnTo>
                  <a:lnTo>
                    <a:pt x="3152820" y="2428533"/>
                  </a:lnTo>
                  <a:lnTo>
                    <a:pt x="3152946" y="2428533"/>
                  </a:lnTo>
                  <a:lnTo>
                    <a:pt x="3153073" y="2428533"/>
                  </a:lnTo>
                  <a:lnTo>
                    <a:pt x="3153199" y="2428533"/>
                  </a:lnTo>
                  <a:lnTo>
                    <a:pt x="3153325" y="2428533"/>
                  </a:lnTo>
                  <a:lnTo>
                    <a:pt x="3153451" y="2428533"/>
                  </a:lnTo>
                  <a:lnTo>
                    <a:pt x="3153577" y="2428533"/>
                  </a:lnTo>
                  <a:lnTo>
                    <a:pt x="3153703" y="2428533"/>
                  </a:lnTo>
                  <a:lnTo>
                    <a:pt x="3153829" y="2428533"/>
                  </a:lnTo>
                  <a:lnTo>
                    <a:pt x="3153955" y="2428533"/>
                  </a:lnTo>
                  <a:lnTo>
                    <a:pt x="3154081" y="2428533"/>
                  </a:lnTo>
                  <a:lnTo>
                    <a:pt x="3154207" y="2428533"/>
                  </a:lnTo>
                  <a:lnTo>
                    <a:pt x="3154333" y="2428533"/>
                  </a:lnTo>
                  <a:lnTo>
                    <a:pt x="3154460" y="2428533"/>
                  </a:lnTo>
                  <a:lnTo>
                    <a:pt x="3154586" y="2428533"/>
                  </a:lnTo>
                  <a:lnTo>
                    <a:pt x="3154712" y="2428533"/>
                  </a:lnTo>
                  <a:lnTo>
                    <a:pt x="3154838" y="2428533"/>
                  </a:lnTo>
                  <a:lnTo>
                    <a:pt x="3154838" y="2423254"/>
                  </a:lnTo>
                  <a:lnTo>
                    <a:pt x="3154964" y="2423254"/>
                  </a:lnTo>
                  <a:lnTo>
                    <a:pt x="3155090" y="2423254"/>
                  </a:lnTo>
                  <a:lnTo>
                    <a:pt x="3155216" y="2423254"/>
                  </a:lnTo>
                  <a:lnTo>
                    <a:pt x="3155342" y="2423254"/>
                  </a:lnTo>
                  <a:lnTo>
                    <a:pt x="3155468" y="2423254"/>
                  </a:lnTo>
                  <a:lnTo>
                    <a:pt x="3155594" y="2423254"/>
                  </a:lnTo>
                  <a:lnTo>
                    <a:pt x="3155720" y="2423254"/>
                  </a:lnTo>
                  <a:lnTo>
                    <a:pt x="3155846" y="2423254"/>
                  </a:lnTo>
                  <a:lnTo>
                    <a:pt x="3155973" y="2423254"/>
                  </a:lnTo>
                  <a:lnTo>
                    <a:pt x="3156099" y="2423254"/>
                  </a:lnTo>
                  <a:lnTo>
                    <a:pt x="3156225" y="2423254"/>
                  </a:lnTo>
                  <a:lnTo>
                    <a:pt x="3156351" y="2423254"/>
                  </a:lnTo>
                  <a:lnTo>
                    <a:pt x="3156477" y="2423254"/>
                  </a:lnTo>
                  <a:lnTo>
                    <a:pt x="3156603" y="2423254"/>
                  </a:lnTo>
                  <a:lnTo>
                    <a:pt x="3156729" y="2423254"/>
                  </a:lnTo>
                  <a:lnTo>
                    <a:pt x="3156855" y="2423254"/>
                  </a:lnTo>
                  <a:lnTo>
                    <a:pt x="3156981" y="2423254"/>
                  </a:lnTo>
                  <a:lnTo>
                    <a:pt x="3157107" y="2423254"/>
                  </a:lnTo>
                  <a:lnTo>
                    <a:pt x="3157233" y="2423254"/>
                  </a:lnTo>
                  <a:lnTo>
                    <a:pt x="3157360" y="2423254"/>
                  </a:lnTo>
                  <a:lnTo>
                    <a:pt x="3157486" y="2423254"/>
                  </a:lnTo>
                  <a:lnTo>
                    <a:pt x="3157612" y="2423254"/>
                  </a:lnTo>
                  <a:lnTo>
                    <a:pt x="3157738" y="2423254"/>
                  </a:lnTo>
                  <a:lnTo>
                    <a:pt x="3157864" y="2423254"/>
                  </a:lnTo>
                  <a:lnTo>
                    <a:pt x="3157990" y="2423254"/>
                  </a:lnTo>
                  <a:lnTo>
                    <a:pt x="3158116" y="2423254"/>
                  </a:lnTo>
                  <a:lnTo>
                    <a:pt x="3158242" y="2423254"/>
                  </a:lnTo>
                  <a:lnTo>
                    <a:pt x="3158368" y="2423254"/>
                  </a:lnTo>
                  <a:lnTo>
                    <a:pt x="3158494" y="2423254"/>
                  </a:lnTo>
                  <a:lnTo>
                    <a:pt x="3158620" y="2423254"/>
                  </a:lnTo>
                  <a:lnTo>
                    <a:pt x="3158746" y="2423254"/>
                  </a:lnTo>
                  <a:lnTo>
                    <a:pt x="3158873" y="2423254"/>
                  </a:lnTo>
                  <a:lnTo>
                    <a:pt x="3158999" y="2423254"/>
                  </a:lnTo>
                  <a:lnTo>
                    <a:pt x="3159125" y="2423254"/>
                  </a:lnTo>
                  <a:lnTo>
                    <a:pt x="3159251" y="2423254"/>
                  </a:lnTo>
                  <a:lnTo>
                    <a:pt x="3159251" y="2417974"/>
                  </a:lnTo>
                  <a:lnTo>
                    <a:pt x="3159377" y="2417974"/>
                  </a:lnTo>
                  <a:lnTo>
                    <a:pt x="3159503" y="2417974"/>
                  </a:lnTo>
                  <a:lnTo>
                    <a:pt x="3159629" y="2417974"/>
                  </a:lnTo>
                  <a:lnTo>
                    <a:pt x="3159755" y="2417974"/>
                  </a:lnTo>
                  <a:lnTo>
                    <a:pt x="3159881" y="2417974"/>
                  </a:lnTo>
                  <a:lnTo>
                    <a:pt x="3160007" y="2417974"/>
                  </a:lnTo>
                  <a:lnTo>
                    <a:pt x="3160133" y="2417974"/>
                  </a:lnTo>
                  <a:lnTo>
                    <a:pt x="3160260" y="2417974"/>
                  </a:lnTo>
                  <a:lnTo>
                    <a:pt x="3160386" y="2417974"/>
                  </a:lnTo>
                  <a:lnTo>
                    <a:pt x="3160512" y="2417974"/>
                  </a:lnTo>
                  <a:lnTo>
                    <a:pt x="3160638" y="2417974"/>
                  </a:lnTo>
                  <a:lnTo>
                    <a:pt x="3160764" y="2417974"/>
                  </a:lnTo>
                  <a:lnTo>
                    <a:pt x="3160890" y="2417974"/>
                  </a:lnTo>
                  <a:lnTo>
                    <a:pt x="3161016" y="2417974"/>
                  </a:lnTo>
                  <a:lnTo>
                    <a:pt x="3161142" y="2417974"/>
                  </a:lnTo>
                  <a:lnTo>
                    <a:pt x="3161268" y="2417974"/>
                  </a:lnTo>
                  <a:lnTo>
                    <a:pt x="3161394" y="2417974"/>
                  </a:lnTo>
                  <a:lnTo>
                    <a:pt x="3161520" y="2417974"/>
                  </a:lnTo>
                  <a:lnTo>
                    <a:pt x="3161647" y="2417974"/>
                  </a:lnTo>
                  <a:lnTo>
                    <a:pt x="3161773" y="2417974"/>
                  </a:lnTo>
                  <a:lnTo>
                    <a:pt x="3161899" y="2417974"/>
                  </a:lnTo>
                  <a:lnTo>
                    <a:pt x="3162025" y="2417974"/>
                  </a:lnTo>
                  <a:lnTo>
                    <a:pt x="3162151" y="2417974"/>
                  </a:lnTo>
                  <a:lnTo>
                    <a:pt x="3162277" y="2417974"/>
                  </a:lnTo>
                  <a:lnTo>
                    <a:pt x="3162403" y="2417974"/>
                  </a:lnTo>
                  <a:lnTo>
                    <a:pt x="3162529" y="2417974"/>
                  </a:lnTo>
                  <a:lnTo>
                    <a:pt x="3162655" y="2417974"/>
                  </a:lnTo>
                  <a:lnTo>
                    <a:pt x="3162781" y="2417974"/>
                  </a:lnTo>
                  <a:lnTo>
                    <a:pt x="3162907" y="2417974"/>
                  </a:lnTo>
                  <a:lnTo>
                    <a:pt x="3163033" y="2417974"/>
                  </a:lnTo>
                  <a:lnTo>
                    <a:pt x="3163160" y="2417974"/>
                  </a:lnTo>
                  <a:lnTo>
                    <a:pt x="3163286" y="2417974"/>
                  </a:lnTo>
                  <a:lnTo>
                    <a:pt x="3163412" y="2417974"/>
                  </a:lnTo>
                  <a:lnTo>
                    <a:pt x="3163538" y="2417974"/>
                  </a:lnTo>
                  <a:lnTo>
                    <a:pt x="3163664" y="2417974"/>
                  </a:lnTo>
                  <a:lnTo>
                    <a:pt x="3163790" y="2417974"/>
                  </a:lnTo>
                  <a:lnTo>
                    <a:pt x="3163916" y="2417974"/>
                  </a:lnTo>
                  <a:lnTo>
                    <a:pt x="3164042" y="2417974"/>
                  </a:lnTo>
                  <a:lnTo>
                    <a:pt x="3164168" y="2417974"/>
                  </a:lnTo>
                  <a:lnTo>
                    <a:pt x="3164294" y="2417974"/>
                  </a:lnTo>
                  <a:lnTo>
                    <a:pt x="3164420" y="2417974"/>
                  </a:lnTo>
                  <a:lnTo>
                    <a:pt x="3164547" y="2417974"/>
                  </a:lnTo>
                  <a:lnTo>
                    <a:pt x="3164673" y="2417974"/>
                  </a:lnTo>
                  <a:lnTo>
                    <a:pt x="3164799" y="2417974"/>
                  </a:lnTo>
                  <a:lnTo>
                    <a:pt x="3164925" y="2417974"/>
                  </a:lnTo>
                  <a:lnTo>
                    <a:pt x="3165051" y="2417974"/>
                  </a:lnTo>
                  <a:lnTo>
                    <a:pt x="3165177" y="2417974"/>
                  </a:lnTo>
                  <a:lnTo>
                    <a:pt x="3165303" y="2417974"/>
                  </a:lnTo>
                  <a:lnTo>
                    <a:pt x="3165429" y="2417974"/>
                  </a:lnTo>
                  <a:lnTo>
                    <a:pt x="3165555" y="2417974"/>
                  </a:lnTo>
                  <a:lnTo>
                    <a:pt x="3165681" y="2417974"/>
                  </a:lnTo>
                  <a:lnTo>
                    <a:pt x="3165807" y="2417974"/>
                  </a:lnTo>
                  <a:lnTo>
                    <a:pt x="3165933" y="2417974"/>
                  </a:lnTo>
                  <a:lnTo>
                    <a:pt x="3166060" y="2417974"/>
                  </a:lnTo>
                  <a:lnTo>
                    <a:pt x="3166186" y="2417974"/>
                  </a:lnTo>
                  <a:lnTo>
                    <a:pt x="3166312" y="2417974"/>
                  </a:lnTo>
                  <a:lnTo>
                    <a:pt x="3166438" y="2417974"/>
                  </a:lnTo>
                  <a:lnTo>
                    <a:pt x="3166564" y="2417974"/>
                  </a:lnTo>
                  <a:lnTo>
                    <a:pt x="3166690" y="2417974"/>
                  </a:lnTo>
                  <a:lnTo>
                    <a:pt x="3166816" y="2417974"/>
                  </a:lnTo>
                  <a:lnTo>
                    <a:pt x="3166942" y="2417974"/>
                  </a:lnTo>
                  <a:lnTo>
                    <a:pt x="3167068" y="2417974"/>
                  </a:lnTo>
                  <a:lnTo>
                    <a:pt x="3167194" y="2417974"/>
                  </a:lnTo>
                  <a:lnTo>
                    <a:pt x="3167320" y="2417974"/>
                  </a:lnTo>
                  <a:lnTo>
                    <a:pt x="3167447" y="2417974"/>
                  </a:lnTo>
                  <a:lnTo>
                    <a:pt x="3167573" y="2417974"/>
                  </a:lnTo>
                  <a:lnTo>
                    <a:pt x="3167699" y="2417974"/>
                  </a:lnTo>
                  <a:lnTo>
                    <a:pt x="3167825" y="2417974"/>
                  </a:lnTo>
                  <a:lnTo>
                    <a:pt x="3167951" y="2417974"/>
                  </a:lnTo>
                  <a:lnTo>
                    <a:pt x="3168077" y="2417974"/>
                  </a:lnTo>
                  <a:lnTo>
                    <a:pt x="3168203" y="2417974"/>
                  </a:lnTo>
                  <a:lnTo>
                    <a:pt x="3168329" y="2417974"/>
                  </a:lnTo>
                  <a:lnTo>
                    <a:pt x="3168455" y="2417974"/>
                  </a:lnTo>
                  <a:lnTo>
                    <a:pt x="3168581" y="2417974"/>
                  </a:lnTo>
                  <a:lnTo>
                    <a:pt x="3168707" y="2417974"/>
                  </a:lnTo>
                  <a:lnTo>
                    <a:pt x="3168833" y="2417974"/>
                  </a:lnTo>
                  <a:lnTo>
                    <a:pt x="3168833" y="2412695"/>
                  </a:lnTo>
                  <a:lnTo>
                    <a:pt x="3168960" y="2412695"/>
                  </a:lnTo>
                  <a:lnTo>
                    <a:pt x="3169086" y="2412695"/>
                  </a:lnTo>
                  <a:lnTo>
                    <a:pt x="3169212" y="2412695"/>
                  </a:lnTo>
                  <a:lnTo>
                    <a:pt x="3169338" y="2412695"/>
                  </a:lnTo>
                  <a:lnTo>
                    <a:pt x="3169464" y="2412695"/>
                  </a:lnTo>
                  <a:lnTo>
                    <a:pt x="3169590" y="2412695"/>
                  </a:lnTo>
                  <a:lnTo>
                    <a:pt x="3169716" y="2412695"/>
                  </a:lnTo>
                  <a:lnTo>
                    <a:pt x="3169842" y="2412695"/>
                  </a:lnTo>
                  <a:lnTo>
                    <a:pt x="3169968" y="2412695"/>
                  </a:lnTo>
                  <a:lnTo>
                    <a:pt x="3170094" y="2412695"/>
                  </a:lnTo>
                  <a:lnTo>
                    <a:pt x="3170220" y="2412695"/>
                  </a:lnTo>
                  <a:lnTo>
                    <a:pt x="3170347" y="2412695"/>
                  </a:lnTo>
                  <a:lnTo>
                    <a:pt x="3170473" y="2412695"/>
                  </a:lnTo>
                  <a:lnTo>
                    <a:pt x="3170599" y="2412695"/>
                  </a:lnTo>
                  <a:lnTo>
                    <a:pt x="3170725" y="2412695"/>
                  </a:lnTo>
                  <a:lnTo>
                    <a:pt x="3170851" y="2412695"/>
                  </a:lnTo>
                  <a:lnTo>
                    <a:pt x="3170977" y="2412695"/>
                  </a:lnTo>
                  <a:lnTo>
                    <a:pt x="3171103" y="2412695"/>
                  </a:lnTo>
                  <a:lnTo>
                    <a:pt x="3171229" y="2412695"/>
                  </a:lnTo>
                  <a:lnTo>
                    <a:pt x="3171355" y="2412695"/>
                  </a:lnTo>
                  <a:lnTo>
                    <a:pt x="3171481" y="2412695"/>
                  </a:lnTo>
                  <a:lnTo>
                    <a:pt x="3171607" y="2412695"/>
                  </a:lnTo>
                  <a:lnTo>
                    <a:pt x="3171734" y="2412695"/>
                  </a:lnTo>
                  <a:lnTo>
                    <a:pt x="3171860" y="2412695"/>
                  </a:lnTo>
                  <a:lnTo>
                    <a:pt x="3171986" y="2412695"/>
                  </a:lnTo>
                  <a:lnTo>
                    <a:pt x="3172112" y="2412695"/>
                  </a:lnTo>
                  <a:lnTo>
                    <a:pt x="3172238" y="2412695"/>
                  </a:lnTo>
                  <a:lnTo>
                    <a:pt x="3172364" y="2412695"/>
                  </a:lnTo>
                  <a:lnTo>
                    <a:pt x="3172490" y="2412695"/>
                  </a:lnTo>
                  <a:lnTo>
                    <a:pt x="3172616" y="2412695"/>
                  </a:lnTo>
                  <a:lnTo>
                    <a:pt x="3172742" y="2412695"/>
                  </a:lnTo>
                  <a:lnTo>
                    <a:pt x="3172868" y="2412695"/>
                  </a:lnTo>
                  <a:lnTo>
                    <a:pt x="3172994" y="2412695"/>
                  </a:lnTo>
                  <a:lnTo>
                    <a:pt x="3173120" y="2412695"/>
                  </a:lnTo>
                  <a:lnTo>
                    <a:pt x="3173247" y="2412695"/>
                  </a:lnTo>
                  <a:lnTo>
                    <a:pt x="3173373" y="2412695"/>
                  </a:lnTo>
                  <a:lnTo>
                    <a:pt x="3173499" y="2412695"/>
                  </a:lnTo>
                  <a:lnTo>
                    <a:pt x="3173625" y="2412695"/>
                  </a:lnTo>
                  <a:lnTo>
                    <a:pt x="3173751" y="2412695"/>
                  </a:lnTo>
                  <a:lnTo>
                    <a:pt x="3173877" y="2412695"/>
                  </a:lnTo>
                  <a:lnTo>
                    <a:pt x="3174003" y="2412695"/>
                  </a:lnTo>
                  <a:lnTo>
                    <a:pt x="3174129" y="2412695"/>
                  </a:lnTo>
                  <a:lnTo>
                    <a:pt x="3174255" y="2412695"/>
                  </a:lnTo>
                  <a:lnTo>
                    <a:pt x="3174381" y="2412695"/>
                  </a:lnTo>
                  <a:lnTo>
                    <a:pt x="3174507" y="2412695"/>
                  </a:lnTo>
                  <a:lnTo>
                    <a:pt x="3174634" y="2412695"/>
                  </a:lnTo>
                  <a:lnTo>
                    <a:pt x="3174760" y="2412695"/>
                  </a:lnTo>
                  <a:lnTo>
                    <a:pt x="3174886" y="2412695"/>
                  </a:lnTo>
                  <a:lnTo>
                    <a:pt x="3175012" y="2412695"/>
                  </a:lnTo>
                  <a:lnTo>
                    <a:pt x="3175138" y="2412695"/>
                  </a:lnTo>
                  <a:lnTo>
                    <a:pt x="3175264" y="2412695"/>
                  </a:lnTo>
                  <a:lnTo>
                    <a:pt x="3175390" y="2412695"/>
                  </a:lnTo>
                  <a:lnTo>
                    <a:pt x="3175516" y="2412695"/>
                  </a:lnTo>
                  <a:lnTo>
                    <a:pt x="3175642" y="2412695"/>
                  </a:lnTo>
                  <a:lnTo>
                    <a:pt x="3175768" y="2412695"/>
                  </a:lnTo>
                  <a:lnTo>
                    <a:pt x="3175894" y="2412695"/>
                  </a:lnTo>
                  <a:lnTo>
                    <a:pt x="3176020" y="2412695"/>
                  </a:lnTo>
                  <a:lnTo>
                    <a:pt x="3176147" y="2412695"/>
                  </a:lnTo>
                  <a:lnTo>
                    <a:pt x="3176273" y="2412695"/>
                  </a:lnTo>
                  <a:lnTo>
                    <a:pt x="3176399" y="2412695"/>
                  </a:lnTo>
                  <a:lnTo>
                    <a:pt x="3176525" y="2412695"/>
                  </a:lnTo>
                  <a:lnTo>
                    <a:pt x="3176651" y="2412695"/>
                  </a:lnTo>
                  <a:lnTo>
                    <a:pt x="3176777" y="2412695"/>
                  </a:lnTo>
                  <a:lnTo>
                    <a:pt x="3176903" y="2412695"/>
                  </a:lnTo>
                  <a:lnTo>
                    <a:pt x="3177029" y="2412695"/>
                  </a:lnTo>
                  <a:lnTo>
                    <a:pt x="3177155" y="2412695"/>
                  </a:lnTo>
                  <a:lnTo>
                    <a:pt x="3177281" y="2412695"/>
                  </a:lnTo>
                  <a:lnTo>
                    <a:pt x="3177407" y="2412695"/>
                  </a:lnTo>
                  <a:lnTo>
                    <a:pt x="3177534" y="2412695"/>
                  </a:lnTo>
                  <a:lnTo>
                    <a:pt x="3177660" y="2412695"/>
                  </a:lnTo>
                  <a:lnTo>
                    <a:pt x="3177786" y="2412695"/>
                  </a:lnTo>
                  <a:lnTo>
                    <a:pt x="3177912" y="2412695"/>
                  </a:lnTo>
                  <a:lnTo>
                    <a:pt x="3178038" y="2412695"/>
                  </a:lnTo>
                  <a:lnTo>
                    <a:pt x="3178164" y="2412695"/>
                  </a:lnTo>
                  <a:lnTo>
                    <a:pt x="3178290" y="2412695"/>
                  </a:lnTo>
                  <a:lnTo>
                    <a:pt x="3178416" y="2412695"/>
                  </a:lnTo>
                  <a:lnTo>
                    <a:pt x="3178542" y="2412695"/>
                  </a:lnTo>
                  <a:lnTo>
                    <a:pt x="3178668" y="2412695"/>
                  </a:lnTo>
                  <a:lnTo>
                    <a:pt x="3178794" y="2412695"/>
                  </a:lnTo>
                  <a:lnTo>
                    <a:pt x="3178921" y="2412695"/>
                  </a:lnTo>
                  <a:lnTo>
                    <a:pt x="3179047" y="2412695"/>
                  </a:lnTo>
                  <a:lnTo>
                    <a:pt x="3179173" y="2412695"/>
                  </a:lnTo>
                  <a:lnTo>
                    <a:pt x="3179299" y="2412695"/>
                  </a:lnTo>
                  <a:lnTo>
                    <a:pt x="3179425" y="2412695"/>
                  </a:lnTo>
                  <a:lnTo>
                    <a:pt x="3179551" y="2412695"/>
                  </a:lnTo>
                  <a:lnTo>
                    <a:pt x="3179677" y="2412695"/>
                  </a:lnTo>
                  <a:lnTo>
                    <a:pt x="3179803" y="2412695"/>
                  </a:lnTo>
                  <a:lnTo>
                    <a:pt x="3179929" y="2412695"/>
                  </a:lnTo>
                  <a:lnTo>
                    <a:pt x="3180055" y="2412695"/>
                  </a:lnTo>
                  <a:lnTo>
                    <a:pt x="3180181" y="2412695"/>
                  </a:lnTo>
                  <a:lnTo>
                    <a:pt x="3180307" y="2412695"/>
                  </a:lnTo>
                  <a:lnTo>
                    <a:pt x="3180434" y="2412695"/>
                  </a:lnTo>
                  <a:lnTo>
                    <a:pt x="3180560" y="2412695"/>
                  </a:lnTo>
                  <a:lnTo>
                    <a:pt x="3180686" y="2412695"/>
                  </a:lnTo>
                  <a:lnTo>
                    <a:pt x="3180812" y="2412695"/>
                  </a:lnTo>
                  <a:lnTo>
                    <a:pt x="3180938" y="2412695"/>
                  </a:lnTo>
                  <a:lnTo>
                    <a:pt x="3181064" y="2412695"/>
                  </a:lnTo>
                  <a:lnTo>
                    <a:pt x="3181190" y="2412695"/>
                  </a:lnTo>
                  <a:lnTo>
                    <a:pt x="3181316" y="2412695"/>
                  </a:lnTo>
                  <a:lnTo>
                    <a:pt x="3181442" y="2412695"/>
                  </a:lnTo>
                  <a:lnTo>
                    <a:pt x="3181568" y="2412695"/>
                  </a:lnTo>
                  <a:lnTo>
                    <a:pt x="3181694" y="2412695"/>
                  </a:lnTo>
                  <a:lnTo>
                    <a:pt x="3181821" y="2412695"/>
                  </a:lnTo>
                  <a:lnTo>
                    <a:pt x="3181947" y="2412695"/>
                  </a:lnTo>
                  <a:lnTo>
                    <a:pt x="3182073" y="2412695"/>
                  </a:lnTo>
                  <a:lnTo>
                    <a:pt x="3182199" y="2412695"/>
                  </a:lnTo>
                  <a:lnTo>
                    <a:pt x="3182325" y="2412695"/>
                  </a:lnTo>
                  <a:lnTo>
                    <a:pt x="3182451" y="2412695"/>
                  </a:lnTo>
                  <a:lnTo>
                    <a:pt x="3182577" y="2412695"/>
                  </a:lnTo>
                  <a:lnTo>
                    <a:pt x="3182703" y="2412695"/>
                  </a:lnTo>
                  <a:lnTo>
                    <a:pt x="3182829" y="2412695"/>
                  </a:lnTo>
                  <a:lnTo>
                    <a:pt x="3182955" y="2412695"/>
                  </a:lnTo>
                  <a:lnTo>
                    <a:pt x="3183081" y="2412695"/>
                  </a:lnTo>
                  <a:lnTo>
                    <a:pt x="3183207" y="2412695"/>
                  </a:lnTo>
                  <a:lnTo>
                    <a:pt x="3183334" y="2412695"/>
                  </a:lnTo>
                  <a:lnTo>
                    <a:pt x="3183460" y="2412695"/>
                  </a:lnTo>
                  <a:lnTo>
                    <a:pt x="3183586" y="2412695"/>
                  </a:lnTo>
                  <a:lnTo>
                    <a:pt x="3183712" y="2412695"/>
                  </a:lnTo>
                  <a:lnTo>
                    <a:pt x="3183838" y="2412695"/>
                  </a:lnTo>
                  <a:lnTo>
                    <a:pt x="3183964" y="2412695"/>
                  </a:lnTo>
                  <a:lnTo>
                    <a:pt x="3184090" y="2412695"/>
                  </a:lnTo>
                  <a:lnTo>
                    <a:pt x="3184216" y="2412695"/>
                  </a:lnTo>
                  <a:lnTo>
                    <a:pt x="3184342" y="2412695"/>
                  </a:lnTo>
                  <a:lnTo>
                    <a:pt x="3184468" y="2412695"/>
                  </a:lnTo>
                  <a:lnTo>
                    <a:pt x="3184594" y="2412695"/>
                  </a:lnTo>
                  <a:lnTo>
                    <a:pt x="3184721" y="2412695"/>
                  </a:lnTo>
                  <a:lnTo>
                    <a:pt x="3184847" y="2412695"/>
                  </a:lnTo>
                  <a:lnTo>
                    <a:pt x="3184973" y="2412695"/>
                  </a:lnTo>
                  <a:lnTo>
                    <a:pt x="3185099" y="2412695"/>
                  </a:lnTo>
                  <a:lnTo>
                    <a:pt x="3185225" y="2412695"/>
                  </a:lnTo>
                  <a:lnTo>
                    <a:pt x="3185351" y="2412695"/>
                  </a:lnTo>
                  <a:lnTo>
                    <a:pt x="3185477" y="2412695"/>
                  </a:lnTo>
                  <a:lnTo>
                    <a:pt x="3185603" y="2412695"/>
                  </a:lnTo>
                  <a:lnTo>
                    <a:pt x="3185729" y="2412695"/>
                  </a:lnTo>
                  <a:lnTo>
                    <a:pt x="3185855" y="2412695"/>
                  </a:lnTo>
                  <a:lnTo>
                    <a:pt x="3185981" y="2412695"/>
                  </a:lnTo>
                  <a:lnTo>
                    <a:pt x="3186107" y="2412695"/>
                  </a:lnTo>
                  <a:lnTo>
                    <a:pt x="3186234" y="2412695"/>
                  </a:lnTo>
                  <a:lnTo>
                    <a:pt x="3186360" y="2412695"/>
                  </a:lnTo>
                  <a:lnTo>
                    <a:pt x="3186486" y="2412695"/>
                  </a:lnTo>
                  <a:lnTo>
                    <a:pt x="3186612" y="2412695"/>
                  </a:lnTo>
                  <a:lnTo>
                    <a:pt x="3186738" y="2412695"/>
                  </a:lnTo>
                  <a:lnTo>
                    <a:pt x="3186864" y="2412695"/>
                  </a:lnTo>
                  <a:lnTo>
                    <a:pt x="3186990" y="2412695"/>
                  </a:lnTo>
                  <a:lnTo>
                    <a:pt x="3187116" y="2412695"/>
                  </a:lnTo>
                  <a:lnTo>
                    <a:pt x="3187242" y="2412695"/>
                  </a:lnTo>
                  <a:lnTo>
                    <a:pt x="3187368" y="2412695"/>
                  </a:lnTo>
                  <a:lnTo>
                    <a:pt x="3187494" y="2412695"/>
                  </a:lnTo>
                  <a:lnTo>
                    <a:pt x="3187621" y="2412695"/>
                  </a:lnTo>
                  <a:lnTo>
                    <a:pt x="3187747" y="2412695"/>
                  </a:lnTo>
                  <a:lnTo>
                    <a:pt x="3187873" y="2412695"/>
                  </a:lnTo>
                  <a:lnTo>
                    <a:pt x="3187999" y="2412695"/>
                  </a:lnTo>
                  <a:lnTo>
                    <a:pt x="3188125" y="2412695"/>
                  </a:lnTo>
                  <a:lnTo>
                    <a:pt x="3188251" y="2412695"/>
                  </a:lnTo>
                  <a:lnTo>
                    <a:pt x="3188377" y="2412695"/>
                  </a:lnTo>
                  <a:lnTo>
                    <a:pt x="3188503" y="2412695"/>
                  </a:lnTo>
                  <a:lnTo>
                    <a:pt x="3188629" y="2412695"/>
                  </a:lnTo>
                  <a:lnTo>
                    <a:pt x="3188755" y="2412695"/>
                  </a:lnTo>
                  <a:lnTo>
                    <a:pt x="3188881" y="2412695"/>
                  </a:lnTo>
                  <a:lnTo>
                    <a:pt x="3189008" y="2412695"/>
                  </a:lnTo>
                  <a:lnTo>
                    <a:pt x="3189134" y="2412695"/>
                  </a:lnTo>
                  <a:lnTo>
                    <a:pt x="3189260" y="2412695"/>
                  </a:lnTo>
                  <a:lnTo>
                    <a:pt x="3189386" y="2412695"/>
                  </a:lnTo>
                  <a:lnTo>
                    <a:pt x="3189512" y="2412695"/>
                  </a:lnTo>
                  <a:lnTo>
                    <a:pt x="3189638" y="2412695"/>
                  </a:lnTo>
                  <a:lnTo>
                    <a:pt x="3189764" y="2412695"/>
                  </a:lnTo>
                  <a:lnTo>
                    <a:pt x="3189890" y="2412695"/>
                  </a:lnTo>
                  <a:lnTo>
                    <a:pt x="3189890" y="2407416"/>
                  </a:lnTo>
                  <a:lnTo>
                    <a:pt x="3190016" y="2407416"/>
                  </a:lnTo>
                  <a:lnTo>
                    <a:pt x="3190142" y="2407416"/>
                  </a:lnTo>
                  <a:lnTo>
                    <a:pt x="3190268" y="2407416"/>
                  </a:lnTo>
                  <a:lnTo>
                    <a:pt x="3190268" y="2402136"/>
                  </a:lnTo>
                  <a:lnTo>
                    <a:pt x="3190394" y="2402136"/>
                  </a:lnTo>
                  <a:lnTo>
                    <a:pt x="3190521" y="2402136"/>
                  </a:lnTo>
                  <a:lnTo>
                    <a:pt x="3190647" y="2402136"/>
                  </a:lnTo>
                  <a:lnTo>
                    <a:pt x="3190773" y="2402136"/>
                  </a:lnTo>
                  <a:lnTo>
                    <a:pt x="3190899" y="2402136"/>
                  </a:lnTo>
                  <a:lnTo>
                    <a:pt x="3191025" y="2402136"/>
                  </a:lnTo>
                  <a:lnTo>
                    <a:pt x="3191151" y="2402136"/>
                  </a:lnTo>
                  <a:lnTo>
                    <a:pt x="3191277" y="2402136"/>
                  </a:lnTo>
                  <a:lnTo>
                    <a:pt x="3191403" y="2402136"/>
                  </a:lnTo>
                  <a:lnTo>
                    <a:pt x="3191529" y="2402136"/>
                  </a:lnTo>
                  <a:lnTo>
                    <a:pt x="3191655" y="2402136"/>
                  </a:lnTo>
                  <a:lnTo>
                    <a:pt x="3191781" y="2402136"/>
                  </a:lnTo>
                  <a:lnTo>
                    <a:pt x="3191908" y="2402136"/>
                  </a:lnTo>
                  <a:lnTo>
                    <a:pt x="3192034" y="2402136"/>
                  </a:lnTo>
                  <a:lnTo>
                    <a:pt x="3192160" y="2402136"/>
                  </a:lnTo>
                  <a:lnTo>
                    <a:pt x="3192286" y="2402136"/>
                  </a:lnTo>
                  <a:lnTo>
                    <a:pt x="3192412" y="2402136"/>
                  </a:lnTo>
                  <a:lnTo>
                    <a:pt x="3192538" y="2402136"/>
                  </a:lnTo>
                  <a:lnTo>
                    <a:pt x="3192664" y="2402136"/>
                  </a:lnTo>
                  <a:lnTo>
                    <a:pt x="3192790" y="2402136"/>
                  </a:lnTo>
                  <a:lnTo>
                    <a:pt x="3192916" y="2402136"/>
                  </a:lnTo>
                  <a:lnTo>
                    <a:pt x="3193042" y="2402136"/>
                  </a:lnTo>
                  <a:lnTo>
                    <a:pt x="3193168" y="2402136"/>
                  </a:lnTo>
                  <a:lnTo>
                    <a:pt x="3193294" y="2402136"/>
                  </a:lnTo>
                  <a:lnTo>
                    <a:pt x="3193421" y="2402136"/>
                  </a:lnTo>
                  <a:lnTo>
                    <a:pt x="3193547" y="2402136"/>
                  </a:lnTo>
                  <a:lnTo>
                    <a:pt x="3193673" y="2402136"/>
                  </a:lnTo>
                  <a:lnTo>
                    <a:pt x="3193799" y="2402136"/>
                  </a:lnTo>
                  <a:lnTo>
                    <a:pt x="3193925" y="2402136"/>
                  </a:lnTo>
                  <a:lnTo>
                    <a:pt x="3194051" y="2402136"/>
                  </a:lnTo>
                  <a:lnTo>
                    <a:pt x="3194177" y="2402136"/>
                  </a:lnTo>
                  <a:lnTo>
                    <a:pt x="3194303" y="2402136"/>
                  </a:lnTo>
                  <a:lnTo>
                    <a:pt x="3194429" y="2402136"/>
                  </a:lnTo>
                  <a:lnTo>
                    <a:pt x="3194555" y="2402136"/>
                  </a:lnTo>
                  <a:lnTo>
                    <a:pt x="3194681" y="2402136"/>
                  </a:lnTo>
                  <a:lnTo>
                    <a:pt x="3194808" y="2402136"/>
                  </a:lnTo>
                  <a:lnTo>
                    <a:pt x="3194934" y="2402136"/>
                  </a:lnTo>
                  <a:lnTo>
                    <a:pt x="3195060" y="2402136"/>
                  </a:lnTo>
                  <a:lnTo>
                    <a:pt x="3195186" y="2402136"/>
                  </a:lnTo>
                  <a:lnTo>
                    <a:pt x="3195312" y="2402136"/>
                  </a:lnTo>
                  <a:lnTo>
                    <a:pt x="3195438" y="2402136"/>
                  </a:lnTo>
                  <a:lnTo>
                    <a:pt x="3195564" y="2402136"/>
                  </a:lnTo>
                  <a:lnTo>
                    <a:pt x="3195690" y="2402136"/>
                  </a:lnTo>
                  <a:lnTo>
                    <a:pt x="3195816" y="2402136"/>
                  </a:lnTo>
                  <a:lnTo>
                    <a:pt x="3195942" y="2402136"/>
                  </a:lnTo>
                  <a:lnTo>
                    <a:pt x="3196068" y="2402136"/>
                  </a:lnTo>
                  <a:lnTo>
                    <a:pt x="3196195" y="2402136"/>
                  </a:lnTo>
                  <a:lnTo>
                    <a:pt x="3196321" y="2402136"/>
                  </a:lnTo>
                  <a:lnTo>
                    <a:pt x="3196447" y="2402136"/>
                  </a:lnTo>
                  <a:lnTo>
                    <a:pt x="3196573" y="2402136"/>
                  </a:lnTo>
                  <a:lnTo>
                    <a:pt x="3196699" y="2402136"/>
                  </a:lnTo>
                  <a:lnTo>
                    <a:pt x="3196825" y="2402136"/>
                  </a:lnTo>
                  <a:lnTo>
                    <a:pt x="3196825" y="2396857"/>
                  </a:lnTo>
                  <a:lnTo>
                    <a:pt x="3196951" y="2396857"/>
                  </a:lnTo>
                  <a:lnTo>
                    <a:pt x="3197077" y="2396857"/>
                  </a:lnTo>
                  <a:lnTo>
                    <a:pt x="3197203" y="2396857"/>
                  </a:lnTo>
                  <a:lnTo>
                    <a:pt x="3197329" y="2396857"/>
                  </a:lnTo>
                  <a:lnTo>
                    <a:pt x="3197455" y="2396857"/>
                  </a:lnTo>
                  <a:lnTo>
                    <a:pt x="3197581" y="2396857"/>
                  </a:lnTo>
                  <a:lnTo>
                    <a:pt x="3197708" y="2396857"/>
                  </a:lnTo>
                  <a:lnTo>
                    <a:pt x="3197834" y="2396857"/>
                  </a:lnTo>
                  <a:lnTo>
                    <a:pt x="3197960" y="2396857"/>
                  </a:lnTo>
                  <a:lnTo>
                    <a:pt x="3198086" y="2396857"/>
                  </a:lnTo>
                  <a:lnTo>
                    <a:pt x="3198212" y="2396857"/>
                  </a:lnTo>
                  <a:lnTo>
                    <a:pt x="3198338" y="2396857"/>
                  </a:lnTo>
                  <a:lnTo>
                    <a:pt x="3198464" y="2396857"/>
                  </a:lnTo>
                  <a:lnTo>
                    <a:pt x="3198590" y="2396857"/>
                  </a:lnTo>
                  <a:lnTo>
                    <a:pt x="3198716" y="2396857"/>
                  </a:lnTo>
                  <a:lnTo>
                    <a:pt x="3198842" y="2396857"/>
                  </a:lnTo>
                  <a:lnTo>
                    <a:pt x="3198968" y="2396857"/>
                  </a:lnTo>
                  <a:lnTo>
                    <a:pt x="3199095" y="2396857"/>
                  </a:lnTo>
                  <a:lnTo>
                    <a:pt x="3199221" y="2396857"/>
                  </a:lnTo>
                  <a:lnTo>
                    <a:pt x="3199347" y="2396857"/>
                  </a:lnTo>
                  <a:lnTo>
                    <a:pt x="3199473" y="2396857"/>
                  </a:lnTo>
                  <a:lnTo>
                    <a:pt x="3199599" y="2396857"/>
                  </a:lnTo>
                  <a:lnTo>
                    <a:pt x="3199725" y="2396857"/>
                  </a:lnTo>
                  <a:lnTo>
                    <a:pt x="3199851" y="2396857"/>
                  </a:lnTo>
                  <a:lnTo>
                    <a:pt x="3199977" y="2396857"/>
                  </a:lnTo>
                  <a:lnTo>
                    <a:pt x="3200103" y="2396857"/>
                  </a:lnTo>
                  <a:lnTo>
                    <a:pt x="3200229" y="2396857"/>
                  </a:lnTo>
                  <a:lnTo>
                    <a:pt x="3200355" y="2396857"/>
                  </a:lnTo>
                  <a:lnTo>
                    <a:pt x="3200481" y="2396857"/>
                  </a:lnTo>
                  <a:lnTo>
                    <a:pt x="3200608" y="2396857"/>
                  </a:lnTo>
                  <a:lnTo>
                    <a:pt x="3200734" y="2396857"/>
                  </a:lnTo>
                  <a:lnTo>
                    <a:pt x="3200860" y="2396857"/>
                  </a:lnTo>
                  <a:lnTo>
                    <a:pt x="3200986" y="2396857"/>
                  </a:lnTo>
                  <a:lnTo>
                    <a:pt x="3201112" y="2396857"/>
                  </a:lnTo>
                  <a:lnTo>
                    <a:pt x="3201238" y="2396857"/>
                  </a:lnTo>
                  <a:lnTo>
                    <a:pt x="3201364" y="2396857"/>
                  </a:lnTo>
                  <a:lnTo>
                    <a:pt x="3201490" y="2396857"/>
                  </a:lnTo>
                  <a:lnTo>
                    <a:pt x="3201616" y="2396857"/>
                  </a:lnTo>
                  <a:lnTo>
                    <a:pt x="3201742" y="2396857"/>
                  </a:lnTo>
                  <a:lnTo>
                    <a:pt x="3201868" y="2396857"/>
                  </a:lnTo>
                  <a:lnTo>
                    <a:pt x="3201995" y="2396857"/>
                  </a:lnTo>
                  <a:lnTo>
                    <a:pt x="3202121" y="2396857"/>
                  </a:lnTo>
                  <a:lnTo>
                    <a:pt x="3202247" y="2396857"/>
                  </a:lnTo>
                  <a:lnTo>
                    <a:pt x="3202373" y="2396857"/>
                  </a:lnTo>
                  <a:lnTo>
                    <a:pt x="3202499" y="2396857"/>
                  </a:lnTo>
                  <a:lnTo>
                    <a:pt x="3202625" y="2396857"/>
                  </a:lnTo>
                  <a:lnTo>
                    <a:pt x="3202751" y="2396857"/>
                  </a:lnTo>
                  <a:lnTo>
                    <a:pt x="3202877" y="2396857"/>
                  </a:lnTo>
                  <a:lnTo>
                    <a:pt x="3203003" y="2396857"/>
                  </a:lnTo>
                  <a:lnTo>
                    <a:pt x="3203129" y="2396857"/>
                  </a:lnTo>
                  <a:lnTo>
                    <a:pt x="3203255" y="2396857"/>
                  </a:lnTo>
                  <a:lnTo>
                    <a:pt x="3203382" y="2396857"/>
                  </a:lnTo>
                  <a:lnTo>
                    <a:pt x="3203508" y="2396857"/>
                  </a:lnTo>
                  <a:lnTo>
                    <a:pt x="3203634" y="2396857"/>
                  </a:lnTo>
                  <a:lnTo>
                    <a:pt x="3203760" y="2396857"/>
                  </a:lnTo>
                  <a:lnTo>
                    <a:pt x="3203886" y="2396857"/>
                  </a:lnTo>
                  <a:lnTo>
                    <a:pt x="3204012" y="2396857"/>
                  </a:lnTo>
                  <a:lnTo>
                    <a:pt x="3204138" y="2396857"/>
                  </a:lnTo>
                  <a:lnTo>
                    <a:pt x="3204138" y="2391577"/>
                  </a:lnTo>
                  <a:lnTo>
                    <a:pt x="3204264" y="2391577"/>
                  </a:lnTo>
                  <a:lnTo>
                    <a:pt x="3204390" y="2391577"/>
                  </a:lnTo>
                  <a:lnTo>
                    <a:pt x="3204516" y="2391577"/>
                  </a:lnTo>
                  <a:lnTo>
                    <a:pt x="3204642" y="2391577"/>
                  </a:lnTo>
                  <a:lnTo>
                    <a:pt x="3204768" y="2391577"/>
                  </a:lnTo>
                  <a:lnTo>
                    <a:pt x="3204895" y="2391577"/>
                  </a:lnTo>
                  <a:lnTo>
                    <a:pt x="3205021" y="2391577"/>
                  </a:lnTo>
                  <a:lnTo>
                    <a:pt x="3205147" y="2391577"/>
                  </a:lnTo>
                  <a:lnTo>
                    <a:pt x="3205273" y="2391577"/>
                  </a:lnTo>
                  <a:lnTo>
                    <a:pt x="3205399" y="2391577"/>
                  </a:lnTo>
                  <a:lnTo>
                    <a:pt x="3205525" y="2391577"/>
                  </a:lnTo>
                  <a:lnTo>
                    <a:pt x="3205651" y="2391577"/>
                  </a:lnTo>
                  <a:lnTo>
                    <a:pt x="3205777" y="2391577"/>
                  </a:lnTo>
                  <a:lnTo>
                    <a:pt x="3205903" y="2391577"/>
                  </a:lnTo>
                  <a:lnTo>
                    <a:pt x="3206029" y="2391577"/>
                  </a:lnTo>
                  <a:lnTo>
                    <a:pt x="3206155" y="2391577"/>
                  </a:lnTo>
                  <a:lnTo>
                    <a:pt x="3206282" y="2391577"/>
                  </a:lnTo>
                  <a:lnTo>
                    <a:pt x="3206408" y="2391577"/>
                  </a:lnTo>
                  <a:lnTo>
                    <a:pt x="3206534" y="2391577"/>
                  </a:lnTo>
                  <a:lnTo>
                    <a:pt x="3206660" y="2391577"/>
                  </a:lnTo>
                  <a:lnTo>
                    <a:pt x="3206786" y="2391577"/>
                  </a:lnTo>
                  <a:lnTo>
                    <a:pt x="3206912" y="2391577"/>
                  </a:lnTo>
                  <a:lnTo>
                    <a:pt x="3207038" y="2391577"/>
                  </a:lnTo>
                  <a:lnTo>
                    <a:pt x="3207164" y="2391577"/>
                  </a:lnTo>
                  <a:lnTo>
                    <a:pt x="3207290" y="2391577"/>
                  </a:lnTo>
                  <a:lnTo>
                    <a:pt x="3207416" y="2391577"/>
                  </a:lnTo>
                  <a:lnTo>
                    <a:pt x="3207542" y="2391577"/>
                  </a:lnTo>
                  <a:lnTo>
                    <a:pt x="3207668" y="2391577"/>
                  </a:lnTo>
                  <a:lnTo>
                    <a:pt x="3207795" y="2391577"/>
                  </a:lnTo>
                  <a:lnTo>
                    <a:pt x="3207921" y="2391577"/>
                  </a:lnTo>
                  <a:lnTo>
                    <a:pt x="3208047" y="2391577"/>
                  </a:lnTo>
                  <a:lnTo>
                    <a:pt x="3208173" y="2391577"/>
                  </a:lnTo>
                  <a:lnTo>
                    <a:pt x="3208299" y="2391577"/>
                  </a:lnTo>
                  <a:lnTo>
                    <a:pt x="3208425" y="2391577"/>
                  </a:lnTo>
                  <a:lnTo>
                    <a:pt x="3208551" y="2391577"/>
                  </a:lnTo>
                  <a:lnTo>
                    <a:pt x="3208677" y="2391577"/>
                  </a:lnTo>
                  <a:lnTo>
                    <a:pt x="3208803" y="2391577"/>
                  </a:lnTo>
                  <a:lnTo>
                    <a:pt x="3208929" y="2391577"/>
                  </a:lnTo>
                  <a:lnTo>
                    <a:pt x="3209055" y="2391577"/>
                  </a:lnTo>
                  <a:lnTo>
                    <a:pt x="3209182" y="2391577"/>
                  </a:lnTo>
                  <a:lnTo>
                    <a:pt x="3209308" y="2391577"/>
                  </a:lnTo>
                  <a:lnTo>
                    <a:pt x="3209434" y="2391577"/>
                  </a:lnTo>
                  <a:lnTo>
                    <a:pt x="3209560" y="2391577"/>
                  </a:lnTo>
                  <a:lnTo>
                    <a:pt x="3209686" y="2391577"/>
                  </a:lnTo>
                  <a:lnTo>
                    <a:pt x="3209812" y="2391577"/>
                  </a:lnTo>
                  <a:lnTo>
                    <a:pt x="3209938" y="2391577"/>
                  </a:lnTo>
                  <a:lnTo>
                    <a:pt x="3210064" y="2391577"/>
                  </a:lnTo>
                  <a:lnTo>
                    <a:pt x="3210190" y="2391577"/>
                  </a:lnTo>
                  <a:lnTo>
                    <a:pt x="3210316" y="2391577"/>
                  </a:lnTo>
                  <a:lnTo>
                    <a:pt x="3210442" y="2391577"/>
                  </a:lnTo>
                  <a:lnTo>
                    <a:pt x="3210568" y="2391577"/>
                  </a:lnTo>
                  <a:lnTo>
                    <a:pt x="3210695" y="2391577"/>
                  </a:lnTo>
                  <a:lnTo>
                    <a:pt x="3210695" y="2386298"/>
                  </a:lnTo>
                  <a:lnTo>
                    <a:pt x="3210821" y="2386298"/>
                  </a:lnTo>
                  <a:lnTo>
                    <a:pt x="3210947" y="2386298"/>
                  </a:lnTo>
                  <a:lnTo>
                    <a:pt x="3211073" y="2386298"/>
                  </a:lnTo>
                  <a:lnTo>
                    <a:pt x="3211199" y="2386298"/>
                  </a:lnTo>
                  <a:lnTo>
                    <a:pt x="3211325" y="2386298"/>
                  </a:lnTo>
                  <a:lnTo>
                    <a:pt x="3211451" y="2386298"/>
                  </a:lnTo>
                  <a:lnTo>
                    <a:pt x="3211577" y="2386298"/>
                  </a:lnTo>
                  <a:lnTo>
                    <a:pt x="3211703" y="2386298"/>
                  </a:lnTo>
                  <a:lnTo>
                    <a:pt x="3211829" y="2386298"/>
                  </a:lnTo>
                  <a:lnTo>
                    <a:pt x="3211955" y="2386298"/>
                  </a:lnTo>
                  <a:lnTo>
                    <a:pt x="3212082" y="2386298"/>
                  </a:lnTo>
                  <a:lnTo>
                    <a:pt x="3212208" y="2386298"/>
                  </a:lnTo>
                  <a:lnTo>
                    <a:pt x="3212334" y="2386298"/>
                  </a:lnTo>
                  <a:lnTo>
                    <a:pt x="3212460" y="2386298"/>
                  </a:lnTo>
                  <a:lnTo>
                    <a:pt x="3212586" y="2386298"/>
                  </a:lnTo>
                  <a:lnTo>
                    <a:pt x="3212712" y="2386298"/>
                  </a:lnTo>
                  <a:lnTo>
                    <a:pt x="3212838" y="2386298"/>
                  </a:lnTo>
                  <a:lnTo>
                    <a:pt x="3212964" y="2386298"/>
                  </a:lnTo>
                  <a:lnTo>
                    <a:pt x="3213090" y="2386298"/>
                  </a:lnTo>
                  <a:lnTo>
                    <a:pt x="3213216" y="2386298"/>
                  </a:lnTo>
                  <a:lnTo>
                    <a:pt x="3213342" y="2386298"/>
                  </a:lnTo>
                  <a:lnTo>
                    <a:pt x="3213469" y="2386298"/>
                  </a:lnTo>
                  <a:lnTo>
                    <a:pt x="3213595" y="2386298"/>
                  </a:lnTo>
                  <a:lnTo>
                    <a:pt x="3213721" y="2386298"/>
                  </a:lnTo>
                  <a:lnTo>
                    <a:pt x="3213847" y="2386298"/>
                  </a:lnTo>
                  <a:lnTo>
                    <a:pt x="3213973" y="2386298"/>
                  </a:lnTo>
                  <a:lnTo>
                    <a:pt x="3214099" y="2386298"/>
                  </a:lnTo>
                  <a:lnTo>
                    <a:pt x="3214225" y="2386298"/>
                  </a:lnTo>
                  <a:lnTo>
                    <a:pt x="3214351" y="2386298"/>
                  </a:lnTo>
                  <a:lnTo>
                    <a:pt x="3214477" y="2386298"/>
                  </a:lnTo>
                  <a:lnTo>
                    <a:pt x="3214603" y="2386298"/>
                  </a:lnTo>
                  <a:lnTo>
                    <a:pt x="3214729" y="2386298"/>
                  </a:lnTo>
                  <a:lnTo>
                    <a:pt x="3214855" y="2386298"/>
                  </a:lnTo>
                  <a:lnTo>
                    <a:pt x="3214982" y="2386298"/>
                  </a:lnTo>
                  <a:lnTo>
                    <a:pt x="3215108" y="2386298"/>
                  </a:lnTo>
                  <a:lnTo>
                    <a:pt x="3215234" y="2386298"/>
                  </a:lnTo>
                  <a:lnTo>
                    <a:pt x="3215360" y="2386298"/>
                  </a:lnTo>
                  <a:lnTo>
                    <a:pt x="3215486" y="2386298"/>
                  </a:lnTo>
                  <a:lnTo>
                    <a:pt x="3215612" y="2386298"/>
                  </a:lnTo>
                  <a:lnTo>
                    <a:pt x="3215738" y="2386298"/>
                  </a:lnTo>
                  <a:lnTo>
                    <a:pt x="3215864" y="2386298"/>
                  </a:lnTo>
                  <a:lnTo>
                    <a:pt x="3215990" y="2386298"/>
                  </a:lnTo>
                  <a:lnTo>
                    <a:pt x="3216116" y="2386298"/>
                  </a:lnTo>
                  <a:lnTo>
                    <a:pt x="3216242" y="2386298"/>
                  </a:lnTo>
                  <a:lnTo>
                    <a:pt x="3216369" y="2386298"/>
                  </a:lnTo>
                  <a:lnTo>
                    <a:pt x="3216495" y="2386298"/>
                  </a:lnTo>
                  <a:lnTo>
                    <a:pt x="3216621" y="2386298"/>
                  </a:lnTo>
                  <a:lnTo>
                    <a:pt x="3216747" y="2386298"/>
                  </a:lnTo>
                  <a:lnTo>
                    <a:pt x="3216873" y="2386298"/>
                  </a:lnTo>
                  <a:lnTo>
                    <a:pt x="3216999" y="2386298"/>
                  </a:lnTo>
                  <a:lnTo>
                    <a:pt x="3217125" y="2386298"/>
                  </a:lnTo>
                  <a:lnTo>
                    <a:pt x="3217251" y="2386298"/>
                  </a:lnTo>
                  <a:lnTo>
                    <a:pt x="3217377" y="2386298"/>
                  </a:lnTo>
                  <a:lnTo>
                    <a:pt x="3217503" y="2386298"/>
                  </a:lnTo>
                  <a:lnTo>
                    <a:pt x="3217629" y="2386298"/>
                  </a:lnTo>
                  <a:lnTo>
                    <a:pt x="3217755" y="2386298"/>
                  </a:lnTo>
                  <a:lnTo>
                    <a:pt x="3217882" y="2386298"/>
                  </a:lnTo>
                  <a:lnTo>
                    <a:pt x="3218008" y="2386298"/>
                  </a:lnTo>
                  <a:lnTo>
                    <a:pt x="3218134" y="2386298"/>
                  </a:lnTo>
                  <a:lnTo>
                    <a:pt x="3218260" y="2386298"/>
                  </a:lnTo>
                  <a:lnTo>
                    <a:pt x="3218386" y="2386298"/>
                  </a:lnTo>
                  <a:lnTo>
                    <a:pt x="3218512" y="2386298"/>
                  </a:lnTo>
                  <a:lnTo>
                    <a:pt x="3218638" y="2386298"/>
                  </a:lnTo>
                  <a:lnTo>
                    <a:pt x="3218764" y="2386298"/>
                  </a:lnTo>
                  <a:lnTo>
                    <a:pt x="3218890" y="2386298"/>
                  </a:lnTo>
                  <a:lnTo>
                    <a:pt x="3219016" y="2386298"/>
                  </a:lnTo>
                  <a:lnTo>
                    <a:pt x="3219142" y="2386298"/>
                  </a:lnTo>
                  <a:lnTo>
                    <a:pt x="3219269" y="2386298"/>
                  </a:lnTo>
                  <a:lnTo>
                    <a:pt x="3219395" y="2386298"/>
                  </a:lnTo>
                  <a:lnTo>
                    <a:pt x="3219521" y="2386298"/>
                  </a:lnTo>
                  <a:lnTo>
                    <a:pt x="3219647" y="2386298"/>
                  </a:lnTo>
                  <a:lnTo>
                    <a:pt x="3219773" y="2386298"/>
                  </a:lnTo>
                  <a:lnTo>
                    <a:pt x="3219899" y="2386298"/>
                  </a:lnTo>
                  <a:lnTo>
                    <a:pt x="3220025" y="2386298"/>
                  </a:lnTo>
                  <a:lnTo>
                    <a:pt x="3220151" y="2386298"/>
                  </a:lnTo>
                  <a:lnTo>
                    <a:pt x="3220277" y="2386298"/>
                  </a:lnTo>
                  <a:lnTo>
                    <a:pt x="3220403" y="2386298"/>
                  </a:lnTo>
                  <a:lnTo>
                    <a:pt x="3220529" y="2386298"/>
                  </a:lnTo>
                  <a:lnTo>
                    <a:pt x="3220656" y="2386298"/>
                  </a:lnTo>
                  <a:lnTo>
                    <a:pt x="3220782" y="2386298"/>
                  </a:lnTo>
                  <a:lnTo>
                    <a:pt x="3220908" y="2386298"/>
                  </a:lnTo>
                  <a:lnTo>
                    <a:pt x="3221034" y="2386298"/>
                  </a:lnTo>
                  <a:lnTo>
                    <a:pt x="3221160" y="2386298"/>
                  </a:lnTo>
                  <a:lnTo>
                    <a:pt x="3221286" y="2386298"/>
                  </a:lnTo>
                  <a:lnTo>
                    <a:pt x="3221286" y="2381019"/>
                  </a:lnTo>
                  <a:lnTo>
                    <a:pt x="3221412" y="2381019"/>
                  </a:lnTo>
                  <a:lnTo>
                    <a:pt x="3221538" y="2381019"/>
                  </a:lnTo>
                  <a:lnTo>
                    <a:pt x="3221664" y="2381019"/>
                  </a:lnTo>
                  <a:lnTo>
                    <a:pt x="3221790" y="2381019"/>
                  </a:lnTo>
                  <a:lnTo>
                    <a:pt x="3221916" y="2381019"/>
                  </a:lnTo>
                  <a:lnTo>
                    <a:pt x="3222042" y="2381019"/>
                  </a:lnTo>
                  <a:lnTo>
                    <a:pt x="3222169" y="2381019"/>
                  </a:lnTo>
                  <a:lnTo>
                    <a:pt x="3222295" y="2381019"/>
                  </a:lnTo>
                  <a:lnTo>
                    <a:pt x="3222421" y="2381019"/>
                  </a:lnTo>
                  <a:lnTo>
                    <a:pt x="3222547" y="2381019"/>
                  </a:lnTo>
                  <a:lnTo>
                    <a:pt x="3222673" y="2381019"/>
                  </a:lnTo>
                  <a:lnTo>
                    <a:pt x="3222799" y="2381019"/>
                  </a:lnTo>
                  <a:lnTo>
                    <a:pt x="3222925" y="2381019"/>
                  </a:lnTo>
                  <a:lnTo>
                    <a:pt x="3223051" y="2381019"/>
                  </a:lnTo>
                  <a:lnTo>
                    <a:pt x="3223177" y="2381019"/>
                  </a:lnTo>
                  <a:lnTo>
                    <a:pt x="3223303" y="2381019"/>
                  </a:lnTo>
                  <a:lnTo>
                    <a:pt x="3223429" y="2381019"/>
                  </a:lnTo>
                  <a:lnTo>
                    <a:pt x="3223556" y="2381019"/>
                  </a:lnTo>
                  <a:lnTo>
                    <a:pt x="3223682" y="2381019"/>
                  </a:lnTo>
                  <a:lnTo>
                    <a:pt x="3223808" y="2381019"/>
                  </a:lnTo>
                  <a:lnTo>
                    <a:pt x="3223934" y="2381019"/>
                  </a:lnTo>
                  <a:lnTo>
                    <a:pt x="3224060" y="2381019"/>
                  </a:lnTo>
                  <a:lnTo>
                    <a:pt x="3224186" y="2381019"/>
                  </a:lnTo>
                  <a:lnTo>
                    <a:pt x="3224312" y="2381019"/>
                  </a:lnTo>
                  <a:lnTo>
                    <a:pt x="3224438" y="2381019"/>
                  </a:lnTo>
                  <a:lnTo>
                    <a:pt x="3224564" y="2381019"/>
                  </a:lnTo>
                  <a:lnTo>
                    <a:pt x="3224690" y="2381019"/>
                  </a:lnTo>
                  <a:lnTo>
                    <a:pt x="3224816" y="2381019"/>
                  </a:lnTo>
                  <a:lnTo>
                    <a:pt x="3224942" y="2381019"/>
                  </a:lnTo>
                  <a:lnTo>
                    <a:pt x="3225069" y="2381019"/>
                  </a:lnTo>
                  <a:lnTo>
                    <a:pt x="3225195" y="2381019"/>
                  </a:lnTo>
                  <a:lnTo>
                    <a:pt x="3225321" y="2381019"/>
                  </a:lnTo>
                  <a:lnTo>
                    <a:pt x="3225447" y="2381019"/>
                  </a:lnTo>
                  <a:lnTo>
                    <a:pt x="3225573" y="2381019"/>
                  </a:lnTo>
                  <a:lnTo>
                    <a:pt x="3225699" y="2381019"/>
                  </a:lnTo>
                  <a:lnTo>
                    <a:pt x="3225825" y="2381019"/>
                  </a:lnTo>
                  <a:lnTo>
                    <a:pt x="3225951" y="2381019"/>
                  </a:lnTo>
                  <a:lnTo>
                    <a:pt x="3226077" y="2381019"/>
                  </a:lnTo>
                  <a:lnTo>
                    <a:pt x="3226203" y="2381019"/>
                  </a:lnTo>
                  <a:lnTo>
                    <a:pt x="3226329" y="2381019"/>
                  </a:lnTo>
                  <a:lnTo>
                    <a:pt x="3226456" y="2381019"/>
                  </a:lnTo>
                  <a:lnTo>
                    <a:pt x="3226456" y="2375739"/>
                  </a:lnTo>
                  <a:lnTo>
                    <a:pt x="3226582" y="2375739"/>
                  </a:lnTo>
                  <a:lnTo>
                    <a:pt x="3226708" y="2375739"/>
                  </a:lnTo>
                  <a:lnTo>
                    <a:pt x="3226834" y="2375739"/>
                  </a:lnTo>
                  <a:lnTo>
                    <a:pt x="3226960" y="2375739"/>
                  </a:lnTo>
                  <a:lnTo>
                    <a:pt x="3227086" y="2375739"/>
                  </a:lnTo>
                  <a:lnTo>
                    <a:pt x="3227212" y="2375739"/>
                  </a:lnTo>
                  <a:lnTo>
                    <a:pt x="3227338" y="2375739"/>
                  </a:lnTo>
                  <a:lnTo>
                    <a:pt x="3227464" y="2375739"/>
                  </a:lnTo>
                  <a:lnTo>
                    <a:pt x="3227590" y="2375739"/>
                  </a:lnTo>
                  <a:lnTo>
                    <a:pt x="3227716" y="2375739"/>
                  </a:lnTo>
                  <a:lnTo>
                    <a:pt x="3227843" y="2375739"/>
                  </a:lnTo>
                  <a:lnTo>
                    <a:pt x="3227969" y="2375739"/>
                  </a:lnTo>
                  <a:lnTo>
                    <a:pt x="3228095" y="2375739"/>
                  </a:lnTo>
                  <a:lnTo>
                    <a:pt x="3228221" y="2375739"/>
                  </a:lnTo>
                  <a:lnTo>
                    <a:pt x="3228347" y="2375739"/>
                  </a:lnTo>
                  <a:lnTo>
                    <a:pt x="3228473" y="2375739"/>
                  </a:lnTo>
                  <a:lnTo>
                    <a:pt x="3228473" y="2370460"/>
                  </a:lnTo>
                  <a:lnTo>
                    <a:pt x="3228599" y="2370460"/>
                  </a:lnTo>
                  <a:lnTo>
                    <a:pt x="3228725" y="2370460"/>
                  </a:lnTo>
                  <a:lnTo>
                    <a:pt x="3228851" y="2370460"/>
                  </a:lnTo>
                  <a:lnTo>
                    <a:pt x="3228977" y="2370460"/>
                  </a:lnTo>
                  <a:lnTo>
                    <a:pt x="3229103" y="2370460"/>
                  </a:lnTo>
                  <a:lnTo>
                    <a:pt x="3229229" y="2370460"/>
                  </a:lnTo>
                  <a:lnTo>
                    <a:pt x="3229356" y="2370460"/>
                  </a:lnTo>
                  <a:lnTo>
                    <a:pt x="3229482" y="2370460"/>
                  </a:lnTo>
                  <a:lnTo>
                    <a:pt x="3229608" y="2370460"/>
                  </a:lnTo>
                  <a:lnTo>
                    <a:pt x="3229734" y="2370460"/>
                  </a:lnTo>
                  <a:lnTo>
                    <a:pt x="3229860" y="2370460"/>
                  </a:lnTo>
                  <a:lnTo>
                    <a:pt x="3229986" y="2370460"/>
                  </a:lnTo>
                  <a:lnTo>
                    <a:pt x="3229986" y="2365180"/>
                  </a:lnTo>
                  <a:lnTo>
                    <a:pt x="3230112" y="2365180"/>
                  </a:lnTo>
                  <a:lnTo>
                    <a:pt x="3230238" y="2365180"/>
                  </a:lnTo>
                  <a:lnTo>
                    <a:pt x="3230364" y="2365180"/>
                  </a:lnTo>
                  <a:lnTo>
                    <a:pt x="3230490" y="2365180"/>
                  </a:lnTo>
                  <a:lnTo>
                    <a:pt x="3230616" y="2365180"/>
                  </a:lnTo>
                  <a:lnTo>
                    <a:pt x="3230743" y="2365180"/>
                  </a:lnTo>
                  <a:lnTo>
                    <a:pt x="3230869" y="2365180"/>
                  </a:lnTo>
                  <a:lnTo>
                    <a:pt x="3230995" y="2365180"/>
                  </a:lnTo>
                  <a:lnTo>
                    <a:pt x="3231121" y="2365180"/>
                  </a:lnTo>
                  <a:lnTo>
                    <a:pt x="3231247" y="2365180"/>
                  </a:lnTo>
                  <a:lnTo>
                    <a:pt x="3231373" y="2365180"/>
                  </a:lnTo>
                  <a:lnTo>
                    <a:pt x="3231499" y="2365180"/>
                  </a:lnTo>
                  <a:lnTo>
                    <a:pt x="3231625" y="2365180"/>
                  </a:lnTo>
                  <a:lnTo>
                    <a:pt x="3231751" y="2365180"/>
                  </a:lnTo>
                  <a:lnTo>
                    <a:pt x="3231877" y="2365180"/>
                  </a:lnTo>
                  <a:lnTo>
                    <a:pt x="3232003" y="2365180"/>
                  </a:lnTo>
                  <a:lnTo>
                    <a:pt x="3232129" y="2365180"/>
                  </a:lnTo>
                  <a:lnTo>
                    <a:pt x="3232256" y="2365180"/>
                  </a:lnTo>
                  <a:lnTo>
                    <a:pt x="3232382" y="2365180"/>
                  </a:lnTo>
                  <a:lnTo>
                    <a:pt x="3232508" y="2365180"/>
                  </a:lnTo>
                  <a:lnTo>
                    <a:pt x="3232634" y="2365180"/>
                  </a:lnTo>
                  <a:lnTo>
                    <a:pt x="3232760" y="2365180"/>
                  </a:lnTo>
                  <a:lnTo>
                    <a:pt x="3232886" y="2365180"/>
                  </a:lnTo>
                  <a:lnTo>
                    <a:pt x="3233012" y="2365180"/>
                  </a:lnTo>
                  <a:lnTo>
                    <a:pt x="3233138" y="2365180"/>
                  </a:lnTo>
                  <a:lnTo>
                    <a:pt x="3233264" y="2365180"/>
                  </a:lnTo>
                  <a:lnTo>
                    <a:pt x="3233390" y="2365180"/>
                  </a:lnTo>
                  <a:lnTo>
                    <a:pt x="3233516" y="2365180"/>
                  </a:lnTo>
                  <a:lnTo>
                    <a:pt x="3233643" y="2365180"/>
                  </a:lnTo>
                  <a:lnTo>
                    <a:pt x="3233769" y="2365180"/>
                  </a:lnTo>
                  <a:lnTo>
                    <a:pt x="3233895" y="2365180"/>
                  </a:lnTo>
                  <a:lnTo>
                    <a:pt x="3234021" y="2365180"/>
                  </a:lnTo>
                  <a:lnTo>
                    <a:pt x="3234147" y="2365180"/>
                  </a:lnTo>
                  <a:lnTo>
                    <a:pt x="3234273" y="2365180"/>
                  </a:lnTo>
                  <a:lnTo>
                    <a:pt x="3234399" y="2365180"/>
                  </a:lnTo>
                  <a:lnTo>
                    <a:pt x="3234525" y="2365180"/>
                  </a:lnTo>
                  <a:lnTo>
                    <a:pt x="3234651" y="2365180"/>
                  </a:lnTo>
                  <a:lnTo>
                    <a:pt x="3234777" y="2365180"/>
                  </a:lnTo>
                  <a:lnTo>
                    <a:pt x="3234903" y="2365180"/>
                  </a:lnTo>
                  <a:lnTo>
                    <a:pt x="3235029" y="2365180"/>
                  </a:lnTo>
                  <a:lnTo>
                    <a:pt x="3235156" y="2365180"/>
                  </a:lnTo>
                  <a:lnTo>
                    <a:pt x="3235282" y="2365180"/>
                  </a:lnTo>
                  <a:lnTo>
                    <a:pt x="3235408" y="2365180"/>
                  </a:lnTo>
                  <a:lnTo>
                    <a:pt x="3235534" y="2365180"/>
                  </a:lnTo>
                  <a:lnTo>
                    <a:pt x="3235660" y="2365180"/>
                  </a:lnTo>
                  <a:lnTo>
                    <a:pt x="3235786" y="2365180"/>
                  </a:lnTo>
                  <a:lnTo>
                    <a:pt x="3235912" y="2365180"/>
                  </a:lnTo>
                  <a:lnTo>
                    <a:pt x="3236038" y="2365180"/>
                  </a:lnTo>
                  <a:lnTo>
                    <a:pt x="3236164" y="2365180"/>
                  </a:lnTo>
                  <a:lnTo>
                    <a:pt x="3236290" y="2365180"/>
                  </a:lnTo>
                  <a:lnTo>
                    <a:pt x="3236416" y="2365180"/>
                  </a:lnTo>
                  <a:lnTo>
                    <a:pt x="3236543" y="2365180"/>
                  </a:lnTo>
                  <a:lnTo>
                    <a:pt x="3236669" y="2365180"/>
                  </a:lnTo>
                  <a:lnTo>
                    <a:pt x="3236795" y="2365180"/>
                  </a:lnTo>
                  <a:lnTo>
                    <a:pt x="3236921" y="2365180"/>
                  </a:lnTo>
                  <a:lnTo>
                    <a:pt x="3237047" y="2365180"/>
                  </a:lnTo>
                  <a:lnTo>
                    <a:pt x="3237173" y="2365180"/>
                  </a:lnTo>
                  <a:lnTo>
                    <a:pt x="3237299" y="2365180"/>
                  </a:lnTo>
                  <a:lnTo>
                    <a:pt x="3237425" y="2365180"/>
                  </a:lnTo>
                  <a:lnTo>
                    <a:pt x="3237551" y="2365180"/>
                  </a:lnTo>
                  <a:lnTo>
                    <a:pt x="3237677" y="2365180"/>
                  </a:lnTo>
                  <a:lnTo>
                    <a:pt x="3237803" y="2365180"/>
                  </a:lnTo>
                  <a:lnTo>
                    <a:pt x="3237930" y="2365180"/>
                  </a:lnTo>
                  <a:lnTo>
                    <a:pt x="3238056" y="2365180"/>
                  </a:lnTo>
                  <a:lnTo>
                    <a:pt x="3238182" y="2365180"/>
                  </a:lnTo>
                  <a:lnTo>
                    <a:pt x="3238308" y="2365180"/>
                  </a:lnTo>
                  <a:lnTo>
                    <a:pt x="3238434" y="2365180"/>
                  </a:lnTo>
                  <a:lnTo>
                    <a:pt x="3238560" y="2365180"/>
                  </a:lnTo>
                  <a:lnTo>
                    <a:pt x="3238560" y="2359901"/>
                  </a:lnTo>
                  <a:lnTo>
                    <a:pt x="3238686" y="2359901"/>
                  </a:lnTo>
                  <a:lnTo>
                    <a:pt x="3238812" y="2359901"/>
                  </a:lnTo>
                  <a:lnTo>
                    <a:pt x="3238938" y="2359901"/>
                  </a:lnTo>
                  <a:lnTo>
                    <a:pt x="3239064" y="2359901"/>
                  </a:lnTo>
                  <a:lnTo>
                    <a:pt x="3239190" y="2359901"/>
                  </a:lnTo>
                  <a:lnTo>
                    <a:pt x="3239316" y="2359901"/>
                  </a:lnTo>
                  <a:lnTo>
                    <a:pt x="3239443" y="2359901"/>
                  </a:lnTo>
                  <a:lnTo>
                    <a:pt x="3239569" y="2359901"/>
                  </a:lnTo>
                  <a:lnTo>
                    <a:pt x="3239695" y="2359901"/>
                  </a:lnTo>
                  <a:lnTo>
                    <a:pt x="3239821" y="2359901"/>
                  </a:lnTo>
                  <a:lnTo>
                    <a:pt x="3239947" y="2359901"/>
                  </a:lnTo>
                  <a:lnTo>
                    <a:pt x="3240073" y="2359901"/>
                  </a:lnTo>
                  <a:lnTo>
                    <a:pt x="3240199" y="2359901"/>
                  </a:lnTo>
                  <a:lnTo>
                    <a:pt x="3240325" y="2359901"/>
                  </a:lnTo>
                  <a:lnTo>
                    <a:pt x="3240451" y="2359901"/>
                  </a:lnTo>
                  <a:lnTo>
                    <a:pt x="3240577" y="2359901"/>
                  </a:lnTo>
                  <a:lnTo>
                    <a:pt x="3240577" y="2354621"/>
                  </a:lnTo>
                  <a:lnTo>
                    <a:pt x="3240703" y="2354621"/>
                  </a:lnTo>
                  <a:lnTo>
                    <a:pt x="3240830" y="2354621"/>
                  </a:lnTo>
                  <a:lnTo>
                    <a:pt x="3240956" y="2354621"/>
                  </a:lnTo>
                  <a:lnTo>
                    <a:pt x="3241082" y="2354621"/>
                  </a:lnTo>
                  <a:lnTo>
                    <a:pt x="3241208" y="2354621"/>
                  </a:lnTo>
                  <a:lnTo>
                    <a:pt x="3241334" y="2354621"/>
                  </a:lnTo>
                  <a:lnTo>
                    <a:pt x="3241460" y="2354621"/>
                  </a:lnTo>
                  <a:lnTo>
                    <a:pt x="3241586" y="2354621"/>
                  </a:lnTo>
                  <a:lnTo>
                    <a:pt x="3241712" y="2354621"/>
                  </a:lnTo>
                  <a:lnTo>
                    <a:pt x="3241838" y="2354621"/>
                  </a:lnTo>
                  <a:lnTo>
                    <a:pt x="3241964" y="2354621"/>
                  </a:lnTo>
                  <a:lnTo>
                    <a:pt x="3242090" y="2354621"/>
                  </a:lnTo>
                  <a:lnTo>
                    <a:pt x="3242216" y="2354621"/>
                  </a:lnTo>
                  <a:lnTo>
                    <a:pt x="3242343" y="2354621"/>
                  </a:lnTo>
                  <a:lnTo>
                    <a:pt x="3242469" y="2354621"/>
                  </a:lnTo>
                  <a:lnTo>
                    <a:pt x="3242595" y="2354621"/>
                  </a:lnTo>
                  <a:lnTo>
                    <a:pt x="3242721" y="2354621"/>
                  </a:lnTo>
                  <a:lnTo>
                    <a:pt x="3242847" y="2354621"/>
                  </a:lnTo>
                  <a:lnTo>
                    <a:pt x="3242973" y="2354621"/>
                  </a:lnTo>
                  <a:lnTo>
                    <a:pt x="3243099" y="2354621"/>
                  </a:lnTo>
                  <a:lnTo>
                    <a:pt x="3243225" y="2354621"/>
                  </a:lnTo>
                  <a:lnTo>
                    <a:pt x="3243351" y="2354621"/>
                  </a:lnTo>
                  <a:lnTo>
                    <a:pt x="3243477" y="2354621"/>
                  </a:lnTo>
                  <a:lnTo>
                    <a:pt x="3243603" y="2354621"/>
                  </a:lnTo>
                  <a:lnTo>
                    <a:pt x="3243730" y="2354621"/>
                  </a:lnTo>
                  <a:lnTo>
                    <a:pt x="3243856" y="2354621"/>
                  </a:lnTo>
                  <a:lnTo>
                    <a:pt x="3243982" y="2354621"/>
                  </a:lnTo>
                  <a:lnTo>
                    <a:pt x="3244108" y="2354621"/>
                  </a:lnTo>
                  <a:lnTo>
                    <a:pt x="3244234" y="2354621"/>
                  </a:lnTo>
                  <a:lnTo>
                    <a:pt x="3244360" y="2354621"/>
                  </a:lnTo>
                  <a:lnTo>
                    <a:pt x="3244486" y="2354621"/>
                  </a:lnTo>
                  <a:lnTo>
                    <a:pt x="3244612" y="2354621"/>
                  </a:lnTo>
                  <a:lnTo>
                    <a:pt x="3244738" y="2354621"/>
                  </a:lnTo>
                  <a:lnTo>
                    <a:pt x="3244864" y="2354621"/>
                  </a:lnTo>
                  <a:lnTo>
                    <a:pt x="3244990" y="2354621"/>
                  </a:lnTo>
                  <a:lnTo>
                    <a:pt x="3245117" y="2354621"/>
                  </a:lnTo>
                  <a:lnTo>
                    <a:pt x="3245243" y="2354621"/>
                  </a:lnTo>
                  <a:lnTo>
                    <a:pt x="3245369" y="2354621"/>
                  </a:lnTo>
                  <a:lnTo>
                    <a:pt x="3245495" y="2354621"/>
                  </a:lnTo>
                  <a:lnTo>
                    <a:pt x="3245621" y="2354621"/>
                  </a:lnTo>
                  <a:lnTo>
                    <a:pt x="3245747" y="2354621"/>
                  </a:lnTo>
                  <a:lnTo>
                    <a:pt x="3245873" y="2354621"/>
                  </a:lnTo>
                  <a:lnTo>
                    <a:pt x="3245999" y="2354621"/>
                  </a:lnTo>
                  <a:lnTo>
                    <a:pt x="3246125" y="2354621"/>
                  </a:lnTo>
                  <a:lnTo>
                    <a:pt x="3246251" y="2354621"/>
                  </a:lnTo>
                  <a:lnTo>
                    <a:pt x="3246377" y="2354621"/>
                  </a:lnTo>
                  <a:lnTo>
                    <a:pt x="3246503" y="2354621"/>
                  </a:lnTo>
                  <a:lnTo>
                    <a:pt x="3246630" y="2354621"/>
                  </a:lnTo>
                  <a:lnTo>
                    <a:pt x="3246756" y="2354621"/>
                  </a:lnTo>
                  <a:lnTo>
                    <a:pt x="3246882" y="2354621"/>
                  </a:lnTo>
                  <a:lnTo>
                    <a:pt x="3247008" y="2354621"/>
                  </a:lnTo>
                  <a:lnTo>
                    <a:pt x="3247134" y="2354621"/>
                  </a:lnTo>
                  <a:lnTo>
                    <a:pt x="3247260" y="2354621"/>
                  </a:lnTo>
                  <a:lnTo>
                    <a:pt x="3247386" y="2354621"/>
                  </a:lnTo>
                  <a:lnTo>
                    <a:pt x="3247512" y="2354621"/>
                  </a:lnTo>
                  <a:lnTo>
                    <a:pt x="3247638" y="2354621"/>
                  </a:lnTo>
                  <a:lnTo>
                    <a:pt x="3247764" y="2354621"/>
                  </a:lnTo>
                  <a:lnTo>
                    <a:pt x="3247890" y="2354621"/>
                  </a:lnTo>
                  <a:lnTo>
                    <a:pt x="3248017" y="2354621"/>
                  </a:lnTo>
                  <a:lnTo>
                    <a:pt x="3248143" y="2354621"/>
                  </a:lnTo>
                  <a:lnTo>
                    <a:pt x="3248269" y="2354621"/>
                  </a:lnTo>
                  <a:lnTo>
                    <a:pt x="3248395" y="2354621"/>
                  </a:lnTo>
                  <a:lnTo>
                    <a:pt x="3248521" y="2354621"/>
                  </a:lnTo>
                  <a:lnTo>
                    <a:pt x="3248647" y="2354621"/>
                  </a:lnTo>
                  <a:lnTo>
                    <a:pt x="3248773" y="2354621"/>
                  </a:lnTo>
                  <a:lnTo>
                    <a:pt x="3248899" y="2354621"/>
                  </a:lnTo>
                  <a:lnTo>
                    <a:pt x="3249025" y="2354621"/>
                  </a:lnTo>
                  <a:lnTo>
                    <a:pt x="3249151" y="2354621"/>
                  </a:lnTo>
                  <a:lnTo>
                    <a:pt x="3249277" y="2354621"/>
                  </a:lnTo>
                  <a:lnTo>
                    <a:pt x="3249403" y="2354621"/>
                  </a:lnTo>
                  <a:lnTo>
                    <a:pt x="3249530" y="2354621"/>
                  </a:lnTo>
                  <a:lnTo>
                    <a:pt x="3249656" y="2354621"/>
                  </a:lnTo>
                  <a:lnTo>
                    <a:pt x="3249782" y="2354621"/>
                  </a:lnTo>
                  <a:lnTo>
                    <a:pt x="3249908" y="2354621"/>
                  </a:lnTo>
                  <a:lnTo>
                    <a:pt x="3250034" y="2354621"/>
                  </a:lnTo>
                  <a:lnTo>
                    <a:pt x="3250160" y="2354621"/>
                  </a:lnTo>
                  <a:lnTo>
                    <a:pt x="3250286" y="2354621"/>
                  </a:lnTo>
                  <a:lnTo>
                    <a:pt x="3250412" y="2354621"/>
                  </a:lnTo>
                  <a:lnTo>
                    <a:pt x="3250538" y="2354621"/>
                  </a:lnTo>
                  <a:lnTo>
                    <a:pt x="3250664" y="2354621"/>
                  </a:lnTo>
                  <a:lnTo>
                    <a:pt x="3250790" y="2354621"/>
                  </a:lnTo>
                  <a:lnTo>
                    <a:pt x="3250917" y="2354621"/>
                  </a:lnTo>
                  <a:lnTo>
                    <a:pt x="3251043" y="2354621"/>
                  </a:lnTo>
                  <a:lnTo>
                    <a:pt x="3251169" y="2354621"/>
                  </a:lnTo>
                  <a:lnTo>
                    <a:pt x="3251295" y="2354621"/>
                  </a:lnTo>
                  <a:lnTo>
                    <a:pt x="3251421" y="2354621"/>
                  </a:lnTo>
                  <a:lnTo>
                    <a:pt x="3251547" y="2354621"/>
                  </a:lnTo>
                  <a:lnTo>
                    <a:pt x="3251673" y="2354621"/>
                  </a:lnTo>
                  <a:lnTo>
                    <a:pt x="3251799" y="2354621"/>
                  </a:lnTo>
                  <a:lnTo>
                    <a:pt x="3251925" y="2354621"/>
                  </a:lnTo>
                  <a:lnTo>
                    <a:pt x="3252051" y="2354621"/>
                  </a:lnTo>
                  <a:lnTo>
                    <a:pt x="3252177" y="2354621"/>
                  </a:lnTo>
                  <a:lnTo>
                    <a:pt x="3252303" y="2354621"/>
                  </a:lnTo>
                  <a:lnTo>
                    <a:pt x="3252430" y="2354621"/>
                  </a:lnTo>
                  <a:lnTo>
                    <a:pt x="3252556" y="2354621"/>
                  </a:lnTo>
                  <a:lnTo>
                    <a:pt x="3252682" y="2354621"/>
                  </a:lnTo>
                  <a:lnTo>
                    <a:pt x="3252808" y="2354621"/>
                  </a:lnTo>
                  <a:lnTo>
                    <a:pt x="3252934" y="2354621"/>
                  </a:lnTo>
                  <a:lnTo>
                    <a:pt x="3253060" y="2354621"/>
                  </a:lnTo>
                  <a:lnTo>
                    <a:pt x="3253186" y="2354621"/>
                  </a:lnTo>
                  <a:lnTo>
                    <a:pt x="3253312" y="2354621"/>
                  </a:lnTo>
                  <a:lnTo>
                    <a:pt x="3253438" y="2354621"/>
                  </a:lnTo>
                  <a:lnTo>
                    <a:pt x="3253564" y="2354621"/>
                  </a:lnTo>
                  <a:lnTo>
                    <a:pt x="3253690" y="2354621"/>
                  </a:lnTo>
                  <a:lnTo>
                    <a:pt x="3253817" y="2354621"/>
                  </a:lnTo>
                  <a:lnTo>
                    <a:pt x="3253943" y="2354621"/>
                  </a:lnTo>
                  <a:lnTo>
                    <a:pt x="3254069" y="2354621"/>
                  </a:lnTo>
                  <a:lnTo>
                    <a:pt x="3254195" y="2354621"/>
                  </a:lnTo>
                  <a:lnTo>
                    <a:pt x="3254321" y="2354621"/>
                  </a:lnTo>
                  <a:lnTo>
                    <a:pt x="3254447" y="2354621"/>
                  </a:lnTo>
                  <a:lnTo>
                    <a:pt x="3254573" y="2354621"/>
                  </a:lnTo>
                  <a:lnTo>
                    <a:pt x="3254699" y="2354621"/>
                  </a:lnTo>
                  <a:lnTo>
                    <a:pt x="3254825" y="2354621"/>
                  </a:lnTo>
                  <a:lnTo>
                    <a:pt x="3254951" y="2354621"/>
                  </a:lnTo>
                  <a:lnTo>
                    <a:pt x="3255077" y="2354621"/>
                  </a:lnTo>
                  <a:lnTo>
                    <a:pt x="3255204" y="2354621"/>
                  </a:lnTo>
                  <a:lnTo>
                    <a:pt x="3255330" y="2354621"/>
                  </a:lnTo>
                  <a:lnTo>
                    <a:pt x="3255456" y="2354621"/>
                  </a:lnTo>
                  <a:lnTo>
                    <a:pt x="3255582" y="2354621"/>
                  </a:lnTo>
                  <a:lnTo>
                    <a:pt x="3255708" y="2354621"/>
                  </a:lnTo>
                  <a:lnTo>
                    <a:pt x="3255834" y="2354621"/>
                  </a:lnTo>
                  <a:lnTo>
                    <a:pt x="3255960" y="2354621"/>
                  </a:lnTo>
                  <a:lnTo>
                    <a:pt x="3256086" y="2354621"/>
                  </a:lnTo>
                  <a:lnTo>
                    <a:pt x="3256212" y="2354621"/>
                  </a:lnTo>
                  <a:lnTo>
                    <a:pt x="3256338" y="2354621"/>
                  </a:lnTo>
                  <a:lnTo>
                    <a:pt x="3256464" y="2354621"/>
                  </a:lnTo>
                  <a:lnTo>
                    <a:pt x="3256590" y="2354621"/>
                  </a:lnTo>
                  <a:lnTo>
                    <a:pt x="3256717" y="2354621"/>
                  </a:lnTo>
                  <a:lnTo>
                    <a:pt x="3256843" y="2354621"/>
                  </a:lnTo>
                  <a:lnTo>
                    <a:pt x="3256969" y="2354621"/>
                  </a:lnTo>
                  <a:lnTo>
                    <a:pt x="3257095" y="2354621"/>
                  </a:lnTo>
                  <a:lnTo>
                    <a:pt x="3257221" y="2354621"/>
                  </a:lnTo>
                  <a:lnTo>
                    <a:pt x="3257347" y="2354621"/>
                  </a:lnTo>
                  <a:lnTo>
                    <a:pt x="3257473" y="2354621"/>
                  </a:lnTo>
                  <a:lnTo>
                    <a:pt x="3257599" y="2354621"/>
                  </a:lnTo>
                  <a:lnTo>
                    <a:pt x="3257725" y="2354621"/>
                  </a:lnTo>
                  <a:lnTo>
                    <a:pt x="3257851" y="2354621"/>
                  </a:lnTo>
                  <a:lnTo>
                    <a:pt x="3257977" y="2354621"/>
                  </a:lnTo>
                  <a:lnTo>
                    <a:pt x="3258104" y="2354621"/>
                  </a:lnTo>
                  <a:lnTo>
                    <a:pt x="3258230" y="2354621"/>
                  </a:lnTo>
                  <a:lnTo>
                    <a:pt x="3258356" y="2354621"/>
                  </a:lnTo>
                  <a:lnTo>
                    <a:pt x="3258482" y="2354621"/>
                  </a:lnTo>
                  <a:lnTo>
                    <a:pt x="3258608" y="2354621"/>
                  </a:lnTo>
                  <a:lnTo>
                    <a:pt x="3258734" y="2354621"/>
                  </a:lnTo>
                  <a:lnTo>
                    <a:pt x="3258860" y="2354621"/>
                  </a:lnTo>
                  <a:lnTo>
                    <a:pt x="3258986" y="2354621"/>
                  </a:lnTo>
                  <a:lnTo>
                    <a:pt x="3259112" y="2354621"/>
                  </a:lnTo>
                  <a:lnTo>
                    <a:pt x="3259238" y="2354621"/>
                  </a:lnTo>
                  <a:lnTo>
                    <a:pt x="3259364" y="2354621"/>
                  </a:lnTo>
                  <a:lnTo>
                    <a:pt x="3259490" y="2354621"/>
                  </a:lnTo>
                  <a:lnTo>
                    <a:pt x="3259617" y="2354621"/>
                  </a:lnTo>
                  <a:lnTo>
                    <a:pt x="3259743" y="2354621"/>
                  </a:lnTo>
                  <a:lnTo>
                    <a:pt x="3259743" y="2349342"/>
                  </a:lnTo>
                  <a:lnTo>
                    <a:pt x="3259869" y="2349342"/>
                  </a:lnTo>
                  <a:lnTo>
                    <a:pt x="3259995" y="2349342"/>
                  </a:lnTo>
                  <a:lnTo>
                    <a:pt x="3260121" y="2349342"/>
                  </a:lnTo>
                  <a:lnTo>
                    <a:pt x="3260247" y="2349342"/>
                  </a:lnTo>
                  <a:lnTo>
                    <a:pt x="3260373" y="2349342"/>
                  </a:lnTo>
                  <a:lnTo>
                    <a:pt x="3260499" y="2349342"/>
                  </a:lnTo>
                  <a:lnTo>
                    <a:pt x="3260625" y="2349342"/>
                  </a:lnTo>
                  <a:lnTo>
                    <a:pt x="3260751" y="2349342"/>
                  </a:lnTo>
                  <a:lnTo>
                    <a:pt x="3260877" y="2349342"/>
                  </a:lnTo>
                  <a:lnTo>
                    <a:pt x="3261004" y="2349342"/>
                  </a:lnTo>
                  <a:lnTo>
                    <a:pt x="3261130" y="2349342"/>
                  </a:lnTo>
                  <a:lnTo>
                    <a:pt x="3261256" y="2349342"/>
                  </a:lnTo>
                  <a:lnTo>
                    <a:pt x="3261382" y="2349342"/>
                  </a:lnTo>
                  <a:lnTo>
                    <a:pt x="3261508" y="2349342"/>
                  </a:lnTo>
                  <a:lnTo>
                    <a:pt x="3261634" y="2349342"/>
                  </a:lnTo>
                  <a:lnTo>
                    <a:pt x="3261760" y="2349342"/>
                  </a:lnTo>
                  <a:lnTo>
                    <a:pt x="3261886" y="2349342"/>
                  </a:lnTo>
                  <a:lnTo>
                    <a:pt x="3262012" y="2349342"/>
                  </a:lnTo>
                  <a:lnTo>
                    <a:pt x="3262138" y="2349342"/>
                  </a:lnTo>
                  <a:lnTo>
                    <a:pt x="3262264" y="2349342"/>
                  </a:lnTo>
                  <a:lnTo>
                    <a:pt x="3262264" y="2344063"/>
                  </a:lnTo>
                  <a:lnTo>
                    <a:pt x="3262391" y="2344063"/>
                  </a:lnTo>
                  <a:lnTo>
                    <a:pt x="3262517" y="2344063"/>
                  </a:lnTo>
                  <a:lnTo>
                    <a:pt x="3262643" y="2344063"/>
                  </a:lnTo>
                  <a:lnTo>
                    <a:pt x="3262769" y="2344063"/>
                  </a:lnTo>
                  <a:lnTo>
                    <a:pt x="3262895" y="2344063"/>
                  </a:lnTo>
                  <a:lnTo>
                    <a:pt x="3263021" y="2344063"/>
                  </a:lnTo>
                  <a:lnTo>
                    <a:pt x="3263147" y="2344063"/>
                  </a:lnTo>
                  <a:lnTo>
                    <a:pt x="3263273" y="2344063"/>
                  </a:lnTo>
                  <a:lnTo>
                    <a:pt x="3263399" y="2344063"/>
                  </a:lnTo>
                  <a:lnTo>
                    <a:pt x="3263525" y="2344063"/>
                  </a:lnTo>
                  <a:lnTo>
                    <a:pt x="3263651" y="2344063"/>
                  </a:lnTo>
                  <a:lnTo>
                    <a:pt x="3263777" y="2344063"/>
                  </a:lnTo>
                  <a:lnTo>
                    <a:pt x="3263904" y="2344063"/>
                  </a:lnTo>
                  <a:lnTo>
                    <a:pt x="3264030" y="2344063"/>
                  </a:lnTo>
                  <a:lnTo>
                    <a:pt x="3264156" y="2344063"/>
                  </a:lnTo>
                  <a:lnTo>
                    <a:pt x="3264282" y="2344063"/>
                  </a:lnTo>
                  <a:lnTo>
                    <a:pt x="3264408" y="2344063"/>
                  </a:lnTo>
                  <a:lnTo>
                    <a:pt x="3264534" y="2344063"/>
                  </a:lnTo>
                  <a:lnTo>
                    <a:pt x="3264660" y="2344063"/>
                  </a:lnTo>
                  <a:lnTo>
                    <a:pt x="3264786" y="2344063"/>
                  </a:lnTo>
                  <a:lnTo>
                    <a:pt x="3264912" y="2344063"/>
                  </a:lnTo>
                  <a:lnTo>
                    <a:pt x="3265038" y="2344063"/>
                  </a:lnTo>
                  <a:lnTo>
                    <a:pt x="3265164" y="2344063"/>
                  </a:lnTo>
                  <a:lnTo>
                    <a:pt x="3265291" y="2344063"/>
                  </a:lnTo>
                  <a:lnTo>
                    <a:pt x="3265417" y="2344063"/>
                  </a:lnTo>
                  <a:lnTo>
                    <a:pt x="3265543" y="2344063"/>
                  </a:lnTo>
                  <a:lnTo>
                    <a:pt x="3265669" y="2344063"/>
                  </a:lnTo>
                  <a:lnTo>
                    <a:pt x="3265795" y="2344063"/>
                  </a:lnTo>
                  <a:lnTo>
                    <a:pt x="3265921" y="2344063"/>
                  </a:lnTo>
                  <a:lnTo>
                    <a:pt x="3266047" y="2344063"/>
                  </a:lnTo>
                  <a:lnTo>
                    <a:pt x="3266173" y="2344063"/>
                  </a:lnTo>
                  <a:lnTo>
                    <a:pt x="3266299" y="2344063"/>
                  </a:lnTo>
                  <a:lnTo>
                    <a:pt x="3266425" y="2344063"/>
                  </a:lnTo>
                  <a:lnTo>
                    <a:pt x="3266551" y="2344063"/>
                  </a:lnTo>
                  <a:lnTo>
                    <a:pt x="3266677" y="2344063"/>
                  </a:lnTo>
                  <a:lnTo>
                    <a:pt x="3266804" y="2344063"/>
                  </a:lnTo>
                  <a:lnTo>
                    <a:pt x="3266930" y="2344063"/>
                  </a:lnTo>
                  <a:lnTo>
                    <a:pt x="3267056" y="2344063"/>
                  </a:lnTo>
                  <a:lnTo>
                    <a:pt x="3267182" y="2344063"/>
                  </a:lnTo>
                  <a:lnTo>
                    <a:pt x="3267308" y="2344063"/>
                  </a:lnTo>
                  <a:lnTo>
                    <a:pt x="3267434" y="2344063"/>
                  </a:lnTo>
                  <a:lnTo>
                    <a:pt x="3267560" y="2344063"/>
                  </a:lnTo>
                  <a:lnTo>
                    <a:pt x="3267686" y="2344063"/>
                  </a:lnTo>
                  <a:lnTo>
                    <a:pt x="3267812" y="2344063"/>
                  </a:lnTo>
                  <a:lnTo>
                    <a:pt x="3267938" y="2344063"/>
                  </a:lnTo>
                  <a:lnTo>
                    <a:pt x="3268064" y="2344063"/>
                  </a:lnTo>
                  <a:lnTo>
                    <a:pt x="3268191" y="2344063"/>
                  </a:lnTo>
                  <a:lnTo>
                    <a:pt x="3268317" y="2344063"/>
                  </a:lnTo>
                  <a:lnTo>
                    <a:pt x="3268443" y="2344063"/>
                  </a:lnTo>
                  <a:lnTo>
                    <a:pt x="3268569" y="2344063"/>
                  </a:lnTo>
                  <a:lnTo>
                    <a:pt x="3268695" y="2344063"/>
                  </a:lnTo>
                  <a:lnTo>
                    <a:pt x="3268821" y="2344063"/>
                  </a:lnTo>
                  <a:lnTo>
                    <a:pt x="3268947" y="2344063"/>
                  </a:lnTo>
                  <a:lnTo>
                    <a:pt x="3269073" y="2344063"/>
                  </a:lnTo>
                  <a:lnTo>
                    <a:pt x="3269199" y="2344063"/>
                  </a:lnTo>
                  <a:lnTo>
                    <a:pt x="3269199" y="2338783"/>
                  </a:lnTo>
                  <a:lnTo>
                    <a:pt x="3269325" y="2338783"/>
                  </a:lnTo>
                  <a:lnTo>
                    <a:pt x="3269451" y="2338783"/>
                  </a:lnTo>
                  <a:lnTo>
                    <a:pt x="3269578" y="2338783"/>
                  </a:lnTo>
                  <a:lnTo>
                    <a:pt x="3269704" y="2338783"/>
                  </a:lnTo>
                  <a:lnTo>
                    <a:pt x="3269830" y="2338783"/>
                  </a:lnTo>
                  <a:lnTo>
                    <a:pt x="3269956" y="2338783"/>
                  </a:lnTo>
                  <a:lnTo>
                    <a:pt x="3270082" y="2338783"/>
                  </a:lnTo>
                  <a:lnTo>
                    <a:pt x="3270208" y="2338783"/>
                  </a:lnTo>
                  <a:lnTo>
                    <a:pt x="3270334" y="2338783"/>
                  </a:lnTo>
                  <a:lnTo>
                    <a:pt x="3270460" y="2338783"/>
                  </a:lnTo>
                  <a:lnTo>
                    <a:pt x="3270586" y="2338783"/>
                  </a:lnTo>
                  <a:lnTo>
                    <a:pt x="3270712" y="2338783"/>
                  </a:lnTo>
                  <a:lnTo>
                    <a:pt x="3270838" y="2338783"/>
                  </a:lnTo>
                  <a:lnTo>
                    <a:pt x="3270964" y="2338783"/>
                  </a:lnTo>
                  <a:lnTo>
                    <a:pt x="3271091" y="2338783"/>
                  </a:lnTo>
                  <a:lnTo>
                    <a:pt x="3271217" y="2338783"/>
                  </a:lnTo>
                  <a:lnTo>
                    <a:pt x="3271343" y="2338783"/>
                  </a:lnTo>
                  <a:lnTo>
                    <a:pt x="3271469" y="2338783"/>
                  </a:lnTo>
                  <a:lnTo>
                    <a:pt x="3271595" y="2338783"/>
                  </a:lnTo>
                  <a:lnTo>
                    <a:pt x="3271721" y="2338783"/>
                  </a:lnTo>
                  <a:lnTo>
                    <a:pt x="3271847" y="2338783"/>
                  </a:lnTo>
                  <a:lnTo>
                    <a:pt x="3271973" y="2338783"/>
                  </a:lnTo>
                  <a:lnTo>
                    <a:pt x="3272099" y="2338783"/>
                  </a:lnTo>
                  <a:lnTo>
                    <a:pt x="3272225" y="2338783"/>
                  </a:lnTo>
                  <a:lnTo>
                    <a:pt x="3272351" y="2338783"/>
                  </a:lnTo>
                  <a:lnTo>
                    <a:pt x="3272478" y="2338783"/>
                  </a:lnTo>
                  <a:lnTo>
                    <a:pt x="3272604" y="2338783"/>
                  </a:lnTo>
                  <a:lnTo>
                    <a:pt x="3272730" y="2338783"/>
                  </a:lnTo>
                  <a:lnTo>
                    <a:pt x="3272856" y="2338783"/>
                  </a:lnTo>
                  <a:lnTo>
                    <a:pt x="3272982" y="2338783"/>
                  </a:lnTo>
                  <a:lnTo>
                    <a:pt x="3273108" y="2338783"/>
                  </a:lnTo>
                  <a:lnTo>
                    <a:pt x="3273234" y="2338783"/>
                  </a:lnTo>
                  <a:lnTo>
                    <a:pt x="3273360" y="2338783"/>
                  </a:lnTo>
                  <a:lnTo>
                    <a:pt x="3273486" y="2338783"/>
                  </a:lnTo>
                  <a:lnTo>
                    <a:pt x="3273612" y="2338783"/>
                  </a:lnTo>
                  <a:lnTo>
                    <a:pt x="3273738" y="2338783"/>
                  </a:lnTo>
                  <a:lnTo>
                    <a:pt x="3273864" y="2338783"/>
                  </a:lnTo>
                  <a:lnTo>
                    <a:pt x="3273991" y="2338783"/>
                  </a:lnTo>
                  <a:lnTo>
                    <a:pt x="3274117" y="2338783"/>
                  </a:lnTo>
                  <a:lnTo>
                    <a:pt x="3274243" y="2338783"/>
                  </a:lnTo>
                  <a:lnTo>
                    <a:pt x="3274369" y="2338783"/>
                  </a:lnTo>
                  <a:lnTo>
                    <a:pt x="3274495" y="2338783"/>
                  </a:lnTo>
                  <a:lnTo>
                    <a:pt x="3274621" y="2338783"/>
                  </a:lnTo>
                  <a:lnTo>
                    <a:pt x="3274747" y="2338783"/>
                  </a:lnTo>
                  <a:lnTo>
                    <a:pt x="3274873" y="2338783"/>
                  </a:lnTo>
                  <a:lnTo>
                    <a:pt x="3274999" y="2338783"/>
                  </a:lnTo>
                  <a:lnTo>
                    <a:pt x="3275125" y="2338783"/>
                  </a:lnTo>
                  <a:lnTo>
                    <a:pt x="3275251" y="2338783"/>
                  </a:lnTo>
                  <a:lnTo>
                    <a:pt x="3275251" y="2333504"/>
                  </a:lnTo>
                  <a:lnTo>
                    <a:pt x="3275378" y="2333504"/>
                  </a:lnTo>
                  <a:lnTo>
                    <a:pt x="3275504" y="2333504"/>
                  </a:lnTo>
                  <a:lnTo>
                    <a:pt x="3275630" y="2333504"/>
                  </a:lnTo>
                  <a:lnTo>
                    <a:pt x="3275756" y="2333504"/>
                  </a:lnTo>
                  <a:lnTo>
                    <a:pt x="3275882" y="2333504"/>
                  </a:lnTo>
                  <a:lnTo>
                    <a:pt x="3276008" y="2333504"/>
                  </a:lnTo>
                  <a:lnTo>
                    <a:pt x="3276134" y="2333504"/>
                  </a:lnTo>
                  <a:lnTo>
                    <a:pt x="3276260" y="2333504"/>
                  </a:lnTo>
                  <a:lnTo>
                    <a:pt x="3276386" y="2333504"/>
                  </a:lnTo>
                  <a:lnTo>
                    <a:pt x="3276512" y="2333504"/>
                  </a:lnTo>
                  <a:lnTo>
                    <a:pt x="3276638" y="2333504"/>
                  </a:lnTo>
                  <a:lnTo>
                    <a:pt x="3276764" y="2333504"/>
                  </a:lnTo>
                  <a:lnTo>
                    <a:pt x="3276891" y="2333504"/>
                  </a:lnTo>
                  <a:lnTo>
                    <a:pt x="3277017" y="2333504"/>
                  </a:lnTo>
                  <a:lnTo>
                    <a:pt x="3277143" y="2333504"/>
                  </a:lnTo>
                  <a:lnTo>
                    <a:pt x="3277269" y="2333504"/>
                  </a:lnTo>
                  <a:lnTo>
                    <a:pt x="3277395" y="2333504"/>
                  </a:lnTo>
                  <a:lnTo>
                    <a:pt x="3277521" y="2333504"/>
                  </a:lnTo>
                  <a:lnTo>
                    <a:pt x="3277647" y="2333504"/>
                  </a:lnTo>
                  <a:lnTo>
                    <a:pt x="3277773" y="2333504"/>
                  </a:lnTo>
                  <a:lnTo>
                    <a:pt x="3277899" y="2333504"/>
                  </a:lnTo>
                  <a:lnTo>
                    <a:pt x="3278025" y="2333504"/>
                  </a:lnTo>
                  <a:lnTo>
                    <a:pt x="3278151" y="2333504"/>
                  </a:lnTo>
                  <a:lnTo>
                    <a:pt x="3278278" y="2333504"/>
                  </a:lnTo>
                  <a:lnTo>
                    <a:pt x="3278404" y="2333504"/>
                  </a:lnTo>
                  <a:lnTo>
                    <a:pt x="3278530" y="2333504"/>
                  </a:lnTo>
                  <a:lnTo>
                    <a:pt x="3278530" y="2328224"/>
                  </a:lnTo>
                  <a:lnTo>
                    <a:pt x="3278656" y="2328224"/>
                  </a:lnTo>
                  <a:lnTo>
                    <a:pt x="3278782" y="2328224"/>
                  </a:lnTo>
                  <a:lnTo>
                    <a:pt x="3278908" y="2328224"/>
                  </a:lnTo>
                  <a:lnTo>
                    <a:pt x="3279034" y="2328224"/>
                  </a:lnTo>
                  <a:lnTo>
                    <a:pt x="3279160" y="2328224"/>
                  </a:lnTo>
                  <a:lnTo>
                    <a:pt x="3279286" y="2328224"/>
                  </a:lnTo>
                  <a:lnTo>
                    <a:pt x="3279412" y="2328224"/>
                  </a:lnTo>
                  <a:lnTo>
                    <a:pt x="3279538" y="2328224"/>
                  </a:lnTo>
                  <a:lnTo>
                    <a:pt x="3279665" y="2328224"/>
                  </a:lnTo>
                  <a:lnTo>
                    <a:pt x="3279791" y="2328224"/>
                  </a:lnTo>
                  <a:lnTo>
                    <a:pt x="3279917" y="2328224"/>
                  </a:lnTo>
                  <a:lnTo>
                    <a:pt x="3280043" y="2328224"/>
                  </a:lnTo>
                  <a:lnTo>
                    <a:pt x="3280169" y="2328224"/>
                  </a:lnTo>
                  <a:lnTo>
                    <a:pt x="3280295" y="2328224"/>
                  </a:lnTo>
                  <a:lnTo>
                    <a:pt x="3280421" y="2328224"/>
                  </a:lnTo>
                  <a:lnTo>
                    <a:pt x="3280547" y="2328224"/>
                  </a:lnTo>
                  <a:lnTo>
                    <a:pt x="3280673" y="2328224"/>
                  </a:lnTo>
                  <a:lnTo>
                    <a:pt x="3280799" y="2328224"/>
                  </a:lnTo>
                  <a:lnTo>
                    <a:pt x="3280925" y="2328224"/>
                  </a:lnTo>
                  <a:lnTo>
                    <a:pt x="3281051" y="2328224"/>
                  </a:lnTo>
                  <a:lnTo>
                    <a:pt x="3281178" y="2328224"/>
                  </a:lnTo>
                  <a:lnTo>
                    <a:pt x="3281304" y="2328224"/>
                  </a:lnTo>
                  <a:lnTo>
                    <a:pt x="3281430" y="2328224"/>
                  </a:lnTo>
                  <a:lnTo>
                    <a:pt x="3281556" y="2328224"/>
                  </a:lnTo>
                  <a:lnTo>
                    <a:pt x="3281682" y="2328224"/>
                  </a:lnTo>
                  <a:lnTo>
                    <a:pt x="3281808" y="2328224"/>
                  </a:lnTo>
                  <a:lnTo>
                    <a:pt x="3281934" y="2328224"/>
                  </a:lnTo>
                  <a:lnTo>
                    <a:pt x="3281934" y="2322945"/>
                  </a:lnTo>
                  <a:lnTo>
                    <a:pt x="3282060" y="2322945"/>
                  </a:lnTo>
                  <a:lnTo>
                    <a:pt x="3282186" y="2322945"/>
                  </a:lnTo>
                  <a:lnTo>
                    <a:pt x="3282312" y="2322945"/>
                  </a:lnTo>
                  <a:lnTo>
                    <a:pt x="3282438" y="2322945"/>
                  </a:lnTo>
                  <a:lnTo>
                    <a:pt x="3282565" y="2322945"/>
                  </a:lnTo>
                  <a:lnTo>
                    <a:pt x="3282691" y="2322945"/>
                  </a:lnTo>
                  <a:lnTo>
                    <a:pt x="3282817" y="2322945"/>
                  </a:lnTo>
                  <a:lnTo>
                    <a:pt x="3282943" y="2322945"/>
                  </a:lnTo>
                  <a:lnTo>
                    <a:pt x="3283069" y="2322945"/>
                  </a:lnTo>
                  <a:lnTo>
                    <a:pt x="3283195" y="2322945"/>
                  </a:lnTo>
                  <a:lnTo>
                    <a:pt x="3283321" y="2322945"/>
                  </a:lnTo>
                  <a:lnTo>
                    <a:pt x="3283447" y="2322945"/>
                  </a:lnTo>
                  <a:lnTo>
                    <a:pt x="3283573" y="2322945"/>
                  </a:lnTo>
                  <a:lnTo>
                    <a:pt x="3283699" y="2322945"/>
                  </a:lnTo>
                  <a:lnTo>
                    <a:pt x="3283825" y="2322945"/>
                  </a:lnTo>
                  <a:lnTo>
                    <a:pt x="3283951" y="2322945"/>
                  </a:lnTo>
                  <a:lnTo>
                    <a:pt x="3283951" y="2317665"/>
                  </a:lnTo>
                  <a:lnTo>
                    <a:pt x="3284078" y="2317665"/>
                  </a:lnTo>
                  <a:lnTo>
                    <a:pt x="3284204" y="2317665"/>
                  </a:lnTo>
                  <a:lnTo>
                    <a:pt x="3284330" y="2317665"/>
                  </a:lnTo>
                  <a:lnTo>
                    <a:pt x="3284456" y="2317665"/>
                  </a:lnTo>
                  <a:lnTo>
                    <a:pt x="3284582" y="2317665"/>
                  </a:lnTo>
                  <a:lnTo>
                    <a:pt x="3284708" y="2317665"/>
                  </a:lnTo>
                  <a:lnTo>
                    <a:pt x="3284834" y="2317665"/>
                  </a:lnTo>
                  <a:lnTo>
                    <a:pt x="3284960" y="2317665"/>
                  </a:lnTo>
                  <a:lnTo>
                    <a:pt x="3285086" y="2317665"/>
                  </a:lnTo>
                  <a:lnTo>
                    <a:pt x="3285212" y="2317665"/>
                  </a:lnTo>
                  <a:lnTo>
                    <a:pt x="3285338" y="2317665"/>
                  </a:lnTo>
                  <a:lnTo>
                    <a:pt x="3285465" y="2317665"/>
                  </a:lnTo>
                  <a:lnTo>
                    <a:pt x="3285591" y="2317665"/>
                  </a:lnTo>
                  <a:lnTo>
                    <a:pt x="3285717" y="2317665"/>
                  </a:lnTo>
                  <a:lnTo>
                    <a:pt x="3285843" y="2317665"/>
                  </a:lnTo>
                  <a:lnTo>
                    <a:pt x="3285969" y="2317665"/>
                  </a:lnTo>
                  <a:lnTo>
                    <a:pt x="3286095" y="2317665"/>
                  </a:lnTo>
                  <a:lnTo>
                    <a:pt x="3286221" y="2317665"/>
                  </a:lnTo>
                  <a:lnTo>
                    <a:pt x="3286347" y="2317665"/>
                  </a:lnTo>
                  <a:lnTo>
                    <a:pt x="3286473" y="2317665"/>
                  </a:lnTo>
                  <a:lnTo>
                    <a:pt x="3286599" y="2317665"/>
                  </a:lnTo>
                  <a:lnTo>
                    <a:pt x="3286725" y="2317665"/>
                  </a:lnTo>
                  <a:lnTo>
                    <a:pt x="3286852" y="2317665"/>
                  </a:lnTo>
                  <a:lnTo>
                    <a:pt x="3286978" y="2317665"/>
                  </a:lnTo>
                  <a:lnTo>
                    <a:pt x="3287104" y="2317665"/>
                  </a:lnTo>
                  <a:lnTo>
                    <a:pt x="3287230" y="2317665"/>
                  </a:lnTo>
                  <a:lnTo>
                    <a:pt x="3287356" y="2317665"/>
                  </a:lnTo>
                  <a:lnTo>
                    <a:pt x="3287482" y="2317665"/>
                  </a:lnTo>
                  <a:lnTo>
                    <a:pt x="3287608" y="2317665"/>
                  </a:lnTo>
                  <a:lnTo>
                    <a:pt x="3287734" y="2317665"/>
                  </a:lnTo>
                  <a:lnTo>
                    <a:pt x="3287860" y="2317665"/>
                  </a:lnTo>
                  <a:lnTo>
                    <a:pt x="3287986" y="2317665"/>
                  </a:lnTo>
                  <a:lnTo>
                    <a:pt x="3288112" y="2317665"/>
                  </a:lnTo>
                  <a:lnTo>
                    <a:pt x="3288238" y="2317665"/>
                  </a:lnTo>
                  <a:lnTo>
                    <a:pt x="3288365" y="2317665"/>
                  </a:lnTo>
                  <a:lnTo>
                    <a:pt x="3288491" y="2317665"/>
                  </a:lnTo>
                  <a:lnTo>
                    <a:pt x="3288617" y="2317665"/>
                  </a:lnTo>
                  <a:lnTo>
                    <a:pt x="3288743" y="2317665"/>
                  </a:lnTo>
                  <a:lnTo>
                    <a:pt x="3288869" y="2317665"/>
                  </a:lnTo>
                  <a:lnTo>
                    <a:pt x="3288995" y="2317665"/>
                  </a:lnTo>
                  <a:lnTo>
                    <a:pt x="3289121" y="2317665"/>
                  </a:lnTo>
                  <a:lnTo>
                    <a:pt x="3289247" y="2317665"/>
                  </a:lnTo>
                  <a:lnTo>
                    <a:pt x="3289373" y="2317665"/>
                  </a:lnTo>
                  <a:lnTo>
                    <a:pt x="3289499" y="2317665"/>
                  </a:lnTo>
                  <a:lnTo>
                    <a:pt x="3289625" y="2317665"/>
                  </a:lnTo>
                  <a:lnTo>
                    <a:pt x="3289752" y="2317665"/>
                  </a:lnTo>
                  <a:lnTo>
                    <a:pt x="3289878" y="2317665"/>
                  </a:lnTo>
                  <a:lnTo>
                    <a:pt x="3290004" y="2317665"/>
                  </a:lnTo>
                  <a:lnTo>
                    <a:pt x="3290130" y="2317665"/>
                  </a:lnTo>
                  <a:lnTo>
                    <a:pt x="3290256" y="2317665"/>
                  </a:lnTo>
                  <a:lnTo>
                    <a:pt x="3290382" y="2317665"/>
                  </a:lnTo>
                  <a:lnTo>
                    <a:pt x="3290508" y="2317665"/>
                  </a:lnTo>
                  <a:lnTo>
                    <a:pt x="3290634" y="2317665"/>
                  </a:lnTo>
                  <a:lnTo>
                    <a:pt x="3290760" y="2317665"/>
                  </a:lnTo>
                  <a:lnTo>
                    <a:pt x="3290886" y="2317665"/>
                  </a:lnTo>
                  <a:lnTo>
                    <a:pt x="3291012" y="2317665"/>
                  </a:lnTo>
                  <a:lnTo>
                    <a:pt x="3291138" y="2317665"/>
                  </a:lnTo>
                  <a:lnTo>
                    <a:pt x="3291265" y="2317665"/>
                  </a:lnTo>
                  <a:lnTo>
                    <a:pt x="3291391" y="2317665"/>
                  </a:lnTo>
                  <a:lnTo>
                    <a:pt x="3291517" y="2317665"/>
                  </a:lnTo>
                  <a:lnTo>
                    <a:pt x="3291643" y="2317665"/>
                  </a:lnTo>
                  <a:lnTo>
                    <a:pt x="3291769" y="2317665"/>
                  </a:lnTo>
                  <a:lnTo>
                    <a:pt x="3291895" y="2317665"/>
                  </a:lnTo>
                  <a:lnTo>
                    <a:pt x="3292021" y="2317665"/>
                  </a:lnTo>
                  <a:lnTo>
                    <a:pt x="3292147" y="2317665"/>
                  </a:lnTo>
                  <a:lnTo>
                    <a:pt x="3292273" y="2317665"/>
                  </a:lnTo>
                  <a:lnTo>
                    <a:pt x="3292399" y="2317665"/>
                  </a:lnTo>
                  <a:lnTo>
                    <a:pt x="3292525" y="2317665"/>
                  </a:lnTo>
                  <a:lnTo>
                    <a:pt x="3292652" y="2317665"/>
                  </a:lnTo>
                  <a:lnTo>
                    <a:pt x="3292778" y="2317665"/>
                  </a:lnTo>
                  <a:lnTo>
                    <a:pt x="3292904" y="2317665"/>
                  </a:lnTo>
                  <a:lnTo>
                    <a:pt x="3293030" y="2317665"/>
                  </a:lnTo>
                  <a:lnTo>
                    <a:pt x="3293156" y="2317665"/>
                  </a:lnTo>
                  <a:lnTo>
                    <a:pt x="3293282" y="2317665"/>
                  </a:lnTo>
                  <a:lnTo>
                    <a:pt x="3293408" y="2317665"/>
                  </a:lnTo>
                  <a:lnTo>
                    <a:pt x="3293534" y="2317665"/>
                  </a:lnTo>
                  <a:lnTo>
                    <a:pt x="3293660" y="2317665"/>
                  </a:lnTo>
                  <a:lnTo>
                    <a:pt x="3293786" y="2317665"/>
                  </a:lnTo>
                  <a:lnTo>
                    <a:pt x="3293912" y="2317665"/>
                  </a:lnTo>
                  <a:lnTo>
                    <a:pt x="3294039" y="2317665"/>
                  </a:lnTo>
                  <a:lnTo>
                    <a:pt x="3294165" y="2317665"/>
                  </a:lnTo>
                  <a:lnTo>
                    <a:pt x="3294291" y="2317665"/>
                  </a:lnTo>
                  <a:lnTo>
                    <a:pt x="3294417" y="2317665"/>
                  </a:lnTo>
                  <a:lnTo>
                    <a:pt x="3294543" y="2317665"/>
                  </a:lnTo>
                  <a:lnTo>
                    <a:pt x="3294669" y="2317665"/>
                  </a:lnTo>
                  <a:lnTo>
                    <a:pt x="3294795" y="2317665"/>
                  </a:lnTo>
                  <a:lnTo>
                    <a:pt x="3294921" y="2317665"/>
                  </a:lnTo>
                  <a:lnTo>
                    <a:pt x="3295047" y="2317665"/>
                  </a:lnTo>
                  <a:lnTo>
                    <a:pt x="3295173" y="2317665"/>
                  </a:lnTo>
                  <a:lnTo>
                    <a:pt x="3295299" y="2317665"/>
                  </a:lnTo>
                  <a:lnTo>
                    <a:pt x="3295425" y="2317665"/>
                  </a:lnTo>
                  <a:lnTo>
                    <a:pt x="3295552" y="2317665"/>
                  </a:lnTo>
                  <a:lnTo>
                    <a:pt x="3295678" y="2317665"/>
                  </a:lnTo>
                  <a:lnTo>
                    <a:pt x="3295804" y="2317665"/>
                  </a:lnTo>
                  <a:lnTo>
                    <a:pt x="3295930" y="2317665"/>
                  </a:lnTo>
                  <a:lnTo>
                    <a:pt x="3296056" y="2317665"/>
                  </a:lnTo>
                  <a:lnTo>
                    <a:pt x="3296182" y="2317665"/>
                  </a:lnTo>
                  <a:lnTo>
                    <a:pt x="3296308" y="2317665"/>
                  </a:lnTo>
                  <a:lnTo>
                    <a:pt x="3296434" y="2317665"/>
                  </a:lnTo>
                  <a:lnTo>
                    <a:pt x="3296560" y="2317665"/>
                  </a:lnTo>
                  <a:lnTo>
                    <a:pt x="3296686" y="2317665"/>
                  </a:lnTo>
                  <a:lnTo>
                    <a:pt x="3296812" y="2317665"/>
                  </a:lnTo>
                  <a:lnTo>
                    <a:pt x="3296939" y="2317665"/>
                  </a:lnTo>
                  <a:lnTo>
                    <a:pt x="3297065" y="2317665"/>
                  </a:lnTo>
                  <a:lnTo>
                    <a:pt x="3297191" y="2317665"/>
                  </a:lnTo>
                  <a:lnTo>
                    <a:pt x="3297317" y="2317665"/>
                  </a:lnTo>
                  <a:lnTo>
                    <a:pt x="3297443" y="2317665"/>
                  </a:lnTo>
                  <a:lnTo>
                    <a:pt x="3297569" y="2317665"/>
                  </a:lnTo>
                  <a:lnTo>
                    <a:pt x="3297695" y="2317665"/>
                  </a:lnTo>
                  <a:lnTo>
                    <a:pt x="3297821" y="2317665"/>
                  </a:lnTo>
                  <a:lnTo>
                    <a:pt x="3297947" y="2317665"/>
                  </a:lnTo>
                  <a:lnTo>
                    <a:pt x="3298073" y="2317665"/>
                  </a:lnTo>
                  <a:lnTo>
                    <a:pt x="3298199" y="2317665"/>
                  </a:lnTo>
                  <a:lnTo>
                    <a:pt x="3298325" y="2317665"/>
                  </a:lnTo>
                  <a:lnTo>
                    <a:pt x="3298452" y="2317665"/>
                  </a:lnTo>
                  <a:lnTo>
                    <a:pt x="3298578" y="2317665"/>
                  </a:lnTo>
                  <a:lnTo>
                    <a:pt x="3298704" y="2317665"/>
                  </a:lnTo>
                  <a:lnTo>
                    <a:pt x="3298830" y="2317665"/>
                  </a:lnTo>
                  <a:lnTo>
                    <a:pt x="3298956" y="2317665"/>
                  </a:lnTo>
                  <a:lnTo>
                    <a:pt x="3299082" y="2317665"/>
                  </a:lnTo>
                  <a:lnTo>
                    <a:pt x="3299208" y="2317665"/>
                  </a:lnTo>
                  <a:lnTo>
                    <a:pt x="3299208" y="2312386"/>
                  </a:lnTo>
                  <a:lnTo>
                    <a:pt x="3299334" y="2312386"/>
                  </a:lnTo>
                  <a:lnTo>
                    <a:pt x="3299460" y="2312386"/>
                  </a:lnTo>
                  <a:lnTo>
                    <a:pt x="3299586" y="2312386"/>
                  </a:lnTo>
                  <a:lnTo>
                    <a:pt x="3299712" y="2312386"/>
                  </a:lnTo>
                  <a:lnTo>
                    <a:pt x="3299839" y="2312386"/>
                  </a:lnTo>
                  <a:lnTo>
                    <a:pt x="3299965" y="2312386"/>
                  </a:lnTo>
                  <a:lnTo>
                    <a:pt x="3300091" y="2312386"/>
                  </a:lnTo>
                  <a:lnTo>
                    <a:pt x="3300217" y="2312386"/>
                  </a:lnTo>
                  <a:lnTo>
                    <a:pt x="3300343" y="2312386"/>
                  </a:lnTo>
                  <a:lnTo>
                    <a:pt x="3300469" y="2312386"/>
                  </a:lnTo>
                  <a:lnTo>
                    <a:pt x="3300595" y="2312386"/>
                  </a:lnTo>
                  <a:lnTo>
                    <a:pt x="3300721" y="2312386"/>
                  </a:lnTo>
                  <a:lnTo>
                    <a:pt x="3300847" y="2312386"/>
                  </a:lnTo>
                  <a:lnTo>
                    <a:pt x="3300973" y="2312386"/>
                  </a:lnTo>
                  <a:lnTo>
                    <a:pt x="3301099" y="2312386"/>
                  </a:lnTo>
                  <a:lnTo>
                    <a:pt x="3301225" y="2312386"/>
                  </a:lnTo>
                  <a:lnTo>
                    <a:pt x="3301352" y="2312386"/>
                  </a:lnTo>
                  <a:lnTo>
                    <a:pt x="3301478" y="2312386"/>
                  </a:lnTo>
                  <a:lnTo>
                    <a:pt x="3301604" y="2312386"/>
                  </a:lnTo>
                  <a:lnTo>
                    <a:pt x="3301730" y="2312386"/>
                  </a:lnTo>
                  <a:lnTo>
                    <a:pt x="3301856" y="2312386"/>
                  </a:lnTo>
                  <a:lnTo>
                    <a:pt x="3301982" y="2312386"/>
                  </a:lnTo>
                  <a:lnTo>
                    <a:pt x="3302108" y="2312386"/>
                  </a:lnTo>
                  <a:lnTo>
                    <a:pt x="3302234" y="2312386"/>
                  </a:lnTo>
                  <a:lnTo>
                    <a:pt x="3302360" y="2312386"/>
                  </a:lnTo>
                  <a:lnTo>
                    <a:pt x="3302360" y="2307107"/>
                  </a:lnTo>
                  <a:lnTo>
                    <a:pt x="3302486" y="2307107"/>
                  </a:lnTo>
                  <a:lnTo>
                    <a:pt x="3302612" y="2307107"/>
                  </a:lnTo>
                  <a:lnTo>
                    <a:pt x="3302739" y="2307107"/>
                  </a:lnTo>
                  <a:lnTo>
                    <a:pt x="3302865" y="2307107"/>
                  </a:lnTo>
                  <a:lnTo>
                    <a:pt x="3302991" y="2307107"/>
                  </a:lnTo>
                  <a:lnTo>
                    <a:pt x="3303117" y="2307107"/>
                  </a:lnTo>
                  <a:lnTo>
                    <a:pt x="3303243" y="2307107"/>
                  </a:lnTo>
                  <a:lnTo>
                    <a:pt x="3303369" y="2307107"/>
                  </a:lnTo>
                  <a:lnTo>
                    <a:pt x="3303495" y="2307107"/>
                  </a:lnTo>
                  <a:lnTo>
                    <a:pt x="3303621" y="2307107"/>
                  </a:lnTo>
                  <a:lnTo>
                    <a:pt x="3303747" y="2307107"/>
                  </a:lnTo>
                  <a:lnTo>
                    <a:pt x="3303873" y="2307107"/>
                  </a:lnTo>
                  <a:lnTo>
                    <a:pt x="3303999" y="2307107"/>
                  </a:lnTo>
                  <a:lnTo>
                    <a:pt x="3304126" y="2307107"/>
                  </a:lnTo>
                  <a:lnTo>
                    <a:pt x="3304252" y="2307107"/>
                  </a:lnTo>
                  <a:lnTo>
                    <a:pt x="3304252" y="2301827"/>
                  </a:lnTo>
                  <a:lnTo>
                    <a:pt x="3304378" y="2301827"/>
                  </a:lnTo>
                  <a:lnTo>
                    <a:pt x="3304504" y="2301827"/>
                  </a:lnTo>
                  <a:lnTo>
                    <a:pt x="3304630" y="2301827"/>
                  </a:lnTo>
                  <a:lnTo>
                    <a:pt x="3304756" y="2301827"/>
                  </a:lnTo>
                  <a:lnTo>
                    <a:pt x="3304882" y="2301827"/>
                  </a:lnTo>
                  <a:lnTo>
                    <a:pt x="3305008" y="2301827"/>
                  </a:lnTo>
                  <a:lnTo>
                    <a:pt x="3305134" y="2301827"/>
                  </a:lnTo>
                  <a:lnTo>
                    <a:pt x="3305260" y="2301827"/>
                  </a:lnTo>
                  <a:lnTo>
                    <a:pt x="3305386" y="2301827"/>
                  </a:lnTo>
                  <a:lnTo>
                    <a:pt x="3305512" y="2301827"/>
                  </a:lnTo>
                  <a:lnTo>
                    <a:pt x="3305639" y="2301827"/>
                  </a:lnTo>
                  <a:lnTo>
                    <a:pt x="3305765" y="2301827"/>
                  </a:lnTo>
                  <a:lnTo>
                    <a:pt x="3305891" y="2301827"/>
                  </a:lnTo>
                  <a:lnTo>
                    <a:pt x="3306017" y="2301827"/>
                  </a:lnTo>
                  <a:lnTo>
                    <a:pt x="3306143" y="2301827"/>
                  </a:lnTo>
                  <a:lnTo>
                    <a:pt x="3306269" y="2301827"/>
                  </a:lnTo>
                  <a:lnTo>
                    <a:pt x="3306395" y="2301827"/>
                  </a:lnTo>
                  <a:lnTo>
                    <a:pt x="3306521" y="2301827"/>
                  </a:lnTo>
                  <a:lnTo>
                    <a:pt x="3306647" y="2301827"/>
                  </a:lnTo>
                  <a:lnTo>
                    <a:pt x="3306773" y="2301827"/>
                  </a:lnTo>
                  <a:lnTo>
                    <a:pt x="3306899" y="2301827"/>
                  </a:lnTo>
                  <a:lnTo>
                    <a:pt x="3307026" y="2301827"/>
                  </a:lnTo>
                  <a:lnTo>
                    <a:pt x="3307152" y="2301827"/>
                  </a:lnTo>
                  <a:lnTo>
                    <a:pt x="3307278" y="2301827"/>
                  </a:lnTo>
                  <a:lnTo>
                    <a:pt x="3307404" y="2301827"/>
                  </a:lnTo>
                  <a:lnTo>
                    <a:pt x="3307530" y="2301827"/>
                  </a:lnTo>
                  <a:lnTo>
                    <a:pt x="3307656" y="2301827"/>
                  </a:lnTo>
                  <a:lnTo>
                    <a:pt x="3307782" y="2301827"/>
                  </a:lnTo>
                  <a:lnTo>
                    <a:pt x="3307908" y="2301827"/>
                  </a:lnTo>
                  <a:lnTo>
                    <a:pt x="3308034" y="2301827"/>
                  </a:lnTo>
                  <a:lnTo>
                    <a:pt x="3308160" y="2301827"/>
                  </a:lnTo>
                  <a:lnTo>
                    <a:pt x="3308286" y="2301827"/>
                  </a:lnTo>
                  <a:lnTo>
                    <a:pt x="3308412" y="2301827"/>
                  </a:lnTo>
                  <a:lnTo>
                    <a:pt x="3308539" y="2301827"/>
                  </a:lnTo>
                  <a:lnTo>
                    <a:pt x="3308665" y="2301827"/>
                  </a:lnTo>
                  <a:lnTo>
                    <a:pt x="3308791" y="2301827"/>
                  </a:lnTo>
                  <a:lnTo>
                    <a:pt x="3308917" y="2301827"/>
                  </a:lnTo>
                  <a:lnTo>
                    <a:pt x="3309043" y="2301827"/>
                  </a:lnTo>
                  <a:lnTo>
                    <a:pt x="3309169" y="2301827"/>
                  </a:lnTo>
                  <a:lnTo>
                    <a:pt x="3309295" y="2301827"/>
                  </a:lnTo>
                  <a:lnTo>
                    <a:pt x="3309421" y="2301827"/>
                  </a:lnTo>
                  <a:lnTo>
                    <a:pt x="3309547" y="2301827"/>
                  </a:lnTo>
                  <a:lnTo>
                    <a:pt x="3309673" y="2301827"/>
                  </a:lnTo>
                  <a:lnTo>
                    <a:pt x="3309799" y="2301827"/>
                  </a:lnTo>
                  <a:lnTo>
                    <a:pt x="3309926" y="2301827"/>
                  </a:lnTo>
                  <a:lnTo>
                    <a:pt x="3310052" y="2301827"/>
                  </a:lnTo>
                  <a:lnTo>
                    <a:pt x="3310178" y="2301827"/>
                  </a:lnTo>
                  <a:lnTo>
                    <a:pt x="3310304" y="2301827"/>
                  </a:lnTo>
                  <a:lnTo>
                    <a:pt x="3310430" y="2301827"/>
                  </a:lnTo>
                  <a:lnTo>
                    <a:pt x="3310556" y="2301827"/>
                  </a:lnTo>
                  <a:lnTo>
                    <a:pt x="3310682" y="2301827"/>
                  </a:lnTo>
                  <a:lnTo>
                    <a:pt x="3310808" y="2301827"/>
                  </a:lnTo>
                  <a:lnTo>
                    <a:pt x="3310934" y="2301827"/>
                  </a:lnTo>
                  <a:lnTo>
                    <a:pt x="3311060" y="2301827"/>
                  </a:lnTo>
                  <a:lnTo>
                    <a:pt x="3311186" y="2301827"/>
                  </a:lnTo>
                  <a:lnTo>
                    <a:pt x="3311313" y="2301827"/>
                  </a:lnTo>
                  <a:lnTo>
                    <a:pt x="3311439" y="2301827"/>
                  </a:lnTo>
                  <a:lnTo>
                    <a:pt x="3311565" y="2301827"/>
                  </a:lnTo>
                  <a:lnTo>
                    <a:pt x="3311691" y="2301827"/>
                  </a:lnTo>
                  <a:lnTo>
                    <a:pt x="3311817" y="2301827"/>
                  </a:lnTo>
                  <a:lnTo>
                    <a:pt x="3311943" y="2301827"/>
                  </a:lnTo>
                  <a:lnTo>
                    <a:pt x="3312069" y="2301827"/>
                  </a:lnTo>
                  <a:lnTo>
                    <a:pt x="3312195" y="2301827"/>
                  </a:lnTo>
                  <a:lnTo>
                    <a:pt x="3312321" y="2301827"/>
                  </a:lnTo>
                  <a:lnTo>
                    <a:pt x="3312447" y="2301827"/>
                  </a:lnTo>
                  <a:lnTo>
                    <a:pt x="3312573" y="2301827"/>
                  </a:lnTo>
                  <a:lnTo>
                    <a:pt x="3312699" y="2301827"/>
                  </a:lnTo>
                  <a:lnTo>
                    <a:pt x="3312826" y="2301827"/>
                  </a:lnTo>
                  <a:lnTo>
                    <a:pt x="3312952" y="2301827"/>
                  </a:lnTo>
                  <a:lnTo>
                    <a:pt x="3313078" y="2301827"/>
                  </a:lnTo>
                  <a:lnTo>
                    <a:pt x="3313204" y="2301827"/>
                  </a:lnTo>
                  <a:lnTo>
                    <a:pt x="3313330" y="2301827"/>
                  </a:lnTo>
                  <a:lnTo>
                    <a:pt x="3313456" y="2301827"/>
                  </a:lnTo>
                  <a:lnTo>
                    <a:pt x="3313582" y="2301827"/>
                  </a:lnTo>
                  <a:lnTo>
                    <a:pt x="3313708" y="2301827"/>
                  </a:lnTo>
                  <a:lnTo>
                    <a:pt x="3313834" y="2301827"/>
                  </a:lnTo>
                  <a:lnTo>
                    <a:pt x="3313960" y="2301827"/>
                  </a:lnTo>
                  <a:lnTo>
                    <a:pt x="3314086" y="2301827"/>
                  </a:lnTo>
                  <a:lnTo>
                    <a:pt x="3314213" y="2301827"/>
                  </a:lnTo>
                  <a:lnTo>
                    <a:pt x="3314339" y="2301827"/>
                  </a:lnTo>
                  <a:lnTo>
                    <a:pt x="3314465" y="2301827"/>
                  </a:lnTo>
                  <a:lnTo>
                    <a:pt x="3314591" y="2301827"/>
                  </a:lnTo>
                  <a:lnTo>
                    <a:pt x="3314717" y="2301827"/>
                  </a:lnTo>
                  <a:lnTo>
                    <a:pt x="3314843" y="2301827"/>
                  </a:lnTo>
                  <a:lnTo>
                    <a:pt x="3314969" y="2301827"/>
                  </a:lnTo>
                  <a:lnTo>
                    <a:pt x="3315095" y="2301827"/>
                  </a:lnTo>
                  <a:lnTo>
                    <a:pt x="3315221" y="2301827"/>
                  </a:lnTo>
                  <a:lnTo>
                    <a:pt x="3315347" y="2301827"/>
                  </a:lnTo>
                  <a:lnTo>
                    <a:pt x="3315473" y="2301827"/>
                  </a:lnTo>
                  <a:lnTo>
                    <a:pt x="3315599" y="2301827"/>
                  </a:lnTo>
                  <a:lnTo>
                    <a:pt x="3315726" y="2301827"/>
                  </a:lnTo>
                  <a:lnTo>
                    <a:pt x="3315852" y="2301827"/>
                  </a:lnTo>
                  <a:lnTo>
                    <a:pt x="3315978" y="2301827"/>
                  </a:lnTo>
                  <a:lnTo>
                    <a:pt x="3316104" y="2301827"/>
                  </a:lnTo>
                  <a:lnTo>
                    <a:pt x="3316230" y="2301827"/>
                  </a:lnTo>
                  <a:lnTo>
                    <a:pt x="3316356" y="2301827"/>
                  </a:lnTo>
                  <a:lnTo>
                    <a:pt x="3316482" y="2301827"/>
                  </a:lnTo>
                  <a:lnTo>
                    <a:pt x="3316608" y="2301827"/>
                  </a:lnTo>
                  <a:lnTo>
                    <a:pt x="3316734" y="2301827"/>
                  </a:lnTo>
                  <a:lnTo>
                    <a:pt x="3316860" y="2301827"/>
                  </a:lnTo>
                  <a:lnTo>
                    <a:pt x="3316986" y="2301827"/>
                  </a:lnTo>
                  <a:lnTo>
                    <a:pt x="3317113" y="2301827"/>
                  </a:lnTo>
                  <a:lnTo>
                    <a:pt x="3317239" y="2301827"/>
                  </a:lnTo>
                  <a:lnTo>
                    <a:pt x="3317365" y="2301827"/>
                  </a:lnTo>
                  <a:lnTo>
                    <a:pt x="3317491" y="2301827"/>
                  </a:lnTo>
                  <a:lnTo>
                    <a:pt x="3317617" y="2301827"/>
                  </a:lnTo>
                  <a:lnTo>
                    <a:pt x="3317743" y="2301827"/>
                  </a:lnTo>
                  <a:lnTo>
                    <a:pt x="3317869" y="2301827"/>
                  </a:lnTo>
                  <a:lnTo>
                    <a:pt x="3317995" y="2301827"/>
                  </a:lnTo>
                  <a:lnTo>
                    <a:pt x="3318121" y="2301827"/>
                  </a:lnTo>
                  <a:lnTo>
                    <a:pt x="3318247" y="2301827"/>
                  </a:lnTo>
                  <a:lnTo>
                    <a:pt x="3318373" y="2301827"/>
                  </a:lnTo>
                  <a:lnTo>
                    <a:pt x="3318499" y="2301827"/>
                  </a:lnTo>
                  <a:lnTo>
                    <a:pt x="3318626" y="2301827"/>
                  </a:lnTo>
                  <a:lnTo>
                    <a:pt x="3318752" y="2301827"/>
                  </a:lnTo>
                  <a:lnTo>
                    <a:pt x="3318878" y="2301827"/>
                  </a:lnTo>
                  <a:lnTo>
                    <a:pt x="3319004" y="2301827"/>
                  </a:lnTo>
                  <a:lnTo>
                    <a:pt x="3319130" y="2301827"/>
                  </a:lnTo>
                  <a:lnTo>
                    <a:pt x="3319130" y="2296548"/>
                  </a:lnTo>
                  <a:lnTo>
                    <a:pt x="3319256" y="2296548"/>
                  </a:lnTo>
                  <a:lnTo>
                    <a:pt x="3319382" y="2296548"/>
                  </a:lnTo>
                  <a:lnTo>
                    <a:pt x="3319508" y="2296548"/>
                  </a:lnTo>
                  <a:lnTo>
                    <a:pt x="3319634" y="2296548"/>
                  </a:lnTo>
                  <a:lnTo>
                    <a:pt x="3319760" y="2296548"/>
                  </a:lnTo>
                  <a:lnTo>
                    <a:pt x="3319886" y="2296548"/>
                  </a:lnTo>
                  <a:lnTo>
                    <a:pt x="3320013" y="2296548"/>
                  </a:lnTo>
                  <a:lnTo>
                    <a:pt x="3320139" y="2296548"/>
                  </a:lnTo>
                  <a:lnTo>
                    <a:pt x="3320265" y="2296548"/>
                  </a:lnTo>
                  <a:lnTo>
                    <a:pt x="3320391" y="2296548"/>
                  </a:lnTo>
                  <a:lnTo>
                    <a:pt x="3320517" y="2296548"/>
                  </a:lnTo>
                  <a:lnTo>
                    <a:pt x="3320643" y="2296548"/>
                  </a:lnTo>
                  <a:lnTo>
                    <a:pt x="3320769" y="2296548"/>
                  </a:lnTo>
                  <a:lnTo>
                    <a:pt x="3320895" y="2296548"/>
                  </a:lnTo>
                  <a:lnTo>
                    <a:pt x="3321021" y="2296548"/>
                  </a:lnTo>
                  <a:lnTo>
                    <a:pt x="3321021" y="2291268"/>
                  </a:lnTo>
                  <a:lnTo>
                    <a:pt x="3321147" y="2291268"/>
                  </a:lnTo>
                  <a:lnTo>
                    <a:pt x="3321273" y="2291268"/>
                  </a:lnTo>
                  <a:lnTo>
                    <a:pt x="3321400" y="2291268"/>
                  </a:lnTo>
                  <a:lnTo>
                    <a:pt x="3321526" y="2291268"/>
                  </a:lnTo>
                  <a:lnTo>
                    <a:pt x="3321652" y="2291268"/>
                  </a:lnTo>
                  <a:lnTo>
                    <a:pt x="3321778" y="2291268"/>
                  </a:lnTo>
                  <a:lnTo>
                    <a:pt x="3321904" y="2291268"/>
                  </a:lnTo>
                  <a:lnTo>
                    <a:pt x="3322030" y="2291268"/>
                  </a:lnTo>
                  <a:lnTo>
                    <a:pt x="3322156" y="2291268"/>
                  </a:lnTo>
                  <a:lnTo>
                    <a:pt x="3322282" y="2291268"/>
                  </a:lnTo>
                  <a:lnTo>
                    <a:pt x="3322408" y="2291268"/>
                  </a:lnTo>
                  <a:lnTo>
                    <a:pt x="3322534" y="2291268"/>
                  </a:lnTo>
                  <a:lnTo>
                    <a:pt x="3322660" y="2291268"/>
                  </a:lnTo>
                  <a:lnTo>
                    <a:pt x="3322786" y="2291268"/>
                  </a:lnTo>
                  <a:lnTo>
                    <a:pt x="3322913" y="2291268"/>
                  </a:lnTo>
                  <a:lnTo>
                    <a:pt x="3323039" y="2291268"/>
                  </a:lnTo>
                  <a:lnTo>
                    <a:pt x="3323165" y="2291268"/>
                  </a:lnTo>
                  <a:lnTo>
                    <a:pt x="3323291" y="2291268"/>
                  </a:lnTo>
                  <a:lnTo>
                    <a:pt x="3323417" y="2291268"/>
                  </a:lnTo>
                  <a:lnTo>
                    <a:pt x="3323543" y="2291268"/>
                  </a:lnTo>
                  <a:lnTo>
                    <a:pt x="3323669" y="2291268"/>
                  </a:lnTo>
                  <a:lnTo>
                    <a:pt x="3323795" y="2291268"/>
                  </a:lnTo>
                  <a:lnTo>
                    <a:pt x="3323921" y="2291268"/>
                  </a:lnTo>
                  <a:lnTo>
                    <a:pt x="3324047" y="2291268"/>
                  </a:lnTo>
                  <a:lnTo>
                    <a:pt x="3324173" y="2291268"/>
                  </a:lnTo>
                  <a:lnTo>
                    <a:pt x="3324300" y="2291268"/>
                  </a:lnTo>
                  <a:lnTo>
                    <a:pt x="3324300" y="2285989"/>
                  </a:lnTo>
                  <a:lnTo>
                    <a:pt x="3324426" y="2285989"/>
                  </a:lnTo>
                  <a:lnTo>
                    <a:pt x="3324552" y="2285989"/>
                  </a:lnTo>
                  <a:lnTo>
                    <a:pt x="3324678" y="2285989"/>
                  </a:lnTo>
                  <a:lnTo>
                    <a:pt x="3324804" y="2285989"/>
                  </a:lnTo>
                  <a:lnTo>
                    <a:pt x="3324930" y="2285989"/>
                  </a:lnTo>
                  <a:lnTo>
                    <a:pt x="3325056" y="2285989"/>
                  </a:lnTo>
                  <a:lnTo>
                    <a:pt x="3325182" y="2285989"/>
                  </a:lnTo>
                  <a:lnTo>
                    <a:pt x="3325308" y="2285989"/>
                  </a:lnTo>
                  <a:lnTo>
                    <a:pt x="3325434" y="2285989"/>
                  </a:lnTo>
                  <a:lnTo>
                    <a:pt x="3325560" y="2285989"/>
                  </a:lnTo>
                  <a:lnTo>
                    <a:pt x="3325686" y="2285989"/>
                  </a:lnTo>
                  <a:lnTo>
                    <a:pt x="3325813" y="2285989"/>
                  </a:lnTo>
                  <a:lnTo>
                    <a:pt x="3325939" y="2285989"/>
                  </a:lnTo>
                  <a:lnTo>
                    <a:pt x="3326065" y="2285989"/>
                  </a:lnTo>
                  <a:lnTo>
                    <a:pt x="3326191" y="2285989"/>
                  </a:lnTo>
                  <a:lnTo>
                    <a:pt x="3326317" y="2285989"/>
                  </a:lnTo>
                  <a:lnTo>
                    <a:pt x="3326443" y="2285989"/>
                  </a:lnTo>
                  <a:lnTo>
                    <a:pt x="3326569" y="2285989"/>
                  </a:lnTo>
                  <a:lnTo>
                    <a:pt x="3326695" y="2285989"/>
                  </a:lnTo>
                  <a:lnTo>
                    <a:pt x="3326821" y="2285989"/>
                  </a:lnTo>
                  <a:lnTo>
                    <a:pt x="3326947" y="2285989"/>
                  </a:lnTo>
                  <a:lnTo>
                    <a:pt x="3327073" y="2285989"/>
                  </a:lnTo>
                  <a:lnTo>
                    <a:pt x="3327200" y="2285989"/>
                  </a:lnTo>
                  <a:lnTo>
                    <a:pt x="3327326" y="2285989"/>
                  </a:lnTo>
                  <a:lnTo>
                    <a:pt x="3327452" y="2285989"/>
                  </a:lnTo>
                  <a:lnTo>
                    <a:pt x="3327578" y="2285989"/>
                  </a:lnTo>
                  <a:lnTo>
                    <a:pt x="3327704" y="2285989"/>
                  </a:lnTo>
                  <a:lnTo>
                    <a:pt x="3327830" y="2285989"/>
                  </a:lnTo>
                  <a:lnTo>
                    <a:pt x="3327956" y="2285989"/>
                  </a:lnTo>
                  <a:lnTo>
                    <a:pt x="3328082" y="2285989"/>
                  </a:lnTo>
                  <a:lnTo>
                    <a:pt x="3328208" y="2285989"/>
                  </a:lnTo>
                  <a:lnTo>
                    <a:pt x="3328334" y="2285989"/>
                  </a:lnTo>
                  <a:lnTo>
                    <a:pt x="3328460" y="2285989"/>
                  </a:lnTo>
                  <a:lnTo>
                    <a:pt x="3328587" y="2285989"/>
                  </a:lnTo>
                  <a:lnTo>
                    <a:pt x="3328713" y="2285989"/>
                  </a:lnTo>
                  <a:lnTo>
                    <a:pt x="3328839" y="2285989"/>
                  </a:lnTo>
                  <a:lnTo>
                    <a:pt x="3328965" y="2285989"/>
                  </a:lnTo>
                  <a:lnTo>
                    <a:pt x="3329091" y="2285989"/>
                  </a:lnTo>
                  <a:lnTo>
                    <a:pt x="3329217" y="2285989"/>
                  </a:lnTo>
                  <a:lnTo>
                    <a:pt x="3329343" y="2285989"/>
                  </a:lnTo>
                  <a:lnTo>
                    <a:pt x="3329469" y="2285989"/>
                  </a:lnTo>
                  <a:lnTo>
                    <a:pt x="3329595" y="2285989"/>
                  </a:lnTo>
                  <a:lnTo>
                    <a:pt x="3329721" y="2285989"/>
                  </a:lnTo>
                  <a:lnTo>
                    <a:pt x="3329721" y="2280710"/>
                  </a:lnTo>
                  <a:lnTo>
                    <a:pt x="3329847" y="2280710"/>
                  </a:lnTo>
                  <a:lnTo>
                    <a:pt x="3329973" y="2280710"/>
                  </a:lnTo>
                  <a:lnTo>
                    <a:pt x="3330100" y="2280710"/>
                  </a:lnTo>
                  <a:lnTo>
                    <a:pt x="3330226" y="2280710"/>
                  </a:lnTo>
                  <a:lnTo>
                    <a:pt x="3330352" y="2280710"/>
                  </a:lnTo>
                  <a:lnTo>
                    <a:pt x="3330478" y="2280710"/>
                  </a:lnTo>
                  <a:lnTo>
                    <a:pt x="3330604" y="2280710"/>
                  </a:lnTo>
                  <a:lnTo>
                    <a:pt x="3330730" y="2280710"/>
                  </a:lnTo>
                  <a:lnTo>
                    <a:pt x="3330856" y="2280710"/>
                  </a:lnTo>
                  <a:lnTo>
                    <a:pt x="3330982" y="2280710"/>
                  </a:lnTo>
                  <a:lnTo>
                    <a:pt x="3331108" y="2280710"/>
                  </a:lnTo>
                  <a:lnTo>
                    <a:pt x="3331234" y="2280710"/>
                  </a:lnTo>
                  <a:lnTo>
                    <a:pt x="3331360" y="2280710"/>
                  </a:lnTo>
                  <a:lnTo>
                    <a:pt x="3331487" y="2280710"/>
                  </a:lnTo>
                  <a:lnTo>
                    <a:pt x="3331613" y="2280710"/>
                  </a:lnTo>
                  <a:lnTo>
                    <a:pt x="3331739" y="2280710"/>
                  </a:lnTo>
                  <a:lnTo>
                    <a:pt x="3331865" y="2280710"/>
                  </a:lnTo>
                  <a:lnTo>
                    <a:pt x="3331991" y="2280710"/>
                  </a:lnTo>
                  <a:lnTo>
                    <a:pt x="3332117" y="2280710"/>
                  </a:lnTo>
                  <a:lnTo>
                    <a:pt x="3332243" y="2280710"/>
                  </a:lnTo>
                  <a:lnTo>
                    <a:pt x="3332369" y="2280710"/>
                  </a:lnTo>
                  <a:lnTo>
                    <a:pt x="3332495" y="2280710"/>
                  </a:lnTo>
                  <a:lnTo>
                    <a:pt x="3332621" y="2280710"/>
                  </a:lnTo>
                  <a:lnTo>
                    <a:pt x="3332747" y="2280710"/>
                  </a:lnTo>
                  <a:lnTo>
                    <a:pt x="3332873" y="2280710"/>
                  </a:lnTo>
                  <a:lnTo>
                    <a:pt x="3333000" y="2280710"/>
                  </a:lnTo>
                  <a:lnTo>
                    <a:pt x="3333126" y="2280710"/>
                  </a:lnTo>
                  <a:lnTo>
                    <a:pt x="3333252" y="2280710"/>
                  </a:lnTo>
                  <a:lnTo>
                    <a:pt x="3333378" y="2280710"/>
                  </a:lnTo>
                  <a:lnTo>
                    <a:pt x="3333504" y="2280710"/>
                  </a:lnTo>
                  <a:lnTo>
                    <a:pt x="3333630" y="2280710"/>
                  </a:lnTo>
                  <a:lnTo>
                    <a:pt x="3333756" y="2280710"/>
                  </a:lnTo>
                  <a:lnTo>
                    <a:pt x="3333882" y="2280710"/>
                  </a:lnTo>
                  <a:lnTo>
                    <a:pt x="3334008" y="2280710"/>
                  </a:lnTo>
                  <a:lnTo>
                    <a:pt x="3334134" y="2280710"/>
                  </a:lnTo>
                  <a:lnTo>
                    <a:pt x="3334260" y="2280710"/>
                  </a:lnTo>
                  <a:lnTo>
                    <a:pt x="3334387" y="2280710"/>
                  </a:lnTo>
                  <a:lnTo>
                    <a:pt x="3334513" y="2280710"/>
                  </a:lnTo>
                  <a:lnTo>
                    <a:pt x="3334639" y="2280710"/>
                  </a:lnTo>
                  <a:lnTo>
                    <a:pt x="3334765" y="2280710"/>
                  </a:lnTo>
                  <a:lnTo>
                    <a:pt x="3334891" y="2280710"/>
                  </a:lnTo>
                  <a:lnTo>
                    <a:pt x="3335017" y="2280710"/>
                  </a:lnTo>
                  <a:lnTo>
                    <a:pt x="3335143" y="2280710"/>
                  </a:lnTo>
                  <a:lnTo>
                    <a:pt x="3335269" y="2280710"/>
                  </a:lnTo>
                  <a:lnTo>
                    <a:pt x="3335395" y="2280710"/>
                  </a:lnTo>
                  <a:lnTo>
                    <a:pt x="3335521" y="2280710"/>
                  </a:lnTo>
                  <a:lnTo>
                    <a:pt x="3335647" y="2280710"/>
                  </a:lnTo>
                  <a:lnTo>
                    <a:pt x="3335774" y="2280710"/>
                  </a:lnTo>
                  <a:lnTo>
                    <a:pt x="3335900" y="2280710"/>
                  </a:lnTo>
                  <a:lnTo>
                    <a:pt x="3336026" y="2280710"/>
                  </a:lnTo>
                  <a:lnTo>
                    <a:pt x="3336152" y="2280710"/>
                  </a:lnTo>
                  <a:lnTo>
                    <a:pt x="3336278" y="2280710"/>
                  </a:lnTo>
                  <a:lnTo>
                    <a:pt x="3336404" y="2280710"/>
                  </a:lnTo>
                  <a:lnTo>
                    <a:pt x="3336530" y="2280710"/>
                  </a:lnTo>
                  <a:lnTo>
                    <a:pt x="3336656" y="2280710"/>
                  </a:lnTo>
                  <a:lnTo>
                    <a:pt x="3336782" y="2280710"/>
                  </a:lnTo>
                  <a:lnTo>
                    <a:pt x="3336908" y="2280710"/>
                  </a:lnTo>
                  <a:lnTo>
                    <a:pt x="3337034" y="2280710"/>
                  </a:lnTo>
                  <a:lnTo>
                    <a:pt x="3337160" y="2280710"/>
                  </a:lnTo>
                  <a:lnTo>
                    <a:pt x="3337287" y="2280710"/>
                  </a:lnTo>
                  <a:lnTo>
                    <a:pt x="3337413" y="2280710"/>
                  </a:lnTo>
                  <a:lnTo>
                    <a:pt x="3337539" y="2280710"/>
                  </a:lnTo>
                  <a:lnTo>
                    <a:pt x="3337665" y="2280710"/>
                  </a:lnTo>
                  <a:lnTo>
                    <a:pt x="3337791" y="2280710"/>
                  </a:lnTo>
                  <a:lnTo>
                    <a:pt x="3337917" y="2280710"/>
                  </a:lnTo>
                  <a:lnTo>
                    <a:pt x="3338043" y="2280710"/>
                  </a:lnTo>
                  <a:lnTo>
                    <a:pt x="3338169" y="2280710"/>
                  </a:lnTo>
                  <a:lnTo>
                    <a:pt x="3338295" y="2280710"/>
                  </a:lnTo>
                  <a:lnTo>
                    <a:pt x="3338421" y="2280710"/>
                  </a:lnTo>
                  <a:lnTo>
                    <a:pt x="3338547" y="2280710"/>
                  </a:lnTo>
                  <a:lnTo>
                    <a:pt x="3338674" y="2280710"/>
                  </a:lnTo>
                  <a:lnTo>
                    <a:pt x="3338800" y="2280710"/>
                  </a:lnTo>
                  <a:lnTo>
                    <a:pt x="3338926" y="2280710"/>
                  </a:lnTo>
                  <a:lnTo>
                    <a:pt x="3339052" y="2280710"/>
                  </a:lnTo>
                  <a:lnTo>
                    <a:pt x="3339178" y="2280710"/>
                  </a:lnTo>
                  <a:lnTo>
                    <a:pt x="3339304" y="2280710"/>
                  </a:lnTo>
                  <a:lnTo>
                    <a:pt x="3339430" y="2280710"/>
                  </a:lnTo>
                  <a:lnTo>
                    <a:pt x="3339556" y="2280710"/>
                  </a:lnTo>
                  <a:lnTo>
                    <a:pt x="3339682" y="2280710"/>
                  </a:lnTo>
                  <a:lnTo>
                    <a:pt x="3339808" y="2280710"/>
                  </a:lnTo>
                  <a:lnTo>
                    <a:pt x="3339934" y="2280710"/>
                  </a:lnTo>
                  <a:lnTo>
                    <a:pt x="3340060" y="2280710"/>
                  </a:lnTo>
                  <a:lnTo>
                    <a:pt x="3340187" y="2280710"/>
                  </a:lnTo>
                  <a:lnTo>
                    <a:pt x="3340313" y="2280710"/>
                  </a:lnTo>
                  <a:lnTo>
                    <a:pt x="3340439" y="2280710"/>
                  </a:lnTo>
                  <a:lnTo>
                    <a:pt x="3340565" y="2280710"/>
                  </a:lnTo>
                  <a:lnTo>
                    <a:pt x="3340691" y="2280710"/>
                  </a:lnTo>
                  <a:lnTo>
                    <a:pt x="3340817" y="2280710"/>
                  </a:lnTo>
                  <a:lnTo>
                    <a:pt x="3340943" y="2280710"/>
                  </a:lnTo>
                  <a:lnTo>
                    <a:pt x="3341069" y="2280710"/>
                  </a:lnTo>
                  <a:lnTo>
                    <a:pt x="3341195" y="2280710"/>
                  </a:lnTo>
                  <a:lnTo>
                    <a:pt x="3341321" y="2280710"/>
                  </a:lnTo>
                  <a:lnTo>
                    <a:pt x="3341447" y="2280710"/>
                  </a:lnTo>
                  <a:lnTo>
                    <a:pt x="3341574" y="2280710"/>
                  </a:lnTo>
                  <a:lnTo>
                    <a:pt x="3341700" y="2280710"/>
                  </a:lnTo>
                  <a:lnTo>
                    <a:pt x="3341826" y="2280710"/>
                  </a:lnTo>
                  <a:lnTo>
                    <a:pt x="3341952" y="2280710"/>
                  </a:lnTo>
                  <a:lnTo>
                    <a:pt x="3342078" y="2280710"/>
                  </a:lnTo>
                  <a:lnTo>
                    <a:pt x="3342204" y="2280710"/>
                  </a:lnTo>
                  <a:lnTo>
                    <a:pt x="3342330" y="2280710"/>
                  </a:lnTo>
                  <a:lnTo>
                    <a:pt x="3342456" y="2280710"/>
                  </a:lnTo>
                  <a:lnTo>
                    <a:pt x="3342582" y="2280710"/>
                  </a:lnTo>
                  <a:lnTo>
                    <a:pt x="3342708" y="2280710"/>
                  </a:lnTo>
                  <a:lnTo>
                    <a:pt x="3342834" y="2280710"/>
                  </a:lnTo>
                  <a:lnTo>
                    <a:pt x="3342960" y="2280710"/>
                  </a:lnTo>
                  <a:lnTo>
                    <a:pt x="3343087" y="2280710"/>
                  </a:lnTo>
                  <a:lnTo>
                    <a:pt x="3343213" y="2280710"/>
                  </a:lnTo>
                  <a:lnTo>
                    <a:pt x="3343339" y="2280710"/>
                  </a:lnTo>
                  <a:lnTo>
                    <a:pt x="3343465" y="2280710"/>
                  </a:lnTo>
                  <a:lnTo>
                    <a:pt x="3343591" y="2280710"/>
                  </a:lnTo>
                  <a:lnTo>
                    <a:pt x="3343717" y="2280710"/>
                  </a:lnTo>
                  <a:lnTo>
                    <a:pt x="3343843" y="2280710"/>
                  </a:lnTo>
                  <a:lnTo>
                    <a:pt x="3343969" y="2280710"/>
                  </a:lnTo>
                  <a:lnTo>
                    <a:pt x="3344095" y="2280710"/>
                  </a:lnTo>
                  <a:lnTo>
                    <a:pt x="3344095" y="2275430"/>
                  </a:lnTo>
                  <a:lnTo>
                    <a:pt x="3344221" y="2275430"/>
                  </a:lnTo>
                  <a:lnTo>
                    <a:pt x="3344347" y="2275430"/>
                  </a:lnTo>
                  <a:lnTo>
                    <a:pt x="3344474" y="2275430"/>
                  </a:lnTo>
                  <a:lnTo>
                    <a:pt x="3344600" y="2275430"/>
                  </a:lnTo>
                  <a:lnTo>
                    <a:pt x="3344726" y="2275430"/>
                  </a:lnTo>
                  <a:lnTo>
                    <a:pt x="3344852" y="2275430"/>
                  </a:lnTo>
                  <a:lnTo>
                    <a:pt x="3344978" y="2275430"/>
                  </a:lnTo>
                  <a:lnTo>
                    <a:pt x="3345104" y="2275430"/>
                  </a:lnTo>
                  <a:lnTo>
                    <a:pt x="3345230" y="2275430"/>
                  </a:lnTo>
                  <a:lnTo>
                    <a:pt x="3345356" y="2275430"/>
                  </a:lnTo>
                  <a:lnTo>
                    <a:pt x="3345482" y="2275430"/>
                  </a:lnTo>
                  <a:lnTo>
                    <a:pt x="3345608" y="2275430"/>
                  </a:lnTo>
                  <a:lnTo>
                    <a:pt x="3345734" y="2275430"/>
                  </a:lnTo>
                  <a:lnTo>
                    <a:pt x="3345861" y="2275430"/>
                  </a:lnTo>
                  <a:lnTo>
                    <a:pt x="3345987" y="2275430"/>
                  </a:lnTo>
                  <a:lnTo>
                    <a:pt x="3346113" y="2275430"/>
                  </a:lnTo>
                  <a:lnTo>
                    <a:pt x="3346239" y="2275430"/>
                  </a:lnTo>
                  <a:lnTo>
                    <a:pt x="3346365" y="2275430"/>
                  </a:lnTo>
                  <a:lnTo>
                    <a:pt x="3346491" y="2275430"/>
                  </a:lnTo>
                  <a:lnTo>
                    <a:pt x="3346617" y="2275430"/>
                  </a:lnTo>
                  <a:lnTo>
                    <a:pt x="3346743" y="2275430"/>
                  </a:lnTo>
                  <a:lnTo>
                    <a:pt x="3346869" y="2275430"/>
                  </a:lnTo>
                  <a:lnTo>
                    <a:pt x="3346995" y="2275430"/>
                  </a:lnTo>
                  <a:lnTo>
                    <a:pt x="3347121" y="2275430"/>
                  </a:lnTo>
                  <a:lnTo>
                    <a:pt x="3347247" y="2275430"/>
                  </a:lnTo>
                  <a:lnTo>
                    <a:pt x="3347374" y="2275430"/>
                  </a:lnTo>
                  <a:lnTo>
                    <a:pt x="3347500" y="2275430"/>
                  </a:lnTo>
                  <a:lnTo>
                    <a:pt x="3347626" y="2275430"/>
                  </a:lnTo>
                  <a:lnTo>
                    <a:pt x="3347752" y="2275430"/>
                  </a:lnTo>
                  <a:lnTo>
                    <a:pt x="3347878" y="2275430"/>
                  </a:lnTo>
                  <a:lnTo>
                    <a:pt x="3348004" y="2275430"/>
                  </a:lnTo>
                  <a:lnTo>
                    <a:pt x="3348130" y="2275430"/>
                  </a:lnTo>
                  <a:lnTo>
                    <a:pt x="3348256" y="2275430"/>
                  </a:lnTo>
                  <a:lnTo>
                    <a:pt x="3348382" y="2275430"/>
                  </a:lnTo>
                  <a:lnTo>
                    <a:pt x="3348508" y="2275430"/>
                  </a:lnTo>
                  <a:lnTo>
                    <a:pt x="3348634" y="2275430"/>
                  </a:lnTo>
                  <a:lnTo>
                    <a:pt x="3348761" y="2275430"/>
                  </a:lnTo>
                  <a:lnTo>
                    <a:pt x="3348887" y="2275430"/>
                  </a:lnTo>
                  <a:lnTo>
                    <a:pt x="3349013" y="2275430"/>
                  </a:lnTo>
                  <a:lnTo>
                    <a:pt x="3349139" y="2275430"/>
                  </a:lnTo>
                  <a:lnTo>
                    <a:pt x="3349265" y="2275430"/>
                  </a:lnTo>
                  <a:lnTo>
                    <a:pt x="3349391" y="2275430"/>
                  </a:lnTo>
                  <a:lnTo>
                    <a:pt x="3349517" y="2275430"/>
                  </a:lnTo>
                  <a:lnTo>
                    <a:pt x="3349643" y="2275430"/>
                  </a:lnTo>
                  <a:lnTo>
                    <a:pt x="3349769" y="2275430"/>
                  </a:lnTo>
                  <a:lnTo>
                    <a:pt x="3349895" y="2275430"/>
                  </a:lnTo>
                  <a:lnTo>
                    <a:pt x="3350021" y="2275430"/>
                  </a:lnTo>
                  <a:lnTo>
                    <a:pt x="3350147" y="2275430"/>
                  </a:lnTo>
                  <a:lnTo>
                    <a:pt x="3350274" y="2275430"/>
                  </a:lnTo>
                  <a:lnTo>
                    <a:pt x="3350400" y="2275430"/>
                  </a:lnTo>
                  <a:lnTo>
                    <a:pt x="3350526" y="2275430"/>
                  </a:lnTo>
                  <a:lnTo>
                    <a:pt x="3350652" y="2275430"/>
                  </a:lnTo>
                  <a:lnTo>
                    <a:pt x="3350778" y="2275430"/>
                  </a:lnTo>
                  <a:lnTo>
                    <a:pt x="3350904" y="2275430"/>
                  </a:lnTo>
                  <a:lnTo>
                    <a:pt x="3351030" y="2275430"/>
                  </a:lnTo>
                  <a:lnTo>
                    <a:pt x="3351156" y="2275430"/>
                  </a:lnTo>
                  <a:lnTo>
                    <a:pt x="3351282" y="2275430"/>
                  </a:lnTo>
                  <a:lnTo>
                    <a:pt x="3351408" y="2275430"/>
                  </a:lnTo>
                  <a:lnTo>
                    <a:pt x="3351534" y="2275430"/>
                  </a:lnTo>
                  <a:lnTo>
                    <a:pt x="3351661" y="2275430"/>
                  </a:lnTo>
                  <a:lnTo>
                    <a:pt x="3351787" y="2275430"/>
                  </a:lnTo>
                  <a:lnTo>
                    <a:pt x="3351913" y="2275430"/>
                  </a:lnTo>
                  <a:lnTo>
                    <a:pt x="3352039" y="2275430"/>
                  </a:lnTo>
                  <a:lnTo>
                    <a:pt x="3352165" y="2275430"/>
                  </a:lnTo>
                  <a:lnTo>
                    <a:pt x="3352291" y="2275430"/>
                  </a:lnTo>
                  <a:lnTo>
                    <a:pt x="3352417" y="2275430"/>
                  </a:lnTo>
                  <a:lnTo>
                    <a:pt x="3352543" y="2275430"/>
                  </a:lnTo>
                  <a:lnTo>
                    <a:pt x="3352669" y="2275430"/>
                  </a:lnTo>
                  <a:lnTo>
                    <a:pt x="3352795" y="2275430"/>
                  </a:lnTo>
                  <a:lnTo>
                    <a:pt x="3352921" y="2275430"/>
                  </a:lnTo>
                  <a:lnTo>
                    <a:pt x="3353048" y="2275430"/>
                  </a:lnTo>
                  <a:lnTo>
                    <a:pt x="3353174" y="2275430"/>
                  </a:lnTo>
                  <a:lnTo>
                    <a:pt x="3353300" y="2275430"/>
                  </a:lnTo>
                  <a:lnTo>
                    <a:pt x="3353426" y="2275430"/>
                  </a:lnTo>
                  <a:lnTo>
                    <a:pt x="3353552" y="2275430"/>
                  </a:lnTo>
                  <a:lnTo>
                    <a:pt x="3353678" y="2275430"/>
                  </a:lnTo>
                  <a:lnTo>
                    <a:pt x="3353804" y="2275430"/>
                  </a:lnTo>
                  <a:lnTo>
                    <a:pt x="3353930" y="2275430"/>
                  </a:lnTo>
                  <a:lnTo>
                    <a:pt x="3354056" y="2275430"/>
                  </a:lnTo>
                  <a:lnTo>
                    <a:pt x="3354182" y="2275430"/>
                  </a:lnTo>
                  <a:lnTo>
                    <a:pt x="3354308" y="2275430"/>
                  </a:lnTo>
                  <a:lnTo>
                    <a:pt x="3354434" y="2275430"/>
                  </a:lnTo>
                  <a:lnTo>
                    <a:pt x="3354561" y="2275430"/>
                  </a:lnTo>
                  <a:lnTo>
                    <a:pt x="3354687" y="2275430"/>
                  </a:lnTo>
                  <a:lnTo>
                    <a:pt x="3354813" y="2275430"/>
                  </a:lnTo>
                  <a:lnTo>
                    <a:pt x="3354939" y="2275430"/>
                  </a:lnTo>
                  <a:lnTo>
                    <a:pt x="3355065" y="2275430"/>
                  </a:lnTo>
                  <a:lnTo>
                    <a:pt x="3355191" y="2275430"/>
                  </a:lnTo>
                  <a:lnTo>
                    <a:pt x="3355317" y="2275430"/>
                  </a:lnTo>
                  <a:lnTo>
                    <a:pt x="3355443" y="2275430"/>
                  </a:lnTo>
                  <a:lnTo>
                    <a:pt x="3355569" y="2275430"/>
                  </a:lnTo>
                  <a:lnTo>
                    <a:pt x="3355695" y="2275430"/>
                  </a:lnTo>
                  <a:lnTo>
                    <a:pt x="3355821" y="2275430"/>
                  </a:lnTo>
                  <a:lnTo>
                    <a:pt x="3355948" y="2275430"/>
                  </a:lnTo>
                  <a:lnTo>
                    <a:pt x="3355948" y="2270151"/>
                  </a:lnTo>
                  <a:lnTo>
                    <a:pt x="3356074" y="2270151"/>
                  </a:lnTo>
                  <a:lnTo>
                    <a:pt x="3356200" y="2270151"/>
                  </a:lnTo>
                  <a:lnTo>
                    <a:pt x="3356326" y="2270151"/>
                  </a:lnTo>
                  <a:lnTo>
                    <a:pt x="3356452" y="2270151"/>
                  </a:lnTo>
                  <a:lnTo>
                    <a:pt x="3356578" y="2270151"/>
                  </a:lnTo>
                  <a:lnTo>
                    <a:pt x="3356704" y="2270151"/>
                  </a:lnTo>
                  <a:lnTo>
                    <a:pt x="3356830" y="2270151"/>
                  </a:lnTo>
                  <a:lnTo>
                    <a:pt x="3356956" y="2270151"/>
                  </a:lnTo>
                  <a:lnTo>
                    <a:pt x="3357082" y="2270151"/>
                  </a:lnTo>
                  <a:lnTo>
                    <a:pt x="3357208" y="2270151"/>
                  </a:lnTo>
                  <a:lnTo>
                    <a:pt x="3357334" y="2270151"/>
                  </a:lnTo>
                  <a:lnTo>
                    <a:pt x="3357461" y="2270151"/>
                  </a:lnTo>
                  <a:lnTo>
                    <a:pt x="3357587" y="2270151"/>
                  </a:lnTo>
                  <a:lnTo>
                    <a:pt x="3357713" y="2270151"/>
                  </a:lnTo>
                  <a:lnTo>
                    <a:pt x="3357839" y="2270151"/>
                  </a:lnTo>
                  <a:lnTo>
                    <a:pt x="3357965" y="2270151"/>
                  </a:lnTo>
                  <a:lnTo>
                    <a:pt x="3358091" y="2270151"/>
                  </a:lnTo>
                  <a:lnTo>
                    <a:pt x="3358217" y="2270151"/>
                  </a:lnTo>
                  <a:lnTo>
                    <a:pt x="3358343" y="2270151"/>
                  </a:lnTo>
                  <a:lnTo>
                    <a:pt x="3358469" y="2270151"/>
                  </a:lnTo>
                  <a:lnTo>
                    <a:pt x="3358595" y="2270151"/>
                  </a:lnTo>
                  <a:lnTo>
                    <a:pt x="3358721" y="2270151"/>
                  </a:lnTo>
                  <a:lnTo>
                    <a:pt x="3358848" y="2270151"/>
                  </a:lnTo>
                  <a:lnTo>
                    <a:pt x="3358974" y="2270151"/>
                  </a:lnTo>
                  <a:lnTo>
                    <a:pt x="3359100" y="2270151"/>
                  </a:lnTo>
                  <a:lnTo>
                    <a:pt x="3359226" y="2270151"/>
                  </a:lnTo>
                  <a:lnTo>
                    <a:pt x="3359352" y="2270151"/>
                  </a:lnTo>
                  <a:lnTo>
                    <a:pt x="3359478" y="2270151"/>
                  </a:lnTo>
                  <a:lnTo>
                    <a:pt x="3359604" y="2270151"/>
                  </a:lnTo>
                  <a:lnTo>
                    <a:pt x="3359730" y="2270151"/>
                  </a:lnTo>
                  <a:lnTo>
                    <a:pt x="3359856" y="2270151"/>
                  </a:lnTo>
                  <a:lnTo>
                    <a:pt x="3359982" y="2270151"/>
                  </a:lnTo>
                  <a:lnTo>
                    <a:pt x="3360108" y="2270151"/>
                  </a:lnTo>
                  <a:lnTo>
                    <a:pt x="3360234" y="2270151"/>
                  </a:lnTo>
                  <a:lnTo>
                    <a:pt x="3360361" y="2270151"/>
                  </a:lnTo>
                  <a:lnTo>
                    <a:pt x="3360487" y="2270151"/>
                  </a:lnTo>
                  <a:lnTo>
                    <a:pt x="3360613" y="2270151"/>
                  </a:lnTo>
                  <a:lnTo>
                    <a:pt x="3360739" y="2270151"/>
                  </a:lnTo>
                  <a:lnTo>
                    <a:pt x="3360865" y="2270151"/>
                  </a:lnTo>
                  <a:lnTo>
                    <a:pt x="3360991" y="2270151"/>
                  </a:lnTo>
                  <a:lnTo>
                    <a:pt x="3361117" y="2270151"/>
                  </a:lnTo>
                  <a:lnTo>
                    <a:pt x="3361243" y="2270151"/>
                  </a:lnTo>
                  <a:lnTo>
                    <a:pt x="3361369" y="2270151"/>
                  </a:lnTo>
                  <a:lnTo>
                    <a:pt x="3361495" y="2270151"/>
                  </a:lnTo>
                  <a:lnTo>
                    <a:pt x="3361621" y="2270151"/>
                  </a:lnTo>
                  <a:lnTo>
                    <a:pt x="3361748" y="2270151"/>
                  </a:lnTo>
                  <a:lnTo>
                    <a:pt x="3361874" y="2270151"/>
                  </a:lnTo>
                  <a:lnTo>
                    <a:pt x="3362000" y="2270151"/>
                  </a:lnTo>
                  <a:lnTo>
                    <a:pt x="3362126" y="2270151"/>
                  </a:lnTo>
                  <a:lnTo>
                    <a:pt x="3362252" y="2270151"/>
                  </a:lnTo>
                  <a:lnTo>
                    <a:pt x="3362378" y="2270151"/>
                  </a:lnTo>
                  <a:lnTo>
                    <a:pt x="3362504" y="2270151"/>
                  </a:lnTo>
                  <a:lnTo>
                    <a:pt x="3362630" y="2270151"/>
                  </a:lnTo>
                  <a:lnTo>
                    <a:pt x="3362756" y="2270151"/>
                  </a:lnTo>
                  <a:lnTo>
                    <a:pt x="3362756" y="2264871"/>
                  </a:lnTo>
                  <a:lnTo>
                    <a:pt x="3362882" y="2264871"/>
                  </a:lnTo>
                  <a:lnTo>
                    <a:pt x="3363008" y="2264871"/>
                  </a:lnTo>
                  <a:lnTo>
                    <a:pt x="3363135" y="2264871"/>
                  </a:lnTo>
                  <a:lnTo>
                    <a:pt x="3363261" y="2264871"/>
                  </a:lnTo>
                  <a:lnTo>
                    <a:pt x="3363387" y="2264871"/>
                  </a:lnTo>
                  <a:lnTo>
                    <a:pt x="3363513" y="2264871"/>
                  </a:lnTo>
                  <a:lnTo>
                    <a:pt x="3363639" y="2264871"/>
                  </a:lnTo>
                  <a:lnTo>
                    <a:pt x="3363765" y="2264871"/>
                  </a:lnTo>
                  <a:lnTo>
                    <a:pt x="3363891" y="2264871"/>
                  </a:lnTo>
                  <a:lnTo>
                    <a:pt x="3364017" y="2264871"/>
                  </a:lnTo>
                  <a:lnTo>
                    <a:pt x="3364143" y="2264871"/>
                  </a:lnTo>
                  <a:lnTo>
                    <a:pt x="3364143" y="2259592"/>
                  </a:lnTo>
                  <a:lnTo>
                    <a:pt x="3364269" y="2259592"/>
                  </a:lnTo>
                  <a:lnTo>
                    <a:pt x="3364395" y="2259592"/>
                  </a:lnTo>
                  <a:lnTo>
                    <a:pt x="3364521" y="2259592"/>
                  </a:lnTo>
                  <a:lnTo>
                    <a:pt x="3364648" y="2259592"/>
                  </a:lnTo>
                  <a:lnTo>
                    <a:pt x="3364774" y="2259592"/>
                  </a:lnTo>
                  <a:lnTo>
                    <a:pt x="3364774" y="2254312"/>
                  </a:lnTo>
                  <a:lnTo>
                    <a:pt x="3364900" y="2254312"/>
                  </a:lnTo>
                  <a:lnTo>
                    <a:pt x="3365026" y="2254312"/>
                  </a:lnTo>
                  <a:lnTo>
                    <a:pt x="3365152" y="2254312"/>
                  </a:lnTo>
                  <a:lnTo>
                    <a:pt x="3365278" y="2254312"/>
                  </a:lnTo>
                  <a:lnTo>
                    <a:pt x="3365404" y="2254312"/>
                  </a:lnTo>
                  <a:lnTo>
                    <a:pt x="3365530" y="2254312"/>
                  </a:lnTo>
                  <a:lnTo>
                    <a:pt x="3365656" y="2254312"/>
                  </a:lnTo>
                  <a:lnTo>
                    <a:pt x="3365782" y="2254312"/>
                  </a:lnTo>
                  <a:lnTo>
                    <a:pt x="3365908" y="2254312"/>
                  </a:lnTo>
                  <a:lnTo>
                    <a:pt x="3366035" y="2254312"/>
                  </a:lnTo>
                  <a:lnTo>
                    <a:pt x="3366161" y="2254312"/>
                  </a:lnTo>
                  <a:lnTo>
                    <a:pt x="3366161" y="2249033"/>
                  </a:lnTo>
                  <a:lnTo>
                    <a:pt x="3366287" y="2249033"/>
                  </a:lnTo>
                  <a:lnTo>
                    <a:pt x="3366413" y="2249033"/>
                  </a:lnTo>
                  <a:lnTo>
                    <a:pt x="3366413" y="2243754"/>
                  </a:lnTo>
                  <a:lnTo>
                    <a:pt x="3366539" y="2243754"/>
                  </a:lnTo>
                  <a:lnTo>
                    <a:pt x="3366665" y="2243754"/>
                  </a:lnTo>
                  <a:lnTo>
                    <a:pt x="3366791" y="2243754"/>
                  </a:lnTo>
                  <a:lnTo>
                    <a:pt x="3366917" y="2243754"/>
                  </a:lnTo>
                  <a:lnTo>
                    <a:pt x="3367043" y="2243754"/>
                  </a:lnTo>
                  <a:lnTo>
                    <a:pt x="3367169" y="2243754"/>
                  </a:lnTo>
                  <a:lnTo>
                    <a:pt x="3367295" y="2243754"/>
                  </a:lnTo>
                  <a:lnTo>
                    <a:pt x="3367421" y="2243754"/>
                  </a:lnTo>
                  <a:lnTo>
                    <a:pt x="3367548" y="2243754"/>
                  </a:lnTo>
                  <a:lnTo>
                    <a:pt x="3367674" y="2243754"/>
                  </a:lnTo>
                  <a:lnTo>
                    <a:pt x="3367800" y="2243754"/>
                  </a:lnTo>
                  <a:lnTo>
                    <a:pt x="3367926" y="2243754"/>
                  </a:lnTo>
                  <a:lnTo>
                    <a:pt x="3368052" y="2243754"/>
                  </a:lnTo>
                  <a:lnTo>
                    <a:pt x="3368178" y="2243754"/>
                  </a:lnTo>
                  <a:lnTo>
                    <a:pt x="3368304" y="2243754"/>
                  </a:lnTo>
                  <a:lnTo>
                    <a:pt x="3368430" y="2243754"/>
                  </a:lnTo>
                  <a:lnTo>
                    <a:pt x="3368556" y="2243754"/>
                  </a:lnTo>
                  <a:lnTo>
                    <a:pt x="3368682" y="2243754"/>
                  </a:lnTo>
                  <a:lnTo>
                    <a:pt x="3368808" y="2243754"/>
                  </a:lnTo>
                  <a:lnTo>
                    <a:pt x="3368935" y="2243754"/>
                  </a:lnTo>
                  <a:lnTo>
                    <a:pt x="3369061" y="2243754"/>
                  </a:lnTo>
                  <a:lnTo>
                    <a:pt x="3369187" y="2243754"/>
                  </a:lnTo>
                  <a:lnTo>
                    <a:pt x="3369313" y="2243754"/>
                  </a:lnTo>
                  <a:lnTo>
                    <a:pt x="3369439" y="2243754"/>
                  </a:lnTo>
                  <a:lnTo>
                    <a:pt x="3369565" y="2243754"/>
                  </a:lnTo>
                  <a:lnTo>
                    <a:pt x="3369691" y="2243754"/>
                  </a:lnTo>
                  <a:lnTo>
                    <a:pt x="3369691" y="2238474"/>
                  </a:lnTo>
                  <a:lnTo>
                    <a:pt x="3369817" y="2238474"/>
                  </a:lnTo>
                  <a:lnTo>
                    <a:pt x="3369943" y="2238474"/>
                  </a:lnTo>
                  <a:lnTo>
                    <a:pt x="3370069" y="2238474"/>
                  </a:lnTo>
                  <a:lnTo>
                    <a:pt x="3370195" y="2238474"/>
                  </a:lnTo>
                  <a:lnTo>
                    <a:pt x="3370322" y="2238474"/>
                  </a:lnTo>
                  <a:lnTo>
                    <a:pt x="3370448" y="2238474"/>
                  </a:lnTo>
                  <a:lnTo>
                    <a:pt x="3370574" y="2238474"/>
                  </a:lnTo>
                  <a:lnTo>
                    <a:pt x="3370700" y="2238474"/>
                  </a:lnTo>
                  <a:lnTo>
                    <a:pt x="3370826" y="2238474"/>
                  </a:lnTo>
                  <a:lnTo>
                    <a:pt x="3370952" y="2238474"/>
                  </a:lnTo>
                  <a:lnTo>
                    <a:pt x="3371078" y="2238474"/>
                  </a:lnTo>
                  <a:lnTo>
                    <a:pt x="3371204" y="2238474"/>
                  </a:lnTo>
                  <a:lnTo>
                    <a:pt x="3371330" y="2238474"/>
                  </a:lnTo>
                  <a:lnTo>
                    <a:pt x="3371456" y="2238474"/>
                  </a:lnTo>
                  <a:lnTo>
                    <a:pt x="3371582" y="2238474"/>
                  </a:lnTo>
                  <a:lnTo>
                    <a:pt x="3371708" y="2238474"/>
                  </a:lnTo>
                  <a:lnTo>
                    <a:pt x="3371835" y="2238474"/>
                  </a:lnTo>
                  <a:lnTo>
                    <a:pt x="3371961" y="2238474"/>
                  </a:lnTo>
                  <a:lnTo>
                    <a:pt x="3372087" y="2238474"/>
                  </a:lnTo>
                  <a:lnTo>
                    <a:pt x="3372213" y="2238474"/>
                  </a:lnTo>
                  <a:lnTo>
                    <a:pt x="3372339" y="2238474"/>
                  </a:lnTo>
                  <a:lnTo>
                    <a:pt x="3372465" y="2238474"/>
                  </a:lnTo>
                  <a:lnTo>
                    <a:pt x="3372591" y="2238474"/>
                  </a:lnTo>
                  <a:lnTo>
                    <a:pt x="3372717" y="2238474"/>
                  </a:lnTo>
                  <a:lnTo>
                    <a:pt x="3372843" y="2238474"/>
                  </a:lnTo>
                  <a:lnTo>
                    <a:pt x="3372969" y="2238474"/>
                  </a:lnTo>
                  <a:lnTo>
                    <a:pt x="3373095" y="2238474"/>
                  </a:lnTo>
                  <a:lnTo>
                    <a:pt x="3373222" y="2238474"/>
                  </a:lnTo>
                  <a:lnTo>
                    <a:pt x="3373348" y="2238474"/>
                  </a:lnTo>
                  <a:lnTo>
                    <a:pt x="3373474" y="2238474"/>
                  </a:lnTo>
                  <a:lnTo>
                    <a:pt x="3373600" y="2238474"/>
                  </a:lnTo>
                  <a:lnTo>
                    <a:pt x="3373726" y="2238474"/>
                  </a:lnTo>
                  <a:lnTo>
                    <a:pt x="3373852" y="2238474"/>
                  </a:lnTo>
                  <a:lnTo>
                    <a:pt x="3373852" y="2233195"/>
                  </a:lnTo>
                  <a:lnTo>
                    <a:pt x="3373978" y="2233195"/>
                  </a:lnTo>
                  <a:lnTo>
                    <a:pt x="3374104" y="2233195"/>
                  </a:lnTo>
                  <a:lnTo>
                    <a:pt x="3374230" y="2233195"/>
                  </a:lnTo>
                  <a:lnTo>
                    <a:pt x="3374356" y="2233195"/>
                  </a:lnTo>
                  <a:lnTo>
                    <a:pt x="3374482" y="2233195"/>
                  </a:lnTo>
                  <a:lnTo>
                    <a:pt x="3374608" y="2233195"/>
                  </a:lnTo>
                  <a:lnTo>
                    <a:pt x="3374735" y="2233195"/>
                  </a:lnTo>
                  <a:lnTo>
                    <a:pt x="3374861" y="2233195"/>
                  </a:lnTo>
                  <a:lnTo>
                    <a:pt x="3374987" y="2233195"/>
                  </a:lnTo>
                  <a:lnTo>
                    <a:pt x="3375113" y="2233195"/>
                  </a:lnTo>
                  <a:lnTo>
                    <a:pt x="3375239" y="2233195"/>
                  </a:lnTo>
                  <a:lnTo>
                    <a:pt x="3375365" y="2233195"/>
                  </a:lnTo>
                  <a:lnTo>
                    <a:pt x="3375491" y="2233195"/>
                  </a:lnTo>
                  <a:lnTo>
                    <a:pt x="3375617" y="2233195"/>
                  </a:lnTo>
                  <a:lnTo>
                    <a:pt x="3375743" y="2233195"/>
                  </a:lnTo>
                  <a:lnTo>
                    <a:pt x="3375869" y="2233195"/>
                  </a:lnTo>
                  <a:lnTo>
                    <a:pt x="3375995" y="2233195"/>
                  </a:lnTo>
                  <a:lnTo>
                    <a:pt x="3376122" y="2233195"/>
                  </a:lnTo>
                  <a:lnTo>
                    <a:pt x="3376248" y="2233195"/>
                  </a:lnTo>
                  <a:lnTo>
                    <a:pt x="3376374" y="2233195"/>
                  </a:lnTo>
                  <a:lnTo>
                    <a:pt x="3376500" y="2233195"/>
                  </a:lnTo>
                  <a:lnTo>
                    <a:pt x="3376626" y="2233195"/>
                  </a:lnTo>
                  <a:lnTo>
                    <a:pt x="3376752" y="2233195"/>
                  </a:lnTo>
                  <a:lnTo>
                    <a:pt x="3376878" y="2233195"/>
                  </a:lnTo>
                  <a:lnTo>
                    <a:pt x="3377004" y="2233195"/>
                  </a:lnTo>
                  <a:lnTo>
                    <a:pt x="3377130" y="2233195"/>
                  </a:lnTo>
                  <a:lnTo>
                    <a:pt x="3377130" y="2227915"/>
                  </a:lnTo>
                  <a:lnTo>
                    <a:pt x="3377256" y="2227915"/>
                  </a:lnTo>
                  <a:lnTo>
                    <a:pt x="3377382" y="2227915"/>
                  </a:lnTo>
                  <a:lnTo>
                    <a:pt x="3377509" y="2227915"/>
                  </a:lnTo>
                  <a:lnTo>
                    <a:pt x="3377635" y="2227915"/>
                  </a:lnTo>
                  <a:lnTo>
                    <a:pt x="3377761" y="2227915"/>
                  </a:lnTo>
                  <a:lnTo>
                    <a:pt x="3377887" y="2227915"/>
                  </a:lnTo>
                  <a:lnTo>
                    <a:pt x="3378013" y="2227915"/>
                  </a:lnTo>
                  <a:lnTo>
                    <a:pt x="3378139" y="2227915"/>
                  </a:lnTo>
                  <a:lnTo>
                    <a:pt x="3378265" y="2227915"/>
                  </a:lnTo>
                  <a:lnTo>
                    <a:pt x="3378391" y="2227915"/>
                  </a:lnTo>
                  <a:lnTo>
                    <a:pt x="3378517" y="2227915"/>
                  </a:lnTo>
                  <a:lnTo>
                    <a:pt x="3378643" y="2227915"/>
                  </a:lnTo>
                  <a:lnTo>
                    <a:pt x="3378769" y="2227915"/>
                  </a:lnTo>
                  <a:lnTo>
                    <a:pt x="3378895" y="2227915"/>
                  </a:lnTo>
                  <a:lnTo>
                    <a:pt x="3379022" y="2227915"/>
                  </a:lnTo>
                  <a:lnTo>
                    <a:pt x="3379148" y="2227915"/>
                  </a:lnTo>
                  <a:lnTo>
                    <a:pt x="3379274" y="2227915"/>
                  </a:lnTo>
                  <a:lnTo>
                    <a:pt x="3379400" y="2227915"/>
                  </a:lnTo>
                  <a:lnTo>
                    <a:pt x="3379526" y="2227915"/>
                  </a:lnTo>
                  <a:lnTo>
                    <a:pt x="3379652" y="2227915"/>
                  </a:lnTo>
                  <a:lnTo>
                    <a:pt x="3379778" y="2227915"/>
                  </a:lnTo>
                  <a:lnTo>
                    <a:pt x="3379904" y="2227915"/>
                  </a:lnTo>
                  <a:lnTo>
                    <a:pt x="3380030" y="2227915"/>
                  </a:lnTo>
                  <a:lnTo>
                    <a:pt x="3380156" y="2227915"/>
                  </a:lnTo>
                  <a:lnTo>
                    <a:pt x="3380282" y="2227915"/>
                  </a:lnTo>
                  <a:lnTo>
                    <a:pt x="3380409" y="2227915"/>
                  </a:lnTo>
                  <a:lnTo>
                    <a:pt x="3380535" y="2227915"/>
                  </a:lnTo>
                  <a:lnTo>
                    <a:pt x="3380661" y="2227915"/>
                  </a:lnTo>
                  <a:lnTo>
                    <a:pt x="3380787" y="2227915"/>
                  </a:lnTo>
                  <a:lnTo>
                    <a:pt x="3380913" y="2227915"/>
                  </a:lnTo>
                  <a:lnTo>
                    <a:pt x="3381039" y="2227915"/>
                  </a:lnTo>
                  <a:lnTo>
                    <a:pt x="3381165" y="2227915"/>
                  </a:lnTo>
                  <a:lnTo>
                    <a:pt x="3381291" y="2227915"/>
                  </a:lnTo>
                  <a:lnTo>
                    <a:pt x="3381417" y="2227915"/>
                  </a:lnTo>
                  <a:lnTo>
                    <a:pt x="3381543" y="2227915"/>
                  </a:lnTo>
                  <a:lnTo>
                    <a:pt x="3381669" y="2227915"/>
                  </a:lnTo>
                  <a:lnTo>
                    <a:pt x="3381795" y="2227915"/>
                  </a:lnTo>
                  <a:lnTo>
                    <a:pt x="3381922" y="2227915"/>
                  </a:lnTo>
                  <a:lnTo>
                    <a:pt x="3382048" y="2227915"/>
                  </a:lnTo>
                  <a:lnTo>
                    <a:pt x="3382174" y="2227915"/>
                  </a:lnTo>
                  <a:lnTo>
                    <a:pt x="3382300" y="2227915"/>
                  </a:lnTo>
                  <a:lnTo>
                    <a:pt x="3382426" y="2227915"/>
                  </a:lnTo>
                  <a:lnTo>
                    <a:pt x="3382426" y="2222636"/>
                  </a:lnTo>
                  <a:lnTo>
                    <a:pt x="3382552" y="2222636"/>
                  </a:lnTo>
                  <a:lnTo>
                    <a:pt x="3382678" y="2222636"/>
                  </a:lnTo>
                  <a:lnTo>
                    <a:pt x="3382804" y="2222636"/>
                  </a:lnTo>
                  <a:lnTo>
                    <a:pt x="3382930" y="2222636"/>
                  </a:lnTo>
                  <a:lnTo>
                    <a:pt x="3383056" y="2222636"/>
                  </a:lnTo>
                  <a:lnTo>
                    <a:pt x="3383182" y="2222636"/>
                  </a:lnTo>
                  <a:lnTo>
                    <a:pt x="3383309" y="2222636"/>
                  </a:lnTo>
                  <a:lnTo>
                    <a:pt x="3383435" y="2222636"/>
                  </a:lnTo>
                  <a:lnTo>
                    <a:pt x="3383561" y="2222636"/>
                  </a:lnTo>
                  <a:lnTo>
                    <a:pt x="3383687" y="2222636"/>
                  </a:lnTo>
                  <a:lnTo>
                    <a:pt x="3383813" y="2222636"/>
                  </a:lnTo>
                  <a:lnTo>
                    <a:pt x="3383939" y="2222636"/>
                  </a:lnTo>
                  <a:lnTo>
                    <a:pt x="3384065" y="2222636"/>
                  </a:lnTo>
                  <a:lnTo>
                    <a:pt x="3384191" y="2222636"/>
                  </a:lnTo>
                  <a:lnTo>
                    <a:pt x="3384317" y="2222636"/>
                  </a:lnTo>
                  <a:lnTo>
                    <a:pt x="3384443" y="2222636"/>
                  </a:lnTo>
                  <a:lnTo>
                    <a:pt x="3384569" y="2222636"/>
                  </a:lnTo>
                  <a:lnTo>
                    <a:pt x="3384695" y="2222636"/>
                  </a:lnTo>
                  <a:lnTo>
                    <a:pt x="3384822" y="2222636"/>
                  </a:lnTo>
                  <a:lnTo>
                    <a:pt x="3384948" y="2222636"/>
                  </a:lnTo>
                  <a:lnTo>
                    <a:pt x="3385074" y="2222636"/>
                  </a:lnTo>
                  <a:lnTo>
                    <a:pt x="3385200" y="2222636"/>
                  </a:lnTo>
                  <a:lnTo>
                    <a:pt x="3385326" y="2222636"/>
                  </a:lnTo>
                  <a:lnTo>
                    <a:pt x="3385452" y="2222636"/>
                  </a:lnTo>
                  <a:lnTo>
                    <a:pt x="3385578" y="2222636"/>
                  </a:lnTo>
                  <a:lnTo>
                    <a:pt x="3385704" y="2222636"/>
                  </a:lnTo>
                  <a:lnTo>
                    <a:pt x="3385830" y="2222636"/>
                  </a:lnTo>
                  <a:lnTo>
                    <a:pt x="3385956" y="2222636"/>
                  </a:lnTo>
                  <a:lnTo>
                    <a:pt x="3386082" y="2222636"/>
                  </a:lnTo>
                  <a:lnTo>
                    <a:pt x="3386209" y="2222636"/>
                  </a:lnTo>
                  <a:lnTo>
                    <a:pt x="3386335" y="2222636"/>
                  </a:lnTo>
                  <a:lnTo>
                    <a:pt x="3386461" y="2222636"/>
                  </a:lnTo>
                  <a:lnTo>
                    <a:pt x="3386587" y="2222636"/>
                  </a:lnTo>
                  <a:lnTo>
                    <a:pt x="3386713" y="2222636"/>
                  </a:lnTo>
                  <a:lnTo>
                    <a:pt x="3386839" y="2222636"/>
                  </a:lnTo>
                  <a:lnTo>
                    <a:pt x="3386965" y="2222636"/>
                  </a:lnTo>
                  <a:lnTo>
                    <a:pt x="3387091" y="2222636"/>
                  </a:lnTo>
                  <a:lnTo>
                    <a:pt x="3387217" y="2222636"/>
                  </a:lnTo>
                  <a:lnTo>
                    <a:pt x="3387343" y="2222636"/>
                  </a:lnTo>
                  <a:lnTo>
                    <a:pt x="3387469" y="2222636"/>
                  </a:lnTo>
                  <a:lnTo>
                    <a:pt x="3387596" y="2222636"/>
                  </a:lnTo>
                  <a:lnTo>
                    <a:pt x="3387722" y="2222636"/>
                  </a:lnTo>
                  <a:lnTo>
                    <a:pt x="3387848" y="2222636"/>
                  </a:lnTo>
                  <a:lnTo>
                    <a:pt x="3387974" y="2222636"/>
                  </a:lnTo>
                  <a:lnTo>
                    <a:pt x="3388100" y="2222636"/>
                  </a:lnTo>
                  <a:lnTo>
                    <a:pt x="3388226" y="2222636"/>
                  </a:lnTo>
                  <a:lnTo>
                    <a:pt x="3388352" y="2222636"/>
                  </a:lnTo>
                  <a:lnTo>
                    <a:pt x="3388478" y="2222636"/>
                  </a:lnTo>
                  <a:lnTo>
                    <a:pt x="3388604" y="2222636"/>
                  </a:lnTo>
                  <a:lnTo>
                    <a:pt x="3388730" y="2222636"/>
                  </a:lnTo>
                  <a:lnTo>
                    <a:pt x="3388856" y="2222636"/>
                  </a:lnTo>
                  <a:lnTo>
                    <a:pt x="3388982" y="2222636"/>
                  </a:lnTo>
                  <a:lnTo>
                    <a:pt x="3388982" y="2217356"/>
                  </a:lnTo>
                  <a:lnTo>
                    <a:pt x="3389109" y="2217356"/>
                  </a:lnTo>
                  <a:lnTo>
                    <a:pt x="3389235" y="2217356"/>
                  </a:lnTo>
                  <a:lnTo>
                    <a:pt x="3389361" y="2217356"/>
                  </a:lnTo>
                  <a:lnTo>
                    <a:pt x="3389487" y="2217356"/>
                  </a:lnTo>
                  <a:lnTo>
                    <a:pt x="3389613" y="2217356"/>
                  </a:lnTo>
                  <a:lnTo>
                    <a:pt x="3389739" y="2217356"/>
                  </a:lnTo>
                  <a:lnTo>
                    <a:pt x="3389865" y="2217356"/>
                  </a:lnTo>
                  <a:lnTo>
                    <a:pt x="3389991" y="2217356"/>
                  </a:lnTo>
                  <a:lnTo>
                    <a:pt x="3390117" y="2217356"/>
                  </a:lnTo>
                  <a:lnTo>
                    <a:pt x="3390243" y="2217356"/>
                  </a:lnTo>
                  <a:lnTo>
                    <a:pt x="3390369" y="2217356"/>
                  </a:lnTo>
                  <a:lnTo>
                    <a:pt x="3390496" y="2217356"/>
                  </a:lnTo>
                  <a:lnTo>
                    <a:pt x="3390622" y="2217356"/>
                  </a:lnTo>
                  <a:lnTo>
                    <a:pt x="3390748" y="2217356"/>
                  </a:lnTo>
                  <a:lnTo>
                    <a:pt x="3390874" y="2217356"/>
                  </a:lnTo>
                  <a:lnTo>
                    <a:pt x="3391000" y="2217356"/>
                  </a:lnTo>
                  <a:lnTo>
                    <a:pt x="3391126" y="2217356"/>
                  </a:lnTo>
                  <a:lnTo>
                    <a:pt x="3391252" y="2217356"/>
                  </a:lnTo>
                  <a:lnTo>
                    <a:pt x="3391378" y="2217356"/>
                  </a:lnTo>
                  <a:lnTo>
                    <a:pt x="3391504" y="2217356"/>
                  </a:lnTo>
                  <a:lnTo>
                    <a:pt x="3391504" y="2212077"/>
                  </a:lnTo>
                  <a:lnTo>
                    <a:pt x="3391630" y="2212077"/>
                  </a:lnTo>
                  <a:lnTo>
                    <a:pt x="3391756" y="2212077"/>
                  </a:lnTo>
                  <a:lnTo>
                    <a:pt x="3391882" y="2212077"/>
                  </a:lnTo>
                  <a:lnTo>
                    <a:pt x="3392009" y="2212077"/>
                  </a:lnTo>
                  <a:lnTo>
                    <a:pt x="3392135" y="2212077"/>
                  </a:lnTo>
                  <a:lnTo>
                    <a:pt x="3392261" y="2212077"/>
                  </a:lnTo>
                  <a:lnTo>
                    <a:pt x="3392387" y="2212077"/>
                  </a:lnTo>
                  <a:lnTo>
                    <a:pt x="3392513" y="2212077"/>
                  </a:lnTo>
                  <a:lnTo>
                    <a:pt x="3392639" y="2212077"/>
                  </a:lnTo>
                  <a:lnTo>
                    <a:pt x="3392765" y="2212077"/>
                  </a:lnTo>
                  <a:lnTo>
                    <a:pt x="3392891" y="2212077"/>
                  </a:lnTo>
                  <a:lnTo>
                    <a:pt x="3393017" y="2212077"/>
                  </a:lnTo>
                  <a:lnTo>
                    <a:pt x="3393143" y="2212077"/>
                  </a:lnTo>
                  <a:lnTo>
                    <a:pt x="3393269" y="2212077"/>
                  </a:lnTo>
                  <a:lnTo>
                    <a:pt x="3393396" y="2212077"/>
                  </a:lnTo>
                  <a:lnTo>
                    <a:pt x="3393522" y="2212077"/>
                  </a:lnTo>
                  <a:lnTo>
                    <a:pt x="3393648" y="2212077"/>
                  </a:lnTo>
                  <a:lnTo>
                    <a:pt x="3393774" y="2212077"/>
                  </a:lnTo>
                  <a:lnTo>
                    <a:pt x="3393900" y="2212077"/>
                  </a:lnTo>
                  <a:lnTo>
                    <a:pt x="3394026" y="2212077"/>
                  </a:lnTo>
                  <a:lnTo>
                    <a:pt x="3394152" y="2212077"/>
                  </a:lnTo>
                  <a:lnTo>
                    <a:pt x="3394278" y="2212077"/>
                  </a:lnTo>
                  <a:lnTo>
                    <a:pt x="3394404" y="2212077"/>
                  </a:lnTo>
                  <a:lnTo>
                    <a:pt x="3394530" y="2212077"/>
                  </a:lnTo>
                  <a:lnTo>
                    <a:pt x="3394656" y="2212077"/>
                  </a:lnTo>
                  <a:lnTo>
                    <a:pt x="3394783" y="2212077"/>
                  </a:lnTo>
                  <a:lnTo>
                    <a:pt x="3394909" y="2212077"/>
                  </a:lnTo>
                  <a:lnTo>
                    <a:pt x="3395035" y="2212077"/>
                  </a:lnTo>
                  <a:lnTo>
                    <a:pt x="3395161" y="2212077"/>
                  </a:lnTo>
                  <a:lnTo>
                    <a:pt x="3395161" y="2206798"/>
                  </a:lnTo>
                  <a:lnTo>
                    <a:pt x="3395287" y="2206798"/>
                  </a:lnTo>
                  <a:lnTo>
                    <a:pt x="3395413" y="2206798"/>
                  </a:lnTo>
                  <a:lnTo>
                    <a:pt x="3395539" y="2206798"/>
                  </a:lnTo>
                  <a:lnTo>
                    <a:pt x="3395665" y="2206798"/>
                  </a:lnTo>
                  <a:lnTo>
                    <a:pt x="3395791" y="2206798"/>
                  </a:lnTo>
                  <a:lnTo>
                    <a:pt x="3395917" y="2206798"/>
                  </a:lnTo>
                  <a:lnTo>
                    <a:pt x="3396043" y="2206798"/>
                  </a:lnTo>
                  <a:lnTo>
                    <a:pt x="3396169" y="2206798"/>
                  </a:lnTo>
                  <a:lnTo>
                    <a:pt x="3396296" y="2206798"/>
                  </a:lnTo>
                  <a:lnTo>
                    <a:pt x="3396422" y="2206798"/>
                  </a:lnTo>
                  <a:lnTo>
                    <a:pt x="3396548" y="2206798"/>
                  </a:lnTo>
                  <a:lnTo>
                    <a:pt x="3396674" y="2206798"/>
                  </a:lnTo>
                  <a:lnTo>
                    <a:pt x="3396800" y="2206798"/>
                  </a:lnTo>
                  <a:lnTo>
                    <a:pt x="3396926" y="2206798"/>
                  </a:lnTo>
                  <a:lnTo>
                    <a:pt x="3397052" y="2206798"/>
                  </a:lnTo>
                  <a:lnTo>
                    <a:pt x="3397178" y="2206798"/>
                  </a:lnTo>
                  <a:lnTo>
                    <a:pt x="3397304" y="2206798"/>
                  </a:lnTo>
                  <a:lnTo>
                    <a:pt x="3397430" y="2206798"/>
                  </a:lnTo>
                  <a:lnTo>
                    <a:pt x="3397556" y="2206798"/>
                  </a:lnTo>
                  <a:lnTo>
                    <a:pt x="3397683" y="2206798"/>
                  </a:lnTo>
                  <a:lnTo>
                    <a:pt x="3397809" y="2206798"/>
                  </a:lnTo>
                  <a:lnTo>
                    <a:pt x="3397935" y="2206798"/>
                  </a:lnTo>
                  <a:lnTo>
                    <a:pt x="3398061" y="2206798"/>
                  </a:lnTo>
                  <a:lnTo>
                    <a:pt x="3398187" y="2206798"/>
                  </a:lnTo>
                  <a:lnTo>
                    <a:pt x="3398313" y="2206798"/>
                  </a:lnTo>
                  <a:lnTo>
                    <a:pt x="3398439" y="2206798"/>
                  </a:lnTo>
                  <a:lnTo>
                    <a:pt x="3398565" y="2206798"/>
                  </a:lnTo>
                  <a:lnTo>
                    <a:pt x="3398691" y="2206798"/>
                  </a:lnTo>
                  <a:lnTo>
                    <a:pt x="3398817" y="2206798"/>
                  </a:lnTo>
                  <a:lnTo>
                    <a:pt x="3398943" y="2206798"/>
                  </a:lnTo>
                  <a:lnTo>
                    <a:pt x="3399069" y="2206798"/>
                  </a:lnTo>
                  <a:lnTo>
                    <a:pt x="3399196" y="2206798"/>
                  </a:lnTo>
                  <a:lnTo>
                    <a:pt x="3399322" y="2206798"/>
                  </a:lnTo>
                  <a:lnTo>
                    <a:pt x="3399448" y="2206798"/>
                  </a:lnTo>
                  <a:lnTo>
                    <a:pt x="3399574" y="2206798"/>
                  </a:lnTo>
                  <a:lnTo>
                    <a:pt x="3399574" y="2201518"/>
                  </a:lnTo>
                  <a:lnTo>
                    <a:pt x="3399700" y="2201518"/>
                  </a:lnTo>
                  <a:lnTo>
                    <a:pt x="3399826" y="2201518"/>
                  </a:lnTo>
                  <a:lnTo>
                    <a:pt x="3399952" y="2201518"/>
                  </a:lnTo>
                  <a:lnTo>
                    <a:pt x="3400078" y="2201518"/>
                  </a:lnTo>
                  <a:lnTo>
                    <a:pt x="3400204" y="2201518"/>
                  </a:lnTo>
                  <a:lnTo>
                    <a:pt x="3400330" y="2201518"/>
                  </a:lnTo>
                  <a:lnTo>
                    <a:pt x="3400456" y="2201518"/>
                  </a:lnTo>
                  <a:lnTo>
                    <a:pt x="3400583" y="2201518"/>
                  </a:lnTo>
                  <a:lnTo>
                    <a:pt x="3400709" y="2201518"/>
                  </a:lnTo>
                  <a:lnTo>
                    <a:pt x="3400835" y="2201518"/>
                  </a:lnTo>
                  <a:lnTo>
                    <a:pt x="3400961" y="2201518"/>
                  </a:lnTo>
                  <a:lnTo>
                    <a:pt x="3401087" y="2201518"/>
                  </a:lnTo>
                  <a:lnTo>
                    <a:pt x="3401213" y="2201518"/>
                  </a:lnTo>
                  <a:lnTo>
                    <a:pt x="3401339" y="2201518"/>
                  </a:lnTo>
                  <a:lnTo>
                    <a:pt x="3401465" y="2201518"/>
                  </a:lnTo>
                  <a:lnTo>
                    <a:pt x="3401591" y="2201518"/>
                  </a:lnTo>
                  <a:lnTo>
                    <a:pt x="3401717" y="2201518"/>
                  </a:lnTo>
                  <a:lnTo>
                    <a:pt x="3401843" y="2201518"/>
                  </a:lnTo>
                  <a:lnTo>
                    <a:pt x="3401970" y="2201518"/>
                  </a:lnTo>
                  <a:lnTo>
                    <a:pt x="3402096" y="2201518"/>
                  </a:lnTo>
                  <a:lnTo>
                    <a:pt x="3402222" y="2201518"/>
                  </a:lnTo>
                  <a:lnTo>
                    <a:pt x="3402348" y="2201518"/>
                  </a:lnTo>
                  <a:lnTo>
                    <a:pt x="3402348" y="2196239"/>
                  </a:lnTo>
                  <a:lnTo>
                    <a:pt x="3402474" y="2196239"/>
                  </a:lnTo>
                  <a:lnTo>
                    <a:pt x="3402600" y="2196239"/>
                  </a:lnTo>
                  <a:lnTo>
                    <a:pt x="3402726" y="2196239"/>
                  </a:lnTo>
                  <a:lnTo>
                    <a:pt x="3402852" y="2196239"/>
                  </a:lnTo>
                  <a:lnTo>
                    <a:pt x="3402978" y="2196239"/>
                  </a:lnTo>
                  <a:lnTo>
                    <a:pt x="3403104" y="2196239"/>
                  </a:lnTo>
                  <a:lnTo>
                    <a:pt x="3403230" y="2196239"/>
                  </a:lnTo>
                  <a:lnTo>
                    <a:pt x="3403356" y="2196239"/>
                  </a:lnTo>
                  <a:lnTo>
                    <a:pt x="3403356" y="2190959"/>
                  </a:lnTo>
                  <a:lnTo>
                    <a:pt x="3403483" y="2190959"/>
                  </a:lnTo>
                  <a:lnTo>
                    <a:pt x="3403609" y="2190959"/>
                  </a:lnTo>
                  <a:lnTo>
                    <a:pt x="3403735" y="2190959"/>
                  </a:lnTo>
                  <a:lnTo>
                    <a:pt x="3403861" y="2190959"/>
                  </a:lnTo>
                  <a:lnTo>
                    <a:pt x="3403987" y="2190959"/>
                  </a:lnTo>
                  <a:lnTo>
                    <a:pt x="3404113" y="2190959"/>
                  </a:lnTo>
                  <a:lnTo>
                    <a:pt x="3404239" y="2190959"/>
                  </a:lnTo>
                  <a:lnTo>
                    <a:pt x="3404365" y="2190959"/>
                  </a:lnTo>
                  <a:lnTo>
                    <a:pt x="3404491" y="2190959"/>
                  </a:lnTo>
                  <a:lnTo>
                    <a:pt x="3404617" y="2190959"/>
                  </a:lnTo>
                  <a:lnTo>
                    <a:pt x="3404743" y="2190959"/>
                  </a:lnTo>
                  <a:lnTo>
                    <a:pt x="3404870" y="2190959"/>
                  </a:lnTo>
                  <a:lnTo>
                    <a:pt x="3404996" y="2190959"/>
                  </a:lnTo>
                  <a:lnTo>
                    <a:pt x="3405122" y="2190959"/>
                  </a:lnTo>
                  <a:lnTo>
                    <a:pt x="3405248" y="2190959"/>
                  </a:lnTo>
                  <a:lnTo>
                    <a:pt x="3405374" y="2190959"/>
                  </a:lnTo>
                  <a:lnTo>
                    <a:pt x="3405500" y="2190959"/>
                  </a:lnTo>
                  <a:lnTo>
                    <a:pt x="3405626" y="2190959"/>
                  </a:lnTo>
                  <a:lnTo>
                    <a:pt x="3405752" y="2190959"/>
                  </a:lnTo>
                  <a:lnTo>
                    <a:pt x="3405878" y="2190959"/>
                  </a:lnTo>
                  <a:lnTo>
                    <a:pt x="3406004" y="2190959"/>
                  </a:lnTo>
                  <a:lnTo>
                    <a:pt x="3406130" y="2190959"/>
                  </a:lnTo>
                  <a:lnTo>
                    <a:pt x="3406256" y="2190959"/>
                  </a:lnTo>
                  <a:lnTo>
                    <a:pt x="3406383" y="2190959"/>
                  </a:lnTo>
                  <a:lnTo>
                    <a:pt x="3406509" y="2190959"/>
                  </a:lnTo>
                  <a:lnTo>
                    <a:pt x="3406635" y="2190959"/>
                  </a:lnTo>
                  <a:lnTo>
                    <a:pt x="3406635" y="2185680"/>
                  </a:lnTo>
                  <a:lnTo>
                    <a:pt x="3406761" y="2185680"/>
                  </a:lnTo>
                  <a:lnTo>
                    <a:pt x="3406887" y="2185680"/>
                  </a:lnTo>
                  <a:lnTo>
                    <a:pt x="3407013" y="2185680"/>
                  </a:lnTo>
                  <a:lnTo>
                    <a:pt x="3407139" y="2185680"/>
                  </a:lnTo>
                  <a:lnTo>
                    <a:pt x="3407265" y="2185680"/>
                  </a:lnTo>
                  <a:lnTo>
                    <a:pt x="3407391" y="2185680"/>
                  </a:lnTo>
                  <a:lnTo>
                    <a:pt x="3407517" y="2185680"/>
                  </a:lnTo>
                  <a:lnTo>
                    <a:pt x="3407643" y="2185680"/>
                  </a:lnTo>
                  <a:lnTo>
                    <a:pt x="3407770" y="2185680"/>
                  </a:lnTo>
                  <a:lnTo>
                    <a:pt x="3407896" y="2185680"/>
                  </a:lnTo>
                  <a:lnTo>
                    <a:pt x="3408022" y="2185680"/>
                  </a:lnTo>
                  <a:lnTo>
                    <a:pt x="3408148" y="2185680"/>
                  </a:lnTo>
                  <a:lnTo>
                    <a:pt x="3408274" y="2185680"/>
                  </a:lnTo>
                  <a:lnTo>
                    <a:pt x="3408400" y="2185680"/>
                  </a:lnTo>
                  <a:lnTo>
                    <a:pt x="3408526" y="2185680"/>
                  </a:lnTo>
                  <a:lnTo>
                    <a:pt x="3408652" y="2185680"/>
                  </a:lnTo>
                  <a:lnTo>
                    <a:pt x="3408778" y="2185680"/>
                  </a:lnTo>
                  <a:lnTo>
                    <a:pt x="3408904" y="2185680"/>
                  </a:lnTo>
                  <a:lnTo>
                    <a:pt x="3409030" y="2185680"/>
                  </a:lnTo>
                  <a:lnTo>
                    <a:pt x="3409156" y="2185680"/>
                  </a:lnTo>
                  <a:lnTo>
                    <a:pt x="3409283" y="2185680"/>
                  </a:lnTo>
                  <a:lnTo>
                    <a:pt x="3409409" y="2185680"/>
                  </a:lnTo>
                  <a:lnTo>
                    <a:pt x="3409535" y="2185680"/>
                  </a:lnTo>
                  <a:lnTo>
                    <a:pt x="3409661" y="2185680"/>
                  </a:lnTo>
                  <a:lnTo>
                    <a:pt x="3409787" y="2185680"/>
                  </a:lnTo>
                  <a:lnTo>
                    <a:pt x="3409913" y="2185680"/>
                  </a:lnTo>
                  <a:lnTo>
                    <a:pt x="3410039" y="2185680"/>
                  </a:lnTo>
                  <a:lnTo>
                    <a:pt x="3410165" y="2185680"/>
                  </a:lnTo>
                  <a:lnTo>
                    <a:pt x="3410291" y="2185680"/>
                  </a:lnTo>
                  <a:lnTo>
                    <a:pt x="3410417" y="2185680"/>
                  </a:lnTo>
                  <a:lnTo>
                    <a:pt x="3410417" y="2180401"/>
                  </a:lnTo>
                  <a:lnTo>
                    <a:pt x="3410543" y="2180401"/>
                  </a:lnTo>
                  <a:lnTo>
                    <a:pt x="3410670" y="2180401"/>
                  </a:lnTo>
                  <a:lnTo>
                    <a:pt x="3410796" y="2180401"/>
                  </a:lnTo>
                  <a:lnTo>
                    <a:pt x="3410922" y="2180401"/>
                  </a:lnTo>
                  <a:lnTo>
                    <a:pt x="3411048" y="2180401"/>
                  </a:lnTo>
                  <a:lnTo>
                    <a:pt x="3411174" y="2180401"/>
                  </a:lnTo>
                  <a:lnTo>
                    <a:pt x="3411300" y="2180401"/>
                  </a:lnTo>
                  <a:lnTo>
                    <a:pt x="3411426" y="2180401"/>
                  </a:lnTo>
                  <a:lnTo>
                    <a:pt x="3411552" y="2180401"/>
                  </a:lnTo>
                  <a:lnTo>
                    <a:pt x="3411678" y="2180401"/>
                  </a:lnTo>
                  <a:lnTo>
                    <a:pt x="3411804" y="2180401"/>
                  </a:lnTo>
                  <a:lnTo>
                    <a:pt x="3411930" y="2180401"/>
                  </a:lnTo>
                  <a:lnTo>
                    <a:pt x="3412057" y="2180401"/>
                  </a:lnTo>
                  <a:lnTo>
                    <a:pt x="3412183" y="2180401"/>
                  </a:lnTo>
                  <a:lnTo>
                    <a:pt x="3412309" y="2180401"/>
                  </a:lnTo>
                  <a:lnTo>
                    <a:pt x="3412435" y="2180401"/>
                  </a:lnTo>
                  <a:lnTo>
                    <a:pt x="3412561" y="2180401"/>
                  </a:lnTo>
                  <a:lnTo>
                    <a:pt x="3412687" y="2180401"/>
                  </a:lnTo>
                  <a:lnTo>
                    <a:pt x="3412813" y="2180401"/>
                  </a:lnTo>
                  <a:lnTo>
                    <a:pt x="3412939" y="2180401"/>
                  </a:lnTo>
                  <a:lnTo>
                    <a:pt x="3413065" y="2180401"/>
                  </a:lnTo>
                  <a:lnTo>
                    <a:pt x="3413191" y="2180401"/>
                  </a:lnTo>
                  <a:lnTo>
                    <a:pt x="3413317" y="2180401"/>
                  </a:lnTo>
                  <a:lnTo>
                    <a:pt x="3413443" y="2180401"/>
                  </a:lnTo>
                  <a:lnTo>
                    <a:pt x="3413570" y="2180401"/>
                  </a:lnTo>
                  <a:lnTo>
                    <a:pt x="3413696" y="2180401"/>
                  </a:lnTo>
                  <a:lnTo>
                    <a:pt x="3413822" y="2180401"/>
                  </a:lnTo>
                  <a:lnTo>
                    <a:pt x="3413948" y="2180401"/>
                  </a:lnTo>
                  <a:lnTo>
                    <a:pt x="3414074" y="2180401"/>
                  </a:lnTo>
                  <a:lnTo>
                    <a:pt x="3414200" y="2180401"/>
                  </a:lnTo>
                  <a:lnTo>
                    <a:pt x="3414326" y="2180401"/>
                  </a:lnTo>
                  <a:lnTo>
                    <a:pt x="3414452" y="2180401"/>
                  </a:lnTo>
                  <a:lnTo>
                    <a:pt x="3414578" y="2180401"/>
                  </a:lnTo>
                  <a:lnTo>
                    <a:pt x="3414704" y="2180401"/>
                  </a:lnTo>
                  <a:lnTo>
                    <a:pt x="3414830" y="2180401"/>
                  </a:lnTo>
                  <a:lnTo>
                    <a:pt x="3414957" y="2180401"/>
                  </a:lnTo>
                  <a:lnTo>
                    <a:pt x="3415083" y="2180401"/>
                  </a:lnTo>
                  <a:lnTo>
                    <a:pt x="3415209" y="2180401"/>
                  </a:lnTo>
                  <a:lnTo>
                    <a:pt x="3415335" y="2180401"/>
                  </a:lnTo>
                  <a:lnTo>
                    <a:pt x="3415461" y="2180401"/>
                  </a:lnTo>
                  <a:lnTo>
                    <a:pt x="3415587" y="2180401"/>
                  </a:lnTo>
                  <a:lnTo>
                    <a:pt x="3415713" y="2180401"/>
                  </a:lnTo>
                  <a:lnTo>
                    <a:pt x="3415839" y="2180401"/>
                  </a:lnTo>
                  <a:lnTo>
                    <a:pt x="3415965" y="2180401"/>
                  </a:lnTo>
                  <a:lnTo>
                    <a:pt x="3416091" y="2180401"/>
                  </a:lnTo>
                  <a:lnTo>
                    <a:pt x="3416217" y="2180401"/>
                  </a:lnTo>
                  <a:lnTo>
                    <a:pt x="3416343" y="2180401"/>
                  </a:lnTo>
                  <a:lnTo>
                    <a:pt x="3416470" y="2180401"/>
                  </a:lnTo>
                  <a:lnTo>
                    <a:pt x="3416596" y="2180401"/>
                  </a:lnTo>
                  <a:lnTo>
                    <a:pt x="3416722" y="2180401"/>
                  </a:lnTo>
                  <a:lnTo>
                    <a:pt x="3416848" y="2180401"/>
                  </a:lnTo>
                  <a:lnTo>
                    <a:pt x="3416974" y="2180401"/>
                  </a:lnTo>
                  <a:lnTo>
                    <a:pt x="3417100" y="2180401"/>
                  </a:lnTo>
                  <a:lnTo>
                    <a:pt x="3417226" y="2180401"/>
                  </a:lnTo>
                  <a:lnTo>
                    <a:pt x="3417352" y="2180401"/>
                  </a:lnTo>
                  <a:lnTo>
                    <a:pt x="3417478" y="2180401"/>
                  </a:lnTo>
                  <a:lnTo>
                    <a:pt x="3417604" y="2180401"/>
                  </a:lnTo>
                  <a:lnTo>
                    <a:pt x="3417730" y="2180401"/>
                  </a:lnTo>
                  <a:lnTo>
                    <a:pt x="3417857" y="2180401"/>
                  </a:lnTo>
                  <a:lnTo>
                    <a:pt x="3417983" y="2180401"/>
                  </a:lnTo>
                  <a:lnTo>
                    <a:pt x="3418109" y="2180401"/>
                  </a:lnTo>
                  <a:lnTo>
                    <a:pt x="3418235" y="2180401"/>
                  </a:lnTo>
                  <a:lnTo>
                    <a:pt x="3418361" y="2180401"/>
                  </a:lnTo>
                  <a:lnTo>
                    <a:pt x="3418487" y="2180401"/>
                  </a:lnTo>
                  <a:lnTo>
                    <a:pt x="3418613" y="2180401"/>
                  </a:lnTo>
                  <a:lnTo>
                    <a:pt x="3418739" y="2180401"/>
                  </a:lnTo>
                  <a:lnTo>
                    <a:pt x="3418865" y="2180401"/>
                  </a:lnTo>
                  <a:lnTo>
                    <a:pt x="3418991" y="2180401"/>
                  </a:lnTo>
                  <a:lnTo>
                    <a:pt x="3419117" y="2180401"/>
                  </a:lnTo>
                  <a:lnTo>
                    <a:pt x="3419244" y="2180401"/>
                  </a:lnTo>
                  <a:lnTo>
                    <a:pt x="3419370" y="2180401"/>
                  </a:lnTo>
                  <a:lnTo>
                    <a:pt x="3419496" y="2180401"/>
                  </a:lnTo>
                  <a:lnTo>
                    <a:pt x="3419622" y="2180401"/>
                  </a:lnTo>
                  <a:lnTo>
                    <a:pt x="3419748" y="2180401"/>
                  </a:lnTo>
                  <a:lnTo>
                    <a:pt x="3419874" y="2180401"/>
                  </a:lnTo>
                  <a:lnTo>
                    <a:pt x="3420000" y="2180401"/>
                  </a:lnTo>
                  <a:lnTo>
                    <a:pt x="3420126" y="2180401"/>
                  </a:lnTo>
                  <a:lnTo>
                    <a:pt x="3420126" y="2175121"/>
                  </a:lnTo>
                  <a:lnTo>
                    <a:pt x="3420252" y="2175121"/>
                  </a:lnTo>
                  <a:lnTo>
                    <a:pt x="3420378" y="2175121"/>
                  </a:lnTo>
                  <a:lnTo>
                    <a:pt x="3420504" y="2175121"/>
                  </a:lnTo>
                  <a:lnTo>
                    <a:pt x="3420630" y="2175121"/>
                  </a:lnTo>
                  <a:lnTo>
                    <a:pt x="3420757" y="2175121"/>
                  </a:lnTo>
                  <a:lnTo>
                    <a:pt x="3420883" y="2175121"/>
                  </a:lnTo>
                  <a:lnTo>
                    <a:pt x="3421009" y="2175121"/>
                  </a:lnTo>
                  <a:lnTo>
                    <a:pt x="3421135" y="2175121"/>
                  </a:lnTo>
                  <a:lnTo>
                    <a:pt x="3421261" y="2175121"/>
                  </a:lnTo>
                  <a:lnTo>
                    <a:pt x="3421387" y="2175121"/>
                  </a:lnTo>
                  <a:lnTo>
                    <a:pt x="3421513" y="2175121"/>
                  </a:lnTo>
                  <a:lnTo>
                    <a:pt x="3421639" y="2175121"/>
                  </a:lnTo>
                  <a:lnTo>
                    <a:pt x="3421765" y="2175121"/>
                  </a:lnTo>
                  <a:lnTo>
                    <a:pt x="3421891" y="2175121"/>
                  </a:lnTo>
                  <a:lnTo>
                    <a:pt x="3422017" y="2175121"/>
                  </a:lnTo>
                  <a:lnTo>
                    <a:pt x="3422144" y="2175121"/>
                  </a:lnTo>
                  <a:lnTo>
                    <a:pt x="3422270" y="2175121"/>
                  </a:lnTo>
                  <a:lnTo>
                    <a:pt x="3422396" y="2175121"/>
                  </a:lnTo>
                  <a:lnTo>
                    <a:pt x="3422522" y="2175121"/>
                  </a:lnTo>
                  <a:lnTo>
                    <a:pt x="3422648" y="2175121"/>
                  </a:lnTo>
                  <a:lnTo>
                    <a:pt x="3422774" y="2175121"/>
                  </a:lnTo>
                  <a:lnTo>
                    <a:pt x="3422900" y="2175121"/>
                  </a:lnTo>
                  <a:lnTo>
                    <a:pt x="3423026" y="2175121"/>
                  </a:lnTo>
                  <a:lnTo>
                    <a:pt x="3423152" y="2175121"/>
                  </a:lnTo>
                  <a:lnTo>
                    <a:pt x="3423278" y="2175121"/>
                  </a:lnTo>
                  <a:lnTo>
                    <a:pt x="3423404" y="2175121"/>
                  </a:lnTo>
                  <a:lnTo>
                    <a:pt x="3423530" y="2175121"/>
                  </a:lnTo>
                  <a:lnTo>
                    <a:pt x="3423657" y="2175121"/>
                  </a:lnTo>
                  <a:lnTo>
                    <a:pt x="3423783" y="2175121"/>
                  </a:lnTo>
                  <a:lnTo>
                    <a:pt x="3423909" y="2175121"/>
                  </a:lnTo>
                  <a:lnTo>
                    <a:pt x="3424035" y="2175121"/>
                  </a:lnTo>
                  <a:lnTo>
                    <a:pt x="3424161" y="2175121"/>
                  </a:lnTo>
                  <a:lnTo>
                    <a:pt x="3424287" y="2175121"/>
                  </a:lnTo>
                  <a:lnTo>
                    <a:pt x="3424413" y="2175121"/>
                  </a:lnTo>
                  <a:lnTo>
                    <a:pt x="3424539" y="2175121"/>
                  </a:lnTo>
                  <a:lnTo>
                    <a:pt x="3424665" y="2175121"/>
                  </a:lnTo>
                  <a:lnTo>
                    <a:pt x="3424791" y="2175121"/>
                  </a:lnTo>
                  <a:lnTo>
                    <a:pt x="3424917" y="2175121"/>
                  </a:lnTo>
                  <a:lnTo>
                    <a:pt x="3425044" y="2175121"/>
                  </a:lnTo>
                  <a:lnTo>
                    <a:pt x="3425170" y="2175121"/>
                  </a:lnTo>
                  <a:lnTo>
                    <a:pt x="3425296" y="2175121"/>
                  </a:lnTo>
                  <a:lnTo>
                    <a:pt x="3425422" y="2175121"/>
                  </a:lnTo>
                  <a:lnTo>
                    <a:pt x="3425548" y="2175121"/>
                  </a:lnTo>
                  <a:lnTo>
                    <a:pt x="3425674" y="2175121"/>
                  </a:lnTo>
                  <a:lnTo>
                    <a:pt x="3425800" y="2175121"/>
                  </a:lnTo>
                  <a:lnTo>
                    <a:pt x="3425926" y="2175121"/>
                  </a:lnTo>
                  <a:lnTo>
                    <a:pt x="3426052" y="2175121"/>
                  </a:lnTo>
                  <a:lnTo>
                    <a:pt x="3426052" y="2169842"/>
                  </a:lnTo>
                  <a:lnTo>
                    <a:pt x="3426178" y="2169842"/>
                  </a:lnTo>
                  <a:lnTo>
                    <a:pt x="3426304" y="2169842"/>
                  </a:lnTo>
                  <a:lnTo>
                    <a:pt x="3426430" y="2169842"/>
                  </a:lnTo>
                  <a:lnTo>
                    <a:pt x="3426557" y="2169842"/>
                  </a:lnTo>
                  <a:lnTo>
                    <a:pt x="3426683" y="2169842"/>
                  </a:lnTo>
                  <a:lnTo>
                    <a:pt x="3426809" y="2169842"/>
                  </a:lnTo>
                  <a:lnTo>
                    <a:pt x="3426935" y="2169842"/>
                  </a:lnTo>
                  <a:lnTo>
                    <a:pt x="3427061" y="2169842"/>
                  </a:lnTo>
                  <a:lnTo>
                    <a:pt x="3427187" y="2169842"/>
                  </a:lnTo>
                  <a:lnTo>
                    <a:pt x="3427313" y="2169842"/>
                  </a:lnTo>
                  <a:lnTo>
                    <a:pt x="3427439" y="2169842"/>
                  </a:lnTo>
                  <a:lnTo>
                    <a:pt x="3427565" y="2169842"/>
                  </a:lnTo>
                  <a:lnTo>
                    <a:pt x="3427691" y="2169842"/>
                  </a:lnTo>
                  <a:lnTo>
                    <a:pt x="3427817" y="2169842"/>
                  </a:lnTo>
                  <a:lnTo>
                    <a:pt x="3427944" y="2169842"/>
                  </a:lnTo>
                  <a:lnTo>
                    <a:pt x="3428070" y="2169842"/>
                  </a:lnTo>
                  <a:lnTo>
                    <a:pt x="3428196" y="2169842"/>
                  </a:lnTo>
                  <a:lnTo>
                    <a:pt x="3428322" y="2169842"/>
                  </a:lnTo>
                  <a:lnTo>
                    <a:pt x="3428448" y="2169842"/>
                  </a:lnTo>
                  <a:lnTo>
                    <a:pt x="3428574" y="2169842"/>
                  </a:lnTo>
                  <a:lnTo>
                    <a:pt x="3428700" y="2169842"/>
                  </a:lnTo>
                  <a:lnTo>
                    <a:pt x="3428826" y="2169842"/>
                  </a:lnTo>
                  <a:lnTo>
                    <a:pt x="3428952" y="2169842"/>
                  </a:lnTo>
                  <a:lnTo>
                    <a:pt x="3429078" y="2169842"/>
                  </a:lnTo>
                  <a:lnTo>
                    <a:pt x="3429204" y="2169842"/>
                  </a:lnTo>
                  <a:lnTo>
                    <a:pt x="3429331" y="2169842"/>
                  </a:lnTo>
                  <a:lnTo>
                    <a:pt x="3429457" y="2169842"/>
                  </a:lnTo>
                  <a:lnTo>
                    <a:pt x="3429583" y="2169842"/>
                  </a:lnTo>
                  <a:lnTo>
                    <a:pt x="3429709" y="2169842"/>
                  </a:lnTo>
                  <a:lnTo>
                    <a:pt x="3429835" y="2169842"/>
                  </a:lnTo>
                  <a:lnTo>
                    <a:pt x="3429961" y="2169842"/>
                  </a:lnTo>
                  <a:lnTo>
                    <a:pt x="3430087" y="2169842"/>
                  </a:lnTo>
                  <a:lnTo>
                    <a:pt x="3430213" y="2169842"/>
                  </a:lnTo>
                  <a:lnTo>
                    <a:pt x="3430339" y="2169842"/>
                  </a:lnTo>
                  <a:lnTo>
                    <a:pt x="3430465" y="2169842"/>
                  </a:lnTo>
                  <a:lnTo>
                    <a:pt x="3430591" y="2169842"/>
                  </a:lnTo>
                  <a:lnTo>
                    <a:pt x="3430717" y="2169842"/>
                  </a:lnTo>
                  <a:lnTo>
                    <a:pt x="3430844" y="2169842"/>
                  </a:lnTo>
                  <a:lnTo>
                    <a:pt x="3430970" y="2169842"/>
                  </a:lnTo>
                  <a:lnTo>
                    <a:pt x="3431096" y="2169842"/>
                  </a:lnTo>
                  <a:lnTo>
                    <a:pt x="3431222" y="2169842"/>
                  </a:lnTo>
                  <a:lnTo>
                    <a:pt x="3431348" y="2169842"/>
                  </a:lnTo>
                  <a:lnTo>
                    <a:pt x="3431474" y="2169842"/>
                  </a:lnTo>
                  <a:lnTo>
                    <a:pt x="3431600" y="2169842"/>
                  </a:lnTo>
                  <a:lnTo>
                    <a:pt x="3431726" y="2169842"/>
                  </a:lnTo>
                  <a:lnTo>
                    <a:pt x="3431852" y="2169842"/>
                  </a:lnTo>
                  <a:lnTo>
                    <a:pt x="3431978" y="2169842"/>
                  </a:lnTo>
                  <a:lnTo>
                    <a:pt x="3432104" y="2169842"/>
                  </a:lnTo>
                  <a:lnTo>
                    <a:pt x="3432231" y="2169842"/>
                  </a:lnTo>
                  <a:lnTo>
                    <a:pt x="3432357" y="2169842"/>
                  </a:lnTo>
                  <a:lnTo>
                    <a:pt x="3432483" y="2169842"/>
                  </a:lnTo>
                  <a:lnTo>
                    <a:pt x="3432609" y="2169842"/>
                  </a:lnTo>
                  <a:lnTo>
                    <a:pt x="3432735" y="2169842"/>
                  </a:lnTo>
                  <a:lnTo>
                    <a:pt x="3432861" y="2169842"/>
                  </a:lnTo>
                  <a:lnTo>
                    <a:pt x="3432987" y="2169842"/>
                  </a:lnTo>
                  <a:lnTo>
                    <a:pt x="3433113" y="2169842"/>
                  </a:lnTo>
                  <a:lnTo>
                    <a:pt x="3433239" y="2169842"/>
                  </a:lnTo>
                  <a:lnTo>
                    <a:pt x="3433365" y="2169842"/>
                  </a:lnTo>
                  <a:lnTo>
                    <a:pt x="3433491" y="2169842"/>
                  </a:lnTo>
                  <a:lnTo>
                    <a:pt x="3433617" y="2169842"/>
                  </a:lnTo>
                  <a:lnTo>
                    <a:pt x="3433744" y="2169842"/>
                  </a:lnTo>
                  <a:lnTo>
                    <a:pt x="3433870" y="2169842"/>
                  </a:lnTo>
                  <a:lnTo>
                    <a:pt x="3433996" y="2169842"/>
                  </a:lnTo>
                  <a:lnTo>
                    <a:pt x="3434122" y="2169842"/>
                  </a:lnTo>
                  <a:lnTo>
                    <a:pt x="3434248" y="2169842"/>
                  </a:lnTo>
                  <a:lnTo>
                    <a:pt x="3434374" y="2169842"/>
                  </a:lnTo>
                  <a:lnTo>
                    <a:pt x="3434500" y="2169842"/>
                  </a:lnTo>
                  <a:lnTo>
                    <a:pt x="3434626" y="2169842"/>
                  </a:lnTo>
                  <a:lnTo>
                    <a:pt x="3434752" y="2169842"/>
                  </a:lnTo>
                  <a:lnTo>
                    <a:pt x="3434878" y="2169842"/>
                  </a:lnTo>
                  <a:lnTo>
                    <a:pt x="3435004" y="2169842"/>
                  </a:lnTo>
                  <a:lnTo>
                    <a:pt x="3435131" y="2169842"/>
                  </a:lnTo>
                  <a:lnTo>
                    <a:pt x="3435257" y="2169842"/>
                  </a:lnTo>
                  <a:lnTo>
                    <a:pt x="3435383" y="2169842"/>
                  </a:lnTo>
                  <a:lnTo>
                    <a:pt x="3435509" y="2169842"/>
                  </a:lnTo>
                  <a:lnTo>
                    <a:pt x="3435635" y="2169842"/>
                  </a:lnTo>
                  <a:lnTo>
                    <a:pt x="3435761" y="2169842"/>
                  </a:lnTo>
                  <a:lnTo>
                    <a:pt x="3435887" y="2169842"/>
                  </a:lnTo>
                  <a:lnTo>
                    <a:pt x="3436013" y="2169842"/>
                  </a:lnTo>
                  <a:lnTo>
                    <a:pt x="3436139" y="2169842"/>
                  </a:lnTo>
                  <a:lnTo>
                    <a:pt x="3436265" y="2169842"/>
                  </a:lnTo>
                  <a:lnTo>
                    <a:pt x="3436391" y="2169842"/>
                  </a:lnTo>
                  <a:lnTo>
                    <a:pt x="3436518" y="2169842"/>
                  </a:lnTo>
                  <a:lnTo>
                    <a:pt x="3436644" y="2169842"/>
                  </a:lnTo>
                  <a:lnTo>
                    <a:pt x="3436770" y="2169842"/>
                  </a:lnTo>
                  <a:lnTo>
                    <a:pt x="3436896" y="2169842"/>
                  </a:lnTo>
                  <a:lnTo>
                    <a:pt x="3437022" y="2169842"/>
                  </a:lnTo>
                  <a:lnTo>
                    <a:pt x="3437148" y="2169842"/>
                  </a:lnTo>
                  <a:lnTo>
                    <a:pt x="3437274" y="2169842"/>
                  </a:lnTo>
                  <a:lnTo>
                    <a:pt x="3437400" y="2169842"/>
                  </a:lnTo>
                  <a:lnTo>
                    <a:pt x="3437526" y="2169842"/>
                  </a:lnTo>
                  <a:lnTo>
                    <a:pt x="3437652" y="2169842"/>
                  </a:lnTo>
                  <a:lnTo>
                    <a:pt x="3437778" y="2169842"/>
                  </a:lnTo>
                  <a:lnTo>
                    <a:pt x="3437904" y="2169842"/>
                  </a:lnTo>
                  <a:lnTo>
                    <a:pt x="3438031" y="2169842"/>
                  </a:lnTo>
                  <a:lnTo>
                    <a:pt x="3438157" y="2169842"/>
                  </a:lnTo>
                  <a:lnTo>
                    <a:pt x="3438283" y="2169842"/>
                  </a:lnTo>
                  <a:lnTo>
                    <a:pt x="3438409" y="2169842"/>
                  </a:lnTo>
                  <a:lnTo>
                    <a:pt x="3438535" y="2169842"/>
                  </a:lnTo>
                  <a:lnTo>
                    <a:pt x="3438661" y="2169842"/>
                  </a:lnTo>
                  <a:lnTo>
                    <a:pt x="3438787" y="2169842"/>
                  </a:lnTo>
                  <a:lnTo>
                    <a:pt x="3438913" y="2169842"/>
                  </a:lnTo>
                  <a:lnTo>
                    <a:pt x="3439039" y="2169842"/>
                  </a:lnTo>
                  <a:lnTo>
                    <a:pt x="3439165" y="2169842"/>
                  </a:lnTo>
                  <a:lnTo>
                    <a:pt x="3439291" y="2169842"/>
                  </a:lnTo>
                  <a:lnTo>
                    <a:pt x="3439418" y="2169842"/>
                  </a:lnTo>
                  <a:lnTo>
                    <a:pt x="3439544" y="2169842"/>
                  </a:lnTo>
                  <a:lnTo>
                    <a:pt x="3439670" y="2169842"/>
                  </a:lnTo>
                  <a:lnTo>
                    <a:pt x="3439796" y="2169842"/>
                  </a:lnTo>
                  <a:lnTo>
                    <a:pt x="3439922" y="2169842"/>
                  </a:lnTo>
                  <a:lnTo>
                    <a:pt x="3440048" y="2169842"/>
                  </a:lnTo>
                  <a:lnTo>
                    <a:pt x="3440174" y="2169842"/>
                  </a:lnTo>
                  <a:lnTo>
                    <a:pt x="3440300" y="2169842"/>
                  </a:lnTo>
                  <a:lnTo>
                    <a:pt x="3440426" y="2169842"/>
                  </a:lnTo>
                  <a:lnTo>
                    <a:pt x="3440552" y="2169842"/>
                  </a:lnTo>
                  <a:lnTo>
                    <a:pt x="3440678" y="2169842"/>
                  </a:lnTo>
                  <a:lnTo>
                    <a:pt x="3440804" y="2169842"/>
                  </a:lnTo>
                  <a:lnTo>
                    <a:pt x="3440931" y="2169842"/>
                  </a:lnTo>
                  <a:lnTo>
                    <a:pt x="3441057" y="2169842"/>
                  </a:lnTo>
                  <a:lnTo>
                    <a:pt x="3441183" y="2169842"/>
                  </a:lnTo>
                  <a:lnTo>
                    <a:pt x="3441309" y="2169842"/>
                  </a:lnTo>
                  <a:lnTo>
                    <a:pt x="3441435" y="2169842"/>
                  </a:lnTo>
                  <a:lnTo>
                    <a:pt x="3441561" y="2169842"/>
                  </a:lnTo>
                  <a:lnTo>
                    <a:pt x="3441687" y="2169842"/>
                  </a:lnTo>
                  <a:lnTo>
                    <a:pt x="3441813" y="2169842"/>
                  </a:lnTo>
                  <a:lnTo>
                    <a:pt x="3441939" y="2169842"/>
                  </a:lnTo>
                  <a:lnTo>
                    <a:pt x="3442065" y="2169842"/>
                  </a:lnTo>
                  <a:lnTo>
                    <a:pt x="3442191" y="2169842"/>
                  </a:lnTo>
                  <a:lnTo>
                    <a:pt x="3442318" y="2169842"/>
                  </a:lnTo>
                  <a:lnTo>
                    <a:pt x="3442444" y="2169842"/>
                  </a:lnTo>
                  <a:lnTo>
                    <a:pt x="3442570" y="2169842"/>
                  </a:lnTo>
                  <a:lnTo>
                    <a:pt x="3442696" y="2169842"/>
                  </a:lnTo>
                  <a:lnTo>
                    <a:pt x="3442822" y="2169842"/>
                  </a:lnTo>
                  <a:lnTo>
                    <a:pt x="3442948" y="2169842"/>
                  </a:lnTo>
                  <a:lnTo>
                    <a:pt x="3443074" y="2169842"/>
                  </a:lnTo>
                  <a:lnTo>
                    <a:pt x="3443200" y="2169842"/>
                  </a:lnTo>
                  <a:lnTo>
                    <a:pt x="3443326" y="2169842"/>
                  </a:lnTo>
                  <a:lnTo>
                    <a:pt x="3443452" y="2169842"/>
                  </a:lnTo>
                  <a:lnTo>
                    <a:pt x="3443578" y="2169842"/>
                  </a:lnTo>
                  <a:lnTo>
                    <a:pt x="3443705" y="2169842"/>
                  </a:lnTo>
                  <a:lnTo>
                    <a:pt x="3443831" y="2169842"/>
                  </a:lnTo>
                  <a:lnTo>
                    <a:pt x="3443957" y="2169842"/>
                  </a:lnTo>
                  <a:lnTo>
                    <a:pt x="3444083" y="2169842"/>
                  </a:lnTo>
                  <a:lnTo>
                    <a:pt x="3444083" y="2164562"/>
                  </a:lnTo>
                  <a:lnTo>
                    <a:pt x="3444209" y="2164562"/>
                  </a:lnTo>
                  <a:lnTo>
                    <a:pt x="3444335" y="2164562"/>
                  </a:lnTo>
                  <a:lnTo>
                    <a:pt x="3444461" y="2164562"/>
                  </a:lnTo>
                  <a:lnTo>
                    <a:pt x="3444587" y="2164562"/>
                  </a:lnTo>
                  <a:lnTo>
                    <a:pt x="3444713" y="2164562"/>
                  </a:lnTo>
                  <a:lnTo>
                    <a:pt x="3444839" y="2164562"/>
                  </a:lnTo>
                  <a:lnTo>
                    <a:pt x="3444965" y="2164562"/>
                  </a:lnTo>
                  <a:lnTo>
                    <a:pt x="3445091" y="2164562"/>
                  </a:lnTo>
                  <a:lnTo>
                    <a:pt x="3445218" y="2164562"/>
                  </a:lnTo>
                  <a:lnTo>
                    <a:pt x="3445344" y="2164562"/>
                  </a:lnTo>
                  <a:lnTo>
                    <a:pt x="3445470" y="2164562"/>
                  </a:lnTo>
                  <a:lnTo>
                    <a:pt x="3445596" y="2164562"/>
                  </a:lnTo>
                  <a:lnTo>
                    <a:pt x="3445722" y="2164562"/>
                  </a:lnTo>
                  <a:lnTo>
                    <a:pt x="3445848" y="2164562"/>
                  </a:lnTo>
                  <a:lnTo>
                    <a:pt x="3445848" y="2159283"/>
                  </a:lnTo>
                  <a:lnTo>
                    <a:pt x="3445974" y="2159283"/>
                  </a:lnTo>
                  <a:lnTo>
                    <a:pt x="3446100" y="2159283"/>
                  </a:lnTo>
                  <a:lnTo>
                    <a:pt x="3446226" y="2159283"/>
                  </a:lnTo>
                  <a:lnTo>
                    <a:pt x="3446352" y="2159283"/>
                  </a:lnTo>
                  <a:lnTo>
                    <a:pt x="3446478" y="2159283"/>
                  </a:lnTo>
                  <a:lnTo>
                    <a:pt x="3446605" y="2159283"/>
                  </a:lnTo>
                  <a:lnTo>
                    <a:pt x="3446731" y="2159283"/>
                  </a:lnTo>
                  <a:lnTo>
                    <a:pt x="3446857" y="2159283"/>
                  </a:lnTo>
                  <a:lnTo>
                    <a:pt x="3446983" y="2159283"/>
                  </a:lnTo>
                  <a:lnTo>
                    <a:pt x="3447109" y="2159283"/>
                  </a:lnTo>
                  <a:lnTo>
                    <a:pt x="3447235" y="2159283"/>
                  </a:lnTo>
                  <a:lnTo>
                    <a:pt x="3447361" y="2159283"/>
                  </a:lnTo>
                  <a:lnTo>
                    <a:pt x="3447487" y="2159283"/>
                  </a:lnTo>
                  <a:lnTo>
                    <a:pt x="3447613" y="2159283"/>
                  </a:lnTo>
                  <a:lnTo>
                    <a:pt x="3447739" y="2159283"/>
                  </a:lnTo>
                  <a:lnTo>
                    <a:pt x="3447865" y="2159283"/>
                  </a:lnTo>
                  <a:lnTo>
                    <a:pt x="3447991" y="2159283"/>
                  </a:lnTo>
                  <a:lnTo>
                    <a:pt x="3448118" y="2159283"/>
                  </a:lnTo>
                  <a:lnTo>
                    <a:pt x="3448244" y="2159283"/>
                  </a:lnTo>
                  <a:lnTo>
                    <a:pt x="3448370" y="2159283"/>
                  </a:lnTo>
                  <a:lnTo>
                    <a:pt x="3448496" y="2159283"/>
                  </a:lnTo>
                  <a:lnTo>
                    <a:pt x="3448622" y="2159283"/>
                  </a:lnTo>
                  <a:lnTo>
                    <a:pt x="3448748" y="2159283"/>
                  </a:lnTo>
                  <a:lnTo>
                    <a:pt x="3448874" y="2159283"/>
                  </a:lnTo>
                  <a:lnTo>
                    <a:pt x="3449000" y="2159283"/>
                  </a:lnTo>
                  <a:lnTo>
                    <a:pt x="3449126" y="2159283"/>
                  </a:lnTo>
                  <a:lnTo>
                    <a:pt x="3449252" y="2159283"/>
                  </a:lnTo>
                  <a:lnTo>
                    <a:pt x="3449378" y="2159283"/>
                  </a:lnTo>
                  <a:lnTo>
                    <a:pt x="3449505" y="2159283"/>
                  </a:lnTo>
                  <a:lnTo>
                    <a:pt x="3449631" y="2159283"/>
                  </a:lnTo>
                  <a:lnTo>
                    <a:pt x="3449757" y="2159283"/>
                  </a:lnTo>
                  <a:lnTo>
                    <a:pt x="3449883" y="2159283"/>
                  </a:lnTo>
                  <a:lnTo>
                    <a:pt x="3450009" y="2159283"/>
                  </a:lnTo>
                  <a:lnTo>
                    <a:pt x="3450135" y="2159283"/>
                  </a:lnTo>
                  <a:lnTo>
                    <a:pt x="3450261" y="2159283"/>
                  </a:lnTo>
                  <a:lnTo>
                    <a:pt x="3450387" y="2159283"/>
                  </a:lnTo>
                  <a:lnTo>
                    <a:pt x="3450513" y="2159283"/>
                  </a:lnTo>
                  <a:lnTo>
                    <a:pt x="3450639" y="2159283"/>
                  </a:lnTo>
                  <a:lnTo>
                    <a:pt x="3450765" y="2159283"/>
                  </a:lnTo>
                  <a:lnTo>
                    <a:pt x="3450891" y="2159283"/>
                  </a:lnTo>
                  <a:lnTo>
                    <a:pt x="3451018" y="2159283"/>
                  </a:lnTo>
                  <a:lnTo>
                    <a:pt x="3451144" y="2159283"/>
                  </a:lnTo>
                  <a:lnTo>
                    <a:pt x="3451270" y="2159283"/>
                  </a:lnTo>
                  <a:lnTo>
                    <a:pt x="3451396" y="2159283"/>
                  </a:lnTo>
                  <a:lnTo>
                    <a:pt x="3451522" y="2159283"/>
                  </a:lnTo>
                  <a:lnTo>
                    <a:pt x="3451648" y="2159283"/>
                  </a:lnTo>
                  <a:lnTo>
                    <a:pt x="3451774" y="2159283"/>
                  </a:lnTo>
                  <a:lnTo>
                    <a:pt x="3451900" y="2159283"/>
                  </a:lnTo>
                  <a:lnTo>
                    <a:pt x="3452026" y="2159283"/>
                  </a:lnTo>
                  <a:lnTo>
                    <a:pt x="3452152" y="2159283"/>
                  </a:lnTo>
                  <a:lnTo>
                    <a:pt x="3452278" y="2159283"/>
                  </a:lnTo>
                  <a:lnTo>
                    <a:pt x="3452405" y="2159283"/>
                  </a:lnTo>
                  <a:lnTo>
                    <a:pt x="3452531" y="2159283"/>
                  </a:lnTo>
                  <a:lnTo>
                    <a:pt x="3452657" y="2159283"/>
                  </a:lnTo>
                  <a:lnTo>
                    <a:pt x="3452783" y="2159283"/>
                  </a:lnTo>
                  <a:lnTo>
                    <a:pt x="3452909" y="2159283"/>
                  </a:lnTo>
                  <a:lnTo>
                    <a:pt x="3453035" y="2159283"/>
                  </a:lnTo>
                  <a:lnTo>
                    <a:pt x="3453161" y="2159283"/>
                  </a:lnTo>
                  <a:lnTo>
                    <a:pt x="3453287" y="2159283"/>
                  </a:lnTo>
                  <a:lnTo>
                    <a:pt x="3453413" y="2159283"/>
                  </a:lnTo>
                  <a:lnTo>
                    <a:pt x="3453539" y="2159283"/>
                  </a:lnTo>
                  <a:lnTo>
                    <a:pt x="3453665" y="2159283"/>
                  </a:lnTo>
                  <a:lnTo>
                    <a:pt x="3453792" y="2159283"/>
                  </a:lnTo>
                  <a:lnTo>
                    <a:pt x="3453918" y="2159283"/>
                  </a:lnTo>
                  <a:lnTo>
                    <a:pt x="3454044" y="2159283"/>
                  </a:lnTo>
                  <a:lnTo>
                    <a:pt x="3454170" y="2159283"/>
                  </a:lnTo>
                  <a:lnTo>
                    <a:pt x="3454296" y="2159283"/>
                  </a:lnTo>
                  <a:lnTo>
                    <a:pt x="3454422" y="2159283"/>
                  </a:lnTo>
                  <a:lnTo>
                    <a:pt x="3454548" y="2159283"/>
                  </a:lnTo>
                  <a:lnTo>
                    <a:pt x="3454674" y="2159283"/>
                  </a:lnTo>
                  <a:lnTo>
                    <a:pt x="3454800" y="2159283"/>
                  </a:lnTo>
                  <a:lnTo>
                    <a:pt x="3454926" y="2159283"/>
                  </a:lnTo>
                  <a:lnTo>
                    <a:pt x="3455052" y="2159283"/>
                  </a:lnTo>
                  <a:lnTo>
                    <a:pt x="3455178" y="2159283"/>
                  </a:lnTo>
                  <a:lnTo>
                    <a:pt x="3455305" y="2159283"/>
                  </a:lnTo>
                  <a:lnTo>
                    <a:pt x="3455431" y="2159283"/>
                  </a:lnTo>
                  <a:lnTo>
                    <a:pt x="3455557" y="2159283"/>
                  </a:lnTo>
                  <a:lnTo>
                    <a:pt x="3455683" y="2159283"/>
                  </a:lnTo>
                  <a:lnTo>
                    <a:pt x="3455809" y="2159283"/>
                  </a:lnTo>
                  <a:lnTo>
                    <a:pt x="3455935" y="2159283"/>
                  </a:lnTo>
                  <a:lnTo>
                    <a:pt x="3456061" y="2159283"/>
                  </a:lnTo>
                  <a:lnTo>
                    <a:pt x="3456187" y="2159283"/>
                  </a:lnTo>
                  <a:lnTo>
                    <a:pt x="3456313" y="2159283"/>
                  </a:lnTo>
                  <a:lnTo>
                    <a:pt x="3456439" y="2159283"/>
                  </a:lnTo>
                  <a:lnTo>
                    <a:pt x="3456565" y="2159283"/>
                  </a:lnTo>
                  <a:lnTo>
                    <a:pt x="3456692" y="2159283"/>
                  </a:lnTo>
                  <a:lnTo>
                    <a:pt x="3456818" y="2159283"/>
                  </a:lnTo>
                  <a:lnTo>
                    <a:pt x="3456944" y="2159283"/>
                  </a:lnTo>
                  <a:lnTo>
                    <a:pt x="3457070" y="2159283"/>
                  </a:lnTo>
                  <a:lnTo>
                    <a:pt x="3457196" y="2159283"/>
                  </a:lnTo>
                  <a:lnTo>
                    <a:pt x="3457322" y="2159283"/>
                  </a:lnTo>
                  <a:lnTo>
                    <a:pt x="3457448" y="2159283"/>
                  </a:lnTo>
                  <a:lnTo>
                    <a:pt x="3457574" y="2159283"/>
                  </a:lnTo>
                  <a:lnTo>
                    <a:pt x="3457700" y="2159283"/>
                  </a:lnTo>
                  <a:lnTo>
                    <a:pt x="3457826" y="2159283"/>
                  </a:lnTo>
                  <a:lnTo>
                    <a:pt x="3457952" y="2159283"/>
                  </a:lnTo>
                  <a:lnTo>
                    <a:pt x="3458078" y="2159283"/>
                  </a:lnTo>
                  <a:lnTo>
                    <a:pt x="3458205" y="2159283"/>
                  </a:lnTo>
                  <a:lnTo>
                    <a:pt x="3458331" y="2159283"/>
                  </a:lnTo>
                  <a:lnTo>
                    <a:pt x="3458457" y="2159283"/>
                  </a:lnTo>
                  <a:lnTo>
                    <a:pt x="3458583" y="2159283"/>
                  </a:lnTo>
                  <a:lnTo>
                    <a:pt x="3458709" y="2159283"/>
                  </a:lnTo>
                  <a:lnTo>
                    <a:pt x="3458835" y="2159283"/>
                  </a:lnTo>
                  <a:lnTo>
                    <a:pt x="3458961" y="2159283"/>
                  </a:lnTo>
                  <a:lnTo>
                    <a:pt x="3459087" y="2159283"/>
                  </a:lnTo>
                  <a:lnTo>
                    <a:pt x="3459213" y="2159283"/>
                  </a:lnTo>
                  <a:lnTo>
                    <a:pt x="3459339" y="2159283"/>
                  </a:lnTo>
                  <a:lnTo>
                    <a:pt x="3459465" y="2159283"/>
                  </a:lnTo>
                  <a:lnTo>
                    <a:pt x="3459592" y="2159283"/>
                  </a:lnTo>
                  <a:lnTo>
                    <a:pt x="3459718" y="2159283"/>
                  </a:lnTo>
                  <a:lnTo>
                    <a:pt x="3459844" y="2159283"/>
                  </a:lnTo>
                  <a:lnTo>
                    <a:pt x="3459970" y="2159283"/>
                  </a:lnTo>
                  <a:lnTo>
                    <a:pt x="3460096" y="2159283"/>
                  </a:lnTo>
                  <a:lnTo>
                    <a:pt x="3460222" y="2159283"/>
                  </a:lnTo>
                  <a:lnTo>
                    <a:pt x="3460348" y="2159283"/>
                  </a:lnTo>
                  <a:lnTo>
                    <a:pt x="3460474" y="2159283"/>
                  </a:lnTo>
                  <a:lnTo>
                    <a:pt x="3460600" y="2159283"/>
                  </a:lnTo>
                  <a:lnTo>
                    <a:pt x="3460726" y="2159283"/>
                  </a:lnTo>
                  <a:lnTo>
                    <a:pt x="3460852" y="2159283"/>
                  </a:lnTo>
                  <a:lnTo>
                    <a:pt x="3460979" y="2159283"/>
                  </a:lnTo>
                  <a:lnTo>
                    <a:pt x="3461105" y="2159283"/>
                  </a:lnTo>
                  <a:lnTo>
                    <a:pt x="3461231" y="2159283"/>
                  </a:lnTo>
                  <a:lnTo>
                    <a:pt x="3461357" y="2159283"/>
                  </a:lnTo>
                  <a:lnTo>
                    <a:pt x="3461483" y="2159283"/>
                  </a:lnTo>
                  <a:lnTo>
                    <a:pt x="3461609" y="2159283"/>
                  </a:lnTo>
                  <a:lnTo>
                    <a:pt x="3461735" y="2159283"/>
                  </a:lnTo>
                  <a:lnTo>
                    <a:pt x="3461861" y="2159283"/>
                  </a:lnTo>
                  <a:lnTo>
                    <a:pt x="3461987" y="2159283"/>
                  </a:lnTo>
                  <a:lnTo>
                    <a:pt x="3462113" y="2159283"/>
                  </a:lnTo>
                  <a:lnTo>
                    <a:pt x="3462239" y="2159283"/>
                  </a:lnTo>
                  <a:lnTo>
                    <a:pt x="3462365" y="2159283"/>
                  </a:lnTo>
                  <a:lnTo>
                    <a:pt x="3462492" y="2159283"/>
                  </a:lnTo>
                  <a:lnTo>
                    <a:pt x="3462618" y="2159283"/>
                  </a:lnTo>
                  <a:lnTo>
                    <a:pt x="3462744" y="2159283"/>
                  </a:lnTo>
                  <a:lnTo>
                    <a:pt x="3462870" y="2159283"/>
                  </a:lnTo>
                  <a:lnTo>
                    <a:pt x="3462996" y="2159283"/>
                  </a:lnTo>
                  <a:lnTo>
                    <a:pt x="3463122" y="2159283"/>
                  </a:lnTo>
                  <a:lnTo>
                    <a:pt x="3463248" y="2159283"/>
                  </a:lnTo>
                  <a:lnTo>
                    <a:pt x="3463374" y="2159283"/>
                  </a:lnTo>
                  <a:lnTo>
                    <a:pt x="3463500" y="2159283"/>
                  </a:lnTo>
                  <a:lnTo>
                    <a:pt x="3463626" y="2159283"/>
                  </a:lnTo>
                  <a:lnTo>
                    <a:pt x="3463752" y="2159283"/>
                  </a:lnTo>
                  <a:lnTo>
                    <a:pt x="3463752" y="2154003"/>
                  </a:lnTo>
                  <a:lnTo>
                    <a:pt x="3463879" y="2154003"/>
                  </a:lnTo>
                  <a:lnTo>
                    <a:pt x="3464005" y="2154003"/>
                  </a:lnTo>
                  <a:lnTo>
                    <a:pt x="3464131" y="2154003"/>
                  </a:lnTo>
                  <a:lnTo>
                    <a:pt x="3464257" y="2154003"/>
                  </a:lnTo>
                  <a:lnTo>
                    <a:pt x="3464383" y="2154003"/>
                  </a:lnTo>
                  <a:lnTo>
                    <a:pt x="3464509" y="2154003"/>
                  </a:lnTo>
                  <a:lnTo>
                    <a:pt x="3464635" y="2154003"/>
                  </a:lnTo>
                  <a:lnTo>
                    <a:pt x="3464761" y="2154003"/>
                  </a:lnTo>
                  <a:lnTo>
                    <a:pt x="3464887" y="2154003"/>
                  </a:lnTo>
                  <a:lnTo>
                    <a:pt x="3465013" y="2154003"/>
                  </a:lnTo>
                  <a:lnTo>
                    <a:pt x="3465139" y="2154003"/>
                  </a:lnTo>
                  <a:lnTo>
                    <a:pt x="3465265" y="2154003"/>
                  </a:lnTo>
                  <a:lnTo>
                    <a:pt x="3465392" y="2154003"/>
                  </a:lnTo>
                  <a:lnTo>
                    <a:pt x="3465518" y="2154003"/>
                  </a:lnTo>
                  <a:lnTo>
                    <a:pt x="3465644" y="2154003"/>
                  </a:lnTo>
                  <a:lnTo>
                    <a:pt x="3465770" y="2154003"/>
                  </a:lnTo>
                  <a:lnTo>
                    <a:pt x="3465896" y="2154003"/>
                  </a:lnTo>
                  <a:lnTo>
                    <a:pt x="3466022" y="2154003"/>
                  </a:lnTo>
                  <a:lnTo>
                    <a:pt x="3466148" y="2154003"/>
                  </a:lnTo>
                  <a:lnTo>
                    <a:pt x="3466274" y="2154003"/>
                  </a:lnTo>
                  <a:lnTo>
                    <a:pt x="3466400" y="2154003"/>
                  </a:lnTo>
                  <a:lnTo>
                    <a:pt x="3466526" y="2154003"/>
                  </a:lnTo>
                  <a:lnTo>
                    <a:pt x="3466652" y="2154003"/>
                  </a:lnTo>
                  <a:lnTo>
                    <a:pt x="3466779" y="2154003"/>
                  </a:lnTo>
                  <a:lnTo>
                    <a:pt x="3466905" y="2154003"/>
                  </a:lnTo>
                  <a:lnTo>
                    <a:pt x="3467031" y="2154003"/>
                  </a:lnTo>
                  <a:lnTo>
                    <a:pt x="3467157" y="2154003"/>
                  </a:lnTo>
                  <a:lnTo>
                    <a:pt x="3467283" y="2154003"/>
                  </a:lnTo>
                  <a:lnTo>
                    <a:pt x="3467409" y="2154003"/>
                  </a:lnTo>
                  <a:lnTo>
                    <a:pt x="3467535" y="2154003"/>
                  </a:lnTo>
                  <a:lnTo>
                    <a:pt x="3467661" y="2154003"/>
                  </a:lnTo>
                  <a:lnTo>
                    <a:pt x="3467787" y="2154003"/>
                  </a:lnTo>
                  <a:lnTo>
                    <a:pt x="3467913" y="2154003"/>
                  </a:lnTo>
                  <a:lnTo>
                    <a:pt x="3468039" y="2154003"/>
                  </a:lnTo>
                  <a:lnTo>
                    <a:pt x="3468165" y="2154003"/>
                  </a:lnTo>
                  <a:lnTo>
                    <a:pt x="3468292" y="2154003"/>
                  </a:lnTo>
                  <a:lnTo>
                    <a:pt x="3468418" y="2154003"/>
                  </a:lnTo>
                  <a:lnTo>
                    <a:pt x="3468544" y="2154003"/>
                  </a:lnTo>
                  <a:lnTo>
                    <a:pt x="3468670" y="2154003"/>
                  </a:lnTo>
                  <a:lnTo>
                    <a:pt x="3468796" y="2154003"/>
                  </a:lnTo>
                  <a:lnTo>
                    <a:pt x="3468922" y="2154003"/>
                  </a:lnTo>
                  <a:lnTo>
                    <a:pt x="3469048" y="2154003"/>
                  </a:lnTo>
                  <a:lnTo>
                    <a:pt x="3469174" y="2154003"/>
                  </a:lnTo>
                  <a:lnTo>
                    <a:pt x="3469300" y="2154003"/>
                  </a:lnTo>
                  <a:lnTo>
                    <a:pt x="3469426" y="2154003"/>
                  </a:lnTo>
                  <a:lnTo>
                    <a:pt x="3469552" y="2154003"/>
                  </a:lnTo>
                  <a:lnTo>
                    <a:pt x="3469679" y="2154003"/>
                  </a:lnTo>
                  <a:lnTo>
                    <a:pt x="3469805" y="2154003"/>
                  </a:lnTo>
                  <a:lnTo>
                    <a:pt x="3469931" y="2154003"/>
                  </a:lnTo>
                  <a:lnTo>
                    <a:pt x="3470057" y="2154003"/>
                  </a:lnTo>
                  <a:lnTo>
                    <a:pt x="3470183" y="2154003"/>
                  </a:lnTo>
                  <a:lnTo>
                    <a:pt x="3470309" y="2154003"/>
                  </a:lnTo>
                  <a:lnTo>
                    <a:pt x="3470435" y="2154003"/>
                  </a:lnTo>
                  <a:lnTo>
                    <a:pt x="3470561" y="2154003"/>
                  </a:lnTo>
                  <a:lnTo>
                    <a:pt x="3470687" y="2154003"/>
                  </a:lnTo>
                  <a:lnTo>
                    <a:pt x="3470813" y="2154003"/>
                  </a:lnTo>
                  <a:lnTo>
                    <a:pt x="3470939" y="2154003"/>
                  </a:lnTo>
                  <a:lnTo>
                    <a:pt x="3471066" y="2154003"/>
                  </a:lnTo>
                  <a:lnTo>
                    <a:pt x="3471192" y="2154003"/>
                  </a:lnTo>
                  <a:lnTo>
                    <a:pt x="3471318" y="2154003"/>
                  </a:lnTo>
                  <a:lnTo>
                    <a:pt x="3471444" y="2154003"/>
                  </a:lnTo>
                  <a:lnTo>
                    <a:pt x="3471570" y="2154003"/>
                  </a:lnTo>
                  <a:lnTo>
                    <a:pt x="3471696" y="2154003"/>
                  </a:lnTo>
                  <a:lnTo>
                    <a:pt x="3471822" y="2154003"/>
                  </a:lnTo>
                  <a:lnTo>
                    <a:pt x="3471948" y="2154003"/>
                  </a:lnTo>
                  <a:lnTo>
                    <a:pt x="3472074" y="2154003"/>
                  </a:lnTo>
                  <a:lnTo>
                    <a:pt x="3472200" y="2154003"/>
                  </a:lnTo>
                  <a:lnTo>
                    <a:pt x="3472326" y="2154003"/>
                  </a:lnTo>
                  <a:lnTo>
                    <a:pt x="3472452" y="2154003"/>
                  </a:lnTo>
                  <a:lnTo>
                    <a:pt x="3472579" y="2154003"/>
                  </a:lnTo>
                  <a:lnTo>
                    <a:pt x="3472705" y="2154003"/>
                  </a:lnTo>
                  <a:lnTo>
                    <a:pt x="3472831" y="2154003"/>
                  </a:lnTo>
                  <a:lnTo>
                    <a:pt x="3472957" y="2154003"/>
                  </a:lnTo>
                  <a:lnTo>
                    <a:pt x="3473083" y="2154003"/>
                  </a:lnTo>
                  <a:lnTo>
                    <a:pt x="3473209" y="2154003"/>
                  </a:lnTo>
                  <a:lnTo>
                    <a:pt x="3473335" y="2154003"/>
                  </a:lnTo>
                  <a:lnTo>
                    <a:pt x="3473461" y="2154003"/>
                  </a:lnTo>
                  <a:lnTo>
                    <a:pt x="3473587" y="2154003"/>
                  </a:lnTo>
                  <a:lnTo>
                    <a:pt x="3473713" y="2154003"/>
                  </a:lnTo>
                  <a:lnTo>
                    <a:pt x="3473839" y="2154003"/>
                  </a:lnTo>
                  <a:lnTo>
                    <a:pt x="3473966" y="2154003"/>
                  </a:lnTo>
                  <a:lnTo>
                    <a:pt x="3474092" y="2154003"/>
                  </a:lnTo>
                  <a:lnTo>
                    <a:pt x="3474218" y="2154003"/>
                  </a:lnTo>
                  <a:lnTo>
                    <a:pt x="3474344" y="2154003"/>
                  </a:lnTo>
                  <a:lnTo>
                    <a:pt x="3474470" y="2154003"/>
                  </a:lnTo>
                  <a:lnTo>
                    <a:pt x="3474596" y="2154003"/>
                  </a:lnTo>
                  <a:lnTo>
                    <a:pt x="3474722" y="2154003"/>
                  </a:lnTo>
                  <a:lnTo>
                    <a:pt x="3474848" y="2154003"/>
                  </a:lnTo>
                  <a:lnTo>
                    <a:pt x="3474974" y="2154003"/>
                  </a:lnTo>
                  <a:lnTo>
                    <a:pt x="3475100" y="2154003"/>
                  </a:lnTo>
                  <a:lnTo>
                    <a:pt x="3475226" y="2154003"/>
                  </a:lnTo>
                  <a:lnTo>
                    <a:pt x="3475352" y="2154003"/>
                  </a:lnTo>
                  <a:lnTo>
                    <a:pt x="3475479" y="2154003"/>
                  </a:lnTo>
                  <a:lnTo>
                    <a:pt x="3475605" y="2154003"/>
                  </a:lnTo>
                  <a:lnTo>
                    <a:pt x="3475731" y="2154003"/>
                  </a:lnTo>
                  <a:lnTo>
                    <a:pt x="3475857" y="2154003"/>
                  </a:lnTo>
                  <a:lnTo>
                    <a:pt x="3475983" y="2154003"/>
                  </a:lnTo>
                  <a:lnTo>
                    <a:pt x="3476109" y="2154003"/>
                  </a:lnTo>
                  <a:lnTo>
                    <a:pt x="3476235" y="2154003"/>
                  </a:lnTo>
                  <a:lnTo>
                    <a:pt x="3476361" y="2154003"/>
                  </a:lnTo>
                  <a:lnTo>
                    <a:pt x="3476487" y="2154003"/>
                  </a:lnTo>
                  <a:lnTo>
                    <a:pt x="3476613" y="2154003"/>
                  </a:lnTo>
                  <a:lnTo>
                    <a:pt x="3476739" y="2154003"/>
                  </a:lnTo>
                  <a:lnTo>
                    <a:pt x="3476866" y="2154003"/>
                  </a:lnTo>
                  <a:lnTo>
                    <a:pt x="3476992" y="2154003"/>
                  </a:lnTo>
                  <a:lnTo>
                    <a:pt x="3477118" y="2154003"/>
                  </a:lnTo>
                  <a:lnTo>
                    <a:pt x="3477244" y="2154003"/>
                  </a:lnTo>
                  <a:lnTo>
                    <a:pt x="3477370" y="2154003"/>
                  </a:lnTo>
                  <a:lnTo>
                    <a:pt x="3477496" y="2154003"/>
                  </a:lnTo>
                  <a:lnTo>
                    <a:pt x="3477622" y="2154003"/>
                  </a:lnTo>
                  <a:lnTo>
                    <a:pt x="3477748" y="2154003"/>
                  </a:lnTo>
                  <a:lnTo>
                    <a:pt x="3477874" y="2154003"/>
                  </a:lnTo>
                  <a:lnTo>
                    <a:pt x="3478000" y="2154003"/>
                  </a:lnTo>
                  <a:lnTo>
                    <a:pt x="3478126" y="2154003"/>
                  </a:lnTo>
                  <a:lnTo>
                    <a:pt x="3478253" y="2154003"/>
                  </a:lnTo>
                  <a:lnTo>
                    <a:pt x="3478379" y="2154003"/>
                  </a:lnTo>
                  <a:lnTo>
                    <a:pt x="3478505" y="2154003"/>
                  </a:lnTo>
                  <a:lnTo>
                    <a:pt x="3478631" y="2154003"/>
                  </a:lnTo>
                  <a:lnTo>
                    <a:pt x="3478757" y="2154003"/>
                  </a:lnTo>
                  <a:lnTo>
                    <a:pt x="3478883" y="2154003"/>
                  </a:lnTo>
                  <a:lnTo>
                    <a:pt x="3479009" y="2154003"/>
                  </a:lnTo>
                  <a:lnTo>
                    <a:pt x="3479135" y="2154003"/>
                  </a:lnTo>
                  <a:lnTo>
                    <a:pt x="3479261" y="2154003"/>
                  </a:lnTo>
                  <a:lnTo>
                    <a:pt x="3479387" y="2154003"/>
                  </a:lnTo>
                  <a:lnTo>
                    <a:pt x="3479513" y="2154003"/>
                  </a:lnTo>
                  <a:lnTo>
                    <a:pt x="3479639" y="2154003"/>
                  </a:lnTo>
                  <a:lnTo>
                    <a:pt x="3479766" y="2154003"/>
                  </a:lnTo>
                  <a:lnTo>
                    <a:pt x="3479892" y="2154003"/>
                  </a:lnTo>
                  <a:lnTo>
                    <a:pt x="3480018" y="2154003"/>
                  </a:lnTo>
                  <a:lnTo>
                    <a:pt x="3480144" y="2154003"/>
                  </a:lnTo>
                  <a:lnTo>
                    <a:pt x="3480270" y="2154003"/>
                  </a:lnTo>
                  <a:lnTo>
                    <a:pt x="3480396" y="2154003"/>
                  </a:lnTo>
                  <a:lnTo>
                    <a:pt x="3480522" y="2154003"/>
                  </a:lnTo>
                  <a:lnTo>
                    <a:pt x="3480648" y="2154003"/>
                  </a:lnTo>
                  <a:lnTo>
                    <a:pt x="3480774" y="2154003"/>
                  </a:lnTo>
                  <a:lnTo>
                    <a:pt x="3480900" y="2154003"/>
                  </a:lnTo>
                  <a:lnTo>
                    <a:pt x="3481026" y="2154003"/>
                  </a:lnTo>
                  <a:lnTo>
                    <a:pt x="3481026" y="2148724"/>
                  </a:lnTo>
                  <a:lnTo>
                    <a:pt x="3481153" y="2148724"/>
                  </a:lnTo>
                  <a:lnTo>
                    <a:pt x="3481279" y="2148724"/>
                  </a:lnTo>
                  <a:lnTo>
                    <a:pt x="3481405" y="2148724"/>
                  </a:lnTo>
                  <a:lnTo>
                    <a:pt x="3481531" y="2148724"/>
                  </a:lnTo>
                  <a:lnTo>
                    <a:pt x="3481657" y="2148724"/>
                  </a:lnTo>
                  <a:lnTo>
                    <a:pt x="3481783" y="2148724"/>
                  </a:lnTo>
                  <a:lnTo>
                    <a:pt x="3481909" y="2148724"/>
                  </a:lnTo>
                  <a:lnTo>
                    <a:pt x="3482035" y="2148724"/>
                  </a:lnTo>
                  <a:lnTo>
                    <a:pt x="3482161" y="2148724"/>
                  </a:lnTo>
                  <a:lnTo>
                    <a:pt x="3482287" y="2148724"/>
                  </a:lnTo>
                  <a:lnTo>
                    <a:pt x="3482413" y="2148724"/>
                  </a:lnTo>
                  <a:lnTo>
                    <a:pt x="3482539" y="2148724"/>
                  </a:lnTo>
                  <a:lnTo>
                    <a:pt x="3482666" y="2148724"/>
                  </a:lnTo>
                  <a:lnTo>
                    <a:pt x="3482792" y="2148724"/>
                  </a:lnTo>
                  <a:lnTo>
                    <a:pt x="3482918" y="2148724"/>
                  </a:lnTo>
                  <a:lnTo>
                    <a:pt x="3483044" y="2148724"/>
                  </a:lnTo>
                  <a:lnTo>
                    <a:pt x="3483170" y="2148724"/>
                  </a:lnTo>
                  <a:lnTo>
                    <a:pt x="3483296" y="2148724"/>
                  </a:lnTo>
                  <a:lnTo>
                    <a:pt x="3483422" y="2148724"/>
                  </a:lnTo>
                  <a:lnTo>
                    <a:pt x="3483548" y="2148724"/>
                  </a:lnTo>
                  <a:lnTo>
                    <a:pt x="3483674" y="2148724"/>
                  </a:lnTo>
                  <a:lnTo>
                    <a:pt x="3483800" y="2148724"/>
                  </a:lnTo>
                  <a:lnTo>
                    <a:pt x="3483926" y="2148724"/>
                  </a:lnTo>
                  <a:lnTo>
                    <a:pt x="3484053" y="2148724"/>
                  </a:lnTo>
                  <a:lnTo>
                    <a:pt x="3484179" y="2148724"/>
                  </a:lnTo>
                  <a:lnTo>
                    <a:pt x="3484305" y="2148724"/>
                  </a:lnTo>
                  <a:lnTo>
                    <a:pt x="3484431" y="2148724"/>
                  </a:lnTo>
                  <a:lnTo>
                    <a:pt x="3484557" y="2148724"/>
                  </a:lnTo>
                  <a:lnTo>
                    <a:pt x="3484683" y="2148724"/>
                  </a:lnTo>
                  <a:lnTo>
                    <a:pt x="3484809" y="2148724"/>
                  </a:lnTo>
                  <a:lnTo>
                    <a:pt x="3484935" y="2148724"/>
                  </a:lnTo>
                  <a:lnTo>
                    <a:pt x="3485061" y="2148724"/>
                  </a:lnTo>
                  <a:lnTo>
                    <a:pt x="3485187" y="2148724"/>
                  </a:lnTo>
                  <a:lnTo>
                    <a:pt x="3485313" y="2148724"/>
                  </a:lnTo>
                  <a:lnTo>
                    <a:pt x="3485440" y="2148724"/>
                  </a:lnTo>
                  <a:lnTo>
                    <a:pt x="3485566" y="2148724"/>
                  </a:lnTo>
                  <a:lnTo>
                    <a:pt x="3485692" y="2148724"/>
                  </a:lnTo>
                  <a:lnTo>
                    <a:pt x="3485818" y="2148724"/>
                  </a:lnTo>
                  <a:lnTo>
                    <a:pt x="3485944" y="2148724"/>
                  </a:lnTo>
                  <a:lnTo>
                    <a:pt x="3486070" y="2148724"/>
                  </a:lnTo>
                  <a:lnTo>
                    <a:pt x="3486196" y="2148724"/>
                  </a:lnTo>
                  <a:lnTo>
                    <a:pt x="3486322" y="2148724"/>
                  </a:lnTo>
                  <a:lnTo>
                    <a:pt x="3486448" y="2148724"/>
                  </a:lnTo>
                  <a:lnTo>
                    <a:pt x="3486574" y="2148724"/>
                  </a:lnTo>
                  <a:lnTo>
                    <a:pt x="3486700" y="2148724"/>
                  </a:lnTo>
                  <a:lnTo>
                    <a:pt x="3486826" y="2148724"/>
                  </a:lnTo>
                  <a:lnTo>
                    <a:pt x="3486953" y="2148724"/>
                  </a:lnTo>
                  <a:lnTo>
                    <a:pt x="3487079" y="2148724"/>
                  </a:lnTo>
                  <a:lnTo>
                    <a:pt x="3487205" y="2148724"/>
                  </a:lnTo>
                  <a:lnTo>
                    <a:pt x="3487331" y="2148724"/>
                  </a:lnTo>
                  <a:lnTo>
                    <a:pt x="3487457" y="2148724"/>
                  </a:lnTo>
                  <a:lnTo>
                    <a:pt x="3487583" y="2148724"/>
                  </a:lnTo>
                  <a:lnTo>
                    <a:pt x="3487709" y="2148724"/>
                  </a:lnTo>
                  <a:lnTo>
                    <a:pt x="3487835" y="2148724"/>
                  </a:lnTo>
                  <a:lnTo>
                    <a:pt x="3487835" y="2143445"/>
                  </a:lnTo>
                  <a:lnTo>
                    <a:pt x="3487835" y="2138165"/>
                  </a:lnTo>
                  <a:lnTo>
                    <a:pt x="3487961" y="2138165"/>
                  </a:lnTo>
                  <a:lnTo>
                    <a:pt x="3488087" y="2138165"/>
                  </a:lnTo>
                  <a:lnTo>
                    <a:pt x="3488213" y="2138165"/>
                  </a:lnTo>
                  <a:lnTo>
                    <a:pt x="3488340" y="2138165"/>
                  </a:lnTo>
                  <a:lnTo>
                    <a:pt x="3488466" y="2138165"/>
                  </a:lnTo>
                  <a:lnTo>
                    <a:pt x="3488592" y="2138165"/>
                  </a:lnTo>
                  <a:lnTo>
                    <a:pt x="3488718" y="2138165"/>
                  </a:lnTo>
                  <a:lnTo>
                    <a:pt x="3488844" y="2138165"/>
                  </a:lnTo>
                  <a:lnTo>
                    <a:pt x="3488970" y="2138165"/>
                  </a:lnTo>
                  <a:lnTo>
                    <a:pt x="3489096" y="2138165"/>
                  </a:lnTo>
                  <a:lnTo>
                    <a:pt x="3489222" y="2138165"/>
                  </a:lnTo>
                  <a:lnTo>
                    <a:pt x="3489348" y="2138165"/>
                  </a:lnTo>
                  <a:lnTo>
                    <a:pt x="3489348" y="2132886"/>
                  </a:lnTo>
                  <a:lnTo>
                    <a:pt x="3489474" y="2132886"/>
                  </a:lnTo>
                  <a:lnTo>
                    <a:pt x="3489600" y="2132886"/>
                  </a:lnTo>
                  <a:lnTo>
                    <a:pt x="3489726" y="2132886"/>
                  </a:lnTo>
                  <a:lnTo>
                    <a:pt x="3489853" y="2132886"/>
                  </a:lnTo>
                  <a:lnTo>
                    <a:pt x="3489853" y="2127606"/>
                  </a:lnTo>
                  <a:lnTo>
                    <a:pt x="3489979" y="2127606"/>
                  </a:lnTo>
                  <a:lnTo>
                    <a:pt x="3490105" y="2127606"/>
                  </a:lnTo>
                  <a:lnTo>
                    <a:pt x="3490231" y="2127606"/>
                  </a:lnTo>
                  <a:lnTo>
                    <a:pt x="3490357" y="2127606"/>
                  </a:lnTo>
                  <a:lnTo>
                    <a:pt x="3490483" y="2127606"/>
                  </a:lnTo>
                  <a:lnTo>
                    <a:pt x="3490609" y="2127606"/>
                  </a:lnTo>
                  <a:lnTo>
                    <a:pt x="3490735" y="2127606"/>
                  </a:lnTo>
                  <a:lnTo>
                    <a:pt x="3490861" y="2127606"/>
                  </a:lnTo>
                  <a:lnTo>
                    <a:pt x="3490987" y="2127606"/>
                  </a:lnTo>
                  <a:lnTo>
                    <a:pt x="3491113" y="2127606"/>
                  </a:lnTo>
                  <a:lnTo>
                    <a:pt x="3491240" y="2127606"/>
                  </a:lnTo>
                  <a:lnTo>
                    <a:pt x="3491366" y="2127606"/>
                  </a:lnTo>
                  <a:lnTo>
                    <a:pt x="3491492" y="2127606"/>
                  </a:lnTo>
                  <a:lnTo>
                    <a:pt x="3491618" y="2127606"/>
                  </a:lnTo>
                  <a:lnTo>
                    <a:pt x="3491744" y="2127606"/>
                  </a:lnTo>
                  <a:lnTo>
                    <a:pt x="3491870" y="2127606"/>
                  </a:lnTo>
                  <a:lnTo>
                    <a:pt x="3491996" y="2127606"/>
                  </a:lnTo>
                  <a:lnTo>
                    <a:pt x="3492122" y="2127606"/>
                  </a:lnTo>
                  <a:lnTo>
                    <a:pt x="3492248" y="2127606"/>
                  </a:lnTo>
                  <a:lnTo>
                    <a:pt x="3492374" y="2127606"/>
                  </a:lnTo>
                  <a:lnTo>
                    <a:pt x="3492500" y="2127606"/>
                  </a:lnTo>
                  <a:lnTo>
                    <a:pt x="3492626" y="2127606"/>
                  </a:lnTo>
                  <a:lnTo>
                    <a:pt x="3492753" y="2127606"/>
                  </a:lnTo>
                  <a:lnTo>
                    <a:pt x="3492879" y="2127606"/>
                  </a:lnTo>
                  <a:lnTo>
                    <a:pt x="3493005" y="2127606"/>
                  </a:lnTo>
                  <a:lnTo>
                    <a:pt x="3493131" y="2127606"/>
                  </a:lnTo>
                  <a:lnTo>
                    <a:pt x="3493257" y="2127606"/>
                  </a:lnTo>
                  <a:lnTo>
                    <a:pt x="3493383" y="2127606"/>
                  </a:lnTo>
                  <a:lnTo>
                    <a:pt x="3493383" y="2122327"/>
                  </a:lnTo>
                  <a:lnTo>
                    <a:pt x="3493509" y="2122327"/>
                  </a:lnTo>
                  <a:lnTo>
                    <a:pt x="3493635" y="2122327"/>
                  </a:lnTo>
                  <a:lnTo>
                    <a:pt x="3493761" y="2122327"/>
                  </a:lnTo>
                  <a:lnTo>
                    <a:pt x="3493887" y="2122327"/>
                  </a:lnTo>
                  <a:lnTo>
                    <a:pt x="3494013" y="2122327"/>
                  </a:lnTo>
                  <a:lnTo>
                    <a:pt x="3494140" y="2122327"/>
                  </a:lnTo>
                  <a:lnTo>
                    <a:pt x="3494266" y="2122327"/>
                  </a:lnTo>
                  <a:lnTo>
                    <a:pt x="3494392" y="2122327"/>
                  </a:lnTo>
                  <a:lnTo>
                    <a:pt x="3494518" y="2122327"/>
                  </a:lnTo>
                  <a:lnTo>
                    <a:pt x="3494644" y="2122327"/>
                  </a:lnTo>
                  <a:lnTo>
                    <a:pt x="3494770" y="2122327"/>
                  </a:lnTo>
                  <a:lnTo>
                    <a:pt x="3494896" y="2122327"/>
                  </a:lnTo>
                  <a:lnTo>
                    <a:pt x="3495022" y="2122327"/>
                  </a:lnTo>
                  <a:lnTo>
                    <a:pt x="3495148" y="2122327"/>
                  </a:lnTo>
                  <a:lnTo>
                    <a:pt x="3495274" y="2122327"/>
                  </a:lnTo>
                  <a:lnTo>
                    <a:pt x="3495400" y="2122327"/>
                  </a:lnTo>
                  <a:lnTo>
                    <a:pt x="3495400" y="2117047"/>
                  </a:lnTo>
                  <a:lnTo>
                    <a:pt x="3495527" y="2117047"/>
                  </a:lnTo>
                  <a:lnTo>
                    <a:pt x="3495653" y="2117047"/>
                  </a:lnTo>
                  <a:lnTo>
                    <a:pt x="3495779" y="2117047"/>
                  </a:lnTo>
                  <a:lnTo>
                    <a:pt x="3495905" y="2117047"/>
                  </a:lnTo>
                  <a:lnTo>
                    <a:pt x="3496031" y="2117047"/>
                  </a:lnTo>
                  <a:lnTo>
                    <a:pt x="3496157" y="2117047"/>
                  </a:lnTo>
                  <a:lnTo>
                    <a:pt x="3496283" y="2117047"/>
                  </a:lnTo>
                  <a:lnTo>
                    <a:pt x="3496409" y="2117047"/>
                  </a:lnTo>
                  <a:lnTo>
                    <a:pt x="3496535" y="2117047"/>
                  </a:lnTo>
                  <a:lnTo>
                    <a:pt x="3496661" y="2117047"/>
                  </a:lnTo>
                  <a:lnTo>
                    <a:pt x="3496787" y="2117047"/>
                  </a:lnTo>
                  <a:lnTo>
                    <a:pt x="3496913" y="2117047"/>
                  </a:lnTo>
                  <a:lnTo>
                    <a:pt x="3497040" y="2117047"/>
                  </a:lnTo>
                  <a:lnTo>
                    <a:pt x="3497166" y="2117047"/>
                  </a:lnTo>
                  <a:lnTo>
                    <a:pt x="3497292" y="2117047"/>
                  </a:lnTo>
                  <a:lnTo>
                    <a:pt x="3497418" y="2117047"/>
                  </a:lnTo>
                  <a:lnTo>
                    <a:pt x="3497544" y="2117047"/>
                  </a:lnTo>
                  <a:lnTo>
                    <a:pt x="3497670" y="2117047"/>
                  </a:lnTo>
                  <a:lnTo>
                    <a:pt x="3497796" y="2117047"/>
                  </a:lnTo>
                  <a:lnTo>
                    <a:pt x="3497922" y="2117047"/>
                  </a:lnTo>
                  <a:lnTo>
                    <a:pt x="3498048" y="2117047"/>
                  </a:lnTo>
                  <a:lnTo>
                    <a:pt x="3498174" y="2117047"/>
                  </a:lnTo>
                  <a:lnTo>
                    <a:pt x="3498300" y="2117047"/>
                  </a:lnTo>
                  <a:lnTo>
                    <a:pt x="3498427" y="2117047"/>
                  </a:lnTo>
                  <a:lnTo>
                    <a:pt x="3498553" y="2117047"/>
                  </a:lnTo>
                  <a:lnTo>
                    <a:pt x="3498679" y="2117047"/>
                  </a:lnTo>
                  <a:lnTo>
                    <a:pt x="3498805" y="2117047"/>
                  </a:lnTo>
                  <a:lnTo>
                    <a:pt x="3498931" y="2117047"/>
                  </a:lnTo>
                  <a:lnTo>
                    <a:pt x="3499057" y="2117047"/>
                  </a:lnTo>
                  <a:lnTo>
                    <a:pt x="3499183" y="2117047"/>
                  </a:lnTo>
                  <a:lnTo>
                    <a:pt x="3499309" y="2117047"/>
                  </a:lnTo>
                  <a:lnTo>
                    <a:pt x="3499435" y="2117047"/>
                  </a:lnTo>
                  <a:lnTo>
                    <a:pt x="3499561" y="2117047"/>
                  </a:lnTo>
                  <a:lnTo>
                    <a:pt x="3499687" y="2117047"/>
                  </a:lnTo>
                  <a:lnTo>
                    <a:pt x="3499813" y="2117047"/>
                  </a:lnTo>
                  <a:lnTo>
                    <a:pt x="3499940" y="2117047"/>
                  </a:lnTo>
                  <a:lnTo>
                    <a:pt x="3500066" y="2117047"/>
                  </a:lnTo>
                  <a:lnTo>
                    <a:pt x="3500192" y="2117047"/>
                  </a:lnTo>
                  <a:lnTo>
                    <a:pt x="3500318" y="2117047"/>
                  </a:lnTo>
                  <a:lnTo>
                    <a:pt x="3500444" y="2117047"/>
                  </a:lnTo>
                  <a:lnTo>
                    <a:pt x="3500570" y="2117047"/>
                  </a:lnTo>
                  <a:lnTo>
                    <a:pt x="3500696" y="2117047"/>
                  </a:lnTo>
                  <a:lnTo>
                    <a:pt x="3500822" y="2117047"/>
                  </a:lnTo>
                  <a:lnTo>
                    <a:pt x="3500948" y="2117047"/>
                  </a:lnTo>
                  <a:lnTo>
                    <a:pt x="3501074" y="2117047"/>
                  </a:lnTo>
                  <a:lnTo>
                    <a:pt x="3501200" y="2117047"/>
                  </a:lnTo>
                  <a:lnTo>
                    <a:pt x="3501327" y="2117047"/>
                  </a:lnTo>
                  <a:lnTo>
                    <a:pt x="3501453" y="2117047"/>
                  </a:lnTo>
                  <a:lnTo>
                    <a:pt x="3501579" y="2117047"/>
                  </a:lnTo>
                  <a:lnTo>
                    <a:pt x="3501705" y="2117047"/>
                  </a:lnTo>
                  <a:lnTo>
                    <a:pt x="3501831" y="2117047"/>
                  </a:lnTo>
                  <a:lnTo>
                    <a:pt x="3501957" y="2117047"/>
                  </a:lnTo>
                  <a:lnTo>
                    <a:pt x="3502083" y="2117047"/>
                  </a:lnTo>
                  <a:lnTo>
                    <a:pt x="3502209" y="2117047"/>
                  </a:lnTo>
                  <a:lnTo>
                    <a:pt x="3502335" y="2117047"/>
                  </a:lnTo>
                  <a:lnTo>
                    <a:pt x="3502461" y="2117047"/>
                  </a:lnTo>
                  <a:lnTo>
                    <a:pt x="3502587" y="2117047"/>
                  </a:lnTo>
                  <a:lnTo>
                    <a:pt x="3502714" y="2117047"/>
                  </a:lnTo>
                  <a:lnTo>
                    <a:pt x="3502840" y="2117047"/>
                  </a:lnTo>
                  <a:lnTo>
                    <a:pt x="3502966" y="2117047"/>
                  </a:lnTo>
                  <a:lnTo>
                    <a:pt x="3503092" y="2117047"/>
                  </a:lnTo>
                  <a:lnTo>
                    <a:pt x="3503218" y="2117047"/>
                  </a:lnTo>
                  <a:lnTo>
                    <a:pt x="3503344" y="2117047"/>
                  </a:lnTo>
                  <a:lnTo>
                    <a:pt x="3503344" y="2111768"/>
                  </a:lnTo>
                  <a:lnTo>
                    <a:pt x="3503470" y="2111768"/>
                  </a:lnTo>
                  <a:lnTo>
                    <a:pt x="3503596" y="2111768"/>
                  </a:lnTo>
                  <a:lnTo>
                    <a:pt x="3503722" y="2111768"/>
                  </a:lnTo>
                  <a:lnTo>
                    <a:pt x="3503848" y="2111768"/>
                  </a:lnTo>
                  <a:lnTo>
                    <a:pt x="3503974" y="2111768"/>
                  </a:lnTo>
                  <a:lnTo>
                    <a:pt x="3504100" y="2111768"/>
                  </a:lnTo>
                  <a:lnTo>
                    <a:pt x="3504227" y="2111768"/>
                  </a:lnTo>
                  <a:lnTo>
                    <a:pt x="3504227" y="2106489"/>
                  </a:lnTo>
                  <a:lnTo>
                    <a:pt x="3504353" y="2106489"/>
                  </a:lnTo>
                  <a:lnTo>
                    <a:pt x="3504479" y="2106489"/>
                  </a:lnTo>
                  <a:lnTo>
                    <a:pt x="3504605" y="2106489"/>
                  </a:lnTo>
                  <a:lnTo>
                    <a:pt x="3504731" y="2106489"/>
                  </a:lnTo>
                  <a:lnTo>
                    <a:pt x="3504857" y="2106489"/>
                  </a:lnTo>
                  <a:lnTo>
                    <a:pt x="3504983" y="2106489"/>
                  </a:lnTo>
                  <a:lnTo>
                    <a:pt x="3505109" y="2106489"/>
                  </a:lnTo>
                  <a:lnTo>
                    <a:pt x="3505235" y="2106489"/>
                  </a:lnTo>
                  <a:lnTo>
                    <a:pt x="3505361" y="2106489"/>
                  </a:lnTo>
                  <a:lnTo>
                    <a:pt x="3505487" y="2106489"/>
                  </a:lnTo>
                  <a:lnTo>
                    <a:pt x="3505487" y="2101209"/>
                  </a:lnTo>
                  <a:lnTo>
                    <a:pt x="3505614" y="2101209"/>
                  </a:lnTo>
                  <a:lnTo>
                    <a:pt x="3505740" y="2101209"/>
                  </a:lnTo>
                  <a:lnTo>
                    <a:pt x="3505866" y="2101209"/>
                  </a:lnTo>
                  <a:lnTo>
                    <a:pt x="3505992" y="2101209"/>
                  </a:lnTo>
                  <a:lnTo>
                    <a:pt x="3506118" y="2101209"/>
                  </a:lnTo>
                  <a:lnTo>
                    <a:pt x="3506244" y="2101209"/>
                  </a:lnTo>
                  <a:lnTo>
                    <a:pt x="3506370" y="2101209"/>
                  </a:lnTo>
                  <a:lnTo>
                    <a:pt x="3506496" y="2101209"/>
                  </a:lnTo>
                  <a:lnTo>
                    <a:pt x="3506622" y="2101209"/>
                  </a:lnTo>
                  <a:lnTo>
                    <a:pt x="3506748" y="2101209"/>
                  </a:lnTo>
                  <a:lnTo>
                    <a:pt x="3506874" y="2101209"/>
                  </a:lnTo>
                  <a:lnTo>
                    <a:pt x="3507000" y="2101209"/>
                  </a:lnTo>
                  <a:lnTo>
                    <a:pt x="3507127" y="2101209"/>
                  </a:lnTo>
                  <a:lnTo>
                    <a:pt x="3507253" y="2101209"/>
                  </a:lnTo>
                  <a:lnTo>
                    <a:pt x="3507379" y="2101209"/>
                  </a:lnTo>
                  <a:lnTo>
                    <a:pt x="3507505" y="2101209"/>
                  </a:lnTo>
                  <a:lnTo>
                    <a:pt x="3507631" y="2101209"/>
                  </a:lnTo>
                  <a:lnTo>
                    <a:pt x="3507757" y="2101209"/>
                  </a:lnTo>
                  <a:lnTo>
                    <a:pt x="3507883" y="2101209"/>
                  </a:lnTo>
                  <a:lnTo>
                    <a:pt x="3508009" y="2101209"/>
                  </a:lnTo>
                  <a:lnTo>
                    <a:pt x="3508135" y="2101209"/>
                  </a:lnTo>
                  <a:lnTo>
                    <a:pt x="3508135" y="2095930"/>
                  </a:lnTo>
                  <a:lnTo>
                    <a:pt x="3508261" y="2095930"/>
                  </a:lnTo>
                  <a:lnTo>
                    <a:pt x="3508387" y="2095930"/>
                  </a:lnTo>
                  <a:lnTo>
                    <a:pt x="3508514" y="2095930"/>
                  </a:lnTo>
                  <a:lnTo>
                    <a:pt x="3508640" y="2095930"/>
                  </a:lnTo>
                  <a:lnTo>
                    <a:pt x="3508766" y="2095930"/>
                  </a:lnTo>
                  <a:lnTo>
                    <a:pt x="3508892" y="2095930"/>
                  </a:lnTo>
                  <a:lnTo>
                    <a:pt x="3509018" y="2095930"/>
                  </a:lnTo>
                  <a:lnTo>
                    <a:pt x="3509144" y="2095930"/>
                  </a:lnTo>
                  <a:lnTo>
                    <a:pt x="3509270" y="2095930"/>
                  </a:lnTo>
                  <a:lnTo>
                    <a:pt x="3509396" y="2095930"/>
                  </a:lnTo>
                  <a:lnTo>
                    <a:pt x="3509522" y="2095930"/>
                  </a:lnTo>
                  <a:lnTo>
                    <a:pt x="3509648" y="2095930"/>
                  </a:lnTo>
                  <a:lnTo>
                    <a:pt x="3509774" y="2095930"/>
                  </a:lnTo>
                  <a:lnTo>
                    <a:pt x="3509901" y="2095930"/>
                  </a:lnTo>
                  <a:lnTo>
                    <a:pt x="3510027" y="2095930"/>
                  </a:lnTo>
                  <a:lnTo>
                    <a:pt x="3510153" y="2095930"/>
                  </a:lnTo>
                  <a:lnTo>
                    <a:pt x="3510279" y="2095930"/>
                  </a:lnTo>
                  <a:lnTo>
                    <a:pt x="3510405" y="2095930"/>
                  </a:lnTo>
                  <a:lnTo>
                    <a:pt x="3510531" y="2095930"/>
                  </a:lnTo>
                  <a:lnTo>
                    <a:pt x="3510657" y="2095930"/>
                  </a:lnTo>
                  <a:lnTo>
                    <a:pt x="3510783" y="2095930"/>
                  </a:lnTo>
                  <a:lnTo>
                    <a:pt x="3510909" y="2095930"/>
                  </a:lnTo>
                  <a:lnTo>
                    <a:pt x="3511035" y="2095930"/>
                  </a:lnTo>
                  <a:lnTo>
                    <a:pt x="3511161" y="2095930"/>
                  </a:lnTo>
                  <a:lnTo>
                    <a:pt x="3511287" y="2095930"/>
                  </a:lnTo>
                  <a:lnTo>
                    <a:pt x="3511414" y="2095930"/>
                  </a:lnTo>
                  <a:lnTo>
                    <a:pt x="3511540" y="2095930"/>
                  </a:lnTo>
                  <a:lnTo>
                    <a:pt x="3511666" y="2095930"/>
                  </a:lnTo>
                  <a:lnTo>
                    <a:pt x="3511792" y="2095930"/>
                  </a:lnTo>
                  <a:lnTo>
                    <a:pt x="3511918" y="2095930"/>
                  </a:lnTo>
                  <a:lnTo>
                    <a:pt x="3512044" y="2095930"/>
                  </a:lnTo>
                  <a:lnTo>
                    <a:pt x="3512170" y="2095930"/>
                  </a:lnTo>
                  <a:lnTo>
                    <a:pt x="3512296" y="2095930"/>
                  </a:lnTo>
                  <a:lnTo>
                    <a:pt x="3512422" y="2095930"/>
                  </a:lnTo>
                  <a:lnTo>
                    <a:pt x="3512548" y="2095930"/>
                  </a:lnTo>
                  <a:lnTo>
                    <a:pt x="3512674" y="2095930"/>
                  </a:lnTo>
                  <a:lnTo>
                    <a:pt x="3512801" y="2095930"/>
                  </a:lnTo>
                  <a:lnTo>
                    <a:pt x="3512927" y="2095930"/>
                  </a:lnTo>
                  <a:lnTo>
                    <a:pt x="3513053" y="2095930"/>
                  </a:lnTo>
                  <a:lnTo>
                    <a:pt x="3513179" y="2095930"/>
                  </a:lnTo>
                  <a:lnTo>
                    <a:pt x="3513305" y="2095930"/>
                  </a:lnTo>
                  <a:lnTo>
                    <a:pt x="3513305" y="2090650"/>
                  </a:lnTo>
                  <a:lnTo>
                    <a:pt x="3513431" y="2090650"/>
                  </a:lnTo>
                  <a:lnTo>
                    <a:pt x="3513557" y="2090650"/>
                  </a:lnTo>
                  <a:lnTo>
                    <a:pt x="3513683" y="2090650"/>
                  </a:lnTo>
                  <a:lnTo>
                    <a:pt x="3513809" y="2090650"/>
                  </a:lnTo>
                  <a:lnTo>
                    <a:pt x="3513935" y="2090650"/>
                  </a:lnTo>
                  <a:lnTo>
                    <a:pt x="3514061" y="2090650"/>
                  </a:lnTo>
                  <a:lnTo>
                    <a:pt x="3514187" y="2090650"/>
                  </a:lnTo>
                  <a:lnTo>
                    <a:pt x="3514314" y="2090650"/>
                  </a:lnTo>
                  <a:lnTo>
                    <a:pt x="3514440" y="2090650"/>
                  </a:lnTo>
                  <a:lnTo>
                    <a:pt x="3514566" y="2090650"/>
                  </a:lnTo>
                  <a:lnTo>
                    <a:pt x="3514692" y="2090650"/>
                  </a:lnTo>
                  <a:lnTo>
                    <a:pt x="3514818" y="2090650"/>
                  </a:lnTo>
                  <a:lnTo>
                    <a:pt x="3514944" y="2090650"/>
                  </a:lnTo>
                  <a:lnTo>
                    <a:pt x="3515070" y="2090650"/>
                  </a:lnTo>
                  <a:lnTo>
                    <a:pt x="3515196" y="2090650"/>
                  </a:lnTo>
                  <a:lnTo>
                    <a:pt x="3515322" y="2090650"/>
                  </a:lnTo>
                  <a:lnTo>
                    <a:pt x="3515448" y="2090650"/>
                  </a:lnTo>
                  <a:lnTo>
                    <a:pt x="3515574" y="2090650"/>
                  </a:lnTo>
                  <a:lnTo>
                    <a:pt x="3515701" y="2090650"/>
                  </a:lnTo>
                  <a:lnTo>
                    <a:pt x="3515827" y="2090650"/>
                  </a:lnTo>
                  <a:lnTo>
                    <a:pt x="3515953" y="2090650"/>
                  </a:lnTo>
                  <a:lnTo>
                    <a:pt x="3516079" y="2090650"/>
                  </a:lnTo>
                  <a:lnTo>
                    <a:pt x="3516205" y="2090650"/>
                  </a:lnTo>
                  <a:lnTo>
                    <a:pt x="3516331" y="2090650"/>
                  </a:lnTo>
                  <a:lnTo>
                    <a:pt x="3516457" y="2090650"/>
                  </a:lnTo>
                  <a:lnTo>
                    <a:pt x="3516583" y="2090650"/>
                  </a:lnTo>
                  <a:lnTo>
                    <a:pt x="3516709" y="2090650"/>
                  </a:lnTo>
                  <a:lnTo>
                    <a:pt x="3516835" y="2090650"/>
                  </a:lnTo>
                  <a:lnTo>
                    <a:pt x="3516961" y="2090650"/>
                  </a:lnTo>
                  <a:lnTo>
                    <a:pt x="3517087" y="2090650"/>
                  </a:lnTo>
                  <a:lnTo>
                    <a:pt x="3517214" y="2090650"/>
                  </a:lnTo>
                  <a:lnTo>
                    <a:pt x="3517340" y="2090650"/>
                  </a:lnTo>
                  <a:lnTo>
                    <a:pt x="3517466" y="2090650"/>
                  </a:lnTo>
                  <a:lnTo>
                    <a:pt x="3517592" y="2090650"/>
                  </a:lnTo>
                  <a:lnTo>
                    <a:pt x="3517718" y="2090650"/>
                  </a:lnTo>
                  <a:lnTo>
                    <a:pt x="3517844" y="2090650"/>
                  </a:lnTo>
                  <a:lnTo>
                    <a:pt x="3517970" y="2090650"/>
                  </a:lnTo>
                  <a:lnTo>
                    <a:pt x="3518096" y="2090650"/>
                  </a:lnTo>
                  <a:lnTo>
                    <a:pt x="3518222" y="2090650"/>
                  </a:lnTo>
                  <a:lnTo>
                    <a:pt x="3518348" y="2090650"/>
                  </a:lnTo>
                  <a:lnTo>
                    <a:pt x="3518474" y="2090650"/>
                  </a:lnTo>
                  <a:lnTo>
                    <a:pt x="3518601" y="2090650"/>
                  </a:lnTo>
                  <a:lnTo>
                    <a:pt x="3518727" y="2090650"/>
                  </a:lnTo>
                  <a:lnTo>
                    <a:pt x="3518853" y="2090650"/>
                  </a:lnTo>
                  <a:lnTo>
                    <a:pt x="3518979" y="2090650"/>
                  </a:lnTo>
                  <a:lnTo>
                    <a:pt x="3519105" y="2090650"/>
                  </a:lnTo>
                  <a:lnTo>
                    <a:pt x="3519231" y="2090650"/>
                  </a:lnTo>
                  <a:lnTo>
                    <a:pt x="3519357" y="2090650"/>
                  </a:lnTo>
                  <a:lnTo>
                    <a:pt x="3519483" y="2090650"/>
                  </a:lnTo>
                  <a:lnTo>
                    <a:pt x="3519609" y="2090650"/>
                  </a:lnTo>
                  <a:lnTo>
                    <a:pt x="3519735" y="2090650"/>
                  </a:lnTo>
                  <a:lnTo>
                    <a:pt x="3519735" y="2085371"/>
                  </a:lnTo>
                  <a:lnTo>
                    <a:pt x="3519861" y="2085371"/>
                  </a:lnTo>
                  <a:lnTo>
                    <a:pt x="3519988" y="2085371"/>
                  </a:lnTo>
                  <a:lnTo>
                    <a:pt x="3520114" y="2085371"/>
                  </a:lnTo>
                  <a:lnTo>
                    <a:pt x="3520240" y="2085371"/>
                  </a:lnTo>
                  <a:lnTo>
                    <a:pt x="3520366" y="2085371"/>
                  </a:lnTo>
                  <a:lnTo>
                    <a:pt x="3520492" y="2085371"/>
                  </a:lnTo>
                  <a:lnTo>
                    <a:pt x="3520618" y="2085371"/>
                  </a:lnTo>
                  <a:lnTo>
                    <a:pt x="3520744" y="2085371"/>
                  </a:lnTo>
                  <a:lnTo>
                    <a:pt x="3520870" y="2085371"/>
                  </a:lnTo>
                  <a:lnTo>
                    <a:pt x="3520996" y="2085371"/>
                  </a:lnTo>
                  <a:lnTo>
                    <a:pt x="3521122" y="2085371"/>
                  </a:lnTo>
                  <a:lnTo>
                    <a:pt x="3521248" y="2085371"/>
                  </a:lnTo>
                  <a:lnTo>
                    <a:pt x="3521248" y="2080092"/>
                  </a:lnTo>
                  <a:lnTo>
                    <a:pt x="3521374" y="2080092"/>
                  </a:lnTo>
                  <a:lnTo>
                    <a:pt x="3521501" y="2080092"/>
                  </a:lnTo>
                  <a:lnTo>
                    <a:pt x="3521627" y="2080092"/>
                  </a:lnTo>
                  <a:lnTo>
                    <a:pt x="3521753" y="2080092"/>
                  </a:lnTo>
                  <a:lnTo>
                    <a:pt x="3521879" y="2080092"/>
                  </a:lnTo>
                  <a:lnTo>
                    <a:pt x="3522005" y="2080092"/>
                  </a:lnTo>
                  <a:lnTo>
                    <a:pt x="3522131" y="2080092"/>
                  </a:lnTo>
                  <a:lnTo>
                    <a:pt x="3522257" y="2080092"/>
                  </a:lnTo>
                  <a:lnTo>
                    <a:pt x="3522383" y="2080092"/>
                  </a:lnTo>
                  <a:lnTo>
                    <a:pt x="3522509" y="2080092"/>
                  </a:lnTo>
                  <a:lnTo>
                    <a:pt x="3522635" y="2080092"/>
                  </a:lnTo>
                  <a:lnTo>
                    <a:pt x="3522761" y="2080092"/>
                  </a:lnTo>
                  <a:lnTo>
                    <a:pt x="3522888" y="2080092"/>
                  </a:lnTo>
                  <a:lnTo>
                    <a:pt x="3523014" y="2080092"/>
                  </a:lnTo>
                  <a:lnTo>
                    <a:pt x="3523140" y="2080092"/>
                  </a:lnTo>
                  <a:lnTo>
                    <a:pt x="3523266" y="2080092"/>
                  </a:lnTo>
                  <a:lnTo>
                    <a:pt x="3523392" y="2080092"/>
                  </a:lnTo>
                  <a:lnTo>
                    <a:pt x="3523518" y="2080092"/>
                  </a:lnTo>
                  <a:lnTo>
                    <a:pt x="3523644" y="2080092"/>
                  </a:lnTo>
                  <a:lnTo>
                    <a:pt x="3523770" y="2080092"/>
                  </a:lnTo>
                  <a:lnTo>
                    <a:pt x="3523896" y="2080092"/>
                  </a:lnTo>
                  <a:lnTo>
                    <a:pt x="3524022" y="2080092"/>
                  </a:lnTo>
                  <a:lnTo>
                    <a:pt x="3524148" y="2080092"/>
                  </a:lnTo>
                  <a:lnTo>
                    <a:pt x="3524274" y="2080092"/>
                  </a:lnTo>
                  <a:lnTo>
                    <a:pt x="3524401" y="2080092"/>
                  </a:lnTo>
                  <a:lnTo>
                    <a:pt x="3524527" y="2080092"/>
                  </a:lnTo>
                  <a:lnTo>
                    <a:pt x="3524653" y="2080092"/>
                  </a:lnTo>
                  <a:lnTo>
                    <a:pt x="3524779" y="2080092"/>
                  </a:lnTo>
                  <a:lnTo>
                    <a:pt x="3524905" y="2080092"/>
                  </a:lnTo>
                  <a:lnTo>
                    <a:pt x="3525031" y="2080092"/>
                  </a:lnTo>
                  <a:lnTo>
                    <a:pt x="3525157" y="2080092"/>
                  </a:lnTo>
                  <a:lnTo>
                    <a:pt x="3525283" y="2080092"/>
                  </a:lnTo>
                  <a:lnTo>
                    <a:pt x="3525409" y="2080092"/>
                  </a:lnTo>
                  <a:lnTo>
                    <a:pt x="3525535" y="2080092"/>
                  </a:lnTo>
                  <a:lnTo>
                    <a:pt x="3525661" y="2080092"/>
                  </a:lnTo>
                  <a:lnTo>
                    <a:pt x="3525788" y="2080092"/>
                  </a:lnTo>
                  <a:lnTo>
                    <a:pt x="3525914" y="2080092"/>
                  </a:lnTo>
                  <a:lnTo>
                    <a:pt x="3526040" y="2080092"/>
                  </a:lnTo>
                  <a:lnTo>
                    <a:pt x="3526166" y="2080092"/>
                  </a:lnTo>
                  <a:lnTo>
                    <a:pt x="3526292" y="2080092"/>
                  </a:lnTo>
                  <a:lnTo>
                    <a:pt x="3526418" y="2080092"/>
                  </a:lnTo>
                  <a:lnTo>
                    <a:pt x="3526544" y="2080092"/>
                  </a:lnTo>
                  <a:lnTo>
                    <a:pt x="3526670" y="2080092"/>
                  </a:lnTo>
                  <a:lnTo>
                    <a:pt x="3526796" y="2080092"/>
                  </a:lnTo>
                  <a:lnTo>
                    <a:pt x="3526922" y="2080092"/>
                  </a:lnTo>
                  <a:lnTo>
                    <a:pt x="3527048" y="2080092"/>
                  </a:lnTo>
                  <a:lnTo>
                    <a:pt x="3527175" y="2080092"/>
                  </a:lnTo>
                  <a:lnTo>
                    <a:pt x="3527175" y="2074812"/>
                  </a:lnTo>
                  <a:lnTo>
                    <a:pt x="3527301" y="2074812"/>
                  </a:lnTo>
                  <a:lnTo>
                    <a:pt x="3527427" y="2074812"/>
                  </a:lnTo>
                  <a:lnTo>
                    <a:pt x="3527553" y="2074812"/>
                  </a:lnTo>
                  <a:lnTo>
                    <a:pt x="3527679" y="2074812"/>
                  </a:lnTo>
                  <a:lnTo>
                    <a:pt x="3527805" y="2074812"/>
                  </a:lnTo>
                  <a:lnTo>
                    <a:pt x="3527931" y="2074812"/>
                  </a:lnTo>
                  <a:lnTo>
                    <a:pt x="3528057" y="2074812"/>
                  </a:lnTo>
                  <a:lnTo>
                    <a:pt x="3528183" y="2074812"/>
                  </a:lnTo>
                  <a:lnTo>
                    <a:pt x="3528309" y="2074812"/>
                  </a:lnTo>
                  <a:lnTo>
                    <a:pt x="3528435" y="2074812"/>
                  </a:lnTo>
                  <a:lnTo>
                    <a:pt x="3528435" y="2069533"/>
                  </a:lnTo>
                  <a:lnTo>
                    <a:pt x="3528561" y="2069533"/>
                  </a:lnTo>
                  <a:lnTo>
                    <a:pt x="3528561" y="2064253"/>
                  </a:lnTo>
                  <a:lnTo>
                    <a:pt x="3528688" y="2064253"/>
                  </a:lnTo>
                  <a:lnTo>
                    <a:pt x="3528814" y="2064253"/>
                  </a:lnTo>
                  <a:lnTo>
                    <a:pt x="3528940" y="2064253"/>
                  </a:lnTo>
                  <a:lnTo>
                    <a:pt x="3529066" y="2064253"/>
                  </a:lnTo>
                  <a:lnTo>
                    <a:pt x="3529192" y="2064253"/>
                  </a:lnTo>
                  <a:lnTo>
                    <a:pt x="3529318" y="2064253"/>
                  </a:lnTo>
                  <a:lnTo>
                    <a:pt x="3529444" y="2064253"/>
                  </a:lnTo>
                  <a:lnTo>
                    <a:pt x="3529570" y="2064253"/>
                  </a:lnTo>
                  <a:lnTo>
                    <a:pt x="3529696" y="2064253"/>
                  </a:lnTo>
                  <a:lnTo>
                    <a:pt x="3529822" y="2064253"/>
                  </a:lnTo>
                  <a:lnTo>
                    <a:pt x="3529948" y="2064253"/>
                  </a:lnTo>
                  <a:lnTo>
                    <a:pt x="3530075" y="2064253"/>
                  </a:lnTo>
                  <a:lnTo>
                    <a:pt x="3530201" y="2064253"/>
                  </a:lnTo>
                  <a:lnTo>
                    <a:pt x="3530327" y="2064253"/>
                  </a:lnTo>
                  <a:lnTo>
                    <a:pt x="3530453" y="2064253"/>
                  </a:lnTo>
                  <a:lnTo>
                    <a:pt x="3530579" y="2064253"/>
                  </a:lnTo>
                  <a:lnTo>
                    <a:pt x="3530705" y="2064253"/>
                  </a:lnTo>
                  <a:lnTo>
                    <a:pt x="3530831" y="2064253"/>
                  </a:lnTo>
                  <a:lnTo>
                    <a:pt x="3530957" y="2064253"/>
                  </a:lnTo>
                  <a:lnTo>
                    <a:pt x="3531083" y="2064253"/>
                  </a:lnTo>
                  <a:lnTo>
                    <a:pt x="3531209" y="2064253"/>
                  </a:lnTo>
                  <a:lnTo>
                    <a:pt x="3531335" y="2064253"/>
                  </a:lnTo>
                  <a:lnTo>
                    <a:pt x="3531461" y="2064253"/>
                  </a:lnTo>
                  <a:lnTo>
                    <a:pt x="3531588" y="2064253"/>
                  </a:lnTo>
                  <a:lnTo>
                    <a:pt x="3531714" y="2064253"/>
                  </a:lnTo>
                  <a:lnTo>
                    <a:pt x="3531840" y="2064253"/>
                  </a:lnTo>
                  <a:lnTo>
                    <a:pt x="3531966" y="2064253"/>
                  </a:lnTo>
                  <a:lnTo>
                    <a:pt x="3532092" y="2064253"/>
                  </a:lnTo>
                  <a:lnTo>
                    <a:pt x="3532218" y="2064253"/>
                  </a:lnTo>
                  <a:lnTo>
                    <a:pt x="3532344" y="2064253"/>
                  </a:lnTo>
                  <a:lnTo>
                    <a:pt x="3532470" y="2064253"/>
                  </a:lnTo>
                  <a:lnTo>
                    <a:pt x="3532596" y="2064253"/>
                  </a:lnTo>
                  <a:lnTo>
                    <a:pt x="3532722" y="2064253"/>
                  </a:lnTo>
                  <a:lnTo>
                    <a:pt x="3532848" y="2064253"/>
                  </a:lnTo>
                  <a:lnTo>
                    <a:pt x="3532975" y="2064253"/>
                  </a:lnTo>
                  <a:lnTo>
                    <a:pt x="3533101" y="2064253"/>
                  </a:lnTo>
                  <a:lnTo>
                    <a:pt x="3533227" y="2064253"/>
                  </a:lnTo>
                  <a:lnTo>
                    <a:pt x="3533353" y="2064253"/>
                  </a:lnTo>
                  <a:lnTo>
                    <a:pt x="3533479" y="2064253"/>
                  </a:lnTo>
                  <a:lnTo>
                    <a:pt x="3533605" y="2064253"/>
                  </a:lnTo>
                  <a:lnTo>
                    <a:pt x="3533731" y="2064253"/>
                  </a:lnTo>
                  <a:lnTo>
                    <a:pt x="3533857" y="2064253"/>
                  </a:lnTo>
                  <a:lnTo>
                    <a:pt x="3533983" y="2064253"/>
                  </a:lnTo>
                  <a:lnTo>
                    <a:pt x="3534109" y="2064253"/>
                  </a:lnTo>
                  <a:lnTo>
                    <a:pt x="3534109" y="2058974"/>
                  </a:lnTo>
                  <a:lnTo>
                    <a:pt x="3534235" y="2058974"/>
                  </a:lnTo>
                  <a:lnTo>
                    <a:pt x="3534361" y="2058974"/>
                  </a:lnTo>
                  <a:lnTo>
                    <a:pt x="3534488" y="2058974"/>
                  </a:lnTo>
                  <a:lnTo>
                    <a:pt x="3534614" y="2058974"/>
                  </a:lnTo>
                  <a:lnTo>
                    <a:pt x="3534740" y="2058974"/>
                  </a:lnTo>
                  <a:lnTo>
                    <a:pt x="3534866" y="2058974"/>
                  </a:lnTo>
                  <a:lnTo>
                    <a:pt x="3534992" y="2058974"/>
                  </a:lnTo>
                  <a:lnTo>
                    <a:pt x="3535118" y="2058974"/>
                  </a:lnTo>
                  <a:lnTo>
                    <a:pt x="3535244" y="2058974"/>
                  </a:lnTo>
                  <a:lnTo>
                    <a:pt x="3535370" y="2058974"/>
                  </a:lnTo>
                  <a:lnTo>
                    <a:pt x="3535496" y="2058974"/>
                  </a:lnTo>
                  <a:lnTo>
                    <a:pt x="3535622" y="2058974"/>
                  </a:lnTo>
                  <a:lnTo>
                    <a:pt x="3535748" y="2058974"/>
                  </a:lnTo>
                  <a:lnTo>
                    <a:pt x="3535875" y="2058974"/>
                  </a:lnTo>
                  <a:lnTo>
                    <a:pt x="3536001" y="2058974"/>
                  </a:lnTo>
                  <a:lnTo>
                    <a:pt x="3536127" y="2058974"/>
                  </a:lnTo>
                  <a:lnTo>
                    <a:pt x="3536253" y="2058974"/>
                  </a:lnTo>
                  <a:lnTo>
                    <a:pt x="3536379" y="2058974"/>
                  </a:lnTo>
                  <a:lnTo>
                    <a:pt x="3536505" y="2058974"/>
                  </a:lnTo>
                  <a:lnTo>
                    <a:pt x="3536631" y="2058974"/>
                  </a:lnTo>
                  <a:lnTo>
                    <a:pt x="3536757" y="2058974"/>
                  </a:lnTo>
                  <a:lnTo>
                    <a:pt x="3536883" y="2058974"/>
                  </a:lnTo>
                  <a:lnTo>
                    <a:pt x="3537009" y="2058974"/>
                  </a:lnTo>
                  <a:lnTo>
                    <a:pt x="3537135" y="2058974"/>
                  </a:lnTo>
                  <a:lnTo>
                    <a:pt x="3537262" y="2058974"/>
                  </a:lnTo>
                  <a:lnTo>
                    <a:pt x="3537388" y="2058974"/>
                  </a:lnTo>
                  <a:lnTo>
                    <a:pt x="3537514" y="2058974"/>
                  </a:lnTo>
                  <a:lnTo>
                    <a:pt x="3537640" y="2058974"/>
                  </a:lnTo>
                  <a:lnTo>
                    <a:pt x="3537766" y="2058974"/>
                  </a:lnTo>
                  <a:lnTo>
                    <a:pt x="3537892" y="2058974"/>
                  </a:lnTo>
                  <a:lnTo>
                    <a:pt x="3538018" y="2058974"/>
                  </a:lnTo>
                  <a:lnTo>
                    <a:pt x="3538144" y="2058974"/>
                  </a:lnTo>
                  <a:lnTo>
                    <a:pt x="3538270" y="2058974"/>
                  </a:lnTo>
                  <a:lnTo>
                    <a:pt x="3538396" y="2058974"/>
                  </a:lnTo>
                  <a:lnTo>
                    <a:pt x="3538522" y="2058974"/>
                  </a:lnTo>
                  <a:lnTo>
                    <a:pt x="3538648" y="2058974"/>
                  </a:lnTo>
                  <a:lnTo>
                    <a:pt x="3538775" y="2058974"/>
                  </a:lnTo>
                  <a:lnTo>
                    <a:pt x="3538901" y="2058974"/>
                  </a:lnTo>
                  <a:lnTo>
                    <a:pt x="3539027" y="2058974"/>
                  </a:lnTo>
                  <a:lnTo>
                    <a:pt x="3539153" y="2058974"/>
                  </a:lnTo>
                  <a:lnTo>
                    <a:pt x="3539279" y="2058974"/>
                  </a:lnTo>
                  <a:lnTo>
                    <a:pt x="3539405" y="2058974"/>
                  </a:lnTo>
                  <a:lnTo>
                    <a:pt x="3539531" y="2058974"/>
                  </a:lnTo>
                  <a:lnTo>
                    <a:pt x="3539657" y="2058974"/>
                  </a:lnTo>
                  <a:lnTo>
                    <a:pt x="3539783" y="2058974"/>
                  </a:lnTo>
                  <a:lnTo>
                    <a:pt x="3539909" y="2058974"/>
                  </a:lnTo>
                  <a:lnTo>
                    <a:pt x="3540035" y="2058974"/>
                  </a:lnTo>
                  <a:lnTo>
                    <a:pt x="3540162" y="2058974"/>
                  </a:lnTo>
                  <a:lnTo>
                    <a:pt x="3540288" y="2058974"/>
                  </a:lnTo>
                  <a:lnTo>
                    <a:pt x="3540414" y="2058974"/>
                  </a:lnTo>
                  <a:lnTo>
                    <a:pt x="3540540" y="2058974"/>
                  </a:lnTo>
                  <a:lnTo>
                    <a:pt x="3540666" y="2058974"/>
                  </a:lnTo>
                  <a:lnTo>
                    <a:pt x="3540792" y="2058974"/>
                  </a:lnTo>
                  <a:lnTo>
                    <a:pt x="3540918" y="2058974"/>
                  </a:lnTo>
                  <a:lnTo>
                    <a:pt x="3541044" y="2058974"/>
                  </a:lnTo>
                  <a:lnTo>
                    <a:pt x="3541170" y="2058974"/>
                  </a:lnTo>
                  <a:lnTo>
                    <a:pt x="3541296" y="2058974"/>
                  </a:lnTo>
                  <a:lnTo>
                    <a:pt x="3541422" y="2058974"/>
                  </a:lnTo>
                  <a:lnTo>
                    <a:pt x="3541548" y="2058974"/>
                  </a:lnTo>
                  <a:lnTo>
                    <a:pt x="3541675" y="2058974"/>
                  </a:lnTo>
                  <a:lnTo>
                    <a:pt x="3541801" y="2058974"/>
                  </a:lnTo>
                  <a:lnTo>
                    <a:pt x="3541927" y="2058974"/>
                  </a:lnTo>
                  <a:lnTo>
                    <a:pt x="3542053" y="2058974"/>
                  </a:lnTo>
                  <a:lnTo>
                    <a:pt x="3542179" y="2058974"/>
                  </a:lnTo>
                  <a:lnTo>
                    <a:pt x="3542179" y="2053694"/>
                  </a:lnTo>
                  <a:lnTo>
                    <a:pt x="3542305" y="2053694"/>
                  </a:lnTo>
                  <a:lnTo>
                    <a:pt x="3542431" y="2053694"/>
                  </a:lnTo>
                  <a:lnTo>
                    <a:pt x="3542557" y="2053694"/>
                  </a:lnTo>
                  <a:lnTo>
                    <a:pt x="3542683" y="2053694"/>
                  </a:lnTo>
                  <a:lnTo>
                    <a:pt x="3542809" y="2053694"/>
                  </a:lnTo>
                  <a:lnTo>
                    <a:pt x="3542935" y="2053694"/>
                  </a:lnTo>
                  <a:lnTo>
                    <a:pt x="3542935" y="2048415"/>
                  </a:lnTo>
                  <a:lnTo>
                    <a:pt x="3543062" y="2048415"/>
                  </a:lnTo>
                  <a:lnTo>
                    <a:pt x="3543188" y="2048415"/>
                  </a:lnTo>
                  <a:lnTo>
                    <a:pt x="3543314" y="2048415"/>
                  </a:lnTo>
                  <a:lnTo>
                    <a:pt x="3543440" y="2048415"/>
                  </a:lnTo>
                  <a:lnTo>
                    <a:pt x="3543566" y="2048415"/>
                  </a:lnTo>
                  <a:lnTo>
                    <a:pt x="3543692" y="2048415"/>
                  </a:lnTo>
                  <a:lnTo>
                    <a:pt x="3543818" y="2048415"/>
                  </a:lnTo>
                  <a:lnTo>
                    <a:pt x="3543944" y="2048415"/>
                  </a:lnTo>
                  <a:lnTo>
                    <a:pt x="3544070" y="2048415"/>
                  </a:lnTo>
                  <a:lnTo>
                    <a:pt x="3544196" y="2048415"/>
                  </a:lnTo>
                  <a:lnTo>
                    <a:pt x="3544322" y="2048415"/>
                  </a:lnTo>
                  <a:lnTo>
                    <a:pt x="3544449" y="2048415"/>
                  </a:lnTo>
                  <a:lnTo>
                    <a:pt x="3544575" y="2048415"/>
                  </a:lnTo>
                  <a:lnTo>
                    <a:pt x="3544575" y="2043136"/>
                  </a:lnTo>
                  <a:lnTo>
                    <a:pt x="3544701" y="2043136"/>
                  </a:lnTo>
                  <a:lnTo>
                    <a:pt x="3544827" y="2043136"/>
                  </a:lnTo>
                  <a:lnTo>
                    <a:pt x="3544953" y="2043136"/>
                  </a:lnTo>
                  <a:lnTo>
                    <a:pt x="3545079" y="2043136"/>
                  </a:lnTo>
                  <a:lnTo>
                    <a:pt x="3545205" y="2043136"/>
                  </a:lnTo>
                  <a:lnTo>
                    <a:pt x="3545331" y="2043136"/>
                  </a:lnTo>
                  <a:lnTo>
                    <a:pt x="3545457" y="2043136"/>
                  </a:lnTo>
                  <a:lnTo>
                    <a:pt x="3545583" y="2043136"/>
                  </a:lnTo>
                  <a:lnTo>
                    <a:pt x="3545709" y="2043136"/>
                  </a:lnTo>
                  <a:lnTo>
                    <a:pt x="3545835" y="2043136"/>
                  </a:lnTo>
                  <a:lnTo>
                    <a:pt x="3545962" y="2043136"/>
                  </a:lnTo>
                  <a:lnTo>
                    <a:pt x="3546088" y="2043136"/>
                  </a:lnTo>
                  <a:lnTo>
                    <a:pt x="3546214" y="2043136"/>
                  </a:lnTo>
                  <a:lnTo>
                    <a:pt x="3546340" y="2043136"/>
                  </a:lnTo>
                  <a:lnTo>
                    <a:pt x="3546466" y="2043136"/>
                  </a:lnTo>
                  <a:lnTo>
                    <a:pt x="3546592" y="2043136"/>
                  </a:lnTo>
                  <a:lnTo>
                    <a:pt x="3546718" y="2043136"/>
                  </a:lnTo>
                  <a:lnTo>
                    <a:pt x="3546844" y="2043136"/>
                  </a:lnTo>
                  <a:lnTo>
                    <a:pt x="3546970" y="2043136"/>
                  </a:lnTo>
                  <a:lnTo>
                    <a:pt x="3547096" y="2043136"/>
                  </a:lnTo>
                  <a:lnTo>
                    <a:pt x="3547222" y="2043136"/>
                  </a:lnTo>
                  <a:lnTo>
                    <a:pt x="3547349" y="2043136"/>
                  </a:lnTo>
                  <a:lnTo>
                    <a:pt x="3547475" y="2043136"/>
                  </a:lnTo>
                  <a:lnTo>
                    <a:pt x="3547601" y="2043136"/>
                  </a:lnTo>
                  <a:lnTo>
                    <a:pt x="3547727" y="2043136"/>
                  </a:lnTo>
                  <a:lnTo>
                    <a:pt x="3547853" y="2043136"/>
                  </a:lnTo>
                  <a:lnTo>
                    <a:pt x="3547979" y="2043136"/>
                  </a:lnTo>
                  <a:lnTo>
                    <a:pt x="3548105" y="2043136"/>
                  </a:lnTo>
                  <a:lnTo>
                    <a:pt x="3548231" y="2043136"/>
                  </a:lnTo>
                  <a:lnTo>
                    <a:pt x="3548357" y="2043136"/>
                  </a:lnTo>
                  <a:lnTo>
                    <a:pt x="3548483" y="2043136"/>
                  </a:lnTo>
                  <a:lnTo>
                    <a:pt x="3548609" y="2043136"/>
                  </a:lnTo>
                  <a:lnTo>
                    <a:pt x="3548735" y="2043136"/>
                  </a:lnTo>
                  <a:lnTo>
                    <a:pt x="3548862" y="2043136"/>
                  </a:lnTo>
                  <a:lnTo>
                    <a:pt x="3548988" y="2043136"/>
                  </a:lnTo>
                  <a:lnTo>
                    <a:pt x="3549114" y="2043136"/>
                  </a:lnTo>
                  <a:lnTo>
                    <a:pt x="3549240" y="2043136"/>
                  </a:lnTo>
                  <a:lnTo>
                    <a:pt x="3549366" y="2043136"/>
                  </a:lnTo>
                  <a:lnTo>
                    <a:pt x="3549492" y="2043136"/>
                  </a:lnTo>
                  <a:lnTo>
                    <a:pt x="3549618" y="2043136"/>
                  </a:lnTo>
                  <a:lnTo>
                    <a:pt x="3549744" y="2043136"/>
                  </a:lnTo>
                  <a:lnTo>
                    <a:pt x="3549870" y="2043136"/>
                  </a:lnTo>
                  <a:lnTo>
                    <a:pt x="3549996" y="2043136"/>
                  </a:lnTo>
                  <a:lnTo>
                    <a:pt x="3550122" y="2043136"/>
                  </a:lnTo>
                  <a:lnTo>
                    <a:pt x="3550249" y="2043136"/>
                  </a:lnTo>
                  <a:lnTo>
                    <a:pt x="3550375" y="2043136"/>
                  </a:lnTo>
                  <a:lnTo>
                    <a:pt x="3550501" y="2043136"/>
                  </a:lnTo>
                  <a:lnTo>
                    <a:pt x="3550627" y="2043136"/>
                  </a:lnTo>
                  <a:lnTo>
                    <a:pt x="3550753" y="2043136"/>
                  </a:lnTo>
                  <a:lnTo>
                    <a:pt x="3550879" y="2043136"/>
                  </a:lnTo>
                  <a:lnTo>
                    <a:pt x="3551005" y="2043136"/>
                  </a:lnTo>
                  <a:lnTo>
                    <a:pt x="3551131" y="2043136"/>
                  </a:lnTo>
                  <a:lnTo>
                    <a:pt x="3551257" y="2043136"/>
                  </a:lnTo>
                  <a:lnTo>
                    <a:pt x="3551383" y="2043136"/>
                  </a:lnTo>
                  <a:lnTo>
                    <a:pt x="3551509" y="2043136"/>
                  </a:lnTo>
                  <a:lnTo>
                    <a:pt x="3551636" y="2043136"/>
                  </a:lnTo>
                  <a:lnTo>
                    <a:pt x="3551762" y="2043136"/>
                  </a:lnTo>
                  <a:lnTo>
                    <a:pt x="3551888" y="2043136"/>
                  </a:lnTo>
                  <a:lnTo>
                    <a:pt x="3552014" y="2043136"/>
                  </a:lnTo>
                  <a:lnTo>
                    <a:pt x="3552140" y="2043136"/>
                  </a:lnTo>
                  <a:lnTo>
                    <a:pt x="3552266" y="2043136"/>
                  </a:lnTo>
                  <a:lnTo>
                    <a:pt x="3552392" y="2043136"/>
                  </a:lnTo>
                  <a:lnTo>
                    <a:pt x="3552518" y="2043136"/>
                  </a:lnTo>
                  <a:lnTo>
                    <a:pt x="3552644" y="2043136"/>
                  </a:lnTo>
                  <a:lnTo>
                    <a:pt x="3552770" y="2043136"/>
                  </a:lnTo>
                  <a:lnTo>
                    <a:pt x="3552896" y="2043136"/>
                  </a:lnTo>
                  <a:lnTo>
                    <a:pt x="3553022" y="2043136"/>
                  </a:lnTo>
                  <a:lnTo>
                    <a:pt x="3553149" y="2043136"/>
                  </a:lnTo>
                  <a:lnTo>
                    <a:pt x="3553275" y="2043136"/>
                  </a:lnTo>
                  <a:lnTo>
                    <a:pt x="3553401" y="2043136"/>
                  </a:lnTo>
                  <a:lnTo>
                    <a:pt x="3553527" y="2043136"/>
                  </a:lnTo>
                  <a:lnTo>
                    <a:pt x="3553653" y="2043136"/>
                  </a:lnTo>
                  <a:lnTo>
                    <a:pt x="3553779" y="2043136"/>
                  </a:lnTo>
                  <a:lnTo>
                    <a:pt x="3553905" y="2043136"/>
                  </a:lnTo>
                  <a:lnTo>
                    <a:pt x="3554031" y="2043136"/>
                  </a:lnTo>
                  <a:lnTo>
                    <a:pt x="3554157" y="2043136"/>
                  </a:lnTo>
                  <a:lnTo>
                    <a:pt x="3554283" y="2043136"/>
                  </a:lnTo>
                  <a:lnTo>
                    <a:pt x="3554409" y="2043136"/>
                  </a:lnTo>
                  <a:lnTo>
                    <a:pt x="3554536" y="2043136"/>
                  </a:lnTo>
                  <a:lnTo>
                    <a:pt x="3554662" y="2043136"/>
                  </a:lnTo>
                  <a:lnTo>
                    <a:pt x="3554788" y="2043136"/>
                  </a:lnTo>
                  <a:lnTo>
                    <a:pt x="3554914" y="2043136"/>
                  </a:lnTo>
                  <a:lnTo>
                    <a:pt x="3555040" y="2043136"/>
                  </a:lnTo>
                  <a:lnTo>
                    <a:pt x="3555166" y="2043136"/>
                  </a:lnTo>
                  <a:lnTo>
                    <a:pt x="3555292" y="2043136"/>
                  </a:lnTo>
                  <a:lnTo>
                    <a:pt x="3555292" y="2037856"/>
                  </a:lnTo>
                  <a:lnTo>
                    <a:pt x="3555418" y="2037856"/>
                  </a:lnTo>
                  <a:lnTo>
                    <a:pt x="3555544" y="2037856"/>
                  </a:lnTo>
                  <a:lnTo>
                    <a:pt x="3555670" y="2037856"/>
                  </a:lnTo>
                  <a:lnTo>
                    <a:pt x="3555796" y="2037856"/>
                  </a:lnTo>
                  <a:lnTo>
                    <a:pt x="3555922" y="2037856"/>
                  </a:lnTo>
                  <a:lnTo>
                    <a:pt x="3556049" y="2037856"/>
                  </a:lnTo>
                  <a:lnTo>
                    <a:pt x="3556175" y="2037856"/>
                  </a:lnTo>
                  <a:lnTo>
                    <a:pt x="3556301" y="2037856"/>
                  </a:lnTo>
                  <a:lnTo>
                    <a:pt x="3556427" y="2037856"/>
                  </a:lnTo>
                  <a:lnTo>
                    <a:pt x="3556553" y="2037856"/>
                  </a:lnTo>
                  <a:lnTo>
                    <a:pt x="3556679" y="2037856"/>
                  </a:lnTo>
                  <a:lnTo>
                    <a:pt x="3556805" y="2037856"/>
                  </a:lnTo>
                  <a:lnTo>
                    <a:pt x="3556931" y="2037856"/>
                  </a:lnTo>
                  <a:lnTo>
                    <a:pt x="3557057" y="2037856"/>
                  </a:lnTo>
                  <a:lnTo>
                    <a:pt x="3557183" y="2037856"/>
                  </a:lnTo>
                  <a:lnTo>
                    <a:pt x="3557309" y="2037856"/>
                  </a:lnTo>
                  <a:lnTo>
                    <a:pt x="3557436" y="2037856"/>
                  </a:lnTo>
                  <a:lnTo>
                    <a:pt x="3557562" y="2037856"/>
                  </a:lnTo>
                  <a:lnTo>
                    <a:pt x="3557688" y="2037856"/>
                  </a:lnTo>
                  <a:lnTo>
                    <a:pt x="3557814" y="2037856"/>
                  </a:lnTo>
                  <a:lnTo>
                    <a:pt x="3557940" y="2037856"/>
                  </a:lnTo>
                  <a:lnTo>
                    <a:pt x="3558066" y="2037856"/>
                  </a:lnTo>
                  <a:lnTo>
                    <a:pt x="3558192" y="2037856"/>
                  </a:lnTo>
                  <a:lnTo>
                    <a:pt x="3558318" y="2037856"/>
                  </a:lnTo>
                  <a:lnTo>
                    <a:pt x="3558444" y="2037856"/>
                  </a:lnTo>
                  <a:lnTo>
                    <a:pt x="3558570" y="2037856"/>
                  </a:lnTo>
                  <a:lnTo>
                    <a:pt x="3558696" y="2037856"/>
                  </a:lnTo>
                  <a:lnTo>
                    <a:pt x="3558822" y="2037856"/>
                  </a:lnTo>
                  <a:lnTo>
                    <a:pt x="3558949" y="2037856"/>
                  </a:lnTo>
                  <a:lnTo>
                    <a:pt x="3559075" y="2037856"/>
                  </a:lnTo>
                  <a:lnTo>
                    <a:pt x="3559201" y="2037856"/>
                  </a:lnTo>
                  <a:lnTo>
                    <a:pt x="3559327" y="2037856"/>
                  </a:lnTo>
                  <a:lnTo>
                    <a:pt x="3559453" y="2037856"/>
                  </a:lnTo>
                  <a:lnTo>
                    <a:pt x="3559579" y="2037856"/>
                  </a:lnTo>
                  <a:lnTo>
                    <a:pt x="3559705" y="2037856"/>
                  </a:lnTo>
                  <a:lnTo>
                    <a:pt x="3559831" y="2037856"/>
                  </a:lnTo>
                  <a:lnTo>
                    <a:pt x="3559957" y="2037856"/>
                  </a:lnTo>
                  <a:lnTo>
                    <a:pt x="3560083" y="2037856"/>
                  </a:lnTo>
                  <a:lnTo>
                    <a:pt x="3560209" y="2037856"/>
                  </a:lnTo>
                  <a:lnTo>
                    <a:pt x="3560336" y="2037856"/>
                  </a:lnTo>
                  <a:lnTo>
                    <a:pt x="3560462" y="2037856"/>
                  </a:lnTo>
                  <a:lnTo>
                    <a:pt x="3560588" y="2037856"/>
                  </a:lnTo>
                  <a:lnTo>
                    <a:pt x="3560714" y="2037856"/>
                  </a:lnTo>
                  <a:lnTo>
                    <a:pt x="3560840" y="2037856"/>
                  </a:lnTo>
                  <a:lnTo>
                    <a:pt x="3560966" y="2037856"/>
                  </a:lnTo>
                  <a:lnTo>
                    <a:pt x="3561092" y="2037856"/>
                  </a:lnTo>
                  <a:lnTo>
                    <a:pt x="3561218" y="2037856"/>
                  </a:lnTo>
                  <a:lnTo>
                    <a:pt x="3561344" y="2037856"/>
                  </a:lnTo>
                  <a:lnTo>
                    <a:pt x="3561470" y="2037856"/>
                  </a:lnTo>
                  <a:lnTo>
                    <a:pt x="3561596" y="2037856"/>
                  </a:lnTo>
                  <a:lnTo>
                    <a:pt x="3561723" y="2037856"/>
                  </a:lnTo>
                  <a:lnTo>
                    <a:pt x="3561849" y="2037856"/>
                  </a:lnTo>
                  <a:lnTo>
                    <a:pt x="3561975" y="2037856"/>
                  </a:lnTo>
                  <a:lnTo>
                    <a:pt x="3561975" y="2032577"/>
                  </a:lnTo>
                  <a:lnTo>
                    <a:pt x="3562101" y="2032577"/>
                  </a:lnTo>
                  <a:lnTo>
                    <a:pt x="3562227" y="2032577"/>
                  </a:lnTo>
                  <a:lnTo>
                    <a:pt x="3562353" y="2032577"/>
                  </a:lnTo>
                  <a:lnTo>
                    <a:pt x="3562479" y="2032577"/>
                  </a:lnTo>
                  <a:lnTo>
                    <a:pt x="3562605" y="2032577"/>
                  </a:lnTo>
                  <a:lnTo>
                    <a:pt x="3562731" y="2032577"/>
                  </a:lnTo>
                  <a:lnTo>
                    <a:pt x="3562857" y="2032577"/>
                  </a:lnTo>
                  <a:lnTo>
                    <a:pt x="3562983" y="2032577"/>
                  </a:lnTo>
                  <a:lnTo>
                    <a:pt x="3563109" y="2032577"/>
                  </a:lnTo>
                  <a:lnTo>
                    <a:pt x="3563236" y="2032577"/>
                  </a:lnTo>
                  <a:lnTo>
                    <a:pt x="3563362" y="2032577"/>
                  </a:lnTo>
                  <a:lnTo>
                    <a:pt x="3563488" y="2032577"/>
                  </a:lnTo>
                  <a:lnTo>
                    <a:pt x="3563614" y="2032577"/>
                  </a:lnTo>
                  <a:lnTo>
                    <a:pt x="3563740" y="2032577"/>
                  </a:lnTo>
                  <a:lnTo>
                    <a:pt x="3563866" y="2032577"/>
                  </a:lnTo>
                  <a:lnTo>
                    <a:pt x="3563992" y="2032577"/>
                  </a:lnTo>
                  <a:lnTo>
                    <a:pt x="3564118" y="2032577"/>
                  </a:lnTo>
                  <a:lnTo>
                    <a:pt x="3564244" y="2032577"/>
                  </a:lnTo>
                  <a:lnTo>
                    <a:pt x="3564370" y="2032577"/>
                  </a:lnTo>
                  <a:lnTo>
                    <a:pt x="3564496" y="2032577"/>
                  </a:lnTo>
                  <a:lnTo>
                    <a:pt x="3564623" y="2032577"/>
                  </a:lnTo>
                  <a:lnTo>
                    <a:pt x="3564749" y="2032577"/>
                  </a:lnTo>
                  <a:lnTo>
                    <a:pt x="3564875" y="2032577"/>
                  </a:lnTo>
                  <a:lnTo>
                    <a:pt x="3565001" y="2032577"/>
                  </a:lnTo>
                  <a:lnTo>
                    <a:pt x="3565127" y="2032577"/>
                  </a:lnTo>
                  <a:lnTo>
                    <a:pt x="3565253" y="2032577"/>
                  </a:lnTo>
                  <a:lnTo>
                    <a:pt x="3565379" y="2032577"/>
                  </a:lnTo>
                  <a:lnTo>
                    <a:pt x="3565505" y="2032577"/>
                  </a:lnTo>
                  <a:lnTo>
                    <a:pt x="3565631" y="2032577"/>
                  </a:lnTo>
                  <a:lnTo>
                    <a:pt x="3565757" y="2032577"/>
                  </a:lnTo>
                  <a:lnTo>
                    <a:pt x="3565883" y="2032577"/>
                  </a:lnTo>
                  <a:lnTo>
                    <a:pt x="3566009" y="2032577"/>
                  </a:lnTo>
                  <a:lnTo>
                    <a:pt x="3566136" y="2032577"/>
                  </a:lnTo>
                  <a:lnTo>
                    <a:pt x="3566262" y="2032577"/>
                  </a:lnTo>
                  <a:lnTo>
                    <a:pt x="3566388" y="2032577"/>
                  </a:lnTo>
                  <a:lnTo>
                    <a:pt x="3566514" y="2032577"/>
                  </a:lnTo>
                  <a:lnTo>
                    <a:pt x="3566640" y="2032577"/>
                  </a:lnTo>
                  <a:lnTo>
                    <a:pt x="3566766" y="2032577"/>
                  </a:lnTo>
                  <a:lnTo>
                    <a:pt x="3566892" y="2032577"/>
                  </a:lnTo>
                  <a:lnTo>
                    <a:pt x="3567018" y="2032577"/>
                  </a:lnTo>
                  <a:lnTo>
                    <a:pt x="3567144" y="2032577"/>
                  </a:lnTo>
                  <a:lnTo>
                    <a:pt x="3567270" y="2032577"/>
                  </a:lnTo>
                  <a:lnTo>
                    <a:pt x="3567396" y="2032577"/>
                  </a:lnTo>
                  <a:lnTo>
                    <a:pt x="3567523" y="2032577"/>
                  </a:lnTo>
                  <a:lnTo>
                    <a:pt x="3567649" y="2032577"/>
                  </a:lnTo>
                  <a:lnTo>
                    <a:pt x="3567775" y="2032577"/>
                  </a:lnTo>
                  <a:lnTo>
                    <a:pt x="3567901" y="2032577"/>
                  </a:lnTo>
                  <a:lnTo>
                    <a:pt x="3568027" y="2032577"/>
                  </a:lnTo>
                  <a:lnTo>
                    <a:pt x="3568153" y="2032577"/>
                  </a:lnTo>
                  <a:lnTo>
                    <a:pt x="3568279" y="2032577"/>
                  </a:lnTo>
                  <a:lnTo>
                    <a:pt x="3568405" y="2032577"/>
                  </a:lnTo>
                  <a:lnTo>
                    <a:pt x="3568531" y="2032577"/>
                  </a:lnTo>
                  <a:lnTo>
                    <a:pt x="3568657" y="2032577"/>
                  </a:lnTo>
                  <a:lnTo>
                    <a:pt x="3568783" y="2032577"/>
                  </a:lnTo>
                  <a:lnTo>
                    <a:pt x="3568910" y="2032577"/>
                  </a:lnTo>
                  <a:lnTo>
                    <a:pt x="3569036" y="2032577"/>
                  </a:lnTo>
                  <a:lnTo>
                    <a:pt x="3569162" y="2032577"/>
                  </a:lnTo>
                  <a:lnTo>
                    <a:pt x="3569288" y="2032577"/>
                  </a:lnTo>
                  <a:lnTo>
                    <a:pt x="3569414" y="2032577"/>
                  </a:lnTo>
                  <a:lnTo>
                    <a:pt x="3569540" y="2032577"/>
                  </a:lnTo>
                  <a:lnTo>
                    <a:pt x="3569666" y="2032577"/>
                  </a:lnTo>
                  <a:lnTo>
                    <a:pt x="3569792" y="2032577"/>
                  </a:lnTo>
                  <a:lnTo>
                    <a:pt x="3569918" y="2032577"/>
                  </a:lnTo>
                  <a:lnTo>
                    <a:pt x="3570044" y="2032577"/>
                  </a:lnTo>
                  <a:lnTo>
                    <a:pt x="3570170" y="2032577"/>
                  </a:lnTo>
                  <a:lnTo>
                    <a:pt x="3570296" y="2032577"/>
                  </a:lnTo>
                  <a:lnTo>
                    <a:pt x="3570423" y="2032577"/>
                  </a:lnTo>
                  <a:lnTo>
                    <a:pt x="3570549" y="2032577"/>
                  </a:lnTo>
                  <a:lnTo>
                    <a:pt x="3570675" y="2032577"/>
                  </a:lnTo>
                  <a:lnTo>
                    <a:pt x="3570801" y="2032577"/>
                  </a:lnTo>
                  <a:lnTo>
                    <a:pt x="3570927" y="2032577"/>
                  </a:lnTo>
                  <a:lnTo>
                    <a:pt x="3571053" y="2032577"/>
                  </a:lnTo>
                  <a:lnTo>
                    <a:pt x="3571179" y="2032577"/>
                  </a:lnTo>
                  <a:lnTo>
                    <a:pt x="3571179" y="2027297"/>
                  </a:lnTo>
                  <a:lnTo>
                    <a:pt x="3571305" y="2027297"/>
                  </a:lnTo>
                  <a:lnTo>
                    <a:pt x="3571431" y="2027297"/>
                  </a:lnTo>
                  <a:lnTo>
                    <a:pt x="3571557" y="2027297"/>
                  </a:lnTo>
                  <a:lnTo>
                    <a:pt x="3571683" y="2027297"/>
                  </a:lnTo>
                  <a:lnTo>
                    <a:pt x="3571810" y="2027297"/>
                  </a:lnTo>
                  <a:lnTo>
                    <a:pt x="3571936" y="2027297"/>
                  </a:lnTo>
                  <a:lnTo>
                    <a:pt x="3572062" y="2027297"/>
                  </a:lnTo>
                  <a:lnTo>
                    <a:pt x="3572188" y="2027297"/>
                  </a:lnTo>
                  <a:lnTo>
                    <a:pt x="3572314" y="2027297"/>
                  </a:lnTo>
                  <a:lnTo>
                    <a:pt x="3572440" y="2027297"/>
                  </a:lnTo>
                  <a:lnTo>
                    <a:pt x="3572566" y="2027297"/>
                  </a:lnTo>
                  <a:lnTo>
                    <a:pt x="3572692" y="2027297"/>
                  </a:lnTo>
                  <a:lnTo>
                    <a:pt x="3572818" y="2027297"/>
                  </a:lnTo>
                  <a:lnTo>
                    <a:pt x="3572944" y="2027297"/>
                  </a:lnTo>
                  <a:lnTo>
                    <a:pt x="3573070" y="2027297"/>
                  </a:lnTo>
                  <a:lnTo>
                    <a:pt x="3573196" y="2027297"/>
                  </a:lnTo>
                  <a:lnTo>
                    <a:pt x="3573323" y="2027297"/>
                  </a:lnTo>
                  <a:lnTo>
                    <a:pt x="3573449" y="2027297"/>
                  </a:lnTo>
                  <a:lnTo>
                    <a:pt x="3573575" y="2027297"/>
                  </a:lnTo>
                  <a:lnTo>
                    <a:pt x="3573701" y="2027297"/>
                  </a:lnTo>
                  <a:lnTo>
                    <a:pt x="3573827" y="2027297"/>
                  </a:lnTo>
                  <a:lnTo>
                    <a:pt x="3573953" y="2027297"/>
                  </a:lnTo>
                  <a:lnTo>
                    <a:pt x="3574079" y="2027297"/>
                  </a:lnTo>
                  <a:lnTo>
                    <a:pt x="3574205" y="2027297"/>
                  </a:lnTo>
                  <a:lnTo>
                    <a:pt x="3574331" y="2027297"/>
                  </a:lnTo>
                  <a:lnTo>
                    <a:pt x="3574457" y="2027297"/>
                  </a:lnTo>
                  <a:lnTo>
                    <a:pt x="3574583" y="2027297"/>
                  </a:lnTo>
                  <a:lnTo>
                    <a:pt x="3574710" y="2027297"/>
                  </a:lnTo>
                  <a:lnTo>
                    <a:pt x="3574836" y="2027297"/>
                  </a:lnTo>
                  <a:lnTo>
                    <a:pt x="3574962" y="2027297"/>
                  </a:lnTo>
                  <a:lnTo>
                    <a:pt x="3575088" y="2027297"/>
                  </a:lnTo>
                  <a:lnTo>
                    <a:pt x="3575214" y="2027297"/>
                  </a:lnTo>
                  <a:lnTo>
                    <a:pt x="3575340" y="2027297"/>
                  </a:lnTo>
                  <a:lnTo>
                    <a:pt x="3575466" y="2027297"/>
                  </a:lnTo>
                  <a:lnTo>
                    <a:pt x="3575592" y="2027297"/>
                  </a:lnTo>
                  <a:lnTo>
                    <a:pt x="3575718" y="2027297"/>
                  </a:lnTo>
                  <a:lnTo>
                    <a:pt x="3575844" y="2027297"/>
                  </a:lnTo>
                  <a:lnTo>
                    <a:pt x="3575970" y="2027297"/>
                  </a:lnTo>
                  <a:lnTo>
                    <a:pt x="3576096" y="2027297"/>
                  </a:lnTo>
                  <a:lnTo>
                    <a:pt x="3576223" y="2027297"/>
                  </a:lnTo>
                  <a:lnTo>
                    <a:pt x="3576349" y="2027297"/>
                  </a:lnTo>
                  <a:lnTo>
                    <a:pt x="3576475" y="2027297"/>
                  </a:lnTo>
                  <a:lnTo>
                    <a:pt x="3576601" y="2027297"/>
                  </a:lnTo>
                  <a:lnTo>
                    <a:pt x="3576727" y="2027297"/>
                  </a:lnTo>
                  <a:lnTo>
                    <a:pt x="3576853" y="2027297"/>
                  </a:lnTo>
                  <a:lnTo>
                    <a:pt x="3576979" y="2027297"/>
                  </a:lnTo>
                  <a:lnTo>
                    <a:pt x="3577105" y="2027297"/>
                  </a:lnTo>
                  <a:lnTo>
                    <a:pt x="3577231" y="2027297"/>
                  </a:lnTo>
                  <a:lnTo>
                    <a:pt x="3577357" y="2027297"/>
                  </a:lnTo>
                  <a:lnTo>
                    <a:pt x="3577483" y="2027297"/>
                  </a:lnTo>
                  <a:lnTo>
                    <a:pt x="3577610" y="2027297"/>
                  </a:lnTo>
                  <a:lnTo>
                    <a:pt x="3577736" y="2027297"/>
                  </a:lnTo>
                  <a:lnTo>
                    <a:pt x="3577862" y="2027297"/>
                  </a:lnTo>
                  <a:lnTo>
                    <a:pt x="3577988" y="2027297"/>
                  </a:lnTo>
                  <a:lnTo>
                    <a:pt x="3578114" y="2027297"/>
                  </a:lnTo>
                  <a:lnTo>
                    <a:pt x="3578240" y="2027297"/>
                  </a:lnTo>
                  <a:lnTo>
                    <a:pt x="3578366" y="2027297"/>
                  </a:lnTo>
                  <a:lnTo>
                    <a:pt x="3578366" y="2022018"/>
                  </a:lnTo>
                  <a:lnTo>
                    <a:pt x="3578492" y="2022018"/>
                  </a:lnTo>
                  <a:lnTo>
                    <a:pt x="3578618" y="2022018"/>
                  </a:lnTo>
                  <a:lnTo>
                    <a:pt x="3578744" y="2022018"/>
                  </a:lnTo>
                  <a:lnTo>
                    <a:pt x="3578870" y="2022018"/>
                  </a:lnTo>
                  <a:lnTo>
                    <a:pt x="3578997" y="2022018"/>
                  </a:lnTo>
                  <a:lnTo>
                    <a:pt x="3579123" y="2022018"/>
                  </a:lnTo>
                  <a:lnTo>
                    <a:pt x="3579249" y="2022018"/>
                  </a:lnTo>
                  <a:lnTo>
                    <a:pt x="3579375" y="2022018"/>
                  </a:lnTo>
                  <a:lnTo>
                    <a:pt x="3579501" y="2022018"/>
                  </a:lnTo>
                  <a:lnTo>
                    <a:pt x="3579627" y="2022018"/>
                  </a:lnTo>
                  <a:lnTo>
                    <a:pt x="3579753" y="2022018"/>
                  </a:lnTo>
                  <a:lnTo>
                    <a:pt x="3579879" y="2022018"/>
                  </a:lnTo>
                  <a:lnTo>
                    <a:pt x="3580005" y="2022018"/>
                  </a:lnTo>
                  <a:lnTo>
                    <a:pt x="3580131" y="2022018"/>
                  </a:lnTo>
                  <a:lnTo>
                    <a:pt x="3580257" y="2022018"/>
                  </a:lnTo>
                  <a:lnTo>
                    <a:pt x="3580383" y="2022018"/>
                  </a:lnTo>
                  <a:lnTo>
                    <a:pt x="3580510" y="2022018"/>
                  </a:lnTo>
                  <a:lnTo>
                    <a:pt x="3580636" y="2022018"/>
                  </a:lnTo>
                  <a:lnTo>
                    <a:pt x="3580762" y="2022018"/>
                  </a:lnTo>
                  <a:lnTo>
                    <a:pt x="3580888" y="2022018"/>
                  </a:lnTo>
                  <a:lnTo>
                    <a:pt x="3581014" y="2022018"/>
                  </a:lnTo>
                  <a:lnTo>
                    <a:pt x="3581140" y="2022018"/>
                  </a:lnTo>
                  <a:lnTo>
                    <a:pt x="3581266" y="2022018"/>
                  </a:lnTo>
                  <a:lnTo>
                    <a:pt x="3581392" y="2022018"/>
                  </a:lnTo>
                  <a:lnTo>
                    <a:pt x="3581518" y="2022018"/>
                  </a:lnTo>
                  <a:lnTo>
                    <a:pt x="3581644" y="2022018"/>
                  </a:lnTo>
                  <a:lnTo>
                    <a:pt x="3581770" y="2022018"/>
                  </a:lnTo>
                  <a:lnTo>
                    <a:pt x="3581897" y="2022018"/>
                  </a:lnTo>
                  <a:lnTo>
                    <a:pt x="3582023" y="2022018"/>
                  </a:lnTo>
                  <a:lnTo>
                    <a:pt x="3582023" y="2016738"/>
                  </a:lnTo>
                  <a:lnTo>
                    <a:pt x="3582149" y="2016738"/>
                  </a:lnTo>
                  <a:lnTo>
                    <a:pt x="3582275" y="2016738"/>
                  </a:lnTo>
                  <a:lnTo>
                    <a:pt x="3582401" y="2016738"/>
                  </a:lnTo>
                  <a:lnTo>
                    <a:pt x="3582527" y="2016738"/>
                  </a:lnTo>
                  <a:lnTo>
                    <a:pt x="3582653" y="2016738"/>
                  </a:lnTo>
                  <a:lnTo>
                    <a:pt x="3582779" y="2016738"/>
                  </a:lnTo>
                  <a:lnTo>
                    <a:pt x="3582905" y="2016738"/>
                  </a:lnTo>
                  <a:lnTo>
                    <a:pt x="3583031" y="2016738"/>
                  </a:lnTo>
                  <a:lnTo>
                    <a:pt x="3583157" y="2016738"/>
                  </a:lnTo>
                  <a:lnTo>
                    <a:pt x="3583283" y="2016738"/>
                  </a:lnTo>
                  <a:lnTo>
                    <a:pt x="3583410" y="2016738"/>
                  </a:lnTo>
                  <a:lnTo>
                    <a:pt x="3583536" y="2016738"/>
                  </a:lnTo>
                  <a:lnTo>
                    <a:pt x="3583662" y="2016738"/>
                  </a:lnTo>
                  <a:lnTo>
                    <a:pt x="3583788" y="2016738"/>
                  </a:lnTo>
                  <a:lnTo>
                    <a:pt x="3583914" y="2016738"/>
                  </a:lnTo>
                  <a:lnTo>
                    <a:pt x="3584040" y="2016738"/>
                  </a:lnTo>
                  <a:lnTo>
                    <a:pt x="3584166" y="2016738"/>
                  </a:lnTo>
                  <a:lnTo>
                    <a:pt x="3584292" y="2016738"/>
                  </a:lnTo>
                  <a:lnTo>
                    <a:pt x="3584418" y="2016738"/>
                  </a:lnTo>
                  <a:lnTo>
                    <a:pt x="3584544" y="2016738"/>
                  </a:lnTo>
                  <a:lnTo>
                    <a:pt x="3584670" y="2016738"/>
                  </a:lnTo>
                  <a:lnTo>
                    <a:pt x="3584797" y="2016738"/>
                  </a:lnTo>
                  <a:lnTo>
                    <a:pt x="3584923" y="2016738"/>
                  </a:lnTo>
                  <a:lnTo>
                    <a:pt x="3585049" y="2016738"/>
                  </a:lnTo>
                  <a:lnTo>
                    <a:pt x="3585175" y="2016738"/>
                  </a:lnTo>
                  <a:lnTo>
                    <a:pt x="3585301" y="2016738"/>
                  </a:lnTo>
                  <a:lnTo>
                    <a:pt x="3585427" y="2016738"/>
                  </a:lnTo>
                  <a:lnTo>
                    <a:pt x="3585553" y="2016738"/>
                  </a:lnTo>
                  <a:lnTo>
                    <a:pt x="3585679" y="2016738"/>
                  </a:lnTo>
                  <a:lnTo>
                    <a:pt x="3585805" y="2016738"/>
                  </a:lnTo>
                  <a:lnTo>
                    <a:pt x="3585931" y="2016738"/>
                  </a:lnTo>
                  <a:lnTo>
                    <a:pt x="3586057" y="2016738"/>
                  </a:lnTo>
                  <a:lnTo>
                    <a:pt x="3586184" y="2016738"/>
                  </a:lnTo>
                  <a:lnTo>
                    <a:pt x="3586310" y="2016738"/>
                  </a:lnTo>
                  <a:lnTo>
                    <a:pt x="3586436" y="2016738"/>
                  </a:lnTo>
                  <a:lnTo>
                    <a:pt x="3586562" y="2016738"/>
                  </a:lnTo>
                  <a:lnTo>
                    <a:pt x="3586688" y="2016738"/>
                  </a:lnTo>
                  <a:lnTo>
                    <a:pt x="3586814" y="2016738"/>
                  </a:lnTo>
                  <a:lnTo>
                    <a:pt x="3586940" y="2016738"/>
                  </a:lnTo>
                  <a:lnTo>
                    <a:pt x="3587066" y="2016738"/>
                  </a:lnTo>
                  <a:lnTo>
                    <a:pt x="3587192" y="2016738"/>
                  </a:lnTo>
                  <a:lnTo>
                    <a:pt x="3587318" y="2016738"/>
                  </a:lnTo>
                  <a:lnTo>
                    <a:pt x="3587444" y="2016738"/>
                  </a:lnTo>
                  <a:lnTo>
                    <a:pt x="3587570" y="2016738"/>
                  </a:lnTo>
                  <a:lnTo>
                    <a:pt x="3587697" y="2016738"/>
                  </a:lnTo>
                  <a:lnTo>
                    <a:pt x="3587823" y="2016738"/>
                  </a:lnTo>
                  <a:lnTo>
                    <a:pt x="3587949" y="2016738"/>
                  </a:lnTo>
                  <a:lnTo>
                    <a:pt x="3588075" y="2016738"/>
                  </a:lnTo>
                  <a:lnTo>
                    <a:pt x="3588201" y="2016738"/>
                  </a:lnTo>
                  <a:lnTo>
                    <a:pt x="3588327" y="2016738"/>
                  </a:lnTo>
                  <a:lnTo>
                    <a:pt x="3588453" y="2016738"/>
                  </a:lnTo>
                  <a:lnTo>
                    <a:pt x="3588579" y="2016738"/>
                  </a:lnTo>
                  <a:lnTo>
                    <a:pt x="3588705" y="2016738"/>
                  </a:lnTo>
                  <a:lnTo>
                    <a:pt x="3588831" y="2016738"/>
                  </a:lnTo>
                  <a:lnTo>
                    <a:pt x="3588957" y="2016738"/>
                  </a:lnTo>
                  <a:lnTo>
                    <a:pt x="3589084" y="2016738"/>
                  </a:lnTo>
                  <a:lnTo>
                    <a:pt x="3589084" y="2011459"/>
                  </a:lnTo>
                  <a:lnTo>
                    <a:pt x="3589210" y="2011459"/>
                  </a:lnTo>
                  <a:lnTo>
                    <a:pt x="3589336" y="2011459"/>
                  </a:lnTo>
                  <a:lnTo>
                    <a:pt x="3589462" y="2011459"/>
                  </a:lnTo>
                  <a:lnTo>
                    <a:pt x="3589588" y="2011459"/>
                  </a:lnTo>
                  <a:lnTo>
                    <a:pt x="3589714" y="2011459"/>
                  </a:lnTo>
                  <a:lnTo>
                    <a:pt x="3589840" y="2011459"/>
                  </a:lnTo>
                  <a:lnTo>
                    <a:pt x="3589966" y="2011459"/>
                  </a:lnTo>
                  <a:lnTo>
                    <a:pt x="3590092" y="2011459"/>
                  </a:lnTo>
                  <a:lnTo>
                    <a:pt x="3590218" y="2011459"/>
                  </a:lnTo>
                  <a:lnTo>
                    <a:pt x="3590344" y="2011459"/>
                  </a:lnTo>
                  <a:lnTo>
                    <a:pt x="3590470" y="2011459"/>
                  </a:lnTo>
                  <a:lnTo>
                    <a:pt x="3590597" y="2011459"/>
                  </a:lnTo>
                  <a:lnTo>
                    <a:pt x="3590723" y="2011459"/>
                  </a:lnTo>
                  <a:lnTo>
                    <a:pt x="3590849" y="2011459"/>
                  </a:lnTo>
                  <a:lnTo>
                    <a:pt x="3590975" y="2011459"/>
                  </a:lnTo>
                  <a:lnTo>
                    <a:pt x="3591101" y="2011459"/>
                  </a:lnTo>
                  <a:lnTo>
                    <a:pt x="3591227" y="2011459"/>
                  </a:lnTo>
                  <a:lnTo>
                    <a:pt x="3591353" y="2011459"/>
                  </a:lnTo>
                  <a:lnTo>
                    <a:pt x="3591479" y="2011459"/>
                  </a:lnTo>
                  <a:lnTo>
                    <a:pt x="3591605" y="2011459"/>
                  </a:lnTo>
                  <a:lnTo>
                    <a:pt x="3591731" y="2011459"/>
                  </a:lnTo>
                  <a:lnTo>
                    <a:pt x="3591857" y="2011459"/>
                  </a:lnTo>
                  <a:lnTo>
                    <a:pt x="3591984" y="2011459"/>
                  </a:lnTo>
                  <a:lnTo>
                    <a:pt x="3592110" y="2011459"/>
                  </a:lnTo>
                  <a:lnTo>
                    <a:pt x="3592236" y="2011459"/>
                  </a:lnTo>
                  <a:lnTo>
                    <a:pt x="3592362" y="2011459"/>
                  </a:lnTo>
                  <a:lnTo>
                    <a:pt x="3592488" y="2011459"/>
                  </a:lnTo>
                  <a:lnTo>
                    <a:pt x="3592614" y="2011459"/>
                  </a:lnTo>
                  <a:lnTo>
                    <a:pt x="3592740" y="2011459"/>
                  </a:lnTo>
                  <a:lnTo>
                    <a:pt x="3592866" y="2011459"/>
                  </a:lnTo>
                  <a:lnTo>
                    <a:pt x="3592992" y="2011459"/>
                  </a:lnTo>
                  <a:lnTo>
                    <a:pt x="3593118" y="2011459"/>
                  </a:lnTo>
                  <a:lnTo>
                    <a:pt x="3593244" y="2011459"/>
                  </a:lnTo>
                  <a:lnTo>
                    <a:pt x="3593371" y="2011459"/>
                  </a:lnTo>
                  <a:lnTo>
                    <a:pt x="3593497" y="2011459"/>
                  </a:lnTo>
                  <a:lnTo>
                    <a:pt x="3593623" y="2011459"/>
                  </a:lnTo>
                  <a:lnTo>
                    <a:pt x="3593749" y="2011459"/>
                  </a:lnTo>
                  <a:lnTo>
                    <a:pt x="3593875" y="2011459"/>
                  </a:lnTo>
                  <a:lnTo>
                    <a:pt x="3594001" y="2011459"/>
                  </a:lnTo>
                  <a:lnTo>
                    <a:pt x="3594127" y="2011459"/>
                  </a:lnTo>
                  <a:lnTo>
                    <a:pt x="3594253" y="2011459"/>
                  </a:lnTo>
                  <a:lnTo>
                    <a:pt x="3594379" y="2011459"/>
                  </a:lnTo>
                  <a:lnTo>
                    <a:pt x="3594505" y="2011459"/>
                  </a:lnTo>
                  <a:lnTo>
                    <a:pt x="3594631" y="2011459"/>
                  </a:lnTo>
                  <a:lnTo>
                    <a:pt x="3594757" y="2011459"/>
                  </a:lnTo>
                  <a:lnTo>
                    <a:pt x="3594884" y="2011459"/>
                  </a:lnTo>
                  <a:lnTo>
                    <a:pt x="3595010" y="2011459"/>
                  </a:lnTo>
                  <a:lnTo>
                    <a:pt x="3595136" y="2011459"/>
                  </a:lnTo>
                  <a:lnTo>
                    <a:pt x="3595262" y="2011459"/>
                  </a:lnTo>
                  <a:lnTo>
                    <a:pt x="3595388" y="2011459"/>
                  </a:lnTo>
                  <a:lnTo>
                    <a:pt x="3595514" y="2011459"/>
                  </a:lnTo>
                  <a:lnTo>
                    <a:pt x="3595640" y="2011459"/>
                  </a:lnTo>
                  <a:lnTo>
                    <a:pt x="3595766" y="2011459"/>
                  </a:lnTo>
                  <a:lnTo>
                    <a:pt x="3595892" y="2011459"/>
                  </a:lnTo>
                  <a:lnTo>
                    <a:pt x="3596018" y="2011459"/>
                  </a:lnTo>
                  <a:lnTo>
                    <a:pt x="3596144" y="2011459"/>
                  </a:lnTo>
                  <a:lnTo>
                    <a:pt x="3596271" y="2011459"/>
                  </a:lnTo>
                  <a:lnTo>
                    <a:pt x="3596397" y="2011459"/>
                  </a:lnTo>
                  <a:lnTo>
                    <a:pt x="3596397" y="2006180"/>
                  </a:lnTo>
                  <a:lnTo>
                    <a:pt x="3596523" y="2006180"/>
                  </a:lnTo>
                  <a:lnTo>
                    <a:pt x="3596649" y="2006180"/>
                  </a:lnTo>
                  <a:lnTo>
                    <a:pt x="3596775" y="2006180"/>
                  </a:lnTo>
                  <a:lnTo>
                    <a:pt x="3596901" y="2006180"/>
                  </a:lnTo>
                  <a:lnTo>
                    <a:pt x="3597027" y="2006180"/>
                  </a:lnTo>
                  <a:lnTo>
                    <a:pt x="3597153" y="2006180"/>
                  </a:lnTo>
                  <a:lnTo>
                    <a:pt x="3597279" y="2006180"/>
                  </a:lnTo>
                  <a:lnTo>
                    <a:pt x="3597405" y="2006180"/>
                  </a:lnTo>
                  <a:lnTo>
                    <a:pt x="3597531" y="2006180"/>
                  </a:lnTo>
                  <a:lnTo>
                    <a:pt x="3597657" y="2006180"/>
                  </a:lnTo>
                  <a:lnTo>
                    <a:pt x="3597784" y="2006180"/>
                  </a:lnTo>
                  <a:lnTo>
                    <a:pt x="3597910" y="2006180"/>
                  </a:lnTo>
                  <a:lnTo>
                    <a:pt x="3598036" y="2006180"/>
                  </a:lnTo>
                  <a:lnTo>
                    <a:pt x="3598162" y="2006180"/>
                  </a:lnTo>
                  <a:lnTo>
                    <a:pt x="3598288" y="2006180"/>
                  </a:lnTo>
                  <a:lnTo>
                    <a:pt x="3598414" y="2006180"/>
                  </a:lnTo>
                  <a:lnTo>
                    <a:pt x="3598540" y="2006180"/>
                  </a:lnTo>
                  <a:lnTo>
                    <a:pt x="3598666" y="2006180"/>
                  </a:lnTo>
                  <a:lnTo>
                    <a:pt x="3598792" y="2006180"/>
                  </a:lnTo>
                  <a:lnTo>
                    <a:pt x="3598918" y="2006180"/>
                  </a:lnTo>
                  <a:lnTo>
                    <a:pt x="3599044" y="2006180"/>
                  </a:lnTo>
                  <a:lnTo>
                    <a:pt x="3599171" y="2006180"/>
                  </a:lnTo>
                  <a:lnTo>
                    <a:pt x="3599297" y="2006180"/>
                  </a:lnTo>
                  <a:lnTo>
                    <a:pt x="3599423" y="2006180"/>
                  </a:lnTo>
                  <a:lnTo>
                    <a:pt x="3599549" y="2006180"/>
                  </a:lnTo>
                  <a:lnTo>
                    <a:pt x="3599675" y="2006180"/>
                  </a:lnTo>
                  <a:lnTo>
                    <a:pt x="3599801" y="2006180"/>
                  </a:lnTo>
                  <a:lnTo>
                    <a:pt x="3599927" y="2006180"/>
                  </a:lnTo>
                  <a:lnTo>
                    <a:pt x="3600053" y="2006180"/>
                  </a:lnTo>
                  <a:lnTo>
                    <a:pt x="3600179" y="2006180"/>
                  </a:lnTo>
                  <a:lnTo>
                    <a:pt x="3600305" y="2006180"/>
                  </a:lnTo>
                  <a:lnTo>
                    <a:pt x="3600431" y="2006180"/>
                  </a:lnTo>
                  <a:lnTo>
                    <a:pt x="3600557" y="2006180"/>
                  </a:lnTo>
                  <a:lnTo>
                    <a:pt x="3600684" y="2006180"/>
                  </a:lnTo>
                  <a:lnTo>
                    <a:pt x="3600810" y="2006180"/>
                  </a:lnTo>
                  <a:lnTo>
                    <a:pt x="3600810" y="2000900"/>
                  </a:lnTo>
                  <a:lnTo>
                    <a:pt x="3600936" y="2000900"/>
                  </a:lnTo>
                  <a:lnTo>
                    <a:pt x="3601062" y="2000900"/>
                  </a:lnTo>
                  <a:lnTo>
                    <a:pt x="3601188" y="2000900"/>
                  </a:lnTo>
                  <a:lnTo>
                    <a:pt x="3601314" y="2000900"/>
                  </a:lnTo>
                  <a:lnTo>
                    <a:pt x="3601440" y="2000900"/>
                  </a:lnTo>
                  <a:lnTo>
                    <a:pt x="3601566" y="2000900"/>
                  </a:lnTo>
                  <a:lnTo>
                    <a:pt x="3601692" y="2000900"/>
                  </a:lnTo>
                  <a:lnTo>
                    <a:pt x="3601818" y="2000900"/>
                  </a:lnTo>
                  <a:lnTo>
                    <a:pt x="3601944" y="2000900"/>
                  </a:lnTo>
                  <a:lnTo>
                    <a:pt x="3602071" y="2000900"/>
                  </a:lnTo>
                  <a:lnTo>
                    <a:pt x="3602197" y="2000900"/>
                  </a:lnTo>
                  <a:lnTo>
                    <a:pt x="3602323" y="2000900"/>
                  </a:lnTo>
                  <a:lnTo>
                    <a:pt x="3602449" y="2000900"/>
                  </a:lnTo>
                  <a:lnTo>
                    <a:pt x="3602575" y="2000900"/>
                  </a:lnTo>
                  <a:lnTo>
                    <a:pt x="3602701" y="2000900"/>
                  </a:lnTo>
                  <a:lnTo>
                    <a:pt x="3602827" y="2000900"/>
                  </a:lnTo>
                  <a:lnTo>
                    <a:pt x="3602953" y="2000900"/>
                  </a:lnTo>
                  <a:lnTo>
                    <a:pt x="3603079" y="2000900"/>
                  </a:lnTo>
                  <a:lnTo>
                    <a:pt x="3603205" y="2000900"/>
                  </a:lnTo>
                  <a:lnTo>
                    <a:pt x="3603331" y="2000900"/>
                  </a:lnTo>
                  <a:lnTo>
                    <a:pt x="3603458" y="2000900"/>
                  </a:lnTo>
                  <a:lnTo>
                    <a:pt x="3603584" y="2000900"/>
                  </a:lnTo>
                  <a:lnTo>
                    <a:pt x="3603710" y="2000900"/>
                  </a:lnTo>
                  <a:lnTo>
                    <a:pt x="3603836" y="2000900"/>
                  </a:lnTo>
                  <a:lnTo>
                    <a:pt x="3603962" y="2000900"/>
                  </a:lnTo>
                  <a:lnTo>
                    <a:pt x="3604088" y="2000900"/>
                  </a:lnTo>
                  <a:lnTo>
                    <a:pt x="3604214" y="2000900"/>
                  </a:lnTo>
                  <a:lnTo>
                    <a:pt x="3604340" y="2000900"/>
                  </a:lnTo>
                  <a:lnTo>
                    <a:pt x="3604466" y="2000900"/>
                  </a:lnTo>
                  <a:lnTo>
                    <a:pt x="3604592" y="2000900"/>
                  </a:lnTo>
                  <a:lnTo>
                    <a:pt x="3604718" y="2000900"/>
                  </a:lnTo>
                  <a:lnTo>
                    <a:pt x="3604844" y="2000900"/>
                  </a:lnTo>
                  <a:lnTo>
                    <a:pt x="3604844" y="1995621"/>
                  </a:lnTo>
                  <a:lnTo>
                    <a:pt x="3604844" y="1990341"/>
                  </a:lnTo>
                  <a:lnTo>
                    <a:pt x="3604971" y="1990341"/>
                  </a:lnTo>
                  <a:lnTo>
                    <a:pt x="3605097" y="1990341"/>
                  </a:lnTo>
                  <a:lnTo>
                    <a:pt x="3605223" y="1990341"/>
                  </a:lnTo>
                  <a:lnTo>
                    <a:pt x="3605349" y="1990341"/>
                  </a:lnTo>
                  <a:lnTo>
                    <a:pt x="3605475" y="1990341"/>
                  </a:lnTo>
                  <a:lnTo>
                    <a:pt x="3605601" y="1990341"/>
                  </a:lnTo>
                  <a:lnTo>
                    <a:pt x="3605727" y="1990341"/>
                  </a:lnTo>
                  <a:lnTo>
                    <a:pt x="3605853" y="1990341"/>
                  </a:lnTo>
                  <a:lnTo>
                    <a:pt x="3605979" y="1990341"/>
                  </a:lnTo>
                  <a:lnTo>
                    <a:pt x="3606105" y="1990341"/>
                  </a:lnTo>
                  <a:lnTo>
                    <a:pt x="3606231" y="1990341"/>
                  </a:lnTo>
                  <a:lnTo>
                    <a:pt x="3606358" y="1990341"/>
                  </a:lnTo>
                  <a:lnTo>
                    <a:pt x="3606484" y="1990341"/>
                  </a:lnTo>
                  <a:lnTo>
                    <a:pt x="3606610" y="1990341"/>
                  </a:lnTo>
                  <a:lnTo>
                    <a:pt x="3606736" y="1990341"/>
                  </a:lnTo>
                  <a:lnTo>
                    <a:pt x="3606862" y="1990341"/>
                  </a:lnTo>
                  <a:lnTo>
                    <a:pt x="3606988" y="1990341"/>
                  </a:lnTo>
                  <a:lnTo>
                    <a:pt x="3607114" y="1990341"/>
                  </a:lnTo>
                  <a:lnTo>
                    <a:pt x="3607240" y="1990341"/>
                  </a:lnTo>
                  <a:lnTo>
                    <a:pt x="3607366" y="1990341"/>
                  </a:lnTo>
                  <a:lnTo>
                    <a:pt x="3607492" y="1990341"/>
                  </a:lnTo>
                  <a:lnTo>
                    <a:pt x="3607618" y="1990341"/>
                  </a:lnTo>
                  <a:lnTo>
                    <a:pt x="3607744" y="1990341"/>
                  </a:lnTo>
                  <a:lnTo>
                    <a:pt x="3607871" y="1990341"/>
                  </a:lnTo>
                  <a:lnTo>
                    <a:pt x="3607997" y="1990341"/>
                  </a:lnTo>
                  <a:lnTo>
                    <a:pt x="3608123" y="1990341"/>
                  </a:lnTo>
                  <a:lnTo>
                    <a:pt x="3608249" y="1990341"/>
                  </a:lnTo>
                  <a:lnTo>
                    <a:pt x="3608375" y="1990341"/>
                  </a:lnTo>
                  <a:lnTo>
                    <a:pt x="3608501" y="1990341"/>
                  </a:lnTo>
                  <a:lnTo>
                    <a:pt x="3608627" y="1990341"/>
                  </a:lnTo>
                  <a:lnTo>
                    <a:pt x="3608753" y="1990341"/>
                  </a:lnTo>
                  <a:lnTo>
                    <a:pt x="3608879" y="1990341"/>
                  </a:lnTo>
                  <a:lnTo>
                    <a:pt x="3609005" y="1990341"/>
                  </a:lnTo>
                  <a:lnTo>
                    <a:pt x="3609131" y="1990341"/>
                  </a:lnTo>
                  <a:lnTo>
                    <a:pt x="3609258" y="1990341"/>
                  </a:lnTo>
                  <a:lnTo>
                    <a:pt x="3609384" y="1990341"/>
                  </a:lnTo>
                  <a:lnTo>
                    <a:pt x="3609510" y="1990341"/>
                  </a:lnTo>
                  <a:lnTo>
                    <a:pt x="3609636" y="1990341"/>
                  </a:lnTo>
                  <a:lnTo>
                    <a:pt x="3609762" y="1990341"/>
                  </a:lnTo>
                  <a:lnTo>
                    <a:pt x="3609888" y="1990341"/>
                  </a:lnTo>
                  <a:lnTo>
                    <a:pt x="3609888" y="1985062"/>
                  </a:lnTo>
                  <a:lnTo>
                    <a:pt x="3610014" y="1985062"/>
                  </a:lnTo>
                  <a:lnTo>
                    <a:pt x="3610140" y="1985062"/>
                  </a:lnTo>
                  <a:lnTo>
                    <a:pt x="3610266" y="1985062"/>
                  </a:lnTo>
                  <a:lnTo>
                    <a:pt x="3610392" y="1985062"/>
                  </a:lnTo>
                  <a:lnTo>
                    <a:pt x="3610518" y="1985062"/>
                  </a:lnTo>
                  <a:lnTo>
                    <a:pt x="3610645" y="1985062"/>
                  </a:lnTo>
                  <a:lnTo>
                    <a:pt x="3610771" y="1985062"/>
                  </a:lnTo>
                  <a:lnTo>
                    <a:pt x="3610897" y="1985062"/>
                  </a:lnTo>
                  <a:lnTo>
                    <a:pt x="3611023" y="1985062"/>
                  </a:lnTo>
                  <a:lnTo>
                    <a:pt x="3611149" y="1985062"/>
                  </a:lnTo>
                  <a:lnTo>
                    <a:pt x="3611275" y="1985062"/>
                  </a:lnTo>
                  <a:lnTo>
                    <a:pt x="3611401" y="1985062"/>
                  </a:lnTo>
                  <a:lnTo>
                    <a:pt x="3611527" y="1985062"/>
                  </a:lnTo>
                  <a:lnTo>
                    <a:pt x="3611653" y="1985062"/>
                  </a:lnTo>
                  <a:lnTo>
                    <a:pt x="3611779" y="1985062"/>
                  </a:lnTo>
                  <a:lnTo>
                    <a:pt x="3611905" y="1985062"/>
                  </a:lnTo>
                  <a:lnTo>
                    <a:pt x="3612031" y="1985062"/>
                  </a:lnTo>
                  <a:lnTo>
                    <a:pt x="3612158" y="1985062"/>
                  </a:lnTo>
                  <a:lnTo>
                    <a:pt x="3612284" y="1985062"/>
                  </a:lnTo>
                  <a:lnTo>
                    <a:pt x="3612410" y="1985062"/>
                  </a:lnTo>
                  <a:lnTo>
                    <a:pt x="3612536" y="1985062"/>
                  </a:lnTo>
                  <a:lnTo>
                    <a:pt x="3612662" y="1985062"/>
                  </a:lnTo>
                  <a:lnTo>
                    <a:pt x="3612788" y="1985062"/>
                  </a:lnTo>
                  <a:lnTo>
                    <a:pt x="3612914" y="1985062"/>
                  </a:lnTo>
                  <a:lnTo>
                    <a:pt x="3613040" y="1985062"/>
                  </a:lnTo>
                  <a:lnTo>
                    <a:pt x="3613166" y="1985062"/>
                  </a:lnTo>
                  <a:lnTo>
                    <a:pt x="3613292" y="1985062"/>
                  </a:lnTo>
                  <a:lnTo>
                    <a:pt x="3613418" y="1985062"/>
                  </a:lnTo>
                  <a:lnTo>
                    <a:pt x="3613545" y="1985062"/>
                  </a:lnTo>
                  <a:lnTo>
                    <a:pt x="3613671" y="1985062"/>
                  </a:lnTo>
                  <a:lnTo>
                    <a:pt x="3613797" y="1985062"/>
                  </a:lnTo>
                  <a:lnTo>
                    <a:pt x="3613923" y="1985062"/>
                  </a:lnTo>
                  <a:lnTo>
                    <a:pt x="3614049" y="1985062"/>
                  </a:lnTo>
                  <a:lnTo>
                    <a:pt x="3614175" y="1985062"/>
                  </a:lnTo>
                  <a:lnTo>
                    <a:pt x="3614301" y="1985062"/>
                  </a:lnTo>
                  <a:lnTo>
                    <a:pt x="3614427" y="1985062"/>
                  </a:lnTo>
                  <a:lnTo>
                    <a:pt x="3614553" y="1985062"/>
                  </a:lnTo>
                  <a:lnTo>
                    <a:pt x="3614679" y="1985062"/>
                  </a:lnTo>
                  <a:lnTo>
                    <a:pt x="3614805" y="1985062"/>
                  </a:lnTo>
                  <a:lnTo>
                    <a:pt x="3614931" y="1985062"/>
                  </a:lnTo>
                  <a:lnTo>
                    <a:pt x="3615058" y="1985062"/>
                  </a:lnTo>
                  <a:lnTo>
                    <a:pt x="3615184" y="1985062"/>
                  </a:lnTo>
                  <a:lnTo>
                    <a:pt x="3615310" y="1985062"/>
                  </a:lnTo>
                  <a:lnTo>
                    <a:pt x="3615436" y="1985062"/>
                  </a:lnTo>
                  <a:lnTo>
                    <a:pt x="3615562" y="1985062"/>
                  </a:lnTo>
                  <a:lnTo>
                    <a:pt x="3615688" y="1985062"/>
                  </a:lnTo>
                  <a:lnTo>
                    <a:pt x="3615814" y="1985062"/>
                  </a:lnTo>
                  <a:lnTo>
                    <a:pt x="3615940" y="1985062"/>
                  </a:lnTo>
                  <a:lnTo>
                    <a:pt x="3616066" y="1985062"/>
                  </a:lnTo>
                  <a:lnTo>
                    <a:pt x="3616192" y="1985062"/>
                  </a:lnTo>
                  <a:lnTo>
                    <a:pt x="3616318" y="1985062"/>
                  </a:lnTo>
                  <a:lnTo>
                    <a:pt x="3616445" y="1985062"/>
                  </a:lnTo>
                  <a:lnTo>
                    <a:pt x="3616571" y="1985062"/>
                  </a:lnTo>
                  <a:lnTo>
                    <a:pt x="3616697" y="1985062"/>
                  </a:lnTo>
                  <a:lnTo>
                    <a:pt x="3616697" y="1979782"/>
                  </a:lnTo>
                  <a:lnTo>
                    <a:pt x="3616823" y="1979782"/>
                  </a:lnTo>
                  <a:lnTo>
                    <a:pt x="3616949" y="1979782"/>
                  </a:lnTo>
                  <a:lnTo>
                    <a:pt x="3617075" y="1979782"/>
                  </a:lnTo>
                  <a:lnTo>
                    <a:pt x="3617201" y="1979782"/>
                  </a:lnTo>
                  <a:lnTo>
                    <a:pt x="3617327" y="1979782"/>
                  </a:lnTo>
                  <a:lnTo>
                    <a:pt x="3617453" y="1979782"/>
                  </a:lnTo>
                  <a:lnTo>
                    <a:pt x="3617579" y="1979782"/>
                  </a:lnTo>
                  <a:lnTo>
                    <a:pt x="3617705" y="1979782"/>
                  </a:lnTo>
                  <a:lnTo>
                    <a:pt x="3617832" y="1979782"/>
                  </a:lnTo>
                  <a:lnTo>
                    <a:pt x="3617958" y="1979782"/>
                  </a:lnTo>
                  <a:lnTo>
                    <a:pt x="3618084" y="1979782"/>
                  </a:lnTo>
                  <a:lnTo>
                    <a:pt x="3618210" y="1979782"/>
                  </a:lnTo>
                  <a:lnTo>
                    <a:pt x="3618336" y="1979782"/>
                  </a:lnTo>
                  <a:lnTo>
                    <a:pt x="3618462" y="1979782"/>
                  </a:lnTo>
                  <a:lnTo>
                    <a:pt x="3618588" y="1979782"/>
                  </a:lnTo>
                  <a:lnTo>
                    <a:pt x="3618714" y="1979782"/>
                  </a:lnTo>
                  <a:lnTo>
                    <a:pt x="3618840" y="1979782"/>
                  </a:lnTo>
                  <a:lnTo>
                    <a:pt x="3618966" y="1979782"/>
                  </a:lnTo>
                  <a:lnTo>
                    <a:pt x="3619092" y="1979782"/>
                  </a:lnTo>
                  <a:lnTo>
                    <a:pt x="3619218" y="1979782"/>
                  </a:lnTo>
                  <a:lnTo>
                    <a:pt x="3619345" y="1979782"/>
                  </a:lnTo>
                  <a:lnTo>
                    <a:pt x="3619471" y="1979782"/>
                  </a:lnTo>
                  <a:lnTo>
                    <a:pt x="3619597" y="1979782"/>
                  </a:lnTo>
                  <a:lnTo>
                    <a:pt x="3619723" y="1979782"/>
                  </a:lnTo>
                  <a:lnTo>
                    <a:pt x="3619849" y="1979782"/>
                  </a:lnTo>
                  <a:lnTo>
                    <a:pt x="3619975" y="1979782"/>
                  </a:lnTo>
                  <a:lnTo>
                    <a:pt x="3620101" y="1979782"/>
                  </a:lnTo>
                  <a:lnTo>
                    <a:pt x="3620227" y="1979782"/>
                  </a:lnTo>
                  <a:lnTo>
                    <a:pt x="3620353" y="1979782"/>
                  </a:lnTo>
                  <a:lnTo>
                    <a:pt x="3620479" y="1979782"/>
                  </a:lnTo>
                  <a:lnTo>
                    <a:pt x="3620605" y="1979782"/>
                  </a:lnTo>
                  <a:lnTo>
                    <a:pt x="3620732" y="1979782"/>
                  </a:lnTo>
                  <a:lnTo>
                    <a:pt x="3620858" y="1979782"/>
                  </a:lnTo>
                  <a:lnTo>
                    <a:pt x="3620984" y="1979782"/>
                  </a:lnTo>
                  <a:lnTo>
                    <a:pt x="3621110" y="1979782"/>
                  </a:lnTo>
                  <a:lnTo>
                    <a:pt x="3621236" y="1979782"/>
                  </a:lnTo>
                  <a:lnTo>
                    <a:pt x="3621362" y="1979782"/>
                  </a:lnTo>
                  <a:lnTo>
                    <a:pt x="3621488" y="1979782"/>
                  </a:lnTo>
                  <a:lnTo>
                    <a:pt x="3621614" y="1979782"/>
                  </a:lnTo>
                  <a:lnTo>
                    <a:pt x="3621740" y="1979782"/>
                  </a:lnTo>
                  <a:lnTo>
                    <a:pt x="3621866" y="1979782"/>
                  </a:lnTo>
                  <a:lnTo>
                    <a:pt x="3621866" y="1974503"/>
                  </a:lnTo>
                  <a:lnTo>
                    <a:pt x="3621992" y="1974503"/>
                  </a:lnTo>
                  <a:lnTo>
                    <a:pt x="3622118" y="1974503"/>
                  </a:lnTo>
                  <a:lnTo>
                    <a:pt x="3622245" y="1974503"/>
                  </a:lnTo>
                  <a:lnTo>
                    <a:pt x="3622371" y="1974503"/>
                  </a:lnTo>
                  <a:lnTo>
                    <a:pt x="3622497" y="1974503"/>
                  </a:lnTo>
                  <a:lnTo>
                    <a:pt x="3622623" y="1974503"/>
                  </a:lnTo>
                  <a:lnTo>
                    <a:pt x="3622749" y="1974503"/>
                  </a:lnTo>
                  <a:lnTo>
                    <a:pt x="3622875" y="1974503"/>
                  </a:lnTo>
                  <a:lnTo>
                    <a:pt x="3623001" y="1974503"/>
                  </a:lnTo>
                  <a:lnTo>
                    <a:pt x="3623127" y="1974503"/>
                  </a:lnTo>
                  <a:lnTo>
                    <a:pt x="3623253" y="1974503"/>
                  </a:lnTo>
                  <a:lnTo>
                    <a:pt x="3623379" y="1974503"/>
                  </a:lnTo>
                  <a:lnTo>
                    <a:pt x="3623505" y="1974503"/>
                  </a:lnTo>
                  <a:lnTo>
                    <a:pt x="3623632" y="1974503"/>
                  </a:lnTo>
                  <a:lnTo>
                    <a:pt x="3623758" y="1974503"/>
                  </a:lnTo>
                  <a:lnTo>
                    <a:pt x="3623884" y="1974503"/>
                  </a:lnTo>
                  <a:lnTo>
                    <a:pt x="3624010" y="1974503"/>
                  </a:lnTo>
                  <a:lnTo>
                    <a:pt x="3624136" y="1974503"/>
                  </a:lnTo>
                  <a:lnTo>
                    <a:pt x="3624262" y="1974503"/>
                  </a:lnTo>
                  <a:lnTo>
                    <a:pt x="3624388" y="1974503"/>
                  </a:lnTo>
                  <a:lnTo>
                    <a:pt x="3624514" y="1974503"/>
                  </a:lnTo>
                  <a:lnTo>
                    <a:pt x="3624640" y="1974503"/>
                  </a:lnTo>
                  <a:lnTo>
                    <a:pt x="3624766" y="1974503"/>
                  </a:lnTo>
                  <a:lnTo>
                    <a:pt x="3624892" y="1974503"/>
                  </a:lnTo>
                  <a:lnTo>
                    <a:pt x="3625018" y="1974503"/>
                  </a:lnTo>
                  <a:lnTo>
                    <a:pt x="3625145" y="1974503"/>
                  </a:lnTo>
                  <a:lnTo>
                    <a:pt x="3625271" y="1974503"/>
                  </a:lnTo>
                  <a:lnTo>
                    <a:pt x="3625397" y="1974503"/>
                  </a:lnTo>
                  <a:lnTo>
                    <a:pt x="3625523" y="1974503"/>
                  </a:lnTo>
                  <a:lnTo>
                    <a:pt x="3625649" y="1974503"/>
                  </a:lnTo>
                  <a:lnTo>
                    <a:pt x="3625775" y="1974503"/>
                  </a:lnTo>
                  <a:lnTo>
                    <a:pt x="3625901" y="1974503"/>
                  </a:lnTo>
                  <a:lnTo>
                    <a:pt x="3626027" y="1974503"/>
                  </a:lnTo>
                  <a:lnTo>
                    <a:pt x="3626153" y="1974503"/>
                  </a:lnTo>
                  <a:lnTo>
                    <a:pt x="3626279" y="1974503"/>
                  </a:lnTo>
                  <a:lnTo>
                    <a:pt x="3626405" y="1974503"/>
                  </a:lnTo>
                  <a:lnTo>
                    <a:pt x="3626532" y="1974503"/>
                  </a:lnTo>
                  <a:lnTo>
                    <a:pt x="3626658" y="1974503"/>
                  </a:lnTo>
                  <a:lnTo>
                    <a:pt x="3626784" y="1974503"/>
                  </a:lnTo>
                  <a:lnTo>
                    <a:pt x="3626910" y="1974503"/>
                  </a:lnTo>
                  <a:lnTo>
                    <a:pt x="3627036" y="1974503"/>
                  </a:lnTo>
                  <a:lnTo>
                    <a:pt x="3627162" y="1974503"/>
                  </a:lnTo>
                  <a:lnTo>
                    <a:pt x="3627288" y="1974503"/>
                  </a:lnTo>
                  <a:lnTo>
                    <a:pt x="3627414" y="1974503"/>
                  </a:lnTo>
                  <a:lnTo>
                    <a:pt x="3627540" y="1974503"/>
                  </a:lnTo>
                  <a:lnTo>
                    <a:pt x="3627666" y="1974503"/>
                  </a:lnTo>
                  <a:lnTo>
                    <a:pt x="3627792" y="1974503"/>
                  </a:lnTo>
                  <a:lnTo>
                    <a:pt x="3627919" y="1974503"/>
                  </a:lnTo>
                  <a:lnTo>
                    <a:pt x="3628045" y="1974503"/>
                  </a:lnTo>
                  <a:lnTo>
                    <a:pt x="3628171" y="1974503"/>
                  </a:lnTo>
                  <a:lnTo>
                    <a:pt x="3628297" y="1974503"/>
                  </a:lnTo>
                  <a:lnTo>
                    <a:pt x="3628423" y="1974503"/>
                  </a:lnTo>
                  <a:lnTo>
                    <a:pt x="3628549" y="1974503"/>
                  </a:lnTo>
                  <a:lnTo>
                    <a:pt x="3628675" y="1974503"/>
                  </a:lnTo>
                  <a:lnTo>
                    <a:pt x="3628801" y="1974503"/>
                  </a:lnTo>
                  <a:lnTo>
                    <a:pt x="3628927" y="1974503"/>
                  </a:lnTo>
                  <a:lnTo>
                    <a:pt x="3629053" y="1974503"/>
                  </a:lnTo>
                  <a:lnTo>
                    <a:pt x="3629179" y="1974503"/>
                  </a:lnTo>
                  <a:lnTo>
                    <a:pt x="3629305" y="1974503"/>
                  </a:lnTo>
                  <a:lnTo>
                    <a:pt x="3629432" y="1974503"/>
                  </a:lnTo>
                  <a:lnTo>
                    <a:pt x="3629558" y="1974503"/>
                  </a:lnTo>
                  <a:lnTo>
                    <a:pt x="3629684" y="1974503"/>
                  </a:lnTo>
                  <a:lnTo>
                    <a:pt x="3629810" y="1974503"/>
                  </a:lnTo>
                  <a:lnTo>
                    <a:pt x="3629936" y="1974503"/>
                  </a:lnTo>
                  <a:lnTo>
                    <a:pt x="3630062" y="1974503"/>
                  </a:lnTo>
                  <a:lnTo>
                    <a:pt x="3630188" y="1974503"/>
                  </a:lnTo>
                  <a:lnTo>
                    <a:pt x="3630314" y="1974503"/>
                  </a:lnTo>
                  <a:lnTo>
                    <a:pt x="3630440" y="1974503"/>
                  </a:lnTo>
                  <a:lnTo>
                    <a:pt x="3630566" y="1974503"/>
                  </a:lnTo>
                  <a:lnTo>
                    <a:pt x="3630692" y="1974503"/>
                  </a:lnTo>
                  <a:lnTo>
                    <a:pt x="3630819" y="1974503"/>
                  </a:lnTo>
                  <a:lnTo>
                    <a:pt x="3630945" y="1974503"/>
                  </a:lnTo>
                  <a:lnTo>
                    <a:pt x="3631071" y="1974503"/>
                  </a:lnTo>
                  <a:lnTo>
                    <a:pt x="3631197" y="1974503"/>
                  </a:lnTo>
                  <a:lnTo>
                    <a:pt x="3631323" y="1974503"/>
                  </a:lnTo>
                  <a:lnTo>
                    <a:pt x="3631449" y="1974503"/>
                  </a:lnTo>
                  <a:lnTo>
                    <a:pt x="3631575" y="1974503"/>
                  </a:lnTo>
                  <a:lnTo>
                    <a:pt x="3631701" y="1974503"/>
                  </a:lnTo>
                  <a:lnTo>
                    <a:pt x="3631827" y="1974503"/>
                  </a:lnTo>
                  <a:lnTo>
                    <a:pt x="3631953" y="1974503"/>
                  </a:lnTo>
                  <a:lnTo>
                    <a:pt x="3632079" y="1974503"/>
                  </a:lnTo>
                  <a:lnTo>
                    <a:pt x="3632205" y="1974503"/>
                  </a:lnTo>
                  <a:lnTo>
                    <a:pt x="3632332" y="1974503"/>
                  </a:lnTo>
                  <a:lnTo>
                    <a:pt x="3632458" y="1974503"/>
                  </a:lnTo>
                  <a:lnTo>
                    <a:pt x="3632584" y="1974503"/>
                  </a:lnTo>
                  <a:lnTo>
                    <a:pt x="3632710" y="1974503"/>
                  </a:lnTo>
                  <a:lnTo>
                    <a:pt x="3632836" y="1974503"/>
                  </a:lnTo>
                  <a:lnTo>
                    <a:pt x="3632962" y="1974503"/>
                  </a:lnTo>
                  <a:lnTo>
                    <a:pt x="3633088" y="1974503"/>
                  </a:lnTo>
                  <a:lnTo>
                    <a:pt x="3633214" y="1974503"/>
                  </a:lnTo>
                  <a:lnTo>
                    <a:pt x="3633340" y="1974503"/>
                  </a:lnTo>
                  <a:lnTo>
                    <a:pt x="3633466" y="1974503"/>
                  </a:lnTo>
                  <a:lnTo>
                    <a:pt x="3633592" y="1974503"/>
                  </a:lnTo>
                  <a:lnTo>
                    <a:pt x="3633719" y="1974503"/>
                  </a:lnTo>
                  <a:lnTo>
                    <a:pt x="3633845" y="1974503"/>
                  </a:lnTo>
                  <a:lnTo>
                    <a:pt x="3633971" y="1974503"/>
                  </a:lnTo>
                  <a:lnTo>
                    <a:pt x="3634097" y="1974503"/>
                  </a:lnTo>
                  <a:lnTo>
                    <a:pt x="3634223" y="1974503"/>
                  </a:lnTo>
                  <a:lnTo>
                    <a:pt x="3634349" y="1974503"/>
                  </a:lnTo>
                  <a:lnTo>
                    <a:pt x="3634475" y="1974503"/>
                  </a:lnTo>
                  <a:lnTo>
                    <a:pt x="3634601" y="1974503"/>
                  </a:lnTo>
                  <a:lnTo>
                    <a:pt x="3634727" y="1974503"/>
                  </a:lnTo>
                  <a:lnTo>
                    <a:pt x="3634853" y="1974503"/>
                  </a:lnTo>
                  <a:lnTo>
                    <a:pt x="3634979" y="1974503"/>
                  </a:lnTo>
                  <a:lnTo>
                    <a:pt x="3635106" y="1974503"/>
                  </a:lnTo>
                  <a:lnTo>
                    <a:pt x="3635232" y="1974503"/>
                  </a:lnTo>
                  <a:lnTo>
                    <a:pt x="3635358" y="1974503"/>
                  </a:lnTo>
                  <a:lnTo>
                    <a:pt x="3635484" y="1974503"/>
                  </a:lnTo>
                  <a:lnTo>
                    <a:pt x="3635610" y="1974503"/>
                  </a:lnTo>
                  <a:lnTo>
                    <a:pt x="3635736" y="1974503"/>
                  </a:lnTo>
                  <a:lnTo>
                    <a:pt x="3635862" y="1974503"/>
                  </a:lnTo>
                  <a:lnTo>
                    <a:pt x="3635988" y="1974503"/>
                  </a:lnTo>
                  <a:lnTo>
                    <a:pt x="3636114" y="1974503"/>
                  </a:lnTo>
                  <a:lnTo>
                    <a:pt x="3636240" y="1974503"/>
                  </a:lnTo>
                  <a:lnTo>
                    <a:pt x="3636366" y="1974503"/>
                  </a:lnTo>
                  <a:lnTo>
                    <a:pt x="3636492" y="1974503"/>
                  </a:lnTo>
                  <a:lnTo>
                    <a:pt x="3636619" y="1974503"/>
                  </a:lnTo>
                  <a:lnTo>
                    <a:pt x="3636745" y="1974503"/>
                  </a:lnTo>
                  <a:lnTo>
                    <a:pt x="3636871" y="1974503"/>
                  </a:lnTo>
                  <a:lnTo>
                    <a:pt x="3636997" y="1974503"/>
                  </a:lnTo>
                  <a:lnTo>
                    <a:pt x="3637123" y="1974503"/>
                  </a:lnTo>
                  <a:lnTo>
                    <a:pt x="3637249" y="1974503"/>
                  </a:lnTo>
                  <a:lnTo>
                    <a:pt x="3637375" y="1974503"/>
                  </a:lnTo>
                  <a:lnTo>
                    <a:pt x="3637501" y="1974503"/>
                  </a:lnTo>
                  <a:lnTo>
                    <a:pt x="3637627" y="1974503"/>
                  </a:lnTo>
                  <a:lnTo>
                    <a:pt x="3637753" y="1974503"/>
                  </a:lnTo>
                  <a:lnTo>
                    <a:pt x="3637879" y="1974503"/>
                  </a:lnTo>
                  <a:lnTo>
                    <a:pt x="3638006" y="1974503"/>
                  </a:lnTo>
                  <a:lnTo>
                    <a:pt x="3638132" y="1974503"/>
                  </a:lnTo>
                  <a:lnTo>
                    <a:pt x="3638258" y="1974503"/>
                  </a:lnTo>
                  <a:lnTo>
                    <a:pt x="3638384" y="1974503"/>
                  </a:lnTo>
                  <a:lnTo>
                    <a:pt x="3638510" y="1974503"/>
                  </a:lnTo>
                  <a:lnTo>
                    <a:pt x="3638636" y="1974503"/>
                  </a:lnTo>
                  <a:lnTo>
                    <a:pt x="3638762" y="1974503"/>
                  </a:lnTo>
                  <a:lnTo>
                    <a:pt x="3638888" y="1974503"/>
                  </a:lnTo>
                  <a:lnTo>
                    <a:pt x="3639014" y="1974503"/>
                  </a:lnTo>
                  <a:lnTo>
                    <a:pt x="3639140" y="1974503"/>
                  </a:lnTo>
                  <a:lnTo>
                    <a:pt x="3639266" y="1974503"/>
                  </a:lnTo>
                  <a:lnTo>
                    <a:pt x="3639392" y="1974503"/>
                  </a:lnTo>
                  <a:lnTo>
                    <a:pt x="3639519" y="1974503"/>
                  </a:lnTo>
                  <a:lnTo>
                    <a:pt x="3639645" y="1974503"/>
                  </a:lnTo>
                  <a:lnTo>
                    <a:pt x="3639771" y="1974503"/>
                  </a:lnTo>
                  <a:lnTo>
                    <a:pt x="3639897" y="1974503"/>
                  </a:lnTo>
                  <a:lnTo>
                    <a:pt x="3640023" y="1974503"/>
                  </a:lnTo>
                  <a:lnTo>
                    <a:pt x="3640149" y="1974503"/>
                  </a:lnTo>
                  <a:lnTo>
                    <a:pt x="3640275" y="1974503"/>
                  </a:lnTo>
                  <a:lnTo>
                    <a:pt x="3640401" y="1974503"/>
                  </a:lnTo>
                  <a:lnTo>
                    <a:pt x="3640527" y="1974503"/>
                  </a:lnTo>
                  <a:lnTo>
                    <a:pt x="3640653" y="1974503"/>
                  </a:lnTo>
                  <a:lnTo>
                    <a:pt x="3640779" y="1974503"/>
                  </a:lnTo>
                  <a:lnTo>
                    <a:pt x="3640906" y="1974503"/>
                  </a:lnTo>
                  <a:lnTo>
                    <a:pt x="3641032" y="1974503"/>
                  </a:lnTo>
                  <a:lnTo>
                    <a:pt x="3641158" y="1974503"/>
                  </a:lnTo>
                  <a:lnTo>
                    <a:pt x="3641284" y="1974503"/>
                  </a:lnTo>
                  <a:lnTo>
                    <a:pt x="3641410" y="1974503"/>
                  </a:lnTo>
                  <a:lnTo>
                    <a:pt x="3641536" y="1974503"/>
                  </a:lnTo>
                  <a:lnTo>
                    <a:pt x="3641662" y="1974503"/>
                  </a:lnTo>
                  <a:lnTo>
                    <a:pt x="3641788" y="1974503"/>
                  </a:lnTo>
                  <a:lnTo>
                    <a:pt x="3641914" y="1974503"/>
                  </a:lnTo>
                  <a:lnTo>
                    <a:pt x="3642040" y="1974503"/>
                  </a:lnTo>
                  <a:lnTo>
                    <a:pt x="3642166" y="1974503"/>
                  </a:lnTo>
                  <a:lnTo>
                    <a:pt x="3642292" y="1974503"/>
                  </a:lnTo>
                  <a:lnTo>
                    <a:pt x="3642419" y="1974503"/>
                  </a:lnTo>
                  <a:lnTo>
                    <a:pt x="3642545" y="1974503"/>
                  </a:lnTo>
                  <a:lnTo>
                    <a:pt x="3642671" y="1974503"/>
                  </a:lnTo>
                  <a:lnTo>
                    <a:pt x="3642797" y="1974503"/>
                  </a:lnTo>
                  <a:lnTo>
                    <a:pt x="3642923" y="1974503"/>
                  </a:lnTo>
                  <a:lnTo>
                    <a:pt x="3643049" y="1974503"/>
                  </a:lnTo>
                  <a:lnTo>
                    <a:pt x="3643175" y="1974503"/>
                  </a:lnTo>
                  <a:lnTo>
                    <a:pt x="3643301" y="1974503"/>
                  </a:lnTo>
                  <a:lnTo>
                    <a:pt x="3643427" y="1974503"/>
                  </a:lnTo>
                  <a:lnTo>
                    <a:pt x="3643553" y="1974503"/>
                  </a:lnTo>
                  <a:lnTo>
                    <a:pt x="3643679" y="1974503"/>
                  </a:lnTo>
                  <a:lnTo>
                    <a:pt x="3643806" y="1974503"/>
                  </a:lnTo>
                  <a:lnTo>
                    <a:pt x="3643932" y="1974503"/>
                  </a:lnTo>
                  <a:lnTo>
                    <a:pt x="3644058" y="1974503"/>
                  </a:lnTo>
                  <a:lnTo>
                    <a:pt x="3644184" y="1974503"/>
                  </a:lnTo>
                  <a:lnTo>
                    <a:pt x="3644310" y="1974503"/>
                  </a:lnTo>
                  <a:lnTo>
                    <a:pt x="3644436" y="1974503"/>
                  </a:lnTo>
                  <a:lnTo>
                    <a:pt x="3644562" y="1974503"/>
                  </a:lnTo>
                  <a:lnTo>
                    <a:pt x="3644688" y="1974503"/>
                  </a:lnTo>
                  <a:lnTo>
                    <a:pt x="3644814" y="1974503"/>
                  </a:lnTo>
                  <a:lnTo>
                    <a:pt x="3644940" y="1974503"/>
                  </a:lnTo>
                  <a:lnTo>
                    <a:pt x="3645066" y="1974503"/>
                  </a:lnTo>
                  <a:lnTo>
                    <a:pt x="3645193" y="1974503"/>
                  </a:lnTo>
                  <a:lnTo>
                    <a:pt x="3645319" y="1974503"/>
                  </a:lnTo>
                  <a:lnTo>
                    <a:pt x="3645445" y="1974503"/>
                  </a:lnTo>
                  <a:lnTo>
                    <a:pt x="3645571" y="1974503"/>
                  </a:lnTo>
                  <a:lnTo>
                    <a:pt x="3645697" y="1974503"/>
                  </a:lnTo>
                  <a:lnTo>
                    <a:pt x="3645823" y="1974503"/>
                  </a:lnTo>
                  <a:lnTo>
                    <a:pt x="3645949" y="1974503"/>
                  </a:lnTo>
                  <a:lnTo>
                    <a:pt x="3646075" y="1974503"/>
                  </a:lnTo>
                  <a:lnTo>
                    <a:pt x="3646201" y="1974503"/>
                  </a:lnTo>
                  <a:lnTo>
                    <a:pt x="3646327" y="1974503"/>
                  </a:lnTo>
                  <a:lnTo>
                    <a:pt x="3646453" y="1974503"/>
                  </a:lnTo>
                  <a:lnTo>
                    <a:pt x="3646579" y="1974503"/>
                  </a:lnTo>
                  <a:lnTo>
                    <a:pt x="3646706" y="1974503"/>
                  </a:lnTo>
                  <a:lnTo>
                    <a:pt x="3646832" y="1974503"/>
                  </a:lnTo>
                  <a:lnTo>
                    <a:pt x="3646958" y="1974503"/>
                  </a:lnTo>
                  <a:lnTo>
                    <a:pt x="3647084" y="1974503"/>
                  </a:lnTo>
                  <a:lnTo>
                    <a:pt x="3647210" y="1974503"/>
                  </a:lnTo>
                  <a:lnTo>
                    <a:pt x="3647336" y="1974503"/>
                  </a:lnTo>
                  <a:lnTo>
                    <a:pt x="3647462" y="1974503"/>
                  </a:lnTo>
                  <a:lnTo>
                    <a:pt x="3647588" y="1974503"/>
                  </a:lnTo>
                  <a:lnTo>
                    <a:pt x="3647714" y="1974503"/>
                  </a:lnTo>
                  <a:lnTo>
                    <a:pt x="3647840" y="1974503"/>
                  </a:lnTo>
                  <a:lnTo>
                    <a:pt x="3647966" y="1974503"/>
                  </a:lnTo>
                  <a:lnTo>
                    <a:pt x="3648093" y="1974503"/>
                  </a:lnTo>
                  <a:lnTo>
                    <a:pt x="3648219" y="1974503"/>
                  </a:lnTo>
                  <a:lnTo>
                    <a:pt x="3648345" y="1974503"/>
                  </a:lnTo>
                  <a:lnTo>
                    <a:pt x="3648471" y="1974503"/>
                  </a:lnTo>
                  <a:lnTo>
                    <a:pt x="3648597" y="1974503"/>
                  </a:lnTo>
                  <a:lnTo>
                    <a:pt x="3648723" y="1974503"/>
                  </a:lnTo>
                  <a:lnTo>
                    <a:pt x="3648849" y="1974503"/>
                  </a:lnTo>
                  <a:lnTo>
                    <a:pt x="3648975" y="1974503"/>
                  </a:lnTo>
                  <a:lnTo>
                    <a:pt x="3649101" y="1974503"/>
                  </a:lnTo>
                  <a:lnTo>
                    <a:pt x="3649227" y="1974503"/>
                  </a:lnTo>
                  <a:lnTo>
                    <a:pt x="3649353" y="1974503"/>
                  </a:lnTo>
                  <a:lnTo>
                    <a:pt x="3649479" y="1974503"/>
                  </a:lnTo>
                  <a:lnTo>
                    <a:pt x="3649606" y="1974503"/>
                  </a:lnTo>
                  <a:lnTo>
                    <a:pt x="3649732" y="1974503"/>
                  </a:lnTo>
                  <a:lnTo>
                    <a:pt x="3649858" y="1974503"/>
                  </a:lnTo>
                  <a:lnTo>
                    <a:pt x="3649984" y="1974503"/>
                  </a:lnTo>
                  <a:lnTo>
                    <a:pt x="3650110" y="1974503"/>
                  </a:lnTo>
                  <a:lnTo>
                    <a:pt x="3650236" y="1974503"/>
                  </a:lnTo>
                  <a:lnTo>
                    <a:pt x="3650362" y="1974503"/>
                  </a:lnTo>
                  <a:lnTo>
                    <a:pt x="3650488" y="1974503"/>
                  </a:lnTo>
                  <a:lnTo>
                    <a:pt x="3650614" y="1974503"/>
                  </a:lnTo>
                  <a:lnTo>
                    <a:pt x="3650740" y="1974503"/>
                  </a:lnTo>
                  <a:lnTo>
                    <a:pt x="3650866" y="1974503"/>
                  </a:lnTo>
                  <a:lnTo>
                    <a:pt x="3650993" y="1974503"/>
                  </a:lnTo>
                  <a:lnTo>
                    <a:pt x="3651119" y="1974503"/>
                  </a:lnTo>
                  <a:lnTo>
                    <a:pt x="3651245" y="1974503"/>
                  </a:lnTo>
                  <a:lnTo>
                    <a:pt x="3651371" y="1974503"/>
                  </a:lnTo>
                  <a:lnTo>
                    <a:pt x="3651497" y="1974503"/>
                  </a:lnTo>
                  <a:lnTo>
                    <a:pt x="3651623" y="1974503"/>
                  </a:lnTo>
                  <a:lnTo>
                    <a:pt x="3651749" y="1974503"/>
                  </a:lnTo>
                  <a:lnTo>
                    <a:pt x="3651875" y="1974503"/>
                  </a:lnTo>
                  <a:lnTo>
                    <a:pt x="3652001" y="1974503"/>
                  </a:lnTo>
                  <a:lnTo>
                    <a:pt x="3652127" y="1974503"/>
                  </a:lnTo>
                  <a:lnTo>
                    <a:pt x="3652253" y="1974503"/>
                  </a:lnTo>
                  <a:lnTo>
                    <a:pt x="3652380" y="1974503"/>
                  </a:lnTo>
                  <a:lnTo>
                    <a:pt x="3652506" y="1974503"/>
                  </a:lnTo>
                  <a:lnTo>
                    <a:pt x="3652632" y="1974503"/>
                  </a:lnTo>
                  <a:lnTo>
                    <a:pt x="3652758" y="1974503"/>
                  </a:lnTo>
                  <a:lnTo>
                    <a:pt x="3652884" y="1974503"/>
                  </a:lnTo>
                  <a:lnTo>
                    <a:pt x="3653010" y="1974503"/>
                  </a:lnTo>
                  <a:lnTo>
                    <a:pt x="3653136" y="1974503"/>
                  </a:lnTo>
                  <a:lnTo>
                    <a:pt x="3653262" y="1974503"/>
                  </a:lnTo>
                  <a:lnTo>
                    <a:pt x="3653388" y="1974503"/>
                  </a:lnTo>
                  <a:lnTo>
                    <a:pt x="3653514" y="1974503"/>
                  </a:lnTo>
                  <a:lnTo>
                    <a:pt x="3653640" y="1974503"/>
                  </a:lnTo>
                  <a:lnTo>
                    <a:pt x="3653766" y="1974503"/>
                  </a:lnTo>
                  <a:lnTo>
                    <a:pt x="3653893" y="1974503"/>
                  </a:lnTo>
                  <a:lnTo>
                    <a:pt x="3654019" y="1974503"/>
                  </a:lnTo>
                  <a:lnTo>
                    <a:pt x="3654145" y="1974503"/>
                  </a:lnTo>
                  <a:lnTo>
                    <a:pt x="3654271" y="1974503"/>
                  </a:lnTo>
                  <a:lnTo>
                    <a:pt x="3654397" y="1974503"/>
                  </a:lnTo>
                  <a:lnTo>
                    <a:pt x="3654523" y="1974503"/>
                  </a:lnTo>
                  <a:lnTo>
                    <a:pt x="3654649" y="1974503"/>
                  </a:lnTo>
                  <a:lnTo>
                    <a:pt x="3654775" y="1974503"/>
                  </a:lnTo>
                  <a:lnTo>
                    <a:pt x="3654901" y="1974503"/>
                  </a:lnTo>
                  <a:lnTo>
                    <a:pt x="3655027" y="1974503"/>
                  </a:lnTo>
                  <a:lnTo>
                    <a:pt x="3655153" y="1974503"/>
                  </a:lnTo>
                  <a:lnTo>
                    <a:pt x="3655280" y="1974503"/>
                  </a:lnTo>
                  <a:lnTo>
                    <a:pt x="3655406" y="1974503"/>
                  </a:lnTo>
                  <a:lnTo>
                    <a:pt x="3655406" y="1969224"/>
                  </a:lnTo>
                  <a:lnTo>
                    <a:pt x="3655532" y="1969224"/>
                  </a:lnTo>
                  <a:lnTo>
                    <a:pt x="3655658" y="1969224"/>
                  </a:lnTo>
                  <a:lnTo>
                    <a:pt x="3655784" y="1969224"/>
                  </a:lnTo>
                  <a:lnTo>
                    <a:pt x="3655910" y="1969224"/>
                  </a:lnTo>
                  <a:lnTo>
                    <a:pt x="3656036" y="1969224"/>
                  </a:lnTo>
                  <a:lnTo>
                    <a:pt x="3656162" y="1969224"/>
                  </a:lnTo>
                  <a:lnTo>
                    <a:pt x="3656288" y="1969224"/>
                  </a:lnTo>
                  <a:lnTo>
                    <a:pt x="3656414" y="1969224"/>
                  </a:lnTo>
                  <a:lnTo>
                    <a:pt x="3656540" y="1969224"/>
                  </a:lnTo>
                  <a:lnTo>
                    <a:pt x="3656666" y="1969224"/>
                  </a:lnTo>
                  <a:lnTo>
                    <a:pt x="3656793" y="1969224"/>
                  </a:lnTo>
                  <a:lnTo>
                    <a:pt x="3656919" y="1969224"/>
                  </a:lnTo>
                  <a:lnTo>
                    <a:pt x="3657045" y="1969224"/>
                  </a:lnTo>
                  <a:lnTo>
                    <a:pt x="3657171" y="1969224"/>
                  </a:lnTo>
                  <a:lnTo>
                    <a:pt x="3657297" y="1969224"/>
                  </a:lnTo>
                  <a:lnTo>
                    <a:pt x="3657423" y="1969224"/>
                  </a:lnTo>
                  <a:lnTo>
                    <a:pt x="3657549" y="1969224"/>
                  </a:lnTo>
                  <a:lnTo>
                    <a:pt x="3657675" y="1969224"/>
                  </a:lnTo>
                  <a:lnTo>
                    <a:pt x="3657801" y="1969224"/>
                  </a:lnTo>
                  <a:lnTo>
                    <a:pt x="3657927" y="1969224"/>
                  </a:lnTo>
                  <a:lnTo>
                    <a:pt x="3658053" y="1969224"/>
                  </a:lnTo>
                  <a:lnTo>
                    <a:pt x="3658180" y="1969224"/>
                  </a:lnTo>
                  <a:lnTo>
                    <a:pt x="3658306" y="1969224"/>
                  </a:lnTo>
                  <a:lnTo>
                    <a:pt x="3658432" y="1969224"/>
                  </a:lnTo>
                  <a:lnTo>
                    <a:pt x="3658558" y="1969224"/>
                  </a:lnTo>
                  <a:lnTo>
                    <a:pt x="3658684" y="1969224"/>
                  </a:lnTo>
                  <a:lnTo>
                    <a:pt x="3658810" y="1969224"/>
                  </a:lnTo>
                  <a:lnTo>
                    <a:pt x="3658936" y="1969224"/>
                  </a:lnTo>
                  <a:lnTo>
                    <a:pt x="3659062" y="1969224"/>
                  </a:lnTo>
                  <a:lnTo>
                    <a:pt x="3659188" y="1969224"/>
                  </a:lnTo>
                  <a:lnTo>
                    <a:pt x="3659314" y="1969224"/>
                  </a:lnTo>
                  <a:lnTo>
                    <a:pt x="3659440" y="1969224"/>
                  </a:lnTo>
                  <a:lnTo>
                    <a:pt x="3659567" y="1969224"/>
                  </a:lnTo>
                  <a:lnTo>
                    <a:pt x="3659693" y="1969224"/>
                  </a:lnTo>
                  <a:lnTo>
                    <a:pt x="3659819" y="1969224"/>
                  </a:lnTo>
                  <a:lnTo>
                    <a:pt x="3659945" y="1969224"/>
                  </a:lnTo>
                  <a:lnTo>
                    <a:pt x="3660071" y="1969224"/>
                  </a:lnTo>
                  <a:lnTo>
                    <a:pt x="3660197" y="1969224"/>
                  </a:lnTo>
                  <a:lnTo>
                    <a:pt x="3660323" y="1969224"/>
                  </a:lnTo>
                  <a:lnTo>
                    <a:pt x="3660449" y="1969224"/>
                  </a:lnTo>
                  <a:lnTo>
                    <a:pt x="3660575" y="1969224"/>
                  </a:lnTo>
                  <a:lnTo>
                    <a:pt x="3660701" y="1969224"/>
                  </a:lnTo>
                  <a:lnTo>
                    <a:pt x="3660827" y="1969224"/>
                  </a:lnTo>
                  <a:lnTo>
                    <a:pt x="3660953" y="1969224"/>
                  </a:lnTo>
                  <a:lnTo>
                    <a:pt x="3661080" y="1969224"/>
                  </a:lnTo>
                  <a:lnTo>
                    <a:pt x="3661206" y="1969224"/>
                  </a:lnTo>
                  <a:lnTo>
                    <a:pt x="3661332" y="1969224"/>
                  </a:lnTo>
                  <a:lnTo>
                    <a:pt x="3661458" y="1969224"/>
                  </a:lnTo>
                  <a:lnTo>
                    <a:pt x="3661584" y="1969224"/>
                  </a:lnTo>
                  <a:lnTo>
                    <a:pt x="3661710" y="1969224"/>
                  </a:lnTo>
                  <a:lnTo>
                    <a:pt x="3661836" y="1969224"/>
                  </a:lnTo>
                  <a:lnTo>
                    <a:pt x="3661962" y="1969224"/>
                  </a:lnTo>
                  <a:lnTo>
                    <a:pt x="3662088" y="1969224"/>
                  </a:lnTo>
                  <a:lnTo>
                    <a:pt x="3662214" y="1969224"/>
                  </a:lnTo>
                  <a:lnTo>
                    <a:pt x="3662340" y="1969224"/>
                  </a:lnTo>
                  <a:lnTo>
                    <a:pt x="3662467" y="1969224"/>
                  </a:lnTo>
                  <a:lnTo>
                    <a:pt x="3662593" y="1969224"/>
                  </a:lnTo>
                  <a:lnTo>
                    <a:pt x="3662719" y="1969224"/>
                  </a:lnTo>
                  <a:lnTo>
                    <a:pt x="3662845" y="1969224"/>
                  </a:lnTo>
                  <a:lnTo>
                    <a:pt x="3662971" y="1969224"/>
                  </a:lnTo>
                  <a:lnTo>
                    <a:pt x="3663097" y="1969224"/>
                  </a:lnTo>
                  <a:lnTo>
                    <a:pt x="3663223" y="1969224"/>
                  </a:lnTo>
                  <a:lnTo>
                    <a:pt x="3663349" y="1969224"/>
                  </a:lnTo>
                  <a:lnTo>
                    <a:pt x="3663475" y="1969224"/>
                  </a:lnTo>
                  <a:lnTo>
                    <a:pt x="3663601" y="1969224"/>
                  </a:lnTo>
                  <a:lnTo>
                    <a:pt x="3663727" y="1969224"/>
                  </a:lnTo>
                  <a:lnTo>
                    <a:pt x="3663853" y="1969224"/>
                  </a:lnTo>
                  <a:lnTo>
                    <a:pt x="3663980" y="1969224"/>
                  </a:lnTo>
                  <a:lnTo>
                    <a:pt x="3664106" y="1969224"/>
                  </a:lnTo>
                  <a:lnTo>
                    <a:pt x="3664232" y="1969224"/>
                  </a:lnTo>
                  <a:lnTo>
                    <a:pt x="3664358" y="1969224"/>
                  </a:lnTo>
                  <a:lnTo>
                    <a:pt x="3664484" y="1969224"/>
                  </a:lnTo>
                  <a:lnTo>
                    <a:pt x="3664610" y="1969224"/>
                  </a:lnTo>
                  <a:lnTo>
                    <a:pt x="3664736" y="1969224"/>
                  </a:lnTo>
                  <a:lnTo>
                    <a:pt x="3664862" y="1969224"/>
                  </a:lnTo>
                  <a:lnTo>
                    <a:pt x="3664988" y="1969224"/>
                  </a:lnTo>
                  <a:lnTo>
                    <a:pt x="3665114" y="1969224"/>
                  </a:lnTo>
                  <a:lnTo>
                    <a:pt x="3665240" y="1969224"/>
                  </a:lnTo>
                  <a:lnTo>
                    <a:pt x="3665367" y="1969224"/>
                  </a:lnTo>
                  <a:lnTo>
                    <a:pt x="3665493" y="1969224"/>
                  </a:lnTo>
                  <a:lnTo>
                    <a:pt x="3665619" y="1969224"/>
                  </a:lnTo>
                  <a:lnTo>
                    <a:pt x="3665745" y="1969224"/>
                  </a:lnTo>
                  <a:lnTo>
                    <a:pt x="3665871" y="1969224"/>
                  </a:lnTo>
                  <a:lnTo>
                    <a:pt x="3665997" y="1969224"/>
                  </a:lnTo>
                  <a:lnTo>
                    <a:pt x="3666123" y="1969224"/>
                  </a:lnTo>
                  <a:lnTo>
                    <a:pt x="3666249" y="1969224"/>
                  </a:lnTo>
                  <a:lnTo>
                    <a:pt x="3666375" y="1969224"/>
                  </a:lnTo>
                  <a:lnTo>
                    <a:pt x="3666501" y="1969224"/>
                  </a:lnTo>
                  <a:lnTo>
                    <a:pt x="3666627" y="1969224"/>
                  </a:lnTo>
                  <a:lnTo>
                    <a:pt x="3666753" y="1969224"/>
                  </a:lnTo>
                  <a:lnTo>
                    <a:pt x="3666880" y="1969224"/>
                  </a:lnTo>
                  <a:lnTo>
                    <a:pt x="3667006" y="1969224"/>
                  </a:lnTo>
                  <a:lnTo>
                    <a:pt x="3667132" y="1969224"/>
                  </a:lnTo>
                  <a:lnTo>
                    <a:pt x="3667258" y="1969224"/>
                  </a:lnTo>
                  <a:lnTo>
                    <a:pt x="3667384" y="1969224"/>
                  </a:lnTo>
                  <a:lnTo>
                    <a:pt x="3667510" y="1969224"/>
                  </a:lnTo>
                  <a:lnTo>
                    <a:pt x="3667636" y="1969224"/>
                  </a:lnTo>
                  <a:lnTo>
                    <a:pt x="3667762" y="1969224"/>
                  </a:lnTo>
                  <a:lnTo>
                    <a:pt x="3667888" y="1969224"/>
                  </a:lnTo>
                  <a:lnTo>
                    <a:pt x="3668014" y="1969224"/>
                  </a:lnTo>
                  <a:lnTo>
                    <a:pt x="3668140" y="1969224"/>
                  </a:lnTo>
                  <a:lnTo>
                    <a:pt x="3668267" y="1969224"/>
                  </a:lnTo>
                  <a:lnTo>
                    <a:pt x="3668393" y="1969224"/>
                  </a:lnTo>
                  <a:lnTo>
                    <a:pt x="3668519" y="1969224"/>
                  </a:lnTo>
                  <a:lnTo>
                    <a:pt x="3668645" y="1969224"/>
                  </a:lnTo>
                  <a:lnTo>
                    <a:pt x="3668771" y="1969224"/>
                  </a:lnTo>
                  <a:lnTo>
                    <a:pt x="3668897" y="1969224"/>
                  </a:lnTo>
                  <a:lnTo>
                    <a:pt x="3669023" y="1969224"/>
                  </a:lnTo>
                  <a:lnTo>
                    <a:pt x="3669149" y="1969224"/>
                  </a:lnTo>
                  <a:lnTo>
                    <a:pt x="3669275" y="1969224"/>
                  </a:lnTo>
                  <a:lnTo>
                    <a:pt x="3669401" y="1969224"/>
                  </a:lnTo>
                  <a:lnTo>
                    <a:pt x="3669527" y="1969224"/>
                  </a:lnTo>
                  <a:lnTo>
                    <a:pt x="3669654" y="1969224"/>
                  </a:lnTo>
                  <a:lnTo>
                    <a:pt x="3669780" y="1969224"/>
                  </a:lnTo>
                  <a:lnTo>
                    <a:pt x="3669906" y="1969224"/>
                  </a:lnTo>
                  <a:lnTo>
                    <a:pt x="3670032" y="1969224"/>
                  </a:lnTo>
                  <a:lnTo>
                    <a:pt x="3670158" y="1969224"/>
                  </a:lnTo>
                  <a:lnTo>
                    <a:pt x="3670284" y="1969224"/>
                  </a:lnTo>
                  <a:lnTo>
                    <a:pt x="3670410" y="1969224"/>
                  </a:lnTo>
                  <a:lnTo>
                    <a:pt x="3670536" y="1969224"/>
                  </a:lnTo>
                  <a:lnTo>
                    <a:pt x="3670662" y="1969224"/>
                  </a:lnTo>
                  <a:lnTo>
                    <a:pt x="3670788" y="1969224"/>
                  </a:lnTo>
                  <a:lnTo>
                    <a:pt x="3670914" y="1969224"/>
                  </a:lnTo>
                  <a:lnTo>
                    <a:pt x="3671040" y="1969224"/>
                  </a:lnTo>
                  <a:lnTo>
                    <a:pt x="3671167" y="1969224"/>
                  </a:lnTo>
                  <a:lnTo>
                    <a:pt x="3671293" y="1969224"/>
                  </a:lnTo>
                  <a:lnTo>
                    <a:pt x="3671419" y="1969224"/>
                  </a:lnTo>
                  <a:lnTo>
                    <a:pt x="3671545" y="1969224"/>
                  </a:lnTo>
                  <a:lnTo>
                    <a:pt x="3671671" y="1969224"/>
                  </a:lnTo>
                  <a:lnTo>
                    <a:pt x="3671797" y="1969224"/>
                  </a:lnTo>
                  <a:lnTo>
                    <a:pt x="3671923" y="1969224"/>
                  </a:lnTo>
                  <a:lnTo>
                    <a:pt x="3672049" y="1969224"/>
                  </a:lnTo>
                  <a:lnTo>
                    <a:pt x="3672175" y="1969224"/>
                  </a:lnTo>
                  <a:lnTo>
                    <a:pt x="3672301" y="1969224"/>
                  </a:lnTo>
                  <a:lnTo>
                    <a:pt x="3672427" y="1969224"/>
                  </a:lnTo>
                  <a:lnTo>
                    <a:pt x="3672554" y="1969224"/>
                  </a:lnTo>
                  <a:lnTo>
                    <a:pt x="3672680" y="1969224"/>
                  </a:lnTo>
                  <a:lnTo>
                    <a:pt x="3672806" y="1969224"/>
                  </a:lnTo>
                  <a:lnTo>
                    <a:pt x="3672932" y="1969224"/>
                  </a:lnTo>
                  <a:lnTo>
                    <a:pt x="3673058" y="1969224"/>
                  </a:lnTo>
                  <a:lnTo>
                    <a:pt x="3673184" y="1969224"/>
                  </a:lnTo>
                  <a:lnTo>
                    <a:pt x="3673310" y="1969224"/>
                  </a:lnTo>
                  <a:lnTo>
                    <a:pt x="3673436" y="1969224"/>
                  </a:lnTo>
                  <a:lnTo>
                    <a:pt x="3673562" y="1969224"/>
                  </a:lnTo>
                  <a:lnTo>
                    <a:pt x="3673562" y="1963944"/>
                  </a:lnTo>
                  <a:lnTo>
                    <a:pt x="3673688" y="1963944"/>
                  </a:lnTo>
                  <a:lnTo>
                    <a:pt x="3673814" y="1963944"/>
                  </a:lnTo>
                  <a:lnTo>
                    <a:pt x="3673940" y="1963944"/>
                  </a:lnTo>
                  <a:lnTo>
                    <a:pt x="3674067" y="1963944"/>
                  </a:lnTo>
                  <a:lnTo>
                    <a:pt x="3674193" y="1963944"/>
                  </a:lnTo>
                  <a:lnTo>
                    <a:pt x="3674319" y="1963944"/>
                  </a:lnTo>
                  <a:lnTo>
                    <a:pt x="3674445" y="1963944"/>
                  </a:lnTo>
                  <a:lnTo>
                    <a:pt x="3674571" y="1963944"/>
                  </a:lnTo>
                  <a:lnTo>
                    <a:pt x="3674697" y="1963944"/>
                  </a:lnTo>
                  <a:lnTo>
                    <a:pt x="3674823" y="1963944"/>
                  </a:lnTo>
                  <a:lnTo>
                    <a:pt x="3674949" y="1963944"/>
                  </a:lnTo>
                  <a:lnTo>
                    <a:pt x="3675075" y="1963944"/>
                  </a:lnTo>
                  <a:lnTo>
                    <a:pt x="3675201" y="1963944"/>
                  </a:lnTo>
                  <a:lnTo>
                    <a:pt x="3675327" y="1963944"/>
                  </a:lnTo>
                  <a:lnTo>
                    <a:pt x="3675454" y="1963944"/>
                  </a:lnTo>
                  <a:lnTo>
                    <a:pt x="3675580" y="1963944"/>
                  </a:lnTo>
                  <a:lnTo>
                    <a:pt x="3675706" y="1963944"/>
                  </a:lnTo>
                  <a:lnTo>
                    <a:pt x="3675832" y="1963944"/>
                  </a:lnTo>
                  <a:lnTo>
                    <a:pt x="3675958" y="1963944"/>
                  </a:lnTo>
                  <a:lnTo>
                    <a:pt x="3676084" y="1963944"/>
                  </a:lnTo>
                  <a:lnTo>
                    <a:pt x="3676210" y="1963944"/>
                  </a:lnTo>
                  <a:lnTo>
                    <a:pt x="3676336" y="1963944"/>
                  </a:lnTo>
                  <a:lnTo>
                    <a:pt x="3676462" y="1963944"/>
                  </a:lnTo>
                  <a:lnTo>
                    <a:pt x="3676588" y="1963944"/>
                  </a:lnTo>
                  <a:lnTo>
                    <a:pt x="3676714" y="1963944"/>
                  </a:lnTo>
                  <a:lnTo>
                    <a:pt x="3676841" y="1963944"/>
                  </a:lnTo>
                  <a:lnTo>
                    <a:pt x="3676967" y="1963944"/>
                  </a:lnTo>
                  <a:lnTo>
                    <a:pt x="3677093" y="1963944"/>
                  </a:lnTo>
                  <a:lnTo>
                    <a:pt x="3677219" y="1963944"/>
                  </a:lnTo>
                  <a:lnTo>
                    <a:pt x="3677345" y="1963944"/>
                  </a:lnTo>
                  <a:lnTo>
                    <a:pt x="3677471" y="1963944"/>
                  </a:lnTo>
                  <a:lnTo>
                    <a:pt x="3677597" y="1963944"/>
                  </a:lnTo>
                  <a:lnTo>
                    <a:pt x="3677723" y="1963944"/>
                  </a:lnTo>
                  <a:lnTo>
                    <a:pt x="3677849" y="1963944"/>
                  </a:lnTo>
                  <a:lnTo>
                    <a:pt x="3677975" y="1963944"/>
                  </a:lnTo>
                  <a:lnTo>
                    <a:pt x="3678101" y="1963944"/>
                  </a:lnTo>
                  <a:lnTo>
                    <a:pt x="3678227" y="1963944"/>
                  </a:lnTo>
                  <a:lnTo>
                    <a:pt x="3678354" y="1963944"/>
                  </a:lnTo>
                  <a:lnTo>
                    <a:pt x="3678480" y="1963944"/>
                  </a:lnTo>
                  <a:lnTo>
                    <a:pt x="3678606" y="1963944"/>
                  </a:lnTo>
                  <a:lnTo>
                    <a:pt x="3678732" y="1963944"/>
                  </a:lnTo>
                  <a:lnTo>
                    <a:pt x="3678858" y="1963944"/>
                  </a:lnTo>
                  <a:lnTo>
                    <a:pt x="3678984" y="1963944"/>
                  </a:lnTo>
                  <a:lnTo>
                    <a:pt x="3679110" y="1963944"/>
                  </a:lnTo>
                  <a:lnTo>
                    <a:pt x="3679236" y="1963944"/>
                  </a:lnTo>
                  <a:lnTo>
                    <a:pt x="3679362" y="1963944"/>
                  </a:lnTo>
                  <a:lnTo>
                    <a:pt x="3679488" y="1963944"/>
                  </a:lnTo>
                  <a:lnTo>
                    <a:pt x="3679614" y="1963944"/>
                  </a:lnTo>
                  <a:lnTo>
                    <a:pt x="3679741" y="1963944"/>
                  </a:lnTo>
                  <a:lnTo>
                    <a:pt x="3679867" y="1963944"/>
                  </a:lnTo>
                  <a:lnTo>
                    <a:pt x="3679993" y="1963944"/>
                  </a:lnTo>
                  <a:lnTo>
                    <a:pt x="3680119" y="1963944"/>
                  </a:lnTo>
                  <a:lnTo>
                    <a:pt x="3680245" y="1963944"/>
                  </a:lnTo>
                  <a:lnTo>
                    <a:pt x="3680371" y="1963944"/>
                  </a:lnTo>
                  <a:lnTo>
                    <a:pt x="3680497" y="1963944"/>
                  </a:lnTo>
                  <a:lnTo>
                    <a:pt x="3680623" y="1963944"/>
                  </a:lnTo>
                  <a:lnTo>
                    <a:pt x="3680749" y="1963944"/>
                  </a:lnTo>
                  <a:lnTo>
                    <a:pt x="3680875" y="1963944"/>
                  </a:lnTo>
                  <a:lnTo>
                    <a:pt x="3681001" y="1963944"/>
                  </a:lnTo>
                  <a:lnTo>
                    <a:pt x="3681127" y="1963944"/>
                  </a:lnTo>
                  <a:lnTo>
                    <a:pt x="3681254" y="1963944"/>
                  </a:lnTo>
                  <a:lnTo>
                    <a:pt x="3681380" y="1963944"/>
                  </a:lnTo>
                  <a:lnTo>
                    <a:pt x="3681506" y="1963944"/>
                  </a:lnTo>
                  <a:lnTo>
                    <a:pt x="3681632" y="1963944"/>
                  </a:lnTo>
                  <a:lnTo>
                    <a:pt x="3681758" y="1963944"/>
                  </a:lnTo>
                  <a:lnTo>
                    <a:pt x="3681884" y="1963944"/>
                  </a:lnTo>
                  <a:lnTo>
                    <a:pt x="3682010" y="1963944"/>
                  </a:lnTo>
                  <a:lnTo>
                    <a:pt x="3682136" y="1963944"/>
                  </a:lnTo>
                  <a:lnTo>
                    <a:pt x="3682262" y="1963944"/>
                  </a:lnTo>
                  <a:lnTo>
                    <a:pt x="3682388" y="1963944"/>
                  </a:lnTo>
                  <a:lnTo>
                    <a:pt x="3682514" y="1963944"/>
                  </a:lnTo>
                  <a:lnTo>
                    <a:pt x="3682514" y="1958665"/>
                  </a:lnTo>
                  <a:lnTo>
                    <a:pt x="3682514" y="1953385"/>
                  </a:lnTo>
                  <a:lnTo>
                    <a:pt x="3682641" y="1953385"/>
                  </a:lnTo>
                  <a:lnTo>
                    <a:pt x="3682767" y="1953385"/>
                  </a:lnTo>
                  <a:lnTo>
                    <a:pt x="3682893" y="1953385"/>
                  </a:lnTo>
                  <a:lnTo>
                    <a:pt x="3683019" y="1953385"/>
                  </a:lnTo>
                  <a:lnTo>
                    <a:pt x="3683145" y="1953385"/>
                  </a:lnTo>
                  <a:lnTo>
                    <a:pt x="3683271" y="1953385"/>
                  </a:lnTo>
                  <a:lnTo>
                    <a:pt x="3683397" y="1953385"/>
                  </a:lnTo>
                  <a:lnTo>
                    <a:pt x="3683523" y="1953385"/>
                  </a:lnTo>
                  <a:lnTo>
                    <a:pt x="3683649" y="1953385"/>
                  </a:lnTo>
                  <a:lnTo>
                    <a:pt x="3683775" y="1953385"/>
                  </a:lnTo>
                  <a:lnTo>
                    <a:pt x="3683901" y="1953385"/>
                  </a:lnTo>
                  <a:lnTo>
                    <a:pt x="3684028" y="1953385"/>
                  </a:lnTo>
                  <a:lnTo>
                    <a:pt x="3684154" y="1953385"/>
                  </a:lnTo>
                  <a:lnTo>
                    <a:pt x="3684280" y="1953385"/>
                  </a:lnTo>
                  <a:lnTo>
                    <a:pt x="3684406" y="1953385"/>
                  </a:lnTo>
                  <a:lnTo>
                    <a:pt x="3684532" y="1953385"/>
                  </a:lnTo>
                  <a:lnTo>
                    <a:pt x="3684658" y="1953385"/>
                  </a:lnTo>
                  <a:lnTo>
                    <a:pt x="3684784" y="1953385"/>
                  </a:lnTo>
                  <a:lnTo>
                    <a:pt x="3684910" y="1953385"/>
                  </a:lnTo>
                  <a:lnTo>
                    <a:pt x="3685036" y="1953385"/>
                  </a:lnTo>
                  <a:lnTo>
                    <a:pt x="3685162" y="1953385"/>
                  </a:lnTo>
                  <a:lnTo>
                    <a:pt x="3685288" y="1953385"/>
                  </a:lnTo>
                  <a:lnTo>
                    <a:pt x="3685414" y="1953385"/>
                  </a:lnTo>
                  <a:lnTo>
                    <a:pt x="3685541" y="1953385"/>
                  </a:lnTo>
                  <a:lnTo>
                    <a:pt x="3685667" y="1953385"/>
                  </a:lnTo>
                  <a:lnTo>
                    <a:pt x="3685793" y="1953385"/>
                  </a:lnTo>
                  <a:lnTo>
                    <a:pt x="3685919" y="1953385"/>
                  </a:lnTo>
                  <a:lnTo>
                    <a:pt x="3686045" y="1953385"/>
                  </a:lnTo>
                  <a:lnTo>
                    <a:pt x="3686171" y="1953385"/>
                  </a:lnTo>
                  <a:lnTo>
                    <a:pt x="3686297" y="1953385"/>
                  </a:lnTo>
                  <a:lnTo>
                    <a:pt x="3686423" y="1953385"/>
                  </a:lnTo>
                  <a:lnTo>
                    <a:pt x="3686549" y="1953385"/>
                  </a:lnTo>
                  <a:lnTo>
                    <a:pt x="3686675" y="1953385"/>
                  </a:lnTo>
                  <a:lnTo>
                    <a:pt x="3686801" y="1953385"/>
                  </a:lnTo>
                  <a:lnTo>
                    <a:pt x="3686928" y="1953385"/>
                  </a:lnTo>
                  <a:lnTo>
                    <a:pt x="3687054" y="1953385"/>
                  </a:lnTo>
                  <a:lnTo>
                    <a:pt x="3687180" y="1953385"/>
                  </a:lnTo>
                  <a:lnTo>
                    <a:pt x="3687306" y="1953385"/>
                  </a:lnTo>
                  <a:lnTo>
                    <a:pt x="3687432" y="1953385"/>
                  </a:lnTo>
                  <a:lnTo>
                    <a:pt x="3687558" y="1953385"/>
                  </a:lnTo>
                  <a:lnTo>
                    <a:pt x="3687684" y="1953385"/>
                  </a:lnTo>
                  <a:lnTo>
                    <a:pt x="3687810" y="1953385"/>
                  </a:lnTo>
                  <a:lnTo>
                    <a:pt x="3687936" y="1953385"/>
                  </a:lnTo>
                  <a:lnTo>
                    <a:pt x="3688062" y="1953385"/>
                  </a:lnTo>
                  <a:lnTo>
                    <a:pt x="3688188" y="1953385"/>
                  </a:lnTo>
                  <a:lnTo>
                    <a:pt x="3688314" y="1953385"/>
                  </a:lnTo>
                  <a:lnTo>
                    <a:pt x="3688441" y="1953385"/>
                  </a:lnTo>
                  <a:lnTo>
                    <a:pt x="3688567" y="1953385"/>
                  </a:lnTo>
                  <a:lnTo>
                    <a:pt x="3688693" y="1953385"/>
                  </a:lnTo>
                  <a:lnTo>
                    <a:pt x="3688819" y="1953385"/>
                  </a:lnTo>
                  <a:lnTo>
                    <a:pt x="3688945" y="1953385"/>
                  </a:lnTo>
                  <a:lnTo>
                    <a:pt x="3689071" y="1953385"/>
                  </a:lnTo>
                  <a:lnTo>
                    <a:pt x="3689071" y="1948106"/>
                  </a:lnTo>
                  <a:lnTo>
                    <a:pt x="3689197" y="1948106"/>
                  </a:lnTo>
                  <a:lnTo>
                    <a:pt x="3689323" y="1948106"/>
                  </a:lnTo>
                  <a:lnTo>
                    <a:pt x="3689449" y="1948106"/>
                  </a:lnTo>
                  <a:lnTo>
                    <a:pt x="3689575" y="1948106"/>
                  </a:lnTo>
                  <a:lnTo>
                    <a:pt x="3689701" y="1948106"/>
                  </a:lnTo>
                  <a:lnTo>
                    <a:pt x="3689828" y="1948106"/>
                  </a:lnTo>
                  <a:lnTo>
                    <a:pt x="3689954" y="1948106"/>
                  </a:lnTo>
                  <a:lnTo>
                    <a:pt x="3690080" y="1948106"/>
                  </a:lnTo>
                  <a:lnTo>
                    <a:pt x="3690206" y="1948106"/>
                  </a:lnTo>
                  <a:lnTo>
                    <a:pt x="3690332" y="1948106"/>
                  </a:lnTo>
                  <a:lnTo>
                    <a:pt x="3690458" y="1948106"/>
                  </a:lnTo>
                  <a:lnTo>
                    <a:pt x="3690584" y="1948106"/>
                  </a:lnTo>
                  <a:lnTo>
                    <a:pt x="3690710" y="1948106"/>
                  </a:lnTo>
                  <a:lnTo>
                    <a:pt x="3690836" y="1948106"/>
                  </a:lnTo>
                  <a:lnTo>
                    <a:pt x="3690962" y="1948106"/>
                  </a:lnTo>
                  <a:lnTo>
                    <a:pt x="3691088" y="1948106"/>
                  </a:lnTo>
                  <a:lnTo>
                    <a:pt x="3691214" y="1948106"/>
                  </a:lnTo>
                  <a:lnTo>
                    <a:pt x="3691341" y="1948106"/>
                  </a:lnTo>
                  <a:lnTo>
                    <a:pt x="3691467" y="1948106"/>
                  </a:lnTo>
                  <a:lnTo>
                    <a:pt x="3691593" y="1948106"/>
                  </a:lnTo>
                  <a:lnTo>
                    <a:pt x="3691719" y="1948106"/>
                  </a:lnTo>
                  <a:lnTo>
                    <a:pt x="3691845" y="1948106"/>
                  </a:lnTo>
                  <a:lnTo>
                    <a:pt x="3691971" y="1948106"/>
                  </a:lnTo>
                  <a:lnTo>
                    <a:pt x="3692097" y="1948106"/>
                  </a:lnTo>
                  <a:lnTo>
                    <a:pt x="3692223" y="1948106"/>
                  </a:lnTo>
                  <a:lnTo>
                    <a:pt x="3692349" y="1948106"/>
                  </a:lnTo>
                  <a:lnTo>
                    <a:pt x="3692475" y="1948106"/>
                  </a:lnTo>
                  <a:lnTo>
                    <a:pt x="3692601" y="1948106"/>
                  </a:lnTo>
                  <a:lnTo>
                    <a:pt x="3692728" y="1948106"/>
                  </a:lnTo>
                  <a:lnTo>
                    <a:pt x="3692854" y="1948106"/>
                  </a:lnTo>
                  <a:lnTo>
                    <a:pt x="3692980" y="1948106"/>
                  </a:lnTo>
                  <a:lnTo>
                    <a:pt x="3693106" y="1948106"/>
                  </a:lnTo>
                  <a:lnTo>
                    <a:pt x="3693232" y="1948106"/>
                  </a:lnTo>
                  <a:lnTo>
                    <a:pt x="3693358" y="1948106"/>
                  </a:lnTo>
                  <a:lnTo>
                    <a:pt x="3693484" y="1948106"/>
                  </a:lnTo>
                  <a:lnTo>
                    <a:pt x="3693610" y="1948106"/>
                  </a:lnTo>
                  <a:lnTo>
                    <a:pt x="3693736" y="1948106"/>
                  </a:lnTo>
                  <a:lnTo>
                    <a:pt x="3693862" y="1948106"/>
                  </a:lnTo>
                  <a:lnTo>
                    <a:pt x="3693988" y="1948106"/>
                  </a:lnTo>
                  <a:lnTo>
                    <a:pt x="3694115" y="1948106"/>
                  </a:lnTo>
                  <a:lnTo>
                    <a:pt x="3694241" y="1948106"/>
                  </a:lnTo>
                  <a:lnTo>
                    <a:pt x="3694367" y="1948106"/>
                  </a:lnTo>
                  <a:lnTo>
                    <a:pt x="3694493" y="1948106"/>
                  </a:lnTo>
                  <a:lnTo>
                    <a:pt x="3694619" y="1948106"/>
                  </a:lnTo>
                  <a:lnTo>
                    <a:pt x="3694745" y="1948106"/>
                  </a:lnTo>
                  <a:lnTo>
                    <a:pt x="3694871" y="1948106"/>
                  </a:lnTo>
                  <a:lnTo>
                    <a:pt x="3694997" y="1948106"/>
                  </a:lnTo>
                  <a:lnTo>
                    <a:pt x="3695123" y="1948106"/>
                  </a:lnTo>
                  <a:lnTo>
                    <a:pt x="3695249" y="1948106"/>
                  </a:lnTo>
                  <a:lnTo>
                    <a:pt x="3695375" y="1948106"/>
                  </a:lnTo>
                  <a:lnTo>
                    <a:pt x="3695501" y="1948106"/>
                  </a:lnTo>
                  <a:lnTo>
                    <a:pt x="3695628" y="1948106"/>
                  </a:lnTo>
                  <a:lnTo>
                    <a:pt x="3695754" y="1948106"/>
                  </a:lnTo>
                  <a:lnTo>
                    <a:pt x="3695880" y="1948106"/>
                  </a:lnTo>
                  <a:lnTo>
                    <a:pt x="3696006" y="1948106"/>
                  </a:lnTo>
                  <a:lnTo>
                    <a:pt x="3696132" y="1948106"/>
                  </a:lnTo>
                  <a:lnTo>
                    <a:pt x="3696258" y="1948106"/>
                  </a:lnTo>
                  <a:lnTo>
                    <a:pt x="3696384" y="1948106"/>
                  </a:lnTo>
                  <a:lnTo>
                    <a:pt x="3696510" y="1948106"/>
                  </a:lnTo>
                  <a:lnTo>
                    <a:pt x="3696636" y="1948106"/>
                  </a:lnTo>
                  <a:lnTo>
                    <a:pt x="3696762" y="1948106"/>
                  </a:lnTo>
                  <a:lnTo>
                    <a:pt x="3696888" y="1948106"/>
                  </a:lnTo>
                  <a:lnTo>
                    <a:pt x="3697015" y="1948106"/>
                  </a:lnTo>
                  <a:lnTo>
                    <a:pt x="3697141" y="1948106"/>
                  </a:lnTo>
                  <a:lnTo>
                    <a:pt x="3697267" y="1948106"/>
                  </a:lnTo>
                  <a:lnTo>
                    <a:pt x="3697393" y="1948106"/>
                  </a:lnTo>
                  <a:lnTo>
                    <a:pt x="3697519" y="1948106"/>
                  </a:lnTo>
                  <a:lnTo>
                    <a:pt x="3697645" y="1948106"/>
                  </a:lnTo>
                  <a:lnTo>
                    <a:pt x="3697771" y="1948106"/>
                  </a:lnTo>
                  <a:lnTo>
                    <a:pt x="3697897" y="1948106"/>
                  </a:lnTo>
                  <a:lnTo>
                    <a:pt x="3698023" y="1948106"/>
                  </a:lnTo>
                  <a:lnTo>
                    <a:pt x="3698149" y="1948106"/>
                  </a:lnTo>
                  <a:lnTo>
                    <a:pt x="3698275" y="1948106"/>
                  </a:lnTo>
                  <a:lnTo>
                    <a:pt x="3698401" y="1948106"/>
                  </a:lnTo>
                  <a:lnTo>
                    <a:pt x="3698401" y="1942827"/>
                  </a:lnTo>
                  <a:lnTo>
                    <a:pt x="3698528" y="1942827"/>
                  </a:lnTo>
                  <a:lnTo>
                    <a:pt x="3698654" y="1942827"/>
                  </a:lnTo>
                  <a:lnTo>
                    <a:pt x="3698780" y="1942827"/>
                  </a:lnTo>
                  <a:lnTo>
                    <a:pt x="3698906" y="1942827"/>
                  </a:lnTo>
                  <a:lnTo>
                    <a:pt x="3699032" y="1942827"/>
                  </a:lnTo>
                  <a:lnTo>
                    <a:pt x="3699158" y="1942827"/>
                  </a:lnTo>
                  <a:lnTo>
                    <a:pt x="3699284" y="1942827"/>
                  </a:lnTo>
                  <a:lnTo>
                    <a:pt x="3699410" y="1942827"/>
                  </a:lnTo>
                  <a:lnTo>
                    <a:pt x="3699536" y="1942827"/>
                  </a:lnTo>
                  <a:lnTo>
                    <a:pt x="3699662" y="1942827"/>
                  </a:lnTo>
                  <a:lnTo>
                    <a:pt x="3699788" y="1942827"/>
                  </a:lnTo>
                  <a:lnTo>
                    <a:pt x="3699915" y="1942827"/>
                  </a:lnTo>
                  <a:lnTo>
                    <a:pt x="3700041" y="1942827"/>
                  </a:lnTo>
                  <a:lnTo>
                    <a:pt x="3700167" y="1942827"/>
                  </a:lnTo>
                  <a:lnTo>
                    <a:pt x="3700293" y="1942827"/>
                  </a:lnTo>
                  <a:lnTo>
                    <a:pt x="3700419" y="1942827"/>
                  </a:lnTo>
                  <a:lnTo>
                    <a:pt x="3700545" y="1942827"/>
                  </a:lnTo>
                  <a:lnTo>
                    <a:pt x="3700671" y="1942827"/>
                  </a:lnTo>
                  <a:lnTo>
                    <a:pt x="3700797" y="1942827"/>
                  </a:lnTo>
                  <a:lnTo>
                    <a:pt x="3700923" y="1942827"/>
                  </a:lnTo>
                  <a:lnTo>
                    <a:pt x="3701049" y="1942827"/>
                  </a:lnTo>
                  <a:lnTo>
                    <a:pt x="3701175" y="1942827"/>
                  </a:lnTo>
                  <a:lnTo>
                    <a:pt x="3701302" y="1942827"/>
                  </a:lnTo>
                  <a:lnTo>
                    <a:pt x="3701428" y="1942827"/>
                  </a:lnTo>
                  <a:lnTo>
                    <a:pt x="3701554" y="1942827"/>
                  </a:lnTo>
                  <a:lnTo>
                    <a:pt x="3701680" y="1942827"/>
                  </a:lnTo>
                  <a:lnTo>
                    <a:pt x="3701806" y="1942827"/>
                  </a:lnTo>
                  <a:lnTo>
                    <a:pt x="3701932" y="1942827"/>
                  </a:lnTo>
                  <a:lnTo>
                    <a:pt x="3702058" y="1942827"/>
                  </a:lnTo>
                  <a:lnTo>
                    <a:pt x="3702184" y="1942827"/>
                  </a:lnTo>
                  <a:lnTo>
                    <a:pt x="3702310" y="1942827"/>
                  </a:lnTo>
                  <a:lnTo>
                    <a:pt x="3702436" y="1942827"/>
                  </a:lnTo>
                  <a:lnTo>
                    <a:pt x="3702562" y="1942827"/>
                  </a:lnTo>
                  <a:lnTo>
                    <a:pt x="3702688" y="1942827"/>
                  </a:lnTo>
                  <a:lnTo>
                    <a:pt x="3702815" y="1942827"/>
                  </a:lnTo>
                  <a:lnTo>
                    <a:pt x="3702941" y="1942827"/>
                  </a:lnTo>
                  <a:lnTo>
                    <a:pt x="3703067" y="1942827"/>
                  </a:lnTo>
                  <a:lnTo>
                    <a:pt x="3703193" y="1942827"/>
                  </a:lnTo>
                  <a:lnTo>
                    <a:pt x="3703193" y="1937547"/>
                  </a:lnTo>
                  <a:lnTo>
                    <a:pt x="3703319" y="1937547"/>
                  </a:lnTo>
                  <a:lnTo>
                    <a:pt x="3703445" y="1937547"/>
                  </a:lnTo>
                  <a:lnTo>
                    <a:pt x="3703571" y="1937547"/>
                  </a:lnTo>
                  <a:lnTo>
                    <a:pt x="3703697" y="1937547"/>
                  </a:lnTo>
                  <a:lnTo>
                    <a:pt x="3703823" y="1937547"/>
                  </a:lnTo>
                  <a:lnTo>
                    <a:pt x="3703949" y="1937547"/>
                  </a:lnTo>
                  <a:lnTo>
                    <a:pt x="3704075" y="1937547"/>
                  </a:lnTo>
                  <a:lnTo>
                    <a:pt x="3704202" y="1937547"/>
                  </a:lnTo>
                  <a:lnTo>
                    <a:pt x="3704328" y="1937547"/>
                  </a:lnTo>
                  <a:lnTo>
                    <a:pt x="3704454" y="1937547"/>
                  </a:lnTo>
                  <a:lnTo>
                    <a:pt x="3704580" y="1937547"/>
                  </a:lnTo>
                  <a:lnTo>
                    <a:pt x="3704706" y="1937547"/>
                  </a:lnTo>
                  <a:lnTo>
                    <a:pt x="3704832" y="1937547"/>
                  </a:lnTo>
                  <a:lnTo>
                    <a:pt x="3704958" y="1937547"/>
                  </a:lnTo>
                  <a:lnTo>
                    <a:pt x="3705084" y="1937547"/>
                  </a:lnTo>
                  <a:lnTo>
                    <a:pt x="3705210" y="1937547"/>
                  </a:lnTo>
                  <a:lnTo>
                    <a:pt x="3705336" y="1937547"/>
                  </a:lnTo>
                  <a:lnTo>
                    <a:pt x="3705462" y="1937547"/>
                  </a:lnTo>
                  <a:lnTo>
                    <a:pt x="3705588" y="1937547"/>
                  </a:lnTo>
                  <a:lnTo>
                    <a:pt x="3705715" y="1937547"/>
                  </a:lnTo>
                  <a:lnTo>
                    <a:pt x="3705841" y="1937547"/>
                  </a:lnTo>
                  <a:lnTo>
                    <a:pt x="3705967" y="1937547"/>
                  </a:lnTo>
                  <a:lnTo>
                    <a:pt x="3706093" y="1937547"/>
                  </a:lnTo>
                  <a:lnTo>
                    <a:pt x="3706219" y="1937547"/>
                  </a:lnTo>
                  <a:lnTo>
                    <a:pt x="3706345" y="1937547"/>
                  </a:lnTo>
                  <a:lnTo>
                    <a:pt x="3706471" y="1937547"/>
                  </a:lnTo>
                  <a:lnTo>
                    <a:pt x="3706597" y="1937547"/>
                  </a:lnTo>
                  <a:lnTo>
                    <a:pt x="3706723" y="1937547"/>
                  </a:lnTo>
                  <a:lnTo>
                    <a:pt x="3706849" y="1937547"/>
                  </a:lnTo>
                  <a:lnTo>
                    <a:pt x="3706975" y="1937547"/>
                  </a:lnTo>
                  <a:lnTo>
                    <a:pt x="3707102" y="1937547"/>
                  </a:lnTo>
                  <a:lnTo>
                    <a:pt x="3707228" y="1937547"/>
                  </a:lnTo>
                  <a:lnTo>
                    <a:pt x="3707354" y="1937547"/>
                  </a:lnTo>
                  <a:lnTo>
                    <a:pt x="3707480" y="1937547"/>
                  </a:lnTo>
                  <a:lnTo>
                    <a:pt x="3707606" y="1937547"/>
                  </a:lnTo>
                  <a:lnTo>
                    <a:pt x="3707732" y="1937547"/>
                  </a:lnTo>
                  <a:lnTo>
                    <a:pt x="3707858" y="1937547"/>
                  </a:lnTo>
                  <a:lnTo>
                    <a:pt x="3707984" y="1937547"/>
                  </a:lnTo>
                  <a:lnTo>
                    <a:pt x="3708110" y="1937547"/>
                  </a:lnTo>
                  <a:lnTo>
                    <a:pt x="3708236" y="1937547"/>
                  </a:lnTo>
                  <a:lnTo>
                    <a:pt x="3708362" y="1937547"/>
                  </a:lnTo>
                  <a:lnTo>
                    <a:pt x="3708488" y="1937547"/>
                  </a:lnTo>
                  <a:lnTo>
                    <a:pt x="3708615" y="1937547"/>
                  </a:lnTo>
                  <a:lnTo>
                    <a:pt x="3708741" y="1937547"/>
                  </a:lnTo>
                  <a:lnTo>
                    <a:pt x="3708867" y="1937547"/>
                  </a:lnTo>
                  <a:lnTo>
                    <a:pt x="3708993" y="1937547"/>
                  </a:lnTo>
                  <a:lnTo>
                    <a:pt x="3709119" y="1937547"/>
                  </a:lnTo>
                  <a:lnTo>
                    <a:pt x="3709245" y="1937547"/>
                  </a:lnTo>
                  <a:lnTo>
                    <a:pt x="3709371" y="1937547"/>
                  </a:lnTo>
                  <a:lnTo>
                    <a:pt x="3709497" y="1937547"/>
                  </a:lnTo>
                  <a:lnTo>
                    <a:pt x="3709623" y="1937547"/>
                  </a:lnTo>
                  <a:lnTo>
                    <a:pt x="3709749" y="1937547"/>
                  </a:lnTo>
                  <a:lnTo>
                    <a:pt x="3709875" y="1937547"/>
                  </a:lnTo>
                  <a:lnTo>
                    <a:pt x="3710002" y="1937547"/>
                  </a:lnTo>
                  <a:lnTo>
                    <a:pt x="3710128" y="1937547"/>
                  </a:lnTo>
                  <a:lnTo>
                    <a:pt x="3710254" y="1937547"/>
                  </a:lnTo>
                  <a:lnTo>
                    <a:pt x="3710380" y="1937547"/>
                  </a:lnTo>
                  <a:lnTo>
                    <a:pt x="3710506" y="1937547"/>
                  </a:lnTo>
                  <a:lnTo>
                    <a:pt x="3710632" y="1937547"/>
                  </a:lnTo>
                  <a:lnTo>
                    <a:pt x="3710758" y="1937547"/>
                  </a:lnTo>
                  <a:lnTo>
                    <a:pt x="3710884" y="1937547"/>
                  </a:lnTo>
                  <a:lnTo>
                    <a:pt x="3711010" y="1937547"/>
                  </a:lnTo>
                  <a:lnTo>
                    <a:pt x="3711136" y="1937547"/>
                  </a:lnTo>
                  <a:lnTo>
                    <a:pt x="3711262" y="1937547"/>
                  </a:lnTo>
                  <a:lnTo>
                    <a:pt x="3711389" y="1937547"/>
                  </a:lnTo>
                  <a:lnTo>
                    <a:pt x="3711515" y="1937547"/>
                  </a:lnTo>
                  <a:lnTo>
                    <a:pt x="3711641" y="1937547"/>
                  </a:lnTo>
                  <a:lnTo>
                    <a:pt x="3711767" y="1937547"/>
                  </a:lnTo>
                  <a:lnTo>
                    <a:pt x="3711893" y="1937547"/>
                  </a:lnTo>
                  <a:lnTo>
                    <a:pt x="3712019" y="1937547"/>
                  </a:lnTo>
                  <a:lnTo>
                    <a:pt x="3712145" y="1937547"/>
                  </a:lnTo>
                  <a:lnTo>
                    <a:pt x="3712271" y="1937547"/>
                  </a:lnTo>
                  <a:lnTo>
                    <a:pt x="3712271" y="1932268"/>
                  </a:lnTo>
                  <a:lnTo>
                    <a:pt x="3712397" y="1932268"/>
                  </a:lnTo>
                  <a:lnTo>
                    <a:pt x="3712523" y="1932268"/>
                  </a:lnTo>
                  <a:lnTo>
                    <a:pt x="3712649" y="1932268"/>
                  </a:lnTo>
                  <a:lnTo>
                    <a:pt x="3712775" y="1932268"/>
                  </a:lnTo>
                  <a:lnTo>
                    <a:pt x="3712902" y="1932268"/>
                  </a:lnTo>
                  <a:lnTo>
                    <a:pt x="3713028" y="1932268"/>
                  </a:lnTo>
                  <a:lnTo>
                    <a:pt x="3713154" y="1932268"/>
                  </a:lnTo>
                  <a:lnTo>
                    <a:pt x="3713280" y="1932268"/>
                  </a:lnTo>
                  <a:lnTo>
                    <a:pt x="3713406" y="1932268"/>
                  </a:lnTo>
                  <a:lnTo>
                    <a:pt x="3713532" y="1932268"/>
                  </a:lnTo>
                  <a:lnTo>
                    <a:pt x="3713658" y="1932268"/>
                  </a:lnTo>
                  <a:lnTo>
                    <a:pt x="3713784" y="1932268"/>
                  </a:lnTo>
                  <a:lnTo>
                    <a:pt x="3713910" y="1932268"/>
                  </a:lnTo>
                  <a:lnTo>
                    <a:pt x="3714036" y="1932268"/>
                  </a:lnTo>
                  <a:lnTo>
                    <a:pt x="3714162" y="1932268"/>
                  </a:lnTo>
                  <a:lnTo>
                    <a:pt x="3714289" y="1932268"/>
                  </a:lnTo>
                  <a:lnTo>
                    <a:pt x="3714415" y="1932268"/>
                  </a:lnTo>
                  <a:lnTo>
                    <a:pt x="3714541" y="1932268"/>
                  </a:lnTo>
                  <a:lnTo>
                    <a:pt x="3714667" y="1932268"/>
                  </a:lnTo>
                  <a:lnTo>
                    <a:pt x="3714793" y="1932268"/>
                  </a:lnTo>
                  <a:lnTo>
                    <a:pt x="3714919" y="1932268"/>
                  </a:lnTo>
                  <a:lnTo>
                    <a:pt x="3715045" y="1932268"/>
                  </a:lnTo>
                  <a:lnTo>
                    <a:pt x="3715171" y="1932268"/>
                  </a:lnTo>
                  <a:lnTo>
                    <a:pt x="3715297" y="1932268"/>
                  </a:lnTo>
                  <a:lnTo>
                    <a:pt x="3715423" y="1932268"/>
                  </a:lnTo>
                  <a:lnTo>
                    <a:pt x="3715549" y="1932268"/>
                  </a:lnTo>
                  <a:lnTo>
                    <a:pt x="3715675" y="1932268"/>
                  </a:lnTo>
                  <a:lnTo>
                    <a:pt x="3715802" y="1932268"/>
                  </a:lnTo>
                  <a:lnTo>
                    <a:pt x="3715928" y="1932268"/>
                  </a:lnTo>
                  <a:lnTo>
                    <a:pt x="3716054" y="1932268"/>
                  </a:lnTo>
                  <a:lnTo>
                    <a:pt x="3716180" y="1932268"/>
                  </a:lnTo>
                  <a:lnTo>
                    <a:pt x="3716306" y="1932268"/>
                  </a:lnTo>
                  <a:lnTo>
                    <a:pt x="3716432" y="1932268"/>
                  </a:lnTo>
                  <a:lnTo>
                    <a:pt x="3716558" y="1932268"/>
                  </a:lnTo>
                  <a:lnTo>
                    <a:pt x="3716684" y="1932268"/>
                  </a:lnTo>
                  <a:lnTo>
                    <a:pt x="3716810" y="1932268"/>
                  </a:lnTo>
                  <a:lnTo>
                    <a:pt x="3716936" y="1932268"/>
                  </a:lnTo>
                  <a:lnTo>
                    <a:pt x="3717062" y="1932268"/>
                  </a:lnTo>
                  <a:lnTo>
                    <a:pt x="3717189" y="1932268"/>
                  </a:lnTo>
                  <a:lnTo>
                    <a:pt x="3717315" y="1932268"/>
                  </a:lnTo>
                  <a:lnTo>
                    <a:pt x="3717441" y="1932268"/>
                  </a:lnTo>
                  <a:lnTo>
                    <a:pt x="3717567" y="1932268"/>
                  </a:lnTo>
                  <a:lnTo>
                    <a:pt x="3717693" y="1932268"/>
                  </a:lnTo>
                  <a:lnTo>
                    <a:pt x="3717819" y="1932268"/>
                  </a:lnTo>
                  <a:lnTo>
                    <a:pt x="3717945" y="1932268"/>
                  </a:lnTo>
                  <a:lnTo>
                    <a:pt x="3718071" y="1932268"/>
                  </a:lnTo>
                  <a:lnTo>
                    <a:pt x="3718197" y="1932268"/>
                  </a:lnTo>
                  <a:lnTo>
                    <a:pt x="3718323" y="1932268"/>
                  </a:lnTo>
                  <a:lnTo>
                    <a:pt x="3718449" y="1932268"/>
                  </a:lnTo>
                  <a:lnTo>
                    <a:pt x="3718576" y="1932268"/>
                  </a:lnTo>
                  <a:lnTo>
                    <a:pt x="3718702" y="1932268"/>
                  </a:lnTo>
                  <a:lnTo>
                    <a:pt x="3718828" y="1932268"/>
                  </a:lnTo>
                  <a:lnTo>
                    <a:pt x="3718954" y="1932268"/>
                  </a:lnTo>
                  <a:lnTo>
                    <a:pt x="3719080" y="1932268"/>
                  </a:lnTo>
                  <a:lnTo>
                    <a:pt x="3719206" y="1932268"/>
                  </a:lnTo>
                  <a:lnTo>
                    <a:pt x="3719332" y="1932268"/>
                  </a:lnTo>
                  <a:lnTo>
                    <a:pt x="3719458" y="1932268"/>
                  </a:lnTo>
                  <a:lnTo>
                    <a:pt x="3719584" y="1932268"/>
                  </a:lnTo>
                  <a:lnTo>
                    <a:pt x="3719710" y="1932268"/>
                  </a:lnTo>
                  <a:lnTo>
                    <a:pt x="3719836" y="1932268"/>
                  </a:lnTo>
                  <a:lnTo>
                    <a:pt x="3719962" y="1932268"/>
                  </a:lnTo>
                  <a:lnTo>
                    <a:pt x="3720089" y="1932268"/>
                  </a:lnTo>
                  <a:lnTo>
                    <a:pt x="3720215" y="1932268"/>
                  </a:lnTo>
                  <a:lnTo>
                    <a:pt x="3720341" y="1932268"/>
                  </a:lnTo>
                  <a:lnTo>
                    <a:pt x="3720467" y="1932268"/>
                  </a:lnTo>
                  <a:lnTo>
                    <a:pt x="3720593" y="1932268"/>
                  </a:lnTo>
                  <a:lnTo>
                    <a:pt x="3720719" y="1932268"/>
                  </a:lnTo>
                  <a:lnTo>
                    <a:pt x="3720845" y="1932268"/>
                  </a:lnTo>
                  <a:lnTo>
                    <a:pt x="3720971" y="1932268"/>
                  </a:lnTo>
                  <a:lnTo>
                    <a:pt x="3721097" y="1932268"/>
                  </a:lnTo>
                  <a:lnTo>
                    <a:pt x="3721223" y="1932268"/>
                  </a:lnTo>
                  <a:lnTo>
                    <a:pt x="3721349" y="1932268"/>
                  </a:lnTo>
                  <a:lnTo>
                    <a:pt x="3721476" y="1932268"/>
                  </a:lnTo>
                  <a:lnTo>
                    <a:pt x="3721602" y="1932268"/>
                  </a:lnTo>
                  <a:lnTo>
                    <a:pt x="3721728" y="1932268"/>
                  </a:lnTo>
                  <a:lnTo>
                    <a:pt x="3721854" y="1932268"/>
                  </a:lnTo>
                  <a:lnTo>
                    <a:pt x="3721980" y="1932268"/>
                  </a:lnTo>
                  <a:lnTo>
                    <a:pt x="3722106" y="1932268"/>
                  </a:lnTo>
                  <a:lnTo>
                    <a:pt x="3722232" y="1932268"/>
                  </a:lnTo>
                  <a:lnTo>
                    <a:pt x="3722358" y="1932268"/>
                  </a:lnTo>
                  <a:lnTo>
                    <a:pt x="3722484" y="1932268"/>
                  </a:lnTo>
                  <a:lnTo>
                    <a:pt x="3722610" y="1932268"/>
                  </a:lnTo>
                  <a:lnTo>
                    <a:pt x="3722736" y="1932268"/>
                  </a:lnTo>
                  <a:lnTo>
                    <a:pt x="3722862" y="1932268"/>
                  </a:lnTo>
                  <a:lnTo>
                    <a:pt x="3722989" y="1932268"/>
                  </a:lnTo>
                  <a:lnTo>
                    <a:pt x="3723115" y="1932268"/>
                  </a:lnTo>
                  <a:lnTo>
                    <a:pt x="3723241" y="1932268"/>
                  </a:lnTo>
                  <a:lnTo>
                    <a:pt x="3723367" y="1932268"/>
                  </a:lnTo>
                  <a:lnTo>
                    <a:pt x="3723493" y="1932268"/>
                  </a:lnTo>
                  <a:lnTo>
                    <a:pt x="3723619" y="1932268"/>
                  </a:lnTo>
                  <a:lnTo>
                    <a:pt x="3723745" y="1932268"/>
                  </a:lnTo>
                  <a:lnTo>
                    <a:pt x="3723871" y="1932268"/>
                  </a:lnTo>
                  <a:lnTo>
                    <a:pt x="3723997" y="1932268"/>
                  </a:lnTo>
                  <a:lnTo>
                    <a:pt x="3724123" y="1932268"/>
                  </a:lnTo>
                  <a:lnTo>
                    <a:pt x="3724249" y="1932268"/>
                  </a:lnTo>
                  <a:lnTo>
                    <a:pt x="3724376" y="1932268"/>
                  </a:lnTo>
                  <a:lnTo>
                    <a:pt x="3724502" y="1932268"/>
                  </a:lnTo>
                  <a:lnTo>
                    <a:pt x="3724628" y="1932268"/>
                  </a:lnTo>
                  <a:lnTo>
                    <a:pt x="3724754" y="1932268"/>
                  </a:lnTo>
                  <a:lnTo>
                    <a:pt x="3724880" y="1932268"/>
                  </a:lnTo>
                  <a:lnTo>
                    <a:pt x="3725006" y="1932268"/>
                  </a:lnTo>
                  <a:lnTo>
                    <a:pt x="3725132" y="1932268"/>
                  </a:lnTo>
                  <a:lnTo>
                    <a:pt x="3725258" y="1932268"/>
                  </a:lnTo>
                  <a:lnTo>
                    <a:pt x="3725384" y="1932268"/>
                  </a:lnTo>
                  <a:lnTo>
                    <a:pt x="3725510" y="1932268"/>
                  </a:lnTo>
                  <a:lnTo>
                    <a:pt x="3725636" y="1932268"/>
                  </a:lnTo>
                  <a:lnTo>
                    <a:pt x="3725763" y="1932268"/>
                  </a:lnTo>
                  <a:lnTo>
                    <a:pt x="3725889" y="1932268"/>
                  </a:lnTo>
                  <a:lnTo>
                    <a:pt x="3726015" y="1932268"/>
                  </a:lnTo>
                  <a:lnTo>
                    <a:pt x="3726141" y="1932268"/>
                  </a:lnTo>
                  <a:lnTo>
                    <a:pt x="3726267" y="1932268"/>
                  </a:lnTo>
                  <a:lnTo>
                    <a:pt x="3726267" y="1926988"/>
                  </a:lnTo>
                  <a:lnTo>
                    <a:pt x="3726393" y="1926988"/>
                  </a:lnTo>
                  <a:lnTo>
                    <a:pt x="3726519" y="1926988"/>
                  </a:lnTo>
                  <a:lnTo>
                    <a:pt x="3726645" y="1926988"/>
                  </a:lnTo>
                  <a:lnTo>
                    <a:pt x="3726771" y="1926988"/>
                  </a:lnTo>
                  <a:lnTo>
                    <a:pt x="3726771" y="1921709"/>
                  </a:lnTo>
                  <a:lnTo>
                    <a:pt x="3726897" y="1921709"/>
                  </a:lnTo>
                  <a:lnTo>
                    <a:pt x="3727023" y="1921709"/>
                  </a:lnTo>
                  <a:lnTo>
                    <a:pt x="3727149" y="1921709"/>
                  </a:lnTo>
                  <a:lnTo>
                    <a:pt x="3727276" y="1921709"/>
                  </a:lnTo>
                  <a:lnTo>
                    <a:pt x="3727402" y="1921709"/>
                  </a:lnTo>
                  <a:lnTo>
                    <a:pt x="3727528" y="1921709"/>
                  </a:lnTo>
                  <a:lnTo>
                    <a:pt x="3727654" y="1921709"/>
                  </a:lnTo>
                  <a:lnTo>
                    <a:pt x="3727780" y="1921709"/>
                  </a:lnTo>
                  <a:lnTo>
                    <a:pt x="3727906" y="1921709"/>
                  </a:lnTo>
                  <a:lnTo>
                    <a:pt x="3728032" y="1921709"/>
                  </a:lnTo>
                  <a:lnTo>
                    <a:pt x="3728158" y="1921709"/>
                  </a:lnTo>
                  <a:lnTo>
                    <a:pt x="3728284" y="1921709"/>
                  </a:lnTo>
                  <a:lnTo>
                    <a:pt x="3728410" y="1921709"/>
                  </a:lnTo>
                  <a:lnTo>
                    <a:pt x="3728536" y="1921709"/>
                  </a:lnTo>
                  <a:lnTo>
                    <a:pt x="3728663" y="1921709"/>
                  </a:lnTo>
                  <a:lnTo>
                    <a:pt x="3728789" y="1921709"/>
                  </a:lnTo>
                  <a:lnTo>
                    <a:pt x="3728915" y="1921709"/>
                  </a:lnTo>
                  <a:lnTo>
                    <a:pt x="3729041" y="1921709"/>
                  </a:lnTo>
                  <a:lnTo>
                    <a:pt x="3729167" y="1921709"/>
                  </a:lnTo>
                  <a:lnTo>
                    <a:pt x="3729293" y="1921709"/>
                  </a:lnTo>
                  <a:lnTo>
                    <a:pt x="3729419" y="1921709"/>
                  </a:lnTo>
                  <a:lnTo>
                    <a:pt x="3729545" y="1921709"/>
                  </a:lnTo>
                  <a:lnTo>
                    <a:pt x="3729671" y="1921709"/>
                  </a:lnTo>
                  <a:lnTo>
                    <a:pt x="3729797" y="1921709"/>
                  </a:lnTo>
                  <a:lnTo>
                    <a:pt x="3729923" y="1921709"/>
                  </a:lnTo>
                  <a:lnTo>
                    <a:pt x="3730049" y="1921709"/>
                  </a:lnTo>
                  <a:lnTo>
                    <a:pt x="3730176" y="1921709"/>
                  </a:lnTo>
                  <a:lnTo>
                    <a:pt x="3730302" y="1921709"/>
                  </a:lnTo>
                  <a:lnTo>
                    <a:pt x="3730428" y="1921709"/>
                  </a:lnTo>
                  <a:lnTo>
                    <a:pt x="3730554" y="1921709"/>
                  </a:lnTo>
                  <a:lnTo>
                    <a:pt x="3730680" y="1921709"/>
                  </a:lnTo>
                  <a:lnTo>
                    <a:pt x="3730806" y="1921709"/>
                  </a:lnTo>
                  <a:lnTo>
                    <a:pt x="3730932" y="1921709"/>
                  </a:lnTo>
                  <a:lnTo>
                    <a:pt x="3731058" y="1921709"/>
                  </a:lnTo>
                  <a:lnTo>
                    <a:pt x="3731184" y="1921709"/>
                  </a:lnTo>
                  <a:lnTo>
                    <a:pt x="3731310" y="1921709"/>
                  </a:lnTo>
                  <a:lnTo>
                    <a:pt x="3731436" y="1921709"/>
                  </a:lnTo>
                  <a:lnTo>
                    <a:pt x="3731563" y="1921709"/>
                  </a:lnTo>
                  <a:lnTo>
                    <a:pt x="3731689" y="1921709"/>
                  </a:lnTo>
                  <a:lnTo>
                    <a:pt x="3731815" y="1921709"/>
                  </a:lnTo>
                  <a:lnTo>
                    <a:pt x="3731941" y="1921709"/>
                  </a:lnTo>
                  <a:lnTo>
                    <a:pt x="3732067" y="1921709"/>
                  </a:lnTo>
                  <a:lnTo>
                    <a:pt x="3732193" y="1921709"/>
                  </a:lnTo>
                  <a:lnTo>
                    <a:pt x="3732319" y="1921709"/>
                  </a:lnTo>
                  <a:lnTo>
                    <a:pt x="3732445" y="1921709"/>
                  </a:lnTo>
                  <a:lnTo>
                    <a:pt x="3732571" y="1921709"/>
                  </a:lnTo>
                  <a:lnTo>
                    <a:pt x="3732697" y="1921709"/>
                  </a:lnTo>
                  <a:lnTo>
                    <a:pt x="3732823" y="1921709"/>
                  </a:lnTo>
                  <a:lnTo>
                    <a:pt x="3732949" y="1921709"/>
                  </a:lnTo>
                  <a:lnTo>
                    <a:pt x="3733076" y="1921709"/>
                  </a:lnTo>
                  <a:lnTo>
                    <a:pt x="3733202" y="1921709"/>
                  </a:lnTo>
                  <a:lnTo>
                    <a:pt x="3733328" y="1921709"/>
                  </a:lnTo>
                  <a:lnTo>
                    <a:pt x="3733454" y="1921709"/>
                  </a:lnTo>
                  <a:lnTo>
                    <a:pt x="3733580" y="1921709"/>
                  </a:lnTo>
                  <a:lnTo>
                    <a:pt x="3733706" y="1921709"/>
                  </a:lnTo>
                  <a:lnTo>
                    <a:pt x="3733832" y="1921709"/>
                  </a:lnTo>
                  <a:lnTo>
                    <a:pt x="3733958" y="1921709"/>
                  </a:lnTo>
                  <a:lnTo>
                    <a:pt x="3734084" y="1921709"/>
                  </a:lnTo>
                  <a:lnTo>
                    <a:pt x="3734210" y="1921709"/>
                  </a:lnTo>
                  <a:lnTo>
                    <a:pt x="3734336" y="1921709"/>
                  </a:lnTo>
                  <a:lnTo>
                    <a:pt x="3734463" y="1921709"/>
                  </a:lnTo>
                  <a:lnTo>
                    <a:pt x="3734589" y="1921709"/>
                  </a:lnTo>
                  <a:lnTo>
                    <a:pt x="3734715" y="1921709"/>
                  </a:lnTo>
                  <a:lnTo>
                    <a:pt x="3734841" y="1921709"/>
                  </a:lnTo>
                  <a:lnTo>
                    <a:pt x="3734967" y="1921709"/>
                  </a:lnTo>
                  <a:lnTo>
                    <a:pt x="3735093" y="1921709"/>
                  </a:lnTo>
                  <a:lnTo>
                    <a:pt x="3735219" y="1921709"/>
                  </a:lnTo>
                  <a:lnTo>
                    <a:pt x="3735345" y="1921709"/>
                  </a:lnTo>
                  <a:lnTo>
                    <a:pt x="3735471" y="1921709"/>
                  </a:lnTo>
                  <a:lnTo>
                    <a:pt x="3735597" y="1921709"/>
                  </a:lnTo>
                  <a:lnTo>
                    <a:pt x="3735723" y="1921709"/>
                  </a:lnTo>
                  <a:lnTo>
                    <a:pt x="3735850" y="1921709"/>
                  </a:lnTo>
                  <a:lnTo>
                    <a:pt x="3735976" y="1921709"/>
                  </a:lnTo>
                  <a:lnTo>
                    <a:pt x="3736102" y="1921709"/>
                  </a:lnTo>
                  <a:lnTo>
                    <a:pt x="3736228" y="1921709"/>
                  </a:lnTo>
                  <a:lnTo>
                    <a:pt x="3736354" y="1921709"/>
                  </a:lnTo>
                  <a:lnTo>
                    <a:pt x="3736480" y="1921709"/>
                  </a:lnTo>
                  <a:lnTo>
                    <a:pt x="3736606" y="1921709"/>
                  </a:lnTo>
                  <a:lnTo>
                    <a:pt x="3736732" y="1921709"/>
                  </a:lnTo>
                  <a:lnTo>
                    <a:pt x="3736858" y="1921709"/>
                  </a:lnTo>
                  <a:lnTo>
                    <a:pt x="3736984" y="1921709"/>
                  </a:lnTo>
                  <a:lnTo>
                    <a:pt x="3736984" y="1916429"/>
                  </a:lnTo>
                  <a:lnTo>
                    <a:pt x="3737110" y="1916429"/>
                  </a:lnTo>
                  <a:lnTo>
                    <a:pt x="3737236" y="1916429"/>
                  </a:lnTo>
                  <a:lnTo>
                    <a:pt x="3737363" y="1916429"/>
                  </a:lnTo>
                  <a:lnTo>
                    <a:pt x="3737489" y="1916429"/>
                  </a:lnTo>
                  <a:lnTo>
                    <a:pt x="3737615" y="1916429"/>
                  </a:lnTo>
                  <a:lnTo>
                    <a:pt x="3737741" y="1916429"/>
                  </a:lnTo>
                  <a:lnTo>
                    <a:pt x="3737867" y="1916429"/>
                  </a:lnTo>
                  <a:lnTo>
                    <a:pt x="3737993" y="1916429"/>
                  </a:lnTo>
                  <a:lnTo>
                    <a:pt x="3738119" y="1916429"/>
                  </a:lnTo>
                  <a:lnTo>
                    <a:pt x="3738245" y="1916429"/>
                  </a:lnTo>
                  <a:lnTo>
                    <a:pt x="3738371" y="1916429"/>
                  </a:lnTo>
                  <a:lnTo>
                    <a:pt x="3738497" y="1916429"/>
                  </a:lnTo>
                  <a:lnTo>
                    <a:pt x="3738623" y="1916429"/>
                  </a:lnTo>
                  <a:lnTo>
                    <a:pt x="3738750" y="1916429"/>
                  </a:lnTo>
                  <a:lnTo>
                    <a:pt x="3738876" y="1916429"/>
                  </a:lnTo>
                  <a:lnTo>
                    <a:pt x="3739002" y="1916429"/>
                  </a:lnTo>
                  <a:lnTo>
                    <a:pt x="3739128" y="1916429"/>
                  </a:lnTo>
                  <a:lnTo>
                    <a:pt x="3739254" y="1916429"/>
                  </a:lnTo>
                  <a:lnTo>
                    <a:pt x="3739380" y="1916429"/>
                  </a:lnTo>
                  <a:lnTo>
                    <a:pt x="3739506" y="1916429"/>
                  </a:lnTo>
                  <a:lnTo>
                    <a:pt x="3739506" y="1911150"/>
                  </a:lnTo>
                  <a:lnTo>
                    <a:pt x="3739632" y="1911150"/>
                  </a:lnTo>
                  <a:lnTo>
                    <a:pt x="3739758" y="1911150"/>
                  </a:lnTo>
                  <a:lnTo>
                    <a:pt x="3739884" y="1911150"/>
                  </a:lnTo>
                  <a:lnTo>
                    <a:pt x="3740010" y="1911150"/>
                  </a:lnTo>
                  <a:lnTo>
                    <a:pt x="3740136" y="1911150"/>
                  </a:lnTo>
                  <a:lnTo>
                    <a:pt x="3740263" y="1911150"/>
                  </a:lnTo>
                  <a:lnTo>
                    <a:pt x="3740389" y="1911150"/>
                  </a:lnTo>
                  <a:lnTo>
                    <a:pt x="3740515" y="1911150"/>
                  </a:lnTo>
                  <a:lnTo>
                    <a:pt x="3740641" y="1911150"/>
                  </a:lnTo>
                  <a:lnTo>
                    <a:pt x="3740767" y="1911150"/>
                  </a:lnTo>
                  <a:lnTo>
                    <a:pt x="3740893" y="1911150"/>
                  </a:lnTo>
                  <a:lnTo>
                    <a:pt x="3741019" y="1911150"/>
                  </a:lnTo>
                  <a:lnTo>
                    <a:pt x="3741145" y="1911150"/>
                  </a:lnTo>
                  <a:lnTo>
                    <a:pt x="3741271" y="1911150"/>
                  </a:lnTo>
                  <a:lnTo>
                    <a:pt x="3741397" y="1911150"/>
                  </a:lnTo>
                  <a:lnTo>
                    <a:pt x="3741523" y="1911150"/>
                  </a:lnTo>
                  <a:lnTo>
                    <a:pt x="3741650" y="1911150"/>
                  </a:lnTo>
                  <a:lnTo>
                    <a:pt x="3741776" y="1911150"/>
                  </a:lnTo>
                  <a:lnTo>
                    <a:pt x="3741902" y="1911150"/>
                  </a:lnTo>
                  <a:lnTo>
                    <a:pt x="3742028" y="1911150"/>
                  </a:lnTo>
                  <a:lnTo>
                    <a:pt x="3742154" y="1911150"/>
                  </a:lnTo>
                  <a:lnTo>
                    <a:pt x="3742280" y="1911150"/>
                  </a:lnTo>
                  <a:lnTo>
                    <a:pt x="3742280" y="1905871"/>
                  </a:lnTo>
                  <a:lnTo>
                    <a:pt x="3742406" y="1905871"/>
                  </a:lnTo>
                  <a:lnTo>
                    <a:pt x="3742532" y="1905871"/>
                  </a:lnTo>
                  <a:lnTo>
                    <a:pt x="3742658" y="1905871"/>
                  </a:lnTo>
                  <a:lnTo>
                    <a:pt x="3742784" y="1905871"/>
                  </a:lnTo>
                  <a:lnTo>
                    <a:pt x="3742910" y="1905871"/>
                  </a:lnTo>
                  <a:lnTo>
                    <a:pt x="3743037" y="1905871"/>
                  </a:lnTo>
                  <a:lnTo>
                    <a:pt x="3743163" y="1905871"/>
                  </a:lnTo>
                  <a:lnTo>
                    <a:pt x="3743289" y="1905871"/>
                  </a:lnTo>
                  <a:lnTo>
                    <a:pt x="3743415" y="1905871"/>
                  </a:lnTo>
                  <a:lnTo>
                    <a:pt x="3743541" y="1905871"/>
                  </a:lnTo>
                  <a:lnTo>
                    <a:pt x="3743667" y="1905871"/>
                  </a:lnTo>
                  <a:lnTo>
                    <a:pt x="3743793" y="1905871"/>
                  </a:lnTo>
                  <a:lnTo>
                    <a:pt x="3743919" y="1905871"/>
                  </a:lnTo>
                  <a:lnTo>
                    <a:pt x="3744045" y="1905871"/>
                  </a:lnTo>
                  <a:lnTo>
                    <a:pt x="3744171" y="1905871"/>
                  </a:lnTo>
                  <a:lnTo>
                    <a:pt x="3744297" y="1905871"/>
                  </a:lnTo>
                  <a:lnTo>
                    <a:pt x="3744423" y="1905871"/>
                  </a:lnTo>
                  <a:lnTo>
                    <a:pt x="3744550" y="1905871"/>
                  </a:lnTo>
                  <a:lnTo>
                    <a:pt x="3744676" y="1905871"/>
                  </a:lnTo>
                  <a:lnTo>
                    <a:pt x="3744802" y="1905871"/>
                  </a:lnTo>
                  <a:lnTo>
                    <a:pt x="3744928" y="1905871"/>
                  </a:lnTo>
                  <a:lnTo>
                    <a:pt x="3745054" y="1905871"/>
                  </a:lnTo>
                  <a:lnTo>
                    <a:pt x="3745180" y="1905871"/>
                  </a:lnTo>
                  <a:lnTo>
                    <a:pt x="3745306" y="1905871"/>
                  </a:lnTo>
                  <a:lnTo>
                    <a:pt x="3745432" y="1905871"/>
                  </a:lnTo>
                  <a:lnTo>
                    <a:pt x="3745558" y="1905871"/>
                  </a:lnTo>
                  <a:lnTo>
                    <a:pt x="3745684" y="1905871"/>
                  </a:lnTo>
                  <a:lnTo>
                    <a:pt x="3745810" y="1905871"/>
                  </a:lnTo>
                  <a:lnTo>
                    <a:pt x="3745937" y="1905871"/>
                  </a:lnTo>
                  <a:lnTo>
                    <a:pt x="3746063" y="1905871"/>
                  </a:lnTo>
                  <a:lnTo>
                    <a:pt x="3746189" y="1905871"/>
                  </a:lnTo>
                  <a:lnTo>
                    <a:pt x="3746315" y="1905871"/>
                  </a:lnTo>
                  <a:lnTo>
                    <a:pt x="3746441" y="1905871"/>
                  </a:lnTo>
                  <a:lnTo>
                    <a:pt x="3746441" y="1900591"/>
                  </a:lnTo>
                  <a:lnTo>
                    <a:pt x="3746567" y="1900591"/>
                  </a:lnTo>
                  <a:lnTo>
                    <a:pt x="3746693" y="1900591"/>
                  </a:lnTo>
                  <a:lnTo>
                    <a:pt x="3746819" y="1900591"/>
                  </a:lnTo>
                  <a:lnTo>
                    <a:pt x="3746945" y="1900591"/>
                  </a:lnTo>
                  <a:lnTo>
                    <a:pt x="3747071" y="1900591"/>
                  </a:lnTo>
                  <a:lnTo>
                    <a:pt x="3747197" y="1900591"/>
                  </a:lnTo>
                  <a:lnTo>
                    <a:pt x="3747323" y="1900591"/>
                  </a:lnTo>
                  <a:lnTo>
                    <a:pt x="3747450" y="1900591"/>
                  </a:lnTo>
                  <a:lnTo>
                    <a:pt x="3747576" y="1900591"/>
                  </a:lnTo>
                  <a:lnTo>
                    <a:pt x="3747702" y="1900591"/>
                  </a:lnTo>
                  <a:lnTo>
                    <a:pt x="3747828" y="1900591"/>
                  </a:lnTo>
                  <a:lnTo>
                    <a:pt x="3747828" y="1895312"/>
                  </a:lnTo>
                  <a:lnTo>
                    <a:pt x="3747954" y="1895312"/>
                  </a:lnTo>
                  <a:lnTo>
                    <a:pt x="3748080" y="1895312"/>
                  </a:lnTo>
                  <a:lnTo>
                    <a:pt x="3748206" y="1895312"/>
                  </a:lnTo>
                  <a:lnTo>
                    <a:pt x="3748332" y="1895312"/>
                  </a:lnTo>
                  <a:lnTo>
                    <a:pt x="3748458" y="1895312"/>
                  </a:lnTo>
                  <a:lnTo>
                    <a:pt x="3748584" y="1895312"/>
                  </a:lnTo>
                  <a:lnTo>
                    <a:pt x="3748710" y="1895312"/>
                  </a:lnTo>
                  <a:lnTo>
                    <a:pt x="3748837" y="1895312"/>
                  </a:lnTo>
                  <a:lnTo>
                    <a:pt x="3748963" y="1895312"/>
                  </a:lnTo>
                  <a:lnTo>
                    <a:pt x="3748963" y="1890032"/>
                  </a:lnTo>
                  <a:lnTo>
                    <a:pt x="3749089" y="1890032"/>
                  </a:lnTo>
                  <a:lnTo>
                    <a:pt x="3749215" y="1890032"/>
                  </a:lnTo>
                  <a:lnTo>
                    <a:pt x="3749341" y="1890032"/>
                  </a:lnTo>
                  <a:lnTo>
                    <a:pt x="3749467" y="1890032"/>
                  </a:lnTo>
                  <a:lnTo>
                    <a:pt x="3749593" y="1890032"/>
                  </a:lnTo>
                  <a:lnTo>
                    <a:pt x="3749719" y="1890032"/>
                  </a:lnTo>
                  <a:lnTo>
                    <a:pt x="3749845" y="1890032"/>
                  </a:lnTo>
                  <a:lnTo>
                    <a:pt x="3749971" y="1890032"/>
                  </a:lnTo>
                  <a:lnTo>
                    <a:pt x="3750097" y="1890032"/>
                  </a:lnTo>
                  <a:lnTo>
                    <a:pt x="3750223" y="1890032"/>
                  </a:lnTo>
                  <a:lnTo>
                    <a:pt x="3750350" y="1890032"/>
                  </a:lnTo>
                  <a:lnTo>
                    <a:pt x="3750476" y="1890032"/>
                  </a:lnTo>
                  <a:lnTo>
                    <a:pt x="3750602" y="1890032"/>
                  </a:lnTo>
                  <a:lnTo>
                    <a:pt x="3750728" y="1890032"/>
                  </a:lnTo>
                  <a:lnTo>
                    <a:pt x="3750854" y="1890032"/>
                  </a:lnTo>
                  <a:lnTo>
                    <a:pt x="3750980" y="1890032"/>
                  </a:lnTo>
                  <a:lnTo>
                    <a:pt x="3751106" y="1890032"/>
                  </a:lnTo>
                  <a:lnTo>
                    <a:pt x="3751232" y="1890032"/>
                  </a:lnTo>
                  <a:lnTo>
                    <a:pt x="3751358" y="1890032"/>
                  </a:lnTo>
                  <a:lnTo>
                    <a:pt x="3751484" y="1890032"/>
                  </a:lnTo>
                  <a:lnTo>
                    <a:pt x="3751610" y="1890032"/>
                  </a:lnTo>
                  <a:lnTo>
                    <a:pt x="3751737" y="1890032"/>
                  </a:lnTo>
                  <a:lnTo>
                    <a:pt x="3751863" y="1890032"/>
                  </a:lnTo>
                  <a:lnTo>
                    <a:pt x="3751989" y="1890032"/>
                  </a:lnTo>
                  <a:lnTo>
                    <a:pt x="3752115" y="1890032"/>
                  </a:lnTo>
                  <a:lnTo>
                    <a:pt x="3752241" y="1890032"/>
                  </a:lnTo>
                  <a:lnTo>
                    <a:pt x="3752367" y="1890032"/>
                  </a:lnTo>
                  <a:lnTo>
                    <a:pt x="3752493" y="1890032"/>
                  </a:lnTo>
                  <a:lnTo>
                    <a:pt x="3752619" y="1890032"/>
                  </a:lnTo>
                  <a:lnTo>
                    <a:pt x="3752745" y="1890032"/>
                  </a:lnTo>
                  <a:lnTo>
                    <a:pt x="3752871" y="1890032"/>
                  </a:lnTo>
                  <a:lnTo>
                    <a:pt x="3752871" y="1884753"/>
                  </a:lnTo>
                  <a:lnTo>
                    <a:pt x="3752997" y="1884753"/>
                  </a:lnTo>
                  <a:lnTo>
                    <a:pt x="3753124" y="1884753"/>
                  </a:lnTo>
                  <a:lnTo>
                    <a:pt x="3753250" y="1884753"/>
                  </a:lnTo>
                  <a:lnTo>
                    <a:pt x="3753376" y="1884753"/>
                  </a:lnTo>
                  <a:lnTo>
                    <a:pt x="3753502" y="1884753"/>
                  </a:lnTo>
                  <a:lnTo>
                    <a:pt x="3753628" y="1884753"/>
                  </a:lnTo>
                  <a:lnTo>
                    <a:pt x="3753754" y="1884753"/>
                  </a:lnTo>
                  <a:lnTo>
                    <a:pt x="3753880" y="1884753"/>
                  </a:lnTo>
                  <a:lnTo>
                    <a:pt x="3754006" y="1884753"/>
                  </a:lnTo>
                  <a:lnTo>
                    <a:pt x="3754132" y="1884753"/>
                  </a:lnTo>
                  <a:lnTo>
                    <a:pt x="3754258" y="1884753"/>
                  </a:lnTo>
                  <a:lnTo>
                    <a:pt x="3754384" y="1884753"/>
                  </a:lnTo>
                  <a:lnTo>
                    <a:pt x="3754510" y="1884753"/>
                  </a:lnTo>
                  <a:lnTo>
                    <a:pt x="3754637" y="1884753"/>
                  </a:lnTo>
                  <a:lnTo>
                    <a:pt x="3754763" y="1884753"/>
                  </a:lnTo>
                  <a:lnTo>
                    <a:pt x="3754889" y="1884753"/>
                  </a:lnTo>
                  <a:lnTo>
                    <a:pt x="3755015" y="1884753"/>
                  </a:lnTo>
                  <a:lnTo>
                    <a:pt x="3755141" y="1884753"/>
                  </a:lnTo>
                  <a:lnTo>
                    <a:pt x="3755267" y="1884753"/>
                  </a:lnTo>
                  <a:lnTo>
                    <a:pt x="3755393" y="1884753"/>
                  </a:lnTo>
                  <a:lnTo>
                    <a:pt x="3755519" y="1884753"/>
                  </a:lnTo>
                  <a:lnTo>
                    <a:pt x="3755645" y="1884753"/>
                  </a:lnTo>
                  <a:lnTo>
                    <a:pt x="3755771" y="1884753"/>
                  </a:lnTo>
                  <a:lnTo>
                    <a:pt x="3755897" y="1884753"/>
                  </a:lnTo>
                  <a:lnTo>
                    <a:pt x="3756024" y="1884753"/>
                  </a:lnTo>
                  <a:lnTo>
                    <a:pt x="3756150" y="1884753"/>
                  </a:lnTo>
                  <a:lnTo>
                    <a:pt x="3756276" y="1884753"/>
                  </a:lnTo>
                  <a:lnTo>
                    <a:pt x="3756402" y="1884753"/>
                  </a:lnTo>
                  <a:lnTo>
                    <a:pt x="3756528" y="1884753"/>
                  </a:lnTo>
                  <a:lnTo>
                    <a:pt x="3756654" y="1884753"/>
                  </a:lnTo>
                  <a:lnTo>
                    <a:pt x="3756780" y="1884753"/>
                  </a:lnTo>
                  <a:lnTo>
                    <a:pt x="3756906" y="1884753"/>
                  </a:lnTo>
                  <a:lnTo>
                    <a:pt x="3757032" y="1884753"/>
                  </a:lnTo>
                  <a:lnTo>
                    <a:pt x="3757158" y="1884753"/>
                  </a:lnTo>
                  <a:lnTo>
                    <a:pt x="3757284" y="1884753"/>
                  </a:lnTo>
                  <a:lnTo>
                    <a:pt x="3757410" y="1884753"/>
                  </a:lnTo>
                  <a:lnTo>
                    <a:pt x="3757537" y="1884753"/>
                  </a:lnTo>
                  <a:lnTo>
                    <a:pt x="3757663" y="1884753"/>
                  </a:lnTo>
                  <a:lnTo>
                    <a:pt x="3757789" y="1884753"/>
                  </a:lnTo>
                  <a:lnTo>
                    <a:pt x="3757915" y="1884753"/>
                  </a:lnTo>
                  <a:lnTo>
                    <a:pt x="3758041" y="1884753"/>
                  </a:lnTo>
                  <a:lnTo>
                    <a:pt x="3758167" y="1884753"/>
                  </a:lnTo>
                  <a:lnTo>
                    <a:pt x="3758293" y="1884753"/>
                  </a:lnTo>
                  <a:lnTo>
                    <a:pt x="3758419" y="1884753"/>
                  </a:lnTo>
                  <a:lnTo>
                    <a:pt x="3758545" y="1884753"/>
                  </a:lnTo>
                  <a:lnTo>
                    <a:pt x="3758671" y="1884753"/>
                  </a:lnTo>
                  <a:lnTo>
                    <a:pt x="3758797" y="1884753"/>
                  </a:lnTo>
                  <a:lnTo>
                    <a:pt x="3758924" y="1884753"/>
                  </a:lnTo>
                  <a:lnTo>
                    <a:pt x="3759050" y="1884753"/>
                  </a:lnTo>
                  <a:lnTo>
                    <a:pt x="3759176" y="1884753"/>
                  </a:lnTo>
                  <a:lnTo>
                    <a:pt x="3759302" y="1884753"/>
                  </a:lnTo>
                  <a:lnTo>
                    <a:pt x="3759428" y="1884753"/>
                  </a:lnTo>
                  <a:lnTo>
                    <a:pt x="3759554" y="1884753"/>
                  </a:lnTo>
                  <a:lnTo>
                    <a:pt x="3759680" y="1884753"/>
                  </a:lnTo>
                  <a:lnTo>
                    <a:pt x="3759806" y="1884753"/>
                  </a:lnTo>
                  <a:lnTo>
                    <a:pt x="3759932" y="1884753"/>
                  </a:lnTo>
                  <a:lnTo>
                    <a:pt x="3760058" y="1884753"/>
                  </a:lnTo>
                  <a:lnTo>
                    <a:pt x="3760184" y="1884753"/>
                  </a:lnTo>
                  <a:lnTo>
                    <a:pt x="3760311" y="1884753"/>
                  </a:lnTo>
                  <a:lnTo>
                    <a:pt x="3760437" y="1884753"/>
                  </a:lnTo>
                  <a:lnTo>
                    <a:pt x="3760563" y="1884753"/>
                  </a:lnTo>
                  <a:lnTo>
                    <a:pt x="3760689" y="1884753"/>
                  </a:lnTo>
                  <a:lnTo>
                    <a:pt x="3760815" y="1884753"/>
                  </a:lnTo>
                  <a:lnTo>
                    <a:pt x="3760941" y="1884753"/>
                  </a:lnTo>
                  <a:lnTo>
                    <a:pt x="3761067" y="1884753"/>
                  </a:lnTo>
                  <a:lnTo>
                    <a:pt x="3761193" y="1884753"/>
                  </a:lnTo>
                  <a:lnTo>
                    <a:pt x="3761319" y="1884753"/>
                  </a:lnTo>
                  <a:lnTo>
                    <a:pt x="3761445" y="1884753"/>
                  </a:lnTo>
                  <a:lnTo>
                    <a:pt x="3761571" y="1884753"/>
                  </a:lnTo>
                  <a:lnTo>
                    <a:pt x="3761697" y="1884753"/>
                  </a:lnTo>
                  <a:lnTo>
                    <a:pt x="3761824" y="1884753"/>
                  </a:lnTo>
                  <a:lnTo>
                    <a:pt x="3761950" y="1884753"/>
                  </a:lnTo>
                  <a:lnTo>
                    <a:pt x="3762076" y="1884753"/>
                  </a:lnTo>
                  <a:lnTo>
                    <a:pt x="3762202" y="1884753"/>
                  </a:lnTo>
                  <a:lnTo>
                    <a:pt x="3762328" y="1884753"/>
                  </a:lnTo>
                  <a:lnTo>
                    <a:pt x="3762454" y="1884753"/>
                  </a:lnTo>
                  <a:lnTo>
                    <a:pt x="3762580" y="1884753"/>
                  </a:lnTo>
                  <a:lnTo>
                    <a:pt x="3762706" y="1884753"/>
                  </a:lnTo>
                  <a:lnTo>
                    <a:pt x="3762832" y="1884753"/>
                  </a:lnTo>
                  <a:lnTo>
                    <a:pt x="3762958" y="1884753"/>
                  </a:lnTo>
                  <a:lnTo>
                    <a:pt x="3763084" y="1884753"/>
                  </a:lnTo>
                  <a:lnTo>
                    <a:pt x="3763211" y="1884753"/>
                  </a:lnTo>
                  <a:lnTo>
                    <a:pt x="3763337" y="1884753"/>
                  </a:lnTo>
                  <a:lnTo>
                    <a:pt x="3763463" y="1884753"/>
                  </a:lnTo>
                  <a:lnTo>
                    <a:pt x="3763589" y="1884753"/>
                  </a:lnTo>
                  <a:lnTo>
                    <a:pt x="3763715" y="1884753"/>
                  </a:lnTo>
                  <a:lnTo>
                    <a:pt x="3763841" y="1884753"/>
                  </a:lnTo>
                  <a:lnTo>
                    <a:pt x="3763967" y="1884753"/>
                  </a:lnTo>
                  <a:lnTo>
                    <a:pt x="3764093" y="1884753"/>
                  </a:lnTo>
                  <a:lnTo>
                    <a:pt x="3764219" y="1884753"/>
                  </a:lnTo>
                  <a:lnTo>
                    <a:pt x="3764345" y="1884753"/>
                  </a:lnTo>
                  <a:lnTo>
                    <a:pt x="3764471" y="1884753"/>
                  </a:lnTo>
                  <a:lnTo>
                    <a:pt x="3764597" y="1884753"/>
                  </a:lnTo>
                  <a:lnTo>
                    <a:pt x="3764724" y="1884753"/>
                  </a:lnTo>
                  <a:lnTo>
                    <a:pt x="3764850" y="1884753"/>
                  </a:lnTo>
                  <a:lnTo>
                    <a:pt x="3764976" y="1884753"/>
                  </a:lnTo>
                  <a:lnTo>
                    <a:pt x="3765102" y="1884753"/>
                  </a:lnTo>
                  <a:lnTo>
                    <a:pt x="3765228" y="1884753"/>
                  </a:lnTo>
                  <a:lnTo>
                    <a:pt x="3765354" y="1884753"/>
                  </a:lnTo>
                  <a:lnTo>
                    <a:pt x="3765480" y="1884753"/>
                  </a:lnTo>
                  <a:lnTo>
                    <a:pt x="3765606" y="1884753"/>
                  </a:lnTo>
                  <a:lnTo>
                    <a:pt x="3765732" y="1884753"/>
                  </a:lnTo>
                  <a:lnTo>
                    <a:pt x="3765858" y="1884753"/>
                  </a:lnTo>
                  <a:lnTo>
                    <a:pt x="3765984" y="1884753"/>
                  </a:lnTo>
                  <a:lnTo>
                    <a:pt x="3766111" y="1884753"/>
                  </a:lnTo>
                  <a:lnTo>
                    <a:pt x="3766237" y="1884753"/>
                  </a:lnTo>
                  <a:lnTo>
                    <a:pt x="3766363" y="1884753"/>
                  </a:lnTo>
                  <a:lnTo>
                    <a:pt x="3766489" y="1884753"/>
                  </a:lnTo>
                  <a:lnTo>
                    <a:pt x="3766615" y="1884753"/>
                  </a:lnTo>
                  <a:lnTo>
                    <a:pt x="3766741" y="1884753"/>
                  </a:lnTo>
                  <a:lnTo>
                    <a:pt x="3766867" y="1884753"/>
                  </a:lnTo>
                  <a:lnTo>
                    <a:pt x="3766993" y="1884753"/>
                  </a:lnTo>
                  <a:lnTo>
                    <a:pt x="3767119" y="1884753"/>
                  </a:lnTo>
                  <a:lnTo>
                    <a:pt x="3767245" y="1884753"/>
                  </a:lnTo>
                  <a:lnTo>
                    <a:pt x="3767371" y="1884753"/>
                  </a:lnTo>
                  <a:lnTo>
                    <a:pt x="3767498" y="1884753"/>
                  </a:lnTo>
                  <a:lnTo>
                    <a:pt x="3767624" y="1884753"/>
                  </a:lnTo>
                  <a:lnTo>
                    <a:pt x="3767750" y="1884753"/>
                  </a:lnTo>
                  <a:lnTo>
                    <a:pt x="3767876" y="1884753"/>
                  </a:lnTo>
                  <a:lnTo>
                    <a:pt x="3768002" y="1884753"/>
                  </a:lnTo>
                  <a:lnTo>
                    <a:pt x="3768128" y="1884753"/>
                  </a:lnTo>
                  <a:lnTo>
                    <a:pt x="3768254" y="1884753"/>
                  </a:lnTo>
                  <a:lnTo>
                    <a:pt x="3768380" y="1884753"/>
                  </a:lnTo>
                  <a:lnTo>
                    <a:pt x="3768506" y="1884753"/>
                  </a:lnTo>
                  <a:lnTo>
                    <a:pt x="3768632" y="1884753"/>
                  </a:lnTo>
                  <a:lnTo>
                    <a:pt x="3768758" y="1884753"/>
                  </a:lnTo>
                  <a:lnTo>
                    <a:pt x="3768884" y="1884753"/>
                  </a:lnTo>
                  <a:lnTo>
                    <a:pt x="3769011" y="1884753"/>
                  </a:lnTo>
                  <a:lnTo>
                    <a:pt x="3769137" y="1884753"/>
                  </a:lnTo>
                  <a:lnTo>
                    <a:pt x="3769263" y="1884753"/>
                  </a:lnTo>
                  <a:lnTo>
                    <a:pt x="3769389" y="1884753"/>
                  </a:lnTo>
                  <a:lnTo>
                    <a:pt x="3769515" y="1884753"/>
                  </a:lnTo>
                  <a:lnTo>
                    <a:pt x="3769641" y="1884753"/>
                  </a:lnTo>
                  <a:lnTo>
                    <a:pt x="3769767" y="1884753"/>
                  </a:lnTo>
                  <a:lnTo>
                    <a:pt x="3769893" y="1884753"/>
                  </a:lnTo>
                  <a:lnTo>
                    <a:pt x="3770019" y="1884753"/>
                  </a:lnTo>
                  <a:lnTo>
                    <a:pt x="3770019" y="1879473"/>
                  </a:lnTo>
                  <a:lnTo>
                    <a:pt x="3770145" y="1879473"/>
                  </a:lnTo>
                  <a:lnTo>
                    <a:pt x="3770271" y="1879473"/>
                  </a:lnTo>
                  <a:lnTo>
                    <a:pt x="3770398" y="1879473"/>
                  </a:lnTo>
                  <a:lnTo>
                    <a:pt x="3770524" y="1879473"/>
                  </a:lnTo>
                  <a:lnTo>
                    <a:pt x="3770650" y="1879473"/>
                  </a:lnTo>
                  <a:lnTo>
                    <a:pt x="3770776" y="1879473"/>
                  </a:lnTo>
                  <a:lnTo>
                    <a:pt x="3770902" y="1879473"/>
                  </a:lnTo>
                  <a:lnTo>
                    <a:pt x="3771028" y="1879473"/>
                  </a:lnTo>
                  <a:lnTo>
                    <a:pt x="3771154" y="1879473"/>
                  </a:lnTo>
                  <a:lnTo>
                    <a:pt x="3771280" y="1879473"/>
                  </a:lnTo>
                  <a:lnTo>
                    <a:pt x="3771280" y="1874194"/>
                  </a:lnTo>
                  <a:lnTo>
                    <a:pt x="3771406" y="1874194"/>
                  </a:lnTo>
                  <a:lnTo>
                    <a:pt x="3771532" y="1874194"/>
                  </a:lnTo>
                  <a:lnTo>
                    <a:pt x="3771658" y="1874194"/>
                  </a:lnTo>
                  <a:lnTo>
                    <a:pt x="3771784" y="1874194"/>
                  </a:lnTo>
                  <a:lnTo>
                    <a:pt x="3771911" y="1874194"/>
                  </a:lnTo>
                  <a:lnTo>
                    <a:pt x="3772037" y="1874194"/>
                  </a:lnTo>
                  <a:lnTo>
                    <a:pt x="3772163" y="1874194"/>
                  </a:lnTo>
                  <a:lnTo>
                    <a:pt x="3772289" y="1874194"/>
                  </a:lnTo>
                  <a:lnTo>
                    <a:pt x="3772415" y="1874194"/>
                  </a:lnTo>
                  <a:lnTo>
                    <a:pt x="3772541" y="1874194"/>
                  </a:lnTo>
                  <a:lnTo>
                    <a:pt x="3772667" y="1874194"/>
                  </a:lnTo>
                  <a:lnTo>
                    <a:pt x="3772793" y="1874194"/>
                  </a:lnTo>
                  <a:lnTo>
                    <a:pt x="3772919" y="1874194"/>
                  </a:lnTo>
                  <a:lnTo>
                    <a:pt x="3773045" y="1874194"/>
                  </a:lnTo>
                  <a:lnTo>
                    <a:pt x="3773171" y="1874194"/>
                  </a:lnTo>
                  <a:lnTo>
                    <a:pt x="3773298" y="1874194"/>
                  </a:lnTo>
                  <a:lnTo>
                    <a:pt x="3773424" y="1874194"/>
                  </a:lnTo>
                  <a:lnTo>
                    <a:pt x="3773550" y="1874194"/>
                  </a:lnTo>
                  <a:lnTo>
                    <a:pt x="3773676" y="1874194"/>
                  </a:lnTo>
                  <a:lnTo>
                    <a:pt x="3773802" y="1874194"/>
                  </a:lnTo>
                  <a:lnTo>
                    <a:pt x="3773928" y="1874194"/>
                  </a:lnTo>
                  <a:lnTo>
                    <a:pt x="3774054" y="1874194"/>
                  </a:lnTo>
                  <a:lnTo>
                    <a:pt x="3774180" y="1874194"/>
                  </a:lnTo>
                  <a:lnTo>
                    <a:pt x="3774306" y="1874194"/>
                  </a:lnTo>
                  <a:lnTo>
                    <a:pt x="3774432" y="1874194"/>
                  </a:lnTo>
                  <a:lnTo>
                    <a:pt x="3774558" y="1874194"/>
                  </a:lnTo>
                  <a:lnTo>
                    <a:pt x="3774684" y="1874194"/>
                  </a:lnTo>
                  <a:lnTo>
                    <a:pt x="3774811" y="1874194"/>
                  </a:lnTo>
                  <a:lnTo>
                    <a:pt x="3774937" y="1874194"/>
                  </a:lnTo>
                  <a:lnTo>
                    <a:pt x="3775063" y="1874194"/>
                  </a:lnTo>
                  <a:lnTo>
                    <a:pt x="3775189" y="1874194"/>
                  </a:lnTo>
                  <a:lnTo>
                    <a:pt x="3775315" y="1874194"/>
                  </a:lnTo>
                  <a:lnTo>
                    <a:pt x="3775441" y="1874194"/>
                  </a:lnTo>
                  <a:lnTo>
                    <a:pt x="3775567" y="1874194"/>
                  </a:lnTo>
                  <a:lnTo>
                    <a:pt x="3775693" y="1874194"/>
                  </a:lnTo>
                  <a:lnTo>
                    <a:pt x="3775819" y="1874194"/>
                  </a:lnTo>
                  <a:lnTo>
                    <a:pt x="3775945" y="1874194"/>
                  </a:lnTo>
                  <a:lnTo>
                    <a:pt x="3776071" y="1874194"/>
                  </a:lnTo>
                  <a:lnTo>
                    <a:pt x="3776198" y="1874194"/>
                  </a:lnTo>
                  <a:lnTo>
                    <a:pt x="3776324" y="1874194"/>
                  </a:lnTo>
                  <a:lnTo>
                    <a:pt x="3776450" y="1874194"/>
                  </a:lnTo>
                  <a:lnTo>
                    <a:pt x="3776576" y="1874194"/>
                  </a:lnTo>
                  <a:lnTo>
                    <a:pt x="3776702" y="1874194"/>
                  </a:lnTo>
                  <a:lnTo>
                    <a:pt x="3776828" y="1874194"/>
                  </a:lnTo>
                  <a:lnTo>
                    <a:pt x="3776954" y="1874194"/>
                  </a:lnTo>
                  <a:lnTo>
                    <a:pt x="3777080" y="1874194"/>
                  </a:lnTo>
                  <a:lnTo>
                    <a:pt x="3777206" y="1874194"/>
                  </a:lnTo>
                  <a:lnTo>
                    <a:pt x="3777332" y="1874194"/>
                  </a:lnTo>
                  <a:lnTo>
                    <a:pt x="3777458" y="1874194"/>
                  </a:lnTo>
                  <a:lnTo>
                    <a:pt x="3777585" y="1874194"/>
                  </a:lnTo>
                  <a:lnTo>
                    <a:pt x="3777711" y="1874194"/>
                  </a:lnTo>
                  <a:lnTo>
                    <a:pt x="3777837" y="1874194"/>
                  </a:lnTo>
                  <a:lnTo>
                    <a:pt x="3777963" y="1874194"/>
                  </a:lnTo>
                  <a:lnTo>
                    <a:pt x="3778089" y="1874194"/>
                  </a:lnTo>
                  <a:lnTo>
                    <a:pt x="3778215" y="1874194"/>
                  </a:lnTo>
                  <a:lnTo>
                    <a:pt x="3778341" y="1874194"/>
                  </a:lnTo>
                  <a:lnTo>
                    <a:pt x="3778467" y="1874194"/>
                  </a:lnTo>
                  <a:lnTo>
                    <a:pt x="3778593" y="1874194"/>
                  </a:lnTo>
                  <a:lnTo>
                    <a:pt x="3778719" y="1874194"/>
                  </a:lnTo>
                  <a:lnTo>
                    <a:pt x="3778845" y="1874194"/>
                  </a:lnTo>
                  <a:lnTo>
                    <a:pt x="3778971" y="1874194"/>
                  </a:lnTo>
                  <a:lnTo>
                    <a:pt x="3778971" y="1868915"/>
                  </a:lnTo>
                  <a:lnTo>
                    <a:pt x="3779098" y="1868915"/>
                  </a:lnTo>
                  <a:lnTo>
                    <a:pt x="3779224" y="1868915"/>
                  </a:lnTo>
                  <a:lnTo>
                    <a:pt x="3779350" y="1868915"/>
                  </a:lnTo>
                  <a:lnTo>
                    <a:pt x="3779476" y="1868915"/>
                  </a:lnTo>
                  <a:lnTo>
                    <a:pt x="3779602" y="1868915"/>
                  </a:lnTo>
                  <a:lnTo>
                    <a:pt x="3779728" y="1868915"/>
                  </a:lnTo>
                  <a:lnTo>
                    <a:pt x="3779728" y="1863635"/>
                  </a:lnTo>
                  <a:lnTo>
                    <a:pt x="3779854" y="1863635"/>
                  </a:lnTo>
                  <a:lnTo>
                    <a:pt x="3779980" y="1863635"/>
                  </a:lnTo>
                  <a:lnTo>
                    <a:pt x="3780106" y="1863635"/>
                  </a:lnTo>
                  <a:lnTo>
                    <a:pt x="3780232" y="1863635"/>
                  </a:lnTo>
                  <a:lnTo>
                    <a:pt x="3780358" y="1863635"/>
                  </a:lnTo>
                  <a:lnTo>
                    <a:pt x="3780485" y="1863635"/>
                  </a:lnTo>
                  <a:lnTo>
                    <a:pt x="3780611" y="1863635"/>
                  </a:lnTo>
                  <a:lnTo>
                    <a:pt x="3780737" y="1863635"/>
                  </a:lnTo>
                  <a:lnTo>
                    <a:pt x="3780863" y="1863635"/>
                  </a:lnTo>
                  <a:lnTo>
                    <a:pt x="3780989" y="1863635"/>
                  </a:lnTo>
                  <a:lnTo>
                    <a:pt x="3781115" y="1863635"/>
                  </a:lnTo>
                  <a:lnTo>
                    <a:pt x="3781241" y="1863635"/>
                  </a:lnTo>
                  <a:lnTo>
                    <a:pt x="3781367" y="1863635"/>
                  </a:lnTo>
                  <a:lnTo>
                    <a:pt x="3781493" y="1863635"/>
                  </a:lnTo>
                  <a:lnTo>
                    <a:pt x="3781619" y="1863635"/>
                  </a:lnTo>
                  <a:lnTo>
                    <a:pt x="3781745" y="1863635"/>
                  </a:lnTo>
                  <a:lnTo>
                    <a:pt x="3781871" y="1863635"/>
                  </a:lnTo>
                  <a:lnTo>
                    <a:pt x="3781871" y="1858356"/>
                  </a:lnTo>
                  <a:lnTo>
                    <a:pt x="3781998" y="1858356"/>
                  </a:lnTo>
                  <a:lnTo>
                    <a:pt x="3782124" y="1858356"/>
                  </a:lnTo>
                  <a:lnTo>
                    <a:pt x="3782250" y="1858356"/>
                  </a:lnTo>
                  <a:lnTo>
                    <a:pt x="3782376" y="1858356"/>
                  </a:lnTo>
                  <a:lnTo>
                    <a:pt x="3782502" y="1858356"/>
                  </a:lnTo>
                  <a:lnTo>
                    <a:pt x="3782628" y="1858356"/>
                  </a:lnTo>
                  <a:lnTo>
                    <a:pt x="3782754" y="1858356"/>
                  </a:lnTo>
                  <a:lnTo>
                    <a:pt x="3782880" y="1858356"/>
                  </a:lnTo>
                  <a:lnTo>
                    <a:pt x="3783006" y="1858356"/>
                  </a:lnTo>
                  <a:lnTo>
                    <a:pt x="3783132" y="1858356"/>
                  </a:lnTo>
                  <a:lnTo>
                    <a:pt x="3783258" y="1858356"/>
                  </a:lnTo>
                  <a:lnTo>
                    <a:pt x="3783385" y="1858356"/>
                  </a:lnTo>
                  <a:lnTo>
                    <a:pt x="3783511" y="1858356"/>
                  </a:lnTo>
                  <a:lnTo>
                    <a:pt x="3783637" y="1858356"/>
                  </a:lnTo>
                  <a:lnTo>
                    <a:pt x="3783763" y="1858356"/>
                  </a:lnTo>
                  <a:lnTo>
                    <a:pt x="3783889" y="1858356"/>
                  </a:lnTo>
                  <a:lnTo>
                    <a:pt x="3784015" y="1858356"/>
                  </a:lnTo>
                  <a:lnTo>
                    <a:pt x="3784141" y="1858356"/>
                  </a:lnTo>
                  <a:lnTo>
                    <a:pt x="3784267" y="1858356"/>
                  </a:lnTo>
                  <a:lnTo>
                    <a:pt x="3784393" y="1858356"/>
                  </a:lnTo>
                  <a:lnTo>
                    <a:pt x="3784519" y="1858356"/>
                  </a:lnTo>
                  <a:lnTo>
                    <a:pt x="3784645" y="1858356"/>
                  </a:lnTo>
                  <a:lnTo>
                    <a:pt x="3784772" y="1858356"/>
                  </a:lnTo>
                  <a:lnTo>
                    <a:pt x="3784898" y="1858356"/>
                  </a:lnTo>
                  <a:lnTo>
                    <a:pt x="3785024" y="1858356"/>
                  </a:lnTo>
                  <a:lnTo>
                    <a:pt x="3785150" y="1858356"/>
                  </a:lnTo>
                  <a:lnTo>
                    <a:pt x="3785276" y="1858356"/>
                  </a:lnTo>
                  <a:lnTo>
                    <a:pt x="3785402" y="1858356"/>
                  </a:lnTo>
                  <a:lnTo>
                    <a:pt x="3785528" y="1858356"/>
                  </a:lnTo>
                  <a:lnTo>
                    <a:pt x="3785654" y="1858356"/>
                  </a:lnTo>
                  <a:lnTo>
                    <a:pt x="3785780" y="1858356"/>
                  </a:lnTo>
                  <a:lnTo>
                    <a:pt x="3785906" y="1858356"/>
                  </a:lnTo>
                  <a:lnTo>
                    <a:pt x="3786032" y="1858356"/>
                  </a:lnTo>
                  <a:lnTo>
                    <a:pt x="3786158" y="1858356"/>
                  </a:lnTo>
                  <a:lnTo>
                    <a:pt x="3786285" y="1858356"/>
                  </a:lnTo>
                  <a:lnTo>
                    <a:pt x="3786411" y="1858356"/>
                  </a:lnTo>
                  <a:lnTo>
                    <a:pt x="3786537" y="1858356"/>
                  </a:lnTo>
                  <a:lnTo>
                    <a:pt x="3786663" y="1858356"/>
                  </a:lnTo>
                  <a:lnTo>
                    <a:pt x="3786789" y="1858356"/>
                  </a:lnTo>
                  <a:lnTo>
                    <a:pt x="3786915" y="1858356"/>
                  </a:lnTo>
                  <a:lnTo>
                    <a:pt x="3787041" y="1858356"/>
                  </a:lnTo>
                  <a:lnTo>
                    <a:pt x="3787167" y="1858356"/>
                  </a:lnTo>
                  <a:lnTo>
                    <a:pt x="3787293" y="1858356"/>
                  </a:lnTo>
                  <a:lnTo>
                    <a:pt x="3787419" y="1858356"/>
                  </a:lnTo>
                  <a:lnTo>
                    <a:pt x="3787545" y="1858356"/>
                  </a:lnTo>
                  <a:lnTo>
                    <a:pt x="3787672" y="1858356"/>
                  </a:lnTo>
                  <a:lnTo>
                    <a:pt x="3787798" y="1858356"/>
                  </a:lnTo>
                  <a:lnTo>
                    <a:pt x="3787924" y="1858356"/>
                  </a:lnTo>
                  <a:lnTo>
                    <a:pt x="3788050" y="1858356"/>
                  </a:lnTo>
                  <a:lnTo>
                    <a:pt x="3788176" y="1858356"/>
                  </a:lnTo>
                  <a:lnTo>
                    <a:pt x="3788302" y="1858356"/>
                  </a:lnTo>
                  <a:lnTo>
                    <a:pt x="3788428" y="1858356"/>
                  </a:lnTo>
                  <a:lnTo>
                    <a:pt x="3788554" y="1858356"/>
                  </a:lnTo>
                  <a:lnTo>
                    <a:pt x="3788680" y="1858356"/>
                  </a:lnTo>
                  <a:lnTo>
                    <a:pt x="3788806" y="1858356"/>
                  </a:lnTo>
                  <a:lnTo>
                    <a:pt x="3788932" y="1858356"/>
                  </a:lnTo>
                  <a:lnTo>
                    <a:pt x="3789058" y="1858356"/>
                  </a:lnTo>
                  <a:lnTo>
                    <a:pt x="3789185" y="1858356"/>
                  </a:lnTo>
                  <a:lnTo>
                    <a:pt x="3789311" y="1858356"/>
                  </a:lnTo>
                  <a:lnTo>
                    <a:pt x="3789437" y="1858356"/>
                  </a:lnTo>
                  <a:lnTo>
                    <a:pt x="3789563" y="1858356"/>
                  </a:lnTo>
                  <a:lnTo>
                    <a:pt x="3789689" y="1858356"/>
                  </a:lnTo>
                  <a:lnTo>
                    <a:pt x="3789815" y="1858356"/>
                  </a:lnTo>
                  <a:lnTo>
                    <a:pt x="3789941" y="1858356"/>
                  </a:lnTo>
                  <a:lnTo>
                    <a:pt x="3790067" y="1858356"/>
                  </a:lnTo>
                  <a:lnTo>
                    <a:pt x="3790193" y="1858356"/>
                  </a:lnTo>
                  <a:lnTo>
                    <a:pt x="3790319" y="1858356"/>
                  </a:lnTo>
                  <a:lnTo>
                    <a:pt x="3790445" y="1858356"/>
                  </a:lnTo>
                  <a:lnTo>
                    <a:pt x="3790572" y="1858356"/>
                  </a:lnTo>
                  <a:lnTo>
                    <a:pt x="3790698" y="1858356"/>
                  </a:lnTo>
                  <a:lnTo>
                    <a:pt x="3790824" y="1858356"/>
                  </a:lnTo>
                  <a:lnTo>
                    <a:pt x="3790950" y="1858356"/>
                  </a:lnTo>
                  <a:lnTo>
                    <a:pt x="3791076" y="1858356"/>
                  </a:lnTo>
                  <a:lnTo>
                    <a:pt x="3791202" y="1858356"/>
                  </a:lnTo>
                  <a:lnTo>
                    <a:pt x="3791328" y="1858356"/>
                  </a:lnTo>
                  <a:lnTo>
                    <a:pt x="3791454" y="1858356"/>
                  </a:lnTo>
                  <a:lnTo>
                    <a:pt x="3791580" y="1858356"/>
                  </a:lnTo>
                  <a:lnTo>
                    <a:pt x="3791706" y="1858356"/>
                  </a:lnTo>
                  <a:lnTo>
                    <a:pt x="3791832" y="1858356"/>
                  </a:lnTo>
                  <a:lnTo>
                    <a:pt x="3791959" y="1858356"/>
                  </a:lnTo>
                  <a:lnTo>
                    <a:pt x="3792085" y="1858356"/>
                  </a:lnTo>
                  <a:lnTo>
                    <a:pt x="3792211" y="1858356"/>
                  </a:lnTo>
                  <a:lnTo>
                    <a:pt x="3792337" y="1858356"/>
                  </a:lnTo>
                  <a:lnTo>
                    <a:pt x="3792463" y="1858356"/>
                  </a:lnTo>
                  <a:lnTo>
                    <a:pt x="3792589" y="1858356"/>
                  </a:lnTo>
                  <a:lnTo>
                    <a:pt x="3792715" y="1858356"/>
                  </a:lnTo>
                  <a:lnTo>
                    <a:pt x="3792841" y="1858356"/>
                  </a:lnTo>
                  <a:lnTo>
                    <a:pt x="3792967" y="1858356"/>
                  </a:lnTo>
                  <a:lnTo>
                    <a:pt x="3793093" y="1858356"/>
                  </a:lnTo>
                  <a:lnTo>
                    <a:pt x="3793219" y="1858356"/>
                  </a:lnTo>
                  <a:lnTo>
                    <a:pt x="3793345" y="1858356"/>
                  </a:lnTo>
                  <a:lnTo>
                    <a:pt x="3793472" y="1858356"/>
                  </a:lnTo>
                  <a:lnTo>
                    <a:pt x="3793598" y="1858356"/>
                  </a:lnTo>
                  <a:lnTo>
                    <a:pt x="3793724" y="1858356"/>
                  </a:lnTo>
                  <a:lnTo>
                    <a:pt x="3793850" y="1858356"/>
                  </a:lnTo>
                  <a:lnTo>
                    <a:pt x="3793976" y="1858356"/>
                  </a:lnTo>
                  <a:lnTo>
                    <a:pt x="3794102" y="1858356"/>
                  </a:lnTo>
                  <a:lnTo>
                    <a:pt x="3794228" y="1858356"/>
                  </a:lnTo>
                  <a:lnTo>
                    <a:pt x="3794354" y="1858356"/>
                  </a:lnTo>
                  <a:lnTo>
                    <a:pt x="3794480" y="1858356"/>
                  </a:lnTo>
                  <a:lnTo>
                    <a:pt x="3794606" y="1858356"/>
                  </a:lnTo>
                  <a:lnTo>
                    <a:pt x="3794732" y="1858356"/>
                  </a:lnTo>
                  <a:lnTo>
                    <a:pt x="3794859" y="1858356"/>
                  </a:lnTo>
                  <a:lnTo>
                    <a:pt x="3794985" y="1858356"/>
                  </a:lnTo>
                  <a:lnTo>
                    <a:pt x="3795111" y="1858356"/>
                  </a:lnTo>
                  <a:lnTo>
                    <a:pt x="3795237" y="1858356"/>
                  </a:lnTo>
                  <a:lnTo>
                    <a:pt x="3795363" y="1858356"/>
                  </a:lnTo>
                  <a:lnTo>
                    <a:pt x="3795489" y="1858356"/>
                  </a:lnTo>
                  <a:lnTo>
                    <a:pt x="3795615" y="1858356"/>
                  </a:lnTo>
                  <a:lnTo>
                    <a:pt x="3795741" y="1858356"/>
                  </a:lnTo>
                  <a:lnTo>
                    <a:pt x="3795867" y="1858356"/>
                  </a:lnTo>
                  <a:lnTo>
                    <a:pt x="3795993" y="1858356"/>
                  </a:lnTo>
                  <a:lnTo>
                    <a:pt x="3796119" y="1858356"/>
                  </a:lnTo>
                  <a:lnTo>
                    <a:pt x="3796245" y="1858356"/>
                  </a:lnTo>
                  <a:lnTo>
                    <a:pt x="3796372" y="1858356"/>
                  </a:lnTo>
                  <a:lnTo>
                    <a:pt x="3796498" y="1858356"/>
                  </a:lnTo>
                  <a:lnTo>
                    <a:pt x="3796624" y="1858356"/>
                  </a:lnTo>
                  <a:lnTo>
                    <a:pt x="3796750" y="1858356"/>
                  </a:lnTo>
                  <a:lnTo>
                    <a:pt x="3796876" y="1858356"/>
                  </a:lnTo>
                  <a:lnTo>
                    <a:pt x="3797002" y="1858356"/>
                  </a:lnTo>
                  <a:lnTo>
                    <a:pt x="3797128" y="1858356"/>
                  </a:lnTo>
                  <a:lnTo>
                    <a:pt x="3797254" y="1858356"/>
                  </a:lnTo>
                  <a:lnTo>
                    <a:pt x="3797380" y="1858356"/>
                  </a:lnTo>
                  <a:lnTo>
                    <a:pt x="3797506" y="1858356"/>
                  </a:lnTo>
                  <a:lnTo>
                    <a:pt x="3797632" y="1858356"/>
                  </a:lnTo>
                  <a:lnTo>
                    <a:pt x="3797759" y="1858356"/>
                  </a:lnTo>
                  <a:lnTo>
                    <a:pt x="3797885" y="1858356"/>
                  </a:lnTo>
                  <a:lnTo>
                    <a:pt x="3798011" y="1858356"/>
                  </a:lnTo>
                  <a:lnTo>
                    <a:pt x="3798137" y="1858356"/>
                  </a:lnTo>
                  <a:lnTo>
                    <a:pt x="3798263" y="1858356"/>
                  </a:lnTo>
                  <a:lnTo>
                    <a:pt x="3798389" y="1858356"/>
                  </a:lnTo>
                  <a:lnTo>
                    <a:pt x="3798515" y="1858356"/>
                  </a:lnTo>
                  <a:lnTo>
                    <a:pt x="3798641" y="1858356"/>
                  </a:lnTo>
                  <a:lnTo>
                    <a:pt x="3798767" y="1858356"/>
                  </a:lnTo>
                  <a:lnTo>
                    <a:pt x="3798893" y="1858356"/>
                  </a:lnTo>
                  <a:lnTo>
                    <a:pt x="3799019" y="1858356"/>
                  </a:lnTo>
                  <a:lnTo>
                    <a:pt x="3799145" y="1858356"/>
                  </a:lnTo>
                  <a:lnTo>
                    <a:pt x="3799272" y="1858356"/>
                  </a:lnTo>
                  <a:lnTo>
                    <a:pt x="3799398" y="1858356"/>
                  </a:lnTo>
                  <a:lnTo>
                    <a:pt x="3799524" y="1858356"/>
                  </a:lnTo>
                  <a:lnTo>
                    <a:pt x="3799650" y="1858356"/>
                  </a:lnTo>
                  <a:lnTo>
                    <a:pt x="3799776" y="1858356"/>
                  </a:lnTo>
                  <a:lnTo>
                    <a:pt x="3799902" y="1858356"/>
                  </a:lnTo>
                  <a:lnTo>
                    <a:pt x="3800028" y="1858356"/>
                  </a:lnTo>
                  <a:lnTo>
                    <a:pt x="3800154" y="1858356"/>
                  </a:lnTo>
                  <a:lnTo>
                    <a:pt x="3800280" y="1858356"/>
                  </a:lnTo>
                  <a:lnTo>
                    <a:pt x="3800406" y="1858356"/>
                  </a:lnTo>
                  <a:lnTo>
                    <a:pt x="3800532" y="1858356"/>
                  </a:lnTo>
                  <a:lnTo>
                    <a:pt x="3800659" y="1858356"/>
                  </a:lnTo>
                  <a:lnTo>
                    <a:pt x="3800785" y="1858356"/>
                  </a:lnTo>
                  <a:lnTo>
                    <a:pt x="3800911" y="1858356"/>
                  </a:lnTo>
                  <a:lnTo>
                    <a:pt x="3801037" y="1858356"/>
                  </a:lnTo>
                  <a:lnTo>
                    <a:pt x="3801163" y="1858356"/>
                  </a:lnTo>
                  <a:lnTo>
                    <a:pt x="3801289" y="1858356"/>
                  </a:lnTo>
                  <a:lnTo>
                    <a:pt x="3801415" y="1858356"/>
                  </a:lnTo>
                  <a:lnTo>
                    <a:pt x="3801541" y="1858356"/>
                  </a:lnTo>
                  <a:lnTo>
                    <a:pt x="3801667" y="1858356"/>
                  </a:lnTo>
                  <a:lnTo>
                    <a:pt x="3801793" y="1858356"/>
                  </a:lnTo>
                  <a:lnTo>
                    <a:pt x="3801919" y="1858356"/>
                  </a:lnTo>
                  <a:lnTo>
                    <a:pt x="3802046" y="1858356"/>
                  </a:lnTo>
                  <a:lnTo>
                    <a:pt x="3802172" y="1858356"/>
                  </a:lnTo>
                  <a:lnTo>
                    <a:pt x="3802298" y="1858356"/>
                  </a:lnTo>
                  <a:lnTo>
                    <a:pt x="3802424" y="1858356"/>
                  </a:lnTo>
                  <a:lnTo>
                    <a:pt x="3802550" y="1858356"/>
                  </a:lnTo>
                  <a:lnTo>
                    <a:pt x="3802676" y="1858356"/>
                  </a:lnTo>
                  <a:lnTo>
                    <a:pt x="3802802" y="1858356"/>
                  </a:lnTo>
                  <a:lnTo>
                    <a:pt x="3802928" y="1858356"/>
                  </a:lnTo>
                  <a:lnTo>
                    <a:pt x="3803054" y="1858356"/>
                  </a:lnTo>
                  <a:lnTo>
                    <a:pt x="3803180" y="1858356"/>
                  </a:lnTo>
                  <a:lnTo>
                    <a:pt x="3803306" y="1858356"/>
                  </a:lnTo>
                  <a:lnTo>
                    <a:pt x="3803432" y="1858356"/>
                  </a:lnTo>
                  <a:lnTo>
                    <a:pt x="3803559" y="1858356"/>
                  </a:lnTo>
                  <a:lnTo>
                    <a:pt x="3803685" y="1858356"/>
                  </a:lnTo>
                  <a:lnTo>
                    <a:pt x="3803811" y="1858356"/>
                  </a:lnTo>
                  <a:lnTo>
                    <a:pt x="3803937" y="1858356"/>
                  </a:lnTo>
                  <a:lnTo>
                    <a:pt x="3804063" y="1858356"/>
                  </a:lnTo>
                  <a:lnTo>
                    <a:pt x="3804189" y="1858356"/>
                  </a:lnTo>
                  <a:lnTo>
                    <a:pt x="3804189" y="1853076"/>
                  </a:lnTo>
                  <a:lnTo>
                    <a:pt x="3804315" y="1853076"/>
                  </a:lnTo>
                  <a:lnTo>
                    <a:pt x="3804441" y="1853076"/>
                  </a:lnTo>
                  <a:lnTo>
                    <a:pt x="3804567" y="1853076"/>
                  </a:lnTo>
                  <a:lnTo>
                    <a:pt x="3804693" y="1853076"/>
                  </a:lnTo>
                  <a:lnTo>
                    <a:pt x="3804819" y="1853076"/>
                  </a:lnTo>
                  <a:lnTo>
                    <a:pt x="3804946" y="1853076"/>
                  </a:lnTo>
                  <a:lnTo>
                    <a:pt x="3805072" y="1853076"/>
                  </a:lnTo>
                  <a:lnTo>
                    <a:pt x="3805198" y="1853076"/>
                  </a:lnTo>
                  <a:lnTo>
                    <a:pt x="3805324" y="1853076"/>
                  </a:lnTo>
                  <a:lnTo>
                    <a:pt x="3805450" y="1853076"/>
                  </a:lnTo>
                  <a:lnTo>
                    <a:pt x="3805576" y="1853076"/>
                  </a:lnTo>
                  <a:lnTo>
                    <a:pt x="3805702" y="1853076"/>
                  </a:lnTo>
                  <a:lnTo>
                    <a:pt x="3805828" y="1853076"/>
                  </a:lnTo>
                  <a:lnTo>
                    <a:pt x="3805954" y="1853076"/>
                  </a:lnTo>
                  <a:lnTo>
                    <a:pt x="3806080" y="1853076"/>
                  </a:lnTo>
                  <a:lnTo>
                    <a:pt x="3806206" y="1853076"/>
                  </a:lnTo>
                  <a:lnTo>
                    <a:pt x="3806332" y="1853076"/>
                  </a:lnTo>
                  <a:lnTo>
                    <a:pt x="3806459" y="1853076"/>
                  </a:lnTo>
                  <a:lnTo>
                    <a:pt x="3806585" y="1853076"/>
                  </a:lnTo>
                  <a:lnTo>
                    <a:pt x="3806585" y="1847797"/>
                  </a:lnTo>
                  <a:lnTo>
                    <a:pt x="3806711" y="1847797"/>
                  </a:lnTo>
                  <a:lnTo>
                    <a:pt x="3806837" y="1847797"/>
                  </a:lnTo>
                  <a:lnTo>
                    <a:pt x="3806963" y="1847797"/>
                  </a:lnTo>
                  <a:lnTo>
                    <a:pt x="3807089" y="1847797"/>
                  </a:lnTo>
                  <a:lnTo>
                    <a:pt x="3807215" y="1847797"/>
                  </a:lnTo>
                  <a:lnTo>
                    <a:pt x="3807341" y="1847797"/>
                  </a:lnTo>
                  <a:lnTo>
                    <a:pt x="3807467" y="1847797"/>
                  </a:lnTo>
                  <a:lnTo>
                    <a:pt x="3807593" y="1847797"/>
                  </a:lnTo>
                  <a:lnTo>
                    <a:pt x="3807719" y="1847797"/>
                  </a:lnTo>
                  <a:lnTo>
                    <a:pt x="3807846" y="1847797"/>
                  </a:lnTo>
                  <a:lnTo>
                    <a:pt x="3807972" y="1847797"/>
                  </a:lnTo>
                  <a:lnTo>
                    <a:pt x="3808098" y="1847797"/>
                  </a:lnTo>
                  <a:lnTo>
                    <a:pt x="3808224" y="1847797"/>
                  </a:lnTo>
                  <a:lnTo>
                    <a:pt x="3808350" y="1847797"/>
                  </a:lnTo>
                  <a:lnTo>
                    <a:pt x="3808476" y="1847797"/>
                  </a:lnTo>
                  <a:lnTo>
                    <a:pt x="3808602" y="1847797"/>
                  </a:lnTo>
                  <a:lnTo>
                    <a:pt x="3808728" y="1847797"/>
                  </a:lnTo>
                  <a:lnTo>
                    <a:pt x="3808854" y="1847797"/>
                  </a:lnTo>
                  <a:lnTo>
                    <a:pt x="3808980" y="1847797"/>
                  </a:lnTo>
                  <a:lnTo>
                    <a:pt x="3809106" y="1847797"/>
                  </a:lnTo>
                  <a:lnTo>
                    <a:pt x="3809233" y="1847797"/>
                  </a:lnTo>
                  <a:lnTo>
                    <a:pt x="3809359" y="1847797"/>
                  </a:lnTo>
                  <a:lnTo>
                    <a:pt x="3809485" y="1847797"/>
                  </a:lnTo>
                  <a:lnTo>
                    <a:pt x="3809611" y="1847797"/>
                  </a:lnTo>
                  <a:lnTo>
                    <a:pt x="3809737" y="1847797"/>
                  </a:lnTo>
                  <a:lnTo>
                    <a:pt x="3809863" y="1847797"/>
                  </a:lnTo>
                  <a:lnTo>
                    <a:pt x="3809989" y="1847797"/>
                  </a:lnTo>
                  <a:lnTo>
                    <a:pt x="3810115" y="1847797"/>
                  </a:lnTo>
                  <a:lnTo>
                    <a:pt x="3810241" y="1847797"/>
                  </a:lnTo>
                  <a:lnTo>
                    <a:pt x="3810367" y="1847797"/>
                  </a:lnTo>
                  <a:lnTo>
                    <a:pt x="3810493" y="1847797"/>
                  </a:lnTo>
                  <a:lnTo>
                    <a:pt x="3810493" y="1842518"/>
                  </a:lnTo>
                  <a:lnTo>
                    <a:pt x="3810619" y="1842518"/>
                  </a:lnTo>
                  <a:lnTo>
                    <a:pt x="3810746" y="1842518"/>
                  </a:lnTo>
                  <a:lnTo>
                    <a:pt x="3810746" y="1837238"/>
                  </a:lnTo>
                  <a:lnTo>
                    <a:pt x="3810872" y="1837238"/>
                  </a:lnTo>
                  <a:lnTo>
                    <a:pt x="3810998" y="1837238"/>
                  </a:lnTo>
                  <a:lnTo>
                    <a:pt x="3811124" y="1837238"/>
                  </a:lnTo>
                  <a:lnTo>
                    <a:pt x="3811250" y="1837238"/>
                  </a:lnTo>
                  <a:lnTo>
                    <a:pt x="3811376" y="1837238"/>
                  </a:lnTo>
                  <a:lnTo>
                    <a:pt x="3811502" y="1837238"/>
                  </a:lnTo>
                  <a:lnTo>
                    <a:pt x="3811628" y="1837238"/>
                  </a:lnTo>
                  <a:lnTo>
                    <a:pt x="3811754" y="1837238"/>
                  </a:lnTo>
                  <a:lnTo>
                    <a:pt x="3811880" y="1837238"/>
                  </a:lnTo>
                  <a:lnTo>
                    <a:pt x="3812006" y="1837238"/>
                  </a:lnTo>
                  <a:lnTo>
                    <a:pt x="3812133" y="1837238"/>
                  </a:lnTo>
                  <a:lnTo>
                    <a:pt x="3812259" y="1837238"/>
                  </a:lnTo>
                  <a:lnTo>
                    <a:pt x="3812385" y="1837238"/>
                  </a:lnTo>
                  <a:lnTo>
                    <a:pt x="3812511" y="1837238"/>
                  </a:lnTo>
                  <a:lnTo>
                    <a:pt x="3812637" y="1837238"/>
                  </a:lnTo>
                  <a:lnTo>
                    <a:pt x="3812763" y="1837238"/>
                  </a:lnTo>
                  <a:lnTo>
                    <a:pt x="3812889" y="1837238"/>
                  </a:lnTo>
                  <a:lnTo>
                    <a:pt x="3813015" y="1837238"/>
                  </a:lnTo>
                  <a:lnTo>
                    <a:pt x="3813141" y="1837238"/>
                  </a:lnTo>
                  <a:lnTo>
                    <a:pt x="3813267" y="1837238"/>
                  </a:lnTo>
                  <a:lnTo>
                    <a:pt x="3813393" y="1837238"/>
                  </a:lnTo>
                  <a:lnTo>
                    <a:pt x="3813519" y="1837238"/>
                  </a:lnTo>
                  <a:lnTo>
                    <a:pt x="3813646" y="1837238"/>
                  </a:lnTo>
                  <a:lnTo>
                    <a:pt x="3813772" y="1837238"/>
                  </a:lnTo>
                  <a:lnTo>
                    <a:pt x="3813898" y="1837238"/>
                  </a:lnTo>
                  <a:lnTo>
                    <a:pt x="3814024" y="1837238"/>
                  </a:lnTo>
                  <a:lnTo>
                    <a:pt x="3814150" y="1837238"/>
                  </a:lnTo>
                  <a:lnTo>
                    <a:pt x="3814276" y="1837238"/>
                  </a:lnTo>
                  <a:lnTo>
                    <a:pt x="3814402" y="1837238"/>
                  </a:lnTo>
                  <a:lnTo>
                    <a:pt x="3814528" y="1837238"/>
                  </a:lnTo>
                  <a:lnTo>
                    <a:pt x="3814654" y="1837238"/>
                  </a:lnTo>
                  <a:lnTo>
                    <a:pt x="3814654" y="1831959"/>
                  </a:lnTo>
                  <a:lnTo>
                    <a:pt x="3814780" y="1831959"/>
                  </a:lnTo>
                  <a:lnTo>
                    <a:pt x="3814906" y="1831959"/>
                  </a:lnTo>
                  <a:lnTo>
                    <a:pt x="3815033" y="1831959"/>
                  </a:lnTo>
                  <a:lnTo>
                    <a:pt x="3815159" y="1831959"/>
                  </a:lnTo>
                  <a:lnTo>
                    <a:pt x="3815285" y="1831959"/>
                  </a:lnTo>
                  <a:lnTo>
                    <a:pt x="3815411" y="1831959"/>
                  </a:lnTo>
                  <a:lnTo>
                    <a:pt x="3815537" y="1831959"/>
                  </a:lnTo>
                  <a:lnTo>
                    <a:pt x="3815663" y="1831959"/>
                  </a:lnTo>
                  <a:lnTo>
                    <a:pt x="3815789" y="1831959"/>
                  </a:lnTo>
                  <a:lnTo>
                    <a:pt x="3815915" y="1831959"/>
                  </a:lnTo>
                  <a:lnTo>
                    <a:pt x="3816041" y="1831959"/>
                  </a:lnTo>
                  <a:lnTo>
                    <a:pt x="3816167" y="1831959"/>
                  </a:lnTo>
                  <a:lnTo>
                    <a:pt x="3816293" y="1831959"/>
                  </a:lnTo>
                  <a:lnTo>
                    <a:pt x="3816419" y="1831959"/>
                  </a:lnTo>
                  <a:lnTo>
                    <a:pt x="3816546" y="1831959"/>
                  </a:lnTo>
                  <a:lnTo>
                    <a:pt x="3816672" y="1831959"/>
                  </a:lnTo>
                  <a:lnTo>
                    <a:pt x="3816798" y="1831959"/>
                  </a:lnTo>
                  <a:lnTo>
                    <a:pt x="3816924" y="1831959"/>
                  </a:lnTo>
                  <a:lnTo>
                    <a:pt x="3817050" y="1831959"/>
                  </a:lnTo>
                  <a:lnTo>
                    <a:pt x="3817176" y="1831959"/>
                  </a:lnTo>
                  <a:lnTo>
                    <a:pt x="3817302" y="1831959"/>
                  </a:lnTo>
                  <a:lnTo>
                    <a:pt x="3817428" y="1831959"/>
                  </a:lnTo>
                  <a:lnTo>
                    <a:pt x="3817554" y="1831959"/>
                  </a:lnTo>
                  <a:lnTo>
                    <a:pt x="3817680" y="1831959"/>
                  </a:lnTo>
                  <a:lnTo>
                    <a:pt x="3817806" y="1831959"/>
                  </a:lnTo>
                  <a:lnTo>
                    <a:pt x="3817933" y="1831959"/>
                  </a:lnTo>
                  <a:lnTo>
                    <a:pt x="3818059" y="1831959"/>
                  </a:lnTo>
                  <a:lnTo>
                    <a:pt x="3818185" y="1831959"/>
                  </a:lnTo>
                  <a:lnTo>
                    <a:pt x="3818311" y="1831959"/>
                  </a:lnTo>
                  <a:lnTo>
                    <a:pt x="3818437" y="1831959"/>
                  </a:lnTo>
                  <a:lnTo>
                    <a:pt x="3818563" y="1831959"/>
                  </a:lnTo>
                  <a:lnTo>
                    <a:pt x="3818689" y="1831959"/>
                  </a:lnTo>
                  <a:lnTo>
                    <a:pt x="3818815" y="1831959"/>
                  </a:lnTo>
                  <a:lnTo>
                    <a:pt x="3818941" y="1831959"/>
                  </a:lnTo>
                  <a:lnTo>
                    <a:pt x="3819067" y="1831959"/>
                  </a:lnTo>
                  <a:lnTo>
                    <a:pt x="3819193" y="1831959"/>
                  </a:lnTo>
                  <a:lnTo>
                    <a:pt x="3819320" y="1831959"/>
                  </a:lnTo>
                  <a:lnTo>
                    <a:pt x="3819446" y="1831959"/>
                  </a:lnTo>
                  <a:lnTo>
                    <a:pt x="3819572" y="1831959"/>
                  </a:lnTo>
                  <a:lnTo>
                    <a:pt x="3819698" y="1831959"/>
                  </a:lnTo>
                  <a:lnTo>
                    <a:pt x="3819824" y="1831959"/>
                  </a:lnTo>
                  <a:lnTo>
                    <a:pt x="3819950" y="1831959"/>
                  </a:lnTo>
                  <a:lnTo>
                    <a:pt x="3820076" y="1831959"/>
                  </a:lnTo>
                  <a:lnTo>
                    <a:pt x="3820202" y="1831959"/>
                  </a:lnTo>
                  <a:lnTo>
                    <a:pt x="3820328" y="1831959"/>
                  </a:lnTo>
                  <a:lnTo>
                    <a:pt x="3820454" y="1831959"/>
                  </a:lnTo>
                  <a:lnTo>
                    <a:pt x="3820580" y="1831959"/>
                  </a:lnTo>
                  <a:lnTo>
                    <a:pt x="3820706" y="1831959"/>
                  </a:lnTo>
                  <a:lnTo>
                    <a:pt x="3820833" y="1831959"/>
                  </a:lnTo>
                  <a:lnTo>
                    <a:pt x="3820959" y="1831959"/>
                  </a:lnTo>
                  <a:lnTo>
                    <a:pt x="3821085" y="1831959"/>
                  </a:lnTo>
                  <a:lnTo>
                    <a:pt x="3821211" y="1831959"/>
                  </a:lnTo>
                  <a:lnTo>
                    <a:pt x="3821337" y="1831959"/>
                  </a:lnTo>
                  <a:lnTo>
                    <a:pt x="3821463" y="1831959"/>
                  </a:lnTo>
                  <a:lnTo>
                    <a:pt x="3821589" y="1831959"/>
                  </a:lnTo>
                  <a:lnTo>
                    <a:pt x="3821715" y="1831959"/>
                  </a:lnTo>
                  <a:lnTo>
                    <a:pt x="3821841" y="1831959"/>
                  </a:lnTo>
                  <a:lnTo>
                    <a:pt x="3821967" y="1831959"/>
                  </a:lnTo>
                  <a:lnTo>
                    <a:pt x="3822093" y="1831959"/>
                  </a:lnTo>
                  <a:lnTo>
                    <a:pt x="3822220" y="1831959"/>
                  </a:lnTo>
                  <a:lnTo>
                    <a:pt x="3822346" y="1831959"/>
                  </a:lnTo>
                  <a:lnTo>
                    <a:pt x="3822472" y="1831959"/>
                  </a:lnTo>
                  <a:lnTo>
                    <a:pt x="3822598" y="1831959"/>
                  </a:lnTo>
                  <a:lnTo>
                    <a:pt x="3822724" y="1831959"/>
                  </a:lnTo>
                  <a:lnTo>
                    <a:pt x="3822850" y="1831959"/>
                  </a:lnTo>
                  <a:lnTo>
                    <a:pt x="3822976" y="1831959"/>
                  </a:lnTo>
                  <a:lnTo>
                    <a:pt x="3823102" y="1831959"/>
                  </a:lnTo>
                  <a:lnTo>
                    <a:pt x="3823228" y="1831959"/>
                  </a:lnTo>
                  <a:lnTo>
                    <a:pt x="3823354" y="1831959"/>
                  </a:lnTo>
                  <a:lnTo>
                    <a:pt x="3823480" y="1831959"/>
                  </a:lnTo>
                  <a:lnTo>
                    <a:pt x="3823606" y="1831959"/>
                  </a:lnTo>
                  <a:lnTo>
                    <a:pt x="3823733" y="1831959"/>
                  </a:lnTo>
                  <a:lnTo>
                    <a:pt x="3823859" y="1831959"/>
                  </a:lnTo>
                  <a:lnTo>
                    <a:pt x="3823985" y="1831959"/>
                  </a:lnTo>
                  <a:lnTo>
                    <a:pt x="3824111" y="1831959"/>
                  </a:lnTo>
                  <a:lnTo>
                    <a:pt x="3824237" y="1831959"/>
                  </a:lnTo>
                  <a:lnTo>
                    <a:pt x="3824363" y="1831959"/>
                  </a:lnTo>
                  <a:lnTo>
                    <a:pt x="3824489" y="1831959"/>
                  </a:lnTo>
                  <a:lnTo>
                    <a:pt x="3824615" y="1831959"/>
                  </a:lnTo>
                  <a:lnTo>
                    <a:pt x="3824741" y="1831959"/>
                  </a:lnTo>
                  <a:lnTo>
                    <a:pt x="3824867" y="1831959"/>
                  </a:lnTo>
                  <a:lnTo>
                    <a:pt x="3824993" y="1831959"/>
                  </a:lnTo>
                  <a:lnTo>
                    <a:pt x="3825120" y="1831959"/>
                  </a:lnTo>
                  <a:lnTo>
                    <a:pt x="3825246" y="1831959"/>
                  </a:lnTo>
                  <a:lnTo>
                    <a:pt x="3825372" y="1831959"/>
                  </a:lnTo>
                  <a:lnTo>
                    <a:pt x="3825498" y="1831959"/>
                  </a:lnTo>
                  <a:lnTo>
                    <a:pt x="3825624" y="1831959"/>
                  </a:lnTo>
                  <a:lnTo>
                    <a:pt x="3825750" y="1831959"/>
                  </a:lnTo>
                  <a:lnTo>
                    <a:pt x="3825876" y="1831959"/>
                  </a:lnTo>
                  <a:lnTo>
                    <a:pt x="3826002" y="1831959"/>
                  </a:lnTo>
                  <a:lnTo>
                    <a:pt x="3826128" y="1831959"/>
                  </a:lnTo>
                  <a:lnTo>
                    <a:pt x="3826254" y="1831959"/>
                  </a:lnTo>
                  <a:lnTo>
                    <a:pt x="3826380" y="1831959"/>
                  </a:lnTo>
                  <a:lnTo>
                    <a:pt x="3826507" y="1831959"/>
                  </a:lnTo>
                  <a:lnTo>
                    <a:pt x="3826633" y="1831959"/>
                  </a:lnTo>
                  <a:lnTo>
                    <a:pt x="3826759" y="1831959"/>
                  </a:lnTo>
                  <a:lnTo>
                    <a:pt x="3826759" y="1826679"/>
                  </a:lnTo>
                  <a:lnTo>
                    <a:pt x="3826885" y="1826679"/>
                  </a:lnTo>
                  <a:lnTo>
                    <a:pt x="3827011" y="1826679"/>
                  </a:lnTo>
                  <a:lnTo>
                    <a:pt x="3827137" y="1826679"/>
                  </a:lnTo>
                  <a:lnTo>
                    <a:pt x="3827263" y="1826679"/>
                  </a:lnTo>
                  <a:lnTo>
                    <a:pt x="3827389" y="1826679"/>
                  </a:lnTo>
                  <a:lnTo>
                    <a:pt x="3827515" y="1826679"/>
                  </a:lnTo>
                  <a:lnTo>
                    <a:pt x="3827641" y="1826679"/>
                  </a:lnTo>
                  <a:lnTo>
                    <a:pt x="3827641" y="1821400"/>
                  </a:lnTo>
                  <a:lnTo>
                    <a:pt x="3827767" y="1821400"/>
                  </a:lnTo>
                  <a:lnTo>
                    <a:pt x="3827893" y="1821400"/>
                  </a:lnTo>
                  <a:lnTo>
                    <a:pt x="3828020" y="1821400"/>
                  </a:lnTo>
                  <a:lnTo>
                    <a:pt x="3828146" y="1821400"/>
                  </a:lnTo>
                  <a:lnTo>
                    <a:pt x="3828272" y="1821400"/>
                  </a:lnTo>
                  <a:lnTo>
                    <a:pt x="3828398" y="1821400"/>
                  </a:lnTo>
                  <a:lnTo>
                    <a:pt x="3828524" y="1821400"/>
                  </a:lnTo>
                  <a:lnTo>
                    <a:pt x="3828650" y="1821400"/>
                  </a:lnTo>
                  <a:lnTo>
                    <a:pt x="3828776" y="1821400"/>
                  </a:lnTo>
                  <a:lnTo>
                    <a:pt x="3828902" y="1821400"/>
                  </a:lnTo>
                  <a:lnTo>
                    <a:pt x="3829028" y="1821400"/>
                  </a:lnTo>
                  <a:lnTo>
                    <a:pt x="3829154" y="1821400"/>
                  </a:lnTo>
                  <a:lnTo>
                    <a:pt x="3829280" y="1821400"/>
                  </a:lnTo>
                  <a:lnTo>
                    <a:pt x="3829407" y="1821400"/>
                  </a:lnTo>
                  <a:lnTo>
                    <a:pt x="3829533" y="1821400"/>
                  </a:lnTo>
                  <a:lnTo>
                    <a:pt x="3829659" y="1821400"/>
                  </a:lnTo>
                  <a:lnTo>
                    <a:pt x="3829785" y="1821400"/>
                  </a:lnTo>
                  <a:lnTo>
                    <a:pt x="3829911" y="1821400"/>
                  </a:lnTo>
                  <a:lnTo>
                    <a:pt x="3830037" y="1821400"/>
                  </a:lnTo>
                  <a:lnTo>
                    <a:pt x="3830163" y="1821400"/>
                  </a:lnTo>
                  <a:lnTo>
                    <a:pt x="3830289" y="1821400"/>
                  </a:lnTo>
                  <a:lnTo>
                    <a:pt x="3830415" y="1821400"/>
                  </a:lnTo>
                  <a:lnTo>
                    <a:pt x="3830541" y="1821400"/>
                  </a:lnTo>
                  <a:lnTo>
                    <a:pt x="3830667" y="1821400"/>
                  </a:lnTo>
                  <a:lnTo>
                    <a:pt x="3830793" y="1821400"/>
                  </a:lnTo>
                  <a:lnTo>
                    <a:pt x="3830920" y="1821400"/>
                  </a:lnTo>
                  <a:lnTo>
                    <a:pt x="3831046" y="1821400"/>
                  </a:lnTo>
                  <a:lnTo>
                    <a:pt x="3831172" y="1821400"/>
                  </a:lnTo>
                  <a:lnTo>
                    <a:pt x="3831298" y="1821400"/>
                  </a:lnTo>
                  <a:lnTo>
                    <a:pt x="3831424" y="1821400"/>
                  </a:lnTo>
                  <a:lnTo>
                    <a:pt x="3831550" y="1821400"/>
                  </a:lnTo>
                  <a:lnTo>
                    <a:pt x="3831676" y="1821400"/>
                  </a:lnTo>
                  <a:lnTo>
                    <a:pt x="3831802" y="1821400"/>
                  </a:lnTo>
                  <a:lnTo>
                    <a:pt x="3831928" y="1821400"/>
                  </a:lnTo>
                  <a:lnTo>
                    <a:pt x="3832054" y="1821400"/>
                  </a:lnTo>
                  <a:lnTo>
                    <a:pt x="3832180" y="1821400"/>
                  </a:lnTo>
                  <a:lnTo>
                    <a:pt x="3832307" y="1821400"/>
                  </a:lnTo>
                  <a:lnTo>
                    <a:pt x="3832433" y="1821400"/>
                  </a:lnTo>
                  <a:lnTo>
                    <a:pt x="3832559" y="1821400"/>
                  </a:lnTo>
                  <a:lnTo>
                    <a:pt x="3832685" y="1821400"/>
                  </a:lnTo>
                  <a:lnTo>
                    <a:pt x="3832811" y="1821400"/>
                  </a:lnTo>
                  <a:lnTo>
                    <a:pt x="3832937" y="1821400"/>
                  </a:lnTo>
                  <a:lnTo>
                    <a:pt x="3833063" y="1821400"/>
                  </a:lnTo>
                  <a:lnTo>
                    <a:pt x="3833063" y="1816120"/>
                  </a:lnTo>
                  <a:lnTo>
                    <a:pt x="3833189" y="1816120"/>
                  </a:lnTo>
                  <a:lnTo>
                    <a:pt x="3833315" y="1816120"/>
                  </a:lnTo>
                  <a:lnTo>
                    <a:pt x="3833441" y="1816120"/>
                  </a:lnTo>
                  <a:lnTo>
                    <a:pt x="3833567" y="1816120"/>
                  </a:lnTo>
                  <a:lnTo>
                    <a:pt x="3833694" y="1816120"/>
                  </a:lnTo>
                  <a:lnTo>
                    <a:pt x="3833820" y="1816120"/>
                  </a:lnTo>
                  <a:lnTo>
                    <a:pt x="3833946" y="1816120"/>
                  </a:lnTo>
                  <a:lnTo>
                    <a:pt x="3833946" y="1810841"/>
                  </a:lnTo>
                  <a:lnTo>
                    <a:pt x="3834072" y="1810841"/>
                  </a:lnTo>
                  <a:lnTo>
                    <a:pt x="3834198" y="1810841"/>
                  </a:lnTo>
                  <a:lnTo>
                    <a:pt x="3834324" y="1810841"/>
                  </a:lnTo>
                  <a:lnTo>
                    <a:pt x="3834450" y="1810841"/>
                  </a:lnTo>
                  <a:lnTo>
                    <a:pt x="3834576" y="1810841"/>
                  </a:lnTo>
                  <a:lnTo>
                    <a:pt x="3834702" y="1810841"/>
                  </a:lnTo>
                  <a:lnTo>
                    <a:pt x="3834828" y="1810841"/>
                  </a:lnTo>
                  <a:lnTo>
                    <a:pt x="3834954" y="1810841"/>
                  </a:lnTo>
                  <a:lnTo>
                    <a:pt x="3835080" y="1810841"/>
                  </a:lnTo>
                  <a:lnTo>
                    <a:pt x="3835207" y="1810841"/>
                  </a:lnTo>
                  <a:lnTo>
                    <a:pt x="3835333" y="1810841"/>
                  </a:lnTo>
                  <a:lnTo>
                    <a:pt x="3835459" y="1810841"/>
                  </a:lnTo>
                  <a:lnTo>
                    <a:pt x="3835585" y="1810841"/>
                  </a:lnTo>
                  <a:lnTo>
                    <a:pt x="3835711" y="1810841"/>
                  </a:lnTo>
                  <a:lnTo>
                    <a:pt x="3835837" y="1810841"/>
                  </a:lnTo>
                  <a:lnTo>
                    <a:pt x="3835963" y="1810841"/>
                  </a:lnTo>
                  <a:lnTo>
                    <a:pt x="3836089" y="1810841"/>
                  </a:lnTo>
                  <a:lnTo>
                    <a:pt x="3836215" y="1810841"/>
                  </a:lnTo>
                  <a:lnTo>
                    <a:pt x="3836341" y="1810841"/>
                  </a:lnTo>
                  <a:lnTo>
                    <a:pt x="3836467" y="1810841"/>
                  </a:lnTo>
                  <a:lnTo>
                    <a:pt x="3836594" y="1810841"/>
                  </a:lnTo>
                  <a:lnTo>
                    <a:pt x="3836720" y="1810841"/>
                  </a:lnTo>
                  <a:lnTo>
                    <a:pt x="3836846" y="1810841"/>
                  </a:lnTo>
                  <a:lnTo>
                    <a:pt x="3836972" y="1810841"/>
                  </a:lnTo>
                  <a:lnTo>
                    <a:pt x="3837098" y="1810841"/>
                  </a:lnTo>
                  <a:lnTo>
                    <a:pt x="3837224" y="1810841"/>
                  </a:lnTo>
                  <a:lnTo>
                    <a:pt x="3837350" y="1810841"/>
                  </a:lnTo>
                  <a:lnTo>
                    <a:pt x="3837476" y="1810841"/>
                  </a:lnTo>
                  <a:lnTo>
                    <a:pt x="3837602" y="1810841"/>
                  </a:lnTo>
                  <a:lnTo>
                    <a:pt x="3837728" y="1810841"/>
                  </a:lnTo>
                  <a:lnTo>
                    <a:pt x="3837728" y="1805562"/>
                  </a:lnTo>
                  <a:lnTo>
                    <a:pt x="3837854" y="1805562"/>
                  </a:lnTo>
                  <a:lnTo>
                    <a:pt x="3837980" y="1805562"/>
                  </a:lnTo>
                  <a:lnTo>
                    <a:pt x="3838107" y="1805562"/>
                  </a:lnTo>
                  <a:lnTo>
                    <a:pt x="3838233" y="1805562"/>
                  </a:lnTo>
                  <a:lnTo>
                    <a:pt x="3838359" y="1805562"/>
                  </a:lnTo>
                  <a:lnTo>
                    <a:pt x="3838485" y="1805562"/>
                  </a:lnTo>
                  <a:lnTo>
                    <a:pt x="3838611" y="1805562"/>
                  </a:lnTo>
                  <a:lnTo>
                    <a:pt x="3838737" y="1805562"/>
                  </a:lnTo>
                  <a:lnTo>
                    <a:pt x="3838863" y="1805562"/>
                  </a:lnTo>
                  <a:lnTo>
                    <a:pt x="3838989" y="1805562"/>
                  </a:lnTo>
                  <a:lnTo>
                    <a:pt x="3839115" y="1805562"/>
                  </a:lnTo>
                  <a:lnTo>
                    <a:pt x="3839241" y="1805562"/>
                  </a:lnTo>
                  <a:lnTo>
                    <a:pt x="3839367" y="1805562"/>
                  </a:lnTo>
                  <a:lnTo>
                    <a:pt x="3839494" y="1805562"/>
                  </a:lnTo>
                  <a:lnTo>
                    <a:pt x="3839620" y="1805562"/>
                  </a:lnTo>
                  <a:lnTo>
                    <a:pt x="3839746" y="1805562"/>
                  </a:lnTo>
                  <a:lnTo>
                    <a:pt x="3839872" y="1805562"/>
                  </a:lnTo>
                  <a:lnTo>
                    <a:pt x="3839998" y="1805562"/>
                  </a:lnTo>
                  <a:lnTo>
                    <a:pt x="3840124" y="1805562"/>
                  </a:lnTo>
                  <a:lnTo>
                    <a:pt x="3840124" y="1800282"/>
                  </a:lnTo>
                  <a:lnTo>
                    <a:pt x="3840250" y="1800282"/>
                  </a:lnTo>
                  <a:lnTo>
                    <a:pt x="3840376" y="1800282"/>
                  </a:lnTo>
                  <a:lnTo>
                    <a:pt x="3840502" y="1800282"/>
                  </a:lnTo>
                  <a:lnTo>
                    <a:pt x="3840628" y="1800282"/>
                  </a:lnTo>
                  <a:lnTo>
                    <a:pt x="3840754" y="1800282"/>
                  </a:lnTo>
                  <a:lnTo>
                    <a:pt x="3840880" y="1800282"/>
                  </a:lnTo>
                  <a:lnTo>
                    <a:pt x="3841007" y="1800282"/>
                  </a:lnTo>
                  <a:lnTo>
                    <a:pt x="3841133" y="1800282"/>
                  </a:lnTo>
                  <a:lnTo>
                    <a:pt x="3841259" y="1800282"/>
                  </a:lnTo>
                  <a:lnTo>
                    <a:pt x="3841385" y="1800282"/>
                  </a:lnTo>
                  <a:lnTo>
                    <a:pt x="3841511" y="1800282"/>
                  </a:lnTo>
                  <a:lnTo>
                    <a:pt x="3841637" y="1800282"/>
                  </a:lnTo>
                  <a:lnTo>
                    <a:pt x="3841763" y="1800282"/>
                  </a:lnTo>
                  <a:lnTo>
                    <a:pt x="3841889" y="1800282"/>
                  </a:lnTo>
                  <a:lnTo>
                    <a:pt x="3842015" y="1800282"/>
                  </a:lnTo>
                  <a:lnTo>
                    <a:pt x="3842141" y="1800282"/>
                  </a:lnTo>
                  <a:lnTo>
                    <a:pt x="3842267" y="1800282"/>
                  </a:lnTo>
                  <a:lnTo>
                    <a:pt x="3842394" y="1800282"/>
                  </a:lnTo>
                  <a:lnTo>
                    <a:pt x="3842520" y="1800282"/>
                  </a:lnTo>
                  <a:lnTo>
                    <a:pt x="3842646" y="1800282"/>
                  </a:lnTo>
                  <a:lnTo>
                    <a:pt x="3842772" y="1800282"/>
                  </a:lnTo>
                  <a:lnTo>
                    <a:pt x="3842898" y="1800282"/>
                  </a:lnTo>
                  <a:lnTo>
                    <a:pt x="3843024" y="1800282"/>
                  </a:lnTo>
                  <a:lnTo>
                    <a:pt x="3843150" y="1800282"/>
                  </a:lnTo>
                  <a:lnTo>
                    <a:pt x="3843276" y="1800282"/>
                  </a:lnTo>
                  <a:lnTo>
                    <a:pt x="3843402" y="1800282"/>
                  </a:lnTo>
                  <a:lnTo>
                    <a:pt x="3843528" y="1800282"/>
                  </a:lnTo>
                  <a:lnTo>
                    <a:pt x="3843654" y="1800282"/>
                  </a:lnTo>
                  <a:lnTo>
                    <a:pt x="3843781" y="1800282"/>
                  </a:lnTo>
                  <a:lnTo>
                    <a:pt x="3843907" y="1800282"/>
                  </a:lnTo>
                  <a:lnTo>
                    <a:pt x="3844033" y="1800282"/>
                  </a:lnTo>
                  <a:lnTo>
                    <a:pt x="3844159" y="1800282"/>
                  </a:lnTo>
                  <a:lnTo>
                    <a:pt x="3844285" y="1800282"/>
                  </a:lnTo>
                  <a:lnTo>
                    <a:pt x="3844411" y="1800282"/>
                  </a:lnTo>
                  <a:lnTo>
                    <a:pt x="3844537" y="1800282"/>
                  </a:lnTo>
                  <a:lnTo>
                    <a:pt x="3844663" y="1800282"/>
                  </a:lnTo>
                  <a:lnTo>
                    <a:pt x="3844789" y="1800282"/>
                  </a:lnTo>
                  <a:lnTo>
                    <a:pt x="3844915" y="1800282"/>
                  </a:lnTo>
                  <a:lnTo>
                    <a:pt x="3845041" y="1800282"/>
                  </a:lnTo>
                  <a:lnTo>
                    <a:pt x="3845167" y="1800282"/>
                  </a:lnTo>
                  <a:lnTo>
                    <a:pt x="3845294" y="1800282"/>
                  </a:lnTo>
                  <a:lnTo>
                    <a:pt x="3845420" y="1800282"/>
                  </a:lnTo>
                  <a:lnTo>
                    <a:pt x="3845546" y="1800282"/>
                  </a:lnTo>
                  <a:lnTo>
                    <a:pt x="3845672" y="1800282"/>
                  </a:lnTo>
                  <a:lnTo>
                    <a:pt x="3845798" y="1800282"/>
                  </a:lnTo>
                  <a:lnTo>
                    <a:pt x="3845924" y="1800282"/>
                  </a:lnTo>
                  <a:lnTo>
                    <a:pt x="3846050" y="1800282"/>
                  </a:lnTo>
                  <a:lnTo>
                    <a:pt x="3846176" y="1800282"/>
                  </a:lnTo>
                  <a:lnTo>
                    <a:pt x="3846302" y="1800282"/>
                  </a:lnTo>
                  <a:lnTo>
                    <a:pt x="3846428" y="1800282"/>
                  </a:lnTo>
                  <a:lnTo>
                    <a:pt x="3846554" y="1800282"/>
                  </a:lnTo>
                  <a:lnTo>
                    <a:pt x="3846681" y="1800282"/>
                  </a:lnTo>
                  <a:lnTo>
                    <a:pt x="3846807" y="1800282"/>
                  </a:lnTo>
                  <a:lnTo>
                    <a:pt x="3846933" y="1800282"/>
                  </a:lnTo>
                  <a:lnTo>
                    <a:pt x="3847059" y="1800282"/>
                  </a:lnTo>
                  <a:lnTo>
                    <a:pt x="3847185" y="1800282"/>
                  </a:lnTo>
                  <a:lnTo>
                    <a:pt x="3847311" y="1800282"/>
                  </a:lnTo>
                  <a:lnTo>
                    <a:pt x="3847437" y="1800282"/>
                  </a:lnTo>
                  <a:lnTo>
                    <a:pt x="3847563" y="1800282"/>
                  </a:lnTo>
                  <a:lnTo>
                    <a:pt x="3847689" y="1800282"/>
                  </a:lnTo>
                  <a:lnTo>
                    <a:pt x="3847815" y="1800282"/>
                  </a:lnTo>
                  <a:lnTo>
                    <a:pt x="3847941" y="1800282"/>
                  </a:lnTo>
                  <a:lnTo>
                    <a:pt x="3848067" y="1800282"/>
                  </a:lnTo>
                  <a:lnTo>
                    <a:pt x="3848194" y="1800282"/>
                  </a:lnTo>
                  <a:lnTo>
                    <a:pt x="3848320" y="1800282"/>
                  </a:lnTo>
                  <a:lnTo>
                    <a:pt x="3848446" y="1800282"/>
                  </a:lnTo>
                  <a:lnTo>
                    <a:pt x="3848572" y="1800282"/>
                  </a:lnTo>
                  <a:lnTo>
                    <a:pt x="3848698" y="1800282"/>
                  </a:lnTo>
                  <a:lnTo>
                    <a:pt x="3848824" y="1800282"/>
                  </a:lnTo>
                  <a:lnTo>
                    <a:pt x="3848950" y="1800282"/>
                  </a:lnTo>
                  <a:lnTo>
                    <a:pt x="3849076" y="1800282"/>
                  </a:lnTo>
                  <a:lnTo>
                    <a:pt x="3849202" y="1800282"/>
                  </a:lnTo>
                  <a:lnTo>
                    <a:pt x="3849328" y="1800282"/>
                  </a:lnTo>
                  <a:lnTo>
                    <a:pt x="3849454" y="1800282"/>
                  </a:lnTo>
                  <a:lnTo>
                    <a:pt x="3849581" y="1800282"/>
                  </a:lnTo>
                  <a:lnTo>
                    <a:pt x="3849707" y="1800282"/>
                  </a:lnTo>
                  <a:lnTo>
                    <a:pt x="3849833" y="1800282"/>
                  </a:lnTo>
                  <a:lnTo>
                    <a:pt x="3849959" y="1800282"/>
                  </a:lnTo>
                  <a:lnTo>
                    <a:pt x="3850085" y="1800282"/>
                  </a:lnTo>
                  <a:lnTo>
                    <a:pt x="3850211" y="1800282"/>
                  </a:lnTo>
                  <a:lnTo>
                    <a:pt x="3850337" y="1800282"/>
                  </a:lnTo>
                  <a:lnTo>
                    <a:pt x="3850463" y="1800282"/>
                  </a:lnTo>
                  <a:lnTo>
                    <a:pt x="3850589" y="1800282"/>
                  </a:lnTo>
                  <a:lnTo>
                    <a:pt x="3850715" y="1800282"/>
                  </a:lnTo>
                  <a:lnTo>
                    <a:pt x="3850841" y="1800282"/>
                  </a:lnTo>
                  <a:lnTo>
                    <a:pt x="3850968" y="1800282"/>
                  </a:lnTo>
                  <a:lnTo>
                    <a:pt x="3851094" y="1800282"/>
                  </a:lnTo>
                  <a:lnTo>
                    <a:pt x="3851220" y="1800282"/>
                  </a:lnTo>
                  <a:lnTo>
                    <a:pt x="3851346" y="1800282"/>
                  </a:lnTo>
                  <a:lnTo>
                    <a:pt x="3851472" y="1800282"/>
                  </a:lnTo>
                  <a:lnTo>
                    <a:pt x="3851598" y="1800282"/>
                  </a:lnTo>
                  <a:lnTo>
                    <a:pt x="3851724" y="1800282"/>
                  </a:lnTo>
                  <a:lnTo>
                    <a:pt x="3851850" y="1800282"/>
                  </a:lnTo>
                  <a:lnTo>
                    <a:pt x="3851976" y="1800282"/>
                  </a:lnTo>
                  <a:lnTo>
                    <a:pt x="3852102" y="1800282"/>
                  </a:lnTo>
                  <a:lnTo>
                    <a:pt x="3852228" y="1800282"/>
                  </a:lnTo>
                  <a:lnTo>
                    <a:pt x="3852354" y="1800282"/>
                  </a:lnTo>
                  <a:lnTo>
                    <a:pt x="3852481" y="1800282"/>
                  </a:lnTo>
                  <a:lnTo>
                    <a:pt x="3852607" y="1800282"/>
                  </a:lnTo>
                  <a:lnTo>
                    <a:pt x="3852733" y="1800282"/>
                  </a:lnTo>
                  <a:lnTo>
                    <a:pt x="3852859" y="1800282"/>
                  </a:lnTo>
                  <a:lnTo>
                    <a:pt x="3852985" y="1800282"/>
                  </a:lnTo>
                  <a:lnTo>
                    <a:pt x="3853111" y="1800282"/>
                  </a:lnTo>
                  <a:lnTo>
                    <a:pt x="3853237" y="1800282"/>
                  </a:lnTo>
                  <a:lnTo>
                    <a:pt x="3853363" y="1800282"/>
                  </a:lnTo>
                  <a:lnTo>
                    <a:pt x="3853489" y="1800282"/>
                  </a:lnTo>
                  <a:lnTo>
                    <a:pt x="3853615" y="1800282"/>
                  </a:lnTo>
                  <a:lnTo>
                    <a:pt x="3853741" y="1800282"/>
                  </a:lnTo>
                  <a:lnTo>
                    <a:pt x="3853868" y="1800282"/>
                  </a:lnTo>
                  <a:lnTo>
                    <a:pt x="3853994" y="1800282"/>
                  </a:lnTo>
                  <a:lnTo>
                    <a:pt x="3854120" y="1800282"/>
                  </a:lnTo>
                  <a:lnTo>
                    <a:pt x="3854246" y="1800282"/>
                  </a:lnTo>
                  <a:lnTo>
                    <a:pt x="3854372" y="1800282"/>
                  </a:lnTo>
                  <a:lnTo>
                    <a:pt x="3854498" y="1800282"/>
                  </a:lnTo>
                  <a:lnTo>
                    <a:pt x="3854624" y="1800282"/>
                  </a:lnTo>
                  <a:lnTo>
                    <a:pt x="3854750" y="1800282"/>
                  </a:lnTo>
                  <a:lnTo>
                    <a:pt x="3854876" y="1800282"/>
                  </a:lnTo>
                  <a:lnTo>
                    <a:pt x="3855002" y="1800282"/>
                  </a:lnTo>
                  <a:lnTo>
                    <a:pt x="3855128" y="1800282"/>
                  </a:lnTo>
                  <a:lnTo>
                    <a:pt x="3855254" y="1800282"/>
                  </a:lnTo>
                  <a:lnTo>
                    <a:pt x="3855381" y="1800282"/>
                  </a:lnTo>
                  <a:lnTo>
                    <a:pt x="3855507" y="1800282"/>
                  </a:lnTo>
                  <a:lnTo>
                    <a:pt x="3855633" y="1800282"/>
                  </a:lnTo>
                  <a:lnTo>
                    <a:pt x="3855759" y="1800282"/>
                  </a:lnTo>
                  <a:lnTo>
                    <a:pt x="3855885" y="1800282"/>
                  </a:lnTo>
                  <a:lnTo>
                    <a:pt x="3856011" y="1800282"/>
                  </a:lnTo>
                  <a:lnTo>
                    <a:pt x="3856137" y="1800282"/>
                  </a:lnTo>
                  <a:lnTo>
                    <a:pt x="3856263" y="1800282"/>
                  </a:lnTo>
                  <a:lnTo>
                    <a:pt x="3856389" y="1800282"/>
                  </a:lnTo>
                  <a:lnTo>
                    <a:pt x="3856515" y="1800282"/>
                  </a:lnTo>
                  <a:lnTo>
                    <a:pt x="3856641" y="1800282"/>
                  </a:lnTo>
                  <a:lnTo>
                    <a:pt x="3856768" y="1800282"/>
                  </a:lnTo>
                  <a:lnTo>
                    <a:pt x="3856768" y="1795003"/>
                  </a:lnTo>
                  <a:lnTo>
                    <a:pt x="3856894" y="1795003"/>
                  </a:lnTo>
                  <a:lnTo>
                    <a:pt x="3857020" y="1795003"/>
                  </a:lnTo>
                  <a:lnTo>
                    <a:pt x="3857146" y="1795003"/>
                  </a:lnTo>
                  <a:lnTo>
                    <a:pt x="3857272" y="1795003"/>
                  </a:lnTo>
                  <a:lnTo>
                    <a:pt x="3857398" y="1795003"/>
                  </a:lnTo>
                  <a:lnTo>
                    <a:pt x="3857524" y="1795003"/>
                  </a:lnTo>
                  <a:lnTo>
                    <a:pt x="3857650" y="1795003"/>
                  </a:lnTo>
                  <a:lnTo>
                    <a:pt x="3857776" y="1795003"/>
                  </a:lnTo>
                  <a:lnTo>
                    <a:pt x="3857902" y="1795003"/>
                  </a:lnTo>
                  <a:lnTo>
                    <a:pt x="3858028" y="1795003"/>
                  </a:lnTo>
                  <a:lnTo>
                    <a:pt x="3858154" y="1795003"/>
                  </a:lnTo>
                  <a:lnTo>
                    <a:pt x="3858281" y="1795003"/>
                  </a:lnTo>
                  <a:lnTo>
                    <a:pt x="3858407" y="1795003"/>
                  </a:lnTo>
                  <a:lnTo>
                    <a:pt x="3858533" y="1795003"/>
                  </a:lnTo>
                  <a:lnTo>
                    <a:pt x="3858659" y="1795003"/>
                  </a:lnTo>
                  <a:lnTo>
                    <a:pt x="3858785" y="1795003"/>
                  </a:lnTo>
                  <a:lnTo>
                    <a:pt x="3858911" y="1795003"/>
                  </a:lnTo>
                  <a:lnTo>
                    <a:pt x="3859037" y="1795003"/>
                  </a:lnTo>
                  <a:lnTo>
                    <a:pt x="3859163" y="1795003"/>
                  </a:lnTo>
                  <a:lnTo>
                    <a:pt x="3859289" y="1795003"/>
                  </a:lnTo>
                  <a:lnTo>
                    <a:pt x="3859415" y="1795003"/>
                  </a:lnTo>
                  <a:lnTo>
                    <a:pt x="3859541" y="1795003"/>
                  </a:lnTo>
                  <a:lnTo>
                    <a:pt x="3859668" y="1795003"/>
                  </a:lnTo>
                  <a:lnTo>
                    <a:pt x="3859794" y="1795003"/>
                  </a:lnTo>
                  <a:lnTo>
                    <a:pt x="3859920" y="1795003"/>
                  </a:lnTo>
                  <a:lnTo>
                    <a:pt x="3860046" y="1795003"/>
                  </a:lnTo>
                  <a:lnTo>
                    <a:pt x="3860172" y="1795003"/>
                  </a:lnTo>
                  <a:lnTo>
                    <a:pt x="3860298" y="1795003"/>
                  </a:lnTo>
                  <a:lnTo>
                    <a:pt x="3860424" y="1795003"/>
                  </a:lnTo>
                  <a:lnTo>
                    <a:pt x="3860550" y="1795003"/>
                  </a:lnTo>
                  <a:lnTo>
                    <a:pt x="3860676" y="1795003"/>
                  </a:lnTo>
                  <a:lnTo>
                    <a:pt x="3860802" y="1795003"/>
                  </a:lnTo>
                  <a:lnTo>
                    <a:pt x="3860928" y="1795003"/>
                  </a:lnTo>
                  <a:lnTo>
                    <a:pt x="3861055" y="1795003"/>
                  </a:lnTo>
                  <a:lnTo>
                    <a:pt x="3861181" y="1795003"/>
                  </a:lnTo>
                  <a:lnTo>
                    <a:pt x="3861307" y="1795003"/>
                  </a:lnTo>
                  <a:lnTo>
                    <a:pt x="3861433" y="1795003"/>
                  </a:lnTo>
                  <a:lnTo>
                    <a:pt x="3861559" y="1795003"/>
                  </a:lnTo>
                  <a:lnTo>
                    <a:pt x="3861685" y="1795003"/>
                  </a:lnTo>
                  <a:lnTo>
                    <a:pt x="3861811" y="1795003"/>
                  </a:lnTo>
                  <a:lnTo>
                    <a:pt x="3861937" y="1795003"/>
                  </a:lnTo>
                  <a:lnTo>
                    <a:pt x="3862063" y="1795003"/>
                  </a:lnTo>
                  <a:lnTo>
                    <a:pt x="3862189" y="1795003"/>
                  </a:lnTo>
                  <a:lnTo>
                    <a:pt x="3862315" y="1795003"/>
                  </a:lnTo>
                  <a:lnTo>
                    <a:pt x="3862441" y="1795003"/>
                  </a:lnTo>
                  <a:lnTo>
                    <a:pt x="3862568" y="1795003"/>
                  </a:lnTo>
                  <a:lnTo>
                    <a:pt x="3862694" y="1795003"/>
                  </a:lnTo>
                  <a:lnTo>
                    <a:pt x="3862820" y="1795003"/>
                  </a:lnTo>
                  <a:lnTo>
                    <a:pt x="3862946" y="1795003"/>
                  </a:lnTo>
                  <a:lnTo>
                    <a:pt x="3863072" y="1795003"/>
                  </a:lnTo>
                  <a:lnTo>
                    <a:pt x="3863198" y="1795003"/>
                  </a:lnTo>
                  <a:lnTo>
                    <a:pt x="3863324" y="1795003"/>
                  </a:lnTo>
                  <a:lnTo>
                    <a:pt x="3863450" y="1795003"/>
                  </a:lnTo>
                  <a:lnTo>
                    <a:pt x="3863576" y="1795003"/>
                  </a:lnTo>
                  <a:lnTo>
                    <a:pt x="3863702" y="1795003"/>
                  </a:lnTo>
                  <a:lnTo>
                    <a:pt x="3863828" y="1795003"/>
                  </a:lnTo>
                  <a:lnTo>
                    <a:pt x="3863955" y="1795003"/>
                  </a:lnTo>
                  <a:lnTo>
                    <a:pt x="3864081" y="1795003"/>
                  </a:lnTo>
                  <a:lnTo>
                    <a:pt x="3864207" y="1795003"/>
                  </a:lnTo>
                  <a:lnTo>
                    <a:pt x="3864333" y="1795003"/>
                  </a:lnTo>
                  <a:lnTo>
                    <a:pt x="3864459" y="1795003"/>
                  </a:lnTo>
                  <a:lnTo>
                    <a:pt x="3864585" y="1795003"/>
                  </a:lnTo>
                  <a:lnTo>
                    <a:pt x="3864711" y="1795003"/>
                  </a:lnTo>
                  <a:lnTo>
                    <a:pt x="3864837" y="1795003"/>
                  </a:lnTo>
                  <a:lnTo>
                    <a:pt x="3864963" y="1795003"/>
                  </a:lnTo>
                  <a:lnTo>
                    <a:pt x="3865089" y="1795003"/>
                  </a:lnTo>
                  <a:lnTo>
                    <a:pt x="3865215" y="1795003"/>
                  </a:lnTo>
                  <a:lnTo>
                    <a:pt x="3865341" y="1795003"/>
                  </a:lnTo>
                  <a:lnTo>
                    <a:pt x="3865468" y="1795003"/>
                  </a:lnTo>
                  <a:lnTo>
                    <a:pt x="3865594" y="1795003"/>
                  </a:lnTo>
                  <a:lnTo>
                    <a:pt x="3865720" y="1795003"/>
                  </a:lnTo>
                  <a:lnTo>
                    <a:pt x="3865846" y="1795003"/>
                  </a:lnTo>
                  <a:lnTo>
                    <a:pt x="3865972" y="1795003"/>
                  </a:lnTo>
                  <a:lnTo>
                    <a:pt x="3866098" y="1795003"/>
                  </a:lnTo>
                  <a:lnTo>
                    <a:pt x="3866224" y="1795003"/>
                  </a:lnTo>
                  <a:lnTo>
                    <a:pt x="3866350" y="1795003"/>
                  </a:lnTo>
                  <a:lnTo>
                    <a:pt x="3866476" y="1795003"/>
                  </a:lnTo>
                  <a:lnTo>
                    <a:pt x="3866602" y="1795003"/>
                  </a:lnTo>
                  <a:lnTo>
                    <a:pt x="3866728" y="1795003"/>
                  </a:lnTo>
                  <a:lnTo>
                    <a:pt x="3866855" y="1795003"/>
                  </a:lnTo>
                  <a:lnTo>
                    <a:pt x="3866981" y="1795003"/>
                  </a:lnTo>
                  <a:lnTo>
                    <a:pt x="3867107" y="1795003"/>
                  </a:lnTo>
                  <a:lnTo>
                    <a:pt x="3867233" y="1795003"/>
                  </a:lnTo>
                  <a:lnTo>
                    <a:pt x="3867359" y="1795003"/>
                  </a:lnTo>
                  <a:lnTo>
                    <a:pt x="3867485" y="1795003"/>
                  </a:lnTo>
                  <a:lnTo>
                    <a:pt x="3867611" y="1795003"/>
                  </a:lnTo>
                  <a:lnTo>
                    <a:pt x="3867737" y="1795003"/>
                  </a:lnTo>
                  <a:lnTo>
                    <a:pt x="3867863" y="1795003"/>
                  </a:lnTo>
                  <a:lnTo>
                    <a:pt x="3867989" y="1795003"/>
                  </a:lnTo>
                  <a:lnTo>
                    <a:pt x="3868115" y="1795003"/>
                  </a:lnTo>
                  <a:lnTo>
                    <a:pt x="3868242" y="1795003"/>
                  </a:lnTo>
                  <a:lnTo>
                    <a:pt x="3868368" y="1795003"/>
                  </a:lnTo>
                  <a:lnTo>
                    <a:pt x="3868494" y="1795003"/>
                  </a:lnTo>
                  <a:lnTo>
                    <a:pt x="3868620" y="1795003"/>
                  </a:lnTo>
                  <a:lnTo>
                    <a:pt x="3868746" y="1795003"/>
                  </a:lnTo>
                  <a:lnTo>
                    <a:pt x="3868872" y="1795003"/>
                  </a:lnTo>
                  <a:lnTo>
                    <a:pt x="3868998" y="1795003"/>
                  </a:lnTo>
                  <a:lnTo>
                    <a:pt x="3869124" y="1795003"/>
                  </a:lnTo>
                  <a:lnTo>
                    <a:pt x="3869250" y="1795003"/>
                  </a:lnTo>
                  <a:lnTo>
                    <a:pt x="3869376" y="1795003"/>
                  </a:lnTo>
                  <a:lnTo>
                    <a:pt x="3869502" y="1795003"/>
                  </a:lnTo>
                  <a:lnTo>
                    <a:pt x="3869628" y="1795003"/>
                  </a:lnTo>
                  <a:lnTo>
                    <a:pt x="3869755" y="1795003"/>
                  </a:lnTo>
                  <a:lnTo>
                    <a:pt x="3869881" y="1795003"/>
                  </a:lnTo>
                  <a:lnTo>
                    <a:pt x="3870007" y="1795003"/>
                  </a:lnTo>
                  <a:lnTo>
                    <a:pt x="3870133" y="1795003"/>
                  </a:lnTo>
                  <a:lnTo>
                    <a:pt x="3870259" y="1795003"/>
                  </a:lnTo>
                  <a:lnTo>
                    <a:pt x="3870385" y="1795003"/>
                  </a:lnTo>
                  <a:lnTo>
                    <a:pt x="3870511" y="1795003"/>
                  </a:lnTo>
                  <a:lnTo>
                    <a:pt x="3870637" y="1795003"/>
                  </a:lnTo>
                  <a:lnTo>
                    <a:pt x="3870763" y="1795003"/>
                  </a:lnTo>
                  <a:lnTo>
                    <a:pt x="3870889" y="1795003"/>
                  </a:lnTo>
                  <a:lnTo>
                    <a:pt x="3871015" y="1795003"/>
                  </a:lnTo>
                  <a:lnTo>
                    <a:pt x="3871142" y="1795003"/>
                  </a:lnTo>
                  <a:lnTo>
                    <a:pt x="3871268" y="1795003"/>
                  </a:lnTo>
                  <a:lnTo>
                    <a:pt x="3871394" y="1795003"/>
                  </a:lnTo>
                  <a:lnTo>
                    <a:pt x="3871520" y="1795003"/>
                  </a:lnTo>
                  <a:lnTo>
                    <a:pt x="3871646" y="1795003"/>
                  </a:lnTo>
                  <a:lnTo>
                    <a:pt x="3871772" y="1795003"/>
                  </a:lnTo>
                  <a:lnTo>
                    <a:pt x="3871898" y="1795003"/>
                  </a:lnTo>
                  <a:lnTo>
                    <a:pt x="3872024" y="1795003"/>
                  </a:lnTo>
                  <a:lnTo>
                    <a:pt x="3872150" y="1795003"/>
                  </a:lnTo>
                  <a:lnTo>
                    <a:pt x="3872276" y="1795003"/>
                  </a:lnTo>
                  <a:lnTo>
                    <a:pt x="3872402" y="1795003"/>
                  </a:lnTo>
                  <a:lnTo>
                    <a:pt x="3872528" y="1795003"/>
                  </a:lnTo>
                  <a:lnTo>
                    <a:pt x="3872655" y="1795003"/>
                  </a:lnTo>
                  <a:lnTo>
                    <a:pt x="3872781" y="1795003"/>
                  </a:lnTo>
                  <a:lnTo>
                    <a:pt x="3872907" y="1795003"/>
                  </a:lnTo>
                  <a:lnTo>
                    <a:pt x="3873033" y="1795003"/>
                  </a:lnTo>
                  <a:lnTo>
                    <a:pt x="3873159" y="1795003"/>
                  </a:lnTo>
                  <a:lnTo>
                    <a:pt x="3873285" y="1795003"/>
                  </a:lnTo>
                  <a:lnTo>
                    <a:pt x="3873411" y="1795003"/>
                  </a:lnTo>
                  <a:lnTo>
                    <a:pt x="3873537" y="1795003"/>
                  </a:lnTo>
                  <a:lnTo>
                    <a:pt x="3873663" y="1795003"/>
                  </a:lnTo>
                  <a:lnTo>
                    <a:pt x="3873789" y="1795003"/>
                  </a:lnTo>
                  <a:lnTo>
                    <a:pt x="3873915" y="1795003"/>
                  </a:lnTo>
                  <a:lnTo>
                    <a:pt x="3874042" y="1795003"/>
                  </a:lnTo>
                  <a:lnTo>
                    <a:pt x="3874168" y="1795003"/>
                  </a:lnTo>
                  <a:lnTo>
                    <a:pt x="3874294" y="1795003"/>
                  </a:lnTo>
                  <a:lnTo>
                    <a:pt x="3874420" y="1795003"/>
                  </a:lnTo>
                  <a:lnTo>
                    <a:pt x="3874546" y="1795003"/>
                  </a:lnTo>
                  <a:lnTo>
                    <a:pt x="3874672" y="1795003"/>
                  </a:lnTo>
                  <a:lnTo>
                    <a:pt x="3874798" y="1795003"/>
                  </a:lnTo>
                  <a:lnTo>
                    <a:pt x="3874924" y="1795003"/>
                  </a:lnTo>
                  <a:lnTo>
                    <a:pt x="3875050" y="1795003"/>
                  </a:lnTo>
                  <a:lnTo>
                    <a:pt x="3875176" y="1795003"/>
                  </a:lnTo>
                  <a:lnTo>
                    <a:pt x="3875302" y="1795003"/>
                  </a:lnTo>
                  <a:lnTo>
                    <a:pt x="3875429" y="1795003"/>
                  </a:lnTo>
                  <a:lnTo>
                    <a:pt x="3875555" y="1795003"/>
                  </a:lnTo>
                  <a:lnTo>
                    <a:pt x="3875681" y="1795003"/>
                  </a:lnTo>
                  <a:lnTo>
                    <a:pt x="3875807" y="1795003"/>
                  </a:lnTo>
                  <a:lnTo>
                    <a:pt x="3875933" y="1795003"/>
                  </a:lnTo>
                  <a:lnTo>
                    <a:pt x="3876059" y="1795003"/>
                  </a:lnTo>
                  <a:lnTo>
                    <a:pt x="3876185" y="1795003"/>
                  </a:lnTo>
                  <a:lnTo>
                    <a:pt x="3876311" y="1795003"/>
                  </a:lnTo>
                  <a:lnTo>
                    <a:pt x="3876437" y="1795003"/>
                  </a:lnTo>
                  <a:lnTo>
                    <a:pt x="3876563" y="1795003"/>
                  </a:lnTo>
                  <a:lnTo>
                    <a:pt x="3876689" y="1795003"/>
                  </a:lnTo>
                  <a:lnTo>
                    <a:pt x="3876815" y="1795003"/>
                  </a:lnTo>
                  <a:lnTo>
                    <a:pt x="3876942" y="1795003"/>
                  </a:lnTo>
                  <a:lnTo>
                    <a:pt x="3877068" y="1795003"/>
                  </a:lnTo>
                  <a:lnTo>
                    <a:pt x="3877194" y="1795003"/>
                  </a:lnTo>
                  <a:lnTo>
                    <a:pt x="3877320" y="1795003"/>
                  </a:lnTo>
                  <a:lnTo>
                    <a:pt x="3877446" y="1795003"/>
                  </a:lnTo>
                  <a:lnTo>
                    <a:pt x="3877572" y="1795003"/>
                  </a:lnTo>
                  <a:lnTo>
                    <a:pt x="3877698" y="1795003"/>
                  </a:lnTo>
                  <a:lnTo>
                    <a:pt x="3877824" y="1795003"/>
                  </a:lnTo>
                  <a:lnTo>
                    <a:pt x="3877950" y="1795003"/>
                  </a:lnTo>
                  <a:lnTo>
                    <a:pt x="3878076" y="1795003"/>
                  </a:lnTo>
                  <a:lnTo>
                    <a:pt x="3878202" y="1795003"/>
                  </a:lnTo>
                  <a:lnTo>
                    <a:pt x="3878329" y="1795003"/>
                  </a:lnTo>
                  <a:lnTo>
                    <a:pt x="3878455" y="1795003"/>
                  </a:lnTo>
                  <a:lnTo>
                    <a:pt x="3878581" y="1795003"/>
                  </a:lnTo>
                  <a:lnTo>
                    <a:pt x="3878707" y="1795003"/>
                  </a:lnTo>
                  <a:lnTo>
                    <a:pt x="3878833" y="1795003"/>
                  </a:lnTo>
                  <a:lnTo>
                    <a:pt x="3878959" y="1795003"/>
                  </a:lnTo>
                  <a:lnTo>
                    <a:pt x="3879085" y="1795003"/>
                  </a:lnTo>
                  <a:lnTo>
                    <a:pt x="3879211" y="1795003"/>
                  </a:lnTo>
                  <a:lnTo>
                    <a:pt x="3879337" y="1795003"/>
                  </a:lnTo>
                  <a:lnTo>
                    <a:pt x="3879463" y="1795003"/>
                  </a:lnTo>
                  <a:lnTo>
                    <a:pt x="3879589" y="1795003"/>
                  </a:lnTo>
                  <a:lnTo>
                    <a:pt x="3879715" y="1795003"/>
                  </a:lnTo>
                  <a:lnTo>
                    <a:pt x="3879842" y="1795003"/>
                  </a:lnTo>
                  <a:lnTo>
                    <a:pt x="3879968" y="1795003"/>
                  </a:lnTo>
                  <a:lnTo>
                    <a:pt x="3880094" y="1795003"/>
                  </a:lnTo>
                  <a:lnTo>
                    <a:pt x="3880220" y="1795003"/>
                  </a:lnTo>
                  <a:lnTo>
                    <a:pt x="3880346" y="1795003"/>
                  </a:lnTo>
                  <a:lnTo>
                    <a:pt x="3880472" y="1795003"/>
                  </a:lnTo>
                  <a:lnTo>
                    <a:pt x="3880598" y="1795003"/>
                  </a:lnTo>
                  <a:lnTo>
                    <a:pt x="3880724" y="1795003"/>
                  </a:lnTo>
                  <a:lnTo>
                    <a:pt x="3880850" y="1795003"/>
                  </a:lnTo>
                  <a:lnTo>
                    <a:pt x="3880976" y="1795003"/>
                  </a:lnTo>
                  <a:lnTo>
                    <a:pt x="3881102" y="1795003"/>
                  </a:lnTo>
                  <a:lnTo>
                    <a:pt x="3881229" y="1795003"/>
                  </a:lnTo>
                  <a:lnTo>
                    <a:pt x="3881355" y="1795003"/>
                  </a:lnTo>
                  <a:lnTo>
                    <a:pt x="3881481" y="1795003"/>
                  </a:lnTo>
                  <a:lnTo>
                    <a:pt x="3881607" y="1795003"/>
                  </a:lnTo>
                  <a:lnTo>
                    <a:pt x="3881733" y="1795003"/>
                  </a:lnTo>
                  <a:lnTo>
                    <a:pt x="3881859" y="1795003"/>
                  </a:lnTo>
                  <a:lnTo>
                    <a:pt x="3881985" y="1795003"/>
                  </a:lnTo>
                  <a:lnTo>
                    <a:pt x="3882111" y="1795003"/>
                  </a:lnTo>
                  <a:lnTo>
                    <a:pt x="3882237" y="1795003"/>
                  </a:lnTo>
                  <a:lnTo>
                    <a:pt x="3882363" y="1795003"/>
                  </a:lnTo>
                  <a:lnTo>
                    <a:pt x="3882489" y="1795003"/>
                  </a:lnTo>
                  <a:lnTo>
                    <a:pt x="3882615" y="1795003"/>
                  </a:lnTo>
                  <a:lnTo>
                    <a:pt x="3882742" y="1795003"/>
                  </a:lnTo>
                  <a:lnTo>
                    <a:pt x="3882868" y="1795003"/>
                  </a:lnTo>
                  <a:lnTo>
                    <a:pt x="3882994" y="1795003"/>
                  </a:lnTo>
                  <a:lnTo>
                    <a:pt x="3883120" y="1795003"/>
                  </a:lnTo>
                  <a:lnTo>
                    <a:pt x="3883246" y="1795003"/>
                  </a:lnTo>
                  <a:lnTo>
                    <a:pt x="3883372" y="1795003"/>
                  </a:lnTo>
                  <a:lnTo>
                    <a:pt x="3883498" y="1795003"/>
                  </a:lnTo>
                  <a:lnTo>
                    <a:pt x="3883624" y="1795003"/>
                  </a:lnTo>
                  <a:lnTo>
                    <a:pt x="3883750" y="1795003"/>
                  </a:lnTo>
                  <a:lnTo>
                    <a:pt x="3883876" y="1795003"/>
                  </a:lnTo>
                  <a:lnTo>
                    <a:pt x="3884002" y="1795003"/>
                  </a:lnTo>
                  <a:lnTo>
                    <a:pt x="3884129" y="1795003"/>
                  </a:lnTo>
                  <a:lnTo>
                    <a:pt x="3884255" y="1795003"/>
                  </a:lnTo>
                  <a:lnTo>
                    <a:pt x="3884381" y="1795003"/>
                  </a:lnTo>
                  <a:lnTo>
                    <a:pt x="3884507" y="1795003"/>
                  </a:lnTo>
                  <a:lnTo>
                    <a:pt x="3884633" y="1795003"/>
                  </a:lnTo>
                  <a:lnTo>
                    <a:pt x="3884759" y="1795003"/>
                  </a:lnTo>
                  <a:lnTo>
                    <a:pt x="3884885" y="1795003"/>
                  </a:lnTo>
                  <a:lnTo>
                    <a:pt x="3885011" y="1795003"/>
                  </a:lnTo>
                  <a:lnTo>
                    <a:pt x="3885137" y="1795003"/>
                  </a:lnTo>
                  <a:lnTo>
                    <a:pt x="3885263" y="1795003"/>
                  </a:lnTo>
                  <a:lnTo>
                    <a:pt x="3885389" y="1795003"/>
                  </a:lnTo>
                  <a:lnTo>
                    <a:pt x="3885516" y="1795003"/>
                  </a:lnTo>
                  <a:lnTo>
                    <a:pt x="3885642" y="1795003"/>
                  </a:lnTo>
                  <a:lnTo>
                    <a:pt x="3885768" y="1795003"/>
                  </a:lnTo>
                  <a:lnTo>
                    <a:pt x="3885894" y="1795003"/>
                  </a:lnTo>
                  <a:lnTo>
                    <a:pt x="3886020" y="1795003"/>
                  </a:lnTo>
                  <a:lnTo>
                    <a:pt x="3886146" y="1795003"/>
                  </a:lnTo>
                  <a:lnTo>
                    <a:pt x="3886272" y="1795003"/>
                  </a:lnTo>
                  <a:lnTo>
                    <a:pt x="3886398" y="1795003"/>
                  </a:lnTo>
                  <a:lnTo>
                    <a:pt x="3886524" y="1795003"/>
                  </a:lnTo>
                  <a:lnTo>
                    <a:pt x="3886650" y="1795003"/>
                  </a:lnTo>
                  <a:lnTo>
                    <a:pt x="3886776" y="1795003"/>
                  </a:lnTo>
                  <a:lnTo>
                    <a:pt x="3886902" y="1795003"/>
                  </a:lnTo>
                  <a:lnTo>
                    <a:pt x="3887029" y="1795003"/>
                  </a:lnTo>
                  <a:lnTo>
                    <a:pt x="3887029" y="1789723"/>
                  </a:lnTo>
                  <a:lnTo>
                    <a:pt x="3887155" y="1789723"/>
                  </a:lnTo>
                  <a:lnTo>
                    <a:pt x="3887281" y="1789723"/>
                  </a:lnTo>
                  <a:lnTo>
                    <a:pt x="3887407" y="1789723"/>
                  </a:lnTo>
                  <a:lnTo>
                    <a:pt x="3887533" y="1789723"/>
                  </a:lnTo>
                  <a:lnTo>
                    <a:pt x="3887659" y="1789723"/>
                  </a:lnTo>
                  <a:lnTo>
                    <a:pt x="3887785" y="1789723"/>
                  </a:lnTo>
                  <a:lnTo>
                    <a:pt x="3887911" y="1789723"/>
                  </a:lnTo>
                  <a:lnTo>
                    <a:pt x="3888037" y="1789723"/>
                  </a:lnTo>
                  <a:lnTo>
                    <a:pt x="3888163" y="1789723"/>
                  </a:lnTo>
                  <a:lnTo>
                    <a:pt x="3888289" y="1789723"/>
                  </a:lnTo>
                  <a:lnTo>
                    <a:pt x="3888416" y="1789723"/>
                  </a:lnTo>
                  <a:lnTo>
                    <a:pt x="3888542" y="1789723"/>
                  </a:lnTo>
                  <a:lnTo>
                    <a:pt x="3888668" y="1789723"/>
                  </a:lnTo>
                  <a:lnTo>
                    <a:pt x="3888794" y="1789723"/>
                  </a:lnTo>
                  <a:lnTo>
                    <a:pt x="3888920" y="1789723"/>
                  </a:lnTo>
                  <a:lnTo>
                    <a:pt x="3889046" y="1789723"/>
                  </a:lnTo>
                  <a:lnTo>
                    <a:pt x="3889172" y="1789723"/>
                  </a:lnTo>
                  <a:lnTo>
                    <a:pt x="3889298" y="1789723"/>
                  </a:lnTo>
                  <a:lnTo>
                    <a:pt x="3889424" y="1789723"/>
                  </a:lnTo>
                  <a:lnTo>
                    <a:pt x="3889550" y="1789723"/>
                  </a:lnTo>
                  <a:lnTo>
                    <a:pt x="3889676" y="1789723"/>
                  </a:lnTo>
                  <a:lnTo>
                    <a:pt x="3889802" y="1789723"/>
                  </a:lnTo>
                  <a:lnTo>
                    <a:pt x="3889929" y="1789723"/>
                  </a:lnTo>
                  <a:lnTo>
                    <a:pt x="3890055" y="1789723"/>
                  </a:lnTo>
                  <a:lnTo>
                    <a:pt x="3890181" y="1789723"/>
                  </a:lnTo>
                  <a:lnTo>
                    <a:pt x="3890307" y="1789723"/>
                  </a:lnTo>
                  <a:lnTo>
                    <a:pt x="3890433" y="1789723"/>
                  </a:lnTo>
                  <a:lnTo>
                    <a:pt x="3890559" y="1789723"/>
                  </a:lnTo>
                  <a:lnTo>
                    <a:pt x="3890685" y="1789723"/>
                  </a:lnTo>
                  <a:lnTo>
                    <a:pt x="3890811" y="1789723"/>
                  </a:lnTo>
                  <a:lnTo>
                    <a:pt x="3890937" y="1789723"/>
                  </a:lnTo>
                  <a:lnTo>
                    <a:pt x="3891063" y="1789723"/>
                  </a:lnTo>
                  <a:lnTo>
                    <a:pt x="3891189" y="1789723"/>
                  </a:lnTo>
                  <a:lnTo>
                    <a:pt x="3891316" y="1789723"/>
                  </a:lnTo>
                  <a:lnTo>
                    <a:pt x="3891442" y="1789723"/>
                  </a:lnTo>
                  <a:lnTo>
                    <a:pt x="3891568" y="1789723"/>
                  </a:lnTo>
                  <a:lnTo>
                    <a:pt x="3891694" y="1789723"/>
                  </a:lnTo>
                  <a:lnTo>
                    <a:pt x="3891820" y="1789723"/>
                  </a:lnTo>
                  <a:lnTo>
                    <a:pt x="3891946" y="1789723"/>
                  </a:lnTo>
                  <a:lnTo>
                    <a:pt x="3892072" y="1789723"/>
                  </a:lnTo>
                  <a:lnTo>
                    <a:pt x="3892198" y="1789723"/>
                  </a:lnTo>
                  <a:lnTo>
                    <a:pt x="3892324" y="1789723"/>
                  </a:lnTo>
                  <a:lnTo>
                    <a:pt x="3892450" y="1789723"/>
                  </a:lnTo>
                  <a:lnTo>
                    <a:pt x="3892576" y="1789723"/>
                  </a:lnTo>
                  <a:lnTo>
                    <a:pt x="3892703" y="1789723"/>
                  </a:lnTo>
                  <a:lnTo>
                    <a:pt x="3892829" y="1789723"/>
                  </a:lnTo>
                  <a:lnTo>
                    <a:pt x="3892955" y="1789723"/>
                  </a:lnTo>
                  <a:lnTo>
                    <a:pt x="3893081" y="1789723"/>
                  </a:lnTo>
                  <a:lnTo>
                    <a:pt x="3893207" y="1789723"/>
                  </a:lnTo>
                  <a:lnTo>
                    <a:pt x="3893333" y="1789723"/>
                  </a:lnTo>
                  <a:lnTo>
                    <a:pt x="3893459" y="1789723"/>
                  </a:lnTo>
                  <a:lnTo>
                    <a:pt x="3893585" y="1789723"/>
                  </a:lnTo>
                  <a:lnTo>
                    <a:pt x="3893711" y="1789723"/>
                  </a:lnTo>
                  <a:lnTo>
                    <a:pt x="3893837" y="1789723"/>
                  </a:lnTo>
                  <a:lnTo>
                    <a:pt x="3893963" y="1789723"/>
                  </a:lnTo>
                  <a:lnTo>
                    <a:pt x="3894089" y="1789723"/>
                  </a:lnTo>
                  <a:lnTo>
                    <a:pt x="3894216" y="1789723"/>
                  </a:lnTo>
                  <a:lnTo>
                    <a:pt x="3894342" y="1789723"/>
                  </a:lnTo>
                  <a:lnTo>
                    <a:pt x="3894468" y="1789723"/>
                  </a:lnTo>
                  <a:lnTo>
                    <a:pt x="3894594" y="1789723"/>
                  </a:lnTo>
                  <a:lnTo>
                    <a:pt x="3894720" y="1789723"/>
                  </a:lnTo>
                  <a:lnTo>
                    <a:pt x="3894846" y="1789723"/>
                  </a:lnTo>
                  <a:lnTo>
                    <a:pt x="3894972" y="1789723"/>
                  </a:lnTo>
                  <a:lnTo>
                    <a:pt x="3895098" y="1789723"/>
                  </a:lnTo>
                  <a:lnTo>
                    <a:pt x="3895224" y="1789723"/>
                  </a:lnTo>
                  <a:lnTo>
                    <a:pt x="3895350" y="1789723"/>
                  </a:lnTo>
                  <a:lnTo>
                    <a:pt x="3895476" y="1789723"/>
                  </a:lnTo>
                  <a:lnTo>
                    <a:pt x="3895603" y="1789723"/>
                  </a:lnTo>
                  <a:lnTo>
                    <a:pt x="3895729" y="1789723"/>
                  </a:lnTo>
                  <a:lnTo>
                    <a:pt x="3895855" y="1789723"/>
                  </a:lnTo>
                  <a:lnTo>
                    <a:pt x="3895981" y="1789723"/>
                  </a:lnTo>
                  <a:lnTo>
                    <a:pt x="3896107" y="1789723"/>
                  </a:lnTo>
                  <a:lnTo>
                    <a:pt x="3896233" y="1789723"/>
                  </a:lnTo>
                  <a:lnTo>
                    <a:pt x="3896359" y="1789723"/>
                  </a:lnTo>
                  <a:lnTo>
                    <a:pt x="3896485" y="1789723"/>
                  </a:lnTo>
                  <a:lnTo>
                    <a:pt x="3896611" y="1789723"/>
                  </a:lnTo>
                  <a:lnTo>
                    <a:pt x="3896737" y="1789723"/>
                  </a:lnTo>
                  <a:lnTo>
                    <a:pt x="3896863" y="1789723"/>
                  </a:lnTo>
                  <a:lnTo>
                    <a:pt x="3896989" y="1789723"/>
                  </a:lnTo>
                  <a:lnTo>
                    <a:pt x="3897116" y="1789723"/>
                  </a:lnTo>
                  <a:lnTo>
                    <a:pt x="3897242" y="1789723"/>
                  </a:lnTo>
                  <a:lnTo>
                    <a:pt x="3897368" y="1789723"/>
                  </a:lnTo>
                  <a:lnTo>
                    <a:pt x="3897494" y="1789723"/>
                  </a:lnTo>
                  <a:lnTo>
                    <a:pt x="3897620" y="1789723"/>
                  </a:lnTo>
                  <a:lnTo>
                    <a:pt x="3897746" y="1789723"/>
                  </a:lnTo>
                  <a:lnTo>
                    <a:pt x="3897872" y="1789723"/>
                  </a:lnTo>
                  <a:lnTo>
                    <a:pt x="3897998" y="1789723"/>
                  </a:lnTo>
                  <a:lnTo>
                    <a:pt x="3898124" y="1789723"/>
                  </a:lnTo>
                  <a:lnTo>
                    <a:pt x="3898250" y="1789723"/>
                  </a:lnTo>
                  <a:lnTo>
                    <a:pt x="3898376" y="1789723"/>
                  </a:lnTo>
                  <a:lnTo>
                    <a:pt x="3898503" y="1789723"/>
                  </a:lnTo>
                  <a:lnTo>
                    <a:pt x="3898629" y="1789723"/>
                  </a:lnTo>
                  <a:lnTo>
                    <a:pt x="3898755" y="1789723"/>
                  </a:lnTo>
                  <a:lnTo>
                    <a:pt x="3898881" y="1789723"/>
                  </a:lnTo>
                  <a:lnTo>
                    <a:pt x="3899007" y="1789723"/>
                  </a:lnTo>
                  <a:lnTo>
                    <a:pt x="3899133" y="1789723"/>
                  </a:lnTo>
                  <a:lnTo>
                    <a:pt x="3899259" y="1789723"/>
                  </a:lnTo>
                  <a:lnTo>
                    <a:pt x="3899385" y="1789723"/>
                  </a:lnTo>
                  <a:lnTo>
                    <a:pt x="3899511" y="1789723"/>
                  </a:lnTo>
                  <a:lnTo>
                    <a:pt x="3899637" y="1789723"/>
                  </a:lnTo>
                  <a:lnTo>
                    <a:pt x="3899763" y="1789723"/>
                  </a:lnTo>
                  <a:lnTo>
                    <a:pt x="3899890" y="1789723"/>
                  </a:lnTo>
                  <a:lnTo>
                    <a:pt x="3900016" y="1789723"/>
                  </a:lnTo>
                  <a:lnTo>
                    <a:pt x="3900142" y="1789723"/>
                  </a:lnTo>
                  <a:lnTo>
                    <a:pt x="3900268" y="1789723"/>
                  </a:lnTo>
                  <a:lnTo>
                    <a:pt x="3900394" y="1789723"/>
                  </a:lnTo>
                  <a:lnTo>
                    <a:pt x="3900520" y="1789723"/>
                  </a:lnTo>
                  <a:lnTo>
                    <a:pt x="3900646" y="1789723"/>
                  </a:lnTo>
                  <a:lnTo>
                    <a:pt x="3900772" y="1789723"/>
                  </a:lnTo>
                  <a:lnTo>
                    <a:pt x="3900898" y="1789723"/>
                  </a:lnTo>
                  <a:lnTo>
                    <a:pt x="3901024" y="1789723"/>
                  </a:lnTo>
                  <a:lnTo>
                    <a:pt x="3901150" y="1789723"/>
                  </a:lnTo>
                  <a:lnTo>
                    <a:pt x="3901276" y="1789723"/>
                  </a:lnTo>
                  <a:lnTo>
                    <a:pt x="3901403" y="1789723"/>
                  </a:lnTo>
                  <a:lnTo>
                    <a:pt x="3901529" y="1789723"/>
                  </a:lnTo>
                  <a:lnTo>
                    <a:pt x="3901655" y="1789723"/>
                  </a:lnTo>
                  <a:lnTo>
                    <a:pt x="3901781" y="1789723"/>
                  </a:lnTo>
                  <a:lnTo>
                    <a:pt x="3901907" y="1789723"/>
                  </a:lnTo>
                  <a:lnTo>
                    <a:pt x="3902033" y="1789723"/>
                  </a:lnTo>
                  <a:lnTo>
                    <a:pt x="3902159" y="1789723"/>
                  </a:lnTo>
                  <a:lnTo>
                    <a:pt x="3902285" y="1789723"/>
                  </a:lnTo>
                  <a:lnTo>
                    <a:pt x="3902411" y="1789723"/>
                  </a:lnTo>
                  <a:lnTo>
                    <a:pt x="3902537" y="1789723"/>
                  </a:lnTo>
                  <a:lnTo>
                    <a:pt x="3902663" y="1789723"/>
                  </a:lnTo>
                  <a:lnTo>
                    <a:pt x="3902790" y="1789723"/>
                  </a:lnTo>
                  <a:lnTo>
                    <a:pt x="3902916" y="1789723"/>
                  </a:lnTo>
                  <a:lnTo>
                    <a:pt x="3903042" y="1789723"/>
                  </a:lnTo>
                  <a:lnTo>
                    <a:pt x="3903168" y="1789723"/>
                  </a:lnTo>
                  <a:lnTo>
                    <a:pt x="3903294" y="1789723"/>
                  </a:lnTo>
                  <a:lnTo>
                    <a:pt x="3903420" y="1789723"/>
                  </a:lnTo>
                  <a:lnTo>
                    <a:pt x="3903546" y="1789723"/>
                  </a:lnTo>
                  <a:lnTo>
                    <a:pt x="3903672" y="1789723"/>
                  </a:lnTo>
                  <a:lnTo>
                    <a:pt x="3903798" y="1789723"/>
                  </a:lnTo>
                  <a:lnTo>
                    <a:pt x="3903924" y="1789723"/>
                  </a:lnTo>
                  <a:lnTo>
                    <a:pt x="3904050" y="1789723"/>
                  </a:lnTo>
                  <a:lnTo>
                    <a:pt x="3904176" y="1789723"/>
                  </a:lnTo>
                  <a:lnTo>
                    <a:pt x="3904303" y="1789723"/>
                  </a:lnTo>
                  <a:lnTo>
                    <a:pt x="3904429" y="1789723"/>
                  </a:lnTo>
                  <a:lnTo>
                    <a:pt x="3904555" y="1789723"/>
                  </a:lnTo>
                  <a:lnTo>
                    <a:pt x="3904681" y="1789723"/>
                  </a:lnTo>
                  <a:lnTo>
                    <a:pt x="3904807" y="1789723"/>
                  </a:lnTo>
                  <a:lnTo>
                    <a:pt x="3904933" y="1789723"/>
                  </a:lnTo>
                  <a:lnTo>
                    <a:pt x="3905059" y="1789723"/>
                  </a:lnTo>
                  <a:lnTo>
                    <a:pt x="3905185" y="1789723"/>
                  </a:lnTo>
                  <a:lnTo>
                    <a:pt x="3905311" y="1789723"/>
                  </a:lnTo>
                  <a:lnTo>
                    <a:pt x="3905437" y="1789723"/>
                  </a:lnTo>
                  <a:lnTo>
                    <a:pt x="3905563" y="1789723"/>
                  </a:lnTo>
                  <a:lnTo>
                    <a:pt x="3905690" y="1789723"/>
                  </a:lnTo>
                  <a:lnTo>
                    <a:pt x="3905816" y="1789723"/>
                  </a:lnTo>
                  <a:lnTo>
                    <a:pt x="3905942" y="1789723"/>
                  </a:lnTo>
                  <a:lnTo>
                    <a:pt x="3906068" y="1789723"/>
                  </a:lnTo>
                  <a:lnTo>
                    <a:pt x="3906194" y="1789723"/>
                  </a:lnTo>
                  <a:lnTo>
                    <a:pt x="3906320" y="1789723"/>
                  </a:lnTo>
                  <a:lnTo>
                    <a:pt x="3906446" y="1789723"/>
                  </a:lnTo>
                  <a:lnTo>
                    <a:pt x="3906572" y="1789723"/>
                  </a:lnTo>
                  <a:lnTo>
                    <a:pt x="3906698" y="1789723"/>
                  </a:lnTo>
                  <a:lnTo>
                    <a:pt x="3906824" y="1789723"/>
                  </a:lnTo>
                  <a:lnTo>
                    <a:pt x="3906950" y="1789723"/>
                  </a:lnTo>
                  <a:lnTo>
                    <a:pt x="3907076" y="1789723"/>
                  </a:lnTo>
                  <a:lnTo>
                    <a:pt x="3907203" y="1789723"/>
                  </a:lnTo>
                  <a:lnTo>
                    <a:pt x="3907329" y="1789723"/>
                  </a:lnTo>
                  <a:lnTo>
                    <a:pt x="3907455" y="1789723"/>
                  </a:lnTo>
                  <a:lnTo>
                    <a:pt x="3907581" y="1789723"/>
                  </a:lnTo>
                  <a:lnTo>
                    <a:pt x="3907707" y="1789723"/>
                  </a:lnTo>
                  <a:lnTo>
                    <a:pt x="3907833" y="1789723"/>
                  </a:lnTo>
                  <a:lnTo>
                    <a:pt x="3907959" y="1789723"/>
                  </a:lnTo>
                  <a:lnTo>
                    <a:pt x="3908085" y="1789723"/>
                  </a:lnTo>
                  <a:lnTo>
                    <a:pt x="3908211" y="1789723"/>
                  </a:lnTo>
                  <a:lnTo>
                    <a:pt x="3908337" y="1789723"/>
                  </a:lnTo>
                  <a:lnTo>
                    <a:pt x="3908463" y="1789723"/>
                  </a:lnTo>
                  <a:lnTo>
                    <a:pt x="3908590" y="1789723"/>
                  </a:lnTo>
                  <a:lnTo>
                    <a:pt x="3908716" y="1789723"/>
                  </a:lnTo>
                  <a:lnTo>
                    <a:pt x="3908842" y="1789723"/>
                  </a:lnTo>
                  <a:lnTo>
                    <a:pt x="3908968" y="1789723"/>
                  </a:lnTo>
                  <a:lnTo>
                    <a:pt x="3909094" y="1789723"/>
                  </a:lnTo>
                  <a:lnTo>
                    <a:pt x="3909220" y="1789723"/>
                  </a:lnTo>
                  <a:lnTo>
                    <a:pt x="3909346" y="1789723"/>
                  </a:lnTo>
                  <a:lnTo>
                    <a:pt x="3909472" y="1789723"/>
                  </a:lnTo>
                  <a:lnTo>
                    <a:pt x="3909598" y="1789723"/>
                  </a:lnTo>
                  <a:lnTo>
                    <a:pt x="3909724" y="1789723"/>
                  </a:lnTo>
                  <a:lnTo>
                    <a:pt x="3909850" y="1789723"/>
                  </a:lnTo>
                  <a:lnTo>
                    <a:pt x="3909977" y="1789723"/>
                  </a:lnTo>
                  <a:lnTo>
                    <a:pt x="3910103" y="1789723"/>
                  </a:lnTo>
                  <a:lnTo>
                    <a:pt x="3910229" y="1789723"/>
                  </a:lnTo>
                  <a:lnTo>
                    <a:pt x="3910355" y="1789723"/>
                  </a:lnTo>
                  <a:lnTo>
                    <a:pt x="3910481" y="1789723"/>
                  </a:lnTo>
                  <a:lnTo>
                    <a:pt x="3910607" y="1789723"/>
                  </a:lnTo>
                  <a:lnTo>
                    <a:pt x="3910733" y="1789723"/>
                  </a:lnTo>
                  <a:lnTo>
                    <a:pt x="3910859" y="1789723"/>
                  </a:lnTo>
                  <a:lnTo>
                    <a:pt x="3910985" y="1789723"/>
                  </a:lnTo>
                  <a:lnTo>
                    <a:pt x="3911111" y="1789723"/>
                  </a:lnTo>
                  <a:lnTo>
                    <a:pt x="3911237" y="1789723"/>
                  </a:lnTo>
                  <a:lnTo>
                    <a:pt x="3911363" y="1789723"/>
                  </a:lnTo>
                  <a:lnTo>
                    <a:pt x="3911490" y="1789723"/>
                  </a:lnTo>
                  <a:lnTo>
                    <a:pt x="3911616" y="1789723"/>
                  </a:lnTo>
                  <a:lnTo>
                    <a:pt x="3911742" y="1789723"/>
                  </a:lnTo>
                  <a:lnTo>
                    <a:pt x="3911868" y="1789723"/>
                  </a:lnTo>
                  <a:lnTo>
                    <a:pt x="3911994" y="1789723"/>
                  </a:lnTo>
                  <a:lnTo>
                    <a:pt x="3912120" y="1789723"/>
                  </a:lnTo>
                  <a:lnTo>
                    <a:pt x="3912246" y="1789723"/>
                  </a:lnTo>
                  <a:lnTo>
                    <a:pt x="3912372" y="1789723"/>
                  </a:lnTo>
                  <a:lnTo>
                    <a:pt x="3912498" y="1789723"/>
                  </a:lnTo>
                  <a:lnTo>
                    <a:pt x="3912624" y="1789723"/>
                  </a:lnTo>
                  <a:lnTo>
                    <a:pt x="3912750" y="1789723"/>
                  </a:lnTo>
                  <a:lnTo>
                    <a:pt x="3912877" y="1789723"/>
                  </a:lnTo>
                  <a:lnTo>
                    <a:pt x="3913003" y="1789723"/>
                  </a:lnTo>
                  <a:lnTo>
                    <a:pt x="3913129" y="1789723"/>
                  </a:lnTo>
                  <a:lnTo>
                    <a:pt x="3913255" y="1789723"/>
                  </a:lnTo>
                  <a:lnTo>
                    <a:pt x="3913381" y="1789723"/>
                  </a:lnTo>
                  <a:lnTo>
                    <a:pt x="3913507" y="1789723"/>
                  </a:lnTo>
                  <a:lnTo>
                    <a:pt x="3913633" y="1789723"/>
                  </a:lnTo>
                  <a:lnTo>
                    <a:pt x="3913759" y="1789723"/>
                  </a:lnTo>
                  <a:lnTo>
                    <a:pt x="3913885" y="1789723"/>
                  </a:lnTo>
                  <a:lnTo>
                    <a:pt x="3914011" y="1789723"/>
                  </a:lnTo>
                  <a:lnTo>
                    <a:pt x="3914137" y="1789723"/>
                  </a:lnTo>
                  <a:lnTo>
                    <a:pt x="3914263" y="1789723"/>
                  </a:lnTo>
                  <a:lnTo>
                    <a:pt x="3914390" y="1789723"/>
                  </a:lnTo>
                  <a:lnTo>
                    <a:pt x="3914516" y="1789723"/>
                  </a:lnTo>
                  <a:lnTo>
                    <a:pt x="3914642" y="1789723"/>
                  </a:lnTo>
                  <a:lnTo>
                    <a:pt x="3914768" y="1789723"/>
                  </a:lnTo>
                  <a:lnTo>
                    <a:pt x="3914894" y="1789723"/>
                  </a:lnTo>
                  <a:lnTo>
                    <a:pt x="3915020" y="1789723"/>
                  </a:lnTo>
                  <a:lnTo>
                    <a:pt x="3915146" y="1789723"/>
                  </a:lnTo>
                  <a:lnTo>
                    <a:pt x="3915272" y="1789723"/>
                  </a:lnTo>
                  <a:lnTo>
                    <a:pt x="3915398" y="1789723"/>
                  </a:lnTo>
                  <a:lnTo>
                    <a:pt x="3915524" y="1789723"/>
                  </a:lnTo>
                  <a:lnTo>
                    <a:pt x="3915650" y="1789723"/>
                  </a:lnTo>
                  <a:lnTo>
                    <a:pt x="3915777" y="1789723"/>
                  </a:lnTo>
                  <a:lnTo>
                    <a:pt x="3915903" y="1789723"/>
                  </a:lnTo>
                  <a:lnTo>
                    <a:pt x="3916029" y="1789723"/>
                  </a:lnTo>
                  <a:lnTo>
                    <a:pt x="3916155" y="1789723"/>
                  </a:lnTo>
                  <a:lnTo>
                    <a:pt x="3916281" y="1789723"/>
                  </a:lnTo>
                  <a:lnTo>
                    <a:pt x="3916407" y="1789723"/>
                  </a:lnTo>
                  <a:lnTo>
                    <a:pt x="3916533" y="1789723"/>
                  </a:lnTo>
                  <a:lnTo>
                    <a:pt x="3916659" y="1789723"/>
                  </a:lnTo>
                  <a:lnTo>
                    <a:pt x="3916785" y="1789723"/>
                  </a:lnTo>
                  <a:lnTo>
                    <a:pt x="3916911" y="1789723"/>
                  </a:lnTo>
                  <a:lnTo>
                    <a:pt x="3917037" y="1789723"/>
                  </a:lnTo>
                  <a:lnTo>
                    <a:pt x="3917164" y="1789723"/>
                  </a:lnTo>
                  <a:lnTo>
                    <a:pt x="3917290" y="1789723"/>
                  </a:lnTo>
                  <a:lnTo>
                    <a:pt x="3917416" y="1789723"/>
                  </a:lnTo>
                  <a:lnTo>
                    <a:pt x="3917542" y="1789723"/>
                  </a:lnTo>
                  <a:lnTo>
                    <a:pt x="3917668" y="1789723"/>
                  </a:lnTo>
                  <a:lnTo>
                    <a:pt x="3917794" y="1789723"/>
                  </a:lnTo>
                  <a:lnTo>
                    <a:pt x="3917920" y="1789723"/>
                  </a:lnTo>
                  <a:lnTo>
                    <a:pt x="3918046" y="1789723"/>
                  </a:lnTo>
                  <a:lnTo>
                    <a:pt x="3918172" y="1789723"/>
                  </a:lnTo>
                  <a:lnTo>
                    <a:pt x="3918298" y="1789723"/>
                  </a:lnTo>
                  <a:lnTo>
                    <a:pt x="3918424" y="1789723"/>
                  </a:lnTo>
                  <a:lnTo>
                    <a:pt x="3918550" y="1789723"/>
                  </a:lnTo>
                  <a:lnTo>
                    <a:pt x="3918677" y="1789723"/>
                  </a:lnTo>
                  <a:lnTo>
                    <a:pt x="3918803" y="1789723"/>
                  </a:lnTo>
                  <a:lnTo>
                    <a:pt x="3918929" y="1789723"/>
                  </a:lnTo>
                  <a:lnTo>
                    <a:pt x="3919055" y="1789723"/>
                  </a:lnTo>
                  <a:lnTo>
                    <a:pt x="3919181" y="1789723"/>
                  </a:lnTo>
                  <a:lnTo>
                    <a:pt x="3919307" y="1789723"/>
                  </a:lnTo>
                  <a:lnTo>
                    <a:pt x="3919433" y="1789723"/>
                  </a:lnTo>
                  <a:lnTo>
                    <a:pt x="3919559" y="1789723"/>
                  </a:lnTo>
                  <a:lnTo>
                    <a:pt x="3919685" y="1789723"/>
                  </a:lnTo>
                  <a:lnTo>
                    <a:pt x="3919811" y="1789723"/>
                  </a:lnTo>
                  <a:lnTo>
                    <a:pt x="3919937" y="1789723"/>
                  </a:lnTo>
                  <a:lnTo>
                    <a:pt x="3920064" y="1789723"/>
                  </a:lnTo>
                  <a:lnTo>
                    <a:pt x="3920190" y="1789723"/>
                  </a:lnTo>
                  <a:lnTo>
                    <a:pt x="3920316" y="1789723"/>
                  </a:lnTo>
                  <a:lnTo>
                    <a:pt x="3920442" y="1789723"/>
                  </a:lnTo>
                  <a:lnTo>
                    <a:pt x="3920568" y="1789723"/>
                  </a:lnTo>
                  <a:lnTo>
                    <a:pt x="3920694" y="1789723"/>
                  </a:lnTo>
                  <a:lnTo>
                    <a:pt x="3920820" y="1789723"/>
                  </a:lnTo>
                  <a:lnTo>
                    <a:pt x="3920946" y="1789723"/>
                  </a:lnTo>
                  <a:lnTo>
                    <a:pt x="3921072" y="1789723"/>
                  </a:lnTo>
                  <a:lnTo>
                    <a:pt x="3921198" y="1789723"/>
                  </a:lnTo>
                  <a:lnTo>
                    <a:pt x="3921324" y="1789723"/>
                  </a:lnTo>
                  <a:lnTo>
                    <a:pt x="3921450" y="1789723"/>
                  </a:lnTo>
                  <a:lnTo>
                    <a:pt x="3921577" y="1789723"/>
                  </a:lnTo>
                  <a:lnTo>
                    <a:pt x="3921703" y="1789723"/>
                  </a:lnTo>
                  <a:lnTo>
                    <a:pt x="3921829" y="1789723"/>
                  </a:lnTo>
                  <a:lnTo>
                    <a:pt x="3921955" y="1789723"/>
                  </a:lnTo>
                  <a:lnTo>
                    <a:pt x="3922081" y="1789723"/>
                  </a:lnTo>
                  <a:lnTo>
                    <a:pt x="3922207" y="1789723"/>
                  </a:lnTo>
                  <a:lnTo>
                    <a:pt x="3922333" y="1789723"/>
                  </a:lnTo>
                  <a:lnTo>
                    <a:pt x="3922459" y="1789723"/>
                  </a:lnTo>
                  <a:lnTo>
                    <a:pt x="3922585" y="1789723"/>
                  </a:lnTo>
                  <a:lnTo>
                    <a:pt x="3922711" y="1789723"/>
                  </a:lnTo>
                  <a:lnTo>
                    <a:pt x="3922837" y="1789723"/>
                  </a:lnTo>
                  <a:lnTo>
                    <a:pt x="3922964" y="1789723"/>
                  </a:lnTo>
                  <a:lnTo>
                    <a:pt x="3923090" y="1789723"/>
                  </a:lnTo>
                  <a:lnTo>
                    <a:pt x="3923216" y="1789723"/>
                  </a:lnTo>
                  <a:lnTo>
                    <a:pt x="3923342" y="1789723"/>
                  </a:lnTo>
                  <a:lnTo>
                    <a:pt x="3923468" y="1789723"/>
                  </a:lnTo>
                  <a:lnTo>
                    <a:pt x="3923594" y="1789723"/>
                  </a:lnTo>
                  <a:lnTo>
                    <a:pt x="3923720" y="1789723"/>
                  </a:lnTo>
                  <a:lnTo>
                    <a:pt x="3923846" y="1789723"/>
                  </a:lnTo>
                  <a:lnTo>
                    <a:pt x="3923972" y="1789723"/>
                  </a:lnTo>
                  <a:lnTo>
                    <a:pt x="3924098" y="1789723"/>
                  </a:lnTo>
                  <a:lnTo>
                    <a:pt x="3924224" y="1789723"/>
                  </a:lnTo>
                  <a:lnTo>
                    <a:pt x="3924350" y="1789723"/>
                  </a:lnTo>
                  <a:lnTo>
                    <a:pt x="3924477" y="1789723"/>
                  </a:lnTo>
                  <a:lnTo>
                    <a:pt x="3924603" y="1789723"/>
                  </a:lnTo>
                  <a:lnTo>
                    <a:pt x="3924603" y="1784444"/>
                  </a:lnTo>
                  <a:lnTo>
                    <a:pt x="3924729" y="1784444"/>
                  </a:lnTo>
                  <a:lnTo>
                    <a:pt x="3924855" y="1784444"/>
                  </a:lnTo>
                  <a:lnTo>
                    <a:pt x="3924981" y="1784444"/>
                  </a:lnTo>
                  <a:lnTo>
                    <a:pt x="3925107" y="1784444"/>
                  </a:lnTo>
                  <a:lnTo>
                    <a:pt x="3925233" y="1784444"/>
                  </a:lnTo>
                  <a:lnTo>
                    <a:pt x="3925359" y="1784444"/>
                  </a:lnTo>
                  <a:lnTo>
                    <a:pt x="3925485" y="1784444"/>
                  </a:lnTo>
                  <a:lnTo>
                    <a:pt x="3925611" y="1784444"/>
                  </a:lnTo>
                  <a:lnTo>
                    <a:pt x="3925737" y="1784444"/>
                  </a:lnTo>
                  <a:lnTo>
                    <a:pt x="3925864" y="1784444"/>
                  </a:lnTo>
                  <a:lnTo>
                    <a:pt x="3925990" y="1784444"/>
                  </a:lnTo>
                  <a:lnTo>
                    <a:pt x="3926116" y="1784444"/>
                  </a:lnTo>
                  <a:lnTo>
                    <a:pt x="3926242" y="1784444"/>
                  </a:lnTo>
                  <a:lnTo>
                    <a:pt x="3926368" y="1784444"/>
                  </a:lnTo>
                  <a:lnTo>
                    <a:pt x="3926494" y="1784444"/>
                  </a:lnTo>
                  <a:lnTo>
                    <a:pt x="3926620" y="1784444"/>
                  </a:lnTo>
                  <a:lnTo>
                    <a:pt x="3926746" y="1784444"/>
                  </a:lnTo>
                  <a:lnTo>
                    <a:pt x="3926872" y="1784444"/>
                  </a:lnTo>
                  <a:lnTo>
                    <a:pt x="3926872" y="1779164"/>
                  </a:lnTo>
                  <a:lnTo>
                    <a:pt x="3926872" y="1773885"/>
                  </a:lnTo>
                  <a:lnTo>
                    <a:pt x="3926998" y="1773885"/>
                  </a:lnTo>
                  <a:lnTo>
                    <a:pt x="3927124" y="1773885"/>
                  </a:lnTo>
                  <a:lnTo>
                    <a:pt x="3927251" y="1773885"/>
                  </a:lnTo>
                  <a:lnTo>
                    <a:pt x="3927377" y="1773885"/>
                  </a:lnTo>
                  <a:lnTo>
                    <a:pt x="3927503" y="1773885"/>
                  </a:lnTo>
                  <a:lnTo>
                    <a:pt x="3927629" y="1773885"/>
                  </a:lnTo>
                  <a:lnTo>
                    <a:pt x="3927755" y="1773885"/>
                  </a:lnTo>
                  <a:lnTo>
                    <a:pt x="3927881" y="1773885"/>
                  </a:lnTo>
                  <a:lnTo>
                    <a:pt x="3928007" y="1773885"/>
                  </a:lnTo>
                  <a:lnTo>
                    <a:pt x="3928133" y="1773885"/>
                  </a:lnTo>
                  <a:lnTo>
                    <a:pt x="3928259" y="1773885"/>
                  </a:lnTo>
                  <a:lnTo>
                    <a:pt x="3928385" y="1773885"/>
                  </a:lnTo>
                  <a:lnTo>
                    <a:pt x="3928511" y="1773885"/>
                  </a:lnTo>
                  <a:lnTo>
                    <a:pt x="3928511" y="1768606"/>
                  </a:lnTo>
                  <a:lnTo>
                    <a:pt x="3928637" y="1768606"/>
                  </a:lnTo>
                  <a:lnTo>
                    <a:pt x="3928764" y="1768606"/>
                  </a:lnTo>
                  <a:lnTo>
                    <a:pt x="3928890" y="1768606"/>
                  </a:lnTo>
                  <a:lnTo>
                    <a:pt x="3929016" y="1768606"/>
                  </a:lnTo>
                  <a:lnTo>
                    <a:pt x="3929142" y="1768606"/>
                  </a:lnTo>
                  <a:lnTo>
                    <a:pt x="3929268" y="1768606"/>
                  </a:lnTo>
                  <a:lnTo>
                    <a:pt x="3929394" y="1768606"/>
                  </a:lnTo>
                  <a:lnTo>
                    <a:pt x="3929520" y="1768606"/>
                  </a:lnTo>
                  <a:lnTo>
                    <a:pt x="3929646" y="1768606"/>
                  </a:lnTo>
                  <a:lnTo>
                    <a:pt x="3929772" y="1768606"/>
                  </a:lnTo>
                  <a:lnTo>
                    <a:pt x="3929898" y="1768606"/>
                  </a:lnTo>
                  <a:lnTo>
                    <a:pt x="3930024" y="1768606"/>
                  </a:lnTo>
                  <a:lnTo>
                    <a:pt x="3930151" y="1768606"/>
                  </a:lnTo>
                  <a:lnTo>
                    <a:pt x="3930277" y="1768606"/>
                  </a:lnTo>
                  <a:lnTo>
                    <a:pt x="3930403" y="1768606"/>
                  </a:lnTo>
                  <a:lnTo>
                    <a:pt x="3930529" y="1768606"/>
                  </a:lnTo>
                  <a:lnTo>
                    <a:pt x="3930655" y="1768606"/>
                  </a:lnTo>
                  <a:lnTo>
                    <a:pt x="3930781" y="1768606"/>
                  </a:lnTo>
                  <a:lnTo>
                    <a:pt x="3930907" y="1768606"/>
                  </a:lnTo>
                  <a:lnTo>
                    <a:pt x="3931033" y="1768606"/>
                  </a:lnTo>
                  <a:lnTo>
                    <a:pt x="3931159" y="1768606"/>
                  </a:lnTo>
                  <a:lnTo>
                    <a:pt x="3931285" y="1768606"/>
                  </a:lnTo>
                  <a:lnTo>
                    <a:pt x="3931411" y="1768606"/>
                  </a:lnTo>
                  <a:lnTo>
                    <a:pt x="3931537" y="1768606"/>
                  </a:lnTo>
                  <a:lnTo>
                    <a:pt x="3931664" y="1768606"/>
                  </a:lnTo>
                  <a:lnTo>
                    <a:pt x="3931790" y="1768606"/>
                  </a:lnTo>
                  <a:lnTo>
                    <a:pt x="3931916" y="1768606"/>
                  </a:lnTo>
                  <a:lnTo>
                    <a:pt x="3932042" y="1768606"/>
                  </a:lnTo>
                  <a:lnTo>
                    <a:pt x="3932168" y="1768606"/>
                  </a:lnTo>
                  <a:lnTo>
                    <a:pt x="3932294" y="1768606"/>
                  </a:lnTo>
                  <a:lnTo>
                    <a:pt x="3932420" y="1768606"/>
                  </a:lnTo>
                  <a:lnTo>
                    <a:pt x="3932546" y="1768606"/>
                  </a:lnTo>
                  <a:lnTo>
                    <a:pt x="3932672" y="1768606"/>
                  </a:lnTo>
                  <a:lnTo>
                    <a:pt x="3932798" y="1768606"/>
                  </a:lnTo>
                  <a:lnTo>
                    <a:pt x="3932924" y="1768606"/>
                  </a:lnTo>
                  <a:lnTo>
                    <a:pt x="3933051" y="1768606"/>
                  </a:lnTo>
                  <a:lnTo>
                    <a:pt x="3933177" y="1768606"/>
                  </a:lnTo>
                  <a:lnTo>
                    <a:pt x="3933303" y="1768606"/>
                  </a:lnTo>
                  <a:lnTo>
                    <a:pt x="3933429" y="1768606"/>
                  </a:lnTo>
                  <a:lnTo>
                    <a:pt x="3933555" y="1768606"/>
                  </a:lnTo>
                  <a:lnTo>
                    <a:pt x="3933681" y="1768606"/>
                  </a:lnTo>
                  <a:lnTo>
                    <a:pt x="3933807" y="1768606"/>
                  </a:lnTo>
                  <a:lnTo>
                    <a:pt x="3933933" y="1768606"/>
                  </a:lnTo>
                  <a:lnTo>
                    <a:pt x="3934059" y="1768606"/>
                  </a:lnTo>
                  <a:lnTo>
                    <a:pt x="3934185" y="1768606"/>
                  </a:lnTo>
                  <a:lnTo>
                    <a:pt x="3934311" y="1768606"/>
                  </a:lnTo>
                  <a:lnTo>
                    <a:pt x="3934438" y="1768606"/>
                  </a:lnTo>
                  <a:lnTo>
                    <a:pt x="3934564" y="1768606"/>
                  </a:lnTo>
                  <a:lnTo>
                    <a:pt x="3934690" y="1768606"/>
                  </a:lnTo>
                  <a:lnTo>
                    <a:pt x="3934816" y="1768606"/>
                  </a:lnTo>
                  <a:lnTo>
                    <a:pt x="3934942" y="1768606"/>
                  </a:lnTo>
                  <a:lnTo>
                    <a:pt x="3935068" y="1768606"/>
                  </a:lnTo>
                  <a:lnTo>
                    <a:pt x="3935194" y="1768606"/>
                  </a:lnTo>
                  <a:lnTo>
                    <a:pt x="3935320" y="1768606"/>
                  </a:lnTo>
                  <a:lnTo>
                    <a:pt x="3935446" y="1768606"/>
                  </a:lnTo>
                  <a:lnTo>
                    <a:pt x="3935572" y="1768606"/>
                  </a:lnTo>
                  <a:lnTo>
                    <a:pt x="3935698" y="1768606"/>
                  </a:lnTo>
                  <a:lnTo>
                    <a:pt x="3935824" y="1768606"/>
                  </a:lnTo>
                  <a:lnTo>
                    <a:pt x="3935951" y="1768606"/>
                  </a:lnTo>
                  <a:lnTo>
                    <a:pt x="3936077" y="1768606"/>
                  </a:lnTo>
                  <a:lnTo>
                    <a:pt x="3936203" y="1768606"/>
                  </a:lnTo>
                  <a:lnTo>
                    <a:pt x="3936329" y="1768606"/>
                  </a:lnTo>
                  <a:lnTo>
                    <a:pt x="3936455" y="1768606"/>
                  </a:lnTo>
                  <a:lnTo>
                    <a:pt x="3936581" y="1768606"/>
                  </a:lnTo>
                  <a:lnTo>
                    <a:pt x="3936707" y="1768606"/>
                  </a:lnTo>
                  <a:lnTo>
                    <a:pt x="3936833" y="1768606"/>
                  </a:lnTo>
                  <a:lnTo>
                    <a:pt x="3936959" y="1768606"/>
                  </a:lnTo>
                  <a:lnTo>
                    <a:pt x="3937085" y="1768606"/>
                  </a:lnTo>
                  <a:lnTo>
                    <a:pt x="3937211" y="1768606"/>
                  </a:lnTo>
                  <a:lnTo>
                    <a:pt x="3937338" y="1768606"/>
                  </a:lnTo>
                  <a:lnTo>
                    <a:pt x="3937464" y="1768606"/>
                  </a:lnTo>
                  <a:lnTo>
                    <a:pt x="3937590" y="1768606"/>
                  </a:lnTo>
                  <a:lnTo>
                    <a:pt x="3937716" y="1768606"/>
                  </a:lnTo>
                  <a:lnTo>
                    <a:pt x="3937842" y="1768606"/>
                  </a:lnTo>
                  <a:lnTo>
                    <a:pt x="3937968" y="1768606"/>
                  </a:lnTo>
                  <a:lnTo>
                    <a:pt x="3938094" y="1768606"/>
                  </a:lnTo>
                  <a:lnTo>
                    <a:pt x="3938094" y="1763326"/>
                  </a:lnTo>
                  <a:lnTo>
                    <a:pt x="3938220" y="1763326"/>
                  </a:lnTo>
                  <a:lnTo>
                    <a:pt x="3938346" y="1763326"/>
                  </a:lnTo>
                  <a:lnTo>
                    <a:pt x="3938472" y="1763326"/>
                  </a:lnTo>
                  <a:lnTo>
                    <a:pt x="3938598" y="1763326"/>
                  </a:lnTo>
                  <a:lnTo>
                    <a:pt x="3938724" y="1763326"/>
                  </a:lnTo>
                  <a:lnTo>
                    <a:pt x="3938851" y="1763326"/>
                  </a:lnTo>
                  <a:lnTo>
                    <a:pt x="3938977" y="1763326"/>
                  </a:lnTo>
                  <a:lnTo>
                    <a:pt x="3939103" y="1763326"/>
                  </a:lnTo>
                  <a:lnTo>
                    <a:pt x="3939229" y="1763326"/>
                  </a:lnTo>
                  <a:lnTo>
                    <a:pt x="3939355" y="1763326"/>
                  </a:lnTo>
                  <a:lnTo>
                    <a:pt x="3939481" y="1763326"/>
                  </a:lnTo>
                  <a:lnTo>
                    <a:pt x="3939607" y="1763326"/>
                  </a:lnTo>
                  <a:lnTo>
                    <a:pt x="3939733" y="1763326"/>
                  </a:lnTo>
                  <a:lnTo>
                    <a:pt x="3939859" y="1763326"/>
                  </a:lnTo>
                  <a:lnTo>
                    <a:pt x="3939985" y="1763326"/>
                  </a:lnTo>
                  <a:lnTo>
                    <a:pt x="3940111" y="1763326"/>
                  </a:lnTo>
                  <a:lnTo>
                    <a:pt x="3940238" y="1763326"/>
                  </a:lnTo>
                  <a:lnTo>
                    <a:pt x="3940364" y="1763326"/>
                  </a:lnTo>
                  <a:lnTo>
                    <a:pt x="3940490" y="1763326"/>
                  </a:lnTo>
                  <a:lnTo>
                    <a:pt x="3940616" y="1763326"/>
                  </a:lnTo>
                  <a:lnTo>
                    <a:pt x="3940742" y="1763326"/>
                  </a:lnTo>
                  <a:lnTo>
                    <a:pt x="3940868" y="1763326"/>
                  </a:lnTo>
                  <a:lnTo>
                    <a:pt x="3940994" y="1763326"/>
                  </a:lnTo>
                  <a:lnTo>
                    <a:pt x="3941120" y="1763326"/>
                  </a:lnTo>
                  <a:lnTo>
                    <a:pt x="3941246" y="1763326"/>
                  </a:lnTo>
                  <a:lnTo>
                    <a:pt x="3941372" y="1763326"/>
                  </a:lnTo>
                  <a:lnTo>
                    <a:pt x="3941498" y="1763326"/>
                  </a:lnTo>
                  <a:lnTo>
                    <a:pt x="3941625" y="1763326"/>
                  </a:lnTo>
                  <a:lnTo>
                    <a:pt x="3941751" y="1763326"/>
                  </a:lnTo>
                  <a:lnTo>
                    <a:pt x="3941877" y="1763326"/>
                  </a:lnTo>
                  <a:lnTo>
                    <a:pt x="3942003" y="1763326"/>
                  </a:lnTo>
                  <a:lnTo>
                    <a:pt x="3942003" y="1758047"/>
                  </a:lnTo>
                  <a:lnTo>
                    <a:pt x="3942129" y="1758047"/>
                  </a:lnTo>
                  <a:lnTo>
                    <a:pt x="3942255" y="1758047"/>
                  </a:lnTo>
                  <a:lnTo>
                    <a:pt x="3942381" y="1758047"/>
                  </a:lnTo>
                  <a:lnTo>
                    <a:pt x="3942507" y="1758047"/>
                  </a:lnTo>
                  <a:lnTo>
                    <a:pt x="3942633" y="1758047"/>
                  </a:lnTo>
                  <a:lnTo>
                    <a:pt x="3942633" y="1752767"/>
                  </a:lnTo>
                  <a:lnTo>
                    <a:pt x="3942759" y="1752767"/>
                  </a:lnTo>
                  <a:lnTo>
                    <a:pt x="3942885" y="1752767"/>
                  </a:lnTo>
                  <a:lnTo>
                    <a:pt x="3943011" y="1752767"/>
                  </a:lnTo>
                  <a:lnTo>
                    <a:pt x="3943138" y="1752767"/>
                  </a:lnTo>
                  <a:lnTo>
                    <a:pt x="3943264" y="1752767"/>
                  </a:lnTo>
                  <a:lnTo>
                    <a:pt x="3943390" y="1752767"/>
                  </a:lnTo>
                  <a:lnTo>
                    <a:pt x="3943516" y="1752767"/>
                  </a:lnTo>
                  <a:lnTo>
                    <a:pt x="3943642" y="1752767"/>
                  </a:lnTo>
                  <a:lnTo>
                    <a:pt x="3943768" y="1752767"/>
                  </a:lnTo>
                  <a:lnTo>
                    <a:pt x="3943894" y="1752767"/>
                  </a:lnTo>
                  <a:lnTo>
                    <a:pt x="3944020" y="1752767"/>
                  </a:lnTo>
                  <a:lnTo>
                    <a:pt x="3944146" y="1752767"/>
                  </a:lnTo>
                  <a:lnTo>
                    <a:pt x="3944272" y="1752767"/>
                  </a:lnTo>
                  <a:lnTo>
                    <a:pt x="3944398" y="1752767"/>
                  </a:lnTo>
                  <a:lnTo>
                    <a:pt x="3944525" y="1752767"/>
                  </a:lnTo>
                  <a:lnTo>
                    <a:pt x="3944651" y="1752767"/>
                  </a:lnTo>
                  <a:lnTo>
                    <a:pt x="3944777" y="1752767"/>
                  </a:lnTo>
                  <a:lnTo>
                    <a:pt x="3944903" y="1752767"/>
                  </a:lnTo>
                  <a:lnTo>
                    <a:pt x="3945029" y="1752767"/>
                  </a:lnTo>
                  <a:lnTo>
                    <a:pt x="3945155" y="1752767"/>
                  </a:lnTo>
                  <a:lnTo>
                    <a:pt x="3945281" y="1752767"/>
                  </a:lnTo>
                  <a:lnTo>
                    <a:pt x="3945407" y="1752767"/>
                  </a:lnTo>
                  <a:lnTo>
                    <a:pt x="3945533" y="1752767"/>
                  </a:lnTo>
                  <a:lnTo>
                    <a:pt x="3945659" y="1752767"/>
                  </a:lnTo>
                  <a:lnTo>
                    <a:pt x="3945785" y="1752767"/>
                  </a:lnTo>
                  <a:lnTo>
                    <a:pt x="3945911" y="1752767"/>
                  </a:lnTo>
                  <a:lnTo>
                    <a:pt x="3946038" y="1752767"/>
                  </a:lnTo>
                  <a:lnTo>
                    <a:pt x="3946164" y="1752767"/>
                  </a:lnTo>
                  <a:lnTo>
                    <a:pt x="3946290" y="1752767"/>
                  </a:lnTo>
                  <a:lnTo>
                    <a:pt x="3946416" y="1752767"/>
                  </a:lnTo>
                  <a:lnTo>
                    <a:pt x="3946542" y="1752767"/>
                  </a:lnTo>
                  <a:lnTo>
                    <a:pt x="3946668" y="1752767"/>
                  </a:lnTo>
                  <a:lnTo>
                    <a:pt x="3946794" y="1752767"/>
                  </a:lnTo>
                  <a:lnTo>
                    <a:pt x="3946920" y="1752767"/>
                  </a:lnTo>
                  <a:lnTo>
                    <a:pt x="3947046" y="1752767"/>
                  </a:lnTo>
                  <a:lnTo>
                    <a:pt x="3947172" y="1752767"/>
                  </a:lnTo>
                  <a:lnTo>
                    <a:pt x="3947298" y="1752767"/>
                  </a:lnTo>
                  <a:lnTo>
                    <a:pt x="3947425" y="1752767"/>
                  </a:lnTo>
                  <a:lnTo>
                    <a:pt x="3947551" y="1752767"/>
                  </a:lnTo>
                  <a:lnTo>
                    <a:pt x="3947677" y="1752767"/>
                  </a:lnTo>
                  <a:lnTo>
                    <a:pt x="3947803" y="1752767"/>
                  </a:lnTo>
                  <a:lnTo>
                    <a:pt x="3947929" y="1752767"/>
                  </a:lnTo>
                  <a:lnTo>
                    <a:pt x="3948055" y="1752767"/>
                  </a:lnTo>
                  <a:lnTo>
                    <a:pt x="3948181" y="1752767"/>
                  </a:lnTo>
                  <a:lnTo>
                    <a:pt x="3948307" y="1752767"/>
                  </a:lnTo>
                  <a:lnTo>
                    <a:pt x="3948433" y="1752767"/>
                  </a:lnTo>
                  <a:lnTo>
                    <a:pt x="3948559" y="1752767"/>
                  </a:lnTo>
                  <a:lnTo>
                    <a:pt x="3948685" y="1752767"/>
                  </a:lnTo>
                  <a:lnTo>
                    <a:pt x="3948811" y="1752767"/>
                  </a:lnTo>
                  <a:lnTo>
                    <a:pt x="3948938" y="1752767"/>
                  </a:lnTo>
                  <a:lnTo>
                    <a:pt x="3949064" y="1752767"/>
                  </a:lnTo>
                  <a:lnTo>
                    <a:pt x="3949190" y="1752767"/>
                  </a:lnTo>
                  <a:lnTo>
                    <a:pt x="3949316" y="1752767"/>
                  </a:lnTo>
                  <a:lnTo>
                    <a:pt x="3949442" y="1752767"/>
                  </a:lnTo>
                  <a:lnTo>
                    <a:pt x="3949568" y="1752767"/>
                  </a:lnTo>
                  <a:lnTo>
                    <a:pt x="3949694" y="1752767"/>
                  </a:lnTo>
                  <a:lnTo>
                    <a:pt x="3949820" y="1752767"/>
                  </a:lnTo>
                  <a:lnTo>
                    <a:pt x="3949946" y="1752767"/>
                  </a:lnTo>
                  <a:lnTo>
                    <a:pt x="3950072" y="1752767"/>
                  </a:lnTo>
                  <a:lnTo>
                    <a:pt x="3950198" y="1752767"/>
                  </a:lnTo>
                  <a:lnTo>
                    <a:pt x="3950325" y="1752767"/>
                  </a:lnTo>
                  <a:lnTo>
                    <a:pt x="3950451" y="1752767"/>
                  </a:lnTo>
                  <a:lnTo>
                    <a:pt x="3950577" y="1752767"/>
                  </a:lnTo>
                  <a:lnTo>
                    <a:pt x="3950703" y="1752767"/>
                  </a:lnTo>
                  <a:lnTo>
                    <a:pt x="3950829" y="1752767"/>
                  </a:lnTo>
                  <a:lnTo>
                    <a:pt x="3950955" y="1752767"/>
                  </a:lnTo>
                  <a:lnTo>
                    <a:pt x="3951081" y="1752767"/>
                  </a:lnTo>
                  <a:lnTo>
                    <a:pt x="3951207" y="1752767"/>
                  </a:lnTo>
                  <a:lnTo>
                    <a:pt x="3951333" y="1752767"/>
                  </a:lnTo>
                  <a:lnTo>
                    <a:pt x="3951459" y="1752767"/>
                  </a:lnTo>
                  <a:lnTo>
                    <a:pt x="3951585" y="1752767"/>
                  </a:lnTo>
                  <a:lnTo>
                    <a:pt x="3951712" y="1752767"/>
                  </a:lnTo>
                  <a:lnTo>
                    <a:pt x="3951838" y="1752767"/>
                  </a:lnTo>
                  <a:lnTo>
                    <a:pt x="3951964" y="1752767"/>
                  </a:lnTo>
                  <a:lnTo>
                    <a:pt x="3952090" y="1752767"/>
                  </a:lnTo>
                  <a:lnTo>
                    <a:pt x="3952216" y="1752767"/>
                  </a:lnTo>
                  <a:lnTo>
                    <a:pt x="3952342" y="1752767"/>
                  </a:lnTo>
                  <a:lnTo>
                    <a:pt x="3952468" y="1752767"/>
                  </a:lnTo>
                  <a:lnTo>
                    <a:pt x="3952594" y="1752767"/>
                  </a:lnTo>
                  <a:lnTo>
                    <a:pt x="3952720" y="1752767"/>
                  </a:lnTo>
                  <a:lnTo>
                    <a:pt x="3952846" y="1752767"/>
                  </a:lnTo>
                  <a:lnTo>
                    <a:pt x="3952972" y="1752767"/>
                  </a:lnTo>
                  <a:lnTo>
                    <a:pt x="3953098" y="1752767"/>
                  </a:lnTo>
                  <a:lnTo>
                    <a:pt x="3953225" y="1752767"/>
                  </a:lnTo>
                  <a:lnTo>
                    <a:pt x="3953351" y="1752767"/>
                  </a:lnTo>
                  <a:lnTo>
                    <a:pt x="3953477" y="1752767"/>
                  </a:lnTo>
                  <a:lnTo>
                    <a:pt x="3953477" y="1747488"/>
                  </a:lnTo>
                  <a:lnTo>
                    <a:pt x="3953603" y="1747488"/>
                  </a:lnTo>
                  <a:lnTo>
                    <a:pt x="3953729" y="1747488"/>
                  </a:lnTo>
                  <a:lnTo>
                    <a:pt x="3953855" y="1747488"/>
                  </a:lnTo>
                  <a:lnTo>
                    <a:pt x="3953981" y="1747488"/>
                  </a:lnTo>
                  <a:lnTo>
                    <a:pt x="3954107" y="1747488"/>
                  </a:lnTo>
                  <a:lnTo>
                    <a:pt x="3954233" y="1747488"/>
                  </a:lnTo>
                  <a:lnTo>
                    <a:pt x="3954359" y="1747488"/>
                  </a:lnTo>
                  <a:lnTo>
                    <a:pt x="3954359" y="1742209"/>
                  </a:lnTo>
                  <a:lnTo>
                    <a:pt x="3954485" y="1742209"/>
                  </a:lnTo>
                  <a:lnTo>
                    <a:pt x="3954612" y="1742209"/>
                  </a:lnTo>
                  <a:lnTo>
                    <a:pt x="3954738" y="1742209"/>
                  </a:lnTo>
                  <a:lnTo>
                    <a:pt x="3954864" y="1742209"/>
                  </a:lnTo>
                  <a:lnTo>
                    <a:pt x="3954990" y="1742209"/>
                  </a:lnTo>
                  <a:lnTo>
                    <a:pt x="3955116" y="1742209"/>
                  </a:lnTo>
                  <a:lnTo>
                    <a:pt x="3955242" y="1742209"/>
                  </a:lnTo>
                  <a:lnTo>
                    <a:pt x="3955368" y="1742209"/>
                  </a:lnTo>
                  <a:lnTo>
                    <a:pt x="3955494" y="1742209"/>
                  </a:lnTo>
                  <a:lnTo>
                    <a:pt x="3955620" y="1742209"/>
                  </a:lnTo>
                  <a:lnTo>
                    <a:pt x="3955746" y="1742209"/>
                  </a:lnTo>
                  <a:lnTo>
                    <a:pt x="3955872" y="1742209"/>
                  </a:lnTo>
                  <a:lnTo>
                    <a:pt x="3955998" y="1742209"/>
                  </a:lnTo>
                  <a:lnTo>
                    <a:pt x="3956125" y="1742209"/>
                  </a:lnTo>
                  <a:lnTo>
                    <a:pt x="3956251" y="1742209"/>
                  </a:lnTo>
                  <a:lnTo>
                    <a:pt x="3956377" y="1742209"/>
                  </a:lnTo>
                  <a:lnTo>
                    <a:pt x="3956503" y="1742209"/>
                  </a:lnTo>
                  <a:lnTo>
                    <a:pt x="3956629" y="1742209"/>
                  </a:lnTo>
                  <a:lnTo>
                    <a:pt x="3956755" y="1742209"/>
                  </a:lnTo>
                  <a:lnTo>
                    <a:pt x="3956881" y="1742209"/>
                  </a:lnTo>
                  <a:lnTo>
                    <a:pt x="3957007" y="1742209"/>
                  </a:lnTo>
                  <a:lnTo>
                    <a:pt x="3957133" y="1742209"/>
                  </a:lnTo>
                  <a:lnTo>
                    <a:pt x="3957259" y="1742209"/>
                  </a:lnTo>
                  <a:lnTo>
                    <a:pt x="3957385" y="1742209"/>
                  </a:lnTo>
                  <a:lnTo>
                    <a:pt x="3957512" y="1742209"/>
                  </a:lnTo>
                  <a:lnTo>
                    <a:pt x="3957638" y="1742209"/>
                  </a:lnTo>
                  <a:lnTo>
                    <a:pt x="3957764" y="1742209"/>
                  </a:lnTo>
                  <a:lnTo>
                    <a:pt x="3957890" y="1742209"/>
                  </a:lnTo>
                  <a:lnTo>
                    <a:pt x="3958016" y="1742209"/>
                  </a:lnTo>
                  <a:lnTo>
                    <a:pt x="3958142" y="1742209"/>
                  </a:lnTo>
                  <a:lnTo>
                    <a:pt x="3958268" y="1742209"/>
                  </a:lnTo>
                  <a:lnTo>
                    <a:pt x="3958394" y="1742209"/>
                  </a:lnTo>
                  <a:lnTo>
                    <a:pt x="3958520" y="1742209"/>
                  </a:lnTo>
                  <a:lnTo>
                    <a:pt x="3958646" y="1742209"/>
                  </a:lnTo>
                  <a:lnTo>
                    <a:pt x="3958772" y="1742209"/>
                  </a:lnTo>
                  <a:lnTo>
                    <a:pt x="3958899" y="1742209"/>
                  </a:lnTo>
                  <a:lnTo>
                    <a:pt x="3959025" y="1742209"/>
                  </a:lnTo>
                  <a:lnTo>
                    <a:pt x="3959151" y="1742209"/>
                  </a:lnTo>
                  <a:lnTo>
                    <a:pt x="3959277" y="1742209"/>
                  </a:lnTo>
                  <a:lnTo>
                    <a:pt x="3959403" y="1742209"/>
                  </a:lnTo>
                  <a:lnTo>
                    <a:pt x="3959529" y="1742209"/>
                  </a:lnTo>
                  <a:lnTo>
                    <a:pt x="3959655" y="1742209"/>
                  </a:lnTo>
                  <a:lnTo>
                    <a:pt x="3959781" y="1742209"/>
                  </a:lnTo>
                  <a:lnTo>
                    <a:pt x="3959907" y="1742209"/>
                  </a:lnTo>
                  <a:lnTo>
                    <a:pt x="3960033" y="1742209"/>
                  </a:lnTo>
                  <a:lnTo>
                    <a:pt x="3960159" y="1742209"/>
                  </a:lnTo>
                  <a:lnTo>
                    <a:pt x="3960285" y="1742209"/>
                  </a:lnTo>
                  <a:lnTo>
                    <a:pt x="3960412" y="1742209"/>
                  </a:lnTo>
                  <a:lnTo>
                    <a:pt x="3960538" y="1742209"/>
                  </a:lnTo>
                  <a:lnTo>
                    <a:pt x="3960664" y="1742209"/>
                  </a:lnTo>
                  <a:lnTo>
                    <a:pt x="3960790" y="1742209"/>
                  </a:lnTo>
                  <a:lnTo>
                    <a:pt x="3960916" y="1742209"/>
                  </a:lnTo>
                  <a:lnTo>
                    <a:pt x="3961042" y="1742209"/>
                  </a:lnTo>
                  <a:lnTo>
                    <a:pt x="3961168" y="1742209"/>
                  </a:lnTo>
                  <a:lnTo>
                    <a:pt x="3961294" y="1742209"/>
                  </a:lnTo>
                  <a:lnTo>
                    <a:pt x="3961420" y="1742209"/>
                  </a:lnTo>
                  <a:lnTo>
                    <a:pt x="3961420" y="1736929"/>
                  </a:lnTo>
                  <a:lnTo>
                    <a:pt x="3961546" y="1736929"/>
                  </a:lnTo>
                  <a:lnTo>
                    <a:pt x="3961672" y="1736929"/>
                  </a:lnTo>
                  <a:lnTo>
                    <a:pt x="3961799" y="1736929"/>
                  </a:lnTo>
                  <a:lnTo>
                    <a:pt x="3961925" y="1736929"/>
                  </a:lnTo>
                  <a:lnTo>
                    <a:pt x="3962051" y="1736929"/>
                  </a:lnTo>
                  <a:lnTo>
                    <a:pt x="3962177" y="1736929"/>
                  </a:lnTo>
                  <a:lnTo>
                    <a:pt x="3962303" y="1736929"/>
                  </a:lnTo>
                  <a:lnTo>
                    <a:pt x="3962429" y="1736929"/>
                  </a:lnTo>
                  <a:lnTo>
                    <a:pt x="3962555" y="1736929"/>
                  </a:lnTo>
                  <a:lnTo>
                    <a:pt x="3962681" y="1736929"/>
                  </a:lnTo>
                  <a:lnTo>
                    <a:pt x="3962807" y="1736929"/>
                  </a:lnTo>
                  <a:lnTo>
                    <a:pt x="3962933" y="1736929"/>
                  </a:lnTo>
                  <a:lnTo>
                    <a:pt x="3963059" y="1736929"/>
                  </a:lnTo>
                  <a:lnTo>
                    <a:pt x="3963185" y="1736929"/>
                  </a:lnTo>
                  <a:lnTo>
                    <a:pt x="3963312" y="1736929"/>
                  </a:lnTo>
                  <a:lnTo>
                    <a:pt x="3963438" y="1736929"/>
                  </a:lnTo>
                  <a:lnTo>
                    <a:pt x="3963564" y="1736929"/>
                  </a:lnTo>
                  <a:lnTo>
                    <a:pt x="3963690" y="1736929"/>
                  </a:lnTo>
                  <a:lnTo>
                    <a:pt x="3963816" y="1736929"/>
                  </a:lnTo>
                  <a:lnTo>
                    <a:pt x="3963942" y="1736929"/>
                  </a:lnTo>
                  <a:lnTo>
                    <a:pt x="3964068" y="1736929"/>
                  </a:lnTo>
                  <a:lnTo>
                    <a:pt x="3964194" y="1736929"/>
                  </a:lnTo>
                  <a:lnTo>
                    <a:pt x="3964320" y="1736929"/>
                  </a:lnTo>
                  <a:lnTo>
                    <a:pt x="3964446" y="1736929"/>
                  </a:lnTo>
                  <a:lnTo>
                    <a:pt x="3964572" y="1736929"/>
                  </a:lnTo>
                  <a:lnTo>
                    <a:pt x="3964699" y="1736929"/>
                  </a:lnTo>
                  <a:lnTo>
                    <a:pt x="3964825" y="1736929"/>
                  </a:lnTo>
                  <a:lnTo>
                    <a:pt x="3964951" y="1736929"/>
                  </a:lnTo>
                  <a:lnTo>
                    <a:pt x="3965077" y="1736929"/>
                  </a:lnTo>
                  <a:lnTo>
                    <a:pt x="3965203" y="1736929"/>
                  </a:lnTo>
                  <a:lnTo>
                    <a:pt x="3965329" y="1736929"/>
                  </a:lnTo>
                  <a:lnTo>
                    <a:pt x="3965455" y="1736929"/>
                  </a:lnTo>
                  <a:lnTo>
                    <a:pt x="3965581" y="1736929"/>
                  </a:lnTo>
                  <a:lnTo>
                    <a:pt x="3965707" y="1736929"/>
                  </a:lnTo>
                  <a:lnTo>
                    <a:pt x="3965833" y="1736929"/>
                  </a:lnTo>
                  <a:lnTo>
                    <a:pt x="3965959" y="1736929"/>
                  </a:lnTo>
                  <a:lnTo>
                    <a:pt x="3966085" y="1736929"/>
                  </a:lnTo>
                  <a:lnTo>
                    <a:pt x="3966212" y="1736929"/>
                  </a:lnTo>
                  <a:lnTo>
                    <a:pt x="3966338" y="1736929"/>
                  </a:lnTo>
                  <a:lnTo>
                    <a:pt x="3966464" y="1736929"/>
                  </a:lnTo>
                  <a:lnTo>
                    <a:pt x="3966590" y="1736929"/>
                  </a:lnTo>
                  <a:lnTo>
                    <a:pt x="3966590" y="1731650"/>
                  </a:lnTo>
                  <a:lnTo>
                    <a:pt x="3966716" y="1731650"/>
                  </a:lnTo>
                  <a:lnTo>
                    <a:pt x="3966842" y="1731650"/>
                  </a:lnTo>
                  <a:lnTo>
                    <a:pt x="3966968" y="1731650"/>
                  </a:lnTo>
                  <a:lnTo>
                    <a:pt x="3967094" y="1731650"/>
                  </a:lnTo>
                  <a:lnTo>
                    <a:pt x="3967220" y="1731650"/>
                  </a:lnTo>
                  <a:lnTo>
                    <a:pt x="3967346" y="1731650"/>
                  </a:lnTo>
                  <a:lnTo>
                    <a:pt x="3967472" y="1731650"/>
                  </a:lnTo>
                  <a:lnTo>
                    <a:pt x="3967599" y="1731650"/>
                  </a:lnTo>
                  <a:lnTo>
                    <a:pt x="3967725" y="1731650"/>
                  </a:lnTo>
                  <a:lnTo>
                    <a:pt x="3967851" y="1731650"/>
                  </a:lnTo>
                  <a:lnTo>
                    <a:pt x="3967977" y="1731650"/>
                  </a:lnTo>
                  <a:lnTo>
                    <a:pt x="3968103" y="1731650"/>
                  </a:lnTo>
                  <a:lnTo>
                    <a:pt x="3968229" y="1731650"/>
                  </a:lnTo>
                  <a:lnTo>
                    <a:pt x="3968355" y="1731650"/>
                  </a:lnTo>
                  <a:lnTo>
                    <a:pt x="3968481" y="1731650"/>
                  </a:lnTo>
                  <a:lnTo>
                    <a:pt x="3968481" y="1726370"/>
                  </a:lnTo>
                  <a:lnTo>
                    <a:pt x="3968607" y="1726370"/>
                  </a:lnTo>
                  <a:lnTo>
                    <a:pt x="3968733" y="1726370"/>
                  </a:lnTo>
                  <a:lnTo>
                    <a:pt x="3968859" y="1726370"/>
                  </a:lnTo>
                  <a:lnTo>
                    <a:pt x="3968986" y="1726370"/>
                  </a:lnTo>
                  <a:lnTo>
                    <a:pt x="3969112" y="1726370"/>
                  </a:lnTo>
                  <a:lnTo>
                    <a:pt x="3969238" y="1726370"/>
                  </a:lnTo>
                  <a:lnTo>
                    <a:pt x="3969364" y="1726370"/>
                  </a:lnTo>
                  <a:lnTo>
                    <a:pt x="3969490" y="1726370"/>
                  </a:lnTo>
                  <a:lnTo>
                    <a:pt x="3969616" y="1726370"/>
                  </a:lnTo>
                  <a:lnTo>
                    <a:pt x="3969742" y="1726370"/>
                  </a:lnTo>
                  <a:lnTo>
                    <a:pt x="3969868" y="1726370"/>
                  </a:lnTo>
                  <a:lnTo>
                    <a:pt x="3969994" y="1726370"/>
                  </a:lnTo>
                  <a:lnTo>
                    <a:pt x="3970120" y="1726370"/>
                  </a:lnTo>
                  <a:lnTo>
                    <a:pt x="3970246" y="1726370"/>
                  </a:lnTo>
                  <a:lnTo>
                    <a:pt x="3970372" y="1726370"/>
                  </a:lnTo>
                  <a:lnTo>
                    <a:pt x="3970499" y="1726370"/>
                  </a:lnTo>
                  <a:lnTo>
                    <a:pt x="3970625" y="1726370"/>
                  </a:lnTo>
                  <a:lnTo>
                    <a:pt x="3970751" y="1726370"/>
                  </a:lnTo>
                  <a:lnTo>
                    <a:pt x="3970877" y="1726370"/>
                  </a:lnTo>
                  <a:lnTo>
                    <a:pt x="3971003" y="1726370"/>
                  </a:lnTo>
                  <a:lnTo>
                    <a:pt x="3971129" y="1726370"/>
                  </a:lnTo>
                  <a:lnTo>
                    <a:pt x="3971255" y="1726370"/>
                  </a:lnTo>
                  <a:lnTo>
                    <a:pt x="3971381" y="1726370"/>
                  </a:lnTo>
                  <a:lnTo>
                    <a:pt x="3971507" y="1726370"/>
                  </a:lnTo>
                  <a:lnTo>
                    <a:pt x="3971633" y="1726370"/>
                  </a:lnTo>
                  <a:lnTo>
                    <a:pt x="3971759" y="1726370"/>
                  </a:lnTo>
                  <a:lnTo>
                    <a:pt x="3971886" y="1726370"/>
                  </a:lnTo>
                  <a:lnTo>
                    <a:pt x="3972012" y="1726370"/>
                  </a:lnTo>
                  <a:lnTo>
                    <a:pt x="3972138" y="1726370"/>
                  </a:lnTo>
                  <a:lnTo>
                    <a:pt x="3972264" y="1726370"/>
                  </a:lnTo>
                  <a:lnTo>
                    <a:pt x="3972390" y="1726370"/>
                  </a:lnTo>
                  <a:lnTo>
                    <a:pt x="3972516" y="1726370"/>
                  </a:lnTo>
                  <a:lnTo>
                    <a:pt x="3972642" y="1726370"/>
                  </a:lnTo>
                  <a:lnTo>
                    <a:pt x="3972768" y="1726370"/>
                  </a:lnTo>
                  <a:lnTo>
                    <a:pt x="3972894" y="1726370"/>
                  </a:lnTo>
                  <a:lnTo>
                    <a:pt x="3973020" y="1726370"/>
                  </a:lnTo>
                  <a:lnTo>
                    <a:pt x="3973146" y="1726370"/>
                  </a:lnTo>
                  <a:lnTo>
                    <a:pt x="3973272" y="1726370"/>
                  </a:lnTo>
                  <a:lnTo>
                    <a:pt x="3973399" y="1726370"/>
                  </a:lnTo>
                  <a:lnTo>
                    <a:pt x="3973525" y="1726370"/>
                  </a:lnTo>
                  <a:lnTo>
                    <a:pt x="3973651" y="1726370"/>
                  </a:lnTo>
                  <a:lnTo>
                    <a:pt x="3973777" y="1726370"/>
                  </a:lnTo>
                  <a:lnTo>
                    <a:pt x="3973903" y="1726370"/>
                  </a:lnTo>
                  <a:lnTo>
                    <a:pt x="3974029" y="1726370"/>
                  </a:lnTo>
                  <a:lnTo>
                    <a:pt x="3974155" y="1726370"/>
                  </a:lnTo>
                  <a:lnTo>
                    <a:pt x="3974281" y="1726370"/>
                  </a:lnTo>
                  <a:lnTo>
                    <a:pt x="3974407" y="1726370"/>
                  </a:lnTo>
                  <a:lnTo>
                    <a:pt x="3974533" y="1726370"/>
                  </a:lnTo>
                  <a:lnTo>
                    <a:pt x="3974659" y="1726370"/>
                  </a:lnTo>
                  <a:lnTo>
                    <a:pt x="3974786" y="1726370"/>
                  </a:lnTo>
                  <a:lnTo>
                    <a:pt x="3974912" y="1726370"/>
                  </a:lnTo>
                  <a:lnTo>
                    <a:pt x="3975038" y="1726370"/>
                  </a:lnTo>
                  <a:lnTo>
                    <a:pt x="3975164" y="1726370"/>
                  </a:lnTo>
                  <a:lnTo>
                    <a:pt x="3975164" y="1721091"/>
                  </a:lnTo>
                  <a:lnTo>
                    <a:pt x="3975290" y="1721091"/>
                  </a:lnTo>
                  <a:lnTo>
                    <a:pt x="3975416" y="1721091"/>
                  </a:lnTo>
                  <a:lnTo>
                    <a:pt x="3975542" y="1721091"/>
                  </a:lnTo>
                  <a:lnTo>
                    <a:pt x="3975668" y="1721091"/>
                  </a:lnTo>
                  <a:lnTo>
                    <a:pt x="3975794" y="1721091"/>
                  </a:lnTo>
                  <a:lnTo>
                    <a:pt x="3975920" y="1721091"/>
                  </a:lnTo>
                  <a:lnTo>
                    <a:pt x="3976046" y="1721091"/>
                  </a:lnTo>
                  <a:lnTo>
                    <a:pt x="3976173" y="1721091"/>
                  </a:lnTo>
                  <a:lnTo>
                    <a:pt x="3976299" y="1721091"/>
                  </a:lnTo>
                  <a:lnTo>
                    <a:pt x="3976425" y="1721091"/>
                  </a:lnTo>
                  <a:lnTo>
                    <a:pt x="3976551" y="1721091"/>
                  </a:lnTo>
                  <a:lnTo>
                    <a:pt x="3976677" y="1721091"/>
                  </a:lnTo>
                  <a:lnTo>
                    <a:pt x="3976803" y="1721091"/>
                  </a:lnTo>
                  <a:lnTo>
                    <a:pt x="3976929" y="1721091"/>
                  </a:lnTo>
                  <a:lnTo>
                    <a:pt x="3977055" y="1721091"/>
                  </a:lnTo>
                  <a:lnTo>
                    <a:pt x="3977181" y="1721091"/>
                  </a:lnTo>
                  <a:lnTo>
                    <a:pt x="3977307" y="1721091"/>
                  </a:lnTo>
                  <a:lnTo>
                    <a:pt x="3977433" y="1721091"/>
                  </a:lnTo>
                  <a:lnTo>
                    <a:pt x="3977559" y="1721091"/>
                  </a:lnTo>
                  <a:lnTo>
                    <a:pt x="3977686" y="1721091"/>
                  </a:lnTo>
                  <a:lnTo>
                    <a:pt x="3977812" y="1721091"/>
                  </a:lnTo>
                  <a:lnTo>
                    <a:pt x="3977938" y="1721091"/>
                  </a:lnTo>
                  <a:lnTo>
                    <a:pt x="3978064" y="1721091"/>
                  </a:lnTo>
                  <a:lnTo>
                    <a:pt x="3978190" y="1721091"/>
                  </a:lnTo>
                  <a:lnTo>
                    <a:pt x="3978316" y="1721091"/>
                  </a:lnTo>
                  <a:lnTo>
                    <a:pt x="3978442" y="1721091"/>
                  </a:lnTo>
                  <a:lnTo>
                    <a:pt x="3978568" y="1721091"/>
                  </a:lnTo>
                  <a:lnTo>
                    <a:pt x="3978694" y="1721091"/>
                  </a:lnTo>
                  <a:lnTo>
                    <a:pt x="3978820" y="1721091"/>
                  </a:lnTo>
                  <a:lnTo>
                    <a:pt x="3978946" y="1721091"/>
                  </a:lnTo>
                  <a:lnTo>
                    <a:pt x="3979073" y="1721091"/>
                  </a:lnTo>
                  <a:lnTo>
                    <a:pt x="3979199" y="1721091"/>
                  </a:lnTo>
                  <a:lnTo>
                    <a:pt x="3979325" y="1721091"/>
                  </a:lnTo>
                  <a:lnTo>
                    <a:pt x="3979451" y="1721091"/>
                  </a:lnTo>
                  <a:lnTo>
                    <a:pt x="3979577" y="1721091"/>
                  </a:lnTo>
                  <a:lnTo>
                    <a:pt x="3979703" y="1721091"/>
                  </a:lnTo>
                  <a:lnTo>
                    <a:pt x="3979829" y="1721091"/>
                  </a:lnTo>
                  <a:lnTo>
                    <a:pt x="3979955" y="1721091"/>
                  </a:lnTo>
                  <a:lnTo>
                    <a:pt x="3980081" y="1721091"/>
                  </a:lnTo>
                  <a:lnTo>
                    <a:pt x="3980207" y="1721091"/>
                  </a:lnTo>
                  <a:lnTo>
                    <a:pt x="3980333" y="1721091"/>
                  </a:lnTo>
                  <a:lnTo>
                    <a:pt x="3980459" y="1721091"/>
                  </a:lnTo>
                  <a:lnTo>
                    <a:pt x="3980586" y="1721091"/>
                  </a:lnTo>
                  <a:lnTo>
                    <a:pt x="3980712" y="1721091"/>
                  </a:lnTo>
                  <a:lnTo>
                    <a:pt x="3980838" y="1721091"/>
                  </a:lnTo>
                  <a:lnTo>
                    <a:pt x="3980964" y="1721091"/>
                  </a:lnTo>
                  <a:lnTo>
                    <a:pt x="3981090" y="1721091"/>
                  </a:lnTo>
                  <a:lnTo>
                    <a:pt x="3981216" y="1721091"/>
                  </a:lnTo>
                  <a:lnTo>
                    <a:pt x="3981342" y="1721091"/>
                  </a:lnTo>
                  <a:lnTo>
                    <a:pt x="3981468" y="1721091"/>
                  </a:lnTo>
                  <a:lnTo>
                    <a:pt x="3981594" y="1721091"/>
                  </a:lnTo>
                  <a:lnTo>
                    <a:pt x="3981720" y="1721091"/>
                  </a:lnTo>
                  <a:lnTo>
                    <a:pt x="3981846" y="1721091"/>
                  </a:lnTo>
                  <a:lnTo>
                    <a:pt x="3981973" y="1721091"/>
                  </a:lnTo>
                  <a:lnTo>
                    <a:pt x="3982099" y="1721091"/>
                  </a:lnTo>
                  <a:lnTo>
                    <a:pt x="3982225" y="1721091"/>
                  </a:lnTo>
                  <a:lnTo>
                    <a:pt x="3982351" y="1721091"/>
                  </a:lnTo>
                  <a:lnTo>
                    <a:pt x="3982477" y="1721091"/>
                  </a:lnTo>
                  <a:lnTo>
                    <a:pt x="3982603" y="1721091"/>
                  </a:lnTo>
                  <a:lnTo>
                    <a:pt x="3982729" y="1721091"/>
                  </a:lnTo>
                  <a:lnTo>
                    <a:pt x="3982855" y="1721091"/>
                  </a:lnTo>
                  <a:lnTo>
                    <a:pt x="3982981" y="1721091"/>
                  </a:lnTo>
                  <a:lnTo>
                    <a:pt x="3983107" y="1721091"/>
                  </a:lnTo>
                  <a:lnTo>
                    <a:pt x="3983233" y="1721091"/>
                  </a:lnTo>
                  <a:lnTo>
                    <a:pt x="3983360" y="1721091"/>
                  </a:lnTo>
                  <a:lnTo>
                    <a:pt x="3983486" y="1721091"/>
                  </a:lnTo>
                  <a:lnTo>
                    <a:pt x="3983612" y="1721091"/>
                  </a:lnTo>
                  <a:lnTo>
                    <a:pt x="3983612" y="1715811"/>
                  </a:lnTo>
                  <a:lnTo>
                    <a:pt x="3983738" y="1715811"/>
                  </a:lnTo>
                  <a:lnTo>
                    <a:pt x="3983864" y="1715811"/>
                  </a:lnTo>
                  <a:lnTo>
                    <a:pt x="3983990" y="1715811"/>
                  </a:lnTo>
                  <a:lnTo>
                    <a:pt x="3984116" y="1715811"/>
                  </a:lnTo>
                  <a:lnTo>
                    <a:pt x="3984242" y="1715811"/>
                  </a:lnTo>
                  <a:lnTo>
                    <a:pt x="3984368" y="1715811"/>
                  </a:lnTo>
                  <a:lnTo>
                    <a:pt x="3984494" y="1715811"/>
                  </a:lnTo>
                  <a:lnTo>
                    <a:pt x="3984620" y="1715811"/>
                  </a:lnTo>
                  <a:lnTo>
                    <a:pt x="3984746" y="1715811"/>
                  </a:lnTo>
                  <a:lnTo>
                    <a:pt x="3984873" y="1715811"/>
                  </a:lnTo>
                  <a:lnTo>
                    <a:pt x="3984999" y="1715811"/>
                  </a:lnTo>
                  <a:lnTo>
                    <a:pt x="3985125" y="1715811"/>
                  </a:lnTo>
                  <a:lnTo>
                    <a:pt x="3985251" y="1715811"/>
                  </a:lnTo>
                  <a:lnTo>
                    <a:pt x="3985377" y="1715811"/>
                  </a:lnTo>
                  <a:lnTo>
                    <a:pt x="3985503" y="1715811"/>
                  </a:lnTo>
                  <a:lnTo>
                    <a:pt x="3985629" y="1715811"/>
                  </a:lnTo>
                  <a:lnTo>
                    <a:pt x="3985629" y="1710532"/>
                  </a:lnTo>
                  <a:lnTo>
                    <a:pt x="3985755" y="1710532"/>
                  </a:lnTo>
                  <a:lnTo>
                    <a:pt x="3985881" y="1710532"/>
                  </a:lnTo>
                  <a:lnTo>
                    <a:pt x="3986007" y="1710532"/>
                  </a:lnTo>
                  <a:lnTo>
                    <a:pt x="3986133" y="1710532"/>
                  </a:lnTo>
                  <a:lnTo>
                    <a:pt x="3986260" y="1710532"/>
                  </a:lnTo>
                  <a:lnTo>
                    <a:pt x="3986386" y="1710532"/>
                  </a:lnTo>
                  <a:lnTo>
                    <a:pt x="3986512" y="1710532"/>
                  </a:lnTo>
                  <a:lnTo>
                    <a:pt x="3986638" y="1710532"/>
                  </a:lnTo>
                  <a:lnTo>
                    <a:pt x="3986764" y="1710532"/>
                  </a:lnTo>
                  <a:lnTo>
                    <a:pt x="3986890" y="1710532"/>
                  </a:lnTo>
                  <a:lnTo>
                    <a:pt x="3987016" y="1710532"/>
                  </a:lnTo>
                  <a:lnTo>
                    <a:pt x="3987142" y="1710532"/>
                  </a:lnTo>
                  <a:lnTo>
                    <a:pt x="3987268" y="1710532"/>
                  </a:lnTo>
                  <a:lnTo>
                    <a:pt x="3987394" y="1710532"/>
                  </a:lnTo>
                  <a:lnTo>
                    <a:pt x="3987520" y="1710532"/>
                  </a:lnTo>
                  <a:lnTo>
                    <a:pt x="3987646" y="1710532"/>
                  </a:lnTo>
                  <a:lnTo>
                    <a:pt x="3987773" y="1710532"/>
                  </a:lnTo>
                  <a:lnTo>
                    <a:pt x="3987899" y="1710532"/>
                  </a:lnTo>
                  <a:lnTo>
                    <a:pt x="3988025" y="1710532"/>
                  </a:lnTo>
                  <a:lnTo>
                    <a:pt x="3988151" y="1710532"/>
                  </a:lnTo>
                  <a:lnTo>
                    <a:pt x="3988277" y="1710532"/>
                  </a:lnTo>
                  <a:lnTo>
                    <a:pt x="3988403" y="1710532"/>
                  </a:lnTo>
                  <a:lnTo>
                    <a:pt x="3988529" y="1710532"/>
                  </a:lnTo>
                  <a:lnTo>
                    <a:pt x="3988655" y="1710532"/>
                  </a:lnTo>
                  <a:lnTo>
                    <a:pt x="3988781" y="1710532"/>
                  </a:lnTo>
                  <a:lnTo>
                    <a:pt x="3988907" y="1710532"/>
                  </a:lnTo>
                  <a:lnTo>
                    <a:pt x="3989033" y="1710532"/>
                  </a:lnTo>
                  <a:lnTo>
                    <a:pt x="3989033" y="1705253"/>
                  </a:lnTo>
                  <a:lnTo>
                    <a:pt x="3989160" y="1705253"/>
                  </a:lnTo>
                  <a:lnTo>
                    <a:pt x="3989286" y="1705253"/>
                  </a:lnTo>
                  <a:lnTo>
                    <a:pt x="3989412" y="1705253"/>
                  </a:lnTo>
                  <a:lnTo>
                    <a:pt x="3989538" y="1705253"/>
                  </a:lnTo>
                  <a:lnTo>
                    <a:pt x="3989664" y="1705253"/>
                  </a:lnTo>
                  <a:lnTo>
                    <a:pt x="3989790" y="1705253"/>
                  </a:lnTo>
                  <a:lnTo>
                    <a:pt x="3989916" y="1705253"/>
                  </a:lnTo>
                  <a:lnTo>
                    <a:pt x="3990042" y="1705253"/>
                  </a:lnTo>
                  <a:lnTo>
                    <a:pt x="3990168" y="1705253"/>
                  </a:lnTo>
                  <a:lnTo>
                    <a:pt x="3990294" y="1705253"/>
                  </a:lnTo>
                  <a:lnTo>
                    <a:pt x="3990420" y="1705253"/>
                  </a:lnTo>
                  <a:lnTo>
                    <a:pt x="3990546" y="1705253"/>
                  </a:lnTo>
                  <a:lnTo>
                    <a:pt x="3990673" y="1705253"/>
                  </a:lnTo>
                  <a:lnTo>
                    <a:pt x="3990799" y="1705253"/>
                  </a:lnTo>
                  <a:lnTo>
                    <a:pt x="3990925" y="1705253"/>
                  </a:lnTo>
                  <a:lnTo>
                    <a:pt x="3991051" y="1705253"/>
                  </a:lnTo>
                  <a:lnTo>
                    <a:pt x="3991177" y="1705253"/>
                  </a:lnTo>
                  <a:lnTo>
                    <a:pt x="3991303" y="1705253"/>
                  </a:lnTo>
                  <a:lnTo>
                    <a:pt x="3991429" y="1705253"/>
                  </a:lnTo>
                  <a:lnTo>
                    <a:pt x="3991555" y="1705253"/>
                  </a:lnTo>
                  <a:lnTo>
                    <a:pt x="3991681" y="1705253"/>
                  </a:lnTo>
                  <a:lnTo>
                    <a:pt x="3991807" y="1705253"/>
                  </a:lnTo>
                  <a:lnTo>
                    <a:pt x="3991933" y="1705253"/>
                  </a:lnTo>
                  <a:lnTo>
                    <a:pt x="3992060" y="1705253"/>
                  </a:lnTo>
                  <a:lnTo>
                    <a:pt x="3992186" y="1705253"/>
                  </a:lnTo>
                  <a:lnTo>
                    <a:pt x="3992312" y="1705253"/>
                  </a:lnTo>
                  <a:lnTo>
                    <a:pt x="3992438" y="1705253"/>
                  </a:lnTo>
                  <a:lnTo>
                    <a:pt x="3992564" y="1705253"/>
                  </a:lnTo>
                  <a:lnTo>
                    <a:pt x="3992690" y="1705253"/>
                  </a:lnTo>
                  <a:lnTo>
                    <a:pt x="3992816" y="1705253"/>
                  </a:lnTo>
                  <a:lnTo>
                    <a:pt x="3992942" y="1705253"/>
                  </a:lnTo>
                  <a:lnTo>
                    <a:pt x="3993068" y="1705253"/>
                  </a:lnTo>
                  <a:lnTo>
                    <a:pt x="3993194" y="1705253"/>
                  </a:lnTo>
                  <a:lnTo>
                    <a:pt x="3993320" y="1705253"/>
                  </a:lnTo>
                  <a:lnTo>
                    <a:pt x="3993447" y="1705253"/>
                  </a:lnTo>
                  <a:lnTo>
                    <a:pt x="3993573" y="1705253"/>
                  </a:lnTo>
                  <a:lnTo>
                    <a:pt x="3993699" y="1705253"/>
                  </a:lnTo>
                  <a:lnTo>
                    <a:pt x="3993825" y="1705253"/>
                  </a:lnTo>
                  <a:lnTo>
                    <a:pt x="3993951" y="1705253"/>
                  </a:lnTo>
                  <a:lnTo>
                    <a:pt x="3994077" y="1705253"/>
                  </a:lnTo>
                  <a:lnTo>
                    <a:pt x="3994203" y="1705253"/>
                  </a:lnTo>
                  <a:lnTo>
                    <a:pt x="3994329" y="1705253"/>
                  </a:lnTo>
                  <a:lnTo>
                    <a:pt x="3994455" y="1705253"/>
                  </a:lnTo>
                  <a:lnTo>
                    <a:pt x="3994581" y="1705253"/>
                  </a:lnTo>
                  <a:lnTo>
                    <a:pt x="3994707" y="1705253"/>
                  </a:lnTo>
                  <a:lnTo>
                    <a:pt x="3994833" y="1705253"/>
                  </a:lnTo>
                  <a:lnTo>
                    <a:pt x="3994960" y="1705253"/>
                  </a:lnTo>
                  <a:lnTo>
                    <a:pt x="3995086" y="1705253"/>
                  </a:lnTo>
                  <a:lnTo>
                    <a:pt x="3995212" y="1705253"/>
                  </a:lnTo>
                  <a:lnTo>
                    <a:pt x="3995338" y="1705253"/>
                  </a:lnTo>
                  <a:lnTo>
                    <a:pt x="3995464" y="1705253"/>
                  </a:lnTo>
                  <a:lnTo>
                    <a:pt x="3995590" y="1705253"/>
                  </a:lnTo>
                  <a:lnTo>
                    <a:pt x="3995716" y="1705253"/>
                  </a:lnTo>
                  <a:lnTo>
                    <a:pt x="3995842" y="1705253"/>
                  </a:lnTo>
                  <a:lnTo>
                    <a:pt x="3995968" y="1705253"/>
                  </a:lnTo>
                  <a:lnTo>
                    <a:pt x="3996094" y="1705253"/>
                  </a:lnTo>
                  <a:lnTo>
                    <a:pt x="3996220" y="1705253"/>
                  </a:lnTo>
                  <a:lnTo>
                    <a:pt x="3996347" y="1705253"/>
                  </a:lnTo>
                  <a:lnTo>
                    <a:pt x="3996473" y="1705253"/>
                  </a:lnTo>
                  <a:lnTo>
                    <a:pt x="3996599" y="1705253"/>
                  </a:lnTo>
                  <a:lnTo>
                    <a:pt x="3996725" y="1705253"/>
                  </a:lnTo>
                  <a:lnTo>
                    <a:pt x="3996851" y="1705253"/>
                  </a:lnTo>
                  <a:lnTo>
                    <a:pt x="3996977" y="1705253"/>
                  </a:lnTo>
                  <a:lnTo>
                    <a:pt x="3997103" y="1705253"/>
                  </a:lnTo>
                  <a:lnTo>
                    <a:pt x="3997229" y="1705253"/>
                  </a:lnTo>
                  <a:lnTo>
                    <a:pt x="3997355" y="1705253"/>
                  </a:lnTo>
                  <a:lnTo>
                    <a:pt x="3997481" y="1705253"/>
                  </a:lnTo>
                  <a:lnTo>
                    <a:pt x="3997607" y="1705253"/>
                  </a:lnTo>
                  <a:lnTo>
                    <a:pt x="3997733" y="1705253"/>
                  </a:lnTo>
                  <a:lnTo>
                    <a:pt x="3997860" y="1705253"/>
                  </a:lnTo>
                  <a:lnTo>
                    <a:pt x="3997986" y="1705253"/>
                  </a:lnTo>
                  <a:lnTo>
                    <a:pt x="3998112" y="1705253"/>
                  </a:lnTo>
                  <a:lnTo>
                    <a:pt x="3998238" y="1705253"/>
                  </a:lnTo>
                  <a:lnTo>
                    <a:pt x="3998364" y="1705253"/>
                  </a:lnTo>
                  <a:lnTo>
                    <a:pt x="3998490" y="1705253"/>
                  </a:lnTo>
                  <a:lnTo>
                    <a:pt x="3998616" y="1705253"/>
                  </a:lnTo>
                  <a:lnTo>
                    <a:pt x="3998742" y="1705253"/>
                  </a:lnTo>
                  <a:lnTo>
                    <a:pt x="3998868" y="1705253"/>
                  </a:lnTo>
                  <a:lnTo>
                    <a:pt x="3998994" y="1705253"/>
                  </a:lnTo>
                  <a:lnTo>
                    <a:pt x="3999120" y="1705253"/>
                  </a:lnTo>
                  <a:lnTo>
                    <a:pt x="3999247" y="1705253"/>
                  </a:lnTo>
                  <a:lnTo>
                    <a:pt x="3999373" y="1705253"/>
                  </a:lnTo>
                  <a:lnTo>
                    <a:pt x="3999499" y="1705253"/>
                  </a:lnTo>
                  <a:lnTo>
                    <a:pt x="3999625" y="1705253"/>
                  </a:lnTo>
                  <a:lnTo>
                    <a:pt x="3999751" y="1705253"/>
                  </a:lnTo>
                  <a:lnTo>
                    <a:pt x="3999877" y="1705253"/>
                  </a:lnTo>
                  <a:lnTo>
                    <a:pt x="4000003" y="1705253"/>
                  </a:lnTo>
                  <a:lnTo>
                    <a:pt x="4000129" y="1705253"/>
                  </a:lnTo>
                  <a:lnTo>
                    <a:pt x="4000255" y="1705253"/>
                  </a:lnTo>
                  <a:lnTo>
                    <a:pt x="4000381" y="1705253"/>
                  </a:lnTo>
                  <a:lnTo>
                    <a:pt x="4000507" y="1705253"/>
                  </a:lnTo>
                  <a:lnTo>
                    <a:pt x="4000634" y="1705253"/>
                  </a:lnTo>
                  <a:lnTo>
                    <a:pt x="4000760" y="1705253"/>
                  </a:lnTo>
                  <a:lnTo>
                    <a:pt x="4000886" y="1705253"/>
                  </a:lnTo>
                  <a:lnTo>
                    <a:pt x="4001012" y="1705253"/>
                  </a:lnTo>
                  <a:lnTo>
                    <a:pt x="4001138" y="1705253"/>
                  </a:lnTo>
                  <a:lnTo>
                    <a:pt x="4001264" y="1705253"/>
                  </a:lnTo>
                  <a:lnTo>
                    <a:pt x="4001390" y="1705253"/>
                  </a:lnTo>
                  <a:lnTo>
                    <a:pt x="4001516" y="1705253"/>
                  </a:lnTo>
                  <a:lnTo>
                    <a:pt x="4001642" y="1705253"/>
                  </a:lnTo>
                  <a:lnTo>
                    <a:pt x="4001768" y="1705253"/>
                  </a:lnTo>
                  <a:lnTo>
                    <a:pt x="4001894" y="1705253"/>
                  </a:lnTo>
                  <a:lnTo>
                    <a:pt x="4002020" y="1705253"/>
                  </a:lnTo>
                  <a:lnTo>
                    <a:pt x="4002147" y="1705253"/>
                  </a:lnTo>
                  <a:lnTo>
                    <a:pt x="4002273" y="1705253"/>
                  </a:lnTo>
                  <a:lnTo>
                    <a:pt x="4002399" y="1705253"/>
                  </a:lnTo>
                  <a:lnTo>
                    <a:pt x="4002525" y="1705253"/>
                  </a:lnTo>
                  <a:lnTo>
                    <a:pt x="4002651" y="1705253"/>
                  </a:lnTo>
                  <a:lnTo>
                    <a:pt x="4002777" y="1705253"/>
                  </a:lnTo>
                  <a:lnTo>
                    <a:pt x="4002903" y="1705253"/>
                  </a:lnTo>
                  <a:lnTo>
                    <a:pt x="4003029" y="1705253"/>
                  </a:lnTo>
                  <a:lnTo>
                    <a:pt x="4003155" y="1705253"/>
                  </a:lnTo>
                  <a:lnTo>
                    <a:pt x="4003281" y="1705253"/>
                  </a:lnTo>
                  <a:lnTo>
                    <a:pt x="4003407" y="1705253"/>
                  </a:lnTo>
                  <a:lnTo>
                    <a:pt x="4003534" y="1705253"/>
                  </a:lnTo>
                  <a:lnTo>
                    <a:pt x="4003660" y="1705253"/>
                  </a:lnTo>
                  <a:lnTo>
                    <a:pt x="4003786" y="1705253"/>
                  </a:lnTo>
                  <a:lnTo>
                    <a:pt x="4003912" y="1705253"/>
                  </a:lnTo>
                  <a:lnTo>
                    <a:pt x="4004038" y="1705253"/>
                  </a:lnTo>
                  <a:lnTo>
                    <a:pt x="4004164" y="1705253"/>
                  </a:lnTo>
                  <a:lnTo>
                    <a:pt x="4004290" y="1705253"/>
                  </a:lnTo>
                  <a:lnTo>
                    <a:pt x="4004416" y="1705253"/>
                  </a:lnTo>
                  <a:lnTo>
                    <a:pt x="4004542" y="1705253"/>
                  </a:lnTo>
                  <a:lnTo>
                    <a:pt x="4004668" y="1705253"/>
                  </a:lnTo>
                  <a:lnTo>
                    <a:pt x="4004794" y="1705253"/>
                  </a:lnTo>
                  <a:lnTo>
                    <a:pt x="4004920" y="1705253"/>
                  </a:lnTo>
                  <a:lnTo>
                    <a:pt x="4005047" y="1705253"/>
                  </a:lnTo>
                  <a:lnTo>
                    <a:pt x="4005173" y="1705253"/>
                  </a:lnTo>
                  <a:lnTo>
                    <a:pt x="4005299" y="1705253"/>
                  </a:lnTo>
                  <a:lnTo>
                    <a:pt x="4005425" y="1705253"/>
                  </a:lnTo>
                  <a:lnTo>
                    <a:pt x="4005551" y="1705253"/>
                  </a:lnTo>
                  <a:lnTo>
                    <a:pt x="4005677" y="1705253"/>
                  </a:lnTo>
                  <a:lnTo>
                    <a:pt x="4005803" y="1705253"/>
                  </a:lnTo>
                  <a:lnTo>
                    <a:pt x="4005929" y="1705253"/>
                  </a:lnTo>
                  <a:lnTo>
                    <a:pt x="4006055" y="1705253"/>
                  </a:lnTo>
                  <a:lnTo>
                    <a:pt x="4006181" y="1705253"/>
                  </a:lnTo>
                  <a:lnTo>
                    <a:pt x="4006307" y="1705253"/>
                  </a:lnTo>
                  <a:lnTo>
                    <a:pt x="4006434" y="1705253"/>
                  </a:lnTo>
                  <a:lnTo>
                    <a:pt x="4006560" y="1705253"/>
                  </a:lnTo>
                  <a:lnTo>
                    <a:pt x="4006686" y="1705253"/>
                  </a:lnTo>
                  <a:lnTo>
                    <a:pt x="4006812" y="1705253"/>
                  </a:lnTo>
                  <a:lnTo>
                    <a:pt x="4006938" y="1705253"/>
                  </a:lnTo>
                  <a:lnTo>
                    <a:pt x="4007064" y="1705253"/>
                  </a:lnTo>
                  <a:lnTo>
                    <a:pt x="4007190" y="1705253"/>
                  </a:lnTo>
                  <a:lnTo>
                    <a:pt x="4007316" y="1705253"/>
                  </a:lnTo>
                  <a:lnTo>
                    <a:pt x="4007442" y="1705253"/>
                  </a:lnTo>
                  <a:lnTo>
                    <a:pt x="4007568" y="1705253"/>
                  </a:lnTo>
                  <a:lnTo>
                    <a:pt x="4007694" y="1705253"/>
                  </a:lnTo>
                  <a:lnTo>
                    <a:pt x="4007821" y="1705253"/>
                  </a:lnTo>
                  <a:lnTo>
                    <a:pt x="4007947" y="1705253"/>
                  </a:lnTo>
                  <a:lnTo>
                    <a:pt x="4008073" y="1705253"/>
                  </a:lnTo>
                  <a:lnTo>
                    <a:pt x="4008199" y="1705253"/>
                  </a:lnTo>
                  <a:lnTo>
                    <a:pt x="4008325" y="1705253"/>
                  </a:lnTo>
                  <a:lnTo>
                    <a:pt x="4008451" y="1705253"/>
                  </a:lnTo>
                  <a:lnTo>
                    <a:pt x="4008577" y="1705253"/>
                  </a:lnTo>
                  <a:lnTo>
                    <a:pt x="4008703" y="1705253"/>
                  </a:lnTo>
                  <a:lnTo>
                    <a:pt x="4008829" y="1705253"/>
                  </a:lnTo>
                  <a:lnTo>
                    <a:pt x="4008955" y="1705253"/>
                  </a:lnTo>
                  <a:lnTo>
                    <a:pt x="4009081" y="1705253"/>
                  </a:lnTo>
                  <a:lnTo>
                    <a:pt x="4009207" y="1705253"/>
                  </a:lnTo>
                  <a:lnTo>
                    <a:pt x="4009334" y="1705253"/>
                  </a:lnTo>
                  <a:lnTo>
                    <a:pt x="4009460" y="1705253"/>
                  </a:lnTo>
                  <a:lnTo>
                    <a:pt x="4009586" y="1705253"/>
                  </a:lnTo>
                  <a:lnTo>
                    <a:pt x="4009712" y="1705253"/>
                  </a:lnTo>
                  <a:lnTo>
                    <a:pt x="4009838" y="1705253"/>
                  </a:lnTo>
                  <a:lnTo>
                    <a:pt x="4009964" y="1705253"/>
                  </a:lnTo>
                  <a:lnTo>
                    <a:pt x="4010090" y="1705253"/>
                  </a:lnTo>
                  <a:lnTo>
                    <a:pt x="4010216" y="1705253"/>
                  </a:lnTo>
                  <a:lnTo>
                    <a:pt x="4010342" y="1705253"/>
                  </a:lnTo>
                  <a:lnTo>
                    <a:pt x="4010468" y="1705253"/>
                  </a:lnTo>
                  <a:lnTo>
                    <a:pt x="4010594" y="1705253"/>
                  </a:lnTo>
                  <a:lnTo>
                    <a:pt x="4010721" y="1705253"/>
                  </a:lnTo>
                  <a:lnTo>
                    <a:pt x="4010847" y="1705253"/>
                  </a:lnTo>
                  <a:lnTo>
                    <a:pt x="4010973" y="1705253"/>
                  </a:lnTo>
                  <a:lnTo>
                    <a:pt x="4011099" y="1705253"/>
                  </a:lnTo>
                  <a:lnTo>
                    <a:pt x="4011225" y="1705253"/>
                  </a:lnTo>
                  <a:lnTo>
                    <a:pt x="4011351" y="1705253"/>
                  </a:lnTo>
                  <a:lnTo>
                    <a:pt x="4011477" y="1705253"/>
                  </a:lnTo>
                  <a:lnTo>
                    <a:pt x="4011603" y="1705253"/>
                  </a:lnTo>
                  <a:lnTo>
                    <a:pt x="4011729" y="1705253"/>
                  </a:lnTo>
                  <a:lnTo>
                    <a:pt x="4011855" y="1705253"/>
                  </a:lnTo>
                  <a:lnTo>
                    <a:pt x="4011981" y="1705253"/>
                  </a:lnTo>
                  <a:lnTo>
                    <a:pt x="4012107" y="1705253"/>
                  </a:lnTo>
                  <a:lnTo>
                    <a:pt x="4012234" y="1705253"/>
                  </a:lnTo>
                  <a:lnTo>
                    <a:pt x="4012360" y="1705253"/>
                  </a:lnTo>
                  <a:lnTo>
                    <a:pt x="4012486" y="1705253"/>
                  </a:lnTo>
                  <a:lnTo>
                    <a:pt x="4012612" y="1705253"/>
                  </a:lnTo>
                  <a:lnTo>
                    <a:pt x="4012738" y="1705253"/>
                  </a:lnTo>
                  <a:lnTo>
                    <a:pt x="4012864" y="1705253"/>
                  </a:lnTo>
                  <a:lnTo>
                    <a:pt x="4012990" y="1705253"/>
                  </a:lnTo>
                  <a:lnTo>
                    <a:pt x="4013116" y="1705253"/>
                  </a:lnTo>
                  <a:lnTo>
                    <a:pt x="4013242" y="1705253"/>
                  </a:lnTo>
                  <a:lnTo>
                    <a:pt x="4013368" y="1705253"/>
                  </a:lnTo>
                  <a:lnTo>
                    <a:pt x="4013494" y="1705253"/>
                  </a:lnTo>
                  <a:lnTo>
                    <a:pt x="4013621" y="1705253"/>
                  </a:lnTo>
                  <a:lnTo>
                    <a:pt x="4013747" y="1705253"/>
                  </a:lnTo>
                  <a:lnTo>
                    <a:pt x="4013873" y="1705253"/>
                  </a:lnTo>
                  <a:lnTo>
                    <a:pt x="4013999" y="1705253"/>
                  </a:lnTo>
                  <a:lnTo>
                    <a:pt x="4014125" y="1705253"/>
                  </a:lnTo>
                  <a:lnTo>
                    <a:pt x="4014251" y="1705253"/>
                  </a:lnTo>
                  <a:lnTo>
                    <a:pt x="4014377" y="1705253"/>
                  </a:lnTo>
                  <a:lnTo>
                    <a:pt x="4014503" y="1705253"/>
                  </a:lnTo>
                  <a:lnTo>
                    <a:pt x="4014629" y="1705253"/>
                  </a:lnTo>
                  <a:lnTo>
                    <a:pt x="4014755" y="1705253"/>
                  </a:lnTo>
                  <a:lnTo>
                    <a:pt x="4014881" y="1705253"/>
                  </a:lnTo>
                  <a:lnTo>
                    <a:pt x="4015007" y="1705253"/>
                  </a:lnTo>
                  <a:lnTo>
                    <a:pt x="4015134" y="1705253"/>
                  </a:lnTo>
                  <a:lnTo>
                    <a:pt x="4015260" y="1705253"/>
                  </a:lnTo>
                  <a:lnTo>
                    <a:pt x="4015386" y="1705253"/>
                  </a:lnTo>
                  <a:lnTo>
                    <a:pt x="4015512" y="1705253"/>
                  </a:lnTo>
                  <a:lnTo>
                    <a:pt x="4015638" y="1705253"/>
                  </a:lnTo>
                  <a:lnTo>
                    <a:pt x="4015764" y="1705253"/>
                  </a:lnTo>
                  <a:lnTo>
                    <a:pt x="4015890" y="1705253"/>
                  </a:lnTo>
                  <a:lnTo>
                    <a:pt x="4016016" y="1705253"/>
                  </a:lnTo>
                  <a:lnTo>
                    <a:pt x="4016142" y="1705253"/>
                  </a:lnTo>
                  <a:lnTo>
                    <a:pt x="4016268" y="1705253"/>
                  </a:lnTo>
                  <a:lnTo>
                    <a:pt x="4016394" y="1705253"/>
                  </a:lnTo>
                  <a:lnTo>
                    <a:pt x="4016521" y="1705253"/>
                  </a:lnTo>
                  <a:lnTo>
                    <a:pt x="4016647" y="1705253"/>
                  </a:lnTo>
                  <a:lnTo>
                    <a:pt x="4016773" y="1705253"/>
                  </a:lnTo>
                  <a:lnTo>
                    <a:pt x="4016899" y="1705253"/>
                  </a:lnTo>
                  <a:lnTo>
                    <a:pt x="4017025" y="1705253"/>
                  </a:lnTo>
                  <a:lnTo>
                    <a:pt x="4017151" y="1705253"/>
                  </a:lnTo>
                  <a:lnTo>
                    <a:pt x="4017277" y="1705253"/>
                  </a:lnTo>
                  <a:lnTo>
                    <a:pt x="4017403" y="1705253"/>
                  </a:lnTo>
                  <a:lnTo>
                    <a:pt x="4017529" y="1705253"/>
                  </a:lnTo>
                  <a:lnTo>
                    <a:pt x="4017655" y="1705253"/>
                  </a:lnTo>
                  <a:lnTo>
                    <a:pt x="4017781" y="1705253"/>
                  </a:lnTo>
                  <a:lnTo>
                    <a:pt x="4017908" y="1705253"/>
                  </a:lnTo>
                  <a:lnTo>
                    <a:pt x="4018034" y="1705253"/>
                  </a:lnTo>
                  <a:lnTo>
                    <a:pt x="4018160" y="1705253"/>
                  </a:lnTo>
                  <a:lnTo>
                    <a:pt x="4018286" y="1705253"/>
                  </a:lnTo>
                  <a:lnTo>
                    <a:pt x="4018412" y="1705253"/>
                  </a:lnTo>
                  <a:lnTo>
                    <a:pt x="4018538" y="1705253"/>
                  </a:lnTo>
                  <a:lnTo>
                    <a:pt x="4018664" y="1705253"/>
                  </a:lnTo>
                  <a:lnTo>
                    <a:pt x="4018790" y="1705253"/>
                  </a:lnTo>
                  <a:lnTo>
                    <a:pt x="4018916" y="1705253"/>
                  </a:lnTo>
                  <a:lnTo>
                    <a:pt x="4019042" y="1705253"/>
                  </a:lnTo>
                  <a:lnTo>
                    <a:pt x="4019168" y="1705253"/>
                  </a:lnTo>
                  <a:lnTo>
                    <a:pt x="4019294" y="1705253"/>
                  </a:lnTo>
                  <a:lnTo>
                    <a:pt x="4019421" y="1705253"/>
                  </a:lnTo>
                  <a:lnTo>
                    <a:pt x="4019547" y="1705253"/>
                  </a:lnTo>
                  <a:lnTo>
                    <a:pt x="4019673" y="1705253"/>
                  </a:lnTo>
                  <a:lnTo>
                    <a:pt x="4019799" y="1705253"/>
                  </a:lnTo>
                  <a:lnTo>
                    <a:pt x="4019925" y="1705253"/>
                  </a:lnTo>
                  <a:lnTo>
                    <a:pt x="4020051" y="1705253"/>
                  </a:lnTo>
                  <a:lnTo>
                    <a:pt x="4020177" y="1705253"/>
                  </a:lnTo>
                  <a:lnTo>
                    <a:pt x="4020303" y="1705253"/>
                  </a:lnTo>
                  <a:lnTo>
                    <a:pt x="4020429" y="1705253"/>
                  </a:lnTo>
                  <a:lnTo>
                    <a:pt x="4020555" y="1705253"/>
                  </a:lnTo>
                  <a:lnTo>
                    <a:pt x="4020681" y="1705253"/>
                  </a:lnTo>
                  <a:lnTo>
                    <a:pt x="4020808" y="1705253"/>
                  </a:lnTo>
                  <a:lnTo>
                    <a:pt x="4020934" y="1705253"/>
                  </a:lnTo>
                  <a:lnTo>
                    <a:pt x="4021060" y="1705253"/>
                  </a:lnTo>
                  <a:lnTo>
                    <a:pt x="4021186" y="1705253"/>
                  </a:lnTo>
                  <a:lnTo>
                    <a:pt x="4021312" y="1705253"/>
                  </a:lnTo>
                  <a:lnTo>
                    <a:pt x="4021438" y="1705253"/>
                  </a:lnTo>
                  <a:lnTo>
                    <a:pt x="4021564" y="1705253"/>
                  </a:lnTo>
                  <a:lnTo>
                    <a:pt x="4021690" y="1705253"/>
                  </a:lnTo>
                  <a:lnTo>
                    <a:pt x="4021816" y="1705253"/>
                  </a:lnTo>
                  <a:lnTo>
                    <a:pt x="4021942" y="1705253"/>
                  </a:lnTo>
                  <a:lnTo>
                    <a:pt x="4022068" y="1705253"/>
                  </a:lnTo>
                  <a:lnTo>
                    <a:pt x="4022194" y="1705253"/>
                  </a:lnTo>
                  <a:lnTo>
                    <a:pt x="4022321" y="1705253"/>
                  </a:lnTo>
                  <a:lnTo>
                    <a:pt x="4022447" y="1705253"/>
                  </a:lnTo>
                  <a:lnTo>
                    <a:pt x="4022447" y="1699973"/>
                  </a:lnTo>
                  <a:lnTo>
                    <a:pt x="4022573" y="1699973"/>
                  </a:lnTo>
                  <a:lnTo>
                    <a:pt x="4022699" y="1699973"/>
                  </a:lnTo>
                  <a:lnTo>
                    <a:pt x="4022825" y="1699973"/>
                  </a:lnTo>
                  <a:lnTo>
                    <a:pt x="4022951" y="1699973"/>
                  </a:lnTo>
                  <a:lnTo>
                    <a:pt x="4023077" y="1699973"/>
                  </a:lnTo>
                  <a:lnTo>
                    <a:pt x="4023203" y="1699973"/>
                  </a:lnTo>
                  <a:lnTo>
                    <a:pt x="4023329" y="1699973"/>
                  </a:lnTo>
                  <a:lnTo>
                    <a:pt x="4023455" y="1699973"/>
                  </a:lnTo>
                  <a:lnTo>
                    <a:pt x="4023581" y="1699973"/>
                  </a:lnTo>
                  <a:lnTo>
                    <a:pt x="4023708" y="1699973"/>
                  </a:lnTo>
                  <a:lnTo>
                    <a:pt x="4023834" y="1699973"/>
                  </a:lnTo>
                  <a:lnTo>
                    <a:pt x="4023960" y="1699973"/>
                  </a:lnTo>
                  <a:lnTo>
                    <a:pt x="4024086" y="1699973"/>
                  </a:lnTo>
                  <a:lnTo>
                    <a:pt x="4024212" y="1699973"/>
                  </a:lnTo>
                  <a:lnTo>
                    <a:pt x="4024338" y="1699973"/>
                  </a:lnTo>
                  <a:lnTo>
                    <a:pt x="4024464" y="1699973"/>
                  </a:lnTo>
                  <a:lnTo>
                    <a:pt x="4024590" y="1699973"/>
                  </a:lnTo>
                  <a:lnTo>
                    <a:pt x="4024716" y="1699973"/>
                  </a:lnTo>
                  <a:lnTo>
                    <a:pt x="4024842" y="1699973"/>
                  </a:lnTo>
                  <a:lnTo>
                    <a:pt x="4024968" y="1699973"/>
                  </a:lnTo>
                  <a:lnTo>
                    <a:pt x="4025095" y="1699973"/>
                  </a:lnTo>
                  <a:lnTo>
                    <a:pt x="4025221" y="1699973"/>
                  </a:lnTo>
                  <a:lnTo>
                    <a:pt x="4025347" y="1699973"/>
                  </a:lnTo>
                  <a:lnTo>
                    <a:pt x="4025473" y="1699973"/>
                  </a:lnTo>
                  <a:lnTo>
                    <a:pt x="4025599" y="1699973"/>
                  </a:lnTo>
                  <a:lnTo>
                    <a:pt x="4025725" y="1699973"/>
                  </a:lnTo>
                  <a:lnTo>
                    <a:pt x="4025851" y="1699973"/>
                  </a:lnTo>
                  <a:lnTo>
                    <a:pt x="4025977" y="1699973"/>
                  </a:lnTo>
                  <a:lnTo>
                    <a:pt x="4026103" y="1699973"/>
                  </a:lnTo>
                  <a:lnTo>
                    <a:pt x="4026229" y="1699973"/>
                  </a:lnTo>
                  <a:lnTo>
                    <a:pt x="4026355" y="1699973"/>
                  </a:lnTo>
                  <a:lnTo>
                    <a:pt x="4026481" y="1699973"/>
                  </a:lnTo>
                  <a:lnTo>
                    <a:pt x="4026608" y="1699973"/>
                  </a:lnTo>
                  <a:lnTo>
                    <a:pt x="4026734" y="1699973"/>
                  </a:lnTo>
                  <a:lnTo>
                    <a:pt x="4026860" y="1699973"/>
                  </a:lnTo>
                  <a:lnTo>
                    <a:pt x="4026986" y="1699973"/>
                  </a:lnTo>
                  <a:lnTo>
                    <a:pt x="4027112" y="1699973"/>
                  </a:lnTo>
                  <a:lnTo>
                    <a:pt x="4027238" y="1699973"/>
                  </a:lnTo>
                  <a:lnTo>
                    <a:pt x="4027364" y="1699973"/>
                  </a:lnTo>
                  <a:lnTo>
                    <a:pt x="4027490" y="1699973"/>
                  </a:lnTo>
                  <a:lnTo>
                    <a:pt x="4027616" y="1699973"/>
                  </a:lnTo>
                  <a:lnTo>
                    <a:pt x="4027742" y="1699973"/>
                  </a:lnTo>
                  <a:lnTo>
                    <a:pt x="4027868" y="1699973"/>
                  </a:lnTo>
                  <a:lnTo>
                    <a:pt x="4027995" y="1699973"/>
                  </a:lnTo>
                  <a:lnTo>
                    <a:pt x="4028121" y="1699973"/>
                  </a:lnTo>
                  <a:lnTo>
                    <a:pt x="4028247" y="1699973"/>
                  </a:lnTo>
                  <a:lnTo>
                    <a:pt x="4028373" y="1699973"/>
                  </a:lnTo>
                  <a:lnTo>
                    <a:pt x="4028499" y="1699973"/>
                  </a:lnTo>
                  <a:lnTo>
                    <a:pt x="4028625" y="1699973"/>
                  </a:lnTo>
                  <a:lnTo>
                    <a:pt x="4028751" y="1699973"/>
                  </a:lnTo>
                  <a:lnTo>
                    <a:pt x="4028877" y="1699973"/>
                  </a:lnTo>
                  <a:lnTo>
                    <a:pt x="4029003" y="1699973"/>
                  </a:lnTo>
                  <a:lnTo>
                    <a:pt x="4029129" y="1699973"/>
                  </a:lnTo>
                  <a:lnTo>
                    <a:pt x="4029255" y="1699973"/>
                  </a:lnTo>
                  <a:lnTo>
                    <a:pt x="4029381" y="1699973"/>
                  </a:lnTo>
                  <a:lnTo>
                    <a:pt x="4029508" y="1699973"/>
                  </a:lnTo>
                  <a:lnTo>
                    <a:pt x="4029508" y="1694694"/>
                  </a:lnTo>
                  <a:lnTo>
                    <a:pt x="4029634" y="1694694"/>
                  </a:lnTo>
                  <a:lnTo>
                    <a:pt x="4029760" y="1694694"/>
                  </a:lnTo>
                  <a:lnTo>
                    <a:pt x="4029886" y="1694694"/>
                  </a:lnTo>
                  <a:lnTo>
                    <a:pt x="4030012" y="1694694"/>
                  </a:lnTo>
                  <a:lnTo>
                    <a:pt x="4030138" y="1694694"/>
                  </a:lnTo>
                  <a:lnTo>
                    <a:pt x="4030264" y="1694694"/>
                  </a:lnTo>
                  <a:lnTo>
                    <a:pt x="4030390" y="1694694"/>
                  </a:lnTo>
                  <a:lnTo>
                    <a:pt x="4030516" y="1694694"/>
                  </a:lnTo>
                  <a:lnTo>
                    <a:pt x="4030642" y="1694694"/>
                  </a:lnTo>
                  <a:lnTo>
                    <a:pt x="4030768" y="1694694"/>
                  </a:lnTo>
                  <a:lnTo>
                    <a:pt x="4030895" y="1694694"/>
                  </a:lnTo>
                  <a:lnTo>
                    <a:pt x="4031021" y="1694694"/>
                  </a:lnTo>
                  <a:lnTo>
                    <a:pt x="4031147" y="1694694"/>
                  </a:lnTo>
                  <a:lnTo>
                    <a:pt x="4031273" y="1694694"/>
                  </a:lnTo>
                  <a:lnTo>
                    <a:pt x="4031399" y="1694694"/>
                  </a:lnTo>
                  <a:lnTo>
                    <a:pt x="4031525" y="1694694"/>
                  </a:lnTo>
                  <a:lnTo>
                    <a:pt x="4031651" y="1694694"/>
                  </a:lnTo>
                  <a:lnTo>
                    <a:pt x="4031777" y="1694694"/>
                  </a:lnTo>
                  <a:lnTo>
                    <a:pt x="4031903" y="1694694"/>
                  </a:lnTo>
                  <a:lnTo>
                    <a:pt x="4032029" y="1694694"/>
                  </a:lnTo>
                  <a:lnTo>
                    <a:pt x="4032155" y="1694694"/>
                  </a:lnTo>
                  <a:lnTo>
                    <a:pt x="4032281" y="1694694"/>
                  </a:lnTo>
                  <a:lnTo>
                    <a:pt x="4032408" y="1694694"/>
                  </a:lnTo>
                  <a:lnTo>
                    <a:pt x="4032534" y="1694694"/>
                  </a:lnTo>
                  <a:lnTo>
                    <a:pt x="4032660" y="1694694"/>
                  </a:lnTo>
                  <a:lnTo>
                    <a:pt x="4032786" y="1694694"/>
                  </a:lnTo>
                  <a:lnTo>
                    <a:pt x="4032912" y="1694694"/>
                  </a:lnTo>
                  <a:lnTo>
                    <a:pt x="4033038" y="1694694"/>
                  </a:lnTo>
                  <a:lnTo>
                    <a:pt x="4033164" y="1694694"/>
                  </a:lnTo>
                  <a:lnTo>
                    <a:pt x="4033290" y="1694694"/>
                  </a:lnTo>
                  <a:lnTo>
                    <a:pt x="4033416" y="1694694"/>
                  </a:lnTo>
                  <a:lnTo>
                    <a:pt x="4033542" y="1694694"/>
                  </a:lnTo>
                  <a:lnTo>
                    <a:pt x="4033668" y="1694694"/>
                  </a:lnTo>
                  <a:lnTo>
                    <a:pt x="4033795" y="1694694"/>
                  </a:lnTo>
                  <a:lnTo>
                    <a:pt x="4033921" y="1694694"/>
                  </a:lnTo>
                  <a:lnTo>
                    <a:pt x="4034047" y="1694694"/>
                  </a:lnTo>
                  <a:lnTo>
                    <a:pt x="4034173" y="1694694"/>
                  </a:lnTo>
                  <a:lnTo>
                    <a:pt x="4034299" y="1694694"/>
                  </a:lnTo>
                  <a:lnTo>
                    <a:pt x="4034425" y="1694694"/>
                  </a:lnTo>
                  <a:lnTo>
                    <a:pt x="4034551" y="1694694"/>
                  </a:lnTo>
                  <a:lnTo>
                    <a:pt x="4034677" y="1694694"/>
                  </a:lnTo>
                  <a:lnTo>
                    <a:pt x="4034803" y="1694694"/>
                  </a:lnTo>
                  <a:lnTo>
                    <a:pt x="4034929" y="1694694"/>
                  </a:lnTo>
                  <a:lnTo>
                    <a:pt x="4035055" y="1694694"/>
                  </a:lnTo>
                  <a:lnTo>
                    <a:pt x="4035182" y="1694694"/>
                  </a:lnTo>
                  <a:lnTo>
                    <a:pt x="4035308" y="1694694"/>
                  </a:lnTo>
                  <a:lnTo>
                    <a:pt x="4035434" y="1694694"/>
                  </a:lnTo>
                  <a:lnTo>
                    <a:pt x="4035560" y="1694694"/>
                  </a:lnTo>
                  <a:lnTo>
                    <a:pt x="4035686" y="1694694"/>
                  </a:lnTo>
                  <a:lnTo>
                    <a:pt x="4035812" y="1694694"/>
                  </a:lnTo>
                  <a:lnTo>
                    <a:pt x="4035938" y="1694694"/>
                  </a:lnTo>
                  <a:lnTo>
                    <a:pt x="4036064" y="1694694"/>
                  </a:lnTo>
                  <a:lnTo>
                    <a:pt x="4036190" y="1694694"/>
                  </a:lnTo>
                  <a:lnTo>
                    <a:pt x="4036316" y="1694694"/>
                  </a:lnTo>
                  <a:lnTo>
                    <a:pt x="4036442" y="1694694"/>
                  </a:lnTo>
                  <a:lnTo>
                    <a:pt x="4036568" y="1694694"/>
                  </a:lnTo>
                  <a:lnTo>
                    <a:pt x="4036695" y="1694694"/>
                  </a:lnTo>
                  <a:lnTo>
                    <a:pt x="4036821" y="1694694"/>
                  </a:lnTo>
                  <a:lnTo>
                    <a:pt x="4036947" y="1694694"/>
                  </a:lnTo>
                  <a:lnTo>
                    <a:pt x="4037073" y="1694694"/>
                  </a:lnTo>
                  <a:lnTo>
                    <a:pt x="4037199" y="1694694"/>
                  </a:lnTo>
                  <a:lnTo>
                    <a:pt x="4037325" y="1694694"/>
                  </a:lnTo>
                  <a:lnTo>
                    <a:pt x="4037451" y="1694694"/>
                  </a:lnTo>
                  <a:lnTo>
                    <a:pt x="4037577" y="1694694"/>
                  </a:lnTo>
                  <a:lnTo>
                    <a:pt x="4037703" y="1694694"/>
                  </a:lnTo>
                  <a:lnTo>
                    <a:pt x="4037829" y="1694694"/>
                  </a:lnTo>
                  <a:lnTo>
                    <a:pt x="4037955" y="1694694"/>
                  </a:lnTo>
                  <a:lnTo>
                    <a:pt x="4038082" y="1694694"/>
                  </a:lnTo>
                  <a:lnTo>
                    <a:pt x="4038208" y="1694694"/>
                  </a:lnTo>
                  <a:lnTo>
                    <a:pt x="4038334" y="1694694"/>
                  </a:lnTo>
                  <a:lnTo>
                    <a:pt x="4038460" y="1694694"/>
                  </a:lnTo>
                  <a:lnTo>
                    <a:pt x="4038586" y="1694694"/>
                  </a:lnTo>
                  <a:lnTo>
                    <a:pt x="4038712" y="1694694"/>
                  </a:lnTo>
                  <a:lnTo>
                    <a:pt x="4038838" y="1694694"/>
                  </a:lnTo>
                  <a:lnTo>
                    <a:pt x="4038964" y="1694694"/>
                  </a:lnTo>
                  <a:lnTo>
                    <a:pt x="4039090" y="1694694"/>
                  </a:lnTo>
                  <a:lnTo>
                    <a:pt x="4039216" y="1694694"/>
                  </a:lnTo>
                  <a:lnTo>
                    <a:pt x="4039342" y="1694694"/>
                  </a:lnTo>
                  <a:lnTo>
                    <a:pt x="4039468" y="1694694"/>
                  </a:lnTo>
                  <a:lnTo>
                    <a:pt x="4039595" y="1694694"/>
                  </a:lnTo>
                  <a:lnTo>
                    <a:pt x="4039721" y="1694694"/>
                  </a:lnTo>
                  <a:lnTo>
                    <a:pt x="4039847" y="1694694"/>
                  </a:lnTo>
                  <a:lnTo>
                    <a:pt x="4039973" y="1694694"/>
                  </a:lnTo>
                  <a:lnTo>
                    <a:pt x="4040099" y="1694694"/>
                  </a:lnTo>
                  <a:lnTo>
                    <a:pt x="4040225" y="1694694"/>
                  </a:lnTo>
                  <a:lnTo>
                    <a:pt x="4040351" y="1694694"/>
                  </a:lnTo>
                  <a:lnTo>
                    <a:pt x="4040477" y="1694694"/>
                  </a:lnTo>
                  <a:lnTo>
                    <a:pt x="4040603" y="1694694"/>
                  </a:lnTo>
                  <a:lnTo>
                    <a:pt x="4040729" y="1694694"/>
                  </a:lnTo>
                  <a:lnTo>
                    <a:pt x="4040855" y="1694694"/>
                  </a:lnTo>
                  <a:lnTo>
                    <a:pt x="4040982" y="1694694"/>
                  </a:lnTo>
                  <a:lnTo>
                    <a:pt x="4041108" y="1694694"/>
                  </a:lnTo>
                  <a:lnTo>
                    <a:pt x="4041234" y="1694694"/>
                  </a:lnTo>
                  <a:lnTo>
                    <a:pt x="4041360" y="1694694"/>
                  </a:lnTo>
                  <a:lnTo>
                    <a:pt x="4041486" y="1694694"/>
                  </a:lnTo>
                  <a:lnTo>
                    <a:pt x="4041612" y="1694694"/>
                  </a:lnTo>
                  <a:lnTo>
                    <a:pt x="4041738" y="1694694"/>
                  </a:lnTo>
                  <a:lnTo>
                    <a:pt x="4041864" y="1694694"/>
                  </a:lnTo>
                  <a:lnTo>
                    <a:pt x="4041990" y="1694694"/>
                  </a:lnTo>
                  <a:lnTo>
                    <a:pt x="4042116" y="1694694"/>
                  </a:lnTo>
                  <a:lnTo>
                    <a:pt x="4042242" y="1694694"/>
                  </a:lnTo>
                  <a:lnTo>
                    <a:pt x="4042369" y="1694694"/>
                  </a:lnTo>
                  <a:lnTo>
                    <a:pt x="4042495" y="1694694"/>
                  </a:lnTo>
                  <a:lnTo>
                    <a:pt x="4042621" y="1694694"/>
                  </a:lnTo>
                  <a:lnTo>
                    <a:pt x="4042747" y="1694694"/>
                  </a:lnTo>
                  <a:lnTo>
                    <a:pt x="4042873" y="1694694"/>
                  </a:lnTo>
                  <a:lnTo>
                    <a:pt x="4042999" y="1694694"/>
                  </a:lnTo>
                  <a:lnTo>
                    <a:pt x="4043125" y="1694694"/>
                  </a:lnTo>
                  <a:lnTo>
                    <a:pt x="4043251" y="1694694"/>
                  </a:lnTo>
                  <a:lnTo>
                    <a:pt x="4043377" y="1694694"/>
                  </a:lnTo>
                  <a:lnTo>
                    <a:pt x="4043503" y="1694694"/>
                  </a:lnTo>
                  <a:lnTo>
                    <a:pt x="4043629" y="1694694"/>
                  </a:lnTo>
                  <a:lnTo>
                    <a:pt x="4043755" y="1694694"/>
                  </a:lnTo>
                  <a:lnTo>
                    <a:pt x="4043882" y="1694694"/>
                  </a:lnTo>
                  <a:lnTo>
                    <a:pt x="4044008" y="1694694"/>
                  </a:lnTo>
                  <a:lnTo>
                    <a:pt x="4044134" y="1694694"/>
                  </a:lnTo>
                  <a:lnTo>
                    <a:pt x="4044260" y="1694694"/>
                  </a:lnTo>
                  <a:lnTo>
                    <a:pt x="4044386" y="1694694"/>
                  </a:lnTo>
                  <a:lnTo>
                    <a:pt x="4044512" y="1694694"/>
                  </a:lnTo>
                  <a:lnTo>
                    <a:pt x="4044638" y="1694694"/>
                  </a:lnTo>
                  <a:lnTo>
                    <a:pt x="4044764" y="1694694"/>
                  </a:lnTo>
                  <a:lnTo>
                    <a:pt x="4044890" y="1694694"/>
                  </a:lnTo>
                  <a:lnTo>
                    <a:pt x="4045016" y="1694694"/>
                  </a:lnTo>
                  <a:lnTo>
                    <a:pt x="4045142" y="1694694"/>
                  </a:lnTo>
                  <a:lnTo>
                    <a:pt x="4045269" y="1694694"/>
                  </a:lnTo>
                  <a:lnTo>
                    <a:pt x="4045395" y="1694694"/>
                  </a:lnTo>
                  <a:lnTo>
                    <a:pt x="4045521" y="1694694"/>
                  </a:lnTo>
                  <a:lnTo>
                    <a:pt x="4045647" y="1694694"/>
                  </a:lnTo>
                  <a:lnTo>
                    <a:pt x="4045773" y="1694694"/>
                  </a:lnTo>
                  <a:lnTo>
                    <a:pt x="4045899" y="1694694"/>
                  </a:lnTo>
                  <a:lnTo>
                    <a:pt x="4046025" y="1694694"/>
                  </a:lnTo>
                  <a:lnTo>
                    <a:pt x="4046151" y="1694694"/>
                  </a:lnTo>
                  <a:lnTo>
                    <a:pt x="4046277" y="1694694"/>
                  </a:lnTo>
                  <a:lnTo>
                    <a:pt x="4046403" y="1694694"/>
                  </a:lnTo>
                  <a:lnTo>
                    <a:pt x="4046529" y="1694694"/>
                  </a:lnTo>
                  <a:lnTo>
                    <a:pt x="4046655" y="1694694"/>
                  </a:lnTo>
                  <a:lnTo>
                    <a:pt x="4046782" y="1694694"/>
                  </a:lnTo>
                  <a:lnTo>
                    <a:pt x="4046908" y="1694694"/>
                  </a:lnTo>
                  <a:lnTo>
                    <a:pt x="4047034" y="1694694"/>
                  </a:lnTo>
                  <a:lnTo>
                    <a:pt x="4047160" y="1694694"/>
                  </a:lnTo>
                  <a:lnTo>
                    <a:pt x="4047286" y="1694694"/>
                  </a:lnTo>
                  <a:lnTo>
                    <a:pt x="4047412" y="1694694"/>
                  </a:lnTo>
                  <a:lnTo>
                    <a:pt x="4047538" y="1694694"/>
                  </a:lnTo>
                  <a:lnTo>
                    <a:pt x="4047664" y="1694694"/>
                  </a:lnTo>
                  <a:lnTo>
                    <a:pt x="4047790" y="1694694"/>
                  </a:lnTo>
                  <a:lnTo>
                    <a:pt x="4047916" y="1694694"/>
                  </a:lnTo>
                  <a:lnTo>
                    <a:pt x="4048042" y="1694694"/>
                  </a:lnTo>
                  <a:lnTo>
                    <a:pt x="4048169" y="1694694"/>
                  </a:lnTo>
                  <a:lnTo>
                    <a:pt x="4048295" y="1694694"/>
                  </a:lnTo>
                  <a:lnTo>
                    <a:pt x="4048421" y="1694694"/>
                  </a:lnTo>
                  <a:lnTo>
                    <a:pt x="4048547" y="1694694"/>
                  </a:lnTo>
                  <a:lnTo>
                    <a:pt x="4048673" y="1694694"/>
                  </a:lnTo>
                  <a:lnTo>
                    <a:pt x="4048799" y="1694694"/>
                  </a:lnTo>
                  <a:lnTo>
                    <a:pt x="4048925" y="1694694"/>
                  </a:lnTo>
                  <a:lnTo>
                    <a:pt x="4049051" y="1694694"/>
                  </a:lnTo>
                  <a:lnTo>
                    <a:pt x="4049177" y="1694694"/>
                  </a:lnTo>
                  <a:lnTo>
                    <a:pt x="4049303" y="1694694"/>
                  </a:lnTo>
                  <a:lnTo>
                    <a:pt x="4049429" y="1694694"/>
                  </a:lnTo>
                  <a:lnTo>
                    <a:pt x="4049556" y="1694694"/>
                  </a:lnTo>
                  <a:lnTo>
                    <a:pt x="4049682" y="1694694"/>
                  </a:lnTo>
                  <a:lnTo>
                    <a:pt x="4049808" y="1694694"/>
                  </a:lnTo>
                  <a:lnTo>
                    <a:pt x="4049934" y="1694694"/>
                  </a:lnTo>
                  <a:lnTo>
                    <a:pt x="4050060" y="1694694"/>
                  </a:lnTo>
                  <a:lnTo>
                    <a:pt x="4050186" y="1694694"/>
                  </a:lnTo>
                  <a:lnTo>
                    <a:pt x="4050312" y="1694694"/>
                  </a:lnTo>
                  <a:lnTo>
                    <a:pt x="4050438" y="1694694"/>
                  </a:lnTo>
                  <a:lnTo>
                    <a:pt x="4050564" y="1694694"/>
                  </a:lnTo>
                  <a:lnTo>
                    <a:pt x="4050690" y="1694694"/>
                  </a:lnTo>
                  <a:lnTo>
                    <a:pt x="4050816" y="1694694"/>
                  </a:lnTo>
                  <a:lnTo>
                    <a:pt x="4050942" y="1694694"/>
                  </a:lnTo>
                  <a:lnTo>
                    <a:pt x="4051069" y="1694694"/>
                  </a:lnTo>
                  <a:lnTo>
                    <a:pt x="4051195" y="1694694"/>
                  </a:lnTo>
                  <a:lnTo>
                    <a:pt x="4051321" y="1694694"/>
                  </a:lnTo>
                  <a:lnTo>
                    <a:pt x="4051447" y="1694694"/>
                  </a:lnTo>
                  <a:lnTo>
                    <a:pt x="4051573" y="1694694"/>
                  </a:lnTo>
                  <a:lnTo>
                    <a:pt x="4051699" y="1694694"/>
                  </a:lnTo>
                  <a:lnTo>
                    <a:pt x="4051825" y="1694694"/>
                  </a:lnTo>
                  <a:lnTo>
                    <a:pt x="4051951" y="1694694"/>
                  </a:lnTo>
                  <a:lnTo>
                    <a:pt x="4052077" y="1694694"/>
                  </a:lnTo>
                  <a:lnTo>
                    <a:pt x="4052203" y="1694694"/>
                  </a:lnTo>
                  <a:lnTo>
                    <a:pt x="4052329" y="1694694"/>
                  </a:lnTo>
                  <a:lnTo>
                    <a:pt x="4052456" y="1694694"/>
                  </a:lnTo>
                  <a:lnTo>
                    <a:pt x="4052582" y="1694694"/>
                  </a:lnTo>
                  <a:lnTo>
                    <a:pt x="4052708" y="1694694"/>
                  </a:lnTo>
                  <a:lnTo>
                    <a:pt x="4052834" y="1694694"/>
                  </a:lnTo>
                  <a:lnTo>
                    <a:pt x="4052960" y="1694694"/>
                  </a:lnTo>
                  <a:lnTo>
                    <a:pt x="4053086" y="1694694"/>
                  </a:lnTo>
                  <a:lnTo>
                    <a:pt x="4053212" y="1694694"/>
                  </a:lnTo>
                  <a:lnTo>
                    <a:pt x="4053338" y="1694694"/>
                  </a:lnTo>
                  <a:lnTo>
                    <a:pt x="4053464" y="1694694"/>
                  </a:lnTo>
                  <a:lnTo>
                    <a:pt x="4053590" y="1694694"/>
                  </a:lnTo>
                  <a:lnTo>
                    <a:pt x="4053716" y="1694694"/>
                  </a:lnTo>
                  <a:lnTo>
                    <a:pt x="4053842" y="1694694"/>
                  </a:lnTo>
                  <a:lnTo>
                    <a:pt x="4053969" y="1694694"/>
                  </a:lnTo>
                  <a:lnTo>
                    <a:pt x="4054095" y="1694694"/>
                  </a:lnTo>
                  <a:lnTo>
                    <a:pt x="4054221" y="1694694"/>
                  </a:lnTo>
                  <a:lnTo>
                    <a:pt x="4054347" y="1694694"/>
                  </a:lnTo>
                  <a:lnTo>
                    <a:pt x="4054473" y="1694694"/>
                  </a:lnTo>
                  <a:lnTo>
                    <a:pt x="4054599" y="1694694"/>
                  </a:lnTo>
                  <a:lnTo>
                    <a:pt x="4054725" y="1694694"/>
                  </a:lnTo>
                  <a:lnTo>
                    <a:pt x="4054851" y="1694694"/>
                  </a:lnTo>
                  <a:lnTo>
                    <a:pt x="4054977" y="1694694"/>
                  </a:lnTo>
                  <a:lnTo>
                    <a:pt x="4055103" y="1694694"/>
                  </a:lnTo>
                  <a:lnTo>
                    <a:pt x="4055229" y="1694694"/>
                  </a:lnTo>
                  <a:lnTo>
                    <a:pt x="4055356" y="1694694"/>
                  </a:lnTo>
                  <a:lnTo>
                    <a:pt x="4055482" y="1694694"/>
                  </a:lnTo>
                  <a:lnTo>
                    <a:pt x="4055608" y="1694694"/>
                  </a:lnTo>
                  <a:lnTo>
                    <a:pt x="4055734" y="1694694"/>
                  </a:lnTo>
                  <a:lnTo>
                    <a:pt x="4055860" y="1694694"/>
                  </a:lnTo>
                  <a:lnTo>
                    <a:pt x="4055986" y="1694694"/>
                  </a:lnTo>
                  <a:lnTo>
                    <a:pt x="4056112" y="1694694"/>
                  </a:lnTo>
                  <a:lnTo>
                    <a:pt x="4056238" y="1694694"/>
                  </a:lnTo>
                  <a:lnTo>
                    <a:pt x="4056364" y="1694694"/>
                  </a:lnTo>
                  <a:lnTo>
                    <a:pt x="4056490" y="1694694"/>
                  </a:lnTo>
                  <a:lnTo>
                    <a:pt x="4056616" y="1694694"/>
                  </a:lnTo>
                  <a:lnTo>
                    <a:pt x="4056742" y="1694694"/>
                  </a:lnTo>
                  <a:lnTo>
                    <a:pt x="4056869" y="1694694"/>
                  </a:lnTo>
                  <a:lnTo>
                    <a:pt x="4056995" y="1694694"/>
                  </a:lnTo>
                  <a:lnTo>
                    <a:pt x="4057121" y="1694694"/>
                  </a:lnTo>
                  <a:lnTo>
                    <a:pt x="4057247" y="1694694"/>
                  </a:lnTo>
                  <a:lnTo>
                    <a:pt x="4057373" y="1694694"/>
                  </a:lnTo>
                  <a:lnTo>
                    <a:pt x="4057499" y="1694694"/>
                  </a:lnTo>
                  <a:lnTo>
                    <a:pt x="4057625" y="1694694"/>
                  </a:lnTo>
                  <a:lnTo>
                    <a:pt x="4057751" y="1694694"/>
                  </a:lnTo>
                  <a:lnTo>
                    <a:pt x="4057877" y="1694694"/>
                  </a:lnTo>
                  <a:lnTo>
                    <a:pt x="4058003" y="1694694"/>
                  </a:lnTo>
                  <a:lnTo>
                    <a:pt x="4058129" y="1694694"/>
                  </a:lnTo>
                  <a:lnTo>
                    <a:pt x="4058256" y="1694694"/>
                  </a:lnTo>
                  <a:lnTo>
                    <a:pt x="4058382" y="1694694"/>
                  </a:lnTo>
                  <a:lnTo>
                    <a:pt x="4058508" y="1694694"/>
                  </a:lnTo>
                  <a:lnTo>
                    <a:pt x="4058634" y="1694694"/>
                  </a:lnTo>
                  <a:lnTo>
                    <a:pt x="4058760" y="1694694"/>
                  </a:lnTo>
                  <a:lnTo>
                    <a:pt x="4058886" y="1694694"/>
                  </a:lnTo>
                  <a:lnTo>
                    <a:pt x="4059012" y="1694694"/>
                  </a:lnTo>
                  <a:lnTo>
                    <a:pt x="4059138" y="1694694"/>
                  </a:lnTo>
                  <a:lnTo>
                    <a:pt x="4059264" y="1694694"/>
                  </a:lnTo>
                  <a:lnTo>
                    <a:pt x="4059390" y="1694694"/>
                  </a:lnTo>
                  <a:lnTo>
                    <a:pt x="4059516" y="1694694"/>
                  </a:lnTo>
                  <a:lnTo>
                    <a:pt x="4059643" y="1694694"/>
                  </a:lnTo>
                  <a:lnTo>
                    <a:pt x="4059769" y="1694694"/>
                  </a:lnTo>
                  <a:lnTo>
                    <a:pt x="4059895" y="1694694"/>
                  </a:lnTo>
                  <a:lnTo>
                    <a:pt x="4060021" y="1694694"/>
                  </a:lnTo>
                  <a:lnTo>
                    <a:pt x="4060147" y="1694694"/>
                  </a:lnTo>
                  <a:lnTo>
                    <a:pt x="4060273" y="1694694"/>
                  </a:lnTo>
                  <a:lnTo>
                    <a:pt x="4060399" y="1694694"/>
                  </a:lnTo>
                  <a:lnTo>
                    <a:pt x="4060525" y="1694694"/>
                  </a:lnTo>
                  <a:lnTo>
                    <a:pt x="4060651" y="1694694"/>
                  </a:lnTo>
                  <a:lnTo>
                    <a:pt x="4060777" y="1694694"/>
                  </a:lnTo>
                  <a:lnTo>
                    <a:pt x="4060903" y="1694694"/>
                  </a:lnTo>
                  <a:lnTo>
                    <a:pt x="4061029" y="1694694"/>
                  </a:lnTo>
                  <a:lnTo>
                    <a:pt x="4061156" y="1694694"/>
                  </a:lnTo>
                  <a:lnTo>
                    <a:pt x="4061282" y="1694694"/>
                  </a:lnTo>
                  <a:lnTo>
                    <a:pt x="4061408" y="1694694"/>
                  </a:lnTo>
                  <a:lnTo>
                    <a:pt x="4061534" y="1694694"/>
                  </a:lnTo>
                  <a:lnTo>
                    <a:pt x="4061534" y="1689414"/>
                  </a:lnTo>
                  <a:lnTo>
                    <a:pt x="4061660" y="1689414"/>
                  </a:lnTo>
                  <a:lnTo>
                    <a:pt x="4061786" y="1689414"/>
                  </a:lnTo>
                  <a:lnTo>
                    <a:pt x="4061912" y="1689414"/>
                  </a:lnTo>
                  <a:lnTo>
                    <a:pt x="4062038" y="1689414"/>
                  </a:lnTo>
                  <a:lnTo>
                    <a:pt x="4062164" y="1689414"/>
                  </a:lnTo>
                  <a:lnTo>
                    <a:pt x="4062290" y="1689414"/>
                  </a:lnTo>
                  <a:lnTo>
                    <a:pt x="4062416" y="1689414"/>
                  </a:lnTo>
                  <a:lnTo>
                    <a:pt x="4062543" y="1689414"/>
                  </a:lnTo>
                  <a:lnTo>
                    <a:pt x="4062669" y="1689414"/>
                  </a:lnTo>
                  <a:lnTo>
                    <a:pt x="4062795" y="1689414"/>
                  </a:lnTo>
                  <a:lnTo>
                    <a:pt x="4062921" y="1689414"/>
                  </a:lnTo>
                  <a:lnTo>
                    <a:pt x="4063047" y="1689414"/>
                  </a:lnTo>
                  <a:lnTo>
                    <a:pt x="4063173" y="1689414"/>
                  </a:lnTo>
                  <a:lnTo>
                    <a:pt x="4063299" y="1689414"/>
                  </a:lnTo>
                  <a:lnTo>
                    <a:pt x="4063425" y="1689414"/>
                  </a:lnTo>
                  <a:lnTo>
                    <a:pt x="4063551" y="1689414"/>
                  </a:lnTo>
                  <a:lnTo>
                    <a:pt x="4063677" y="1689414"/>
                  </a:lnTo>
                  <a:lnTo>
                    <a:pt x="4063803" y="1689414"/>
                  </a:lnTo>
                  <a:lnTo>
                    <a:pt x="4063929" y="1689414"/>
                  </a:lnTo>
                  <a:lnTo>
                    <a:pt x="4064056" y="1689414"/>
                  </a:lnTo>
                  <a:lnTo>
                    <a:pt x="4064182" y="1689414"/>
                  </a:lnTo>
                  <a:lnTo>
                    <a:pt x="4064308" y="1689414"/>
                  </a:lnTo>
                  <a:lnTo>
                    <a:pt x="4064434" y="1689414"/>
                  </a:lnTo>
                  <a:lnTo>
                    <a:pt x="4064560" y="1689414"/>
                  </a:lnTo>
                  <a:lnTo>
                    <a:pt x="4064686" y="1689414"/>
                  </a:lnTo>
                  <a:lnTo>
                    <a:pt x="4064812" y="1689414"/>
                  </a:lnTo>
                  <a:lnTo>
                    <a:pt x="4064938" y="1689414"/>
                  </a:lnTo>
                  <a:lnTo>
                    <a:pt x="4065064" y="1689414"/>
                  </a:lnTo>
                  <a:lnTo>
                    <a:pt x="4065190" y="1689414"/>
                  </a:lnTo>
                  <a:lnTo>
                    <a:pt x="4065316" y="1689414"/>
                  </a:lnTo>
                  <a:lnTo>
                    <a:pt x="4065443" y="1689414"/>
                  </a:lnTo>
                  <a:lnTo>
                    <a:pt x="4065569" y="1689414"/>
                  </a:lnTo>
                  <a:lnTo>
                    <a:pt x="4065695" y="1689414"/>
                  </a:lnTo>
                  <a:lnTo>
                    <a:pt x="4065821" y="1689414"/>
                  </a:lnTo>
                  <a:lnTo>
                    <a:pt x="4065947" y="1689414"/>
                  </a:lnTo>
                  <a:lnTo>
                    <a:pt x="4066073" y="1689414"/>
                  </a:lnTo>
                  <a:lnTo>
                    <a:pt x="4066199" y="1689414"/>
                  </a:lnTo>
                  <a:lnTo>
                    <a:pt x="4066325" y="1689414"/>
                  </a:lnTo>
                  <a:lnTo>
                    <a:pt x="4066451" y="1689414"/>
                  </a:lnTo>
                  <a:lnTo>
                    <a:pt x="4066577" y="1689414"/>
                  </a:lnTo>
                  <a:lnTo>
                    <a:pt x="4066703" y="1689414"/>
                  </a:lnTo>
                  <a:lnTo>
                    <a:pt x="4066830" y="1689414"/>
                  </a:lnTo>
                  <a:lnTo>
                    <a:pt x="4066956" y="1689414"/>
                  </a:lnTo>
                  <a:lnTo>
                    <a:pt x="4067082" y="1689414"/>
                  </a:lnTo>
                  <a:lnTo>
                    <a:pt x="4067082" y="1684135"/>
                  </a:lnTo>
                  <a:lnTo>
                    <a:pt x="4067208" y="1684135"/>
                  </a:lnTo>
                  <a:lnTo>
                    <a:pt x="4067334" y="1684135"/>
                  </a:lnTo>
                  <a:lnTo>
                    <a:pt x="4067460" y="1684135"/>
                  </a:lnTo>
                  <a:lnTo>
                    <a:pt x="4067586" y="1684135"/>
                  </a:lnTo>
                  <a:lnTo>
                    <a:pt x="4067712" y="1684135"/>
                  </a:lnTo>
                  <a:lnTo>
                    <a:pt x="4067838" y="1684135"/>
                  </a:lnTo>
                  <a:lnTo>
                    <a:pt x="4067964" y="1684135"/>
                  </a:lnTo>
                  <a:lnTo>
                    <a:pt x="4068090" y="1684135"/>
                  </a:lnTo>
                  <a:lnTo>
                    <a:pt x="4068216" y="1684135"/>
                  </a:lnTo>
                  <a:lnTo>
                    <a:pt x="4068343" y="1684135"/>
                  </a:lnTo>
                  <a:lnTo>
                    <a:pt x="4068469" y="1684135"/>
                  </a:lnTo>
                  <a:lnTo>
                    <a:pt x="4068595" y="1684135"/>
                  </a:lnTo>
                  <a:lnTo>
                    <a:pt x="4068721" y="1684135"/>
                  </a:lnTo>
                  <a:lnTo>
                    <a:pt x="4068847" y="1684135"/>
                  </a:lnTo>
                  <a:lnTo>
                    <a:pt x="4068973" y="1684135"/>
                  </a:lnTo>
                  <a:lnTo>
                    <a:pt x="4069099" y="1684135"/>
                  </a:lnTo>
                  <a:lnTo>
                    <a:pt x="4069225" y="1684135"/>
                  </a:lnTo>
                  <a:lnTo>
                    <a:pt x="4069351" y="1684135"/>
                  </a:lnTo>
                  <a:lnTo>
                    <a:pt x="4069477" y="1684135"/>
                  </a:lnTo>
                  <a:lnTo>
                    <a:pt x="4069603" y="1684135"/>
                  </a:lnTo>
                  <a:lnTo>
                    <a:pt x="4069730" y="1684135"/>
                  </a:lnTo>
                  <a:lnTo>
                    <a:pt x="4069856" y="1684135"/>
                  </a:lnTo>
                  <a:lnTo>
                    <a:pt x="4069982" y="1684135"/>
                  </a:lnTo>
                  <a:lnTo>
                    <a:pt x="4070108" y="1684135"/>
                  </a:lnTo>
                  <a:lnTo>
                    <a:pt x="4070234" y="1684135"/>
                  </a:lnTo>
                  <a:lnTo>
                    <a:pt x="4070360" y="1684135"/>
                  </a:lnTo>
                  <a:lnTo>
                    <a:pt x="4070486" y="1684135"/>
                  </a:lnTo>
                  <a:lnTo>
                    <a:pt x="4070612" y="1684135"/>
                  </a:lnTo>
                  <a:lnTo>
                    <a:pt x="4070738" y="1684135"/>
                  </a:lnTo>
                  <a:lnTo>
                    <a:pt x="4070864" y="1684135"/>
                  </a:lnTo>
                  <a:lnTo>
                    <a:pt x="4070990" y="1684135"/>
                  </a:lnTo>
                  <a:lnTo>
                    <a:pt x="4071116" y="1684135"/>
                  </a:lnTo>
                  <a:lnTo>
                    <a:pt x="4071243" y="1684135"/>
                  </a:lnTo>
                  <a:lnTo>
                    <a:pt x="4071369" y="1684135"/>
                  </a:lnTo>
                  <a:lnTo>
                    <a:pt x="4071495" y="1684135"/>
                  </a:lnTo>
                  <a:lnTo>
                    <a:pt x="4071621" y="1684135"/>
                  </a:lnTo>
                  <a:lnTo>
                    <a:pt x="4071747" y="1684135"/>
                  </a:lnTo>
                  <a:lnTo>
                    <a:pt x="4071873" y="1684135"/>
                  </a:lnTo>
                  <a:lnTo>
                    <a:pt x="4071999" y="1684135"/>
                  </a:lnTo>
                  <a:lnTo>
                    <a:pt x="4072125" y="1684135"/>
                  </a:lnTo>
                  <a:lnTo>
                    <a:pt x="4072251" y="1684135"/>
                  </a:lnTo>
                  <a:lnTo>
                    <a:pt x="4072377" y="1684135"/>
                  </a:lnTo>
                  <a:lnTo>
                    <a:pt x="4072503" y="1684135"/>
                  </a:lnTo>
                  <a:lnTo>
                    <a:pt x="4072630" y="1684135"/>
                  </a:lnTo>
                  <a:lnTo>
                    <a:pt x="4072756" y="1684135"/>
                  </a:lnTo>
                  <a:lnTo>
                    <a:pt x="4072882" y="1684135"/>
                  </a:lnTo>
                  <a:lnTo>
                    <a:pt x="4073008" y="1684135"/>
                  </a:lnTo>
                  <a:lnTo>
                    <a:pt x="4073134" y="1684135"/>
                  </a:lnTo>
                  <a:lnTo>
                    <a:pt x="4073260" y="1684135"/>
                  </a:lnTo>
                  <a:lnTo>
                    <a:pt x="4073386" y="1684135"/>
                  </a:lnTo>
                  <a:lnTo>
                    <a:pt x="4073512" y="1684135"/>
                  </a:lnTo>
                  <a:lnTo>
                    <a:pt x="4073638" y="1684135"/>
                  </a:lnTo>
                  <a:lnTo>
                    <a:pt x="4073764" y="1684135"/>
                  </a:lnTo>
                  <a:lnTo>
                    <a:pt x="4073890" y="1684135"/>
                  </a:lnTo>
                  <a:lnTo>
                    <a:pt x="4074017" y="1684135"/>
                  </a:lnTo>
                  <a:lnTo>
                    <a:pt x="4074143" y="1684135"/>
                  </a:lnTo>
                  <a:lnTo>
                    <a:pt x="4074269" y="1684135"/>
                  </a:lnTo>
                  <a:lnTo>
                    <a:pt x="4074395" y="1684135"/>
                  </a:lnTo>
                  <a:lnTo>
                    <a:pt x="4074521" y="1684135"/>
                  </a:lnTo>
                  <a:lnTo>
                    <a:pt x="4074647" y="1684135"/>
                  </a:lnTo>
                  <a:lnTo>
                    <a:pt x="4074773" y="1684135"/>
                  </a:lnTo>
                  <a:lnTo>
                    <a:pt x="4074899" y="1684135"/>
                  </a:lnTo>
                  <a:lnTo>
                    <a:pt x="4075025" y="1684135"/>
                  </a:lnTo>
                  <a:lnTo>
                    <a:pt x="4075151" y="1684135"/>
                  </a:lnTo>
                  <a:lnTo>
                    <a:pt x="4075277" y="1684135"/>
                  </a:lnTo>
                  <a:lnTo>
                    <a:pt x="4075403" y="1684135"/>
                  </a:lnTo>
                  <a:lnTo>
                    <a:pt x="4075530" y="1684135"/>
                  </a:lnTo>
                  <a:lnTo>
                    <a:pt x="4075656" y="1684135"/>
                  </a:lnTo>
                  <a:lnTo>
                    <a:pt x="4075782" y="1684135"/>
                  </a:lnTo>
                  <a:lnTo>
                    <a:pt x="4075908" y="1684135"/>
                  </a:lnTo>
                  <a:lnTo>
                    <a:pt x="4076034" y="1684135"/>
                  </a:lnTo>
                  <a:lnTo>
                    <a:pt x="4076160" y="1684135"/>
                  </a:lnTo>
                  <a:lnTo>
                    <a:pt x="4076286" y="1684135"/>
                  </a:lnTo>
                  <a:lnTo>
                    <a:pt x="4076412" y="1684135"/>
                  </a:lnTo>
                  <a:lnTo>
                    <a:pt x="4076538" y="1684135"/>
                  </a:lnTo>
                  <a:lnTo>
                    <a:pt x="4076664" y="1684135"/>
                  </a:lnTo>
                  <a:lnTo>
                    <a:pt x="4076790" y="1684135"/>
                  </a:lnTo>
                  <a:lnTo>
                    <a:pt x="4076917" y="1684135"/>
                  </a:lnTo>
                  <a:lnTo>
                    <a:pt x="4077043" y="1684135"/>
                  </a:lnTo>
                  <a:lnTo>
                    <a:pt x="4077169" y="1684135"/>
                  </a:lnTo>
                  <a:lnTo>
                    <a:pt x="4077295" y="1684135"/>
                  </a:lnTo>
                  <a:lnTo>
                    <a:pt x="4077421" y="1684135"/>
                  </a:lnTo>
                  <a:lnTo>
                    <a:pt x="4077547" y="1684135"/>
                  </a:lnTo>
                  <a:lnTo>
                    <a:pt x="4077673" y="1684135"/>
                  </a:lnTo>
                  <a:lnTo>
                    <a:pt x="4077799" y="1684135"/>
                  </a:lnTo>
                  <a:lnTo>
                    <a:pt x="4077925" y="1684135"/>
                  </a:lnTo>
                  <a:lnTo>
                    <a:pt x="4078051" y="1684135"/>
                  </a:lnTo>
                  <a:lnTo>
                    <a:pt x="4078177" y="1684135"/>
                  </a:lnTo>
                  <a:lnTo>
                    <a:pt x="4078303" y="1684135"/>
                  </a:lnTo>
                  <a:lnTo>
                    <a:pt x="4078430" y="1684135"/>
                  </a:lnTo>
                  <a:lnTo>
                    <a:pt x="4078556" y="1684135"/>
                  </a:lnTo>
                  <a:lnTo>
                    <a:pt x="4078682" y="1684135"/>
                  </a:lnTo>
                  <a:lnTo>
                    <a:pt x="4078808" y="1684135"/>
                  </a:lnTo>
                  <a:lnTo>
                    <a:pt x="4078934" y="1684135"/>
                  </a:lnTo>
                  <a:lnTo>
                    <a:pt x="4079060" y="1684135"/>
                  </a:lnTo>
                  <a:lnTo>
                    <a:pt x="4079186" y="1684135"/>
                  </a:lnTo>
                  <a:lnTo>
                    <a:pt x="4079312" y="1684135"/>
                  </a:lnTo>
                  <a:lnTo>
                    <a:pt x="4079438" y="1684135"/>
                  </a:lnTo>
                  <a:lnTo>
                    <a:pt x="4079564" y="1684135"/>
                  </a:lnTo>
                  <a:lnTo>
                    <a:pt x="4079690" y="1684135"/>
                  </a:lnTo>
                  <a:lnTo>
                    <a:pt x="4079817" y="1684135"/>
                  </a:lnTo>
                  <a:lnTo>
                    <a:pt x="4079943" y="1684135"/>
                  </a:lnTo>
                  <a:lnTo>
                    <a:pt x="4080069" y="1684135"/>
                  </a:lnTo>
                  <a:lnTo>
                    <a:pt x="4080195" y="1684135"/>
                  </a:lnTo>
                  <a:lnTo>
                    <a:pt x="4080321" y="1684135"/>
                  </a:lnTo>
                  <a:lnTo>
                    <a:pt x="4080447" y="1684135"/>
                  </a:lnTo>
                  <a:lnTo>
                    <a:pt x="4080573" y="1684135"/>
                  </a:lnTo>
                  <a:lnTo>
                    <a:pt x="4080699" y="1684135"/>
                  </a:lnTo>
                  <a:lnTo>
                    <a:pt x="4080825" y="1684135"/>
                  </a:lnTo>
                  <a:lnTo>
                    <a:pt x="4080951" y="1684135"/>
                  </a:lnTo>
                  <a:lnTo>
                    <a:pt x="4081077" y="1684135"/>
                  </a:lnTo>
                  <a:lnTo>
                    <a:pt x="4081203" y="1684135"/>
                  </a:lnTo>
                  <a:lnTo>
                    <a:pt x="4081330" y="1684135"/>
                  </a:lnTo>
                  <a:lnTo>
                    <a:pt x="4081456" y="1684135"/>
                  </a:lnTo>
                  <a:lnTo>
                    <a:pt x="4081582" y="1684135"/>
                  </a:lnTo>
                  <a:lnTo>
                    <a:pt x="4081708" y="1684135"/>
                  </a:lnTo>
                  <a:lnTo>
                    <a:pt x="4081834" y="1684135"/>
                  </a:lnTo>
                  <a:lnTo>
                    <a:pt x="4081960" y="1684135"/>
                  </a:lnTo>
                  <a:lnTo>
                    <a:pt x="4082086" y="1684135"/>
                  </a:lnTo>
                  <a:lnTo>
                    <a:pt x="4082212" y="1684135"/>
                  </a:lnTo>
                  <a:lnTo>
                    <a:pt x="4082338" y="1684135"/>
                  </a:lnTo>
                  <a:lnTo>
                    <a:pt x="4082464" y="1684135"/>
                  </a:lnTo>
                  <a:lnTo>
                    <a:pt x="4082590" y="1684135"/>
                  </a:lnTo>
                  <a:lnTo>
                    <a:pt x="4082717" y="1684135"/>
                  </a:lnTo>
                  <a:lnTo>
                    <a:pt x="4082843" y="1684135"/>
                  </a:lnTo>
                  <a:lnTo>
                    <a:pt x="4082969" y="1684135"/>
                  </a:lnTo>
                  <a:lnTo>
                    <a:pt x="4083095" y="1684135"/>
                  </a:lnTo>
                  <a:lnTo>
                    <a:pt x="4083221" y="1684135"/>
                  </a:lnTo>
                  <a:lnTo>
                    <a:pt x="4083347" y="1684135"/>
                  </a:lnTo>
                  <a:lnTo>
                    <a:pt x="4083473" y="1684135"/>
                  </a:lnTo>
                  <a:lnTo>
                    <a:pt x="4083599" y="1684135"/>
                  </a:lnTo>
                  <a:lnTo>
                    <a:pt x="4083725" y="1684135"/>
                  </a:lnTo>
                  <a:lnTo>
                    <a:pt x="4083851" y="1684135"/>
                  </a:lnTo>
                  <a:lnTo>
                    <a:pt x="4083977" y="1684135"/>
                  </a:lnTo>
                  <a:lnTo>
                    <a:pt x="4084104" y="1684135"/>
                  </a:lnTo>
                  <a:lnTo>
                    <a:pt x="4084230" y="1684135"/>
                  </a:lnTo>
                  <a:lnTo>
                    <a:pt x="4084356" y="1684135"/>
                  </a:lnTo>
                  <a:lnTo>
                    <a:pt x="4084482" y="1684135"/>
                  </a:lnTo>
                  <a:lnTo>
                    <a:pt x="4084608" y="1684135"/>
                  </a:lnTo>
                  <a:lnTo>
                    <a:pt x="4084734" y="1684135"/>
                  </a:lnTo>
                  <a:lnTo>
                    <a:pt x="4084860" y="1684135"/>
                  </a:lnTo>
                  <a:lnTo>
                    <a:pt x="4084986" y="1684135"/>
                  </a:lnTo>
                  <a:lnTo>
                    <a:pt x="4085112" y="1684135"/>
                  </a:lnTo>
                  <a:lnTo>
                    <a:pt x="4085238" y="1684135"/>
                  </a:lnTo>
                  <a:lnTo>
                    <a:pt x="4085364" y="1684135"/>
                  </a:lnTo>
                  <a:lnTo>
                    <a:pt x="4085490" y="1684135"/>
                  </a:lnTo>
                  <a:lnTo>
                    <a:pt x="4085617" y="1684135"/>
                  </a:lnTo>
                  <a:lnTo>
                    <a:pt x="4085743" y="1684135"/>
                  </a:lnTo>
                  <a:lnTo>
                    <a:pt x="4085869" y="1684135"/>
                  </a:lnTo>
                  <a:lnTo>
                    <a:pt x="4085995" y="1684135"/>
                  </a:lnTo>
                  <a:lnTo>
                    <a:pt x="4086121" y="1684135"/>
                  </a:lnTo>
                  <a:lnTo>
                    <a:pt x="4086247" y="1684135"/>
                  </a:lnTo>
                  <a:lnTo>
                    <a:pt x="4086373" y="1684135"/>
                  </a:lnTo>
                  <a:lnTo>
                    <a:pt x="4086499" y="1684135"/>
                  </a:lnTo>
                  <a:lnTo>
                    <a:pt x="4086625" y="1684135"/>
                  </a:lnTo>
                  <a:lnTo>
                    <a:pt x="4086751" y="1684135"/>
                  </a:lnTo>
                  <a:lnTo>
                    <a:pt x="4086877" y="1684135"/>
                  </a:lnTo>
                  <a:lnTo>
                    <a:pt x="4087004" y="1684135"/>
                  </a:lnTo>
                  <a:lnTo>
                    <a:pt x="4087130" y="1684135"/>
                  </a:lnTo>
                  <a:lnTo>
                    <a:pt x="4087256" y="1684135"/>
                  </a:lnTo>
                  <a:lnTo>
                    <a:pt x="4087382" y="1684135"/>
                  </a:lnTo>
                  <a:lnTo>
                    <a:pt x="4087508" y="1684135"/>
                  </a:lnTo>
                  <a:lnTo>
                    <a:pt x="4087634" y="1684135"/>
                  </a:lnTo>
                  <a:lnTo>
                    <a:pt x="4087760" y="1684135"/>
                  </a:lnTo>
                  <a:lnTo>
                    <a:pt x="4087886" y="1684135"/>
                  </a:lnTo>
                  <a:lnTo>
                    <a:pt x="4088012" y="1684135"/>
                  </a:lnTo>
                  <a:lnTo>
                    <a:pt x="4088138" y="1684135"/>
                  </a:lnTo>
                  <a:lnTo>
                    <a:pt x="4088264" y="1684135"/>
                  </a:lnTo>
                  <a:lnTo>
                    <a:pt x="4088390" y="1684135"/>
                  </a:lnTo>
                  <a:lnTo>
                    <a:pt x="4088517" y="1684135"/>
                  </a:lnTo>
                  <a:lnTo>
                    <a:pt x="4088643" y="1684135"/>
                  </a:lnTo>
                  <a:lnTo>
                    <a:pt x="4088769" y="1684135"/>
                  </a:lnTo>
                  <a:lnTo>
                    <a:pt x="4088895" y="1684135"/>
                  </a:lnTo>
                  <a:lnTo>
                    <a:pt x="4089021" y="1684135"/>
                  </a:lnTo>
                  <a:lnTo>
                    <a:pt x="4089021" y="1678855"/>
                  </a:lnTo>
                  <a:lnTo>
                    <a:pt x="4089147" y="1678855"/>
                  </a:lnTo>
                  <a:lnTo>
                    <a:pt x="4089273" y="1678855"/>
                  </a:lnTo>
                  <a:lnTo>
                    <a:pt x="4089399" y="1678855"/>
                  </a:lnTo>
                  <a:lnTo>
                    <a:pt x="4089525" y="1678855"/>
                  </a:lnTo>
                  <a:lnTo>
                    <a:pt x="4089651" y="1678855"/>
                  </a:lnTo>
                  <a:lnTo>
                    <a:pt x="4089777" y="1678855"/>
                  </a:lnTo>
                  <a:lnTo>
                    <a:pt x="4089904" y="1678855"/>
                  </a:lnTo>
                  <a:lnTo>
                    <a:pt x="4090030" y="1678855"/>
                  </a:lnTo>
                  <a:lnTo>
                    <a:pt x="4090156" y="1678855"/>
                  </a:lnTo>
                  <a:lnTo>
                    <a:pt x="4090282" y="1678855"/>
                  </a:lnTo>
                  <a:lnTo>
                    <a:pt x="4090408" y="1678855"/>
                  </a:lnTo>
                  <a:lnTo>
                    <a:pt x="4090534" y="1678855"/>
                  </a:lnTo>
                  <a:lnTo>
                    <a:pt x="4090660" y="1678855"/>
                  </a:lnTo>
                  <a:lnTo>
                    <a:pt x="4090786" y="1678855"/>
                  </a:lnTo>
                  <a:lnTo>
                    <a:pt x="4090912" y="1678855"/>
                  </a:lnTo>
                  <a:lnTo>
                    <a:pt x="4091038" y="1678855"/>
                  </a:lnTo>
                  <a:lnTo>
                    <a:pt x="4091164" y="1678855"/>
                  </a:lnTo>
                  <a:lnTo>
                    <a:pt x="4091291" y="1678855"/>
                  </a:lnTo>
                  <a:lnTo>
                    <a:pt x="4091417" y="1678855"/>
                  </a:lnTo>
                  <a:lnTo>
                    <a:pt x="4091543" y="1678855"/>
                  </a:lnTo>
                  <a:lnTo>
                    <a:pt x="4091669" y="1678855"/>
                  </a:lnTo>
                  <a:lnTo>
                    <a:pt x="4091795" y="1678855"/>
                  </a:lnTo>
                  <a:lnTo>
                    <a:pt x="4091921" y="1678855"/>
                  </a:lnTo>
                  <a:lnTo>
                    <a:pt x="4092047" y="1678855"/>
                  </a:lnTo>
                  <a:lnTo>
                    <a:pt x="4092173" y="1678855"/>
                  </a:lnTo>
                  <a:lnTo>
                    <a:pt x="4092299" y="1678855"/>
                  </a:lnTo>
                  <a:lnTo>
                    <a:pt x="4092425" y="1678855"/>
                  </a:lnTo>
                  <a:lnTo>
                    <a:pt x="4092551" y="1678855"/>
                  </a:lnTo>
                  <a:lnTo>
                    <a:pt x="4092677" y="1678855"/>
                  </a:lnTo>
                  <a:lnTo>
                    <a:pt x="4092804" y="1678855"/>
                  </a:lnTo>
                  <a:lnTo>
                    <a:pt x="4092930" y="1678855"/>
                  </a:lnTo>
                  <a:lnTo>
                    <a:pt x="4093056" y="1678855"/>
                  </a:lnTo>
                  <a:lnTo>
                    <a:pt x="4093182" y="1678855"/>
                  </a:lnTo>
                  <a:lnTo>
                    <a:pt x="4093308" y="1678855"/>
                  </a:lnTo>
                  <a:lnTo>
                    <a:pt x="4093434" y="1678855"/>
                  </a:lnTo>
                  <a:lnTo>
                    <a:pt x="4093560" y="1678855"/>
                  </a:lnTo>
                  <a:lnTo>
                    <a:pt x="4093686" y="1678855"/>
                  </a:lnTo>
                  <a:lnTo>
                    <a:pt x="4093812" y="1678855"/>
                  </a:lnTo>
                  <a:lnTo>
                    <a:pt x="4093938" y="1678855"/>
                  </a:lnTo>
                  <a:lnTo>
                    <a:pt x="4094064" y="1678855"/>
                  </a:lnTo>
                  <a:lnTo>
                    <a:pt x="4094191" y="1678855"/>
                  </a:lnTo>
                  <a:lnTo>
                    <a:pt x="4094317" y="1678855"/>
                  </a:lnTo>
                  <a:lnTo>
                    <a:pt x="4094443" y="1678855"/>
                  </a:lnTo>
                  <a:lnTo>
                    <a:pt x="4094569" y="1678855"/>
                  </a:lnTo>
                  <a:lnTo>
                    <a:pt x="4094695" y="1678855"/>
                  </a:lnTo>
                  <a:lnTo>
                    <a:pt x="4094821" y="1678855"/>
                  </a:lnTo>
                  <a:lnTo>
                    <a:pt x="4094947" y="1678855"/>
                  </a:lnTo>
                  <a:lnTo>
                    <a:pt x="4095073" y="1678855"/>
                  </a:lnTo>
                  <a:lnTo>
                    <a:pt x="4095199" y="1678855"/>
                  </a:lnTo>
                  <a:lnTo>
                    <a:pt x="4095325" y="1678855"/>
                  </a:lnTo>
                  <a:lnTo>
                    <a:pt x="4095451" y="1678855"/>
                  </a:lnTo>
                  <a:lnTo>
                    <a:pt x="4095577" y="1678855"/>
                  </a:lnTo>
                  <a:lnTo>
                    <a:pt x="4095577" y="1673576"/>
                  </a:lnTo>
                  <a:lnTo>
                    <a:pt x="4095704" y="1673576"/>
                  </a:lnTo>
                  <a:lnTo>
                    <a:pt x="4095830" y="1673576"/>
                  </a:lnTo>
                  <a:lnTo>
                    <a:pt x="4095956" y="1673576"/>
                  </a:lnTo>
                  <a:lnTo>
                    <a:pt x="4096082" y="1673576"/>
                  </a:lnTo>
                  <a:lnTo>
                    <a:pt x="4096208" y="1673576"/>
                  </a:lnTo>
                  <a:lnTo>
                    <a:pt x="4096334" y="1673576"/>
                  </a:lnTo>
                  <a:lnTo>
                    <a:pt x="4096460" y="1673576"/>
                  </a:lnTo>
                  <a:lnTo>
                    <a:pt x="4096586" y="1673576"/>
                  </a:lnTo>
                  <a:lnTo>
                    <a:pt x="4096712" y="1673576"/>
                  </a:lnTo>
                  <a:lnTo>
                    <a:pt x="4096838" y="1673576"/>
                  </a:lnTo>
                  <a:lnTo>
                    <a:pt x="4096964" y="1673576"/>
                  </a:lnTo>
                  <a:lnTo>
                    <a:pt x="4097091" y="1673576"/>
                  </a:lnTo>
                  <a:lnTo>
                    <a:pt x="4097217" y="1673576"/>
                  </a:lnTo>
                  <a:lnTo>
                    <a:pt x="4097343" y="1673576"/>
                  </a:lnTo>
                  <a:lnTo>
                    <a:pt x="4097469" y="1673576"/>
                  </a:lnTo>
                  <a:lnTo>
                    <a:pt x="4097595" y="1673576"/>
                  </a:lnTo>
                  <a:lnTo>
                    <a:pt x="4097721" y="1673576"/>
                  </a:lnTo>
                  <a:lnTo>
                    <a:pt x="4097847" y="1673576"/>
                  </a:lnTo>
                  <a:lnTo>
                    <a:pt x="4097973" y="1673576"/>
                  </a:lnTo>
                  <a:lnTo>
                    <a:pt x="4098099" y="1673576"/>
                  </a:lnTo>
                  <a:lnTo>
                    <a:pt x="4098225" y="1673576"/>
                  </a:lnTo>
                  <a:lnTo>
                    <a:pt x="4098351" y="1673576"/>
                  </a:lnTo>
                  <a:lnTo>
                    <a:pt x="4098477" y="1673576"/>
                  </a:lnTo>
                  <a:lnTo>
                    <a:pt x="4098604" y="1673576"/>
                  </a:lnTo>
                  <a:lnTo>
                    <a:pt x="4098730" y="1673576"/>
                  </a:lnTo>
                  <a:lnTo>
                    <a:pt x="4098856" y="1673576"/>
                  </a:lnTo>
                  <a:lnTo>
                    <a:pt x="4098982" y="1673576"/>
                  </a:lnTo>
                  <a:lnTo>
                    <a:pt x="4099108" y="1673576"/>
                  </a:lnTo>
                  <a:lnTo>
                    <a:pt x="4099234" y="1673576"/>
                  </a:lnTo>
                  <a:lnTo>
                    <a:pt x="4099360" y="1673576"/>
                  </a:lnTo>
                  <a:lnTo>
                    <a:pt x="4099486" y="1673576"/>
                  </a:lnTo>
                  <a:lnTo>
                    <a:pt x="4099612" y="1673576"/>
                  </a:lnTo>
                  <a:lnTo>
                    <a:pt x="4099738" y="1673576"/>
                  </a:lnTo>
                  <a:lnTo>
                    <a:pt x="4099864" y="1673576"/>
                  </a:lnTo>
                  <a:lnTo>
                    <a:pt x="4099991" y="1673576"/>
                  </a:lnTo>
                  <a:lnTo>
                    <a:pt x="4100117" y="1673576"/>
                  </a:lnTo>
                  <a:lnTo>
                    <a:pt x="4100243" y="1673576"/>
                  </a:lnTo>
                  <a:lnTo>
                    <a:pt x="4100369" y="1673576"/>
                  </a:lnTo>
                  <a:lnTo>
                    <a:pt x="4100495" y="1673576"/>
                  </a:lnTo>
                  <a:lnTo>
                    <a:pt x="4100621" y="1673576"/>
                  </a:lnTo>
                  <a:lnTo>
                    <a:pt x="4100747" y="1673576"/>
                  </a:lnTo>
                  <a:lnTo>
                    <a:pt x="4100873" y="1673576"/>
                  </a:lnTo>
                  <a:lnTo>
                    <a:pt x="4100999" y="1673576"/>
                  </a:lnTo>
                  <a:lnTo>
                    <a:pt x="4101125" y="1673576"/>
                  </a:lnTo>
                  <a:lnTo>
                    <a:pt x="4101251" y="1673576"/>
                  </a:lnTo>
                  <a:lnTo>
                    <a:pt x="4101378" y="1673576"/>
                  </a:lnTo>
                  <a:lnTo>
                    <a:pt x="4101504" y="1673576"/>
                  </a:lnTo>
                  <a:lnTo>
                    <a:pt x="4101630" y="1673576"/>
                  </a:lnTo>
                  <a:lnTo>
                    <a:pt x="4101756" y="1673576"/>
                  </a:lnTo>
                  <a:lnTo>
                    <a:pt x="4101882" y="1673576"/>
                  </a:lnTo>
                  <a:lnTo>
                    <a:pt x="4102008" y="1673576"/>
                  </a:lnTo>
                  <a:lnTo>
                    <a:pt x="4102134" y="1673576"/>
                  </a:lnTo>
                  <a:lnTo>
                    <a:pt x="4102260" y="1673576"/>
                  </a:lnTo>
                  <a:lnTo>
                    <a:pt x="4102386" y="1673576"/>
                  </a:lnTo>
                  <a:lnTo>
                    <a:pt x="4102512" y="1673576"/>
                  </a:lnTo>
                  <a:lnTo>
                    <a:pt x="4102638" y="1673576"/>
                  </a:lnTo>
                  <a:lnTo>
                    <a:pt x="4102764" y="1673576"/>
                  </a:lnTo>
                  <a:lnTo>
                    <a:pt x="4102891" y="1673576"/>
                  </a:lnTo>
                  <a:lnTo>
                    <a:pt x="4103017" y="1673576"/>
                  </a:lnTo>
                  <a:lnTo>
                    <a:pt x="4103143" y="1673576"/>
                  </a:lnTo>
                  <a:lnTo>
                    <a:pt x="4103143" y="1668297"/>
                  </a:lnTo>
                  <a:lnTo>
                    <a:pt x="4103269" y="1668297"/>
                  </a:lnTo>
                  <a:lnTo>
                    <a:pt x="4103395" y="1668297"/>
                  </a:lnTo>
                  <a:lnTo>
                    <a:pt x="4103521" y="1668297"/>
                  </a:lnTo>
                  <a:lnTo>
                    <a:pt x="4103647" y="1668297"/>
                  </a:lnTo>
                  <a:lnTo>
                    <a:pt x="4103773" y="1668297"/>
                  </a:lnTo>
                  <a:lnTo>
                    <a:pt x="4103899" y="1668297"/>
                  </a:lnTo>
                  <a:lnTo>
                    <a:pt x="4104025" y="1668297"/>
                  </a:lnTo>
                  <a:lnTo>
                    <a:pt x="4104151" y="1668297"/>
                  </a:lnTo>
                  <a:lnTo>
                    <a:pt x="4104278" y="1668297"/>
                  </a:lnTo>
                  <a:lnTo>
                    <a:pt x="4104404" y="1668297"/>
                  </a:lnTo>
                  <a:lnTo>
                    <a:pt x="4104530" y="1668297"/>
                  </a:lnTo>
                  <a:lnTo>
                    <a:pt x="4104656" y="1668297"/>
                  </a:lnTo>
                  <a:lnTo>
                    <a:pt x="4104782" y="1668297"/>
                  </a:lnTo>
                  <a:lnTo>
                    <a:pt x="4104908" y="1668297"/>
                  </a:lnTo>
                  <a:lnTo>
                    <a:pt x="4105034" y="1668297"/>
                  </a:lnTo>
                  <a:lnTo>
                    <a:pt x="4105160" y="1668297"/>
                  </a:lnTo>
                  <a:lnTo>
                    <a:pt x="4105286" y="1668297"/>
                  </a:lnTo>
                  <a:lnTo>
                    <a:pt x="4105412" y="1668297"/>
                  </a:lnTo>
                  <a:lnTo>
                    <a:pt x="4105538" y="1668297"/>
                  </a:lnTo>
                  <a:lnTo>
                    <a:pt x="4105664" y="1668297"/>
                  </a:lnTo>
                  <a:lnTo>
                    <a:pt x="4105791" y="1668297"/>
                  </a:lnTo>
                  <a:lnTo>
                    <a:pt x="4105917" y="1668297"/>
                  </a:lnTo>
                  <a:lnTo>
                    <a:pt x="4106043" y="1668297"/>
                  </a:lnTo>
                  <a:lnTo>
                    <a:pt x="4106169" y="1668297"/>
                  </a:lnTo>
                  <a:lnTo>
                    <a:pt x="4106295" y="1668297"/>
                  </a:lnTo>
                  <a:lnTo>
                    <a:pt x="4106421" y="1668297"/>
                  </a:lnTo>
                  <a:lnTo>
                    <a:pt x="4106547" y="1668297"/>
                  </a:lnTo>
                  <a:lnTo>
                    <a:pt x="4106673" y="1668297"/>
                  </a:lnTo>
                  <a:lnTo>
                    <a:pt x="4106799" y="1668297"/>
                  </a:lnTo>
                  <a:lnTo>
                    <a:pt x="4106925" y="1668297"/>
                  </a:lnTo>
                  <a:lnTo>
                    <a:pt x="4107051" y="1668297"/>
                  </a:lnTo>
                  <a:lnTo>
                    <a:pt x="4107178" y="1668297"/>
                  </a:lnTo>
                  <a:lnTo>
                    <a:pt x="4107304" y="1668297"/>
                  </a:lnTo>
                  <a:lnTo>
                    <a:pt x="4107430" y="1668297"/>
                  </a:lnTo>
                  <a:lnTo>
                    <a:pt x="4107556" y="1668297"/>
                  </a:lnTo>
                  <a:lnTo>
                    <a:pt x="4107682" y="1668297"/>
                  </a:lnTo>
                  <a:lnTo>
                    <a:pt x="4107808" y="1668297"/>
                  </a:lnTo>
                  <a:lnTo>
                    <a:pt x="4107934" y="1668297"/>
                  </a:lnTo>
                  <a:lnTo>
                    <a:pt x="4108060" y="1668297"/>
                  </a:lnTo>
                  <a:lnTo>
                    <a:pt x="4108186" y="1668297"/>
                  </a:lnTo>
                  <a:lnTo>
                    <a:pt x="4108186" y="1663017"/>
                  </a:lnTo>
                  <a:lnTo>
                    <a:pt x="4108312" y="1663017"/>
                  </a:lnTo>
                  <a:lnTo>
                    <a:pt x="4108438" y="1663017"/>
                  </a:lnTo>
                  <a:lnTo>
                    <a:pt x="4108565" y="1663017"/>
                  </a:lnTo>
                  <a:lnTo>
                    <a:pt x="4108691" y="1663017"/>
                  </a:lnTo>
                  <a:lnTo>
                    <a:pt x="4108817" y="1663017"/>
                  </a:lnTo>
                  <a:lnTo>
                    <a:pt x="4108943" y="1663017"/>
                  </a:lnTo>
                  <a:lnTo>
                    <a:pt x="4109069" y="1663017"/>
                  </a:lnTo>
                  <a:lnTo>
                    <a:pt x="4109195" y="1663017"/>
                  </a:lnTo>
                  <a:lnTo>
                    <a:pt x="4109321" y="1663017"/>
                  </a:lnTo>
                  <a:lnTo>
                    <a:pt x="4109447" y="1663017"/>
                  </a:lnTo>
                  <a:lnTo>
                    <a:pt x="4109573" y="1663017"/>
                  </a:lnTo>
                  <a:lnTo>
                    <a:pt x="4109699" y="1663017"/>
                  </a:lnTo>
                  <a:lnTo>
                    <a:pt x="4109825" y="1663017"/>
                  </a:lnTo>
                  <a:lnTo>
                    <a:pt x="4109951" y="1663017"/>
                  </a:lnTo>
                  <a:lnTo>
                    <a:pt x="4110078" y="1663017"/>
                  </a:lnTo>
                  <a:lnTo>
                    <a:pt x="4110204" y="1663017"/>
                  </a:lnTo>
                  <a:lnTo>
                    <a:pt x="4110330" y="1663017"/>
                  </a:lnTo>
                  <a:lnTo>
                    <a:pt x="4110456" y="1663017"/>
                  </a:lnTo>
                  <a:lnTo>
                    <a:pt x="4110582" y="1663017"/>
                  </a:lnTo>
                  <a:lnTo>
                    <a:pt x="4110708" y="1663017"/>
                  </a:lnTo>
                  <a:lnTo>
                    <a:pt x="4110834" y="1663017"/>
                  </a:lnTo>
                  <a:lnTo>
                    <a:pt x="4110960" y="1663017"/>
                  </a:lnTo>
                  <a:lnTo>
                    <a:pt x="4111086" y="1663017"/>
                  </a:lnTo>
                  <a:lnTo>
                    <a:pt x="4111212" y="1663017"/>
                  </a:lnTo>
                  <a:lnTo>
                    <a:pt x="4111338" y="1663017"/>
                  </a:lnTo>
                  <a:lnTo>
                    <a:pt x="4111465" y="1663017"/>
                  </a:lnTo>
                  <a:lnTo>
                    <a:pt x="4111591" y="1663017"/>
                  </a:lnTo>
                  <a:lnTo>
                    <a:pt x="4111717" y="1663017"/>
                  </a:lnTo>
                  <a:lnTo>
                    <a:pt x="4111843" y="1663017"/>
                  </a:lnTo>
                  <a:lnTo>
                    <a:pt x="4111969" y="1663017"/>
                  </a:lnTo>
                  <a:lnTo>
                    <a:pt x="4112095" y="1663017"/>
                  </a:lnTo>
                  <a:lnTo>
                    <a:pt x="4112221" y="1663017"/>
                  </a:lnTo>
                  <a:lnTo>
                    <a:pt x="4112221" y="1657738"/>
                  </a:lnTo>
                  <a:lnTo>
                    <a:pt x="4112347" y="1657738"/>
                  </a:lnTo>
                  <a:lnTo>
                    <a:pt x="4112473" y="1657738"/>
                  </a:lnTo>
                  <a:lnTo>
                    <a:pt x="4112599" y="1657738"/>
                  </a:lnTo>
                  <a:lnTo>
                    <a:pt x="4112725" y="1657738"/>
                  </a:lnTo>
                  <a:lnTo>
                    <a:pt x="4112851" y="1657738"/>
                  </a:lnTo>
                  <a:lnTo>
                    <a:pt x="4112978" y="1657738"/>
                  </a:lnTo>
                  <a:lnTo>
                    <a:pt x="4113104" y="1657738"/>
                  </a:lnTo>
                  <a:lnTo>
                    <a:pt x="4113230" y="1657738"/>
                  </a:lnTo>
                  <a:lnTo>
                    <a:pt x="4113356" y="1657738"/>
                  </a:lnTo>
                  <a:lnTo>
                    <a:pt x="4113482" y="1657738"/>
                  </a:lnTo>
                  <a:lnTo>
                    <a:pt x="4113608" y="1657738"/>
                  </a:lnTo>
                  <a:lnTo>
                    <a:pt x="4113734" y="1657738"/>
                  </a:lnTo>
                  <a:lnTo>
                    <a:pt x="4113860" y="1657738"/>
                  </a:lnTo>
                  <a:lnTo>
                    <a:pt x="4113986" y="1657738"/>
                  </a:lnTo>
                  <a:lnTo>
                    <a:pt x="4114112" y="1657738"/>
                  </a:lnTo>
                  <a:lnTo>
                    <a:pt x="4114238" y="1657738"/>
                  </a:lnTo>
                  <a:lnTo>
                    <a:pt x="4114365" y="1657738"/>
                  </a:lnTo>
                  <a:lnTo>
                    <a:pt x="4114491" y="1657738"/>
                  </a:lnTo>
                  <a:lnTo>
                    <a:pt x="4114617" y="1657738"/>
                  </a:lnTo>
                  <a:lnTo>
                    <a:pt x="4114743" y="1657738"/>
                  </a:lnTo>
                  <a:lnTo>
                    <a:pt x="4114869" y="1657738"/>
                  </a:lnTo>
                  <a:lnTo>
                    <a:pt x="4114995" y="1657738"/>
                  </a:lnTo>
                  <a:lnTo>
                    <a:pt x="4115121" y="1657738"/>
                  </a:lnTo>
                  <a:lnTo>
                    <a:pt x="4115247" y="1657738"/>
                  </a:lnTo>
                  <a:lnTo>
                    <a:pt x="4115373" y="1657738"/>
                  </a:lnTo>
                  <a:lnTo>
                    <a:pt x="4115499" y="1657738"/>
                  </a:lnTo>
                  <a:lnTo>
                    <a:pt x="4115625" y="1657738"/>
                  </a:lnTo>
                  <a:lnTo>
                    <a:pt x="4115752" y="1657738"/>
                  </a:lnTo>
                  <a:lnTo>
                    <a:pt x="4115878" y="1657738"/>
                  </a:lnTo>
                  <a:lnTo>
                    <a:pt x="4116004" y="1657738"/>
                  </a:lnTo>
                  <a:lnTo>
                    <a:pt x="4116130" y="1657738"/>
                  </a:lnTo>
                  <a:lnTo>
                    <a:pt x="4116256" y="1657738"/>
                  </a:lnTo>
                  <a:lnTo>
                    <a:pt x="4116382" y="1657738"/>
                  </a:lnTo>
                  <a:lnTo>
                    <a:pt x="4116508" y="1657738"/>
                  </a:lnTo>
                  <a:lnTo>
                    <a:pt x="4116634" y="1657738"/>
                  </a:lnTo>
                  <a:lnTo>
                    <a:pt x="4116760" y="1657738"/>
                  </a:lnTo>
                  <a:lnTo>
                    <a:pt x="4116886" y="1657738"/>
                  </a:lnTo>
                  <a:lnTo>
                    <a:pt x="4117012" y="1657738"/>
                  </a:lnTo>
                  <a:lnTo>
                    <a:pt x="4117138" y="1657738"/>
                  </a:lnTo>
                  <a:lnTo>
                    <a:pt x="4117265" y="1657738"/>
                  </a:lnTo>
                  <a:lnTo>
                    <a:pt x="4117391" y="1657738"/>
                  </a:lnTo>
                  <a:lnTo>
                    <a:pt x="4117517" y="1657738"/>
                  </a:lnTo>
                  <a:lnTo>
                    <a:pt x="4117643" y="1657738"/>
                  </a:lnTo>
                  <a:lnTo>
                    <a:pt x="4117769" y="1657738"/>
                  </a:lnTo>
                  <a:lnTo>
                    <a:pt x="4117895" y="1657738"/>
                  </a:lnTo>
                  <a:lnTo>
                    <a:pt x="4118021" y="1657738"/>
                  </a:lnTo>
                  <a:lnTo>
                    <a:pt x="4118147" y="1657738"/>
                  </a:lnTo>
                  <a:lnTo>
                    <a:pt x="4118273" y="1657738"/>
                  </a:lnTo>
                  <a:lnTo>
                    <a:pt x="4118399" y="1657738"/>
                  </a:lnTo>
                  <a:lnTo>
                    <a:pt x="4118525" y="1657738"/>
                  </a:lnTo>
                  <a:lnTo>
                    <a:pt x="4118652" y="1657738"/>
                  </a:lnTo>
                  <a:lnTo>
                    <a:pt x="4118778" y="1657738"/>
                  </a:lnTo>
                  <a:lnTo>
                    <a:pt x="4118904" y="1657738"/>
                  </a:lnTo>
                  <a:lnTo>
                    <a:pt x="4119030" y="1657738"/>
                  </a:lnTo>
                  <a:lnTo>
                    <a:pt x="4119156" y="1657738"/>
                  </a:lnTo>
                  <a:lnTo>
                    <a:pt x="4119282" y="1657738"/>
                  </a:lnTo>
                  <a:lnTo>
                    <a:pt x="4119408" y="1657738"/>
                  </a:lnTo>
                  <a:lnTo>
                    <a:pt x="4119534" y="1657738"/>
                  </a:lnTo>
                  <a:lnTo>
                    <a:pt x="4119660" y="1657738"/>
                  </a:lnTo>
                  <a:lnTo>
                    <a:pt x="4119786" y="1657738"/>
                  </a:lnTo>
                  <a:lnTo>
                    <a:pt x="4119912" y="1657738"/>
                  </a:lnTo>
                  <a:lnTo>
                    <a:pt x="4120038" y="1657738"/>
                  </a:lnTo>
                  <a:lnTo>
                    <a:pt x="4120165" y="1657738"/>
                  </a:lnTo>
                  <a:lnTo>
                    <a:pt x="4120291" y="1657738"/>
                  </a:lnTo>
                  <a:lnTo>
                    <a:pt x="4120417" y="1657738"/>
                  </a:lnTo>
                  <a:lnTo>
                    <a:pt x="4120543" y="1657738"/>
                  </a:lnTo>
                  <a:lnTo>
                    <a:pt x="4120669" y="1657738"/>
                  </a:lnTo>
                  <a:lnTo>
                    <a:pt x="4120795" y="1657738"/>
                  </a:lnTo>
                  <a:lnTo>
                    <a:pt x="4120921" y="1657738"/>
                  </a:lnTo>
                  <a:lnTo>
                    <a:pt x="4121047" y="1657738"/>
                  </a:lnTo>
                  <a:lnTo>
                    <a:pt x="4121173" y="1657738"/>
                  </a:lnTo>
                  <a:lnTo>
                    <a:pt x="4121299" y="1657738"/>
                  </a:lnTo>
                  <a:lnTo>
                    <a:pt x="4121425" y="1657738"/>
                  </a:lnTo>
                  <a:lnTo>
                    <a:pt x="4121552" y="1657738"/>
                  </a:lnTo>
                  <a:lnTo>
                    <a:pt x="4121678" y="1657738"/>
                  </a:lnTo>
                  <a:lnTo>
                    <a:pt x="4121804" y="1657738"/>
                  </a:lnTo>
                  <a:lnTo>
                    <a:pt x="4121930" y="1657738"/>
                  </a:lnTo>
                  <a:lnTo>
                    <a:pt x="4122056" y="1657738"/>
                  </a:lnTo>
                  <a:lnTo>
                    <a:pt x="4122182" y="1657738"/>
                  </a:lnTo>
                  <a:lnTo>
                    <a:pt x="4122308" y="1657738"/>
                  </a:lnTo>
                  <a:lnTo>
                    <a:pt x="4122434" y="1657738"/>
                  </a:lnTo>
                  <a:lnTo>
                    <a:pt x="4122560" y="1657738"/>
                  </a:lnTo>
                  <a:lnTo>
                    <a:pt x="4122686" y="1657738"/>
                  </a:lnTo>
                  <a:lnTo>
                    <a:pt x="4122812" y="1657738"/>
                  </a:lnTo>
                  <a:lnTo>
                    <a:pt x="4122938" y="1657738"/>
                  </a:lnTo>
                  <a:lnTo>
                    <a:pt x="4123065" y="1657738"/>
                  </a:lnTo>
                  <a:lnTo>
                    <a:pt x="4123191" y="1657738"/>
                  </a:lnTo>
                  <a:lnTo>
                    <a:pt x="4123317" y="1657738"/>
                  </a:lnTo>
                  <a:lnTo>
                    <a:pt x="4123443" y="1657738"/>
                  </a:lnTo>
                  <a:lnTo>
                    <a:pt x="4123569" y="1657738"/>
                  </a:lnTo>
                  <a:lnTo>
                    <a:pt x="4123695" y="1657738"/>
                  </a:lnTo>
                  <a:lnTo>
                    <a:pt x="4123821" y="1657738"/>
                  </a:lnTo>
                  <a:lnTo>
                    <a:pt x="4123947" y="1657738"/>
                  </a:lnTo>
                  <a:lnTo>
                    <a:pt x="4124073" y="1657738"/>
                  </a:lnTo>
                  <a:lnTo>
                    <a:pt x="4124199" y="1657738"/>
                  </a:lnTo>
                  <a:lnTo>
                    <a:pt x="4124325" y="1657738"/>
                  </a:lnTo>
                  <a:lnTo>
                    <a:pt x="4124452" y="1657738"/>
                  </a:lnTo>
                  <a:lnTo>
                    <a:pt x="4124578" y="1657738"/>
                  </a:lnTo>
                  <a:lnTo>
                    <a:pt x="4124704" y="1657738"/>
                  </a:lnTo>
                  <a:lnTo>
                    <a:pt x="4124830" y="1657738"/>
                  </a:lnTo>
                  <a:lnTo>
                    <a:pt x="4124956" y="1657738"/>
                  </a:lnTo>
                  <a:lnTo>
                    <a:pt x="4125082" y="1657738"/>
                  </a:lnTo>
                  <a:lnTo>
                    <a:pt x="4125208" y="1657738"/>
                  </a:lnTo>
                  <a:lnTo>
                    <a:pt x="4125334" y="1657738"/>
                  </a:lnTo>
                  <a:lnTo>
                    <a:pt x="4125460" y="1657738"/>
                  </a:lnTo>
                  <a:lnTo>
                    <a:pt x="4125586" y="1657738"/>
                  </a:lnTo>
                  <a:lnTo>
                    <a:pt x="4125712" y="1657738"/>
                  </a:lnTo>
                  <a:lnTo>
                    <a:pt x="4125839" y="1657738"/>
                  </a:lnTo>
                  <a:lnTo>
                    <a:pt x="4125965" y="1657738"/>
                  </a:lnTo>
                  <a:lnTo>
                    <a:pt x="4126091" y="1657738"/>
                  </a:lnTo>
                  <a:lnTo>
                    <a:pt x="4126217" y="1657738"/>
                  </a:lnTo>
                  <a:lnTo>
                    <a:pt x="4126343" y="1657738"/>
                  </a:lnTo>
                  <a:lnTo>
                    <a:pt x="4126469" y="1657738"/>
                  </a:lnTo>
                  <a:lnTo>
                    <a:pt x="4126595" y="1657738"/>
                  </a:lnTo>
                  <a:lnTo>
                    <a:pt x="4126721" y="1657738"/>
                  </a:lnTo>
                  <a:lnTo>
                    <a:pt x="4126847" y="1657738"/>
                  </a:lnTo>
                  <a:lnTo>
                    <a:pt x="4126973" y="1657738"/>
                  </a:lnTo>
                  <a:lnTo>
                    <a:pt x="4127099" y="1657738"/>
                  </a:lnTo>
                  <a:lnTo>
                    <a:pt x="4127225" y="1657738"/>
                  </a:lnTo>
                  <a:lnTo>
                    <a:pt x="4127352" y="1657738"/>
                  </a:lnTo>
                  <a:lnTo>
                    <a:pt x="4127478" y="1657738"/>
                  </a:lnTo>
                  <a:lnTo>
                    <a:pt x="4127604" y="1657738"/>
                  </a:lnTo>
                  <a:lnTo>
                    <a:pt x="4127730" y="1657738"/>
                  </a:lnTo>
                  <a:lnTo>
                    <a:pt x="4127856" y="1657738"/>
                  </a:lnTo>
                  <a:lnTo>
                    <a:pt x="4127982" y="1657738"/>
                  </a:lnTo>
                  <a:lnTo>
                    <a:pt x="4128108" y="1657738"/>
                  </a:lnTo>
                  <a:lnTo>
                    <a:pt x="4128234" y="1657738"/>
                  </a:lnTo>
                  <a:lnTo>
                    <a:pt x="4128360" y="1657738"/>
                  </a:lnTo>
                  <a:lnTo>
                    <a:pt x="4128486" y="1657738"/>
                  </a:lnTo>
                  <a:lnTo>
                    <a:pt x="4128612" y="1657738"/>
                  </a:lnTo>
                  <a:lnTo>
                    <a:pt x="4128739" y="1657738"/>
                  </a:lnTo>
                  <a:lnTo>
                    <a:pt x="4128865" y="1657738"/>
                  </a:lnTo>
                  <a:lnTo>
                    <a:pt x="4128991" y="1657738"/>
                  </a:lnTo>
                  <a:lnTo>
                    <a:pt x="4129117" y="1657738"/>
                  </a:lnTo>
                  <a:lnTo>
                    <a:pt x="4129243" y="1657738"/>
                  </a:lnTo>
                  <a:lnTo>
                    <a:pt x="4129369" y="1657738"/>
                  </a:lnTo>
                  <a:lnTo>
                    <a:pt x="4129495" y="1657738"/>
                  </a:lnTo>
                  <a:lnTo>
                    <a:pt x="4129621" y="1657738"/>
                  </a:lnTo>
                  <a:lnTo>
                    <a:pt x="4129747" y="1657738"/>
                  </a:lnTo>
                  <a:lnTo>
                    <a:pt x="4129873" y="1657738"/>
                  </a:lnTo>
                  <a:lnTo>
                    <a:pt x="4129999" y="1657738"/>
                  </a:lnTo>
                  <a:lnTo>
                    <a:pt x="4130125" y="1657738"/>
                  </a:lnTo>
                  <a:lnTo>
                    <a:pt x="4130252" y="1657738"/>
                  </a:lnTo>
                  <a:lnTo>
                    <a:pt x="4130378" y="1657738"/>
                  </a:lnTo>
                  <a:lnTo>
                    <a:pt x="4130504" y="1657738"/>
                  </a:lnTo>
                  <a:lnTo>
                    <a:pt x="4130630" y="1657738"/>
                  </a:lnTo>
                  <a:lnTo>
                    <a:pt x="4130756" y="1657738"/>
                  </a:lnTo>
                  <a:lnTo>
                    <a:pt x="4130882" y="1657738"/>
                  </a:lnTo>
                  <a:lnTo>
                    <a:pt x="4131008" y="1657738"/>
                  </a:lnTo>
                  <a:lnTo>
                    <a:pt x="4131134" y="1657738"/>
                  </a:lnTo>
                  <a:lnTo>
                    <a:pt x="4131260" y="1657738"/>
                  </a:lnTo>
                  <a:lnTo>
                    <a:pt x="4131386" y="1657738"/>
                  </a:lnTo>
                  <a:lnTo>
                    <a:pt x="4131512" y="1657738"/>
                  </a:lnTo>
                  <a:lnTo>
                    <a:pt x="4131639" y="1657738"/>
                  </a:lnTo>
                  <a:lnTo>
                    <a:pt x="4131765" y="1657738"/>
                  </a:lnTo>
                  <a:lnTo>
                    <a:pt x="4131891" y="1657738"/>
                  </a:lnTo>
                  <a:lnTo>
                    <a:pt x="4132017" y="1657738"/>
                  </a:lnTo>
                  <a:lnTo>
                    <a:pt x="4132143" y="1657738"/>
                  </a:lnTo>
                  <a:lnTo>
                    <a:pt x="4132269" y="1657738"/>
                  </a:lnTo>
                  <a:lnTo>
                    <a:pt x="4132395" y="1657738"/>
                  </a:lnTo>
                  <a:lnTo>
                    <a:pt x="4132521" y="1657738"/>
                  </a:lnTo>
                  <a:lnTo>
                    <a:pt x="4132647" y="1657738"/>
                  </a:lnTo>
                  <a:lnTo>
                    <a:pt x="4132773" y="1657738"/>
                  </a:lnTo>
                  <a:lnTo>
                    <a:pt x="4132899" y="1657738"/>
                  </a:lnTo>
                  <a:lnTo>
                    <a:pt x="4133026" y="1657738"/>
                  </a:lnTo>
                  <a:lnTo>
                    <a:pt x="4133152" y="1657738"/>
                  </a:lnTo>
                  <a:lnTo>
                    <a:pt x="4133278" y="1657738"/>
                  </a:lnTo>
                  <a:lnTo>
                    <a:pt x="4133404" y="1657738"/>
                  </a:lnTo>
                  <a:lnTo>
                    <a:pt x="4133530" y="1657738"/>
                  </a:lnTo>
                  <a:lnTo>
                    <a:pt x="4133656" y="1657738"/>
                  </a:lnTo>
                  <a:lnTo>
                    <a:pt x="4133782" y="1657738"/>
                  </a:lnTo>
                  <a:lnTo>
                    <a:pt x="4133908" y="1657738"/>
                  </a:lnTo>
                  <a:lnTo>
                    <a:pt x="4134034" y="1657738"/>
                  </a:lnTo>
                  <a:lnTo>
                    <a:pt x="4134160" y="1657738"/>
                  </a:lnTo>
                  <a:lnTo>
                    <a:pt x="4134286" y="1657738"/>
                  </a:lnTo>
                  <a:lnTo>
                    <a:pt x="4134412" y="1657738"/>
                  </a:lnTo>
                  <a:lnTo>
                    <a:pt x="4134539" y="1657738"/>
                  </a:lnTo>
                  <a:lnTo>
                    <a:pt x="4134665" y="1657738"/>
                  </a:lnTo>
                  <a:lnTo>
                    <a:pt x="4134791" y="1657738"/>
                  </a:lnTo>
                  <a:lnTo>
                    <a:pt x="4134917" y="1657738"/>
                  </a:lnTo>
                  <a:lnTo>
                    <a:pt x="4135043" y="1657738"/>
                  </a:lnTo>
                  <a:lnTo>
                    <a:pt x="4135169" y="1657738"/>
                  </a:lnTo>
                  <a:lnTo>
                    <a:pt x="4135295" y="1657738"/>
                  </a:lnTo>
                  <a:lnTo>
                    <a:pt x="4135421" y="1657738"/>
                  </a:lnTo>
                  <a:lnTo>
                    <a:pt x="4135547" y="1657738"/>
                  </a:lnTo>
                  <a:lnTo>
                    <a:pt x="4135673" y="1657738"/>
                  </a:lnTo>
                  <a:lnTo>
                    <a:pt x="4135799" y="1657738"/>
                  </a:lnTo>
                  <a:lnTo>
                    <a:pt x="4135926" y="1657738"/>
                  </a:lnTo>
                  <a:lnTo>
                    <a:pt x="4136052" y="1657738"/>
                  </a:lnTo>
                  <a:lnTo>
                    <a:pt x="4136178" y="1657738"/>
                  </a:lnTo>
                  <a:lnTo>
                    <a:pt x="4136304" y="1657738"/>
                  </a:lnTo>
                  <a:lnTo>
                    <a:pt x="4136430" y="1657738"/>
                  </a:lnTo>
                  <a:lnTo>
                    <a:pt x="4136556" y="1657738"/>
                  </a:lnTo>
                  <a:lnTo>
                    <a:pt x="4136682" y="1657738"/>
                  </a:lnTo>
                  <a:lnTo>
                    <a:pt x="4136808" y="1657738"/>
                  </a:lnTo>
                  <a:lnTo>
                    <a:pt x="4136934" y="1657738"/>
                  </a:lnTo>
                  <a:lnTo>
                    <a:pt x="4137060" y="1657738"/>
                  </a:lnTo>
                  <a:lnTo>
                    <a:pt x="4137186" y="1657738"/>
                  </a:lnTo>
                  <a:lnTo>
                    <a:pt x="4137312" y="1657738"/>
                  </a:lnTo>
                  <a:lnTo>
                    <a:pt x="4137439" y="1657738"/>
                  </a:lnTo>
                  <a:lnTo>
                    <a:pt x="4137565" y="1657738"/>
                  </a:lnTo>
                  <a:lnTo>
                    <a:pt x="4137691" y="1657738"/>
                  </a:lnTo>
                  <a:lnTo>
                    <a:pt x="4137817" y="1657738"/>
                  </a:lnTo>
                  <a:lnTo>
                    <a:pt x="4137943" y="1657738"/>
                  </a:lnTo>
                  <a:lnTo>
                    <a:pt x="4138069" y="1657738"/>
                  </a:lnTo>
                  <a:lnTo>
                    <a:pt x="4138195" y="1657738"/>
                  </a:lnTo>
                  <a:lnTo>
                    <a:pt x="4138321" y="1657738"/>
                  </a:lnTo>
                  <a:lnTo>
                    <a:pt x="4138447" y="1657738"/>
                  </a:lnTo>
                  <a:lnTo>
                    <a:pt x="4138573" y="1657738"/>
                  </a:lnTo>
                  <a:lnTo>
                    <a:pt x="4138699" y="1657738"/>
                  </a:lnTo>
                  <a:lnTo>
                    <a:pt x="4138826" y="1657738"/>
                  </a:lnTo>
                  <a:lnTo>
                    <a:pt x="4138952" y="1657738"/>
                  </a:lnTo>
                  <a:lnTo>
                    <a:pt x="4139078" y="1657738"/>
                  </a:lnTo>
                  <a:lnTo>
                    <a:pt x="4139204" y="1657738"/>
                  </a:lnTo>
                  <a:lnTo>
                    <a:pt x="4139330" y="1657738"/>
                  </a:lnTo>
                  <a:lnTo>
                    <a:pt x="4139456" y="1657738"/>
                  </a:lnTo>
                  <a:lnTo>
                    <a:pt x="4139582" y="1657738"/>
                  </a:lnTo>
                  <a:lnTo>
                    <a:pt x="4139708" y="1657738"/>
                  </a:lnTo>
                  <a:lnTo>
                    <a:pt x="4139834" y="1657738"/>
                  </a:lnTo>
                  <a:lnTo>
                    <a:pt x="4139960" y="1657738"/>
                  </a:lnTo>
                  <a:lnTo>
                    <a:pt x="4140086" y="1657738"/>
                  </a:lnTo>
                  <a:lnTo>
                    <a:pt x="4140212" y="1657738"/>
                  </a:lnTo>
                  <a:lnTo>
                    <a:pt x="4140339" y="1657738"/>
                  </a:lnTo>
                  <a:lnTo>
                    <a:pt x="4140465" y="1657738"/>
                  </a:lnTo>
                  <a:lnTo>
                    <a:pt x="4140591" y="1657738"/>
                  </a:lnTo>
                  <a:lnTo>
                    <a:pt x="4140717" y="1657738"/>
                  </a:lnTo>
                  <a:lnTo>
                    <a:pt x="4140843" y="1657738"/>
                  </a:lnTo>
                  <a:lnTo>
                    <a:pt x="4140969" y="1657738"/>
                  </a:lnTo>
                  <a:lnTo>
                    <a:pt x="4141095" y="1657738"/>
                  </a:lnTo>
                  <a:lnTo>
                    <a:pt x="4141221" y="1657738"/>
                  </a:lnTo>
                  <a:lnTo>
                    <a:pt x="4141347" y="1657738"/>
                  </a:lnTo>
                  <a:lnTo>
                    <a:pt x="4141473" y="1657738"/>
                  </a:lnTo>
                  <a:lnTo>
                    <a:pt x="4141599" y="1657738"/>
                  </a:lnTo>
                  <a:lnTo>
                    <a:pt x="4141726" y="1657738"/>
                  </a:lnTo>
                  <a:lnTo>
                    <a:pt x="4141852" y="1657738"/>
                  </a:lnTo>
                  <a:lnTo>
                    <a:pt x="4141978" y="1657738"/>
                  </a:lnTo>
                  <a:lnTo>
                    <a:pt x="4142104" y="1657738"/>
                  </a:lnTo>
                  <a:lnTo>
                    <a:pt x="4142230" y="1657738"/>
                  </a:lnTo>
                  <a:lnTo>
                    <a:pt x="4142356" y="1657738"/>
                  </a:lnTo>
                  <a:lnTo>
                    <a:pt x="4142482" y="1657738"/>
                  </a:lnTo>
                  <a:lnTo>
                    <a:pt x="4142608" y="1657738"/>
                  </a:lnTo>
                  <a:lnTo>
                    <a:pt x="4142734" y="1657738"/>
                  </a:lnTo>
                  <a:lnTo>
                    <a:pt x="4142860" y="1657738"/>
                  </a:lnTo>
                  <a:lnTo>
                    <a:pt x="4142986" y="1657738"/>
                  </a:lnTo>
                  <a:lnTo>
                    <a:pt x="4143113" y="1657738"/>
                  </a:lnTo>
                  <a:lnTo>
                    <a:pt x="4143239" y="1657738"/>
                  </a:lnTo>
                  <a:lnTo>
                    <a:pt x="4143365" y="1657738"/>
                  </a:lnTo>
                  <a:lnTo>
                    <a:pt x="4143491" y="1657738"/>
                  </a:lnTo>
                  <a:lnTo>
                    <a:pt x="4143617" y="1657738"/>
                  </a:lnTo>
                  <a:lnTo>
                    <a:pt x="4143743" y="1657738"/>
                  </a:lnTo>
                  <a:lnTo>
                    <a:pt x="4143869" y="1657738"/>
                  </a:lnTo>
                  <a:lnTo>
                    <a:pt x="4143995" y="1657738"/>
                  </a:lnTo>
                  <a:lnTo>
                    <a:pt x="4144121" y="1657738"/>
                  </a:lnTo>
                  <a:lnTo>
                    <a:pt x="4144247" y="1657738"/>
                  </a:lnTo>
                  <a:lnTo>
                    <a:pt x="4144373" y="1657738"/>
                  </a:lnTo>
                  <a:lnTo>
                    <a:pt x="4144499" y="1657738"/>
                  </a:lnTo>
                  <a:lnTo>
                    <a:pt x="4144626" y="1657738"/>
                  </a:lnTo>
                  <a:lnTo>
                    <a:pt x="4144752" y="1657738"/>
                  </a:lnTo>
                  <a:lnTo>
                    <a:pt x="4144878" y="1657738"/>
                  </a:lnTo>
                  <a:lnTo>
                    <a:pt x="4145004" y="1657738"/>
                  </a:lnTo>
                  <a:lnTo>
                    <a:pt x="4145130" y="1657738"/>
                  </a:lnTo>
                  <a:lnTo>
                    <a:pt x="4145256" y="1657738"/>
                  </a:lnTo>
                  <a:lnTo>
                    <a:pt x="4145382" y="1657738"/>
                  </a:lnTo>
                  <a:lnTo>
                    <a:pt x="4145508" y="1657738"/>
                  </a:lnTo>
                  <a:lnTo>
                    <a:pt x="4145634" y="1657738"/>
                  </a:lnTo>
                  <a:lnTo>
                    <a:pt x="4145760" y="1657738"/>
                  </a:lnTo>
                  <a:lnTo>
                    <a:pt x="4145886" y="1657738"/>
                  </a:lnTo>
                  <a:lnTo>
                    <a:pt x="4146013" y="1657738"/>
                  </a:lnTo>
                  <a:lnTo>
                    <a:pt x="4146139" y="1657738"/>
                  </a:lnTo>
                  <a:lnTo>
                    <a:pt x="4146265" y="1657738"/>
                  </a:lnTo>
                  <a:lnTo>
                    <a:pt x="4146391" y="1657738"/>
                  </a:lnTo>
                  <a:lnTo>
                    <a:pt x="4146517" y="1657738"/>
                  </a:lnTo>
                  <a:lnTo>
                    <a:pt x="4146643" y="1657738"/>
                  </a:lnTo>
                  <a:lnTo>
                    <a:pt x="4146769" y="1657738"/>
                  </a:lnTo>
                  <a:lnTo>
                    <a:pt x="4146895" y="1657738"/>
                  </a:lnTo>
                  <a:lnTo>
                    <a:pt x="4147021" y="1657738"/>
                  </a:lnTo>
                  <a:lnTo>
                    <a:pt x="4147147" y="1657738"/>
                  </a:lnTo>
                  <a:lnTo>
                    <a:pt x="4147273" y="1657738"/>
                  </a:lnTo>
                  <a:lnTo>
                    <a:pt x="4147399" y="1657738"/>
                  </a:lnTo>
                  <a:lnTo>
                    <a:pt x="4147526" y="1657738"/>
                  </a:lnTo>
                  <a:lnTo>
                    <a:pt x="4147652" y="1657738"/>
                  </a:lnTo>
                  <a:lnTo>
                    <a:pt x="4147652" y="1652458"/>
                  </a:lnTo>
                  <a:lnTo>
                    <a:pt x="4147778" y="1652458"/>
                  </a:lnTo>
                  <a:lnTo>
                    <a:pt x="4147904" y="1652458"/>
                  </a:lnTo>
                  <a:lnTo>
                    <a:pt x="4148030" y="1652458"/>
                  </a:lnTo>
                  <a:lnTo>
                    <a:pt x="4148156" y="1652458"/>
                  </a:lnTo>
                  <a:lnTo>
                    <a:pt x="4148282" y="1652458"/>
                  </a:lnTo>
                  <a:lnTo>
                    <a:pt x="4148408" y="1652458"/>
                  </a:lnTo>
                  <a:lnTo>
                    <a:pt x="4148534" y="1652458"/>
                  </a:lnTo>
                  <a:lnTo>
                    <a:pt x="4148660" y="1652458"/>
                  </a:lnTo>
                  <a:lnTo>
                    <a:pt x="4148786" y="1652458"/>
                  </a:lnTo>
                  <a:lnTo>
                    <a:pt x="4148913" y="1652458"/>
                  </a:lnTo>
                  <a:lnTo>
                    <a:pt x="4149039" y="1652458"/>
                  </a:lnTo>
                  <a:lnTo>
                    <a:pt x="4149165" y="1652458"/>
                  </a:lnTo>
                  <a:lnTo>
                    <a:pt x="4149291" y="1652458"/>
                  </a:lnTo>
                  <a:lnTo>
                    <a:pt x="4149417" y="1652458"/>
                  </a:lnTo>
                  <a:lnTo>
                    <a:pt x="4149543" y="1652458"/>
                  </a:lnTo>
                  <a:lnTo>
                    <a:pt x="4149669" y="1652458"/>
                  </a:lnTo>
                  <a:lnTo>
                    <a:pt x="4149795" y="1652458"/>
                  </a:lnTo>
                  <a:lnTo>
                    <a:pt x="4149921" y="1652458"/>
                  </a:lnTo>
                  <a:lnTo>
                    <a:pt x="4150047" y="1652458"/>
                  </a:lnTo>
                  <a:lnTo>
                    <a:pt x="4150173" y="1652458"/>
                  </a:lnTo>
                  <a:lnTo>
                    <a:pt x="4150300" y="1652458"/>
                  </a:lnTo>
                  <a:lnTo>
                    <a:pt x="4150426" y="1652458"/>
                  </a:lnTo>
                  <a:lnTo>
                    <a:pt x="4150552" y="1652458"/>
                  </a:lnTo>
                  <a:lnTo>
                    <a:pt x="4150678" y="1652458"/>
                  </a:lnTo>
                  <a:lnTo>
                    <a:pt x="4150804" y="1652458"/>
                  </a:lnTo>
                  <a:lnTo>
                    <a:pt x="4150930" y="1652458"/>
                  </a:lnTo>
                  <a:lnTo>
                    <a:pt x="4151056" y="1652458"/>
                  </a:lnTo>
                  <a:lnTo>
                    <a:pt x="4151182" y="1652458"/>
                  </a:lnTo>
                  <a:lnTo>
                    <a:pt x="4151308" y="1652458"/>
                  </a:lnTo>
                  <a:lnTo>
                    <a:pt x="4151434" y="1652458"/>
                  </a:lnTo>
                  <a:lnTo>
                    <a:pt x="4151560" y="1652458"/>
                  </a:lnTo>
                  <a:lnTo>
                    <a:pt x="4151686" y="1652458"/>
                  </a:lnTo>
                  <a:lnTo>
                    <a:pt x="4151813" y="1652458"/>
                  </a:lnTo>
                  <a:lnTo>
                    <a:pt x="4151939" y="1652458"/>
                  </a:lnTo>
                  <a:lnTo>
                    <a:pt x="4152065" y="1652458"/>
                  </a:lnTo>
                  <a:lnTo>
                    <a:pt x="4152191" y="1652458"/>
                  </a:lnTo>
                  <a:lnTo>
                    <a:pt x="4152317" y="1652458"/>
                  </a:lnTo>
                  <a:lnTo>
                    <a:pt x="4152443" y="1652458"/>
                  </a:lnTo>
                  <a:lnTo>
                    <a:pt x="4152569" y="1652458"/>
                  </a:lnTo>
                  <a:lnTo>
                    <a:pt x="4152695" y="1652458"/>
                  </a:lnTo>
                  <a:lnTo>
                    <a:pt x="4152821" y="1652458"/>
                  </a:lnTo>
                  <a:lnTo>
                    <a:pt x="4152947" y="1652458"/>
                  </a:lnTo>
                  <a:lnTo>
                    <a:pt x="4153073" y="1652458"/>
                  </a:lnTo>
                  <a:lnTo>
                    <a:pt x="4153200" y="1652458"/>
                  </a:lnTo>
                  <a:lnTo>
                    <a:pt x="4153326" y="1652458"/>
                  </a:lnTo>
                  <a:lnTo>
                    <a:pt x="4153452" y="1652458"/>
                  </a:lnTo>
                  <a:lnTo>
                    <a:pt x="4153578" y="1652458"/>
                  </a:lnTo>
                  <a:lnTo>
                    <a:pt x="4153704" y="1652458"/>
                  </a:lnTo>
                  <a:lnTo>
                    <a:pt x="4153830" y="1652458"/>
                  </a:lnTo>
                  <a:lnTo>
                    <a:pt x="4153956" y="1652458"/>
                  </a:lnTo>
                  <a:lnTo>
                    <a:pt x="4154082" y="1652458"/>
                  </a:lnTo>
                  <a:lnTo>
                    <a:pt x="4154208" y="1652458"/>
                  </a:lnTo>
                  <a:lnTo>
                    <a:pt x="4154334" y="1652458"/>
                  </a:lnTo>
                  <a:lnTo>
                    <a:pt x="4154460" y="1652458"/>
                  </a:lnTo>
                  <a:lnTo>
                    <a:pt x="4154586" y="1652458"/>
                  </a:lnTo>
                  <a:lnTo>
                    <a:pt x="4154713" y="1652458"/>
                  </a:lnTo>
                  <a:lnTo>
                    <a:pt x="4154839" y="1652458"/>
                  </a:lnTo>
                  <a:lnTo>
                    <a:pt x="4154965" y="1652458"/>
                  </a:lnTo>
                  <a:lnTo>
                    <a:pt x="4155091" y="1652458"/>
                  </a:lnTo>
                  <a:lnTo>
                    <a:pt x="4155217" y="1652458"/>
                  </a:lnTo>
                  <a:lnTo>
                    <a:pt x="4155343" y="1652458"/>
                  </a:lnTo>
                  <a:lnTo>
                    <a:pt x="4155469" y="1652458"/>
                  </a:lnTo>
                  <a:lnTo>
                    <a:pt x="4155595" y="1652458"/>
                  </a:lnTo>
                  <a:lnTo>
                    <a:pt x="4155721" y="1652458"/>
                  </a:lnTo>
                  <a:lnTo>
                    <a:pt x="4155847" y="1652458"/>
                  </a:lnTo>
                  <a:lnTo>
                    <a:pt x="4155973" y="1652458"/>
                  </a:lnTo>
                  <a:lnTo>
                    <a:pt x="4156100" y="1652458"/>
                  </a:lnTo>
                  <a:lnTo>
                    <a:pt x="4156226" y="1652458"/>
                  </a:lnTo>
                  <a:lnTo>
                    <a:pt x="4156352" y="1652458"/>
                  </a:lnTo>
                  <a:lnTo>
                    <a:pt x="4156478" y="1652458"/>
                  </a:lnTo>
                  <a:lnTo>
                    <a:pt x="4156604" y="1652458"/>
                  </a:lnTo>
                  <a:lnTo>
                    <a:pt x="4156730" y="1652458"/>
                  </a:lnTo>
                  <a:lnTo>
                    <a:pt x="4156856" y="1652458"/>
                  </a:lnTo>
                  <a:lnTo>
                    <a:pt x="4156982" y="1652458"/>
                  </a:lnTo>
                  <a:lnTo>
                    <a:pt x="4157108" y="1652458"/>
                  </a:lnTo>
                  <a:lnTo>
                    <a:pt x="4157234" y="1652458"/>
                  </a:lnTo>
                  <a:lnTo>
                    <a:pt x="4157360" y="1652458"/>
                  </a:lnTo>
                  <a:lnTo>
                    <a:pt x="4157487" y="1652458"/>
                  </a:lnTo>
                  <a:lnTo>
                    <a:pt x="4157613" y="1652458"/>
                  </a:lnTo>
                  <a:lnTo>
                    <a:pt x="4157739" y="1652458"/>
                  </a:lnTo>
                  <a:lnTo>
                    <a:pt x="4157865" y="1652458"/>
                  </a:lnTo>
                  <a:lnTo>
                    <a:pt x="4157991" y="1652458"/>
                  </a:lnTo>
                  <a:lnTo>
                    <a:pt x="4158117" y="1652458"/>
                  </a:lnTo>
                  <a:lnTo>
                    <a:pt x="4158243" y="1652458"/>
                  </a:lnTo>
                  <a:lnTo>
                    <a:pt x="4158369" y="1652458"/>
                  </a:lnTo>
                  <a:lnTo>
                    <a:pt x="4158495" y="1652458"/>
                  </a:lnTo>
                  <a:lnTo>
                    <a:pt x="4158621" y="1652458"/>
                  </a:lnTo>
                  <a:lnTo>
                    <a:pt x="4158747" y="1652458"/>
                  </a:lnTo>
                  <a:lnTo>
                    <a:pt x="4158873" y="1652458"/>
                  </a:lnTo>
                  <a:lnTo>
                    <a:pt x="4159000" y="1652458"/>
                  </a:lnTo>
                  <a:lnTo>
                    <a:pt x="4159126" y="1652458"/>
                  </a:lnTo>
                  <a:lnTo>
                    <a:pt x="4159252" y="1652458"/>
                  </a:lnTo>
                  <a:lnTo>
                    <a:pt x="4159378" y="1652458"/>
                  </a:lnTo>
                  <a:lnTo>
                    <a:pt x="4159504" y="1652458"/>
                  </a:lnTo>
                  <a:lnTo>
                    <a:pt x="4159630" y="1652458"/>
                  </a:lnTo>
                  <a:lnTo>
                    <a:pt x="4159756" y="1652458"/>
                  </a:lnTo>
                  <a:lnTo>
                    <a:pt x="4159882" y="1652458"/>
                  </a:lnTo>
                  <a:lnTo>
                    <a:pt x="4160008" y="1652458"/>
                  </a:lnTo>
                  <a:lnTo>
                    <a:pt x="4160134" y="1652458"/>
                  </a:lnTo>
                  <a:lnTo>
                    <a:pt x="4160260" y="1652458"/>
                  </a:lnTo>
                  <a:lnTo>
                    <a:pt x="4160387" y="1652458"/>
                  </a:lnTo>
                  <a:lnTo>
                    <a:pt x="4160513" y="1652458"/>
                  </a:lnTo>
                  <a:lnTo>
                    <a:pt x="4160639" y="1652458"/>
                  </a:lnTo>
                  <a:lnTo>
                    <a:pt x="4160765" y="1652458"/>
                  </a:lnTo>
                  <a:lnTo>
                    <a:pt x="4160891" y="1652458"/>
                  </a:lnTo>
                  <a:lnTo>
                    <a:pt x="4161017" y="1652458"/>
                  </a:lnTo>
                  <a:lnTo>
                    <a:pt x="4161143" y="1652458"/>
                  </a:lnTo>
                  <a:lnTo>
                    <a:pt x="4161269" y="1652458"/>
                  </a:lnTo>
                  <a:lnTo>
                    <a:pt x="4161395" y="1652458"/>
                  </a:lnTo>
                  <a:lnTo>
                    <a:pt x="4161521" y="1652458"/>
                  </a:lnTo>
                  <a:lnTo>
                    <a:pt x="4161647" y="1652458"/>
                  </a:lnTo>
                  <a:lnTo>
                    <a:pt x="4161773" y="1652458"/>
                  </a:lnTo>
                  <a:lnTo>
                    <a:pt x="4161900" y="1652458"/>
                  </a:lnTo>
                  <a:lnTo>
                    <a:pt x="4162026" y="1652458"/>
                  </a:lnTo>
                  <a:lnTo>
                    <a:pt x="4162152" y="1652458"/>
                  </a:lnTo>
                  <a:lnTo>
                    <a:pt x="4162278" y="1652458"/>
                  </a:lnTo>
                  <a:lnTo>
                    <a:pt x="4162404" y="1652458"/>
                  </a:lnTo>
                  <a:lnTo>
                    <a:pt x="4162530" y="1652458"/>
                  </a:lnTo>
                  <a:lnTo>
                    <a:pt x="4162656" y="1652458"/>
                  </a:lnTo>
                  <a:lnTo>
                    <a:pt x="4162656" y="1647179"/>
                  </a:lnTo>
                  <a:lnTo>
                    <a:pt x="4162782" y="1647179"/>
                  </a:lnTo>
                  <a:lnTo>
                    <a:pt x="4162908" y="1647179"/>
                  </a:lnTo>
                  <a:lnTo>
                    <a:pt x="4163034" y="1647179"/>
                  </a:lnTo>
                  <a:lnTo>
                    <a:pt x="4163160" y="1647179"/>
                  </a:lnTo>
                  <a:lnTo>
                    <a:pt x="4163287" y="1647179"/>
                  </a:lnTo>
                  <a:lnTo>
                    <a:pt x="4163413" y="1647179"/>
                  </a:lnTo>
                  <a:lnTo>
                    <a:pt x="4163539" y="1647179"/>
                  </a:lnTo>
                  <a:lnTo>
                    <a:pt x="4163665" y="1647179"/>
                  </a:lnTo>
                  <a:lnTo>
                    <a:pt x="4163791" y="1647179"/>
                  </a:lnTo>
                  <a:lnTo>
                    <a:pt x="4163917" y="1647179"/>
                  </a:lnTo>
                  <a:lnTo>
                    <a:pt x="4164043" y="1647179"/>
                  </a:lnTo>
                  <a:lnTo>
                    <a:pt x="4164169" y="1647179"/>
                  </a:lnTo>
                  <a:lnTo>
                    <a:pt x="4164169" y="1641900"/>
                  </a:lnTo>
                  <a:lnTo>
                    <a:pt x="4164295" y="1641900"/>
                  </a:lnTo>
                  <a:lnTo>
                    <a:pt x="4164421" y="1641900"/>
                  </a:lnTo>
                  <a:lnTo>
                    <a:pt x="4164547" y="1641900"/>
                  </a:lnTo>
                  <a:lnTo>
                    <a:pt x="4164673" y="1641900"/>
                  </a:lnTo>
                  <a:lnTo>
                    <a:pt x="4164800" y="1641900"/>
                  </a:lnTo>
                  <a:lnTo>
                    <a:pt x="4164926" y="1641900"/>
                  </a:lnTo>
                  <a:lnTo>
                    <a:pt x="4165052" y="1641900"/>
                  </a:lnTo>
                  <a:lnTo>
                    <a:pt x="4165178" y="1641900"/>
                  </a:lnTo>
                  <a:lnTo>
                    <a:pt x="4165304" y="1641900"/>
                  </a:lnTo>
                  <a:lnTo>
                    <a:pt x="4165430" y="1641900"/>
                  </a:lnTo>
                  <a:lnTo>
                    <a:pt x="4165556" y="1641900"/>
                  </a:lnTo>
                  <a:lnTo>
                    <a:pt x="4165682" y="1641900"/>
                  </a:lnTo>
                  <a:lnTo>
                    <a:pt x="4165808" y="1641900"/>
                  </a:lnTo>
                  <a:lnTo>
                    <a:pt x="4165934" y="1641900"/>
                  </a:lnTo>
                  <a:lnTo>
                    <a:pt x="4166060" y="1641900"/>
                  </a:lnTo>
                  <a:lnTo>
                    <a:pt x="4166187" y="1641900"/>
                  </a:lnTo>
                  <a:lnTo>
                    <a:pt x="4166313" y="1641900"/>
                  </a:lnTo>
                  <a:lnTo>
                    <a:pt x="4166439" y="1641900"/>
                  </a:lnTo>
                  <a:lnTo>
                    <a:pt x="4166565" y="1641900"/>
                  </a:lnTo>
                  <a:lnTo>
                    <a:pt x="4166691" y="1641900"/>
                  </a:lnTo>
                  <a:lnTo>
                    <a:pt x="4166817" y="1641900"/>
                  </a:lnTo>
                  <a:lnTo>
                    <a:pt x="4166943" y="1641900"/>
                  </a:lnTo>
                  <a:lnTo>
                    <a:pt x="4167069" y="1641900"/>
                  </a:lnTo>
                  <a:lnTo>
                    <a:pt x="4167195" y="1641900"/>
                  </a:lnTo>
                  <a:lnTo>
                    <a:pt x="4167321" y="1641900"/>
                  </a:lnTo>
                  <a:lnTo>
                    <a:pt x="4167447" y="1641900"/>
                  </a:lnTo>
                  <a:lnTo>
                    <a:pt x="4167574" y="1641900"/>
                  </a:lnTo>
                  <a:lnTo>
                    <a:pt x="4167700" y="1641900"/>
                  </a:lnTo>
                  <a:lnTo>
                    <a:pt x="4167826" y="1641900"/>
                  </a:lnTo>
                  <a:lnTo>
                    <a:pt x="4167952" y="1641900"/>
                  </a:lnTo>
                  <a:lnTo>
                    <a:pt x="4168078" y="1641900"/>
                  </a:lnTo>
                  <a:lnTo>
                    <a:pt x="4168204" y="1641900"/>
                  </a:lnTo>
                  <a:lnTo>
                    <a:pt x="4168204" y="1636620"/>
                  </a:lnTo>
                  <a:lnTo>
                    <a:pt x="4168330" y="1636620"/>
                  </a:lnTo>
                  <a:lnTo>
                    <a:pt x="4168456" y="1636620"/>
                  </a:lnTo>
                  <a:lnTo>
                    <a:pt x="4168582" y="1636620"/>
                  </a:lnTo>
                  <a:lnTo>
                    <a:pt x="4168708" y="1636620"/>
                  </a:lnTo>
                  <a:lnTo>
                    <a:pt x="4168834" y="1636620"/>
                  </a:lnTo>
                  <a:lnTo>
                    <a:pt x="4168960" y="1636620"/>
                  </a:lnTo>
                  <a:lnTo>
                    <a:pt x="4169087" y="1636620"/>
                  </a:lnTo>
                  <a:lnTo>
                    <a:pt x="4169087" y="1631341"/>
                  </a:lnTo>
                  <a:lnTo>
                    <a:pt x="4169213" y="1631341"/>
                  </a:lnTo>
                  <a:lnTo>
                    <a:pt x="4169339" y="1631341"/>
                  </a:lnTo>
                  <a:lnTo>
                    <a:pt x="4169465" y="1631341"/>
                  </a:lnTo>
                  <a:lnTo>
                    <a:pt x="4169591" y="1631341"/>
                  </a:lnTo>
                  <a:lnTo>
                    <a:pt x="4169717" y="1631341"/>
                  </a:lnTo>
                  <a:lnTo>
                    <a:pt x="4169843" y="1631341"/>
                  </a:lnTo>
                  <a:lnTo>
                    <a:pt x="4169969" y="1631341"/>
                  </a:lnTo>
                  <a:lnTo>
                    <a:pt x="4170095" y="1631341"/>
                  </a:lnTo>
                  <a:lnTo>
                    <a:pt x="4170221" y="1631341"/>
                  </a:lnTo>
                  <a:lnTo>
                    <a:pt x="4170347" y="1631341"/>
                  </a:lnTo>
                  <a:lnTo>
                    <a:pt x="4170474" y="1631341"/>
                  </a:lnTo>
                  <a:lnTo>
                    <a:pt x="4170600" y="1631341"/>
                  </a:lnTo>
                  <a:lnTo>
                    <a:pt x="4170726" y="1631341"/>
                  </a:lnTo>
                  <a:lnTo>
                    <a:pt x="4170852" y="1631341"/>
                  </a:lnTo>
                  <a:lnTo>
                    <a:pt x="4170978" y="1631341"/>
                  </a:lnTo>
                  <a:lnTo>
                    <a:pt x="4171104" y="1631341"/>
                  </a:lnTo>
                  <a:lnTo>
                    <a:pt x="4171230" y="1631341"/>
                  </a:lnTo>
                  <a:lnTo>
                    <a:pt x="4171356" y="1631341"/>
                  </a:lnTo>
                  <a:lnTo>
                    <a:pt x="4171482" y="1631341"/>
                  </a:lnTo>
                  <a:lnTo>
                    <a:pt x="4171608" y="1631341"/>
                  </a:lnTo>
                  <a:lnTo>
                    <a:pt x="4171734" y="1631341"/>
                  </a:lnTo>
                  <a:lnTo>
                    <a:pt x="4171860" y="1631341"/>
                  </a:lnTo>
                  <a:lnTo>
                    <a:pt x="4171987" y="1631341"/>
                  </a:lnTo>
                  <a:lnTo>
                    <a:pt x="4172113" y="1631341"/>
                  </a:lnTo>
                  <a:lnTo>
                    <a:pt x="4172239" y="1631341"/>
                  </a:lnTo>
                  <a:lnTo>
                    <a:pt x="4172365" y="1631341"/>
                  </a:lnTo>
                  <a:lnTo>
                    <a:pt x="4172491" y="1631341"/>
                  </a:lnTo>
                  <a:lnTo>
                    <a:pt x="4172617" y="1631341"/>
                  </a:lnTo>
                  <a:lnTo>
                    <a:pt x="4172743" y="1631341"/>
                  </a:lnTo>
                  <a:lnTo>
                    <a:pt x="4172869" y="1631341"/>
                  </a:lnTo>
                  <a:lnTo>
                    <a:pt x="4172995" y="1631341"/>
                  </a:lnTo>
                  <a:lnTo>
                    <a:pt x="4173121" y="1631341"/>
                  </a:lnTo>
                  <a:lnTo>
                    <a:pt x="4173247" y="1631341"/>
                  </a:lnTo>
                  <a:lnTo>
                    <a:pt x="4173374" y="1631341"/>
                  </a:lnTo>
                  <a:lnTo>
                    <a:pt x="4173500" y="1631341"/>
                  </a:lnTo>
                  <a:lnTo>
                    <a:pt x="4173626" y="1631341"/>
                  </a:lnTo>
                  <a:lnTo>
                    <a:pt x="4173752" y="1631341"/>
                  </a:lnTo>
                  <a:lnTo>
                    <a:pt x="4173878" y="1631341"/>
                  </a:lnTo>
                  <a:lnTo>
                    <a:pt x="4174004" y="1631341"/>
                  </a:lnTo>
                  <a:lnTo>
                    <a:pt x="4174130" y="1631341"/>
                  </a:lnTo>
                  <a:lnTo>
                    <a:pt x="4174256" y="1631341"/>
                  </a:lnTo>
                  <a:lnTo>
                    <a:pt x="4174382" y="1631341"/>
                  </a:lnTo>
                  <a:lnTo>
                    <a:pt x="4174508" y="1631341"/>
                  </a:lnTo>
                  <a:lnTo>
                    <a:pt x="4174634" y="1631341"/>
                  </a:lnTo>
                  <a:lnTo>
                    <a:pt x="4174761" y="1631341"/>
                  </a:lnTo>
                  <a:lnTo>
                    <a:pt x="4174887" y="1631341"/>
                  </a:lnTo>
                  <a:lnTo>
                    <a:pt x="4175013" y="1631341"/>
                  </a:lnTo>
                  <a:lnTo>
                    <a:pt x="4175139" y="1631341"/>
                  </a:lnTo>
                  <a:lnTo>
                    <a:pt x="4175265" y="1631341"/>
                  </a:lnTo>
                  <a:lnTo>
                    <a:pt x="4175391" y="1631341"/>
                  </a:lnTo>
                  <a:lnTo>
                    <a:pt x="4175517" y="1631341"/>
                  </a:lnTo>
                  <a:lnTo>
                    <a:pt x="4175643" y="1631341"/>
                  </a:lnTo>
                  <a:lnTo>
                    <a:pt x="4175769" y="1631341"/>
                  </a:lnTo>
                  <a:lnTo>
                    <a:pt x="4175895" y="1631341"/>
                  </a:lnTo>
                  <a:lnTo>
                    <a:pt x="4176021" y="1631341"/>
                  </a:lnTo>
                  <a:lnTo>
                    <a:pt x="4176147" y="1631341"/>
                  </a:lnTo>
                  <a:lnTo>
                    <a:pt x="4176274" y="1631341"/>
                  </a:lnTo>
                  <a:lnTo>
                    <a:pt x="4176400" y="1631341"/>
                  </a:lnTo>
                  <a:lnTo>
                    <a:pt x="4176526" y="1631341"/>
                  </a:lnTo>
                  <a:lnTo>
                    <a:pt x="4176652" y="1631341"/>
                  </a:lnTo>
                  <a:lnTo>
                    <a:pt x="4176778" y="1631341"/>
                  </a:lnTo>
                  <a:lnTo>
                    <a:pt x="4176904" y="1631341"/>
                  </a:lnTo>
                  <a:lnTo>
                    <a:pt x="4177030" y="1631341"/>
                  </a:lnTo>
                  <a:lnTo>
                    <a:pt x="4177156" y="1631341"/>
                  </a:lnTo>
                  <a:lnTo>
                    <a:pt x="4177282" y="1631341"/>
                  </a:lnTo>
                  <a:lnTo>
                    <a:pt x="4177408" y="1631341"/>
                  </a:lnTo>
                  <a:lnTo>
                    <a:pt x="4177534" y="1631341"/>
                  </a:lnTo>
                  <a:lnTo>
                    <a:pt x="4177661" y="1631341"/>
                  </a:lnTo>
                  <a:lnTo>
                    <a:pt x="4177787" y="1631341"/>
                  </a:lnTo>
                  <a:lnTo>
                    <a:pt x="4177913" y="1631341"/>
                  </a:lnTo>
                  <a:lnTo>
                    <a:pt x="4178039" y="1631341"/>
                  </a:lnTo>
                  <a:lnTo>
                    <a:pt x="4178165" y="1631341"/>
                  </a:lnTo>
                  <a:lnTo>
                    <a:pt x="4178291" y="1631341"/>
                  </a:lnTo>
                  <a:lnTo>
                    <a:pt x="4178417" y="1631341"/>
                  </a:lnTo>
                  <a:lnTo>
                    <a:pt x="4178543" y="1631341"/>
                  </a:lnTo>
                  <a:lnTo>
                    <a:pt x="4178669" y="1631341"/>
                  </a:lnTo>
                  <a:lnTo>
                    <a:pt x="4178669" y="1626061"/>
                  </a:lnTo>
                  <a:lnTo>
                    <a:pt x="4178795" y="1626061"/>
                  </a:lnTo>
                  <a:lnTo>
                    <a:pt x="4178921" y="1626061"/>
                  </a:lnTo>
                  <a:lnTo>
                    <a:pt x="4179047" y="1626061"/>
                  </a:lnTo>
                  <a:lnTo>
                    <a:pt x="4179174" y="1626061"/>
                  </a:lnTo>
                  <a:lnTo>
                    <a:pt x="4179300" y="1626061"/>
                  </a:lnTo>
                  <a:lnTo>
                    <a:pt x="4179426" y="1626061"/>
                  </a:lnTo>
                  <a:lnTo>
                    <a:pt x="4179552" y="1626061"/>
                  </a:lnTo>
                  <a:lnTo>
                    <a:pt x="4179678" y="1626061"/>
                  </a:lnTo>
                  <a:lnTo>
                    <a:pt x="4179804" y="1626061"/>
                  </a:lnTo>
                  <a:lnTo>
                    <a:pt x="4179930" y="1626061"/>
                  </a:lnTo>
                  <a:lnTo>
                    <a:pt x="4180056" y="1626061"/>
                  </a:lnTo>
                  <a:lnTo>
                    <a:pt x="4180182" y="1626061"/>
                  </a:lnTo>
                  <a:lnTo>
                    <a:pt x="4180308" y="1626061"/>
                  </a:lnTo>
                  <a:lnTo>
                    <a:pt x="4180434" y="1626061"/>
                  </a:lnTo>
                  <a:lnTo>
                    <a:pt x="4180561" y="1626061"/>
                  </a:lnTo>
                  <a:lnTo>
                    <a:pt x="4180687" y="1626061"/>
                  </a:lnTo>
                  <a:lnTo>
                    <a:pt x="4180813" y="1626061"/>
                  </a:lnTo>
                  <a:lnTo>
                    <a:pt x="4180939" y="1626061"/>
                  </a:lnTo>
                  <a:lnTo>
                    <a:pt x="4181065" y="1626061"/>
                  </a:lnTo>
                  <a:lnTo>
                    <a:pt x="4181191" y="1626061"/>
                  </a:lnTo>
                  <a:lnTo>
                    <a:pt x="4181317" y="1626061"/>
                  </a:lnTo>
                  <a:lnTo>
                    <a:pt x="4181443" y="1626061"/>
                  </a:lnTo>
                  <a:lnTo>
                    <a:pt x="4181569" y="1626061"/>
                  </a:lnTo>
                  <a:lnTo>
                    <a:pt x="4181695" y="1626061"/>
                  </a:lnTo>
                  <a:lnTo>
                    <a:pt x="4181821" y="1626061"/>
                  </a:lnTo>
                  <a:lnTo>
                    <a:pt x="4181948" y="1626061"/>
                  </a:lnTo>
                  <a:lnTo>
                    <a:pt x="4182074" y="1626061"/>
                  </a:lnTo>
                  <a:lnTo>
                    <a:pt x="4182200" y="1626061"/>
                  </a:lnTo>
                  <a:lnTo>
                    <a:pt x="4182326" y="1626061"/>
                  </a:lnTo>
                  <a:lnTo>
                    <a:pt x="4182452" y="1626061"/>
                  </a:lnTo>
                  <a:lnTo>
                    <a:pt x="4182578" y="1626061"/>
                  </a:lnTo>
                  <a:lnTo>
                    <a:pt x="4182704" y="1626061"/>
                  </a:lnTo>
                  <a:lnTo>
                    <a:pt x="4182830" y="1626061"/>
                  </a:lnTo>
                  <a:lnTo>
                    <a:pt x="4182956" y="1626061"/>
                  </a:lnTo>
                  <a:lnTo>
                    <a:pt x="4183082" y="1626061"/>
                  </a:lnTo>
                  <a:lnTo>
                    <a:pt x="4183208" y="1626061"/>
                  </a:lnTo>
                  <a:lnTo>
                    <a:pt x="4183334" y="1626061"/>
                  </a:lnTo>
                  <a:lnTo>
                    <a:pt x="4183461" y="1626061"/>
                  </a:lnTo>
                  <a:lnTo>
                    <a:pt x="4183587" y="1626061"/>
                  </a:lnTo>
                  <a:lnTo>
                    <a:pt x="4183713" y="1626061"/>
                  </a:lnTo>
                  <a:lnTo>
                    <a:pt x="4183839" y="1626061"/>
                  </a:lnTo>
                  <a:lnTo>
                    <a:pt x="4183965" y="1626061"/>
                  </a:lnTo>
                  <a:lnTo>
                    <a:pt x="4184091" y="1626061"/>
                  </a:lnTo>
                  <a:lnTo>
                    <a:pt x="4184217" y="1626061"/>
                  </a:lnTo>
                  <a:lnTo>
                    <a:pt x="4184343" y="1626061"/>
                  </a:lnTo>
                  <a:lnTo>
                    <a:pt x="4184469" y="1626061"/>
                  </a:lnTo>
                  <a:lnTo>
                    <a:pt x="4184595" y="1626061"/>
                  </a:lnTo>
                  <a:lnTo>
                    <a:pt x="4184721" y="1626061"/>
                  </a:lnTo>
                  <a:lnTo>
                    <a:pt x="4184848" y="1626061"/>
                  </a:lnTo>
                  <a:lnTo>
                    <a:pt x="4184974" y="1626061"/>
                  </a:lnTo>
                  <a:lnTo>
                    <a:pt x="4185100" y="1626061"/>
                  </a:lnTo>
                  <a:lnTo>
                    <a:pt x="4185226" y="1626061"/>
                  </a:lnTo>
                  <a:lnTo>
                    <a:pt x="4185352" y="1626061"/>
                  </a:lnTo>
                  <a:lnTo>
                    <a:pt x="4185478" y="1626061"/>
                  </a:lnTo>
                  <a:lnTo>
                    <a:pt x="4185604" y="1626061"/>
                  </a:lnTo>
                  <a:lnTo>
                    <a:pt x="4185730" y="1626061"/>
                  </a:lnTo>
                  <a:lnTo>
                    <a:pt x="4185856" y="1626061"/>
                  </a:lnTo>
                  <a:lnTo>
                    <a:pt x="4185982" y="1626061"/>
                  </a:lnTo>
                  <a:lnTo>
                    <a:pt x="4186108" y="1626061"/>
                  </a:lnTo>
                  <a:lnTo>
                    <a:pt x="4186234" y="1626061"/>
                  </a:lnTo>
                  <a:lnTo>
                    <a:pt x="4186361" y="1626061"/>
                  </a:lnTo>
                  <a:lnTo>
                    <a:pt x="4186487" y="1626061"/>
                  </a:lnTo>
                  <a:lnTo>
                    <a:pt x="4186613" y="1626061"/>
                  </a:lnTo>
                  <a:lnTo>
                    <a:pt x="4186739" y="1626061"/>
                  </a:lnTo>
                  <a:lnTo>
                    <a:pt x="4186865" y="1626061"/>
                  </a:lnTo>
                  <a:lnTo>
                    <a:pt x="4186991" y="1626061"/>
                  </a:lnTo>
                  <a:lnTo>
                    <a:pt x="4187117" y="1626061"/>
                  </a:lnTo>
                  <a:lnTo>
                    <a:pt x="4187243" y="1626061"/>
                  </a:lnTo>
                  <a:lnTo>
                    <a:pt x="4187369" y="1626061"/>
                  </a:lnTo>
                  <a:lnTo>
                    <a:pt x="4187495" y="1626061"/>
                  </a:lnTo>
                  <a:lnTo>
                    <a:pt x="4187621" y="1626061"/>
                  </a:lnTo>
                  <a:lnTo>
                    <a:pt x="4187748" y="1626061"/>
                  </a:lnTo>
                  <a:lnTo>
                    <a:pt x="4187874" y="1626061"/>
                  </a:lnTo>
                  <a:lnTo>
                    <a:pt x="4188000" y="1626061"/>
                  </a:lnTo>
                  <a:lnTo>
                    <a:pt x="4188126" y="1626061"/>
                  </a:lnTo>
                  <a:lnTo>
                    <a:pt x="4188126" y="1620782"/>
                  </a:lnTo>
                  <a:lnTo>
                    <a:pt x="4188252" y="1620782"/>
                  </a:lnTo>
                  <a:lnTo>
                    <a:pt x="4188378" y="1620782"/>
                  </a:lnTo>
                  <a:lnTo>
                    <a:pt x="4188504" y="1620782"/>
                  </a:lnTo>
                  <a:lnTo>
                    <a:pt x="4188630" y="1620782"/>
                  </a:lnTo>
                  <a:lnTo>
                    <a:pt x="4188756" y="1620782"/>
                  </a:lnTo>
                  <a:lnTo>
                    <a:pt x="4188882" y="1620782"/>
                  </a:lnTo>
                  <a:lnTo>
                    <a:pt x="4189008" y="1620782"/>
                  </a:lnTo>
                  <a:lnTo>
                    <a:pt x="4189134" y="1620782"/>
                  </a:lnTo>
                  <a:lnTo>
                    <a:pt x="4189261" y="1620782"/>
                  </a:lnTo>
                  <a:lnTo>
                    <a:pt x="4189387" y="1620782"/>
                  </a:lnTo>
                  <a:lnTo>
                    <a:pt x="4189513" y="1620782"/>
                  </a:lnTo>
                  <a:lnTo>
                    <a:pt x="4189639" y="1620782"/>
                  </a:lnTo>
                  <a:lnTo>
                    <a:pt x="4189765" y="1620782"/>
                  </a:lnTo>
                  <a:lnTo>
                    <a:pt x="4189891" y="1620782"/>
                  </a:lnTo>
                  <a:lnTo>
                    <a:pt x="4190017" y="1620782"/>
                  </a:lnTo>
                  <a:lnTo>
                    <a:pt x="4190143" y="1620782"/>
                  </a:lnTo>
                  <a:lnTo>
                    <a:pt x="4190269" y="1620782"/>
                  </a:lnTo>
                  <a:lnTo>
                    <a:pt x="4190395" y="1620782"/>
                  </a:lnTo>
                  <a:lnTo>
                    <a:pt x="4190521" y="1620782"/>
                  </a:lnTo>
                  <a:lnTo>
                    <a:pt x="4190648" y="1620782"/>
                  </a:lnTo>
                  <a:lnTo>
                    <a:pt x="4190774" y="1620782"/>
                  </a:lnTo>
                  <a:lnTo>
                    <a:pt x="4190900" y="1620782"/>
                  </a:lnTo>
                  <a:lnTo>
                    <a:pt x="4191026" y="1620782"/>
                  </a:lnTo>
                  <a:lnTo>
                    <a:pt x="4191152" y="1620782"/>
                  </a:lnTo>
                  <a:lnTo>
                    <a:pt x="4191278" y="1620782"/>
                  </a:lnTo>
                  <a:lnTo>
                    <a:pt x="4191404" y="1620782"/>
                  </a:lnTo>
                  <a:lnTo>
                    <a:pt x="4191530" y="1620782"/>
                  </a:lnTo>
                  <a:lnTo>
                    <a:pt x="4191656" y="1620782"/>
                  </a:lnTo>
                  <a:lnTo>
                    <a:pt x="4191782" y="1620782"/>
                  </a:lnTo>
                  <a:lnTo>
                    <a:pt x="4191908" y="1620782"/>
                  </a:lnTo>
                  <a:lnTo>
                    <a:pt x="4192035" y="1620782"/>
                  </a:lnTo>
                  <a:lnTo>
                    <a:pt x="4192161" y="1620782"/>
                  </a:lnTo>
                  <a:lnTo>
                    <a:pt x="4192287" y="1620782"/>
                  </a:lnTo>
                  <a:lnTo>
                    <a:pt x="4192413" y="1620782"/>
                  </a:lnTo>
                  <a:lnTo>
                    <a:pt x="4192539" y="1620782"/>
                  </a:lnTo>
                  <a:lnTo>
                    <a:pt x="4192665" y="1620782"/>
                  </a:lnTo>
                  <a:lnTo>
                    <a:pt x="4192791" y="1620782"/>
                  </a:lnTo>
                  <a:lnTo>
                    <a:pt x="4192917" y="1620782"/>
                  </a:lnTo>
                  <a:lnTo>
                    <a:pt x="4193043" y="1620782"/>
                  </a:lnTo>
                  <a:lnTo>
                    <a:pt x="4193169" y="1620782"/>
                  </a:lnTo>
                  <a:lnTo>
                    <a:pt x="4193295" y="1620782"/>
                  </a:lnTo>
                  <a:lnTo>
                    <a:pt x="4193421" y="1620782"/>
                  </a:lnTo>
                  <a:lnTo>
                    <a:pt x="4193548" y="1620782"/>
                  </a:lnTo>
                  <a:lnTo>
                    <a:pt x="4193674" y="1620782"/>
                  </a:lnTo>
                  <a:lnTo>
                    <a:pt x="4193800" y="1620782"/>
                  </a:lnTo>
                  <a:lnTo>
                    <a:pt x="4193926" y="1620782"/>
                  </a:lnTo>
                  <a:lnTo>
                    <a:pt x="4194052" y="1620782"/>
                  </a:lnTo>
                  <a:lnTo>
                    <a:pt x="4194178" y="1620782"/>
                  </a:lnTo>
                  <a:lnTo>
                    <a:pt x="4194178" y="1615502"/>
                  </a:lnTo>
                  <a:lnTo>
                    <a:pt x="4194304" y="1615502"/>
                  </a:lnTo>
                  <a:lnTo>
                    <a:pt x="4194430" y="1615502"/>
                  </a:lnTo>
                  <a:lnTo>
                    <a:pt x="4194556" y="1615502"/>
                  </a:lnTo>
                  <a:lnTo>
                    <a:pt x="4194682" y="1615502"/>
                  </a:lnTo>
                  <a:lnTo>
                    <a:pt x="4194808" y="1615502"/>
                  </a:lnTo>
                  <a:lnTo>
                    <a:pt x="4194935" y="1615502"/>
                  </a:lnTo>
                  <a:lnTo>
                    <a:pt x="4195061" y="1615502"/>
                  </a:lnTo>
                  <a:lnTo>
                    <a:pt x="4195187" y="1615502"/>
                  </a:lnTo>
                  <a:lnTo>
                    <a:pt x="4195313" y="1615502"/>
                  </a:lnTo>
                  <a:lnTo>
                    <a:pt x="4195439" y="1615502"/>
                  </a:lnTo>
                  <a:lnTo>
                    <a:pt x="4195565" y="1615502"/>
                  </a:lnTo>
                  <a:lnTo>
                    <a:pt x="4195691" y="1615502"/>
                  </a:lnTo>
                  <a:lnTo>
                    <a:pt x="4195817" y="1615502"/>
                  </a:lnTo>
                  <a:lnTo>
                    <a:pt x="4195943" y="1615502"/>
                  </a:lnTo>
                  <a:lnTo>
                    <a:pt x="4196069" y="1615502"/>
                  </a:lnTo>
                  <a:lnTo>
                    <a:pt x="4196195" y="1615502"/>
                  </a:lnTo>
                  <a:lnTo>
                    <a:pt x="4196321" y="1615502"/>
                  </a:lnTo>
                  <a:lnTo>
                    <a:pt x="4196448" y="1615502"/>
                  </a:lnTo>
                  <a:lnTo>
                    <a:pt x="4196574" y="1615502"/>
                  </a:lnTo>
                  <a:lnTo>
                    <a:pt x="4196700" y="1615502"/>
                  </a:lnTo>
                  <a:lnTo>
                    <a:pt x="4196826" y="1615502"/>
                  </a:lnTo>
                  <a:lnTo>
                    <a:pt x="4196826" y="1610223"/>
                  </a:lnTo>
                  <a:lnTo>
                    <a:pt x="4196952" y="1610223"/>
                  </a:lnTo>
                  <a:lnTo>
                    <a:pt x="4197078" y="1610223"/>
                  </a:lnTo>
                  <a:lnTo>
                    <a:pt x="4197204" y="1610223"/>
                  </a:lnTo>
                  <a:lnTo>
                    <a:pt x="4197330" y="1610223"/>
                  </a:lnTo>
                  <a:lnTo>
                    <a:pt x="4197456" y="1610223"/>
                  </a:lnTo>
                  <a:lnTo>
                    <a:pt x="4197582" y="1610223"/>
                  </a:lnTo>
                  <a:lnTo>
                    <a:pt x="4197708" y="1610223"/>
                  </a:lnTo>
                  <a:lnTo>
                    <a:pt x="4197835" y="1610223"/>
                  </a:lnTo>
                  <a:lnTo>
                    <a:pt x="4197961" y="1610223"/>
                  </a:lnTo>
                  <a:lnTo>
                    <a:pt x="4198087" y="1610223"/>
                  </a:lnTo>
                  <a:lnTo>
                    <a:pt x="4198213" y="1610223"/>
                  </a:lnTo>
                  <a:lnTo>
                    <a:pt x="4198339" y="1610223"/>
                  </a:lnTo>
                  <a:lnTo>
                    <a:pt x="4198465" y="1610223"/>
                  </a:lnTo>
                  <a:lnTo>
                    <a:pt x="4198591" y="1610223"/>
                  </a:lnTo>
                  <a:lnTo>
                    <a:pt x="4198717" y="1610223"/>
                  </a:lnTo>
                  <a:lnTo>
                    <a:pt x="4198843" y="1610223"/>
                  </a:lnTo>
                  <a:lnTo>
                    <a:pt x="4198843" y="1604944"/>
                  </a:lnTo>
                  <a:lnTo>
                    <a:pt x="4198969" y="1604944"/>
                  </a:lnTo>
                  <a:lnTo>
                    <a:pt x="4199095" y="1604944"/>
                  </a:lnTo>
                  <a:lnTo>
                    <a:pt x="4199222" y="1604944"/>
                  </a:lnTo>
                  <a:lnTo>
                    <a:pt x="4199348" y="1604944"/>
                  </a:lnTo>
                  <a:lnTo>
                    <a:pt x="4199474" y="1604944"/>
                  </a:lnTo>
                  <a:lnTo>
                    <a:pt x="4199600" y="1604944"/>
                  </a:lnTo>
                  <a:lnTo>
                    <a:pt x="4199726" y="1604944"/>
                  </a:lnTo>
                  <a:lnTo>
                    <a:pt x="4199852" y="1604944"/>
                  </a:lnTo>
                  <a:lnTo>
                    <a:pt x="4199978" y="1604944"/>
                  </a:lnTo>
                  <a:lnTo>
                    <a:pt x="4200104" y="1604944"/>
                  </a:lnTo>
                  <a:lnTo>
                    <a:pt x="4200104" y="1599664"/>
                  </a:lnTo>
                  <a:lnTo>
                    <a:pt x="4200230" y="1599664"/>
                  </a:lnTo>
                  <a:lnTo>
                    <a:pt x="4200356" y="1599664"/>
                  </a:lnTo>
                  <a:lnTo>
                    <a:pt x="4200482" y="1599664"/>
                  </a:lnTo>
                  <a:lnTo>
                    <a:pt x="4200608" y="1599664"/>
                  </a:lnTo>
                  <a:lnTo>
                    <a:pt x="4200735" y="1599664"/>
                  </a:lnTo>
                  <a:lnTo>
                    <a:pt x="4200861" y="1599664"/>
                  </a:lnTo>
                  <a:lnTo>
                    <a:pt x="4200987" y="1599664"/>
                  </a:lnTo>
                  <a:lnTo>
                    <a:pt x="4201113" y="1599664"/>
                  </a:lnTo>
                  <a:lnTo>
                    <a:pt x="4201239" y="1599664"/>
                  </a:lnTo>
                  <a:lnTo>
                    <a:pt x="4201365" y="1599664"/>
                  </a:lnTo>
                  <a:lnTo>
                    <a:pt x="4201491" y="1599664"/>
                  </a:lnTo>
                  <a:lnTo>
                    <a:pt x="4201617" y="1599664"/>
                  </a:lnTo>
                  <a:lnTo>
                    <a:pt x="4201743" y="1599664"/>
                  </a:lnTo>
                  <a:lnTo>
                    <a:pt x="4201869" y="1599664"/>
                  </a:lnTo>
                  <a:lnTo>
                    <a:pt x="4201995" y="1599664"/>
                  </a:lnTo>
                  <a:lnTo>
                    <a:pt x="4202122" y="1599664"/>
                  </a:lnTo>
                  <a:lnTo>
                    <a:pt x="4202248" y="1599664"/>
                  </a:lnTo>
                  <a:lnTo>
                    <a:pt x="4202374" y="1599664"/>
                  </a:lnTo>
                  <a:lnTo>
                    <a:pt x="4202500" y="1599664"/>
                  </a:lnTo>
                  <a:lnTo>
                    <a:pt x="4202626" y="1599664"/>
                  </a:lnTo>
                  <a:lnTo>
                    <a:pt x="4202752" y="1599664"/>
                  </a:lnTo>
                  <a:lnTo>
                    <a:pt x="4202878" y="1599664"/>
                  </a:lnTo>
                  <a:lnTo>
                    <a:pt x="4203004" y="1599664"/>
                  </a:lnTo>
                  <a:lnTo>
                    <a:pt x="4203130" y="1599664"/>
                  </a:lnTo>
                  <a:lnTo>
                    <a:pt x="4203256" y="1599664"/>
                  </a:lnTo>
                  <a:lnTo>
                    <a:pt x="4203382" y="1599664"/>
                  </a:lnTo>
                  <a:lnTo>
                    <a:pt x="4203508" y="1599664"/>
                  </a:lnTo>
                  <a:lnTo>
                    <a:pt x="4203635" y="1599664"/>
                  </a:lnTo>
                  <a:lnTo>
                    <a:pt x="4203761" y="1599664"/>
                  </a:lnTo>
                  <a:lnTo>
                    <a:pt x="4203887" y="1599664"/>
                  </a:lnTo>
                  <a:lnTo>
                    <a:pt x="4204013" y="1599664"/>
                  </a:lnTo>
                  <a:lnTo>
                    <a:pt x="4204139" y="1599664"/>
                  </a:lnTo>
                  <a:lnTo>
                    <a:pt x="4204265" y="1599664"/>
                  </a:lnTo>
                  <a:lnTo>
                    <a:pt x="4204391" y="1599664"/>
                  </a:lnTo>
                  <a:lnTo>
                    <a:pt x="4204517" y="1599664"/>
                  </a:lnTo>
                  <a:lnTo>
                    <a:pt x="4204643" y="1599664"/>
                  </a:lnTo>
                  <a:lnTo>
                    <a:pt x="4204769" y="1599664"/>
                  </a:lnTo>
                  <a:lnTo>
                    <a:pt x="4204895" y="1599664"/>
                  </a:lnTo>
                  <a:lnTo>
                    <a:pt x="4205022" y="1599664"/>
                  </a:lnTo>
                  <a:lnTo>
                    <a:pt x="4205148" y="1599664"/>
                  </a:lnTo>
                  <a:lnTo>
                    <a:pt x="4205274" y="1599664"/>
                  </a:lnTo>
                  <a:lnTo>
                    <a:pt x="4205400" y="1599664"/>
                  </a:lnTo>
                  <a:lnTo>
                    <a:pt x="4205526" y="1599664"/>
                  </a:lnTo>
                  <a:lnTo>
                    <a:pt x="4205652" y="1599664"/>
                  </a:lnTo>
                  <a:lnTo>
                    <a:pt x="4205778" y="1599664"/>
                  </a:lnTo>
                  <a:lnTo>
                    <a:pt x="4205904" y="1599664"/>
                  </a:lnTo>
                  <a:lnTo>
                    <a:pt x="4206030" y="1599664"/>
                  </a:lnTo>
                  <a:lnTo>
                    <a:pt x="4206156" y="1599664"/>
                  </a:lnTo>
                  <a:lnTo>
                    <a:pt x="4206282" y="1599664"/>
                  </a:lnTo>
                  <a:lnTo>
                    <a:pt x="4206408" y="1599664"/>
                  </a:lnTo>
                  <a:lnTo>
                    <a:pt x="4206535" y="1599664"/>
                  </a:lnTo>
                  <a:lnTo>
                    <a:pt x="4206661" y="1599664"/>
                  </a:lnTo>
                  <a:lnTo>
                    <a:pt x="4206787" y="1599664"/>
                  </a:lnTo>
                  <a:lnTo>
                    <a:pt x="4206913" y="1599664"/>
                  </a:lnTo>
                  <a:lnTo>
                    <a:pt x="4207039" y="1599664"/>
                  </a:lnTo>
                  <a:lnTo>
                    <a:pt x="4207165" y="1599664"/>
                  </a:lnTo>
                  <a:lnTo>
                    <a:pt x="4207291" y="1599664"/>
                  </a:lnTo>
                  <a:lnTo>
                    <a:pt x="4207417" y="1599664"/>
                  </a:lnTo>
                  <a:lnTo>
                    <a:pt x="4207543" y="1599664"/>
                  </a:lnTo>
                  <a:lnTo>
                    <a:pt x="4207669" y="1599664"/>
                  </a:lnTo>
                  <a:lnTo>
                    <a:pt x="4207795" y="1599664"/>
                  </a:lnTo>
                  <a:lnTo>
                    <a:pt x="4207922" y="1599664"/>
                  </a:lnTo>
                  <a:lnTo>
                    <a:pt x="4208048" y="1599664"/>
                  </a:lnTo>
                  <a:lnTo>
                    <a:pt x="4208174" y="1599664"/>
                  </a:lnTo>
                  <a:lnTo>
                    <a:pt x="4208300" y="1599664"/>
                  </a:lnTo>
                  <a:lnTo>
                    <a:pt x="4208426" y="1599664"/>
                  </a:lnTo>
                  <a:lnTo>
                    <a:pt x="4208552" y="1599664"/>
                  </a:lnTo>
                  <a:lnTo>
                    <a:pt x="4208678" y="1599664"/>
                  </a:lnTo>
                  <a:lnTo>
                    <a:pt x="4208804" y="1599664"/>
                  </a:lnTo>
                  <a:lnTo>
                    <a:pt x="4208930" y="1599664"/>
                  </a:lnTo>
                  <a:lnTo>
                    <a:pt x="4209056" y="1599664"/>
                  </a:lnTo>
                  <a:lnTo>
                    <a:pt x="4209182" y="1599664"/>
                  </a:lnTo>
                  <a:lnTo>
                    <a:pt x="4209309" y="1599664"/>
                  </a:lnTo>
                  <a:lnTo>
                    <a:pt x="4209435" y="1599664"/>
                  </a:lnTo>
                  <a:lnTo>
                    <a:pt x="4209561" y="1599664"/>
                  </a:lnTo>
                  <a:lnTo>
                    <a:pt x="4209687" y="1599664"/>
                  </a:lnTo>
                  <a:lnTo>
                    <a:pt x="4209813" y="1599664"/>
                  </a:lnTo>
                  <a:lnTo>
                    <a:pt x="4209939" y="1599664"/>
                  </a:lnTo>
                  <a:lnTo>
                    <a:pt x="4210065" y="1599664"/>
                  </a:lnTo>
                  <a:lnTo>
                    <a:pt x="4210191" y="1599664"/>
                  </a:lnTo>
                  <a:lnTo>
                    <a:pt x="4210317" y="1599664"/>
                  </a:lnTo>
                  <a:lnTo>
                    <a:pt x="4210443" y="1599664"/>
                  </a:lnTo>
                  <a:lnTo>
                    <a:pt x="4210569" y="1599664"/>
                  </a:lnTo>
                  <a:lnTo>
                    <a:pt x="4210695" y="1599664"/>
                  </a:lnTo>
                  <a:lnTo>
                    <a:pt x="4210822" y="1599664"/>
                  </a:lnTo>
                  <a:lnTo>
                    <a:pt x="4210948" y="1599664"/>
                  </a:lnTo>
                  <a:lnTo>
                    <a:pt x="4211074" y="1599664"/>
                  </a:lnTo>
                  <a:lnTo>
                    <a:pt x="4211200" y="1599664"/>
                  </a:lnTo>
                  <a:lnTo>
                    <a:pt x="4211326" y="1599664"/>
                  </a:lnTo>
                  <a:lnTo>
                    <a:pt x="4211452" y="1599664"/>
                  </a:lnTo>
                  <a:lnTo>
                    <a:pt x="4211578" y="1599664"/>
                  </a:lnTo>
                  <a:lnTo>
                    <a:pt x="4211704" y="1599664"/>
                  </a:lnTo>
                  <a:lnTo>
                    <a:pt x="4211830" y="1599664"/>
                  </a:lnTo>
                  <a:lnTo>
                    <a:pt x="4211956" y="1599664"/>
                  </a:lnTo>
                  <a:lnTo>
                    <a:pt x="4212082" y="1599664"/>
                  </a:lnTo>
                  <a:lnTo>
                    <a:pt x="4212209" y="1599664"/>
                  </a:lnTo>
                  <a:lnTo>
                    <a:pt x="4212335" y="1599664"/>
                  </a:lnTo>
                  <a:lnTo>
                    <a:pt x="4212461" y="1599664"/>
                  </a:lnTo>
                  <a:lnTo>
                    <a:pt x="4212587" y="1599664"/>
                  </a:lnTo>
                  <a:lnTo>
                    <a:pt x="4212713" y="1599664"/>
                  </a:lnTo>
                  <a:lnTo>
                    <a:pt x="4212839" y="1599664"/>
                  </a:lnTo>
                  <a:lnTo>
                    <a:pt x="4212965" y="1599664"/>
                  </a:lnTo>
                  <a:lnTo>
                    <a:pt x="4213091" y="1599664"/>
                  </a:lnTo>
                  <a:lnTo>
                    <a:pt x="4213217" y="1599664"/>
                  </a:lnTo>
                  <a:lnTo>
                    <a:pt x="4213343" y="1599664"/>
                  </a:lnTo>
                  <a:lnTo>
                    <a:pt x="4213469" y="1599664"/>
                  </a:lnTo>
                  <a:lnTo>
                    <a:pt x="4213595" y="1599664"/>
                  </a:lnTo>
                  <a:lnTo>
                    <a:pt x="4213722" y="1599664"/>
                  </a:lnTo>
                  <a:lnTo>
                    <a:pt x="4213722" y="1594385"/>
                  </a:lnTo>
                  <a:lnTo>
                    <a:pt x="4213848" y="1594385"/>
                  </a:lnTo>
                  <a:lnTo>
                    <a:pt x="4213974" y="1594385"/>
                  </a:lnTo>
                  <a:lnTo>
                    <a:pt x="4214100" y="1594385"/>
                  </a:lnTo>
                  <a:lnTo>
                    <a:pt x="4214100" y="1589105"/>
                  </a:lnTo>
                  <a:lnTo>
                    <a:pt x="4214226" y="1589105"/>
                  </a:lnTo>
                  <a:lnTo>
                    <a:pt x="4214352" y="1589105"/>
                  </a:lnTo>
                  <a:lnTo>
                    <a:pt x="4214478" y="1589105"/>
                  </a:lnTo>
                  <a:lnTo>
                    <a:pt x="4214604" y="1589105"/>
                  </a:lnTo>
                  <a:lnTo>
                    <a:pt x="4214730" y="1589105"/>
                  </a:lnTo>
                  <a:lnTo>
                    <a:pt x="4214730" y="1583826"/>
                  </a:lnTo>
                  <a:lnTo>
                    <a:pt x="4214856" y="1583826"/>
                  </a:lnTo>
                  <a:lnTo>
                    <a:pt x="4214982" y="1583826"/>
                  </a:lnTo>
                  <a:lnTo>
                    <a:pt x="4215109" y="1583826"/>
                  </a:lnTo>
                  <a:lnTo>
                    <a:pt x="4215235" y="1583826"/>
                  </a:lnTo>
                  <a:lnTo>
                    <a:pt x="4215361" y="1583826"/>
                  </a:lnTo>
                  <a:lnTo>
                    <a:pt x="4215487" y="1583826"/>
                  </a:lnTo>
                  <a:lnTo>
                    <a:pt x="4215613" y="1583826"/>
                  </a:lnTo>
                  <a:lnTo>
                    <a:pt x="4215739" y="1583826"/>
                  </a:lnTo>
                  <a:lnTo>
                    <a:pt x="4215865" y="1583826"/>
                  </a:lnTo>
                  <a:lnTo>
                    <a:pt x="4215991" y="1583826"/>
                  </a:lnTo>
                  <a:lnTo>
                    <a:pt x="4216117" y="1583826"/>
                  </a:lnTo>
                  <a:lnTo>
                    <a:pt x="4216243" y="1583826"/>
                  </a:lnTo>
                  <a:lnTo>
                    <a:pt x="4216369" y="1583826"/>
                  </a:lnTo>
                  <a:lnTo>
                    <a:pt x="4216496" y="1583826"/>
                  </a:lnTo>
                  <a:lnTo>
                    <a:pt x="4216622" y="1583826"/>
                  </a:lnTo>
                  <a:lnTo>
                    <a:pt x="4216748" y="1583826"/>
                  </a:lnTo>
                  <a:lnTo>
                    <a:pt x="4216874" y="1583826"/>
                  </a:lnTo>
                  <a:lnTo>
                    <a:pt x="4217000" y="1583826"/>
                  </a:lnTo>
                  <a:lnTo>
                    <a:pt x="4217126" y="1583826"/>
                  </a:lnTo>
                  <a:lnTo>
                    <a:pt x="4217252" y="1583826"/>
                  </a:lnTo>
                  <a:lnTo>
                    <a:pt x="4217378" y="1583826"/>
                  </a:lnTo>
                  <a:lnTo>
                    <a:pt x="4217504" y="1583826"/>
                  </a:lnTo>
                  <a:lnTo>
                    <a:pt x="4217630" y="1583826"/>
                  </a:lnTo>
                  <a:lnTo>
                    <a:pt x="4217756" y="1583826"/>
                  </a:lnTo>
                  <a:lnTo>
                    <a:pt x="4217882" y="1583826"/>
                  </a:lnTo>
                  <a:lnTo>
                    <a:pt x="4218009" y="1583826"/>
                  </a:lnTo>
                  <a:lnTo>
                    <a:pt x="4218135" y="1583826"/>
                  </a:lnTo>
                  <a:lnTo>
                    <a:pt x="4218135" y="1578546"/>
                  </a:lnTo>
                  <a:lnTo>
                    <a:pt x="4218261" y="1578546"/>
                  </a:lnTo>
                  <a:lnTo>
                    <a:pt x="4218387" y="1578546"/>
                  </a:lnTo>
                  <a:lnTo>
                    <a:pt x="4218513" y="1578546"/>
                  </a:lnTo>
                  <a:lnTo>
                    <a:pt x="4218639" y="1578546"/>
                  </a:lnTo>
                  <a:lnTo>
                    <a:pt x="4218765" y="1578546"/>
                  </a:lnTo>
                  <a:lnTo>
                    <a:pt x="4218891" y="1578546"/>
                  </a:lnTo>
                  <a:lnTo>
                    <a:pt x="4219017" y="1578546"/>
                  </a:lnTo>
                  <a:lnTo>
                    <a:pt x="4219143" y="1578546"/>
                  </a:lnTo>
                  <a:lnTo>
                    <a:pt x="4219269" y="1578546"/>
                  </a:lnTo>
                  <a:lnTo>
                    <a:pt x="4219396" y="1578546"/>
                  </a:lnTo>
                  <a:lnTo>
                    <a:pt x="4219522" y="1578546"/>
                  </a:lnTo>
                  <a:lnTo>
                    <a:pt x="4219648" y="1578546"/>
                  </a:lnTo>
                  <a:lnTo>
                    <a:pt x="4219774" y="1578546"/>
                  </a:lnTo>
                  <a:lnTo>
                    <a:pt x="4219900" y="1578546"/>
                  </a:lnTo>
                  <a:lnTo>
                    <a:pt x="4220026" y="1578546"/>
                  </a:lnTo>
                  <a:lnTo>
                    <a:pt x="4220152" y="1578546"/>
                  </a:lnTo>
                  <a:lnTo>
                    <a:pt x="4220152" y="1573267"/>
                  </a:lnTo>
                  <a:lnTo>
                    <a:pt x="4220278" y="1573267"/>
                  </a:lnTo>
                  <a:lnTo>
                    <a:pt x="4220404" y="1573267"/>
                  </a:lnTo>
                  <a:lnTo>
                    <a:pt x="4220530" y="1573267"/>
                  </a:lnTo>
                  <a:lnTo>
                    <a:pt x="4220656" y="1573267"/>
                  </a:lnTo>
                  <a:lnTo>
                    <a:pt x="4220782" y="1573267"/>
                  </a:lnTo>
                  <a:lnTo>
                    <a:pt x="4220909" y="1573267"/>
                  </a:lnTo>
                  <a:lnTo>
                    <a:pt x="4221035" y="1573267"/>
                  </a:lnTo>
                  <a:lnTo>
                    <a:pt x="4221161" y="1573267"/>
                  </a:lnTo>
                  <a:lnTo>
                    <a:pt x="4221287" y="1573267"/>
                  </a:lnTo>
                  <a:lnTo>
                    <a:pt x="4221413" y="1573267"/>
                  </a:lnTo>
                  <a:lnTo>
                    <a:pt x="4221539" y="1573267"/>
                  </a:lnTo>
                  <a:lnTo>
                    <a:pt x="4221665" y="1573267"/>
                  </a:lnTo>
                  <a:lnTo>
                    <a:pt x="4221791" y="1573267"/>
                  </a:lnTo>
                  <a:lnTo>
                    <a:pt x="4221917" y="1573267"/>
                  </a:lnTo>
                  <a:lnTo>
                    <a:pt x="4222043" y="1573267"/>
                  </a:lnTo>
                  <a:lnTo>
                    <a:pt x="4222169" y="1573267"/>
                  </a:lnTo>
                  <a:lnTo>
                    <a:pt x="4222296" y="1573267"/>
                  </a:lnTo>
                  <a:lnTo>
                    <a:pt x="4222422" y="1573267"/>
                  </a:lnTo>
                  <a:lnTo>
                    <a:pt x="4222548" y="1573267"/>
                  </a:lnTo>
                  <a:lnTo>
                    <a:pt x="4222674" y="1573267"/>
                  </a:lnTo>
                  <a:lnTo>
                    <a:pt x="4222800" y="1573267"/>
                  </a:lnTo>
                  <a:lnTo>
                    <a:pt x="4222926" y="1573267"/>
                  </a:lnTo>
                  <a:lnTo>
                    <a:pt x="4223052" y="1573267"/>
                  </a:lnTo>
                  <a:lnTo>
                    <a:pt x="4223178" y="1573267"/>
                  </a:lnTo>
                  <a:lnTo>
                    <a:pt x="4223304" y="1573267"/>
                  </a:lnTo>
                  <a:lnTo>
                    <a:pt x="4223430" y="1573267"/>
                  </a:lnTo>
                  <a:lnTo>
                    <a:pt x="4223556" y="1573267"/>
                  </a:lnTo>
                  <a:lnTo>
                    <a:pt x="4223683" y="1573267"/>
                  </a:lnTo>
                  <a:lnTo>
                    <a:pt x="4223809" y="1573267"/>
                  </a:lnTo>
                  <a:lnTo>
                    <a:pt x="4223935" y="1573267"/>
                  </a:lnTo>
                  <a:lnTo>
                    <a:pt x="4224061" y="1573267"/>
                  </a:lnTo>
                  <a:lnTo>
                    <a:pt x="4224187" y="1573267"/>
                  </a:lnTo>
                  <a:lnTo>
                    <a:pt x="4224313" y="1573267"/>
                  </a:lnTo>
                  <a:lnTo>
                    <a:pt x="4224439" y="1573267"/>
                  </a:lnTo>
                  <a:lnTo>
                    <a:pt x="4224565" y="1573267"/>
                  </a:lnTo>
                  <a:lnTo>
                    <a:pt x="4224691" y="1573267"/>
                  </a:lnTo>
                  <a:lnTo>
                    <a:pt x="4224817" y="1573267"/>
                  </a:lnTo>
                  <a:lnTo>
                    <a:pt x="4224943" y="1573267"/>
                  </a:lnTo>
                  <a:lnTo>
                    <a:pt x="4225069" y="1573267"/>
                  </a:lnTo>
                  <a:lnTo>
                    <a:pt x="4225196" y="1573267"/>
                  </a:lnTo>
                  <a:lnTo>
                    <a:pt x="4225322" y="1573267"/>
                  </a:lnTo>
                  <a:lnTo>
                    <a:pt x="4225448" y="1573267"/>
                  </a:lnTo>
                  <a:lnTo>
                    <a:pt x="4225574" y="1573267"/>
                  </a:lnTo>
                  <a:lnTo>
                    <a:pt x="4225700" y="1573267"/>
                  </a:lnTo>
                  <a:lnTo>
                    <a:pt x="4225826" y="1573267"/>
                  </a:lnTo>
                  <a:lnTo>
                    <a:pt x="4225952" y="1573267"/>
                  </a:lnTo>
                  <a:lnTo>
                    <a:pt x="4226078" y="1573267"/>
                  </a:lnTo>
                  <a:lnTo>
                    <a:pt x="4226204" y="1573267"/>
                  </a:lnTo>
                  <a:lnTo>
                    <a:pt x="4226204" y="1567988"/>
                  </a:lnTo>
                  <a:lnTo>
                    <a:pt x="4226204" y="1562708"/>
                  </a:lnTo>
                  <a:lnTo>
                    <a:pt x="4226330" y="1562708"/>
                  </a:lnTo>
                  <a:lnTo>
                    <a:pt x="4226456" y="1562708"/>
                  </a:lnTo>
                  <a:lnTo>
                    <a:pt x="4226583" y="1562708"/>
                  </a:lnTo>
                  <a:lnTo>
                    <a:pt x="4226709" y="1562708"/>
                  </a:lnTo>
                  <a:lnTo>
                    <a:pt x="4226835" y="1562708"/>
                  </a:lnTo>
                  <a:lnTo>
                    <a:pt x="4226961" y="1562708"/>
                  </a:lnTo>
                  <a:lnTo>
                    <a:pt x="4227087" y="1562708"/>
                  </a:lnTo>
                  <a:lnTo>
                    <a:pt x="4227213" y="1562708"/>
                  </a:lnTo>
                  <a:lnTo>
                    <a:pt x="4227339" y="1562708"/>
                  </a:lnTo>
                  <a:lnTo>
                    <a:pt x="4227465" y="1562708"/>
                  </a:lnTo>
                  <a:lnTo>
                    <a:pt x="4227591" y="1562708"/>
                  </a:lnTo>
                  <a:lnTo>
                    <a:pt x="4227717" y="1562708"/>
                  </a:lnTo>
                  <a:lnTo>
                    <a:pt x="4227843" y="1562708"/>
                  </a:lnTo>
                  <a:lnTo>
                    <a:pt x="4227969" y="1562708"/>
                  </a:lnTo>
                  <a:lnTo>
                    <a:pt x="4228096" y="1562708"/>
                  </a:lnTo>
                  <a:lnTo>
                    <a:pt x="4228222" y="1562708"/>
                  </a:lnTo>
                  <a:lnTo>
                    <a:pt x="4228348" y="1562708"/>
                  </a:lnTo>
                  <a:lnTo>
                    <a:pt x="4228474" y="1562708"/>
                  </a:lnTo>
                  <a:lnTo>
                    <a:pt x="4228600" y="1562708"/>
                  </a:lnTo>
                  <a:lnTo>
                    <a:pt x="4228726" y="1562708"/>
                  </a:lnTo>
                  <a:lnTo>
                    <a:pt x="4228852" y="1562708"/>
                  </a:lnTo>
                  <a:lnTo>
                    <a:pt x="4228978" y="1562708"/>
                  </a:lnTo>
                  <a:lnTo>
                    <a:pt x="4229104" y="1562708"/>
                  </a:lnTo>
                  <a:lnTo>
                    <a:pt x="4229230" y="1562708"/>
                  </a:lnTo>
                  <a:lnTo>
                    <a:pt x="4229356" y="1562708"/>
                  </a:lnTo>
                  <a:lnTo>
                    <a:pt x="4229483" y="1562708"/>
                  </a:lnTo>
                  <a:lnTo>
                    <a:pt x="4229609" y="1562708"/>
                  </a:lnTo>
                  <a:lnTo>
                    <a:pt x="4229735" y="1562708"/>
                  </a:lnTo>
                  <a:lnTo>
                    <a:pt x="4229861" y="1562708"/>
                  </a:lnTo>
                  <a:lnTo>
                    <a:pt x="4229987" y="1562708"/>
                  </a:lnTo>
                  <a:lnTo>
                    <a:pt x="4230113" y="1562708"/>
                  </a:lnTo>
                  <a:lnTo>
                    <a:pt x="4230239" y="1562708"/>
                  </a:lnTo>
                  <a:lnTo>
                    <a:pt x="4230365" y="1562708"/>
                  </a:lnTo>
                  <a:lnTo>
                    <a:pt x="4230491" y="1562708"/>
                  </a:lnTo>
                  <a:lnTo>
                    <a:pt x="4230617" y="1562708"/>
                  </a:lnTo>
                  <a:lnTo>
                    <a:pt x="4230743" y="1562708"/>
                  </a:lnTo>
                  <a:lnTo>
                    <a:pt x="4230869" y="1562708"/>
                  </a:lnTo>
                  <a:lnTo>
                    <a:pt x="4230996" y="1562708"/>
                  </a:lnTo>
                  <a:lnTo>
                    <a:pt x="4231122" y="1562708"/>
                  </a:lnTo>
                  <a:lnTo>
                    <a:pt x="4231248" y="1562708"/>
                  </a:lnTo>
                  <a:lnTo>
                    <a:pt x="4231374" y="1562708"/>
                  </a:lnTo>
                  <a:lnTo>
                    <a:pt x="4231500" y="1562708"/>
                  </a:lnTo>
                  <a:lnTo>
                    <a:pt x="4231626" y="1562708"/>
                  </a:lnTo>
                  <a:lnTo>
                    <a:pt x="4231752" y="1562708"/>
                  </a:lnTo>
                  <a:lnTo>
                    <a:pt x="4231878" y="1562708"/>
                  </a:lnTo>
                  <a:lnTo>
                    <a:pt x="4232004" y="1562708"/>
                  </a:lnTo>
                  <a:lnTo>
                    <a:pt x="4232130" y="1562708"/>
                  </a:lnTo>
                  <a:lnTo>
                    <a:pt x="4232256" y="1562708"/>
                  </a:lnTo>
                  <a:lnTo>
                    <a:pt x="4232383" y="1562708"/>
                  </a:lnTo>
                  <a:lnTo>
                    <a:pt x="4232509" y="1562708"/>
                  </a:lnTo>
                  <a:lnTo>
                    <a:pt x="4232635" y="1562708"/>
                  </a:lnTo>
                  <a:lnTo>
                    <a:pt x="4232761" y="1562708"/>
                  </a:lnTo>
                  <a:lnTo>
                    <a:pt x="4232887" y="1562708"/>
                  </a:lnTo>
                  <a:lnTo>
                    <a:pt x="4233013" y="1562708"/>
                  </a:lnTo>
                  <a:lnTo>
                    <a:pt x="4233139" y="1562708"/>
                  </a:lnTo>
                  <a:lnTo>
                    <a:pt x="4233265" y="1562708"/>
                  </a:lnTo>
                  <a:lnTo>
                    <a:pt x="4233391" y="1562708"/>
                  </a:lnTo>
                  <a:lnTo>
                    <a:pt x="4233517" y="1562708"/>
                  </a:lnTo>
                  <a:lnTo>
                    <a:pt x="4233643" y="1562708"/>
                  </a:lnTo>
                  <a:lnTo>
                    <a:pt x="4233770" y="1562708"/>
                  </a:lnTo>
                  <a:lnTo>
                    <a:pt x="4233896" y="1562708"/>
                  </a:lnTo>
                  <a:lnTo>
                    <a:pt x="4234022" y="1562708"/>
                  </a:lnTo>
                  <a:lnTo>
                    <a:pt x="4234148" y="1562708"/>
                  </a:lnTo>
                  <a:lnTo>
                    <a:pt x="4234274" y="1562708"/>
                  </a:lnTo>
                  <a:lnTo>
                    <a:pt x="4234400" y="1562708"/>
                  </a:lnTo>
                  <a:lnTo>
                    <a:pt x="4234526" y="1562708"/>
                  </a:lnTo>
                  <a:lnTo>
                    <a:pt x="4234652" y="1562708"/>
                  </a:lnTo>
                  <a:lnTo>
                    <a:pt x="4234778" y="1562708"/>
                  </a:lnTo>
                  <a:lnTo>
                    <a:pt x="4234904" y="1562708"/>
                  </a:lnTo>
                  <a:lnTo>
                    <a:pt x="4234904" y="1557429"/>
                  </a:lnTo>
                  <a:lnTo>
                    <a:pt x="4235030" y="1557429"/>
                  </a:lnTo>
                  <a:lnTo>
                    <a:pt x="4235156" y="1557429"/>
                  </a:lnTo>
                  <a:lnTo>
                    <a:pt x="4235283" y="1557429"/>
                  </a:lnTo>
                  <a:lnTo>
                    <a:pt x="4235409" y="1557429"/>
                  </a:lnTo>
                  <a:lnTo>
                    <a:pt x="4235535" y="1557429"/>
                  </a:lnTo>
                  <a:lnTo>
                    <a:pt x="4235661" y="1557429"/>
                  </a:lnTo>
                  <a:lnTo>
                    <a:pt x="4235787" y="1557429"/>
                  </a:lnTo>
                  <a:lnTo>
                    <a:pt x="4235913" y="1557429"/>
                  </a:lnTo>
                  <a:lnTo>
                    <a:pt x="4236039" y="1557429"/>
                  </a:lnTo>
                  <a:lnTo>
                    <a:pt x="4236165" y="1557429"/>
                  </a:lnTo>
                  <a:lnTo>
                    <a:pt x="4236291" y="1557429"/>
                  </a:lnTo>
                  <a:lnTo>
                    <a:pt x="4236291" y="1552149"/>
                  </a:lnTo>
                  <a:lnTo>
                    <a:pt x="4236417" y="1552149"/>
                  </a:lnTo>
                  <a:lnTo>
                    <a:pt x="4236543" y="1552149"/>
                  </a:lnTo>
                  <a:lnTo>
                    <a:pt x="4236670" y="1552149"/>
                  </a:lnTo>
                  <a:lnTo>
                    <a:pt x="4236796" y="1552149"/>
                  </a:lnTo>
                  <a:lnTo>
                    <a:pt x="4236922" y="1552149"/>
                  </a:lnTo>
                  <a:lnTo>
                    <a:pt x="4237048" y="1552149"/>
                  </a:lnTo>
                  <a:lnTo>
                    <a:pt x="4237174" y="1552149"/>
                  </a:lnTo>
                  <a:lnTo>
                    <a:pt x="4237300" y="1552149"/>
                  </a:lnTo>
                  <a:lnTo>
                    <a:pt x="4237426" y="1552149"/>
                  </a:lnTo>
                  <a:lnTo>
                    <a:pt x="4237552" y="1552149"/>
                  </a:lnTo>
                  <a:lnTo>
                    <a:pt x="4237678" y="1552149"/>
                  </a:lnTo>
                  <a:lnTo>
                    <a:pt x="4237804" y="1552149"/>
                  </a:lnTo>
                  <a:lnTo>
                    <a:pt x="4237930" y="1552149"/>
                  </a:lnTo>
                  <a:lnTo>
                    <a:pt x="4238056" y="1552149"/>
                  </a:lnTo>
                  <a:lnTo>
                    <a:pt x="4238183" y="1552149"/>
                  </a:lnTo>
                  <a:lnTo>
                    <a:pt x="4238309" y="1552149"/>
                  </a:lnTo>
                  <a:lnTo>
                    <a:pt x="4238435" y="1552149"/>
                  </a:lnTo>
                  <a:lnTo>
                    <a:pt x="4238561" y="1552149"/>
                  </a:lnTo>
                  <a:lnTo>
                    <a:pt x="4238687" y="1552149"/>
                  </a:lnTo>
                  <a:lnTo>
                    <a:pt x="4238813" y="1552149"/>
                  </a:lnTo>
                  <a:lnTo>
                    <a:pt x="4238939" y="1552149"/>
                  </a:lnTo>
                  <a:lnTo>
                    <a:pt x="4239065" y="1552149"/>
                  </a:lnTo>
                  <a:lnTo>
                    <a:pt x="4239191" y="1552149"/>
                  </a:lnTo>
                  <a:lnTo>
                    <a:pt x="4239317" y="1552149"/>
                  </a:lnTo>
                  <a:lnTo>
                    <a:pt x="4239443" y="1552149"/>
                  </a:lnTo>
                  <a:lnTo>
                    <a:pt x="4239570" y="1552149"/>
                  </a:lnTo>
                  <a:lnTo>
                    <a:pt x="4239696" y="1552149"/>
                  </a:lnTo>
                  <a:lnTo>
                    <a:pt x="4239822" y="1552149"/>
                  </a:lnTo>
                  <a:lnTo>
                    <a:pt x="4239948" y="1552149"/>
                  </a:lnTo>
                  <a:lnTo>
                    <a:pt x="4240074" y="1552149"/>
                  </a:lnTo>
                  <a:lnTo>
                    <a:pt x="4240200" y="1552149"/>
                  </a:lnTo>
                  <a:lnTo>
                    <a:pt x="4240326" y="1552149"/>
                  </a:lnTo>
                  <a:lnTo>
                    <a:pt x="4240452" y="1552149"/>
                  </a:lnTo>
                  <a:lnTo>
                    <a:pt x="4240578" y="1552149"/>
                  </a:lnTo>
                  <a:lnTo>
                    <a:pt x="4240704" y="1552149"/>
                  </a:lnTo>
                  <a:lnTo>
                    <a:pt x="4240830" y="1552149"/>
                  </a:lnTo>
                  <a:lnTo>
                    <a:pt x="4240957" y="1552149"/>
                  </a:lnTo>
                  <a:lnTo>
                    <a:pt x="4241083" y="1552149"/>
                  </a:lnTo>
                  <a:lnTo>
                    <a:pt x="4241209" y="1552149"/>
                  </a:lnTo>
                  <a:lnTo>
                    <a:pt x="4241335" y="1552149"/>
                  </a:lnTo>
                  <a:lnTo>
                    <a:pt x="4241461" y="1552149"/>
                  </a:lnTo>
                  <a:lnTo>
                    <a:pt x="4241587" y="1552149"/>
                  </a:lnTo>
                  <a:lnTo>
                    <a:pt x="4241713" y="1552149"/>
                  </a:lnTo>
                  <a:lnTo>
                    <a:pt x="4241839" y="1552149"/>
                  </a:lnTo>
                  <a:lnTo>
                    <a:pt x="4241965" y="1552149"/>
                  </a:lnTo>
                  <a:lnTo>
                    <a:pt x="4242091" y="1552149"/>
                  </a:lnTo>
                  <a:lnTo>
                    <a:pt x="4242217" y="1552149"/>
                  </a:lnTo>
                  <a:lnTo>
                    <a:pt x="4242343" y="1552149"/>
                  </a:lnTo>
                  <a:lnTo>
                    <a:pt x="4242470" y="1552149"/>
                  </a:lnTo>
                  <a:lnTo>
                    <a:pt x="4242596" y="1552149"/>
                  </a:lnTo>
                  <a:lnTo>
                    <a:pt x="4242722" y="1552149"/>
                  </a:lnTo>
                  <a:lnTo>
                    <a:pt x="4242848" y="1552149"/>
                  </a:lnTo>
                  <a:lnTo>
                    <a:pt x="4242974" y="1552149"/>
                  </a:lnTo>
                  <a:lnTo>
                    <a:pt x="4243100" y="1552149"/>
                  </a:lnTo>
                  <a:lnTo>
                    <a:pt x="4243226" y="1552149"/>
                  </a:lnTo>
                  <a:lnTo>
                    <a:pt x="4243352" y="1552149"/>
                  </a:lnTo>
                  <a:lnTo>
                    <a:pt x="4243478" y="1552149"/>
                  </a:lnTo>
                  <a:lnTo>
                    <a:pt x="4243604" y="1552149"/>
                  </a:lnTo>
                  <a:lnTo>
                    <a:pt x="4243730" y="1552149"/>
                  </a:lnTo>
                  <a:lnTo>
                    <a:pt x="4243857" y="1552149"/>
                  </a:lnTo>
                  <a:lnTo>
                    <a:pt x="4243983" y="1552149"/>
                  </a:lnTo>
                  <a:lnTo>
                    <a:pt x="4244109" y="1552149"/>
                  </a:lnTo>
                  <a:lnTo>
                    <a:pt x="4244235" y="1552149"/>
                  </a:lnTo>
                  <a:lnTo>
                    <a:pt x="4244361" y="1552149"/>
                  </a:lnTo>
                  <a:lnTo>
                    <a:pt x="4244487" y="1552149"/>
                  </a:lnTo>
                  <a:lnTo>
                    <a:pt x="4244613" y="1552149"/>
                  </a:lnTo>
                  <a:lnTo>
                    <a:pt x="4244739" y="1552149"/>
                  </a:lnTo>
                  <a:lnTo>
                    <a:pt x="4244865" y="1552149"/>
                  </a:lnTo>
                  <a:lnTo>
                    <a:pt x="4244865" y="1546870"/>
                  </a:lnTo>
                  <a:lnTo>
                    <a:pt x="4244991" y="1546870"/>
                  </a:lnTo>
                  <a:lnTo>
                    <a:pt x="4245117" y="1546870"/>
                  </a:lnTo>
                  <a:lnTo>
                    <a:pt x="4245243" y="1546870"/>
                  </a:lnTo>
                  <a:lnTo>
                    <a:pt x="4245370" y="1546870"/>
                  </a:lnTo>
                  <a:lnTo>
                    <a:pt x="4245496" y="1546870"/>
                  </a:lnTo>
                  <a:lnTo>
                    <a:pt x="4245622" y="1546870"/>
                  </a:lnTo>
                  <a:lnTo>
                    <a:pt x="4245748" y="1546870"/>
                  </a:lnTo>
                  <a:lnTo>
                    <a:pt x="4245874" y="1546870"/>
                  </a:lnTo>
                  <a:lnTo>
                    <a:pt x="4246000" y="1546870"/>
                  </a:lnTo>
                  <a:lnTo>
                    <a:pt x="4246126" y="1546870"/>
                  </a:lnTo>
                  <a:lnTo>
                    <a:pt x="4246252" y="1546870"/>
                  </a:lnTo>
                  <a:lnTo>
                    <a:pt x="4246378" y="1546870"/>
                  </a:lnTo>
                  <a:lnTo>
                    <a:pt x="4246504" y="1546870"/>
                  </a:lnTo>
                  <a:lnTo>
                    <a:pt x="4246630" y="1546870"/>
                  </a:lnTo>
                  <a:lnTo>
                    <a:pt x="4246757" y="1546870"/>
                  </a:lnTo>
                  <a:lnTo>
                    <a:pt x="4246883" y="1546870"/>
                  </a:lnTo>
                  <a:lnTo>
                    <a:pt x="4247009" y="1546870"/>
                  </a:lnTo>
                  <a:lnTo>
                    <a:pt x="4247009" y="1541591"/>
                  </a:lnTo>
                  <a:lnTo>
                    <a:pt x="4247135" y="1541591"/>
                  </a:lnTo>
                  <a:lnTo>
                    <a:pt x="4247261" y="1541591"/>
                  </a:lnTo>
                  <a:lnTo>
                    <a:pt x="4247387" y="1541591"/>
                  </a:lnTo>
                  <a:lnTo>
                    <a:pt x="4247513" y="1541591"/>
                  </a:lnTo>
                  <a:lnTo>
                    <a:pt x="4247639" y="1541591"/>
                  </a:lnTo>
                  <a:lnTo>
                    <a:pt x="4247765" y="1541591"/>
                  </a:lnTo>
                  <a:lnTo>
                    <a:pt x="4247891" y="1541591"/>
                  </a:lnTo>
                  <a:lnTo>
                    <a:pt x="4248017" y="1541591"/>
                  </a:lnTo>
                  <a:lnTo>
                    <a:pt x="4248143" y="1541591"/>
                  </a:lnTo>
                  <a:lnTo>
                    <a:pt x="4248270" y="1541591"/>
                  </a:lnTo>
                  <a:lnTo>
                    <a:pt x="4248396" y="1541591"/>
                  </a:lnTo>
                  <a:lnTo>
                    <a:pt x="4248522" y="1541591"/>
                  </a:lnTo>
                  <a:lnTo>
                    <a:pt x="4248648" y="1541591"/>
                  </a:lnTo>
                  <a:lnTo>
                    <a:pt x="4248774" y="1541591"/>
                  </a:lnTo>
                  <a:lnTo>
                    <a:pt x="4248900" y="1541591"/>
                  </a:lnTo>
                  <a:lnTo>
                    <a:pt x="4249026" y="1541591"/>
                  </a:lnTo>
                  <a:lnTo>
                    <a:pt x="4249152" y="1541591"/>
                  </a:lnTo>
                  <a:lnTo>
                    <a:pt x="4249278" y="1541591"/>
                  </a:lnTo>
                  <a:lnTo>
                    <a:pt x="4249404" y="1541591"/>
                  </a:lnTo>
                  <a:lnTo>
                    <a:pt x="4249530" y="1541591"/>
                  </a:lnTo>
                  <a:lnTo>
                    <a:pt x="4249657" y="1541591"/>
                  </a:lnTo>
                  <a:lnTo>
                    <a:pt x="4249783" y="1541591"/>
                  </a:lnTo>
                  <a:lnTo>
                    <a:pt x="4249909" y="1541591"/>
                  </a:lnTo>
                  <a:lnTo>
                    <a:pt x="4250035" y="1541591"/>
                  </a:lnTo>
                  <a:lnTo>
                    <a:pt x="4250161" y="1541591"/>
                  </a:lnTo>
                  <a:lnTo>
                    <a:pt x="4250287" y="1541591"/>
                  </a:lnTo>
                  <a:lnTo>
                    <a:pt x="4250413" y="1541591"/>
                  </a:lnTo>
                  <a:lnTo>
                    <a:pt x="4250539" y="1541591"/>
                  </a:lnTo>
                  <a:lnTo>
                    <a:pt x="4250665" y="1541591"/>
                  </a:lnTo>
                  <a:lnTo>
                    <a:pt x="4250791" y="1541591"/>
                  </a:lnTo>
                  <a:lnTo>
                    <a:pt x="4250917" y="1541591"/>
                  </a:lnTo>
                  <a:lnTo>
                    <a:pt x="4251044" y="1541591"/>
                  </a:lnTo>
                  <a:lnTo>
                    <a:pt x="4251170" y="1541591"/>
                  </a:lnTo>
                  <a:lnTo>
                    <a:pt x="4251296" y="1541591"/>
                  </a:lnTo>
                  <a:lnTo>
                    <a:pt x="4251422" y="1541591"/>
                  </a:lnTo>
                  <a:lnTo>
                    <a:pt x="4251548" y="1541591"/>
                  </a:lnTo>
                  <a:lnTo>
                    <a:pt x="4251674" y="1541591"/>
                  </a:lnTo>
                  <a:lnTo>
                    <a:pt x="4251800" y="1541591"/>
                  </a:lnTo>
                  <a:lnTo>
                    <a:pt x="4251926" y="1541591"/>
                  </a:lnTo>
                  <a:lnTo>
                    <a:pt x="4252052" y="1541591"/>
                  </a:lnTo>
                  <a:lnTo>
                    <a:pt x="4252178" y="1541591"/>
                  </a:lnTo>
                  <a:lnTo>
                    <a:pt x="4252304" y="1541591"/>
                  </a:lnTo>
                  <a:lnTo>
                    <a:pt x="4252430" y="1541591"/>
                  </a:lnTo>
                  <a:lnTo>
                    <a:pt x="4252557" y="1541591"/>
                  </a:lnTo>
                  <a:lnTo>
                    <a:pt x="4252683" y="1541591"/>
                  </a:lnTo>
                  <a:lnTo>
                    <a:pt x="4252809" y="1541591"/>
                  </a:lnTo>
                  <a:lnTo>
                    <a:pt x="4252935" y="1541591"/>
                  </a:lnTo>
                  <a:lnTo>
                    <a:pt x="4253061" y="1541591"/>
                  </a:lnTo>
                  <a:lnTo>
                    <a:pt x="4253187" y="1541591"/>
                  </a:lnTo>
                  <a:lnTo>
                    <a:pt x="4253313" y="1541591"/>
                  </a:lnTo>
                  <a:lnTo>
                    <a:pt x="4253439" y="1541591"/>
                  </a:lnTo>
                  <a:lnTo>
                    <a:pt x="4253565" y="1541591"/>
                  </a:lnTo>
                  <a:lnTo>
                    <a:pt x="4253691" y="1541591"/>
                  </a:lnTo>
                  <a:lnTo>
                    <a:pt x="4253817" y="1541591"/>
                  </a:lnTo>
                  <a:lnTo>
                    <a:pt x="4253944" y="1541591"/>
                  </a:lnTo>
                  <a:lnTo>
                    <a:pt x="4254070" y="1541591"/>
                  </a:lnTo>
                  <a:lnTo>
                    <a:pt x="4254196" y="1541591"/>
                  </a:lnTo>
                  <a:lnTo>
                    <a:pt x="4254322" y="1541591"/>
                  </a:lnTo>
                  <a:lnTo>
                    <a:pt x="4254448" y="1541591"/>
                  </a:lnTo>
                  <a:lnTo>
                    <a:pt x="4254574" y="1541591"/>
                  </a:lnTo>
                  <a:lnTo>
                    <a:pt x="4254700" y="1541591"/>
                  </a:lnTo>
                  <a:lnTo>
                    <a:pt x="4254826" y="1541591"/>
                  </a:lnTo>
                  <a:lnTo>
                    <a:pt x="4254952" y="1541591"/>
                  </a:lnTo>
                  <a:lnTo>
                    <a:pt x="4255078" y="1541591"/>
                  </a:lnTo>
                  <a:lnTo>
                    <a:pt x="4255204" y="1541591"/>
                  </a:lnTo>
                  <a:lnTo>
                    <a:pt x="4255330" y="1541591"/>
                  </a:lnTo>
                  <a:lnTo>
                    <a:pt x="4255457" y="1541591"/>
                  </a:lnTo>
                  <a:lnTo>
                    <a:pt x="4255583" y="1541591"/>
                  </a:lnTo>
                  <a:lnTo>
                    <a:pt x="4255709" y="1541591"/>
                  </a:lnTo>
                  <a:lnTo>
                    <a:pt x="4255835" y="1541591"/>
                  </a:lnTo>
                  <a:lnTo>
                    <a:pt x="4255961" y="1541591"/>
                  </a:lnTo>
                  <a:lnTo>
                    <a:pt x="4256087" y="1541591"/>
                  </a:lnTo>
                  <a:lnTo>
                    <a:pt x="4256213" y="1541591"/>
                  </a:lnTo>
                  <a:lnTo>
                    <a:pt x="4256213" y="1536311"/>
                  </a:lnTo>
                  <a:lnTo>
                    <a:pt x="4256339" y="1536311"/>
                  </a:lnTo>
                  <a:lnTo>
                    <a:pt x="4256465" y="1536311"/>
                  </a:lnTo>
                  <a:lnTo>
                    <a:pt x="4256591" y="1536311"/>
                  </a:lnTo>
                  <a:lnTo>
                    <a:pt x="4256717" y="1536311"/>
                  </a:lnTo>
                  <a:lnTo>
                    <a:pt x="4256844" y="1536311"/>
                  </a:lnTo>
                  <a:lnTo>
                    <a:pt x="4256970" y="1536311"/>
                  </a:lnTo>
                  <a:lnTo>
                    <a:pt x="4257096" y="1536311"/>
                  </a:lnTo>
                  <a:lnTo>
                    <a:pt x="4257222" y="1536311"/>
                  </a:lnTo>
                  <a:lnTo>
                    <a:pt x="4257348" y="1536311"/>
                  </a:lnTo>
                  <a:lnTo>
                    <a:pt x="4257474" y="1536311"/>
                  </a:lnTo>
                  <a:lnTo>
                    <a:pt x="4257600" y="1536311"/>
                  </a:lnTo>
                  <a:lnTo>
                    <a:pt x="4257726" y="1536311"/>
                  </a:lnTo>
                  <a:lnTo>
                    <a:pt x="4257852" y="1536311"/>
                  </a:lnTo>
                  <a:lnTo>
                    <a:pt x="4257978" y="1536311"/>
                  </a:lnTo>
                  <a:lnTo>
                    <a:pt x="4258104" y="1536311"/>
                  </a:lnTo>
                  <a:lnTo>
                    <a:pt x="4258231" y="1536311"/>
                  </a:lnTo>
                  <a:lnTo>
                    <a:pt x="4258357" y="1536311"/>
                  </a:lnTo>
                  <a:lnTo>
                    <a:pt x="4258483" y="1536311"/>
                  </a:lnTo>
                  <a:lnTo>
                    <a:pt x="4258609" y="1536311"/>
                  </a:lnTo>
                  <a:lnTo>
                    <a:pt x="4258735" y="1536311"/>
                  </a:lnTo>
                  <a:lnTo>
                    <a:pt x="4258861" y="1536311"/>
                  </a:lnTo>
                  <a:lnTo>
                    <a:pt x="4258987" y="1536311"/>
                  </a:lnTo>
                  <a:lnTo>
                    <a:pt x="4259113" y="1536311"/>
                  </a:lnTo>
                  <a:lnTo>
                    <a:pt x="4259239" y="1536311"/>
                  </a:lnTo>
                  <a:lnTo>
                    <a:pt x="4259365" y="1536311"/>
                  </a:lnTo>
                  <a:lnTo>
                    <a:pt x="4259491" y="1536311"/>
                  </a:lnTo>
                  <a:lnTo>
                    <a:pt x="4259617" y="1536311"/>
                  </a:lnTo>
                  <a:lnTo>
                    <a:pt x="4259744" y="1536311"/>
                  </a:lnTo>
                  <a:lnTo>
                    <a:pt x="4259870" y="1536311"/>
                  </a:lnTo>
                  <a:lnTo>
                    <a:pt x="4259996" y="1536311"/>
                  </a:lnTo>
                  <a:lnTo>
                    <a:pt x="4260122" y="1536311"/>
                  </a:lnTo>
                  <a:lnTo>
                    <a:pt x="4260248" y="1536311"/>
                  </a:lnTo>
                  <a:lnTo>
                    <a:pt x="4260374" y="1536311"/>
                  </a:lnTo>
                  <a:lnTo>
                    <a:pt x="4260500" y="1536311"/>
                  </a:lnTo>
                  <a:lnTo>
                    <a:pt x="4260626" y="1536311"/>
                  </a:lnTo>
                  <a:lnTo>
                    <a:pt x="4260752" y="1536311"/>
                  </a:lnTo>
                  <a:lnTo>
                    <a:pt x="4260878" y="1536311"/>
                  </a:lnTo>
                  <a:lnTo>
                    <a:pt x="4261004" y="1536311"/>
                  </a:lnTo>
                  <a:lnTo>
                    <a:pt x="4261131" y="1536311"/>
                  </a:lnTo>
                  <a:lnTo>
                    <a:pt x="4261257" y="1536311"/>
                  </a:lnTo>
                  <a:lnTo>
                    <a:pt x="4261383" y="1536311"/>
                  </a:lnTo>
                  <a:lnTo>
                    <a:pt x="4261509" y="1536311"/>
                  </a:lnTo>
                  <a:lnTo>
                    <a:pt x="4261635" y="1536311"/>
                  </a:lnTo>
                  <a:lnTo>
                    <a:pt x="4261761" y="1536311"/>
                  </a:lnTo>
                  <a:lnTo>
                    <a:pt x="4261887" y="1536311"/>
                  </a:lnTo>
                  <a:lnTo>
                    <a:pt x="4262013" y="1536311"/>
                  </a:lnTo>
                  <a:lnTo>
                    <a:pt x="4262139" y="1536311"/>
                  </a:lnTo>
                  <a:lnTo>
                    <a:pt x="4262265" y="1536311"/>
                  </a:lnTo>
                  <a:lnTo>
                    <a:pt x="4262391" y="1536311"/>
                  </a:lnTo>
                  <a:lnTo>
                    <a:pt x="4262517" y="1536311"/>
                  </a:lnTo>
                  <a:lnTo>
                    <a:pt x="4262644" y="1536311"/>
                  </a:lnTo>
                  <a:lnTo>
                    <a:pt x="4262770" y="1536311"/>
                  </a:lnTo>
                  <a:lnTo>
                    <a:pt x="4262896" y="1536311"/>
                  </a:lnTo>
                  <a:lnTo>
                    <a:pt x="4263022" y="1536311"/>
                  </a:lnTo>
                  <a:lnTo>
                    <a:pt x="4263148" y="1536311"/>
                  </a:lnTo>
                  <a:lnTo>
                    <a:pt x="4263274" y="1536311"/>
                  </a:lnTo>
                  <a:lnTo>
                    <a:pt x="4263400" y="1536311"/>
                  </a:lnTo>
                  <a:lnTo>
                    <a:pt x="4263526" y="1536311"/>
                  </a:lnTo>
                  <a:lnTo>
                    <a:pt x="4263652" y="1536311"/>
                  </a:lnTo>
                  <a:lnTo>
                    <a:pt x="4263778" y="1536311"/>
                  </a:lnTo>
                  <a:lnTo>
                    <a:pt x="4263904" y="1536311"/>
                  </a:lnTo>
                  <a:lnTo>
                    <a:pt x="4264031" y="1536311"/>
                  </a:lnTo>
                  <a:lnTo>
                    <a:pt x="4264157" y="1536311"/>
                  </a:lnTo>
                  <a:lnTo>
                    <a:pt x="4264283" y="1536311"/>
                  </a:lnTo>
                  <a:lnTo>
                    <a:pt x="4264409" y="1536311"/>
                  </a:lnTo>
                  <a:lnTo>
                    <a:pt x="4264535" y="1536311"/>
                  </a:lnTo>
                  <a:lnTo>
                    <a:pt x="4264661" y="1536311"/>
                  </a:lnTo>
                  <a:lnTo>
                    <a:pt x="4264787" y="1536311"/>
                  </a:lnTo>
                  <a:lnTo>
                    <a:pt x="4264913" y="1536311"/>
                  </a:lnTo>
                  <a:lnTo>
                    <a:pt x="4265039" y="1536311"/>
                  </a:lnTo>
                  <a:lnTo>
                    <a:pt x="4265165" y="1536311"/>
                  </a:lnTo>
                  <a:lnTo>
                    <a:pt x="4265291" y="1536311"/>
                  </a:lnTo>
                  <a:lnTo>
                    <a:pt x="4265418" y="1536311"/>
                  </a:lnTo>
                  <a:lnTo>
                    <a:pt x="4265544" y="1536311"/>
                  </a:lnTo>
                  <a:lnTo>
                    <a:pt x="4265670" y="1536311"/>
                  </a:lnTo>
                  <a:lnTo>
                    <a:pt x="4265796" y="1536311"/>
                  </a:lnTo>
                  <a:lnTo>
                    <a:pt x="4265922" y="1536311"/>
                  </a:lnTo>
                  <a:lnTo>
                    <a:pt x="4266048" y="1536311"/>
                  </a:lnTo>
                  <a:lnTo>
                    <a:pt x="4266174" y="1536311"/>
                  </a:lnTo>
                  <a:lnTo>
                    <a:pt x="4266174" y="1531032"/>
                  </a:lnTo>
                  <a:lnTo>
                    <a:pt x="4266300" y="1531032"/>
                  </a:lnTo>
                  <a:lnTo>
                    <a:pt x="4266426" y="1531032"/>
                  </a:lnTo>
                  <a:lnTo>
                    <a:pt x="4266552" y="1531032"/>
                  </a:lnTo>
                  <a:lnTo>
                    <a:pt x="4266678" y="1531032"/>
                  </a:lnTo>
                  <a:lnTo>
                    <a:pt x="4266804" y="1531032"/>
                  </a:lnTo>
                  <a:lnTo>
                    <a:pt x="4266931" y="1531032"/>
                  </a:lnTo>
                  <a:lnTo>
                    <a:pt x="4267057" y="1531032"/>
                  </a:lnTo>
                  <a:lnTo>
                    <a:pt x="4267183" y="1531032"/>
                  </a:lnTo>
                  <a:lnTo>
                    <a:pt x="4267309" y="1531032"/>
                  </a:lnTo>
                  <a:lnTo>
                    <a:pt x="4267435" y="1531032"/>
                  </a:lnTo>
                  <a:lnTo>
                    <a:pt x="4267561" y="1531032"/>
                  </a:lnTo>
                  <a:lnTo>
                    <a:pt x="4267687" y="1531032"/>
                  </a:lnTo>
                  <a:lnTo>
                    <a:pt x="4267813" y="1531032"/>
                  </a:lnTo>
                  <a:lnTo>
                    <a:pt x="4267939" y="1531032"/>
                  </a:lnTo>
                  <a:lnTo>
                    <a:pt x="4268065" y="1531032"/>
                  </a:lnTo>
                  <a:lnTo>
                    <a:pt x="4268191" y="1531032"/>
                  </a:lnTo>
                  <a:lnTo>
                    <a:pt x="4268318" y="1531032"/>
                  </a:lnTo>
                  <a:lnTo>
                    <a:pt x="4268444" y="1531032"/>
                  </a:lnTo>
                  <a:lnTo>
                    <a:pt x="4268570" y="1531032"/>
                  </a:lnTo>
                  <a:lnTo>
                    <a:pt x="4268696" y="1531032"/>
                  </a:lnTo>
                  <a:lnTo>
                    <a:pt x="4268822" y="1531032"/>
                  </a:lnTo>
                  <a:lnTo>
                    <a:pt x="4268948" y="1531032"/>
                  </a:lnTo>
                  <a:lnTo>
                    <a:pt x="4268948" y="1525752"/>
                  </a:lnTo>
                  <a:lnTo>
                    <a:pt x="4269074" y="1525752"/>
                  </a:lnTo>
                  <a:lnTo>
                    <a:pt x="4269200" y="1525752"/>
                  </a:lnTo>
                  <a:lnTo>
                    <a:pt x="4269326" y="1525752"/>
                  </a:lnTo>
                  <a:lnTo>
                    <a:pt x="4269452" y="1525752"/>
                  </a:lnTo>
                  <a:lnTo>
                    <a:pt x="4269578" y="1525752"/>
                  </a:lnTo>
                  <a:lnTo>
                    <a:pt x="4269704" y="1525752"/>
                  </a:lnTo>
                  <a:lnTo>
                    <a:pt x="4269831" y="1525752"/>
                  </a:lnTo>
                  <a:lnTo>
                    <a:pt x="4269957" y="1525752"/>
                  </a:lnTo>
                  <a:lnTo>
                    <a:pt x="4270083" y="1525752"/>
                  </a:lnTo>
                  <a:lnTo>
                    <a:pt x="4270209" y="1525752"/>
                  </a:lnTo>
                  <a:lnTo>
                    <a:pt x="4270335" y="1525752"/>
                  </a:lnTo>
                  <a:lnTo>
                    <a:pt x="4270461" y="1525752"/>
                  </a:lnTo>
                  <a:lnTo>
                    <a:pt x="4270587" y="1525752"/>
                  </a:lnTo>
                  <a:lnTo>
                    <a:pt x="4270587" y="1520473"/>
                  </a:lnTo>
                  <a:lnTo>
                    <a:pt x="4270713" y="1520473"/>
                  </a:lnTo>
                  <a:lnTo>
                    <a:pt x="4270839" y="1520473"/>
                  </a:lnTo>
                  <a:lnTo>
                    <a:pt x="4270965" y="1520473"/>
                  </a:lnTo>
                  <a:lnTo>
                    <a:pt x="4271091" y="1520473"/>
                  </a:lnTo>
                  <a:lnTo>
                    <a:pt x="4271218" y="1520473"/>
                  </a:lnTo>
                  <a:lnTo>
                    <a:pt x="4271344" y="1520473"/>
                  </a:lnTo>
                  <a:lnTo>
                    <a:pt x="4271470" y="1520473"/>
                  </a:lnTo>
                  <a:lnTo>
                    <a:pt x="4271596" y="1520473"/>
                  </a:lnTo>
                  <a:lnTo>
                    <a:pt x="4271722" y="1520473"/>
                  </a:lnTo>
                  <a:lnTo>
                    <a:pt x="4271848" y="1520473"/>
                  </a:lnTo>
                  <a:lnTo>
                    <a:pt x="4271974" y="1520473"/>
                  </a:lnTo>
                  <a:lnTo>
                    <a:pt x="4272100" y="1520473"/>
                  </a:lnTo>
                  <a:lnTo>
                    <a:pt x="4272226" y="1520473"/>
                  </a:lnTo>
                  <a:lnTo>
                    <a:pt x="4272352" y="1520473"/>
                  </a:lnTo>
                  <a:lnTo>
                    <a:pt x="4272478" y="1520473"/>
                  </a:lnTo>
                  <a:lnTo>
                    <a:pt x="4272604" y="1520473"/>
                  </a:lnTo>
                  <a:lnTo>
                    <a:pt x="4272731" y="1520473"/>
                  </a:lnTo>
                  <a:lnTo>
                    <a:pt x="4272857" y="1520473"/>
                  </a:lnTo>
                  <a:lnTo>
                    <a:pt x="4272983" y="1520473"/>
                  </a:lnTo>
                  <a:lnTo>
                    <a:pt x="4273109" y="1520473"/>
                  </a:lnTo>
                  <a:lnTo>
                    <a:pt x="4273235" y="1520473"/>
                  </a:lnTo>
                  <a:lnTo>
                    <a:pt x="4273361" y="1520473"/>
                  </a:lnTo>
                  <a:lnTo>
                    <a:pt x="4273487" y="1520473"/>
                  </a:lnTo>
                  <a:lnTo>
                    <a:pt x="4273613" y="1520473"/>
                  </a:lnTo>
                  <a:lnTo>
                    <a:pt x="4273739" y="1520473"/>
                  </a:lnTo>
                  <a:lnTo>
                    <a:pt x="4273865" y="1520473"/>
                  </a:lnTo>
                  <a:lnTo>
                    <a:pt x="4273991" y="1520473"/>
                  </a:lnTo>
                  <a:lnTo>
                    <a:pt x="4274118" y="1520473"/>
                  </a:lnTo>
                  <a:lnTo>
                    <a:pt x="4274244" y="1520473"/>
                  </a:lnTo>
                  <a:lnTo>
                    <a:pt x="4274370" y="1520473"/>
                  </a:lnTo>
                  <a:lnTo>
                    <a:pt x="4274496" y="1520473"/>
                  </a:lnTo>
                  <a:lnTo>
                    <a:pt x="4274622" y="1520473"/>
                  </a:lnTo>
                  <a:lnTo>
                    <a:pt x="4274748" y="1520473"/>
                  </a:lnTo>
                  <a:lnTo>
                    <a:pt x="4274874" y="1520473"/>
                  </a:lnTo>
                  <a:lnTo>
                    <a:pt x="4275000" y="1520473"/>
                  </a:lnTo>
                  <a:lnTo>
                    <a:pt x="4275126" y="1520473"/>
                  </a:lnTo>
                  <a:lnTo>
                    <a:pt x="4275252" y="1520473"/>
                  </a:lnTo>
                  <a:lnTo>
                    <a:pt x="4275378" y="1520473"/>
                  </a:lnTo>
                  <a:lnTo>
                    <a:pt x="4275505" y="1520473"/>
                  </a:lnTo>
                  <a:lnTo>
                    <a:pt x="4275631" y="1520473"/>
                  </a:lnTo>
                  <a:lnTo>
                    <a:pt x="4275757" y="1520473"/>
                  </a:lnTo>
                  <a:lnTo>
                    <a:pt x="4275883" y="1520473"/>
                  </a:lnTo>
                  <a:lnTo>
                    <a:pt x="4276009" y="1520473"/>
                  </a:lnTo>
                  <a:lnTo>
                    <a:pt x="4276135" y="1520473"/>
                  </a:lnTo>
                  <a:lnTo>
                    <a:pt x="4276261" y="1520473"/>
                  </a:lnTo>
                  <a:lnTo>
                    <a:pt x="4276387" y="1520473"/>
                  </a:lnTo>
                  <a:lnTo>
                    <a:pt x="4276513" y="1520473"/>
                  </a:lnTo>
                  <a:lnTo>
                    <a:pt x="4276639" y="1520473"/>
                  </a:lnTo>
                  <a:lnTo>
                    <a:pt x="4276765" y="1520473"/>
                  </a:lnTo>
                  <a:lnTo>
                    <a:pt x="4276891" y="1520473"/>
                  </a:lnTo>
                  <a:lnTo>
                    <a:pt x="4277018" y="1520473"/>
                  </a:lnTo>
                  <a:lnTo>
                    <a:pt x="4277144" y="1520473"/>
                  </a:lnTo>
                  <a:lnTo>
                    <a:pt x="4277270" y="1520473"/>
                  </a:lnTo>
                  <a:lnTo>
                    <a:pt x="4277396" y="1520473"/>
                  </a:lnTo>
                  <a:lnTo>
                    <a:pt x="4277522" y="1520473"/>
                  </a:lnTo>
                  <a:lnTo>
                    <a:pt x="4277648" y="1520473"/>
                  </a:lnTo>
                  <a:lnTo>
                    <a:pt x="4277774" y="1520473"/>
                  </a:lnTo>
                  <a:lnTo>
                    <a:pt x="4277900" y="1520473"/>
                  </a:lnTo>
                  <a:lnTo>
                    <a:pt x="4278026" y="1520473"/>
                  </a:lnTo>
                  <a:lnTo>
                    <a:pt x="4278152" y="1520473"/>
                  </a:lnTo>
                  <a:lnTo>
                    <a:pt x="4278278" y="1520473"/>
                  </a:lnTo>
                  <a:lnTo>
                    <a:pt x="4278405" y="1520473"/>
                  </a:lnTo>
                  <a:lnTo>
                    <a:pt x="4278531" y="1520473"/>
                  </a:lnTo>
                  <a:lnTo>
                    <a:pt x="4278657" y="1520473"/>
                  </a:lnTo>
                  <a:lnTo>
                    <a:pt x="4278783" y="1520473"/>
                  </a:lnTo>
                  <a:lnTo>
                    <a:pt x="4278909" y="1520473"/>
                  </a:lnTo>
                  <a:lnTo>
                    <a:pt x="4279035" y="1520473"/>
                  </a:lnTo>
                  <a:lnTo>
                    <a:pt x="4279161" y="1520473"/>
                  </a:lnTo>
                  <a:lnTo>
                    <a:pt x="4279287" y="1520473"/>
                  </a:lnTo>
                  <a:lnTo>
                    <a:pt x="4279413" y="1520473"/>
                  </a:lnTo>
                  <a:lnTo>
                    <a:pt x="4279539" y="1520473"/>
                  </a:lnTo>
                  <a:lnTo>
                    <a:pt x="4279665" y="1520473"/>
                  </a:lnTo>
                  <a:lnTo>
                    <a:pt x="4279791" y="1520473"/>
                  </a:lnTo>
                  <a:lnTo>
                    <a:pt x="4279918" y="1520473"/>
                  </a:lnTo>
                  <a:lnTo>
                    <a:pt x="4280044" y="1520473"/>
                  </a:lnTo>
                  <a:lnTo>
                    <a:pt x="4280170" y="1520473"/>
                  </a:lnTo>
                  <a:lnTo>
                    <a:pt x="4280296" y="1520473"/>
                  </a:lnTo>
                  <a:lnTo>
                    <a:pt x="4280422" y="1520473"/>
                  </a:lnTo>
                  <a:lnTo>
                    <a:pt x="4280548" y="1520473"/>
                  </a:lnTo>
                  <a:lnTo>
                    <a:pt x="4280674" y="1520473"/>
                  </a:lnTo>
                  <a:lnTo>
                    <a:pt x="4280800" y="1520473"/>
                  </a:lnTo>
                  <a:lnTo>
                    <a:pt x="4280926" y="1520473"/>
                  </a:lnTo>
                  <a:lnTo>
                    <a:pt x="4281052" y="1520473"/>
                  </a:lnTo>
                  <a:lnTo>
                    <a:pt x="4281178" y="1520473"/>
                  </a:lnTo>
                  <a:lnTo>
                    <a:pt x="4281305" y="1520473"/>
                  </a:lnTo>
                  <a:lnTo>
                    <a:pt x="4281431" y="1520473"/>
                  </a:lnTo>
                  <a:lnTo>
                    <a:pt x="4281557" y="1520473"/>
                  </a:lnTo>
                  <a:lnTo>
                    <a:pt x="4281683" y="1520473"/>
                  </a:lnTo>
                  <a:lnTo>
                    <a:pt x="4281809" y="1520473"/>
                  </a:lnTo>
                  <a:lnTo>
                    <a:pt x="4281935" y="1520473"/>
                  </a:lnTo>
                  <a:lnTo>
                    <a:pt x="4282061" y="1520473"/>
                  </a:lnTo>
                  <a:lnTo>
                    <a:pt x="4282187" y="1520473"/>
                  </a:lnTo>
                  <a:lnTo>
                    <a:pt x="4282187" y="1515193"/>
                  </a:lnTo>
                  <a:lnTo>
                    <a:pt x="4282313" y="1515193"/>
                  </a:lnTo>
                  <a:lnTo>
                    <a:pt x="4282439" y="1515193"/>
                  </a:lnTo>
                  <a:lnTo>
                    <a:pt x="4282565" y="1515193"/>
                  </a:lnTo>
                  <a:lnTo>
                    <a:pt x="4282692" y="1515193"/>
                  </a:lnTo>
                  <a:lnTo>
                    <a:pt x="4282818" y="1515193"/>
                  </a:lnTo>
                  <a:lnTo>
                    <a:pt x="4282944" y="1515193"/>
                  </a:lnTo>
                  <a:lnTo>
                    <a:pt x="4283070" y="1515193"/>
                  </a:lnTo>
                  <a:lnTo>
                    <a:pt x="4283196" y="1515193"/>
                  </a:lnTo>
                  <a:lnTo>
                    <a:pt x="4283322" y="1515193"/>
                  </a:lnTo>
                  <a:lnTo>
                    <a:pt x="4283448" y="1515193"/>
                  </a:lnTo>
                  <a:lnTo>
                    <a:pt x="4283574" y="1515193"/>
                  </a:lnTo>
                  <a:lnTo>
                    <a:pt x="4283700" y="1515193"/>
                  </a:lnTo>
                  <a:lnTo>
                    <a:pt x="4283826" y="1515193"/>
                  </a:lnTo>
                  <a:lnTo>
                    <a:pt x="4283952" y="1515193"/>
                  </a:lnTo>
                  <a:lnTo>
                    <a:pt x="4284078" y="1515193"/>
                  </a:lnTo>
                  <a:lnTo>
                    <a:pt x="4284205" y="1515193"/>
                  </a:lnTo>
                  <a:lnTo>
                    <a:pt x="4284331" y="1515193"/>
                  </a:lnTo>
                  <a:lnTo>
                    <a:pt x="4284457" y="1515193"/>
                  </a:lnTo>
                  <a:lnTo>
                    <a:pt x="4284583" y="1515193"/>
                  </a:lnTo>
                  <a:lnTo>
                    <a:pt x="4284709" y="1515193"/>
                  </a:lnTo>
                  <a:lnTo>
                    <a:pt x="4284835" y="1515193"/>
                  </a:lnTo>
                  <a:lnTo>
                    <a:pt x="4284961" y="1515193"/>
                  </a:lnTo>
                  <a:lnTo>
                    <a:pt x="4285087" y="1515193"/>
                  </a:lnTo>
                  <a:lnTo>
                    <a:pt x="4285213" y="1515193"/>
                  </a:lnTo>
                  <a:lnTo>
                    <a:pt x="4285339" y="1515193"/>
                  </a:lnTo>
                  <a:lnTo>
                    <a:pt x="4285465" y="1515193"/>
                  </a:lnTo>
                  <a:lnTo>
                    <a:pt x="4285592" y="1515193"/>
                  </a:lnTo>
                  <a:lnTo>
                    <a:pt x="4285718" y="1515193"/>
                  </a:lnTo>
                  <a:lnTo>
                    <a:pt x="4285844" y="1515193"/>
                  </a:lnTo>
                  <a:lnTo>
                    <a:pt x="4285970" y="1515193"/>
                  </a:lnTo>
                  <a:lnTo>
                    <a:pt x="4286096" y="1515193"/>
                  </a:lnTo>
                  <a:lnTo>
                    <a:pt x="4286222" y="1515193"/>
                  </a:lnTo>
                  <a:lnTo>
                    <a:pt x="4286348" y="1515193"/>
                  </a:lnTo>
                  <a:lnTo>
                    <a:pt x="4286474" y="1515193"/>
                  </a:lnTo>
                  <a:lnTo>
                    <a:pt x="4286600" y="1515193"/>
                  </a:lnTo>
                  <a:lnTo>
                    <a:pt x="4286726" y="1515193"/>
                  </a:lnTo>
                  <a:lnTo>
                    <a:pt x="4286852" y="1515193"/>
                  </a:lnTo>
                  <a:lnTo>
                    <a:pt x="4286978" y="1515193"/>
                  </a:lnTo>
                  <a:lnTo>
                    <a:pt x="4287105" y="1515193"/>
                  </a:lnTo>
                  <a:lnTo>
                    <a:pt x="4287231" y="1515193"/>
                  </a:lnTo>
                  <a:lnTo>
                    <a:pt x="4287357" y="1515193"/>
                  </a:lnTo>
                  <a:lnTo>
                    <a:pt x="4287483" y="1515193"/>
                  </a:lnTo>
                  <a:lnTo>
                    <a:pt x="4287609" y="1515193"/>
                  </a:lnTo>
                  <a:lnTo>
                    <a:pt x="4287735" y="1515193"/>
                  </a:lnTo>
                  <a:lnTo>
                    <a:pt x="4287861" y="1515193"/>
                  </a:lnTo>
                  <a:lnTo>
                    <a:pt x="4287987" y="1515193"/>
                  </a:lnTo>
                  <a:lnTo>
                    <a:pt x="4287987" y="1509914"/>
                  </a:lnTo>
                  <a:lnTo>
                    <a:pt x="4288113" y="1509914"/>
                  </a:lnTo>
                  <a:lnTo>
                    <a:pt x="4288239" y="1509914"/>
                  </a:lnTo>
                  <a:lnTo>
                    <a:pt x="4288365" y="1509914"/>
                  </a:lnTo>
                  <a:lnTo>
                    <a:pt x="4288365" y="1504635"/>
                  </a:lnTo>
                  <a:lnTo>
                    <a:pt x="4288492" y="1504635"/>
                  </a:lnTo>
                  <a:lnTo>
                    <a:pt x="4288618" y="1504635"/>
                  </a:lnTo>
                  <a:lnTo>
                    <a:pt x="4288744" y="1504635"/>
                  </a:lnTo>
                  <a:lnTo>
                    <a:pt x="4288870" y="1504635"/>
                  </a:lnTo>
                  <a:lnTo>
                    <a:pt x="4288996" y="1504635"/>
                  </a:lnTo>
                  <a:lnTo>
                    <a:pt x="4289122" y="1504635"/>
                  </a:lnTo>
                  <a:lnTo>
                    <a:pt x="4289248" y="1504635"/>
                  </a:lnTo>
                  <a:lnTo>
                    <a:pt x="4289374" y="1504635"/>
                  </a:lnTo>
                  <a:lnTo>
                    <a:pt x="4289500" y="1504635"/>
                  </a:lnTo>
                  <a:lnTo>
                    <a:pt x="4289626" y="1504635"/>
                  </a:lnTo>
                  <a:lnTo>
                    <a:pt x="4289752" y="1504635"/>
                  </a:lnTo>
                  <a:lnTo>
                    <a:pt x="4289879" y="1504635"/>
                  </a:lnTo>
                  <a:lnTo>
                    <a:pt x="4290005" y="1504635"/>
                  </a:lnTo>
                  <a:lnTo>
                    <a:pt x="4290131" y="1504635"/>
                  </a:lnTo>
                  <a:lnTo>
                    <a:pt x="4290257" y="1504635"/>
                  </a:lnTo>
                  <a:lnTo>
                    <a:pt x="4290383" y="1504635"/>
                  </a:lnTo>
                  <a:lnTo>
                    <a:pt x="4290509" y="1504635"/>
                  </a:lnTo>
                  <a:lnTo>
                    <a:pt x="4290635" y="1504635"/>
                  </a:lnTo>
                  <a:lnTo>
                    <a:pt x="4290761" y="1504635"/>
                  </a:lnTo>
                  <a:lnTo>
                    <a:pt x="4290887" y="1504635"/>
                  </a:lnTo>
                  <a:lnTo>
                    <a:pt x="4291013" y="1504635"/>
                  </a:lnTo>
                  <a:lnTo>
                    <a:pt x="4291139" y="1504635"/>
                  </a:lnTo>
                  <a:lnTo>
                    <a:pt x="4291265" y="1504635"/>
                  </a:lnTo>
                  <a:lnTo>
                    <a:pt x="4291392" y="1504635"/>
                  </a:lnTo>
                  <a:lnTo>
                    <a:pt x="4291518" y="1504635"/>
                  </a:lnTo>
                  <a:lnTo>
                    <a:pt x="4291644" y="1504635"/>
                  </a:lnTo>
                  <a:lnTo>
                    <a:pt x="4291770" y="1504635"/>
                  </a:lnTo>
                  <a:lnTo>
                    <a:pt x="4291896" y="1504635"/>
                  </a:lnTo>
                  <a:lnTo>
                    <a:pt x="4292022" y="1504635"/>
                  </a:lnTo>
                  <a:lnTo>
                    <a:pt x="4292148" y="1504635"/>
                  </a:lnTo>
                  <a:lnTo>
                    <a:pt x="4292274" y="1504635"/>
                  </a:lnTo>
                  <a:lnTo>
                    <a:pt x="4292400" y="1504635"/>
                  </a:lnTo>
                  <a:lnTo>
                    <a:pt x="4292526" y="1504635"/>
                  </a:lnTo>
                  <a:lnTo>
                    <a:pt x="4292652" y="1504635"/>
                  </a:lnTo>
                  <a:lnTo>
                    <a:pt x="4292779" y="1504635"/>
                  </a:lnTo>
                  <a:lnTo>
                    <a:pt x="4292905" y="1504635"/>
                  </a:lnTo>
                  <a:lnTo>
                    <a:pt x="4293031" y="1504635"/>
                  </a:lnTo>
                  <a:lnTo>
                    <a:pt x="4293157" y="1504635"/>
                  </a:lnTo>
                  <a:lnTo>
                    <a:pt x="4293283" y="1504635"/>
                  </a:lnTo>
                  <a:lnTo>
                    <a:pt x="4293409" y="1504635"/>
                  </a:lnTo>
                  <a:lnTo>
                    <a:pt x="4293535" y="1504635"/>
                  </a:lnTo>
                  <a:lnTo>
                    <a:pt x="4293661" y="1504635"/>
                  </a:lnTo>
                  <a:lnTo>
                    <a:pt x="4293787" y="1504635"/>
                  </a:lnTo>
                  <a:lnTo>
                    <a:pt x="4293913" y="1504635"/>
                  </a:lnTo>
                  <a:lnTo>
                    <a:pt x="4294039" y="1504635"/>
                  </a:lnTo>
                  <a:lnTo>
                    <a:pt x="4294165" y="1504635"/>
                  </a:lnTo>
                  <a:lnTo>
                    <a:pt x="4294292" y="1504635"/>
                  </a:lnTo>
                  <a:lnTo>
                    <a:pt x="4294418" y="1504635"/>
                  </a:lnTo>
                  <a:lnTo>
                    <a:pt x="4294544" y="1504635"/>
                  </a:lnTo>
                  <a:lnTo>
                    <a:pt x="4294670" y="1504635"/>
                  </a:lnTo>
                  <a:lnTo>
                    <a:pt x="4294796" y="1504635"/>
                  </a:lnTo>
                  <a:lnTo>
                    <a:pt x="4294922" y="1504635"/>
                  </a:lnTo>
                  <a:lnTo>
                    <a:pt x="4295048" y="1504635"/>
                  </a:lnTo>
                  <a:lnTo>
                    <a:pt x="4295174" y="1504635"/>
                  </a:lnTo>
                  <a:lnTo>
                    <a:pt x="4295300" y="1504635"/>
                  </a:lnTo>
                  <a:lnTo>
                    <a:pt x="4295426" y="1504635"/>
                  </a:lnTo>
                  <a:lnTo>
                    <a:pt x="4295552" y="1504635"/>
                  </a:lnTo>
                  <a:lnTo>
                    <a:pt x="4295679" y="1504635"/>
                  </a:lnTo>
                  <a:lnTo>
                    <a:pt x="4295805" y="1504635"/>
                  </a:lnTo>
                  <a:lnTo>
                    <a:pt x="4295931" y="1504635"/>
                  </a:lnTo>
                  <a:lnTo>
                    <a:pt x="4296057" y="1504635"/>
                  </a:lnTo>
                  <a:lnTo>
                    <a:pt x="4296183" y="1504635"/>
                  </a:lnTo>
                  <a:lnTo>
                    <a:pt x="4296309" y="1504635"/>
                  </a:lnTo>
                  <a:lnTo>
                    <a:pt x="4296435" y="1504635"/>
                  </a:lnTo>
                  <a:lnTo>
                    <a:pt x="4296561" y="1504635"/>
                  </a:lnTo>
                  <a:lnTo>
                    <a:pt x="4296687" y="1504635"/>
                  </a:lnTo>
                  <a:lnTo>
                    <a:pt x="4296813" y="1504635"/>
                  </a:lnTo>
                  <a:lnTo>
                    <a:pt x="4296939" y="1504635"/>
                  </a:lnTo>
                  <a:lnTo>
                    <a:pt x="4297065" y="1504635"/>
                  </a:lnTo>
                  <a:lnTo>
                    <a:pt x="4297192" y="1504635"/>
                  </a:lnTo>
                  <a:lnTo>
                    <a:pt x="4297318" y="1504635"/>
                  </a:lnTo>
                  <a:lnTo>
                    <a:pt x="4297444" y="1504635"/>
                  </a:lnTo>
                  <a:lnTo>
                    <a:pt x="4297570" y="1504635"/>
                  </a:lnTo>
                  <a:lnTo>
                    <a:pt x="4297696" y="1504635"/>
                  </a:lnTo>
                  <a:lnTo>
                    <a:pt x="4297822" y="1504635"/>
                  </a:lnTo>
                  <a:lnTo>
                    <a:pt x="4297948" y="1504635"/>
                  </a:lnTo>
                  <a:lnTo>
                    <a:pt x="4298074" y="1504635"/>
                  </a:lnTo>
                  <a:lnTo>
                    <a:pt x="4298200" y="1504635"/>
                  </a:lnTo>
                  <a:lnTo>
                    <a:pt x="4298326" y="1504635"/>
                  </a:lnTo>
                  <a:lnTo>
                    <a:pt x="4298452" y="1504635"/>
                  </a:lnTo>
                  <a:lnTo>
                    <a:pt x="4298579" y="1504635"/>
                  </a:lnTo>
                  <a:lnTo>
                    <a:pt x="4298705" y="1504635"/>
                  </a:lnTo>
                  <a:lnTo>
                    <a:pt x="4298831" y="1504635"/>
                  </a:lnTo>
                  <a:lnTo>
                    <a:pt x="4298957" y="1504635"/>
                  </a:lnTo>
                  <a:lnTo>
                    <a:pt x="4299083" y="1504635"/>
                  </a:lnTo>
                  <a:lnTo>
                    <a:pt x="4299209" y="1504635"/>
                  </a:lnTo>
                  <a:lnTo>
                    <a:pt x="4299335" y="1504635"/>
                  </a:lnTo>
                  <a:lnTo>
                    <a:pt x="4299461" y="1504635"/>
                  </a:lnTo>
                  <a:lnTo>
                    <a:pt x="4299587" y="1504635"/>
                  </a:lnTo>
                  <a:lnTo>
                    <a:pt x="4299713" y="1504635"/>
                  </a:lnTo>
                  <a:lnTo>
                    <a:pt x="4299839" y="1504635"/>
                  </a:lnTo>
                  <a:lnTo>
                    <a:pt x="4299966" y="1504635"/>
                  </a:lnTo>
                  <a:lnTo>
                    <a:pt x="4300092" y="1504635"/>
                  </a:lnTo>
                  <a:lnTo>
                    <a:pt x="4300218" y="1504635"/>
                  </a:lnTo>
                  <a:lnTo>
                    <a:pt x="4300344" y="1504635"/>
                  </a:lnTo>
                  <a:lnTo>
                    <a:pt x="4300470" y="1504635"/>
                  </a:lnTo>
                  <a:lnTo>
                    <a:pt x="4300596" y="1504635"/>
                  </a:lnTo>
                  <a:lnTo>
                    <a:pt x="4300722" y="1504635"/>
                  </a:lnTo>
                  <a:lnTo>
                    <a:pt x="4300848" y="1504635"/>
                  </a:lnTo>
                  <a:lnTo>
                    <a:pt x="4300974" y="1504635"/>
                  </a:lnTo>
                  <a:lnTo>
                    <a:pt x="4301100" y="1504635"/>
                  </a:lnTo>
                  <a:lnTo>
                    <a:pt x="4301226" y="1504635"/>
                  </a:lnTo>
                  <a:lnTo>
                    <a:pt x="4301352" y="1504635"/>
                  </a:lnTo>
                  <a:lnTo>
                    <a:pt x="4301479" y="1504635"/>
                  </a:lnTo>
                  <a:lnTo>
                    <a:pt x="4301605" y="1504635"/>
                  </a:lnTo>
                  <a:lnTo>
                    <a:pt x="4301731" y="1504635"/>
                  </a:lnTo>
                  <a:lnTo>
                    <a:pt x="4301857" y="1504635"/>
                  </a:lnTo>
                  <a:lnTo>
                    <a:pt x="4301983" y="1504635"/>
                  </a:lnTo>
                  <a:lnTo>
                    <a:pt x="4302109" y="1504635"/>
                  </a:lnTo>
                  <a:lnTo>
                    <a:pt x="4302235" y="1504635"/>
                  </a:lnTo>
                  <a:lnTo>
                    <a:pt x="4302361" y="1504635"/>
                  </a:lnTo>
                  <a:lnTo>
                    <a:pt x="4302487" y="1504635"/>
                  </a:lnTo>
                  <a:lnTo>
                    <a:pt x="4302613" y="1504635"/>
                  </a:lnTo>
                  <a:lnTo>
                    <a:pt x="4302739" y="1504635"/>
                  </a:lnTo>
                  <a:lnTo>
                    <a:pt x="4302866" y="1504635"/>
                  </a:lnTo>
                  <a:lnTo>
                    <a:pt x="4302992" y="1504635"/>
                  </a:lnTo>
                  <a:lnTo>
                    <a:pt x="4303118" y="1504635"/>
                  </a:lnTo>
                  <a:lnTo>
                    <a:pt x="4303244" y="1504635"/>
                  </a:lnTo>
                  <a:lnTo>
                    <a:pt x="4303370" y="1504635"/>
                  </a:lnTo>
                  <a:lnTo>
                    <a:pt x="4303496" y="1504635"/>
                  </a:lnTo>
                  <a:lnTo>
                    <a:pt x="4303622" y="1504635"/>
                  </a:lnTo>
                  <a:lnTo>
                    <a:pt x="4303748" y="1504635"/>
                  </a:lnTo>
                  <a:lnTo>
                    <a:pt x="4303874" y="1504635"/>
                  </a:lnTo>
                  <a:lnTo>
                    <a:pt x="4304000" y="1504635"/>
                  </a:lnTo>
                  <a:lnTo>
                    <a:pt x="4304126" y="1504635"/>
                  </a:lnTo>
                  <a:lnTo>
                    <a:pt x="4304252" y="1504635"/>
                  </a:lnTo>
                  <a:lnTo>
                    <a:pt x="4304379" y="1504635"/>
                  </a:lnTo>
                  <a:lnTo>
                    <a:pt x="4304505" y="1504635"/>
                  </a:lnTo>
                  <a:lnTo>
                    <a:pt x="4304505" y="1499355"/>
                  </a:lnTo>
                  <a:lnTo>
                    <a:pt x="4304631" y="1499355"/>
                  </a:lnTo>
                  <a:lnTo>
                    <a:pt x="4304757" y="1499355"/>
                  </a:lnTo>
                  <a:lnTo>
                    <a:pt x="4304757" y="1494076"/>
                  </a:lnTo>
                  <a:lnTo>
                    <a:pt x="4304883" y="1494076"/>
                  </a:lnTo>
                  <a:lnTo>
                    <a:pt x="4305009" y="1494076"/>
                  </a:lnTo>
                  <a:lnTo>
                    <a:pt x="4305135" y="1494076"/>
                  </a:lnTo>
                  <a:lnTo>
                    <a:pt x="4305261" y="1494076"/>
                  </a:lnTo>
                  <a:lnTo>
                    <a:pt x="4305387" y="1494076"/>
                  </a:lnTo>
                  <a:lnTo>
                    <a:pt x="4305513" y="1494076"/>
                  </a:lnTo>
                  <a:lnTo>
                    <a:pt x="4305639" y="1494076"/>
                  </a:lnTo>
                  <a:lnTo>
                    <a:pt x="4305766" y="1494076"/>
                  </a:lnTo>
                  <a:lnTo>
                    <a:pt x="4305892" y="1494076"/>
                  </a:lnTo>
                  <a:lnTo>
                    <a:pt x="4306018" y="1494076"/>
                  </a:lnTo>
                  <a:lnTo>
                    <a:pt x="4306144" y="1494076"/>
                  </a:lnTo>
                  <a:lnTo>
                    <a:pt x="4306270" y="1494076"/>
                  </a:lnTo>
                  <a:lnTo>
                    <a:pt x="4306396" y="1494076"/>
                  </a:lnTo>
                  <a:lnTo>
                    <a:pt x="4306522" y="1494076"/>
                  </a:lnTo>
                  <a:lnTo>
                    <a:pt x="4306648" y="1494076"/>
                  </a:lnTo>
                  <a:lnTo>
                    <a:pt x="4306774" y="1494076"/>
                  </a:lnTo>
                  <a:lnTo>
                    <a:pt x="4306900" y="1494076"/>
                  </a:lnTo>
                  <a:lnTo>
                    <a:pt x="4307026" y="1494076"/>
                  </a:lnTo>
                  <a:lnTo>
                    <a:pt x="4307153" y="1494076"/>
                  </a:lnTo>
                  <a:lnTo>
                    <a:pt x="4307279" y="1494076"/>
                  </a:lnTo>
                  <a:lnTo>
                    <a:pt x="4307405" y="1494076"/>
                  </a:lnTo>
                  <a:lnTo>
                    <a:pt x="4307531" y="1494076"/>
                  </a:lnTo>
                  <a:lnTo>
                    <a:pt x="4307657" y="1494076"/>
                  </a:lnTo>
                  <a:lnTo>
                    <a:pt x="4307783" y="1494076"/>
                  </a:lnTo>
                  <a:lnTo>
                    <a:pt x="4307909" y="1494076"/>
                  </a:lnTo>
                  <a:lnTo>
                    <a:pt x="4308035" y="1494076"/>
                  </a:lnTo>
                  <a:lnTo>
                    <a:pt x="4308161" y="1494076"/>
                  </a:lnTo>
                  <a:lnTo>
                    <a:pt x="4308287" y="1494076"/>
                  </a:lnTo>
                  <a:lnTo>
                    <a:pt x="4308413" y="1494076"/>
                  </a:lnTo>
                  <a:lnTo>
                    <a:pt x="4308539" y="1494076"/>
                  </a:lnTo>
                  <a:lnTo>
                    <a:pt x="4308666" y="1494076"/>
                  </a:lnTo>
                  <a:lnTo>
                    <a:pt x="4308792" y="1494076"/>
                  </a:lnTo>
                  <a:lnTo>
                    <a:pt x="4308918" y="1494076"/>
                  </a:lnTo>
                  <a:lnTo>
                    <a:pt x="4309044" y="1494076"/>
                  </a:lnTo>
                  <a:lnTo>
                    <a:pt x="4309170" y="1494076"/>
                  </a:lnTo>
                  <a:lnTo>
                    <a:pt x="4309296" y="1494076"/>
                  </a:lnTo>
                  <a:lnTo>
                    <a:pt x="4309422" y="1494076"/>
                  </a:lnTo>
                  <a:lnTo>
                    <a:pt x="4309548" y="1494076"/>
                  </a:lnTo>
                  <a:lnTo>
                    <a:pt x="4309674" y="1494076"/>
                  </a:lnTo>
                  <a:lnTo>
                    <a:pt x="4309800" y="1494076"/>
                  </a:lnTo>
                  <a:lnTo>
                    <a:pt x="4309926" y="1494076"/>
                  </a:lnTo>
                  <a:lnTo>
                    <a:pt x="4310053" y="1494076"/>
                  </a:lnTo>
                  <a:lnTo>
                    <a:pt x="4310179" y="1494076"/>
                  </a:lnTo>
                  <a:lnTo>
                    <a:pt x="4310305" y="1494076"/>
                  </a:lnTo>
                  <a:lnTo>
                    <a:pt x="4310431" y="1494076"/>
                  </a:lnTo>
                  <a:lnTo>
                    <a:pt x="4310557" y="1494076"/>
                  </a:lnTo>
                  <a:lnTo>
                    <a:pt x="4310683" y="1494076"/>
                  </a:lnTo>
                  <a:lnTo>
                    <a:pt x="4310809" y="1494076"/>
                  </a:lnTo>
                  <a:lnTo>
                    <a:pt x="4310935" y="1494076"/>
                  </a:lnTo>
                  <a:lnTo>
                    <a:pt x="4311061" y="1494076"/>
                  </a:lnTo>
                  <a:lnTo>
                    <a:pt x="4311187" y="1494076"/>
                  </a:lnTo>
                  <a:lnTo>
                    <a:pt x="4311313" y="1494076"/>
                  </a:lnTo>
                  <a:lnTo>
                    <a:pt x="4311439" y="1494076"/>
                  </a:lnTo>
                  <a:lnTo>
                    <a:pt x="4311566" y="1494076"/>
                  </a:lnTo>
                  <a:lnTo>
                    <a:pt x="4311692" y="1494076"/>
                  </a:lnTo>
                  <a:lnTo>
                    <a:pt x="4311818" y="1494076"/>
                  </a:lnTo>
                  <a:lnTo>
                    <a:pt x="4311944" y="1494076"/>
                  </a:lnTo>
                  <a:lnTo>
                    <a:pt x="4312070" y="1494076"/>
                  </a:lnTo>
                  <a:lnTo>
                    <a:pt x="4312196" y="1494076"/>
                  </a:lnTo>
                  <a:lnTo>
                    <a:pt x="4312322" y="1494076"/>
                  </a:lnTo>
                  <a:lnTo>
                    <a:pt x="4312448" y="1494076"/>
                  </a:lnTo>
                  <a:lnTo>
                    <a:pt x="4312574" y="1494076"/>
                  </a:lnTo>
                  <a:lnTo>
                    <a:pt x="4312700" y="1494076"/>
                  </a:lnTo>
                  <a:lnTo>
                    <a:pt x="4312826" y="1494076"/>
                  </a:lnTo>
                  <a:lnTo>
                    <a:pt x="4312953" y="1494076"/>
                  </a:lnTo>
                  <a:lnTo>
                    <a:pt x="4313079" y="1494076"/>
                  </a:lnTo>
                  <a:lnTo>
                    <a:pt x="4313205" y="1494076"/>
                  </a:lnTo>
                  <a:lnTo>
                    <a:pt x="4313331" y="1494076"/>
                  </a:lnTo>
                  <a:lnTo>
                    <a:pt x="4313457" y="1494076"/>
                  </a:lnTo>
                  <a:lnTo>
                    <a:pt x="4313583" y="1494076"/>
                  </a:lnTo>
                  <a:lnTo>
                    <a:pt x="4313709" y="1494076"/>
                  </a:lnTo>
                  <a:lnTo>
                    <a:pt x="4313835" y="1494076"/>
                  </a:lnTo>
                  <a:lnTo>
                    <a:pt x="4313961" y="1494076"/>
                  </a:lnTo>
                  <a:lnTo>
                    <a:pt x="4314087" y="1494076"/>
                  </a:lnTo>
                  <a:lnTo>
                    <a:pt x="4314213" y="1494076"/>
                  </a:lnTo>
                  <a:lnTo>
                    <a:pt x="4314339" y="1494076"/>
                  </a:lnTo>
                  <a:lnTo>
                    <a:pt x="4314466" y="1494076"/>
                  </a:lnTo>
                  <a:lnTo>
                    <a:pt x="4314592" y="1494076"/>
                  </a:lnTo>
                  <a:lnTo>
                    <a:pt x="4314592" y="1488796"/>
                  </a:lnTo>
                  <a:lnTo>
                    <a:pt x="4314718" y="1488796"/>
                  </a:lnTo>
                  <a:lnTo>
                    <a:pt x="4314844" y="1488796"/>
                  </a:lnTo>
                  <a:lnTo>
                    <a:pt x="4314970" y="1488796"/>
                  </a:lnTo>
                  <a:lnTo>
                    <a:pt x="4315096" y="1488796"/>
                  </a:lnTo>
                  <a:lnTo>
                    <a:pt x="4315222" y="1488796"/>
                  </a:lnTo>
                  <a:lnTo>
                    <a:pt x="4315348" y="1488796"/>
                  </a:lnTo>
                  <a:lnTo>
                    <a:pt x="4315474" y="1488796"/>
                  </a:lnTo>
                  <a:lnTo>
                    <a:pt x="4315600" y="1488796"/>
                  </a:lnTo>
                  <a:lnTo>
                    <a:pt x="4315726" y="1488796"/>
                  </a:lnTo>
                  <a:lnTo>
                    <a:pt x="4315853" y="1488796"/>
                  </a:lnTo>
                  <a:lnTo>
                    <a:pt x="4315979" y="1488796"/>
                  </a:lnTo>
                  <a:lnTo>
                    <a:pt x="4316105" y="1488796"/>
                  </a:lnTo>
                  <a:lnTo>
                    <a:pt x="4316231" y="1488796"/>
                  </a:lnTo>
                  <a:lnTo>
                    <a:pt x="4316357" y="1488796"/>
                  </a:lnTo>
                  <a:lnTo>
                    <a:pt x="4316483" y="1488796"/>
                  </a:lnTo>
                  <a:lnTo>
                    <a:pt x="4316609" y="1488796"/>
                  </a:lnTo>
                  <a:lnTo>
                    <a:pt x="4316735" y="1488796"/>
                  </a:lnTo>
                  <a:lnTo>
                    <a:pt x="4316861" y="1488796"/>
                  </a:lnTo>
                  <a:lnTo>
                    <a:pt x="4316987" y="1488796"/>
                  </a:lnTo>
                  <a:lnTo>
                    <a:pt x="4317113" y="1488796"/>
                  </a:lnTo>
                  <a:lnTo>
                    <a:pt x="4317240" y="1488796"/>
                  </a:lnTo>
                  <a:lnTo>
                    <a:pt x="4317366" y="1488796"/>
                  </a:lnTo>
                  <a:lnTo>
                    <a:pt x="4317492" y="1488796"/>
                  </a:lnTo>
                  <a:lnTo>
                    <a:pt x="4317618" y="1488796"/>
                  </a:lnTo>
                  <a:lnTo>
                    <a:pt x="4317744" y="1488796"/>
                  </a:lnTo>
                  <a:lnTo>
                    <a:pt x="4317870" y="1488796"/>
                  </a:lnTo>
                  <a:lnTo>
                    <a:pt x="4317996" y="1488796"/>
                  </a:lnTo>
                  <a:lnTo>
                    <a:pt x="4318122" y="1488796"/>
                  </a:lnTo>
                  <a:lnTo>
                    <a:pt x="4318248" y="1488796"/>
                  </a:lnTo>
                  <a:lnTo>
                    <a:pt x="4318374" y="1488796"/>
                  </a:lnTo>
                  <a:lnTo>
                    <a:pt x="4318500" y="1488796"/>
                  </a:lnTo>
                  <a:lnTo>
                    <a:pt x="4318626" y="1488796"/>
                  </a:lnTo>
                  <a:lnTo>
                    <a:pt x="4318753" y="1488796"/>
                  </a:lnTo>
                  <a:lnTo>
                    <a:pt x="4318879" y="1488796"/>
                  </a:lnTo>
                  <a:lnTo>
                    <a:pt x="4319005" y="1488796"/>
                  </a:lnTo>
                  <a:lnTo>
                    <a:pt x="4319131" y="1488796"/>
                  </a:lnTo>
                  <a:lnTo>
                    <a:pt x="4319257" y="1488796"/>
                  </a:lnTo>
                  <a:lnTo>
                    <a:pt x="4319383" y="1488796"/>
                  </a:lnTo>
                  <a:lnTo>
                    <a:pt x="4319509" y="1488796"/>
                  </a:lnTo>
                  <a:lnTo>
                    <a:pt x="4319635" y="1488796"/>
                  </a:lnTo>
                  <a:lnTo>
                    <a:pt x="4319761" y="1488796"/>
                  </a:lnTo>
                  <a:lnTo>
                    <a:pt x="4319887" y="1488796"/>
                  </a:lnTo>
                  <a:lnTo>
                    <a:pt x="4320013" y="1488796"/>
                  </a:lnTo>
                  <a:lnTo>
                    <a:pt x="4320140" y="1488796"/>
                  </a:lnTo>
                  <a:lnTo>
                    <a:pt x="4320266" y="1488796"/>
                  </a:lnTo>
                  <a:lnTo>
                    <a:pt x="4320392" y="1488796"/>
                  </a:lnTo>
                  <a:lnTo>
                    <a:pt x="4320518" y="1488796"/>
                  </a:lnTo>
                  <a:lnTo>
                    <a:pt x="4320644" y="1488796"/>
                  </a:lnTo>
                  <a:lnTo>
                    <a:pt x="4320770" y="1488796"/>
                  </a:lnTo>
                  <a:lnTo>
                    <a:pt x="4320896" y="1488796"/>
                  </a:lnTo>
                  <a:lnTo>
                    <a:pt x="4321022" y="1488796"/>
                  </a:lnTo>
                  <a:lnTo>
                    <a:pt x="4321148" y="1488796"/>
                  </a:lnTo>
                  <a:lnTo>
                    <a:pt x="4321148" y="1483517"/>
                  </a:lnTo>
                  <a:lnTo>
                    <a:pt x="4321274" y="1483517"/>
                  </a:lnTo>
                  <a:lnTo>
                    <a:pt x="4321400" y="1483517"/>
                  </a:lnTo>
                  <a:lnTo>
                    <a:pt x="4321526" y="1483517"/>
                  </a:lnTo>
                  <a:lnTo>
                    <a:pt x="4321653" y="1483517"/>
                  </a:lnTo>
                  <a:lnTo>
                    <a:pt x="4321779" y="1483517"/>
                  </a:lnTo>
                  <a:lnTo>
                    <a:pt x="4321905" y="1483517"/>
                  </a:lnTo>
                  <a:lnTo>
                    <a:pt x="4322031" y="1483517"/>
                  </a:lnTo>
                  <a:lnTo>
                    <a:pt x="4322157" y="1483517"/>
                  </a:lnTo>
                  <a:lnTo>
                    <a:pt x="4322283" y="1483517"/>
                  </a:lnTo>
                  <a:lnTo>
                    <a:pt x="4322409" y="1483517"/>
                  </a:lnTo>
                  <a:lnTo>
                    <a:pt x="4322535" y="1483517"/>
                  </a:lnTo>
                  <a:lnTo>
                    <a:pt x="4322661" y="1483517"/>
                  </a:lnTo>
                  <a:lnTo>
                    <a:pt x="4322787" y="1483517"/>
                  </a:lnTo>
                  <a:lnTo>
                    <a:pt x="4322913" y="1483517"/>
                  </a:lnTo>
                  <a:lnTo>
                    <a:pt x="4323040" y="1483517"/>
                  </a:lnTo>
                  <a:lnTo>
                    <a:pt x="4323166" y="1483517"/>
                  </a:lnTo>
                  <a:lnTo>
                    <a:pt x="4323292" y="1483517"/>
                  </a:lnTo>
                  <a:lnTo>
                    <a:pt x="4323418" y="1483517"/>
                  </a:lnTo>
                  <a:lnTo>
                    <a:pt x="4323544" y="1483517"/>
                  </a:lnTo>
                  <a:lnTo>
                    <a:pt x="4323670" y="1483517"/>
                  </a:lnTo>
                  <a:lnTo>
                    <a:pt x="4323796" y="1483517"/>
                  </a:lnTo>
                  <a:lnTo>
                    <a:pt x="4323922" y="1483517"/>
                  </a:lnTo>
                  <a:lnTo>
                    <a:pt x="4324048" y="1483517"/>
                  </a:lnTo>
                  <a:lnTo>
                    <a:pt x="4324174" y="1483517"/>
                  </a:lnTo>
                  <a:lnTo>
                    <a:pt x="4324300" y="1483517"/>
                  </a:lnTo>
                  <a:lnTo>
                    <a:pt x="4324427" y="1483517"/>
                  </a:lnTo>
                  <a:lnTo>
                    <a:pt x="4324427" y="1478237"/>
                  </a:lnTo>
                  <a:lnTo>
                    <a:pt x="4324553" y="1478237"/>
                  </a:lnTo>
                  <a:lnTo>
                    <a:pt x="4324679" y="1478237"/>
                  </a:lnTo>
                  <a:lnTo>
                    <a:pt x="4324805" y="1478237"/>
                  </a:lnTo>
                  <a:lnTo>
                    <a:pt x="4324931" y="1478237"/>
                  </a:lnTo>
                  <a:lnTo>
                    <a:pt x="4325057" y="1478237"/>
                  </a:lnTo>
                  <a:lnTo>
                    <a:pt x="4325183" y="1478237"/>
                  </a:lnTo>
                  <a:lnTo>
                    <a:pt x="4325309" y="1478237"/>
                  </a:lnTo>
                  <a:lnTo>
                    <a:pt x="4325435" y="1478237"/>
                  </a:lnTo>
                  <a:lnTo>
                    <a:pt x="4325561" y="1478237"/>
                  </a:lnTo>
                  <a:lnTo>
                    <a:pt x="4325687" y="1478237"/>
                  </a:lnTo>
                  <a:lnTo>
                    <a:pt x="4325813" y="1478237"/>
                  </a:lnTo>
                  <a:lnTo>
                    <a:pt x="4325940" y="1478237"/>
                  </a:lnTo>
                  <a:lnTo>
                    <a:pt x="4326066" y="1478237"/>
                  </a:lnTo>
                  <a:lnTo>
                    <a:pt x="4326192" y="1478237"/>
                  </a:lnTo>
                  <a:lnTo>
                    <a:pt x="4326318" y="1478237"/>
                  </a:lnTo>
                  <a:lnTo>
                    <a:pt x="4326444" y="1478237"/>
                  </a:lnTo>
                  <a:lnTo>
                    <a:pt x="4326570" y="1478237"/>
                  </a:lnTo>
                  <a:lnTo>
                    <a:pt x="4326696" y="1478237"/>
                  </a:lnTo>
                  <a:lnTo>
                    <a:pt x="4326822" y="1478237"/>
                  </a:lnTo>
                  <a:lnTo>
                    <a:pt x="4326948" y="1478237"/>
                  </a:lnTo>
                  <a:lnTo>
                    <a:pt x="4327074" y="1478237"/>
                  </a:lnTo>
                  <a:lnTo>
                    <a:pt x="4327200" y="1478237"/>
                  </a:lnTo>
                  <a:lnTo>
                    <a:pt x="4327327" y="1478237"/>
                  </a:lnTo>
                  <a:lnTo>
                    <a:pt x="4327453" y="1478237"/>
                  </a:lnTo>
                  <a:lnTo>
                    <a:pt x="4327579" y="1478237"/>
                  </a:lnTo>
                  <a:lnTo>
                    <a:pt x="4327705" y="1478237"/>
                  </a:lnTo>
                  <a:lnTo>
                    <a:pt x="4327831" y="1478237"/>
                  </a:lnTo>
                  <a:lnTo>
                    <a:pt x="4327957" y="1478237"/>
                  </a:lnTo>
                  <a:lnTo>
                    <a:pt x="4328083" y="1478237"/>
                  </a:lnTo>
                  <a:lnTo>
                    <a:pt x="4328209" y="1478237"/>
                  </a:lnTo>
                  <a:lnTo>
                    <a:pt x="4328335" y="1478237"/>
                  </a:lnTo>
                  <a:lnTo>
                    <a:pt x="4328461" y="1478237"/>
                  </a:lnTo>
                  <a:lnTo>
                    <a:pt x="4328587" y="1478237"/>
                  </a:lnTo>
                  <a:lnTo>
                    <a:pt x="4328713" y="1478237"/>
                  </a:lnTo>
                  <a:lnTo>
                    <a:pt x="4328840" y="1478237"/>
                  </a:lnTo>
                  <a:lnTo>
                    <a:pt x="4328966" y="1478237"/>
                  </a:lnTo>
                  <a:lnTo>
                    <a:pt x="4329092" y="1478237"/>
                  </a:lnTo>
                  <a:lnTo>
                    <a:pt x="4329218" y="1478237"/>
                  </a:lnTo>
                  <a:lnTo>
                    <a:pt x="4329344" y="1478237"/>
                  </a:lnTo>
                  <a:lnTo>
                    <a:pt x="4329470" y="1478237"/>
                  </a:lnTo>
                  <a:lnTo>
                    <a:pt x="4329596" y="1478237"/>
                  </a:lnTo>
                  <a:lnTo>
                    <a:pt x="4329722" y="1478237"/>
                  </a:lnTo>
                  <a:lnTo>
                    <a:pt x="4329848" y="1478237"/>
                  </a:lnTo>
                  <a:lnTo>
                    <a:pt x="4329974" y="1478237"/>
                  </a:lnTo>
                  <a:lnTo>
                    <a:pt x="4330100" y="1478237"/>
                  </a:lnTo>
                  <a:lnTo>
                    <a:pt x="4330227" y="1478237"/>
                  </a:lnTo>
                  <a:lnTo>
                    <a:pt x="4330353" y="1478237"/>
                  </a:lnTo>
                  <a:lnTo>
                    <a:pt x="4330479" y="1478237"/>
                  </a:lnTo>
                  <a:lnTo>
                    <a:pt x="4330605" y="1478237"/>
                  </a:lnTo>
                  <a:lnTo>
                    <a:pt x="4330731" y="1478237"/>
                  </a:lnTo>
                  <a:lnTo>
                    <a:pt x="4330857" y="1478237"/>
                  </a:lnTo>
                  <a:lnTo>
                    <a:pt x="4330983" y="1478237"/>
                  </a:lnTo>
                  <a:lnTo>
                    <a:pt x="4331109" y="1478237"/>
                  </a:lnTo>
                  <a:lnTo>
                    <a:pt x="4331235" y="1478237"/>
                  </a:lnTo>
                  <a:lnTo>
                    <a:pt x="4331361" y="1478237"/>
                  </a:lnTo>
                  <a:lnTo>
                    <a:pt x="4331487" y="1478237"/>
                  </a:lnTo>
                  <a:lnTo>
                    <a:pt x="4331614" y="1478237"/>
                  </a:lnTo>
                  <a:lnTo>
                    <a:pt x="4331740" y="1478237"/>
                  </a:lnTo>
                  <a:lnTo>
                    <a:pt x="4331866" y="1478237"/>
                  </a:lnTo>
                  <a:lnTo>
                    <a:pt x="4331992" y="1478237"/>
                  </a:lnTo>
                  <a:lnTo>
                    <a:pt x="4332118" y="1478237"/>
                  </a:lnTo>
                  <a:lnTo>
                    <a:pt x="4332244" y="1478237"/>
                  </a:lnTo>
                  <a:lnTo>
                    <a:pt x="4332370" y="1478237"/>
                  </a:lnTo>
                  <a:lnTo>
                    <a:pt x="4332496" y="1478237"/>
                  </a:lnTo>
                  <a:lnTo>
                    <a:pt x="4332622" y="1478237"/>
                  </a:lnTo>
                  <a:lnTo>
                    <a:pt x="4332748" y="1478237"/>
                  </a:lnTo>
                  <a:lnTo>
                    <a:pt x="4332874" y="1478237"/>
                  </a:lnTo>
                  <a:lnTo>
                    <a:pt x="4333000" y="1478237"/>
                  </a:lnTo>
                  <a:lnTo>
                    <a:pt x="4333127" y="1478237"/>
                  </a:lnTo>
                  <a:lnTo>
                    <a:pt x="4333253" y="1478237"/>
                  </a:lnTo>
                  <a:lnTo>
                    <a:pt x="4333379" y="1478237"/>
                  </a:lnTo>
                  <a:lnTo>
                    <a:pt x="4333505" y="1478237"/>
                  </a:lnTo>
                  <a:lnTo>
                    <a:pt x="4333631" y="1478237"/>
                  </a:lnTo>
                  <a:lnTo>
                    <a:pt x="4333757" y="1478237"/>
                  </a:lnTo>
                  <a:lnTo>
                    <a:pt x="4333883" y="1478237"/>
                  </a:lnTo>
                  <a:lnTo>
                    <a:pt x="4334009" y="1478237"/>
                  </a:lnTo>
                  <a:lnTo>
                    <a:pt x="4334135" y="1478237"/>
                  </a:lnTo>
                  <a:lnTo>
                    <a:pt x="4334261" y="1478237"/>
                  </a:lnTo>
                  <a:lnTo>
                    <a:pt x="4334387" y="1478237"/>
                  </a:lnTo>
                  <a:lnTo>
                    <a:pt x="4334514" y="1478237"/>
                  </a:lnTo>
                  <a:lnTo>
                    <a:pt x="4334640" y="1478237"/>
                  </a:lnTo>
                  <a:lnTo>
                    <a:pt x="4334766" y="1478237"/>
                  </a:lnTo>
                  <a:lnTo>
                    <a:pt x="4334892" y="1478237"/>
                  </a:lnTo>
                  <a:lnTo>
                    <a:pt x="4335018" y="1478237"/>
                  </a:lnTo>
                  <a:lnTo>
                    <a:pt x="4335144" y="1478237"/>
                  </a:lnTo>
                  <a:lnTo>
                    <a:pt x="4335270" y="1478237"/>
                  </a:lnTo>
                  <a:lnTo>
                    <a:pt x="4335396" y="1478237"/>
                  </a:lnTo>
                  <a:lnTo>
                    <a:pt x="4335396" y="1472958"/>
                  </a:lnTo>
                  <a:lnTo>
                    <a:pt x="4335522" y="1472958"/>
                  </a:lnTo>
                  <a:lnTo>
                    <a:pt x="4335648" y="1472958"/>
                  </a:lnTo>
                  <a:lnTo>
                    <a:pt x="4335774" y="1472958"/>
                  </a:lnTo>
                  <a:lnTo>
                    <a:pt x="4335900" y="1472958"/>
                  </a:lnTo>
                  <a:lnTo>
                    <a:pt x="4336027" y="1472958"/>
                  </a:lnTo>
                  <a:lnTo>
                    <a:pt x="4336153" y="1472958"/>
                  </a:lnTo>
                  <a:lnTo>
                    <a:pt x="4336279" y="1472958"/>
                  </a:lnTo>
                  <a:lnTo>
                    <a:pt x="4336405" y="1472958"/>
                  </a:lnTo>
                  <a:lnTo>
                    <a:pt x="4336531" y="1472958"/>
                  </a:lnTo>
                  <a:lnTo>
                    <a:pt x="4336657" y="1472958"/>
                  </a:lnTo>
                  <a:lnTo>
                    <a:pt x="4336783" y="1472958"/>
                  </a:lnTo>
                  <a:lnTo>
                    <a:pt x="4336909" y="1472958"/>
                  </a:lnTo>
                  <a:lnTo>
                    <a:pt x="4337035" y="1472958"/>
                  </a:lnTo>
                  <a:lnTo>
                    <a:pt x="4337161" y="1472958"/>
                  </a:lnTo>
                  <a:lnTo>
                    <a:pt x="4337287" y="1472958"/>
                  </a:lnTo>
                  <a:lnTo>
                    <a:pt x="4337414" y="1472958"/>
                  </a:lnTo>
                  <a:lnTo>
                    <a:pt x="4337414" y="1467679"/>
                  </a:lnTo>
                  <a:lnTo>
                    <a:pt x="4337540" y="1467679"/>
                  </a:lnTo>
                  <a:lnTo>
                    <a:pt x="4337666" y="1467679"/>
                  </a:lnTo>
                  <a:lnTo>
                    <a:pt x="4337666" y="1462399"/>
                  </a:lnTo>
                  <a:lnTo>
                    <a:pt x="4337666" y="1457120"/>
                  </a:lnTo>
                  <a:lnTo>
                    <a:pt x="4337792" y="1457120"/>
                  </a:lnTo>
                  <a:lnTo>
                    <a:pt x="4337918" y="1457120"/>
                  </a:lnTo>
                  <a:lnTo>
                    <a:pt x="4337918" y="1451840"/>
                  </a:lnTo>
                  <a:lnTo>
                    <a:pt x="4338044" y="1451840"/>
                  </a:lnTo>
                  <a:lnTo>
                    <a:pt x="4338170" y="1451840"/>
                  </a:lnTo>
                  <a:lnTo>
                    <a:pt x="4338296" y="1451840"/>
                  </a:lnTo>
                  <a:lnTo>
                    <a:pt x="4338422" y="1451840"/>
                  </a:lnTo>
                  <a:lnTo>
                    <a:pt x="4338548" y="1451840"/>
                  </a:lnTo>
                  <a:lnTo>
                    <a:pt x="4338674" y="1451840"/>
                  </a:lnTo>
                  <a:lnTo>
                    <a:pt x="4338800" y="1451840"/>
                  </a:lnTo>
                  <a:lnTo>
                    <a:pt x="4338927" y="1451840"/>
                  </a:lnTo>
                  <a:lnTo>
                    <a:pt x="4339053" y="1451840"/>
                  </a:lnTo>
                  <a:lnTo>
                    <a:pt x="4339179" y="1451840"/>
                  </a:lnTo>
                  <a:lnTo>
                    <a:pt x="4339305" y="1451840"/>
                  </a:lnTo>
                  <a:lnTo>
                    <a:pt x="4339431" y="1451840"/>
                  </a:lnTo>
                  <a:lnTo>
                    <a:pt x="4339557" y="1451840"/>
                  </a:lnTo>
                  <a:lnTo>
                    <a:pt x="4339683" y="1451840"/>
                  </a:lnTo>
                  <a:lnTo>
                    <a:pt x="4339809" y="1451840"/>
                  </a:lnTo>
                  <a:lnTo>
                    <a:pt x="4339935" y="1451840"/>
                  </a:lnTo>
                  <a:lnTo>
                    <a:pt x="4340061" y="1451840"/>
                  </a:lnTo>
                  <a:lnTo>
                    <a:pt x="4340187" y="1451840"/>
                  </a:lnTo>
                  <a:lnTo>
                    <a:pt x="4340314" y="1451840"/>
                  </a:lnTo>
                  <a:lnTo>
                    <a:pt x="4340440" y="1451840"/>
                  </a:lnTo>
                  <a:lnTo>
                    <a:pt x="4340566" y="1451840"/>
                  </a:lnTo>
                  <a:lnTo>
                    <a:pt x="4340692" y="1451840"/>
                  </a:lnTo>
                  <a:lnTo>
                    <a:pt x="4340818" y="1451840"/>
                  </a:lnTo>
                  <a:lnTo>
                    <a:pt x="4340944" y="1451840"/>
                  </a:lnTo>
                  <a:lnTo>
                    <a:pt x="4341070" y="1451840"/>
                  </a:lnTo>
                  <a:lnTo>
                    <a:pt x="4341196" y="1451840"/>
                  </a:lnTo>
                  <a:lnTo>
                    <a:pt x="4341322" y="1451840"/>
                  </a:lnTo>
                  <a:lnTo>
                    <a:pt x="4341448" y="1451840"/>
                  </a:lnTo>
                  <a:lnTo>
                    <a:pt x="4341574" y="1451840"/>
                  </a:lnTo>
                  <a:lnTo>
                    <a:pt x="4341701" y="1451840"/>
                  </a:lnTo>
                  <a:lnTo>
                    <a:pt x="4341827" y="1451840"/>
                  </a:lnTo>
                  <a:lnTo>
                    <a:pt x="4341953" y="1451840"/>
                  </a:lnTo>
                  <a:lnTo>
                    <a:pt x="4342079" y="1451840"/>
                  </a:lnTo>
                  <a:lnTo>
                    <a:pt x="4342205" y="1451840"/>
                  </a:lnTo>
                  <a:lnTo>
                    <a:pt x="4342331" y="1451840"/>
                  </a:lnTo>
                  <a:lnTo>
                    <a:pt x="4342457" y="1451840"/>
                  </a:lnTo>
                  <a:lnTo>
                    <a:pt x="4342583" y="1451840"/>
                  </a:lnTo>
                  <a:lnTo>
                    <a:pt x="4342709" y="1451840"/>
                  </a:lnTo>
                  <a:lnTo>
                    <a:pt x="4342835" y="1451840"/>
                  </a:lnTo>
                  <a:lnTo>
                    <a:pt x="4342961" y="1451840"/>
                  </a:lnTo>
                  <a:lnTo>
                    <a:pt x="4343087" y="1451840"/>
                  </a:lnTo>
                  <a:lnTo>
                    <a:pt x="4343214" y="1451840"/>
                  </a:lnTo>
                  <a:lnTo>
                    <a:pt x="4343340" y="1451840"/>
                  </a:lnTo>
                  <a:lnTo>
                    <a:pt x="4343466" y="1451840"/>
                  </a:lnTo>
                  <a:lnTo>
                    <a:pt x="4343592" y="1451840"/>
                  </a:lnTo>
                  <a:lnTo>
                    <a:pt x="4343718" y="1451840"/>
                  </a:lnTo>
                  <a:lnTo>
                    <a:pt x="4343844" y="1451840"/>
                  </a:lnTo>
                  <a:lnTo>
                    <a:pt x="4343970" y="1451840"/>
                  </a:lnTo>
                  <a:lnTo>
                    <a:pt x="4344096" y="1451840"/>
                  </a:lnTo>
                  <a:lnTo>
                    <a:pt x="4344222" y="1451840"/>
                  </a:lnTo>
                  <a:lnTo>
                    <a:pt x="4344348" y="1451840"/>
                  </a:lnTo>
                  <a:lnTo>
                    <a:pt x="4344474" y="1451840"/>
                  </a:lnTo>
                  <a:lnTo>
                    <a:pt x="4344601" y="1451840"/>
                  </a:lnTo>
                  <a:lnTo>
                    <a:pt x="4344727" y="1451840"/>
                  </a:lnTo>
                  <a:lnTo>
                    <a:pt x="4344853" y="1451840"/>
                  </a:lnTo>
                  <a:lnTo>
                    <a:pt x="4344979" y="1451840"/>
                  </a:lnTo>
                  <a:lnTo>
                    <a:pt x="4345105" y="1451840"/>
                  </a:lnTo>
                  <a:lnTo>
                    <a:pt x="4345231" y="1451840"/>
                  </a:lnTo>
                  <a:lnTo>
                    <a:pt x="4345357" y="1451840"/>
                  </a:lnTo>
                  <a:lnTo>
                    <a:pt x="4345483" y="1451840"/>
                  </a:lnTo>
                  <a:lnTo>
                    <a:pt x="4345609" y="1451840"/>
                  </a:lnTo>
                  <a:lnTo>
                    <a:pt x="4345735" y="1451840"/>
                  </a:lnTo>
                  <a:lnTo>
                    <a:pt x="4345861" y="1451840"/>
                  </a:lnTo>
                  <a:lnTo>
                    <a:pt x="4345987" y="1451840"/>
                  </a:lnTo>
                  <a:lnTo>
                    <a:pt x="4346114" y="1451840"/>
                  </a:lnTo>
                  <a:lnTo>
                    <a:pt x="4346240" y="1451840"/>
                  </a:lnTo>
                  <a:lnTo>
                    <a:pt x="4346366" y="1451840"/>
                  </a:lnTo>
                  <a:lnTo>
                    <a:pt x="4346492" y="1451840"/>
                  </a:lnTo>
                  <a:lnTo>
                    <a:pt x="4346618" y="1451840"/>
                  </a:lnTo>
                  <a:lnTo>
                    <a:pt x="4346744" y="1451840"/>
                  </a:lnTo>
                  <a:lnTo>
                    <a:pt x="4346870" y="1451840"/>
                  </a:lnTo>
                  <a:lnTo>
                    <a:pt x="4346996" y="1451840"/>
                  </a:lnTo>
                  <a:lnTo>
                    <a:pt x="4347122" y="1451840"/>
                  </a:lnTo>
                  <a:lnTo>
                    <a:pt x="4347248" y="1451840"/>
                  </a:lnTo>
                  <a:lnTo>
                    <a:pt x="4347374" y="1451840"/>
                  </a:lnTo>
                  <a:lnTo>
                    <a:pt x="4347501" y="1451840"/>
                  </a:lnTo>
                  <a:lnTo>
                    <a:pt x="4347627" y="1451840"/>
                  </a:lnTo>
                  <a:lnTo>
                    <a:pt x="4347753" y="1451840"/>
                  </a:lnTo>
                  <a:lnTo>
                    <a:pt x="4347879" y="1451840"/>
                  </a:lnTo>
                  <a:lnTo>
                    <a:pt x="4348005" y="1451840"/>
                  </a:lnTo>
                  <a:lnTo>
                    <a:pt x="4348131" y="1451840"/>
                  </a:lnTo>
                  <a:lnTo>
                    <a:pt x="4348257" y="1451840"/>
                  </a:lnTo>
                  <a:lnTo>
                    <a:pt x="4348383" y="1451840"/>
                  </a:lnTo>
                  <a:lnTo>
                    <a:pt x="4348509" y="1451840"/>
                  </a:lnTo>
                  <a:lnTo>
                    <a:pt x="4348635" y="1451840"/>
                  </a:lnTo>
                  <a:lnTo>
                    <a:pt x="4348761" y="1451840"/>
                  </a:lnTo>
                  <a:lnTo>
                    <a:pt x="4348888" y="1451840"/>
                  </a:lnTo>
                  <a:lnTo>
                    <a:pt x="4349014" y="1451840"/>
                  </a:lnTo>
                  <a:lnTo>
                    <a:pt x="4349140" y="1451840"/>
                  </a:lnTo>
                  <a:lnTo>
                    <a:pt x="4349266" y="1451840"/>
                  </a:lnTo>
                  <a:lnTo>
                    <a:pt x="4349392" y="1451840"/>
                  </a:lnTo>
                  <a:lnTo>
                    <a:pt x="4349518" y="1451840"/>
                  </a:lnTo>
                  <a:lnTo>
                    <a:pt x="4349644" y="1451840"/>
                  </a:lnTo>
                  <a:lnTo>
                    <a:pt x="4349770" y="1451840"/>
                  </a:lnTo>
                  <a:lnTo>
                    <a:pt x="4349896" y="1451840"/>
                  </a:lnTo>
                  <a:lnTo>
                    <a:pt x="4350022" y="1451840"/>
                  </a:lnTo>
                  <a:lnTo>
                    <a:pt x="4350148" y="1451840"/>
                  </a:lnTo>
                  <a:lnTo>
                    <a:pt x="4350274" y="1451840"/>
                  </a:lnTo>
                  <a:lnTo>
                    <a:pt x="4350401" y="1451840"/>
                  </a:lnTo>
                  <a:lnTo>
                    <a:pt x="4350401" y="1446561"/>
                  </a:lnTo>
                  <a:lnTo>
                    <a:pt x="4350527" y="1446561"/>
                  </a:lnTo>
                  <a:lnTo>
                    <a:pt x="4350653" y="1446561"/>
                  </a:lnTo>
                  <a:lnTo>
                    <a:pt x="4350779" y="1446561"/>
                  </a:lnTo>
                  <a:lnTo>
                    <a:pt x="4350905" y="1446561"/>
                  </a:lnTo>
                  <a:lnTo>
                    <a:pt x="4351031" y="1446561"/>
                  </a:lnTo>
                  <a:lnTo>
                    <a:pt x="4351157" y="1446561"/>
                  </a:lnTo>
                  <a:lnTo>
                    <a:pt x="4351283" y="1446561"/>
                  </a:lnTo>
                  <a:lnTo>
                    <a:pt x="4351409" y="1446561"/>
                  </a:lnTo>
                  <a:lnTo>
                    <a:pt x="4351535" y="1446561"/>
                  </a:lnTo>
                  <a:lnTo>
                    <a:pt x="4351661" y="1446561"/>
                  </a:lnTo>
                  <a:lnTo>
                    <a:pt x="4351788" y="1446561"/>
                  </a:lnTo>
                  <a:lnTo>
                    <a:pt x="4351914" y="1446561"/>
                  </a:lnTo>
                  <a:lnTo>
                    <a:pt x="4352040" y="1446561"/>
                  </a:lnTo>
                  <a:lnTo>
                    <a:pt x="4352166" y="1446561"/>
                  </a:lnTo>
                  <a:lnTo>
                    <a:pt x="4352292" y="1446561"/>
                  </a:lnTo>
                  <a:lnTo>
                    <a:pt x="4352418" y="1446561"/>
                  </a:lnTo>
                  <a:lnTo>
                    <a:pt x="4352544" y="1446561"/>
                  </a:lnTo>
                  <a:lnTo>
                    <a:pt x="4352670" y="1446561"/>
                  </a:lnTo>
                  <a:lnTo>
                    <a:pt x="4352796" y="1446561"/>
                  </a:lnTo>
                  <a:lnTo>
                    <a:pt x="4352922" y="1446561"/>
                  </a:lnTo>
                  <a:lnTo>
                    <a:pt x="4353048" y="1446561"/>
                  </a:lnTo>
                  <a:lnTo>
                    <a:pt x="4353174" y="1446561"/>
                  </a:lnTo>
                  <a:lnTo>
                    <a:pt x="4353301" y="1446561"/>
                  </a:lnTo>
                  <a:lnTo>
                    <a:pt x="4353427" y="1446561"/>
                  </a:lnTo>
                  <a:lnTo>
                    <a:pt x="4353553" y="1446561"/>
                  </a:lnTo>
                  <a:lnTo>
                    <a:pt x="4353679" y="1446561"/>
                  </a:lnTo>
                  <a:lnTo>
                    <a:pt x="4353805" y="1446561"/>
                  </a:lnTo>
                  <a:lnTo>
                    <a:pt x="4353931" y="1446561"/>
                  </a:lnTo>
                  <a:lnTo>
                    <a:pt x="4354057" y="1446561"/>
                  </a:lnTo>
                  <a:lnTo>
                    <a:pt x="4354183" y="1446561"/>
                  </a:lnTo>
                  <a:lnTo>
                    <a:pt x="4354309" y="1446561"/>
                  </a:lnTo>
                  <a:lnTo>
                    <a:pt x="4354435" y="1446561"/>
                  </a:lnTo>
                  <a:lnTo>
                    <a:pt x="4354561" y="1446561"/>
                  </a:lnTo>
                  <a:lnTo>
                    <a:pt x="4354688" y="1446561"/>
                  </a:lnTo>
                  <a:lnTo>
                    <a:pt x="4354814" y="1446561"/>
                  </a:lnTo>
                  <a:lnTo>
                    <a:pt x="4354940" y="1446561"/>
                  </a:lnTo>
                  <a:lnTo>
                    <a:pt x="4355066" y="1446561"/>
                  </a:lnTo>
                  <a:lnTo>
                    <a:pt x="4355192" y="1446561"/>
                  </a:lnTo>
                  <a:lnTo>
                    <a:pt x="4355318" y="1446561"/>
                  </a:lnTo>
                  <a:lnTo>
                    <a:pt x="4355444" y="1446561"/>
                  </a:lnTo>
                  <a:lnTo>
                    <a:pt x="4355570" y="1446561"/>
                  </a:lnTo>
                  <a:lnTo>
                    <a:pt x="4355696" y="1446561"/>
                  </a:lnTo>
                  <a:lnTo>
                    <a:pt x="4355822" y="1446561"/>
                  </a:lnTo>
                  <a:lnTo>
                    <a:pt x="4355948" y="1446561"/>
                  </a:lnTo>
                  <a:lnTo>
                    <a:pt x="4356075" y="1446561"/>
                  </a:lnTo>
                  <a:lnTo>
                    <a:pt x="4356201" y="1446561"/>
                  </a:lnTo>
                  <a:lnTo>
                    <a:pt x="4356327" y="1446561"/>
                  </a:lnTo>
                  <a:lnTo>
                    <a:pt x="4356453" y="1446561"/>
                  </a:lnTo>
                  <a:lnTo>
                    <a:pt x="4356579" y="1446561"/>
                  </a:lnTo>
                  <a:lnTo>
                    <a:pt x="4356705" y="1446561"/>
                  </a:lnTo>
                  <a:lnTo>
                    <a:pt x="4356831" y="1446561"/>
                  </a:lnTo>
                  <a:lnTo>
                    <a:pt x="4356957" y="1446561"/>
                  </a:lnTo>
                  <a:lnTo>
                    <a:pt x="4357083" y="1446561"/>
                  </a:lnTo>
                  <a:lnTo>
                    <a:pt x="4357209" y="1446561"/>
                  </a:lnTo>
                  <a:lnTo>
                    <a:pt x="4357335" y="1446561"/>
                  </a:lnTo>
                  <a:lnTo>
                    <a:pt x="4357461" y="1446561"/>
                  </a:lnTo>
                  <a:lnTo>
                    <a:pt x="4357588" y="1446561"/>
                  </a:lnTo>
                  <a:lnTo>
                    <a:pt x="4357714" y="1446561"/>
                  </a:lnTo>
                  <a:lnTo>
                    <a:pt x="4357840" y="1446561"/>
                  </a:lnTo>
                  <a:lnTo>
                    <a:pt x="4357966" y="1446561"/>
                  </a:lnTo>
                  <a:lnTo>
                    <a:pt x="4358092" y="1446561"/>
                  </a:lnTo>
                  <a:lnTo>
                    <a:pt x="4358218" y="1446561"/>
                  </a:lnTo>
                  <a:lnTo>
                    <a:pt x="4358344" y="1446561"/>
                  </a:lnTo>
                  <a:lnTo>
                    <a:pt x="4358470" y="1446561"/>
                  </a:lnTo>
                  <a:lnTo>
                    <a:pt x="4358596" y="1446561"/>
                  </a:lnTo>
                  <a:lnTo>
                    <a:pt x="4358722" y="1446561"/>
                  </a:lnTo>
                  <a:lnTo>
                    <a:pt x="4358848" y="1446561"/>
                  </a:lnTo>
                  <a:lnTo>
                    <a:pt x="4358975" y="1446561"/>
                  </a:lnTo>
                  <a:lnTo>
                    <a:pt x="4359101" y="1446561"/>
                  </a:lnTo>
                  <a:lnTo>
                    <a:pt x="4359227" y="1446561"/>
                  </a:lnTo>
                  <a:lnTo>
                    <a:pt x="4359353" y="1446561"/>
                  </a:lnTo>
                  <a:lnTo>
                    <a:pt x="4359479" y="1446561"/>
                  </a:lnTo>
                  <a:lnTo>
                    <a:pt x="4359605" y="1446561"/>
                  </a:lnTo>
                  <a:lnTo>
                    <a:pt x="4359731" y="1446561"/>
                  </a:lnTo>
                  <a:lnTo>
                    <a:pt x="4359857" y="1446561"/>
                  </a:lnTo>
                  <a:lnTo>
                    <a:pt x="4359983" y="1446561"/>
                  </a:lnTo>
                  <a:lnTo>
                    <a:pt x="4360109" y="1446561"/>
                  </a:lnTo>
                  <a:lnTo>
                    <a:pt x="4360235" y="1446561"/>
                  </a:lnTo>
                  <a:lnTo>
                    <a:pt x="4360361" y="1446561"/>
                  </a:lnTo>
                  <a:lnTo>
                    <a:pt x="4360488" y="1446561"/>
                  </a:lnTo>
                  <a:lnTo>
                    <a:pt x="4360614" y="1446561"/>
                  </a:lnTo>
                  <a:lnTo>
                    <a:pt x="4360740" y="1446561"/>
                  </a:lnTo>
                  <a:lnTo>
                    <a:pt x="4360866" y="1446561"/>
                  </a:lnTo>
                  <a:lnTo>
                    <a:pt x="4360992" y="1446561"/>
                  </a:lnTo>
                  <a:lnTo>
                    <a:pt x="4361118" y="1446561"/>
                  </a:lnTo>
                  <a:lnTo>
                    <a:pt x="4361244" y="1446561"/>
                  </a:lnTo>
                  <a:lnTo>
                    <a:pt x="4361370" y="1446561"/>
                  </a:lnTo>
                  <a:lnTo>
                    <a:pt x="4361496" y="1446561"/>
                  </a:lnTo>
                  <a:lnTo>
                    <a:pt x="4361622" y="1446561"/>
                  </a:lnTo>
                  <a:lnTo>
                    <a:pt x="4361622" y="1441282"/>
                  </a:lnTo>
                  <a:lnTo>
                    <a:pt x="4361748" y="1441282"/>
                  </a:lnTo>
                  <a:lnTo>
                    <a:pt x="4361875" y="1441282"/>
                  </a:lnTo>
                  <a:lnTo>
                    <a:pt x="4362001" y="1441282"/>
                  </a:lnTo>
                  <a:lnTo>
                    <a:pt x="4362127" y="1441282"/>
                  </a:lnTo>
                  <a:lnTo>
                    <a:pt x="4362253" y="1441282"/>
                  </a:lnTo>
                  <a:lnTo>
                    <a:pt x="4362379" y="1441282"/>
                  </a:lnTo>
                  <a:lnTo>
                    <a:pt x="4362505" y="1441282"/>
                  </a:lnTo>
                  <a:lnTo>
                    <a:pt x="4362505" y="1436002"/>
                  </a:lnTo>
                  <a:lnTo>
                    <a:pt x="4362631" y="1436002"/>
                  </a:lnTo>
                  <a:lnTo>
                    <a:pt x="4362757" y="1436002"/>
                  </a:lnTo>
                  <a:lnTo>
                    <a:pt x="4362883" y="1436002"/>
                  </a:lnTo>
                  <a:lnTo>
                    <a:pt x="4363009" y="1436002"/>
                  </a:lnTo>
                  <a:lnTo>
                    <a:pt x="4363135" y="1436002"/>
                  </a:lnTo>
                  <a:lnTo>
                    <a:pt x="4363261" y="1436002"/>
                  </a:lnTo>
                  <a:lnTo>
                    <a:pt x="4363388" y="1436002"/>
                  </a:lnTo>
                  <a:lnTo>
                    <a:pt x="4363514" y="1436002"/>
                  </a:lnTo>
                  <a:lnTo>
                    <a:pt x="4363640" y="1436002"/>
                  </a:lnTo>
                  <a:lnTo>
                    <a:pt x="4363766" y="1436002"/>
                  </a:lnTo>
                  <a:lnTo>
                    <a:pt x="4363892" y="1436002"/>
                  </a:lnTo>
                  <a:lnTo>
                    <a:pt x="4364018" y="1436002"/>
                  </a:lnTo>
                  <a:lnTo>
                    <a:pt x="4364144" y="1436002"/>
                  </a:lnTo>
                  <a:lnTo>
                    <a:pt x="4364270" y="1436002"/>
                  </a:lnTo>
                  <a:lnTo>
                    <a:pt x="4364396" y="1436002"/>
                  </a:lnTo>
                  <a:lnTo>
                    <a:pt x="4364522" y="1436002"/>
                  </a:lnTo>
                  <a:lnTo>
                    <a:pt x="4364648" y="1436002"/>
                  </a:lnTo>
                  <a:lnTo>
                    <a:pt x="4364775" y="1436002"/>
                  </a:lnTo>
                  <a:lnTo>
                    <a:pt x="4364901" y="1436002"/>
                  </a:lnTo>
                  <a:lnTo>
                    <a:pt x="4365027" y="1436002"/>
                  </a:lnTo>
                  <a:lnTo>
                    <a:pt x="4365153" y="1436002"/>
                  </a:lnTo>
                  <a:lnTo>
                    <a:pt x="4365279" y="1436002"/>
                  </a:lnTo>
                  <a:lnTo>
                    <a:pt x="4365405" y="1436002"/>
                  </a:lnTo>
                  <a:lnTo>
                    <a:pt x="4365531" y="1436002"/>
                  </a:lnTo>
                  <a:lnTo>
                    <a:pt x="4365657" y="1436002"/>
                  </a:lnTo>
                  <a:lnTo>
                    <a:pt x="4365783" y="1436002"/>
                  </a:lnTo>
                  <a:lnTo>
                    <a:pt x="4365909" y="1436002"/>
                  </a:lnTo>
                  <a:lnTo>
                    <a:pt x="4366035" y="1436002"/>
                  </a:lnTo>
                  <a:lnTo>
                    <a:pt x="4366162" y="1436002"/>
                  </a:lnTo>
                  <a:lnTo>
                    <a:pt x="4366288" y="1436002"/>
                  </a:lnTo>
                  <a:lnTo>
                    <a:pt x="4366414" y="1436002"/>
                  </a:lnTo>
                  <a:lnTo>
                    <a:pt x="4366540" y="1436002"/>
                  </a:lnTo>
                  <a:lnTo>
                    <a:pt x="4366666" y="1436002"/>
                  </a:lnTo>
                  <a:lnTo>
                    <a:pt x="4366792" y="1436002"/>
                  </a:lnTo>
                  <a:lnTo>
                    <a:pt x="4366918" y="1436002"/>
                  </a:lnTo>
                  <a:lnTo>
                    <a:pt x="4367044" y="1436002"/>
                  </a:lnTo>
                  <a:lnTo>
                    <a:pt x="4367170" y="1436002"/>
                  </a:lnTo>
                  <a:lnTo>
                    <a:pt x="4367296" y="1436002"/>
                  </a:lnTo>
                  <a:lnTo>
                    <a:pt x="4367422" y="1436002"/>
                  </a:lnTo>
                  <a:lnTo>
                    <a:pt x="4367548" y="1436002"/>
                  </a:lnTo>
                  <a:lnTo>
                    <a:pt x="4367675" y="1436002"/>
                  </a:lnTo>
                  <a:lnTo>
                    <a:pt x="4367801" y="1436002"/>
                  </a:lnTo>
                  <a:lnTo>
                    <a:pt x="4367927" y="1436002"/>
                  </a:lnTo>
                  <a:lnTo>
                    <a:pt x="4368053" y="1436002"/>
                  </a:lnTo>
                  <a:lnTo>
                    <a:pt x="4368179" y="1436002"/>
                  </a:lnTo>
                  <a:lnTo>
                    <a:pt x="4368305" y="1436002"/>
                  </a:lnTo>
                  <a:lnTo>
                    <a:pt x="4368431" y="1436002"/>
                  </a:lnTo>
                  <a:lnTo>
                    <a:pt x="4368557" y="1436002"/>
                  </a:lnTo>
                  <a:lnTo>
                    <a:pt x="4368683" y="1436002"/>
                  </a:lnTo>
                  <a:lnTo>
                    <a:pt x="4368809" y="1436002"/>
                  </a:lnTo>
                  <a:lnTo>
                    <a:pt x="4368935" y="1436002"/>
                  </a:lnTo>
                  <a:lnTo>
                    <a:pt x="4369062" y="1436002"/>
                  </a:lnTo>
                  <a:lnTo>
                    <a:pt x="4369188" y="1436002"/>
                  </a:lnTo>
                  <a:lnTo>
                    <a:pt x="4369314" y="1436002"/>
                  </a:lnTo>
                  <a:lnTo>
                    <a:pt x="4369440" y="1436002"/>
                  </a:lnTo>
                  <a:lnTo>
                    <a:pt x="4369566" y="1436002"/>
                  </a:lnTo>
                  <a:lnTo>
                    <a:pt x="4369692" y="1436002"/>
                  </a:lnTo>
                  <a:lnTo>
                    <a:pt x="4369818" y="1436002"/>
                  </a:lnTo>
                  <a:lnTo>
                    <a:pt x="4369944" y="1436002"/>
                  </a:lnTo>
                  <a:lnTo>
                    <a:pt x="4370070" y="1436002"/>
                  </a:lnTo>
                  <a:lnTo>
                    <a:pt x="4370196" y="1436002"/>
                  </a:lnTo>
                  <a:lnTo>
                    <a:pt x="4370322" y="1436002"/>
                  </a:lnTo>
                  <a:lnTo>
                    <a:pt x="4370448" y="1436002"/>
                  </a:lnTo>
                  <a:lnTo>
                    <a:pt x="4370575" y="1436002"/>
                  </a:lnTo>
                  <a:lnTo>
                    <a:pt x="4370701" y="1436002"/>
                  </a:lnTo>
                  <a:lnTo>
                    <a:pt x="4370827" y="1436002"/>
                  </a:lnTo>
                  <a:lnTo>
                    <a:pt x="4370953" y="1436002"/>
                  </a:lnTo>
                  <a:lnTo>
                    <a:pt x="4371079" y="1436002"/>
                  </a:lnTo>
                  <a:lnTo>
                    <a:pt x="4371205" y="1436002"/>
                  </a:lnTo>
                  <a:lnTo>
                    <a:pt x="4371331" y="1436002"/>
                  </a:lnTo>
                  <a:lnTo>
                    <a:pt x="4371457" y="1436002"/>
                  </a:lnTo>
                  <a:lnTo>
                    <a:pt x="4371583" y="1436002"/>
                  </a:lnTo>
                  <a:lnTo>
                    <a:pt x="4371709" y="1436002"/>
                  </a:lnTo>
                  <a:lnTo>
                    <a:pt x="4371835" y="1436002"/>
                  </a:lnTo>
                  <a:lnTo>
                    <a:pt x="4371962" y="1436002"/>
                  </a:lnTo>
                  <a:lnTo>
                    <a:pt x="4372088" y="1436002"/>
                  </a:lnTo>
                  <a:lnTo>
                    <a:pt x="4372214" y="1436002"/>
                  </a:lnTo>
                  <a:lnTo>
                    <a:pt x="4372340" y="1436002"/>
                  </a:lnTo>
                  <a:lnTo>
                    <a:pt x="4372466" y="1436002"/>
                  </a:lnTo>
                  <a:lnTo>
                    <a:pt x="4372592" y="1436002"/>
                  </a:lnTo>
                  <a:lnTo>
                    <a:pt x="4372718" y="1436002"/>
                  </a:lnTo>
                  <a:lnTo>
                    <a:pt x="4372844" y="1436002"/>
                  </a:lnTo>
                  <a:lnTo>
                    <a:pt x="4372970" y="1436002"/>
                  </a:lnTo>
                  <a:lnTo>
                    <a:pt x="4373096" y="1436002"/>
                  </a:lnTo>
                  <a:lnTo>
                    <a:pt x="4373222" y="1436002"/>
                  </a:lnTo>
                  <a:lnTo>
                    <a:pt x="4373349" y="1436002"/>
                  </a:lnTo>
                  <a:lnTo>
                    <a:pt x="4373475" y="1436002"/>
                  </a:lnTo>
                  <a:lnTo>
                    <a:pt x="4373601" y="1436002"/>
                  </a:lnTo>
                  <a:lnTo>
                    <a:pt x="4373727" y="1436002"/>
                  </a:lnTo>
                  <a:lnTo>
                    <a:pt x="4373853" y="1436002"/>
                  </a:lnTo>
                  <a:lnTo>
                    <a:pt x="4373979" y="1436002"/>
                  </a:lnTo>
                  <a:lnTo>
                    <a:pt x="4374105" y="1436002"/>
                  </a:lnTo>
                  <a:lnTo>
                    <a:pt x="4374231" y="1436002"/>
                  </a:lnTo>
                  <a:lnTo>
                    <a:pt x="4374357" y="1436002"/>
                  </a:lnTo>
                  <a:lnTo>
                    <a:pt x="4374483" y="1436002"/>
                  </a:lnTo>
                  <a:lnTo>
                    <a:pt x="4374609" y="1436002"/>
                  </a:lnTo>
                  <a:lnTo>
                    <a:pt x="4374735" y="1436002"/>
                  </a:lnTo>
                  <a:lnTo>
                    <a:pt x="4374862" y="1436002"/>
                  </a:lnTo>
                  <a:lnTo>
                    <a:pt x="4374988" y="1436002"/>
                  </a:lnTo>
                  <a:lnTo>
                    <a:pt x="4375114" y="1436002"/>
                  </a:lnTo>
                  <a:lnTo>
                    <a:pt x="4375240" y="1436002"/>
                  </a:lnTo>
                  <a:lnTo>
                    <a:pt x="4375366" y="1436002"/>
                  </a:lnTo>
                  <a:lnTo>
                    <a:pt x="4375492" y="1436002"/>
                  </a:lnTo>
                  <a:lnTo>
                    <a:pt x="4375618" y="1436002"/>
                  </a:lnTo>
                  <a:lnTo>
                    <a:pt x="4375744" y="1436002"/>
                  </a:lnTo>
                  <a:lnTo>
                    <a:pt x="4375870" y="1436002"/>
                  </a:lnTo>
                  <a:lnTo>
                    <a:pt x="4375996" y="1436002"/>
                  </a:lnTo>
                  <a:lnTo>
                    <a:pt x="4376122" y="1436002"/>
                  </a:lnTo>
                  <a:lnTo>
                    <a:pt x="4376249" y="1436002"/>
                  </a:lnTo>
                  <a:lnTo>
                    <a:pt x="4376375" y="1436002"/>
                  </a:lnTo>
                  <a:lnTo>
                    <a:pt x="4376501" y="1436002"/>
                  </a:lnTo>
                  <a:lnTo>
                    <a:pt x="4376501" y="1430723"/>
                  </a:lnTo>
                  <a:lnTo>
                    <a:pt x="4376627" y="1430723"/>
                  </a:lnTo>
                  <a:lnTo>
                    <a:pt x="4376753" y="1430723"/>
                  </a:lnTo>
                  <a:lnTo>
                    <a:pt x="4376879" y="1430723"/>
                  </a:lnTo>
                  <a:lnTo>
                    <a:pt x="4377005" y="1430723"/>
                  </a:lnTo>
                  <a:lnTo>
                    <a:pt x="4377131" y="1430723"/>
                  </a:lnTo>
                  <a:lnTo>
                    <a:pt x="4377257" y="1430723"/>
                  </a:lnTo>
                  <a:lnTo>
                    <a:pt x="4377383" y="1430723"/>
                  </a:lnTo>
                  <a:lnTo>
                    <a:pt x="4377509" y="1430723"/>
                  </a:lnTo>
                  <a:lnTo>
                    <a:pt x="4377635" y="1430723"/>
                  </a:lnTo>
                  <a:lnTo>
                    <a:pt x="4377762" y="1430723"/>
                  </a:lnTo>
                  <a:lnTo>
                    <a:pt x="4377888" y="1430723"/>
                  </a:lnTo>
                  <a:lnTo>
                    <a:pt x="4378014" y="1430723"/>
                  </a:lnTo>
                  <a:lnTo>
                    <a:pt x="4378140" y="1430723"/>
                  </a:lnTo>
                  <a:lnTo>
                    <a:pt x="4378266" y="1430723"/>
                  </a:lnTo>
                  <a:lnTo>
                    <a:pt x="4378392" y="1430723"/>
                  </a:lnTo>
                  <a:lnTo>
                    <a:pt x="4378518" y="1430723"/>
                  </a:lnTo>
                  <a:lnTo>
                    <a:pt x="4378644" y="1430723"/>
                  </a:lnTo>
                  <a:lnTo>
                    <a:pt x="4378770" y="1430723"/>
                  </a:lnTo>
                  <a:lnTo>
                    <a:pt x="4378896" y="1430723"/>
                  </a:lnTo>
                  <a:lnTo>
                    <a:pt x="4379022" y="1430723"/>
                  </a:lnTo>
                  <a:lnTo>
                    <a:pt x="4379149" y="1430723"/>
                  </a:lnTo>
                  <a:lnTo>
                    <a:pt x="4379275" y="1430723"/>
                  </a:lnTo>
                  <a:lnTo>
                    <a:pt x="4379401" y="1430723"/>
                  </a:lnTo>
                  <a:lnTo>
                    <a:pt x="4379527" y="1430723"/>
                  </a:lnTo>
                  <a:lnTo>
                    <a:pt x="4379653" y="1430723"/>
                  </a:lnTo>
                  <a:lnTo>
                    <a:pt x="4379779" y="1430723"/>
                  </a:lnTo>
                  <a:lnTo>
                    <a:pt x="4379905" y="1430723"/>
                  </a:lnTo>
                  <a:lnTo>
                    <a:pt x="4380031" y="1430723"/>
                  </a:lnTo>
                  <a:lnTo>
                    <a:pt x="4380157" y="1430723"/>
                  </a:lnTo>
                  <a:lnTo>
                    <a:pt x="4380283" y="1430723"/>
                  </a:lnTo>
                  <a:lnTo>
                    <a:pt x="4380409" y="1430723"/>
                  </a:lnTo>
                  <a:lnTo>
                    <a:pt x="4380535" y="1430723"/>
                  </a:lnTo>
                  <a:lnTo>
                    <a:pt x="4380662" y="1430723"/>
                  </a:lnTo>
                  <a:lnTo>
                    <a:pt x="4380788" y="1430723"/>
                  </a:lnTo>
                  <a:lnTo>
                    <a:pt x="4380914" y="1430723"/>
                  </a:lnTo>
                  <a:lnTo>
                    <a:pt x="4381040" y="1430723"/>
                  </a:lnTo>
                  <a:lnTo>
                    <a:pt x="4381166" y="1430723"/>
                  </a:lnTo>
                  <a:lnTo>
                    <a:pt x="4381292" y="1430723"/>
                  </a:lnTo>
                  <a:lnTo>
                    <a:pt x="4381418" y="1430723"/>
                  </a:lnTo>
                  <a:lnTo>
                    <a:pt x="4381544" y="1430723"/>
                  </a:lnTo>
                  <a:lnTo>
                    <a:pt x="4381670" y="1430723"/>
                  </a:lnTo>
                  <a:lnTo>
                    <a:pt x="4381796" y="1430723"/>
                  </a:lnTo>
                  <a:lnTo>
                    <a:pt x="4381922" y="1430723"/>
                  </a:lnTo>
                  <a:lnTo>
                    <a:pt x="4382049" y="1430723"/>
                  </a:lnTo>
                  <a:lnTo>
                    <a:pt x="4382175" y="1430723"/>
                  </a:lnTo>
                  <a:lnTo>
                    <a:pt x="4382301" y="1430723"/>
                  </a:lnTo>
                  <a:lnTo>
                    <a:pt x="4382301" y="1425443"/>
                  </a:lnTo>
                  <a:lnTo>
                    <a:pt x="4382427" y="1425443"/>
                  </a:lnTo>
                  <a:lnTo>
                    <a:pt x="4382553" y="1425443"/>
                  </a:lnTo>
                  <a:lnTo>
                    <a:pt x="4382679" y="1425443"/>
                  </a:lnTo>
                  <a:lnTo>
                    <a:pt x="4382805" y="1425443"/>
                  </a:lnTo>
                  <a:lnTo>
                    <a:pt x="4382931" y="1425443"/>
                  </a:lnTo>
                  <a:lnTo>
                    <a:pt x="4383057" y="1425443"/>
                  </a:lnTo>
                  <a:lnTo>
                    <a:pt x="4383183" y="1425443"/>
                  </a:lnTo>
                  <a:lnTo>
                    <a:pt x="4383309" y="1425443"/>
                  </a:lnTo>
                  <a:lnTo>
                    <a:pt x="4383436" y="1425443"/>
                  </a:lnTo>
                  <a:lnTo>
                    <a:pt x="4383562" y="1425443"/>
                  </a:lnTo>
                  <a:lnTo>
                    <a:pt x="4383688" y="1425443"/>
                  </a:lnTo>
                  <a:lnTo>
                    <a:pt x="4383814" y="1425443"/>
                  </a:lnTo>
                  <a:lnTo>
                    <a:pt x="4383940" y="1425443"/>
                  </a:lnTo>
                  <a:lnTo>
                    <a:pt x="4384066" y="1425443"/>
                  </a:lnTo>
                  <a:lnTo>
                    <a:pt x="4384192" y="1425443"/>
                  </a:lnTo>
                  <a:lnTo>
                    <a:pt x="4384318" y="1425443"/>
                  </a:lnTo>
                  <a:lnTo>
                    <a:pt x="4384444" y="1425443"/>
                  </a:lnTo>
                  <a:lnTo>
                    <a:pt x="4384570" y="1425443"/>
                  </a:lnTo>
                  <a:lnTo>
                    <a:pt x="4384696" y="1425443"/>
                  </a:lnTo>
                  <a:lnTo>
                    <a:pt x="4384822" y="1425443"/>
                  </a:lnTo>
                  <a:lnTo>
                    <a:pt x="4384949" y="1425443"/>
                  </a:lnTo>
                  <a:lnTo>
                    <a:pt x="4385075" y="1425443"/>
                  </a:lnTo>
                  <a:lnTo>
                    <a:pt x="4385201" y="1425443"/>
                  </a:lnTo>
                  <a:lnTo>
                    <a:pt x="4385327" y="1425443"/>
                  </a:lnTo>
                  <a:lnTo>
                    <a:pt x="4385453" y="1425443"/>
                  </a:lnTo>
                  <a:lnTo>
                    <a:pt x="4385579" y="1425443"/>
                  </a:lnTo>
                  <a:lnTo>
                    <a:pt x="4385579" y="1420164"/>
                  </a:lnTo>
                  <a:lnTo>
                    <a:pt x="4385705" y="1420164"/>
                  </a:lnTo>
                  <a:lnTo>
                    <a:pt x="4385831" y="1420164"/>
                  </a:lnTo>
                  <a:lnTo>
                    <a:pt x="4385957" y="1420164"/>
                  </a:lnTo>
                  <a:lnTo>
                    <a:pt x="4386083" y="1420164"/>
                  </a:lnTo>
                  <a:lnTo>
                    <a:pt x="4386209" y="1420164"/>
                  </a:lnTo>
                  <a:lnTo>
                    <a:pt x="4386336" y="1420164"/>
                  </a:lnTo>
                  <a:lnTo>
                    <a:pt x="4386462" y="1420164"/>
                  </a:lnTo>
                  <a:lnTo>
                    <a:pt x="4386588" y="1420164"/>
                  </a:lnTo>
                  <a:lnTo>
                    <a:pt x="4386714" y="1420164"/>
                  </a:lnTo>
                  <a:lnTo>
                    <a:pt x="4386840" y="1420164"/>
                  </a:lnTo>
                  <a:lnTo>
                    <a:pt x="4386966" y="1420164"/>
                  </a:lnTo>
                  <a:lnTo>
                    <a:pt x="4387092" y="1420164"/>
                  </a:lnTo>
                  <a:lnTo>
                    <a:pt x="4387218" y="1420164"/>
                  </a:lnTo>
                  <a:lnTo>
                    <a:pt x="4387344" y="1420164"/>
                  </a:lnTo>
                  <a:lnTo>
                    <a:pt x="4387470" y="1420164"/>
                  </a:lnTo>
                  <a:lnTo>
                    <a:pt x="4387596" y="1420164"/>
                  </a:lnTo>
                  <a:lnTo>
                    <a:pt x="4387722" y="1420164"/>
                  </a:lnTo>
                  <a:lnTo>
                    <a:pt x="4387849" y="1420164"/>
                  </a:lnTo>
                  <a:lnTo>
                    <a:pt x="4387975" y="1420164"/>
                  </a:lnTo>
                  <a:lnTo>
                    <a:pt x="4388101" y="1420164"/>
                  </a:lnTo>
                  <a:lnTo>
                    <a:pt x="4388227" y="1420164"/>
                  </a:lnTo>
                  <a:lnTo>
                    <a:pt x="4388353" y="1420164"/>
                  </a:lnTo>
                  <a:lnTo>
                    <a:pt x="4388479" y="1420164"/>
                  </a:lnTo>
                  <a:lnTo>
                    <a:pt x="4388605" y="1420164"/>
                  </a:lnTo>
                  <a:lnTo>
                    <a:pt x="4388731" y="1420164"/>
                  </a:lnTo>
                  <a:lnTo>
                    <a:pt x="4388857" y="1420164"/>
                  </a:lnTo>
                  <a:lnTo>
                    <a:pt x="4388983" y="1420164"/>
                  </a:lnTo>
                  <a:lnTo>
                    <a:pt x="4389109" y="1420164"/>
                  </a:lnTo>
                  <a:lnTo>
                    <a:pt x="4389236" y="1420164"/>
                  </a:lnTo>
                  <a:lnTo>
                    <a:pt x="4389362" y="1420164"/>
                  </a:lnTo>
                  <a:lnTo>
                    <a:pt x="4389488" y="1420164"/>
                  </a:lnTo>
                  <a:lnTo>
                    <a:pt x="4389614" y="1420164"/>
                  </a:lnTo>
                  <a:lnTo>
                    <a:pt x="4389740" y="1420164"/>
                  </a:lnTo>
                  <a:lnTo>
                    <a:pt x="4389866" y="1420164"/>
                  </a:lnTo>
                  <a:lnTo>
                    <a:pt x="4389992" y="1420164"/>
                  </a:lnTo>
                  <a:lnTo>
                    <a:pt x="4390118" y="1420164"/>
                  </a:lnTo>
                  <a:lnTo>
                    <a:pt x="4390244" y="1420164"/>
                  </a:lnTo>
                  <a:lnTo>
                    <a:pt x="4390370" y="1420164"/>
                  </a:lnTo>
                  <a:lnTo>
                    <a:pt x="4390496" y="1420164"/>
                  </a:lnTo>
                  <a:lnTo>
                    <a:pt x="4390623" y="1420164"/>
                  </a:lnTo>
                  <a:lnTo>
                    <a:pt x="4390749" y="1420164"/>
                  </a:lnTo>
                  <a:lnTo>
                    <a:pt x="4390875" y="1420164"/>
                  </a:lnTo>
                  <a:lnTo>
                    <a:pt x="4391001" y="1420164"/>
                  </a:lnTo>
                  <a:lnTo>
                    <a:pt x="4391127" y="1420164"/>
                  </a:lnTo>
                  <a:lnTo>
                    <a:pt x="4391253" y="1420164"/>
                  </a:lnTo>
                  <a:lnTo>
                    <a:pt x="4391253" y="1414884"/>
                  </a:lnTo>
                  <a:lnTo>
                    <a:pt x="4391379" y="1414884"/>
                  </a:lnTo>
                  <a:lnTo>
                    <a:pt x="4391505" y="1414884"/>
                  </a:lnTo>
                  <a:lnTo>
                    <a:pt x="4391631" y="1414884"/>
                  </a:lnTo>
                  <a:lnTo>
                    <a:pt x="4391757" y="1414884"/>
                  </a:lnTo>
                  <a:lnTo>
                    <a:pt x="4391883" y="1414884"/>
                  </a:lnTo>
                  <a:lnTo>
                    <a:pt x="4392009" y="1414884"/>
                  </a:lnTo>
                  <a:lnTo>
                    <a:pt x="4392136" y="1414884"/>
                  </a:lnTo>
                  <a:lnTo>
                    <a:pt x="4392262" y="1414884"/>
                  </a:lnTo>
                  <a:lnTo>
                    <a:pt x="4392388" y="1414884"/>
                  </a:lnTo>
                  <a:lnTo>
                    <a:pt x="4392514" y="1414884"/>
                  </a:lnTo>
                  <a:lnTo>
                    <a:pt x="4392640" y="1414884"/>
                  </a:lnTo>
                  <a:lnTo>
                    <a:pt x="4392766" y="1414884"/>
                  </a:lnTo>
                  <a:lnTo>
                    <a:pt x="4392892" y="1414884"/>
                  </a:lnTo>
                  <a:lnTo>
                    <a:pt x="4393018" y="1414884"/>
                  </a:lnTo>
                  <a:lnTo>
                    <a:pt x="4393144" y="1414884"/>
                  </a:lnTo>
                  <a:lnTo>
                    <a:pt x="4393270" y="1414884"/>
                  </a:lnTo>
                  <a:lnTo>
                    <a:pt x="4393396" y="1414884"/>
                  </a:lnTo>
                  <a:lnTo>
                    <a:pt x="4393523" y="1414884"/>
                  </a:lnTo>
                  <a:lnTo>
                    <a:pt x="4393649" y="1414884"/>
                  </a:lnTo>
                  <a:lnTo>
                    <a:pt x="4393775" y="1414884"/>
                  </a:lnTo>
                  <a:lnTo>
                    <a:pt x="4393901" y="1414884"/>
                  </a:lnTo>
                  <a:lnTo>
                    <a:pt x="4394027" y="1414884"/>
                  </a:lnTo>
                  <a:lnTo>
                    <a:pt x="4394027" y="1409605"/>
                  </a:lnTo>
                  <a:lnTo>
                    <a:pt x="4394153" y="1409605"/>
                  </a:lnTo>
                  <a:lnTo>
                    <a:pt x="4394279" y="1409605"/>
                  </a:lnTo>
                  <a:lnTo>
                    <a:pt x="4394405" y="1409605"/>
                  </a:lnTo>
                  <a:lnTo>
                    <a:pt x="4394531" y="1409605"/>
                  </a:lnTo>
                  <a:lnTo>
                    <a:pt x="4394657" y="1409605"/>
                  </a:lnTo>
                  <a:lnTo>
                    <a:pt x="4394783" y="1409605"/>
                  </a:lnTo>
                  <a:lnTo>
                    <a:pt x="4394909" y="1409605"/>
                  </a:lnTo>
                  <a:lnTo>
                    <a:pt x="4395036" y="1409605"/>
                  </a:lnTo>
                  <a:lnTo>
                    <a:pt x="4395162" y="1409605"/>
                  </a:lnTo>
                  <a:lnTo>
                    <a:pt x="4395288" y="1409605"/>
                  </a:lnTo>
                  <a:lnTo>
                    <a:pt x="4395414" y="1409605"/>
                  </a:lnTo>
                  <a:lnTo>
                    <a:pt x="4395540" y="1409605"/>
                  </a:lnTo>
                  <a:lnTo>
                    <a:pt x="4395666" y="1409605"/>
                  </a:lnTo>
                  <a:lnTo>
                    <a:pt x="4395792" y="1409605"/>
                  </a:lnTo>
                  <a:lnTo>
                    <a:pt x="4395918" y="1409605"/>
                  </a:lnTo>
                  <a:lnTo>
                    <a:pt x="4396044" y="1409605"/>
                  </a:lnTo>
                  <a:lnTo>
                    <a:pt x="4396170" y="1409605"/>
                  </a:lnTo>
                  <a:lnTo>
                    <a:pt x="4396296" y="1409605"/>
                  </a:lnTo>
                  <a:lnTo>
                    <a:pt x="4396423" y="1409605"/>
                  </a:lnTo>
                  <a:lnTo>
                    <a:pt x="4396549" y="1409605"/>
                  </a:lnTo>
                  <a:lnTo>
                    <a:pt x="4396675" y="1409605"/>
                  </a:lnTo>
                  <a:lnTo>
                    <a:pt x="4396801" y="1409605"/>
                  </a:lnTo>
                  <a:lnTo>
                    <a:pt x="4396927" y="1409605"/>
                  </a:lnTo>
                  <a:lnTo>
                    <a:pt x="4397053" y="1409605"/>
                  </a:lnTo>
                  <a:lnTo>
                    <a:pt x="4397179" y="1409605"/>
                  </a:lnTo>
                  <a:lnTo>
                    <a:pt x="4397305" y="1409605"/>
                  </a:lnTo>
                  <a:lnTo>
                    <a:pt x="4397431" y="1409605"/>
                  </a:lnTo>
                  <a:lnTo>
                    <a:pt x="4397557" y="1409605"/>
                  </a:lnTo>
                  <a:lnTo>
                    <a:pt x="4397683" y="1409605"/>
                  </a:lnTo>
                  <a:lnTo>
                    <a:pt x="4397810" y="1409605"/>
                  </a:lnTo>
                  <a:lnTo>
                    <a:pt x="4397936" y="1409605"/>
                  </a:lnTo>
                  <a:lnTo>
                    <a:pt x="4398062" y="1409605"/>
                  </a:lnTo>
                  <a:lnTo>
                    <a:pt x="4398188" y="1409605"/>
                  </a:lnTo>
                  <a:lnTo>
                    <a:pt x="4398188" y="1404326"/>
                  </a:lnTo>
                  <a:lnTo>
                    <a:pt x="4398314" y="1404326"/>
                  </a:lnTo>
                  <a:lnTo>
                    <a:pt x="4398440" y="1404326"/>
                  </a:lnTo>
                  <a:lnTo>
                    <a:pt x="4398566" y="1404326"/>
                  </a:lnTo>
                  <a:lnTo>
                    <a:pt x="4398566" y="1399046"/>
                  </a:lnTo>
                  <a:lnTo>
                    <a:pt x="4398692" y="1399046"/>
                  </a:lnTo>
                  <a:lnTo>
                    <a:pt x="4398818" y="1399046"/>
                  </a:lnTo>
                  <a:lnTo>
                    <a:pt x="4398944" y="1399046"/>
                  </a:lnTo>
                  <a:lnTo>
                    <a:pt x="4399070" y="1399046"/>
                  </a:lnTo>
                  <a:lnTo>
                    <a:pt x="4399196" y="1399046"/>
                  </a:lnTo>
                  <a:lnTo>
                    <a:pt x="4399323" y="1399046"/>
                  </a:lnTo>
                  <a:lnTo>
                    <a:pt x="4399449" y="1399046"/>
                  </a:lnTo>
                  <a:lnTo>
                    <a:pt x="4399575" y="1399046"/>
                  </a:lnTo>
                  <a:lnTo>
                    <a:pt x="4399701" y="1399046"/>
                  </a:lnTo>
                  <a:lnTo>
                    <a:pt x="4399827" y="1399046"/>
                  </a:lnTo>
                  <a:lnTo>
                    <a:pt x="4399953" y="1399046"/>
                  </a:lnTo>
                  <a:lnTo>
                    <a:pt x="4400079" y="1399046"/>
                  </a:lnTo>
                  <a:lnTo>
                    <a:pt x="4400205" y="1399046"/>
                  </a:lnTo>
                  <a:lnTo>
                    <a:pt x="4400331" y="1399046"/>
                  </a:lnTo>
                  <a:lnTo>
                    <a:pt x="4400457" y="1399046"/>
                  </a:lnTo>
                  <a:lnTo>
                    <a:pt x="4400583" y="1399046"/>
                  </a:lnTo>
                  <a:lnTo>
                    <a:pt x="4400710" y="1399046"/>
                  </a:lnTo>
                  <a:lnTo>
                    <a:pt x="4400836" y="1399046"/>
                  </a:lnTo>
                  <a:lnTo>
                    <a:pt x="4400962" y="1399046"/>
                  </a:lnTo>
                  <a:lnTo>
                    <a:pt x="4401088" y="1399046"/>
                  </a:lnTo>
                  <a:lnTo>
                    <a:pt x="4401214" y="1399046"/>
                  </a:lnTo>
                  <a:lnTo>
                    <a:pt x="4401340" y="1399046"/>
                  </a:lnTo>
                  <a:lnTo>
                    <a:pt x="4401466" y="1399046"/>
                  </a:lnTo>
                  <a:lnTo>
                    <a:pt x="4401592" y="1399046"/>
                  </a:lnTo>
                  <a:lnTo>
                    <a:pt x="4401718" y="1399046"/>
                  </a:lnTo>
                  <a:lnTo>
                    <a:pt x="4401844" y="1399046"/>
                  </a:lnTo>
                  <a:lnTo>
                    <a:pt x="4401970" y="1399046"/>
                  </a:lnTo>
                  <a:lnTo>
                    <a:pt x="4402096" y="1399046"/>
                  </a:lnTo>
                  <a:lnTo>
                    <a:pt x="4402223" y="1399046"/>
                  </a:lnTo>
                  <a:lnTo>
                    <a:pt x="4402349" y="1399046"/>
                  </a:lnTo>
                  <a:lnTo>
                    <a:pt x="4402475" y="1399046"/>
                  </a:lnTo>
                  <a:lnTo>
                    <a:pt x="4402601" y="1399046"/>
                  </a:lnTo>
                  <a:lnTo>
                    <a:pt x="4402727" y="1399046"/>
                  </a:lnTo>
                  <a:lnTo>
                    <a:pt x="4402853" y="1399046"/>
                  </a:lnTo>
                  <a:lnTo>
                    <a:pt x="4402979" y="1399046"/>
                  </a:lnTo>
                  <a:lnTo>
                    <a:pt x="4403105" y="1399046"/>
                  </a:lnTo>
                  <a:lnTo>
                    <a:pt x="4403231" y="1399046"/>
                  </a:lnTo>
                  <a:lnTo>
                    <a:pt x="4403357" y="1399046"/>
                  </a:lnTo>
                  <a:lnTo>
                    <a:pt x="4403483" y="1399046"/>
                  </a:lnTo>
                  <a:lnTo>
                    <a:pt x="4403610" y="1399046"/>
                  </a:lnTo>
                  <a:lnTo>
                    <a:pt x="4403736" y="1399046"/>
                  </a:lnTo>
                  <a:lnTo>
                    <a:pt x="4403862" y="1399046"/>
                  </a:lnTo>
                  <a:lnTo>
                    <a:pt x="4403988" y="1399046"/>
                  </a:lnTo>
                  <a:lnTo>
                    <a:pt x="4404114" y="1399046"/>
                  </a:lnTo>
                  <a:lnTo>
                    <a:pt x="4404240" y="1399046"/>
                  </a:lnTo>
                  <a:lnTo>
                    <a:pt x="4404366" y="1399046"/>
                  </a:lnTo>
                  <a:lnTo>
                    <a:pt x="4404492" y="1399046"/>
                  </a:lnTo>
                  <a:lnTo>
                    <a:pt x="4404618" y="1399046"/>
                  </a:lnTo>
                  <a:lnTo>
                    <a:pt x="4404744" y="1399046"/>
                  </a:lnTo>
                  <a:lnTo>
                    <a:pt x="4404870" y="1399046"/>
                  </a:lnTo>
                  <a:lnTo>
                    <a:pt x="4404996" y="1399046"/>
                  </a:lnTo>
                  <a:lnTo>
                    <a:pt x="4405123" y="1399046"/>
                  </a:lnTo>
                  <a:lnTo>
                    <a:pt x="4405249" y="1399046"/>
                  </a:lnTo>
                  <a:lnTo>
                    <a:pt x="4405375" y="1399046"/>
                  </a:lnTo>
                  <a:lnTo>
                    <a:pt x="4405501" y="1399046"/>
                  </a:lnTo>
                  <a:lnTo>
                    <a:pt x="4405627" y="1399046"/>
                  </a:lnTo>
                  <a:lnTo>
                    <a:pt x="4405753" y="1399046"/>
                  </a:lnTo>
                  <a:lnTo>
                    <a:pt x="4405879" y="1399046"/>
                  </a:lnTo>
                  <a:lnTo>
                    <a:pt x="4406005" y="1399046"/>
                  </a:lnTo>
                  <a:lnTo>
                    <a:pt x="4406131" y="1399046"/>
                  </a:lnTo>
                  <a:lnTo>
                    <a:pt x="4406257" y="1399046"/>
                  </a:lnTo>
                  <a:lnTo>
                    <a:pt x="4406383" y="1399046"/>
                  </a:lnTo>
                  <a:lnTo>
                    <a:pt x="4406510" y="1399046"/>
                  </a:lnTo>
                  <a:lnTo>
                    <a:pt x="4406636" y="1399046"/>
                  </a:lnTo>
                  <a:lnTo>
                    <a:pt x="4406762" y="1399046"/>
                  </a:lnTo>
                  <a:lnTo>
                    <a:pt x="4406888" y="1399046"/>
                  </a:lnTo>
                  <a:lnTo>
                    <a:pt x="4407014" y="1399046"/>
                  </a:lnTo>
                  <a:lnTo>
                    <a:pt x="4407140" y="1399046"/>
                  </a:lnTo>
                  <a:lnTo>
                    <a:pt x="4407266" y="1399046"/>
                  </a:lnTo>
                  <a:lnTo>
                    <a:pt x="4407392" y="1399046"/>
                  </a:lnTo>
                  <a:lnTo>
                    <a:pt x="4407518" y="1399046"/>
                  </a:lnTo>
                  <a:lnTo>
                    <a:pt x="4407644" y="1399046"/>
                  </a:lnTo>
                  <a:lnTo>
                    <a:pt x="4407770" y="1399046"/>
                  </a:lnTo>
                  <a:lnTo>
                    <a:pt x="4407897" y="1399046"/>
                  </a:lnTo>
                  <a:lnTo>
                    <a:pt x="4408023" y="1399046"/>
                  </a:lnTo>
                  <a:lnTo>
                    <a:pt x="4408149" y="1399046"/>
                  </a:lnTo>
                  <a:lnTo>
                    <a:pt x="4408275" y="1399046"/>
                  </a:lnTo>
                  <a:lnTo>
                    <a:pt x="4408401" y="1399046"/>
                  </a:lnTo>
                  <a:lnTo>
                    <a:pt x="4408527" y="1399046"/>
                  </a:lnTo>
                  <a:lnTo>
                    <a:pt x="4408653" y="1399046"/>
                  </a:lnTo>
                  <a:lnTo>
                    <a:pt x="4408779" y="1399046"/>
                  </a:lnTo>
                  <a:lnTo>
                    <a:pt x="4408905" y="1399046"/>
                  </a:lnTo>
                  <a:lnTo>
                    <a:pt x="4409031" y="1399046"/>
                  </a:lnTo>
                  <a:lnTo>
                    <a:pt x="4409157" y="1399046"/>
                  </a:lnTo>
                  <a:lnTo>
                    <a:pt x="4409283" y="1399046"/>
                  </a:lnTo>
                  <a:lnTo>
                    <a:pt x="4409410" y="1399046"/>
                  </a:lnTo>
                  <a:lnTo>
                    <a:pt x="4409536" y="1399046"/>
                  </a:lnTo>
                  <a:lnTo>
                    <a:pt x="4409662" y="1399046"/>
                  </a:lnTo>
                  <a:lnTo>
                    <a:pt x="4409788" y="1399046"/>
                  </a:lnTo>
                  <a:lnTo>
                    <a:pt x="4409914" y="1399046"/>
                  </a:lnTo>
                  <a:lnTo>
                    <a:pt x="4410040" y="1399046"/>
                  </a:lnTo>
                  <a:lnTo>
                    <a:pt x="4410166" y="1399046"/>
                  </a:lnTo>
                  <a:lnTo>
                    <a:pt x="4410292" y="1399046"/>
                  </a:lnTo>
                  <a:lnTo>
                    <a:pt x="4410418" y="1399046"/>
                  </a:lnTo>
                  <a:lnTo>
                    <a:pt x="4410544" y="1399046"/>
                  </a:lnTo>
                  <a:lnTo>
                    <a:pt x="4410670" y="1399046"/>
                  </a:lnTo>
                  <a:lnTo>
                    <a:pt x="4410797" y="1399046"/>
                  </a:lnTo>
                  <a:lnTo>
                    <a:pt x="4410923" y="1399046"/>
                  </a:lnTo>
                  <a:lnTo>
                    <a:pt x="4411049" y="1399046"/>
                  </a:lnTo>
                  <a:lnTo>
                    <a:pt x="4411175" y="1399046"/>
                  </a:lnTo>
                  <a:lnTo>
                    <a:pt x="4411301" y="1399046"/>
                  </a:lnTo>
                  <a:lnTo>
                    <a:pt x="4411427" y="1399046"/>
                  </a:lnTo>
                  <a:lnTo>
                    <a:pt x="4411553" y="1399046"/>
                  </a:lnTo>
                  <a:lnTo>
                    <a:pt x="4411679" y="1399046"/>
                  </a:lnTo>
                  <a:lnTo>
                    <a:pt x="4411805" y="1399046"/>
                  </a:lnTo>
                  <a:lnTo>
                    <a:pt x="4411931" y="1399046"/>
                  </a:lnTo>
                  <a:lnTo>
                    <a:pt x="4412057" y="1399046"/>
                  </a:lnTo>
                  <a:lnTo>
                    <a:pt x="4412183" y="1399046"/>
                  </a:lnTo>
                  <a:lnTo>
                    <a:pt x="4412310" y="1399046"/>
                  </a:lnTo>
                  <a:lnTo>
                    <a:pt x="4412436" y="1399046"/>
                  </a:lnTo>
                  <a:lnTo>
                    <a:pt x="4412562" y="1399046"/>
                  </a:lnTo>
                  <a:lnTo>
                    <a:pt x="4412688" y="1399046"/>
                  </a:lnTo>
                  <a:lnTo>
                    <a:pt x="4412814" y="1399046"/>
                  </a:lnTo>
                  <a:lnTo>
                    <a:pt x="4412940" y="1399046"/>
                  </a:lnTo>
                  <a:lnTo>
                    <a:pt x="4413066" y="1399046"/>
                  </a:lnTo>
                  <a:lnTo>
                    <a:pt x="4413192" y="1399046"/>
                  </a:lnTo>
                  <a:lnTo>
                    <a:pt x="4413318" y="1399046"/>
                  </a:lnTo>
                  <a:lnTo>
                    <a:pt x="4413444" y="1399046"/>
                  </a:lnTo>
                  <a:lnTo>
                    <a:pt x="4413570" y="1399046"/>
                  </a:lnTo>
                  <a:lnTo>
                    <a:pt x="4413697" y="1399046"/>
                  </a:lnTo>
                  <a:lnTo>
                    <a:pt x="4413823" y="1399046"/>
                  </a:lnTo>
                  <a:lnTo>
                    <a:pt x="4413949" y="1399046"/>
                  </a:lnTo>
                  <a:lnTo>
                    <a:pt x="4414075" y="1399046"/>
                  </a:lnTo>
                  <a:lnTo>
                    <a:pt x="4414201" y="1399046"/>
                  </a:lnTo>
                  <a:lnTo>
                    <a:pt x="4414327" y="1399046"/>
                  </a:lnTo>
                  <a:lnTo>
                    <a:pt x="4414453" y="1399046"/>
                  </a:lnTo>
                  <a:lnTo>
                    <a:pt x="4414579" y="1399046"/>
                  </a:lnTo>
                  <a:lnTo>
                    <a:pt x="4414705" y="1399046"/>
                  </a:lnTo>
                  <a:lnTo>
                    <a:pt x="4414831" y="1399046"/>
                  </a:lnTo>
                  <a:lnTo>
                    <a:pt x="4414957" y="1399046"/>
                  </a:lnTo>
                  <a:lnTo>
                    <a:pt x="4415084" y="1399046"/>
                  </a:lnTo>
                  <a:lnTo>
                    <a:pt x="4415210" y="1399046"/>
                  </a:lnTo>
                  <a:lnTo>
                    <a:pt x="4415336" y="1399046"/>
                  </a:lnTo>
                  <a:lnTo>
                    <a:pt x="4415462" y="1399046"/>
                  </a:lnTo>
                  <a:lnTo>
                    <a:pt x="4415588" y="1399046"/>
                  </a:lnTo>
                  <a:lnTo>
                    <a:pt x="4415714" y="1399046"/>
                  </a:lnTo>
                  <a:lnTo>
                    <a:pt x="4415840" y="1399046"/>
                  </a:lnTo>
                  <a:lnTo>
                    <a:pt x="4415966" y="1399046"/>
                  </a:lnTo>
                  <a:lnTo>
                    <a:pt x="4416092" y="1399046"/>
                  </a:lnTo>
                  <a:lnTo>
                    <a:pt x="4416218" y="1399046"/>
                  </a:lnTo>
                  <a:lnTo>
                    <a:pt x="4416344" y="1399046"/>
                  </a:lnTo>
                  <a:lnTo>
                    <a:pt x="4416470" y="1399046"/>
                  </a:lnTo>
                  <a:lnTo>
                    <a:pt x="4416597" y="1399046"/>
                  </a:lnTo>
                  <a:lnTo>
                    <a:pt x="4416723" y="1399046"/>
                  </a:lnTo>
                  <a:lnTo>
                    <a:pt x="4416849" y="1399046"/>
                  </a:lnTo>
                  <a:lnTo>
                    <a:pt x="4416975" y="1399046"/>
                  </a:lnTo>
                  <a:lnTo>
                    <a:pt x="4417101" y="1399046"/>
                  </a:lnTo>
                  <a:lnTo>
                    <a:pt x="4417227" y="1399046"/>
                  </a:lnTo>
                  <a:lnTo>
                    <a:pt x="4417353" y="1399046"/>
                  </a:lnTo>
                  <a:lnTo>
                    <a:pt x="4417479" y="1399046"/>
                  </a:lnTo>
                  <a:lnTo>
                    <a:pt x="4417605" y="1399046"/>
                  </a:lnTo>
                  <a:lnTo>
                    <a:pt x="4417731" y="1399046"/>
                  </a:lnTo>
                  <a:lnTo>
                    <a:pt x="4417857" y="1399046"/>
                  </a:lnTo>
                  <a:lnTo>
                    <a:pt x="4417984" y="1399046"/>
                  </a:lnTo>
                  <a:lnTo>
                    <a:pt x="4418110" y="1399046"/>
                  </a:lnTo>
                  <a:lnTo>
                    <a:pt x="4418236" y="1399046"/>
                  </a:lnTo>
                  <a:lnTo>
                    <a:pt x="4418362" y="1399046"/>
                  </a:lnTo>
                  <a:lnTo>
                    <a:pt x="4418488" y="1399046"/>
                  </a:lnTo>
                  <a:lnTo>
                    <a:pt x="4418614" y="1399046"/>
                  </a:lnTo>
                  <a:lnTo>
                    <a:pt x="4418740" y="1399046"/>
                  </a:lnTo>
                  <a:lnTo>
                    <a:pt x="4418866" y="1399046"/>
                  </a:lnTo>
                  <a:lnTo>
                    <a:pt x="4418992" y="1399046"/>
                  </a:lnTo>
                  <a:lnTo>
                    <a:pt x="4419118" y="1399046"/>
                  </a:lnTo>
                  <a:lnTo>
                    <a:pt x="4419244" y="1399046"/>
                  </a:lnTo>
                  <a:lnTo>
                    <a:pt x="4419370" y="1399046"/>
                  </a:lnTo>
                  <a:lnTo>
                    <a:pt x="4419497" y="1399046"/>
                  </a:lnTo>
                  <a:lnTo>
                    <a:pt x="4419623" y="1399046"/>
                  </a:lnTo>
                  <a:lnTo>
                    <a:pt x="4419749" y="1399046"/>
                  </a:lnTo>
                  <a:lnTo>
                    <a:pt x="4419875" y="1399046"/>
                  </a:lnTo>
                  <a:lnTo>
                    <a:pt x="4420001" y="1399046"/>
                  </a:lnTo>
                  <a:lnTo>
                    <a:pt x="4420127" y="1399046"/>
                  </a:lnTo>
                  <a:lnTo>
                    <a:pt x="4420253" y="1399046"/>
                  </a:lnTo>
                  <a:lnTo>
                    <a:pt x="4420379" y="1399046"/>
                  </a:lnTo>
                  <a:lnTo>
                    <a:pt x="4420505" y="1399046"/>
                  </a:lnTo>
                  <a:lnTo>
                    <a:pt x="4420631" y="1399046"/>
                  </a:lnTo>
                  <a:lnTo>
                    <a:pt x="4420757" y="1399046"/>
                  </a:lnTo>
                  <a:lnTo>
                    <a:pt x="4420884" y="1399046"/>
                  </a:lnTo>
                  <a:lnTo>
                    <a:pt x="4421010" y="1399046"/>
                  </a:lnTo>
                  <a:lnTo>
                    <a:pt x="4421136" y="1399046"/>
                  </a:lnTo>
                  <a:lnTo>
                    <a:pt x="4421262" y="1399046"/>
                  </a:lnTo>
                  <a:lnTo>
                    <a:pt x="4421388" y="1399046"/>
                  </a:lnTo>
                  <a:lnTo>
                    <a:pt x="4421514" y="1399046"/>
                  </a:lnTo>
                  <a:lnTo>
                    <a:pt x="4421640" y="1399046"/>
                  </a:lnTo>
                  <a:lnTo>
                    <a:pt x="4421766" y="1399046"/>
                  </a:lnTo>
                  <a:lnTo>
                    <a:pt x="4421892" y="1399046"/>
                  </a:lnTo>
                  <a:lnTo>
                    <a:pt x="4422018" y="1399046"/>
                  </a:lnTo>
                  <a:lnTo>
                    <a:pt x="4422144" y="1399046"/>
                  </a:lnTo>
                  <a:lnTo>
                    <a:pt x="4422270" y="1399046"/>
                  </a:lnTo>
                  <a:lnTo>
                    <a:pt x="4422397" y="1399046"/>
                  </a:lnTo>
                  <a:lnTo>
                    <a:pt x="4422523" y="1399046"/>
                  </a:lnTo>
                  <a:lnTo>
                    <a:pt x="4422649" y="1399046"/>
                  </a:lnTo>
                  <a:lnTo>
                    <a:pt x="4422775" y="1399046"/>
                  </a:lnTo>
                  <a:lnTo>
                    <a:pt x="4422901" y="1399046"/>
                  </a:lnTo>
                  <a:lnTo>
                    <a:pt x="4423027" y="1399046"/>
                  </a:lnTo>
                  <a:lnTo>
                    <a:pt x="4423153" y="1399046"/>
                  </a:lnTo>
                  <a:lnTo>
                    <a:pt x="4423279" y="1399046"/>
                  </a:lnTo>
                  <a:lnTo>
                    <a:pt x="4423405" y="1399046"/>
                  </a:lnTo>
                  <a:lnTo>
                    <a:pt x="4423531" y="1399046"/>
                  </a:lnTo>
                  <a:lnTo>
                    <a:pt x="4423657" y="1399046"/>
                  </a:lnTo>
                  <a:lnTo>
                    <a:pt x="4423784" y="1399046"/>
                  </a:lnTo>
                  <a:lnTo>
                    <a:pt x="4423910" y="1399046"/>
                  </a:lnTo>
                  <a:lnTo>
                    <a:pt x="4424036" y="1399046"/>
                  </a:lnTo>
                  <a:lnTo>
                    <a:pt x="4424162" y="1399046"/>
                  </a:lnTo>
                  <a:lnTo>
                    <a:pt x="4424288" y="1399046"/>
                  </a:lnTo>
                  <a:lnTo>
                    <a:pt x="4424414" y="1399046"/>
                  </a:lnTo>
                  <a:lnTo>
                    <a:pt x="4424540" y="1399046"/>
                  </a:lnTo>
                  <a:lnTo>
                    <a:pt x="4424666" y="1399046"/>
                  </a:lnTo>
                  <a:lnTo>
                    <a:pt x="4424792" y="1399046"/>
                  </a:lnTo>
                  <a:lnTo>
                    <a:pt x="4424918" y="1399046"/>
                  </a:lnTo>
                  <a:lnTo>
                    <a:pt x="4425044" y="1399046"/>
                  </a:lnTo>
                  <a:lnTo>
                    <a:pt x="4425171" y="1399046"/>
                  </a:lnTo>
                  <a:lnTo>
                    <a:pt x="4425297" y="1399046"/>
                  </a:lnTo>
                  <a:lnTo>
                    <a:pt x="4425423" y="1399046"/>
                  </a:lnTo>
                  <a:lnTo>
                    <a:pt x="4425549" y="1399046"/>
                  </a:lnTo>
                  <a:lnTo>
                    <a:pt x="4425675" y="1399046"/>
                  </a:lnTo>
                  <a:lnTo>
                    <a:pt x="4425801" y="1399046"/>
                  </a:lnTo>
                  <a:lnTo>
                    <a:pt x="4425927" y="1399046"/>
                  </a:lnTo>
                  <a:lnTo>
                    <a:pt x="4426053" y="1399046"/>
                  </a:lnTo>
                  <a:lnTo>
                    <a:pt x="4426179" y="1399046"/>
                  </a:lnTo>
                  <a:lnTo>
                    <a:pt x="4426305" y="1399046"/>
                  </a:lnTo>
                  <a:lnTo>
                    <a:pt x="4426431" y="1399046"/>
                  </a:lnTo>
                  <a:lnTo>
                    <a:pt x="4426557" y="1399046"/>
                  </a:lnTo>
                  <a:lnTo>
                    <a:pt x="4426684" y="1399046"/>
                  </a:lnTo>
                  <a:lnTo>
                    <a:pt x="4426810" y="1399046"/>
                  </a:lnTo>
                  <a:lnTo>
                    <a:pt x="4426936" y="1399046"/>
                  </a:lnTo>
                  <a:lnTo>
                    <a:pt x="4427062" y="1399046"/>
                  </a:lnTo>
                  <a:lnTo>
                    <a:pt x="4427188" y="1399046"/>
                  </a:lnTo>
                  <a:lnTo>
                    <a:pt x="4427314" y="1399046"/>
                  </a:lnTo>
                  <a:lnTo>
                    <a:pt x="4427440" y="1399046"/>
                  </a:lnTo>
                  <a:lnTo>
                    <a:pt x="4427566" y="1399046"/>
                  </a:lnTo>
                  <a:lnTo>
                    <a:pt x="4427692" y="1399046"/>
                  </a:lnTo>
                  <a:lnTo>
                    <a:pt x="4427818" y="1399046"/>
                  </a:lnTo>
                  <a:lnTo>
                    <a:pt x="4427944" y="1399046"/>
                  </a:lnTo>
                  <a:lnTo>
                    <a:pt x="4428071" y="1399046"/>
                  </a:lnTo>
                  <a:lnTo>
                    <a:pt x="4428197" y="1399046"/>
                  </a:lnTo>
                  <a:lnTo>
                    <a:pt x="4428323" y="1399046"/>
                  </a:lnTo>
                  <a:lnTo>
                    <a:pt x="4428449" y="1399046"/>
                  </a:lnTo>
                  <a:lnTo>
                    <a:pt x="4428575" y="1399046"/>
                  </a:lnTo>
                  <a:lnTo>
                    <a:pt x="4428701" y="1399046"/>
                  </a:lnTo>
                  <a:lnTo>
                    <a:pt x="4428827" y="1399046"/>
                  </a:lnTo>
                  <a:lnTo>
                    <a:pt x="4428953" y="1399046"/>
                  </a:lnTo>
                  <a:lnTo>
                    <a:pt x="4429079" y="1399046"/>
                  </a:lnTo>
                  <a:lnTo>
                    <a:pt x="4429205" y="1399046"/>
                  </a:lnTo>
                  <a:lnTo>
                    <a:pt x="4429331" y="1399046"/>
                  </a:lnTo>
                  <a:lnTo>
                    <a:pt x="4429457" y="1399046"/>
                  </a:lnTo>
                  <a:lnTo>
                    <a:pt x="4429584" y="1399046"/>
                  </a:lnTo>
                  <a:lnTo>
                    <a:pt x="4429710" y="1399046"/>
                  </a:lnTo>
                  <a:lnTo>
                    <a:pt x="4429836" y="1399046"/>
                  </a:lnTo>
                  <a:lnTo>
                    <a:pt x="4429962" y="1399046"/>
                  </a:lnTo>
                  <a:lnTo>
                    <a:pt x="4430088" y="1399046"/>
                  </a:lnTo>
                  <a:lnTo>
                    <a:pt x="4430214" y="1399046"/>
                  </a:lnTo>
                  <a:lnTo>
                    <a:pt x="4430340" y="1399046"/>
                  </a:lnTo>
                  <a:lnTo>
                    <a:pt x="4430466" y="1399046"/>
                  </a:lnTo>
                  <a:lnTo>
                    <a:pt x="4430592" y="1399046"/>
                  </a:lnTo>
                  <a:lnTo>
                    <a:pt x="4430718" y="1399046"/>
                  </a:lnTo>
                  <a:lnTo>
                    <a:pt x="4430844" y="1399046"/>
                  </a:lnTo>
                  <a:lnTo>
                    <a:pt x="4430971" y="1399046"/>
                  </a:lnTo>
                  <a:lnTo>
                    <a:pt x="4431097" y="1399046"/>
                  </a:lnTo>
                  <a:lnTo>
                    <a:pt x="4431223" y="1399046"/>
                  </a:lnTo>
                  <a:lnTo>
                    <a:pt x="4431349" y="1399046"/>
                  </a:lnTo>
                  <a:lnTo>
                    <a:pt x="4431475" y="1399046"/>
                  </a:lnTo>
                  <a:lnTo>
                    <a:pt x="4431601" y="1399046"/>
                  </a:lnTo>
                  <a:lnTo>
                    <a:pt x="4431727" y="1399046"/>
                  </a:lnTo>
                  <a:lnTo>
                    <a:pt x="4431853" y="1399046"/>
                  </a:lnTo>
                  <a:lnTo>
                    <a:pt x="4431979" y="1399046"/>
                  </a:lnTo>
                  <a:lnTo>
                    <a:pt x="4432105" y="1399046"/>
                  </a:lnTo>
                  <a:lnTo>
                    <a:pt x="4432231" y="1399046"/>
                  </a:lnTo>
                  <a:lnTo>
                    <a:pt x="4432358" y="1399046"/>
                  </a:lnTo>
                  <a:lnTo>
                    <a:pt x="4432484" y="1399046"/>
                  </a:lnTo>
                  <a:lnTo>
                    <a:pt x="4432610" y="1399046"/>
                  </a:lnTo>
                  <a:lnTo>
                    <a:pt x="4432736" y="1399046"/>
                  </a:lnTo>
                  <a:lnTo>
                    <a:pt x="4432862" y="1399046"/>
                  </a:lnTo>
                  <a:lnTo>
                    <a:pt x="4432988" y="1399046"/>
                  </a:lnTo>
                  <a:lnTo>
                    <a:pt x="4433114" y="1399046"/>
                  </a:lnTo>
                  <a:lnTo>
                    <a:pt x="4433240" y="1399046"/>
                  </a:lnTo>
                  <a:lnTo>
                    <a:pt x="4433366" y="1399046"/>
                  </a:lnTo>
                  <a:lnTo>
                    <a:pt x="4433492" y="1399046"/>
                  </a:lnTo>
                  <a:lnTo>
                    <a:pt x="4433618" y="1399046"/>
                  </a:lnTo>
                  <a:lnTo>
                    <a:pt x="4433744" y="1399046"/>
                  </a:lnTo>
                  <a:lnTo>
                    <a:pt x="4433871" y="1399046"/>
                  </a:lnTo>
                  <a:lnTo>
                    <a:pt x="4433997" y="1399046"/>
                  </a:lnTo>
                  <a:lnTo>
                    <a:pt x="4434123" y="1399046"/>
                  </a:lnTo>
                  <a:lnTo>
                    <a:pt x="4434249" y="1399046"/>
                  </a:lnTo>
                  <a:lnTo>
                    <a:pt x="4434375" y="1399046"/>
                  </a:lnTo>
                  <a:lnTo>
                    <a:pt x="4434501" y="1399046"/>
                  </a:lnTo>
                  <a:lnTo>
                    <a:pt x="4434627" y="1399046"/>
                  </a:lnTo>
                  <a:lnTo>
                    <a:pt x="4434753" y="1399046"/>
                  </a:lnTo>
                  <a:lnTo>
                    <a:pt x="4434879" y="1399046"/>
                  </a:lnTo>
                  <a:lnTo>
                    <a:pt x="4435005" y="1399046"/>
                  </a:lnTo>
                  <a:lnTo>
                    <a:pt x="4435131" y="1399046"/>
                  </a:lnTo>
                  <a:lnTo>
                    <a:pt x="4435258" y="1399046"/>
                  </a:lnTo>
                  <a:lnTo>
                    <a:pt x="4435384" y="1399046"/>
                  </a:lnTo>
                  <a:lnTo>
                    <a:pt x="4435510" y="1399046"/>
                  </a:lnTo>
                  <a:lnTo>
                    <a:pt x="4435636" y="1399046"/>
                  </a:lnTo>
                  <a:lnTo>
                    <a:pt x="4435762" y="1399046"/>
                  </a:lnTo>
                  <a:lnTo>
                    <a:pt x="4435888" y="1399046"/>
                  </a:lnTo>
                  <a:lnTo>
                    <a:pt x="4436014" y="1399046"/>
                  </a:lnTo>
                  <a:lnTo>
                    <a:pt x="4436140" y="1399046"/>
                  </a:lnTo>
                  <a:lnTo>
                    <a:pt x="4436266" y="1399046"/>
                  </a:lnTo>
                  <a:lnTo>
                    <a:pt x="4436392" y="1399046"/>
                  </a:lnTo>
                  <a:lnTo>
                    <a:pt x="4436518" y="1399046"/>
                  </a:lnTo>
                  <a:lnTo>
                    <a:pt x="4436644" y="1399046"/>
                  </a:lnTo>
                  <a:lnTo>
                    <a:pt x="4436771" y="1399046"/>
                  </a:lnTo>
                  <a:lnTo>
                    <a:pt x="4436897" y="1399046"/>
                  </a:lnTo>
                  <a:lnTo>
                    <a:pt x="4437023" y="1399046"/>
                  </a:lnTo>
                  <a:lnTo>
                    <a:pt x="4437149" y="1399046"/>
                  </a:lnTo>
                  <a:lnTo>
                    <a:pt x="4437149" y="1393767"/>
                  </a:lnTo>
                  <a:lnTo>
                    <a:pt x="4437275" y="1393767"/>
                  </a:lnTo>
                  <a:lnTo>
                    <a:pt x="4437401" y="1393767"/>
                  </a:lnTo>
                  <a:lnTo>
                    <a:pt x="4437527" y="1393767"/>
                  </a:lnTo>
                  <a:lnTo>
                    <a:pt x="4437653" y="1393767"/>
                  </a:lnTo>
                  <a:lnTo>
                    <a:pt x="4437779" y="1393767"/>
                  </a:lnTo>
                  <a:lnTo>
                    <a:pt x="4437905" y="1393767"/>
                  </a:lnTo>
                  <a:lnTo>
                    <a:pt x="4438031" y="1393767"/>
                  </a:lnTo>
                  <a:lnTo>
                    <a:pt x="4438158" y="1393767"/>
                  </a:lnTo>
                  <a:lnTo>
                    <a:pt x="4438284" y="1393767"/>
                  </a:lnTo>
                  <a:lnTo>
                    <a:pt x="4438410" y="1393767"/>
                  </a:lnTo>
                  <a:lnTo>
                    <a:pt x="4438536" y="1393767"/>
                  </a:lnTo>
                  <a:lnTo>
                    <a:pt x="4438662" y="1393767"/>
                  </a:lnTo>
                  <a:lnTo>
                    <a:pt x="4438788" y="1393767"/>
                  </a:lnTo>
                  <a:lnTo>
                    <a:pt x="4438914" y="1393767"/>
                  </a:lnTo>
                  <a:lnTo>
                    <a:pt x="4439040" y="1393767"/>
                  </a:lnTo>
                  <a:lnTo>
                    <a:pt x="4439166" y="1393767"/>
                  </a:lnTo>
                  <a:lnTo>
                    <a:pt x="4439292" y="1393767"/>
                  </a:lnTo>
                  <a:lnTo>
                    <a:pt x="4439418" y="1393767"/>
                  </a:lnTo>
                  <a:lnTo>
                    <a:pt x="4439545" y="1393767"/>
                  </a:lnTo>
                  <a:lnTo>
                    <a:pt x="4439671" y="1393767"/>
                  </a:lnTo>
                  <a:lnTo>
                    <a:pt x="4439797" y="1393767"/>
                  </a:lnTo>
                  <a:lnTo>
                    <a:pt x="4439923" y="1393767"/>
                  </a:lnTo>
                  <a:lnTo>
                    <a:pt x="4440049" y="1393767"/>
                  </a:lnTo>
                  <a:lnTo>
                    <a:pt x="4440175" y="1393767"/>
                  </a:lnTo>
                  <a:lnTo>
                    <a:pt x="4440301" y="1393767"/>
                  </a:lnTo>
                  <a:lnTo>
                    <a:pt x="4440427" y="1393767"/>
                  </a:lnTo>
                  <a:lnTo>
                    <a:pt x="4440553" y="1393767"/>
                  </a:lnTo>
                  <a:lnTo>
                    <a:pt x="4440679" y="1393767"/>
                  </a:lnTo>
                  <a:lnTo>
                    <a:pt x="4440679" y="1388487"/>
                  </a:lnTo>
                  <a:lnTo>
                    <a:pt x="4440805" y="1388487"/>
                  </a:lnTo>
                  <a:lnTo>
                    <a:pt x="4440931" y="1388487"/>
                  </a:lnTo>
                  <a:lnTo>
                    <a:pt x="4441058" y="1388487"/>
                  </a:lnTo>
                  <a:lnTo>
                    <a:pt x="4441184" y="1388487"/>
                  </a:lnTo>
                  <a:lnTo>
                    <a:pt x="4441310" y="1388487"/>
                  </a:lnTo>
                  <a:lnTo>
                    <a:pt x="4441436" y="1388487"/>
                  </a:lnTo>
                  <a:lnTo>
                    <a:pt x="4441562" y="1388487"/>
                  </a:lnTo>
                  <a:lnTo>
                    <a:pt x="4441688" y="1388487"/>
                  </a:lnTo>
                  <a:lnTo>
                    <a:pt x="4441814" y="1388487"/>
                  </a:lnTo>
                  <a:lnTo>
                    <a:pt x="4441940" y="1388487"/>
                  </a:lnTo>
                  <a:lnTo>
                    <a:pt x="4442066" y="1388487"/>
                  </a:lnTo>
                  <a:lnTo>
                    <a:pt x="4442192" y="1388487"/>
                  </a:lnTo>
                  <a:lnTo>
                    <a:pt x="4442318" y="1388487"/>
                  </a:lnTo>
                  <a:lnTo>
                    <a:pt x="4442445" y="1388487"/>
                  </a:lnTo>
                  <a:lnTo>
                    <a:pt x="4442571" y="1388487"/>
                  </a:lnTo>
                  <a:lnTo>
                    <a:pt x="4442697" y="1388487"/>
                  </a:lnTo>
                  <a:lnTo>
                    <a:pt x="4442823" y="1388487"/>
                  </a:lnTo>
                  <a:lnTo>
                    <a:pt x="4442949" y="1388487"/>
                  </a:lnTo>
                  <a:lnTo>
                    <a:pt x="4443075" y="1388487"/>
                  </a:lnTo>
                  <a:lnTo>
                    <a:pt x="4443201" y="1388487"/>
                  </a:lnTo>
                  <a:lnTo>
                    <a:pt x="4443327" y="1388487"/>
                  </a:lnTo>
                  <a:lnTo>
                    <a:pt x="4443453" y="1388487"/>
                  </a:lnTo>
                  <a:lnTo>
                    <a:pt x="4443579" y="1388487"/>
                  </a:lnTo>
                  <a:lnTo>
                    <a:pt x="4443705" y="1388487"/>
                  </a:lnTo>
                  <a:lnTo>
                    <a:pt x="4443831" y="1388487"/>
                  </a:lnTo>
                  <a:lnTo>
                    <a:pt x="4443958" y="1388487"/>
                  </a:lnTo>
                  <a:lnTo>
                    <a:pt x="4444084" y="1388487"/>
                  </a:lnTo>
                  <a:lnTo>
                    <a:pt x="4444210" y="1388487"/>
                  </a:lnTo>
                  <a:lnTo>
                    <a:pt x="4444336" y="1388487"/>
                  </a:lnTo>
                  <a:lnTo>
                    <a:pt x="4444462" y="1388487"/>
                  </a:lnTo>
                  <a:lnTo>
                    <a:pt x="4444588" y="1388487"/>
                  </a:lnTo>
                  <a:lnTo>
                    <a:pt x="4444714" y="1388487"/>
                  </a:lnTo>
                  <a:lnTo>
                    <a:pt x="4444840" y="1388487"/>
                  </a:lnTo>
                  <a:lnTo>
                    <a:pt x="4444966" y="1388487"/>
                  </a:lnTo>
                  <a:lnTo>
                    <a:pt x="4445092" y="1388487"/>
                  </a:lnTo>
                  <a:lnTo>
                    <a:pt x="4445218" y="1388487"/>
                  </a:lnTo>
                  <a:lnTo>
                    <a:pt x="4445345" y="1388487"/>
                  </a:lnTo>
                  <a:lnTo>
                    <a:pt x="4445471" y="1388487"/>
                  </a:lnTo>
                  <a:lnTo>
                    <a:pt x="4445597" y="1388487"/>
                  </a:lnTo>
                  <a:lnTo>
                    <a:pt x="4445723" y="1388487"/>
                  </a:lnTo>
                  <a:lnTo>
                    <a:pt x="4445849" y="1388487"/>
                  </a:lnTo>
                  <a:lnTo>
                    <a:pt x="4445975" y="1388487"/>
                  </a:lnTo>
                  <a:lnTo>
                    <a:pt x="4446101" y="1388487"/>
                  </a:lnTo>
                  <a:lnTo>
                    <a:pt x="4446227" y="1388487"/>
                  </a:lnTo>
                  <a:lnTo>
                    <a:pt x="4446353" y="1388487"/>
                  </a:lnTo>
                  <a:lnTo>
                    <a:pt x="4446479" y="1388487"/>
                  </a:lnTo>
                  <a:lnTo>
                    <a:pt x="4446605" y="1388487"/>
                  </a:lnTo>
                  <a:lnTo>
                    <a:pt x="4446731" y="1388487"/>
                  </a:lnTo>
                  <a:lnTo>
                    <a:pt x="4446858" y="1388487"/>
                  </a:lnTo>
                  <a:lnTo>
                    <a:pt x="4446984" y="1388487"/>
                  </a:lnTo>
                  <a:lnTo>
                    <a:pt x="4447110" y="1388487"/>
                  </a:lnTo>
                  <a:lnTo>
                    <a:pt x="4447236" y="1388487"/>
                  </a:lnTo>
                  <a:lnTo>
                    <a:pt x="4447362" y="1388487"/>
                  </a:lnTo>
                  <a:lnTo>
                    <a:pt x="4447488" y="1388487"/>
                  </a:lnTo>
                  <a:lnTo>
                    <a:pt x="4447614" y="1388487"/>
                  </a:lnTo>
                  <a:lnTo>
                    <a:pt x="4447740" y="1388487"/>
                  </a:lnTo>
                  <a:lnTo>
                    <a:pt x="4447866" y="1388487"/>
                  </a:lnTo>
                  <a:lnTo>
                    <a:pt x="4447992" y="1388487"/>
                  </a:lnTo>
                  <a:lnTo>
                    <a:pt x="4448118" y="1388487"/>
                  </a:lnTo>
                  <a:lnTo>
                    <a:pt x="4448245" y="1388487"/>
                  </a:lnTo>
                  <a:lnTo>
                    <a:pt x="4448371" y="1388487"/>
                  </a:lnTo>
                  <a:lnTo>
                    <a:pt x="4448497" y="1388487"/>
                  </a:lnTo>
                  <a:lnTo>
                    <a:pt x="4448623" y="1388487"/>
                  </a:lnTo>
                  <a:lnTo>
                    <a:pt x="4448749" y="1388487"/>
                  </a:lnTo>
                  <a:lnTo>
                    <a:pt x="4448875" y="1388487"/>
                  </a:lnTo>
                  <a:lnTo>
                    <a:pt x="4449001" y="1388487"/>
                  </a:lnTo>
                  <a:lnTo>
                    <a:pt x="4449127" y="1388487"/>
                  </a:lnTo>
                  <a:lnTo>
                    <a:pt x="4449253" y="1388487"/>
                  </a:lnTo>
                  <a:lnTo>
                    <a:pt x="4449379" y="1388487"/>
                  </a:lnTo>
                  <a:lnTo>
                    <a:pt x="4449505" y="1388487"/>
                  </a:lnTo>
                  <a:lnTo>
                    <a:pt x="4449632" y="1388487"/>
                  </a:lnTo>
                  <a:lnTo>
                    <a:pt x="4449758" y="1388487"/>
                  </a:lnTo>
                  <a:lnTo>
                    <a:pt x="4449884" y="1388487"/>
                  </a:lnTo>
                  <a:lnTo>
                    <a:pt x="4450010" y="1388487"/>
                  </a:lnTo>
                  <a:lnTo>
                    <a:pt x="4450136" y="1388487"/>
                  </a:lnTo>
                  <a:lnTo>
                    <a:pt x="4450262" y="1388487"/>
                  </a:lnTo>
                  <a:lnTo>
                    <a:pt x="4450388" y="1388487"/>
                  </a:lnTo>
                  <a:lnTo>
                    <a:pt x="4450514" y="1388487"/>
                  </a:lnTo>
                  <a:lnTo>
                    <a:pt x="4450640" y="1388487"/>
                  </a:lnTo>
                  <a:lnTo>
                    <a:pt x="4450766" y="1388487"/>
                  </a:lnTo>
                  <a:lnTo>
                    <a:pt x="4450892" y="1388487"/>
                  </a:lnTo>
                  <a:lnTo>
                    <a:pt x="4451018" y="1388487"/>
                  </a:lnTo>
                  <a:lnTo>
                    <a:pt x="4451145" y="1388487"/>
                  </a:lnTo>
                  <a:lnTo>
                    <a:pt x="4451271" y="1388487"/>
                  </a:lnTo>
                  <a:lnTo>
                    <a:pt x="4451397" y="1388487"/>
                  </a:lnTo>
                  <a:lnTo>
                    <a:pt x="4451523" y="1388487"/>
                  </a:lnTo>
                  <a:lnTo>
                    <a:pt x="4451649" y="1388487"/>
                  </a:lnTo>
                  <a:lnTo>
                    <a:pt x="4451775" y="1388487"/>
                  </a:lnTo>
                  <a:lnTo>
                    <a:pt x="4451901" y="1388487"/>
                  </a:lnTo>
                  <a:lnTo>
                    <a:pt x="4452027" y="1388487"/>
                  </a:lnTo>
                  <a:lnTo>
                    <a:pt x="4452153" y="1388487"/>
                  </a:lnTo>
                  <a:lnTo>
                    <a:pt x="4452279" y="1388487"/>
                  </a:lnTo>
                  <a:lnTo>
                    <a:pt x="4452405" y="1388487"/>
                  </a:lnTo>
                  <a:lnTo>
                    <a:pt x="4452532" y="1388487"/>
                  </a:lnTo>
                  <a:lnTo>
                    <a:pt x="4452658" y="1388487"/>
                  </a:lnTo>
                  <a:lnTo>
                    <a:pt x="4452784" y="1388487"/>
                  </a:lnTo>
                  <a:lnTo>
                    <a:pt x="4452910" y="1388487"/>
                  </a:lnTo>
                  <a:lnTo>
                    <a:pt x="4453036" y="1388487"/>
                  </a:lnTo>
                  <a:lnTo>
                    <a:pt x="4453162" y="1388487"/>
                  </a:lnTo>
                  <a:lnTo>
                    <a:pt x="4453288" y="1388487"/>
                  </a:lnTo>
                  <a:lnTo>
                    <a:pt x="4453414" y="1388487"/>
                  </a:lnTo>
                  <a:lnTo>
                    <a:pt x="4453540" y="1388487"/>
                  </a:lnTo>
                  <a:lnTo>
                    <a:pt x="4453666" y="1388487"/>
                  </a:lnTo>
                  <a:lnTo>
                    <a:pt x="4453792" y="1388487"/>
                  </a:lnTo>
                  <a:lnTo>
                    <a:pt x="4453918" y="1388487"/>
                  </a:lnTo>
                  <a:lnTo>
                    <a:pt x="4454045" y="1388487"/>
                  </a:lnTo>
                  <a:lnTo>
                    <a:pt x="4454171" y="1388487"/>
                  </a:lnTo>
                  <a:lnTo>
                    <a:pt x="4454297" y="1388487"/>
                  </a:lnTo>
                  <a:lnTo>
                    <a:pt x="4454423" y="1388487"/>
                  </a:lnTo>
                  <a:lnTo>
                    <a:pt x="4454549" y="1388487"/>
                  </a:lnTo>
                  <a:lnTo>
                    <a:pt x="4454675" y="1388487"/>
                  </a:lnTo>
                  <a:lnTo>
                    <a:pt x="4454801" y="1388487"/>
                  </a:lnTo>
                  <a:lnTo>
                    <a:pt x="4454927" y="1388487"/>
                  </a:lnTo>
                  <a:lnTo>
                    <a:pt x="4455053" y="1388487"/>
                  </a:lnTo>
                  <a:lnTo>
                    <a:pt x="4455179" y="1388487"/>
                  </a:lnTo>
                  <a:lnTo>
                    <a:pt x="4455305" y="1388487"/>
                  </a:lnTo>
                  <a:lnTo>
                    <a:pt x="4455432" y="1388487"/>
                  </a:lnTo>
                  <a:lnTo>
                    <a:pt x="4455558" y="1388487"/>
                  </a:lnTo>
                  <a:lnTo>
                    <a:pt x="4455684" y="1388487"/>
                  </a:lnTo>
                  <a:lnTo>
                    <a:pt x="4455810" y="1388487"/>
                  </a:lnTo>
                  <a:lnTo>
                    <a:pt x="4455936" y="1388487"/>
                  </a:lnTo>
                  <a:lnTo>
                    <a:pt x="4456062" y="1388487"/>
                  </a:lnTo>
                  <a:lnTo>
                    <a:pt x="4456188" y="1388487"/>
                  </a:lnTo>
                  <a:lnTo>
                    <a:pt x="4456314" y="1388487"/>
                  </a:lnTo>
                  <a:lnTo>
                    <a:pt x="4456440" y="1388487"/>
                  </a:lnTo>
                  <a:lnTo>
                    <a:pt x="4456566" y="1388487"/>
                  </a:lnTo>
                  <a:lnTo>
                    <a:pt x="4456692" y="1388487"/>
                  </a:lnTo>
                  <a:lnTo>
                    <a:pt x="4456819" y="1388487"/>
                  </a:lnTo>
                  <a:lnTo>
                    <a:pt x="4456945" y="1388487"/>
                  </a:lnTo>
                  <a:lnTo>
                    <a:pt x="4457071" y="1388487"/>
                  </a:lnTo>
                  <a:lnTo>
                    <a:pt x="4457197" y="1388487"/>
                  </a:lnTo>
                  <a:lnTo>
                    <a:pt x="4457323" y="1388487"/>
                  </a:lnTo>
                  <a:lnTo>
                    <a:pt x="4457449" y="1388487"/>
                  </a:lnTo>
                  <a:lnTo>
                    <a:pt x="4457575" y="1388487"/>
                  </a:lnTo>
                  <a:lnTo>
                    <a:pt x="4457701" y="1388487"/>
                  </a:lnTo>
                  <a:lnTo>
                    <a:pt x="4457827" y="1388487"/>
                  </a:lnTo>
                  <a:lnTo>
                    <a:pt x="4457953" y="1388487"/>
                  </a:lnTo>
                  <a:lnTo>
                    <a:pt x="4458079" y="1388487"/>
                  </a:lnTo>
                  <a:lnTo>
                    <a:pt x="4458205" y="1388487"/>
                  </a:lnTo>
                  <a:lnTo>
                    <a:pt x="4458332" y="1388487"/>
                  </a:lnTo>
                  <a:lnTo>
                    <a:pt x="4458458" y="1388487"/>
                  </a:lnTo>
                  <a:lnTo>
                    <a:pt x="4458584" y="1388487"/>
                  </a:lnTo>
                  <a:lnTo>
                    <a:pt x="4458710" y="1388487"/>
                  </a:lnTo>
                  <a:lnTo>
                    <a:pt x="4458836" y="1388487"/>
                  </a:lnTo>
                  <a:lnTo>
                    <a:pt x="4458962" y="1388487"/>
                  </a:lnTo>
                  <a:lnTo>
                    <a:pt x="4459088" y="1388487"/>
                  </a:lnTo>
                  <a:lnTo>
                    <a:pt x="4459214" y="1388487"/>
                  </a:lnTo>
                  <a:lnTo>
                    <a:pt x="4459340" y="1388487"/>
                  </a:lnTo>
                  <a:lnTo>
                    <a:pt x="4459466" y="1388487"/>
                  </a:lnTo>
                  <a:lnTo>
                    <a:pt x="4459592" y="1388487"/>
                  </a:lnTo>
                  <a:lnTo>
                    <a:pt x="4459719" y="1388487"/>
                  </a:lnTo>
                  <a:lnTo>
                    <a:pt x="4459845" y="1388487"/>
                  </a:lnTo>
                  <a:lnTo>
                    <a:pt x="4459971" y="1388487"/>
                  </a:lnTo>
                  <a:lnTo>
                    <a:pt x="4460097" y="1388487"/>
                  </a:lnTo>
                  <a:lnTo>
                    <a:pt x="4460223" y="1388487"/>
                  </a:lnTo>
                  <a:lnTo>
                    <a:pt x="4460349" y="1388487"/>
                  </a:lnTo>
                  <a:lnTo>
                    <a:pt x="4460475" y="1388487"/>
                  </a:lnTo>
                  <a:lnTo>
                    <a:pt x="4460601" y="1388487"/>
                  </a:lnTo>
                  <a:lnTo>
                    <a:pt x="4460727" y="1388487"/>
                  </a:lnTo>
                  <a:lnTo>
                    <a:pt x="4460853" y="1388487"/>
                  </a:lnTo>
                  <a:lnTo>
                    <a:pt x="4460979" y="1388487"/>
                  </a:lnTo>
                  <a:lnTo>
                    <a:pt x="4461105" y="1388487"/>
                  </a:lnTo>
                  <a:lnTo>
                    <a:pt x="4461232" y="1388487"/>
                  </a:lnTo>
                  <a:lnTo>
                    <a:pt x="4461358" y="1388487"/>
                  </a:lnTo>
                  <a:lnTo>
                    <a:pt x="4461484" y="1388487"/>
                  </a:lnTo>
                  <a:lnTo>
                    <a:pt x="4461610" y="1388487"/>
                  </a:lnTo>
                  <a:lnTo>
                    <a:pt x="4461736" y="1388487"/>
                  </a:lnTo>
                  <a:lnTo>
                    <a:pt x="4461862" y="1388487"/>
                  </a:lnTo>
                  <a:lnTo>
                    <a:pt x="4461988" y="1388487"/>
                  </a:lnTo>
                  <a:lnTo>
                    <a:pt x="4462114" y="1388487"/>
                  </a:lnTo>
                  <a:lnTo>
                    <a:pt x="4462240" y="1388487"/>
                  </a:lnTo>
                  <a:lnTo>
                    <a:pt x="4462366" y="1388487"/>
                  </a:lnTo>
                  <a:lnTo>
                    <a:pt x="4462492" y="1388487"/>
                  </a:lnTo>
                  <a:lnTo>
                    <a:pt x="4462619" y="1388487"/>
                  </a:lnTo>
                  <a:lnTo>
                    <a:pt x="4462745" y="1388487"/>
                  </a:lnTo>
                  <a:lnTo>
                    <a:pt x="4462871" y="1388487"/>
                  </a:lnTo>
                  <a:lnTo>
                    <a:pt x="4462997" y="1388487"/>
                  </a:lnTo>
                  <a:lnTo>
                    <a:pt x="4463123" y="1388487"/>
                  </a:lnTo>
                  <a:lnTo>
                    <a:pt x="4463249" y="1388487"/>
                  </a:lnTo>
                  <a:lnTo>
                    <a:pt x="4463375" y="1388487"/>
                  </a:lnTo>
                  <a:lnTo>
                    <a:pt x="4463501" y="1388487"/>
                  </a:lnTo>
                  <a:lnTo>
                    <a:pt x="4463627" y="1388487"/>
                  </a:lnTo>
                  <a:lnTo>
                    <a:pt x="4463753" y="1388487"/>
                  </a:lnTo>
                  <a:lnTo>
                    <a:pt x="4463879" y="1388487"/>
                  </a:lnTo>
                  <a:lnTo>
                    <a:pt x="4464006" y="1388487"/>
                  </a:lnTo>
                  <a:lnTo>
                    <a:pt x="4464132" y="1388487"/>
                  </a:lnTo>
                  <a:lnTo>
                    <a:pt x="4464258" y="1388487"/>
                  </a:lnTo>
                  <a:lnTo>
                    <a:pt x="4464384" y="1388487"/>
                  </a:lnTo>
                  <a:lnTo>
                    <a:pt x="4464510" y="1388487"/>
                  </a:lnTo>
                  <a:lnTo>
                    <a:pt x="4464636" y="1388487"/>
                  </a:lnTo>
                  <a:lnTo>
                    <a:pt x="4464762" y="1388487"/>
                  </a:lnTo>
                  <a:lnTo>
                    <a:pt x="4464888" y="1388487"/>
                  </a:lnTo>
                  <a:lnTo>
                    <a:pt x="4465014" y="1388487"/>
                  </a:lnTo>
                  <a:lnTo>
                    <a:pt x="4465140" y="1388487"/>
                  </a:lnTo>
                  <a:lnTo>
                    <a:pt x="4465266" y="1388487"/>
                  </a:lnTo>
                  <a:lnTo>
                    <a:pt x="4465392" y="1388487"/>
                  </a:lnTo>
                  <a:lnTo>
                    <a:pt x="4465519" y="1388487"/>
                  </a:lnTo>
                  <a:lnTo>
                    <a:pt x="4465645" y="1388487"/>
                  </a:lnTo>
                  <a:lnTo>
                    <a:pt x="4465771" y="1388487"/>
                  </a:lnTo>
                  <a:lnTo>
                    <a:pt x="4465897" y="1388487"/>
                  </a:lnTo>
                  <a:lnTo>
                    <a:pt x="4466023" y="1388487"/>
                  </a:lnTo>
                  <a:lnTo>
                    <a:pt x="4466149" y="1388487"/>
                  </a:lnTo>
                  <a:lnTo>
                    <a:pt x="4466275" y="1388487"/>
                  </a:lnTo>
                  <a:lnTo>
                    <a:pt x="4466401" y="1388487"/>
                  </a:lnTo>
                  <a:lnTo>
                    <a:pt x="4466527" y="1388487"/>
                  </a:lnTo>
                  <a:lnTo>
                    <a:pt x="4466527" y="1383208"/>
                  </a:lnTo>
                  <a:lnTo>
                    <a:pt x="4466653" y="1383208"/>
                  </a:lnTo>
                  <a:lnTo>
                    <a:pt x="4466779" y="1383208"/>
                  </a:lnTo>
                  <a:lnTo>
                    <a:pt x="4466906" y="1383208"/>
                  </a:lnTo>
                  <a:lnTo>
                    <a:pt x="4467032" y="1383208"/>
                  </a:lnTo>
                  <a:lnTo>
                    <a:pt x="4467158" y="1383208"/>
                  </a:lnTo>
                  <a:lnTo>
                    <a:pt x="4467284" y="1383208"/>
                  </a:lnTo>
                  <a:lnTo>
                    <a:pt x="4467410" y="1383208"/>
                  </a:lnTo>
                  <a:lnTo>
                    <a:pt x="4467536" y="1383208"/>
                  </a:lnTo>
                  <a:lnTo>
                    <a:pt x="4467662" y="1383208"/>
                  </a:lnTo>
                  <a:lnTo>
                    <a:pt x="4467788" y="1383208"/>
                  </a:lnTo>
                  <a:lnTo>
                    <a:pt x="4467914" y="1383208"/>
                  </a:lnTo>
                  <a:lnTo>
                    <a:pt x="4468040" y="1383208"/>
                  </a:lnTo>
                  <a:lnTo>
                    <a:pt x="4468166" y="1383208"/>
                  </a:lnTo>
                  <a:lnTo>
                    <a:pt x="4468292" y="1383208"/>
                  </a:lnTo>
                  <a:lnTo>
                    <a:pt x="4468419" y="1383208"/>
                  </a:lnTo>
                  <a:lnTo>
                    <a:pt x="4468545" y="1383208"/>
                  </a:lnTo>
                  <a:lnTo>
                    <a:pt x="4468671" y="1383208"/>
                  </a:lnTo>
                  <a:lnTo>
                    <a:pt x="4468797" y="1383208"/>
                  </a:lnTo>
                  <a:lnTo>
                    <a:pt x="4468923" y="1383208"/>
                  </a:lnTo>
                  <a:lnTo>
                    <a:pt x="4469049" y="1383208"/>
                  </a:lnTo>
                  <a:lnTo>
                    <a:pt x="4469175" y="1383208"/>
                  </a:lnTo>
                  <a:lnTo>
                    <a:pt x="4469301" y="1383208"/>
                  </a:lnTo>
                  <a:lnTo>
                    <a:pt x="4469427" y="1383208"/>
                  </a:lnTo>
                  <a:lnTo>
                    <a:pt x="4469553" y="1383208"/>
                  </a:lnTo>
                  <a:lnTo>
                    <a:pt x="4469679" y="1383208"/>
                  </a:lnTo>
                  <a:lnTo>
                    <a:pt x="4469806" y="1383208"/>
                  </a:lnTo>
                  <a:lnTo>
                    <a:pt x="4469932" y="1383208"/>
                  </a:lnTo>
                  <a:lnTo>
                    <a:pt x="4470058" y="1383208"/>
                  </a:lnTo>
                  <a:lnTo>
                    <a:pt x="4470184" y="1383208"/>
                  </a:lnTo>
                  <a:lnTo>
                    <a:pt x="4470310" y="1383208"/>
                  </a:lnTo>
                  <a:lnTo>
                    <a:pt x="4470436" y="1383208"/>
                  </a:lnTo>
                  <a:lnTo>
                    <a:pt x="4470562" y="1383208"/>
                  </a:lnTo>
                  <a:lnTo>
                    <a:pt x="4470688" y="1383208"/>
                  </a:lnTo>
                  <a:lnTo>
                    <a:pt x="4470814" y="1383208"/>
                  </a:lnTo>
                  <a:lnTo>
                    <a:pt x="4470940" y="1383208"/>
                  </a:lnTo>
                  <a:lnTo>
                    <a:pt x="4471066" y="1383208"/>
                  </a:lnTo>
                  <a:lnTo>
                    <a:pt x="4471192" y="1383208"/>
                  </a:lnTo>
                  <a:lnTo>
                    <a:pt x="4471319" y="1383208"/>
                  </a:lnTo>
                  <a:lnTo>
                    <a:pt x="4471445" y="1383208"/>
                  </a:lnTo>
                  <a:lnTo>
                    <a:pt x="4471571" y="1383208"/>
                  </a:lnTo>
                  <a:lnTo>
                    <a:pt x="4471697" y="1383208"/>
                  </a:lnTo>
                  <a:lnTo>
                    <a:pt x="4471823" y="1383208"/>
                  </a:lnTo>
                  <a:lnTo>
                    <a:pt x="4471949" y="1383208"/>
                  </a:lnTo>
                  <a:lnTo>
                    <a:pt x="4472075" y="1383208"/>
                  </a:lnTo>
                  <a:lnTo>
                    <a:pt x="4472201" y="1383208"/>
                  </a:lnTo>
                  <a:lnTo>
                    <a:pt x="4472327" y="1383208"/>
                  </a:lnTo>
                  <a:lnTo>
                    <a:pt x="4472453" y="1383208"/>
                  </a:lnTo>
                  <a:lnTo>
                    <a:pt x="4472579" y="1383208"/>
                  </a:lnTo>
                  <a:lnTo>
                    <a:pt x="4472706" y="1383208"/>
                  </a:lnTo>
                  <a:lnTo>
                    <a:pt x="4472832" y="1383208"/>
                  </a:lnTo>
                  <a:lnTo>
                    <a:pt x="4472958" y="1383208"/>
                  </a:lnTo>
                  <a:lnTo>
                    <a:pt x="4473084" y="1383208"/>
                  </a:lnTo>
                  <a:lnTo>
                    <a:pt x="4473210" y="1383208"/>
                  </a:lnTo>
                  <a:lnTo>
                    <a:pt x="4473336" y="1383208"/>
                  </a:lnTo>
                  <a:lnTo>
                    <a:pt x="4473462" y="1383208"/>
                  </a:lnTo>
                  <a:lnTo>
                    <a:pt x="4473588" y="1383208"/>
                  </a:lnTo>
                  <a:lnTo>
                    <a:pt x="4473588" y="1377928"/>
                  </a:lnTo>
                  <a:lnTo>
                    <a:pt x="4473714" y="1377928"/>
                  </a:lnTo>
                  <a:lnTo>
                    <a:pt x="4473840" y="1377928"/>
                  </a:lnTo>
                  <a:lnTo>
                    <a:pt x="4473966" y="1377928"/>
                  </a:lnTo>
                  <a:lnTo>
                    <a:pt x="4474093" y="1377928"/>
                  </a:lnTo>
                  <a:lnTo>
                    <a:pt x="4474219" y="1377928"/>
                  </a:lnTo>
                  <a:lnTo>
                    <a:pt x="4474345" y="1377928"/>
                  </a:lnTo>
                  <a:lnTo>
                    <a:pt x="4474471" y="1377928"/>
                  </a:lnTo>
                  <a:lnTo>
                    <a:pt x="4474597" y="1377928"/>
                  </a:lnTo>
                  <a:lnTo>
                    <a:pt x="4474723" y="1377928"/>
                  </a:lnTo>
                  <a:lnTo>
                    <a:pt x="4474849" y="1377928"/>
                  </a:lnTo>
                  <a:lnTo>
                    <a:pt x="4474975" y="1377928"/>
                  </a:lnTo>
                  <a:lnTo>
                    <a:pt x="4475101" y="1377928"/>
                  </a:lnTo>
                  <a:lnTo>
                    <a:pt x="4475227" y="1377928"/>
                  </a:lnTo>
                  <a:lnTo>
                    <a:pt x="4475353" y="1377928"/>
                  </a:lnTo>
                  <a:lnTo>
                    <a:pt x="4475479" y="1377928"/>
                  </a:lnTo>
                  <a:lnTo>
                    <a:pt x="4475606" y="1377928"/>
                  </a:lnTo>
                  <a:lnTo>
                    <a:pt x="4475732" y="1377928"/>
                  </a:lnTo>
                  <a:lnTo>
                    <a:pt x="4475858" y="1377928"/>
                  </a:lnTo>
                  <a:lnTo>
                    <a:pt x="4475984" y="1377928"/>
                  </a:lnTo>
                  <a:lnTo>
                    <a:pt x="4476110" y="1377928"/>
                  </a:lnTo>
                  <a:lnTo>
                    <a:pt x="4476236" y="1377928"/>
                  </a:lnTo>
                  <a:lnTo>
                    <a:pt x="4476362" y="1377928"/>
                  </a:lnTo>
                  <a:lnTo>
                    <a:pt x="4476488" y="1377928"/>
                  </a:lnTo>
                  <a:lnTo>
                    <a:pt x="4476614" y="1377928"/>
                  </a:lnTo>
                  <a:lnTo>
                    <a:pt x="4476740" y="1377928"/>
                  </a:lnTo>
                  <a:lnTo>
                    <a:pt x="4476866" y="1377928"/>
                  </a:lnTo>
                  <a:lnTo>
                    <a:pt x="4476993" y="1377928"/>
                  </a:lnTo>
                  <a:lnTo>
                    <a:pt x="4477119" y="1377928"/>
                  </a:lnTo>
                  <a:lnTo>
                    <a:pt x="4477245" y="1377928"/>
                  </a:lnTo>
                  <a:lnTo>
                    <a:pt x="4477371" y="1377928"/>
                  </a:lnTo>
                  <a:lnTo>
                    <a:pt x="4477497" y="1377928"/>
                  </a:lnTo>
                  <a:lnTo>
                    <a:pt x="4477623" y="1377928"/>
                  </a:lnTo>
                  <a:lnTo>
                    <a:pt x="4477749" y="1377928"/>
                  </a:lnTo>
                  <a:lnTo>
                    <a:pt x="4477875" y="1377928"/>
                  </a:lnTo>
                  <a:lnTo>
                    <a:pt x="4478001" y="1377928"/>
                  </a:lnTo>
                  <a:lnTo>
                    <a:pt x="4478127" y="1377928"/>
                  </a:lnTo>
                  <a:lnTo>
                    <a:pt x="4478253" y="1377928"/>
                  </a:lnTo>
                  <a:lnTo>
                    <a:pt x="4478253" y="1372649"/>
                  </a:lnTo>
                  <a:lnTo>
                    <a:pt x="4478379" y="1372649"/>
                  </a:lnTo>
                  <a:lnTo>
                    <a:pt x="4478506" y="1372649"/>
                  </a:lnTo>
                  <a:lnTo>
                    <a:pt x="4478632" y="1372649"/>
                  </a:lnTo>
                  <a:lnTo>
                    <a:pt x="4478758" y="1372649"/>
                  </a:lnTo>
                  <a:lnTo>
                    <a:pt x="4478884" y="1372649"/>
                  </a:lnTo>
                  <a:lnTo>
                    <a:pt x="4479010" y="1372649"/>
                  </a:lnTo>
                  <a:lnTo>
                    <a:pt x="4479136" y="1372649"/>
                  </a:lnTo>
                  <a:lnTo>
                    <a:pt x="4479262" y="1372649"/>
                  </a:lnTo>
                  <a:lnTo>
                    <a:pt x="4479388" y="1372649"/>
                  </a:lnTo>
                  <a:lnTo>
                    <a:pt x="4479514" y="1372649"/>
                  </a:lnTo>
                  <a:lnTo>
                    <a:pt x="4479640" y="1372649"/>
                  </a:lnTo>
                  <a:lnTo>
                    <a:pt x="4479766" y="1372649"/>
                  </a:lnTo>
                  <a:lnTo>
                    <a:pt x="4479893" y="1372649"/>
                  </a:lnTo>
                  <a:lnTo>
                    <a:pt x="4480019" y="1372649"/>
                  </a:lnTo>
                  <a:lnTo>
                    <a:pt x="4480145" y="1372649"/>
                  </a:lnTo>
                  <a:lnTo>
                    <a:pt x="4480271" y="1372649"/>
                  </a:lnTo>
                  <a:lnTo>
                    <a:pt x="4480397" y="1372649"/>
                  </a:lnTo>
                  <a:lnTo>
                    <a:pt x="4480523" y="1372649"/>
                  </a:lnTo>
                  <a:lnTo>
                    <a:pt x="4480649" y="1372649"/>
                  </a:lnTo>
                  <a:lnTo>
                    <a:pt x="4480775" y="1372649"/>
                  </a:lnTo>
                  <a:lnTo>
                    <a:pt x="4480901" y="1372649"/>
                  </a:lnTo>
                  <a:lnTo>
                    <a:pt x="4481027" y="1372649"/>
                  </a:lnTo>
                  <a:lnTo>
                    <a:pt x="4481153" y="1372649"/>
                  </a:lnTo>
                  <a:lnTo>
                    <a:pt x="4481280" y="1372649"/>
                  </a:lnTo>
                  <a:lnTo>
                    <a:pt x="4481406" y="1372649"/>
                  </a:lnTo>
                  <a:lnTo>
                    <a:pt x="4481532" y="1372649"/>
                  </a:lnTo>
                  <a:lnTo>
                    <a:pt x="4481658" y="1372649"/>
                  </a:lnTo>
                  <a:lnTo>
                    <a:pt x="4481784" y="1372649"/>
                  </a:lnTo>
                  <a:lnTo>
                    <a:pt x="4481910" y="1372649"/>
                  </a:lnTo>
                  <a:lnTo>
                    <a:pt x="4482036" y="1372649"/>
                  </a:lnTo>
                  <a:lnTo>
                    <a:pt x="4482162" y="1372649"/>
                  </a:lnTo>
                  <a:lnTo>
                    <a:pt x="4482288" y="1372649"/>
                  </a:lnTo>
                  <a:lnTo>
                    <a:pt x="4482414" y="1372649"/>
                  </a:lnTo>
                  <a:lnTo>
                    <a:pt x="4482540" y="1372649"/>
                  </a:lnTo>
                  <a:lnTo>
                    <a:pt x="4482666" y="1372649"/>
                  </a:lnTo>
                  <a:lnTo>
                    <a:pt x="4482793" y="1372649"/>
                  </a:lnTo>
                  <a:lnTo>
                    <a:pt x="4482919" y="1372649"/>
                  </a:lnTo>
                  <a:lnTo>
                    <a:pt x="4483045" y="1372649"/>
                  </a:lnTo>
                  <a:lnTo>
                    <a:pt x="4483171" y="1372649"/>
                  </a:lnTo>
                  <a:lnTo>
                    <a:pt x="4483297" y="1372649"/>
                  </a:lnTo>
                  <a:lnTo>
                    <a:pt x="4483423" y="1372649"/>
                  </a:lnTo>
                  <a:lnTo>
                    <a:pt x="4483549" y="1372649"/>
                  </a:lnTo>
                  <a:lnTo>
                    <a:pt x="4483675" y="1372649"/>
                  </a:lnTo>
                  <a:lnTo>
                    <a:pt x="4483801" y="1372649"/>
                  </a:lnTo>
                  <a:lnTo>
                    <a:pt x="4483927" y="1372649"/>
                  </a:lnTo>
                  <a:lnTo>
                    <a:pt x="4484053" y="1372649"/>
                  </a:lnTo>
                  <a:lnTo>
                    <a:pt x="4484180" y="1372649"/>
                  </a:lnTo>
                  <a:lnTo>
                    <a:pt x="4484306" y="1372649"/>
                  </a:lnTo>
                  <a:lnTo>
                    <a:pt x="4484432" y="1372649"/>
                  </a:lnTo>
                  <a:lnTo>
                    <a:pt x="4484558" y="1372649"/>
                  </a:lnTo>
                  <a:lnTo>
                    <a:pt x="4484684" y="1372649"/>
                  </a:lnTo>
                  <a:lnTo>
                    <a:pt x="4484810" y="1372649"/>
                  </a:lnTo>
                  <a:lnTo>
                    <a:pt x="4484936" y="1372649"/>
                  </a:lnTo>
                  <a:lnTo>
                    <a:pt x="4485062" y="1372649"/>
                  </a:lnTo>
                  <a:lnTo>
                    <a:pt x="4485188" y="1372649"/>
                  </a:lnTo>
                  <a:lnTo>
                    <a:pt x="4485314" y="1372649"/>
                  </a:lnTo>
                  <a:lnTo>
                    <a:pt x="4485440" y="1372649"/>
                  </a:lnTo>
                  <a:lnTo>
                    <a:pt x="4485566" y="1372649"/>
                  </a:lnTo>
                  <a:lnTo>
                    <a:pt x="4485693" y="1372649"/>
                  </a:lnTo>
                  <a:lnTo>
                    <a:pt x="4485819" y="1372649"/>
                  </a:lnTo>
                  <a:lnTo>
                    <a:pt x="4485945" y="1372649"/>
                  </a:lnTo>
                  <a:lnTo>
                    <a:pt x="4486071" y="1372649"/>
                  </a:lnTo>
                  <a:lnTo>
                    <a:pt x="4486197" y="1372649"/>
                  </a:lnTo>
                  <a:lnTo>
                    <a:pt x="4486323" y="1372649"/>
                  </a:lnTo>
                  <a:lnTo>
                    <a:pt x="4486449" y="1372649"/>
                  </a:lnTo>
                  <a:lnTo>
                    <a:pt x="4486575" y="1372649"/>
                  </a:lnTo>
                  <a:lnTo>
                    <a:pt x="4486701" y="1372649"/>
                  </a:lnTo>
                  <a:lnTo>
                    <a:pt x="4486827" y="1372649"/>
                  </a:lnTo>
                  <a:lnTo>
                    <a:pt x="4486953" y="1372649"/>
                  </a:lnTo>
                  <a:lnTo>
                    <a:pt x="4487080" y="1372649"/>
                  </a:lnTo>
                  <a:lnTo>
                    <a:pt x="4487206" y="1372649"/>
                  </a:lnTo>
                  <a:lnTo>
                    <a:pt x="4487332" y="1372649"/>
                  </a:lnTo>
                  <a:lnTo>
                    <a:pt x="4487458" y="1372649"/>
                  </a:lnTo>
                  <a:lnTo>
                    <a:pt x="4487584" y="1372649"/>
                  </a:lnTo>
                  <a:lnTo>
                    <a:pt x="4487710" y="1372649"/>
                  </a:lnTo>
                  <a:lnTo>
                    <a:pt x="4487836" y="1372649"/>
                  </a:lnTo>
                  <a:lnTo>
                    <a:pt x="4487962" y="1372649"/>
                  </a:lnTo>
                  <a:lnTo>
                    <a:pt x="4488088" y="1372649"/>
                  </a:lnTo>
                  <a:lnTo>
                    <a:pt x="4488214" y="1372649"/>
                  </a:lnTo>
                  <a:lnTo>
                    <a:pt x="4488340" y="1372649"/>
                  </a:lnTo>
                  <a:lnTo>
                    <a:pt x="4488466" y="1372649"/>
                  </a:lnTo>
                  <a:lnTo>
                    <a:pt x="4488593" y="1372649"/>
                  </a:lnTo>
                  <a:lnTo>
                    <a:pt x="4488719" y="1372649"/>
                  </a:lnTo>
                  <a:lnTo>
                    <a:pt x="4488845" y="1372649"/>
                  </a:lnTo>
                  <a:lnTo>
                    <a:pt x="4488971" y="1372649"/>
                  </a:lnTo>
                  <a:lnTo>
                    <a:pt x="4489097" y="1372649"/>
                  </a:lnTo>
                  <a:lnTo>
                    <a:pt x="4489223" y="1372649"/>
                  </a:lnTo>
                  <a:lnTo>
                    <a:pt x="4489349" y="1372649"/>
                  </a:lnTo>
                  <a:lnTo>
                    <a:pt x="4489475" y="1372649"/>
                  </a:lnTo>
                  <a:lnTo>
                    <a:pt x="4489601" y="1372649"/>
                  </a:lnTo>
                  <a:lnTo>
                    <a:pt x="4489727" y="1372649"/>
                  </a:lnTo>
                  <a:lnTo>
                    <a:pt x="4489853" y="1372649"/>
                  </a:lnTo>
                  <a:lnTo>
                    <a:pt x="4489980" y="1372649"/>
                  </a:lnTo>
                  <a:lnTo>
                    <a:pt x="4490106" y="1372649"/>
                  </a:lnTo>
                  <a:lnTo>
                    <a:pt x="4490232" y="1372649"/>
                  </a:lnTo>
                  <a:lnTo>
                    <a:pt x="4490358" y="1372649"/>
                  </a:lnTo>
                  <a:lnTo>
                    <a:pt x="4490484" y="1372649"/>
                  </a:lnTo>
                  <a:lnTo>
                    <a:pt x="4490610" y="1372649"/>
                  </a:lnTo>
                  <a:lnTo>
                    <a:pt x="4490736" y="1372649"/>
                  </a:lnTo>
                  <a:lnTo>
                    <a:pt x="4490862" y="1372649"/>
                  </a:lnTo>
                  <a:lnTo>
                    <a:pt x="4490988" y="1372649"/>
                  </a:lnTo>
                  <a:lnTo>
                    <a:pt x="4491114" y="1372649"/>
                  </a:lnTo>
                  <a:lnTo>
                    <a:pt x="4491240" y="1372649"/>
                  </a:lnTo>
                  <a:lnTo>
                    <a:pt x="4491367" y="1372649"/>
                  </a:lnTo>
                  <a:lnTo>
                    <a:pt x="4491493" y="1372649"/>
                  </a:lnTo>
                  <a:lnTo>
                    <a:pt x="4491619" y="1372649"/>
                  </a:lnTo>
                  <a:lnTo>
                    <a:pt x="4491745" y="1372649"/>
                  </a:lnTo>
                  <a:lnTo>
                    <a:pt x="4491871" y="1372649"/>
                  </a:lnTo>
                  <a:lnTo>
                    <a:pt x="4491997" y="1372649"/>
                  </a:lnTo>
                  <a:lnTo>
                    <a:pt x="4492123" y="1372649"/>
                  </a:lnTo>
                  <a:lnTo>
                    <a:pt x="4492249" y="1372649"/>
                  </a:lnTo>
                  <a:lnTo>
                    <a:pt x="4492375" y="1372649"/>
                  </a:lnTo>
                  <a:lnTo>
                    <a:pt x="4492501" y="1372649"/>
                  </a:lnTo>
                  <a:lnTo>
                    <a:pt x="4492627" y="1372649"/>
                  </a:lnTo>
                  <a:lnTo>
                    <a:pt x="4492753" y="1372649"/>
                  </a:lnTo>
                  <a:lnTo>
                    <a:pt x="4492880" y="1372649"/>
                  </a:lnTo>
                  <a:lnTo>
                    <a:pt x="4493006" y="1372649"/>
                  </a:lnTo>
                  <a:lnTo>
                    <a:pt x="4493132" y="1372649"/>
                  </a:lnTo>
                  <a:lnTo>
                    <a:pt x="4493258" y="1372649"/>
                  </a:lnTo>
                  <a:lnTo>
                    <a:pt x="4493384" y="1372649"/>
                  </a:lnTo>
                  <a:lnTo>
                    <a:pt x="4493510" y="1372649"/>
                  </a:lnTo>
                  <a:lnTo>
                    <a:pt x="4493636" y="1372649"/>
                  </a:lnTo>
                  <a:lnTo>
                    <a:pt x="4493762" y="1372649"/>
                  </a:lnTo>
                  <a:lnTo>
                    <a:pt x="4493888" y="1372649"/>
                  </a:lnTo>
                  <a:lnTo>
                    <a:pt x="4494014" y="1372649"/>
                  </a:lnTo>
                  <a:lnTo>
                    <a:pt x="4494140" y="1372649"/>
                  </a:lnTo>
                  <a:lnTo>
                    <a:pt x="4494267" y="1372649"/>
                  </a:lnTo>
                  <a:lnTo>
                    <a:pt x="4494393" y="1372649"/>
                  </a:lnTo>
                  <a:lnTo>
                    <a:pt x="4494519" y="1372649"/>
                  </a:lnTo>
                  <a:lnTo>
                    <a:pt x="4494645" y="1372649"/>
                  </a:lnTo>
                  <a:lnTo>
                    <a:pt x="4494771" y="1372649"/>
                  </a:lnTo>
                  <a:lnTo>
                    <a:pt x="4494897" y="1372649"/>
                  </a:lnTo>
                  <a:lnTo>
                    <a:pt x="4495023" y="1372649"/>
                  </a:lnTo>
                  <a:lnTo>
                    <a:pt x="4495149" y="1372649"/>
                  </a:lnTo>
                  <a:lnTo>
                    <a:pt x="4495275" y="1372649"/>
                  </a:lnTo>
                  <a:lnTo>
                    <a:pt x="4495401" y="1372649"/>
                  </a:lnTo>
                  <a:lnTo>
                    <a:pt x="4495527" y="1372649"/>
                  </a:lnTo>
                  <a:lnTo>
                    <a:pt x="4495653" y="1372649"/>
                  </a:lnTo>
                  <a:lnTo>
                    <a:pt x="4495780" y="1372649"/>
                  </a:lnTo>
                  <a:lnTo>
                    <a:pt x="4495906" y="1372649"/>
                  </a:lnTo>
                  <a:lnTo>
                    <a:pt x="4496032" y="1372649"/>
                  </a:lnTo>
                  <a:lnTo>
                    <a:pt x="4496158" y="1372649"/>
                  </a:lnTo>
                  <a:lnTo>
                    <a:pt x="4496284" y="1372649"/>
                  </a:lnTo>
                  <a:lnTo>
                    <a:pt x="4496410" y="1372649"/>
                  </a:lnTo>
                  <a:lnTo>
                    <a:pt x="4496536" y="1372649"/>
                  </a:lnTo>
                  <a:lnTo>
                    <a:pt x="4496662" y="1372649"/>
                  </a:lnTo>
                  <a:lnTo>
                    <a:pt x="4496788" y="1372649"/>
                  </a:lnTo>
                  <a:lnTo>
                    <a:pt x="4496914" y="1372649"/>
                  </a:lnTo>
                  <a:lnTo>
                    <a:pt x="4497040" y="1372649"/>
                  </a:lnTo>
                  <a:lnTo>
                    <a:pt x="4497167" y="1372649"/>
                  </a:lnTo>
                  <a:lnTo>
                    <a:pt x="4497293" y="1372649"/>
                  </a:lnTo>
                  <a:lnTo>
                    <a:pt x="4497419" y="1372649"/>
                  </a:lnTo>
                  <a:lnTo>
                    <a:pt x="4497545" y="1372649"/>
                  </a:lnTo>
                  <a:lnTo>
                    <a:pt x="4497671" y="1372649"/>
                  </a:lnTo>
                  <a:lnTo>
                    <a:pt x="4497797" y="1372649"/>
                  </a:lnTo>
                  <a:lnTo>
                    <a:pt x="4497923" y="1372649"/>
                  </a:lnTo>
                  <a:lnTo>
                    <a:pt x="4498049" y="1372649"/>
                  </a:lnTo>
                  <a:lnTo>
                    <a:pt x="4498175" y="1372649"/>
                  </a:lnTo>
                  <a:lnTo>
                    <a:pt x="4498301" y="1372649"/>
                  </a:lnTo>
                  <a:lnTo>
                    <a:pt x="4498427" y="1372649"/>
                  </a:lnTo>
                  <a:lnTo>
                    <a:pt x="4498554" y="1372649"/>
                  </a:lnTo>
                  <a:lnTo>
                    <a:pt x="4498680" y="1372649"/>
                  </a:lnTo>
                  <a:lnTo>
                    <a:pt x="4498806" y="1372649"/>
                  </a:lnTo>
                  <a:lnTo>
                    <a:pt x="4498806" y="1367370"/>
                  </a:lnTo>
                  <a:lnTo>
                    <a:pt x="4498932" y="1367370"/>
                  </a:lnTo>
                  <a:lnTo>
                    <a:pt x="4499058" y="1367370"/>
                  </a:lnTo>
                  <a:lnTo>
                    <a:pt x="4499184" y="1367370"/>
                  </a:lnTo>
                  <a:lnTo>
                    <a:pt x="4499310" y="1367370"/>
                  </a:lnTo>
                  <a:lnTo>
                    <a:pt x="4499436" y="1367370"/>
                  </a:lnTo>
                  <a:lnTo>
                    <a:pt x="4499562" y="1367370"/>
                  </a:lnTo>
                  <a:lnTo>
                    <a:pt x="4499688" y="1367370"/>
                  </a:lnTo>
                  <a:lnTo>
                    <a:pt x="4499814" y="1367370"/>
                  </a:lnTo>
                  <a:lnTo>
                    <a:pt x="4499940" y="1367370"/>
                  </a:lnTo>
                  <a:lnTo>
                    <a:pt x="4500067" y="1367370"/>
                  </a:lnTo>
                  <a:lnTo>
                    <a:pt x="4500193" y="1367370"/>
                  </a:lnTo>
                  <a:lnTo>
                    <a:pt x="4500319" y="1367370"/>
                  </a:lnTo>
                  <a:lnTo>
                    <a:pt x="4500445" y="1367370"/>
                  </a:lnTo>
                  <a:lnTo>
                    <a:pt x="4500571" y="1367370"/>
                  </a:lnTo>
                  <a:lnTo>
                    <a:pt x="4500697" y="1367370"/>
                  </a:lnTo>
                  <a:lnTo>
                    <a:pt x="4500823" y="1367370"/>
                  </a:lnTo>
                  <a:lnTo>
                    <a:pt x="4500949" y="1367370"/>
                  </a:lnTo>
                  <a:lnTo>
                    <a:pt x="4501075" y="1367370"/>
                  </a:lnTo>
                  <a:lnTo>
                    <a:pt x="4501201" y="1367370"/>
                  </a:lnTo>
                  <a:lnTo>
                    <a:pt x="4501327" y="1367370"/>
                  </a:lnTo>
                  <a:lnTo>
                    <a:pt x="4501454" y="1367370"/>
                  </a:lnTo>
                  <a:lnTo>
                    <a:pt x="4501580" y="1367370"/>
                  </a:lnTo>
                  <a:lnTo>
                    <a:pt x="4501706" y="1367370"/>
                  </a:lnTo>
                  <a:lnTo>
                    <a:pt x="4501832" y="1367370"/>
                  </a:lnTo>
                  <a:lnTo>
                    <a:pt x="4501958" y="1367370"/>
                  </a:lnTo>
                  <a:lnTo>
                    <a:pt x="4502084" y="1367370"/>
                  </a:lnTo>
                  <a:lnTo>
                    <a:pt x="4502210" y="1367370"/>
                  </a:lnTo>
                  <a:lnTo>
                    <a:pt x="4502336" y="1367370"/>
                  </a:lnTo>
                  <a:lnTo>
                    <a:pt x="4502462" y="1367370"/>
                  </a:lnTo>
                  <a:lnTo>
                    <a:pt x="4502588" y="1367370"/>
                  </a:lnTo>
                  <a:lnTo>
                    <a:pt x="4502714" y="1367370"/>
                  </a:lnTo>
                  <a:lnTo>
                    <a:pt x="4502840" y="1367370"/>
                  </a:lnTo>
                  <a:lnTo>
                    <a:pt x="4502967" y="1367370"/>
                  </a:lnTo>
                  <a:lnTo>
                    <a:pt x="4503093" y="1367370"/>
                  </a:lnTo>
                  <a:lnTo>
                    <a:pt x="4503219" y="1367370"/>
                  </a:lnTo>
                  <a:lnTo>
                    <a:pt x="4503345" y="1367370"/>
                  </a:lnTo>
                  <a:lnTo>
                    <a:pt x="4503471" y="1367370"/>
                  </a:lnTo>
                  <a:lnTo>
                    <a:pt x="4503597" y="1367370"/>
                  </a:lnTo>
                  <a:lnTo>
                    <a:pt x="4503723" y="1367370"/>
                  </a:lnTo>
                  <a:lnTo>
                    <a:pt x="4503849" y="1367370"/>
                  </a:lnTo>
                  <a:lnTo>
                    <a:pt x="4503975" y="1367370"/>
                  </a:lnTo>
                  <a:lnTo>
                    <a:pt x="4504101" y="1367370"/>
                  </a:lnTo>
                  <a:lnTo>
                    <a:pt x="4504227" y="1367370"/>
                  </a:lnTo>
                  <a:lnTo>
                    <a:pt x="4504354" y="1367370"/>
                  </a:lnTo>
                  <a:lnTo>
                    <a:pt x="4504480" y="1367370"/>
                  </a:lnTo>
                  <a:lnTo>
                    <a:pt x="4504606" y="1367370"/>
                  </a:lnTo>
                  <a:lnTo>
                    <a:pt x="4504732" y="1367370"/>
                  </a:lnTo>
                  <a:lnTo>
                    <a:pt x="4504858" y="1367370"/>
                  </a:lnTo>
                  <a:lnTo>
                    <a:pt x="4504984" y="1367370"/>
                  </a:lnTo>
                  <a:lnTo>
                    <a:pt x="4505110" y="1367370"/>
                  </a:lnTo>
                  <a:lnTo>
                    <a:pt x="4505236" y="1367370"/>
                  </a:lnTo>
                  <a:lnTo>
                    <a:pt x="4505362" y="1367370"/>
                  </a:lnTo>
                  <a:lnTo>
                    <a:pt x="4505488" y="1367370"/>
                  </a:lnTo>
                  <a:lnTo>
                    <a:pt x="4505614" y="1367370"/>
                  </a:lnTo>
                  <a:lnTo>
                    <a:pt x="4505741" y="1367370"/>
                  </a:lnTo>
                  <a:lnTo>
                    <a:pt x="4505867" y="1367370"/>
                  </a:lnTo>
                  <a:lnTo>
                    <a:pt x="4505993" y="1367370"/>
                  </a:lnTo>
                  <a:lnTo>
                    <a:pt x="4506119" y="1367370"/>
                  </a:lnTo>
                  <a:lnTo>
                    <a:pt x="4506245" y="1367370"/>
                  </a:lnTo>
                  <a:lnTo>
                    <a:pt x="4506371" y="1367370"/>
                  </a:lnTo>
                  <a:lnTo>
                    <a:pt x="4506497" y="1367370"/>
                  </a:lnTo>
                  <a:lnTo>
                    <a:pt x="4506623" y="1367370"/>
                  </a:lnTo>
                  <a:lnTo>
                    <a:pt x="4506749" y="1367370"/>
                  </a:lnTo>
                  <a:lnTo>
                    <a:pt x="4506875" y="1367370"/>
                  </a:lnTo>
                  <a:lnTo>
                    <a:pt x="4507001" y="1367370"/>
                  </a:lnTo>
                  <a:lnTo>
                    <a:pt x="4507127" y="1367370"/>
                  </a:lnTo>
                  <a:lnTo>
                    <a:pt x="4507254" y="1367370"/>
                  </a:lnTo>
                  <a:lnTo>
                    <a:pt x="4507380" y="1367370"/>
                  </a:lnTo>
                  <a:lnTo>
                    <a:pt x="4507506" y="1367370"/>
                  </a:lnTo>
                  <a:lnTo>
                    <a:pt x="4507632" y="1367370"/>
                  </a:lnTo>
                  <a:lnTo>
                    <a:pt x="4507758" y="1367370"/>
                  </a:lnTo>
                  <a:lnTo>
                    <a:pt x="4507884" y="1367370"/>
                  </a:lnTo>
                  <a:lnTo>
                    <a:pt x="4508010" y="1367370"/>
                  </a:lnTo>
                  <a:lnTo>
                    <a:pt x="4508136" y="1367370"/>
                  </a:lnTo>
                  <a:lnTo>
                    <a:pt x="4508262" y="1367370"/>
                  </a:lnTo>
                  <a:lnTo>
                    <a:pt x="4508388" y="1367370"/>
                  </a:lnTo>
                  <a:lnTo>
                    <a:pt x="4508514" y="1367370"/>
                  </a:lnTo>
                  <a:lnTo>
                    <a:pt x="4508641" y="1367370"/>
                  </a:lnTo>
                  <a:lnTo>
                    <a:pt x="4508767" y="1367370"/>
                  </a:lnTo>
                  <a:lnTo>
                    <a:pt x="4508893" y="1367370"/>
                  </a:lnTo>
                  <a:lnTo>
                    <a:pt x="4509019" y="1367370"/>
                  </a:lnTo>
                  <a:lnTo>
                    <a:pt x="4509145" y="1367370"/>
                  </a:lnTo>
                  <a:lnTo>
                    <a:pt x="4509271" y="1367370"/>
                  </a:lnTo>
                  <a:lnTo>
                    <a:pt x="4509397" y="1367370"/>
                  </a:lnTo>
                  <a:lnTo>
                    <a:pt x="4509397" y="1362090"/>
                  </a:lnTo>
                  <a:lnTo>
                    <a:pt x="4509523" y="1362090"/>
                  </a:lnTo>
                  <a:lnTo>
                    <a:pt x="4509649" y="1362090"/>
                  </a:lnTo>
                  <a:lnTo>
                    <a:pt x="4509775" y="1362090"/>
                  </a:lnTo>
                  <a:lnTo>
                    <a:pt x="4509901" y="1362090"/>
                  </a:lnTo>
                  <a:lnTo>
                    <a:pt x="4510027" y="1362090"/>
                  </a:lnTo>
                  <a:lnTo>
                    <a:pt x="4510154" y="1362090"/>
                  </a:lnTo>
                  <a:lnTo>
                    <a:pt x="4510280" y="1362090"/>
                  </a:lnTo>
                  <a:lnTo>
                    <a:pt x="4510406" y="1362090"/>
                  </a:lnTo>
                  <a:lnTo>
                    <a:pt x="4510532" y="1362090"/>
                  </a:lnTo>
                  <a:lnTo>
                    <a:pt x="4510658" y="1362090"/>
                  </a:lnTo>
                  <a:lnTo>
                    <a:pt x="4510784" y="1362090"/>
                  </a:lnTo>
                  <a:lnTo>
                    <a:pt x="4510910" y="1362090"/>
                  </a:lnTo>
                  <a:lnTo>
                    <a:pt x="4511036" y="1362090"/>
                  </a:lnTo>
                  <a:lnTo>
                    <a:pt x="4511162" y="1362090"/>
                  </a:lnTo>
                  <a:lnTo>
                    <a:pt x="4511288" y="1362090"/>
                  </a:lnTo>
                  <a:lnTo>
                    <a:pt x="4511414" y="1362090"/>
                  </a:lnTo>
                  <a:lnTo>
                    <a:pt x="4511541" y="1362090"/>
                  </a:lnTo>
                  <a:lnTo>
                    <a:pt x="4511667" y="1362090"/>
                  </a:lnTo>
                  <a:lnTo>
                    <a:pt x="4511793" y="1362090"/>
                  </a:lnTo>
                  <a:lnTo>
                    <a:pt x="4511919" y="1362090"/>
                  </a:lnTo>
                  <a:lnTo>
                    <a:pt x="4512045" y="1362090"/>
                  </a:lnTo>
                  <a:lnTo>
                    <a:pt x="4512171" y="1362090"/>
                  </a:lnTo>
                  <a:lnTo>
                    <a:pt x="4512297" y="1362090"/>
                  </a:lnTo>
                  <a:lnTo>
                    <a:pt x="4512423" y="1362090"/>
                  </a:lnTo>
                  <a:lnTo>
                    <a:pt x="4512549" y="1362090"/>
                  </a:lnTo>
                  <a:lnTo>
                    <a:pt x="4512675" y="1362090"/>
                  </a:lnTo>
                  <a:lnTo>
                    <a:pt x="4512801" y="1362090"/>
                  </a:lnTo>
                  <a:lnTo>
                    <a:pt x="4512801" y="1356811"/>
                  </a:lnTo>
                  <a:lnTo>
                    <a:pt x="4512927" y="1356811"/>
                  </a:lnTo>
                  <a:lnTo>
                    <a:pt x="4513054" y="1356811"/>
                  </a:lnTo>
                  <a:lnTo>
                    <a:pt x="4513180" y="1356811"/>
                  </a:lnTo>
                  <a:lnTo>
                    <a:pt x="4513306" y="1356811"/>
                  </a:lnTo>
                  <a:lnTo>
                    <a:pt x="4513432" y="1356811"/>
                  </a:lnTo>
                  <a:lnTo>
                    <a:pt x="4513558" y="1356811"/>
                  </a:lnTo>
                  <a:lnTo>
                    <a:pt x="4513684" y="1356811"/>
                  </a:lnTo>
                  <a:lnTo>
                    <a:pt x="4513810" y="1356811"/>
                  </a:lnTo>
                  <a:lnTo>
                    <a:pt x="4513936" y="1356811"/>
                  </a:lnTo>
                  <a:lnTo>
                    <a:pt x="4514062" y="1356811"/>
                  </a:lnTo>
                  <a:lnTo>
                    <a:pt x="4514188" y="1356811"/>
                  </a:lnTo>
                  <a:lnTo>
                    <a:pt x="4514314" y="1356811"/>
                  </a:lnTo>
                  <a:lnTo>
                    <a:pt x="4514441" y="1356811"/>
                  </a:lnTo>
                  <a:lnTo>
                    <a:pt x="4514567" y="1356811"/>
                  </a:lnTo>
                  <a:lnTo>
                    <a:pt x="4514693" y="1356811"/>
                  </a:lnTo>
                  <a:lnTo>
                    <a:pt x="4514819" y="1356811"/>
                  </a:lnTo>
                  <a:lnTo>
                    <a:pt x="4514945" y="1356811"/>
                  </a:lnTo>
                  <a:lnTo>
                    <a:pt x="4515071" y="1356811"/>
                  </a:lnTo>
                  <a:lnTo>
                    <a:pt x="4515197" y="1356811"/>
                  </a:lnTo>
                  <a:lnTo>
                    <a:pt x="4515323" y="1356811"/>
                  </a:lnTo>
                  <a:lnTo>
                    <a:pt x="4515449" y="1356811"/>
                  </a:lnTo>
                  <a:lnTo>
                    <a:pt x="4515575" y="1356811"/>
                  </a:lnTo>
                  <a:lnTo>
                    <a:pt x="4515701" y="1356811"/>
                  </a:lnTo>
                  <a:lnTo>
                    <a:pt x="4515828" y="1356811"/>
                  </a:lnTo>
                  <a:lnTo>
                    <a:pt x="4515954" y="1356811"/>
                  </a:lnTo>
                  <a:lnTo>
                    <a:pt x="4516080" y="1356811"/>
                  </a:lnTo>
                  <a:lnTo>
                    <a:pt x="4516206" y="1356811"/>
                  </a:lnTo>
                  <a:lnTo>
                    <a:pt x="4516332" y="1356811"/>
                  </a:lnTo>
                  <a:lnTo>
                    <a:pt x="4516458" y="1356811"/>
                  </a:lnTo>
                  <a:lnTo>
                    <a:pt x="4516584" y="1356811"/>
                  </a:lnTo>
                  <a:lnTo>
                    <a:pt x="4516710" y="1356811"/>
                  </a:lnTo>
                  <a:lnTo>
                    <a:pt x="4516836" y="1356811"/>
                  </a:lnTo>
                  <a:lnTo>
                    <a:pt x="4516836" y="1351531"/>
                  </a:lnTo>
                  <a:lnTo>
                    <a:pt x="4516962" y="1351531"/>
                  </a:lnTo>
                  <a:lnTo>
                    <a:pt x="4517088" y="1351531"/>
                  </a:lnTo>
                  <a:lnTo>
                    <a:pt x="4517214" y="1351531"/>
                  </a:lnTo>
                  <a:lnTo>
                    <a:pt x="4517341" y="1351531"/>
                  </a:lnTo>
                  <a:lnTo>
                    <a:pt x="4517467" y="1351531"/>
                  </a:lnTo>
                  <a:lnTo>
                    <a:pt x="4517593" y="1351531"/>
                  </a:lnTo>
                  <a:lnTo>
                    <a:pt x="4517719" y="1351531"/>
                  </a:lnTo>
                  <a:lnTo>
                    <a:pt x="4517845" y="1351531"/>
                  </a:lnTo>
                  <a:lnTo>
                    <a:pt x="4517971" y="1351531"/>
                  </a:lnTo>
                  <a:lnTo>
                    <a:pt x="4518097" y="1351531"/>
                  </a:lnTo>
                  <a:lnTo>
                    <a:pt x="4518223" y="1351531"/>
                  </a:lnTo>
                  <a:lnTo>
                    <a:pt x="4518349" y="1351531"/>
                  </a:lnTo>
                  <a:lnTo>
                    <a:pt x="4518475" y="1351531"/>
                  </a:lnTo>
                  <a:lnTo>
                    <a:pt x="4518601" y="1351531"/>
                  </a:lnTo>
                  <a:lnTo>
                    <a:pt x="4518728" y="1351531"/>
                  </a:lnTo>
                  <a:lnTo>
                    <a:pt x="4518854" y="1351531"/>
                  </a:lnTo>
                  <a:lnTo>
                    <a:pt x="4518980" y="1351531"/>
                  </a:lnTo>
                  <a:lnTo>
                    <a:pt x="4519106" y="1351531"/>
                  </a:lnTo>
                  <a:lnTo>
                    <a:pt x="4519232" y="1351531"/>
                  </a:lnTo>
                  <a:lnTo>
                    <a:pt x="4519358" y="1351531"/>
                  </a:lnTo>
                  <a:lnTo>
                    <a:pt x="4519484" y="1351531"/>
                  </a:lnTo>
                  <a:lnTo>
                    <a:pt x="4519610" y="1351531"/>
                  </a:lnTo>
                  <a:lnTo>
                    <a:pt x="4519736" y="1351531"/>
                  </a:lnTo>
                  <a:lnTo>
                    <a:pt x="4519862" y="1351531"/>
                  </a:lnTo>
                  <a:lnTo>
                    <a:pt x="4519988" y="1351531"/>
                  </a:lnTo>
                  <a:lnTo>
                    <a:pt x="4520114" y="1351531"/>
                  </a:lnTo>
                  <a:lnTo>
                    <a:pt x="4520241" y="1351531"/>
                  </a:lnTo>
                  <a:lnTo>
                    <a:pt x="4520367" y="1351531"/>
                  </a:lnTo>
                  <a:lnTo>
                    <a:pt x="4520493" y="1351531"/>
                  </a:lnTo>
                  <a:lnTo>
                    <a:pt x="4520619" y="1351531"/>
                  </a:lnTo>
                  <a:lnTo>
                    <a:pt x="4520745" y="1351531"/>
                  </a:lnTo>
                  <a:lnTo>
                    <a:pt x="4520871" y="1351531"/>
                  </a:lnTo>
                  <a:lnTo>
                    <a:pt x="4520997" y="1351531"/>
                  </a:lnTo>
                  <a:lnTo>
                    <a:pt x="4521123" y="1351531"/>
                  </a:lnTo>
                  <a:lnTo>
                    <a:pt x="4521249" y="1351531"/>
                  </a:lnTo>
                  <a:lnTo>
                    <a:pt x="4521375" y="1351531"/>
                  </a:lnTo>
                  <a:lnTo>
                    <a:pt x="4521501" y="1351531"/>
                  </a:lnTo>
                  <a:lnTo>
                    <a:pt x="4521628" y="1351531"/>
                  </a:lnTo>
                  <a:lnTo>
                    <a:pt x="4521754" y="1351531"/>
                  </a:lnTo>
                  <a:lnTo>
                    <a:pt x="4521880" y="1351531"/>
                  </a:lnTo>
                  <a:lnTo>
                    <a:pt x="4522006" y="1351531"/>
                  </a:lnTo>
                  <a:lnTo>
                    <a:pt x="4522132" y="1351531"/>
                  </a:lnTo>
                  <a:lnTo>
                    <a:pt x="4522258" y="1351531"/>
                  </a:lnTo>
                  <a:lnTo>
                    <a:pt x="4522384" y="1351531"/>
                  </a:lnTo>
                  <a:lnTo>
                    <a:pt x="4522510" y="1351531"/>
                  </a:lnTo>
                  <a:lnTo>
                    <a:pt x="4522636" y="1351531"/>
                  </a:lnTo>
                  <a:lnTo>
                    <a:pt x="4522762" y="1351531"/>
                  </a:lnTo>
                  <a:lnTo>
                    <a:pt x="4522888" y="1351531"/>
                  </a:lnTo>
                  <a:lnTo>
                    <a:pt x="4523015" y="1351531"/>
                  </a:lnTo>
                  <a:lnTo>
                    <a:pt x="4523141" y="1351531"/>
                  </a:lnTo>
                  <a:lnTo>
                    <a:pt x="4523267" y="1351531"/>
                  </a:lnTo>
                  <a:lnTo>
                    <a:pt x="4523393" y="1351531"/>
                  </a:lnTo>
                  <a:lnTo>
                    <a:pt x="4523519" y="1351531"/>
                  </a:lnTo>
                  <a:lnTo>
                    <a:pt x="4523645" y="1351531"/>
                  </a:lnTo>
                  <a:lnTo>
                    <a:pt x="4523771" y="1351531"/>
                  </a:lnTo>
                  <a:lnTo>
                    <a:pt x="4523897" y="1351531"/>
                  </a:lnTo>
                  <a:lnTo>
                    <a:pt x="4524023" y="1351531"/>
                  </a:lnTo>
                  <a:lnTo>
                    <a:pt x="4524149" y="1351531"/>
                  </a:lnTo>
                  <a:lnTo>
                    <a:pt x="4524275" y="1351531"/>
                  </a:lnTo>
                  <a:lnTo>
                    <a:pt x="4524401" y="1351531"/>
                  </a:lnTo>
                  <a:lnTo>
                    <a:pt x="4524528" y="1351531"/>
                  </a:lnTo>
                  <a:lnTo>
                    <a:pt x="4524654" y="1351531"/>
                  </a:lnTo>
                  <a:lnTo>
                    <a:pt x="4524780" y="1351531"/>
                  </a:lnTo>
                  <a:lnTo>
                    <a:pt x="4524906" y="1351531"/>
                  </a:lnTo>
                  <a:lnTo>
                    <a:pt x="4525032" y="1351531"/>
                  </a:lnTo>
                  <a:lnTo>
                    <a:pt x="4525032" y="1346252"/>
                  </a:lnTo>
                  <a:lnTo>
                    <a:pt x="4525158" y="1346252"/>
                  </a:lnTo>
                  <a:lnTo>
                    <a:pt x="4525158" y="1340973"/>
                  </a:lnTo>
                  <a:lnTo>
                    <a:pt x="4525284" y="1340973"/>
                  </a:lnTo>
                  <a:lnTo>
                    <a:pt x="4525410" y="1340973"/>
                  </a:lnTo>
                  <a:lnTo>
                    <a:pt x="4525536" y="1340973"/>
                  </a:lnTo>
                  <a:lnTo>
                    <a:pt x="4525662" y="1340973"/>
                  </a:lnTo>
                  <a:lnTo>
                    <a:pt x="4525788" y="1340973"/>
                  </a:lnTo>
                  <a:lnTo>
                    <a:pt x="4525915" y="1340973"/>
                  </a:lnTo>
                  <a:lnTo>
                    <a:pt x="4526041" y="1340973"/>
                  </a:lnTo>
                  <a:lnTo>
                    <a:pt x="4526167" y="1340973"/>
                  </a:lnTo>
                  <a:lnTo>
                    <a:pt x="4526293" y="1340973"/>
                  </a:lnTo>
                  <a:lnTo>
                    <a:pt x="4526419" y="1340973"/>
                  </a:lnTo>
                  <a:lnTo>
                    <a:pt x="4526545" y="1340973"/>
                  </a:lnTo>
                  <a:lnTo>
                    <a:pt x="4526671" y="1340973"/>
                  </a:lnTo>
                  <a:lnTo>
                    <a:pt x="4526671" y="1335693"/>
                  </a:lnTo>
                  <a:lnTo>
                    <a:pt x="4526797" y="1335693"/>
                  </a:lnTo>
                  <a:lnTo>
                    <a:pt x="4526923" y="1335693"/>
                  </a:lnTo>
                  <a:lnTo>
                    <a:pt x="4527049" y="1335693"/>
                  </a:lnTo>
                  <a:lnTo>
                    <a:pt x="4527175" y="1335693"/>
                  </a:lnTo>
                  <a:lnTo>
                    <a:pt x="4527301" y="1335693"/>
                  </a:lnTo>
                  <a:lnTo>
                    <a:pt x="4527428" y="1335693"/>
                  </a:lnTo>
                  <a:lnTo>
                    <a:pt x="4527554" y="1335693"/>
                  </a:lnTo>
                  <a:lnTo>
                    <a:pt x="4527680" y="1335693"/>
                  </a:lnTo>
                  <a:lnTo>
                    <a:pt x="4527806" y="1335693"/>
                  </a:lnTo>
                  <a:lnTo>
                    <a:pt x="4527932" y="1335693"/>
                  </a:lnTo>
                  <a:lnTo>
                    <a:pt x="4528058" y="1335693"/>
                  </a:lnTo>
                  <a:lnTo>
                    <a:pt x="4528184" y="1335693"/>
                  </a:lnTo>
                  <a:lnTo>
                    <a:pt x="4528310" y="1335693"/>
                  </a:lnTo>
                  <a:lnTo>
                    <a:pt x="4528436" y="1335693"/>
                  </a:lnTo>
                  <a:lnTo>
                    <a:pt x="4528562" y="1335693"/>
                  </a:lnTo>
                  <a:lnTo>
                    <a:pt x="4528688" y="1335693"/>
                  </a:lnTo>
                  <a:lnTo>
                    <a:pt x="4528815" y="1335693"/>
                  </a:lnTo>
                  <a:lnTo>
                    <a:pt x="4528941" y="1335693"/>
                  </a:lnTo>
                  <a:lnTo>
                    <a:pt x="4529067" y="1335693"/>
                  </a:lnTo>
                  <a:lnTo>
                    <a:pt x="4529193" y="1335693"/>
                  </a:lnTo>
                  <a:lnTo>
                    <a:pt x="4529319" y="1335693"/>
                  </a:lnTo>
                  <a:lnTo>
                    <a:pt x="4529445" y="1335693"/>
                  </a:lnTo>
                  <a:lnTo>
                    <a:pt x="4529571" y="1335693"/>
                  </a:lnTo>
                  <a:lnTo>
                    <a:pt x="4529697" y="1335693"/>
                  </a:lnTo>
                  <a:lnTo>
                    <a:pt x="4529823" y="1335693"/>
                  </a:lnTo>
                  <a:lnTo>
                    <a:pt x="4529949" y="1335693"/>
                  </a:lnTo>
                  <a:lnTo>
                    <a:pt x="4530075" y="1335693"/>
                  </a:lnTo>
                  <a:lnTo>
                    <a:pt x="4530201" y="1335693"/>
                  </a:lnTo>
                  <a:lnTo>
                    <a:pt x="4530328" y="1335693"/>
                  </a:lnTo>
                  <a:lnTo>
                    <a:pt x="4530454" y="1335693"/>
                  </a:lnTo>
                  <a:lnTo>
                    <a:pt x="4530580" y="1335693"/>
                  </a:lnTo>
                  <a:lnTo>
                    <a:pt x="4530706" y="1335693"/>
                  </a:lnTo>
                  <a:lnTo>
                    <a:pt x="4530832" y="1335693"/>
                  </a:lnTo>
                  <a:lnTo>
                    <a:pt x="4530958" y="1335693"/>
                  </a:lnTo>
                  <a:lnTo>
                    <a:pt x="4531084" y="1335693"/>
                  </a:lnTo>
                  <a:lnTo>
                    <a:pt x="4531210" y="1335693"/>
                  </a:lnTo>
                  <a:lnTo>
                    <a:pt x="4531336" y="1335693"/>
                  </a:lnTo>
                  <a:lnTo>
                    <a:pt x="4531462" y="1335693"/>
                  </a:lnTo>
                  <a:lnTo>
                    <a:pt x="4531588" y="1335693"/>
                  </a:lnTo>
                  <a:lnTo>
                    <a:pt x="4531715" y="1335693"/>
                  </a:lnTo>
                  <a:lnTo>
                    <a:pt x="4531841" y="1335693"/>
                  </a:lnTo>
                  <a:lnTo>
                    <a:pt x="4531967" y="1335693"/>
                  </a:lnTo>
                  <a:lnTo>
                    <a:pt x="4532093" y="1335693"/>
                  </a:lnTo>
                  <a:lnTo>
                    <a:pt x="4532219" y="1335693"/>
                  </a:lnTo>
                  <a:lnTo>
                    <a:pt x="4532345" y="1335693"/>
                  </a:lnTo>
                  <a:lnTo>
                    <a:pt x="4532471" y="1335693"/>
                  </a:lnTo>
                  <a:lnTo>
                    <a:pt x="4532597" y="1335693"/>
                  </a:lnTo>
                  <a:lnTo>
                    <a:pt x="4532723" y="1335693"/>
                  </a:lnTo>
                  <a:lnTo>
                    <a:pt x="4532849" y="1335693"/>
                  </a:lnTo>
                  <a:lnTo>
                    <a:pt x="4532975" y="1335693"/>
                  </a:lnTo>
                  <a:lnTo>
                    <a:pt x="4533102" y="1335693"/>
                  </a:lnTo>
                  <a:lnTo>
                    <a:pt x="4533228" y="1335693"/>
                  </a:lnTo>
                  <a:lnTo>
                    <a:pt x="4533354" y="1335693"/>
                  </a:lnTo>
                  <a:lnTo>
                    <a:pt x="4533480" y="1335693"/>
                  </a:lnTo>
                  <a:lnTo>
                    <a:pt x="4533606" y="1335693"/>
                  </a:lnTo>
                  <a:lnTo>
                    <a:pt x="4533732" y="1335693"/>
                  </a:lnTo>
                  <a:lnTo>
                    <a:pt x="4533858" y="1335693"/>
                  </a:lnTo>
                  <a:lnTo>
                    <a:pt x="4533984" y="1335693"/>
                  </a:lnTo>
                  <a:lnTo>
                    <a:pt x="4534110" y="1335693"/>
                  </a:lnTo>
                  <a:lnTo>
                    <a:pt x="4534236" y="1335693"/>
                  </a:lnTo>
                  <a:lnTo>
                    <a:pt x="4534362" y="1335693"/>
                  </a:lnTo>
                  <a:lnTo>
                    <a:pt x="4534488" y="1335693"/>
                  </a:lnTo>
                  <a:lnTo>
                    <a:pt x="4534615" y="1335693"/>
                  </a:lnTo>
                  <a:lnTo>
                    <a:pt x="4534741" y="1335693"/>
                  </a:lnTo>
                  <a:lnTo>
                    <a:pt x="4534867" y="1335693"/>
                  </a:lnTo>
                  <a:lnTo>
                    <a:pt x="4534993" y="1335693"/>
                  </a:lnTo>
                  <a:lnTo>
                    <a:pt x="4535119" y="1335693"/>
                  </a:lnTo>
                  <a:lnTo>
                    <a:pt x="4535245" y="1335693"/>
                  </a:lnTo>
                  <a:lnTo>
                    <a:pt x="4535371" y="1335693"/>
                  </a:lnTo>
                  <a:lnTo>
                    <a:pt x="4535497" y="1335693"/>
                  </a:lnTo>
                  <a:lnTo>
                    <a:pt x="4535623" y="1335693"/>
                  </a:lnTo>
                  <a:lnTo>
                    <a:pt x="4535749" y="1335693"/>
                  </a:lnTo>
                  <a:lnTo>
                    <a:pt x="4535875" y="1335693"/>
                  </a:lnTo>
                  <a:lnTo>
                    <a:pt x="4536002" y="1335693"/>
                  </a:lnTo>
                  <a:lnTo>
                    <a:pt x="4536128" y="1335693"/>
                  </a:lnTo>
                  <a:lnTo>
                    <a:pt x="4536254" y="1335693"/>
                  </a:lnTo>
                  <a:lnTo>
                    <a:pt x="4536380" y="1335693"/>
                  </a:lnTo>
                  <a:lnTo>
                    <a:pt x="4536506" y="1335693"/>
                  </a:lnTo>
                  <a:lnTo>
                    <a:pt x="4536632" y="1335693"/>
                  </a:lnTo>
                  <a:lnTo>
                    <a:pt x="4536758" y="1335693"/>
                  </a:lnTo>
                  <a:lnTo>
                    <a:pt x="4536884" y="1335693"/>
                  </a:lnTo>
                  <a:lnTo>
                    <a:pt x="4537010" y="1335693"/>
                  </a:lnTo>
                  <a:lnTo>
                    <a:pt x="4537136" y="1335693"/>
                  </a:lnTo>
                  <a:lnTo>
                    <a:pt x="4537262" y="1335693"/>
                  </a:lnTo>
                  <a:lnTo>
                    <a:pt x="4537388" y="1335693"/>
                  </a:lnTo>
                  <a:lnTo>
                    <a:pt x="4537515" y="1335693"/>
                  </a:lnTo>
                  <a:lnTo>
                    <a:pt x="4537641" y="1335693"/>
                  </a:lnTo>
                  <a:lnTo>
                    <a:pt x="4537767" y="1335693"/>
                  </a:lnTo>
                  <a:lnTo>
                    <a:pt x="4537893" y="1335693"/>
                  </a:lnTo>
                  <a:lnTo>
                    <a:pt x="4537893" y="1330414"/>
                  </a:lnTo>
                  <a:lnTo>
                    <a:pt x="4538019" y="1330414"/>
                  </a:lnTo>
                  <a:lnTo>
                    <a:pt x="4538145" y="1330414"/>
                  </a:lnTo>
                  <a:lnTo>
                    <a:pt x="4538271" y="1330414"/>
                  </a:lnTo>
                  <a:lnTo>
                    <a:pt x="4538397" y="1330414"/>
                  </a:lnTo>
                  <a:lnTo>
                    <a:pt x="4538523" y="1330414"/>
                  </a:lnTo>
                  <a:lnTo>
                    <a:pt x="4538649" y="1330414"/>
                  </a:lnTo>
                  <a:lnTo>
                    <a:pt x="4538775" y="1330414"/>
                  </a:lnTo>
                  <a:lnTo>
                    <a:pt x="4538902" y="1330414"/>
                  </a:lnTo>
                  <a:lnTo>
                    <a:pt x="4539028" y="1330414"/>
                  </a:lnTo>
                  <a:lnTo>
                    <a:pt x="4539154" y="1330414"/>
                  </a:lnTo>
                  <a:lnTo>
                    <a:pt x="4539280" y="1330414"/>
                  </a:lnTo>
                  <a:lnTo>
                    <a:pt x="4539406" y="1330414"/>
                  </a:lnTo>
                  <a:lnTo>
                    <a:pt x="4539532" y="1330414"/>
                  </a:lnTo>
                  <a:lnTo>
                    <a:pt x="4539658" y="1330414"/>
                  </a:lnTo>
                  <a:lnTo>
                    <a:pt x="4539784" y="1330414"/>
                  </a:lnTo>
                  <a:lnTo>
                    <a:pt x="4539910" y="1330414"/>
                  </a:lnTo>
                  <a:lnTo>
                    <a:pt x="4540036" y="1330414"/>
                  </a:lnTo>
                  <a:lnTo>
                    <a:pt x="4540036" y="1325134"/>
                  </a:lnTo>
                  <a:lnTo>
                    <a:pt x="4540162" y="1325134"/>
                  </a:lnTo>
                  <a:lnTo>
                    <a:pt x="4540289" y="1325134"/>
                  </a:lnTo>
                  <a:lnTo>
                    <a:pt x="4540415" y="1325134"/>
                  </a:lnTo>
                  <a:lnTo>
                    <a:pt x="4540541" y="1325134"/>
                  </a:lnTo>
                  <a:lnTo>
                    <a:pt x="4540667" y="1325134"/>
                  </a:lnTo>
                  <a:lnTo>
                    <a:pt x="4540793" y="1325134"/>
                  </a:lnTo>
                  <a:lnTo>
                    <a:pt x="4540919" y="1325134"/>
                  </a:lnTo>
                  <a:lnTo>
                    <a:pt x="4541045" y="1325134"/>
                  </a:lnTo>
                  <a:lnTo>
                    <a:pt x="4541171" y="1325134"/>
                  </a:lnTo>
                  <a:lnTo>
                    <a:pt x="4541297" y="1325134"/>
                  </a:lnTo>
                  <a:lnTo>
                    <a:pt x="4541423" y="1325134"/>
                  </a:lnTo>
                  <a:lnTo>
                    <a:pt x="4541549" y="1325134"/>
                  </a:lnTo>
                  <a:lnTo>
                    <a:pt x="4541675" y="1325134"/>
                  </a:lnTo>
                  <a:lnTo>
                    <a:pt x="4541802" y="1325134"/>
                  </a:lnTo>
                  <a:lnTo>
                    <a:pt x="4541802" y="1319855"/>
                  </a:lnTo>
                  <a:lnTo>
                    <a:pt x="4541928" y="1319855"/>
                  </a:lnTo>
                  <a:lnTo>
                    <a:pt x="4542054" y="1319855"/>
                  </a:lnTo>
                  <a:lnTo>
                    <a:pt x="4542180" y="1319855"/>
                  </a:lnTo>
                  <a:lnTo>
                    <a:pt x="4542306" y="1319855"/>
                  </a:lnTo>
                  <a:lnTo>
                    <a:pt x="4542432" y="1319855"/>
                  </a:lnTo>
                  <a:lnTo>
                    <a:pt x="4542558" y="1319855"/>
                  </a:lnTo>
                  <a:lnTo>
                    <a:pt x="4542684" y="1319855"/>
                  </a:lnTo>
                  <a:lnTo>
                    <a:pt x="4542810" y="1319855"/>
                  </a:lnTo>
                  <a:lnTo>
                    <a:pt x="4542936" y="1319855"/>
                  </a:lnTo>
                  <a:lnTo>
                    <a:pt x="4543062" y="1319855"/>
                  </a:lnTo>
                  <a:lnTo>
                    <a:pt x="4543189" y="1319855"/>
                  </a:lnTo>
                  <a:lnTo>
                    <a:pt x="4543315" y="1319855"/>
                  </a:lnTo>
                  <a:lnTo>
                    <a:pt x="4543441" y="1319855"/>
                  </a:lnTo>
                  <a:lnTo>
                    <a:pt x="4543567" y="1319855"/>
                  </a:lnTo>
                  <a:lnTo>
                    <a:pt x="4543567" y="1314575"/>
                  </a:lnTo>
                  <a:lnTo>
                    <a:pt x="4543693" y="1314575"/>
                  </a:lnTo>
                  <a:lnTo>
                    <a:pt x="4543819" y="1314575"/>
                  </a:lnTo>
                  <a:lnTo>
                    <a:pt x="4543945" y="1314575"/>
                  </a:lnTo>
                  <a:lnTo>
                    <a:pt x="4544071" y="1314575"/>
                  </a:lnTo>
                  <a:lnTo>
                    <a:pt x="4544197" y="1314575"/>
                  </a:lnTo>
                  <a:lnTo>
                    <a:pt x="4544323" y="1314575"/>
                  </a:lnTo>
                  <a:lnTo>
                    <a:pt x="4544449" y="1314575"/>
                  </a:lnTo>
                  <a:lnTo>
                    <a:pt x="4544575" y="1314575"/>
                  </a:lnTo>
                  <a:lnTo>
                    <a:pt x="4544702" y="1314575"/>
                  </a:lnTo>
                  <a:lnTo>
                    <a:pt x="4544828" y="1314575"/>
                  </a:lnTo>
                  <a:lnTo>
                    <a:pt x="4544954" y="1314575"/>
                  </a:lnTo>
                  <a:lnTo>
                    <a:pt x="4545080" y="1314575"/>
                  </a:lnTo>
                  <a:lnTo>
                    <a:pt x="4545206" y="1314575"/>
                  </a:lnTo>
                  <a:lnTo>
                    <a:pt x="4545332" y="1314575"/>
                  </a:lnTo>
                  <a:lnTo>
                    <a:pt x="4545458" y="1314575"/>
                  </a:lnTo>
                  <a:lnTo>
                    <a:pt x="4545584" y="1314575"/>
                  </a:lnTo>
                  <a:lnTo>
                    <a:pt x="4545710" y="1314575"/>
                  </a:lnTo>
                  <a:lnTo>
                    <a:pt x="4545836" y="1314575"/>
                  </a:lnTo>
                  <a:lnTo>
                    <a:pt x="4545962" y="1314575"/>
                  </a:lnTo>
                  <a:lnTo>
                    <a:pt x="4546089" y="1314575"/>
                  </a:lnTo>
                  <a:lnTo>
                    <a:pt x="4546215" y="1314575"/>
                  </a:lnTo>
                  <a:lnTo>
                    <a:pt x="4546341" y="1314575"/>
                  </a:lnTo>
                  <a:lnTo>
                    <a:pt x="4546467" y="1314575"/>
                  </a:lnTo>
                  <a:lnTo>
                    <a:pt x="4546593" y="1314575"/>
                  </a:lnTo>
                  <a:lnTo>
                    <a:pt x="4546719" y="1314575"/>
                  </a:lnTo>
                  <a:lnTo>
                    <a:pt x="4546845" y="1314575"/>
                  </a:lnTo>
                  <a:lnTo>
                    <a:pt x="4546971" y="1314575"/>
                  </a:lnTo>
                  <a:lnTo>
                    <a:pt x="4547097" y="1314575"/>
                  </a:lnTo>
                  <a:lnTo>
                    <a:pt x="4547223" y="1314575"/>
                  </a:lnTo>
                  <a:lnTo>
                    <a:pt x="4547349" y="1314575"/>
                  </a:lnTo>
                  <a:lnTo>
                    <a:pt x="4547476" y="1314575"/>
                  </a:lnTo>
                  <a:lnTo>
                    <a:pt x="4547602" y="1314575"/>
                  </a:lnTo>
                  <a:lnTo>
                    <a:pt x="4547728" y="1314575"/>
                  </a:lnTo>
                  <a:lnTo>
                    <a:pt x="4547854" y="1314575"/>
                  </a:lnTo>
                  <a:lnTo>
                    <a:pt x="4547980" y="1314575"/>
                  </a:lnTo>
                  <a:lnTo>
                    <a:pt x="4548106" y="1314575"/>
                  </a:lnTo>
                  <a:lnTo>
                    <a:pt x="4548232" y="1314575"/>
                  </a:lnTo>
                  <a:lnTo>
                    <a:pt x="4548358" y="1314575"/>
                  </a:lnTo>
                  <a:lnTo>
                    <a:pt x="4548484" y="1314575"/>
                  </a:lnTo>
                  <a:lnTo>
                    <a:pt x="4548610" y="1314575"/>
                  </a:lnTo>
                  <a:lnTo>
                    <a:pt x="4548736" y="1314575"/>
                  </a:lnTo>
                  <a:lnTo>
                    <a:pt x="4548862" y="1314575"/>
                  </a:lnTo>
                  <a:lnTo>
                    <a:pt x="4548989" y="1314575"/>
                  </a:lnTo>
                  <a:lnTo>
                    <a:pt x="4549115" y="1314575"/>
                  </a:lnTo>
                  <a:lnTo>
                    <a:pt x="4549241" y="1314575"/>
                  </a:lnTo>
                  <a:lnTo>
                    <a:pt x="4549367" y="1314575"/>
                  </a:lnTo>
                  <a:lnTo>
                    <a:pt x="4549493" y="1314575"/>
                  </a:lnTo>
                  <a:lnTo>
                    <a:pt x="4549619" y="1314575"/>
                  </a:lnTo>
                  <a:lnTo>
                    <a:pt x="4549745" y="1314575"/>
                  </a:lnTo>
                  <a:lnTo>
                    <a:pt x="4549871" y="1314575"/>
                  </a:lnTo>
                  <a:lnTo>
                    <a:pt x="4549997" y="1314575"/>
                  </a:lnTo>
                  <a:lnTo>
                    <a:pt x="4550123" y="1314575"/>
                  </a:lnTo>
                  <a:lnTo>
                    <a:pt x="4550249" y="1314575"/>
                  </a:lnTo>
                  <a:lnTo>
                    <a:pt x="4550376" y="1314575"/>
                  </a:lnTo>
                  <a:lnTo>
                    <a:pt x="4550502" y="1314575"/>
                  </a:lnTo>
                  <a:lnTo>
                    <a:pt x="4550628" y="1314575"/>
                  </a:lnTo>
                  <a:lnTo>
                    <a:pt x="4550754" y="1314575"/>
                  </a:lnTo>
                  <a:lnTo>
                    <a:pt x="4550880" y="1314575"/>
                  </a:lnTo>
                  <a:lnTo>
                    <a:pt x="4551006" y="1314575"/>
                  </a:lnTo>
                  <a:lnTo>
                    <a:pt x="4551132" y="1314575"/>
                  </a:lnTo>
                  <a:lnTo>
                    <a:pt x="4551258" y="1314575"/>
                  </a:lnTo>
                  <a:lnTo>
                    <a:pt x="4551384" y="1314575"/>
                  </a:lnTo>
                  <a:lnTo>
                    <a:pt x="4551510" y="1314575"/>
                  </a:lnTo>
                  <a:lnTo>
                    <a:pt x="4551636" y="1314575"/>
                  </a:lnTo>
                  <a:lnTo>
                    <a:pt x="4551762" y="1314575"/>
                  </a:lnTo>
                  <a:lnTo>
                    <a:pt x="4551889" y="1314575"/>
                  </a:lnTo>
                  <a:lnTo>
                    <a:pt x="4552015" y="1314575"/>
                  </a:lnTo>
                  <a:lnTo>
                    <a:pt x="4552141" y="1314575"/>
                  </a:lnTo>
                  <a:lnTo>
                    <a:pt x="4552267" y="1314575"/>
                  </a:lnTo>
                  <a:lnTo>
                    <a:pt x="4552393" y="1314575"/>
                  </a:lnTo>
                  <a:lnTo>
                    <a:pt x="4552519" y="1314575"/>
                  </a:lnTo>
                  <a:lnTo>
                    <a:pt x="4552645" y="1314575"/>
                  </a:lnTo>
                  <a:lnTo>
                    <a:pt x="4552771" y="1314575"/>
                  </a:lnTo>
                  <a:lnTo>
                    <a:pt x="4552897" y="1314575"/>
                  </a:lnTo>
                  <a:lnTo>
                    <a:pt x="4553023" y="1314575"/>
                  </a:lnTo>
                  <a:lnTo>
                    <a:pt x="4553149" y="1314575"/>
                  </a:lnTo>
                  <a:lnTo>
                    <a:pt x="4553276" y="1314575"/>
                  </a:lnTo>
                  <a:lnTo>
                    <a:pt x="4553402" y="1314575"/>
                  </a:lnTo>
                  <a:lnTo>
                    <a:pt x="4553528" y="1314575"/>
                  </a:lnTo>
                  <a:lnTo>
                    <a:pt x="4553654" y="1314575"/>
                  </a:lnTo>
                  <a:lnTo>
                    <a:pt x="4553654" y="1309296"/>
                  </a:lnTo>
                  <a:lnTo>
                    <a:pt x="4553780" y="1309296"/>
                  </a:lnTo>
                  <a:lnTo>
                    <a:pt x="4553906" y="1309296"/>
                  </a:lnTo>
                  <a:lnTo>
                    <a:pt x="4554032" y="1309296"/>
                  </a:lnTo>
                  <a:lnTo>
                    <a:pt x="4554158" y="1309296"/>
                  </a:lnTo>
                  <a:lnTo>
                    <a:pt x="4554284" y="1309296"/>
                  </a:lnTo>
                  <a:lnTo>
                    <a:pt x="4554410" y="1309296"/>
                  </a:lnTo>
                  <a:lnTo>
                    <a:pt x="4554536" y="1309296"/>
                  </a:lnTo>
                  <a:lnTo>
                    <a:pt x="4554662" y="1309296"/>
                  </a:lnTo>
                  <a:lnTo>
                    <a:pt x="4554789" y="1309296"/>
                  </a:lnTo>
                  <a:lnTo>
                    <a:pt x="4554915" y="1309296"/>
                  </a:lnTo>
                  <a:lnTo>
                    <a:pt x="4555041" y="1309296"/>
                  </a:lnTo>
                  <a:lnTo>
                    <a:pt x="4555167" y="1309296"/>
                  </a:lnTo>
                  <a:lnTo>
                    <a:pt x="4555293" y="1309296"/>
                  </a:lnTo>
                  <a:lnTo>
                    <a:pt x="4555419" y="1309296"/>
                  </a:lnTo>
                  <a:lnTo>
                    <a:pt x="4555545" y="1309296"/>
                  </a:lnTo>
                  <a:lnTo>
                    <a:pt x="4555671" y="1309296"/>
                  </a:lnTo>
                  <a:lnTo>
                    <a:pt x="4555797" y="1309296"/>
                  </a:lnTo>
                  <a:lnTo>
                    <a:pt x="4555923" y="1309296"/>
                  </a:lnTo>
                  <a:lnTo>
                    <a:pt x="4556049" y="1309296"/>
                  </a:lnTo>
                  <a:lnTo>
                    <a:pt x="4556176" y="1309296"/>
                  </a:lnTo>
                  <a:lnTo>
                    <a:pt x="4556302" y="1309296"/>
                  </a:lnTo>
                  <a:lnTo>
                    <a:pt x="4556428" y="1309296"/>
                  </a:lnTo>
                  <a:lnTo>
                    <a:pt x="4556554" y="1309296"/>
                  </a:lnTo>
                  <a:lnTo>
                    <a:pt x="4556680" y="1309296"/>
                  </a:lnTo>
                  <a:lnTo>
                    <a:pt x="4556806" y="1309296"/>
                  </a:lnTo>
                  <a:lnTo>
                    <a:pt x="4556932" y="1309296"/>
                  </a:lnTo>
                  <a:lnTo>
                    <a:pt x="4557058" y="1309296"/>
                  </a:lnTo>
                  <a:lnTo>
                    <a:pt x="4557184" y="1309296"/>
                  </a:lnTo>
                  <a:lnTo>
                    <a:pt x="4557310" y="1309296"/>
                  </a:lnTo>
                  <a:lnTo>
                    <a:pt x="4557436" y="1309296"/>
                  </a:lnTo>
                  <a:lnTo>
                    <a:pt x="4557563" y="1309296"/>
                  </a:lnTo>
                  <a:lnTo>
                    <a:pt x="4557689" y="1309296"/>
                  </a:lnTo>
                  <a:lnTo>
                    <a:pt x="4557815" y="1309296"/>
                  </a:lnTo>
                  <a:lnTo>
                    <a:pt x="4557941" y="1309296"/>
                  </a:lnTo>
                  <a:lnTo>
                    <a:pt x="4558067" y="1309296"/>
                  </a:lnTo>
                  <a:lnTo>
                    <a:pt x="4558193" y="1309296"/>
                  </a:lnTo>
                  <a:lnTo>
                    <a:pt x="4558319" y="1309296"/>
                  </a:lnTo>
                  <a:lnTo>
                    <a:pt x="4558445" y="1309296"/>
                  </a:lnTo>
                  <a:lnTo>
                    <a:pt x="4558571" y="1309296"/>
                  </a:lnTo>
                  <a:lnTo>
                    <a:pt x="4558697" y="1309296"/>
                  </a:lnTo>
                  <a:lnTo>
                    <a:pt x="4558823" y="1309296"/>
                  </a:lnTo>
                  <a:lnTo>
                    <a:pt x="4558949" y="1309296"/>
                  </a:lnTo>
                  <a:lnTo>
                    <a:pt x="4559076" y="1309296"/>
                  </a:lnTo>
                  <a:lnTo>
                    <a:pt x="4559202" y="1309296"/>
                  </a:lnTo>
                  <a:lnTo>
                    <a:pt x="4559328" y="1309296"/>
                  </a:lnTo>
                  <a:lnTo>
                    <a:pt x="4559454" y="1309296"/>
                  </a:lnTo>
                  <a:lnTo>
                    <a:pt x="4559580" y="1309296"/>
                  </a:lnTo>
                  <a:lnTo>
                    <a:pt x="4559706" y="1309296"/>
                  </a:lnTo>
                  <a:lnTo>
                    <a:pt x="4559832" y="1309296"/>
                  </a:lnTo>
                  <a:lnTo>
                    <a:pt x="4559958" y="1309296"/>
                  </a:lnTo>
                  <a:lnTo>
                    <a:pt x="4560084" y="1309296"/>
                  </a:lnTo>
                  <a:lnTo>
                    <a:pt x="4560210" y="1309296"/>
                  </a:lnTo>
                  <a:lnTo>
                    <a:pt x="4560336" y="1309296"/>
                  </a:lnTo>
                  <a:lnTo>
                    <a:pt x="4560463" y="1309296"/>
                  </a:lnTo>
                  <a:lnTo>
                    <a:pt x="4560589" y="1309296"/>
                  </a:lnTo>
                  <a:lnTo>
                    <a:pt x="4560715" y="1309296"/>
                  </a:lnTo>
                  <a:lnTo>
                    <a:pt x="4560841" y="1309296"/>
                  </a:lnTo>
                  <a:lnTo>
                    <a:pt x="4560967" y="1309296"/>
                  </a:lnTo>
                  <a:lnTo>
                    <a:pt x="4561093" y="1309296"/>
                  </a:lnTo>
                  <a:lnTo>
                    <a:pt x="4561219" y="1309296"/>
                  </a:lnTo>
                  <a:lnTo>
                    <a:pt x="4561345" y="1309296"/>
                  </a:lnTo>
                  <a:lnTo>
                    <a:pt x="4561471" y="1309296"/>
                  </a:lnTo>
                  <a:lnTo>
                    <a:pt x="4561597" y="1309296"/>
                  </a:lnTo>
                  <a:lnTo>
                    <a:pt x="4561723" y="1309296"/>
                  </a:lnTo>
                  <a:lnTo>
                    <a:pt x="4561849" y="1309296"/>
                  </a:lnTo>
                  <a:lnTo>
                    <a:pt x="4561976" y="1309296"/>
                  </a:lnTo>
                  <a:lnTo>
                    <a:pt x="4562102" y="1309296"/>
                  </a:lnTo>
                  <a:lnTo>
                    <a:pt x="4562228" y="1309296"/>
                  </a:lnTo>
                  <a:lnTo>
                    <a:pt x="4562354" y="1309296"/>
                  </a:lnTo>
                  <a:lnTo>
                    <a:pt x="4562480" y="1309296"/>
                  </a:lnTo>
                  <a:lnTo>
                    <a:pt x="4562606" y="1309296"/>
                  </a:lnTo>
                  <a:lnTo>
                    <a:pt x="4562732" y="1309296"/>
                  </a:lnTo>
                  <a:lnTo>
                    <a:pt x="4562858" y="1309296"/>
                  </a:lnTo>
                  <a:lnTo>
                    <a:pt x="4562984" y="1309296"/>
                  </a:lnTo>
                  <a:lnTo>
                    <a:pt x="4563110" y="1309296"/>
                  </a:lnTo>
                  <a:lnTo>
                    <a:pt x="4563236" y="1309296"/>
                  </a:lnTo>
                  <a:lnTo>
                    <a:pt x="4563363" y="1309296"/>
                  </a:lnTo>
                  <a:lnTo>
                    <a:pt x="4563489" y="1309296"/>
                  </a:lnTo>
                  <a:lnTo>
                    <a:pt x="4563615" y="1309296"/>
                  </a:lnTo>
                  <a:lnTo>
                    <a:pt x="4563741" y="1309296"/>
                  </a:lnTo>
                  <a:lnTo>
                    <a:pt x="4563867" y="1309296"/>
                  </a:lnTo>
                  <a:lnTo>
                    <a:pt x="4563993" y="1309296"/>
                  </a:lnTo>
                  <a:lnTo>
                    <a:pt x="4564119" y="1309296"/>
                  </a:lnTo>
                  <a:lnTo>
                    <a:pt x="4564245" y="1309296"/>
                  </a:lnTo>
                  <a:lnTo>
                    <a:pt x="4564371" y="1309296"/>
                  </a:lnTo>
                  <a:lnTo>
                    <a:pt x="4564497" y="1309296"/>
                  </a:lnTo>
                  <a:lnTo>
                    <a:pt x="4564623" y="1309296"/>
                  </a:lnTo>
                  <a:lnTo>
                    <a:pt x="4564750" y="1309296"/>
                  </a:lnTo>
                  <a:lnTo>
                    <a:pt x="4564876" y="1309296"/>
                  </a:lnTo>
                  <a:lnTo>
                    <a:pt x="4565002" y="1309296"/>
                  </a:lnTo>
                  <a:lnTo>
                    <a:pt x="4565002" y="1304017"/>
                  </a:lnTo>
                  <a:lnTo>
                    <a:pt x="4565128" y="1304017"/>
                  </a:lnTo>
                  <a:lnTo>
                    <a:pt x="4565254" y="1304017"/>
                  </a:lnTo>
                  <a:lnTo>
                    <a:pt x="4565380" y="1304017"/>
                  </a:lnTo>
                  <a:lnTo>
                    <a:pt x="4565506" y="1304017"/>
                  </a:lnTo>
                  <a:lnTo>
                    <a:pt x="4565632" y="1304017"/>
                  </a:lnTo>
                  <a:lnTo>
                    <a:pt x="4565758" y="1304017"/>
                  </a:lnTo>
                  <a:lnTo>
                    <a:pt x="4565884" y="1304017"/>
                  </a:lnTo>
                  <a:lnTo>
                    <a:pt x="4566010" y="1304017"/>
                  </a:lnTo>
                  <a:lnTo>
                    <a:pt x="4566136" y="1304017"/>
                  </a:lnTo>
                  <a:lnTo>
                    <a:pt x="4566263" y="1304017"/>
                  </a:lnTo>
                  <a:lnTo>
                    <a:pt x="4566389" y="1304017"/>
                  </a:lnTo>
                  <a:lnTo>
                    <a:pt x="4566515" y="1304017"/>
                  </a:lnTo>
                  <a:lnTo>
                    <a:pt x="4566641" y="1304017"/>
                  </a:lnTo>
                  <a:lnTo>
                    <a:pt x="4566767" y="1304017"/>
                  </a:lnTo>
                  <a:lnTo>
                    <a:pt x="4566893" y="1304017"/>
                  </a:lnTo>
                  <a:lnTo>
                    <a:pt x="4567019" y="1304017"/>
                  </a:lnTo>
                  <a:lnTo>
                    <a:pt x="4567145" y="1304017"/>
                  </a:lnTo>
                  <a:lnTo>
                    <a:pt x="4567271" y="1304017"/>
                  </a:lnTo>
                  <a:lnTo>
                    <a:pt x="4567397" y="1304017"/>
                  </a:lnTo>
                  <a:lnTo>
                    <a:pt x="4567523" y="1304017"/>
                  </a:lnTo>
                  <a:lnTo>
                    <a:pt x="4567650" y="1304017"/>
                  </a:lnTo>
                  <a:lnTo>
                    <a:pt x="4567776" y="1304017"/>
                  </a:lnTo>
                  <a:lnTo>
                    <a:pt x="4567902" y="1304017"/>
                  </a:lnTo>
                  <a:lnTo>
                    <a:pt x="4568028" y="1304017"/>
                  </a:lnTo>
                  <a:lnTo>
                    <a:pt x="4568154" y="1304017"/>
                  </a:lnTo>
                  <a:lnTo>
                    <a:pt x="4568280" y="1304017"/>
                  </a:lnTo>
                  <a:lnTo>
                    <a:pt x="4568406" y="1304017"/>
                  </a:lnTo>
                  <a:lnTo>
                    <a:pt x="4568532" y="1304017"/>
                  </a:lnTo>
                  <a:lnTo>
                    <a:pt x="4568658" y="1304017"/>
                  </a:lnTo>
                  <a:lnTo>
                    <a:pt x="4568784" y="1304017"/>
                  </a:lnTo>
                  <a:lnTo>
                    <a:pt x="4568910" y="1304017"/>
                  </a:lnTo>
                  <a:lnTo>
                    <a:pt x="4569036" y="1304017"/>
                  </a:lnTo>
                  <a:lnTo>
                    <a:pt x="4569163" y="1304017"/>
                  </a:lnTo>
                  <a:lnTo>
                    <a:pt x="4569289" y="1304017"/>
                  </a:lnTo>
                  <a:lnTo>
                    <a:pt x="4569415" y="1304017"/>
                  </a:lnTo>
                  <a:lnTo>
                    <a:pt x="4569541" y="1304017"/>
                  </a:lnTo>
                  <a:lnTo>
                    <a:pt x="4569667" y="1304017"/>
                  </a:lnTo>
                  <a:lnTo>
                    <a:pt x="4569793" y="1304017"/>
                  </a:lnTo>
                  <a:lnTo>
                    <a:pt x="4569919" y="1304017"/>
                  </a:lnTo>
                  <a:lnTo>
                    <a:pt x="4570045" y="1304017"/>
                  </a:lnTo>
                  <a:lnTo>
                    <a:pt x="4570171" y="1304017"/>
                  </a:lnTo>
                  <a:lnTo>
                    <a:pt x="4570171" y="1298737"/>
                  </a:lnTo>
                  <a:lnTo>
                    <a:pt x="4570297" y="1298737"/>
                  </a:lnTo>
                  <a:lnTo>
                    <a:pt x="4570423" y="1298737"/>
                  </a:lnTo>
                  <a:lnTo>
                    <a:pt x="4570550" y="1298737"/>
                  </a:lnTo>
                  <a:lnTo>
                    <a:pt x="4570676" y="1298737"/>
                  </a:lnTo>
                  <a:lnTo>
                    <a:pt x="4570676" y="1293458"/>
                  </a:lnTo>
                  <a:lnTo>
                    <a:pt x="4570802" y="1293458"/>
                  </a:lnTo>
                  <a:lnTo>
                    <a:pt x="4570928" y="1293458"/>
                  </a:lnTo>
                  <a:lnTo>
                    <a:pt x="4571054" y="1293458"/>
                  </a:lnTo>
                  <a:lnTo>
                    <a:pt x="4571180" y="1293458"/>
                  </a:lnTo>
                  <a:lnTo>
                    <a:pt x="4571306" y="1293458"/>
                  </a:lnTo>
                  <a:lnTo>
                    <a:pt x="4571432" y="1293458"/>
                  </a:lnTo>
                  <a:lnTo>
                    <a:pt x="4571558" y="1293458"/>
                  </a:lnTo>
                  <a:lnTo>
                    <a:pt x="4571684" y="1293458"/>
                  </a:lnTo>
                  <a:lnTo>
                    <a:pt x="4571810" y="1293458"/>
                  </a:lnTo>
                  <a:lnTo>
                    <a:pt x="4571937" y="1293458"/>
                  </a:lnTo>
                  <a:lnTo>
                    <a:pt x="4572063" y="1293458"/>
                  </a:lnTo>
                  <a:lnTo>
                    <a:pt x="4572189" y="1293458"/>
                  </a:lnTo>
                  <a:lnTo>
                    <a:pt x="4572315" y="1293458"/>
                  </a:lnTo>
                  <a:lnTo>
                    <a:pt x="4572441" y="1293458"/>
                  </a:lnTo>
                  <a:lnTo>
                    <a:pt x="4572567" y="1293458"/>
                  </a:lnTo>
                  <a:lnTo>
                    <a:pt x="4572693" y="1293458"/>
                  </a:lnTo>
                  <a:lnTo>
                    <a:pt x="4572819" y="1293458"/>
                  </a:lnTo>
                  <a:lnTo>
                    <a:pt x="4572945" y="1293458"/>
                  </a:lnTo>
                  <a:lnTo>
                    <a:pt x="4573071" y="1293458"/>
                  </a:lnTo>
                  <a:lnTo>
                    <a:pt x="4573197" y="1293458"/>
                  </a:lnTo>
                  <a:lnTo>
                    <a:pt x="4573323" y="1293458"/>
                  </a:lnTo>
                  <a:lnTo>
                    <a:pt x="4573450" y="1293458"/>
                  </a:lnTo>
                  <a:lnTo>
                    <a:pt x="4573576" y="1293458"/>
                  </a:lnTo>
                  <a:lnTo>
                    <a:pt x="4573702" y="1293458"/>
                  </a:lnTo>
                  <a:lnTo>
                    <a:pt x="4573828" y="1293458"/>
                  </a:lnTo>
                  <a:lnTo>
                    <a:pt x="4573954" y="1293458"/>
                  </a:lnTo>
                  <a:lnTo>
                    <a:pt x="4574080" y="1293458"/>
                  </a:lnTo>
                  <a:lnTo>
                    <a:pt x="4574206" y="1293458"/>
                  </a:lnTo>
                  <a:lnTo>
                    <a:pt x="4574332" y="1293458"/>
                  </a:lnTo>
                  <a:lnTo>
                    <a:pt x="4574458" y="1293458"/>
                  </a:lnTo>
                  <a:lnTo>
                    <a:pt x="4574584" y="1293458"/>
                  </a:lnTo>
                  <a:lnTo>
                    <a:pt x="4574710" y="1293458"/>
                  </a:lnTo>
                  <a:lnTo>
                    <a:pt x="4574837" y="1293458"/>
                  </a:lnTo>
                  <a:lnTo>
                    <a:pt x="4574963" y="1293458"/>
                  </a:lnTo>
                  <a:lnTo>
                    <a:pt x="4575089" y="1293458"/>
                  </a:lnTo>
                  <a:lnTo>
                    <a:pt x="4575215" y="1293458"/>
                  </a:lnTo>
                  <a:lnTo>
                    <a:pt x="4575341" y="1293458"/>
                  </a:lnTo>
                  <a:lnTo>
                    <a:pt x="4575467" y="1293458"/>
                  </a:lnTo>
                  <a:lnTo>
                    <a:pt x="4575593" y="1293458"/>
                  </a:lnTo>
                  <a:lnTo>
                    <a:pt x="4575719" y="1293458"/>
                  </a:lnTo>
                  <a:lnTo>
                    <a:pt x="4575845" y="1293458"/>
                  </a:lnTo>
                  <a:lnTo>
                    <a:pt x="4575971" y="1293458"/>
                  </a:lnTo>
                  <a:lnTo>
                    <a:pt x="4576097" y="1293458"/>
                  </a:lnTo>
                  <a:lnTo>
                    <a:pt x="4576223" y="1293458"/>
                  </a:lnTo>
                  <a:lnTo>
                    <a:pt x="4576350" y="1293458"/>
                  </a:lnTo>
                  <a:lnTo>
                    <a:pt x="4576476" y="1293458"/>
                  </a:lnTo>
                  <a:lnTo>
                    <a:pt x="4576602" y="1293458"/>
                  </a:lnTo>
                  <a:lnTo>
                    <a:pt x="4576728" y="1293458"/>
                  </a:lnTo>
                  <a:lnTo>
                    <a:pt x="4576854" y="1293458"/>
                  </a:lnTo>
                  <a:lnTo>
                    <a:pt x="4576980" y="1293458"/>
                  </a:lnTo>
                  <a:lnTo>
                    <a:pt x="4577106" y="1293458"/>
                  </a:lnTo>
                  <a:lnTo>
                    <a:pt x="4577232" y="1293458"/>
                  </a:lnTo>
                  <a:lnTo>
                    <a:pt x="4577358" y="1293458"/>
                  </a:lnTo>
                  <a:lnTo>
                    <a:pt x="4577484" y="1293458"/>
                  </a:lnTo>
                  <a:lnTo>
                    <a:pt x="4577610" y="1293458"/>
                  </a:lnTo>
                  <a:lnTo>
                    <a:pt x="4577737" y="1293458"/>
                  </a:lnTo>
                  <a:lnTo>
                    <a:pt x="4577863" y="1293458"/>
                  </a:lnTo>
                  <a:lnTo>
                    <a:pt x="4577989" y="1293458"/>
                  </a:lnTo>
                  <a:lnTo>
                    <a:pt x="4578115" y="1293458"/>
                  </a:lnTo>
                  <a:lnTo>
                    <a:pt x="4578241" y="1293458"/>
                  </a:lnTo>
                  <a:lnTo>
                    <a:pt x="4578367" y="1293458"/>
                  </a:lnTo>
                  <a:lnTo>
                    <a:pt x="4578493" y="1293458"/>
                  </a:lnTo>
                  <a:lnTo>
                    <a:pt x="4578619" y="1293458"/>
                  </a:lnTo>
                  <a:lnTo>
                    <a:pt x="4578745" y="1293458"/>
                  </a:lnTo>
                  <a:lnTo>
                    <a:pt x="4578871" y="1293458"/>
                  </a:lnTo>
                  <a:lnTo>
                    <a:pt x="4578997" y="1293458"/>
                  </a:lnTo>
                  <a:lnTo>
                    <a:pt x="4579123" y="1293458"/>
                  </a:lnTo>
                  <a:lnTo>
                    <a:pt x="4579250" y="1293458"/>
                  </a:lnTo>
                  <a:lnTo>
                    <a:pt x="4579376" y="1293458"/>
                  </a:lnTo>
                  <a:lnTo>
                    <a:pt x="4579502" y="1293458"/>
                  </a:lnTo>
                  <a:lnTo>
                    <a:pt x="4579628" y="1293458"/>
                  </a:lnTo>
                  <a:lnTo>
                    <a:pt x="4579754" y="1293458"/>
                  </a:lnTo>
                  <a:lnTo>
                    <a:pt x="4579880" y="1293458"/>
                  </a:lnTo>
                  <a:lnTo>
                    <a:pt x="4580006" y="1293458"/>
                  </a:lnTo>
                  <a:lnTo>
                    <a:pt x="4580132" y="1293458"/>
                  </a:lnTo>
                  <a:lnTo>
                    <a:pt x="4580258" y="1293458"/>
                  </a:lnTo>
                  <a:lnTo>
                    <a:pt x="4580384" y="1293458"/>
                  </a:lnTo>
                  <a:lnTo>
                    <a:pt x="4580510" y="1293458"/>
                  </a:lnTo>
                  <a:lnTo>
                    <a:pt x="4580637" y="1293458"/>
                  </a:lnTo>
                  <a:lnTo>
                    <a:pt x="4580763" y="1293458"/>
                  </a:lnTo>
                  <a:lnTo>
                    <a:pt x="4580889" y="1293458"/>
                  </a:lnTo>
                  <a:lnTo>
                    <a:pt x="4581015" y="1293458"/>
                  </a:lnTo>
                  <a:lnTo>
                    <a:pt x="4581141" y="1293458"/>
                  </a:lnTo>
                  <a:lnTo>
                    <a:pt x="4581267" y="1293458"/>
                  </a:lnTo>
                  <a:lnTo>
                    <a:pt x="4581393" y="1293458"/>
                  </a:lnTo>
                  <a:lnTo>
                    <a:pt x="4581519" y="1293458"/>
                  </a:lnTo>
                  <a:lnTo>
                    <a:pt x="4581645" y="1293458"/>
                  </a:lnTo>
                  <a:lnTo>
                    <a:pt x="4581771" y="1293458"/>
                  </a:lnTo>
                  <a:lnTo>
                    <a:pt x="4581897" y="1293458"/>
                  </a:lnTo>
                  <a:lnTo>
                    <a:pt x="4582024" y="1293458"/>
                  </a:lnTo>
                  <a:lnTo>
                    <a:pt x="4582150" y="1293458"/>
                  </a:lnTo>
                  <a:lnTo>
                    <a:pt x="4582276" y="1293458"/>
                  </a:lnTo>
                  <a:lnTo>
                    <a:pt x="4582402" y="1293458"/>
                  </a:lnTo>
                  <a:lnTo>
                    <a:pt x="4582528" y="1293458"/>
                  </a:lnTo>
                  <a:lnTo>
                    <a:pt x="4582654" y="1293458"/>
                  </a:lnTo>
                  <a:lnTo>
                    <a:pt x="4582780" y="1293458"/>
                  </a:lnTo>
                  <a:lnTo>
                    <a:pt x="4582906" y="1293458"/>
                  </a:lnTo>
                  <a:lnTo>
                    <a:pt x="4583032" y="1293458"/>
                  </a:lnTo>
                  <a:lnTo>
                    <a:pt x="4583158" y="1293458"/>
                  </a:lnTo>
                  <a:lnTo>
                    <a:pt x="4583284" y="1293458"/>
                  </a:lnTo>
                  <a:lnTo>
                    <a:pt x="4583410" y="1293458"/>
                  </a:lnTo>
                  <a:lnTo>
                    <a:pt x="4583537" y="1293458"/>
                  </a:lnTo>
                  <a:lnTo>
                    <a:pt x="4583663" y="1293458"/>
                  </a:lnTo>
                  <a:lnTo>
                    <a:pt x="4583789" y="1293458"/>
                  </a:lnTo>
                  <a:lnTo>
                    <a:pt x="4583915" y="1293458"/>
                  </a:lnTo>
                  <a:lnTo>
                    <a:pt x="4584041" y="1293458"/>
                  </a:lnTo>
                  <a:lnTo>
                    <a:pt x="4584167" y="1293458"/>
                  </a:lnTo>
                  <a:lnTo>
                    <a:pt x="4584293" y="1293458"/>
                  </a:lnTo>
                  <a:lnTo>
                    <a:pt x="4584419" y="1293458"/>
                  </a:lnTo>
                  <a:lnTo>
                    <a:pt x="4584545" y="1293458"/>
                  </a:lnTo>
                  <a:lnTo>
                    <a:pt x="4584671" y="1293458"/>
                  </a:lnTo>
                  <a:lnTo>
                    <a:pt x="4584797" y="1293458"/>
                  </a:lnTo>
                  <a:lnTo>
                    <a:pt x="4584924" y="1293458"/>
                  </a:lnTo>
                  <a:lnTo>
                    <a:pt x="4585050" y="1293458"/>
                  </a:lnTo>
                  <a:lnTo>
                    <a:pt x="4585176" y="1293458"/>
                  </a:lnTo>
                  <a:lnTo>
                    <a:pt x="4585302" y="1293458"/>
                  </a:lnTo>
                  <a:lnTo>
                    <a:pt x="4585428" y="1293458"/>
                  </a:lnTo>
                  <a:lnTo>
                    <a:pt x="4585554" y="1293458"/>
                  </a:lnTo>
                  <a:lnTo>
                    <a:pt x="4585680" y="1293458"/>
                  </a:lnTo>
                  <a:lnTo>
                    <a:pt x="4585806" y="1293458"/>
                  </a:lnTo>
                  <a:lnTo>
                    <a:pt x="4585932" y="1293458"/>
                  </a:lnTo>
                  <a:lnTo>
                    <a:pt x="4586058" y="1293458"/>
                  </a:lnTo>
                  <a:lnTo>
                    <a:pt x="4586184" y="1293458"/>
                  </a:lnTo>
                  <a:lnTo>
                    <a:pt x="4586310" y="1293458"/>
                  </a:lnTo>
                  <a:lnTo>
                    <a:pt x="4586437" y="1293458"/>
                  </a:lnTo>
                  <a:lnTo>
                    <a:pt x="4586563" y="1293458"/>
                  </a:lnTo>
                  <a:lnTo>
                    <a:pt x="4586689" y="1293458"/>
                  </a:lnTo>
                  <a:lnTo>
                    <a:pt x="4586815" y="1293458"/>
                  </a:lnTo>
                  <a:lnTo>
                    <a:pt x="4586941" y="1293458"/>
                  </a:lnTo>
                  <a:lnTo>
                    <a:pt x="4587067" y="1293458"/>
                  </a:lnTo>
                  <a:lnTo>
                    <a:pt x="4587193" y="1293458"/>
                  </a:lnTo>
                  <a:lnTo>
                    <a:pt x="4587193" y="1288178"/>
                  </a:lnTo>
                  <a:lnTo>
                    <a:pt x="4587319" y="1288178"/>
                  </a:lnTo>
                  <a:lnTo>
                    <a:pt x="4587445" y="1288178"/>
                  </a:lnTo>
                  <a:lnTo>
                    <a:pt x="4587571" y="1288178"/>
                  </a:lnTo>
                  <a:lnTo>
                    <a:pt x="4587697" y="1288178"/>
                  </a:lnTo>
                  <a:lnTo>
                    <a:pt x="4587824" y="1288178"/>
                  </a:lnTo>
                  <a:lnTo>
                    <a:pt x="4587950" y="1288178"/>
                  </a:lnTo>
                  <a:lnTo>
                    <a:pt x="4588076" y="1288178"/>
                  </a:lnTo>
                  <a:lnTo>
                    <a:pt x="4588202" y="1288178"/>
                  </a:lnTo>
                  <a:lnTo>
                    <a:pt x="4588328" y="1288178"/>
                  </a:lnTo>
                  <a:lnTo>
                    <a:pt x="4588454" y="1288178"/>
                  </a:lnTo>
                  <a:lnTo>
                    <a:pt x="4588580" y="1288178"/>
                  </a:lnTo>
                  <a:lnTo>
                    <a:pt x="4588706" y="1288178"/>
                  </a:lnTo>
                  <a:lnTo>
                    <a:pt x="4588832" y="1288178"/>
                  </a:lnTo>
                  <a:lnTo>
                    <a:pt x="4588958" y="1288178"/>
                  </a:lnTo>
                  <a:lnTo>
                    <a:pt x="4589084" y="1288178"/>
                  </a:lnTo>
                  <a:lnTo>
                    <a:pt x="4589211" y="1288178"/>
                  </a:lnTo>
                  <a:lnTo>
                    <a:pt x="4589337" y="1288178"/>
                  </a:lnTo>
                  <a:lnTo>
                    <a:pt x="4589463" y="1288178"/>
                  </a:lnTo>
                  <a:lnTo>
                    <a:pt x="4589589" y="1288178"/>
                  </a:lnTo>
                  <a:lnTo>
                    <a:pt x="4589715" y="1288178"/>
                  </a:lnTo>
                  <a:lnTo>
                    <a:pt x="4589841" y="1288178"/>
                  </a:lnTo>
                  <a:lnTo>
                    <a:pt x="4589967" y="1288178"/>
                  </a:lnTo>
                  <a:lnTo>
                    <a:pt x="4590093" y="1288178"/>
                  </a:lnTo>
                  <a:lnTo>
                    <a:pt x="4590219" y="1288178"/>
                  </a:lnTo>
                  <a:lnTo>
                    <a:pt x="4590345" y="1288178"/>
                  </a:lnTo>
                  <a:lnTo>
                    <a:pt x="4590471" y="1288178"/>
                  </a:lnTo>
                  <a:lnTo>
                    <a:pt x="4590597" y="1288178"/>
                  </a:lnTo>
                  <a:lnTo>
                    <a:pt x="4590724" y="1288178"/>
                  </a:lnTo>
                  <a:lnTo>
                    <a:pt x="4590850" y="1288178"/>
                  </a:lnTo>
                  <a:lnTo>
                    <a:pt x="4590976" y="1288178"/>
                  </a:lnTo>
                  <a:lnTo>
                    <a:pt x="4591102" y="1288178"/>
                  </a:lnTo>
                  <a:lnTo>
                    <a:pt x="4591228" y="1288178"/>
                  </a:lnTo>
                  <a:lnTo>
                    <a:pt x="4591354" y="1288178"/>
                  </a:lnTo>
                  <a:lnTo>
                    <a:pt x="4591480" y="1288178"/>
                  </a:lnTo>
                  <a:lnTo>
                    <a:pt x="4591606" y="1288178"/>
                  </a:lnTo>
                  <a:lnTo>
                    <a:pt x="4591732" y="1288178"/>
                  </a:lnTo>
                  <a:lnTo>
                    <a:pt x="4591858" y="1288178"/>
                  </a:lnTo>
                  <a:lnTo>
                    <a:pt x="4591984" y="1288178"/>
                  </a:lnTo>
                  <a:lnTo>
                    <a:pt x="4592111" y="1288178"/>
                  </a:lnTo>
                  <a:lnTo>
                    <a:pt x="4592237" y="1288178"/>
                  </a:lnTo>
                  <a:lnTo>
                    <a:pt x="4592363" y="1288178"/>
                  </a:lnTo>
                  <a:lnTo>
                    <a:pt x="4592489" y="1288178"/>
                  </a:lnTo>
                  <a:lnTo>
                    <a:pt x="4592615" y="1288178"/>
                  </a:lnTo>
                  <a:lnTo>
                    <a:pt x="4592741" y="1288178"/>
                  </a:lnTo>
                  <a:lnTo>
                    <a:pt x="4592867" y="1288178"/>
                  </a:lnTo>
                  <a:lnTo>
                    <a:pt x="4592993" y="1288178"/>
                  </a:lnTo>
                  <a:lnTo>
                    <a:pt x="4593119" y="1288178"/>
                  </a:lnTo>
                  <a:lnTo>
                    <a:pt x="4593245" y="1288178"/>
                  </a:lnTo>
                  <a:lnTo>
                    <a:pt x="4593371" y="1288178"/>
                  </a:lnTo>
                  <a:lnTo>
                    <a:pt x="4593497" y="1288178"/>
                  </a:lnTo>
                  <a:lnTo>
                    <a:pt x="4593624" y="1288178"/>
                  </a:lnTo>
                  <a:lnTo>
                    <a:pt x="4593750" y="1288178"/>
                  </a:lnTo>
                  <a:lnTo>
                    <a:pt x="4593876" y="1288178"/>
                  </a:lnTo>
                  <a:lnTo>
                    <a:pt x="4594002" y="1288178"/>
                  </a:lnTo>
                  <a:lnTo>
                    <a:pt x="4594128" y="1288178"/>
                  </a:lnTo>
                  <a:lnTo>
                    <a:pt x="4594254" y="1288178"/>
                  </a:lnTo>
                  <a:lnTo>
                    <a:pt x="4594380" y="1288178"/>
                  </a:lnTo>
                  <a:lnTo>
                    <a:pt x="4594506" y="1288178"/>
                  </a:lnTo>
                  <a:lnTo>
                    <a:pt x="4594632" y="1288178"/>
                  </a:lnTo>
                  <a:lnTo>
                    <a:pt x="4594758" y="1288178"/>
                  </a:lnTo>
                  <a:lnTo>
                    <a:pt x="4594884" y="1288178"/>
                  </a:lnTo>
                  <a:lnTo>
                    <a:pt x="4595011" y="1288178"/>
                  </a:lnTo>
                  <a:lnTo>
                    <a:pt x="4595137" y="1288178"/>
                  </a:lnTo>
                  <a:lnTo>
                    <a:pt x="4595263" y="1288178"/>
                  </a:lnTo>
                  <a:lnTo>
                    <a:pt x="4595389" y="1288178"/>
                  </a:lnTo>
                  <a:lnTo>
                    <a:pt x="4595515" y="1288178"/>
                  </a:lnTo>
                  <a:lnTo>
                    <a:pt x="4595641" y="1288178"/>
                  </a:lnTo>
                  <a:lnTo>
                    <a:pt x="4595767" y="1288178"/>
                  </a:lnTo>
                  <a:lnTo>
                    <a:pt x="4595893" y="1288178"/>
                  </a:lnTo>
                  <a:lnTo>
                    <a:pt x="4596019" y="1288178"/>
                  </a:lnTo>
                  <a:lnTo>
                    <a:pt x="4596145" y="1288178"/>
                  </a:lnTo>
                  <a:lnTo>
                    <a:pt x="4596271" y="1288178"/>
                  </a:lnTo>
                  <a:lnTo>
                    <a:pt x="4596397" y="1288178"/>
                  </a:lnTo>
                  <a:lnTo>
                    <a:pt x="4596524" y="1288178"/>
                  </a:lnTo>
                  <a:lnTo>
                    <a:pt x="4596650" y="1288178"/>
                  </a:lnTo>
                  <a:lnTo>
                    <a:pt x="4596776" y="1288178"/>
                  </a:lnTo>
                  <a:lnTo>
                    <a:pt x="4596902" y="1288178"/>
                  </a:lnTo>
                  <a:lnTo>
                    <a:pt x="4597028" y="1288178"/>
                  </a:lnTo>
                  <a:lnTo>
                    <a:pt x="4597154" y="1288178"/>
                  </a:lnTo>
                  <a:lnTo>
                    <a:pt x="4597280" y="1288178"/>
                  </a:lnTo>
                  <a:lnTo>
                    <a:pt x="4597406" y="1288178"/>
                  </a:lnTo>
                  <a:lnTo>
                    <a:pt x="4597532" y="1288178"/>
                  </a:lnTo>
                  <a:lnTo>
                    <a:pt x="4597658" y="1288178"/>
                  </a:lnTo>
                  <a:lnTo>
                    <a:pt x="4597784" y="1288178"/>
                  </a:lnTo>
                  <a:lnTo>
                    <a:pt x="4597911" y="1288178"/>
                  </a:lnTo>
                  <a:lnTo>
                    <a:pt x="4598037" y="1288178"/>
                  </a:lnTo>
                  <a:lnTo>
                    <a:pt x="4598163" y="1288178"/>
                  </a:lnTo>
                  <a:lnTo>
                    <a:pt x="4598289" y="1288178"/>
                  </a:lnTo>
                  <a:lnTo>
                    <a:pt x="4598415" y="1288178"/>
                  </a:lnTo>
                  <a:lnTo>
                    <a:pt x="4598541" y="1288178"/>
                  </a:lnTo>
                  <a:lnTo>
                    <a:pt x="4598667" y="1288178"/>
                  </a:lnTo>
                  <a:lnTo>
                    <a:pt x="4598793" y="1288178"/>
                  </a:lnTo>
                  <a:lnTo>
                    <a:pt x="4598919" y="1288178"/>
                  </a:lnTo>
                  <a:lnTo>
                    <a:pt x="4599045" y="1288178"/>
                  </a:lnTo>
                  <a:lnTo>
                    <a:pt x="4599171" y="1288178"/>
                  </a:lnTo>
                  <a:lnTo>
                    <a:pt x="4599298" y="1288178"/>
                  </a:lnTo>
                  <a:lnTo>
                    <a:pt x="4599424" y="1288178"/>
                  </a:lnTo>
                  <a:lnTo>
                    <a:pt x="4599550" y="1288178"/>
                  </a:lnTo>
                  <a:lnTo>
                    <a:pt x="4599676" y="1288178"/>
                  </a:lnTo>
                  <a:lnTo>
                    <a:pt x="4599802" y="1288178"/>
                  </a:lnTo>
                  <a:lnTo>
                    <a:pt x="4599928" y="1288178"/>
                  </a:lnTo>
                  <a:lnTo>
                    <a:pt x="4600054" y="1288178"/>
                  </a:lnTo>
                  <a:lnTo>
                    <a:pt x="4600180" y="1288178"/>
                  </a:lnTo>
                  <a:lnTo>
                    <a:pt x="4600306" y="1288178"/>
                  </a:lnTo>
                  <a:lnTo>
                    <a:pt x="4600432" y="1288178"/>
                  </a:lnTo>
                  <a:lnTo>
                    <a:pt x="4600558" y="1288178"/>
                  </a:lnTo>
                  <a:lnTo>
                    <a:pt x="4600684" y="1288178"/>
                  </a:lnTo>
                  <a:lnTo>
                    <a:pt x="4600811" y="1288178"/>
                  </a:lnTo>
                  <a:lnTo>
                    <a:pt x="4600937" y="1288178"/>
                  </a:lnTo>
                  <a:lnTo>
                    <a:pt x="4601063" y="1288178"/>
                  </a:lnTo>
                  <a:lnTo>
                    <a:pt x="4601189" y="1288178"/>
                  </a:lnTo>
                  <a:lnTo>
                    <a:pt x="4601315" y="1288178"/>
                  </a:lnTo>
                  <a:lnTo>
                    <a:pt x="4601441" y="1288178"/>
                  </a:lnTo>
                  <a:lnTo>
                    <a:pt x="4601567" y="1288178"/>
                  </a:lnTo>
                  <a:lnTo>
                    <a:pt x="4601693" y="1288178"/>
                  </a:lnTo>
                  <a:lnTo>
                    <a:pt x="4601819" y="1288178"/>
                  </a:lnTo>
                  <a:lnTo>
                    <a:pt x="4601945" y="1288178"/>
                  </a:lnTo>
                  <a:lnTo>
                    <a:pt x="4602071" y="1288178"/>
                  </a:lnTo>
                  <a:lnTo>
                    <a:pt x="4602198" y="1288178"/>
                  </a:lnTo>
                  <a:lnTo>
                    <a:pt x="4602324" y="1288178"/>
                  </a:lnTo>
                  <a:lnTo>
                    <a:pt x="4602450" y="1288178"/>
                  </a:lnTo>
                  <a:lnTo>
                    <a:pt x="4602576" y="1288178"/>
                  </a:lnTo>
                  <a:lnTo>
                    <a:pt x="4602702" y="1288178"/>
                  </a:lnTo>
                  <a:lnTo>
                    <a:pt x="4602828" y="1288178"/>
                  </a:lnTo>
                  <a:lnTo>
                    <a:pt x="4602954" y="1288178"/>
                  </a:lnTo>
                  <a:lnTo>
                    <a:pt x="4603080" y="1288178"/>
                  </a:lnTo>
                  <a:lnTo>
                    <a:pt x="4603206" y="1288178"/>
                  </a:lnTo>
                  <a:lnTo>
                    <a:pt x="4603332" y="1288178"/>
                  </a:lnTo>
                  <a:lnTo>
                    <a:pt x="4603458" y="1288178"/>
                  </a:lnTo>
                  <a:lnTo>
                    <a:pt x="4603584" y="1288178"/>
                  </a:lnTo>
                  <a:lnTo>
                    <a:pt x="4603711" y="1288178"/>
                  </a:lnTo>
                  <a:lnTo>
                    <a:pt x="4603837" y="1288178"/>
                  </a:lnTo>
                  <a:lnTo>
                    <a:pt x="4603963" y="1288178"/>
                  </a:lnTo>
                  <a:lnTo>
                    <a:pt x="4604089" y="1288178"/>
                  </a:lnTo>
                  <a:lnTo>
                    <a:pt x="4604215" y="1288178"/>
                  </a:lnTo>
                  <a:lnTo>
                    <a:pt x="4604341" y="1288178"/>
                  </a:lnTo>
                  <a:lnTo>
                    <a:pt x="4604341" y="1282899"/>
                  </a:lnTo>
                  <a:lnTo>
                    <a:pt x="4604467" y="1282899"/>
                  </a:lnTo>
                  <a:lnTo>
                    <a:pt x="4604593" y="1282899"/>
                  </a:lnTo>
                  <a:lnTo>
                    <a:pt x="4604719" y="1282899"/>
                  </a:lnTo>
                  <a:lnTo>
                    <a:pt x="4604845" y="1282899"/>
                  </a:lnTo>
                  <a:lnTo>
                    <a:pt x="4604971" y="1282899"/>
                  </a:lnTo>
                  <a:lnTo>
                    <a:pt x="4605098" y="1282899"/>
                  </a:lnTo>
                  <a:lnTo>
                    <a:pt x="4605224" y="1282899"/>
                  </a:lnTo>
                  <a:lnTo>
                    <a:pt x="4605350" y="1282899"/>
                  </a:lnTo>
                  <a:lnTo>
                    <a:pt x="4605476" y="1282899"/>
                  </a:lnTo>
                  <a:lnTo>
                    <a:pt x="4605602" y="1282899"/>
                  </a:lnTo>
                  <a:lnTo>
                    <a:pt x="4605728" y="1282899"/>
                  </a:lnTo>
                  <a:lnTo>
                    <a:pt x="4605854" y="1282899"/>
                  </a:lnTo>
                  <a:lnTo>
                    <a:pt x="4605980" y="1282899"/>
                  </a:lnTo>
                  <a:lnTo>
                    <a:pt x="4606106" y="1282899"/>
                  </a:lnTo>
                  <a:lnTo>
                    <a:pt x="4606232" y="1282899"/>
                  </a:lnTo>
                  <a:lnTo>
                    <a:pt x="4606358" y="1282899"/>
                  </a:lnTo>
                  <a:lnTo>
                    <a:pt x="4606485" y="1282899"/>
                  </a:lnTo>
                  <a:lnTo>
                    <a:pt x="4606611" y="1282899"/>
                  </a:lnTo>
                  <a:lnTo>
                    <a:pt x="4606737" y="1282899"/>
                  </a:lnTo>
                  <a:lnTo>
                    <a:pt x="4606863" y="1282899"/>
                  </a:lnTo>
                  <a:lnTo>
                    <a:pt x="4606989" y="1282899"/>
                  </a:lnTo>
                  <a:lnTo>
                    <a:pt x="4607115" y="1282899"/>
                  </a:lnTo>
                  <a:lnTo>
                    <a:pt x="4607241" y="1282899"/>
                  </a:lnTo>
                  <a:lnTo>
                    <a:pt x="4607367" y="1282899"/>
                  </a:lnTo>
                  <a:lnTo>
                    <a:pt x="4607493" y="1282899"/>
                  </a:lnTo>
                  <a:lnTo>
                    <a:pt x="4607619" y="1282899"/>
                  </a:lnTo>
                  <a:lnTo>
                    <a:pt x="4607745" y="1282899"/>
                  </a:lnTo>
                  <a:lnTo>
                    <a:pt x="4607871" y="1282899"/>
                  </a:lnTo>
                  <a:lnTo>
                    <a:pt x="4607998" y="1282899"/>
                  </a:lnTo>
                  <a:lnTo>
                    <a:pt x="4608124" y="1282899"/>
                  </a:lnTo>
                  <a:lnTo>
                    <a:pt x="4608250" y="1282899"/>
                  </a:lnTo>
                  <a:lnTo>
                    <a:pt x="4608376" y="1282899"/>
                  </a:lnTo>
                  <a:lnTo>
                    <a:pt x="4608502" y="1282899"/>
                  </a:lnTo>
                  <a:lnTo>
                    <a:pt x="4608628" y="1282899"/>
                  </a:lnTo>
                  <a:lnTo>
                    <a:pt x="4608754" y="1282899"/>
                  </a:lnTo>
                  <a:lnTo>
                    <a:pt x="4608880" y="1282899"/>
                  </a:lnTo>
                  <a:lnTo>
                    <a:pt x="4609006" y="1282899"/>
                  </a:lnTo>
                  <a:lnTo>
                    <a:pt x="4609132" y="1282899"/>
                  </a:lnTo>
                  <a:lnTo>
                    <a:pt x="4609258" y="1282899"/>
                  </a:lnTo>
                  <a:lnTo>
                    <a:pt x="4609385" y="1282899"/>
                  </a:lnTo>
                  <a:lnTo>
                    <a:pt x="4609511" y="1282899"/>
                  </a:lnTo>
                  <a:lnTo>
                    <a:pt x="4609637" y="1282899"/>
                  </a:lnTo>
                  <a:lnTo>
                    <a:pt x="4609763" y="1282899"/>
                  </a:lnTo>
                  <a:lnTo>
                    <a:pt x="4609889" y="1282899"/>
                  </a:lnTo>
                  <a:lnTo>
                    <a:pt x="4610015" y="1282899"/>
                  </a:lnTo>
                  <a:lnTo>
                    <a:pt x="4610141" y="1282899"/>
                  </a:lnTo>
                  <a:lnTo>
                    <a:pt x="4610267" y="1282899"/>
                  </a:lnTo>
                  <a:lnTo>
                    <a:pt x="4610393" y="1282899"/>
                  </a:lnTo>
                  <a:lnTo>
                    <a:pt x="4610519" y="1282899"/>
                  </a:lnTo>
                  <a:lnTo>
                    <a:pt x="4610645" y="1282899"/>
                  </a:lnTo>
                  <a:lnTo>
                    <a:pt x="4610771" y="1282899"/>
                  </a:lnTo>
                  <a:lnTo>
                    <a:pt x="4610898" y="1282899"/>
                  </a:lnTo>
                  <a:lnTo>
                    <a:pt x="4611024" y="1282899"/>
                  </a:lnTo>
                  <a:lnTo>
                    <a:pt x="4611150" y="1282899"/>
                  </a:lnTo>
                  <a:lnTo>
                    <a:pt x="4611276" y="1282899"/>
                  </a:lnTo>
                  <a:lnTo>
                    <a:pt x="4611402" y="1282899"/>
                  </a:lnTo>
                  <a:lnTo>
                    <a:pt x="4611528" y="1282899"/>
                  </a:lnTo>
                  <a:lnTo>
                    <a:pt x="4611654" y="1282899"/>
                  </a:lnTo>
                  <a:lnTo>
                    <a:pt x="4611780" y="1282899"/>
                  </a:lnTo>
                  <a:lnTo>
                    <a:pt x="4611906" y="1282899"/>
                  </a:lnTo>
                  <a:lnTo>
                    <a:pt x="4612032" y="1282899"/>
                  </a:lnTo>
                  <a:lnTo>
                    <a:pt x="4612158" y="1282899"/>
                  </a:lnTo>
                  <a:lnTo>
                    <a:pt x="4612285" y="1282899"/>
                  </a:lnTo>
                  <a:lnTo>
                    <a:pt x="4612411" y="1282899"/>
                  </a:lnTo>
                  <a:lnTo>
                    <a:pt x="4612537" y="1282899"/>
                  </a:lnTo>
                  <a:lnTo>
                    <a:pt x="4612663" y="1282899"/>
                  </a:lnTo>
                  <a:lnTo>
                    <a:pt x="4612789" y="1282899"/>
                  </a:lnTo>
                  <a:lnTo>
                    <a:pt x="4612915" y="1282899"/>
                  </a:lnTo>
                  <a:lnTo>
                    <a:pt x="4613041" y="1282899"/>
                  </a:lnTo>
                  <a:lnTo>
                    <a:pt x="4613167" y="1282899"/>
                  </a:lnTo>
                  <a:lnTo>
                    <a:pt x="4613293" y="1282899"/>
                  </a:lnTo>
                  <a:lnTo>
                    <a:pt x="4613419" y="1282899"/>
                  </a:lnTo>
                  <a:lnTo>
                    <a:pt x="4613545" y="1282899"/>
                  </a:lnTo>
                  <a:lnTo>
                    <a:pt x="4613672" y="1282899"/>
                  </a:lnTo>
                  <a:lnTo>
                    <a:pt x="4613798" y="1282899"/>
                  </a:lnTo>
                  <a:lnTo>
                    <a:pt x="4613924" y="1282899"/>
                  </a:lnTo>
                  <a:lnTo>
                    <a:pt x="4614050" y="1282899"/>
                  </a:lnTo>
                  <a:lnTo>
                    <a:pt x="4614176" y="1282899"/>
                  </a:lnTo>
                  <a:lnTo>
                    <a:pt x="4614302" y="1282899"/>
                  </a:lnTo>
                  <a:lnTo>
                    <a:pt x="4614428" y="1282899"/>
                  </a:lnTo>
                  <a:lnTo>
                    <a:pt x="4614554" y="1282899"/>
                  </a:lnTo>
                  <a:lnTo>
                    <a:pt x="4614680" y="1282899"/>
                  </a:lnTo>
                  <a:lnTo>
                    <a:pt x="4614806" y="1282899"/>
                  </a:lnTo>
                  <a:lnTo>
                    <a:pt x="4614932" y="1282899"/>
                  </a:lnTo>
                  <a:lnTo>
                    <a:pt x="4615058" y="1282899"/>
                  </a:lnTo>
                  <a:lnTo>
                    <a:pt x="4615185" y="1282899"/>
                  </a:lnTo>
                  <a:lnTo>
                    <a:pt x="4615311" y="1282899"/>
                  </a:lnTo>
                  <a:lnTo>
                    <a:pt x="4615437" y="1282899"/>
                  </a:lnTo>
                  <a:lnTo>
                    <a:pt x="4615563" y="1282899"/>
                  </a:lnTo>
                  <a:lnTo>
                    <a:pt x="4615689" y="1282899"/>
                  </a:lnTo>
                  <a:lnTo>
                    <a:pt x="4615815" y="1282899"/>
                  </a:lnTo>
                  <a:lnTo>
                    <a:pt x="4615941" y="1282899"/>
                  </a:lnTo>
                  <a:lnTo>
                    <a:pt x="4616067" y="1282899"/>
                  </a:lnTo>
                  <a:lnTo>
                    <a:pt x="4616193" y="1282899"/>
                  </a:lnTo>
                  <a:lnTo>
                    <a:pt x="4616319" y="1282899"/>
                  </a:lnTo>
                  <a:lnTo>
                    <a:pt x="4616445" y="1282899"/>
                  </a:lnTo>
                  <a:lnTo>
                    <a:pt x="4616572" y="1282899"/>
                  </a:lnTo>
                  <a:lnTo>
                    <a:pt x="4616698" y="1282899"/>
                  </a:lnTo>
                  <a:lnTo>
                    <a:pt x="4616824" y="1282899"/>
                  </a:lnTo>
                  <a:lnTo>
                    <a:pt x="4616950" y="1282899"/>
                  </a:lnTo>
                  <a:lnTo>
                    <a:pt x="4617076" y="1282899"/>
                  </a:lnTo>
                  <a:lnTo>
                    <a:pt x="4617202" y="1282899"/>
                  </a:lnTo>
                  <a:lnTo>
                    <a:pt x="4617328" y="1282899"/>
                  </a:lnTo>
                  <a:lnTo>
                    <a:pt x="4617454" y="1282899"/>
                  </a:lnTo>
                  <a:lnTo>
                    <a:pt x="4617580" y="1282899"/>
                  </a:lnTo>
                  <a:lnTo>
                    <a:pt x="4617706" y="1282899"/>
                  </a:lnTo>
                  <a:lnTo>
                    <a:pt x="4617832" y="1282899"/>
                  </a:lnTo>
                  <a:lnTo>
                    <a:pt x="4617958" y="1282899"/>
                  </a:lnTo>
                  <a:lnTo>
                    <a:pt x="4618085" y="1282899"/>
                  </a:lnTo>
                  <a:lnTo>
                    <a:pt x="4618211" y="1282899"/>
                  </a:lnTo>
                  <a:lnTo>
                    <a:pt x="4618337" y="1282899"/>
                  </a:lnTo>
                  <a:lnTo>
                    <a:pt x="4618463" y="1282899"/>
                  </a:lnTo>
                  <a:lnTo>
                    <a:pt x="4618589" y="1282899"/>
                  </a:lnTo>
                  <a:lnTo>
                    <a:pt x="4618715" y="1282899"/>
                  </a:lnTo>
                  <a:lnTo>
                    <a:pt x="4618841" y="1282899"/>
                  </a:lnTo>
                  <a:lnTo>
                    <a:pt x="4618967" y="1282899"/>
                  </a:lnTo>
                  <a:lnTo>
                    <a:pt x="4619093" y="1282899"/>
                  </a:lnTo>
                  <a:lnTo>
                    <a:pt x="4619219" y="1282899"/>
                  </a:lnTo>
                  <a:lnTo>
                    <a:pt x="4619345" y="1282899"/>
                  </a:lnTo>
                  <a:lnTo>
                    <a:pt x="4619472" y="1282899"/>
                  </a:lnTo>
                  <a:lnTo>
                    <a:pt x="4619598" y="1282899"/>
                  </a:lnTo>
                  <a:lnTo>
                    <a:pt x="4619724" y="1282899"/>
                  </a:lnTo>
                  <a:lnTo>
                    <a:pt x="4619850" y="1282899"/>
                  </a:lnTo>
                  <a:lnTo>
                    <a:pt x="4619976" y="1282899"/>
                  </a:lnTo>
                  <a:lnTo>
                    <a:pt x="4620102" y="1282899"/>
                  </a:lnTo>
                  <a:lnTo>
                    <a:pt x="4620228" y="1282899"/>
                  </a:lnTo>
                  <a:lnTo>
                    <a:pt x="4620354" y="1282899"/>
                  </a:lnTo>
                  <a:lnTo>
                    <a:pt x="4620480" y="1282899"/>
                  </a:lnTo>
                  <a:lnTo>
                    <a:pt x="4620606" y="1282899"/>
                  </a:lnTo>
                  <a:lnTo>
                    <a:pt x="4620732" y="1282899"/>
                  </a:lnTo>
                  <a:lnTo>
                    <a:pt x="4620858" y="1282899"/>
                  </a:lnTo>
                  <a:lnTo>
                    <a:pt x="4620985" y="1282899"/>
                  </a:lnTo>
                  <a:lnTo>
                    <a:pt x="4621111" y="1282899"/>
                  </a:lnTo>
                  <a:lnTo>
                    <a:pt x="4621237" y="1282899"/>
                  </a:lnTo>
                  <a:lnTo>
                    <a:pt x="4621363" y="1282899"/>
                  </a:lnTo>
                  <a:lnTo>
                    <a:pt x="4621489" y="1282899"/>
                  </a:lnTo>
                  <a:lnTo>
                    <a:pt x="4621615" y="1282899"/>
                  </a:lnTo>
                  <a:lnTo>
                    <a:pt x="4621741" y="1282899"/>
                  </a:lnTo>
                  <a:lnTo>
                    <a:pt x="4621867" y="1282899"/>
                  </a:lnTo>
                  <a:lnTo>
                    <a:pt x="4621993" y="1282899"/>
                  </a:lnTo>
                  <a:lnTo>
                    <a:pt x="4622119" y="1282899"/>
                  </a:lnTo>
                  <a:lnTo>
                    <a:pt x="4622245" y="1282899"/>
                  </a:lnTo>
                  <a:lnTo>
                    <a:pt x="4622372" y="1282899"/>
                  </a:lnTo>
                  <a:lnTo>
                    <a:pt x="4622498" y="1282899"/>
                  </a:lnTo>
                  <a:lnTo>
                    <a:pt x="4622624" y="1282899"/>
                  </a:lnTo>
                  <a:lnTo>
                    <a:pt x="4622750" y="1282899"/>
                  </a:lnTo>
                  <a:lnTo>
                    <a:pt x="4622876" y="1282899"/>
                  </a:lnTo>
                  <a:lnTo>
                    <a:pt x="4623002" y="1282899"/>
                  </a:lnTo>
                  <a:lnTo>
                    <a:pt x="4623128" y="1282899"/>
                  </a:lnTo>
                  <a:lnTo>
                    <a:pt x="4623254" y="1282899"/>
                  </a:lnTo>
                  <a:lnTo>
                    <a:pt x="4623380" y="1282899"/>
                  </a:lnTo>
                  <a:lnTo>
                    <a:pt x="4623506" y="1282899"/>
                  </a:lnTo>
                  <a:lnTo>
                    <a:pt x="4623632" y="1282899"/>
                  </a:lnTo>
                  <a:lnTo>
                    <a:pt x="4623759" y="1282899"/>
                  </a:lnTo>
                  <a:lnTo>
                    <a:pt x="4623885" y="1282899"/>
                  </a:lnTo>
                  <a:lnTo>
                    <a:pt x="4624011" y="1282899"/>
                  </a:lnTo>
                  <a:lnTo>
                    <a:pt x="4624137" y="1282899"/>
                  </a:lnTo>
                  <a:lnTo>
                    <a:pt x="4624137" y="1277619"/>
                  </a:lnTo>
                  <a:lnTo>
                    <a:pt x="4624263" y="1277619"/>
                  </a:lnTo>
                  <a:lnTo>
                    <a:pt x="4624389" y="1277619"/>
                  </a:lnTo>
                  <a:lnTo>
                    <a:pt x="4624515" y="1277619"/>
                  </a:lnTo>
                  <a:lnTo>
                    <a:pt x="4624641" y="1277619"/>
                  </a:lnTo>
                  <a:lnTo>
                    <a:pt x="4624767" y="1277619"/>
                  </a:lnTo>
                  <a:lnTo>
                    <a:pt x="4624893" y="1277619"/>
                  </a:lnTo>
                  <a:lnTo>
                    <a:pt x="4625019" y="1277619"/>
                  </a:lnTo>
                  <a:lnTo>
                    <a:pt x="4625145" y="1277619"/>
                  </a:lnTo>
                  <a:lnTo>
                    <a:pt x="4625272" y="1277619"/>
                  </a:lnTo>
                  <a:lnTo>
                    <a:pt x="4625398" y="1277619"/>
                  </a:lnTo>
                  <a:lnTo>
                    <a:pt x="4625524" y="1277619"/>
                  </a:lnTo>
                  <a:lnTo>
                    <a:pt x="4625650" y="1277619"/>
                  </a:lnTo>
                  <a:lnTo>
                    <a:pt x="4625776" y="1277619"/>
                  </a:lnTo>
                  <a:lnTo>
                    <a:pt x="4625902" y="1277619"/>
                  </a:lnTo>
                  <a:lnTo>
                    <a:pt x="4626028" y="1277619"/>
                  </a:lnTo>
                  <a:lnTo>
                    <a:pt x="4626154" y="1277619"/>
                  </a:lnTo>
                  <a:lnTo>
                    <a:pt x="4626280" y="1277619"/>
                  </a:lnTo>
                  <a:lnTo>
                    <a:pt x="4626280" y="1272340"/>
                  </a:lnTo>
                  <a:lnTo>
                    <a:pt x="4626406" y="1272340"/>
                  </a:lnTo>
                  <a:lnTo>
                    <a:pt x="4626532" y="1272340"/>
                  </a:lnTo>
                  <a:lnTo>
                    <a:pt x="4626659" y="1272340"/>
                  </a:lnTo>
                  <a:lnTo>
                    <a:pt x="4626785" y="1272340"/>
                  </a:lnTo>
                  <a:lnTo>
                    <a:pt x="4626911" y="1272340"/>
                  </a:lnTo>
                  <a:lnTo>
                    <a:pt x="4627037" y="1272340"/>
                  </a:lnTo>
                  <a:lnTo>
                    <a:pt x="4627163" y="1272340"/>
                  </a:lnTo>
                  <a:lnTo>
                    <a:pt x="4627289" y="1272340"/>
                  </a:lnTo>
                  <a:lnTo>
                    <a:pt x="4627415" y="1272340"/>
                  </a:lnTo>
                  <a:lnTo>
                    <a:pt x="4627541" y="1272340"/>
                  </a:lnTo>
                  <a:lnTo>
                    <a:pt x="4627667" y="1272340"/>
                  </a:lnTo>
                  <a:lnTo>
                    <a:pt x="4627793" y="1272340"/>
                  </a:lnTo>
                  <a:lnTo>
                    <a:pt x="4627919" y="1272340"/>
                  </a:lnTo>
                  <a:lnTo>
                    <a:pt x="4628045" y="1272340"/>
                  </a:lnTo>
                  <a:lnTo>
                    <a:pt x="4628172" y="1272340"/>
                  </a:lnTo>
                  <a:lnTo>
                    <a:pt x="4628298" y="1272340"/>
                  </a:lnTo>
                  <a:lnTo>
                    <a:pt x="4628424" y="1272340"/>
                  </a:lnTo>
                  <a:lnTo>
                    <a:pt x="4628550" y="1272340"/>
                  </a:lnTo>
                  <a:lnTo>
                    <a:pt x="4628676" y="1272340"/>
                  </a:lnTo>
                  <a:lnTo>
                    <a:pt x="4628802" y="1272340"/>
                  </a:lnTo>
                  <a:lnTo>
                    <a:pt x="4628928" y="1272340"/>
                  </a:lnTo>
                  <a:lnTo>
                    <a:pt x="4629054" y="1272340"/>
                  </a:lnTo>
                  <a:lnTo>
                    <a:pt x="4629180" y="1272340"/>
                  </a:lnTo>
                  <a:lnTo>
                    <a:pt x="4629306" y="1272340"/>
                  </a:lnTo>
                  <a:lnTo>
                    <a:pt x="4629432" y="1272340"/>
                  </a:lnTo>
                  <a:lnTo>
                    <a:pt x="4629559" y="1272340"/>
                  </a:lnTo>
                  <a:lnTo>
                    <a:pt x="4629685" y="1272340"/>
                  </a:lnTo>
                  <a:lnTo>
                    <a:pt x="4629811" y="1272340"/>
                  </a:lnTo>
                  <a:lnTo>
                    <a:pt x="4629937" y="1272340"/>
                  </a:lnTo>
                  <a:lnTo>
                    <a:pt x="4630063" y="1272340"/>
                  </a:lnTo>
                  <a:lnTo>
                    <a:pt x="4630189" y="1272340"/>
                  </a:lnTo>
                  <a:lnTo>
                    <a:pt x="4630315" y="1272340"/>
                  </a:lnTo>
                  <a:lnTo>
                    <a:pt x="4630441" y="1272340"/>
                  </a:lnTo>
                  <a:lnTo>
                    <a:pt x="4630567" y="1272340"/>
                  </a:lnTo>
                  <a:lnTo>
                    <a:pt x="4630693" y="1272340"/>
                  </a:lnTo>
                  <a:lnTo>
                    <a:pt x="4630819" y="1272340"/>
                  </a:lnTo>
                  <a:lnTo>
                    <a:pt x="4630946" y="1272340"/>
                  </a:lnTo>
                  <a:lnTo>
                    <a:pt x="4631072" y="1272340"/>
                  </a:lnTo>
                  <a:lnTo>
                    <a:pt x="4631198" y="1272340"/>
                  </a:lnTo>
                  <a:lnTo>
                    <a:pt x="4631324" y="1272340"/>
                  </a:lnTo>
                  <a:lnTo>
                    <a:pt x="4631324" y="1267061"/>
                  </a:lnTo>
                  <a:lnTo>
                    <a:pt x="4631450" y="1267061"/>
                  </a:lnTo>
                  <a:lnTo>
                    <a:pt x="4631576" y="1267061"/>
                  </a:lnTo>
                  <a:lnTo>
                    <a:pt x="4631702" y="1267061"/>
                  </a:lnTo>
                  <a:lnTo>
                    <a:pt x="4631828" y="1267061"/>
                  </a:lnTo>
                  <a:lnTo>
                    <a:pt x="4631954" y="1267061"/>
                  </a:lnTo>
                  <a:lnTo>
                    <a:pt x="4632080" y="1267061"/>
                  </a:lnTo>
                  <a:lnTo>
                    <a:pt x="4632206" y="1267061"/>
                  </a:lnTo>
                  <a:lnTo>
                    <a:pt x="4632332" y="1267061"/>
                  </a:lnTo>
                  <a:lnTo>
                    <a:pt x="4632459" y="1267061"/>
                  </a:lnTo>
                  <a:lnTo>
                    <a:pt x="4632585" y="1267061"/>
                  </a:lnTo>
                  <a:lnTo>
                    <a:pt x="4632711" y="1267061"/>
                  </a:lnTo>
                  <a:lnTo>
                    <a:pt x="4632837" y="1267061"/>
                  </a:lnTo>
                  <a:lnTo>
                    <a:pt x="4632963" y="1267061"/>
                  </a:lnTo>
                  <a:lnTo>
                    <a:pt x="4633089" y="1267061"/>
                  </a:lnTo>
                  <a:lnTo>
                    <a:pt x="4633215" y="1267061"/>
                  </a:lnTo>
                  <a:lnTo>
                    <a:pt x="4633341" y="1267061"/>
                  </a:lnTo>
                  <a:lnTo>
                    <a:pt x="4633467" y="1267061"/>
                  </a:lnTo>
                  <a:lnTo>
                    <a:pt x="4633593" y="1267061"/>
                  </a:lnTo>
                  <a:lnTo>
                    <a:pt x="4633719" y="1267061"/>
                  </a:lnTo>
                  <a:lnTo>
                    <a:pt x="4633846" y="1267061"/>
                  </a:lnTo>
                  <a:lnTo>
                    <a:pt x="4633972" y="1267061"/>
                  </a:lnTo>
                  <a:lnTo>
                    <a:pt x="4634098" y="1267061"/>
                  </a:lnTo>
                  <a:lnTo>
                    <a:pt x="4634224" y="1267061"/>
                  </a:lnTo>
                  <a:lnTo>
                    <a:pt x="4634350" y="1267061"/>
                  </a:lnTo>
                  <a:lnTo>
                    <a:pt x="4634476" y="1267061"/>
                  </a:lnTo>
                  <a:lnTo>
                    <a:pt x="4634602" y="1267061"/>
                  </a:lnTo>
                  <a:lnTo>
                    <a:pt x="4634728" y="1267061"/>
                  </a:lnTo>
                  <a:lnTo>
                    <a:pt x="4634854" y="1267061"/>
                  </a:lnTo>
                  <a:lnTo>
                    <a:pt x="4634980" y="1267061"/>
                  </a:lnTo>
                  <a:lnTo>
                    <a:pt x="4635106" y="1267061"/>
                  </a:lnTo>
                  <a:lnTo>
                    <a:pt x="4635232" y="1267061"/>
                  </a:lnTo>
                  <a:lnTo>
                    <a:pt x="4635359" y="1267061"/>
                  </a:lnTo>
                  <a:lnTo>
                    <a:pt x="4635485" y="1267061"/>
                  </a:lnTo>
                  <a:lnTo>
                    <a:pt x="4635611" y="1267061"/>
                  </a:lnTo>
                  <a:lnTo>
                    <a:pt x="4635737" y="1267061"/>
                  </a:lnTo>
                  <a:lnTo>
                    <a:pt x="4635863" y="1267061"/>
                  </a:lnTo>
                  <a:lnTo>
                    <a:pt x="4635989" y="1267061"/>
                  </a:lnTo>
                  <a:lnTo>
                    <a:pt x="4636115" y="1267061"/>
                  </a:lnTo>
                  <a:lnTo>
                    <a:pt x="4636241" y="1267061"/>
                  </a:lnTo>
                  <a:lnTo>
                    <a:pt x="4636367" y="1267061"/>
                  </a:lnTo>
                  <a:lnTo>
                    <a:pt x="4636493" y="1267061"/>
                  </a:lnTo>
                  <a:lnTo>
                    <a:pt x="4636619" y="1267061"/>
                  </a:lnTo>
                  <a:lnTo>
                    <a:pt x="4636746" y="1267061"/>
                  </a:lnTo>
                  <a:lnTo>
                    <a:pt x="4636872" y="1267061"/>
                  </a:lnTo>
                  <a:lnTo>
                    <a:pt x="4636998" y="1267061"/>
                  </a:lnTo>
                  <a:lnTo>
                    <a:pt x="4637124" y="1267061"/>
                  </a:lnTo>
                  <a:lnTo>
                    <a:pt x="4637250" y="1267061"/>
                  </a:lnTo>
                  <a:lnTo>
                    <a:pt x="4637376" y="1267061"/>
                  </a:lnTo>
                  <a:lnTo>
                    <a:pt x="4637502" y="1267061"/>
                  </a:lnTo>
                  <a:lnTo>
                    <a:pt x="4637628" y="1267061"/>
                  </a:lnTo>
                  <a:lnTo>
                    <a:pt x="4637754" y="1267061"/>
                  </a:lnTo>
                  <a:lnTo>
                    <a:pt x="4637880" y="1267061"/>
                  </a:lnTo>
                  <a:lnTo>
                    <a:pt x="4638006" y="1267061"/>
                  </a:lnTo>
                  <a:lnTo>
                    <a:pt x="4638132" y="1267061"/>
                  </a:lnTo>
                  <a:lnTo>
                    <a:pt x="4638259" y="1267061"/>
                  </a:lnTo>
                  <a:lnTo>
                    <a:pt x="4638385" y="1267061"/>
                  </a:lnTo>
                  <a:lnTo>
                    <a:pt x="4638511" y="1267061"/>
                  </a:lnTo>
                  <a:lnTo>
                    <a:pt x="4638637" y="1267061"/>
                  </a:lnTo>
                  <a:lnTo>
                    <a:pt x="4638763" y="1267061"/>
                  </a:lnTo>
                  <a:lnTo>
                    <a:pt x="4638889" y="1267061"/>
                  </a:lnTo>
                  <a:lnTo>
                    <a:pt x="4639015" y="1267061"/>
                  </a:lnTo>
                  <a:lnTo>
                    <a:pt x="4639141" y="1267061"/>
                  </a:lnTo>
                  <a:lnTo>
                    <a:pt x="4639267" y="1267061"/>
                  </a:lnTo>
                  <a:lnTo>
                    <a:pt x="4639393" y="1267061"/>
                  </a:lnTo>
                  <a:lnTo>
                    <a:pt x="4639519" y="1267061"/>
                  </a:lnTo>
                  <a:lnTo>
                    <a:pt x="4639646" y="1267061"/>
                  </a:lnTo>
                  <a:lnTo>
                    <a:pt x="4639772" y="1267061"/>
                  </a:lnTo>
                  <a:lnTo>
                    <a:pt x="4639898" y="1267061"/>
                  </a:lnTo>
                  <a:lnTo>
                    <a:pt x="4640024" y="1267061"/>
                  </a:lnTo>
                  <a:lnTo>
                    <a:pt x="4640150" y="1267061"/>
                  </a:lnTo>
                  <a:lnTo>
                    <a:pt x="4640276" y="1267061"/>
                  </a:lnTo>
                  <a:lnTo>
                    <a:pt x="4640402" y="1267061"/>
                  </a:lnTo>
                  <a:lnTo>
                    <a:pt x="4640528" y="1267061"/>
                  </a:lnTo>
                  <a:lnTo>
                    <a:pt x="4640654" y="1267061"/>
                  </a:lnTo>
                  <a:lnTo>
                    <a:pt x="4640780" y="1267061"/>
                  </a:lnTo>
                  <a:lnTo>
                    <a:pt x="4640906" y="1267061"/>
                  </a:lnTo>
                  <a:lnTo>
                    <a:pt x="4641033" y="1267061"/>
                  </a:lnTo>
                  <a:lnTo>
                    <a:pt x="4641159" y="1267061"/>
                  </a:lnTo>
                  <a:lnTo>
                    <a:pt x="4641285" y="1267061"/>
                  </a:lnTo>
                  <a:lnTo>
                    <a:pt x="4641411" y="1267061"/>
                  </a:lnTo>
                  <a:lnTo>
                    <a:pt x="4641537" y="1267061"/>
                  </a:lnTo>
                  <a:lnTo>
                    <a:pt x="4641663" y="1267061"/>
                  </a:lnTo>
                  <a:lnTo>
                    <a:pt x="4641789" y="1267061"/>
                  </a:lnTo>
                  <a:lnTo>
                    <a:pt x="4641915" y="1267061"/>
                  </a:lnTo>
                  <a:lnTo>
                    <a:pt x="4642041" y="1267061"/>
                  </a:lnTo>
                  <a:lnTo>
                    <a:pt x="4642167" y="1267061"/>
                  </a:lnTo>
                  <a:lnTo>
                    <a:pt x="4642293" y="1267061"/>
                  </a:lnTo>
                  <a:lnTo>
                    <a:pt x="4642419" y="1267061"/>
                  </a:lnTo>
                  <a:lnTo>
                    <a:pt x="4642546" y="1267061"/>
                  </a:lnTo>
                  <a:lnTo>
                    <a:pt x="4642672" y="1267061"/>
                  </a:lnTo>
                  <a:lnTo>
                    <a:pt x="4642798" y="1267061"/>
                  </a:lnTo>
                  <a:lnTo>
                    <a:pt x="4642924" y="1267061"/>
                  </a:lnTo>
                  <a:lnTo>
                    <a:pt x="4643050" y="1267061"/>
                  </a:lnTo>
                  <a:lnTo>
                    <a:pt x="4643176" y="1267061"/>
                  </a:lnTo>
                  <a:lnTo>
                    <a:pt x="4643302" y="1267061"/>
                  </a:lnTo>
                  <a:lnTo>
                    <a:pt x="4643428" y="1267061"/>
                  </a:lnTo>
                  <a:lnTo>
                    <a:pt x="4643554" y="1267061"/>
                  </a:lnTo>
                  <a:lnTo>
                    <a:pt x="4643680" y="1267061"/>
                  </a:lnTo>
                  <a:lnTo>
                    <a:pt x="4643806" y="1267061"/>
                  </a:lnTo>
                  <a:lnTo>
                    <a:pt x="4643933" y="1267061"/>
                  </a:lnTo>
                  <a:lnTo>
                    <a:pt x="4644059" y="1267061"/>
                  </a:lnTo>
                  <a:lnTo>
                    <a:pt x="4644185" y="1267061"/>
                  </a:lnTo>
                  <a:lnTo>
                    <a:pt x="4644311" y="1267061"/>
                  </a:lnTo>
                  <a:lnTo>
                    <a:pt x="4644437" y="1267061"/>
                  </a:lnTo>
                  <a:lnTo>
                    <a:pt x="4644563" y="1267061"/>
                  </a:lnTo>
                  <a:lnTo>
                    <a:pt x="4644689" y="1267061"/>
                  </a:lnTo>
                  <a:lnTo>
                    <a:pt x="4644815" y="1267061"/>
                  </a:lnTo>
                  <a:lnTo>
                    <a:pt x="4644941" y="1267061"/>
                  </a:lnTo>
                  <a:lnTo>
                    <a:pt x="4645067" y="1267061"/>
                  </a:lnTo>
                  <a:lnTo>
                    <a:pt x="4645193" y="1267061"/>
                  </a:lnTo>
                  <a:lnTo>
                    <a:pt x="4645319" y="1267061"/>
                  </a:lnTo>
                  <a:lnTo>
                    <a:pt x="4645446" y="1267061"/>
                  </a:lnTo>
                  <a:lnTo>
                    <a:pt x="4645572" y="1267061"/>
                  </a:lnTo>
                  <a:lnTo>
                    <a:pt x="4645698" y="1267061"/>
                  </a:lnTo>
                  <a:lnTo>
                    <a:pt x="4645824" y="1267061"/>
                  </a:lnTo>
                  <a:lnTo>
                    <a:pt x="4645950" y="1267061"/>
                  </a:lnTo>
                  <a:lnTo>
                    <a:pt x="4646076" y="1267061"/>
                  </a:lnTo>
                  <a:lnTo>
                    <a:pt x="4646202" y="1267061"/>
                  </a:lnTo>
                  <a:lnTo>
                    <a:pt x="4646328" y="1267061"/>
                  </a:lnTo>
                  <a:lnTo>
                    <a:pt x="4646454" y="1267061"/>
                  </a:lnTo>
                  <a:lnTo>
                    <a:pt x="4646580" y="1267061"/>
                  </a:lnTo>
                  <a:lnTo>
                    <a:pt x="4646706" y="1267061"/>
                  </a:lnTo>
                  <a:lnTo>
                    <a:pt x="4646833" y="1267061"/>
                  </a:lnTo>
                  <a:lnTo>
                    <a:pt x="4646959" y="1267061"/>
                  </a:lnTo>
                  <a:lnTo>
                    <a:pt x="4647085" y="1267061"/>
                  </a:lnTo>
                  <a:lnTo>
                    <a:pt x="4647211" y="1267061"/>
                  </a:lnTo>
                  <a:lnTo>
                    <a:pt x="4647337" y="1267061"/>
                  </a:lnTo>
                  <a:lnTo>
                    <a:pt x="4647463" y="1267061"/>
                  </a:lnTo>
                  <a:lnTo>
                    <a:pt x="4647589" y="1267061"/>
                  </a:lnTo>
                  <a:lnTo>
                    <a:pt x="4647715" y="1267061"/>
                  </a:lnTo>
                  <a:lnTo>
                    <a:pt x="4647841" y="1267061"/>
                  </a:lnTo>
                  <a:lnTo>
                    <a:pt x="4647967" y="1267061"/>
                  </a:lnTo>
                  <a:lnTo>
                    <a:pt x="4648093" y="1267061"/>
                  </a:lnTo>
                  <a:lnTo>
                    <a:pt x="4648220" y="1267061"/>
                  </a:lnTo>
                  <a:lnTo>
                    <a:pt x="4648346" y="1267061"/>
                  </a:lnTo>
                  <a:lnTo>
                    <a:pt x="4648472" y="1267061"/>
                  </a:lnTo>
                  <a:lnTo>
                    <a:pt x="4648598" y="1267061"/>
                  </a:lnTo>
                  <a:lnTo>
                    <a:pt x="4648724" y="1267061"/>
                  </a:lnTo>
                  <a:lnTo>
                    <a:pt x="4648850" y="1267061"/>
                  </a:lnTo>
                  <a:lnTo>
                    <a:pt x="4648976" y="1267061"/>
                  </a:lnTo>
                  <a:lnTo>
                    <a:pt x="4649102" y="1267061"/>
                  </a:lnTo>
                  <a:lnTo>
                    <a:pt x="4649228" y="1267061"/>
                  </a:lnTo>
                  <a:lnTo>
                    <a:pt x="4649354" y="1267061"/>
                  </a:lnTo>
                  <a:lnTo>
                    <a:pt x="4649480" y="1267061"/>
                  </a:lnTo>
                  <a:lnTo>
                    <a:pt x="4649606" y="1267061"/>
                  </a:lnTo>
                  <a:lnTo>
                    <a:pt x="4649733" y="1267061"/>
                  </a:lnTo>
                  <a:lnTo>
                    <a:pt x="4649859" y="1267061"/>
                  </a:lnTo>
                  <a:lnTo>
                    <a:pt x="4649985" y="1267061"/>
                  </a:lnTo>
                  <a:lnTo>
                    <a:pt x="4649985" y="1261781"/>
                  </a:lnTo>
                  <a:lnTo>
                    <a:pt x="4650111" y="1261781"/>
                  </a:lnTo>
                  <a:lnTo>
                    <a:pt x="4650237" y="1261781"/>
                  </a:lnTo>
                  <a:lnTo>
                    <a:pt x="4650363" y="1261781"/>
                  </a:lnTo>
                  <a:lnTo>
                    <a:pt x="4650489" y="1261781"/>
                  </a:lnTo>
                  <a:lnTo>
                    <a:pt x="4650615" y="1261781"/>
                  </a:lnTo>
                  <a:lnTo>
                    <a:pt x="4650741" y="1261781"/>
                  </a:lnTo>
                  <a:lnTo>
                    <a:pt x="4650867" y="1261781"/>
                  </a:lnTo>
                  <a:lnTo>
                    <a:pt x="4650993" y="1261781"/>
                  </a:lnTo>
                  <a:lnTo>
                    <a:pt x="4651120" y="1261781"/>
                  </a:lnTo>
                  <a:lnTo>
                    <a:pt x="4651246" y="1261781"/>
                  </a:lnTo>
                  <a:lnTo>
                    <a:pt x="4651372" y="1261781"/>
                  </a:lnTo>
                  <a:lnTo>
                    <a:pt x="4651498" y="1261781"/>
                  </a:lnTo>
                  <a:lnTo>
                    <a:pt x="4651624" y="1261781"/>
                  </a:lnTo>
                  <a:lnTo>
                    <a:pt x="4651750" y="1261781"/>
                  </a:lnTo>
                  <a:lnTo>
                    <a:pt x="4651750" y="1256502"/>
                  </a:lnTo>
                  <a:lnTo>
                    <a:pt x="4651876" y="1256502"/>
                  </a:lnTo>
                  <a:lnTo>
                    <a:pt x="4652002" y="1256502"/>
                  </a:lnTo>
                  <a:lnTo>
                    <a:pt x="4652128" y="1256502"/>
                  </a:lnTo>
                  <a:lnTo>
                    <a:pt x="4652254" y="1256502"/>
                  </a:lnTo>
                  <a:lnTo>
                    <a:pt x="4652380" y="1256502"/>
                  </a:lnTo>
                  <a:lnTo>
                    <a:pt x="4652506" y="1256502"/>
                  </a:lnTo>
                  <a:lnTo>
                    <a:pt x="4652633" y="1256502"/>
                  </a:lnTo>
                  <a:lnTo>
                    <a:pt x="4652759" y="1256502"/>
                  </a:lnTo>
                  <a:lnTo>
                    <a:pt x="4652885" y="1256502"/>
                  </a:lnTo>
                  <a:lnTo>
                    <a:pt x="4653011" y="1256502"/>
                  </a:lnTo>
                  <a:lnTo>
                    <a:pt x="4653137" y="1256502"/>
                  </a:lnTo>
                  <a:lnTo>
                    <a:pt x="4653263" y="1256502"/>
                  </a:lnTo>
                  <a:lnTo>
                    <a:pt x="4653389" y="1256502"/>
                  </a:lnTo>
                  <a:lnTo>
                    <a:pt x="4653515" y="1256502"/>
                  </a:lnTo>
                  <a:lnTo>
                    <a:pt x="4653641" y="1256502"/>
                  </a:lnTo>
                  <a:lnTo>
                    <a:pt x="4653641" y="1251222"/>
                  </a:lnTo>
                  <a:lnTo>
                    <a:pt x="4653767" y="1251222"/>
                  </a:lnTo>
                  <a:lnTo>
                    <a:pt x="4653893" y="1251222"/>
                  </a:lnTo>
                  <a:lnTo>
                    <a:pt x="4654020" y="1251222"/>
                  </a:lnTo>
                  <a:lnTo>
                    <a:pt x="4654146" y="1251222"/>
                  </a:lnTo>
                  <a:lnTo>
                    <a:pt x="4654272" y="1251222"/>
                  </a:lnTo>
                  <a:lnTo>
                    <a:pt x="4654398" y="1251222"/>
                  </a:lnTo>
                  <a:lnTo>
                    <a:pt x="4654524" y="1251222"/>
                  </a:lnTo>
                  <a:lnTo>
                    <a:pt x="4654650" y="1251222"/>
                  </a:lnTo>
                  <a:lnTo>
                    <a:pt x="4654776" y="1251222"/>
                  </a:lnTo>
                  <a:lnTo>
                    <a:pt x="4654902" y="1251222"/>
                  </a:lnTo>
                  <a:lnTo>
                    <a:pt x="4655028" y="1251222"/>
                  </a:lnTo>
                  <a:lnTo>
                    <a:pt x="4655154" y="1251222"/>
                  </a:lnTo>
                  <a:lnTo>
                    <a:pt x="4655280" y="1251222"/>
                  </a:lnTo>
                  <a:lnTo>
                    <a:pt x="4655407" y="1251222"/>
                  </a:lnTo>
                  <a:lnTo>
                    <a:pt x="4655533" y="1251222"/>
                  </a:lnTo>
                  <a:lnTo>
                    <a:pt x="4655659" y="1251222"/>
                  </a:lnTo>
                  <a:lnTo>
                    <a:pt x="4655785" y="1251222"/>
                  </a:lnTo>
                  <a:lnTo>
                    <a:pt x="4655911" y="1251222"/>
                  </a:lnTo>
                  <a:lnTo>
                    <a:pt x="4656037" y="1251222"/>
                  </a:lnTo>
                  <a:lnTo>
                    <a:pt x="4656163" y="1251222"/>
                  </a:lnTo>
                  <a:lnTo>
                    <a:pt x="4656289" y="1251222"/>
                  </a:lnTo>
                  <a:lnTo>
                    <a:pt x="4656415" y="1251222"/>
                  </a:lnTo>
                  <a:lnTo>
                    <a:pt x="4656541" y="1251222"/>
                  </a:lnTo>
                  <a:lnTo>
                    <a:pt x="4656667" y="1251222"/>
                  </a:lnTo>
                  <a:lnTo>
                    <a:pt x="4656793" y="1251222"/>
                  </a:lnTo>
                  <a:lnTo>
                    <a:pt x="4656920" y="1251222"/>
                  </a:lnTo>
                  <a:lnTo>
                    <a:pt x="4657046" y="1251222"/>
                  </a:lnTo>
                  <a:lnTo>
                    <a:pt x="4657172" y="1251222"/>
                  </a:lnTo>
                  <a:lnTo>
                    <a:pt x="4657298" y="1251222"/>
                  </a:lnTo>
                  <a:lnTo>
                    <a:pt x="4657424" y="1251222"/>
                  </a:lnTo>
                  <a:lnTo>
                    <a:pt x="4657550" y="1251222"/>
                  </a:lnTo>
                  <a:lnTo>
                    <a:pt x="4657676" y="1251222"/>
                  </a:lnTo>
                  <a:lnTo>
                    <a:pt x="4657802" y="1251222"/>
                  </a:lnTo>
                  <a:lnTo>
                    <a:pt x="4657928" y="1251222"/>
                  </a:lnTo>
                  <a:lnTo>
                    <a:pt x="4658054" y="1251222"/>
                  </a:lnTo>
                  <a:lnTo>
                    <a:pt x="4658180" y="1251222"/>
                  </a:lnTo>
                  <a:lnTo>
                    <a:pt x="4658307" y="1251222"/>
                  </a:lnTo>
                  <a:lnTo>
                    <a:pt x="4658433" y="1251222"/>
                  </a:lnTo>
                  <a:lnTo>
                    <a:pt x="4658559" y="1251222"/>
                  </a:lnTo>
                  <a:lnTo>
                    <a:pt x="4658685" y="1251222"/>
                  </a:lnTo>
                  <a:lnTo>
                    <a:pt x="4658811" y="1251222"/>
                  </a:lnTo>
                  <a:lnTo>
                    <a:pt x="4658937" y="1251222"/>
                  </a:lnTo>
                  <a:lnTo>
                    <a:pt x="4659063" y="1251222"/>
                  </a:lnTo>
                  <a:lnTo>
                    <a:pt x="4659189" y="1251222"/>
                  </a:lnTo>
                  <a:lnTo>
                    <a:pt x="4659315" y="1251222"/>
                  </a:lnTo>
                  <a:lnTo>
                    <a:pt x="4659441" y="1251222"/>
                  </a:lnTo>
                  <a:lnTo>
                    <a:pt x="4659567" y="1251222"/>
                  </a:lnTo>
                  <a:lnTo>
                    <a:pt x="4659693" y="1251222"/>
                  </a:lnTo>
                  <a:lnTo>
                    <a:pt x="4659820" y="1251222"/>
                  </a:lnTo>
                  <a:lnTo>
                    <a:pt x="4659946" y="1251222"/>
                  </a:lnTo>
                  <a:lnTo>
                    <a:pt x="4660072" y="1251222"/>
                  </a:lnTo>
                  <a:lnTo>
                    <a:pt x="4660198" y="1251222"/>
                  </a:lnTo>
                  <a:lnTo>
                    <a:pt x="4660324" y="1251222"/>
                  </a:lnTo>
                  <a:lnTo>
                    <a:pt x="4660450" y="1251222"/>
                  </a:lnTo>
                  <a:lnTo>
                    <a:pt x="4660576" y="1251222"/>
                  </a:lnTo>
                  <a:lnTo>
                    <a:pt x="4660702" y="1251222"/>
                  </a:lnTo>
                  <a:lnTo>
                    <a:pt x="4660828" y="1251222"/>
                  </a:lnTo>
                  <a:lnTo>
                    <a:pt x="4660954" y="1251222"/>
                  </a:lnTo>
                  <a:lnTo>
                    <a:pt x="4661080" y="1251222"/>
                  </a:lnTo>
                  <a:lnTo>
                    <a:pt x="4661207" y="1251222"/>
                  </a:lnTo>
                  <a:lnTo>
                    <a:pt x="4661333" y="1251222"/>
                  </a:lnTo>
                  <a:lnTo>
                    <a:pt x="4661333" y="1245943"/>
                  </a:lnTo>
                  <a:lnTo>
                    <a:pt x="4661459" y="1245943"/>
                  </a:lnTo>
                  <a:lnTo>
                    <a:pt x="4661585" y="1245943"/>
                  </a:lnTo>
                  <a:lnTo>
                    <a:pt x="4661711" y="1245943"/>
                  </a:lnTo>
                  <a:lnTo>
                    <a:pt x="4661837" y="1245943"/>
                  </a:lnTo>
                  <a:lnTo>
                    <a:pt x="4661963" y="1245943"/>
                  </a:lnTo>
                  <a:lnTo>
                    <a:pt x="4662089" y="1245943"/>
                  </a:lnTo>
                  <a:lnTo>
                    <a:pt x="4662215" y="1245943"/>
                  </a:lnTo>
                  <a:lnTo>
                    <a:pt x="4662341" y="1245943"/>
                  </a:lnTo>
                  <a:lnTo>
                    <a:pt x="4662467" y="1245943"/>
                  </a:lnTo>
                  <a:lnTo>
                    <a:pt x="4662593" y="1245943"/>
                  </a:lnTo>
                  <a:lnTo>
                    <a:pt x="4662720" y="1245943"/>
                  </a:lnTo>
                  <a:lnTo>
                    <a:pt x="4662720" y="1240664"/>
                  </a:lnTo>
                  <a:lnTo>
                    <a:pt x="4662846" y="1240664"/>
                  </a:lnTo>
                  <a:lnTo>
                    <a:pt x="4662972" y="1240664"/>
                  </a:lnTo>
                  <a:lnTo>
                    <a:pt x="4663098" y="1240664"/>
                  </a:lnTo>
                  <a:lnTo>
                    <a:pt x="4663224" y="1240664"/>
                  </a:lnTo>
                  <a:lnTo>
                    <a:pt x="4663350" y="1240664"/>
                  </a:lnTo>
                  <a:lnTo>
                    <a:pt x="4663476" y="1240664"/>
                  </a:lnTo>
                  <a:lnTo>
                    <a:pt x="4663602" y="1240664"/>
                  </a:lnTo>
                  <a:lnTo>
                    <a:pt x="4663728" y="1240664"/>
                  </a:lnTo>
                  <a:lnTo>
                    <a:pt x="4663854" y="1240664"/>
                  </a:lnTo>
                  <a:lnTo>
                    <a:pt x="4663980" y="1240664"/>
                  </a:lnTo>
                  <a:lnTo>
                    <a:pt x="4664107" y="1240664"/>
                  </a:lnTo>
                  <a:lnTo>
                    <a:pt x="4664233" y="1240664"/>
                  </a:lnTo>
                  <a:lnTo>
                    <a:pt x="4664359" y="1240664"/>
                  </a:lnTo>
                  <a:lnTo>
                    <a:pt x="4664485" y="1240664"/>
                  </a:lnTo>
                  <a:lnTo>
                    <a:pt x="4664611" y="1240664"/>
                  </a:lnTo>
                  <a:lnTo>
                    <a:pt x="4664737" y="1240664"/>
                  </a:lnTo>
                  <a:lnTo>
                    <a:pt x="4664863" y="1240664"/>
                  </a:lnTo>
                  <a:lnTo>
                    <a:pt x="4664989" y="1240664"/>
                  </a:lnTo>
                  <a:lnTo>
                    <a:pt x="4665115" y="1240664"/>
                  </a:lnTo>
                  <a:lnTo>
                    <a:pt x="4665241" y="1240664"/>
                  </a:lnTo>
                  <a:lnTo>
                    <a:pt x="4665367" y="1240664"/>
                  </a:lnTo>
                  <a:lnTo>
                    <a:pt x="4665494" y="1240664"/>
                  </a:lnTo>
                  <a:lnTo>
                    <a:pt x="4665620" y="1240664"/>
                  </a:lnTo>
                  <a:lnTo>
                    <a:pt x="4665746" y="1240664"/>
                  </a:lnTo>
                  <a:lnTo>
                    <a:pt x="4665872" y="1240664"/>
                  </a:lnTo>
                  <a:lnTo>
                    <a:pt x="4665998" y="1240664"/>
                  </a:lnTo>
                  <a:lnTo>
                    <a:pt x="4665998" y="1235384"/>
                  </a:lnTo>
                  <a:lnTo>
                    <a:pt x="4666124" y="1235384"/>
                  </a:lnTo>
                  <a:lnTo>
                    <a:pt x="4666250" y="1235384"/>
                  </a:lnTo>
                  <a:lnTo>
                    <a:pt x="4666376" y="1235384"/>
                  </a:lnTo>
                  <a:lnTo>
                    <a:pt x="4666502" y="1235384"/>
                  </a:lnTo>
                  <a:lnTo>
                    <a:pt x="4666502" y="1230105"/>
                  </a:lnTo>
                  <a:lnTo>
                    <a:pt x="4666628" y="1230105"/>
                  </a:lnTo>
                  <a:lnTo>
                    <a:pt x="4666754" y="1230105"/>
                  </a:lnTo>
                  <a:lnTo>
                    <a:pt x="4666880" y="1230105"/>
                  </a:lnTo>
                  <a:lnTo>
                    <a:pt x="4667007" y="1230105"/>
                  </a:lnTo>
                  <a:lnTo>
                    <a:pt x="4667133" y="1230105"/>
                  </a:lnTo>
                  <a:lnTo>
                    <a:pt x="4667259" y="1230105"/>
                  </a:lnTo>
                  <a:lnTo>
                    <a:pt x="4667385" y="1230105"/>
                  </a:lnTo>
                  <a:lnTo>
                    <a:pt x="4667511" y="1230105"/>
                  </a:lnTo>
                  <a:lnTo>
                    <a:pt x="4667637" y="1230105"/>
                  </a:lnTo>
                  <a:lnTo>
                    <a:pt x="4667763" y="1230105"/>
                  </a:lnTo>
                  <a:lnTo>
                    <a:pt x="4667889" y="1230105"/>
                  </a:lnTo>
                  <a:lnTo>
                    <a:pt x="4668015" y="1230105"/>
                  </a:lnTo>
                  <a:lnTo>
                    <a:pt x="4668141" y="1230105"/>
                  </a:lnTo>
                  <a:lnTo>
                    <a:pt x="4668267" y="1230105"/>
                  </a:lnTo>
                  <a:lnTo>
                    <a:pt x="4668394" y="1230105"/>
                  </a:lnTo>
                  <a:lnTo>
                    <a:pt x="4668520" y="1230105"/>
                  </a:lnTo>
                  <a:lnTo>
                    <a:pt x="4668646" y="1230105"/>
                  </a:lnTo>
                  <a:lnTo>
                    <a:pt x="4668772" y="1230105"/>
                  </a:lnTo>
                  <a:lnTo>
                    <a:pt x="4668898" y="1230105"/>
                  </a:lnTo>
                  <a:lnTo>
                    <a:pt x="4669024" y="1230105"/>
                  </a:lnTo>
                  <a:lnTo>
                    <a:pt x="4669150" y="1230105"/>
                  </a:lnTo>
                  <a:lnTo>
                    <a:pt x="4669276" y="1230105"/>
                  </a:lnTo>
                  <a:lnTo>
                    <a:pt x="4669402" y="1230105"/>
                  </a:lnTo>
                  <a:lnTo>
                    <a:pt x="4669528" y="1230105"/>
                  </a:lnTo>
                  <a:lnTo>
                    <a:pt x="4669654" y="1230105"/>
                  </a:lnTo>
                  <a:lnTo>
                    <a:pt x="4669780" y="1230105"/>
                  </a:lnTo>
                  <a:lnTo>
                    <a:pt x="4669907" y="1230105"/>
                  </a:lnTo>
                  <a:lnTo>
                    <a:pt x="4670033" y="1230105"/>
                  </a:lnTo>
                  <a:lnTo>
                    <a:pt x="4670159" y="1230105"/>
                  </a:lnTo>
                  <a:lnTo>
                    <a:pt x="4670285" y="1230105"/>
                  </a:lnTo>
                  <a:lnTo>
                    <a:pt x="4670411" y="1230105"/>
                  </a:lnTo>
                  <a:lnTo>
                    <a:pt x="4670537" y="1230105"/>
                  </a:lnTo>
                  <a:lnTo>
                    <a:pt x="4670663" y="1230105"/>
                  </a:lnTo>
                  <a:lnTo>
                    <a:pt x="4670789" y="1230105"/>
                  </a:lnTo>
                  <a:lnTo>
                    <a:pt x="4670915" y="1230105"/>
                  </a:lnTo>
                  <a:lnTo>
                    <a:pt x="4671041" y="1230105"/>
                  </a:lnTo>
                  <a:lnTo>
                    <a:pt x="4671167" y="1230105"/>
                  </a:lnTo>
                  <a:lnTo>
                    <a:pt x="4671294" y="1230105"/>
                  </a:lnTo>
                  <a:lnTo>
                    <a:pt x="4671420" y="1230105"/>
                  </a:lnTo>
                  <a:lnTo>
                    <a:pt x="4671546" y="1230105"/>
                  </a:lnTo>
                  <a:lnTo>
                    <a:pt x="4671672" y="1230105"/>
                  </a:lnTo>
                  <a:lnTo>
                    <a:pt x="4671798" y="1230105"/>
                  </a:lnTo>
                  <a:lnTo>
                    <a:pt x="4671924" y="1230105"/>
                  </a:lnTo>
                  <a:lnTo>
                    <a:pt x="4672050" y="1230105"/>
                  </a:lnTo>
                  <a:lnTo>
                    <a:pt x="4672176" y="1230105"/>
                  </a:lnTo>
                  <a:lnTo>
                    <a:pt x="4672302" y="1230105"/>
                  </a:lnTo>
                  <a:lnTo>
                    <a:pt x="4672428" y="1230105"/>
                  </a:lnTo>
                  <a:lnTo>
                    <a:pt x="4672554" y="1230105"/>
                  </a:lnTo>
                  <a:lnTo>
                    <a:pt x="4672681" y="1230105"/>
                  </a:lnTo>
                  <a:lnTo>
                    <a:pt x="4672807" y="1230105"/>
                  </a:lnTo>
                  <a:lnTo>
                    <a:pt x="4672933" y="1230105"/>
                  </a:lnTo>
                  <a:lnTo>
                    <a:pt x="4673059" y="1230105"/>
                  </a:lnTo>
                  <a:lnTo>
                    <a:pt x="4673059" y="1224825"/>
                  </a:lnTo>
                  <a:lnTo>
                    <a:pt x="4673185" y="1224825"/>
                  </a:lnTo>
                  <a:lnTo>
                    <a:pt x="4673311" y="1224825"/>
                  </a:lnTo>
                  <a:lnTo>
                    <a:pt x="4673437" y="1224825"/>
                  </a:lnTo>
                  <a:lnTo>
                    <a:pt x="4673563" y="1224825"/>
                  </a:lnTo>
                  <a:lnTo>
                    <a:pt x="4673689" y="1224825"/>
                  </a:lnTo>
                  <a:lnTo>
                    <a:pt x="4673689" y="1219546"/>
                  </a:lnTo>
                  <a:lnTo>
                    <a:pt x="4673815" y="1219546"/>
                  </a:lnTo>
                  <a:lnTo>
                    <a:pt x="4673941" y="1219546"/>
                  </a:lnTo>
                  <a:lnTo>
                    <a:pt x="4674067" y="1219546"/>
                  </a:lnTo>
                  <a:lnTo>
                    <a:pt x="4674194" y="1219546"/>
                  </a:lnTo>
                  <a:lnTo>
                    <a:pt x="4674320" y="1219546"/>
                  </a:lnTo>
                  <a:lnTo>
                    <a:pt x="4674446" y="1219546"/>
                  </a:lnTo>
                  <a:lnTo>
                    <a:pt x="4674572" y="1219546"/>
                  </a:lnTo>
                  <a:lnTo>
                    <a:pt x="4674698" y="1219546"/>
                  </a:lnTo>
                  <a:lnTo>
                    <a:pt x="4674698" y="1214266"/>
                  </a:lnTo>
                  <a:lnTo>
                    <a:pt x="4674824" y="1214266"/>
                  </a:lnTo>
                  <a:lnTo>
                    <a:pt x="4674950" y="1214266"/>
                  </a:lnTo>
                  <a:lnTo>
                    <a:pt x="4675076" y="1214266"/>
                  </a:lnTo>
                  <a:lnTo>
                    <a:pt x="4675202" y="1214266"/>
                  </a:lnTo>
                  <a:lnTo>
                    <a:pt x="4675328" y="1214266"/>
                  </a:lnTo>
                  <a:lnTo>
                    <a:pt x="4675454" y="1214266"/>
                  </a:lnTo>
                  <a:lnTo>
                    <a:pt x="4675454" y="1208987"/>
                  </a:lnTo>
                  <a:lnTo>
                    <a:pt x="4675581" y="1208987"/>
                  </a:lnTo>
                  <a:lnTo>
                    <a:pt x="4675707" y="1208987"/>
                  </a:lnTo>
                  <a:lnTo>
                    <a:pt x="4675833" y="1208987"/>
                  </a:lnTo>
                  <a:lnTo>
                    <a:pt x="4675959" y="1208987"/>
                  </a:lnTo>
                  <a:lnTo>
                    <a:pt x="4676085" y="1208987"/>
                  </a:lnTo>
                  <a:lnTo>
                    <a:pt x="4676211" y="1208987"/>
                  </a:lnTo>
                  <a:lnTo>
                    <a:pt x="4676337" y="1208987"/>
                  </a:lnTo>
                  <a:lnTo>
                    <a:pt x="4676463" y="1208987"/>
                  </a:lnTo>
                  <a:lnTo>
                    <a:pt x="4676589" y="1208987"/>
                  </a:lnTo>
                  <a:lnTo>
                    <a:pt x="4676715" y="1208987"/>
                  </a:lnTo>
                  <a:lnTo>
                    <a:pt x="4676841" y="1208987"/>
                  </a:lnTo>
                  <a:lnTo>
                    <a:pt x="4676967" y="1208987"/>
                  </a:lnTo>
                  <a:lnTo>
                    <a:pt x="4677094" y="1208987"/>
                  </a:lnTo>
                  <a:lnTo>
                    <a:pt x="4677220" y="1208987"/>
                  </a:lnTo>
                  <a:lnTo>
                    <a:pt x="4677346" y="1208987"/>
                  </a:lnTo>
                  <a:lnTo>
                    <a:pt x="4677472" y="1208987"/>
                  </a:lnTo>
                  <a:lnTo>
                    <a:pt x="4677598" y="1208987"/>
                  </a:lnTo>
                  <a:lnTo>
                    <a:pt x="4677724" y="1208987"/>
                  </a:lnTo>
                  <a:lnTo>
                    <a:pt x="4677850" y="1208987"/>
                  </a:lnTo>
                  <a:lnTo>
                    <a:pt x="4677976" y="1208987"/>
                  </a:lnTo>
                  <a:lnTo>
                    <a:pt x="4678102" y="1208987"/>
                  </a:lnTo>
                  <a:lnTo>
                    <a:pt x="4678228" y="1208987"/>
                  </a:lnTo>
                  <a:lnTo>
                    <a:pt x="4678354" y="1208987"/>
                  </a:lnTo>
                  <a:lnTo>
                    <a:pt x="4678481" y="1208987"/>
                  </a:lnTo>
                  <a:lnTo>
                    <a:pt x="4678607" y="1208987"/>
                  </a:lnTo>
                  <a:lnTo>
                    <a:pt x="4678733" y="1208987"/>
                  </a:lnTo>
                  <a:lnTo>
                    <a:pt x="4678859" y="1208987"/>
                  </a:lnTo>
                  <a:lnTo>
                    <a:pt x="4678985" y="1208987"/>
                  </a:lnTo>
                  <a:lnTo>
                    <a:pt x="4679111" y="1208987"/>
                  </a:lnTo>
                  <a:lnTo>
                    <a:pt x="4679237" y="1208987"/>
                  </a:lnTo>
                  <a:lnTo>
                    <a:pt x="4679363" y="1208987"/>
                  </a:lnTo>
                  <a:lnTo>
                    <a:pt x="4679489" y="1208987"/>
                  </a:lnTo>
                  <a:lnTo>
                    <a:pt x="4679615" y="1208987"/>
                  </a:lnTo>
                  <a:lnTo>
                    <a:pt x="4679741" y="1208987"/>
                  </a:lnTo>
                  <a:lnTo>
                    <a:pt x="4679868" y="1208987"/>
                  </a:lnTo>
                  <a:lnTo>
                    <a:pt x="4679994" y="1208987"/>
                  </a:lnTo>
                  <a:lnTo>
                    <a:pt x="4680120" y="1208987"/>
                  </a:lnTo>
                  <a:lnTo>
                    <a:pt x="4680246" y="1208987"/>
                  </a:lnTo>
                  <a:lnTo>
                    <a:pt x="4680372" y="1208987"/>
                  </a:lnTo>
                  <a:lnTo>
                    <a:pt x="4680498" y="1208987"/>
                  </a:lnTo>
                  <a:lnTo>
                    <a:pt x="4680624" y="1208987"/>
                  </a:lnTo>
                  <a:lnTo>
                    <a:pt x="4680750" y="1208987"/>
                  </a:lnTo>
                  <a:lnTo>
                    <a:pt x="4680876" y="1208987"/>
                  </a:lnTo>
                  <a:lnTo>
                    <a:pt x="4681002" y="1208987"/>
                  </a:lnTo>
                  <a:lnTo>
                    <a:pt x="4681128" y="1208987"/>
                  </a:lnTo>
                  <a:lnTo>
                    <a:pt x="4681254" y="1208987"/>
                  </a:lnTo>
                  <a:lnTo>
                    <a:pt x="4681381" y="1208987"/>
                  </a:lnTo>
                  <a:lnTo>
                    <a:pt x="4681507" y="1208987"/>
                  </a:lnTo>
                  <a:lnTo>
                    <a:pt x="4681633" y="1208987"/>
                  </a:lnTo>
                  <a:lnTo>
                    <a:pt x="4681759" y="1208987"/>
                  </a:lnTo>
                  <a:lnTo>
                    <a:pt x="4681885" y="1208987"/>
                  </a:lnTo>
                  <a:lnTo>
                    <a:pt x="4682011" y="1208987"/>
                  </a:lnTo>
                  <a:lnTo>
                    <a:pt x="4682137" y="1208987"/>
                  </a:lnTo>
                  <a:lnTo>
                    <a:pt x="4682263" y="1208987"/>
                  </a:lnTo>
                  <a:lnTo>
                    <a:pt x="4682389" y="1208987"/>
                  </a:lnTo>
                  <a:lnTo>
                    <a:pt x="4682515" y="1208987"/>
                  </a:lnTo>
                  <a:lnTo>
                    <a:pt x="4682641" y="1208987"/>
                  </a:lnTo>
                  <a:lnTo>
                    <a:pt x="4682768" y="1208987"/>
                  </a:lnTo>
                  <a:lnTo>
                    <a:pt x="4682894" y="1208987"/>
                  </a:lnTo>
                  <a:lnTo>
                    <a:pt x="4683020" y="1208987"/>
                  </a:lnTo>
                  <a:lnTo>
                    <a:pt x="4683146" y="1208987"/>
                  </a:lnTo>
                  <a:lnTo>
                    <a:pt x="4683272" y="1208987"/>
                  </a:lnTo>
                  <a:lnTo>
                    <a:pt x="4683398" y="1208987"/>
                  </a:lnTo>
                  <a:lnTo>
                    <a:pt x="4683524" y="1208987"/>
                  </a:lnTo>
                  <a:lnTo>
                    <a:pt x="4683650" y="1208987"/>
                  </a:lnTo>
                  <a:lnTo>
                    <a:pt x="4683776" y="1208987"/>
                  </a:lnTo>
                  <a:lnTo>
                    <a:pt x="4683902" y="1208987"/>
                  </a:lnTo>
                  <a:lnTo>
                    <a:pt x="4684028" y="1208987"/>
                  </a:lnTo>
                  <a:lnTo>
                    <a:pt x="4684154" y="1208987"/>
                  </a:lnTo>
                  <a:lnTo>
                    <a:pt x="4684281" y="1208987"/>
                  </a:lnTo>
                  <a:lnTo>
                    <a:pt x="4684407" y="1208987"/>
                  </a:lnTo>
                  <a:lnTo>
                    <a:pt x="4684533" y="1208987"/>
                  </a:lnTo>
                  <a:lnTo>
                    <a:pt x="4684659" y="1208987"/>
                  </a:lnTo>
                  <a:lnTo>
                    <a:pt x="4684785" y="1208987"/>
                  </a:lnTo>
                  <a:lnTo>
                    <a:pt x="4684911" y="1208987"/>
                  </a:lnTo>
                  <a:lnTo>
                    <a:pt x="4685037" y="1208987"/>
                  </a:lnTo>
                  <a:lnTo>
                    <a:pt x="4685163" y="1208987"/>
                  </a:lnTo>
                  <a:lnTo>
                    <a:pt x="4685289" y="1208987"/>
                  </a:lnTo>
                  <a:lnTo>
                    <a:pt x="4685415" y="1208987"/>
                  </a:lnTo>
                  <a:lnTo>
                    <a:pt x="4685541" y="1208987"/>
                  </a:lnTo>
                  <a:lnTo>
                    <a:pt x="4685668" y="1208987"/>
                  </a:lnTo>
                  <a:lnTo>
                    <a:pt x="4685794" y="1208987"/>
                  </a:lnTo>
                  <a:lnTo>
                    <a:pt x="4685920" y="1208987"/>
                  </a:lnTo>
                  <a:lnTo>
                    <a:pt x="4686046" y="1208987"/>
                  </a:lnTo>
                  <a:lnTo>
                    <a:pt x="4686172" y="1208987"/>
                  </a:lnTo>
                  <a:lnTo>
                    <a:pt x="4686298" y="1208987"/>
                  </a:lnTo>
                  <a:lnTo>
                    <a:pt x="4686424" y="1208987"/>
                  </a:lnTo>
                  <a:lnTo>
                    <a:pt x="4686550" y="1208987"/>
                  </a:lnTo>
                  <a:lnTo>
                    <a:pt x="4686676" y="1208987"/>
                  </a:lnTo>
                  <a:lnTo>
                    <a:pt x="4686802" y="1208987"/>
                  </a:lnTo>
                  <a:lnTo>
                    <a:pt x="4686928" y="1208987"/>
                  </a:lnTo>
                  <a:lnTo>
                    <a:pt x="4687054" y="1208987"/>
                  </a:lnTo>
                  <a:lnTo>
                    <a:pt x="4687181" y="1208987"/>
                  </a:lnTo>
                  <a:lnTo>
                    <a:pt x="4687307" y="1208987"/>
                  </a:lnTo>
                  <a:lnTo>
                    <a:pt x="4687433" y="1208987"/>
                  </a:lnTo>
                  <a:lnTo>
                    <a:pt x="4687559" y="1208987"/>
                  </a:lnTo>
                  <a:lnTo>
                    <a:pt x="4687685" y="1208987"/>
                  </a:lnTo>
                  <a:lnTo>
                    <a:pt x="4687811" y="1208987"/>
                  </a:lnTo>
                  <a:lnTo>
                    <a:pt x="4687937" y="1208987"/>
                  </a:lnTo>
                  <a:lnTo>
                    <a:pt x="4688063" y="1208987"/>
                  </a:lnTo>
                  <a:lnTo>
                    <a:pt x="4688189" y="1208987"/>
                  </a:lnTo>
                  <a:lnTo>
                    <a:pt x="4688315" y="1208987"/>
                  </a:lnTo>
                  <a:lnTo>
                    <a:pt x="4688441" y="1208987"/>
                  </a:lnTo>
                  <a:lnTo>
                    <a:pt x="4688568" y="1208987"/>
                  </a:lnTo>
                  <a:lnTo>
                    <a:pt x="4688694" y="1208987"/>
                  </a:lnTo>
                  <a:lnTo>
                    <a:pt x="4688820" y="1208987"/>
                  </a:lnTo>
                  <a:lnTo>
                    <a:pt x="4688946" y="1208987"/>
                  </a:lnTo>
                  <a:lnTo>
                    <a:pt x="4689072" y="1208987"/>
                  </a:lnTo>
                  <a:lnTo>
                    <a:pt x="4689198" y="1208987"/>
                  </a:lnTo>
                  <a:lnTo>
                    <a:pt x="4689324" y="1208987"/>
                  </a:lnTo>
                  <a:lnTo>
                    <a:pt x="4689450" y="1208987"/>
                  </a:lnTo>
                  <a:lnTo>
                    <a:pt x="4689576" y="1208987"/>
                  </a:lnTo>
                  <a:lnTo>
                    <a:pt x="4689702" y="1208987"/>
                  </a:lnTo>
                  <a:lnTo>
                    <a:pt x="4689828" y="1208987"/>
                  </a:lnTo>
                  <a:lnTo>
                    <a:pt x="4689955" y="1208987"/>
                  </a:lnTo>
                  <a:lnTo>
                    <a:pt x="4690081" y="1208987"/>
                  </a:lnTo>
                  <a:lnTo>
                    <a:pt x="4690207" y="1208987"/>
                  </a:lnTo>
                  <a:lnTo>
                    <a:pt x="4690333" y="1208987"/>
                  </a:lnTo>
                  <a:lnTo>
                    <a:pt x="4690459" y="1208987"/>
                  </a:lnTo>
                  <a:lnTo>
                    <a:pt x="4690585" y="1208987"/>
                  </a:lnTo>
                  <a:lnTo>
                    <a:pt x="4690711" y="1208987"/>
                  </a:lnTo>
                  <a:lnTo>
                    <a:pt x="4690837" y="1208987"/>
                  </a:lnTo>
                  <a:lnTo>
                    <a:pt x="4690837" y="1203708"/>
                  </a:lnTo>
                  <a:lnTo>
                    <a:pt x="4690963" y="1203708"/>
                  </a:lnTo>
                  <a:lnTo>
                    <a:pt x="4691089" y="1203708"/>
                  </a:lnTo>
                  <a:lnTo>
                    <a:pt x="4691215" y="1203708"/>
                  </a:lnTo>
                  <a:lnTo>
                    <a:pt x="4691341" y="1203708"/>
                  </a:lnTo>
                  <a:lnTo>
                    <a:pt x="4691468" y="1203708"/>
                  </a:lnTo>
                  <a:lnTo>
                    <a:pt x="4691594" y="1203708"/>
                  </a:lnTo>
                  <a:lnTo>
                    <a:pt x="4691720" y="1203708"/>
                  </a:lnTo>
                  <a:lnTo>
                    <a:pt x="4691846" y="1203708"/>
                  </a:lnTo>
                  <a:lnTo>
                    <a:pt x="4691972" y="1203708"/>
                  </a:lnTo>
                  <a:lnTo>
                    <a:pt x="4692098" y="1203708"/>
                  </a:lnTo>
                  <a:lnTo>
                    <a:pt x="4692224" y="1203708"/>
                  </a:lnTo>
                  <a:lnTo>
                    <a:pt x="4692350" y="1203708"/>
                  </a:lnTo>
                  <a:lnTo>
                    <a:pt x="4692476" y="1203708"/>
                  </a:lnTo>
                  <a:lnTo>
                    <a:pt x="4692602" y="1203708"/>
                  </a:lnTo>
                  <a:lnTo>
                    <a:pt x="4692728" y="1203708"/>
                  </a:lnTo>
                  <a:lnTo>
                    <a:pt x="4692855" y="1203708"/>
                  </a:lnTo>
                  <a:lnTo>
                    <a:pt x="4692981" y="1203708"/>
                  </a:lnTo>
                  <a:lnTo>
                    <a:pt x="4693107" y="1203708"/>
                  </a:lnTo>
                  <a:lnTo>
                    <a:pt x="4693233" y="1203708"/>
                  </a:lnTo>
                  <a:lnTo>
                    <a:pt x="4693359" y="1203708"/>
                  </a:lnTo>
                  <a:lnTo>
                    <a:pt x="4693485" y="1203708"/>
                  </a:lnTo>
                  <a:lnTo>
                    <a:pt x="4693611" y="1203708"/>
                  </a:lnTo>
                  <a:lnTo>
                    <a:pt x="4693737" y="1203708"/>
                  </a:lnTo>
                  <a:lnTo>
                    <a:pt x="4693863" y="1203708"/>
                  </a:lnTo>
                  <a:lnTo>
                    <a:pt x="4693989" y="1203708"/>
                  </a:lnTo>
                  <a:lnTo>
                    <a:pt x="4694115" y="1203708"/>
                  </a:lnTo>
                  <a:lnTo>
                    <a:pt x="4694241" y="1203708"/>
                  </a:lnTo>
                  <a:lnTo>
                    <a:pt x="4694368" y="1203708"/>
                  </a:lnTo>
                  <a:lnTo>
                    <a:pt x="4694494" y="1203708"/>
                  </a:lnTo>
                  <a:lnTo>
                    <a:pt x="4694620" y="1203708"/>
                  </a:lnTo>
                  <a:lnTo>
                    <a:pt x="4694746" y="1203708"/>
                  </a:lnTo>
                  <a:lnTo>
                    <a:pt x="4694872" y="1203708"/>
                  </a:lnTo>
                  <a:lnTo>
                    <a:pt x="4694998" y="1203708"/>
                  </a:lnTo>
                  <a:lnTo>
                    <a:pt x="4695124" y="1203708"/>
                  </a:lnTo>
                  <a:lnTo>
                    <a:pt x="4695250" y="1203708"/>
                  </a:lnTo>
                  <a:lnTo>
                    <a:pt x="4695376" y="1203708"/>
                  </a:lnTo>
                  <a:lnTo>
                    <a:pt x="4695502" y="1203708"/>
                  </a:lnTo>
                  <a:lnTo>
                    <a:pt x="4695628" y="1203708"/>
                  </a:lnTo>
                  <a:lnTo>
                    <a:pt x="4695755" y="1203708"/>
                  </a:lnTo>
                  <a:lnTo>
                    <a:pt x="4695881" y="1203708"/>
                  </a:lnTo>
                  <a:lnTo>
                    <a:pt x="4696007" y="1203708"/>
                  </a:lnTo>
                  <a:lnTo>
                    <a:pt x="4696133" y="1203708"/>
                  </a:lnTo>
                  <a:lnTo>
                    <a:pt x="4696259" y="1203708"/>
                  </a:lnTo>
                  <a:lnTo>
                    <a:pt x="4696385" y="1203708"/>
                  </a:lnTo>
                  <a:lnTo>
                    <a:pt x="4696511" y="1203708"/>
                  </a:lnTo>
                  <a:lnTo>
                    <a:pt x="4696637" y="1203708"/>
                  </a:lnTo>
                  <a:lnTo>
                    <a:pt x="4696763" y="1203708"/>
                  </a:lnTo>
                  <a:lnTo>
                    <a:pt x="4696889" y="1203708"/>
                  </a:lnTo>
                  <a:lnTo>
                    <a:pt x="4697015" y="1203708"/>
                  </a:lnTo>
                  <a:lnTo>
                    <a:pt x="4697142" y="1203708"/>
                  </a:lnTo>
                  <a:lnTo>
                    <a:pt x="4697268" y="1203708"/>
                  </a:lnTo>
                  <a:lnTo>
                    <a:pt x="4697394" y="1203708"/>
                  </a:lnTo>
                  <a:lnTo>
                    <a:pt x="4697520" y="1203708"/>
                  </a:lnTo>
                  <a:lnTo>
                    <a:pt x="4697646" y="1203708"/>
                  </a:lnTo>
                  <a:lnTo>
                    <a:pt x="4697772" y="1203708"/>
                  </a:lnTo>
                  <a:lnTo>
                    <a:pt x="4697898" y="1203708"/>
                  </a:lnTo>
                  <a:lnTo>
                    <a:pt x="4697898" y="1198428"/>
                  </a:lnTo>
                  <a:lnTo>
                    <a:pt x="4698024" y="1198428"/>
                  </a:lnTo>
                  <a:lnTo>
                    <a:pt x="4698150" y="1198428"/>
                  </a:lnTo>
                  <a:lnTo>
                    <a:pt x="4698276" y="1198428"/>
                  </a:lnTo>
                  <a:lnTo>
                    <a:pt x="4698402" y="1198428"/>
                  </a:lnTo>
                  <a:lnTo>
                    <a:pt x="4698528" y="1198428"/>
                  </a:lnTo>
                  <a:lnTo>
                    <a:pt x="4698655" y="1198428"/>
                  </a:lnTo>
                  <a:lnTo>
                    <a:pt x="4698781" y="1198428"/>
                  </a:lnTo>
                  <a:lnTo>
                    <a:pt x="4698907" y="1198428"/>
                  </a:lnTo>
                  <a:lnTo>
                    <a:pt x="4699033" y="1198428"/>
                  </a:lnTo>
                  <a:lnTo>
                    <a:pt x="4699159" y="1198428"/>
                  </a:lnTo>
                  <a:lnTo>
                    <a:pt x="4699285" y="1198428"/>
                  </a:lnTo>
                  <a:lnTo>
                    <a:pt x="4699411" y="1198428"/>
                  </a:lnTo>
                  <a:lnTo>
                    <a:pt x="4699537" y="1198428"/>
                  </a:lnTo>
                  <a:lnTo>
                    <a:pt x="4699663" y="1198428"/>
                  </a:lnTo>
                  <a:lnTo>
                    <a:pt x="4699789" y="1198428"/>
                  </a:lnTo>
                  <a:lnTo>
                    <a:pt x="4699915" y="1198428"/>
                  </a:lnTo>
                  <a:lnTo>
                    <a:pt x="4700042" y="1198428"/>
                  </a:lnTo>
                  <a:lnTo>
                    <a:pt x="4700168" y="1198428"/>
                  </a:lnTo>
                  <a:lnTo>
                    <a:pt x="4700294" y="1198428"/>
                  </a:lnTo>
                  <a:lnTo>
                    <a:pt x="4700420" y="1198428"/>
                  </a:lnTo>
                  <a:lnTo>
                    <a:pt x="4700546" y="1198428"/>
                  </a:lnTo>
                  <a:lnTo>
                    <a:pt x="4700672" y="1198428"/>
                  </a:lnTo>
                  <a:lnTo>
                    <a:pt x="4700798" y="1198428"/>
                  </a:lnTo>
                  <a:lnTo>
                    <a:pt x="4700924" y="1198428"/>
                  </a:lnTo>
                  <a:lnTo>
                    <a:pt x="4701050" y="1198428"/>
                  </a:lnTo>
                  <a:lnTo>
                    <a:pt x="4701176" y="1198428"/>
                  </a:lnTo>
                  <a:lnTo>
                    <a:pt x="4701302" y="1198428"/>
                  </a:lnTo>
                  <a:lnTo>
                    <a:pt x="4701428" y="1198428"/>
                  </a:lnTo>
                  <a:lnTo>
                    <a:pt x="4701555" y="1198428"/>
                  </a:lnTo>
                  <a:lnTo>
                    <a:pt x="4701681" y="1198428"/>
                  </a:lnTo>
                  <a:lnTo>
                    <a:pt x="4701807" y="1198428"/>
                  </a:lnTo>
                  <a:lnTo>
                    <a:pt x="4701933" y="1198428"/>
                  </a:lnTo>
                  <a:lnTo>
                    <a:pt x="4702059" y="1198428"/>
                  </a:lnTo>
                  <a:lnTo>
                    <a:pt x="4702185" y="1198428"/>
                  </a:lnTo>
                  <a:lnTo>
                    <a:pt x="4702311" y="1198428"/>
                  </a:lnTo>
                  <a:lnTo>
                    <a:pt x="4702437" y="1198428"/>
                  </a:lnTo>
                  <a:lnTo>
                    <a:pt x="4702563" y="1198428"/>
                  </a:lnTo>
                  <a:lnTo>
                    <a:pt x="4702689" y="1198428"/>
                  </a:lnTo>
                  <a:lnTo>
                    <a:pt x="4702815" y="1198428"/>
                  </a:lnTo>
                  <a:lnTo>
                    <a:pt x="4702942" y="1198428"/>
                  </a:lnTo>
                  <a:lnTo>
                    <a:pt x="4703068" y="1198428"/>
                  </a:lnTo>
                  <a:lnTo>
                    <a:pt x="4703194" y="1198428"/>
                  </a:lnTo>
                  <a:lnTo>
                    <a:pt x="4703320" y="1198428"/>
                  </a:lnTo>
                  <a:lnTo>
                    <a:pt x="4703446" y="1198428"/>
                  </a:lnTo>
                  <a:lnTo>
                    <a:pt x="4703572" y="1198428"/>
                  </a:lnTo>
                  <a:lnTo>
                    <a:pt x="4703698" y="1198428"/>
                  </a:lnTo>
                  <a:lnTo>
                    <a:pt x="4703824" y="1198428"/>
                  </a:lnTo>
                  <a:lnTo>
                    <a:pt x="4703950" y="1198428"/>
                  </a:lnTo>
                  <a:lnTo>
                    <a:pt x="4704076" y="1198428"/>
                  </a:lnTo>
                  <a:lnTo>
                    <a:pt x="4704202" y="1198428"/>
                  </a:lnTo>
                  <a:lnTo>
                    <a:pt x="4704328" y="1198428"/>
                  </a:lnTo>
                  <a:lnTo>
                    <a:pt x="4704455" y="1198428"/>
                  </a:lnTo>
                  <a:lnTo>
                    <a:pt x="4704581" y="1198428"/>
                  </a:lnTo>
                  <a:lnTo>
                    <a:pt x="4704707" y="1198428"/>
                  </a:lnTo>
                  <a:lnTo>
                    <a:pt x="4704833" y="1198428"/>
                  </a:lnTo>
                  <a:lnTo>
                    <a:pt x="4704959" y="1198428"/>
                  </a:lnTo>
                  <a:lnTo>
                    <a:pt x="4705085" y="1198428"/>
                  </a:lnTo>
                  <a:lnTo>
                    <a:pt x="4705211" y="1198428"/>
                  </a:lnTo>
                  <a:lnTo>
                    <a:pt x="4705337" y="1198428"/>
                  </a:lnTo>
                  <a:lnTo>
                    <a:pt x="4705463" y="1198428"/>
                  </a:lnTo>
                  <a:lnTo>
                    <a:pt x="4705589" y="1198428"/>
                  </a:lnTo>
                  <a:lnTo>
                    <a:pt x="4705715" y="1198428"/>
                  </a:lnTo>
                  <a:lnTo>
                    <a:pt x="4705842" y="1198428"/>
                  </a:lnTo>
                  <a:lnTo>
                    <a:pt x="4705968" y="1198428"/>
                  </a:lnTo>
                  <a:lnTo>
                    <a:pt x="4706094" y="1198428"/>
                  </a:lnTo>
                  <a:lnTo>
                    <a:pt x="4706220" y="1198428"/>
                  </a:lnTo>
                  <a:lnTo>
                    <a:pt x="4706346" y="1198428"/>
                  </a:lnTo>
                  <a:lnTo>
                    <a:pt x="4706472" y="1198428"/>
                  </a:lnTo>
                  <a:lnTo>
                    <a:pt x="4706598" y="1198428"/>
                  </a:lnTo>
                  <a:lnTo>
                    <a:pt x="4706724" y="1198428"/>
                  </a:lnTo>
                  <a:lnTo>
                    <a:pt x="4706850" y="1198428"/>
                  </a:lnTo>
                  <a:lnTo>
                    <a:pt x="4706976" y="1198428"/>
                  </a:lnTo>
                  <a:lnTo>
                    <a:pt x="4707102" y="1198428"/>
                  </a:lnTo>
                  <a:lnTo>
                    <a:pt x="4707229" y="1198428"/>
                  </a:lnTo>
                  <a:lnTo>
                    <a:pt x="4707355" y="1198428"/>
                  </a:lnTo>
                  <a:lnTo>
                    <a:pt x="4707481" y="1198428"/>
                  </a:lnTo>
                  <a:lnTo>
                    <a:pt x="4707607" y="1198428"/>
                  </a:lnTo>
                  <a:lnTo>
                    <a:pt x="4707733" y="1198428"/>
                  </a:lnTo>
                  <a:lnTo>
                    <a:pt x="4707859" y="1198428"/>
                  </a:lnTo>
                  <a:lnTo>
                    <a:pt x="4707985" y="1198428"/>
                  </a:lnTo>
                  <a:lnTo>
                    <a:pt x="4707985" y="1193149"/>
                  </a:lnTo>
                  <a:lnTo>
                    <a:pt x="4708111" y="1193149"/>
                  </a:lnTo>
                  <a:lnTo>
                    <a:pt x="4708237" y="1193149"/>
                  </a:lnTo>
                  <a:lnTo>
                    <a:pt x="4708363" y="1193149"/>
                  </a:lnTo>
                  <a:lnTo>
                    <a:pt x="4708363" y="1187869"/>
                  </a:lnTo>
                  <a:lnTo>
                    <a:pt x="4708489" y="1187869"/>
                  </a:lnTo>
                  <a:lnTo>
                    <a:pt x="4708615" y="1187869"/>
                  </a:lnTo>
                  <a:lnTo>
                    <a:pt x="4708742" y="1187869"/>
                  </a:lnTo>
                  <a:lnTo>
                    <a:pt x="4708868" y="1187869"/>
                  </a:lnTo>
                  <a:lnTo>
                    <a:pt x="4708994" y="1187869"/>
                  </a:lnTo>
                  <a:lnTo>
                    <a:pt x="4709120" y="1187869"/>
                  </a:lnTo>
                  <a:lnTo>
                    <a:pt x="4709246" y="1187869"/>
                  </a:lnTo>
                  <a:lnTo>
                    <a:pt x="4709372" y="1187869"/>
                  </a:lnTo>
                  <a:lnTo>
                    <a:pt x="4709498" y="1187869"/>
                  </a:lnTo>
                  <a:lnTo>
                    <a:pt x="4709624" y="1187869"/>
                  </a:lnTo>
                  <a:lnTo>
                    <a:pt x="4709750" y="1187869"/>
                  </a:lnTo>
                  <a:lnTo>
                    <a:pt x="4709876" y="1187869"/>
                  </a:lnTo>
                  <a:lnTo>
                    <a:pt x="4710002" y="1187869"/>
                  </a:lnTo>
                  <a:lnTo>
                    <a:pt x="4710129" y="1187869"/>
                  </a:lnTo>
                  <a:lnTo>
                    <a:pt x="4710255" y="1187869"/>
                  </a:lnTo>
                  <a:lnTo>
                    <a:pt x="4710381" y="1187869"/>
                  </a:lnTo>
                  <a:lnTo>
                    <a:pt x="4710507" y="1187869"/>
                  </a:lnTo>
                  <a:lnTo>
                    <a:pt x="4710633" y="1187869"/>
                  </a:lnTo>
                  <a:lnTo>
                    <a:pt x="4710759" y="1187869"/>
                  </a:lnTo>
                  <a:lnTo>
                    <a:pt x="4710885" y="1187869"/>
                  </a:lnTo>
                  <a:lnTo>
                    <a:pt x="4711011" y="1187869"/>
                  </a:lnTo>
                  <a:lnTo>
                    <a:pt x="4711137" y="1187869"/>
                  </a:lnTo>
                  <a:lnTo>
                    <a:pt x="4711263" y="1187869"/>
                  </a:lnTo>
                  <a:lnTo>
                    <a:pt x="4711389" y="1187869"/>
                  </a:lnTo>
                  <a:lnTo>
                    <a:pt x="4711515" y="1187869"/>
                  </a:lnTo>
                  <a:lnTo>
                    <a:pt x="4711642" y="1187869"/>
                  </a:lnTo>
                  <a:lnTo>
                    <a:pt x="4711768" y="1187869"/>
                  </a:lnTo>
                  <a:lnTo>
                    <a:pt x="4711768" y="1182590"/>
                  </a:lnTo>
                  <a:lnTo>
                    <a:pt x="4711894" y="1182590"/>
                  </a:lnTo>
                  <a:lnTo>
                    <a:pt x="4712020" y="1182590"/>
                  </a:lnTo>
                  <a:lnTo>
                    <a:pt x="4712146" y="1182590"/>
                  </a:lnTo>
                  <a:lnTo>
                    <a:pt x="4712272" y="1182590"/>
                  </a:lnTo>
                  <a:lnTo>
                    <a:pt x="4712398" y="1182590"/>
                  </a:lnTo>
                  <a:lnTo>
                    <a:pt x="4712524" y="1182590"/>
                  </a:lnTo>
                  <a:lnTo>
                    <a:pt x="4712650" y="1182590"/>
                  </a:lnTo>
                  <a:lnTo>
                    <a:pt x="4712776" y="1182590"/>
                  </a:lnTo>
                  <a:lnTo>
                    <a:pt x="4712902" y="1182590"/>
                  </a:lnTo>
                  <a:lnTo>
                    <a:pt x="4713029" y="1182590"/>
                  </a:lnTo>
                  <a:lnTo>
                    <a:pt x="4713155" y="1182590"/>
                  </a:lnTo>
                  <a:lnTo>
                    <a:pt x="4713281" y="1182590"/>
                  </a:lnTo>
                  <a:lnTo>
                    <a:pt x="4713407" y="1182590"/>
                  </a:lnTo>
                  <a:lnTo>
                    <a:pt x="4713533" y="1182590"/>
                  </a:lnTo>
                  <a:lnTo>
                    <a:pt x="4713659" y="1182590"/>
                  </a:lnTo>
                  <a:lnTo>
                    <a:pt x="4713785" y="1182590"/>
                  </a:lnTo>
                  <a:lnTo>
                    <a:pt x="4713911" y="1182590"/>
                  </a:lnTo>
                  <a:lnTo>
                    <a:pt x="4714037" y="1182590"/>
                  </a:lnTo>
                  <a:lnTo>
                    <a:pt x="4714163" y="1182590"/>
                  </a:lnTo>
                  <a:lnTo>
                    <a:pt x="4714289" y="1182590"/>
                  </a:lnTo>
                  <a:lnTo>
                    <a:pt x="4714416" y="1182590"/>
                  </a:lnTo>
                  <a:lnTo>
                    <a:pt x="4714542" y="1182590"/>
                  </a:lnTo>
                  <a:lnTo>
                    <a:pt x="4714668" y="1182590"/>
                  </a:lnTo>
                  <a:lnTo>
                    <a:pt x="4714794" y="1182590"/>
                  </a:lnTo>
                  <a:lnTo>
                    <a:pt x="4714920" y="1182590"/>
                  </a:lnTo>
                  <a:lnTo>
                    <a:pt x="4715046" y="1182590"/>
                  </a:lnTo>
                  <a:lnTo>
                    <a:pt x="4715172" y="1182590"/>
                  </a:lnTo>
                  <a:lnTo>
                    <a:pt x="4715298" y="1182590"/>
                  </a:lnTo>
                  <a:lnTo>
                    <a:pt x="4715424" y="1182590"/>
                  </a:lnTo>
                  <a:lnTo>
                    <a:pt x="4715550" y="1182590"/>
                  </a:lnTo>
                  <a:lnTo>
                    <a:pt x="4715676" y="1182590"/>
                  </a:lnTo>
                  <a:lnTo>
                    <a:pt x="4715802" y="1182590"/>
                  </a:lnTo>
                  <a:lnTo>
                    <a:pt x="4715929" y="1182590"/>
                  </a:lnTo>
                  <a:lnTo>
                    <a:pt x="4716055" y="1182590"/>
                  </a:lnTo>
                  <a:lnTo>
                    <a:pt x="4716181" y="1182590"/>
                  </a:lnTo>
                  <a:lnTo>
                    <a:pt x="4716307" y="1182590"/>
                  </a:lnTo>
                  <a:lnTo>
                    <a:pt x="4716433" y="1182590"/>
                  </a:lnTo>
                  <a:lnTo>
                    <a:pt x="4716559" y="1182590"/>
                  </a:lnTo>
                  <a:lnTo>
                    <a:pt x="4716685" y="1182590"/>
                  </a:lnTo>
                  <a:lnTo>
                    <a:pt x="4716811" y="1182590"/>
                  </a:lnTo>
                  <a:lnTo>
                    <a:pt x="4716937" y="1182590"/>
                  </a:lnTo>
                  <a:lnTo>
                    <a:pt x="4717063" y="1182590"/>
                  </a:lnTo>
                  <a:lnTo>
                    <a:pt x="4717189" y="1182590"/>
                  </a:lnTo>
                  <a:lnTo>
                    <a:pt x="4717316" y="1182590"/>
                  </a:lnTo>
                  <a:lnTo>
                    <a:pt x="4717442" y="1182590"/>
                  </a:lnTo>
                  <a:lnTo>
                    <a:pt x="4717568" y="1182590"/>
                  </a:lnTo>
                  <a:lnTo>
                    <a:pt x="4717694" y="1182590"/>
                  </a:lnTo>
                  <a:lnTo>
                    <a:pt x="4717820" y="1182590"/>
                  </a:lnTo>
                  <a:lnTo>
                    <a:pt x="4717946" y="1182590"/>
                  </a:lnTo>
                  <a:lnTo>
                    <a:pt x="4718072" y="1182590"/>
                  </a:lnTo>
                  <a:lnTo>
                    <a:pt x="4718198" y="1182590"/>
                  </a:lnTo>
                  <a:lnTo>
                    <a:pt x="4718324" y="1182590"/>
                  </a:lnTo>
                  <a:lnTo>
                    <a:pt x="4718450" y="1182590"/>
                  </a:lnTo>
                  <a:lnTo>
                    <a:pt x="4718576" y="1182590"/>
                  </a:lnTo>
                  <a:lnTo>
                    <a:pt x="4718702" y="1182590"/>
                  </a:lnTo>
                  <a:lnTo>
                    <a:pt x="4718702" y="1177310"/>
                  </a:lnTo>
                  <a:lnTo>
                    <a:pt x="4718702" y="1172031"/>
                  </a:lnTo>
                  <a:lnTo>
                    <a:pt x="4718829" y="1172031"/>
                  </a:lnTo>
                  <a:lnTo>
                    <a:pt x="4718955" y="1172031"/>
                  </a:lnTo>
                  <a:lnTo>
                    <a:pt x="4719081" y="1172031"/>
                  </a:lnTo>
                  <a:lnTo>
                    <a:pt x="4719207" y="1172031"/>
                  </a:lnTo>
                  <a:lnTo>
                    <a:pt x="4719333" y="1172031"/>
                  </a:lnTo>
                  <a:lnTo>
                    <a:pt x="4719459" y="1172031"/>
                  </a:lnTo>
                  <a:lnTo>
                    <a:pt x="4719585" y="1172031"/>
                  </a:lnTo>
                  <a:lnTo>
                    <a:pt x="4719711" y="1172031"/>
                  </a:lnTo>
                  <a:lnTo>
                    <a:pt x="4719837" y="1172031"/>
                  </a:lnTo>
                  <a:lnTo>
                    <a:pt x="4719963" y="1172031"/>
                  </a:lnTo>
                  <a:lnTo>
                    <a:pt x="4720089" y="1172031"/>
                  </a:lnTo>
                  <a:lnTo>
                    <a:pt x="4720216" y="1172031"/>
                  </a:lnTo>
                  <a:lnTo>
                    <a:pt x="4720342" y="1172031"/>
                  </a:lnTo>
                  <a:lnTo>
                    <a:pt x="4720468" y="1172031"/>
                  </a:lnTo>
                  <a:lnTo>
                    <a:pt x="4720594" y="1172031"/>
                  </a:lnTo>
                  <a:lnTo>
                    <a:pt x="4720720" y="1172031"/>
                  </a:lnTo>
                  <a:lnTo>
                    <a:pt x="4720846" y="1172031"/>
                  </a:lnTo>
                  <a:lnTo>
                    <a:pt x="4720972" y="1172031"/>
                  </a:lnTo>
                  <a:lnTo>
                    <a:pt x="4721098" y="1172031"/>
                  </a:lnTo>
                  <a:lnTo>
                    <a:pt x="4721224" y="1172031"/>
                  </a:lnTo>
                  <a:lnTo>
                    <a:pt x="4721350" y="1172031"/>
                  </a:lnTo>
                  <a:lnTo>
                    <a:pt x="4721476" y="1172031"/>
                  </a:lnTo>
                  <a:lnTo>
                    <a:pt x="4721603" y="1172031"/>
                  </a:lnTo>
                  <a:lnTo>
                    <a:pt x="4721729" y="1172031"/>
                  </a:lnTo>
                  <a:lnTo>
                    <a:pt x="4721855" y="1172031"/>
                  </a:lnTo>
                  <a:lnTo>
                    <a:pt x="4721981" y="1172031"/>
                  </a:lnTo>
                  <a:lnTo>
                    <a:pt x="4722107" y="1172031"/>
                  </a:lnTo>
                  <a:lnTo>
                    <a:pt x="4722233" y="1172031"/>
                  </a:lnTo>
                  <a:lnTo>
                    <a:pt x="4722359" y="1172031"/>
                  </a:lnTo>
                  <a:lnTo>
                    <a:pt x="4722485" y="1172031"/>
                  </a:lnTo>
                  <a:lnTo>
                    <a:pt x="4722611" y="1172031"/>
                  </a:lnTo>
                  <a:lnTo>
                    <a:pt x="4722737" y="1172031"/>
                  </a:lnTo>
                  <a:lnTo>
                    <a:pt x="4722863" y="1172031"/>
                  </a:lnTo>
                  <a:lnTo>
                    <a:pt x="4722989" y="1172031"/>
                  </a:lnTo>
                  <a:lnTo>
                    <a:pt x="4723116" y="1172031"/>
                  </a:lnTo>
                  <a:lnTo>
                    <a:pt x="4723242" y="1172031"/>
                  </a:lnTo>
                  <a:lnTo>
                    <a:pt x="4723368" y="1172031"/>
                  </a:lnTo>
                  <a:lnTo>
                    <a:pt x="4723494" y="1172031"/>
                  </a:lnTo>
                  <a:lnTo>
                    <a:pt x="4723620" y="1172031"/>
                  </a:lnTo>
                  <a:lnTo>
                    <a:pt x="4723746" y="1172031"/>
                  </a:lnTo>
                  <a:lnTo>
                    <a:pt x="4723872" y="1172031"/>
                  </a:lnTo>
                  <a:lnTo>
                    <a:pt x="4723998" y="1172031"/>
                  </a:lnTo>
                  <a:lnTo>
                    <a:pt x="4724124" y="1172031"/>
                  </a:lnTo>
                  <a:lnTo>
                    <a:pt x="4724250" y="1172031"/>
                  </a:lnTo>
                  <a:lnTo>
                    <a:pt x="4724376" y="1172031"/>
                  </a:lnTo>
                  <a:lnTo>
                    <a:pt x="4724503" y="1172031"/>
                  </a:lnTo>
                  <a:lnTo>
                    <a:pt x="4724629" y="1172031"/>
                  </a:lnTo>
                  <a:lnTo>
                    <a:pt x="4724755" y="1172031"/>
                  </a:lnTo>
                  <a:lnTo>
                    <a:pt x="4724881" y="1172031"/>
                  </a:lnTo>
                  <a:lnTo>
                    <a:pt x="4725007" y="1172031"/>
                  </a:lnTo>
                  <a:lnTo>
                    <a:pt x="4725133" y="1172031"/>
                  </a:lnTo>
                  <a:lnTo>
                    <a:pt x="4725259" y="1172031"/>
                  </a:lnTo>
                  <a:lnTo>
                    <a:pt x="4725385" y="1172031"/>
                  </a:lnTo>
                  <a:lnTo>
                    <a:pt x="4725511" y="1172031"/>
                  </a:lnTo>
                  <a:lnTo>
                    <a:pt x="4725637" y="1172031"/>
                  </a:lnTo>
                  <a:lnTo>
                    <a:pt x="4725763" y="1172031"/>
                  </a:lnTo>
                  <a:lnTo>
                    <a:pt x="4725889" y="1172031"/>
                  </a:lnTo>
                  <a:lnTo>
                    <a:pt x="4726016" y="1172031"/>
                  </a:lnTo>
                  <a:lnTo>
                    <a:pt x="4726142" y="1172031"/>
                  </a:lnTo>
                  <a:lnTo>
                    <a:pt x="4726268" y="1172031"/>
                  </a:lnTo>
                  <a:lnTo>
                    <a:pt x="4726394" y="1172031"/>
                  </a:lnTo>
                  <a:lnTo>
                    <a:pt x="4726520" y="1172031"/>
                  </a:lnTo>
                  <a:lnTo>
                    <a:pt x="4726646" y="1172031"/>
                  </a:lnTo>
                  <a:lnTo>
                    <a:pt x="4726772" y="1172031"/>
                  </a:lnTo>
                  <a:lnTo>
                    <a:pt x="4726898" y="1172031"/>
                  </a:lnTo>
                  <a:lnTo>
                    <a:pt x="4727024" y="1172031"/>
                  </a:lnTo>
                  <a:lnTo>
                    <a:pt x="4727150" y="1172031"/>
                  </a:lnTo>
                  <a:lnTo>
                    <a:pt x="4727276" y="1172031"/>
                  </a:lnTo>
                  <a:lnTo>
                    <a:pt x="4727403" y="1172031"/>
                  </a:lnTo>
                  <a:lnTo>
                    <a:pt x="4727529" y="1172031"/>
                  </a:lnTo>
                  <a:lnTo>
                    <a:pt x="4727655" y="1172031"/>
                  </a:lnTo>
                  <a:lnTo>
                    <a:pt x="4727781" y="1172031"/>
                  </a:lnTo>
                  <a:lnTo>
                    <a:pt x="4727907" y="1172031"/>
                  </a:lnTo>
                  <a:lnTo>
                    <a:pt x="4728033" y="1172031"/>
                  </a:lnTo>
                  <a:lnTo>
                    <a:pt x="4728159" y="1172031"/>
                  </a:lnTo>
                  <a:lnTo>
                    <a:pt x="4728285" y="1172031"/>
                  </a:lnTo>
                  <a:lnTo>
                    <a:pt x="4728411" y="1172031"/>
                  </a:lnTo>
                  <a:lnTo>
                    <a:pt x="4728537" y="1172031"/>
                  </a:lnTo>
                  <a:lnTo>
                    <a:pt x="4728663" y="1172031"/>
                  </a:lnTo>
                  <a:lnTo>
                    <a:pt x="4728789" y="1172031"/>
                  </a:lnTo>
                  <a:lnTo>
                    <a:pt x="4728916" y="1172031"/>
                  </a:lnTo>
                  <a:lnTo>
                    <a:pt x="4729042" y="1172031"/>
                  </a:lnTo>
                  <a:lnTo>
                    <a:pt x="4729168" y="1172031"/>
                  </a:lnTo>
                  <a:lnTo>
                    <a:pt x="4729294" y="1172031"/>
                  </a:lnTo>
                  <a:lnTo>
                    <a:pt x="4729420" y="1172031"/>
                  </a:lnTo>
                  <a:lnTo>
                    <a:pt x="4729546" y="1172031"/>
                  </a:lnTo>
                  <a:lnTo>
                    <a:pt x="4729672" y="1172031"/>
                  </a:lnTo>
                  <a:lnTo>
                    <a:pt x="4729798" y="1172031"/>
                  </a:lnTo>
                  <a:lnTo>
                    <a:pt x="4729924" y="1172031"/>
                  </a:lnTo>
                  <a:lnTo>
                    <a:pt x="4730050" y="1172031"/>
                  </a:lnTo>
                  <a:lnTo>
                    <a:pt x="4730176" y="1172031"/>
                  </a:lnTo>
                  <a:lnTo>
                    <a:pt x="4730303" y="1172031"/>
                  </a:lnTo>
                  <a:lnTo>
                    <a:pt x="4730429" y="1172031"/>
                  </a:lnTo>
                  <a:lnTo>
                    <a:pt x="4730555" y="1172031"/>
                  </a:lnTo>
                  <a:lnTo>
                    <a:pt x="4730681" y="1172031"/>
                  </a:lnTo>
                  <a:lnTo>
                    <a:pt x="4730807" y="1172031"/>
                  </a:lnTo>
                  <a:lnTo>
                    <a:pt x="4730933" y="1172031"/>
                  </a:lnTo>
                  <a:lnTo>
                    <a:pt x="4731059" y="1172031"/>
                  </a:lnTo>
                  <a:lnTo>
                    <a:pt x="4731185" y="1172031"/>
                  </a:lnTo>
                  <a:lnTo>
                    <a:pt x="4731311" y="1172031"/>
                  </a:lnTo>
                  <a:lnTo>
                    <a:pt x="4731437" y="1172031"/>
                  </a:lnTo>
                  <a:lnTo>
                    <a:pt x="4731563" y="1172031"/>
                  </a:lnTo>
                  <a:lnTo>
                    <a:pt x="4731690" y="1172031"/>
                  </a:lnTo>
                  <a:lnTo>
                    <a:pt x="4731816" y="1172031"/>
                  </a:lnTo>
                  <a:lnTo>
                    <a:pt x="4731942" y="1172031"/>
                  </a:lnTo>
                  <a:lnTo>
                    <a:pt x="4732068" y="1172031"/>
                  </a:lnTo>
                  <a:lnTo>
                    <a:pt x="4732194" y="1172031"/>
                  </a:lnTo>
                  <a:lnTo>
                    <a:pt x="4732320" y="1172031"/>
                  </a:lnTo>
                  <a:lnTo>
                    <a:pt x="4732446" y="1172031"/>
                  </a:lnTo>
                  <a:lnTo>
                    <a:pt x="4732572" y="1172031"/>
                  </a:lnTo>
                  <a:lnTo>
                    <a:pt x="4732698" y="1172031"/>
                  </a:lnTo>
                  <a:lnTo>
                    <a:pt x="4732824" y="1172031"/>
                  </a:lnTo>
                  <a:lnTo>
                    <a:pt x="4732950" y="1172031"/>
                  </a:lnTo>
                  <a:lnTo>
                    <a:pt x="4733076" y="1172031"/>
                  </a:lnTo>
                  <a:lnTo>
                    <a:pt x="4733203" y="1172031"/>
                  </a:lnTo>
                  <a:lnTo>
                    <a:pt x="4733329" y="1172031"/>
                  </a:lnTo>
                  <a:lnTo>
                    <a:pt x="4733455" y="1172031"/>
                  </a:lnTo>
                  <a:lnTo>
                    <a:pt x="4733581" y="1172031"/>
                  </a:lnTo>
                  <a:lnTo>
                    <a:pt x="4733707" y="1172031"/>
                  </a:lnTo>
                  <a:lnTo>
                    <a:pt x="4733833" y="1172031"/>
                  </a:lnTo>
                  <a:lnTo>
                    <a:pt x="4733959" y="1172031"/>
                  </a:lnTo>
                  <a:lnTo>
                    <a:pt x="4734085" y="1172031"/>
                  </a:lnTo>
                  <a:lnTo>
                    <a:pt x="4734211" y="1172031"/>
                  </a:lnTo>
                  <a:lnTo>
                    <a:pt x="4734337" y="1172031"/>
                  </a:lnTo>
                  <a:lnTo>
                    <a:pt x="4734463" y="1172031"/>
                  </a:lnTo>
                  <a:lnTo>
                    <a:pt x="4734590" y="1172031"/>
                  </a:lnTo>
                  <a:lnTo>
                    <a:pt x="4734716" y="1172031"/>
                  </a:lnTo>
                  <a:lnTo>
                    <a:pt x="4734842" y="1172031"/>
                  </a:lnTo>
                  <a:lnTo>
                    <a:pt x="4734968" y="1172031"/>
                  </a:lnTo>
                  <a:lnTo>
                    <a:pt x="4734968" y="1166752"/>
                  </a:lnTo>
                  <a:lnTo>
                    <a:pt x="4735094" y="1166752"/>
                  </a:lnTo>
                  <a:lnTo>
                    <a:pt x="4735220" y="1166752"/>
                  </a:lnTo>
                  <a:lnTo>
                    <a:pt x="4735346" y="1166752"/>
                  </a:lnTo>
                  <a:lnTo>
                    <a:pt x="4735472" y="1166752"/>
                  </a:lnTo>
                  <a:lnTo>
                    <a:pt x="4735598" y="1166752"/>
                  </a:lnTo>
                  <a:lnTo>
                    <a:pt x="4735724" y="1166752"/>
                  </a:lnTo>
                  <a:lnTo>
                    <a:pt x="4735850" y="1166752"/>
                  </a:lnTo>
                  <a:lnTo>
                    <a:pt x="4735976" y="1166752"/>
                  </a:lnTo>
                  <a:lnTo>
                    <a:pt x="4736103" y="1166752"/>
                  </a:lnTo>
                  <a:lnTo>
                    <a:pt x="4736229" y="1166752"/>
                  </a:lnTo>
                  <a:lnTo>
                    <a:pt x="4736355" y="1166752"/>
                  </a:lnTo>
                  <a:lnTo>
                    <a:pt x="4736481" y="1166752"/>
                  </a:lnTo>
                  <a:lnTo>
                    <a:pt x="4736607" y="1166752"/>
                  </a:lnTo>
                  <a:lnTo>
                    <a:pt x="4736733" y="1166752"/>
                  </a:lnTo>
                  <a:lnTo>
                    <a:pt x="4736859" y="1166752"/>
                  </a:lnTo>
                  <a:lnTo>
                    <a:pt x="4736985" y="1166752"/>
                  </a:lnTo>
                  <a:lnTo>
                    <a:pt x="4737111" y="1166752"/>
                  </a:lnTo>
                  <a:lnTo>
                    <a:pt x="4737237" y="1166752"/>
                  </a:lnTo>
                  <a:lnTo>
                    <a:pt x="4737363" y="1166752"/>
                  </a:lnTo>
                  <a:lnTo>
                    <a:pt x="4737490" y="1166752"/>
                  </a:lnTo>
                  <a:lnTo>
                    <a:pt x="4737616" y="1166752"/>
                  </a:lnTo>
                  <a:lnTo>
                    <a:pt x="4737742" y="1166752"/>
                  </a:lnTo>
                  <a:lnTo>
                    <a:pt x="4737868" y="1166752"/>
                  </a:lnTo>
                  <a:lnTo>
                    <a:pt x="4737994" y="1166752"/>
                  </a:lnTo>
                  <a:lnTo>
                    <a:pt x="4738120" y="1166752"/>
                  </a:lnTo>
                  <a:lnTo>
                    <a:pt x="4738246" y="1166752"/>
                  </a:lnTo>
                  <a:lnTo>
                    <a:pt x="4738372" y="1166752"/>
                  </a:lnTo>
                  <a:lnTo>
                    <a:pt x="4738498" y="1166752"/>
                  </a:lnTo>
                  <a:lnTo>
                    <a:pt x="4738624" y="1166752"/>
                  </a:lnTo>
                  <a:lnTo>
                    <a:pt x="4738750" y="1166752"/>
                  </a:lnTo>
                  <a:lnTo>
                    <a:pt x="4738877" y="1166752"/>
                  </a:lnTo>
                  <a:lnTo>
                    <a:pt x="4739003" y="1166752"/>
                  </a:lnTo>
                  <a:lnTo>
                    <a:pt x="4739129" y="1166752"/>
                  </a:lnTo>
                  <a:lnTo>
                    <a:pt x="4739255" y="1166752"/>
                  </a:lnTo>
                  <a:lnTo>
                    <a:pt x="4739381" y="1166752"/>
                  </a:lnTo>
                  <a:lnTo>
                    <a:pt x="4739507" y="1166752"/>
                  </a:lnTo>
                  <a:lnTo>
                    <a:pt x="4739633" y="1166752"/>
                  </a:lnTo>
                  <a:lnTo>
                    <a:pt x="4739759" y="1166752"/>
                  </a:lnTo>
                  <a:lnTo>
                    <a:pt x="4739885" y="1166752"/>
                  </a:lnTo>
                  <a:lnTo>
                    <a:pt x="4740011" y="1166752"/>
                  </a:lnTo>
                  <a:lnTo>
                    <a:pt x="4740137" y="1166752"/>
                  </a:lnTo>
                  <a:lnTo>
                    <a:pt x="4740263" y="1166752"/>
                  </a:lnTo>
                  <a:lnTo>
                    <a:pt x="4740390" y="1166752"/>
                  </a:lnTo>
                  <a:lnTo>
                    <a:pt x="4740516" y="1166752"/>
                  </a:lnTo>
                  <a:lnTo>
                    <a:pt x="4740642" y="1166752"/>
                  </a:lnTo>
                  <a:lnTo>
                    <a:pt x="4740768" y="1166752"/>
                  </a:lnTo>
                  <a:lnTo>
                    <a:pt x="4740894" y="1166752"/>
                  </a:lnTo>
                  <a:lnTo>
                    <a:pt x="4741020" y="1166752"/>
                  </a:lnTo>
                  <a:lnTo>
                    <a:pt x="4741146" y="1166752"/>
                  </a:lnTo>
                  <a:lnTo>
                    <a:pt x="4741272" y="1166752"/>
                  </a:lnTo>
                  <a:lnTo>
                    <a:pt x="4741398" y="1166752"/>
                  </a:lnTo>
                  <a:lnTo>
                    <a:pt x="4741524" y="1166752"/>
                  </a:lnTo>
                  <a:lnTo>
                    <a:pt x="4741650" y="1166752"/>
                  </a:lnTo>
                  <a:lnTo>
                    <a:pt x="4741777" y="1166752"/>
                  </a:lnTo>
                  <a:lnTo>
                    <a:pt x="4741903" y="1166752"/>
                  </a:lnTo>
                  <a:lnTo>
                    <a:pt x="4742029" y="1166752"/>
                  </a:lnTo>
                  <a:lnTo>
                    <a:pt x="4742155" y="1166752"/>
                  </a:lnTo>
                  <a:lnTo>
                    <a:pt x="4742281" y="1166752"/>
                  </a:lnTo>
                  <a:lnTo>
                    <a:pt x="4742407" y="1166752"/>
                  </a:lnTo>
                  <a:lnTo>
                    <a:pt x="4742533" y="1166752"/>
                  </a:lnTo>
                  <a:lnTo>
                    <a:pt x="4742659" y="1166752"/>
                  </a:lnTo>
                  <a:lnTo>
                    <a:pt x="4742785" y="1166752"/>
                  </a:lnTo>
                  <a:lnTo>
                    <a:pt x="4742911" y="1166752"/>
                  </a:lnTo>
                  <a:lnTo>
                    <a:pt x="4743037" y="1166752"/>
                  </a:lnTo>
                  <a:lnTo>
                    <a:pt x="4743163" y="1166752"/>
                  </a:lnTo>
                  <a:lnTo>
                    <a:pt x="4743290" y="1166752"/>
                  </a:lnTo>
                  <a:lnTo>
                    <a:pt x="4743416" y="1166752"/>
                  </a:lnTo>
                  <a:lnTo>
                    <a:pt x="4743542" y="1166752"/>
                  </a:lnTo>
                  <a:lnTo>
                    <a:pt x="4743668" y="1166752"/>
                  </a:lnTo>
                  <a:lnTo>
                    <a:pt x="4743794" y="1166752"/>
                  </a:lnTo>
                  <a:lnTo>
                    <a:pt x="4743920" y="1166752"/>
                  </a:lnTo>
                  <a:lnTo>
                    <a:pt x="4744046" y="1166752"/>
                  </a:lnTo>
                  <a:lnTo>
                    <a:pt x="4744172" y="1166752"/>
                  </a:lnTo>
                  <a:lnTo>
                    <a:pt x="4744298" y="1166752"/>
                  </a:lnTo>
                  <a:lnTo>
                    <a:pt x="4744424" y="1166752"/>
                  </a:lnTo>
                  <a:lnTo>
                    <a:pt x="4744550" y="1166752"/>
                  </a:lnTo>
                  <a:lnTo>
                    <a:pt x="4744677" y="1166752"/>
                  </a:lnTo>
                  <a:lnTo>
                    <a:pt x="4744803" y="1166752"/>
                  </a:lnTo>
                  <a:lnTo>
                    <a:pt x="4744929" y="1166752"/>
                  </a:lnTo>
                  <a:lnTo>
                    <a:pt x="4745055" y="1166752"/>
                  </a:lnTo>
                  <a:lnTo>
                    <a:pt x="4745181" y="1166752"/>
                  </a:lnTo>
                  <a:lnTo>
                    <a:pt x="4745307" y="1166752"/>
                  </a:lnTo>
                  <a:lnTo>
                    <a:pt x="4745433" y="1166752"/>
                  </a:lnTo>
                  <a:lnTo>
                    <a:pt x="4745559" y="1166752"/>
                  </a:lnTo>
                  <a:lnTo>
                    <a:pt x="4745685" y="1166752"/>
                  </a:lnTo>
                  <a:lnTo>
                    <a:pt x="4745811" y="1166752"/>
                  </a:lnTo>
                  <a:lnTo>
                    <a:pt x="4745937" y="1166752"/>
                  </a:lnTo>
                  <a:lnTo>
                    <a:pt x="4746064" y="1166752"/>
                  </a:lnTo>
                  <a:lnTo>
                    <a:pt x="4746190" y="1166752"/>
                  </a:lnTo>
                  <a:lnTo>
                    <a:pt x="4746316" y="1166752"/>
                  </a:lnTo>
                  <a:lnTo>
                    <a:pt x="4746442" y="1166752"/>
                  </a:lnTo>
                  <a:lnTo>
                    <a:pt x="4746568" y="1166752"/>
                  </a:lnTo>
                  <a:lnTo>
                    <a:pt x="4746694" y="1166752"/>
                  </a:lnTo>
                  <a:lnTo>
                    <a:pt x="4746820" y="1166752"/>
                  </a:lnTo>
                  <a:lnTo>
                    <a:pt x="4746946" y="1166752"/>
                  </a:lnTo>
                  <a:lnTo>
                    <a:pt x="4747072" y="1166752"/>
                  </a:lnTo>
                  <a:lnTo>
                    <a:pt x="4747198" y="1166752"/>
                  </a:lnTo>
                  <a:lnTo>
                    <a:pt x="4747324" y="1166752"/>
                  </a:lnTo>
                  <a:lnTo>
                    <a:pt x="4747450" y="1166752"/>
                  </a:lnTo>
                  <a:lnTo>
                    <a:pt x="4747577" y="1166752"/>
                  </a:lnTo>
                  <a:lnTo>
                    <a:pt x="4747703" y="1166752"/>
                  </a:lnTo>
                  <a:lnTo>
                    <a:pt x="4747829" y="1166752"/>
                  </a:lnTo>
                  <a:lnTo>
                    <a:pt x="4747955" y="1166752"/>
                  </a:lnTo>
                  <a:lnTo>
                    <a:pt x="4748081" y="1166752"/>
                  </a:lnTo>
                  <a:lnTo>
                    <a:pt x="4748207" y="1166752"/>
                  </a:lnTo>
                  <a:lnTo>
                    <a:pt x="4748333" y="1166752"/>
                  </a:lnTo>
                  <a:lnTo>
                    <a:pt x="4748459" y="1166752"/>
                  </a:lnTo>
                  <a:lnTo>
                    <a:pt x="4748585" y="1166752"/>
                  </a:lnTo>
                  <a:lnTo>
                    <a:pt x="4748711" y="1166752"/>
                  </a:lnTo>
                  <a:lnTo>
                    <a:pt x="4748837" y="1166752"/>
                  </a:lnTo>
                  <a:lnTo>
                    <a:pt x="4748964" y="1166752"/>
                  </a:lnTo>
                  <a:lnTo>
                    <a:pt x="4749090" y="1166752"/>
                  </a:lnTo>
                  <a:lnTo>
                    <a:pt x="4749216" y="1166752"/>
                  </a:lnTo>
                  <a:lnTo>
                    <a:pt x="4749342" y="1166752"/>
                  </a:lnTo>
                  <a:lnTo>
                    <a:pt x="4749468" y="1166752"/>
                  </a:lnTo>
                  <a:lnTo>
                    <a:pt x="4749594" y="1166752"/>
                  </a:lnTo>
                  <a:lnTo>
                    <a:pt x="4749720" y="1166752"/>
                  </a:lnTo>
                  <a:lnTo>
                    <a:pt x="4749846" y="1166752"/>
                  </a:lnTo>
                  <a:lnTo>
                    <a:pt x="4749972" y="1166752"/>
                  </a:lnTo>
                  <a:lnTo>
                    <a:pt x="4750098" y="1166752"/>
                  </a:lnTo>
                  <a:lnTo>
                    <a:pt x="4750224" y="1166752"/>
                  </a:lnTo>
                  <a:lnTo>
                    <a:pt x="4750350" y="1166752"/>
                  </a:lnTo>
                  <a:lnTo>
                    <a:pt x="4750477" y="1166752"/>
                  </a:lnTo>
                  <a:lnTo>
                    <a:pt x="4750603" y="1166752"/>
                  </a:lnTo>
                  <a:lnTo>
                    <a:pt x="4750729" y="1166752"/>
                  </a:lnTo>
                  <a:lnTo>
                    <a:pt x="4750855" y="1166752"/>
                  </a:lnTo>
                  <a:lnTo>
                    <a:pt x="4750981" y="1166752"/>
                  </a:lnTo>
                  <a:lnTo>
                    <a:pt x="4751107" y="1166752"/>
                  </a:lnTo>
                  <a:lnTo>
                    <a:pt x="4751233" y="1166752"/>
                  </a:lnTo>
                  <a:lnTo>
                    <a:pt x="4751359" y="1166752"/>
                  </a:lnTo>
                  <a:lnTo>
                    <a:pt x="4751485" y="1166752"/>
                  </a:lnTo>
                  <a:lnTo>
                    <a:pt x="4751611" y="1166752"/>
                  </a:lnTo>
                  <a:lnTo>
                    <a:pt x="4751737" y="1166752"/>
                  </a:lnTo>
                  <a:lnTo>
                    <a:pt x="4751864" y="1166752"/>
                  </a:lnTo>
                  <a:lnTo>
                    <a:pt x="4751990" y="1166752"/>
                  </a:lnTo>
                  <a:lnTo>
                    <a:pt x="4752116" y="1166752"/>
                  </a:lnTo>
                  <a:lnTo>
                    <a:pt x="4752242" y="1166752"/>
                  </a:lnTo>
                  <a:lnTo>
                    <a:pt x="4752368" y="1166752"/>
                  </a:lnTo>
                  <a:lnTo>
                    <a:pt x="4752494" y="1166752"/>
                  </a:lnTo>
                  <a:lnTo>
                    <a:pt x="4752620" y="1166752"/>
                  </a:lnTo>
                  <a:lnTo>
                    <a:pt x="4752746" y="1166752"/>
                  </a:lnTo>
                  <a:lnTo>
                    <a:pt x="4752872" y="1166752"/>
                  </a:lnTo>
                  <a:lnTo>
                    <a:pt x="4752998" y="1166752"/>
                  </a:lnTo>
                  <a:lnTo>
                    <a:pt x="4753124" y="1166752"/>
                  </a:lnTo>
                  <a:lnTo>
                    <a:pt x="4753250" y="1166752"/>
                  </a:lnTo>
                  <a:lnTo>
                    <a:pt x="4753377" y="1166752"/>
                  </a:lnTo>
                  <a:lnTo>
                    <a:pt x="4753503" y="1166752"/>
                  </a:lnTo>
                  <a:lnTo>
                    <a:pt x="4753629" y="1166752"/>
                  </a:lnTo>
                  <a:lnTo>
                    <a:pt x="4753755" y="1166752"/>
                  </a:lnTo>
                  <a:lnTo>
                    <a:pt x="4753881" y="1166752"/>
                  </a:lnTo>
                  <a:lnTo>
                    <a:pt x="4754007" y="1166752"/>
                  </a:lnTo>
                  <a:lnTo>
                    <a:pt x="4754133" y="1166752"/>
                  </a:lnTo>
                  <a:lnTo>
                    <a:pt x="4754259" y="1166752"/>
                  </a:lnTo>
                  <a:lnTo>
                    <a:pt x="4754385" y="1166752"/>
                  </a:lnTo>
                  <a:lnTo>
                    <a:pt x="4754511" y="1166752"/>
                  </a:lnTo>
                  <a:lnTo>
                    <a:pt x="4754637" y="1166752"/>
                  </a:lnTo>
                  <a:lnTo>
                    <a:pt x="4754764" y="1166752"/>
                  </a:lnTo>
                  <a:lnTo>
                    <a:pt x="4754890" y="1166752"/>
                  </a:lnTo>
                  <a:lnTo>
                    <a:pt x="4755016" y="1166752"/>
                  </a:lnTo>
                  <a:lnTo>
                    <a:pt x="4755142" y="1166752"/>
                  </a:lnTo>
                  <a:lnTo>
                    <a:pt x="4755268" y="1166752"/>
                  </a:lnTo>
                  <a:lnTo>
                    <a:pt x="4755394" y="1166752"/>
                  </a:lnTo>
                  <a:lnTo>
                    <a:pt x="4755520" y="1166752"/>
                  </a:lnTo>
                  <a:lnTo>
                    <a:pt x="4755646" y="1166752"/>
                  </a:lnTo>
                  <a:lnTo>
                    <a:pt x="4755772" y="1166752"/>
                  </a:lnTo>
                  <a:lnTo>
                    <a:pt x="4755898" y="1166752"/>
                  </a:lnTo>
                  <a:lnTo>
                    <a:pt x="4756024" y="1166752"/>
                  </a:lnTo>
                  <a:lnTo>
                    <a:pt x="4756151" y="1166752"/>
                  </a:lnTo>
                  <a:lnTo>
                    <a:pt x="4756277" y="1166752"/>
                  </a:lnTo>
                  <a:lnTo>
                    <a:pt x="4756403" y="1166752"/>
                  </a:lnTo>
                  <a:lnTo>
                    <a:pt x="4756529" y="1166752"/>
                  </a:lnTo>
                  <a:lnTo>
                    <a:pt x="4756655" y="1166752"/>
                  </a:lnTo>
                  <a:lnTo>
                    <a:pt x="4756781" y="1166752"/>
                  </a:lnTo>
                  <a:lnTo>
                    <a:pt x="4756907" y="1166752"/>
                  </a:lnTo>
                  <a:lnTo>
                    <a:pt x="4757033" y="1166752"/>
                  </a:lnTo>
                  <a:lnTo>
                    <a:pt x="4757159" y="1166752"/>
                  </a:lnTo>
                  <a:lnTo>
                    <a:pt x="4757285" y="1166752"/>
                  </a:lnTo>
                  <a:lnTo>
                    <a:pt x="4757411" y="1166752"/>
                  </a:lnTo>
                  <a:lnTo>
                    <a:pt x="4757537" y="1166752"/>
                  </a:lnTo>
                  <a:lnTo>
                    <a:pt x="4757664" y="1166752"/>
                  </a:lnTo>
                  <a:lnTo>
                    <a:pt x="4757790" y="1166752"/>
                  </a:lnTo>
                  <a:lnTo>
                    <a:pt x="4757916" y="1166752"/>
                  </a:lnTo>
                  <a:lnTo>
                    <a:pt x="4758042" y="1166752"/>
                  </a:lnTo>
                  <a:lnTo>
                    <a:pt x="4758168" y="1166752"/>
                  </a:lnTo>
                  <a:lnTo>
                    <a:pt x="4758294" y="1166752"/>
                  </a:lnTo>
                  <a:lnTo>
                    <a:pt x="4758420" y="1166752"/>
                  </a:lnTo>
                  <a:lnTo>
                    <a:pt x="4758546" y="1166752"/>
                  </a:lnTo>
                  <a:lnTo>
                    <a:pt x="4758672" y="1166752"/>
                  </a:lnTo>
                  <a:lnTo>
                    <a:pt x="4758798" y="1166752"/>
                  </a:lnTo>
                  <a:lnTo>
                    <a:pt x="4758924" y="1166752"/>
                  </a:lnTo>
                  <a:lnTo>
                    <a:pt x="4759051" y="1166752"/>
                  </a:lnTo>
                  <a:lnTo>
                    <a:pt x="4759177" y="1166752"/>
                  </a:lnTo>
                  <a:lnTo>
                    <a:pt x="4759303" y="1166752"/>
                  </a:lnTo>
                  <a:lnTo>
                    <a:pt x="4759429" y="1166752"/>
                  </a:lnTo>
                  <a:lnTo>
                    <a:pt x="4759555" y="1166752"/>
                  </a:lnTo>
                  <a:lnTo>
                    <a:pt x="4759681" y="1166752"/>
                  </a:lnTo>
                  <a:lnTo>
                    <a:pt x="4759807" y="1166752"/>
                  </a:lnTo>
                  <a:lnTo>
                    <a:pt x="4759933" y="1166752"/>
                  </a:lnTo>
                  <a:lnTo>
                    <a:pt x="4760059" y="1166752"/>
                  </a:lnTo>
                  <a:lnTo>
                    <a:pt x="4760185" y="1166752"/>
                  </a:lnTo>
                  <a:lnTo>
                    <a:pt x="4760311" y="1166752"/>
                  </a:lnTo>
                  <a:lnTo>
                    <a:pt x="4760437" y="1166752"/>
                  </a:lnTo>
                  <a:lnTo>
                    <a:pt x="4760564" y="1166752"/>
                  </a:lnTo>
                  <a:lnTo>
                    <a:pt x="4760690" y="1166752"/>
                  </a:lnTo>
                  <a:lnTo>
                    <a:pt x="4760816" y="1166752"/>
                  </a:lnTo>
                  <a:lnTo>
                    <a:pt x="4760942" y="1166752"/>
                  </a:lnTo>
                  <a:lnTo>
                    <a:pt x="4761068" y="1166752"/>
                  </a:lnTo>
                  <a:lnTo>
                    <a:pt x="4761194" y="1166752"/>
                  </a:lnTo>
                  <a:lnTo>
                    <a:pt x="4761320" y="1166752"/>
                  </a:lnTo>
                  <a:lnTo>
                    <a:pt x="4761446" y="1166752"/>
                  </a:lnTo>
                  <a:lnTo>
                    <a:pt x="4761572" y="1166752"/>
                  </a:lnTo>
                  <a:lnTo>
                    <a:pt x="4761698" y="1166752"/>
                  </a:lnTo>
                  <a:lnTo>
                    <a:pt x="4761824" y="1166752"/>
                  </a:lnTo>
                  <a:lnTo>
                    <a:pt x="4761951" y="1166752"/>
                  </a:lnTo>
                  <a:lnTo>
                    <a:pt x="4762077" y="1166752"/>
                  </a:lnTo>
                  <a:lnTo>
                    <a:pt x="4762203" y="1166752"/>
                  </a:lnTo>
                  <a:lnTo>
                    <a:pt x="4762329" y="1166752"/>
                  </a:lnTo>
                  <a:lnTo>
                    <a:pt x="4762455" y="1166752"/>
                  </a:lnTo>
                  <a:lnTo>
                    <a:pt x="4762581" y="1166752"/>
                  </a:lnTo>
                  <a:lnTo>
                    <a:pt x="4762707" y="1166752"/>
                  </a:lnTo>
                  <a:lnTo>
                    <a:pt x="4762833" y="1166752"/>
                  </a:lnTo>
                  <a:lnTo>
                    <a:pt x="4762959" y="1166752"/>
                  </a:lnTo>
                  <a:lnTo>
                    <a:pt x="4763085" y="1166752"/>
                  </a:lnTo>
                  <a:lnTo>
                    <a:pt x="4763211" y="1166752"/>
                  </a:lnTo>
                  <a:lnTo>
                    <a:pt x="4763338" y="1166752"/>
                  </a:lnTo>
                  <a:lnTo>
                    <a:pt x="4763464" y="1166752"/>
                  </a:lnTo>
                  <a:lnTo>
                    <a:pt x="4763590" y="1166752"/>
                  </a:lnTo>
                  <a:lnTo>
                    <a:pt x="4763716" y="1166752"/>
                  </a:lnTo>
                  <a:lnTo>
                    <a:pt x="4763842" y="1166752"/>
                  </a:lnTo>
                  <a:lnTo>
                    <a:pt x="4763968" y="1166752"/>
                  </a:lnTo>
                  <a:lnTo>
                    <a:pt x="4764094" y="1166752"/>
                  </a:lnTo>
                  <a:lnTo>
                    <a:pt x="4764220" y="1166752"/>
                  </a:lnTo>
                  <a:lnTo>
                    <a:pt x="4764346" y="1166752"/>
                  </a:lnTo>
                  <a:lnTo>
                    <a:pt x="4764472" y="1166752"/>
                  </a:lnTo>
                  <a:lnTo>
                    <a:pt x="4764598" y="1166752"/>
                  </a:lnTo>
                  <a:lnTo>
                    <a:pt x="4764724" y="1166752"/>
                  </a:lnTo>
                  <a:lnTo>
                    <a:pt x="4764851" y="1166752"/>
                  </a:lnTo>
                  <a:lnTo>
                    <a:pt x="4764977" y="1166752"/>
                  </a:lnTo>
                  <a:lnTo>
                    <a:pt x="4765103" y="1166752"/>
                  </a:lnTo>
                  <a:lnTo>
                    <a:pt x="4765229" y="1166752"/>
                  </a:lnTo>
                  <a:lnTo>
                    <a:pt x="4765355" y="1166752"/>
                  </a:lnTo>
                  <a:lnTo>
                    <a:pt x="4765481" y="1166752"/>
                  </a:lnTo>
                  <a:lnTo>
                    <a:pt x="4765607" y="1166752"/>
                  </a:lnTo>
                  <a:lnTo>
                    <a:pt x="4765733" y="1166752"/>
                  </a:lnTo>
                  <a:lnTo>
                    <a:pt x="4765859" y="1166752"/>
                  </a:lnTo>
                  <a:lnTo>
                    <a:pt x="4765985" y="1166752"/>
                  </a:lnTo>
                  <a:lnTo>
                    <a:pt x="4766111" y="1166752"/>
                  </a:lnTo>
                  <a:lnTo>
                    <a:pt x="4766238" y="1166752"/>
                  </a:lnTo>
                  <a:lnTo>
                    <a:pt x="4766364" y="1166752"/>
                  </a:lnTo>
                  <a:lnTo>
                    <a:pt x="4766364" y="1161472"/>
                  </a:lnTo>
                  <a:lnTo>
                    <a:pt x="4766490" y="1161472"/>
                  </a:lnTo>
                  <a:lnTo>
                    <a:pt x="4766616" y="1161472"/>
                  </a:lnTo>
                  <a:lnTo>
                    <a:pt x="4766742" y="1161472"/>
                  </a:lnTo>
                  <a:lnTo>
                    <a:pt x="4766868" y="1161472"/>
                  </a:lnTo>
                  <a:lnTo>
                    <a:pt x="4766994" y="1161472"/>
                  </a:lnTo>
                  <a:lnTo>
                    <a:pt x="4767120" y="1161472"/>
                  </a:lnTo>
                  <a:lnTo>
                    <a:pt x="4767246" y="1161472"/>
                  </a:lnTo>
                  <a:lnTo>
                    <a:pt x="4767372" y="1161472"/>
                  </a:lnTo>
                  <a:lnTo>
                    <a:pt x="4767498" y="1161472"/>
                  </a:lnTo>
                  <a:lnTo>
                    <a:pt x="4767624" y="1161472"/>
                  </a:lnTo>
                  <a:lnTo>
                    <a:pt x="4767751" y="1161472"/>
                  </a:lnTo>
                  <a:lnTo>
                    <a:pt x="4767877" y="1161472"/>
                  </a:lnTo>
                  <a:lnTo>
                    <a:pt x="4768003" y="1161472"/>
                  </a:lnTo>
                  <a:lnTo>
                    <a:pt x="4768129" y="1161472"/>
                  </a:lnTo>
                  <a:lnTo>
                    <a:pt x="4768255" y="1161472"/>
                  </a:lnTo>
                  <a:lnTo>
                    <a:pt x="4768381" y="1161472"/>
                  </a:lnTo>
                  <a:lnTo>
                    <a:pt x="4768507" y="1161472"/>
                  </a:lnTo>
                  <a:lnTo>
                    <a:pt x="4768633" y="1161472"/>
                  </a:lnTo>
                  <a:lnTo>
                    <a:pt x="4768759" y="1161472"/>
                  </a:lnTo>
                  <a:lnTo>
                    <a:pt x="4768885" y="1161472"/>
                  </a:lnTo>
                  <a:lnTo>
                    <a:pt x="4769011" y="1161472"/>
                  </a:lnTo>
                  <a:lnTo>
                    <a:pt x="4769138" y="1161472"/>
                  </a:lnTo>
                  <a:lnTo>
                    <a:pt x="4769264" y="1161472"/>
                  </a:lnTo>
                  <a:lnTo>
                    <a:pt x="4769390" y="1161472"/>
                  </a:lnTo>
                  <a:lnTo>
                    <a:pt x="4769516" y="1161472"/>
                  </a:lnTo>
                  <a:lnTo>
                    <a:pt x="4769642" y="1161472"/>
                  </a:lnTo>
                  <a:lnTo>
                    <a:pt x="4769768" y="1161472"/>
                  </a:lnTo>
                  <a:lnTo>
                    <a:pt x="4769894" y="1161472"/>
                  </a:lnTo>
                  <a:lnTo>
                    <a:pt x="4770020" y="1161472"/>
                  </a:lnTo>
                  <a:lnTo>
                    <a:pt x="4770146" y="1161472"/>
                  </a:lnTo>
                  <a:lnTo>
                    <a:pt x="4770272" y="1161472"/>
                  </a:lnTo>
                  <a:lnTo>
                    <a:pt x="4770398" y="1161472"/>
                  </a:lnTo>
                  <a:lnTo>
                    <a:pt x="4770524" y="1161472"/>
                  </a:lnTo>
                  <a:lnTo>
                    <a:pt x="4770651" y="1161472"/>
                  </a:lnTo>
                  <a:lnTo>
                    <a:pt x="4770777" y="1161472"/>
                  </a:lnTo>
                  <a:lnTo>
                    <a:pt x="4770903" y="1161472"/>
                  </a:lnTo>
                  <a:lnTo>
                    <a:pt x="4771029" y="1161472"/>
                  </a:lnTo>
                  <a:lnTo>
                    <a:pt x="4771155" y="1161472"/>
                  </a:lnTo>
                  <a:lnTo>
                    <a:pt x="4771281" y="1161472"/>
                  </a:lnTo>
                  <a:lnTo>
                    <a:pt x="4771407" y="1161472"/>
                  </a:lnTo>
                  <a:lnTo>
                    <a:pt x="4771533" y="1161472"/>
                  </a:lnTo>
                  <a:lnTo>
                    <a:pt x="4771659" y="1161472"/>
                  </a:lnTo>
                  <a:lnTo>
                    <a:pt x="4771785" y="1161472"/>
                  </a:lnTo>
                  <a:lnTo>
                    <a:pt x="4771911" y="1161472"/>
                  </a:lnTo>
                  <a:lnTo>
                    <a:pt x="4772038" y="1161472"/>
                  </a:lnTo>
                  <a:lnTo>
                    <a:pt x="4772164" y="1161472"/>
                  </a:lnTo>
                  <a:lnTo>
                    <a:pt x="4772290" y="1161472"/>
                  </a:lnTo>
                  <a:lnTo>
                    <a:pt x="4772416" y="1161472"/>
                  </a:lnTo>
                  <a:lnTo>
                    <a:pt x="4772542" y="1161472"/>
                  </a:lnTo>
                  <a:lnTo>
                    <a:pt x="4772668" y="1161472"/>
                  </a:lnTo>
                  <a:lnTo>
                    <a:pt x="4772794" y="1161472"/>
                  </a:lnTo>
                  <a:lnTo>
                    <a:pt x="4772920" y="1161472"/>
                  </a:lnTo>
                  <a:lnTo>
                    <a:pt x="4773046" y="1161472"/>
                  </a:lnTo>
                  <a:lnTo>
                    <a:pt x="4773046" y="1156193"/>
                  </a:lnTo>
                  <a:lnTo>
                    <a:pt x="4773172" y="1156193"/>
                  </a:lnTo>
                  <a:lnTo>
                    <a:pt x="4773298" y="1156193"/>
                  </a:lnTo>
                  <a:lnTo>
                    <a:pt x="4773425" y="1156193"/>
                  </a:lnTo>
                  <a:lnTo>
                    <a:pt x="4773551" y="1156193"/>
                  </a:lnTo>
                  <a:lnTo>
                    <a:pt x="4773677" y="1156193"/>
                  </a:lnTo>
                  <a:lnTo>
                    <a:pt x="4773803" y="1156193"/>
                  </a:lnTo>
                  <a:lnTo>
                    <a:pt x="4773929" y="1156193"/>
                  </a:lnTo>
                  <a:lnTo>
                    <a:pt x="4774055" y="1156193"/>
                  </a:lnTo>
                  <a:lnTo>
                    <a:pt x="4774181" y="1156193"/>
                  </a:lnTo>
                  <a:lnTo>
                    <a:pt x="4774307" y="1156193"/>
                  </a:lnTo>
                  <a:lnTo>
                    <a:pt x="4774433" y="1156193"/>
                  </a:lnTo>
                  <a:lnTo>
                    <a:pt x="4774559" y="1156193"/>
                  </a:lnTo>
                  <a:lnTo>
                    <a:pt x="4774685" y="1156193"/>
                  </a:lnTo>
                  <a:lnTo>
                    <a:pt x="4774811" y="1156193"/>
                  </a:lnTo>
                  <a:lnTo>
                    <a:pt x="4774938" y="1156193"/>
                  </a:lnTo>
                  <a:lnTo>
                    <a:pt x="4775064" y="1156193"/>
                  </a:lnTo>
                  <a:lnTo>
                    <a:pt x="4775190" y="1156193"/>
                  </a:lnTo>
                  <a:lnTo>
                    <a:pt x="4775316" y="1156193"/>
                  </a:lnTo>
                  <a:lnTo>
                    <a:pt x="4775442" y="1156193"/>
                  </a:lnTo>
                  <a:lnTo>
                    <a:pt x="4775568" y="1156193"/>
                  </a:lnTo>
                  <a:lnTo>
                    <a:pt x="4775694" y="1156193"/>
                  </a:lnTo>
                  <a:lnTo>
                    <a:pt x="4775820" y="1156193"/>
                  </a:lnTo>
                  <a:lnTo>
                    <a:pt x="4775946" y="1156193"/>
                  </a:lnTo>
                  <a:lnTo>
                    <a:pt x="4776072" y="1156193"/>
                  </a:lnTo>
                  <a:lnTo>
                    <a:pt x="4776198" y="1156193"/>
                  </a:lnTo>
                  <a:lnTo>
                    <a:pt x="4776325" y="1156193"/>
                  </a:lnTo>
                  <a:lnTo>
                    <a:pt x="4776451" y="1156193"/>
                  </a:lnTo>
                  <a:lnTo>
                    <a:pt x="4776577" y="1156193"/>
                  </a:lnTo>
                  <a:lnTo>
                    <a:pt x="4776703" y="1156193"/>
                  </a:lnTo>
                  <a:lnTo>
                    <a:pt x="4776829" y="1156193"/>
                  </a:lnTo>
                  <a:lnTo>
                    <a:pt x="4776955" y="1156193"/>
                  </a:lnTo>
                  <a:lnTo>
                    <a:pt x="4777081" y="1156193"/>
                  </a:lnTo>
                  <a:lnTo>
                    <a:pt x="4777207" y="1156193"/>
                  </a:lnTo>
                  <a:lnTo>
                    <a:pt x="4777207" y="1150913"/>
                  </a:lnTo>
                  <a:lnTo>
                    <a:pt x="4777333" y="1150913"/>
                  </a:lnTo>
                  <a:lnTo>
                    <a:pt x="4777459" y="1150913"/>
                  </a:lnTo>
                  <a:lnTo>
                    <a:pt x="4777585" y="1150913"/>
                  </a:lnTo>
                  <a:lnTo>
                    <a:pt x="4777711" y="1150913"/>
                  </a:lnTo>
                  <a:lnTo>
                    <a:pt x="4777838" y="1150913"/>
                  </a:lnTo>
                  <a:lnTo>
                    <a:pt x="4777964" y="1150913"/>
                  </a:lnTo>
                  <a:lnTo>
                    <a:pt x="4778090" y="1150913"/>
                  </a:lnTo>
                  <a:lnTo>
                    <a:pt x="4778216" y="1150913"/>
                  </a:lnTo>
                  <a:lnTo>
                    <a:pt x="4778342" y="1150913"/>
                  </a:lnTo>
                  <a:lnTo>
                    <a:pt x="4778468" y="1150913"/>
                  </a:lnTo>
                  <a:lnTo>
                    <a:pt x="4778594" y="1150913"/>
                  </a:lnTo>
                  <a:lnTo>
                    <a:pt x="4778720" y="1150913"/>
                  </a:lnTo>
                  <a:lnTo>
                    <a:pt x="4778846" y="1150913"/>
                  </a:lnTo>
                  <a:lnTo>
                    <a:pt x="4778972" y="1150913"/>
                  </a:lnTo>
                  <a:lnTo>
                    <a:pt x="4779098" y="1150913"/>
                  </a:lnTo>
                  <a:lnTo>
                    <a:pt x="4779225" y="1150913"/>
                  </a:lnTo>
                  <a:lnTo>
                    <a:pt x="4779351" y="1150913"/>
                  </a:lnTo>
                  <a:lnTo>
                    <a:pt x="4779477" y="1150913"/>
                  </a:lnTo>
                  <a:lnTo>
                    <a:pt x="4779603" y="1150913"/>
                  </a:lnTo>
                  <a:lnTo>
                    <a:pt x="4779729" y="1150913"/>
                  </a:lnTo>
                  <a:lnTo>
                    <a:pt x="4779855" y="1150913"/>
                  </a:lnTo>
                  <a:lnTo>
                    <a:pt x="4779981" y="1150913"/>
                  </a:lnTo>
                  <a:lnTo>
                    <a:pt x="4780107" y="1150913"/>
                  </a:lnTo>
                  <a:lnTo>
                    <a:pt x="4780233" y="1150913"/>
                  </a:lnTo>
                  <a:lnTo>
                    <a:pt x="4780359" y="1150913"/>
                  </a:lnTo>
                  <a:lnTo>
                    <a:pt x="4780485" y="1150913"/>
                  </a:lnTo>
                  <a:lnTo>
                    <a:pt x="4780612" y="1150913"/>
                  </a:lnTo>
                  <a:lnTo>
                    <a:pt x="4780738" y="1150913"/>
                  </a:lnTo>
                  <a:lnTo>
                    <a:pt x="4780864" y="1150913"/>
                  </a:lnTo>
                  <a:lnTo>
                    <a:pt x="4780990" y="1150913"/>
                  </a:lnTo>
                  <a:lnTo>
                    <a:pt x="4781116" y="1150913"/>
                  </a:lnTo>
                  <a:lnTo>
                    <a:pt x="4781242" y="1150913"/>
                  </a:lnTo>
                  <a:lnTo>
                    <a:pt x="4781368" y="1150913"/>
                  </a:lnTo>
                  <a:lnTo>
                    <a:pt x="4781494" y="1150913"/>
                  </a:lnTo>
                  <a:lnTo>
                    <a:pt x="4781620" y="1150913"/>
                  </a:lnTo>
                  <a:lnTo>
                    <a:pt x="4781746" y="1150913"/>
                  </a:lnTo>
                  <a:lnTo>
                    <a:pt x="4781872" y="1150913"/>
                  </a:lnTo>
                  <a:lnTo>
                    <a:pt x="4781998" y="1150913"/>
                  </a:lnTo>
                  <a:lnTo>
                    <a:pt x="4782125" y="1150913"/>
                  </a:lnTo>
                  <a:lnTo>
                    <a:pt x="4782251" y="1150913"/>
                  </a:lnTo>
                  <a:lnTo>
                    <a:pt x="4782377" y="1150913"/>
                  </a:lnTo>
                  <a:lnTo>
                    <a:pt x="4782503" y="1150913"/>
                  </a:lnTo>
                  <a:lnTo>
                    <a:pt x="4782629" y="1150913"/>
                  </a:lnTo>
                  <a:lnTo>
                    <a:pt x="4782755" y="1150913"/>
                  </a:lnTo>
                  <a:lnTo>
                    <a:pt x="4782881" y="1150913"/>
                  </a:lnTo>
                  <a:lnTo>
                    <a:pt x="4783007" y="1150913"/>
                  </a:lnTo>
                  <a:lnTo>
                    <a:pt x="4783133" y="1150913"/>
                  </a:lnTo>
                  <a:lnTo>
                    <a:pt x="4783259" y="1150913"/>
                  </a:lnTo>
                  <a:lnTo>
                    <a:pt x="4783385" y="1150913"/>
                  </a:lnTo>
                  <a:lnTo>
                    <a:pt x="4783512" y="1150913"/>
                  </a:lnTo>
                  <a:lnTo>
                    <a:pt x="4783638" y="1150913"/>
                  </a:lnTo>
                  <a:lnTo>
                    <a:pt x="4783764" y="1150913"/>
                  </a:lnTo>
                  <a:lnTo>
                    <a:pt x="4783890" y="1150913"/>
                  </a:lnTo>
                  <a:lnTo>
                    <a:pt x="4784016" y="1150913"/>
                  </a:lnTo>
                  <a:lnTo>
                    <a:pt x="4784142" y="1150913"/>
                  </a:lnTo>
                  <a:lnTo>
                    <a:pt x="4784268" y="1150913"/>
                  </a:lnTo>
                  <a:lnTo>
                    <a:pt x="4784394" y="1150913"/>
                  </a:lnTo>
                  <a:lnTo>
                    <a:pt x="4784520" y="1150913"/>
                  </a:lnTo>
                  <a:lnTo>
                    <a:pt x="4784646" y="1150913"/>
                  </a:lnTo>
                  <a:lnTo>
                    <a:pt x="4784772" y="1150913"/>
                  </a:lnTo>
                  <a:lnTo>
                    <a:pt x="4784898" y="1150913"/>
                  </a:lnTo>
                  <a:lnTo>
                    <a:pt x="4785025" y="1150913"/>
                  </a:lnTo>
                  <a:lnTo>
                    <a:pt x="4785151" y="1150913"/>
                  </a:lnTo>
                  <a:lnTo>
                    <a:pt x="4785277" y="1150913"/>
                  </a:lnTo>
                  <a:lnTo>
                    <a:pt x="4785403" y="1150913"/>
                  </a:lnTo>
                  <a:lnTo>
                    <a:pt x="4785529" y="1150913"/>
                  </a:lnTo>
                  <a:lnTo>
                    <a:pt x="4785655" y="1150913"/>
                  </a:lnTo>
                  <a:lnTo>
                    <a:pt x="4785781" y="1150913"/>
                  </a:lnTo>
                  <a:lnTo>
                    <a:pt x="4785907" y="1150913"/>
                  </a:lnTo>
                  <a:lnTo>
                    <a:pt x="4786033" y="1150913"/>
                  </a:lnTo>
                  <a:lnTo>
                    <a:pt x="4786159" y="1150913"/>
                  </a:lnTo>
                  <a:lnTo>
                    <a:pt x="4786285" y="1150913"/>
                  </a:lnTo>
                  <a:lnTo>
                    <a:pt x="4786412" y="1150913"/>
                  </a:lnTo>
                  <a:lnTo>
                    <a:pt x="4786538" y="1150913"/>
                  </a:lnTo>
                  <a:lnTo>
                    <a:pt x="4786664" y="1150913"/>
                  </a:lnTo>
                  <a:lnTo>
                    <a:pt x="4786790" y="1150913"/>
                  </a:lnTo>
                  <a:lnTo>
                    <a:pt x="4786916" y="1150913"/>
                  </a:lnTo>
                  <a:lnTo>
                    <a:pt x="4787042" y="1150913"/>
                  </a:lnTo>
                  <a:lnTo>
                    <a:pt x="4787168" y="1150913"/>
                  </a:lnTo>
                  <a:lnTo>
                    <a:pt x="4787294" y="1150913"/>
                  </a:lnTo>
                  <a:lnTo>
                    <a:pt x="4787420" y="1150913"/>
                  </a:lnTo>
                  <a:lnTo>
                    <a:pt x="4787546" y="1150913"/>
                  </a:lnTo>
                  <a:lnTo>
                    <a:pt x="4787672" y="1150913"/>
                  </a:lnTo>
                  <a:lnTo>
                    <a:pt x="4787799" y="1150913"/>
                  </a:lnTo>
                  <a:lnTo>
                    <a:pt x="4787925" y="1150913"/>
                  </a:lnTo>
                  <a:lnTo>
                    <a:pt x="4788051" y="1150913"/>
                  </a:lnTo>
                  <a:lnTo>
                    <a:pt x="4788177" y="1150913"/>
                  </a:lnTo>
                  <a:lnTo>
                    <a:pt x="4788303" y="1150913"/>
                  </a:lnTo>
                  <a:lnTo>
                    <a:pt x="4788429" y="1150913"/>
                  </a:lnTo>
                  <a:lnTo>
                    <a:pt x="4788555" y="1150913"/>
                  </a:lnTo>
                  <a:lnTo>
                    <a:pt x="4788681" y="1150913"/>
                  </a:lnTo>
                  <a:lnTo>
                    <a:pt x="4788807" y="1150913"/>
                  </a:lnTo>
                  <a:lnTo>
                    <a:pt x="4788933" y="1150913"/>
                  </a:lnTo>
                  <a:lnTo>
                    <a:pt x="4789059" y="1150913"/>
                  </a:lnTo>
                  <a:lnTo>
                    <a:pt x="4789185" y="1150913"/>
                  </a:lnTo>
                  <a:lnTo>
                    <a:pt x="4789312" y="1150913"/>
                  </a:lnTo>
                  <a:lnTo>
                    <a:pt x="4789438" y="1150913"/>
                  </a:lnTo>
                  <a:lnTo>
                    <a:pt x="4789564" y="1150913"/>
                  </a:lnTo>
                  <a:lnTo>
                    <a:pt x="4789690" y="1150913"/>
                  </a:lnTo>
                  <a:lnTo>
                    <a:pt x="4789816" y="1150913"/>
                  </a:lnTo>
                  <a:lnTo>
                    <a:pt x="4789942" y="1150913"/>
                  </a:lnTo>
                  <a:lnTo>
                    <a:pt x="4790068" y="1150913"/>
                  </a:lnTo>
                  <a:lnTo>
                    <a:pt x="4790194" y="1150913"/>
                  </a:lnTo>
                  <a:lnTo>
                    <a:pt x="4790320" y="1150913"/>
                  </a:lnTo>
                  <a:lnTo>
                    <a:pt x="4790446" y="1150913"/>
                  </a:lnTo>
                  <a:lnTo>
                    <a:pt x="4790572" y="1150913"/>
                  </a:lnTo>
                  <a:lnTo>
                    <a:pt x="4790699" y="1150913"/>
                  </a:lnTo>
                  <a:lnTo>
                    <a:pt x="4790825" y="1150913"/>
                  </a:lnTo>
                  <a:lnTo>
                    <a:pt x="4790951" y="1150913"/>
                  </a:lnTo>
                  <a:lnTo>
                    <a:pt x="4791077" y="1150913"/>
                  </a:lnTo>
                  <a:lnTo>
                    <a:pt x="4791203" y="1150913"/>
                  </a:lnTo>
                  <a:lnTo>
                    <a:pt x="4791329" y="1150913"/>
                  </a:lnTo>
                  <a:lnTo>
                    <a:pt x="4791455" y="1150913"/>
                  </a:lnTo>
                  <a:lnTo>
                    <a:pt x="4791581" y="1150913"/>
                  </a:lnTo>
                  <a:lnTo>
                    <a:pt x="4791707" y="1150913"/>
                  </a:lnTo>
                  <a:lnTo>
                    <a:pt x="4791833" y="1150913"/>
                  </a:lnTo>
                  <a:lnTo>
                    <a:pt x="4791959" y="1150913"/>
                  </a:lnTo>
                  <a:lnTo>
                    <a:pt x="4792085" y="1150913"/>
                  </a:lnTo>
                  <a:lnTo>
                    <a:pt x="4792212" y="1150913"/>
                  </a:lnTo>
                  <a:lnTo>
                    <a:pt x="4792338" y="1150913"/>
                  </a:lnTo>
                  <a:lnTo>
                    <a:pt x="4792338" y="1145634"/>
                  </a:lnTo>
                  <a:lnTo>
                    <a:pt x="4792464" y="1145634"/>
                  </a:lnTo>
                  <a:lnTo>
                    <a:pt x="4792590" y="1145634"/>
                  </a:lnTo>
                  <a:lnTo>
                    <a:pt x="4792716" y="1145634"/>
                  </a:lnTo>
                  <a:lnTo>
                    <a:pt x="4792842" y="1145634"/>
                  </a:lnTo>
                  <a:lnTo>
                    <a:pt x="4792968" y="1145634"/>
                  </a:lnTo>
                  <a:lnTo>
                    <a:pt x="4793094" y="1145634"/>
                  </a:lnTo>
                  <a:lnTo>
                    <a:pt x="4793220" y="1145634"/>
                  </a:lnTo>
                  <a:lnTo>
                    <a:pt x="4793346" y="1145634"/>
                  </a:lnTo>
                  <a:lnTo>
                    <a:pt x="4793472" y="1145634"/>
                  </a:lnTo>
                  <a:lnTo>
                    <a:pt x="4793599" y="1145634"/>
                  </a:lnTo>
                  <a:lnTo>
                    <a:pt x="4793725" y="1145634"/>
                  </a:lnTo>
                  <a:lnTo>
                    <a:pt x="4793851" y="1145634"/>
                  </a:lnTo>
                  <a:lnTo>
                    <a:pt x="4793977" y="1145634"/>
                  </a:lnTo>
                  <a:lnTo>
                    <a:pt x="4794103" y="1145634"/>
                  </a:lnTo>
                  <a:lnTo>
                    <a:pt x="4794229" y="1145634"/>
                  </a:lnTo>
                  <a:lnTo>
                    <a:pt x="4794355" y="1145634"/>
                  </a:lnTo>
                  <a:lnTo>
                    <a:pt x="4794481" y="1145634"/>
                  </a:lnTo>
                  <a:lnTo>
                    <a:pt x="4794607" y="1145634"/>
                  </a:lnTo>
                  <a:lnTo>
                    <a:pt x="4794733" y="1145634"/>
                  </a:lnTo>
                  <a:lnTo>
                    <a:pt x="4794859" y="1145634"/>
                  </a:lnTo>
                  <a:lnTo>
                    <a:pt x="4794985" y="1145634"/>
                  </a:lnTo>
                  <a:lnTo>
                    <a:pt x="4795112" y="1145634"/>
                  </a:lnTo>
                  <a:lnTo>
                    <a:pt x="4795238" y="1145634"/>
                  </a:lnTo>
                  <a:lnTo>
                    <a:pt x="4795364" y="1145634"/>
                  </a:lnTo>
                  <a:lnTo>
                    <a:pt x="4795490" y="1145634"/>
                  </a:lnTo>
                  <a:lnTo>
                    <a:pt x="4795616" y="1145634"/>
                  </a:lnTo>
                  <a:lnTo>
                    <a:pt x="4795742" y="1145634"/>
                  </a:lnTo>
                  <a:lnTo>
                    <a:pt x="4795868" y="1145634"/>
                  </a:lnTo>
                  <a:lnTo>
                    <a:pt x="4795994" y="1145634"/>
                  </a:lnTo>
                  <a:lnTo>
                    <a:pt x="4796120" y="1145634"/>
                  </a:lnTo>
                  <a:lnTo>
                    <a:pt x="4796246" y="1145634"/>
                  </a:lnTo>
                  <a:lnTo>
                    <a:pt x="4796372" y="1145634"/>
                  </a:lnTo>
                  <a:lnTo>
                    <a:pt x="4796499" y="1145634"/>
                  </a:lnTo>
                  <a:lnTo>
                    <a:pt x="4796625" y="1145634"/>
                  </a:lnTo>
                  <a:lnTo>
                    <a:pt x="4796751" y="1145634"/>
                  </a:lnTo>
                  <a:lnTo>
                    <a:pt x="4796877" y="1145634"/>
                  </a:lnTo>
                  <a:lnTo>
                    <a:pt x="4797003" y="1145634"/>
                  </a:lnTo>
                  <a:lnTo>
                    <a:pt x="4797129" y="1145634"/>
                  </a:lnTo>
                  <a:lnTo>
                    <a:pt x="4797255" y="1145634"/>
                  </a:lnTo>
                  <a:lnTo>
                    <a:pt x="4797381" y="1145634"/>
                  </a:lnTo>
                  <a:lnTo>
                    <a:pt x="4797507" y="1145634"/>
                  </a:lnTo>
                  <a:lnTo>
                    <a:pt x="4797633" y="1145634"/>
                  </a:lnTo>
                  <a:lnTo>
                    <a:pt x="4797759" y="1145634"/>
                  </a:lnTo>
                  <a:lnTo>
                    <a:pt x="4797886" y="1145634"/>
                  </a:lnTo>
                  <a:lnTo>
                    <a:pt x="4798012" y="1145634"/>
                  </a:lnTo>
                  <a:lnTo>
                    <a:pt x="4798138" y="1145634"/>
                  </a:lnTo>
                  <a:lnTo>
                    <a:pt x="4798264" y="1145634"/>
                  </a:lnTo>
                  <a:lnTo>
                    <a:pt x="4798390" y="1145634"/>
                  </a:lnTo>
                  <a:lnTo>
                    <a:pt x="4798516" y="1145634"/>
                  </a:lnTo>
                  <a:lnTo>
                    <a:pt x="4798642" y="1145634"/>
                  </a:lnTo>
                  <a:lnTo>
                    <a:pt x="4798768" y="1145634"/>
                  </a:lnTo>
                  <a:lnTo>
                    <a:pt x="4798894" y="1145634"/>
                  </a:lnTo>
                  <a:lnTo>
                    <a:pt x="4799020" y="1145634"/>
                  </a:lnTo>
                  <a:lnTo>
                    <a:pt x="4799146" y="1145634"/>
                  </a:lnTo>
                  <a:lnTo>
                    <a:pt x="4799272" y="1145634"/>
                  </a:lnTo>
                  <a:lnTo>
                    <a:pt x="4799399" y="1145634"/>
                  </a:lnTo>
                  <a:lnTo>
                    <a:pt x="4799525" y="1145634"/>
                  </a:lnTo>
                  <a:lnTo>
                    <a:pt x="4799651" y="1145634"/>
                  </a:lnTo>
                  <a:lnTo>
                    <a:pt x="4799777" y="1145634"/>
                  </a:lnTo>
                  <a:lnTo>
                    <a:pt x="4799903" y="1145634"/>
                  </a:lnTo>
                  <a:lnTo>
                    <a:pt x="4800029" y="1145634"/>
                  </a:lnTo>
                  <a:lnTo>
                    <a:pt x="4800155" y="1145634"/>
                  </a:lnTo>
                  <a:lnTo>
                    <a:pt x="4800281" y="1145634"/>
                  </a:lnTo>
                  <a:lnTo>
                    <a:pt x="4800407" y="1145634"/>
                  </a:lnTo>
                  <a:lnTo>
                    <a:pt x="4800533" y="1145634"/>
                  </a:lnTo>
                  <a:lnTo>
                    <a:pt x="4800659" y="1145634"/>
                  </a:lnTo>
                  <a:lnTo>
                    <a:pt x="4800786" y="1145634"/>
                  </a:lnTo>
                  <a:lnTo>
                    <a:pt x="4800912" y="1145634"/>
                  </a:lnTo>
                  <a:lnTo>
                    <a:pt x="4801038" y="1145634"/>
                  </a:lnTo>
                  <a:lnTo>
                    <a:pt x="4801164" y="1145634"/>
                  </a:lnTo>
                  <a:lnTo>
                    <a:pt x="4801290" y="1145634"/>
                  </a:lnTo>
                  <a:lnTo>
                    <a:pt x="4801416" y="1145634"/>
                  </a:lnTo>
                  <a:lnTo>
                    <a:pt x="4801542" y="1145634"/>
                  </a:lnTo>
                  <a:lnTo>
                    <a:pt x="4801668" y="1145634"/>
                  </a:lnTo>
                  <a:lnTo>
                    <a:pt x="4801794" y="1145634"/>
                  </a:lnTo>
                  <a:lnTo>
                    <a:pt x="4801920" y="1145634"/>
                  </a:lnTo>
                  <a:lnTo>
                    <a:pt x="4802046" y="1145634"/>
                  </a:lnTo>
                  <a:lnTo>
                    <a:pt x="4802046" y="1140355"/>
                  </a:lnTo>
                  <a:lnTo>
                    <a:pt x="4802172" y="1140355"/>
                  </a:lnTo>
                  <a:lnTo>
                    <a:pt x="4802299" y="1140355"/>
                  </a:lnTo>
                  <a:lnTo>
                    <a:pt x="4802425" y="1140355"/>
                  </a:lnTo>
                  <a:lnTo>
                    <a:pt x="4802551" y="1140355"/>
                  </a:lnTo>
                  <a:lnTo>
                    <a:pt x="4802677" y="1140355"/>
                  </a:lnTo>
                  <a:lnTo>
                    <a:pt x="4802803" y="1140355"/>
                  </a:lnTo>
                  <a:lnTo>
                    <a:pt x="4802929" y="1140355"/>
                  </a:lnTo>
                  <a:lnTo>
                    <a:pt x="4803055" y="1140355"/>
                  </a:lnTo>
                  <a:lnTo>
                    <a:pt x="4803181" y="1140355"/>
                  </a:lnTo>
                  <a:lnTo>
                    <a:pt x="4803307" y="1140355"/>
                  </a:lnTo>
                  <a:lnTo>
                    <a:pt x="4803433" y="1140355"/>
                  </a:lnTo>
                  <a:lnTo>
                    <a:pt x="4803559" y="1140355"/>
                  </a:lnTo>
                  <a:lnTo>
                    <a:pt x="4803686" y="1140355"/>
                  </a:lnTo>
                  <a:lnTo>
                    <a:pt x="4803812" y="1140355"/>
                  </a:lnTo>
                  <a:lnTo>
                    <a:pt x="4803938" y="1140355"/>
                  </a:lnTo>
                  <a:lnTo>
                    <a:pt x="4804064" y="1140355"/>
                  </a:lnTo>
                  <a:lnTo>
                    <a:pt x="4804190" y="1140355"/>
                  </a:lnTo>
                  <a:lnTo>
                    <a:pt x="4804316" y="1140355"/>
                  </a:lnTo>
                  <a:lnTo>
                    <a:pt x="4804442" y="1140355"/>
                  </a:lnTo>
                  <a:lnTo>
                    <a:pt x="4804568" y="1140355"/>
                  </a:lnTo>
                  <a:lnTo>
                    <a:pt x="4804694" y="1140355"/>
                  </a:lnTo>
                  <a:lnTo>
                    <a:pt x="4804820" y="1140355"/>
                  </a:lnTo>
                  <a:lnTo>
                    <a:pt x="4804946" y="1140355"/>
                  </a:lnTo>
                  <a:lnTo>
                    <a:pt x="4805073" y="1140355"/>
                  </a:lnTo>
                  <a:lnTo>
                    <a:pt x="4805199" y="1140355"/>
                  </a:lnTo>
                  <a:lnTo>
                    <a:pt x="4805325" y="1140355"/>
                  </a:lnTo>
                  <a:lnTo>
                    <a:pt x="4805451" y="1140355"/>
                  </a:lnTo>
                  <a:lnTo>
                    <a:pt x="4805577" y="1140355"/>
                  </a:lnTo>
                  <a:lnTo>
                    <a:pt x="4805703" y="1140355"/>
                  </a:lnTo>
                  <a:lnTo>
                    <a:pt x="4805829" y="1140355"/>
                  </a:lnTo>
                  <a:lnTo>
                    <a:pt x="4805955" y="1140355"/>
                  </a:lnTo>
                  <a:lnTo>
                    <a:pt x="4806081" y="1140355"/>
                  </a:lnTo>
                  <a:lnTo>
                    <a:pt x="4806207" y="1140355"/>
                  </a:lnTo>
                  <a:lnTo>
                    <a:pt x="4806333" y="1140355"/>
                  </a:lnTo>
                  <a:lnTo>
                    <a:pt x="4806459" y="1140355"/>
                  </a:lnTo>
                  <a:lnTo>
                    <a:pt x="4806586" y="1140355"/>
                  </a:lnTo>
                  <a:lnTo>
                    <a:pt x="4806712" y="1140355"/>
                  </a:lnTo>
                  <a:lnTo>
                    <a:pt x="4806838" y="1140355"/>
                  </a:lnTo>
                  <a:lnTo>
                    <a:pt x="4806964" y="1140355"/>
                  </a:lnTo>
                  <a:lnTo>
                    <a:pt x="4807090" y="1140355"/>
                  </a:lnTo>
                  <a:lnTo>
                    <a:pt x="4807216" y="1140355"/>
                  </a:lnTo>
                  <a:lnTo>
                    <a:pt x="4807342" y="1140355"/>
                  </a:lnTo>
                  <a:lnTo>
                    <a:pt x="4807468" y="1140355"/>
                  </a:lnTo>
                  <a:lnTo>
                    <a:pt x="4807594" y="1140355"/>
                  </a:lnTo>
                  <a:lnTo>
                    <a:pt x="4807720" y="1140355"/>
                  </a:lnTo>
                  <a:lnTo>
                    <a:pt x="4807846" y="1140355"/>
                  </a:lnTo>
                  <a:lnTo>
                    <a:pt x="4807973" y="1140355"/>
                  </a:lnTo>
                  <a:lnTo>
                    <a:pt x="4808099" y="1140355"/>
                  </a:lnTo>
                  <a:lnTo>
                    <a:pt x="4808225" y="1140355"/>
                  </a:lnTo>
                  <a:lnTo>
                    <a:pt x="4808351" y="1140355"/>
                  </a:lnTo>
                  <a:lnTo>
                    <a:pt x="4808477" y="1140355"/>
                  </a:lnTo>
                  <a:lnTo>
                    <a:pt x="4808603" y="1140355"/>
                  </a:lnTo>
                  <a:lnTo>
                    <a:pt x="4808729" y="1140355"/>
                  </a:lnTo>
                  <a:lnTo>
                    <a:pt x="4808855" y="1140355"/>
                  </a:lnTo>
                  <a:lnTo>
                    <a:pt x="4808981" y="1140355"/>
                  </a:lnTo>
                  <a:lnTo>
                    <a:pt x="4809107" y="1140355"/>
                  </a:lnTo>
                  <a:lnTo>
                    <a:pt x="4809233" y="1140355"/>
                  </a:lnTo>
                  <a:lnTo>
                    <a:pt x="4809359" y="1140355"/>
                  </a:lnTo>
                  <a:lnTo>
                    <a:pt x="4809486" y="1140355"/>
                  </a:lnTo>
                  <a:lnTo>
                    <a:pt x="4809612" y="1140355"/>
                  </a:lnTo>
                  <a:lnTo>
                    <a:pt x="4809738" y="1140355"/>
                  </a:lnTo>
                  <a:lnTo>
                    <a:pt x="4809864" y="1140355"/>
                  </a:lnTo>
                  <a:lnTo>
                    <a:pt x="4809990" y="1140355"/>
                  </a:lnTo>
                  <a:lnTo>
                    <a:pt x="4810116" y="1140355"/>
                  </a:lnTo>
                  <a:lnTo>
                    <a:pt x="4810242" y="1140355"/>
                  </a:lnTo>
                  <a:lnTo>
                    <a:pt x="4810368" y="1140355"/>
                  </a:lnTo>
                  <a:lnTo>
                    <a:pt x="4810494" y="1140355"/>
                  </a:lnTo>
                  <a:lnTo>
                    <a:pt x="4810620" y="1140355"/>
                  </a:lnTo>
                  <a:lnTo>
                    <a:pt x="4810746" y="1140355"/>
                  </a:lnTo>
                  <a:lnTo>
                    <a:pt x="4810873" y="1140355"/>
                  </a:lnTo>
                  <a:lnTo>
                    <a:pt x="4810999" y="1140355"/>
                  </a:lnTo>
                  <a:lnTo>
                    <a:pt x="4811125" y="1140355"/>
                  </a:lnTo>
                  <a:lnTo>
                    <a:pt x="4811251" y="1140355"/>
                  </a:lnTo>
                  <a:lnTo>
                    <a:pt x="4811377" y="1140355"/>
                  </a:lnTo>
                  <a:lnTo>
                    <a:pt x="4811503" y="1140355"/>
                  </a:lnTo>
                  <a:lnTo>
                    <a:pt x="4811629" y="1140355"/>
                  </a:lnTo>
                  <a:lnTo>
                    <a:pt x="4811755" y="1140355"/>
                  </a:lnTo>
                  <a:lnTo>
                    <a:pt x="4811881" y="1140355"/>
                  </a:lnTo>
                  <a:lnTo>
                    <a:pt x="4812007" y="1140355"/>
                  </a:lnTo>
                  <a:lnTo>
                    <a:pt x="4812133" y="1140355"/>
                  </a:lnTo>
                  <a:lnTo>
                    <a:pt x="4812259" y="1140355"/>
                  </a:lnTo>
                  <a:lnTo>
                    <a:pt x="4812386" y="1140355"/>
                  </a:lnTo>
                  <a:lnTo>
                    <a:pt x="4812512" y="1140355"/>
                  </a:lnTo>
                  <a:lnTo>
                    <a:pt x="4812638" y="1140355"/>
                  </a:lnTo>
                  <a:lnTo>
                    <a:pt x="4812764" y="1140355"/>
                  </a:lnTo>
                  <a:lnTo>
                    <a:pt x="4812890" y="1140355"/>
                  </a:lnTo>
                  <a:lnTo>
                    <a:pt x="4813016" y="1140355"/>
                  </a:lnTo>
                  <a:lnTo>
                    <a:pt x="4813142" y="1140355"/>
                  </a:lnTo>
                  <a:lnTo>
                    <a:pt x="4813268" y="1140355"/>
                  </a:lnTo>
                  <a:lnTo>
                    <a:pt x="4813394" y="1140355"/>
                  </a:lnTo>
                  <a:lnTo>
                    <a:pt x="4813520" y="1140355"/>
                  </a:lnTo>
                  <a:lnTo>
                    <a:pt x="4813646" y="1140355"/>
                  </a:lnTo>
                  <a:lnTo>
                    <a:pt x="4813773" y="1140355"/>
                  </a:lnTo>
                  <a:lnTo>
                    <a:pt x="4813899" y="1140355"/>
                  </a:lnTo>
                  <a:lnTo>
                    <a:pt x="4814025" y="1140355"/>
                  </a:lnTo>
                  <a:lnTo>
                    <a:pt x="4814151" y="1140355"/>
                  </a:lnTo>
                  <a:lnTo>
                    <a:pt x="4814277" y="1140355"/>
                  </a:lnTo>
                  <a:lnTo>
                    <a:pt x="4814403" y="1140355"/>
                  </a:lnTo>
                  <a:lnTo>
                    <a:pt x="4814529" y="1140355"/>
                  </a:lnTo>
                  <a:lnTo>
                    <a:pt x="4814655" y="1140355"/>
                  </a:lnTo>
                  <a:lnTo>
                    <a:pt x="4814781" y="1140355"/>
                  </a:lnTo>
                  <a:lnTo>
                    <a:pt x="4814907" y="1140355"/>
                  </a:lnTo>
                  <a:lnTo>
                    <a:pt x="4815033" y="1140355"/>
                  </a:lnTo>
                  <a:lnTo>
                    <a:pt x="4815160" y="1140355"/>
                  </a:lnTo>
                  <a:lnTo>
                    <a:pt x="4815286" y="1140355"/>
                  </a:lnTo>
                  <a:lnTo>
                    <a:pt x="4815412" y="1140355"/>
                  </a:lnTo>
                  <a:lnTo>
                    <a:pt x="4815538" y="1140355"/>
                  </a:lnTo>
                  <a:lnTo>
                    <a:pt x="4815664" y="1140355"/>
                  </a:lnTo>
                  <a:lnTo>
                    <a:pt x="4815790" y="1140355"/>
                  </a:lnTo>
                  <a:lnTo>
                    <a:pt x="4815916" y="1140355"/>
                  </a:lnTo>
                  <a:lnTo>
                    <a:pt x="4816042" y="1140355"/>
                  </a:lnTo>
                  <a:lnTo>
                    <a:pt x="4816168" y="1140355"/>
                  </a:lnTo>
                  <a:lnTo>
                    <a:pt x="4816294" y="1140355"/>
                  </a:lnTo>
                  <a:lnTo>
                    <a:pt x="4816420" y="1140355"/>
                  </a:lnTo>
                  <a:lnTo>
                    <a:pt x="4816546" y="1140355"/>
                  </a:lnTo>
                  <a:lnTo>
                    <a:pt x="4816673" y="1140355"/>
                  </a:lnTo>
                  <a:lnTo>
                    <a:pt x="4816799" y="1140355"/>
                  </a:lnTo>
                  <a:lnTo>
                    <a:pt x="4816925" y="1140355"/>
                  </a:lnTo>
                  <a:lnTo>
                    <a:pt x="4817051" y="1140355"/>
                  </a:lnTo>
                  <a:lnTo>
                    <a:pt x="4817177" y="1140355"/>
                  </a:lnTo>
                  <a:lnTo>
                    <a:pt x="4817303" y="1140355"/>
                  </a:lnTo>
                  <a:lnTo>
                    <a:pt x="4817429" y="1140355"/>
                  </a:lnTo>
                  <a:lnTo>
                    <a:pt x="4817555" y="1140355"/>
                  </a:lnTo>
                  <a:lnTo>
                    <a:pt x="4817681" y="1140355"/>
                  </a:lnTo>
                  <a:lnTo>
                    <a:pt x="4817807" y="1140355"/>
                  </a:lnTo>
                  <a:lnTo>
                    <a:pt x="4817933" y="1140355"/>
                  </a:lnTo>
                  <a:lnTo>
                    <a:pt x="4818060" y="1140355"/>
                  </a:lnTo>
                  <a:lnTo>
                    <a:pt x="4818186" y="1140355"/>
                  </a:lnTo>
                  <a:lnTo>
                    <a:pt x="4818312" y="1140355"/>
                  </a:lnTo>
                  <a:lnTo>
                    <a:pt x="4818438" y="1140355"/>
                  </a:lnTo>
                  <a:lnTo>
                    <a:pt x="4818564" y="1140355"/>
                  </a:lnTo>
                  <a:lnTo>
                    <a:pt x="4818690" y="1140355"/>
                  </a:lnTo>
                  <a:lnTo>
                    <a:pt x="4818816" y="1140355"/>
                  </a:lnTo>
                  <a:lnTo>
                    <a:pt x="4818942" y="1140355"/>
                  </a:lnTo>
                  <a:lnTo>
                    <a:pt x="4819068" y="1140355"/>
                  </a:lnTo>
                  <a:lnTo>
                    <a:pt x="4819194" y="1140355"/>
                  </a:lnTo>
                  <a:lnTo>
                    <a:pt x="4819320" y="1140355"/>
                  </a:lnTo>
                  <a:lnTo>
                    <a:pt x="4819446" y="1140355"/>
                  </a:lnTo>
                  <a:lnTo>
                    <a:pt x="4819573" y="1140355"/>
                  </a:lnTo>
                  <a:lnTo>
                    <a:pt x="4819699" y="1140355"/>
                  </a:lnTo>
                  <a:lnTo>
                    <a:pt x="4819825" y="1140355"/>
                  </a:lnTo>
                  <a:lnTo>
                    <a:pt x="4819951" y="1140355"/>
                  </a:lnTo>
                  <a:lnTo>
                    <a:pt x="4820077" y="1140355"/>
                  </a:lnTo>
                  <a:lnTo>
                    <a:pt x="4820203" y="1140355"/>
                  </a:lnTo>
                  <a:lnTo>
                    <a:pt x="4820329" y="1140355"/>
                  </a:lnTo>
                  <a:lnTo>
                    <a:pt x="4820455" y="1140355"/>
                  </a:lnTo>
                  <a:lnTo>
                    <a:pt x="4820581" y="1140355"/>
                  </a:lnTo>
                  <a:lnTo>
                    <a:pt x="4820707" y="1140355"/>
                  </a:lnTo>
                  <a:lnTo>
                    <a:pt x="4820833" y="1140355"/>
                  </a:lnTo>
                  <a:lnTo>
                    <a:pt x="4820960" y="1140355"/>
                  </a:lnTo>
                  <a:lnTo>
                    <a:pt x="4821086" y="1140355"/>
                  </a:lnTo>
                  <a:lnTo>
                    <a:pt x="4821212" y="1140355"/>
                  </a:lnTo>
                  <a:lnTo>
                    <a:pt x="4821338" y="1140355"/>
                  </a:lnTo>
                  <a:lnTo>
                    <a:pt x="4821464" y="1140355"/>
                  </a:lnTo>
                  <a:lnTo>
                    <a:pt x="4821590" y="1140355"/>
                  </a:lnTo>
                  <a:lnTo>
                    <a:pt x="4821716" y="1140355"/>
                  </a:lnTo>
                  <a:lnTo>
                    <a:pt x="4821842" y="1140355"/>
                  </a:lnTo>
                  <a:lnTo>
                    <a:pt x="4821968" y="1140355"/>
                  </a:lnTo>
                  <a:lnTo>
                    <a:pt x="4822094" y="1140355"/>
                  </a:lnTo>
                  <a:lnTo>
                    <a:pt x="4822220" y="1140355"/>
                  </a:lnTo>
                  <a:lnTo>
                    <a:pt x="4822347" y="1140355"/>
                  </a:lnTo>
                  <a:lnTo>
                    <a:pt x="4822473" y="1140355"/>
                  </a:lnTo>
                  <a:lnTo>
                    <a:pt x="4822599" y="1140355"/>
                  </a:lnTo>
                  <a:lnTo>
                    <a:pt x="4822725" y="1140355"/>
                  </a:lnTo>
                  <a:lnTo>
                    <a:pt x="4822851" y="1140355"/>
                  </a:lnTo>
                  <a:lnTo>
                    <a:pt x="4822977" y="1140355"/>
                  </a:lnTo>
                  <a:lnTo>
                    <a:pt x="4823103" y="1140355"/>
                  </a:lnTo>
                  <a:lnTo>
                    <a:pt x="4823229" y="1140355"/>
                  </a:lnTo>
                  <a:lnTo>
                    <a:pt x="4823355" y="1140355"/>
                  </a:lnTo>
                  <a:lnTo>
                    <a:pt x="4823481" y="1140355"/>
                  </a:lnTo>
                  <a:lnTo>
                    <a:pt x="4823607" y="1140355"/>
                  </a:lnTo>
                  <a:lnTo>
                    <a:pt x="4823733" y="1140355"/>
                  </a:lnTo>
                  <a:lnTo>
                    <a:pt x="4823860" y="1140355"/>
                  </a:lnTo>
                  <a:lnTo>
                    <a:pt x="4823986" y="1140355"/>
                  </a:lnTo>
                  <a:lnTo>
                    <a:pt x="4824112" y="1140355"/>
                  </a:lnTo>
                  <a:lnTo>
                    <a:pt x="4824238" y="1140355"/>
                  </a:lnTo>
                  <a:lnTo>
                    <a:pt x="4824364" y="1140355"/>
                  </a:lnTo>
                  <a:lnTo>
                    <a:pt x="4824490" y="1140355"/>
                  </a:lnTo>
                  <a:lnTo>
                    <a:pt x="4824616" y="1140355"/>
                  </a:lnTo>
                  <a:lnTo>
                    <a:pt x="4824742" y="1140355"/>
                  </a:lnTo>
                  <a:lnTo>
                    <a:pt x="4824868" y="1140355"/>
                  </a:lnTo>
                  <a:lnTo>
                    <a:pt x="4824994" y="1140355"/>
                  </a:lnTo>
                  <a:lnTo>
                    <a:pt x="4825120" y="1140355"/>
                  </a:lnTo>
                  <a:lnTo>
                    <a:pt x="4825247" y="1140355"/>
                  </a:lnTo>
                  <a:lnTo>
                    <a:pt x="4825373" y="1140355"/>
                  </a:lnTo>
                  <a:lnTo>
                    <a:pt x="4825499" y="1140355"/>
                  </a:lnTo>
                  <a:lnTo>
                    <a:pt x="4825625" y="1140355"/>
                  </a:lnTo>
                  <a:lnTo>
                    <a:pt x="4825751" y="1140355"/>
                  </a:lnTo>
                  <a:lnTo>
                    <a:pt x="4825877" y="1140355"/>
                  </a:lnTo>
                  <a:lnTo>
                    <a:pt x="4826003" y="1140355"/>
                  </a:lnTo>
                  <a:lnTo>
                    <a:pt x="4826129" y="1140355"/>
                  </a:lnTo>
                  <a:lnTo>
                    <a:pt x="4826255" y="1140355"/>
                  </a:lnTo>
                  <a:lnTo>
                    <a:pt x="4826381" y="1140355"/>
                  </a:lnTo>
                  <a:lnTo>
                    <a:pt x="4826507" y="1140355"/>
                  </a:lnTo>
                  <a:lnTo>
                    <a:pt x="4826633" y="1140355"/>
                  </a:lnTo>
                  <a:lnTo>
                    <a:pt x="4826760" y="1140355"/>
                  </a:lnTo>
                  <a:lnTo>
                    <a:pt x="4826886" y="1140355"/>
                  </a:lnTo>
                  <a:lnTo>
                    <a:pt x="4827012" y="1140355"/>
                  </a:lnTo>
                  <a:lnTo>
                    <a:pt x="4827138" y="1140355"/>
                  </a:lnTo>
                  <a:lnTo>
                    <a:pt x="4827264" y="1140355"/>
                  </a:lnTo>
                  <a:lnTo>
                    <a:pt x="4827390" y="1140355"/>
                  </a:lnTo>
                  <a:lnTo>
                    <a:pt x="4827516" y="1140355"/>
                  </a:lnTo>
                  <a:lnTo>
                    <a:pt x="4827642" y="1140355"/>
                  </a:lnTo>
                  <a:lnTo>
                    <a:pt x="4827768" y="1140355"/>
                  </a:lnTo>
                  <a:lnTo>
                    <a:pt x="4827894" y="1140355"/>
                  </a:lnTo>
                  <a:lnTo>
                    <a:pt x="4828020" y="1140355"/>
                  </a:lnTo>
                  <a:lnTo>
                    <a:pt x="4828147" y="1140355"/>
                  </a:lnTo>
                  <a:lnTo>
                    <a:pt x="4828273" y="1140355"/>
                  </a:lnTo>
                  <a:lnTo>
                    <a:pt x="4828399" y="1140355"/>
                  </a:lnTo>
                  <a:lnTo>
                    <a:pt x="4828399" y="1135075"/>
                  </a:lnTo>
                  <a:lnTo>
                    <a:pt x="4828525" y="1135075"/>
                  </a:lnTo>
                  <a:lnTo>
                    <a:pt x="4828651" y="1135075"/>
                  </a:lnTo>
                  <a:lnTo>
                    <a:pt x="4828777" y="1135075"/>
                  </a:lnTo>
                  <a:lnTo>
                    <a:pt x="4828903" y="1135075"/>
                  </a:lnTo>
                  <a:lnTo>
                    <a:pt x="4829029" y="1135075"/>
                  </a:lnTo>
                  <a:lnTo>
                    <a:pt x="4829155" y="1135075"/>
                  </a:lnTo>
                  <a:lnTo>
                    <a:pt x="4829281" y="1135075"/>
                  </a:lnTo>
                  <a:lnTo>
                    <a:pt x="4829407" y="1135075"/>
                  </a:lnTo>
                  <a:lnTo>
                    <a:pt x="4829534" y="1135075"/>
                  </a:lnTo>
                  <a:lnTo>
                    <a:pt x="4829660" y="1135075"/>
                  </a:lnTo>
                  <a:lnTo>
                    <a:pt x="4829786" y="1135075"/>
                  </a:lnTo>
                  <a:lnTo>
                    <a:pt x="4829912" y="1135075"/>
                  </a:lnTo>
                  <a:lnTo>
                    <a:pt x="4830038" y="1135075"/>
                  </a:lnTo>
                  <a:lnTo>
                    <a:pt x="4830164" y="1135075"/>
                  </a:lnTo>
                  <a:lnTo>
                    <a:pt x="4830290" y="1135075"/>
                  </a:lnTo>
                  <a:lnTo>
                    <a:pt x="4830416" y="1135075"/>
                  </a:lnTo>
                  <a:lnTo>
                    <a:pt x="4830542" y="1135075"/>
                  </a:lnTo>
                  <a:lnTo>
                    <a:pt x="4830668" y="1135075"/>
                  </a:lnTo>
                  <a:lnTo>
                    <a:pt x="4830794" y="1135075"/>
                  </a:lnTo>
                  <a:lnTo>
                    <a:pt x="4830920" y="1135075"/>
                  </a:lnTo>
                  <a:lnTo>
                    <a:pt x="4831047" y="1135075"/>
                  </a:lnTo>
                  <a:lnTo>
                    <a:pt x="4831173" y="1135075"/>
                  </a:lnTo>
                  <a:lnTo>
                    <a:pt x="4831299" y="1135075"/>
                  </a:lnTo>
                  <a:lnTo>
                    <a:pt x="4831425" y="1135075"/>
                  </a:lnTo>
                  <a:lnTo>
                    <a:pt x="4831551" y="1135075"/>
                  </a:lnTo>
                  <a:lnTo>
                    <a:pt x="4831677" y="1135075"/>
                  </a:lnTo>
                  <a:lnTo>
                    <a:pt x="4831803" y="1135075"/>
                  </a:lnTo>
                  <a:lnTo>
                    <a:pt x="4831929" y="1135075"/>
                  </a:lnTo>
                  <a:lnTo>
                    <a:pt x="4832055" y="1135075"/>
                  </a:lnTo>
                  <a:lnTo>
                    <a:pt x="4832181" y="1135075"/>
                  </a:lnTo>
                  <a:lnTo>
                    <a:pt x="4832307" y="1135075"/>
                  </a:lnTo>
                  <a:lnTo>
                    <a:pt x="4832434" y="1135075"/>
                  </a:lnTo>
                  <a:lnTo>
                    <a:pt x="4832560" y="1135075"/>
                  </a:lnTo>
                  <a:lnTo>
                    <a:pt x="4832686" y="1135075"/>
                  </a:lnTo>
                  <a:lnTo>
                    <a:pt x="4832812" y="1135075"/>
                  </a:lnTo>
                  <a:lnTo>
                    <a:pt x="4832938" y="1135075"/>
                  </a:lnTo>
                  <a:lnTo>
                    <a:pt x="4833064" y="1135075"/>
                  </a:lnTo>
                  <a:lnTo>
                    <a:pt x="4833190" y="1135075"/>
                  </a:lnTo>
                  <a:lnTo>
                    <a:pt x="4833316" y="1135075"/>
                  </a:lnTo>
                  <a:lnTo>
                    <a:pt x="4833442" y="1135075"/>
                  </a:lnTo>
                  <a:lnTo>
                    <a:pt x="4833568" y="1135075"/>
                  </a:lnTo>
                  <a:lnTo>
                    <a:pt x="4833694" y="1135075"/>
                  </a:lnTo>
                  <a:lnTo>
                    <a:pt x="4833820" y="1135075"/>
                  </a:lnTo>
                  <a:lnTo>
                    <a:pt x="4833947" y="1135075"/>
                  </a:lnTo>
                  <a:lnTo>
                    <a:pt x="4834073" y="1135075"/>
                  </a:lnTo>
                  <a:lnTo>
                    <a:pt x="4834199" y="1135075"/>
                  </a:lnTo>
                  <a:lnTo>
                    <a:pt x="4834325" y="1135075"/>
                  </a:lnTo>
                  <a:lnTo>
                    <a:pt x="4834451" y="1135075"/>
                  </a:lnTo>
                  <a:lnTo>
                    <a:pt x="4834577" y="1135075"/>
                  </a:lnTo>
                  <a:lnTo>
                    <a:pt x="4834703" y="1135075"/>
                  </a:lnTo>
                  <a:lnTo>
                    <a:pt x="4834829" y="1135075"/>
                  </a:lnTo>
                  <a:lnTo>
                    <a:pt x="4834955" y="1135075"/>
                  </a:lnTo>
                  <a:lnTo>
                    <a:pt x="4835081" y="1135075"/>
                  </a:lnTo>
                  <a:lnTo>
                    <a:pt x="4835207" y="1135075"/>
                  </a:lnTo>
                  <a:lnTo>
                    <a:pt x="4835334" y="1135075"/>
                  </a:lnTo>
                  <a:lnTo>
                    <a:pt x="4835460" y="1135075"/>
                  </a:lnTo>
                  <a:lnTo>
                    <a:pt x="4835586" y="1135075"/>
                  </a:lnTo>
                  <a:lnTo>
                    <a:pt x="4835712" y="1135075"/>
                  </a:lnTo>
                  <a:lnTo>
                    <a:pt x="4835838" y="1135075"/>
                  </a:lnTo>
                  <a:lnTo>
                    <a:pt x="4835964" y="1135075"/>
                  </a:lnTo>
                  <a:lnTo>
                    <a:pt x="4836090" y="1135075"/>
                  </a:lnTo>
                  <a:lnTo>
                    <a:pt x="4836216" y="1135075"/>
                  </a:lnTo>
                  <a:lnTo>
                    <a:pt x="4836342" y="1135075"/>
                  </a:lnTo>
                  <a:lnTo>
                    <a:pt x="4836468" y="1135075"/>
                  </a:lnTo>
                  <a:lnTo>
                    <a:pt x="4836594" y="1135075"/>
                  </a:lnTo>
                  <a:lnTo>
                    <a:pt x="4836720" y="1135075"/>
                  </a:lnTo>
                  <a:lnTo>
                    <a:pt x="4836847" y="1135075"/>
                  </a:lnTo>
                  <a:lnTo>
                    <a:pt x="4836973" y="1135075"/>
                  </a:lnTo>
                  <a:lnTo>
                    <a:pt x="4837099" y="1135075"/>
                  </a:lnTo>
                  <a:lnTo>
                    <a:pt x="4837225" y="1135075"/>
                  </a:lnTo>
                  <a:lnTo>
                    <a:pt x="4837351" y="1135075"/>
                  </a:lnTo>
                  <a:lnTo>
                    <a:pt x="4837477" y="1135075"/>
                  </a:lnTo>
                  <a:lnTo>
                    <a:pt x="4837603" y="1135075"/>
                  </a:lnTo>
                  <a:lnTo>
                    <a:pt x="4837729" y="1135075"/>
                  </a:lnTo>
                  <a:lnTo>
                    <a:pt x="4837855" y="1135075"/>
                  </a:lnTo>
                  <a:lnTo>
                    <a:pt x="4837855" y="1129796"/>
                  </a:lnTo>
                  <a:lnTo>
                    <a:pt x="4837981" y="1129796"/>
                  </a:lnTo>
                  <a:lnTo>
                    <a:pt x="4838107" y="1129796"/>
                  </a:lnTo>
                  <a:lnTo>
                    <a:pt x="4838234" y="1129796"/>
                  </a:lnTo>
                  <a:lnTo>
                    <a:pt x="4838360" y="1129796"/>
                  </a:lnTo>
                  <a:lnTo>
                    <a:pt x="4838486" y="1129796"/>
                  </a:lnTo>
                  <a:lnTo>
                    <a:pt x="4838612" y="1129796"/>
                  </a:lnTo>
                  <a:lnTo>
                    <a:pt x="4838738" y="1129796"/>
                  </a:lnTo>
                  <a:lnTo>
                    <a:pt x="4838864" y="1129796"/>
                  </a:lnTo>
                  <a:lnTo>
                    <a:pt x="4838990" y="1129796"/>
                  </a:lnTo>
                  <a:lnTo>
                    <a:pt x="4839116" y="1129796"/>
                  </a:lnTo>
                  <a:lnTo>
                    <a:pt x="4839242" y="1129796"/>
                  </a:lnTo>
                  <a:lnTo>
                    <a:pt x="4839368" y="1129796"/>
                  </a:lnTo>
                  <a:lnTo>
                    <a:pt x="4839494" y="1129796"/>
                  </a:lnTo>
                  <a:lnTo>
                    <a:pt x="4839621" y="1129796"/>
                  </a:lnTo>
                  <a:lnTo>
                    <a:pt x="4839747" y="1129796"/>
                  </a:lnTo>
                  <a:lnTo>
                    <a:pt x="4839873" y="1129796"/>
                  </a:lnTo>
                  <a:lnTo>
                    <a:pt x="4839999" y="1129796"/>
                  </a:lnTo>
                  <a:lnTo>
                    <a:pt x="4840125" y="1129796"/>
                  </a:lnTo>
                  <a:lnTo>
                    <a:pt x="4840251" y="1129796"/>
                  </a:lnTo>
                  <a:lnTo>
                    <a:pt x="4840377" y="1129796"/>
                  </a:lnTo>
                  <a:lnTo>
                    <a:pt x="4840503" y="1129796"/>
                  </a:lnTo>
                  <a:lnTo>
                    <a:pt x="4840629" y="1129796"/>
                  </a:lnTo>
                  <a:lnTo>
                    <a:pt x="4840755" y="1129796"/>
                  </a:lnTo>
                  <a:lnTo>
                    <a:pt x="4840881" y="1129796"/>
                  </a:lnTo>
                  <a:lnTo>
                    <a:pt x="4841007" y="1129796"/>
                  </a:lnTo>
                  <a:lnTo>
                    <a:pt x="4841134" y="1129796"/>
                  </a:lnTo>
                  <a:lnTo>
                    <a:pt x="4841260" y="1129796"/>
                  </a:lnTo>
                  <a:lnTo>
                    <a:pt x="4841386" y="1129796"/>
                  </a:lnTo>
                  <a:lnTo>
                    <a:pt x="4841512" y="1129796"/>
                  </a:lnTo>
                  <a:lnTo>
                    <a:pt x="4841638" y="1129796"/>
                  </a:lnTo>
                  <a:lnTo>
                    <a:pt x="4841764" y="1129796"/>
                  </a:lnTo>
                  <a:lnTo>
                    <a:pt x="4841890" y="1129796"/>
                  </a:lnTo>
                  <a:lnTo>
                    <a:pt x="4842016" y="1129796"/>
                  </a:lnTo>
                  <a:lnTo>
                    <a:pt x="4842142" y="1129796"/>
                  </a:lnTo>
                  <a:lnTo>
                    <a:pt x="4842268" y="1129796"/>
                  </a:lnTo>
                  <a:lnTo>
                    <a:pt x="4842394" y="1129796"/>
                  </a:lnTo>
                  <a:lnTo>
                    <a:pt x="4842521" y="1129796"/>
                  </a:lnTo>
                  <a:lnTo>
                    <a:pt x="4842647" y="1129796"/>
                  </a:lnTo>
                  <a:lnTo>
                    <a:pt x="4842773" y="1129796"/>
                  </a:lnTo>
                  <a:lnTo>
                    <a:pt x="4842899" y="1129796"/>
                  </a:lnTo>
                  <a:lnTo>
                    <a:pt x="4843025" y="1129796"/>
                  </a:lnTo>
                  <a:lnTo>
                    <a:pt x="4843151" y="1129796"/>
                  </a:lnTo>
                  <a:lnTo>
                    <a:pt x="4843277" y="1129796"/>
                  </a:lnTo>
                  <a:lnTo>
                    <a:pt x="4843403" y="1129796"/>
                  </a:lnTo>
                  <a:lnTo>
                    <a:pt x="4843529" y="1129796"/>
                  </a:lnTo>
                  <a:lnTo>
                    <a:pt x="4843655" y="1129796"/>
                  </a:lnTo>
                  <a:lnTo>
                    <a:pt x="4843781" y="1129796"/>
                  </a:lnTo>
                  <a:lnTo>
                    <a:pt x="4843907" y="1129796"/>
                  </a:lnTo>
                  <a:lnTo>
                    <a:pt x="4844034" y="1129796"/>
                  </a:lnTo>
                  <a:lnTo>
                    <a:pt x="4844160" y="1129796"/>
                  </a:lnTo>
                  <a:lnTo>
                    <a:pt x="4844286" y="1129796"/>
                  </a:lnTo>
                  <a:lnTo>
                    <a:pt x="4844412" y="1129796"/>
                  </a:lnTo>
                  <a:lnTo>
                    <a:pt x="4844538" y="1129796"/>
                  </a:lnTo>
                  <a:lnTo>
                    <a:pt x="4844664" y="1129796"/>
                  </a:lnTo>
                  <a:lnTo>
                    <a:pt x="4844790" y="1129796"/>
                  </a:lnTo>
                  <a:lnTo>
                    <a:pt x="4844916" y="1129796"/>
                  </a:lnTo>
                  <a:lnTo>
                    <a:pt x="4845042" y="1129796"/>
                  </a:lnTo>
                  <a:lnTo>
                    <a:pt x="4845168" y="1129796"/>
                  </a:lnTo>
                  <a:lnTo>
                    <a:pt x="4845294" y="1129796"/>
                  </a:lnTo>
                  <a:lnTo>
                    <a:pt x="4845421" y="1129796"/>
                  </a:lnTo>
                  <a:lnTo>
                    <a:pt x="4845547" y="1129796"/>
                  </a:lnTo>
                  <a:lnTo>
                    <a:pt x="4845673" y="1129796"/>
                  </a:lnTo>
                  <a:lnTo>
                    <a:pt x="4845799" y="1129796"/>
                  </a:lnTo>
                  <a:lnTo>
                    <a:pt x="4845925" y="1129796"/>
                  </a:lnTo>
                  <a:lnTo>
                    <a:pt x="4846051" y="1129796"/>
                  </a:lnTo>
                  <a:lnTo>
                    <a:pt x="4846177" y="1129796"/>
                  </a:lnTo>
                  <a:lnTo>
                    <a:pt x="4846303" y="1129796"/>
                  </a:lnTo>
                  <a:lnTo>
                    <a:pt x="4846429" y="1129796"/>
                  </a:lnTo>
                  <a:lnTo>
                    <a:pt x="4846555" y="1129796"/>
                  </a:lnTo>
                  <a:lnTo>
                    <a:pt x="4846681" y="1129796"/>
                  </a:lnTo>
                  <a:lnTo>
                    <a:pt x="4846808" y="1129796"/>
                  </a:lnTo>
                  <a:lnTo>
                    <a:pt x="4846934" y="1129796"/>
                  </a:lnTo>
                  <a:lnTo>
                    <a:pt x="4847060" y="1129796"/>
                  </a:lnTo>
                  <a:lnTo>
                    <a:pt x="4847186" y="1129796"/>
                  </a:lnTo>
                  <a:lnTo>
                    <a:pt x="4847312" y="1129796"/>
                  </a:lnTo>
                  <a:lnTo>
                    <a:pt x="4847438" y="1129796"/>
                  </a:lnTo>
                  <a:lnTo>
                    <a:pt x="4847564" y="1129796"/>
                  </a:lnTo>
                  <a:lnTo>
                    <a:pt x="4847690" y="1129796"/>
                  </a:lnTo>
                  <a:lnTo>
                    <a:pt x="4847816" y="1129796"/>
                  </a:lnTo>
                  <a:lnTo>
                    <a:pt x="4847942" y="1129796"/>
                  </a:lnTo>
                  <a:lnTo>
                    <a:pt x="4848068" y="1129796"/>
                  </a:lnTo>
                  <a:lnTo>
                    <a:pt x="4848194" y="1129796"/>
                  </a:lnTo>
                  <a:lnTo>
                    <a:pt x="4848321" y="1129796"/>
                  </a:lnTo>
                  <a:lnTo>
                    <a:pt x="4848447" y="1129796"/>
                  </a:lnTo>
                  <a:lnTo>
                    <a:pt x="4848573" y="1129796"/>
                  </a:lnTo>
                  <a:lnTo>
                    <a:pt x="4848699" y="1129796"/>
                  </a:lnTo>
                  <a:lnTo>
                    <a:pt x="4848825" y="1129796"/>
                  </a:lnTo>
                  <a:lnTo>
                    <a:pt x="4848951" y="1129796"/>
                  </a:lnTo>
                  <a:lnTo>
                    <a:pt x="4849077" y="1129796"/>
                  </a:lnTo>
                  <a:lnTo>
                    <a:pt x="4849203" y="1129796"/>
                  </a:lnTo>
                  <a:lnTo>
                    <a:pt x="4849329" y="1129796"/>
                  </a:lnTo>
                  <a:lnTo>
                    <a:pt x="4849455" y="1129796"/>
                  </a:lnTo>
                  <a:lnTo>
                    <a:pt x="4849581" y="1129796"/>
                  </a:lnTo>
                  <a:lnTo>
                    <a:pt x="4849708" y="1129796"/>
                  </a:lnTo>
                  <a:lnTo>
                    <a:pt x="4849834" y="1129796"/>
                  </a:lnTo>
                  <a:lnTo>
                    <a:pt x="4849960" y="1129796"/>
                  </a:lnTo>
                  <a:lnTo>
                    <a:pt x="4850086" y="1129796"/>
                  </a:lnTo>
                  <a:lnTo>
                    <a:pt x="4850212" y="1129796"/>
                  </a:lnTo>
                  <a:lnTo>
                    <a:pt x="4850338" y="1129796"/>
                  </a:lnTo>
                  <a:lnTo>
                    <a:pt x="4850464" y="1129796"/>
                  </a:lnTo>
                  <a:lnTo>
                    <a:pt x="4850590" y="1129796"/>
                  </a:lnTo>
                  <a:lnTo>
                    <a:pt x="4850716" y="1129796"/>
                  </a:lnTo>
                  <a:lnTo>
                    <a:pt x="4850842" y="1129796"/>
                  </a:lnTo>
                  <a:lnTo>
                    <a:pt x="4850968" y="1129796"/>
                  </a:lnTo>
                  <a:lnTo>
                    <a:pt x="4851094" y="1129796"/>
                  </a:lnTo>
                  <a:lnTo>
                    <a:pt x="4851221" y="1129796"/>
                  </a:lnTo>
                  <a:lnTo>
                    <a:pt x="4851347" y="1129796"/>
                  </a:lnTo>
                  <a:lnTo>
                    <a:pt x="4851473" y="1129796"/>
                  </a:lnTo>
                  <a:lnTo>
                    <a:pt x="4851599" y="1129796"/>
                  </a:lnTo>
                  <a:lnTo>
                    <a:pt x="4851725" y="1129796"/>
                  </a:lnTo>
                  <a:lnTo>
                    <a:pt x="4851851" y="1129796"/>
                  </a:lnTo>
                  <a:lnTo>
                    <a:pt x="4851977" y="1129796"/>
                  </a:lnTo>
                  <a:lnTo>
                    <a:pt x="4852103" y="1129796"/>
                  </a:lnTo>
                  <a:lnTo>
                    <a:pt x="4852229" y="1129796"/>
                  </a:lnTo>
                  <a:lnTo>
                    <a:pt x="4852355" y="1129796"/>
                  </a:lnTo>
                  <a:lnTo>
                    <a:pt x="4852481" y="1129796"/>
                  </a:lnTo>
                  <a:lnTo>
                    <a:pt x="4852608" y="1129796"/>
                  </a:lnTo>
                  <a:lnTo>
                    <a:pt x="4852734" y="1129796"/>
                  </a:lnTo>
                  <a:lnTo>
                    <a:pt x="4852860" y="1129796"/>
                  </a:lnTo>
                  <a:lnTo>
                    <a:pt x="4852986" y="1129796"/>
                  </a:lnTo>
                  <a:lnTo>
                    <a:pt x="4853112" y="1129796"/>
                  </a:lnTo>
                  <a:lnTo>
                    <a:pt x="4853238" y="1129796"/>
                  </a:lnTo>
                  <a:lnTo>
                    <a:pt x="4853364" y="1129796"/>
                  </a:lnTo>
                  <a:lnTo>
                    <a:pt x="4853490" y="1129796"/>
                  </a:lnTo>
                  <a:lnTo>
                    <a:pt x="4853616" y="1129796"/>
                  </a:lnTo>
                  <a:lnTo>
                    <a:pt x="4853742" y="1129796"/>
                  </a:lnTo>
                  <a:lnTo>
                    <a:pt x="4853868" y="1129796"/>
                  </a:lnTo>
                  <a:lnTo>
                    <a:pt x="4853995" y="1129796"/>
                  </a:lnTo>
                  <a:lnTo>
                    <a:pt x="4854121" y="1129796"/>
                  </a:lnTo>
                  <a:lnTo>
                    <a:pt x="4854247" y="1129796"/>
                  </a:lnTo>
                  <a:lnTo>
                    <a:pt x="4854373" y="1129796"/>
                  </a:lnTo>
                  <a:lnTo>
                    <a:pt x="4854499" y="1129796"/>
                  </a:lnTo>
                  <a:lnTo>
                    <a:pt x="4854625" y="1129796"/>
                  </a:lnTo>
                  <a:lnTo>
                    <a:pt x="4854751" y="1129796"/>
                  </a:lnTo>
                  <a:lnTo>
                    <a:pt x="4854877" y="1129796"/>
                  </a:lnTo>
                  <a:lnTo>
                    <a:pt x="4855003" y="1129796"/>
                  </a:lnTo>
                  <a:lnTo>
                    <a:pt x="4855129" y="1129796"/>
                  </a:lnTo>
                  <a:lnTo>
                    <a:pt x="4855255" y="1129796"/>
                  </a:lnTo>
                  <a:lnTo>
                    <a:pt x="4855381" y="1129796"/>
                  </a:lnTo>
                  <a:lnTo>
                    <a:pt x="4855508" y="1129796"/>
                  </a:lnTo>
                  <a:lnTo>
                    <a:pt x="4855634" y="1129796"/>
                  </a:lnTo>
                  <a:lnTo>
                    <a:pt x="4855760" y="1129796"/>
                  </a:lnTo>
                  <a:lnTo>
                    <a:pt x="4855886" y="1129796"/>
                  </a:lnTo>
                  <a:lnTo>
                    <a:pt x="4856012" y="1129796"/>
                  </a:lnTo>
                  <a:lnTo>
                    <a:pt x="4856138" y="1129796"/>
                  </a:lnTo>
                  <a:lnTo>
                    <a:pt x="4856264" y="1129796"/>
                  </a:lnTo>
                  <a:lnTo>
                    <a:pt x="4856390" y="1129796"/>
                  </a:lnTo>
                  <a:lnTo>
                    <a:pt x="4856516" y="1129796"/>
                  </a:lnTo>
                  <a:lnTo>
                    <a:pt x="4856642" y="1129796"/>
                  </a:lnTo>
                  <a:lnTo>
                    <a:pt x="4856768" y="1129796"/>
                  </a:lnTo>
                  <a:lnTo>
                    <a:pt x="4856895" y="1129796"/>
                  </a:lnTo>
                  <a:lnTo>
                    <a:pt x="4857021" y="1129796"/>
                  </a:lnTo>
                  <a:lnTo>
                    <a:pt x="4857147" y="1129796"/>
                  </a:lnTo>
                  <a:lnTo>
                    <a:pt x="4857273" y="1129796"/>
                  </a:lnTo>
                  <a:lnTo>
                    <a:pt x="4857399" y="1129796"/>
                  </a:lnTo>
                  <a:lnTo>
                    <a:pt x="4857525" y="1129796"/>
                  </a:lnTo>
                  <a:lnTo>
                    <a:pt x="4857651" y="1129796"/>
                  </a:lnTo>
                  <a:lnTo>
                    <a:pt x="4857777" y="1129796"/>
                  </a:lnTo>
                  <a:lnTo>
                    <a:pt x="4857903" y="1129796"/>
                  </a:lnTo>
                  <a:lnTo>
                    <a:pt x="4858029" y="1129796"/>
                  </a:lnTo>
                  <a:lnTo>
                    <a:pt x="4858155" y="1129796"/>
                  </a:lnTo>
                  <a:lnTo>
                    <a:pt x="4858281" y="1129796"/>
                  </a:lnTo>
                  <a:lnTo>
                    <a:pt x="4858408" y="1129796"/>
                  </a:lnTo>
                  <a:lnTo>
                    <a:pt x="4858534" y="1129796"/>
                  </a:lnTo>
                  <a:lnTo>
                    <a:pt x="4858660" y="1129796"/>
                  </a:lnTo>
                  <a:lnTo>
                    <a:pt x="4858786" y="1129796"/>
                  </a:lnTo>
                  <a:lnTo>
                    <a:pt x="4858912" y="1129796"/>
                  </a:lnTo>
                  <a:lnTo>
                    <a:pt x="4859038" y="1129796"/>
                  </a:lnTo>
                  <a:lnTo>
                    <a:pt x="4859164" y="1129796"/>
                  </a:lnTo>
                  <a:lnTo>
                    <a:pt x="4859290" y="1129796"/>
                  </a:lnTo>
                  <a:lnTo>
                    <a:pt x="4859416" y="1129796"/>
                  </a:lnTo>
                  <a:lnTo>
                    <a:pt x="4859542" y="1129796"/>
                  </a:lnTo>
                  <a:lnTo>
                    <a:pt x="4859668" y="1129796"/>
                  </a:lnTo>
                  <a:lnTo>
                    <a:pt x="4859795" y="1129796"/>
                  </a:lnTo>
                  <a:lnTo>
                    <a:pt x="4859921" y="1129796"/>
                  </a:lnTo>
                  <a:lnTo>
                    <a:pt x="4860047" y="1129796"/>
                  </a:lnTo>
                  <a:lnTo>
                    <a:pt x="4860173" y="1129796"/>
                  </a:lnTo>
                  <a:lnTo>
                    <a:pt x="4860299" y="1129796"/>
                  </a:lnTo>
                  <a:lnTo>
                    <a:pt x="4860425" y="1129796"/>
                  </a:lnTo>
                  <a:lnTo>
                    <a:pt x="4860551" y="1129796"/>
                  </a:lnTo>
                  <a:lnTo>
                    <a:pt x="4860677" y="1129796"/>
                  </a:lnTo>
                  <a:lnTo>
                    <a:pt x="4860803" y="1129796"/>
                  </a:lnTo>
                  <a:lnTo>
                    <a:pt x="4860929" y="1129796"/>
                  </a:lnTo>
                  <a:lnTo>
                    <a:pt x="4861055" y="1129796"/>
                  </a:lnTo>
                  <a:lnTo>
                    <a:pt x="4861181" y="1129796"/>
                  </a:lnTo>
                  <a:lnTo>
                    <a:pt x="4861308" y="1129796"/>
                  </a:lnTo>
                  <a:lnTo>
                    <a:pt x="4861434" y="1129796"/>
                  </a:lnTo>
                  <a:lnTo>
                    <a:pt x="4861560" y="1129796"/>
                  </a:lnTo>
                  <a:lnTo>
                    <a:pt x="4861686" y="1129796"/>
                  </a:lnTo>
                  <a:lnTo>
                    <a:pt x="4861812" y="1129796"/>
                  </a:lnTo>
                  <a:lnTo>
                    <a:pt x="4861938" y="1129796"/>
                  </a:lnTo>
                  <a:lnTo>
                    <a:pt x="4862064" y="1129796"/>
                  </a:lnTo>
                  <a:lnTo>
                    <a:pt x="4862190" y="1129796"/>
                  </a:lnTo>
                  <a:lnTo>
                    <a:pt x="4862316" y="1129796"/>
                  </a:lnTo>
                  <a:lnTo>
                    <a:pt x="4862442" y="1129796"/>
                  </a:lnTo>
                  <a:lnTo>
                    <a:pt x="4862568" y="1129796"/>
                  </a:lnTo>
                  <a:lnTo>
                    <a:pt x="4862695" y="1129796"/>
                  </a:lnTo>
                  <a:lnTo>
                    <a:pt x="4862821" y="1129796"/>
                  </a:lnTo>
                  <a:lnTo>
                    <a:pt x="4862947" y="1129796"/>
                  </a:lnTo>
                  <a:lnTo>
                    <a:pt x="4863073" y="1129796"/>
                  </a:lnTo>
                  <a:lnTo>
                    <a:pt x="4863199" y="1129796"/>
                  </a:lnTo>
                  <a:lnTo>
                    <a:pt x="4863325" y="1129796"/>
                  </a:lnTo>
                  <a:lnTo>
                    <a:pt x="4863451" y="1129796"/>
                  </a:lnTo>
                  <a:lnTo>
                    <a:pt x="4863577" y="1129796"/>
                  </a:lnTo>
                  <a:lnTo>
                    <a:pt x="4863703" y="1129796"/>
                  </a:lnTo>
                  <a:lnTo>
                    <a:pt x="4863829" y="1129796"/>
                  </a:lnTo>
                  <a:lnTo>
                    <a:pt x="4863955" y="1129796"/>
                  </a:lnTo>
                  <a:lnTo>
                    <a:pt x="4864082" y="1129796"/>
                  </a:lnTo>
                  <a:lnTo>
                    <a:pt x="4864208" y="1129796"/>
                  </a:lnTo>
                  <a:lnTo>
                    <a:pt x="4864334" y="1129796"/>
                  </a:lnTo>
                  <a:lnTo>
                    <a:pt x="4864460" y="1129796"/>
                  </a:lnTo>
                  <a:lnTo>
                    <a:pt x="4864586" y="1129796"/>
                  </a:lnTo>
                  <a:lnTo>
                    <a:pt x="4864712" y="1129796"/>
                  </a:lnTo>
                  <a:lnTo>
                    <a:pt x="4864838" y="1129796"/>
                  </a:lnTo>
                  <a:lnTo>
                    <a:pt x="4864964" y="1129796"/>
                  </a:lnTo>
                  <a:lnTo>
                    <a:pt x="4865090" y="1129796"/>
                  </a:lnTo>
                  <a:lnTo>
                    <a:pt x="4865216" y="1129796"/>
                  </a:lnTo>
                  <a:lnTo>
                    <a:pt x="4865342" y="1129796"/>
                  </a:lnTo>
                  <a:lnTo>
                    <a:pt x="4865342" y="1124516"/>
                  </a:lnTo>
                  <a:lnTo>
                    <a:pt x="4865468" y="1124516"/>
                  </a:lnTo>
                  <a:lnTo>
                    <a:pt x="4865595" y="1124516"/>
                  </a:lnTo>
                  <a:lnTo>
                    <a:pt x="4865721" y="1124516"/>
                  </a:lnTo>
                  <a:lnTo>
                    <a:pt x="4865847" y="1124516"/>
                  </a:lnTo>
                  <a:lnTo>
                    <a:pt x="4865973" y="1124516"/>
                  </a:lnTo>
                  <a:lnTo>
                    <a:pt x="4866099" y="1124516"/>
                  </a:lnTo>
                  <a:lnTo>
                    <a:pt x="4866225" y="1124516"/>
                  </a:lnTo>
                  <a:lnTo>
                    <a:pt x="4866351" y="1124516"/>
                  </a:lnTo>
                  <a:lnTo>
                    <a:pt x="4866477" y="1124516"/>
                  </a:lnTo>
                  <a:lnTo>
                    <a:pt x="4866603" y="1124516"/>
                  </a:lnTo>
                  <a:lnTo>
                    <a:pt x="4866729" y="1124516"/>
                  </a:lnTo>
                  <a:lnTo>
                    <a:pt x="4866855" y="1124516"/>
                  </a:lnTo>
                  <a:lnTo>
                    <a:pt x="4866982" y="1124516"/>
                  </a:lnTo>
                  <a:lnTo>
                    <a:pt x="4867108" y="1124516"/>
                  </a:lnTo>
                  <a:lnTo>
                    <a:pt x="4867234" y="1124516"/>
                  </a:lnTo>
                  <a:lnTo>
                    <a:pt x="4867360" y="1124516"/>
                  </a:lnTo>
                  <a:lnTo>
                    <a:pt x="4867486" y="1124516"/>
                  </a:lnTo>
                  <a:lnTo>
                    <a:pt x="4867612" y="1124516"/>
                  </a:lnTo>
                  <a:lnTo>
                    <a:pt x="4867738" y="1124516"/>
                  </a:lnTo>
                  <a:lnTo>
                    <a:pt x="4867864" y="1124516"/>
                  </a:lnTo>
                  <a:lnTo>
                    <a:pt x="4867990" y="1124516"/>
                  </a:lnTo>
                  <a:lnTo>
                    <a:pt x="4868116" y="1124516"/>
                  </a:lnTo>
                  <a:lnTo>
                    <a:pt x="4868242" y="1124516"/>
                  </a:lnTo>
                  <a:lnTo>
                    <a:pt x="4868368" y="1124516"/>
                  </a:lnTo>
                  <a:lnTo>
                    <a:pt x="4868495" y="1124516"/>
                  </a:lnTo>
                  <a:lnTo>
                    <a:pt x="4868621" y="1124516"/>
                  </a:lnTo>
                  <a:lnTo>
                    <a:pt x="4868747" y="1124516"/>
                  </a:lnTo>
                  <a:lnTo>
                    <a:pt x="4868873" y="1124516"/>
                  </a:lnTo>
                  <a:lnTo>
                    <a:pt x="4868999" y="1124516"/>
                  </a:lnTo>
                  <a:lnTo>
                    <a:pt x="4869125" y="1124516"/>
                  </a:lnTo>
                  <a:lnTo>
                    <a:pt x="4869251" y="1124516"/>
                  </a:lnTo>
                  <a:lnTo>
                    <a:pt x="4869377" y="1124516"/>
                  </a:lnTo>
                  <a:lnTo>
                    <a:pt x="4869503" y="1124516"/>
                  </a:lnTo>
                  <a:lnTo>
                    <a:pt x="4869629" y="1124516"/>
                  </a:lnTo>
                  <a:lnTo>
                    <a:pt x="4869755" y="1124516"/>
                  </a:lnTo>
                  <a:lnTo>
                    <a:pt x="4869882" y="1124516"/>
                  </a:lnTo>
                  <a:lnTo>
                    <a:pt x="4870008" y="1124516"/>
                  </a:lnTo>
                  <a:lnTo>
                    <a:pt x="4870134" y="1124516"/>
                  </a:lnTo>
                  <a:lnTo>
                    <a:pt x="4870260" y="1124516"/>
                  </a:lnTo>
                  <a:lnTo>
                    <a:pt x="4870386" y="1124516"/>
                  </a:lnTo>
                  <a:lnTo>
                    <a:pt x="4870512" y="1124516"/>
                  </a:lnTo>
                  <a:lnTo>
                    <a:pt x="4870638" y="1124516"/>
                  </a:lnTo>
                  <a:lnTo>
                    <a:pt x="4870764" y="1124516"/>
                  </a:lnTo>
                  <a:lnTo>
                    <a:pt x="4870890" y="1124516"/>
                  </a:lnTo>
                  <a:lnTo>
                    <a:pt x="4871016" y="1124516"/>
                  </a:lnTo>
                  <a:lnTo>
                    <a:pt x="4871142" y="1124516"/>
                  </a:lnTo>
                  <a:lnTo>
                    <a:pt x="4871269" y="1124516"/>
                  </a:lnTo>
                  <a:lnTo>
                    <a:pt x="4871395" y="1124516"/>
                  </a:lnTo>
                  <a:lnTo>
                    <a:pt x="4871521" y="1124516"/>
                  </a:lnTo>
                  <a:lnTo>
                    <a:pt x="4871647" y="1124516"/>
                  </a:lnTo>
                  <a:lnTo>
                    <a:pt x="4871773" y="1124516"/>
                  </a:lnTo>
                  <a:lnTo>
                    <a:pt x="4871899" y="1124516"/>
                  </a:lnTo>
                  <a:lnTo>
                    <a:pt x="4872025" y="1124516"/>
                  </a:lnTo>
                  <a:lnTo>
                    <a:pt x="4872151" y="1124516"/>
                  </a:lnTo>
                  <a:lnTo>
                    <a:pt x="4872277" y="1124516"/>
                  </a:lnTo>
                  <a:lnTo>
                    <a:pt x="4872403" y="1124516"/>
                  </a:lnTo>
                  <a:lnTo>
                    <a:pt x="4872529" y="1124516"/>
                  </a:lnTo>
                  <a:lnTo>
                    <a:pt x="4872655" y="1124516"/>
                  </a:lnTo>
                  <a:lnTo>
                    <a:pt x="4872782" y="1124516"/>
                  </a:lnTo>
                  <a:lnTo>
                    <a:pt x="4872908" y="1124516"/>
                  </a:lnTo>
                  <a:lnTo>
                    <a:pt x="4873034" y="1124516"/>
                  </a:lnTo>
                  <a:lnTo>
                    <a:pt x="4873160" y="1124516"/>
                  </a:lnTo>
                  <a:lnTo>
                    <a:pt x="4873286" y="1124516"/>
                  </a:lnTo>
                  <a:lnTo>
                    <a:pt x="4873412" y="1124516"/>
                  </a:lnTo>
                  <a:lnTo>
                    <a:pt x="4873538" y="1124516"/>
                  </a:lnTo>
                  <a:lnTo>
                    <a:pt x="4873664" y="1124516"/>
                  </a:lnTo>
                  <a:lnTo>
                    <a:pt x="4873790" y="1124516"/>
                  </a:lnTo>
                  <a:lnTo>
                    <a:pt x="4873916" y="1124516"/>
                  </a:lnTo>
                  <a:lnTo>
                    <a:pt x="4874042" y="1124516"/>
                  </a:lnTo>
                  <a:lnTo>
                    <a:pt x="4874169" y="1124516"/>
                  </a:lnTo>
                  <a:lnTo>
                    <a:pt x="4874295" y="1124516"/>
                  </a:lnTo>
                  <a:lnTo>
                    <a:pt x="4874421" y="1124516"/>
                  </a:lnTo>
                  <a:lnTo>
                    <a:pt x="4874547" y="1124516"/>
                  </a:lnTo>
                  <a:lnTo>
                    <a:pt x="4874673" y="1124516"/>
                  </a:lnTo>
                  <a:lnTo>
                    <a:pt x="4874799" y="1124516"/>
                  </a:lnTo>
                  <a:lnTo>
                    <a:pt x="4874925" y="1124516"/>
                  </a:lnTo>
                  <a:lnTo>
                    <a:pt x="4875051" y="1124516"/>
                  </a:lnTo>
                  <a:lnTo>
                    <a:pt x="4875177" y="1124516"/>
                  </a:lnTo>
                  <a:lnTo>
                    <a:pt x="4875303" y="1124516"/>
                  </a:lnTo>
                  <a:lnTo>
                    <a:pt x="4875429" y="1124516"/>
                  </a:lnTo>
                  <a:lnTo>
                    <a:pt x="4875555" y="1124516"/>
                  </a:lnTo>
                  <a:lnTo>
                    <a:pt x="4875682" y="1124516"/>
                  </a:lnTo>
                  <a:lnTo>
                    <a:pt x="4875808" y="1124516"/>
                  </a:lnTo>
                  <a:lnTo>
                    <a:pt x="4875934" y="1124516"/>
                  </a:lnTo>
                  <a:lnTo>
                    <a:pt x="4876060" y="1124516"/>
                  </a:lnTo>
                  <a:lnTo>
                    <a:pt x="4876186" y="1124516"/>
                  </a:lnTo>
                  <a:lnTo>
                    <a:pt x="4876312" y="1124516"/>
                  </a:lnTo>
                  <a:lnTo>
                    <a:pt x="4876438" y="1124516"/>
                  </a:lnTo>
                  <a:lnTo>
                    <a:pt x="4876564" y="1124516"/>
                  </a:lnTo>
                  <a:lnTo>
                    <a:pt x="4876690" y="1124516"/>
                  </a:lnTo>
                  <a:lnTo>
                    <a:pt x="4876816" y="1124516"/>
                  </a:lnTo>
                  <a:lnTo>
                    <a:pt x="4876942" y="1124516"/>
                  </a:lnTo>
                  <a:lnTo>
                    <a:pt x="4877069" y="1124516"/>
                  </a:lnTo>
                  <a:lnTo>
                    <a:pt x="4877195" y="1124516"/>
                  </a:lnTo>
                  <a:lnTo>
                    <a:pt x="4877321" y="1124516"/>
                  </a:lnTo>
                  <a:lnTo>
                    <a:pt x="4877447" y="1124516"/>
                  </a:lnTo>
                  <a:lnTo>
                    <a:pt x="4877573" y="1124516"/>
                  </a:lnTo>
                  <a:lnTo>
                    <a:pt x="4877699" y="1124516"/>
                  </a:lnTo>
                  <a:lnTo>
                    <a:pt x="4877825" y="1124516"/>
                  </a:lnTo>
                  <a:lnTo>
                    <a:pt x="4877951" y="1124516"/>
                  </a:lnTo>
                  <a:lnTo>
                    <a:pt x="4878077" y="1124516"/>
                  </a:lnTo>
                  <a:lnTo>
                    <a:pt x="4878203" y="1124516"/>
                  </a:lnTo>
                  <a:lnTo>
                    <a:pt x="4878329" y="1124516"/>
                  </a:lnTo>
                  <a:lnTo>
                    <a:pt x="4878455" y="1124516"/>
                  </a:lnTo>
                  <a:lnTo>
                    <a:pt x="4878582" y="1124516"/>
                  </a:lnTo>
                  <a:lnTo>
                    <a:pt x="4878708" y="1124516"/>
                  </a:lnTo>
                  <a:lnTo>
                    <a:pt x="4878834" y="1124516"/>
                  </a:lnTo>
                  <a:lnTo>
                    <a:pt x="4878960" y="1124516"/>
                  </a:lnTo>
                  <a:lnTo>
                    <a:pt x="4879086" y="1124516"/>
                  </a:lnTo>
                  <a:lnTo>
                    <a:pt x="4879212" y="1124516"/>
                  </a:lnTo>
                  <a:lnTo>
                    <a:pt x="4879338" y="1124516"/>
                  </a:lnTo>
                  <a:lnTo>
                    <a:pt x="4879464" y="1124516"/>
                  </a:lnTo>
                  <a:lnTo>
                    <a:pt x="4879590" y="1124516"/>
                  </a:lnTo>
                  <a:lnTo>
                    <a:pt x="4879716" y="1124516"/>
                  </a:lnTo>
                  <a:lnTo>
                    <a:pt x="4879842" y="1124516"/>
                  </a:lnTo>
                  <a:lnTo>
                    <a:pt x="4879969" y="1124516"/>
                  </a:lnTo>
                  <a:lnTo>
                    <a:pt x="4880095" y="1124516"/>
                  </a:lnTo>
                  <a:lnTo>
                    <a:pt x="4880221" y="1124516"/>
                  </a:lnTo>
                  <a:lnTo>
                    <a:pt x="4880347" y="1124516"/>
                  </a:lnTo>
                  <a:lnTo>
                    <a:pt x="4880473" y="1124516"/>
                  </a:lnTo>
                  <a:lnTo>
                    <a:pt x="4880599" y="1124516"/>
                  </a:lnTo>
                  <a:lnTo>
                    <a:pt x="4880725" y="1124516"/>
                  </a:lnTo>
                  <a:lnTo>
                    <a:pt x="4880851" y="1124516"/>
                  </a:lnTo>
                  <a:lnTo>
                    <a:pt x="4880977" y="1124516"/>
                  </a:lnTo>
                  <a:lnTo>
                    <a:pt x="4881103" y="1124516"/>
                  </a:lnTo>
                  <a:lnTo>
                    <a:pt x="4881229" y="1124516"/>
                  </a:lnTo>
                  <a:lnTo>
                    <a:pt x="4881356" y="1124516"/>
                  </a:lnTo>
                  <a:lnTo>
                    <a:pt x="4881482" y="1124516"/>
                  </a:lnTo>
                  <a:lnTo>
                    <a:pt x="4881608" y="1124516"/>
                  </a:lnTo>
                  <a:lnTo>
                    <a:pt x="4881734" y="1124516"/>
                  </a:lnTo>
                  <a:lnTo>
                    <a:pt x="4881860" y="1124516"/>
                  </a:lnTo>
                  <a:lnTo>
                    <a:pt x="4881986" y="1124516"/>
                  </a:lnTo>
                  <a:lnTo>
                    <a:pt x="4882112" y="1124516"/>
                  </a:lnTo>
                  <a:lnTo>
                    <a:pt x="4882238" y="1124516"/>
                  </a:lnTo>
                  <a:lnTo>
                    <a:pt x="4882364" y="1124516"/>
                  </a:lnTo>
                  <a:lnTo>
                    <a:pt x="4882490" y="1124516"/>
                  </a:lnTo>
                  <a:lnTo>
                    <a:pt x="4882616" y="1124516"/>
                  </a:lnTo>
                  <a:lnTo>
                    <a:pt x="4882742" y="1124516"/>
                  </a:lnTo>
                  <a:lnTo>
                    <a:pt x="4882869" y="1124516"/>
                  </a:lnTo>
                  <a:lnTo>
                    <a:pt x="4882995" y="1124516"/>
                  </a:lnTo>
                  <a:lnTo>
                    <a:pt x="4883121" y="1124516"/>
                  </a:lnTo>
                  <a:lnTo>
                    <a:pt x="4883247" y="1124516"/>
                  </a:lnTo>
                  <a:lnTo>
                    <a:pt x="4883373" y="1124516"/>
                  </a:lnTo>
                  <a:lnTo>
                    <a:pt x="4883499" y="1124516"/>
                  </a:lnTo>
                  <a:lnTo>
                    <a:pt x="4883625" y="1124516"/>
                  </a:lnTo>
                  <a:lnTo>
                    <a:pt x="4883751" y="1124516"/>
                  </a:lnTo>
                  <a:lnTo>
                    <a:pt x="4883877" y="1124516"/>
                  </a:lnTo>
                  <a:lnTo>
                    <a:pt x="4884003" y="1124516"/>
                  </a:lnTo>
                  <a:lnTo>
                    <a:pt x="4884129" y="1124516"/>
                  </a:lnTo>
                  <a:lnTo>
                    <a:pt x="4884256" y="1124516"/>
                  </a:lnTo>
                  <a:lnTo>
                    <a:pt x="4884382" y="1124516"/>
                  </a:lnTo>
                  <a:lnTo>
                    <a:pt x="4884508" y="1124516"/>
                  </a:lnTo>
                  <a:lnTo>
                    <a:pt x="4884634" y="1124516"/>
                  </a:lnTo>
                  <a:lnTo>
                    <a:pt x="4884760" y="1124516"/>
                  </a:lnTo>
                  <a:lnTo>
                    <a:pt x="4884886" y="1124516"/>
                  </a:lnTo>
                  <a:lnTo>
                    <a:pt x="4885012" y="1124516"/>
                  </a:lnTo>
                  <a:lnTo>
                    <a:pt x="4885138" y="1124516"/>
                  </a:lnTo>
                  <a:lnTo>
                    <a:pt x="4885264" y="1124516"/>
                  </a:lnTo>
                  <a:lnTo>
                    <a:pt x="4885390" y="1124516"/>
                  </a:lnTo>
                  <a:lnTo>
                    <a:pt x="4885516" y="1124516"/>
                  </a:lnTo>
                  <a:lnTo>
                    <a:pt x="4885642" y="1124516"/>
                  </a:lnTo>
                  <a:lnTo>
                    <a:pt x="4885769" y="1124516"/>
                  </a:lnTo>
                  <a:lnTo>
                    <a:pt x="4885895" y="1124516"/>
                  </a:lnTo>
                  <a:lnTo>
                    <a:pt x="4886021" y="1124516"/>
                  </a:lnTo>
                  <a:lnTo>
                    <a:pt x="4886147" y="1124516"/>
                  </a:lnTo>
                  <a:lnTo>
                    <a:pt x="4886273" y="1124516"/>
                  </a:lnTo>
                  <a:lnTo>
                    <a:pt x="4886399" y="1124516"/>
                  </a:lnTo>
                  <a:lnTo>
                    <a:pt x="4886525" y="1124516"/>
                  </a:lnTo>
                  <a:lnTo>
                    <a:pt x="4886651" y="1124516"/>
                  </a:lnTo>
                  <a:lnTo>
                    <a:pt x="4886777" y="1124516"/>
                  </a:lnTo>
                  <a:lnTo>
                    <a:pt x="4886903" y="1124516"/>
                  </a:lnTo>
                  <a:lnTo>
                    <a:pt x="4887029" y="1124516"/>
                  </a:lnTo>
                  <a:lnTo>
                    <a:pt x="4887156" y="1124516"/>
                  </a:lnTo>
                  <a:lnTo>
                    <a:pt x="4887282" y="1124516"/>
                  </a:lnTo>
                  <a:lnTo>
                    <a:pt x="4887408" y="1124516"/>
                  </a:lnTo>
                  <a:lnTo>
                    <a:pt x="4887534" y="1124516"/>
                  </a:lnTo>
                  <a:lnTo>
                    <a:pt x="4887660" y="1124516"/>
                  </a:lnTo>
                  <a:lnTo>
                    <a:pt x="4887786" y="1124516"/>
                  </a:lnTo>
                  <a:lnTo>
                    <a:pt x="4887912" y="1124516"/>
                  </a:lnTo>
                  <a:lnTo>
                    <a:pt x="4888038" y="1124516"/>
                  </a:lnTo>
                  <a:lnTo>
                    <a:pt x="4888164" y="1124516"/>
                  </a:lnTo>
                  <a:lnTo>
                    <a:pt x="4888290" y="1124516"/>
                  </a:lnTo>
                  <a:lnTo>
                    <a:pt x="4888416" y="1124516"/>
                  </a:lnTo>
                  <a:lnTo>
                    <a:pt x="4888543" y="1124516"/>
                  </a:lnTo>
                  <a:lnTo>
                    <a:pt x="4888669" y="1124516"/>
                  </a:lnTo>
                  <a:lnTo>
                    <a:pt x="4888795" y="1124516"/>
                  </a:lnTo>
                  <a:lnTo>
                    <a:pt x="4888921" y="1124516"/>
                  </a:lnTo>
                  <a:lnTo>
                    <a:pt x="4889047" y="1124516"/>
                  </a:lnTo>
                  <a:lnTo>
                    <a:pt x="4889173" y="1124516"/>
                  </a:lnTo>
                  <a:lnTo>
                    <a:pt x="4889299" y="1124516"/>
                  </a:lnTo>
                  <a:lnTo>
                    <a:pt x="4889299" y="1119237"/>
                  </a:lnTo>
                  <a:lnTo>
                    <a:pt x="4889425" y="1119237"/>
                  </a:lnTo>
                  <a:lnTo>
                    <a:pt x="4889551" y="1119237"/>
                  </a:lnTo>
                  <a:lnTo>
                    <a:pt x="4889677" y="1119237"/>
                  </a:lnTo>
                  <a:lnTo>
                    <a:pt x="4889803" y="1119237"/>
                  </a:lnTo>
                  <a:lnTo>
                    <a:pt x="4889929" y="1119237"/>
                  </a:lnTo>
                  <a:lnTo>
                    <a:pt x="4890056" y="1119237"/>
                  </a:lnTo>
                  <a:lnTo>
                    <a:pt x="4890182" y="1119237"/>
                  </a:lnTo>
                  <a:lnTo>
                    <a:pt x="4890308" y="1119237"/>
                  </a:lnTo>
                  <a:lnTo>
                    <a:pt x="4890434" y="1119237"/>
                  </a:lnTo>
                  <a:lnTo>
                    <a:pt x="4890560" y="1119237"/>
                  </a:lnTo>
                  <a:lnTo>
                    <a:pt x="4890686" y="1119237"/>
                  </a:lnTo>
                  <a:lnTo>
                    <a:pt x="4890812" y="1119237"/>
                  </a:lnTo>
                  <a:lnTo>
                    <a:pt x="4890938" y="1119237"/>
                  </a:lnTo>
                  <a:lnTo>
                    <a:pt x="4891064" y="1119237"/>
                  </a:lnTo>
                  <a:lnTo>
                    <a:pt x="4891190" y="1119237"/>
                  </a:lnTo>
                  <a:lnTo>
                    <a:pt x="4891316" y="1119237"/>
                  </a:lnTo>
                  <a:lnTo>
                    <a:pt x="4891443" y="1119237"/>
                  </a:lnTo>
                  <a:lnTo>
                    <a:pt x="4891569" y="1119237"/>
                  </a:lnTo>
                  <a:lnTo>
                    <a:pt x="4891695" y="1119237"/>
                  </a:lnTo>
                  <a:lnTo>
                    <a:pt x="4891821" y="1119237"/>
                  </a:lnTo>
                  <a:lnTo>
                    <a:pt x="4891947" y="1119237"/>
                  </a:lnTo>
                  <a:lnTo>
                    <a:pt x="4892073" y="1119237"/>
                  </a:lnTo>
                  <a:lnTo>
                    <a:pt x="4892199" y="1119237"/>
                  </a:lnTo>
                  <a:lnTo>
                    <a:pt x="4892325" y="1119237"/>
                  </a:lnTo>
                  <a:lnTo>
                    <a:pt x="4892451" y="1119237"/>
                  </a:lnTo>
                  <a:lnTo>
                    <a:pt x="4892577" y="1119237"/>
                  </a:lnTo>
                  <a:lnTo>
                    <a:pt x="4892703" y="1119237"/>
                  </a:lnTo>
                  <a:lnTo>
                    <a:pt x="4892829" y="1119237"/>
                  </a:lnTo>
                  <a:lnTo>
                    <a:pt x="4892956" y="1119237"/>
                  </a:lnTo>
                  <a:lnTo>
                    <a:pt x="4893082" y="1119237"/>
                  </a:lnTo>
                  <a:lnTo>
                    <a:pt x="4893208" y="1119237"/>
                  </a:lnTo>
                  <a:lnTo>
                    <a:pt x="4893334" y="1119237"/>
                  </a:lnTo>
                  <a:lnTo>
                    <a:pt x="4893460" y="1119237"/>
                  </a:lnTo>
                  <a:lnTo>
                    <a:pt x="4893586" y="1119237"/>
                  </a:lnTo>
                  <a:lnTo>
                    <a:pt x="4893712" y="1119237"/>
                  </a:lnTo>
                  <a:lnTo>
                    <a:pt x="4893838" y="1119237"/>
                  </a:lnTo>
                  <a:lnTo>
                    <a:pt x="4893964" y="1119237"/>
                  </a:lnTo>
                  <a:lnTo>
                    <a:pt x="4894090" y="1119237"/>
                  </a:lnTo>
                  <a:lnTo>
                    <a:pt x="4894216" y="1119237"/>
                  </a:lnTo>
                  <a:lnTo>
                    <a:pt x="4894343" y="1119237"/>
                  </a:lnTo>
                  <a:lnTo>
                    <a:pt x="4894469" y="1119237"/>
                  </a:lnTo>
                  <a:lnTo>
                    <a:pt x="4894595" y="1119237"/>
                  </a:lnTo>
                  <a:lnTo>
                    <a:pt x="4894721" y="1119237"/>
                  </a:lnTo>
                  <a:lnTo>
                    <a:pt x="4894847" y="1119237"/>
                  </a:lnTo>
                  <a:lnTo>
                    <a:pt x="4894973" y="1119237"/>
                  </a:lnTo>
                  <a:lnTo>
                    <a:pt x="4895099" y="1119237"/>
                  </a:lnTo>
                  <a:lnTo>
                    <a:pt x="4895225" y="1119237"/>
                  </a:lnTo>
                  <a:lnTo>
                    <a:pt x="4895351" y="1119237"/>
                  </a:lnTo>
                  <a:lnTo>
                    <a:pt x="4895477" y="1119237"/>
                  </a:lnTo>
                  <a:lnTo>
                    <a:pt x="4895603" y="1119237"/>
                  </a:lnTo>
                  <a:lnTo>
                    <a:pt x="4895730" y="1119237"/>
                  </a:lnTo>
                  <a:lnTo>
                    <a:pt x="4895856" y="1119237"/>
                  </a:lnTo>
                  <a:lnTo>
                    <a:pt x="4895982" y="1119237"/>
                  </a:lnTo>
                  <a:lnTo>
                    <a:pt x="4896108" y="1119237"/>
                  </a:lnTo>
                  <a:lnTo>
                    <a:pt x="4896234" y="1119237"/>
                  </a:lnTo>
                  <a:lnTo>
                    <a:pt x="4896360" y="1119237"/>
                  </a:lnTo>
                  <a:lnTo>
                    <a:pt x="4896486" y="1119237"/>
                  </a:lnTo>
                  <a:lnTo>
                    <a:pt x="4896612" y="1119237"/>
                  </a:lnTo>
                  <a:lnTo>
                    <a:pt x="4896738" y="1119237"/>
                  </a:lnTo>
                  <a:lnTo>
                    <a:pt x="4896864" y="1119237"/>
                  </a:lnTo>
                  <a:lnTo>
                    <a:pt x="4896990" y="1119237"/>
                  </a:lnTo>
                  <a:lnTo>
                    <a:pt x="4897116" y="1119237"/>
                  </a:lnTo>
                  <a:lnTo>
                    <a:pt x="4897243" y="1119237"/>
                  </a:lnTo>
                  <a:lnTo>
                    <a:pt x="4897369" y="1119237"/>
                  </a:lnTo>
                  <a:lnTo>
                    <a:pt x="4897495" y="1119237"/>
                  </a:lnTo>
                  <a:lnTo>
                    <a:pt x="4897621" y="1119237"/>
                  </a:lnTo>
                  <a:lnTo>
                    <a:pt x="4897747" y="1119237"/>
                  </a:lnTo>
                  <a:lnTo>
                    <a:pt x="4897873" y="1119237"/>
                  </a:lnTo>
                  <a:lnTo>
                    <a:pt x="4897999" y="1119237"/>
                  </a:lnTo>
                  <a:lnTo>
                    <a:pt x="4898125" y="1119237"/>
                  </a:lnTo>
                  <a:lnTo>
                    <a:pt x="4898251" y="1119237"/>
                  </a:lnTo>
                  <a:lnTo>
                    <a:pt x="4898377" y="1119237"/>
                  </a:lnTo>
                  <a:lnTo>
                    <a:pt x="4898503" y="1119237"/>
                  </a:lnTo>
                  <a:lnTo>
                    <a:pt x="4898630" y="1119237"/>
                  </a:lnTo>
                  <a:lnTo>
                    <a:pt x="4898756" y="1119237"/>
                  </a:lnTo>
                  <a:lnTo>
                    <a:pt x="4898882" y="1119237"/>
                  </a:lnTo>
                  <a:lnTo>
                    <a:pt x="4899008" y="1119237"/>
                  </a:lnTo>
                  <a:lnTo>
                    <a:pt x="4899134" y="1119237"/>
                  </a:lnTo>
                  <a:lnTo>
                    <a:pt x="4899260" y="1119237"/>
                  </a:lnTo>
                  <a:lnTo>
                    <a:pt x="4899386" y="1119237"/>
                  </a:lnTo>
                  <a:lnTo>
                    <a:pt x="4899512" y="1119237"/>
                  </a:lnTo>
                  <a:lnTo>
                    <a:pt x="4899638" y="1119237"/>
                  </a:lnTo>
                  <a:lnTo>
                    <a:pt x="4899764" y="1119237"/>
                  </a:lnTo>
                  <a:lnTo>
                    <a:pt x="4899890" y="1119237"/>
                  </a:lnTo>
                  <a:lnTo>
                    <a:pt x="4900016" y="1119237"/>
                  </a:lnTo>
                  <a:lnTo>
                    <a:pt x="4900143" y="1119237"/>
                  </a:lnTo>
                  <a:lnTo>
                    <a:pt x="4900269" y="1119237"/>
                  </a:lnTo>
                  <a:lnTo>
                    <a:pt x="4900395" y="1119237"/>
                  </a:lnTo>
                  <a:lnTo>
                    <a:pt x="4900521" y="1119237"/>
                  </a:lnTo>
                  <a:lnTo>
                    <a:pt x="4900647" y="1119237"/>
                  </a:lnTo>
                  <a:lnTo>
                    <a:pt x="4900773" y="1119237"/>
                  </a:lnTo>
                  <a:lnTo>
                    <a:pt x="4900899" y="1119237"/>
                  </a:lnTo>
                  <a:lnTo>
                    <a:pt x="4901025" y="1119237"/>
                  </a:lnTo>
                  <a:lnTo>
                    <a:pt x="4901151" y="1119237"/>
                  </a:lnTo>
                  <a:lnTo>
                    <a:pt x="4901277" y="1119237"/>
                  </a:lnTo>
                  <a:lnTo>
                    <a:pt x="4901403" y="1119237"/>
                  </a:lnTo>
                  <a:lnTo>
                    <a:pt x="4901530" y="1119237"/>
                  </a:lnTo>
                  <a:lnTo>
                    <a:pt x="4901656" y="1119237"/>
                  </a:lnTo>
                  <a:lnTo>
                    <a:pt x="4901782" y="1119237"/>
                  </a:lnTo>
                  <a:lnTo>
                    <a:pt x="4901908" y="1119237"/>
                  </a:lnTo>
                  <a:lnTo>
                    <a:pt x="4902034" y="1119237"/>
                  </a:lnTo>
                  <a:lnTo>
                    <a:pt x="4902160" y="1119237"/>
                  </a:lnTo>
                  <a:lnTo>
                    <a:pt x="4902286" y="1119237"/>
                  </a:lnTo>
                  <a:lnTo>
                    <a:pt x="4902412" y="1119237"/>
                  </a:lnTo>
                  <a:lnTo>
                    <a:pt x="4902538" y="1119237"/>
                  </a:lnTo>
                  <a:lnTo>
                    <a:pt x="4902664" y="1119237"/>
                  </a:lnTo>
                  <a:lnTo>
                    <a:pt x="4902790" y="1119237"/>
                  </a:lnTo>
                  <a:lnTo>
                    <a:pt x="4902916" y="1119237"/>
                  </a:lnTo>
                  <a:lnTo>
                    <a:pt x="4903043" y="1119237"/>
                  </a:lnTo>
                  <a:lnTo>
                    <a:pt x="4903169" y="1119237"/>
                  </a:lnTo>
                  <a:lnTo>
                    <a:pt x="4903295" y="1119237"/>
                  </a:lnTo>
                  <a:lnTo>
                    <a:pt x="4903421" y="1119237"/>
                  </a:lnTo>
                  <a:lnTo>
                    <a:pt x="4903547" y="1119237"/>
                  </a:lnTo>
                  <a:lnTo>
                    <a:pt x="4903673" y="1119237"/>
                  </a:lnTo>
                  <a:lnTo>
                    <a:pt x="4903799" y="1119237"/>
                  </a:lnTo>
                  <a:lnTo>
                    <a:pt x="4903925" y="1119237"/>
                  </a:lnTo>
                  <a:lnTo>
                    <a:pt x="4904051" y="1119237"/>
                  </a:lnTo>
                  <a:lnTo>
                    <a:pt x="4904177" y="1119237"/>
                  </a:lnTo>
                  <a:lnTo>
                    <a:pt x="4904303" y="1119237"/>
                  </a:lnTo>
                  <a:lnTo>
                    <a:pt x="4904430" y="1119237"/>
                  </a:lnTo>
                  <a:lnTo>
                    <a:pt x="4904556" y="1119237"/>
                  </a:lnTo>
                  <a:lnTo>
                    <a:pt x="4904682" y="1119237"/>
                  </a:lnTo>
                  <a:lnTo>
                    <a:pt x="4904808" y="1119237"/>
                  </a:lnTo>
                  <a:lnTo>
                    <a:pt x="4904934" y="1119237"/>
                  </a:lnTo>
                  <a:lnTo>
                    <a:pt x="4905060" y="1119237"/>
                  </a:lnTo>
                  <a:lnTo>
                    <a:pt x="4905186" y="1119237"/>
                  </a:lnTo>
                  <a:lnTo>
                    <a:pt x="4905312" y="1119237"/>
                  </a:lnTo>
                  <a:lnTo>
                    <a:pt x="4905438" y="1119237"/>
                  </a:lnTo>
                  <a:lnTo>
                    <a:pt x="4905564" y="1119237"/>
                  </a:lnTo>
                  <a:lnTo>
                    <a:pt x="4905690" y="1119237"/>
                  </a:lnTo>
                  <a:lnTo>
                    <a:pt x="4905817" y="1119237"/>
                  </a:lnTo>
                  <a:lnTo>
                    <a:pt x="4905943" y="1119237"/>
                  </a:lnTo>
                  <a:lnTo>
                    <a:pt x="4906069" y="1119237"/>
                  </a:lnTo>
                  <a:lnTo>
                    <a:pt x="4906195" y="1119237"/>
                  </a:lnTo>
                  <a:lnTo>
                    <a:pt x="4906321" y="1119237"/>
                  </a:lnTo>
                  <a:lnTo>
                    <a:pt x="4906447" y="1119237"/>
                  </a:lnTo>
                  <a:lnTo>
                    <a:pt x="4906573" y="1119237"/>
                  </a:lnTo>
                  <a:lnTo>
                    <a:pt x="4906699" y="1119237"/>
                  </a:lnTo>
                  <a:lnTo>
                    <a:pt x="4906825" y="1119237"/>
                  </a:lnTo>
                  <a:lnTo>
                    <a:pt x="4906951" y="1119237"/>
                  </a:lnTo>
                  <a:lnTo>
                    <a:pt x="4907077" y="1119237"/>
                  </a:lnTo>
                  <a:lnTo>
                    <a:pt x="4907203" y="1119237"/>
                  </a:lnTo>
                  <a:lnTo>
                    <a:pt x="4907330" y="1119237"/>
                  </a:lnTo>
                  <a:lnTo>
                    <a:pt x="4907456" y="1119237"/>
                  </a:lnTo>
                  <a:lnTo>
                    <a:pt x="4907582" y="1119237"/>
                  </a:lnTo>
                  <a:lnTo>
                    <a:pt x="4907708" y="1119237"/>
                  </a:lnTo>
                  <a:lnTo>
                    <a:pt x="4907834" y="1119237"/>
                  </a:lnTo>
                  <a:lnTo>
                    <a:pt x="4907960" y="1119237"/>
                  </a:lnTo>
                  <a:lnTo>
                    <a:pt x="4908086" y="1119237"/>
                  </a:lnTo>
                  <a:lnTo>
                    <a:pt x="4908212" y="1119237"/>
                  </a:lnTo>
                  <a:lnTo>
                    <a:pt x="4908338" y="1119237"/>
                  </a:lnTo>
                  <a:lnTo>
                    <a:pt x="4908464" y="1119237"/>
                  </a:lnTo>
                  <a:lnTo>
                    <a:pt x="4908590" y="1119237"/>
                  </a:lnTo>
                  <a:lnTo>
                    <a:pt x="4908717" y="1119237"/>
                  </a:lnTo>
                  <a:lnTo>
                    <a:pt x="4908843" y="1119237"/>
                  </a:lnTo>
                  <a:lnTo>
                    <a:pt x="4908969" y="1119237"/>
                  </a:lnTo>
                  <a:lnTo>
                    <a:pt x="4909095" y="1119237"/>
                  </a:lnTo>
                  <a:lnTo>
                    <a:pt x="4909221" y="1119237"/>
                  </a:lnTo>
                  <a:lnTo>
                    <a:pt x="4909347" y="1119237"/>
                  </a:lnTo>
                  <a:lnTo>
                    <a:pt x="4909347" y="1113957"/>
                  </a:lnTo>
                  <a:lnTo>
                    <a:pt x="4909473" y="1113957"/>
                  </a:lnTo>
                  <a:lnTo>
                    <a:pt x="4909599" y="1113957"/>
                  </a:lnTo>
                  <a:lnTo>
                    <a:pt x="4909725" y="1113957"/>
                  </a:lnTo>
                  <a:lnTo>
                    <a:pt x="4909851" y="1113957"/>
                  </a:lnTo>
                  <a:lnTo>
                    <a:pt x="4909977" y="1113957"/>
                  </a:lnTo>
                  <a:lnTo>
                    <a:pt x="4910103" y="1113957"/>
                  </a:lnTo>
                  <a:lnTo>
                    <a:pt x="4910230" y="1113957"/>
                  </a:lnTo>
                  <a:lnTo>
                    <a:pt x="4910356" y="1113957"/>
                  </a:lnTo>
                  <a:lnTo>
                    <a:pt x="4910482" y="1113957"/>
                  </a:lnTo>
                  <a:lnTo>
                    <a:pt x="4910608" y="1113957"/>
                  </a:lnTo>
                  <a:lnTo>
                    <a:pt x="4910734" y="1113957"/>
                  </a:lnTo>
                  <a:lnTo>
                    <a:pt x="4910860" y="1113957"/>
                  </a:lnTo>
                  <a:lnTo>
                    <a:pt x="4910986" y="1113957"/>
                  </a:lnTo>
                  <a:lnTo>
                    <a:pt x="4911112" y="1113957"/>
                  </a:lnTo>
                  <a:lnTo>
                    <a:pt x="4911238" y="1113957"/>
                  </a:lnTo>
                  <a:lnTo>
                    <a:pt x="4911364" y="1113957"/>
                  </a:lnTo>
                  <a:lnTo>
                    <a:pt x="4911490" y="1113957"/>
                  </a:lnTo>
                  <a:lnTo>
                    <a:pt x="4911617" y="1113957"/>
                  </a:lnTo>
                  <a:lnTo>
                    <a:pt x="4911743" y="1113957"/>
                  </a:lnTo>
                  <a:lnTo>
                    <a:pt x="4911869" y="1113957"/>
                  </a:lnTo>
                  <a:lnTo>
                    <a:pt x="4911995" y="1113957"/>
                  </a:lnTo>
                  <a:lnTo>
                    <a:pt x="4912121" y="1113957"/>
                  </a:lnTo>
                  <a:lnTo>
                    <a:pt x="4912247" y="1113957"/>
                  </a:lnTo>
                  <a:lnTo>
                    <a:pt x="4912373" y="1113957"/>
                  </a:lnTo>
                  <a:lnTo>
                    <a:pt x="4912499" y="1113957"/>
                  </a:lnTo>
                  <a:lnTo>
                    <a:pt x="4912625" y="1113957"/>
                  </a:lnTo>
                  <a:lnTo>
                    <a:pt x="4912751" y="1113957"/>
                  </a:lnTo>
                  <a:lnTo>
                    <a:pt x="4912877" y="1113957"/>
                  </a:lnTo>
                  <a:lnTo>
                    <a:pt x="4913004" y="1113957"/>
                  </a:lnTo>
                  <a:lnTo>
                    <a:pt x="4913130" y="1113957"/>
                  </a:lnTo>
                  <a:lnTo>
                    <a:pt x="4913256" y="1113957"/>
                  </a:lnTo>
                  <a:lnTo>
                    <a:pt x="4913382" y="1113957"/>
                  </a:lnTo>
                  <a:lnTo>
                    <a:pt x="4913508" y="1113957"/>
                  </a:lnTo>
                  <a:lnTo>
                    <a:pt x="4913634" y="1113957"/>
                  </a:lnTo>
                  <a:lnTo>
                    <a:pt x="4913760" y="1113957"/>
                  </a:lnTo>
                  <a:lnTo>
                    <a:pt x="4913886" y="1113957"/>
                  </a:lnTo>
                  <a:lnTo>
                    <a:pt x="4914012" y="1113957"/>
                  </a:lnTo>
                  <a:lnTo>
                    <a:pt x="4914138" y="1113957"/>
                  </a:lnTo>
                  <a:lnTo>
                    <a:pt x="4914264" y="1113957"/>
                  </a:lnTo>
                  <a:lnTo>
                    <a:pt x="4914390" y="1113957"/>
                  </a:lnTo>
                  <a:lnTo>
                    <a:pt x="4914517" y="1113957"/>
                  </a:lnTo>
                  <a:lnTo>
                    <a:pt x="4914643" y="1113957"/>
                  </a:lnTo>
                  <a:lnTo>
                    <a:pt x="4914769" y="1113957"/>
                  </a:lnTo>
                  <a:lnTo>
                    <a:pt x="4914895" y="1113957"/>
                  </a:lnTo>
                  <a:lnTo>
                    <a:pt x="4915021" y="1113957"/>
                  </a:lnTo>
                  <a:lnTo>
                    <a:pt x="4915147" y="1113957"/>
                  </a:lnTo>
                  <a:lnTo>
                    <a:pt x="4915273" y="1113957"/>
                  </a:lnTo>
                  <a:lnTo>
                    <a:pt x="4915399" y="1113957"/>
                  </a:lnTo>
                  <a:lnTo>
                    <a:pt x="4915525" y="1113957"/>
                  </a:lnTo>
                  <a:lnTo>
                    <a:pt x="4915651" y="1113957"/>
                  </a:lnTo>
                  <a:lnTo>
                    <a:pt x="4915777" y="1113957"/>
                  </a:lnTo>
                  <a:lnTo>
                    <a:pt x="4915904" y="1113957"/>
                  </a:lnTo>
                  <a:lnTo>
                    <a:pt x="4916030" y="1113957"/>
                  </a:lnTo>
                  <a:lnTo>
                    <a:pt x="4916156" y="1113957"/>
                  </a:lnTo>
                  <a:lnTo>
                    <a:pt x="4916282" y="1113957"/>
                  </a:lnTo>
                  <a:lnTo>
                    <a:pt x="4916408" y="1113957"/>
                  </a:lnTo>
                  <a:lnTo>
                    <a:pt x="4916534" y="1113957"/>
                  </a:lnTo>
                  <a:lnTo>
                    <a:pt x="4916660" y="1113957"/>
                  </a:lnTo>
                  <a:lnTo>
                    <a:pt x="4916786" y="1113957"/>
                  </a:lnTo>
                  <a:lnTo>
                    <a:pt x="4916912" y="1113957"/>
                  </a:lnTo>
                  <a:lnTo>
                    <a:pt x="4917038" y="1113957"/>
                  </a:lnTo>
                  <a:lnTo>
                    <a:pt x="4917164" y="1113957"/>
                  </a:lnTo>
                  <a:lnTo>
                    <a:pt x="4917290" y="1113957"/>
                  </a:lnTo>
                  <a:lnTo>
                    <a:pt x="4917417" y="1113957"/>
                  </a:lnTo>
                  <a:lnTo>
                    <a:pt x="4917543" y="1113957"/>
                  </a:lnTo>
                  <a:lnTo>
                    <a:pt x="4917669" y="1113957"/>
                  </a:lnTo>
                  <a:lnTo>
                    <a:pt x="4917795" y="1113957"/>
                  </a:lnTo>
                  <a:lnTo>
                    <a:pt x="4917921" y="1113957"/>
                  </a:lnTo>
                  <a:lnTo>
                    <a:pt x="4918047" y="1113957"/>
                  </a:lnTo>
                  <a:lnTo>
                    <a:pt x="4918173" y="1113957"/>
                  </a:lnTo>
                  <a:lnTo>
                    <a:pt x="4918299" y="1113957"/>
                  </a:lnTo>
                  <a:lnTo>
                    <a:pt x="4918425" y="1113957"/>
                  </a:lnTo>
                  <a:lnTo>
                    <a:pt x="4918551" y="1113957"/>
                  </a:lnTo>
                  <a:lnTo>
                    <a:pt x="4918677" y="1113957"/>
                  </a:lnTo>
                  <a:lnTo>
                    <a:pt x="4918804" y="1113957"/>
                  </a:lnTo>
                  <a:lnTo>
                    <a:pt x="4918930" y="1113957"/>
                  </a:lnTo>
                  <a:lnTo>
                    <a:pt x="4919056" y="1113957"/>
                  </a:lnTo>
                  <a:lnTo>
                    <a:pt x="4919182" y="1113957"/>
                  </a:lnTo>
                  <a:lnTo>
                    <a:pt x="4919308" y="1113957"/>
                  </a:lnTo>
                  <a:lnTo>
                    <a:pt x="4919434" y="1113957"/>
                  </a:lnTo>
                  <a:lnTo>
                    <a:pt x="4919560" y="1113957"/>
                  </a:lnTo>
                  <a:lnTo>
                    <a:pt x="4919686" y="1113957"/>
                  </a:lnTo>
                  <a:lnTo>
                    <a:pt x="4919812" y="1113957"/>
                  </a:lnTo>
                  <a:lnTo>
                    <a:pt x="4919938" y="1113957"/>
                  </a:lnTo>
                  <a:lnTo>
                    <a:pt x="4920064" y="1113957"/>
                  </a:lnTo>
                  <a:lnTo>
                    <a:pt x="4920190" y="1113957"/>
                  </a:lnTo>
                  <a:lnTo>
                    <a:pt x="4920317" y="1113957"/>
                  </a:lnTo>
                  <a:lnTo>
                    <a:pt x="4920443" y="1113957"/>
                  </a:lnTo>
                  <a:lnTo>
                    <a:pt x="4920569" y="1113957"/>
                  </a:lnTo>
                  <a:lnTo>
                    <a:pt x="4920695" y="1113957"/>
                  </a:lnTo>
                  <a:lnTo>
                    <a:pt x="4920821" y="1113957"/>
                  </a:lnTo>
                  <a:lnTo>
                    <a:pt x="4920947" y="1113957"/>
                  </a:lnTo>
                  <a:lnTo>
                    <a:pt x="4921073" y="1113957"/>
                  </a:lnTo>
                  <a:lnTo>
                    <a:pt x="4921199" y="1113957"/>
                  </a:lnTo>
                  <a:lnTo>
                    <a:pt x="4921325" y="1113957"/>
                  </a:lnTo>
                  <a:lnTo>
                    <a:pt x="4921451" y="1113957"/>
                  </a:lnTo>
                  <a:lnTo>
                    <a:pt x="4921577" y="1113957"/>
                  </a:lnTo>
                  <a:lnTo>
                    <a:pt x="4921704" y="1113957"/>
                  </a:lnTo>
                  <a:lnTo>
                    <a:pt x="4921830" y="1113957"/>
                  </a:lnTo>
                  <a:lnTo>
                    <a:pt x="4921956" y="1113957"/>
                  </a:lnTo>
                  <a:lnTo>
                    <a:pt x="4922082" y="1113957"/>
                  </a:lnTo>
                  <a:lnTo>
                    <a:pt x="4922208" y="1113957"/>
                  </a:lnTo>
                  <a:lnTo>
                    <a:pt x="4922334" y="1113957"/>
                  </a:lnTo>
                  <a:lnTo>
                    <a:pt x="4922334" y="1108678"/>
                  </a:lnTo>
                  <a:lnTo>
                    <a:pt x="4922460" y="1108678"/>
                  </a:lnTo>
                  <a:lnTo>
                    <a:pt x="4922586" y="1108678"/>
                  </a:lnTo>
                  <a:lnTo>
                    <a:pt x="4922712" y="1108678"/>
                  </a:lnTo>
                  <a:lnTo>
                    <a:pt x="4922838" y="1108678"/>
                  </a:lnTo>
                  <a:lnTo>
                    <a:pt x="4922964" y="1108678"/>
                  </a:lnTo>
                  <a:lnTo>
                    <a:pt x="4923091" y="1108678"/>
                  </a:lnTo>
                  <a:lnTo>
                    <a:pt x="4923217" y="1108678"/>
                  </a:lnTo>
                  <a:lnTo>
                    <a:pt x="4923343" y="1108678"/>
                  </a:lnTo>
                  <a:lnTo>
                    <a:pt x="4923469" y="1108678"/>
                  </a:lnTo>
                  <a:lnTo>
                    <a:pt x="4923595" y="1108678"/>
                  </a:lnTo>
                  <a:lnTo>
                    <a:pt x="4923721" y="1108678"/>
                  </a:lnTo>
                  <a:lnTo>
                    <a:pt x="4923847" y="1108678"/>
                  </a:lnTo>
                  <a:lnTo>
                    <a:pt x="4923973" y="1108678"/>
                  </a:lnTo>
                  <a:lnTo>
                    <a:pt x="4924099" y="1108678"/>
                  </a:lnTo>
                  <a:lnTo>
                    <a:pt x="4924225" y="1108678"/>
                  </a:lnTo>
                  <a:lnTo>
                    <a:pt x="4924351" y="1108678"/>
                  </a:lnTo>
                  <a:lnTo>
                    <a:pt x="4924477" y="1108678"/>
                  </a:lnTo>
                  <a:lnTo>
                    <a:pt x="4924604" y="1108678"/>
                  </a:lnTo>
                  <a:lnTo>
                    <a:pt x="4924730" y="1108678"/>
                  </a:lnTo>
                  <a:lnTo>
                    <a:pt x="4924856" y="1108678"/>
                  </a:lnTo>
                  <a:lnTo>
                    <a:pt x="4924982" y="1108678"/>
                  </a:lnTo>
                  <a:lnTo>
                    <a:pt x="4925108" y="1108678"/>
                  </a:lnTo>
                  <a:lnTo>
                    <a:pt x="4925234" y="1108678"/>
                  </a:lnTo>
                  <a:lnTo>
                    <a:pt x="4925360" y="1108678"/>
                  </a:lnTo>
                  <a:lnTo>
                    <a:pt x="4925486" y="1108678"/>
                  </a:lnTo>
                  <a:lnTo>
                    <a:pt x="4925612" y="1108678"/>
                  </a:lnTo>
                  <a:lnTo>
                    <a:pt x="4925738" y="1108678"/>
                  </a:lnTo>
                  <a:lnTo>
                    <a:pt x="4925864" y="1108678"/>
                  </a:lnTo>
                  <a:lnTo>
                    <a:pt x="4925991" y="1108678"/>
                  </a:lnTo>
                  <a:lnTo>
                    <a:pt x="4925991" y="1103399"/>
                  </a:lnTo>
                  <a:lnTo>
                    <a:pt x="4926117" y="1103399"/>
                  </a:lnTo>
                  <a:lnTo>
                    <a:pt x="4926243" y="1103399"/>
                  </a:lnTo>
                  <a:lnTo>
                    <a:pt x="4926369" y="1103399"/>
                  </a:lnTo>
                  <a:lnTo>
                    <a:pt x="4926495" y="1103399"/>
                  </a:lnTo>
                  <a:lnTo>
                    <a:pt x="4926621" y="1103399"/>
                  </a:lnTo>
                  <a:lnTo>
                    <a:pt x="4926747" y="1103399"/>
                  </a:lnTo>
                  <a:lnTo>
                    <a:pt x="4926873" y="1103399"/>
                  </a:lnTo>
                  <a:lnTo>
                    <a:pt x="4926999" y="1103399"/>
                  </a:lnTo>
                  <a:lnTo>
                    <a:pt x="4927125" y="1103399"/>
                  </a:lnTo>
                  <a:lnTo>
                    <a:pt x="4927251" y="1103399"/>
                  </a:lnTo>
                  <a:lnTo>
                    <a:pt x="4927377" y="1103399"/>
                  </a:lnTo>
                  <a:lnTo>
                    <a:pt x="4927504" y="1103399"/>
                  </a:lnTo>
                  <a:lnTo>
                    <a:pt x="4927630" y="1103399"/>
                  </a:lnTo>
                  <a:lnTo>
                    <a:pt x="4927756" y="1103399"/>
                  </a:lnTo>
                  <a:lnTo>
                    <a:pt x="4927882" y="1103399"/>
                  </a:lnTo>
                  <a:lnTo>
                    <a:pt x="4928008" y="1103399"/>
                  </a:lnTo>
                  <a:lnTo>
                    <a:pt x="4928134" y="1103399"/>
                  </a:lnTo>
                  <a:lnTo>
                    <a:pt x="4928260" y="1103399"/>
                  </a:lnTo>
                  <a:lnTo>
                    <a:pt x="4928386" y="1103399"/>
                  </a:lnTo>
                  <a:lnTo>
                    <a:pt x="4928512" y="1103399"/>
                  </a:lnTo>
                  <a:lnTo>
                    <a:pt x="4928638" y="1103399"/>
                  </a:lnTo>
                  <a:lnTo>
                    <a:pt x="4928764" y="1103399"/>
                  </a:lnTo>
                  <a:lnTo>
                    <a:pt x="4928891" y="1103399"/>
                  </a:lnTo>
                  <a:lnTo>
                    <a:pt x="4929017" y="1103399"/>
                  </a:lnTo>
                  <a:lnTo>
                    <a:pt x="4929143" y="1103399"/>
                  </a:lnTo>
                  <a:lnTo>
                    <a:pt x="4929269" y="1103399"/>
                  </a:lnTo>
                  <a:lnTo>
                    <a:pt x="4929395" y="1103399"/>
                  </a:lnTo>
                  <a:lnTo>
                    <a:pt x="4929521" y="1103399"/>
                  </a:lnTo>
                  <a:lnTo>
                    <a:pt x="4929647" y="1103399"/>
                  </a:lnTo>
                  <a:lnTo>
                    <a:pt x="4929773" y="1103399"/>
                  </a:lnTo>
                  <a:lnTo>
                    <a:pt x="4929899" y="1103399"/>
                  </a:lnTo>
                  <a:lnTo>
                    <a:pt x="4930025" y="1103399"/>
                  </a:lnTo>
                  <a:lnTo>
                    <a:pt x="4930151" y="1103399"/>
                  </a:lnTo>
                  <a:lnTo>
                    <a:pt x="4930278" y="1103399"/>
                  </a:lnTo>
                  <a:lnTo>
                    <a:pt x="4930404" y="1103399"/>
                  </a:lnTo>
                  <a:lnTo>
                    <a:pt x="4930530" y="1103399"/>
                  </a:lnTo>
                  <a:lnTo>
                    <a:pt x="4930656" y="1103399"/>
                  </a:lnTo>
                  <a:lnTo>
                    <a:pt x="4930782" y="1103399"/>
                  </a:lnTo>
                  <a:lnTo>
                    <a:pt x="4930908" y="1103399"/>
                  </a:lnTo>
                  <a:lnTo>
                    <a:pt x="4931034" y="1103399"/>
                  </a:lnTo>
                  <a:lnTo>
                    <a:pt x="4931160" y="1103399"/>
                  </a:lnTo>
                  <a:lnTo>
                    <a:pt x="4931286" y="1103399"/>
                  </a:lnTo>
                  <a:lnTo>
                    <a:pt x="4931412" y="1103399"/>
                  </a:lnTo>
                  <a:lnTo>
                    <a:pt x="4931538" y="1103399"/>
                  </a:lnTo>
                  <a:lnTo>
                    <a:pt x="4931664" y="1103399"/>
                  </a:lnTo>
                  <a:lnTo>
                    <a:pt x="4931791" y="1103399"/>
                  </a:lnTo>
                  <a:lnTo>
                    <a:pt x="4931917" y="1103399"/>
                  </a:lnTo>
                  <a:lnTo>
                    <a:pt x="4932043" y="1103399"/>
                  </a:lnTo>
                  <a:lnTo>
                    <a:pt x="4932169" y="1103399"/>
                  </a:lnTo>
                  <a:lnTo>
                    <a:pt x="4932295" y="1103399"/>
                  </a:lnTo>
                  <a:lnTo>
                    <a:pt x="4932421" y="1103399"/>
                  </a:lnTo>
                  <a:lnTo>
                    <a:pt x="4932547" y="1103399"/>
                  </a:lnTo>
                  <a:lnTo>
                    <a:pt x="4932673" y="1103399"/>
                  </a:lnTo>
                  <a:lnTo>
                    <a:pt x="4932799" y="1103399"/>
                  </a:lnTo>
                  <a:lnTo>
                    <a:pt x="4932925" y="1103399"/>
                  </a:lnTo>
                  <a:lnTo>
                    <a:pt x="4933051" y="1103399"/>
                  </a:lnTo>
                  <a:lnTo>
                    <a:pt x="4933178" y="1103399"/>
                  </a:lnTo>
                  <a:lnTo>
                    <a:pt x="4933304" y="1103399"/>
                  </a:lnTo>
                  <a:lnTo>
                    <a:pt x="4933430" y="1103399"/>
                  </a:lnTo>
                  <a:lnTo>
                    <a:pt x="4933556" y="1103399"/>
                  </a:lnTo>
                  <a:lnTo>
                    <a:pt x="4933682" y="1103399"/>
                  </a:lnTo>
                  <a:lnTo>
                    <a:pt x="4933808" y="1103399"/>
                  </a:lnTo>
                  <a:lnTo>
                    <a:pt x="4933934" y="1103399"/>
                  </a:lnTo>
                  <a:lnTo>
                    <a:pt x="4934060" y="1103399"/>
                  </a:lnTo>
                  <a:lnTo>
                    <a:pt x="4934186" y="1103399"/>
                  </a:lnTo>
                  <a:lnTo>
                    <a:pt x="4934312" y="1103399"/>
                  </a:lnTo>
                  <a:lnTo>
                    <a:pt x="4934438" y="1103399"/>
                  </a:lnTo>
                  <a:lnTo>
                    <a:pt x="4934564" y="1103399"/>
                  </a:lnTo>
                  <a:lnTo>
                    <a:pt x="4934691" y="1103399"/>
                  </a:lnTo>
                  <a:lnTo>
                    <a:pt x="4934817" y="1103399"/>
                  </a:lnTo>
                  <a:lnTo>
                    <a:pt x="4934943" y="1103399"/>
                  </a:lnTo>
                  <a:lnTo>
                    <a:pt x="4935069" y="1103399"/>
                  </a:lnTo>
                  <a:lnTo>
                    <a:pt x="4935195" y="1103399"/>
                  </a:lnTo>
                  <a:lnTo>
                    <a:pt x="4935321" y="1103399"/>
                  </a:lnTo>
                  <a:lnTo>
                    <a:pt x="4935447" y="1103399"/>
                  </a:lnTo>
                  <a:lnTo>
                    <a:pt x="4935573" y="1103399"/>
                  </a:lnTo>
                  <a:lnTo>
                    <a:pt x="4935699" y="1103399"/>
                  </a:lnTo>
                  <a:lnTo>
                    <a:pt x="4935825" y="1103399"/>
                  </a:lnTo>
                  <a:lnTo>
                    <a:pt x="4935951" y="1103399"/>
                  </a:lnTo>
                  <a:lnTo>
                    <a:pt x="4936078" y="1103399"/>
                  </a:lnTo>
                  <a:lnTo>
                    <a:pt x="4936204" y="1103399"/>
                  </a:lnTo>
                  <a:lnTo>
                    <a:pt x="4936330" y="1103399"/>
                  </a:lnTo>
                  <a:lnTo>
                    <a:pt x="4936456" y="1103399"/>
                  </a:lnTo>
                  <a:lnTo>
                    <a:pt x="4936582" y="1103399"/>
                  </a:lnTo>
                  <a:lnTo>
                    <a:pt x="4936582" y="1098119"/>
                  </a:lnTo>
                  <a:lnTo>
                    <a:pt x="4936708" y="1098119"/>
                  </a:lnTo>
                  <a:lnTo>
                    <a:pt x="4936834" y="1098119"/>
                  </a:lnTo>
                  <a:lnTo>
                    <a:pt x="4936960" y="1098119"/>
                  </a:lnTo>
                  <a:lnTo>
                    <a:pt x="4937086" y="1098119"/>
                  </a:lnTo>
                  <a:lnTo>
                    <a:pt x="4937212" y="1098119"/>
                  </a:lnTo>
                  <a:lnTo>
                    <a:pt x="4937338" y="1098119"/>
                  </a:lnTo>
                  <a:lnTo>
                    <a:pt x="4937465" y="1098119"/>
                  </a:lnTo>
                  <a:lnTo>
                    <a:pt x="4937591" y="1098119"/>
                  </a:lnTo>
                  <a:lnTo>
                    <a:pt x="4937717" y="1098119"/>
                  </a:lnTo>
                  <a:lnTo>
                    <a:pt x="4937843" y="1098119"/>
                  </a:lnTo>
                  <a:lnTo>
                    <a:pt x="4937969" y="1098119"/>
                  </a:lnTo>
                  <a:lnTo>
                    <a:pt x="4938095" y="1098119"/>
                  </a:lnTo>
                  <a:lnTo>
                    <a:pt x="4938221" y="1098119"/>
                  </a:lnTo>
                  <a:lnTo>
                    <a:pt x="4938221" y="1092840"/>
                  </a:lnTo>
                  <a:lnTo>
                    <a:pt x="4938347" y="1092840"/>
                  </a:lnTo>
                  <a:lnTo>
                    <a:pt x="4938473" y="1092840"/>
                  </a:lnTo>
                  <a:lnTo>
                    <a:pt x="4938599" y="1092840"/>
                  </a:lnTo>
                  <a:lnTo>
                    <a:pt x="4938725" y="1092840"/>
                  </a:lnTo>
                  <a:lnTo>
                    <a:pt x="4938851" y="1092840"/>
                  </a:lnTo>
                  <a:lnTo>
                    <a:pt x="4938978" y="1092840"/>
                  </a:lnTo>
                  <a:lnTo>
                    <a:pt x="4939104" y="1092840"/>
                  </a:lnTo>
                  <a:lnTo>
                    <a:pt x="4939230" y="1092840"/>
                  </a:lnTo>
                  <a:lnTo>
                    <a:pt x="4939356" y="1092840"/>
                  </a:lnTo>
                  <a:lnTo>
                    <a:pt x="4939482" y="1092840"/>
                  </a:lnTo>
                  <a:lnTo>
                    <a:pt x="4939608" y="1092840"/>
                  </a:lnTo>
                  <a:lnTo>
                    <a:pt x="4939734" y="1092840"/>
                  </a:lnTo>
                  <a:lnTo>
                    <a:pt x="4939860" y="1092840"/>
                  </a:lnTo>
                  <a:lnTo>
                    <a:pt x="4939986" y="1092840"/>
                  </a:lnTo>
                  <a:lnTo>
                    <a:pt x="4940112" y="1092840"/>
                  </a:lnTo>
                  <a:lnTo>
                    <a:pt x="4940238" y="1092840"/>
                  </a:lnTo>
                  <a:lnTo>
                    <a:pt x="4940365" y="1092840"/>
                  </a:lnTo>
                  <a:lnTo>
                    <a:pt x="4940491" y="1092840"/>
                  </a:lnTo>
                  <a:lnTo>
                    <a:pt x="4940617" y="1092840"/>
                  </a:lnTo>
                  <a:lnTo>
                    <a:pt x="4940743" y="1092840"/>
                  </a:lnTo>
                  <a:lnTo>
                    <a:pt x="4940869" y="1092840"/>
                  </a:lnTo>
                  <a:lnTo>
                    <a:pt x="4940995" y="1092840"/>
                  </a:lnTo>
                  <a:lnTo>
                    <a:pt x="4941121" y="1092840"/>
                  </a:lnTo>
                  <a:lnTo>
                    <a:pt x="4941247" y="1092840"/>
                  </a:lnTo>
                  <a:lnTo>
                    <a:pt x="4941373" y="1092840"/>
                  </a:lnTo>
                  <a:lnTo>
                    <a:pt x="4941499" y="1092840"/>
                  </a:lnTo>
                  <a:lnTo>
                    <a:pt x="4941625" y="1092840"/>
                  </a:lnTo>
                  <a:lnTo>
                    <a:pt x="4941751" y="1092840"/>
                  </a:lnTo>
                  <a:lnTo>
                    <a:pt x="4941878" y="1092840"/>
                  </a:lnTo>
                  <a:lnTo>
                    <a:pt x="4942004" y="1092840"/>
                  </a:lnTo>
                  <a:lnTo>
                    <a:pt x="4942130" y="1092840"/>
                  </a:lnTo>
                  <a:lnTo>
                    <a:pt x="4942256" y="1092840"/>
                  </a:lnTo>
                  <a:lnTo>
                    <a:pt x="4942382" y="1092840"/>
                  </a:lnTo>
                  <a:lnTo>
                    <a:pt x="4942508" y="1092840"/>
                  </a:lnTo>
                  <a:lnTo>
                    <a:pt x="4942634" y="1092840"/>
                  </a:lnTo>
                  <a:lnTo>
                    <a:pt x="4942634" y="1087560"/>
                  </a:lnTo>
                  <a:lnTo>
                    <a:pt x="4942760" y="1087560"/>
                  </a:lnTo>
                  <a:lnTo>
                    <a:pt x="4942886" y="1087560"/>
                  </a:lnTo>
                  <a:lnTo>
                    <a:pt x="4943012" y="1087560"/>
                  </a:lnTo>
                  <a:lnTo>
                    <a:pt x="4943138" y="1087560"/>
                  </a:lnTo>
                  <a:lnTo>
                    <a:pt x="4943265" y="1087560"/>
                  </a:lnTo>
                  <a:lnTo>
                    <a:pt x="4943391" y="1087560"/>
                  </a:lnTo>
                  <a:lnTo>
                    <a:pt x="4943517" y="1087560"/>
                  </a:lnTo>
                  <a:lnTo>
                    <a:pt x="4943643" y="1087560"/>
                  </a:lnTo>
                  <a:lnTo>
                    <a:pt x="4943769" y="1087560"/>
                  </a:lnTo>
                  <a:lnTo>
                    <a:pt x="4943895" y="1087560"/>
                  </a:lnTo>
                  <a:lnTo>
                    <a:pt x="4944021" y="1087560"/>
                  </a:lnTo>
                  <a:lnTo>
                    <a:pt x="4944147" y="1087560"/>
                  </a:lnTo>
                  <a:lnTo>
                    <a:pt x="4944273" y="1087560"/>
                  </a:lnTo>
                  <a:lnTo>
                    <a:pt x="4944399" y="1087560"/>
                  </a:lnTo>
                  <a:lnTo>
                    <a:pt x="4944525" y="1087560"/>
                  </a:lnTo>
                  <a:lnTo>
                    <a:pt x="4944651" y="1087560"/>
                  </a:lnTo>
                  <a:lnTo>
                    <a:pt x="4944778" y="1087560"/>
                  </a:lnTo>
                  <a:lnTo>
                    <a:pt x="4944904" y="1087560"/>
                  </a:lnTo>
                  <a:lnTo>
                    <a:pt x="4945030" y="1087560"/>
                  </a:lnTo>
                  <a:lnTo>
                    <a:pt x="4945156" y="1087560"/>
                  </a:lnTo>
                  <a:lnTo>
                    <a:pt x="4945282" y="1087560"/>
                  </a:lnTo>
                  <a:lnTo>
                    <a:pt x="4945408" y="1087560"/>
                  </a:lnTo>
                  <a:lnTo>
                    <a:pt x="4945534" y="1087560"/>
                  </a:lnTo>
                  <a:lnTo>
                    <a:pt x="4945660" y="1087560"/>
                  </a:lnTo>
                  <a:lnTo>
                    <a:pt x="4945786" y="1087560"/>
                  </a:lnTo>
                  <a:lnTo>
                    <a:pt x="4945912" y="1087560"/>
                  </a:lnTo>
                  <a:lnTo>
                    <a:pt x="4946038" y="1087560"/>
                  </a:lnTo>
                  <a:lnTo>
                    <a:pt x="4946165" y="1087560"/>
                  </a:lnTo>
                  <a:lnTo>
                    <a:pt x="4946291" y="1087560"/>
                  </a:lnTo>
                  <a:lnTo>
                    <a:pt x="4946417" y="1087560"/>
                  </a:lnTo>
                  <a:lnTo>
                    <a:pt x="4946543" y="1087560"/>
                  </a:lnTo>
                  <a:lnTo>
                    <a:pt x="4946669" y="1087560"/>
                  </a:lnTo>
                  <a:lnTo>
                    <a:pt x="4946795" y="1087560"/>
                  </a:lnTo>
                  <a:lnTo>
                    <a:pt x="4946921" y="1087560"/>
                  </a:lnTo>
                  <a:lnTo>
                    <a:pt x="4947047" y="1087560"/>
                  </a:lnTo>
                  <a:lnTo>
                    <a:pt x="4947173" y="1087560"/>
                  </a:lnTo>
                  <a:lnTo>
                    <a:pt x="4947299" y="1087560"/>
                  </a:lnTo>
                  <a:lnTo>
                    <a:pt x="4947425" y="1087560"/>
                  </a:lnTo>
                  <a:lnTo>
                    <a:pt x="4947552" y="1087560"/>
                  </a:lnTo>
                  <a:lnTo>
                    <a:pt x="4947678" y="1087560"/>
                  </a:lnTo>
                  <a:lnTo>
                    <a:pt x="4947804" y="1087560"/>
                  </a:lnTo>
                  <a:lnTo>
                    <a:pt x="4947930" y="1087560"/>
                  </a:lnTo>
                  <a:lnTo>
                    <a:pt x="4948056" y="1087560"/>
                  </a:lnTo>
                  <a:lnTo>
                    <a:pt x="4948182" y="1087560"/>
                  </a:lnTo>
                  <a:lnTo>
                    <a:pt x="4948308" y="1087560"/>
                  </a:lnTo>
                  <a:lnTo>
                    <a:pt x="4948434" y="1087560"/>
                  </a:lnTo>
                  <a:lnTo>
                    <a:pt x="4948560" y="1087560"/>
                  </a:lnTo>
                  <a:lnTo>
                    <a:pt x="4948686" y="1087560"/>
                  </a:lnTo>
                  <a:lnTo>
                    <a:pt x="4948812" y="1087560"/>
                  </a:lnTo>
                  <a:lnTo>
                    <a:pt x="4948938" y="1087560"/>
                  </a:lnTo>
                  <a:lnTo>
                    <a:pt x="4949065" y="1087560"/>
                  </a:lnTo>
                  <a:lnTo>
                    <a:pt x="4949191" y="1087560"/>
                  </a:lnTo>
                  <a:lnTo>
                    <a:pt x="4949317" y="1087560"/>
                  </a:lnTo>
                  <a:lnTo>
                    <a:pt x="4949443" y="1087560"/>
                  </a:lnTo>
                  <a:lnTo>
                    <a:pt x="4949569" y="1087560"/>
                  </a:lnTo>
                  <a:lnTo>
                    <a:pt x="4949695" y="1087560"/>
                  </a:lnTo>
                  <a:lnTo>
                    <a:pt x="4949821" y="1087560"/>
                  </a:lnTo>
                  <a:lnTo>
                    <a:pt x="4949947" y="1087560"/>
                  </a:lnTo>
                  <a:lnTo>
                    <a:pt x="4950073" y="1087560"/>
                  </a:lnTo>
                  <a:lnTo>
                    <a:pt x="4950199" y="1087560"/>
                  </a:lnTo>
                  <a:lnTo>
                    <a:pt x="4950325" y="1087560"/>
                  </a:lnTo>
                  <a:lnTo>
                    <a:pt x="4950452" y="1087560"/>
                  </a:lnTo>
                  <a:lnTo>
                    <a:pt x="4950578" y="1087560"/>
                  </a:lnTo>
                  <a:lnTo>
                    <a:pt x="4950704" y="1087560"/>
                  </a:lnTo>
                  <a:lnTo>
                    <a:pt x="4950830" y="1087560"/>
                  </a:lnTo>
                  <a:lnTo>
                    <a:pt x="4950956" y="1087560"/>
                  </a:lnTo>
                  <a:lnTo>
                    <a:pt x="4951082" y="1087560"/>
                  </a:lnTo>
                  <a:lnTo>
                    <a:pt x="4951208" y="1087560"/>
                  </a:lnTo>
                  <a:lnTo>
                    <a:pt x="4951334" y="1087560"/>
                  </a:lnTo>
                  <a:lnTo>
                    <a:pt x="4951460" y="1087560"/>
                  </a:lnTo>
                  <a:lnTo>
                    <a:pt x="4951586" y="1087560"/>
                  </a:lnTo>
                  <a:lnTo>
                    <a:pt x="4951712" y="1087560"/>
                  </a:lnTo>
                  <a:lnTo>
                    <a:pt x="4951838" y="1087560"/>
                  </a:lnTo>
                  <a:lnTo>
                    <a:pt x="4951965" y="1087560"/>
                  </a:lnTo>
                  <a:lnTo>
                    <a:pt x="4952091" y="1087560"/>
                  </a:lnTo>
                  <a:lnTo>
                    <a:pt x="4952217" y="1087560"/>
                  </a:lnTo>
                  <a:lnTo>
                    <a:pt x="4952343" y="1087560"/>
                  </a:lnTo>
                  <a:lnTo>
                    <a:pt x="4952469" y="1087560"/>
                  </a:lnTo>
                  <a:lnTo>
                    <a:pt x="4952595" y="1087560"/>
                  </a:lnTo>
                  <a:lnTo>
                    <a:pt x="4952721" y="1087560"/>
                  </a:lnTo>
                  <a:lnTo>
                    <a:pt x="4952847" y="1087560"/>
                  </a:lnTo>
                  <a:lnTo>
                    <a:pt x="4952973" y="1087560"/>
                  </a:lnTo>
                  <a:lnTo>
                    <a:pt x="4953099" y="1087560"/>
                  </a:lnTo>
                  <a:lnTo>
                    <a:pt x="4953225" y="1087560"/>
                  </a:lnTo>
                  <a:lnTo>
                    <a:pt x="4953352" y="1087560"/>
                  </a:lnTo>
                  <a:lnTo>
                    <a:pt x="4953478" y="1087560"/>
                  </a:lnTo>
                  <a:lnTo>
                    <a:pt x="4953604" y="1087560"/>
                  </a:lnTo>
                  <a:lnTo>
                    <a:pt x="4953730" y="1087560"/>
                  </a:lnTo>
                  <a:lnTo>
                    <a:pt x="4953856" y="1087560"/>
                  </a:lnTo>
                  <a:lnTo>
                    <a:pt x="4953982" y="1087560"/>
                  </a:lnTo>
                  <a:lnTo>
                    <a:pt x="4954108" y="1087560"/>
                  </a:lnTo>
                  <a:lnTo>
                    <a:pt x="4954234" y="1087560"/>
                  </a:lnTo>
                  <a:lnTo>
                    <a:pt x="4954360" y="1087560"/>
                  </a:lnTo>
                  <a:lnTo>
                    <a:pt x="4954486" y="1087560"/>
                  </a:lnTo>
                  <a:lnTo>
                    <a:pt x="4954612" y="1087560"/>
                  </a:lnTo>
                  <a:lnTo>
                    <a:pt x="4954739" y="1087560"/>
                  </a:lnTo>
                  <a:lnTo>
                    <a:pt x="4954865" y="1087560"/>
                  </a:lnTo>
                  <a:lnTo>
                    <a:pt x="4954991" y="1087560"/>
                  </a:lnTo>
                  <a:lnTo>
                    <a:pt x="4955117" y="1087560"/>
                  </a:lnTo>
                  <a:lnTo>
                    <a:pt x="4955243" y="1087560"/>
                  </a:lnTo>
                  <a:lnTo>
                    <a:pt x="4955369" y="1087560"/>
                  </a:lnTo>
                  <a:lnTo>
                    <a:pt x="4955495" y="1087560"/>
                  </a:lnTo>
                  <a:lnTo>
                    <a:pt x="4955621" y="1087560"/>
                  </a:lnTo>
                  <a:lnTo>
                    <a:pt x="4955747" y="1087560"/>
                  </a:lnTo>
                  <a:lnTo>
                    <a:pt x="4955873" y="1087560"/>
                  </a:lnTo>
                  <a:lnTo>
                    <a:pt x="4955999" y="1087560"/>
                  </a:lnTo>
                  <a:lnTo>
                    <a:pt x="4956125" y="1087560"/>
                  </a:lnTo>
                  <a:lnTo>
                    <a:pt x="4956252" y="1087560"/>
                  </a:lnTo>
                  <a:lnTo>
                    <a:pt x="4956378" y="1087560"/>
                  </a:lnTo>
                  <a:lnTo>
                    <a:pt x="4956504" y="1087560"/>
                  </a:lnTo>
                  <a:lnTo>
                    <a:pt x="4956630" y="1087560"/>
                  </a:lnTo>
                  <a:lnTo>
                    <a:pt x="4956756" y="1087560"/>
                  </a:lnTo>
                  <a:lnTo>
                    <a:pt x="4956882" y="1087560"/>
                  </a:lnTo>
                  <a:lnTo>
                    <a:pt x="4957008" y="1087560"/>
                  </a:lnTo>
                  <a:lnTo>
                    <a:pt x="4957134" y="1087560"/>
                  </a:lnTo>
                  <a:lnTo>
                    <a:pt x="4957260" y="1087560"/>
                  </a:lnTo>
                  <a:lnTo>
                    <a:pt x="4957386" y="1087560"/>
                  </a:lnTo>
                  <a:lnTo>
                    <a:pt x="4957512" y="1087560"/>
                  </a:lnTo>
                  <a:lnTo>
                    <a:pt x="4957639" y="1087560"/>
                  </a:lnTo>
                  <a:lnTo>
                    <a:pt x="4957765" y="1087560"/>
                  </a:lnTo>
                  <a:lnTo>
                    <a:pt x="4957891" y="1087560"/>
                  </a:lnTo>
                  <a:lnTo>
                    <a:pt x="4958017" y="1087560"/>
                  </a:lnTo>
                  <a:lnTo>
                    <a:pt x="4958143" y="1087560"/>
                  </a:lnTo>
                  <a:lnTo>
                    <a:pt x="4958269" y="1087560"/>
                  </a:lnTo>
                  <a:lnTo>
                    <a:pt x="4958395" y="1087560"/>
                  </a:lnTo>
                  <a:lnTo>
                    <a:pt x="4958521" y="1087560"/>
                  </a:lnTo>
                  <a:lnTo>
                    <a:pt x="4958647" y="1087560"/>
                  </a:lnTo>
                  <a:lnTo>
                    <a:pt x="4958773" y="1087560"/>
                  </a:lnTo>
                  <a:lnTo>
                    <a:pt x="4958899" y="1087560"/>
                  </a:lnTo>
                  <a:lnTo>
                    <a:pt x="4959025" y="1087560"/>
                  </a:lnTo>
                  <a:lnTo>
                    <a:pt x="4959152" y="1087560"/>
                  </a:lnTo>
                  <a:lnTo>
                    <a:pt x="4959278" y="1087560"/>
                  </a:lnTo>
                  <a:lnTo>
                    <a:pt x="4959404" y="1087560"/>
                  </a:lnTo>
                  <a:lnTo>
                    <a:pt x="4959530" y="1087560"/>
                  </a:lnTo>
                  <a:lnTo>
                    <a:pt x="4959656" y="1087560"/>
                  </a:lnTo>
                  <a:lnTo>
                    <a:pt x="4959782" y="1087560"/>
                  </a:lnTo>
                  <a:lnTo>
                    <a:pt x="4959908" y="1087560"/>
                  </a:lnTo>
                  <a:lnTo>
                    <a:pt x="4960034" y="1087560"/>
                  </a:lnTo>
                  <a:lnTo>
                    <a:pt x="4960160" y="1087560"/>
                  </a:lnTo>
                  <a:lnTo>
                    <a:pt x="4960286" y="1087560"/>
                  </a:lnTo>
                  <a:lnTo>
                    <a:pt x="4960412" y="1087560"/>
                  </a:lnTo>
                  <a:lnTo>
                    <a:pt x="4960539" y="1087560"/>
                  </a:lnTo>
                  <a:lnTo>
                    <a:pt x="4960665" y="1087560"/>
                  </a:lnTo>
                  <a:lnTo>
                    <a:pt x="4960791" y="1087560"/>
                  </a:lnTo>
                  <a:lnTo>
                    <a:pt x="4960917" y="1087560"/>
                  </a:lnTo>
                  <a:lnTo>
                    <a:pt x="4961043" y="1087560"/>
                  </a:lnTo>
                  <a:lnTo>
                    <a:pt x="4961169" y="1087560"/>
                  </a:lnTo>
                  <a:lnTo>
                    <a:pt x="4961295" y="1087560"/>
                  </a:lnTo>
                  <a:lnTo>
                    <a:pt x="4961421" y="1087560"/>
                  </a:lnTo>
                  <a:lnTo>
                    <a:pt x="4961547" y="1087560"/>
                  </a:lnTo>
                  <a:lnTo>
                    <a:pt x="4961673" y="1087560"/>
                  </a:lnTo>
                  <a:lnTo>
                    <a:pt x="4961799" y="1087560"/>
                  </a:lnTo>
                  <a:lnTo>
                    <a:pt x="4961926" y="1087560"/>
                  </a:lnTo>
                  <a:lnTo>
                    <a:pt x="4962052" y="1087560"/>
                  </a:lnTo>
                  <a:lnTo>
                    <a:pt x="4962178" y="1087560"/>
                  </a:lnTo>
                  <a:lnTo>
                    <a:pt x="4962304" y="1087560"/>
                  </a:lnTo>
                  <a:lnTo>
                    <a:pt x="4962430" y="1087560"/>
                  </a:lnTo>
                  <a:lnTo>
                    <a:pt x="4962556" y="1087560"/>
                  </a:lnTo>
                  <a:lnTo>
                    <a:pt x="4962682" y="1087560"/>
                  </a:lnTo>
                  <a:lnTo>
                    <a:pt x="4962808" y="1087560"/>
                  </a:lnTo>
                  <a:lnTo>
                    <a:pt x="4962934" y="1087560"/>
                  </a:lnTo>
                  <a:lnTo>
                    <a:pt x="4963060" y="1087560"/>
                  </a:lnTo>
                  <a:lnTo>
                    <a:pt x="4963186" y="1087560"/>
                  </a:lnTo>
                  <a:lnTo>
                    <a:pt x="4963312" y="1087560"/>
                  </a:lnTo>
                  <a:lnTo>
                    <a:pt x="4963439" y="1087560"/>
                  </a:lnTo>
                  <a:lnTo>
                    <a:pt x="4963565" y="1087560"/>
                  </a:lnTo>
                  <a:lnTo>
                    <a:pt x="4963691" y="1087560"/>
                  </a:lnTo>
                  <a:lnTo>
                    <a:pt x="4963817" y="1087560"/>
                  </a:lnTo>
                  <a:lnTo>
                    <a:pt x="4963943" y="1087560"/>
                  </a:lnTo>
                  <a:lnTo>
                    <a:pt x="4964069" y="1087560"/>
                  </a:lnTo>
                  <a:lnTo>
                    <a:pt x="4964195" y="1087560"/>
                  </a:lnTo>
                  <a:lnTo>
                    <a:pt x="4964321" y="1087560"/>
                  </a:lnTo>
                  <a:lnTo>
                    <a:pt x="4964447" y="1087560"/>
                  </a:lnTo>
                  <a:lnTo>
                    <a:pt x="4964573" y="1087560"/>
                  </a:lnTo>
                  <a:lnTo>
                    <a:pt x="4964699" y="1087560"/>
                  </a:lnTo>
                  <a:lnTo>
                    <a:pt x="4964826" y="1087560"/>
                  </a:lnTo>
                  <a:lnTo>
                    <a:pt x="4964952" y="1087560"/>
                  </a:lnTo>
                  <a:lnTo>
                    <a:pt x="4965078" y="1087560"/>
                  </a:lnTo>
                  <a:lnTo>
                    <a:pt x="4965204" y="1087560"/>
                  </a:lnTo>
                  <a:lnTo>
                    <a:pt x="4965330" y="1087560"/>
                  </a:lnTo>
                  <a:lnTo>
                    <a:pt x="4965456" y="1087560"/>
                  </a:lnTo>
                  <a:lnTo>
                    <a:pt x="4965582" y="1087560"/>
                  </a:lnTo>
                  <a:lnTo>
                    <a:pt x="4965708" y="1087560"/>
                  </a:lnTo>
                  <a:lnTo>
                    <a:pt x="4965834" y="1087560"/>
                  </a:lnTo>
                  <a:lnTo>
                    <a:pt x="4965960" y="1087560"/>
                  </a:lnTo>
                  <a:lnTo>
                    <a:pt x="4966086" y="1087560"/>
                  </a:lnTo>
                  <a:lnTo>
                    <a:pt x="4966212" y="1087560"/>
                  </a:lnTo>
                  <a:lnTo>
                    <a:pt x="4966339" y="1087560"/>
                  </a:lnTo>
                  <a:lnTo>
                    <a:pt x="4966465" y="1087560"/>
                  </a:lnTo>
                  <a:lnTo>
                    <a:pt x="4966591" y="1087560"/>
                  </a:lnTo>
                  <a:lnTo>
                    <a:pt x="4966591" y="1082281"/>
                  </a:lnTo>
                  <a:lnTo>
                    <a:pt x="4966717" y="1082281"/>
                  </a:lnTo>
                  <a:lnTo>
                    <a:pt x="4966843" y="1082281"/>
                  </a:lnTo>
                  <a:lnTo>
                    <a:pt x="4966969" y="1082281"/>
                  </a:lnTo>
                  <a:lnTo>
                    <a:pt x="4967095" y="1082281"/>
                  </a:lnTo>
                  <a:lnTo>
                    <a:pt x="4967221" y="1082281"/>
                  </a:lnTo>
                  <a:lnTo>
                    <a:pt x="4967347" y="1082281"/>
                  </a:lnTo>
                  <a:lnTo>
                    <a:pt x="4967473" y="1082281"/>
                  </a:lnTo>
                  <a:lnTo>
                    <a:pt x="4967599" y="1082281"/>
                  </a:lnTo>
                  <a:lnTo>
                    <a:pt x="4967726" y="1082281"/>
                  </a:lnTo>
                  <a:lnTo>
                    <a:pt x="4967852" y="1082281"/>
                  </a:lnTo>
                  <a:lnTo>
                    <a:pt x="4967978" y="1082281"/>
                  </a:lnTo>
                  <a:lnTo>
                    <a:pt x="4968104" y="1082281"/>
                  </a:lnTo>
                  <a:lnTo>
                    <a:pt x="4968230" y="1082281"/>
                  </a:lnTo>
                  <a:lnTo>
                    <a:pt x="4968356" y="1082281"/>
                  </a:lnTo>
                  <a:lnTo>
                    <a:pt x="4968482" y="1082281"/>
                  </a:lnTo>
                  <a:lnTo>
                    <a:pt x="4968608" y="1082281"/>
                  </a:lnTo>
                  <a:lnTo>
                    <a:pt x="4968734" y="1082281"/>
                  </a:lnTo>
                  <a:lnTo>
                    <a:pt x="4968860" y="1082281"/>
                  </a:lnTo>
                  <a:lnTo>
                    <a:pt x="4968986" y="1082281"/>
                  </a:lnTo>
                  <a:lnTo>
                    <a:pt x="4969112" y="1082281"/>
                  </a:lnTo>
                  <a:lnTo>
                    <a:pt x="4969239" y="1082281"/>
                  </a:lnTo>
                  <a:lnTo>
                    <a:pt x="4969365" y="1082281"/>
                  </a:lnTo>
                  <a:lnTo>
                    <a:pt x="4969491" y="1082281"/>
                  </a:lnTo>
                  <a:lnTo>
                    <a:pt x="4969617" y="1082281"/>
                  </a:lnTo>
                  <a:lnTo>
                    <a:pt x="4969743" y="1082281"/>
                  </a:lnTo>
                  <a:lnTo>
                    <a:pt x="4969869" y="1082281"/>
                  </a:lnTo>
                  <a:lnTo>
                    <a:pt x="4969995" y="1082281"/>
                  </a:lnTo>
                  <a:lnTo>
                    <a:pt x="4970121" y="1082281"/>
                  </a:lnTo>
                  <a:lnTo>
                    <a:pt x="4970247" y="1082281"/>
                  </a:lnTo>
                  <a:lnTo>
                    <a:pt x="4970373" y="1082281"/>
                  </a:lnTo>
                  <a:lnTo>
                    <a:pt x="4970499" y="1082281"/>
                  </a:lnTo>
                  <a:lnTo>
                    <a:pt x="4970626" y="1082281"/>
                  </a:lnTo>
                  <a:lnTo>
                    <a:pt x="4970752" y="1082281"/>
                  </a:lnTo>
                  <a:lnTo>
                    <a:pt x="4970878" y="1082281"/>
                  </a:lnTo>
                  <a:lnTo>
                    <a:pt x="4971004" y="1082281"/>
                  </a:lnTo>
                  <a:lnTo>
                    <a:pt x="4971130" y="1082281"/>
                  </a:lnTo>
                  <a:lnTo>
                    <a:pt x="4971256" y="1082281"/>
                  </a:lnTo>
                  <a:lnTo>
                    <a:pt x="4971382" y="1082281"/>
                  </a:lnTo>
                  <a:lnTo>
                    <a:pt x="4971508" y="1082281"/>
                  </a:lnTo>
                  <a:lnTo>
                    <a:pt x="4971634" y="1082281"/>
                  </a:lnTo>
                  <a:lnTo>
                    <a:pt x="4971760" y="1082281"/>
                  </a:lnTo>
                  <a:lnTo>
                    <a:pt x="4971886" y="1082281"/>
                  </a:lnTo>
                  <a:lnTo>
                    <a:pt x="4972013" y="1082281"/>
                  </a:lnTo>
                  <a:lnTo>
                    <a:pt x="4972139" y="1082281"/>
                  </a:lnTo>
                  <a:lnTo>
                    <a:pt x="4972265" y="1082281"/>
                  </a:lnTo>
                  <a:lnTo>
                    <a:pt x="4972391" y="1082281"/>
                  </a:lnTo>
                  <a:lnTo>
                    <a:pt x="4972517" y="1082281"/>
                  </a:lnTo>
                  <a:lnTo>
                    <a:pt x="4972643" y="1082281"/>
                  </a:lnTo>
                  <a:lnTo>
                    <a:pt x="4972769" y="1082281"/>
                  </a:lnTo>
                  <a:lnTo>
                    <a:pt x="4972895" y="1082281"/>
                  </a:lnTo>
                  <a:lnTo>
                    <a:pt x="4973021" y="1082281"/>
                  </a:lnTo>
                  <a:lnTo>
                    <a:pt x="4973147" y="1082281"/>
                  </a:lnTo>
                  <a:lnTo>
                    <a:pt x="4973273" y="1082281"/>
                  </a:lnTo>
                  <a:lnTo>
                    <a:pt x="4973399" y="1082281"/>
                  </a:lnTo>
                  <a:lnTo>
                    <a:pt x="4973526" y="1082281"/>
                  </a:lnTo>
                  <a:lnTo>
                    <a:pt x="4973652" y="1082281"/>
                  </a:lnTo>
                  <a:lnTo>
                    <a:pt x="4973778" y="1082281"/>
                  </a:lnTo>
                  <a:lnTo>
                    <a:pt x="4973904" y="1082281"/>
                  </a:lnTo>
                  <a:lnTo>
                    <a:pt x="4974030" y="1082281"/>
                  </a:lnTo>
                  <a:lnTo>
                    <a:pt x="4974156" y="1082281"/>
                  </a:lnTo>
                  <a:lnTo>
                    <a:pt x="4974282" y="1082281"/>
                  </a:lnTo>
                  <a:lnTo>
                    <a:pt x="4974282" y="1077001"/>
                  </a:lnTo>
                  <a:lnTo>
                    <a:pt x="4974408" y="1077001"/>
                  </a:lnTo>
                  <a:lnTo>
                    <a:pt x="4974534" y="1077001"/>
                  </a:lnTo>
                  <a:lnTo>
                    <a:pt x="4974660" y="1077001"/>
                  </a:lnTo>
                  <a:lnTo>
                    <a:pt x="4974786" y="1077001"/>
                  </a:lnTo>
                  <a:lnTo>
                    <a:pt x="4974913" y="1077001"/>
                  </a:lnTo>
                  <a:lnTo>
                    <a:pt x="4975039" y="1077001"/>
                  </a:lnTo>
                  <a:lnTo>
                    <a:pt x="4975165" y="1077001"/>
                  </a:lnTo>
                  <a:lnTo>
                    <a:pt x="4975291" y="1077001"/>
                  </a:lnTo>
                  <a:lnTo>
                    <a:pt x="4975417" y="1077001"/>
                  </a:lnTo>
                  <a:lnTo>
                    <a:pt x="4975543" y="1077001"/>
                  </a:lnTo>
                  <a:lnTo>
                    <a:pt x="4975543" y="1071722"/>
                  </a:lnTo>
                  <a:lnTo>
                    <a:pt x="4975669" y="1071722"/>
                  </a:lnTo>
                  <a:lnTo>
                    <a:pt x="4975795" y="1071722"/>
                  </a:lnTo>
                  <a:lnTo>
                    <a:pt x="4975921" y="1071722"/>
                  </a:lnTo>
                  <a:lnTo>
                    <a:pt x="4976047" y="1071722"/>
                  </a:lnTo>
                  <a:lnTo>
                    <a:pt x="4976173" y="1071722"/>
                  </a:lnTo>
                  <a:lnTo>
                    <a:pt x="4976299" y="1071722"/>
                  </a:lnTo>
                  <a:lnTo>
                    <a:pt x="4976426" y="1071722"/>
                  </a:lnTo>
                  <a:lnTo>
                    <a:pt x="4976552" y="1071722"/>
                  </a:lnTo>
                  <a:lnTo>
                    <a:pt x="4976678" y="1071722"/>
                  </a:lnTo>
                  <a:lnTo>
                    <a:pt x="4976804" y="1071722"/>
                  </a:lnTo>
                  <a:lnTo>
                    <a:pt x="4976930" y="1071722"/>
                  </a:lnTo>
                  <a:lnTo>
                    <a:pt x="4977056" y="1071722"/>
                  </a:lnTo>
                  <a:lnTo>
                    <a:pt x="4977182" y="1071722"/>
                  </a:lnTo>
                  <a:lnTo>
                    <a:pt x="4977308" y="1071722"/>
                  </a:lnTo>
                  <a:lnTo>
                    <a:pt x="4977434" y="1071722"/>
                  </a:lnTo>
                  <a:lnTo>
                    <a:pt x="4977560" y="1071722"/>
                  </a:lnTo>
                  <a:lnTo>
                    <a:pt x="4977686" y="1071722"/>
                  </a:lnTo>
                  <a:lnTo>
                    <a:pt x="4977813" y="1071722"/>
                  </a:lnTo>
                  <a:lnTo>
                    <a:pt x="4977939" y="1071722"/>
                  </a:lnTo>
                  <a:lnTo>
                    <a:pt x="4978065" y="1071722"/>
                  </a:lnTo>
                  <a:lnTo>
                    <a:pt x="4978191" y="1071722"/>
                  </a:lnTo>
                  <a:lnTo>
                    <a:pt x="4978317" y="1071722"/>
                  </a:lnTo>
                  <a:lnTo>
                    <a:pt x="4978443" y="1071722"/>
                  </a:lnTo>
                  <a:lnTo>
                    <a:pt x="4978569" y="1071722"/>
                  </a:lnTo>
                  <a:lnTo>
                    <a:pt x="4978695" y="1071722"/>
                  </a:lnTo>
                  <a:lnTo>
                    <a:pt x="4978821" y="1071722"/>
                  </a:lnTo>
                  <a:lnTo>
                    <a:pt x="4978947" y="1071722"/>
                  </a:lnTo>
                  <a:lnTo>
                    <a:pt x="4979073" y="1071722"/>
                  </a:lnTo>
                  <a:lnTo>
                    <a:pt x="4979200" y="1071722"/>
                  </a:lnTo>
                  <a:lnTo>
                    <a:pt x="4979326" y="1071722"/>
                  </a:lnTo>
                  <a:lnTo>
                    <a:pt x="4979452" y="1071722"/>
                  </a:lnTo>
                  <a:lnTo>
                    <a:pt x="4979578" y="1071722"/>
                  </a:lnTo>
                  <a:lnTo>
                    <a:pt x="4979704" y="1071722"/>
                  </a:lnTo>
                  <a:lnTo>
                    <a:pt x="4979830" y="1071722"/>
                  </a:lnTo>
                  <a:lnTo>
                    <a:pt x="4979956" y="1071722"/>
                  </a:lnTo>
                  <a:lnTo>
                    <a:pt x="4980082" y="1071722"/>
                  </a:lnTo>
                  <a:lnTo>
                    <a:pt x="4980208" y="1071722"/>
                  </a:lnTo>
                  <a:lnTo>
                    <a:pt x="4980334" y="1071722"/>
                  </a:lnTo>
                  <a:lnTo>
                    <a:pt x="4980460" y="1071722"/>
                  </a:lnTo>
                  <a:lnTo>
                    <a:pt x="4980586" y="1071722"/>
                  </a:lnTo>
                  <a:lnTo>
                    <a:pt x="4980713" y="1071722"/>
                  </a:lnTo>
                  <a:lnTo>
                    <a:pt x="4980839" y="1071722"/>
                  </a:lnTo>
                  <a:lnTo>
                    <a:pt x="4980965" y="1071722"/>
                  </a:lnTo>
                  <a:lnTo>
                    <a:pt x="4981091" y="1071722"/>
                  </a:lnTo>
                  <a:lnTo>
                    <a:pt x="4981217" y="1071722"/>
                  </a:lnTo>
                  <a:lnTo>
                    <a:pt x="4981343" y="1071722"/>
                  </a:lnTo>
                  <a:lnTo>
                    <a:pt x="4981469" y="1071722"/>
                  </a:lnTo>
                  <a:lnTo>
                    <a:pt x="4981595" y="1071722"/>
                  </a:lnTo>
                  <a:lnTo>
                    <a:pt x="4981721" y="1071722"/>
                  </a:lnTo>
                  <a:lnTo>
                    <a:pt x="4981847" y="1071722"/>
                  </a:lnTo>
                  <a:lnTo>
                    <a:pt x="4981973" y="1071722"/>
                  </a:lnTo>
                  <a:lnTo>
                    <a:pt x="4982100" y="1071722"/>
                  </a:lnTo>
                  <a:lnTo>
                    <a:pt x="4982226" y="1071722"/>
                  </a:lnTo>
                  <a:lnTo>
                    <a:pt x="4982352" y="1071722"/>
                  </a:lnTo>
                  <a:lnTo>
                    <a:pt x="4982478" y="1071722"/>
                  </a:lnTo>
                  <a:lnTo>
                    <a:pt x="4982604" y="1071722"/>
                  </a:lnTo>
                  <a:lnTo>
                    <a:pt x="4982730" y="1071722"/>
                  </a:lnTo>
                  <a:lnTo>
                    <a:pt x="4982856" y="1071722"/>
                  </a:lnTo>
                  <a:lnTo>
                    <a:pt x="4982982" y="1071722"/>
                  </a:lnTo>
                  <a:lnTo>
                    <a:pt x="4983108" y="1071722"/>
                  </a:lnTo>
                  <a:lnTo>
                    <a:pt x="4983234" y="1071722"/>
                  </a:lnTo>
                  <a:lnTo>
                    <a:pt x="4983360" y="1071722"/>
                  </a:lnTo>
                  <a:lnTo>
                    <a:pt x="4983486" y="1071722"/>
                  </a:lnTo>
                  <a:lnTo>
                    <a:pt x="4983613" y="1071722"/>
                  </a:lnTo>
                  <a:lnTo>
                    <a:pt x="4983739" y="1071722"/>
                  </a:lnTo>
                  <a:lnTo>
                    <a:pt x="4983865" y="1071722"/>
                  </a:lnTo>
                  <a:lnTo>
                    <a:pt x="4983991" y="1071722"/>
                  </a:lnTo>
                  <a:lnTo>
                    <a:pt x="4984117" y="1071722"/>
                  </a:lnTo>
                  <a:lnTo>
                    <a:pt x="4984243" y="1071722"/>
                  </a:lnTo>
                  <a:lnTo>
                    <a:pt x="4984369" y="1071722"/>
                  </a:lnTo>
                  <a:lnTo>
                    <a:pt x="4984495" y="1071722"/>
                  </a:lnTo>
                  <a:lnTo>
                    <a:pt x="4984621" y="1071722"/>
                  </a:lnTo>
                  <a:lnTo>
                    <a:pt x="4984747" y="1071722"/>
                  </a:lnTo>
                  <a:lnTo>
                    <a:pt x="4984873" y="1071722"/>
                  </a:lnTo>
                  <a:lnTo>
                    <a:pt x="4985000" y="1071722"/>
                  </a:lnTo>
                  <a:lnTo>
                    <a:pt x="4985126" y="1071722"/>
                  </a:lnTo>
                  <a:lnTo>
                    <a:pt x="4985252" y="1071722"/>
                  </a:lnTo>
                  <a:lnTo>
                    <a:pt x="4985378" y="1071722"/>
                  </a:lnTo>
                  <a:lnTo>
                    <a:pt x="4985504" y="1071722"/>
                  </a:lnTo>
                  <a:lnTo>
                    <a:pt x="4985630" y="1071722"/>
                  </a:lnTo>
                  <a:lnTo>
                    <a:pt x="4985756" y="1071722"/>
                  </a:lnTo>
                  <a:lnTo>
                    <a:pt x="4985756" y="1066443"/>
                  </a:lnTo>
                  <a:lnTo>
                    <a:pt x="4985882" y="1066443"/>
                  </a:lnTo>
                  <a:lnTo>
                    <a:pt x="4986008" y="1066443"/>
                  </a:lnTo>
                  <a:lnTo>
                    <a:pt x="4986134" y="1066443"/>
                  </a:lnTo>
                  <a:lnTo>
                    <a:pt x="4986260" y="1066443"/>
                  </a:lnTo>
                  <a:lnTo>
                    <a:pt x="4986386" y="1066443"/>
                  </a:lnTo>
                  <a:lnTo>
                    <a:pt x="4986513" y="1066443"/>
                  </a:lnTo>
                  <a:lnTo>
                    <a:pt x="4986639" y="1066443"/>
                  </a:lnTo>
                  <a:lnTo>
                    <a:pt x="4986765" y="1066443"/>
                  </a:lnTo>
                  <a:lnTo>
                    <a:pt x="4986891" y="1066443"/>
                  </a:lnTo>
                  <a:lnTo>
                    <a:pt x="4987017" y="1066443"/>
                  </a:lnTo>
                  <a:lnTo>
                    <a:pt x="4987143" y="1066443"/>
                  </a:lnTo>
                  <a:lnTo>
                    <a:pt x="4987269" y="1066443"/>
                  </a:lnTo>
                  <a:lnTo>
                    <a:pt x="4987395" y="1066443"/>
                  </a:lnTo>
                  <a:lnTo>
                    <a:pt x="4987521" y="1066443"/>
                  </a:lnTo>
                  <a:lnTo>
                    <a:pt x="4987647" y="1066443"/>
                  </a:lnTo>
                  <a:lnTo>
                    <a:pt x="4987773" y="1066443"/>
                  </a:lnTo>
                  <a:lnTo>
                    <a:pt x="4987900" y="1066443"/>
                  </a:lnTo>
                  <a:lnTo>
                    <a:pt x="4988026" y="1066443"/>
                  </a:lnTo>
                  <a:lnTo>
                    <a:pt x="4988152" y="1066443"/>
                  </a:lnTo>
                  <a:lnTo>
                    <a:pt x="4988278" y="1066443"/>
                  </a:lnTo>
                  <a:lnTo>
                    <a:pt x="4988404" y="1066443"/>
                  </a:lnTo>
                  <a:lnTo>
                    <a:pt x="4988530" y="1066443"/>
                  </a:lnTo>
                  <a:lnTo>
                    <a:pt x="4988656" y="1066443"/>
                  </a:lnTo>
                  <a:lnTo>
                    <a:pt x="4988782" y="1066443"/>
                  </a:lnTo>
                  <a:lnTo>
                    <a:pt x="4988908" y="1066443"/>
                  </a:lnTo>
                  <a:lnTo>
                    <a:pt x="4989034" y="1066443"/>
                  </a:lnTo>
                  <a:lnTo>
                    <a:pt x="4989160" y="1066443"/>
                  </a:lnTo>
                  <a:lnTo>
                    <a:pt x="4989287" y="1066443"/>
                  </a:lnTo>
                  <a:lnTo>
                    <a:pt x="4989413" y="1066443"/>
                  </a:lnTo>
                  <a:lnTo>
                    <a:pt x="4989539" y="1066443"/>
                  </a:lnTo>
                  <a:lnTo>
                    <a:pt x="4989665" y="1066443"/>
                  </a:lnTo>
                  <a:lnTo>
                    <a:pt x="4989791" y="1066443"/>
                  </a:lnTo>
                  <a:lnTo>
                    <a:pt x="4989917" y="1066443"/>
                  </a:lnTo>
                  <a:lnTo>
                    <a:pt x="4990043" y="1066443"/>
                  </a:lnTo>
                  <a:lnTo>
                    <a:pt x="4990169" y="1066443"/>
                  </a:lnTo>
                  <a:lnTo>
                    <a:pt x="4990295" y="1066443"/>
                  </a:lnTo>
                  <a:lnTo>
                    <a:pt x="4990421" y="1066443"/>
                  </a:lnTo>
                  <a:lnTo>
                    <a:pt x="4990547" y="1066443"/>
                  </a:lnTo>
                  <a:lnTo>
                    <a:pt x="4990673" y="1066443"/>
                  </a:lnTo>
                  <a:lnTo>
                    <a:pt x="4990800" y="1066443"/>
                  </a:lnTo>
                  <a:lnTo>
                    <a:pt x="4990926" y="1066443"/>
                  </a:lnTo>
                  <a:lnTo>
                    <a:pt x="4991052" y="1066443"/>
                  </a:lnTo>
                  <a:lnTo>
                    <a:pt x="4991178" y="1066443"/>
                  </a:lnTo>
                  <a:lnTo>
                    <a:pt x="4991304" y="1066443"/>
                  </a:lnTo>
                  <a:lnTo>
                    <a:pt x="4991430" y="1066443"/>
                  </a:lnTo>
                  <a:lnTo>
                    <a:pt x="4991556" y="1066443"/>
                  </a:lnTo>
                  <a:lnTo>
                    <a:pt x="4991682" y="1066443"/>
                  </a:lnTo>
                  <a:lnTo>
                    <a:pt x="4991808" y="1066443"/>
                  </a:lnTo>
                  <a:lnTo>
                    <a:pt x="4991934" y="1066443"/>
                  </a:lnTo>
                  <a:lnTo>
                    <a:pt x="4992060" y="1066443"/>
                  </a:lnTo>
                  <a:lnTo>
                    <a:pt x="4992187" y="1066443"/>
                  </a:lnTo>
                  <a:lnTo>
                    <a:pt x="4992313" y="1066443"/>
                  </a:lnTo>
                  <a:lnTo>
                    <a:pt x="4992439" y="1066443"/>
                  </a:lnTo>
                  <a:lnTo>
                    <a:pt x="4992565" y="1066443"/>
                  </a:lnTo>
                  <a:lnTo>
                    <a:pt x="4992691" y="1066443"/>
                  </a:lnTo>
                  <a:lnTo>
                    <a:pt x="4992817" y="1066443"/>
                  </a:lnTo>
                  <a:lnTo>
                    <a:pt x="4992943" y="1066443"/>
                  </a:lnTo>
                  <a:lnTo>
                    <a:pt x="4993069" y="1066443"/>
                  </a:lnTo>
                  <a:lnTo>
                    <a:pt x="4993195" y="1066443"/>
                  </a:lnTo>
                  <a:lnTo>
                    <a:pt x="4993321" y="1066443"/>
                  </a:lnTo>
                  <a:lnTo>
                    <a:pt x="4993447" y="1066443"/>
                  </a:lnTo>
                  <a:lnTo>
                    <a:pt x="4993573" y="1066443"/>
                  </a:lnTo>
                  <a:lnTo>
                    <a:pt x="4993700" y="1066443"/>
                  </a:lnTo>
                  <a:lnTo>
                    <a:pt x="4993826" y="1066443"/>
                  </a:lnTo>
                  <a:lnTo>
                    <a:pt x="4993952" y="1066443"/>
                  </a:lnTo>
                  <a:lnTo>
                    <a:pt x="4994078" y="1066443"/>
                  </a:lnTo>
                  <a:lnTo>
                    <a:pt x="4994204" y="1066443"/>
                  </a:lnTo>
                  <a:lnTo>
                    <a:pt x="4994330" y="1066443"/>
                  </a:lnTo>
                  <a:lnTo>
                    <a:pt x="4994456" y="1066443"/>
                  </a:lnTo>
                  <a:lnTo>
                    <a:pt x="4994582" y="1066443"/>
                  </a:lnTo>
                  <a:lnTo>
                    <a:pt x="4994708" y="1066443"/>
                  </a:lnTo>
                  <a:lnTo>
                    <a:pt x="4994834" y="1066443"/>
                  </a:lnTo>
                  <a:lnTo>
                    <a:pt x="4994960" y="1066443"/>
                  </a:lnTo>
                  <a:lnTo>
                    <a:pt x="4995087" y="1066443"/>
                  </a:lnTo>
                  <a:lnTo>
                    <a:pt x="4995213" y="1066443"/>
                  </a:lnTo>
                  <a:lnTo>
                    <a:pt x="4995339" y="1066443"/>
                  </a:lnTo>
                  <a:lnTo>
                    <a:pt x="4995465" y="1066443"/>
                  </a:lnTo>
                  <a:lnTo>
                    <a:pt x="4995591" y="1066443"/>
                  </a:lnTo>
                  <a:lnTo>
                    <a:pt x="4995717" y="1066443"/>
                  </a:lnTo>
                  <a:lnTo>
                    <a:pt x="4995843" y="1066443"/>
                  </a:lnTo>
                  <a:lnTo>
                    <a:pt x="4995969" y="1066443"/>
                  </a:lnTo>
                  <a:lnTo>
                    <a:pt x="4996095" y="1066443"/>
                  </a:lnTo>
                  <a:lnTo>
                    <a:pt x="4996221" y="1066443"/>
                  </a:lnTo>
                  <a:lnTo>
                    <a:pt x="4996347" y="1066443"/>
                  </a:lnTo>
                  <a:lnTo>
                    <a:pt x="4996474" y="1066443"/>
                  </a:lnTo>
                  <a:lnTo>
                    <a:pt x="4996600" y="1066443"/>
                  </a:lnTo>
                  <a:lnTo>
                    <a:pt x="4996600" y="1061163"/>
                  </a:lnTo>
                  <a:lnTo>
                    <a:pt x="4996726" y="1061163"/>
                  </a:lnTo>
                  <a:lnTo>
                    <a:pt x="4996852" y="1061163"/>
                  </a:lnTo>
                  <a:lnTo>
                    <a:pt x="4996978" y="1061163"/>
                  </a:lnTo>
                  <a:lnTo>
                    <a:pt x="4997104" y="1061163"/>
                  </a:lnTo>
                  <a:lnTo>
                    <a:pt x="4997230" y="1061163"/>
                  </a:lnTo>
                  <a:lnTo>
                    <a:pt x="4997356" y="1061163"/>
                  </a:lnTo>
                  <a:lnTo>
                    <a:pt x="4997482" y="1061163"/>
                  </a:lnTo>
                  <a:lnTo>
                    <a:pt x="4997608" y="1061163"/>
                  </a:lnTo>
                  <a:lnTo>
                    <a:pt x="4997734" y="1061163"/>
                  </a:lnTo>
                  <a:lnTo>
                    <a:pt x="4997860" y="1061163"/>
                  </a:lnTo>
                  <a:lnTo>
                    <a:pt x="4997987" y="1061163"/>
                  </a:lnTo>
                  <a:lnTo>
                    <a:pt x="4998113" y="1061163"/>
                  </a:lnTo>
                  <a:lnTo>
                    <a:pt x="4998239" y="1061163"/>
                  </a:lnTo>
                  <a:lnTo>
                    <a:pt x="4998365" y="1061163"/>
                  </a:lnTo>
                  <a:lnTo>
                    <a:pt x="4998491" y="1061163"/>
                  </a:lnTo>
                  <a:lnTo>
                    <a:pt x="4998617" y="1061163"/>
                  </a:lnTo>
                  <a:lnTo>
                    <a:pt x="4998743" y="1061163"/>
                  </a:lnTo>
                  <a:lnTo>
                    <a:pt x="4998869" y="1061163"/>
                  </a:lnTo>
                  <a:lnTo>
                    <a:pt x="4998869" y="1055884"/>
                  </a:lnTo>
                  <a:lnTo>
                    <a:pt x="4998995" y="1055884"/>
                  </a:lnTo>
                  <a:lnTo>
                    <a:pt x="4999121" y="1055884"/>
                  </a:lnTo>
                  <a:lnTo>
                    <a:pt x="4999247" y="1055884"/>
                  </a:lnTo>
                  <a:lnTo>
                    <a:pt x="4999374" y="1055884"/>
                  </a:lnTo>
                  <a:lnTo>
                    <a:pt x="4999500" y="1055884"/>
                  </a:lnTo>
                  <a:lnTo>
                    <a:pt x="4999626" y="1055884"/>
                  </a:lnTo>
                  <a:lnTo>
                    <a:pt x="4999752" y="1055884"/>
                  </a:lnTo>
                  <a:lnTo>
                    <a:pt x="4999878" y="1055884"/>
                  </a:lnTo>
                  <a:lnTo>
                    <a:pt x="5000004" y="1055884"/>
                  </a:lnTo>
                  <a:lnTo>
                    <a:pt x="5000130" y="1055884"/>
                  </a:lnTo>
                  <a:lnTo>
                    <a:pt x="5000256" y="1055884"/>
                  </a:lnTo>
                  <a:lnTo>
                    <a:pt x="5000382" y="1055884"/>
                  </a:lnTo>
                  <a:lnTo>
                    <a:pt x="5000508" y="1055884"/>
                  </a:lnTo>
                  <a:lnTo>
                    <a:pt x="5000634" y="1055884"/>
                  </a:lnTo>
                  <a:lnTo>
                    <a:pt x="5000760" y="1055884"/>
                  </a:lnTo>
                  <a:lnTo>
                    <a:pt x="5000887" y="1055884"/>
                  </a:lnTo>
                  <a:lnTo>
                    <a:pt x="5001013" y="1055884"/>
                  </a:lnTo>
                  <a:lnTo>
                    <a:pt x="5001139" y="1055884"/>
                  </a:lnTo>
                  <a:lnTo>
                    <a:pt x="5001265" y="1055884"/>
                  </a:lnTo>
                  <a:lnTo>
                    <a:pt x="5001391" y="1055884"/>
                  </a:lnTo>
                  <a:lnTo>
                    <a:pt x="5001517" y="1055884"/>
                  </a:lnTo>
                  <a:lnTo>
                    <a:pt x="5001643" y="1055884"/>
                  </a:lnTo>
                  <a:lnTo>
                    <a:pt x="5001769" y="1055884"/>
                  </a:lnTo>
                  <a:lnTo>
                    <a:pt x="5001895" y="1055884"/>
                  </a:lnTo>
                  <a:lnTo>
                    <a:pt x="5002021" y="1055884"/>
                  </a:lnTo>
                  <a:lnTo>
                    <a:pt x="5002147" y="1055884"/>
                  </a:lnTo>
                  <a:lnTo>
                    <a:pt x="5002274" y="1055884"/>
                  </a:lnTo>
                  <a:lnTo>
                    <a:pt x="5002400" y="1055884"/>
                  </a:lnTo>
                  <a:lnTo>
                    <a:pt x="5002526" y="1055884"/>
                  </a:lnTo>
                  <a:lnTo>
                    <a:pt x="5002652" y="1055884"/>
                  </a:lnTo>
                  <a:lnTo>
                    <a:pt x="5002778" y="1055884"/>
                  </a:lnTo>
                  <a:lnTo>
                    <a:pt x="5002904" y="1055884"/>
                  </a:lnTo>
                  <a:lnTo>
                    <a:pt x="5003030" y="1055884"/>
                  </a:lnTo>
                  <a:lnTo>
                    <a:pt x="5003156" y="1055884"/>
                  </a:lnTo>
                  <a:lnTo>
                    <a:pt x="5003282" y="1055884"/>
                  </a:lnTo>
                  <a:lnTo>
                    <a:pt x="5003408" y="1055884"/>
                  </a:lnTo>
                  <a:lnTo>
                    <a:pt x="5003534" y="1055884"/>
                  </a:lnTo>
                  <a:lnTo>
                    <a:pt x="5003661" y="1055884"/>
                  </a:lnTo>
                  <a:lnTo>
                    <a:pt x="5003787" y="1055884"/>
                  </a:lnTo>
                  <a:lnTo>
                    <a:pt x="5003913" y="1055884"/>
                  </a:lnTo>
                  <a:lnTo>
                    <a:pt x="5004039" y="1055884"/>
                  </a:lnTo>
                  <a:lnTo>
                    <a:pt x="5004165" y="1055884"/>
                  </a:lnTo>
                  <a:lnTo>
                    <a:pt x="5004291" y="1055884"/>
                  </a:lnTo>
                  <a:lnTo>
                    <a:pt x="5004417" y="1055884"/>
                  </a:lnTo>
                  <a:lnTo>
                    <a:pt x="5004543" y="1055884"/>
                  </a:lnTo>
                  <a:lnTo>
                    <a:pt x="5004669" y="1055884"/>
                  </a:lnTo>
                  <a:lnTo>
                    <a:pt x="5004795" y="1055884"/>
                  </a:lnTo>
                  <a:lnTo>
                    <a:pt x="5004921" y="1055884"/>
                  </a:lnTo>
                  <a:lnTo>
                    <a:pt x="5005047" y="1055884"/>
                  </a:lnTo>
                  <a:lnTo>
                    <a:pt x="5005174" y="1055884"/>
                  </a:lnTo>
                  <a:lnTo>
                    <a:pt x="5005300" y="1055884"/>
                  </a:lnTo>
                  <a:lnTo>
                    <a:pt x="5005426" y="1055884"/>
                  </a:lnTo>
                  <a:lnTo>
                    <a:pt x="5005552" y="1055884"/>
                  </a:lnTo>
                  <a:lnTo>
                    <a:pt x="5005678" y="1055884"/>
                  </a:lnTo>
                  <a:lnTo>
                    <a:pt x="5005804" y="1055884"/>
                  </a:lnTo>
                  <a:lnTo>
                    <a:pt x="5005930" y="1055884"/>
                  </a:lnTo>
                  <a:lnTo>
                    <a:pt x="5006056" y="1055884"/>
                  </a:lnTo>
                  <a:lnTo>
                    <a:pt x="5006182" y="1055884"/>
                  </a:lnTo>
                  <a:lnTo>
                    <a:pt x="5006308" y="1055884"/>
                  </a:lnTo>
                  <a:lnTo>
                    <a:pt x="5006434" y="1055884"/>
                  </a:lnTo>
                  <a:lnTo>
                    <a:pt x="5006561" y="1055884"/>
                  </a:lnTo>
                  <a:lnTo>
                    <a:pt x="5006687" y="1055884"/>
                  </a:lnTo>
                  <a:lnTo>
                    <a:pt x="5006813" y="1055884"/>
                  </a:lnTo>
                  <a:lnTo>
                    <a:pt x="5006939" y="1055884"/>
                  </a:lnTo>
                  <a:lnTo>
                    <a:pt x="5007065" y="1055884"/>
                  </a:lnTo>
                  <a:lnTo>
                    <a:pt x="5007191" y="1055884"/>
                  </a:lnTo>
                  <a:lnTo>
                    <a:pt x="5007317" y="1055884"/>
                  </a:lnTo>
                  <a:lnTo>
                    <a:pt x="5007443" y="1055884"/>
                  </a:lnTo>
                  <a:lnTo>
                    <a:pt x="5007569" y="1055884"/>
                  </a:lnTo>
                  <a:lnTo>
                    <a:pt x="5007695" y="1055884"/>
                  </a:lnTo>
                  <a:lnTo>
                    <a:pt x="5007821" y="1055884"/>
                  </a:lnTo>
                  <a:lnTo>
                    <a:pt x="5007947" y="1055884"/>
                  </a:lnTo>
                  <a:lnTo>
                    <a:pt x="5008074" y="1055884"/>
                  </a:lnTo>
                  <a:lnTo>
                    <a:pt x="5008200" y="1055884"/>
                  </a:lnTo>
                  <a:lnTo>
                    <a:pt x="5008326" y="1055884"/>
                  </a:lnTo>
                  <a:lnTo>
                    <a:pt x="5008452" y="1055884"/>
                  </a:lnTo>
                  <a:lnTo>
                    <a:pt x="5008578" y="1055884"/>
                  </a:lnTo>
                  <a:lnTo>
                    <a:pt x="5008704" y="1055884"/>
                  </a:lnTo>
                  <a:lnTo>
                    <a:pt x="5008830" y="1055884"/>
                  </a:lnTo>
                  <a:lnTo>
                    <a:pt x="5008956" y="1055884"/>
                  </a:lnTo>
                  <a:lnTo>
                    <a:pt x="5009082" y="1055884"/>
                  </a:lnTo>
                  <a:lnTo>
                    <a:pt x="5009208" y="1055884"/>
                  </a:lnTo>
                  <a:lnTo>
                    <a:pt x="5009334" y="1055884"/>
                  </a:lnTo>
                  <a:lnTo>
                    <a:pt x="5009461" y="1055884"/>
                  </a:lnTo>
                  <a:lnTo>
                    <a:pt x="5009587" y="1055884"/>
                  </a:lnTo>
                  <a:lnTo>
                    <a:pt x="5009713" y="1055884"/>
                  </a:lnTo>
                  <a:lnTo>
                    <a:pt x="5009713" y="1050604"/>
                  </a:lnTo>
                  <a:lnTo>
                    <a:pt x="5009839" y="1050604"/>
                  </a:lnTo>
                  <a:lnTo>
                    <a:pt x="5009965" y="1050604"/>
                  </a:lnTo>
                  <a:lnTo>
                    <a:pt x="5010091" y="1050604"/>
                  </a:lnTo>
                  <a:lnTo>
                    <a:pt x="5010217" y="1050604"/>
                  </a:lnTo>
                  <a:lnTo>
                    <a:pt x="5010343" y="1050604"/>
                  </a:lnTo>
                  <a:lnTo>
                    <a:pt x="5010469" y="1050604"/>
                  </a:lnTo>
                  <a:lnTo>
                    <a:pt x="5010595" y="1050604"/>
                  </a:lnTo>
                  <a:lnTo>
                    <a:pt x="5010721" y="1050604"/>
                  </a:lnTo>
                  <a:lnTo>
                    <a:pt x="5010847" y="1050604"/>
                  </a:lnTo>
                  <a:lnTo>
                    <a:pt x="5010974" y="1050604"/>
                  </a:lnTo>
                  <a:lnTo>
                    <a:pt x="5011100" y="1050604"/>
                  </a:lnTo>
                  <a:lnTo>
                    <a:pt x="5011226" y="1050604"/>
                  </a:lnTo>
                  <a:lnTo>
                    <a:pt x="5011352" y="1050604"/>
                  </a:lnTo>
                  <a:lnTo>
                    <a:pt x="5011478" y="1050604"/>
                  </a:lnTo>
                  <a:lnTo>
                    <a:pt x="5011604" y="1050604"/>
                  </a:lnTo>
                  <a:lnTo>
                    <a:pt x="5011730" y="1050604"/>
                  </a:lnTo>
                  <a:lnTo>
                    <a:pt x="5011856" y="1050604"/>
                  </a:lnTo>
                  <a:lnTo>
                    <a:pt x="5011982" y="1050604"/>
                  </a:lnTo>
                  <a:lnTo>
                    <a:pt x="5012108" y="1050604"/>
                  </a:lnTo>
                  <a:lnTo>
                    <a:pt x="5012108" y="1045325"/>
                  </a:lnTo>
                  <a:lnTo>
                    <a:pt x="5012234" y="1045325"/>
                  </a:lnTo>
                  <a:lnTo>
                    <a:pt x="5012361" y="1045325"/>
                  </a:lnTo>
                  <a:lnTo>
                    <a:pt x="5012487" y="1045325"/>
                  </a:lnTo>
                  <a:lnTo>
                    <a:pt x="5012613" y="1045325"/>
                  </a:lnTo>
                  <a:lnTo>
                    <a:pt x="5012739" y="1045325"/>
                  </a:lnTo>
                  <a:lnTo>
                    <a:pt x="5012865" y="1045325"/>
                  </a:lnTo>
                  <a:lnTo>
                    <a:pt x="5012991" y="1045325"/>
                  </a:lnTo>
                  <a:lnTo>
                    <a:pt x="5013117" y="1045325"/>
                  </a:lnTo>
                  <a:lnTo>
                    <a:pt x="5013243" y="1045325"/>
                  </a:lnTo>
                  <a:lnTo>
                    <a:pt x="5013369" y="1045325"/>
                  </a:lnTo>
                  <a:lnTo>
                    <a:pt x="5013495" y="1045325"/>
                  </a:lnTo>
                  <a:lnTo>
                    <a:pt x="5013621" y="1045325"/>
                  </a:lnTo>
                  <a:lnTo>
                    <a:pt x="5013748" y="1045325"/>
                  </a:lnTo>
                  <a:lnTo>
                    <a:pt x="5013874" y="1045325"/>
                  </a:lnTo>
                  <a:lnTo>
                    <a:pt x="5014000" y="1045325"/>
                  </a:lnTo>
                  <a:lnTo>
                    <a:pt x="5014000" y="1040046"/>
                  </a:lnTo>
                  <a:lnTo>
                    <a:pt x="5014126" y="1040046"/>
                  </a:lnTo>
                  <a:lnTo>
                    <a:pt x="5014252" y="1040046"/>
                  </a:lnTo>
                  <a:lnTo>
                    <a:pt x="5014378" y="1040046"/>
                  </a:lnTo>
                  <a:lnTo>
                    <a:pt x="5014504" y="1040046"/>
                  </a:lnTo>
                  <a:lnTo>
                    <a:pt x="5014630" y="1040046"/>
                  </a:lnTo>
                  <a:lnTo>
                    <a:pt x="5014630" y="1034766"/>
                  </a:lnTo>
                  <a:lnTo>
                    <a:pt x="5014756" y="1034766"/>
                  </a:lnTo>
                  <a:lnTo>
                    <a:pt x="5014882" y="1034766"/>
                  </a:lnTo>
                  <a:lnTo>
                    <a:pt x="5015008" y="1034766"/>
                  </a:lnTo>
                  <a:lnTo>
                    <a:pt x="5015134" y="1034766"/>
                  </a:lnTo>
                  <a:lnTo>
                    <a:pt x="5015261" y="1034766"/>
                  </a:lnTo>
                  <a:lnTo>
                    <a:pt x="5015387" y="1034766"/>
                  </a:lnTo>
                  <a:lnTo>
                    <a:pt x="5015513" y="1034766"/>
                  </a:lnTo>
                  <a:lnTo>
                    <a:pt x="5015639" y="1034766"/>
                  </a:lnTo>
                  <a:lnTo>
                    <a:pt x="5015765" y="1034766"/>
                  </a:lnTo>
                  <a:lnTo>
                    <a:pt x="5015891" y="1034766"/>
                  </a:lnTo>
                  <a:lnTo>
                    <a:pt x="5016017" y="1034766"/>
                  </a:lnTo>
                  <a:lnTo>
                    <a:pt x="5016143" y="1034766"/>
                  </a:lnTo>
                  <a:lnTo>
                    <a:pt x="5016269" y="1034766"/>
                  </a:lnTo>
                  <a:lnTo>
                    <a:pt x="5016395" y="1034766"/>
                  </a:lnTo>
                  <a:lnTo>
                    <a:pt x="5016521" y="1034766"/>
                  </a:lnTo>
                  <a:lnTo>
                    <a:pt x="5016648" y="1034766"/>
                  </a:lnTo>
                  <a:lnTo>
                    <a:pt x="5016774" y="1034766"/>
                  </a:lnTo>
                  <a:lnTo>
                    <a:pt x="5016900" y="1034766"/>
                  </a:lnTo>
                  <a:lnTo>
                    <a:pt x="5017026" y="1034766"/>
                  </a:lnTo>
                  <a:lnTo>
                    <a:pt x="5017152" y="1034766"/>
                  </a:lnTo>
                  <a:lnTo>
                    <a:pt x="5017278" y="1034766"/>
                  </a:lnTo>
                  <a:lnTo>
                    <a:pt x="5017404" y="1034766"/>
                  </a:lnTo>
                  <a:lnTo>
                    <a:pt x="5017530" y="1034766"/>
                  </a:lnTo>
                  <a:lnTo>
                    <a:pt x="5017656" y="1034766"/>
                  </a:lnTo>
                  <a:lnTo>
                    <a:pt x="5017782" y="1034766"/>
                  </a:lnTo>
                  <a:lnTo>
                    <a:pt x="5017908" y="1034766"/>
                  </a:lnTo>
                  <a:lnTo>
                    <a:pt x="5018034" y="1034766"/>
                  </a:lnTo>
                  <a:lnTo>
                    <a:pt x="5018161" y="1034766"/>
                  </a:lnTo>
                  <a:lnTo>
                    <a:pt x="5018287" y="1034766"/>
                  </a:lnTo>
                  <a:lnTo>
                    <a:pt x="5018413" y="1034766"/>
                  </a:lnTo>
                  <a:lnTo>
                    <a:pt x="5018539" y="1034766"/>
                  </a:lnTo>
                  <a:lnTo>
                    <a:pt x="5018665" y="1034766"/>
                  </a:lnTo>
                  <a:lnTo>
                    <a:pt x="5018791" y="1034766"/>
                  </a:lnTo>
                  <a:lnTo>
                    <a:pt x="5018917" y="1034766"/>
                  </a:lnTo>
                  <a:lnTo>
                    <a:pt x="5019043" y="1034766"/>
                  </a:lnTo>
                  <a:lnTo>
                    <a:pt x="5019169" y="1034766"/>
                  </a:lnTo>
                  <a:lnTo>
                    <a:pt x="5019295" y="1034766"/>
                  </a:lnTo>
                  <a:lnTo>
                    <a:pt x="5019421" y="1034766"/>
                  </a:lnTo>
                  <a:lnTo>
                    <a:pt x="5019548" y="1034766"/>
                  </a:lnTo>
                  <a:lnTo>
                    <a:pt x="5019674" y="1034766"/>
                  </a:lnTo>
                  <a:lnTo>
                    <a:pt x="5019800" y="1034766"/>
                  </a:lnTo>
                  <a:lnTo>
                    <a:pt x="5019926" y="1034766"/>
                  </a:lnTo>
                  <a:lnTo>
                    <a:pt x="5020052" y="1034766"/>
                  </a:lnTo>
                  <a:lnTo>
                    <a:pt x="5020178" y="1034766"/>
                  </a:lnTo>
                  <a:lnTo>
                    <a:pt x="5020304" y="1034766"/>
                  </a:lnTo>
                  <a:lnTo>
                    <a:pt x="5020430" y="1034766"/>
                  </a:lnTo>
                  <a:lnTo>
                    <a:pt x="5020556" y="1034766"/>
                  </a:lnTo>
                  <a:lnTo>
                    <a:pt x="5020682" y="1034766"/>
                  </a:lnTo>
                  <a:lnTo>
                    <a:pt x="5020808" y="1034766"/>
                  </a:lnTo>
                  <a:lnTo>
                    <a:pt x="5020935" y="1034766"/>
                  </a:lnTo>
                  <a:lnTo>
                    <a:pt x="5021061" y="1034766"/>
                  </a:lnTo>
                  <a:lnTo>
                    <a:pt x="5021187" y="1034766"/>
                  </a:lnTo>
                  <a:lnTo>
                    <a:pt x="5021313" y="1034766"/>
                  </a:lnTo>
                  <a:lnTo>
                    <a:pt x="5021439" y="1034766"/>
                  </a:lnTo>
                  <a:lnTo>
                    <a:pt x="5021565" y="1034766"/>
                  </a:lnTo>
                  <a:lnTo>
                    <a:pt x="5021691" y="1034766"/>
                  </a:lnTo>
                  <a:lnTo>
                    <a:pt x="5021817" y="1034766"/>
                  </a:lnTo>
                  <a:lnTo>
                    <a:pt x="5021943" y="1034766"/>
                  </a:lnTo>
                  <a:lnTo>
                    <a:pt x="5022069" y="1034766"/>
                  </a:lnTo>
                  <a:lnTo>
                    <a:pt x="5022195" y="1034766"/>
                  </a:lnTo>
                  <a:lnTo>
                    <a:pt x="5022321" y="1034766"/>
                  </a:lnTo>
                  <a:lnTo>
                    <a:pt x="5022448" y="1034766"/>
                  </a:lnTo>
                  <a:lnTo>
                    <a:pt x="5022574" y="1034766"/>
                  </a:lnTo>
                  <a:lnTo>
                    <a:pt x="5022700" y="1034766"/>
                  </a:lnTo>
                  <a:lnTo>
                    <a:pt x="5022826" y="1034766"/>
                  </a:lnTo>
                  <a:lnTo>
                    <a:pt x="5022952" y="1034766"/>
                  </a:lnTo>
                  <a:lnTo>
                    <a:pt x="5023078" y="1034766"/>
                  </a:lnTo>
                  <a:lnTo>
                    <a:pt x="5023204" y="1034766"/>
                  </a:lnTo>
                  <a:lnTo>
                    <a:pt x="5023330" y="1034766"/>
                  </a:lnTo>
                  <a:lnTo>
                    <a:pt x="5023456" y="1034766"/>
                  </a:lnTo>
                  <a:lnTo>
                    <a:pt x="5023582" y="1034766"/>
                  </a:lnTo>
                  <a:lnTo>
                    <a:pt x="5023708" y="1034766"/>
                  </a:lnTo>
                  <a:lnTo>
                    <a:pt x="5023835" y="1034766"/>
                  </a:lnTo>
                  <a:lnTo>
                    <a:pt x="5023961" y="1034766"/>
                  </a:lnTo>
                  <a:lnTo>
                    <a:pt x="5024087" y="1034766"/>
                  </a:lnTo>
                  <a:lnTo>
                    <a:pt x="5024213" y="1034766"/>
                  </a:lnTo>
                  <a:lnTo>
                    <a:pt x="5024339" y="1034766"/>
                  </a:lnTo>
                  <a:lnTo>
                    <a:pt x="5024465" y="1034766"/>
                  </a:lnTo>
                  <a:lnTo>
                    <a:pt x="5024591" y="1034766"/>
                  </a:lnTo>
                  <a:lnTo>
                    <a:pt x="5024717" y="1034766"/>
                  </a:lnTo>
                  <a:lnTo>
                    <a:pt x="5024843" y="1034766"/>
                  </a:lnTo>
                  <a:lnTo>
                    <a:pt x="5024969" y="1034766"/>
                  </a:lnTo>
                  <a:lnTo>
                    <a:pt x="5025095" y="1034766"/>
                  </a:lnTo>
                  <a:lnTo>
                    <a:pt x="5025221" y="1034766"/>
                  </a:lnTo>
                  <a:lnTo>
                    <a:pt x="5025348" y="1034766"/>
                  </a:lnTo>
                  <a:lnTo>
                    <a:pt x="5025474" y="1034766"/>
                  </a:lnTo>
                  <a:lnTo>
                    <a:pt x="5025600" y="1034766"/>
                  </a:lnTo>
                  <a:lnTo>
                    <a:pt x="5025726" y="1034766"/>
                  </a:lnTo>
                  <a:lnTo>
                    <a:pt x="5025852" y="1034766"/>
                  </a:lnTo>
                  <a:lnTo>
                    <a:pt x="5025978" y="1034766"/>
                  </a:lnTo>
                  <a:lnTo>
                    <a:pt x="5026104" y="1034766"/>
                  </a:lnTo>
                  <a:lnTo>
                    <a:pt x="5026230" y="1034766"/>
                  </a:lnTo>
                  <a:lnTo>
                    <a:pt x="5026356" y="1034766"/>
                  </a:lnTo>
                  <a:lnTo>
                    <a:pt x="5026482" y="1034766"/>
                  </a:lnTo>
                  <a:lnTo>
                    <a:pt x="5026608" y="1034766"/>
                  </a:lnTo>
                  <a:lnTo>
                    <a:pt x="5026735" y="1034766"/>
                  </a:lnTo>
                  <a:lnTo>
                    <a:pt x="5026861" y="1034766"/>
                  </a:lnTo>
                  <a:lnTo>
                    <a:pt x="5026987" y="1034766"/>
                  </a:lnTo>
                  <a:lnTo>
                    <a:pt x="5027113" y="1034766"/>
                  </a:lnTo>
                  <a:lnTo>
                    <a:pt x="5027239" y="1034766"/>
                  </a:lnTo>
                  <a:lnTo>
                    <a:pt x="5027365" y="1034766"/>
                  </a:lnTo>
                  <a:lnTo>
                    <a:pt x="5027491" y="1034766"/>
                  </a:lnTo>
                  <a:lnTo>
                    <a:pt x="5027617" y="1034766"/>
                  </a:lnTo>
                  <a:lnTo>
                    <a:pt x="5027743" y="1034766"/>
                  </a:lnTo>
                  <a:lnTo>
                    <a:pt x="5027869" y="1034766"/>
                  </a:lnTo>
                  <a:lnTo>
                    <a:pt x="5027995" y="1034766"/>
                  </a:lnTo>
                  <a:lnTo>
                    <a:pt x="5028121" y="1034766"/>
                  </a:lnTo>
                  <a:lnTo>
                    <a:pt x="5028248" y="1034766"/>
                  </a:lnTo>
                  <a:lnTo>
                    <a:pt x="5028374" y="1034766"/>
                  </a:lnTo>
                  <a:lnTo>
                    <a:pt x="5028500" y="1034766"/>
                  </a:lnTo>
                  <a:lnTo>
                    <a:pt x="5028626" y="1034766"/>
                  </a:lnTo>
                  <a:lnTo>
                    <a:pt x="5028752" y="1034766"/>
                  </a:lnTo>
                  <a:lnTo>
                    <a:pt x="5028878" y="1034766"/>
                  </a:lnTo>
                  <a:lnTo>
                    <a:pt x="5029004" y="1034766"/>
                  </a:lnTo>
                  <a:lnTo>
                    <a:pt x="5029130" y="1034766"/>
                  </a:lnTo>
                  <a:lnTo>
                    <a:pt x="5029256" y="1034766"/>
                  </a:lnTo>
                  <a:lnTo>
                    <a:pt x="5029382" y="1034766"/>
                  </a:lnTo>
                  <a:lnTo>
                    <a:pt x="5029508" y="1034766"/>
                  </a:lnTo>
                  <a:lnTo>
                    <a:pt x="5029635" y="1034766"/>
                  </a:lnTo>
                  <a:lnTo>
                    <a:pt x="5029761" y="1034766"/>
                  </a:lnTo>
                  <a:lnTo>
                    <a:pt x="5029887" y="1034766"/>
                  </a:lnTo>
                  <a:lnTo>
                    <a:pt x="5030013" y="1034766"/>
                  </a:lnTo>
                  <a:lnTo>
                    <a:pt x="5030139" y="1034766"/>
                  </a:lnTo>
                  <a:lnTo>
                    <a:pt x="5030265" y="1034766"/>
                  </a:lnTo>
                  <a:lnTo>
                    <a:pt x="5030391" y="1034766"/>
                  </a:lnTo>
                  <a:lnTo>
                    <a:pt x="5030517" y="1034766"/>
                  </a:lnTo>
                  <a:lnTo>
                    <a:pt x="5030643" y="1034766"/>
                  </a:lnTo>
                  <a:lnTo>
                    <a:pt x="5030769" y="1034766"/>
                  </a:lnTo>
                  <a:lnTo>
                    <a:pt x="5030895" y="1034766"/>
                  </a:lnTo>
                  <a:lnTo>
                    <a:pt x="5031022" y="1034766"/>
                  </a:lnTo>
                  <a:lnTo>
                    <a:pt x="5031148" y="1034766"/>
                  </a:lnTo>
                  <a:lnTo>
                    <a:pt x="5031274" y="1034766"/>
                  </a:lnTo>
                  <a:lnTo>
                    <a:pt x="5031400" y="1034766"/>
                  </a:lnTo>
                  <a:lnTo>
                    <a:pt x="5031526" y="1034766"/>
                  </a:lnTo>
                  <a:lnTo>
                    <a:pt x="5031652" y="1034766"/>
                  </a:lnTo>
                  <a:lnTo>
                    <a:pt x="5031778" y="1034766"/>
                  </a:lnTo>
                  <a:lnTo>
                    <a:pt x="5031904" y="1034766"/>
                  </a:lnTo>
                  <a:lnTo>
                    <a:pt x="5032030" y="1034766"/>
                  </a:lnTo>
                  <a:lnTo>
                    <a:pt x="5032156" y="1034766"/>
                  </a:lnTo>
                  <a:lnTo>
                    <a:pt x="5032282" y="1034766"/>
                  </a:lnTo>
                  <a:lnTo>
                    <a:pt x="5032408" y="1034766"/>
                  </a:lnTo>
                  <a:lnTo>
                    <a:pt x="5032535" y="1034766"/>
                  </a:lnTo>
                  <a:lnTo>
                    <a:pt x="5032661" y="1034766"/>
                  </a:lnTo>
                  <a:lnTo>
                    <a:pt x="5032787" y="1034766"/>
                  </a:lnTo>
                  <a:lnTo>
                    <a:pt x="5032787" y="1029487"/>
                  </a:lnTo>
                  <a:lnTo>
                    <a:pt x="5032913" y="1029487"/>
                  </a:lnTo>
                  <a:lnTo>
                    <a:pt x="5033039" y="1029487"/>
                  </a:lnTo>
                  <a:lnTo>
                    <a:pt x="5033165" y="1029487"/>
                  </a:lnTo>
                  <a:lnTo>
                    <a:pt x="5033291" y="1029487"/>
                  </a:lnTo>
                  <a:lnTo>
                    <a:pt x="5033417" y="1029487"/>
                  </a:lnTo>
                  <a:lnTo>
                    <a:pt x="5033543" y="1029487"/>
                  </a:lnTo>
                  <a:lnTo>
                    <a:pt x="5033669" y="1029487"/>
                  </a:lnTo>
                  <a:lnTo>
                    <a:pt x="5033795" y="1029487"/>
                  </a:lnTo>
                  <a:lnTo>
                    <a:pt x="5033922" y="1029487"/>
                  </a:lnTo>
                  <a:lnTo>
                    <a:pt x="5034048" y="1029487"/>
                  </a:lnTo>
                  <a:lnTo>
                    <a:pt x="5034174" y="1029487"/>
                  </a:lnTo>
                  <a:lnTo>
                    <a:pt x="5034300" y="1029487"/>
                  </a:lnTo>
                  <a:lnTo>
                    <a:pt x="5034426" y="1029487"/>
                  </a:lnTo>
                  <a:lnTo>
                    <a:pt x="5034552" y="1029487"/>
                  </a:lnTo>
                  <a:lnTo>
                    <a:pt x="5034678" y="1029487"/>
                  </a:lnTo>
                  <a:lnTo>
                    <a:pt x="5034804" y="1029487"/>
                  </a:lnTo>
                  <a:lnTo>
                    <a:pt x="5034930" y="1029487"/>
                  </a:lnTo>
                  <a:lnTo>
                    <a:pt x="5035056" y="1029487"/>
                  </a:lnTo>
                  <a:lnTo>
                    <a:pt x="5035182" y="1029487"/>
                  </a:lnTo>
                  <a:lnTo>
                    <a:pt x="5035308" y="1029487"/>
                  </a:lnTo>
                  <a:lnTo>
                    <a:pt x="5035435" y="1029487"/>
                  </a:lnTo>
                  <a:lnTo>
                    <a:pt x="5035561" y="1029487"/>
                  </a:lnTo>
                  <a:lnTo>
                    <a:pt x="5035687" y="1029487"/>
                  </a:lnTo>
                  <a:lnTo>
                    <a:pt x="5035813" y="1029487"/>
                  </a:lnTo>
                  <a:lnTo>
                    <a:pt x="5035939" y="1029487"/>
                  </a:lnTo>
                  <a:lnTo>
                    <a:pt x="5036065" y="1029487"/>
                  </a:lnTo>
                  <a:lnTo>
                    <a:pt x="5036191" y="1029487"/>
                  </a:lnTo>
                  <a:lnTo>
                    <a:pt x="5036317" y="1029487"/>
                  </a:lnTo>
                  <a:lnTo>
                    <a:pt x="5036443" y="1029487"/>
                  </a:lnTo>
                  <a:lnTo>
                    <a:pt x="5036569" y="1029487"/>
                  </a:lnTo>
                  <a:lnTo>
                    <a:pt x="5036695" y="1029487"/>
                  </a:lnTo>
                  <a:lnTo>
                    <a:pt x="5036822" y="1029487"/>
                  </a:lnTo>
                  <a:lnTo>
                    <a:pt x="5036948" y="1029487"/>
                  </a:lnTo>
                  <a:lnTo>
                    <a:pt x="5037074" y="1029487"/>
                  </a:lnTo>
                  <a:lnTo>
                    <a:pt x="5037200" y="1029487"/>
                  </a:lnTo>
                  <a:lnTo>
                    <a:pt x="5037326" y="1029487"/>
                  </a:lnTo>
                  <a:lnTo>
                    <a:pt x="5037452" y="1029487"/>
                  </a:lnTo>
                  <a:lnTo>
                    <a:pt x="5037578" y="1029487"/>
                  </a:lnTo>
                  <a:lnTo>
                    <a:pt x="5037704" y="1029487"/>
                  </a:lnTo>
                  <a:lnTo>
                    <a:pt x="5037830" y="1029487"/>
                  </a:lnTo>
                  <a:lnTo>
                    <a:pt x="5037956" y="1029487"/>
                  </a:lnTo>
                  <a:lnTo>
                    <a:pt x="5038082" y="1029487"/>
                  </a:lnTo>
                  <a:lnTo>
                    <a:pt x="5038209" y="1029487"/>
                  </a:lnTo>
                  <a:lnTo>
                    <a:pt x="5038335" y="1029487"/>
                  </a:lnTo>
                  <a:lnTo>
                    <a:pt x="5038461" y="1029487"/>
                  </a:lnTo>
                  <a:lnTo>
                    <a:pt x="5038587" y="1029487"/>
                  </a:lnTo>
                  <a:lnTo>
                    <a:pt x="5038713" y="1029487"/>
                  </a:lnTo>
                  <a:lnTo>
                    <a:pt x="5038839" y="1029487"/>
                  </a:lnTo>
                  <a:lnTo>
                    <a:pt x="5038965" y="1029487"/>
                  </a:lnTo>
                  <a:lnTo>
                    <a:pt x="5039091" y="1029487"/>
                  </a:lnTo>
                  <a:lnTo>
                    <a:pt x="5039217" y="1029487"/>
                  </a:lnTo>
                  <a:lnTo>
                    <a:pt x="5039343" y="1029487"/>
                  </a:lnTo>
                  <a:lnTo>
                    <a:pt x="5039469" y="1029487"/>
                  </a:lnTo>
                  <a:lnTo>
                    <a:pt x="5039595" y="1029487"/>
                  </a:lnTo>
                  <a:lnTo>
                    <a:pt x="5039722" y="1029487"/>
                  </a:lnTo>
                  <a:lnTo>
                    <a:pt x="5039848" y="1029487"/>
                  </a:lnTo>
                  <a:lnTo>
                    <a:pt x="5039974" y="1029487"/>
                  </a:lnTo>
                  <a:lnTo>
                    <a:pt x="5040100" y="1029487"/>
                  </a:lnTo>
                  <a:lnTo>
                    <a:pt x="5040226" y="1029487"/>
                  </a:lnTo>
                  <a:lnTo>
                    <a:pt x="5040352" y="1029487"/>
                  </a:lnTo>
                  <a:lnTo>
                    <a:pt x="5040478" y="1029487"/>
                  </a:lnTo>
                  <a:lnTo>
                    <a:pt x="5040604" y="1029487"/>
                  </a:lnTo>
                  <a:lnTo>
                    <a:pt x="5040730" y="1029487"/>
                  </a:lnTo>
                  <a:lnTo>
                    <a:pt x="5040856" y="1029487"/>
                  </a:lnTo>
                  <a:lnTo>
                    <a:pt x="5040982" y="1029487"/>
                  </a:lnTo>
                  <a:lnTo>
                    <a:pt x="5040982" y="1024207"/>
                  </a:lnTo>
                  <a:lnTo>
                    <a:pt x="5041109" y="1024207"/>
                  </a:lnTo>
                  <a:lnTo>
                    <a:pt x="5041235" y="1024207"/>
                  </a:lnTo>
                  <a:lnTo>
                    <a:pt x="5041361" y="1024207"/>
                  </a:lnTo>
                  <a:lnTo>
                    <a:pt x="5041487" y="1024207"/>
                  </a:lnTo>
                  <a:lnTo>
                    <a:pt x="5041613" y="1024207"/>
                  </a:lnTo>
                  <a:lnTo>
                    <a:pt x="5041739" y="1024207"/>
                  </a:lnTo>
                  <a:lnTo>
                    <a:pt x="5041865" y="1024207"/>
                  </a:lnTo>
                  <a:lnTo>
                    <a:pt x="5041991" y="1024207"/>
                  </a:lnTo>
                  <a:lnTo>
                    <a:pt x="5042117" y="1024207"/>
                  </a:lnTo>
                  <a:lnTo>
                    <a:pt x="5042243" y="1024207"/>
                  </a:lnTo>
                  <a:lnTo>
                    <a:pt x="5042369" y="1024207"/>
                  </a:lnTo>
                  <a:lnTo>
                    <a:pt x="5042495" y="1024207"/>
                  </a:lnTo>
                  <a:lnTo>
                    <a:pt x="5042622" y="1024207"/>
                  </a:lnTo>
                  <a:lnTo>
                    <a:pt x="5042748" y="1024207"/>
                  </a:lnTo>
                  <a:lnTo>
                    <a:pt x="5042874" y="1024207"/>
                  </a:lnTo>
                  <a:lnTo>
                    <a:pt x="5043000" y="1024207"/>
                  </a:lnTo>
                  <a:lnTo>
                    <a:pt x="5043126" y="1024207"/>
                  </a:lnTo>
                  <a:lnTo>
                    <a:pt x="5043252" y="1024207"/>
                  </a:lnTo>
                  <a:lnTo>
                    <a:pt x="5043378" y="1024207"/>
                  </a:lnTo>
                  <a:lnTo>
                    <a:pt x="5043504" y="1024207"/>
                  </a:lnTo>
                  <a:lnTo>
                    <a:pt x="5043630" y="1024207"/>
                  </a:lnTo>
                  <a:lnTo>
                    <a:pt x="5043756" y="1024207"/>
                  </a:lnTo>
                  <a:lnTo>
                    <a:pt x="5043882" y="1024207"/>
                  </a:lnTo>
                  <a:lnTo>
                    <a:pt x="5044009" y="1024207"/>
                  </a:lnTo>
                  <a:lnTo>
                    <a:pt x="5044135" y="1024207"/>
                  </a:lnTo>
                  <a:lnTo>
                    <a:pt x="5044261" y="1024207"/>
                  </a:lnTo>
                  <a:lnTo>
                    <a:pt x="5044387" y="1024207"/>
                  </a:lnTo>
                  <a:lnTo>
                    <a:pt x="5044513" y="1024207"/>
                  </a:lnTo>
                  <a:lnTo>
                    <a:pt x="5044639" y="1024207"/>
                  </a:lnTo>
                  <a:lnTo>
                    <a:pt x="5044765" y="1024207"/>
                  </a:lnTo>
                  <a:lnTo>
                    <a:pt x="5044891" y="1024207"/>
                  </a:lnTo>
                  <a:lnTo>
                    <a:pt x="5045017" y="1024207"/>
                  </a:lnTo>
                  <a:lnTo>
                    <a:pt x="5045143" y="1024207"/>
                  </a:lnTo>
                  <a:lnTo>
                    <a:pt x="5045269" y="1024207"/>
                  </a:lnTo>
                  <a:lnTo>
                    <a:pt x="5045396" y="1024207"/>
                  </a:lnTo>
                  <a:lnTo>
                    <a:pt x="5045522" y="1024207"/>
                  </a:lnTo>
                  <a:lnTo>
                    <a:pt x="5045648" y="1024207"/>
                  </a:lnTo>
                  <a:lnTo>
                    <a:pt x="5045774" y="1024207"/>
                  </a:lnTo>
                  <a:lnTo>
                    <a:pt x="5045900" y="1024207"/>
                  </a:lnTo>
                  <a:lnTo>
                    <a:pt x="5046026" y="1024207"/>
                  </a:lnTo>
                  <a:lnTo>
                    <a:pt x="5046152" y="1024207"/>
                  </a:lnTo>
                  <a:lnTo>
                    <a:pt x="5046278" y="1024207"/>
                  </a:lnTo>
                  <a:lnTo>
                    <a:pt x="5046404" y="1024207"/>
                  </a:lnTo>
                  <a:lnTo>
                    <a:pt x="5046530" y="1024207"/>
                  </a:lnTo>
                  <a:lnTo>
                    <a:pt x="5046656" y="1024207"/>
                  </a:lnTo>
                  <a:lnTo>
                    <a:pt x="5046782" y="1024207"/>
                  </a:lnTo>
                  <a:lnTo>
                    <a:pt x="5046909" y="1024207"/>
                  </a:lnTo>
                  <a:lnTo>
                    <a:pt x="5047035" y="1024207"/>
                  </a:lnTo>
                  <a:lnTo>
                    <a:pt x="5047161" y="1024207"/>
                  </a:lnTo>
                  <a:lnTo>
                    <a:pt x="5047287" y="1024207"/>
                  </a:lnTo>
                  <a:lnTo>
                    <a:pt x="5047413" y="1024207"/>
                  </a:lnTo>
                  <a:lnTo>
                    <a:pt x="5047539" y="1024207"/>
                  </a:lnTo>
                  <a:lnTo>
                    <a:pt x="5047665" y="1024207"/>
                  </a:lnTo>
                  <a:lnTo>
                    <a:pt x="5047791" y="1024207"/>
                  </a:lnTo>
                  <a:lnTo>
                    <a:pt x="5047917" y="1024207"/>
                  </a:lnTo>
                  <a:lnTo>
                    <a:pt x="5048043" y="1024207"/>
                  </a:lnTo>
                  <a:lnTo>
                    <a:pt x="5048169" y="1024207"/>
                  </a:lnTo>
                  <a:lnTo>
                    <a:pt x="5048296" y="1024207"/>
                  </a:lnTo>
                  <a:lnTo>
                    <a:pt x="5048422" y="1024207"/>
                  </a:lnTo>
                  <a:lnTo>
                    <a:pt x="5048548" y="1024207"/>
                  </a:lnTo>
                  <a:lnTo>
                    <a:pt x="5048674" y="1024207"/>
                  </a:lnTo>
                  <a:lnTo>
                    <a:pt x="5048800" y="1024207"/>
                  </a:lnTo>
                  <a:lnTo>
                    <a:pt x="5048926" y="1024207"/>
                  </a:lnTo>
                  <a:lnTo>
                    <a:pt x="5049052" y="1024207"/>
                  </a:lnTo>
                  <a:lnTo>
                    <a:pt x="5049178" y="1024207"/>
                  </a:lnTo>
                  <a:lnTo>
                    <a:pt x="5049304" y="1024207"/>
                  </a:lnTo>
                  <a:lnTo>
                    <a:pt x="5049430" y="1024207"/>
                  </a:lnTo>
                  <a:lnTo>
                    <a:pt x="5049556" y="1024207"/>
                  </a:lnTo>
                  <a:lnTo>
                    <a:pt x="5049682" y="1024207"/>
                  </a:lnTo>
                  <a:lnTo>
                    <a:pt x="5049809" y="1024207"/>
                  </a:lnTo>
                  <a:lnTo>
                    <a:pt x="5049935" y="1024207"/>
                  </a:lnTo>
                  <a:lnTo>
                    <a:pt x="5050061" y="1024207"/>
                  </a:lnTo>
                  <a:lnTo>
                    <a:pt x="5050187" y="1024207"/>
                  </a:lnTo>
                  <a:lnTo>
                    <a:pt x="5050313" y="1024207"/>
                  </a:lnTo>
                  <a:lnTo>
                    <a:pt x="5050439" y="1024207"/>
                  </a:lnTo>
                  <a:lnTo>
                    <a:pt x="5050565" y="1024207"/>
                  </a:lnTo>
                  <a:lnTo>
                    <a:pt x="5050691" y="1024207"/>
                  </a:lnTo>
                  <a:lnTo>
                    <a:pt x="5050817" y="1024207"/>
                  </a:lnTo>
                  <a:lnTo>
                    <a:pt x="5050943" y="1024207"/>
                  </a:lnTo>
                  <a:lnTo>
                    <a:pt x="5051069" y="1024207"/>
                  </a:lnTo>
                  <a:lnTo>
                    <a:pt x="5051196" y="1024207"/>
                  </a:lnTo>
                  <a:lnTo>
                    <a:pt x="5051322" y="1024207"/>
                  </a:lnTo>
                  <a:lnTo>
                    <a:pt x="5051448" y="1024207"/>
                  </a:lnTo>
                  <a:lnTo>
                    <a:pt x="5051574" y="1024207"/>
                  </a:lnTo>
                  <a:lnTo>
                    <a:pt x="5051700" y="1024207"/>
                  </a:lnTo>
                  <a:lnTo>
                    <a:pt x="5051826" y="1024207"/>
                  </a:lnTo>
                  <a:lnTo>
                    <a:pt x="5051952" y="1024207"/>
                  </a:lnTo>
                  <a:lnTo>
                    <a:pt x="5052078" y="1024207"/>
                  </a:lnTo>
                  <a:lnTo>
                    <a:pt x="5052204" y="1024207"/>
                  </a:lnTo>
                  <a:lnTo>
                    <a:pt x="5052330" y="1024207"/>
                  </a:lnTo>
                  <a:lnTo>
                    <a:pt x="5052456" y="1024207"/>
                  </a:lnTo>
                  <a:lnTo>
                    <a:pt x="5052582" y="1024207"/>
                  </a:lnTo>
                  <a:lnTo>
                    <a:pt x="5052709" y="1024207"/>
                  </a:lnTo>
                  <a:lnTo>
                    <a:pt x="5052835" y="1024207"/>
                  </a:lnTo>
                  <a:lnTo>
                    <a:pt x="5052961" y="1024207"/>
                  </a:lnTo>
                  <a:lnTo>
                    <a:pt x="5053087" y="1024207"/>
                  </a:lnTo>
                  <a:lnTo>
                    <a:pt x="5053213" y="1024207"/>
                  </a:lnTo>
                  <a:lnTo>
                    <a:pt x="5053339" y="1024207"/>
                  </a:lnTo>
                  <a:lnTo>
                    <a:pt x="5053465" y="1024207"/>
                  </a:lnTo>
                  <a:lnTo>
                    <a:pt x="5053591" y="1024207"/>
                  </a:lnTo>
                  <a:lnTo>
                    <a:pt x="5053717" y="1024207"/>
                  </a:lnTo>
                  <a:lnTo>
                    <a:pt x="5053843" y="1024207"/>
                  </a:lnTo>
                  <a:lnTo>
                    <a:pt x="5053969" y="1024207"/>
                  </a:lnTo>
                  <a:lnTo>
                    <a:pt x="5054096" y="1024207"/>
                  </a:lnTo>
                  <a:lnTo>
                    <a:pt x="5054222" y="1024207"/>
                  </a:lnTo>
                  <a:lnTo>
                    <a:pt x="5054348" y="1024207"/>
                  </a:lnTo>
                  <a:lnTo>
                    <a:pt x="5054474" y="1024207"/>
                  </a:lnTo>
                  <a:lnTo>
                    <a:pt x="5054600" y="1024207"/>
                  </a:lnTo>
                  <a:lnTo>
                    <a:pt x="5054726" y="1024207"/>
                  </a:lnTo>
                  <a:lnTo>
                    <a:pt x="5054852" y="1024207"/>
                  </a:lnTo>
                  <a:lnTo>
                    <a:pt x="5054978" y="1024207"/>
                  </a:lnTo>
                  <a:lnTo>
                    <a:pt x="5055104" y="1024207"/>
                  </a:lnTo>
                  <a:lnTo>
                    <a:pt x="5055230" y="1024207"/>
                  </a:lnTo>
                  <a:lnTo>
                    <a:pt x="5055356" y="1024207"/>
                  </a:lnTo>
                  <a:lnTo>
                    <a:pt x="5055483" y="1024207"/>
                  </a:lnTo>
                  <a:lnTo>
                    <a:pt x="5055609" y="1024207"/>
                  </a:lnTo>
                  <a:lnTo>
                    <a:pt x="5055735" y="1024207"/>
                  </a:lnTo>
                  <a:lnTo>
                    <a:pt x="5055861" y="1024207"/>
                  </a:lnTo>
                  <a:lnTo>
                    <a:pt x="5055987" y="1024207"/>
                  </a:lnTo>
                  <a:lnTo>
                    <a:pt x="5056113" y="1024207"/>
                  </a:lnTo>
                  <a:lnTo>
                    <a:pt x="5056239" y="1024207"/>
                  </a:lnTo>
                  <a:lnTo>
                    <a:pt x="5056365" y="1024207"/>
                  </a:lnTo>
                  <a:lnTo>
                    <a:pt x="5056365" y="1018928"/>
                  </a:lnTo>
                  <a:lnTo>
                    <a:pt x="5056491" y="1018928"/>
                  </a:lnTo>
                  <a:lnTo>
                    <a:pt x="5056617" y="1018928"/>
                  </a:lnTo>
                  <a:lnTo>
                    <a:pt x="5056743" y="1018928"/>
                  </a:lnTo>
                  <a:lnTo>
                    <a:pt x="5056869" y="1018928"/>
                  </a:lnTo>
                  <a:lnTo>
                    <a:pt x="5056996" y="1018928"/>
                  </a:lnTo>
                  <a:lnTo>
                    <a:pt x="5057122" y="1018928"/>
                  </a:lnTo>
                  <a:lnTo>
                    <a:pt x="5057248" y="1018928"/>
                  </a:lnTo>
                  <a:lnTo>
                    <a:pt x="5057374" y="1018928"/>
                  </a:lnTo>
                  <a:lnTo>
                    <a:pt x="5057500" y="1018928"/>
                  </a:lnTo>
                  <a:lnTo>
                    <a:pt x="5057626" y="1018928"/>
                  </a:lnTo>
                  <a:lnTo>
                    <a:pt x="5057752" y="1018928"/>
                  </a:lnTo>
                  <a:lnTo>
                    <a:pt x="5057878" y="1018928"/>
                  </a:lnTo>
                  <a:lnTo>
                    <a:pt x="5058004" y="1018928"/>
                  </a:lnTo>
                  <a:lnTo>
                    <a:pt x="5058130" y="1018928"/>
                  </a:lnTo>
                  <a:lnTo>
                    <a:pt x="5058256" y="1018928"/>
                  </a:lnTo>
                  <a:lnTo>
                    <a:pt x="5058383" y="1018928"/>
                  </a:lnTo>
                  <a:lnTo>
                    <a:pt x="5058509" y="1018928"/>
                  </a:lnTo>
                  <a:lnTo>
                    <a:pt x="5058635" y="1018928"/>
                  </a:lnTo>
                  <a:lnTo>
                    <a:pt x="5058761" y="1018928"/>
                  </a:lnTo>
                  <a:lnTo>
                    <a:pt x="5058887" y="1018928"/>
                  </a:lnTo>
                  <a:lnTo>
                    <a:pt x="5059013" y="1018928"/>
                  </a:lnTo>
                  <a:lnTo>
                    <a:pt x="5059139" y="1018928"/>
                  </a:lnTo>
                  <a:lnTo>
                    <a:pt x="5059265" y="1018928"/>
                  </a:lnTo>
                  <a:lnTo>
                    <a:pt x="5059391" y="1018928"/>
                  </a:lnTo>
                  <a:lnTo>
                    <a:pt x="5059517" y="1018928"/>
                  </a:lnTo>
                  <a:lnTo>
                    <a:pt x="5059643" y="1018928"/>
                  </a:lnTo>
                  <a:lnTo>
                    <a:pt x="5059769" y="1018928"/>
                  </a:lnTo>
                  <a:lnTo>
                    <a:pt x="5059896" y="1018928"/>
                  </a:lnTo>
                  <a:lnTo>
                    <a:pt x="5060022" y="1018928"/>
                  </a:lnTo>
                  <a:lnTo>
                    <a:pt x="5060148" y="1018928"/>
                  </a:lnTo>
                  <a:lnTo>
                    <a:pt x="5060274" y="1018928"/>
                  </a:lnTo>
                  <a:lnTo>
                    <a:pt x="5060400" y="1018928"/>
                  </a:lnTo>
                  <a:lnTo>
                    <a:pt x="5060526" y="1018928"/>
                  </a:lnTo>
                  <a:lnTo>
                    <a:pt x="5060652" y="1018928"/>
                  </a:lnTo>
                  <a:lnTo>
                    <a:pt x="5060778" y="1018928"/>
                  </a:lnTo>
                  <a:lnTo>
                    <a:pt x="5060904" y="1018928"/>
                  </a:lnTo>
                  <a:lnTo>
                    <a:pt x="5061030" y="1018928"/>
                  </a:lnTo>
                  <a:lnTo>
                    <a:pt x="5061156" y="1018928"/>
                  </a:lnTo>
                  <a:lnTo>
                    <a:pt x="5061283" y="1018928"/>
                  </a:lnTo>
                  <a:lnTo>
                    <a:pt x="5061409" y="1018928"/>
                  </a:lnTo>
                  <a:lnTo>
                    <a:pt x="5061535" y="1018928"/>
                  </a:lnTo>
                  <a:lnTo>
                    <a:pt x="5061535" y="1013648"/>
                  </a:lnTo>
                  <a:lnTo>
                    <a:pt x="5061661" y="1013648"/>
                  </a:lnTo>
                  <a:lnTo>
                    <a:pt x="5061787" y="1013648"/>
                  </a:lnTo>
                  <a:lnTo>
                    <a:pt x="5061913" y="1013648"/>
                  </a:lnTo>
                  <a:lnTo>
                    <a:pt x="5062039" y="1013648"/>
                  </a:lnTo>
                  <a:lnTo>
                    <a:pt x="5062165" y="1013648"/>
                  </a:lnTo>
                  <a:lnTo>
                    <a:pt x="5062291" y="1013648"/>
                  </a:lnTo>
                  <a:lnTo>
                    <a:pt x="5062417" y="1013648"/>
                  </a:lnTo>
                  <a:lnTo>
                    <a:pt x="5062543" y="1013648"/>
                  </a:lnTo>
                  <a:lnTo>
                    <a:pt x="5062543" y="1008369"/>
                  </a:lnTo>
                  <a:lnTo>
                    <a:pt x="5062670" y="1008369"/>
                  </a:lnTo>
                  <a:lnTo>
                    <a:pt x="5062796" y="1008369"/>
                  </a:lnTo>
                  <a:lnTo>
                    <a:pt x="5062922" y="1008369"/>
                  </a:lnTo>
                  <a:lnTo>
                    <a:pt x="5063048" y="1008369"/>
                  </a:lnTo>
                  <a:lnTo>
                    <a:pt x="5063174" y="1008369"/>
                  </a:lnTo>
                  <a:lnTo>
                    <a:pt x="5063300" y="1008369"/>
                  </a:lnTo>
                  <a:lnTo>
                    <a:pt x="5063426" y="1008369"/>
                  </a:lnTo>
                  <a:lnTo>
                    <a:pt x="5063552" y="1008369"/>
                  </a:lnTo>
                  <a:lnTo>
                    <a:pt x="5063678" y="1008369"/>
                  </a:lnTo>
                  <a:lnTo>
                    <a:pt x="5063804" y="1008369"/>
                  </a:lnTo>
                  <a:lnTo>
                    <a:pt x="5063930" y="1008369"/>
                  </a:lnTo>
                  <a:lnTo>
                    <a:pt x="5064056" y="1008369"/>
                  </a:lnTo>
                  <a:lnTo>
                    <a:pt x="5064183" y="1008369"/>
                  </a:lnTo>
                  <a:lnTo>
                    <a:pt x="5064309" y="1008369"/>
                  </a:lnTo>
                  <a:lnTo>
                    <a:pt x="5064435" y="1008369"/>
                  </a:lnTo>
                  <a:lnTo>
                    <a:pt x="5064561" y="1008369"/>
                  </a:lnTo>
                  <a:lnTo>
                    <a:pt x="5064687" y="1008369"/>
                  </a:lnTo>
                  <a:lnTo>
                    <a:pt x="5064813" y="1008369"/>
                  </a:lnTo>
                  <a:lnTo>
                    <a:pt x="5064939" y="1008369"/>
                  </a:lnTo>
                  <a:lnTo>
                    <a:pt x="5065065" y="1008369"/>
                  </a:lnTo>
                  <a:lnTo>
                    <a:pt x="5065191" y="1008369"/>
                  </a:lnTo>
                  <a:lnTo>
                    <a:pt x="5065317" y="1008369"/>
                  </a:lnTo>
                  <a:lnTo>
                    <a:pt x="5065443" y="1008369"/>
                  </a:lnTo>
                  <a:lnTo>
                    <a:pt x="5065570" y="1008369"/>
                  </a:lnTo>
                  <a:lnTo>
                    <a:pt x="5065696" y="1008369"/>
                  </a:lnTo>
                  <a:lnTo>
                    <a:pt x="5065822" y="1008369"/>
                  </a:lnTo>
                  <a:lnTo>
                    <a:pt x="5065948" y="1008369"/>
                  </a:lnTo>
                  <a:lnTo>
                    <a:pt x="5066074" y="1008369"/>
                  </a:lnTo>
                  <a:lnTo>
                    <a:pt x="5066200" y="1008369"/>
                  </a:lnTo>
                  <a:lnTo>
                    <a:pt x="5066326" y="1008369"/>
                  </a:lnTo>
                  <a:lnTo>
                    <a:pt x="5066452" y="1008369"/>
                  </a:lnTo>
                  <a:lnTo>
                    <a:pt x="5066578" y="1008369"/>
                  </a:lnTo>
                  <a:lnTo>
                    <a:pt x="5066704" y="1008369"/>
                  </a:lnTo>
                  <a:lnTo>
                    <a:pt x="5066830" y="1008369"/>
                  </a:lnTo>
                  <a:lnTo>
                    <a:pt x="5066956" y="1008369"/>
                  </a:lnTo>
                  <a:lnTo>
                    <a:pt x="5067083" y="1008369"/>
                  </a:lnTo>
                  <a:lnTo>
                    <a:pt x="5067209" y="1008369"/>
                  </a:lnTo>
                  <a:lnTo>
                    <a:pt x="5067335" y="1008369"/>
                  </a:lnTo>
                  <a:lnTo>
                    <a:pt x="5067461" y="1008369"/>
                  </a:lnTo>
                  <a:lnTo>
                    <a:pt x="5067587" y="1008369"/>
                  </a:lnTo>
                  <a:lnTo>
                    <a:pt x="5067713" y="1008369"/>
                  </a:lnTo>
                  <a:lnTo>
                    <a:pt x="5067839" y="1008369"/>
                  </a:lnTo>
                  <a:lnTo>
                    <a:pt x="5067965" y="1008369"/>
                  </a:lnTo>
                  <a:lnTo>
                    <a:pt x="5068091" y="1008369"/>
                  </a:lnTo>
                  <a:lnTo>
                    <a:pt x="5068217" y="1008369"/>
                  </a:lnTo>
                  <a:lnTo>
                    <a:pt x="5068343" y="1008369"/>
                  </a:lnTo>
                  <a:lnTo>
                    <a:pt x="5068470" y="1008369"/>
                  </a:lnTo>
                  <a:lnTo>
                    <a:pt x="5068596" y="1008369"/>
                  </a:lnTo>
                  <a:lnTo>
                    <a:pt x="5068722" y="1008369"/>
                  </a:lnTo>
                  <a:lnTo>
                    <a:pt x="5068722" y="1003090"/>
                  </a:lnTo>
                  <a:lnTo>
                    <a:pt x="5068848" y="1003090"/>
                  </a:lnTo>
                  <a:lnTo>
                    <a:pt x="5068974" y="1003090"/>
                  </a:lnTo>
                  <a:lnTo>
                    <a:pt x="5069100" y="1003090"/>
                  </a:lnTo>
                  <a:lnTo>
                    <a:pt x="5069226" y="1003090"/>
                  </a:lnTo>
                  <a:lnTo>
                    <a:pt x="5069352" y="1003090"/>
                  </a:lnTo>
                  <a:lnTo>
                    <a:pt x="5069478" y="1003090"/>
                  </a:lnTo>
                  <a:lnTo>
                    <a:pt x="5069604" y="1003090"/>
                  </a:lnTo>
                  <a:lnTo>
                    <a:pt x="5069730" y="1003090"/>
                  </a:lnTo>
                  <a:lnTo>
                    <a:pt x="5069857" y="1003090"/>
                  </a:lnTo>
                  <a:lnTo>
                    <a:pt x="5069983" y="1003090"/>
                  </a:lnTo>
                  <a:lnTo>
                    <a:pt x="5070109" y="1003090"/>
                  </a:lnTo>
                  <a:lnTo>
                    <a:pt x="5070235" y="1003090"/>
                  </a:lnTo>
                  <a:lnTo>
                    <a:pt x="5070361" y="1003090"/>
                  </a:lnTo>
                  <a:lnTo>
                    <a:pt x="5070487" y="1003090"/>
                  </a:lnTo>
                  <a:lnTo>
                    <a:pt x="5070613" y="1003090"/>
                  </a:lnTo>
                  <a:lnTo>
                    <a:pt x="5070739" y="1003090"/>
                  </a:lnTo>
                  <a:lnTo>
                    <a:pt x="5070865" y="1003090"/>
                  </a:lnTo>
                  <a:lnTo>
                    <a:pt x="5070991" y="1003090"/>
                  </a:lnTo>
                  <a:lnTo>
                    <a:pt x="5071117" y="1003090"/>
                  </a:lnTo>
                  <a:lnTo>
                    <a:pt x="5071243" y="1003090"/>
                  </a:lnTo>
                  <a:lnTo>
                    <a:pt x="5071243" y="997810"/>
                  </a:lnTo>
                  <a:lnTo>
                    <a:pt x="5071370" y="997810"/>
                  </a:lnTo>
                  <a:lnTo>
                    <a:pt x="5071496" y="997810"/>
                  </a:lnTo>
                  <a:lnTo>
                    <a:pt x="5071622" y="997810"/>
                  </a:lnTo>
                  <a:lnTo>
                    <a:pt x="5071748" y="997810"/>
                  </a:lnTo>
                  <a:lnTo>
                    <a:pt x="5071874" y="997810"/>
                  </a:lnTo>
                  <a:lnTo>
                    <a:pt x="5072000" y="997810"/>
                  </a:lnTo>
                  <a:lnTo>
                    <a:pt x="5072126" y="997810"/>
                  </a:lnTo>
                  <a:lnTo>
                    <a:pt x="5072252" y="997810"/>
                  </a:lnTo>
                  <a:lnTo>
                    <a:pt x="5072378" y="997810"/>
                  </a:lnTo>
                  <a:lnTo>
                    <a:pt x="5072504" y="997810"/>
                  </a:lnTo>
                  <a:lnTo>
                    <a:pt x="5072630" y="997810"/>
                  </a:lnTo>
                  <a:lnTo>
                    <a:pt x="5072757" y="997810"/>
                  </a:lnTo>
                  <a:lnTo>
                    <a:pt x="5072883" y="997810"/>
                  </a:lnTo>
                  <a:lnTo>
                    <a:pt x="5073009" y="997810"/>
                  </a:lnTo>
                  <a:lnTo>
                    <a:pt x="5073135" y="997810"/>
                  </a:lnTo>
                  <a:lnTo>
                    <a:pt x="5073261" y="997810"/>
                  </a:lnTo>
                  <a:lnTo>
                    <a:pt x="5073387" y="997810"/>
                  </a:lnTo>
                  <a:lnTo>
                    <a:pt x="5073513" y="997810"/>
                  </a:lnTo>
                  <a:lnTo>
                    <a:pt x="5073639" y="997810"/>
                  </a:lnTo>
                  <a:lnTo>
                    <a:pt x="5073765" y="997810"/>
                  </a:lnTo>
                  <a:lnTo>
                    <a:pt x="5073891" y="997810"/>
                  </a:lnTo>
                  <a:lnTo>
                    <a:pt x="5074017" y="997810"/>
                  </a:lnTo>
                  <a:lnTo>
                    <a:pt x="5074143" y="997810"/>
                  </a:lnTo>
                  <a:lnTo>
                    <a:pt x="5074270" y="997810"/>
                  </a:lnTo>
                  <a:lnTo>
                    <a:pt x="5074396" y="997810"/>
                  </a:lnTo>
                  <a:lnTo>
                    <a:pt x="5074522" y="997810"/>
                  </a:lnTo>
                  <a:lnTo>
                    <a:pt x="5074648" y="997810"/>
                  </a:lnTo>
                  <a:lnTo>
                    <a:pt x="5074774" y="997810"/>
                  </a:lnTo>
                  <a:lnTo>
                    <a:pt x="5074900" y="997810"/>
                  </a:lnTo>
                  <a:lnTo>
                    <a:pt x="5075026" y="997810"/>
                  </a:lnTo>
                  <a:lnTo>
                    <a:pt x="5075152" y="997810"/>
                  </a:lnTo>
                  <a:lnTo>
                    <a:pt x="5075278" y="997810"/>
                  </a:lnTo>
                  <a:lnTo>
                    <a:pt x="5075404" y="997810"/>
                  </a:lnTo>
                  <a:lnTo>
                    <a:pt x="5075530" y="997810"/>
                  </a:lnTo>
                  <a:lnTo>
                    <a:pt x="5075657" y="997810"/>
                  </a:lnTo>
                  <a:lnTo>
                    <a:pt x="5075783" y="997810"/>
                  </a:lnTo>
                  <a:lnTo>
                    <a:pt x="5075909" y="997810"/>
                  </a:lnTo>
                  <a:lnTo>
                    <a:pt x="5076035" y="997810"/>
                  </a:lnTo>
                  <a:lnTo>
                    <a:pt x="5076161" y="997810"/>
                  </a:lnTo>
                  <a:lnTo>
                    <a:pt x="5076287" y="997810"/>
                  </a:lnTo>
                  <a:lnTo>
                    <a:pt x="5076413" y="997810"/>
                  </a:lnTo>
                  <a:lnTo>
                    <a:pt x="5076539" y="997810"/>
                  </a:lnTo>
                  <a:lnTo>
                    <a:pt x="5076665" y="997810"/>
                  </a:lnTo>
                  <a:lnTo>
                    <a:pt x="5076791" y="997810"/>
                  </a:lnTo>
                  <a:lnTo>
                    <a:pt x="5076917" y="997810"/>
                  </a:lnTo>
                  <a:lnTo>
                    <a:pt x="5077043" y="997810"/>
                  </a:lnTo>
                  <a:lnTo>
                    <a:pt x="5077170" y="997810"/>
                  </a:lnTo>
                  <a:lnTo>
                    <a:pt x="5077296" y="997810"/>
                  </a:lnTo>
                  <a:lnTo>
                    <a:pt x="5077422" y="997810"/>
                  </a:lnTo>
                  <a:lnTo>
                    <a:pt x="5077548" y="997810"/>
                  </a:lnTo>
                  <a:lnTo>
                    <a:pt x="5077674" y="997810"/>
                  </a:lnTo>
                  <a:lnTo>
                    <a:pt x="5077800" y="997810"/>
                  </a:lnTo>
                  <a:lnTo>
                    <a:pt x="5077926" y="997810"/>
                  </a:lnTo>
                  <a:lnTo>
                    <a:pt x="5078052" y="997810"/>
                  </a:lnTo>
                  <a:lnTo>
                    <a:pt x="5078178" y="997810"/>
                  </a:lnTo>
                  <a:lnTo>
                    <a:pt x="5078304" y="997810"/>
                  </a:lnTo>
                  <a:lnTo>
                    <a:pt x="5078430" y="997810"/>
                  </a:lnTo>
                  <a:lnTo>
                    <a:pt x="5078557" y="997810"/>
                  </a:lnTo>
                  <a:lnTo>
                    <a:pt x="5078683" y="997810"/>
                  </a:lnTo>
                  <a:lnTo>
                    <a:pt x="5078809" y="997810"/>
                  </a:lnTo>
                  <a:lnTo>
                    <a:pt x="5078935" y="997810"/>
                  </a:lnTo>
                  <a:lnTo>
                    <a:pt x="5079061" y="997810"/>
                  </a:lnTo>
                  <a:lnTo>
                    <a:pt x="5079187" y="997810"/>
                  </a:lnTo>
                  <a:lnTo>
                    <a:pt x="5079313" y="997810"/>
                  </a:lnTo>
                  <a:lnTo>
                    <a:pt x="5079439" y="997810"/>
                  </a:lnTo>
                  <a:lnTo>
                    <a:pt x="5079565" y="997810"/>
                  </a:lnTo>
                  <a:lnTo>
                    <a:pt x="5079691" y="997810"/>
                  </a:lnTo>
                  <a:lnTo>
                    <a:pt x="5079817" y="997810"/>
                  </a:lnTo>
                  <a:lnTo>
                    <a:pt x="5079817" y="992531"/>
                  </a:lnTo>
                  <a:lnTo>
                    <a:pt x="5079817" y="987251"/>
                  </a:lnTo>
                  <a:lnTo>
                    <a:pt x="5079944" y="987251"/>
                  </a:lnTo>
                  <a:lnTo>
                    <a:pt x="5080070" y="987251"/>
                  </a:lnTo>
                  <a:lnTo>
                    <a:pt x="5080196" y="987251"/>
                  </a:lnTo>
                  <a:lnTo>
                    <a:pt x="5080322" y="987251"/>
                  </a:lnTo>
                  <a:lnTo>
                    <a:pt x="5080448" y="987251"/>
                  </a:lnTo>
                  <a:lnTo>
                    <a:pt x="5080574" y="987251"/>
                  </a:lnTo>
                  <a:lnTo>
                    <a:pt x="5080700" y="987251"/>
                  </a:lnTo>
                  <a:lnTo>
                    <a:pt x="5080826" y="987251"/>
                  </a:lnTo>
                  <a:lnTo>
                    <a:pt x="5080952" y="987251"/>
                  </a:lnTo>
                  <a:lnTo>
                    <a:pt x="5081078" y="987251"/>
                  </a:lnTo>
                  <a:lnTo>
                    <a:pt x="5081204" y="987251"/>
                  </a:lnTo>
                  <a:lnTo>
                    <a:pt x="5081330" y="987251"/>
                  </a:lnTo>
                  <a:lnTo>
                    <a:pt x="5081457" y="987251"/>
                  </a:lnTo>
                  <a:lnTo>
                    <a:pt x="5081583" y="987251"/>
                  </a:lnTo>
                  <a:lnTo>
                    <a:pt x="5081709" y="987251"/>
                  </a:lnTo>
                  <a:lnTo>
                    <a:pt x="5081835" y="987251"/>
                  </a:lnTo>
                  <a:lnTo>
                    <a:pt x="5081961" y="987251"/>
                  </a:lnTo>
                  <a:lnTo>
                    <a:pt x="5082087" y="987251"/>
                  </a:lnTo>
                  <a:lnTo>
                    <a:pt x="5082213" y="987251"/>
                  </a:lnTo>
                  <a:lnTo>
                    <a:pt x="5082339" y="987251"/>
                  </a:lnTo>
                  <a:lnTo>
                    <a:pt x="5082465" y="987251"/>
                  </a:lnTo>
                  <a:lnTo>
                    <a:pt x="5082591" y="987251"/>
                  </a:lnTo>
                  <a:lnTo>
                    <a:pt x="5082717" y="987251"/>
                  </a:lnTo>
                  <a:lnTo>
                    <a:pt x="5082844" y="987251"/>
                  </a:lnTo>
                  <a:lnTo>
                    <a:pt x="5082970" y="987251"/>
                  </a:lnTo>
                  <a:lnTo>
                    <a:pt x="5083096" y="987251"/>
                  </a:lnTo>
                  <a:lnTo>
                    <a:pt x="5083222" y="987251"/>
                  </a:lnTo>
                  <a:lnTo>
                    <a:pt x="5083348" y="987251"/>
                  </a:lnTo>
                  <a:lnTo>
                    <a:pt x="5083474" y="987251"/>
                  </a:lnTo>
                  <a:lnTo>
                    <a:pt x="5083600" y="987251"/>
                  </a:lnTo>
                  <a:lnTo>
                    <a:pt x="5083726" y="987251"/>
                  </a:lnTo>
                  <a:lnTo>
                    <a:pt x="5083852" y="987251"/>
                  </a:lnTo>
                  <a:lnTo>
                    <a:pt x="5083978" y="987251"/>
                  </a:lnTo>
                  <a:lnTo>
                    <a:pt x="5084104" y="987251"/>
                  </a:lnTo>
                  <a:lnTo>
                    <a:pt x="5084230" y="987251"/>
                  </a:lnTo>
                  <a:lnTo>
                    <a:pt x="5084357" y="987251"/>
                  </a:lnTo>
                  <a:lnTo>
                    <a:pt x="5084483" y="987251"/>
                  </a:lnTo>
                  <a:lnTo>
                    <a:pt x="5084609" y="987251"/>
                  </a:lnTo>
                  <a:lnTo>
                    <a:pt x="5084735" y="987251"/>
                  </a:lnTo>
                  <a:lnTo>
                    <a:pt x="5084861" y="987251"/>
                  </a:lnTo>
                  <a:lnTo>
                    <a:pt x="5084987" y="987251"/>
                  </a:lnTo>
                  <a:lnTo>
                    <a:pt x="5085113" y="987251"/>
                  </a:lnTo>
                  <a:lnTo>
                    <a:pt x="5085239" y="987251"/>
                  </a:lnTo>
                  <a:lnTo>
                    <a:pt x="5085365" y="987251"/>
                  </a:lnTo>
                  <a:lnTo>
                    <a:pt x="5085491" y="987251"/>
                  </a:lnTo>
                  <a:lnTo>
                    <a:pt x="5085617" y="987251"/>
                  </a:lnTo>
                  <a:lnTo>
                    <a:pt x="5085744" y="987251"/>
                  </a:lnTo>
                  <a:lnTo>
                    <a:pt x="5085870" y="987251"/>
                  </a:lnTo>
                  <a:lnTo>
                    <a:pt x="5085996" y="987251"/>
                  </a:lnTo>
                  <a:lnTo>
                    <a:pt x="5086122" y="987251"/>
                  </a:lnTo>
                  <a:lnTo>
                    <a:pt x="5086248" y="987251"/>
                  </a:lnTo>
                  <a:lnTo>
                    <a:pt x="5086374" y="987251"/>
                  </a:lnTo>
                  <a:lnTo>
                    <a:pt x="5086500" y="987251"/>
                  </a:lnTo>
                  <a:lnTo>
                    <a:pt x="5086626" y="987251"/>
                  </a:lnTo>
                  <a:lnTo>
                    <a:pt x="5086752" y="987251"/>
                  </a:lnTo>
                  <a:lnTo>
                    <a:pt x="5086878" y="987251"/>
                  </a:lnTo>
                  <a:lnTo>
                    <a:pt x="5087004" y="987251"/>
                  </a:lnTo>
                  <a:lnTo>
                    <a:pt x="5087131" y="987251"/>
                  </a:lnTo>
                  <a:lnTo>
                    <a:pt x="5087257" y="987251"/>
                  </a:lnTo>
                  <a:lnTo>
                    <a:pt x="5087383" y="987251"/>
                  </a:lnTo>
                  <a:lnTo>
                    <a:pt x="5087509" y="987251"/>
                  </a:lnTo>
                  <a:lnTo>
                    <a:pt x="5087635" y="987251"/>
                  </a:lnTo>
                  <a:lnTo>
                    <a:pt x="5087761" y="987251"/>
                  </a:lnTo>
                  <a:lnTo>
                    <a:pt x="5087887" y="987251"/>
                  </a:lnTo>
                  <a:lnTo>
                    <a:pt x="5088013" y="987251"/>
                  </a:lnTo>
                  <a:lnTo>
                    <a:pt x="5088139" y="987251"/>
                  </a:lnTo>
                  <a:lnTo>
                    <a:pt x="5088265" y="987251"/>
                  </a:lnTo>
                  <a:lnTo>
                    <a:pt x="5088391" y="987251"/>
                  </a:lnTo>
                  <a:lnTo>
                    <a:pt x="5088517" y="987251"/>
                  </a:lnTo>
                  <a:lnTo>
                    <a:pt x="5088644" y="987251"/>
                  </a:lnTo>
                  <a:lnTo>
                    <a:pt x="5088770" y="987251"/>
                  </a:lnTo>
                  <a:lnTo>
                    <a:pt x="5088896" y="987251"/>
                  </a:lnTo>
                  <a:lnTo>
                    <a:pt x="5089022" y="987251"/>
                  </a:lnTo>
                  <a:lnTo>
                    <a:pt x="5089148" y="987251"/>
                  </a:lnTo>
                  <a:lnTo>
                    <a:pt x="5089274" y="987251"/>
                  </a:lnTo>
                  <a:lnTo>
                    <a:pt x="5089400" y="987251"/>
                  </a:lnTo>
                  <a:lnTo>
                    <a:pt x="5089526" y="987251"/>
                  </a:lnTo>
                  <a:lnTo>
                    <a:pt x="5089652" y="987251"/>
                  </a:lnTo>
                  <a:lnTo>
                    <a:pt x="5089778" y="987251"/>
                  </a:lnTo>
                  <a:lnTo>
                    <a:pt x="5089904" y="987251"/>
                  </a:lnTo>
                  <a:lnTo>
                    <a:pt x="5090031" y="987251"/>
                  </a:lnTo>
                  <a:lnTo>
                    <a:pt x="5090157" y="987251"/>
                  </a:lnTo>
                  <a:lnTo>
                    <a:pt x="5090283" y="987251"/>
                  </a:lnTo>
                  <a:lnTo>
                    <a:pt x="5090409" y="987251"/>
                  </a:lnTo>
                  <a:lnTo>
                    <a:pt x="5090535" y="987251"/>
                  </a:lnTo>
                  <a:lnTo>
                    <a:pt x="5090535" y="981972"/>
                  </a:lnTo>
                  <a:lnTo>
                    <a:pt x="5090661" y="981972"/>
                  </a:lnTo>
                  <a:lnTo>
                    <a:pt x="5090787" y="981972"/>
                  </a:lnTo>
                  <a:lnTo>
                    <a:pt x="5090913" y="981972"/>
                  </a:lnTo>
                  <a:lnTo>
                    <a:pt x="5091039" y="981972"/>
                  </a:lnTo>
                  <a:lnTo>
                    <a:pt x="5091165" y="981972"/>
                  </a:lnTo>
                  <a:lnTo>
                    <a:pt x="5091291" y="981972"/>
                  </a:lnTo>
                  <a:lnTo>
                    <a:pt x="5091417" y="981972"/>
                  </a:lnTo>
                  <a:lnTo>
                    <a:pt x="5091544" y="981972"/>
                  </a:lnTo>
                  <a:lnTo>
                    <a:pt x="5091670" y="981972"/>
                  </a:lnTo>
                  <a:lnTo>
                    <a:pt x="5091796" y="981972"/>
                  </a:lnTo>
                  <a:lnTo>
                    <a:pt x="5091922" y="981972"/>
                  </a:lnTo>
                  <a:lnTo>
                    <a:pt x="5092048" y="981972"/>
                  </a:lnTo>
                  <a:lnTo>
                    <a:pt x="5092174" y="981972"/>
                  </a:lnTo>
                  <a:lnTo>
                    <a:pt x="5092300" y="981972"/>
                  </a:lnTo>
                  <a:lnTo>
                    <a:pt x="5092426" y="981972"/>
                  </a:lnTo>
                  <a:lnTo>
                    <a:pt x="5092552" y="981972"/>
                  </a:lnTo>
                  <a:lnTo>
                    <a:pt x="5092678" y="981972"/>
                  </a:lnTo>
                  <a:lnTo>
                    <a:pt x="5092804" y="981972"/>
                  </a:lnTo>
                  <a:lnTo>
                    <a:pt x="5092931" y="981972"/>
                  </a:lnTo>
                  <a:lnTo>
                    <a:pt x="5093057" y="981972"/>
                  </a:lnTo>
                  <a:lnTo>
                    <a:pt x="5093183" y="981972"/>
                  </a:lnTo>
                  <a:lnTo>
                    <a:pt x="5093309" y="981972"/>
                  </a:lnTo>
                  <a:lnTo>
                    <a:pt x="5093435" y="981972"/>
                  </a:lnTo>
                  <a:lnTo>
                    <a:pt x="5093561" y="981972"/>
                  </a:lnTo>
                  <a:lnTo>
                    <a:pt x="5093687" y="981972"/>
                  </a:lnTo>
                  <a:lnTo>
                    <a:pt x="5093813" y="981972"/>
                  </a:lnTo>
                  <a:lnTo>
                    <a:pt x="5093939" y="981972"/>
                  </a:lnTo>
                  <a:lnTo>
                    <a:pt x="5094065" y="981972"/>
                  </a:lnTo>
                  <a:lnTo>
                    <a:pt x="5094191" y="981972"/>
                  </a:lnTo>
                  <a:lnTo>
                    <a:pt x="5094317" y="981972"/>
                  </a:lnTo>
                  <a:lnTo>
                    <a:pt x="5094444" y="981972"/>
                  </a:lnTo>
                  <a:lnTo>
                    <a:pt x="5094570" y="981972"/>
                  </a:lnTo>
                  <a:lnTo>
                    <a:pt x="5094570" y="976692"/>
                  </a:lnTo>
                  <a:lnTo>
                    <a:pt x="5094696" y="976692"/>
                  </a:lnTo>
                  <a:lnTo>
                    <a:pt x="5094822" y="976692"/>
                  </a:lnTo>
                  <a:lnTo>
                    <a:pt x="5094948" y="976692"/>
                  </a:lnTo>
                  <a:lnTo>
                    <a:pt x="5095074" y="976692"/>
                  </a:lnTo>
                  <a:lnTo>
                    <a:pt x="5095200" y="976692"/>
                  </a:lnTo>
                  <a:lnTo>
                    <a:pt x="5095326" y="976692"/>
                  </a:lnTo>
                  <a:lnTo>
                    <a:pt x="5095452" y="976692"/>
                  </a:lnTo>
                  <a:lnTo>
                    <a:pt x="5095578" y="976692"/>
                  </a:lnTo>
                  <a:lnTo>
                    <a:pt x="5095704" y="976692"/>
                  </a:lnTo>
                  <a:lnTo>
                    <a:pt x="5095831" y="976692"/>
                  </a:lnTo>
                  <a:lnTo>
                    <a:pt x="5095957" y="976692"/>
                  </a:lnTo>
                  <a:lnTo>
                    <a:pt x="5096083" y="976692"/>
                  </a:lnTo>
                  <a:lnTo>
                    <a:pt x="5096209" y="976692"/>
                  </a:lnTo>
                  <a:lnTo>
                    <a:pt x="5096335" y="976692"/>
                  </a:lnTo>
                  <a:lnTo>
                    <a:pt x="5096461" y="976692"/>
                  </a:lnTo>
                  <a:lnTo>
                    <a:pt x="5096587" y="976692"/>
                  </a:lnTo>
                  <a:lnTo>
                    <a:pt x="5096713" y="976692"/>
                  </a:lnTo>
                  <a:lnTo>
                    <a:pt x="5096839" y="976692"/>
                  </a:lnTo>
                  <a:lnTo>
                    <a:pt x="5096965" y="976692"/>
                  </a:lnTo>
                  <a:lnTo>
                    <a:pt x="5097091" y="976692"/>
                  </a:lnTo>
                  <a:lnTo>
                    <a:pt x="5097218" y="976692"/>
                  </a:lnTo>
                  <a:lnTo>
                    <a:pt x="5097344" y="976692"/>
                  </a:lnTo>
                  <a:lnTo>
                    <a:pt x="5097470" y="976692"/>
                  </a:lnTo>
                  <a:lnTo>
                    <a:pt x="5097596" y="976692"/>
                  </a:lnTo>
                  <a:lnTo>
                    <a:pt x="5097722" y="976692"/>
                  </a:lnTo>
                  <a:lnTo>
                    <a:pt x="5097848" y="976692"/>
                  </a:lnTo>
                  <a:lnTo>
                    <a:pt x="5097974" y="976692"/>
                  </a:lnTo>
                  <a:lnTo>
                    <a:pt x="5098100" y="976692"/>
                  </a:lnTo>
                  <a:lnTo>
                    <a:pt x="5098226" y="976692"/>
                  </a:lnTo>
                  <a:lnTo>
                    <a:pt x="5098226" y="971413"/>
                  </a:lnTo>
                  <a:lnTo>
                    <a:pt x="5098352" y="971413"/>
                  </a:lnTo>
                  <a:lnTo>
                    <a:pt x="5098478" y="971413"/>
                  </a:lnTo>
                  <a:lnTo>
                    <a:pt x="5098604" y="971413"/>
                  </a:lnTo>
                  <a:lnTo>
                    <a:pt x="5098731" y="971413"/>
                  </a:lnTo>
                  <a:lnTo>
                    <a:pt x="5098857" y="971413"/>
                  </a:lnTo>
                  <a:lnTo>
                    <a:pt x="5098983" y="971413"/>
                  </a:lnTo>
                  <a:lnTo>
                    <a:pt x="5099109" y="971413"/>
                  </a:lnTo>
                  <a:lnTo>
                    <a:pt x="5099235" y="971413"/>
                  </a:lnTo>
                  <a:lnTo>
                    <a:pt x="5099361" y="971413"/>
                  </a:lnTo>
                  <a:lnTo>
                    <a:pt x="5099487" y="971413"/>
                  </a:lnTo>
                  <a:lnTo>
                    <a:pt x="5099613" y="971413"/>
                  </a:lnTo>
                  <a:lnTo>
                    <a:pt x="5099613" y="966134"/>
                  </a:lnTo>
                  <a:lnTo>
                    <a:pt x="5099739" y="966134"/>
                  </a:lnTo>
                  <a:lnTo>
                    <a:pt x="5099865" y="966134"/>
                  </a:lnTo>
                  <a:lnTo>
                    <a:pt x="5099991" y="966134"/>
                  </a:lnTo>
                  <a:lnTo>
                    <a:pt x="5100118" y="966134"/>
                  </a:lnTo>
                  <a:lnTo>
                    <a:pt x="5100244" y="966134"/>
                  </a:lnTo>
                  <a:lnTo>
                    <a:pt x="5100370" y="966134"/>
                  </a:lnTo>
                  <a:lnTo>
                    <a:pt x="5100496" y="966134"/>
                  </a:lnTo>
                  <a:lnTo>
                    <a:pt x="5100622" y="966134"/>
                  </a:lnTo>
                  <a:lnTo>
                    <a:pt x="5100748" y="966134"/>
                  </a:lnTo>
                  <a:lnTo>
                    <a:pt x="5100874" y="966134"/>
                  </a:lnTo>
                  <a:lnTo>
                    <a:pt x="5101000" y="966134"/>
                  </a:lnTo>
                  <a:lnTo>
                    <a:pt x="5101126" y="966134"/>
                  </a:lnTo>
                  <a:lnTo>
                    <a:pt x="5101252" y="966134"/>
                  </a:lnTo>
                  <a:lnTo>
                    <a:pt x="5101378" y="966134"/>
                  </a:lnTo>
                  <a:lnTo>
                    <a:pt x="5101504" y="966134"/>
                  </a:lnTo>
                  <a:lnTo>
                    <a:pt x="5101631" y="966134"/>
                  </a:lnTo>
                  <a:lnTo>
                    <a:pt x="5101757" y="966134"/>
                  </a:lnTo>
                  <a:lnTo>
                    <a:pt x="5101883" y="966134"/>
                  </a:lnTo>
                  <a:lnTo>
                    <a:pt x="5102009" y="966134"/>
                  </a:lnTo>
                  <a:lnTo>
                    <a:pt x="5102135" y="966134"/>
                  </a:lnTo>
                  <a:lnTo>
                    <a:pt x="5102261" y="966134"/>
                  </a:lnTo>
                  <a:lnTo>
                    <a:pt x="5102387" y="966134"/>
                  </a:lnTo>
                  <a:lnTo>
                    <a:pt x="5102513" y="966134"/>
                  </a:lnTo>
                  <a:lnTo>
                    <a:pt x="5102639" y="966134"/>
                  </a:lnTo>
                  <a:lnTo>
                    <a:pt x="5102765" y="966134"/>
                  </a:lnTo>
                  <a:lnTo>
                    <a:pt x="5102891" y="966134"/>
                  </a:lnTo>
                  <a:lnTo>
                    <a:pt x="5103018" y="966134"/>
                  </a:lnTo>
                  <a:lnTo>
                    <a:pt x="5103144" y="966134"/>
                  </a:lnTo>
                  <a:lnTo>
                    <a:pt x="5103270" y="966134"/>
                  </a:lnTo>
                  <a:lnTo>
                    <a:pt x="5103396" y="966134"/>
                  </a:lnTo>
                  <a:lnTo>
                    <a:pt x="5103522" y="966134"/>
                  </a:lnTo>
                  <a:lnTo>
                    <a:pt x="5103648" y="966134"/>
                  </a:lnTo>
                  <a:lnTo>
                    <a:pt x="5103774" y="966134"/>
                  </a:lnTo>
                  <a:lnTo>
                    <a:pt x="5103900" y="966134"/>
                  </a:lnTo>
                  <a:lnTo>
                    <a:pt x="5104026" y="966134"/>
                  </a:lnTo>
                  <a:lnTo>
                    <a:pt x="5104152" y="966134"/>
                  </a:lnTo>
                  <a:lnTo>
                    <a:pt x="5104278" y="966134"/>
                  </a:lnTo>
                  <a:lnTo>
                    <a:pt x="5104405" y="966134"/>
                  </a:lnTo>
                  <a:lnTo>
                    <a:pt x="5104531" y="966134"/>
                  </a:lnTo>
                  <a:lnTo>
                    <a:pt x="5104657" y="966134"/>
                  </a:lnTo>
                  <a:lnTo>
                    <a:pt x="5104783" y="966134"/>
                  </a:lnTo>
                  <a:lnTo>
                    <a:pt x="5104909" y="966134"/>
                  </a:lnTo>
                  <a:lnTo>
                    <a:pt x="5105035" y="966134"/>
                  </a:lnTo>
                  <a:lnTo>
                    <a:pt x="5105161" y="966134"/>
                  </a:lnTo>
                  <a:lnTo>
                    <a:pt x="5105287" y="966134"/>
                  </a:lnTo>
                  <a:lnTo>
                    <a:pt x="5105413" y="966134"/>
                  </a:lnTo>
                  <a:lnTo>
                    <a:pt x="5105539" y="966134"/>
                  </a:lnTo>
                  <a:lnTo>
                    <a:pt x="5105665" y="966134"/>
                  </a:lnTo>
                  <a:lnTo>
                    <a:pt x="5105665" y="960854"/>
                  </a:lnTo>
                  <a:lnTo>
                    <a:pt x="5105791" y="960854"/>
                  </a:lnTo>
                  <a:lnTo>
                    <a:pt x="5105918" y="960854"/>
                  </a:lnTo>
                  <a:lnTo>
                    <a:pt x="5106044" y="960854"/>
                  </a:lnTo>
                  <a:lnTo>
                    <a:pt x="5106170" y="960854"/>
                  </a:lnTo>
                  <a:lnTo>
                    <a:pt x="5106296" y="960854"/>
                  </a:lnTo>
                  <a:lnTo>
                    <a:pt x="5106422" y="960854"/>
                  </a:lnTo>
                  <a:lnTo>
                    <a:pt x="5106548" y="960854"/>
                  </a:lnTo>
                  <a:lnTo>
                    <a:pt x="5106674" y="960854"/>
                  </a:lnTo>
                  <a:lnTo>
                    <a:pt x="5106800" y="960854"/>
                  </a:lnTo>
                  <a:lnTo>
                    <a:pt x="5106926" y="960854"/>
                  </a:lnTo>
                  <a:lnTo>
                    <a:pt x="5107052" y="960854"/>
                  </a:lnTo>
                  <a:lnTo>
                    <a:pt x="5107178" y="960854"/>
                  </a:lnTo>
                  <a:lnTo>
                    <a:pt x="5107305" y="960854"/>
                  </a:lnTo>
                  <a:lnTo>
                    <a:pt x="5107431" y="960854"/>
                  </a:lnTo>
                  <a:lnTo>
                    <a:pt x="5107557" y="960854"/>
                  </a:lnTo>
                  <a:lnTo>
                    <a:pt x="5107683" y="960854"/>
                  </a:lnTo>
                  <a:lnTo>
                    <a:pt x="5107809" y="960854"/>
                  </a:lnTo>
                  <a:lnTo>
                    <a:pt x="5107935" y="960854"/>
                  </a:lnTo>
                  <a:lnTo>
                    <a:pt x="5108061" y="960854"/>
                  </a:lnTo>
                  <a:lnTo>
                    <a:pt x="5108187" y="960854"/>
                  </a:lnTo>
                  <a:lnTo>
                    <a:pt x="5108313" y="960854"/>
                  </a:lnTo>
                  <a:lnTo>
                    <a:pt x="5108439" y="960854"/>
                  </a:lnTo>
                  <a:lnTo>
                    <a:pt x="5108565" y="960854"/>
                  </a:lnTo>
                  <a:lnTo>
                    <a:pt x="5108691" y="960854"/>
                  </a:lnTo>
                  <a:lnTo>
                    <a:pt x="5108818" y="960854"/>
                  </a:lnTo>
                  <a:lnTo>
                    <a:pt x="5108944" y="960854"/>
                  </a:lnTo>
                  <a:lnTo>
                    <a:pt x="5109070" y="960854"/>
                  </a:lnTo>
                  <a:lnTo>
                    <a:pt x="5109196" y="960854"/>
                  </a:lnTo>
                  <a:lnTo>
                    <a:pt x="5109322" y="960854"/>
                  </a:lnTo>
                  <a:lnTo>
                    <a:pt x="5109448" y="960854"/>
                  </a:lnTo>
                  <a:lnTo>
                    <a:pt x="5109574" y="960854"/>
                  </a:lnTo>
                  <a:lnTo>
                    <a:pt x="5109700" y="960854"/>
                  </a:lnTo>
                  <a:lnTo>
                    <a:pt x="5109826" y="960854"/>
                  </a:lnTo>
                  <a:lnTo>
                    <a:pt x="5109952" y="960854"/>
                  </a:lnTo>
                  <a:lnTo>
                    <a:pt x="5110078" y="960854"/>
                  </a:lnTo>
                  <a:lnTo>
                    <a:pt x="5110205" y="960854"/>
                  </a:lnTo>
                  <a:lnTo>
                    <a:pt x="5110331" y="960854"/>
                  </a:lnTo>
                  <a:lnTo>
                    <a:pt x="5110457" y="960854"/>
                  </a:lnTo>
                  <a:lnTo>
                    <a:pt x="5110583" y="960854"/>
                  </a:lnTo>
                  <a:lnTo>
                    <a:pt x="5110583" y="955575"/>
                  </a:lnTo>
                  <a:lnTo>
                    <a:pt x="5110709" y="955575"/>
                  </a:lnTo>
                  <a:lnTo>
                    <a:pt x="5110835" y="955575"/>
                  </a:lnTo>
                  <a:lnTo>
                    <a:pt x="5110961" y="955575"/>
                  </a:lnTo>
                  <a:lnTo>
                    <a:pt x="5111087" y="955575"/>
                  </a:lnTo>
                  <a:lnTo>
                    <a:pt x="5111213" y="955575"/>
                  </a:lnTo>
                  <a:lnTo>
                    <a:pt x="5111339" y="955575"/>
                  </a:lnTo>
                  <a:lnTo>
                    <a:pt x="5111465" y="955575"/>
                  </a:lnTo>
                  <a:lnTo>
                    <a:pt x="5111592" y="955575"/>
                  </a:lnTo>
                  <a:lnTo>
                    <a:pt x="5111718" y="955575"/>
                  </a:lnTo>
                  <a:lnTo>
                    <a:pt x="5111844" y="955575"/>
                  </a:lnTo>
                  <a:lnTo>
                    <a:pt x="5111970" y="955575"/>
                  </a:lnTo>
                  <a:lnTo>
                    <a:pt x="5112096" y="955575"/>
                  </a:lnTo>
                  <a:lnTo>
                    <a:pt x="5112222" y="955575"/>
                  </a:lnTo>
                  <a:lnTo>
                    <a:pt x="5112348" y="955575"/>
                  </a:lnTo>
                  <a:lnTo>
                    <a:pt x="5112474" y="955575"/>
                  </a:lnTo>
                  <a:lnTo>
                    <a:pt x="5112600" y="955575"/>
                  </a:lnTo>
                  <a:lnTo>
                    <a:pt x="5112726" y="955575"/>
                  </a:lnTo>
                  <a:lnTo>
                    <a:pt x="5112852" y="955575"/>
                  </a:lnTo>
                  <a:lnTo>
                    <a:pt x="5112978" y="955575"/>
                  </a:lnTo>
                  <a:lnTo>
                    <a:pt x="5113105" y="955575"/>
                  </a:lnTo>
                  <a:lnTo>
                    <a:pt x="5113231" y="955575"/>
                  </a:lnTo>
                  <a:lnTo>
                    <a:pt x="5113357" y="955575"/>
                  </a:lnTo>
                  <a:lnTo>
                    <a:pt x="5113483" y="955575"/>
                  </a:lnTo>
                  <a:lnTo>
                    <a:pt x="5113609" y="955575"/>
                  </a:lnTo>
                  <a:lnTo>
                    <a:pt x="5113735" y="955575"/>
                  </a:lnTo>
                  <a:lnTo>
                    <a:pt x="5113861" y="955575"/>
                  </a:lnTo>
                  <a:lnTo>
                    <a:pt x="5113987" y="955575"/>
                  </a:lnTo>
                  <a:lnTo>
                    <a:pt x="5114113" y="955575"/>
                  </a:lnTo>
                  <a:lnTo>
                    <a:pt x="5114239" y="955575"/>
                  </a:lnTo>
                  <a:lnTo>
                    <a:pt x="5114365" y="955575"/>
                  </a:lnTo>
                  <a:lnTo>
                    <a:pt x="5114492" y="955575"/>
                  </a:lnTo>
                  <a:lnTo>
                    <a:pt x="5114618" y="955575"/>
                  </a:lnTo>
                  <a:lnTo>
                    <a:pt x="5114744" y="955575"/>
                  </a:lnTo>
                  <a:lnTo>
                    <a:pt x="5114870" y="955575"/>
                  </a:lnTo>
                  <a:lnTo>
                    <a:pt x="5114996" y="955575"/>
                  </a:lnTo>
                  <a:lnTo>
                    <a:pt x="5115122" y="955575"/>
                  </a:lnTo>
                  <a:lnTo>
                    <a:pt x="5115248" y="955575"/>
                  </a:lnTo>
                  <a:lnTo>
                    <a:pt x="5115374" y="955575"/>
                  </a:lnTo>
                  <a:lnTo>
                    <a:pt x="5115500" y="955575"/>
                  </a:lnTo>
                  <a:lnTo>
                    <a:pt x="5115626" y="955575"/>
                  </a:lnTo>
                  <a:lnTo>
                    <a:pt x="5115752" y="955575"/>
                  </a:lnTo>
                  <a:lnTo>
                    <a:pt x="5115878" y="955575"/>
                  </a:lnTo>
                  <a:lnTo>
                    <a:pt x="5116005" y="955575"/>
                  </a:lnTo>
                  <a:lnTo>
                    <a:pt x="5116131" y="955575"/>
                  </a:lnTo>
                  <a:lnTo>
                    <a:pt x="5116257" y="955575"/>
                  </a:lnTo>
                  <a:lnTo>
                    <a:pt x="5116383" y="955575"/>
                  </a:lnTo>
                  <a:lnTo>
                    <a:pt x="5116509" y="955575"/>
                  </a:lnTo>
                  <a:lnTo>
                    <a:pt x="5116635" y="955575"/>
                  </a:lnTo>
                  <a:lnTo>
                    <a:pt x="5116761" y="955575"/>
                  </a:lnTo>
                  <a:lnTo>
                    <a:pt x="5116887" y="955575"/>
                  </a:lnTo>
                  <a:lnTo>
                    <a:pt x="5117013" y="955575"/>
                  </a:lnTo>
                  <a:lnTo>
                    <a:pt x="5117139" y="955575"/>
                  </a:lnTo>
                  <a:lnTo>
                    <a:pt x="5117265" y="955575"/>
                  </a:lnTo>
                  <a:lnTo>
                    <a:pt x="5117392" y="955575"/>
                  </a:lnTo>
                  <a:lnTo>
                    <a:pt x="5117518" y="955575"/>
                  </a:lnTo>
                  <a:lnTo>
                    <a:pt x="5117644" y="955575"/>
                  </a:lnTo>
                  <a:lnTo>
                    <a:pt x="5117770" y="955575"/>
                  </a:lnTo>
                  <a:lnTo>
                    <a:pt x="5117896" y="955575"/>
                  </a:lnTo>
                  <a:lnTo>
                    <a:pt x="5118022" y="955575"/>
                  </a:lnTo>
                  <a:lnTo>
                    <a:pt x="5118148" y="955575"/>
                  </a:lnTo>
                  <a:lnTo>
                    <a:pt x="5118274" y="955575"/>
                  </a:lnTo>
                  <a:lnTo>
                    <a:pt x="5118400" y="955575"/>
                  </a:lnTo>
                  <a:lnTo>
                    <a:pt x="5118526" y="955575"/>
                  </a:lnTo>
                  <a:lnTo>
                    <a:pt x="5118652" y="955575"/>
                  </a:lnTo>
                  <a:lnTo>
                    <a:pt x="5118778" y="955575"/>
                  </a:lnTo>
                  <a:lnTo>
                    <a:pt x="5118905" y="955575"/>
                  </a:lnTo>
                  <a:lnTo>
                    <a:pt x="5119031" y="955575"/>
                  </a:lnTo>
                  <a:lnTo>
                    <a:pt x="5119157" y="955575"/>
                  </a:lnTo>
                  <a:lnTo>
                    <a:pt x="5119283" y="955575"/>
                  </a:lnTo>
                  <a:lnTo>
                    <a:pt x="5119409" y="955575"/>
                  </a:lnTo>
                  <a:lnTo>
                    <a:pt x="5119535" y="955575"/>
                  </a:lnTo>
                  <a:lnTo>
                    <a:pt x="5119661" y="955575"/>
                  </a:lnTo>
                  <a:lnTo>
                    <a:pt x="5119787" y="955575"/>
                  </a:lnTo>
                  <a:lnTo>
                    <a:pt x="5119913" y="955575"/>
                  </a:lnTo>
                  <a:lnTo>
                    <a:pt x="5120039" y="955575"/>
                  </a:lnTo>
                  <a:lnTo>
                    <a:pt x="5120165" y="955575"/>
                  </a:lnTo>
                  <a:lnTo>
                    <a:pt x="5120292" y="955575"/>
                  </a:lnTo>
                  <a:lnTo>
                    <a:pt x="5120418" y="955575"/>
                  </a:lnTo>
                  <a:lnTo>
                    <a:pt x="5120544" y="955575"/>
                  </a:lnTo>
                  <a:lnTo>
                    <a:pt x="5120670" y="955575"/>
                  </a:lnTo>
                  <a:lnTo>
                    <a:pt x="5120796" y="955575"/>
                  </a:lnTo>
                  <a:lnTo>
                    <a:pt x="5120922" y="955575"/>
                  </a:lnTo>
                  <a:lnTo>
                    <a:pt x="5121048" y="955575"/>
                  </a:lnTo>
                  <a:lnTo>
                    <a:pt x="5121174" y="955575"/>
                  </a:lnTo>
                  <a:lnTo>
                    <a:pt x="5121300" y="955575"/>
                  </a:lnTo>
                  <a:lnTo>
                    <a:pt x="5121426" y="955575"/>
                  </a:lnTo>
                  <a:lnTo>
                    <a:pt x="5121552" y="955575"/>
                  </a:lnTo>
                  <a:lnTo>
                    <a:pt x="5121552" y="950295"/>
                  </a:lnTo>
                  <a:lnTo>
                    <a:pt x="5121679" y="950295"/>
                  </a:lnTo>
                  <a:lnTo>
                    <a:pt x="5121805" y="950295"/>
                  </a:lnTo>
                  <a:lnTo>
                    <a:pt x="5121931" y="950295"/>
                  </a:lnTo>
                  <a:lnTo>
                    <a:pt x="5122057" y="950295"/>
                  </a:lnTo>
                  <a:lnTo>
                    <a:pt x="5122183" y="950295"/>
                  </a:lnTo>
                  <a:lnTo>
                    <a:pt x="5122309" y="950295"/>
                  </a:lnTo>
                  <a:lnTo>
                    <a:pt x="5122435" y="950295"/>
                  </a:lnTo>
                  <a:lnTo>
                    <a:pt x="5122561" y="950295"/>
                  </a:lnTo>
                  <a:lnTo>
                    <a:pt x="5122687" y="950295"/>
                  </a:lnTo>
                  <a:lnTo>
                    <a:pt x="5122813" y="950295"/>
                  </a:lnTo>
                  <a:lnTo>
                    <a:pt x="5122939" y="950295"/>
                  </a:lnTo>
                  <a:lnTo>
                    <a:pt x="5123065" y="950295"/>
                  </a:lnTo>
                  <a:lnTo>
                    <a:pt x="5123192" y="950295"/>
                  </a:lnTo>
                  <a:lnTo>
                    <a:pt x="5123318" y="950295"/>
                  </a:lnTo>
                  <a:lnTo>
                    <a:pt x="5123444" y="950295"/>
                  </a:lnTo>
                  <a:lnTo>
                    <a:pt x="5123570" y="950295"/>
                  </a:lnTo>
                  <a:lnTo>
                    <a:pt x="5123696" y="950295"/>
                  </a:lnTo>
                  <a:lnTo>
                    <a:pt x="5123822" y="950295"/>
                  </a:lnTo>
                  <a:lnTo>
                    <a:pt x="5123948" y="950295"/>
                  </a:lnTo>
                  <a:lnTo>
                    <a:pt x="5124074" y="950295"/>
                  </a:lnTo>
                  <a:lnTo>
                    <a:pt x="5124200" y="950295"/>
                  </a:lnTo>
                  <a:lnTo>
                    <a:pt x="5124326" y="950295"/>
                  </a:lnTo>
                  <a:lnTo>
                    <a:pt x="5124452" y="950295"/>
                  </a:lnTo>
                  <a:lnTo>
                    <a:pt x="5124579" y="950295"/>
                  </a:lnTo>
                  <a:lnTo>
                    <a:pt x="5124705" y="950295"/>
                  </a:lnTo>
                  <a:lnTo>
                    <a:pt x="5124831" y="950295"/>
                  </a:lnTo>
                  <a:lnTo>
                    <a:pt x="5124957" y="950295"/>
                  </a:lnTo>
                  <a:lnTo>
                    <a:pt x="5125083" y="950295"/>
                  </a:lnTo>
                  <a:lnTo>
                    <a:pt x="5125209" y="950295"/>
                  </a:lnTo>
                  <a:lnTo>
                    <a:pt x="5125335" y="950295"/>
                  </a:lnTo>
                  <a:lnTo>
                    <a:pt x="5125461" y="950295"/>
                  </a:lnTo>
                  <a:lnTo>
                    <a:pt x="5125587" y="950295"/>
                  </a:lnTo>
                  <a:lnTo>
                    <a:pt x="5125713" y="950295"/>
                  </a:lnTo>
                  <a:lnTo>
                    <a:pt x="5125839" y="950295"/>
                  </a:lnTo>
                  <a:lnTo>
                    <a:pt x="5125965" y="950295"/>
                  </a:lnTo>
                  <a:lnTo>
                    <a:pt x="5126092" y="950295"/>
                  </a:lnTo>
                  <a:lnTo>
                    <a:pt x="5126218" y="950295"/>
                  </a:lnTo>
                  <a:lnTo>
                    <a:pt x="5126344" y="950295"/>
                  </a:lnTo>
                  <a:lnTo>
                    <a:pt x="5126470" y="950295"/>
                  </a:lnTo>
                  <a:lnTo>
                    <a:pt x="5126596" y="950295"/>
                  </a:lnTo>
                  <a:lnTo>
                    <a:pt x="5126722" y="950295"/>
                  </a:lnTo>
                  <a:lnTo>
                    <a:pt x="5126848" y="950295"/>
                  </a:lnTo>
                  <a:lnTo>
                    <a:pt x="5126974" y="950295"/>
                  </a:lnTo>
                  <a:lnTo>
                    <a:pt x="5127100" y="950295"/>
                  </a:lnTo>
                  <a:lnTo>
                    <a:pt x="5127226" y="950295"/>
                  </a:lnTo>
                  <a:lnTo>
                    <a:pt x="5127352" y="950295"/>
                  </a:lnTo>
                  <a:lnTo>
                    <a:pt x="5127479" y="950295"/>
                  </a:lnTo>
                  <a:lnTo>
                    <a:pt x="5127605" y="950295"/>
                  </a:lnTo>
                  <a:lnTo>
                    <a:pt x="5127731" y="950295"/>
                  </a:lnTo>
                  <a:lnTo>
                    <a:pt x="5127857" y="950295"/>
                  </a:lnTo>
                  <a:lnTo>
                    <a:pt x="5127983" y="950295"/>
                  </a:lnTo>
                  <a:lnTo>
                    <a:pt x="5128109" y="950295"/>
                  </a:lnTo>
                  <a:lnTo>
                    <a:pt x="5128235" y="950295"/>
                  </a:lnTo>
                  <a:lnTo>
                    <a:pt x="5128361" y="950295"/>
                  </a:lnTo>
                  <a:lnTo>
                    <a:pt x="5128487" y="950295"/>
                  </a:lnTo>
                  <a:lnTo>
                    <a:pt x="5128613" y="950295"/>
                  </a:lnTo>
                  <a:lnTo>
                    <a:pt x="5128739" y="950295"/>
                  </a:lnTo>
                  <a:lnTo>
                    <a:pt x="5128866" y="950295"/>
                  </a:lnTo>
                  <a:lnTo>
                    <a:pt x="5128992" y="950295"/>
                  </a:lnTo>
                  <a:lnTo>
                    <a:pt x="5129118" y="950295"/>
                  </a:lnTo>
                  <a:lnTo>
                    <a:pt x="5129244" y="950295"/>
                  </a:lnTo>
                  <a:lnTo>
                    <a:pt x="5129370" y="950295"/>
                  </a:lnTo>
                  <a:lnTo>
                    <a:pt x="5129496" y="950295"/>
                  </a:lnTo>
                  <a:lnTo>
                    <a:pt x="5129622" y="950295"/>
                  </a:lnTo>
                  <a:lnTo>
                    <a:pt x="5129748" y="950295"/>
                  </a:lnTo>
                  <a:lnTo>
                    <a:pt x="5129874" y="950295"/>
                  </a:lnTo>
                  <a:lnTo>
                    <a:pt x="5130000" y="950295"/>
                  </a:lnTo>
                  <a:lnTo>
                    <a:pt x="5130126" y="950295"/>
                  </a:lnTo>
                  <a:lnTo>
                    <a:pt x="5130252" y="950295"/>
                  </a:lnTo>
                  <a:lnTo>
                    <a:pt x="5130379" y="950295"/>
                  </a:lnTo>
                  <a:lnTo>
                    <a:pt x="5130505" y="950295"/>
                  </a:lnTo>
                  <a:lnTo>
                    <a:pt x="5130631" y="950295"/>
                  </a:lnTo>
                  <a:lnTo>
                    <a:pt x="5130757" y="950295"/>
                  </a:lnTo>
                  <a:lnTo>
                    <a:pt x="5130883" y="950295"/>
                  </a:lnTo>
                  <a:lnTo>
                    <a:pt x="5131009" y="950295"/>
                  </a:lnTo>
                  <a:lnTo>
                    <a:pt x="5131135" y="950295"/>
                  </a:lnTo>
                  <a:lnTo>
                    <a:pt x="5131261" y="950295"/>
                  </a:lnTo>
                  <a:lnTo>
                    <a:pt x="5131387" y="950295"/>
                  </a:lnTo>
                  <a:lnTo>
                    <a:pt x="5131513" y="950295"/>
                  </a:lnTo>
                  <a:lnTo>
                    <a:pt x="5131639" y="950295"/>
                  </a:lnTo>
                  <a:lnTo>
                    <a:pt x="5131766" y="950295"/>
                  </a:lnTo>
                  <a:lnTo>
                    <a:pt x="5131892" y="950295"/>
                  </a:lnTo>
                  <a:lnTo>
                    <a:pt x="5132018" y="950295"/>
                  </a:lnTo>
                  <a:lnTo>
                    <a:pt x="5132144" y="950295"/>
                  </a:lnTo>
                  <a:lnTo>
                    <a:pt x="5132144" y="945016"/>
                  </a:lnTo>
                  <a:lnTo>
                    <a:pt x="5132270" y="945016"/>
                  </a:lnTo>
                  <a:lnTo>
                    <a:pt x="5132396" y="945016"/>
                  </a:lnTo>
                  <a:lnTo>
                    <a:pt x="5132522" y="945016"/>
                  </a:lnTo>
                  <a:lnTo>
                    <a:pt x="5132648" y="945016"/>
                  </a:lnTo>
                  <a:lnTo>
                    <a:pt x="5132774" y="945016"/>
                  </a:lnTo>
                  <a:lnTo>
                    <a:pt x="5132900" y="945016"/>
                  </a:lnTo>
                  <a:lnTo>
                    <a:pt x="5133026" y="945016"/>
                  </a:lnTo>
                  <a:lnTo>
                    <a:pt x="5133152" y="945016"/>
                  </a:lnTo>
                  <a:lnTo>
                    <a:pt x="5133279" y="945016"/>
                  </a:lnTo>
                  <a:lnTo>
                    <a:pt x="5133405" y="945016"/>
                  </a:lnTo>
                  <a:lnTo>
                    <a:pt x="5133531" y="945016"/>
                  </a:lnTo>
                  <a:lnTo>
                    <a:pt x="5133657" y="945016"/>
                  </a:lnTo>
                  <a:lnTo>
                    <a:pt x="5133783" y="945016"/>
                  </a:lnTo>
                  <a:lnTo>
                    <a:pt x="5133909" y="945016"/>
                  </a:lnTo>
                  <a:lnTo>
                    <a:pt x="5134035" y="945016"/>
                  </a:lnTo>
                  <a:lnTo>
                    <a:pt x="5134161" y="945016"/>
                  </a:lnTo>
                  <a:lnTo>
                    <a:pt x="5134287" y="945016"/>
                  </a:lnTo>
                  <a:lnTo>
                    <a:pt x="5134413" y="945016"/>
                  </a:lnTo>
                  <a:lnTo>
                    <a:pt x="5134539" y="945016"/>
                  </a:lnTo>
                  <a:lnTo>
                    <a:pt x="5134666" y="945016"/>
                  </a:lnTo>
                  <a:lnTo>
                    <a:pt x="5134792" y="945016"/>
                  </a:lnTo>
                  <a:lnTo>
                    <a:pt x="5134918" y="945016"/>
                  </a:lnTo>
                  <a:lnTo>
                    <a:pt x="5135044" y="945016"/>
                  </a:lnTo>
                  <a:lnTo>
                    <a:pt x="5135170" y="945016"/>
                  </a:lnTo>
                  <a:lnTo>
                    <a:pt x="5135296" y="945016"/>
                  </a:lnTo>
                  <a:lnTo>
                    <a:pt x="5135422" y="945016"/>
                  </a:lnTo>
                  <a:lnTo>
                    <a:pt x="5135548" y="945016"/>
                  </a:lnTo>
                  <a:lnTo>
                    <a:pt x="5135674" y="945016"/>
                  </a:lnTo>
                  <a:lnTo>
                    <a:pt x="5135800" y="945016"/>
                  </a:lnTo>
                  <a:lnTo>
                    <a:pt x="5135926" y="945016"/>
                  </a:lnTo>
                  <a:lnTo>
                    <a:pt x="5136053" y="945016"/>
                  </a:lnTo>
                  <a:lnTo>
                    <a:pt x="5136179" y="945016"/>
                  </a:lnTo>
                  <a:lnTo>
                    <a:pt x="5136305" y="945016"/>
                  </a:lnTo>
                  <a:lnTo>
                    <a:pt x="5136431" y="945016"/>
                  </a:lnTo>
                  <a:lnTo>
                    <a:pt x="5136557" y="945016"/>
                  </a:lnTo>
                  <a:lnTo>
                    <a:pt x="5136683" y="945016"/>
                  </a:lnTo>
                  <a:lnTo>
                    <a:pt x="5136809" y="945016"/>
                  </a:lnTo>
                  <a:lnTo>
                    <a:pt x="5136935" y="945016"/>
                  </a:lnTo>
                  <a:lnTo>
                    <a:pt x="5137061" y="945016"/>
                  </a:lnTo>
                  <a:lnTo>
                    <a:pt x="5137187" y="945016"/>
                  </a:lnTo>
                  <a:lnTo>
                    <a:pt x="5137313" y="945016"/>
                  </a:lnTo>
                  <a:lnTo>
                    <a:pt x="5137439" y="945016"/>
                  </a:lnTo>
                  <a:lnTo>
                    <a:pt x="5137566" y="945016"/>
                  </a:lnTo>
                  <a:lnTo>
                    <a:pt x="5137692" y="945016"/>
                  </a:lnTo>
                  <a:lnTo>
                    <a:pt x="5137818" y="945016"/>
                  </a:lnTo>
                  <a:lnTo>
                    <a:pt x="5137944" y="945016"/>
                  </a:lnTo>
                  <a:lnTo>
                    <a:pt x="5138070" y="945016"/>
                  </a:lnTo>
                  <a:lnTo>
                    <a:pt x="5138196" y="945016"/>
                  </a:lnTo>
                  <a:lnTo>
                    <a:pt x="5138322" y="945016"/>
                  </a:lnTo>
                  <a:lnTo>
                    <a:pt x="5138448" y="945016"/>
                  </a:lnTo>
                  <a:lnTo>
                    <a:pt x="5138574" y="945016"/>
                  </a:lnTo>
                  <a:lnTo>
                    <a:pt x="5138700" y="945016"/>
                  </a:lnTo>
                  <a:lnTo>
                    <a:pt x="5138826" y="945016"/>
                  </a:lnTo>
                  <a:lnTo>
                    <a:pt x="5138953" y="945016"/>
                  </a:lnTo>
                  <a:lnTo>
                    <a:pt x="5139079" y="945016"/>
                  </a:lnTo>
                  <a:lnTo>
                    <a:pt x="5139205" y="945016"/>
                  </a:lnTo>
                  <a:lnTo>
                    <a:pt x="5139331" y="945016"/>
                  </a:lnTo>
                  <a:lnTo>
                    <a:pt x="5139457" y="945016"/>
                  </a:lnTo>
                  <a:lnTo>
                    <a:pt x="5139583" y="945016"/>
                  </a:lnTo>
                  <a:lnTo>
                    <a:pt x="5139709" y="945016"/>
                  </a:lnTo>
                  <a:lnTo>
                    <a:pt x="5139835" y="945016"/>
                  </a:lnTo>
                  <a:lnTo>
                    <a:pt x="5139961" y="945016"/>
                  </a:lnTo>
                  <a:lnTo>
                    <a:pt x="5140087" y="945016"/>
                  </a:lnTo>
                  <a:lnTo>
                    <a:pt x="5140213" y="945016"/>
                  </a:lnTo>
                  <a:lnTo>
                    <a:pt x="5140213" y="939736"/>
                  </a:lnTo>
                  <a:lnTo>
                    <a:pt x="5140339" y="939736"/>
                  </a:lnTo>
                  <a:lnTo>
                    <a:pt x="5140466" y="939736"/>
                  </a:lnTo>
                  <a:lnTo>
                    <a:pt x="5140592" y="939736"/>
                  </a:lnTo>
                  <a:lnTo>
                    <a:pt x="5140718" y="939736"/>
                  </a:lnTo>
                  <a:lnTo>
                    <a:pt x="5140844" y="939736"/>
                  </a:lnTo>
                  <a:lnTo>
                    <a:pt x="5140970" y="939736"/>
                  </a:lnTo>
                  <a:lnTo>
                    <a:pt x="5141096" y="939736"/>
                  </a:lnTo>
                  <a:lnTo>
                    <a:pt x="5141222" y="939736"/>
                  </a:lnTo>
                  <a:lnTo>
                    <a:pt x="5141348" y="939736"/>
                  </a:lnTo>
                  <a:lnTo>
                    <a:pt x="5141474" y="939736"/>
                  </a:lnTo>
                  <a:lnTo>
                    <a:pt x="5141600" y="939736"/>
                  </a:lnTo>
                  <a:lnTo>
                    <a:pt x="5141726" y="939736"/>
                  </a:lnTo>
                  <a:lnTo>
                    <a:pt x="5141853" y="939736"/>
                  </a:lnTo>
                  <a:lnTo>
                    <a:pt x="5141979" y="939736"/>
                  </a:lnTo>
                  <a:lnTo>
                    <a:pt x="5142105" y="939736"/>
                  </a:lnTo>
                  <a:lnTo>
                    <a:pt x="5142231" y="939736"/>
                  </a:lnTo>
                  <a:lnTo>
                    <a:pt x="5142357" y="939736"/>
                  </a:lnTo>
                  <a:lnTo>
                    <a:pt x="5142483" y="939736"/>
                  </a:lnTo>
                  <a:lnTo>
                    <a:pt x="5142609" y="939736"/>
                  </a:lnTo>
                  <a:lnTo>
                    <a:pt x="5142735" y="939736"/>
                  </a:lnTo>
                  <a:lnTo>
                    <a:pt x="5142861" y="939736"/>
                  </a:lnTo>
                  <a:lnTo>
                    <a:pt x="5142987" y="939736"/>
                  </a:lnTo>
                  <a:lnTo>
                    <a:pt x="5143113" y="939736"/>
                  </a:lnTo>
                  <a:lnTo>
                    <a:pt x="5143239" y="939736"/>
                  </a:lnTo>
                  <a:lnTo>
                    <a:pt x="5143366" y="939736"/>
                  </a:lnTo>
                  <a:lnTo>
                    <a:pt x="5143492" y="939736"/>
                  </a:lnTo>
                  <a:lnTo>
                    <a:pt x="5143618" y="939736"/>
                  </a:lnTo>
                  <a:lnTo>
                    <a:pt x="5143744" y="939736"/>
                  </a:lnTo>
                  <a:lnTo>
                    <a:pt x="5143870" y="939736"/>
                  </a:lnTo>
                  <a:lnTo>
                    <a:pt x="5143996" y="939736"/>
                  </a:lnTo>
                  <a:lnTo>
                    <a:pt x="5144122" y="939736"/>
                  </a:lnTo>
                  <a:lnTo>
                    <a:pt x="5144248" y="939736"/>
                  </a:lnTo>
                  <a:lnTo>
                    <a:pt x="5144374" y="939736"/>
                  </a:lnTo>
                  <a:lnTo>
                    <a:pt x="5144500" y="939736"/>
                  </a:lnTo>
                  <a:lnTo>
                    <a:pt x="5144626" y="939736"/>
                  </a:lnTo>
                  <a:lnTo>
                    <a:pt x="5144753" y="939736"/>
                  </a:lnTo>
                  <a:lnTo>
                    <a:pt x="5144879" y="939736"/>
                  </a:lnTo>
                  <a:lnTo>
                    <a:pt x="5145005" y="939736"/>
                  </a:lnTo>
                  <a:lnTo>
                    <a:pt x="5145131" y="939736"/>
                  </a:lnTo>
                  <a:lnTo>
                    <a:pt x="5145257" y="939736"/>
                  </a:lnTo>
                  <a:lnTo>
                    <a:pt x="5145383" y="939736"/>
                  </a:lnTo>
                  <a:lnTo>
                    <a:pt x="5145509" y="939736"/>
                  </a:lnTo>
                  <a:lnTo>
                    <a:pt x="5145635" y="939736"/>
                  </a:lnTo>
                  <a:lnTo>
                    <a:pt x="5145761" y="939736"/>
                  </a:lnTo>
                  <a:lnTo>
                    <a:pt x="5145887" y="939736"/>
                  </a:lnTo>
                  <a:lnTo>
                    <a:pt x="5146013" y="939736"/>
                  </a:lnTo>
                  <a:lnTo>
                    <a:pt x="5146140" y="939736"/>
                  </a:lnTo>
                  <a:lnTo>
                    <a:pt x="5146266" y="939736"/>
                  </a:lnTo>
                  <a:lnTo>
                    <a:pt x="5146392" y="939736"/>
                  </a:lnTo>
                  <a:lnTo>
                    <a:pt x="5146518" y="939736"/>
                  </a:lnTo>
                  <a:lnTo>
                    <a:pt x="5146644" y="939736"/>
                  </a:lnTo>
                  <a:lnTo>
                    <a:pt x="5146770" y="939736"/>
                  </a:lnTo>
                  <a:lnTo>
                    <a:pt x="5146896" y="939736"/>
                  </a:lnTo>
                  <a:lnTo>
                    <a:pt x="5147022" y="939736"/>
                  </a:lnTo>
                  <a:lnTo>
                    <a:pt x="5147148" y="939736"/>
                  </a:lnTo>
                  <a:lnTo>
                    <a:pt x="5147274" y="939736"/>
                  </a:lnTo>
                  <a:lnTo>
                    <a:pt x="5147400" y="939736"/>
                  </a:lnTo>
                  <a:lnTo>
                    <a:pt x="5147526" y="939736"/>
                  </a:lnTo>
                  <a:lnTo>
                    <a:pt x="5147653" y="939736"/>
                  </a:lnTo>
                  <a:lnTo>
                    <a:pt x="5147779" y="939736"/>
                  </a:lnTo>
                  <a:lnTo>
                    <a:pt x="5147905" y="939736"/>
                  </a:lnTo>
                  <a:lnTo>
                    <a:pt x="5148031" y="939736"/>
                  </a:lnTo>
                  <a:lnTo>
                    <a:pt x="5148157" y="939736"/>
                  </a:lnTo>
                  <a:lnTo>
                    <a:pt x="5148283" y="939736"/>
                  </a:lnTo>
                  <a:lnTo>
                    <a:pt x="5148409" y="939736"/>
                  </a:lnTo>
                  <a:lnTo>
                    <a:pt x="5148535" y="939736"/>
                  </a:lnTo>
                  <a:lnTo>
                    <a:pt x="5148661" y="939736"/>
                  </a:lnTo>
                  <a:lnTo>
                    <a:pt x="5148787" y="939736"/>
                  </a:lnTo>
                  <a:lnTo>
                    <a:pt x="5148913" y="939736"/>
                  </a:lnTo>
                  <a:lnTo>
                    <a:pt x="5149040" y="939736"/>
                  </a:lnTo>
                  <a:lnTo>
                    <a:pt x="5149166" y="939736"/>
                  </a:lnTo>
                  <a:lnTo>
                    <a:pt x="5149292" y="939736"/>
                  </a:lnTo>
                  <a:lnTo>
                    <a:pt x="5149418" y="939736"/>
                  </a:lnTo>
                  <a:lnTo>
                    <a:pt x="5149544" y="939736"/>
                  </a:lnTo>
                  <a:lnTo>
                    <a:pt x="5149670" y="939736"/>
                  </a:lnTo>
                  <a:lnTo>
                    <a:pt x="5149796" y="939736"/>
                  </a:lnTo>
                  <a:lnTo>
                    <a:pt x="5149922" y="939736"/>
                  </a:lnTo>
                  <a:lnTo>
                    <a:pt x="5150048" y="939736"/>
                  </a:lnTo>
                  <a:lnTo>
                    <a:pt x="5150174" y="939736"/>
                  </a:lnTo>
                  <a:lnTo>
                    <a:pt x="5150300" y="939736"/>
                  </a:lnTo>
                  <a:lnTo>
                    <a:pt x="5150426" y="939736"/>
                  </a:lnTo>
                  <a:lnTo>
                    <a:pt x="5150553" y="939736"/>
                  </a:lnTo>
                  <a:lnTo>
                    <a:pt x="5150679" y="939736"/>
                  </a:lnTo>
                  <a:lnTo>
                    <a:pt x="5150805" y="939736"/>
                  </a:lnTo>
                  <a:lnTo>
                    <a:pt x="5150931" y="939736"/>
                  </a:lnTo>
                  <a:lnTo>
                    <a:pt x="5151057" y="939736"/>
                  </a:lnTo>
                  <a:lnTo>
                    <a:pt x="5151183" y="939736"/>
                  </a:lnTo>
                  <a:lnTo>
                    <a:pt x="5151309" y="939736"/>
                  </a:lnTo>
                  <a:lnTo>
                    <a:pt x="5151435" y="939736"/>
                  </a:lnTo>
                  <a:lnTo>
                    <a:pt x="5151561" y="939736"/>
                  </a:lnTo>
                  <a:lnTo>
                    <a:pt x="5151687" y="939736"/>
                  </a:lnTo>
                  <a:lnTo>
                    <a:pt x="5151813" y="939736"/>
                  </a:lnTo>
                  <a:lnTo>
                    <a:pt x="5151940" y="939736"/>
                  </a:lnTo>
                  <a:lnTo>
                    <a:pt x="5152066" y="939736"/>
                  </a:lnTo>
                  <a:lnTo>
                    <a:pt x="5152192" y="939736"/>
                  </a:lnTo>
                  <a:lnTo>
                    <a:pt x="5152318" y="939736"/>
                  </a:lnTo>
                  <a:lnTo>
                    <a:pt x="5152444" y="939736"/>
                  </a:lnTo>
                  <a:lnTo>
                    <a:pt x="5152570" y="939736"/>
                  </a:lnTo>
                  <a:lnTo>
                    <a:pt x="5152696" y="939736"/>
                  </a:lnTo>
                  <a:lnTo>
                    <a:pt x="5152822" y="939736"/>
                  </a:lnTo>
                  <a:lnTo>
                    <a:pt x="5152948" y="939736"/>
                  </a:lnTo>
                  <a:lnTo>
                    <a:pt x="5153074" y="939736"/>
                  </a:lnTo>
                  <a:lnTo>
                    <a:pt x="5153200" y="939736"/>
                  </a:lnTo>
                  <a:lnTo>
                    <a:pt x="5153327" y="939736"/>
                  </a:lnTo>
                  <a:lnTo>
                    <a:pt x="5153453" y="939736"/>
                  </a:lnTo>
                  <a:lnTo>
                    <a:pt x="5153579" y="939736"/>
                  </a:lnTo>
                  <a:lnTo>
                    <a:pt x="5153705" y="939736"/>
                  </a:lnTo>
                  <a:lnTo>
                    <a:pt x="5153831" y="939736"/>
                  </a:lnTo>
                  <a:lnTo>
                    <a:pt x="5153957" y="939736"/>
                  </a:lnTo>
                  <a:lnTo>
                    <a:pt x="5154083" y="939736"/>
                  </a:lnTo>
                  <a:lnTo>
                    <a:pt x="5154209" y="939736"/>
                  </a:lnTo>
                  <a:lnTo>
                    <a:pt x="5154335" y="939736"/>
                  </a:lnTo>
                  <a:lnTo>
                    <a:pt x="5154461" y="939736"/>
                  </a:lnTo>
                  <a:lnTo>
                    <a:pt x="5154587" y="939736"/>
                  </a:lnTo>
                  <a:lnTo>
                    <a:pt x="5154713" y="939736"/>
                  </a:lnTo>
                  <a:lnTo>
                    <a:pt x="5154840" y="939736"/>
                  </a:lnTo>
                  <a:lnTo>
                    <a:pt x="5154966" y="939736"/>
                  </a:lnTo>
                  <a:lnTo>
                    <a:pt x="5155092" y="939736"/>
                  </a:lnTo>
                  <a:lnTo>
                    <a:pt x="5155218" y="939736"/>
                  </a:lnTo>
                  <a:lnTo>
                    <a:pt x="5155344" y="939736"/>
                  </a:lnTo>
                  <a:lnTo>
                    <a:pt x="5155344" y="934457"/>
                  </a:lnTo>
                  <a:lnTo>
                    <a:pt x="5155470" y="934457"/>
                  </a:lnTo>
                  <a:lnTo>
                    <a:pt x="5155596" y="934457"/>
                  </a:lnTo>
                  <a:lnTo>
                    <a:pt x="5155722" y="934457"/>
                  </a:lnTo>
                  <a:lnTo>
                    <a:pt x="5155848" y="934457"/>
                  </a:lnTo>
                  <a:lnTo>
                    <a:pt x="5155974" y="934457"/>
                  </a:lnTo>
                  <a:lnTo>
                    <a:pt x="5156100" y="934457"/>
                  </a:lnTo>
                  <a:lnTo>
                    <a:pt x="5156227" y="934457"/>
                  </a:lnTo>
                  <a:lnTo>
                    <a:pt x="5156353" y="934457"/>
                  </a:lnTo>
                  <a:lnTo>
                    <a:pt x="5156479" y="934457"/>
                  </a:lnTo>
                  <a:lnTo>
                    <a:pt x="5156605" y="934457"/>
                  </a:lnTo>
                  <a:lnTo>
                    <a:pt x="5156731" y="934457"/>
                  </a:lnTo>
                  <a:lnTo>
                    <a:pt x="5156857" y="934457"/>
                  </a:lnTo>
                  <a:lnTo>
                    <a:pt x="5156983" y="934457"/>
                  </a:lnTo>
                  <a:lnTo>
                    <a:pt x="5157109" y="934457"/>
                  </a:lnTo>
                  <a:lnTo>
                    <a:pt x="5157235" y="934457"/>
                  </a:lnTo>
                  <a:lnTo>
                    <a:pt x="5157361" y="934457"/>
                  </a:lnTo>
                  <a:lnTo>
                    <a:pt x="5157487" y="934457"/>
                  </a:lnTo>
                  <a:lnTo>
                    <a:pt x="5157613" y="934457"/>
                  </a:lnTo>
                  <a:lnTo>
                    <a:pt x="5157740" y="934457"/>
                  </a:lnTo>
                  <a:lnTo>
                    <a:pt x="5157866" y="934457"/>
                  </a:lnTo>
                  <a:lnTo>
                    <a:pt x="5157992" y="934457"/>
                  </a:lnTo>
                  <a:lnTo>
                    <a:pt x="5158118" y="934457"/>
                  </a:lnTo>
                  <a:lnTo>
                    <a:pt x="5158244" y="934457"/>
                  </a:lnTo>
                  <a:lnTo>
                    <a:pt x="5158370" y="934457"/>
                  </a:lnTo>
                  <a:lnTo>
                    <a:pt x="5158496" y="934457"/>
                  </a:lnTo>
                  <a:lnTo>
                    <a:pt x="5158622" y="934457"/>
                  </a:lnTo>
                  <a:lnTo>
                    <a:pt x="5158748" y="934457"/>
                  </a:lnTo>
                  <a:lnTo>
                    <a:pt x="5158874" y="934457"/>
                  </a:lnTo>
                  <a:lnTo>
                    <a:pt x="5159000" y="934457"/>
                  </a:lnTo>
                  <a:lnTo>
                    <a:pt x="5159127" y="934457"/>
                  </a:lnTo>
                  <a:lnTo>
                    <a:pt x="5159253" y="934457"/>
                  </a:lnTo>
                  <a:lnTo>
                    <a:pt x="5159379" y="934457"/>
                  </a:lnTo>
                  <a:lnTo>
                    <a:pt x="5159505" y="934457"/>
                  </a:lnTo>
                  <a:lnTo>
                    <a:pt x="5159631" y="934457"/>
                  </a:lnTo>
                  <a:lnTo>
                    <a:pt x="5159757" y="934457"/>
                  </a:lnTo>
                  <a:lnTo>
                    <a:pt x="5159883" y="934457"/>
                  </a:lnTo>
                  <a:lnTo>
                    <a:pt x="5160009" y="934457"/>
                  </a:lnTo>
                  <a:lnTo>
                    <a:pt x="5160135" y="934457"/>
                  </a:lnTo>
                  <a:lnTo>
                    <a:pt x="5160261" y="934457"/>
                  </a:lnTo>
                  <a:lnTo>
                    <a:pt x="5160387" y="934457"/>
                  </a:lnTo>
                  <a:lnTo>
                    <a:pt x="5160513" y="934457"/>
                  </a:lnTo>
                  <a:lnTo>
                    <a:pt x="5160640" y="934457"/>
                  </a:lnTo>
                  <a:lnTo>
                    <a:pt x="5160766" y="934457"/>
                  </a:lnTo>
                  <a:lnTo>
                    <a:pt x="5160892" y="934457"/>
                  </a:lnTo>
                  <a:lnTo>
                    <a:pt x="5161018" y="934457"/>
                  </a:lnTo>
                  <a:lnTo>
                    <a:pt x="5161144" y="934457"/>
                  </a:lnTo>
                  <a:lnTo>
                    <a:pt x="5161270" y="934457"/>
                  </a:lnTo>
                  <a:lnTo>
                    <a:pt x="5161396" y="934457"/>
                  </a:lnTo>
                  <a:lnTo>
                    <a:pt x="5161522" y="934457"/>
                  </a:lnTo>
                  <a:lnTo>
                    <a:pt x="5161648" y="934457"/>
                  </a:lnTo>
                  <a:lnTo>
                    <a:pt x="5161774" y="934457"/>
                  </a:lnTo>
                  <a:lnTo>
                    <a:pt x="5161900" y="934457"/>
                  </a:lnTo>
                  <a:lnTo>
                    <a:pt x="5162027" y="934457"/>
                  </a:lnTo>
                  <a:lnTo>
                    <a:pt x="5162153" y="934457"/>
                  </a:lnTo>
                  <a:lnTo>
                    <a:pt x="5162279" y="934457"/>
                  </a:lnTo>
                  <a:lnTo>
                    <a:pt x="5162405" y="934457"/>
                  </a:lnTo>
                  <a:lnTo>
                    <a:pt x="5162531" y="934457"/>
                  </a:lnTo>
                  <a:lnTo>
                    <a:pt x="5162657" y="934457"/>
                  </a:lnTo>
                  <a:lnTo>
                    <a:pt x="5162783" y="934457"/>
                  </a:lnTo>
                  <a:lnTo>
                    <a:pt x="5162909" y="934457"/>
                  </a:lnTo>
                  <a:lnTo>
                    <a:pt x="5163035" y="934457"/>
                  </a:lnTo>
                  <a:lnTo>
                    <a:pt x="5163161" y="934457"/>
                  </a:lnTo>
                  <a:lnTo>
                    <a:pt x="5163287" y="934457"/>
                  </a:lnTo>
                  <a:lnTo>
                    <a:pt x="5163414" y="934457"/>
                  </a:lnTo>
                  <a:lnTo>
                    <a:pt x="5163540" y="934457"/>
                  </a:lnTo>
                  <a:lnTo>
                    <a:pt x="5163666" y="934457"/>
                  </a:lnTo>
                  <a:lnTo>
                    <a:pt x="5163792" y="934457"/>
                  </a:lnTo>
                  <a:lnTo>
                    <a:pt x="5163918" y="934457"/>
                  </a:lnTo>
                  <a:lnTo>
                    <a:pt x="5164044" y="934457"/>
                  </a:lnTo>
                  <a:lnTo>
                    <a:pt x="5164170" y="934457"/>
                  </a:lnTo>
                  <a:lnTo>
                    <a:pt x="5164296" y="934457"/>
                  </a:lnTo>
                  <a:lnTo>
                    <a:pt x="5164422" y="934457"/>
                  </a:lnTo>
                  <a:lnTo>
                    <a:pt x="5164548" y="934457"/>
                  </a:lnTo>
                  <a:lnTo>
                    <a:pt x="5164674" y="934457"/>
                  </a:lnTo>
                  <a:lnTo>
                    <a:pt x="5164800" y="934457"/>
                  </a:lnTo>
                  <a:lnTo>
                    <a:pt x="5164927" y="934457"/>
                  </a:lnTo>
                  <a:lnTo>
                    <a:pt x="5165053" y="934457"/>
                  </a:lnTo>
                  <a:lnTo>
                    <a:pt x="5165179" y="934457"/>
                  </a:lnTo>
                  <a:lnTo>
                    <a:pt x="5165305" y="934457"/>
                  </a:lnTo>
                  <a:lnTo>
                    <a:pt x="5165431" y="934457"/>
                  </a:lnTo>
                  <a:lnTo>
                    <a:pt x="5165557" y="934457"/>
                  </a:lnTo>
                  <a:lnTo>
                    <a:pt x="5165683" y="934457"/>
                  </a:lnTo>
                  <a:lnTo>
                    <a:pt x="5165809" y="934457"/>
                  </a:lnTo>
                  <a:lnTo>
                    <a:pt x="5165935" y="934457"/>
                  </a:lnTo>
                  <a:lnTo>
                    <a:pt x="5166061" y="934457"/>
                  </a:lnTo>
                  <a:lnTo>
                    <a:pt x="5166187" y="934457"/>
                  </a:lnTo>
                  <a:lnTo>
                    <a:pt x="5166314" y="934457"/>
                  </a:lnTo>
                  <a:lnTo>
                    <a:pt x="5166440" y="934457"/>
                  </a:lnTo>
                  <a:lnTo>
                    <a:pt x="5166566" y="934457"/>
                  </a:lnTo>
                  <a:lnTo>
                    <a:pt x="5166692" y="934457"/>
                  </a:lnTo>
                  <a:lnTo>
                    <a:pt x="5166818" y="934457"/>
                  </a:lnTo>
                  <a:lnTo>
                    <a:pt x="5166944" y="934457"/>
                  </a:lnTo>
                  <a:lnTo>
                    <a:pt x="5167070" y="934457"/>
                  </a:lnTo>
                  <a:lnTo>
                    <a:pt x="5167196" y="934457"/>
                  </a:lnTo>
                  <a:lnTo>
                    <a:pt x="5167322" y="934457"/>
                  </a:lnTo>
                  <a:lnTo>
                    <a:pt x="5167448" y="934457"/>
                  </a:lnTo>
                  <a:lnTo>
                    <a:pt x="5167574" y="934457"/>
                  </a:lnTo>
                  <a:lnTo>
                    <a:pt x="5167700" y="934457"/>
                  </a:lnTo>
                  <a:lnTo>
                    <a:pt x="5167827" y="934457"/>
                  </a:lnTo>
                  <a:lnTo>
                    <a:pt x="5167953" y="934457"/>
                  </a:lnTo>
                  <a:lnTo>
                    <a:pt x="5168079" y="934457"/>
                  </a:lnTo>
                  <a:lnTo>
                    <a:pt x="5168205" y="934457"/>
                  </a:lnTo>
                  <a:lnTo>
                    <a:pt x="5168331" y="934457"/>
                  </a:lnTo>
                  <a:lnTo>
                    <a:pt x="5168457" y="934457"/>
                  </a:lnTo>
                  <a:lnTo>
                    <a:pt x="5168583" y="934457"/>
                  </a:lnTo>
                  <a:lnTo>
                    <a:pt x="5168709" y="934457"/>
                  </a:lnTo>
                  <a:lnTo>
                    <a:pt x="5168835" y="934457"/>
                  </a:lnTo>
                  <a:lnTo>
                    <a:pt x="5168961" y="934457"/>
                  </a:lnTo>
                  <a:lnTo>
                    <a:pt x="5169087" y="934457"/>
                  </a:lnTo>
                  <a:lnTo>
                    <a:pt x="5169214" y="934457"/>
                  </a:lnTo>
                  <a:lnTo>
                    <a:pt x="5169340" y="934457"/>
                  </a:lnTo>
                  <a:lnTo>
                    <a:pt x="5169466" y="934457"/>
                  </a:lnTo>
                  <a:lnTo>
                    <a:pt x="5169592" y="934457"/>
                  </a:lnTo>
                  <a:lnTo>
                    <a:pt x="5169718" y="934457"/>
                  </a:lnTo>
                  <a:lnTo>
                    <a:pt x="5169844" y="934457"/>
                  </a:lnTo>
                  <a:lnTo>
                    <a:pt x="5169970" y="934457"/>
                  </a:lnTo>
                  <a:lnTo>
                    <a:pt x="5170096" y="934457"/>
                  </a:lnTo>
                  <a:lnTo>
                    <a:pt x="5170222" y="934457"/>
                  </a:lnTo>
                  <a:lnTo>
                    <a:pt x="5170348" y="934457"/>
                  </a:lnTo>
                  <a:lnTo>
                    <a:pt x="5170474" y="934457"/>
                  </a:lnTo>
                  <a:lnTo>
                    <a:pt x="5170601" y="934457"/>
                  </a:lnTo>
                  <a:lnTo>
                    <a:pt x="5170727" y="934457"/>
                  </a:lnTo>
                  <a:lnTo>
                    <a:pt x="5170853" y="934457"/>
                  </a:lnTo>
                  <a:lnTo>
                    <a:pt x="5170979" y="934457"/>
                  </a:lnTo>
                  <a:lnTo>
                    <a:pt x="5171105" y="934457"/>
                  </a:lnTo>
                  <a:lnTo>
                    <a:pt x="5171231" y="934457"/>
                  </a:lnTo>
                  <a:lnTo>
                    <a:pt x="5171357" y="934457"/>
                  </a:lnTo>
                  <a:lnTo>
                    <a:pt x="5171483" y="934457"/>
                  </a:lnTo>
                  <a:lnTo>
                    <a:pt x="5171609" y="934457"/>
                  </a:lnTo>
                  <a:lnTo>
                    <a:pt x="5171735" y="934457"/>
                  </a:lnTo>
                  <a:lnTo>
                    <a:pt x="5171861" y="934457"/>
                  </a:lnTo>
                  <a:lnTo>
                    <a:pt x="5171987" y="934457"/>
                  </a:lnTo>
                  <a:lnTo>
                    <a:pt x="5172114" y="934457"/>
                  </a:lnTo>
                  <a:lnTo>
                    <a:pt x="5172240" y="934457"/>
                  </a:lnTo>
                  <a:lnTo>
                    <a:pt x="5172366" y="934457"/>
                  </a:lnTo>
                  <a:lnTo>
                    <a:pt x="5172492" y="934457"/>
                  </a:lnTo>
                  <a:lnTo>
                    <a:pt x="5172618" y="934457"/>
                  </a:lnTo>
                  <a:lnTo>
                    <a:pt x="5172744" y="934457"/>
                  </a:lnTo>
                  <a:lnTo>
                    <a:pt x="5172870" y="934457"/>
                  </a:lnTo>
                  <a:lnTo>
                    <a:pt x="5172996" y="934457"/>
                  </a:lnTo>
                  <a:lnTo>
                    <a:pt x="5173122" y="934457"/>
                  </a:lnTo>
                  <a:lnTo>
                    <a:pt x="5173248" y="934457"/>
                  </a:lnTo>
                  <a:lnTo>
                    <a:pt x="5173374" y="934457"/>
                  </a:lnTo>
                  <a:lnTo>
                    <a:pt x="5173501" y="934457"/>
                  </a:lnTo>
                  <a:lnTo>
                    <a:pt x="5173627" y="934457"/>
                  </a:lnTo>
                  <a:lnTo>
                    <a:pt x="5173753" y="934457"/>
                  </a:lnTo>
                  <a:lnTo>
                    <a:pt x="5173879" y="934457"/>
                  </a:lnTo>
                  <a:lnTo>
                    <a:pt x="5174005" y="934457"/>
                  </a:lnTo>
                  <a:lnTo>
                    <a:pt x="5174131" y="934457"/>
                  </a:lnTo>
                  <a:lnTo>
                    <a:pt x="5174257" y="934457"/>
                  </a:lnTo>
                  <a:lnTo>
                    <a:pt x="5174383" y="934457"/>
                  </a:lnTo>
                  <a:lnTo>
                    <a:pt x="5174509" y="934457"/>
                  </a:lnTo>
                  <a:lnTo>
                    <a:pt x="5174635" y="934457"/>
                  </a:lnTo>
                  <a:lnTo>
                    <a:pt x="5174761" y="934457"/>
                  </a:lnTo>
                  <a:lnTo>
                    <a:pt x="5174887" y="934457"/>
                  </a:lnTo>
                  <a:lnTo>
                    <a:pt x="5175014" y="934457"/>
                  </a:lnTo>
                  <a:lnTo>
                    <a:pt x="5175140" y="934457"/>
                  </a:lnTo>
                  <a:lnTo>
                    <a:pt x="5175266" y="934457"/>
                  </a:lnTo>
                  <a:lnTo>
                    <a:pt x="5175392" y="934457"/>
                  </a:lnTo>
                  <a:lnTo>
                    <a:pt x="5175518" y="934457"/>
                  </a:lnTo>
                  <a:lnTo>
                    <a:pt x="5175644" y="934457"/>
                  </a:lnTo>
                  <a:lnTo>
                    <a:pt x="5175770" y="934457"/>
                  </a:lnTo>
                  <a:lnTo>
                    <a:pt x="5175896" y="934457"/>
                  </a:lnTo>
                  <a:lnTo>
                    <a:pt x="5176022" y="934457"/>
                  </a:lnTo>
                  <a:lnTo>
                    <a:pt x="5176148" y="934457"/>
                  </a:lnTo>
                  <a:lnTo>
                    <a:pt x="5176274" y="934457"/>
                  </a:lnTo>
                  <a:lnTo>
                    <a:pt x="5176401" y="934457"/>
                  </a:lnTo>
                  <a:lnTo>
                    <a:pt x="5176527" y="934457"/>
                  </a:lnTo>
                  <a:lnTo>
                    <a:pt x="5176653" y="934457"/>
                  </a:lnTo>
                  <a:lnTo>
                    <a:pt x="5176779" y="934457"/>
                  </a:lnTo>
                  <a:lnTo>
                    <a:pt x="5176905" y="934457"/>
                  </a:lnTo>
                  <a:lnTo>
                    <a:pt x="5177031" y="934457"/>
                  </a:lnTo>
                  <a:lnTo>
                    <a:pt x="5177157" y="934457"/>
                  </a:lnTo>
                  <a:lnTo>
                    <a:pt x="5177283" y="934457"/>
                  </a:lnTo>
                  <a:lnTo>
                    <a:pt x="5177409" y="934457"/>
                  </a:lnTo>
                  <a:lnTo>
                    <a:pt x="5177535" y="934457"/>
                  </a:lnTo>
                  <a:lnTo>
                    <a:pt x="5177661" y="934457"/>
                  </a:lnTo>
                  <a:lnTo>
                    <a:pt x="5177788" y="934457"/>
                  </a:lnTo>
                  <a:lnTo>
                    <a:pt x="5177914" y="934457"/>
                  </a:lnTo>
                  <a:lnTo>
                    <a:pt x="5178040" y="934457"/>
                  </a:lnTo>
                  <a:lnTo>
                    <a:pt x="5178166" y="934457"/>
                  </a:lnTo>
                  <a:lnTo>
                    <a:pt x="5178292" y="934457"/>
                  </a:lnTo>
                  <a:lnTo>
                    <a:pt x="5178418" y="934457"/>
                  </a:lnTo>
                  <a:lnTo>
                    <a:pt x="5178544" y="934457"/>
                  </a:lnTo>
                  <a:lnTo>
                    <a:pt x="5178670" y="934457"/>
                  </a:lnTo>
                  <a:lnTo>
                    <a:pt x="5178796" y="934457"/>
                  </a:lnTo>
                  <a:lnTo>
                    <a:pt x="5178922" y="934457"/>
                  </a:lnTo>
                  <a:lnTo>
                    <a:pt x="5179048" y="934457"/>
                  </a:lnTo>
                  <a:lnTo>
                    <a:pt x="5179174" y="934457"/>
                  </a:lnTo>
                  <a:lnTo>
                    <a:pt x="5179301" y="934457"/>
                  </a:lnTo>
                  <a:lnTo>
                    <a:pt x="5179427" y="934457"/>
                  </a:lnTo>
                  <a:lnTo>
                    <a:pt x="5179553" y="934457"/>
                  </a:lnTo>
                  <a:lnTo>
                    <a:pt x="5179679" y="934457"/>
                  </a:lnTo>
                  <a:lnTo>
                    <a:pt x="5179805" y="934457"/>
                  </a:lnTo>
                  <a:lnTo>
                    <a:pt x="5179931" y="934457"/>
                  </a:lnTo>
                  <a:lnTo>
                    <a:pt x="5180057" y="934457"/>
                  </a:lnTo>
                  <a:lnTo>
                    <a:pt x="5180183" y="934457"/>
                  </a:lnTo>
                  <a:lnTo>
                    <a:pt x="5180309" y="934457"/>
                  </a:lnTo>
                  <a:lnTo>
                    <a:pt x="5180435" y="934457"/>
                  </a:lnTo>
                  <a:lnTo>
                    <a:pt x="5180561" y="934457"/>
                  </a:lnTo>
                  <a:lnTo>
                    <a:pt x="5180688" y="934457"/>
                  </a:lnTo>
                  <a:lnTo>
                    <a:pt x="5180814" y="934457"/>
                  </a:lnTo>
                  <a:lnTo>
                    <a:pt x="5180940" y="934457"/>
                  </a:lnTo>
                  <a:lnTo>
                    <a:pt x="5181066" y="934457"/>
                  </a:lnTo>
                  <a:lnTo>
                    <a:pt x="5181192" y="934457"/>
                  </a:lnTo>
                  <a:lnTo>
                    <a:pt x="5181318" y="934457"/>
                  </a:lnTo>
                  <a:lnTo>
                    <a:pt x="5181444" y="934457"/>
                  </a:lnTo>
                  <a:lnTo>
                    <a:pt x="5181570" y="934457"/>
                  </a:lnTo>
                  <a:lnTo>
                    <a:pt x="5181696" y="934457"/>
                  </a:lnTo>
                  <a:lnTo>
                    <a:pt x="5181822" y="934457"/>
                  </a:lnTo>
                  <a:lnTo>
                    <a:pt x="5181948" y="934457"/>
                  </a:lnTo>
                  <a:lnTo>
                    <a:pt x="5182074" y="934457"/>
                  </a:lnTo>
                  <a:lnTo>
                    <a:pt x="5182201" y="934457"/>
                  </a:lnTo>
                  <a:lnTo>
                    <a:pt x="5182327" y="934457"/>
                  </a:lnTo>
                  <a:lnTo>
                    <a:pt x="5182453" y="934457"/>
                  </a:lnTo>
                  <a:lnTo>
                    <a:pt x="5182579" y="934457"/>
                  </a:lnTo>
                  <a:lnTo>
                    <a:pt x="5182705" y="934457"/>
                  </a:lnTo>
                  <a:lnTo>
                    <a:pt x="5182831" y="934457"/>
                  </a:lnTo>
                  <a:lnTo>
                    <a:pt x="5182957" y="934457"/>
                  </a:lnTo>
                  <a:lnTo>
                    <a:pt x="5183083" y="934457"/>
                  </a:lnTo>
                  <a:lnTo>
                    <a:pt x="5183209" y="934457"/>
                  </a:lnTo>
                  <a:lnTo>
                    <a:pt x="5183335" y="934457"/>
                  </a:lnTo>
                  <a:lnTo>
                    <a:pt x="5183461" y="934457"/>
                  </a:lnTo>
                  <a:lnTo>
                    <a:pt x="5183588" y="934457"/>
                  </a:lnTo>
                  <a:lnTo>
                    <a:pt x="5183714" y="934457"/>
                  </a:lnTo>
                  <a:lnTo>
                    <a:pt x="5183840" y="934457"/>
                  </a:lnTo>
                  <a:lnTo>
                    <a:pt x="5183966" y="934457"/>
                  </a:lnTo>
                  <a:lnTo>
                    <a:pt x="5183966" y="929178"/>
                  </a:lnTo>
                  <a:lnTo>
                    <a:pt x="5184092" y="929178"/>
                  </a:lnTo>
                  <a:lnTo>
                    <a:pt x="5184218" y="929178"/>
                  </a:lnTo>
                  <a:lnTo>
                    <a:pt x="5184344" y="929178"/>
                  </a:lnTo>
                  <a:lnTo>
                    <a:pt x="5184470" y="929178"/>
                  </a:lnTo>
                  <a:lnTo>
                    <a:pt x="5184596" y="929178"/>
                  </a:lnTo>
                  <a:lnTo>
                    <a:pt x="5184722" y="929178"/>
                  </a:lnTo>
                  <a:lnTo>
                    <a:pt x="5184848" y="929178"/>
                  </a:lnTo>
                  <a:lnTo>
                    <a:pt x="5184974" y="929178"/>
                  </a:lnTo>
                  <a:lnTo>
                    <a:pt x="5185101" y="929178"/>
                  </a:lnTo>
                  <a:lnTo>
                    <a:pt x="5185227" y="929178"/>
                  </a:lnTo>
                  <a:lnTo>
                    <a:pt x="5185353" y="929178"/>
                  </a:lnTo>
                  <a:lnTo>
                    <a:pt x="5185479" y="929178"/>
                  </a:lnTo>
                  <a:lnTo>
                    <a:pt x="5185605" y="929178"/>
                  </a:lnTo>
                  <a:lnTo>
                    <a:pt x="5185731" y="929178"/>
                  </a:lnTo>
                  <a:lnTo>
                    <a:pt x="5185857" y="929178"/>
                  </a:lnTo>
                  <a:lnTo>
                    <a:pt x="5185983" y="929178"/>
                  </a:lnTo>
                  <a:lnTo>
                    <a:pt x="5186109" y="929178"/>
                  </a:lnTo>
                  <a:lnTo>
                    <a:pt x="5186235" y="929178"/>
                  </a:lnTo>
                  <a:lnTo>
                    <a:pt x="5186361" y="929178"/>
                  </a:lnTo>
                  <a:lnTo>
                    <a:pt x="5186488" y="929178"/>
                  </a:lnTo>
                  <a:lnTo>
                    <a:pt x="5186614" y="929178"/>
                  </a:lnTo>
                  <a:lnTo>
                    <a:pt x="5186740" y="929178"/>
                  </a:lnTo>
                  <a:lnTo>
                    <a:pt x="5186866" y="929178"/>
                  </a:lnTo>
                  <a:lnTo>
                    <a:pt x="5186992" y="929178"/>
                  </a:lnTo>
                  <a:lnTo>
                    <a:pt x="5187118" y="929178"/>
                  </a:lnTo>
                  <a:lnTo>
                    <a:pt x="5187244" y="929178"/>
                  </a:lnTo>
                  <a:lnTo>
                    <a:pt x="5187370" y="929178"/>
                  </a:lnTo>
                  <a:lnTo>
                    <a:pt x="5187496" y="929178"/>
                  </a:lnTo>
                  <a:lnTo>
                    <a:pt x="5187622" y="929178"/>
                  </a:lnTo>
                  <a:lnTo>
                    <a:pt x="5187748" y="929178"/>
                  </a:lnTo>
                  <a:lnTo>
                    <a:pt x="5187875" y="929178"/>
                  </a:lnTo>
                  <a:lnTo>
                    <a:pt x="5188001" y="929178"/>
                  </a:lnTo>
                  <a:lnTo>
                    <a:pt x="5188127" y="929178"/>
                  </a:lnTo>
                  <a:lnTo>
                    <a:pt x="5188253" y="929178"/>
                  </a:lnTo>
                  <a:lnTo>
                    <a:pt x="5188379" y="929178"/>
                  </a:lnTo>
                  <a:lnTo>
                    <a:pt x="5188505" y="929178"/>
                  </a:lnTo>
                  <a:lnTo>
                    <a:pt x="5188631" y="929178"/>
                  </a:lnTo>
                  <a:lnTo>
                    <a:pt x="5188757" y="929178"/>
                  </a:lnTo>
                  <a:lnTo>
                    <a:pt x="5188883" y="929178"/>
                  </a:lnTo>
                  <a:lnTo>
                    <a:pt x="5189009" y="929178"/>
                  </a:lnTo>
                  <a:lnTo>
                    <a:pt x="5189135" y="929178"/>
                  </a:lnTo>
                  <a:lnTo>
                    <a:pt x="5189261" y="929178"/>
                  </a:lnTo>
                  <a:lnTo>
                    <a:pt x="5189388" y="929178"/>
                  </a:lnTo>
                  <a:lnTo>
                    <a:pt x="5189514" y="929178"/>
                  </a:lnTo>
                  <a:lnTo>
                    <a:pt x="5189640" y="929178"/>
                  </a:lnTo>
                  <a:lnTo>
                    <a:pt x="5189766" y="929178"/>
                  </a:lnTo>
                  <a:lnTo>
                    <a:pt x="5189892" y="929178"/>
                  </a:lnTo>
                  <a:lnTo>
                    <a:pt x="5190018" y="929178"/>
                  </a:lnTo>
                  <a:lnTo>
                    <a:pt x="5190144" y="929178"/>
                  </a:lnTo>
                  <a:lnTo>
                    <a:pt x="5190270" y="929178"/>
                  </a:lnTo>
                  <a:lnTo>
                    <a:pt x="5190396" y="929178"/>
                  </a:lnTo>
                  <a:lnTo>
                    <a:pt x="5190522" y="929178"/>
                  </a:lnTo>
                  <a:lnTo>
                    <a:pt x="5190648" y="929178"/>
                  </a:lnTo>
                  <a:lnTo>
                    <a:pt x="5190775" y="929178"/>
                  </a:lnTo>
                  <a:lnTo>
                    <a:pt x="5190901" y="929178"/>
                  </a:lnTo>
                  <a:lnTo>
                    <a:pt x="5191027" y="929178"/>
                  </a:lnTo>
                  <a:lnTo>
                    <a:pt x="5191153" y="929178"/>
                  </a:lnTo>
                  <a:lnTo>
                    <a:pt x="5191279" y="929178"/>
                  </a:lnTo>
                  <a:lnTo>
                    <a:pt x="5191405" y="929178"/>
                  </a:lnTo>
                  <a:lnTo>
                    <a:pt x="5191531" y="929178"/>
                  </a:lnTo>
                  <a:lnTo>
                    <a:pt x="5191657" y="929178"/>
                  </a:lnTo>
                  <a:lnTo>
                    <a:pt x="5191783" y="929178"/>
                  </a:lnTo>
                  <a:lnTo>
                    <a:pt x="5191909" y="929178"/>
                  </a:lnTo>
                  <a:lnTo>
                    <a:pt x="5192035" y="929178"/>
                  </a:lnTo>
                  <a:lnTo>
                    <a:pt x="5192161" y="929178"/>
                  </a:lnTo>
                  <a:lnTo>
                    <a:pt x="5192288" y="929178"/>
                  </a:lnTo>
                  <a:lnTo>
                    <a:pt x="5192414" y="929178"/>
                  </a:lnTo>
                  <a:lnTo>
                    <a:pt x="5192540" y="929178"/>
                  </a:lnTo>
                  <a:lnTo>
                    <a:pt x="5192666" y="929178"/>
                  </a:lnTo>
                  <a:lnTo>
                    <a:pt x="5192792" y="929178"/>
                  </a:lnTo>
                  <a:lnTo>
                    <a:pt x="5192918" y="929178"/>
                  </a:lnTo>
                  <a:lnTo>
                    <a:pt x="5193044" y="929178"/>
                  </a:lnTo>
                  <a:lnTo>
                    <a:pt x="5193170" y="929178"/>
                  </a:lnTo>
                  <a:lnTo>
                    <a:pt x="5193296" y="929178"/>
                  </a:lnTo>
                  <a:lnTo>
                    <a:pt x="5193422" y="929178"/>
                  </a:lnTo>
                  <a:lnTo>
                    <a:pt x="5193548" y="929178"/>
                  </a:lnTo>
                  <a:lnTo>
                    <a:pt x="5193675" y="929178"/>
                  </a:lnTo>
                  <a:lnTo>
                    <a:pt x="5193801" y="929178"/>
                  </a:lnTo>
                  <a:lnTo>
                    <a:pt x="5193927" y="929178"/>
                  </a:lnTo>
                  <a:lnTo>
                    <a:pt x="5194053" y="929178"/>
                  </a:lnTo>
                  <a:lnTo>
                    <a:pt x="5194179" y="929178"/>
                  </a:lnTo>
                  <a:lnTo>
                    <a:pt x="5194305" y="929178"/>
                  </a:lnTo>
                  <a:lnTo>
                    <a:pt x="5194431" y="929178"/>
                  </a:lnTo>
                  <a:lnTo>
                    <a:pt x="5194557" y="929178"/>
                  </a:lnTo>
                  <a:lnTo>
                    <a:pt x="5194683" y="929178"/>
                  </a:lnTo>
                  <a:lnTo>
                    <a:pt x="5194809" y="929178"/>
                  </a:lnTo>
                  <a:lnTo>
                    <a:pt x="5194935" y="929178"/>
                  </a:lnTo>
                  <a:lnTo>
                    <a:pt x="5195062" y="929178"/>
                  </a:lnTo>
                  <a:lnTo>
                    <a:pt x="5195188" y="929178"/>
                  </a:lnTo>
                  <a:lnTo>
                    <a:pt x="5195314" y="929178"/>
                  </a:lnTo>
                  <a:lnTo>
                    <a:pt x="5195440" y="929178"/>
                  </a:lnTo>
                  <a:lnTo>
                    <a:pt x="5195566" y="929178"/>
                  </a:lnTo>
                  <a:lnTo>
                    <a:pt x="5195692" y="929178"/>
                  </a:lnTo>
                  <a:lnTo>
                    <a:pt x="5195818" y="929178"/>
                  </a:lnTo>
                  <a:lnTo>
                    <a:pt x="5195944" y="929178"/>
                  </a:lnTo>
                  <a:lnTo>
                    <a:pt x="5196070" y="929178"/>
                  </a:lnTo>
                  <a:lnTo>
                    <a:pt x="5196196" y="929178"/>
                  </a:lnTo>
                  <a:lnTo>
                    <a:pt x="5196322" y="929178"/>
                  </a:lnTo>
                  <a:lnTo>
                    <a:pt x="5196448" y="929178"/>
                  </a:lnTo>
                  <a:lnTo>
                    <a:pt x="5196575" y="929178"/>
                  </a:lnTo>
                  <a:lnTo>
                    <a:pt x="5196701" y="929178"/>
                  </a:lnTo>
                  <a:lnTo>
                    <a:pt x="5196827" y="929178"/>
                  </a:lnTo>
                  <a:lnTo>
                    <a:pt x="5196953" y="929178"/>
                  </a:lnTo>
                  <a:lnTo>
                    <a:pt x="5197079" y="929178"/>
                  </a:lnTo>
                  <a:lnTo>
                    <a:pt x="5197205" y="929178"/>
                  </a:lnTo>
                  <a:lnTo>
                    <a:pt x="5197331" y="929178"/>
                  </a:lnTo>
                  <a:lnTo>
                    <a:pt x="5197457" y="929178"/>
                  </a:lnTo>
                  <a:lnTo>
                    <a:pt x="5197583" y="929178"/>
                  </a:lnTo>
                  <a:lnTo>
                    <a:pt x="5197709" y="929178"/>
                  </a:lnTo>
                  <a:lnTo>
                    <a:pt x="5197835" y="929178"/>
                  </a:lnTo>
                  <a:lnTo>
                    <a:pt x="5197962" y="929178"/>
                  </a:lnTo>
                  <a:lnTo>
                    <a:pt x="5198088" y="929178"/>
                  </a:lnTo>
                  <a:lnTo>
                    <a:pt x="5198214" y="929178"/>
                  </a:lnTo>
                  <a:lnTo>
                    <a:pt x="5198340" y="929178"/>
                  </a:lnTo>
                  <a:lnTo>
                    <a:pt x="5198466" y="929178"/>
                  </a:lnTo>
                  <a:lnTo>
                    <a:pt x="5198592" y="929178"/>
                  </a:lnTo>
                  <a:lnTo>
                    <a:pt x="5198718" y="929178"/>
                  </a:lnTo>
                  <a:lnTo>
                    <a:pt x="5198844" y="929178"/>
                  </a:lnTo>
                  <a:lnTo>
                    <a:pt x="5198970" y="929178"/>
                  </a:lnTo>
                  <a:lnTo>
                    <a:pt x="5199096" y="929178"/>
                  </a:lnTo>
                  <a:lnTo>
                    <a:pt x="5199222" y="929178"/>
                  </a:lnTo>
                  <a:lnTo>
                    <a:pt x="5199348" y="929178"/>
                  </a:lnTo>
                  <a:lnTo>
                    <a:pt x="5199475" y="929178"/>
                  </a:lnTo>
                  <a:lnTo>
                    <a:pt x="5199601" y="929178"/>
                  </a:lnTo>
                  <a:lnTo>
                    <a:pt x="5199727" y="929178"/>
                  </a:lnTo>
                  <a:lnTo>
                    <a:pt x="5199853" y="929178"/>
                  </a:lnTo>
                  <a:lnTo>
                    <a:pt x="5199979" y="929178"/>
                  </a:lnTo>
                  <a:lnTo>
                    <a:pt x="5200105" y="929178"/>
                  </a:lnTo>
                  <a:lnTo>
                    <a:pt x="5200231" y="929178"/>
                  </a:lnTo>
                  <a:lnTo>
                    <a:pt x="5200357" y="929178"/>
                  </a:lnTo>
                  <a:lnTo>
                    <a:pt x="5200483" y="929178"/>
                  </a:lnTo>
                  <a:lnTo>
                    <a:pt x="5200609" y="929178"/>
                  </a:lnTo>
                  <a:lnTo>
                    <a:pt x="5200735" y="929178"/>
                  </a:lnTo>
                  <a:lnTo>
                    <a:pt x="5200862" y="929178"/>
                  </a:lnTo>
                  <a:lnTo>
                    <a:pt x="5200988" y="929178"/>
                  </a:lnTo>
                  <a:lnTo>
                    <a:pt x="5201114" y="929178"/>
                  </a:lnTo>
                  <a:lnTo>
                    <a:pt x="5201240" y="929178"/>
                  </a:lnTo>
                  <a:lnTo>
                    <a:pt x="5201366" y="929178"/>
                  </a:lnTo>
                  <a:lnTo>
                    <a:pt x="5201492" y="929178"/>
                  </a:lnTo>
                  <a:lnTo>
                    <a:pt x="5201618" y="929178"/>
                  </a:lnTo>
                  <a:lnTo>
                    <a:pt x="5201744" y="929178"/>
                  </a:lnTo>
                  <a:lnTo>
                    <a:pt x="5201744" y="923898"/>
                  </a:lnTo>
                  <a:lnTo>
                    <a:pt x="5201870" y="923898"/>
                  </a:lnTo>
                  <a:lnTo>
                    <a:pt x="5201996" y="923898"/>
                  </a:lnTo>
                  <a:lnTo>
                    <a:pt x="5202122" y="923898"/>
                  </a:lnTo>
                  <a:lnTo>
                    <a:pt x="5202248" y="923898"/>
                  </a:lnTo>
                  <a:lnTo>
                    <a:pt x="5202375" y="923898"/>
                  </a:lnTo>
                  <a:lnTo>
                    <a:pt x="5202501" y="923898"/>
                  </a:lnTo>
                  <a:lnTo>
                    <a:pt x="5202627" y="923898"/>
                  </a:lnTo>
                  <a:lnTo>
                    <a:pt x="5202753" y="923898"/>
                  </a:lnTo>
                  <a:lnTo>
                    <a:pt x="5202879" y="923898"/>
                  </a:lnTo>
                  <a:lnTo>
                    <a:pt x="5203005" y="923898"/>
                  </a:lnTo>
                  <a:lnTo>
                    <a:pt x="5203131" y="923898"/>
                  </a:lnTo>
                  <a:lnTo>
                    <a:pt x="5203257" y="923898"/>
                  </a:lnTo>
                  <a:lnTo>
                    <a:pt x="5203383" y="923898"/>
                  </a:lnTo>
                  <a:lnTo>
                    <a:pt x="5203509" y="923898"/>
                  </a:lnTo>
                  <a:lnTo>
                    <a:pt x="5203635" y="923898"/>
                  </a:lnTo>
                  <a:lnTo>
                    <a:pt x="5203762" y="923898"/>
                  </a:lnTo>
                  <a:lnTo>
                    <a:pt x="5203888" y="923898"/>
                  </a:lnTo>
                  <a:lnTo>
                    <a:pt x="5204014" y="923898"/>
                  </a:lnTo>
                  <a:lnTo>
                    <a:pt x="5204140" y="923898"/>
                  </a:lnTo>
                  <a:lnTo>
                    <a:pt x="5204266" y="923898"/>
                  </a:lnTo>
                  <a:lnTo>
                    <a:pt x="5204392" y="923898"/>
                  </a:lnTo>
                  <a:lnTo>
                    <a:pt x="5204518" y="923898"/>
                  </a:lnTo>
                  <a:lnTo>
                    <a:pt x="5204644" y="923898"/>
                  </a:lnTo>
                  <a:lnTo>
                    <a:pt x="5204770" y="923898"/>
                  </a:lnTo>
                  <a:lnTo>
                    <a:pt x="5204896" y="923898"/>
                  </a:lnTo>
                  <a:lnTo>
                    <a:pt x="5205022" y="923898"/>
                  </a:lnTo>
                  <a:lnTo>
                    <a:pt x="5205149" y="923898"/>
                  </a:lnTo>
                  <a:lnTo>
                    <a:pt x="5205275" y="923898"/>
                  </a:lnTo>
                  <a:lnTo>
                    <a:pt x="5205401" y="923898"/>
                  </a:lnTo>
                  <a:lnTo>
                    <a:pt x="5205527" y="923898"/>
                  </a:lnTo>
                  <a:lnTo>
                    <a:pt x="5205653" y="923898"/>
                  </a:lnTo>
                  <a:lnTo>
                    <a:pt x="5205779" y="923898"/>
                  </a:lnTo>
                  <a:lnTo>
                    <a:pt x="5205905" y="923898"/>
                  </a:lnTo>
                  <a:lnTo>
                    <a:pt x="5206031" y="923898"/>
                  </a:lnTo>
                  <a:lnTo>
                    <a:pt x="5206157" y="923898"/>
                  </a:lnTo>
                  <a:lnTo>
                    <a:pt x="5206283" y="923898"/>
                  </a:lnTo>
                  <a:lnTo>
                    <a:pt x="5206409" y="923898"/>
                  </a:lnTo>
                  <a:lnTo>
                    <a:pt x="5206535" y="923898"/>
                  </a:lnTo>
                  <a:lnTo>
                    <a:pt x="5206662" y="923898"/>
                  </a:lnTo>
                  <a:lnTo>
                    <a:pt x="5206788" y="923898"/>
                  </a:lnTo>
                  <a:lnTo>
                    <a:pt x="5206914" y="923898"/>
                  </a:lnTo>
                  <a:lnTo>
                    <a:pt x="5207040" y="923898"/>
                  </a:lnTo>
                  <a:lnTo>
                    <a:pt x="5207166" y="923898"/>
                  </a:lnTo>
                  <a:lnTo>
                    <a:pt x="5207292" y="923898"/>
                  </a:lnTo>
                  <a:lnTo>
                    <a:pt x="5207418" y="923898"/>
                  </a:lnTo>
                  <a:lnTo>
                    <a:pt x="5207544" y="923898"/>
                  </a:lnTo>
                  <a:lnTo>
                    <a:pt x="5207670" y="923898"/>
                  </a:lnTo>
                  <a:lnTo>
                    <a:pt x="5207796" y="923898"/>
                  </a:lnTo>
                  <a:lnTo>
                    <a:pt x="5207922" y="923898"/>
                  </a:lnTo>
                  <a:lnTo>
                    <a:pt x="5208049" y="923898"/>
                  </a:lnTo>
                  <a:lnTo>
                    <a:pt x="5208175" y="923898"/>
                  </a:lnTo>
                  <a:lnTo>
                    <a:pt x="5208301" y="923898"/>
                  </a:lnTo>
                  <a:lnTo>
                    <a:pt x="5208427" y="923898"/>
                  </a:lnTo>
                  <a:lnTo>
                    <a:pt x="5208553" y="923898"/>
                  </a:lnTo>
                  <a:lnTo>
                    <a:pt x="5208679" y="923898"/>
                  </a:lnTo>
                  <a:lnTo>
                    <a:pt x="5208805" y="923898"/>
                  </a:lnTo>
                  <a:lnTo>
                    <a:pt x="5208931" y="923898"/>
                  </a:lnTo>
                  <a:lnTo>
                    <a:pt x="5209057" y="923898"/>
                  </a:lnTo>
                  <a:lnTo>
                    <a:pt x="5209183" y="923898"/>
                  </a:lnTo>
                  <a:lnTo>
                    <a:pt x="5209309" y="923898"/>
                  </a:lnTo>
                  <a:lnTo>
                    <a:pt x="5209435" y="923898"/>
                  </a:lnTo>
                  <a:lnTo>
                    <a:pt x="5209562" y="923898"/>
                  </a:lnTo>
                  <a:lnTo>
                    <a:pt x="5209688" y="923898"/>
                  </a:lnTo>
                  <a:lnTo>
                    <a:pt x="5209814" y="923898"/>
                  </a:lnTo>
                  <a:lnTo>
                    <a:pt x="5209940" y="923898"/>
                  </a:lnTo>
                  <a:lnTo>
                    <a:pt x="5210066" y="923898"/>
                  </a:lnTo>
                  <a:lnTo>
                    <a:pt x="5210192" y="923898"/>
                  </a:lnTo>
                  <a:lnTo>
                    <a:pt x="5210318" y="923898"/>
                  </a:lnTo>
                  <a:lnTo>
                    <a:pt x="5210444" y="923898"/>
                  </a:lnTo>
                  <a:lnTo>
                    <a:pt x="5210570" y="923898"/>
                  </a:lnTo>
                  <a:lnTo>
                    <a:pt x="5210696" y="923898"/>
                  </a:lnTo>
                  <a:lnTo>
                    <a:pt x="5210822" y="923898"/>
                  </a:lnTo>
                  <a:lnTo>
                    <a:pt x="5210949" y="923898"/>
                  </a:lnTo>
                  <a:lnTo>
                    <a:pt x="5211075" y="923898"/>
                  </a:lnTo>
                  <a:lnTo>
                    <a:pt x="5211201" y="923898"/>
                  </a:lnTo>
                  <a:lnTo>
                    <a:pt x="5211327" y="923898"/>
                  </a:lnTo>
                  <a:lnTo>
                    <a:pt x="5211453" y="923898"/>
                  </a:lnTo>
                  <a:lnTo>
                    <a:pt x="5211579" y="923898"/>
                  </a:lnTo>
                  <a:lnTo>
                    <a:pt x="5211705" y="923898"/>
                  </a:lnTo>
                  <a:lnTo>
                    <a:pt x="5211831" y="923898"/>
                  </a:lnTo>
                  <a:lnTo>
                    <a:pt x="5211957" y="923898"/>
                  </a:lnTo>
                  <a:lnTo>
                    <a:pt x="5212083" y="923898"/>
                  </a:lnTo>
                  <a:lnTo>
                    <a:pt x="5212209" y="923898"/>
                  </a:lnTo>
                  <a:lnTo>
                    <a:pt x="5212336" y="923898"/>
                  </a:lnTo>
                  <a:lnTo>
                    <a:pt x="5212462" y="923898"/>
                  </a:lnTo>
                  <a:lnTo>
                    <a:pt x="5212588" y="923898"/>
                  </a:lnTo>
                  <a:lnTo>
                    <a:pt x="5212714" y="923898"/>
                  </a:lnTo>
                  <a:lnTo>
                    <a:pt x="5212840" y="923898"/>
                  </a:lnTo>
                  <a:lnTo>
                    <a:pt x="5212966" y="923898"/>
                  </a:lnTo>
                  <a:lnTo>
                    <a:pt x="5213092" y="923898"/>
                  </a:lnTo>
                  <a:lnTo>
                    <a:pt x="5213218" y="923898"/>
                  </a:lnTo>
                  <a:lnTo>
                    <a:pt x="5213344" y="923898"/>
                  </a:lnTo>
                  <a:lnTo>
                    <a:pt x="5213470" y="923898"/>
                  </a:lnTo>
                  <a:lnTo>
                    <a:pt x="5213596" y="923898"/>
                  </a:lnTo>
                  <a:lnTo>
                    <a:pt x="5213722" y="923898"/>
                  </a:lnTo>
                  <a:lnTo>
                    <a:pt x="5213849" y="923898"/>
                  </a:lnTo>
                  <a:lnTo>
                    <a:pt x="5213975" y="923898"/>
                  </a:lnTo>
                  <a:lnTo>
                    <a:pt x="5214101" y="923898"/>
                  </a:lnTo>
                  <a:lnTo>
                    <a:pt x="5214227" y="923898"/>
                  </a:lnTo>
                  <a:lnTo>
                    <a:pt x="5214353" y="923898"/>
                  </a:lnTo>
                  <a:lnTo>
                    <a:pt x="5214479" y="923898"/>
                  </a:lnTo>
                  <a:lnTo>
                    <a:pt x="5214605" y="923898"/>
                  </a:lnTo>
                  <a:lnTo>
                    <a:pt x="5214731" y="923898"/>
                  </a:lnTo>
                  <a:lnTo>
                    <a:pt x="5214857" y="923898"/>
                  </a:lnTo>
                  <a:lnTo>
                    <a:pt x="5214983" y="923898"/>
                  </a:lnTo>
                  <a:lnTo>
                    <a:pt x="5215109" y="923898"/>
                  </a:lnTo>
                  <a:lnTo>
                    <a:pt x="5215236" y="923898"/>
                  </a:lnTo>
                  <a:lnTo>
                    <a:pt x="5215362" y="923898"/>
                  </a:lnTo>
                  <a:lnTo>
                    <a:pt x="5215488" y="923898"/>
                  </a:lnTo>
                  <a:lnTo>
                    <a:pt x="5215614" y="923898"/>
                  </a:lnTo>
                  <a:lnTo>
                    <a:pt x="5215740" y="923898"/>
                  </a:lnTo>
                  <a:lnTo>
                    <a:pt x="5215866" y="923898"/>
                  </a:lnTo>
                  <a:lnTo>
                    <a:pt x="5215992" y="923898"/>
                  </a:lnTo>
                  <a:lnTo>
                    <a:pt x="5216118" y="923898"/>
                  </a:lnTo>
                  <a:lnTo>
                    <a:pt x="5216244" y="923898"/>
                  </a:lnTo>
                  <a:lnTo>
                    <a:pt x="5216370" y="923898"/>
                  </a:lnTo>
                  <a:lnTo>
                    <a:pt x="5216496" y="923898"/>
                  </a:lnTo>
                  <a:lnTo>
                    <a:pt x="5216622" y="923898"/>
                  </a:lnTo>
                  <a:lnTo>
                    <a:pt x="5216749" y="923898"/>
                  </a:lnTo>
                  <a:lnTo>
                    <a:pt x="5216875" y="923898"/>
                  </a:lnTo>
                  <a:lnTo>
                    <a:pt x="5217001" y="923898"/>
                  </a:lnTo>
                  <a:lnTo>
                    <a:pt x="5217127" y="923898"/>
                  </a:lnTo>
                  <a:lnTo>
                    <a:pt x="5217253" y="923898"/>
                  </a:lnTo>
                  <a:lnTo>
                    <a:pt x="5217379" y="923898"/>
                  </a:lnTo>
                  <a:lnTo>
                    <a:pt x="5217505" y="923898"/>
                  </a:lnTo>
                  <a:lnTo>
                    <a:pt x="5217631" y="923898"/>
                  </a:lnTo>
                  <a:lnTo>
                    <a:pt x="5217757" y="923898"/>
                  </a:lnTo>
                  <a:lnTo>
                    <a:pt x="5217883" y="923898"/>
                  </a:lnTo>
                  <a:lnTo>
                    <a:pt x="5218009" y="923898"/>
                  </a:lnTo>
                  <a:lnTo>
                    <a:pt x="5218136" y="923898"/>
                  </a:lnTo>
                  <a:lnTo>
                    <a:pt x="5218262" y="923898"/>
                  </a:lnTo>
                  <a:lnTo>
                    <a:pt x="5218388" y="923898"/>
                  </a:lnTo>
                  <a:lnTo>
                    <a:pt x="5218514" y="923898"/>
                  </a:lnTo>
                  <a:lnTo>
                    <a:pt x="5218640" y="923898"/>
                  </a:lnTo>
                  <a:lnTo>
                    <a:pt x="5218766" y="923898"/>
                  </a:lnTo>
                  <a:lnTo>
                    <a:pt x="5218892" y="923898"/>
                  </a:lnTo>
                  <a:lnTo>
                    <a:pt x="5219018" y="923898"/>
                  </a:lnTo>
                  <a:lnTo>
                    <a:pt x="5219144" y="923898"/>
                  </a:lnTo>
                  <a:lnTo>
                    <a:pt x="5219270" y="923898"/>
                  </a:lnTo>
                  <a:lnTo>
                    <a:pt x="5219396" y="923898"/>
                  </a:lnTo>
                  <a:lnTo>
                    <a:pt x="5219523" y="923898"/>
                  </a:lnTo>
                  <a:lnTo>
                    <a:pt x="5219649" y="923898"/>
                  </a:lnTo>
                  <a:lnTo>
                    <a:pt x="5219775" y="923898"/>
                  </a:lnTo>
                  <a:lnTo>
                    <a:pt x="5219901" y="923898"/>
                  </a:lnTo>
                  <a:lnTo>
                    <a:pt x="5220027" y="923898"/>
                  </a:lnTo>
                  <a:lnTo>
                    <a:pt x="5220153" y="923898"/>
                  </a:lnTo>
                  <a:lnTo>
                    <a:pt x="5220279" y="923898"/>
                  </a:lnTo>
                  <a:lnTo>
                    <a:pt x="5220405" y="923898"/>
                  </a:lnTo>
                  <a:lnTo>
                    <a:pt x="5220531" y="923898"/>
                  </a:lnTo>
                  <a:lnTo>
                    <a:pt x="5220657" y="923898"/>
                  </a:lnTo>
                  <a:lnTo>
                    <a:pt x="5220783" y="923898"/>
                  </a:lnTo>
                  <a:lnTo>
                    <a:pt x="5220909" y="923898"/>
                  </a:lnTo>
                  <a:lnTo>
                    <a:pt x="5221036" y="923898"/>
                  </a:lnTo>
                  <a:lnTo>
                    <a:pt x="5221162" y="923898"/>
                  </a:lnTo>
                  <a:lnTo>
                    <a:pt x="5221288" y="923898"/>
                  </a:lnTo>
                  <a:lnTo>
                    <a:pt x="5221414" y="923898"/>
                  </a:lnTo>
                  <a:lnTo>
                    <a:pt x="5221540" y="923898"/>
                  </a:lnTo>
                  <a:lnTo>
                    <a:pt x="5221666" y="923898"/>
                  </a:lnTo>
                  <a:lnTo>
                    <a:pt x="5221792" y="923898"/>
                  </a:lnTo>
                  <a:lnTo>
                    <a:pt x="5221918" y="923898"/>
                  </a:lnTo>
                  <a:lnTo>
                    <a:pt x="5222044" y="923898"/>
                  </a:lnTo>
                  <a:lnTo>
                    <a:pt x="5222170" y="923898"/>
                  </a:lnTo>
                  <a:lnTo>
                    <a:pt x="5222296" y="923898"/>
                  </a:lnTo>
                  <a:lnTo>
                    <a:pt x="5222423" y="923898"/>
                  </a:lnTo>
                  <a:lnTo>
                    <a:pt x="5222549" y="923898"/>
                  </a:lnTo>
                  <a:lnTo>
                    <a:pt x="5222675" y="923898"/>
                  </a:lnTo>
                  <a:lnTo>
                    <a:pt x="5222801" y="923898"/>
                  </a:lnTo>
                  <a:lnTo>
                    <a:pt x="5222927" y="923898"/>
                  </a:lnTo>
                  <a:lnTo>
                    <a:pt x="5223053" y="923898"/>
                  </a:lnTo>
                  <a:lnTo>
                    <a:pt x="5223179" y="923898"/>
                  </a:lnTo>
                  <a:lnTo>
                    <a:pt x="5223305" y="923898"/>
                  </a:lnTo>
                  <a:lnTo>
                    <a:pt x="5223431" y="923898"/>
                  </a:lnTo>
                  <a:lnTo>
                    <a:pt x="5223557" y="923898"/>
                  </a:lnTo>
                  <a:lnTo>
                    <a:pt x="5223683" y="923898"/>
                  </a:lnTo>
                  <a:lnTo>
                    <a:pt x="5223809" y="923898"/>
                  </a:lnTo>
                  <a:lnTo>
                    <a:pt x="5223936" y="923898"/>
                  </a:lnTo>
                  <a:lnTo>
                    <a:pt x="5224062" y="923898"/>
                  </a:lnTo>
                  <a:lnTo>
                    <a:pt x="5224188" y="923898"/>
                  </a:lnTo>
                  <a:lnTo>
                    <a:pt x="5224314" y="923898"/>
                  </a:lnTo>
                  <a:lnTo>
                    <a:pt x="5224440" y="923898"/>
                  </a:lnTo>
                  <a:lnTo>
                    <a:pt x="5224566" y="923898"/>
                  </a:lnTo>
                  <a:lnTo>
                    <a:pt x="5224692" y="923898"/>
                  </a:lnTo>
                  <a:lnTo>
                    <a:pt x="5224818" y="923898"/>
                  </a:lnTo>
                  <a:lnTo>
                    <a:pt x="5224944" y="923898"/>
                  </a:lnTo>
                  <a:lnTo>
                    <a:pt x="5225070" y="923898"/>
                  </a:lnTo>
                  <a:lnTo>
                    <a:pt x="5225196" y="923898"/>
                  </a:lnTo>
                  <a:lnTo>
                    <a:pt x="5225323" y="923898"/>
                  </a:lnTo>
                  <a:lnTo>
                    <a:pt x="5225449" y="923898"/>
                  </a:lnTo>
                  <a:lnTo>
                    <a:pt x="5225575" y="923898"/>
                  </a:lnTo>
                  <a:lnTo>
                    <a:pt x="5225701" y="923898"/>
                  </a:lnTo>
                  <a:lnTo>
                    <a:pt x="5225827" y="923898"/>
                  </a:lnTo>
                  <a:lnTo>
                    <a:pt x="5225953" y="923898"/>
                  </a:lnTo>
                  <a:lnTo>
                    <a:pt x="5226079" y="923898"/>
                  </a:lnTo>
                  <a:lnTo>
                    <a:pt x="5226205" y="923898"/>
                  </a:lnTo>
                  <a:lnTo>
                    <a:pt x="5226331" y="923898"/>
                  </a:lnTo>
                  <a:lnTo>
                    <a:pt x="5226457" y="923898"/>
                  </a:lnTo>
                  <a:lnTo>
                    <a:pt x="5226583" y="923898"/>
                  </a:lnTo>
                  <a:lnTo>
                    <a:pt x="5226709" y="923898"/>
                  </a:lnTo>
                  <a:lnTo>
                    <a:pt x="5226836" y="923898"/>
                  </a:lnTo>
                  <a:lnTo>
                    <a:pt x="5226962" y="923898"/>
                  </a:lnTo>
                  <a:lnTo>
                    <a:pt x="5227088" y="923898"/>
                  </a:lnTo>
                  <a:lnTo>
                    <a:pt x="5227214" y="923898"/>
                  </a:lnTo>
                  <a:lnTo>
                    <a:pt x="5227340" y="923898"/>
                  </a:lnTo>
                  <a:lnTo>
                    <a:pt x="5227466" y="923898"/>
                  </a:lnTo>
                  <a:lnTo>
                    <a:pt x="5227592" y="923898"/>
                  </a:lnTo>
                  <a:lnTo>
                    <a:pt x="5227718" y="923898"/>
                  </a:lnTo>
                  <a:lnTo>
                    <a:pt x="5227844" y="923898"/>
                  </a:lnTo>
                  <a:lnTo>
                    <a:pt x="5227970" y="923898"/>
                  </a:lnTo>
                  <a:lnTo>
                    <a:pt x="5228096" y="923898"/>
                  </a:lnTo>
                  <a:lnTo>
                    <a:pt x="5228223" y="923898"/>
                  </a:lnTo>
                  <a:lnTo>
                    <a:pt x="5228349" y="923898"/>
                  </a:lnTo>
                  <a:lnTo>
                    <a:pt x="5228475" y="923898"/>
                  </a:lnTo>
                  <a:lnTo>
                    <a:pt x="5228601" y="923898"/>
                  </a:lnTo>
                  <a:lnTo>
                    <a:pt x="5228727" y="923898"/>
                  </a:lnTo>
                  <a:lnTo>
                    <a:pt x="5228853" y="923898"/>
                  </a:lnTo>
                  <a:lnTo>
                    <a:pt x="5228979" y="923898"/>
                  </a:lnTo>
                  <a:lnTo>
                    <a:pt x="5229105" y="923898"/>
                  </a:lnTo>
                  <a:lnTo>
                    <a:pt x="5229231" y="923898"/>
                  </a:lnTo>
                  <a:lnTo>
                    <a:pt x="5229357" y="923898"/>
                  </a:lnTo>
                  <a:lnTo>
                    <a:pt x="5229483" y="923898"/>
                  </a:lnTo>
                  <a:lnTo>
                    <a:pt x="5229610" y="923898"/>
                  </a:lnTo>
                  <a:lnTo>
                    <a:pt x="5229610" y="918619"/>
                  </a:lnTo>
                  <a:lnTo>
                    <a:pt x="5229610" y="913339"/>
                  </a:lnTo>
                  <a:lnTo>
                    <a:pt x="5229736" y="913339"/>
                  </a:lnTo>
                  <a:lnTo>
                    <a:pt x="5229862" y="913339"/>
                  </a:lnTo>
                  <a:lnTo>
                    <a:pt x="5229988" y="913339"/>
                  </a:lnTo>
                  <a:lnTo>
                    <a:pt x="5230114" y="913339"/>
                  </a:lnTo>
                  <a:lnTo>
                    <a:pt x="5230240" y="913339"/>
                  </a:lnTo>
                  <a:lnTo>
                    <a:pt x="5230366" y="913339"/>
                  </a:lnTo>
                  <a:lnTo>
                    <a:pt x="5230492" y="913339"/>
                  </a:lnTo>
                  <a:lnTo>
                    <a:pt x="5230618" y="913339"/>
                  </a:lnTo>
                  <a:lnTo>
                    <a:pt x="5230744" y="913339"/>
                  </a:lnTo>
                  <a:lnTo>
                    <a:pt x="5230870" y="913339"/>
                  </a:lnTo>
                  <a:lnTo>
                    <a:pt x="5230996" y="913339"/>
                  </a:lnTo>
                  <a:lnTo>
                    <a:pt x="5231123" y="913339"/>
                  </a:lnTo>
                  <a:lnTo>
                    <a:pt x="5231249" y="913339"/>
                  </a:lnTo>
                  <a:lnTo>
                    <a:pt x="5231375" y="913339"/>
                  </a:lnTo>
                  <a:lnTo>
                    <a:pt x="5231501" y="913339"/>
                  </a:lnTo>
                  <a:lnTo>
                    <a:pt x="5231627" y="913339"/>
                  </a:lnTo>
                  <a:lnTo>
                    <a:pt x="5231753" y="913339"/>
                  </a:lnTo>
                  <a:lnTo>
                    <a:pt x="5231879" y="913339"/>
                  </a:lnTo>
                  <a:lnTo>
                    <a:pt x="5232005" y="913339"/>
                  </a:lnTo>
                  <a:lnTo>
                    <a:pt x="5232131" y="913339"/>
                  </a:lnTo>
                  <a:lnTo>
                    <a:pt x="5232257" y="913339"/>
                  </a:lnTo>
                  <a:lnTo>
                    <a:pt x="5232383" y="913339"/>
                  </a:lnTo>
                  <a:lnTo>
                    <a:pt x="5232510" y="913339"/>
                  </a:lnTo>
                  <a:lnTo>
                    <a:pt x="5232636" y="913339"/>
                  </a:lnTo>
                  <a:lnTo>
                    <a:pt x="5232762" y="913339"/>
                  </a:lnTo>
                  <a:lnTo>
                    <a:pt x="5232888" y="913339"/>
                  </a:lnTo>
                  <a:lnTo>
                    <a:pt x="5233014" y="913339"/>
                  </a:lnTo>
                  <a:lnTo>
                    <a:pt x="5233140" y="913339"/>
                  </a:lnTo>
                  <a:lnTo>
                    <a:pt x="5233266" y="913339"/>
                  </a:lnTo>
                  <a:lnTo>
                    <a:pt x="5233392" y="913339"/>
                  </a:lnTo>
                  <a:lnTo>
                    <a:pt x="5233518" y="913339"/>
                  </a:lnTo>
                  <a:lnTo>
                    <a:pt x="5233644" y="913339"/>
                  </a:lnTo>
                  <a:lnTo>
                    <a:pt x="5233770" y="913339"/>
                  </a:lnTo>
                  <a:lnTo>
                    <a:pt x="5233896" y="913339"/>
                  </a:lnTo>
                  <a:lnTo>
                    <a:pt x="5234023" y="913339"/>
                  </a:lnTo>
                  <a:lnTo>
                    <a:pt x="5234149" y="913339"/>
                  </a:lnTo>
                  <a:lnTo>
                    <a:pt x="5234275" y="913339"/>
                  </a:lnTo>
                  <a:lnTo>
                    <a:pt x="5234401" y="913339"/>
                  </a:lnTo>
                  <a:lnTo>
                    <a:pt x="5234527" y="913339"/>
                  </a:lnTo>
                  <a:lnTo>
                    <a:pt x="5234653" y="913339"/>
                  </a:lnTo>
                  <a:lnTo>
                    <a:pt x="5234779" y="913339"/>
                  </a:lnTo>
                  <a:lnTo>
                    <a:pt x="5234905" y="913339"/>
                  </a:lnTo>
                  <a:lnTo>
                    <a:pt x="5235031" y="913339"/>
                  </a:lnTo>
                  <a:lnTo>
                    <a:pt x="5235157" y="913339"/>
                  </a:lnTo>
                  <a:lnTo>
                    <a:pt x="5235283" y="913339"/>
                  </a:lnTo>
                  <a:lnTo>
                    <a:pt x="5235410" y="913339"/>
                  </a:lnTo>
                  <a:lnTo>
                    <a:pt x="5235536" y="913339"/>
                  </a:lnTo>
                  <a:lnTo>
                    <a:pt x="5235662" y="913339"/>
                  </a:lnTo>
                  <a:lnTo>
                    <a:pt x="5235788" y="913339"/>
                  </a:lnTo>
                  <a:lnTo>
                    <a:pt x="5235914" y="913339"/>
                  </a:lnTo>
                  <a:lnTo>
                    <a:pt x="5236040" y="913339"/>
                  </a:lnTo>
                  <a:lnTo>
                    <a:pt x="5236166" y="913339"/>
                  </a:lnTo>
                  <a:lnTo>
                    <a:pt x="5236292" y="913339"/>
                  </a:lnTo>
                  <a:lnTo>
                    <a:pt x="5236418" y="913339"/>
                  </a:lnTo>
                  <a:lnTo>
                    <a:pt x="5236544" y="913339"/>
                  </a:lnTo>
                  <a:lnTo>
                    <a:pt x="5236670" y="913339"/>
                  </a:lnTo>
                  <a:lnTo>
                    <a:pt x="5236797" y="913339"/>
                  </a:lnTo>
                  <a:lnTo>
                    <a:pt x="5236923" y="913339"/>
                  </a:lnTo>
                  <a:lnTo>
                    <a:pt x="5237049" y="913339"/>
                  </a:lnTo>
                  <a:lnTo>
                    <a:pt x="5237175" y="913339"/>
                  </a:lnTo>
                  <a:lnTo>
                    <a:pt x="5237301" y="913339"/>
                  </a:lnTo>
                  <a:lnTo>
                    <a:pt x="5237427" y="913339"/>
                  </a:lnTo>
                  <a:lnTo>
                    <a:pt x="5237553" y="913339"/>
                  </a:lnTo>
                  <a:lnTo>
                    <a:pt x="5237679" y="913339"/>
                  </a:lnTo>
                  <a:lnTo>
                    <a:pt x="5237805" y="913339"/>
                  </a:lnTo>
                  <a:lnTo>
                    <a:pt x="5237931" y="913339"/>
                  </a:lnTo>
                  <a:lnTo>
                    <a:pt x="5238057" y="913339"/>
                  </a:lnTo>
                  <a:lnTo>
                    <a:pt x="5238183" y="913339"/>
                  </a:lnTo>
                  <a:lnTo>
                    <a:pt x="5238310" y="913339"/>
                  </a:lnTo>
                  <a:lnTo>
                    <a:pt x="5238436" y="913339"/>
                  </a:lnTo>
                  <a:lnTo>
                    <a:pt x="5238562" y="913339"/>
                  </a:lnTo>
                  <a:lnTo>
                    <a:pt x="5238688" y="913339"/>
                  </a:lnTo>
                  <a:lnTo>
                    <a:pt x="5238814" y="913339"/>
                  </a:lnTo>
                  <a:lnTo>
                    <a:pt x="5238940" y="913339"/>
                  </a:lnTo>
                  <a:lnTo>
                    <a:pt x="5239066" y="913339"/>
                  </a:lnTo>
                  <a:lnTo>
                    <a:pt x="5239192" y="913339"/>
                  </a:lnTo>
                  <a:lnTo>
                    <a:pt x="5239318" y="913339"/>
                  </a:lnTo>
                  <a:lnTo>
                    <a:pt x="5239444" y="913339"/>
                  </a:lnTo>
                  <a:lnTo>
                    <a:pt x="5239570" y="913339"/>
                  </a:lnTo>
                  <a:lnTo>
                    <a:pt x="5239697" y="913339"/>
                  </a:lnTo>
                  <a:lnTo>
                    <a:pt x="5239823" y="913339"/>
                  </a:lnTo>
                  <a:lnTo>
                    <a:pt x="5239949" y="913339"/>
                  </a:lnTo>
                  <a:lnTo>
                    <a:pt x="5240075" y="913339"/>
                  </a:lnTo>
                  <a:lnTo>
                    <a:pt x="5240201" y="913339"/>
                  </a:lnTo>
                  <a:lnTo>
                    <a:pt x="5240327" y="913339"/>
                  </a:lnTo>
                  <a:lnTo>
                    <a:pt x="5240453" y="913339"/>
                  </a:lnTo>
                  <a:lnTo>
                    <a:pt x="5240579" y="913339"/>
                  </a:lnTo>
                  <a:lnTo>
                    <a:pt x="5240705" y="913339"/>
                  </a:lnTo>
                  <a:lnTo>
                    <a:pt x="5240831" y="913339"/>
                  </a:lnTo>
                  <a:lnTo>
                    <a:pt x="5240957" y="913339"/>
                  </a:lnTo>
                  <a:lnTo>
                    <a:pt x="5241083" y="913339"/>
                  </a:lnTo>
                  <a:lnTo>
                    <a:pt x="5241210" y="913339"/>
                  </a:lnTo>
                  <a:lnTo>
                    <a:pt x="5241336" y="913339"/>
                  </a:lnTo>
                  <a:lnTo>
                    <a:pt x="5241462" y="913339"/>
                  </a:lnTo>
                  <a:lnTo>
                    <a:pt x="5241588" y="913339"/>
                  </a:lnTo>
                  <a:lnTo>
                    <a:pt x="5241714" y="913339"/>
                  </a:lnTo>
                  <a:lnTo>
                    <a:pt x="5241840" y="913339"/>
                  </a:lnTo>
                  <a:lnTo>
                    <a:pt x="5241966" y="913339"/>
                  </a:lnTo>
                  <a:lnTo>
                    <a:pt x="5242092" y="913339"/>
                  </a:lnTo>
                  <a:lnTo>
                    <a:pt x="5242218" y="913339"/>
                  </a:lnTo>
                  <a:lnTo>
                    <a:pt x="5242344" y="913339"/>
                  </a:lnTo>
                  <a:lnTo>
                    <a:pt x="5242470" y="913339"/>
                  </a:lnTo>
                  <a:lnTo>
                    <a:pt x="5242597" y="913339"/>
                  </a:lnTo>
                  <a:lnTo>
                    <a:pt x="5242723" y="913339"/>
                  </a:lnTo>
                  <a:lnTo>
                    <a:pt x="5242849" y="913339"/>
                  </a:lnTo>
                  <a:lnTo>
                    <a:pt x="5242975" y="913339"/>
                  </a:lnTo>
                  <a:lnTo>
                    <a:pt x="5243101" y="913339"/>
                  </a:lnTo>
                  <a:lnTo>
                    <a:pt x="5243227" y="913339"/>
                  </a:lnTo>
                  <a:lnTo>
                    <a:pt x="5243353" y="913339"/>
                  </a:lnTo>
                  <a:lnTo>
                    <a:pt x="5243479" y="913339"/>
                  </a:lnTo>
                  <a:lnTo>
                    <a:pt x="5243605" y="913339"/>
                  </a:lnTo>
                  <a:lnTo>
                    <a:pt x="5243731" y="913339"/>
                  </a:lnTo>
                  <a:lnTo>
                    <a:pt x="5243857" y="913339"/>
                  </a:lnTo>
                  <a:lnTo>
                    <a:pt x="5243984" y="913339"/>
                  </a:lnTo>
                  <a:lnTo>
                    <a:pt x="5244110" y="913339"/>
                  </a:lnTo>
                  <a:lnTo>
                    <a:pt x="5244236" y="913339"/>
                  </a:lnTo>
                  <a:lnTo>
                    <a:pt x="5244362" y="913339"/>
                  </a:lnTo>
                  <a:lnTo>
                    <a:pt x="5244488" y="913339"/>
                  </a:lnTo>
                  <a:lnTo>
                    <a:pt x="5244614" y="913339"/>
                  </a:lnTo>
                  <a:lnTo>
                    <a:pt x="5244740" y="913339"/>
                  </a:lnTo>
                  <a:lnTo>
                    <a:pt x="5244866" y="913339"/>
                  </a:lnTo>
                  <a:lnTo>
                    <a:pt x="5244992" y="913339"/>
                  </a:lnTo>
                  <a:lnTo>
                    <a:pt x="5245118" y="913339"/>
                  </a:lnTo>
                  <a:lnTo>
                    <a:pt x="5245244" y="913339"/>
                  </a:lnTo>
                  <a:lnTo>
                    <a:pt x="5245370" y="913339"/>
                  </a:lnTo>
                  <a:lnTo>
                    <a:pt x="5245497" y="913339"/>
                  </a:lnTo>
                  <a:lnTo>
                    <a:pt x="5245623" y="913339"/>
                  </a:lnTo>
                  <a:lnTo>
                    <a:pt x="5245749" y="913339"/>
                  </a:lnTo>
                  <a:lnTo>
                    <a:pt x="5245875" y="913339"/>
                  </a:lnTo>
                  <a:lnTo>
                    <a:pt x="5246001" y="913339"/>
                  </a:lnTo>
                  <a:lnTo>
                    <a:pt x="5246127" y="913339"/>
                  </a:lnTo>
                  <a:lnTo>
                    <a:pt x="5246253" y="913339"/>
                  </a:lnTo>
                  <a:lnTo>
                    <a:pt x="5246379" y="913339"/>
                  </a:lnTo>
                  <a:lnTo>
                    <a:pt x="5246505" y="913339"/>
                  </a:lnTo>
                  <a:lnTo>
                    <a:pt x="5246631" y="913339"/>
                  </a:lnTo>
                  <a:lnTo>
                    <a:pt x="5246757" y="913339"/>
                  </a:lnTo>
                  <a:lnTo>
                    <a:pt x="5246884" y="913339"/>
                  </a:lnTo>
                  <a:lnTo>
                    <a:pt x="5247010" y="913339"/>
                  </a:lnTo>
                  <a:lnTo>
                    <a:pt x="5247136" y="913339"/>
                  </a:lnTo>
                  <a:lnTo>
                    <a:pt x="5247262" y="913339"/>
                  </a:lnTo>
                  <a:lnTo>
                    <a:pt x="5247388" y="913339"/>
                  </a:lnTo>
                  <a:lnTo>
                    <a:pt x="5247514" y="913339"/>
                  </a:lnTo>
                  <a:lnTo>
                    <a:pt x="5247640" y="913339"/>
                  </a:lnTo>
                  <a:lnTo>
                    <a:pt x="5247766" y="913339"/>
                  </a:lnTo>
                  <a:lnTo>
                    <a:pt x="5247892" y="913339"/>
                  </a:lnTo>
                  <a:lnTo>
                    <a:pt x="5248018" y="913339"/>
                  </a:lnTo>
                  <a:lnTo>
                    <a:pt x="5248144" y="913339"/>
                  </a:lnTo>
                  <a:lnTo>
                    <a:pt x="5248270" y="913339"/>
                  </a:lnTo>
                  <a:lnTo>
                    <a:pt x="5248397" y="913339"/>
                  </a:lnTo>
                  <a:lnTo>
                    <a:pt x="5248523" y="913339"/>
                  </a:lnTo>
                  <a:lnTo>
                    <a:pt x="5248649" y="913339"/>
                  </a:lnTo>
                  <a:lnTo>
                    <a:pt x="5248775" y="913339"/>
                  </a:lnTo>
                  <a:lnTo>
                    <a:pt x="5248901" y="913339"/>
                  </a:lnTo>
                  <a:lnTo>
                    <a:pt x="5249027" y="913339"/>
                  </a:lnTo>
                  <a:lnTo>
                    <a:pt x="5249153" y="913339"/>
                  </a:lnTo>
                  <a:lnTo>
                    <a:pt x="5249279" y="913339"/>
                  </a:lnTo>
                  <a:lnTo>
                    <a:pt x="5249405" y="913339"/>
                  </a:lnTo>
                  <a:lnTo>
                    <a:pt x="5249531" y="913339"/>
                  </a:lnTo>
                  <a:lnTo>
                    <a:pt x="5249657" y="913339"/>
                  </a:lnTo>
                  <a:lnTo>
                    <a:pt x="5249784" y="913339"/>
                  </a:lnTo>
                  <a:lnTo>
                    <a:pt x="5249910" y="913339"/>
                  </a:lnTo>
                  <a:lnTo>
                    <a:pt x="5250036" y="913339"/>
                  </a:lnTo>
                  <a:lnTo>
                    <a:pt x="5250162" y="913339"/>
                  </a:lnTo>
                  <a:lnTo>
                    <a:pt x="5250288" y="913339"/>
                  </a:lnTo>
                  <a:lnTo>
                    <a:pt x="5250414" y="913339"/>
                  </a:lnTo>
                  <a:lnTo>
                    <a:pt x="5250540" y="913339"/>
                  </a:lnTo>
                  <a:lnTo>
                    <a:pt x="5250666" y="913339"/>
                  </a:lnTo>
                  <a:lnTo>
                    <a:pt x="5250792" y="913339"/>
                  </a:lnTo>
                  <a:lnTo>
                    <a:pt x="5250918" y="913339"/>
                  </a:lnTo>
                  <a:lnTo>
                    <a:pt x="5251044" y="913339"/>
                  </a:lnTo>
                  <a:lnTo>
                    <a:pt x="5251170" y="913339"/>
                  </a:lnTo>
                  <a:lnTo>
                    <a:pt x="5251297" y="913339"/>
                  </a:lnTo>
                  <a:lnTo>
                    <a:pt x="5251423" y="913339"/>
                  </a:lnTo>
                  <a:lnTo>
                    <a:pt x="5251549" y="913339"/>
                  </a:lnTo>
                  <a:lnTo>
                    <a:pt x="5251675" y="913339"/>
                  </a:lnTo>
                  <a:lnTo>
                    <a:pt x="5251801" y="913339"/>
                  </a:lnTo>
                  <a:lnTo>
                    <a:pt x="5251927" y="913339"/>
                  </a:lnTo>
                  <a:lnTo>
                    <a:pt x="5252053" y="913339"/>
                  </a:lnTo>
                  <a:lnTo>
                    <a:pt x="5252179" y="913339"/>
                  </a:lnTo>
                  <a:lnTo>
                    <a:pt x="5252305" y="913339"/>
                  </a:lnTo>
                  <a:lnTo>
                    <a:pt x="5252431" y="913339"/>
                  </a:lnTo>
                  <a:lnTo>
                    <a:pt x="5252557" y="913339"/>
                  </a:lnTo>
                  <a:lnTo>
                    <a:pt x="5252684" y="913339"/>
                  </a:lnTo>
                  <a:lnTo>
                    <a:pt x="5252810" y="913339"/>
                  </a:lnTo>
                  <a:lnTo>
                    <a:pt x="5252936" y="913339"/>
                  </a:lnTo>
                  <a:lnTo>
                    <a:pt x="5253062" y="913339"/>
                  </a:lnTo>
                  <a:lnTo>
                    <a:pt x="5253188" y="913339"/>
                  </a:lnTo>
                  <a:lnTo>
                    <a:pt x="5253314" y="913339"/>
                  </a:lnTo>
                  <a:lnTo>
                    <a:pt x="5253314" y="908060"/>
                  </a:lnTo>
                  <a:lnTo>
                    <a:pt x="5253440" y="908060"/>
                  </a:lnTo>
                  <a:lnTo>
                    <a:pt x="5253566" y="908060"/>
                  </a:lnTo>
                  <a:lnTo>
                    <a:pt x="5253692" y="908060"/>
                  </a:lnTo>
                  <a:lnTo>
                    <a:pt x="5253818" y="908060"/>
                  </a:lnTo>
                  <a:lnTo>
                    <a:pt x="5253944" y="908060"/>
                  </a:lnTo>
                  <a:lnTo>
                    <a:pt x="5254071" y="908060"/>
                  </a:lnTo>
                  <a:lnTo>
                    <a:pt x="5254197" y="908060"/>
                  </a:lnTo>
                  <a:lnTo>
                    <a:pt x="5254323" y="908060"/>
                  </a:lnTo>
                  <a:lnTo>
                    <a:pt x="5254449" y="908060"/>
                  </a:lnTo>
                  <a:lnTo>
                    <a:pt x="5254449" y="902781"/>
                  </a:lnTo>
                  <a:lnTo>
                    <a:pt x="5254575" y="902781"/>
                  </a:lnTo>
                  <a:lnTo>
                    <a:pt x="5254701" y="902781"/>
                  </a:lnTo>
                  <a:lnTo>
                    <a:pt x="5254827" y="902781"/>
                  </a:lnTo>
                  <a:lnTo>
                    <a:pt x="5254953" y="902781"/>
                  </a:lnTo>
                  <a:lnTo>
                    <a:pt x="5255079" y="902781"/>
                  </a:lnTo>
                  <a:lnTo>
                    <a:pt x="5255205" y="902781"/>
                  </a:lnTo>
                  <a:lnTo>
                    <a:pt x="5255331" y="902781"/>
                  </a:lnTo>
                  <a:lnTo>
                    <a:pt x="5255457" y="902781"/>
                  </a:lnTo>
                  <a:lnTo>
                    <a:pt x="5255584" y="902781"/>
                  </a:lnTo>
                  <a:lnTo>
                    <a:pt x="5255584" y="897501"/>
                  </a:lnTo>
                  <a:lnTo>
                    <a:pt x="5255710" y="897501"/>
                  </a:lnTo>
                  <a:lnTo>
                    <a:pt x="5255836" y="897501"/>
                  </a:lnTo>
                  <a:lnTo>
                    <a:pt x="5255962" y="897501"/>
                  </a:lnTo>
                  <a:lnTo>
                    <a:pt x="5256088" y="897501"/>
                  </a:lnTo>
                  <a:lnTo>
                    <a:pt x="5256214" y="897501"/>
                  </a:lnTo>
                  <a:lnTo>
                    <a:pt x="5256340" y="897501"/>
                  </a:lnTo>
                  <a:lnTo>
                    <a:pt x="5256466" y="897501"/>
                  </a:lnTo>
                  <a:lnTo>
                    <a:pt x="5256592" y="897501"/>
                  </a:lnTo>
                  <a:lnTo>
                    <a:pt x="5256718" y="897501"/>
                  </a:lnTo>
                  <a:lnTo>
                    <a:pt x="5256844" y="897501"/>
                  </a:lnTo>
                  <a:lnTo>
                    <a:pt x="5256971" y="897501"/>
                  </a:lnTo>
                  <a:lnTo>
                    <a:pt x="5257097" y="897501"/>
                  </a:lnTo>
                  <a:lnTo>
                    <a:pt x="5257223" y="897501"/>
                  </a:lnTo>
                  <a:lnTo>
                    <a:pt x="5257349" y="897501"/>
                  </a:lnTo>
                  <a:lnTo>
                    <a:pt x="5257475" y="897501"/>
                  </a:lnTo>
                  <a:lnTo>
                    <a:pt x="5257601" y="897501"/>
                  </a:lnTo>
                  <a:lnTo>
                    <a:pt x="5257727" y="897501"/>
                  </a:lnTo>
                  <a:lnTo>
                    <a:pt x="5257853" y="897501"/>
                  </a:lnTo>
                  <a:lnTo>
                    <a:pt x="5257979" y="897501"/>
                  </a:lnTo>
                  <a:lnTo>
                    <a:pt x="5258105" y="897501"/>
                  </a:lnTo>
                  <a:lnTo>
                    <a:pt x="5258231" y="897501"/>
                  </a:lnTo>
                  <a:lnTo>
                    <a:pt x="5258357" y="897501"/>
                  </a:lnTo>
                  <a:lnTo>
                    <a:pt x="5258484" y="897501"/>
                  </a:lnTo>
                  <a:lnTo>
                    <a:pt x="5258610" y="897501"/>
                  </a:lnTo>
                  <a:lnTo>
                    <a:pt x="5258736" y="897501"/>
                  </a:lnTo>
                  <a:lnTo>
                    <a:pt x="5258862" y="897501"/>
                  </a:lnTo>
                  <a:lnTo>
                    <a:pt x="5258988" y="897501"/>
                  </a:lnTo>
                  <a:lnTo>
                    <a:pt x="5259114" y="897501"/>
                  </a:lnTo>
                  <a:lnTo>
                    <a:pt x="5259240" y="897501"/>
                  </a:lnTo>
                  <a:lnTo>
                    <a:pt x="5259366" y="897501"/>
                  </a:lnTo>
                  <a:lnTo>
                    <a:pt x="5259492" y="897501"/>
                  </a:lnTo>
                  <a:lnTo>
                    <a:pt x="5259618" y="897501"/>
                  </a:lnTo>
                  <a:lnTo>
                    <a:pt x="5259744" y="897501"/>
                  </a:lnTo>
                  <a:lnTo>
                    <a:pt x="5259871" y="897501"/>
                  </a:lnTo>
                  <a:lnTo>
                    <a:pt x="5259997" y="897501"/>
                  </a:lnTo>
                  <a:lnTo>
                    <a:pt x="5260123" y="897501"/>
                  </a:lnTo>
                  <a:lnTo>
                    <a:pt x="5260249" y="897501"/>
                  </a:lnTo>
                  <a:lnTo>
                    <a:pt x="5260375" y="897501"/>
                  </a:lnTo>
                  <a:lnTo>
                    <a:pt x="5260501" y="897501"/>
                  </a:lnTo>
                  <a:lnTo>
                    <a:pt x="5260627" y="897501"/>
                  </a:lnTo>
                  <a:lnTo>
                    <a:pt x="5260753" y="897501"/>
                  </a:lnTo>
                  <a:lnTo>
                    <a:pt x="5260879" y="897501"/>
                  </a:lnTo>
                  <a:lnTo>
                    <a:pt x="5261005" y="897501"/>
                  </a:lnTo>
                  <a:lnTo>
                    <a:pt x="5261131" y="897501"/>
                  </a:lnTo>
                  <a:lnTo>
                    <a:pt x="5261258" y="897501"/>
                  </a:lnTo>
                  <a:lnTo>
                    <a:pt x="5261384" y="897501"/>
                  </a:lnTo>
                  <a:lnTo>
                    <a:pt x="5261510" y="897501"/>
                  </a:lnTo>
                  <a:lnTo>
                    <a:pt x="5261636" y="897501"/>
                  </a:lnTo>
                  <a:lnTo>
                    <a:pt x="5261762" y="897501"/>
                  </a:lnTo>
                  <a:lnTo>
                    <a:pt x="5261888" y="897501"/>
                  </a:lnTo>
                  <a:lnTo>
                    <a:pt x="5262014" y="897501"/>
                  </a:lnTo>
                  <a:lnTo>
                    <a:pt x="5262140" y="897501"/>
                  </a:lnTo>
                  <a:lnTo>
                    <a:pt x="5262266" y="897501"/>
                  </a:lnTo>
                  <a:lnTo>
                    <a:pt x="5262266" y="892222"/>
                  </a:lnTo>
                  <a:lnTo>
                    <a:pt x="5262392" y="892222"/>
                  </a:lnTo>
                  <a:lnTo>
                    <a:pt x="5262518" y="892222"/>
                  </a:lnTo>
                  <a:lnTo>
                    <a:pt x="5262644" y="892222"/>
                  </a:lnTo>
                  <a:lnTo>
                    <a:pt x="5262771" y="892222"/>
                  </a:lnTo>
                  <a:lnTo>
                    <a:pt x="5262897" y="892222"/>
                  </a:lnTo>
                  <a:lnTo>
                    <a:pt x="5263023" y="892222"/>
                  </a:lnTo>
                  <a:lnTo>
                    <a:pt x="5263149" y="892222"/>
                  </a:lnTo>
                  <a:lnTo>
                    <a:pt x="5263275" y="892222"/>
                  </a:lnTo>
                  <a:lnTo>
                    <a:pt x="5263401" y="892222"/>
                  </a:lnTo>
                  <a:lnTo>
                    <a:pt x="5263527" y="892222"/>
                  </a:lnTo>
                  <a:lnTo>
                    <a:pt x="5263653" y="892222"/>
                  </a:lnTo>
                  <a:lnTo>
                    <a:pt x="5263779" y="892222"/>
                  </a:lnTo>
                  <a:lnTo>
                    <a:pt x="5263905" y="892222"/>
                  </a:lnTo>
                  <a:lnTo>
                    <a:pt x="5264031" y="892222"/>
                  </a:lnTo>
                  <a:lnTo>
                    <a:pt x="5264158" y="892222"/>
                  </a:lnTo>
                  <a:lnTo>
                    <a:pt x="5264284" y="892222"/>
                  </a:lnTo>
                  <a:lnTo>
                    <a:pt x="5264410" y="892222"/>
                  </a:lnTo>
                  <a:lnTo>
                    <a:pt x="5264536" y="892222"/>
                  </a:lnTo>
                  <a:lnTo>
                    <a:pt x="5264662" y="892222"/>
                  </a:lnTo>
                  <a:lnTo>
                    <a:pt x="5264788" y="892222"/>
                  </a:lnTo>
                  <a:lnTo>
                    <a:pt x="5264914" y="892222"/>
                  </a:lnTo>
                  <a:lnTo>
                    <a:pt x="5265040" y="892222"/>
                  </a:lnTo>
                  <a:lnTo>
                    <a:pt x="5265166" y="892222"/>
                  </a:lnTo>
                  <a:lnTo>
                    <a:pt x="5265292" y="892222"/>
                  </a:lnTo>
                  <a:lnTo>
                    <a:pt x="5265418" y="892222"/>
                  </a:lnTo>
                  <a:lnTo>
                    <a:pt x="5265544" y="892222"/>
                  </a:lnTo>
                  <a:lnTo>
                    <a:pt x="5265671" y="892222"/>
                  </a:lnTo>
                  <a:lnTo>
                    <a:pt x="5265797" y="892222"/>
                  </a:lnTo>
                  <a:lnTo>
                    <a:pt x="5265923" y="892222"/>
                  </a:lnTo>
                  <a:lnTo>
                    <a:pt x="5266049" y="892222"/>
                  </a:lnTo>
                  <a:lnTo>
                    <a:pt x="5266175" y="892222"/>
                  </a:lnTo>
                  <a:lnTo>
                    <a:pt x="5266301" y="892222"/>
                  </a:lnTo>
                  <a:lnTo>
                    <a:pt x="5266427" y="892222"/>
                  </a:lnTo>
                  <a:lnTo>
                    <a:pt x="5266553" y="892222"/>
                  </a:lnTo>
                  <a:lnTo>
                    <a:pt x="5266679" y="892222"/>
                  </a:lnTo>
                  <a:lnTo>
                    <a:pt x="5266805" y="892222"/>
                  </a:lnTo>
                  <a:lnTo>
                    <a:pt x="5266931" y="892222"/>
                  </a:lnTo>
                  <a:lnTo>
                    <a:pt x="5267058" y="892222"/>
                  </a:lnTo>
                  <a:lnTo>
                    <a:pt x="5267184" y="892222"/>
                  </a:lnTo>
                  <a:lnTo>
                    <a:pt x="5267310" y="892222"/>
                  </a:lnTo>
                  <a:lnTo>
                    <a:pt x="5267436" y="892222"/>
                  </a:lnTo>
                  <a:lnTo>
                    <a:pt x="5267562" y="892222"/>
                  </a:lnTo>
                  <a:lnTo>
                    <a:pt x="5267688" y="892222"/>
                  </a:lnTo>
                  <a:lnTo>
                    <a:pt x="5267814" y="892222"/>
                  </a:lnTo>
                  <a:lnTo>
                    <a:pt x="5267940" y="892222"/>
                  </a:lnTo>
                  <a:lnTo>
                    <a:pt x="5268066" y="892222"/>
                  </a:lnTo>
                  <a:lnTo>
                    <a:pt x="5268192" y="892222"/>
                  </a:lnTo>
                  <a:lnTo>
                    <a:pt x="5268318" y="892222"/>
                  </a:lnTo>
                  <a:lnTo>
                    <a:pt x="5268444" y="892222"/>
                  </a:lnTo>
                  <a:lnTo>
                    <a:pt x="5268571" y="892222"/>
                  </a:lnTo>
                  <a:lnTo>
                    <a:pt x="5268697" y="892222"/>
                  </a:lnTo>
                  <a:lnTo>
                    <a:pt x="5268823" y="892222"/>
                  </a:lnTo>
                  <a:lnTo>
                    <a:pt x="5268949" y="892222"/>
                  </a:lnTo>
                  <a:lnTo>
                    <a:pt x="5269075" y="892222"/>
                  </a:lnTo>
                  <a:lnTo>
                    <a:pt x="5269201" y="892222"/>
                  </a:lnTo>
                  <a:lnTo>
                    <a:pt x="5269327" y="892222"/>
                  </a:lnTo>
                  <a:lnTo>
                    <a:pt x="5269453" y="892222"/>
                  </a:lnTo>
                  <a:lnTo>
                    <a:pt x="5269579" y="892222"/>
                  </a:lnTo>
                  <a:lnTo>
                    <a:pt x="5269705" y="892222"/>
                  </a:lnTo>
                  <a:lnTo>
                    <a:pt x="5269831" y="892222"/>
                  </a:lnTo>
                  <a:lnTo>
                    <a:pt x="5269958" y="892222"/>
                  </a:lnTo>
                  <a:lnTo>
                    <a:pt x="5270084" y="892222"/>
                  </a:lnTo>
                  <a:lnTo>
                    <a:pt x="5270210" y="892222"/>
                  </a:lnTo>
                  <a:lnTo>
                    <a:pt x="5270336" y="892222"/>
                  </a:lnTo>
                  <a:lnTo>
                    <a:pt x="5270462" y="892222"/>
                  </a:lnTo>
                  <a:lnTo>
                    <a:pt x="5270588" y="892222"/>
                  </a:lnTo>
                  <a:lnTo>
                    <a:pt x="5270714" y="892222"/>
                  </a:lnTo>
                  <a:lnTo>
                    <a:pt x="5270840" y="892222"/>
                  </a:lnTo>
                  <a:lnTo>
                    <a:pt x="5270966" y="892222"/>
                  </a:lnTo>
                  <a:lnTo>
                    <a:pt x="5271092" y="892222"/>
                  </a:lnTo>
                  <a:lnTo>
                    <a:pt x="5271218" y="892222"/>
                  </a:lnTo>
                  <a:lnTo>
                    <a:pt x="5271345" y="892222"/>
                  </a:lnTo>
                  <a:lnTo>
                    <a:pt x="5271471" y="892222"/>
                  </a:lnTo>
                  <a:lnTo>
                    <a:pt x="5271597" y="892222"/>
                  </a:lnTo>
                  <a:lnTo>
                    <a:pt x="5271723" y="892222"/>
                  </a:lnTo>
                  <a:lnTo>
                    <a:pt x="5271849" y="892222"/>
                  </a:lnTo>
                  <a:lnTo>
                    <a:pt x="5271975" y="892222"/>
                  </a:lnTo>
                  <a:lnTo>
                    <a:pt x="5272101" y="892222"/>
                  </a:lnTo>
                  <a:lnTo>
                    <a:pt x="5272227" y="892222"/>
                  </a:lnTo>
                  <a:lnTo>
                    <a:pt x="5272353" y="892222"/>
                  </a:lnTo>
                  <a:lnTo>
                    <a:pt x="5272479" y="892222"/>
                  </a:lnTo>
                  <a:lnTo>
                    <a:pt x="5272605" y="892222"/>
                  </a:lnTo>
                  <a:lnTo>
                    <a:pt x="5272731" y="892222"/>
                  </a:lnTo>
                  <a:lnTo>
                    <a:pt x="5272858" y="892222"/>
                  </a:lnTo>
                  <a:lnTo>
                    <a:pt x="5272984" y="892222"/>
                  </a:lnTo>
                  <a:lnTo>
                    <a:pt x="5273110" y="892222"/>
                  </a:lnTo>
                  <a:lnTo>
                    <a:pt x="5273236" y="892222"/>
                  </a:lnTo>
                  <a:lnTo>
                    <a:pt x="5273362" y="892222"/>
                  </a:lnTo>
                  <a:lnTo>
                    <a:pt x="5273488" y="892222"/>
                  </a:lnTo>
                  <a:lnTo>
                    <a:pt x="5273614" y="892222"/>
                  </a:lnTo>
                  <a:lnTo>
                    <a:pt x="5273740" y="892222"/>
                  </a:lnTo>
                  <a:lnTo>
                    <a:pt x="5273866" y="892222"/>
                  </a:lnTo>
                  <a:lnTo>
                    <a:pt x="5273992" y="892222"/>
                  </a:lnTo>
                  <a:lnTo>
                    <a:pt x="5274118" y="892222"/>
                  </a:lnTo>
                  <a:lnTo>
                    <a:pt x="5274245" y="892222"/>
                  </a:lnTo>
                  <a:lnTo>
                    <a:pt x="5274371" y="892222"/>
                  </a:lnTo>
                  <a:lnTo>
                    <a:pt x="5274497" y="892222"/>
                  </a:lnTo>
                  <a:lnTo>
                    <a:pt x="5274623" y="892222"/>
                  </a:lnTo>
                  <a:lnTo>
                    <a:pt x="5274749" y="892222"/>
                  </a:lnTo>
                  <a:lnTo>
                    <a:pt x="5274875" y="892222"/>
                  </a:lnTo>
                  <a:lnTo>
                    <a:pt x="5275001" y="892222"/>
                  </a:lnTo>
                  <a:lnTo>
                    <a:pt x="5275127" y="892222"/>
                  </a:lnTo>
                  <a:lnTo>
                    <a:pt x="5275253" y="892222"/>
                  </a:lnTo>
                  <a:lnTo>
                    <a:pt x="5275379" y="892222"/>
                  </a:lnTo>
                  <a:lnTo>
                    <a:pt x="5275505" y="892222"/>
                  </a:lnTo>
                  <a:lnTo>
                    <a:pt x="5275631" y="892222"/>
                  </a:lnTo>
                  <a:lnTo>
                    <a:pt x="5275758" y="892222"/>
                  </a:lnTo>
                  <a:lnTo>
                    <a:pt x="5275884" y="892222"/>
                  </a:lnTo>
                  <a:lnTo>
                    <a:pt x="5276010" y="892222"/>
                  </a:lnTo>
                  <a:lnTo>
                    <a:pt x="5276136" y="892222"/>
                  </a:lnTo>
                  <a:lnTo>
                    <a:pt x="5276262" y="892222"/>
                  </a:lnTo>
                  <a:lnTo>
                    <a:pt x="5276388" y="892222"/>
                  </a:lnTo>
                  <a:lnTo>
                    <a:pt x="5276514" y="892222"/>
                  </a:lnTo>
                  <a:lnTo>
                    <a:pt x="5276640" y="892222"/>
                  </a:lnTo>
                  <a:lnTo>
                    <a:pt x="5276766" y="892222"/>
                  </a:lnTo>
                  <a:lnTo>
                    <a:pt x="5276892" y="892222"/>
                  </a:lnTo>
                  <a:lnTo>
                    <a:pt x="5277018" y="892222"/>
                  </a:lnTo>
                  <a:lnTo>
                    <a:pt x="5277145" y="892222"/>
                  </a:lnTo>
                  <a:lnTo>
                    <a:pt x="5277271" y="892222"/>
                  </a:lnTo>
                  <a:lnTo>
                    <a:pt x="5277397" y="892222"/>
                  </a:lnTo>
                  <a:lnTo>
                    <a:pt x="5277523" y="892222"/>
                  </a:lnTo>
                  <a:lnTo>
                    <a:pt x="5277649" y="892222"/>
                  </a:lnTo>
                  <a:lnTo>
                    <a:pt x="5277775" y="892222"/>
                  </a:lnTo>
                  <a:lnTo>
                    <a:pt x="5277901" y="892222"/>
                  </a:lnTo>
                  <a:lnTo>
                    <a:pt x="5278027" y="892222"/>
                  </a:lnTo>
                  <a:lnTo>
                    <a:pt x="5278153" y="892222"/>
                  </a:lnTo>
                  <a:lnTo>
                    <a:pt x="5278279" y="892222"/>
                  </a:lnTo>
                  <a:lnTo>
                    <a:pt x="5278405" y="892222"/>
                  </a:lnTo>
                  <a:lnTo>
                    <a:pt x="5278532" y="892222"/>
                  </a:lnTo>
                  <a:lnTo>
                    <a:pt x="5278658" y="892222"/>
                  </a:lnTo>
                  <a:lnTo>
                    <a:pt x="5278658" y="886942"/>
                  </a:lnTo>
                  <a:lnTo>
                    <a:pt x="5278784" y="886942"/>
                  </a:lnTo>
                  <a:lnTo>
                    <a:pt x="5278910" y="886942"/>
                  </a:lnTo>
                  <a:lnTo>
                    <a:pt x="5279036" y="886942"/>
                  </a:lnTo>
                  <a:lnTo>
                    <a:pt x="5279162" y="886942"/>
                  </a:lnTo>
                  <a:lnTo>
                    <a:pt x="5279288" y="886942"/>
                  </a:lnTo>
                  <a:lnTo>
                    <a:pt x="5279414" y="886942"/>
                  </a:lnTo>
                  <a:lnTo>
                    <a:pt x="5279540" y="886942"/>
                  </a:lnTo>
                  <a:lnTo>
                    <a:pt x="5279666" y="886942"/>
                  </a:lnTo>
                  <a:lnTo>
                    <a:pt x="5279792" y="886942"/>
                  </a:lnTo>
                  <a:lnTo>
                    <a:pt x="5279918" y="886942"/>
                  </a:lnTo>
                  <a:lnTo>
                    <a:pt x="5280045" y="886942"/>
                  </a:lnTo>
                  <a:lnTo>
                    <a:pt x="5280171" y="886942"/>
                  </a:lnTo>
                  <a:lnTo>
                    <a:pt x="5280297" y="886942"/>
                  </a:lnTo>
                  <a:lnTo>
                    <a:pt x="5280423" y="886942"/>
                  </a:lnTo>
                  <a:lnTo>
                    <a:pt x="5280549" y="886942"/>
                  </a:lnTo>
                  <a:lnTo>
                    <a:pt x="5280675" y="886942"/>
                  </a:lnTo>
                  <a:lnTo>
                    <a:pt x="5280801" y="886942"/>
                  </a:lnTo>
                  <a:lnTo>
                    <a:pt x="5280927" y="886942"/>
                  </a:lnTo>
                  <a:lnTo>
                    <a:pt x="5281053" y="886942"/>
                  </a:lnTo>
                  <a:lnTo>
                    <a:pt x="5281179" y="886942"/>
                  </a:lnTo>
                  <a:lnTo>
                    <a:pt x="5281305" y="886942"/>
                  </a:lnTo>
                  <a:lnTo>
                    <a:pt x="5281432" y="886942"/>
                  </a:lnTo>
                  <a:lnTo>
                    <a:pt x="5281558" y="886942"/>
                  </a:lnTo>
                  <a:lnTo>
                    <a:pt x="5281684" y="886942"/>
                  </a:lnTo>
                  <a:lnTo>
                    <a:pt x="5281810" y="886942"/>
                  </a:lnTo>
                  <a:lnTo>
                    <a:pt x="5281936" y="886942"/>
                  </a:lnTo>
                  <a:lnTo>
                    <a:pt x="5282062" y="886942"/>
                  </a:lnTo>
                  <a:lnTo>
                    <a:pt x="5282188" y="886942"/>
                  </a:lnTo>
                  <a:lnTo>
                    <a:pt x="5282314" y="886942"/>
                  </a:lnTo>
                  <a:lnTo>
                    <a:pt x="5282440" y="886942"/>
                  </a:lnTo>
                  <a:lnTo>
                    <a:pt x="5282566" y="886942"/>
                  </a:lnTo>
                  <a:lnTo>
                    <a:pt x="5282692" y="886942"/>
                  </a:lnTo>
                  <a:lnTo>
                    <a:pt x="5282818" y="886942"/>
                  </a:lnTo>
                  <a:lnTo>
                    <a:pt x="5282945" y="886942"/>
                  </a:lnTo>
                  <a:lnTo>
                    <a:pt x="5283071" y="886942"/>
                  </a:lnTo>
                  <a:lnTo>
                    <a:pt x="5283197" y="886942"/>
                  </a:lnTo>
                  <a:lnTo>
                    <a:pt x="5283323" y="886942"/>
                  </a:lnTo>
                  <a:lnTo>
                    <a:pt x="5283323" y="881663"/>
                  </a:lnTo>
                  <a:lnTo>
                    <a:pt x="5283449" y="881663"/>
                  </a:lnTo>
                  <a:lnTo>
                    <a:pt x="5283575" y="881663"/>
                  </a:lnTo>
                  <a:lnTo>
                    <a:pt x="5283701" y="881663"/>
                  </a:lnTo>
                  <a:lnTo>
                    <a:pt x="5283827" y="881663"/>
                  </a:lnTo>
                  <a:lnTo>
                    <a:pt x="5283953" y="881663"/>
                  </a:lnTo>
                  <a:lnTo>
                    <a:pt x="5284079" y="881663"/>
                  </a:lnTo>
                  <a:lnTo>
                    <a:pt x="5284205" y="881663"/>
                  </a:lnTo>
                  <a:lnTo>
                    <a:pt x="5284332" y="881663"/>
                  </a:lnTo>
                  <a:lnTo>
                    <a:pt x="5284458" y="881663"/>
                  </a:lnTo>
                  <a:lnTo>
                    <a:pt x="5284584" y="881663"/>
                  </a:lnTo>
                  <a:lnTo>
                    <a:pt x="5284710" y="881663"/>
                  </a:lnTo>
                  <a:lnTo>
                    <a:pt x="5284836" y="881663"/>
                  </a:lnTo>
                  <a:lnTo>
                    <a:pt x="5284962" y="881663"/>
                  </a:lnTo>
                  <a:lnTo>
                    <a:pt x="5285088" y="881663"/>
                  </a:lnTo>
                  <a:lnTo>
                    <a:pt x="5285214" y="881663"/>
                  </a:lnTo>
                  <a:lnTo>
                    <a:pt x="5285340" y="881663"/>
                  </a:lnTo>
                  <a:lnTo>
                    <a:pt x="5285340" y="876383"/>
                  </a:lnTo>
                  <a:lnTo>
                    <a:pt x="5285466" y="876383"/>
                  </a:lnTo>
                  <a:lnTo>
                    <a:pt x="5285592" y="876383"/>
                  </a:lnTo>
                  <a:lnTo>
                    <a:pt x="5285719" y="876383"/>
                  </a:lnTo>
                  <a:lnTo>
                    <a:pt x="5285845" y="876383"/>
                  </a:lnTo>
                  <a:lnTo>
                    <a:pt x="5285971" y="876383"/>
                  </a:lnTo>
                  <a:lnTo>
                    <a:pt x="5286097" y="876383"/>
                  </a:lnTo>
                  <a:lnTo>
                    <a:pt x="5286223" y="876383"/>
                  </a:lnTo>
                  <a:lnTo>
                    <a:pt x="5286349" y="876383"/>
                  </a:lnTo>
                  <a:lnTo>
                    <a:pt x="5286475" y="876383"/>
                  </a:lnTo>
                  <a:lnTo>
                    <a:pt x="5286601" y="876383"/>
                  </a:lnTo>
                  <a:lnTo>
                    <a:pt x="5286727" y="876383"/>
                  </a:lnTo>
                  <a:lnTo>
                    <a:pt x="5286853" y="876383"/>
                  </a:lnTo>
                  <a:lnTo>
                    <a:pt x="5286979" y="876383"/>
                  </a:lnTo>
                  <a:lnTo>
                    <a:pt x="5287105" y="876383"/>
                  </a:lnTo>
                  <a:lnTo>
                    <a:pt x="5287232" y="876383"/>
                  </a:lnTo>
                  <a:lnTo>
                    <a:pt x="5287358" y="876383"/>
                  </a:lnTo>
                  <a:lnTo>
                    <a:pt x="5287484" y="876383"/>
                  </a:lnTo>
                  <a:lnTo>
                    <a:pt x="5287610" y="876383"/>
                  </a:lnTo>
                  <a:lnTo>
                    <a:pt x="5287736" y="876383"/>
                  </a:lnTo>
                  <a:lnTo>
                    <a:pt x="5287862" y="876383"/>
                  </a:lnTo>
                  <a:lnTo>
                    <a:pt x="5287988" y="876383"/>
                  </a:lnTo>
                  <a:lnTo>
                    <a:pt x="5288114" y="876383"/>
                  </a:lnTo>
                  <a:lnTo>
                    <a:pt x="5288240" y="876383"/>
                  </a:lnTo>
                  <a:lnTo>
                    <a:pt x="5288366" y="876383"/>
                  </a:lnTo>
                  <a:lnTo>
                    <a:pt x="5288492" y="876383"/>
                  </a:lnTo>
                  <a:lnTo>
                    <a:pt x="5288619" y="876383"/>
                  </a:lnTo>
                  <a:lnTo>
                    <a:pt x="5288745" y="876383"/>
                  </a:lnTo>
                  <a:lnTo>
                    <a:pt x="5288871" y="876383"/>
                  </a:lnTo>
                  <a:lnTo>
                    <a:pt x="5288997" y="876383"/>
                  </a:lnTo>
                  <a:lnTo>
                    <a:pt x="5289123" y="876383"/>
                  </a:lnTo>
                  <a:lnTo>
                    <a:pt x="5289249" y="876383"/>
                  </a:lnTo>
                  <a:lnTo>
                    <a:pt x="5289375" y="876383"/>
                  </a:lnTo>
                  <a:lnTo>
                    <a:pt x="5289501" y="876383"/>
                  </a:lnTo>
                  <a:lnTo>
                    <a:pt x="5289627" y="876383"/>
                  </a:lnTo>
                  <a:lnTo>
                    <a:pt x="5289753" y="876383"/>
                  </a:lnTo>
                  <a:lnTo>
                    <a:pt x="5289879" y="876383"/>
                  </a:lnTo>
                  <a:lnTo>
                    <a:pt x="5290005" y="876383"/>
                  </a:lnTo>
                  <a:lnTo>
                    <a:pt x="5290132" y="876383"/>
                  </a:lnTo>
                  <a:lnTo>
                    <a:pt x="5290258" y="876383"/>
                  </a:lnTo>
                  <a:lnTo>
                    <a:pt x="5290384" y="876383"/>
                  </a:lnTo>
                  <a:lnTo>
                    <a:pt x="5290510" y="876383"/>
                  </a:lnTo>
                  <a:lnTo>
                    <a:pt x="5290636" y="876383"/>
                  </a:lnTo>
                  <a:lnTo>
                    <a:pt x="5290762" y="876383"/>
                  </a:lnTo>
                  <a:lnTo>
                    <a:pt x="5290888" y="876383"/>
                  </a:lnTo>
                  <a:lnTo>
                    <a:pt x="5291014" y="876383"/>
                  </a:lnTo>
                  <a:lnTo>
                    <a:pt x="5291140" y="876383"/>
                  </a:lnTo>
                  <a:lnTo>
                    <a:pt x="5291266" y="876383"/>
                  </a:lnTo>
                  <a:lnTo>
                    <a:pt x="5291392" y="876383"/>
                  </a:lnTo>
                  <a:lnTo>
                    <a:pt x="5291519" y="876383"/>
                  </a:lnTo>
                  <a:lnTo>
                    <a:pt x="5291645" y="876383"/>
                  </a:lnTo>
                  <a:lnTo>
                    <a:pt x="5291645" y="871104"/>
                  </a:lnTo>
                  <a:lnTo>
                    <a:pt x="5291771" y="871104"/>
                  </a:lnTo>
                  <a:lnTo>
                    <a:pt x="5291897" y="871104"/>
                  </a:lnTo>
                  <a:lnTo>
                    <a:pt x="5292023" y="871104"/>
                  </a:lnTo>
                  <a:lnTo>
                    <a:pt x="5292149" y="871104"/>
                  </a:lnTo>
                  <a:lnTo>
                    <a:pt x="5292275" y="871104"/>
                  </a:lnTo>
                  <a:lnTo>
                    <a:pt x="5292401" y="871104"/>
                  </a:lnTo>
                  <a:lnTo>
                    <a:pt x="5292527" y="871104"/>
                  </a:lnTo>
                  <a:lnTo>
                    <a:pt x="5292653" y="871104"/>
                  </a:lnTo>
                  <a:lnTo>
                    <a:pt x="5292779" y="871104"/>
                  </a:lnTo>
                  <a:lnTo>
                    <a:pt x="5292905" y="871104"/>
                  </a:lnTo>
                  <a:lnTo>
                    <a:pt x="5293032" y="871104"/>
                  </a:lnTo>
                  <a:lnTo>
                    <a:pt x="5293158" y="871104"/>
                  </a:lnTo>
                  <a:lnTo>
                    <a:pt x="5293284" y="871104"/>
                  </a:lnTo>
                  <a:lnTo>
                    <a:pt x="5293410" y="871104"/>
                  </a:lnTo>
                  <a:lnTo>
                    <a:pt x="5293536" y="871104"/>
                  </a:lnTo>
                  <a:lnTo>
                    <a:pt x="5293662" y="871104"/>
                  </a:lnTo>
                  <a:lnTo>
                    <a:pt x="5293788" y="871104"/>
                  </a:lnTo>
                  <a:lnTo>
                    <a:pt x="5293914" y="871104"/>
                  </a:lnTo>
                  <a:lnTo>
                    <a:pt x="5294040" y="871104"/>
                  </a:lnTo>
                  <a:lnTo>
                    <a:pt x="5294166" y="871104"/>
                  </a:lnTo>
                  <a:lnTo>
                    <a:pt x="5294292" y="871104"/>
                  </a:lnTo>
                  <a:lnTo>
                    <a:pt x="5294419" y="871104"/>
                  </a:lnTo>
                  <a:lnTo>
                    <a:pt x="5294545" y="871104"/>
                  </a:lnTo>
                  <a:lnTo>
                    <a:pt x="5294671" y="871104"/>
                  </a:lnTo>
                  <a:lnTo>
                    <a:pt x="5294797" y="871104"/>
                  </a:lnTo>
                  <a:lnTo>
                    <a:pt x="5294923" y="871104"/>
                  </a:lnTo>
                  <a:lnTo>
                    <a:pt x="5295049" y="871104"/>
                  </a:lnTo>
                  <a:lnTo>
                    <a:pt x="5295175" y="871104"/>
                  </a:lnTo>
                  <a:lnTo>
                    <a:pt x="5295301" y="871104"/>
                  </a:lnTo>
                  <a:lnTo>
                    <a:pt x="5295427" y="871104"/>
                  </a:lnTo>
                  <a:lnTo>
                    <a:pt x="5295553" y="871104"/>
                  </a:lnTo>
                  <a:lnTo>
                    <a:pt x="5295679" y="871104"/>
                  </a:lnTo>
                  <a:lnTo>
                    <a:pt x="5295806" y="871104"/>
                  </a:lnTo>
                  <a:lnTo>
                    <a:pt x="5295932" y="871104"/>
                  </a:lnTo>
                  <a:lnTo>
                    <a:pt x="5296058" y="871104"/>
                  </a:lnTo>
                  <a:lnTo>
                    <a:pt x="5296184" y="871104"/>
                  </a:lnTo>
                  <a:lnTo>
                    <a:pt x="5296310" y="871104"/>
                  </a:lnTo>
                  <a:lnTo>
                    <a:pt x="5296436" y="871104"/>
                  </a:lnTo>
                  <a:lnTo>
                    <a:pt x="5296562" y="871104"/>
                  </a:lnTo>
                  <a:lnTo>
                    <a:pt x="5296688" y="871104"/>
                  </a:lnTo>
                  <a:lnTo>
                    <a:pt x="5296814" y="871104"/>
                  </a:lnTo>
                  <a:lnTo>
                    <a:pt x="5296940" y="871104"/>
                  </a:lnTo>
                  <a:lnTo>
                    <a:pt x="5296940" y="865825"/>
                  </a:lnTo>
                  <a:lnTo>
                    <a:pt x="5297066" y="865825"/>
                  </a:lnTo>
                  <a:lnTo>
                    <a:pt x="5297192" y="865825"/>
                  </a:lnTo>
                  <a:lnTo>
                    <a:pt x="5297319" y="865825"/>
                  </a:lnTo>
                  <a:lnTo>
                    <a:pt x="5297445" y="865825"/>
                  </a:lnTo>
                  <a:lnTo>
                    <a:pt x="5297571" y="865825"/>
                  </a:lnTo>
                  <a:lnTo>
                    <a:pt x="5297697" y="865825"/>
                  </a:lnTo>
                  <a:lnTo>
                    <a:pt x="5297823" y="865825"/>
                  </a:lnTo>
                  <a:lnTo>
                    <a:pt x="5297949" y="865825"/>
                  </a:lnTo>
                  <a:lnTo>
                    <a:pt x="5298075" y="865825"/>
                  </a:lnTo>
                  <a:lnTo>
                    <a:pt x="5298201" y="865825"/>
                  </a:lnTo>
                  <a:lnTo>
                    <a:pt x="5298327" y="865825"/>
                  </a:lnTo>
                  <a:lnTo>
                    <a:pt x="5298453" y="865825"/>
                  </a:lnTo>
                  <a:lnTo>
                    <a:pt x="5298579" y="865825"/>
                  </a:lnTo>
                  <a:lnTo>
                    <a:pt x="5298706" y="865825"/>
                  </a:lnTo>
                  <a:lnTo>
                    <a:pt x="5298832" y="865825"/>
                  </a:lnTo>
                  <a:lnTo>
                    <a:pt x="5298958" y="865825"/>
                  </a:lnTo>
                  <a:lnTo>
                    <a:pt x="5299084" y="865825"/>
                  </a:lnTo>
                  <a:lnTo>
                    <a:pt x="5299210" y="865825"/>
                  </a:lnTo>
                  <a:lnTo>
                    <a:pt x="5299336" y="865825"/>
                  </a:lnTo>
                  <a:lnTo>
                    <a:pt x="5299462" y="865825"/>
                  </a:lnTo>
                  <a:lnTo>
                    <a:pt x="5299588" y="865825"/>
                  </a:lnTo>
                  <a:lnTo>
                    <a:pt x="5299714" y="865825"/>
                  </a:lnTo>
                  <a:lnTo>
                    <a:pt x="5299840" y="865825"/>
                  </a:lnTo>
                  <a:lnTo>
                    <a:pt x="5299966" y="865825"/>
                  </a:lnTo>
                  <a:lnTo>
                    <a:pt x="5300092" y="865825"/>
                  </a:lnTo>
                  <a:lnTo>
                    <a:pt x="5300219" y="865825"/>
                  </a:lnTo>
                  <a:lnTo>
                    <a:pt x="5300345" y="865825"/>
                  </a:lnTo>
                  <a:lnTo>
                    <a:pt x="5300471" y="865825"/>
                  </a:lnTo>
                  <a:lnTo>
                    <a:pt x="5300597" y="865825"/>
                  </a:lnTo>
                  <a:lnTo>
                    <a:pt x="5300723" y="865825"/>
                  </a:lnTo>
                  <a:lnTo>
                    <a:pt x="5300849" y="865825"/>
                  </a:lnTo>
                  <a:lnTo>
                    <a:pt x="5300975" y="865825"/>
                  </a:lnTo>
                  <a:lnTo>
                    <a:pt x="5301101" y="865825"/>
                  </a:lnTo>
                  <a:lnTo>
                    <a:pt x="5301227" y="865825"/>
                  </a:lnTo>
                  <a:lnTo>
                    <a:pt x="5301353" y="865825"/>
                  </a:lnTo>
                  <a:lnTo>
                    <a:pt x="5301479" y="865825"/>
                  </a:lnTo>
                  <a:lnTo>
                    <a:pt x="5301606" y="865825"/>
                  </a:lnTo>
                  <a:lnTo>
                    <a:pt x="5301732" y="865825"/>
                  </a:lnTo>
                  <a:lnTo>
                    <a:pt x="5301858" y="865825"/>
                  </a:lnTo>
                  <a:lnTo>
                    <a:pt x="5301984" y="865825"/>
                  </a:lnTo>
                  <a:lnTo>
                    <a:pt x="5302110" y="865825"/>
                  </a:lnTo>
                  <a:lnTo>
                    <a:pt x="5302236" y="865825"/>
                  </a:lnTo>
                  <a:lnTo>
                    <a:pt x="5302362" y="865825"/>
                  </a:lnTo>
                  <a:lnTo>
                    <a:pt x="5302488" y="865825"/>
                  </a:lnTo>
                  <a:lnTo>
                    <a:pt x="5302614" y="865825"/>
                  </a:lnTo>
                  <a:lnTo>
                    <a:pt x="5302740" y="865825"/>
                  </a:lnTo>
                  <a:lnTo>
                    <a:pt x="5302866" y="865825"/>
                  </a:lnTo>
                  <a:lnTo>
                    <a:pt x="5302993" y="865825"/>
                  </a:lnTo>
                  <a:lnTo>
                    <a:pt x="5303119" y="865825"/>
                  </a:lnTo>
                  <a:lnTo>
                    <a:pt x="5303245" y="865825"/>
                  </a:lnTo>
                  <a:lnTo>
                    <a:pt x="5303371" y="865825"/>
                  </a:lnTo>
                  <a:lnTo>
                    <a:pt x="5303497" y="865825"/>
                  </a:lnTo>
                  <a:lnTo>
                    <a:pt x="5303623" y="865825"/>
                  </a:lnTo>
                  <a:lnTo>
                    <a:pt x="5303749" y="865825"/>
                  </a:lnTo>
                  <a:lnTo>
                    <a:pt x="5303875" y="865825"/>
                  </a:lnTo>
                  <a:lnTo>
                    <a:pt x="5304001" y="865825"/>
                  </a:lnTo>
                  <a:lnTo>
                    <a:pt x="5304127" y="865825"/>
                  </a:lnTo>
                  <a:lnTo>
                    <a:pt x="5304253" y="865825"/>
                  </a:lnTo>
                  <a:lnTo>
                    <a:pt x="5304379" y="865825"/>
                  </a:lnTo>
                  <a:lnTo>
                    <a:pt x="5304506" y="865825"/>
                  </a:lnTo>
                  <a:lnTo>
                    <a:pt x="5304632" y="865825"/>
                  </a:lnTo>
                  <a:lnTo>
                    <a:pt x="5304758" y="865825"/>
                  </a:lnTo>
                  <a:lnTo>
                    <a:pt x="5304884" y="865825"/>
                  </a:lnTo>
                  <a:lnTo>
                    <a:pt x="5305010" y="865825"/>
                  </a:lnTo>
                  <a:lnTo>
                    <a:pt x="5305136" y="865825"/>
                  </a:lnTo>
                  <a:lnTo>
                    <a:pt x="5305262" y="865825"/>
                  </a:lnTo>
                  <a:lnTo>
                    <a:pt x="5305388" y="865825"/>
                  </a:lnTo>
                  <a:lnTo>
                    <a:pt x="5305514" y="865825"/>
                  </a:lnTo>
                  <a:lnTo>
                    <a:pt x="5305640" y="865825"/>
                  </a:lnTo>
                  <a:lnTo>
                    <a:pt x="5305766" y="865825"/>
                  </a:lnTo>
                  <a:lnTo>
                    <a:pt x="5305893" y="865825"/>
                  </a:lnTo>
                  <a:lnTo>
                    <a:pt x="5306019" y="865825"/>
                  </a:lnTo>
                  <a:lnTo>
                    <a:pt x="5306145" y="865825"/>
                  </a:lnTo>
                  <a:lnTo>
                    <a:pt x="5306271" y="865825"/>
                  </a:lnTo>
                  <a:lnTo>
                    <a:pt x="5306397" y="865825"/>
                  </a:lnTo>
                  <a:lnTo>
                    <a:pt x="5306523" y="865825"/>
                  </a:lnTo>
                  <a:lnTo>
                    <a:pt x="5306649" y="865825"/>
                  </a:lnTo>
                  <a:lnTo>
                    <a:pt x="5306775" y="865825"/>
                  </a:lnTo>
                  <a:lnTo>
                    <a:pt x="5306901" y="865825"/>
                  </a:lnTo>
                  <a:lnTo>
                    <a:pt x="5307027" y="865825"/>
                  </a:lnTo>
                  <a:lnTo>
                    <a:pt x="5307153" y="865825"/>
                  </a:lnTo>
                  <a:lnTo>
                    <a:pt x="5307279" y="865825"/>
                  </a:lnTo>
                  <a:lnTo>
                    <a:pt x="5307406" y="865825"/>
                  </a:lnTo>
                  <a:lnTo>
                    <a:pt x="5307532" y="865825"/>
                  </a:lnTo>
                  <a:lnTo>
                    <a:pt x="5307658" y="865825"/>
                  </a:lnTo>
                  <a:lnTo>
                    <a:pt x="5307784" y="865825"/>
                  </a:lnTo>
                  <a:lnTo>
                    <a:pt x="5307910" y="865825"/>
                  </a:lnTo>
                  <a:lnTo>
                    <a:pt x="5308036" y="865825"/>
                  </a:lnTo>
                  <a:lnTo>
                    <a:pt x="5308162" y="865825"/>
                  </a:lnTo>
                  <a:lnTo>
                    <a:pt x="5308288" y="865825"/>
                  </a:lnTo>
                  <a:lnTo>
                    <a:pt x="5308414" y="865825"/>
                  </a:lnTo>
                  <a:lnTo>
                    <a:pt x="5308540" y="865825"/>
                  </a:lnTo>
                  <a:lnTo>
                    <a:pt x="5308666" y="865825"/>
                  </a:lnTo>
                  <a:lnTo>
                    <a:pt x="5308793" y="865825"/>
                  </a:lnTo>
                  <a:lnTo>
                    <a:pt x="5308919" y="865825"/>
                  </a:lnTo>
                  <a:lnTo>
                    <a:pt x="5309045" y="865825"/>
                  </a:lnTo>
                  <a:lnTo>
                    <a:pt x="5309171" y="865825"/>
                  </a:lnTo>
                  <a:lnTo>
                    <a:pt x="5309297" y="865825"/>
                  </a:lnTo>
                  <a:lnTo>
                    <a:pt x="5309423" y="865825"/>
                  </a:lnTo>
                  <a:lnTo>
                    <a:pt x="5309549" y="865825"/>
                  </a:lnTo>
                  <a:lnTo>
                    <a:pt x="5309675" y="865825"/>
                  </a:lnTo>
                  <a:lnTo>
                    <a:pt x="5309801" y="865825"/>
                  </a:lnTo>
                  <a:lnTo>
                    <a:pt x="5309927" y="865825"/>
                  </a:lnTo>
                  <a:lnTo>
                    <a:pt x="5310053" y="865825"/>
                  </a:lnTo>
                  <a:lnTo>
                    <a:pt x="5310179" y="865825"/>
                  </a:lnTo>
                  <a:lnTo>
                    <a:pt x="5310306" y="865825"/>
                  </a:lnTo>
                  <a:lnTo>
                    <a:pt x="5310432" y="865825"/>
                  </a:lnTo>
                  <a:lnTo>
                    <a:pt x="5310558" y="865825"/>
                  </a:lnTo>
                  <a:lnTo>
                    <a:pt x="5310684" y="865825"/>
                  </a:lnTo>
                  <a:lnTo>
                    <a:pt x="5310810" y="865825"/>
                  </a:lnTo>
                  <a:lnTo>
                    <a:pt x="5310936" y="865825"/>
                  </a:lnTo>
                  <a:lnTo>
                    <a:pt x="5311062" y="865825"/>
                  </a:lnTo>
                  <a:lnTo>
                    <a:pt x="5311188" y="865825"/>
                  </a:lnTo>
                  <a:lnTo>
                    <a:pt x="5311314" y="865825"/>
                  </a:lnTo>
                  <a:lnTo>
                    <a:pt x="5311440" y="865825"/>
                  </a:lnTo>
                  <a:lnTo>
                    <a:pt x="5311566" y="865825"/>
                  </a:lnTo>
                  <a:lnTo>
                    <a:pt x="5311693" y="865825"/>
                  </a:lnTo>
                  <a:lnTo>
                    <a:pt x="5311819" y="865825"/>
                  </a:lnTo>
                  <a:lnTo>
                    <a:pt x="5311945" y="865825"/>
                  </a:lnTo>
                  <a:lnTo>
                    <a:pt x="5312071" y="865825"/>
                  </a:lnTo>
                  <a:lnTo>
                    <a:pt x="5312197" y="865825"/>
                  </a:lnTo>
                  <a:lnTo>
                    <a:pt x="5312323" y="865825"/>
                  </a:lnTo>
                  <a:lnTo>
                    <a:pt x="5312449" y="865825"/>
                  </a:lnTo>
                  <a:lnTo>
                    <a:pt x="5312575" y="865825"/>
                  </a:lnTo>
                  <a:lnTo>
                    <a:pt x="5312701" y="865825"/>
                  </a:lnTo>
                  <a:lnTo>
                    <a:pt x="5312827" y="865825"/>
                  </a:lnTo>
                  <a:lnTo>
                    <a:pt x="5312953" y="865825"/>
                  </a:lnTo>
                  <a:lnTo>
                    <a:pt x="5313080" y="865825"/>
                  </a:lnTo>
                  <a:lnTo>
                    <a:pt x="5313206" y="865825"/>
                  </a:lnTo>
                  <a:lnTo>
                    <a:pt x="5313332" y="865825"/>
                  </a:lnTo>
                  <a:lnTo>
                    <a:pt x="5313458" y="865825"/>
                  </a:lnTo>
                  <a:lnTo>
                    <a:pt x="5313584" y="865825"/>
                  </a:lnTo>
                  <a:lnTo>
                    <a:pt x="5313710" y="865825"/>
                  </a:lnTo>
                  <a:lnTo>
                    <a:pt x="5313836" y="865825"/>
                  </a:lnTo>
                  <a:lnTo>
                    <a:pt x="5313962" y="865825"/>
                  </a:lnTo>
                  <a:lnTo>
                    <a:pt x="5314088" y="865825"/>
                  </a:lnTo>
                  <a:lnTo>
                    <a:pt x="5314214" y="865825"/>
                  </a:lnTo>
                  <a:lnTo>
                    <a:pt x="5314340" y="865825"/>
                  </a:lnTo>
                  <a:lnTo>
                    <a:pt x="5314466" y="865825"/>
                  </a:lnTo>
                  <a:lnTo>
                    <a:pt x="5314593" y="865825"/>
                  </a:lnTo>
                  <a:lnTo>
                    <a:pt x="5314719" y="865825"/>
                  </a:lnTo>
                  <a:lnTo>
                    <a:pt x="5314845" y="865825"/>
                  </a:lnTo>
                  <a:lnTo>
                    <a:pt x="5314971" y="865825"/>
                  </a:lnTo>
                  <a:lnTo>
                    <a:pt x="5315097" y="865825"/>
                  </a:lnTo>
                  <a:lnTo>
                    <a:pt x="5315223" y="865825"/>
                  </a:lnTo>
                  <a:lnTo>
                    <a:pt x="5315349" y="865825"/>
                  </a:lnTo>
                  <a:lnTo>
                    <a:pt x="5315475" y="865825"/>
                  </a:lnTo>
                  <a:lnTo>
                    <a:pt x="5315601" y="865825"/>
                  </a:lnTo>
                  <a:lnTo>
                    <a:pt x="5315727" y="865825"/>
                  </a:lnTo>
                  <a:lnTo>
                    <a:pt x="5315853" y="865825"/>
                  </a:lnTo>
                  <a:lnTo>
                    <a:pt x="5315980" y="865825"/>
                  </a:lnTo>
                  <a:lnTo>
                    <a:pt x="5316106" y="865825"/>
                  </a:lnTo>
                  <a:lnTo>
                    <a:pt x="5316232" y="865825"/>
                  </a:lnTo>
                  <a:lnTo>
                    <a:pt x="5316358" y="865825"/>
                  </a:lnTo>
                  <a:lnTo>
                    <a:pt x="5316484" y="865825"/>
                  </a:lnTo>
                  <a:lnTo>
                    <a:pt x="5316610" y="865825"/>
                  </a:lnTo>
                  <a:lnTo>
                    <a:pt x="5316736" y="865825"/>
                  </a:lnTo>
                  <a:lnTo>
                    <a:pt x="5316862" y="865825"/>
                  </a:lnTo>
                  <a:lnTo>
                    <a:pt x="5316988" y="865825"/>
                  </a:lnTo>
                  <a:lnTo>
                    <a:pt x="5317114" y="865825"/>
                  </a:lnTo>
                  <a:lnTo>
                    <a:pt x="5317240" y="865825"/>
                  </a:lnTo>
                  <a:lnTo>
                    <a:pt x="5317366" y="865825"/>
                  </a:lnTo>
                  <a:lnTo>
                    <a:pt x="5317493" y="865825"/>
                  </a:lnTo>
                  <a:lnTo>
                    <a:pt x="5317619" y="865825"/>
                  </a:lnTo>
                  <a:lnTo>
                    <a:pt x="5317745" y="865825"/>
                  </a:lnTo>
                  <a:lnTo>
                    <a:pt x="5317871" y="865825"/>
                  </a:lnTo>
                  <a:lnTo>
                    <a:pt x="5317997" y="865825"/>
                  </a:lnTo>
                  <a:lnTo>
                    <a:pt x="5318123" y="865825"/>
                  </a:lnTo>
                  <a:lnTo>
                    <a:pt x="5318249" y="865825"/>
                  </a:lnTo>
                  <a:lnTo>
                    <a:pt x="5318375" y="865825"/>
                  </a:lnTo>
                  <a:lnTo>
                    <a:pt x="5318501" y="865825"/>
                  </a:lnTo>
                  <a:lnTo>
                    <a:pt x="5318627" y="865825"/>
                  </a:lnTo>
                  <a:lnTo>
                    <a:pt x="5318753" y="865825"/>
                  </a:lnTo>
                  <a:lnTo>
                    <a:pt x="5318880" y="865825"/>
                  </a:lnTo>
                  <a:lnTo>
                    <a:pt x="5319006" y="865825"/>
                  </a:lnTo>
                  <a:lnTo>
                    <a:pt x="5319132" y="865825"/>
                  </a:lnTo>
                  <a:lnTo>
                    <a:pt x="5319258" y="865825"/>
                  </a:lnTo>
                  <a:lnTo>
                    <a:pt x="5319384" y="865825"/>
                  </a:lnTo>
                  <a:lnTo>
                    <a:pt x="5319510" y="865825"/>
                  </a:lnTo>
                  <a:lnTo>
                    <a:pt x="5319636" y="865825"/>
                  </a:lnTo>
                  <a:lnTo>
                    <a:pt x="5319762" y="865825"/>
                  </a:lnTo>
                  <a:lnTo>
                    <a:pt x="5319888" y="865825"/>
                  </a:lnTo>
                  <a:lnTo>
                    <a:pt x="5320014" y="865825"/>
                  </a:lnTo>
                  <a:lnTo>
                    <a:pt x="5320140" y="865825"/>
                  </a:lnTo>
                  <a:lnTo>
                    <a:pt x="5320267" y="865825"/>
                  </a:lnTo>
                  <a:lnTo>
                    <a:pt x="5320393" y="865825"/>
                  </a:lnTo>
                  <a:lnTo>
                    <a:pt x="5320519" y="865825"/>
                  </a:lnTo>
                  <a:lnTo>
                    <a:pt x="5320645" y="865825"/>
                  </a:lnTo>
                  <a:lnTo>
                    <a:pt x="5320771" y="865825"/>
                  </a:lnTo>
                  <a:lnTo>
                    <a:pt x="5320897" y="865825"/>
                  </a:lnTo>
                  <a:lnTo>
                    <a:pt x="5321023" y="865825"/>
                  </a:lnTo>
                  <a:lnTo>
                    <a:pt x="5321149" y="865825"/>
                  </a:lnTo>
                  <a:lnTo>
                    <a:pt x="5321275" y="865825"/>
                  </a:lnTo>
                  <a:lnTo>
                    <a:pt x="5321401" y="865825"/>
                  </a:lnTo>
                  <a:lnTo>
                    <a:pt x="5321527" y="865825"/>
                  </a:lnTo>
                  <a:lnTo>
                    <a:pt x="5321653" y="865825"/>
                  </a:lnTo>
                  <a:lnTo>
                    <a:pt x="5321780" y="865825"/>
                  </a:lnTo>
                  <a:lnTo>
                    <a:pt x="5321906" y="865825"/>
                  </a:lnTo>
                  <a:lnTo>
                    <a:pt x="5322032" y="865825"/>
                  </a:lnTo>
                  <a:lnTo>
                    <a:pt x="5322158" y="865825"/>
                  </a:lnTo>
                  <a:lnTo>
                    <a:pt x="5322284" y="865825"/>
                  </a:lnTo>
                  <a:lnTo>
                    <a:pt x="5322410" y="865825"/>
                  </a:lnTo>
                  <a:lnTo>
                    <a:pt x="5322536" y="865825"/>
                  </a:lnTo>
                  <a:lnTo>
                    <a:pt x="5322662" y="865825"/>
                  </a:lnTo>
                  <a:lnTo>
                    <a:pt x="5322788" y="865825"/>
                  </a:lnTo>
                  <a:lnTo>
                    <a:pt x="5322914" y="865825"/>
                  </a:lnTo>
                  <a:lnTo>
                    <a:pt x="5323040" y="865825"/>
                  </a:lnTo>
                  <a:lnTo>
                    <a:pt x="5323167" y="865825"/>
                  </a:lnTo>
                  <a:lnTo>
                    <a:pt x="5323293" y="865825"/>
                  </a:lnTo>
                  <a:lnTo>
                    <a:pt x="5323419" y="865825"/>
                  </a:lnTo>
                  <a:lnTo>
                    <a:pt x="5323545" y="865825"/>
                  </a:lnTo>
                  <a:lnTo>
                    <a:pt x="5323671" y="865825"/>
                  </a:lnTo>
                  <a:lnTo>
                    <a:pt x="5323797" y="865825"/>
                  </a:lnTo>
                  <a:lnTo>
                    <a:pt x="5323923" y="865825"/>
                  </a:lnTo>
                  <a:lnTo>
                    <a:pt x="5324049" y="865825"/>
                  </a:lnTo>
                  <a:lnTo>
                    <a:pt x="5324175" y="865825"/>
                  </a:lnTo>
                  <a:lnTo>
                    <a:pt x="5324301" y="865825"/>
                  </a:lnTo>
                  <a:lnTo>
                    <a:pt x="5324427" y="865825"/>
                  </a:lnTo>
                  <a:lnTo>
                    <a:pt x="5324553" y="865825"/>
                  </a:lnTo>
                  <a:lnTo>
                    <a:pt x="5324553" y="860545"/>
                  </a:lnTo>
                  <a:lnTo>
                    <a:pt x="5324680" y="860545"/>
                  </a:lnTo>
                  <a:lnTo>
                    <a:pt x="5324806" y="860545"/>
                  </a:lnTo>
                  <a:lnTo>
                    <a:pt x="5324932" y="860545"/>
                  </a:lnTo>
                  <a:lnTo>
                    <a:pt x="5325058" y="860545"/>
                  </a:lnTo>
                  <a:lnTo>
                    <a:pt x="5325184" y="860545"/>
                  </a:lnTo>
                  <a:lnTo>
                    <a:pt x="5325310" y="860545"/>
                  </a:lnTo>
                  <a:lnTo>
                    <a:pt x="5325436" y="860545"/>
                  </a:lnTo>
                  <a:lnTo>
                    <a:pt x="5325562" y="860545"/>
                  </a:lnTo>
                  <a:lnTo>
                    <a:pt x="5325688" y="860545"/>
                  </a:lnTo>
                  <a:lnTo>
                    <a:pt x="5325814" y="860545"/>
                  </a:lnTo>
                  <a:lnTo>
                    <a:pt x="5325940" y="860545"/>
                  </a:lnTo>
                  <a:lnTo>
                    <a:pt x="5326067" y="860545"/>
                  </a:lnTo>
                  <a:lnTo>
                    <a:pt x="5326193" y="860545"/>
                  </a:lnTo>
                  <a:lnTo>
                    <a:pt x="5326319" y="860545"/>
                  </a:lnTo>
                  <a:lnTo>
                    <a:pt x="5326445" y="860545"/>
                  </a:lnTo>
                  <a:lnTo>
                    <a:pt x="5326571" y="860545"/>
                  </a:lnTo>
                  <a:lnTo>
                    <a:pt x="5326697" y="860545"/>
                  </a:lnTo>
                  <a:lnTo>
                    <a:pt x="5326823" y="860545"/>
                  </a:lnTo>
                  <a:lnTo>
                    <a:pt x="5326949" y="860545"/>
                  </a:lnTo>
                  <a:lnTo>
                    <a:pt x="5327075" y="860545"/>
                  </a:lnTo>
                  <a:lnTo>
                    <a:pt x="5327201" y="860545"/>
                  </a:lnTo>
                  <a:lnTo>
                    <a:pt x="5327327" y="860545"/>
                  </a:lnTo>
                  <a:lnTo>
                    <a:pt x="5327454" y="860545"/>
                  </a:lnTo>
                  <a:lnTo>
                    <a:pt x="5327580" y="860545"/>
                  </a:lnTo>
                  <a:lnTo>
                    <a:pt x="5327706" y="860545"/>
                  </a:lnTo>
                  <a:lnTo>
                    <a:pt x="5327832" y="860545"/>
                  </a:lnTo>
                  <a:lnTo>
                    <a:pt x="5327958" y="860545"/>
                  </a:lnTo>
                  <a:lnTo>
                    <a:pt x="5328084" y="860545"/>
                  </a:lnTo>
                  <a:lnTo>
                    <a:pt x="5328210" y="860545"/>
                  </a:lnTo>
                  <a:lnTo>
                    <a:pt x="5328336" y="860545"/>
                  </a:lnTo>
                  <a:lnTo>
                    <a:pt x="5328462" y="860545"/>
                  </a:lnTo>
                  <a:lnTo>
                    <a:pt x="5328588" y="860545"/>
                  </a:lnTo>
                  <a:lnTo>
                    <a:pt x="5328714" y="860545"/>
                  </a:lnTo>
                  <a:lnTo>
                    <a:pt x="5328840" y="860545"/>
                  </a:lnTo>
                  <a:lnTo>
                    <a:pt x="5328967" y="860545"/>
                  </a:lnTo>
                  <a:lnTo>
                    <a:pt x="5329093" y="860545"/>
                  </a:lnTo>
                  <a:lnTo>
                    <a:pt x="5329219" y="860545"/>
                  </a:lnTo>
                  <a:lnTo>
                    <a:pt x="5329345" y="860545"/>
                  </a:lnTo>
                  <a:lnTo>
                    <a:pt x="5329471" y="860545"/>
                  </a:lnTo>
                  <a:lnTo>
                    <a:pt x="5329597" y="860545"/>
                  </a:lnTo>
                  <a:lnTo>
                    <a:pt x="5329723" y="860545"/>
                  </a:lnTo>
                  <a:lnTo>
                    <a:pt x="5329849" y="860545"/>
                  </a:lnTo>
                  <a:lnTo>
                    <a:pt x="5329975" y="860545"/>
                  </a:lnTo>
                  <a:lnTo>
                    <a:pt x="5330101" y="860545"/>
                  </a:lnTo>
                  <a:lnTo>
                    <a:pt x="5330227" y="860545"/>
                  </a:lnTo>
                  <a:lnTo>
                    <a:pt x="5330354" y="860545"/>
                  </a:lnTo>
                  <a:lnTo>
                    <a:pt x="5330480" y="860545"/>
                  </a:lnTo>
                  <a:lnTo>
                    <a:pt x="5330606" y="860545"/>
                  </a:lnTo>
                  <a:lnTo>
                    <a:pt x="5330732" y="860545"/>
                  </a:lnTo>
                  <a:lnTo>
                    <a:pt x="5330858" y="860545"/>
                  </a:lnTo>
                  <a:lnTo>
                    <a:pt x="5330984" y="860545"/>
                  </a:lnTo>
                  <a:lnTo>
                    <a:pt x="5331110" y="860545"/>
                  </a:lnTo>
                  <a:lnTo>
                    <a:pt x="5331236" y="860545"/>
                  </a:lnTo>
                  <a:lnTo>
                    <a:pt x="5331362" y="860545"/>
                  </a:lnTo>
                  <a:lnTo>
                    <a:pt x="5331488" y="860545"/>
                  </a:lnTo>
                  <a:lnTo>
                    <a:pt x="5331614" y="860545"/>
                  </a:lnTo>
                  <a:lnTo>
                    <a:pt x="5331740" y="860545"/>
                  </a:lnTo>
                  <a:lnTo>
                    <a:pt x="5331867" y="860545"/>
                  </a:lnTo>
                  <a:lnTo>
                    <a:pt x="5331993" y="860545"/>
                  </a:lnTo>
                  <a:lnTo>
                    <a:pt x="5332119" y="860545"/>
                  </a:lnTo>
                  <a:lnTo>
                    <a:pt x="5332245" y="860545"/>
                  </a:lnTo>
                  <a:lnTo>
                    <a:pt x="5332371" y="860545"/>
                  </a:lnTo>
                  <a:lnTo>
                    <a:pt x="5332497" y="860545"/>
                  </a:lnTo>
                  <a:lnTo>
                    <a:pt x="5332623" y="860545"/>
                  </a:lnTo>
                  <a:lnTo>
                    <a:pt x="5332749" y="860545"/>
                  </a:lnTo>
                  <a:lnTo>
                    <a:pt x="5332875" y="860545"/>
                  </a:lnTo>
                  <a:lnTo>
                    <a:pt x="5333001" y="860545"/>
                  </a:lnTo>
                  <a:lnTo>
                    <a:pt x="5333127" y="860545"/>
                  </a:lnTo>
                  <a:lnTo>
                    <a:pt x="5333254" y="860545"/>
                  </a:lnTo>
                  <a:lnTo>
                    <a:pt x="5333380" y="860545"/>
                  </a:lnTo>
                  <a:lnTo>
                    <a:pt x="5333506" y="860545"/>
                  </a:lnTo>
                  <a:lnTo>
                    <a:pt x="5333632" y="860545"/>
                  </a:lnTo>
                  <a:lnTo>
                    <a:pt x="5333758" y="860545"/>
                  </a:lnTo>
                  <a:lnTo>
                    <a:pt x="5333884" y="860545"/>
                  </a:lnTo>
                  <a:lnTo>
                    <a:pt x="5334010" y="860545"/>
                  </a:lnTo>
                  <a:lnTo>
                    <a:pt x="5334136" y="860545"/>
                  </a:lnTo>
                  <a:lnTo>
                    <a:pt x="5334262" y="860545"/>
                  </a:lnTo>
                  <a:lnTo>
                    <a:pt x="5334388" y="860545"/>
                  </a:lnTo>
                  <a:lnTo>
                    <a:pt x="5334514" y="860545"/>
                  </a:lnTo>
                  <a:lnTo>
                    <a:pt x="5334640" y="860545"/>
                  </a:lnTo>
                  <a:lnTo>
                    <a:pt x="5334767" y="860545"/>
                  </a:lnTo>
                  <a:lnTo>
                    <a:pt x="5334893" y="860545"/>
                  </a:lnTo>
                  <a:lnTo>
                    <a:pt x="5335019" y="860545"/>
                  </a:lnTo>
                  <a:lnTo>
                    <a:pt x="5335145" y="860545"/>
                  </a:lnTo>
                  <a:lnTo>
                    <a:pt x="5335271" y="860545"/>
                  </a:lnTo>
                  <a:lnTo>
                    <a:pt x="5335397" y="860545"/>
                  </a:lnTo>
                  <a:lnTo>
                    <a:pt x="5335523" y="860545"/>
                  </a:lnTo>
                  <a:lnTo>
                    <a:pt x="5335649" y="860545"/>
                  </a:lnTo>
                  <a:lnTo>
                    <a:pt x="5335775" y="860545"/>
                  </a:lnTo>
                  <a:lnTo>
                    <a:pt x="5335901" y="860545"/>
                  </a:lnTo>
                  <a:lnTo>
                    <a:pt x="5336027" y="860545"/>
                  </a:lnTo>
                  <a:lnTo>
                    <a:pt x="5336154" y="860545"/>
                  </a:lnTo>
                  <a:lnTo>
                    <a:pt x="5336280" y="860545"/>
                  </a:lnTo>
                  <a:lnTo>
                    <a:pt x="5336406" y="860545"/>
                  </a:lnTo>
                  <a:lnTo>
                    <a:pt x="5336532" y="860545"/>
                  </a:lnTo>
                  <a:lnTo>
                    <a:pt x="5336658" y="860545"/>
                  </a:lnTo>
                  <a:lnTo>
                    <a:pt x="5336784" y="860545"/>
                  </a:lnTo>
                  <a:lnTo>
                    <a:pt x="5336910" y="860545"/>
                  </a:lnTo>
                  <a:lnTo>
                    <a:pt x="5337036" y="860545"/>
                  </a:lnTo>
                  <a:lnTo>
                    <a:pt x="5337162" y="860545"/>
                  </a:lnTo>
                  <a:lnTo>
                    <a:pt x="5337288" y="860545"/>
                  </a:lnTo>
                  <a:lnTo>
                    <a:pt x="5337414" y="860545"/>
                  </a:lnTo>
                  <a:lnTo>
                    <a:pt x="5337541" y="860545"/>
                  </a:lnTo>
                  <a:lnTo>
                    <a:pt x="5337667" y="860545"/>
                  </a:lnTo>
                  <a:lnTo>
                    <a:pt x="5337793" y="860545"/>
                  </a:lnTo>
                  <a:lnTo>
                    <a:pt x="5337919" y="860545"/>
                  </a:lnTo>
                  <a:lnTo>
                    <a:pt x="5338045" y="860545"/>
                  </a:lnTo>
                  <a:lnTo>
                    <a:pt x="5338171" y="860545"/>
                  </a:lnTo>
                  <a:lnTo>
                    <a:pt x="5338297" y="860545"/>
                  </a:lnTo>
                  <a:lnTo>
                    <a:pt x="5338423" y="860545"/>
                  </a:lnTo>
                  <a:lnTo>
                    <a:pt x="5338549" y="860545"/>
                  </a:lnTo>
                  <a:lnTo>
                    <a:pt x="5338675" y="860545"/>
                  </a:lnTo>
                  <a:lnTo>
                    <a:pt x="5338801" y="860545"/>
                  </a:lnTo>
                  <a:lnTo>
                    <a:pt x="5338927" y="860545"/>
                  </a:lnTo>
                  <a:lnTo>
                    <a:pt x="5339054" y="860545"/>
                  </a:lnTo>
                  <a:lnTo>
                    <a:pt x="5339180" y="860545"/>
                  </a:lnTo>
                  <a:lnTo>
                    <a:pt x="5339306" y="860545"/>
                  </a:lnTo>
                  <a:lnTo>
                    <a:pt x="5339432" y="860545"/>
                  </a:lnTo>
                  <a:lnTo>
                    <a:pt x="5339558" y="860545"/>
                  </a:lnTo>
                  <a:lnTo>
                    <a:pt x="5339684" y="860545"/>
                  </a:lnTo>
                  <a:lnTo>
                    <a:pt x="5339810" y="860545"/>
                  </a:lnTo>
                  <a:lnTo>
                    <a:pt x="5339936" y="860545"/>
                  </a:lnTo>
                  <a:lnTo>
                    <a:pt x="5340062" y="860545"/>
                  </a:lnTo>
                  <a:lnTo>
                    <a:pt x="5340188" y="860545"/>
                  </a:lnTo>
                  <a:lnTo>
                    <a:pt x="5340314" y="860545"/>
                  </a:lnTo>
                  <a:lnTo>
                    <a:pt x="5340441" y="860545"/>
                  </a:lnTo>
                  <a:lnTo>
                    <a:pt x="5340567" y="860545"/>
                  </a:lnTo>
                  <a:lnTo>
                    <a:pt x="5340693" y="860545"/>
                  </a:lnTo>
                  <a:lnTo>
                    <a:pt x="5340819" y="860545"/>
                  </a:lnTo>
                  <a:lnTo>
                    <a:pt x="5340945" y="860545"/>
                  </a:lnTo>
                  <a:lnTo>
                    <a:pt x="5341071" y="860545"/>
                  </a:lnTo>
                  <a:lnTo>
                    <a:pt x="5341197" y="860545"/>
                  </a:lnTo>
                  <a:lnTo>
                    <a:pt x="5341323" y="860545"/>
                  </a:lnTo>
                  <a:lnTo>
                    <a:pt x="5341449" y="860545"/>
                  </a:lnTo>
                  <a:lnTo>
                    <a:pt x="5341575" y="860545"/>
                  </a:lnTo>
                  <a:lnTo>
                    <a:pt x="5341701" y="860545"/>
                  </a:lnTo>
                  <a:lnTo>
                    <a:pt x="5341827" y="860545"/>
                  </a:lnTo>
                  <a:lnTo>
                    <a:pt x="5341954" y="860545"/>
                  </a:lnTo>
                  <a:lnTo>
                    <a:pt x="5342080" y="860545"/>
                  </a:lnTo>
                  <a:lnTo>
                    <a:pt x="5342206" y="860545"/>
                  </a:lnTo>
                  <a:lnTo>
                    <a:pt x="5342332" y="860545"/>
                  </a:lnTo>
                  <a:lnTo>
                    <a:pt x="5342458" y="860545"/>
                  </a:lnTo>
                  <a:lnTo>
                    <a:pt x="5342584" y="860545"/>
                  </a:lnTo>
                  <a:lnTo>
                    <a:pt x="5342710" y="860545"/>
                  </a:lnTo>
                  <a:lnTo>
                    <a:pt x="5342836" y="860545"/>
                  </a:lnTo>
                  <a:lnTo>
                    <a:pt x="5342962" y="860545"/>
                  </a:lnTo>
                  <a:lnTo>
                    <a:pt x="5343088" y="860545"/>
                  </a:lnTo>
                  <a:lnTo>
                    <a:pt x="5343214" y="860545"/>
                  </a:lnTo>
                  <a:lnTo>
                    <a:pt x="5343341" y="860545"/>
                  </a:lnTo>
                  <a:lnTo>
                    <a:pt x="5343467" y="860545"/>
                  </a:lnTo>
                  <a:lnTo>
                    <a:pt x="5343593" y="860545"/>
                  </a:lnTo>
                  <a:lnTo>
                    <a:pt x="5343719" y="860545"/>
                  </a:lnTo>
                  <a:lnTo>
                    <a:pt x="5343845" y="860545"/>
                  </a:lnTo>
                  <a:lnTo>
                    <a:pt x="5343971" y="860545"/>
                  </a:lnTo>
                  <a:lnTo>
                    <a:pt x="5344097" y="860545"/>
                  </a:lnTo>
                  <a:lnTo>
                    <a:pt x="5344223" y="860545"/>
                  </a:lnTo>
                  <a:lnTo>
                    <a:pt x="5344349" y="860545"/>
                  </a:lnTo>
                  <a:lnTo>
                    <a:pt x="5344475" y="860545"/>
                  </a:lnTo>
                  <a:lnTo>
                    <a:pt x="5344601" y="860545"/>
                  </a:lnTo>
                  <a:lnTo>
                    <a:pt x="5344728" y="860545"/>
                  </a:lnTo>
                  <a:lnTo>
                    <a:pt x="5344854" y="860545"/>
                  </a:lnTo>
                  <a:lnTo>
                    <a:pt x="5344980" y="860545"/>
                  </a:lnTo>
                  <a:lnTo>
                    <a:pt x="5345106" y="860545"/>
                  </a:lnTo>
                  <a:lnTo>
                    <a:pt x="5345232" y="860545"/>
                  </a:lnTo>
                  <a:lnTo>
                    <a:pt x="5345358" y="860545"/>
                  </a:lnTo>
                  <a:lnTo>
                    <a:pt x="5345484" y="860545"/>
                  </a:lnTo>
                  <a:lnTo>
                    <a:pt x="5345610" y="860545"/>
                  </a:lnTo>
                  <a:lnTo>
                    <a:pt x="5345736" y="860545"/>
                  </a:lnTo>
                  <a:lnTo>
                    <a:pt x="5345862" y="860545"/>
                  </a:lnTo>
                  <a:lnTo>
                    <a:pt x="5345988" y="860545"/>
                  </a:lnTo>
                  <a:lnTo>
                    <a:pt x="5346114" y="860545"/>
                  </a:lnTo>
                  <a:lnTo>
                    <a:pt x="5346241" y="860545"/>
                  </a:lnTo>
                  <a:lnTo>
                    <a:pt x="5346367" y="860545"/>
                  </a:lnTo>
                  <a:lnTo>
                    <a:pt x="5346493" y="860545"/>
                  </a:lnTo>
                  <a:lnTo>
                    <a:pt x="5346619" y="860545"/>
                  </a:lnTo>
                  <a:lnTo>
                    <a:pt x="5346745" y="860545"/>
                  </a:lnTo>
                  <a:lnTo>
                    <a:pt x="5346871" y="860545"/>
                  </a:lnTo>
                  <a:lnTo>
                    <a:pt x="5346997" y="860545"/>
                  </a:lnTo>
                  <a:lnTo>
                    <a:pt x="5347123" y="860545"/>
                  </a:lnTo>
                  <a:lnTo>
                    <a:pt x="5347249" y="860545"/>
                  </a:lnTo>
                  <a:lnTo>
                    <a:pt x="5347375" y="860545"/>
                  </a:lnTo>
                  <a:lnTo>
                    <a:pt x="5347501" y="860545"/>
                  </a:lnTo>
                  <a:lnTo>
                    <a:pt x="5347628" y="860545"/>
                  </a:lnTo>
                  <a:lnTo>
                    <a:pt x="5347754" y="860545"/>
                  </a:lnTo>
                  <a:lnTo>
                    <a:pt x="5347880" y="860545"/>
                  </a:lnTo>
                  <a:lnTo>
                    <a:pt x="5348006" y="860545"/>
                  </a:lnTo>
                  <a:lnTo>
                    <a:pt x="5348132" y="860545"/>
                  </a:lnTo>
                  <a:lnTo>
                    <a:pt x="5348258" y="860545"/>
                  </a:lnTo>
                  <a:lnTo>
                    <a:pt x="5348384" y="860545"/>
                  </a:lnTo>
                  <a:lnTo>
                    <a:pt x="5348510" y="860545"/>
                  </a:lnTo>
                  <a:lnTo>
                    <a:pt x="5348636" y="860545"/>
                  </a:lnTo>
                  <a:lnTo>
                    <a:pt x="5348762" y="860545"/>
                  </a:lnTo>
                  <a:lnTo>
                    <a:pt x="5348888" y="860545"/>
                  </a:lnTo>
                  <a:lnTo>
                    <a:pt x="5349014" y="860545"/>
                  </a:lnTo>
                  <a:lnTo>
                    <a:pt x="5349141" y="860545"/>
                  </a:lnTo>
                  <a:lnTo>
                    <a:pt x="5349267" y="860545"/>
                  </a:lnTo>
                  <a:lnTo>
                    <a:pt x="5349393" y="860545"/>
                  </a:lnTo>
                  <a:lnTo>
                    <a:pt x="5349519" y="860545"/>
                  </a:lnTo>
                  <a:lnTo>
                    <a:pt x="5349645" y="860545"/>
                  </a:lnTo>
                  <a:lnTo>
                    <a:pt x="5349771" y="860545"/>
                  </a:lnTo>
                  <a:lnTo>
                    <a:pt x="5349897" y="860545"/>
                  </a:lnTo>
                  <a:lnTo>
                    <a:pt x="5350023" y="860545"/>
                  </a:lnTo>
                  <a:lnTo>
                    <a:pt x="5350149" y="860545"/>
                  </a:lnTo>
                  <a:lnTo>
                    <a:pt x="5350275" y="860545"/>
                  </a:lnTo>
                  <a:lnTo>
                    <a:pt x="5350401" y="860545"/>
                  </a:lnTo>
                  <a:lnTo>
                    <a:pt x="5350528" y="860545"/>
                  </a:lnTo>
                  <a:lnTo>
                    <a:pt x="5350654" y="860545"/>
                  </a:lnTo>
                  <a:lnTo>
                    <a:pt x="5350780" y="860545"/>
                  </a:lnTo>
                  <a:lnTo>
                    <a:pt x="5350906" y="860545"/>
                  </a:lnTo>
                  <a:lnTo>
                    <a:pt x="5351032" y="860545"/>
                  </a:lnTo>
                  <a:lnTo>
                    <a:pt x="5351158" y="860545"/>
                  </a:lnTo>
                  <a:lnTo>
                    <a:pt x="5351284" y="860545"/>
                  </a:lnTo>
                  <a:lnTo>
                    <a:pt x="5351410" y="860545"/>
                  </a:lnTo>
                  <a:lnTo>
                    <a:pt x="5351536" y="860545"/>
                  </a:lnTo>
                  <a:lnTo>
                    <a:pt x="5351662" y="860545"/>
                  </a:lnTo>
                  <a:lnTo>
                    <a:pt x="5351788" y="860545"/>
                  </a:lnTo>
                  <a:lnTo>
                    <a:pt x="5351915" y="860545"/>
                  </a:lnTo>
                  <a:lnTo>
                    <a:pt x="5352041" y="860545"/>
                  </a:lnTo>
                  <a:lnTo>
                    <a:pt x="5352167" y="860545"/>
                  </a:lnTo>
                  <a:lnTo>
                    <a:pt x="5352293" y="860545"/>
                  </a:lnTo>
                  <a:lnTo>
                    <a:pt x="5352419" y="860545"/>
                  </a:lnTo>
                  <a:lnTo>
                    <a:pt x="5352545" y="860545"/>
                  </a:lnTo>
                  <a:lnTo>
                    <a:pt x="5352671" y="860545"/>
                  </a:lnTo>
                  <a:lnTo>
                    <a:pt x="5352797" y="860545"/>
                  </a:lnTo>
                  <a:lnTo>
                    <a:pt x="5352923" y="860545"/>
                  </a:lnTo>
                  <a:lnTo>
                    <a:pt x="5353049" y="860545"/>
                  </a:lnTo>
                  <a:lnTo>
                    <a:pt x="5353175" y="860545"/>
                  </a:lnTo>
                  <a:lnTo>
                    <a:pt x="5353301" y="860545"/>
                  </a:lnTo>
                  <a:lnTo>
                    <a:pt x="5353428" y="860545"/>
                  </a:lnTo>
                  <a:lnTo>
                    <a:pt x="5353554" y="860545"/>
                  </a:lnTo>
                  <a:lnTo>
                    <a:pt x="5353680" y="860545"/>
                  </a:lnTo>
                  <a:lnTo>
                    <a:pt x="5353806" y="860545"/>
                  </a:lnTo>
                  <a:lnTo>
                    <a:pt x="5353932" y="860545"/>
                  </a:lnTo>
                  <a:lnTo>
                    <a:pt x="5354058" y="860545"/>
                  </a:lnTo>
                  <a:lnTo>
                    <a:pt x="5354184" y="860545"/>
                  </a:lnTo>
                  <a:lnTo>
                    <a:pt x="5354310" y="860545"/>
                  </a:lnTo>
                  <a:lnTo>
                    <a:pt x="5354436" y="860545"/>
                  </a:lnTo>
                  <a:lnTo>
                    <a:pt x="5354562" y="860545"/>
                  </a:lnTo>
                  <a:lnTo>
                    <a:pt x="5354688" y="860545"/>
                  </a:lnTo>
                  <a:lnTo>
                    <a:pt x="5354815" y="860545"/>
                  </a:lnTo>
                  <a:lnTo>
                    <a:pt x="5354941" y="860545"/>
                  </a:lnTo>
                  <a:lnTo>
                    <a:pt x="5355067" y="860545"/>
                  </a:lnTo>
                  <a:lnTo>
                    <a:pt x="5355193" y="860545"/>
                  </a:lnTo>
                  <a:lnTo>
                    <a:pt x="5355319" y="860545"/>
                  </a:lnTo>
                  <a:lnTo>
                    <a:pt x="5355445" y="860545"/>
                  </a:lnTo>
                  <a:lnTo>
                    <a:pt x="5355571" y="860545"/>
                  </a:lnTo>
                  <a:lnTo>
                    <a:pt x="5355697" y="860545"/>
                  </a:lnTo>
                  <a:lnTo>
                    <a:pt x="5355823" y="860545"/>
                  </a:lnTo>
                  <a:lnTo>
                    <a:pt x="5355949" y="860545"/>
                  </a:lnTo>
                  <a:lnTo>
                    <a:pt x="5356075" y="860545"/>
                  </a:lnTo>
                  <a:lnTo>
                    <a:pt x="5356201" y="860545"/>
                  </a:lnTo>
                  <a:lnTo>
                    <a:pt x="5356328" y="860545"/>
                  </a:lnTo>
                  <a:lnTo>
                    <a:pt x="5356454" y="860545"/>
                  </a:lnTo>
                  <a:lnTo>
                    <a:pt x="5356580" y="860545"/>
                  </a:lnTo>
                  <a:lnTo>
                    <a:pt x="5356706" y="860545"/>
                  </a:lnTo>
                  <a:lnTo>
                    <a:pt x="5356832" y="860545"/>
                  </a:lnTo>
                  <a:lnTo>
                    <a:pt x="5356958" y="860545"/>
                  </a:lnTo>
                  <a:lnTo>
                    <a:pt x="5357084" y="860545"/>
                  </a:lnTo>
                  <a:lnTo>
                    <a:pt x="5357210" y="860545"/>
                  </a:lnTo>
                  <a:lnTo>
                    <a:pt x="5357336" y="860545"/>
                  </a:lnTo>
                  <a:lnTo>
                    <a:pt x="5357462" y="860545"/>
                  </a:lnTo>
                  <a:lnTo>
                    <a:pt x="5357588" y="860545"/>
                  </a:lnTo>
                  <a:lnTo>
                    <a:pt x="5357715" y="860545"/>
                  </a:lnTo>
                  <a:lnTo>
                    <a:pt x="5357841" y="860545"/>
                  </a:lnTo>
                  <a:lnTo>
                    <a:pt x="5357967" y="860545"/>
                  </a:lnTo>
                  <a:lnTo>
                    <a:pt x="5357967" y="855266"/>
                  </a:lnTo>
                  <a:lnTo>
                    <a:pt x="5358093" y="855266"/>
                  </a:lnTo>
                  <a:lnTo>
                    <a:pt x="5358219" y="855266"/>
                  </a:lnTo>
                  <a:lnTo>
                    <a:pt x="5358345" y="855266"/>
                  </a:lnTo>
                  <a:lnTo>
                    <a:pt x="5358471" y="855266"/>
                  </a:lnTo>
                  <a:lnTo>
                    <a:pt x="5358597" y="855266"/>
                  </a:lnTo>
                  <a:lnTo>
                    <a:pt x="5358723" y="855266"/>
                  </a:lnTo>
                  <a:lnTo>
                    <a:pt x="5358849" y="855266"/>
                  </a:lnTo>
                  <a:lnTo>
                    <a:pt x="5358975" y="855266"/>
                  </a:lnTo>
                  <a:lnTo>
                    <a:pt x="5359101" y="855266"/>
                  </a:lnTo>
                  <a:lnTo>
                    <a:pt x="5359228" y="855266"/>
                  </a:lnTo>
                  <a:lnTo>
                    <a:pt x="5359354" y="855266"/>
                  </a:lnTo>
                  <a:lnTo>
                    <a:pt x="5359480" y="855266"/>
                  </a:lnTo>
                  <a:lnTo>
                    <a:pt x="5359606" y="855266"/>
                  </a:lnTo>
                  <a:lnTo>
                    <a:pt x="5359732" y="855266"/>
                  </a:lnTo>
                  <a:lnTo>
                    <a:pt x="5359732" y="849986"/>
                  </a:lnTo>
                  <a:lnTo>
                    <a:pt x="5359858" y="849986"/>
                  </a:lnTo>
                  <a:lnTo>
                    <a:pt x="5359984" y="849986"/>
                  </a:lnTo>
                  <a:lnTo>
                    <a:pt x="5360110" y="849986"/>
                  </a:lnTo>
                  <a:lnTo>
                    <a:pt x="5360236" y="849986"/>
                  </a:lnTo>
                  <a:lnTo>
                    <a:pt x="5360362" y="849986"/>
                  </a:lnTo>
                  <a:lnTo>
                    <a:pt x="5360488" y="849986"/>
                  </a:lnTo>
                  <a:lnTo>
                    <a:pt x="5360615" y="849986"/>
                  </a:lnTo>
                  <a:lnTo>
                    <a:pt x="5360741" y="849986"/>
                  </a:lnTo>
                  <a:lnTo>
                    <a:pt x="5360867" y="849986"/>
                  </a:lnTo>
                  <a:lnTo>
                    <a:pt x="5360993" y="849986"/>
                  </a:lnTo>
                  <a:lnTo>
                    <a:pt x="5361119" y="849986"/>
                  </a:lnTo>
                  <a:lnTo>
                    <a:pt x="5361245" y="849986"/>
                  </a:lnTo>
                  <a:lnTo>
                    <a:pt x="5361371" y="849986"/>
                  </a:lnTo>
                  <a:lnTo>
                    <a:pt x="5361497" y="849986"/>
                  </a:lnTo>
                  <a:lnTo>
                    <a:pt x="5361623" y="849986"/>
                  </a:lnTo>
                  <a:lnTo>
                    <a:pt x="5361749" y="849986"/>
                  </a:lnTo>
                  <a:lnTo>
                    <a:pt x="5361875" y="849986"/>
                  </a:lnTo>
                  <a:lnTo>
                    <a:pt x="5362002" y="849986"/>
                  </a:lnTo>
                  <a:lnTo>
                    <a:pt x="5362128" y="849986"/>
                  </a:lnTo>
                  <a:lnTo>
                    <a:pt x="5362254" y="849986"/>
                  </a:lnTo>
                  <a:lnTo>
                    <a:pt x="5362254" y="844707"/>
                  </a:lnTo>
                  <a:lnTo>
                    <a:pt x="5362380" y="844707"/>
                  </a:lnTo>
                  <a:lnTo>
                    <a:pt x="5362506" y="844707"/>
                  </a:lnTo>
                  <a:lnTo>
                    <a:pt x="5362632" y="844707"/>
                  </a:lnTo>
                  <a:lnTo>
                    <a:pt x="5362758" y="844707"/>
                  </a:lnTo>
                  <a:lnTo>
                    <a:pt x="5362884" y="844707"/>
                  </a:lnTo>
                  <a:lnTo>
                    <a:pt x="5363010" y="844707"/>
                  </a:lnTo>
                  <a:lnTo>
                    <a:pt x="5363136" y="844707"/>
                  </a:lnTo>
                  <a:lnTo>
                    <a:pt x="5363262" y="844707"/>
                  </a:lnTo>
                  <a:lnTo>
                    <a:pt x="5363388" y="844707"/>
                  </a:lnTo>
                  <a:lnTo>
                    <a:pt x="5363515" y="844707"/>
                  </a:lnTo>
                  <a:lnTo>
                    <a:pt x="5363641" y="844707"/>
                  </a:lnTo>
                  <a:lnTo>
                    <a:pt x="5363767" y="844707"/>
                  </a:lnTo>
                  <a:lnTo>
                    <a:pt x="5363893" y="844707"/>
                  </a:lnTo>
                  <a:lnTo>
                    <a:pt x="5364019" y="844707"/>
                  </a:lnTo>
                  <a:lnTo>
                    <a:pt x="5364145" y="844707"/>
                  </a:lnTo>
                  <a:lnTo>
                    <a:pt x="5364271" y="844707"/>
                  </a:lnTo>
                  <a:lnTo>
                    <a:pt x="5364397" y="844707"/>
                  </a:lnTo>
                  <a:lnTo>
                    <a:pt x="5364523" y="844707"/>
                  </a:lnTo>
                  <a:lnTo>
                    <a:pt x="5364649" y="844707"/>
                  </a:lnTo>
                  <a:lnTo>
                    <a:pt x="5364775" y="844707"/>
                  </a:lnTo>
                  <a:lnTo>
                    <a:pt x="5364902" y="844707"/>
                  </a:lnTo>
                  <a:lnTo>
                    <a:pt x="5365028" y="844707"/>
                  </a:lnTo>
                  <a:lnTo>
                    <a:pt x="5365154" y="844707"/>
                  </a:lnTo>
                  <a:lnTo>
                    <a:pt x="5365280" y="844707"/>
                  </a:lnTo>
                  <a:lnTo>
                    <a:pt x="5365406" y="844707"/>
                  </a:lnTo>
                  <a:lnTo>
                    <a:pt x="5365532" y="844707"/>
                  </a:lnTo>
                  <a:lnTo>
                    <a:pt x="5365658" y="844707"/>
                  </a:lnTo>
                  <a:lnTo>
                    <a:pt x="5365784" y="844707"/>
                  </a:lnTo>
                  <a:lnTo>
                    <a:pt x="5365910" y="844707"/>
                  </a:lnTo>
                  <a:lnTo>
                    <a:pt x="5366036" y="844707"/>
                  </a:lnTo>
                  <a:lnTo>
                    <a:pt x="5366162" y="844707"/>
                  </a:lnTo>
                  <a:lnTo>
                    <a:pt x="5366288" y="844707"/>
                  </a:lnTo>
                  <a:lnTo>
                    <a:pt x="5366415" y="844707"/>
                  </a:lnTo>
                  <a:lnTo>
                    <a:pt x="5366541" y="844707"/>
                  </a:lnTo>
                  <a:lnTo>
                    <a:pt x="5366667" y="844707"/>
                  </a:lnTo>
                  <a:lnTo>
                    <a:pt x="5366793" y="844707"/>
                  </a:lnTo>
                  <a:lnTo>
                    <a:pt x="5366919" y="844707"/>
                  </a:lnTo>
                  <a:lnTo>
                    <a:pt x="5367045" y="844707"/>
                  </a:lnTo>
                  <a:lnTo>
                    <a:pt x="5367171" y="844707"/>
                  </a:lnTo>
                  <a:lnTo>
                    <a:pt x="5367297" y="844707"/>
                  </a:lnTo>
                  <a:lnTo>
                    <a:pt x="5367423" y="844707"/>
                  </a:lnTo>
                  <a:lnTo>
                    <a:pt x="5367549" y="844707"/>
                  </a:lnTo>
                  <a:lnTo>
                    <a:pt x="5367675" y="844707"/>
                  </a:lnTo>
                  <a:lnTo>
                    <a:pt x="5367802" y="844707"/>
                  </a:lnTo>
                  <a:lnTo>
                    <a:pt x="5367928" y="844707"/>
                  </a:lnTo>
                  <a:lnTo>
                    <a:pt x="5368054" y="844707"/>
                  </a:lnTo>
                  <a:lnTo>
                    <a:pt x="5368180" y="844707"/>
                  </a:lnTo>
                  <a:lnTo>
                    <a:pt x="5368306" y="844707"/>
                  </a:lnTo>
                  <a:lnTo>
                    <a:pt x="5368432" y="844707"/>
                  </a:lnTo>
                  <a:lnTo>
                    <a:pt x="5368558" y="844707"/>
                  </a:lnTo>
                  <a:lnTo>
                    <a:pt x="5368684" y="844707"/>
                  </a:lnTo>
                  <a:lnTo>
                    <a:pt x="5368810" y="844707"/>
                  </a:lnTo>
                  <a:lnTo>
                    <a:pt x="5368936" y="844707"/>
                  </a:lnTo>
                  <a:lnTo>
                    <a:pt x="5369062" y="844707"/>
                  </a:lnTo>
                  <a:lnTo>
                    <a:pt x="5369189" y="844707"/>
                  </a:lnTo>
                  <a:lnTo>
                    <a:pt x="5369315" y="844707"/>
                  </a:lnTo>
                  <a:lnTo>
                    <a:pt x="5369441" y="844707"/>
                  </a:lnTo>
                  <a:lnTo>
                    <a:pt x="5369567" y="844707"/>
                  </a:lnTo>
                  <a:lnTo>
                    <a:pt x="5369693" y="844707"/>
                  </a:lnTo>
                  <a:lnTo>
                    <a:pt x="5369819" y="844707"/>
                  </a:lnTo>
                  <a:lnTo>
                    <a:pt x="5369819" y="839427"/>
                  </a:lnTo>
                  <a:lnTo>
                    <a:pt x="5369819" y="834148"/>
                  </a:lnTo>
                  <a:lnTo>
                    <a:pt x="5369945" y="834148"/>
                  </a:lnTo>
                  <a:lnTo>
                    <a:pt x="5370071" y="834148"/>
                  </a:lnTo>
                  <a:lnTo>
                    <a:pt x="5370197" y="834148"/>
                  </a:lnTo>
                  <a:lnTo>
                    <a:pt x="5370323" y="834148"/>
                  </a:lnTo>
                  <a:lnTo>
                    <a:pt x="5370449" y="834148"/>
                  </a:lnTo>
                  <a:lnTo>
                    <a:pt x="5370575" y="834148"/>
                  </a:lnTo>
                  <a:lnTo>
                    <a:pt x="5370702" y="834148"/>
                  </a:lnTo>
                  <a:lnTo>
                    <a:pt x="5370828" y="834148"/>
                  </a:lnTo>
                  <a:lnTo>
                    <a:pt x="5370954" y="834148"/>
                  </a:lnTo>
                  <a:lnTo>
                    <a:pt x="5371080" y="834148"/>
                  </a:lnTo>
                  <a:lnTo>
                    <a:pt x="5371206" y="834148"/>
                  </a:lnTo>
                  <a:lnTo>
                    <a:pt x="5371332" y="834148"/>
                  </a:lnTo>
                  <a:lnTo>
                    <a:pt x="5371458" y="834148"/>
                  </a:lnTo>
                  <a:lnTo>
                    <a:pt x="5371584" y="834148"/>
                  </a:lnTo>
                  <a:lnTo>
                    <a:pt x="5371710" y="834148"/>
                  </a:lnTo>
                  <a:lnTo>
                    <a:pt x="5371836" y="834148"/>
                  </a:lnTo>
                  <a:lnTo>
                    <a:pt x="5371962" y="834148"/>
                  </a:lnTo>
                  <a:lnTo>
                    <a:pt x="5372089" y="834148"/>
                  </a:lnTo>
                  <a:lnTo>
                    <a:pt x="5372215" y="834148"/>
                  </a:lnTo>
                  <a:lnTo>
                    <a:pt x="5372341" y="834148"/>
                  </a:lnTo>
                  <a:lnTo>
                    <a:pt x="5372467" y="834148"/>
                  </a:lnTo>
                  <a:lnTo>
                    <a:pt x="5372593" y="834148"/>
                  </a:lnTo>
                  <a:lnTo>
                    <a:pt x="5372719" y="834148"/>
                  </a:lnTo>
                  <a:lnTo>
                    <a:pt x="5372845" y="834148"/>
                  </a:lnTo>
                  <a:lnTo>
                    <a:pt x="5372971" y="834148"/>
                  </a:lnTo>
                  <a:lnTo>
                    <a:pt x="5373097" y="834148"/>
                  </a:lnTo>
                  <a:lnTo>
                    <a:pt x="5373223" y="834148"/>
                  </a:lnTo>
                  <a:lnTo>
                    <a:pt x="5373349" y="834148"/>
                  </a:lnTo>
                  <a:lnTo>
                    <a:pt x="5373475" y="834148"/>
                  </a:lnTo>
                  <a:lnTo>
                    <a:pt x="5373602" y="834148"/>
                  </a:lnTo>
                  <a:lnTo>
                    <a:pt x="5373728" y="834148"/>
                  </a:lnTo>
                  <a:lnTo>
                    <a:pt x="5373854" y="834148"/>
                  </a:lnTo>
                  <a:lnTo>
                    <a:pt x="5373980" y="834148"/>
                  </a:lnTo>
                  <a:lnTo>
                    <a:pt x="5374106" y="834148"/>
                  </a:lnTo>
                  <a:lnTo>
                    <a:pt x="5374232" y="834148"/>
                  </a:lnTo>
                  <a:lnTo>
                    <a:pt x="5374358" y="834148"/>
                  </a:lnTo>
                  <a:lnTo>
                    <a:pt x="5374484" y="834148"/>
                  </a:lnTo>
                  <a:lnTo>
                    <a:pt x="5374610" y="834148"/>
                  </a:lnTo>
                  <a:lnTo>
                    <a:pt x="5374736" y="834148"/>
                  </a:lnTo>
                  <a:lnTo>
                    <a:pt x="5374862" y="834148"/>
                  </a:lnTo>
                  <a:lnTo>
                    <a:pt x="5374989" y="834148"/>
                  </a:lnTo>
                  <a:lnTo>
                    <a:pt x="5375115" y="834148"/>
                  </a:lnTo>
                  <a:lnTo>
                    <a:pt x="5375241" y="834148"/>
                  </a:lnTo>
                  <a:lnTo>
                    <a:pt x="5375367" y="834148"/>
                  </a:lnTo>
                  <a:lnTo>
                    <a:pt x="5375493" y="834148"/>
                  </a:lnTo>
                  <a:lnTo>
                    <a:pt x="5375619" y="834148"/>
                  </a:lnTo>
                  <a:lnTo>
                    <a:pt x="5375745" y="834148"/>
                  </a:lnTo>
                  <a:lnTo>
                    <a:pt x="5375871" y="834148"/>
                  </a:lnTo>
                  <a:lnTo>
                    <a:pt x="5375997" y="834148"/>
                  </a:lnTo>
                  <a:lnTo>
                    <a:pt x="5376123" y="834148"/>
                  </a:lnTo>
                  <a:lnTo>
                    <a:pt x="5376249" y="834148"/>
                  </a:lnTo>
                  <a:lnTo>
                    <a:pt x="5376375" y="834148"/>
                  </a:lnTo>
                  <a:lnTo>
                    <a:pt x="5376502" y="834148"/>
                  </a:lnTo>
                  <a:lnTo>
                    <a:pt x="5376628" y="834148"/>
                  </a:lnTo>
                  <a:lnTo>
                    <a:pt x="5376754" y="834148"/>
                  </a:lnTo>
                  <a:lnTo>
                    <a:pt x="5376880" y="834148"/>
                  </a:lnTo>
                  <a:lnTo>
                    <a:pt x="5377006" y="834148"/>
                  </a:lnTo>
                  <a:lnTo>
                    <a:pt x="5377132" y="834148"/>
                  </a:lnTo>
                  <a:lnTo>
                    <a:pt x="5377258" y="834148"/>
                  </a:lnTo>
                  <a:lnTo>
                    <a:pt x="5377384" y="834148"/>
                  </a:lnTo>
                  <a:lnTo>
                    <a:pt x="5377510" y="834148"/>
                  </a:lnTo>
                  <a:lnTo>
                    <a:pt x="5377636" y="834148"/>
                  </a:lnTo>
                  <a:lnTo>
                    <a:pt x="5377762" y="834148"/>
                  </a:lnTo>
                  <a:lnTo>
                    <a:pt x="5377889" y="834148"/>
                  </a:lnTo>
                  <a:lnTo>
                    <a:pt x="5378015" y="834148"/>
                  </a:lnTo>
                  <a:lnTo>
                    <a:pt x="5378141" y="834148"/>
                  </a:lnTo>
                  <a:lnTo>
                    <a:pt x="5378267" y="834148"/>
                  </a:lnTo>
                  <a:lnTo>
                    <a:pt x="5378393" y="834148"/>
                  </a:lnTo>
                  <a:lnTo>
                    <a:pt x="5378519" y="834148"/>
                  </a:lnTo>
                  <a:lnTo>
                    <a:pt x="5378645" y="834148"/>
                  </a:lnTo>
                  <a:lnTo>
                    <a:pt x="5378771" y="834148"/>
                  </a:lnTo>
                  <a:lnTo>
                    <a:pt x="5378897" y="834148"/>
                  </a:lnTo>
                  <a:lnTo>
                    <a:pt x="5379023" y="834148"/>
                  </a:lnTo>
                  <a:lnTo>
                    <a:pt x="5379149" y="834148"/>
                  </a:lnTo>
                  <a:lnTo>
                    <a:pt x="5379276" y="834148"/>
                  </a:lnTo>
                  <a:lnTo>
                    <a:pt x="5379402" y="834148"/>
                  </a:lnTo>
                  <a:lnTo>
                    <a:pt x="5379528" y="834148"/>
                  </a:lnTo>
                  <a:lnTo>
                    <a:pt x="5379654" y="834148"/>
                  </a:lnTo>
                  <a:lnTo>
                    <a:pt x="5379780" y="834148"/>
                  </a:lnTo>
                  <a:lnTo>
                    <a:pt x="5379906" y="834148"/>
                  </a:lnTo>
                  <a:lnTo>
                    <a:pt x="5380032" y="834148"/>
                  </a:lnTo>
                  <a:lnTo>
                    <a:pt x="5380158" y="834148"/>
                  </a:lnTo>
                  <a:lnTo>
                    <a:pt x="5380284" y="834148"/>
                  </a:lnTo>
                  <a:lnTo>
                    <a:pt x="5380410" y="834148"/>
                  </a:lnTo>
                  <a:lnTo>
                    <a:pt x="5380536" y="834148"/>
                  </a:lnTo>
                  <a:lnTo>
                    <a:pt x="5380662" y="834148"/>
                  </a:lnTo>
                  <a:lnTo>
                    <a:pt x="5380789" y="834148"/>
                  </a:lnTo>
                  <a:lnTo>
                    <a:pt x="5380915" y="834148"/>
                  </a:lnTo>
                  <a:lnTo>
                    <a:pt x="5381041" y="834148"/>
                  </a:lnTo>
                  <a:lnTo>
                    <a:pt x="5381167" y="834148"/>
                  </a:lnTo>
                  <a:lnTo>
                    <a:pt x="5381293" y="834148"/>
                  </a:lnTo>
                  <a:lnTo>
                    <a:pt x="5381419" y="834148"/>
                  </a:lnTo>
                  <a:lnTo>
                    <a:pt x="5381545" y="834148"/>
                  </a:lnTo>
                  <a:lnTo>
                    <a:pt x="5381671" y="834148"/>
                  </a:lnTo>
                  <a:lnTo>
                    <a:pt x="5381797" y="834148"/>
                  </a:lnTo>
                  <a:lnTo>
                    <a:pt x="5381923" y="834148"/>
                  </a:lnTo>
                  <a:lnTo>
                    <a:pt x="5382049" y="834148"/>
                  </a:lnTo>
                  <a:lnTo>
                    <a:pt x="5382176" y="834148"/>
                  </a:lnTo>
                  <a:lnTo>
                    <a:pt x="5382302" y="834148"/>
                  </a:lnTo>
                  <a:lnTo>
                    <a:pt x="5382428" y="834148"/>
                  </a:lnTo>
                  <a:lnTo>
                    <a:pt x="5382554" y="834148"/>
                  </a:lnTo>
                  <a:lnTo>
                    <a:pt x="5382680" y="834148"/>
                  </a:lnTo>
                  <a:lnTo>
                    <a:pt x="5382806" y="834148"/>
                  </a:lnTo>
                  <a:lnTo>
                    <a:pt x="5382932" y="834148"/>
                  </a:lnTo>
                  <a:lnTo>
                    <a:pt x="5383058" y="834148"/>
                  </a:lnTo>
                  <a:lnTo>
                    <a:pt x="5383184" y="834148"/>
                  </a:lnTo>
                  <a:lnTo>
                    <a:pt x="5383310" y="834148"/>
                  </a:lnTo>
                  <a:lnTo>
                    <a:pt x="5383436" y="834148"/>
                  </a:lnTo>
                  <a:lnTo>
                    <a:pt x="5383562" y="834148"/>
                  </a:lnTo>
                  <a:lnTo>
                    <a:pt x="5383689" y="834148"/>
                  </a:lnTo>
                  <a:lnTo>
                    <a:pt x="5383815" y="834148"/>
                  </a:lnTo>
                  <a:lnTo>
                    <a:pt x="5383941" y="834148"/>
                  </a:lnTo>
                  <a:lnTo>
                    <a:pt x="5384067" y="834148"/>
                  </a:lnTo>
                  <a:lnTo>
                    <a:pt x="5384193" y="834148"/>
                  </a:lnTo>
                  <a:lnTo>
                    <a:pt x="5384319" y="834148"/>
                  </a:lnTo>
                  <a:lnTo>
                    <a:pt x="5384445" y="834148"/>
                  </a:lnTo>
                  <a:lnTo>
                    <a:pt x="5384571" y="834148"/>
                  </a:lnTo>
                  <a:lnTo>
                    <a:pt x="5384697" y="834148"/>
                  </a:lnTo>
                  <a:lnTo>
                    <a:pt x="5384697" y="828869"/>
                  </a:lnTo>
                  <a:lnTo>
                    <a:pt x="5384823" y="828869"/>
                  </a:lnTo>
                  <a:lnTo>
                    <a:pt x="5384949" y="828869"/>
                  </a:lnTo>
                  <a:lnTo>
                    <a:pt x="5385076" y="828869"/>
                  </a:lnTo>
                  <a:lnTo>
                    <a:pt x="5385202" y="828869"/>
                  </a:lnTo>
                  <a:lnTo>
                    <a:pt x="5385328" y="828869"/>
                  </a:lnTo>
                  <a:lnTo>
                    <a:pt x="5385454" y="828869"/>
                  </a:lnTo>
                  <a:lnTo>
                    <a:pt x="5385580" y="828869"/>
                  </a:lnTo>
                  <a:lnTo>
                    <a:pt x="5385706" y="828869"/>
                  </a:lnTo>
                  <a:lnTo>
                    <a:pt x="5385832" y="828869"/>
                  </a:lnTo>
                  <a:lnTo>
                    <a:pt x="5385958" y="828869"/>
                  </a:lnTo>
                  <a:lnTo>
                    <a:pt x="5386084" y="828869"/>
                  </a:lnTo>
                  <a:lnTo>
                    <a:pt x="5386210" y="828869"/>
                  </a:lnTo>
                  <a:lnTo>
                    <a:pt x="5386336" y="828869"/>
                  </a:lnTo>
                  <a:lnTo>
                    <a:pt x="5386463" y="828869"/>
                  </a:lnTo>
                  <a:lnTo>
                    <a:pt x="5386589" y="828869"/>
                  </a:lnTo>
                  <a:lnTo>
                    <a:pt x="5386715" y="828869"/>
                  </a:lnTo>
                  <a:lnTo>
                    <a:pt x="5386841" y="828869"/>
                  </a:lnTo>
                  <a:lnTo>
                    <a:pt x="5386967" y="828869"/>
                  </a:lnTo>
                  <a:lnTo>
                    <a:pt x="5387093" y="828869"/>
                  </a:lnTo>
                  <a:lnTo>
                    <a:pt x="5387219" y="828869"/>
                  </a:lnTo>
                  <a:lnTo>
                    <a:pt x="5387345" y="828869"/>
                  </a:lnTo>
                  <a:lnTo>
                    <a:pt x="5387471" y="828869"/>
                  </a:lnTo>
                  <a:lnTo>
                    <a:pt x="5387597" y="828869"/>
                  </a:lnTo>
                  <a:lnTo>
                    <a:pt x="5387723" y="828869"/>
                  </a:lnTo>
                  <a:lnTo>
                    <a:pt x="5387849" y="828869"/>
                  </a:lnTo>
                  <a:lnTo>
                    <a:pt x="5387976" y="828869"/>
                  </a:lnTo>
                  <a:lnTo>
                    <a:pt x="5387976" y="823589"/>
                  </a:lnTo>
                  <a:lnTo>
                    <a:pt x="5388102" y="823589"/>
                  </a:lnTo>
                  <a:lnTo>
                    <a:pt x="5388228" y="823589"/>
                  </a:lnTo>
                  <a:lnTo>
                    <a:pt x="5388354" y="823589"/>
                  </a:lnTo>
                  <a:lnTo>
                    <a:pt x="5388480" y="823589"/>
                  </a:lnTo>
                  <a:lnTo>
                    <a:pt x="5388606" y="823589"/>
                  </a:lnTo>
                  <a:lnTo>
                    <a:pt x="5388732" y="823589"/>
                  </a:lnTo>
                  <a:lnTo>
                    <a:pt x="5388858" y="823589"/>
                  </a:lnTo>
                  <a:lnTo>
                    <a:pt x="5388984" y="823589"/>
                  </a:lnTo>
                  <a:lnTo>
                    <a:pt x="5389110" y="823589"/>
                  </a:lnTo>
                  <a:lnTo>
                    <a:pt x="5389236" y="823589"/>
                  </a:lnTo>
                  <a:lnTo>
                    <a:pt x="5389363" y="823589"/>
                  </a:lnTo>
                  <a:lnTo>
                    <a:pt x="5389489" y="823589"/>
                  </a:lnTo>
                  <a:lnTo>
                    <a:pt x="5389615" y="823589"/>
                  </a:lnTo>
                  <a:lnTo>
                    <a:pt x="5389741" y="823589"/>
                  </a:lnTo>
                  <a:lnTo>
                    <a:pt x="5389867" y="823589"/>
                  </a:lnTo>
                  <a:lnTo>
                    <a:pt x="5389993" y="823589"/>
                  </a:lnTo>
                  <a:lnTo>
                    <a:pt x="5390119" y="823589"/>
                  </a:lnTo>
                  <a:lnTo>
                    <a:pt x="5390245" y="823589"/>
                  </a:lnTo>
                  <a:lnTo>
                    <a:pt x="5390371" y="823589"/>
                  </a:lnTo>
                  <a:lnTo>
                    <a:pt x="5390497" y="823589"/>
                  </a:lnTo>
                  <a:lnTo>
                    <a:pt x="5390623" y="823589"/>
                  </a:lnTo>
                  <a:lnTo>
                    <a:pt x="5390749" y="823589"/>
                  </a:lnTo>
                  <a:lnTo>
                    <a:pt x="5390876" y="823589"/>
                  </a:lnTo>
                  <a:lnTo>
                    <a:pt x="5391002" y="823589"/>
                  </a:lnTo>
                  <a:lnTo>
                    <a:pt x="5391128" y="823589"/>
                  </a:lnTo>
                  <a:lnTo>
                    <a:pt x="5391254" y="823589"/>
                  </a:lnTo>
                  <a:lnTo>
                    <a:pt x="5391380" y="823589"/>
                  </a:lnTo>
                  <a:lnTo>
                    <a:pt x="5391506" y="823589"/>
                  </a:lnTo>
                  <a:lnTo>
                    <a:pt x="5391632" y="823589"/>
                  </a:lnTo>
                  <a:lnTo>
                    <a:pt x="5391758" y="823589"/>
                  </a:lnTo>
                  <a:lnTo>
                    <a:pt x="5391884" y="823589"/>
                  </a:lnTo>
                  <a:lnTo>
                    <a:pt x="5392010" y="823589"/>
                  </a:lnTo>
                  <a:lnTo>
                    <a:pt x="5392136" y="823589"/>
                  </a:lnTo>
                  <a:lnTo>
                    <a:pt x="5392263" y="823589"/>
                  </a:lnTo>
                  <a:lnTo>
                    <a:pt x="5392389" y="823589"/>
                  </a:lnTo>
                  <a:lnTo>
                    <a:pt x="5392515" y="823589"/>
                  </a:lnTo>
                  <a:lnTo>
                    <a:pt x="5392641" y="823589"/>
                  </a:lnTo>
                  <a:lnTo>
                    <a:pt x="5392767" y="823589"/>
                  </a:lnTo>
                  <a:lnTo>
                    <a:pt x="5392893" y="823589"/>
                  </a:lnTo>
                  <a:lnTo>
                    <a:pt x="5393019" y="823589"/>
                  </a:lnTo>
                  <a:lnTo>
                    <a:pt x="5393145" y="823589"/>
                  </a:lnTo>
                  <a:lnTo>
                    <a:pt x="5393271" y="823589"/>
                  </a:lnTo>
                  <a:lnTo>
                    <a:pt x="5393397" y="823589"/>
                  </a:lnTo>
                  <a:lnTo>
                    <a:pt x="5393523" y="823589"/>
                  </a:lnTo>
                  <a:lnTo>
                    <a:pt x="5393650" y="823589"/>
                  </a:lnTo>
                  <a:lnTo>
                    <a:pt x="5393776" y="823589"/>
                  </a:lnTo>
                  <a:lnTo>
                    <a:pt x="5393902" y="823589"/>
                  </a:lnTo>
                  <a:lnTo>
                    <a:pt x="5394028" y="823589"/>
                  </a:lnTo>
                  <a:lnTo>
                    <a:pt x="5394154" y="823589"/>
                  </a:lnTo>
                  <a:lnTo>
                    <a:pt x="5394280" y="823589"/>
                  </a:lnTo>
                  <a:lnTo>
                    <a:pt x="5394406" y="823589"/>
                  </a:lnTo>
                  <a:lnTo>
                    <a:pt x="5394532" y="823589"/>
                  </a:lnTo>
                  <a:lnTo>
                    <a:pt x="5394658" y="823589"/>
                  </a:lnTo>
                  <a:lnTo>
                    <a:pt x="5394784" y="823589"/>
                  </a:lnTo>
                  <a:lnTo>
                    <a:pt x="5394910" y="823589"/>
                  </a:lnTo>
                  <a:lnTo>
                    <a:pt x="5395036" y="823589"/>
                  </a:lnTo>
                  <a:lnTo>
                    <a:pt x="5395163" y="823589"/>
                  </a:lnTo>
                  <a:lnTo>
                    <a:pt x="5395289" y="823589"/>
                  </a:lnTo>
                  <a:lnTo>
                    <a:pt x="5395415" y="823589"/>
                  </a:lnTo>
                  <a:lnTo>
                    <a:pt x="5395541" y="823589"/>
                  </a:lnTo>
                  <a:lnTo>
                    <a:pt x="5395667" y="823589"/>
                  </a:lnTo>
                  <a:lnTo>
                    <a:pt x="5395793" y="823589"/>
                  </a:lnTo>
                  <a:lnTo>
                    <a:pt x="5395919" y="823589"/>
                  </a:lnTo>
                  <a:lnTo>
                    <a:pt x="5396045" y="823589"/>
                  </a:lnTo>
                  <a:lnTo>
                    <a:pt x="5396171" y="823589"/>
                  </a:lnTo>
                  <a:lnTo>
                    <a:pt x="5396297" y="823589"/>
                  </a:lnTo>
                  <a:lnTo>
                    <a:pt x="5396423" y="823589"/>
                  </a:lnTo>
                  <a:lnTo>
                    <a:pt x="5396550" y="823589"/>
                  </a:lnTo>
                  <a:lnTo>
                    <a:pt x="5396676" y="823589"/>
                  </a:lnTo>
                  <a:lnTo>
                    <a:pt x="5396802" y="823589"/>
                  </a:lnTo>
                  <a:lnTo>
                    <a:pt x="5396928" y="823589"/>
                  </a:lnTo>
                  <a:lnTo>
                    <a:pt x="5397054" y="823589"/>
                  </a:lnTo>
                  <a:lnTo>
                    <a:pt x="5397180" y="823589"/>
                  </a:lnTo>
                  <a:lnTo>
                    <a:pt x="5397306" y="823589"/>
                  </a:lnTo>
                  <a:lnTo>
                    <a:pt x="5397306" y="818310"/>
                  </a:lnTo>
                  <a:lnTo>
                    <a:pt x="5397432" y="818310"/>
                  </a:lnTo>
                  <a:lnTo>
                    <a:pt x="5397558" y="818310"/>
                  </a:lnTo>
                  <a:lnTo>
                    <a:pt x="5397684" y="818310"/>
                  </a:lnTo>
                  <a:lnTo>
                    <a:pt x="5397810" y="818310"/>
                  </a:lnTo>
                  <a:lnTo>
                    <a:pt x="5397810" y="813030"/>
                  </a:lnTo>
                  <a:lnTo>
                    <a:pt x="5397936" y="813030"/>
                  </a:lnTo>
                  <a:lnTo>
                    <a:pt x="5398063" y="813030"/>
                  </a:lnTo>
                  <a:lnTo>
                    <a:pt x="5398189" y="813030"/>
                  </a:lnTo>
                  <a:lnTo>
                    <a:pt x="5398315" y="813030"/>
                  </a:lnTo>
                  <a:lnTo>
                    <a:pt x="5398441" y="813030"/>
                  </a:lnTo>
                  <a:lnTo>
                    <a:pt x="5398567" y="813030"/>
                  </a:lnTo>
                  <a:lnTo>
                    <a:pt x="5398693" y="813030"/>
                  </a:lnTo>
                  <a:lnTo>
                    <a:pt x="5398819" y="813030"/>
                  </a:lnTo>
                  <a:lnTo>
                    <a:pt x="5398945" y="813030"/>
                  </a:lnTo>
                  <a:lnTo>
                    <a:pt x="5399071" y="813030"/>
                  </a:lnTo>
                  <a:lnTo>
                    <a:pt x="5399197" y="813030"/>
                  </a:lnTo>
                  <a:lnTo>
                    <a:pt x="5399323" y="813030"/>
                  </a:lnTo>
                  <a:lnTo>
                    <a:pt x="5399450" y="813030"/>
                  </a:lnTo>
                  <a:lnTo>
                    <a:pt x="5399576" y="813030"/>
                  </a:lnTo>
                  <a:lnTo>
                    <a:pt x="5399702" y="813030"/>
                  </a:lnTo>
                  <a:lnTo>
                    <a:pt x="5399828" y="813030"/>
                  </a:lnTo>
                  <a:lnTo>
                    <a:pt x="5399954" y="813030"/>
                  </a:lnTo>
                  <a:lnTo>
                    <a:pt x="5400080" y="813030"/>
                  </a:lnTo>
                  <a:lnTo>
                    <a:pt x="5400206" y="813030"/>
                  </a:lnTo>
                  <a:lnTo>
                    <a:pt x="5400332" y="813030"/>
                  </a:lnTo>
                  <a:lnTo>
                    <a:pt x="5400458" y="813030"/>
                  </a:lnTo>
                  <a:lnTo>
                    <a:pt x="5400458" y="807751"/>
                  </a:lnTo>
                  <a:lnTo>
                    <a:pt x="5400584" y="807751"/>
                  </a:lnTo>
                  <a:lnTo>
                    <a:pt x="5400710" y="807751"/>
                  </a:lnTo>
                  <a:lnTo>
                    <a:pt x="5400836" y="807751"/>
                  </a:lnTo>
                  <a:lnTo>
                    <a:pt x="5400963" y="807751"/>
                  </a:lnTo>
                  <a:lnTo>
                    <a:pt x="5401089" y="807751"/>
                  </a:lnTo>
                  <a:lnTo>
                    <a:pt x="5401215" y="807751"/>
                  </a:lnTo>
                  <a:lnTo>
                    <a:pt x="5401341" y="807751"/>
                  </a:lnTo>
                  <a:lnTo>
                    <a:pt x="5401467" y="807751"/>
                  </a:lnTo>
                  <a:lnTo>
                    <a:pt x="5401593" y="807751"/>
                  </a:lnTo>
                  <a:lnTo>
                    <a:pt x="5401719" y="807751"/>
                  </a:lnTo>
                  <a:lnTo>
                    <a:pt x="5401845" y="807751"/>
                  </a:lnTo>
                  <a:lnTo>
                    <a:pt x="5401971" y="807751"/>
                  </a:lnTo>
                  <a:lnTo>
                    <a:pt x="5402097" y="807751"/>
                  </a:lnTo>
                  <a:lnTo>
                    <a:pt x="5402223" y="807751"/>
                  </a:lnTo>
                  <a:lnTo>
                    <a:pt x="5402350" y="807751"/>
                  </a:lnTo>
                  <a:lnTo>
                    <a:pt x="5402476" y="807751"/>
                  </a:lnTo>
                  <a:lnTo>
                    <a:pt x="5402602" y="807751"/>
                  </a:lnTo>
                  <a:lnTo>
                    <a:pt x="5402728" y="807751"/>
                  </a:lnTo>
                  <a:lnTo>
                    <a:pt x="5402854" y="807751"/>
                  </a:lnTo>
                  <a:lnTo>
                    <a:pt x="5402980" y="807751"/>
                  </a:lnTo>
                  <a:lnTo>
                    <a:pt x="5403106" y="807751"/>
                  </a:lnTo>
                  <a:lnTo>
                    <a:pt x="5403232" y="807751"/>
                  </a:lnTo>
                  <a:lnTo>
                    <a:pt x="5403358" y="807751"/>
                  </a:lnTo>
                  <a:lnTo>
                    <a:pt x="5403484" y="807751"/>
                  </a:lnTo>
                  <a:lnTo>
                    <a:pt x="5403610" y="807751"/>
                  </a:lnTo>
                  <a:lnTo>
                    <a:pt x="5403737" y="807751"/>
                  </a:lnTo>
                  <a:lnTo>
                    <a:pt x="5403863" y="807751"/>
                  </a:lnTo>
                  <a:lnTo>
                    <a:pt x="5403989" y="807751"/>
                  </a:lnTo>
                  <a:lnTo>
                    <a:pt x="5404115" y="807751"/>
                  </a:lnTo>
                  <a:lnTo>
                    <a:pt x="5404241" y="807751"/>
                  </a:lnTo>
                  <a:lnTo>
                    <a:pt x="5404367" y="807751"/>
                  </a:lnTo>
                  <a:lnTo>
                    <a:pt x="5404493" y="807751"/>
                  </a:lnTo>
                  <a:lnTo>
                    <a:pt x="5404619" y="807751"/>
                  </a:lnTo>
                  <a:lnTo>
                    <a:pt x="5404745" y="807751"/>
                  </a:lnTo>
                  <a:lnTo>
                    <a:pt x="5404871" y="807751"/>
                  </a:lnTo>
                  <a:lnTo>
                    <a:pt x="5404997" y="807751"/>
                  </a:lnTo>
                  <a:lnTo>
                    <a:pt x="5405123" y="807751"/>
                  </a:lnTo>
                  <a:lnTo>
                    <a:pt x="5405250" y="807751"/>
                  </a:lnTo>
                  <a:lnTo>
                    <a:pt x="5405376" y="807751"/>
                  </a:lnTo>
                  <a:lnTo>
                    <a:pt x="5405502" y="807751"/>
                  </a:lnTo>
                  <a:lnTo>
                    <a:pt x="5405628" y="807751"/>
                  </a:lnTo>
                  <a:lnTo>
                    <a:pt x="5405754" y="807751"/>
                  </a:lnTo>
                  <a:lnTo>
                    <a:pt x="5405754" y="802472"/>
                  </a:lnTo>
                  <a:lnTo>
                    <a:pt x="5405880" y="802472"/>
                  </a:lnTo>
                  <a:lnTo>
                    <a:pt x="5406006" y="802472"/>
                  </a:lnTo>
                  <a:lnTo>
                    <a:pt x="5406132" y="802472"/>
                  </a:lnTo>
                  <a:lnTo>
                    <a:pt x="5406258" y="802472"/>
                  </a:lnTo>
                  <a:lnTo>
                    <a:pt x="5406384" y="802472"/>
                  </a:lnTo>
                  <a:lnTo>
                    <a:pt x="5406510" y="802472"/>
                  </a:lnTo>
                  <a:lnTo>
                    <a:pt x="5406637" y="802472"/>
                  </a:lnTo>
                  <a:lnTo>
                    <a:pt x="5406763" y="802472"/>
                  </a:lnTo>
                  <a:lnTo>
                    <a:pt x="5406889" y="802472"/>
                  </a:lnTo>
                  <a:lnTo>
                    <a:pt x="5407015" y="802472"/>
                  </a:lnTo>
                  <a:lnTo>
                    <a:pt x="5407141" y="802472"/>
                  </a:lnTo>
                  <a:lnTo>
                    <a:pt x="5407267" y="802472"/>
                  </a:lnTo>
                  <a:lnTo>
                    <a:pt x="5407393" y="802472"/>
                  </a:lnTo>
                  <a:lnTo>
                    <a:pt x="5407519" y="802472"/>
                  </a:lnTo>
                  <a:lnTo>
                    <a:pt x="5407645" y="802472"/>
                  </a:lnTo>
                  <a:lnTo>
                    <a:pt x="5407771" y="802472"/>
                  </a:lnTo>
                  <a:lnTo>
                    <a:pt x="5407897" y="802472"/>
                  </a:lnTo>
                  <a:lnTo>
                    <a:pt x="5408023" y="802472"/>
                  </a:lnTo>
                  <a:lnTo>
                    <a:pt x="5408150" y="802472"/>
                  </a:lnTo>
                  <a:lnTo>
                    <a:pt x="5408276" y="802472"/>
                  </a:lnTo>
                  <a:lnTo>
                    <a:pt x="5408402" y="802472"/>
                  </a:lnTo>
                  <a:lnTo>
                    <a:pt x="5408528" y="802472"/>
                  </a:lnTo>
                  <a:lnTo>
                    <a:pt x="5408654" y="802472"/>
                  </a:lnTo>
                  <a:lnTo>
                    <a:pt x="5408780" y="802472"/>
                  </a:lnTo>
                  <a:lnTo>
                    <a:pt x="5408906" y="802472"/>
                  </a:lnTo>
                  <a:lnTo>
                    <a:pt x="5409032" y="802472"/>
                  </a:lnTo>
                  <a:lnTo>
                    <a:pt x="5409158" y="802472"/>
                  </a:lnTo>
                  <a:lnTo>
                    <a:pt x="5409284" y="802472"/>
                  </a:lnTo>
                  <a:lnTo>
                    <a:pt x="5409410" y="802472"/>
                  </a:lnTo>
                  <a:lnTo>
                    <a:pt x="5409537" y="802472"/>
                  </a:lnTo>
                  <a:lnTo>
                    <a:pt x="5409663" y="802472"/>
                  </a:lnTo>
                  <a:lnTo>
                    <a:pt x="5409789" y="802472"/>
                  </a:lnTo>
                  <a:lnTo>
                    <a:pt x="5409915" y="802472"/>
                  </a:lnTo>
                  <a:lnTo>
                    <a:pt x="5410041" y="802472"/>
                  </a:lnTo>
                  <a:lnTo>
                    <a:pt x="5410167" y="802472"/>
                  </a:lnTo>
                  <a:lnTo>
                    <a:pt x="5410293" y="802472"/>
                  </a:lnTo>
                  <a:lnTo>
                    <a:pt x="5410419" y="802472"/>
                  </a:lnTo>
                  <a:lnTo>
                    <a:pt x="5410545" y="802472"/>
                  </a:lnTo>
                  <a:lnTo>
                    <a:pt x="5410671" y="802472"/>
                  </a:lnTo>
                  <a:lnTo>
                    <a:pt x="5410797" y="802472"/>
                  </a:lnTo>
                  <a:lnTo>
                    <a:pt x="5410924" y="802472"/>
                  </a:lnTo>
                  <a:lnTo>
                    <a:pt x="5411050" y="802472"/>
                  </a:lnTo>
                  <a:lnTo>
                    <a:pt x="5411176" y="802472"/>
                  </a:lnTo>
                  <a:lnTo>
                    <a:pt x="5411302" y="802472"/>
                  </a:lnTo>
                  <a:lnTo>
                    <a:pt x="5411428" y="802472"/>
                  </a:lnTo>
                  <a:lnTo>
                    <a:pt x="5411554" y="802472"/>
                  </a:lnTo>
                  <a:lnTo>
                    <a:pt x="5411680" y="802472"/>
                  </a:lnTo>
                  <a:lnTo>
                    <a:pt x="5411806" y="802472"/>
                  </a:lnTo>
                  <a:lnTo>
                    <a:pt x="5411932" y="802472"/>
                  </a:lnTo>
                  <a:lnTo>
                    <a:pt x="5412058" y="802472"/>
                  </a:lnTo>
                  <a:lnTo>
                    <a:pt x="5412184" y="802472"/>
                  </a:lnTo>
                  <a:lnTo>
                    <a:pt x="5412310" y="802472"/>
                  </a:lnTo>
                  <a:lnTo>
                    <a:pt x="5412437" y="802472"/>
                  </a:lnTo>
                  <a:lnTo>
                    <a:pt x="5412563" y="802472"/>
                  </a:lnTo>
                  <a:lnTo>
                    <a:pt x="5412689" y="802472"/>
                  </a:lnTo>
                  <a:lnTo>
                    <a:pt x="5412815" y="802472"/>
                  </a:lnTo>
                  <a:lnTo>
                    <a:pt x="5412941" y="802472"/>
                  </a:lnTo>
                  <a:lnTo>
                    <a:pt x="5413067" y="802472"/>
                  </a:lnTo>
                  <a:lnTo>
                    <a:pt x="5413193" y="802472"/>
                  </a:lnTo>
                  <a:lnTo>
                    <a:pt x="5413319" y="802472"/>
                  </a:lnTo>
                  <a:lnTo>
                    <a:pt x="5413445" y="802472"/>
                  </a:lnTo>
                  <a:lnTo>
                    <a:pt x="5413571" y="802472"/>
                  </a:lnTo>
                  <a:lnTo>
                    <a:pt x="5413697" y="802472"/>
                  </a:lnTo>
                  <a:lnTo>
                    <a:pt x="5413824" y="802472"/>
                  </a:lnTo>
                  <a:lnTo>
                    <a:pt x="5413950" y="802472"/>
                  </a:lnTo>
                  <a:lnTo>
                    <a:pt x="5414076" y="802472"/>
                  </a:lnTo>
                  <a:lnTo>
                    <a:pt x="5414202" y="802472"/>
                  </a:lnTo>
                  <a:lnTo>
                    <a:pt x="5414328" y="802472"/>
                  </a:lnTo>
                  <a:lnTo>
                    <a:pt x="5414454" y="802472"/>
                  </a:lnTo>
                  <a:lnTo>
                    <a:pt x="5414580" y="802472"/>
                  </a:lnTo>
                  <a:lnTo>
                    <a:pt x="5414706" y="802472"/>
                  </a:lnTo>
                  <a:lnTo>
                    <a:pt x="5414832" y="802472"/>
                  </a:lnTo>
                  <a:lnTo>
                    <a:pt x="5414958" y="802472"/>
                  </a:lnTo>
                  <a:lnTo>
                    <a:pt x="5415084" y="802472"/>
                  </a:lnTo>
                  <a:lnTo>
                    <a:pt x="5415210" y="802472"/>
                  </a:lnTo>
                  <a:lnTo>
                    <a:pt x="5415337" y="802472"/>
                  </a:lnTo>
                  <a:lnTo>
                    <a:pt x="5415463" y="802472"/>
                  </a:lnTo>
                  <a:lnTo>
                    <a:pt x="5415589" y="802472"/>
                  </a:lnTo>
                  <a:lnTo>
                    <a:pt x="5415715" y="802472"/>
                  </a:lnTo>
                  <a:lnTo>
                    <a:pt x="5415841" y="802472"/>
                  </a:lnTo>
                  <a:lnTo>
                    <a:pt x="5415967" y="802472"/>
                  </a:lnTo>
                  <a:lnTo>
                    <a:pt x="5416093" y="802472"/>
                  </a:lnTo>
                  <a:lnTo>
                    <a:pt x="5416219" y="802472"/>
                  </a:lnTo>
                  <a:lnTo>
                    <a:pt x="5416345" y="802472"/>
                  </a:lnTo>
                  <a:lnTo>
                    <a:pt x="5416471" y="802472"/>
                  </a:lnTo>
                  <a:lnTo>
                    <a:pt x="5416597" y="802472"/>
                  </a:lnTo>
                  <a:lnTo>
                    <a:pt x="5416724" y="802472"/>
                  </a:lnTo>
                  <a:lnTo>
                    <a:pt x="5416850" y="802472"/>
                  </a:lnTo>
                  <a:lnTo>
                    <a:pt x="5416976" y="802472"/>
                  </a:lnTo>
                  <a:lnTo>
                    <a:pt x="5417102" y="802472"/>
                  </a:lnTo>
                  <a:lnTo>
                    <a:pt x="5417228" y="802472"/>
                  </a:lnTo>
                  <a:lnTo>
                    <a:pt x="5417354" y="802472"/>
                  </a:lnTo>
                  <a:lnTo>
                    <a:pt x="5417480" y="802472"/>
                  </a:lnTo>
                  <a:lnTo>
                    <a:pt x="5417606" y="802472"/>
                  </a:lnTo>
                  <a:lnTo>
                    <a:pt x="5417732" y="802472"/>
                  </a:lnTo>
                  <a:lnTo>
                    <a:pt x="5417858" y="802472"/>
                  </a:lnTo>
                  <a:lnTo>
                    <a:pt x="5417984" y="802472"/>
                  </a:lnTo>
                  <a:lnTo>
                    <a:pt x="5418110" y="802472"/>
                  </a:lnTo>
                  <a:lnTo>
                    <a:pt x="5418237" y="802472"/>
                  </a:lnTo>
                  <a:lnTo>
                    <a:pt x="5418363" y="802472"/>
                  </a:lnTo>
                  <a:lnTo>
                    <a:pt x="5418489" y="802472"/>
                  </a:lnTo>
                  <a:lnTo>
                    <a:pt x="5418615" y="802472"/>
                  </a:lnTo>
                  <a:lnTo>
                    <a:pt x="5418741" y="802472"/>
                  </a:lnTo>
                  <a:lnTo>
                    <a:pt x="5418867" y="802472"/>
                  </a:lnTo>
                  <a:lnTo>
                    <a:pt x="5418993" y="802472"/>
                  </a:lnTo>
                  <a:lnTo>
                    <a:pt x="5419119" y="802472"/>
                  </a:lnTo>
                  <a:lnTo>
                    <a:pt x="5419245" y="802472"/>
                  </a:lnTo>
                  <a:lnTo>
                    <a:pt x="5419371" y="802472"/>
                  </a:lnTo>
                  <a:lnTo>
                    <a:pt x="5419497" y="802472"/>
                  </a:lnTo>
                  <a:lnTo>
                    <a:pt x="5419624" y="802472"/>
                  </a:lnTo>
                  <a:lnTo>
                    <a:pt x="5419750" y="802472"/>
                  </a:lnTo>
                  <a:lnTo>
                    <a:pt x="5419876" y="802472"/>
                  </a:lnTo>
                  <a:lnTo>
                    <a:pt x="5420002" y="802472"/>
                  </a:lnTo>
                  <a:lnTo>
                    <a:pt x="5420128" y="802472"/>
                  </a:lnTo>
                  <a:lnTo>
                    <a:pt x="5420254" y="802472"/>
                  </a:lnTo>
                  <a:lnTo>
                    <a:pt x="5420380" y="802472"/>
                  </a:lnTo>
                  <a:lnTo>
                    <a:pt x="5420506" y="802472"/>
                  </a:lnTo>
                  <a:lnTo>
                    <a:pt x="5420632" y="802472"/>
                  </a:lnTo>
                  <a:lnTo>
                    <a:pt x="5420758" y="802472"/>
                  </a:lnTo>
                  <a:lnTo>
                    <a:pt x="5420884" y="802472"/>
                  </a:lnTo>
                  <a:lnTo>
                    <a:pt x="5421011" y="802472"/>
                  </a:lnTo>
                  <a:lnTo>
                    <a:pt x="5421137" y="802472"/>
                  </a:lnTo>
                  <a:lnTo>
                    <a:pt x="5421263" y="802472"/>
                  </a:lnTo>
                  <a:lnTo>
                    <a:pt x="5421389" y="802472"/>
                  </a:lnTo>
                  <a:lnTo>
                    <a:pt x="5421515" y="802472"/>
                  </a:lnTo>
                  <a:lnTo>
                    <a:pt x="5421641" y="802472"/>
                  </a:lnTo>
                  <a:lnTo>
                    <a:pt x="5421767" y="802472"/>
                  </a:lnTo>
                  <a:lnTo>
                    <a:pt x="5421893" y="802472"/>
                  </a:lnTo>
                  <a:lnTo>
                    <a:pt x="5422019" y="802472"/>
                  </a:lnTo>
                  <a:lnTo>
                    <a:pt x="5422145" y="802472"/>
                  </a:lnTo>
                  <a:lnTo>
                    <a:pt x="5422271" y="802472"/>
                  </a:lnTo>
                  <a:lnTo>
                    <a:pt x="5422397" y="802472"/>
                  </a:lnTo>
                  <a:lnTo>
                    <a:pt x="5422524" y="802472"/>
                  </a:lnTo>
                  <a:lnTo>
                    <a:pt x="5422650" y="802472"/>
                  </a:lnTo>
                  <a:lnTo>
                    <a:pt x="5422776" y="802472"/>
                  </a:lnTo>
                  <a:lnTo>
                    <a:pt x="5422902" y="802472"/>
                  </a:lnTo>
                  <a:lnTo>
                    <a:pt x="5423028" y="802472"/>
                  </a:lnTo>
                  <a:lnTo>
                    <a:pt x="5423154" y="802472"/>
                  </a:lnTo>
                  <a:lnTo>
                    <a:pt x="5423280" y="802472"/>
                  </a:lnTo>
                  <a:lnTo>
                    <a:pt x="5423406" y="802472"/>
                  </a:lnTo>
                  <a:lnTo>
                    <a:pt x="5423532" y="802472"/>
                  </a:lnTo>
                  <a:lnTo>
                    <a:pt x="5423658" y="802472"/>
                  </a:lnTo>
                  <a:lnTo>
                    <a:pt x="5423784" y="802472"/>
                  </a:lnTo>
                  <a:lnTo>
                    <a:pt x="5423911" y="802472"/>
                  </a:lnTo>
                  <a:lnTo>
                    <a:pt x="5424037" y="802472"/>
                  </a:lnTo>
                  <a:lnTo>
                    <a:pt x="5424163" y="802472"/>
                  </a:lnTo>
                  <a:lnTo>
                    <a:pt x="5424289" y="802472"/>
                  </a:lnTo>
                  <a:lnTo>
                    <a:pt x="5424415" y="802472"/>
                  </a:lnTo>
                  <a:lnTo>
                    <a:pt x="5424541" y="802472"/>
                  </a:lnTo>
                  <a:lnTo>
                    <a:pt x="5424667" y="802472"/>
                  </a:lnTo>
                  <a:lnTo>
                    <a:pt x="5424793" y="802472"/>
                  </a:lnTo>
                  <a:lnTo>
                    <a:pt x="5424919" y="802472"/>
                  </a:lnTo>
                  <a:lnTo>
                    <a:pt x="5425045" y="802472"/>
                  </a:lnTo>
                  <a:lnTo>
                    <a:pt x="5425171" y="802472"/>
                  </a:lnTo>
                  <a:lnTo>
                    <a:pt x="5425297" y="802472"/>
                  </a:lnTo>
                  <a:lnTo>
                    <a:pt x="5425424" y="802472"/>
                  </a:lnTo>
                  <a:lnTo>
                    <a:pt x="5425550" y="802472"/>
                  </a:lnTo>
                  <a:lnTo>
                    <a:pt x="5425676" y="802472"/>
                  </a:lnTo>
                  <a:lnTo>
                    <a:pt x="5425802" y="802472"/>
                  </a:lnTo>
                  <a:lnTo>
                    <a:pt x="5425928" y="802472"/>
                  </a:lnTo>
                  <a:lnTo>
                    <a:pt x="5426054" y="802472"/>
                  </a:lnTo>
                  <a:lnTo>
                    <a:pt x="5426180" y="802472"/>
                  </a:lnTo>
                  <a:lnTo>
                    <a:pt x="5426306" y="802472"/>
                  </a:lnTo>
                  <a:lnTo>
                    <a:pt x="5426432" y="802472"/>
                  </a:lnTo>
                  <a:lnTo>
                    <a:pt x="5426558" y="802472"/>
                  </a:lnTo>
                  <a:lnTo>
                    <a:pt x="5426684" y="802472"/>
                  </a:lnTo>
                  <a:lnTo>
                    <a:pt x="5426811" y="802472"/>
                  </a:lnTo>
                  <a:lnTo>
                    <a:pt x="5426937" y="802472"/>
                  </a:lnTo>
                  <a:lnTo>
                    <a:pt x="5427063" y="802472"/>
                  </a:lnTo>
                  <a:lnTo>
                    <a:pt x="5427189" y="802472"/>
                  </a:lnTo>
                  <a:lnTo>
                    <a:pt x="5427315" y="802472"/>
                  </a:lnTo>
                  <a:lnTo>
                    <a:pt x="5427441" y="802472"/>
                  </a:lnTo>
                  <a:lnTo>
                    <a:pt x="5427567" y="802472"/>
                  </a:lnTo>
                  <a:lnTo>
                    <a:pt x="5427693" y="802472"/>
                  </a:lnTo>
                  <a:lnTo>
                    <a:pt x="5427819" y="802472"/>
                  </a:lnTo>
                  <a:lnTo>
                    <a:pt x="5427945" y="802472"/>
                  </a:lnTo>
                  <a:lnTo>
                    <a:pt x="5428071" y="802472"/>
                  </a:lnTo>
                  <a:lnTo>
                    <a:pt x="5428198" y="802472"/>
                  </a:lnTo>
                  <a:lnTo>
                    <a:pt x="5428324" y="802472"/>
                  </a:lnTo>
                  <a:lnTo>
                    <a:pt x="5428450" y="802472"/>
                  </a:lnTo>
                  <a:lnTo>
                    <a:pt x="5428576" y="802472"/>
                  </a:lnTo>
                  <a:lnTo>
                    <a:pt x="5428702" y="802472"/>
                  </a:lnTo>
                  <a:lnTo>
                    <a:pt x="5428828" y="802472"/>
                  </a:lnTo>
                  <a:lnTo>
                    <a:pt x="5428954" y="802472"/>
                  </a:lnTo>
                  <a:lnTo>
                    <a:pt x="5429080" y="802472"/>
                  </a:lnTo>
                  <a:lnTo>
                    <a:pt x="5429206" y="802472"/>
                  </a:lnTo>
                  <a:lnTo>
                    <a:pt x="5429332" y="802472"/>
                  </a:lnTo>
                  <a:lnTo>
                    <a:pt x="5429458" y="802472"/>
                  </a:lnTo>
                  <a:lnTo>
                    <a:pt x="5429584" y="802472"/>
                  </a:lnTo>
                  <a:lnTo>
                    <a:pt x="5429711" y="802472"/>
                  </a:lnTo>
                  <a:lnTo>
                    <a:pt x="5429837" y="802472"/>
                  </a:lnTo>
                  <a:lnTo>
                    <a:pt x="5429963" y="802472"/>
                  </a:lnTo>
                  <a:lnTo>
                    <a:pt x="5430089" y="802472"/>
                  </a:lnTo>
                  <a:lnTo>
                    <a:pt x="5430215" y="802472"/>
                  </a:lnTo>
                  <a:lnTo>
                    <a:pt x="5430341" y="802472"/>
                  </a:lnTo>
                  <a:lnTo>
                    <a:pt x="5430467" y="802472"/>
                  </a:lnTo>
                  <a:lnTo>
                    <a:pt x="5430593" y="802472"/>
                  </a:lnTo>
                  <a:lnTo>
                    <a:pt x="5430719" y="802472"/>
                  </a:lnTo>
                  <a:lnTo>
                    <a:pt x="5430845" y="802472"/>
                  </a:lnTo>
                  <a:lnTo>
                    <a:pt x="5430971" y="802472"/>
                  </a:lnTo>
                  <a:lnTo>
                    <a:pt x="5431098" y="802472"/>
                  </a:lnTo>
                  <a:lnTo>
                    <a:pt x="5431224" y="802472"/>
                  </a:lnTo>
                  <a:lnTo>
                    <a:pt x="5431350" y="802472"/>
                  </a:lnTo>
                  <a:lnTo>
                    <a:pt x="5431476" y="802472"/>
                  </a:lnTo>
                  <a:lnTo>
                    <a:pt x="5431602" y="802472"/>
                  </a:lnTo>
                  <a:lnTo>
                    <a:pt x="5431728" y="802472"/>
                  </a:lnTo>
                  <a:lnTo>
                    <a:pt x="5431854" y="802472"/>
                  </a:lnTo>
                  <a:lnTo>
                    <a:pt x="5431980" y="802472"/>
                  </a:lnTo>
                  <a:lnTo>
                    <a:pt x="5432106" y="802472"/>
                  </a:lnTo>
                  <a:lnTo>
                    <a:pt x="5432232" y="802472"/>
                  </a:lnTo>
                  <a:lnTo>
                    <a:pt x="5432358" y="802472"/>
                  </a:lnTo>
                  <a:lnTo>
                    <a:pt x="5432484" y="802472"/>
                  </a:lnTo>
                  <a:lnTo>
                    <a:pt x="5432611" y="802472"/>
                  </a:lnTo>
                  <a:lnTo>
                    <a:pt x="5432737" y="802472"/>
                  </a:lnTo>
                  <a:lnTo>
                    <a:pt x="5432863" y="802472"/>
                  </a:lnTo>
                  <a:lnTo>
                    <a:pt x="5432989" y="802472"/>
                  </a:lnTo>
                  <a:lnTo>
                    <a:pt x="5432989" y="797192"/>
                  </a:lnTo>
                  <a:lnTo>
                    <a:pt x="5433115" y="797192"/>
                  </a:lnTo>
                  <a:lnTo>
                    <a:pt x="5433241" y="797192"/>
                  </a:lnTo>
                  <a:lnTo>
                    <a:pt x="5433367" y="797192"/>
                  </a:lnTo>
                  <a:lnTo>
                    <a:pt x="5433493" y="797192"/>
                  </a:lnTo>
                  <a:lnTo>
                    <a:pt x="5433619" y="797192"/>
                  </a:lnTo>
                  <a:lnTo>
                    <a:pt x="5433745" y="797192"/>
                  </a:lnTo>
                  <a:lnTo>
                    <a:pt x="5433871" y="797192"/>
                  </a:lnTo>
                  <a:lnTo>
                    <a:pt x="5433998" y="797192"/>
                  </a:lnTo>
                  <a:lnTo>
                    <a:pt x="5434124" y="797192"/>
                  </a:lnTo>
                  <a:lnTo>
                    <a:pt x="5434250" y="797192"/>
                  </a:lnTo>
                  <a:lnTo>
                    <a:pt x="5434376" y="797192"/>
                  </a:lnTo>
                  <a:lnTo>
                    <a:pt x="5434502" y="797192"/>
                  </a:lnTo>
                  <a:lnTo>
                    <a:pt x="5434628" y="797192"/>
                  </a:lnTo>
                  <a:lnTo>
                    <a:pt x="5434754" y="797192"/>
                  </a:lnTo>
                  <a:lnTo>
                    <a:pt x="5434880" y="797192"/>
                  </a:lnTo>
                  <a:lnTo>
                    <a:pt x="5435006" y="797192"/>
                  </a:lnTo>
                  <a:lnTo>
                    <a:pt x="5435132" y="797192"/>
                  </a:lnTo>
                  <a:lnTo>
                    <a:pt x="5435258" y="797192"/>
                  </a:lnTo>
                  <a:lnTo>
                    <a:pt x="5435385" y="797192"/>
                  </a:lnTo>
                  <a:lnTo>
                    <a:pt x="5435511" y="797192"/>
                  </a:lnTo>
                  <a:lnTo>
                    <a:pt x="5435637" y="797192"/>
                  </a:lnTo>
                  <a:lnTo>
                    <a:pt x="5435763" y="797192"/>
                  </a:lnTo>
                  <a:lnTo>
                    <a:pt x="5435889" y="797192"/>
                  </a:lnTo>
                  <a:lnTo>
                    <a:pt x="5436015" y="797192"/>
                  </a:lnTo>
                  <a:lnTo>
                    <a:pt x="5436141" y="797192"/>
                  </a:lnTo>
                  <a:lnTo>
                    <a:pt x="5436267" y="797192"/>
                  </a:lnTo>
                  <a:lnTo>
                    <a:pt x="5436393" y="797192"/>
                  </a:lnTo>
                  <a:lnTo>
                    <a:pt x="5436519" y="797192"/>
                  </a:lnTo>
                  <a:lnTo>
                    <a:pt x="5436645" y="797192"/>
                  </a:lnTo>
                  <a:lnTo>
                    <a:pt x="5436771" y="797192"/>
                  </a:lnTo>
                  <a:lnTo>
                    <a:pt x="5436898" y="797192"/>
                  </a:lnTo>
                  <a:lnTo>
                    <a:pt x="5437024" y="797192"/>
                  </a:lnTo>
                  <a:lnTo>
                    <a:pt x="5437150" y="797192"/>
                  </a:lnTo>
                  <a:lnTo>
                    <a:pt x="5437276" y="797192"/>
                  </a:lnTo>
                  <a:lnTo>
                    <a:pt x="5437402" y="797192"/>
                  </a:lnTo>
                  <a:lnTo>
                    <a:pt x="5437528" y="797192"/>
                  </a:lnTo>
                  <a:lnTo>
                    <a:pt x="5437654" y="797192"/>
                  </a:lnTo>
                  <a:lnTo>
                    <a:pt x="5437780" y="797192"/>
                  </a:lnTo>
                  <a:lnTo>
                    <a:pt x="5437906" y="797192"/>
                  </a:lnTo>
                  <a:lnTo>
                    <a:pt x="5438032" y="797192"/>
                  </a:lnTo>
                  <a:lnTo>
                    <a:pt x="5438158" y="797192"/>
                  </a:lnTo>
                  <a:lnTo>
                    <a:pt x="5438285" y="797192"/>
                  </a:lnTo>
                  <a:lnTo>
                    <a:pt x="5438411" y="797192"/>
                  </a:lnTo>
                  <a:lnTo>
                    <a:pt x="5438537" y="797192"/>
                  </a:lnTo>
                  <a:lnTo>
                    <a:pt x="5438663" y="797192"/>
                  </a:lnTo>
                  <a:lnTo>
                    <a:pt x="5438789" y="797192"/>
                  </a:lnTo>
                  <a:lnTo>
                    <a:pt x="5438915" y="797192"/>
                  </a:lnTo>
                  <a:lnTo>
                    <a:pt x="5439041" y="797192"/>
                  </a:lnTo>
                  <a:lnTo>
                    <a:pt x="5439167" y="797192"/>
                  </a:lnTo>
                  <a:lnTo>
                    <a:pt x="5439293" y="797192"/>
                  </a:lnTo>
                  <a:lnTo>
                    <a:pt x="5439419" y="797192"/>
                  </a:lnTo>
                  <a:lnTo>
                    <a:pt x="5439545" y="797192"/>
                  </a:lnTo>
                  <a:lnTo>
                    <a:pt x="5439671" y="797192"/>
                  </a:lnTo>
                  <a:lnTo>
                    <a:pt x="5439798" y="797192"/>
                  </a:lnTo>
                  <a:lnTo>
                    <a:pt x="5439924" y="797192"/>
                  </a:lnTo>
                  <a:lnTo>
                    <a:pt x="5440050" y="797192"/>
                  </a:lnTo>
                  <a:lnTo>
                    <a:pt x="5440176" y="797192"/>
                  </a:lnTo>
                  <a:lnTo>
                    <a:pt x="5440302" y="797192"/>
                  </a:lnTo>
                  <a:lnTo>
                    <a:pt x="5440428" y="797192"/>
                  </a:lnTo>
                  <a:lnTo>
                    <a:pt x="5440554" y="797192"/>
                  </a:lnTo>
                  <a:lnTo>
                    <a:pt x="5440680" y="797192"/>
                  </a:lnTo>
                  <a:lnTo>
                    <a:pt x="5440806" y="797192"/>
                  </a:lnTo>
                  <a:lnTo>
                    <a:pt x="5440932" y="797192"/>
                  </a:lnTo>
                  <a:lnTo>
                    <a:pt x="5441058" y="797192"/>
                  </a:lnTo>
                  <a:lnTo>
                    <a:pt x="5441185" y="797192"/>
                  </a:lnTo>
                  <a:lnTo>
                    <a:pt x="5441311" y="797192"/>
                  </a:lnTo>
                  <a:lnTo>
                    <a:pt x="5441437" y="797192"/>
                  </a:lnTo>
                  <a:lnTo>
                    <a:pt x="5441563" y="797192"/>
                  </a:lnTo>
                  <a:lnTo>
                    <a:pt x="5441689" y="797192"/>
                  </a:lnTo>
                  <a:lnTo>
                    <a:pt x="5441815" y="797192"/>
                  </a:lnTo>
                  <a:lnTo>
                    <a:pt x="5441941" y="797192"/>
                  </a:lnTo>
                  <a:lnTo>
                    <a:pt x="5442067" y="797192"/>
                  </a:lnTo>
                  <a:lnTo>
                    <a:pt x="5442193" y="797192"/>
                  </a:lnTo>
                  <a:lnTo>
                    <a:pt x="5442319" y="797192"/>
                  </a:lnTo>
                  <a:lnTo>
                    <a:pt x="5442445" y="797192"/>
                  </a:lnTo>
                  <a:lnTo>
                    <a:pt x="5442571" y="797192"/>
                  </a:lnTo>
                  <a:lnTo>
                    <a:pt x="5442698" y="797192"/>
                  </a:lnTo>
                  <a:lnTo>
                    <a:pt x="5442824" y="797192"/>
                  </a:lnTo>
                  <a:lnTo>
                    <a:pt x="5442950" y="797192"/>
                  </a:lnTo>
                  <a:lnTo>
                    <a:pt x="5443076" y="797192"/>
                  </a:lnTo>
                  <a:lnTo>
                    <a:pt x="5443202" y="797192"/>
                  </a:lnTo>
                  <a:lnTo>
                    <a:pt x="5443328" y="797192"/>
                  </a:lnTo>
                  <a:lnTo>
                    <a:pt x="5443454" y="797192"/>
                  </a:lnTo>
                  <a:lnTo>
                    <a:pt x="5443580" y="797192"/>
                  </a:lnTo>
                  <a:lnTo>
                    <a:pt x="5443706" y="797192"/>
                  </a:lnTo>
                  <a:lnTo>
                    <a:pt x="5443832" y="797192"/>
                  </a:lnTo>
                  <a:lnTo>
                    <a:pt x="5443958" y="797192"/>
                  </a:lnTo>
                  <a:lnTo>
                    <a:pt x="5444085" y="797192"/>
                  </a:lnTo>
                  <a:lnTo>
                    <a:pt x="5444211" y="797192"/>
                  </a:lnTo>
                  <a:lnTo>
                    <a:pt x="5444337" y="797192"/>
                  </a:lnTo>
                  <a:lnTo>
                    <a:pt x="5444463" y="797192"/>
                  </a:lnTo>
                  <a:lnTo>
                    <a:pt x="5444589" y="797192"/>
                  </a:lnTo>
                  <a:lnTo>
                    <a:pt x="5444715" y="797192"/>
                  </a:lnTo>
                  <a:lnTo>
                    <a:pt x="5444841" y="797192"/>
                  </a:lnTo>
                  <a:lnTo>
                    <a:pt x="5444967" y="797192"/>
                  </a:lnTo>
                  <a:lnTo>
                    <a:pt x="5445093" y="797192"/>
                  </a:lnTo>
                  <a:lnTo>
                    <a:pt x="5445219" y="797192"/>
                  </a:lnTo>
                  <a:lnTo>
                    <a:pt x="5445345" y="797192"/>
                  </a:lnTo>
                  <a:lnTo>
                    <a:pt x="5445472" y="797192"/>
                  </a:lnTo>
                  <a:lnTo>
                    <a:pt x="5445598" y="797192"/>
                  </a:lnTo>
                  <a:lnTo>
                    <a:pt x="5445724" y="797192"/>
                  </a:lnTo>
                  <a:lnTo>
                    <a:pt x="5445850" y="797192"/>
                  </a:lnTo>
                  <a:lnTo>
                    <a:pt x="5445976" y="797192"/>
                  </a:lnTo>
                  <a:lnTo>
                    <a:pt x="5446102" y="797192"/>
                  </a:lnTo>
                  <a:lnTo>
                    <a:pt x="5446228" y="797192"/>
                  </a:lnTo>
                  <a:lnTo>
                    <a:pt x="5446354" y="797192"/>
                  </a:lnTo>
                  <a:lnTo>
                    <a:pt x="5446480" y="797192"/>
                  </a:lnTo>
                  <a:lnTo>
                    <a:pt x="5446606" y="797192"/>
                  </a:lnTo>
                  <a:lnTo>
                    <a:pt x="5446732" y="797192"/>
                  </a:lnTo>
                  <a:lnTo>
                    <a:pt x="5446858" y="797192"/>
                  </a:lnTo>
                  <a:lnTo>
                    <a:pt x="5446985" y="797192"/>
                  </a:lnTo>
                  <a:lnTo>
                    <a:pt x="5447111" y="797192"/>
                  </a:lnTo>
                  <a:lnTo>
                    <a:pt x="5447237" y="797192"/>
                  </a:lnTo>
                  <a:lnTo>
                    <a:pt x="5447363" y="797192"/>
                  </a:lnTo>
                  <a:lnTo>
                    <a:pt x="5447489" y="797192"/>
                  </a:lnTo>
                  <a:lnTo>
                    <a:pt x="5447615" y="797192"/>
                  </a:lnTo>
                  <a:lnTo>
                    <a:pt x="5447741" y="797192"/>
                  </a:lnTo>
                  <a:lnTo>
                    <a:pt x="5447867" y="797192"/>
                  </a:lnTo>
                  <a:lnTo>
                    <a:pt x="5447993" y="797192"/>
                  </a:lnTo>
                  <a:lnTo>
                    <a:pt x="5448119" y="797192"/>
                  </a:lnTo>
                  <a:lnTo>
                    <a:pt x="5448245" y="797192"/>
                  </a:lnTo>
                  <a:lnTo>
                    <a:pt x="5448372" y="797192"/>
                  </a:lnTo>
                  <a:lnTo>
                    <a:pt x="5448498" y="797192"/>
                  </a:lnTo>
                  <a:lnTo>
                    <a:pt x="5448624" y="797192"/>
                  </a:lnTo>
                  <a:lnTo>
                    <a:pt x="5448750" y="797192"/>
                  </a:lnTo>
                  <a:lnTo>
                    <a:pt x="5448876" y="797192"/>
                  </a:lnTo>
                  <a:lnTo>
                    <a:pt x="5449002" y="797192"/>
                  </a:lnTo>
                  <a:lnTo>
                    <a:pt x="5449128" y="797192"/>
                  </a:lnTo>
                  <a:lnTo>
                    <a:pt x="5449254" y="797192"/>
                  </a:lnTo>
                  <a:lnTo>
                    <a:pt x="5449380" y="797192"/>
                  </a:lnTo>
                  <a:lnTo>
                    <a:pt x="5449506" y="797192"/>
                  </a:lnTo>
                  <a:lnTo>
                    <a:pt x="5449632" y="797192"/>
                  </a:lnTo>
                  <a:lnTo>
                    <a:pt x="5449758" y="797192"/>
                  </a:lnTo>
                  <a:lnTo>
                    <a:pt x="5449885" y="797192"/>
                  </a:lnTo>
                  <a:lnTo>
                    <a:pt x="5450011" y="797192"/>
                  </a:lnTo>
                  <a:lnTo>
                    <a:pt x="5450137" y="797192"/>
                  </a:lnTo>
                  <a:lnTo>
                    <a:pt x="5450263" y="797192"/>
                  </a:lnTo>
                  <a:lnTo>
                    <a:pt x="5450389" y="797192"/>
                  </a:lnTo>
                  <a:lnTo>
                    <a:pt x="5450515" y="797192"/>
                  </a:lnTo>
                  <a:lnTo>
                    <a:pt x="5450641" y="797192"/>
                  </a:lnTo>
                  <a:lnTo>
                    <a:pt x="5450767" y="797192"/>
                  </a:lnTo>
                  <a:lnTo>
                    <a:pt x="5450893" y="797192"/>
                  </a:lnTo>
                  <a:lnTo>
                    <a:pt x="5451019" y="797192"/>
                  </a:lnTo>
                  <a:lnTo>
                    <a:pt x="5451145" y="797192"/>
                  </a:lnTo>
                  <a:lnTo>
                    <a:pt x="5451272" y="797192"/>
                  </a:lnTo>
                  <a:lnTo>
                    <a:pt x="5451398" y="797192"/>
                  </a:lnTo>
                  <a:lnTo>
                    <a:pt x="5451524" y="797192"/>
                  </a:lnTo>
                  <a:lnTo>
                    <a:pt x="5451650" y="797192"/>
                  </a:lnTo>
                  <a:lnTo>
                    <a:pt x="5451776" y="797192"/>
                  </a:lnTo>
                  <a:lnTo>
                    <a:pt x="5451902" y="797192"/>
                  </a:lnTo>
                  <a:lnTo>
                    <a:pt x="5452028" y="797192"/>
                  </a:lnTo>
                  <a:lnTo>
                    <a:pt x="5452154" y="797192"/>
                  </a:lnTo>
                  <a:lnTo>
                    <a:pt x="5452280" y="797192"/>
                  </a:lnTo>
                  <a:lnTo>
                    <a:pt x="5452406" y="797192"/>
                  </a:lnTo>
                  <a:lnTo>
                    <a:pt x="5452532" y="797192"/>
                  </a:lnTo>
                  <a:lnTo>
                    <a:pt x="5452659" y="797192"/>
                  </a:lnTo>
                  <a:lnTo>
                    <a:pt x="5452785" y="797192"/>
                  </a:lnTo>
                  <a:lnTo>
                    <a:pt x="5452911" y="797192"/>
                  </a:lnTo>
                  <a:lnTo>
                    <a:pt x="5453037" y="797192"/>
                  </a:lnTo>
                  <a:lnTo>
                    <a:pt x="5453163" y="797192"/>
                  </a:lnTo>
                  <a:lnTo>
                    <a:pt x="5453289" y="797192"/>
                  </a:lnTo>
                  <a:lnTo>
                    <a:pt x="5453415" y="797192"/>
                  </a:lnTo>
                  <a:lnTo>
                    <a:pt x="5453541" y="797192"/>
                  </a:lnTo>
                  <a:lnTo>
                    <a:pt x="5453667" y="797192"/>
                  </a:lnTo>
                  <a:lnTo>
                    <a:pt x="5453793" y="797192"/>
                  </a:lnTo>
                  <a:lnTo>
                    <a:pt x="5453919" y="797192"/>
                  </a:lnTo>
                  <a:lnTo>
                    <a:pt x="5454045" y="797192"/>
                  </a:lnTo>
                  <a:lnTo>
                    <a:pt x="5454172" y="797192"/>
                  </a:lnTo>
                  <a:lnTo>
                    <a:pt x="5454298" y="797192"/>
                  </a:lnTo>
                  <a:lnTo>
                    <a:pt x="5454424" y="797192"/>
                  </a:lnTo>
                  <a:lnTo>
                    <a:pt x="5454550" y="797192"/>
                  </a:lnTo>
                  <a:lnTo>
                    <a:pt x="5454676" y="797192"/>
                  </a:lnTo>
                  <a:lnTo>
                    <a:pt x="5454802" y="797192"/>
                  </a:lnTo>
                  <a:lnTo>
                    <a:pt x="5454928" y="797192"/>
                  </a:lnTo>
                  <a:lnTo>
                    <a:pt x="5455054" y="797192"/>
                  </a:lnTo>
                  <a:lnTo>
                    <a:pt x="5455180" y="797192"/>
                  </a:lnTo>
                  <a:lnTo>
                    <a:pt x="5455306" y="797192"/>
                  </a:lnTo>
                  <a:lnTo>
                    <a:pt x="5455432" y="797192"/>
                  </a:lnTo>
                  <a:lnTo>
                    <a:pt x="5455559" y="797192"/>
                  </a:lnTo>
                  <a:lnTo>
                    <a:pt x="5455685" y="797192"/>
                  </a:lnTo>
                  <a:lnTo>
                    <a:pt x="5455811" y="797192"/>
                  </a:lnTo>
                  <a:lnTo>
                    <a:pt x="5455937" y="797192"/>
                  </a:lnTo>
                  <a:lnTo>
                    <a:pt x="5456063" y="797192"/>
                  </a:lnTo>
                  <a:lnTo>
                    <a:pt x="5456189" y="797192"/>
                  </a:lnTo>
                  <a:lnTo>
                    <a:pt x="5456315" y="797192"/>
                  </a:lnTo>
                  <a:lnTo>
                    <a:pt x="5456441" y="797192"/>
                  </a:lnTo>
                  <a:lnTo>
                    <a:pt x="5456567" y="797192"/>
                  </a:lnTo>
                  <a:lnTo>
                    <a:pt x="5456693" y="797192"/>
                  </a:lnTo>
                  <a:lnTo>
                    <a:pt x="5456819" y="797192"/>
                  </a:lnTo>
                  <a:lnTo>
                    <a:pt x="5456945" y="797192"/>
                  </a:lnTo>
                  <a:lnTo>
                    <a:pt x="5457072" y="797192"/>
                  </a:lnTo>
                  <a:lnTo>
                    <a:pt x="5457198" y="797192"/>
                  </a:lnTo>
                  <a:lnTo>
                    <a:pt x="5457324" y="797192"/>
                  </a:lnTo>
                  <a:lnTo>
                    <a:pt x="5457450" y="797192"/>
                  </a:lnTo>
                  <a:lnTo>
                    <a:pt x="5457576" y="797192"/>
                  </a:lnTo>
                  <a:lnTo>
                    <a:pt x="5457702" y="797192"/>
                  </a:lnTo>
                  <a:lnTo>
                    <a:pt x="5457828" y="797192"/>
                  </a:lnTo>
                  <a:lnTo>
                    <a:pt x="5457954" y="797192"/>
                  </a:lnTo>
                  <a:lnTo>
                    <a:pt x="5458080" y="797192"/>
                  </a:lnTo>
                  <a:lnTo>
                    <a:pt x="5458206" y="797192"/>
                  </a:lnTo>
                  <a:lnTo>
                    <a:pt x="5458332" y="797192"/>
                  </a:lnTo>
                  <a:lnTo>
                    <a:pt x="5458459" y="797192"/>
                  </a:lnTo>
                  <a:lnTo>
                    <a:pt x="5458585" y="797192"/>
                  </a:lnTo>
                  <a:lnTo>
                    <a:pt x="5458711" y="797192"/>
                  </a:lnTo>
                  <a:lnTo>
                    <a:pt x="5458837" y="797192"/>
                  </a:lnTo>
                  <a:lnTo>
                    <a:pt x="5458963" y="797192"/>
                  </a:lnTo>
                  <a:lnTo>
                    <a:pt x="5459089" y="797192"/>
                  </a:lnTo>
                  <a:lnTo>
                    <a:pt x="5459215" y="797192"/>
                  </a:lnTo>
                  <a:lnTo>
                    <a:pt x="5459341" y="797192"/>
                  </a:lnTo>
                  <a:lnTo>
                    <a:pt x="5459467" y="797192"/>
                  </a:lnTo>
                  <a:lnTo>
                    <a:pt x="5459593" y="797192"/>
                  </a:lnTo>
                  <a:lnTo>
                    <a:pt x="5459719" y="797192"/>
                  </a:lnTo>
                  <a:lnTo>
                    <a:pt x="5459846" y="797192"/>
                  </a:lnTo>
                  <a:lnTo>
                    <a:pt x="5459972" y="797192"/>
                  </a:lnTo>
                  <a:lnTo>
                    <a:pt x="5460098" y="797192"/>
                  </a:lnTo>
                  <a:lnTo>
                    <a:pt x="5460224" y="797192"/>
                  </a:lnTo>
                  <a:lnTo>
                    <a:pt x="5460350" y="797192"/>
                  </a:lnTo>
                  <a:lnTo>
                    <a:pt x="5460476" y="797192"/>
                  </a:lnTo>
                  <a:lnTo>
                    <a:pt x="5460602" y="797192"/>
                  </a:lnTo>
                  <a:lnTo>
                    <a:pt x="5460728" y="797192"/>
                  </a:lnTo>
                  <a:lnTo>
                    <a:pt x="5460854" y="797192"/>
                  </a:lnTo>
                  <a:lnTo>
                    <a:pt x="5460980" y="797192"/>
                  </a:lnTo>
                  <a:lnTo>
                    <a:pt x="5461106" y="797192"/>
                  </a:lnTo>
                  <a:lnTo>
                    <a:pt x="5461232" y="797192"/>
                  </a:lnTo>
                  <a:lnTo>
                    <a:pt x="5461359" y="797192"/>
                  </a:lnTo>
                  <a:lnTo>
                    <a:pt x="5461485" y="797192"/>
                  </a:lnTo>
                  <a:lnTo>
                    <a:pt x="5461611" y="797192"/>
                  </a:lnTo>
                  <a:lnTo>
                    <a:pt x="5461737" y="797192"/>
                  </a:lnTo>
                  <a:lnTo>
                    <a:pt x="5461863" y="797192"/>
                  </a:lnTo>
                  <a:lnTo>
                    <a:pt x="5461989" y="797192"/>
                  </a:lnTo>
                  <a:lnTo>
                    <a:pt x="5462115" y="797192"/>
                  </a:lnTo>
                  <a:lnTo>
                    <a:pt x="5462241" y="797192"/>
                  </a:lnTo>
                  <a:lnTo>
                    <a:pt x="5462367" y="797192"/>
                  </a:lnTo>
                  <a:lnTo>
                    <a:pt x="5462493" y="797192"/>
                  </a:lnTo>
                  <a:lnTo>
                    <a:pt x="5462619" y="797192"/>
                  </a:lnTo>
                  <a:lnTo>
                    <a:pt x="5462746" y="797192"/>
                  </a:lnTo>
                  <a:lnTo>
                    <a:pt x="5462872" y="797192"/>
                  </a:lnTo>
                  <a:lnTo>
                    <a:pt x="5462998" y="797192"/>
                  </a:lnTo>
                  <a:lnTo>
                    <a:pt x="5463124" y="797192"/>
                  </a:lnTo>
                  <a:lnTo>
                    <a:pt x="5463250" y="797192"/>
                  </a:lnTo>
                  <a:lnTo>
                    <a:pt x="5463376" y="797192"/>
                  </a:lnTo>
                  <a:lnTo>
                    <a:pt x="5463502" y="797192"/>
                  </a:lnTo>
                  <a:lnTo>
                    <a:pt x="5463628" y="797192"/>
                  </a:lnTo>
                  <a:lnTo>
                    <a:pt x="5463754" y="797192"/>
                  </a:lnTo>
                  <a:lnTo>
                    <a:pt x="5463880" y="797192"/>
                  </a:lnTo>
                  <a:lnTo>
                    <a:pt x="5464006" y="797192"/>
                  </a:lnTo>
                  <a:lnTo>
                    <a:pt x="5464132" y="797192"/>
                  </a:lnTo>
                  <a:lnTo>
                    <a:pt x="5464259" y="797192"/>
                  </a:lnTo>
                  <a:lnTo>
                    <a:pt x="5464385" y="797192"/>
                  </a:lnTo>
                  <a:lnTo>
                    <a:pt x="5464511" y="797192"/>
                  </a:lnTo>
                  <a:lnTo>
                    <a:pt x="5464637" y="797192"/>
                  </a:lnTo>
                  <a:lnTo>
                    <a:pt x="5464763" y="797192"/>
                  </a:lnTo>
                  <a:lnTo>
                    <a:pt x="5464889" y="797192"/>
                  </a:lnTo>
                  <a:lnTo>
                    <a:pt x="5465015" y="797192"/>
                  </a:lnTo>
                  <a:lnTo>
                    <a:pt x="5465141" y="797192"/>
                  </a:lnTo>
                  <a:lnTo>
                    <a:pt x="5465267" y="797192"/>
                  </a:lnTo>
                  <a:lnTo>
                    <a:pt x="5465393" y="797192"/>
                  </a:lnTo>
                  <a:lnTo>
                    <a:pt x="5465519" y="797192"/>
                  </a:lnTo>
                  <a:lnTo>
                    <a:pt x="5465646" y="797192"/>
                  </a:lnTo>
                  <a:lnTo>
                    <a:pt x="5465772" y="797192"/>
                  </a:lnTo>
                  <a:lnTo>
                    <a:pt x="5465898" y="797192"/>
                  </a:lnTo>
                  <a:lnTo>
                    <a:pt x="5466024" y="797192"/>
                  </a:lnTo>
                  <a:lnTo>
                    <a:pt x="5466150" y="797192"/>
                  </a:lnTo>
                  <a:lnTo>
                    <a:pt x="5466276" y="797192"/>
                  </a:lnTo>
                  <a:lnTo>
                    <a:pt x="5466402" y="797192"/>
                  </a:lnTo>
                  <a:lnTo>
                    <a:pt x="5466528" y="797192"/>
                  </a:lnTo>
                  <a:lnTo>
                    <a:pt x="5466654" y="797192"/>
                  </a:lnTo>
                  <a:lnTo>
                    <a:pt x="5466780" y="797192"/>
                  </a:lnTo>
                  <a:lnTo>
                    <a:pt x="5466906" y="797192"/>
                  </a:lnTo>
                  <a:lnTo>
                    <a:pt x="5467032" y="797192"/>
                  </a:lnTo>
                  <a:lnTo>
                    <a:pt x="5467159" y="797192"/>
                  </a:lnTo>
                  <a:lnTo>
                    <a:pt x="5467285" y="797192"/>
                  </a:lnTo>
                  <a:lnTo>
                    <a:pt x="5467411" y="797192"/>
                  </a:lnTo>
                  <a:lnTo>
                    <a:pt x="5467411" y="791913"/>
                  </a:lnTo>
                  <a:lnTo>
                    <a:pt x="5467537" y="791913"/>
                  </a:lnTo>
                  <a:lnTo>
                    <a:pt x="5467663" y="791913"/>
                  </a:lnTo>
                  <a:lnTo>
                    <a:pt x="5467789" y="791913"/>
                  </a:lnTo>
                  <a:lnTo>
                    <a:pt x="5467915" y="791913"/>
                  </a:lnTo>
                  <a:lnTo>
                    <a:pt x="5468041" y="791913"/>
                  </a:lnTo>
                  <a:lnTo>
                    <a:pt x="5468167" y="791913"/>
                  </a:lnTo>
                  <a:lnTo>
                    <a:pt x="5468293" y="791913"/>
                  </a:lnTo>
                  <a:lnTo>
                    <a:pt x="5468419" y="791913"/>
                  </a:lnTo>
                  <a:lnTo>
                    <a:pt x="5468546" y="791913"/>
                  </a:lnTo>
                  <a:lnTo>
                    <a:pt x="5468672" y="791913"/>
                  </a:lnTo>
                  <a:lnTo>
                    <a:pt x="5468798" y="791913"/>
                  </a:lnTo>
                  <a:lnTo>
                    <a:pt x="5468924" y="791913"/>
                  </a:lnTo>
                  <a:lnTo>
                    <a:pt x="5469050" y="791913"/>
                  </a:lnTo>
                  <a:lnTo>
                    <a:pt x="5469176" y="791913"/>
                  </a:lnTo>
                  <a:lnTo>
                    <a:pt x="5469302" y="791913"/>
                  </a:lnTo>
                  <a:lnTo>
                    <a:pt x="5469428" y="791913"/>
                  </a:lnTo>
                  <a:lnTo>
                    <a:pt x="5469554" y="791913"/>
                  </a:lnTo>
                  <a:lnTo>
                    <a:pt x="5469680" y="791913"/>
                  </a:lnTo>
                  <a:lnTo>
                    <a:pt x="5469806" y="791913"/>
                  </a:lnTo>
                  <a:lnTo>
                    <a:pt x="5469933" y="791913"/>
                  </a:lnTo>
                  <a:lnTo>
                    <a:pt x="5470059" y="791913"/>
                  </a:lnTo>
                  <a:lnTo>
                    <a:pt x="5470185" y="791913"/>
                  </a:lnTo>
                  <a:lnTo>
                    <a:pt x="5470311" y="791913"/>
                  </a:lnTo>
                  <a:lnTo>
                    <a:pt x="5470437" y="791913"/>
                  </a:lnTo>
                  <a:lnTo>
                    <a:pt x="5470563" y="791913"/>
                  </a:lnTo>
                  <a:lnTo>
                    <a:pt x="5470689" y="791913"/>
                  </a:lnTo>
                  <a:lnTo>
                    <a:pt x="5470815" y="791913"/>
                  </a:lnTo>
                  <a:lnTo>
                    <a:pt x="5470941" y="791913"/>
                  </a:lnTo>
                  <a:lnTo>
                    <a:pt x="5471067" y="791913"/>
                  </a:lnTo>
                  <a:lnTo>
                    <a:pt x="5471193" y="791913"/>
                  </a:lnTo>
                  <a:lnTo>
                    <a:pt x="5471319" y="791913"/>
                  </a:lnTo>
                  <a:lnTo>
                    <a:pt x="5471446" y="791913"/>
                  </a:lnTo>
                  <a:lnTo>
                    <a:pt x="5471572" y="791913"/>
                  </a:lnTo>
                  <a:lnTo>
                    <a:pt x="5471698" y="791913"/>
                  </a:lnTo>
                  <a:lnTo>
                    <a:pt x="5471824" y="791913"/>
                  </a:lnTo>
                  <a:lnTo>
                    <a:pt x="5471950" y="791913"/>
                  </a:lnTo>
                  <a:lnTo>
                    <a:pt x="5472076" y="791913"/>
                  </a:lnTo>
                  <a:lnTo>
                    <a:pt x="5472202" y="791913"/>
                  </a:lnTo>
                  <a:lnTo>
                    <a:pt x="5472328" y="791913"/>
                  </a:lnTo>
                  <a:lnTo>
                    <a:pt x="5472454" y="791913"/>
                  </a:lnTo>
                  <a:lnTo>
                    <a:pt x="5472580" y="791913"/>
                  </a:lnTo>
                  <a:lnTo>
                    <a:pt x="5472706" y="791913"/>
                  </a:lnTo>
                  <a:lnTo>
                    <a:pt x="5472833" y="791913"/>
                  </a:lnTo>
                  <a:lnTo>
                    <a:pt x="5472959" y="791913"/>
                  </a:lnTo>
                  <a:lnTo>
                    <a:pt x="5473085" y="791913"/>
                  </a:lnTo>
                  <a:lnTo>
                    <a:pt x="5473211" y="791913"/>
                  </a:lnTo>
                  <a:lnTo>
                    <a:pt x="5473337" y="791913"/>
                  </a:lnTo>
                  <a:lnTo>
                    <a:pt x="5473463" y="791913"/>
                  </a:lnTo>
                  <a:lnTo>
                    <a:pt x="5473589" y="791913"/>
                  </a:lnTo>
                  <a:lnTo>
                    <a:pt x="5473715" y="791913"/>
                  </a:lnTo>
                  <a:lnTo>
                    <a:pt x="5473841" y="791913"/>
                  </a:lnTo>
                  <a:lnTo>
                    <a:pt x="5473967" y="791913"/>
                  </a:lnTo>
                  <a:lnTo>
                    <a:pt x="5474093" y="791913"/>
                  </a:lnTo>
                  <a:lnTo>
                    <a:pt x="5474093" y="786633"/>
                  </a:lnTo>
                  <a:lnTo>
                    <a:pt x="5474219" y="786633"/>
                  </a:lnTo>
                  <a:lnTo>
                    <a:pt x="5474346" y="786633"/>
                  </a:lnTo>
                  <a:lnTo>
                    <a:pt x="5474472" y="786633"/>
                  </a:lnTo>
                  <a:lnTo>
                    <a:pt x="5474598" y="786633"/>
                  </a:lnTo>
                  <a:lnTo>
                    <a:pt x="5474724" y="786633"/>
                  </a:lnTo>
                  <a:lnTo>
                    <a:pt x="5474850" y="786633"/>
                  </a:lnTo>
                  <a:lnTo>
                    <a:pt x="5474976" y="786633"/>
                  </a:lnTo>
                  <a:lnTo>
                    <a:pt x="5475102" y="786633"/>
                  </a:lnTo>
                  <a:lnTo>
                    <a:pt x="5475228" y="786633"/>
                  </a:lnTo>
                  <a:lnTo>
                    <a:pt x="5475354" y="786633"/>
                  </a:lnTo>
                  <a:lnTo>
                    <a:pt x="5475480" y="786633"/>
                  </a:lnTo>
                  <a:lnTo>
                    <a:pt x="5475606" y="786633"/>
                  </a:lnTo>
                  <a:lnTo>
                    <a:pt x="5475733" y="786633"/>
                  </a:lnTo>
                  <a:lnTo>
                    <a:pt x="5475859" y="786633"/>
                  </a:lnTo>
                  <a:lnTo>
                    <a:pt x="5475985" y="786633"/>
                  </a:lnTo>
                  <a:lnTo>
                    <a:pt x="5476111" y="786633"/>
                  </a:lnTo>
                  <a:lnTo>
                    <a:pt x="5476237" y="786633"/>
                  </a:lnTo>
                  <a:lnTo>
                    <a:pt x="5476363" y="786633"/>
                  </a:lnTo>
                  <a:lnTo>
                    <a:pt x="5476363" y="781354"/>
                  </a:lnTo>
                  <a:lnTo>
                    <a:pt x="5476489" y="781354"/>
                  </a:lnTo>
                  <a:lnTo>
                    <a:pt x="5476615" y="781354"/>
                  </a:lnTo>
                  <a:lnTo>
                    <a:pt x="5476741" y="781354"/>
                  </a:lnTo>
                  <a:lnTo>
                    <a:pt x="5476867" y="781354"/>
                  </a:lnTo>
                  <a:lnTo>
                    <a:pt x="5476993" y="781354"/>
                  </a:lnTo>
                  <a:lnTo>
                    <a:pt x="5477120" y="781354"/>
                  </a:lnTo>
                  <a:lnTo>
                    <a:pt x="5477246" y="781354"/>
                  </a:lnTo>
                  <a:lnTo>
                    <a:pt x="5477372" y="781354"/>
                  </a:lnTo>
                  <a:lnTo>
                    <a:pt x="5477498" y="781354"/>
                  </a:lnTo>
                  <a:lnTo>
                    <a:pt x="5477624" y="781354"/>
                  </a:lnTo>
                  <a:lnTo>
                    <a:pt x="5477750" y="781354"/>
                  </a:lnTo>
                  <a:lnTo>
                    <a:pt x="5477876" y="781354"/>
                  </a:lnTo>
                  <a:lnTo>
                    <a:pt x="5478002" y="781354"/>
                  </a:lnTo>
                  <a:lnTo>
                    <a:pt x="5478128" y="781354"/>
                  </a:lnTo>
                  <a:lnTo>
                    <a:pt x="5478254" y="781354"/>
                  </a:lnTo>
                  <a:lnTo>
                    <a:pt x="5478380" y="781354"/>
                  </a:lnTo>
                  <a:lnTo>
                    <a:pt x="5478506" y="781354"/>
                  </a:lnTo>
                  <a:lnTo>
                    <a:pt x="5478633" y="781354"/>
                  </a:lnTo>
                  <a:lnTo>
                    <a:pt x="5478759" y="781354"/>
                  </a:lnTo>
                  <a:lnTo>
                    <a:pt x="5478885" y="781354"/>
                  </a:lnTo>
                  <a:lnTo>
                    <a:pt x="5479011" y="781354"/>
                  </a:lnTo>
                  <a:lnTo>
                    <a:pt x="5479137" y="781354"/>
                  </a:lnTo>
                  <a:lnTo>
                    <a:pt x="5479263" y="781354"/>
                  </a:lnTo>
                  <a:lnTo>
                    <a:pt x="5479389" y="781354"/>
                  </a:lnTo>
                  <a:lnTo>
                    <a:pt x="5479515" y="781354"/>
                  </a:lnTo>
                  <a:lnTo>
                    <a:pt x="5479641" y="781354"/>
                  </a:lnTo>
                  <a:lnTo>
                    <a:pt x="5479767" y="781354"/>
                  </a:lnTo>
                  <a:lnTo>
                    <a:pt x="5479893" y="781354"/>
                  </a:lnTo>
                  <a:lnTo>
                    <a:pt x="5480020" y="781354"/>
                  </a:lnTo>
                  <a:lnTo>
                    <a:pt x="5480146" y="781354"/>
                  </a:lnTo>
                  <a:lnTo>
                    <a:pt x="5480272" y="781354"/>
                  </a:lnTo>
                  <a:lnTo>
                    <a:pt x="5480398" y="781354"/>
                  </a:lnTo>
                  <a:lnTo>
                    <a:pt x="5480524" y="781354"/>
                  </a:lnTo>
                  <a:lnTo>
                    <a:pt x="5480650" y="781354"/>
                  </a:lnTo>
                  <a:lnTo>
                    <a:pt x="5480776" y="781354"/>
                  </a:lnTo>
                  <a:lnTo>
                    <a:pt x="5480902" y="781354"/>
                  </a:lnTo>
                  <a:lnTo>
                    <a:pt x="5481028" y="781354"/>
                  </a:lnTo>
                  <a:lnTo>
                    <a:pt x="5481154" y="781354"/>
                  </a:lnTo>
                  <a:lnTo>
                    <a:pt x="5481280" y="781354"/>
                  </a:lnTo>
                  <a:lnTo>
                    <a:pt x="5481406" y="781354"/>
                  </a:lnTo>
                  <a:lnTo>
                    <a:pt x="5481533" y="781354"/>
                  </a:lnTo>
                  <a:lnTo>
                    <a:pt x="5481659" y="781354"/>
                  </a:lnTo>
                  <a:lnTo>
                    <a:pt x="5481785" y="781354"/>
                  </a:lnTo>
                  <a:lnTo>
                    <a:pt x="5481911" y="781354"/>
                  </a:lnTo>
                  <a:lnTo>
                    <a:pt x="5482037" y="781354"/>
                  </a:lnTo>
                  <a:lnTo>
                    <a:pt x="5482163" y="781354"/>
                  </a:lnTo>
                  <a:lnTo>
                    <a:pt x="5482289" y="781354"/>
                  </a:lnTo>
                  <a:lnTo>
                    <a:pt x="5482415" y="781354"/>
                  </a:lnTo>
                  <a:lnTo>
                    <a:pt x="5482541" y="781354"/>
                  </a:lnTo>
                  <a:lnTo>
                    <a:pt x="5482667" y="781354"/>
                  </a:lnTo>
                  <a:lnTo>
                    <a:pt x="5482793" y="781354"/>
                  </a:lnTo>
                  <a:lnTo>
                    <a:pt x="5482920" y="781354"/>
                  </a:lnTo>
                  <a:lnTo>
                    <a:pt x="5483046" y="781354"/>
                  </a:lnTo>
                  <a:lnTo>
                    <a:pt x="5483172" y="781354"/>
                  </a:lnTo>
                  <a:lnTo>
                    <a:pt x="5483298" y="781354"/>
                  </a:lnTo>
                  <a:lnTo>
                    <a:pt x="5483424" y="781354"/>
                  </a:lnTo>
                  <a:lnTo>
                    <a:pt x="5483550" y="781354"/>
                  </a:lnTo>
                  <a:lnTo>
                    <a:pt x="5483676" y="781354"/>
                  </a:lnTo>
                  <a:lnTo>
                    <a:pt x="5483802" y="781354"/>
                  </a:lnTo>
                  <a:lnTo>
                    <a:pt x="5483928" y="781354"/>
                  </a:lnTo>
                  <a:lnTo>
                    <a:pt x="5484054" y="781354"/>
                  </a:lnTo>
                  <a:lnTo>
                    <a:pt x="5484180" y="781354"/>
                  </a:lnTo>
                  <a:lnTo>
                    <a:pt x="5484306" y="781354"/>
                  </a:lnTo>
                  <a:lnTo>
                    <a:pt x="5484433" y="781354"/>
                  </a:lnTo>
                  <a:lnTo>
                    <a:pt x="5484559" y="781354"/>
                  </a:lnTo>
                  <a:lnTo>
                    <a:pt x="5484685" y="781354"/>
                  </a:lnTo>
                  <a:lnTo>
                    <a:pt x="5484811" y="781354"/>
                  </a:lnTo>
                  <a:lnTo>
                    <a:pt x="5484937" y="781354"/>
                  </a:lnTo>
                  <a:lnTo>
                    <a:pt x="5485063" y="781354"/>
                  </a:lnTo>
                  <a:lnTo>
                    <a:pt x="5485189" y="781354"/>
                  </a:lnTo>
                  <a:lnTo>
                    <a:pt x="5485315" y="781354"/>
                  </a:lnTo>
                  <a:lnTo>
                    <a:pt x="5485441" y="781354"/>
                  </a:lnTo>
                  <a:lnTo>
                    <a:pt x="5485567" y="781354"/>
                  </a:lnTo>
                  <a:lnTo>
                    <a:pt x="5485693" y="781354"/>
                  </a:lnTo>
                  <a:lnTo>
                    <a:pt x="5485820" y="781354"/>
                  </a:lnTo>
                  <a:lnTo>
                    <a:pt x="5485946" y="781354"/>
                  </a:lnTo>
                  <a:lnTo>
                    <a:pt x="5486072" y="781354"/>
                  </a:lnTo>
                  <a:lnTo>
                    <a:pt x="5486198" y="781354"/>
                  </a:lnTo>
                  <a:lnTo>
                    <a:pt x="5486324" y="781354"/>
                  </a:lnTo>
                  <a:lnTo>
                    <a:pt x="5486450" y="781354"/>
                  </a:lnTo>
                  <a:lnTo>
                    <a:pt x="5486576" y="781354"/>
                  </a:lnTo>
                  <a:lnTo>
                    <a:pt x="5486702" y="781354"/>
                  </a:lnTo>
                  <a:lnTo>
                    <a:pt x="5486828" y="781354"/>
                  </a:lnTo>
                  <a:lnTo>
                    <a:pt x="5486954" y="781354"/>
                  </a:lnTo>
                  <a:lnTo>
                    <a:pt x="5487080" y="781354"/>
                  </a:lnTo>
                  <a:lnTo>
                    <a:pt x="5487207" y="781354"/>
                  </a:lnTo>
                  <a:lnTo>
                    <a:pt x="5487333" y="781354"/>
                  </a:lnTo>
                  <a:lnTo>
                    <a:pt x="5487459" y="781354"/>
                  </a:lnTo>
                  <a:lnTo>
                    <a:pt x="5487585" y="781354"/>
                  </a:lnTo>
                  <a:lnTo>
                    <a:pt x="5487711" y="781354"/>
                  </a:lnTo>
                  <a:lnTo>
                    <a:pt x="5487837" y="781354"/>
                  </a:lnTo>
                  <a:lnTo>
                    <a:pt x="5487963" y="781354"/>
                  </a:lnTo>
                  <a:lnTo>
                    <a:pt x="5488089" y="781354"/>
                  </a:lnTo>
                  <a:lnTo>
                    <a:pt x="5488215" y="781354"/>
                  </a:lnTo>
                  <a:lnTo>
                    <a:pt x="5488341" y="781354"/>
                  </a:lnTo>
                  <a:lnTo>
                    <a:pt x="5488467" y="781354"/>
                  </a:lnTo>
                  <a:lnTo>
                    <a:pt x="5488593" y="781354"/>
                  </a:lnTo>
                  <a:lnTo>
                    <a:pt x="5488720" y="781354"/>
                  </a:lnTo>
                  <a:lnTo>
                    <a:pt x="5488846" y="781354"/>
                  </a:lnTo>
                  <a:lnTo>
                    <a:pt x="5488972" y="781354"/>
                  </a:lnTo>
                  <a:lnTo>
                    <a:pt x="5489098" y="781354"/>
                  </a:lnTo>
                  <a:lnTo>
                    <a:pt x="5489224" y="781354"/>
                  </a:lnTo>
                  <a:lnTo>
                    <a:pt x="5489350" y="781354"/>
                  </a:lnTo>
                  <a:lnTo>
                    <a:pt x="5489476" y="781354"/>
                  </a:lnTo>
                  <a:lnTo>
                    <a:pt x="5489602" y="781354"/>
                  </a:lnTo>
                  <a:lnTo>
                    <a:pt x="5489728" y="781354"/>
                  </a:lnTo>
                  <a:lnTo>
                    <a:pt x="5489854" y="781354"/>
                  </a:lnTo>
                  <a:lnTo>
                    <a:pt x="5489980" y="781354"/>
                  </a:lnTo>
                  <a:lnTo>
                    <a:pt x="5490107" y="781354"/>
                  </a:lnTo>
                  <a:lnTo>
                    <a:pt x="5490233" y="781354"/>
                  </a:lnTo>
                  <a:lnTo>
                    <a:pt x="5490359" y="781354"/>
                  </a:lnTo>
                  <a:lnTo>
                    <a:pt x="5490485" y="781354"/>
                  </a:lnTo>
                  <a:lnTo>
                    <a:pt x="5490611" y="781354"/>
                  </a:lnTo>
                  <a:lnTo>
                    <a:pt x="5490737" y="781354"/>
                  </a:lnTo>
                  <a:lnTo>
                    <a:pt x="5490863" y="781354"/>
                  </a:lnTo>
                  <a:lnTo>
                    <a:pt x="5490989" y="781354"/>
                  </a:lnTo>
                  <a:lnTo>
                    <a:pt x="5491115" y="781354"/>
                  </a:lnTo>
                  <a:lnTo>
                    <a:pt x="5491241" y="781354"/>
                  </a:lnTo>
                  <a:lnTo>
                    <a:pt x="5491367" y="781354"/>
                  </a:lnTo>
                  <a:lnTo>
                    <a:pt x="5491493" y="781354"/>
                  </a:lnTo>
                  <a:lnTo>
                    <a:pt x="5491620" y="781354"/>
                  </a:lnTo>
                  <a:lnTo>
                    <a:pt x="5491746" y="781354"/>
                  </a:lnTo>
                  <a:lnTo>
                    <a:pt x="5491872" y="781354"/>
                  </a:lnTo>
                  <a:lnTo>
                    <a:pt x="5491998" y="781354"/>
                  </a:lnTo>
                  <a:lnTo>
                    <a:pt x="5492124" y="781354"/>
                  </a:lnTo>
                  <a:lnTo>
                    <a:pt x="5492250" y="781354"/>
                  </a:lnTo>
                  <a:lnTo>
                    <a:pt x="5492376" y="781354"/>
                  </a:lnTo>
                  <a:lnTo>
                    <a:pt x="5492502" y="781354"/>
                  </a:lnTo>
                  <a:lnTo>
                    <a:pt x="5492628" y="781354"/>
                  </a:lnTo>
                  <a:lnTo>
                    <a:pt x="5492754" y="781354"/>
                  </a:lnTo>
                  <a:lnTo>
                    <a:pt x="5492880" y="781354"/>
                  </a:lnTo>
                  <a:lnTo>
                    <a:pt x="5493007" y="781354"/>
                  </a:lnTo>
                  <a:lnTo>
                    <a:pt x="5493133" y="781354"/>
                  </a:lnTo>
                  <a:lnTo>
                    <a:pt x="5493259" y="781354"/>
                  </a:lnTo>
                  <a:lnTo>
                    <a:pt x="5493385" y="781354"/>
                  </a:lnTo>
                  <a:lnTo>
                    <a:pt x="5493511" y="781354"/>
                  </a:lnTo>
                  <a:lnTo>
                    <a:pt x="5493637" y="781354"/>
                  </a:lnTo>
                  <a:lnTo>
                    <a:pt x="5493763" y="781354"/>
                  </a:lnTo>
                  <a:lnTo>
                    <a:pt x="5493889" y="781354"/>
                  </a:lnTo>
                  <a:lnTo>
                    <a:pt x="5494015" y="781354"/>
                  </a:lnTo>
                  <a:lnTo>
                    <a:pt x="5494141" y="781354"/>
                  </a:lnTo>
                  <a:lnTo>
                    <a:pt x="5494267" y="781354"/>
                  </a:lnTo>
                  <a:lnTo>
                    <a:pt x="5494394" y="781354"/>
                  </a:lnTo>
                  <a:lnTo>
                    <a:pt x="5494520" y="781354"/>
                  </a:lnTo>
                  <a:lnTo>
                    <a:pt x="5494646" y="781354"/>
                  </a:lnTo>
                  <a:lnTo>
                    <a:pt x="5494772" y="781354"/>
                  </a:lnTo>
                  <a:lnTo>
                    <a:pt x="5494898" y="781354"/>
                  </a:lnTo>
                  <a:lnTo>
                    <a:pt x="5495024" y="781354"/>
                  </a:lnTo>
                  <a:lnTo>
                    <a:pt x="5495150" y="781354"/>
                  </a:lnTo>
                  <a:lnTo>
                    <a:pt x="5495276" y="781354"/>
                  </a:lnTo>
                  <a:lnTo>
                    <a:pt x="5495402" y="781354"/>
                  </a:lnTo>
                  <a:lnTo>
                    <a:pt x="5495528" y="781354"/>
                  </a:lnTo>
                  <a:lnTo>
                    <a:pt x="5495654" y="781354"/>
                  </a:lnTo>
                  <a:lnTo>
                    <a:pt x="5495780" y="781354"/>
                  </a:lnTo>
                  <a:lnTo>
                    <a:pt x="5495907" y="781354"/>
                  </a:lnTo>
                  <a:lnTo>
                    <a:pt x="5496033" y="781354"/>
                  </a:lnTo>
                  <a:lnTo>
                    <a:pt x="5496159" y="781354"/>
                  </a:lnTo>
                  <a:lnTo>
                    <a:pt x="5496285" y="781354"/>
                  </a:lnTo>
                  <a:lnTo>
                    <a:pt x="5496411" y="781354"/>
                  </a:lnTo>
                  <a:lnTo>
                    <a:pt x="5496537" y="781354"/>
                  </a:lnTo>
                  <a:lnTo>
                    <a:pt x="5496663" y="781354"/>
                  </a:lnTo>
                  <a:lnTo>
                    <a:pt x="5496789" y="781354"/>
                  </a:lnTo>
                  <a:lnTo>
                    <a:pt x="5496915" y="781354"/>
                  </a:lnTo>
                  <a:lnTo>
                    <a:pt x="5497041" y="781354"/>
                  </a:lnTo>
                  <a:lnTo>
                    <a:pt x="5497167" y="781354"/>
                  </a:lnTo>
                  <a:lnTo>
                    <a:pt x="5497294" y="781354"/>
                  </a:lnTo>
                  <a:lnTo>
                    <a:pt x="5497420" y="781354"/>
                  </a:lnTo>
                  <a:lnTo>
                    <a:pt x="5497420" y="776074"/>
                  </a:lnTo>
                  <a:lnTo>
                    <a:pt x="5497546" y="776074"/>
                  </a:lnTo>
                  <a:lnTo>
                    <a:pt x="5497672" y="776074"/>
                  </a:lnTo>
                  <a:lnTo>
                    <a:pt x="5497798" y="776074"/>
                  </a:lnTo>
                  <a:lnTo>
                    <a:pt x="5497798" y="770795"/>
                  </a:lnTo>
                  <a:lnTo>
                    <a:pt x="5497924" y="770795"/>
                  </a:lnTo>
                  <a:lnTo>
                    <a:pt x="5498050" y="770795"/>
                  </a:lnTo>
                  <a:lnTo>
                    <a:pt x="5498176" y="770795"/>
                  </a:lnTo>
                  <a:lnTo>
                    <a:pt x="5498302" y="770795"/>
                  </a:lnTo>
                  <a:lnTo>
                    <a:pt x="5498428" y="770795"/>
                  </a:lnTo>
                  <a:lnTo>
                    <a:pt x="5498554" y="770795"/>
                  </a:lnTo>
                  <a:lnTo>
                    <a:pt x="5498680" y="770795"/>
                  </a:lnTo>
                  <a:lnTo>
                    <a:pt x="5498807" y="770795"/>
                  </a:lnTo>
                  <a:lnTo>
                    <a:pt x="5498933" y="770795"/>
                  </a:lnTo>
                  <a:lnTo>
                    <a:pt x="5499059" y="770795"/>
                  </a:lnTo>
                  <a:lnTo>
                    <a:pt x="5499185" y="770795"/>
                  </a:lnTo>
                  <a:lnTo>
                    <a:pt x="5499311" y="770795"/>
                  </a:lnTo>
                  <a:lnTo>
                    <a:pt x="5499437" y="770795"/>
                  </a:lnTo>
                  <a:lnTo>
                    <a:pt x="5499563" y="770795"/>
                  </a:lnTo>
                  <a:lnTo>
                    <a:pt x="5499689" y="770795"/>
                  </a:lnTo>
                  <a:lnTo>
                    <a:pt x="5499815" y="770795"/>
                  </a:lnTo>
                  <a:lnTo>
                    <a:pt x="5499941" y="770795"/>
                  </a:lnTo>
                  <a:lnTo>
                    <a:pt x="5500067" y="770795"/>
                  </a:lnTo>
                  <a:lnTo>
                    <a:pt x="5500194" y="770795"/>
                  </a:lnTo>
                  <a:lnTo>
                    <a:pt x="5500320" y="770795"/>
                  </a:lnTo>
                  <a:lnTo>
                    <a:pt x="5500446" y="770795"/>
                  </a:lnTo>
                  <a:lnTo>
                    <a:pt x="5500572" y="770795"/>
                  </a:lnTo>
                  <a:lnTo>
                    <a:pt x="5500698" y="770795"/>
                  </a:lnTo>
                  <a:lnTo>
                    <a:pt x="5500824" y="770795"/>
                  </a:lnTo>
                  <a:lnTo>
                    <a:pt x="5500950" y="770795"/>
                  </a:lnTo>
                  <a:lnTo>
                    <a:pt x="5501076" y="770795"/>
                  </a:lnTo>
                  <a:lnTo>
                    <a:pt x="5501202" y="770795"/>
                  </a:lnTo>
                  <a:lnTo>
                    <a:pt x="5501328" y="770795"/>
                  </a:lnTo>
                  <a:lnTo>
                    <a:pt x="5501454" y="770795"/>
                  </a:lnTo>
                  <a:lnTo>
                    <a:pt x="5501581" y="770795"/>
                  </a:lnTo>
                  <a:lnTo>
                    <a:pt x="5501707" y="770795"/>
                  </a:lnTo>
                  <a:lnTo>
                    <a:pt x="5501833" y="770795"/>
                  </a:lnTo>
                  <a:lnTo>
                    <a:pt x="5501959" y="770795"/>
                  </a:lnTo>
                  <a:lnTo>
                    <a:pt x="5502085" y="770795"/>
                  </a:lnTo>
                  <a:lnTo>
                    <a:pt x="5502211" y="770795"/>
                  </a:lnTo>
                  <a:lnTo>
                    <a:pt x="5502337" y="770795"/>
                  </a:lnTo>
                  <a:lnTo>
                    <a:pt x="5502463" y="770795"/>
                  </a:lnTo>
                  <a:lnTo>
                    <a:pt x="5502589" y="770795"/>
                  </a:lnTo>
                  <a:lnTo>
                    <a:pt x="5502715" y="770795"/>
                  </a:lnTo>
                  <a:lnTo>
                    <a:pt x="5502841" y="770795"/>
                  </a:lnTo>
                  <a:lnTo>
                    <a:pt x="5502967" y="770795"/>
                  </a:lnTo>
                  <a:lnTo>
                    <a:pt x="5503094" y="770795"/>
                  </a:lnTo>
                  <a:lnTo>
                    <a:pt x="5503220" y="770795"/>
                  </a:lnTo>
                  <a:lnTo>
                    <a:pt x="5503346" y="770795"/>
                  </a:lnTo>
                  <a:lnTo>
                    <a:pt x="5503472" y="770795"/>
                  </a:lnTo>
                  <a:lnTo>
                    <a:pt x="5503598" y="770795"/>
                  </a:lnTo>
                  <a:lnTo>
                    <a:pt x="5503724" y="770795"/>
                  </a:lnTo>
                  <a:lnTo>
                    <a:pt x="5503850" y="770795"/>
                  </a:lnTo>
                  <a:lnTo>
                    <a:pt x="5503976" y="770795"/>
                  </a:lnTo>
                  <a:lnTo>
                    <a:pt x="5504102" y="770795"/>
                  </a:lnTo>
                  <a:lnTo>
                    <a:pt x="5504228" y="770795"/>
                  </a:lnTo>
                  <a:lnTo>
                    <a:pt x="5504354" y="770795"/>
                  </a:lnTo>
                  <a:lnTo>
                    <a:pt x="5504481" y="770795"/>
                  </a:lnTo>
                  <a:lnTo>
                    <a:pt x="5504607" y="770795"/>
                  </a:lnTo>
                  <a:lnTo>
                    <a:pt x="5504733" y="770795"/>
                  </a:lnTo>
                  <a:lnTo>
                    <a:pt x="5504859" y="770795"/>
                  </a:lnTo>
                  <a:lnTo>
                    <a:pt x="5504985" y="770795"/>
                  </a:lnTo>
                  <a:lnTo>
                    <a:pt x="5505111" y="770795"/>
                  </a:lnTo>
                  <a:lnTo>
                    <a:pt x="5505237" y="770795"/>
                  </a:lnTo>
                  <a:lnTo>
                    <a:pt x="5505363" y="770795"/>
                  </a:lnTo>
                  <a:lnTo>
                    <a:pt x="5505363" y="765516"/>
                  </a:lnTo>
                  <a:lnTo>
                    <a:pt x="5505489" y="765516"/>
                  </a:lnTo>
                  <a:lnTo>
                    <a:pt x="5505615" y="765516"/>
                  </a:lnTo>
                  <a:lnTo>
                    <a:pt x="5505741" y="765516"/>
                  </a:lnTo>
                  <a:lnTo>
                    <a:pt x="5505867" y="765516"/>
                  </a:lnTo>
                  <a:lnTo>
                    <a:pt x="5505994" y="765516"/>
                  </a:lnTo>
                  <a:lnTo>
                    <a:pt x="5506120" y="765516"/>
                  </a:lnTo>
                  <a:lnTo>
                    <a:pt x="5506246" y="765516"/>
                  </a:lnTo>
                  <a:lnTo>
                    <a:pt x="5506372" y="765516"/>
                  </a:lnTo>
                  <a:lnTo>
                    <a:pt x="5506498" y="765516"/>
                  </a:lnTo>
                  <a:lnTo>
                    <a:pt x="5506624" y="765516"/>
                  </a:lnTo>
                  <a:lnTo>
                    <a:pt x="5506750" y="765516"/>
                  </a:lnTo>
                  <a:lnTo>
                    <a:pt x="5506876" y="765516"/>
                  </a:lnTo>
                  <a:lnTo>
                    <a:pt x="5507002" y="765516"/>
                  </a:lnTo>
                  <a:lnTo>
                    <a:pt x="5507128" y="765516"/>
                  </a:lnTo>
                  <a:lnTo>
                    <a:pt x="5507254" y="765516"/>
                  </a:lnTo>
                  <a:lnTo>
                    <a:pt x="5507381" y="765516"/>
                  </a:lnTo>
                  <a:lnTo>
                    <a:pt x="5507507" y="765516"/>
                  </a:lnTo>
                  <a:lnTo>
                    <a:pt x="5507633" y="765516"/>
                  </a:lnTo>
                  <a:lnTo>
                    <a:pt x="5507759" y="765516"/>
                  </a:lnTo>
                  <a:lnTo>
                    <a:pt x="5507885" y="765516"/>
                  </a:lnTo>
                  <a:lnTo>
                    <a:pt x="5508011" y="765516"/>
                  </a:lnTo>
                  <a:lnTo>
                    <a:pt x="5508137" y="765516"/>
                  </a:lnTo>
                  <a:lnTo>
                    <a:pt x="5508263" y="765516"/>
                  </a:lnTo>
                  <a:lnTo>
                    <a:pt x="5508389" y="765516"/>
                  </a:lnTo>
                  <a:lnTo>
                    <a:pt x="5508515" y="765516"/>
                  </a:lnTo>
                  <a:lnTo>
                    <a:pt x="5508641" y="765516"/>
                  </a:lnTo>
                  <a:lnTo>
                    <a:pt x="5508767" y="765516"/>
                  </a:lnTo>
                  <a:lnTo>
                    <a:pt x="5508894" y="765516"/>
                  </a:lnTo>
                  <a:lnTo>
                    <a:pt x="5509020" y="765516"/>
                  </a:lnTo>
                  <a:lnTo>
                    <a:pt x="5509146" y="765516"/>
                  </a:lnTo>
                  <a:lnTo>
                    <a:pt x="5509272" y="765516"/>
                  </a:lnTo>
                  <a:lnTo>
                    <a:pt x="5509398" y="765516"/>
                  </a:lnTo>
                  <a:lnTo>
                    <a:pt x="5509524" y="765516"/>
                  </a:lnTo>
                  <a:lnTo>
                    <a:pt x="5509650" y="765516"/>
                  </a:lnTo>
                  <a:lnTo>
                    <a:pt x="5509776" y="765516"/>
                  </a:lnTo>
                  <a:lnTo>
                    <a:pt x="5509902" y="765516"/>
                  </a:lnTo>
                  <a:lnTo>
                    <a:pt x="5510028" y="765516"/>
                  </a:lnTo>
                  <a:lnTo>
                    <a:pt x="5510154" y="765516"/>
                  </a:lnTo>
                  <a:lnTo>
                    <a:pt x="5510281" y="765516"/>
                  </a:lnTo>
                  <a:lnTo>
                    <a:pt x="5510407" y="765516"/>
                  </a:lnTo>
                  <a:lnTo>
                    <a:pt x="5510533" y="765516"/>
                  </a:lnTo>
                  <a:lnTo>
                    <a:pt x="5510659" y="765516"/>
                  </a:lnTo>
                  <a:lnTo>
                    <a:pt x="5510785" y="765516"/>
                  </a:lnTo>
                  <a:lnTo>
                    <a:pt x="5510911" y="765516"/>
                  </a:lnTo>
                  <a:lnTo>
                    <a:pt x="5511037" y="765516"/>
                  </a:lnTo>
                  <a:lnTo>
                    <a:pt x="5511163" y="765516"/>
                  </a:lnTo>
                  <a:lnTo>
                    <a:pt x="5511289" y="765516"/>
                  </a:lnTo>
                  <a:lnTo>
                    <a:pt x="5511289" y="760236"/>
                  </a:lnTo>
                  <a:lnTo>
                    <a:pt x="5511415" y="760236"/>
                  </a:lnTo>
                  <a:lnTo>
                    <a:pt x="5511541" y="760236"/>
                  </a:lnTo>
                  <a:lnTo>
                    <a:pt x="5511668" y="760236"/>
                  </a:lnTo>
                  <a:lnTo>
                    <a:pt x="5511794" y="760236"/>
                  </a:lnTo>
                  <a:lnTo>
                    <a:pt x="5511920" y="760236"/>
                  </a:lnTo>
                  <a:lnTo>
                    <a:pt x="5512046" y="760236"/>
                  </a:lnTo>
                  <a:lnTo>
                    <a:pt x="5512172" y="760236"/>
                  </a:lnTo>
                  <a:lnTo>
                    <a:pt x="5512298" y="760236"/>
                  </a:lnTo>
                  <a:lnTo>
                    <a:pt x="5512424" y="760236"/>
                  </a:lnTo>
                  <a:lnTo>
                    <a:pt x="5512550" y="760236"/>
                  </a:lnTo>
                  <a:lnTo>
                    <a:pt x="5512676" y="760236"/>
                  </a:lnTo>
                  <a:lnTo>
                    <a:pt x="5512802" y="760236"/>
                  </a:lnTo>
                  <a:lnTo>
                    <a:pt x="5512928" y="760236"/>
                  </a:lnTo>
                  <a:lnTo>
                    <a:pt x="5512928" y="754957"/>
                  </a:lnTo>
                  <a:lnTo>
                    <a:pt x="5513054" y="754957"/>
                  </a:lnTo>
                  <a:lnTo>
                    <a:pt x="5513181" y="754957"/>
                  </a:lnTo>
                  <a:lnTo>
                    <a:pt x="5513307" y="754957"/>
                  </a:lnTo>
                  <a:lnTo>
                    <a:pt x="5513433" y="754957"/>
                  </a:lnTo>
                  <a:lnTo>
                    <a:pt x="5513559" y="754957"/>
                  </a:lnTo>
                  <a:lnTo>
                    <a:pt x="5513685" y="754957"/>
                  </a:lnTo>
                  <a:lnTo>
                    <a:pt x="5513811" y="754957"/>
                  </a:lnTo>
                  <a:lnTo>
                    <a:pt x="5513937" y="754957"/>
                  </a:lnTo>
                  <a:lnTo>
                    <a:pt x="5514063" y="754957"/>
                  </a:lnTo>
                  <a:lnTo>
                    <a:pt x="5514189" y="754957"/>
                  </a:lnTo>
                  <a:lnTo>
                    <a:pt x="5514315" y="754957"/>
                  </a:lnTo>
                  <a:lnTo>
                    <a:pt x="5514441" y="754957"/>
                  </a:lnTo>
                  <a:lnTo>
                    <a:pt x="5514568" y="754957"/>
                  </a:lnTo>
                  <a:lnTo>
                    <a:pt x="5514694" y="754957"/>
                  </a:lnTo>
                  <a:lnTo>
                    <a:pt x="5514820" y="754957"/>
                  </a:lnTo>
                  <a:lnTo>
                    <a:pt x="5514946" y="754957"/>
                  </a:lnTo>
                  <a:lnTo>
                    <a:pt x="5515072" y="754957"/>
                  </a:lnTo>
                  <a:lnTo>
                    <a:pt x="5515198" y="754957"/>
                  </a:lnTo>
                  <a:lnTo>
                    <a:pt x="5515324" y="754957"/>
                  </a:lnTo>
                  <a:lnTo>
                    <a:pt x="5515450" y="754957"/>
                  </a:lnTo>
                  <a:lnTo>
                    <a:pt x="5515576" y="754957"/>
                  </a:lnTo>
                  <a:lnTo>
                    <a:pt x="5515702" y="754957"/>
                  </a:lnTo>
                  <a:lnTo>
                    <a:pt x="5515828" y="754957"/>
                  </a:lnTo>
                  <a:lnTo>
                    <a:pt x="5515954" y="754957"/>
                  </a:lnTo>
                  <a:lnTo>
                    <a:pt x="5516081" y="754957"/>
                  </a:lnTo>
                  <a:lnTo>
                    <a:pt x="5516207" y="754957"/>
                  </a:lnTo>
                  <a:lnTo>
                    <a:pt x="5516333" y="754957"/>
                  </a:lnTo>
                  <a:lnTo>
                    <a:pt x="5516459" y="754957"/>
                  </a:lnTo>
                  <a:lnTo>
                    <a:pt x="5516585" y="754957"/>
                  </a:lnTo>
                  <a:lnTo>
                    <a:pt x="5516711" y="754957"/>
                  </a:lnTo>
                  <a:lnTo>
                    <a:pt x="5516837" y="754957"/>
                  </a:lnTo>
                  <a:lnTo>
                    <a:pt x="5516963" y="754957"/>
                  </a:lnTo>
                  <a:lnTo>
                    <a:pt x="5517089" y="754957"/>
                  </a:lnTo>
                  <a:lnTo>
                    <a:pt x="5517215" y="754957"/>
                  </a:lnTo>
                  <a:lnTo>
                    <a:pt x="5517341" y="754957"/>
                  </a:lnTo>
                  <a:lnTo>
                    <a:pt x="5517468" y="754957"/>
                  </a:lnTo>
                  <a:lnTo>
                    <a:pt x="5517594" y="754957"/>
                  </a:lnTo>
                  <a:lnTo>
                    <a:pt x="5517720" y="754957"/>
                  </a:lnTo>
                  <a:lnTo>
                    <a:pt x="5517846" y="754957"/>
                  </a:lnTo>
                  <a:lnTo>
                    <a:pt x="5517972" y="754957"/>
                  </a:lnTo>
                  <a:lnTo>
                    <a:pt x="5518098" y="754957"/>
                  </a:lnTo>
                  <a:lnTo>
                    <a:pt x="5518224" y="754957"/>
                  </a:lnTo>
                  <a:lnTo>
                    <a:pt x="5518350" y="754957"/>
                  </a:lnTo>
                  <a:lnTo>
                    <a:pt x="5518476" y="754957"/>
                  </a:lnTo>
                  <a:lnTo>
                    <a:pt x="5518602" y="754957"/>
                  </a:lnTo>
                  <a:lnTo>
                    <a:pt x="5518728" y="754957"/>
                  </a:lnTo>
                  <a:lnTo>
                    <a:pt x="5518855" y="754957"/>
                  </a:lnTo>
                  <a:lnTo>
                    <a:pt x="5518981" y="754957"/>
                  </a:lnTo>
                  <a:lnTo>
                    <a:pt x="5519107" y="754957"/>
                  </a:lnTo>
                  <a:lnTo>
                    <a:pt x="5519233" y="754957"/>
                  </a:lnTo>
                  <a:lnTo>
                    <a:pt x="5519359" y="754957"/>
                  </a:lnTo>
                  <a:lnTo>
                    <a:pt x="5519485" y="754957"/>
                  </a:lnTo>
                  <a:lnTo>
                    <a:pt x="5519611" y="754957"/>
                  </a:lnTo>
                  <a:lnTo>
                    <a:pt x="5519737" y="754957"/>
                  </a:lnTo>
                  <a:lnTo>
                    <a:pt x="5519863" y="754957"/>
                  </a:lnTo>
                  <a:lnTo>
                    <a:pt x="5519989" y="754957"/>
                  </a:lnTo>
                  <a:lnTo>
                    <a:pt x="5520115" y="754957"/>
                  </a:lnTo>
                  <a:lnTo>
                    <a:pt x="5520241" y="754957"/>
                  </a:lnTo>
                  <a:lnTo>
                    <a:pt x="5520368" y="754957"/>
                  </a:lnTo>
                  <a:lnTo>
                    <a:pt x="5520494" y="754957"/>
                  </a:lnTo>
                  <a:lnTo>
                    <a:pt x="5520620" y="754957"/>
                  </a:lnTo>
                  <a:lnTo>
                    <a:pt x="5520746" y="754957"/>
                  </a:lnTo>
                  <a:lnTo>
                    <a:pt x="5520872" y="754957"/>
                  </a:lnTo>
                  <a:lnTo>
                    <a:pt x="5520998" y="754957"/>
                  </a:lnTo>
                  <a:lnTo>
                    <a:pt x="5521124" y="754957"/>
                  </a:lnTo>
                  <a:lnTo>
                    <a:pt x="5521250" y="754957"/>
                  </a:lnTo>
                  <a:lnTo>
                    <a:pt x="5521376" y="754957"/>
                  </a:lnTo>
                  <a:lnTo>
                    <a:pt x="5521502" y="754957"/>
                  </a:lnTo>
                  <a:lnTo>
                    <a:pt x="5521628" y="754957"/>
                  </a:lnTo>
                  <a:lnTo>
                    <a:pt x="5521755" y="754957"/>
                  </a:lnTo>
                  <a:lnTo>
                    <a:pt x="5521881" y="754957"/>
                  </a:lnTo>
                  <a:lnTo>
                    <a:pt x="5522007" y="754957"/>
                  </a:lnTo>
                  <a:lnTo>
                    <a:pt x="5522133" y="754957"/>
                  </a:lnTo>
                  <a:lnTo>
                    <a:pt x="5522259" y="754957"/>
                  </a:lnTo>
                  <a:lnTo>
                    <a:pt x="5522385" y="754957"/>
                  </a:lnTo>
                  <a:lnTo>
                    <a:pt x="5522511" y="754957"/>
                  </a:lnTo>
                  <a:lnTo>
                    <a:pt x="5522637" y="754957"/>
                  </a:lnTo>
                  <a:lnTo>
                    <a:pt x="5522763" y="754957"/>
                  </a:lnTo>
                  <a:lnTo>
                    <a:pt x="5522889" y="754957"/>
                  </a:lnTo>
                  <a:lnTo>
                    <a:pt x="5523015" y="754957"/>
                  </a:lnTo>
                  <a:lnTo>
                    <a:pt x="5523141" y="754957"/>
                  </a:lnTo>
                  <a:lnTo>
                    <a:pt x="5523268" y="754957"/>
                  </a:lnTo>
                  <a:lnTo>
                    <a:pt x="5523394" y="754957"/>
                  </a:lnTo>
                  <a:lnTo>
                    <a:pt x="5523520" y="754957"/>
                  </a:lnTo>
                  <a:lnTo>
                    <a:pt x="5523646" y="754957"/>
                  </a:lnTo>
                  <a:lnTo>
                    <a:pt x="5523772" y="754957"/>
                  </a:lnTo>
                  <a:lnTo>
                    <a:pt x="5523898" y="754957"/>
                  </a:lnTo>
                  <a:lnTo>
                    <a:pt x="5524024" y="754957"/>
                  </a:lnTo>
                  <a:lnTo>
                    <a:pt x="5524150" y="754957"/>
                  </a:lnTo>
                  <a:lnTo>
                    <a:pt x="5524276" y="754957"/>
                  </a:lnTo>
                  <a:lnTo>
                    <a:pt x="5524402" y="754957"/>
                  </a:lnTo>
                  <a:lnTo>
                    <a:pt x="5524528" y="754957"/>
                  </a:lnTo>
                  <a:lnTo>
                    <a:pt x="5524655" y="754957"/>
                  </a:lnTo>
                  <a:lnTo>
                    <a:pt x="5524781" y="754957"/>
                  </a:lnTo>
                  <a:lnTo>
                    <a:pt x="5524907" y="754957"/>
                  </a:lnTo>
                  <a:lnTo>
                    <a:pt x="5525033" y="754957"/>
                  </a:lnTo>
                  <a:lnTo>
                    <a:pt x="5525159" y="754957"/>
                  </a:lnTo>
                  <a:lnTo>
                    <a:pt x="5525285" y="754957"/>
                  </a:lnTo>
                  <a:lnTo>
                    <a:pt x="5525411" y="754957"/>
                  </a:lnTo>
                  <a:lnTo>
                    <a:pt x="5525537" y="754957"/>
                  </a:lnTo>
                  <a:lnTo>
                    <a:pt x="5525663" y="754957"/>
                  </a:lnTo>
                  <a:lnTo>
                    <a:pt x="5525789" y="754957"/>
                  </a:lnTo>
                  <a:lnTo>
                    <a:pt x="5525915" y="754957"/>
                  </a:lnTo>
                  <a:lnTo>
                    <a:pt x="5526042" y="754957"/>
                  </a:lnTo>
                  <a:lnTo>
                    <a:pt x="5526168" y="754957"/>
                  </a:lnTo>
                  <a:lnTo>
                    <a:pt x="5526294" y="754957"/>
                  </a:lnTo>
                  <a:lnTo>
                    <a:pt x="5526420" y="754957"/>
                  </a:lnTo>
                  <a:lnTo>
                    <a:pt x="5526546" y="754957"/>
                  </a:lnTo>
                  <a:lnTo>
                    <a:pt x="5526672" y="754957"/>
                  </a:lnTo>
                  <a:lnTo>
                    <a:pt x="5526798" y="754957"/>
                  </a:lnTo>
                  <a:lnTo>
                    <a:pt x="5526924" y="754957"/>
                  </a:lnTo>
                  <a:lnTo>
                    <a:pt x="5527050" y="754957"/>
                  </a:lnTo>
                  <a:lnTo>
                    <a:pt x="5527176" y="754957"/>
                  </a:lnTo>
                  <a:lnTo>
                    <a:pt x="5527302" y="754957"/>
                  </a:lnTo>
                  <a:lnTo>
                    <a:pt x="5527428" y="754957"/>
                  </a:lnTo>
                  <a:lnTo>
                    <a:pt x="5527555" y="754957"/>
                  </a:lnTo>
                  <a:lnTo>
                    <a:pt x="5527681" y="754957"/>
                  </a:lnTo>
                  <a:lnTo>
                    <a:pt x="5527807" y="754957"/>
                  </a:lnTo>
                  <a:lnTo>
                    <a:pt x="5527933" y="754957"/>
                  </a:lnTo>
                  <a:lnTo>
                    <a:pt x="5528059" y="754957"/>
                  </a:lnTo>
                  <a:lnTo>
                    <a:pt x="5528185" y="754957"/>
                  </a:lnTo>
                  <a:lnTo>
                    <a:pt x="5528311" y="754957"/>
                  </a:lnTo>
                  <a:lnTo>
                    <a:pt x="5528437" y="754957"/>
                  </a:lnTo>
                  <a:lnTo>
                    <a:pt x="5528563" y="754957"/>
                  </a:lnTo>
                  <a:lnTo>
                    <a:pt x="5528689" y="754957"/>
                  </a:lnTo>
                  <a:lnTo>
                    <a:pt x="5528815" y="754957"/>
                  </a:lnTo>
                  <a:lnTo>
                    <a:pt x="5528942" y="754957"/>
                  </a:lnTo>
                  <a:lnTo>
                    <a:pt x="5529068" y="754957"/>
                  </a:lnTo>
                  <a:lnTo>
                    <a:pt x="5529194" y="754957"/>
                  </a:lnTo>
                  <a:lnTo>
                    <a:pt x="5529320" y="754957"/>
                  </a:lnTo>
                  <a:lnTo>
                    <a:pt x="5529446" y="754957"/>
                  </a:lnTo>
                  <a:lnTo>
                    <a:pt x="5529572" y="754957"/>
                  </a:lnTo>
                  <a:lnTo>
                    <a:pt x="5529698" y="754957"/>
                  </a:lnTo>
                  <a:lnTo>
                    <a:pt x="5529824" y="754957"/>
                  </a:lnTo>
                  <a:lnTo>
                    <a:pt x="5529950" y="754957"/>
                  </a:lnTo>
                  <a:lnTo>
                    <a:pt x="5530076" y="754957"/>
                  </a:lnTo>
                  <a:lnTo>
                    <a:pt x="5530202" y="754957"/>
                  </a:lnTo>
                  <a:lnTo>
                    <a:pt x="5530328" y="754957"/>
                  </a:lnTo>
                  <a:lnTo>
                    <a:pt x="5530455" y="754957"/>
                  </a:lnTo>
                  <a:lnTo>
                    <a:pt x="5530581" y="754957"/>
                  </a:lnTo>
                  <a:lnTo>
                    <a:pt x="5530707" y="754957"/>
                  </a:lnTo>
                  <a:lnTo>
                    <a:pt x="5530833" y="754957"/>
                  </a:lnTo>
                  <a:lnTo>
                    <a:pt x="5530959" y="754957"/>
                  </a:lnTo>
                  <a:lnTo>
                    <a:pt x="5531085" y="754957"/>
                  </a:lnTo>
                  <a:lnTo>
                    <a:pt x="5531211" y="754957"/>
                  </a:lnTo>
                  <a:lnTo>
                    <a:pt x="5531337" y="754957"/>
                  </a:lnTo>
                  <a:lnTo>
                    <a:pt x="5531463" y="754957"/>
                  </a:lnTo>
                  <a:lnTo>
                    <a:pt x="5531589" y="754957"/>
                  </a:lnTo>
                  <a:lnTo>
                    <a:pt x="5531715" y="754957"/>
                  </a:lnTo>
                  <a:lnTo>
                    <a:pt x="5531842" y="754957"/>
                  </a:lnTo>
                  <a:lnTo>
                    <a:pt x="5531968" y="754957"/>
                  </a:lnTo>
                  <a:lnTo>
                    <a:pt x="5532094" y="754957"/>
                  </a:lnTo>
                  <a:lnTo>
                    <a:pt x="5532220" y="754957"/>
                  </a:lnTo>
                  <a:lnTo>
                    <a:pt x="5532346" y="754957"/>
                  </a:lnTo>
                  <a:lnTo>
                    <a:pt x="5532472" y="754957"/>
                  </a:lnTo>
                  <a:lnTo>
                    <a:pt x="5532598" y="754957"/>
                  </a:lnTo>
                  <a:lnTo>
                    <a:pt x="5532724" y="754957"/>
                  </a:lnTo>
                  <a:lnTo>
                    <a:pt x="5532850" y="754957"/>
                  </a:lnTo>
                  <a:lnTo>
                    <a:pt x="5532976" y="754957"/>
                  </a:lnTo>
                  <a:lnTo>
                    <a:pt x="5533102" y="754957"/>
                  </a:lnTo>
                  <a:lnTo>
                    <a:pt x="5533228" y="754957"/>
                  </a:lnTo>
                  <a:lnTo>
                    <a:pt x="5533355" y="754957"/>
                  </a:lnTo>
                  <a:lnTo>
                    <a:pt x="5533481" y="754957"/>
                  </a:lnTo>
                  <a:lnTo>
                    <a:pt x="5533607" y="754957"/>
                  </a:lnTo>
                  <a:lnTo>
                    <a:pt x="5533733" y="754957"/>
                  </a:lnTo>
                  <a:lnTo>
                    <a:pt x="5533859" y="754957"/>
                  </a:lnTo>
                  <a:lnTo>
                    <a:pt x="5533985" y="754957"/>
                  </a:lnTo>
                  <a:lnTo>
                    <a:pt x="5534111" y="754957"/>
                  </a:lnTo>
                  <a:lnTo>
                    <a:pt x="5534237" y="754957"/>
                  </a:lnTo>
                  <a:lnTo>
                    <a:pt x="5534363" y="754957"/>
                  </a:lnTo>
                  <a:lnTo>
                    <a:pt x="5534489" y="754957"/>
                  </a:lnTo>
                  <a:lnTo>
                    <a:pt x="5534615" y="754957"/>
                  </a:lnTo>
                  <a:lnTo>
                    <a:pt x="5534742" y="754957"/>
                  </a:lnTo>
                  <a:lnTo>
                    <a:pt x="5534868" y="754957"/>
                  </a:lnTo>
                  <a:lnTo>
                    <a:pt x="5534994" y="754957"/>
                  </a:lnTo>
                  <a:lnTo>
                    <a:pt x="5535120" y="754957"/>
                  </a:lnTo>
                  <a:lnTo>
                    <a:pt x="5535246" y="754957"/>
                  </a:lnTo>
                  <a:lnTo>
                    <a:pt x="5535246" y="749677"/>
                  </a:lnTo>
                  <a:lnTo>
                    <a:pt x="5535372" y="749677"/>
                  </a:lnTo>
                  <a:lnTo>
                    <a:pt x="5535498" y="749677"/>
                  </a:lnTo>
                  <a:lnTo>
                    <a:pt x="5535624" y="749677"/>
                  </a:lnTo>
                  <a:lnTo>
                    <a:pt x="5535750" y="749677"/>
                  </a:lnTo>
                  <a:lnTo>
                    <a:pt x="5535876" y="749677"/>
                  </a:lnTo>
                  <a:lnTo>
                    <a:pt x="5536002" y="749677"/>
                  </a:lnTo>
                  <a:lnTo>
                    <a:pt x="5536129" y="749677"/>
                  </a:lnTo>
                  <a:lnTo>
                    <a:pt x="5536255" y="749677"/>
                  </a:lnTo>
                  <a:lnTo>
                    <a:pt x="5536381" y="749677"/>
                  </a:lnTo>
                  <a:lnTo>
                    <a:pt x="5536507" y="749677"/>
                  </a:lnTo>
                  <a:lnTo>
                    <a:pt x="5536633" y="749677"/>
                  </a:lnTo>
                  <a:lnTo>
                    <a:pt x="5536759" y="749677"/>
                  </a:lnTo>
                  <a:lnTo>
                    <a:pt x="5536885" y="749677"/>
                  </a:lnTo>
                  <a:lnTo>
                    <a:pt x="5537011" y="749677"/>
                  </a:lnTo>
                  <a:lnTo>
                    <a:pt x="5537137" y="749677"/>
                  </a:lnTo>
                  <a:lnTo>
                    <a:pt x="5537263" y="749677"/>
                  </a:lnTo>
                  <a:lnTo>
                    <a:pt x="5537389" y="749677"/>
                  </a:lnTo>
                  <a:lnTo>
                    <a:pt x="5537515" y="749677"/>
                  </a:lnTo>
                  <a:lnTo>
                    <a:pt x="5537642" y="749677"/>
                  </a:lnTo>
                  <a:lnTo>
                    <a:pt x="5537768" y="749677"/>
                  </a:lnTo>
                  <a:lnTo>
                    <a:pt x="5537894" y="749677"/>
                  </a:lnTo>
                  <a:lnTo>
                    <a:pt x="5538020" y="749677"/>
                  </a:lnTo>
                  <a:lnTo>
                    <a:pt x="5538146" y="749677"/>
                  </a:lnTo>
                  <a:lnTo>
                    <a:pt x="5538272" y="749677"/>
                  </a:lnTo>
                  <a:lnTo>
                    <a:pt x="5538398" y="749677"/>
                  </a:lnTo>
                  <a:lnTo>
                    <a:pt x="5538524" y="749677"/>
                  </a:lnTo>
                  <a:lnTo>
                    <a:pt x="5538650" y="749677"/>
                  </a:lnTo>
                  <a:lnTo>
                    <a:pt x="5538776" y="749677"/>
                  </a:lnTo>
                  <a:lnTo>
                    <a:pt x="5538902" y="749677"/>
                  </a:lnTo>
                  <a:lnTo>
                    <a:pt x="5539029" y="749677"/>
                  </a:lnTo>
                  <a:lnTo>
                    <a:pt x="5539155" y="749677"/>
                  </a:lnTo>
                  <a:lnTo>
                    <a:pt x="5539281" y="749677"/>
                  </a:lnTo>
                  <a:lnTo>
                    <a:pt x="5539407" y="749677"/>
                  </a:lnTo>
                  <a:lnTo>
                    <a:pt x="5539533" y="749677"/>
                  </a:lnTo>
                  <a:lnTo>
                    <a:pt x="5539659" y="749677"/>
                  </a:lnTo>
                  <a:lnTo>
                    <a:pt x="5539785" y="749677"/>
                  </a:lnTo>
                  <a:lnTo>
                    <a:pt x="5539911" y="749677"/>
                  </a:lnTo>
                  <a:lnTo>
                    <a:pt x="5540037" y="749677"/>
                  </a:lnTo>
                  <a:lnTo>
                    <a:pt x="5540163" y="749677"/>
                  </a:lnTo>
                  <a:lnTo>
                    <a:pt x="5540289" y="749677"/>
                  </a:lnTo>
                  <a:lnTo>
                    <a:pt x="5540415" y="749677"/>
                  </a:lnTo>
                  <a:lnTo>
                    <a:pt x="5540542" y="749677"/>
                  </a:lnTo>
                  <a:lnTo>
                    <a:pt x="5540668" y="749677"/>
                  </a:lnTo>
                  <a:lnTo>
                    <a:pt x="5540794" y="749677"/>
                  </a:lnTo>
                  <a:lnTo>
                    <a:pt x="5540920" y="749677"/>
                  </a:lnTo>
                  <a:lnTo>
                    <a:pt x="5541046" y="749677"/>
                  </a:lnTo>
                  <a:lnTo>
                    <a:pt x="5541172" y="749677"/>
                  </a:lnTo>
                  <a:lnTo>
                    <a:pt x="5541298" y="749677"/>
                  </a:lnTo>
                  <a:lnTo>
                    <a:pt x="5541424" y="749677"/>
                  </a:lnTo>
                  <a:lnTo>
                    <a:pt x="5541550" y="749677"/>
                  </a:lnTo>
                  <a:lnTo>
                    <a:pt x="5541676" y="749677"/>
                  </a:lnTo>
                  <a:lnTo>
                    <a:pt x="5541802" y="749677"/>
                  </a:lnTo>
                  <a:lnTo>
                    <a:pt x="5541929" y="749677"/>
                  </a:lnTo>
                  <a:lnTo>
                    <a:pt x="5542055" y="749677"/>
                  </a:lnTo>
                  <a:lnTo>
                    <a:pt x="5542181" y="749677"/>
                  </a:lnTo>
                  <a:lnTo>
                    <a:pt x="5542307" y="749677"/>
                  </a:lnTo>
                  <a:lnTo>
                    <a:pt x="5542433" y="749677"/>
                  </a:lnTo>
                  <a:lnTo>
                    <a:pt x="5542559" y="749677"/>
                  </a:lnTo>
                  <a:lnTo>
                    <a:pt x="5542685" y="749677"/>
                  </a:lnTo>
                  <a:lnTo>
                    <a:pt x="5542811" y="749677"/>
                  </a:lnTo>
                  <a:lnTo>
                    <a:pt x="5542937" y="749677"/>
                  </a:lnTo>
                  <a:lnTo>
                    <a:pt x="5543063" y="749677"/>
                  </a:lnTo>
                  <a:lnTo>
                    <a:pt x="5543189" y="749677"/>
                  </a:lnTo>
                  <a:lnTo>
                    <a:pt x="5543316" y="749677"/>
                  </a:lnTo>
                  <a:lnTo>
                    <a:pt x="5543442" y="749677"/>
                  </a:lnTo>
                  <a:lnTo>
                    <a:pt x="5543568" y="749677"/>
                  </a:lnTo>
                  <a:lnTo>
                    <a:pt x="5543694" y="749677"/>
                  </a:lnTo>
                  <a:lnTo>
                    <a:pt x="5543820" y="749677"/>
                  </a:lnTo>
                  <a:lnTo>
                    <a:pt x="5543946" y="749677"/>
                  </a:lnTo>
                  <a:lnTo>
                    <a:pt x="5544072" y="749677"/>
                  </a:lnTo>
                  <a:lnTo>
                    <a:pt x="5544198" y="749677"/>
                  </a:lnTo>
                  <a:lnTo>
                    <a:pt x="5544324" y="749677"/>
                  </a:lnTo>
                  <a:lnTo>
                    <a:pt x="5544450" y="749677"/>
                  </a:lnTo>
                  <a:lnTo>
                    <a:pt x="5544576" y="749677"/>
                  </a:lnTo>
                  <a:lnTo>
                    <a:pt x="5544702" y="749677"/>
                  </a:lnTo>
                  <a:lnTo>
                    <a:pt x="5544829" y="749677"/>
                  </a:lnTo>
                  <a:lnTo>
                    <a:pt x="5544955" y="749677"/>
                  </a:lnTo>
                  <a:lnTo>
                    <a:pt x="5545081" y="749677"/>
                  </a:lnTo>
                  <a:lnTo>
                    <a:pt x="5545207" y="749677"/>
                  </a:lnTo>
                  <a:lnTo>
                    <a:pt x="5545333" y="749677"/>
                  </a:lnTo>
                  <a:lnTo>
                    <a:pt x="5545459" y="749677"/>
                  </a:lnTo>
                  <a:lnTo>
                    <a:pt x="5545459" y="744398"/>
                  </a:lnTo>
                  <a:lnTo>
                    <a:pt x="5545585" y="744398"/>
                  </a:lnTo>
                  <a:lnTo>
                    <a:pt x="5545711" y="744398"/>
                  </a:lnTo>
                  <a:lnTo>
                    <a:pt x="5545837" y="744398"/>
                  </a:lnTo>
                  <a:lnTo>
                    <a:pt x="5545963" y="744398"/>
                  </a:lnTo>
                  <a:lnTo>
                    <a:pt x="5546089" y="744398"/>
                  </a:lnTo>
                  <a:lnTo>
                    <a:pt x="5546216" y="744398"/>
                  </a:lnTo>
                  <a:lnTo>
                    <a:pt x="5546342" y="744398"/>
                  </a:lnTo>
                  <a:lnTo>
                    <a:pt x="5546468" y="744398"/>
                  </a:lnTo>
                  <a:lnTo>
                    <a:pt x="5546594" y="744398"/>
                  </a:lnTo>
                  <a:lnTo>
                    <a:pt x="5546720" y="744398"/>
                  </a:lnTo>
                  <a:lnTo>
                    <a:pt x="5546846" y="744398"/>
                  </a:lnTo>
                  <a:lnTo>
                    <a:pt x="5546972" y="744398"/>
                  </a:lnTo>
                  <a:lnTo>
                    <a:pt x="5547098" y="744398"/>
                  </a:lnTo>
                  <a:lnTo>
                    <a:pt x="5547224" y="744398"/>
                  </a:lnTo>
                  <a:lnTo>
                    <a:pt x="5547350" y="744398"/>
                  </a:lnTo>
                  <a:lnTo>
                    <a:pt x="5547476" y="744398"/>
                  </a:lnTo>
                  <a:lnTo>
                    <a:pt x="5547602" y="744398"/>
                  </a:lnTo>
                  <a:lnTo>
                    <a:pt x="5547729" y="744398"/>
                  </a:lnTo>
                  <a:lnTo>
                    <a:pt x="5547855" y="744398"/>
                  </a:lnTo>
                  <a:lnTo>
                    <a:pt x="5547981" y="744398"/>
                  </a:lnTo>
                  <a:lnTo>
                    <a:pt x="5548107" y="744398"/>
                  </a:lnTo>
                  <a:lnTo>
                    <a:pt x="5548233" y="744398"/>
                  </a:lnTo>
                  <a:lnTo>
                    <a:pt x="5548359" y="744398"/>
                  </a:lnTo>
                  <a:lnTo>
                    <a:pt x="5548485" y="744398"/>
                  </a:lnTo>
                  <a:lnTo>
                    <a:pt x="5548611" y="744398"/>
                  </a:lnTo>
                  <a:lnTo>
                    <a:pt x="5548737" y="744398"/>
                  </a:lnTo>
                  <a:lnTo>
                    <a:pt x="5548863" y="744398"/>
                  </a:lnTo>
                  <a:lnTo>
                    <a:pt x="5548989" y="744398"/>
                  </a:lnTo>
                  <a:lnTo>
                    <a:pt x="5549116" y="744398"/>
                  </a:lnTo>
                  <a:lnTo>
                    <a:pt x="5549242" y="744398"/>
                  </a:lnTo>
                  <a:lnTo>
                    <a:pt x="5549368" y="744398"/>
                  </a:lnTo>
                  <a:lnTo>
                    <a:pt x="5549494" y="744398"/>
                  </a:lnTo>
                  <a:lnTo>
                    <a:pt x="5549620" y="744398"/>
                  </a:lnTo>
                  <a:lnTo>
                    <a:pt x="5549746" y="744398"/>
                  </a:lnTo>
                  <a:lnTo>
                    <a:pt x="5549872" y="744398"/>
                  </a:lnTo>
                  <a:lnTo>
                    <a:pt x="5549998" y="744398"/>
                  </a:lnTo>
                  <a:lnTo>
                    <a:pt x="5550124" y="744398"/>
                  </a:lnTo>
                  <a:lnTo>
                    <a:pt x="5550250" y="744398"/>
                  </a:lnTo>
                  <a:lnTo>
                    <a:pt x="5550376" y="744398"/>
                  </a:lnTo>
                  <a:lnTo>
                    <a:pt x="5550502" y="744398"/>
                  </a:lnTo>
                  <a:lnTo>
                    <a:pt x="5550629" y="744398"/>
                  </a:lnTo>
                  <a:lnTo>
                    <a:pt x="5550755" y="744398"/>
                  </a:lnTo>
                  <a:lnTo>
                    <a:pt x="5550881" y="744398"/>
                  </a:lnTo>
                  <a:lnTo>
                    <a:pt x="5551007" y="744398"/>
                  </a:lnTo>
                  <a:lnTo>
                    <a:pt x="5551133" y="744398"/>
                  </a:lnTo>
                  <a:lnTo>
                    <a:pt x="5551259" y="744398"/>
                  </a:lnTo>
                  <a:lnTo>
                    <a:pt x="5551385" y="744398"/>
                  </a:lnTo>
                  <a:lnTo>
                    <a:pt x="5551511" y="744398"/>
                  </a:lnTo>
                  <a:lnTo>
                    <a:pt x="5551637" y="744398"/>
                  </a:lnTo>
                  <a:lnTo>
                    <a:pt x="5551763" y="744398"/>
                  </a:lnTo>
                  <a:lnTo>
                    <a:pt x="5551889" y="744398"/>
                  </a:lnTo>
                  <a:lnTo>
                    <a:pt x="5552016" y="744398"/>
                  </a:lnTo>
                  <a:lnTo>
                    <a:pt x="5552142" y="744398"/>
                  </a:lnTo>
                  <a:lnTo>
                    <a:pt x="5552268" y="744398"/>
                  </a:lnTo>
                  <a:lnTo>
                    <a:pt x="5552394" y="744398"/>
                  </a:lnTo>
                  <a:lnTo>
                    <a:pt x="5552520" y="744398"/>
                  </a:lnTo>
                  <a:lnTo>
                    <a:pt x="5552646" y="744398"/>
                  </a:lnTo>
                  <a:lnTo>
                    <a:pt x="5552772" y="744398"/>
                  </a:lnTo>
                  <a:lnTo>
                    <a:pt x="5552898" y="744398"/>
                  </a:lnTo>
                  <a:lnTo>
                    <a:pt x="5553024" y="744398"/>
                  </a:lnTo>
                  <a:lnTo>
                    <a:pt x="5553150" y="744398"/>
                  </a:lnTo>
                  <a:lnTo>
                    <a:pt x="5553276" y="744398"/>
                  </a:lnTo>
                  <a:lnTo>
                    <a:pt x="5553403" y="744398"/>
                  </a:lnTo>
                  <a:lnTo>
                    <a:pt x="5553529" y="744398"/>
                  </a:lnTo>
                  <a:lnTo>
                    <a:pt x="5553655" y="744398"/>
                  </a:lnTo>
                  <a:lnTo>
                    <a:pt x="5553781" y="744398"/>
                  </a:lnTo>
                  <a:lnTo>
                    <a:pt x="5553907" y="744398"/>
                  </a:lnTo>
                  <a:lnTo>
                    <a:pt x="5554033" y="744398"/>
                  </a:lnTo>
                  <a:lnTo>
                    <a:pt x="5554159" y="744398"/>
                  </a:lnTo>
                  <a:lnTo>
                    <a:pt x="5554285" y="744398"/>
                  </a:lnTo>
                  <a:lnTo>
                    <a:pt x="5554411" y="744398"/>
                  </a:lnTo>
                  <a:lnTo>
                    <a:pt x="5554537" y="744398"/>
                  </a:lnTo>
                  <a:lnTo>
                    <a:pt x="5554663" y="744398"/>
                  </a:lnTo>
                  <a:lnTo>
                    <a:pt x="5554789" y="744398"/>
                  </a:lnTo>
                  <a:lnTo>
                    <a:pt x="5554916" y="744398"/>
                  </a:lnTo>
                  <a:lnTo>
                    <a:pt x="5555042" y="744398"/>
                  </a:lnTo>
                  <a:lnTo>
                    <a:pt x="5555168" y="744398"/>
                  </a:lnTo>
                  <a:lnTo>
                    <a:pt x="5555294" y="744398"/>
                  </a:lnTo>
                  <a:lnTo>
                    <a:pt x="5555420" y="744398"/>
                  </a:lnTo>
                  <a:lnTo>
                    <a:pt x="5555546" y="744398"/>
                  </a:lnTo>
                  <a:lnTo>
                    <a:pt x="5555672" y="744398"/>
                  </a:lnTo>
                  <a:lnTo>
                    <a:pt x="5555798" y="744398"/>
                  </a:lnTo>
                  <a:lnTo>
                    <a:pt x="5555924" y="744398"/>
                  </a:lnTo>
                  <a:lnTo>
                    <a:pt x="5556050" y="744398"/>
                  </a:lnTo>
                  <a:lnTo>
                    <a:pt x="5556176" y="744398"/>
                  </a:lnTo>
                  <a:lnTo>
                    <a:pt x="5556303" y="744398"/>
                  </a:lnTo>
                  <a:lnTo>
                    <a:pt x="5556429" y="744398"/>
                  </a:lnTo>
                  <a:lnTo>
                    <a:pt x="5556555" y="744398"/>
                  </a:lnTo>
                  <a:lnTo>
                    <a:pt x="5556681" y="744398"/>
                  </a:lnTo>
                  <a:lnTo>
                    <a:pt x="5556807" y="744398"/>
                  </a:lnTo>
                  <a:lnTo>
                    <a:pt x="5556933" y="744398"/>
                  </a:lnTo>
                  <a:lnTo>
                    <a:pt x="5557059" y="744398"/>
                  </a:lnTo>
                  <a:lnTo>
                    <a:pt x="5557185" y="744398"/>
                  </a:lnTo>
                  <a:lnTo>
                    <a:pt x="5557311" y="744398"/>
                  </a:lnTo>
                  <a:lnTo>
                    <a:pt x="5557437" y="744398"/>
                  </a:lnTo>
                  <a:lnTo>
                    <a:pt x="5557563" y="744398"/>
                  </a:lnTo>
                  <a:lnTo>
                    <a:pt x="5557689" y="744398"/>
                  </a:lnTo>
                  <a:lnTo>
                    <a:pt x="5557816" y="744398"/>
                  </a:lnTo>
                  <a:lnTo>
                    <a:pt x="5557942" y="744398"/>
                  </a:lnTo>
                  <a:lnTo>
                    <a:pt x="5558068" y="744398"/>
                  </a:lnTo>
                  <a:lnTo>
                    <a:pt x="5558194" y="744398"/>
                  </a:lnTo>
                  <a:lnTo>
                    <a:pt x="5558320" y="744398"/>
                  </a:lnTo>
                  <a:lnTo>
                    <a:pt x="5558446" y="744398"/>
                  </a:lnTo>
                  <a:lnTo>
                    <a:pt x="5558572" y="744398"/>
                  </a:lnTo>
                  <a:lnTo>
                    <a:pt x="5558698" y="744398"/>
                  </a:lnTo>
                  <a:lnTo>
                    <a:pt x="5558824" y="744398"/>
                  </a:lnTo>
                  <a:lnTo>
                    <a:pt x="5558950" y="744398"/>
                  </a:lnTo>
                  <a:lnTo>
                    <a:pt x="5559076" y="744398"/>
                  </a:lnTo>
                  <a:lnTo>
                    <a:pt x="5559203" y="744398"/>
                  </a:lnTo>
                  <a:lnTo>
                    <a:pt x="5559329" y="744398"/>
                  </a:lnTo>
                  <a:lnTo>
                    <a:pt x="5559329" y="739118"/>
                  </a:lnTo>
                  <a:lnTo>
                    <a:pt x="5559455" y="739118"/>
                  </a:lnTo>
                  <a:lnTo>
                    <a:pt x="5559581" y="739118"/>
                  </a:lnTo>
                  <a:lnTo>
                    <a:pt x="5559707" y="739118"/>
                  </a:lnTo>
                  <a:lnTo>
                    <a:pt x="5559833" y="739118"/>
                  </a:lnTo>
                  <a:lnTo>
                    <a:pt x="5559959" y="739118"/>
                  </a:lnTo>
                  <a:lnTo>
                    <a:pt x="5560085" y="739118"/>
                  </a:lnTo>
                  <a:lnTo>
                    <a:pt x="5560211" y="739118"/>
                  </a:lnTo>
                  <a:lnTo>
                    <a:pt x="5560337" y="739118"/>
                  </a:lnTo>
                  <a:lnTo>
                    <a:pt x="5560463" y="739118"/>
                  </a:lnTo>
                  <a:lnTo>
                    <a:pt x="5560590" y="739118"/>
                  </a:lnTo>
                  <a:lnTo>
                    <a:pt x="5560716" y="739118"/>
                  </a:lnTo>
                  <a:lnTo>
                    <a:pt x="5560842" y="739118"/>
                  </a:lnTo>
                  <a:lnTo>
                    <a:pt x="5560968" y="739118"/>
                  </a:lnTo>
                  <a:lnTo>
                    <a:pt x="5561094" y="739118"/>
                  </a:lnTo>
                  <a:lnTo>
                    <a:pt x="5561220" y="739118"/>
                  </a:lnTo>
                  <a:lnTo>
                    <a:pt x="5561346" y="739118"/>
                  </a:lnTo>
                  <a:lnTo>
                    <a:pt x="5561472" y="739118"/>
                  </a:lnTo>
                  <a:lnTo>
                    <a:pt x="5561598" y="739118"/>
                  </a:lnTo>
                  <a:lnTo>
                    <a:pt x="5561724" y="739118"/>
                  </a:lnTo>
                  <a:lnTo>
                    <a:pt x="5561850" y="739118"/>
                  </a:lnTo>
                  <a:lnTo>
                    <a:pt x="5561976" y="739118"/>
                  </a:lnTo>
                  <a:lnTo>
                    <a:pt x="5562103" y="739118"/>
                  </a:lnTo>
                  <a:lnTo>
                    <a:pt x="5562229" y="739118"/>
                  </a:lnTo>
                  <a:lnTo>
                    <a:pt x="5562355" y="739118"/>
                  </a:lnTo>
                  <a:lnTo>
                    <a:pt x="5562481" y="739118"/>
                  </a:lnTo>
                  <a:lnTo>
                    <a:pt x="5562607" y="739118"/>
                  </a:lnTo>
                  <a:lnTo>
                    <a:pt x="5562733" y="739118"/>
                  </a:lnTo>
                  <a:lnTo>
                    <a:pt x="5562859" y="739118"/>
                  </a:lnTo>
                  <a:lnTo>
                    <a:pt x="5562985" y="739118"/>
                  </a:lnTo>
                  <a:lnTo>
                    <a:pt x="5563111" y="739118"/>
                  </a:lnTo>
                  <a:lnTo>
                    <a:pt x="5563237" y="739118"/>
                  </a:lnTo>
                  <a:lnTo>
                    <a:pt x="5563363" y="739118"/>
                  </a:lnTo>
                  <a:lnTo>
                    <a:pt x="5563490" y="739118"/>
                  </a:lnTo>
                  <a:lnTo>
                    <a:pt x="5563616" y="739118"/>
                  </a:lnTo>
                  <a:lnTo>
                    <a:pt x="5563742" y="739118"/>
                  </a:lnTo>
                  <a:lnTo>
                    <a:pt x="5563868" y="739118"/>
                  </a:lnTo>
                  <a:lnTo>
                    <a:pt x="5563994" y="739118"/>
                  </a:lnTo>
                  <a:lnTo>
                    <a:pt x="5564120" y="739118"/>
                  </a:lnTo>
                  <a:lnTo>
                    <a:pt x="5564246" y="739118"/>
                  </a:lnTo>
                  <a:lnTo>
                    <a:pt x="5564372" y="739118"/>
                  </a:lnTo>
                  <a:lnTo>
                    <a:pt x="5564498" y="739118"/>
                  </a:lnTo>
                  <a:lnTo>
                    <a:pt x="5564624" y="739118"/>
                  </a:lnTo>
                  <a:lnTo>
                    <a:pt x="5564750" y="739118"/>
                  </a:lnTo>
                  <a:lnTo>
                    <a:pt x="5564876" y="739118"/>
                  </a:lnTo>
                  <a:lnTo>
                    <a:pt x="5565003" y="739118"/>
                  </a:lnTo>
                  <a:lnTo>
                    <a:pt x="5565129" y="739118"/>
                  </a:lnTo>
                  <a:lnTo>
                    <a:pt x="5565255" y="739118"/>
                  </a:lnTo>
                  <a:lnTo>
                    <a:pt x="5565381" y="739118"/>
                  </a:lnTo>
                  <a:lnTo>
                    <a:pt x="5565507" y="739118"/>
                  </a:lnTo>
                  <a:lnTo>
                    <a:pt x="5565633" y="739118"/>
                  </a:lnTo>
                  <a:lnTo>
                    <a:pt x="5565759" y="739118"/>
                  </a:lnTo>
                  <a:lnTo>
                    <a:pt x="5565885" y="739118"/>
                  </a:lnTo>
                  <a:lnTo>
                    <a:pt x="5566011" y="739118"/>
                  </a:lnTo>
                  <a:lnTo>
                    <a:pt x="5566137" y="739118"/>
                  </a:lnTo>
                  <a:lnTo>
                    <a:pt x="5566263" y="739118"/>
                  </a:lnTo>
                  <a:lnTo>
                    <a:pt x="5566390" y="739118"/>
                  </a:lnTo>
                  <a:lnTo>
                    <a:pt x="5566516" y="739118"/>
                  </a:lnTo>
                  <a:lnTo>
                    <a:pt x="5566642" y="739118"/>
                  </a:lnTo>
                  <a:lnTo>
                    <a:pt x="5566768" y="739118"/>
                  </a:lnTo>
                  <a:lnTo>
                    <a:pt x="5566894" y="739118"/>
                  </a:lnTo>
                  <a:lnTo>
                    <a:pt x="5567020" y="739118"/>
                  </a:lnTo>
                  <a:lnTo>
                    <a:pt x="5567146" y="739118"/>
                  </a:lnTo>
                  <a:lnTo>
                    <a:pt x="5567272" y="739118"/>
                  </a:lnTo>
                  <a:lnTo>
                    <a:pt x="5567398" y="739118"/>
                  </a:lnTo>
                  <a:lnTo>
                    <a:pt x="5567524" y="739118"/>
                  </a:lnTo>
                  <a:lnTo>
                    <a:pt x="5567650" y="739118"/>
                  </a:lnTo>
                  <a:lnTo>
                    <a:pt x="5567777" y="739118"/>
                  </a:lnTo>
                  <a:lnTo>
                    <a:pt x="5567903" y="739118"/>
                  </a:lnTo>
                  <a:lnTo>
                    <a:pt x="5568029" y="739118"/>
                  </a:lnTo>
                  <a:lnTo>
                    <a:pt x="5568155" y="739118"/>
                  </a:lnTo>
                  <a:lnTo>
                    <a:pt x="5568281" y="739118"/>
                  </a:lnTo>
                  <a:lnTo>
                    <a:pt x="5568407" y="739118"/>
                  </a:lnTo>
                  <a:lnTo>
                    <a:pt x="5568533" y="739118"/>
                  </a:lnTo>
                  <a:lnTo>
                    <a:pt x="5568659" y="739118"/>
                  </a:lnTo>
                  <a:lnTo>
                    <a:pt x="5568785" y="739118"/>
                  </a:lnTo>
                  <a:lnTo>
                    <a:pt x="5568911" y="739118"/>
                  </a:lnTo>
                  <a:lnTo>
                    <a:pt x="5569037" y="739118"/>
                  </a:lnTo>
                  <a:lnTo>
                    <a:pt x="5569163" y="739118"/>
                  </a:lnTo>
                  <a:lnTo>
                    <a:pt x="5569290" y="739118"/>
                  </a:lnTo>
                  <a:lnTo>
                    <a:pt x="5569416" y="739118"/>
                  </a:lnTo>
                  <a:lnTo>
                    <a:pt x="5569542" y="739118"/>
                  </a:lnTo>
                  <a:lnTo>
                    <a:pt x="5569668" y="739118"/>
                  </a:lnTo>
                  <a:lnTo>
                    <a:pt x="5569794" y="739118"/>
                  </a:lnTo>
                  <a:lnTo>
                    <a:pt x="5569920" y="739118"/>
                  </a:lnTo>
                  <a:lnTo>
                    <a:pt x="5570046" y="739118"/>
                  </a:lnTo>
                  <a:lnTo>
                    <a:pt x="5570172" y="739118"/>
                  </a:lnTo>
                  <a:lnTo>
                    <a:pt x="5570298" y="739118"/>
                  </a:lnTo>
                  <a:lnTo>
                    <a:pt x="5570424" y="739118"/>
                  </a:lnTo>
                  <a:lnTo>
                    <a:pt x="5570550" y="739118"/>
                  </a:lnTo>
                  <a:lnTo>
                    <a:pt x="5570677" y="739118"/>
                  </a:lnTo>
                  <a:lnTo>
                    <a:pt x="5570803" y="739118"/>
                  </a:lnTo>
                  <a:lnTo>
                    <a:pt x="5570929" y="739118"/>
                  </a:lnTo>
                  <a:lnTo>
                    <a:pt x="5571055" y="739118"/>
                  </a:lnTo>
                  <a:lnTo>
                    <a:pt x="5571181" y="739118"/>
                  </a:lnTo>
                  <a:lnTo>
                    <a:pt x="5571307" y="739118"/>
                  </a:lnTo>
                  <a:lnTo>
                    <a:pt x="5571433" y="739118"/>
                  </a:lnTo>
                  <a:lnTo>
                    <a:pt x="5571559" y="739118"/>
                  </a:lnTo>
                  <a:lnTo>
                    <a:pt x="5571685" y="739118"/>
                  </a:lnTo>
                  <a:lnTo>
                    <a:pt x="5571811" y="739118"/>
                  </a:lnTo>
                  <a:lnTo>
                    <a:pt x="5571937" y="739118"/>
                  </a:lnTo>
                  <a:lnTo>
                    <a:pt x="5572063" y="739118"/>
                  </a:lnTo>
                  <a:lnTo>
                    <a:pt x="5572190" y="739118"/>
                  </a:lnTo>
                  <a:lnTo>
                    <a:pt x="5572316" y="739118"/>
                  </a:lnTo>
                  <a:lnTo>
                    <a:pt x="5572442" y="739118"/>
                  </a:lnTo>
                  <a:lnTo>
                    <a:pt x="5572568" y="739118"/>
                  </a:lnTo>
                  <a:lnTo>
                    <a:pt x="5572694" y="739118"/>
                  </a:lnTo>
                  <a:lnTo>
                    <a:pt x="5572820" y="739118"/>
                  </a:lnTo>
                  <a:lnTo>
                    <a:pt x="5572946" y="739118"/>
                  </a:lnTo>
                  <a:lnTo>
                    <a:pt x="5573072" y="739118"/>
                  </a:lnTo>
                  <a:lnTo>
                    <a:pt x="5573198" y="739118"/>
                  </a:lnTo>
                  <a:lnTo>
                    <a:pt x="5573324" y="739118"/>
                  </a:lnTo>
                  <a:lnTo>
                    <a:pt x="5573450" y="739118"/>
                  </a:lnTo>
                  <a:lnTo>
                    <a:pt x="5573577" y="739118"/>
                  </a:lnTo>
                  <a:lnTo>
                    <a:pt x="5573703" y="739118"/>
                  </a:lnTo>
                  <a:lnTo>
                    <a:pt x="5573829" y="739118"/>
                  </a:lnTo>
                  <a:lnTo>
                    <a:pt x="5573955" y="739118"/>
                  </a:lnTo>
                  <a:lnTo>
                    <a:pt x="5574081" y="739118"/>
                  </a:lnTo>
                  <a:lnTo>
                    <a:pt x="5574207" y="739118"/>
                  </a:lnTo>
                  <a:lnTo>
                    <a:pt x="5574333" y="739118"/>
                  </a:lnTo>
                  <a:lnTo>
                    <a:pt x="5574459" y="739118"/>
                  </a:lnTo>
                  <a:lnTo>
                    <a:pt x="5574585" y="739118"/>
                  </a:lnTo>
                  <a:lnTo>
                    <a:pt x="5574711" y="739118"/>
                  </a:lnTo>
                  <a:lnTo>
                    <a:pt x="5574837" y="739118"/>
                  </a:lnTo>
                  <a:lnTo>
                    <a:pt x="5574963" y="739118"/>
                  </a:lnTo>
                  <a:lnTo>
                    <a:pt x="5575090" y="739118"/>
                  </a:lnTo>
                  <a:lnTo>
                    <a:pt x="5575216" y="739118"/>
                  </a:lnTo>
                  <a:lnTo>
                    <a:pt x="5575342" y="739118"/>
                  </a:lnTo>
                  <a:lnTo>
                    <a:pt x="5575468" y="739118"/>
                  </a:lnTo>
                  <a:lnTo>
                    <a:pt x="5575594" y="739118"/>
                  </a:lnTo>
                  <a:lnTo>
                    <a:pt x="5575720" y="739118"/>
                  </a:lnTo>
                  <a:lnTo>
                    <a:pt x="5575846" y="739118"/>
                  </a:lnTo>
                  <a:lnTo>
                    <a:pt x="5575972" y="739118"/>
                  </a:lnTo>
                  <a:lnTo>
                    <a:pt x="5576098" y="739118"/>
                  </a:lnTo>
                  <a:lnTo>
                    <a:pt x="5576224" y="739118"/>
                  </a:lnTo>
                  <a:lnTo>
                    <a:pt x="5576350" y="739118"/>
                  </a:lnTo>
                  <a:lnTo>
                    <a:pt x="5576477" y="739118"/>
                  </a:lnTo>
                  <a:lnTo>
                    <a:pt x="5576603" y="739118"/>
                  </a:lnTo>
                  <a:lnTo>
                    <a:pt x="5576729" y="739118"/>
                  </a:lnTo>
                  <a:lnTo>
                    <a:pt x="5576855" y="739118"/>
                  </a:lnTo>
                  <a:lnTo>
                    <a:pt x="5576981" y="739118"/>
                  </a:lnTo>
                  <a:lnTo>
                    <a:pt x="5577107" y="739118"/>
                  </a:lnTo>
                  <a:lnTo>
                    <a:pt x="5577233" y="739118"/>
                  </a:lnTo>
                  <a:lnTo>
                    <a:pt x="5577359" y="739118"/>
                  </a:lnTo>
                  <a:lnTo>
                    <a:pt x="5577485" y="739118"/>
                  </a:lnTo>
                  <a:lnTo>
                    <a:pt x="5577611" y="739118"/>
                  </a:lnTo>
                  <a:lnTo>
                    <a:pt x="5577737" y="739118"/>
                  </a:lnTo>
                  <a:lnTo>
                    <a:pt x="5577864" y="739118"/>
                  </a:lnTo>
                  <a:lnTo>
                    <a:pt x="5577990" y="739118"/>
                  </a:lnTo>
                  <a:lnTo>
                    <a:pt x="5578116" y="739118"/>
                  </a:lnTo>
                  <a:lnTo>
                    <a:pt x="5578242" y="739118"/>
                  </a:lnTo>
                  <a:lnTo>
                    <a:pt x="5578368" y="739118"/>
                  </a:lnTo>
                  <a:lnTo>
                    <a:pt x="5578494" y="739118"/>
                  </a:lnTo>
                  <a:lnTo>
                    <a:pt x="5578620" y="739118"/>
                  </a:lnTo>
                  <a:lnTo>
                    <a:pt x="5578746" y="739118"/>
                  </a:lnTo>
                  <a:lnTo>
                    <a:pt x="5578872" y="739118"/>
                  </a:lnTo>
                  <a:lnTo>
                    <a:pt x="5578998" y="739118"/>
                  </a:lnTo>
                  <a:lnTo>
                    <a:pt x="5579124" y="739118"/>
                  </a:lnTo>
                  <a:lnTo>
                    <a:pt x="5579250" y="739118"/>
                  </a:lnTo>
                  <a:lnTo>
                    <a:pt x="5579377" y="739118"/>
                  </a:lnTo>
                  <a:lnTo>
                    <a:pt x="5579503" y="739118"/>
                  </a:lnTo>
                  <a:lnTo>
                    <a:pt x="5579629" y="739118"/>
                  </a:lnTo>
                  <a:lnTo>
                    <a:pt x="5579755" y="739118"/>
                  </a:lnTo>
                  <a:lnTo>
                    <a:pt x="5579881" y="739118"/>
                  </a:lnTo>
                  <a:lnTo>
                    <a:pt x="5580007" y="739118"/>
                  </a:lnTo>
                  <a:lnTo>
                    <a:pt x="5580133" y="739118"/>
                  </a:lnTo>
                  <a:lnTo>
                    <a:pt x="5580259" y="739118"/>
                  </a:lnTo>
                  <a:lnTo>
                    <a:pt x="5580385" y="739118"/>
                  </a:lnTo>
                  <a:lnTo>
                    <a:pt x="5580511" y="739118"/>
                  </a:lnTo>
                  <a:lnTo>
                    <a:pt x="5580637" y="739118"/>
                  </a:lnTo>
                  <a:lnTo>
                    <a:pt x="5580764" y="739118"/>
                  </a:lnTo>
                  <a:lnTo>
                    <a:pt x="5580890" y="739118"/>
                  </a:lnTo>
                  <a:lnTo>
                    <a:pt x="5581016" y="739118"/>
                  </a:lnTo>
                  <a:lnTo>
                    <a:pt x="5581142" y="739118"/>
                  </a:lnTo>
                  <a:lnTo>
                    <a:pt x="5581268" y="739118"/>
                  </a:lnTo>
                  <a:lnTo>
                    <a:pt x="5581394" y="739118"/>
                  </a:lnTo>
                  <a:lnTo>
                    <a:pt x="5581520" y="739118"/>
                  </a:lnTo>
                  <a:lnTo>
                    <a:pt x="5581646" y="739118"/>
                  </a:lnTo>
                  <a:lnTo>
                    <a:pt x="5581772" y="739118"/>
                  </a:lnTo>
                  <a:lnTo>
                    <a:pt x="5581898" y="739118"/>
                  </a:lnTo>
                  <a:lnTo>
                    <a:pt x="5582024" y="739118"/>
                  </a:lnTo>
                  <a:lnTo>
                    <a:pt x="5582150" y="739118"/>
                  </a:lnTo>
                  <a:lnTo>
                    <a:pt x="5582277" y="739118"/>
                  </a:lnTo>
                  <a:lnTo>
                    <a:pt x="5582403" y="739118"/>
                  </a:lnTo>
                  <a:lnTo>
                    <a:pt x="5582529" y="739118"/>
                  </a:lnTo>
                  <a:lnTo>
                    <a:pt x="5582655" y="739118"/>
                  </a:lnTo>
                  <a:lnTo>
                    <a:pt x="5582781" y="739118"/>
                  </a:lnTo>
                  <a:lnTo>
                    <a:pt x="5582907" y="739118"/>
                  </a:lnTo>
                  <a:lnTo>
                    <a:pt x="5583033" y="739118"/>
                  </a:lnTo>
                  <a:lnTo>
                    <a:pt x="5583159" y="739118"/>
                  </a:lnTo>
                  <a:lnTo>
                    <a:pt x="5583285" y="739118"/>
                  </a:lnTo>
                  <a:lnTo>
                    <a:pt x="5583411" y="739118"/>
                  </a:lnTo>
                  <a:lnTo>
                    <a:pt x="5583537" y="739118"/>
                  </a:lnTo>
                  <a:lnTo>
                    <a:pt x="5583664" y="739118"/>
                  </a:lnTo>
                  <a:lnTo>
                    <a:pt x="5583790" y="739118"/>
                  </a:lnTo>
                  <a:lnTo>
                    <a:pt x="5583916" y="739118"/>
                  </a:lnTo>
                  <a:lnTo>
                    <a:pt x="5584042" y="739118"/>
                  </a:lnTo>
                  <a:lnTo>
                    <a:pt x="5584168" y="739118"/>
                  </a:lnTo>
                  <a:lnTo>
                    <a:pt x="5584294" y="739118"/>
                  </a:lnTo>
                  <a:lnTo>
                    <a:pt x="5584420" y="739118"/>
                  </a:lnTo>
                  <a:lnTo>
                    <a:pt x="5584546" y="739118"/>
                  </a:lnTo>
                  <a:lnTo>
                    <a:pt x="5584672" y="739118"/>
                  </a:lnTo>
                  <a:lnTo>
                    <a:pt x="5584798" y="739118"/>
                  </a:lnTo>
                  <a:lnTo>
                    <a:pt x="5584924" y="739118"/>
                  </a:lnTo>
                  <a:lnTo>
                    <a:pt x="5585051" y="739118"/>
                  </a:lnTo>
                  <a:lnTo>
                    <a:pt x="5585177" y="739118"/>
                  </a:lnTo>
                  <a:lnTo>
                    <a:pt x="5585303" y="739118"/>
                  </a:lnTo>
                  <a:lnTo>
                    <a:pt x="5585429" y="739118"/>
                  </a:lnTo>
                  <a:lnTo>
                    <a:pt x="5585555" y="739118"/>
                  </a:lnTo>
                  <a:lnTo>
                    <a:pt x="5585681" y="739118"/>
                  </a:lnTo>
                  <a:lnTo>
                    <a:pt x="5585807" y="739118"/>
                  </a:lnTo>
                  <a:lnTo>
                    <a:pt x="5585933" y="739118"/>
                  </a:lnTo>
                  <a:lnTo>
                    <a:pt x="5586059" y="739118"/>
                  </a:lnTo>
                  <a:lnTo>
                    <a:pt x="5586185" y="739118"/>
                  </a:lnTo>
                  <a:lnTo>
                    <a:pt x="5586311" y="739118"/>
                  </a:lnTo>
                  <a:lnTo>
                    <a:pt x="5586437" y="739118"/>
                  </a:lnTo>
                  <a:lnTo>
                    <a:pt x="5586564" y="739118"/>
                  </a:lnTo>
                  <a:lnTo>
                    <a:pt x="5586690" y="739118"/>
                  </a:lnTo>
                  <a:lnTo>
                    <a:pt x="5586816" y="739118"/>
                  </a:lnTo>
                  <a:lnTo>
                    <a:pt x="5586942" y="739118"/>
                  </a:lnTo>
                  <a:lnTo>
                    <a:pt x="5587068" y="739118"/>
                  </a:lnTo>
                  <a:lnTo>
                    <a:pt x="5587194" y="739118"/>
                  </a:lnTo>
                  <a:lnTo>
                    <a:pt x="5587320" y="739118"/>
                  </a:lnTo>
                  <a:lnTo>
                    <a:pt x="5587446" y="739118"/>
                  </a:lnTo>
                  <a:lnTo>
                    <a:pt x="5587572" y="739118"/>
                  </a:lnTo>
                  <a:lnTo>
                    <a:pt x="5587698" y="739118"/>
                  </a:lnTo>
                  <a:lnTo>
                    <a:pt x="5587824" y="739118"/>
                  </a:lnTo>
                  <a:lnTo>
                    <a:pt x="5587951" y="739118"/>
                  </a:lnTo>
                  <a:lnTo>
                    <a:pt x="5588077" y="739118"/>
                  </a:lnTo>
                  <a:lnTo>
                    <a:pt x="5588203" y="739118"/>
                  </a:lnTo>
                  <a:lnTo>
                    <a:pt x="5588329" y="739118"/>
                  </a:lnTo>
                  <a:lnTo>
                    <a:pt x="5588455" y="739118"/>
                  </a:lnTo>
                  <a:lnTo>
                    <a:pt x="5588581" y="739118"/>
                  </a:lnTo>
                  <a:lnTo>
                    <a:pt x="5588707" y="739118"/>
                  </a:lnTo>
                  <a:lnTo>
                    <a:pt x="5588833" y="739118"/>
                  </a:lnTo>
                  <a:lnTo>
                    <a:pt x="5588959" y="739118"/>
                  </a:lnTo>
                  <a:lnTo>
                    <a:pt x="5589085" y="739118"/>
                  </a:lnTo>
                  <a:lnTo>
                    <a:pt x="5589211" y="739118"/>
                  </a:lnTo>
                  <a:lnTo>
                    <a:pt x="5589337" y="739118"/>
                  </a:lnTo>
                  <a:lnTo>
                    <a:pt x="5589464" y="739118"/>
                  </a:lnTo>
                  <a:lnTo>
                    <a:pt x="5589590" y="739118"/>
                  </a:lnTo>
                  <a:lnTo>
                    <a:pt x="5589716" y="739118"/>
                  </a:lnTo>
                  <a:lnTo>
                    <a:pt x="5589842" y="739118"/>
                  </a:lnTo>
                  <a:lnTo>
                    <a:pt x="5589968" y="739118"/>
                  </a:lnTo>
                  <a:lnTo>
                    <a:pt x="5590094" y="739118"/>
                  </a:lnTo>
                  <a:lnTo>
                    <a:pt x="5590220" y="739118"/>
                  </a:lnTo>
                  <a:lnTo>
                    <a:pt x="5590346" y="739118"/>
                  </a:lnTo>
                  <a:lnTo>
                    <a:pt x="5590472" y="739118"/>
                  </a:lnTo>
                  <a:lnTo>
                    <a:pt x="5590598" y="739118"/>
                  </a:lnTo>
                  <a:lnTo>
                    <a:pt x="5590724" y="739118"/>
                  </a:lnTo>
                  <a:lnTo>
                    <a:pt x="5590851" y="739118"/>
                  </a:lnTo>
                  <a:lnTo>
                    <a:pt x="5590977" y="739118"/>
                  </a:lnTo>
                  <a:lnTo>
                    <a:pt x="5591103" y="739118"/>
                  </a:lnTo>
                  <a:lnTo>
                    <a:pt x="5591229" y="739118"/>
                  </a:lnTo>
                  <a:lnTo>
                    <a:pt x="5591355" y="739118"/>
                  </a:lnTo>
                  <a:lnTo>
                    <a:pt x="5591481" y="739118"/>
                  </a:lnTo>
                  <a:lnTo>
                    <a:pt x="5591607" y="739118"/>
                  </a:lnTo>
                  <a:lnTo>
                    <a:pt x="5591733" y="739118"/>
                  </a:lnTo>
                  <a:lnTo>
                    <a:pt x="5591859" y="739118"/>
                  </a:lnTo>
                  <a:lnTo>
                    <a:pt x="5591985" y="739118"/>
                  </a:lnTo>
                  <a:lnTo>
                    <a:pt x="5592111" y="739118"/>
                  </a:lnTo>
                  <a:lnTo>
                    <a:pt x="5592237" y="739118"/>
                  </a:lnTo>
                  <a:lnTo>
                    <a:pt x="5592364" y="739118"/>
                  </a:lnTo>
                  <a:lnTo>
                    <a:pt x="5592490" y="739118"/>
                  </a:lnTo>
                  <a:lnTo>
                    <a:pt x="5592616" y="739118"/>
                  </a:lnTo>
                  <a:lnTo>
                    <a:pt x="5592742" y="739118"/>
                  </a:lnTo>
                  <a:lnTo>
                    <a:pt x="5592868" y="739118"/>
                  </a:lnTo>
                  <a:lnTo>
                    <a:pt x="5592994" y="739118"/>
                  </a:lnTo>
                  <a:lnTo>
                    <a:pt x="5593120" y="739118"/>
                  </a:lnTo>
                  <a:lnTo>
                    <a:pt x="5593246" y="739118"/>
                  </a:lnTo>
                  <a:lnTo>
                    <a:pt x="5593372" y="739118"/>
                  </a:lnTo>
                  <a:lnTo>
                    <a:pt x="5593498" y="739118"/>
                  </a:lnTo>
                  <a:lnTo>
                    <a:pt x="5593624" y="739118"/>
                  </a:lnTo>
                  <a:lnTo>
                    <a:pt x="5593751" y="739118"/>
                  </a:lnTo>
                  <a:lnTo>
                    <a:pt x="5593877" y="739118"/>
                  </a:lnTo>
                  <a:lnTo>
                    <a:pt x="5594003" y="739118"/>
                  </a:lnTo>
                  <a:lnTo>
                    <a:pt x="5594129" y="739118"/>
                  </a:lnTo>
                  <a:lnTo>
                    <a:pt x="5594255" y="739118"/>
                  </a:lnTo>
                  <a:lnTo>
                    <a:pt x="5594381" y="739118"/>
                  </a:lnTo>
                  <a:lnTo>
                    <a:pt x="5594507" y="739118"/>
                  </a:lnTo>
                  <a:lnTo>
                    <a:pt x="5594633" y="739118"/>
                  </a:lnTo>
                  <a:lnTo>
                    <a:pt x="5594759" y="739118"/>
                  </a:lnTo>
                  <a:lnTo>
                    <a:pt x="5594885" y="739118"/>
                  </a:lnTo>
                  <a:lnTo>
                    <a:pt x="5595011" y="739118"/>
                  </a:lnTo>
                  <a:lnTo>
                    <a:pt x="5595138" y="739118"/>
                  </a:lnTo>
                  <a:lnTo>
                    <a:pt x="5595264" y="739118"/>
                  </a:lnTo>
                  <a:lnTo>
                    <a:pt x="5595390" y="739118"/>
                  </a:lnTo>
                  <a:lnTo>
                    <a:pt x="5595516" y="739118"/>
                  </a:lnTo>
                  <a:lnTo>
                    <a:pt x="5595642" y="739118"/>
                  </a:lnTo>
                  <a:lnTo>
                    <a:pt x="5595768" y="739118"/>
                  </a:lnTo>
                  <a:lnTo>
                    <a:pt x="5595894" y="739118"/>
                  </a:lnTo>
                  <a:lnTo>
                    <a:pt x="5596020" y="739118"/>
                  </a:lnTo>
                  <a:lnTo>
                    <a:pt x="5596146" y="739118"/>
                  </a:lnTo>
                  <a:lnTo>
                    <a:pt x="5596272" y="739118"/>
                  </a:lnTo>
                  <a:lnTo>
                    <a:pt x="5596398" y="739118"/>
                  </a:lnTo>
                  <a:lnTo>
                    <a:pt x="5596524" y="739118"/>
                  </a:lnTo>
                  <a:lnTo>
                    <a:pt x="5596651" y="739118"/>
                  </a:lnTo>
                  <a:lnTo>
                    <a:pt x="5596777" y="739118"/>
                  </a:lnTo>
                  <a:lnTo>
                    <a:pt x="5596903" y="739118"/>
                  </a:lnTo>
                  <a:lnTo>
                    <a:pt x="5597029" y="739118"/>
                  </a:lnTo>
                  <a:lnTo>
                    <a:pt x="5597155" y="739118"/>
                  </a:lnTo>
                  <a:lnTo>
                    <a:pt x="5597281" y="739118"/>
                  </a:lnTo>
                  <a:lnTo>
                    <a:pt x="5597407" y="739118"/>
                  </a:lnTo>
                  <a:lnTo>
                    <a:pt x="5597533" y="739118"/>
                  </a:lnTo>
                  <a:lnTo>
                    <a:pt x="5597659" y="739118"/>
                  </a:lnTo>
                  <a:lnTo>
                    <a:pt x="5597785" y="739118"/>
                  </a:lnTo>
                  <a:lnTo>
                    <a:pt x="5597911" y="739118"/>
                  </a:lnTo>
                  <a:lnTo>
                    <a:pt x="5598038" y="739118"/>
                  </a:lnTo>
                  <a:lnTo>
                    <a:pt x="5598164" y="739118"/>
                  </a:lnTo>
                  <a:lnTo>
                    <a:pt x="5598290" y="739118"/>
                  </a:lnTo>
                  <a:lnTo>
                    <a:pt x="5598416" y="739118"/>
                  </a:lnTo>
                  <a:lnTo>
                    <a:pt x="5598542" y="739118"/>
                  </a:lnTo>
                  <a:lnTo>
                    <a:pt x="5598668" y="739118"/>
                  </a:lnTo>
                  <a:lnTo>
                    <a:pt x="5598794" y="739118"/>
                  </a:lnTo>
                  <a:lnTo>
                    <a:pt x="5598920" y="739118"/>
                  </a:lnTo>
                  <a:lnTo>
                    <a:pt x="5599046" y="739118"/>
                  </a:lnTo>
                  <a:lnTo>
                    <a:pt x="5599172" y="739118"/>
                  </a:lnTo>
                  <a:lnTo>
                    <a:pt x="5599298" y="739118"/>
                  </a:lnTo>
                  <a:lnTo>
                    <a:pt x="5599424" y="739118"/>
                  </a:lnTo>
                  <a:lnTo>
                    <a:pt x="5599551" y="739118"/>
                  </a:lnTo>
                  <a:lnTo>
                    <a:pt x="5599677" y="739118"/>
                  </a:lnTo>
                  <a:lnTo>
                    <a:pt x="5599803" y="739118"/>
                  </a:lnTo>
                  <a:lnTo>
                    <a:pt x="5599929" y="739118"/>
                  </a:lnTo>
                  <a:lnTo>
                    <a:pt x="5600055" y="739118"/>
                  </a:lnTo>
                  <a:lnTo>
                    <a:pt x="5600181" y="739118"/>
                  </a:lnTo>
                  <a:lnTo>
                    <a:pt x="5600307" y="739118"/>
                  </a:lnTo>
                  <a:lnTo>
                    <a:pt x="5600433" y="739118"/>
                  </a:lnTo>
                  <a:lnTo>
                    <a:pt x="5600559" y="739118"/>
                  </a:lnTo>
                  <a:lnTo>
                    <a:pt x="5600685" y="739118"/>
                  </a:lnTo>
                  <a:lnTo>
                    <a:pt x="5600811" y="739118"/>
                  </a:lnTo>
                  <a:lnTo>
                    <a:pt x="5600938" y="739118"/>
                  </a:lnTo>
                  <a:lnTo>
                    <a:pt x="5601064" y="739118"/>
                  </a:lnTo>
                  <a:lnTo>
                    <a:pt x="5601190" y="739118"/>
                  </a:lnTo>
                  <a:lnTo>
                    <a:pt x="5601316" y="739118"/>
                  </a:lnTo>
                  <a:lnTo>
                    <a:pt x="5601442" y="739118"/>
                  </a:lnTo>
                  <a:lnTo>
                    <a:pt x="5601568" y="739118"/>
                  </a:lnTo>
                  <a:lnTo>
                    <a:pt x="5601694" y="739118"/>
                  </a:lnTo>
                  <a:lnTo>
                    <a:pt x="5601820" y="739118"/>
                  </a:lnTo>
                  <a:lnTo>
                    <a:pt x="5601946" y="739118"/>
                  </a:lnTo>
                  <a:lnTo>
                    <a:pt x="5602072" y="739118"/>
                  </a:lnTo>
                  <a:lnTo>
                    <a:pt x="5602198" y="739118"/>
                  </a:lnTo>
                  <a:lnTo>
                    <a:pt x="5602325" y="739118"/>
                  </a:lnTo>
                  <a:lnTo>
                    <a:pt x="5602451" y="739118"/>
                  </a:lnTo>
                  <a:lnTo>
                    <a:pt x="5602577" y="739118"/>
                  </a:lnTo>
                  <a:lnTo>
                    <a:pt x="5602703" y="739118"/>
                  </a:lnTo>
                  <a:lnTo>
                    <a:pt x="5602829" y="739118"/>
                  </a:lnTo>
                  <a:lnTo>
                    <a:pt x="5602955" y="739118"/>
                  </a:lnTo>
                  <a:lnTo>
                    <a:pt x="5603081" y="739118"/>
                  </a:lnTo>
                  <a:lnTo>
                    <a:pt x="5603207" y="739118"/>
                  </a:lnTo>
                  <a:lnTo>
                    <a:pt x="5603333" y="739118"/>
                  </a:lnTo>
                  <a:lnTo>
                    <a:pt x="5603459" y="739118"/>
                  </a:lnTo>
                  <a:lnTo>
                    <a:pt x="5603585" y="739118"/>
                  </a:lnTo>
                  <a:lnTo>
                    <a:pt x="5603711" y="739118"/>
                  </a:lnTo>
                  <a:lnTo>
                    <a:pt x="5603838" y="739118"/>
                  </a:lnTo>
                  <a:lnTo>
                    <a:pt x="5603964" y="739118"/>
                  </a:lnTo>
                  <a:lnTo>
                    <a:pt x="5604090" y="739118"/>
                  </a:lnTo>
                  <a:lnTo>
                    <a:pt x="5604216" y="739118"/>
                  </a:lnTo>
                  <a:lnTo>
                    <a:pt x="5604342" y="739118"/>
                  </a:lnTo>
                  <a:lnTo>
                    <a:pt x="5604468" y="739118"/>
                  </a:lnTo>
                  <a:lnTo>
                    <a:pt x="5604594" y="739118"/>
                  </a:lnTo>
                  <a:lnTo>
                    <a:pt x="5604720" y="739118"/>
                  </a:lnTo>
                  <a:lnTo>
                    <a:pt x="5604846" y="739118"/>
                  </a:lnTo>
                  <a:lnTo>
                    <a:pt x="5604972" y="739118"/>
                  </a:lnTo>
                  <a:lnTo>
                    <a:pt x="5605098" y="739118"/>
                  </a:lnTo>
                  <a:lnTo>
                    <a:pt x="5605225" y="739118"/>
                  </a:lnTo>
                  <a:lnTo>
                    <a:pt x="5605351" y="739118"/>
                  </a:lnTo>
                  <a:lnTo>
                    <a:pt x="5605477" y="739118"/>
                  </a:lnTo>
                  <a:lnTo>
                    <a:pt x="5605603" y="739118"/>
                  </a:lnTo>
                  <a:lnTo>
                    <a:pt x="5605729" y="739118"/>
                  </a:lnTo>
                  <a:lnTo>
                    <a:pt x="5605855" y="739118"/>
                  </a:lnTo>
                  <a:lnTo>
                    <a:pt x="5605981" y="739118"/>
                  </a:lnTo>
                  <a:lnTo>
                    <a:pt x="5606107" y="739118"/>
                  </a:lnTo>
                  <a:lnTo>
                    <a:pt x="5606233" y="739118"/>
                  </a:lnTo>
                  <a:lnTo>
                    <a:pt x="5606359" y="739118"/>
                  </a:lnTo>
                  <a:lnTo>
                    <a:pt x="5606485" y="739118"/>
                  </a:lnTo>
                  <a:lnTo>
                    <a:pt x="5606611" y="739118"/>
                  </a:lnTo>
                  <a:lnTo>
                    <a:pt x="5606738" y="739118"/>
                  </a:lnTo>
                  <a:lnTo>
                    <a:pt x="5606864" y="739118"/>
                  </a:lnTo>
                  <a:lnTo>
                    <a:pt x="5606990" y="739118"/>
                  </a:lnTo>
                  <a:lnTo>
                    <a:pt x="5607116" y="739118"/>
                  </a:lnTo>
                  <a:lnTo>
                    <a:pt x="5607242" y="739118"/>
                  </a:lnTo>
                  <a:lnTo>
                    <a:pt x="5607368" y="739118"/>
                  </a:lnTo>
                  <a:lnTo>
                    <a:pt x="5607494" y="739118"/>
                  </a:lnTo>
                  <a:lnTo>
                    <a:pt x="5607494" y="733839"/>
                  </a:lnTo>
                  <a:lnTo>
                    <a:pt x="5607620" y="733839"/>
                  </a:lnTo>
                  <a:lnTo>
                    <a:pt x="5607746" y="733839"/>
                  </a:lnTo>
                  <a:lnTo>
                    <a:pt x="5607872" y="733839"/>
                  </a:lnTo>
                  <a:lnTo>
                    <a:pt x="5607998" y="733839"/>
                  </a:lnTo>
                  <a:lnTo>
                    <a:pt x="5608125" y="733839"/>
                  </a:lnTo>
                  <a:lnTo>
                    <a:pt x="5608251" y="733839"/>
                  </a:lnTo>
                  <a:lnTo>
                    <a:pt x="5608377" y="733839"/>
                  </a:lnTo>
                  <a:lnTo>
                    <a:pt x="5608503" y="733839"/>
                  </a:lnTo>
                  <a:lnTo>
                    <a:pt x="5608629" y="733839"/>
                  </a:lnTo>
                  <a:lnTo>
                    <a:pt x="5608755" y="733839"/>
                  </a:lnTo>
                  <a:lnTo>
                    <a:pt x="5608881" y="733839"/>
                  </a:lnTo>
                  <a:lnTo>
                    <a:pt x="5609007" y="733839"/>
                  </a:lnTo>
                  <a:lnTo>
                    <a:pt x="5609133" y="733839"/>
                  </a:lnTo>
                  <a:lnTo>
                    <a:pt x="5609259" y="733839"/>
                  </a:lnTo>
                  <a:lnTo>
                    <a:pt x="5609385" y="733839"/>
                  </a:lnTo>
                  <a:lnTo>
                    <a:pt x="5609512" y="733839"/>
                  </a:lnTo>
                  <a:lnTo>
                    <a:pt x="5609638" y="733839"/>
                  </a:lnTo>
                  <a:lnTo>
                    <a:pt x="5609764" y="733839"/>
                  </a:lnTo>
                  <a:lnTo>
                    <a:pt x="5609890" y="733839"/>
                  </a:lnTo>
                  <a:lnTo>
                    <a:pt x="5610016" y="733839"/>
                  </a:lnTo>
                  <a:lnTo>
                    <a:pt x="5610142" y="733839"/>
                  </a:lnTo>
                  <a:lnTo>
                    <a:pt x="5610268" y="733839"/>
                  </a:lnTo>
                  <a:lnTo>
                    <a:pt x="5610394" y="733839"/>
                  </a:lnTo>
                  <a:lnTo>
                    <a:pt x="5610520" y="733839"/>
                  </a:lnTo>
                  <a:lnTo>
                    <a:pt x="5610646" y="733839"/>
                  </a:lnTo>
                  <a:lnTo>
                    <a:pt x="5610772" y="733839"/>
                  </a:lnTo>
                  <a:lnTo>
                    <a:pt x="5610898" y="733839"/>
                  </a:lnTo>
                  <a:lnTo>
                    <a:pt x="5611025" y="733839"/>
                  </a:lnTo>
                  <a:lnTo>
                    <a:pt x="5611151" y="733839"/>
                  </a:lnTo>
                  <a:lnTo>
                    <a:pt x="5611277" y="733839"/>
                  </a:lnTo>
                  <a:lnTo>
                    <a:pt x="5611403" y="733839"/>
                  </a:lnTo>
                  <a:lnTo>
                    <a:pt x="5611529" y="733839"/>
                  </a:lnTo>
                  <a:lnTo>
                    <a:pt x="5611655" y="733839"/>
                  </a:lnTo>
                  <a:lnTo>
                    <a:pt x="5611781" y="733839"/>
                  </a:lnTo>
                  <a:lnTo>
                    <a:pt x="5611907" y="733839"/>
                  </a:lnTo>
                  <a:lnTo>
                    <a:pt x="5612033" y="733839"/>
                  </a:lnTo>
                  <a:lnTo>
                    <a:pt x="5612159" y="733839"/>
                  </a:lnTo>
                  <a:lnTo>
                    <a:pt x="5612285" y="733839"/>
                  </a:lnTo>
                  <a:lnTo>
                    <a:pt x="5612412" y="733839"/>
                  </a:lnTo>
                  <a:lnTo>
                    <a:pt x="5612538" y="733839"/>
                  </a:lnTo>
                  <a:lnTo>
                    <a:pt x="5612664" y="733839"/>
                  </a:lnTo>
                  <a:lnTo>
                    <a:pt x="5612790" y="733839"/>
                  </a:lnTo>
                  <a:lnTo>
                    <a:pt x="5612916" y="733839"/>
                  </a:lnTo>
                  <a:lnTo>
                    <a:pt x="5613042" y="733839"/>
                  </a:lnTo>
                  <a:lnTo>
                    <a:pt x="5613168" y="733839"/>
                  </a:lnTo>
                  <a:lnTo>
                    <a:pt x="5613294" y="733839"/>
                  </a:lnTo>
                  <a:lnTo>
                    <a:pt x="5613420" y="733839"/>
                  </a:lnTo>
                  <a:lnTo>
                    <a:pt x="5613546" y="733839"/>
                  </a:lnTo>
                  <a:lnTo>
                    <a:pt x="5613672" y="733839"/>
                  </a:lnTo>
                  <a:lnTo>
                    <a:pt x="5613798" y="733839"/>
                  </a:lnTo>
                  <a:lnTo>
                    <a:pt x="5613925" y="733839"/>
                  </a:lnTo>
                  <a:lnTo>
                    <a:pt x="5614051" y="733839"/>
                  </a:lnTo>
                  <a:lnTo>
                    <a:pt x="5614177" y="733839"/>
                  </a:lnTo>
                  <a:lnTo>
                    <a:pt x="5614303" y="733839"/>
                  </a:lnTo>
                  <a:lnTo>
                    <a:pt x="5614429" y="733839"/>
                  </a:lnTo>
                  <a:lnTo>
                    <a:pt x="5614555" y="733839"/>
                  </a:lnTo>
                  <a:lnTo>
                    <a:pt x="5614681" y="733839"/>
                  </a:lnTo>
                  <a:lnTo>
                    <a:pt x="5614807" y="733839"/>
                  </a:lnTo>
                  <a:lnTo>
                    <a:pt x="5614933" y="733839"/>
                  </a:lnTo>
                  <a:lnTo>
                    <a:pt x="5615059" y="733839"/>
                  </a:lnTo>
                  <a:lnTo>
                    <a:pt x="5615185" y="733839"/>
                  </a:lnTo>
                  <a:lnTo>
                    <a:pt x="5615312" y="733839"/>
                  </a:lnTo>
                  <a:lnTo>
                    <a:pt x="5615438" y="733839"/>
                  </a:lnTo>
                  <a:lnTo>
                    <a:pt x="5615564" y="733839"/>
                  </a:lnTo>
                  <a:lnTo>
                    <a:pt x="5615690" y="733839"/>
                  </a:lnTo>
                  <a:lnTo>
                    <a:pt x="5615816" y="733839"/>
                  </a:lnTo>
                  <a:lnTo>
                    <a:pt x="5615942" y="733839"/>
                  </a:lnTo>
                  <a:lnTo>
                    <a:pt x="5616068" y="733839"/>
                  </a:lnTo>
                  <a:lnTo>
                    <a:pt x="5616194" y="733839"/>
                  </a:lnTo>
                  <a:lnTo>
                    <a:pt x="5616320" y="733839"/>
                  </a:lnTo>
                  <a:lnTo>
                    <a:pt x="5616446" y="733839"/>
                  </a:lnTo>
                  <a:lnTo>
                    <a:pt x="5616572" y="733839"/>
                  </a:lnTo>
                  <a:lnTo>
                    <a:pt x="5616698" y="733839"/>
                  </a:lnTo>
                  <a:lnTo>
                    <a:pt x="5616825" y="733839"/>
                  </a:lnTo>
                  <a:lnTo>
                    <a:pt x="5616951" y="733839"/>
                  </a:lnTo>
                  <a:lnTo>
                    <a:pt x="5617077" y="733839"/>
                  </a:lnTo>
                  <a:lnTo>
                    <a:pt x="5617203" y="733839"/>
                  </a:lnTo>
                  <a:lnTo>
                    <a:pt x="5617329" y="733839"/>
                  </a:lnTo>
                  <a:lnTo>
                    <a:pt x="5617455" y="733839"/>
                  </a:lnTo>
                  <a:lnTo>
                    <a:pt x="5617581" y="733839"/>
                  </a:lnTo>
                  <a:lnTo>
                    <a:pt x="5617707" y="733839"/>
                  </a:lnTo>
                  <a:lnTo>
                    <a:pt x="5617833" y="733839"/>
                  </a:lnTo>
                  <a:lnTo>
                    <a:pt x="5617959" y="733839"/>
                  </a:lnTo>
                  <a:lnTo>
                    <a:pt x="5618085" y="733839"/>
                  </a:lnTo>
                  <a:lnTo>
                    <a:pt x="5618212" y="733839"/>
                  </a:lnTo>
                  <a:lnTo>
                    <a:pt x="5618338" y="733839"/>
                  </a:lnTo>
                  <a:lnTo>
                    <a:pt x="5618464" y="733839"/>
                  </a:lnTo>
                  <a:lnTo>
                    <a:pt x="5618590" y="733839"/>
                  </a:lnTo>
                  <a:lnTo>
                    <a:pt x="5618716" y="733839"/>
                  </a:lnTo>
                  <a:lnTo>
                    <a:pt x="5618842" y="733839"/>
                  </a:lnTo>
                  <a:lnTo>
                    <a:pt x="5618968" y="733839"/>
                  </a:lnTo>
                  <a:lnTo>
                    <a:pt x="5619094" y="733839"/>
                  </a:lnTo>
                  <a:lnTo>
                    <a:pt x="5619220" y="733839"/>
                  </a:lnTo>
                  <a:lnTo>
                    <a:pt x="5619346" y="733839"/>
                  </a:lnTo>
                  <a:lnTo>
                    <a:pt x="5619472" y="733839"/>
                  </a:lnTo>
                  <a:lnTo>
                    <a:pt x="5619599" y="733839"/>
                  </a:lnTo>
                  <a:lnTo>
                    <a:pt x="5619725" y="733839"/>
                  </a:lnTo>
                  <a:lnTo>
                    <a:pt x="5619851" y="733839"/>
                  </a:lnTo>
                  <a:lnTo>
                    <a:pt x="5619977" y="733839"/>
                  </a:lnTo>
                  <a:lnTo>
                    <a:pt x="5620103" y="733839"/>
                  </a:lnTo>
                  <a:lnTo>
                    <a:pt x="5620229" y="733839"/>
                  </a:lnTo>
                  <a:lnTo>
                    <a:pt x="5620355" y="733839"/>
                  </a:lnTo>
                  <a:lnTo>
                    <a:pt x="5620481" y="733839"/>
                  </a:lnTo>
                  <a:lnTo>
                    <a:pt x="5620607" y="733839"/>
                  </a:lnTo>
                  <a:lnTo>
                    <a:pt x="5620733" y="733839"/>
                  </a:lnTo>
                  <a:lnTo>
                    <a:pt x="5620859" y="733839"/>
                  </a:lnTo>
                  <a:lnTo>
                    <a:pt x="5620985" y="733839"/>
                  </a:lnTo>
                  <a:lnTo>
                    <a:pt x="5620985" y="728560"/>
                  </a:lnTo>
                  <a:lnTo>
                    <a:pt x="5621112" y="728560"/>
                  </a:lnTo>
                  <a:lnTo>
                    <a:pt x="5621238" y="728560"/>
                  </a:lnTo>
                  <a:lnTo>
                    <a:pt x="5621364" y="728560"/>
                  </a:lnTo>
                  <a:lnTo>
                    <a:pt x="5621490" y="728560"/>
                  </a:lnTo>
                  <a:lnTo>
                    <a:pt x="5621616" y="728560"/>
                  </a:lnTo>
                  <a:lnTo>
                    <a:pt x="5621742" y="728560"/>
                  </a:lnTo>
                  <a:lnTo>
                    <a:pt x="5621868" y="728560"/>
                  </a:lnTo>
                  <a:lnTo>
                    <a:pt x="5621994" y="728560"/>
                  </a:lnTo>
                  <a:lnTo>
                    <a:pt x="5622120" y="728560"/>
                  </a:lnTo>
                  <a:lnTo>
                    <a:pt x="5622246" y="728560"/>
                  </a:lnTo>
                  <a:lnTo>
                    <a:pt x="5622372" y="728560"/>
                  </a:lnTo>
                  <a:lnTo>
                    <a:pt x="5622499" y="728560"/>
                  </a:lnTo>
                  <a:lnTo>
                    <a:pt x="5622625" y="728560"/>
                  </a:lnTo>
                  <a:lnTo>
                    <a:pt x="5622751" y="728560"/>
                  </a:lnTo>
                  <a:lnTo>
                    <a:pt x="5622877" y="728560"/>
                  </a:lnTo>
                  <a:lnTo>
                    <a:pt x="5623003" y="728560"/>
                  </a:lnTo>
                  <a:lnTo>
                    <a:pt x="5623129" y="728560"/>
                  </a:lnTo>
                  <a:lnTo>
                    <a:pt x="5623255" y="728560"/>
                  </a:lnTo>
                  <a:lnTo>
                    <a:pt x="5623381" y="728560"/>
                  </a:lnTo>
                  <a:lnTo>
                    <a:pt x="5623507" y="728560"/>
                  </a:lnTo>
                  <a:lnTo>
                    <a:pt x="5623633" y="728560"/>
                  </a:lnTo>
                  <a:lnTo>
                    <a:pt x="5623759" y="728560"/>
                  </a:lnTo>
                  <a:lnTo>
                    <a:pt x="5623885" y="728560"/>
                  </a:lnTo>
                  <a:lnTo>
                    <a:pt x="5624012" y="728560"/>
                  </a:lnTo>
                  <a:lnTo>
                    <a:pt x="5624138" y="728560"/>
                  </a:lnTo>
                  <a:lnTo>
                    <a:pt x="5624264" y="728560"/>
                  </a:lnTo>
                  <a:lnTo>
                    <a:pt x="5624390" y="728560"/>
                  </a:lnTo>
                  <a:lnTo>
                    <a:pt x="5624516" y="728560"/>
                  </a:lnTo>
                  <a:lnTo>
                    <a:pt x="5624642" y="728560"/>
                  </a:lnTo>
                  <a:lnTo>
                    <a:pt x="5624768" y="728560"/>
                  </a:lnTo>
                  <a:lnTo>
                    <a:pt x="5624894" y="728560"/>
                  </a:lnTo>
                  <a:lnTo>
                    <a:pt x="5625020" y="728560"/>
                  </a:lnTo>
                  <a:lnTo>
                    <a:pt x="5625146" y="728560"/>
                  </a:lnTo>
                  <a:lnTo>
                    <a:pt x="5625272" y="728560"/>
                  </a:lnTo>
                  <a:lnTo>
                    <a:pt x="5625399" y="728560"/>
                  </a:lnTo>
                  <a:lnTo>
                    <a:pt x="5625525" y="728560"/>
                  </a:lnTo>
                  <a:lnTo>
                    <a:pt x="5625651" y="728560"/>
                  </a:lnTo>
                  <a:lnTo>
                    <a:pt x="5625777" y="728560"/>
                  </a:lnTo>
                  <a:lnTo>
                    <a:pt x="5625903" y="728560"/>
                  </a:lnTo>
                  <a:lnTo>
                    <a:pt x="5626029" y="728560"/>
                  </a:lnTo>
                  <a:lnTo>
                    <a:pt x="5626155" y="728560"/>
                  </a:lnTo>
                  <a:lnTo>
                    <a:pt x="5626281" y="728560"/>
                  </a:lnTo>
                  <a:lnTo>
                    <a:pt x="5626407" y="728560"/>
                  </a:lnTo>
                  <a:lnTo>
                    <a:pt x="5626533" y="728560"/>
                  </a:lnTo>
                  <a:lnTo>
                    <a:pt x="5626659" y="728560"/>
                  </a:lnTo>
                  <a:lnTo>
                    <a:pt x="5626786" y="728560"/>
                  </a:lnTo>
                  <a:lnTo>
                    <a:pt x="5626912" y="728560"/>
                  </a:lnTo>
                  <a:lnTo>
                    <a:pt x="5627038" y="728560"/>
                  </a:lnTo>
                  <a:lnTo>
                    <a:pt x="5627164" y="728560"/>
                  </a:lnTo>
                  <a:lnTo>
                    <a:pt x="5627290" y="728560"/>
                  </a:lnTo>
                  <a:lnTo>
                    <a:pt x="5627416" y="728560"/>
                  </a:lnTo>
                  <a:lnTo>
                    <a:pt x="5627542" y="728560"/>
                  </a:lnTo>
                  <a:lnTo>
                    <a:pt x="5627668" y="728560"/>
                  </a:lnTo>
                  <a:lnTo>
                    <a:pt x="5627794" y="728560"/>
                  </a:lnTo>
                  <a:lnTo>
                    <a:pt x="5627920" y="728560"/>
                  </a:lnTo>
                  <a:lnTo>
                    <a:pt x="5628046" y="728560"/>
                  </a:lnTo>
                  <a:lnTo>
                    <a:pt x="5628172" y="728560"/>
                  </a:lnTo>
                  <a:lnTo>
                    <a:pt x="5628299" y="728560"/>
                  </a:lnTo>
                  <a:lnTo>
                    <a:pt x="5628425" y="728560"/>
                  </a:lnTo>
                  <a:lnTo>
                    <a:pt x="5628551" y="728560"/>
                  </a:lnTo>
                  <a:lnTo>
                    <a:pt x="5628677" y="728560"/>
                  </a:lnTo>
                  <a:lnTo>
                    <a:pt x="5628803" y="728560"/>
                  </a:lnTo>
                  <a:lnTo>
                    <a:pt x="5628929" y="728560"/>
                  </a:lnTo>
                  <a:lnTo>
                    <a:pt x="5629055" y="728560"/>
                  </a:lnTo>
                  <a:lnTo>
                    <a:pt x="5629181" y="728560"/>
                  </a:lnTo>
                  <a:lnTo>
                    <a:pt x="5629307" y="728560"/>
                  </a:lnTo>
                  <a:lnTo>
                    <a:pt x="5629433" y="728560"/>
                  </a:lnTo>
                  <a:lnTo>
                    <a:pt x="5629559" y="728560"/>
                  </a:lnTo>
                  <a:lnTo>
                    <a:pt x="5629686" y="728560"/>
                  </a:lnTo>
                  <a:lnTo>
                    <a:pt x="5629812" y="728560"/>
                  </a:lnTo>
                  <a:lnTo>
                    <a:pt x="5629938" y="728560"/>
                  </a:lnTo>
                  <a:lnTo>
                    <a:pt x="5630064" y="728560"/>
                  </a:lnTo>
                  <a:lnTo>
                    <a:pt x="5630190" y="728560"/>
                  </a:lnTo>
                  <a:lnTo>
                    <a:pt x="5630316" y="728560"/>
                  </a:lnTo>
                  <a:lnTo>
                    <a:pt x="5630442" y="728560"/>
                  </a:lnTo>
                  <a:lnTo>
                    <a:pt x="5630568" y="728560"/>
                  </a:lnTo>
                  <a:lnTo>
                    <a:pt x="5630694" y="728560"/>
                  </a:lnTo>
                  <a:lnTo>
                    <a:pt x="5630820" y="728560"/>
                  </a:lnTo>
                  <a:lnTo>
                    <a:pt x="5630946" y="728560"/>
                  </a:lnTo>
                  <a:lnTo>
                    <a:pt x="5631072" y="728560"/>
                  </a:lnTo>
                  <a:lnTo>
                    <a:pt x="5631199" y="728560"/>
                  </a:lnTo>
                  <a:lnTo>
                    <a:pt x="5631325" y="728560"/>
                  </a:lnTo>
                  <a:lnTo>
                    <a:pt x="5631451" y="728560"/>
                  </a:lnTo>
                  <a:lnTo>
                    <a:pt x="5631577" y="728560"/>
                  </a:lnTo>
                  <a:lnTo>
                    <a:pt x="5631703" y="728560"/>
                  </a:lnTo>
                  <a:lnTo>
                    <a:pt x="5631829" y="728560"/>
                  </a:lnTo>
                  <a:lnTo>
                    <a:pt x="5631955" y="728560"/>
                  </a:lnTo>
                  <a:lnTo>
                    <a:pt x="5632081" y="728560"/>
                  </a:lnTo>
                  <a:lnTo>
                    <a:pt x="5632207" y="728560"/>
                  </a:lnTo>
                  <a:lnTo>
                    <a:pt x="5632333" y="728560"/>
                  </a:lnTo>
                  <a:lnTo>
                    <a:pt x="5632459" y="728560"/>
                  </a:lnTo>
                  <a:lnTo>
                    <a:pt x="5632586" y="728560"/>
                  </a:lnTo>
                  <a:lnTo>
                    <a:pt x="5632712" y="728560"/>
                  </a:lnTo>
                  <a:lnTo>
                    <a:pt x="5632838" y="728560"/>
                  </a:lnTo>
                  <a:lnTo>
                    <a:pt x="5632964" y="728560"/>
                  </a:lnTo>
                  <a:lnTo>
                    <a:pt x="5633090" y="728560"/>
                  </a:lnTo>
                  <a:lnTo>
                    <a:pt x="5633216" y="728560"/>
                  </a:lnTo>
                  <a:lnTo>
                    <a:pt x="5633342" y="728560"/>
                  </a:lnTo>
                  <a:lnTo>
                    <a:pt x="5633468" y="728560"/>
                  </a:lnTo>
                  <a:lnTo>
                    <a:pt x="5633594" y="728560"/>
                  </a:lnTo>
                  <a:lnTo>
                    <a:pt x="5633720" y="728560"/>
                  </a:lnTo>
                  <a:lnTo>
                    <a:pt x="5633846" y="728560"/>
                  </a:lnTo>
                  <a:lnTo>
                    <a:pt x="5633973" y="728560"/>
                  </a:lnTo>
                  <a:lnTo>
                    <a:pt x="5634099" y="728560"/>
                  </a:lnTo>
                  <a:lnTo>
                    <a:pt x="5634225" y="728560"/>
                  </a:lnTo>
                  <a:lnTo>
                    <a:pt x="5634351" y="728560"/>
                  </a:lnTo>
                  <a:lnTo>
                    <a:pt x="5634477" y="728560"/>
                  </a:lnTo>
                  <a:lnTo>
                    <a:pt x="5634603" y="728560"/>
                  </a:lnTo>
                  <a:lnTo>
                    <a:pt x="5634729" y="728560"/>
                  </a:lnTo>
                  <a:lnTo>
                    <a:pt x="5634855" y="728560"/>
                  </a:lnTo>
                  <a:lnTo>
                    <a:pt x="5634981" y="728560"/>
                  </a:lnTo>
                  <a:lnTo>
                    <a:pt x="5635107" y="728560"/>
                  </a:lnTo>
                  <a:lnTo>
                    <a:pt x="5635233" y="728560"/>
                  </a:lnTo>
                  <a:lnTo>
                    <a:pt x="5635359" y="728560"/>
                  </a:lnTo>
                  <a:lnTo>
                    <a:pt x="5635486" y="728560"/>
                  </a:lnTo>
                  <a:lnTo>
                    <a:pt x="5635612" y="728560"/>
                  </a:lnTo>
                  <a:lnTo>
                    <a:pt x="5635738" y="728560"/>
                  </a:lnTo>
                  <a:lnTo>
                    <a:pt x="5635864" y="728560"/>
                  </a:lnTo>
                  <a:lnTo>
                    <a:pt x="5635990" y="728560"/>
                  </a:lnTo>
                  <a:lnTo>
                    <a:pt x="5636116" y="728560"/>
                  </a:lnTo>
                  <a:lnTo>
                    <a:pt x="5636242" y="728560"/>
                  </a:lnTo>
                  <a:lnTo>
                    <a:pt x="5636368" y="728560"/>
                  </a:lnTo>
                  <a:lnTo>
                    <a:pt x="5636494" y="728560"/>
                  </a:lnTo>
                  <a:lnTo>
                    <a:pt x="5636620" y="728560"/>
                  </a:lnTo>
                  <a:lnTo>
                    <a:pt x="5636746" y="728560"/>
                  </a:lnTo>
                  <a:lnTo>
                    <a:pt x="5636873" y="728560"/>
                  </a:lnTo>
                  <a:lnTo>
                    <a:pt x="5636999" y="728560"/>
                  </a:lnTo>
                  <a:lnTo>
                    <a:pt x="5637125" y="728560"/>
                  </a:lnTo>
                  <a:lnTo>
                    <a:pt x="5637251" y="728560"/>
                  </a:lnTo>
                  <a:lnTo>
                    <a:pt x="5637377" y="728560"/>
                  </a:lnTo>
                  <a:lnTo>
                    <a:pt x="5637503" y="728560"/>
                  </a:lnTo>
                  <a:lnTo>
                    <a:pt x="5637629" y="728560"/>
                  </a:lnTo>
                  <a:lnTo>
                    <a:pt x="5637755" y="728560"/>
                  </a:lnTo>
                  <a:lnTo>
                    <a:pt x="5637881" y="728560"/>
                  </a:lnTo>
                  <a:lnTo>
                    <a:pt x="5638007" y="728560"/>
                  </a:lnTo>
                  <a:lnTo>
                    <a:pt x="5638133" y="728560"/>
                  </a:lnTo>
                  <a:lnTo>
                    <a:pt x="5638259" y="728560"/>
                  </a:lnTo>
                  <a:lnTo>
                    <a:pt x="5638386" y="728560"/>
                  </a:lnTo>
                  <a:lnTo>
                    <a:pt x="5638512" y="728560"/>
                  </a:lnTo>
                  <a:lnTo>
                    <a:pt x="5638638" y="728560"/>
                  </a:lnTo>
                  <a:lnTo>
                    <a:pt x="5638764" y="728560"/>
                  </a:lnTo>
                  <a:lnTo>
                    <a:pt x="5638890" y="728560"/>
                  </a:lnTo>
                  <a:lnTo>
                    <a:pt x="5639016" y="728560"/>
                  </a:lnTo>
                  <a:lnTo>
                    <a:pt x="5639142" y="728560"/>
                  </a:lnTo>
                  <a:lnTo>
                    <a:pt x="5639268" y="728560"/>
                  </a:lnTo>
                  <a:lnTo>
                    <a:pt x="5639394" y="728560"/>
                  </a:lnTo>
                  <a:lnTo>
                    <a:pt x="5639520" y="728560"/>
                  </a:lnTo>
                  <a:lnTo>
                    <a:pt x="5639646" y="728560"/>
                  </a:lnTo>
                  <a:lnTo>
                    <a:pt x="5639773" y="728560"/>
                  </a:lnTo>
                  <a:lnTo>
                    <a:pt x="5639899" y="728560"/>
                  </a:lnTo>
                  <a:lnTo>
                    <a:pt x="5640025" y="728560"/>
                  </a:lnTo>
                  <a:lnTo>
                    <a:pt x="5640151" y="728560"/>
                  </a:lnTo>
                  <a:lnTo>
                    <a:pt x="5640277" y="728560"/>
                  </a:lnTo>
                  <a:lnTo>
                    <a:pt x="5640403" y="728560"/>
                  </a:lnTo>
                  <a:lnTo>
                    <a:pt x="5640529" y="728560"/>
                  </a:lnTo>
                  <a:lnTo>
                    <a:pt x="5640655" y="728560"/>
                  </a:lnTo>
                  <a:lnTo>
                    <a:pt x="5640781" y="728560"/>
                  </a:lnTo>
                  <a:lnTo>
                    <a:pt x="5640907" y="728560"/>
                  </a:lnTo>
                  <a:lnTo>
                    <a:pt x="5641033" y="728560"/>
                  </a:lnTo>
                  <a:lnTo>
                    <a:pt x="5641159" y="728560"/>
                  </a:lnTo>
                  <a:lnTo>
                    <a:pt x="5641286" y="728560"/>
                  </a:lnTo>
                  <a:lnTo>
                    <a:pt x="5641412" y="728560"/>
                  </a:lnTo>
                  <a:lnTo>
                    <a:pt x="5641538" y="728560"/>
                  </a:lnTo>
                  <a:lnTo>
                    <a:pt x="5641664" y="728560"/>
                  </a:lnTo>
                  <a:lnTo>
                    <a:pt x="5641790" y="728560"/>
                  </a:lnTo>
                  <a:lnTo>
                    <a:pt x="5641916" y="728560"/>
                  </a:lnTo>
                  <a:lnTo>
                    <a:pt x="5642042" y="728560"/>
                  </a:lnTo>
                  <a:lnTo>
                    <a:pt x="5642168" y="728560"/>
                  </a:lnTo>
                  <a:lnTo>
                    <a:pt x="5642294" y="728560"/>
                  </a:lnTo>
                  <a:lnTo>
                    <a:pt x="5642420" y="728560"/>
                  </a:lnTo>
                  <a:lnTo>
                    <a:pt x="5642546" y="728560"/>
                  </a:lnTo>
                  <a:lnTo>
                    <a:pt x="5642673" y="728560"/>
                  </a:lnTo>
                  <a:lnTo>
                    <a:pt x="5642799" y="728560"/>
                  </a:lnTo>
                  <a:lnTo>
                    <a:pt x="5642925" y="728560"/>
                  </a:lnTo>
                  <a:lnTo>
                    <a:pt x="5643051" y="728560"/>
                  </a:lnTo>
                  <a:lnTo>
                    <a:pt x="5643177" y="728560"/>
                  </a:lnTo>
                  <a:lnTo>
                    <a:pt x="5643303" y="728560"/>
                  </a:lnTo>
                  <a:lnTo>
                    <a:pt x="5643429" y="728560"/>
                  </a:lnTo>
                  <a:lnTo>
                    <a:pt x="5643555" y="728560"/>
                  </a:lnTo>
                  <a:lnTo>
                    <a:pt x="5643681" y="728560"/>
                  </a:lnTo>
                  <a:lnTo>
                    <a:pt x="5643807" y="728560"/>
                  </a:lnTo>
                  <a:lnTo>
                    <a:pt x="5643933" y="728560"/>
                  </a:lnTo>
                  <a:lnTo>
                    <a:pt x="5644060" y="728560"/>
                  </a:lnTo>
                  <a:lnTo>
                    <a:pt x="5644186" y="728560"/>
                  </a:lnTo>
                  <a:lnTo>
                    <a:pt x="5644312" y="728560"/>
                  </a:lnTo>
                  <a:lnTo>
                    <a:pt x="5644438" y="728560"/>
                  </a:lnTo>
                  <a:lnTo>
                    <a:pt x="5644564" y="728560"/>
                  </a:lnTo>
                  <a:lnTo>
                    <a:pt x="5644690" y="728560"/>
                  </a:lnTo>
                  <a:lnTo>
                    <a:pt x="5644816" y="728560"/>
                  </a:lnTo>
                  <a:lnTo>
                    <a:pt x="5644942" y="728560"/>
                  </a:lnTo>
                  <a:lnTo>
                    <a:pt x="5645068" y="728560"/>
                  </a:lnTo>
                  <a:lnTo>
                    <a:pt x="5645194" y="728560"/>
                  </a:lnTo>
                  <a:lnTo>
                    <a:pt x="5645320" y="728560"/>
                  </a:lnTo>
                  <a:lnTo>
                    <a:pt x="5645446" y="728560"/>
                  </a:lnTo>
                  <a:lnTo>
                    <a:pt x="5645573" y="728560"/>
                  </a:lnTo>
                  <a:lnTo>
                    <a:pt x="5645699" y="728560"/>
                  </a:lnTo>
                  <a:lnTo>
                    <a:pt x="5645825" y="728560"/>
                  </a:lnTo>
                  <a:lnTo>
                    <a:pt x="5645951" y="728560"/>
                  </a:lnTo>
                  <a:lnTo>
                    <a:pt x="5646077" y="728560"/>
                  </a:lnTo>
                  <a:lnTo>
                    <a:pt x="5646203" y="728560"/>
                  </a:lnTo>
                  <a:lnTo>
                    <a:pt x="5646329" y="728560"/>
                  </a:lnTo>
                  <a:lnTo>
                    <a:pt x="5646455" y="728560"/>
                  </a:lnTo>
                  <a:lnTo>
                    <a:pt x="5646581" y="728560"/>
                  </a:lnTo>
                  <a:lnTo>
                    <a:pt x="5646707" y="728560"/>
                  </a:lnTo>
                  <a:lnTo>
                    <a:pt x="5646833" y="728560"/>
                  </a:lnTo>
                  <a:lnTo>
                    <a:pt x="5646960" y="728560"/>
                  </a:lnTo>
                  <a:lnTo>
                    <a:pt x="5647086" y="728560"/>
                  </a:lnTo>
                  <a:lnTo>
                    <a:pt x="5647212" y="728560"/>
                  </a:lnTo>
                  <a:lnTo>
                    <a:pt x="5647338" y="728560"/>
                  </a:lnTo>
                  <a:lnTo>
                    <a:pt x="5647464" y="728560"/>
                  </a:lnTo>
                  <a:lnTo>
                    <a:pt x="5647590" y="728560"/>
                  </a:lnTo>
                  <a:lnTo>
                    <a:pt x="5647716" y="728560"/>
                  </a:lnTo>
                  <a:lnTo>
                    <a:pt x="5647842" y="728560"/>
                  </a:lnTo>
                  <a:lnTo>
                    <a:pt x="5647968" y="728560"/>
                  </a:lnTo>
                  <a:lnTo>
                    <a:pt x="5648094" y="728560"/>
                  </a:lnTo>
                  <a:lnTo>
                    <a:pt x="5648220" y="728560"/>
                  </a:lnTo>
                  <a:lnTo>
                    <a:pt x="5648346" y="728560"/>
                  </a:lnTo>
                  <a:lnTo>
                    <a:pt x="5648473" y="728560"/>
                  </a:lnTo>
                  <a:lnTo>
                    <a:pt x="5648599" y="728560"/>
                  </a:lnTo>
                  <a:lnTo>
                    <a:pt x="5648725" y="728560"/>
                  </a:lnTo>
                  <a:lnTo>
                    <a:pt x="5648851" y="728560"/>
                  </a:lnTo>
                  <a:lnTo>
                    <a:pt x="5648977" y="728560"/>
                  </a:lnTo>
                  <a:lnTo>
                    <a:pt x="5649103" y="728560"/>
                  </a:lnTo>
                  <a:lnTo>
                    <a:pt x="5649229" y="728560"/>
                  </a:lnTo>
                  <a:lnTo>
                    <a:pt x="5649355" y="728560"/>
                  </a:lnTo>
                  <a:lnTo>
                    <a:pt x="5649481" y="728560"/>
                  </a:lnTo>
                  <a:lnTo>
                    <a:pt x="5649607" y="728560"/>
                  </a:lnTo>
                  <a:lnTo>
                    <a:pt x="5649733" y="728560"/>
                  </a:lnTo>
                  <a:lnTo>
                    <a:pt x="5649860" y="728560"/>
                  </a:lnTo>
                  <a:lnTo>
                    <a:pt x="5649986" y="728560"/>
                  </a:lnTo>
                  <a:lnTo>
                    <a:pt x="5650112" y="728560"/>
                  </a:lnTo>
                  <a:lnTo>
                    <a:pt x="5650238" y="728560"/>
                  </a:lnTo>
                  <a:lnTo>
                    <a:pt x="5650364" y="728560"/>
                  </a:lnTo>
                  <a:lnTo>
                    <a:pt x="5650490" y="728560"/>
                  </a:lnTo>
                  <a:lnTo>
                    <a:pt x="5650616" y="728560"/>
                  </a:lnTo>
                  <a:lnTo>
                    <a:pt x="5650742" y="728560"/>
                  </a:lnTo>
                  <a:lnTo>
                    <a:pt x="5650868" y="728560"/>
                  </a:lnTo>
                  <a:lnTo>
                    <a:pt x="5650994" y="728560"/>
                  </a:lnTo>
                  <a:lnTo>
                    <a:pt x="5651120" y="728560"/>
                  </a:lnTo>
                  <a:lnTo>
                    <a:pt x="5651247" y="728560"/>
                  </a:lnTo>
                  <a:lnTo>
                    <a:pt x="5651373" y="728560"/>
                  </a:lnTo>
                  <a:lnTo>
                    <a:pt x="5651499" y="728560"/>
                  </a:lnTo>
                  <a:lnTo>
                    <a:pt x="5651625" y="728560"/>
                  </a:lnTo>
                  <a:lnTo>
                    <a:pt x="5651751" y="728560"/>
                  </a:lnTo>
                  <a:lnTo>
                    <a:pt x="5651877" y="728560"/>
                  </a:lnTo>
                  <a:lnTo>
                    <a:pt x="5652003" y="728560"/>
                  </a:lnTo>
                  <a:lnTo>
                    <a:pt x="5652129" y="728560"/>
                  </a:lnTo>
                  <a:lnTo>
                    <a:pt x="5652255" y="728560"/>
                  </a:lnTo>
                  <a:lnTo>
                    <a:pt x="5652381" y="728560"/>
                  </a:lnTo>
                  <a:lnTo>
                    <a:pt x="5652507" y="728560"/>
                  </a:lnTo>
                  <a:lnTo>
                    <a:pt x="5652633" y="728560"/>
                  </a:lnTo>
                  <a:lnTo>
                    <a:pt x="5652760" y="728560"/>
                  </a:lnTo>
                  <a:lnTo>
                    <a:pt x="5652886" y="728560"/>
                  </a:lnTo>
                  <a:lnTo>
                    <a:pt x="5653012" y="728560"/>
                  </a:lnTo>
                  <a:lnTo>
                    <a:pt x="5653138" y="728560"/>
                  </a:lnTo>
                  <a:lnTo>
                    <a:pt x="5653264" y="728560"/>
                  </a:lnTo>
                  <a:lnTo>
                    <a:pt x="5653390" y="728560"/>
                  </a:lnTo>
                  <a:lnTo>
                    <a:pt x="5653516" y="728560"/>
                  </a:lnTo>
                  <a:lnTo>
                    <a:pt x="5653642" y="728560"/>
                  </a:lnTo>
                  <a:lnTo>
                    <a:pt x="5653768" y="728560"/>
                  </a:lnTo>
                  <a:lnTo>
                    <a:pt x="5653894" y="728560"/>
                  </a:lnTo>
                  <a:lnTo>
                    <a:pt x="5654020" y="728560"/>
                  </a:lnTo>
                  <a:lnTo>
                    <a:pt x="5654147" y="728560"/>
                  </a:lnTo>
                  <a:lnTo>
                    <a:pt x="5654273" y="728560"/>
                  </a:lnTo>
                  <a:lnTo>
                    <a:pt x="5654399" y="728560"/>
                  </a:lnTo>
                  <a:lnTo>
                    <a:pt x="5654525" y="728560"/>
                  </a:lnTo>
                  <a:lnTo>
                    <a:pt x="5654651" y="728560"/>
                  </a:lnTo>
                  <a:lnTo>
                    <a:pt x="5654777" y="728560"/>
                  </a:lnTo>
                  <a:lnTo>
                    <a:pt x="5654903" y="728560"/>
                  </a:lnTo>
                  <a:lnTo>
                    <a:pt x="5655029" y="728560"/>
                  </a:lnTo>
                  <a:lnTo>
                    <a:pt x="5655155" y="728560"/>
                  </a:lnTo>
                  <a:lnTo>
                    <a:pt x="5655281" y="728560"/>
                  </a:lnTo>
                  <a:lnTo>
                    <a:pt x="5655407" y="728560"/>
                  </a:lnTo>
                  <a:lnTo>
                    <a:pt x="5655533" y="728560"/>
                  </a:lnTo>
                  <a:lnTo>
                    <a:pt x="5655660" y="728560"/>
                  </a:lnTo>
                  <a:lnTo>
                    <a:pt x="5655786" y="728560"/>
                  </a:lnTo>
                  <a:lnTo>
                    <a:pt x="5655912" y="728560"/>
                  </a:lnTo>
                  <a:lnTo>
                    <a:pt x="5656038" y="728560"/>
                  </a:lnTo>
                  <a:lnTo>
                    <a:pt x="5656164" y="728560"/>
                  </a:lnTo>
                  <a:lnTo>
                    <a:pt x="5656290" y="728560"/>
                  </a:lnTo>
                  <a:lnTo>
                    <a:pt x="5656416" y="728560"/>
                  </a:lnTo>
                  <a:lnTo>
                    <a:pt x="5656542" y="728560"/>
                  </a:lnTo>
                  <a:lnTo>
                    <a:pt x="5656668" y="728560"/>
                  </a:lnTo>
                  <a:lnTo>
                    <a:pt x="5656794" y="728560"/>
                  </a:lnTo>
                  <a:lnTo>
                    <a:pt x="5656920" y="728560"/>
                  </a:lnTo>
                  <a:lnTo>
                    <a:pt x="5657047" y="728560"/>
                  </a:lnTo>
                  <a:lnTo>
                    <a:pt x="5657173" y="728560"/>
                  </a:lnTo>
                  <a:lnTo>
                    <a:pt x="5657173" y="723280"/>
                  </a:lnTo>
                  <a:lnTo>
                    <a:pt x="5657299" y="723280"/>
                  </a:lnTo>
                  <a:lnTo>
                    <a:pt x="5657425" y="723280"/>
                  </a:lnTo>
                  <a:lnTo>
                    <a:pt x="5657551" y="723280"/>
                  </a:lnTo>
                  <a:lnTo>
                    <a:pt x="5657677" y="723280"/>
                  </a:lnTo>
                  <a:lnTo>
                    <a:pt x="5657803" y="723280"/>
                  </a:lnTo>
                  <a:lnTo>
                    <a:pt x="5657929" y="723280"/>
                  </a:lnTo>
                  <a:lnTo>
                    <a:pt x="5658055" y="723280"/>
                  </a:lnTo>
                  <a:lnTo>
                    <a:pt x="5658055" y="718001"/>
                  </a:lnTo>
                  <a:lnTo>
                    <a:pt x="5658181" y="718001"/>
                  </a:lnTo>
                  <a:lnTo>
                    <a:pt x="5658307" y="718001"/>
                  </a:lnTo>
                  <a:lnTo>
                    <a:pt x="5658433" y="718001"/>
                  </a:lnTo>
                  <a:lnTo>
                    <a:pt x="5658560" y="718001"/>
                  </a:lnTo>
                  <a:lnTo>
                    <a:pt x="5658686" y="718001"/>
                  </a:lnTo>
                  <a:lnTo>
                    <a:pt x="5658812" y="718001"/>
                  </a:lnTo>
                  <a:lnTo>
                    <a:pt x="5658938" y="718001"/>
                  </a:lnTo>
                  <a:lnTo>
                    <a:pt x="5659064" y="718001"/>
                  </a:lnTo>
                  <a:lnTo>
                    <a:pt x="5659190" y="718001"/>
                  </a:lnTo>
                  <a:lnTo>
                    <a:pt x="5659316" y="718001"/>
                  </a:lnTo>
                  <a:lnTo>
                    <a:pt x="5659442" y="718001"/>
                  </a:lnTo>
                  <a:lnTo>
                    <a:pt x="5659568" y="718001"/>
                  </a:lnTo>
                  <a:lnTo>
                    <a:pt x="5659694" y="718001"/>
                  </a:lnTo>
                  <a:lnTo>
                    <a:pt x="5659820" y="718001"/>
                  </a:lnTo>
                  <a:lnTo>
                    <a:pt x="5659947" y="718001"/>
                  </a:lnTo>
                  <a:lnTo>
                    <a:pt x="5660073" y="718001"/>
                  </a:lnTo>
                  <a:lnTo>
                    <a:pt x="5660199" y="718001"/>
                  </a:lnTo>
                  <a:lnTo>
                    <a:pt x="5660325" y="718001"/>
                  </a:lnTo>
                  <a:lnTo>
                    <a:pt x="5660451" y="718001"/>
                  </a:lnTo>
                  <a:lnTo>
                    <a:pt x="5660577" y="718001"/>
                  </a:lnTo>
                  <a:lnTo>
                    <a:pt x="5660703" y="718001"/>
                  </a:lnTo>
                  <a:lnTo>
                    <a:pt x="5660829" y="718001"/>
                  </a:lnTo>
                  <a:lnTo>
                    <a:pt x="5660955" y="718001"/>
                  </a:lnTo>
                  <a:lnTo>
                    <a:pt x="5661081" y="718001"/>
                  </a:lnTo>
                  <a:lnTo>
                    <a:pt x="5661207" y="718001"/>
                  </a:lnTo>
                  <a:lnTo>
                    <a:pt x="5661334" y="718001"/>
                  </a:lnTo>
                  <a:lnTo>
                    <a:pt x="5661460" y="718001"/>
                  </a:lnTo>
                  <a:lnTo>
                    <a:pt x="5661586" y="718001"/>
                  </a:lnTo>
                  <a:lnTo>
                    <a:pt x="5661712" y="718001"/>
                  </a:lnTo>
                  <a:lnTo>
                    <a:pt x="5661838" y="718001"/>
                  </a:lnTo>
                  <a:lnTo>
                    <a:pt x="5661964" y="718001"/>
                  </a:lnTo>
                  <a:lnTo>
                    <a:pt x="5662090" y="718001"/>
                  </a:lnTo>
                  <a:lnTo>
                    <a:pt x="5662216" y="718001"/>
                  </a:lnTo>
                  <a:lnTo>
                    <a:pt x="5662342" y="718001"/>
                  </a:lnTo>
                  <a:lnTo>
                    <a:pt x="5662468" y="718001"/>
                  </a:lnTo>
                  <a:lnTo>
                    <a:pt x="5662594" y="718001"/>
                  </a:lnTo>
                  <a:lnTo>
                    <a:pt x="5662720" y="718001"/>
                  </a:lnTo>
                  <a:lnTo>
                    <a:pt x="5662847" y="718001"/>
                  </a:lnTo>
                  <a:lnTo>
                    <a:pt x="5662973" y="718001"/>
                  </a:lnTo>
                  <a:lnTo>
                    <a:pt x="5663099" y="718001"/>
                  </a:lnTo>
                  <a:lnTo>
                    <a:pt x="5663225" y="718001"/>
                  </a:lnTo>
                  <a:lnTo>
                    <a:pt x="5663351" y="718001"/>
                  </a:lnTo>
                  <a:lnTo>
                    <a:pt x="5663477" y="718001"/>
                  </a:lnTo>
                  <a:lnTo>
                    <a:pt x="5663603" y="718001"/>
                  </a:lnTo>
                  <a:lnTo>
                    <a:pt x="5663729" y="718001"/>
                  </a:lnTo>
                  <a:lnTo>
                    <a:pt x="5663855" y="718001"/>
                  </a:lnTo>
                  <a:lnTo>
                    <a:pt x="5663981" y="718001"/>
                  </a:lnTo>
                  <a:lnTo>
                    <a:pt x="5664107" y="718001"/>
                  </a:lnTo>
                  <a:lnTo>
                    <a:pt x="5664234" y="718001"/>
                  </a:lnTo>
                  <a:lnTo>
                    <a:pt x="5664360" y="718001"/>
                  </a:lnTo>
                  <a:lnTo>
                    <a:pt x="5664486" y="718001"/>
                  </a:lnTo>
                  <a:lnTo>
                    <a:pt x="5664612" y="718001"/>
                  </a:lnTo>
                  <a:lnTo>
                    <a:pt x="5664738" y="718001"/>
                  </a:lnTo>
                  <a:lnTo>
                    <a:pt x="5664864" y="718001"/>
                  </a:lnTo>
                  <a:lnTo>
                    <a:pt x="5664990" y="718001"/>
                  </a:lnTo>
                  <a:lnTo>
                    <a:pt x="5665116" y="718001"/>
                  </a:lnTo>
                  <a:lnTo>
                    <a:pt x="5665242" y="718001"/>
                  </a:lnTo>
                  <a:lnTo>
                    <a:pt x="5665368" y="718001"/>
                  </a:lnTo>
                  <a:lnTo>
                    <a:pt x="5665494" y="718001"/>
                  </a:lnTo>
                  <a:lnTo>
                    <a:pt x="5665620" y="718001"/>
                  </a:lnTo>
                  <a:lnTo>
                    <a:pt x="5665747" y="718001"/>
                  </a:lnTo>
                  <a:lnTo>
                    <a:pt x="5665873" y="718001"/>
                  </a:lnTo>
                  <a:lnTo>
                    <a:pt x="5665999" y="718001"/>
                  </a:lnTo>
                  <a:lnTo>
                    <a:pt x="5666125" y="718001"/>
                  </a:lnTo>
                  <a:lnTo>
                    <a:pt x="5666251" y="718001"/>
                  </a:lnTo>
                  <a:lnTo>
                    <a:pt x="5666377" y="718001"/>
                  </a:lnTo>
                  <a:lnTo>
                    <a:pt x="5666503" y="718001"/>
                  </a:lnTo>
                  <a:lnTo>
                    <a:pt x="5666629" y="718001"/>
                  </a:lnTo>
                  <a:lnTo>
                    <a:pt x="5666755" y="718001"/>
                  </a:lnTo>
                  <a:lnTo>
                    <a:pt x="5666881" y="718001"/>
                  </a:lnTo>
                  <a:lnTo>
                    <a:pt x="5667007" y="718001"/>
                  </a:lnTo>
                  <a:lnTo>
                    <a:pt x="5667134" y="718001"/>
                  </a:lnTo>
                  <a:lnTo>
                    <a:pt x="5667260" y="718001"/>
                  </a:lnTo>
                  <a:lnTo>
                    <a:pt x="5667386" y="718001"/>
                  </a:lnTo>
                  <a:lnTo>
                    <a:pt x="5667512" y="718001"/>
                  </a:lnTo>
                  <a:lnTo>
                    <a:pt x="5667512" y="712721"/>
                  </a:lnTo>
                  <a:lnTo>
                    <a:pt x="5667638" y="712721"/>
                  </a:lnTo>
                  <a:lnTo>
                    <a:pt x="5667764" y="712721"/>
                  </a:lnTo>
                  <a:lnTo>
                    <a:pt x="5667890" y="712721"/>
                  </a:lnTo>
                  <a:lnTo>
                    <a:pt x="5668016" y="712721"/>
                  </a:lnTo>
                  <a:lnTo>
                    <a:pt x="5668142" y="712721"/>
                  </a:lnTo>
                  <a:lnTo>
                    <a:pt x="5668268" y="712721"/>
                  </a:lnTo>
                  <a:lnTo>
                    <a:pt x="5668394" y="712721"/>
                  </a:lnTo>
                  <a:lnTo>
                    <a:pt x="5668521" y="712721"/>
                  </a:lnTo>
                  <a:lnTo>
                    <a:pt x="5668647" y="712721"/>
                  </a:lnTo>
                  <a:lnTo>
                    <a:pt x="5668773" y="712721"/>
                  </a:lnTo>
                  <a:lnTo>
                    <a:pt x="5668899" y="712721"/>
                  </a:lnTo>
                  <a:lnTo>
                    <a:pt x="5668899" y="707442"/>
                  </a:lnTo>
                  <a:lnTo>
                    <a:pt x="5669025" y="707442"/>
                  </a:lnTo>
                  <a:lnTo>
                    <a:pt x="5669151" y="707442"/>
                  </a:lnTo>
                  <a:lnTo>
                    <a:pt x="5669277" y="707442"/>
                  </a:lnTo>
                  <a:lnTo>
                    <a:pt x="5669403" y="707442"/>
                  </a:lnTo>
                  <a:lnTo>
                    <a:pt x="5669529" y="707442"/>
                  </a:lnTo>
                  <a:lnTo>
                    <a:pt x="5669655" y="707442"/>
                  </a:lnTo>
                  <a:lnTo>
                    <a:pt x="5669781" y="707442"/>
                  </a:lnTo>
                  <a:lnTo>
                    <a:pt x="5669907" y="707442"/>
                  </a:lnTo>
                  <a:lnTo>
                    <a:pt x="5670034" y="707442"/>
                  </a:lnTo>
                  <a:lnTo>
                    <a:pt x="5670160" y="707442"/>
                  </a:lnTo>
                  <a:lnTo>
                    <a:pt x="5670286" y="707442"/>
                  </a:lnTo>
                  <a:lnTo>
                    <a:pt x="5670412" y="707442"/>
                  </a:lnTo>
                  <a:lnTo>
                    <a:pt x="5670538" y="707442"/>
                  </a:lnTo>
                  <a:lnTo>
                    <a:pt x="5670664" y="707442"/>
                  </a:lnTo>
                  <a:lnTo>
                    <a:pt x="5670790" y="707442"/>
                  </a:lnTo>
                  <a:lnTo>
                    <a:pt x="5670916" y="707442"/>
                  </a:lnTo>
                  <a:lnTo>
                    <a:pt x="5671042" y="707442"/>
                  </a:lnTo>
                  <a:lnTo>
                    <a:pt x="5671168" y="707442"/>
                  </a:lnTo>
                  <a:lnTo>
                    <a:pt x="5671294" y="707442"/>
                  </a:lnTo>
                  <a:lnTo>
                    <a:pt x="5671421" y="707442"/>
                  </a:lnTo>
                  <a:lnTo>
                    <a:pt x="5671547" y="707442"/>
                  </a:lnTo>
                  <a:lnTo>
                    <a:pt x="5671673" y="707442"/>
                  </a:lnTo>
                  <a:lnTo>
                    <a:pt x="5671799" y="707442"/>
                  </a:lnTo>
                  <a:lnTo>
                    <a:pt x="5671925" y="707442"/>
                  </a:lnTo>
                  <a:lnTo>
                    <a:pt x="5672051" y="707442"/>
                  </a:lnTo>
                  <a:lnTo>
                    <a:pt x="5672177" y="707442"/>
                  </a:lnTo>
                  <a:lnTo>
                    <a:pt x="5672303" y="707442"/>
                  </a:lnTo>
                  <a:lnTo>
                    <a:pt x="5672429" y="707442"/>
                  </a:lnTo>
                  <a:lnTo>
                    <a:pt x="5672555" y="707442"/>
                  </a:lnTo>
                  <a:lnTo>
                    <a:pt x="5672681" y="707442"/>
                  </a:lnTo>
                  <a:lnTo>
                    <a:pt x="5672807" y="707442"/>
                  </a:lnTo>
                  <a:lnTo>
                    <a:pt x="5672934" y="707442"/>
                  </a:lnTo>
                  <a:lnTo>
                    <a:pt x="5673060" y="707442"/>
                  </a:lnTo>
                  <a:lnTo>
                    <a:pt x="5673186" y="707442"/>
                  </a:lnTo>
                  <a:lnTo>
                    <a:pt x="5673312" y="707442"/>
                  </a:lnTo>
                  <a:lnTo>
                    <a:pt x="5673438" y="707442"/>
                  </a:lnTo>
                  <a:lnTo>
                    <a:pt x="5673564" y="707442"/>
                  </a:lnTo>
                  <a:lnTo>
                    <a:pt x="5673690" y="707442"/>
                  </a:lnTo>
                  <a:lnTo>
                    <a:pt x="5673816" y="707442"/>
                  </a:lnTo>
                  <a:lnTo>
                    <a:pt x="5673942" y="707442"/>
                  </a:lnTo>
                  <a:lnTo>
                    <a:pt x="5674068" y="707442"/>
                  </a:lnTo>
                  <a:lnTo>
                    <a:pt x="5674194" y="707442"/>
                  </a:lnTo>
                  <a:lnTo>
                    <a:pt x="5674321" y="707442"/>
                  </a:lnTo>
                  <a:lnTo>
                    <a:pt x="5674447" y="707442"/>
                  </a:lnTo>
                  <a:lnTo>
                    <a:pt x="5674573" y="707442"/>
                  </a:lnTo>
                  <a:lnTo>
                    <a:pt x="5674699" y="707442"/>
                  </a:lnTo>
                  <a:lnTo>
                    <a:pt x="5674825" y="707442"/>
                  </a:lnTo>
                  <a:lnTo>
                    <a:pt x="5674951" y="707442"/>
                  </a:lnTo>
                  <a:lnTo>
                    <a:pt x="5675077" y="707442"/>
                  </a:lnTo>
                  <a:lnTo>
                    <a:pt x="5675203" y="707442"/>
                  </a:lnTo>
                  <a:lnTo>
                    <a:pt x="5675329" y="707442"/>
                  </a:lnTo>
                  <a:lnTo>
                    <a:pt x="5675455" y="707442"/>
                  </a:lnTo>
                  <a:lnTo>
                    <a:pt x="5675581" y="707442"/>
                  </a:lnTo>
                  <a:lnTo>
                    <a:pt x="5675708" y="707442"/>
                  </a:lnTo>
                  <a:lnTo>
                    <a:pt x="5675834" y="707442"/>
                  </a:lnTo>
                  <a:lnTo>
                    <a:pt x="5675960" y="707442"/>
                  </a:lnTo>
                  <a:lnTo>
                    <a:pt x="5676086" y="707442"/>
                  </a:lnTo>
                  <a:lnTo>
                    <a:pt x="5676212" y="707442"/>
                  </a:lnTo>
                  <a:lnTo>
                    <a:pt x="5676338" y="707442"/>
                  </a:lnTo>
                  <a:lnTo>
                    <a:pt x="5676464" y="707442"/>
                  </a:lnTo>
                  <a:lnTo>
                    <a:pt x="5676590" y="707442"/>
                  </a:lnTo>
                  <a:lnTo>
                    <a:pt x="5676716" y="707442"/>
                  </a:lnTo>
                  <a:lnTo>
                    <a:pt x="5676842" y="707442"/>
                  </a:lnTo>
                  <a:lnTo>
                    <a:pt x="5676968" y="707442"/>
                  </a:lnTo>
                  <a:lnTo>
                    <a:pt x="5677094" y="707442"/>
                  </a:lnTo>
                  <a:lnTo>
                    <a:pt x="5677221" y="707442"/>
                  </a:lnTo>
                  <a:lnTo>
                    <a:pt x="5677347" y="707442"/>
                  </a:lnTo>
                  <a:lnTo>
                    <a:pt x="5677473" y="707442"/>
                  </a:lnTo>
                  <a:lnTo>
                    <a:pt x="5677599" y="707442"/>
                  </a:lnTo>
                  <a:lnTo>
                    <a:pt x="5677725" y="707442"/>
                  </a:lnTo>
                  <a:lnTo>
                    <a:pt x="5677851" y="707442"/>
                  </a:lnTo>
                  <a:lnTo>
                    <a:pt x="5677977" y="707442"/>
                  </a:lnTo>
                  <a:lnTo>
                    <a:pt x="5678103" y="707442"/>
                  </a:lnTo>
                  <a:lnTo>
                    <a:pt x="5678229" y="707442"/>
                  </a:lnTo>
                  <a:lnTo>
                    <a:pt x="5678355" y="707442"/>
                  </a:lnTo>
                  <a:lnTo>
                    <a:pt x="5678481" y="707442"/>
                  </a:lnTo>
                  <a:lnTo>
                    <a:pt x="5678608" y="707442"/>
                  </a:lnTo>
                  <a:lnTo>
                    <a:pt x="5678734" y="707442"/>
                  </a:lnTo>
                  <a:lnTo>
                    <a:pt x="5678860" y="707442"/>
                  </a:lnTo>
                  <a:lnTo>
                    <a:pt x="5678986" y="707442"/>
                  </a:lnTo>
                  <a:lnTo>
                    <a:pt x="5679112" y="707442"/>
                  </a:lnTo>
                  <a:lnTo>
                    <a:pt x="5679238" y="707442"/>
                  </a:lnTo>
                  <a:lnTo>
                    <a:pt x="5679364" y="707442"/>
                  </a:lnTo>
                  <a:lnTo>
                    <a:pt x="5679490" y="707442"/>
                  </a:lnTo>
                  <a:lnTo>
                    <a:pt x="5679616" y="707442"/>
                  </a:lnTo>
                  <a:lnTo>
                    <a:pt x="5679742" y="707442"/>
                  </a:lnTo>
                  <a:lnTo>
                    <a:pt x="5679868" y="707442"/>
                  </a:lnTo>
                  <a:lnTo>
                    <a:pt x="5679994" y="707442"/>
                  </a:lnTo>
                  <a:lnTo>
                    <a:pt x="5680121" y="707442"/>
                  </a:lnTo>
                  <a:lnTo>
                    <a:pt x="5680247" y="707442"/>
                  </a:lnTo>
                  <a:lnTo>
                    <a:pt x="5680373" y="707442"/>
                  </a:lnTo>
                  <a:lnTo>
                    <a:pt x="5680499" y="707442"/>
                  </a:lnTo>
                  <a:lnTo>
                    <a:pt x="5680625" y="707442"/>
                  </a:lnTo>
                  <a:lnTo>
                    <a:pt x="5680751" y="707442"/>
                  </a:lnTo>
                  <a:lnTo>
                    <a:pt x="5680877" y="707442"/>
                  </a:lnTo>
                  <a:lnTo>
                    <a:pt x="5681003" y="707442"/>
                  </a:lnTo>
                  <a:lnTo>
                    <a:pt x="5681129" y="707442"/>
                  </a:lnTo>
                  <a:lnTo>
                    <a:pt x="5681255" y="707442"/>
                  </a:lnTo>
                  <a:lnTo>
                    <a:pt x="5681381" y="707442"/>
                  </a:lnTo>
                  <a:lnTo>
                    <a:pt x="5681508" y="707442"/>
                  </a:lnTo>
                  <a:lnTo>
                    <a:pt x="5681634" y="707442"/>
                  </a:lnTo>
                  <a:lnTo>
                    <a:pt x="5681760" y="707442"/>
                  </a:lnTo>
                  <a:lnTo>
                    <a:pt x="5681886" y="707442"/>
                  </a:lnTo>
                  <a:lnTo>
                    <a:pt x="5682012" y="707442"/>
                  </a:lnTo>
                  <a:lnTo>
                    <a:pt x="5682138" y="707442"/>
                  </a:lnTo>
                  <a:lnTo>
                    <a:pt x="5682264" y="707442"/>
                  </a:lnTo>
                  <a:lnTo>
                    <a:pt x="5682390" y="707442"/>
                  </a:lnTo>
                  <a:lnTo>
                    <a:pt x="5682516" y="707442"/>
                  </a:lnTo>
                  <a:lnTo>
                    <a:pt x="5682642" y="707442"/>
                  </a:lnTo>
                  <a:lnTo>
                    <a:pt x="5682768" y="707442"/>
                  </a:lnTo>
                  <a:lnTo>
                    <a:pt x="5682894" y="707442"/>
                  </a:lnTo>
                  <a:lnTo>
                    <a:pt x="5683021" y="707442"/>
                  </a:lnTo>
                  <a:lnTo>
                    <a:pt x="5683147" y="707442"/>
                  </a:lnTo>
                  <a:lnTo>
                    <a:pt x="5683273" y="707442"/>
                  </a:lnTo>
                  <a:lnTo>
                    <a:pt x="5683399" y="707442"/>
                  </a:lnTo>
                  <a:lnTo>
                    <a:pt x="5683525" y="707442"/>
                  </a:lnTo>
                  <a:lnTo>
                    <a:pt x="5683651" y="707442"/>
                  </a:lnTo>
                  <a:lnTo>
                    <a:pt x="5683777" y="707442"/>
                  </a:lnTo>
                  <a:lnTo>
                    <a:pt x="5683903" y="707442"/>
                  </a:lnTo>
                  <a:lnTo>
                    <a:pt x="5684029" y="707442"/>
                  </a:lnTo>
                  <a:lnTo>
                    <a:pt x="5684155" y="707442"/>
                  </a:lnTo>
                  <a:lnTo>
                    <a:pt x="5684281" y="707442"/>
                  </a:lnTo>
                  <a:lnTo>
                    <a:pt x="5684408" y="707442"/>
                  </a:lnTo>
                  <a:lnTo>
                    <a:pt x="5684534" y="707442"/>
                  </a:lnTo>
                  <a:lnTo>
                    <a:pt x="5684660" y="707442"/>
                  </a:lnTo>
                  <a:lnTo>
                    <a:pt x="5684786" y="707442"/>
                  </a:lnTo>
                  <a:lnTo>
                    <a:pt x="5684912" y="707442"/>
                  </a:lnTo>
                  <a:lnTo>
                    <a:pt x="5685038" y="707442"/>
                  </a:lnTo>
                  <a:lnTo>
                    <a:pt x="5685164" y="707442"/>
                  </a:lnTo>
                  <a:lnTo>
                    <a:pt x="5685290" y="707442"/>
                  </a:lnTo>
                  <a:lnTo>
                    <a:pt x="5685416" y="707442"/>
                  </a:lnTo>
                  <a:lnTo>
                    <a:pt x="5685542" y="707442"/>
                  </a:lnTo>
                  <a:lnTo>
                    <a:pt x="5685668" y="707442"/>
                  </a:lnTo>
                  <a:lnTo>
                    <a:pt x="5685795" y="707442"/>
                  </a:lnTo>
                  <a:lnTo>
                    <a:pt x="5685921" y="707442"/>
                  </a:lnTo>
                  <a:lnTo>
                    <a:pt x="5686047" y="707442"/>
                  </a:lnTo>
                  <a:lnTo>
                    <a:pt x="5686173" y="707442"/>
                  </a:lnTo>
                  <a:lnTo>
                    <a:pt x="5686299" y="707442"/>
                  </a:lnTo>
                  <a:lnTo>
                    <a:pt x="5686425" y="707442"/>
                  </a:lnTo>
                  <a:lnTo>
                    <a:pt x="5686551" y="707442"/>
                  </a:lnTo>
                  <a:lnTo>
                    <a:pt x="5686677" y="707442"/>
                  </a:lnTo>
                  <a:lnTo>
                    <a:pt x="5686803" y="707442"/>
                  </a:lnTo>
                  <a:lnTo>
                    <a:pt x="5686929" y="707442"/>
                  </a:lnTo>
                  <a:lnTo>
                    <a:pt x="5687055" y="707442"/>
                  </a:lnTo>
                  <a:lnTo>
                    <a:pt x="5687181" y="707442"/>
                  </a:lnTo>
                  <a:lnTo>
                    <a:pt x="5687308" y="707442"/>
                  </a:lnTo>
                  <a:lnTo>
                    <a:pt x="5687434" y="707442"/>
                  </a:lnTo>
                  <a:lnTo>
                    <a:pt x="5687560" y="707442"/>
                  </a:lnTo>
                  <a:lnTo>
                    <a:pt x="5687686" y="707442"/>
                  </a:lnTo>
                  <a:lnTo>
                    <a:pt x="5687812" y="707442"/>
                  </a:lnTo>
                  <a:lnTo>
                    <a:pt x="5687938" y="707442"/>
                  </a:lnTo>
                  <a:lnTo>
                    <a:pt x="5688064" y="707442"/>
                  </a:lnTo>
                  <a:lnTo>
                    <a:pt x="5688190" y="707442"/>
                  </a:lnTo>
                  <a:lnTo>
                    <a:pt x="5688316" y="707442"/>
                  </a:lnTo>
                  <a:lnTo>
                    <a:pt x="5688442" y="707442"/>
                  </a:lnTo>
                  <a:lnTo>
                    <a:pt x="5688568" y="707442"/>
                  </a:lnTo>
                  <a:lnTo>
                    <a:pt x="5688695" y="707442"/>
                  </a:lnTo>
                  <a:lnTo>
                    <a:pt x="5688821" y="707442"/>
                  </a:lnTo>
                  <a:lnTo>
                    <a:pt x="5688947" y="707442"/>
                  </a:lnTo>
                  <a:lnTo>
                    <a:pt x="5689073" y="707442"/>
                  </a:lnTo>
                  <a:lnTo>
                    <a:pt x="5689199" y="707442"/>
                  </a:lnTo>
                  <a:lnTo>
                    <a:pt x="5689325" y="707442"/>
                  </a:lnTo>
                  <a:lnTo>
                    <a:pt x="5689451" y="707442"/>
                  </a:lnTo>
                  <a:lnTo>
                    <a:pt x="5689577" y="707442"/>
                  </a:lnTo>
                  <a:lnTo>
                    <a:pt x="5689703" y="707442"/>
                  </a:lnTo>
                  <a:lnTo>
                    <a:pt x="5689829" y="707442"/>
                  </a:lnTo>
                  <a:lnTo>
                    <a:pt x="5689955" y="707442"/>
                  </a:lnTo>
                  <a:lnTo>
                    <a:pt x="5690081" y="707442"/>
                  </a:lnTo>
                  <a:lnTo>
                    <a:pt x="5690208" y="707442"/>
                  </a:lnTo>
                  <a:lnTo>
                    <a:pt x="5690334" y="707442"/>
                  </a:lnTo>
                  <a:lnTo>
                    <a:pt x="5690460" y="707442"/>
                  </a:lnTo>
                  <a:lnTo>
                    <a:pt x="5690586" y="707442"/>
                  </a:lnTo>
                  <a:lnTo>
                    <a:pt x="5690712" y="707442"/>
                  </a:lnTo>
                  <a:lnTo>
                    <a:pt x="5690838" y="707442"/>
                  </a:lnTo>
                  <a:lnTo>
                    <a:pt x="5690964" y="707442"/>
                  </a:lnTo>
                  <a:lnTo>
                    <a:pt x="5691090" y="707442"/>
                  </a:lnTo>
                  <a:lnTo>
                    <a:pt x="5691216" y="707442"/>
                  </a:lnTo>
                  <a:lnTo>
                    <a:pt x="5691342" y="707442"/>
                  </a:lnTo>
                  <a:lnTo>
                    <a:pt x="5691468" y="707442"/>
                  </a:lnTo>
                  <a:lnTo>
                    <a:pt x="5691595" y="707442"/>
                  </a:lnTo>
                  <a:lnTo>
                    <a:pt x="5691721" y="707442"/>
                  </a:lnTo>
                  <a:lnTo>
                    <a:pt x="5691847" y="707442"/>
                  </a:lnTo>
                  <a:lnTo>
                    <a:pt x="5691973" y="707442"/>
                  </a:lnTo>
                  <a:lnTo>
                    <a:pt x="5692099" y="707442"/>
                  </a:lnTo>
                  <a:lnTo>
                    <a:pt x="5692225" y="707442"/>
                  </a:lnTo>
                  <a:lnTo>
                    <a:pt x="5692351" y="707442"/>
                  </a:lnTo>
                  <a:lnTo>
                    <a:pt x="5692477" y="707442"/>
                  </a:lnTo>
                  <a:lnTo>
                    <a:pt x="5692603" y="707442"/>
                  </a:lnTo>
                  <a:lnTo>
                    <a:pt x="5692729" y="707442"/>
                  </a:lnTo>
                  <a:lnTo>
                    <a:pt x="5692855" y="707442"/>
                  </a:lnTo>
                  <a:lnTo>
                    <a:pt x="5692982" y="707442"/>
                  </a:lnTo>
                  <a:lnTo>
                    <a:pt x="5693108" y="707442"/>
                  </a:lnTo>
                  <a:lnTo>
                    <a:pt x="5693234" y="707442"/>
                  </a:lnTo>
                  <a:lnTo>
                    <a:pt x="5693360" y="707442"/>
                  </a:lnTo>
                  <a:lnTo>
                    <a:pt x="5693486" y="707442"/>
                  </a:lnTo>
                  <a:lnTo>
                    <a:pt x="5693612" y="707442"/>
                  </a:lnTo>
                  <a:lnTo>
                    <a:pt x="5693738" y="707442"/>
                  </a:lnTo>
                  <a:lnTo>
                    <a:pt x="5693864" y="707442"/>
                  </a:lnTo>
                  <a:lnTo>
                    <a:pt x="5693990" y="707442"/>
                  </a:lnTo>
                  <a:lnTo>
                    <a:pt x="5694116" y="707442"/>
                  </a:lnTo>
                  <a:lnTo>
                    <a:pt x="5694242" y="707442"/>
                  </a:lnTo>
                  <a:lnTo>
                    <a:pt x="5694368" y="707442"/>
                  </a:lnTo>
                  <a:lnTo>
                    <a:pt x="5694495" y="707442"/>
                  </a:lnTo>
                  <a:lnTo>
                    <a:pt x="5694621" y="707442"/>
                  </a:lnTo>
                  <a:lnTo>
                    <a:pt x="5694747" y="707442"/>
                  </a:lnTo>
                  <a:lnTo>
                    <a:pt x="5694873" y="707442"/>
                  </a:lnTo>
                  <a:lnTo>
                    <a:pt x="5694999" y="707442"/>
                  </a:lnTo>
                  <a:lnTo>
                    <a:pt x="5695125" y="707442"/>
                  </a:lnTo>
                  <a:lnTo>
                    <a:pt x="5695251" y="707442"/>
                  </a:lnTo>
                  <a:lnTo>
                    <a:pt x="5695377" y="707442"/>
                  </a:lnTo>
                  <a:lnTo>
                    <a:pt x="5695503" y="707442"/>
                  </a:lnTo>
                  <a:lnTo>
                    <a:pt x="5695629" y="707442"/>
                  </a:lnTo>
                  <a:lnTo>
                    <a:pt x="5695755" y="707442"/>
                  </a:lnTo>
                  <a:lnTo>
                    <a:pt x="5695882" y="707442"/>
                  </a:lnTo>
                  <a:lnTo>
                    <a:pt x="5696008" y="707442"/>
                  </a:lnTo>
                  <a:lnTo>
                    <a:pt x="5696134" y="707442"/>
                  </a:lnTo>
                  <a:lnTo>
                    <a:pt x="5696260" y="707442"/>
                  </a:lnTo>
                  <a:lnTo>
                    <a:pt x="5696386" y="707442"/>
                  </a:lnTo>
                  <a:lnTo>
                    <a:pt x="5696512" y="707442"/>
                  </a:lnTo>
                  <a:lnTo>
                    <a:pt x="5696638" y="707442"/>
                  </a:lnTo>
                  <a:lnTo>
                    <a:pt x="5696764" y="707442"/>
                  </a:lnTo>
                  <a:lnTo>
                    <a:pt x="5696890" y="707442"/>
                  </a:lnTo>
                  <a:lnTo>
                    <a:pt x="5697016" y="707442"/>
                  </a:lnTo>
                  <a:lnTo>
                    <a:pt x="5697142" y="707442"/>
                  </a:lnTo>
                  <a:lnTo>
                    <a:pt x="5697268" y="707442"/>
                  </a:lnTo>
                  <a:lnTo>
                    <a:pt x="5697395" y="707442"/>
                  </a:lnTo>
                  <a:lnTo>
                    <a:pt x="5697521" y="707442"/>
                  </a:lnTo>
                  <a:lnTo>
                    <a:pt x="5697647" y="707442"/>
                  </a:lnTo>
                  <a:lnTo>
                    <a:pt x="5697773" y="707442"/>
                  </a:lnTo>
                  <a:lnTo>
                    <a:pt x="5697899" y="707442"/>
                  </a:lnTo>
                  <a:lnTo>
                    <a:pt x="5698025" y="707442"/>
                  </a:lnTo>
                  <a:lnTo>
                    <a:pt x="5698151" y="707442"/>
                  </a:lnTo>
                  <a:lnTo>
                    <a:pt x="5698277" y="707442"/>
                  </a:lnTo>
                  <a:lnTo>
                    <a:pt x="5698403" y="707442"/>
                  </a:lnTo>
                  <a:lnTo>
                    <a:pt x="5698529" y="707442"/>
                  </a:lnTo>
                  <a:lnTo>
                    <a:pt x="5698655" y="707442"/>
                  </a:lnTo>
                  <a:lnTo>
                    <a:pt x="5698782" y="707442"/>
                  </a:lnTo>
                  <a:lnTo>
                    <a:pt x="5698908" y="707442"/>
                  </a:lnTo>
                  <a:lnTo>
                    <a:pt x="5699034" y="707442"/>
                  </a:lnTo>
                  <a:lnTo>
                    <a:pt x="5699160" y="707442"/>
                  </a:lnTo>
                  <a:lnTo>
                    <a:pt x="5699286" y="707442"/>
                  </a:lnTo>
                  <a:lnTo>
                    <a:pt x="5699412" y="707442"/>
                  </a:lnTo>
                  <a:lnTo>
                    <a:pt x="5699538" y="707442"/>
                  </a:lnTo>
                  <a:lnTo>
                    <a:pt x="5699664" y="707442"/>
                  </a:lnTo>
                  <a:lnTo>
                    <a:pt x="5699790" y="707442"/>
                  </a:lnTo>
                  <a:lnTo>
                    <a:pt x="5699916" y="707442"/>
                  </a:lnTo>
                  <a:lnTo>
                    <a:pt x="5700042" y="707442"/>
                  </a:lnTo>
                  <a:lnTo>
                    <a:pt x="5700168" y="707442"/>
                  </a:lnTo>
                  <a:lnTo>
                    <a:pt x="5700295" y="707442"/>
                  </a:lnTo>
                  <a:lnTo>
                    <a:pt x="5700421" y="707442"/>
                  </a:lnTo>
                  <a:lnTo>
                    <a:pt x="5700547" y="707442"/>
                  </a:lnTo>
                  <a:lnTo>
                    <a:pt x="5700673" y="707442"/>
                  </a:lnTo>
                  <a:lnTo>
                    <a:pt x="5700799" y="707442"/>
                  </a:lnTo>
                  <a:lnTo>
                    <a:pt x="5700925" y="707442"/>
                  </a:lnTo>
                  <a:lnTo>
                    <a:pt x="5701051" y="707442"/>
                  </a:lnTo>
                  <a:lnTo>
                    <a:pt x="5701177" y="707442"/>
                  </a:lnTo>
                  <a:lnTo>
                    <a:pt x="5701303" y="707442"/>
                  </a:lnTo>
                  <a:lnTo>
                    <a:pt x="5701429" y="707442"/>
                  </a:lnTo>
                  <a:lnTo>
                    <a:pt x="5701555" y="707442"/>
                  </a:lnTo>
                  <a:lnTo>
                    <a:pt x="5701682" y="707442"/>
                  </a:lnTo>
                  <a:lnTo>
                    <a:pt x="5701808" y="707442"/>
                  </a:lnTo>
                  <a:lnTo>
                    <a:pt x="5701934" y="707442"/>
                  </a:lnTo>
                  <a:lnTo>
                    <a:pt x="5702060" y="707442"/>
                  </a:lnTo>
                  <a:lnTo>
                    <a:pt x="5702186" y="707442"/>
                  </a:lnTo>
                  <a:lnTo>
                    <a:pt x="5702312" y="707442"/>
                  </a:lnTo>
                  <a:lnTo>
                    <a:pt x="5702438" y="707442"/>
                  </a:lnTo>
                  <a:lnTo>
                    <a:pt x="5702564" y="707442"/>
                  </a:lnTo>
                  <a:lnTo>
                    <a:pt x="5702690" y="707442"/>
                  </a:lnTo>
                  <a:lnTo>
                    <a:pt x="5702816" y="707442"/>
                  </a:lnTo>
                  <a:lnTo>
                    <a:pt x="5702942" y="707442"/>
                  </a:lnTo>
                  <a:lnTo>
                    <a:pt x="5703069" y="707442"/>
                  </a:lnTo>
                  <a:lnTo>
                    <a:pt x="5703195" y="707442"/>
                  </a:lnTo>
                  <a:lnTo>
                    <a:pt x="5703321" y="707442"/>
                  </a:lnTo>
                  <a:lnTo>
                    <a:pt x="5703447" y="707442"/>
                  </a:lnTo>
                  <a:lnTo>
                    <a:pt x="5703573" y="707442"/>
                  </a:lnTo>
                  <a:lnTo>
                    <a:pt x="5703699" y="707442"/>
                  </a:lnTo>
                  <a:lnTo>
                    <a:pt x="5703825" y="707442"/>
                  </a:lnTo>
                  <a:lnTo>
                    <a:pt x="5703951" y="707442"/>
                  </a:lnTo>
                  <a:lnTo>
                    <a:pt x="5704077" y="707442"/>
                  </a:lnTo>
                  <a:lnTo>
                    <a:pt x="5704203" y="707442"/>
                  </a:lnTo>
                  <a:lnTo>
                    <a:pt x="5704329" y="707442"/>
                  </a:lnTo>
                  <a:lnTo>
                    <a:pt x="5704455" y="707442"/>
                  </a:lnTo>
                  <a:lnTo>
                    <a:pt x="5704582" y="707442"/>
                  </a:lnTo>
                  <a:lnTo>
                    <a:pt x="5704708" y="707442"/>
                  </a:lnTo>
                  <a:lnTo>
                    <a:pt x="5704834" y="707442"/>
                  </a:lnTo>
                  <a:lnTo>
                    <a:pt x="5704960" y="707442"/>
                  </a:lnTo>
                  <a:lnTo>
                    <a:pt x="5705086" y="707442"/>
                  </a:lnTo>
                  <a:lnTo>
                    <a:pt x="5705212" y="707442"/>
                  </a:lnTo>
                  <a:lnTo>
                    <a:pt x="5705338" y="707442"/>
                  </a:lnTo>
                  <a:lnTo>
                    <a:pt x="5705464" y="707442"/>
                  </a:lnTo>
                  <a:lnTo>
                    <a:pt x="5705590" y="707442"/>
                  </a:lnTo>
                  <a:lnTo>
                    <a:pt x="5705716" y="707442"/>
                  </a:lnTo>
                  <a:lnTo>
                    <a:pt x="5705842" y="707442"/>
                  </a:lnTo>
                  <a:lnTo>
                    <a:pt x="5705969" y="707442"/>
                  </a:lnTo>
                  <a:lnTo>
                    <a:pt x="5706095" y="707442"/>
                  </a:lnTo>
                  <a:lnTo>
                    <a:pt x="5706221" y="707442"/>
                  </a:lnTo>
                  <a:lnTo>
                    <a:pt x="5706347" y="707442"/>
                  </a:lnTo>
                  <a:lnTo>
                    <a:pt x="5706473" y="707442"/>
                  </a:lnTo>
                  <a:lnTo>
                    <a:pt x="5706599" y="707442"/>
                  </a:lnTo>
                  <a:lnTo>
                    <a:pt x="5706725" y="707442"/>
                  </a:lnTo>
                  <a:lnTo>
                    <a:pt x="5706851" y="707442"/>
                  </a:lnTo>
                  <a:lnTo>
                    <a:pt x="5706977" y="707442"/>
                  </a:lnTo>
                  <a:lnTo>
                    <a:pt x="5707103" y="707442"/>
                  </a:lnTo>
                  <a:lnTo>
                    <a:pt x="5707229" y="707442"/>
                  </a:lnTo>
                  <a:lnTo>
                    <a:pt x="5707355" y="707442"/>
                  </a:lnTo>
                  <a:lnTo>
                    <a:pt x="5707355" y="702163"/>
                  </a:lnTo>
                  <a:lnTo>
                    <a:pt x="5707482" y="702163"/>
                  </a:lnTo>
                  <a:lnTo>
                    <a:pt x="5707608" y="702163"/>
                  </a:lnTo>
                  <a:lnTo>
                    <a:pt x="5707734" y="702163"/>
                  </a:lnTo>
                  <a:lnTo>
                    <a:pt x="5707860" y="702163"/>
                  </a:lnTo>
                  <a:lnTo>
                    <a:pt x="5707986" y="702163"/>
                  </a:lnTo>
                  <a:lnTo>
                    <a:pt x="5708112" y="702163"/>
                  </a:lnTo>
                  <a:lnTo>
                    <a:pt x="5708238" y="702163"/>
                  </a:lnTo>
                  <a:lnTo>
                    <a:pt x="5708364" y="702163"/>
                  </a:lnTo>
                  <a:lnTo>
                    <a:pt x="5708490" y="702163"/>
                  </a:lnTo>
                  <a:lnTo>
                    <a:pt x="5708616" y="702163"/>
                  </a:lnTo>
                  <a:lnTo>
                    <a:pt x="5708742" y="702163"/>
                  </a:lnTo>
                  <a:lnTo>
                    <a:pt x="5708869" y="702163"/>
                  </a:lnTo>
                  <a:lnTo>
                    <a:pt x="5708995" y="702163"/>
                  </a:lnTo>
                  <a:lnTo>
                    <a:pt x="5709121" y="702163"/>
                  </a:lnTo>
                  <a:lnTo>
                    <a:pt x="5709247" y="702163"/>
                  </a:lnTo>
                  <a:lnTo>
                    <a:pt x="5709373" y="702163"/>
                  </a:lnTo>
                  <a:lnTo>
                    <a:pt x="5709499" y="702163"/>
                  </a:lnTo>
                  <a:lnTo>
                    <a:pt x="5709625" y="702163"/>
                  </a:lnTo>
                  <a:lnTo>
                    <a:pt x="5709751" y="702163"/>
                  </a:lnTo>
                  <a:lnTo>
                    <a:pt x="5709877" y="702163"/>
                  </a:lnTo>
                  <a:lnTo>
                    <a:pt x="5710003" y="702163"/>
                  </a:lnTo>
                  <a:lnTo>
                    <a:pt x="5710003" y="696883"/>
                  </a:lnTo>
                  <a:lnTo>
                    <a:pt x="5710129" y="696883"/>
                  </a:lnTo>
                  <a:lnTo>
                    <a:pt x="5710256" y="696883"/>
                  </a:lnTo>
                  <a:lnTo>
                    <a:pt x="5710382" y="696883"/>
                  </a:lnTo>
                  <a:lnTo>
                    <a:pt x="5710508" y="696883"/>
                  </a:lnTo>
                  <a:lnTo>
                    <a:pt x="5710634" y="696883"/>
                  </a:lnTo>
                  <a:lnTo>
                    <a:pt x="5710760" y="696883"/>
                  </a:lnTo>
                  <a:lnTo>
                    <a:pt x="5710886" y="696883"/>
                  </a:lnTo>
                  <a:lnTo>
                    <a:pt x="5711012" y="696883"/>
                  </a:lnTo>
                  <a:lnTo>
                    <a:pt x="5711138" y="696883"/>
                  </a:lnTo>
                  <a:lnTo>
                    <a:pt x="5711264" y="696883"/>
                  </a:lnTo>
                  <a:lnTo>
                    <a:pt x="5711390" y="696883"/>
                  </a:lnTo>
                  <a:lnTo>
                    <a:pt x="5711516" y="696883"/>
                  </a:lnTo>
                  <a:lnTo>
                    <a:pt x="5711642" y="696883"/>
                  </a:lnTo>
                  <a:lnTo>
                    <a:pt x="5711769" y="696883"/>
                  </a:lnTo>
                  <a:lnTo>
                    <a:pt x="5711895" y="696883"/>
                  </a:lnTo>
                  <a:lnTo>
                    <a:pt x="5712021" y="696883"/>
                  </a:lnTo>
                  <a:lnTo>
                    <a:pt x="5712147" y="696883"/>
                  </a:lnTo>
                  <a:lnTo>
                    <a:pt x="5712273" y="696883"/>
                  </a:lnTo>
                  <a:lnTo>
                    <a:pt x="5712399" y="696883"/>
                  </a:lnTo>
                  <a:lnTo>
                    <a:pt x="5712525" y="696883"/>
                  </a:lnTo>
                  <a:lnTo>
                    <a:pt x="5712651" y="696883"/>
                  </a:lnTo>
                  <a:lnTo>
                    <a:pt x="5712777" y="696883"/>
                  </a:lnTo>
                  <a:lnTo>
                    <a:pt x="5712903" y="696883"/>
                  </a:lnTo>
                  <a:lnTo>
                    <a:pt x="5713029" y="696883"/>
                  </a:lnTo>
                  <a:lnTo>
                    <a:pt x="5713156" y="696883"/>
                  </a:lnTo>
                  <a:lnTo>
                    <a:pt x="5713282" y="696883"/>
                  </a:lnTo>
                  <a:lnTo>
                    <a:pt x="5713408" y="696883"/>
                  </a:lnTo>
                  <a:lnTo>
                    <a:pt x="5713534" y="696883"/>
                  </a:lnTo>
                  <a:lnTo>
                    <a:pt x="5713660" y="696883"/>
                  </a:lnTo>
                  <a:lnTo>
                    <a:pt x="5713786" y="696883"/>
                  </a:lnTo>
                  <a:lnTo>
                    <a:pt x="5713912" y="696883"/>
                  </a:lnTo>
                  <a:lnTo>
                    <a:pt x="5714038" y="696883"/>
                  </a:lnTo>
                  <a:lnTo>
                    <a:pt x="5714164" y="696883"/>
                  </a:lnTo>
                  <a:lnTo>
                    <a:pt x="5714290" y="696883"/>
                  </a:lnTo>
                  <a:lnTo>
                    <a:pt x="5714416" y="696883"/>
                  </a:lnTo>
                  <a:lnTo>
                    <a:pt x="5714542" y="696883"/>
                  </a:lnTo>
                  <a:lnTo>
                    <a:pt x="5714669" y="696883"/>
                  </a:lnTo>
                  <a:lnTo>
                    <a:pt x="5714795" y="696883"/>
                  </a:lnTo>
                  <a:lnTo>
                    <a:pt x="5714921" y="696883"/>
                  </a:lnTo>
                  <a:lnTo>
                    <a:pt x="5715047" y="696883"/>
                  </a:lnTo>
                  <a:lnTo>
                    <a:pt x="5715173" y="696883"/>
                  </a:lnTo>
                  <a:lnTo>
                    <a:pt x="5715299" y="696883"/>
                  </a:lnTo>
                  <a:lnTo>
                    <a:pt x="5715425" y="696883"/>
                  </a:lnTo>
                  <a:lnTo>
                    <a:pt x="5715551" y="696883"/>
                  </a:lnTo>
                  <a:lnTo>
                    <a:pt x="5715677" y="696883"/>
                  </a:lnTo>
                  <a:lnTo>
                    <a:pt x="5715803" y="696883"/>
                  </a:lnTo>
                  <a:lnTo>
                    <a:pt x="5715929" y="696883"/>
                  </a:lnTo>
                  <a:lnTo>
                    <a:pt x="5716056" y="696883"/>
                  </a:lnTo>
                  <a:lnTo>
                    <a:pt x="5716182" y="696883"/>
                  </a:lnTo>
                  <a:lnTo>
                    <a:pt x="5716308" y="696883"/>
                  </a:lnTo>
                  <a:lnTo>
                    <a:pt x="5716434" y="696883"/>
                  </a:lnTo>
                  <a:lnTo>
                    <a:pt x="5716560" y="696883"/>
                  </a:lnTo>
                  <a:lnTo>
                    <a:pt x="5716686" y="696883"/>
                  </a:lnTo>
                  <a:lnTo>
                    <a:pt x="5716812" y="696883"/>
                  </a:lnTo>
                  <a:lnTo>
                    <a:pt x="5716938" y="696883"/>
                  </a:lnTo>
                  <a:lnTo>
                    <a:pt x="5717064" y="696883"/>
                  </a:lnTo>
                  <a:lnTo>
                    <a:pt x="5717190" y="696883"/>
                  </a:lnTo>
                  <a:lnTo>
                    <a:pt x="5717316" y="696883"/>
                  </a:lnTo>
                  <a:lnTo>
                    <a:pt x="5717443" y="696883"/>
                  </a:lnTo>
                  <a:lnTo>
                    <a:pt x="5717569" y="696883"/>
                  </a:lnTo>
                  <a:lnTo>
                    <a:pt x="5717695" y="696883"/>
                  </a:lnTo>
                  <a:lnTo>
                    <a:pt x="5717821" y="696883"/>
                  </a:lnTo>
                  <a:lnTo>
                    <a:pt x="5717947" y="696883"/>
                  </a:lnTo>
                  <a:lnTo>
                    <a:pt x="5718073" y="696883"/>
                  </a:lnTo>
                  <a:lnTo>
                    <a:pt x="5718199" y="696883"/>
                  </a:lnTo>
                  <a:lnTo>
                    <a:pt x="5718325" y="696883"/>
                  </a:lnTo>
                  <a:lnTo>
                    <a:pt x="5718451" y="696883"/>
                  </a:lnTo>
                  <a:lnTo>
                    <a:pt x="5718577" y="696883"/>
                  </a:lnTo>
                  <a:lnTo>
                    <a:pt x="5718703" y="696883"/>
                  </a:lnTo>
                  <a:lnTo>
                    <a:pt x="5718829" y="696883"/>
                  </a:lnTo>
                  <a:lnTo>
                    <a:pt x="5718956" y="696883"/>
                  </a:lnTo>
                  <a:lnTo>
                    <a:pt x="5719082" y="696883"/>
                  </a:lnTo>
                  <a:lnTo>
                    <a:pt x="5719208" y="696883"/>
                  </a:lnTo>
                  <a:lnTo>
                    <a:pt x="5719334" y="696883"/>
                  </a:lnTo>
                  <a:lnTo>
                    <a:pt x="5719460" y="696883"/>
                  </a:lnTo>
                  <a:lnTo>
                    <a:pt x="5719586" y="696883"/>
                  </a:lnTo>
                  <a:lnTo>
                    <a:pt x="5719712" y="696883"/>
                  </a:lnTo>
                  <a:lnTo>
                    <a:pt x="5719838" y="696883"/>
                  </a:lnTo>
                  <a:lnTo>
                    <a:pt x="5719964" y="696883"/>
                  </a:lnTo>
                  <a:lnTo>
                    <a:pt x="5720090" y="696883"/>
                  </a:lnTo>
                  <a:lnTo>
                    <a:pt x="5720216" y="696883"/>
                  </a:lnTo>
                  <a:lnTo>
                    <a:pt x="5720343" y="696883"/>
                  </a:lnTo>
                  <a:lnTo>
                    <a:pt x="5720469" y="696883"/>
                  </a:lnTo>
                  <a:lnTo>
                    <a:pt x="5720595" y="696883"/>
                  </a:lnTo>
                  <a:lnTo>
                    <a:pt x="5720721" y="696883"/>
                  </a:lnTo>
                  <a:lnTo>
                    <a:pt x="5720847" y="696883"/>
                  </a:lnTo>
                  <a:lnTo>
                    <a:pt x="5720973" y="696883"/>
                  </a:lnTo>
                  <a:lnTo>
                    <a:pt x="5721099" y="696883"/>
                  </a:lnTo>
                  <a:lnTo>
                    <a:pt x="5721225" y="696883"/>
                  </a:lnTo>
                  <a:lnTo>
                    <a:pt x="5721351" y="696883"/>
                  </a:lnTo>
                  <a:lnTo>
                    <a:pt x="5721477" y="696883"/>
                  </a:lnTo>
                  <a:lnTo>
                    <a:pt x="5721603" y="696883"/>
                  </a:lnTo>
                  <a:lnTo>
                    <a:pt x="5721729" y="696883"/>
                  </a:lnTo>
                  <a:lnTo>
                    <a:pt x="5721856" y="696883"/>
                  </a:lnTo>
                  <a:lnTo>
                    <a:pt x="5721982" y="696883"/>
                  </a:lnTo>
                  <a:lnTo>
                    <a:pt x="5722108" y="696883"/>
                  </a:lnTo>
                  <a:lnTo>
                    <a:pt x="5722234" y="696883"/>
                  </a:lnTo>
                  <a:lnTo>
                    <a:pt x="5722360" y="696883"/>
                  </a:lnTo>
                  <a:lnTo>
                    <a:pt x="5722486" y="696883"/>
                  </a:lnTo>
                  <a:lnTo>
                    <a:pt x="5722612" y="696883"/>
                  </a:lnTo>
                  <a:lnTo>
                    <a:pt x="5722738" y="696883"/>
                  </a:lnTo>
                  <a:lnTo>
                    <a:pt x="5722864" y="696883"/>
                  </a:lnTo>
                  <a:lnTo>
                    <a:pt x="5722990" y="696883"/>
                  </a:lnTo>
                  <a:lnTo>
                    <a:pt x="5723116" y="696883"/>
                  </a:lnTo>
                  <a:lnTo>
                    <a:pt x="5723243" y="696883"/>
                  </a:lnTo>
                  <a:lnTo>
                    <a:pt x="5723369" y="696883"/>
                  </a:lnTo>
                  <a:lnTo>
                    <a:pt x="5723495" y="696883"/>
                  </a:lnTo>
                  <a:lnTo>
                    <a:pt x="5723621" y="696883"/>
                  </a:lnTo>
                  <a:lnTo>
                    <a:pt x="5723747" y="696883"/>
                  </a:lnTo>
                  <a:lnTo>
                    <a:pt x="5723873" y="696883"/>
                  </a:lnTo>
                  <a:lnTo>
                    <a:pt x="5723999" y="696883"/>
                  </a:lnTo>
                  <a:lnTo>
                    <a:pt x="5724125" y="696883"/>
                  </a:lnTo>
                  <a:lnTo>
                    <a:pt x="5724251" y="696883"/>
                  </a:lnTo>
                  <a:lnTo>
                    <a:pt x="5724377" y="696883"/>
                  </a:lnTo>
                  <a:lnTo>
                    <a:pt x="5724503" y="696883"/>
                  </a:lnTo>
                  <a:lnTo>
                    <a:pt x="5724629" y="696883"/>
                  </a:lnTo>
                  <a:lnTo>
                    <a:pt x="5724756" y="696883"/>
                  </a:lnTo>
                  <a:lnTo>
                    <a:pt x="5724882" y="696883"/>
                  </a:lnTo>
                  <a:lnTo>
                    <a:pt x="5725008" y="696883"/>
                  </a:lnTo>
                  <a:lnTo>
                    <a:pt x="5725134" y="696883"/>
                  </a:lnTo>
                  <a:lnTo>
                    <a:pt x="5725260" y="696883"/>
                  </a:lnTo>
                  <a:lnTo>
                    <a:pt x="5725386" y="696883"/>
                  </a:lnTo>
                  <a:lnTo>
                    <a:pt x="5725512" y="696883"/>
                  </a:lnTo>
                  <a:lnTo>
                    <a:pt x="5725638" y="696883"/>
                  </a:lnTo>
                  <a:lnTo>
                    <a:pt x="5725764" y="696883"/>
                  </a:lnTo>
                  <a:lnTo>
                    <a:pt x="5725890" y="696883"/>
                  </a:lnTo>
                  <a:lnTo>
                    <a:pt x="5726016" y="696883"/>
                  </a:lnTo>
                  <a:lnTo>
                    <a:pt x="5726143" y="696883"/>
                  </a:lnTo>
                  <a:lnTo>
                    <a:pt x="5726269" y="696883"/>
                  </a:lnTo>
                  <a:lnTo>
                    <a:pt x="5726395" y="696883"/>
                  </a:lnTo>
                  <a:lnTo>
                    <a:pt x="5726521" y="696883"/>
                  </a:lnTo>
                  <a:lnTo>
                    <a:pt x="5726647" y="696883"/>
                  </a:lnTo>
                  <a:lnTo>
                    <a:pt x="5726773" y="696883"/>
                  </a:lnTo>
                  <a:lnTo>
                    <a:pt x="5726899" y="696883"/>
                  </a:lnTo>
                  <a:lnTo>
                    <a:pt x="5727025" y="696883"/>
                  </a:lnTo>
                  <a:lnTo>
                    <a:pt x="5727151" y="696883"/>
                  </a:lnTo>
                  <a:lnTo>
                    <a:pt x="5727277" y="696883"/>
                  </a:lnTo>
                  <a:lnTo>
                    <a:pt x="5727403" y="696883"/>
                  </a:lnTo>
                  <a:lnTo>
                    <a:pt x="5727530" y="696883"/>
                  </a:lnTo>
                  <a:lnTo>
                    <a:pt x="5727656" y="696883"/>
                  </a:lnTo>
                  <a:lnTo>
                    <a:pt x="5727782" y="696883"/>
                  </a:lnTo>
                  <a:lnTo>
                    <a:pt x="5727908" y="696883"/>
                  </a:lnTo>
                  <a:lnTo>
                    <a:pt x="5728034" y="696883"/>
                  </a:lnTo>
                  <a:lnTo>
                    <a:pt x="5728160" y="696883"/>
                  </a:lnTo>
                  <a:lnTo>
                    <a:pt x="5728286" y="696883"/>
                  </a:lnTo>
                  <a:lnTo>
                    <a:pt x="5728412" y="696883"/>
                  </a:lnTo>
                  <a:lnTo>
                    <a:pt x="5728538" y="696883"/>
                  </a:lnTo>
                  <a:lnTo>
                    <a:pt x="5728664" y="696883"/>
                  </a:lnTo>
                  <a:lnTo>
                    <a:pt x="5728790" y="696883"/>
                  </a:lnTo>
                  <a:lnTo>
                    <a:pt x="5728916" y="696883"/>
                  </a:lnTo>
                  <a:lnTo>
                    <a:pt x="5729043" y="696883"/>
                  </a:lnTo>
                  <a:lnTo>
                    <a:pt x="5729169" y="696883"/>
                  </a:lnTo>
                  <a:lnTo>
                    <a:pt x="5729295" y="696883"/>
                  </a:lnTo>
                  <a:lnTo>
                    <a:pt x="5729421" y="696883"/>
                  </a:lnTo>
                  <a:lnTo>
                    <a:pt x="5729547" y="696883"/>
                  </a:lnTo>
                  <a:lnTo>
                    <a:pt x="5729673" y="696883"/>
                  </a:lnTo>
                  <a:lnTo>
                    <a:pt x="5729799" y="696883"/>
                  </a:lnTo>
                  <a:lnTo>
                    <a:pt x="5729925" y="696883"/>
                  </a:lnTo>
                  <a:lnTo>
                    <a:pt x="5730051" y="696883"/>
                  </a:lnTo>
                  <a:lnTo>
                    <a:pt x="5730177" y="696883"/>
                  </a:lnTo>
                  <a:lnTo>
                    <a:pt x="5730303" y="696883"/>
                  </a:lnTo>
                  <a:lnTo>
                    <a:pt x="5730430" y="696883"/>
                  </a:lnTo>
                  <a:lnTo>
                    <a:pt x="5730556" y="696883"/>
                  </a:lnTo>
                  <a:lnTo>
                    <a:pt x="5730682" y="696883"/>
                  </a:lnTo>
                  <a:lnTo>
                    <a:pt x="5730808" y="696883"/>
                  </a:lnTo>
                  <a:lnTo>
                    <a:pt x="5730934" y="696883"/>
                  </a:lnTo>
                  <a:lnTo>
                    <a:pt x="5731060" y="696883"/>
                  </a:lnTo>
                  <a:lnTo>
                    <a:pt x="5731186" y="696883"/>
                  </a:lnTo>
                  <a:lnTo>
                    <a:pt x="5731312" y="696883"/>
                  </a:lnTo>
                  <a:lnTo>
                    <a:pt x="5731438" y="696883"/>
                  </a:lnTo>
                  <a:lnTo>
                    <a:pt x="5731564" y="696883"/>
                  </a:lnTo>
                  <a:lnTo>
                    <a:pt x="5731690" y="696883"/>
                  </a:lnTo>
                  <a:lnTo>
                    <a:pt x="5731816" y="696883"/>
                  </a:lnTo>
                  <a:lnTo>
                    <a:pt x="5731943" y="696883"/>
                  </a:lnTo>
                  <a:lnTo>
                    <a:pt x="5732069" y="696883"/>
                  </a:lnTo>
                  <a:lnTo>
                    <a:pt x="5732195" y="696883"/>
                  </a:lnTo>
                  <a:lnTo>
                    <a:pt x="5732321" y="696883"/>
                  </a:lnTo>
                  <a:lnTo>
                    <a:pt x="5732447" y="696883"/>
                  </a:lnTo>
                  <a:lnTo>
                    <a:pt x="5732573" y="696883"/>
                  </a:lnTo>
                  <a:lnTo>
                    <a:pt x="5732699" y="696883"/>
                  </a:lnTo>
                  <a:lnTo>
                    <a:pt x="5732825" y="696883"/>
                  </a:lnTo>
                  <a:lnTo>
                    <a:pt x="5732951" y="696883"/>
                  </a:lnTo>
                  <a:lnTo>
                    <a:pt x="5733077" y="696883"/>
                  </a:lnTo>
                  <a:lnTo>
                    <a:pt x="5733203" y="696883"/>
                  </a:lnTo>
                  <a:lnTo>
                    <a:pt x="5733330" y="696883"/>
                  </a:lnTo>
                  <a:lnTo>
                    <a:pt x="5733456" y="696883"/>
                  </a:lnTo>
                  <a:lnTo>
                    <a:pt x="5733582" y="696883"/>
                  </a:lnTo>
                  <a:lnTo>
                    <a:pt x="5733708" y="696883"/>
                  </a:lnTo>
                  <a:lnTo>
                    <a:pt x="5733834" y="696883"/>
                  </a:lnTo>
                  <a:lnTo>
                    <a:pt x="5733834" y="691604"/>
                  </a:lnTo>
                  <a:lnTo>
                    <a:pt x="5733960" y="691604"/>
                  </a:lnTo>
                  <a:lnTo>
                    <a:pt x="5734086" y="691604"/>
                  </a:lnTo>
                  <a:lnTo>
                    <a:pt x="5734212" y="691604"/>
                  </a:lnTo>
                  <a:lnTo>
                    <a:pt x="5734338" y="691604"/>
                  </a:lnTo>
                  <a:lnTo>
                    <a:pt x="5734464" y="691604"/>
                  </a:lnTo>
                  <a:lnTo>
                    <a:pt x="5734590" y="691604"/>
                  </a:lnTo>
                  <a:lnTo>
                    <a:pt x="5734717" y="691604"/>
                  </a:lnTo>
                  <a:lnTo>
                    <a:pt x="5734843" y="691604"/>
                  </a:lnTo>
                  <a:lnTo>
                    <a:pt x="5734969" y="691604"/>
                  </a:lnTo>
                  <a:lnTo>
                    <a:pt x="5735095" y="691604"/>
                  </a:lnTo>
                  <a:lnTo>
                    <a:pt x="5735221" y="691604"/>
                  </a:lnTo>
                  <a:lnTo>
                    <a:pt x="5735347" y="691604"/>
                  </a:lnTo>
                  <a:lnTo>
                    <a:pt x="5735473" y="691604"/>
                  </a:lnTo>
                  <a:lnTo>
                    <a:pt x="5735599" y="691604"/>
                  </a:lnTo>
                  <a:lnTo>
                    <a:pt x="5735725" y="691604"/>
                  </a:lnTo>
                  <a:lnTo>
                    <a:pt x="5735851" y="691604"/>
                  </a:lnTo>
                  <a:lnTo>
                    <a:pt x="5735977" y="691604"/>
                  </a:lnTo>
                  <a:lnTo>
                    <a:pt x="5736103" y="691604"/>
                  </a:lnTo>
                  <a:lnTo>
                    <a:pt x="5736230" y="691604"/>
                  </a:lnTo>
                  <a:lnTo>
                    <a:pt x="5736356" y="691604"/>
                  </a:lnTo>
                  <a:lnTo>
                    <a:pt x="5736482" y="691604"/>
                  </a:lnTo>
                  <a:lnTo>
                    <a:pt x="5736608" y="691604"/>
                  </a:lnTo>
                  <a:lnTo>
                    <a:pt x="5736734" y="691604"/>
                  </a:lnTo>
                  <a:lnTo>
                    <a:pt x="5736860" y="691604"/>
                  </a:lnTo>
                  <a:lnTo>
                    <a:pt x="5736986" y="691604"/>
                  </a:lnTo>
                  <a:lnTo>
                    <a:pt x="5737112" y="691604"/>
                  </a:lnTo>
                  <a:lnTo>
                    <a:pt x="5737238" y="691604"/>
                  </a:lnTo>
                  <a:lnTo>
                    <a:pt x="5737364" y="691604"/>
                  </a:lnTo>
                  <a:lnTo>
                    <a:pt x="5737490" y="691604"/>
                  </a:lnTo>
                  <a:lnTo>
                    <a:pt x="5737617" y="691604"/>
                  </a:lnTo>
                  <a:lnTo>
                    <a:pt x="5737743" y="691604"/>
                  </a:lnTo>
                  <a:lnTo>
                    <a:pt x="5737869" y="691604"/>
                  </a:lnTo>
                  <a:lnTo>
                    <a:pt x="5737995" y="691604"/>
                  </a:lnTo>
                  <a:lnTo>
                    <a:pt x="5738121" y="691604"/>
                  </a:lnTo>
                  <a:lnTo>
                    <a:pt x="5738247" y="691604"/>
                  </a:lnTo>
                  <a:lnTo>
                    <a:pt x="5738373" y="691604"/>
                  </a:lnTo>
                  <a:lnTo>
                    <a:pt x="5738499" y="691604"/>
                  </a:lnTo>
                  <a:lnTo>
                    <a:pt x="5738625" y="691604"/>
                  </a:lnTo>
                  <a:lnTo>
                    <a:pt x="5738751" y="691604"/>
                  </a:lnTo>
                  <a:lnTo>
                    <a:pt x="5738877" y="691604"/>
                  </a:lnTo>
                  <a:lnTo>
                    <a:pt x="5739003" y="691604"/>
                  </a:lnTo>
                  <a:lnTo>
                    <a:pt x="5739130" y="691604"/>
                  </a:lnTo>
                  <a:lnTo>
                    <a:pt x="5739256" y="691604"/>
                  </a:lnTo>
                  <a:lnTo>
                    <a:pt x="5739382" y="691604"/>
                  </a:lnTo>
                  <a:lnTo>
                    <a:pt x="5739508" y="691604"/>
                  </a:lnTo>
                  <a:lnTo>
                    <a:pt x="5739634" y="691604"/>
                  </a:lnTo>
                  <a:lnTo>
                    <a:pt x="5739760" y="691604"/>
                  </a:lnTo>
                  <a:lnTo>
                    <a:pt x="5739886" y="691604"/>
                  </a:lnTo>
                  <a:lnTo>
                    <a:pt x="5740012" y="691604"/>
                  </a:lnTo>
                  <a:lnTo>
                    <a:pt x="5740138" y="691604"/>
                  </a:lnTo>
                  <a:lnTo>
                    <a:pt x="5740264" y="691604"/>
                  </a:lnTo>
                  <a:lnTo>
                    <a:pt x="5740390" y="691604"/>
                  </a:lnTo>
                  <a:lnTo>
                    <a:pt x="5740517" y="691604"/>
                  </a:lnTo>
                  <a:lnTo>
                    <a:pt x="5740643" y="691604"/>
                  </a:lnTo>
                  <a:lnTo>
                    <a:pt x="5740769" y="691604"/>
                  </a:lnTo>
                  <a:lnTo>
                    <a:pt x="5740895" y="691604"/>
                  </a:lnTo>
                  <a:lnTo>
                    <a:pt x="5741021" y="691604"/>
                  </a:lnTo>
                  <a:lnTo>
                    <a:pt x="5741147" y="691604"/>
                  </a:lnTo>
                  <a:lnTo>
                    <a:pt x="5741273" y="691604"/>
                  </a:lnTo>
                  <a:lnTo>
                    <a:pt x="5741399" y="691604"/>
                  </a:lnTo>
                  <a:lnTo>
                    <a:pt x="5741525" y="691604"/>
                  </a:lnTo>
                  <a:lnTo>
                    <a:pt x="5741651" y="691604"/>
                  </a:lnTo>
                  <a:lnTo>
                    <a:pt x="5741777" y="691604"/>
                  </a:lnTo>
                  <a:lnTo>
                    <a:pt x="5741904" y="691604"/>
                  </a:lnTo>
                  <a:lnTo>
                    <a:pt x="5742030" y="691604"/>
                  </a:lnTo>
                  <a:lnTo>
                    <a:pt x="5742156" y="691604"/>
                  </a:lnTo>
                  <a:lnTo>
                    <a:pt x="5742282" y="691604"/>
                  </a:lnTo>
                  <a:lnTo>
                    <a:pt x="5742408" y="691604"/>
                  </a:lnTo>
                  <a:lnTo>
                    <a:pt x="5742534" y="691604"/>
                  </a:lnTo>
                  <a:lnTo>
                    <a:pt x="5742660" y="691604"/>
                  </a:lnTo>
                  <a:lnTo>
                    <a:pt x="5742786" y="691604"/>
                  </a:lnTo>
                  <a:lnTo>
                    <a:pt x="5742912" y="691604"/>
                  </a:lnTo>
                  <a:lnTo>
                    <a:pt x="5743038" y="691604"/>
                  </a:lnTo>
                  <a:lnTo>
                    <a:pt x="5743164" y="691604"/>
                  </a:lnTo>
                  <a:lnTo>
                    <a:pt x="5743290" y="691604"/>
                  </a:lnTo>
                  <a:lnTo>
                    <a:pt x="5743417" y="691604"/>
                  </a:lnTo>
                  <a:lnTo>
                    <a:pt x="5743543" y="691604"/>
                  </a:lnTo>
                  <a:lnTo>
                    <a:pt x="5743669" y="691604"/>
                  </a:lnTo>
                  <a:lnTo>
                    <a:pt x="5743795" y="691604"/>
                  </a:lnTo>
                  <a:lnTo>
                    <a:pt x="5743921" y="691604"/>
                  </a:lnTo>
                  <a:lnTo>
                    <a:pt x="5744047" y="691604"/>
                  </a:lnTo>
                  <a:lnTo>
                    <a:pt x="5744173" y="691604"/>
                  </a:lnTo>
                  <a:lnTo>
                    <a:pt x="5744299" y="691604"/>
                  </a:lnTo>
                  <a:lnTo>
                    <a:pt x="5744425" y="691604"/>
                  </a:lnTo>
                  <a:lnTo>
                    <a:pt x="5744551" y="691604"/>
                  </a:lnTo>
                  <a:lnTo>
                    <a:pt x="5744677" y="691604"/>
                  </a:lnTo>
                  <a:lnTo>
                    <a:pt x="5744804" y="691604"/>
                  </a:lnTo>
                  <a:lnTo>
                    <a:pt x="5744930" y="691604"/>
                  </a:lnTo>
                  <a:lnTo>
                    <a:pt x="5745056" y="691604"/>
                  </a:lnTo>
                  <a:lnTo>
                    <a:pt x="5745182" y="691604"/>
                  </a:lnTo>
                  <a:lnTo>
                    <a:pt x="5745308" y="691604"/>
                  </a:lnTo>
                  <a:lnTo>
                    <a:pt x="5745434" y="691604"/>
                  </a:lnTo>
                  <a:lnTo>
                    <a:pt x="5745560" y="691604"/>
                  </a:lnTo>
                  <a:lnTo>
                    <a:pt x="5745686" y="691604"/>
                  </a:lnTo>
                  <a:lnTo>
                    <a:pt x="5745812" y="691604"/>
                  </a:lnTo>
                  <a:lnTo>
                    <a:pt x="5745938" y="691604"/>
                  </a:lnTo>
                  <a:lnTo>
                    <a:pt x="5746064" y="691604"/>
                  </a:lnTo>
                  <a:lnTo>
                    <a:pt x="5746190" y="691604"/>
                  </a:lnTo>
                  <a:lnTo>
                    <a:pt x="5746317" y="691604"/>
                  </a:lnTo>
                  <a:lnTo>
                    <a:pt x="5746443" y="691604"/>
                  </a:lnTo>
                  <a:lnTo>
                    <a:pt x="5746569" y="691604"/>
                  </a:lnTo>
                  <a:lnTo>
                    <a:pt x="5746695" y="691604"/>
                  </a:lnTo>
                  <a:lnTo>
                    <a:pt x="5746821" y="691604"/>
                  </a:lnTo>
                  <a:lnTo>
                    <a:pt x="5746947" y="691604"/>
                  </a:lnTo>
                  <a:lnTo>
                    <a:pt x="5747073" y="691604"/>
                  </a:lnTo>
                  <a:lnTo>
                    <a:pt x="5747199" y="691604"/>
                  </a:lnTo>
                  <a:lnTo>
                    <a:pt x="5747325" y="691604"/>
                  </a:lnTo>
                  <a:lnTo>
                    <a:pt x="5747451" y="691604"/>
                  </a:lnTo>
                  <a:lnTo>
                    <a:pt x="5747577" y="691604"/>
                  </a:lnTo>
                  <a:lnTo>
                    <a:pt x="5747704" y="691604"/>
                  </a:lnTo>
                  <a:lnTo>
                    <a:pt x="5747830" y="691604"/>
                  </a:lnTo>
                  <a:lnTo>
                    <a:pt x="5747956" y="691604"/>
                  </a:lnTo>
                  <a:lnTo>
                    <a:pt x="5748082" y="691604"/>
                  </a:lnTo>
                  <a:lnTo>
                    <a:pt x="5748208" y="691604"/>
                  </a:lnTo>
                  <a:lnTo>
                    <a:pt x="5748334" y="691604"/>
                  </a:lnTo>
                  <a:lnTo>
                    <a:pt x="5748460" y="691604"/>
                  </a:lnTo>
                  <a:lnTo>
                    <a:pt x="5748586" y="691604"/>
                  </a:lnTo>
                  <a:lnTo>
                    <a:pt x="5748712" y="691604"/>
                  </a:lnTo>
                  <a:lnTo>
                    <a:pt x="5748838" y="691604"/>
                  </a:lnTo>
                  <a:lnTo>
                    <a:pt x="5748964" y="691604"/>
                  </a:lnTo>
                  <a:lnTo>
                    <a:pt x="5749090" y="691604"/>
                  </a:lnTo>
                  <a:lnTo>
                    <a:pt x="5749217" y="691604"/>
                  </a:lnTo>
                  <a:lnTo>
                    <a:pt x="5749343" y="691604"/>
                  </a:lnTo>
                  <a:lnTo>
                    <a:pt x="5749469" y="691604"/>
                  </a:lnTo>
                  <a:lnTo>
                    <a:pt x="5749595" y="691604"/>
                  </a:lnTo>
                  <a:lnTo>
                    <a:pt x="5749721" y="691604"/>
                  </a:lnTo>
                  <a:lnTo>
                    <a:pt x="5749847" y="691604"/>
                  </a:lnTo>
                  <a:lnTo>
                    <a:pt x="5749973" y="691604"/>
                  </a:lnTo>
                  <a:lnTo>
                    <a:pt x="5750099" y="691604"/>
                  </a:lnTo>
                  <a:lnTo>
                    <a:pt x="5750225" y="691604"/>
                  </a:lnTo>
                  <a:lnTo>
                    <a:pt x="5750351" y="691604"/>
                  </a:lnTo>
                  <a:lnTo>
                    <a:pt x="5750477" y="691604"/>
                  </a:lnTo>
                  <a:lnTo>
                    <a:pt x="5750604" y="691604"/>
                  </a:lnTo>
                  <a:lnTo>
                    <a:pt x="5750730" y="691604"/>
                  </a:lnTo>
                  <a:lnTo>
                    <a:pt x="5750856" y="691604"/>
                  </a:lnTo>
                  <a:lnTo>
                    <a:pt x="5750982" y="691604"/>
                  </a:lnTo>
                  <a:lnTo>
                    <a:pt x="5751108" y="691604"/>
                  </a:lnTo>
                  <a:lnTo>
                    <a:pt x="5751234" y="691604"/>
                  </a:lnTo>
                  <a:lnTo>
                    <a:pt x="5751360" y="691604"/>
                  </a:lnTo>
                  <a:lnTo>
                    <a:pt x="5751486" y="691604"/>
                  </a:lnTo>
                  <a:lnTo>
                    <a:pt x="5751612" y="691604"/>
                  </a:lnTo>
                  <a:lnTo>
                    <a:pt x="5751738" y="691604"/>
                  </a:lnTo>
                  <a:lnTo>
                    <a:pt x="5751864" y="691604"/>
                  </a:lnTo>
                  <a:lnTo>
                    <a:pt x="5751991" y="691604"/>
                  </a:lnTo>
                  <a:lnTo>
                    <a:pt x="5752117" y="691604"/>
                  </a:lnTo>
                  <a:lnTo>
                    <a:pt x="5752243" y="691604"/>
                  </a:lnTo>
                  <a:lnTo>
                    <a:pt x="5752369" y="691604"/>
                  </a:lnTo>
                  <a:lnTo>
                    <a:pt x="5752495" y="691604"/>
                  </a:lnTo>
                  <a:lnTo>
                    <a:pt x="5752621" y="691604"/>
                  </a:lnTo>
                  <a:lnTo>
                    <a:pt x="5752747" y="691604"/>
                  </a:lnTo>
                  <a:lnTo>
                    <a:pt x="5752873" y="691604"/>
                  </a:lnTo>
                  <a:lnTo>
                    <a:pt x="5752999" y="691604"/>
                  </a:lnTo>
                  <a:lnTo>
                    <a:pt x="5753125" y="691604"/>
                  </a:lnTo>
                  <a:lnTo>
                    <a:pt x="5753251" y="691604"/>
                  </a:lnTo>
                  <a:lnTo>
                    <a:pt x="5753377" y="691604"/>
                  </a:lnTo>
                  <a:lnTo>
                    <a:pt x="5753504" y="691604"/>
                  </a:lnTo>
                  <a:lnTo>
                    <a:pt x="5753630" y="691604"/>
                  </a:lnTo>
                  <a:lnTo>
                    <a:pt x="5753756" y="691604"/>
                  </a:lnTo>
                  <a:lnTo>
                    <a:pt x="5753882" y="691604"/>
                  </a:lnTo>
                  <a:lnTo>
                    <a:pt x="5754008" y="691604"/>
                  </a:lnTo>
                  <a:lnTo>
                    <a:pt x="5754134" y="691604"/>
                  </a:lnTo>
                  <a:lnTo>
                    <a:pt x="5754260" y="691604"/>
                  </a:lnTo>
                  <a:lnTo>
                    <a:pt x="5754386" y="691604"/>
                  </a:lnTo>
                  <a:lnTo>
                    <a:pt x="5754512" y="691604"/>
                  </a:lnTo>
                  <a:lnTo>
                    <a:pt x="5754638" y="691604"/>
                  </a:lnTo>
                  <a:lnTo>
                    <a:pt x="5754764" y="691604"/>
                  </a:lnTo>
                  <a:lnTo>
                    <a:pt x="5754891" y="691604"/>
                  </a:lnTo>
                  <a:lnTo>
                    <a:pt x="5755017" y="691604"/>
                  </a:lnTo>
                  <a:lnTo>
                    <a:pt x="5755143" y="691604"/>
                  </a:lnTo>
                  <a:lnTo>
                    <a:pt x="5755269" y="691604"/>
                  </a:lnTo>
                  <a:lnTo>
                    <a:pt x="5755395" y="691604"/>
                  </a:lnTo>
                  <a:lnTo>
                    <a:pt x="5755521" y="691604"/>
                  </a:lnTo>
                  <a:lnTo>
                    <a:pt x="5755647" y="691604"/>
                  </a:lnTo>
                  <a:lnTo>
                    <a:pt x="5755773" y="691604"/>
                  </a:lnTo>
                  <a:lnTo>
                    <a:pt x="5755899" y="691604"/>
                  </a:lnTo>
                  <a:lnTo>
                    <a:pt x="5756025" y="691604"/>
                  </a:lnTo>
                  <a:lnTo>
                    <a:pt x="5756151" y="691604"/>
                  </a:lnTo>
                  <a:lnTo>
                    <a:pt x="5756277" y="691604"/>
                  </a:lnTo>
                  <a:lnTo>
                    <a:pt x="5756404" y="691604"/>
                  </a:lnTo>
                  <a:lnTo>
                    <a:pt x="5756530" y="691604"/>
                  </a:lnTo>
                  <a:lnTo>
                    <a:pt x="5756656" y="691604"/>
                  </a:lnTo>
                  <a:lnTo>
                    <a:pt x="5756782" y="691604"/>
                  </a:lnTo>
                  <a:lnTo>
                    <a:pt x="5756908" y="691604"/>
                  </a:lnTo>
                  <a:lnTo>
                    <a:pt x="5757034" y="691604"/>
                  </a:lnTo>
                  <a:lnTo>
                    <a:pt x="5757160" y="691604"/>
                  </a:lnTo>
                  <a:lnTo>
                    <a:pt x="5757286" y="691604"/>
                  </a:lnTo>
                  <a:lnTo>
                    <a:pt x="5757412" y="691604"/>
                  </a:lnTo>
                  <a:lnTo>
                    <a:pt x="5757538" y="691604"/>
                  </a:lnTo>
                  <a:lnTo>
                    <a:pt x="5757664" y="691604"/>
                  </a:lnTo>
                  <a:lnTo>
                    <a:pt x="5757791" y="691604"/>
                  </a:lnTo>
                  <a:lnTo>
                    <a:pt x="5757917" y="691604"/>
                  </a:lnTo>
                  <a:lnTo>
                    <a:pt x="5758043" y="691604"/>
                  </a:lnTo>
                  <a:lnTo>
                    <a:pt x="5758169" y="691604"/>
                  </a:lnTo>
                  <a:lnTo>
                    <a:pt x="5758295" y="691604"/>
                  </a:lnTo>
                  <a:lnTo>
                    <a:pt x="5758421" y="691604"/>
                  </a:lnTo>
                  <a:lnTo>
                    <a:pt x="5758547" y="691604"/>
                  </a:lnTo>
                  <a:lnTo>
                    <a:pt x="5758673" y="691604"/>
                  </a:lnTo>
                  <a:lnTo>
                    <a:pt x="5758799" y="691604"/>
                  </a:lnTo>
                  <a:lnTo>
                    <a:pt x="5758925" y="691604"/>
                  </a:lnTo>
                  <a:lnTo>
                    <a:pt x="5759051" y="691604"/>
                  </a:lnTo>
                  <a:lnTo>
                    <a:pt x="5759178" y="691604"/>
                  </a:lnTo>
                  <a:lnTo>
                    <a:pt x="5759304" y="691604"/>
                  </a:lnTo>
                  <a:lnTo>
                    <a:pt x="5759430" y="691604"/>
                  </a:lnTo>
                  <a:lnTo>
                    <a:pt x="5759556" y="691604"/>
                  </a:lnTo>
                  <a:lnTo>
                    <a:pt x="5759682" y="691604"/>
                  </a:lnTo>
                  <a:lnTo>
                    <a:pt x="5759808" y="691604"/>
                  </a:lnTo>
                  <a:lnTo>
                    <a:pt x="5759934" y="691604"/>
                  </a:lnTo>
                  <a:lnTo>
                    <a:pt x="5760060" y="691604"/>
                  </a:lnTo>
                  <a:lnTo>
                    <a:pt x="5760186" y="691604"/>
                  </a:lnTo>
                  <a:lnTo>
                    <a:pt x="5760312" y="691604"/>
                  </a:lnTo>
                  <a:lnTo>
                    <a:pt x="5760438" y="691604"/>
                  </a:lnTo>
                  <a:lnTo>
                    <a:pt x="5760564" y="691604"/>
                  </a:lnTo>
                  <a:lnTo>
                    <a:pt x="5760691" y="691604"/>
                  </a:lnTo>
                  <a:lnTo>
                    <a:pt x="5760817" y="691604"/>
                  </a:lnTo>
                  <a:lnTo>
                    <a:pt x="5760943" y="691604"/>
                  </a:lnTo>
                  <a:lnTo>
                    <a:pt x="5761069" y="691604"/>
                  </a:lnTo>
                  <a:lnTo>
                    <a:pt x="5761195" y="691604"/>
                  </a:lnTo>
                  <a:lnTo>
                    <a:pt x="5761321" y="691604"/>
                  </a:lnTo>
                  <a:lnTo>
                    <a:pt x="5761447" y="691604"/>
                  </a:lnTo>
                  <a:lnTo>
                    <a:pt x="5761573" y="691604"/>
                  </a:lnTo>
                  <a:lnTo>
                    <a:pt x="5761699" y="691604"/>
                  </a:lnTo>
                  <a:lnTo>
                    <a:pt x="5761825" y="691604"/>
                  </a:lnTo>
                  <a:lnTo>
                    <a:pt x="5761951" y="691604"/>
                  </a:lnTo>
                  <a:lnTo>
                    <a:pt x="5762078" y="691604"/>
                  </a:lnTo>
                  <a:lnTo>
                    <a:pt x="5762204" y="691604"/>
                  </a:lnTo>
                  <a:lnTo>
                    <a:pt x="5762330" y="691604"/>
                  </a:lnTo>
                  <a:lnTo>
                    <a:pt x="5762456" y="691604"/>
                  </a:lnTo>
                  <a:lnTo>
                    <a:pt x="5762582" y="691604"/>
                  </a:lnTo>
                  <a:lnTo>
                    <a:pt x="5762708" y="691604"/>
                  </a:lnTo>
                  <a:lnTo>
                    <a:pt x="5762834" y="691604"/>
                  </a:lnTo>
                  <a:lnTo>
                    <a:pt x="5762960" y="691604"/>
                  </a:lnTo>
                  <a:lnTo>
                    <a:pt x="5763086" y="691604"/>
                  </a:lnTo>
                  <a:lnTo>
                    <a:pt x="5763212" y="691604"/>
                  </a:lnTo>
                  <a:lnTo>
                    <a:pt x="5763338" y="691604"/>
                  </a:lnTo>
                  <a:lnTo>
                    <a:pt x="5763464" y="691604"/>
                  </a:lnTo>
                  <a:lnTo>
                    <a:pt x="5763591" y="691604"/>
                  </a:lnTo>
                  <a:lnTo>
                    <a:pt x="5763717" y="691604"/>
                  </a:lnTo>
                  <a:lnTo>
                    <a:pt x="5763843" y="691604"/>
                  </a:lnTo>
                  <a:lnTo>
                    <a:pt x="5763969" y="691604"/>
                  </a:lnTo>
                  <a:lnTo>
                    <a:pt x="5764095" y="691604"/>
                  </a:lnTo>
                  <a:lnTo>
                    <a:pt x="5764221" y="691604"/>
                  </a:lnTo>
                  <a:lnTo>
                    <a:pt x="5764347" y="691604"/>
                  </a:lnTo>
                  <a:lnTo>
                    <a:pt x="5764473" y="691604"/>
                  </a:lnTo>
                  <a:lnTo>
                    <a:pt x="5764599" y="691604"/>
                  </a:lnTo>
                  <a:lnTo>
                    <a:pt x="5764725" y="691604"/>
                  </a:lnTo>
                  <a:lnTo>
                    <a:pt x="5764851" y="691604"/>
                  </a:lnTo>
                  <a:lnTo>
                    <a:pt x="5764978" y="691604"/>
                  </a:lnTo>
                  <a:lnTo>
                    <a:pt x="5765104" y="691604"/>
                  </a:lnTo>
                  <a:lnTo>
                    <a:pt x="5765230" y="691604"/>
                  </a:lnTo>
                  <a:lnTo>
                    <a:pt x="5765356" y="691604"/>
                  </a:lnTo>
                  <a:lnTo>
                    <a:pt x="5765482" y="691604"/>
                  </a:lnTo>
                  <a:lnTo>
                    <a:pt x="5765608" y="691604"/>
                  </a:lnTo>
                  <a:lnTo>
                    <a:pt x="5765734" y="691604"/>
                  </a:lnTo>
                  <a:lnTo>
                    <a:pt x="5765860" y="691604"/>
                  </a:lnTo>
                  <a:lnTo>
                    <a:pt x="5765986" y="691604"/>
                  </a:lnTo>
                  <a:lnTo>
                    <a:pt x="5766112" y="691604"/>
                  </a:lnTo>
                  <a:lnTo>
                    <a:pt x="5766238" y="691604"/>
                  </a:lnTo>
                  <a:lnTo>
                    <a:pt x="5766364" y="691604"/>
                  </a:lnTo>
                  <a:lnTo>
                    <a:pt x="5766491" y="691604"/>
                  </a:lnTo>
                  <a:lnTo>
                    <a:pt x="5766617" y="691604"/>
                  </a:lnTo>
                  <a:lnTo>
                    <a:pt x="5766743" y="691604"/>
                  </a:lnTo>
                  <a:lnTo>
                    <a:pt x="5766869" y="691604"/>
                  </a:lnTo>
                  <a:lnTo>
                    <a:pt x="5766995" y="691604"/>
                  </a:lnTo>
                  <a:lnTo>
                    <a:pt x="5767121" y="691604"/>
                  </a:lnTo>
                  <a:lnTo>
                    <a:pt x="5767247" y="691604"/>
                  </a:lnTo>
                  <a:lnTo>
                    <a:pt x="5767373" y="691604"/>
                  </a:lnTo>
                  <a:lnTo>
                    <a:pt x="5767499" y="691604"/>
                  </a:lnTo>
                  <a:lnTo>
                    <a:pt x="5767625" y="691604"/>
                  </a:lnTo>
                  <a:lnTo>
                    <a:pt x="5767751" y="691604"/>
                  </a:lnTo>
                  <a:lnTo>
                    <a:pt x="5767878" y="691604"/>
                  </a:lnTo>
                  <a:lnTo>
                    <a:pt x="5768004" y="691604"/>
                  </a:lnTo>
                  <a:lnTo>
                    <a:pt x="5768130" y="691604"/>
                  </a:lnTo>
                  <a:lnTo>
                    <a:pt x="5768256" y="691604"/>
                  </a:lnTo>
                  <a:lnTo>
                    <a:pt x="5768382" y="691604"/>
                  </a:lnTo>
                  <a:lnTo>
                    <a:pt x="5768508" y="691604"/>
                  </a:lnTo>
                  <a:lnTo>
                    <a:pt x="5768634" y="691604"/>
                  </a:lnTo>
                  <a:lnTo>
                    <a:pt x="5768760" y="691604"/>
                  </a:lnTo>
                  <a:lnTo>
                    <a:pt x="5768886" y="691604"/>
                  </a:lnTo>
                  <a:lnTo>
                    <a:pt x="5769012" y="691604"/>
                  </a:lnTo>
                  <a:lnTo>
                    <a:pt x="5769138" y="691604"/>
                  </a:lnTo>
                  <a:lnTo>
                    <a:pt x="5769265" y="691604"/>
                  </a:lnTo>
                  <a:lnTo>
                    <a:pt x="5769391" y="691604"/>
                  </a:lnTo>
                  <a:lnTo>
                    <a:pt x="5769517" y="691604"/>
                  </a:lnTo>
                  <a:lnTo>
                    <a:pt x="5769643" y="691604"/>
                  </a:lnTo>
                  <a:lnTo>
                    <a:pt x="5769769" y="691604"/>
                  </a:lnTo>
                  <a:lnTo>
                    <a:pt x="5769895" y="691604"/>
                  </a:lnTo>
                  <a:lnTo>
                    <a:pt x="5770021" y="691604"/>
                  </a:lnTo>
                  <a:lnTo>
                    <a:pt x="5770147" y="691604"/>
                  </a:lnTo>
                  <a:lnTo>
                    <a:pt x="5770273" y="691604"/>
                  </a:lnTo>
                  <a:lnTo>
                    <a:pt x="5770273" y="686324"/>
                  </a:lnTo>
                  <a:lnTo>
                    <a:pt x="5770399" y="686324"/>
                  </a:lnTo>
                  <a:lnTo>
                    <a:pt x="5770525" y="686324"/>
                  </a:lnTo>
                  <a:lnTo>
                    <a:pt x="5770651" y="686324"/>
                  </a:lnTo>
                  <a:lnTo>
                    <a:pt x="5770778" y="686324"/>
                  </a:lnTo>
                  <a:lnTo>
                    <a:pt x="5770904" y="686324"/>
                  </a:lnTo>
                  <a:lnTo>
                    <a:pt x="5771030" y="686324"/>
                  </a:lnTo>
                  <a:lnTo>
                    <a:pt x="5771156" y="686324"/>
                  </a:lnTo>
                  <a:lnTo>
                    <a:pt x="5771282" y="686324"/>
                  </a:lnTo>
                  <a:lnTo>
                    <a:pt x="5771408" y="686324"/>
                  </a:lnTo>
                  <a:lnTo>
                    <a:pt x="5771534" y="686324"/>
                  </a:lnTo>
                  <a:lnTo>
                    <a:pt x="5771660" y="686324"/>
                  </a:lnTo>
                  <a:lnTo>
                    <a:pt x="5771786" y="686324"/>
                  </a:lnTo>
                  <a:lnTo>
                    <a:pt x="5771912" y="686324"/>
                  </a:lnTo>
                  <a:lnTo>
                    <a:pt x="5772038" y="686324"/>
                  </a:lnTo>
                  <a:lnTo>
                    <a:pt x="5772165" y="686324"/>
                  </a:lnTo>
                  <a:lnTo>
                    <a:pt x="5772291" y="686324"/>
                  </a:lnTo>
                  <a:lnTo>
                    <a:pt x="5772417" y="686324"/>
                  </a:lnTo>
                  <a:lnTo>
                    <a:pt x="5772543" y="686324"/>
                  </a:lnTo>
                  <a:lnTo>
                    <a:pt x="5772669" y="686324"/>
                  </a:lnTo>
                  <a:lnTo>
                    <a:pt x="5772795" y="686324"/>
                  </a:lnTo>
                  <a:lnTo>
                    <a:pt x="5772921" y="686324"/>
                  </a:lnTo>
                  <a:lnTo>
                    <a:pt x="5773047" y="686324"/>
                  </a:lnTo>
                  <a:lnTo>
                    <a:pt x="5773173" y="686324"/>
                  </a:lnTo>
                  <a:lnTo>
                    <a:pt x="5773299" y="686324"/>
                  </a:lnTo>
                  <a:lnTo>
                    <a:pt x="5773425" y="686324"/>
                  </a:lnTo>
                  <a:lnTo>
                    <a:pt x="5773551" y="686324"/>
                  </a:lnTo>
                  <a:lnTo>
                    <a:pt x="5773678" y="686324"/>
                  </a:lnTo>
                  <a:lnTo>
                    <a:pt x="5773804" y="686324"/>
                  </a:lnTo>
                  <a:lnTo>
                    <a:pt x="5773930" y="686324"/>
                  </a:lnTo>
                  <a:lnTo>
                    <a:pt x="5774056" y="686324"/>
                  </a:lnTo>
                  <a:lnTo>
                    <a:pt x="5774182" y="686324"/>
                  </a:lnTo>
                  <a:lnTo>
                    <a:pt x="5774308" y="686324"/>
                  </a:lnTo>
                  <a:lnTo>
                    <a:pt x="5774434" y="686324"/>
                  </a:lnTo>
                  <a:lnTo>
                    <a:pt x="5774560" y="686324"/>
                  </a:lnTo>
                  <a:lnTo>
                    <a:pt x="5774686" y="686324"/>
                  </a:lnTo>
                  <a:lnTo>
                    <a:pt x="5774812" y="686324"/>
                  </a:lnTo>
                  <a:lnTo>
                    <a:pt x="5774938" y="686324"/>
                  </a:lnTo>
                  <a:lnTo>
                    <a:pt x="5775065" y="686324"/>
                  </a:lnTo>
                  <a:lnTo>
                    <a:pt x="5775191" y="686324"/>
                  </a:lnTo>
                  <a:lnTo>
                    <a:pt x="5775317" y="686324"/>
                  </a:lnTo>
                  <a:lnTo>
                    <a:pt x="5775443" y="686324"/>
                  </a:lnTo>
                  <a:lnTo>
                    <a:pt x="5775569" y="686324"/>
                  </a:lnTo>
                  <a:lnTo>
                    <a:pt x="5775695" y="686324"/>
                  </a:lnTo>
                  <a:lnTo>
                    <a:pt x="5775821" y="686324"/>
                  </a:lnTo>
                  <a:lnTo>
                    <a:pt x="5775947" y="686324"/>
                  </a:lnTo>
                  <a:lnTo>
                    <a:pt x="5776073" y="686324"/>
                  </a:lnTo>
                  <a:lnTo>
                    <a:pt x="5776199" y="686324"/>
                  </a:lnTo>
                  <a:lnTo>
                    <a:pt x="5776325" y="686324"/>
                  </a:lnTo>
                  <a:lnTo>
                    <a:pt x="5776452" y="686324"/>
                  </a:lnTo>
                  <a:lnTo>
                    <a:pt x="5776578" y="686324"/>
                  </a:lnTo>
                  <a:lnTo>
                    <a:pt x="5776704" y="686324"/>
                  </a:lnTo>
                  <a:lnTo>
                    <a:pt x="5776830" y="686324"/>
                  </a:lnTo>
                  <a:lnTo>
                    <a:pt x="5776956" y="686324"/>
                  </a:lnTo>
                  <a:lnTo>
                    <a:pt x="5777082" y="686324"/>
                  </a:lnTo>
                  <a:lnTo>
                    <a:pt x="5777208" y="686324"/>
                  </a:lnTo>
                  <a:lnTo>
                    <a:pt x="5777334" y="686324"/>
                  </a:lnTo>
                  <a:lnTo>
                    <a:pt x="5777460" y="686324"/>
                  </a:lnTo>
                  <a:lnTo>
                    <a:pt x="5777586" y="686324"/>
                  </a:lnTo>
                  <a:lnTo>
                    <a:pt x="5777712" y="686324"/>
                  </a:lnTo>
                  <a:lnTo>
                    <a:pt x="5777838" y="686324"/>
                  </a:lnTo>
                  <a:lnTo>
                    <a:pt x="5777965" y="686324"/>
                  </a:lnTo>
                  <a:lnTo>
                    <a:pt x="5778091" y="686324"/>
                  </a:lnTo>
                  <a:lnTo>
                    <a:pt x="5778217" y="686324"/>
                  </a:lnTo>
                  <a:lnTo>
                    <a:pt x="5778343" y="686324"/>
                  </a:lnTo>
                  <a:lnTo>
                    <a:pt x="5778469" y="686324"/>
                  </a:lnTo>
                  <a:lnTo>
                    <a:pt x="5778595" y="686324"/>
                  </a:lnTo>
                  <a:lnTo>
                    <a:pt x="5778721" y="686324"/>
                  </a:lnTo>
                  <a:lnTo>
                    <a:pt x="5778847" y="686324"/>
                  </a:lnTo>
                  <a:lnTo>
                    <a:pt x="5778973" y="686324"/>
                  </a:lnTo>
                  <a:lnTo>
                    <a:pt x="5779099" y="686324"/>
                  </a:lnTo>
                  <a:lnTo>
                    <a:pt x="5779225" y="686324"/>
                  </a:lnTo>
                  <a:lnTo>
                    <a:pt x="5779352" y="686324"/>
                  </a:lnTo>
                  <a:lnTo>
                    <a:pt x="5779478" y="686324"/>
                  </a:lnTo>
                  <a:lnTo>
                    <a:pt x="5779604" y="686324"/>
                  </a:lnTo>
                  <a:lnTo>
                    <a:pt x="5779730" y="686324"/>
                  </a:lnTo>
                  <a:lnTo>
                    <a:pt x="5779856" y="686324"/>
                  </a:lnTo>
                  <a:lnTo>
                    <a:pt x="5779856" y="681045"/>
                  </a:lnTo>
                  <a:lnTo>
                    <a:pt x="5779982" y="681045"/>
                  </a:lnTo>
                  <a:lnTo>
                    <a:pt x="5780108" y="681045"/>
                  </a:lnTo>
                  <a:lnTo>
                    <a:pt x="5780108" y="675765"/>
                  </a:lnTo>
                  <a:lnTo>
                    <a:pt x="5780234" y="675765"/>
                  </a:lnTo>
                  <a:lnTo>
                    <a:pt x="5780360" y="675765"/>
                  </a:lnTo>
                  <a:lnTo>
                    <a:pt x="5780486" y="675765"/>
                  </a:lnTo>
                  <a:lnTo>
                    <a:pt x="5780612" y="675765"/>
                  </a:lnTo>
                  <a:lnTo>
                    <a:pt x="5780738" y="675765"/>
                  </a:lnTo>
                  <a:lnTo>
                    <a:pt x="5780865" y="675765"/>
                  </a:lnTo>
                  <a:lnTo>
                    <a:pt x="5780991" y="675765"/>
                  </a:lnTo>
                  <a:lnTo>
                    <a:pt x="5781117" y="675765"/>
                  </a:lnTo>
                  <a:lnTo>
                    <a:pt x="5781243" y="675765"/>
                  </a:lnTo>
                  <a:lnTo>
                    <a:pt x="5781369" y="675765"/>
                  </a:lnTo>
                  <a:lnTo>
                    <a:pt x="5781495" y="675765"/>
                  </a:lnTo>
                  <a:lnTo>
                    <a:pt x="5781621" y="675765"/>
                  </a:lnTo>
                  <a:lnTo>
                    <a:pt x="5781747" y="675765"/>
                  </a:lnTo>
                  <a:lnTo>
                    <a:pt x="5781873" y="675765"/>
                  </a:lnTo>
                  <a:lnTo>
                    <a:pt x="5781999" y="675765"/>
                  </a:lnTo>
                  <a:lnTo>
                    <a:pt x="5782125" y="675765"/>
                  </a:lnTo>
                  <a:lnTo>
                    <a:pt x="5782252" y="675765"/>
                  </a:lnTo>
                  <a:lnTo>
                    <a:pt x="5782378" y="675765"/>
                  </a:lnTo>
                  <a:lnTo>
                    <a:pt x="5782504" y="675765"/>
                  </a:lnTo>
                  <a:lnTo>
                    <a:pt x="5782630" y="675765"/>
                  </a:lnTo>
                  <a:lnTo>
                    <a:pt x="5782756" y="675765"/>
                  </a:lnTo>
                  <a:lnTo>
                    <a:pt x="5782882" y="675765"/>
                  </a:lnTo>
                  <a:lnTo>
                    <a:pt x="5783008" y="675765"/>
                  </a:lnTo>
                  <a:lnTo>
                    <a:pt x="5783134" y="675765"/>
                  </a:lnTo>
                  <a:lnTo>
                    <a:pt x="5783260" y="675765"/>
                  </a:lnTo>
                  <a:lnTo>
                    <a:pt x="5783386" y="675765"/>
                  </a:lnTo>
                  <a:lnTo>
                    <a:pt x="5783512" y="675765"/>
                  </a:lnTo>
                  <a:lnTo>
                    <a:pt x="5783639" y="675765"/>
                  </a:lnTo>
                  <a:lnTo>
                    <a:pt x="5783765" y="675765"/>
                  </a:lnTo>
                  <a:lnTo>
                    <a:pt x="5783891" y="675765"/>
                  </a:lnTo>
                  <a:lnTo>
                    <a:pt x="5784017" y="675765"/>
                  </a:lnTo>
                  <a:lnTo>
                    <a:pt x="5784143" y="675765"/>
                  </a:lnTo>
                  <a:lnTo>
                    <a:pt x="5784269" y="675765"/>
                  </a:lnTo>
                  <a:lnTo>
                    <a:pt x="5784395" y="675765"/>
                  </a:lnTo>
                  <a:lnTo>
                    <a:pt x="5784521" y="675765"/>
                  </a:lnTo>
                  <a:lnTo>
                    <a:pt x="5784647" y="675765"/>
                  </a:lnTo>
                  <a:lnTo>
                    <a:pt x="5784773" y="675765"/>
                  </a:lnTo>
                  <a:lnTo>
                    <a:pt x="5784899" y="675765"/>
                  </a:lnTo>
                  <a:lnTo>
                    <a:pt x="5785025" y="675765"/>
                  </a:lnTo>
                  <a:lnTo>
                    <a:pt x="5785152" y="675765"/>
                  </a:lnTo>
                  <a:lnTo>
                    <a:pt x="5785278" y="675765"/>
                  </a:lnTo>
                  <a:lnTo>
                    <a:pt x="5785404" y="675765"/>
                  </a:lnTo>
                  <a:lnTo>
                    <a:pt x="5785530" y="675765"/>
                  </a:lnTo>
                  <a:lnTo>
                    <a:pt x="5785656" y="675765"/>
                  </a:lnTo>
                  <a:lnTo>
                    <a:pt x="5785782" y="675765"/>
                  </a:lnTo>
                  <a:lnTo>
                    <a:pt x="5785908" y="675765"/>
                  </a:lnTo>
                  <a:lnTo>
                    <a:pt x="5786034" y="675765"/>
                  </a:lnTo>
                  <a:lnTo>
                    <a:pt x="5786160" y="675765"/>
                  </a:lnTo>
                  <a:lnTo>
                    <a:pt x="5786286" y="675765"/>
                  </a:lnTo>
                  <a:lnTo>
                    <a:pt x="5786412" y="675765"/>
                  </a:lnTo>
                  <a:lnTo>
                    <a:pt x="5786539" y="675765"/>
                  </a:lnTo>
                  <a:lnTo>
                    <a:pt x="5786665" y="675765"/>
                  </a:lnTo>
                  <a:lnTo>
                    <a:pt x="5786791" y="675765"/>
                  </a:lnTo>
                  <a:lnTo>
                    <a:pt x="5786917" y="675765"/>
                  </a:lnTo>
                  <a:lnTo>
                    <a:pt x="5787043" y="675765"/>
                  </a:lnTo>
                  <a:lnTo>
                    <a:pt x="5787169" y="675765"/>
                  </a:lnTo>
                  <a:lnTo>
                    <a:pt x="5787295" y="675765"/>
                  </a:lnTo>
                  <a:lnTo>
                    <a:pt x="5787421" y="675765"/>
                  </a:lnTo>
                  <a:lnTo>
                    <a:pt x="5787547" y="675765"/>
                  </a:lnTo>
                  <a:lnTo>
                    <a:pt x="5787673" y="675765"/>
                  </a:lnTo>
                  <a:lnTo>
                    <a:pt x="5787799" y="675765"/>
                  </a:lnTo>
                  <a:lnTo>
                    <a:pt x="5787925" y="675765"/>
                  </a:lnTo>
                  <a:lnTo>
                    <a:pt x="5788052" y="675765"/>
                  </a:lnTo>
                  <a:lnTo>
                    <a:pt x="5788178" y="675765"/>
                  </a:lnTo>
                  <a:lnTo>
                    <a:pt x="5788304" y="675765"/>
                  </a:lnTo>
                  <a:lnTo>
                    <a:pt x="5788430" y="675765"/>
                  </a:lnTo>
                  <a:lnTo>
                    <a:pt x="5788556" y="675765"/>
                  </a:lnTo>
                  <a:lnTo>
                    <a:pt x="5788682" y="675765"/>
                  </a:lnTo>
                  <a:lnTo>
                    <a:pt x="5788808" y="675765"/>
                  </a:lnTo>
                  <a:lnTo>
                    <a:pt x="5788934" y="675765"/>
                  </a:lnTo>
                  <a:lnTo>
                    <a:pt x="5789060" y="675765"/>
                  </a:lnTo>
                  <a:lnTo>
                    <a:pt x="5789186" y="675765"/>
                  </a:lnTo>
                  <a:lnTo>
                    <a:pt x="5789312" y="675765"/>
                  </a:lnTo>
                  <a:lnTo>
                    <a:pt x="5789439" y="675765"/>
                  </a:lnTo>
                  <a:lnTo>
                    <a:pt x="5789565" y="675765"/>
                  </a:lnTo>
                  <a:lnTo>
                    <a:pt x="5789691" y="675765"/>
                  </a:lnTo>
                  <a:lnTo>
                    <a:pt x="5789817" y="675765"/>
                  </a:lnTo>
                  <a:lnTo>
                    <a:pt x="5789943" y="675765"/>
                  </a:lnTo>
                  <a:lnTo>
                    <a:pt x="5790069" y="675765"/>
                  </a:lnTo>
                  <a:lnTo>
                    <a:pt x="5790195" y="675765"/>
                  </a:lnTo>
                  <a:lnTo>
                    <a:pt x="5790321" y="675765"/>
                  </a:lnTo>
                  <a:lnTo>
                    <a:pt x="5790447" y="675765"/>
                  </a:lnTo>
                  <a:lnTo>
                    <a:pt x="5790573" y="675765"/>
                  </a:lnTo>
                  <a:lnTo>
                    <a:pt x="5790699" y="675765"/>
                  </a:lnTo>
                  <a:lnTo>
                    <a:pt x="5790825" y="675765"/>
                  </a:lnTo>
                  <a:lnTo>
                    <a:pt x="5790952" y="675765"/>
                  </a:lnTo>
                  <a:lnTo>
                    <a:pt x="5791078" y="675765"/>
                  </a:lnTo>
                  <a:lnTo>
                    <a:pt x="5791204" y="675765"/>
                  </a:lnTo>
                  <a:lnTo>
                    <a:pt x="5791330" y="675765"/>
                  </a:lnTo>
                  <a:lnTo>
                    <a:pt x="5791456" y="675765"/>
                  </a:lnTo>
                  <a:lnTo>
                    <a:pt x="5791582" y="675765"/>
                  </a:lnTo>
                  <a:lnTo>
                    <a:pt x="5791708" y="675765"/>
                  </a:lnTo>
                  <a:lnTo>
                    <a:pt x="5791834" y="675765"/>
                  </a:lnTo>
                  <a:lnTo>
                    <a:pt x="5791960" y="675765"/>
                  </a:lnTo>
                  <a:lnTo>
                    <a:pt x="5792086" y="675765"/>
                  </a:lnTo>
                  <a:lnTo>
                    <a:pt x="5792212" y="675765"/>
                  </a:lnTo>
                  <a:lnTo>
                    <a:pt x="5792339" y="675765"/>
                  </a:lnTo>
                  <a:lnTo>
                    <a:pt x="5792465" y="675765"/>
                  </a:lnTo>
                  <a:lnTo>
                    <a:pt x="5792591" y="675765"/>
                  </a:lnTo>
                  <a:lnTo>
                    <a:pt x="5792717" y="675765"/>
                  </a:lnTo>
                  <a:lnTo>
                    <a:pt x="5792843" y="675765"/>
                  </a:lnTo>
                  <a:lnTo>
                    <a:pt x="5792969" y="675765"/>
                  </a:lnTo>
                  <a:lnTo>
                    <a:pt x="5793095" y="675765"/>
                  </a:lnTo>
                  <a:lnTo>
                    <a:pt x="5793221" y="675765"/>
                  </a:lnTo>
                  <a:lnTo>
                    <a:pt x="5793347" y="675765"/>
                  </a:lnTo>
                  <a:lnTo>
                    <a:pt x="5793473" y="675765"/>
                  </a:lnTo>
                  <a:lnTo>
                    <a:pt x="5793599" y="675765"/>
                  </a:lnTo>
                  <a:lnTo>
                    <a:pt x="5793726" y="675765"/>
                  </a:lnTo>
                  <a:lnTo>
                    <a:pt x="5793852" y="675765"/>
                  </a:lnTo>
                  <a:lnTo>
                    <a:pt x="5793978" y="675765"/>
                  </a:lnTo>
                  <a:lnTo>
                    <a:pt x="5794104" y="675765"/>
                  </a:lnTo>
                  <a:lnTo>
                    <a:pt x="5794230" y="675765"/>
                  </a:lnTo>
                  <a:lnTo>
                    <a:pt x="5794356" y="675765"/>
                  </a:lnTo>
                  <a:lnTo>
                    <a:pt x="5794482" y="675765"/>
                  </a:lnTo>
                  <a:lnTo>
                    <a:pt x="5794608" y="675765"/>
                  </a:lnTo>
                  <a:lnTo>
                    <a:pt x="5794734" y="675765"/>
                  </a:lnTo>
                  <a:lnTo>
                    <a:pt x="5794860" y="675765"/>
                  </a:lnTo>
                  <a:lnTo>
                    <a:pt x="5794986" y="675765"/>
                  </a:lnTo>
                  <a:lnTo>
                    <a:pt x="5795112" y="675765"/>
                  </a:lnTo>
                  <a:lnTo>
                    <a:pt x="5795239" y="675765"/>
                  </a:lnTo>
                  <a:lnTo>
                    <a:pt x="5795365" y="675765"/>
                  </a:lnTo>
                  <a:lnTo>
                    <a:pt x="5795491" y="675765"/>
                  </a:lnTo>
                  <a:lnTo>
                    <a:pt x="5795617" y="675765"/>
                  </a:lnTo>
                  <a:lnTo>
                    <a:pt x="5795743" y="675765"/>
                  </a:lnTo>
                  <a:lnTo>
                    <a:pt x="5795869" y="675765"/>
                  </a:lnTo>
                  <a:lnTo>
                    <a:pt x="5795995" y="675765"/>
                  </a:lnTo>
                  <a:lnTo>
                    <a:pt x="5796121" y="675765"/>
                  </a:lnTo>
                  <a:lnTo>
                    <a:pt x="5796247" y="675765"/>
                  </a:lnTo>
                  <a:lnTo>
                    <a:pt x="5796373" y="675765"/>
                  </a:lnTo>
                  <a:lnTo>
                    <a:pt x="5796499" y="675765"/>
                  </a:lnTo>
                  <a:lnTo>
                    <a:pt x="5796626" y="675765"/>
                  </a:lnTo>
                  <a:lnTo>
                    <a:pt x="5796752" y="675765"/>
                  </a:lnTo>
                  <a:lnTo>
                    <a:pt x="5796878" y="675765"/>
                  </a:lnTo>
                  <a:lnTo>
                    <a:pt x="5797004" y="675765"/>
                  </a:lnTo>
                  <a:lnTo>
                    <a:pt x="5797130" y="675765"/>
                  </a:lnTo>
                  <a:lnTo>
                    <a:pt x="5797256" y="675765"/>
                  </a:lnTo>
                  <a:lnTo>
                    <a:pt x="5797382" y="675765"/>
                  </a:lnTo>
                  <a:lnTo>
                    <a:pt x="5797508" y="675765"/>
                  </a:lnTo>
                  <a:lnTo>
                    <a:pt x="5797634" y="675765"/>
                  </a:lnTo>
                  <a:lnTo>
                    <a:pt x="5797760" y="675765"/>
                  </a:lnTo>
                  <a:lnTo>
                    <a:pt x="5797886" y="675765"/>
                  </a:lnTo>
                  <a:lnTo>
                    <a:pt x="5798012" y="675765"/>
                  </a:lnTo>
                  <a:lnTo>
                    <a:pt x="5798139" y="675765"/>
                  </a:lnTo>
                  <a:lnTo>
                    <a:pt x="5798265" y="675765"/>
                  </a:lnTo>
                  <a:lnTo>
                    <a:pt x="5798391" y="675765"/>
                  </a:lnTo>
                  <a:lnTo>
                    <a:pt x="5798517" y="675765"/>
                  </a:lnTo>
                  <a:lnTo>
                    <a:pt x="5798643" y="675765"/>
                  </a:lnTo>
                  <a:lnTo>
                    <a:pt x="5798769" y="675765"/>
                  </a:lnTo>
                  <a:lnTo>
                    <a:pt x="5798895" y="675765"/>
                  </a:lnTo>
                  <a:lnTo>
                    <a:pt x="5799021" y="675765"/>
                  </a:lnTo>
                  <a:lnTo>
                    <a:pt x="5799147" y="675765"/>
                  </a:lnTo>
                  <a:lnTo>
                    <a:pt x="5799273" y="675765"/>
                  </a:lnTo>
                  <a:lnTo>
                    <a:pt x="5799399" y="675765"/>
                  </a:lnTo>
                  <a:lnTo>
                    <a:pt x="5799526" y="675765"/>
                  </a:lnTo>
                  <a:lnTo>
                    <a:pt x="5799652" y="675765"/>
                  </a:lnTo>
                  <a:lnTo>
                    <a:pt x="5799778" y="675765"/>
                  </a:lnTo>
                  <a:lnTo>
                    <a:pt x="5799904" y="675765"/>
                  </a:lnTo>
                  <a:lnTo>
                    <a:pt x="5800030" y="675765"/>
                  </a:lnTo>
                  <a:lnTo>
                    <a:pt x="5800156" y="675765"/>
                  </a:lnTo>
                  <a:lnTo>
                    <a:pt x="5800282" y="675765"/>
                  </a:lnTo>
                  <a:lnTo>
                    <a:pt x="5800408" y="675765"/>
                  </a:lnTo>
                  <a:lnTo>
                    <a:pt x="5800534" y="675765"/>
                  </a:lnTo>
                  <a:lnTo>
                    <a:pt x="5800660" y="675765"/>
                  </a:lnTo>
                  <a:lnTo>
                    <a:pt x="5800786" y="675765"/>
                  </a:lnTo>
                  <a:lnTo>
                    <a:pt x="5800913" y="675765"/>
                  </a:lnTo>
                  <a:lnTo>
                    <a:pt x="5801039" y="675765"/>
                  </a:lnTo>
                  <a:lnTo>
                    <a:pt x="5801165" y="675765"/>
                  </a:lnTo>
                  <a:lnTo>
                    <a:pt x="5801291" y="675765"/>
                  </a:lnTo>
                  <a:lnTo>
                    <a:pt x="5801417" y="675765"/>
                  </a:lnTo>
                  <a:lnTo>
                    <a:pt x="5801543" y="675765"/>
                  </a:lnTo>
                  <a:lnTo>
                    <a:pt x="5801669" y="675765"/>
                  </a:lnTo>
                  <a:lnTo>
                    <a:pt x="5801795" y="675765"/>
                  </a:lnTo>
                  <a:lnTo>
                    <a:pt x="5801921" y="675765"/>
                  </a:lnTo>
                  <a:lnTo>
                    <a:pt x="5802047" y="675765"/>
                  </a:lnTo>
                  <a:lnTo>
                    <a:pt x="5802173" y="675765"/>
                  </a:lnTo>
                  <a:lnTo>
                    <a:pt x="5802299" y="675765"/>
                  </a:lnTo>
                  <a:lnTo>
                    <a:pt x="5802426" y="675765"/>
                  </a:lnTo>
                  <a:lnTo>
                    <a:pt x="5802552" y="675765"/>
                  </a:lnTo>
                  <a:lnTo>
                    <a:pt x="5802678" y="675765"/>
                  </a:lnTo>
                  <a:lnTo>
                    <a:pt x="5802804" y="675765"/>
                  </a:lnTo>
                  <a:lnTo>
                    <a:pt x="5802930" y="675765"/>
                  </a:lnTo>
                  <a:lnTo>
                    <a:pt x="5803056" y="675765"/>
                  </a:lnTo>
                  <a:lnTo>
                    <a:pt x="5803182" y="675765"/>
                  </a:lnTo>
                  <a:lnTo>
                    <a:pt x="5803308" y="675765"/>
                  </a:lnTo>
                  <a:lnTo>
                    <a:pt x="5803434" y="675765"/>
                  </a:lnTo>
                  <a:lnTo>
                    <a:pt x="5803560" y="675765"/>
                  </a:lnTo>
                  <a:lnTo>
                    <a:pt x="5803686" y="675765"/>
                  </a:lnTo>
                  <a:lnTo>
                    <a:pt x="5803813" y="675765"/>
                  </a:lnTo>
                  <a:lnTo>
                    <a:pt x="5803939" y="675765"/>
                  </a:lnTo>
                  <a:lnTo>
                    <a:pt x="5804065" y="675765"/>
                  </a:lnTo>
                  <a:lnTo>
                    <a:pt x="5804191" y="675765"/>
                  </a:lnTo>
                  <a:lnTo>
                    <a:pt x="5804317" y="675765"/>
                  </a:lnTo>
                  <a:lnTo>
                    <a:pt x="5804443" y="675765"/>
                  </a:lnTo>
                  <a:lnTo>
                    <a:pt x="5804569" y="675765"/>
                  </a:lnTo>
                  <a:lnTo>
                    <a:pt x="5804695" y="675765"/>
                  </a:lnTo>
                  <a:lnTo>
                    <a:pt x="5804821" y="675765"/>
                  </a:lnTo>
                  <a:lnTo>
                    <a:pt x="5804947" y="675765"/>
                  </a:lnTo>
                  <a:lnTo>
                    <a:pt x="5805073" y="675765"/>
                  </a:lnTo>
                  <a:lnTo>
                    <a:pt x="5805199" y="675765"/>
                  </a:lnTo>
                  <a:lnTo>
                    <a:pt x="5805326" y="675765"/>
                  </a:lnTo>
                  <a:lnTo>
                    <a:pt x="5805452" y="675765"/>
                  </a:lnTo>
                  <a:lnTo>
                    <a:pt x="5805578" y="675765"/>
                  </a:lnTo>
                  <a:lnTo>
                    <a:pt x="5805704" y="675765"/>
                  </a:lnTo>
                  <a:lnTo>
                    <a:pt x="5805830" y="675765"/>
                  </a:lnTo>
                  <a:lnTo>
                    <a:pt x="5805956" y="675765"/>
                  </a:lnTo>
                  <a:lnTo>
                    <a:pt x="5806082" y="675765"/>
                  </a:lnTo>
                  <a:lnTo>
                    <a:pt x="5806208" y="675765"/>
                  </a:lnTo>
                  <a:lnTo>
                    <a:pt x="5806334" y="675765"/>
                  </a:lnTo>
                  <a:lnTo>
                    <a:pt x="5806460" y="675765"/>
                  </a:lnTo>
                  <a:lnTo>
                    <a:pt x="5806586" y="675765"/>
                  </a:lnTo>
                  <a:lnTo>
                    <a:pt x="5806713" y="675765"/>
                  </a:lnTo>
                  <a:lnTo>
                    <a:pt x="5806839" y="675765"/>
                  </a:lnTo>
                  <a:lnTo>
                    <a:pt x="5806965" y="675765"/>
                  </a:lnTo>
                  <a:lnTo>
                    <a:pt x="5807091" y="675765"/>
                  </a:lnTo>
                  <a:lnTo>
                    <a:pt x="5807217" y="675765"/>
                  </a:lnTo>
                  <a:lnTo>
                    <a:pt x="5807343" y="675765"/>
                  </a:lnTo>
                  <a:lnTo>
                    <a:pt x="5807469" y="675765"/>
                  </a:lnTo>
                  <a:lnTo>
                    <a:pt x="5807595" y="675765"/>
                  </a:lnTo>
                  <a:lnTo>
                    <a:pt x="5807721" y="675765"/>
                  </a:lnTo>
                  <a:lnTo>
                    <a:pt x="5807847" y="675765"/>
                  </a:lnTo>
                  <a:lnTo>
                    <a:pt x="5807973" y="675765"/>
                  </a:lnTo>
                  <a:lnTo>
                    <a:pt x="5808100" y="675765"/>
                  </a:lnTo>
                  <a:lnTo>
                    <a:pt x="5808226" y="675765"/>
                  </a:lnTo>
                  <a:lnTo>
                    <a:pt x="5808352" y="675765"/>
                  </a:lnTo>
                  <a:lnTo>
                    <a:pt x="5808478" y="675765"/>
                  </a:lnTo>
                  <a:lnTo>
                    <a:pt x="5808604" y="675765"/>
                  </a:lnTo>
                  <a:lnTo>
                    <a:pt x="5808730" y="675765"/>
                  </a:lnTo>
                  <a:lnTo>
                    <a:pt x="5808856" y="675765"/>
                  </a:lnTo>
                  <a:lnTo>
                    <a:pt x="5808982" y="675765"/>
                  </a:lnTo>
                  <a:lnTo>
                    <a:pt x="5809108" y="675765"/>
                  </a:lnTo>
                  <a:lnTo>
                    <a:pt x="5809234" y="675765"/>
                  </a:lnTo>
                  <a:lnTo>
                    <a:pt x="5809360" y="675765"/>
                  </a:lnTo>
                  <a:lnTo>
                    <a:pt x="5809486" y="675765"/>
                  </a:lnTo>
                  <a:lnTo>
                    <a:pt x="5809613" y="675765"/>
                  </a:lnTo>
                  <a:lnTo>
                    <a:pt x="5809739" y="675765"/>
                  </a:lnTo>
                  <a:lnTo>
                    <a:pt x="5809865" y="675765"/>
                  </a:lnTo>
                  <a:lnTo>
                    <a:pt x="5809991" y="675765"/>
                  </a:lnTo>
                  <a:lnTo>
                    <a:pt x="5810117" y="675765"/>
                  </a:lnTo>
                  <a:lnTo>
                    <a:pt x="5810243" y="675765"/>
                  </a:lnTo>
                  <a:lnTo>
                    <a:pt x="5810369" y="675765"/>
                  </a:lnTo>
                  <a:lnTo>
                    <a:pt x="5810495" y="675765"/>
                  </a:lnTo>
                  <a:lnTo>
                    <a:pt x="5810621" y="675765"/>
                  </a:lnTo>
                  <a:lnTo>
                    <a:pt x="5810747" y="675765"/>
                  </a:lnTo>
                  <a:lnTo>
                    <a:pt x="5810873" y="675765"/>
                  </a:lnTo>
                  <a:lnTo>
                    <a:pt x="5811000" y="675765"/>
                  </a:lnTo>
                  <a:lnTo>
                    <a:pt x="5811126" y="675765"/>
                  </a:lnTo>
                  <a:lnTo>
                    <a:pt x="5811252" y="675765"/>
                  </a:lnTo>
                  <a:lnTo>
                    <a:pt x="5811378" y="675765"/>
                  </a:lnTo>
                  <a:lnTo>
                    <a:pt x="5811504" y="675765"/>
                  </a:lnTo>
                  <a:lnTo>
                    <a:pt x="5811504" y="670486"/>
                  </a:lnTo>
                  <a:lnTo>
                    <a:pt x="5811630" y="670486"/>
                  </a:lnTo>
                  <a:lnTo>
                    <a:pt x="5811756" y="670486"/>
                  </a:lnTo>
                  <a:lnTo>
                    <a:pt x="5811882" y="670486"/>
                  </a:lnTo>
                  <a:lnTo>
                    <a:pt x="5812008" y="670486"/>
                  </a:lnTo>
                  <a:lnTo>
                    <a:pt x="5812134" y="670486"/>
                  </a:lnTo>
                  <a:lnTo>
                    <a:pt x="5812260" y="670486"/>
                  </a:lnTo>
                  <a:lnTo>
                    <a:pt x="5812386" y="670486"/>
                  </a:lnTo>
                  <a:lnTo>
                    <a:pt x="5812513" y="670486"/>
                  </a:lnTo>
                  <a:lnTo>
                    <a:pt x="5812639" y="670486"/>
                  </a:lnTo>
                  <a:lnTo>
                    <a:pt x="5812765" y="670486"/>
                  </a:lnTo>
                  <a:lnTo>
                    <a:pt x="5812891" y="670486"/>
                  </a:lnTo>
                  <a:lnTo>
                    <a:pt x="5813017" y="670486"/>
                  </a:lnTo>
                  <a:lnTo>
                    <a:pt x="5813143" y="670486"/>
                  </a:lnTo>
                  <a:lnTo>
                    <a:pt x="5813269" y="670486"/>
                  </a:lnTo>
                  <a:lnTo>
                    <a:pt x="5813395" y="670486"/>
                  </a:lnTo>
                  <a:lnTo>
                    <a:pt x="5813521" y="670486"/>
                  </a:lnTo>
                  <a:lnTo>
                    <a:pt x="5813647" y="670486"/>
                  </a:lnTo>
                  <a:lnTo>
                    <a:pt x="5813773" y="670486"/>
                  </a:lnTo>
                  <a:lnTo>
                    <a:pt x="5813900" y="670486"/>
                  </a:lnTo>
                  <a:lnTo>
                    <a:pt x="5814026" y="670486"/>
                  </a:lnTo>
                  <a:lnTo>
                    <a:pt x="5814152" y="670486"/>
                  </a:lnTo>
                  <a:lnTo>
                    <a:pt x="5814278" y="670486"/>
                  </a:lnTo>
                  <a:lnTo>
                    <a:pt x="5814404" y="670486"/>
                  </a:lnTo>
                  <a:lnTo>
                    <a:pt x="5814530" y="670486"/>
                  </a:lnTo>
                  <a:lnTo>
                    <a:pt x="5814656" y="670486"/>
                  </a:lnTo>
                  <a:lnTo>
                    <a:pt x="5814782" y="670486"/>
                  </a:lnTo>
                  <a:lnTo>
                    <a:pt x="5814908" y="670486"/>
                  </a:lnTo>
                  <a:lnTo>
                    <a:pt x="5815034" y="670486"/>
                  </a:lnTo>
                  <a:lnTo>
                    <a:pt x="5815160" y="670486"/>
                  </a:lnTo>
                  <a:lnTo>
                    <a:pt x="5815286" y="670486"/>
                  </a:lnTo>
                  <a:lnTo>
                    <a:pt x="5815413" y="670486"/>
                  </a:lnTo>
                  <a:lnTo>
                    <a:pt x="5815539" y="670486"/>
                  </a:lnTo>
                  <a:lnTo>
                    <a:pt x="5815665" y="670486"/>
                  </a:lnTo>
                  <a:lnTo>
                    <a:pt x="5815791" y="670486"/>
                  </a:lnTo>
                  <a:lnTo>
                    <a:pt x="5815917" y="670486"/>
                  </a:lnTo>
                  <a:lnTo>
                    <a:pt x="5816043" y="670486"/>
                  </a:lnTo>
                  <a:lnTo>
                    <a:pt x="5816169" y="670486"/>
                  </a:lnTo>
                  <a:lnTo>
                    <a:pt x="5816295" y="670486"/>
                  </a:lnTo>
                  <a:lnTo>
                    <a:pt x="5816421" y="670486"/>
                  </a:lnTo>
                  <a:lnTo>
                    <a:pt x="5816547" y="670486"/>
                  </a:lnTo>
                  <a:lnTo>
                    <a:pt x="5816673" y="670486"/>
                  </a:lnTo>
                  <a:lnTo>
                    <a:pt x="5816800" y="670486"/>
                  </a:lnTo>
                  <a:lnTo>
                    <a:pt x="5816926" y="670486"/>
                  </a:lnTo>
                  <a:lnTo>
                    <a:pt x="5817052" y="670486"/>
                  </a:lnTo>
                  <a:lnTo>
                    <a:pt x="5817178" y="670486"/>
                  </a:lnTo>
                  <a:lnTo>
                    <a:pt x="5817304" y="670486"/>
                  </a:lnTo>
                  <a:lnTo>
                    <a:pt x="5817430" y="670486"/>
                  </a:lnTo>
                  <a:lnTo>
                    <a:pt x="5817556" y="670486"/>
                  </a:lnTo>
                  <a:lnTo>
                    <a:pt x="5817682" y="670486"/>
                  </a:lnTo>
                  <a:lnTo>
                    <a:pt x="5817808" y="670486"/>
                  </a:lnTo>
                  <a:lnTo>
                    <a:pt x="5817934" y="670486"/>
                  </a:lnTo>
                  <a:lnTo>
                    <a:pt x="5818060" y="670486"/>
                  </a:lnTo>
                  <a:lnTo>
                    <a:pt x="5818187" y="670486"/>
                  </a:lnTo>
                  <a:lnTo>
                    <a:pt x="5818313" y="670486"/>
                  </a:lnTo>
                  <a:lnTo>
                    <a:pt x="5818439" y="670486"/>
                  </a:lnTo>
                  <a:lnTo>
                    <a:pt x="5818565" y="670486"/>
                  </a:lnTo>
                  <a:lnTo>
                    <a:pt x="5818691" y="670486"/>
                  </a:lnTo>
                  <a:lnTo>
                    <a:pt x="5818817" y="670486"/>
                  </a:lnTo>
                  <a:lnTo>
                    <a:pt x="5818943" y="670486"/>
                  </a:lnTo>
                  <a:lnTo>
                    <a:pt x="5819069" y="670486"/>
                  </a:lnTo>
                  <a:lnTo>
                    <a:pt x="5819195" y="670486"/>
                  </a:lnTo>
                  <a:lnTo>
                    <a:pt x="5819321" y="670486"/>
                  </a:lnTo>
                  <a:lnTo>
                    <a:pt x="5819447" y="670486"/>
                  </a:lnTo>
                  <a:lnTo>
                    <a:pt x="5819573" y="670486"/>
                  </a:lnTo>
                  <a:lnTo>
                    <a:pt x="5819700" y="670486"/>
                  </a:lnTo>
                  <a:lnTo>
                    <a:pt x="5819826" y="670486"/>
                  </a:lnTo>
                  <a:lnTo>
                    <a:pt x="5819952" y="670486"/>
                  </a:lnTo>
                  <a:lnTo>
                    <a:pt x="5820078" y="670486"/>
                  </a:lnTo>
                  <a:lnTo>
                    <a:pt x="5820204" y="670486"/>
                  </a:lnTo>
                  <a:lnTo>
                    <a:pt x="5820330" y="670486"/>
                  </a:lnTo>
                  <a:lnTo>
                    <a:pt x="5820456" y="670486"/>
                  </a:lnTo>
                  <a:lnTo>
                    <a:pt x="5820582" y="670486"/>
                  </a:lnTo>
                  <a:lnTo>
                    <a:pt x="5820708" y="670486"/>
                  </a:lnTo>
                  <a:lnTo>
                    <a:pt x="5820834" y="670486"/>
                  </a:lnTo>
                  <a:lnTo>
                    <a:pt x="5820960" y="670486"/>
                  </a:lnTo>
                  <a:lnTo>
                    <a:pt x="5821087" y="670486"/>
                  </a:lnTo>
                  <a:lnTo>
                    <a:pt x="5821213" y="670486"/>
                  </a:lnTo>
                  <a:lnTo>
                    <a:pt x="5821339" y="670486"/>
                  </a:lnTo>
                  <a:lnTo>
                    <a:pt x="5821465" y="670486"/>
                  </a:lnTo>
                  <a:lnTo>
                    <a:pt x="5821591" y="670486"/>
                  </a:lnTo>
                  <a:lnTo>
                    <a:pt x="5821717" y="670486"/>
                  </a:lnTo>
                  <a:lnTo>
                    <a:pt x="5821843" y="670486"/>
                  </a:lnTo>
                  <a:lnTo>
                    <a:pt x="5821969" y="670486"/>
                  </a:lnTo>
                  <a:lnTo>
                    <a:pt x="5822095" y="670486"/>
                  </a:lnTo>
                  <a:lnTo>
                    <a:pt x="5822221" y="670486"/>
                  </a:lnTo>
                  <a:lnTo>
                    <a:pt x="5822347" y="670486"/>
                  </a:lnTo>
                  <a:lnTo>
                    <a:pt x="5822473" y="670486"/>
                  </a:lnTo>
                  <a:lnTo>
                    <a:pt x="5822600" y="670486"/>
                  </a:lnTo>
                  <a:lnTo>
                    <a:pt x="5822726" y="670486"/>
                  </a:lnTo>
                  <a:lnTo>
                    <a:pt x="5822852" y="670486"/>
                  </a:lnTo>
                  <a:lnTo>
                    <a:pt x="5822978" y="670486"/>
                  </a:lnTo>
                  <a:lnTo>
                    <a:pt x="5823104" y="670486"/>
                  </a:lnTo>
                  <a:lnTo>
                    <a:pt x="5823230" y="670486"/>
                  </a:lnTo>
                  <a:lnTo>
                    <a:pt x="5823356" y="670486"/>
                  </a:lnTo>
                  <a:lnTo>
                    <a:pt x="5823482" y="670486"/>
                  </a:lnTo>
                  <a:lnTo>
                    <a:pt x="5823608" y="670486"/>
                  </a:lnTo>
                  <a:lnTo>
                    <a:pt x="5823734" y="670486"/>
                  </a:lnTo>
                  <a:lnTo>
                    <a:pt x="5823860" y="670486"/>
                  </a:lnTo>
                  <a:lnTo>
                    <a:pt x="5823987" y="670486"/>
                  </a:lnTo>
                  <a:lnTo>
                    <a:pt x="5824113" y="670486"/>
                  </a:lnTo>
                  <a:lnTo>
                    <a:pt x="5824239" y="670486"/>
                  </a:lnTo>
                  <a:lnTo>
                    <a:pt x="5824365" y="670486"/>
                  </a:lnTo>
                  <a:lnTo>
                    <a:pt x="5824491" y="670486"/>
                  </a:lnTo>
                  <a:lnTo>
                    <a:pt x="5824617" y="670486"/>
                  </a:lnTo>
                  <a:lnTo>
                    <a:pt x="5824743" y="670486"/>
                  </a:lnTo>
                  <a:lnTo>
                    <a:pt x="5824869" y="670486"/>
                  </a:lnTo>
                  <a:lnTo>
                    <a:pt x="5824995" y="670486"/>
                  </a:lnTo>
                  <a:lnTo>
                    <a:pt x="5825121" y="670486"/>
                  </a:lnTo>
                  <a:lnTo>
                    <a:pt x="5825247" y="670486"/>
                  </a:lnTo>
                  <a:lnTo>
                    <a:pt x="5825374" y="670486"/>
                  </a:lnTo>
                  <a:lnTo>
                    <a:pt x="5825500" y="670486"/>
                  </a:lnTo>
                  <a:lnTo>
                    <a:pt x="5825626" y="670486"/>
                  </a:lnTo>
                  <a:lnTo>
                    <a:pt x="5825752" y="670486"/>
                  </a:lnTo>
                  <a:lnTo>
                    <a:pt x="5825878" y="670486"/>
                  </a:lnTo>
                  <a:lnTo>
                    <a:pt x="5826004" y="670486"/>
                  </a:lnTo>
                  <a:lnTo>
                    <a:pt x="5826130" y="670486"/>
                  </a:lnTo>
                  <a:lnTo>
                    <a:pt x="5826256" y="670486"/>
                  </a:lnTo>
                  <a:lnTo>
                    <a:pt x="5826382" y="670486"/>
                  </a:lnTo>
                  <a:lnTo>
                    <a:pt x="5826508" y="670486"/>
                  </a:lnTo>
                  <a:lnTo>
                    <a:pt x="5826634" y="670486"/>
                  </a:lnTo>
                  <a:lnTo>
                    <a:pt x="5826760" y="670486"/>
                  </a:lnTo>
                  <a:lnTo>
                    <a:pt x="5826887" y="670486"/>
                  </a:lnTo>
                  <a:lnTo>
                    <a:pt x="5827013" y="670486"/>
                  </a:lnTo>
                  <a:lnTo>
                    <a:pt x="5827139" y="670486"/>
                  </a:lnTo>
                  <a:lnTo>
                    <a:pt x="5827265" y="670486"/>
                  </a:lnTo>
                  <a:lnTo>
                    <a:pt x="5827391" y="670486"/>
                  </a:lnTo>
                  <a:lnTo>
                    <a:pt x="5827517" y="670486"/>
                  </a:lnTo>
                  <a:lnTo>
                    <a:pt x="5827643" y="670486"/>
                  </a:lnTo>
                  <a:lnTo>
                    <a:pt x="5827769" y="670486"/>
                  </a:lnTo>
                  <a:lnTo>
                    <a:pt x="5827895" y="670486"/>
                  </a:lnTo>
                  <a:lnTo>
                    <a:pt x="5828021" y="670486"/>
                  </a:lnTo>
                  <a:lnTo>
                    <a:pt x="5828147" y="670486"/>
                  </a:lnTo>
                  <a:lnTo>
                    <a:pt x="5828274" y="670486"/>
                  </a:lnTo>
                  <a:lnTo>
                    <a:pt x="5828400" y="670486"/>
                  </a:lnTo>
                  <a:lnTo>
                    <a:pt x="5828526" y="670486"/>
                  </a:lnTo>
                  <a:lnTo>
                    <a:pt x="5828652" y="670486"/>
                  </a:lnTo>
                  <a:lnTo>
                    <a:pt x="5828778" y="670486"/>
                  </a:lnTo>
                  <a:lnTo>
                    <a:pt x="5828904" y="670486"/>
                  </a:lnTo>
                  <a:lnTo>
                    <a:pt x="5829030" y="670486"/>
                  </a:lnTo>
                  <a:lnTo>
                    <a:pt x="5829156" y="670486"/>
                  </a:lnTo>
                  <a:lnTo>
                    <a:pt x="5829282" y="670486"/>
                  </a:lnTo>
                  <a:lnTo>
                    <a:pt x="5829282" y="665207"/>
                  </a:lnTo>
                  <a:lnTo>
                    <a:pt x="5829408" y="665207"/>
                  </a:lnTo>
                  <a:lnTo>
                    <a:pt x="5829534" y="665207"/>
                  </a:lnTo>
                  <a:lnTo>
                    <a:pt x="5829660" y="665207"/>
                  </a:lnTo>
                  <a:lnTo>
                    <a:pt x="5829787" y="665207"/>
                  </a:lnTo>
                  <a:lnTo>
                    <a:pt x="5829913" y="665207"/>
                  </a:lnTo>
                  <a:lnTo>
                    <a:pt x="5830039" y="665207"/>
                  </a:lnTo>
                  <a:lnTo>
                    <a:pt x="5830165" y="665207"/>
                  </a:lnTo>
                  <a:lnTo>
                    <a:pt x="5830291" y="665207"/>
                  </a:lnTo>
                  <a:lnTo>
                    <a:pt x="5830417" y="665207"/>
                  </a:lnTo>
                  <a:lnTo>
                    <a:pt x="5830543" y="665207"/>
                  </a:lnTo>
                  <a:lnTo>
                    <a:pt x="5830669" y="665207"/>
                  </a:lnTo>
                  <a:lnTo>
                    <a:pt x="5830795" y="665207"/>
                  </a:lnTo>
                  <a:lnTo>
                    <a:pt x="5830921" y="665207"/>
                  </a:lnTo>
                  <a:lnTo>
                    <a:pt x="5831047" y="665207"/>
                  </a:lnTo>
                  <a:lnTo>
                    <a:pt x="5831174" y="665207"/>
                  </a:lnTo>
                  <a:lnTo>
                    <a:pt x="5831300" y="665207"/>
                  </a:lnTo>
                  <a:lnTo>
                    <a:pt x="5831426" y="665207"/>
                  </a:lnTo>
                  <a:lnTo>
                    <a:pt x="5831552" y="665207"/>
                  </a:lnTo>
                  <a:lnTo>
                    <a:pt x="5831678" y="665207"/>
                  </a:lnTo>
                  <a:lnTo>
                    <a:pt x="5831804" y="665207"/>
                  </a:lnTo>
                  <a:lnTo>
                    <a:pt x="5831930" y="665207"/>
                  </a:lnTo>
                  <a:lnTo>
                    <a:pt x="5832056" y="665207"/>
                  </a:lnTo>
                  <a:lnTo>
                    <a:pt x="5832182" y="665207"/>
                  </a:lnTo>
                  <a:lnTo>
                    <a:pt x="5832308" y="665207"/>
                  </a:lnTo>
                  <a:lnTo>
                    <a:pt x="5832434" y="665207"/>
                  </a:lnTo>
                  <a:lnTo>
                    <a:pt x="5832560" y="665207"/>
                  </a:lnTo>
                  <a:lnTo>
                    <a:pt x="5832687" y="665207"/>
                  </a:lnTo>
                  <a:lnTo>
                    <a:pt x="5832813" y="665207"/>
                  </a:lnTo>
                  <a:lnTo>
                    <a:pt x="5832939" y="665207"/>
                  </a:lnTo>
                  <a:lnTo>
                    <a:pt x="5833065" y="665207"/>
                  </a:lnTo>
                  <a:lnTo>
                    <a:pt x="5833191" y="665207"/>
                  </a:lnTo>
                  <a:lnTo>
                    <a:pt x="5833317" y="665207"/>
                  </a:lnTo>
                  <a:lnTo>
                    <a:pt x="5833443" y="665207"/>
                  </a:lnTo>
                  <a:lnTo>
                    <a:pt x="5833569" y="665207"/>
                  </a:lnTo>
                  <a:lnTo>
                    <a:pt x="5833695" y="665207"/>
                  </a:lnTo>
                  <a:lnTo>
                    <a:pt x="5833821" y="665207"/>
                  </a:lnTo>
                  <a:lnTo>
                    <a:pt x="5833947" y="665207"/>
                  </a:lnTo>
                  <a:lnTo>
                    <a:pt x="5834074" y="665207"/>
                  </a:lnTo>
                  <a:lnTo>
                    <a:pt x="5834200" y="665207"/>
                  </a:lnTo>
                  <a:lnTo>
                    <a:pt x="5834326" y="665207"/>
                  </a:lnTo>
                  <a:lnTo>
                    <a:pt x="5834452" y="665207"/>
                  </a:lnTo>
                  <a:lnTo>
                    <a:pt x="5834578" y="665207"/>
                  </a:lnTo>
                  <a:lnTo>
                    <a:pt x="5834704" y="665207"/>
                  </a:lnTo>
                  <a:lnTo>
                    <a:pt x="5834830" y="665207"/>
                  </a:lnTo>
                  <a:lnTo>
                    <a:pt x="5834956" y="665207"/>
                  </a:lnTo>
                  <a:lnTo>
                    <a:pt x="5835082" y="665207"/>
                  </a:lnTo>
                  <a:lnTo>
                    <a:pt x="5835208" y="665207"/>
                  </a:lnTo>
                  <a:lnTo>
                    <a:pt x="5835334" y="665207"/>
                  </a:lnTo>
                  <a:lnTo>
                    <a:pt x="5835461" y="665207"/>
                  </a:lnTo>
                  <a:lnTo>
                    <a:pt x="5835587" y="665207"/>
                  </a:lnTo>
                  <a:lnTo>
                    <a:pt x="5835713" y="665207"/>
                  </a:lnTo>
                  <a:lnTo>
                    <a:pt x="5835839" y="665207"/>
                  </a:lnTo>
                  <a:lnTo>
                    <a:pt x="5835965" y="665207"/>
                  </a:lnTo>
                  <a:lnTo>
                    <a:pt x="5836091" y="665207"/>
                  </a:lnTo>
                  <a:lnTo>
                    <a:pt x="5836217" y="665207"/>
                  </a:lnTo>
                  <a:lnTo>
                    <a:pt x="5836343" y="665207"/>
                  </a:lnTo>
                  <a:lnTo>
                    <a:pt x="5836469" y="665207"/>
                  </a:lnTo>
                  <a:lnTo>
                    <a:pt x="5836595" y="665207"/>
                  </a:lnTo>
                  <a:lnTo>
                    <a:pt x="5836721" y="665207"/>
                  </a:lnTo>
                  <a:lnTo>
                    <a:pt x="5836847" y="665207"/>
                  </a:lnTo>
                  <a:lnTo>
                    <a:pt x="5836974" y="665207"/>
                  </a:lnTo>
                  <a:lnTo>
                    <a:pt x="5837100" y="665207"/>
                  </a:lnTo>
                  <a:lnTo>
                    <a:pt x="5837226" y="665207"/>
                  </a:lnTo>
                  <a:lnTo>
                    <a:pt x="5837352" y="665207"/>
                  </a:lnTo>
                  <a:lnTo>
                    <a:pt x="5837478" y="665207"/>
                  </a:lnTo>
                  <a:lnTo>
                    <a:pt x="5837604" y="665207"/>
                  </a:lnTo>
                  <a:lnTo>
                    <a:pt x="5837730" y="665207"/>
                  </a:lnTo>
                  <a:lnTo>
                    <a:pt x="5837856" y="665207"/>
                  </a:lnTo>
                  <a:lnTo>
                    <a:pt x="5837982" y="665207"/>
                  </a:lnTo>
                  <a:lnTo>
                    <a:pt x="5838108" y="665207"/>
                  </a:lnTo>
                  <a:lnTo>
                    <a:pt x="5838234" y="665207"/>
                  </a:lnTo>
                  <a:lnTo>
                    <a:pt x="5838361" y="665207"/>
                  </a:lnTo>
                  <a:lnTo>
                    <a:pt x="5838487" y="665207"/>
                  </a:lnTo>
                  <a:lnTo>
                    <a:pt x="5838613" y="665207"/>
                  </a:lnTo>
                  <a:lnTo>
                    <a:pt x="5838739" y="665207"/>
                  </a:lnTo>
                  <a:lnTo>
                    <a:pt x="5838865" y="665207"/>
                  </a:lnTo>
                  <a:lnTo>
                    <a:pt x="5838991" y="665207"/>
                  </a:lnTo>
                  <a:lnTo>
                    <a:pt x="5839117" y="665207"/>
                  </a:lnTo>
                  <a:lnTo>
                    <a:pt x="5839243" y="665207"/>
                  </a:lnTo>
                  <a:lnTo>
                    <a:pt x="5839369" y="665207"/>
                  </a:lnTo>
                  <a:lnTo>
                    <a:pt x="5839495" y="665207"/>
                  </a:lnTo>
                  <a:lnTo>
                    <a:pt x="5839621" y="665207"/>
                  </a:lnTo>
                  <a:lnTo>
                    <a:pt x="5839747" y="665207"/>
                  </a:lnTo>
                  <a:lnTo>
                    <a:pt x="5839874" y="665207"/>
                  </a:lnTo>
                  <a:lnTo>
                    <a:pt x="5840000" y="665207"/>
                  </a:lnTo>
                  <a:lnTo>
                    <a:pt x="5840126" y="665207"/>
                  </a:lnTo>
                  <a:lnTo>
                    <a:pt x="5840252" y="665207"/>
                  </a:lnTo>
                  <a:lnTo>
                    <a:pt x="5840378" y="665207"/>
                  </a:lnTo>
                  <a:lnTo>
                    <a:pt x="5840504" y="665207"/>
                  </a:lnTo>
                  <a:lnTo>
                    <a:pt x="5840630" y="665207"/>
                  </a:lnTo>
                  <a:lnTo>
                    <a:pt x="5840756" y="665207"/>
                  </a:lnTo>
                  <a:lnTo>
                    <a:pt x="5840882" y="665207"/>
                  </a:lnTo>
                  <a:lnTo>
                    <a:pt x="5841008" y="665207"/>
                  </a:lnTo>
                  <a:lnTo>
                    <a:pt x="5841134" y="665207"/>
                  </a:lnTo>
                  <a:lnTo>
                    <a:pt x="5841261" y="665207"/>
                  </a:lnTo>
                  <a:lnTo>
                    <a:pt x="5841387" y="665207"/>
                  </a:lnTo>
                  <a:lnTo>
                    <a:pt x="5841513" y="665207"/>
                  </a:lnTo>
                  <a:lnTo>
                    <a:pt x="5841639" y="665207"/>
                  </a:lnTo>
                  <a:lnTo>
                    <a:pt x="5841765" y="665207"/>
                  </a:lnTo>
                  <a:lnTo>
                    <a:pt x="5841891" y="665207"/>
                  </a:lnTo>
                  <a:lnTo>
                    <a:pt x="5842017" y="665207"/>
                  </a:lnTo>
                  <a:lnTo>
                    <a:pt x="5842143" y="665207"/>
                  </a:lnTo>
                  <a:lnTo>
                    <a:pt x="5842269" y="665207"/>
                  </a:lnTo>
                  <a:lnTo>
                    <a:pt x="5842395" y="665207"/>
                  </a:lnTo>
                  <a:lnTo>
                    <a:pt x="5842521" y="665207"/>
                  </a:lnTo>
                  <a:lnTo>
                    <a:pt x="5842648" y="665207"/>
                  </a:lnTo>
                  <a:lnTo>
                    <a:pt x="5842774" y="665207"/>
                  </a:lnTo>
                  <a:lnTo>
                    <a:pt x="5842900" y="665207"/>
                  </a:lnTo>
                  <a:lnTo>
                    <a:pt x="5843026" y="665207"/>
                  </a:lnTo>
                  <a:lnTo>
                    <a:pt x="5843152" y="665207"/>
                  </a:lnTo>
                  <a:lnTo>
                    <a:pt x="5843278" y="665207"/>
                  </a:lnTo>
                  <a:lnTo>
                    <a:pt x="5843404" y="665207"/>
                  </a:lnTo>
                  <a:lnTo>
                    <a:pt x="5843530" y="665207"/>
                  </a:lnTo>
                  <a:lnTo>
                    <a:pt x="5843656" y="665207"/>
                  </a:lnTo>
                  <a:lnTo>
                    <a:pt x="5843782" y="665207"/>
                  </a:lnTo>
                  <a:lnTo>
                    <a:pt x="5843908" y="665207"/>
                  </a:lnTo>
                  <a:lnTo>
                    <a:pt x="5844034" y="665207"/>
                  </a:lnTo>
                  <a:lnTo>
                    <a:pt x="5844161" y="665207"/>
                  </a:lnTo>
                  <a:lnTo>
                    <a:pt x="5844287" y="665207"/>
                  </a:lnTo>
                  <a:lnTo>
                    <a:pt x="5844413" y="665207"/>
                  </a:lnTo>
                  <a:lnTo>
                    <a:pt x="5844539" y="665207"/>
                  </a:lnTo>
                  <a:lnTo>
                    <a:pt x="5844665" y="665207"/>
                  </a:lnTo>
                  <a:lnTo>
                    <a:pt x="5844791" y="665207"/>
                  </a:lnTo>
                  <a:lnTo>
                    <a:pt x="5844917" y="665207"/>
                  </a:lnTo>
                  <a:lnTo>
                    <a:pt x="5845043" y="665207"/>
                  </a:lnTo>
                  <a:lnTo>
                    <a:pt x="5845169" y="665207"/>
                  </a:lnTo>
                  <a:lnTo>
                    <a:pt x="5845295" y="665207"/>
                  </a:lnTo>
                  <a:lnTo>
                    <a:pt x="5845421" y="665207"/>
                  </a:lnTo>
                  <a:lnTo>
                    <a:pt x="5845548" y="665207"/>
                  </a:lnTo>
                  <a:lnTo>
                    <a:pt x="5845674" y="665207"/>
                  </a:lnTo>
                  <a:lnTo>
                    <a:pt x="5845800" y="665207"/>
                  </a:lnTo>
                  <a:lnTo>
                    <a:pt x="5845926" y="665207"/>
                  </a:lnTo>
                  <a:lnTo>
                    <a:pt x="5846052" y="665207"/>
                  </a:lnTo>
                  <a:lnTo>
                    <a:pt x="5846178" y="665207"/>
                  </a:lnTo>
                  <a:lnTo>
                    <a:pt x="5846304" y="665207"/>
                  </a:lnTo>
                  <a:lnTo>
                    <a:pt x="5846430" y="665207"/>
                  </a:lnTo>
                  <a:lnTo>
                    <a:pt x="5846556" y="665207"/>
                  </a:lnTo>
                  <a:lnTo>
                    <a:pt x="5846682" y="665207"/>
                  </a:lnTo>
                  <a:lnTo>
                    <a:pt x="5846808" y="665207"/>
                  </a:lnTo>
                  <a:lnTo>
                    <a:pt x="5846934" y="665207"/>
                  </a:lnTo>
                  <a:lnTo>
                    <a:pt x="5847061" y="665207"/>
                  </a:lnTo>
                  <a:lnTo>
                    <a:pt x="5847187" y="665207"/>
                  </a:lnTo>
                  <a:lnTo>
                    <a:pt x="5847313" y="665207"/>
                  </a:lnTo>
                  <a:lnTo>
                    <a:pt x="5847439" y="665207"/>
                  </a:lnTo>
                  <a:lnTo>
                    <a:pt x="5847565" y="665207"/>
                  </a:lnTo>
                  <a:lnTo>
                    <a:pt x="5847691" y="665207"/>
                  </a:lnTo>
                  <a:lnTo>
                    <a:pt x="5847817" y="665207"/>
                  </a:lnTo>
                  <a:lnTo>
                    <a:pt x="5847943" y="665207"/>
                  </a:lnTo>
                  <a:lnTo>
                    <a:pt x="5848069" y="665207"/>
                  </a:lnTo>
                  <a:lnTo>
                    <a:pt x="5848195" y="665207"/>
                  </a:lnTo>
                  <a:lnTo>
                    <a:pt x="5848321" y="665207"/>
                  </a:lnTo>
                  <a:lnTo>
                    <a:pt x="5848448" y="665207"/>
                  </a:lnTo>
                  <a:lnTo>
                    <a:pt x="5848574" y="665207"/>
                  </a:lnTo>
                  <a:lnTo>
                    <a:pt x="5848700" y="665207"/>
                  </a:lnTo>
                  <a:lnTo>
                    <a:pt x="5848826" y="665207"/>
                  </a:lnTo>
                  <a:lnTo>
                    <a:pt x="5848952" y="665207"/>
                  </a:lnTo>
                  <a:lnTo>
                    <a:pt x="5849078" y="665207"/>
                  </a:lnTo>
                  <a:lnTo>
                    <a:pt x="5849204" y="665207"/>
                  </a:lnTo>
                  <a:lnTo>
                    <a:pt x="5849330" y="665207"/>
                  </a:lnTo>
                  <a:lnTo>
                    <a:pt x="5849456" y="665207"/>
                  </a:lnTo>
                  <a:lnTo>
                    <a:pt x="5849582" y="665207"/>
                  </a:lnTo>
                  <a:lnTo>
                    <a:pt x="5849708" y="665207"/>
                  </a:lnTo>
                  <a:lnTo>
                    <a:pt x="5849835" y="665207"/>
                  </a:lnTo>
                  <a:lnTo>
                    <a:pt x="5849961" y="665207"/>
                  </a:lnTo>
                  <a:lnTo>
                    <a:pt x="5850087" y="665207"/>
                  </a:lnTo>
                  <a:lnTo>
                    <a:pt x="5850213" y="665207"/>
                  </a:lnTo>
                  <a:lnTo>
                    <a:pt x="5850339" y="665207"/>
                  </a:lnTo>
                  <a:lnTo>
                    <a:pt x="5850339" y="659927"/>
                  </a:lnTo>
                  <a:lnTo>
                    <a:pt x="5850465" y="659927"/>
                  </a:lnTo>
                  <a:lnTo>
                    <a:pt x="5850591" y="659927"/>
                  </a:lnTo>
                  <a:lnTo>
                    <a:pt x="5850717" y="659927"/>
                  </a:lnTo>
                  <a:lnTo>
                    <a:pt x="5850843" y="659927"/>
                  </a:lnTo>
                  <a:lnTo>
                    <a:pt x="5850969" y="659927"/>
                  </a:lnTo>
                  <a:lnTo>
                    <a:pt x="5850969" y="654648"/>
                  </a:lnTo>
                  <a:lnTo>
                    <a:pt x="5851095" y="654648"/>
                  </a:lnTo>
                  <a:lnTo>
                    <a:pt x="5851221" y="654648"/>
                  </a:lnTo>
                  <a:lnTo>
                    <a:pt x="5851348" y="654648"/>
                  </a:lnTo>
                  <a:lnTo>
                    <a:pt x="5851474" y="654648"/>
                  </a:lnTo>
                  <a:lnTo>
                    <a:pt x="5851600" y="654648"/>
                  </a:lnTo>
                  <a:lnTo>
                    <a:pt x="5851726" y="654648"/>
                  </a:lnTo>
                  <a:lnTo>
                    <a:pt x="5851852" y="654648"/>
                  </a:lnTo>
                  <a:lnTo>
                    <a:pt x="5851978" y="654648"/>
                  </a:lnTo>
                  <a:lnTo>
                    <a:pt x="5852104" y="654648"/>
                  </a:lnTo>
                  <a:lnTo>
                    <a:pt x="5852230" y="654648"/>
                  </a:lnTo>
                  <a:lnTo>
                    <a:pt x="5852356" y="654648"/>
                  </a:lnTo>
                  <a:lnTo>
                    <a:pt x="5852482" y="654648"/>
                  </a:lnTo>
                  <a:lnTo>
                    <a:pt x="5852608" y="654648"/>
                  </a:lnTo>
                  <a:lnTo>
                    <a:pt x="5852735" y="654648"/>
                  </a:lnTo>
                  <a:lnTo>
                    <a:pt x="5852861" y="654648"/>
                  </a:lnTo>
                  <a:lnTo>
                    <a:pt x="5852987" y="654648"/>
                  </a:lnTo>
                  <a:lnTo>
                    <a:pt x="5852987" y="649368"/>
                  </a:lnTo>
                  <a:lnTo>
                    <a:pt x="5853113" y="649368"/>
                  </a:lnTo>
                  <a:lnTo>
                    <a:pt x="5853239" y="649368"/>
                  </a:lnTo>
                  <a:lnTo>
                    <a:pt x="5853365" y="649368"/>
                  </a:lnTo>
                  <a:lnTo>
                    <a:pt x="5853491" y="649368"/>
                  </a:lnTo>
                  <a:lnTo>
                    <a:pt x="5853617" y="649368"/>
                  </a:lnTo>
                  <a:lnTo>
                    <a:pt x="5853743" y="649368"/>
                  </a:lnTo>
                  <a:lnTo>
                    <a:pt x="5853869" y="649368"/>
                  </a:lnTo>
                  <a:lnTo>
                    <a:pt x="5853995" y="649368"/>
                  </a:lnTo>
                  <a:lnTo>
                    <a:pt x="5854121" y="649368"/>
                  </a:lnTo>
                  <a:lnTo>
                    <a:pt x="5854248" y="649368"/>
                  </a:lnTo>
                  <a:lnTo>
                    <a:pt x="5854374" y="649368"/>
                  </a:lnTo>
                  <a:lnTo>
                    <a:pt x="5854500" y="649368"/>
                  </a:lnTo>
                  <a:lnTo>
                    <a:pt x="5854626" y="649368"/>
                  </a:lnTo>
                  <a:lnTo>
                    <a:pt x="5854752" y="649368"/>
                  </a:lnTo>
                  <a:lnTo>
                    <a:pt x="5854878" y="649368"/>
                  </a:lnTo>
                  <a:lnTo>
                    <a:pt x="5855004" y="649368"/>
                  </a:lnTo>
                  <a:lnTo>
                    <a:pt x="5855130" y="649368"/>
                  </a:lnTo>
                  <a:lnTo>
                    <a:pt x="5855256" y="649368"/>
                  </a:lnTo>
                  <a:lnTo>
                    <a:pt x="5855382" y="649368"/>
                  </a:lnTo>
                  <a:lnTo>
                    <a:pt x="5855508" y="649368"/>
                  </a:lnTo>
                  <a:lnTo>
                    <a:pt x="5855635" y="649368"/>
                  </a:lnTo>
                  <a:lnTo>
                    <a:pt x="5855761" y="649368"/>
                  </a:lnTo>
                  <a:lnTo>
                    <a:pt x="5855887" y="649368"/>
                  </a:lnTo>
                  <a:lnTo>
                    <a:pt x="5856013" y="649368"/>
                  </a:lnTo>
                  <a:lnTo>
                    <a:pt x="5856139" y="649368"/>
                  </a:lnTo>
                  <a:lnTo>
                    <a:pt x="5856265" y="649368"/>
                  </a:lnTo>
                  <a:lnTo>
                    <a:pt x="5856391" y="649368"/>
                  </a:lnTo>
                  <a:lnTo>
                    <a:pt x="5856517" y="649368"/>
                  </a:lnTo>
                  <a:lnTo>
                    <a:pt x="5856643" y="649368"/>
                  </a:lnTo>
                  <a:lnTo>
                    <a:pt x="5856769" y="649368"/>
                  </a:lnTo>
                  <a:lnTo>
                    <a:pt x="5856895" y="649368"/>
                  </a:lnTo>
                  <a:lnTo>
                    <a:pt x="5857021" y="649368"/>
                  </a:lnTo>
                  <a:lnTo>
                    <a:pt x="5857148" y="649368"/>
                  </a:lnTo>
                  <a:lnTo>
                    <a:pt x="5857274" y="649368"/>
                  </a:lnTo>
                  <a:lnTo>
                    <a:pt x="5857400" y="649368"/>
                  </a:lnTo>
                  <a:lnTo>
                    <a:pt x="5857526" y="649368"/>
                  </a:lnTo>
                  <a:lnTo>
                    <a:pt x="5857652" y="649368"/>
                  </a:lnTo>
                  <a:lnTo>
                    <a:pt x="5857778" y="649368"/>
                  </a:lnTo>
                  <a:lnTo>
                    <a:pt x="5857904" y="649368"/>
                  </a:lnTo>
                  <a:lnTo>
                    <a:pt x="5858030" y="649368"/>
                  </a:lnTo>
                  <a:lnTo>
                    <a:pt x="5858156" y="649368"/>
                  </a:lnTo>
                  <a:lnTo>
                    <a:pt x="5858282" y="649368"/>
                  </a:lnTo>
                  <a:lnTo>
                    <a:pt x="5858408" y="649368"/>
                  </a:lnTo>
                  <a:lnTo>
                    <a:pt x="5858535" y="649368"/>
                  </a:lnTo>
                  <a:lnTo>
                    <a:pt x="5858661" y="649368"/>
                  </a:lnTo>
                  <a:lnTo>
                    <a:pt x="5858787" y="649368"/>
                  </a:lnTo>
                  <a:lnTo>
                    <a:pt x="5858913" y="649368"/>
                  </a:lnTo>
                  <a:lnTo>
                    <a:pt x="5859039" y="649368"/>
                  </a:lnTo>
                  <a:lnTo>
                    <a:pt x="5859165" y="649368"/>
                  </a:lnTo>
                  <a:lnTo>
                    <a:pt x="5859291" y="649368"/>
                  </a:lnTo>
                  <a:lnTo>
                    <a:pt x="5859417" y="649368"/>
                  </a:lnTo>
                  <a:lnTo>
                    <a:pt x="5859543" y="649368"/>
                  </a:lnTo>
                  <a:lnTo>
                    <a:pt x="5859669" y="649368"/>
                  </a:lnTo>
                  <a:lnTo>
                    <a:pt x="5859795" y="649368"/>
                  </a:lnTo>
                  <a:lnTo>
                    <a:pt x="5859922" y="649368"/>
                  </a:lnTo>
                  <a:lnTo>
                    <a:pt x="5860048" y="649368"/>
                  </a:lnTo>
                  <a:lnTo>
                    <a:pt x="5860174" y="649368"/>
                  </a:lnTo>
                  <a:lnTo>
                    <a:pt x="5860300" y="649368"/>
                  </a:lnTo>
                  <a:lnTo>
                    <a:pt x="5860426" y="649368"/>
                  </a:lnTo>
                  <a:lnTo>
                    <a:pt x="5860552" y="649368"/>
                  </a:lnTo>
                  <a:lnTo>
                    <a:pt x="5860678" y="649368"/>
                  </a:lnTo>
                  <a:lnTo>
                    <a:pt x="5860804" y="649368"/>
                  </a:lnTo>
                  <a:lnTo>
                    <a:pt x="5860930" y="649368"/>
                  </a:lnTo>
                  <a:lnTo>
                    <a:pt x="5861056" y="649368"/>
                  </a:lnTo>
                  <a:lnTo>
                    <a:pt x="5861182" y="649368"/>
                  </a:lnTo>
                  <a:lnTo>
                    <a:pt x="5861308" y="649368"/>
                  </a:lnTo>
                  <a:lnTo>
                    <a:pt x="5861435" y="649368"/>
                  </a:lnTo>
                  <a:lnTo>
                    <a:pt x="5861561" y="649368"/>
                  </a:lnTo>
                  <a:lnTo>
                    <a:pt x="5861687" y="649368"/>
                  </a:lnTo>
                  <a:lnTo>
                    <a:pt x="5861813" y="649368"/>
                  </a:lnTo>
                  <a:lnTo>
                    <a:pt x="5861939" y="649368"/>
                  </a:lnTo>
                  <a:lnTo>
                    <a:pt x="5862065" y="649368"/>
                  </a:lnTo>
                  <a:lnTo>
                    <a:pt x="5862191" y="649368"/>
                  </a:lnTo>
                  <a:lnTo>
                    <a:pt x="5862317" y="649368"/>
                  </a:lnTo>
                  <a:lnTo>
                    <a:pt x="5862443" y="649368"/>
                  </a:lnTo>
                  <a:lnTo>
                    <a:pt x="5862569" y="649368"/>
                  </a:lnTo>
                  <a:lnTo>
                    <a:pt x="5862695" y="649368"/>
                  </a:lnTo>
                  <a:lnTo>
                    <a:pt x="5862822" y="649368"/>
                  </a:lnTo>
                  <a:lnTo>
                    <a:pt x="5862948" y="649368"/>
                  </a:lnTo>
                  <a:lnTo>
                    <a:pt x="5863074" y="649368"/>
                  </a:lnTo>
                  <a:lnTo>
                    <a:pt x="5863200" y="649368"/>
                  </a:lnTo>
                  <a:lnTo>
                    <a:pt x="5863326" y="649368"/>
                  </a:lnTo>
                  <a:lnTo>
                    <a:pt x="5863452" y="649368"/>
                  </a:lnTo>
                  <a:lnTo>
                    <a:pt x="5863578" y="649368"/>
                  </a:lnTo>
                  <a:lnTo>
                    <a:pt x="5863704" y="649368"/>
                  </a:lnTo>
                  <a:lnTo>
                    <a:pt x="5863704" y="644089"/>
                  </a:lnTo>
                  <a:lnTo>
                    <a:pt x="5863830" y="644089"/>
                  </a:lnTo>
                  <a:lnTo>
                    <a:pt x="5863956" y="644089"/>
                  </a:lnTo>
                  <a:lnTo>
                    <a:pt x="5864082" y="644089"/>
                  </a:lnTo>
                  <a:lnTo>
                    <a:pt x="5864208" y="644089"/>
                  </a:lnTo>
                  <a:lnTo>
                    <a:pt x="5864335" y="644089"/>
                  </a:lnTo>
                  <a:lnTo>
                    <a:pt x="5864461" y="644089"/>
                  </a:lnTo>
                  <a:lnTo>
                    <a:pt x="5864587" y="644089"/>
                  </a:lnTo>
                  <a:lnTo>
                    <a:pt x="5864713" y="644089"/>
                  </a:lnTo>
                  <a:lnTo>
                    <a:pt x="5864839" y="644089"/>
                  </a:lnTo>
                  <a:lnTo>
                    <a:pt x="5864965" y="644089"/>
                  </a:lnTo>
                  <a:lnTo>
                    <a:pt x="5865091" y="644089"/>
                  </a:lnTo>
                  <a:lnTo>
                    <a:pt x="5865217" y="644089"/>
                  </a:lnTo>
                  <a:lnTo>
                    <a:pt x="5865343" y="644089"/>
                  </a:lnTo>
                  <a:lnTo>
                    <a:pt x="5865469" y="644089"/>
                  </a:lnTo>
                  <a:lnTo>
                    <a:pt x="5865595" y="644089"/>
                  </a:lnTo>
                  <a:lnTo>
                    <a:pt x="5865722" y="644089"/>
                  </a:lnTo>
                  <a:lnTo>
                    <a:pt x="5865848" y="644089"/>
                  </a:lnTo>
                  <a:lnTo>
                    <a:pt x="5865974" y="644089"/>
                  </a:lnTo>
                  <a:lnTo>
                    <a:pt x="5866100" y="644089"/>
                  </a:lnTo>
                  <a:lnTo>
                    <a:pt x="5866226" y="644089"/>
                  </a:lnTo>
                  <a:lnTo>
                    <a:pt x="5866352" y="644089"/>
                  </a:lnTo>
                  <a:lnTo>
                    <a:pt x="5866478" y="644089"/>
                  </a:lnTo>
                  <a:lnTo>
                    <a:pt x="5866604" y="644089"/>
                  </a:lnTo>
                  <a:lnTo>
                    <a:pt x="5866730" y="644089"/>
                  </a:lnTo>
                  <a:lnTo>
                    <a:pt x="5866856" y="644089"/>
                  </a:lnTo>
                  <a:lnTo>
                    <a:pt x="5866982" y="644089"/>
                  </a:lnTo>
                  <a:lnTo>
                    <a:pt x="5867109" y="644089"/>
                  </a:lnTo>
                  <a:lnTo>
                    <a:pt x="5867235" y="644089"/>
                  </a:lnTo>
                  <a:lnTo>
                    <a:pt x="5867361" y="644089"/>
                  </a:lnTo>
                  <a:lnTo>
                    <a:pt x="5867487" y="644089"/>
                  </a:lnTo>
                  <a:lnTo>
                    <a:pt x="5867613" y="644089"/>
                  </a:lnTo>
                  <a:lnTo>
                    <a:pt x="5867739" y="644089"/>
                  </a:lnTo>
                  <a:lnTo>
                    <a:pt x="5867865" y="644089"/>
                  </a:lnTo>
                  <a:lnTo>
                    <a:pt x="5867991" y="644089"/>
                  </a:lnTo>
                  <a:lnTo>
                    <a:pt x="5868117" y="644089"/>
                  </a:lnTo>
                  <a:lnTo>
                    <a:pt x="5868243" y="644089"/>
                  </a:lnTo>
                  <a:lnTo>
                    <a:pt x="5868369" y="644089"/>
                  </a:lnTo>
                  <a:lnTo>
                    <a:pt x="5868495" y="644089"/>
                  </a:lnTo>
                  <a:lnTo>
                    <a:pt x="5868622" y="644089"/>
                  </a:lnTo>
                  <a:lnTo>
                    <a:pt x="5868748" y="644089"/>
                  </a:lnTo>
                  <a:lnTo>
                    <a:pt x="5868874" y="644089"/>
                  </a:lnTo>
                  <a:lnTo>
                    <a:pt x="5869000" y="644089"/>
                  </a:lnTo>
                  <a:lnTo>
                    <a:pt x="5869126" y="644089"/>
                  </a:lnTo>
                  <a:lnTo>
                    <a:pt x="5869252" y="644089"/>
                  </a:lnTo>
                  <a:lnTo>
                    <a:pt x="5869378" y="644089"/>
                  </a:lnTo>
                  <a:lnTo>
                    <a:pt x="5869504" y="644089"/>
                  </a:lnTo>
                  <a:lnTo>
                    <a:pt x="5869630" y="644089"/>
                  </a:lnTo>
                  <a:lnTo>
                    <a:pt x="5869756" y="644089"/>
                  </a:lnTo>
                  <a:lnTo>
                    <a:pt x="5869882" y="644089"/>
                  </a:lnTo>
                  <a:lnTo>
                    <a:pt x="5870009" y="644089"/>
                  </a:lnTo>
                  <a:lnTo>
                    <a:pt x="5870135" y="644089"/>
                  </a:lnTo>
                  <a:lnTo>
                    <a:pt x="5870261" y="644089"/>
                  </a:lnTo>
                  <a:lnTo>
                    <a:pt x="5870387" y="644089"/>
                  </a:lnTo>
                  <a:lnTo>
                    <a:pt x="5870513" y="644089"/>
                  </a:lnTo>
                  <a:lnTo>
                    <a:pt x="5870639" y="644089"/>
                  </a:lnTo>
                  <a:lnTo>
                    <a:pt x="5870765" y="644089"/>
                  </a:lnTo>
                  <a:lnTo>
                    <a:pt x="5870891" y="644089"/>
                  </a:lnTo>
                  <a:lnTo>
                    <a:pt x="5871017" y="644089"/>
                  </a:lnTo>
                  <a:lnTo>
                    <a:pt x="5871143" y="644089"/>
                  </a:lnTo>
                  <a:lnTo>
                    <a:pt x="5871269" y="644089"/>
                  </a:lnTo>
                  <a:lnTo>
                    <a:pt x="5871395" y="644089"/>
                  </a:lnTo>
                  <a:lnTo>
                    <a:pt x="5871522" y="644089"/>
                  </a:lnTo>
                  <a:lnTo>
                    <a:pt x="5871648" y="644089"/>
                  </a:lnTo>
                  <a:lnTo>
                    <a:pt x="5871774" y="644089"/>
                  </a:lnTo>
                  <a:lnTo>
                    <a:pt x="5871900" y="644089"/>
                  </a:lnTo>
                  <a:lnTo>
                    <a:pt x="5872026" y="644089"/>
                  </a:lnTo>
                  <a:lnTo>
                    <a:pt x="5872152" y="644089"/>
                  </a:lnTo>
                  <a:lnTo>
                    <a:pt x="5872278" y="644089"/>
                  </a:lnTo>
                  <a:lnTo>
                    <a:pt x="5872404" y="644089"/>
                  </a:lnTo>
                  <a:lnTo>
                    <a:pt x="5872530" y="644089"/>
                  </a:lnTo>
                  <a:lnTo>
                    <a:pt x="5872656" y="644089"/>
                  </a:lnTo>
                  <a:lnTo>
                    <a:pt x="5872782" y="644089"/>
                  </a:lnTo>
                  <a:lnTo>
                    <a:pt x="5872909" y="644089"/>
                  </a:lnTo>
                  <a:lnTo>
                    <a:pt x="5873035" y="644089"/>
                  </a:lnTo>
                  <a:lnTo>
                    <a:pt x="5873161" y="644089"/>
                  </a:lnTo>
                  <a:lnTo>
                    <a:pt x="5873287" y="644089"/>
                  </a:lnTo>
                  <a:lnTo>
                    <a:pt x="5873413" y="644089"/>
                  </a:lnTo>
                  <a:lnTo>
                    <a:pt x="5873539" y="644089"/>
                  </a:lnTo>
                  <a:lnTo>
                    <a:pt x="5873665" y="644089"/>
                  </a:lnTo>
                  <a:lnTo>
                    <a:pt x="5873791" y="644089"/>
                  </a:lnTo>
                  <a:lnTo>
                    <a:pt x="5873917" y="644089"/>
                  </a:lnTo>
                  <a:lnTo>
                    <a:pt x="5874043" y="644089"/>
                  </a:lnTo>
                  <a:lnTo>
                    <a:pt x="5874169" y="644089"/>
                  </a:lnTo>
                  <a:lnTo>
                    <a:pt x="5874295" y="644089"/>
                  </a:lnTo>
                  <a:lnTo>
                    <a:pt x="5874422" y="644089"/>
                  </a:lnTo>
                  <a:lnTo>
                    <a:pt x="5874548" y="644089"/>
                  </a:lnTo>
                  <a:lnTo>
                    <a:pt x="5874674" y="644089"/>
                  </a:lnTo>
                  <a:lnTo>
                    <a:pt x="5874800" y="644089"/>
                  </a:lnTo>
                  <a:lnTo>
                    <a:pt x="5874926" y="644089"/>
                  </a:lnTo>
                  <a:lnTo>
                    <a:pt x="5875052" y="644089"/>
                  </a:lnTo>
                  <a:lnTo>
                    <a:pt x="5875178" y="644089"/>
                  </a:lnTo>
                  <a:lnTo>
                    <a:pt x="5875304" y="644089"/>
                  </a:lnTo>
                  <a:lnTo>
                    <a:pt x="5875430" y="644089"/>
                  </a:lnTo>
                  <a:lnTo>
                    <a:pt x="5875556" y="644089"/>
                  </a:lnTo>
                  <a:lnTo>
                    <a:pt x="5875682" y="644089"/>
                  </a:lnTo>
                  <a:lnTo>
                    <a:pt x="5875809" y="644089"/>
                  </a:lnTo>
                  <a:lnTo>
                    <a:pt x="5875935" y="644089"/>
                  </a:lnTo>
                  <a:lnTo>
                    <a:pt x="5876061" y="644089"/>
                  </a:lnTo>
                  <a:lnTo>
                    <a:pt x="5876187" y="644089"/>
                  </a:lnTo>
                  <a:lnTo>
                    <a:pt x="5876313" y="644089"/>
                  </a:lnTo>
                  <a:lnTo>
                    <a:pt x="5876439" y="644089"/>
                  </a:lnTo>
                  <a:lnTo>
                    <a:pt x="5876565" y="644089"/>
                  </a:lnTo>
                  <a:lnTo>
                    <a:pt x="5876691" y="644089"/>
                  </a:lnTo>
                  <a:lnTo>
                    <a:pt x="5876817" y="644089"/>
                  </a:lnTo>
                  <a:lnTo>
                    <a:pt x="5876943" y="644089"/>
                  </a:lnTo>
                  <a:lnTo>
                    <a:pt x="5877069" y="644089"/>
                  </a:lnTo>
                  <a:lnTo>
                    <a:pt x="5877196" y="644089"/>
                  </a:lnTo>
                  <a:lnTo>
                    <a:pt x="5877322" y="644089"/>
                  </a:lnTo>
                  <a:lnTo>
                    <a:pt x="5877448" y="644089"/>
                  </a:lnTo>
                  <a:lnTo>
                    <a:pt x="5877574" y="644089"/>
                  </a:lnTo>
                  <a:lnTo>
                    <a:pt x="5877700" y="644089"/>
                  </a:lnTo>
                  <a:lnTo>
                    <a:pt x="5877826" y="644089"/>
                  </a:lnTo>
                  <a:lnTo>
                    <a:pt x="5877952" y="644089"/>
                  </a:lnTo>
                  <a:lnTo>
                    <a:pt x="5878078" y="644089"/>
                  </a:lnTo>
                  <a:lnTo>
                    <a:pt x="5878204" y="644089"/>
                  </a:lnTo>
                  <a:lnTo>
                    <a:pt x="5878330" y="644089"/>
                  </a:lnTo>
                  <a:lnTo>
                    <a:pt x="5878456" y="644089"/>
                  </a:lnTo>
                  <a:lnTo>
                    <a:pt x="5878582" y="644089"/>
                  </a:lnTo>
                  <a:lnTo>
                    <a:pt x="5878709" y="644089"/>
                  </a:lnTo>
                  <a:lnTo>
                    <a:pt x="5878835" y="644089"/>
                  </a:lnTo>
                  <a:lnTo>
                    <a:pt x="5878961" y="644089"/>
                  </a:lnTo>
                  <a:lnTo>
                    <a:pt x="5879087" y="644089"/>
                  </a:lnTo>
                  <a:lnTo>
                    <a:pt x="5879213" y="644089"/>
                  </a:lnTo>
                  <a:lnTo>
                    <a:pt x="5879339" y="644089"/>
                  </a:lnTo>
                  <a:lnTo>
                    <a:pt x="5879465" y="644089"/>
                  </a:lnTo>
                  <a:lnTo>
                    <a:pt x="5879591" y="644089"/>
                  </a:lnTo>
                  <a:lnTo>
                    <a:pt x="5879717" y="644089"/>
                  </a:lnTo>
                  <a:lnTo>
                    <a:pt x="5879843" y="644089"/>
                  </a:lnTo>
                  <a:lnTo>
                    <a:pt x="5879969" y="644089"/>
                  </a:lnTo>
                  <a:lnTo>
                    <a:pt x="5880096" y="644089"/>
                  </a:lnTo>
                  <a:lnTo>
                    <a:pt x="5880222" y="644089"/>
                  </a:lnTo>
                  <a:lnTo>
                    <a:pt x="5880348" y="644089"/>
                  </a:lnTo>
                  <a:lnTo>
                    <a:pt x="5880474" y="644089"/>
                  </a:lnTo>
                  <a:lnTo>
                    <a:pt x="5880600" y="644089"/>
                  </a:lnTo>
                  <a:lnTo>
                    <a:pt x="5880726" y="644089"/>
                  </a:lnTo>
                  <a:lnTo>
                    <a:pt x="5880852" y="644089"/>
                  </a:lnTo>
                  <a:lnTo>
                    <a:pt x="5880978" y="644089"/>
                  </a:lnTo>
                  <a:lnTo>
                    <a:pt x="5881104" y="644089"/>
                  </a:lnTo>
                  <a:lnTo>
                    <a:pt x="5881230" y="644089"/>
                  </a:lnTo>
                  <a:lnTo>
                    <a:pt x="5881356" y="644089"/>
                  </a:lnTo>
                  <a:lnTo>
                    <a:pt x="5881482" y="644089"/>
                  </a:lnTo>
                  <a:lnTo>
                    <a:pt x="5881609" y="644089"/>
                  </a:lnTo>
                  <a:lnTo>
                    <a:pt x="5881735" y="644089"/>
                  </a:lnTo>
                  <a:lnTo>
                    <a:pt x="5881861" y="644089"/>
                  </a:lnTo>
                  <a:lnTo>
                    <a:pt x="5881987" y="644089"/>
                  </a:lnTo>
                  <a:lnTo>
                    <a:pt x="5882113" y="644089"/>
                  </a:lnTo>
                  <a:lnTo>
                    <a:pt x="5882239" y="644089"/>
                  </a:lnTo>
                  <a:lnTo>
                    <a:pt x="5882365" y="644089"/>
                  </a:lnTo>
                  <a:lnTo>
                    <a:pt x="5882491" y="644089"/>
                  </a:lnTo>
                  <a:lnTo>
                    <a:pt x="5882617" y="644089"/>
                  </a:lnTo>
                  <a:lnTo>
                    <a:pt x="5882743" y="644089"/>
                  </a:lnTo>
                  <a:lnTo>
                    <a:pt x="5882869" y="644089"/>
                  </a:lnTo>
                  <a:lnTo>
                    <a:pt x="5882996" y="644089"/>
                  </a:lnTo>
                  <a:lnTo>
                    <a:pt x="5883122" y="644089"/>
                  </a:lnTo>
                  <a:lnTo>
                    <a:pt x="5883248" y="644089"/>
                  </a:lnTo>
                  <a:lnTo>
                    <a:pt x="5883374" y="644089"/>
                  </a:lnTo>
                  <a:lnTo>
                    <a:pt x="5883500" y="644089"/>
                  </a:lnTo>
                  <a:lnTo>
                    <a:pt x="5883626" y="644089"/>
                  </a:lnTo>
                  <a:lnTo>
                    <a:pt x="5883752" y="644089"/>
                  </a:lnTo>
                  <a:lnTo>
                    <a:pt x="5883878" y="644089"/>
                  </a:lnTo>
                  <a:lnTo>
                    <a:pt x="5884004" y="644089"/>
                  </a:lnTo>
                  <a:lnTo>
                    <a:pt x="5884130" y="644089"/>
                  </a:lnTo>
                  <a:lnTo>
                    <a:pt x="5884256" y="644089"/>
                  </a:lnTo>
                  <a:lnTo>
                    <a:pt x="5884383" y="644089"/>
                  </a:lnTo>
                  <a:lnTo>
                    <a:pt x="5884509" y="644089"/>
                  </a:lnTo>
                  <a:lnTo>
                    <a:pt x="5884635" y="644089"/>
                  </a:lnTo>
                  <a:lnTo>
                    <a:pt x="5884761" y="644089"/>
                  </a:lnTo>
                  <a:lnTo>
                    <a:pt x="5884887" y="644089"/>
                  </a:lnTo>
                  <a:lnTo>
                    <a:pt x="5885013" y="644089"/>
                  </a:lnTo>
                  <a:lnTo>
                    <a:pt x="5885139" y="644089"/>
                  </a:lnTo>
                  <a:lnTo>
                    <a:pt x="5885265" y="644089"/>
                  </a:lnTo>
                  <a:lnTo>
                    <a:pt x="5885391" y="644089"/>
                  </a:lnTo>
                  <a:lnTo>
                    <a:pt x="5885517" y="644089"/>
                  </a:lnTo>
                  <a:lnTo>
                    <a:pt x="5885643" y="644089"/>
                  </a:lnTo>
                  <a:lnTo>
                    <a:pt x="5885769" y="644089"/>
                  </a:lnTo>
                  <a:lnTo>
                    <a:pt x="5885896" y="644089"/>
                  </a:lnTo>
                  <a:lnTo>
                    <a:pt x="5886022" y="644089"/>
                  </a:lnTo>
                  <a:lnTo>
                    <a:pt x="5886148" y="644089"/>
                  </a:lnTo>
                  <a:lnTo>
                    <a:pt x="5886274" y="644089"/>
                  </a:lnTo>
                  <a:lnTo>
                    <a:pt x="5886400" y="644089"/>
                  </a:lnTo>
                  <a:lnTo>
                    <a:pt x="5886526" y="644089"/>
                  </a:lnTo>
                  <a:lnTo>
                    <a:pt x="5886652" y="644089"/>
                  </a:lnTo>
                  <a:lnTo>
                    <a:pt x="5886778" y="644089"/>
                  </a:lnTo>
                  <a:lnTo>
                    <a:pt x="5886904" y="644089"/>
                  </a:lnTo>
                  <a:lnTo>
                    <a:pt x="5887030" y="644089"/>
                  </a:lnTo>
                  <a:lnTo>
                    <a:pt x="5887156" y="644089"/>
                  </a:lnTo>
                  <a:lnTo>
                    <a:pt x="5887283" y="644089"/>
                  </a:lnTo>
                  <a:lnTo>
                    <a:pt x="5887409" y="644089"/>
                  </a:lnTo>
                  <a:lnTo>
                    <a:pt x="5887535" y="644089"/>
                  </a:lnTo>
                  <a:lnTo>
                    <a:pt x="5887661" y="644089"/>
                  </a:lnTo>
                  <a:lnTo>
                    <a:pt x="5887787" y="644089"/>
                  </a:lnTo>
                  <a:lnTo>
                    <a:pt x="5887913" y="644089"/>
                  </a:lnTo>
                  <a:lnTo>
                    <a:pt x="5888039" y="644089"/>
                  </a:lnTo>
                  <a:lnTo>
                    <a:pt x="5888165" y="644089"/>
                  </a:lnTo>
                  <a:lnTo>
                    <a:pt x="5888291" y="644089"/>
                  </a:lnTo>
                  <a:lnTo>
                    <a:pt x="5888417" y="644089"/>
                  </a:lnTo>
                  <a:lnTo>
                    <a:pt x="5888543" y="644089"/>
                  </a:lnTo>
                  <a:lnTo>
                    <a:pt x="5888669" y="644089"/>
                  </a:lnTo>
                  <a:lnTo>
                    <a:pt x="5888796" y="644089"/>
                  </a:lnTo>
                  <a:lnTo>
                    <a:pt x="5888922" y="644089"/>
                  </a:lnTo>
                  <a:lnTo>
                    <a:pt x="5889048" y="644089"/>
                  </a:lnTo>
                  <a:lnTo>
                    <a:pt x="5889174" y="644089"/>
                  </a:lnTo>
                  <a:lnTo>
                    <a:pt x="5889300" y="644089"/>
                  </a:lnTo>
                  <a:lnTo>
                    <a:pt x="5889426" y="644089"/>
                  </a:lnTo>
                  <a:lnTo>
                    <a:pt x="5889552" y="644089"/>
                  </a:lnTo>
                  <a:lnTo>
                    <a:pt x="5889678" y="644089"/>
                  </a:lnTo>
                  <a:lnTo>
                    <a:pt x="5889804" y="644089"/>
                  </a:lnTo>
                  <a:lnTo>
                    <a:pt x="5889930" y="644089"/>
                  </a:lnTo>
                  <a:lnTo>
                    <a:pt x="5890056" y="644089"/>
                  </a:lnTo>
                  <a:lnTo>
                    <a:pt x="5890183" y="644089"/>
                  </a:lnTo>
                  <a:lnTo>
                    <a:pt x="5890183" y="638809"/>
                  </a:lnTo>
                  <a:lnTo>
                    <a:pt x="5890309" y="638809"/>
                  </a:lnTo>
                  <a:lnTo>
                    <a:pt x="5890435" y="638809"/>
                  </a:lnTo>
                  <a:lnTo>
                    <a:pt x="5890561" y="638809"/>
                  </a:lnTo>
                  <a:lnTo>
                    <a:pt x="5890687" y="638809"/>
                  </a:lnTo>
                  <a:lnTo>
                    <a:pt x="5890813" y="638809"/>
                  </a:lnTo>
                  <a:lnTo>
                    <a:pt x="5890939" y="638809"/>
                  </a:lnTo>
                  <a:lnTo>
                    <a:pt x="5891065" y="638809"/>
                  </a:lnTo>
                  <a:lnTo>
                    <a:pt x="5891191" y="638809"/>
                  </a:lnTo>
                  <a:lnTo>
                    <a:pt x="5891317" y="638809"/>
                  </a:lnTo>
                  <a:lnTo>
                    <a:pt x="5891443" y="638809"/>
                  </a:lnTo>
                  <a:lnTo>
                    <a:pt x="5891570" y="638809"/>
                  </a:lnTo>
                  <a:lnTo>
                    <a:pt x="5891696" y="638809"/>
                  </a:lnTo>
                  <a:lnTo>
                    <a:pt x="5891822" y="638809"/>
                  </a:lnTo>
                  <a:lnTo>
                    <a:pt x="5891948" y="638809"/>
                  </a:lnTo>
                  <a:lnTo>
                    <a:pt x="5892074" y="638809"/>
                  </a:lnTo>
                  <a:lnTo>
                    <a:pt x="5892200" y="638809"/>
                  </a:lnTo>
                  <a:lnTo>
                    <a:pt x="5892326" y="638809"/>
                  </a:lnTo>
                  <a:lnTo>
                    <a:pt x="5892452" y="638809"/>
                  </a:lnTo>
                  <a:lnTo>
                    <a:pt x="5892578" y="638809"/>
                  </a:lnTo>
                  <a:lnTo>
                    <a:pt x="5892704" y="638809"/>
                  </a:lnTo>
                  <a:lnTo>
                    <a:pt x="5892830" y="638809"/>
                  </a:lnTo>
                  <a:lnTo>
                    <a:pt x="5892956" y="638809"/>
                  </a:lnTo>
                  <a:lnTo>
                    <a:pt x="5893083" y="638809"/>
                  </a:lnTo>
                  <a:lnTo>
                    <a:pt x="5893209" y="638809"/>
                  </a:lnTo>
                  <a:lnTo>
                    <a:pt x="5893335" y="638809"/>
                  </a:lnTo>
                  <a:lnTo>
                    <a:pt x="5893461" y="638809"/>
                  </a:lnTo>
                  <a:lnTo>
                    <a:pt x="5893587" y="638809"/>
                  </a:lnTo>
                  <a:lnTo>
                    <a:pt x="5893713" y="638809"/>
                  </a:lnTo>
                  <a:lnTo>
                    <a:pt x="5893839" y="638809"/>
                  </a:lnTo>
                  <a:lnTo>
                    <a:pt x="5893965" y="638809"/>
                  </a:lnTo>
                  <a:lnTo>
                    <a:pt x="5894091" y="638809"/>
                  </a:lnTo>
                  <a:lnTo>
                    <a:pt x="5894217" y="638809"/>
                  </a:lnTo>
                  <a:lnTo>
                    <a:pt x="5894343" y="638809"/>
                  </a:lnTo>
                  <a:lnTo>
                    <a:pt x="5894470" y="638809"/>
                  </a:lnTo>
                  <a:lnTo>
                    <a:pt x="5894596" y="638809"/>
                  </a:lnTo>
                  <a:lnTo>
                    <a:pt x="5894722" y="638809"/>
                  </a:lnTo>
                  <a:lnTo>
                    <a:pt x="5894848" y="638809"/>
                  </a:lnTo>
                  <a:lnTo>
                    <a:pt x="5894974" y="638809"/>
                  </a:lnTo>
                  <a:lnTo>
                    <a:pt x="5895100" y="638809"/>
                  </a:lnTo>
                  <a:lnTo>
                    <a:pt x="5895226" y="638809"/>
                  </a:lnTo>
                  <a:lnTo>
                    <a:pt x="5895352" y="638809"/>
                  </a:lnTo>
                  <a:lnTo>
                    <a:pt x="5895478" y="638809"/>
                  </a:lnTo>
                  <a:lnTo>
                    <a:pt x="5895604" y="638809"/>
                  </a:lnTo>
                  <a:lnTo>
                    <a:pt x="5895730" y="638809"/>
                  </a:lnTo>
                  <a:lnTo>
                    <a:pt x="5895856" y="638809"/>
                  </a:lnTo>
                  <a:lnTo>
                    <a:pt x="5895983" y="638809"/>
                  </a:lnTo>
                  <a:lnTo>
                    <a:pt x="5896109" y="638809"/>
                  </a:lnTo>
                  <a:lnTo>
                    <a:pt x="5896235" y="638809"/>
                  </a:lnTo>
                  <a:lnTo>
                    <a:pt x="5896361" y="638809"/>
                  </a:lnTo>
                  <a:lnTo>
                    <a:pt x="5896487" y="638809"/>
                  </a:lnTo>
                  <a:lnTo>
                    <a:pt x="5896613" y="638809"/>
                  </a:lnTo>
                  <a:lnTo>
                    <a:pt x="5896739" y="638809"/>
                  </a:lnTo>
                  <a:lnTo>
                    <a:pt x="5896865" y="638809"/>
                  </a:lnTo>
                  <a:lnTo>
                    <a:pt x="5896991" y="638809"/>
                  </a:lnTo>
                  <a:lnTo>
                    <a:pt x="5896991" y="633530"/>
                  </a:lnTo>
                  <a:lnTo>
                    <a:pt x="5897117" y="633530"/>
                  </a:lnTo>
                  <a:lnTo>
                    <a:pt x="5897243" y="633530"/>
                  </a:lnTo>
                  <a:lnTo>
                    <a:pt x="5897370" y="633530"/>
                  </a:lnTo>
                  <a:lnTo>
                    <a:pt x="5897496" y="633530"/>
                  </a:lnTo>
                  <a:lnTo>
                    <a:pt x="5897622" y="633530"/>
                  </a:lnTo>
                  <a:lnTo>
                    <a:pt x="5897748" y="633530"/>
                  </a:lnTo>
                  <a:lnTo>
                    <a:pt x="5897874" y="633530"/>
                  </a:lnTo>
                  <a:lnTo>
                    <a:pt x="5898000" y="633530"/>
                  </a:lnTo>
                  <a:lnTo>
                    <a:pt x="5898126" y="633530"/>
                  </a:lnTo>
                  <a:lnTo>
                    <a:pt x="5898252" y="633530"/>
                  </a:lnTo>
                  <a:lnTo>
                    <a:pt x="5898378" y="633530"/>
                  </a:lnTo>
                  <a:lnTo>
                    <a:pt x="5898504" y="633530"/>
                  </a:lnTo>
                  <a:lnTo>
                    <a:pt x="5898630" y="633530"/>
                  </a:lnTo>
                  <a:lnTo>
                    <a:pt x="5898756" y="633530"/>
                  </a:lnTo>
                  <a:lnTo>
                    <a:pt x="5898883" y="633530"/>
                  </a:lnTo>
                  <a:lnTo>
                    <a:pt x="5899009" y="633530"/>
                  </a:lnTo>
                  <a:lnTo>
                    <a:pt x="5899135" y="633530"/>
                  </a:lnTo>
                  <a:lnTo>
                    <a:pt x="5899261" y="633530"/>
                  </a:lnTo>
                  <a:lnTo>
                    <a:pt x="5899387" y="633530"/>
                  </a:lnTo>
                  <a:lnTo>
                    <a:pt x="5899513" y="633530"/>
                  </a:lnTo>
                  <a:lnTo>
                    <a:pt x="5899639" y="633530"/>
                  </a:lnTo>
                  <a:lnTo>
                    <a:pt x="5899765" y="633530"/>
                  </a:lnTo>
                  <a:lnTo>
                    <a:pt x="5899891" y="633530"/>
                  </a:lnTo>
                  <a:lnTo>
                    <a:pt x="5900017" y="633530"/>
                  </a:lnTo>
                  <a:lnTo>
                    <a:pt x="5900143" y="633530"/>
                  </a:lnTo>
                  <a:lnTo>
                    <a:pt x="5900270" y="633530"/>
                  </a:lnTo>
                  <a:lnTo>
                    <a:pt x="5900396" y="633530"/>
                  </a:lnTo>
                  <a:lnTo>
                    <a:pt x="5900522" y="633530"/>
                  </a:lnTo>
                  <a:lnTo>
                    <a:pt x="5900648" y="633530"/>
                  </a:lnTo>
                  <a:lnTo>
                    <a:pt x="5900774" y="633530"/>
                  </a:lnTo>
                  <a:lnTo>
                    <a:pt x="5900900" y="633530"/>
                  </a:lnTo>
                  <a:lnTo>
                    <a:pt x="5901026" y="633530"/>
                  </a:lnTo>
                  <a:lnTo>
                    <a:pt x="5901152" y="633530"/>
                  </a:lnTo>
                  <a:lnTo>
                    <a:pt x="5901278" y="633530"/>
                  </a:lnTo>
                  <a:lnTo>
                    <a:pt x="5901404" y="633530"/>
                  </a:lnTo>
                  <a:lnTo>
                    <a:pt x="5901530" y="633530"/>
                  </a:lnTo>
                  <a:lnTo>
                    <a:pt x="5901657" y="633530"/>
                  </a:lnTo>
                  <a:lnTo>
                    <a:pt x="5901783" y="633530"/>
                  </a:lnTo>
                  <a:lnTo>
                    <a:pt x="5901909" y="633530"/>
                  </a:lnTo>
                  <a:lnTo>
                    <a:pt x="5902035" y="633530"/>
                  </a:lnTo>
                  <a:lnTo>
                    <a:pt x="5902161" y="633530"/>
                  </a:lnTo>
                  <a:lnTo>
                    <a:pt x="5902287" y="633530"/>
                  </a:lnTo>
                  <a:lnTo>
                    <a:pt x="5902413" y="633530"/>
                  </a:lnTo>
                  <a:lnTo>
                    <a:pt x="5902539" y="633530"/>
                  </a:lnTo>
                  <a:lnTo>
                    <a:pt x="5902665" y="633530"/>
                  </a:lnTo>
                  <a:lnTo>
                    <a:pt x="5902791" y="633530"/>
                  </a:lnTo>
                  <a:lnTo>
                    <a:pt x="5902917" y="633530"/>
                  </a:lnTo>
                  <a:lnTo>
                    <a:pt x="5903043" y="633530"/>
                  </a:lnTo>
                  <a:lnTo>
                    <a:pt x="5903170" y="633530"/>
                  </a:lnTo>
                  <a:lnTo>
                    <a:pt x="5903296" y="633530"/>
                  </a:lnTo>
                  <a:lnTo>
                    <a:pt x="5903422" y="633530"/>
                  </a:lnTo>
                  <a:lnTo>
                    <a:pt x="5903548" y="633530"/>
                  </a:lnTo>
                  <a:lnTo>
                    <a:pt x="5903548" y="628251"/>
                  </a:lnTo>
                  <a:lnTo>
                    <a:pt x="5903674" y="628251"/>
                  </a:lnTo>
                  <a:lnTo>
                    <a:pt x="5903800" y="628251"/>
                  </a:lnTo>
                  <a:lnTo>
                    <a:pt x="5903926" y="628251"/>
                  </a:lnTo>
                  <a:lnTo>
                    <a:pt x="5904052" y="628251"/>
                  </a:lnTo>
                  <a:lnTo>
                    <a:pt x="5904178" y="628251"/>
                  </a:lnTo>
                  <a:lnTo>
                    <a:pt x="5904304" y="628251"/>
                  </a:lnTo>
                  <a:lnTo>
                    <a:pt x="5904430" y="628251"/>
                  </a:lnTo>
                  <a:lnTo>
                    <a:pt x="5904557" y="628251"/>
                  </a:lnTo>
                  <a:lnTo>
                    <a:pt x="5904683" y="628251"/>
                  </a:lnTo>
                  <a:lnTo>
                    <a:pt x="5904809" y="628251"/>
                  </a:lnTo>
                  <a:lnTo>
                    <a:pt x="5904935" y="628251"/>
                  </a:lnTo>
                  <a:lnTo>
                    <a:pt x="5905061" y="628251"/>
                  </a:lnTo>
                  <a:lnTo>
                    <a:pt x="5905187" y="628251"/>
                  </a:lnTo>
                  <a:lnTo>
                    <a:pt x="5905313" y="628251"/>
                  </a:lnTo>
                  <a:lnTo>
                    <a:pt x="5905439" y="628251"/>
                  </a:lnTo>
                  <a:lnTo>
                    <a:pt x="5905565" y="628251"/>
                  </a:lnTo>
                  <a:lnTo>
                    <a:pt x="5905691" y="628251"/>
                  </a:lnTo>
                  <a:lnTo>
                    <a:pt x="5905817" y="628251"/>
                  </a:lnTo>
                  <a:lnTo>
                    <a:pt x="5905943" y="628251"/>
                  </a:lnTo>
                  <a:lnTo>
                    <a:pt x="5906070" y="628251"/>
                  </a:lnTo>
                  <a:lnTo>
                    <a:pt x="5906196" y="628251"/>
                  </a:lnTo>
                  <a:lnTo>
                    <a:pt x="5906322" y="628251"/>
                  </a:lnTo>
                  <a:lnTo>
                    <a:pt x="5906448" y="628251"/>
                  </a:lnTo>
                  <a:lnTo>
                    <a:pt x="5906574" y="628251"/>
                  </a:lnTo>
                  <a:lnTo>
                    <a:pt x="5906700" y="628251"/>
                  </a:lnTo>
                  <a:lnTo>
                    <a:pt x="5906826" y="628251"/>
                  </a:lnTo>
                  <a:lnTo>
                    <a:pt x="5906952" y="628251"/>
                  </a:lnTo>
                  <a:lnTo>
                    <a:pt x="5907078" y="628251"/>
                  </a:lnTo>
                  <a:lnTo>
                    <a:pt x="5907204" y="628251"/>
                  </a:lnTo>
                  <a:lnTo>
                    <a:pt x="5907330" y="628251"/>
                  </a:lnTo>
                  <a:lnTo>
                    <a:pt x="5907457" y="628251"/>
                  </a:lnTo>
                  <a:lnTo>
                    <a:pt x="5907583" y="628251"/>
                  </a:lnTo>
                  <a:lnTo>
                    <a:pt x="5907709" y="628251"/>
                  </a:lnTo>
                  <a:lnTo>
                    <a:pt x="5907835" y="628251"/>
                  </a:lnTo>
                  <a:lnTo>
                    <a:pt x="5907961" y="628251"/>
                  </a:lnTo>
                  <a:lnTo>
                    <a:pt x="5908087" y="628251"/>
                  </a:lnTo>
                  <a:lnTo>
                    <a:pt x="5908213" y="628251"/>
                  </a:lnTo>
                  <a:lnTo>
                    <a:pt x="5908339" y="628251"/>
                  </a:lnTo>
                  <a:lnTo>
                    <a:pt x="5908465" y="628251"/>
                  </a:lnTo>
                  <a:lnTo>
                    <a:pt x="5908591" y="628251"/>
                  </a:lnTo>
                  <a:lnTo>
                    <a:pt x="5908717" y="628251"/>
                  </a:lnTo>
                  <a:lnTo>
                    <a:pt x="5908844" y="628251"/>
                  </a:lnTo>
                  <a:lnTo>
                    <a:pt x="5908970" y="628251"/>
                  </a:lnTo>
                  <a:lnTo>
                    <a:pt x="5909096" y="628251"/>
                  </a:lnTo>
                  <a:lnTo>
                    <a:pt x="5909222" y="628251"/>
                  </a:lnTo>
                  <a:lnTo>
                    <a:pt x="5909348" y="628251"/>
                  </a:lnTo>
                  <a:lnTo>
                    <a:pt x="5909474" y="628251"/>
                  </a:lnTo>
                  <a:lnTo>
                    <a:pt x="5909600" y="628251"/>
                  </a:lnTo>
                  <a:lnTo>
                    <a:pt x="5909726" y="628251"/>
                  </a:lnTo>
                  <a:lnTo>
                    <a:pt x="5909852" y="628251"/>
                  </a:lnTo>
                  <a:lnTo>
                    <a:pt x="5909978" y="628251"/>
                  </a:lnTo>
                  <a:lnTo>
                    <a:pt x="5910104" y="628251"/>
                  </a:lnTo>
                  <a:lnTo>
                    <a:pt x="5910230" y="628251"/>
                  </a:lnTo>
                  <a:lnTo>
                    <a:pt x="5910357" y="628251"/>
                  </a:lnTo>
                  <a:lnTo>
                    <a:pt x="5910483" y="628251"/>
                  </a:lnTo>
                  <a:lnTo>
                    <a:pt x="5910609" y="628251"/>
                  </a:lnTo>
                  <a:lnTo>
                    <a:pt x="5910735" y="628251"/>
                  </a:lnTo>
                  <a:lnTo>
                    <a:pt x="5910861" y="628251"/>
                  </a:lnTo>
                  <a:lnTo>
                    <a:pt x="5910987" y="628251"/>
                  </a:lnTo>
                  <a:lnTo>
                    <a:pt x="5911113" y="628251"/>
                  </a:lnTo>
                  <a:lnTo>
                    <a:pt x="5911239" y="628251"/>
                  </a:lnTo>
                  <a:lnTo>
                    <a:pt x="5911365" y="628251"/>
                  </a:lnTo>
                  <a:lnTo>
                    <a:pt x="5911491" y="628251"/>
                  </a:lnTo>
                  <a:lnTo>
                    <a:pt x="5911617" y="628251"/>
                  </a:lnTo>
                  <a:lnTo>
                    <a:pt x="5911744" y="628251"/>
                  </a:lnTo>
                  <a:lnTo>
                    <a:pt x="5911870" y="628251"/>
                  </a:lnTo>
                  <a:lnTo>
                    <a:pt x="5911996" y="628251"/>
                  </a:lnTo>
                  <a:lnTo>
                    <a:pt x="5912122" y="628251"/>
                  </a:lnTo>
                  <a:lnTo>
                    <a:pt x="5912248" y="628251"/>
                  </a:lnTo>
                  <a:lnTo>
                    <a:pt x="5912374" y="628251"/>
                  </a:lnTo>
                  <a:lnTo>
                    <a:pt x="5912500" y="628251"/>
                  </a:lnTo>
                  <a:lnTo>
                    <a:pt x="5912626" y="628251"/>
                  </a:lnTo>
                  <a:lnTo>
                    <a:pt x="5912752" y="628251"/>
                  </a:lnTo>
                  <a:lnTo>
                    <a:pt x="5912878" y="628251"/>
                  </a:lnTo>
                  <a:lnTo>
                    <a:pt x="5913004" y="628251"/>
                  </a:lnTo>
                  <a:lnTo>
                    <a:pt x="5913130" y="628251"/>
                  </a:lnTo>
                  <a:lnTo>
                    <a:pt x="5913257" y="628251"/>
                  </a:lnTo>
                  <a:lnTo>
                    <a:pt x="5913383" y="628251"/>
                  </a:lnTo>
                  <a:lnTo>
                    <a:pt x="5913509" y="628251"/>
                  </a:lnTo>
                  <a:lnTo>
                    <a:pt x="5913635" y="628251"/>
                  </a:lnTo>
                  <a:lnTo>
                    <a:pt x="5913761" y="628251"/>
                  </a:lnTo>
                  <a:lnTo>
                    <a:pt x="5913887" y="628251"/>
                  </a:lnTo>
                  <a:lnTo>
                    <a:pt x="5914013" y="628251"/>
                  </a:lnTo>
                  <a:lnTo>
                    <a:pt x="5914139" y="628251"/>
                  </a:lnTo>
                  <a:lnTo>
                    <a:pt x="5914265" y="628251"/>
                  </a:lnTo>
                  <a:lnTo>
                    <a:pt x="5914391" y="628251"/>
                  </a:lnTo>
                  <a:lnTo>
                    <a:pt x="5914517" y="628251"/>
                  </a:lnTo>
                  <a:lnTo>
                    <a:pt x="5914644" y="628251"/>
                  </a:lnTo>
                  <a:lnTo>
                    <a:pt x="5914770" y="628251"/>
                  </a:lnTo>
                  <a:lnTo>
                    <a:pt x="5914896" y="628251"/>
                  </a:lnTo>
                  <a:lnTo>
                    <a:pt x="5915022" y="628251"/>
                  </a:lnTo>
                  <a:lnTo>
                    <a:pt x="5915148" y="628251"/>
                  </a:lnTo>
                  <a:lnTo>
                    <a:pt x="5915274" y="628251"/>
                  </a:lnTo>
                  <a:lnTo>
                    <a:pt x="5915400" y="628251"/>
                  </a:lnTo>
                  <a:lnTo>
                    <a:pt x="5915526" y="628251"/>
                  </a:lnTo>
                  <a:lnTo>
                    <a:pt x="5915652" y="628251"/>
                  </a:lnTo>
                  <a:lnTo>
                    <a:pt x="5915778" y="628251"/>
                  </a:lnTo>
                  <a:lnTo>
                    <a:pt x="5915904" y="628251"/>
                  </a:lnTo>
                  <a:lnTo>
                    <a:pt x="5916031" y="628251"/>
                  </a:lnTo>
                  <a:lnTo>
                    <a:pt x="5916157" y="628251"/>
                  </a:lnTo>
                  <a:lnTo>
                    <a:pt x="5916283" y="628251"/>
                  </a:lnTo>
                  <a:lnTo>
                    <a:pt x="5916409" y="628251"/>
                  </a:lnTo>
                  <a:lnTo>
                    <a:pt x="5916535" y="628251"/>
                  </a:lnTo>
                  <a:lnTo>
                    <a:pt x="5916661" y="628251"/>
                  </a:lnTo>
                  <a:lnTo>
                    <a:pt x="5916787" y="628251"/>
                  </a:lnTo>
                  <a:lnTo>
                    <a:pt x="5916913" y="628251"/>
                  </a:lnTo>
                  <a:lnTo>
                    <a:pt x="5917039" y="628251"/>
                  </a:lnTo>
                  <a:lnTo>
                    <a:pt x="5917165" y="628251"/>
                  </a:lnTo>
                  <a:lnTo>
                    <a:pt x="5917291" y="628251"/>
                  </a:lnTo>
                  <a:lnTo>
                    <a:pt x="5917417" y="628251"/>
                  </a:lnTo>
                  <a:lnTo>
                    <a:pt x="5917544" y="628251"/>
                  </a:lnTo>
                  <a:lnTo>
                    <a:pt x="5917670" y="628251"/>
                  </a:lnTo>
                  <a:lnTo>
                    <a:pt x="5917796" y="628251"/>
                  </a:lnTo>
                  <a:lnTo>
                    <a:pt x="5917922" y="628251"/>
                  </a:lnTo>
                  <a:lnTo>
                    <a:pt x="5918048" y="628251"/>
                  </a:lnTo>
                  <a:lnTo>
                    <a:pt x="5918174" y="628251"/>
                  </a:lnTo>
                  <a:lnTo>
                    <a:pt x="5918300" y="628251"/>
                  </a:lnTo>
                  <a:lnTo>
                    <a:pt x="5918426" y="628251"/>
                  </a:lnTo>
                  <a:lnTo>
                    <a:pt x="5918552" y="628251"/>
                  </a:lnTo>
                  <a:lnTo>
                    <a:pt x="5918678" y="628251"/>
                  </a:lnTo>
                  <a:lnTo>
                    <a:pt x="5918804" y="628251"/>
                  </a:lnTo>
                  <a:lnTo>
                    <a:pt x="5918931" y="628251"/>
                  </a:lnTo>
                  <a:lnTo>
                    <a:pt x="5919057" y="628251"/>
                  </a:lnTo>
                  <a:lnTo>
                    <a:pt x="5919183" y="628251"/>
                  </a:lnTo>
                  <a:lnTo>
                    <a:pt x="5919309" y="628251"/>
                  </a:lnTo>
                  <a:lnTo>
                    <a:pt x="5919435" y="628251"/>
                  </a:lnTo>
                  <a:lnTo>
                    <a:pt x="5919561" y="628251"/>
                  </a:lnTo>
                  <a:lnTo>
                    <a:pt x="5919687" y="628251"/>
                  </a:lnTo>
                  <a:lnTo>
                    <a:pt x="5919813" y="628251"/>
                  </a:lnTo>
                  <a:lnTo>
                    <a:pt x="5919939" y="628251"/>
                  </a:lnTo>
                  <a:lnTo>
                    <a:pt x="5920065" y="628251"/>
                  </a:lnTo>
                  <a:lnTo>
                    <a:pt x="5920191" y="628251"/>
                  </a:lnTo>
                  <a:lnTo>
                    <a:pt x="5920317" y="628251"/>
                  </a:lnTo>
                  <a:lnTo>
                    <a:pt x="5920444" y="628251"/>
                  </a:lnTo>
                  <a:lnTo>
                    <a:pt x="5920570" y="628251"/>
                  </a:lnTo>
                  <a:lnTo>
                    <a:pt x="5920696" y="628251"/>
                  </a:lnTo>
                  <a:lnTo>
                    <a:pt x="5920822" y="628251"/>
                  </a:lnTo>
                  <a:lnTo>
                    <a:pt x="5920948" y="628251"/>
                  </a:lnTo>
                  <a:lnTo>
                    <a:pt x="5921074" y="628251"/>
                  </a:lnTo>
                  <a:lnTo>
                    <a:pt x="5921200" y="628251"/>
                  </a:lnTo>
                  <a:lnTo>
                    <a:pt x="5921326" y="628251"/>
                  </a:lnTo>
                  <a:lnTo>
                    <a:pt x="5921452" y="628251"/>
                  </a:lnTo>
                  <a:lnTo>
                    <a:pt x="5921578" y="628251"/>
                  </a:lnTo>
                  <a:lnTo>
                    <a:pt x="5921704" y="628251"/>
                  </a:lnTo>
                  <a:lnTo>
                    <a:pt x="5921831" y="628251"/>
                  </a:lnTo>
                  <a:lnTo>
                    <a:pt x="5921957" y="628251"/>
                  </a:lnTo>
                  <a:lnTo>
                    <a:pt x="5922083" y="628251"/>
                  </a:lnTo>
                  <a:lnTo>
                    <a:pt x="5922209" y="628251"/>
                  </a:lnTo>
                  <a:lnTo>
                    <a:pt x="5922335" y="628251"/>
                  </a:lnTo>
                  <a:lnTo>
                    <a:pt x="5922461" y="628251"/>
                  </a:lnTo>
                  <a:lnTo>
                    <a:pt x="5922587" y="628251"/>
                  </a:lnTo>
                  <a:lnTo>
                    <a:pt x="5922713" y="628251"/>
                  </a:lnTo>
                  <a:lnTo>
                    <a:pt x="5922839" y="628251"/>
                  </a:lnTo>
                  <a:lnTo>
                    <a:pt x="5922965" y="628251"/>
                  </a:lnTo>
                  <a:lnTo>
                    <a:pt x="5923091" y="628251"/>
                  </a:lnTo>
                  <a:lnTo>
                    <a:pt x="5923217" y="628251"/>
                  </a:lnTo>
                  <a:lnTo>
                    <a:pt x="5923344" y="628251"/>
                  </a:lnTo>
                  <a:lnTo>
                    <a:pt x="5923470" y="628251"/>
                  </a:lnTo>
                  <a:lnTo>
                    <a:pt x="5923596" y="628251"/>
                  </a:lnTo>
                  <a:lnTo>
                    <a:pt x="5923722" y="628251"/>
                  </a:lnTo>
                  <a:lnTo>
                    <a:pt x="5923848" y="628251"/>
                  </a:lnTo>
                  <a:lnTo>
                    <a:pt x="5923974" y="628251"/>
                  </a:lnTo>
                  <a:lnTo>
                    <a:pt x="5924100" y="628251"/>
                  </a:lnTo>
                  <a:lnTo>
                    <a:pt x="5924226" y="628251"/>
                  </a:lnTo>
                  <a:lnTo>
                    <a:pt x="5924352" y="628251"/>
                  </a:lnTo>
                  <a:lnTo>
                    <a:pt x="5924478" y="628251"/>
                  </a:lnTo>
                  <a:lnTo>
                    <a:pt x="5924604" y="628251"/>
                  </a:lnTo>
                  <a:lnTo>
                    <a:pt x="5924731" y="628251"/>
                  </a:lnTo>
                  <a:lnTo>
                    <a:pt x="5924857" y="628251"/>
                  </a:lnTo>
                  <a:lnTo>
                    <a:pt x="5924983" y="628251"/>
                  </a:lnTo>
                  <a:lnTo>
                    <a:pt x="5925109" y="628251"/>
                  </a:lnTo>
                  <a:lnTo>
                    <a:pt x="5925235" y="628251"/>
                  </a:lnTo>
                  <a:lnTo>
                    <a:pt x="5925361" y="628251"/>
                  </a:lnTo>
                  <a:lnTo>
                    <a:pt x="5925487" y="628251"/>
                  </a:lnTo>
                  <a:lnTo>
                    <a:pt x="5925613" y="628251"/>
                  </a:lnTo>
                  <a:lnTo>
                    <a:pt x="5925739" y="628251"/>
                  </a:lnTo>
                  <a:lnTo>
                    <a:pt x="5925865" y="628251"/>
                  </a:lnTo>
                  <a:lnTo>
                    <a:pt x="5925991" y="628251"/>
                  </a:lnTo>
                  <a:lnTo>
                    <a:pt x="5926118" y="628251"/>
                  </a:lnTo>
                  <a:lnTo>
                    <a:pt x="5926244" y="628251"/>
                  </a:lnTo>
                  <a:lnTo>
                    <a:pt x="5926370" y="628251"/>
                  </a:lnTo>
                  <a:lnTo>
                    <a:pt x="5926496" y="628251"/>
                  </a:lnTo>
                  <a:lnTo>
                    <a:pt x="5926622" y="628251"/>
                  </a:lnTo>
                  <a:lnTo>
                    <a:pt x="5926748" y="628251"/>
                  </a:lnTo>
                  <a:lnTo>
                    <a:pt x="5926874" y="628251"/>
                  </a:lnTo>
                  <a:lnTo>
                    <a:pt x="5927000" y="628251"/>
                  </a:lnTo>
                  <a:lnTo>
                    <a:pt x="5927126" y="628251"/>
                  </a:lnTo>
                  <a:lnTo>
                    <a:pt x="5927252" y="628251"/>
                  </a:lnTo>
                  <a:lnTo>
                    <a:pt x="5927378" y="628251"/>
                  </a:lnTo>
                  <a:lnTo>
                    <a:pt x="5927504" y="628251"/>
                  </a:lnTo>
                  <a:lnTo>
                    <a:pt x="5927631" y="628251"/>
                  </a:lnTo>
                  <a:lnTo>
                    <a:pt x="5927757" y="628251"/>
                  </a:lnTo>
                  <a:lnTo>
                    <a:pt x="5927883" y="628251"/>
                  </a:lnTo>
                  <a:lnTo>
                    <a:pt x="5928009" y="628251"/>
                  </a:lnTo>
                  <a:lnTo>
                    <a:pt x="5928135" y="628251"/>
                  </a:lnTo>
                  <a:lnTo>
                    <a:pt x="5928261" y="628251"/>
                  </a:lnTo>
                  <a:lnTo>
                    <a:pt x="5928387" y="628251"/>
                  </a:lnTo>
                  <a:lnTo>
                    <a:pt x="5928513" y="628251"/>
                  </a:lnTo>
                  <a:lnTo>
                    <a:pt x="5928639" y="628251"/>
                  </a:lnTo>
                  <a:lnTo>
                    <a:pt x="5928765" y="628251"/>
                  </a:lnTo>
                  <a:lnTo>
                    <a:pt x="5928891" y="628251"/>
                  </a:lnTo>
                  <a:lnTo>
                    <a:pt x="5929018" y="628251"/>
                  </a:lnTo>
                  <a:lnTo>
                    <a:pt x="5929144" y="628251"/>
                  </a:lnTo>
                  <a:lnTo>
                    <a:pt x="5929270" y="628251"/>
                  </a:lnTo>
                  <a:lnTo>
                    <a:pt x="5929396" y="628251"/>
                  </a:lnTo>
                  <a:lnTo>
                    <a:pt x="5929522" y="628251"/>
                  </a:lnTo>
                  <a:lnTo>
                    <a:pt x="5929648" y="628251"/>
                  </a:lnTo>
                  <a:lnTo>
                    <a:pt x="5929774" y="628251"/>
                  </a:lnTo>
                  <a:lnTo>
                    <a:pt x="5929900" y="628251"/>
                  </a:lnTo>
                  <a:lnTo>
                    <a:pt x="5930026" y="628251"/>
                  </a:lnTo>
                  <a:lnTo>
                    <a:pt x="5930152" y="628251"/>
                  </a:lnTo>
                  <a:lnTo>
                    <a:pt x="5930278" y="628251"/>
                  </a:lnTo>
                  <a:lnTo>
                    <a:pt x="5930404" y="628251"/>
                  </a:lnTo>
                  <a:lnTo>
                    <a:pt x="5930531" y="628251"/>
                  </a:lnTo>
                  <a:lnTo>
                    <a:pt x="5930657" y="628251"/>
                  </a:lnTo>
                  <a:lnTo>
                    <a:pt x="5930783" y="628251"/>
                  </a:lnTo>
                  <a:lnTo>
                    <a:pt x="5930909" y="628251"/>
                  </a:lnTo>
                  <a:lnTo>
                    <a:pt x="5931035" y="628251"/>
                  </a:lnTo>
                  <a:lnTo>
                    <a:pt x="5931161" y="628251"/>
                  </a:lnTo>
                  <a:lnTo>
                    <a:pt x="5931287" y="628251"/>
                  </a:lnTo>
                  <a:lnTo>
                    <a:pt x="5931413" y="628251"/>
                  </a:lnTo>
                  <a:lnTo>
                    <a:pt x="5931539" y="628251"/>
                  </a:lnTo>
                  <a:lnTo>
                    <a:pt x="5931665" y="628251"/>
                  </a:lnTo>
                  <a:lnTo>
                    <a:pt x="5931791" y="628251"/>
                  </a:lnTo>
                  <a:lnTo>
                    <a:pt x="5931918" y="628251"/>
                  </a:lnTo>
                  <a:lnTo>
                    <a:pt x="5932044" y="628251"/>
                  </a:lnTo>
                  <a:lnTo>
                    <a:pt x="5932170" y="628251"/>
                  </a:lnTo>
                  <a:lnTo>
                    <a:pt x="5932296" y="628251"/>
                  </a:lnTo>
                  <a:lnTo>
                    <a:pt x="5932422" y="628251"/>
                  </a:lnTo>
                  <a:lnTo>
                    <a:pt x="5932548" y="628251"/>
                  </a:lnTo>
                  <a:lnTo>
                    <a:pt x="5932674" y="628251"/>
                  </a:lnTo>
                  <a:lnTo>
                    <a:pt x="5932800" y="628251"/>
                  </a:lnTo>
                  <a:lnTo>
                    <a:pt x="5932926" y="628251"/>
                  </a:lnTo>
                  <a:lnTo>
                    <a:pt x="5933052" y="628251"/>
                  </a:lnTo>
                  <a:lnTo>
                    <a:pt x="5933178" y="628251"/>
                  </a:lnTo>
                  <a:lnTo>
                    <a:pt x="5933305" y="628251"/>
                  </a:lnTo>
                  <a:lnTo>
                    <a:pt x="5933431" y="628251"/>
                  </a:lnTo>
                  <a:lnTo>
                    <a:pt x="5933557" y="628251"/>
                  </a:lnTo>
                  <a:lnTo>
                    <a:pt x="5933683" y="628251"/>
                  </a:lnTo>
                  <a:lnTo>
                    <a:pt x="5933809" y="628251"/>
                  </a:lnTo>
                  <a:lnTo>
                    <a:pt x="5933935" y="628251"/>
                  </a:lnTo>
                  <a:lnTo>
                    <a:pt x="5934061" y="628251"/>
                  </a:lnTo>
                  <a:lnTo>
                    <a:pt x="5934187" y="628251"/>
                  </a:lnTo>
                  <a:lnTo>
                    <a:pt x="5934313" y="628251"/>
                  </a:lnTo>
                  <a:lnTo>
                    <a:pt x="5934439" y="628251"/>
                  </a:lnTo>
                  <a:lnTo>
                    <a:pt x="5934565" y="628251"/>
                  </a:lnTo>
                  <a:lnTo>
                    <a:pt x="5934691" y="628251"/>
                  </a:lnTo>
                  <a:lnTo>
                    <a:pt x="5934818" y="628251"/>
                  </a:lnTo>
                  <a:lnTo>
                    <a:pt x="5934944" y="628251"/>
                  </a:lnTo>
                  <a:lnTo>
                    <a:pt x="5935070" y="628251"/>
                  </a:lnTo>
                  <a:lnTo>
                    <a:pt x="5935196" y="628251"/>
                  </a:lnTo>
                  <a:lnTo>
                    <a:pt x="5935322" y="628251"/>
                  </a:lnTo>
                  <a:lnTo>
                    <a:pt x="5935448" y="628251"/>
                  </a:lnTo>
                  <a:lnTo>
                    <a:pt x="5935574" y="628251"/>
                  </a:lnTo>
                  <a:lnTo>
                    <a:pt x="5935700" y="628251"/>
                  </a:lnTo>
                  <a:lnTo>
                    <a:pt x="5935826" y="628251"/>
                  </a:lnTo>
                  <a:lnTo>
                    <a:pt x="5935952" y="628251"/>
                  </a:lnTo>
                  <a:lnTo>
                    <a:pt x="5936078" y="628251"/>
                  </a:lnTo>
                  <a:lnTo>
                    <a:pt x="5936205" y="628251"/>
                  </a:lnTo>
                  <a:lnTo>
                    <a:pt x="5936331" y="628251"/>
                  </a:lnTo>
                  <a:lnTo>
                    <a:pt x="5936457" y="628251"/>
                  </a:lnTo>
                  <a:lnTo>
                    <a:pt x="5936583" y="628251"/>
                  </a:lnTo>
                  <a:lnTo>
                    <a:pt x="5936709" y="628251"/>
                  </a:lnTo>
                  <a:lnTo>
                    <a:pt x="5936835" y="628251"/>
                  </a:lnTo>
                  <a:lnTo>
                    <a:pt x="5936961" y="628251"/>
                  </a:lnTo>
                  <a:lnTo>
                    <a:pt x="5937087" y="628251"/>
                  </a:lnTo>
                  <a:lnTo>
                    <a:pt x="5937213" y="628251"/>
                  </a:lnTo>
                  <a:lnTo>
                    <a:pt x="5937339" y="628251"/>
                  </a:lnTo>
                  <a:lnTo>
                    <a:pt x="5937465" y="628251"/>
                  </a:lnTo>
                  <a:lnTo>
                    <a:pt x="5937591" y="628251"/>
                  </a:lnTo>
                  <a:lnTo>
                    <a:pt x="5937718" y="628251"/>
                  </a:lnTo>
                  <a:lnTo>
                    <a:pt x="5937844" y="628251"/>
                  </a:lnTo>
                  <a:lnTo>
                    <a:pt x="5937970" y="628251"/>
                  </a:lnTo>
                  <a:lnTo>
                    <a:pt x="5938096" y="628251"/>
                  </a:lnTo>
                  <a:lnTo>
                    <a:pt x="5938222" y="628251"/>
                  </a:lnTo>
                  <a:lnTo>
                    <a:pt x="5938348" y="628251"/>
                  </a:lnTo>
                  <a:lnTo>
                    <a:pt x="5938474" y="628251"/>
                  </a:lnTo>
                  <a:lnTo>
                    <a:pt x="5938600" y="628251"/>
                  </a:lnTo>
                  <a:lnTo>
                    <a:pt x="5938726" y="628251"/>
                  </a:lnTo>
                  <a:lnTo>
                    <a:pt x="5938852" y="628251"/>
                  </a:lnTo>
                  <a:lnTo>
                    <a:pt x="5938978" y="628251"/>
                  </a:lnTo>
                  <a:lnTo>
                    <a:pt x="5939105" y="628251"/>
                  </a:lnTo>
                  <a:lnTo>
                    <a:pt x="5939231" y="628251"/>
                  </a:lnTo>
                  <a:lnTo>
                    <a:pt x="5939357" y="628251"/>
                  </a:lnTo>
                  <a:lnTo>
                    <a:pt x="5939483" y="628251"/>
                  </a:lnTo>
                  <a:lnTo>
                    <a:pt x="5939609" y="628251"/>
                  </a:lnTo>
                  <a:lnTo>
                    <a:pt x="5939735" y="628251"/>
                  </a:lnTo>
                  <a:lnTo>
                    <a:pt x="5939861" y="628251"/>
                  </a:lnTo>
                  <a:lnTo>
                    <a:pt x="5939987" y="628251"/>
                  </a:lnTo>
                  <a:lnTo>
                    <a:pt x="5940113" y="628251"/>
                  </a:lnTo>
                  <a:lnTo>
                    <a:pt x="5940239" y="628251"/>
                  </a:lnTo>
                  <a:lnTo>
                    <a:pt x="5940365" y="628251"/>
                  </a:lnTo>
                  <a:lnTo>
                    <a:pt x="5940491" y="628251"/>
                  </a:lnTo>
                  <a:lnTo>
                    <a:pt x="5940618" y="628251"/>
                  </a:lnTo>
                  <a:lnTo>
                    <a:pt x="5940744" y="628251"/>
                  </a:lnTo>
                  <a:lnTo>
                    <a:pt x="5940744" y="622971"/>
                  </a:lnTo>
                  <a:lnTo>
                    <a:pt x="5940870" y="622971"/>
                  </a:lnTo>
                  <a:lnTo>
                    <a:pt x="5940996" y="622971"/>
                  </a:lnTo>
                  <a:lnTo>
                    <a:pt x="5941122" y="622971"/>
                  </a:lnTo>
                  <a:lnTo>
                    <a:pt x="5941248" y="622971"/>
                  </a:lnTo>
                  <a:lnTo>
                    <a:pt x="5941374" y="622971"/>
                  </a:lnTo>
                  <a:lnTo>
                    <a:pt x="5941500" y="622971"/>
                  </a:lnTo>
                  <a:lnTo>
                    <a:pt x="5941626" y="622971"/>
                  </a:lnTo>
                  <a:lnTo>
                    <a:pt x="5941752" y="622971"/>
                  </a:lnTo>
                  <a:lnTo>
                    <a:pt x="5941878" y="622971"/>
                  </a:lnTo>
                  <a:lnTo>
                    <a:pt x="5942005" y="622971"/>
                  </a:lnTo>
                  <a:lnTo>
                    <a:pt x="5942131" y="622971"/>
                  </a:lnTo>
                  <a:lnTo>
                    <a:pt x="5942257" y="622971"/>
                  </a:lnTo>
                  <a:lnTo>
                    <a:pt x="5942383" y="622971"/>
                  </a:lnTo>
                  <a:lnTo>
                    <a:pt x="5942509" y="622971"/>
                  </a:lnTo>
                  <a:lnTo>
                    <a:pt x="5942635" y="622971"/>
                  </a:lnTo>
                  <a:lnTo>
                    <a:pt x="5942761" y="622971"/>
                  </a:lnTo>
                  <a:lnTo>
                    <a:pt x="5942887" y="622971"/>
                  </a:lnTo>
                  <a:lnTo>
                    <a:pt x="5943013" y="622971"/>
                  </a:lnTo>
                  <a:lnTo>
                    <a:pt x="5943139" y="622971"/>
                  </a:lnTo>
                  <a:lnTo>
                    <a:pt x="5943265" y="622971"/>
                  </a:lnTo>
                  <a:lnTo>
                    <a:pt x="5943392" y="622971"/>
                  </a:lnTo>
                  <a:lnTo>
                    <a:pt x="5943518" y="622971"/>
                  </a:lnTo>
                  <a:lnTo>
                    <a:pt x="5943644" y="622971"/>
                  </a:lnTo>
                  <a:lnTo>
                    <a:pt x="5943770" y="622971"/>
                  </a:lnTo>
                  <a:lnTo>
                    <a:pt x="5943896" y="622971"/>
                  </a:lnTo>
                  <a:lnTo>
                    <a:pt x="5944022" y="622971"/>
                  </a:lnTo>
                  <a:lnTo>
                    <a:pt x="5944148" y="622971"/>
                  </a:lnTo>
                  <a:lnTo>
                    <a:pt x="5944274" y="622971"/>
                  </a:lnTo>
                  <a:lnTo>
                    <a:pt x="5944400" y="622971"/>
                  </a:lnTo>
                  <a:lnTo>
                    <a:pt x="5944526" y="622971"/>
                  </a:lnTo>
                  <a:lnTo>
                    <a:pt x="5944652" y="622971"/>
                  </a:lnTo>
                  <a:lnTo>
                    <a:pt x="5944778" y="622971"/>
                  </a:lnTo>
                  <a:lnTo>
                    <a:pt x="5944905" y="622971"/>
                  </a:lnTo>
                  <a:lnTo>
                    <a:pt x="5945031" y="622971"/>
                  </a:lnTo>
                  <a:lnTo>
                    <a:pt x="5945157" y="622971"/>
                  </a:lnTo>
                  <a:lnTo>
                    <a:pt x="5945283" y="622971"/>
                  </a:lnTo>
                  <a:lnTo>
                    <a:pt x="5945409" y="622971"/>
                  </a:lnTo>
                  <a:lnTo>
                    <a:pt x="5945535" y="622971"/>
                  </a:lnTo>
                  <a:lnTo>
                    <a:pt x="5945661" y="622971"/>
                  </a:lnTo>
                  <a:lnTo>
                    <a:pt x="5945787" y="622971"/>
                  </a:lnTo>
                  <a:lnTo>
                    <a:pt x="5945913" y="622971"/>
                  </a:lnTo>
                  <a:lnTo>
                    <a:pt x="5946039" y="622971"/>
                  </a:lnTo>
                  <a:lnTo>
                    <a:pt x="5946165" y="622971"/>
                  </a:lnTo>
                  <a:lnTo>
                    <a:pt x="5946292" y="622971"/>
                  </a:lnTo>
                  <a:lnTo>
                    <a:pt x="5946418" y="622971"/>
                  </a:lnTo>
                  <a:lnTo>
                    <a:pt x="5946544" y="622971"/>
                  </a:lnTo>
                  <a:lnTo>
                    <a:pt x="5946670" y="622971"/>
                  </a:lnTo>
                  <a:lnTo>
                    <a:pt x="5946796" y="622971"/>
                  </a:lnTo>
                  <a:lnTo>
                    <a:pt x="5946922" y="622971"/>
                  </a:lnTo>
                  <a:lnTo>
                    <a:pt x="5947048" y="622971"/>
                  </a:lnTo>
                  <a:lnTo>
                    <a:pt x="5947174" y="622971"/>
                  </a:lnTo>
                  <a:lnTo>
                    <a:pt x="5947300" y="622971"/>
                  </a:lnTo>
                  <a:lnTo>
                    <a:pt x="5947426" y="622971"/>
                  </a:lnTo>
                  <a:lnTo>
                    <a:pt x="5947552" y="622971"/>
                  </a:lnTo>
                  <a:lnTo>
                    <a:pt x="5947678" y="622971"/>
                  </a:lnTo>
                  <a:lnTo>
                    <a:pt x="5947805" y="622971"/>
                  </a:lnTo>
                  <a:lnTo>
                    <a:pt x="5947931" y="622971"/>
                  </a:lnTo>
                  <a:lnTo>
                    <a:pt x="5948057" y="622971"/>
                  </a:lnTo>
                  <a:lnTo>
                    <a:pt x="5948183" y="622971"/>
                  </a:lnTo>
                  <a:lnTo>
                    <a:pt x="5948309" y="622971"/>
                  </a:lnTo>
                  <a:lnTo>
                    <a:pt x="5948435" y="622971"/>
                  </a:lnTo>
                  <a:lnTo>
                    <a:pt x="5948561" y="622971"/>
                  </a:lnTo>
                  <a:lnTo>
                    <a:pt x="5948687" y="622971"/>
                  </a:lnTo>
                  <a:lnTo>
                    <a:pt x="5948813" y="622971"/>
                  </a:lnTo>
                  <a:lnTo>
                    <a:pt x="5948939" y="622971"/>
                  </a:lnTo>
                  <a:lnTo>
                    <a:pt x="5949065" y="622971"/>
                  </a:lnTo>
                  <a:lnTo>
                    <a:pt x="5949192" y="622971"/>
                  </a:lnTo>
                  <a:lnTo>
                    <a:pt x="5949318" y="622971"/>
                  </a:lnTo>
                  <a:lnTo>
                    <a:pt x="5949444" y="622971"/>
                  </a:lnTo>
                  <a:lnTo>
                    <a:pt x="5949570" y="622971"/>
                  </a:lnTo>
                  <a:lnTo>
                    <a:pt x="5949696" y="622971"/>
                  </a:lnTo>
                  <a:lnTo>
                    <a:pt x="5949822" y="622971"/>
                  </a:lnTo>
                  <a:lnTo>
                    <a:pt x="5949948" y="622971"/>
                  </a:lnTo>
                  <a:lnTo>
                    <a:pt x="5950074" y="622971"/>
                  </a:lnTo>
                  <a:lnTo>
                    <a:pt x="5950200" y="622971"/>
                  </a:lnTo>
                  <a:lnTo>
                    <a:pt x="5950326" y="622971"/>
                  </a:lnTo>
                  <a:lnTo>
                    <a:pt x="5950452" y="622971"/>
                  </a:lnTo>
                  <a:lnTo>
                    <a:pt x="5950452" y="617692"/>
                  </a:lnTo>
                  <a:lnTo>
                    <a:pt x="5950579" y="617692"/>
                  </a:lnTo>
                  <a:lnTo>
                    <a:pt x="5950705" y="617692"/>
                  </a:lnTo>
                  <a:lnTo>
                    <a:pt x="5950831" y="617692"/>
                  </a:lnTo>
                  <a:lnTo>
                    <a:pt x="5950957" y="617692"/>
                  </a:lnTo>
                  <a:lnTo>
                    <a:pt x="5951083" y="617692"/>
                  </a:lnTo>
                  <a:lnTo>
                    <a:pt x="5951209" y="617692"/>
                  </a:lnTo>
                  <a:lnTo>
                    <a:pt x="5951335" y="617692"/>
                  </a:lnTo>
                  <a:lnTo>
                    <a:pt x="5951461" y="617692"/>
                  </a:lnTo>
                  <a:lnTo>
                    <a:pt x="5951587" y="617692"/>
                  </a:lnTo>
                  <a:lnTo>
                    <a:pt x="5951713" y="617692"/>
                  </a:lnTo>
                  <a:lnTo>
                    <a:pt x="5951839" y="617692"/>
                  </a:lnTo>
                  <a:lnTo>
                    <a:pt x="5951965" y="617692"/>
                  </a:lnTo>
                  <a:lnTo>
                    <a:pt x="5952092" y="617692"/>
                  </a:lnTo>
                  <a:lnTo>
                    <a:pt x="5952218" y="617692"/>
                  </a:lnTo>
                  <a:lnTo>
                    <a:pt x="5952344" y="617692"/>
                  </a:lnTo>
                  <a:lnTo>
                    <a:pt x="5952470" y="617692"/>
                  </a:lnTo>
                  <a:lnTo>
                    <a:pt x="5952596" y="617692"/>
                  </a:lnTo>
                  <a:lnTo>
                    <a:pt x="5952722" y="617692"/>
                  </a:lnTo>
                  <a:lnTo>
                    <a:pt x="5952848" y="617692"/>
                  </a:lnTo>
                  <a:lnTo>
                    <a:pt x="5952974" y="617692"/>
                  </a:lnTo>
                  <a:lnTo>
                    <a:pt x="5953100" y="617692"/>
                  </a:lnTo>
                  <a:lnTo>
                    <a:pt x="5953226" y="617692"/>
                  </a:lnTo>
                  <a:lnTo>
                    <a:pt x="5953352" y="617692"/>
                  </a:lnTo>
                  <a:lnTo>
                    <a:pt x="5953479" y="617692"/>
                  </a:lnTo>
                  <a:lnTo>
                    <a:pt x="5953605" y="617692"/>
                  </a:lnTo>
                  <a:lnTo>
                    <a:pt x="5953731" y="617692"/>
                  </a:lnTo>
                  <a:lnTo>
                    <a:pt x="5953857" y="617692"/>
                  </a:lnTo>
                  <a:lnTo>
                    <a:pt x="5953983" y="617692"/>
                  </a:lnTo>
                  <a:lnTo>
                    <a:pt x="5954109" y="617692"/>
                  </a:lnTo>
                  <a:lnTo>
                    <a:pt x="5954235" y="617692"/>
                  </a:lnTo>
                  <a:lnTo>
                    <a:pt x="5954361" y="617692"/>
                  </a:lnTo>
                  <a:lnTo>
                    <a:pt x="5954487" y="617692"/>
                  </a:lnTo>
                  <a:lnTo>
                    <a:pt x="5954613" y="617692"/>
                  </a:lnTo>
                  <a:lnTo>
                    <a:pt x="5954739" y="617692"/>
                  </a:lnTo>
                  <a:lnTo>
                    <a:pt x="5954865" y="617692"/>
                  </a:lnTo>
                  <a:lnTo>
                    <a:pt x="5954992" y="617692"/>
                  </a:lnTo>
                  <a:lnTo>
                    <a:pt x="5955118" y="617692"/>
                  </a:lnTo>
                  <a:lnTo>
                    <a:pt x="5955244" y="617692"/>
                  </a:lnTo>
                  <a:lnTo>
                    <a:pt x="5955370" y="617692"/>
                  </a:lnTo>
                  <a:lnTo>
                    <a:pt x="5955496" y="617692"/>
                  </a:lnTo>
                  <a:lnTo>
                    <a:pt x="5955622" y="617692"/>
                  </a:lnTo>
                  <a:lnTo>
                    <a:pt x="5955748" y="617692"/>
                  </a:lnTo>
                  <a:lnTo>
                    <a:pt x="5955874" y="617692"/>
                  </a:lnTo>
                  <a:lnTo>
                    <a:pt x="5956000" y="617692"/>
                  </a:lnTo>
                  <a:lnTo>
                    <a:pt x="5956126" y="617692"/>
                  </a:lnTo>
                  <a:lnTo>
                    <a:pt x="5956252" y="617692"/>
                  </a:lnTo>
                  <a:lnTo>
                    <a:pt x="5956379" y="617692"/>
                  </a:lnTo>
                  <a:lnTo>
                    <a:pt x="5956505" y="617692"/>
                  </a:lnTo>
                  <a:lnTo>
                    <a:pt x="5956631" y="617692"/>
                  </a:lnTo>
                  <a:lnTo>
                    <a:pt x="5956757" y="617692"/>
                  </a:lnTo>
                  <a:lnTo>
                    <a:pt x="5956883" y="617692"/>
                  </a:lnTo>
                  <a:lnTo>
                    <a:pt x="5957009" y="617692"/>
                  </a:lnTo>
                  <a:lnTo>
                    <a:pt x="5957135" y="617692"/>
                  </a:lnTo>
                  <a:lnTo>
                    <a:pt x="5957261" y="617692"/>
                  </a:lnTo>
                  <a:lnTo>
                    <a:pt x="5957387" y="617692"/>
                  </a:lnTo>
                  <a:lnTo>
                    <a:pt x="5957513" y="617692"/>
                  </a:lnTo>
                  <a:lnTo>
                    <a:pt x="5957639" y="617692"/>
                  </a:lnTo>
                  <a:lnTo>
                    <a:pt x="5957766" y="617692"/>
                  </a:lnTo>
                  <a:lnTo>
                    <a:pt x="5957892" y="617692"/>
                  </a:lnTo>
                  <a:lnTo>
                    <a:pt x="5958018" y="617692"/>
                  </a:lnTo>
                  <a:lnTo>
                    <a:pt x="5958144" y="617692"/>
                  </a:lnTo>
                  <a:lnTo>
                    <a:pt x="5958270" y="617692"/>
                  </a:lnTo>
                  <a:lnTo>
                    <a:pt x="5958396" y="617692"/>
                  </a:lnTo>
                  <a:lnTo>
                    <a:pt x="5958522" y="617692"/>
                  </a:lnTo>
                  <a:lnTo>
                    <a:pt x="5958648" y="617692"/>
                  </a:lnTo>
                  <a:lnTo>
                    <a:pt x="5958774" y="617692"/>
                  </a:lnTo>
                  <a:lnTo>
                    <a:pt x="5958900" y="617692"/>
                  </a:lnTo>
                  <a:lnTo>
                    <a:pt x="5959026" y="617692"/>
                  </a:lnTo>
                  <a:lnTo>
                    <a:pt x="5959152" y="617692"/>
                  </a:lnTo>
                  <a:lnTo>
                    <a:pt x="5959279" y="617692"/>
                  </a:lnTo>
                  <a:lnTo>
                    <a:pt x="5959405" y="617692"/>
                  </a:lnTo>
                  <a:lnTo>
                    <a:pt x="5959531" y="617692"/>
                  </a:lnTo>
                  <a:lnTo>
                    <a:pt x="5959657" y="617692"/>
                  </a:lnTo>
                  <a:lnTo>
                    <a:pt x="5959783" y="617692"/>
                  </a:lnTo>
                  <a:lnTo>
                    <a:pt x="5959909" y="617692"/>
                  </a:lnTo>
                  <a:lnTo>
                    <a:pt x="5960035" y="617692"/>
                  </a:lnTo>
                  <a:lnTo>
                    <a:pt x="5960161" y="617692"/>
                  </a:lnTo>
                  <a:lnTo>
                    <a:pt x="5960287" y="617692"/>
                  </a:lnTo>
                  <a:lnTo>
                    <a:pt x="5960413" y="617692"/>
                  </a:lnTo>
                  <a:lnTo>
                    <a:pt x="5960539" y="617692"/>
                  </a:lnTo>
                  <a:lnTo>
                    <a:pt x="5960666" y="617692"/>
                  </a:lnTo>
                  <a:lnTo>
                    <a:pt x="5960792" y="617692"/>
                  </a:lnTo>
                  <a:lnTo>
                    <a:pt x="5960918" y="617692"/>
                  </a:lnTo>
                  <a:lnTo>
                    <a:pt x="5961044" y="617692"/>
                  </a:lnTo>
                  <a:lnTo>
                    <a:pt x="5961170" y="617692"/>
                  </a:lnTo>
                  <a:lnTo>
                    <a:pt x="5961296" y="617692"/>
                  </a:lnTo>
                  <a:lnTo>
                    <a:pt x="5961422" y="617692"/>
                  </a:lnTo>
                  <a:lnTo>
                    <a:pt x="5961548" y="617692"/>
                  </a:lnTo>
                  <a:lnTo>
                    <a:pt x="5961674" y="617692"/>
                  </a:lnTo>
                  <a:lnTo>
                    <a:pt x="5961800" y="617692"/>
                  </a:lnTo>
                  <a:lnTo>
                    <a:pt x="5961926" y="617692"/>
                  </a:lnTo>
                  <a:lnTo>
                    <a:pt x="5962052" y="617692"/>
                  </a:lnTo>
                  <a:lnTo>
                    <a:pt x="5962179" y="617692"/>
                  </a:lnTo>
                  <a:lnTo>
                    <a:pt x="5962305" y="617692"/>
                  </a:lnTo>
                  <a:lnTo>
                    <a:pt x="5962431" y="617692"/>
                  </a:lnTo>
                  <a:lnTo>
                    <a:pt x="5962557" y="617692"/>
                  </a:lnTo>
                  <a:lnTo>
                    <a:pt x="5962683" y="617692"/>
                  </a:lnTo>
                  <a:lnTo>
                    <a:pt x="5962809" y="617692"/>
                  </a:lnTo>
                  <a:lnTo>
                    <a:pt x="5962935" y="617692"/>
                  </a:lnTo>
                  <a:lnTo>
                    <a:pt x="5963061" y="617692"/>
                  </a:lnTo>
                  <a:lnTo>
                    <a:pt x="5963187" y="617692"/>
                  </a:lnTo>
                  <a:lnTo>
                    <a:pt x="5963313" y="617692"/>
                  </a:lnTo>
                  <a:lnTo>
                    <a:pt x="5963439" y="617692"/>
                  </a:lnTo>
                  <a:lnTo>
                    <a:pt x="5963566" y="617692"/>
                  </a:lnTo>
                  <a:lnTo>
                    <a:pt x="5963692" y="617692"/>
                  </a:lnTo>
                  <a:lnTo>
                    <a:pt x="5963818" y="617692"/>
                  </a:lnTo>
                  <a:lnTo>
                    <a:pt x="5963944" y="617692"/>
                  </a:lnTo>
                  <a:lnTo>
                    <a:pt x="5964070" y="617692"/>
                  </a:lnTo>
                  <a:lnTo>
                    <a:pt x="5964196" y="617692"/>
                  </a:lnTo>
                  <a:lnTo>
                    <a:pt x="5964322" y="617692"/>
                  </a:lnTo>
                  <a:lnTo>
                    <a:pt x="5964448" y="617692"/>
                  </a:lnTo>
                  <a:lnTo>
                    <a:pt x="5964574" y="617692"/>
                  </a:lnTo>
                  <a:lnTo>
                    <a:pt x="5964700" y="617692"/>
                  </a:lnTo>
                  <a:lnTo>
                    <a:pt x="5964826" y="617692"/>
                  </a:lnTo>
                  <a:lnTo>
                    <a:pt x="5964952" y="617692"/>
                  </a:lnTo>
                  <a:lnTo>
                    <a:pt x="5965079" y="617692"/>
                  </a:lnTo>
                  <a:lnTo>
                    <a:pt x="5965205" y="617692"/>
                  </a:lnTo>
                  <a:lnTo>
                    <a:pt x="5965331" y="617692"/>
                  </a:lnTo>
                  <a:lnTo>
                    <a:pt x="5965457" y="617692"/>
                  </a:lnTo>
                  <a:lnTo>
                    <a:pt x="5965583" y="617692"/>
                  </a:lnTo>
                  <a:lnTo>
                    <a:pt x="5965709" y="617692"/>
                  </a:lnTo>
                  <a:lnTo>
                    <a:pt x="5965835" y="617692"/>
                  </a:lnTo>
                  <a:lnTo>
                    <a:pt x="5965961" y="617692"/>
                  </a:lnTo>
                  <a:lnTo>
                    <a:pt x="5966087" y="617692"/>
                  </a:lnTo>
                  <a:lnTo>
                    <a:pt x="5966213" y="617692"/>
                  </a:lnTo>
                  <a:lnTo>
                    <a:pt x="5966339" y="617692"/>
                  </a:lnTo>
                  <a:lnTo>
                    <a:pt x="5966466" y="617692"/>
                  </a:lnTo>
                  <a:lnTo>
                    <a:pt x="5966592" y="617692"/>
                  </a:lnTo>
                  <a:lnTo>
                    <a:pt x="5966718" y="617692"/>
                  </a:lnTo>
                  <a:lnTo>
                    <a:pt x="5966844" y="617692"/>
                  </a:lnTo>
                  <a:lnTo>
                    <a:pt x="5966970" y="617692"/>
                  </a:lnTo>
                  <a:lnTo>
                    <a:pt x="5967096" y="617692"/>
                  </a:lnTo>
                  <a:lnTo>
                    <a:pt x="5967222" y="617692"/>
                  </a:lnTo>
                  <a:lnTo>
                    <a:pt x="5967348" y="617692"/>
                  </a:lnTo>
                  <a:lnTo>
                    <a:pt x="5967474" y="617692"/>
                  </a:lnTo>
                  <a:lnTo>
                    <a:pt x="5967600" y="617692"/>
                  </a:lnTo>
                  <a:lnTo>
                    <a:pt x="5967726" y="617692"/>
                  </a:lnTo>
                  <a:lnTo>
                    <a:pt x="5967853" y="617692"/>
                  </a:lnTo>
                  <a:lnTo>
                    <a:pt x="5967979" y="617692"/>
                  </a:lnTo>
                  <a:lnTo>
                    <a:pt x="5967979" y="612412"/>
                  </a:lnTo>
                  <a:lnTo>
                    <a:pt x="5968105" y="612412"/>
                  </a:lnTo>
                  <a:lnTo>
                    <a:pt x="5968231" y="612412"/>
                  </a:lnTo>
                  <a:lnTo>
                    <a:pt x="5968357" y="612412"/>
                  </a:lnTo>
                  <a:lnTo>
                    <a:pt x="5968483" y="612412"/>
                  </a:lnTo>
                  <a:lnTo>
                    <a:pt x="5968609" y="612412"/>
                  </a:lnTo>
                  <a:lnTo>
                    <a:pt x="5968735" y="612412"/>
                  </a:lnTo>
                  <a:lnTo>
                    <a:pt x="5968861" y="612412"/>
                  </a:lnTo>
                  <a:lnTo>
                    <a:pt x="5968987" y="612412"/>
                  </a:lnTo>
                  <a:lnTo>
                    <a:pt x="5969113" y="612412"/>
                  </a:lnTo>
                  <a:lnTo>
                    <a:pt x="5969239" y="612412"/>
                  </a:lnTo>
                  <a:lnTo>
                    <a:pt x="5969366" y="612412"/>
                  </a:lnTo>
                  <a:lnTo>
                    <a:pt x="5969492" y="612412"/>
                  </a:lnTo>
                  <a:lnTo>
                    <a:pt x="5969618" y="612412"/>
                  </a:lnTo>
                  <a:lnTo>
                    <a:pt x="5969744" y="612412"/>
                  </a:lnTo>
                  <a:lnTo>
                    <a:pt x="5969870" y="612412"/>
                  </a:lnTo>
                  <a:lnTo>
                    <a:pt x="5969996" y="612412"/>
                  </a:lnTo>
                  <a:lnTo>
                    <a:pt x="5970122" y="612412"/>
                  </a:lnTo>
                  <a:lnTo>
                    <a:pt x="5970248" y="612412"/>
                  </a:lnTo>
                  <a:lnTo>
                    <a:pt x="5970374" y="612412"/>
                  </a:lnTo>
                  <a:lnTo>
                    <a:pt x="5970500" y="612412"/>
                  </a:lnTo>
                  <a:lnTo>
                    <a:pt x="5970626" y="612412"/>
                  </a:lnTo>
                  <a:lnTo>
                    <a:pt x="5970753" y="612412"/>
                  </a:lnTo>
                  <a:lnTo>
                    <a:pt x="5970879" y="612412"/>
                  </a:lnTo>
                  <a:lnTo>
                    <a:pt x="5971005" y="612412"/>
                  </a:lnTo>
                  <a:lnTo>
                    <a:pt x="5971131" y="612412"/>
                  </a:lnTo>
                  <a:lnTo>
                    <a:pt x="5971257" y="612412"/>
                  </a:lnTo>
                  <a:lnTo>
                    <a:pt x="5971383" y="612412"/>
                  </a:lnTo>
                  <a:lnTo>
                    <a:pt x="5971509" y="612412"/>
                  </a:lnTo>
                  <a:lnTo>
                    <a:pt x="5971635" y="612412"/>
                  </a:lnTo>
                  <a:lnTo>
                    <a:pt x="5971761" y="612412"/>
                  </a:lnTo>
                  <a:lnTo>
                    <a:pt x="5971887" y="612412"/>
                  </a:lnTo>
                  <a:lnTo>
                    <a:pt x="5972013" y="612412"/>
                  </a:lnTo>
                  <a:lnTo>
                    <a:pt x="5972139" y="612412"/>
                  </a:lnTo>
                  <a:lnTo>
                    <a:pt x="5972266" y="612412"/>
                  </a:lnTo>
                  <a:lnTo>
                    <a:pt x="5972392" y="612412"/>
                  </a:lnTo>
                  <a:lnTo>
                    <a:pt x="5972518" y="612412"/>
                  </a:lnTo>
                  <a:lnTo>
                    <a:pt x="5972644" y="612412"/>
                  </a:lnTo>
                  <a:lnTo>
                    <a:pt x="5972770" y="612412"/>
                  </a:lnTo>
                  <a:lnTo>
                    <a:pt x="5972896" y="612412"/>
                  </a:lnTo>
                  <a:lnTo>
                    <a:pt x="5973022" y="612412"/>
                  </a:lnTo>
                  <a:lnTo>
                    <a:pt x="5973148" y="612412"/>
                  </a:lnTo>
                  <a:lnTo>
                    <a:pt x="5973274" y="612412"/>
                  </a:lnTo>
                  <a:lnTo>
                    <a:pt x="5973400" y="612412"/>
                  </a:lnTo>
                  <a:lnTo>
                    <a:pt x="5973526" y="612412"/>
                  </a:lnTo>
                  <a:lnTo>
                    <a:pt x="5973653" y="612412"/>
                  </a:lnTo>
                  <a:lnTo>
                    <a:pt x="5973779" y="612412"/>
                  </a:lnTo>
                  <a:lnTo>
                    <a:pt x="5973905" y="612412"/>
                  </a:lnTo>
                  <a:lnTo>
                    <a:pt x="5974031" y="612412"/>
                  </a:lnTo>
                  <a:lnTo>
                    <a:pt x="5974157" y="612412"/>
                  </a:lnTo>
                  <a:lnTo>
                    <a:pt x="5974283" y="612412"/>
                  </a:lnTo>
                  <a:lnTo>
                    <a:pt x="5974409" y="612412"/>
                  </a:lnTo>
                  <a:lnTo>
                    <a:pt x="5974535" y="612412"/>
                  </a:lnTo>
                  <a:lnTo>
                    <a:pt x="5974661" y="612412"/>
                  </a:lnTo>
                  <a:lnTo>
                    <a:pt x="5974787" y="612412"/>
                  </a:lnTo>
                  <a:lnTo>
                    <a:pt x="5974913" y="612412"/>
                  </a:lnTo>
                  <a:lnTo>
                    <a:pt x="5975040" y="612412"/>
                  </a:lnTo>
                  <a:lnTo>
                    <a:pt x="5975166" y="612412"/>
                  </a:lnTo>
                  <a:lnTo>
                    <a:pt x="5975292" y="612412"/>
                  </a:lnTo>
                  <a:lnTo>
                    <a:pt x="5975418" y="612412"/>
                  </a:lnTo>
                  <a:lnTo>
                    <a:pt x="5975544" y="612412"/>
                  </a:lnTo>
                  <a:lnTo>
                    <a:pt x="5975670" y="612412"/>
                  </a:lnTo>
                  <a:lnTo>
                    <a:pt x="5975796" y="612412"/>
                  </a:lnTo>
                  <a:lnTo>
                    <a:pt x="5975922" y="612412"/>
                  </a:lnTo>
                  <a:lnTo>
                    <a:pt x="5976048" y="612412"/>
                  </a:lnTo>
                  <a:lnTo>
                    <a:pt x="5976174" y="612412"/>
                  </a:lnTo>
                  <a:lnTo>
                    <a:pt x="5976300" y="612412"/>
                  </a:lnTo>
                  <a:lnTo>
                    <a:pt x="5976426" y="612412"/>
                  </a:lnTo>
                  <a:lnTo>
                    <a:pt x="5976553" y="612412"/>
                  </a:lnTo>
                  <a:lnTo>
                    <a:pt x="5976679" y="612412"/>
                  </a:lnTo>
                  <a:lnTo>
                    <a:pt x="5976805" y="612412"/>
                  </a:lnTo>
                  <a:lnTo>
                    <a:pt x="5976931" y="612412"/>
                  </a:lnTo>
                  <a:lnTo>
                    <a:pt x="5977057" y="612412"/>
                  </a:lnTo>
                  <a:lnTo>
                    <a:pt x="5977183" y="612412"/>
                  </a:lnTo>
                  <a:lnTo>
                    <a:pt x="5977309" y="612412"/>
                  </a:lnTo>
                  <a:lnTo>
                    <a:pt x="5977435" y="612412"/>
                  </a:lnTo>
                  <a:lnTo>
                    <a:pt x="5977561" y="612412"/>
                  </a:lnTo>
                  <a:lnTo>
                    <a:pt x="5977687" y="612412"/>
                  </a:lnTo>
                  <a:lnTo>
                    <a:pt x="5977813" y="612412"/>
                  </a:lnTo>
                  <a:lnTo>
                    <a:pt x="5977940" y="612412"/>
                  </a:lnTo>
                  <a:lnTo>
                    <a:pt x="5978066" y="612412"/>
                  </a:lnTo>
                  <a:lnTo>
                    <a:pt x="5978066" y="607133"/>
                  </a:lnTo>
                  <a:lnTo>
                    <a:pt x="5978192" y="607133"/>
                  </a:lnTo>
                  <a:lnTo>
                    <a:pt x="5978318" y="607133"/>
                  </a:lnTo>
                  <a:lnTo>
                    <a:pt x="5978444" y="607133"/>
                  </a:lnTo>
                  <a:lnTo>
                    <a:pt x="5978570" y="607133"/>
                  </a:lnTo>
                  <a:lnTo>
                    <a:pt x="5978696" y="607133"/>
                  </a:lnTo>
                  <a:lnTo>
                    <a:pt x="5978822" y="607133"/>
                  </a:lnTo>
                  <a:lnTo>
                    <a:pt x="5978948" y="607133"/>
                  </a:lnTo>
                  <a:lnTo>
                    <a:pt x="5979074" y="607133"/>
                  </a:lnTo>
                  <a:lnTo>
                    <a:pt x="5979200" y="607133"/>
                  </a:lnTo>
                  <a:lnTo>
                    <a:pt x="5979326" y="607133"/>
                  </a:lnTo>
                  <a:lnTo>
                    <a:pt x="5979453" y="607133"/>
                  </a:lnTo>
                  <a:lnTo>
                    <a:pt x="5979579" y="607133"/>
                  </a:lnTo>
                  <a:lnTo>
                    <a:pt x="5979705" y="607133"/>
                  </a:lnTo>
                  <a:lnTo>
                    <a:pt x="5979831" y="607133"/>
                  </a:lnTo>
                  <a:lnTo>
                    <a:pt x="5979957" y="607133"/>
                  </a:lnTo>
                  <a:lnTo>
                    <a:pt x="5980083" y="607133"/>
                  </a:lnTo>
                  <a:lnTo>
                    <a:pt x="5980209" y="607133"/>
                  </a:lnTo>
                  <a:lnTo>
                    <a:pt x="5980335" y="607133"/>
                  </a:lnTo>
                  <a:lnTo>
                    <a:pt x="5980461" y="607133"/>
                  </a:lnTo>
                  <a:lnTo>
                    <a:pt x="5980587" y="607133"/>
                  </a:lnTo>
                  <a:lnTo>
                    <a:pt x="5980713" y="607133"/>
                  </a:lnTo>
                  <a:lnTo>
                    <a:pt x="5980840" y="607133"/>
                  </a:lnTo>
                  <a:lnTo>
                    <a:pt x="5980966" y="607133"/>
                  </a:lnTo>
                  <a:lnTo>
                    <a:pt x="5981092" y="607133"/>
                  </a:lnTo>
                  <a:lnTo>
                    <a:pt x="5981218" y="607133"/>
                  </a:lnTo>
                  <a:lnTo>
                    <a:pt x="5981344" y="607133"/>
                  </a:lnTo>
                  <a:lnTo>
                    <a:pt x="5981470" y="607133"/>
                  </a:lnTo>
                  <a:lnTo>
                    <a:pt x="5981596" y="607133"/>
                  </a:lnTo>
                  <a:lnTo>
                    <a:pt x="5981722" y="607133"/>
                  </a:lnTo>
                  <a:lnTo>
                    <a:pt x="5981848" y="607133"/>
                  </a:lnTo>
                  <a:lnTo>
                    <a:pt x="5981974" y="607133"/>
                  </a:lnTo>
                  <a:lnTo>
                    <a:pt x="5982100" y="607133"/>
                  </a:lnTo>
                  <a:lnTo>
                    <a:pt x="5982226" y="607133"/>
                  </a:lnTo>
                  <a:lnTo>
                    <a:pt x="5982353" y="607133"/>
                  </a:lnTo>
                  <a:lnTo>
                    <a:pt x="5982479" y="607133"/>
                  </a:lnTo>
                  <a:lnTo>
                    <a:pt x="5982605" y="607133"/>
                  </a:lnTo>
                  <a:lnTo>
                    <a:pt x="5982731" y="607133"/>
                  </a:lnTo>
                  <a:lnTo>
                    <a:pt x="5982857" y="607133"/>
                  </a:lnTo>
                  <a:lnTo>
                    <a:pt x="5982983" y="607133"/>
                  </a:lnTo>
                  <a:lnTo>
                    <a:pt x="5983109" y="607133"/>
                  </a:lnTo>
                  <a:lnTo>
                    <a:pt x="5983235" y="607133"/>
                  </a:lnTo>
                  <a:lnTo>
                    <a:pt x="5983361" y="607133"/>
                  </a:lnTo>
                  <a:lnTo>
                    <a:pt x="5983487" y="607133"/>
                  </a:lnTo>
                  <a:lnTo>
                    <a:pt x="5983613" y="607133"/>
                  </a:lnTo>
                  <a:lnTo>
                    <a:pt x="5983740" y="607133"/>
                  </a:lnTo>
                  <a:lnTo>
                    <a:pt x="5983866" y="607133"/>
                  </a:lnTo>
                  <a:lnTo>
                    <a:pt x="5983992" y="607133"/>
                  </a:lnTo>
                  <a:lnTo>
                    <a:pt x="5984118" y="607133"/>
                  </a:lnTo>
                  <a:lnTo>
                    <a:pt x="5984244" y="607133"/>
                  </a:lnTo>
                  <a:lnTo>
                    <a:pt x="5984370" y="607133"/>
                  </a:lnTo>
                  <a:lnTo>
                    <a:pt x="5984496" y="607133"/>
                  </a:lnTo>
                  <a:lnTo>
                    <a:pt x="5984622" y="607133"/>
                  </a:lnTo>
                  <a:lnTo>
                    <a:pt x="5984748" y="607133"/>
                  </a:lnTo>
                  <a:lnTo>
                    <a:pt x="5984874" y="607133"/>
                  </a:lnTo>
                  <a:lnTo>
                    <a:pt x="5985000" y="607133"/>
                  </a:lnTo>
                  <a:lnTo>
                    <a:pt x="5985127" y="607133"/>
                  </a:lnTo>
                  <a:lnTo>
                    <a:pt x="5985253" y="607133"/>
                  </a:lnTo>
                  <a:lnTo>
                    <a:pt x="5985379" y="607133"/>
                  </a:lnTo>
                  <a:lnTo>
                    <a:pt x="5985505" y="607133"/>
                  </a:lnTo>
                  <a:lnTo>
                    <a:pt x="5985631" y="607133"/>
                  </a:lnTo>
                  <a:lnTo>
                    <a:pt x="5985757" y="607133"/>
                  </a:lnTo>
                  <a:lnTo>
                    <a:pt x="5985883" y="607133"/>
                  </a:lnTo>
                  <a:lnTo>
                    <a:pt x="5986009" y="607133"/>
                  </a:lnTo>
                  <a:lnTo>
                    <a:pt x="5986135" y="607133"/>
                  </a:lnTo>
                  <a:lnTo>
                    <a:pt x="5986261" y="607133"/>
                  </a:lnTo>
                  <a:lnTo>
                    <a:pt x="5986387" y="607133"/>
                  </a:lnTo>
                  <a:lnTo>
                    <a:pt x="5986513" y="607133"/>
                  </a:lnTo>
                  <a:lnTo>
                    <a:pt x="5986640" y="607133"/>
                  </a:lnTo>
                  <a:lnTo>
                    <a:pt x="5986766" y="607133"/>
                  </a:lnTo>
                  <a:lnTo>
                    <a:pt x="5986892" y="607133"/>
                  </a:lnTo>
                  <a:lnTo>
                    <a:pt x="5987018" y="607133"/>
                  </a:lnTo>
                  <a:lnTo>
                    <a:pt x="5987144" y="607133"/>
                  </a:lnTo>
                  <a:lnTo>
                    <a:pt x="5987270" y="607133"/>
                  </a:lnTo>
                  <a:lnTo>
                    <a:pt x="5987396" y="607133"/>
                  </a:lnTo>
                  <a:lnTo>
                    <a:pt x="5987522" y="607133"/>
                  </a:lnTo>
                  <a:lnTo>
                    <a:pt x="5987648" y="607133"/>
                  </a:lnTo>
                  <a:lnTo>
                    <a:pt x="5987774" y="607133"/>
                  </a:lnTo>
                  <a:lnTo>
                    <a:pt x="5987900" y="607133"/>
                  </a:lnTo>
                  <a:lnTo>
                    <a:pt x="5988027" y="607133"/>
                  </a:lnTo>
                  <a:lnTo>
                    <a:pt x="5988153" y="607133"/>
                  </a:lnTo>
                  <a:lnTo>
                    <a:pt x="5988279" y="607133"/>
                  </a:lnTo>
                  <a:lnTo>
                    <a:pt x="5988405" y="607133"/>
                  </a:lnTo>
                  <a:lnTo>
                    <a:pt x="5988531" y="607133"/>
                  </a:lnTo>
                  <a:lnTo>
                    <a:pt x="5988657" y="607133"/>
                  </a:lnTo>
                  <a:lnTo>
                    <a:pt x="5988783" y="607133"/>
                  </a:lnTo>
                  <a:lnTo>
                    <a:pt x="5988909" y="607133"/>
                  </a:lnTo>
                  <a:lnTo>
                    <a:pt x="5989035" y="607133"/>
                  </a:lnTo>
                  <a:lnTo>
                    <a:pt x="5989161" y="607133"/>
                  </a:lnTo>
                  <a:lnTo>
                    <a:pt x="5989287" y="607133"/>
                  </a:lnTo>
                  <a:lnTo>
                    <a:pt x="5989413" y="607133"/>
                  </a:lnTo>
                  <a:lnTo>
                    <a:pt x="5989540" y="607133"/>
                  </a:lnTo>
                  <a:lnTo>
                    <a:pt x="5989666" y="607133"/>
                  </a:lnTo>
                  <a:lnTo>
                    <a:pt x="5989792" y="607133"/>
                  </a:lnTo>
                  <a:lnTo>
                    <a:pt x="5989918" y="607133"/>
                  </a:lnTo>
                  <a:lnTo>
                    <a:pt x="5990044" y="607133"/>
                  </a:lnTo>
                  <a:lnTo>
                    <a:pt x="5990170" y="607133"/>
                  </a:lnTo>
                  <a:lnTo>
                    <a:pt x="5990296" y="607133"/>
                  </a:lnTo>
                  <a:lnTo>
                    <a:pt x="5990422" y="607133"/>
                  </a:lnTo>
                  <a:lnTo>
                    <a:pt x="5990548" y="607133"/>
                  </a:lnTo>
                  <a:lnTo>
                    <a:pt x="5990674" y="607133"/>
                  </a:lnTo>
                  <a:lnTo>
                    <a:pt x="5990800" y="607133"/>
                  </a:lnTo>
                  <a:lnTo>
                    <a:pt x="5990927" y="607133"/>
                  </a:lnTo>
                  <a:lnTo>
                    <a:pt x="5991053" y="607133"/>
                  </a:lnTo>
                  <a:lnTo>
                    <a:pt x="5991179" y="607133"/>
                  </a:lnTo>
                  <a:lnTo>
                    <a:pt x="5991305" y="607133"/>
                  </a:lnTo>
                  <a:lnTo>
                    <a:pt x="5991431" y="607133"/>
                  </a:lnTo>
                  <a:lnTo>
                    <a:pt x="5991557" y="607133"/>
                  </a:lnTo>
                  <a:lnTo>
                    <a:pt x="5991683" y="607133"/>
                  </a:lnTo>
                  <a:lnTo>
                    <a:pt x="5991809" y="607133"/>
                  </a:lnTo>
                  <a:lnTo>
                    <a:pt x="5991935" y="607133"/>
                  </a:lnTo>
                  <a:lnTo>
                    <a:pt x="5992061" y="607133"/>
                  </a:lnTo>
                  <a:lnTo>
                    <a:pt x="5992187" y="607133"/>
                  </a:lnTo>
                  <a:lnTo>
                    <a:pt x="5992314" y="607133"/>
                  </a:lnTo>
                  <a:lnTo>
                    <a:pt x="5992440" y="607133"/>
                  </a:lnTo>
                  <a:lnTo>
                    <a:pt x="5992566" y="607133"/>
                  </a:lnTo>
                  <a:lnTo>
                    <a:pt x="5992692" y="607133"/>
                  </a:lnTo>
                  <a:lnTo>
                    <a:pt x="5992818" y="607133"/>
                  </a:lnTo>
                  <a:lnTo>
                    <a:pt x="5992944" y="607133"/>
                  </a:lnTo>
                  <a:lnTo>
                    <a:pt x="5993070" y="607133"/>
                  </a:lnTo>
                  <a:lnTo>
                    <a:pt x="5993196" y="607133"/>
                  </a:lnTo>
                  <a:lnTo>
                    <a:pt x="5993322" y="607133"/>
                  </a:lnTo>
                  <a:lnTo>
                    <a:pt x="5993448" y="607133"/>
                  </a:lnTo>
                  <a:lnTo>
                    <a:pt x="5993574" y="607133"/>
                  </a:lnTo>
                  <a:lnTo>
                    <a:pt x="5993700" y="607133"/>
                  </a:lnTo>
                  <a:lnTo>
                    <a:pt x="5993827" y="607133"/>
                  </a:lnTo>
                  <a:lnTo>
                    <a:pt x="5993953" y="607133"/>
                  </a:lnTo>
                  <a:lnTo>
                    <a:pt x="5994079" y="607133"/>
                  </a:lnTo>
                  <a:lnTo>
                    <a:pt x="5994205" y="607133"/>
                  </a:lnTo>
                  <a:lnTo>
                    <a:pt x="5994331" y="607133"/>
                  </a:lnTo>
                  <a:lnTo>
                    <a:pt x="5994457" y="607133"/>
                  </a:lnTo>
                  <a:lnTo>
                    <a:pt x="5994583" y="607133"/>
                  </a:lnTo>
                  <a:lnTo>
                    <a:pt x="5994709" y="607133"/>
                  </a:lnTo>
                  <a:lnTo>
                    <a:pt x="5994835" y="607133"/>
                  </a:lnTo>
                  <a:lnTo>
                    <a:pt x="5994961" y="607133"/>
                  </a:lnTo>
                  <a:lnTo>
                    <a:pt x="5995087" y="607133"/>
                  </a:lnTo>
                  <a:lnTo>
                    <a:pt x="5995214" y="607133"/>
                  </a:lnTo>
                  <a:lnTo>
                    <a:pt x="5995340" y="607133"/>
                  </a:lnTo>
                  <a:lnTo>
                    <a:pt x="5995466" y="607133"/>
                  </a:lnTo>
                  <a:lnTo>
                    <a:pt x="5995592" y="607133"/>
                  </a:lnTo>
                  <a:lnTo>
                    <a:pt x="5995718" y="607133"/>
                  </a:lnTo>
                  <a:lnTo>
                    <a:pt x="5995844" y="607133"/>
                  </a:lnTo>
                  <a:lnTo>
                    <a:pt x="5995970" y="607133"/>
                  </a:lnTo>
                  <a:lnTo>
                    <a:pt x="5996096" y="607133"/>
                  </a:lnTo>
                  <a:lnTo>
                    <a:pt x="5996222" y="607133"/>
                  </a:lnTo>
                  <a:lnTo>
                    <a:pt x="5996348" y="607133"/>
                  </a:lnTo>
                  <a:lnTo>
                    <a:pt x="5996474" y="607133"/>
                  </a:lnTo>
                  <a:lnTo>
                    <a:pt x="5996600" y="607133"/>
                  </a:lnTo>
                  <a:lnTo>
                    <a:pt x="5996727" y="607133"/>
                  </a:lnTo>
                  <a:lnTo>
                    <a:pt x="5996853" y="607133"/>
                  </a:lnTo>
                  <a:lnTo>
                    <a:pt x="5996979" y="607133"/>
                  </a:lnTo>
                  <a:lnTo>
                    <a:pt x="5997105" y="607133"/>
                  </a:lnTo>
                  <a:lnTo>
                    <a:pt x="5997231" y="607133"/>
                  </a:lnTo>
                  <a:lnTo>
                    <a:pt x="5997357" y="607133"/>
                  </a:lnTo>
                  <a:lnTo>
                    <a:pt x="5997483" y="607133"/>
                  </a:lnTo>
                  <a:lnTo>
                    <a:pt x="5997609" y="607133"/>
                  </a:lnTo>
                  <a:lnTo>
                    <a:pt x="5997735" y="607133"/>
                  </a:lnTo>
                  <a:lnTo>
                    <a:pt x="5997861" y="607133"/>
                  </a:lnTo>
                  <a:lnTo>
                    <a:pt x="5997987" y="607133"/>
                  </a:lnTo>
                  <a:lnTo>
                    <a:pt x="5998114" y="607133"/>
                  </a:lnTo>
                  <a:lnTo>
                    <a:pt x="5998240" y="607133"/>
                  </a:lnTo>
                  <a:lnTo>
                    <a:pt x="5998366" y="607133"/>
                  </a:lnTo>
                  <a:lnTo>
                    <a:pt x="5998492" y="607133"/>
                  </a:lnTo>
                  <a:lnTo>
                    <a:pt x="5998618" y="607133"/>
                  </a:lnTo>
                  <a:lnTo>
                    <a:pt x="5998744" y="607133"/>
                  </a:lnTo>
                  <a:lnTo>
                    <a:pt x="5998870" y="607133"/>
                  </a:lnTo>
                  <a:lnTo>
                    <a:pt x="5998996" y="607133"/>
                  </a:lnTo>
                  <a:lnTo>
                    <a:pt x="5999122" y="607133"/>
                  </a:lnTo>
                  <a:lnTo>
                    <a:pt x="5999248" y="607133"/>
                  </a:lnTo>
                  <a:lnTo>
                    <a:pt x="5999374" y="607133"/>
                  </a:lnTo>
                  <a:lnTo>
                    <a:pt x="5999501" y="607133"/>
                  </a:lnTo>
                  <a:lnTo>
                    <a:pt x="5999627" y="607133"/>
                  </a:lnTo>
                  <a:lnTo>
                    <a:pt x="5999753" y="607133"/>
                  </a:lnTo>
                  <a:lnTo>
                    <a:pt x="5999879" y="607133"/>
                  </a:lnTo>
                  <a:lnTo>
                    <a:pt x="6000005" y="607133"/>
                  </a:lnTo>
                  <a:lnTo>
                    <a:pt x="6000131" y="607133"/>
                  </a:lnTo>
                  <a:lnTo>
                    <a:pt x="6000257" y="607133"/>
                  </a:lnTo>
                  <a:lnTo>
                    <a:pt x="6000383" y="607133"/>
                  </a:lnTo>
                  <a:lnTo>
                    <a:pt x="6000509" y="607133"/>
                  </a:lnTo>
                  <a:lnTo>
                    <a:pt x="6000635" y="607133"/>
                  </a:lnTo>
                  <a:lnTo>
                    <a:pt x="6000761" y="607133"/>
                  </a:lnTo>
                  <a:lnTo>
                    <a:pt x="6000887" y="607133"/>
                  </a:lnTo>
                  <a:lnTo>
                    <a:pt x="6001014" y="607133"/>
                  </a:lnTo>
                  <a:lnTo>
                    <a:pt x="6001140" y="607133"/>
                  </a:lnTo>
                  <a:lnTo>
                    <a:pt x="6001266" y="607133"/>
                  </a:lnTo>
                  <a:lnTo>
                    <a:pt x="6001392" y="607133"/>
                  </a:lnTo>
                  <a:lnTo>
                    <a:pt x="6001518" y="607133"/>
                  </a:lnTo>
                  <a:lnTo>
                    <a:pt x="6001644" y="607133"/>
                  </a:lnTo>
                  <a:lnTo>
                    <a:pt x="6001770" y="607133"/>
                  </a:lnTo>
                  <a:lnTo>
                    <a:pt x="6001896" y="607133"/>
                  </a:lnTo>
                  <a:lnTo>
                    <a:pt x="6002022" y="607133"/>
                  </a:lnTo>
                  <a:lnTo>
                    <a:pt x="6002148" y="607133"/>
                  </a:lnTo>
                  <a:lnTo>
                    <a:pt x="6002274" y="607133"/>
                  </a:lnTo>
                  <a:lnTo>
                    <a:pt x="6002401" y="607133"/>
                  </a:lnTo>
                  <a:lnTo>
                    <a:pt x="6002527" y="607133"/>
                  </a:lnTo>
                  <a:lnTo>
                    <a:pt x="6002653" y="607133"/>
                  </a:lnTo>
                  <a:lnTo>
                    <a:pt x="6002779" y="607133"/>
                  </a:lnTo>
                  <a:lnTo>
                    <a:pt x="6002905" y="607133"/>
                  </a:lnTo>
                  <a:lnTo>
                    <a:pt x="6003031" y="607133"/>
                  </a:lnTo>
                  <a:lnTo>
                    <a:pt x="6003157" y="607133"/>
                  </a:lnTo>
                  <a:lnTo>
                    <a:pt x="6003283" y="607133"/>
                  </a:lnTo>
                  <a:lnTo>
                    <a:pt x="6003409" y="607133"/>
                  </a:lnTo>
                  <a:lnTo>
                    <a:pt x="6003535" y="607133"/>
                  </a:lnTo>
                  <a:lnTo>
                    <a:pt x="6003661" y="607133"/>
                  </a:lnTo>
                  <a:lnTo>
                    <a:pt x="6003787" y="607133"/>
                  </a:lnTo>
                  <a:lnTo>
                    <a:pt x="6003914" y="607133"/>
                  </a:lnTo>
                  <a:lnTo>
                    <a:pt x="6004040" y="607133"/>
                  </a:lnTo>
                  <a:lnTo>
                    <a:pt x="6004166" y="607133"/>
                  </a:lnTo>
                  <a:lnTo>
                    <a:pt x="6004292" y="607133"/>
                  </a:lnTo>
                  <a:lnTo>
                    <a:pt x="6004418" y="607133"/>
                  </a:lnTo>
                  <a:lnTo>
                    <a:pt x="6004544" y="607133"/>
                  </a:lnTo>
                  <a:lnTo>
                    <a:pt x="6004670" y="607133"/>
                  </a:lnTo>
                  <a:lnTo>
                    <a:pt x="6004796" y="607133"/>
                  </a:lnTo>
                  <a:lnTo>
                    <a:pt x="6004922" y="607133"/>
                  </a:lnTo>
                  <a:lnTo>
                    <a:pt x="6005048" y="607133"/>
                  </a:lnTo>
                  <a:lnTo>
                    <a:pt x="6005174" y="607133"/>
                  </a:lnTo>
                  <a:lnTo>
                    <a:pt x="6005301" y="607133"/>
                  </a:lnTo>
                  <a:lnTo>
                    <a:pt x="6005427" y="607133"/>
                  </a:lnTo>
                  <a:lnTo>
                    <a:pt x="6005553" y="607133"/>
                  </a:lnTo>
                  <a:lnTo>
                    <a:pt x="6005679" y="607133"/>
                  </a:lnTo>
                  <a:lnTo>
                    <a:pt x="6005805" y="607133"/>
                  </a:lnTo>
                  <a:lnTo>
                    <a:pt x="6005931" y="607133"/>
                  </a:lnTo>
                  <a:lnTo>
                    <a:pt x="6006057" y="607133"/>
                  </a:lnTo>
                  <a:lnTo>
                    <a:pt x="6006183" y="607133"/>
                  </a:lnTo>
                  <a:lnTo>
                    <a:pt x="6006309" y="607133"/>
                  </a:lnTo>
                  <a:lnTo>
                    <a:pt x="6006435" y="607133"/>
                  </a:lnTo>
                  <a:lnTo>
                    <a:pt x="6006561" y="607133"/>
                  </a:lnTo>
                  <a:lnTo>
                    <a:pt x="6006687" y="607133"/>
                  </a:lnTo>
                  <a:lnTo>
                    <a:pt x="6006814" y="607133"/>
                  </a:lnTo>
                  <a:lnTo>
                    <a:pt x="6006940" y="607133"/>
                  </a:lnTo>
                  <a:lnTo>
                    <a:pt x="6007066" y="607133"/>
                  </a:lnTo>
                  <a:lnTo>
                    <a:pt x="6007192" y="607133"/>
                  </a:lnTo>
                  <a:lnTo>
                    <a:pt x="6007318" y="607133"/>
                  </a:lnTo>
                  <a:lnTo>
                    <a:pt x="6007444" y="607133"/>
                  </a:lnTo>
                  <a:lnTo>
                    <a:pt x="6007570" y="607133"/>
                  </a:lnTo>
                  <a:lnTo>
                    <a:pt x="6007696" y="607133"/>
                  </a:lnTo>
                  <a:lnTo>
                    <a:pt x="6007822" y="607133"/>
                  </a:lnTo>
                  <a:lnTo>
                    <a:pt x="6007948" y="607133"/>
                  </a:lnTo>
                  <a:lnTo>
                    <a:pt x="6008074" y="607133"/>
                  </a:lnTo>
                  <a:lnTo>
                    <a:pt x="6008201" y="607133"/>
                  </a:lnTo>
                  <a:lnTo>
                    <a:pt x="6008327" y="607133"/>
                  </a:lnTo>
                  <a:lnTo>
                    <a:pt x="6008453" y="607133"/>
                  </a:lnTo>
                  <a:lnTo>
                    <a:pt x="6008579" y="607133"/>
                  </a:lnTo>
                  <a:lnTo>
                    <a:pt x="6008705" y="607133"/>
                  </a:lnTo>
                  <a:lnTo>
                    <a:pt x="6008831" y="607133"/>
                  </a:lnTo>
                  <a:lnTo>
                    <a:pt x="6008957" y="607133"/>
                  </a:lnTo>
                  <a:lnTo>
                    <a:pt x="6009083" y="607133"/>
                  </a:lnTo>
                  <a:lnTo>
                    <a:pt x="6009209" y="607133"/>
                  </a:lnTo>
                  <a:lnTo>
                    <a:pt x="6009335" y="607133"/>
                  </a:lnTo>
                  <a:lnTo>
                    <a:pt x="6009461" y="607133"/>
                  </a:lnTo>
                  <a:lnTo>
                    <a:pt x="6009588" y="607133"/>
                  </a:lnTo>
                  <a:lnTo>
                    <a:pt x="6009714" y="607133"/>
                  </a:lnTo>
                  <a:lnTo>
                    <a:pt x="6009840" y="607133"/>
                  </a:lnTo>
                  <a:lnTo>
                    <a:pt x="6009966" y="607133"/>
                  </a:lnTo>
                  <a:lnTo>
                    <a:pt x="6010092" y="607133"/>
                  </a:lnTo>
                  <a:lnTo>
                    <a:pt x="6010218" y="607133"/>
                  </a:lnTo>
                  <a:lnTo>
                    <a:pt x="6010344" y="607133"/>
                  </a:lnTo>
                  <a:lnTo>
                    <a:pt x="6010470" y="607133"/>
                  </a:lnTo>
                  <a:lnTo>
                    <a:pt x="6010596" y="607133"/>
                  </a:lnTo>
                  <a:lnTo>
                    <a:pt x="6010722" y="607133"/>
                  </a:lnTo>
                  <a:lnTo>
                    <a:pt x="6010848" y="607133"/>
                  </a:lnTo>
                  <a:lnTo>
                    <a:pt x="6010974" y="607133"/>
                  </a:lnTo>
                  <a:lnTo>
                    <a:pt x="6011101" y="607133"/>
                  </a:lnTo>
                  <a:lnTo>
                    <a:pt x="6011227" y="607133"/>
                  </a:lnTo>
                  <a:lnTo>
                    <a:pt x="6011353" y="607133"/>
                  </a:lnTo>
                  <a:lnTo>
                    <a:pt x="6011479" y="607133"/>
                  </a:lnTo>
                  <a:lnTo>
                    <a:pt x="6011605" y="607133"/>
                  </a:lnTo>
                  <a:lnTo>
                    <a:pt x="6011731" y="607133"/>
                  </a:lnTo>
                  <a:lnTo>
                    <a:pt x="6011857" y="607133"/>
                  </a:lnTo>
                  <a:lnTo>
                    <a:pt x="6011983" y="607133"/>
                  </a:lnTo>
                  <a:lnTo>
                    <a:pt x="6012109" y="607133"/>
                  </a:lnTo>
                  <a:lnTo>
                    <a:pt x="6012235" y="607133"/>
                  </a:lnTo>
                  <a:lnTo>
                    <a:pt x="6012361" y="607133"/>
                  </a:lnTo>
                  <a:lnTo>
                    <a:pt x="6012488" y="607133"/>
                  </a:lnTo>
                  <a:lnTo>
                    <a:pt x="6012614" y="607133"/>
                  </a:lnTo>
                  <a:lnTo>
                    <a:pt x="6012740" y="607133"/>
                  </a:lnTo>
                  <a:lnTo>
                    <a:pt x="6012866" y="607133"/>
                  </a:lnTo>
                  <a:lnTo>
                    <a:pt x="6012992" y="607133"/>
                  </a:lnTo>
                  <a:lnTo>
                    <a:pt x="6013118" y="607133"/>
                  </a:lnTo>
                  <a:lnTo>
                    <a:pt x="6013244" y="607133"/>
                  </a:lnTo>
                  <a:lnTo>
                    <a:pt x="6013370" y="607133"/>
                  </a:lnTo>
                  <a:lnTo>
                    <a:pt x="6013496" y="607133"/>
                  </a:lnTo>
                  <a:lnTo>
                    <a:pt x="6013622" y="607133"/>
                  </a:lnTo>
                  <a:lnTo>
                    <a:pt x="6013748" y="607133"/>
                  </a:lnTo>
                  <a:lnTo>
                    <a:pt x="6013874" y="607133"/>
                  </a:lnTo>
                  <a:lnTo>
                    <a:pt x="6014001" y="607133"/>
                  </a:lnTo>
                  <a:lnTo>
                    <a:pt x="6014127" y="607133"/>
                  </a:lnTo>
                  <a:lnTo>
                    <a:pt x="6014253" y="607133"/>
                  </a:lnTo>
                  <a:lnTo>
                    <a:pt x="6014379" y="607133"/>
                  </a:lnTo>
                  <a:lnTo>
                    <a:pt x="6014505" y="607133"/>
                  </a:lnTo>
                  <a:lnTo>
                    <a:pt x="6014631" y="607133"/>
                  </a:lnTo>
                  <a:lnTo>
                    <a:pt x="6014757" y="607133"/>
                  </a:lnTo>
                  <a:lnTo>
                    <a:pt x="6014883" y="607133"/>
                  </a:lnTo>
                  <a:lnTo>
                    <a:pt x="6015009" y="607133"/>
                  </a:lnTo>
                  <a:lnTo>
                    <a:pt x="6015135" y="607133"/>
                  </a:lnTo>
                  <a:lnTo>
                    <a:pt x="6015261" y="607133"/>
                  </a:lnTo>
                  <a:lnTo>
                    <a:pt x="6015388" y="607133"/>
                  </a:lnTo>
                  <a:lnTo>
                    <a:pt x="6015514" y="607133"/>
                  </a:lnTo>
                  <a:lnTo>
                    <a:pt x="6015640" y="607133"/>
                  </a:lnTo>
                  <a:lnTo>
                    <a:pt x="6015766" y="607133"/>
                  </a:lnTo>
                  <a:lnTo>
                    <a:pt x="6015892" y="607133"/>
                  </a:lnTo>
                  <a:lnTo>
                    <a:pt x="6016018" y="607133"/>
                  </a:lnTo>
                  <a:lnTo>
                    <a:pt x="6016144" y="607133"/>
                  </a:lnTo>
                  <a:lnTo>
                    <a:pt x="6016270" y="607133"/>
                  </a:lnTo>
                  <a:lnTo>
                    <a:pt x="6016396" y="607133"/>
                  </a:lnTo>
                  <a:lnTo>
                    <a:pt x="6016522" y="607133"/>
                  </a:lnTo>
                  <a:lnTo>
                    <a:pt x="6016648" y="607133"/>
                  </a:lnTo>
                  <a:lnTo>
                    <a:pt x="6016775" y="607133"/>
                  </a:lnTo>
                  <a:lnTo>
                    <a:pt x="6016901" y="607133"/>
                  </a:lnTo>
                  <a:lnTo>
                    <a:pt x="6017027" y="607133"/>
                  </a:lnTo>
                  <a:lnTo>
                    <a:pt x="6017153" y="607133"/>
                  </a:lnTo>
                  <a:lnTo>
                    <a:pt x="6017279" y="607133"/>
                  </a:lnTo>
                  <a:lnTo>
                    <a:pt x="6017405" y="607133"/>
                  </a:lnTo>
                  <a:lnTo>
                    <a:pt x="6017531" y="607133"/>
                  </a:lnTo>
                  <a:lnTo>
                    <a:pt x="6017657" y="607133"/>
                  </a:lnTo>
                  <a:lnTo>
                    <a:pt x="6017783" y="607133"/>
                  </a:lnTo>
                  <a:lnTo>
                    <a:pt x="6017909" y="607133"/>
                  </a:lnTo>
                  <a:lnTo>
                    <a:pt x="6018035" y="607133"/>
                  </a:lnTo>
                  <a:lnTo>
                    <a:pt x="6018161" y="607133"/>
                  </a:lnTo>
                  <a:lnTo>
                    <a:pt x="6018288" y="607133"/>
                  </a:lnTo>
                  <a:lnTo>
                    <a:pt x="6018414" y="607133"/>
                  </a:lnTo>
                  <a:lnTo>
                    <a:pt x="6018540" y="607133"/>
                  </a:lnTo>
                  <a:lnTo>
                    <a:pt x="6018666" y="607133"/>
                  </a:lnTo>
                  <a:lnTo>
                    <a:pt x="6018792" y="607133"/>
                  </a:lnTo>
                  <a:lnTo>
                    <a:pt x="6018918" y="607133"/>
                  </a:lnTo>
                  <a:lnTo>
                    <a:pt x="6019044" y="607133"/>
                  </a:lnTo>
                  <a:lnTo>
                    <a:pt x="6019170" y="607133"/>
                  </a:lnTo>
                  <a:lnTo>
                    <a:pt x="6019296" y="607133"/>
                  </a:lnTo>
                  <a:lnTo>
                    <a:pt x="6019422" y="607133"/>
                  </a:lnTo>
                  <a:lnTo>
                    <a:pt x="6019548" y="607133"/>
                  </a:lnTo>
                  <a:lnTo>
                    <a:pt x="6019675" y="607133"/>
                  </a:lnTo>
                  <a:lnTo>
                    <a:pt x="6019801" y="607133"/>
                  </a:lnTo>
                  <a:lnTo>
                    <a:pt x="6019927" y="607133"/>
                  </a:lnTo>
                  <a:lnTo>
                    <a:pt x="6020053" y="607133"/>
                  </a:lnTo>
                  <a:lnTo>
                    <a:pt x="6020179" y="607133"/>
                  </a:lnTo>
                  <a:lnTo>
                    <a:pt x="6020305" y="607133"/>
                  </a:lnTo>
                  <a:lnTo>
                    <a:pt x="6020431" y="607133"/>
                  </a:lnTo>
                  <a:lnTo>
                    <a:pt x="6020557" y="607133"/>
                  </a:lnTo>
                  <a:lnTo>
                    <a:pt x="6020683" y="607133"/>
                  </a:lnTo>
                  <a:lnTo>
                    <a:pt x="6020809" y="607133"/>
                  </a:lnTo>
                  <a:lnTo>
                    <a:pt x="6020935" y="607133"/>
                  </a:lnTo>
                  <a:lnTo>
                    <a:pt x="6021061" y="607133"/>
                  </a:lnTo>
                  <a:lnTo>
                    <a:pt x="6021188" y="607133"/>
                  </a:lnTo>
                  <a:lnTo>
                    <a:pt x="6021188" y="601854"/>
                  </a:lnTo>
                  <a:lnTo>
                    <a:pt x="6021314" y="601854"/>
                  </a:lnTo>
                  <a:lnTo>
                    <a:pt x="6021440" y="601854"/>
                  </a:lnTo>
                  <a:lnTo>
                    <a:pt x="6021440" y="596574"/>
                  </a:lnTo>
                  <a:lnTo>
                    <a:pt x="6021566" y="596574"/>
                  </a:lnTo>
                  <a:lnTo>
                    <a:pt x="6021692" y="596574"/>
                  </a:lnTo>
                  <a:lnTo>
                    <a:pt x="6021818" y="596574"/>
                  </a:lnTo>
                  <a:lnTo>
                    <a:pt x="6021944" y="596574"/>
                  </a:lnTo>
                  <a:lnTo>
                    <a:pt x="6022070" y="596574"/>
                  </a:lnTo>
                  <a:lnTo>
                    <a:pt x="6022196" y="596574"/>
                  </a:lnTo>
                  <a:lnTo>
                    <a:pt x="6022322" y="596574"/>
                  </a:lnTo>
                  <a:lnTo>
                    <a:pt x="6022322" y="591295"/>
                  </a:lnTo>
                  <a:lnTo>
                    <a:pt x="6022448" y="591295"/>
                  </a:lnTo>
                  <a:lnTo>
                    <a:pt x="6022448" y="586015"/>
                  </a:lnTo>
                  <a:lnTo>
                    <a:pt x="6022575" y="586015"/>
                  </a:lnTo>
                  <a:lnTo>
                    <a:pt x="6022701" y="586015"/>
                  </a:lnTo>
                  <a:lnTo>
                    <a:pt x="6022827" y="586015"/>
                  </a:lnTo>
                  <a:lnTo>
                    <a:pt x="6022953" y="586015"/>
                  </a:lnTo>
                  <a:lnTo>
                    <a:pt x="6023079" y="586015"/>
                  </a:lnTo>
                  <a:lnTo>
                    <a:pt x="6023205" y="586015"/>
                  </a:lnTo>
                  <a:lnTo>
                    <a:pt x="6023331" y="586015"/>
                  </a:lnTo>
                  <a:lnTo>
                    <a:pt x="6023457" y="586015"/>
                  </a:lnTo>
                  <a:lnTo>
                    <a:pt x="6023583" y="586015"/>
                  </a:lnTo>
                  <a:lnTo>
                    <a:pt x="6023709" y="586015"/>
                  </a:lnTo>
                  <a:lnTo>
                    <a:pt x="6023835" y="586015"/>
                  </a:lnTo>
                  <a:lnTo>
                    <a:pt x="6023962" y="586015"/>
                  </a:lnTo>
                  <a:lnTo>
                    <a:pt x="6024088" y="586015"/>
                  </a:lnTo>
                  <a:lnTo>
                    <a:pt x="6024214" y="586015"/>
                  </a:lnTo>
                  <a:lnTo>
                    <a:pt x="6024340" y="586015"/>
                  </a:lnTo>
                  <a:lnTo>
                    <a:pt x="6024466" y="586015"/>
                  </a:lnTo>
                  <a:lnTo>
                    <a:pt x="6024592" y="586015"/>
                  </a:lnTo>
                  <a:lnTo>
                    <a:pt x="6024718" y="586015"/>
                  </a:lnTo>
                  <a:lnTo>
                    <a:pt x="6024844" y="586015"/>
                  </a:lnTo>
                  <a:lnTo>
                    <a:pt x="6024970" y="586015"/>
                  </a:lnTo>
                  <a:lnTo>
                    <a:pt x="6025096" y="586015"/>
                  </a:lnTo>
                  <a:lnTo>
                    <a:pt x="6025222" y="586015"/>
                  </a:lnTo>
                  <a:lnTo>
                    <a:pt x="6025348" y="586015"/>
                  </a:lnTo>
                  <a:lnTo>
                    <a:pt x="6025475" y="586015"/>
                  </a:lnTo>
                  <a:lnTo>
                    <a:pt x="6025601" y="586015"/>
                  </a:lnTo>
                  <a:lnTo>
                    <a:pt x="6025727" y="586015"/>
                  </a:lnTo>
                  <a:lnTo>
                    <a:pt x="6025853" y="586015"/>
                  </a:lnTo>
                  <a:lnTo>
                    <a:pt x="6025979" y="586015"/>
                  </a:lnTo>
                  <a:lnTo>
                    <a:pt x="6026105" y="586015"/>
                  </a:lnTo>
                  <a:lnTo>
                    <a:pt x="6026231" y="586015"/>
                  </a:lnTo>
                  <a:lnTo>
                    <a:pt x="6026357" y="586015"/>
                  </a:lnTo>
                  <a:lnTo>
                    <a:pt x="6026483" y="586015"/>
                  </a:lnTo>
                  <a:lnTo>
                    <a:pt x="6026609" y="586015"/>
                  </a:lnTo>
                  <a:lnTo>
                    <a:pt x="6026735" y="586015"/>
                  </a:lnTo>
                  <a:lnTo>
                    <a:pt x="6026735" y="580736"/>
                  </a:lnTo>
                  <a:lnTo>
                    <a:pt x="6026862" y="580736"/>
                  </a:lnTo>
                  <a:lnTo>
                    <a:pt x="6026988" y="580736"/>
                  </a:lnTo>
                  <a:lnTo>
                    <a:pt x="6027114" y="580736"/>
                  </a:lnTo>
                  <a:lnTo>
                    <a:pt x="6027240" y="580736"/>
                  </a:lnTo>
                  <a:lnTo>
                    <a:pt x="6027366" y="580736"/>
                  </a:lnTo>
                  <a:lnTo>
                    <a:pt x="6027492" y="580736"/>
                  </a:lnTo>
                  <a:lnTo>
                    <a:pt x="6027618" y="580736"/>
                  </a:lnTo>
                  <a:lnTo>
                    <a:pt x="6027744" y="580736"/>
                  </a:lnTo>
                  <a:lnTo>
                    <a:pt x="6027870" y="580736"/>
                  </a:lnTo>
                  <a:lnTo>
                    <a:pt x="6027996" y="580736"/>
                  </a:lnTo>
                  <a:lnTo>
                    <a:pt x="6028122" y="580736"/>
                  </a:lnTo>
                  <a:lnTo>
                    <a:pt x="6028248" y="580736"/>
                  </a:lnTo>
                  <a:lnTo>
                    <a:pt x="6028375" y="580736"/>
                  </a:lnTo>
                  <a:lnTo>
                    <a:pt x="6028501" y="580736"/>
                  </a:lnTo>
                  <a:lnTo>
                    <a:pt x="6028627" y="580736"/>
                  </a:lnTo>
                  <a:lnTo>
                    <a:pt x="6028753" y="580736"/>
                  </a:lnTo>
                  <a:lnTo>
                    <a:pt x="6028879" y="580736"/>
                  </a:lnTo>
                  <a:lnTo>
                    <a:pt x="6029005" y="580736"/>
                  </a:lnTo>
                  <a:lnTo>
                    <a:pt x="6029131" y="580736"/>
                  </a:lnTo>
                  <a:lnTo>
                    <a:pt x="6029257" y="580736"/>
                  </a:lnTo>
                  <a:lnTo>
                    <a:pt x="6029383" y="580736"/>
                  </a:lnTo>
                  <a:lnTo>
                    <a:pt x="6029509" y="580736"/>
                  </a:lnTo>
                  <a:lnTo>
                    <a:pt x="6029635" y="580736"/>
                  </a:lnTo>
                  <a:lnTo>
                    <a:pt x="6029762" y="580736"/>
                  </a:lnTo>
                  <a:lnTo>
                    <a:pt x="6029888" y="580736"/>
                  </a:lnTo>
                  <a:lnTo>
                    <a:pt x="6030014" y="580736"/>
                  </a:lnTo>
                  <a:lnTo>
                    <a:pt x="6030140" y="580736"/>
                  </a:lnTo>
                  <a:lnTo>
                    <a:pt x="6030266" y="580736"/>
                  </a:lnTo>
                  <a:lnTo>
                    <a:pt x="6030392" y="580736"/>
                  </a:lnTo>
                  <a:lnTo>
                    <a:pt x="6030518" y="580736"/>
                  </a:lnTo>
                  <a:lnTo>
                    <a:pt x="6030644" y="580736"/>
                  </a:lnTo>
                  <a:lnTo>
                    <a:pt x="6030770" y="580736"/>
                  </a:lnTo>
                  <a:lnTo>
                    <a:pt x="6030896" y="580736"/>
                  </a:lnTo>
                  <a:lnTo>
                    <a:pt x="6031022" y="580736"/>
                  </a:lnTo>
                  <a:lnTo>
                    <a:pt x="6031148" y="580736"/>
                  </a:lnTo>
                  <a:lnTo>
                    <a:pt x="6031275" y="580736"/>
                  </a:lnTo>
                  <a:lnTo>
                    <a:pt x="6031401" y="580736"/>
                  </a:lnTo>
                  <a:lnTo>
                    <a:pt x="6031527" y="580736"/>
                  </a:lnTo>
                  <a:lnTo>
                    <a:pt x="6031653" y="580736"/>
                  </a:lnTo>
                  <a:lnTo>
                    <a:pt x="6031779" y="580736"/>
                  </a:lnTo>
                  <a:lnTo>
                    <a:pt x="6031905" y="580736"/>
                  </a:lnTo>
                  <a:lnTo>
                    <a:pt x="6031905" y="575456"/>
                  </a:lnTo>
                  <a:lnTo>
                    <a:pt x="6032031" y="575456"/>
                  </a:lnTo>
                  <a:lnTo>
                    <a:pt x="6032157" y="575456"/>
                  </a:lnTo>
                  <a:lnTo>
                    <a:pt x="6032283" y="575456"/>
                  </a:lnTo>
                  <a:lnTo>
                    <a:pt x="6032409" y="575456"/>
                  </a:lnTo>
                  <a:lnTo>
                    <a:pt x="6032535" y="575456"/>
                  </a:lnTo>
                  <a:lnTo>
                    <a:pt x="6032662" y="575456"/>
                  </a:lnTo>
                  <a:lnTo>
                    <a:pt x="6032788" y="575456"/>
                  </a:lnTo>
                  <a:lnTo>
                    <a:pt x="6032914" y="575456"/>
                  </a:lnTo>
                  <a:lnTo>
                    <a:pt x="6033040" y="575456"/>
                  </a:lnTo>
                  <a:lnTo>
                    <a:pt x="6033166" y="575456"/>
                  </a:lnTo>
                  <a:lnTo>
                    <a:pt x="6033292" y="575456"/>
                  </a:lnTo>
                  <a:lnTo>
                    <a:pt x="6033418" y="575456"/>
                  </a:lnTo>
                  <a:lnTo>
                    <a:pt x="6033544" y="575456"/>
                  </a:lnTo>
                  <a:lnTo>
                    <a:pt x="6033670" y="575456"/>
                  </a:lnTo>
                  <a:lnTo>
                    <a:pt x="6033796" y="575456"/>
                  </a:lnTo>
                  <a:lnTo>
                    <a:pt x="6033922" y="575456"/>
                  </a:lnTo>
                  <a:lnTo>
                    <a:pt x="6034049" y="575456"/>
                  </a:lnTo>
                  <a:lnTo>
                    <a:pt x="6034175" y="575456"/>
                  </a:lnTo>
                  <a:lnTo>
                    <a:pt x="6034301" y="575456"/>
                  </a:lnTo>
                  <a:lnTo>
                    <a:pt x="6034427" y="575456"/>
                  </a:lnTo>
                  <a:lnTo>
                    <a:pt x="6034553" y="575456"/>
                  </a:lnTo>
                  <a:lnTo>
                    <a:pt x="6034679" y="575456"/>
                  </a:lnTo>
                  <a:lnTo>
                    <a:pt x="6034805" y="575456"/>
                  </a:lnTo>
                  <a:lnTo>
                    <a:pt x="6034931" y="575456"/>
                  </a:lnTo>
                  <a:lnTo>
                    <a:pt x="6035057" y="575456"/>
                  </a:lnTo>
                  <a:lnTo>
                    <a:pt x="6035183" y="575456"/>
                  </a:lnTo>
                  <a:lnTo>
                    <a:pt x="6035309" y="575456"/>
                  </a:lnTo>
                  <a:lnTo>
                    <a:pt x="6035435" y="575456"/>
                  </a:lnTo>
                  <a:lnTo>
                    <a:pt x="6035562" y="575456"/>
                  </a:lnTo>
                  <a:lnTo>
                    <a:pt x="6035688" y="575456"/>
                  </a:lnTo>
                  <a:lnTo>
                    <a:pt x="6035814" y="575456"/>
                  </a:lnTo>
                  <a:lnTo>
                    <a:pt x="6035940" y="575456"/>
                  </a:lnTo>
                  <a:lnTo>
                    <a:pt x="6036066" y="575456"/>
                  </a:lnTo>
                  <a:lnTo>
                    <a:pt x="6036192" y="575456"/>
                  </a:lnTo>
                  <a:lnTo>
                    <a:pt x="6036318" y="575456"/>
                  </a:lnTo>
                  <a:lnTo>
                    <a:pt x="6036444" y="575456"/>
                  </a:lnTo>
                  <a:lnTo>
                    <a:pt x="6036570" y="575456"/>
                  </a:lnTo>
                  <a:lnTo>
                    <a:pt x="6036696" y="575456"/>
                  </a:lnTo>
                  <a:lnTo>
                    <a:pt x="6036822" y="575456"/>
                  </a:lnTo>
                  <a:lnTo>
                    <a:pt x="6036949" y="575456"/>
                  </a:lnTo>
                  <a:lnTo>
                    <a:pt x="6037075" y="575456"/>
                  </a:lnTo>
                  <a:lnTo>
                    <a:pt x="6037201" y="575456"/>
                  </a:lnTo>
                  <a:lnTo>
                    <a:pt x="6037327" y="575456"/>
                  </a:lnTo>
                  <a:lnTo>
                    <a:pt x="6037453" y="575456"/>
                  </a:lnTo>
                  <a:lnTo>
                    <a:pt x="6037579" y="575456"/>
                  </a:lnTo>
                  <a:lnTo>
                    <a:pt x="6037705" y="575456"/>
                  </a:lnTo>
                  <a:lnTo>
                    <a:pt x="6037831" y="575456"/>
                  </a:lnTo>
                  <a:lnTo>
                    <a:pt x="6037957" y="575456"/>
                  </a:lnTo>
                  <a:lnTo>
                    <a:pt x="6038083" y="575456"/>
                  </a:lnTo>
                  <a:lnTo>
                    <a:pt x="6038209" y="575456"/>
                  </a:lnTo>
                  <a:lnTo>
                    <a:pt x="6038335" y="575456"/>
                  </a:lnTo>
                  <a:lnTo>
                    <a:pt x="6038462" y="575456"/>
                  </a:lnTo>
                  <a:lnTo>
                    <a:pt x="6038588" y="575456"/>
                  </a:lnTo>
                  <a:lnTo>
                    <a:pt x="6038714" y="575456"/>
                  </a:lnTo>
                  <a:lnTo>
                    <a:pt x="6038840" y="575456"/>
                  </a:lnTo>
                  <a:lnTo>
                    <a:pt x="6038966" y="575456"/>
                  </a:lnTo>
                  <a:lnTo>
                    <a:pt x="6039092" y="575456"/>
                  </a:lnTo>
                  <a:lnTo>
                    <a:pt x="6039218" y="575456"/>
                  </a:lnTo>
                  <a:lnTo>
                    <a:pt x="6039344" y="575456"/>
                  </a:lnTo>
                  <a:lnTo>
                    <a:pt x="6039470" y="575456"/>
                  </a:lnTo>
                  <a:lnTo>
                    <a:pt x="6039596" y="575456"/>
                  </a:lnTo>
                  <a:lnTo>
                    <a:pt x="6039722" y="575456"/>
                  </a:lnTo>
                  <a:lnTo>
                    <a:pt x="6039849" y="575456"/>
                  </a:lnTo>
                  <a:lnTo>
                    <a:pt x="6039975" y="575456"/>
                  </a:lnTo>
                  <a:lnTo>
                    <a:pt x="6040101" y="575456"/>
                  </a:lnTo>
                  <a:lnTo>
                    <a:pt x="6040227" y="575456"/>
                  </a:lnTo>
                  <a:lnTo>
                    <a:pt x="6040353" y="575456"/>
                  </a:lnTo>
                  <a:lnTo>
                    <a:pt x="6040479" y="575456"/>
                  </a:lnTo>
                  <a:lnTo>
                    <a:pt x="6040605" y="575456"/>
                  </a:lnTo>
                  <a:lnTo>
                    <a:pt x="6040731" y="575456"/>
                  </a:lnTo>
                  <a:lnTo>
                    <a:pt x="6040857" y="575456"/>
                  </a:lnTo>
                  <a:lnTo>
                    <a:pt x="6040983" y="575456"/>
                  </a:lnTo>
                  <a:lnTo>
                    <a:pt x="6041109" y="575456"/>
                  </a:lnTo>
                  <a:lnTo>
                    <a:pt x="6041236" y="575456"/>
                  </a:lnTo>
                  <a:lnTo>
                    <a:pt x="6041362" y="575456"/>
                  </a:lnTo>
                  <a:lnTo>
                    <a:pt x="6041488" y="575456"/>
                  </a:lnTo>
                  <a:lnTo>
                    <a:pt x="6041614" y="575456"/>
                  </a:lnTo>
                  <a:lnTo>
                    <a:pt x="6041740" y="575456"/>
                  </a:lnTo>
                  <a:lnTo>
                    <a:pt x="6041866" y="575456"/>
                  </a:lnTo>
                  <a:lnTo>
                    <a:pt x="6041992" y="575456"/>
                  </a:lnTo>
                  <a:lnTo>
                    <a:pt x="6042118" y="575456"/>
                  </a:lnTo>
                  <a:lnTo>
                    <a:pt x="6042244" y="575456"/>
                  </a:lnTo>
                  <a:lnTo>
                    <a:pt x="6042370" y="575456"/>
                  </a:lnTo>
                  <a:lnTo>
                    <a:pt x="6042496" y="575456"/>
                  </a:lnTo>
                  <a:lnTo>
                    <a:pt x="6042622" y="575456"/>
                  </a:lnTo>
                  <a:lnTo>
                    <a:pt x="6042749" y="575456"/>
                  </a:lnTo>
                  <a:lnTo>
                    <a:pt x="6042875" y="575456"/>
                  </a:lnTo>
                  <a:lnTo>
                    <a:pt x="6043001" y="575456"/>
                  </a:lnTo>
                  <a:lnTo>
                    <a:pt x="6043127" y="575456"/>
                  </a:lnTo>
                  <a:lnTo>
                    <a:pt x="6043253" y="575456"/>
                  </a:lnTo>
                  <a:lnTo>
                    <a:pt x="6043379" y="575456"/>
                  </a:lnTo>
                  <a:lnTo>
                    <a:pt x="6043505" y="575456"/>
                  </a:lnTo>
                  <a:lnTo>
                    <a:pt x="6043631" y="575456"/>
                  </a:lnTo>
                  <a:lnTo>
                    <a:pt x="6043757" y="575456"/>
                  </a:lnTo>
                  <a:lnTo>
                    <a:pt x="6043883" y="575456"/>
                  </a:lnTo>
                  <a:lnTo>
                    <a:pt x="6044009" y="575456"/>
                  </a:lnTo>
                  <a:lnTo>
                    <a:pt x="6044136" y="575456"/>
                  </a:lnTo>
                  <a:lnTo>
                    <a:pt x="6044262" y="575456"/>
                  </a:lnTo>
                  <a:lnTo>
                    <a:pt x="6044388" y="575456"/>
                  </a:lnTo>
                  <a:lnTo>
                    <a:pt x="6044514" y="575456"/>
                  </a:lnTo>
                  <a:lnTo>
                    <a:pt x="6044640" y="575456"/>
                  </a:lnTo>
                  <a:lnTo>
                    <a:pt x="6044766" y="575456"/>
                  </a:lnTo>
                  <a:lnTo>
                    <a:pt x="6044892" y="575456"/>
                  </a:lnTo>
                  <a:lnTo>
                    <a:pt x="6045018" y="575456"/>
                  </a:lnTo>
                  <a:lnTo>
                    <a:pt x="6045144" y="575456"/>
                  </a:lnTo>
                  <a:lnTo>
                    <a:pt x="6045270" y="575456"/>
                  </a:lnTo>
                  <a:lnTo>
                    <a:pt x="6045396" y="575456"/>
                  </a:lnTo>
                  <a:lnTo>
                    <a:pt x="6045522" y="575456"/>
                  </a:lnTo>
                  <a:lnTo>
                    <a:pt x="6045649" y="575456"/>
                  </a:lnTo>
                  <a:lnTo>
                    <a:pt x="6045775" y="575456"/>
                  </a:lnTo>
                  <a:lnTo>
                    <a:pt x="6045901" y="575456"/>
                  </a:lnTo>
                  <a:lnTo>
                    <a:pt x="6046027" y="575456"/>
                  </a:lnTo>
                  <a:lnTo>
                    <a:pt x="6046153" y="575456"/>
                  </a:lnTo>
                  <a:lnTo>
                    <a:pt x="6046279" y="575456"/>
                  </a:lnTo>
                  <a:lnTo>
                    <a:pt x="6046405" y="575456"/>
                  </a:lnTo>
                  <a:lnTo>
                    <a:pt x="6046531" y="575456"/>
                  </a:lnTo>
                  <a:lnTo>
                    <a:pt x="6046657" y="575456"/>
                  </a:lnTo>
                  <a:lnTo>
                    <a:pt x="6046783" y="575456"/>
                  </a:lnTo>
                  <a:lnTo>
                    <a:pt x="6046909" y="575456"/>
                  </a:lnTo>
                  <a:lnTo>
                    <a:pt x="6047036" y="575456"/>
                  </a:lnTo>
                  <a:lnTo>
                    <a:pt x="6047162" y="575456"/>
                  </a:lnTo>
                  <a:lnTo>
                    <a:pt x="6047288" y="575456"/>
                  </a:lnTo>
                  <a:lnTo>
                    <a:pt x="6047414" y="575456"/>
                  </a:lnTo>
                  <a:lnTo>
                    <a:pt x="6047540" y="575456"/>
                  </a:lnTo>
                  <a:lnTo>
                    <a:pt x="6047666" y="575456"/>
                  </a:lnTo>
                  <a:lnTo>
                    <a:pt x="6047792" y="575456"/>
                  </a:lnTo>
                  <a:lnTo>
                    <a:pt x="6047918" y="575456"/>
                  </a:lnTo>
                  <a:lnTo>
                    <a:pt x="6048044" y="575456"/>
                  </a:lnTo>
                  <a:lnTo>
                    <a:pt x="6048170" y="575456"/>
                  </a:lnTo>
                  <a:lnTo>
                    <a:pt x="6048296" y="575456"/>
                  </a:lnTo>
                  <a:lnTo>
                    <a:pt x="6048422" y="575456"/>
                  </a:lnTo>
                  <a:lnTo>
                    <a:pt x="6048549" y="575456"/>
                  </a:lnTo>
                  <a:lnTo>
                    <a:pt x="6048675" y="575456"/>
                  </a:lnTo>
                  <a:lnTo>
                    <a:pt x="6048801" y="575456"/>
                  </a:lnTo>
                  <a:lnTo>
                    <a:pt x="6048927" y="575456"/>
                  </a:lnTo>
                  <a:lnTo>
                    <a:pt x="6049053" y="575456"/>
                  </a:lnTo>
                  <a:lnTo>
                    <a:pt x="6049179" y="575456"/>
                  </a:lnTo>
                  <a:lnTo>
                    <a:pt x="6049305" y="575456"/>
                  </a:lnTo>
                  <a:lnTo>
                    <a:pt x="6049305" y="570177"/>
                  </a:lnTo>
                  <a:lnTo>
                    <a:pt x="6049431" y="570177"/>
                  </a:lnTo>
                  <a:lnTo>
                    <a:pt x="6049557" y="570177"/>
                  </a:lnTo>
                  <a:lnTo>
                    <a:pt x="6049683" y="570177"/>
                  </a:lnTo>
                  <a:lnTo>
                    <a:pt x="6049809" y="570177"/>
                  </a:lnTo>
                  <a:lnTo>
                    <a:pt x="6049936" y="570177"/>
                  </a:lnTo>
                  <a:lnTo>
                    <a:pt x="6050062" y="570177"/>
                  </a:lnTo>
                  <a:lnTo>
                    <a:pt x="6050188" y="570177"/>
                  </a:lnTo>
                  <a:lnTo>
                    <a:pt x="6050314" y="570177"/>
                  </a:lnTo>
                  <a:lnTo>
                    <a:pt x="6050440" y="570177"/>
                  </a:lnTo>
                  <a:lnTo>
                    <a:pt x="6050566" y="570177"/>
                  </a:lnTo>
                  <a:lnTo>
                    <a:pt x="6050692" y="570177"/>
                  </a:lnTo>
                  <a:lnTo>
                    <a:pt x="6050818" y="570177"/>
                  </a:lnTo>
                  <a:lnTo>
                    <a:pt x="6050944" y="570177"/>
                  </a:lnTo>
                  <a:lnTo>
                    <a:pt x="6051070" y="570177"/>
                  </a:lnTo>
                  <a:lnTo>
                    <a:pt x="6051196" y="570177"/>
                  </a:lnTo>
                  <a:lnTo>
                    <a:pt x="6051323" y="570177"/>
                  </a:lnTo>
                  <a:lnTo>
                    <a:pt x="6051449" y="570177"/>
                  </a:lnTo>
                  <a:lnTo>
                    <a:pt x="6051575" y="570177"/>
                  </a:lnTo>
                  <a:lnTo>
                    <a:pt x="6051701" y="570177"/>
                  </a:lnTo>
                  <a:lnTo>
                    <a:pt x="6051827" y="570177"/>
                  </a:lnTo>
                  <a:lnTo>
                    <a:pt x="6051953" y="570177"/>
                  </a:lnTo>
                  <a:lnTo>
                    <a:pt x="6052079" y="570177"/>
                  </a:lnTo>
                  <a:lnTo>
                    <a:pt x="6052205" y="570177"/>
                  </a:lnTo>
                  <a:lnTo>
                    <a:pt x="6052331" y="570177"/>
                  </a:lnTo>
                  <a:lnTo>
                    <a:pt x="6052457" y="570177"/>
                  </a:lnTo>
                  <a:lnTo>
                    <a:pt x="6052583" y="570177"/>
                  </a:lnTo>
                  <a:lnTo>
                    <a:pt x="6052709" y="570177"/>
                  </a:lnTo>
                  <a:lnTo>
                    <a:pt x="6052836" y="570177"/>
                  </a:lnTo>
                  <a:lnTo>
                    <a:pt x="6052962" y="570177"/>
                  </a:lnTo>
                  <a:lnTo>
                    <a:pt x="6053088" y="570177"/>
                  </a:lnTo>
                  <a:lnTo>
                    <a:pt x="6053214" y="570177"/>
                  </a:lnTo>
                  <a:lnTo>
                    <a:pt x="6053340" y="570177"/>
                  </a:lnTo>
                  <a:lnTo>
                    <a:pt x="6053466" y="570177"/>
                  </a:lnTo>
                  <a:lnTo>
                    <a:pt x="6053592" y="570177"/>
                  </a:lnTo>
                  <a:lnTo>
                    <a:pt x="6053718" y="570177"/>
                  </a:lnTo>
                  <a:lnTo>
                    <a:pt x="6053844" y="570177"/>
                  </a:lnTo>
                  <a:lnTo>
                    <a:pt x="6053970" y="570177"/>
                  </a:lnTo>
                  <a:lnTo>
                    <a:pt x="6054096" y="570177"/>
                  </a:lnTo>
                  <a:lnTo>
                    <a:pt x="6054223" y="570177"/>
                  </a:lnTo>
                  <a:lnTo>
                    <a:pt x="6054349" y="570177"/>
                  </a:lnTo>
                  <a:lnTo>
                    <a:pt x="6054475" y="570177"/>
                  </a:lnTo>
                  <a:lnTo>
                    <a:pt x="6054601" y="570177"/>
                  </a:lnTo>
                  <a:lnTo>
                    <a:pt x="6054727" y="570177"/>
                  </a:lnTo>
                  <a:lnTo>
                    <a:pt x="6054853" y="570177"/>
                  </a:lnTo>
                  <a:lnTo>
                    <a:pt x="6054979" y="570177"/>
                  </a:lnTo>
                  <a:lnTo>
                    <a:pt x="6055105" y="570177"/>
                  </a:lnTo>
                  <a:lnTo>
                    <a:pt x="6055231" y="570177"/>
                  </a:lnTo>
                  <a:lnTo>
                    <a:pt x="6055357" y="570177"/>
                  </a:lnTo>
                  <a:lnTo>
                    <a:pt x="6055483" y="570177"/>
                  </a:lnTo>
                  <a:lnTo>
                    <a:pt x="6055609" y="570177"/>
                  </a:lnTo>
                  <a:lnTo>
                    <a:pt x="6055736" y="570177"/>
                  </a:lnTo>
                  <a:lnTo>
                    <a:pt x="6055862" y="570177"/>
                  </a:lnTo>
                  <a:lnTo>
                    <a:pt x="6055988" y="570177"/>
                  </a:lnTo>
                  <a:lnTo>
                    <a:pt x="6055988" y="564898"/>
                  </a:lnTo>
                  <a:lnTo>
                    <a:pt x="6056114" y="564898"/>
                  </a:lnTo>
                  <a:lnTo>
                    <a:pt x="6056240" y="564898"/>
                  </a:lnTo>
                  <a:lnTo>
                    <a:pt x="6056366" y="564898"/>
                  </a:lnTo>
                  <a:lnTo>
                    <a:pt x="6056492" y="564898"/>
                  </a:lnTo>
                  <a:lnTo>
                    <a:pt x="6056618" y="564898"/>
                  </a:lnTo>
                  <a:lnTo>
                    <a:pt x="6056744" y="564898"/>
                  </a:lnTo>
                  <a:lnTo>
                    <a:pt x="6056870" y="564898"/>
                  </a:lnTo>
                  <a:lnTo>
                    <a:pt x="6056996" y="564898"/>
                  </a:lnTo>
                  <a:lnTo>
                    <a:pt x="6057123" y="564898"/>
                  </a:lnTo>
                  <a:lnTo>
                    <a:pt x="6057249" y="564898"/>
                  </a:lnTo>
                  <a:lnTo>
                    <a:pt x="6057375" y="564898"/>
                  </a:lnTo>
                  <a:lnTo>
                    <a:pt x="6057501" y="564898"/>
                  </a:lnTo>
                  <a:lnTo>
                    <a:pt x="6057627" y="564898"/>
                  </a:lnTo>
                  <a:lnTo>
                    <a:pt x="6057753" y="564898"/>
                  </a:lnTo>
                  <a:lnTo>
                    <a:pt x="6057879" y="564898"/>
                  </a:lnTo>
                  <a:lnTo>
                    <a:pt x="6058005" y="564898"/>
                  </a:lnTo>
                  <a:lnTo>
                    <a:pt x="6058131" y="564898"/>
                  </a:lnTo>
                  <a:lnTo>
                    <a:pt x="6058257" y="564898"/>
                  </a:lnTo>
                  <a:lnTo>
                    <a:pt x="6058383" y="564898"/>
                  </a:lnTo>
                  <a:lnTo>
                    <a:pt x="6058510" y="564898"/>
                  </a:lnTo>
                  <a:lnTo>
                    <a:pt x="6058636" y="564898"/>
                  </a:lnTo>
                  <a:lnTo>
                    <a:pt x="6058762" y="564898"/>
                  </a:lnTo>
                  <a:lnTo>
                    <a:pt x="6058888" y="564898"/>
                  </a:lnTo>
                  <a:lnTo>
                    <a:pt x="6059014" y="564898"/>
                  </a:lnTo>
                  <a:lnTo>
                    <a:pt x="6059140" y="564898"/>
                  </a:lnTo>
                  <a:lnTo>
                    <a:pt x="6059266" y="564898"/>
                  </a:lnTo>
                  <a:lnTo>
                    <a:pt x="6059392" y="564898"/>
                  </a:lnTo>
                  <a:lnTo>
                    <a:pt x="6059518" y="564898"/>
                  </a:lnTo>
                  <a:lnTo>
                    <a:pt x="6059644" y="564898"/>
                  </a:lnTo>
                  <a:lnTo>
                    <a:pt x="6059770" y="564898"/>
                  </a:lnTo>
                  <a:lnTo>
                    <a:pt x="6059896" y="564898"/>
                  </a:lnTo>
                  <a:lnTo>
                    <a:pt x="6060023" y="564898"/>
                  </a:lnTo>
                  <a:lnTo>
                    <a:pt x="6060149" y="564898"/>
                  </a:lnTo>
                  <a:lnTo>
                    <a:pt x="6060275" y="564898"/>
                  </a:lnTo>
                  <a:lnTo>
                    <a:pt x="6060401" y="564898"/>
                  </a:lnTo>
                  <a:lnTo>
                    <a:pt x="6060527" y="564898"/>
                  </a:lnTo>
                  <a:lnTo>
                    <a:pt x="6060653" y="564898"/>
                  </a:lnTo>
                  <a:lnTo>
                    <a:pt x="6060779" y="564898"/>
                  </a:lnTo>
                  <a:lnTo>
                    <a:pt x="6060905" y="564898"/>
                  </a:lnTo>
                  <a:lnTo>
                    <a:pt x="6061031" y="564898"/>
                  </a:lnTo>
                  <a:lnTo>
                    <a:pt x="6061157" y="564898"/>
                  </a:lnTo>
                  <a:lnTo>
                    <a:pt x="6061283" y="564898"/>
                  </a:lnTo>
                  <a:lnTo>
                    <a:pt x="6061410" y="564898"/>
                  </a:lnTo>
                  <a:lnTo>
                    <a:pt x="6061536" y="564898"/>
                  </a:lnTo>
                  <a:lnTo>
                    <a:pt x="6061536" y="559618"/>
                  </a:lnTo>
                  <a:lnTo>
                    <a:pt x="6061662" y="559618"/>
                  </a:lnTo>
                  <a:lnTo>
                    <a:pt x="6061788" y="559618"/>
                  </a:lnTo>
                  <a:lnTo>
                    <a:pt x="6061914" y="559618"/>
                  </a:lnTo>
                  <a:lnTo>
                    <a:pt x="6062040" y="559618"/>
                  </a:lnTo>
                  <a:lnTo>
                    <a:pt x="6062166" y="559618"/>
                  </a:lnTo>
                  <a:lnTo>
                    <a:pt x="6062292" y="559618"/>
                  </a:lnTo>
                  <a:lnTo>
                    <a:pt x="6062418" y="559618"/>
                  </a:lnTo>
                  <a:lnTo>
                    <a:pt x="6062544" y="559618"/>
                  </a:lnTo>
                  <a:lnTo>
                    <a:pt x="6062670" y="559618"/>
                  </a:lnTo>
                  <a:lnTo>
                    <a:pt x="6062796" y="559618"/>
                  </a:lnTo>
                  <a:lnTo>
                    <a:pt x="6062923" y="559618"/>
                  </a:lnTo>
                  <a:lnTo>
                    <a:pt x="6063049" y="559618"/>
                  </a:lnTo>
                  <a:lnTo>
                    <a:pt x="6063175" y="559618"/>
                  </a:lnTo>
                  <a:lnTo>
                    <a:pt x="6063301" y="559618"/>
                  </a:lnTo>
                  <a:lnTo>
                    <a:pt x="6063427" y="559618"/>
                  </a:lnTo>
                  <a:lnTo>
                    <a:pt x="6063553" y="559618"/>
                  </a:lnTo>
                  <a:lnTo>
                    <a:pt x="6063679" y="559618"/>
                  </a:lnTo>
                  <a:lnTo>
                    <a:pt x="6063805" y="559618"/>
                  </a:lnTo>
                  <a:lnTo>
                    <a:pt x="6063931" y="559618"/>
                  </a:lnTo>
                  <a:lnTo>
                    <a:pt x="6063931" y="554339"/>
                  </a:lnTo>
                  <a:lnTo>
                    <a:pt x="6064057" y="554339"/>
                  </a:lnTo>
                  <a:lnTo>
                    <a:pt x="6064183" y="554339"/>
                  </a:lnTo>
                  <a:lnTo>
                    <a:pt x="6064310" y="554339"/>
                  </a:lnTo>
                  <a:lnTo>
                    <a:pt x="6064436" y="554339"/>
                  </a:lnTo>
                  <a:lnTo>
                    <a:pt x="6064562" y="554339"/>
                  </a:lnTo>
                  <a:lnTo>
                    <a:pt x="6064688" y="554339"/>
                  </a:lnTo>
                  <a:lnTo>
                    <a:pt x="6064814" y="554339"/>
                  </a:lnTo>
                  <a:lnTo>
                    <a:pt x="6064940" y="554339"/>
                  </a:lnTo>
                  <a:lnTo>
                    <a:pt x="6065066" y="554339"/>
                  </a:lnTo>
                  <a:lnTo>
                    <a:pt x="6065192" y="554339"/>
                  </a:lnTo>
                  <a:lnTo>
                    <a:pt x="6065318" y="554339"/>
                  </a:lnTo>
                  <a:lnTo>
                    <a:pt x="6065444" y="554339"/>
                  </a:lnTo>
                  <a:lnTo>
                    <a:pt x="6065570" y="554339"/>
                  </a:lnTo>
                  <a:lnTo>
                    <a:pt x="6065697" y="554339"/>
                  </a:lnTo>
                  <a:lnTo>
                    <a:pt x="6065823" y="554339"/>
                  </a:lnTo>
                  <a:lnTo>
                    <a:pt x="6065949" y="554339"/>
                  </a:lnTo>
                  <a:lnTo>
                    <a:pt x="6066075" y="554339"/>
                  </a:lnTo>
                  <a:lnTo>
                    <a:pt x="6066201" y="554339"/>
                  </a:lnTo>
                  <a:lnTo>
                    <a:pt x="6066327" y="554339"/>
                  </a:lnTo>
                  <a:lnTo>
                    <a:pt x="6066453" y="554339"/>
                  </a:lnTo>
                  <a:lnTo>
                    <a:pt x="6066579" y="554339"/>
                  </a:lnTo>
                  <a:lnTo>
                    <a:pt x="6066705" y="554339"/>
                  </a:lnTo>
                  <a:lnTo>
                    <a:pt x="6066831" y="554339"/>
                  </a:lnTo>
                  <a:lnTo>
                    <a:pt x="6066957" y="554339"/>
                  </a:lnTo>
                  <a:lnTo>
                    <a:pt x="6067083" y="554339"/>
                  </a:lnTo>
                  <a:lnTo>
                    <a:pt x="6067210" y="554339"/>
                  </a:lnTo>
                  <a:lnTo>
                    <a:pt x="6067336" y="554339"/>
                  </a:lnTo>
                  <a:lnTo>
                    <a:pt x="6067462" y="554339"/>
                  </a:lnTo>
                  <a:lnTo>
                    <a:pt x="6067588" y="554339"/>
                  </a:lnTo>
                  <a:lnTo>
                    <a:pt x="6067714" y="554339"/>
                  </a:lnTo>
                  <a:lnTo>
                    <a:pt x="6067840" y="554339"/>
                  </a:lnTo>
                  <a:lnTo>
                    <a:pt x="6067966" y="554339"/>
                  </a:lnTo>
                  <a:lnTo>
                    <a:pt x="6068092" y="554339"/>
                  </a:lnTo>
                  <a:lnTo>
                    <a:pt x="6068218" y="554339"/>
                  </a:lnTo>
                  <a:lnTo>
                    <a:pt x="6068344" y="554339"/>
                  </a:lnTo>
                  <a:lnTo>
                    <a:pt x="6068470" y="554339"/>
                  </a:lnTo>
                  <a:lnTo>
                    <a:pt x="6068597" y="554339"/>
                  </a:lnTo>
                  <a:lnTo>
                    <a:pt x="6068723" y="554339"/>
                  </a:lnTo>
                  <a:lnTo>
                    <a:pt x="6068849" y="554339"/>
                  </a:lnTo>
                  <a:lnTo>
                    <a:pt x="6068975" y="554339"/>
                  </a:lnTo>
                  <a:lnTo>
                    <a:pt x="6069101" y="554339"/>
                  </a:lnTo>
                  <a:lnTo>
                    <a:pt x="6069227" y="554339"/>
                  </a:lnTo>
                  <a:lnTo>
                    <a:pt x="6069353" y="554339"/>
                  </a:lnTo>
                  <a:lnTo>
                    <a:pt x="6069479" y="554339"/>
                  </a:lnTo>
                  <a:lnTo>
                    <a:pt x="6069605" y="554339"/>
                  </a:lnTo>
                  <a:lnTo>
                    <a:pt x="6069731" y="554339"/>
                  </a:lnTo>
                  <a:lnTo>
                    <a:pt x="6069857" y="554339"/>
                  </a:lnTo>
                  <a:lnTo>
                    <a:pt x="6069983" y="554339"/>
                  </a:lnTo>
                  <a:lnTo>
                    <a:pt x="6069983" y="549059"/>
                  </a:lnTo>
                  <a:lnTo>
                    <a:pt x="6070110" y="549059"/>
                  </a:lnTo>
                  <a:lnTo>
                    <a:pt x="6070236" y="549059"/>
                  </a:lnTo>
                  <a:lnTo>
                    <a:pt x="6070362" y="549059"/>
                  </a:lnTo>
                  <a:lnTo>
                    <a:pt x="6070488" y="549059"/>
                  </a:lnTo>
                  <a:lnTo>
                    <a:pt x="6070614" y="549059"/>
                  </a:lnTo>
                  <a:lnTo>
                    <a:pt x="6070740" y="549059"/>
                  </a:lnTo>
                  <a:lnTo>
                    <a:pt x="6070866" y="549059"/>
                  </a:lnTo>
                  <a:lnTo>
                    <a:pt x="6070992" y="549059"/>
                  </a:lnTo>
                  <a:lnTo>
                    <a:pt x="6071118" y="549059"/>
                  </a:lnTo>
                  <a:lnTo>
                    <a:pt x="6071244" y="549059"/>
                  </a:lnTo>
                  <a:lnTo>
                    <a:pt x="6071370" y="549059"/>
                  </a:lnTo>
                  <a:lnTo>
                    <a:pt x="6071497" y="549059"/>
                  </a:lnTo>
                  <a:lnTo>
                    <a:pt x="6071623" y="549059"/>
                  </a:lnTo>
                  <a:lnTo>
                    <a:pt x="6071749" y="549059"/>
                  </a:lnTo>
                  <a:lnTo>
                    <a:pt x="6071875" y="549059"/>
                  </a:lnTo>
                  <a:lnTo>
                    <a:pt x="6072001" y="549059"/>
                  </a:lnTo>
                  <a:lnTo>
                    <a:pt x="6072127" y="549059"/>
                  </a:lnTo>
                  <a:lnTo>
                    <a:pt x="6072253" y="549059"/>
                  </a:lnTo>
                  <a:lnTo>
                    <a:pt x="6072379" y="549059"/>
                  </a:lnTo>
                  <a:lnTo>
                    <a:pt x="6072505" y="549059"/>
                  </a:lnTo>
                  <a:lnTo>
                    <a:pt x="6072631" y="549059"/>
                  </a:lnTo>
                  <a:lnTo>
                    <a:pt x="6072757" y="549059"/>
                  </a:lnTo>
                  <a:lnTo>
                    <a:pt x="6072883" y="549059"/>
                  </a:lnTo>
                  <a:lnTo>
                    <a:pt x="6073010" y="549059"/>
                  </a:lnTo>
                  <a:lnTo>
                    <a:pt x="6073136" y="549059"/>
                  </a:lnTo>
                  <a:lnTo>
                    <a:pt x="6073262" y="549059"/>
                  </a:lnTo>
                  <a:lnTo>
                    <a:pt x="6073388" y="549059"/>
                  </a:lnTo>
                  <a:lnTo>
                    <a:pt x="6073514" y="549059"/>
                  </a:lnTo>
                  <a:lnTo>
                    <a:pt x="6073640" y="549059"/>
                  </a:lnTo>
                  <a:lnTo>
                    <a:pt x="6073766" y="549059"/>
                  </a:lnTo>
                  <a:lnTo>
                    <a:pt x="6073892" y="549059"/>
                  </a:lnTo>
                  <a:lnTo>
                    <a:pt x="6074018" y="549059"/>
                  </a:lnTo>
                  <a:lnTo>
                    <a:pt x="6074144" y="549059"/>
                  </a:lnTo>
                  <a:lnTo>
                    <a:pt x="6074270" y="549059"/>
                  </a:lnTo>
                  <a:lnTo>
                    <a:pt x="6074397" y="549059"/>
                  </a:lnTo>
                  <a:lnTo>
                    <a:pt x="6074523" y="549059"/>
                  </a:lnTo>
                  <a:lnTo>
                    <a:pt x="6074649" y="549059"/>
                  </a:lnTo>
                  <a:lnTo>
                    <a:pt x="6074775" y="549059"/>
                  </a:lnTo>
                  <a:lnTo>
                    <a:pt x="6074901" y="549059"/>
                  </a:lnTo>
                  <a:lnTo>
                    <a:pt x="6075027" y="549059"/>
                  </a:lnTo>
                  <a:lnTo>
                    <a:pt x="6075153" y="549059"/>
                  </a:lnTo>
                  <a:lnTo>
                    <a:pt x="6075279" y="549059"/>
                  </a:lnTo>
                  <a:lnTo>
                    <a:pt x="6075405" y="549059"/>
                  </a:lnTo>
                  <a:lnTo>
                    <a:pt x="6075531" y="549059"/>
                  </a:lnTo>
                  <a:lnTo>
                    <a:pt x="6075657" y="549059"/>
                  </a:lnTo>
                  <a:lnTo>
                    <a:pt x="6075784" y="549059"/>
                  </a:lnTo>
                  <a:lnTo>
                    <a:pt x="6075910" y="549059"/>
                  </a:lnTo>
                  <a:lnTo>
                    <a:pt x="6076036" y="549059"/>
                  </a:lnTo>
                  <a:lnTo>
                    <a:pt x="6076162" y="549059"/>
                  </a:lnTo>
                  <a:lnTo>
                    <a:pt x="6076288" y="549059"/>
                  </a:lnTo>
                  <a:lnTo>
                    <a:pt x="6076414" y="549059"/>
                  </a:lnTo>
                  <a:lnTo>
                    <a:pt x="6076540" y="549059"/>
                  </a:lnTo>
                  <a:lnTo>
                    <a:pt x="6076666" y="549059"/>
                  </a:lnTo>
                  <a:lnTo>
                    <a:pt x="6076792" y="549059"/>
                  </a:lnTo>
                  <a:lnTo>
                    <a:pt x="6076918" y="549059"/>
                  </a:lnTo>
                  <a:lnTo>
                    <a:pt x="6077044" y="549059"/>
                  </a:lnTo>
                  <a:lnTo>
                    <a:pt x="6077170" y="549059"/>
                  </a:lnTo>
                  <a:lnTo>
                    <a:pt x="6077170" y="543780"/>
                  </a:lnTo>
                  <a:lnTo>
                    <a:pt x="6077297" y="543780"/>
                  </a:lnTo>
                  <a:lnTo>
                    <a:pt x="6077423" y="543780"/>
                  </a:lnTo>
                  <a:lnTo>
                    <a:pt x="6077549" y="543780"/>
                  </a:lnTo>
                  <a:lnTo>
                    <a:pt x="6077675" y="543780"/>
                  </a:lnTo>
                  <a:lnTo>
                    <a:pt x="6077801" y="543780"/>
                  </a:lnTo>
                  <a:lnTo>
                    <a:pt x="6077927" y="543780"/>
                  </a:lnTo>
                  <a:lnTo>
                    <a:pt x="6078053" y="543780"/>
                  </a:lnTo>
                  <a:lnTo>
                    <a:pt x="6078179" y="543780"/>
                  </a:lnTo>
                  <a:lnTo>
                    <a:pt x="6078305" y="543780"/>
                  </a:lnTo>
                  <a:lnTo>
                    <a:pt x="6078431" y="543780"/>
                  </a:lnTo>
                  <a:lnTo>
                    <a:pt x="6078557" y="543780"/>
                  </a:lnTo>
                  <a:lnTo>
                    <a:pt x="6078684" y="543780"/>
                  </a:lnTo>
                  <a:lnTo>
                    <a:pt x="6078810" y="543780"/>
                  </a:lnTo>
                  <a:lnTo>
                    <a:pt x="6078936" y="543780"/>
                  </a:lnTo>
                  <a:lnTo>
                    <a:pt x="6079062" y="543780"/>
                  </a:lnTo>
                  <a:lnTo>
                    <a:pt x="6079188" y="543780"/>
                  </a:lnTo>
                  <a:lnTo>
                    <a:pt x="6079314" y="543780"/>
                  </a:lnTo>
                  <a:lnTo>
                    <a:pt x="6079440" y="543780"/>
                  </a:lnTo>
                  <a:lnTo>
                    <a:pt x="6079566" y="543780"/>
                  </a:lnTo>
                  <a:lnTo>
                    <a:pt x="6079692" y="543780"/>
                  </a:lnTo>
                  <a:lnTo>
                    <a:pt x="6079818" y="543780"/>
                  </a:lnTo>
                  <a:lnTo>
                    <a:pt x="6079944" y="543780"/>
                  </a:lnTo>
                  <a:lnTo>
                    <a:pt x="6080070" y="543780"/>
                  </a:lnTo>
                  <a:lnTo>
                    <a:pt x="6080197" y="543780"/>
                  </a:lnTo>
                  <a:lnTo>
                    <a:pt x="6080323" y="543780"/>
                  </a:lnTo>
                  <a:lnTo>
                    <a:pt x="6080449" y="543780"/>
                  </a:lnTo>
                  <a:lnTo>
                    <a:pt x="6080575" y="543780"/>
                  </a:lnTo>
                  <a:lnTo>
                    <a:pt x="6080701" y="543780"/>
                  </a:lnTo>
                  <a:lnTo>
                    <a:pt x="6080827" y="543780"/>
                  </a:lnTo>
                  <a:lnTo>
                    <a:pt x="6080953" y="543780"/>
                  </a:lnTo>
                  <a:lnTo>
                    <a:pt x="6081079" y="543780"/>
                  </a:lnTo>
                  <a:lnTo>
                    <a:pt x="6081205" y="543780"/>
                  </a:lnTo>
                  <a:lnTo>
                    <a:pt x="6081331" y="543780"/>
                  </a:lnTo>
                  <a:lnTo>
                    <a:pt x="6081457" y="543780"/>
                  </a:lnTo>
                  <a:lnTo>
                    <a:pt x="6081584" y="543780"/>
                  </a:lnTo>
                  <a:lnTo>
                    <a:pt x="6081710" y="543780"/>
                  </a:lnTo>
                  <a:lnTo>
                    <a:pt x="6081836" y="543780"/>
                  </a:lnTo>
                  <a:lnTo>
                    <a:pt x="6081962" y="543780"/>
                  </a:lnTo>
                  <a:lnTo>
                    <a:pt x="6082088" y="543780"/>
                  </a:lnTo>
                  <a:lnTo>
                    <a:pt x="6082214" y="543780"/>
                  </a:lnTo>
                  <a:lnTo>
                    <a:pt x="6082340" y="543780"/>
                  </a:lnTo>
                  <a:lnTo>
                    <a:pt x="6082466" y="543780"/>
                  </a:lnTo>
                  <a:lnTo>
                    <a:pt x="6082592" y="543780"/>
                  </a:lnTo>
                  <a:lnTo>
                    <a:pt x="6082718" y="543780"/>
                  </a:lnTo>
                  <a:lnTo>
                    <a:pt x="6082844" y="543780"/>
                  </a:lnTo>
                  <a:lnTo>
                    <a:pt x="6082971" y="543780"/>
                  </a:lnTo>
                  <a:lnTo>
                    <a:pt x="6083097" y="543780"/>
                  </a:lnTo>
                  <a:lnTo>
                    <a:pt x="6083097" y="538500"/>
                  </a:lnTo>
                  <a:lnTo>
                    <a:pt x="6083223" y="538500"/>
                  </a:lnTo>
                  <a:lnTo>
                    <a:pt x="6083349" y="538500"/>
                  </a:lnTo>
                  <a:lnTo>
                    <a:pt x="6083475" y="538500"/>
                  </a:lnTo>
                  <a:lnTo>
                    <a:pt x="6083601" y="538500"/>
                  </a:lnTo>
                  <a:lnTo>
                    <a:pt x="6083727" y="538500"/>
                  </a:lnTo>
                  <a:lnTo>
                    <a:pt x="6083853" y="538500"/>
                  </a:lnTo>
                  <a:lnTo>
                    <a:pt x="6083979" y="538500"/>
                  </a:lnTo>
                  <a:lnTo>
                    <a:pt x="6084105" y="538500"/>
                  </a:lnTo>
                  <a:lnTo>
                    <a:pt x="6084231" y="538500"/>
                  </a:lnTo>
                  <a:lnTo>
                    <a:pt x="6084357" y="538500"/>
                  </a:lnTo>
                  <a:lnTo>
                    <a:pt x="6084484" y="538500"/>
                  </a:lnTo>
                  <a:lnTo>
                    <a:pt x="6084610" y="538500"/>
                  </a:lnTo>
                  <a:lnTo>
                    <a:pt x="6084736" y="538500"/>
                  </a:lnTo>
                  <a:lnTo>
                    <a:pt x="6084862" y="538500"/>
                  </a:lnTo>
                  <a:lnTo>
                    <a:pt x="6084988" y="538500"/>
                  </a:lnTo>
                  <a:lnTo>
                    <a:pt x="6085114" y="538500"/>
                  </a:lnTo>
                  <a:lnTo>
                    <a:pt x="6085240" y="538500"/>
                  </a:lnTo>
                  <a:lnTo>
                    <a:pt x="6085366" y="538500"/>
                  </a:lnTo>
                  <a:lnTo>
                    <a:pt x="6085492" y="538500"/>
                  </a:lnTo>
                  <a:lnTo>
                    <a:pt x="6085618" y="538500"/>
                  </a:lnTo>
                  <a:lnTo>
                    <a:pt x="6085744" y="538500"/>
                  </a:lnTo>
                  <a:lnTo>
                    <a:pt x="6085871" y="538500"/>
                  </a:lnTo>
                  <a:lnTo>
                    <a:pt x="6085997" y="538500"/>
                  </a:lnTo>
                  <a:lnTo>
                    <a:pt x="6086123" y="538500"/>
                  </a:lnTo>
                  <a:lnTo>
                    <a:pt x="6086249" y="538500"/>
                  </a:lnTo>
                  <a:lnTo>
                    <a:pt x="6086375" y="538500"/>
                  </a:lnTo>
                  <a:lnTo>
                    <a:pt x="6086501" y="538500"/>
                  </a:lnTo>
                  <a:lnTo>
                    <a:pt x="6086627" y="538500"/>
                  </a:lnTo>
                  <a:lnTo>
                    <a:pt x="6086753" y="538500"/>
                  </a:lnTo>
                  <a:lnTo>
                    <a:pt x="6086879" y="538500"/>
                  </a:lnTo>
                  <a:lnTo>
                    <a:pt x="6087005" y="538500"/>
                  </a:lnTo>
                  <a:lnTo>
                    <a:pt x="6087131" y="538500"/>
                  </a:lnTo>
                  <a:lnTo>
                    <a:pt x="6087257" y="538500"/>
                  </a:lnTo>
                  <a:lnTo>
                    <a:pt x="6087384" y="538500"/>
                  </a:lnTo>
                  <a:lnTo>
                    <a:pt x="6087510" y="538500"/>
                  </a:lnTo>
                  <a:lnTo>
                    <a:pt x="6087636" y="538500"/>
                  </a:lnTo>
                  <a:lnTo>
                    <a:pt x="6087762" y="538500"/>
                  </a:lnTo>
                  <a:lnTo>
                    <a:pt x="6087888" y="538500"/>
                  </a:lnTo>
                  <a:lnTo>
                    <a:pt x="6088014" y="538500"/>
                  </a:lnTo>
                  <a:lnTo>
                    <a:pt x="6088140" y="538500"/>
                  </a:lnTo>
                  <a:lnTo>
                    <a:pt x="6088266" y="538500"/>
                  </a:lnTo>
                  <a:lnTo>
                    <a:pt x="6088392" y="538500"/>
                  </a:lnTo>
                  <a:lnTo>
                    <a:pt x="6088518" y="538500"/>
                  </a:lnTo>
                  <a:lnTo>
                    <a:pt x="6088644" y="538500"/>
                  </a:lnTo>
                  <a:lnTo>
                    <a:pt x="6088771" y="538500"/>
                  </a:lnTo>
                  <a:lnTo>
                    <a:pt x="6088897" y="538500"/>
                  </a:lnTo>
                  <a:lnTo>
                    <a:pt x="6089023" y="538500"/>
                  </a:lnTo>
                  <a:lnTo>
                    <a:pt x="6089149" y="538500"/>
                  </a:lnTo>
                  <a:lnTo>
                    <a:pt x="6089275" y="538500"/>
                  </a:lnTo>
                  <a:lnTo>
                    <a:pt x="6089401" y="538500"/>
                  </a:lnTo>
                  <a:lnTo>
                    <a:pt x="6089527" y="538500"/>
                  </a:lnTo>
                  <a:lnTo>
                    <a:pt x="6089653" y="538500"/>
                  </a:lnTo>
                  <a:lnTo>
                    <a:pt x="6089779" y="538500"/>
                  </a:lnTo>
                  <a:lnTo>
                    <a:pt x="6089905" y="538500"/>
                  </a:lnTo>
                  <a:lnTo>
                    <a:pt x="6090031" y="538500"/>
                  </a:lnTo>
                  <a:lnTo>
                    <a:pt x="6090157" y="538500"/>
                  </a:lnTo>
                  <a:lnTo>
                    <a:pt x="6090284" y="538500"/>
                  </a:lnTo>
                  <a:lnTo>
                    <a:pt x="6090410" y="538500"/>
                  </a:lnTo>
                  <a:lnTo>
                    <a:pt x="6090536" y="538500"/>
                  </a:lnTo>
                  <a:lnTo>
                    <a:pt x="6090662" y="538500"/>
                  </a:lnTo>
                  <a:lnTo>
                    <a:pt x="6090788" y="538500"/>
                  </a:lnTo>
                  <a:lnTo>
                    <a:pt x="6090914" y="538500"/>
                  </a:lnTo>
                  <a:lnTo>
                    <a:pt x="6091040" y="538500"/>
                  </a:lnTo>
                  <a:lnTo>
                    <a:pt x="6091166" y="538500"/>
                  </a:lnTo>
                  <a:lnTo>
                    <a:pt x="6091292" y="538500"/>
                  </a:lnTo>
                  <a:lnTo>
                    <a:pt x="6091418" y="538500"/>
                  </a:lnTo>
                  <a:lnTo>
                    <a:pt x="6091544" y="538500"/>
                  </a:lnTo>
                  <a:lnTo>
                    <a:pt x="6091671" y="538500"/>
                  </a:lnTo>
                  <a:lnTo>
                    <a:pt x="6091797" y="538500"/>
                  </a:lnTo>
                  <a:lnTo>
                    <a:pt x="6091923" y="538500"/>
                  </a:lnTo>
                  <a:lnTo>
                    <a:pt x="6092049" y="538500"/>
                  </a:lnTo>
                  <a:lnTo>
                    <a:pt x="6092175" y="538500"/>
                  </a:lnTo>
                  <a:lnTo>
                    <a:pt x="6092301" y="538500"/>
                  </a:lnTo>
                  <a:lnTo>
                    <a:pt x="6092427" y="538500"/>
                  </a:lnTo>
                  <a:lnTo>
                    <a:pt x="6092553" y="538500"/>
                  </a:lnTo>
                  <a:lnTo>
                    <a:pt x="6092679" y="538500"/>
                  </a:lnTo>
                  <a:lnTo>
                    <a:pt x="6092805" y="538500"/>
                  </a:lnTo>
                  <a:lnTo>
                    <a:pt x="6092931" y="538500"/>
                  </a:lnTo>
                  <a:lnTo>
                    <a:pt x="6093058" y="538500"/>
                  </a:lnTo>
                  <a:lnTo>
                    <a:pt x="6093184" y="538500"/>
                  </a:lnTo>
                  <a:lnTo>
                    <a:pt x="6093310" y="538500"/>
                  </a:lnTo>
                  <a:lnTo>
                    <a:pt x="6093436" y="538500"/>
                  </a:lnTo>
                  <a:lnTo>
                    <a:pt x="6093562" y="538500"/>
                  </a:lnTo>
                  <a:lnTo>
                    <a:pt x="6093688" y="538500"/>
                  </a:lnTo>
                  <a:lnTo>
                    <a:pt x="6093814" y="538500"/>
                  </a:lnTo>
                  <a:lnTo>
                    <a:pt x="6093940" y="538500"/>
                  </a:lnTo>
                  <a:lnTo>
                    <a:pt x="6094066" y="538500"/>
                  </a:lnTo>
                  <a:lnTo>
                    <a:pt x="6094192" y="538500"/>
                  </a:lnTo>
                  <a:lnTo>
                    <a:pt x="6094318" y="538500"/>
                  </a:lnTo>
                  <a:lnTo>
                    <a:pt x="6094444" y="538500"/>
                  </a:lnTo>
                  <a:lnTo>
                    <a:pt x="6094571" y="538500"/>
                  </a:lnTo>
                  <a:lnTo>
                    <a:pt x="6094697" y="538500"/>
                  </a:lnTo>
                  <a:lnTo>
                    <a:pt x="6094823" y="538500"/>
                  </a:lnTo>
                  <a:lnTo>
                    <a:pt x="6094949" y="538500"/>
                  </a:lnTo>
                  <a:lnTo>
                    <a:pt x="6094949" y="533221"/>
                  </a:lnTo>
                  <a:lnTo>
                    <a:pt x="6095075" y="533221"/>
                  </a:lnTo>
                  <a:lnTo>
                    <a:pt x="6095201" y="533221"/>
                  </a:lnTo>
                  <a:lnTo>
                    <a:pt x="6095327" y="533221"/>
                  </a:lnTo>
                  <a:lnTo>
                    <a:pt x="6095453" y="533221"/>
                  </a:lnTo>
                  <a:lnTo>
                    <a:pt x="6095579" y="533221"/>
                  </a:lnTo>
                  <a:lnTo>
                    <a:pt x="6095705" y="533221"/>
                  </a:lnTo>
                  <a:lnTo>
                    <a:pt x="6095831" y="533221"/>
                  </a:lnTo>
                  <a:lnTo>
                    <a:pt x="6095958" y="533221"/>
                  </a:lnTo>
                  <a:lnTo>
                    <a:pt x="6096084" y="533221"/>
                  </a:lnTo>
                  <a:lnTo>
                    <a:pt x="6096210" y="533221"/>
                  </a:lnTo>
                  <a:lnTo>
                    <a:pt x="6096336" y="533221"/>
                  </a:lnTo>
                  <a:lnTo>
                    <a:pt x="6096462" y="533221"/>
                  </a:lnTo>
                  <a:lnTo>
                    <a:pt x="6096588" y="533221"/>
                  </a:lnTo>
                  <a:lnTo>
                    <a:pt x="6096714" y="533221"/>
                  </a:lnTo>
                  <a:lnTo>
                    <a:pt x="6096840" y="533221"/>
                  </a:lnTo>
                  <a:lnTo>
                    <a:pt x="6096966" y="533221"/>
                  </a:lnTo>
                  <a:lnTo>
                    <a:pt x="6097092" y="533221"/>
                  </a:lnTo>
                  <a:lnTo>
                    <a:pt x="6097218" y="533221"/>
                  </a:lnTo>
                  <a:lnTo>
                    <a:pt x="6097344" y="533221"/>
                  </a:lnTo>
                  <a:lnTo>
                    <a:pt x="6097471" y="533221"/>
                  </a:lnTo>
                  <a:lnTo>
                    <a:pt x="6097597" y="533221"/>
                  </a:lnTo>
                  <a:lnTo>
                    <a:pt x="6097723" y="533221"/>
                  </a:lnTo>
                  <a:lnTo>
                    <a:pt x="6097849" y="533221"/>
                  </a:lnTo>
                  <a:lnTo>
                    <a:pt x="6097975" y="533221"/>
                  </a:lnTo>
                  <a:lnTo>
                    <a:pt x="6098101" y="533221"/>
                  </a:lnTo>
                  <a:lnTo>
                    <a:pt x="6098227" y="533221"/>
                  </a:lnTo>
                  <a:lnTo>
                    <a:pt x="6098353" y="533221"/>
                  </a:lnTo>
                  <a:lnTo>
                    <a:pt x="6098479" y="533221"/>
                  </a:lnTo>
                  <a:lnTo>
                    <a:pt x="6098605" y="533221"/>
                  </a:lnTo>
                  <a:lnTo>
                    <a:pt x="6098731" y="533221"/>
                  </a:lnTo>
                  <a:lnTo>
                    <a:pt x="6098858" y="533221"/>
                  </a:lnTo>
                  <a:lnTo>
                    <a:pt x="6098984" y="533221"/>
                  </a:lnTo>
                  <a:lnTo>
                    <a:pt x="6099110" y="533221"/>
                  </a:lnTo>
                  <a:lnTo>
                    <a:pt x="6099236" y="533221"/>
                  </a:lnTo>
                  <a:lnTo>
                    <a:pt x="6099362" y="533221"/>
                  </a:lnTo>
                  <a:lnTo>
                    <a:pt x="6099488" y="533221"/>
                  </a:lnTo>
                  <a:lnTo>
                    <a:pt x="6099614" y="533221"/>
                  </a:lnTo>
                  <a:lnTo>
                    <a:pt x="6099740" y="533221"/>
                  </a:lnTo>
                  <a:lnTo>
                    <a:pt x="6099866" y="533221"/>
                  </a:lnTo>
                  <a:lnTo>
                    <a:pt x="6099992" y="533221"/>
                  </a:lnTo>
                  <a:lnTo>
                    <a:pt x="6100118" y="533221"/>
                  </a:lnTo>
                  <a:lnTo>
                    <a:pt x="6100245" y="533221"/>
                  </a:lnTo>
                  <a:lnTo>
                    <a:pt x="6100371" y="533221"/>
                  </a:lnTo>
                  <a:lnTo>
                    <a:pt x="6100497" y="533221"/>
                  </a:lnTo>
                  <a:lnTo>
                    <a:pt x="6100623" y="533221"/>
                  </a:lnTo>
                  <a:lnTo>
                    <a:pt x="6100749" y="533221"/>
                  </a:lnTo>
                  <a:lnTo>
                    <a:pt x="6100875" y="533221"/>
                  </a:lnTo>
                  <a:lnTo>
                    <a:pt x="6101001" y="533221"/>
                  </a:lnTo>
                  <a:lnTo>
                    <a:pt x="6101127" y="533221"/>
                  </a:lnTo>
                  <a:lnTo>
                    <a:pt x="6101253" y="533221"/>
                  </a:lnTo>
                  <a:lnTo>
                    <a:pt x="6101379" y="533221"/>
                  </a:lnTo>
                  <a:lnTo>
                    <a:pt x="6101505" y="533221"/>
                  </a:lnTo>
                  <a:lnTo>
                    <a:pt x="6101631" y="533221"/>
                  </a:lnTo>
                  <a:lnTo>
                    <a:pt x="6101758" y="533221"/>
                  </a:lnTo>
                  <a:lnTo>
                    <a:pt x="6101884" y="533221"/>
                  </a:lnTo>
                  <a:lnTo>
                    <a:pt x="6102010" y="533221"/>
                  </a:lnTo>
                  <a:lnTo>
                    <a:pt x="6102136" y="533221"/>
                  </a:lnTo>
                  <a:lnTo>
                    <a:pt x="6102262" y="533221"/>
                  </a:lnTo>
                  <a:lnTo>
                    <a:pt x="6102388" y="533221"/>
                  </a:lnTo>
                  <a:lnTo>
                    <a:pt x="6102514" y="533221"/>
                  </a:lnTo>
                  <a:lnTo>
                    <a:pt x="6102640" y="533221"/>
                  </a:lnTo>
                  <a:lnTo>
                    <a:pt x="6102766" y="533221"/>
                  </a:lnTo>
                  <a:lnTo>
                    <a:pt x="6102892" y="533221"/>
                  </a:lnTo>
                  <a:lnTo>
                    <a:pt x="6103018" y="533221"/>
                  </a:lnTo>
                  <a:lnTo>
                    <a:pt x="6103145" y="533221"/>
                  </a:lnTo>
                  <a:lnTo>
                    <a:pt x="6103271" y="533221"/>
                  </a:lnTo>
                  <a:lnTo>
                    <a:pt x="6103397" y="533221"/>
                  </a:lnTo>
                  <a:lnTo>
                    <a:pt x="6103523" y="533221"/>
                  </a:lnTo>
                  <a:lnTo>
                    <a:pt x="6103649" y="533221"/>
                  </a:lnTo>
                  <a:lnTo>
                    <a:pt x="6103775" y="533221"/>
                  </a:lnTo>
                  <a:lnTo>
                    <a:pt x="6103901" y="533221"/>
                  </a:lnTo>
                  <a:lnTo>
                    <a:pt x="6104027" y="533221"/>
                  </a:lnTo>
                  <a:lnTo>
                    <a:pt x="6104153" y="533221"/>
                  </a:lnTo>
                  <a:lnTo>
                    <a:pt x="6104279" y="533221"/>
                  </a:lnTo>
                  <a:lnTo>
                    <a:pt x="6104405" y="533221"/>
                  </a:lnTo>
                  <a:lnTo>
                    <a:pt x="6104531" y="533221"/>
                  </a:lnTo>
                  <a:lnTo>
                    <a:pt x="6104658" y="533221"/>
                  </a:lnTo>
                  <a:lnTo>
                    <a:pt x="6104784" y="533221"/>
                  </a:lnTo>
                  <a:lnTo>
                    <a:pt x="6104910" y="533221"/>
                  </a:lnTo>
                  <a:lnTo>
                    <a:pt x="6105036" y="533221"/>
                  </a:lnTo>
                  <a:lnTo>
                    <a:pt x="6105162" y="533221"/>
                  </a:lnTo>
                  <a:lnTo>
                    <a:pt x="6105288" y="533221"/>
                  </a:lnTo>
                  <a:lnTo>
                    <a:pt x="6105414" y="533221"/>
                  </a:lnTo>
                  <a:lnTo>
                    <a:pt x="6105540" y="533221"/>
                  </a:lnTo>
                  <a:lnTo>
                    <a:pt x="6105666" y="533221"/>
                  </a:lnTo>
                  <a:lnTo>
                    <a:pt x="6105792" y="533221"/>
                  </a:lnTo>
                  <a:lnTo>
                    <a:pt x="6105918" y="533221"/>
                  </a:lnTo>
                  <a:lnTo>
                    <a:pt x="6106045" y="533221"/>
                  </a:lnTo>
                  <a:lnTo>
                    <a:pt x="6106171" y="533221"/>
                  </a:lnTo>
                  <a:lnTo>
                    <a:pt x="6106297" y="533221"/>
                  </a:lnTo>
                  <a:lnTo>
                    <a:pt x="6106423" y="533221"/>
                  </a:lnTo>
                  <a:lnTo>
                    <a:pt x="6106549" y="533221"/>
                  </a:lnTo>
                  <a:lnTo>
                    <a:pt x="6106675" y="533221"/>
                  </a:lnTo>
                  <a:lnTo>
                    <a:pt x="6106801" y="533221"/>
                  </a:lnTo>
                  <a:lnTo>
                    <a:pt x="6106927" y="533221"/>
                  </a:lnTo>
                  <a:lnTo>
                    <a:pt x="6107053" y="533221"/>
                  </a:lnTo>
                  <a:lnTo>
                    <a:pt x="6107179" y="533221"/>
                  </a:lnTo>
                  <a:lnTo>
                    <a:pt x="6107305" y="533221"/>
                  </a:lnTo>
                  <a:lnTo>
                    <a:pt x="6107432" y="533221"/>
                  </a:lnTo>
                  <a:lnTo>
                    <a:pt x="6107558" y="533221"/>
                  </a:lnTo>
                  <a:lnTo>
                    <a:pt x="6107684" y="533221"/>
                  </a:lnTo>
                  <a:lnTo>
                    <a:pt x="6107810" y="533221"/>
                  </a:lnTo>
                  <a:lnTo>
                    <a:pt x="6107936" y="533221"/>
                  </a:lnTo>
                  <a:lnTo>
                    <a:pt x="6108062" y="533221"/>
                  </a:lnTo>
                  <a:lnTo>
                    <a:pt x="6108188" y="533221"/>
                  </a:lnTo>
                  <a:lnTo>
                    <a:pt x="6108314" y="533221"/>
                  </a:lnTo>
                  <a:lnTo>
                    <a:pt x="6108440" y="533221"/>
                  </a:lnTo>
                  <a:lnTo>
                    <a:pt x="6108566" y="533221"/>
                  </a:lnTo>
                  <a:lnTo>
                    <a:pt x="6108692" y="533221"/>
                  </a:lnTo>
                  <a:lnTo>
                    <a:pt x="6108818" y="533221"/>
                  </a:lnTo>
                  <a:lnTo>
                    <a:pt x="6108945" y="533221"/>
                  </a:lnTo>
                  <a:lnTo>
                    <a:pt x="6109071" y="533221"/>
                  </a:lnTo>
                  <a:lnTo>
                    <a:pt x="6109197" y="533221"/>
                  </a:lnTo>
                  <a:lnTo>
                    <a:pt x="6109323" y="533221"/>
                  </a:lnTo>
                  <a:lnTo>
                    <a:pt x="6109449" y="533221"/>
                  </a:lnTo>
                  <a:lnTo>
                    <a:pt x="6109575" y="533221"/>
                  </a:lnTo>
                  <a:lnTo>
                    <a:pt x="6109701" y="533221"/>
                  </a:lnTo>
                  <a:lnTo>
                    <a:pt x="6109827" y="533221"/>
                  </a:lnTo>
                  <a:lnTo>
                    <a:pt x="6109953" y="533221"/>
                  </a:lnTo>
                  <a:lnTo>
                    <a:pt x="6110079" y="533221"/>
                  </a:lnTo>
                  <a:lnTo>
                    <a:pt x="6110205" y="533221"/>
                  </a:lnTo>
                  <a:lnTo>
                    <a:pt x="6110332" y="533221"/>
                  </a:lnTo>
                  <a:lnTo>
                    <a:pt x="6110458" y="533221"/>
                  </a:lnTo>
                  <a:lnTo>
                    <a:pt x="6110584" y="533221"/>
                  </a:lnTo>
                  <a:lnTo>
                    <a:pt x="6110710" y="533221"/>
                  </a:lnTo>
                  <a:lnTo>
                    <a:pt x="6110836" y="533221"/>
                  </a:lnTo>
                  <a:lnTo>
                    <a:pt x="6110962" y="533221"/>
                  </a:lnTo>
                  <a:lnTo>
                    <a:pt x="6111088" y="533221"/>
                  </a:lnTo>
                  <a:lnTo>
                    <a:pt x="6111214" y="533221"/>
                  </a:lnTo>
                  <a:lnTo>
                    <a:pt x="6111340" y="533221"/>
                  </a:lnTo>
                  <a:lnTo>
                    <a:pt x="6111466" y="533221"/>
                  </a:lnTo>
                  <a:lnTo>
                    <a:pt x="6111592" y="533221"/>
                  </a:lnTo>
                  <a:lnTo>
                    <a:pt x="6111718" y="533221"/>
                  </a:lnTo>
                  <a:lnTo>
                    <a:pt x="6111845" y="533221"/>
                  </a:lnTo>
                  <a:lnTo>
                    <a:pt x="6111971" y="533221"/>
                  </a:lnTo>
                  <a:lnTo>
                    <a:pt x="6112097" y="533221"/>
                  </a:lnTo>
                  <a:lnTo>
                    <a:pt x="6112223" y="533221"/>
                  </a:lnTo>
                  <a:lnTo>
                    <a:pt x="6112349" y="533221"/>
                  </a:lnTo>
                  <a:lnTo>
                    <a:pt x="6112475" y="533221"/>
                  </a:lnTo>
                  <a:lnTo>
                    <a:pt x="6112601" y="533221"/>
                  </a:lnTo>
                  <a:lnTo>
                    <a:pt x="6112727" y="533221"/>
                  </a:lnTo>
                  <a:lnTo>
                    <a:pt x="6112853" y="533221"/>
                  </a:lnTo>
                  <a:lnTo>
                    <a:pt x="6112979" y="533221"/>
                  </a:lnTo>
                  <a:lnTo>
                    <a:pt x="6113105" y="533221"/>
                  </a:lnTo>
                  <a:lnTo>
                    <a:pt x="6113232" y="533221"/>
                  </a:lnTo>
                  <a:lnTo>
                    <a:pt x="6113358" y="533221"/>
                  </a:lnTo>
                  <a:lnTo>
                    <a:pt x="6113484" y="533221"/>
                  </a:lnTo>
                  <a:lnTo>
                    <a:pt x="6113610" y="533221"/>
                  </a:lnTo>
                  <a:lnTo>
                    <a:pt x="6113736" y="533221"/>
                  </a:lnTo>
                  <a:lnTo>
                    <a:pt x="6113862" y="533221"/>
                  </a:lnTo>
                  <a:lnTo>
                    <a:pt x="6113988" y="533221"/>
                  </a:lnTo>
                  <a:lnTo>
                    <a:pt x="6114114" y="533221"/>
                  </a:lnTo>
                  <a:lnTo>
                    <a:pt x="6114240" y="533221"/>
                  </a:lnTo>
                  <a:lnTo>
                    <a:pt x="6114366" y="533221"/>
                  </a:lnTo>
                  <a:lnTo>
                    <a:pt x="6114492" y="533221"/>
                  </a:lnTo>
                  <a:lnTo>
                    <a:pt x="6114618" y="533221"/>
                  </a:lnTo>
                  <a:lnTo>
                    <a:pt x="6114745" y="533221"/>
                  </a:lnTo>
                  <a:lnTo>
                    <a:pt x="6114871" y="533221"/>
                  </a:lnTo>
                  <a:lnTo>
                    <a:pt x="6114997" y="533221"/>
                  </a:lnTo>
                  <a:lnTo>
                    <a:pt x="6115123" y="533221"/>
                  </a:lnTo>
                  <a:lnTo>
                    <a:pt x="6115249" y="533221"/>
                  </a:lnTo>
                  <a:lnTo>
                    <a:pt x="6115375" y="533221"/>
                  </a:lnTo>
                  <a:lnTo>
                    <a:pt x="6115501" y="533221"/>
                  </a:lnTo>
                  <a:lnTo>
                    <a:pt x="6115627" y="533221"/>
                  </a:lnTo>
                  <a:lnTo>
                    <a:pt x="6115753" y="533221"/>
                  </a:lnTo>
                  <a:lnTo>
                    <a:pt x="6115879" y="533221"/>
                  </a:lnTo>
                  <a:lnTo>
                    <a:pt x="6116005" y="533221"/>
                  </a:lnTo>
                  <a:lnTo>
                    <a:pt x="6116132" y="533221"/>
                  </a:lnTo>
                  <a:lnTo>
                    <a:pt x="6116258" y="533221"/>
                  </a:lnTo>
                  <a:lnTo>
                    <a:pt x="6116384" y="533221"/>
                  </a:lnTo>
                  <a:lnTo>
                    <a:pt x="6116510" y="533221"/>
                  </a:lnTo>
                  <a:lnTo>
                    <a:pt x="6116636" y="533221"/>
                  </a:lnTo>
                  <a:lnTo>
                    <a:pt x="6116762" y="533221"/>
                  </a:lnTo>
                  <a:lnTo>
                    <a:pt x="6116888" y="533221"/>
                  </a:lnTo>
                  <a:lnTo>
                    <a:pt x="6117014" y="533221"/>
                  </a:lnTo>
                  <a:lnTo>
                    <a:pt x="6117140" y="533221"/>
                  </a:lnTo>
                  <a:lnTo>
                    <a:pt x="6117266" y="533221"/>
                  </a:lnTo>
                  <a:lnTo>
                    <a:pt x="6117392" y="533221"/>
                  </a:lnTo>
                  <a:lnTo>
                    <a:pt x="6117519" y="533221"/>
                  </a:lnTo>
                  <a:lnTo>
                    <a:pt x="6117645" y="533221"/>
                  </a:lnTo>
                  <a:lnTo>
                    <a:pt x="6117771" y="533221"/>
                  </a:lnTo>
                  <a:lnTo>
                    <a:pt x="6117897" y="533221"/>
                  </a:lnTo>
                  <a:lnTo>
                    <a:pt x="6118023" y="533221"/>
                  </a:lnTo>
                  <a:lnTo>
                    <a:pt x="6118149" y="533221"/>
                  </a:lnTo>
                  <a:lnTo>
                    <a:pt x="6118275" y="533221"/>
                  </a:lnTo>
                  <a:lnTo>
                    <a:pt x="6118401" y="533221"/>
                  </a:lnTo>
                  <a:lnTo>
                    <a:pt x="6118527" y="533221"/>
                  </a:lnTo>
                  <a:lnTo>
                    <a:pt x="6118653" y="533221"/>
                  </a:lnTo>
                  <a:lnTo>
                    <a:pt x="6118779" y="533221"/>
                  </a:lnTo>
                  <a:lnTo>
                    <a:pt x="6118905" y="533221"/>
                  </a:lnTo>
                  <a:lnTo>
                    <a:pt x="6119032" y="533221"/>
                  </a:lnTo>
                  <a:lnTo>
                    <a:pt x="6119158" y="533221"/>
                  </a:lnTo>
                  <a:lnTo>
                    <a:pt x="6119284" y="533221"/>
                  </a:lnTo>
                  <a:lnTo>
                    <a:pt x="6119410" y="533221"/>
                  </a:lnTo>
                  <a:lnTo>
                    <a:pt x="6119536" y="533221"/>
                  </a:lnTo>
                  <a:lnTo>
                    <a:pt x="6119662" y="533221"/>
                  </a:lnTo>
                  <a:lnTo>
                    <a:pt x="6119788" y="533221"/>
                  </a:lnTo>
                  <a:lnTo>
                    <a:pt x="6119914" y="533221"/>
                  </a:lnTo>
                  <a:lnTo>
                    <a:pt x="6120040" y="533221"/>
                  </a:lnTo>
                  <a:lnTo>
                    <a:pt x="6120166" y="533221"/>
                  </a:lnTo>
                  <a:lnTo>
                    <a:pt x="6120292" y="533221"/>
                  </a:lnTo>
                  <a:lnTo>
                    <a:pt x="6120419" y="533221"/>
                  </a:lnTo>
                  <a:lnTo>
                    <a:pt x="6120545" y="533221"/>
                  </a:lnTo>
                  <a:lnTo>
                    <a:pt x="6120671" y="533221"/>
                  </a:lnTo>
                  <a:lnTo>
                    <a:pt x="6120797" y="533221"/>
                  </a:lnTo>
                  <a:lnTo>
                    <a:pt x="6120923" y="533221"/>
                  </a:lnTo>
                  <a:lnTo>
                    <a:pt x="6121049" y="533221"/>
                  </a:lnTo>
                  <a:lnTo>
                    <a:pt x="6121175" y="533221"/>
                  </a:lnTo>
                  <a:lnTo>
                    <a:pt x="6121301" y="533221"/>
                  </a:lnTo>
                  <a:lnTo>
                    <a:pt x="6121427" y="533221"/>
                  </a:lnTo>
                  <a:lnTo>
                    <a:pt x="6121553" y="533221"/>
                  </a:lnTo>
                  <a:lnTo>
                    <a:pt x="6121679" y="533221"/>
                  </a:lnTo>
                  <a:lnTo>
                    <a:pt x="6121805" y="533221"/>
                  </a:lnTo>
                  <a:lnTo>
                    <a:pt x="6121932" y="533221"/>
                  </a:lnTo>
                  <a:lnTo>
                    <a:pt x="6122058" y="533221"/>
                  </a:lnTo>
                  <a:lnTo>
                    <a:pt x="6122184" y="533221"/>
                  </a:lnTo>
                  <a:lnTo>
                    <a:pt x="6122310" y="533221"/>
                  </a:lnTo>
                  <a:lnTo>
                    <a:pt x="6122436" y="533221"/>
                  </a:lnTo>
                  <a:lnTo>
                    <a:pt x="6122562" y="533221"/>
                  </a:lnTo>
                  <a:lnTo>
                    <a:pt x="6122688" y="533221"/>
                  </a:lnTo>
                  <a:lnTo>
                    <a:pt x="6122814" y="533221"/>
                  </a:lnTo>
                  <a:lnTo>
                    <a:pt x="6122940" y="533221"/>
                  </a:lnTo>
                  <a:lnTo>
                    <a:pt x="6123066" y="533221"/>
                  </a:lnTo>
                  <a:lnTo>
                    <a:pt x="6123192" y="533221"/>
                  </a:lnTo>
                  <a:lnTo>
                    <a:pt x="6123319" y="533221"/>
                  </a:lnTo>
                  <a:lnTo>
                    <a:pt x="6123445" y="533221"/>
                  </a:lnTo>
                  <a:lnTo>
                    <a:pt x="6123571" y="533221"/>
                  </a:lnTo>
                  <a:lnTo>
                    <a:pt x="6123697" y="533221"/>
                  </a:lnTo>
                  <a:lnTo>
                    <a:pt x="6123697" y="527942"/>
                  </a:lnTo>
                  <a:lnTo>
                    <a:pt x="6123823" y="527942"/>
                  </a:lnTo>
                  <a:lnTo>
                    <a:pt x="6123949" y="527942"/>
                  </a:lnTo>
                  <a:lnTo>
                    <a:pt x="6124075" y="527942"/>
                  </a:lnTo>
                  <a:lnTo>
                    <a:pt x="6124201" y="527942"/>
                  </a:lnTo>
                  <a:lnTo>
                    <a:pt x="6124327" y="527942"/>
                  </a:lnTo>
                  <a:lnTo>
                    <a:pt x="6124453" y="527942"/>
                  </a:lnTo>
                  <a:lnTo>
                    <a:pt x="6124579" y="527942"/>
                  </a:lnTo>
                  <a:lnTo>
                    <a:pt x="6124706" y="527942"/>
                  </a:lnTo>
                  <a:lnTo>
                    <a:pt x="6124832" y="527942"/>
                  </a:lnTo>
                  <a:lnTo>
                    <a:pt x="6124958" y="527942"/>
                  </a:lnTo>
                  <a:lnTo>
                    <a:pt x="6125084" y="527942"/>
                  </a:lnTo>
                  <a:lnTo>
                    <a:pt x="6125210" y="527942"/>
                  </a:lnTo>
                  <a:lnTo>
                    <a:pt x="6125336" y="527942"/>
                  </a:lnTo>
                  <a:lnTo>
                    <a:pt x="6125462" y="527942"/>
                  </a:lnTo>
                  <a:lnTo>
                    <a:pt x="6125588" y="527942"/>
                  </a:lnTo>
                  <a:lnTo>
                    <a:pt x="6125714" y="527942"/>
                  </a:lnTo>
                  <a:lnTo>
                    <a:pt x="6125840" y="527942"/>
                  </a:lnTo>
                  <a:lnTo>
                    <a:pt x="6125966" y="527942"/>
                  </a:lnTo>
                  <a:lnTo>
                    <a:pt x="6126092" y="527942"/>
                  </a:lnTo>
                  <a:lnTo>
                    <a:pt x="6126219" y="527942"/>
                  </a:lnTo>
                  <a:lnTo>
                    <a:pt x="6126345" y="527942"/>
                  </a:lnTo>
                  <a:lnTo>
                    <a:pt x="6126471" y="527942"/>
                  </a:lnTo>
                  <a:lnTo>
                    <a:pt x="6126597" y="527942"/>
                  </a:lnTo>
                  <a:lnTo>
                    <a:pt x="6126723" y="527942"/>
                  </a:lnTo>
                  <a:lnTo>
                    <a:pt x="6126849" y="527942"/>
                  </a:lnTo>
                  <a:lnTo>
                    <a:pt x="6126975" y="527942"/>
                  </a:lnTo>
                  <a:lnTo>
                    <a:pt x="6127101" y="527942"/>
                  </a:lnTo>
                  <a:lnTo>
                    <a:pt x="6127227" y="527942"/>
                  </a:lnTo>
                  <a:lnTo>
                    <a:pt x="6127353" y="527942"/>
                  </a:lnTo>
                  <a:lnTo>
                    <a:pt x="6127479" y="527942"/>
                  </a:lnTo>
                  <a:lnTo>
                    <a:pt x="6127606" y="527942"/>
                  </a:lnTo>
                  <a:lnTo>
                    <a:pt x="6127732" y="527942"/>
                  </a:lnTo>
                  <a:lnTo>
                    <a:pt x="6127858" y="527942"/>
                  </a:lnTo>
                  <a:lnTo>
                    <a:pt x="6127984" y="527942"/>
                  </a:lnTo>
                  <a:lnTo>
                    <a:pt x="6128110" y="527942"/>
                  </a:lnTo>
                  <a:lnTo>
                    <a:pt x="6128236" y="527942"/>
                  </a:lnTo>
                  <a:lnTo>
                    <a:pt x="6128362" y="527942"/>
                  </a:lnTo>
                  <a:lnTo>
                    <a:pt x="6128488" y="527942"/>
                  </a:lnTo>
                  <a:lnTo>
                    <a:pt x="6128614" y="527942"/>
                  </a:lnTo>
                  <a:lnTo>
                    <a:pt x="6128740" y="527942"/>
                  </a:lnTo>
                  <a:lnTo>
                    <a:pt x="6128866" y="527942"/>
                  </a:lnTo>
                  <a:lnTo>
                    <a:pt x="6128992" y="527942"/>
                  </a:lnTo>
                  <a:lnTo>
                    <a:pt x="6129119" y="527942"/>
                  </a:lnTo>
                  <a:lnTo>
                    <a:pt x="6129245" y="527942"/>
                  </a:lnTo>
                  <a:lnTo>
                    <a:pt x="6129371" y="527942"/>
                  </a:lnTo>
                  <a:lnTo>
                    <a:pt x="6129497" y="527942"/>
                  </a:lnTo>
                  <a:lnTo>
                    <a:pt x="6129623" y="527942"/>
                  </a:lnTo>
                  <a:lnTo>
                    <a:pt x="6129749" y="527942"/>
                  </a:lnTo>
                  <a:lnTo>
                    <a:pt x="6129875" y="527942"/>
                  </a:lnTo>
                  <a:lnTo>
                    <a:pt x="6130001" y="527942"/>
                  </a:lnTo>
                  <a:lnTo>
                    <a:pt x="6130127" y="527942"/>
                  </a:lnTo>
                  <a:lnTo>
                    <a:pt x="6130253" y="527942"/>
                  </a:lnTo>
                  <a:lnTo>
                    <a:pt x="6130379" y="527942"/>
                  </a:lnTo>
                  <a:lnTo>
                    <a:pt x="6130506" y="527942"/>
                  </a:lnTo>
                  <a:lnTo>
                    <a:pt x="6130632" y="527942"/>
                  </a:lnTo>
                  <a:lnTo>
                    <a:pt x="6130758" y="527942"/>
                  </a:lnTo>
                  <a:lnTo>
                    <a:pt x="6130884" y="527942"/>
                  </a:lnTo>
                  <a:lnTo>
                    <a:pt x="6131010" y="527942"/>
                  </a:lnTo>
                  <a:lnTo>
                    <a:pt x="6131136" y="527942"/>
                  </a:lnTo>
                  <a:lnTo>
                    <a:pt x="6131262" y="527942"/>
                  </a:lnTo>
                  <a:lnTo>
                    <a:pt x="6131388" y="527942"/>
                  </a:lnTo>
                  <a:lnTo>
                    <a:pt x="6131514" y="527942"/>
                  </a:lnTo>
                  <a:lnTo>
                    <a:pt x="6131640" y="527942"/>
                  </a:lnTo>
                  <a:lnTo>
                    <a:pt x="6131766" y="527942"/>
                  </a:lnTo>
                  <a:lnTo>
                    <a:pt x="6131893" y="527942"/>
                  </a:lnTo>
                  <a:lnTo>
                    <a:pt x="6132019" y="527942"/>
                  </a:lnTo>
                  <a:lnTo>
                    <a:pt x="6132145" y="527942"/>
                  </a:lnTo>
                  <a:lnTo>
                    <a:pt x="6132271" y="527942"/>
                  </a:lnTo>
                  <a:lnTo>
                    <a:pt x="6132397" y="527942"/>
                  </a:lnTo>
                  <a:lnTo>
                    <a:pt x="6132523" y="527942"/>
                  </a:lnTo>
                  <a:lnTo>
                    <a:pt x="6132649" y="527942"/>
                  </a:lnTo>
                  <a:lnTo>
                    <a:pt x="6132775" y="527942"/>
                  </a:lnTo>
                  <a:lnTo>
                    <a:pt x="6132901" y="527942"/>
                  </a:lnTo>
                  <a:lnTo>
                    <a:pt x="6133027" y="527942"/>
                  </a:lnTo>
                  <a:lnTo>
                    <a:pt x="6133153" y="527942"/>
                  </a:lnTo>
                  <a:lnTo>
                    <a:pt x="6133279" y="527942"/>
                  </a:lnTo>
                  <a:lnTo>
                    <a:pt x="6133406" y="527942"/>
                  </a:lnTo>
                  <a:lnTo>
                    <a:pt x="6133532" y="527942"/>
                  </a:lnTo>
                  <a:lnTo>
                    <a:pt x="6133658" y="527942"/>
                  </a:lnTo>
                  <a:lnTo>
                    <a:pt x="6133784" y="527942"/>
                  </a:lnTo>
                  <a:lnTo>
                    <a:pt x="6133910" y="527942"/>
                  </a:lnTo>
                  <a:lnTo>
                    <a:pt x="6134036" y="527942"/>
                  </a:lnTo>
                  <a:lnTo>
                    <a:pt x="6134162" y="527942"/>
                  </a:lnTo>
                  <a:lnTo>
                    <a:pt x="6134288" y="527942"/>
                  </a:lnTo>
                  <a:lnTo>
                    <a:pt x="6134414" y="527942"/>
                  </a:lnTo>
                  <a:lnTo>
                    <a:pt x="6134540" y="527942"/>
                  </a:lnTo>
                  <a:lnTo>
                    <a:pt x="6134666" y="527942"/>
                  </a:lnTo>
                  <a:lnTo>
                    <a:pt x="6134793" y="527942"/>
                  </a:lnTo>
                  <a:lnTo>
                    <a:pt x="6134919" y="527942"/>
                  </a:lnTo>
                  <a:lnTo>
                    <a:pt x="6135045" y="527942"/>
                  </a:lnTo>
                  <a:lnTo>
                    <a:pt x="6135171" y="527942"/>
                  </a:lnTo>
                  <a:lnTo>
                    <a:pt x="6135297" y="527942"/>
                  </a:lnTo>
                  <a:lnTo>
                    <a:pt x="6135423" y="527942"/>
                  </a:lnTo>
                  <a:lnTo>
                    <a:pt x="6135549" y="527942"/>
                  </a:lnTo>
                  <a:lnTo>
                    <a:pt x="6135675" y="527942"/>
                  </a:lnTo>
                  <a:lnTo>
                    <a:pt x="6135801" y="527942"/>
                  </a:lnTo>
                  <a:lnTo>
                    <a:pt x="6135927" y="527942"/>
                  </a:lnTo>
                  <a:lnTo>
                    <a:pt x="6136053" y="527942"/>
                  </a:lnTo>
                  <a:lnTo>
                    <a:pt x="6136179" y="527942"/>
                  </a:lnTo>
                  <a:lnTo>
                    <a:pt x="6136306" y="527942"/>
                  </a:lnTo>
                  <a:lnTo>
                    <a:pt x="6136432" y="527942"/>
                  </a:lnTo>
                  <a:lnTo>
                    <a:pt x="6136558" y="527942"/>
                  </a:lnTo>
                  <a:lnTo>
                    <a:pt x="6136684" y="527942"/>
                  </a:lnTo>
                  <a:lnTo>
                    <a:pt x="6136810" y="527942"/>
                  </a:lnTo>
                  <a:lnTo>
                    <a:pt x="6136936" y="527942"/>
                  </a:lnTo>
                  <a:lnTo>
                    <a:pt x="6137062" y="527942"/>
                  </a:lnTo>
                  <a:lnTo>
                    <a:pt x="6137188" y="527942"/>
                  </a:lnTo>
                  <a:lnTo>
                    <a:pt x="6137314" y="527942"/>
                  </a:lnTo>
                  <a:lnTo>
                    <a:pt x="6137440" y="527942"/>
                  </a:lnTo>
                  <a:lnTo>
                    <a:pt x="6137566" y="527942"/>
                  </a:lnTo>
                  <a:lnTo>
                    <a:pt x="6137693" y="527942"/>
                  </a:lnTo>
                  <a:lnTo>
                    <a:pt x="6137819" y="527942"/>
                  </a:lnTo>
                  <a:lnTo>
                    <a:pt x="6137945" y="527942"/>
                  </a:lnTo>
                  <a:lnTo>
                    <a:pt x="6138071" y="527942"/>
                  </a:lnTo>
                  <a:lnTo>
                    <a:pt x="6138197" y="527942"/>
                  </a:lnTo>
                  <a:lnTo>
                    <a:pt x="6138323" y="527942"/>
                  </a:lnTo>
                  <a:lnTo>
                    <a:pt x="6138449" y="527942"/>
                  </a:lnTo>
                  <a:lnTo>
                    <a:pt x="6138575" y="527942"/>
                  </a:lnTo>
                  <a:lnTo>
                    <a:pt x="6138701" y="527942"/>
                  </a:lnTo>
                  <a:lnTo>
                    <a:pt x="6138827" y="527942"/>
                  </a:lnTo>
                  <a:lnTo>
                    <a:pt x="6138953" y="527942"/>
                  </a:lnTo>
                  <a:lnTo>
                    <a:pt x="6139079" y="527942"/>
                  </a:lnTo>
                  <a:lnTo>
                    <a:pt x="6139206" y="527942"/>
                  </a:lnTo>
                  <a:lnTo>
                    <a:pt x="6139332" y="527942"/>
                  </a:lnTo>
                  <a:lnTo>
                    <a:pt x="6139458" y="527942"/>
                  </a:lnTo>
                  <a:lnTo>
                    <a:pt x="6139584" y="527942"/>
                  </a:lnTo>
                  <a:lnTo>
                    <a:pt x="6139710" y="527942"/>
                  </a:lnTo>
                  <a:lnTo>
                    <a:pt x="6139836" y="527942"/>
                  </a:lnTo>
                  <a:lnTo>
                    <a:pt x="6139962" y="527942"/>
                  </a:lnTo>
                  <a:lnTo>
                    <a:pt x="6140088" y="527942"/>
                  </a:lnTo>
                  <a:lnTo>
                    <a:pt x="6140214" y="527942"/>
                  </a:lnTo>
                  <a:lnTo>
                    <a:pt x="6140340" y="527942"/>
                  </a:lnTo>
                  <a:lnTo>
                    <a:pt x="6140466" y="527942"/>
                  </a:lnTo>
                  <a:lnTo>
                    <a:pt x="6140593" y="527942"/>
                  </a:lnTo>
                  <a:lnTo>
                    <a:pt x="6140719" y="527942"/>
                  </a:lnTo>
                  <a:lnTo>
                    <a:pt x="6140845" y="527942"/>
                  </a:lnTo>
                  <a:lnTo>
                    <a:pt x="6140971" y="527942"/>
                  </a:lnTo>
                  <a:lnTo>
                    <a:pt x="6141097" y="527942"/>
                  </a:lnTo>
                  <a:lnTo>
                    <a:pt x="6141223" y="527942"/>
                  </a:lnTo>
                  <a:lnTo>
                    <a:pt x="6141349" y="527942"/>
                  </a:lnTo>
                  <a:lnTo>
                    <a:pt x="6141475" y="527942"/>
                  </a:lnTo>
                  <a:lnTo>
                    <a:pt x="6141601" y="527942"/>
                  </a:lnTo>
                  <a:lnTo>
                    <a:pt x="6141727" y="527942"/>
                  </a:lnTo>
                  <a:lnTo>
                    <a:pt x="6141853" y="527942"/>
                  </a:lnTo>
                  <a:lnTo>
                    <a:pt x="6141980" y="527942"/>
                  </a:lnTo>
                  <a:lnTo>
                    <a:pt x="6142106" y="527942"/>
                  </a:lnTo>
                  <a:lnTo>
                    <a:pt x="6142232" y="527942"/>
                  </a:lnTo>
                  <a:lnTo>
                    <a:pt x="6142358" y="527942"/>
                  </a:lnTo>
                  <a:lnTo>
                    <a:pt x="6142484" y="527942"/>
                  </a:lnTo>
                  <a:lnTo>
                    <a:pt x="6142610" y="527942"/>
                  </a:lnTo>
                  <a:lnTo>
                    <a:pt x="6142736" y="527942"/>
                  </a:lnTo>
                  <a:lnTo>
                    <a:pt x="6142862" y="527942"/>
                  </a:lnTo>
                  <a:lnTo>
                    <a:pt x="6142988" y="527942"/>
                  </a:lnTo>
                  <a:lnTo>
                    <a:pt x="6143114" y="527942"/>
                  </a:lnTo>
                  <a:lnTo>
                    <a:pt x="6143240" y="527942"/>
                  </a:lnTo>
                  <a:lnTo>
                    <a:pt x="6143366" y="527942"/>
                  </a:lnTo>
                  <a:lnTo>
                    <a:pt x="6143493" y="527942"/>
                  </a:lnTo>
                  <a:lnTo>
                    <a:pt x="6143619" y="527942"/>
                  </a:lnTo>
                  <a:lnTo>
                    <a:pt x="6143745" y="527942"/>
                  </a:lnTo>
                  <a:lnTo>
                    <a:pt x="6143871" y="527942"/>
                  </a:lnTo>
                  <a:lnTo>
                    <a:pt x="6143997" y="527942"/>
                  </a:lnTo>
                  <a:lnTo>
                    <a:pt x="6144123" y="527942"/>
                  </a:lnTo>
                  <a:lnTo>
                    <a:pt x="6144249" y="527942"/>
                  </a:lnTo>
                  <a:lnTo>
                    <a:pt x="6144375" y="527942"/>
                  </a:lnTo>
                  <a:lnTo>
                    <a:pt x="6144501" y="527942"/>
                  </a:lnTo>
                  <a:lnTo>
                    <a:pt x="6144627" y="527942"/>
                  </a:lnTo>
                  <a:lnTo>
                    <a:pt x="6144753" y="527942"/>
                  </a:lnTo>
                  <a:lnTo>
                    <a:pt x="6144880" y="527942"/>
                  </a:lnTo>
                  <a:lnTo>
                    <a:pt x="6145006" y="527942"/>
                  </a:lnTo>
                  <a:lnTo>
                    <a:pt x="6145132" y="527942"/>
                  </a:lnTo>
                  <a:lnTo>
                    <a:pt x="6145258" y="527942"/>
                  </a:lnTo>
                  <a:lnTo>
                    <a:pt x="6145384" y="527942"/>
                  </a:lnTo>
                  <a:lnTo>
                    <a:pt x="6145510" y="527942"/>
                  </a:lnTo>
                  <a:lnTo>
                    <a:pt x="6145636" y="527942"/>
                  </a:lnTo>
                  <a:lnTo>
                    <a:pt x="6145762" y="527942"/>
                  </a:lnTo>
                  <a:lnTo>
                    <a:pt x="6145888" y="527942"/>
                  </a:lnTo>
                  <a:lnTo>
                    <a:pt x="6146014" y="527942"/>
                  </a:lnTo>
                  <a:lnTo>
                    <a:pt x="6146140" y="527942"/>
                  </a:lnTo>
                  <a:lnTo>
                    <a:pt x="6146266" y="527942"/>
                  </a:lnTo>
                  <a:lnTo>
                    <a:pt x="6146393" y="527942"/>
                  </a:lnTo>
                  <a:lnTo>
                    <a:pt x="6146519" y="527942"/>
                  </a:lnTo>
                  <a:lnTo>
                    <a:pt x="6146645" y="527942"/>
                  </a:lnTo>
                  <a:lnTo>
                    <a:pt x="6146771" y="527942"/>
                  </a:lnTo>
                  <a:lnTo>
                    <a:pt x="6146897" y="527942"/>
                  </a:lnTo>
                  <a:lnTo>
                    <a:pt x="6147023" y="527942"/>
                  </a:lnTo>
                  <a:lnTo>
                    <a:pt x="6147149" y="527942"/>
                  </a:lnTo>
                  <a:lnTo>
                    <a:pt x="6147275" y="527942"/>
                  </a:lnTo>
                  <a:lnTo>
                    <a:pt x="6147401" y="527942"/>
                  </a:lnTo>
                  <a:lnTo>
                    <a:pt x="6147527" y="527942"/>
                  </a:lnTo>
                  <a:lnTo>
                    <a:pt x="6147653" y="527942"/>
                  </a:lnTo>
                  <a:lnTo>
                    <a:pt x="6147780" y="527942"/>
                  </a:lnTo>
                  <a:lnTo>
                    <a:pt x="6147906" y="527942"/>
                  </a:lnTo>
                  <a:lnTo>
                    <a:pt x="6148032" y="527942"/>
                  </a:lnTo>
                  <a:lnTo>
                    <a:pt x="6148158" y="527942"/>
                  </a:lnTo>
                  <a:lnTo>
                    <a:pt x="6148284" y="527942"/>
                  </a:lnTo>
                  <a:lnTo>
                    <a:pt x="6148410" y="527942"/>
                  </a:lnTo>
                  <a:lnTo>
                    <a:pt x="6148536" y="527942"/>
                  </a:lnTo>
                  <a:lnTo>
                    <a:pt x="6148662" y="527942"/>
                  </a:lnTo>
                  <a:lnTo>
                    <a:pt x="6148788" y="527942"/>
                  </a:lnTo>
                  <a:lnTo>
                    <a:pt x="6148914" y="527942"/>
                  </a:lnTo>
                  <a:lnTo>
                    <a:pt x="6149040" y="527942"/>
                  </a:lnTo>
                  <a:lnTo>
                    <a:pt x="6149167" y="527942"/>
                  </a:lnTo>
                  <a:lnTo>
                    <a:pt x="6149293" y="527942"/>
                  </a:lnTo>
                  <a:lnTo>
                    <a:pt x="6149419" y="527942"/>
                  </a:lnTo>
                  <a:lnTo>
                    <a:pt x="6149545" y="527942"/>
                  </a:lnTo>
                  <a:lnTo>
                    <a:pt x="6149671" y="527942"/>
                  </a:lnTo>
                  <a:lnTo>
                    <a:pt x="6149797" y="527942"/>
                  </a:lnTo>
                  <a:lnTo>
                    <a:pt x="6149923" y="527942"/>
                  </a:lnTo>
                  <a:lnTo>
                    <a:pt x="6150049" y="527942"/>
                  </a:lnTo>
                  <a:lnTo>
                    <a:pt x="6150175" y="527942"/>
                  </a:lnTo>
                  <a:lnTo>
                    <a:pt x="6150301" y="527942"/>
                  </a:lnTo>
                  <a:lnTo>
                    <a:pt x="6150427" y="527942"/>
                  </a:lnTo>
                  <a:lnTo>
                    <a:pt x="6150553" y="527942"/>
                  </a:lnTo>
                  <a:lnTo>
                    <a:pt x="6150680" y="527942"/>
                  </a:lnTo>
                  <a:lnTo>
                    <a:pt x="6150806" y="527942"/>
                  </a:lnTo>
                  <a:lnTo>
                    <a:pt x="6150932" y="527942"/>
                  </a:lnTo>
                  <a:lnTo>
                    <a:pt x="6151058" y="527942"/>
                  </a:lnTo>
                  <a:lnTo>
                    <a:pt x="6151184" y="527942"/>
                  </a:lnTo>
                  <a:lnTo>
                    <a:pt x="6151310" y="527942"/>
                  </a:lnTo>
                  <a:lnTo>
                    <a:pt x="6151436" y="527942"/>
                  </a:lnTo>
                  <a:lnTo>
                    <a:pt x="6151562" y="527942"/>
                  </a:lnTo>
                  <a:lnTo>
                    <a:pt x="6151688" y="527942"/>
                  </a:lnTo>
                  <a:lnTo>
                    <a:pt x="6151814" y="527942"/>
                  </a:lnTo>
                  <a:lnTo>
                    <a:pt x="6151940" y="527942"/>
                  </a:lnTo>
                  <a:lnTo>
                    <a:pt x="6152067" y="527942"/>
                  </a:lnTo>
                  <a:lnTo>
                    <a:pt x="6152193" y="527942"/>
                  </a:lnTo>
                  <a:lnTo>
                    <a:pt x="6152319" y="527942"/>
                  </a:lnTo>
                  <a:lnTo>
                    <a:pt x="6152445" y="527942"/>
                  </a:lnTo>
                  <a:lnTo>
                    <a:pt x="6152571" y="527942"/>
                  </a:lnTo>
                  <a:lnTo>
                    <a:pt x="6152697" y="527942"/>
                  </a:lnTo>
                  <a:lnTo>
                    <a:pt x="6152823" y="527942"/>
                  </a:lnTo>
                  <a:lnTo>
                    <a:pt x="6152949" y="527942"/>
                  </a:lnTo>
                  <a:lnTo>
                    <a:pt x="6153075" y="527942"/>
                  </a:lnTo>
                  <a:lnTo>
                    <a:pt x="6153201" y="527942"/>
                  </a:lnTo>
                  <a:lnTo>
                    <a:pt x="6153327" y="527942"/>
                  </a:lnTo>
                  <a:lnTo>
                    <a:pt x="6153453" y="527942"/>
                  </a:lnTo>
                  <a:lnTo>
                    <a:pt x="6153580" y="527942"/>
                  </a:lnTo>
                  <a:lnTo>
                    <a:pt x="6153706" y="527942"/>
                  </a:lnTo>
                  <a:lnTo>
                    <a:pt x="6153832" y="527942"/>
                  </a:lnTo>
                  <a:lnTo>
                    <a:pt x="6153958" y="527942"/>
                  </a:lnTo>
                  <a:lnTo>
                    <a:pt x="6154084" y="527942"/>
                  </a:lnTo>
                  <a:lnTo>
                    <a:pt x="6154210" y="527942"/>
                  </a:lnTo>
                  <a:lnTo>
                    <a:pt x="6154336" y="527942"/>
                  </a:lnTo>
                  <a:lnTo>
                    <a:pt x="6154462" y="527942"/>
                  </a:lnTo>
                  <a:lnTo>
                    <a:pt x="6154588" y="527942"/>
                  </a:lnTo>
                  <a:lnTo>
                    <a:pt x="6154714" y="527942"/>
                  </a:lnTo>
                  <a:lnTo>
                    <a:pt x="6154840" y="527942"/>
                  </a:lnTo>
                  <a:lnTo>
                    <a:pt x="6154967" y="527942"/>
                  </a:lnTo>
                  <a:lnTo>
                    <a:pt x="6155093" y="527942"/>
                  </a:lnTo>
                  <a:lnTo>
                    <a:pt x="6155219" y="527942"/>
                  </a:lnTo>
                  <a:lnTo>
                    <a:pt x="6155345" y="527942"/>
                  </a:lnTo>
                  <a:lnTo>
                    <a:pt x="6155471" y="527942"/>
                  </a:lnTo>
                  <a:lnTo>
                    <a:pt x="6155597" y="527942"/>
                  </a:lnTo>
                  <a:lnTo>
                    <a:pt x="6155723" y="527942"/>
                  </a:lnTo>
                  <a:lnTo>
                    <a:pt x="6155849" y="527942"/>
                  </a:lnTo>
                  <a:lnTo>
                    <a:pt x="6155975" y="527942"/>
                  </a:lnTo>
                  <a:lnTo>
                    <a:pt x="6156101" y="527942"/>
                  </a:lnTo>
                  <a:lnTo>
                    <a:pt x="6156227" y="527942"/>
                  </a:lnTo>
                  <a:lnTo>
                    <a:pt x="6156353" y="527942"/>
                  </a:lnTo>
                  <a:lnTo>
                    <a:pt x="6156480" y="527942"/>
                  </a:lnTo>
                  <a:lnTo>
                    <a:pt x="6156606" y="527942"/>
                  </a:lnTo>
                  <a:lnTo>
                    <a:pt x="6156732" y="527942"/>
                  </a:lnTo>
                  <a:lnTo>
                    <a:pt x="6156858" y="527942"/>
                  </a:lnTo>
                  <a:lnTo>
                    <a:pt x="6156984" y="527942"/>
                  </a:lnTo>
                  <a:lnTo>
                    <a:pt x="6157110" y="527942"/>
                  </a:lnTo>
                  <a:lnTo>
                    <a:pt x="6157236" y="527942"/>
                  </a:lnTo>
                  <a:lnTo>
                    <a:pt x="6157362" y="527942"/>
                  </a:lnTo>
                  <a:lnTo>
                    <a:pt x="6157488" y="527942"/>
                  </a:lnTo>
                  <a:lnTo>
                    <a:pt x="6157614" y="527942"/>
                  </a:lnTo>
                  <a:lnTo>
                    <a:pt x="6157740" y="527942"/>
                  </a:lnTo>
                  <a:lnTo>
                    <a:pt x="6157867" y="527942"/>
                  </a:lnTo>
                  <a:lnTo>
                    <a:pt x="6157993" y="527942"/>
                  </a:lnTo>
                  <a:lnTo>
                    <a:pt x="6158119" y="527942"/>
                  </a:lnTo>
                  <a:lnTo>
                    <a:pt x="6158245" y="527942"/>
                  </a:lnTo>
                  <a:lnTo>
                    <a:pt x="6158371" y="527942"/>
                  </a:lnTo>
                  <a:lnTo>
                    <a:pt x="6158497" y="527942"/>
                  </a:lnTo>
                  <a:lnTo>
                    <a:pt x="6158623" y="527942"/>
                  </a:lnTo>
                  <a:lnTo>
                    <a:pt x="6158749" y="527942"/>
                  </a:lnTo>
                  <a:lnTo>
                    <a:pt x="6158875" y="527942"/>
                  </a:lnTo>
                  <a:lnTo>
                    <a:pt x="6159001" y="527942"/>
                  </a:lnTo>
                  <a:lnTo>
                    <a:pt x="6159127" y="527942"/>
                  </a:lnTo>
                  <a:lnTo>
                    <a:pt x="6159254" y="527942"/>
                  </a:lnTo>
                  <a:lnTo>
                    <a:pt x="6159380" y="527942"/>
                  </a:lnTo>
                  <a:lnTo>
                    <a:pt x="6159506" y="527942"/>
                  </a:lnTo>
                  <a:lnTo>
                    <a:pt x="6159632" y="527942"/>
                  </a:lnTo>
                  <a:lnTo>
                    <a:pt x="6159758" y="527942"/>
                  </a:lnTo>
                  <a:lnTo>
                    <a:pt x="6159884" y="527942"/>
                  </a:lnTo>
                  <a:lnTo>
                    <a:pt x="6160010" y="527942"/>
                  </a:lnTo>
                  <a:lnTo>
                    <a:pt x="6160136" y="527942"/>
                  </a:lnTo>
                  <a:lnTo>
                    <a:pt x="6160262" y="527942"/>
                  </a:lnTo>
                  <a:lnTo>
                    <a:pt x="6160388" y="527942"/>
                  </a:lnTo>
                  <a:lnTo>
                    <a:pt x="6160514" y="527942"/>
                  </a:lnTo>
                  <a:lnTo>
                    <a:pt x="6160640" y="527942"/>
                  </a:lnTo>
                  <a:lnTo>
                    <a:pt x="6160767" y="527942"/>
                  </a:lnTo>
                  <a:lnTo>
                    <a:pt x="6160893" y="527942"/>
                  </a:lnTo>
                  <a:lnTo>
                    <a:pt x="6161019" y="527942"/>
                  </a:lnTo>
                  <a:lnTo>
                    <a:pt x="6161145" y="527942"/>
                  </a:lnTo>
                  <a:lnTo>
                    <a:pt x="6161271" y="527942"/>
                  </a:lnTo>
                  <a:lnTo>
                    <a:pt x="6161397" y="527942"/>
                  </a:lnTo>
                  <a:lnTo>
                    <a:pt x="6161523" y="527942"/>
                  </a:lnTo>
                  <a:lnTo>
                    <a:pt x="6161523" y="522662"/>
                  </a:lnTo>
                  <a:lnTo>
                    <a:pt x="6161649" y="522662"/>
                  </a:lnTo>
                  <a:lnTo>
                    <a:pt x="6161775" y="522662"/>
                  </a:lnTo>
                  <a:lnTo>
                    <a:pt x="6161901" y="522662"/>
                  </a:lnTo>
                  <a:lnTo>
                    <a:pt x="6162027" y="522662"/>
                  </a:lnTo>
                  <a:lnTo>
                    <a:pt x="6162154" y="522662"/>
                  </a:lnTo>
                  <a:lnTo>
                    <a:pt x="6162280" y="522662"/>
                  </a:lnTo>
                  <a:lnTo>
                    <a:pt x="6162406" y="522662"/>
                  </a:lnTo>
                  <a:lnTo>
                    <a:pt x="6162532" y="522662"/>
                  </a:lnTo>
                  <a:lnTo>
                    <a:pt x="6162658" y="522662"/>
                  </a:lnTo>
                  <a:lnTo>
                    <a:pt x="6162784" y="522662"/>
                  </a:lnTo>
                  <a:lnTo>
                    <a:pt x="6162910" y="522662"/>
                  </a:lnTo>
                  <a:lnTo>
                    <a:pt x="6163036" y="522662"/>
                  </a:lnTo>
                  <a:lnTo>
                    <a:pt x="6163162" y="522662"/>
                  </a:lnTo>
                  <a:lnTo>
                    <a:pt x="6163288" y="522662"/>
                  </a:lnTo>
                  <a:lnTo>
                    <a:pt x="6163414" y="522662"/>
                  </a:lnTo>
                  <a:lnTo>
                    <a:pt x="6163540" y="522662"/>
                  </a:lnTo>
                  <a:lnTo>
                    <a:pt x="6163667" y="522662"/>
                  </a:lnTo>
                  <a:lnTo>
                    <a:pt x="6163793" y="522662"/>
                  </a:lnTo>
                  <a:lnTo>
                    <a:pt x="6163919" y="522662"/>
                  </a:lnTo>
                  <a:lnTo>
                    <a:pt x="6164045" y="522662"/>
                  </a:lnTo>
                  <a:lnTo>
                    <a:pt x="6164171" y="522662"/>
                  </a:lnTo>
                  <a:lnTo>
                    <a:pt x="6164297" y="522662"/>
                  </a:lnTo>
                  <a:lnTo>
                    <a:pt x="6164423" y="522662"/>
                  </a:lnTo>
                  <a:lnTo>
                    <a:pt x="6164549" y="522662"/>
                  </a:lnTo>
                  <a:lnTo>
                    <a:pt x="6164675" y="522662"/>
                  </a:lnTo>
                  <a:lnTo>
                    <a:pt x="6164801" y="522662"/>
                  </a:lnTo>
                  <a:lnTo>
                    <a:pt x="6164927" y="522662"/>
                  </a:lnTo>
                  <a:lnTo>
                    <a:pt x="6165054" y="522662"/>
                  </a:lnTo>
                  <a:lnTo>
                    <a:pt x="6165180" y="522662"/>
                  </a:lnTo>
                  <a:lnTo>
                    <a:pt x="6165306" y="522662"/>
                  </a:lnTo>
                  <a:lnTo>
                    <a:pt x="6165432" y="522662"/>
                  </a:lnTo>
                  <a:lnTo>
                    <a:pt x="6165558" y="522662"/>
                  </a:lnTo>
                  <a:lnTo>
                    <a:pt x="6165684" y="522662"/>
                  </a:lnTo>
                  <a:lnTo>
                    <a:pt x="6165684" y="517383"/>
                  </a:lnTo>
                  <a:lnTo>
                    <a:pt x="6165810" y="517383"/>
                  </a:lnTo>
                  <a:lnTo>
                    <a:pt x="6165936" y="517383"/>
                  </a:lnTo>
                  <a:lnTo>
                    <a:pt x="6166062" y="517383"/>
                  </a:lnTo>
                  <a:lnTo>
                    <a:pt x="6166188" y="517383"/>
                  </a:lnTo>
                  <a:lnTo>
                    <a:pt x="6166314" y="517383"/>
                  </a:lnTo>
                  <a:lnTo>
                    <a:pt x="6166441" y="517383"/>
                  </a:lnTo>
                  <a:lnTo>
                    <a:pt x="6166567" y="517383"/>
                  </a:lnTo>
                  <a:lnTo>
                    <a:pt x="6166693" y="517383"/>
                  </a:lnTo>
                  <a:lnTo>
                    <a:pt x="6166693" y="512103"/>
                  </a:lnTo>
                  <a:lnTo>
                    <a:pt x="6166819" y="512103"/>
                  </a:lnTo>
                  <a:lnTo>
                    <a:pt x="6166945" y="512103"/>
                  </a:lnTo>
                  <a:lnTo>
                    <a:pt x="6167071" y="512103"/>
                  </a:lnTo>
                  <a:lnTo>
                    <a:pt x="6167197" y="512103"/>
                  </a:lnTo>
                  <a:lnTo>
                    <a:pt x="6167323" y="512103"/>
                  </a:lnTo>
                  <a:lnTo>
                    <a:pt x="6167449" y="512103"/>
                  </a:lnTo>
                  <a:lnTo>
                    <a:pt x="6167575" y="512103"/>
                  </a:lnTo>
                  <a:lnTo>
                    <a:pt x="6167701" y="512103"/>
                  </a:lnTo>
                  <a:lnTo>
                    <a:pt x="6167827" y="512103"/>
                  </a:lnTo>
                  <a:lnTo>
                    <a:pt x="6167954" y="512103"/>
                  </a:lnTo>
                  <a:lnTo>
                    <a:pt x="6168080" y="512103"/>
                  </a:lnTo>
                  <a:lnTo>
                    <a:pt x="6168206" y="512103"/>
                  </a:lnTo>
                  <a:lnTo>
                    <a:pt x="6168332" y="512103"/>
                  </a:lnTo>
                  <a:lnTo>
                    <a:pt x="6168458" y="512103"/>
                  </a:lnTo>
                  <a:lnTo>
                    <a:pt x="6168584" y="512103"/>
                  </a:lnTo>
                  <a:lnTo>
                    <a:pt x="6168710" y="512103"/>
                  </a:lnTo>
                  <a:lnTo>
                    <a:pt x="6168836" y="512103"/>
                  </a:lnTo>
                  <a:lnTo>
                    <a:pt x="6168962" y="512103"/>
                  </a:lnTo>
                  <a:lnTo>
                    <a:pt x="6169088" y="512103"/>
                  </a:lnTo>
                  <a:lnTo>
                    <a:pt x="6169214" y="512103"/>
                  </a:lnTo>
                  <a:lnTo>
                    <a:pt x="6169341" y="512103"/>
                  </a:lnTo>
                  <a:lnTo>
                    <a:pt x="6169467" y="512103"/>
                  </a:lnTo>
                  <a:lnTo>
                    <a:pt x="6169593" y="512103"/>
                  </a:lnTo>
                  <a:lnTo>
                    <a:pt x="6169719" y="512103"/>
                  </a:lnTo>
                  <a:lnTo>
                    <a:pt x="6169845" y="512103"/>
                  </a:lnTo>
                  <a:lnTo>
                    <a:pt x="6169971" y="512103"/>
                  </a:lnTo>
                  <a:lnTo>
                    <a:pt x="6170097" y="512103"/>
                  </a:lnTo>
                  <a:lnTo>
                    <a:pt x="6170223" y="512103"/>
                  </a:lnTo>
                  <a:lnTo>
                    <a:pt x="6170349" y="512103"/>
                  </a:lnTo>
                  <a:lnTo>
                    <a:pt x="6170475" y="512103"/>
                  </a:lnTo>
                  <a:lnTo>
                    <a:pt x="6170601" y="512103"/>
                  </a:lnTo>
                  <a:lnTo>
                    <a:pt x="6170727" y="512103"/>
                  </a:lnTo>
                  <a:lnTo>
                    <a:pt x="6170854" y="512103"/>
                  </a:lnTo>
                  <a:lnTo>
                    <a:pt x="6170980" y="512103"/>
                  </a:lnTo>
                  <a:lnTo>
                    <a:pt x="6171106" y="512103"/>
                  </a:lnTo>
                  <a:lnTo>
                    <a:pt x="6171232" y="512103"/>
                  </a:lnTo>
                  <a:lnTo>
                    <a:pt x="6171358" y="512103"/>
                  </a:lnTo>
                  <a:lnTo>
                    <a:pt x="6171484" y="512103"/>
                  </a:lnTo>
                  <a:lnTo>
                    <a:pt x="6171610" y="512103"/>
                  </a:lnTo>
                  <a:lnTo>
                    <a:pt x="6171736" y="512103"/>
                  </a:lnTo>
                  <a:lnTo>
                    <a:pt x="6171862" y="512103"/>
                  </a:lnTo>
                  <a:lnTo>
                    <a:pt x="6171988" y="512103"/>
                  </a:lnTo>
                  <a:lnTo>
                    <a:pt x="6172114" y="512103"/>
                  </a:lnTo>
                  <a:lnTo>
                    <a:pt x="6172241" y="512103"/>
                  </a:lnTo>
                  <a:lnTo>
                    <a:pt x="6172367" y="512103"/>
                  </a:lnTo>
                  <a:lnTo>
                    <a:pt x="6172493" y="512103"/>
                  </a:lnTo>
                  <a:lnTo>
                    <a:pt x="6172619" y="512103"/>
                  </a:lnTo>
                  <a:lnTo>
                    <a:pt x="6172745" y="512103"/>
                  </a:lnTo>
                  <a:lnTo>
                    <a:pt x="6172871" y="512103"/>
                  </a:lnTo>
                  <a:lnTo>
                    <a:pt x="6172997" y="512103"/>
                  </a:lnTo>
                  <a:lnTo>
                    <a:pt x="6173123" y="512103"/>
                  </a:lnTo>
                  <a:lnTo>
                    <a:pt x="6173249" y="512103"/>
                  </a:lnTo>
                  <a:lnTo>
                    <a:pt x="6173249" y="506824"/>
                  </a:lnTo>
                  <a:lnTo>
                    <a:pt x="6173375" y="506824"/>
                  </a:lnTo>
                  <a:lnTo>
                    <a:pt x="6173501" y="506824"/>
                  </a:lnTo>
                  <a:lnTo>
                    <a:pt x="6173628" y="506824"/>
                  </a:lnTo>
                  <a:lnTo>
                    <a:pt x="6173754" y="506824"/>
                  </a:lnTo>
                  <a:lnTo>
                    <a:pt x="6173880" y="506824"/>
                  </a:lnTo>
                  <a:lnTo>
                    <a:pt x="6174006" y="506824"/>
                  </a:lnTo>
                  <a:lnTo>
                    <a:pt x="6174132" y="506824"/>
                  </a:lnTo>
                  <a:lnTo>
                    <a:pt x="6174258" y="506824"/>
                  </a:lnTo>
                  <a:lnTo>
                    <a:pt x="6174384" y="506824"/>
                  </a:lnTo>
                  <a:lnTo>
                    <a:pt x="6174510" y="506824"/>
                  </a:lnTo>
                  <a:lnTo>
                    <a:pt x="6174636" y="506824"/>
                  </a:lnTo>
                  <a:lnTo>
                    <a:pt x="6174762" y="506824"/>
                  </a:lnTo>
                  <a:lnTo>
                    <a:pt x="6174888" y="506824"/>
                  </a:lnTo>
                  <a:lnTo>
                    <a:pt x="6175014" y="506824"/>
                  </a:lnTo>
                  <a:lnTo>
                    <a:pt x="6175141" y="506824"/>
                  </a:lnTo>
                  <a:lnTo>
                    <a:pt x="6175267" y="506824"/>
                  </a:lnTo>
                  <a:lnTo>
                    <a:pt x="6175393" y="506824"/>
                  </a:lnTo>
                  <a:lnTo>
                    <a:pt x="6175519" y="506824"/>
                  </a:lnTo>
                  <a:lnTo>
                    <a:pt x="6175645" y="506824"/>
                  </a:lnTo>
                  <a:lnTo>
                    <a:pt x="6175771" y="506824"/>
                  </a:lnTo>
                  <a:lnTo>
                    <a:pt x="6175897" y="506824"/>
                  </a:lnTo>
                  <a:lnTo>
                    <a:pt x="6176023" y="506824"/>
                  </a:lnTo>
                  <a:lnTo>
                    <a:pt x="6176149" y="506824"/>
                  </a:lnTo>
                  <a:lnTo>
                    <a:pt x="6176275" y="506824"/>
                  </a:lnTo>
                  <a:lnTo>
                    <a:pt x="6176401" y="506824"/>
                  </a:lnTo>
                  <a:lnTo>
                    <a:pt x="6176528" y="506824"/>
                  </a:lnTo>
                  <a:lnTo>
                    <a:pt x="6176654" y="506824"/>
                  </a:lnTo>
                  <a:lnTo>
                    <a:pt x="6176780" y="506824"/>
                  </a:lnTo>
                  <a:lnTo>
                    <a:pt x="6176906" y="506824"/>
                  </a:lnTo>
                  <a:lnTo>
                    <a:pt x="6177032" y="506824"/>
                  </a:lnTo>
                  <a:lnTo>
                    <a:pt x="6177158" y="506824"/>
                  </a:lnTo>
                  <a:lnTo>
                    <a:pt x="6177284" y="506824"/>
                  </a:lnTo>
                  <a:lnTo>
                    <a:pt x="6177410" y="506824"/>
                  </a:lnTo>
                  <a:lnTo>
                    <a:pt x="6177536" y="506824"/>
                  </a:lnTo>
                  <a:lnTo>
                    <a:pt x="6177662" y="506824"/>
                  </a:lnTo>
                  <a:lnTo>
                    <a:pt x="6177788" y="506824"/>
                  </a:lnTo>
                  <a:lnTo>
                    <a:pt x="6177914" y="506824"/>
                  </a:lnTo>
                  <a:lnTo>
                    <a:pt x="6178041" y="506824"/>
                  </a:lnTo>
                  <a:lnTo>
                    <a:pt x="6178167" y="506824"/>
                  </a:lnTo>
                  <a:lnTo>
                    <a:pt x="6178293" y="506824"/>
                  </a:lnTo>
                  <a:lnTo>
                    <a:pt x="6178419" y="506824"/>
                  </a:lnTo>
                  <a:lnTo>
                    <a:pt x="6178545" y="506824"/>
                  </a:lnTo>
                  <a:lnTo>
                    <a:pt x="6178671" y="506824"/>
                  </a:lnTo>
                  <a:lnTo>
                    <a:pt x="6178797" y="506824"/>
                  </a:lnTo>
                  <a:lnTo>
                    <a:pt x="6178923" y="506824"/>
                  </a:lnTo>
                  <a:lnTo>
                    <a:pt x="6179049" y="506824"/>
                  </a:lnTo>
                  <a:lnTo>
                    <a:pt x="6179175" y="506824"/>
                  </a:lnTo>
                  <a:lnTo>
                    <a:pt x="6179301" y="506824"/>
                  </a:lnTo>
                  <a:lnTo>
                    <a:pt x="6179428" y="506824"/>
                  </a:lnTo>
                  <a:lnTo>
                    <a:pt x="6179554" y="506824"/>
                  </a:lnTo>
                  <a:lnTo>
                    <a:pt x="6179680" y="506824"/>
                  </a:lnTo>
                  <a:lnTo>
                    <a:pt x="6179806" y="506824"/>
                  </a:lnTo>
                  <a:lnTo>
                    <a:pt x="6179932" y="506824"/>
                  </a:lnTo>
                  <a:lnTo>
                    <a:pt x="6180058" y="506824"/>
                  </a:lnTo>
                  <a:lnTo>
                    <a:pt x="6180184" y="506824"/>
                  </a:lnTo>
                  <a:lnTo>
                    <a:pt x="6180310" y="506824"/>
                  </a:lnTo>
                  <a:lnTo>
                    <a:pt x="6180436" y="506824"/>
                  </a:lnTo>
                  <a:lnTo>
                    <a:pt x="6180562" y="506824"/>
                  </a:lnTo>
                  <a:lnTo>
                    <a:pt x="6180688" y="506824"/>
                  </a:lnTo>
                  <a:lnTo>
                    <a:pt x="6180814" y="506824"/>
                  </a:lnTo>
                  <a:lnTo>
                    <a:pt x="6180941" y="506824"/>
                  </a:lnTo>
                  <a:lnTo>
                    <a:pt x="6181067" y="506824"/>
                  </a:lnTo>
                  <a:lnTo>
                    <a:pt x="6181193" y="506824"/>
                  </a:lnTo>
                  <a:lnTo>
                    <a:pt x="6181319" y="506824"/>
                  </a:lnTo>
                  <a:lnTo>
                    <a:pt x="6181445" y="506824"/>
                  </a:lnTo>
                  <a:lnTo>
                    <a:pt x="6181571" y="506824"/>
                  </a:lnTo>
                  <a:lnTo>
                    <a:pt x="6181697" y="506824"/>
                  </a:lnTo>
                  <a:lnTo>
                    <a:pt x="6181823" y="506824"/>
                  </a:lnTo>
                  <a:lnTo>
                    <a:pt x="6181949" y="506824"/>
                  </a:lnTo>
                  <a:lnTo>
                    <a:pt x="6182075" y="506824"/>
                  </a:lnTo>
                  <a:lnTo>
                    <a:pt x="6182201" y="506824"/>
                  </a:lnTo>
                  <a:lnTo>
                    <a:pt x="6182328" y="506824"/>
                  </a:lnTo>
                  <a:lnTo>
                    <a:pt x="6182454" y="506824"/>
                  </a:lnTo>
                  <a:lnTo>
                    <a:pt x="6182580" y="506824"/>
                  </a:lnTo>
                  <a:lnTo>
                    <a:pt x="6182706" y="506824"/>
                  </a:lnTo>
                  <a:lnTo>
                    <a:pt x="6182832" y="506824"/>
                  </a:lnTo>
                  <a:lnTo>
                    <a:pt x="6182958" y="506824"/>
                  </a:lnTo>
                  <a:lnTo>
                    <a:pt x="6183084" y="506824"/>
                  </a:lnTo>
                  <a:lnTo>
                    <a:pt x="6183210" y="506824"/>
                  </a:lnTo>
                  <a:lnTo>
                    <a:pt x="6183336" y="506824"/>
                  </a:lnTo>
                  <a:lnTo>
                    <a:pt x="6183462" y="506824"/>
                  </a:lnTo>
                  <a:lnTo>
                    <a:pt x="6183588" y="506824"/>
                  </a:lnTo>
                  <a:lnTo>
                    <a:pt x="6183715" y="506824"/>
                  </a:lnTo>
                  <a:lnTo>
                    <a:pt x="6183841" y="506824"/>
                  </a:lnTo>
                  <a:lnTo>
                    <a:pt x="6183967" y="506824"/>
                  </a:lnTo>
                  <a:lnTo>
                    <a:pt x="6184093" y="506824"/>
                  </a:lnTo>
                  <a:lnTo>
                    <a:pt x="6184219" y="506824"/>
                  </a:lnTo>
                  <a:lnTo>
                    <a:pt x="6184345" y="506824"/>
                  </a:lnTo>
                  <a:lnTo>
                    <a:pt x="6184471" y="506824"/>
                  </a:lnTo>
                  <a:lnTo>
                    <a:pt x="6184597" y="506824"/>
                  </a:lnTo>
                  <a:lnTo>
                    <a:pt x="6184723" y="506824"/>
                  </a:lnTo>
                  <a:lnTo>
                    <a:pt x="6184849" y="506824"/>
                  </a:lnTo>
                  <a:lnTo>
                    <a:pt x="6184975" y="506824"/>
                  </a:lnTo>
                  <a:lnTo>
                    <a:pt x="6185101" y="506824"/>
                  </a:lnTo>
                  <a:lnTo>
                    <a:pt x="6185228" y="506824"/>
                  </a:lnTo>
                  <a:lnTo>
                    <a:pt x="6185354" y="506824"/>
                  </a:lnTo>
                  <a:lnTo>
                    <a:pt x="6185480" y="506824"/>
                  </a:lnTo>
                  <a:lnTo>
                    <a:pt x="6185606" y="506824"/>
                  </a:lnTo>
                  <a:lnTo>
                    <a:pt x="6185732" y="506824"/>
                  </a:lnTo>
                  <a:lnTo>
                    <a:pt x="6185858" y="506824"/>
                  </a:lnTo>
                  <a:lnTo>
                    <a:pt x="6185984" y="506824"/>
                  </a:lnTo>
                  <a:lnTo>
                    <a:pt x="6186110" y="506824"/>
                  </a:lnTo>
                  <a:lnTo>
                    <a:pt x="6186236" y="506824"/>
                  </a:lnTo>
                  <a:lnTo>
                    <a:pt x="6186362" y="506824"/>
                  </a:lnTo>
                  <a:lnTo>
                    <a:pt x="6186488" y="506824"/>
                  </a:lnTo>
                  <a:lnTo>
                    <a:pt x="6186615" y="506824"/>
                  </a:lnTo>
                  <a:lnTo>
                    <a:pt x="6186741" y="506824"/>
                  </a:lnTo>
                  <a:lnTo>
                    <a:pt x="6186867" y="506824"/>
                  </a:lnTo>
                  <a:lnTo>
                    <a:pt x="6186993" y="506824"/>
                  </a:lnTo>
                  <a:lnTo>
                    <a:pt x="6187119" y="506824"/>
                  </a:lnTo>
                  <a:lnTo>
                    <a:pt x="6187245" y="506824"/>
                  </a:lnTo>
                  <a:lnTo>
                    <a:pt x="6187371" y="506824"/>
                  </a:lnTo>
                  <a:lnTo>
                    <a:pt x="6187497" y="506824"/>
                  </a:lnTo>
                  <a:lnTo>
                    <a:pt x="6187623" y="506824"/>
                  </a:lnTo>
                  <a:lnTo>
                    <a:pt x="6187749" y="506824"/>
                  </a:lnTo>
                  <a:lnTo>
                    <a:pt x="6187875" y="506824"/>
                  </a:lnTo>
                  <a:lnTo>
                    <a:pt x="6188001" y="506824"/>
                  </a:lnTo>
                  <a:lnTo>
                    <a:pt x="6188128" y="506824"/>
                  </a:lnTo>
                  <a:lnTo>
                    <a:pt x="6188254" y="506824"/>
                  </a:lnTo>
                  <a:lnTo>
                    <a:pt x="6188380" y="506824"/>
                  </a:lnTo>
                  <a:lnTo>
                    <a:pt x="6188506" y="506824"/>
                  </a:lnTo>
                  <a:lnTo>
                    <a:pt x="6188632" y="506824"/>
                  </a:lnTo>
                  <a:lnTo>
                    <a:pt x="6188758" y="506824"/>
                  </a:lnTo>
                  <a:lnTo>
                    <a:pt x="6188884" y="506824"/>
                  </a:lnTo>
                  <a:lnTo>
                    <a:pt x="6189010" y="506824"/>
                  </a:lnTo>
                  <a:lnTo>
                    <a:pt x="6189136" y="506824"/>
                  </a:lnTo>
                  <a:lnTo>
                    <a:pt x="6189262" y="506824"/>
                  </a:lnTo>
                  <a:lnTo>
                    <a:pt x="6189388" y="506824"/>
                  </a:lnTo>
                  <a:lnTo>
                    <a:pt x="6189515" y="506824"/>
                  </a:lnTo>
                  <a:lnTo>
                    <a:pt x="6189641" y="506824"/>
                  </a:lnTo>
                  <a:lnTo>
                    <a:pt x="6189767" y="506824"/>
                  </a:lnTo>
                  <a:lnTo>
                    <a:pt x="6189893" y="506824"/>
                  </a:lnTo>
                  <a:lnTo>
                    <a:pt x="6190019" y="506824"/>
                  </a:lnTo>
                  <a:lnTo>
                    <a:pt x="6190145" y="506824"/>
                  </a:lnTo>
                  <a:lnTo>
                    <a:pt x="6190271" y="506824"/>
                  </a:lnTo>
                  <a:lnTo>
                    <a:pt x="6190397" y="506824"/>
                  </a:lnTo>
                  <a:lnTo>
                    <a:pt x="6190523" y="506824"/>
                  </a:lnTo>
                  <a:lnTo>
                    <a:pt x="6190649" y="506824"/>
                  </a:lnTo>
                  <a:lnTo>
                    <a:pt x="6190775" y="506824"/>
                  </a:lnTo>
                  <a:lnTo>
                    <a:pt x="6190902" y="506824"/>
                  </a:lnTo>
                  <a:lnTo>
                    <a:pt x="6191028" y="506824"/>
                  </a:lnTo>
                  <a:lnTo>
                    <a:pt x="6191154" y="506824"/>
                  </a:lnTo>
                  <a:lnTo>
                    <a:pt x="6191280" y="506824"/>
                  </a:lnTo>
                  <a:lnTo>
                    <a:pt x="6191406" y="506824"/>
                  </a:lnTo>
                  <a:lnTo>
                    <a:pt x="6191532" y="506824"/>
                  </a:lnTo>
                  <a:lnTo>
                    <a:pt x="6191658" y="506824"/>
                  </a:lnTo>
                  <a:lnTo>
                    <a:pt x="6191784" y="506824"/>
                  </a:lnTo>
                  <a:lnTo>
                    <a:pt x="6191910" y="506824"/>
                  </a:lnTo>
                  <a:lnTo>
                    <a:pt x="6192036" y="506824"/>
                  </a:lnTo>
                  <a:lnTo>
                    <a:pt x="6192162" y="506824"/>
                  </a:lnTo>
                  <a:lnTo>
                    <a:pt x="6192288" y="506824"/>
                  </a:lnTo>
                  <a:lnTo>
                    <a:pt x="6192415" y="506824"/>
                  </a:lnTo>
                  <a:lnTo>
                    <a:pt x="6192541" y="506824"/>
                  </a:lnTo>
                  <a:lnTo>
                    <a:pt x="6192667" y="506824"/>
                  </a:lnTo>
                  <a:lnTo>
                    <a:pt x="6192793" y="506824"/>
                  </a:lnTo>
                  <a:lnTo>
                    <a:pt x="6192919" y="506824"/>
                  </a:lnTo>
                  <a:lnTo>
                    <a:pt x="6193045" y="506824"/>
                  </a:lnTo>
                  <a:lnTo>
                    <a:pt x="6193171" y="506824"/>
                  </a:lnTo>
                  <a:lnTo>
                    <a:pt x="6193297" y="506824"/>
                  </a:lnTo>
                  <a:lnTo>
                    <a:pt x="6193423" y="506824"/>
                  </a:lnTo>
                  <a:lnTo>
                    <a:pt x="6193549" y="506824"/>
                  </a:lnTo>
                  <a:lnTo>
                    <a:pt x="6193675" y="506824"/>
                  </a:lnTo>
                  <a:lnTo>
                    <a:pt x="6193802" y="506824"/>
                  </a:lnTo>
                  <a:lnTo>
                    <a:pt x="6193928" y="506824"/>
                  </a:lnTo>
                  <a:lnTo>
                    <a:pt x="6194054" y="506824"/>
                  </a:lnTo>
                  <a:lnTo>
                    <a:pt x="6194180" y="506824"/>
                  </a:lnTo>
                  <a:lnTo>
                    <a:pt x="6194306" y="506824"/>
                  </a:lnTo>
                  <a:lnTo>
                    <a:pt x="6194432" y="506824"/>
                  </a:lnTo>
                  <a:lnTo>
                    <a:pt x="6194558" y="506824"/>
                  </a:lnTo>
                  <a:lnTo>
                    <a:pt x="6194684" y="506824"/>
                  </a:lnTo>
                  <a:lnTo>
                    <a:pt x="6194810" y="506824"/>
                  </a:lnTo>
                  <a:lnTo>
                    <a:pt x="6194936" y="506824"/>
                  </a:lnTo>
                  <a:lnTo>
                    <a:pt x="6195062" y="506824"/>
                  </a:lnTo>
                  <a:lnTo>
                    <a:pt x="6195188" y="506824"/>
                  </a:lnTo>
                  <a:lnTo>
                    <a:pt x="6195315" y="506824"/>
                  </a:lnTo>
                  <a:lnTo>
                    <a:pt x="6195441" y="506824"/>
                  </a:lnTo>
                  <a:lnTo>
                    <a:pt x="6195567" y="506824"/>
                  </a:lnTo>
                  <a:lnTo>
                    <a:pt x="6195693" y="506824"/>
                  </a:lnTo>
                  <a:lnTo>
                    <a:pt x="6195819" y="506824"/>
                  </a:lnTo>
                  <a:lnTo>
                    <a:pt x="6195945" y="506824"/>
                  </a:lnTo>
                  <a:lnTo>
                    <a:pt x="6196071" y="506824"/>
                  </a:lnTo>
                  <a:lnTo>
                    <a:pt x="6196197" y="506824"/>
                  </a:lnTo>
                  <a:lnTo>
                    <a:pt x="6196323" y="506824"/>
                  </a:lnTo>
                  <a:lnTo>
                    <a:pt x="6196449" y="506824"/>
                  </a:lnTo>
                  <a:lnTo>
                    <a:pt x="6196575" y="506824"/>
                  </a:lnTo>
                  <a:lnTo>
                    <a:pt x="6196702" y="506824"/>
                  </a:lnTo>
                  <a:lnTo>
                    <a:pt x="6196828" y="506824"/>
                  </a:lnTo>
                  <a:lnTo>
                    <a:pt x="6196954" y="506824"/>
                  </a:lnTo>
                  <a:lnTo>
                    <a:pt x="6197080" y="506824"/>
                  </a:lnTo>
                  <a:lnTo>
                    <a:pt x="6197206" y="506824"/>
                  </a:lnTo>
                  <a:lnTo>
                    <a:pt x="6197332" y="506824"/>
                  </a:lnTo>
                  <a:lnTo>
                    <a:pt x="6197458" y="506824"/>
                  </a:lnTo>
                  <a:lnTo>
                    <a:pt x="6197584" y="506824"/>
                  </a:lnTo>
                  <a:lnTo>
                    <a:pt x="6197710" y="506824"/>
                  </a:lnTo>
                  <a:lnTo>
                    <a:pt x="6197836" y="506824"/>
                  </a:lnTo>
                  <a:lnTo>
                    <a:pt x="6197962" y="506824"/>
                  </a:lnTo>
                  <a:lnTo>
                    <a:pt x="6198089" y="506824"/>
                  </a:lnTo>
                  <a:lnTo>
                    <a:pt x="6198215" y="506824"/>
                  </a:lnTo>
                  <a:lnTo>
                    <a:pt x="6198341" y="506824"/>
                  </a:lnTo>
                  <a:lnTo>
                    <a:pt x="6198467" y="506824"/>
                  </a:lnTo>
                  <a:lnTo>
                    <a:pt x="6198593" y="506824"/>
                  </a:lnTo>
                  <a:lnTo>
                    <a:pt x="6198719" y="506824"/>
                  </a:lnTo>
                  <a:lnTo>
                    <a:pt x="6198845" y="506824"/>
                  </a:lnTo>
                  <a:lnTo>
                    <a:pt x="6198971" y="506824"/>
                  </a:lnTo>
                  <a:lnTo>
                    <a:pt x="6199097" y="506824"/>
                  </a:lnTo>
                  <a:lnTo>
                    <a:pt x="6199223" y="506824"/>
                  </a:lnTo>
                  <a:lnTo>
                    <a:pt x="6199349" y="506824"/>
                  </a:lnTo>
                  <a:lnTo>
                    <a:pt x="6199475" y="506824"/>
                  </a:lnTo>
                  <a:lnTo>
                    <a:pt x="6199602" y="506824"/>
                  </a:lnTo>
                  <a:lnTo>
                    <a:pt x="6199728" y="506824"/>
                  </a:lnTo>
                  <a:lnTo>
                    <a:pt x="6199854" y="506824"/>
                  </a:lnTo>
                  <a:lnTo>
                    <a:pt x="6199980" y="506824"/>
                  </a:lnTo>
                  <a:lnTo>
                    <a:pt x="6200106" y="506824"/>
                  </a:lnTo>
                  <a:lnTo>
                    <a:pt x="6200232" y="506824"/>
                  </a:lnTo>
                  <a:lnTo>
                    <a:pt x="6200358" y="506824"/>
                  </a:lnTo>
                  <a:lnTo>
                    <a:pt x="6200484" y="506824"/>
                  </a:lnTo>
                  <a:lnTo>
                    <a:pt x="6200610" y="506824"/>
                  </a:lnTo>
                  <a:lnTo>
                    <a:pt x="6200736" y="506824"/>
                  </a:lnTo>
                  <a:lnTo>
                    <a:pt x="6200862" y="506824"/>
                  </a:lnTo>
                  <a:lnTo>
                    <a:pt x="6200989" y="506824"/>
                  </a:lnTo>
                  <a:lnTo>
                    <a:pt x="6201115" y="506824"/>
                  </a:lnTo>
                  <a:lnTo>
                    <a:pt x="6201241" y="506824"/>
                  </a:lnTo>
                  <a:lnTo>
                    <a:pt x="6201367" y="506824"/>
                  </a:lnTo>
                  <a:lnTo>
                    <a:pt x="6201493" y="506824"/>
                  </a:lnTo>
                  <a:lnTo>
                    <a:pt x="6201619" y="506824"/>
                  </a:lnTo>
                  <a:lnTo>
                    <a:pt x="6201745" y="506824"/>
                  </a:lnTo>
                  <a:lnTo>
                    <a:pt x="6201871" y="506824"/>
                  </a:lnTo>
                  <a:lnTo>
                    <a:pt x="6201997" y="506824"/>
                  </a:lnTo>
                  <a:lnTo>
                    <a:pt x="6202123" y="506824"/>
                  </a:lnTo>
                  <a:lnTo>
                    <a:pt x="6202249" y="506824"/>
                  </a:lnTo>
                  <a:lnTo>
                    <a:pt x="6202375" y="506824"/>
                  </a:lnTo>
                  <a:lnTo>
                    <a:pt x="6202502" y="506824"/>
                  </a:lnTo>
                  <a:lnTo>
                    <a:pt x="6202628" y="506824"/>
                  </a:lnTo>
                  <a:lnTo>
                    <a:pt x="6202754" y="506824"/>
                  </a:lnTo>
                  <a:lnTo>
                    <a:pt x="6202880" y="506824"/>
                  </a:lnTo>
                  <a:lnTo>
                    <a:pt x="6203006" y="506824"/>
                  </a:lnTo>
                  <a:lnTo>
                    <a:pt x="6203132" y="506824"/>
                  </a:lnTo>
                  <a:lnTo>
                    <a:pt x="6203258" y="506824"/>
                  </a:lnTo>
                  <a:lnTo>
                    <a:pt x="6203384" y="506824"/>
                  </a:lnTo>
                  <a:lnTo>
                    <a:pt x="6203510" y="506824"/>
                  </a:lnTo>
                  <a:lnTo>
                    <a:pt x="6203636" y="506824"/>
                  </a:lnTo>
                  <a:lnTo>
                    <a:pt x="6203762" y="506824"/>
                  </a:lnTo>
                  <a:lnTo>
                    <a:pt x="6203889" y="506824"/>
                  </a:lnTo>
                  <a:lnTo>
                    <a:pt x="6204015" y="506824"/>
                  </a:lnTo>
                  <a:lnTo>
                    <a:pt x="6204141" y="506824"/>
                  </a:lnTo>
                  <a:lnTo>
                    <a:pt x="6204267" y="506824"/>
                  </a:lnTo>
                  <a:lnTo>
                    <a:pt x="6204393" y="506824"/>
                  </a:lnTo>
                  <a:lnTo>
                    <a:pt x="6204519" y="506824"/>
                  </a:lnTo>
                  <a:lnTo>
                    <a:pt x="6204645" y="506824"/>
                  </a:lnTo>
                  <a:lnTo>
                    <a:pt x="6204771" y="506824"/>
                  </a:lnTo>
                  <a:lnTo>
                    <a:pt x="6204897" y="506824"/>
                  </a:lnTo>
                  <a:lnTo>
                    <a:pt x="6205023" y="506824"/>
                  </a:lnTo>
                  <a:lnTo>
                    <a:pt x="6205149" y="506824"/>
                  </a:lnTo>
                  <a:lnTo>
                    <a:pt x="6205275" y="506824"/>
                  </a:lnTo>
                  <a:lnTo>
                    <a:pt x="6205402" y="506824"/>
                  </a:lnTo>
                  <a:lnTo>
                    <a:pt x="6205528" y="506824"/>
                  </a:lnTo>
                  <a:lnTo>
                    <a:pt x="6205654" y="506824"/>
                  </a:lnTo>
                  <a:lnTo>
                    <a:pt x="6205780" y="506824"/>
                  </a:lnTo>
                  <a:lnTo>
                    <a:pt x="6205906" y="506824"/>
                  </a:lnTo>
                  <a:lnTo>
                    <a:pt x="6206032" y="506824"/>
                  </a:lnTo>
                  <a:lnTo>
                    <a:pt x="6206158" y="506824"/>
                  </a:lnTo>
                  <a:lnTo>
                    <a:pt x="6206284" y="506824"/>
                  </a:lnTo>
                  <a:lnTo>
                    <a:pt x="6206410" y="506824"/>
                  </a:lnTo>
                  <a:lnTo>
                    <a:pt x="6206536" y="506824"/>
                  </a:lnTo>
                  <a:lnTo>
                    <a:pt x="6206662" y="506824"/>
                  </a:lnTo>
                  <a:lnTo>
                    <a:pt x="6206789" y="506824"/>
                  </a:lnTo>
                  <a:lnTo>
                    <a:pt x="6206915" y="506824"/>
                  </a:lnTo>
                  <a:lnTo>
                    <a:pt x="6207041" y="506824"/>
                  </a:lnTo>
                  <a:lnTo>
                    <a:pt x="6207167" y="506824"/>
                  </a:lnTo>
                  <a:lnTo>
                    <a:pt x="6207293" y="506824"/>
                  </a:lnTo>
                  <a:lnTo>
                    <a:pt x="6207419" y="506824"/>
                  </a:lnTo>
                  <a:lnTo>
                    <a:pt x="6207545" y="506824"/>
                  </a:lnTo>
                  <a:lnTo>
                    <a:pt x="6207671" y="506824"/>
                  </a:lnTo>
                  <a:lnTo>
                    <a:pt x="6207797" y="506824"/>
                  </a:lnTo>
                  <a:lnTo>
                    <a:pt x="6207923" y="506824"/>
                  </a:lnTo>
                  <a:lnTo>
                    <a:pt x="6208049" y="506824"/>
                  </a:lnTo>
                  <a:lnTo>
                    <a:pt x="6208176" y="506824"/>
                  </a:lnTo>
                  <a:lnTo>
                    <a:pt x="6208302" y="506824"/>
                  </a:lnTo>
                  <a:lnTo>
                    <a:pt x="6208428" y="506824"/>
                  </a:lnTo>
                  <a:lnTo>
                    <a:pt x="6208554" y="506824"/>
                  </a:lnTo>
                  <a:lnTo>
                    <a:pt x="6208680" y="506824"/>
                  </a:lnTo>
                  <a:lnTo>
                    <a:pt x="6208806" y="506824"/>
                  </a:lnTo>
                  <a:lnTo>
                    <a:pt x="6208932" y="506824"/>
                  </a:lnTo>
                  <a:lnTo>
                    <a:pt x="6209058" y="506824"/>
                  </a:lnTo>
                  <a:lnTo>
                    <a:pt x="6209184" y="506824"/>
                  </a:lnTo>
                  <a:lnTo>
                    <a:pt x="6209310" y="506824"/>
                  </a:lnTo>
                  <a:lnTo>
                    <a:pt x="6209436" y="506824"/>
                  </a:lnTo>
                  <a:lnTo>
                    <a:pt x="6209562" y="506824"/>
                  </a:lnTo>
                  <a:lnTo>
                    <a:pt x="6209689" y="506824"/>
                  </a:lnTo>
                  <a:lnTo>
                    <a:pt x="6209815" y="506824"/>
                  </a:lnTo>
                  <a:lnTo>
                    <a:pt x="6209941" y="506824"/>
                  </a:lnTo>
                  <a:lnTo>
                    <a:pt x="6210067" y="506824"/>
                  </a:lnTo>
                  <a:lnTo>
                    <a:pt x="6210193" y="506824"/>
                  </a:lnTo>
                  <a:lnTo>
                    <a:pt x="6210319" y="506824"/>
                  </a:lnTo>
                  <a:lnTo>
                    <a:pt x="6210445" y="506824"/>
                  </a:lnTo>
                  <a:lnTo>
                    <a:pt x="6210571" y="506824"/>
                  </a:lnTo>
                  <a:lnTo>
                    <a:pt x="6210697" y="506824"/>
                  </a:lnTo>
                  <a:lnTo>
                    <a:pt x="6210823" y="506824"/>
                  </a:lnTo>
                  <a:lnTo>
                    <a:pt x="6210949" y="506824"/>
                  </a:lnTo>
                  <a:lnTo>
                    <a:pt x="6211076" y="506824"/>
                  </a:lnTo>
                  <a:lnTo>
                    <a:pt x="6211202" y="506824"/>
                  </a:lnTo>
                  <a:lnTo>
                    <a:pt x="6211328" y="506824"/>
                  </a:lnTo>
                  <a:lnTo>
                    <a:pt x="6211454" y="506824"/>
                  </a:lnTo>
                  <a:lnTo>
                    <a:pt x="6211580" y="506824"/>
                  </a:lnTo>
                  <a:lnTo>
                    <a:pt x="6211706" y="506824"/>
                  </a:lnTo>
                  <a:lnTo>
                    <a:pt x="6211832" y="506824"/>
                  </a:lnTo>
                  <a:lnTo>
                    <a:pt x="6211958" y="506824"/>
                  </a:lnTo>
                  <a:lnTo>
                    <a:pt x="6212084" y="506824"/>
                  </a:lnTo>
                  <a:lnTo>
                    <a:pt x="6212210" y="506824"/>
                  </a:lnTo>
                  <a:lnTo>
                    <a:pt x="6212336" y="506824"/>
                  </a:lnTo>
                  <a:lnTo>
                    <a:pt x="6212462" y="506824"/>
                  </a:lnTo>
                  <a:lnTo>
                    <a:pt x="6212589" y="506824"/>
                  </a:lnTo>
                  <a:lnTo>
                    <a:pt x="6212715" y="506824"/>
                  </a:lnTo>
                  <a:lnTo>
                    <a:pt x="6212841" y="506824"/>
                  </a:lnTo>
                  <a:lnTo>
                    <a:pt x="6212967" y="506824"/>
                  </a:lnTo>
                  <a:lnTo>
                    <a:pt x="6213093" y="506824"/>
                  </a:lnTo>
                  <a:lnTo>
                    <a:pt x="6213219" y="506824"/>
                  </a:lnTo>
                  <a:lnTo>
                    <a:pt x="6213345" y="506824"/>
                  </a:lnTo>
                  <a:lnTo>
                    <a:pt x="6213471" y="506824"/>
                  </a:lnTo>
                  <a:lnTo>
                    <a:pt x="6213597" y="506824"/>
                  </a:lnTo>
                  <a:lnTo>
                    <a:pt x="6213723" y="506824"/>
                  </a:lnTo>
                  <a:lnTo>
                    <a:pt x="6213849" y="506824"/>
                  </a:lnTo>
                  <a:lnTo>
                    <a:pt x="6213976" y="506824"/>
                  </a:lnTo>
                  <a:lnTo>
                    <a:pt x="6214102" y="506824"/>
                  </a:lnTo>
                  <a:lnTo>
                    <a:pt x="6214228" y="506824"/>
                  </a:lnTo>
                  <a:lnTo>
                    <a:pt x="6214354" y="506824"/>
                  </a:lnTo>
                  <a:lnTo>
                    <a:pt x="6214480" y="506824"/>
                  </a:lnTo>
                  <a:lnTo>
                    <a:pt x="6214606" y="506824"/>
                  </a:lnTo>
                  <a:lnTo>
                    <a:pt x="6214606" y="501545"/>
                  </a:lnTo>
                  <a:lnTo>
                    <a:pt x="6214732" y="501545"/>
                  </a:lnTo>
                  <a:lnTo>
                    <a:pt x="6214858" y="501545"/>
                  </a:lnTo>
                  <a:lnTo>
                    <a:pt x="6214984" y="501545"/>
                  </a:lnTo>
                  <a:lnTo>
                    <a:pt x="6215110" y="501545"/>
                  </a:lnTo>
                  <a:lnTo>
                    <a:pt x="6215236" y="501545"/>
                  </a:lnTo>
                  <a:lnTo>
                    <a:pt x="6215363" y="501545"/>
                  </a:lnTo>
                  <a:lnTo>
                    <a:pt x="6215489" y="501545"/>
                  </a:lnTo>
                  <a:lnTo>
                    <a:pt x="6215615" y="501545"/>
                  </a:lnTo>
                  <a:lnTo>
                    <a:pt x="6215741" y="501545"/>
                  </a:lnTo>
                  <a:lnTo>
                    <a:pt x="6215867" y="501545"/>
                  </a:lnTo>
                  <a:lnTo>
                    <a:pt x="6215993" y="501545"/>
                  </a:lnTo>
                  <a:lnTo>
                    <a:pt x="6216119" y="501545"/>
                  </a:lnTo>
                  <a:lnTo>
                    <a:pt x="6216245" y="501545"/>
                  </a:lnTo>
                  <a:lnTo>
                    <a:pt x="6216371" y="501545"/>
                  </a:lnTo>
                  <a:lnTo>
                    <a:pt x="6216497" y="501545"/>
                  </a:lnTo>
                  <a:lnTo>
                    <a:pt x="6216623" y="501545"/>
                  </a:lnTo>
                  <a:lnTo>
                    <a:pt x="6216749" y="501545"/>
                  </a:lnTo>
                  <a:lnTo>
                    <a:pt x="6216876" y="501545"/>
                  </a:lnTo>
                  <a:lnTo>
                    <a:pt x="6217002" y="501545"/>
                  </a:lnTo>
                  <a:lnTo>
                    <a:pt x="6217128" y="501545"/>
                  </a:lnTo>
                  <a:lnTo>
                    <a:pt x="6217254" y="501545"/>
                  </a:lnTo>
                  <a:lnTo>
                    <a:pt x="6217380" y="501545"/>
                  </a:lnTo>
                  <a:lnTo>
                    <a:pt x="6217506" y="501545"/>
                  </a:lnTo>
                  <a:lnTo>
                    <a:pt x="6217632" y="501545"/>
                  </a:lnTo>
                  <a:lnTo>
                    <a:pt x="6217758" y="501545"/>
                  </a:lnTo>
                  <a:lnTo>
                    <a:pt x="6217884" y="501545"/>
                  </a:lnTo>
                  <a:lnTo>
                    <a:pt x="6218010" y="501545"/>
                  </a:lnTo>
                  <a:lnTo>
                    <a:pt x="6218136" y="501545"/>
                  </a:lnTo>
                  <a:lnTo>
                    <a:pt x="6218263" y="501545"/>
                  </a:lnTo>
                  <a:lnTo>
                    <a:pt x="6218389" y="501545"/>
                  </a:lnTo>
                  <a:lnTo>
                    <a:pt x="6218515" y="501545"/>
                  </a:lnTo>
                  <a:lnTo>
                    <a:pt x="6218641" y="501545"/>
                  </a:lnTo>
                  <a:lnTo>
                    <a:pt x="6218767" y="501545"/>
                  </a:lnTo>
                  <a:lnTo>
                    <a:pt x="6218893" y="501545"/>
                  </a:lnTo>
                  <a:lnTo>
                    <a:pt x="6219019" y="501545"/>
                  </a:lnTo>
                  <a:lnTo>
                    <a:pt x="6219145" y="501545"/>
                  </a:lnTo>
                  <a:lnTo>
                    <a:pt x="6219271" y="501545"/>
                  </a:lnTo>
                  <a:lnTo>
                    <a:pt x="6219397" y="501545"/>
                  </a:lnTo>
                  <a:lnTo>
                    <a:pt x="6219523" y="501545"/>
                  </a:lnTo>
                  <a:lnTo>
                    <a:pt x="6219649" y="501545"/>
                  </a:lnTo>
                  <a:lnTo>
                    <a:pt x="6219776" y="501545"/>
                  </a:lnTo>
                  <a:lnTo>
                    <a:pt x="6219902" y="501545"/>
                  </a:lnTo>
                  <a:lnTo>
                    <a:pt x="6220028" y="501545"/>
                  </a:lnTo>
                  <a:lnTo>
                    <a:pt x="6220154" y="501545"/>
                  </a:lnTo>
                  <a:lnTo>
                    <a:pt x="6220280" y="501545"/>
                  </a:lnTo>
                  <a:lnTo>
                    <a:pt x="6220406" y="501545"/>
                  </a:lnTo>
                  <a:lnTo>
                    <a:pt x="6220532" y="501545"/>
                  </a:lnTo>
                  <a:lnTo>
                    <a:pt x="6220658" y="501545"/>
                  </a:lnTo>
                  <a:lnTo>
                    <a:pt x="6220784" y="501545"/>
                  </a:lnTo>
                  <a:lnTo>
                    <a:pt x="6220910" y="501545"/>
                  </a:lnTo>
                  <a:lnTo>
                    <a:pt x="6221036" y="501545"/>
                  </a:lnTo>
                  <a:lnTo>
                    <a:pt x="6221163" y="501545"/>
                  </a:lnTo>
                  <a:lnTo>
                    <a:pt x="6221289" y="501545"/>
                  </a:lnTo>
                  <a:lnTo>
                    <a:pt x="6221415" y="501545"/>
                  </a:lnTo>
                  <a:lnTo>
                    <a:pt x="6221541" y="501545"/>
                  </a:lnTo>
                  <a:lnTo>
                    <a:pt x="6221667" y="501545"/>
                  </a:lnTo>
                  <a:lnTo>
                    <a:pt x="6221793" y="501545"/>
                  </a:lnTo>
                  <a:lnTo>
                    <a:pt x="6221919" y="501545"/>
                  </a:lnTo>
                  <a:lnTo>
                    <a:pt x="6222045" y="501545"/>
                  </a:lnTo>
                  <a:lnTo>
                    <a:pt x="6222171" y="501545"/>
                  </a:lnTo>
                  <a:lnTo>
                    <a:pt x="6222297" y="501545"/>
                  </a:lnTo>
                  <a:lnTo>
                    <a:pt x="6222423" y="501545"/>
                  </a:lnTo>
                  <a:lnTo>
                    <a:pt x="6222549" y="501545"/>
                  </a:lnTo>
                  <a:lnTo>
                    <a:pt x="6222676" y="501545"/>
                  </a:lnTo>
                  <a:lnTo>
                    <a:pt x="6222802" y="501545"/>
                  </a:lnTo>
                  <a:lnTo>
                    <a:pt x="6222928" y="501545"/>
                  </a:lnTo>
                  <a:lnTo>
                    <a:pt x="6223054" y="501545"/>
                  </a:lnTo>
                  <a:lnTo>
                    <a:pt x="6223180" y="501545"/>
                  </a:lnTo>
                  <a:lnTo>
                    <a:pt x="6223306" y="501545"/>
                  </a:lnTo>
                  <a:lnTo>
                    <a:pt x="6223432" y="501545"/>
                  </a:lnTo>
                  <a:lnTo>
                    <a:pt x="6223558" y="501545"/>
                  </a:lnTo>
                  <a:lnTo>
                    <a:pt x="6223684" y="501545"/>
                  </a:lnTo>
                  <a:lnTo>
                    <a:pt x="6223810" y="501545"/>
                  </a:lnTo>
                  <a:lnTo>
                    <a:pt x="6223936" y="501545"/>
                  </a:lnTo>
                  <a:lnTo>
                    <a:pt x="6224063" y="501545"/>
                  </a:lnTo>
                  <a:lnTo>
                    <a:pt x="6224189" y="501545"/>
                  </a:lnTo>
                  <a:lnTo>
                    <a:pt x="6224315" y="501545"/>
                  </a:lnTo>
                  <a:lnTo>
                    <a:pt x="6224441" y="501545"/>
                  </a:lnTo>
                  <a:lnTo>
                    <a:pt x="6224567" y="501545"/>
                  </a:lnTo>
                  <a:lnTo>
                    <a:pt x="6224693" y="501545"/>
                  </a:lnTo>
                  <a:lnTo>
                    <a:pt x="6224819" y="501545"/>
                  </a:lnTo>
                  <a:lnTo>
                    <a:pt x="6224945" y="501545"/>
                  </a:lnTo>
                  <a:lnTo>
                    <a:pt x="6225071" y="501545"/>
                  </a:lnTo>
                  <a:lnTo>
                    <a:pt x="6225197" y="501545"/>
                  </a:lnTo>
                  <a:lnTo>
                    <a:pt x="6225323" y="501545"/>
                  </a:lnTo>
                  <a:lnTo>
                    <a:pt x="6225450" y="501545"/>
                  </a:lnTo>
                  <a:lnTo>
                    <a:pt x="6225576" y="501545"/>
                  </a:lnTo>
                  <a:lnTo>
                    <a:pt x="6225702" y="501545"/>
                  </a:lnTo>
                  <a:lnTo>
                    <a:pt x="6225828" y="501545"/>
                  </a:lnTo>
                  <a:lnTo>
                    <a:pt x="6225954" y="501545"/>
                  </a:lnTo>
                  <a:lnTo>
                    <a:pt x="6226080" y="501545"/>
                  </a:lnTo>
                  <a:lnTo>
                    <a:pt x="6226206" y="501545"/>
                  </a:lnTo>
                  <a:lnTo>
                    <a:pt x="6226332" y="501545"/>
                  </a:lnTo>
                  <a:lnTo>
                    <a:pt x="6226458" y="501545"/>
                  </a:lnTo>
                  <a:lnTo>
                    <a:pt x="6226584" y="501545"/>
                  </a:lnTo>
                  <a:lnTo>
                    <a:pt x="6226710" y="501545"/>
                  </a:lnTo>
                  <a:lnTo>
                    <a:pt x="6226836" y="501545"/>
                  </a:lnTo>
                  <a:lnTo>
                    <a:pt x="6226963" y="501545"/>
                  </a:lnTo>
                  <a:lnTo>
                    <a:pt x="6227089" y="501545"/>
                  </a:lnTo>
                  <a:lnTo>
                    <a:pt x="6227215" y="501545"/>
                  </a:lnTo>
                  <a:lnTo>
                    <a:pt x="6227341" y="501545"/>
                  </a:lnTo>
                  <a:lnTo>
                    <a:pt x="6227467" y="501545"/>
                  </a:lnTo>
                  <a:lnTo>
                    <a:pt x="6227593" y="501545"/>
                  </a:lnTo>
                  <a:lnTo>
                    <a:pt x="6227719" y="501545"/>
                  </a:lnTo>
                  <a:lnTo>
                    <a:pt x="6227845" y="501545"/>
                  </a:lnTo>
                  <a:lnTo>
                    <a:pt x="6227971" y="501545"/>
                  </a:lnTo>
                  <a:lnTo>
                    <a:pt x="6228097" y="501545"/>
                  </a:lnTo>
                  <a:lnTo>
                    <a:pt x="6228223" y="501545"/>
                  </a:lnTo>
                  <a:lnTo>
                    <a:pt x="6228350" y="501545"/>
                  </a:lnTo>
                  <a:lnTo>
                    <a:pt x="6228476" y="501545"/>
                  </a:lnTo>
                  <a:lnTo>
                    <a:pt x="6228602" y="501545"/>
                  </a:lnTo>
                  <a:lnTo>
                    <a:pt x="6228728" y="501545"/>
                  </a:lnTo>
                  <a:lnTo>
                    <a:pt x="6228854" y="501545"/>
                  </a:lnTo>
                  <a:lnTo>
                    <a:pt x="6228980" y="501545"/>
                  </a:lnTo>
                  <a:lnTo>
                    <a:pt x="6229106" y="501545"/>
                  </a:lnTo>
                  <a:lnTo>
                    <a:pt x="6229232" y="501545"/>
                  </a:lnTo>
                  <a:lnTo>
                    <a:pt x="6229358" y="501545"/>
                  </a:lnTo>
                  <a:lnTo>
                    <a:pt x="6229484" y="501545"/>
                  </a:lnTo>
                  <a:lnTo>
                    <a:pt x="6229610" y="501545"/>
                  </a:lnTo>
                  <a:lnTo>
                    <a:pt x="6229736" y="501545"/>
                  </a:lnTo>
                  <a:lnTo>
                    <a:pt x="6229863" y="501545"/>
                  </a:lnTo>
                  <a:lnTo>
                    <a:pt x="6229989" y="501545"/>
                  </a:lnTo>
                  <a:lnTo>
                    <a:pt x="6230115" y="501545"/>
                  </a:lnTo>
                  <a:lnTo>
                    <a:pt x="6230241" y="501545"/>
                  </a:lnTo>
                  <a:lnTo>
                    <a:pt x="6230367" y="501545"/>
                  </a:lnTo>
                  <a:lnTo>
                    <a:pt x="6230493" y="501545"/>
                  </a:lnTo>
                  <a:lnTo>
                    <a:pt x="6230619" y="501545"/>
                  </a:lnTo>
                  <a:lnTo>
                    <a:pt x="6230745" y="501545"/>
                  </a:lnTo>
                  <a:lnTo>
                    <a:pt x="6230871" y="501545"/>
                  </a:lnTo>
                  <a:lnTo>
                    <a:pt x="6230997" y="501545"/>
                  </a:lnTo>
                  <a:lnTo>
                    <a:pt x="6231123" y="501545"/>
                  </a:lnTo>
                  <a:lnTo>
                    <a:pt x="6231250" y="501545"/>
                  </a:lnTo>
                  <a:lnTo>
                    <a:pt x="6231376" y="501545"/>
                  </a:lnTo>
                  <a:lnTo>
                    <a:pt x="6231502" y="501545"/>
                  </a:lnTo>
                  <a:lnTo>
                    <a:pt x="6231628" y="501545"/>
                  </a:lnTo>
                  <a:lnTo>
                    <a:pt x="6231754" y="501545"/>
                  </a:lnTo>
                  <a:lnTo>
                    <a:pt x="6231880" y="501545"/>
                  </a:lnTo>
                  <a:lnTo>
                    <a:pt x="6232006" y="501545"/>
                  </a:lnTo>
                  <a:lnTo>
                    <a:pt x="6232132" y="501545"/>
                  </a:lnTo>
                  <a:lnTo>
                    <a:pt x="6232258" y="501545"/>
                  </a:lnTo>
                  <a:lnTo>
                    <a:pt x="6232384" y="501545"/>
                  </a:lnTo>
                  <a:lnTo>
                    <a:pt x="6232510" y="501545"/>
                  </a:lnTo>
                  <a:lnTo>
                    <a:pt x="6232637" y="501545"/>
                  </a:lnTo>
                  <a:lnTo>
                    <a:pt x="6232763" y="501545"/>
                  </a:lnTo>
                  <a:lnTo>
                    <a:pt x="6232889" y="501545"/>
                  </a:lnTo>
                  <a:lnTo>
                    <a:pt x="6233015" y="501545"/>
                  </a:lnTo>
                  <a:lnTo>
                    <a:pt x="6233141" y="501545"/>
                  </a:lnTo>
                  <a:lnTo>
                    <a:pt x="6233267" y="501545"/>
                  </a:lnTo>
                  <a:lnTo>
                    <a:pt x="6233393" y="501545"/>
                  </a:lnTo>
                  <a:lnTo>
                    <a:pt x="6233519" y="501545"/>
                  </a:lnTo>
                  <a:lnTo>
                    <a:pt x="6233645" y="501545"/>
                  </a:lnTo>
                  <a:lnTo>
                    <a:pt x="6233771" y="501545"/>
                  </a:lnTo>
                  <a:lnTo>
                    <a:pt x="6233897" y="501545"/>
                  </a:lnTo>
                  <a:lnTo>
                    <a:pt x="6234023" y="501545"/>
                  </a:lnTo>
                  <a:lnTo>
                    <a:pt x="6234150" y="501545"/>
                  </a:lnTo>
                  <a:lnTo>
                    <a:pt x="6234276" y="501545"/>
                  </a:lnTo>
                  <a:lnTo>
                    <a:pt x="6234402" y="501545"/>
                  </a:lnTo>
                  <a:lnTo>
                    <a:pt x="6234528" y="501545"/>
                  </a:lnTo>
                  <a:lnTo>
                    <a:pt x="6234654" y="501545"/>
                  </a:lnTo>
                  <a:lnTo>
                    <a:pt x="6234780" y="501545"/>
                  </a:lnTo>
                  <a:lnTo>
                    <a:pt x="6234906" y="501545"/>
                  </a:lnTo>
                  <a:lnTo>
                    <a:pt x="6235032" y="501545"/>
                  </a:lnTo>
                  <a:lnTo>
                    <a:pt x="6235158" y="501545"/>
                  </a:lnTo>
                  <a:lnTo>
                    <a:pt x="6235284" y="501545"/>
                  </a:lnTo>
                  <a:lnTo>
                    <a:pt x="6235410" y="501545"/>
                  </a:lnTo>
                  <a:lnTo>
                    <a:pt x="6235537" y="501545"/>
                  </a:lnTo>
                  <a:lnTo>
                    <a:pt x="6235663" y="501545"/>
                  </a:lnTo>
                  <a:lnTo>
                    <a:pt x="6235789" y="501545"/>
                  </a:lnTo>
                  <a:lnTo>
                    <a:pt x="6235915" y="501545"/>
                  </a:lnTo>
                  <a:lnTo>
                    <a:pt x="6236041" y="501545"/>
                  </a:lnTo>
                  <a:lnTo>
                    <a:pt x="6236167" y="501545"/>
                  </a:lnTo>
                  <a:lnTo>
                    <a:pt x="6236293" y="501545"/>
                  </a:lnTo>
                  <a:lnTo>
                    <a:pt x="6236419" y="501545"/>
                  </a:lnTo>
                  <a:lnTo>
                    <a:pt x="6236545" y="501545"/>
                  </a:lnTo>
                  <a:lnTo>
                    <a:pt x="6236671" y="501545"/>
                  </a:lnTo>
                  <a:lnTo>
                    <a:pt x="6236797" y="501545"/>
                  </a:lnTo>
                  <a:lnTo>
                    <a:pt x="6236923" y="501545"/>
                  </a:lnTo>
                  <a:lnTo>
                    <a:pt x="6237050" y="501545"/>
                  </a:lnTo>
                  <a:lnTo>
                    <a:pt x="6237176" y="501545"/>
                  </a:lnTo>
                  <a:lnTo>
                    <a:pt x="6237302" y="501545"/>
                  </a:lnTo>
                  <a:lnTo>
                    <a:pt x="6237428" y="501545"/>
                  </a:lnTo>
                  <a:lnTo>
                    <a:pt x="6237554" y="501545"/>
                  </a:lnTo>
                  <a:lnTo>
                    <a:pt x="6237680" y="501545"/>
                  </a:lnTo>
                  <a:lnTo>
                    <a:pt x="6237806" y="501545"/>
                  </a:lnTo>
                  <a:lnTo>
                    <a:pt x="6237932" y="501545"/>
                  </a:lnTo>
                  <a:lnTo>
                    <a:pt x="6238058" y="501545"/>
                  </a:lnTo>
                  <a:lnTo>
                    <a:pt x="6238184" y="501545"/>
                  </a:lnTo>
                  <a:lnTo>
                    <a:pt x="6238310" y="501545"/>
                  </a:lnTo>
                  <a:lnTo>
                    <a:pt x="6238437" y="501545"/>
                  </a:lnTo>
                  <a:lnTo>
                    <a:pt x="6238563" y="501545"/>
                  </a:lnTo>
                  <a:lnTo>
                    <a:pt x="6238689" y="501545"/>
                  </a:lnTo>
                  <a:lnTo>
                    <a:pt x="6238815" y="501545"/>
                  </a:lnTo>
                  <a:lnTo>
                    <a:pt x="6238941" y="501545"/>
                  </a:lnTo>
                  <a:lnTo>
                    <a:pt x="6239067" y="501545"/>
                  </a:lnTo>
                  <a:lnTo>
                    <a:pt x="6239193" y="501545"/>
                  </a:lnTo>
                  <a:lnTo>
                    <a:pt x="6239319" y="501545"/>
                  </a:lnTo>
                  <a:lnTo>
                    <a:pt x="6239445" y="501545"/>
                  </a:lnTo>
                  <a:lnTo>
                    <a:pt x="6239571" y="501545"/>
                  </a:lnTo>
                  <a:lnTo>
                    <a:pt x="6239697" y="501545"/>
                  </a:lnTo>
                  <a:lnTo>
                    <a:pt x="6239824" y="501545"/>
                  </a:lnTo>
                  <a:lnTo>
                    <a:pt x="6239950" y="501545"/>
                  </a:lnTo>
                  <a:lnTo>
                    <a:pt x="6240076" y="501545"/>
                  </a:lnTo>
                  <a:lnTo>
                    <a:pt x="6240202" y="501545"/>
                  </a:lnTo>
                  <a:lnTo>
                    <a:pt x="6240328" y="501545"/>
                  </a:lnTo>
                  <a:lnTo>
                    <a:pt x="6240454" y="501545"/>
                  </a:lnTo>
                  <a:lnTo>
                    <a:pt x="6240580" y="501545"/>
                  </a:lnTo>
                  <a:lnTo>
                    <a:pt x="6240706" y="501545"/>
                  </a:lnTo>
                  <a:lnTo>
                    <a:pt x="6240832" y="501545"/>
                  </a:lnTo>
                  <a:lnTo>
                    <a:pt x="6240958" y="501545"/>
                  </a:lnTo>
                  <a:lnTo>
                    <a:pt x="6241084" y="501545"/>
                  </a:lnTo>
                  <a:lnTo>
                    <a:pt x="6241210" y="501545"/>
                  </a:lnTo>
                  <a:lnTo>
                    <a:pt x="6241337" y="501545"/>
                  </a:lnTo>
                  <a:lnTo>
                    <a:pt x="6241463" y="501545"/>
                  </a:lnTo>
                  <a:lnTo>
                    <a:pt x="6241589" y="501545"/>
                  </a:lnTo>
                  <a:lnTo>
                    <a:pt x="6241715" y="501545"/>
                  </a:lnTo>
                  <a:lnTo>
                    <a:pt x="6241841" y="501545"/>
                  </a:lnTo>
                  <a:lnTo>
                    <a:pt x="6241967" y="501545"/>
                  </a:lnTo>
                  <a:lnTo>
                    <a:pt x="6242093" y="501545"/>
                  </a:lnTo>
                  <a:lnTo>
                    <a:pt x="6242219" y="501545"/>
                  </a:lnTo>
                  <a:lnTo>
                    <a:pt x="6242345" y="501545"/>
                  </a:lnTo>
                  <a:lnTo>
                    <a:pt x="6242471" y="501545"/>
                  </a:lnTo>
                  <a:lnTo>
                    <a:pt x="6242597" y="501545"/>
                  </a:lnTo>
                  <a:lnTo>
                    <a:pt x="6242724" y="501545"/>
                  </a:lnTo>
                  <a:lnTo>
                    <a:pt x="6242850" y="501545"/>
                  </a:lnTo>
                  <a:lnTo>
                    <a:pt x="6242976" y="501545"/>
                  </a:lnTo>
                  <a:lnTo>
                    <a:pt x="6243102" y="501545"/>
                  </a:lnTo>
                  <a:lnTo>
                    <a:pt x="6243228" y="501545"/>
                  </a:lnTo>
                  <a:lnTo>
                    <a:pt x="6243354" y="501545"/>
                  </a:lnTo>
                  <a:lnTo>
                    <a:pt x="6243480" y="501545"/>
                  </a:lnTo>
                  <a:lnTo>
                    <a:pt x="6243606" y="501545"/>
                  </a:lnTo>
                  <a:lnTo>
                    <a:pt x="6243732" y="501545"/>
                  </a:lnTo>
                  <a:lnTo>
                    <a:pt x="6243858" y="501545"/>
                  </a:lnTo>
                  <a:lnTo>
                    <a:pt x="6243984" y="501545"/>
                  </a:lnTo>
                  <a:lnTo>
                    <a:pt x="6244110" y="501545"/>
                  </a:lnTo>
                  <a:lnTo>
                    <a:pt x="6244237" y="501545"/>
                  </a:lnTo>
                  <a:lnTo>
                    <a:pt x="6244363" y="501545"/>
                  </a:lnTo>
                  <a:lnTo>
                    <a:pt x="6244489" y="501545"/>
                  </a:lnTo>
                  <a:lnTo>
                    <a:pt x="6244615" y="501545"/>
                  </a:lnTo>
                  <a:lnTo>
                    <a:pt x="6244741" y="501545"/>
                  </a:lnTo>
                  <a:lnTo>
                    <a:pt x="6244867" y="501545"/>
                  </a:lnTo>
                  <a:lnTo>
                    <a:pt x="6244993" y="501545"/>
                  </a:lnTo>
                  <a:lnTo>
                    <a:pt x="6245119" y="501545"/>
                  </a:lnTo>
                  <a:lnTo>
                    <a:pt x="6245245" y="501545"/>
                  </a:lnTo>
                  <a:lnTo>
                    <a:pt x="6245371" y="501545"/>
                  </a:lnTo>
                  <a:lnTo>
                    <a:pt x="6245497" y="501545"/>
                  </a:lnTo>
                  <a:lnTo>
                    <a:pt x="6245624" y="501545"/>
                  </a:lnTo>
                  <a:lnTo>
                    <a:pt x="6245750" y="501545"/>
                  </a:lnTo>
                  <a:lnTo>
                    <a:pt x="6245876" y="501545"/>
                  </a:lnTo>
                  <a:lnTo>
                    <a:pt x="6246002" y="501545"/>
                  </a:lnTo>
                  <a:lnTo>
                    <a:pt x="6246128" y="501545"/>
                  </a:lnTo>
                  <a:lnTo>
                    <a:pt x="6246254" y="501545"/>
                  </a:lnTo>
                  <a:lnTo>
                    <a:pt x="6246380" y="501545"/>
                  </a:lnTo>
                  <a:lnTo>
                    <a:pt x="6246506" y="501545"/>
                  </a:lnTo>
                  <a:lnTo>
                    <a:pt x="6246632" y="501545"/>
                  </a:lnTo>
                  <a:lnTo>
                    <a:pt x="6246758" y="501545"/>
                  </a:lnTo>
                  <a:lnTo>
                    <a:pt x="6246884" y="501545"/>
                  </a:lnTo>
                  <a:lnTo>
                    <a:pt x="6246884" y="496265"/>
                  </a:lnTo>
                  <a:lnTo>
                    <a:pt x="6247010" y="496265"/>
                  </a:lnTo>
                  <a:lnTo>
                    <a:pt x="6247137" y="496265"/>
                  </a:lnTo>
                  <a:lnTo>
                    <a:pt x="6247263" y="496265"/>
                  </a:lnTo>
                  <a:lnTo>
                    <a:pt x="6247389" y="496265"/>
                  </a:lnTo>
                  <a:lnTo>
                    <a:pt x="6247515" y="496265"/>
                  </a:lnTo>
                  <a:lnTo>
                    <a:pt x="6247641" y="496265"/>
                  </a:lnTo>
                  <a:lnTo>
                    <a:pt x="6247767" y="496265"/>
                  </a:lnTo>
                  <a:lnTo>
                    <a:pt x="6247893" y="496265"/>
                  </a:lnTo>
                  <a:lnTo>
                    <a:pt x="6248019" y="496265"/>
                  </a:lnTo>
                  <a:lnTo>
                    <a:pt x="6248145" y="496265"/>
                  </a:lnTo>
                  <a:lnTo>
                    <a:pt x="6248271" y="496265"/>
                  </a:lnTo>
                  <a:lnTo>
                    <a:pt x="6248397" y="496265"/>
                  </a:lnTo>
                  <a:lnTo>
                    <a:pt x="6248524" y="496265"/>
                  </a:lnTo>
                  <a:lnTo>
                    <a:pt x="6248650" y="496265"/>
                  </a:lnTo>
                  <a:lnTo>
                    <a:pt x="6248650" y="490986"/>
                  </a:lnTo>
                  <a:lnTo>
                    <a:pt x="6248776" y="490986"/>
                  </a:lnTo>
                  <a:lnTo>
                    <a:pt x="6248902" y="490986"/>
                  </a:lnTo>
                  <a:lnTo>
                    <a:pt x="6249028" y="490986"/>
                  </a:lnTo>
                  <a:lnTo>
                    <a:pt x="6249154" y="490986"/>
                  </a:lnTo>
                  <a:lnTo>
                    <a:pt x="6249280" y="490986"/>
                  </a:lnTo>
                  <a:lnTo>
                    <a:pt x="6249406" y="490986"/>
                  </a:lnTo>
                  <a:lnTo>
                    <a:pt x="6249532" y="490986"/>
                  </a:lnTo>
                  <a:lnTo>
                    <a:pt x="6249658" y="490986"/>
                  </a:lnTo>
                  <a:lnTo>
                    <a:pt x="6249784" y="490986"/>
                  </a:lnTo>
                  <a:lnTo>
                    <a:pt x="6249911" y="490986"/>
                  </a:lnTo>
                  <a:lnTo>
                    <a:pt x="6250037" y="490986"/>
                  </a:lnTo>
                  <a:lnTo>
                    <a:pt x="6250163" y="490986"/>
                  </a:lnTo>
                  <a:lnTo>
                    <a:pt x="6250289" y="490986"/>
                  </a:lnTo>
                  <a:lnTo>
                    <a:pt x="6250415" y="490986"/>
                  </a:lnTo>
                  <a:lnTo>
                    <a:pt x="6250541" y="490986"/>
                  </a:lnTo>
                  <a:lnTo>
                    <a:pt x="6250667" y="490986"/>
                  </a:lnTo>
                  <a:lnTo>
                    <a:pt x="6250793" y="490986"/>
                  </a:lnTo>
                  <a:lnTo>
                    <a:pt x="6250919" y="490986"/>
                  </a:lnTo>
                  <a:lnTo>
                    <a:pt x="6251045" y="490986"/>
                  </a:lnTo>
                  <a:lnTo>
                    <a:pt x="6251171" y="490986"/>
                  </a:lnTo>
                  <a:lnTo>
                    <a:pt x="6251297" y="490986"/>
                  </a:lnTo>
                  <a:lnTo>
                    <a:pt x="6251424" y="490986"/>
                  </a:lnTo>
                  <a:lnTo>
                    <a:pt x="6251550" y="490986"/>
                  </a:lnTo>
                  <a:lnTo>
                    <a:pt x="6251676" y="490986"/>
                  </a:lnTo>
                  <a:lnTo>
                    <a:pt x="6251802" y="490986"/>
                  </a:lnTo>
                  <a:lnTo>
                    <a:pt x="6251928" y="490986"/>
                  </a:lnTo>
                  <a:lnTo>
                    <a:pt x="6252054" y="490986"/>
                  </a:lnTo>
                  <a:lnTo>
                    <a:pt x="6252180" y="490986"/>
                  </a:lnTo>
                  <a:lnTo>
                    <a:pt x="6252306" y="490986"/>
                  </a:lnTo>
                  <a:lnTo>
                    <a:pt x="6252432" y="490986"/>
                  </a:lnTo>
                  <a:lnTo>
                    <a:pt x="6252558" y="490986"/>
                  </a:lnTo>
                  <a:lnTo>
                    <a:pt x="6252684" y="490986"/>
                  </a:lnTo>
                  <a:lnTo>
                    <a:pt x="6252811" y="490986"/>
                  </a:lnTo>
                  <a:lnTo>
                    <a:pt x="6252937" y="490986"/>
                  </a:lnTo>
                  <a:lnTo>
                    <a:pt x="6253063" y="490986"/>
                  </a:lnTo>
                  <a:lnTo>
                    <a:pt x="6253189" y="490986"/>
                  </a:lnTo>
                  <a:lnTo>
                    <a:pt x="6253315" y="490986"/>
                  </a:lnTo>
                  <a:lnTo>
                    <a:pt x="6253441" y="490986"/>
                  </a:lnTo>
                  <a:lnTo>
                    <a:pt x="6253567" y="490986"/>
                  </a:lnTo>
                  <a:lnTo>
                    <a:pt x="6253693" y="490986"/>
                  </a:lnTo>
                  <a:lnTo>
                    <a:pt x="6253819" y="490986"/>
                  </a:lnTo>
                  <a:lnTo>
                    <a:pt x="6253945" y="490986"/>
                  </a:lnTo>
                  <a:lnTo>
                    <a:pt x="6254071" y="490986"/>
                  </a:lnTo>
                  <a:lnTo>
                    <a:pt x="6254197" y="490986"/>
                  </a:lnTo>
                  <a:lnTo>
                    <a:pt x="6254324" y="490986"/>
                  </a:lnTo>
                  <a:lnTo>
                    <a:pt x="6254450" y="490986"/>
                  </a:lnTo>
                  <a:lnTo>
                    <a:pt x="6254576" y="490986"/>
                  </a:lnTo>
                  <a:lnTo>
                    <a:pt x="6254702" y="490986"/>
                  </a:lnTo>
                  <a:lnTo>
                    <a:pt x="6254828" y="490986"/>
                  </a:lnTo>
                  <a:lnTo>
                    <a:pt x="6254954" y="490986"/>
                  </a:lnTo>
                  <a:lnTo>
                    <a:pt x="6255080" y="490986"/>
                  </a:lnTo>
                  <a:lnTo>
                    <a:pt x="6255206" y="490986"/>
                  </a:lnTo>
                  <a:lnTo>
                    <a:pt x="6255332" y="490986"/>
                  </a:lnTo>
                  <a:lnTo>
                    <a:pt x="6255458" y="490986"/>
                  </a:lnTo>
                  <a:lnTo>
                    <a:pt x="6255584" y="490986"/>
                  </a:lnTo>
                  <a:lnTo>
                    <a:pt x="6255711" y="490986"/>
                  </a:lnTo>
                  <a:lnTo>
                    <a:pt x="6255837" y="490986"/>
                  </a:lnTo>
                  <a:lnTo>
                    <a:pt x="6255963" y="490986"/>
                  </a:lnTo>
                  <a:lnTo>
                    <a:pt x="6256089" y="490986"/>
                  </a:lnTo>
                  <a:lnTo>
                    <a:pt x="6256215" y="490986"/>
                  </a:lnTo>
                  <a:lnTo>
                    <a:pt x="6256341" y="490986"/>
                  </a:lnTo>
                  <a:lnTo>
                    <a:pt x="6256467" y="490986"/>
                  </a:lnTo>
                  <a:lnTo>
                    <a:pt x="6256593" y="490986"/>
                  </a:lnTo>
                  <a:lnTo>
                    <a:pt x="6256719" y="490986"/>
                  </a:lnTo>
                  <a:lnTo>
                    <a:pt x="6256845" y="490986"/>
                  </a:lnTo>
                  <a:lnTo>
                    <a:pt x="6256971" y="490986"/>
                  </a:lnTo>
                  <a:lnTo>
                    <a:pt x="6257098" y="490986"/>
                  </a:lnTo>
                  <a:lnTo>
                    <a:pt x="6257224" y="490986"/>
                  </a:lnTo>
                  <a:lnTo>
                    <a:pt x="6257350" y="490986"/>
                  </a:lnTo>
                  <a:lnTo>
                    <a:pt x="6257476" y="490986"/>
                  </a:lnTo>
                  <a:lnTo>
                    <a:pt x="6257602" y="490986"/>
                  </a:lnTo>
                  <a:lnTo>
                    <a:pt x="6257728" y="490986"/>
                  </a:lnTo>
                  <a:lnTo>
                    <a:pt x="6257854" y="490986"/>
                  </a:lnTo>
                  <a:lnTo>
                    <a:pt x="6257980" y="490986"/>
                  </a:lnTo>
                  <a:lnTo>
                    <a:pt x="6258106" y="490986"/>
                  </a:lnTo>
                  <a:lnTo>
                    <a:pt x="6258232" y="490986"/>
                  </a:lnTo>
                  <a:lnTo>
                    <a:pt x="6258358" y="490986"/>
                  </a:lnTo>
                  <a:lnTo>
                    <a:pt x="6258484" y="490986"/>
                  </a:lnTo>
                  <a:lnTo>
                    <a:pt x="6258611" y="490986"/>
                  </a:lnTo>
                  <a:lnTo>
                    <a:pt x="6258737" y="490986"/>
                  </a:lnTo>
                  <a:lnTo>
                    <a:pt x="6258863" y="490986"/>
                  </a:lnTo>
                  <a:lnTo>
                    <a:pt x="6258989" y="490986"/>
                  </a:lnTo>
                  <a:lnTo>
                    <a:pt x="6259115" y="490986"/>
                  </a:lnTo>
                  <a:lnTo>
                    <a:pt x="6259241" y="490986"/>
                  </a:lnTo>
                  <a:lnTo>
                    <a:pt x="6259367" y="490986"/>
                  </a:lnTo>
                  <a:lnTo>
                    <a:pt x="6259493" y="490986"/>
                  </a:lnTo>
                  <a:lnTo>
                    <a:pt x="6259619" y="490986"/>
                  </a:lnTo>
                  <a:lnTo>
                    <a:pt x="6259745" y="490986"/>
                  </a:lnTo>
                  <a:lnTo>
                    <a:pt x="6259871" y="490986"/>
                  </a:lnTo>
                  <a:lnTo>
                    <a:pt x="6259998" y="490986"/>
                  </a:lnTo>
                  <a:lnTo>
                    <a:pt x="6260124" y="490986"/>
                  </a:lnTo>
                  <a:lnTo>
                    <a:pt x="6260250" y="490986"/>
                  </a:lnTo>
                  <a:lnTo>
                    <a:pt x="6260376" y="490986"/>
                  </a:lnTo>
                  <a:lnTo>
                    <a:pt x="6260502" y="490986"/>
                  </a:lnTo>
                  <a:lnTo>
                    <a:pt x="6260628" y="490986"/>
                  </a:lnTo>
                  <a:lnTo>
                    <a:pt x="6260754" y="490986"/>
                  </a:lnTo>
                  <a:lnTo>
                    <a:pt x="6260880" y="490986"/>
                  </a:lnTo>
                  <a:lnTo>
                    <a:pt x="6261006" y="490986"/>
                  </a:lnTo>
                  <a:lnTo>
                    <a:pt x="6261132" y="490986"/>
                  </a:lnTo>
                  <a:lnTo>
                    <a:pt x="6261258" y="490986"/>
                  </a:lnTo>
                  <a:lnTo>
                    <a:pt x="6261384" y="490986"/>
                  </a:lnTo>
                  <a:lnTo>
                    <a:pt x="6261511" y="490986"/>
                  </a:lnTo>
                  <a:lnTo>
                    <a:pt x="6261637" y="490986"/>
                  </a:lnTo>
                  <a:lnTo>
                    <a:pt x="6261763" y="490986"/>
                  </a:lnTo>
                  <a:lnTo>
                    <a:pt x="6261889" y="490986"/>
                  </a:lnTo>
                  <a:lnTo>
                    <a:pt x="6262015" y="490986"/>
                  </a:lnTo>
                  <a:lnTo>
                    <a:pt x="6262141" y="490986"/>
                  </a:lnTo>
                  <a:lnTo>
                    <a:pt x="6262267" y="490986"/>
                  </a:lnTo>
                  <a:lnTo>
                    <a:pt x="6262393" y="490986"/>
                  </a:lnTo>
                  <a:lnTo>
                    <a:pt x="6262519" y="490986"/>
                  </a:lnTo>
                  <a:lnTo>
                    <a:pt x="6262645" y="490986"/>
                  </a:lnTo>
                  <a:lnTo>
                    <a:pt x="6262771" y="490986"/>
                  </a:lnTo>
                  <a:lnTo>
                    <a:pt x="6262898" y="490986"/>
                  </a:lnTo>
                  <a:lnTo>
                    <a:pt x="6263024" y="490986"/>
                  </a:lnTo>
                  <a:lnTo>
                    <a:pt x="6263150" y="490986"/>
                  </a:lnTo>
                  <a:lnTo>
                    <a:pt x="6263276" y="490986"/>
                  </a:lnTo>
                  <a:lnTo>
                    <a:pt x="6263402" y="490986"/>
                  </a:lnTo>
                  <a:lnTo>
                    <a:pt x="6263528" y="490986"/>
                  </a:lnTo>
                  <a:lnTo>
                    <a:pt x="6263654" y="490986"/>
                  </a:lnTo>
                  <a:lnTo>
                    <a:pt x="6263780" y="490986"/>
                  </a:lnTo>
                  <a:lnTo>
                    <a:pt x="6263906" y="490986"/>
                  </a:lnTo>
                  <a:lnTo>
                    <a:pt x="6264032" y="490986"/>
                  </a:lnTo>
                  <a:lnTo>
                    <a:pt x="6264158" y="490986"/>
                  </a:lnTo>
                  <a:lnTo>
                    <a:pt x="6264284" y="490986"/>
                  </a:lnTo>
                  <a:lnTo>
                    <a:pt x="6264411" y="490986"/>
                  </a:lnTo>
                  <a:lnTo>
                    <a:pt x="6264537" y="490986"/>
                  </a:lnTo>
                  <a:lnTo>
                    <a:pt x="6264663" y="490986"/>
                  </a:lnTo>
                  <a:lnTo>
                    <a:pt x="6264789" y="490986"/>
                  </a:lnTo>
                  <a:lnTo>
                    <a:pt x="6264915" y="490986"/>
                  </a:lnTo>
                  <a:lnTo>
                    <a:pt x="6265041" y="490986"/>
                  </a:lnTo>
                  <a:lnTo>
                    <a:pt x="6265167" y="490986"/>
                  </a:lnTo>
                  <a:lnTo>
                    <a:pt x="6265293" y="490986"/>
                  </a:lnTo>
                  <a:lnTo>
                    <a:pt x="6265419" y="490986"/>
                  </a:lnTo>
                  <a:lnTo>
                    <a:pt x="6265545" y="490986"/>
                  </a:lnTo>
                  <a:lnTo>
                    <a:pt x="6265671" y="490986"/>
                  </a:lnTo>
                  <a:lnTo>
                    <a:pt x="6265798" y="490986"/>
                  </a:lnTo>
                  <a:lnTo>
                    <a:pt x="6265924" y="490986"/>
                  </a:lnTo>
                  <a:lnTo>
                    <a:pt x="6266050" y="490986"/>
                  </a:lnTo>
                  <a:lnTo>
                    <a:pt x="6266176" y="490986"/>
                  </a:lnTo>
                  <a:lnTo>
                    <a:pt x="6266302" y="490986"/>
                  </a:lnTo>
                  <a:lnTo>
                    <a:pt x="6266428" y="490986"/>
                  </a:lnTo>
                  <a:lnTo>
                    <a:pt x="6266554" y="490986"/>
                  </a:lnTo>
                  <a:lnTo>
                    <a:pt x="6266680" y="490986"/>
                  </a:lnTo>
                  <a:lnTo>
                    <a:pt x="6266806" y="490986"/>
                  </a:lnTo>
                  <a:lnTo>
                    <a:pt x="6266932" y="490986"/>
                  </a:lnTo>
                  <a:lnTo>
                    <a:pt x="6267058" y="490986"/>
                  </a:lnTo>
                  <a:lnTo>
                    <a:pt x="6267185" y="490986"/>
                  </a:lnTo>
                  <a:lnTo>
                    <a:pt x="6267311" y="490986"/>
                  </a:lnTo>
                  <a:lnTo>
                    <a:pt x="6267437" y="490986"/>
                  </a:lnTo>
                  <a:lnTo>
                    <a:pt x="6267563" y="490986"/>
                  </a:lnTo>
                  <a:lnTo>
                    <a:pt x="6267689" y="490986"/>
                  </a:lnTo>
                  <a:lnTo>
                    <a:pt x="6267815" y="490986"/>
                  </a:lnTo>
                  <a:lnTo>
                    <a:pt x="6267941" y="490986"/>
                  </a:lnTo>
                  <a:lnTo>
                    <a:pt x="6268067" y="490986"/>
                  </a:lnTo>
                  <a:lnTo>
                    <a:pt x="6268193" y="490986"/>
                  </a:lnTo>
                  <a:lnTo>
                    <a:pt x="6268319" y="490986"/>
                  </a:lnTo>
                  <a:lnTo>
                    <a:pt x="6268445" y="490986"/>
                  </a:lnTo>
                  <a:lnTo>
                    <a:pt x="6268571" y="490986"/>
                  </a:lnTo>
                  <a:lnTo>
                    <a:pt x="6268698" y="490986"/>
                  </a:lnTo>
                  <a:lnTo>
                    <a:pt x="6268824" y="490986"/>
                  </a:lnTo>
                  <a:lnTo>
                    <a:pt x="6268950" y="490986"/>
                  </a:lnTo>
                  <a:lnTo>
                    <a:pt x="6269076" y="490986"/>
                  </a:lnTo>
                  <a:lnTo>
                    <a:pt x="6269202" y="490986"/>
                  </a:lnTo>
                  <a:lnTo>
                    <a:pt x="6269328" y="490986"/>
                  </a:lnTo>
                  <a:lnTo>
                    <a:pt x="6269454" y="490986"/>
                  </a:lnTo>
                  <a:lnTo>
                    <a:pt x="6269580" y="490986"/>
                  </a:lnTo>
                  <a:lnTo>
                    <a:pt x="6269706" y="490986"/>
                  </a:lnTo>
                  <a:lnTo>
                    <a:pt x="6269832" y="490986"/>
                  </a:lnTo>
                  <a:lnTo>
                    <a:pt x="6269958" y="490986"/>
                  </a:lnTo>
                  <a:lnTo>
                    <a:pt x="6270085" y="490986"/>
                  </a:lnTo>
                  <a:lnTo>
                    <a:pt x="6270211" y="490986"/>
                  </a:lnTo>
                  <a:lnTo>
                    <a:pt x="6270337" y="490986"/>
                  </a:lnTo>
                  <a:lnTo>
                    <a:pt x="6270463" y="490986"/>
                  </a:lnTo>
                  <a:lnTo>
                    <a:pt x="6270589" y="490986"/>
                  </a:lnTo>
                  <a:lnTo>
                    <a:pt x="6270715" y="490986"/>
                  </a:lnTo>
                  <a:lnTo>
                    <a:pt x="6270841" y="490986"/>
                  </a:lnTo>
                  <a:lnTo>
                    <a:pt x="6270967" y="490986"/>
                  </a:lnTo>
                  <a:lnTo>
                    <a:pt x="6271093" y="490986"/>
                  </a:lnTo>
                  <a:lnTo>
                    <a:pt x="6271219" y="490986"/>
                  </a:lnTo>
                  <a:lnTo>
                    <a:pt x="6271345" y="490986"/>
                  </a:lnTo>
                  <a:lnTo>
                    <a:pt x="6271471" y="490986"/>
                  </a:lnTo>
                  <a:lnTo>
                    <a:pt x="6271598" y="490986"/>
                  </a:lnTo>
                  <a:lnTo>
                    <a:pt x="6271724" y="490986"/>
                  </a:lnTo>
                  <a:lnTo>
                    <a:pt x="6271850" y="490986"/>
                  </a:lnTo>
                  <a:lnTo>
                    <a:pt x="6271976" y="490986"/>
                  </a:lnTo>
                  <a:lnTo>
                    <a:pt x="6272102" y="490986"/>
                  </a:lnTo>
                  <a:lnTo>
                    <a:pt x="6272228" y="490986"/>
                  </a:lnTo>
                  <a:lnTo>
                    <a:pt x="6272354" y="490986"/>
                  </a:lnTo>
                  <a:lnTo>
                    <a:pt x="6272480" y="490986"/>
                  </a:lnTo>
                  <a:lnTo>
                    <a:pt x="6272606" y="490986"/>
                  </a:lnTo>
                  <a:lnTo>
                    <a:pt x="6272732" y="490986"/>
                  </a:lnTo>
                  <a:lnTo>
                    <a:pt x="6272858" y="490986"/>
                  </a:lnTo>
                  <a:lnTo>
                    <a:pt x="6272985" y="490986"/>
                  </a:lnTo>
                  <a:lnTo>
                    <a:pt x="6273111" y="490986"/>
                  </a:lnTo>
                  <a:lnTo>
                    <a:pt x="6273237" y="490986"/>
                  </a:lnTo>
                  <a:lnTo>
                    <a:pt x="6273363" y="490986"/>
                  </a:lnTo>
                  <a:lnTo>
                    <a:pt x="6273489" y="490986"/>
                  </a:lnTo>
                  <a:lnTo>
                    <a:pt x="6273615" y="490986"/>
                  </a:lnTo>
                  <a:lnTo>
                    <a:pt x="6273741" y="490986"/>
                  </a:lnTo>
                  <a:lnTo>
                    <a:pt x="6273867" y="490986"/>
                  </a:lnTo>
                  <a:lnTo>
                    <a:pt x="6273993" y="490986"/>
                  </a:lnTo>
                  <a:lnTo>
                    <a:pt x="6274119" y="490986"/>
                  </a:lnTo>
                  <a:lnTo>
                    <a:pt x="6274245" y="490986"/>
                  </a:lnTo>
                  <a:lnTo>
                    <a:pt x="6274372" y="490986"/>
                  </a:lnTo>
                  <a:lnTo>
                    <a:pt x="6274498" y="490986"/>
                  </a:lnTo>
                  <a:lnTo>
                    <a:pt x="6274624" y="490986"/>
                  </a:lnTo>
                  <a:lnTo>
                    <a:pt x="6274750" y="490986"/>
                  </a:lnTo>
                  <a:lnTo>
                    <a:pt x="6274876" y="490986"/>
                  </a:lnTo>
                  <a:lnTo>
                    <a:pt x="6275002" y="490986"/>
                  </a:lnTo>
                  <a:lnTo>
                    <a:pt x="6275128" y="490986"/>
                  </a:lnTo>
                  <a:lnTo>
                    <a:pt x="6275254" y="490986"/>
                  </a:lnTo>
                  <a:lnTo>
                    <a:pt x="6275380" y="490986"/>
                  </a:lnTo>
                  <a:lnTo>
                    <a:pt x="6275506" y="490986"/>
                  </a:lnTo>
                  <a:lnTo>
                    <a:pt x="6275632" y="490986"/>
                  </a:lnTo>
                  <a:lnTo>
                    <a:pt x="6275758" y="490986"/>
                  </a:lnTo>
                  <a:lnTo>
                    <a:pt x="6275885" y="490986"/>
                  </a:lnTo>
                  <a:lnTo>
                    <a:pt x="6276011" y="490986"/>
                  </a:lnTo>
                  <a:lnTo>
                    <a:pt x="6276137" y="490986"/>
                  </a:lnTo>
                  <a:lnTo>
                    <a:pt x="6276263" y="490986"/>
                  </a:lnTo>
                  <a:lnTo>
                    <a:pt x="6276389" y="490986"/>
                  </a:lnTo>
                  <a:lnTo>
                    <a:pt x="6276515" y="490986"/>
                  </a:lnTo>
                  <a:lnTo>
                    <a:pt x="6276641" y="490986"/>
                  </a:lnTo>
                  <a:lnTo>
                    <a:pt x="6276767" y="490986"/>
                  </a:lnTo>
                  <a:lnTo>
                    <a:pt x="6276893" y="490986"/>
                  </a:lnTo>
                  <a:lnTo>
                    <a:pt x="6277019" y="490986"/>
                  </a:lnTo>
                  <a:lnTo>
                    <a:pt x="6277145" y="490986"/>
                  </a:lnTo>
                  <a:lnTo>
                    <a:pt x="6277272" y="490986"/>
                  </a:lnTo>
                  <a:lnTo>
                    <a:pt x="6277398" y="490986"/>
                  </a:lnTo>
                  <a:lnTo>
                    <a:pt x="6277524" y="490986"/>
                  </a:lnTo>
                  <a:lnTo>
                    <a:pt x="6277650" y="490986"/>
                  </a:lnTo>
                  <a:lnTo>
                    <a:pt x="6277776" y="490986"/>
                  </a:lnTo>
                  <a:lnTo>
                    <a:pt x="6277902" y="490986"/>
                  </a:lnTo>
                  <a:lnTo>
                    <a:pt x="6278028" y="490986"/>
                  </a:lnTo>
                  <a:lnTo>
                    <a:pt x="6278154" y="490986"/>
                  </a:lnTo>
                  <a:lnTo>
                    <a:pt x="6278280" y="490986"/>
                  </a:lnTo>
                  <a:lnTo>
                    <a:pt x="6278406" y="490986"/>
                  </a:lnTo>
                  <a:lnTo>
                    <a:pt x="6278532" y="490986"/>
                  </a:lnTo>
                  <a:lnTo>
                    <a:pt x="6278658" y="490986"/>
                  </a:lnTo>
                  <a:lnTo>
                    <a:pt x="6278785" y="490986"/>
                  </a:lnTo>
                  <a:lnTo>
                    <a:pt x="6278911" y="490986"/>
                  </a:lnTo>
                  <a:lnTo>
                    <a:pt x="6279037" y="490986"/>
                  </a:lnTo>
                  <a:lnTo>
                    <a:pt x="6279163" y="490986"/>
                  </a:lnTo>
                  <a:lnTo>
                    <a:pt x="6279289" y="490986"/>
                  </a:lnTo>
                  <a:lnTo>
                    <a:pt x="6279415" y="490986"/>
                  </a:lnTo>
                  <a:lnTo>
                    <a:pt x="6279541" y="490986"/>
                  </a:lnTo>
                  <a:lnTo>
                    <a:pt x="6279667" y="490986"/>
                  </a:lnTo>
                  <a:lnTo>
                    <a:pt x="6279793" y="490986"/>
                  </a:lnTo>
                  <a:lnTo>
                    <a:pt x="6279919" y="490986"/>
                  </a:lnTo>
                  <a:lnTo>
                    <a:pt x="6280045" y="490986"/>
                  </a:lnTo>
                  <a:lnTo>
                    <a:pt x="6280172" y="490986"/>
                  </a:lnTo>
                  <a:lnTo>
                    <a:pt x="6280298" y="490986"/>
                  </a:lnTo>
                  <a:lnTo>
                    <a:pt x="6280424" y="490986"/>
                  </a:lnTo>
                  <a:lnTo>
                    <a:pt x="6280550" y="490986"/>
                  </a:lnTo>
                  <a:lnTo>
                    <a:pt x="6280676" y="490986"/>
                  </a:lnTo>
                  <a:lnTo>
                    <a:pt x="6280802" y="490986"/>
                  </a:lnTo>
                  <a:lnTo>
                    <a:pt x="6280928" y="490986"/>
                  </a:lnTo>
                  <a:lnTo>
                    <a:pt x="6281054" y="490986"/>
                  </a:lnTo>
                  <a:lnTo>
                    <a:pt x="6281180" y="490986"/>
                  </a:lnTo>
                  <a:lnTo>
                    <a:pt x="6281306" y="490986"/>
                  </a:lnTo>
                  <a:lnTo>
                    <a:pt x="6281432" y="490986"/>
                  </a:lnTo>
                  <a:lnTo>
                    <a:pt x="6281559" y="490986"/>
                  </a:lnTo>
                  <a:lnTo>
                    <a:pt x="6281685" y="490986"/>
                  </a:lnTo>
                  <a:lnTo>
                    <a:pt x="6281811" y="490986"/>
                  </a:lnTo>
                  <a:lnTo>
                    <a:pt x="6281937" y="490986"/>
                  </a:lnTo>
                  <a:lnTo>
                    <a:pt x="6282063" y="490986"/>
                  </a:lnTo>
                  <a:lnTo>
                    <a:pt x="6282189" y="490986"/>
                  </a:lnTo>
                  <a:lnTo>
                    <a:pt x="6282315" y="490986"/>
                  </a:lnTo>
                  <a:lnTo>
                    <a:pt x="6282441" y="490986"/>
                  </a:lnTo>
                  <a:lnTo>
                    <a:pt x="6282567" y="490986"/>
                  </a:lnTo>
                  <a:lnTo>
                    <a:pt x="6282693" y="490986"/>
                  </a:lnTo>
                  <a:lnTo>
                    <a:pt x="6282819" y="490986"/>
                  </a:lnTo>
                  <a:lnTo>
                    <a:pt x="6282945" y="490986"/>
                  </a:lnTo>
                  <a:lnTo>
                    <a:pt x="6283072" y="490986"/>
                  </a:lnTo>
                  <a:lnTo>
                    <a:pt x="6283198" y="490986"/>
                  </a:lnTo>
                  <a:lnTo>
                    <a:pt x="6283324" y="490986"/>
                  </a:lnTo>
                  <a:lnTo>
                    <a:pt x="6283450" y="490986"/>
                  </a:lnTo>
                  <a:lnTo>
                    <a:pt x="6283576" y="490986"/>
                  </a:lnTo>
                  <a:lnTo>
                    <a:pt x="6283702" y="490986"/>
                  </a:lnTo>
                  <a:lnTo>
                    <a:pt x="6283828" y="490986"/>
                  </a:lnTo>
                  <a:lnTo>
                    <a:pt x="6283954" y="490986"/>
                  </a:lnTo>
                  <a:lnTo>
                    <a:pt x="6284080" y="490986"/>
                  </a:lnTo>
                  <a:lnTo>
                    <a:pt x="6284206" y="490986"/>
                  </a:lnTo>
                  <a:lnTo>
                    <a:pt x="6284332" y="490986"/>
                  </a:lnTo>
                  <a:lnTo>
                    <a:pt x="6284459" y="490986"/>
                  </a:lnTo>
                  <a:lnTo>
                    <a:pt x="6284585" y="490986"/>
                  </a:lnTo>
                  <a:lnTo>
                    <a:pt x="6284711" y="490986"/>
                  </a:lnTo>
                  <a:lnTo>
                    <a:pt x="6284837" y="490986"/>
                  </a:lnTo>
                  <a:lnTo>
                    <a:pt x="6284963" y="490986"/>
                  </a:lnTo>
                  <a:lnTo>
                    <a:pt x="6285089" y="490986"/>
                  </a:lnTo>
                  <a:lnTo>
                    <a:pt x="6285215" y="490986"/>
                  </a:lnTo>
                  <a:lnTo>
                    <a:pt x="6285341" y="490986"/>
                  </a:lnTo>
                  <a:lnTo>
                    <a:pt x="6285467" y="490986"/>
                  </a:lnTo>
                  <a:lnTo>
                    <a:pt x="6285593" y="490986"/>
                  </a:lnTo>
                  <a:lnTo>
                    <a:pt x="6285719" y="490986"/>
                  </a:lnTo>
                  <a:lnTo>
                    <a:pt x="6285845" y="490986"/>
                  </a:lnTo>
                  <a:lnTo>
                    <a:pt x="6285972" y="490986"/>
                  </a:lnTo>
                  <a:lnTo>
                    <a:pt x="6286098" y="490986"/>
                  </a:lnTo>
                  <a:lnTo>
                    <a:pt x="6286224" y="490986"/>
                  </a:lnTo>
                  <a:lnTo>
                    <a:pt x="6286350" y="490986"/>
                  </a:lnTo>
                  <a:lnTo>
                    <a:pt x="6286476" y="490986"/>
                  </a:lnTo>
                  <a:lnTo>
                    <a:pt x="6286602" y="490986"/>
                  </a:lnTo>
                  <a:lnTo>
                    <a:pt x="6286728" y="490986"/>
                  </a:lnTo>
                  <a:lnTo>
                    <a:pt x="6286854" y="490986"/>
                  </a:lnTo>
                  <a:lnTo>
                    <a:pt x="6286980" y="490986"/>
                  </a:lnTo>
                  <a:lnTo>
                    <a:pt x="6287106" y="490986"/>
                  </a:lnTo>
                  <a:lnTo>
                    <a:pt x="6287232" y="490986"/>
                  </a:lnTo>
                  <a:lnTo>
                    <a:pt x="6287359" y="490986"/>
                  </a:lnTo>
                  <a:lnTo>
                    <a:pt x="6287485" y="490986"/>
                  </a:lnTo>
                  <a:lnTo>
                    <a:pt x="6287611" y="490986"/>
                  </a:lnTo>
                  <a:lnTo>
                    <a:pt x="6287737" y="490986"/>
                  </a:lnTo>
                  <a:lnTo>
                    <a:pt x="6287863" y="490986"/>
                  </a:lnTo>
                  <a:lnTo>
                    <a:pt x="6287989" y="490986"/>
                  </a:lnTo>
                  <a:lnTo>
                    <a:pt x="6288115" y="490986"/>
                  </a:lnTo>
                  <a:lnTo>
                    <a:pt x="6288241" y="490986"/>
                  </a:lnTo>
                  <a:lnTo>
                    <a:pt x="6288367" y="490986"/>
                  </a:lnTo>
                  <a:lnTo>
                    <a:pt x="6288493" y="490986"/>
                  </a:lnTo>
                  <a:lnTo>
                    <a:pt x="6288493" y="485706"/>
                  </a:lnTo>
                  <a:lnTo>
                    <a:pt x="6288619" y="485706"/>
                  </a:lnTo>
                  <a:lnTo>
                    <a:pt x="6288745" y="485706"/>
                  </a:lnTo>
                  <a:lnTo>
                    <a:pt x="6288872" y="485706"/>
                  </a:lnTo>
                  <a:lnTo>
                    <a:pt x="6288998" y="485706"/>
                  </a:lnTo>
                  <a:lnTo>
                    <a:pt x="6289124" y="485706"/>
                  </a:lnTo>
                  <a:lnTo>
                    <a:pt x="6289250" y="485706"/>
                  </a:lnTo>
                  <a:lnTo>
                    <a:pt x="6289376" y="485706"/>
                  </a:lnTo>
                  <a:lnTo>
                    <a:pt x="6289502" y="485706"/>
                  </a:lnTo>
                  <a:lnTo>
                    <a:pt x="6289628" y="485706"/>
                  </a:lnTo>
                  <a:lnTo>
                    <a:pt x="6289754" y="485706"/>
                  </a:lnTo>
                  <a:lnTo>
                    <a:pt x="6289880" y="485706"/>
                  </a:lnTo>
                  <a:lnTo>
                    <a:pt x="6290006" y="485706"/>
                  </a:lnTo>
                  <a:lnTo>
                    <a:pt x="6290132" y="485706"/>
                  </a:lnTo>
                  <a:lnTo>
                    <a:pt x="6290259" y="485706"/>
                  </a:lnTo>
                  <a:lnTo>
                    <a:pt x="6290385" y="485706"/>
                  </a:lnTo>
                  <a:lnTo>
                    <a:pt x="6290511" y="485706"/>
                  </a:lnTo>
                  <a:lnTo>
                    <a:pt x="6290637" y="485706"/>
                  </a:lnTo>
                  <a:lnTo>
                    <a:pt x="6290763" y="485706"/>
                  </a:lnTo>
                  <a:lnTo>
                    <a:pt x="6290889" y="485706"/>
                  </a:lnTo>
                  <a:lnTo>
                    <a:pt x="6291015" y="485706"/>
                  </a:lnTo>
                  <a:lnTo>
                    <a:pt x="6291141" y="485706"/>
                  </a:lnTo>
                  <a:lnTo>
                    <a:pt x="6291267" y="485706"/>
                  </a:lnTo>
                  <a:lnTo>
                    <a:pt x="6291393" y="485706"/>
                  </a:lnTo>
                  <a:lnTo>
                    <a:pt x="6291519" y="485706"/>
                  </a:lnTo>
                  <a:lnTo>
                    <a:pt x="6291646" y="485706"/>
                  </a:lnTo>
                  <a:lnTo>
                    <a:pt x="6291772" y="485706"/>
                  </a:lnTo>
                  <a:lnTo>
                    <a:pt x="6291898" y="485706"/>
                  </a:lnTo>
                  <a:lnTo>
                    <a:pt x="6292024" y="485706"/>
                  </a:lnTo>
                  <a:lnTo>
                    <a:pt x="6292150" y="485706"/>
                  </a:lnTo>
                  <a:lnTo>
                    <a:pt x="6292276" y="485706"/>
                  </a:lnTo>
                  <a:lnTo>
                    <a:pt x="6292402" y="485706"/>
                  </a:lnTo>
                  <a:lnTo>
                    <a:pt x="6292528" y="485706"/>
                  </a:lnTo>
                  <a:lnTo>
                    <a:pt x="6292654" y="485706"/>
                  </a:lnTo>
                  <a:lnTo>
                    <a:pt x="6292780" y="485706"/>
                  </a:lnTo>
                  <a:lnTo>
                    <a:pt x="6292906" y="485706"/>
                  </a:lnTo>
                  <a:lnTo>
                    <a:pt x="6293032" y="485706"/>
                  </a:lnTo>
                  <a:lnTo>
                    <a:pt x="6293159" y="485706"/>
                  </a:lnTo>
                  <a:lnTo>
                    <a:pt x="6293285" y="485706"/>
                  </a:lnTo>
                  <a:lnTo>
                    <a:pt x="6293411" y="485706"/>
                  </a:lnTo>
                  <a:lnTo>
                    <a:pt x="6293537" y="485706"/>
                  </a:lnTo>
                  <a:lnTo>
                    <a:pt x="6293663" y="485706"/>
                  </a:lnTo>
                  <a:lnTo>
                    <a:pt x="6293789" y="485706"/>
                  </a:lnTo>
                  <a:lnTo>
                    <a:pt x="6293915" y="485706"/>
                  </a:lnTo>
                  <a:lnTo>
                    <a:pt x="6294041" y="485706"/>
                  </a:lnTo>
                  <a:lnTo>
                    <a:pt x="6294167" y="485706"/>
                  </a:lnTo>
                  <a:lnTo>
                    <a:pt x="6294293" y="485706"/>
                  </a:lnTo>
                  <a:lnTo>
                    <a:pt x="6294419" y="485706"/>
                  </a:lnTo>
                  <a:lnTo>
                    <a:pt x="6294546" y="485706"/>
                  </a:lnTo>
                  <a:lnTo>
                    <a:pt x="6294672" y="485706"/>
                  </a:lnTo>
                  <a:lnTo>
                    <a:pt x="6294798" y="485706"/>
                  </a:lnTo>
                  <a:lnTo>
                    <a:pt x="6294924" y="485706"/>
                  </a:lnTo>
                  <a:lnTo>
                    <a:pt x="6295050" y="485706"/>
                  </a:lnTo>
                  <a:lnTo>
                    <a:pt x="6295176" y="485706"/>
                  </a:lnTo>
                  <a:lnTo>
                    <a:pt x="6295302" y="485706"/>
                  </a:lnTo>
                  <a:lnTo>
                    <a:pt x="6295302" y="480427"/>
                  </a:lnTo>
                  <a:lnTo>
                    <a:pt x="6295428" y="480427"/>
                  </a:lnTo>
                  <a:lnTo>
                    <a:pt x="6295554" y="480427"/>
                  </a:lnTo>
                  <a:lnTo>
                    <a:pt x="6295680" y="480427"/>
                  </a:lnTo>
                  <a:lnTo>
                    <a:pt x="6295806" y="480427"/>
                  </a:lnTo>
                  <a:lnTo>
                    <a:pt x="6295932" y="480427"/>
                  </a:lnTo>
                  <a:lnTo>
                    <a:pt x="6296059" y="480427"/>
                  </a:lnTo>
                  <a:lnTo>
                    <a:pt x="6296185" y="480427"/>
                  </a:lnTo>
                  <a:lnTo>
                    <a:pt x="6296311" y="480427"/>
                  </a:lnTo>
                  <a:lnTo>
                    <a:pt x="6296437" y="480427"/>
                  </a:lnTo>
                  <a:lnTo>
                    <a:pt x="6296563" y="480427"/>
                  </a:lnTo>
                  <a:lnTo>
                    <a:pt x="6296689" y="480427"/>
                  </a:lnTo>
                  <a:lnTo>
                    <a:pt x="6296815" y="480427"/>
                  </a:lnTo>
                  <a:lnTo>
                    <a:pt x="6296941" y="480427"/>
                  </a:lnTo>
                  <a:lnTo>
                    <a:pt x="6297067" y="480427"/>
                  </a:lnTo>
                  <a:lnTo>
                    <a:pt x="6297193" y="480427"/>
                  </a:lnTo>
                  <a:lnTo>
                    <a:pt x="6297319" y="480427"/>
                  </a:lnTo>
                  <a:lnTo>
                    <a:pt x="6297446" y="480427"/>
                  </a:lnTo>
                  <a:lnTo>
                    <a:pt x="6297572" y="480427"/>
                  </a:lnTo>
                  <a:lnTo>
                    <a:pt x="6297698" y="480427"/>
                  </a:lnTo>
                  <a:lnTo>
                    <a:pt x="6297824" y="480427"/>
                  </a:lnTo>
                  <a:lnTo>
                    <a:pt x="6297950" y="480427"/>
                  </a:lnTo>
                  <a:lnTo>
                    <a:pt x="6298076" y="480427"/>
                  </a:lnTo>
                  <a:lnTo>
                    <a:pt x="6298202" y="480427"/>
                  </a:lnTo>
                  <a:lnTo>
                    <a:pt x="6298328" y="480427"/>
                  </a:lnTo>
                  <a:lnTo>
                    <a:pt x="6298328" y="475147"/>
                  </a:lnTo>
                  <a:lnTo>
                    <a:pt x="6298454" y="475147"/>
                  </a:lnTo>
                  <a:lnTo>
                    <a:pt x="6298580" y="475147"/>
                  </a:lnTo>
                  <a:lnTo>
                    <a:pt x="6298706" y="475147"/>
                  </a:lnTo>
                  <a:lnTo>
                    <a:pt x="6298833" y="475147"/>
                  </a:lnTo>
                  <a:lnTo>
                    <a:pt x="6298959" y="475147"/>
                  </a:lnTo>
                  <a:lnTo>
                    <a:pt x="6299085" y="475147"/>
                  </a:lnTo>
                  <a:lnTo>
                    <a:pt x="6299211" y="475147"/>
                  </a:lnTo>
                  <a:lnTo>
                    <a:pt x="6299337" y="475147"/>
                  </a:lnTo>
                  <a:lnTo>
                    <a:pt x="6299463" y="475147"/>
                  </a:lnTo>
                  <a:lnTo>
                    <a:pt x="6299589" y="475147"/>
                  </a:lnTo>
                  <a:lnTo>
                    <a:pt x="6299715" y="475147"/>
                  </a:lnTo>
                  <a:lnTo>
                    <a:pt x="6299841" y="475147"/>
                  </a:lnTo>
                  <a:lnTo>
                    <a:pt x="6299967" y="475147"/>
                  </a:lnTo>
                  <a:lnTo>
                    <a:pt x="6300093" y="475147"/>
                  </a:lnTo>
                  <a:lnTo>
                    <a:pt x="6300219" y="475147"/>
                  </a:lnTo>
                  <a:lnTo>
                    <a:pt x="6300346" y="475147"/>
                  </a:lnTo>
                  <a:lnTo>
                    <a:pt x="6300472" y="475147"/>
                  </a:lnTo>
                  <a:lnTo>
                    <a:pt x="6300598" y="475147"/>
                  </a:lnTo>
                  <a:lnTo>
                    <a:pt x="6300724" y="475147"/>
                  </a:lnTo>
                  <a:lnTo>
                    <a:pt x="6300850" y="475147"/>
                  </a:lnTo>
                  <a:lnTo>
                    <a:pt x="6300976" y="475147"/>
                  </a:lnTo>
                  <a:lnTo>
                    <a:pt x="6301102" y="475147"/>
                  </a:lnTo>
                  <a:lnTo>
                    <a:pt x="6301228" y="475147"/>
                  </a:lnTo>
                  <a:lnTo>
                    <a:pt x="6301354" y="475147"/>
                  </a:lnTo>
                  <a:lnTo>
                    <a:pt x="6301480" y="475147"/>
                  </a:lnTo>
                  <a:lnTo>
                    <a:pt x="6301606" y="475147"/>
                  </a:lnTo>
                  <a:lnTo>
                    <a:pt x="6301733" y="475147"/>
                  </a:lnTo>
                  <a:lnTo>
                    <a:pt x="6301859" y="475147"/>
                  </a:lnTo>
                  <a:lnTo>
                    <a:pt x="6301985" y="475147"/>
                  </a:lnTo>
                  <a:lnTo>
                    <a:pt x="6302111" y="475147"/>
                  </a:lnTo>
                  <a:lnTo>
                    <a:pt x="6302237" y="475147"/>
                  </a:lnTo>
                  <a:lnTo>
                    <a:pt x="6302363" y="475147"/>
                  </a:lnTo>
                  <a:lnTo>
                    <a:pt x="6302489" y="475147"/>
                  </a:lnTo>
                  <a:lnTo>
                    <a:pt x="6302615" y="475147"/>
                  </a:lnTo>
                  <a:lnTo>
                    <a:pt x="6302741" y="475147"/>
                  </a:lnTo>
                  <a:lnTo>
                    <a:pt x="6302867" y="475147"/>
                  </a:lnTo>
                  <a:lnTo>
                    <a:pt x="6302993" y="475147"/>
                  </a:lnTo>
                  <a:lnTo>
                    <a:pt x="6303119" y="475147"/>
                  </a:lnTo>
                  <a:lnTo>
                    <a:pt x="6303246" y="475147"/>
                  </a:lnTo>
                  <a:lnTo>
                    <a:pt x="6303372" y="475147"/>
                  </a:lnTo>
                  <a:lnTo>
                    <a:pt x="6303498" y="475147"/>
                  </a:lnTo>
                  <a:lnTo>
                    <a:pt x="6303624" y="475147"/>
                  </a:lnTo>
                  <a:lnTo>
                    <a:pt x="6303750" y="475147"/>
                  </a:lnTo>
                  <a:lnTo>
                    <a:pt x="6303876" y="475147"/>
                  </a:lnTo>
                  <a:lnTo>
                    <a:pt x="6304002" y="475147"/>
                  </a:lnTo>
                  <a:lnTo>
                    <a:pt x="6304128" y="475147"/>
                  </a:lnTo>
                  <a:lnTo>
                    <a:pt x="6304254" y="475147"/>
                  </a:lnTo>
                  <a:lnTo>
                    <a:pt x="6304380" y="475147"/>
                  </a:lnTo>
                  <a:lnTo>
                    <a:pt x="6304506" y="475147"/>
                  </a:lnTo>
                  <a:lnTo>
                    <a:pt x="6304633" y="475147"/>
                  </a:lnTo>
                  <a:lnTo>
                    <a:pt x="6304759" y="475147"/>
                  </a:lnTo>
                  <a:lnTo>
                    <a:pt x="6304885" y="475147"/>
                  </a:lnTo>
                  <a:lnTo>
                    <a:pt x="6305011" y="475147"/>
                  </a:lnTo>
                  <a:lnTo>
                    <a:pt x="6305137" y="475147"/>
                  </a:lnTo>
                  <a:lnTo>
                    <a:pt x="6305263" y="475147"/>
                  </a:lnTo>
                  <a:lnTo>
                    <a:pt x="6305389" y="475147"/>
                  </a:lnTo>
                  <a:lnTo>
                    <a:pt x="6305515" y="475147"/>
                  </a:lnTo>
                  <a:lnTo>
                    <a:pt x="6305641" y="475147"/>
                  </a:lnTo>
                  <a:lnTo>
                    <a:pt x="6305767" y="475147"/>
                  </a:lnTo>
                  <a:lnTo>
                    <a:pt x="6305893" y="475147"/>
                  </a:lnTo>
                  <a:lnTo>
                    <a:pt x="6306020" y="475147"/>
                  </a:lnTo>
                  <a:lnTo>
                    <a:pt x="6306146" y="475147"/>
                  </a:lnTo>
                  <a:lnTo>
                    <a:pt x="6306272" y="475147"/>
                  </a:lnTo>
                  <a:lnTo>
                    <a:pt x="6306398" y="475147"/>
                  </a:lnTo>
                  <a:lnTo>
                    <a:pt x="6306524" y="475147"/>
                  </a:lnTo>
                  <a:lnTo>
                    <a:pt x="6306650" y="475147"/>
                  </a:lnTo>
                  <a:lnTo>
                    <a:pt x="6306776" y="475147"/>
                  </a:lnTo>
                  <a:lnTo>
                    <a:pt x="6306902" y="475147"/>
                  </a:lnTo>
                  <a:lnTo>
                    <a:pt x="6307028" y="475147"/>
                  </a:lnTo>
                  <a:lnTo>
                    <a:pt x="6307154" y="475147"/>
                  </a:lnTo>
                  <a:lnTo>
                    <a:pt x="6307280" y="475147"/>
                  </a:lnTo>
                  <a:lnTo>
                    <a:pt x="6307406" y="475147"/>
                  </a:lnTo>
                  <a:lnTo>
                    <a:pt x="6307533" y="475147"/>
                  </a:lnTo>
                  <a:lnTo>
                    <a:pt x="6307659" y="475147"/>
                  </a:lnTo>
                  <a:lnTo>
                    <a:pt x="6307785" y="475147"/>
                  </a:lnTo>
                  <a:lnTo>
                    <a:pt x="6307911" y="475147"/>
                  </a:lnTo>
                  <a:lnTo>
                    <a:pt x="6308037" y="475147"/>
                  </a:lnTo>
                  <a:lnTo>
                    <a:pt x="6308163" y="475147"/>
                  </a:lnTo>
                  <a:lnTo>
                    <a:pt x="6308289" y="475147"/>
                  </a:lnTo>
                  <a:lnTo>
                    <a:pt x="6308415" y="475147"/>
                  </a:lnTo>
                  <a:lnTo>
                    <a:pt x="6308541" y="475147"/>
                  </a:lnTo>
                  <a:lnTo>
                    <a:pt x="6308667" y="475147"/>
                  </a:lnTo>
                  <a:lnTo>
                    <a:pt x="6308793" y="475147"/>
                  </a:lnTo>
                  <a:lnTo>
                    <a:pt x="6308920" y="475147"/>
                  </a:lnTo>
                  <a:lnTo>
                    <a:pt x="6309046" y="475147"/>
                  </a:lnTo>
                  <a:lnTo>
                    <a:pt x="6309172" y="475147"/>
                  </a:lnTo>
                  <a:lnTo>
                    <a:pt x="6309298" y="475147"/>
                  </a:lnTo>
                  <a:lnTo>
                    <a:pt x="6309424" y="475147"/>
                  </a:lnTo>
                  <a:lnTo>
                    <a:pt x="6309550" y="475147"/>
                  </a:lnTo>
                  <a:lnTo>
                    <a:pt x="6309676" y="475147"/>
                  </a:lnTo>
                  <a:lnTo>
                    <a:pt x="6309802" y="475147"/>
                  </a:lnTo>
                  <a:lnTo>
                    <a:pt x="6309928" y="475147"/>
                  </a:lnTo>
                  <a:lnTo>
                    <a:pt x="6310054" y="475147"/>
                  </a:lnTo>
                  <a:lnTo>
                    <a:pt x="6310180" y="475147"/>
                  </a:lnTo>
                  <a:lnTo>
                    <a:pt x="6310306" y="475147"/>
                  </a:lnTo>
                  <a:lnTo>
                    <a:pt x="6310433" y="475147"/>
                  </a:lnTo>
                  <a:lnTo>
                    <a:pt x="6310559" y="475147"/>
                  </a:lnTo>
                  <a:lnTo>
                    <a:pt x="6310685" y="475147"/>
                  </a:lnTo>
                  <a:lnTo>
                    <a:pt x="6310811" y="475147"/>
                  </a:lnTo>
                  <a:lnTo>
                    <a:pt x="6310937" y="475147"/>
                  </a:lnTo>
                  <a:lnTo>
                    <a:pt x="6311063" y="475147"/>
                  </a:lnTo>
                  <a:lnTo>
                    <a:pt x="6311189" y="475147"/>
                  </a:lnTo>
                  <a:lnTo>
                    <a:pt x="6311315" y="475147"/>
                  </a:lnTo>
                  <a:lnTo>
                    <a:pt x="6311441" y="475147"/>
                  </a:lnTo>
                  <a:lnTo>
                    <a:pt x="6311567" y="475147"/>
                  </a:lnTo>
                  <a:lnTo>
                    <a:pt x="6311693" y="475147"/>
                  </a:lnTo>
                  <a:lnTo>
                    <a:pt x="6311820" y="475147"/>
                  </a:lnTo>
                  <a:lnTo>
                    <a:pt x="6311946" y="475147"/>
                  </a:lnTo>
                  <a:lnTo>
                    <a:pt x="6312072" y="475147"/>
                  </a:lnTo>
                  <a:lnTo>
                    <a:pt x="6312198" y="475147"/>
                  </a:lnTo>
                  <a:lnTo>
                    <a:pt x="6312324" y="475147"/>
                  </a:lnTo>
                  <a:lnTo>
                    <a:pt x="6312450" y="475147"/>
                  </a:lnTo>
                  <a:lnTo>
                    <a:pt x="6312576" y="475147"/>
                  </a:lnTo>
                  <a:lnTo>
                    <a:pt x="6312702" y="475147"/>
                  </a:lnTo>
                  <a:lnTo>
                    <a:pt x="6312828" y="475147"/>
                  </a:lnTo>
                  <a:lnTo>
                    <a:pt x="6312954" y="475147"/>
                  </a:lnTo>
                  <a:lnTo>
                    <a:pt x="6313080" y="475147"/>
                  </a:lnTo>
                  <a:lnTo>
                    <a:pt x="6313206" y="475147"/>
                  </a:lnTo>
                  <a:lnTo>
                    <a:pt x="6313333" y="475147"/>
                  </a:lnTo>
                  <a:lnTo>
                    <a:pt x="6313459" y="475147"/>
                  </a:lnTo>
                  <a:lnTo>
                    <a:pt x="6313585" y="475147"/>
                  </a:lnTo>
                  <a:lnTo>
                    <a:pt x="6313711" y="475147"/>
                  </a:lnTo>
                  <a:lnTo>
                    <a:pt x="6313837" y="475147"/>
                  </a:lnTo>
                  <a:lnTo>
                    <a:pt x="6313963" y="475147"/>
                  </a:lnTo>
                  <a:lnTo>
                    <a:pt x="6314089" y="475147"/>
                  </a:lnTo>
                  <a:lnTo>
                    <a:pt x="6314215" y="475147"/>
                  </a:lnTo>
                  <a:lnTo>
                    <a:pt x="6314341" y="475147"/>
                  </a:lnTo>
                  <a:lnTo>
                    <a:pt x="6314467" y="475147"/>
                  </a:lnTo>
                  <a:lnTo>
                    <a:pt x="6314593" y="475147"/>
                  </a:lnTo>
                  <a:lnTo>
                    <a:pt x="6314720" y="475147"/>
                  </a:lnTo>
                  <a:lnTo>
                    <a:pt x="6314846" y="475147"/>
                  </a:lnTo>
                  <a:lnTo>
                    <a:pt x="6314972" y="475147"/>
                  </a:lnTo>
                  <a:lnTo>
                    <a:pt x="6315098" y="475147"/>
                  </a:lnTo>
                  <a:lnTo>
                    <a:pt x="6315224" y="475147"/>
                  </a:lnTo>
                  <a:lnTo>
                    <a:pt x="6315350" y="475147"/>
                  </a:lnTo>
                  <a:lnTo>
                    <a:pt x="6315476" y="475147"/>
                  </a:lnTo>
                  <a:lnTo>
                    <a:pt x="6315602" y="475147"/>
                  </a:lnTo>
                  <a:lnTo>
                    <a:pt x="6315728" y="475147"/>
                  </a:lnTo>
                  <a:lnTo>
                    <a:pt x="6315854" y="475147"/>
                  </a:lnTo>
                  <a:lnTo>
                    <a:pt x="6315980" y="475147"/>
                  </a:lnTo>
                  <a:lnTo>
                    <a:pt x="6316107" y="475147"/>
                  </a:lnTo>
                  <a:lnTo>
                    <a:pt x="6316233" y="475147"/>
                  </a:lnTo>
                  <a:lnTo>
                    <a:pt x="6316359" y="475147"/>
                  </a:lnTo>
                  <a:lnTo>
                    <a:pt x="6316485" y="475147"/>
                  </a:lnTo>
                  <a:lnTo>
                    <a:pt x="6316611" y="475147"/>
                  </a:lnTo>
                  <a:lnTo>
                    <a:pt x="6316737" y="475147"/>
                  </a:lnTo>
                  <a:lnTo>
                    <a:pt x="6316863" y="475147"/>
                  </a:lnTo>
                  <a:lnTo>
                    <a:pt x="6316989" y="475147"/>
                  </a:lnTo>
                  <a:lnTo>
                    <a:pt x="6317115" y="475147"/>
                  </a:lnTo>
                  <a:lnTo>
                    <a:pt x="6317241" y="475147"/>
                  </a:lnTo>
                  <a:lnTo>
                    <a:pt x="6317367" y="475147"/>
                  </a:lnTo>
                  <a:lnTo>
                    <a:pt x="6317493" y="475147"/>
                  </a:lnTo>
                  <a:lnTo>
                    <a:pt x="6317620" y="475147"/>
                  </a:lnTo>
                  <a:lnTo>
                    <a:pt x="6317746" y="475147"/>
                  </a:lnTo>
                  <a:lnTo>
                    <a:pt x="6317872" y="475147"/>
                  </a:lnTo>
                  <a:lnTo>
                    <a:pt x="6317998" y="475147"/>
                  </a:lnTo>
                  <a:lnTo>
                    <a:pt x="6318124" y="475147"/>
                  </a:lnTo>
                  <a:lnTo>
                    <a:pt x="6318250" y="475147"/>
                  </a:lnTo>
                  <a:lnTo>
                    <a:pt x="6318376" y="475147"/>
                  </a:lnTo>
                  <a:lnTo>
                    <a:pt x="6318502" y="475147"/>
                  </a:lnTo>
                  <a:lnTo>
                    <a:pt x="6318628" y="475147"/>
                  </a:lnTo>
                  <a:lnTo>
                    <a:pt x="6318754" y="475147"/>
                  </a:lnTo>
                  <a:lnTo>
                    <a:pt x="6318880" y="475147"/>
                  </a:lnTo>
                  <a:lnTo>
                    <a:pt x="6319007" y="475147"/>
                  </a:lnTo>
                  <a:lnTo>
                    <a:pt x="6319133" y="475147"/>
                  </a:lnTo>
                  <a:lnTo>
                    <a:pt x="6319259" y="475147"/>
                  </a:lnTo>
                  <a:lnTo>
                    <a:pt x="6319385" y="475147"/>
                  </a:lnTo>
                  <a:lnTo>
                    <a:pt x="6319511" y="475147"/>
                  </a:lnTo>
                  <a:lnTo>
                    <a:pt x="6319637" y="475147"/>
                  </a:lnTo>
                  <a:lnTo>
                    <a:pt x="6319763" y="475147"/>
                  </a:lnTo>
                  <a:lnTo>
                    <a:pt x="6319889" y="475147"/>
                  </a:lnTo>
                  <a:lnTo>
                    <a:pt x="6320015" y="475147"/>
                  </a:lnTo>
                  <a:lnTo>
                    <a:pt x="6320141" y="475147"/>
                  </a:lnTo>
                  <a:lnTo>
                    <a:pt x="6320267" y="475147"/>
                  </a:lnTo>
                  <a:lnTo>
                    <a:pt x="6320393" y="475147"/>
                  </a:lnTo>
                  <a:lnTo>
                    <a:pt x="6320520" y="475147"/>
                  </a:lnTo>
                  <a:lnTo>
                    <a:pt x="6320646" y="475147"/>
                  </a:lnTo>
                  <a:lnTo>
                    <a:pt x="6320772" y="475147"/>
                  </a:lnTo>
                  <a:lnTo>
                    <a:pt x="6320898" y="475147"/>
                  </a:lnTo>
                  <a:lnTo>
                    <a:pt x="6321024" y="475147"/>
                  </a:lnTo>
                  <a:lnTo>
                    <a:pt x="6321150" y="475147"/>
                  </a:lnTo>
                  <a:lnTo>
                    <a:pt x="6321276" y="475147"/>
                  </a:lnTo>
                  <a:lnTo>
                    <a:pt x="6321402" y="475147"/>
                  </a:lnTo>
                  <a:lnTo>
                    <a:pt x="6321528" y="475147"/>
                  </a:lnTo>
                  <a:lnTo>
                    <a:pt x="6321654" y="475147"/>
                  </a:lnTo>
                  <a:lnTo>
                    <a:pt x="6321780" y="475147"/>
                  </a:lnTo>
                  <a:lnTo>
                    <a:pt x="6321907" y="475147"/>
                  </a:lnTo>
                  <a:lnTo>
                    <a:pt x="6322033" y="475147"/>
                  </a:lnTo>
                  <a:lnTo>
                    <a:pt x="6322159" y="475147"/>
                  </a:lnTo>
                  <a:lnTo>
                    <a:pt x="6322285" y="475147"/>
                  </a:lnTo>
                  <a:lnTo>
                    <a:pt x="6322411" y="475147"/>
                  </a:lnTo>
                  <a:lnTo>
                    <a:pt x="6322537" y="475147"/>
                  </a:lnTo>
                  <a:lnTo>
                    <a:pt x="6322663" y="475147"/>
                  </a:lnTo>
                  <a:lnTo>
                    <a:pt x="6322789" y="475147"/>
                  </a:lnTo>
                  <a:lnTo>
                    <a:pt x="6322915" y="475147"/>
                  </a:lnTo>
                  <a:lnTo>
                    <a:pt x="6323041" y="475147"/>
                  </a:lnTo>
                  <a:lnTo>
                    <a:pt x="6323167" y="475147"/>
                  </a:lnTo>
                  <a:lnTo>
                    <a:pt x="6323294" y="475147"/>
                  </a:lnTo>
                  <a:lnTo>
                    <a:pt x="6323420" y="475147"/>
                  </a:lnTo>
                  <a:lnTo>
                    <a:pt x="6323546" y="475147"/>
                  </a:lnTo>
                  <a:lnTo>
                    <a:pt x="6323672" y="475147"/>
                  </a:lnTo>
                  <a:lnTo>
                    <a:pt x="6323798" y="475147"/>
                  </a:lnTo>
                  <a:lnTo>
                    <a:pt x="6323924" y="475147"/>
                  </a:lnTo>
                  <a:lnTo>
                    <a:pt x="6324050" y="475147"/>
                  </a:lnTo>
                  <a:lnTo>
                    <a:pt x="6324176" y="475147"/>
                  </a:lnTo>
                  <a:lnTo>
                    <a:pt x="6324302" y="475147"/>
                  </a:lnTo>
                  <a:lnTo>
                    <a:pt x="6324428" y="475147"/>
                  </a:lnTo>
                  <a:lnTo>
                    <a:pt x="6324554" y="475147"/>
                  </a:lnTo>
                  <a:lnTo>
                    <a:pt x="6324680" y="475147"/>
                  </a:lnTo>
                  <a:lnTo>
                    <a:pt x="6324807" y="475147"/>
                  </a:lnTo>
                  <a:lnTo>
                    <a:pt x="6324933" y="475147"/>
                  </a:lnTo>
                  <a:lnTo>
                    <a:pt x="6325059" y="475147"/>
                  </a:lnTo>
                  <a:lnTo>
                    <a:pt x="6325185" y="475147"/>
                  </a:lnTo>
                  <a:lnTo>
                    <a:pt x="6325311" y="475147"/>
                  </a:lnTo>
                  <a:lnTo>
                    <a:pt x="6325437" y="475147"/>
                  </a:lnTo>
                  <a:lnTo>
                    <a:pt x="6325563" y="475147"/>
                  </a:lnTo>
                  <a:lnTo>
                    <a:pt x="6325689" y="475147"/>
                  </a:lnTo>
                  <a:lnTo>
                    <a:pt x="6325815" y="475147"/>
                  </a:lnTo>
                  <a:lnTo>
                    <a:pt x="6325941" y="475147"/>
                  </a:lnTo>
                  <a:lnTo>
                    <a:pt x="6326067" y="475147"/>
                  </a:lnTo>
                  <a:lnTo>
                    <a:pt x="6326194" y="475147"/>
                  </a:lnTo>
                  <a:lnTo>
                    <a:pt x="6326320" y="475147"/>
                  </a:lnTo>
                  <a:lnTo>
                    <a:pt x="6326446" y="475147"/>
                  </a:lnTo>
                  <a:lnTo>
                    <a:pt x="6326572" y="475147"/>
                  </a:lnTo>
                  <a:lnTo>
                    <a:pt x="6326698" y="475147"/>
                  </a:lnTo>
                  <a:lnTo>
                    <a:pt x="6326824" y="475147"/>
                  </a:lnTo>
                  <a:lnTo>
                    <a:pt x="6326950" y="475147"/>
                  </a:lnTo>
                  <a:lnTo>
                    <a:pt x="6327076" y="475147"/>
                  </a:lnTo>
                  <a:lnTo>
                    <a:pt x="6327202" y="475147"/>
                  </a:lnTo>
                  <a:lnTo>
                    <a:pt x="6327328" y="475147"/>
                  </a:lnTo>
                  <a:lnTo>
                    <a:pt x="6327454" y="475147"/>
                  </a:lnTo>
                  <a:lnTo>
                    <a:pt x="6327580" y="475147"/>
                  </a:lnTo>
                  <a:lnTo>
                    <a:pt x="6327707" y="475147"/>
                  </a:lnTo>
                  <a:lnTo>
                    <a:pt x="6327833" y="475147"/>
                  </a:lnTo>
                  <a:lnTo>
                    <a:pt x="6327959" y="475147"/>
                  </a:lnTo>
                  <a:lnTo>
                    <a:pt x="6328085" y="475147"/>
                  </a:lnTo>
                  <a:lnTo>
                    <a:pt x="6328211" y="475147"/>
                  </a:lnTo>
                  <a:lnTo>
                    <a:pt x="6328337" y="475147"/>
                  </a:lnTo>
                  <a:lnTo>
                    <a:pt x="6328463" y="475147"/>
                  </a:lnTo>
                  <a:lnTo>
                    <a:pt x="6328589" y="475147"/>
                  </a:lnTo>
                  <a:lnTo>
                    <a:pt x="6328715" y="475147"/>
                  </a:lnTo>
                  <a:lnTo>
                    <a:pt x="6328841" y="475147"/>
                  </a:lnTo>
                  <a:lnTo>
                    <a:pt x="6328967" y="475147"/>
                  </a:lnTo>
                  <a:lnTo>
                    <a:pt x="6329094" y="475147"/>
                  </a:lnTo>
                  <a:lnTo>
                    <a:pt x="6329220" y="475147"/>
                  </a:lnTo>
                  <a:lnTo>
                    <a:pt x="6329346" y="475147"/>
                  </a:lnTo>
                  <a:lnTo>
                    <a:pt x="6329472" y="475147"/>
                  </a:lnTo>
                  <a:lnTo>
                    <a:pt x="6329598" y="475147"/>
                  </a:lnTo>
                  <a:lnTo>
                    <a:pt x="6329724" y="475147"/>
                  </a:lnTo>
                  <a:lnTo>
                    <a:pt x="6329850" y="475147"/>
                  </a:lnTo>
                  <a:lnTo>
                    <a:pt x="6329976" y="475147"/>
                  </a:lnTo>
                  <a:lnTo>
                    <a:pt x="6330102" y="475147"/>
                  </a:lnTo>
                  <a:lnTo>
                    <a:pt x="6330228" y="475147"/>
                  </a:lnTo>
                  <a:lnTo>
                    <a:pt x="6330354" y="475147"/>
                  </a:lnTo>
                  <a:lnTo>
                    <a:pt x="6330480" y="475147"/>
                  </a:lnTo>
                  <a:lnTo>
                    <a:pt x="6330607" y="475147"/>
                  </a:lnTo>
                  <a:lnTo>
                    <a:pt x="6330733" y="475147"/>
                  </a:lnTo>
                  <a:lnTo>
                    <a:pt x="6330859" y="475147"/>
                  </a:lnTo>
                  <a:lnTo>
                    <a:pt x="6330985" y="475147"/>
                  </a:lnTo>
                  <a:lnTo>
                    <a:pt x="6331111" y="475147"/>
                  </a:lnTo>
                  <a:lnTo>
                    <a:pt x="6331237" y="475147"/>
                  </a:lnTo>
                  <a:lnTo>
                    <a:pt x="6331363" y="475147"/>
                  </a:lnTo>
                  <a:lnTo>
                    <a:pt x="6331489" y="475147"/>
                  </a:lnTo>
                  <a:lnTo>
                    <a:pt x="6331615" y="475147"/>
                  </a:lnTo>
                  <a:lnTo>
                    <a:pt x="6331741" y="475147"/>
                  </a:lnTo>
                  <a:lnTo>
                    <a:pt x="6331867" y="475147"/>
                  </a:lnTo>
                  <a:lnTo>
                    <a:pt x="6331994" y="475147"/>
                  </a:lnTo>
                  <a:lnTo>
                    <a:pt x="6332120" y="475147"/>
                  </a:lnTo>
                  <a:lnTo>
                    <a:pt x="6332246" y="475147"/>
                  </a:lnTo>
                  <a:lnTo>
                    <a:pt x="6332372" y="475147"/>
                  </a:lnTo>
                  <a:lnTo>
                    <a:pt x="6332498" y="475147"/>
                  </a:lnTo>
                  <a:lnTo>
                    <a:pt x="6332624" y="475147"/>
                  </a:lnTo>
                  <a:lnTo>
                    <a:pt x="6332750" y="475147"/>
                  </a:lnTo>
                  <a:lnTo>
                    <a:pt x="6332876" y="475147"/>
                  </a:lnTo>
                  <a:lnTo>
                    <a:pt x="6333002" y="475147"/>
                  </a:lnTo>
                  <a:lnTo>
                    <a:pt x="6333128" y="475147"/>
                  </a:lnTo>
                  <a:lnTo>
                    <a:pt x="6333254" y="475147"/>
                  </a:lnTo>
                  <a:lnTo>
                    <a:pt x="6333381" y="475147"/>
                  </a:lnTo>
                  <a:lnTo>
                    <a:pt x="6333507" y="475147"/>
                  </a:lnTo>
                  <a:lnTo>
                    <a:pt x="6333633" y="475147"/>
                  </a:lnTo>
                  <a:lnTo>
                    <a:pt x="6333759" y="475147"/>
                  </a:lnTo>
                  <a:lnTo>
                    <a:pt x="6333885" y="475147"/>
                  </a:lnTo>
                  <a:lnTo>
                    <a:pt x="6334011" y="475147"/>
                  </a:lnTo>
                  <a:lnTo>
                    <a:pt x="6334137" y="475147"/>
                  </a:lnTo>
                  <a:lnTo>
                    <a:pt x="6334263" y="475147"/>
                  </a:lnTo>
                  <a:lnTo>
                    <a:pt x="6334389" y="475147"/>
                  </a:lnTo>
                  <a:lnTo>
                    <a:pt x="6334515" y="475147"/>
                  </a:lnTo>
                  <a:lnTo>
                    <a:pt x="6334641" y="475147"/>
                  </a:lnTo>
                  <a:lnTo>
                    <a:pt x="6334767" y="475147"/>
                  </a:lnTo>
                  <a:lnTo>
                    <a:pt x="6334894" y="475147"/>
                  </a:lnTo>
                  <a:lnTo>
                    <a:pt x="6335020" y="475147"/>
                  </a:lnTo>
                  <a:lnTo>
                    <a:pt x="6335146" y="475147"/>
                  </a:lnTo>
                  <a:lnTo>
                    <a:pt x="6335272" y="475147"/>
                  </a:lnTo>
                  <a:lnTo>
                    <a:pt x="6335398" y="475147"/>
                  </a:lnTo>
                  <a:lnTo>
                    <a:pt x="6335524" y="475147"/>
                  </a:lnTo>
                  <a:lnTo>
                    <a:pt x="6335650" y="475147"/>
                  </a:lnTo>
                  <a:lnTo>
                    <a:pt x="6335776" y="475147"/>
                  </a:lnTo>
                  <a:lnTo>
                    <a:pt x="6335902" y="475147"/>
                  </a:lnTo>
                  <a:lnTo>
                    <a:pt x="6336028" y="475147"/>
                  </a:lnTo>
                  <a:lnTo>
                    <a:pt x="6336154" y="475147"/>
                  </a:lnTo>
                  <a:lnTo>
                    <a:pt x="6336281" y="475147"/>
                  </a:lnTo>
                  <a:lnTo>
                    <a:pt x="6336407" y="475147"/>
                  </a:lnTo>
                  <a:lnTo>
                    <a:pt x="6336533" y="475147"/>
                  </a:lnTo>
                  <a:lnTo>
                    <a:pt x="6336659" y="475147"/>
                  </a:lnTo>
                  <a:lnTo>
                    <a:pt x="6336785" y="475147"/>
                  </a:lnTo>
                  <a:lnTo>
                    <a:pt x="6336911" y="475147"/>
                  </a:lnTo>
                  <a:lnTo>
                    <a:pt x="6337037" y="475147"/>
                  </a:lnTo>
                  <a:lnTo>
                    <a:pt x="6337163" y="475147"/>
                  </a:lnTo>
                  <a:lnTo>
                    <a:pt x="6337289" y="475147"/>
                  </a:lnTo>
                  <a:lnTo>
                    <a:pt x="6337415" y="475147"/>
                  </a:lnTo>
                  <a:lnTo>
                    <a:pt x="6337541" y="475147"/>
                  </a:lnTo>
                  <a:lnTo>
                    <a:pt x="6337667" y="475147"/>
                  </a:lnTo>
                  <a:lnTo>
                    <a:pt x="6337794" y="475147"/>
                  </a:lnTo>
                  <a:lnTo>
                    <a:pt x="6337920" y="475147"/>
                  </a:lnTo>
                  <a:lnTo>
                    <a:pt x="6338046" y="475147"/>
                  </a:lnTo>
                  <a:lnTo>
                    <a:pt x="6338172" y="475147"/>
                  </a:lnTo>
                  <a:lnTo>
                    <a:pt x="6338298" y="475147"/>
                  </a:lnTo>
                  <a:lnTo>
                    <a:pt x="6338424" y="475147"/>
                  </a:lnTo>
                  <a:lnTo>
                    <a:pt x="6338550" y="475147"/>
                  </a:lnTo>
                  <a:lnTo>
                    <a:pt x="6338676" y="475147"/>
                  </a:lnTo>
                  <a:lnTo>
                    <a:pt x="6338802" y="475147"/>
                  </a:lnTo>
                  <a:lnTo>
                    <a:pt x="6338928" y="475147"/>
                  </a:lnTo>
                  <a:lnTo>
                    <a:pt x="6339054" y="475147"/>
                  </a:lnTo>
                  <a:lnTo>
                    <a:pt x="6339181" y="475147"/>
                  </a:lnTo>
                  <a:lnTo>
                    <a:pt x="6339307" y="475147"/>
                  </a:lnTo>
                  <a:lnTo>
                    <a:pt x="6339433" y="475147"/>
                  </a:lnTo>
                  <a:lnTo>
                    <a:pt x="6339559" y="475147"/>
                  </a:lnTo>
                  <a:lnTo>
                    <a:pt x="6339685" y="475147"/>
                  </a:lnTo>
                  <a:lnTo>
                    <a:pt x="6339811" y="475147"/>
                  </a:lnTo>
                  <a:lnTo>
                    <a:pt x="6339937" y="475147"/>
                  </a:lnTo>
                  <a:lnTo>
                    <a:pt x="6340063" y="475147"/>
                  </a:lnTo>
                  <a:lnTo>
                    <a:pt x="6340189" y="475147"/>
                  </a:lnTo>
                  <a:lnTo>
                    <a:pt x="6340315" y="475147"/>
                  </a:lnTo>
                  <a:lnTo>
                    <a:pt x="6340441" y="475147"/>
                  </a:lnTo>
                  <a:lnTo>
                    <a:pt x="6340568" y="475147"/>
                  </a:lnTo>
                  <a:lnTo>
                    <a:pt x="6340694" y="475147"/>
                  </a:lnTo>
                  <a:lnTo>
                    <a:pt x="6340820" y="475147"/>
                  </a:lnTo>
                  <a:lnTo>
                    <a:pt x="6340946" y="475147"/>
                  </a:lnTo>
                  <a:lnTo>
                    <a:pt x="6341072" y="475147"/>
                  </a:lnTo>
                  <a:lnTo>
                    <a:pt x="6341198" y="475147"/>
                  </a:lnTo>
                  <a:lnTo>
                    <a:pt x="6341324" y="475147"/>
                  </a:lnTo>
                  <a:lnTo>
                    <a:pt x="6341450" y="475147"/>
                  </a:lnTo>
                  <a:lnTo>
                    <a:pt x="6341576" y="475147"/>
                  </a:lnTo>
                  <a:lnTo>
                    <a:pt x="6341702" y="475147"/>
                  </a:lnTo>
                  <a:lnTo>
                    <a:pt x="6341828" y="475147"/>
                  </a:lnTo>
                  <a:lnTo>
                    <a:pt x="6341954" y="475147"/>
                  </a:lnTo>
                  <a:lnTo>
                    <a:pt x="6342081" y="475147"/>
                  </a:lnTo>
                  <a:lnTo>
                    <a:pt x="6342207" y="475147"/>
                  </a:lnTo>
                  <a:lnTo>
                    <a:pt x="6342333" y="475147"/>
                  </a:lnTo>
                  <a:lnTo>
                    <a:pt x="6342459" y="475147"/>
                  </a:lnTo>
                  <a:lnTo>
                    <a:pt x="6342585" y="475147"/>
                  </a:lnTo>
                  <a:lnTo>
                    <a:pt x="6342711" y="475147"/>
                  </a:lnTo>
                  <a:lnTo>
                    <a:pt x="6342837" y="475147"/>
                  </a:lnTo>
                  <a:lnTo>
                    <a:pt x="6342963" y="475147"/>
                  </a:lnTo>
                  <a:lnTo>
                    <a:pt x="6343089" y="475147"/>
                  </a:lnTo>
                  <a:lnTo>
                    <a:pt x="6343215" y="475147"/>
                  </a:lnTo>
                  <a:lnTo>
                    <a:pt x="6343341" y="475147"/>
                  </a:lnTo>
                  <a:lnTo>
                    <a:pt x="6343468" y="475147"/>
                  </a:lnTo>
                  <a:lnTo>
                    <a:pt x="6343594" y="475147"/>
                  </a:lnTo>
                  <a:lnTo>
                    <a:pt x="6343720" y="475147"/>
                  </a:lnTo>
                  <a:lnTo>
                    <a:pt x="6343846" y="475147"/>
                  </a:lnTo>
                  <a:lnTo>
                    <a:pt x="6343972" y="475147"/>
                  </a:lnTo>
                  <a:lnTo>
                    <a:pt x="6344098" y="475147"/>
                  </a:lnTo>
                  <a:lnTo>
                    <a:pt x="6344224" y="475147"/>
                  </a:lnTo>
                  <a:lnTo>
                    <a:pt x="6344350" y="475147"/>
                  </a:lnTo>
                  <a:lnTo>
                    <a:pt x="6344476" y="475147"/>
                  </a:lnTo>
                  <a:lnTo>
                    <a:pt x="6344602" y="475147"/>
                  </a:lnTo>
                  <a:lnTo>
                    <a:pt x="6344728" y="475147"/>
                  </a:lnTo>
                  <a:lnTo>
                    <a:pt x="6344854" y="475147"/>
                  </a:lnTo>
                  <a:lnTo>
                    <a:pt x="6344981" y="475147"/>
                  </a:lnTo>
                  <a:lnTo>
                    <a:pt x="6345107" y="475147"/>
                  </a:lnTo>
                  <a:lnTo>
                    <a:pt x="6345233" y="475147"/>
                  </a:lnTo>
                  <a:lnTo>
                    <a:pt x="6345359" y="475147"/>
                  </a:lnTo>
                  <a:lnTo>
                    <a:pt x="6345485" y="475147"/>
                  </a:lnTo>
                  <a:lnTo>
                    <a:pt x="6345611" y="475147"/>
                  </a:lnTo>
                  <a:lnTo>
                    <a:pt x="6345737" y="475147"/>
                  </a:lnTo>
                  <a:lnTo>
                    <a:pt x="6345863" y="475147"/>
                  </a:lnTo>
                  <a:lnTo>
                    <a:pt x="6345989" y="475147"/>
                  </a:lnTo>
                  <a:lnTo>
                    <a:pt x="6346115" y="475147"/>
                  </a:lnTo>
                  <a:lnTo>
                    <a:pt x="6346241" y="475147"/>
                  </a:lnTo>
                  <a:lnTo>
                    <a:pt x="6346241" y="469868"/>
                  </a:lnTo>
                  <a:lnTo>
                    <a:pt x="6346368" y="469868"/>
                  </a:lnTo>
                  <a:lnTo>
                    <a:pt x="6346494" y="469868"/>
                  </a:lnTo>
                  <a:lnTo>
                    <a:pt x="6346620" y="469868"/>
                  </a:lnTo>
                  <a:lnTo>
                    <a:pt x="6346746" y="469868"/>
                  </a:lnTo>
                  <a:lnTo>
                    <a:pt x="6346872" y="469868"/>
                  </a:lnTo>
                  <a:lnTo>
                    <a:pt x="6346998" y="469868"/>
                  </a:lnTo>
                  <a:lnTo>
                    <a:pt x="6347124" y="469868"/>
                  </a:lnTo>
                  <a:lnTo>
                    <a:pt x="6347250" y="469868"/>
                  </a:lnTo>
                  <a:lnTo>
                    <a:pt x="6347376" y="469868"/>
                  </a:lnTo>
                  <a:lnTo>
                    <a:pt x="6347502" y="469868"/>
                  </a:lnTo>
                  <a:lnTo>
                    <a:pt x="6347628" y="469868"/>
                  </a:lnTo>
                  <a:lnTo>
                    <a:pt x="6347755" y="469868"/>
                  </a:lnTo>
                  <a:lnTo>
                    <a:pt x="6347881" y="469868"/>
                  </a:lnTo>
                  <a:lnTo>
                    <a:pt x="6348007" y="469868"/>
                  </a:lnTo>
                  <a:lnTo>
                    <a:pt x="6348133" y="469868"/>
                  </a:lnTo>
                  <a:lnTo>
                    <a:pt x="6348259" y="469868"/>
                  </a:lnTo>
                  <a:lnTo>
                    <a:pt x="6348385" y="469868"/>
                  </a:lnTo>
                  <a:lnTo>
                    <a:pt x="6348511" y="469868"/>
                  </a:lnTo>
                  <a:lnTo>
                    <a:pt x="6348511" y="464589"/>
                  </a:lnTo>
                  <a:lnTo>
                    <a:pt x="6348637" y="464589"/>
                  </a:lnTo>
                  <a:lnTo>
                    <a:pt x="6348763" y="464589"/>
                  </a:lnTo>
                  <a:lnTo>
                    <a:pt x="6348889" y="464589"/>
                  </a:lnTo>
                  <a:lnTo>
                    <a:pt x="6349015" y="464589"/>
                  </a:lnTo>
                  <a:lnTo>
                    <a:pt x="6349141" y="464589"/>
                  </a:lnTo>
                  <a:lnTo>
                    <a:pt x="6349268" y="464589"/>
                  </a:lnTo>
                  <a:lnTo>
                    <a:pt x="6349394" y="464589"/>
                  </a:lnTo>
                  <a:lnTo>
                    <a:pt x="6349520" y="464589"/>
                  </a:lnTo>
                  <a:lnTo>
                    <a:pt x="6349646" y="464589"/>
                  </a:lnTo>
                  <a:lnTo>
                    <a:pt x="6349772" y="464589"/>
                  </a:lnTo>
                  <a:lnTo>
                    <a:pt x="6349898" y="464589"/>
                  </a:lnTo>
                  <a:lnTo>
                    <a:pt x="6350024" y="464589"/>
                  </a:lnTo>
                  <a:lnTo>
                    <a:pt x="6350150" y="464589"/>
                  </a:lnTo>
                  <a:lnTo>
                    <a:pt x="6350276" y="464589"/>
                  </a:lnTo>
                  <a:lnTo>
                    <a:pt x="6350402" y="464589"/>
                  </a:lnTo>
                  <a:lnTo>
                    <a:pt x="6350528" y="464589"/>
                  </a:lnTo>
                  <a:lnTo>
                    <a:pt x="6350655" y="464589"/>
                  </a:lnTo>
                  <a:lnTo>
                    <a:pt x="6350781" y="464589"/>
                  </a:lnTo>
                  <a:lnTo>
                    <a:pt x="6350907" y="464589"/>
                  </a:lnTo>
                  <a:lnTo>
                    <a:pt x="6351033" y="464589"/>
                  </a:lnTo>
                  <a:lnTo>
                    <a:pt x="6351159" y="464589"/>
                  </a:lnTo>
                  <a:lnTo>
                    <a:pt x="6351285" y="464589"/>
                  </a:lnTo>
                  <a:lnTo>
                    <a:pt x="6351411" y="464589"/>
                  </a:lnTo>
                  <a:lnTo>
                    <a:pt x="6351537" y="464589"/>
                  </a:lnTo>
                  <a:lnTo>
                    <a:pt x="6351663" y="464589"/>
                  </a:lnTo>
                  <a:lnTo>
                    <a:pt x="6351789" y="464589"/>
                  </a:lnTo>
                  <a:lnTo>
                    <a:pt x="6351915" y="464589"/>
                  </a:lnTo>
                  <a:lnTo>
                    <a:pt x="6352041" y="464589"/>
                  </a:lnTo>
                  <a:lnTo>
                    <a:pt x="6352168" y="464589"/>
                  </a:lnTo>
                  <a:lnTo>
                    <a:pt x="6352294" y="464589"/>
                  </a:lnTo>
                  <a:lnTo>
                    <a:pt x="6352420" y="464589"/>
                  </a:lnTo>
                  <a:lnTo>
                    <a:pt x="6352546" y="464589"/>
                  </a:lnTo>
                  <a:lnTo>
                    <a:pt x="6352672" y="464589"/>
                  </a:lnTo>
                  <a:lnTo>
                    <a:pt x="6352798" y="464589"/>
                  </a:lnTo>
                  <a:lnTo>
                    <a:pt x="6352924" y="464589"/>
                  </a:lnTo>
                  <a:lnTo>
                    <a:pt x="6353050" y="464589"/>
                  </a:lnTo>
                  <a:lnTo>
                    <a:pt x="6353176" y="464589"/>
                  </a:lnTo>
                  <a:lnTo>
                    <a:pt x="6353302" y="464589"/>
                  </a:lnTo>
                  <a:lnTo>
                    <a:pt x="6353428" y="464589"/>
                  </a:lnTo>
                  <a:lnTo>
                    <a:pt x="6353555" y="464589"/>
                  </a:lnTo>
                  <a:lnTo>
                    <a:pt x="6353681" y="464589"/>
                  </a:lnTo>
                  <a:lnTo>
                    <a:pt x="6353807" y="464589"/>
                  </a:lnTo>
                  <a:lnTo>
                    <a:pt x="6353933" y="464589"/>
                  </a:lnTo>
                  <a:lnTo>
                    <a:pt x="6354059" y="464589"/>
                  </a:lnTo>
                  <a:lnTo>
                    <a:pt x="6354185" y="464589"/>
                  </a:lnTo>
                  <a:lnTo>
                    <a:pt x="6354311" y="464589"/>
                  </a:lnTo>
                  <a:lnTo>
                    <a:pt x="6354437" y="464589"/>
                  </a:lnTo>
                  <a:lnTo>
                    <a:pt x="6354563" y="464589"/>
                  </a:lnTo>
                  <a:lnTo>
                    <a:pt x="6354689" y="464589"/>
                  </a:lnTo>
                  <a:lnTo>
                    <a:pt x="6354815" y="464589"/>
                  </a:lnTo>
                  <a:lnTo>
                    <a:pt x="6354941" y="464589"/>
                  </a:lnTo>
                  <a:lnTo>
                    <a:pt x="6355068" y="464589"/>
                  </a:lnTo>
                  <a:lnTo>
                    <a:pt x="6355194" y="464589"/>
                  </a:lnTo>
                  <a:lnTo>
                    <a:pt x="6355320" y="464589"/>
                  </a:lnTo>
                  <a:lnTo>
                    <a:pt x="6355446" y="464589"/>
                  </a:lnTo>
                  <a:lnTo>
                    <a:pt x="6355572" y="464589"/>
                  </a:lnTo>
                  <a:lnTo>
                    <a:pt x="6355698" y="464589"/>
                  </a:lnTo>
                  <a:lnTo>
                    <a:pt x="6355824" y="464589"/>
                  </a:lnTo>
                  <a:lnTo>
                    <a:pt x="6355950" y="464589"/>
                  </a:lnTo>
                  <a:lnTo>
                    <a:pt x="6356076" y="464589"/>
                  </a:lnTo>
                  <a:lnTo>
                    <a:pt x="6356202" y="464589"/>
                  </a:lnTo>
                  <a:lnTo>
                    <a:pt x="6356328" y="464589"/>
                  </a:lnTo>
                  <a:lnTo>
                    <a:pt x="6356455" y="464589"/>
                  </a:lnTo>
                  <a:lnTo>
                    <a:pt x="6356581" y="464589"/>
                  </a:lnTo>
                  <a:lnTo>
                    <a:pt x="6356707" y="464589"/>
                  </a:lnTo>
                  <a:lnTo>
                    <a:pt x="6356833" y="464589"/>
                  </a:lnTo>
                  <a:lnTo>
                    <a:pt x="6356959" y="464589"/>
                  </a:lnTo>
                  <a:lnTo>
                    <a:pt x="6357085" y="464589"/>
                  </a:lnTo>
                  <a:lnTo>
                    <a:pt x="6357211" y="464589"/>
                  </a:lnTo>
                  <a:lnTo>
                    <a:pt x="6357337" y="464589"/>
                  </a:lnTo>
                  <a:lnTo>
                    <a:pt x="6357463" y="464589"/>
                  </a:lnTo>
                  <a:lnTo>
                    <a:pt x="6357589" y="464589"/>
                  </a:lnTo>
                  <a:lnTo>
                    <a:pt x="6357715" y="464589"/>
                  </a:lnTo>
                  <a:lnTo>
                    <a:pt x="6357842" y="464589"/>
                  </a:lnTo>
                  <a:lnTo>
                    <a:pt x="6357968" y="464589"/>
                  </a:lnTo>
                  <a:lnTo>
                    <a:pt x="6358094" y="464589"/>
                  </a:lnTo>
                  <a:lnTo>
                    <a:pt x="6358220" y="464589"/>
                  </a:lnTo>
                  <a:lnTo>
                    <a:pt x="6358346" y="464589"/>
                  </a:lnTo>
                  <a:lnTo>
                    <a:pt x="6358472" y="464589"/>
                  </a:lnTo>
                  <a:lnTo>
                    <a:pt x="6358598" y="464589"/>
                  </a:lnTo>
                  <a:lnTo>
                    <a:pt x="6358724" y="464589"/>
                  </a:lnTo>
                  <a:lnTo>
                    <a:pt x="6358850" y="464589"/>
                  </a:lnTo>
                  <a:lnTo>
                    <a:pt x="6358976" y="464589"/>
                  </a:lnTo>
                  <a:lnTo>
                    <a:pt x="6359102" y="464589"/>
                  </a:lnTo>
                  <a:lnTo>
                    <a:pt x="6359228" y="464589"/>
                  </a:lnTo>
                  <a:lnTo>
                    <a:pt x="6359355" y="464589"/>
                  </a:lnTo>
                  <a:lnTo>
                    <a:pt x="6359481" y="464589"/>
                  </a:lnTo>
                  <a:lnTo>
                    <a:pt x="6359607" y="464589"/>
                  </a:lnTo>
                  <a:lnTo>
                    <a:pt x="6359733" y="464589"/>
                  </a:lnTo>
                  <a:lnTo>
                    <a:pt x="6359859" y="464589"/>
                  </a:lnTo>
                  <a:lnTo>
                    <a:pt x="6359985" y="464589"/>
                  </a:lnTo>
                  <a:lnTo>
                    <a:pt x="6360111" y="464589"/>
                  </a:lnTo>
                  <a:lnTo>
                    <a:pt x="6360237" y="464589"/>
                  </a:lnTo>
                  <a:lnTo>
                    <a:pt x="6360363" y="464589"/>
                  </a:lnTo>
                  <a:lnTo>
                    <a:pt x="6360489" y="464589"/>
                  </a:lnTo>
                  <a:lnTo>
                    <a:pt x="6360615" y="464589"/>
                  </a:lnTo>
                  <a:lnTo>
                    <a:pt x="6360742" y="464589"/>
                  </a:lnTo>
                  <a:lnTo>
                    <a:pt x="6360868" y="464589"/>
                  </a:lnTo>
                  <a:lnTo>
                    <a:pt x="6360994" y="464589"/>
                  </a:lnTo>
                  <a:lnTo>
                    <a:pt x="6361120" y="464589"/>
                  </a:lnTo>
                  <a:lnTo>
                    <a:pt x="6361246" y="464589"/>
                  </a:lnTo>
                  <a:lnTo>
                    <a:pt x="6361372" y="464589"/>
                  </a:lnTo>
                  <a:lnTo>
                    <a:pt x="6361498" y="464589"/>
                  </a:lnTo>
                  <a:lnTo>
                    <a:pt x="6361624" y="464589"/>
                  </a:lnTo>
                  <a:lnTo>
                    <a:pt x="6361750" y="464589"/>
                  </a:lnTo>
                  <a:lnTo>
                    <a:pt x="6361876" y="464589"/>
                  </a:lnTo>
                  <a:lnTo>
                    <a:pt x="6362002" y="464589"/>
                  </a:lnTo>
                  <a:lnTo>
                    <a:pt x="6362128" y="464589"/>
                  </a:lnTo>
                  <a:lnTo>
                    <a:pt x="6362255" y="464589"/>
                  </a:lnTo>
                  <a:lnTo>
                    <a:pt x="6362381" y="464589"/>
                  </a:lnTo>
                  <a:lnTo>
                    <a:pt x="6362507" y="464589"/>
                  </a:lnTo>
                  <a:lnTo>
                    <a:pt x="6362633" y="464589"/>
                  </a:lnTo>
                  <a:lnTo>
                    <a:pt x="6362759" y="464589"/>
                  </a:lnTo>
                  <a:lnTo>
                    <a:pt x="6362885" y="464589"/>
                  </a:lnTo>
                  <a:lnTo>
                    <a:pt x="6363011" y="464589"/>
                  </a:lnTo>
                  <a:lnTo>
                    <a:pt x="6363137" y="464589"/>
                  </a:lnTo>
                  <a:lnTo>
                    <a:pt x="6363263" y="464589"/>
                  </a:lnTo>
                  <a:lnTo>
                    <a:pt x="6363389" y="464589"/>
                  </a:lnTo>
                  <a:lnTo>
                    <a:pt x="6363515" y="464589"/>
                  </a:lnTo>
                  <a:lnTo>
                    <a:pt x="6363642" y="464589"/>
                  </a:lnTo>
                  <a:lnTo>
                    <a:pt x="6363768" y="464589"/>
                  </a:lnTo>
                  <a:lnTo>
                    <a:pt x="6363894" y="464589"/>
                  </a:lnTo>
                  <a:lnTo>
                    <a:pt x="6364020" y="464589"/>
                  </a:lnTo>
                  <a:lnTo>
                    <a:pt x="6364146" y="464589"/>
                  </a:lnTo>
                  <a:lnTo>
                    <a:pt x="6364272" y="464589"/>
                  </a:lnTo>
                  <a:lnTo>
                    <a:pt x="6364398" y="464589"/>
                  </a:lnTo>
                  <a:lnTo>
                    <a:pt x="6364524" y="464589"/>
                  </a:lnTo>
                  <a:lnTo>
                    <a:pt x="6364650" y="464589"/>
                  </a:lnTo>
                  <a:lnTo>
                    <a:pt x="6364776" y="464589"/>
                  </a:lnTo>
                  <a:lnTo>
                    <a:pt x="6364776" y="459309"/>
                  </a:lnTo>
                  <a:lnTo>
                    <a:pt x="6364902" y="459309"/>
                  </a:lnTo>
                  <a:lnTo>
                    <a:pt x="6365029" y="459309"/>
                  </a:lnTo>
                  <a:lnTo>
                    <a:pt x="6365155" y="459309"/>
                  </a:lnTo>
                  <a:lnTo>
                    <a:pt x="6365281" y="459309"/>
                  </a:lnTo>
                  <a:lnTo>
                    <a:pt x="6365407" y="459309"/>
                  </a:lnTo>
                  <a:lnTo>
                    <a:pt x="6365533" y="459309"/>
                  </a:lnTo>
                  <a:lnTo>
                    <a:pt x="6365659" y="459309"/>
                  </a:lnTo>
                  <a:lnTo>
                    <a:pt x="6365785" y="459309"/>
                  </a:lnTo>
                  <a:lnTo>
                    <a:pt x="6365911" y="459309"/>
                  </a:lnTo>
                  <a:lnTo>
                    <a:pt x="6366037" y="459309"/>
                  </a:lnTo>
                  <a:lnTo>
                    <a:pt x="6366163" y="459309"/>
                  </a:lnTo>
                  <a:lnTo>
                    <a:pt x="6366289" y="459309"/>
                  </a:lnTo>
                  <a:lnTo>
                    <a:pt x="6366415" y="459309"/>
                  </a:lnTo>
                  <a:lnTo>
                    <a:pt x="6366542" y="459309"/>
                  </a:lnTo>
                  <a:lnTo>
                    <a:pt x="6366668" y="459309"/>
                  </a:lnTo>
                  <a:lnTo>
                    <a:pt x="6366794" y="459309"/>
                  </a:lnTo>
                  <a:lnTo>
                    <a:pt x="6366920" y="459309"/>
                  </a:lnTo>
                  <a:lnTo>
                    <a:pt x="6367046" y="459309"/>
                  </a:lnTo>
                  <a:lnTo>
                    <a:pt x="6367172" y="459309"/>
                  </a:lnTo>
                  <a:lnTo>
                    <a:pt x="6367298" y="459309"/>
                  </a:lnTo>
                  <a:lnTo>
                    <a:pt x="6367424" y="459309"/>
                  </a:lnTo>
                  <a:lnTo>
                    <a:pt x="6367550" y="459309"/>
                  </a:lnTo>
                  <a:lnTo>
                    <a:pt x="6367676" y="459309"/>
                  </a:lnTo>
                  <a:lnTo>
                    <a:pt x="6367802" y="459309"/>
                  </a:lnTo>
                  <a:lnTo>
                    <a:pt x="6367929" y="459309"/>
                  </a:lnTo>
                  <a:lnTo>
                    <a:pt x="6368055" y="459309"/>
                  </a:lnTo>
                  <a:lnTo>
                    <a:pt x="6368181" y="459309"/>
                  </a:lnTo>
                  <a:lnTo>
                    <a:pt x="6368307" y="459309"/>
                  </a:lnTo>
                  <a:lnTo>
                    <a:pt x="6368433" y="459309"/>
                  </a:lnTo>
                  <a:lnTo>
                    <a:pt x="6368559" y="459309"/>
                  </a:lnTo>
                  <a:lnTo>
                    <a:pt x="6368685" y="459309"/>
                  </a:lnTo>
                  <a:lnTo>
                    <a:pt x="6368811" y="459309"/>
                  </a:lnTo>
                  <a:lnTo>
                    <a:pt x="6368937" y="459309"/>
                  </a:lnTo>
                  <a:lnTo>
                    <a:pt x="6369063" y="459309"/>
                  </a:lnTo>
                  <a:lnTo>
                    <a:pt x="6369189" y="459309"/>
                  </a:lnTo>
                  <a:lnTo>
                    <a:pt x="6369315" y="459309"/>
                  </a:lnTo>
                  <a:lnTo>
                    <a:pt x="6369442" y="459309"/>
                  </a:lnTo>
                  <a:lnTo>
                    <a:pt x="6369568" y="459309"/>
                  </a:lnTo>
                  <a:lnTo>
                    <a:pt x="6369694" y="459309"/>
                  </a:lnTo>
                  <a:lnTo>
                    <a:pt x="6369820" y="459309"/>
                  </a:lnTo>
                  <a:lnTo>
                    <a:pt x="6369946" y="459309"/>
                  </a:lnTo>
                  <a:lnTo>
                    <a:pt x="6370072" y="459309"/>
                  </a:lnTo>
                  <a:lnTo>
                    <a:pt x="6370198" y="459309"/>
                  </a:lnTo>
                  <a:lnTo>
                    <a:pt x="6370324" y="459309"/>
                  </a:lnTo>
                  <a:lnTo>
                    <a:pt x="6370450" y="459309"/>
                  </a:lnTo>
                  <a:lnTo>
                    <a:pt x="6370576" y="459309"/>
                  </a:lnTo>
                  <a:lnTo>
                    <a:pt x="6370702" y="459309"/>
                  </a:lnTo>
                  <a:lnTo>
                    <a:pt x="6370829" y="459309"/>
                  </a:lnTo>
                  <a:lnTo>
                    <a:pt x="6370955" y="459309"/>
                  </a:lnTo>
                  <a:lnTo>
                    <a:pt x="6371081" y="459309"/>
                  </a:lnTo>
                  <a:lnTo>
                    <a:pt x="6371207" y="459309"/>
                  </a:lnTo>
                  <a:lnTo>
                    <a:pt x="6371333" y="459309"/>
                  </a:lnTo>
                  <a:lnTo>
                    <a:pt x="6371459" y="459309"/>
                  </a:lnTo>
                  <a:lnTo>
                    <a:pt x="6371585" y="459309"/>
                  </a:lnTo>
                  <a:lnTo>
                    <a:pt x="6371711" y="459309"/>
                  </a:lnTo>
                  <a:lnTo>
                    <a:pt x="6371837" y="459309"/>
                  </a:lnTo>
                  <a:lnTo>
                    <a:pt x="6371963" y="459309"/>
                  </a:lnTo>
                  <a:lnTo>
                    <a:pt x="6372089" y="459309"/>
                  </a:lnTo>
                  <a:lnTo>
                    <a:pt x="6372215" y="459309"/>
                  </a:lnTo>
                  <a:lnTo>
                    <a:pt x="6372342" y="459309"/>
                  </a:lnTo>
                  <a:lnTo>
                    <a:pt x="6372468" y="459309"/>
                  </a:lnTo>
                  <a:lnTo>
                    <a:pt x="6372594" y="459309"/>
                  </a:lnTo>
                  <a:lnTo>
                    <a:pt x="6372720" y="459309"/>
                  </a:lnTo>
                  <a:lnTo>
                    <a:pt x="6372846" y="459309"/>
                  </a:lnTo>
                  <a:lnTo>
                    <a:pt x="6372972" y="459309"/>
                  </a:lnTo>
                  <a:lnTo>
                    <a:pt x="6373098" y="459309"/>
                  </a:lnTo>
                  <a:lnTo>
                    <a:pt x="6373224" y="459309"/>
                  </a:lnTo>
                  <a:lnTo>
                    <a:pt x="6373350" y="459309"/>
                  </a:lnTo>
                  <a:lnTo>
                    <a:pt x="6373476" y="459309"/>
                  </a:lnTo>
                  <a:lnTo>
                    <a:pt x="6373602" y="459309"/>
                  </a:lnTo>
                  <a:lnTo>
                    <a:pt x="6373729" y="459309"/>
                  </a:lnTo>
                  <a:lnTo>
                    <a:pt x="6373855" y="459309"/>
                  </a:lnTo>
                  <a:lnTo>
                    <a:pt x="6373981" y="459309"/>
                  </a:lnTo>
                  <a:lnTo>
                    <a:pt x="6374107" y="459309"/>
                  </a:lnTo>
                  <a:lnTo>
                    <a:pt x="6374233" y="459309"/>
                  </a:lnTo>
                  <a:lnTo>
                    <a:pt x="6374359" y="459309"/>
                  </a:lnTo>
                  <a:lnTo>
                    <a:pt x="6374485" y="459309"/>
                  </a:lnTo>
                  <a:lnTo>
                    <a:pt x="6374611" y="459309"/>
                  </a:lnTo>
                  <a:lnTo>
                    <a:pt x="6374737" y="459309"/>
                  </a:lnTo>
                  <a:lnTo>
                    <a:pt x="6374863" y="459309"/>
                  </a:lnTo>
                  <a:lnTo>
                    <a:pt x="6374989" y="459309"/>
                  </a:lnTo>
                  <a:lnTo>
                    <a:pt x="6375116" y="459309"/>
                  </a:lnTo>
                  <a:lnTo>
                    <a:pt x="6375242" y="459309"/>
                  </a:lnTo>
                  <a:lnTo>
                    <a:pt x="6375368" y="459309"/>
                  </a:lnTo>
                  <a:lnTo>
                    <a:pt x="6375494" y="459309"/>
                  </a:lnTo>
                  <a:lnTo>
                    <a:pt x="6375620" y="459309"/>
                  </a:lnTo>
                  <a:lnTo>
                    <a:pt x="6375746" y="459309"/>
                  </a:lnTo>
                  <a:lnTo>
                    <a:pt x="6375872" y="459309"/>
                  </a:lnTo>
                  <a:lnTo>
                    <a:pt x="6375998" y="459309"/>
                  </a:lnTo>
                  <a:lnTo>
                    <a:pt x="6376124" y="459309"/>
                  </a:lnTo>
                  <a:lnTo>
                    <a:pt x="6376250" y="459309"/>
                  </a:lnTo>
                  <a:lnTo>
                    <a:pt x="6376376" y="459309"/>
                  </a:lnTo>
                  <a:lnTo>
                    <a:pt x="6376502" y="459309"/>
                  </a:lnTo>
                  <a:lnTo>
                    <a:pt x="6376629" y="459309"/>
                  </a:lnTo>
                  <a:lnTo>
                    <a:pt x="6376755" y="459309"/>
                  </a:lnTo>
                  <a:lnTo>
                    <a:pt x="6376881" y="459309"/>
                  </a:lnTo>
                  <a:lnTo>
                    <a:pt x="6377007" y="459309"/>
                  </a:lnTo>
                  <a:lnTo>
                    <a:pt x="6377133" y="459309"/>
                  </a:lnTo>
                  <a:lnTo>
                    <a:pt x="6377259" y="459309"/>
                  </a:lnTo>
                  <a:lnTo>
                    <a:pt x="6377385" y="459309"/>
                  </a:lnTo>
                  <a:lnTo>
                    <a:pt x="6377511" y="459309"/>
                  </a:lnTo>
                  <a:lnTo>
                    <a:pt x="6377637" y="459309"/>
                  </a:lnTo>
                  <a:lnTo>
                    <a:pt x="6377763" y="459309"/>
                  </a:lnTo>
                  <a:lnTo>
                    <a:pt x="6377889" y="459309"/>
                  </a:lnTo>
                  <a:lnTo>
                    <a:pt x="6378016" y="459309"/>
                  </a:lnTo>
                  <a:lnTo>
                    <a:pt x="6378142" y="459309"/>
                  </a:lnTo>
                  <a:lnTo>
                    <a:pt x="6378268" y="459309"/>
                  </a:lnTo>
                  <a:lnTo>
                    <a:pt x="6378394" y="459309"/>
                  </a:lnTo>
                  <a:lnTo>
                    <a:pt x="6378520" y="459309"/>
                  </a:lnTo>
                  <a:lnTo>
                    <a:pt x="6378646" y="459309"/>
                  </a:lnTo>
                  <a:lnTo>
                    <a:pt x="6378772" y="459309"/>
                  </a:lnTo>
                  <a:lnTo>
                    <a:pt x="6378898" y="459309"/>
                  </a:lnTo>
                  <a:lnTo>
                    <a:pt x="6379024" y="459309"/>
                  </a:lnTo>
                  <a:lnTo>
                    <a:pt x="6379150" y="459309"/>
                  </a:lnTo>
                  <a:lnTo>
                    <a:pt x="6379276" y="459309"/>
                  </a:lnTo>
                  <a:lnTo>
                    <a:pt x="6379402" y="459309"/>
                  </a:lnTo>
                  <a:lnTo>
                    <a:pt x="6379529" y="459309"/>
                  </a:lnTo>
                  <a:lnTo>
                    <a:pt x="6379655" y="459309"/>
                  </a:lnTo>
                  <a:lnTo>
                    <a:pt x="6379781" y="459309"/>
                  </a:lnTo>
                  <a:lnTo>
                    <a:pt x="6379907" y="459309"/>
                  </a:lnTo>
                  <a:lnTo>
                    <a:pt x="6380033" y="459309"/>
                  </a:lnTo>
                  <a:lnTo>
                    <a:pt x="6380159" y="459309"/>
                  </a:lnTo>
                  <a:lnTo>
                    <a:pt x="6380285" y="459309"/>
                  </a:lnTo>
                  <a:lnTo>
                    <a:pt x="6380411" y="459309"/>
                  </a:lnTo>
                  <a:lnTo>
                    <a:pt x="6380537" y="459309"/>
                  </a:lnTo>
                  <a:lnTo>
                    <a:pt x="6380663" y="459309"/>
                  </a:lnTo>
                  <a:lnTo>
                    <a:pt x="6380789" y="459309"/>
                  </a:lnTo>
                  <a:lnTo>
                    <a:pt x="6380916" y="459309"/>
                  </a:lnTo>
                  <a:lnTo>
                    <a:pt x="6381042" y="459309"/>
                  </a:lnTo>
                  <a:lnTo>
                    <a:pt x="6381168" y="459309"/>
                  </a:lnTo>
                  <a:lnTo>
                    <a:pt x="6381294" y="459309"/>
                  </a:lnTo>
                  <a:lnTo>
                    <a:pt x="6381420" y="459309"/>
                  </a:lnTo>
                  <a:lnTo>
                    <a:pt x="6381546" y="459309"/>
                  </a:lnTo>
                  <a:lnTo>
                    <a:pt x="6381672" y="459309"/>
                  </a:lnTo>
                  <a:lnTo>
                    <a:pt x="6381798" y="459309"/>
                  </a:lnTo>
                  <a:lnTo>
                    <a:pt x="6381924" y="459309"/>
                  </a:lnTo>
                  <a:lnTo>
                    <a:pt x="6382050" y="459309"/>
                  </a:lnTo>
                  <a:lnTo>
                    <a:pt x="6382176" y="459309"/>
                  </a:lnTo>
                  <a:lnTo>
                    <a:pt x="6382303" y="459309"/>
                  </a:lnTo>
                  <a:lnTo>
                    <a:pt x="6382429" y="459309"/>
                  </a:lnTo>
                  <a:lnTo>
                    <a:pt x="6382555" y="459309"/>
                  </a:lnTo>
                  <a:lnTo>
                    <a:pt x="6382681" y="459309"/>
                  </a:lnTo>
                  <a:lnTo>
                    <a:pt x="6382807" y="459309"/>
                  </a:lnTo>
                  <a:lnTo>
                    <a:pt x="6382933" y="459309"/>
                  </a:lnTo>
                  <a:lnTo>
                    <a:pt x="6383059" y="459309"/>
                  </a:lnTo>
                  <a:lnTo>
                    <a:pt x="6383185" y="459309"/>
                  </a:lnTo>
                  <a:lnTo>
                    <a:pt x="6383311" y="459309"/>
                  </a:lnTo>
                  <a:lnTo>
                    <a:pt x="6383437" y="459309"/>
                  </a:lnTo>
                  <a:lnTo>
                    <a:pt x="6383563" y="459309"/>
                  </a:lnTo>
                  <a:lnTo>
                    <a:pt x="6383689" y="459309"/>
                  </a:lnTo>
                  <a:lnTo>
                    <a:pt x="6383816" y="459309"/>
                  </a:lnTo>
                  <a:lnTo>
                    <a:pt x="6383942" y="459309"/>
                  </a:lnTo>
                  <a:lnTo>
                    <a:pt x="6384068" y="459309"/>
                  </a:lnTo>
                  <a:lnTo>
                    <a:pt x="6384194" y="459309"/>
                  </a:lnTo>
                  <a:lnTo>
                    <a:pt x="6384320" y="459309"/>
                  </a:lnTo>
                  <a:lnTo>
                    <a:pt x="6384446" y="459309"/>
                  </a:lnTo>
                  <a:lnTo>
                    <a:pt x="6384572" y="459309"/>
                  </a:lnTo>
                  <a:lnTo>
                    <a:pt x="6384698" y="459309"/>
                  </a:lnTo>
                  <a:lnTo>
                    <a:pt x="6384824" y="459309"/>
                  </a:lnTo>
                  <a:lnTo>
                    <a:pt x="6384950" y="459309"/>
                  </a:lnTo>
                  <a:lnTo>
                    <a:pt x="6385076" y="459309"/>
                  </a:lnTo>
                  <a:lnTo>
                    <a:pt x="6385203" y="459309"/>
                  </a:lnTo>
                  <a:lnTo>
                    <a:pt x="6385329" y="459309"/>
                  </a:lnTo>
                  <a:lnTo>
                    <a:pt x="6385455" y="459309"/>
                  </a:lnTo>
                  <a:lnTo>
                    <a:pt x="6385581" y="459309"/>
                  </a:lnTo>
                  <a:lnTo>
                    <a:pt x="6385707" y="459309"/>
                  </a:lnTo>
                  <a:lnTo>
                    <a:pt x="6385833" y="459309"/>
                  </a:lnTo>
                  <a:lnTo>
                    <a:pt x="6385959" y="459309"/>
                  </a:lnTo>
                  <a:lnTo>
                    <a:pt x="6386085" y="459309"/>
                  </a:lnTo>
                  <a:lnTo>
                    <a:pt x="6386211" y="459309"/>
                  </a:lnTo>
                  <a:lnTo>
                    <a:pt x="6386337" y="459309"/>
                  </a:lnTo>
                  <a:lnTo>
                    <a:pt x="6386463" y="459309"/>
                  </a:lnTo>
                  <a:lnTo>
                    <a:pt x="6386589" y="459309"/>
                  </a:lnTo>
                  <a:lnTo>
                    <a:pt x="6386716" y="459309"/>
                  </a:lnTo>
                  <a:lnTo>
                    <a:pt x="6386842" y="459309"/>
                  </a:lnTo>
                  <a:lnTo>
                    <a:pt x="6386968" y="459309"/>
                  </a:lnTo>
                  <a:lnTo>
                    <a:pt x="6387094" y="459309"/>
                  </a:lnTo>
                  <a:lnTo>
                    <a:pt x="6387220" y="459309"/>
                  </a:lnTo>
                  <a:lnTo>
                    <a:pt x="6387346" y="459309"/>
                  </a:lnTo>
                  <a:lnTo>
                    <a:pt x="6387472" y="459309"/>
                  </a:lnTo>
                  <a:lnTo>
                    <a:pt x="6387598" y="459309"/>
                  </a:lnTo>
                  <a:lnTo>
                    <a:pt x="6387724" y="459309"/>
                  </a:lnTo>
                  <a:lnTo>
                    <a:pt x="6387850" y="459309"/>
                  </a:lnTo>
                  <a:lnTo>
                    <a:pt x="6387976" y="459309"/>
                  </a:lnTo>
                  <a:lnTo>
                    <a:pt x="6388103" y="459309"/>
                  </a:lnTo>
                  <a:lnTo>
                    <a:pt x="6388229" y="459309"/>
                  </a:lnTo>
                  <a:lnTo>
                    <a:pt x="6388355" y="459309"/>
                  </a:lnTo>
                  <a:lnTo>
                    <a:pt x="6388481" y="459309"/>
                  </a:lnTo>
                  <a:lnTo>
                    <a:pt x="6388607" y="459309"/>
                  </a:lnTo>
                  <a:lnTo>
                    <a:pt x="6388733" y="459309"/>
                  </a:lnTo>
                  <a:lnTo>
                    <a:pt x="6388859" y="459309"/>
                  </a:lnTo>
                  <a:lnTo>
                    <a:pt x="6388985" y="459309"/>
                  </a:lnTo>
                  <a:lnTo>
                    <a:pt x="6388985" y="454030"/>
                  </a:lnTo>
                  <a:lnTo>
                    <a:pt x="6389111" y="454030"/>
                  </a:lnTo>
                  <a:lnTo>
                    <a:pt x="6389237" y="454030"/>
                  </a:lnTo>
                  <a:lnTo>
                    <a:pt x="6389363" y="454030"/>
                  </a:lnTo>
                  <a:lnTo>
                    <a:pt x="6389490" y="454030"/>
                  </a:lnTo>
                  <a:lnTo>
                    <a:pt x="6389490" y="448750"/>
                  </a:lnTo>
                  <a:lnTo>
                    <a:pt x="6389616" y="448750"/>
                  </a:lnTo>
                  <a:lnTo>
                    <a:pt x="6389742" y="448750"/>
                  </a:lnTo>
                  <a:lnTo>
                    <a:pt x="6389868" y="448750"/>
                  </a:lnTo>
                  <a:lnTo>
                    <a:pt x="6389994" y="448750"/>
                  </a:lnTo>
                  <a:lnTo>
                    <a:pt x="6390120" y="448750"/>
                  </a:lnTo>
                  <a:lnTo>
                    <a:pt x="6390246" y="448750"/>
                  </a:lnTo>
                  <a:lnTo>
                    <a:pt x="6390372" y="448750"/>
                  </a:lnTo>
                  <a:lnTo>
                    <a:pt x="6390498" y="448750"/>
                  </a:lnTo>
                  <a:lnTo>
                    <a:pt x="6390624" y="448750"/>
                  </a:lnTo>
                  <a:lnTo>
                    <a:pt x="6390750" y="448750"/>
                  </a:lnTo>
                  <a:lnTo>
                    <a:pt x="6390876" y="448750"/>
                  </a:lnTo>
                  <a:lnTo>
                    <a:pt x="6391003" y="448750"/>
                  </a:lnTo>
                  <a:lnTo>
                    <a:pt x="6391129" y="448750"/>
                  </a:lnTo>
                  <a:lnTo>
                    <a:pt x="6391255" y="448750"/>
                  </a:lnTo>
                  <a:lnTo>
                    <a:pt x="6391381" y="448750"/>
                  </a:lnTo>
                  <a:lnTo>
                    <a:pt x="6391507" y="448750"/>
                  </a:lnTo>
                  <a:lnTo>
                    <a:pt x="6391633" y="448750"/>
                  </a:lnTo>
                  <a:lnTo>
                    <a:pt x="6391759" y="448750"/>
                  </a:lnTo>
                  <a:lnTo>
                    <a:pt x="6391885" y="448750"/>
                  </a:lnTo>
                  <a:lnTo>
                    <a:pt x="6392011" y="448750"/>
                  </a:lnTo>
                  <a:lnTo>
                    <a:pt x="6392137" y="448750"/>
                  </a:lnTo>
                  <a:lnTo>
                    <a:pt x="6392263" y="448750"/>
                  </a:lnTo>
                  <a:lnTo>
                    <a:pt x="6392390" y="448750"/>
                  </a:lnTo>
                  <a:lnTo>
                    <a:pt x="6392516" y="448750"/>
                  </a:lnTo>
                  <a:lnTo>
                    <a:pt x="6392642" y="448750"/>
                  </a:lnTo>
                  <a:lnTo>
                    <a:pt x="6392768" y="448750"/>
                  </a:lnTo>
                  <a:lnTo>
                    <a:pt x="6392894" y="448750"/>
                  </a:lnTo>
                  <a:lnTo>
                    <a:pt x="6393020" y="448750"/>
                  </a:lnTo>
                  <a:lnTo>
                    <a:pt x="6393146" y="448750"/>
                  </a:lnTo>
                  <a:lnTo>
                    <a:pt x="6393272" y="448750"/>
                  </a:lnTo>
                  <a:lnTo>
                    <a:pt x="6393398" y="448750"/>
                  </a:lnTo>
                  <a:lnTo>
                    <a:pt x="6393524" y="448750"/>
                  </a:lnTo>
                  <a:lnTo>
                    <a:pt x="6393650" y="448750"/>
                  </a:lnTo>
                  <a:lnTo>
                    <a:pt x="6393776" y="448750"/>
                  </a:lnTo>
                  <a:lnTo>
                    <a:pt x="6393903" y="448750"/>
                  </a:lnTo>
                  <a:lnTo>
                    <a:pt x="6394029" y="448750"/>
                  </a:lnTo>
                  <a:lnTo>
                    <a:pt x="6394155" y="448750"/>
                  </a:lnTo>
                  <a:lnTo>
                    <a:pt x="6394281" y="448750"/>
                  </a:lnTo>
                  <a:lnTo>
                    <a:pt x="6394407" y="448750"/>
                  </a:lnTo>
                  <a:lnTo>
                    <a:pt x="6394533" y="448750"/>
                  </a:lnTo>
                  <a:lnTo>
                    <a:pt x="6394659" y="448750"/>
                  </a:lnTo>
                  <a:lnTo>
                    <a:pt x="6394785" y="448750"/>
                  </a:lnTo>
                  <a:lnTo>
                    <a:pt x="6394911" y="448750"/>
                  </a:lnTo>
                  <a:lnTo>
                    <a:pt x="6395037" y="448750"/>
                  </a:lnTo>
                  <a:lnTo>
                    <a:pt x="6395163" y="448750"/>
                  </a:lnTo>
                  <a:lnTo>
                    <a:pt x="6395290" y="448750"/>
                  </a:lnTo>
                  <a:lnTo>
                    <a:pt x="6395416" y="448750"/>
                  </a:lnTo>
                  <a:lnTo>
                    <a:pt x="6395542" y="448750"/>
                  </a:lnTo>
                  <a:lnTo>
                    <a:pt x="6395668" y="448750"/>
                  </a:lnTo>
                  <a:lnTo>
                    <a:pt x="6395794" y="448750"/>
                  </a:lnTo>
                  <a:lnTo>
                    <a:pt x="6395920" y="448750"/>
                  </a:lnTo>
                  <a:lnTo>
                    <a:pt x="6396046" y="448750"/>
                  </a:lnTo>
                  <a:lnTo>
                    <a:pt x="6396172" y="448750"/>
                  </a:lnTo>
                  <a:lnTo>
                    <a:pt x="6396298" y="448750"/>
                  </a:lnTo>
                  <a:lnTo>
                    <a:pt x="6396424" y="448750"/>
                  </a:lnTo>
                  <a:lnTo>
                    <a:pt x="6396550" y="448750"/>
                  </a:lnTo>
                  <a:lnTo>
                    <a:pt x="6396676" y="448750"/>
                  </a:lnTo>
                  <a:lnTo>
                    <a:pt x="6396803" y="448750"/>
                  </a:lnTo>
                  <a:lnTo>
                    <a:pt x="6396929" y="448750"/>
                  </a:lnTo>
                  <a:lnTo>
                    <a:pt x="6397055" y="448750"/>
                  </a:lnTo>
                  <a:lnTo>
                    <a:pt x="6397181" y="448750"/>
                  </a:lnTo>
                  <a:lnTo>
                    <a:pt x="6397307" y="448750"/>
                  </a:lnTo>
                  <a:lnTo>
                    <a:pt x="6397433" y="448750"/>
                  </a:lnTo>
                  <a:lnTo>
                    <a:pt x="6397559" y="448750"/>
                  </a:lnTo>
                  <a:lnTo>
                    <a:pt x="6397685" y="448750"/>
                  </a:lnTo>
                  <a:lnTo>
                    <a:pt x="6397811" y="448750"/>
                  </a:lnTo>
                  <a:lnTo>
                    <a:pt x="6397937" y="448750"/>
                  </a:lnTo>
                  <a:lnTo>
                    <a:pt x="6398063" y="448750"/>
                  </a:lnTo>
                  <a:lnTo>
                    <a:pt x="6398190" y="448750"/>
                  </a:lnTo>
                  <a:lnTo>
                    <a:pt x="6398316" y="448750"/>
                  </a:lnTo>
                  <a:lnTo>
                    <a:pt x="6398442" y="448750"/>
                  </a:lnTo>
                  <a:lnTo>
                    <a:pt x="6398568" y="448750"/>
                  </a:lnTo>
                  <a:lnTo>
                    <a:pt x="6398694" y="448750"/>
                  </a:lnTo>
                  <a:lnTo>
                    <a:pt x="6398820" y="448750"/>
                  </a:lnTo>
                  <a:lnTo>
                    <a:pt x="6398946" y="448750"/>
                  </a:lnTo>
                  <a:lnTo>
                    <a:pt x="6399072" y="448750"/>
                  </a:lnTo>
                  <a:lnTo>
                    <a:pt x="6399198" y="448750"/>
                  </a:lnTo>
                  <a:lnTo>
                    <a:pt x="6399324" y="448750"/>
                  </a:lnTo>
                  <a:lnTo>
                    <a:pt x="6399450" y="448750"/>
                  </a:lnTo>
                  <a:lnTo>
                    <a:pt x="6399577" y="448750"/>
                  </a:lnTo>
                  <a:lnTo>
                    <a:pt x="6399703" y="448750"/>
                  </a:lnTo>
                  <a:lnTo>
                    <a:pt x="6399829" y="448750"/>
                  </a:lnTo>
                  <a:lnTo>
                    <a:pt x="6399955" y="448750"/>
                  </a:lnTo>
                  <a:lnTo>
                    <a:pt x="6400081" y="448750"/>
                  </a:lnTo>
                  <a:lnTo>
                    <a:pt x="6400207" y="448750"/>
                  </a:lnTo>
                  <a:lnTo>
                    <a:pt x="6400333" y="448750"/>
                  </a:lnTo>
                  <a:lnTo>
                    <a:pt x="6400459" y="448750"/>
                  </a:lnTo>
                  <a:lnTo>
                    <a:pt x="6400585" y="448750"/>
                  </a:lnTo>
                  <a:lnTo>
                    <a:pt x="6400711" y="448750"/>
                  </a:lnTo>
                  <a:lnTo>
                    <a:pt x="6400837" y="448750"/>
                  </a:lnTo>
                  <a:lnTo>
                    <a:pt x="6400963" y="448750"/>
                  </a:lnTo>
                  <a:lnTo>
                    <a:pt x="6400963" y="443471"/>
                  </a:lnTo>
                  <a:lnTo>
                    <a:pt x="6401090" y="443471"/>
                  </a:lnTo>
                  <a:lnTo>
                    <a:pt x="6401216" y="443471"/>
                  </a:lnTo>
                  <a:lnTo>
                    <a:pt x="6401342" y="443471"/>
                  </a:lnTo>
                  <a:lnTo>
                    <a:pt x="6401468" y="443471"/>
                  </a:lnTo>
                  <a:lnTo>
                    <a:pt x="6401594" y="443471"/>
                  </a:lnTo>
                  <a:lnTo>
                    <a:pt x="6401720" y="443471"/>
                  </a:lnTo>
                  <a:lnTo>
                    <a:pt x="6401846" y="443471"/>
                  </a:lnTo>
                  <a:lnTo>
                    <a:pt x="6401972" y="443471"/>
                  </a:lnTo>
                  <a:lnTo>
                    <a:pt x="6402098" y="443471"/>
                  </a:lnTo>
                  <a:lnTo>
                    <a:pt x="6402224" y="443471"/>
                  </a:lnTo>
                  <a:lnTo>
                    <a:pt x="6402350" y="443471"/>
                  </a:lnTo>
                  <a:lnTo>
                    <a:pt x="6402477" y="443471"/>
                  </a:lnTo>
                  <a:lnTo>
                    <a:pt x="6402603" y="443471"/>
                  </a:lnTo>
                  <a:lnTo>
                    <a:pt x="6402729" y="443471"/>
                  </a:lnTo>
                  <a:lnTo>
                    <a:pt x="6402855" y="443471"/>
                  </a:lnTo>
                  <a:lnTo>
                    <a:pt x="6402981" y="443471"/>
                  </a:lnTo>
                  <a:lnTo>
                    <a:pt x="6403107" y="443471"/>
                  </a:lnTo>
                  <a:lnTo>
                    <a:pt x="6403233" y="443471"/>
                  </a:lnTo>
                  <a:lnTo>
                    <a:pt x="6403359" y="443471"/>
                  </a:lnTo>
                  <a:lnTo>
                    <a:pt x="6403485" y="443471"/>
                  </a:lnTo>
                  <a:lnTo>
                    <a:pt x="6403611" y="443471"/>
                  </a:lnTo>
                  <a:lnTo>
                    <a:pt x="6403737" y="443471"/>
                  </a:lnTo>
                  <a:lnTo>
                    <a:pt x="6403863" y="443471"/>
                  </a:lnTo>
                  <a:lnTo>
                    <a:pt x="6403990" y="443471"/>
                  </a:lnTo>
                  <a:lnTo>
                    <a:pt x="6404116" y="443471"/>
                  </a:lnTo>
                  <a:lnTo>
                    <a:pt x="6404242" y="443471"/>
                  </a:lnTo>
                  <a:lnTo>
                    <a:pt x="6404368" y="443471"/>
                  </a:lnTo>
                  <a:lnTo>
                    <a:pt x="6404494" y="443471"/>
                  </a:lnTo>
                  <a:lnTo>
                    <a:pt x="6404620" y="443471"/>
                  </a:lnTo>
                  <a:lnTo>
                    <a:pt x="6404746" y="443471"/>
                  </a:lnTo>
                  <a:lnTo>
                    <a:pt x="6404872" y="443471"/>
                  </a:lnTo>
                  <a:lnTo>
                    <a:pt x="6404998" y="443471"/>
                  </a:lnTo>
                  <a:lnTo>
                    <a:pt x="6405124" y="443471"/>
                  </a:lnTo>
                  <a:lnTo>
                    <a:pt x="6405250" y="443471"/>
                  </a:lnTo>
                  <a:lnTo>
                    <a:pt x="6405377" y="443471"/>
                  </a:lnTo>
                  <a:lnTo>
                    <a:pt x="6405503" y="443471"/>
                  </a:lnTo>
                  <a:lnTo>
                    <a:pt x="6405629" y="443471"/>
                  </a:lnTo>
                  <a:lnTo>
                    <a:pt x="6405755" y="443471"/>
                  </a:lnTo>
                  <a:lnTo>
                    <a:pt x="6405881" y="443471"/>
                  </a:lnTo>
                  <a:lnTo>
                    <a:pt x="6406007" y="443471"/>
                  </a:lnTo>
                  <a:lnTo>
                    <a:pt x="6406133" y="443471"/>
                  </a:lnTo>
                  <a:lnTo>
                    <a:pt x="6406259" y="443471"/>
                  </a:lnTo>
                  <a:lnTo>
                    <a:pt x="6406385" y="443471"/>
                  </a:lnTo>
                  <a:lnTo>
                    <a:pt x="6406511" y="443471"/>
                  </a:lnTo>
                  <a:lnTo>
                    <a:pt x="6406637" y="443471"/>
                  </a:lnTo>
                  <a:lnTo>
                    <a:pt x="6406764" y="443471"/>
                  </a:lnTo>
                  <a:lnTo>
                    <a:pt x="6406890" y="443471"/>
                  </a:lnTo>
                  <a:lnTo>
                    <a:pt x="6407016" y="443471"/>
                  </a:lnTo>
                  <a:lnTo>
                    <a:pt x="6407142" y="443471"/>
                  </a:lnTo>
                  <a:lnTo>
                    <a:pt x="6407268" y="443471"/>
                  </a:lnTo>
                  <a:lnTo>
                    <a:pt x="6407394" y="443471"/>
                  </a:lnTo>
                  <a:lnTo>
                    <a:pt x="6407520" y="443471"/>
                  </a:lnTo>
                  <a:lnTo>
                    <a:pt x="6407646" y="443471"/>
                  </a:lnTo>
                  <a:lnTo>
                    <a:pt x="6407772" y="443471"/>
                  </a:lnTo>
                  <a:lnTo>
                    <a:pt x="6407898" y="443471"/>
                  </a:lnTo>
                  <a:lnTo>
                    <a:pt x="6408024" y="443471"/>
                  </a:lnTo>
                  <a:lnTo>
                    <a:pt x="6408150" y="443471"/>
                  </a:lnTo>
                  <a:lnTo>
                    <a:pt x="6408277" y="443471"/>
                  </a:lnTo>
                  <a:lnTo>
                    <a:pt x="6408403" y="443471"/>
                  </a:lnTo>
                  <a:lnTo>
                    <a:pt x="6408529" y="443471"/>
                  </a:lnTo>
                  <a:lnTo>
                    <a:pt x="6408655" y="443471"/>
                  </a:lnTo>
                  <a:lnTo>
                    <a:pt x="6408781" y="443471"/>
                  </a:lnTo>
                  <a:lnTo>
                    <a:pt x="6408907" y="443471"/>
                  </a:lnTo>
                  <a:lnTo>
                    <a:pt x="6409033" y="443471"/>
                  </a:lnTo>
                  <a:lnTo>
                    <a:pt x="6409159" y="443471"/>
                  </a:lnTo>
                  <a:lnTo>
                    <a:pt x="6409285" y="443471"/>
                  </a:lnTo>
                  <a:lnTo>
                    <a:pt x="6409411" y="443471"/>
                  </a:lnTo>
                  <a:lnTo>
                    <a:pt x="6409537" y="443471"/>
                  </a:lnTo>
                  <a:lnTo>
                    <a:pt x="6409664" y="443471"/>
                  </a:lnTo>
                  <a:lnTo>
                    <a:pt x="6409790" y="443471"/>
                  </a:lnTo>
                  <a:lnTo>
                    <a:pt x="6409916" y="443471"/>
                  </a:lnTo>
                  <a:lnTo>
                    <a:pt x="6410042" y="443471"/>
                  </a:lnTo>
                  <a:lnTo>
                    <a:pt x="6410168" y="443471"/>
                  </a:lnTo>
                  <a:lnTo>
                    <a:pt x="6410294" y="443471"/>
                  </a:lnTo>
                  <a:lnTo>
                    <a:pt x="6410420" y="443471"/>
                  </a:lnTo>
                  <a:lnTo>
                    <a:pt x="6410546" y="443471"/>
                  </a:lnTo>
                  <a:lnTo>
                    <a:pt x="6410672" y="443471"/>
                  </a:lnTo>
                  <a:lnTo>
                    <a:pt x="6410798" y="443471"/>
                  </a:lnTo>
                  <a:lnTo>
                    <a:pt x="6410924" y="443471"/>
                  </a:lnTo>
                  <a:lnTo>
                    <a:pt x="6411050" y="443471"/>
                  </a:lnTo>
                  <a:lnTo>
                    <a:pt x="6411177" y="443471"/>
                  </a:lnTo>
                  <a:lnTo>
                    <a:pt x="6411303" y="443471"/>
                  </a:lnTo>
                  <a:lnTo>
                    <a:pt x="6411429" y="443471"/>
                  </a:lnTo>
                  <a:lnTo>
                    <a:pt x="6411555" y="443471"/>
                  </a:lnTo>
                  <a:lnTo>
                    <a:pt x="6411681" y="443471"/>
                  </a:lnTo>
                  <a:lnTo>
                    <a:pt x="6411807" y="443471"/>
                  </a:lnTo>
                  <a:lnTo>
                    <a:pt x="6411933" y="443471"/>
                  </a:lnTo>
                  <a:lnTo>
                    <a:pt x="6412059" y="443471"/>
                  </a:lnTo>
                  <a:lnTo>
                    <a:pt x="6412185" y="443471"/>
                  </a:lnTo>
                  <a:lnTo>
                    <a:pt x="6412311" y="443471"/>
                  </a:lnTo>
                  <a:lnTo>
                    <a:pt x="6412437" y="443471"/>
                  </a:lnTo>
                  <a:lnTo>
                    <a:pt x="6412564" y="443471"/>
                  </a:lnTo>
                  <a:lnTo>
                    <a:pt x="6412690" y="443471"/>
                  </a:lnTo>
                  <a:lnTo>
                    <a:pt x="6412816" y="443471"/>
                  </a:lnTo>
                  <a:lnTo>
                    <a:pt x="6412942" y="443471"/>
                  </a:lnTo>
                  <a:lnTo>
                    <a:pt x="6413068" y="443471"/>
                  </a:lnTo>
                  <a:lnTo>
                    <a:pt x="6413194" y="443471"/>
                  </a:lnTo>
                  <a:lnTo>
                    <a:pt x="6413320" y="443471"/>
                  </a:lnTo>
                  <a:lnTo>
                    <a:pt x="6413446" y="443471"/>
                  </a:lnTo>
                  <a:lnTo>
                    <a:pt x="6413572" y="443471"/>
                  </a:lnTo>
                  <a:lnTo>
                    <a:pt x="6413698" y="443471"/>
                  </a:lnTo>
                  <a:lnTo>
                    <a:pt x="6413824" y="443471"/>
                  </a:lnTo>
                  <a:lnTo>
                    <a:pt x="6413951" y="443471"/>
                  </a:lnTo>
                  <a:lnTo>
                    <a:pt x="6414077" y="443471"/>
                  </a:lnTo>
                  <a:lnTo>
                    <a:pt x="6414203" y="443471"/>
                  </a:lnTo>
                  <a:lnTo>
                    <a:pt x="6414329" y="443471"/>
                  </a:lnTo>
                  <a:lnTo>
                    <a:pt x="6414455" y="443471"/>
                  </a:lnTo>
                  <a:lnTo>
                    <a:pt x="6414581" y="443471"/>
                  </a:lnTo>
                  <a:lnTo>
                    <a:pt x="6414707" y="443471"/>
                  </a:lnTo>
                  <a:lnTo>
                    <a:pt x="6414833" y="443471"/>
                  </a:lnTo>
                  <a:lnTo>
                    <a:pt x="6414959" y="443471"/>
                  </a:lnTo>
                  <a:lnTo>
                    <a:pt x="6415085" y="443471"/>
                  </a:lnTo>
                  <a:lnTo>
                    <a:pt x="6415211" y="443471"/>
                  </a:lnTo>
                  <a:lnTo>
                    <a:pt x="6415337" y="443471"/>
                  </a:lnTo>
                  <a:lnTo>
                    <a:pt x="6415464" y="443471"/>
                  </a:lnTo>
                  <a:lnTo>
                    <a:pt x="6415590" y="443471"/>
                  </a:lnTo>
                  <a:lnTo>
                    <a:pt x="6415716" y="443471"/>
                  </a:lnTo>
                  <a:lnTo>
                    <a:pt x="6415842" y="443471"/>
                  </a:lnTo>
                  <a:lnTo>
                    <a:pt x="6415968" y="443471"/>
                  </a:lnTo>
                  <a:lnTo>
                    <a:pt x="6416094" y="443471"/>
                  </a:lnTo>
                  <a:lnTo>
                    <a:pt x="6416220" y="443471"/>
                  </a:lnTo>
                  <a:lnTo>
                    <a:pt x="6416346" y="443471"/>
                  </a:lnTo>
                  <a:lnTo>
                    <a:pt x="6416472" y="443471"/>
                  </a:lnTo>
                  <a:lnTo>
                    <a:pt x="6416598" y="443471"/>
                  </a:lnTo>
                  <a:lnTo>
                    <a:pt x="6416724" y="443471"/>
                  </a:lnTo>
                  <a:lnTo>
                    <a:pt x="6416851" y="443471"/>
                  </a:lnTo>
                  <a:lnTo>
                    <a:pt x="6416977" y="443471"/>
                  </a:lnTo>
                  <a:lnTo>
                    <a:pt x="6417103" y="443471"/>
                  </a:lnTo>
                  <a:lnTo>
                    <a:pt x="6417229" y="443471"/>
                  </a:lnTo>
                  <a:lnTo>
                    <a:pt x="6417355" y="443471"/>
                  </a:lnTo>
                  <a:lnTo>
                    <a:pt x="6417481" y="443471"/>
                  </a:lnTo>
                  <a:lnTo>
                    <a:pt x="6417607" y="443471"/>
                  </a:lnTo>
                  <a:lnTo>
                    <a:pt x="6417733" y="443471"/>
                  </a:lnTo>
                  <a:lnTo>
                    <a:pt x="6417859" y="443471"/>
                  </a:lnTo>
                  <a:lnTo>
                    <a:pt x="6417985" y="443471"/>
                  </a:lnTo>
                  <a:lnTo>
                    <a:pt x="6418111" y="443471"/>
                  </a:lnTo>
                  <a:lnTo>
                    <a:pt x="6418237" y="443471"/>
                  </a:lnTo>
                  <a:lnTo>
                    <a:pt x="6418364" y="443471"/>
                  </a:lnTo>
                  <a:lnTo>
                    <a:pt x="6418490" y="443471"/>
                  </a:lnTo>
                  <a:lnTo>
                    <a:pt x="6418616" y="443471"/>
                  </a:lnTo>
                  <a:lnTo>
                    <a:pt x="6418742" y="443471"/>
                  </a:lnTo>
                  <a:lnTo>
                    <a:pt x="6418868" y="443471"/>
                  </a:lnTo>
                  <a:lnTo>
                    <a:pt x="6418994" y="443471"/>
                  </a:lnTo>
                  <a:lnTo>
                    <a:pt x="6419120" y="443471"/>
                  </a:lnTo>
                  <a:lnTo>
                    <a:pt x="6419246" y="443471"/>
                  </a:lnTo>
                  <a:lnTo>
                    <a:pt x="6419372" y="443471"/>
                  </a:lnTo>
                  <a:lnTo>
                    <a:pt x="6419498" y="443471"/>
                  </a:lnTo>
                  <a:lnTo>
                    <a:pt x="6419624" y="443471"/>
                  </a:lnTo>
                  <a:lnTo>
                    <a:pt x="6419751" y="443471"/>
                  </a:lnTo>
                  <a:lnTo>
                    <a:pt x="6419877" y="443471"/>
                  </a:lnTo>
                  <a:lnTo>
                    <a:pt x="6420003" y="443471"/>
                  </a:lnTo>
                  <a:lnTo>
                    <a:pt x="6420129" y="443471"/>
                  </a:lnTo>
                  <a:lnTo>
                    <a:pt x="6420255" y="443471"/>
                  </a:lnTo>
                  <a:lnTo>
                    <a:pt x="6420381" y="443471"/>
                  </a:lnTo>
                  <a:lnTo>
                    <a:pt x="6420507" y="443471"/>
                  </a:lnTo>
                  <a:lnTo>
                    <a:pt x="6420633" y="443471"/>
                  </a:lnTo>
                  <a:lnTo>
                    <a:pt x="6420759" y="443471"/>
                  </a:lnTo>
                  <a:lnTo>
                    <a:pt x="6420885" y="443471"/>
                  </a:lnTo>
                  <a:lnTo>
                    <a:pt x="6421011" y="443471"/>
                  </a:lnTo>
                  <a:lnTo>
                    <a:pt x="6421137" y="443471"/>
                  </a:lnTo>
                  <a:lnTo>
                    <a:pt x="6421264" y="443471"/>
                  </a:lnTo>
                  <a:lnTo>
                    <a:pt x="6421390" y="443471"/>
                  </a:lnTo>
                  <a:lnTo>
                    <a:pt x="6421516" y="443471"/>
                  </a:lnTo>
                  <a:lnTo>
                    <a:pt x="6421642" y="443471"/>
                  </a:lnTo>
                  <a:lnTo>
                    <a:pt x="6421768" y="443471"/>
                  </a:lnTo>
                  <a:lnTo>
                    <a:pt x="6421894" y="443471"/>
                  </a:lnTo>
                  <a:lnTo>
                    <a:pt x="6422020" y="443471"/>
                  </a:lnTo>
                  <a:lnTo>
                    <a:pt x="6422146" y="443471"/>
                  </a:lnTo>
                  <a:lnTo>
                    <a:pt x="6422272" y="443471"/>
                  </a:lnTo>
                  <a:lnTo>
                    <a:pt x="6422398" y="443471"/>
                  </a:lnTo>
                  <a:lnTo>
                    <a:pt x="6422524" y="443471"/>
                  </a:lnTo>
                  <a:lnTo>
                    <a:pt x="6422651" y="443471"/>
                  </a:lnTo>
                  <a:lnTo>
                    <a:pt x="6422777" y="443471"/>
                  </a:lnTo>
                  <a:lnTo>
                    <a:pt x="6422903" y="443471"/>
                  </a:lnTo>
                  <a:lnTo>
                    <a:pt x="6423029" y="443471"/>
                  </a:lnTo>
                  <a:lnTo>
                    <a:pt x="6423155" y="443471"/>
                  </a:lnTo>
                  <a:lnTo>
                    <a:pt x="6423281" y="443471"/>
                  </a:lnTo>
                  <a:lnTo>
                    <a:pt x="6423407" y="443471"/>
                  </a:lnTo>
                  <a:lnTo>
                    <a:pt x="6423533" y="443471"/>
                  </a:lnTo>
                  <a:lnTo>
                    <a:pt x="6423659" y="443471"/>
                  </a:lnTo>
                  <a:lnTo>
                    <a:pt x="6423785" y="443471"/>
                  </a:lnTo>
                  <a:lnTo>
                    <a:pt x="6423911" y="443471"/>
                  </a:lnTo>
                  <a:lnTo>
                    <a:pt x="6424038" y="443471"/>
                  </a:lnTo>
                  <a:lnTo>
                    <a:pt x="6424164" y="443471"/>
                  </a:lnTo>
                  <a:lnTo>
                    <a:pt x="6424290" y="443471"/>
                  </a:lnTo>
                  <a:lnTo>
                    <a:pt x="6424416" y="443471"/>
                  </a:lnTo>
                  <a:lnTo>
                    <a:pt x="6424542" y="443471"/>
                  </a:lnTo>
                  <a:lnTo>
                    <a:pt x="6424668" y="443471"/>
                  </a:lnTo>
                  <a:lnTo>
                    <a:pt x="6424794" y="443471"/>
                  </a:lnTo>
                  <a:lnTo>
                    <a:pt x="6424920" y="443471"/>
                  </a:lnTo>
                  <a:lnTo>
                    <a:pt x="6425046" y="443471"/>
                  </a:lnTo>
                  <a:lnTo>
                    <a:pt x="6425172" y="443471"/>
                  </a:lnTo>
                  <a:lnTo>
                    <a:pt x="6425298" y="443471"/>
                  </a:lnTo>
                  <a:lnTo>
                    <a:pt x="6425424" y="443471"/>
                  </a:lnTo>
                  <a:lnTo>
                    <a:pt x="6425551" y="443471"/>
                  </a:lnTo>
                  <a:lnTo>
                    <a:pt x="6425677" y="443471"/>
                  </a:lnTo>
                  <a:lnTo>
                    <a:pt x="6425803" y="443471"/>
                  </a:lnTo>
                  <a:lnTo>
                    <a:pt x="6425929" y="443471"/>
                  </a:lnTo>
                  <a:lnTo>
                    <a:pt x="6426055" y="443471"/>
                  </a:lnTo>
                  <a:lnTo>
                    <a:pt x="6426181" y="443471"/>
                  </a:lnTo>
                  <a:lnTo>
                    <a:pt x="6426307" y="443471"/>
                  </a:lnTo>
                  <a:lnTo>
                    <a:pt x="6426433" y="443471"/>
                  </a:lnTo>
                  <a:lnTo>
                    <a:pt x="6426559" y="443471"/>
                  </a:lnTo>
                  <a:lnTo>
                    <a:pt x="6426685" y="443471"/>
                  </a:lnTo>
                  <a:lnTo>
                    <a:pt x="6426811" y="443471"/>
                  </a:lnTo>
                  <a:lnTo>
                    <a:pt x="6426938" y="443471"/>
                  </a:lnTo>
                  <a:lnTo>
                    <a:pt x="6427064" y="443471"/>
                  </a:lnTo>
                  <a:lnTo>
                    <a:pt x="6427190" y="443471"/>
                  </a:lnTo>
                  <a:lnTo>
                    <a:pt x="6427316" y="443471"/>
                  </a:lnTo>
                  <a:lnTo>
                    <a:pt x="6427442" y="443471"/>
                  </a:lnTo>
                  <a:lnTo>
                    <a:pt x="6427568" y="443471"/>
                  </a:lnTo>
                  <a:lnTo>
                    <a:pt x="6427694" y="443471"/>
                  </a:lnTo>
                  <a:lnTo>
                    <a:pt x="6427820" y="443471"/>
                  </a:lnTo>
                  <a:lnTo>
                    <a:pt x="6427946" y="443471"/>
                  </a:lnTo>
                  <a:lnTo>
                    <a:pt x="6428072" y="443471"/>
                  </a:lnTo>
                  <a:lnTo>
                    <a:pt x="6428198" y="443471"/>
                  </a:lnTo>
                  <a:lnTo>
                    <a:pt x="6428324" y="443471"/>
                  </a:lnTo>
                  <a:lnTo>
                    <a:pt x="6428451" y="443471"/>
                  </a:lnTo>
                  <a:lnTo>
                    <a:pt x="6428577" y="443471"/>
                  </a:lnTo>
                  <a:lnTo>
                    <a:pt x="6428703" y="443471"/>
                  </a:lnTo>
                  <a:lnTo>
                    <a:pt x="6428829" y="443471"/>
                  </a:lnTo>
                  <a:lnTo>
                    <a:pt x="6428955" y="443471"/>
                  </a:lnTo>
                  <a:lnTo>
                    <a:pt x="6429081" y="443471"/>
                  </a:lnTo>
                  <a:lnTo>
                    <a:pt x="6429207" y="443471"/>
                  </a:lnTo>
                  <a:lnTo>
                    <a:pt x="6429333" y="443471"/>
                  </a:lnTo>
                  <a:lnTo>
                    <a:pt x="6429459" y="443471"/>
                  </a:lnTo>
                  <a:lnTo>
                    <a:pt x="6429585" y="443471"/>
                  </a:lnTo>
                  <a:lnTo>
                    <a:pt x="6429711" y="443471"/>
                  </a:lnTo>
                  <a:lnTo>
                    <a:pt x="6429838" y="443471"/>
                  </a:lnTo>
                  <a:lnTo>
                    <a:pt x="6429964" y="443471"/>
                  </a:lnTo>
                  <a:lnTo>
                    <a:pt x="6430090" y="443471"/>
                  </a:lnTo>
                  <a:lnTo>
                    <a:pt x="6430216" y="443471"/>
                  </a:lnTo>
                  <a:lnTo>
                    <a:pt x="6430342" y="443471"/>
                  </a:lnTo>
                  <a:lnTo>
                    <a:pt x="6430468" y="443471"/>
                  </a:lnTo>
                  <a:lnTo>
                    <a:pt x="6430594" y="443471"/>
                  </a:lnTo>
                  <a:lnTo>
                    <a:pt x="6430720" y="443471"/>
                  </a:lnTo>
                  <a:lnTo>
                    <a:pt x="6430846" y="443471"/>
                  </a:lnTo>
                  <a:lnTo>
                    <a:pt x="6430972" y="443471"/>
                  </a:lnTo>
                  <a:lnTo>
                    <a:pt x="6431098" y="443471"/>
                  </a:lnTo>
                  <a:lnTo>
                    <a:pt x="6431225" y="443471"/>
                  </a:lnTo>
                  <a:lnTo>
                    <a:pt x="6431225" y="438191"/>
                  </a:lnTo>
                  <a:lnTo>
                    <a:pt x="6431351" y="438191"/>
                  </a:lnTo>
                  <a:lnTo>
                    <a:pt x="6431477" y="438191"/>
                  </a:lnTo>
                  <a:lnTo>
                    <a:pt x="6431477" y="432912"/>
                  </a:lnTo>
                  <a:lnTo>
                    <a:pt x="6431603" y="432912"/>
                  </a:lnTo>
                  <a:lnTo>
                    <a:pt x="6431729" y="432912"/>
                  </a:lnTo>
                  <a:lnTo>
                    <a:pt x="6431855" y="432912"/>
                  </a:lnTo>
                  <a:lnTo>
                    <a:pt x="6431981" y="432912"/>
                  </a:lnTo>
                  <a:lnTo>
                    <a:pt x="6432107" y="432912"/>
                  </a:lnTo>
                  <a:lnTo>
                    <a:pt x="6432233" y="432912"/>
                  </a:lnTo>
                  <a:lnTo>
                    <a:pt x="6432359" y="432912"/>
                  </a:lnTo>
                  <a:lnTo>
                    <a:pt x="6432485" y="432912"/>
                  </a:lnTo>
                  <a:lnTo>
                    <a:pt x="6432611" y="432912"/>
                  </a:lnTo>
                  <a:lnTo>
                    <a:pt x="6432738" y="432912"/>
                  </a:lnTo>
                  <a:lnTo>
                    <a:pt x="6432864" y="432912"/>
                  </a:lnTo>
                  <a:lnTo>
                    <a:pt x="6432990" y="432912"/>
                  </a:lnTo>
                  <a:lnTo>
                    <a:pt x="6433116" y="432912"/>
                  </a:lnTo>
                  <a:lnTo>
                    <a:pt x="6433242" y="432912"/>
                  </a:lnTo>
                  <a:lnTo>
                    <a:pt x="6433368" y="432912"/>
                  </a:lnTo>
                  <a:lnTo>
                    <a:pt x="6433494" y="432912"/>
                  </a:lnTo>
                  <a:lnTo>
                    <a:pt x="6433620" y="432912"/>
                  </a:lnTo>
                  <a:lnTo>
                    <a:pt x="6433746" y="432912"/>
                  </a:lnTo>
                  <a:lnTo>
                    <a:pt x="6433872" y="432912"/>
                  </a:lnTo>
                  <a:lnTo>
                    <a:pt x="6433998" y="432912"/>
                  </a:lnTo>
                  <a:lnTo>
                    <a:pt x="6434125" y="432912"/>
                  </a:lnTo>
                  <a:lnTo>
                    <a:pt x="6434251" y="432912"/>
                  </a:lnTo>
                  <a:lnTo>
                    <a:pt x="6434377" y="432912"/>
                  </a:lnTo>
                  <a:lnTo>
                    <a:pt x="6434503" y="432912"/>
                  </a:lnTo>
                  <a:lnTo>
                    <a:pt x="6434629" y="432912"/>
                  </a:lnTo>
                  <a:lnTo>
                    <a:pt x="6434755" y="432912"/>
                  </a:lnTo>
                  <a:lnTo>
                    <a:pt x="6434881" y="432912"/>
                  </a:lnTo>
                  <a:lnTo>
                    <a:pt x="6435007" y="432912"/>
                  </a:lnTo>
                  <a:lnTo>
                    <a:pt x="6435133" y="432912"/>
                  </a:lnTo>
                  <a:lnTo>
                    <a:pt x="6435259" y="432912"/>
                  </a:lnTo>
                  <a:lnTo>
                    <a:pt x="6435385" y="432912"/>
                  </a:lnTo>
                  <a:lnTo>
                    <a:pt x="6435511" y="432912"/>
                  </a:lnTo>
                  <a:lnTo>
                    <a:pt x="6435638" y="432912"/>
                  </a:lnTo>
                  <a:lnTo>
                    <a:pt x="6435764" y="432912"/>
                  </a:lnTo>
                  <a:lnTo>
                    <a:pt x="6435890" y="432912"/>
                  </a:lnTo>
                  <a:lnTo>
                    <a:pt x="6436016" y="432912"/>
                  </a:lnTo>
                  <a:lnTo>
                    <a:pt x="6436142" y="432912"/>
                  </a:lnTo>
                  <a:lnTo>
                    <a:pt x="6436268" y="432912"/>
                  </a:lnTo>
                  <a:lnTo>
                    <a:pt x="6436394" y="432912"/>
                  </a:lnTo>
                  <a:lnTo>
                    <a:pt x="6436520" y="432912"/>
                  </a:lnTo>
                  <a:lnTo>
                    <a:pt x="6436646" y="432912"/>
                  </a:lnTo>
                  <a:lnTo>
                    <a:pt x="6436772" y="432912"/>
                  </a:lnTo>
                  <a:lnTo>
                    <a:pt x="6436898" y="432912"/>
                  </a:lnTo>
                  <a:lnTo>
                    <a:pt x="6437025" y="432912"/>
                  </a:lnTo>
                  <a:lnTo>
                    <a:pt x="6437151" y="432912"/>
                  </a:lnTo>
                  <a:lnTo>
                    <a:pt x="6437277" y="432912"/>
                  </a:lnTo>
                  <a:lnTo>
                    <a:pt x="6437403" y="432912"/>
                  </a:lnTo>
                  <a:lnTo>
                    <a:pt x="6437529" y="432912"/>
                  </a:lnTo>
                  <a:lnTo>
                    <a:pt x="6437655" y="432912"/>
                  </a:lnTo>
                  <a:lnTo>
                    <a:pt x="6437781" y="432912"/>
                  </a:lnTo>
                  <a:lnTo>
                    <a:pt x="6437907" y="432912"/>
                  </a:lnTo>
                  <a:lnTo>
                    <a:pt x="6438033" y="432912"/>
                  </a:lnTo>
                  <a:lnTo>
                    <a:pt x="6438159" y="432912"/>
                  </a:lnTo>
                  <a:lnTo>
                    <a:pt x="6438285" y="432912"/>
                  </a:lnTo>
                  <a:lnTo>
                    <a:pt x="6438411" y="432912"/>
                  </a:lnTo>
                  <a:lnTo>
                    <a:pt x="6438538" y="432912"/>
                  </a:lnTo>
                  <a:lnTo>
                    <a:pt x="6438664" y="432912"/>
                  </a:lnTo>
                  <a:lnTo>
                    <a:pt x="6438790" y="432912"/>
                  </a:lnTo>
                  <a:lnTo>
                    <a:pt x="6438916" y="432912"/>
                  </a:lnTo>
                  <a:lnTo>
                    <a:pt x="6439042" y="432912"/>
                  </a:lnTo>
                  <a:lnTo>
                    <a:pt x="6439168" y="432912"/>
                  </a:lnTo>
                  <a:lnTo>
                    <a:pt x="6439294" y="432912"/>
                  </a:lnTo>
                  <a:lnTo>
                    <a:pt x="6439420" y="432912"/>
                  </a:lnTo>
                  <a:lnTo>
                    <a:pt x="6439546" y="432912"/>
                  </a:lnTo>
                  <a:lnTo>
                    <a:pt x="6439672" y="432912"/>
                  </a:lnTo>
                  <a:lnTo>
                    <a:pt x="6439798" y="432912"/>
                  </a:lnTo>
                  <a:lnTo>
                    <a:pt x="6439925" y="432912"/>
                  </a:lnTo>
                  <a:lnTo>
                    <a:pt x="6440051" y="432912"/>
                  </a:lnTo>
                  <a:lnTo>
                    <a:pt x="6440177" y="432912"/>
                  </a:lnTo>
                  <a:lnTo>
                    <a:pt x="6440303" y="432912"/>
                  </a:lnTo>
                  <a:lnTo>
                    <a:pt x="6440429" y="432912"/>
                  </a:lnTo>
                  <a:lnTo>
                    <a:pt x="6440555" y="432912"/>
                  </a:lnTo>
                  <a:lnTo>
                    <a:pt x="6440681" y="432912"/>
                  </a:lnTo>
                  <a:lnTo>
                    <a:pt x="6440807" y="432912"/>
                  </a:lnTo>
                  <a:lnTo>
                    <a:pt x="6440933" y="432912"/>
                  </a:lnTo>
                  <a:lnTo>
                    <a:pt x="6441059" y="432912"/>
                  </a:lnTo>
                  <a:lnTo>
                    <a:pt x="6441185" y="432912"/>
                  </a:lnTo>
                  <a:lnTo>
                    <a:pt x="6441312" y="432912"/>
                  </a:lnTo>
                  <a:lnTo>
                    <a:pt x="6441438" y="432912"/>
                  </a:lnTo>
                  <a:lnTo>
                    <a:pt x="6441564" y="432912"/>
                  </a:lnTo>
                  <a:lnTo>
                    <a:pt x="6441690" y="432912"/>
                  </a:lnTo>
                  <a:lnTo>
                    <a:pt x="6441816" y="432912"/>
                  </a:lnTo>
                  <a:lnTo>
                    <a:pt x="6441942" y="432912"/>
                  </a:lnTo>
                  <a:lnTo>
                    <a:pt x="6442068" y="432912"/>
                  </a:lnTo>
                  <a:lnTo>
                    <a:pt x="6442194" y="432912"/>
                  </a:lnTo>
                  <a:lnTo>
                    <a:pt x="6442320" y="432912"/>
                  </a:lnTo>
                  <a:lnTo>
                    <a:pt x="6442446" y="432912"/>
                  </a:lnTo>
                  <a:lnTo>
                    <a:pt x="6442572" y="432912"/>
                  </a:lnTo>
                  <a:lnTo>
                    <a:pt x="6442698" y="432912"/>
                  </a:lnTo>
                  <a:lnTo>
                    <a:pt x="6442825" y="432912"/>
                  </a:lnTo>
                  <a:lnTo>
                    <a:pt x="6442951" y="432912"/>
                  </a:lnTo>
                  <a:lnTo>
                    <a:pt x="6443077" y="432912"/>
                  </a:lnTo>
                  <a:lnTo>
                    <a:pt x="6443203" y="432912"/>
                  </a:lnTo>
                  <a:lnTo>
                    <a:pt x="6443329" y="432912"/>
                  </a:lnTo>
                  <a:lnTo>
                    <a:pt x="6443455" y="432912"/>
                  </a:lnTo>
                  <a:lnTo>
                    <a:pt x="6443581" y="432912"/>
                  </a:lnTo>
                  <a:lnTo>
                    <a:pt x="6443707" y="432912"/>
                  </a:lnTo>
                  <a:lnTo>
                    <a:pt x="6443707" y="427633"/>
                  </a:lnTo>
                  <a:lnTo>
                    <a:pt x="6443833" y="427633"/>
                  </a:lnTo>
                  <a:lnTo>
                    <a:pt x="6443959" y="427633"/>
                  </a:lnTo>
                  <a:lnTo>
                    <a:pt x="6444085" y="427633"/>
                  </a:lnTo>
                  <a:lnTo>
                    <a:pt x="6444212" y="427633"/>
                  </a:lnTo>
                  <a:lnTo>
                    <a:pt x="6444338" y="427633"/>
                  </a:lnTo>
                  <a:lnTo>
                    <a:pt x="6444464" y="427633"/>
                  </a:lnTo>
                  <a:lnTo>
                    <a:pt x="6444590" y="427633"/>
                  </a:lnTo>
                  <a:lnTo>
                    <a:pt x="6444716" y="427633"/>
                  </a:lnTo>
                  <a:lnTo>
                    <a:pt x="6444842" y="427633"/>
                  </a:lnTo>
                  <a:lnTo>
                    <a:pt x="6444968" y="427633"/>
                  </a:lnTo>
                  <a:lnTo>
                    <a:pt x="6445094" y="427633"/>
                  </a:lnTo>
                  <a:lnTo>
                    <a:pt x="6445220" y="427633"/>
                  </a:lnTo>
                  <a:lnTo>
                    <a:pt x="6445346" y="427633"/>
                  </a:lnTo>
                  <a:lnTo>
                    <a:pt x="6445472" y="427633"/>
                  </a:lnTo>
                  <a:lnTo>
                    <a:pt x="6445598" y="427633"/>
                  </a:lnTo>
                  <a:lnTo>
                    <a:pt x="6445725" y="427633"/>
                  </a:lnTo>
                  <a:lnTo>
                    <a:pt x="6445851" y="427633"/>
                  </a:lnTo>
                  <a:lnTo>
                    <a:pt x="6445977" y="427633"/>
                  </a:lnTo>
                  <a:lnTo>
                    <a:pt x="6446103" y="427633"/>
                  </a:lnTo>
                  <a:lnTo>
                    <a:pt x="6446229" y="427633"/>
                  </a:lnTo>
                  <a:lnTo>
                    <a:pt x="6446355" y="427633"/>
                  </a:lnTo>
                  <a:lnTo>
                    <a:pt x="6446481" y="427633"/>
                  </a:lnTo>
                  <a:lnTo>
                    <a:pt x="6446607" y="427633"/>
                  </a:lnTo>
                  <a:lnTo>
                    <a:pt x="6446733" y="427633"/>
                  </a:lnTo>
                  <a:lnTo>
                    <a:pt x="6446859" y="427633"/>
                  </a:lnTo>
                  <a:lnTo>
                    <a:pt x="6446985" y="427633"/>
                  </a:lnTo>
                  <a:lnTo>
                    <a:pt x="6447112" y="427633"/>
                  </a:lnTo>
                  <a:lnTo>
                    <a:pt x="6447238" y="427633"/>
                  </a:lnTo>
                  <a:lnTo>
                    <a:pt x="6447364" y="427633"/>
                  </a:lnTo>
                  <a:lnTo>
                    <a:pt x="6447490" y="427633"/>
                  </a:lnTo>
                  <a:lnTo>
                    <a:pt x="6447616" y="427633"/>
                  </a:lnTo>
                  <a:lnTo>
                    <a:pt x="6447742" y="427633"/>
                  </a:lnTo>
                  <a:lnTo>
                    <a:pt x="6447868" y="427633"/>
                  </a:lnTo>
                  <a:lnTo>
                    <a:pt x="6447994" y="427633"/>
                  </a:lnTo>
                  <a:lnTo>
                    <a:pt x="6448120" y="427633"/>
                  </a:lnTo>
                  <a:lnTo>
                    <a:pt x="6448246" y="427633"/>
                  </a:lnTo>
                  <a:lnTo>
                    <a:pt x="6448372" y="427633"/>
                  </a:lnTo>
                  <a:lnTo>
                    <a:pt x="6448499" y="427633"/>
                  </a:lnTo>
                  <a:lnTo>
                    <a:pt x="6448625" y="427633"/>
                  </a:lnTo>
                  <a:lnTo>
                    <a:pt x="6448751" y="427633"/>
                  </a:lnTo>
                  <a:lnTo>
                    <a:pt x="6448877" y="427633"/>
                  </a:lnTo>
                  <a:lnTo>
                    <a:pt x="6449003" y="427633"/>
                  </a:lnTo>
                  <a:lnTo>
                    <a:pt x="6449129" y="427633"/>
                  </a:lnTo>
                  <a:lnTo>
                    <a:pt x="6449255" y="427633"/>
                  </a:lnTo>
                  <a:lnTo>
                    <a:pt x="6449381" y="427633"/>
                  </a:lnTo>
                  <a:lnTo>
                    <a:pt x="6449507" y="427633"/>
                  </a:lnTo>
                  <a:lnTo>
                    <a:pt x="6449633" y="427633"/>
                  </a:lnTo>
                  <a:lnTo>
                    <a:pt x="6449759" y="427633"/>
                  </a:lnTo>
                  <a:lnTo>
                    <a:pt x="6449885" y="427633"/>
                  </a:lnTo>
                  <a:lnTo>
                    <a:pt x="6450012" y="427633"/>
                  </a:lnTo>
                  <a:lnTo>
                    <a:pt x="6450138" y="427633"/>
                  </a:lnTo>
                  <a:lnTo>
                    <a:pt x="6450264" y="427633"/>
                  </a:lnTo>
                  <a:lnTo>
                    <a:pt x="6450390" y="427633"/>
                  </a:lnTo>
                  <a:lnTo>
                    <a:pt x="6450516" y="427633"/>
                  </a:lnTo>
                  <a:lnTo>
                    <a:pt x="6450642" y="427633"/>
                  </a:lnTo>
                  <a:lnTo>
                    <a:pt x="6450768" y="427633"/>
                  </a:lnTo>
                  <a:lnTo>
                    <a:pt x="6450894" y="427633"/>
                  </a:lnTo>
                  <a:lnTo>
                    <a:pt x="6451020" y="427633"/>
                  </a:lnTo>
                  <a:lnTo>
                    <a:pt x="6451146" y="427633"/>
                  </a:lnTo>
                  <a:lnTo>
                    <a:pt x="6451272" y="427633"/>
                  </a:lnTo>
                  <a:lnTo>
                    <a:pt x="6451399" y="427633"/>
                  </a:lnTo>
                  <a:lnTo>
                    <a:pt x="6451525" y="427633"/>
                  </a:lnTo>
                  <a:lnTo>
                    <a:pt x="6451651" y="427633"/>
                  </a:lnTo>
                  <a:lnTo>
                    <a:pt x="6451777" y="427633"/>
                  </a:lnTo>
                  <a:lnTo>
                    <a:pt x="6451903" y="427633"/>
                  </a:lnTo>
                  <a:lnTo>
                    <a:pt x="6452029" y="427633"/>
                  </a:lnTo>
                  <a:lnTo>
                    <a:pt x="6452155" y="427633"/>
                  </a:lnTo>
                  <a:lnTo>
                    <a:pt x="6452281" y="427633"/>
                  </a:lnTo>
                  <a:lnTo>
                    <a:pt x="6452407" y="427633"/>
                  </a:lnTo>
                  <a:lnTo>
                    <a:pt x="6452533" y="427633"/>
                  </a:lnTo>
                  <a:lnTo>
                    <a:pt x="6452659" y="427633"/>
                  </a:lnTo>
                  <a:lnTo>
                    <a:pt x="6452785" y="427633"/>
                  </a:lnTo>
                  <a:lnTo>
                    <a:pt x="6452912" y="427633"/>
                  </a:lnTo>
                  <a:lnTo>
                    <a:pt x="6453038" y="427633"/>
                  </a:lnTo>
                  <a:lnTo>
                    <a:pt x="6453164" y="427633"/>
                  </a:lnTo>
                  <a:lnTo>
                    <a:pt x="6453290" y="427633"/>
                  </a:lnTo>
                  <a:lnTo>
                    <a:pt x="6453416" y="427633"/>
                  </a:lnTo>
                  <a:lnTo>
                    <a:pt x="6453542" y="427633"/>
                  </a:lnTo>
                  <a:lnTo>
                    <a:pt x="6453668" y="427633"/>
                  </a:lnTo>
                  <a:lnTo>
                    <a:pt x="6453794" y="427633"/>
                  </a:lnTo>
                  <a:lnTo>
                    <a:pt x="6453920" y="427633"/>
                  </a:lnTo>
                  <a:lnTo>
                    <a:pt x="6454046" y="427633"/>
                  </a:lnTo>
                  <a:lnTo>
                    <a:pt x="6454172" y="427633"/>
                  </a:lnTo>
                  <a:lnTo>
                    <a:pt x="6454299" y="427633"/>
                  </a:lnTo>
                  <a:lnTo>
                    <a:pt x="6454425" y="427633"/>
                  </a:lnTo>
                  <a:lnTo>
                    <a:pt x="6454551" y="427633"/>
                  </a:lnTo>
                  <a:lnTo>
                    <a:pt x="6454677" y="427633"/>
                  </a:lnTo>
                  <a:lnTo>
                    <a:pt x="6454803" y="427633"/>
                  </a:lnTo>
                  <a:lnTo>
                    <a:pt x="6454929" y="427633"/>
                  </a:lnTo>
                  <a:lnTo>
                    <a:pt x="6455055" y="427633"/>
                  </a:lnTo>
                  <a:lnTo>
                    <a:pt x="6455181" y="427633"/>
                  </a:lnTo>
                  <a:lnTo>
                    <a:pt x="6455307" y="427633"/>
                  </a:lnTo>
                  <a:lnTo>
                    <a:pt x="6455433" y="427633"/>
                  </a:lnTo>
                  <a:lnTo>
                    <a:pt x="6455559" y="427633"/>
                  </a:lnTo>
                  <a:lnTo>
                    <a:pt x="6455686" y="427633"/>
                  </a:lnTo>
                  <a:lnTo>
                    <a:pt x="6455812" y="427633"/>
                  </a:lnTo>
                  <a:lnTo>
                    <a:pt x="6455938" y="427633"/>
                  </a:lnTo>
                  <a:lnTo>
                    <a:pt x="6456064" y="427633"/>
                  </a:lnTo>
                  <a:lnTo>
                    <a:pt x="6456190" y="427633"/>
                  </a:lnTo>
                  <a:lnTo>
                    <a:pt x="6456316" y="427633"/>
                  </a:lnTo>
                  <a:lnTo>
                    <a:pt x="6456442" y="427633"/>
                  </a:lnTo>
                  <a:lnTo>
                    <a:pt x="6456568" y="427633"/>
                  </a:lnTo>
                  <a:lnTo>
                    <a:pt x="6456694" y="427633"/>
                  </a:lnTo>
                  <a:lnTo>
                    <a:pt x="6456820" y="427633"/>
                  </a:lnTo>
                  <a:lnTo>
                    <a:pt x="6456946" y="427633"/>
                  </a:lnTo>
                  <a:lnTo>
                    <a:pt x="6457072" y="427633"/>
                  </a:lnTo>
                  <a:lnTo>
                    <a:pt x="6457199" y="427633"/>
                  </a:lnTo>
                  <a:lnTo>
                    <a:pt x="6457325" y="427633"/>
                  </a:lnTo>
                  <a:lnTo>
                    <a:pt x="6457451" y="427633"/>
                  </a:lnTo>
                  <a:lnTo>
                    <a:pt x="6457577" y="427633"/>
                  </a:lnTo>
                  <a:lnTo>
                    <a:pt x="6457703" y="427633"/>
                  </a:lnTo>
                  <a:lnTo>
                    <a:pt x="6457829" y="427633"/>
                  </a:lnTo>
                  <a:lnTo>
                    <a:pt x="6457955" y="427633"/>
                  </a:lnTo>
                  <a:lnTo>
                    <a:pt x="6458081" y="427633"/>
                  </a:lnTo>
                  <a:lnTo>
                    <a:pt x="6458207" y="427633"/>
                  </a:lnTo>
                  <a:lnTo>
                    <a:pt x="6458333" y="427633"/>
                  </a:lnTo>
                  <a:lnTo>
                    <a:pt x="6458459" y="427633"/>
                  </a:lnTo>
                  <a:lnTo>
                    <a:pt x="6458459" y="422353"/>
                  </a:lnTo>
                  <a:lnTo>
                    <a:pt x="6458586" y="422353"/>
                  </a:lnTo>
                  <a:lnTo>
                    <a:pt x="6458712" y="422353"/>
                  </a:lnTo>
                  <a:lnTo>
                    <a:pt x="6458838" y="422353"/>
                  </a:lnTo>
                  <a:lnTo>
                    <a:pt x="6458964" y="422353"/>
                  </a:lnTo>
                  <a:lnTo>
                    <a:pt x="6459090" y="422353"/>
                  </a:lnTo>
                  <a:lnTo>
                    <a:pt x="6459216" y="422353"/>
                  </a:lnTo>
                  <a:lnTo>
                    <a:pt x="6459342" y="422353"/>
                  </a:lnTo>
                  <a:lnTo>
                    <a:pt x="6459468" y="422353"/>
                  </a:lnTo>
                  <a:lnTo>
                    <a:pt x="6459594" y="422353"/>
                  </a:lnTo>
                  <a:lnTo>
                    <a:pt x="6459720" y="422353"/>
                  </a:lnTo>
                  <a:lnTo>
                    <a:pt x="6459846" y="422353"/>
                  </a:lnTo>
                  <a:lnTo>
                    <a:pt x="6459972" y="422353"/>
                  </a:lnTo>
                  <a:lnTo>
                    <a:pt x="6460099" y="422353"/>
                  </a:lnTo>
                  <a:lnTo>
                    <a:pt x="6460225" y="422353"/>
                  </a:lnTo>
                  <a:lnTo>
                    <a:pt x="6460351" y="422353"/>
                  </a:lnTo>
                  <a:lnTo>
                    <a:pt x="6460477" y="422353"/>
                  </a:lnTo>
                  <a:lnTo>
                    <a:pt x="6460603" y="422353"/>
                  </a:lnTo>
                  <a:lnTo>
                    <a:pt x="6460603" y="417074"/>
                  </a:lnTo>
                  <a:lnTo>
                    <a:pt x="6460729" y="417074"/>
                  </a:lnTo>
                  <a:lnTo>
                    <a:pt x="6460855" y="417074"/>
                  </a:lnTo>
                  <a:lnTo>
                    <a:pt x="6460981" y="417074"/>
                  </a:lnTo>
                  <a:lnTo>
                    <a:pt x="6461107" y="417074"/>
                  </a:lnTo>
                  <a:lnTo>
                    <a:pt x="6461233" y="417074"/>
                  </a:lnTo>
                  <a:lnTo>
                    <a:pt x="6461359" y="417074"/>
                  </a:lnTo>
                  <a:lnTo>
                    <a:pt x="6461486" y="417074"/>
                  </a:lnTo>
                  <a:lnTo>
                    <a:pt x="6461612" y="417074"/>
                  </a:lnTo>
                  <a:lnTo>
                    <a:pt x="6461738" y="417074"/>
                  </a:lnTo>
                  <a:lnTo>
                    <a:pt x="6461864" y="417074"/>
                  </a:lnTo>
                  <a:lnTo>
                    <a:pt x="6461990" y="417074"/>
                  </a:lnTo>
                  <a:lnTo>
                    <a:pt x="6462116" y="417074"/>
                  </a:lnTo>
                  <a:lnTo>
                    <a:pt x="6462242" y="417074"/>
                  </a:lnTo>
                  <a:lnTo>
                    <a:pt x="6462368" y="417074"/>
                  </a:lnTo>
                  <a:lnTo>
                    <a:pt x="6462494" y="417074"/>
                  </a:lnTo>
                  <a:lnTo>
                    <a:pt x="6462620" y="417074"/>
                  </a:lnTo>
                  <a:lnTo>
                    <a:pt x="6462746" y="417074"/>
                  </a:lnTo>
                  <a:lnTo>
                    <a:pt x="6462872" y="417074"/>
                  </a:lnTo>
                  <a:lnTo>
                    <a:pt x="6462999" y="417074"/>
                  </a:lnTo>
                  <a:lnTo>
                    <a:pt x="6463125" y="417074"/>
                  </a:lnTo>
                  <a:lnTo>
                    <a:pt x="6463251" y="417074"/>
                  </a:lnTo>
                  <a:lnTo>
                    <a:pt x="6463377" y="417074"/>
                  </a:lnTo>
                  <a:lnTo>
                    <a:pt x="6463503" y="417074"/>
                  </a:lnTo>
                  <a:lnTo>
                    <a:pt x="6463629" y="417074"/>
                  </a:lnTo>
                  <a:lnTo>
                    <a:pt x="6463755" y="417074"/>
                  </a:lnTo>
                  <a:lnTo>
                    <a:pt x="6463881" y="417074"/>
                  </a:lnTo>
                  <a:lnTo>
                    <a:pt x="6464007" y="417074"/>
                  </a:lnTo>
                  <a:lnTo>
                    <a:pt x="6464133" y="417074"/>
                  </a:lnTo>
                  <a:lnTo>
                    <a:pt x="6464259" y="417074"/>
                  </a:lnTo>
                  <a:lnTo>
                    <a:pt x="6464386" y="417074"/>
                  </a:lnTo>
                  <a:lnTo>
                    <a:pt x="6464512" y="417074"/>
                  </a:lnTo>
                  <a:lnTo>
                    <a:pt x="6464638" y="417074"/>
                  </a:lnTo>
                  <a:lnTo>
                    <a:pt x="6464764" y="417074"/>
                  </a:lnTo>
                  <a:lnTo>
                    <a:pt x="6464890" y="417074"/>
                  </a:lnTo>
                  <a:lnTo>
                    <a:pt x="6465016" y="417074"/>
                  </a:lnTo>
                  <a:lnTo>
                    <a:pt x="6465142" y="417074"/>
                  </a:lnTo>
                  <a:lnTo>
                    <a:pt x="6465268" y="417074"/>
                  </a:lnTo>
                  <a:lnTo>
                    <a:pt x="6465394" y="417074"/>
                  </a:lnTo>
                  <a:lnTo>
                    <a:pt x="6465520" y="417074"/>
                  </a:lnTo>
                  <a:lnTo>
                    <a:pt x="6465646" y="417074"/>
                  </a:lnTo>
                  <a:lnTo>
                    <a:pt x="6465773" y="417074"/>
                  </a:lnTo>
                  <a:lnTo>
                    <a:pt x="6465899" y="417074"/>
                  </a:lnTo>
                  <a:lnTo>
                    <a:pt x="6466025" y="417074"/>
                  </a:lnTo>
                  <a:lnTo>
                    <a:pt x="6466151" y="417074"/>
                  </a:lnTo>
                  <a:lnTo>
                    <a:pt x="6466277" y="417074"/>
                  </a:lnTo>
                  <a:lnTo>
                    <a:pt x="6466403" y="417074"/>
                  </a:lnTo>
                  <a:lnTo>
                    <a:pt x="6466529" y="417074"/>
                  </a:lnTo>
                  <a:lnTo>
                    <a:pt x="6466655" y="417074"/>
                  </a:lnTo>
                  <a:lnTo>
                    <a:pt x="6466781" y="417074"/>
                  </a:lnTo>
                  <a:lnTo>
                    <a:pt x="6466907" y="417074"/>
                  </a:lnTo>
                  <a:lnTo>
                    <a:pt x="6467033" y="417074"/>
                  </a:lnTo>
                  <a:lnTo>
                    <a:pt x="6467159" y="417074"/>
                  </a:lnTo>
                  <a:lnTo>
                    <a:pt x="6467286" y="417074"/>
                  </a:lnTo>
                  <a:lnTo>
                    <a:pt x="6467412" y="417074"/>
                  </a:lnTo>
                  <a:lnTo>
                    <a:pt x="6467538" y="417074"/>
                  </a:lnTo>
                  <a:lnTo>
                    <a:pt x="6467664" y="417074"/>
                  </a:lnTo>
                  <a:lnTo>
                    <a:pt x="6467790" y="417074"/>
                  </a:lnTo>
                  <a:lnTo>
                    <a:pt x="6467916" y="417074"/>
                  </a:lnTo>
                  <a:lnTo>
                    <a:pt x="6468042" y="417074"/>
                  </a:lnTo>
                  <a:lnTo>
                    <a:pt x="6468168" y="417074"/>
                  </a:lnTo>
                  <a:lnTo>
                    <a:pt x="6468294" y="417074"/>
                  </a:lnTo>
                  <a:lnTo>
                    <a:pt x="6468420" y="417074"/>
                  </a:lnTo>
                  <a:lnTo>
                    <a:pt x="6468546" y="417074"/>
                  </a:lnTo>
                  <a:lnTo>
                    <a:pt x="6468673" y="417074"/>
                  </a:lnTo>
                  <a:lnTo>
                    <a:pt x="6468799" y="417074"/>
                  </a:lnTo>
                  <a:lnTo>
                    <a:pt x="6468925" y="417074"/>
                  </a:lnTo>
                  <a:lnTo>
                    <a:pt x="6469051" y="417074"/>
                  </a:lnTo>
                  <a:lnTo>
                    <a:pt x="6469177" y="417074"/>
                  </a:lnTo>
                  <a:lnTo>
                    <a:pt x="6469303" y="417074"/>
                  </a:lnTo>
                  <a:lnTo>
                    <a:pt x="6469429" y="417074"/>
                  </a:lnTo>
                  <a:lnTo>
                    <a:pt x="6469555" y="417074"/>
                  </a:lnTo>
                  <a:lnTo>
                    <a:pt x="6469681" y="417074"/>
                  </a:lnTo>
                  <a:lnTo>
                    <a:pt x="6469807" y="417074"/>
                  </a:lnTo>
                  <a:lnTo>
                    <a:pt x="6469933" y="417074"/>
                  </a:lnTo>
                  <a:lnTo>
                    <a:pt x="6470059" y="417074"/>
                  </a:lnTo>
                  <a:lnTo>
                    <a:pt x="6470186" y="417074"/>
                  </a:lnTo>
                  <a:lnTo>
                    <a:pt x="6470312" y="417074"/>
                  </a:lnTo>
                  <a:lnTo>
                    <a:pt x="6470438" y="417074"/>
                  </a:lnTo>
                  <a:lnTo>
                    <a:pt x="6470564" y="417074"/>
                  </a:lnTo>
                  <a:lnTo>
                    <a:pt x="6470690" y="417074"/>
                  </a:lnTo>
                  <a:lnTo>
                    <a:pt x="6470816" y="417074"/>
                  </a:lnTo>
                  <a:lnTo>
                    <a:pt x="6470942" y="417074"/>
                  </a:lnTo>
                  <a:lnTo>
                    <a:pt x="6471068" y="417074"/>
                  </a:lnTo>
                  <a:lnTo>
                    <a:pt x="6471194" y="417074"/>
                  </a:lnTo>
                  <a:lnTo>
                    <a:pt x="6471320" y="417074"/>
                  </a:lnTo>
                  <a:lnTo>
                    <a:pt x="6471446" y="417074"/>
                  </a:lnTo>
                  <a:lnTo>
                    <a:pt x="6471573" y="417074"/>
                  </a:lnTo>
                  <a:lnTo>
                    <a:pt x="6471699" y="417074"/>
                  </a:lnTo>
                  <a:lnTo>
                    <a:pt x="6471825" y="417074"/>
                  </a:lnTo>
                  <a:lnTo>
                    <a:pt x="6471951" y="417074"/>
                  </a:lnTo>
                  <a:lnTo>
                    <a:pt x="6472077" y="417074"/>
                  </a:lnTo>
                  <a:lnTo>
                    <a:pt x="6472203" y="417074"/>
                  </a:lnTo>
                  <a:lnTo>
                    <a:pt x="6472329" y="417074"/>
                  </a:lnTo>
                  <a:lnTo>
                    <a:pt x="6472455" y="417074"/>
                  </a:lnTo>
                  <a:lnTo>
                    <a:pt x="6472581" y="417074"/>
                  </a:lnTo>
                  <a:lnTo>
                    <a:pt x="6472707" y="417074"/>
                  </a:lnTo>
                  <a:lnTo>
                    <a:pt x="6472833" y="417074"/>
                  </a:lnTo>
                  <a:lnTo>
                    <a:pt x="6472960" y="417074"/>
                  </a:lnTo>
                  <a:lnTo>
                    <a:pt x="6473086" y="417074"/>
                  </a:lnTo>
                  <a:lnTo>
                    <a:pt x="6473212" y="417074"/>
                  </a:lnTo>
                  <a:lnTo>
                    <a:pt x="6473338" y="417074"/>
                  </a:lnTo>
                  <a:lnTo>
                    <a:pt x="6473464" y="417074"/>
                  </a:lnTo>
                  <a:lnTo>
                    <a:pt x="6473590" y="417074"/>
                  </a:lnTo>
                  <a:lnTo>
                    <a:pt x="6473716" y="417074"/>
                  </a:lnTo>
                  <a:lnTo>
                    <a:pt x="6473842" y="417074"/>
                  </a:lnTo>
                  <a:lnTo>
                    <a:pt x="6473968" y="417074"/>
                  </a:lnTo>
                  <a:lnTo>
                    <a:pt x="6474094" y="417074"/>
                  </a:lnTo>
                  <a:lnTo>
                    <a:pt x="6474220" y="417074"/>
                  </a:lnTo>
                  <a:lnTo>
                    <a:pt x="6474346" y="417074"/>
                  </a:lnTo>
                  <a:lnTo>
                    <a:pt x="6474473" y="417074"/>
                  </a:lnTo>
                  <a:lnTo>
                    <a:pt x="6474599" y="417074"/>
                  </a:lnTo>
                  <a:lnTo>
                    <a:pt x="6474725" y="417074"/>
                  </a:lnTo>
                  <a:lnTo>
                    <a:pt x="6474851" y="417074"/>
                  </a:lnTo>
                  <a:lnTo>
                    <a:pt x="6474977" y="417074"/>
                  </a:lnTo>
                  <a:lnTo>
                    <a:pt x="6475103" y="417074"/>
                  </a:lnTo>
                  <a:lnTo>
                    <a:pt x="6475229" y="417074"/>
                  </a:lnTo>
                  <a:lnTo>
                    <a:pt x="6475355" y="417074"/>
                  </a:lnTo>
                  <a:lnTo>
                    <a:pt x="6475481" y="417074"/>
                  </a:lnTo>
                  <a:lnTo>
                    <a:pt x="6475607" y="417074"/>
                  </a:lnTo>
                  <a:lnTo>
                    <a:pt x="6475733" y="417074"/>
                  </a:lnTo>
                  <a:lnTo>
                    <a:pt x="6475860" y="417074"/>
                  </a:lnTo>
                  <a:lnTo>
                    <a:pt x="6475986" y="417074"/>
                  </a:lnTo>
                  <a:lnTo>
                    <a:pt x="6476112" y="417074"/>
                  </a:lnTo>
                  <a:lnTo>
                    <a:pt x="6476238" y="417074"/>
                  </a:lnTo>
                  <a:lnTo>
                    <a:pt x="6476364" y="417074"/>
                  </a:lnTo>
                  <a:lnTo>
                    <a:pt x="6476490" y="417074"/>
                  </a:lnTo>
                  <a:lnTo>
                    <a:pt x="6476616" y="417074"/>
                  </a:lnTo>
                  <a:lnTo>
                    <a:pt x="6476742" y="417074"/>
                  </a:lnTo>
                  <a:lnTo>
                    <a:pt x="6476868" y="417074"/>
                  </a:lnTo>
                  <a:lnTo>
                    <a:pt x="6476994" y="417074"/>
                  </a:lnTo>
                  <a:lnTo>
                    <a:pt x="6477120" y="417074"/>
                  </a:lnTo>
                  <a:lnTo>
                    <a:pt x="6477246" y="417074"/>
                  </a:lnTo>
                  <a:lnTo>
                    <a:pt x="6477373" y="417074"/>
                  </a:lnTo>
                  <a:lnTo>
                    <a:pt x="6477499" y="417074"/>
                  </a:lnTo>
                  <a:lnTo>
                    <a:pt x="6477625" y="417074"/>
                  </a:lnTo>
                  <a:lnTo>
                    <a:pt x="6477751" y="417074"/>
                  </a:lnTo>
                  <a:lnTo>
                    <a:pt x="6477877" y="417074"/>
                  </a:lnTo>
                  <a:lnTo>
                    <a:pt x="6478003" y="417074"/>
                  </a:lnTo>
                  <a:lnTo>
                    <a:pt x="6478129" y="417074"/>
                  </a:lnTo>
                  <a:lnTo>
                    <a:pt x="6478255" y="417074"/>
                  </a:lnTo>
                  <a:lnTo>
                    <a:pt x="6478381" y="417074"/>
                  </a:lnTo>
                  <a:lnTo>
                    <a:pt x="6478507" y="417074"/>
                  </a:lnTo>
                  <a:lnTo>
                    <a:pt x="6478633" y="417074"/>
                  </a:lnTo>
                  <a:lnTo>
                    <a:pt x="6478760" y="417074"/>
                  </a:lnTo>
                  <a:lnTo>
                    <a:pt x="6478886" y="417074"/>
                  </a:lnTo>
                  <a:lnTo>
                    <a:pt x="6479012" y="417074"/>
                  </a:lnTo>
                  <a:lnTo>
                    <a:pt x="6479138" y="417074"/>
                  </a:lnTo>
                  <a:lnTo>
                    <a:pt x="6479264" y="417074"/>
                  </a:lnTo>
                  <a:lnTo>
                    <a:pt x="6479390" y="417074"/>
                  </a:lnTo>
                  <a:lnTo>
                    <a:pt x="6479516" y="417074"/>
                  </a:lnTo>
                  <a:lnTo>
                    <a:pt x="6479642" y="417074"/>
                  </a:lnTo>
                  <a:lnTo>
                    <a:pt x="6479768" y="417074"/>
                  </a:lnTo>
                  <a:lnTo>
                    <a:pt x="6479894" y="417074"/>
                  </a:lnTo>
                  <a:lnTo>
                    <a:pt x="6480020" y="417074"/>
                  </a:lnTo>
                  <a:lnTo>
                    <a:pt x="6480146" y="417074"/>
                  </a:lnTo>
                  <a:lnTo>
                    <a:pt x="6480273" y="417074"/>
                  </a:lnTo>
                  <a:lnTo>
                    <a:pt x="6480399" y="417074"/>
                  </a:lnTo>
                  <a:lnTo>
                    <a:pt x="6480525" y="417074"/>
                  </a:lnTo>
                  <a:lnTo>
                    <a:pt x="6480651" y="417074"/>
                  </a:lnTo>
                  <a:lnTo>
                    <a:pt x="6480777" y="417074"/>
                  </a:lnTo>
                  <a:lnTo>
                    <a:pt x="6480903" y="417074"/>
                  </a:lnTo>
                  <a:lnTo>
                    <a:pt x="6481029" y="417074"/>
                  </a:lnTo>
                  <a:lnTo>
                    <a:pt x="6481155" y="417074"/>
                  </a:lnTo>
                  <a:lnTo>
                    <a:pt x="6481281" y="417074"/>
                  </a:lnTo>
                  <a:lnTo>
                    <a:pt x="6481407" y="417074"/>
                  </a:lnTo>
                  <a:lnTo>
                    <a:pt x="6481533" y="417074"/>
                  </a:lnTo>
                  <a:lnTo>
                    <a:pt x="6481660" y="417074"/>
                  </a:lnTo>
                  <a:lnTo>
                    <a:pt x="6481786" y="417074"/>
                  </a:lnTo>
                  <a:lnTo>
                    <a:pt x="6481912" y="417074"/>
                  </a:lnTo>
                  <a:lnTo>
                    <a:pt x="6482038" y="417074"/>
                  </a:lnTo>
                  <a:lnTo>
                    <a:pt x="6482038" y="411794"/>
                  </a:lnTo>
                  <a:lnTo>
                    <a:pt x="6482164" y="411794"/>
                  </a:lnTo>
                  <a:lnTo>
                    <a:pt x="6482290" y="411794"/>
                  </a:lnTo>
                  <a:lnTo>
                    <a:pt x="6482416" y="411794"/>
                  </a:lnTo>
                  <a:lnTo>
                    <a:pt x="6482542" y="411794"/>
                  </a:lnTo>
                  <a:lnTo>
                    <a:pt x="6482668" y="411794"/>
                  </a:lnTo>
                  <a:lnTo>
                    <a:pt x="6482794" y="411794"/>
                  </a:lnTo>
                  <a:lnTo>
                    <a:pt x="6482920" y="411794"/>
                  </a:lnTo>
                  <a:lnTo>
                    <a:pt x="6483047" y="411794"/>
                  </a:lnTo>
                  <a:lnTo>
                    <a:pt x="6483173" y="411794"/>
                  </a:lnTo>
                  <a:lnTo>
                    <a:pt x="6483299" y="411794"/>
                  </a:lnTo>
                  <a:lnTo>
                    <a:pt x="6483425" y="411794"/>
                  </a:lnTo>
                  <a:lnTo>
                    <a:pt x="6483551" y="411794"/>
                  </a:lnTo>
                  <a:lnTo>
                    <a:pt x="6483677" y="411794"/>
                  </a:lnTo>
                  <a:lnTo>
                    <a:pt x="6483803" y="411794"/>
                  </a:lnTo>
                  <a:lnTo>
                    <a:pt x="6483929" y="411794"/>
                  </a:lnTo>
                  <a:lnTo>
                    <a:pt x="6484055" y="411794"/>
                  </a:lnTo>
                  <a:lnTo>
                    <a:pt x="6484181" y="411794"/>
                  </a:lnTo>
                  <a:lnTo>
                    <a:pt x="6484307" y="411794"/>
                  </a:lnTo>
                  <a:lnTo>
                    <a:pt x="6484433" y="411794"/>
                  </a:lnTo>
                  <a:lnTo>
                    <a:pt x="6484560" y="411794"/>
                  </a:lnTo>
                  <a:lnTo>
                    <a:pt x="6484686" y="411794"/>
                  </a:lnTo>
                  <a:lnTo>
                    <a:pt x="6484812" y="411794"/>
                  </a:lnTo>
                  <a:lnTo>
                    <a:pt x="6484938" y="411794"/>
                  </a:lnTo>
                  <a:lnTo>
                    <a:pt x="6485064" y="411794"/>
                  </a:lnTo>
                  <a:lnTo>
                    <a:pt x="6485190" y="411794"/>
                  </a:lnTo>
                  <a:lnTo>
                    <a:pt x="6485316" y="411794"/>
                  </a:lnTo>
                  <a:lnTo>
                    <a:pt x="6485442" y="411794"/>
                  </a:lnTo>
                  <a:lnTo>
                    <a:pt x="6485568" y="411794"/>
                  </a:lnTo>
                  <a:lnTo>
                    <a:pt x="6485694" y="411794"/>
                  </a:lnTo>
                  <a:lnTo>
                    <a:pt x="6485820" y="411794"/>
                  </a:lnTo>
                  <a:lnTo>
                    <a:pt x="6485947" y="411794"/>
                  </a:lnTo>
                  <a:lnTo>
                    <a:pt x="6486073" y="411794"/>
                  </a:lnTo>
                  <a:lnTo>
                    <a:pt x="6486199" y="411794"/>
                  </a:lnTo>
                  <a:lnTo>
                    <a:pt x="6486325" y="411794"/>
                  </a:lnTo>
                  <a:lnTo>
                    <a:pt x="6486451" y="411794"/>
                  </a:lnTo>
                  <a:lnTo>
                    <a:pt x="6486577" y="411794"/>
                  </a:lnTo>
                  <a:lnTo>
                    <a:pt x="6486703" y="411794"/>
                  </a:lnTo>
                  <a:lnTo>
                    <a:pt x="6486829" y="411794"/>
                  </a:lnTo>
                  <a:lnTo>
                    <a:pt x="6486955" y="411794"/>
                  </a:lnTo>
                  <a:lnTo>
                    <a:pt x="6487081" y="411794"/>
                  </a:lnTo>
                  <a:lnTo>
                    <a:pt x="6487207" y="411794"/>
                  </a:lnTo>
                  <a:lnTo>
                    <a:pt x="6487333" y="411794"/>
                  </a:lnTo>
                  <a:lnTo>
                    <a:pt x="6487460" y="411794"/>
                  </a:lnTo>
                  <a:lnTo>
                    <a:pt x="6487586" y="411794"/>
                  </a:lnTo>
                  <a:lnTo>
                    <a:pt x="6487712" y="411794"/>
                  </a:lnTo>
                  <a:lnTo>
                    <a:pt x="6487838" y="411794"/>
                  </a:lnTo>
                  <a:lnTo>
                    <a:pt x="6487964" y="411794"/>
                  </a:lnTo>
                  <a:lnTo>
                    <a:pt x="6488090" y="411794"/>
                  </a:lnTo>
                  <a:lnTo>
                    <a:pt x="6488216" y="411794"/>
                  </a:lnTo>
                  <a:lnTo>
                    <a:pt x="6488342" y="411794"/>
                  </a:lnTo>
                  <a:lnTo>
                    <a:pt x="6488468" y="411794"/>
                  </a:lnTo>
                  <a:lnTo>
                    <a:pt x="6488594" y="411794"/>
                  </a:lnTo>
                  <a:lnTo>
                    <a:pt x="6488720" y="411794"/>
                  </a:lnTo>
                  <a:lnTo>
                    <a:pt x="6488847" y="411794"/>
                  </a:lnTo>
                  <a:lnTo>
                    <a:pt x="6488973" y="411794"/>
                  </a:lnTo>
                  <a:lnTo>
                    <a:pt x="6489099" y="411794"/>
                  </a:lnTo>
                  <a:lnTo>
                    <a:pt x="6489225" y="411794"/>
                  </a:lnTo>
                  <a:lnTo>
                    <a:pt x="6489351" y="411794"/>
                  </a:lnTo>
                  <a:lnTo>
                    <a:pt x="6489477" y="411794"/>
                  </a:lnTo>
                  <a:lnTo>
                    <a:pt x="6489603" y="411794"/>
                  </a:lnTo>
                  <a:lnTo>
                    <a:pt x="6489729" y="411794"/>
                  </a:lnTo>
                  <a:lnTo>
                    <a:pt x="6489855" y="411794"/>
                  </a:lnTo>
                  <a:lnTo>
                    <a:pt x="6489981" y="411794"/>
                  </a:lnTo>
                  <a:lnTo>
                    <a:pt x="6490107" y="411794"/>
                  </a:lnTo>
                  <a:lnTo>
                    <a:pt x="6490234" y="411794"/>
                  </a:lnTo>
                  <a:lnTo>
                    <a:pt x="6490360" y="411794"/>
                  </a:lnTo>
                  <a:lnTo>
                    <a:pt x="6490486" y="411794"/>
                  </a:lnTo>
                  <a:lnTo>
                    <a:pt x="6490612" y="411794"/>
                  </a:lnTo>
                  <a:lnTo>
                    <a:pt x="6490738" y="411794"/>
                  </a:lnTo>
                  <a:lnTo>
                    <a:pt x="6490864" y="411794"/>
                  </a:lnTo>
                  <a:lnTo>
                    <a:pt x="6490990" y="411794"/>
                  </a:lnTo>
                  <a:lnTo>
                    <a:pt x="6491116" y="411794"/>
                  </a:lnTo>
                  <a:lnTo>
                    <a:pt x="6491242" y="411794"/>
                  </a:lnTo>
                  <a:lnTo>
                    <a:pt x="6491368" y="411794"/>
                  </a:lnTo>
                  <a:lnTo>
                    <a:pt x="6491494" y="411794"/>
                  </a:lnTo>
                  <a:lnTo>
                    <a:pt x="6491620" y="411794"/>
                  </a:lnTo>
                  <a:lnTo>
                    <a:pt x="6491747" y="411794"/>
                  </a:lnTo>
                  <a:lnTo>
                    <a:pt x="6491873" y="411794"/>
                  </a:lnTo>
                  <a:lnTo>
                    <a:pt x="6491999" y="411794"/>
                  </a:lnTo>
                  <a:lnTo>
                    <a:pt x="6492125" y="411794"/>
                  </a:lnTo>
                  <a:lnTo>
                    <a:pt x="6492251" y="411794"/>
                  </a:lnTo>
                  <a:lnTo>
                    <a:pt x="6492377" y="411794"/>
                  </a:lnTo>
                  <a:lnTo>
                    <a:pt x="6492503" y="411794"/>
                  </a:lnTo>
                  <a:lnTo>
                    <a:pt x="6492629" y="411794"/>
                  </a:lnTo>
                  <a:lnTo>
                    <a:pt x="6492755" y="411794"/>
                  </a:lnTo>
                  <a:lnTo>
                    <a:pt x="6492881" y="411794"/>
                  </a:lnTo>
                  <a:lnTo>
                    <a:pt x="6493007" y="411794"/>
                  </a:lnTo>
                  <a:lnTo>
                    <a:pt x="6493134" y="411794"/>
                  </a:lnTo>
                  <a:lnTo>
                    <a:pt x="6493260" y="411794"/>
                  </a:lnTo>
                  <a:lnTo>
                    <a:pt x="6493386" y="411794"/>
                  </a:lnTo>
                  <a:lnTo>
                    <a:pt x="6493512" y="411794"/>
                  </a:lnTo>
                  <a:lnTo>
                    <a:pt x="6493638" y="411794"/>
                  </a:lnTo>
                  <a:lnTo>
                    <a:pt x="6493764" y="411794"/>
                  </a:lnTo>
                  <a:lnTo>
                    <a:pt x="6493890" y="411794"/>
                  </a:lnTo>
                  <a:lnTo>
                    <a:pt x="6494016" y="411794"/>
                  </a:lnTo>
                  <a:lnTo>
                    <a:pt x="6494142" y="411794"/>
                  </a:lnTo>
                  <a:lnTo>
                    <a:pt x="6494268" y="411794"/>
                  </a:lnTo>
                  <a:lnTo>
                    <a:pt x="6494394" y="411794"/>
                  </a:lnTo>
                  <a:lnTo>
                    <a:pt x="6494520" y="411794"/>
                  </a:lnTo>
                  <a:lnTo>
                    <a:pt x="6494647" y="411794"/>
                  </a:lnTo>
                  <a:lnTo>
                    <a:pt x="6494773" y="411794"/>
                  </a:lnTo>
                  <a:lnTo>
                    <a:pt x="6494899" y="411794"/>
                  </a:lnTo>
                  <a:lnTo>
                    <a:pt x="6495025" y="411794"/>
                  </a:lnTo>
                  <a:lnTo>
                    <a:pt x="6495151" y="411794"/>
                  </a:lnTo>
                  <a:lnTo>
                    <a:pt x="6495277" y="411794"/>
                  </a:lnTo>
                  <a:lnTo>
                    <a:pt x="6495403" y="411794"/>
                  </a:lnTo>
                  <a:lnTo>
                    <a:pt x="6495529" y="411794"/>
                  </a:lnTo>
                  <a:lnTo>
                    <a:pt x="6495655" y="411794"/>
                  </a:lnTo>
                  <a:lnTo>
                    <a:pt x="6495781" y="411794"/>
                  </a:lnTo>
                  <a:lnTo>
                    <a:pt x="6495907" y="411794"/>
                  </a:lnTo>
                  <a:lnTo>
                    <a:pt x="6496034" y="411794"/>
                  </a:lnTo>
                  <a:lnTo>
                    <a:pt x="6496160" y="411794"/>
                  </a:lnTo>
                  <a:lnTo>
                    <a:pt x="6496286" y="411794"/>
                  </a:lnTo>
                  <a:lnTo>
                    <a:pt x="6496412" y="411794"/>
                  </a:lnTo>
                  <a:lnTo>
                    <a:pt x="6496538" y="411794"/>
                  </a:lnTo>
                  <a:lnTo>
                    <a:pt x="6496664" y="411794"/>
                  </a:lnTo>
                  <a:lnTo>
                    <a:pt x="6496790" y="411794"/>
                  </a:lnTo>
                  <a:lnTo>
                    <a:pt x="6496916" y="411794"/>
                  </a:lnTo>
                  <a:lnTo>
                    <a:pt x="6497042" y="411794"/>
                  </a:lnTo>
                  <a:lnTo>
                    <a:pt x="6497168" y="411794"/>
                  </a:lnTo>
                  <a:lnTo>
                    <a:pt x="6497294" y="411794"/>
                  </a:lnTo>
                  <a:lnTo>
                    <a:pt x="6497421" y="411794"/>
                  </a:lnTo>
                  <a:lnTo>
                    <a:pt x="6497547" y="411794"/>
                  </a:lnTo>
                  <a:lnTo>
                    <a:pt x="6497673" y="411794"/>
                  </a:lnTo>
                  <a:lnTo>
                    <a:pt x="6497799" y="411794"/>
                  </a:lnTo>
                  <a:lnTo>
                    <a:pt x="6497925" y="411794"/>
                  </a:lnTo>
                  <a:lnTo>
                    <a:pt x="6498051" y="411794"/>
                  </a:lnTo>
                  <a:lnTo>
                    <a:pt x="6498177" y="411794"/>
                  </a:lnTo>
                  <a:lnTo>
                    <a:pt x="6498303" y="411794"/>
                  </a:lnTo>
                  <a:lnTo>
                    <a:pt x="6498429" y="411794"/>
                  </a:lnTo>
                  <a:lnTo>
                    <a:pt x="6498555" y="411794"/>
                  </a:lnTo>
                  <a:lnTo>
                    <a:pt x="6498681" y="411794"/>
                  </a:lnTo>
                  <a:lnTo>
                    <a:pt x="6498807" y="411794"/>
                  </a:lnTo>
                  <a:lnTo>
                    <a:pt x="6498934" y="411794"/>
                  </a:lnTo>
                  <a:lnTo>
                    <a:pt x="6499060" y="411794"/>
                  </a:lnTo>
                  <a:lnTo>
                    <a:pt x="6499186" y="411794"/>
                  </a:lnTo>
                  <a:lnTo>
                    <a:pt x="6499312" y="411794"/>
                  </a:lnTo>
                  <a:lnTo>
                    <a:pt x="6499438" y="411794"/>
                  </a:lnTo>
                  <a:lnTo>
                    <a:pt x="6499564" y="411794"/>
                  </a:lnTo>
                  <a:lnTo>
                    <a:pt x="6499690" y="411794"/>
                  </a:lnTo>
                  <a:lnTo>
                    <a:pt x="6499816" y="411794"/>
                  </a:lnTo>
                  <a:lnTo>
                    <a:pt x="6499942" y="411794"/>
                  </a:lnTo>
                  <a:lnTo>
                    <a:pt x="6500068" y="411794"/>
                  </a:lnTo>
                  <a:lnTo>
                    <a:pt x="6500194" y="411794"/>
                  </a:lnTo>
                  <a:lnTo>
                    <a:pt x="6500321" y="411794"/>
                  </a:lnTo>
                  <a:lnTo>
                    <a:pt x="6500447" y="411794"/>
                  </a:lnTo>
                  <a:lnTo>
                    <a:pt x="6500573" y="411794"/>
                  </a:lnTo>
                  <a:lnTo>
                    <a:pt x="6500699" y="411794"/>
                  </a:lnTo>
                  <a:lnTo>
                    <a:pt x="6500825" y="411794"/>
                  </a:lnTo>
                  <a:lnTo>
                    <a:pt x="6500951" y="411794"/>
                  </a:lnTo>
                  <a:lnTo>
                    <a:pt x="6501077" y="411794"/>
                  </a:lnTo>
                  <a:lnTo>
                    <a:pt x="6501203" y="411794"/>
                  </a:lnTo>
                  <a:lnTo>
                    <a:pt x="6501329" y="411794"/>
                  </a:lnTo>
                  <a:lnTo>
                    <a:pt x="6501455" y="411794"/>
                  </a:lnTo>
                  <a:lnTo>
                    <a:pt x="6501581" y="411794"/>
                  </a:lnTo>
                  <a:lnTo>
                    <a:pt x="6501707" y="411794"/>
                  </a:lnTo>
                  <a:lnTo>
                    <a:pt x="6501834" y="411794"/>
                  </a:lnTo>
                  <a:lnTo>
                    <a:pt x="6501960" y="411794"/>
                  </a:lnTo>
                  <a:lnTo>
                    <a:pt x="6502086" y="411794"/>
                  </a:lnTo>
                  <a:lnTo>
                    <a:pt x="6502212" y="411794"/>
                  </a:lnTo>
                  <a:lnTo>
                    <a:pt x="6502338" y="411794"/>
                  </a:lnTo>
                  <a:lnTo>
                    <a:pt x="6502464" y="411794"/>
                  </a:lnTo>
                  <a:lnTo>
                    <a:pt x="6502590" y="411794"/>
                  </a:lnTo>
                  <a:lnTo>
                    <a:pt x="6502716" y="411794"/>
                  </a:lnTo>
                  <a:lnTo>
                    <a:pt x="6502842" y="411794"/>
                  </a:lnTo>
                  <a:lnTo>
                    <a:pt x="6502968" y="411794"/>
                  </a:lnTo>
                  <a:lnTo>
                    <a:pt x="6503094" y="411794"/>
                  </a:lnTo>
                  <a:lnTo>
                    <a:pt x="6503221" y="411794"/>
                  </a:lnTo>
                  <a:lnTo>
                    <a:pt x="6503347" y="411794"/>
                  </a:lnTo>
                  <a:lnTo>
                    <a:pt x="6503473" y="411794"/>
                  </a:lnTo>
                  <a:lnTo>
                    <a:pt x="6503599" y="411794"/>
                  </a:lnTo>
                  <a:lnTo>
                    <a:pt x="6503725" y="411794"/>
                  </a:lnTo>
                  <a:lnTo>
                    <a:pt x="6503851" y="411794"/>
                  </a:lnTo>
                  <a:lnTo>
                    <a:pt x="6503977" y="411794"/>
                  </a:lnTo>
                  <a:lnTo>
                    <a:pt x="6504103" y="411794"/>
                  </a:lnTo>
                  <a:lnTo>
                    <a:pt x="6504229" y="411794"/>
                  </a:lnTo>
                  <a:lnTo>
                    <a:pt x="6504355" y="411794"/>
                  </a:lnTo>
                  <a:lnTo>
                    <a:pt x="6504481" y="411794"/>
                  </a:lnTo>
                  <a:lnTo>
                    <a:pt x="6504607" y="411794"/>
                  </a:lnTo>
                  <a:lnTo>
                    <a:pt x="6504607" y="406515"/>
                  </a:lnTo>
                  <a:lnTo>
                    <a:pt x="6504734" y="406515"/>
                  </a:lnTo>
                  <a:lnTo>
                    <a:pt x="6504860" y="406515"/>
                  </a:lnTo>
                  <a:lnTo>
                    <a:pt x="6504986" y="406515"/>
                  </a:lnTo>
                  <a:lnTo>
                    <a:pt x="6505112" y="406515"/>
                  </a:lnTo>
                  <a:lnTo>
                    <a:pt x="6505238" y="406515"/>
                  </a:lnTo>
                  <a:lnTo>
                    <a:pt x="6505364" y="406515"/>
                  </a:lnTo>
                  <a:lnTo>
                    <a:pt x="6505490" y="406515"/>
                  </a:lnTo>
                  <a:lnTo>
                    <a:pt x="6505616" y="406515"/>
                  </a:lnTo>
                  <a:lnTo>
                    <a:pt x="6505742" y="406515"/>
                  </a:lnTo>
                  <a:lnTo>
                    <a:pt x="6505868" y="406515"/>
                  </a:lnTo>
                  <a:lnTo>
                    <a:pt x="6505994" y="406515"/>
                  </a:lnTo>
                  <a:lnTo>
                    <a:pt x="6506121" y="406515"/>
                  </a:lnTo>
                  <a:lnTo>
                    <a:pt x="6506247" y="406515"/>
                  </a:lnTo>
                  <a:lnTo>
                    <a:pt x="6506373" y="406515"/>
                  </a:lnTo>
                  <a:lnTo>
                    <a:pt x="6506499" y="406515"/>
                  </a:lnTo>
                  <a:lnTo>
                    <a:pt x="6506625" y="406515"/>
                  </a:lnTo>
                  <a:lnTo>
                    <a:pt x="6506751" y="406515"/>
                  </a:lnTo>
                  <a:lnTo>
                    <a:pt x="6506877" y="406515"/>
                  </a:lnTo>
                  <a:lnTo>
                    <a:pt x="6507003" y="406515"/>
                  </a:lnTo>
                  <a:lnTo>
                    <a:pt x="6507129" y="406515"/>
                  </a:lnTo>
                  <a:lnTo>
                    <a:pt x="6507255" y="406515"/>
                  </a:lnTo>
                  <a:lnTo>
                    <a:pt x="6507381" y="406515"/>
                  </a:lnTo>
                  <a:lnTo>
                    <a:pt x="6507508" y="406515"/>
                  </a:lnTo>
                  <a:lnTo>
                    <a:pt x="6507634" y="406515"/>
                  </a:lnTo>
                  <a:lnTo>
                    <a:pt x="6507760" y="406515"/>
                  </a:lnTo>
                  <a:lnTo>
                    <a:pt x="6507886" y="406515"/>
                  </a:lnTo>
                  <a:lnTo>
                    <a:pt x="6508012" y="406515"/>
                  </a:lnTo>
                  <a:lnTo>
                    <a:pt x="6508138" y="406515"/>
                  </a:lnTo>
                  <a:lnTo>
                    <a:pt x="6508264" y="406515"/>
                  </a:lnTo>
                  <a:lnTo>
                    <a:pt x="6508390" y="406515"/>
                  </a:lnTo>
                  <a:lnTo>
                    <a:pt x="6508516" y="406515"/>
                  </a:lnTo>
                  <a:lnTo>
                    <a:pt x="6508642" y="406515"/>
                  </a:lnTo>
                  <a:lnTo>
                    <a:pt x="6508768" y="406515"/>
                  </a:lnTo>
                  <a:lnTo>
                    <a:pt x="6508894" y="406515"/>
                  </a:lnTo>
                  <a:lnTo>
                    <a:pt x="6509021" y="406515"/>
                  </a:lnTo>
                  <a:lnTo>
                    <a:pt x="6509147" y="406515"/>
                  </a:lnTo>
                  <a:lnTo>
                    <a:pt x="6509273" y="406515"/>
                  </a:lnTo>
                  <a:lnTo>
                    <a:pt x="6509399" y="406515"/>
                  </a:lnTo>
                  <a:lnTo>
                    <a:pt x="6509525" y="406515"/>
                  </a:lnTo>
                  <a:lnTo>
                    <a:pt x="6509651" y="406515"/>
                  </a:lnTo>
                  <a:lnTo>
                    <a:pt x="6509777" y="406515"/>
                  </a:lnTo>
                  <a:lnTo>
                    <a:pt x="6509903" y="406515"/>
                  </a:lnTo>
                  <a:lnTo>
                    <a:pt x="6510029" y="406515"/>
                  </a:lnTo>
                  <a:lnTo>
                    <a:pt x="6510155" y="406515"/>
                  </a:lnTo>
                  <a:lnTo>
                    <a:pt x="6510281" y="406515"/>
                  </a:lnTo>
                  <a:lnTo>
                    <a:pt x="6510408" y="406515"/>
                  </a:lnTo>
                  <a:lnTo>
                    <a:pt x="6510534" y="406515"/>
                  </a:lnTo>
                  <a:lnTo>
                    <a:pt x="6510660" y="406515"/>
                  </a:lnTo>
                  <a:lnTo>
                    <a:pt x="6510786" y="406515"/>
                  </a:lnTo>
                  <a:lnTo>
                    <a:pt x="6510912" y="406515"/>
                  </a:lnTo>
                  <a:lnTo>
                    <a:pt x="6511038" y="406515"/>
                  </a:lnTo>
                  <a:lnTo>
                    <a:pt x="6511164" y="406515"/>
                  </a:lnTo>
                  <a:lnTo>
                    <a:pt x="6511290" y="406515"/>
                  </a:lnTo>
                  <a:lnTo>
                    <a:pt x="6511416" y="406515"/>
                  </a:lnTo>
                  <a:lnTo>
                    <a:pt x="6511542" y="406515"/>
                  </a:lnTo>
                  <a:lnTo>
                    <a:pt x="6511668" y="406515"/>
                  </a:lnTo>
                  <a:lnTo>
                    <a:pt x="6511668" y="401236"/>
                  </a:lnTo>
                  <a:lnTo>
                    <a:pt x="6511794" y="401236"/>
                  </a:lnTo>
                  <a:lnTo>
                    <a:pt x="6511921" y="401236"/>
                  </a:lnTo>
                  <a:lnTo>
                    <a:pt x="6512047" y="401236"/>
                  </a:lnTo>
                  <a:lnTo>
                    <a:pt x="6512173" y="401236"/>
                  </a:lnTo>
                  <a:lnTo>
                    <a:pt x="6512299" y="401236"/>
                  </a:lnTo>
                  <a:lnTo>
                    <a:pt x="6512425" y="401236"/>
                  </a:lnTo>
                  <a:lnTo>
                    <a:pt x="6512551" y="401236"/>
                  </a:lnTo>
                  <a:lnTo>
                    <a:pt x="6512677" y="401236"/>
                  </a:lnTo>
                  <a:lnTo>
                    <a:pt x="6512803" y="401236"/>
                  </a:lnTo>
                  <a:lnTo>
                    <a:pt x="6512929" y="401236"/>
                  </a:lnTo>
                  <a:lnTo>
                    <a:pt x="6513055" y="401236"/>
                  </a:lnTo>
                  <a:lnTo>
                    <a:pt x="6513181" y="401236"/>
                  </a:lnTo>
                  <a:lnTo>
                    <a:pt x="6513308" y="401236"/>
                  </a:lnTo>
                  <a:lnTo>
                    <a:pt x="6513434" y="401236"/>
                  </a:lnTo>
                  <a:lnTo>
                    <a:pt x="6513560" y="401236"/>
                  </a:lnTo>
                  <a:lnTo>
                    <a:pt x="6513686" y="401236"/>
                  </a:lnTo>
                  <a:lnTo>
                    <a:pt x="6513812" y="401236"/>
                  </a:lnTo>
                  <a:lnTo>
                    <a:pt x="6513938" y="401236"/>
                  </a:lnTo>
                  <a:lnTo>
                    <a:pt x="6514064" y="401236"/>
                  </a:lnTo>
                  <a:lnTo>
                    <a:pt x="6514190" y="401236"/>
                  </a:lnTo>
                  <a:lnTo>
                    <a:pt x="6514316" y="401236"/>
                  </a:lnTo>
                  <a:lnTo>
                    <a:pt x="6514442" y="401236"/>
                  </a:lnTo>
                  <a:lnTo>
                    <a:pt x="6514568" y="401236"/>
                  </a:lnTo>
                  <a:lnTo>
                    <a:pt x="6514695" y="401236"/>
                  </a:lnTo>
                  <a:lnTo>
                    <a:pt x="6514821" y="401236"/>
                  </a:lnTo>
                  <a:lnTo>
                    <a:pt x="6514947" y="401236"/>
                  </a:lnTo>
                  <a:lnTo>
                    <a:pt x="6515073" y="401236"/>
                  </a:lnTo>
                  <a:lnTo>
                    <a:pt x="6515199" y="401236"/>
                  </a:lnTo>
                  <a:lnTo>
                    <a:pt x="6515325" y="401236"/>
                  </a:lnTo>
                  <a:lnTo>
                    <a:pt x="6515451" y="401236"/>
                  </a:lnTo>
                  <a:lnTo>
                    <a:pt x="6515577" y="401236"/>
                  </a:lnTo>
                  <a:lnTo>
                    <a:pt x="6515703" y="401236"/>
                  </a:lnTo>
                  <a:lnTo>
                    <a:pt x="6515829" y="401236"/>
                  </a:lnTo>
                  <a:lnTo>
                    <a:pt x="6515955" y="401236"/>
                  </a:lnTo>
                  <a:lnTo>
                    <a:pt x="6516081" y="401236"/>
                  </a:lnTo>
                  <a:lnTo>
                    <a:pt x="6516208" y="401236"/>
                  </a:lnTo>
                  <a:lnTo>
                    <a:pt x="6516334" y="401236"/>
                  </a:lnTo>
                  <a:lnTo>
                    <a:pt x="6516460" y="401236"/>
                  </a:lnTo>
                  <a:lnTo>
                    <a:pt x="6516586" y="401236"/>
                  </a:lnTo>
                  <a:lnTo>
                    <a:pt x="6516712" y="401236"/>
                  </a:lnTo>
                  <a:lnTo>
                    <a:pt x="6516838" y="401236"/>
                  </a:lnTo>
                  <a:lnTo>
                    <a:pt x="6516964" y="401236"/>
                  </a:lnTo>
                  <a:lnTo>
                    <a:pt x="6516964" y="395956"/>
                  </a:lnTo>
                  <a:lnTo>
                    <a:pt x="6517090" y="395956"/>
                  </a:lnTo>
                  <a:lnTo>
                    <a:pt x="6517216" y="395956"/>
                  </a:lnTo>
                  <a:lnTo>
                    <a:pt x="6517342" y="395956"/>
                  </a:lnTo>
                  <a:lnTo>
                    <a:pt x="6517468" y="395956"/>
                  </a:lnTo>
                  <a:lnTo>
                    <a:pt x="6517595" y="395956"/>
                  </a:lnTo>
                  <a:lnTo>
                    <a:pt x="6517721" y="395956"/>
                  </a:lnTo>
                  <a:lnTo>
                    <a:pt x="6517847" y="395956"/>
                  </a:lnTo>
                  <a:lnTo>
                    <a:pt x="6517973" y="395956"/>
                  </a:lnTo>
                  <a:lnTo>
                    <a:pt x="6518099" y="395956"/>
                  </a:lnTo>
                  <a:lnTo>
                    <a:pt x="6518225" y="395956"/>
                  </a:lnTo>
                  <a:lnTo>
                    <a:pt x="6518351" y="395956"/>
                  </a:lnTo>
                  <a:lnTo>
                    <a:pt x="6518477" y="395956"/>
                  </a:lnTo>
                  <a:lnTo>
                    <a:pt x="6518603" y="395956"/>
                  </a:lnTo>
                  <a:lnTo>
                    <a:pt x="6518729" y="395956"/>
                  </a:lnTo>
                  <a:lnTo>
                    <a:pt x="6518855" y="395956"/>
                  </a:lnTo>
                  <a:lnTo>
                    <a:pt x="6518981" y="395956"/>
                  </a:lnTo>
                  <a:lnTo>
                    <a:pt x="6519108" y="395956"/>
                  </a:lnTo>
                  <a:lnTo>
                    <a:pt x="6519234" y="395956"/>
                  </a:lnTo>
                  <a:lnTo>
                    <a:pt x="6519360" y="395956"/>
                  </a:lnTo>
                  <a:lnTo>
                    <a:pt x="6519486" y="395956"/>
                  </a:lnTo>
                  <a:lnTo>
                    <a:pt x="6519612" y="395956"/>
                  </a:lnTo>
                  <a:lnTo>
                    <a:pt x="6519738" y="395956"/>
                  </a:lnTo>
                  <a:lnTo>
                    <a:pt x="6519864" y="395956"/>
                  </a:lnTo>
                  <a:lnTo>
                    <a:pt x="6519990" y="395956"/>
                  </a:lnTo>
                  <a:lnTo>
                    <a:pt x="6520116" y="395956"/>
                  </a:lnTo>
                  <a:lnTo>
                    <a:pt x="6520242" y="395956"/>
                  </a:lnTo>
                  <a:lnTo>
                    <a:pt x="6520368" y="395956"/>
                  </a:lnTo>
                  <a:lnTo>
                    <a:pt x="6520495" y="395956"/>
                  </a:lnTo>
                  <a:lnTo>
                    <a:pt x="6520621" y="395956"/>
                  </a:lnTo>
                  <a:lnTo>
                    <a:pt x="6520747" y="395956"/>
                  </a:lnTo>
                  <a:lnTo>
                    <a:pt x="6520873" y="395956"/>
                  </a:lnTo>
                  <a:lnTo>
                    <a:pt x="6520999" y="395956"/>
                  </a:lnTo>
                  <a:lnTo>
                    <a:pt x="6521125" y="395956"/>
                  </a:lnTo>
                  <a:lnTo>
                    <a:pt x="6521251" y="395956"/>
                  </a:lnTo>
                  <a:lnTo>
                    <a:pt x="6521377" y="395956"/>
                  </a:lnTo>
                  <a:lnTo>
                    <a:pt x="6521503" y="395956"/>
                  </a:lnTo>
                  <a:lnTo>
                    <a:pt x="6521629" y="395956"/>
                  </a:lnTo>
                  <a:lnTo>
                    <a:pt x="6521755" y="395956"/>
                  </a:lnTo>
                  <a:lnTo>
                    <a:pt x="6521882" y="395956"/>
                  </a:lnTo>
                  <a:lnTo>
                    <a:pt x="6522008" y="395956"/>
                  </a:lnTo>
                  <a:lnTo>
                    <a:pt x="6522134" y="395956"/>
                  </a:lnTo>
                  <a:lnTo>
                    <a:pt x="6522260" y="395956"/>
                  </a:lnTo>
                  <a:lnTo>
                    <a:pt x="6522386" y="395956"/>
                  </a:lnTo>
                  <a:lnTo>
                    <a:pt x="6522512" y="395956"/>
                  </a:lnTo>
                  <a:lnTo>
                    <a:pt x="6522638" y="395956"/>
                  </a:lnTo>
                  <a:lnTo>
                    <a:pt x="6522764" y="395956"/>
                  </a:lnTo>
                  <a:lnTo>
                    <a:pt x="6522890" y="395956"/>
                  </a:lnTo>
                  <a:lnTo>
                    <a:pt x="6523016" y="395956"/>
                  </a:lnTo>
                  <a:lnTo>
                    <a:pt x="6523142" y="395956"/>
                  </a:lnTo>
                  <a:lnTo>
                    <a:pt x="6523268" y="395956"/>
                  </a:lnTo>
                  <a:lnTo>
                    <a:pt x="6523395" y="395956"/>
                  </a:lnTo>
                  <a:lnTo>
                    <a:pt x="6523521" y="395956"/>
                  </a:lnTo>
                  <a:lnTo>
                    <a:pt x="6523647" y="395956"/>
                  </a:lnTo>
                  <a:lnTo>
                    <a:pt x="6523773" y="395956"/>
                  </a:lnTo>
                  <a:lnTo>
                    <a:pt x="6523899" y="395956"/>
                  </a:lnTo>
                  <a:lnTo>
                    <a:pt x="6524025" y="395956"/>
                  </a:lnTo>
                  <a:lnTo>
                    <a:pt x="6524151" y="395956"/>
                  </a:lnTo>
                  <a:lnTo>
                    <a:pt x="6524277" y="395956"/>
                  </a:lnTo>
                  <a:lnTo>
                    <a:pt x="6524403" y="395956"/>
                  </a:lnTo>
                  <a:lnTo>
                    <a:pt x="6524529" y="395956"/>
                  </a:lnTo>
                  <a:lnTo>
                    <a:pt x="6524655" y="395956"/>
                  </a:lnTo>
                  <a:lnTo>
                    <a:pt x="6524782" y="395956"/>
                  </a:lnTo>
                  <a:lnTo>
                    <a:pt x="6524908" y="395956"/>
                  </a:lnTo>
                  <a:lnTo>
                    <a:pt x="6525034" y="395956"/>
                  </a:lnTo>
                  <a:lnTo>
                    <a:pt x="6525160" y="395956"/>
                  </a:lnTo>
                  <a:lnTo>
                    <a:pt x="6525286" y="395956"/>
                  </a:lnTo>
                  <a:lnTo>
                    <a:pt x="6525412" y="395956"/>
                  </a:lnTo>
                  <a:lnTo>
                    <a:pt x="6525538" y="395956"/>
                  </a:lnTo>
                  <a:lnTo>
                    <a:pt x="6525664" y="395956"/>
                  </a:lnTo>
                  <a:lnTo>
                    <a:pt x="6525790" y="395956"/>
                  </a:lnTo>
                  <a:lnTo>
                    <a:pt x="6525916" y="395956"/>
                  </a:lnTo>
                  <a:lnTo>
                    <a:pt x="6526042" y="395956"/>
                  </a:lnTo>
                  <a:lnTo>
                    <a:pt x="6526168" y="395956"/>
                  </a:lnTo>
                  <a:lnTo>
                    <a:pt x="6526295" y="395956"/>
                  </a:lnTo>
                  <a:lnTo>
                    <a:pt x="6526421" y="395956"/>
                  </a:lnTo>
                  <a:lnTo>
                    <a:pt x="6526547" y="395956"/>
                  </a:lnTo>
                  <a:lnTo>
                    <a:pt x="6526673" y="395956"/>
                  </a:lnTo>
                  <a:lnTo>
                    <a:pt x="6526799" y="395956"/>
                  </a:lnTo>
                  <a:lnTo>
                    <a:pt x="6526925" y="395956"/>
                  </a:lnTo>
                  <a:lnTo>
                    <a:pt x="6527051" y="395956"/>
                  </a:lnTo>
                  <a:lnTo>
                    <a:pt x="6527177" y="395956"/>
                  </a:lnTo>
                  <a:lnTo>
                    <a:pt x="6527303" y="395956"/>
                  </a:lnTo>
                  <a:lnTo>
                    <a:pt x="6527429" y="395956"/>
                  </a:lnTo>
                  <a:lnTo>
                    <a:pt x="6527555" y="395956"/>
                  </a:lnTo>
                  <a:lnTo>
                    <a:pt x="6527682" y="395956"/>
                  </a:lnTo>
                  <a:lnTo>
                    <a:pt x="6527808" y="395956"/>
                  </a:lnTo>
                  <a:lnTo>
                    <a:pt x="6527934" y="395956"/>
                  </a:lnTo>
                  <a:lnTo>
                    <a:pt x="6528060" y="395956"/>
                  </a:lnTo>
                  <a:lnTo>
                    <a:pt x="6528186" y="395956"/>
                  </a:lnTo>
                  <a:lnTo>
                    <a:pt x="6528312" y="395956"/>
                  </a:lnTo>
                  <a:lnTo>
                    <a:pt x="6528438" y="395956"/>
                  </a:lnTo>
                  <a:lnTo>
                    <a:pt x="6528564" y="395956"/>
                  </a:lnTo>
                  <a:lnTo>
                    <a:pt x="6528690" y="395956"/>
                  </a:lnTo>
                  <a:lnTo>
                    <a:pt x="6528816" y="395956"/>
                  </a:lnTo>
                  <a:lnTo>
                    <a:pt x="6528942" y="395956"/>
                  </a:lnTo>
                  <a:lnTo>
                    <a:pt x="6529068" y="395956"/>
                  </a:lnTo>
                  <a:lnTo>
                    <a:pt x="6529195" y="395956"/>
                  </a:lnTo>
                  <a:lnTo>
                    <a:pt x="6529321" y="395956"/>
                  </a:lnTo>
                  <a:lnTo>
                    <a:pt x="6529447" y="395956"/>
                  </a:lnTo>
                  <a:lnTo>
                    <a:pt x="6529573" y="395956"/>
                  </a:lnTo>
                  <a:lnTo>
                    <a:pt x="6529699" y="395956"/>
                  </a:lnTo>
                  <a:lnTo>
                    <a:pt x="6529825" y="395956"/>
                  </a:lnTo>
                  <a:lnTo>
                    <a:pt x="6529951" y="395956"/>
                  </a:lnTo>
                  <a:lnTo>
                    <a:pt x="6530077" y="395956"/>
                  </a:lnTo>
                  <a:lnTo>
                    <a:pt x="6530203" y="395956"/>
                  </a:lnTo>
                  <a:lnTo>
                    <a:pt x="6530329" y="395956"/>
                  </a:lnTo>
                  <a:lnTo>
                    <a:pt x="6530455" y="395956"/>
                  </a:lnTo>
                  <a:lnTo>
                    <a:pt x="6530582" y="395956"/>
                  </a:lnTo>
                  <a:lnTo>
                    <a:pt x="6530708" y="395956"/>
                  </a:lnTo>
                  <a:lnTo>
                    <a:pt x="6530834" y="395956"/>
                  </a:lnTo>
                  <a:lnTo>
                    <a:pt x="6530960" y="395956"/>
                  </a:lnTo>
                  <a:lnTo>
                    <a:pt x="6531086" y="395956"/>
                  </a:lnTo>
                  <a:lnTo>
                    <a:pt x="6531212" y="395956"/>
                  </a:lnTo>
                  <a:lnTo>
                    <a:pt x="6531338" y="395956"/>
                  </a:lnTo>
                  <a:lnTo>
                    <a:pt x="6531464" y="395956"/>
                  </a:lnTo>
                  <a:lnTo>
                    <a:pt x="6531590" y="395956"/>
                  </a:lnTo>
                  <a:lnTo>
                    <a:pt x="6531716" y="395956"/>
                  </a:lnTo>
                  <a:lnTo>
                    <a:pt x="6531842" y="395956"/>
                  </a:lnTo>
                  <a:lnTo>
                    <a:pt x="6531969" y="395956"/>
                  </a:lnTo>
                  <a:lnTo>
                    <a:pt x="6532095" y="395956"/>
                  </a:lnTo>
                  <a:lnTo>
                    <a:pt x="6532221" y="395956"/>
                  </a:lnTo>
                  <a:lnTo>
                    <a:pt x="6532347" y="395956"/>
                  </a:lnTo>
                  <a:lnTo>
                    <a:pt x="6532473" y="395956"/>
                  </a:lnTo>
                  <a:lnTo>
                    <a:pt x="6532599" y="395956"/>
                  </a:lnTo>
                  <a:lnTo>
                    <a:pt x="6532725" y="395956"/>
                  </a:lnTo>
                  <a:lnTo>
                    <a:pt x="6532851" y="395956"/>
                  </a:lnTo>
                  <a:lnTo>
                    <a:pt x="6532977" y="395956"/>
                  </a:lnTo>
                  <a:lnTo>
                    <a:pt x="6533103" y="395956"/>
                  </a:lnTo>
                  <a:lnTo>
                    <a:pt x="6533229" y="395956"/>
                  </a:lnTo>
                  <a:lnTo>
                    <a:pt x="6533355" y="395956"/>
                  </a:lnTo>
                  <a:lnTo>
                    <a:pt x="6533482" y="395956"/>
                  </a:lnTo>
                  <a:lnTo>
                    <a:pt x="6533608" y="395956"/>
                  </a:lnTo>
                  <a:lnTo>
                    <a:pt x="6533734" y="395956"/>
                  </a:lnTo>
                  <a:lnTo>
                    <a:pt x="6533860" y="395956"/>
                  </a:lnTo>
                  <a:lnTo>
                    <a:pt x="6533986" y="395956"/>
                  </a:lnTo>
                  <a:lnTo>
                    <a:pt x="6534112" y="395956"/>
                  </a:lnTo>
                  <a:lnTo>
                    <a:pt x="6534238" y="395956"/>
                  </a:lnTo>
                  <a:lnTo>
                    <a:pt x="6534364" y="395956"/>
                  </a:lnTo>
                  <a:lnTo>
                    <a:pt x="6534490" y="395956"/>
                  </a:lnTo>
                  <a:lnTo>
                    <a:pt x="6534616" y="395956"/>
                  </a:lnTo>
                  <a:lnTo>
                    <a:pt x="6534742" y="395956"/>
                  </a:lnTo>
                  <a:lnTo>
                    <a:pt x="6534869" y="395956"/>
                  </a:lnTo>
                  <a:lnTo>
                    <a:pt x="6534995" y="395956"/>
                  </a:lnTo>
                  <a:lnTo>
                    <a:pt x="6535121" y="395956"/>
                  </a:lnTo>
                  <a:lnTo>
                    <a:pt x="6535247" y="395956"/>
                  </a:lnTo>
                  <a:lnTo>
                    <a:pt x="6535373" y="395956"/>
                  </a:lnTo>
                  <a:lnTo>
                    <a:pt x="6535499" y="395956"/>
                  </a:lnTo>
                  <a:lnTo>
                    <a:pt x="6535625" y="395956"/>
                  </a:lnTo>
                  <a:lnTo>
                    <a:pt x="6535751" y="395956"/>
                  </a:lnTo>
                  <a:lnTo>
                    <a:pt x="6535877" y="395956"/>
                  </a:lnTo>
                  <a:lnTo>
                    <a:pt x="6536003" y="395956"/>
                  </a:lnTo>
                  <a:lnTo>
                    <a:pt x="6536129" y="395956"/>
                  </a:lnTo>
                  <a:lnTo>
                    <a:pt x="6536255" y="395956"/>
                  </a:lnTo>
                  <a:lnTo>
                    <a:pt x="6536382" y="395956"/>
                  </a:lnTo>
                  <a:lnTo>
                    <a:pt x="6536508" y="395956"/>
                  </a:lnTo>
                  <a:lnTo>
                    <a:pt x="6536634" y="395956"/>
                  </a:lnTo>
                  <a:lnTo>
                    <a:pt x="6536760" y="395956"/>
                  </a:lnTo>
                  <a:lnTo>
                    <a:pt x="6536886" y="395956"/>
                  </a:lnTo>
                  <a:lnTo>
                    <a:pt x="6537012" y="395956"/>
                  </a:lnTo>
                  <a:lnTo>
                    <a:pt x="6537138" y="395956"/>
                  </a:lnTo>
                  <a:lnTo>
                    <a:pt x="6537264" y="395956"/>
                  </a:lnTo>
                  <a:lnTo>
                    <a:pt x="6537390" y="395956"/>
                  </a:lnTo>
                  <a:lnTo>
                    <a:pt x="6537516" y="395956"/>
                  </a:lnTo>
                  <a:lnTo>
                    <a:pt x="6537642" y="395956"/>
                  </a:lnTo>
                  <a:lnTo>
                    <a:pt x="6537769" y="395956"/>
                  </a:lnTo>
                  <a:lnTo>
                    <a:pt x="6537895" y="395956"/>
                  </a:lnTo>
                  <a:lnTo>
                    <a:pt x="6538021" y="395956"/>
                  </a:lnTo>
                  <a:lnTo>
                    <a:pt x="6538147" y="395956"/>
                  </a:lnTo>
                  <a:lnTo>
                    <a:pt x="6538273" y="395956"/>
                  </a:lnTo>
                  <a:lnTo>
                    <a:pt x="6538399" y="395956"/>
                  </a:lnTo>
                  <a:lnTo>
                    <a:pt x="6538525" y="395956"/>
                  </a:lnTo>
                  <a:lnTo>
                    <a:pt x="6538651" y="395956"/>
                  </a:lnTo>
                  <a:lnTo>
                    <a:pt x="6538777" y="395956"/>
                  </a:lnTo>
                  <a:lnTo>
                    <a:pt x="6538903" y="395956"/>
                  </a:lnTo>
                  <a:lnTo>
                    <a:pt x="6539029" y="395956"/>
                  </a:lnTo>
                  <a:lnTo>
                    <a:pt x="6539156" y="395956"/>
                  </a:lnTo>
                  <a:lnTo>
                    <a:pt x="6539282" y="395956"/>
                  </a:lnTo>
                  <a:lnTo>
                    <a:pt x="6539408" y="395956"/>
                  </a:lnTo>
                  <a:lnTo>
                    <a:pt x="6539534" y="395956"/>
                  </a:lnTo>
                  <a:lnTo>
                    <a:pt x="6539660" y="395956"/>
                  </a:lnTo>
                  <a:lnTo>
                    <a:pt x="6539786" y="395956"/>
                  </a:lnTo>
                  <a:lnTo>
                    <a:pt x="6539912" y="395956"/>
                  </a:lnTo>
                  <a:lnTo>
                    <a:pt x="6540038" y="395956"/>
                  </a:lnTo>
                  <a:lnTo>
                    <a:pt x="6540164" y="395956"/>
                  </a:lnTo>
                  <a:lnTo>
                    <a:pt x="6540290" y="395956"/>
                  </a:lnTo>
                  <a:lnTo>
                    <a:pt x="6540416" y="395956"/>
                  </a:lnTo>
                  <a:lnTo>
                    <a:pt x="6540542" y="395956"/>
                  </a:lnTo>
                  <a:lnTo>
                    <a:pt x="6540669" y="395956"/>
                  </a:lnTo>
                  <a:lnTo>
                    <a:pt x="6540795" y="395956"/>
                  </a:lnTo>
                  <a:lnTo>
                    <a:pt x="6540921" y="395956"/>
                  </a:lnTo>
                  <a:lnTo>
                    <a:pt x="6541047" y="395956"/>
                  </a:lnTo>
                  <a:lnTo>
                    <a:pt x="6541173" y="395956"/>
                  </a:lnTo>
                  <a:lnTo>
                    <a:pt x="6541299" y="395956"/>
                  </a:lnTo>
                  <a:lnTo>
                    <a:pt x="6541425" y="395956"/>
                  </a:lnTo>
                  <a:lnTo>
                    <a:pt x="6541551" y="395956"/>
                  </a:lnTo>
                  <a:lnTo>
                    <a:pt x="6541677" y="395956"/>
                  </a:lnTo>
                  <a:lnTo>
                    <a:pt x="6541803" y="395956"/>
                  </a:lnTo>
                  <a:lnTo>
                    <a:pt x="6541929" y="395956"/>
                  </a:lnTo>
                  <a:lnTo>
                    <a:pt x="6542056" y="395956"/>
                  </a:lnTo>
                  <a:lnTo>
                    <a:pt x="6542182" y="395956"/>
                  </a:lnTo>
                  <a:lnTo>
                    <a:pt x="6542308" y="395956"/>
                  </a:lnTo>
                  <a:lnTo>
                    <a:pt x="6542434" y="395956"/>
                  </a:lnTo>
                  <a:lnTo>
                    <a:pt x="6542560" y="395956"/>
                  </a:lnTo>
                  <a:lnTo>
                    <a:pt x="6542686" y="395956"/>
                  </a:lnTo>
                  <a:lnTo>
                    <a:pt x="6542812" y="395956"/>
                  </a:lnTo>
                  <a:lnTo>
                    <a:pt x="6542938" y="395956"/>
                  </a:lnTo>
                  <a:lnTo>
                    <a:pt x="6543064" y="395956"/>
                  </a:lnTo>
                  <a:lnTo>
                    <a:pt x="6543190" y="395956"/>
                  </a:lnTo>
                  <a:lnTo>
                    <a:pt x="6543316" y="395956"/>
                  </a:lnTo>
                  <a:lnTo>
                    <a:pt x="6543442" y="395956"/>
                  </a:lnTo>
                  <a:lnTo>
                    <a:pt x="6543569" y="395956"/>
                  </a:lnTo>
                  <a:lnTo>
                    <a:pt x="6543695" y="395956"/>
                  </a:lnTo>
                  <a:lnTo>
                    <a:pt x="6543821" y="395956"/>
                  </a:lnTo>
                  <a:lnTo>
                    <a:pt x="6543947" y="395956"/>
                  </a:lnTo>
                  <a:lnTo>
                    <a:pt x="6544073" y="395956"/>
                  </a:lnTo>
                  <a:lnTo>
                    <a:pt x="6544199" y="395956"/>
                  </a:lnTo>
                  <a:lnTo>
                    <a:pt x="6544325" y="395956"/>
                  </a:lnTo>
                  <a:lnTo>
                    <a:pt x="6544451" y="395956"/>
                  </a:lnTo>
                  <a:lnTo>
                    <a:pt x="6544577" y="395956"/>
                  </a:lnTo>
                  <a:lnTo>
                    <a:pt x="6544703" y="395956"/>
                  </a:lnTo>
                  <a:lnTo>
                    <a:pt x="6544829" y="395956"/>
                  </a:lnTo>
                  <a:lnTo>
                    <a:pt x="6544956" y="395956"/>
                  </a:lnTo>
                  <a:lnTo>
                    <a:pt x="6545082" y="395956"/>
                  </a:lnTo>
                  <a:lnTo>
                    <a:pt x="6545208" y="395956"/>
                  </a:lnTo>
                  <a:lnTo>
                    <a:pt x="6545334" y="395956"/>
                  </a:lnTo>
                  <a:lnTo>
                    <a:pt x="6545460" y="395956"/>
                  </a:lnTo>
                  <a:lnTo>
                    <a:pt x="6545586" y="395956"/>
                  </a:lnTo>
                  <a:lnTo>
                    <a:pt x="6545712" y="395956"/>
                  </a:lnTo>
                  <a:lnTo>
                    <a:pt x="6545838" y="395956"/>
                  </a:lnTo>
                  <a:lnTo>
                    <a:pt x="6545964" y="395956"/>
                  </a:lnTo>
                  <a:lnTo>
                    <a:pt x="6546090" y="395956"/>
                  </a:lnTo>
                  <a:lnTo>
                    <a:pt x="6546216" y="395956"/>
                  </a:lnTo>
                  <a:lnTo>
                    <a:pt x="6546342" y="395956"/>
                  </a:lnTo>
                  <a:lnTo>
                    <a:pt x="6546469" y="395956"/>
                  </a:lnTo>
                  <a:lnTo>
                    <a:pt x="6546595" y="395956"/>
                  </a:lnTo>
                  <a:lnTo>
                    <a:pt x="6546721" y="395956"/>
                  </a:lnTo>
                  <a:lnTo>
                    <a:pt x="6546847" y="395956"/>
                  </a:lnTo>
                  <a:lnTo>
                    <a:pt x="6546973" y="395956"/>
                  </a:lnTo>
                  <a:lnTo>
                    <a:pt x="6547099" y="395956"/>
                  </a:lnTo>
                  <a:lnTo>
                    <a:pt x="6547225" y="395956"/>
                  </a:lnTo>
                  <a:lnTo>
                    <a:pt x="6547351" y="395956"/>
                  </a:lnTo>
                  <a:lnTo>
                    <a:pt x="6547477" y="395956"/>
                  </a:lnTo>
                  <a:lnTo>
                    <a:pt x="6547603" y="395956"/>
                  </a:lnTo>
                  <a:lnTo>
                    <a:pt x="6547729" y="395956"/>
                  </a:lnTo>
                  <a:lnTo>
                    <a:pt x="6547856" y="395956"/>
                  </a:lnTo>
                  <a:lnTo>
                    <a:pt x="6547982" y="395956"/>
                  </a:lnTo>
                  <a:lnTo>
                    <a:pt x="6548108" y="395956"/>
                  </a:lnTo>
                  <a:lnTo>
                    <a:pt x="6548234" y="395956"/>
                  </a:lnTo>
                  <a:lnTo>
                    <a:pt x="6548360" y="395956"/>
                  </a:lnTo>
                  <a:lnTo>
                    <a:pt x="6548486" y="395956"/>
                  </a:lnTo>
                  <a:lnTo>
                    <a:pt x="6548612" y="395956"/>
                  </a:lnTo>
                  <a:lnTo>
                    <a:pt x="6548738" y="395956"/>
                  </a:lnTo>
                  <a:lnTo>
                    <a:pt x="6548864" y="395956"/>
                  </a:lnTo>
                  <a:lnTo>
                    <a:pt x="6548990" y="395956"/>
                  </a:lnTo>
                  <a:lnTo>
                    <a:pt x="6549116" y="395956"/>
                  </a:lnTo>
                  <a:lnTo>
                    <a:pt x="6549243" y="395956"/>
                  </a:lnTo>
                  <a:lnTo>
                    <a:pt x="6549369" y="395956"/>
                  </a:lnTo>
                  <a:lnTo>
                    <a:pt x="6549495" y="395956"/>
                  </a:lnTo>
                  <a:lnTo>
                    <a:pt x="6549621" y="395956"/>
                  </a:lnTo>
                  <a:lnTo>
                    <a:pt x="6549747" y="395956"/>
                  </a:lnTo>
                  <a:lnTo>
                    <a:pt x="6549873" y="395956"/>
                  </a:lnTo>
                  <a:lnTo>
                    <a:pt x="6549999" y="395956"/>
                  </a:lnTo>
                  <a:lnTo>
                    <a:pt x="6550125" y="395956"/>
                  </a:lnTo>
                  <a:lnTo>
                    <a:pt x="6550251" y="395956"/>
                  </a:lnTo>
                  <a:lnTo>
                    <a:pt x="6550377" y="395956"/>
                  </a:lnTo>
                  <a:lnTo>
                    <a:pt x="6550503" y="395956"/>
                  </a:lnTo>
                  <a:lnTo>
                    <a:pt x="6550629" y="395956"/>
                  </a:lnTo>
                  <a:lnTo>
                    <a:pt x="6550756" y="395956"/>
                  </a:lnTo>
                  <a:lnTo>
                    <a:pt x="6550882" y="395956"/>
                  </a:lnTo>
                  <a:lnTo>
                    <a:pt x="6551008" y="395956"/>
                  </a:lnTo>
                  <a:lnTo>
                    <a:pt x="6551134" y="395956"/>
                  </a:lnTo>
                  <a:lnTo>
                    <a:pt x="6551260" y="395956"/>
                  </a:lnTo>
                  <a:lnTo>
                    <a:pt x="6551386" y="395956"/>
                  </a:lnTo>
                  <a:lnTo>
                    <a:pt x="6551512" y="395956"/>
                  </a:lnTo>
                  <a:lnTo>
                    <a:pt x="6551638" y="395956"/>
                  </a:lnTo>
                  <a:lnTo>
                    <a:pt x="6551764" y="395956"/>
                  </a:lnTo>
                  <a:lnTo>
                    <a:pt x="6551890" y="395956"/>
                  </a:lnTo>
                  <a:lnTo>
                    <a:pt x="6552016" y="395956"/>
                  </a:lnTo>
                  <a:lnTo>
                    <a:pt x="6552143" y="395956"/>
                  </a:lnTo>
                  <a:lnTo>
                    <a:pt x="6552269" y="395956"/>
                  </a:lnTo>
                  <a:lnTo>
                    <a:pt x="6552395" y="395956"/>
                  </a:lnTo>
                  <a:lnTo>
                    <a:pt x="6552521" y="395956"/>
                  </a:lnTo>
                  <a:lnTo>
                    <a:pt x="6552647" y="395956"/>
                  </a:lnTo>
                  <a:lnTo>
                    <a:pt x="6552773" y="395956"/>
                  </a:lnTo>
                  <a:lnTo>
                    <a:pt x="6552899" y="395956"/>
                  </a:lnTo>
                  <a:lnTo>
                    <a:pt x="6553025" y="395956"/>
                  </a:lnTo>
                  <a:lnTo>
                    <a:pt x="6553151" y="395956"/>
                  </a:lnTo>
                  <a:lnTo>
                    <a:pt x="6553277" y="395956"/>
                  </a:lnTo>
                  <a:lnTo>
                    <a:pt x="6553403" y="395956"/>
                  </a:lnTo>
                  <a:lnTo>
                    <a:pt x="6553529" y="395956"/>
                  </a:lnTo>
                  <a:lnTo>
                    <a:pt x="6553656" y="395956"/>
                  </a:lnTo>
                  <a:lnTo>
                    <a:pt x="6553782" y="395956"/>
                  </a:lnTo>
                  <a:lnTo>
                    <a:pt x="6553908" y="395956"/>
                  </a:lnTo>
                  <a:lnTo>
                    <a:pt x="6554034" y="395956"/>
                  </a:lnTo>
                  <a:lnTo>
                    <a:pt x="6554160" y="395956"/>
                  </a:lnTo>
                  <a:lnTo>
                    <a:pt x="6554286" y="395956"/>
                  </a:lnTo>
                  <a:lnTo>
                    <a:pt x="6554412" y="395956"/>
                  </a:lnTo>
                  <a:lnTo>
                    <a:pt x="6554538" y="395956"/>
                  </a:lnTo>
                  <a:lnTo>
                    <a:pt x="6554664" y="395956"/>
                  </a:lnTo>
                  <a:lnTo>
                    <a:pt x="6554790" y="395956"/>
                  </a:lnTo>
                  <a:lnTo>
                    <a:pt x="6554916" y="395956"/>
                  </a:lnTo>
                  <a:lnTo>
                    <a:pt x="6555043" y="395956"/>
                  </a:lnTo>
                  <a:lnTo>
                    <a:pt x="6555169" y="395956"/>
                  </a:lnTo>
                  <a:lnTo>
                    <a:pt x="6555295" y="395956"/>
                  </a:lnTo>
                  <a:lnTo>
                    <a:pt x="6555421" y="395956"/>
                  </a:lnTo>
                  <a:lnTo>
                    <a:pt x="6555547" y="395956"/>
                  </a:lnTo>
                  <a:lnTo>
                    <a:pt x="6555673" y="395956"/>
                  </a:lnTo>
                  <a:lnTo>
                    <a:pt x="6555799" y="395956"/>
                  </a:lnTo>
                  <a:lnTo>
                    <a:pt x="6555925" y="395956"/>
                  </a:lnTo>
                  <a:lnTo>
                    <a:pt x="6556051" y="395956"/>
                  </a:lnTo>
                  <a:lnTo>
                    <a:pt x="6556177" y="395956"/>
                  </a:lnTo>
                  <a:lnTo>
                    <a:pt x="6556303" y="395956"/>
                  </a:lnTo>
                  <a:lnTo>
                    <a:pt x="6556430" y="395956"/>
                  </a:lnTo>
                  <a:lnTo>
                    <a:pt x="6556556" y="395956"/>
                  </a:lnTo>
                  <a:lnTo>
                    <a:pt x="6556682" y="395956"/>
                  </a:lnTo>
                  <a:lnTo>
                    <a:pt x="6556808" y="395956"/>
                  </a:lnTo>
                  <a:lnTo>
                    <a:pt x="6556934" y="395956"/>
                  </a:lnTo>
                  <a:lnTo>
                    <a:pt x="6557060" y="395956"/>
                  </a:lnTo>
                  <a:lnTo>
                    <a:pt x="6557186" y="395956"/>
                  </a:lnTo>
                  <a:lnTo>
                    <a:pt x="6557312" y="395956"/>
                  </a:lnTo>
                  <a:lnTo>
                    <a:pt x="6557438" y="395956"/>
                  </a:lnTo>
                  <a:lnTo>
                    <a:pt x="6557564" y="395956"/>
                  </a:lnTo>
                  <a:lnTo>
                    <a:pt x="6557690" y="395956"/>
                  </a:lnTo>
                  <a:lnTo>
                    <a:pt x="6557816" y="395956"/>
                  </a:lnTo>
                  <a:lnTo>
                    <a:pt x="6557943" y="395956"/>
                  </a:lnTo>
                  <a:lnTo>
                    <a:pt x="6558069" y="395956"/>
                  </a:lnTo>
                  <a:lnTo>
                    <a:pt x="6558195" y="395956"/>
                  </a:lnTo>
                  <a:lnTo>
                    <a:pt x="6558321" y="395956"/>
                  </a:lnTo>
                  <a:lnTo>
                    <a:pt x="6558447" y="395956"/>
                  </a:lnTo>
                  <a:lnTo>
                    <a:pt x="6558573" y="395956"/>
                  </a:lnTo>
                  <a:lnTo>
                    <a:pt x="6558699" y="395956"/>
                  </a:lnTo>
                  <a:lnTo>
                    <a:pt x="6558825" y="395956"/>
                  </a:lnTo>
                  <a:lnTo>
                    <a:pt x="6558951" y="395956"/>
                  </a:lnTo>
                  <a:lnTo>
                    <a:pt x="6559077" y="395956"/>
                  </a:lnTo>
                  <a:lnTo>
                    <a:pt x="6559203" y="395956"/>
                  </a:lnTo>
                  <a:lnTo>
                    <a:pt x="6559330" y="395956"/>
                  </a:lnTo>
                  <a:lnTo>
                    <a:pt x="6559456" y="395956"/>
                  </a:lnTo>
                  <a:lnTo>
                    <a:pt x="6559582" y="395956"/>
                  </a:lnTo>
                  <a:lnTo>
                    <a:pt x="6559708" y="395956"/>
                  </a:lnTo>
                  <a:lnTo>
                    <a:pt x="6559834" y="395956"/>
                  </a:lnTo>
                  <a:lnTo>
                    <a:pt x="6559960" y="395956"/>
                  </a:lnTo>
                  <a:lnTo>
                    <a:pt x="6560086" y="395956"/>
                  </a:lnTo>
                  <a:lnTo>
                    <a:pt x="6560212" y="395956"/>
                  </a:lnTo>
                  <a:lnTo>
                    <a:pt x="6560338" y="395956"/>
                  </a:lnTo>
                  <a:lnTo>
                    <a:pt x="6560464" y="395956"/>
                  </a:lnTo>
                  <a:lnTo>
                    <a:pt x="6560590" y="395956"/>
                  </a:lnTo>
                  <a:lnTo>
                    <a:pt x="6560716" y="395956"/>
                  </a:lnTo>
                  <a:lnTo>
                    <a:pt x="6560843" y="395956"/>
                  </a:lnTo>
                  <a:lnTo>
                    <a:pt x="6560969" y="395956"/>
                  </a:lnTo>
                  <a:lnTo>
                    <a:pt x="6561095" y="395956"/>
                  </a:lnTo>
                  <a:lnTo>
                    <a:pt x="6561221" y="395956"/>
                  </a:lnTo>
                  <a:lnTo>
                    <a:pt x="6561347" y="395956"/>
                  </a:lnTo>
                  <a:lnTo>
                    <a:pt x="6561473" y="395956"/>
                  </a:lnTo>
                  <a:lnTo>
                    <a:pt x="6561599" y="395956"/>
                  </a:lnTo>
                  <a:lnTo>
                    <a:pt x="6561725" y="395956"/>
                  </a:lnTo>
                  <a:lnTo>
                    <a:pt x="6561851" y="395956"/>
                  </a:lnTo>
                  <a:lnTo>
                    <a:pt x="6561977" y="395956"/>
                  </a:lnTo>
                  <a:lnTo>
                    <a:pt x="6562103" y="395956"/>
                  </a:lnTo>
                  <a:lnTo>
                    <a:pt x="6562230" y="395956"/>
                  </a:lnTo>
                  <a:lnTo>
                    <a:pt x="6562356" y="395956"/>
                  </a:lnTo>
                  <a:lnTo>
                    <a:pt x="6562482" y="395956"/>
                  </a:lnTo>
                  <a:lnTo>
                    <a:pt x="6562608" y="395956"/>
                  </a:lnTo>
                  <a:lnTo>
                    <a:pt x="6562734" y="395956"/>
                  </a:lnTo>
                  <a:lnTo>
                    <a:pt x="6562860" y="395956"/>
                  </a:lnTo>
                  <a:lnTo>
                    <a:pt x="6562986" y="395956"/>
                  </a:lnTo>
                  <a:lnTo>
                    <a:pt x="6563112" y="395956"/>
                  </a:lnTo>
                  <a:lnTo>
                    <a:pt x="6563238" y="395956"/>
                  </a:lnTo>
                  <a:lnTo>
                    <a:pt x="6563364" y="395956"/>
                  </a:lnTo>
                  <a:lnTo>
                    <a:pt x="6563490" y="395956"/>
                  </a:lnTo>
                  <a:lnTo>
                    <a:pt x="6563617" y="395956"/>
                  </a:lnTo>
                  <a:lnTo>
                    <a:pt x="6563743" y="395956"/>
                  </a:lnTo>
                  <a:lnTo>
                    <a:pt x="6563869" y="395956"/>
                  </a:lnTo>
                  <a:lnTo>
                    <a:pt x="6563995" y="395956"/>
                  </a:lnTo>
                  <a:lnTo>
                    <a:pt x="6564121" y="395956"/>
                  </a:lnTo>
                  <a:lnTo>
                    <a:pt x="6564247" y="395956"/>
                  </a:lnTo>
                  <a:lnTo>
                    <a:pt x="6564373" y="395956"/>
                  </a:lnTo>
                  <a:lnTo>
                    <a:pt x="6564499" y="395956"/>
                  </a:lnTo>
                  <a:lnTo>
                    <a:pt x="6564625" y="395956"/>
                  </a:lnTo>
                  <a:lnTo>
                    <a:pt x="6564751" y="395956"/>
                  </a:lnTo>
                  <a:lnTo>
                    <a:pt x="6564877" y="395956"/>
                  </a:lnTo>
                  <a:lnTo>
                    <a:pt x="6565003" y="395956"/>
                  </a:lnTo>
                  <a:lnTo>
                    <a:pt x="6565130" y="395956"/>
                  </a:lnTo>
                  <a:lnTo>
                    <a:pt x="6565256" y="395956"/>
                  </a:lnTo>
                  <a:lnTo>
                    <a:pt x="6565382" y="395956"/>
                  </a:lnTo>
                  <a:lnTo>
                    <a:pt x="6565508" y="395956"/>
                  </a:lnTo>
                  <a:lnTo>
                    <a:pt x="6565634" y="395956"/>
                  </a:lnTo>
                  <a:lnTo>
                    <a:pt x="6565760" y="395956"/>
                  </a:lnTo>
                  <a:lnTo>
                    <a:pt x="6565886" y="395956"/>
                  </a:lnTo>
                  <a:lnTo>
                    <a:pt x="6566012" y="395956"/>
                  </a:lnTo>
                  <a:lnTo>
                    <a:pt x="6566138" y="395956"/>
                  </a:lnTo>
                  <a:lnTo>
                    <a:pt x="6566264" y="395956"/>
                  </a:lnTo>
                  <a:lnTo>
                    <a:pt x="6566390" y="395956"/>
                  </a:lnTo>
                  <a:lnTo>
                    <a:pt x="6566517" y="395956"/>
                  </a:lnTo>
                  <a:lnTo>
                    <a:pt x="6566643" y="395956"/>
                  </a:lnTo>
                  <a:lnTo>
                    <a:pt x="6566769" y="395956"/>
                  </a:lnTo>
                  <a:lnTo>
                    <a:pt x="6566895" y="395956"/>
                  </a:lnTo>
                  <a:lnTo>
                    <a:pt x="6567021" y="395956"/>
                  </a:lnTo>
                  <a:lnTo>
                    <a:pt x="6567147" y="395956"/>
                  </a:lnTo>
                  <a:lnTo>
                    <a:pt x="6567273" y="395956"/>
                  </a:lnTo>
                  <a:lnTo>
                    <a:pt x="6567399" y="395956"/>
                  </a:lnTo>
                  <a:lnTo>
                    <a:pt x="6567525" y="395956"/>
                  </a:lnTo>
                  <a:lnTo>
                    <a:pt x="6567651" y="395956"/>
                  </a:lnTo>
                  <a:lnTo>
                    <a:pt x="6567777" y="395956"/>
                  </a:lnTo>
                  <a:lnTo>
                    <a:pt x="6567903" y="395956"/>
                  </a:lnTo>
                  <a:lnTo>
                    <a:pt x="6568030" y="395956"/>
                  </a:lnTo>
                  <a:lnTo>
                    <a:pt x="6568156" y="395956"/>
                  </a:lnTo>
                  <a:lnTo>
                    <a:pt x="6568282" y="395956"/>
                  </a:lnTo>
                  <a:lnTo>
                    <a:pt x="6568408" y="395956"/>
                  </a:lnTo>
                  <a:lnTo>
                    <a:pt x="6568534" y="395956"/>
                  </a:lnTo>
                  <a:lnTo>
                    <a:pt x="6568660" y="395956"/>
                  </a:lnTo>
                  <a:lnTo>
                    <a:pt x="6568786" y="395956"/>
                  </a:lnTo>
                  <a:lnTo>
                    <a:pt x="6568912" y="395956"/>
                  </a:lnTo>
                  <a:lnTo>
                    <a:pt x="6569038" y="395956"/>
                  </a:lnTo>
                  <a:lnTo>
                    <a:pt x="6569164" y="395956"/>
                  </a:lnTo>
                  <a:lnTo>
                    <a:pt x="6569290" y="395956"/>
                  </a:lnTo>
                  <a:lnTo>
                    <a:pt x="6569417" y="395956"/>
                  </a:lnTo>
                  <a:lnTo>
                    <a:pt x="6569543" y="395956"/>
                  </a:lnTo>
                  <a:lnTo>
                    <a:pt x="6569669" y="395956"/>
                  </a:lnTo>
                  <a:lnTo>
                    <a:pt x="6569795" y="395956"/>
                  </a:lnTo>
                  <a:lnTo>
                    <a:pt x="6569921" y="395956"/>
                  </a:lnTo>
                  <a:lnTo>
                    <a:pt x="6570047" y="395956"/>
                  </a:lnTo>
                  <a:lnTo>
                    <a:pt x="6570173" y="395956"/>
                  </a:lnTo>
                  <a:lnTo>
                    <a:pt x="6570299" y="395956"/>
                  </a:lnTo>
                  <a:lnTo>
                    <a:pt x="6570425" y="395956"/>
                  </a:lnTo>
                  <a:lnTo>
                    <a:pt x="6570551" y="395956"/>
                  </a:lnTo>
                  <a:lnTo>
                    <a:pt x="6570677" y="395956"/>
                  </a:lnTo>
                  <a:lnTo>
                    <a:pt x="6570803" y="395956"/>
                  </a:lnTo>
                  <a:lnTo>
                    <a:pt x="6570930" y="395956"/>
                  </a:lnTo>
                  <a:lnTo>
                    <a:pt x="6571056" y="395956"/>
                  </a:lnTo>
                  <a:lnTo>
                    <a:pt x="6571182" y="395956"/>
                  </a:lnTo>
                  <a:lnTo>
                    <a:pt x="6571308" y="395956"/>
                  </a:lnTo>
                  <a:lnTo>
                    <a:pt x="6571434" y="395956"/>
                  </a:lnTo>
                  <a:lnTo>
                    <a:pt x="6571560" y="395956"/>
                  </a:lnTo>
                  <a:lnTo>
                    <a:pt x="6571686" y="395956"/>
                  </a:lnTo>
                  <a:lnTo>
                    <a:pt x="6571812" y="395956"/>
                  </a:lnTo>
                  <a:lnTo>
                    <a:pt x="6571938" y="395956"/>
                  </a:lnTo>
                  <a:lnTo>
                    <a:pt x="6572064" y="395956"/>
                  </a:lnTo>
                  <a:lnTo>
                    <a:pt x="6572190" y="395956"/>
                  </a:lnTo>
                  <a:lnTo>
                    <a:pt x="6572317" y="395956"/>
                  </a:lnTo>
                  <a:lnTo>
                    <a:pt x="6572443" y="395956"/>
                  </a:lnTo>
                  <a:lnTo>
                    <a:pt x="6572569" y="395956"/>
                  </a:lnTo>
                  <a:lnTo>
                    <a:pt x="6572695" y="395956"/>
                  </a:lnTo>
                  <a:lnTo>
                    <a:pt x="6572821" y="395956"/>
                  </a:lnTo>
                  <a:lnTo>
                    <a:pt x="6572947" y="395956"/>
                  </a:lnTo>
                  <a:lnTo>
                    <a:pt x="6573073" y="395956"/>
                  </a:lnTo>
                  <a:lnTo>
                    <a:pt x="6573199" y="395956"/>
                  </a:lnTo>
                  <a:lnTo>
                    <a:pt x="6573325" y="395956"/>
                  </a:lnTo>
                  <a:lnTo>
                    <a:pt x="6573451" y="395956"/>
                  </a:lnTo>
                  <a:lnTo>
                    <a:pt x="6573577" y="395956"/>
                  </a:lnTo>
                  <a:lnTo>
                    <a:pt x="6573704" y="395956"/>
                  </a:lnTo>
                  <a:lnTo>
                    <a:pt x="6573830" y="395956"/>
                  </a:lnTo>
                  <a:lnTo>
                    <a:pt x="6573956" y="395956"/>
                  </a:lnTo>
                  <a:lnTo>
                    <a:pt x="6574082" y="395956"/>
                  </a:lnTo>
                  <a:lnTo>
                    <a:pt x="6574208" y="395956"/>
                  </a:lnTo>
                  <a:lnTo>
                    <a:pt x="6574334" y="395956"/>
                  </a:lnTo>
                  <a:lnTo>
                    <a:pt x="6574460" y="395956"/>
                  </a:lnTo>
                  <a:lnTo>
                    <a:pt x="6574586" y="395956"/>
                  </a:lnTo>
                  <a:lnTo>
                    <a:pt x="6574712" y="395956"/>
                  </a:lnTo>
                  <a:lnTo>
                    <a:pt x="6574838" y="395956"/>
                  </a:lnTo>
                  <a:lnTo>
                    <a:pt x="6574964" y="395956"/>
                  </a:lnTo>
                  <a:lnTo>
                    <a:pt x="6575090" y="395956"/>
                  </a:lnTo>
                  <a:lnTo>
                    <a:pt x="6575217" y="395956"/>
                  </a:lnTo>
                  <a:lnTo>
                    <a:pt x="6575343" y="395956"/>
                  </a:lnTo>
                  <a:lnTo>
                    <a:pt x="6575469" y="395956"/>
                  </a:lnTo>
                  <a:lnTo>
                    <a:pt x="6575595" y="395956"/>
                  </a:lnTo>
                  <a:lnTo>
                    <a:pt x="6575721" y="395956"/>
                  </a:lnTo>
                  <a:lnTo>
                    <a:pt x="6575847" y="395956"/>
                  </a:lnTo>
                  <a:lnTo>
                    <a:pt x="6575973" y="395956"/>
                  </a:lnTo>
                  <a:lnTo>
                    <a:pt x="6576099" y="395956"/>
                  </a:lnTo>
                  <a:lnTo>
                    <a:pt x="6576225" y="395956"/>
                  </a:lnTo>
                  <a:lnTo>
                    <a:pt x="6576351" y="395956"/>
                  </a:lnTo>
                  <a:lnTo>
                    <a:pt x="6576477" y="395956"/>
                  </a:lnTo>
                  <a:lnTo>
                    <a:pt x="6576604" y="395956"/>
                  </a:lnTo>
                  <a:lnTo>
                    <a:pt x="6576730" y="395956"/>
                  </a:lnTo>
                  <a:lnTo>
                    <a:pt x="6576856" y="395956"/>
                  </a:lnTo>
                  <a:lnTo>
                    <a:pt x="6576982" y="395956"/>
                  </a:lnTo>
                  <a:lnTo>
                    <a:pt x="6577108" y="395956"/>
                  </a:lnTo>
                  <a:lnTo>
                    <a:pt x="6577234" y="395956"/>
                  </a:lnTo>
                  <a:lnTo>
                    <a:pt x="6577360" y="395956"/>
                  </a:lnTo>
                  <a:lnTo>
                    <a:pt x="6577486" y="395956"/>
                  </a:lnTo>
                  <a:lnTo>
                    <a:pt x="6577612" y="395956"/>
                  </a:lnTo>
                  <a:lnTo>
                    <a:pt x="6577738" y="395956"/>
                  </a:lnTo>
                  <a:lnTo>
                    <a:pt x="6577864" y="395956"/>
                  </a:lnTo>
                  <a:lnTo>
                    <a:pt x="6577990" y="395956"/>
                  </a:lnTo>
                  <a:lnTo>
                    <a:pt x="6578117" y="395956"/>
                  </a:lnTo>
                  <a:lnTo>
                    <a:pt x="6578243" y="395956"/>
                  </a:lnTo>
                  <a:lnTo>
                    <a:pt x="6578369" y="395956"/>
                  </a:lnTo>
                  <a:lnTo>
                    <a:pt x="6578495" y="395956"/>
                  </a:lnTo>
                  <a:lnTo>
                    <a:pt x="6578621" y="395956"/>
                  </a:lnTo>
                  <a:lnTo>
                    <a:pt x="6578747" y="395956"/>
                  </a:lnTo>
                  <a:lnTo>
                    <a:pt x="6578873" y="395956"/>
                  </a:lnTo>
                  <a:lnTo>
                    <a:pt x="6578999" y="395956"/>
                  </a:lnTo>
                  <a:lnTo>
                    <a:pt x="6579125" y="395956"/>
                  </a:lnTo>
                  <a:lnTo>
                    <a:pt x="6579251" y="395956"/>
                  </a:lnTo>
                  <a:lnTo>
                    <a:pt x="6579377" y="395956"/>
                  </a:lnTo>
                  <a:lnTo>
                    <a:pt x="6579504" y="395956"/>
                  </a:lnTo>
                  <a:lnTo>
                    <a:pt x="6579630" y="395956"/>
                  </a:lnTo>
                  <a:lnTo>
                    <a:pt x="6579756" y="395956"/>
                  </a:lnTo>
                  <a:lnTo>
                    <a:pt x="6579882" y="395956"/>
                  </a:lnTo>
                  <a:lnTo>
                    <a:pt x="6580008" y="395956"/>
                  </a:lnTo>
                  <a:lnTo>
                    <a:pt x="6580134" y="395956"/>
                  </a:lnTo>
                  <a:lnTo>
                    <a:pt x="6580134" y="390677"/>
                  </a:lnTo>
                  <a:lnTo>
                    <a:pt x="6580260" y="390677"/>
                  </a:lnTo>
                  <a:lnTo>
                    <a:pt x="6580386" y="390677"/>
                  </a:lnTo>
                  <a:lnTo>
                    <a:pt x="6580386" y="385397"/>
                  </a:lnTo>
                  <a:lnTo>
                    <a:pt x="6580512" y="385397"/>
                  </a:lnTo>
                  <a:lnTo>
                    <a:pt x="6580638" y="385397"/>
                  </a:lnTo>
                  <a:lnTo>
                    <a:pt x="6580764" y="385397"/>
                  </a:lnTo>
                  <a:lnTo>
                    <a:pt x="6580764" y="380118"/>
                  </a:lnTo>
                  <a:lnTo>
                    <a:pt x="6580891" y="380118"/>
                  </a:lnTo>
                  <a:lnTo>
                    <a:pt x="6581017" y="380118"/>
                  </a:lnTo>
                  <a:lnTo>
                    <a:pt x="6581143" y="380118"/>
                  </a:lnTo>
                  <a:lnTo>
                    <a:pt x="6581269" y="380118"/>
                  </a:lnTo>
                  <a:lnTo>
                    <a:pt x="6581395" y="380118"/>
                  </a:lnTo>
                  <a:lnTo>
                    <a:pt x="6581521" y="380118"/>
                  </a:lnTo>
                  <a:lnTo>
                    <a:pt x="6581647" y="380118"/>
                  </a:lnTo>
                  <a:lnTo>
                    <a:pt x="6581773" y="380118"/>
                  </a:lnTo>
                  <a:lnTo>
                    <a:pt x="6581899" y="380118"/>
                  </a:lnTo>
                  <a:lnTo>
                    <a:pt x="6582025" y="380118"/>
                  </a:lnTo>
                  <a:lnTo>
                    <a:pt x="6582151" y="380118"/>
                  </a:lnTo>
                  <a:lnTo>
                    <a:pt x="6582277" y="380118"/>
                  </a:lnTo>
                  <a:lnTo>
                    <a:pt x="6582404" y="380118"/>
                  </a:lnTo>
                  <a:lnTo>
                    <a:pt x="6582530" y="380118"/>
                  </a:lnTo>
                  <a:lnTo>
                    <a:pt x="6582656" y="380118"/>
                  </a:lnTo>
                  <a:lnTo>
                    <a:pt x="6582782" y="380118"/>
                  </a:lnTo>
                  <a:lnTo>
                    <a:pt x="6582908" y="380118"/>
                  </a:lnTo>
                  <a:lnTo>
                    <a:pt x="6583034" y="380118"/>
                  </a:lnTo>
                  <a:lnTo>
                    <a:pt x="6583160" y="380118"/>
                  </a:lnTo>
                  <a:lnTo>
                    <a:pt x="6583286" y="380118"/>
                  </a:lnTo>
                  <a:lnTo>
                    <a:pt x="6583412" y="380118"/>
                  </a:lnTo>
                  <a:lnTo>
                    <a:pt x="6583538" y="380118"/>
                  </a:lnTo>
                  <a:lnTo>
                    <a:pt x="6583664" y="380118"/>
                  </a:lnTo>
                  <a:lnTo>
                    <a:pt x="6583791" y="380118"/>
                  </a:lnTo>
                  <a:lnTo>
                    <a:pt x="6583917" y="380118"/>
                  </a:lnTo>
                  <a:lnTo>
                    <a:pt x="6584043" y="380118"/>
                  </a:lnTo>
                  <a:lnTo>
                    <a:pt x="6584169" y="380118"/>
                  </a:lnTo>
                  <a:lnTo>
                    <a:pt x="6584295" y="380118"/>
                  </a:lnTo>
                  <a:lnTo>
                    <a:pt x="6584421" y="380118"/>
                  </a:lnTo>
                  <a:lnTo>
                    <a:pt x="6584547" y="380118"/>
                  </a:lnTo>
                  <a:lnTo>
                    <a:pt x="6584673" y="380118"/>
                  </a:lnTo>
                  <a:lnTo>
                    <a:pt x="6584799" y="380118"/>
                  </a:lnTo>
                  <a:lnTo>
                    <a:pt x="6584925" y="380118"/>
                  </a:lnTo>
                  <a:lnTo>
                    <a:pt x="6585051" y="380118"/>
                  </a:lnTo>
                  <a:lnTo>
                    <a:pt x="6585177" y="380118"/>
                  </a:lnTo>
                  <a:lnTo>
                    <a:pt x="6585304" y="380118"/>
                  </a:lnTo>
                  <a:lnTo>
                    <a:pt x="6585430" y="380118"/>
                  </a:lnTo>
                  <a:lnTo>
                    <a:pt x="6585556" y="380118"/>
                  </a:lnTo>
                  <a:lnTo>
                    <a:pt x="6585682" y="380118"/>
                  </a:lnTo>
                  <a:lnTo>
                    <a:pt x="6585808" y="380118"/>
                  </a:lnTo>
                  <a:lnTo>
                    <a:pt x="6585934" y="380118"/>
                  </a:lnTo>
                  <a:lnTo>
                    <a:pt x="6586060" y="380118"/>
                  </a:lnTo>
                  <a:lnTo>
                    <a:pt x="6586186" y="380118"/>
                  </a:lnTo>
                  <a:lnTo>
                    <a:pt x="6586312" y="380118"/>
                  </a:lnTo>
                  <a:lnTo>
                    <a:pt x="6586438" y="380118"/>
                  </a:lnTo>
                  <a:lnTo>
                    <a:pt x="6586564" y="380118"/>
                  </a:lnTo>
                  <a:lnTo>
                    <a:pt x="6586691" y="380118"/>
                  </a:lnTo>
                  <a:lnTo>
                    <a:pt x="6586817" y="380118"/>
                  </a:lnTo>
                  <a:lnTo>
                    <a:pt x="6586943" y="380118"/>
                  </a:lnTo>
                  <a:lnTo>
                    <a:pt x="6587069" y="380118"/>
                  </a:lnTo>
                  <a:lnTo>
                    <a:pt x="6587195" y="380118"/>
                  </a:lnTo>
                  <a:lnTo>
                    <a:pt x="6587321" y="380118"/>
                  </a:lnTo>
                  <a:lnTo>
                    <a:pt x="6587447" y="380118"/>
                  </a:lnTo>
                  <a:lnTo>
                    <a:pt x="6587573" y="380118"/>
                  </a:lnTo>
                  <a:lnTo>
                    <a:pt x="6587699" y="380118"/>
                  </a:lnTo>
                  <a:lnTo>
                    <a:pt x="6587825" y="380118"/>
                  </a:lnTo>
                  <a:lnTo>
                    <a:pt x="6587951" y="380118"/>
                  </a:lnTo>
                  <a:lnTo>
                    <a:pt x="6588078" y="380118"/>
                  </a:lnTo>
                  <a:lnTo>
                    <a:pt x="6588204" y="380118"/>
                  </a:lnTo>
                  <a:lnTo>
                    <a:pt x="6588330" y="380118"/>
                  </a:lnTo>
                  <a:lnTo>
                    <a:pt x="6588456" y="380118"/>
                  </a:lnTo>
                  <a:lnTo>
                    <a:pt x="6588582" y="380118"/>
                  </a:lnTo>
                  <a:lnTo>
                    <a:pt x="6588708" y="380118"/>
                  </a:lnTo>
                  <a:lnTo>
                    <a:pt x="6588834" y="380118"/>
                  </a:lnTo>
                  <a:lnTo>
                    <a:pt x="6588960" y="380118"/>
                  </a:lnTo>
                  <a:lnTo>
                    <a:pt x="6589086" y="380118"/>
                  </a:lnTo>
                  <a:lnTo>
                    <a:pt x="6589212" y="380118"/>
                  </a:lnTo>
                  <a:lnTo>
                    <a:pt x="6589338" y="380118"/>
                  </a:lnTo>
                  <a:lnTo>
                    <a:pt x="6589464" y="380118"/>
                  </a:lnTo>
                  <a:lnTo>
                    <a:pt x="6589591" y="380118"/>
                  </a:lnTo>
                  <a:lnTo>
                    <a:pt x="6589717" y="380118"/>
                  </a:lnTo>
                  <a:lnTo>
                    <a:pt x="6589843" y="380118"/>
                  </a:lnTo>
                  <a:lnTo>
                    <a:pt x="6589969" y="380118"/>
                  </a:lnTo>
                  <a:lnTo>
                    <a:pt x="6590095" y="380118"/>
                  </a:lnTo>
                  <a:lnTo>
                    <a:pt x="6590095" y="374838"/>
                  </a:lnTo>
                  <a:lnTo>
                    <a:pt x="6590221" y="374838"/>
                  </a:lnTo>
                  <a:lnTo>
                    <a:pt x="6590347" y="374838"/>
                  </a:lnTo>
                  <a:lnTo>
                    <a:pt x="6590473" y="374838"/>
                  </a:lnTo>
                  <a:lnTo>
                    <a:pt x="6590599" y="374838"/>
                  </a:lnTo>
                  <a:lnTo>
                    <a:pt x="6590725" y="374838"/>
                  </a:lnTo>
                  <a:lnTo>
                    <a:pt x="6590851" y="374838"/>
                  </a:lnTo>
                  <a:lnTo>
                    <a:pt x="6590978" y="374838"/>
                  </a:lnTo>
                  <a:lnTo>
                    <a:pt x="6591104" y="374838"/>
                  </a:lnTo>
                  <a:lnTo>
                    <a:pt x="6591230" y="374838"/>
                  </a:lnTo>
                  <a:lnTo>
                    <a:pt x="6591356" y="374838"/>
                  </a:lnTo>
                  <a:lnTo>
                    <a:pt x="6591482" y="374838"/>
                  </a:lnTo>
                  <a:lnTo>
                    <a:pt x="6591608" y="374838"/>
                  </a:lnTo>
                  <a:lnTo>
                    <a:pt x="6591734" y="374838"/>
                  </a:lnTo>
                  <a:lnTo>
                    <a:pt x="6591860" y="374838"/>
                  </a:lnTo>
                  <a:lnTo>
                    <a:pt x="6591986" y="374838"/>
                  </a:lnTo>
                  <a:lnTo>
                    <a:pt x="6592112" y="374838"/>
                  </a:lnTo>
                  <a:lnTo>
                    <a:pt x="6592238" y="374838"/>
                  </a:lnTo>
                  <a:lnTo>
                    <a:pt x="6592364" y="374838"/>
                  </a:lnTo>
                  <a:lnTo>
                    <a:pt x="6592491" y="374838"/>
                  </a:lnTo>
                  <a:lnTo>
                    <a:pt x="6592617" y="374838"/>
                  </a:lnTo>
                  <a:lnTo>
                    <a:pt x="6592743" y="374838"/>
                  </a:lnTo>
                  <a:lnTo>
                    <a:pt x="6592869" y="374838"/>
                  </a:lnTo>
                  <a:lnTo>
                    <a:pt x="6592995" y="374838"/>
                  </a:lnTo>
                  <a:lnTo>
                    <a:pt x="6593121" y="374838"/>
                  </a:lnTo>
                  <a:lnTo>
                    <a:pt x="6593247" y="374838"/>
                  </a:lnTo>
                  <a:lnTo>
                    <a:pt x="6593373" y="374838"/>
                  </a:lnTo>
                  <a:lnTo>
                    <a:pt x="6593499" y="374838"/>
                  </a:lnTo>
                  <a:lnTo>
                    <a:pt x="6593625" y="374838"/>
                  </a:lnTo>
                  <a:lnTo>
                    <a:pt x="6593751" y="374838"/>
                  </a:lnTo>
                  <a:lnTo>
                    <a:pt x="6593878" y="374838"/>
                  </a:lnTo>
                  <a:lnTo>
                    <a:pt x="6594004" y="374838"/>
                  </a:lnTo>
                  <a:lnTo>
                    <a:pt x="6594130" y="374838"/>
                  </a:lnTo>
                  <a:lnTo>
                    <a:pt x="6594256" y="374838"/>
                  </a:lnTo>
                  <a:lnTo>
                    <a:pt x="6594382" y="374838"/>
                  </a:lnTo>
                  <a:lnTo>
                    <a:pt x="6594508" y="374838"/>
                  </a:lnTo>
                  <a:lnTo>
                    <a:pt x="6594634" y="374838"/>
                  </a:lnTo>
                  <a:lnTo>
                    <a:pt x="6594760" y="374838"/>
                  </a:lnTo>
                  <a:lnTo>
                    <a:pt x="6594886" y="374838"/>
                  </a:lnTo>
                  <a:lnTo>
                    <a:pt x="6595012" y="374838"/>
                  </a:lnTo>
                  <a:lnTo>
                    <a:pt x="6595138" y="374838"/>
                  </a:lnTo>
                  <a:lnTo>
                    <a:pt x="6595264" y="374838"/>
                  </a:lnTo>
                  <a:lnTo>
                    <a:pt x="6595391" y="374838"/>
                  </a:lnTo>
                  <a:lnTo>
                    <a:pt x="6595517" y="374838"/>
                  </a:lnTo>
                  <a:lnTo>
                    <a:pt x="6595643" y="374838"/>
                  </a:lnTo>
                  <a:lnTo>
                    <a:pt x="6595769" y="374838"/>
                  </a:lnTo>
                  <a:lnTo>
                    <a:pt x="6595895" y="374838"/>
                  </a:lnTo>
                  <a:lnTo>
                    <a:pt x="6596021" y="374838"/>
                  </a:lnTo>
                  <a:lnTo>
                    <a:pt x="6596147" y="374838"/>
                  </a:lnTo>
                  <a:lnTo>
                    <a:pt x="6596273" y="374838"/>
                  </a:lnTo>
                  <a:lnTo>
                    <a:pt x="6596399" y="374838"/>
                  </a:lnTo>
                  <a:lnTo>
                    <a:pt x="6596525" y="374838"/>
                  </a:lnTo>
                  <a:lnTo>
                    <a:pt x="6596651" y="374838"/>
                  </a:lnTo>
                  <a:lnTo>
                    <a:pt x="6596778" y="374838"/>
                  </a:lnTo>
                  <a:lnTo>
                    <a:pt x="6596904" y="374838"/>
                  </a:lnTo>
                  <a:lnTo>
                    <a:pt x="6597030" y="374838"/>
                  </a:lnTo>
                  <a:lnTo>
                    <a:pt x="6597156" y="374838"/>
                  </a:lnTo>
                  <a:lnTo>
                    <a:pt x="6597282" y="374838"/>
                  </a:lnTo>
                  <a:lnTo>
                    <a:pt x="6597408" y="374838"/>
                  </a:lnTo>
                  <a:lnTo>
                    <a:pt x="6597534" y="374838"/>
                  </a:lnTo>
                  <a:lnTo>
                    <a:pt x="6597660" y="374838"/>
                  </a:lnTo>
                  <a:lnTo>
                    <a:pt x="6597786" y="374838"/>
                  </a:lnTo>
                  <a:lnTo>
                    <a:pt x="6597912" y="374838"/>
                  </a:lnTo>
                  <a:lnTo>
                    <a:pt x="6598038" y="374838"/>
                  </a:lnTo>
                  <a:lnTo>
                    <a:pt x="6598165" y="374838"/>
                  </a:lnTo>
                  <a:lnTo>
                    <a:pt x="6598291" y="374838"/>
                  </a:lnTo>
                  <a:lnTo>
                    <a:pt x="6598417" y="374838"/>
                  </a:lnTo>
                  <a:lnTo>
                    <a:pt x="6598543" y="374838"/>
                  </a:lnTo>
                  <a:lnTo>
                    <a:pt x="6598669" y="374838"/>
                  </a:lnTo>
                  <a:lnTo>
                    <a:pt x="6598795" y="374838"/>
                  </a:lnTo>
                  <a:lnTo>
                    <a:pt x="6598921" y="374838"/>
                  </a:lnTo>
                  <a:lnTo>
                    <a:pt x="6599047" y="374838"/>
                  </a:lnTo>
                  <a:lnTo>
                    <a:pt x="6599173" y="374838"/>
                  </a:lnTo>
                  <a:lnTo>
                    <a:pt x="6599299" y="374838"/>
                  </a:lnTo>
                  <a:lnTo>
                    <a:pt x="6599425" y="374838"/>
                  </a:lnTo>
                  <a:lnTo>
                    <a:pt x="6599551" y="374838"/>
                  </a:lnTo>
                  <a:lnTo>
                    <a:pt x="6599678" y="374838"/>
                  </a:lnTo>
                  <a:lnTo>
                    <a:pt x="6599804" y="374838"/>
                  </a:lnTo>
                  <a:lnTo>
                    <a:pt x="6599930" y="374838"/>
                  </a:lnTo>
                  <a:lnTo>
                    <a:pt x="6600056" y="374838"/>
                  </a:lnTo>
                  <a:lnTo>
                    <a:pt x="6600182" y="374838"/>
                  </a:lnTo>
                  <a:lnTo>
                    <a:pt x="6600308" y="374838"/>
                  </a:lnTo>
                  <a:lnTo>
                    <a:pt x="6600434" y="374838"/>
                  </a:lnTo>
                  <a:lnTo>
                    <a:pt x="6600560" y="374838"/>
                  </a:lnTo>
                  <a:lnTo>
                    <a:pt x="6600686" y="374838"/>
                  </a:lnTo>
                  <a:lnTo>
                    <a:pt x="6600812" y="374838"/>
                  </a:lnTo>
                  <a:lnTo>
                    <a:pt x="6600938" y="374838"/>
                  </a:lnTo>
                  <a:lnTo>
                    <a:pt x="6601065" y="374838"/>
                  </a:lnTo>
                  <a:lnTo>
                    <a:pt x="6601191" y="374838"/>
                  </a:lnTo>
                  <a:lnTo>
                    <a:pt x="6601317" y="374838"/>
                  </a:lnTo>
                  <a:lnTo>
                    <a:pt x="6601443" y="374838"/>
                  </a:lnTo>
                  <a:lnTo>
                    <a:pt x="6601569" y="374838"/>
                  </a:lnTo>
                  <a:lnTo>
                    <a:pt x="6601695" y="374838"/>
                  </a:lnTo>
                  <a:lnTo>
                    <a:pt x="6601821" y="374838"/>
                  </a:lnTo>
                  <a:lnTo>
                    <a:pt x="6601947" y="374838"/>
                  </a:lnTo>
                  <a:lnTo>
                    <a:pt x="6602073" y="374838"/>
                  </a:lnTo>
                  <a:lnTo>
                    <a:pt x="6602199" y="374838"/>
                  </a:lnTo>
                  <a:lnTo>
                    <a:pt x="6602325" y="374838"/>
                  </a:lnTo>
                  <a:lnTo>
                    <a:pt x="6602451" y="374838"/>
                  </a:lnTo>
                  <a:lnTo>
                    <a:pt x="6602578" y="374838"/>
                  </a:lnTo>
                  <a:lnTo>
                    <a:pt x="6602704" y="374838"/>
                  </a:lnTo>
                  <a:lnTo>
                    <a:pt x="6602830" y="374838"/>
                  </a:lnTo>
                  <a:lnTo>
                    <a:pt x="6602956" y="374838"/>
                  </a:lnTo>
                  <a:lnTo>
                    <a:pt x="6603082" y="374838"/>
                  </a:lnTo>
                  <a:lnTo>
                    <a:pt x="6603208" y="374838"/>
                  </a:lnTo>
                  <a:lnTo>
                    <a:pt x="6603334" y="374838"/>
                  </a:lnTo>
                  <a:lnTo>
                    <a:pt x="6603460" y="374838"/>
                  </a:lnTo>
                  <a:lnTo>
                    <a:pt x="6603586" y="374838"/>
                  </a:lnTo>
                  <a:lnTo>
                    <a:pt x="6603712" y="374838"/>
                  </a:lnTo>
                  <a:lnTo>
                    <a:pt x="6603838" y="374838"/>
                  </a:lnTo>
                  <a:lnTo>
                    <a:pt x="6603965" y="374838"/>
                  </a:lnTo>
                  <a:lnTo>
                    <a:pt x="6604091" y="374838"/>
                  </a:lnTo>
                  <a:lnTo>
                    <a:pt x="6604217" y="374838"/>
                  </a:lnTo>
                  <a:lnTo>
                    <a:pt x="6604343" y="374838"/>
                  </a:lnTo>
                  <a:lnTo>
                    <a:pt x="6604469" y="374838"/>
                  </a:lnTo>
                  <a:lnTo>
                    <a:pt x="6604595" y="374838"/>
                  </a:lnTo>
                  <a:lnTo>
                    <a:pt x="6604721" y="374838"/>
                  </a:lnTo>
                  <a:lnTo>
                    <a:pt x="6604847" y="374838"/>
                  </a:lnTo>
                  <a:lnTo>
                    <a:pt x="6604973" y="374838"/>
                  </a:lnTo>
                  <a:lnTo>
                    <a:pt x="6605099" y="374838"/>
                  </a:lnTo>
                  <a:lnTo>
                    <a:pt x="6605225" y="374838"/>
                  </a:lnTo>
                  <a:lnTo>
                    <a:pt x="6605352" y="374838"/>
                  </a:lnTo>
                  <a:lnTo>
                    <a:pt x="6605478" y="374838"/>
                  </a:lnTo>
                  <a:lnTo>
                    <a:pt x="6605604" y="374838"/>
                  </a:lnTo>
                  <a:lnTo>
                    <a:pt x="6605730" y="374838"/>
                  </a:lnTo>
                  <a:lnTo>
                    <a:pt x="6605856" y="374838"/>
                  </a:lnTo>
                  <a:lnTo>
                    <a:pt x="6605982" y="374838"/>
                  </a:lnTo>
                  <a:lnTo>
                    <a:pt x="6606108" y="374838"/>
                  </a:lnTo>
                  <a:lnTo>
                    <a:pt x="6606234" y="374838"/>
                  </a:lnTo>
                  <a:lnTo>
                    <a:pt x="6606360" y="374838"/>
                  </a:lnTo>
                  <a:lnTo>
                    <a:pt x="6606486" y="374838"/>
                  </a:lnTo>
                  <a:lnTo>
                    <a:pt x="6606612" y="374838"/>
                  </a:lnTo>
                  <a:lnTo>
                    <a:pt x="6606738" y="374838"/>
                  </a:lnTo>
                  <a:lnTo>
                    <a:pt x="6606865" y="374838"/>
                  </a:lnTo>
                  <a:lnTo>
                    <a:pt x="6606991" y="374838"/>
                  </a:lnTo>
                  <a:lnTo>
                    <a:pt x="6607117" y="374838"/>
                  </a:lnTo>
                  <a:lnTo>
                    <a:pt x="6607243" y="374838"/>
                  </a:lnTo>
                  <a:lnTo>
                    <a:pt x="6607369" y="374838"/>
                  </a:lnTo>
                  <a:lnTo>
                    <a:pt x="6607495" y="374838"/>
                  </a:lnTo>
                  <a:lnTo>
                    <a:pt x="6607621" y="374838"/>
                  </a:lnTo>
                  <a:lnTo>
                    <a:pt x="6607747" y="374838"/>
                  </a:lnTo>
                  <a:lnTo>
                    <a:pt x="6607873" y="374838"/>
                  </a:lnTo>
                  <a:lnTo>
                    <a:pt x="6607999" y="374838"/>
                  </a:lnTo>
                  <a:lnTo>
                    <a:pt x="6608125" y="374838"/>
                  </a:lnTo>
                  <a:lnTo>
                    <a:pt x="6608252" y="374838"/>
                  </a:lnTo>
                  <a:lnTo>
                    <a:pt x="6608378" y="374838"/>
                  </a:lnTo>
                  <a:lnTo>
                    <a:pt x="6608504" y="374838"/>
                  </a:lnTo>
                  <a:lnTo>
                    <a:pt x="6608630" y="374838"/>
                  </a:lnTo>
                  <a:lnTo>
                    <a:pt x="6608756" y="374838"/>
                  </a:lnTo>
                  <a:lnTo>
                    <a:pt x="6608882" y="374838"/>
                  </a:lnTo>
                  <a:lnTo>
                    <a:pt x="6609008" y="374838"/>
                  </a:lnTo>
                  <a:lnTo>
                    <a:pt x="6609134" y="374838"/>
                  </a:lnTo>
                  <a:lnTo>
                    <a:pt x="6609260" y="374838"/>
                  </a:lnTo>
                  <a:lnTo>
                    <a:pt x="6609386" y="374838"/>
                  </a:lnTo>
                  <a:lnTo>
                    <a:pt x="6609512" y="374838"/>
                  </a:lnTo>
                  <a:lnTo>
                    <a:pt x="6609638" y="374838"/>
                  </a:lnTo>
                  <a:lnTo>
                    <a:pt x="6609765" y="374838"/>
                  </a:lnTo>
                  <a:lnTo>
                    <a:pt x="6609891" y="374838"/>
                  </a:lnTo>
                  <a:lnTo>
                    <a:pt x="6610017" y="374838"/>
                  </a:lnTo>
                  <a:lnTo>
                    <a:pt x="6610143" y="374838"/>
                  </a:lnTo>
                  <a:lnTo>
                    <a:pt x="6610269" y="374838"/>
                  </a:lnTo>
                  <a:lnTo>
                    <a:pt x="6610395" y="374838"/>
                  </a:lnTo>
                  <a:lnTo>
                    <a:pt x="6610521" y="374838"/>
                  </a:lnTo>
                  <a:lnTo>
                    <a:pt x="6610647" y="374838"/>
                  </a:lnTo>
                  <a:lnTo>
                    <a:pt x="6610773" y="374838"/>
                  </a:lnTo>
                  <a:lnTo>
                    <a:pt x="6610899" y="374838"/>
                  </a:lnTo>
                  <a:lnTo>
                    <a:pt x="6611025" y="374838"/>
                  </a:lnTo>
                  <a:lnTo>
                    <a:pt x="6611152" y="374838"/>
                  </a:lnTo>
                  <a:lnTo>
                    <a:pt x="6611278" y="374838"/>
                  </a:lnTo>
                  <a:lnTo>
                    <a:pt x="6611404" y="374838"/>
                  </a:lnTo>
                  <a:lnTo>
                    <a:pt x="6611530" y="374838"/>
                  </a:lnTo>
                  <a:lnTo>
                    <a:pt x="6611656" y="374838"/>
                  </a:lnTo>
                  <a:lnTo>
                    <a:pt x="6611782" y="374838"/>
                  </a:lnTo>
                  <a:lnTo>
                    <a:pt x="6611908" y="374838"/>
                  </a:lnTo>
                  <a:lnTo>
                    <a:pt x="6612034" y="374838"/>
                  </a:lnTo>
                  <a:lnTo>
                    <a:pt x="6612160" y="374838"/>
                  </a:lnTo>
                  <a:lnTo>
                    <a:pt x="6612286" y="374838"/>
                  </a:lnTo>
                  <a:lnTo>
                    <a:pt x="6612412" y="374838"/>
                  </a:lnTo>
                  <a:lnTo>
                    <a:pt x="6612538" y="374838"/>
                  </a:lnTo>
                  <a:lnTo>
                    <a:pt x="6612665" y="374838"/>
                  </a:lnTo>
                  <a:lnTo>
                    <a:pt x="6612791" y="374838"/>
                  </a:lnTo>
                  <a:lnTo>
                    <a:pt x="6612917" y="374838"/>
                  </a:lnTo>
                  <a:lnTo>
                    <a:pt x="6613043" y="374838"/>
                  </a:lnTo>
                  <a:lnTo>
                    <a:pt x="6613169" y="374838"/>
                  </a:lnTo>
                  <a:lnTo>
                    <a:pt x="6613295" y="374838"/>
                  </a:lnTo>
                  <a:lnTo>
                    <a:pt x="6613421" y="374838"/>
                  </a:lnTo>
                  <a:lnTo>
                    <a:pt x="6613547" y="374838"/>
                  </a:lnTo>
                  <a:lnTo>
                    <a:pt x="6613673" y="374838"/>
                  </a:lnTo>
                  <a:lnTo>
                    <a:pt x="6613799" y="374838"/>
                  </a:lnTo>
                  <a:lnTo>
                    <a:pt x="6613925" y="374838"/>
                  </a:lnTo>
                  <a:lnTo>
                    <a:pt x="6614052" y="374838"/>
                  </a:lnTo>
                  <a:lnTo>
                    <a:pt x="6614178" y="374838"/>
                  </a:lnTo>
                  <a:lnTo>
                    <a:pt x="6614304" y="374838"/>
                  </a:lnTo>
                  <a:lnTo>
                    <a:pt x="6614430" y="374838"/>
                  </a:lnTo>
                  <a:lnTo>
                    <a:pt x="6614556" y="374838"/>
                  </a:lnTo>
                  <a:lnTo>
                    <a:pt x="6614682" y="374838"/>
                  </a:lnTo>
                  <a:lnTo>
                    <a:pt x="6614808" y="374838"/>
                  </a:lnTo>
                  <a:lnTo>
                    <a:pt x="6614934" y="374838"/>
                  </a:lnTo>
                  <a:lnTo>
                    <a:pt x="6615060" y="374838"/>
                  </a:lnTo>
                  <a:lnTo>
                    <a:pt x="6615186" y="374838"/>
                  </a:lnTo>
                  <a:lnTo>
                    <a:pt x="6615312" y="374838"/>
                  </a:lnTo>
                  <a:lnTo>
                    <a:pt x="6615439" y="374838"/>
                  </a:lnTo>
                  <a:lnTo>
                    <a:pt x="6615565" y="374838"/>
                  </a:lnTo>
                  <a:lnTo>
                    <a:pt x="6615691" y="374838"/>
                  </a:lnTo>
                  <a:lnTo>
                    <a:pt x="6615817" y="374838"/>
                  </a:lnTo>
                  <a:lnTo>
                    <a:pt x="6615943" y="374838"/>
                  </a:lnTo>
                  <a:lnTo>
                    <a:pt x="6616069" y="374838"/>
                  </a:lnTo>
                  <a:lnTo>
                    <a:pt x="6616195" y="374838"/>
                  </a:lnTo>
                  <a:lnTo>
                    <a:pt x="6616321" y="374838"/>
                  </a:lnTo>
                  <a:lnTo>
                    <a:pt x="6616447" y="374838"/>
                  </a:lnTo>
                  <a:lnTo>
                    <a:pt x="6616573" y="374838"/>
                  </a:lnTo>
                  <a:lnTo>
                    <a:pt x="6616699" y="374838"/>
                  </a:lnTo>
                  <a:lnTo>
                    <a:pt x="6616825" y="374838"/>
                  </a:lnTo>
                  <a:lnTo>
                    <a:pt x="6616952" y="374838"/>
                  </a:lnTo>
                  <a:lnTo>
                    <a:pt x="6617078" y="374838"/>
                  </a:lnTo>
                  <a:lnTo>
                    <a:pt x="6617204" y="374838"/>
                  </a:lnTo>
                  <a:lnTo>
                    <a:pt x="6617330" y="374838"/>
                  </a:lnTo>
                  <a:lnTo>
                    <a:pt x="6617456" y="374838"/>
                  </a:lnTo>
                  <a:lnTo>
                    <a:pt x="6617582" y="374838"/>
                  </a:lnTo>
                  <a:lnTo>
                    <a:pt x="6617708" y="374838"/>
                  </a:lnTo>
                  <a:lnTo>
                    <a:pt x="6617834" y="374838"/>
                  </a:lnTo>
                  <a:lnTo>
                    <a:pt x="6617960" y="374838"/>
                  </a:lnTo>
                  <a:lnTo>
                    <a:pt x="6618086" y="374838"/>
                  </a:lnTo>
                  <a:lnTo>
                    <a:pt x="6618212" y="374838"/>
                  </a:lnTo>
                  <a:lnTo>
                    <a:pt x="6618339" y="374838"/>
                  </a:lnTo>
                  <a:lnTo>
                    <a:pt x="6618465" y="374838"/>
                  </a:lnTo>
                  <a:lnTo>
                    <a:pt x="6618591" y="374838"/>
                  </a:lnTo>
                  <a:lnTo>
                    <a:pt x="6618717" y="374838"/>
                  </a:lnTo>
                  <a:lnTo>
                    <a:pt x="6618843" y="374838"/>
                  </a:lnTo>
                  <a:lnTo>
                    <a:pt x="6618969" y="374838"/>
                  </a:lnTo>
                  <a:lnTo>
                    <a:pt x="6619095" y="374838"/>
                  </a:lnTo>
                  <a:lnTo>
                    <a:pt x="6619221" y="374838"/>
                  </a:lnTo>
                  <a:lnTo>
                    <a:pt x="6619347" y="374838"/>
                  </a:lnTo>
                  <a:lnTo>
                    <a:pt x="6619473" y="374838"/>
                  </a:lnTo>
                  <a:lnTo>
                    <a:pt x="6619599" y="374838"/>
                  </a:lnTo>
                  <a:lnTo>
                    <a:pt x="6619725" y="374838"/>
                  </a:lnTo>
                  <a:lnTo>
                    <a:pt x="6619852" y="374838"/>
                  </a:lnTo>
                  <a:lnTo>
                    <a:pt x="6619978" y="374838"/>
                  </a:lnTo>
                  <a:lnTo>
                    <a:pt x="6620104" y="374838"/>
                  </a:lnTo>
                  <a:lnTo>
                    <a:pt x="6620230" y="374838"/>
                  </a:lnTo>
                  <a:lnTo>
                    <a:pt x="6620356" y="374838"/>
                  </a:lnTo>
                  <a:lnTo>
                    <a:pt x="6620482" y="374838"/>
                  </a:lnTo>
                  <a:lnTo>
                    <a:pt x="6620608" y="374838"/>
                  </a:lnTo>
                  <a:lnTo>
                    <a:pt x="6620734" y="374838"/>
                  </a:lnTo>
                  <a:lnTo>
                    <a:pt x="6620860" y="374838"/>
                  </a:lnTo>
                  <a:lnTo>
                    <a:pt x="6620986" y="374838"/>
                  </a:lnTo>
                  <a:lnTo>
                    <a:pt x="6621112" y="374838"/>
                  </a:lnTo>
                  <a:lnTo>
                    <a:pt x="6621239" y="374838"/>
                  </a:lnTo>
                  <a:lnTo>
                    <a:pt x="6621365" y="374838"/>
                  </a:lnTo>
                  <a:lnTo>
                    <a:pt x="6621491" y="374838"/>
                  </a:lnTo>
                  <a:lnTo>
                    <a:pt x="6621617" y="374838"/>
                  </a:lnTo>
                  <a:lnTo>
                    <a:pt x="6621743" y="374838"/>
                  </a:lnTo>
                  <a:lnTo>
                    <a:pt x="6621869" y="374838"/>
                  </a:lnTo>
                  <a:lnTo>
                    <a:pt x="6621995" y="374838"/>
                  </a:lnTo>
                  <a:lnTo>
                    <a:pt x="6622121" y="374838"/>
                  </a:lnTo>
                  <a:lnTo>
                    <a:pt x="6622247" y="374838"/>
                  </a:lnTo>
                  <a:lnTo>
                    <a:pt x="6622373" y="374838"/>
                  </a:lnTo>
                  <a:lnTo>
                    <a:pt x="6622499" y="374838"/>
                  </a:lnTo>
                  <a:lnTo>
                    <a:pt x="6622626" y="374838"/>
                  </a:lnTo>
                  <a:lnTo>
                    <a:pt x="6622752" y="374838"/>
                  </a:lnTo>
                  <a:lnTo>
                    <a:pt x="6622878" y="374838"/>
                  </a:lnTo>
                  <a:lnTo>
                    <a:pt x="6623004" y="374838"/>
                  </a:lnTo>
                  <a:lnTo>
                    <a:pt x="6623130" y="374838"/>
                  </a:lnTo>
                  <a:lnTo>
                    <a:pt x="6623256" y="374838"/>
                  </a:lnTo>
                  <a:lnTo>
                    <a:pt x="6623382" y="374838"/>
                  </a:lnTo>
                  <a:lnTo>
                    <a:pt x="6623508" y="374838"/>
                  </a:lnTo>
                  <a:lnTo>
                    <a:pt x="6623634" y="374838"/>
                  </a:lnTo>
                  <a:lnTo>
                    <a:pt x="6623760" y="374838"/>
                  </a:lnTo>
                  <a:lnTo>
                    <a:pt x="6623886" y="374838"/>
                  </a:lnTo>
                  <a:lnTo>
                    <a:pt x="6624012" y="374838"/>
                  </a:lnTo>
                  <a:lnTo>
                    <a:pt x="6624139" y="374838"/>
                  </a:lnTo>
                  <a:lnTo>
                    <a:pt x="6624265" y="374838"/>
                  </a:lnTo>
                  <a:lnTo>
                    <a:pt x="6624391" y="374838"/>
                  </a:lnTo>
                  <a:lnTo>
                    <a:pt x="6624517" y="374838"/>
                  </a:lnTo>
                  <a:lnTo>
                    <a:pt x="6624643" y="374838"/>
                  </a:lnTo>
                  <a:lnTo>
                    <a:pt x="6624769" y="374838"/>
                  </a:lnTo>
                  <a:lnTo>
                    <a:pt x="6624895" y="374838"/>
                  </a:lnTo>
                  <a:lnTo>
                    <a:pt x="6625021" y="374838"/>
                  </a:lnTo>
                  <a:lnTo>
                    <a:pt x="6625147" y="374838"/>
                  </a:lnTo>
                  <a:lnTo>
                    <a:pt x="6625273" y="374838"/>
                  </a:lnTo>
                  <a:lnTo>
                    <a:pt x="6625399" y="374838"/>
                  </a:lnTo>
                  <a:lnTo>
                    <a:pt x="6625526" y="374838"/>
                  </a:lnTo>
                  <a:lnTo>
                    <a:pt x="6625652" y="374838"/>
                  </a:lnTo>
                  <a:lnTo>
                    <a:pt x="6625778" y="374838"/>
                  </a:lnTo>
                  <a:lnTo>
                    <a:pt x="6625904" y="374838"/>
                  </a:lnTo>
                  <a:lnTo>
                    <a:pt x="6626030" y="374838"/>
                  </a:lnTo>
                  <a:lnTo>
                    <a:pt x="6626156" y="374838"/>
                  </a:lnTo>
                  <a:lnTo>
                    <a:pt x="6626282" y="374838"/>
                  </a:lnTo>
                  <a:lnTo>
                    <a:pt x="6626408" y="374838"/>
                  </a:lnTo>
                  <a:lnTo>
                    <a:pt x="6626534" y="374838"/>
                  </a:lnTo>
                  <a:lnTo>
                    <a:pt x="6626660" y="374838"/>
                  </a:lnTo>
                  <a:lnTo>
                    <a:pt x="6626786" y="374838"/>
                  </a:lnTo>
                  <a:lnTo>
                    <a:pt x="6626912" y="374838"/>
                  </a:lnTo>
                  <a:lnTo>
                    <a:pt x="6627039" y="374838"/>
                  </a:lnTo>
                  <a:lnTo>
                    <a:pt x="6627165" y="374838"/>
                  </a:lnTo>
                  <a:lnTo>
                    <a:pt x="6627291" y="374838"/>
                  </a:lnTo>
                  <a:lnTo>
                    <a:pt x="6627417" y="374838"/>
                  </a:lnTo>
                  <a:lnTo>
                    <a:pt x="6627543" y="374838"/>
                  </a:lnTo>
                  <a:lnTo>
                    <a:pt x="6627669" y="374838"/>
                  </a:lnTo>
                  <a:lnTo>
                    <a:pt x="6627795" y="374838"/>
                  </a:lnTo>
                  <a:lnTo>
                    <a:pt x="6627921" y="374838"/>
                  </a:lnTo>
                  <a:lnTo>
                    <a:pt x="6628047" y="374838"/>
                  </a:lnTo>
                  <a:lnTo>
                    <a:pt x="6628173" y="374838"/>
                  </a:lnTo>
                  <a:lnTo>
                    <a:pt x="6628299" y="374838"/>
                  </a:lnTo>
                  <a:lnTo>
                    <a:pt x="6628426" y="374838"/>
                  </a:lnTo>
                  <a:lnTo>
                    <a:pt x="6628552" y="374838"/>
                  </a:lnTo>
                  <a:lnTo>
                    <a:pt x="6628678" y="374838"/>
                  </a:lnTo>
                  <a:lnTo>
                    <a:pt x="6628804" y="374838"/>
                  </a:lnTo>
                  <a:lnTo>
                    <a:pt x="6628930" y="374838"/>
                  </a:lnTo>
                  <a:lnTo>
                    <a:pt x="6629056" y="374838"/>
                  </a:lnTo>
                  <a:lnTo>
                    <a:pt x="6629182" y="374838"/>
                  </a:lnTo>
                  <a:lnTo>
                    <a:pt x="6629308" y="374838"/>
                  </a:lnTo>
                  <a:lnTo>
                    <a:pt x="6629434" y="374838"/>
                  </a:lnTo>
                  <a:lnTo>
                    <a:pt x="6629560" y="374838"/>
                  </a:lnTo>
                  <a:lnTo>
                    <a:pt x="6629686" y="374838"/>
                  </a:lnTo>
                  <a:lnTo>
                    <a:pt x="6629813" y="374838"/>
                  </a:lnTo>
                  <a:lnTo>
                    <a:pt x="6629939" y="374838"/>
                  </a:lnTo>
                  <a:lnTo>
                    <a:pt x="6630065" y="374838"/>
                  </a:lnTo>
                  <a:lnTo>
                    <a:pt x="6630191" y="374838"/>
                  </a:lnTo>
                  <a:lnTo>
                    <a:pt x="6630317" y="374838"/>
                  </a:lnTo>
                  <a:lnTo>
                    <a:pt x="6630443" y="374838"/>
                  </a:lnTo>
                  <a:lnTo>
                    <a:pt x="6630569" y="374838"/>
                  </a:lnTo>
                  <a:lnTo>
                    <a:pt x="6630695" y="374838"/>
                  </a:lnTo>
                  <a:lnTo>
                    <a:pt x="6630821" y="374838"/>
                  </a:lnTo>
                  <a:lnTo>
                    <a:pt x="6630947" y="374838"/>
                  </a:lnTo>
                  <a:lnTo>
                    <a:pt x="6631073" y="374838"/>
                  </a:lnTo>
                  <a:lnTo>
                    <a:pt x="6631199" y="374838"/>
                  </a:lnTo>
                  <a:lnTo>
                    <a:pt x="6631326" y="374838"/>
                  </a:lnTo>
                  <a:lnTo>
                    <a:pt x="6631452" y="374838"/>
                  </a:lnTo>
                  <a:lnTo>
                    <a:pt x="6631578" y="374838"/>
                  </a:lnTo>
                  <a:lnTo>
                    <a:pt x="6631704" y="374838"/>
                  </a:lnTo>
                  <a:lnTo>
                    <a:pt x="6631830" y="374838"/>
                  </a:lnTo>
                  <a:lnTo>
                    <a:pt x="6631956" y="374838"/>
                  </a:lnTo>
                  <a:lnTo>
                    <a:pt x="6632082" y="374838"/>
                  </a:lnTo>
                  <a:lnTo>
                    <a:pt x="6632208" y="374838"/>
                  </a:lnTo>
                  <a:lnTo>
                    <a:pt x="6632334" y="374838"/>
                  </a:lnTo>
                  <a:lnTo>
                    <a:pt x="6632460" y="374838"/>
                  </a:lnTo>
                  <a:lnTo>
                    <a:pt x="6632586" y="374838"/>
                  </a:lnTo>
                  <a:lnTo>
                    <a:pt x="6632713" y="374838"/>
                  </a:lnTo>
                  <a:lnTo>
                    <a:pt x="6632839" y="374838"/>
                  </a:lnTo>
                  <a:lnTo>
                    <a:pt x="6632965" y="374838"/>
                  </a:lnTo>
                  <a:lnTo>
                    <a:pt x="6633091" y="374838"/>
                  </a:lnTo>
                  <a:lnTo>
                    <a:pt x="6633217" y="374838"/>
                  </a:lnTo>
                  <a:lnTo>
                    <a:pt x="6633343" y="374838"/>
                  </a:lnTo>
                  <a:lnTo>
                    <a:pt x="6633469" y="374838"/>
                  </a:lnTo>
                  <a:lnTo>
                    <a:pt x="6633595" y="374838"/>
                  </a:lnTo>
                  <a:lnTo>
                    <a:pt x="6633721" y="374838"/>
                  </a:lnTo>
                  <a:lnTo>
                    <a:pt x="6633847" y="374838"/>
                  </a:lnTo>
                  <a:lnTo>
                    <a:pt x="6633973" y="374838"/>
                  </a:lnTo>
                  <a:lnTo>
                    <a:pt x="6634099" y="374838"/>
                  </a:lnTo>
                  <a:lnTo>
                    <a:pt x="6634226" y="374838"/>
                  </a:lnTo>
                  <a:lnTo>
                    <a:pt x="6634352" y="374838"/>
                  </a:lnTo>
                  <a:lnTo>
                    <a:pt x="6634478" y="374838"/>
                  </a:lnTo>
                  <a:lnTo>
                    <a:pt x="6634604" y="374838"/>
                  </a:lnTo>
                  <a:lnTo>
                    <a:pt x="6634730" y="374838"/>
                  </a:lnTo>
                  <a:lnTo>
                    <a:pt x="6634856" y="374838"/>
                  </a:lnTo>
                  <a:lnTo>
                    <a:pt x="6634982" y="374838"/>
                  </a:lnTo>
                  <a:lnTo>
                    <a:pt x="6635108" y="374838"/>
                  </a:lnTo>
                  <a:lnTo>
                    <a:pt x="6635234" y="374838"/>
                  </a:lnTo>
                  <a:lnTo>
                    <a:pt x="6635360" y="374838"/>
                  </a:lnTo>
                  <a:lnTo>
                    <a:pt x="6635486" y="374838"/>
                  </a:lnTo>
                  <a:lnTo>
                    <a:pt x="6635613" y="374838"/>
                  </a:lnTo>
                  <a:lnTo>
                    <a:pt x="6635739" y="374838"/>
                  </a:lnTo>
                  <a:lnTo>
                    <a:pt x="6635865" y="374838"/>
                  </a:lnTo>
                  <a:lnTo>
                    <a:pt x="6635991" y="374838"/>
                  </a:lnTo>
                  <a:lnTo>
                    <a:pt x="6636117" y="374838"/>
                  </a:lnTo>
                  <a:lnTo>
                    <a:pt x="6636243" y="374838"/>
                  </a:lnTo>
                  <a:lnTo>
                    <a:pt x="6636369" y="374838"/>
                  </a:lnTo>
                  <a:lnTo>
                    <a:pt x="6636495" y="374838"/>
                  </a:lnTo>
                  <a:lnTo>
                    <a:pt x="6636621" y="374838"/>
                  </a:lnTo>
                  <a:lnTo>
                    <a:pt x="6636747" y="374838"/>
                  </a:lnTo>
                  <a:lnTo>
                    <a:pt x="6636873" y="374838"/>
                  </a:lnTo>
                  <a:lnTo>
                    <a:pt x="6636999" y="374838"/>
                  </a:lnTo>
                  <a:lnTo>
                    <a:pt x="6637126" y="374838"/>
                  </a:lnTo>
                  <a:lnTo>
                    <a:pt x="6637126" y="369559"/>
                  </a:lnTo>
                  <a:lnTo>
                    <a:pt x="6637252" y="369559"/>
                  </a:lnTo>
                  <a:lnTo>
                    <a:pt x="6637378" y="369559"/>
                  </a:lnTo>
                  <a:lnTo>
                    <a:pt x="6637504" y="369559"/>
                  </a:lnTo>
                  <a:lnTo>
                    <a:pt x="6637630" y="369559"/>
                  </a:lnTo>
                  <a:lnTo>
                    <a:pt x="6637756" y="369559"/>
                  </a:lnTo>
                  <a:lnTo>
                    <a:pt x="6637882" y="369559"/>
                  </a:lnTo>
                  <a:lnTo>
                    <a:pt x="6638008" y="369559"/>
                  </a:lnTo>
                  <a:lnTo>
                    <a:pt x="6638134" y="369559"/>
                  </a:lnTo>
                  <a:lnTo>
                    <a:pt x="6638260" y="369559"/>
                  </a:lnTo>
                  <a:lnTo>
                    <a:pt x="6638386" y="369559"/>
                  </a:lnTo>
                  <a:lnTo>
                    <a:pt x="6638513" y="369559"/>
                  </a:lnTo>
                  <a:lnTo>
                    <a:pt x="6638639" y="369559"/>
                  </a:lnTo>
                  <a:lnTo>
                    <a:pt x="6638765" y="369559"/>
                  </a:lnTo>
                  <a:lnTo>
                    <a:pt x="6638891" y="369559"/>
                  </a:lnTo>
                  <a:lnTo>
                    <a:pt x="6638891" y="364280"/>
                  </a:lnTo>
                  <a:lnTo>
                    <a:pt x="6638891" y="359000"/>
                  </a:lnTo>
                  <a:lnTo>
                    <a:pt x="6639017" y="359000"/>
                  </a:lnTo>
                  <a:lnTo>
                    <a:pt x="6639143" y="359000"/>
                  </a:lnTo>
                  <a:lnTo>
                    <a:pt x="6639269" y="359000"/>
                  </a:lnTo>
                  <a:lnTo>
                    <a:pt x="6639395" y="359000"/>
                  </a:lnTo>
                  <a:lnTo>
                    <a:pt x="6639521" y="359000"/>
                  </a:lnTo>
                  <a:lnTo>
                    <a:pt x="6639647" y="359000"/>
                  </a:lnTo>
                  <a:lnTo>
                    <a:pt x="6639773" y="359000"/>
                  </a:lnTo>
                  <a:lnTo>
                    <a:pt x="6639900" y="359000"/>
                  </a:lnTo>
                  <a:lnTo>
                    <a:pt x="6640026" y="359000"/>
                  </a:lnTo>
                  <a:lnTo>
                    <a:pt x="6640152" y="359000"/>
                  </a:lnTo>
                  <a:lnTo>
                    <a:pt x="6640152" y="353721"/>
                  </a:lnTo>
                  <a:lnTo>
                    <a:pt x="6640278" y="353721"/>
                  </a:lnTo>
                  <a:lnTo>
                    <a:pt x="6640404" y="353721"/>
                  </a:lnTo>
                  <a:lnTo>
                    <a:pt x="6640530" y="353721"/>
                  </a:lnTo>
                  <a:lnTo>
                    <a:pt x="6640656" y="353721"/>
                  </a:lnTo>
                  <a:lnTo>
                    <a:pt x="6640782" y="353721"/>
                  </a:lnTo>
                  <a:lnTo>
                    <a:pt x="6640908" y="353721"/>
                  </a:lnTo>
                  <a:lnTo>
                    <a:pt x="6641034" y="353721"/>
                  </a:lnTo>
                  <a:lnTo>
                    <a:pt x="6641160" y="353721"/>
                  </a:lnTo>
                  <a:lnTo>
                    <a:pt x="6641286" y="353721"/>
                  </a:lnTo>
                  <a:lnTo>
                    <a:pt x="6641413" y="353721"/>
                  </a:lnTo>
                  <a:lnTo>
                    <a:pt x="6641539" y="353721"/>
                  </a:lnTo>
                  <a:lnTo>
                    <a:pt x="6641665" y="353721"/>
                  </a:lnTo>
                  <a:lnTo>
                    <a:pt x="6641791" y="353721"/>
                  </a:lnTo>
                  <a:lnTo>
                    <a:pt x="6641917" y="353721"/>
                  </a:lnTo>
                  <a:lnTo>
                    <a:pt x="6642043" y="353721"/>
                  </a:lnTo>
                  <a:lnTo>
                    <a:pt x="6642169" y="353721"/>
                  </a:lnTo>
                  <a:lnTo>
                    <a:pt x="6642295" y="353721"/>
                  </a:lnTo>
                  <a:lnTo>
                    <a:pt x="6642421" y="353721"/>
                  </a:lnTo>
                  <a:lnTo>
                    <a:pt x="6642547" y="353721"/>
                  </a:lnTo>
                  <a:lnTo>
                    <a:pt x="6642673" y="353721"/>
                  </a:lnTo>
                  <a:lnTo>
                    <a:pt x="6642800" y="353721"/>
                  </a:lnTo>
                  <a:lnTo>
                    <a:pt x="6642926" y="353721"/>
                  </a:lnTo>
                  <a:lnTo>
                    <a:pt x="6643052" y="353721"/>
                  </a:lnTo>
                  <a:lnTo>
                    <a:pt x="6643178" y="353721"/>
                  </a:lnTo>
                  <a:lnTo>
                    <a:pt x="6643304" y="353721"/>
                  </a:lnTo>
                  <a:lnTo>
                    <a:pt x="6643430" y="353721"/>
                  </a:lnTo>
                  <a:lnTo>
                    <a:pt x="6643556" y="353721"/>
                  </a:lnTo>
                  <a:lnTo>
                    <a:pt x="6643682" y="353721"/>
                  </a:lnTo>
                  <a:lnTo>
                    <a:pt x="6643808" y="353721"/>
                  </a:lnTo>
                  <a:lnTo>
                    <a:pt x="6643934" y="353721"/>
                  </a:lnTo>
                  <a:lnTo>
                    <a:pt x="6644060" y="353721"/>
                  </a:lnTo>
                  <a:lnTo>
                    <a:pt x="6644186" y="353721"/>
                  </a:lnTo>
                  <a:lnTo>
                    <a:pt x="6644313" y="353721"/>
                  </a:lnTo>
                  <a:lnTo>
                    <a:pt x="6644439" y="353721"/>
                  </a:lnTo>
                  <a:lnTo>
                    <a:pt x="6644565" y="353721"/>
                  </a:lnTo>
                  <a:lnTo>
                    <a:pt x="6644691" y="353721"/>
                  </a:lnTo>
                  <a:lnTo>
                    <a:pt x="6644817" y="353721"/>
                  </a:lnTo>
                  <a:lnTo>
                    <a:pt x="6644943" y="353721"/>
                  </a:lnTo>
                  <a:lnTo>
                    <a:pt x="6645069" y="353721"/>
                  </a:lnTo>
                  <a:lnTo>
                    <a:pt x="6645195" y="353721"/>
                  </a:lnTo>
                  <a:lnTo>
                    <a:pt x="6645321" y="353721"/>
                  </a:lnTo>
                  <a:lnTo>
                    <a:pt x="6645447" y="353721"/>
                  </a:lnTo>
                  <a:lnTo>
                    <a:pt x="6645573" y="353721"/>
                  </a:lnTo>
                  <a:lnTo>
                    <a:pt x="6645700" y="353721"/>
                  </a:lnTo>
                  <a:lnTo>
                    <a:pt x="6645826" y="353721"/>
                  </a:lnTo>
                  <a:lnTo>
                    <a:pt x="6645952" y="353721"/>
                  </a:lnTo>
                  <a:lnTo>
                    <a:pt x="6646078" y="353721"/>
                  </a:lnTo>
                  <a:lnTo>
                    <a:pt x="6646204" y="353721"/>
                  </a:lnTo>
                  <a:lnTo>
                    <a:pt x="6646330" y="353721"/>
                  </a:lnTo>
                  <a:lnTo>
                    <a:pt x="6646456" y="353721"/>
                  </a:lnTo>
                  <a:lnTo>
                    <a:pt x="6646582" y="353721"/>
                  </a:lnTo>
                  <a:lnTo>
                    <a:pt x="6646708" y="353721"/>
                  </a:lnTo>
                  <a:lnTo>
                    <a:pt x="6646834" y="353721"/>
                  </a:lnTo>
                  <a:lnTo>
                    <a:pt x="6646960" y="353721"/>
                  </a:lnTo>
                  <a:lnTo>
                    <a:pt x="6647087" y="353721"/>
                  </a:lnTo>
                  <a:lnTo>
                    <a:pt x="6647213" y="353721"/>
                  </a:lnTo>
                  <a:lnTo>
                    <a:pt x="6647339" y="353721"/>
                  </a:lnTo>
                  <a:lnTo>
                    <a:pt x="6647465" y="353721"/>
                  </a:lnTo>
                  <a:lnTo>
                    <a:pt x="6647591" y="353721"/>
                  </a:lnTo>
                  <a:lnTo>
                    <a:pt x="6647717" y="353721"/>
                  </a:lnTo>
                  <a:lnTo>
                    <a:pt x="6647843" y="353721"/>
                  </a:lnTo>
                  <a:lnTo>
                    <a:pt x="6647969" y="353721"/>
                  </a:lnTo>
                  <a:lnTo>
                    <a:pt x="6648095" y="353721"/>
                  </a:lnTo>
                  <a:lnTo>
                    <a:pt x="6648221" y="353721"/>
                  </a:lnTo>
                  <a:lnTo>
                    <a:pt x="6648347" y="353721"/>
                  </a:lnTo>
                  <a:lnTo>
                    <a:pt x="6648473" y="353721"/>
                  </a:lnTo>
                  <a:lnTo>
                    <a:pt x="6648600" y="353721"/>
                  </a:lnTo>
                  <a:lnTo>
                    <a:pt x="6648726" y="353721"/>
                  </a:lnTo>
                  <a:lnTo>
                    <a:pt x="6648852" y="353721"/>
                  </a:lnTo>
                  <a:lnTo>
                    <a:pt x="6648978" y="353721"/>
                  </a:lnTo>
                  <a:lnTo>
                    <a:pt x="6649104" y="353721"/>
                  </a:lnTo>
                  <a:lnTo>
                    <a:pt x="6649230" y="353721"/>
                  </a:lnTo>
                  <a:lnTo>
                    <a:pt x="6649356" y="353721"/>
                  </a:lnTo>
                  <a:lnTo>
                    <a:pt x="6649482" y="353721"/>
                  </a:lnTo>
                  <a:lnTo>
                    <a:pt x="6649608" y="353721"/>
                  </a:lnTo>
                  <a:lnTo>
                    <a:pt x="6649734" y="353721"/>
                  </a:lnTo>
                  <a:lnTo>
                    <a:pt x="6649860" y="353721"/>
                  </a:lnTo>
                  <a:lnTo>
                    <a:pt x="6649987" y="353721"/>
                  </a:lnTo>
                  <a:lnTo>
                    <a:pt x="6650113" y="353721"/>
                  </a:lnTo>
                  <a:lnTo>
                    <a:pt x="6650239" y="353721"/>
                  </a:lnTo>
                  <a:lnTo>
                    <a:pt x="6650365" y="353721"/>
                  </a:lnTo>
                  <a:lnTo>
                    <a:pt x="6650491" y="353721"/>
                  </a:lnTo>
                  <a:lnTo>
                    <a:pt x="6650617" y="353721"/>
                  </a:lnTo>
                  <a:lnTo>
                    <a:pt x="6650743" y="353721"/>
                  </a:lnTo>
                  <a:lnTo>
                    <a:pt x="6650869" y="353721"/>
                  </a:lnTo>
                  <a:lnTo>
                    <a:pt x="6650995" y="353721"/>
                  </a:lnTo>
                  <a:lnTo>
                    <a:pt x="6651121" y="353721"/>
                  </a:lnTo>
                  <a:lnTo>
                    <a:pt x="6651247" y="353721"/>
                  </a:lnTo>
                  <a:lnTo>
                    <a:pt x="6651373" y="353721"/>
                  </a:lnTo>
                  <a:lnTo>
                    <a:pt x="6651500" y="353721"/>
                  </a:lnTo>
                  <a:lnTo>
                    <a:pt x="6651626" y="353721"/>
                  </a:lnTo>
                  <a:lnTo>
                    <a:pt x="6651752" y="353721"/>
                  </a:lnTo>
                  <a:lnTo>
                    <a:pt x="6651878" y="353721"/>
                  </a:lnTo>
                  <a:lnTo>
                    <a:pt x="6652004" y="353721"/>
                  </a:lnTo>
                  <a:lnTo>
                    <a:pt x="6652130" y="353721"/>
                  </a:lnTo>
                  <a:lnTo>
                    <a:pt x="6652256" y="353721"/>
                  </a:lnTo>
                  <a:lnTo>
                    <a:pt x="6652382" y="353721"/>
                  </a:lnTo>
                  <a:lnTo>
                    <a:pt x="6652508" y="353721"/>
                  </a:lnTo>
                  <a:lnTo>
                    <a:pt x="6652634" y="353721"/>
                  </a:lnTo>
                  <a:lnTo>
                    <a:pt x="6652760" y="353721"/>
                  </a:lnTo>
                  <a:lnTo>
                    <a:pt x="6652887" y="353721"/>
                  </a:lnTo>
                  <a:lnTo>
                    <a:pt x="6653013" y="353721"/>
                  </a:lnTo>
                  <a:lnTo>
                    <a:pt x="6653139" y="353721"/>
                  </a:lnTo>
                  <a:lnTo>
                    <a:pt x="6653265" y="353721"/>
                  </a:lnTo>
                  <a:lnTo>
                    <a:pt x="6653391" y="353721"/>
                  </a:lnTo>
                  <a:lnTo>
                    <a:pt x="6653517" y="353721"/>
                  </a:lnTo>
                  <a:lnTo>
                    <a:pt x="6653643" y="353721"/>
                  </a:lnTo>
                  <a:lnTo>
                    <a:pt x="6653769" y="353721"/>
                  </a:lnTo>
                  <a:lnTo>
                    <a:pt x="6653895" y="353721"/>
                  </a:lnTo>
                  <a:lnTo>
                    <a:pt x="6654021" y="353721"/>
                  </a:lnTo>
                  <a:lnTo>
                    <a:pt x="6654147" y="353721"/>
                  </a:lnTo>
                  <a:lnTo>
                    <a:pt x="6654273" y="353721"/>
                  </a:lnTo>
                  <a:lnTo>
                    <a:pt x="6654400" y="353721"/>
                  </a:lnTo>
                  <a:lnTo>
                    <a:pt x="6654526" y="353721"/>
                  </a:lnTo>
                  <a:lnTo>
                    <a:pt x="6654652" y="353721"/>
                  </a:lnTo>
                  <a:lnTo>
                    <a:pt x="6654778" y="353721"/>
                  </a:lnTo>
                  <a:lnTo>
                    <a:pt x="6654904" y="353721"/>
                  </a:lnTo>
                  <a:lnTo>
                    <a:pt x="6655030" y="353721"/>
                  </a:lnTo>
                  <a:lnTo>
                    <a:pt x="6655156" y="353721"/>
                  </a:lnTo>
                  <a:lnTo>
                    <a:pt x="6655282" y="353721"/>
                  </a:lnTo>
                  <a:lnTo>
                    <a:pt x="6655408" y="353721"/>
                  </a:lnTo>
                  <a:lnTo>
                    <a:pt x="6655534" y="353721"/>
                  </a:lnTo>
                  <a:lnTo>
                    <a:pt x="6655660" y="353721"/>
                  </a:lnTo>
                  <a:lnTo>
                    <a:pt x="6655787" y="353721"/>
                  </a:lnTo>
                  <a:lnTo>
                    <a:pt x="6655913" y="353721"/>
                  </a:lnTo>
                  <a:lnTo>
                    <a:pt x="6656039" y="353721"/>
                  </a:lnTo>
                  <a:lnTo>
                    <a:pt x="6656165" y="353721"/>
                  </a:lnTo>
                  <a:lnTo>
                    <a:pt x="6656291" y="353721"/>
                  </a:lnTo>
                  <a:lnTo>
                    <a:pt x="6656417" y="353721"/>
                  </a:lnTo>
                  <a:lnTo>
                    <a:pt x="6656543" y="353721"/>
                  </a:lnTo>
                  <a:lnTo>
                    <a:pt x="6656669" y="353721"/>
                  </a:lnTo>
                  <a:lnTo>
                    <a:pt x="6656795" y="353721"/>
                  </a:lnTo>
                  <a:lnTo>
                    <a:pt x="6656921" y="353721"/>
                  </a:lnTo>
                  <a:lnTo>
                    <a:pt x="6657047" y="353721"/>
                  </a:lnTo>
                  <a:lnTo>
                    <a:pt x="6657174" y="353721"/>
                  </a:lnTo>
                  <a:lnTo>
                    <a:pt x="6657300" y="353721"/>
                  </a:lnTo>
                  <a:lnTo>
                    <a:pt x="6657426" y="353721"/>
                  </a:lnTo>
                  <a:lnTo>
                    <a:pt x="6657552" y="353721"/>
                  </a:lnTo>
                  <a:lnTo>
                    <a:pt x="6657678" y="353721"/>
                  </a:lnTo>
                  <a:lnTo>
                    <a:pt x="6657804" y="353721"/>
                  </a:lnTo>
                  <a:lnTo>
                    <a:pt x="6657930" y="353721"/>
                  </a:lnTo>
                  <a:lnTo>
                    <a:pt x="6658056" y="353721"/>
                  </a:lnTo>
                  <a:lnTo>
                    <a:pt x="6658182" y="353721"/>
                  </a:lnTo>
                  <a:lnTo>
                    <a:pt x="6658308" y="353721"/>
                  </a:lnTo>
                  <a:lnTo>
                    <a:pt x="6658434" y="353721"/>
                  </a:lnTo>
                  <a:lnTo>
                    <a:pt x="6658560" y="353721"/>
                  </a:lnTo>
                  <a:lnTo>
                    <a:pt x="6658687" y="353721"/>
                  </a:lnTo>
                  <a:lnTo>
                    <a:pt x="6658813" y="353721"/>
                  </a:lnTo>
                  <a:lnTo>
                    <a:pt x="6658939" y="353721"/>
                  </a:lnTo>
                  <a:lnTo>
                    <a:pt x="6659065" y="353721"/>
                  </a:lnTo>
                  <a:lnTo>
                    <a:pt x="6659191" y="353721"/>
                  </a:lnTo>
                  <a:lnTo>
                    <a:pt x="6659317" y="353721"/>
                  </a:lnTo>
                  <a:lnTo>
                    <a:pt x="6659443" y="353721"/>
                  </a:lnTo>
                  <a:lnTo>
                    <a:pt x="6659569" y="353721"/>
                  </a:lnTo>
                  <a:lnTo>
                    <a:pt x="6659695" y="353721"/>
                  </a:lnTo>
                  <a:lnTo>
                    <a:pt x="6659821" y="353721"/>
                  </a:lnTo>
                  <a:lnTo>
                    <a:pt x="6659947" y="353721"/>
                  </a:lnTo>
                  <a:lnTo>
                    <a:pt x="6660074" y="353721"/>
                  </a:lnTo>
                  <a:lnTo>
                    <a:pt x="6660200" y="353721"/>
                  </a:lnTo>
                  <a:lnTo>
                    <a:pt x="6660326" y="353721"/>
                  </a:lnTo>
                  <a:lnTo>
                    <a:pt x="6660452" y="353721"/>
                  </a:lnTo>
                  <a:lnTo>
                    <a:pt x="6660578" y="353721"/>
                  </a:lnTo>
                  <a:lnTo>
                    <a:pt x="6660704" y="353721"/>
                  </a:lnTo>
                  <a:lnTo>
                    <a:pt x="6660830" y="353721"/>
                  </a:lnTo>
                  <a:lnTo>
                    <a:pt x="6660956" y="353721"/>
                  </a:lnTo>
                  <a:lnTo>
                    <a:pt x="6661082" y="353721"/>
                  </a:lnTo>
                  <a:lnTo>
                    <a:pt x="6661208" y="353721"/>
                  </a:lnTo>
                  <a:lnTo>
                    <a:pt x="6661334" y="353721"/>
                  </a:lnTo>
                  <a:lnTo>
                    <a:pt x="6661460" y="353721"/>
                  </a:lnTo>
                  <a:lnTo>
                    <a:pt x="6661587" y="353721"/>
                  </a:lnTo>
                  <a:lnTo>
                    <a:pt x="6661587" y="348441"/>
                  </a:lnTo>
                  <a:lnTo>
                    <a:pt x="6661713" y="348441"/>
                  </a:lnTo>
                  <a:lnTo>
                    <a:pt x="6661839" y="348441"/>
                  </a:lnTo>
                  <a:lnTo>
                    <a:pt x="6661965" y="348441"/>
                  </a:lnTo>
                  <a:lnTo>
                    <a:pt x="6662091" y="348441"/>
                  </a:lnTo>
                  <a:lnTo>
                    <a:pt x="6662217" y="348441"/>
                  </a:lnTo>
                  <a:lnTo>
                    <a:pt x="6662343" y="348441"/>
                  </a:lnTo>
                  <a:lnTo>
                    <a:pt x="6662469" y="348441"/>
                  </a:lnTo>
                  <a:lnTo>
                    <a:pt x="6662595" y="348441"/>
                  </a:lnTo>
                  <a:lnTo>
                    <a:pt x="6662721" y="348441"/>
                  </a:lnTo>
                  <a:lnTo>
                    <a:pt x="6662847" y="348441"/>
                  </a:lnTo>
                  <a:lnTo>
                    <a:pt x="6662974" y="348441"/>
                  </a:lnTo>
                  <a:lnTo>
                    <a:pt x="6663100" y="348441"/>
                  </a:lnTo>
                  <a:lnTo>
                    <a:pt x="6663226" y="348441"/>
                  </a:lnTo>
                  <a:lnTo>
                    <a:pt x="6663352" y="348441"/>
                  </a:lnTo>
                  <a:lnTo>
                    <a:pt x="6663478" y="348441"/>
                  </a:lnTo>
                  <a:lnTo>
                    <a:pt x="6663604" y="348441"/>
                  </a:lnTo>
                  <a:lnTo>
                    <a:pt x="6663730" y="348441"/>
                  </a:lnTo>
                  <a:lnTo>
                    <a:pt x="6663856" y="348441"/>
                  </a:lnTo>
                  <a:lnTo>
                    <a:pt x="6663982" y="348441"/>
                  </a:lnTo>
                  <a:lnTo>
                    <a:pt x="6664108" y="348441"/>
                  </a:lnTo>
                  <a:lnTo>
                    <a:pt x="6664234" y="348441"/>
                  </a:lnTo>
                  <a:lnTo>
                    <a:pt x="6664361" y="348441"/>
                  </a:lnTo>
                  <a:lnTo>
                    <a:pt x="6664487" y="348441"/>
                  </a:lnTo>
                  <a:lnTo>
                    <a:pt x="6664613" y="348441"/>
                  </a:lnTo>
                  <a:lnTo>
                    <a:pt x="6664739" y="348441"/>
                  </a:lnTo>
                  <a:lnTo>
                    <a:pt x="6664865" y="348441"/>
                  </a:lnTo>
                  <a:lnTo>
                    <a:pt x="6664991" y="348441"/>
                  </a:lnTo>
                  <a:lnTo>
                    <a:pt x="6665117" y="348441"/>
                  </a:lnTo>
                  <a:lnTo>
                    <a:pt x="6665243" y="348441"/>
                  </a:lnTo>
                  <a:lnTo>
                    <a:pt x="6665369" y="348441"/>
                  </a:lnTo>
                  <a:lnTo>
                    <a:pt x="6665495" y="348441"/>
                  </a:lnTo>
                  <a:lnTo>
                    <a:pt x="6665621" y="348441"/>
                  </a:lnTo>
                  <a:lnTo>
                    <a:pt x="6665747" y="348441"/>
                  </a:lnTo>
                  <a:lnTo>
                    <a:pt x="6665874" y="348441"/>
                  </a:lnTo>
                  <a:lnTo>
                    <a:pt x="6666000" y="348441"/>
                  </a:lnTo>
                  <a:lnTo>
                    <a:pt x="6666126" y="348441"/>
                  </a:lnTo>
                  <a:lnTo>
                    <a:pt x="6666252" y="348441"/>
                  </a:lnTo>
                  <a:lnTo>
                    <a:pt x="6666378" y="348441"/>
                  </a:lnTo>
                  <a:lnTo>
                    <a:pt x="6666504" y="348441"/>
                  </a:lnTo>
                  <a:lnTo>
                    <a:pt x="6666630" y="348441"/>
                  </a:lnTo>
                  <a:lnTo>
                    <a:pt x="6666756" y="348441"/>
                  </a:lnTo>
                  <a:lnTo>
                    <a:pt x="6666882" y="348441"/>
                  </a:lnTo>
                  <a:lnTo>
                    <a:pt x="6667008" y="348441"/>
                  </a:lnTo>
                  <a:lnTo>
                    <a:pt x="6667134" y="348441"/>
                  </a:lnTo>
                  <a:lnTo>
                    <a:pt x="6667261" y="348441"/>
                  </a:lnTo>
                  <a:lnTo>
                    <a:pt x="6667387" y="348441"/>
                  </a:lnTo>
                  <a:lnTo>
                    <a:pt x="6667513" y="348441"/>
                  </a:lnTo>
                  <a:lnTo>
                    <a:pt x="6667639" y="348441"/>
                  </a:lnTo>
                  <a:lnTo>
                    <a:pt x="6667765" y="348441"/>
                  </a:lnTo>
                  <a:lnTo>
                    <a:pt x="6667891" y="348441"/>
                  </a:lnTo>
                  <a:lnTo>
                    <a:pt x="6668017" y="348441"/>
                  </a:lnTo>
                  <a:lnTo>
                    <a:pt x="6668143" y="348441"/>
                  </a:lnTo>
                  <a:lnTo>
                    <a:pt x="6668269" y="348441"/>
                  </a:lnTo>
                  <a:lnTo>
                    <a:pt x="6668395" y="348441"/>
                  </a:lnTo>
                  <a:lnTo>
                    <a:pt x="6668521" y="348441"/>
                  </a:lnTo>
                  <a:lnTo>
                    <a:pt x="6668647" y="348441"/>
                  </a:lnTo>
                  <a:lnTo>
                    <a:pt x="6668774" y="348441"/>
                  </a:lnTo>
                  <a:lnTo>
                    <a:pt x="6668900" y="348441"/>
                  </a:lnTo>
                  <a:lnTo>
                    <a:pt x="6669026" y="348441"/>
                  </a:lnTo>
                  <a:lnTo>
                    <a:pt x="6669152" y="348441"/>
                  </a:lnTo>
                  <a:lnTo>
                    <a:pt x="6669278" y="348441"/>
                  </a:lnTo>
                  <a:lnTo>
                    <a:pt x="6669404" y="348441"/>
                  </a:lnTo>
                  <a:lnTo>
                    <a:pt x="6669530" y="348441"/>
                  </a:lnTo>
                  <a:lnTo>
                    <a:pt x="6669656" y="348441"/>
                  </a:lnTo>
                  <a:lnTo>
                    <a:pt x="6669782" y="348441"/>
                  </a:lnTo>
                  <a:lnTo>
                    <a:pt x="6669908" y="348441"/>
                  </a:lnTo>
                  <a:lnTo>
                    <a:pt x="6670034" y="348441"/>
                  </a:lnTo>
                  <a:lnTo>
                    <a:pt x="6670161" y="348441"/>
                  </a:lnTo>
                  <a:lnTo>
                    <a:pt x="6670287" y="348441"/>
                  </a:lnTo>
                  <a:lnTo>
                    <a:pt x="6670413" y="348441"/>
                  </a:lnTo>
                  <a:lnTo>
                    <a:pt x="6670539" y="348441"/>
                  </a:lnTo>
                  <a:lnTo>
                    <a:pt x="6670665" y="348441"/>
                  </a:lnTo>
                  <a:lnTo>
                    <a:pt x="6670791" y="348441"/>
                  </a:lnTo>
                  <a:lnTo>
                    <a:pt x="6670917" y="348441"/>
                  </a:lnTo>
                  <a:lnTo>
                    <a:pt x="6671043" y="348441"/>
                  </a:lnTo>
                  <a:lnTo>
                    <a:pt x="6671169" y="348441"/>
                  </a:lnTo>
                  <a:lnTo>
                    <a:pt x="6671295" y="348441"/>
                  </a:lnTo>
                  <a:lnTo>
                    <a:pt x="6671421" y="348441"/>
                  </a:lnTo>
                  <a:lnTo>
                    <a:pt x="6671548" y="348441"/>
                  </a:lnTo>
                  <a:lnTo>
                    <a:pt x="6671674" y="348441"/>
                  </a:lnTo>
                  <a:lnTo>
                    <a:pt x="6671800" y="348441"/>
                  </a:lnTo>
                  <a:lnTo>
                    <a:pt x="6671926" y="348441"/>
                  </a:lnTo>
                  <a:lnTo>
                    <a:pt x="6672052" y="348441"/>
                  </a:lnTo>
                  <a:lnTo>
                    <a:pt x="6672178" y="348441"/>
                  </a:lnTo>
                  <a:lnTo>
                    <a:pt x="6672304" y="348441"/>
                  </a:lnTo>
                  <a:lnTo>
                    <a:pt x="6672430" y="348441"/>
                  </a:lnTo>
                  <a:lnTo>
                    <a:pt x="6672556" y="348441"/>
                  </a:lnTo>
                  <a:lnTo>
                    <a:pt x="6672682" y="348441"/>
                  </a:lnTo>
                  <a:lnTo>
                    <a:pt x="6672808" y="348441"/>
                  </a:lnTo>
                  <a:lnTo>
                    <a:pt x="6672934" y="348441"/>
                  </a:lnTo>
                  <a:lnTo>
                    <a:pt x="6673061" y="348441"/>
                  </a:lnTo>
                  <a:lnTo>
                    <a:pt x="6673187" y="348441"/>
                  </a:lnTo>
                  <a:lnTo>
                    <a:pt x="6673313" y="348441"/>
                  </a:lnTo>
                  <a:lnTo>
                    <a:pt x="6673439" y="348441"/>
                  </a:lnTo>
                  <a:lnTo>
                    <a:pt x="6673565" y="348441"/>
                  </a:lnTo>
                  <a:lnTo>
                    <a:pt x="6673691" y="348441"/>
                  </a:lnTo>
                  <a:lnTo>
                    <a:pt x="6673817" y="348441"/>
                  </a:lnTo>
                  <a:lnTo>
                    <a:pt x="6673943" y="348441"/>
                  </a:lnTo>
                  <a:lnTo>
                    <a:pt x="6674069" y="348441"/>
                  </a:lnTo>
                  <a:lnTo>
                    <a:pt x="6674195" y="348441"/>
                  </a:lnTo>
                  <a:lnTo>
                    <a:pt x="6674321" y="348441"/>
                  </a:lnTo>
                  <a:lnTo>
                    <a:pt x="6674321" y="343162"/>
                  </a:lnTo>
                  <a:lnTo>
                    <a:pt x="6674448" y="343162"/>
                  </a:lnTo>
                  <a:lnTo>
                    <a:pt x="6674574" y="343162"/>
                  </a:lnTo>
                  <a:lnTo>
                    <a:pt x="6674700" y="343162"/>
                  </a:lnTo>
                  <a:lnTo>
                    <a:pt x="6674826" y="343162"/>
                  </a:lnTo>
                  <a:lnTo>
                    <a:pt x="6674952" y="343162"/>
                  </a:lnTo>
                  <a:lnTo>
                    <a:pt x="6675078" y="343162"/>
                  </a:lnTo>
                  <a:lnTo>
                    <a:pt x="6675204" y="343162"/>
                  </a:lnTo>
                  <a:lnTo>
                    <a:pt x="6675330" y="343162"/>
                  </a:lnTo>
                  <a:lnTo>
                    <a:pt x="6675456" y="343162"/>
                  </a:lnTo>
                  <a:lnTo>
                    <a:pt x="6675582" y="343162"/>
                  </a:lnTo>
                  <a:lnTo>
                    <a:pt x="6675708" y="343162"/>
                  </a:lnTo>
                  <a:lnTo>
                    <a:pt x="6675834" y="343162"/>
                  </a:lnTo>
                  <a:lnTo>
                    <a:pt x="6675961" y="343162"/>
                  </a:lnTo>
                  <a:lnTo>
                    <a:pt x="6676087" y="343162"/>
                  </a:lnTo>
                  <a:lnTo>
                    <a:pt x="6676213" y="343162"/>
                  </a:lnTo>
                  <a:lnTo>
                    <a:pt x="6676339" y="343162"/>
                  </a:lnTo>
                  <a:lnTo>
                    <a:pt x="6676465" y="343162"/>
                  </a:lnTo>
                  <a:lnTo>
                    <a:pt x="6676591" y="343162"/>
                  </a:lnTo>
                  <a:lnTo>
                    <a:pt x="6676717" y="343162"/>
                  </a:lnTo>
                  <a:lnTo>
                    <a:pt x="6676843" y="343162"/>
                  </a:lnTo>
                  <a:lnTo>
                    <a:pt x="6676969" y="343162"/>
                  </a:lnTo>
                  <a:lnTo>
                    <a:pt x="6677095" y="343162"/>
                  </a:lnTo>
                  <a:lnTo>
                    <a:pt x="6677221" y="343162"/>
                  </a:lnTo>
                  <a:lnTo>
                    <a:pt x="6677348" y="343162"/>
                  </a:lnTo>
                  <a:lnTo>
                    <a:pt x="6677474" y="343162"/>
                  </a:lnTo>
                  <a:lnTo>
                    <a:pt x="6677600" y="343162"/>
                  </a:lnTo>
                  <a:lnTo>
                    <a:pt x="6677726" y="343162"/>
                  </a:lnTo>
                  <a:lnTo>
                    <a:pt x="6677852" y="343162"/>
                  </a:lnTo>
                  <a:lnTo>
                    <a:pt x="6677978" y="343162"/>
                  </a:lnTo>
                  <a:lnTo>
                    <a:pt x="6678104" y="343162"/>
                  </a:lnTo>
                  <a:lnTo>
                    <a:pt x="6678230" y="343162"/>
                  </a:lnTo>
                  <a:lnTo>
                    <a:pt x="6678356" y="343162"/>
                  </a:lnTo>
                  <a:lnTo>
                    <a:pt x="6678482" y="343162"/>
                  </a:lnTo>
                  <a:lnTo>
                    <a:pt x="6678608" y="343162"/>
                  </a:lnTo>
                  <a:lnTo>
                    <a:pt x="6678734" y="343162"/>
                  </a:lnTo>
                  <a:lnTo>
                    <a:pt x="6678861" y="343162"/>
                  </a:lnTo>
                  <a:lnTo>
                    <a:pt x="6678987" y="343162"/>
                  </a:lnTo>
                  <a:lnTo>
                    <a:pt x="6678987" y="337882"/>
                  </a:lnTo>
                  <a:lnTo>
                    <a:pt x="6679113" y="337882"/>
                  </a:lnTo>
                  <a:lnTo>
                    <a:pt x="6679239" y="337882"/>
                  </a:lnTo>
                  <a:lnTo>
                    <a:pt x="6679365" y="337882"/>
                  </a:lnTo>
                  <a:lnTo>
                    <a:pt x="6679491" y="337882"/>
                  </a:lnTo>
                  <a:lnTo>
                    <a:pt x="6679617" y="337882"/>
                  </a:lnTo>
                  <a:lnTo>
                    <a:pt x="6679743" y="337882"/>
                  </a:lnTo>
                  <a:lnTo>
                    <a:pt x="6679869" y="337882"/>
                  </a:lnTo>
                  <a:lnTo>
                    <a:pt x="6679995" y="337882"/>
                  </a:lnTo>
                  <a:lnTo>
                    <a:pt x="6680121" y="337882"/>
                  </a:lnTo>
                  <a:lnTo>
                    <a:pt x="6680248" y="337882"/>
                  </a:lnTo>
                  <a:lnTo>
                    <a:pt x="6680374" y="337882"/>
                  </a:lnTo>
                  <a:lnTo>
                    <a:pt x="6680500" y="337882"/>
                  </a:lnTo>
                  <a:lnTo>
                    <a:pt x="6680626" y="337882"/>
                  </a:lnTo>
                  <a:lnTo>
                    <a:pt x="6680752" y="337882"/>
                  </a:lnTo>
                  <a:lnTo>
                    <a:pt x="6680878" y="337882"/>
                  </a:lnTo>
                  <a:lnTo>
                    <a:pt x="6681004" y="337882"/>
                  </a:lnTo>
                  <a:lnTo>
                    <a:pt x="6681130" y="337882"/>
                  </a:lnTo>
                  <a:lnTo>
                    <a:pt x="6681256" y="337882"/>
                  </a:lnTo>
                  <a:lnTo>
                    <a:pt x="6681382" y="337882"/>
                  </a:lnTo>
                  <a:lnTo>
                    <a:pt x="6681508" y="337882"/>
                  </a:lnTo>
                  <a:lnTo>
                    <a:pt x="6681635" y="337882"/>
                  </a:lnTo>
                  <a:lnTo>
                    <a:pt x="6681761" y="337882"/>
                  </a:lnTo>
                  <a:lnTo>
                    <a:pt x="6681887" y="337882"/>
                  </a:lnTo>
                  <a:lnTo>
                    <a:pt x="6682013" y="337882"/>
                  </a:lnTo>
                  <a:lnTo>
                    <a:pt x="6682139" y="337882"/>
                  </a:lnTo>
                  <a:lnTo>
                    <a:pt x="6682265" y="337882"/>
                  </a:lnTo>
                  <a:lnTo>
                    <a:pt x="6682391" y="337882"/>
                  </a:lnTo>
                  <a:lnTo>
                    <a:pt x="6682517" y="337882"/>
                  </a:lnTo>
                  <a:lnTo>
                    <a:pt x="6682643" y="337882"/>
                  </a:lnTo>
                  <a:lnTo>
                    <a:pt x="6682769" y="337882"/>
                  </a:lnTo>
                  <a:lnTo>
                    <a:pt x="6682895" y="337882"/>
                  </a:lnTo>
                  <a:lnTo>
                    <a:pt x="6683021" y="337882"/>
                  </a:lnTo>
                  <a:lnTo>
                    <a:pt x="6683148" y="337882"/>
                  </a:lnTo>
                  <a:lnTo>
                    <a:pt x="6683274" y="337882"/>
                  </a:lnTo>
                  <a:lnTo>
                    <a:pt x="6683400" y="337882"/>
                  </a:lnTo>
                  <a:lnTo>
                    <a:pt x="6683526" y="337882"/>
                  </a:lnTo>
                  <a:lnTo>
                    <a:pt x="6683652" y="337882"/>
                  </a:lnTo>
                  <a:lnTo>
                    <a:pt x="6683778" y="337882"/>
                  </a:lnTo>
                  <a:lnTo>
                    <a:pt x="6683904" y="337882"/>
                  </a:lnTo>
                  <a:lnTo>
                    <a:pt x="6684030" y="337882"/>
                  </a:lnTo>
                  <a:lnTo>
                    <a:pt x="6684156" y="337882"/>
                  </a:lnTo>
                  <a:lnTo>
                    <a:pt x="6684282" y="337882"/>
                  </a:lnTo>
                  <a:lnTo>
                    <a:pt x="6684408" y="337882"/>
                  </a:lnTo>
                  <a:lnTo>
                    <a:pt x="6684535" y="337882"/>
                  </a:lnTo>
                  <a:lnTo>
                    <a:pt x="6684661" y="337882"/>
                  </a:lnTo>
                  <a:lnTo>
                    <a:pt x="6684787" y="337882"/>
                  </a:lnTo>
                  <a:lnTo>
                    <a:pt x="6684913" y="337882"/>
                  </a:lnTo>
                  <a:lnTo>
                    <a:pt x="6685039" y="337882"/>
                  </a:lnTo>
                  <a:lnTo>
                    <a:pt x="6685165" y="337882"/>
                  </a:lnTo>
                  <a:lnTo>
                    <a:pt x="6685291" y="337882"/>
                  </a:lnTo>
                  <a:lnTo>
                    <a:pt x="6685417" y="337882"/>
                  </a:lnTo>
                  <a:lnTo>
                    <a:pt x="6685543" y="337882"/>
                  </a:lnTo>
                  <a:lnTo>
                    <a:pt x="6685669" y="337882"/>
                  </a:lnTo>
                  <a:lnTo>
                    <a:pt x="6685795" y="337882"/>
                  </a:lnTo>
                  <a:lnTo>
                    <a:pt x="6685921" y="337882"/>
                  </a:lnTo>
                  <a:lnTo>
                    <a:pt x="6686048" y="337882"/>
                  </a:lnTo>
                  <a:lnTo>
                    <a:pt x="6686174" y="337882"/>
                  </a:lnTo>
                  <a:lnTo>
                    <a:pt x="6686300" y="337882"/>
                  </a:lnTo>
                  <a:lnTo>
                    <a:pt x="6686426" y="337882"/>
                  </a:lnTo>
                  <a:lnTo>
                    <a:pt x="6686552" y="337882"/>
                  </a:lnTo>
                  <a:lnTo>
                    <a:pt x="6686678" y="337882"/>
                  </a:lnTo>
                  <a:lnTo>
                    <a:pt x="6686804" y="337882"/>
                  </a:lnTo>
                  <a:lnTo>
                    <a:pt x="6686930" y="337882"/>
                  </a:lnTo>
                  <a:lnTo>
                    <a:pt x="6687056" y="337882"/>
                  </a:lnTo>
                  <a:lnTo>
                    <a:pt x="6687182" y="337882"/>
                  </a:lnTo>
                  <a:lnTo>
                    <a:pt x="6687308" y="337882"/>
                  </a:lnTo>
                  <a:lnTo>
                    <a:pt x="6687435" y="337882"/>
                  </a:lnTo>
                  <a:lnTo>
                    <a:pt x="6687561" y="337882"/>
                  </a:lnTo>
                  <a:lnTo>
                    <a:pt x="6687687" y="337882"/>
                  </a:lnTo>
                  <a:lnTo>
                    <a:pt x="6687813" y="337882"/>
                  </a:lnTo>
                  <a:lnTo>
                    <a:pt x="6687939" y="337882"/>
                  </a:lnTo>
                  <a:lnTo>
                    <a:pt x="6688065" y="337882"/>
                  </a:lnTo>
                  <a:lnTo>
                    <a:pt x="6688191" y="337882"/>
                  </a:lnTo>
                  <a:lnTo>
                    <a:pt x="6688317" y="337882"/>
                  </a:lnTo>
                  <a:lnTo>
                    <a:pt x="6688443" y="337882"/>
                  </a:lnTo>
                  <a:lnTo>
                    <a:pt x="6688569" y="337882"/>
                  </a:lnTo>
                  <a:lnTo>
                    <a:pt x="6688695" y="337882"/>
                  </a:lnTo>
                  <a:lnTo>
                    <a:pt x="6688822" y="337882"/>
                  </a:lnTo>
                  <a:lnTo>
                    <a:pt x="6688948" y="337882"/>
                  </a:lnTo>
                  <a:lnTo>
                    <a:pt x="6689074" y="337882"/>
                  </a:lnTo>
                  <a:lnTo>
                    <a:pt x="6689200" y="337882"/>
                  </a:lnTo>
                  <a:lnTo>
                    <a:pt x="6689326" y="337882"/>
                  </a:lnTo>
                  <a:lnTo>
                    <a:pt x="6689452" y="337882"/>
                  </a:lnTo>
                  <a:lnTo>
                    <a:pt x="6689578" y="337882"/>
                  </a:lnTo>
                  <a:lnTo>
                    <a:pt x="6689704" y="337882"/>
                  </a:lnTo>
                  <a:lnTo>
                    <a:pt x="6689830" y="337882"/>
                  </a:lnTo>
                  <a:lnTo>
                    <a:pt x="6689956" y="337882"/>
                  </a:lnTo>
                  <a:lnTo>
                    <a:pt x="6690082" y="337882"/>
                  </a:lnTo>
                  <a:lnTo>
                    <a:pt x="6690208" y="337882"/>
                  </a:lnTo>
                  <a:lnTo>
                    <a:pt x="6690335" y="337882"/>
                  </a:lnTo>
                  <a:lnTo>
                    <a:pt x="6690461" y="337882"/>
                  </a:lnTo>
                  <a:lnTo>
                    <a:pt x="6690587" y="337882"/>
                  </a:lnTo>
                  <a:lnTo>
                    <a:pt x="6690713" y="337882"/>
                  </a:lnTo>
                  <a:lnTo>
                    <a:pt x="6690839" y="337882"/>
                  </a:lnTo>
                  <a:lnTo>
                    <a:pt x="6690965" y="337882"/>
                  </a:lnTo>
                  <a:lnTo>
                    <a:pt x="6691091" y="337882"/>
                  </a:lnTo>
                  <a:lnTo>
                    <a:pt x="6691217" y="337882"/>
                  </a:lnTo>
                  <a:lnTo>
                    <a:pt x="6691343" y="337882"/>
                  </a:lnTo>
                  <a:lnTo>
                    <a:pt x="6691469" y="337882"/>
                  </a:lnTo>
                  <a:lnTo>
                    <a:pt x="6691595" y="337882"/>
                  </a:lnTo>
                  <a:lnTo>
                    <a:pt x="6691722" y="337882"/>
                  </a:lnTo>
                  <a:lnTo>
                    <a:pt x="6691848" y="337882"/>
                  </a:lnTo>
                  <a:lnTo>
                    <a:pt x="6691974" y="337882"/>
                  </a:lnTo>
                  <a:lnTo>
                    <a:pt x="6692100" y="337882"/>
                  </a:lnTo>
                  <a:lnTo>
                    <a:pt x="6692226" y="337882"/>
                  </a:lnTo>
                  <a:lnTo>
                    <a:pt x="6692352" y="337882"/>
                  </a:lnTo>
                  <a:lnTo>
                    <a:pt x="6692478" y="337882"/>
                  </a:lnTo>
                  <a:lnTo>
                    <a:pt x="6692604" y="337882"/>
                  </a:lnTo>
                  <a:lnTo>
                    <a:pt x="6692730" y="337882"/>
                  </a:lnTo>
                  <a:lnTo>
                    <a:pt x="6692856" y="337882"/>
                  </a:lnTo>
                  <a:lnTo>
                    <a:pt x="6692982" y="337882"/>
                  </a:lnTo>
                  <a:lnTo>
                    <a:pt x="6693108" y="337882"/>
                  </a:lnTo>
                  <a:lnTo>
                    <a:pt x="6693235" y="337882"/>
                  </a:lnTo>
                  <a:lnTo>
                    <a:pt x="6693361" y="337882"/>
                  </a:lnTo>
                  <a:lnTo>
                    <a:pt x="6693487" y="337882"/>
                  </a:lnTo>
                  <a:lnTo>
                    <a:pt x="6693613" y="337882"/>
                  </a:lnTo>
                  <a:lnTo>
                    <a:pt x="6693739" y="337882"/>
                  </a:lnTo>
                  <a:lnTo>
                    <a:pt x="6693865" y="337882"/>
                  </a:lnTo>
                  <a:lnTo>
                    <a:pt x="6693991" y="337882"/>
                  </a:lnTo>
                  <a:lnTo>
                    <a:pt x="6694117" y="337882"/>
                  </a:lnTo>
                  <a:lnTo>
                    <a:pt x="6694243" y="337882"/>
                  </a:lnTo>
                  <a:lnTo>
                    <a:pt x="6694369" y="337882"/>
                  </a:lnTo>
                  <a:lnTo>
                    <a:pt x="6694495" y="337882"/>
                  </a:lnTo>
                  <a:lnTo>
                    <a:pt x="6694622" y="337882"/>
                  </a:lnTo>
                  <a:lnTo>
                    <a:pt x="6694748" y="337882"/>
                  </a:lnTo>
                  <a:lnTo>
                    <a:pt x="6694874" y="337882"/>
                  </a:lnTo>
                  <a:lnTo>
                    <a:pt x="6695000" y="337882"/>
                  </a:lnTo>
                  <a:lnTo>
                    <a:pt x="6695126" y="337882"/>
                  </a:lnTo>
                  <a:lnTo>
                    <a:pt x="6695252" y="337882"/>
                  </a:lnTo>
                  <a:lnTo>
                    <a:pt x="6695378" y="337882"/>
                  </a:lnTo>
                  <a:lnTo>
                    <a:pt x="6695504" y="337882"/>
                  </a:lnTo>
                  <a:lnTo>
                    <a:pt x="6695630" y="337882"/>
                  </a:lnTo>
                  <a:lnTo>
                    <a:pt x="6695756" y="337882"/>
                  </a:lnTo>
                  <a:lnTo>
                    <a:pt x="6695882" y="337882"/>
                  </a:lnTo>
                  <a:lnTo>
                    <a:pt x="6696009" y="337882"/>
                  </a:lnTo>
                  <a:lnTo>
                    <a:pt x="6696135" y="337882"/>
                  </a:lnTo>
                  <a:lnTo>
                    <a:pt x="6696261" y="337882"/>
                  </a:lnTo>
                  <a:lnTo>
                    <a:pt x="6696387" y="337882"/>
                  </a:lnTo>
                  <a:lnTo>
                    <a:pt x="6696513" y="337882"/>
                  </a:lnTo>
                  <a:lnTo>
                    <a:pt x="6696639" y="337882"/>
                  </a:lnTo>
                  <a:lnTo>
                    <a:pt x="6696765" y="337882"/>
                  </a:lnTo>
                  <a:lnTo>
                    <a:pt x="6696891" y="337882"/>
                  </a:lnTo>
                  <a:lnTo>
                    <a:pt x="6697017" y="337882"/>
                  </a:lnTo>
                  <a:lnTo>
                    <a:pt x="6697143" y="337882"/>
                  </a:lnTo>
                  <a:lnTo>
                    <a:pt x="6697269" y="337882"/>
                  </a:lnTo>
                  <a:lnTo>
                    <a:pt x="6697395" y="337882"/>
                  </a:lnTo>
                  <a:lnTo>
                    <a:pt x="6697522" y="337882"/>
                  </a:lnTo>
                  <a:lnTo>
                    <a:pt x="6697648" y="337882"/>
                  </a:lnTo>
                  <a:lnTo>
                    <a:pt x="6697774" y="337882"/>
                  </a:lnTo>
                  <a:lnTo>
                    <a:pt x="6697900" y="337882"/>
                  </a:lnTo>
                  <a:lnTo>
                    <a:pt x="6698026" y="337882"/>
                  </a:lnTo>
                  <a:lnTo>
                    <a:pt x="6698152" y="337882"/>
                  </a:lnTo>
                  <a:lnTo>
                    <a:pt x="6698278" y="337882"/>
                  </a:lnTo>
                  <a:lnTo>
                    <a:pt x="6698404" y="337882"/>
                  </a:lnTo>
                  <a:lnTo>
                    <a:pt x="6698530" y="337882"/>
                  </a:lnTo>
                  <a:lnTo>
                    <a:pt x="6698656" y="337882"/>
                  </a:lnTo>
                  <a:lnTo>
                    <a:pt x="6698782" y="337882"/>
                  </a:lnTo>
                  <a:lnTo>
                    <a:pt x="6698909" y="337882"/>
                  </a:lnTo>
                  <a:lnTo>
                    <a:pt x="6699035" y="337882"/>
                  </a:lnTo>
                  <a:lnTo>
                    <a:pt x="6699161" y="337882"/>
                  </a:lnTo>
                  <a:lnTo>
                    <a:pt x="6699287" y="337882"/>
                  </a:lnTo>
                  <a:lnTo>
                    <a:pt x="6699413" y="337882"/>
                  </a:lnTo>
                  <a:lnTo>
                    <a:pt x="6699539" y="337882"/>
                  </a:lnTo>
                  <a:lnTo>
                    <a:pt x="6699665" y="337882"/>
                  </a:lnTo>
                  <a:lnTo>
                    <a:pt x="6699791" y="337882"/>
                  </a:lnTo>
                  <a:lnTo>
                    <a:pt x="6699917" y="337882"/>
                  </a:lnTo>
                  <a:lnTo>
                    <a:pt x="6700043" y="337882"/>
                  </a:lnTo>
                  <a:lnTo>
                    <a:pt x="6700169" y="337882"/>
                  </a:lnTo>
                  <a:lnTo>
                    <a:pt x="6700295" y="337882"/>
                  </a:lnTo>
                  <a:lnTo>
                    <a:pt x="6700422" y="337882"/>
                  </a:lnTo>
                  <a:lnTo>
                    <a:pt x="6700548" y="337882"/>
                  </a:lnTo>
                  <a:lnTo>
                    <a:pt x="6700674" y="337882"/>
                  </a:lnTo>
                  <a:lnTo>
                    <a:pt x="6700800" y="337882"/>
                  </a:lnTo>
                  <a:lnTo>
                    <a:pt x="6700926" y="337882"/>
                  </a:lnTo>
                  <a:lnTo>
                    <a:pt x="6701052" y="337882"/>
                  </a:lnTo>
                  <a:lnTo>
                    <a:pt x="6701178" y="337882"/>
                  </a:lnTo>
                  <a:lnTo>
                    <a:pt x="6701304" y="337882"/>
                  </a:lnTo>
                  <a:lnTo>
                    <a:pt x="6701430" y="337882"/>
                  </a:lnTo>
                  <a:lnTo>
                    <a:pt x="6701556" y="337882"/>
                  </a:lnTo>
                  <a:lnTo>
                    <a:pt x="6701682" y="337882"/>
                  </a:lnTo>
                  <a:lnTo>
                    <a:pt x="6701809" y="337882"/>
                  </a:lnTo>
                  <a:lnTo>
                    <a:pt x="6701935" y="337882"/>
                  </a:lnTo>
                  <a:lnTo>
                    <a:pt x="6702061" y="337882"/>
                  </a:lnTo>
                  <a:lnTo>
                    <a:pt x="6702187" y="337882"/>
                  </a:lnTo>
                  <a:lnTo>
                    <a:pt x="6702313" y="337882"/>
                  </a:lnTo>
                  <a:lnTo>
                    <a:pt x="6702439" y="337882"/>
                  </a:lnTo>
                  <a:lnTo>
                    <a:pt x="6702565" y="337882"/>
                  </a:lnTo>
                  <a:lnTo>
                    <a:pt x="6702691" y="337882"/>
                  </a:lnTo>
                  <a:lnTo>
                    <a:pt x="6702817" y="337882"/>
                  </a:lnTo>
                  <a:lnTo>
                    <a:pt x="6702817" y="332603"/>
                  </a:lnTo>
                  <a:lnTo>
                    <a:pt x="6702943" y="332603"/>
                  </a:lnTo>
                  <a:lnTo>
                    <a:pt x="6703069" y="332603"/>
                  </a:lnTo>
                  <a:lnTo>
                    <a:pt x="6703195" y="332603"/>
                  </a:lnTo>
                  <a:lnTo>
                    <a:pt x="6703322" y="332603"/>
                  </a:lnTo>
                  <a:lnTo>
                    <a:pt x="6703448" y="332603"/>
                  </a:lnTo>
                  <a:lnTo>
                    <a:pt x="6703574" y="332603"/>
                  </a:lnTo>
                  <a:lnTo>
                    <a:pt x="6703700" y="332603"/>
                  </a:lnTo>
                  <a:lnTo>
                    <a:pt x="6703826" y="332603"/>
                  </a:lnTo>
                  <a:lnTo>
                    <a:pt x="6703952" y="332603"/>
                  </a:lnTo>
                  <a:lnTo>
                    <a:pt x="6704078" y="332603"/>
                  </a:lnTo>
                  <a:lnTo>
                    <a:pt x="6704204" y="332603"/>
                  </a:lnTo>
                  <a:lnTo>
                    <a:pt x="6704330" y="332603"/>
                  </a:lnTo>
                  <a:lnTo>
                    <a:pt x="6704456" y="332603"/>
                  </a:lnTo>
                  <a:lnTo>
                    <a:pt x="6704582" y="332603"/>
                  </a:lnTo>
                  <a:lnTo>
                    <a:pt x="6704709" y="332603"/>
                  </a:lnTo>
                  <a:lnTo>
                    <a:pt x="6704835" y="332603"/>
                  </a:lnTo>
                  <a:lnTo>
                    <a:pt x="6704961" y="332603"/>
                  </a:lnTo>
                  <a:lnTo>
                    <a:pt x="6705087" y="332603"/>
                  </a:lnTo>
                  <a:lnTo>
                    <a:pt x="6705213" y="332603"/>
                  </a:lnTo>
                  <a:lnTo>
                    <a:pt x="6705339" y="332603"/>
                  </a:lnTo>
                  <a:lnTo>
                    <a:pt x="6705465" y="332603"/>
                  </a:lnTo>
                  <a:lnTo>
                    <a:pt x="6705591" y="332603"/>
                  </a:lnTo>
                  <a:lnTo>
                    <a:pt x="6705717" y="332603"/>
                  </a:lnTo>
                  <a:lnTo>
                    <a:pt x="6705843" y="332603"/>
                  </a:lnTo>
                  <a:lnTo>
                    <a:pt x="6705969" y="332603"/>
                  </a:lnTo>
                  <a:lnTo>
                    <a:pt x="6706096" y="332603"/>
                  </a:lnTo>
                  <a:lnTo>
                    <a:pt x="6706222" y="332603"/>
                  </a:lnTo>
                  <a:lnTo>
                    <a:pt x="6706348" y="332603"/>
                  </a:lnTo>
                  <a:lnTo>
                    <a:pt x="6706474" y="332603"/>
                  </a:lnTo>
                  <a:lnTo>
                    <a:pt x="6706600" y="332603"/>
                  </a:lnTo>
                  <a:lnTo>
                    <a:pt x="6706726" y="332603"/>
                  </a:lnTo>
                  <a:lnTo>
                    <a:pt x="6706852" y="332603"/>
                  </a:lnTo>
                  <a:lnTo>
                    <a:pt x="6706978" y="332603"/>
                  </a:lnTo>
                  <a:lnTo>
                    <a:pt x="6707104" y="332603"/>
                  </a:lnTo>
                  <a:lnTo>
                    <a:pt x="6707230" y="332603"/>
                  </a:lnTo>
                  <a:lnTo>
                    <a:pt x="6707356" y="332603"/>
                  </a:lnTo>
                  <a:lnTo>
                    <a:pt x="6707482" y="332603"/>
                  </a:lnTo>
                  <a:lnTo>
                    <a:pt x="6707609" y="332603"/>
                  </a:lnTo>
                  <a:lnTo>
                    <a:pt x="6707735" y="332603"/>
                  </a:lnTo>
                  <a:lnTo>
                    <a:pt x="6707861" y="332603"/>
                  </a:lnTo>
                  <a:lnTo>
                    <a:pt x="6707987" y="332603"/>
                  </a:lnTo>
                  <a:lnTo>
                    <a:pt x="6708113" y="332603"/>
                  </a:lnTo>
                  <a:lnTo>
                    <a:pt x="6708239" y="332603"/>
                  </a:lnTo>
                  <a:lnTo>
                    <a:pt x="6708365" y="332603"/>
                  </a:lnTo>
                  <a:lnTo>
                    <a:pt x="6708491" y="332603"/>
                  </a:lnTo>
                  <a:lnTo>
                    <a:pt x="6708617" y="332603"/>
                  </a:lnTo>
                  <a:lnTo>
                    <a:pt x="6708743" y="332603"/>
                  </a:lnTo>
                  <a:lnTo>
                    <a:pt x="6708869" y="332603"/>
                  </a:lnTo>
                  <a:lnTo>
                    <a:pt x="6708869" y="327324"/>
                  </a:lnTo>
                  <a:lnTo>
                    <a:pt x="6708996" y="327324"/>
                  </a:lnTo>
                  <a:lnTo>
                    <a:pt x="6709122" y="327324"/>
                  </a:lnTo>
                  <a:lnTo>
                    <a:pt x="6709248" y="327324"/>
                  </a:lnTo>
                  <a:lnTo>
                    <a:pt x="6709374" y="327324"/>
                  </a:lnTo>
                  <a:lnTo>
                    <a:pt x="6709500" y="327324"/>
                  </a:lnTo>
                  <a:lnTo>
                    <a:pt x="6709626" y="327324"/>
                  </a:lnTo>
                  <a:lnTo>
                    <a:pt x="6709752" y="327324"/>
                  </a:lnTo>
                  <a:lnTo>
                    <a:pt x="6709878" y="327324"/>
                  </a:lnTo>
                  <a:lnTo>
                    <a:pt x="6710004" y="327324"/>
                  </a:lnTo>
                  <a:lnTo>
                    <a:pt x="6710130" y="327324"/>
                  </a:lnTo>
                  <a:lnTo>
                    <a:pt x="6710256" y="327324"/>
                  </a:lnTo>
                  <a:lnTo>
                    <a:pt x="6710382" y="327324"/>
                  </a:lnTo>
                  <a:lnTo>
                    <a:pt x="6710509" y="327324"/>
                  </a:lnTo>
                  <a:lnTo>
                    <a:pt x="6710635" y="327324"/>
                  </a:lnTo>
                  <a:lnTo>
                    <a:pt x="6710761" y="327324"/>
                  </a:lnTo>
                  <a:lnTo>
                    <a:pt x="6710887" y="327324"/>
                  </a:lnTo>
                  <a:lnTo>
                    <a:pt x="6711013" y="327324"/>
                  </a:lnTo>
                  <a:lnTo>
                    <a:pt x="6711139" y="327324"/>
                  </a:lnTo>
                  <a:lnTo>
                    <a:pt x="6711265" y="327324"/>
                  </a:lnTo>
                  <a:lnTo>
                    <a:pt x="6711391" y="327324"/>
                  </a:lnTo>
                  <a:lnTo>
                    <a:pt x="6711517" y="327324"/>
                  </a:lnTo>
                  <a:lnTo>
                    <a:pt x="6711643" y="327324"/>
                  </a:lnTo>
                  <a:lnTo>
                    <a:pt x="6711769" y="327324"/>
                  </a:lnTo>
                  <a:lnTo>
                    <a:pt x="6711896" y="327324"/>
                  </a:lnTo>
                  <a:lnTo>
                    <a:pt x="6712022" y="327324"/>
                  </a:lnTo>
                  <a:lnTo>
                    <a:pt x="6712148" y="327324"/>
                  </a:lnTo>
                  <a:lnTo>
                    <a:pt x="6712274" y="327324"/>
                  </a:lnTo>
                  <a:lnTo>
                    <a:pt x="6712400" y="327324"/>
                  </a:lnTo>
                  <a:lnTo>
                    <a:pt x="6712526" y="327324"/>
                  </a:lnTo>
                  <a:lnTo>
                    <a:pt x="6712652" y="327324"/>
                  </a:lnTo>
                  <a:lnTo>
                    <a:pt x="6712778" y="327324"/>
                  </a:lnTo>
                  <a:lnTo>
                    <a:pt x="6712904" y="327324"/>
                  </a:lnTo>
                  <a:lnTo>
                    <a:pt x="6713030" y="327324"/>
                  </a:lnTo>
                  <a:lnTo>
                    <a:pt x="6713156" y="327324"/>
                  </a:lnTo>
                  <a:lnTo>
                    <a:pt x="6713283" y="327324"/>
                  </a:lnTo>
                  <a:lnTo>
                    <a:pt x="6713409" y="327324"/>
                  </a:lnTo>
                  <a:lnTo>
                    <a:pt x="6713535" y="327324"/>
                  </a:lnTo>
                  <a:lnTo>
                    <a:pt x="6713661" y="327324"/>
                  </a:lnTo>
                  <a:lnTo>
                    <a:pt x="6713787" y="327324"/>
                  </a:lnTo>
                  <a:lnTo>
                    <a:pt x="6713913" y="327324"/>
                  </a:lnTo>
                  <a:lnTo>
                    <a:pt x="6714039" y="327324"/>
                  </a:lnTo>
                  <a:lnTo>
                    <a:pt x="6714165" y="327324"/>
                  </a:lnTo>
                  <a:lnTo>
                    <a:pt x="6714291" y="327324"/>
                  </a:lnTo>
                  <a:lnTo>
                    <a:pt x="6714417" y="327324"/>
                  </a:lnTo>
                  <a:lnTo>
                    <a:pt x="6714543" y="327324"/>
                  </a:lnTo>
                  <a:lnTo>
                    <a:pt x="6714669" y="327324"/>
                  </a:lnTo>
                  <a:lnTo>
                    <a:pt x="6714796" y="327324"/>
                  </a:lnTo>
                  <a:lnTo>
                    <a:pt x="6714922" y="327324"/>
                  </a:lnTo>
                  <a:lnTo>
                    <a:pt x="6715048" y="327324"/>
                  </a:lnTo>
                  <a:lnTo>
                    <a:pt x="6715174" y="327324"/>
                  </a:lnTo>
                  <a:lnTo>
                    <a:pt x="6715300" y="327324"/>
                  </a:lnTo>
                  <a:lnTo>
                    <a:pt x="6715426" y="327324"/>
                  </a:lnTo>
                  <a:lnTo>
                    <a:pt x="6715552" y="327324"/>
                  </a:lnTo>
                  <a:lnTo>
                    <a:pt x="6715678" y="327324"/>
                  </a:lnTo>
                  <a:lnTo>
                    <a:pt x="6715804" y="327324"/>
                  </a:lnTo>
                  <a:lnTo>
                    <a:pt x="6715930" y="327324"/>
                  </a:lnTo>
                  <a:lnTo>
                    <a:pt x="6716056" y="327324"/>
                  </a:lnTo>
                  <a:lnTo>
                    <a:pt x="6716183" y="327324"/>
                  </a:lnTo>
                  <a:lnTo>
                    <a:pt x="6716309" y="327324"/>
                  </a:lnTo>
                  <a:lnTo>
                    <a:pt x="6716435" y="327324"/>
                  </a:lnTo>
                  <a:lnTo>
                    <a:pt x="6716561" y="327324"/>
                  </a:lnTo>
                  <a:lnTo>
                    <a:pt x="6716687" y="327324"/>
                  </a:lnTo>
                  <a:lnTo>
                    <a:pt x="6716813" y="327324"/>
                  </a:lnTo>
                  <a:lnTo>
                    <a:pt x="6716939" y="327324"/>
                  </a:lnTo>
                  <a:lnTo>
                    <a:pt x="6717065" y="327324"/>
                  </a:lnTo>
                  <a:lnTo>
                    <a:pt x="6717191" y="327324"/>
                  </a:lnTo>
                  <a:lnTo>
                    <a:pt x="6717317" y="327324"/>
                  </a:lnTo>
                  <a:lnTo>
                    <a:pt x="6717443" y="327324"/>
                  </a:lnTo>
                  <a:lnTo>
                    <a:pt x="6717569" y="327324"/>
                  </a:lnTo>
                  <a:lnTo>
                    <a:pt x="6717696" y="327324"/>
                  </a:lnTo>
                  <a:lnTo>
                    <a:pt x="6717822" y="327324"/>
                  </a:lnTo>
                  <a:lnTo>
                    <a:pt x="6717948" y="327324"/>
                  </a:lnTo>
                  <a:lnTo>
                    <a:pt x="6718074" y="327324"/>
                  </a:lnTo>
                  <a:lnTo>
                    <a:pt x="6718200" y="327324"/>
                  </a:lnTo>
                  <a:lnTo>
                    <a:pt x="6718326" y="327324"/>
                  </a:lnTo>
                  <a:lnTo>
                    <a:pt x="6718452" y="327324"/>
                  </a:lnTo>
                  <a:lnTo>
                    <a:pt x="6718578" y="327324"/>
                  </a:lnTo>
                  <a:lnTo>
                    <a:pt x="6718704" y="327324"/>
                  </a:lnTo>
                  <a:lnTo>
                    <a:pt x="6718830" y="327324"/>
                  </a:lnTo>
                  <a:lnTo>
                    <a:pt x="6718956" y="327324"/>
                  </a:lnTo>
                  <a:lnTo>
                    <a:pt x="6719083" y="327324"/>
                  </a:lnTo>
                  <a:lnTo>
                    <a:pt x="6719209" y="327324"/>
                  </a:lnTo>
                  <a:lnTo>
                    <a:pt x="6719335" y="327324"/>
                  </a:lnTo>
                  <a:lnTo>
                    <a:pt x="6719461" y="327324"/>
                  </a:lnTo>
                  <a:lnTo>
                    <a:pt x="6719587" y="327324"/>
                  </a:lnTo>
                  <a:lnTo>
                    <a:pt x="6719713" y="327324"/>
                  </a:lnTo>
                  <a:lnTo>
                    <a:pt x="6719839" y="327324"/>
                  </a:lnTo>
                  <a:lnTo>
                    <a:pt x="6719965" y="327324"/>
                  </a:lnTo>
                  <a:lnTo>
                    <a:pt x="6720091" y="327324"/>
                  </a:lnTo>
                  <a:lnTo>
                    <a:pt x="6720217" y="327324"/>
                  </a:lnTo>
                  <a:lnTo>
                    <a:pt x="6720343" y="327324"/>
                  </a:lnTo>
                  <a:lnTo>
                    <a:pt x="6720469" y="327324"/>
                  </a:lnTo>
                  <a:lnTo>
                    <a:pt x="6720596" y="327324"/>
                  </a:lnTo>
                  <a:lnTo>
                    <a:pt x="6720722" y="327324"/>
                  </a:lnTo>
                  <a:lnTo>
                    <a:pt x="6720848" y="327324"/>
                  </a:lnTo>
                  <a:lnTo>
                    <a:pt x="6720974" y="327324"/>
                  </a:lnTo>
                  <a:lnTo>
                    <a:pt x="6721100" y="327324"/>
                  </a:lnTo>
                  <a:lnTo>
                    <a:pt x="6721226" y="327324"/>
                  </a:lnTo>
                  <a:lnTo>
                    <a:pt x="6721352" y="327324"/>
                  </a:lnTo>
                  <a:lnTo>
                    <a:pt x="6721478" y="327324"/>
                  </a:lnTo>
                  <a:lnTo>
                    <a:pt x="6721604" y="327324"/>
                  </a:lnTo>
                  <a:lnTo>
                    <a:pt x="6721730" y="327324"/>
                  </a:lnTo>
                  <a:lnTo>
                    <a:pt x="6721856" y="327324"/>
                  </a:lnTo>
                  <a:lnTo>
                    <a:pt x="6721983" y="327324"/>
                  </a:lnTo>
                  <a:lnTo>
                    <a:pt x="6722109" y="327324"/>
                  </a:lnTo>
                  <a:lnTo>
                    <a:pt x="6722235" y="327324"/>
                  </a:lnTo>
                  <a:lnTo>
                    <a:pt x="6722361" y="327324"/>
                  </a:lnTo>
                  <a:lnTo>
                    <a:pt x="6722487" y="327324"/>
                  </a:lnTo>
                  <a:lnTo>
                    <a:pt x="6722613" y="327324"/>
                  </a:lnTo>
                  <a:lnTo>
                    <a:pt x="6722739" y="327324"/>
                  </a:lnTo>
                  <a:lnTo>
                    <a:pt x="6722865" y="327324"/>
                  </a:lnTo>
                  <a:lnTo>
                    <a:pt x="6722991" y="327324"/>
                  </a:lnTo>
                  <a:lnTo>
                    <a:pt x="6723117" y="327324"/>
                  </a:lnTo>
                  <a:lnTo>
                    <a:pt x="6723243" y="327324"/>
                  </a:lnTo>
                  <a:lnTo>
                    <a:pt x="6723370" y="327324"/>
                  </a:lnTo>
                  <a:lnTo>
                    <a:pt x="6723496" y="327324"/>
                  </a:lnTo>
                  <a:lnTo>
                    <a:pt x="6723622" y="327324"/>
                  </a:lnTo>
                  <a:lnTo>
                    <a:pt x="6723748" y="327324"/>
                  </a:lnTo>
                  <a:lnTo>
                    <a:pt x="6723874" y="327324"/>
                  </a:lnTo>
                  <a:lnTo>
                    <a:pt x="6724000" y="327324"/>
                  </a:lnTo>
                  <a:lnTo>
                    <a:pt x="6724126" y="327324"/>
                  </a:lnTo>
                  <a:lnTo>
                    <a:pt x="6724252" y="327324"/>
                  </a:lnTo>
                  <a:lnTo>
                    <a:pt x="6724378" y="327324"/>
                  </a:lnTo>
                  <a:lnTo>
                    <a:pt x="6724504" y="327324"/>
                  </a:lnTo>
                  <a:lnTo>
                    <a:pt x="6724630" y="327324"/>
                  </a:lnTo>
                  <a:lnTo>
                    <a:pt x="6724756" y="327324"/>
                  </a:lnTo>
                  <a:lnTo>
                    <a:pt x="6724883" y="327324"/>
                  </a:lnTo>
                  <a:lnTo>
                    <a:pt x="6725009" y="327324"/>
                  </a:lnTo>
                  <a:lnTo>
                    <a:pt x="6725135" y="327324"/>
                  </a:lnTo>
                  <a:lnTo>
                    <a:pt x="6725261" y="327324"/>
                  </a:lnTo>
                  <a:lnTo>
                    <a:pt x="6725387" y="327324"/>
                  </a:lnTo>
                  <a:lnTo>
                    <a:pt x="6725513" y="327324"/>
                  </a:lnTo>
                  <a:lnTo>
                    <a:pt x="6725639" y="327324"/>
                  </a:lnTo>
                  <a:lnTo>
                    <a:pt x="6725765" y="327324"/>
                  </a:lnTo>
                  <a:lnTo>
                    <a:pt x="6725891" y="327324"/>
                  </a:lnTo>
                  <a:lnTo>
                    <a:pt x="6726017" y="327324"/>
                  </a:lnTo>
                  <a:lnTo>
                    <a:pt x="6726143" y="327324"/>
                  </a:lnTo>
                  <a:lnTo>
                    <a:pt x="6726270" y="327324"/>
                  </a:lnTo>
                  <a:lnTo>
                    <a:pt x="6726396" y="327324"/>
                  </a:lnTo>
                  <a:lnTo>
                    <a:pt x="6726522" y="327324"/>
                  </a:lnTo>
                  <a:lnTo>
                    <a:pt x="6726648" y="327324"/>
                  </a:lnTo>
                  <a:lnTo>
                    <a:pt x="6726774" y="327324"/>
                  </a:lnTo>
                  <a:lnTo>
                    <a:pt x="6726900" y="327324"/>
                  </a:lnTo>
                  <a:lnTo>
                    <a:pt x="6727026" y="327324"/>
                  </a:lnTo>
                  <a:lnTo>
                    <a:pt x="6727152" y="327324"/>
                  </a:lnTo>
                  <a:lnTo>
                    <a:pt x="6727278" y="327324"/>
                  </a:lnTo>
                  <a:lnTo>
                    <a:pt x="6727404" y="327324"/>
                  </a:lnTo>
                  <a:lnTo>
                    <a:pt x="6727530" y="327324"/>
                  </a:lnTo>
                  <a:lnTo>
                    <a:pt x="6727656" y="327324"/>
                  </a:lnTo>
                  <a:lnTo>
                    <a:pt x="6727783" y="327324"/>
                  </a:lnTo>
                  <a:lnTo>
                    <a:pt x="6727909" y="327324"/>
                  </a:lnTo>
                  <a:lnTo>
                    <a:pt x="6728035" y="327324"/>
                  </a:lnTo>
                  <a:lnTo>
                    <a:pt x="6728161" y="327324"/>
                  </a:lnTo>
                  <a:lnTo>
                    <a:pt x="6728287" y="327324"/>
                  </a:lnTo>
                  <a:lnTo>
                    <a:pt x="6728413" y="327324"/>
                  </a:lnTo>
                  <a:lnTo>
                    <a:pt x="6728539" y="327324"/>
                  </a:lnTo>
                  <a:lnTo>
                    <a:pt x="6728665" y="327324"/>
                  </a:lnTo>
                  <a:lnTo>
                    <a:pt x="6728791" y="327324"/>
                  </a:lnTo>
                  <a:lnTo>
                    <a:pt x="6728917" y="327324"/>
                  </a:lnTo>
                  <a:lnTo>
                    <a:pt x="6729043" y="327324"/>
                  </a:lnTo>
                  <a:lnTo>
                    <a:pt x="6729170" y="327324"/>
                  </a:lnTo>
                  <a:lnTo>
                    <a:pt x="6729296" y="327324"/>
                  </a:lnTo>
                  <a:lnTo>
                    <a:pt x="6729422" y="327324"/>
                  </a:lnTo>
                  <a:lnTo>
                    <a:pt x="6729548" y="327324"/>
                  </a:lnTo>
                  <a:lnTo>
                    <a:pt x="6729674" y="327324"/>
                  </a:lnTo>
                  <a:lnTo>
                    <a:pt x="6729800" y="327324"/>
                  </a:lnTo>
                  <a:lnTo>
                    <a:pt x="6729926" y="327324"/>
                  </a:lnTo>
                  <a:lnTo>
                    <a:pt x="6730052" y="327324"/>
                  </a:lnTo>
                  <a:lnTo>
                    <a:pt x="6730178" y="327324"/>
                  </a:lnTo>
                  <a:lnTo>
                    <a:pt x="6730304" y="327324"/>
                  </a:lnTo>
                  <a:lnTo>
                    <a:pt x="6730430" y="327324"/>
                  </a:lnTo>
                  <a:lnTo>
                    <a:pt x="6730557" y="327324"/>
                  </a:lnTo>
                  <a:lnTo>
                    <a:pt x="6730683" y="327324"/>
                  </a:lnTo>
                  <a:lnTo>
                    <a:pt x="6730809" y="327324"/>
                  </a:lnTo>
                  <a:lnTo>
                    <a:pt x="6730935" y="327324"/>
                  </a:lnTo>
                  <a:lnTo>
                    <a:pt x="6731061" y="327324"/>
                  </a:lnTo>
                  <a:lnTo>
                    <a:pt x="6731187" y="327324"/>
                  </a:lnTo>
                  <a:lnTo>
                    <a:pt x="6731313" y="327324"/>
                  </a:lnTo>
                  <a:lnTo>
                    <a:pt x="6731439" y="327324"/>
                  </a:lnTo>
                  <a:lnTo>
                    <a:pt x="6731565" y="327324"/>
                  </a:lnTo>
                  <a:lnTo>
                    <a:pt x="6731691" y="327324"/>
                  </a:lnTo>
                  <a:lnTo>
                    <a:pt x="6731817" y="327324"/>
                  </a:lnTo>
                  <a:lnTo>
                    <a:pt x="6731943" y="327324"/>
                  </a:lnTo>
                  <a:lnTo>
                    <a:pt x="6732070" y="327324"/>
                  </a:lnTo>
                  <a:lnTo>
                    <a:pt x="6732196" y="327324"/>
                  </a:lnTo>
                  <a:lnTo>
                    <a:pt x="6732322" y="327324"/>
                  </a:lnTo>
                  <a:lnTo>
                    <a:pt x="6732448" y="327324"/>
                  </a:lnTo>
                  <a:lnTo>
                    <a:pt x="6732574" y="327324"/>
                  </a:lnTo>
                  <a:lnTo>
                    <a:pt x="6732700" y="327324"/>
                  </a:lnTo>
                  <a:lnTo>
                    <a:pt x="6732826" y="327324"/>
                  </a:lnTo>
                  <a:lnTo>
                    <a:pt x="6732952" y="327324"/>
                  </a:lnTo>
                  <a:lnTo>
                    <a:pt x="6732952" y="322044"/>
                  </a:lnTo>
                  <a:lnTo>
                    <a:pt x="6733078" y="322044"/>
                  </a:lnTo>
                  <a:lnTo>
                    <a:pt x="6733204" y="322044"/>
                  </a:lnTo>
                  <a:lnTo>
                    <a:pt x="6733330" y="322044"/>
                  </a:lnTo>
                  <a:lnTo>
                    <a:pt x="6733457" y="322044"/>
                  </a:lnTo>
                  <a:lnTo>
                    <a:pt x="6733583" y="322044"/>
                  </a:lnTo>
                  <a:lnTo>
                    <a:pt x="6733709" y="322044"/>
                  </a:lnTo>
                  <a:lnTo>
                    <a:pt x="6733835" y="322044"/>
                  </a:lnTo>
                  <a:lnTo>
                    <a:pt x="6733961" y="322044"/>
                  </a:lnTo>
                  <a:lnTo>
                    <a:pt x="6734087" y="322044"/>
                  </a:lnTo>
                  <a:lnTo>
                    <a:pt x="6734213" y="322044"/>
                  </a:lnTo>
                  <a:lnTo>
                    <a:pt x="6734339" y="322044"/>
                  </a:lnTo>
                  <a:lnTo>
                    <a:pt x="6734465" y="322044"/>
                  </a:lnTo>
                  <a:lnTo>
                    <a:pt x="6734591" y="322044"/>
                  </a:lnTo>
                  <a:lnTo>
                    <a:pt x="6734717" y="322044"/>
                  </a:lnTo>
                  <a:lnTo>
                    <a:pt x="6734843" y="322044"/>
                  </a:lnTo>
                  <a:lnTo>
                    <a:pt x="6734970" y="322044"/>
                  </a:lnTo>
                  <a:lnTo>
                    <a:pt x="6735096" y="322044"/>
                  </a:lnTo>
                  <a:lnTo>
                    <a:pt x="6735222" y="322044"/>
                  </a:lnTo>
                  <a:lnTo>
                    <a:pt x="6735348" y="322044"/>
                  </a:lnTo>
                  <a:lnTo>
                    <a:pt x="6735474" y="322044"/>
                  </a:lnTo>
                  <a:lnTo>
                    <a:pt x="6735600" y="322044"/>
                  </a:lnTo>
                  <a:lnTo>
                    <a:pt x="6735726" y="322044"/>
                  </a:lnTo>
                  <a:lnTo>
                    <a:pt x="6735852" y="322044"/>
                  </a:lnTo>
                  <a:lnTo>
                    <a:pt x="6735978" y="322044"/>
                  </a:lnTo>
                  <a:lnTo>
                    <a:pt x="6736104" y="322044"/>
                  </a:lnTo>
                  <a:lnTo>
                    <a:pt x="6736230" y="322044"/>
                  </a:lnTo>
                  <a:lnTo>
                    <a:pt x="6736357" y="322044"/>
                  </a:lnTo>
                  <a:lnTo>
                    <a:pt x="6736483" y="322044"/>
                  </a:lnTo>
                  <a:lnTo>
                    <a:pt x="6736609" y="322044"/>
                  </a:lnTo>
                  <a:lnTo>
                    <a:pt x="6736735" y="322044"/>
                  </a:lnTo>
                  <a:lnTo>
                    <a:pt x="6736861" y="322044"/>
                  </a:lnTo>
                  <a:lnTo>
                    <a:pt x="6736987" y="322044"/>
                  </a:lnTo>
                  <a:lnTo>
                    <a:pt x="6737113" y="322044"/>
                  </a:lnTo>
                  <a:lnTo>
                    <a:pt x="6737239" y="322044"/>
                  </a:lnTo>
                  <a:lnTo>
                    <a:pt x="6737365" y="322044"/>
                  </a:lnTo>
                  <a:lnTo>
                    <a:pt x="6737491" y="322044"/>
                  </a:lnTo>
                  <a:lnTo>
                    <a:pt x="6737617" y="322044"/>
                  </a:lnTo>
                  <a:lnTo>
                    <a:pt x="6737744" y="322044"/>
                  </a:lnTo>
                  <a:lnTo>
                    <a:pt x="6737870" y="322044"/>
                  </a:lnTo>
                  <a:lnTo>
                    <a:pt x="6737996" y="322044"/>
                  </a:lnTo>
                  <a:lnTo>
                    <a:pt x="6738122" y="322044"/>
                  </a:lnTo>
                  <a:lnTo>
                    <a:pt x="6738248" y="322044"/>
                  </a:lnTo>
                  <a:lnTo>
                    <a:pt x="6738374" y="322044"/>
                  </a:lnTo>
                  <a:lnTo>
                    <a:pt x="6738500" y="322044"/>
                  </a:lnTo>
                  <a:lnTo>
                    <a:pt x="6738626" y="322044"/>
                  </a:lnTo>
                  <a:lnTo>
                    <a:pt x="6738752" y="322044"/>
                  </a:lnTo>
                  <a:lnTo>
                    <a:pt x="6738878" y="322044"/>
                  </a:lnTo>
                  <a:lnTo>
                    <a:pt x="6739004" y="322044"/>
                  </a:lnTo>
                  <a:lnTo>
                    <a:pt x="6739130" y="322044"/>
                  </a:lnTo>
                  <a:lnTo>
                    <a:pt x="6739257" y="322044"/>
                  </a:lnTo>
                  <a:lnTo>
                    <a:pt x="6739383" y="322044"/>
                  </a:lnTo>
                  <a:lnTo>
                    <a:pt x="6739509" y="322044"/>
                  </a:lnTo>
                  <a:lnTo>
                    <a:pt x="6739635" y="322044"/>
                  </a:lnTo>
                  <a:lnTo>
                    <a:pt x="6739761" y="322044"/>
                  </a:lnTo>
                  <a:lnTo>
                    <a:pt x="6739887" y="322044"/>
                  </a:lnTo>
                  <a:lnTo>
                    <a:pt x="6740013" y="322044"/>
                  </a:lnTo>
                  <a:lnTo>
                    <a:pt x="6740139" y="322044"/>
                  </a:lnTo>
                  <a:lnTo>
                    <a:pt x="6740265" y="322044"/>
                  </a:lnTo>
                  <a:lnTo>
                    <a:pt x="6740391" y="322044"/>
                  </a:lnTo>
                  <a:lnTo>
                    <a:pt x="6740517" y="322044"/>
                  </a:lnTo>
                  <a:lnTo>
                    <a:pt x="6740644" y="322044"/>
                  </a:lnTo>
                  <a:lnTo>
                    <a:pt x="6740770" y="322044"/>
                  </a:lnTo>
                  <a:lnTo>
                    <a:pt x="6740896" y="322044"/>
                  </a:lnTo>
                  <a:lnTo>
                    <a:pt x="6741022" y="322044"/>
                  </a:lnTo>
                  <a:lnTo>
                    <a:pt x="6741148" y="322044"/>
                  </a:lnTo>
                  <a:lnTo>
                    <a:pt x="6741274" y="322044"/>
                  </a:lnTo>
                  <a:lnTo>
                    <a:pt x="6741400" y="322044"/>
                  </a:lnTo>
                  <a:lnTo>
                    <a:pt x="6741526" y="322044"/>
                  </a:lnTo>
                  <a:lnTo>
                    <a:pt x="6741652" y="322044"/>
                  </a:lnTo>
                  <a:lnTo>
                    <a:pt x="6741778" y="322044"/>
                  </a:lnTo>
                  <a:lnTo>
                    <a:pt x="6741904" y="322044"/>
                  </a:lnTo>
                  <a:lnTo>
                    <a:pt x="6742030" y="322044"/>
                  </a:lnTo>
                  <a:lnTo>
                    <a:pt x="6742157" y="322044"/>
                  </a:lnTo>
                  <a:lnTo>
                    <a:pt x="6742283" y="322044"/>
                  </a:lnTo>
                  <a:lnTo>
                    <a:pt x="6742409" y="322044"/>
                  </a:lnTo>
                  <a:lnTo>
                    <a:pt x="6742535" y="322044"/>
                  </a:lnTo>
                  <a:lnTo>
                    <a:pt x="6742661" y="322044"/>
                  </a:lnTo>
                  <a:lnTo>
                    <a:pt x="6742787" y="322044"/>
                  </a:lnTo>
                  <a:lnTo>
                    <a:pt x="6742913" y="322044"/>
                  </a:lnTo>
                  <a:lnTo>
                    <a:pt x="6743039" y="322044"/>
                  </a:lnTo>
                  <a:lnTo>
                    <a:pt x="6743165" y="322044"/>
                  </a:lnTo>
                  <a:lnTo>
                    <a:pt x="6743291" y="322044"/>
                  </a:lnTo>
                  <a:lnTo>
                    <a:pt x="6743417" y="322044"/>
                  </a:lnTo>
                  <a:lnTo>
                    <a:pt x="6743544" y="322044"/>
                  </a:lnTo>
                  <a:lnTo>
                    <a:pt x="6743670" y="322044"/>
                  </a:lnTo>
                  <a:lnTo>
                    <a:pt x="6743796" y="322044"/>
                  </a:lnTo>
                  <a:lnTo>
                    <a:pt x="6743922" y="322044"/>
                  </a:lnTo>
                  <a:lnTo>
                    <a:pt x="6744048" y="322044"/>
                  </a:lnTo>
                  <a:lnTo>
                    <a:pt x="6744174" y="322044"/>
                  </a:lnTo>
                  <a:lnTo>
                    <a:pt x="6744300" y="322044"/>
                  </a:lnTo>
                  <a:lnTo>
                    <a:pt x="6744426" y="322044"/>
                  </a:lnTo>
                  <a:lnTo>
                    <a:pt x="6744552" y="322044"/>
                  </a:lnTo>
                  <a:lnTo>
                    <a:pt x="6744678" y="322044"/>
                  </a:lnTo>
                  <a:lnTo>
                    <a:pt x="6744804" y="322044"/>
                  </a:lnTo>
                  <a:lnTo>
                    <a:pt x="6744930" y="322044"/>
                  </a:lnTo>
                  <a:lnTo>
                    <a:pt x="6745057" y="322044"/>
                  </a:lnTo>
                  <a:lnTo>
                    <a:pt x="6745183" y="322044"/>
                  </a:lnTo>
                  <a:lnTo>
                    <a:pt x="6745309" y="322044"/>
                  </a:lnTo>
                  <a:lnTo>
                    <a:pt x="6745435" y="322044"/>
                  </a:lnTo>
                  <a:lnTo>
                    <a:pt x="6745561" y="322044"/>
                  </a:lnTo>
                  <a:lnTo>
                    <a:pt x="6745687" y="322044"/>
                  </a:lnTo>
                  <a:lnTo>
                    <a:pt x="6745813" y="322044"/>
                  </a:lnTo>
                  <a:lnTo>
                    <a:pt x="6745939" y="322044"/>
                  </a:lnTo>
                  <a:lnTo>
                    <a:pt x="6746065" y="322044"/>
                  </a:lnTo>
                  <a:lnTo>
                    <a:pt x="6746191" y="322044"/>
                  </a:lnTo>
                  <a:lnTo>
                    <a:pt x="6746317" y="322044"/>
                  </a:lnTo>
                  <a:lnTo>
                    <a:pt x="6746444" y="322044"/>
                  </a:lnTo>
                  <a:lnTo>
                    <a:pt x="6746570" y="322044"/>
                  </a:lnTo>
                  <a:lnTo>
                    <a:pt x="6746696" y="322044"/>
                  </a:lnTo>
                  <a:lnTo>
                    <a:pt x="6746822" y="322044"/>
                  </a:lnTo>
                  <a:lnTo>
                    <a:pt x="6746948" y="322044"/>
                  </a:lnTo>
                  <a:lnTo>
                    <a:pt x="6747074" y="322044"/>
                  </a:lnTo>
                  <a:lnTo>
                    <a:pt x="6747200" y="322044"/>
                  </a:lnTo>
                  <a:lnTo>
                    <a:pt x="6747326" y="322044"/>
                  </a:lnTo>
                  <a:lnTo>
                    <a:pt x="6747452" y="322044"/>
                  </a:lnTo>
                  <a:lnTo>
                    <a:pt x="6747578" y="322044"/>
                  </a:lnTo>
                  <a:lnTo>
                    <a:pt x="6747704" y="322044"/>
                  </a:lnTo>
                  <a:lnTo>
                    <a:pt x="6747831" y="322044"/>
                  </a:lnTo>
                  <a:lnTo>
                    <a:pt x="6747957" y="322044"/>
                  </a:lnTo>
                  <a:lnTo>
                    <a:pt x="6748083" y="322044"/>
                  </a:lnTo>
                  <a:lnTo>
                    <a:pt x="6748209" y="322044"/>
                  </a:lnTo>
                  <a:lnTo>
                    <a:pt x="6748335" y="322044"/>
                  </a:lnTo>
                  <a:lnTo>
                    <a:pt x="6748461" y="322044"/>
                  </a:lnTo>
                  <a:lnTo>
                    <a:pt x="6748587" y="322044"/>
                  </a:lnTo>
                  <a:lnTo>
                    <a:pt x="6748713" y="322044"/>
                  </a:lnTo>
                  <a:lnTo>
                    <a:pt x="6748839" y="322044"/>
                  </a:lnTo>
                  <a:lnTo>
                    <a:pt x="6748965" y="322044"/>
                  </a:lnTo>
                  <a:lnTo>
                    <a:pt x="6749091" y="322044"/>
                  </a:lnTo>
                  <a:lnTo>
                    <a:pt x="6749217" y="322044"/>
                  </a:lnTo>
                  <a:lnTo>
                    <a:pt x="6749344" y="322044"/>
                  </a:lnTo>
                  <a:lnTo>
                    <a:pt x="6749470" y="322044"/>
                  </a:lnTo>
                  <a:lnTo>
                    <a:pt x="6749596" y="322044"/>
                  </a:lnTo>
                  <a:lnTo>
                    <a:pt x="6749722" y="322044"/>
                  </a:lnTo>
                  <a:lnTo>
                    <a:pt x="6749848" y="322044"/>
                  </a:lnTo>
                  <a:lnTo>
                    <a:pt x="6749974" y="322044"/>
                  </a:lnTo>
                  <a:lnTo>
                    <a:pt x="6750100" y="322044"/>
                  </a:lnTo>
                  <a:lnTo>
                    <a:pt x="6750226" y="322044"/>
                  </a:lnTo>
                  <a:lnTo>
                    <a:pt x="6750352" y="322044"/>
                  </a:lnTo>
                  <a:lnTo>
                    <a:pt x="6750478" y="322044"/>
                  </a:lnTo>
                  <a:lnTo>
                    <a:pt x="6750604" y="322044"/>
                  </a:lnTo>
                  <a:lnTo>
                    <a:pt x="6750731" y="322044"/>
                  </a:lnTo>
                  <a:lnTo>
                    <a:pt x="6750857" y="322044"/>
                  </a:lnTo>
                  <a:lnTo>
                    <a:pt x="6750983" y="322044"/>
                  </a:lnTo>
                  <a:lnTo>
                    <a:pt x="6751109" y="322044"/>
                  </a:lnTo>
                  <a:lnTo>
                    <a:pt x="6751235" y="322044"/>
                  </a:lnTo>
                  <a:lnTo>
                    <a:pt x="6751361" y="322044"/>
                  </a:lnTo>
                  <a:lnTo>
                    <a:pt x="6751487" y="322044"/>
                  </a:lnTo>
                  <a:lnTo>
                    <a:pt x="6751613" y="322044"/>
                  </a:lnTo>
                  <a:lnTo>
                    <a:pt x="6751739" y="322044"/>
                  </a:lnTo>
                  <a:lnTo>
                    <a:pt x="6751865" y="322044"/>
                  </a:lnTo>
                  <a:lnTo>
                    <a:pt x="6751991" y="322044"/>
                  </a:lnTo>
                  <a:lnTo>
                    <a:pt x="6752117" y="322044"/>
                  </a:lnTo>
                  <a:lnTo>
                    <a:pt x="6752244" y="322044"/>
                  </a:lnTo>
                  <a:lnTo>
                    <a:pt x="6752370" y="322044"/>
                  </a:lnTo>
                  <a:lnTo>
                    <a:pt x="6752496" y="322044"/>
                  </a:lnTo>
                  <a:lnTo>
                    <a:pt x="6752622" y="322044"/>
                  </a:lnTo>
                  <a:lnTo>
                    <a:pt x="6752748" y="322044"/>
                  </a:lnTo>
                  <a:lnTo>
                    <a:pt x="6752874" y="322044"/>
                  </a:lnTo>
                  <a:lnTo>
                    <a:pt x="6753000" y="322044"/>
                  </a:lnTo>
                  <a:lnTo>
                    <a:pt x="6753126" y="322044"/>
                  </a:lnTo>
                  <a:lnTo>
                    <a:pt x="6753252" y="322044"/>
                  </a:lnTo>
                  <a:lnTo>
                    <a:pt x="6753378" y="322044"/>
                  </a:lnTo>
                  <a:lnTo>
                    <a:pt x="6753504" y="322044"/>
                  </a:lnTo>
                  <a:lnTo>
                    <a:pt x="6753631" y="322044"/>
                  </a:lnTo>
                  <a:lnTo>
                    <a:pt x="6753757" y="322044"/>
                  </a:lnTo>
                  <a:lnTo>
                    <a:pt x="6753883" y="322044"/>
                  </a:lnTo>
                  <a:lnTo>
                    <a:pt x="6754009" y="322044"/>
                  </a:lnTo>
                  <a:lnTo>
                    <a:pt x="6754135" y="322044"/>
                  </a:lnTo>
                  <a:lnTo>
                    <a:pt x="6754261" y="322044"/>
                  </a:lnTo>
                  <a:lnTo>
                    <a:pt x="6754387" y="322044"/>
                  </a:lnTo>
                  <a:lnTo>
                    <a:pt x="6754513" y="322044"/>
                  </a:lnTo>
                  <a:lnTo>
                    <a:pt x="6754639" y="322044"/>
                  </a:lnTo>
                  <a:lnTo>
                    <a:pt x="6754765" y="322044"/>
                  </a:lnTo>
                  <a:lnTo>
                    <a:pt x="6754891" y="322044"/>
                  </a:lnTo>
                  <a:lnTo>
                    <a:pt x="6755018" y="322044"/>
                  </a:lnTo>
                  <a:lnTo>
                    <a:pt x="6755144" y="322044"/>
                  </a:lnTo>
                  <a:lnTo>
                    <a:pt x="6755270" y="322044"/>
                  </a:lnTo>
                  <a:lnTo>
                    <a:pt x="6755396" y="322044"/>
                  </a:lnTo>
                  <a:lnTo>
                    <a:pt x="6755522" y="322044"/>
                  </a:lnTo>
                  <a:lnTo>
                    <a:pt x="6755648" y="322044"/>
                  </a:lnTo>
                  <a:lnTo>
                    <a:pt x="6755774" y="322044"/>
                  </a:lnTo>
                  <a:lnTo>
                    <a:pt x="6755900" y="322044"/>
                  </a:lnTo>
                  <a:lnTo>
                    <a:pt x="6756026" y="322044"/>
                  </a:lnTo>
                  <a:lnTo>
                    <a:pt x="6756152" y="322044"/>
                  </a:lnTo>
                  <a:lnTo>
                    <a:pt x="6756278" y="322044"/>
                  </a:lnTo>
                  <a:lnTo>
                    <a:pt x="6756404" y="322044"/>
                  </a:lnTo>
                  <a:lnTo>
                    <a:pt x="6756531" y="322044"/>
                  </a:lnTo>
                  <a:lnTo>
                    <a:pt x="6756657" y="322044"/>
                  </a:lnTo>
                  <a:lnTo>
                    <a:pt x="6756783" y="322044"/>
                  </a:lnTo>
                  <a:lnTo>
                    <a:pt x="6756909" y="322044"/>
                  </a:lnTo>
                  <a:lnTo>
                    <a:pt x="6757035" y="322044"/>
                  </a:lnTo>
                  <a:lnTo>
                    <a:pt x="6757161" y="322044"/>
                  </a:lnTo>
                  <a:lnTo>
                    <a:pt x="6757287" y="322044"/>
                  </a:lnTo>
                  <a:lnTo>
                    <a:pt x="6757413" y="322044"/>
                  </a:lnTo>
                  <a:lnTo>
                    <a:pt x="6757539" y="322044"/>
                  </a:lnTo>
                  <a:lnTo>
                    <a:pt x="6757665" y="322044"/>
                  </a:lnTo>
                  <a:lnTo>
                    <a:pt x="6757791" y="322044"/>
                  </a:lnTo>
                  <a:lnTo>
                    <a:pt x="6757918" y="322044"/>
                  </a:lnTo>
                  <a:lnTo>
                    <a:pt x="6758044" y="322044"/>
                  </a:lnTo>
                  <a:lnTo>
                    <a:pt x="6758170" y="322044"/>
                  </a:lnTo>
                  <a:lnTo>
                    <a:pt x="6758296" y="322044"/>
                  </a:lnTo>
                  <a:lnTo>
                    <a:pt x="6758422" y="322044"/>
                  </a:lnTo>
                  <a:lnTo>
                    <a:pt x="6758548" y="322044"/>
                  </a:lnTo>
                  <a:lnTo>
                    <a:pt x="6758674" y="322044"/>
                  </a:lnTo>
                  <a:lnTo>
                    <a:pt x="6758800" y="322044"/>
                  </a:lnTo>
                  <a:lnTo>
                    <a:pt x="6758926" y="322044"/>
                  </a:lnTo>
                  <a:lnTo>
                    <a:pt x="6759052" y="322044"/>
                  </a:lnTo>
                  <a:lnTo>
                    <a:pt x="6759178" y="322044"/>
                  </a:lnTo>
                  <a:lnTo>
                    <a:pt x="6759304" y="322044"/>
                  </a:lnTo>
                  <a:lnTo>
                    <a:pt x="6759431" y="322044"/>
                  </a:lnTo>
                  <a:lnTo>
                    <a:pt x="6759557" y="322044"/>
                  </a:lnTo>
                  <a:lnTo>
                    <a:pt x="6759683" y="322044"/>
                  </a:lnTo>
                  <a:lnTo>
                    <a:pt x="6759809" y="322044"/>
                  </a:lnTo>
                  <a:lnTo>
                    <a:pt x="6759935" y="322044"/>
                  </a:lnTo>
                  <a:lnTo>
                    <a:pt x="6760061" y="322044"/>
                  </a:lnTo>
                  <a:lnTo>
                    <a:pt x="6760187" y="322044"/>
                  </a:lnTo>
                  <a:lnTo>
                    <a:pt x="6760313" y="322044"/>
                  </a:lnTo>
                  <a:lnTo>
                    <a:pt x="6760439" y="322044"/>
                  </a:lnTo>
                  <a:lnTo>
                    <a:pt x="6760565" y="322044"/>
                  </a:lnTo>
                  <a:lnTo>
                    <a:pt x="6760691" y="322044"/>
                  </a:lnTo>
                  <a:lnTo>
                    <a:pt x="6760818" y="322044"/>
                  </a:lnTo>
                  <a:lnTo>
                    <a:pt x="6760944" y="322044"/>
                  </a:lnTo>
                  <a:lnTo>
                    <a:pt x="6761070" y="322044"/>
                  </a:lnTo>
                  <a:lnTo>
                    <a:pt x="6761196" y="322044"/>
                  </a:lnTo>
                  <a:lnTo>
                    <a:pt x="6761322" y="322044"/>
                  </a:lnTo>
                  <a:lnTo>
                    <a:pt x="6761448" y="322044"/>
                  </a:lnTo>
                  <a:lnTo>
                    <a:pt x="6761574" y="322044"/>
                  </a:lnTo>
                  <a:lnTo>
                    <a:pt x="6761700" y="322044"/>
                  </a:lnTo>
                  <a:lnTo>
                    <a:pt x="6761826" y="322044"/>
                  </a:lnTo>
                  <a:lnTo>
                    <a:pt x="6761952" y="322044"/>
                  </a:lnTo>
                  <a:lnTo>
                    <a:pt x="6762078" y="322044"/>
                  </a:lnTo>
                  <a:lnTo>
                    <a:pt x="6762204" y="322044"/>
                  </a:lnTo>
                  <a:lnTo>
                    <a:pt x="6762331" y="322044"/>
                  </a:lnTo>
                  <a:lnTo>
                    <a:pt x="6762457" y="322044"/>
                  </a:lnTo>
                  <a:lnTo>
                    <a:pt x="6762583" y="322044"/>
                  </a:lnTo>
                  <a:lnTo>
                    <a:pt x="6762709" y="322044"/>
                  </a:lnTo>
                  <a:lnTo>
                    <a:pt x="6762835" y="322044"/>
                  </a:lnTo>
                  <a:lnTo>
                    <a:pt x="6762961" y="322044"/>
                  </a:lnTo>
                  <a:lnTo>
                    <a:pt x="6763087" y="322044"/>
                  </a:lnTo>
                  <a:lnTo>
                    <a:pt x="6763213" y="322044"/>
                  </a:lnTo>
                  <a:lnTo>
                    <a:pt x="6763339" y="322044"/>
                  </a:lnTo>
                  <a:lnTo>
                    <a:pt x="6763465" y="322044"/>
                  </a:lnTo>
                  <a:lnTo>
                    <a:pt x="6763591" y="322044"/>
                  </a:lnTo>
                  <a:lnTo>
                    <a:pt x="6763718" y="322044"/>
                  </a:lnTo>
                  <a:lnTo>
                    <a:pt x="6763844" y="322044"/>
                  </a:lnTo>
                  <a:lnTo>
                    <a:pt x="6763970" y="322044"/>
                  </a:lnTo>
                  <a:lnTo>
                    <a:pt x="6764096" y="322044"/>
                  </a:lnTo>
                  <a:lnTo>
                    <a:pt x="6764222" y="322044"/>
                  </a:lnTo>
                  <a:lnTo>
                    <a:pt x="6764348" y="322044"/>
                  </a:lnTo>
                  <a:lnTo>
                    <a:pt x="6764474" y="322044"/>
                  </a:lnTo>
                  <a:lnTo>
                    <a:pt x="6764600" y="322044"/>
                  </a:lnTo>
                  <a:lnTo>
                    <a:pt x="6764726" y="322044"/>
                  </a:lnTo>
                  <a:lnTo>
                    <a:pt x="6764852" y="322044"/>
                  </a:lnTo>
                  <a:lnTo>
                    <a:pt x="6764978" y="322044"/>
                  </a:lnTo>
                  <a:lnTo>
                    <a:pt x="6765105" y="322044"/>
                  </a:lnTo>
                  <a:lnTo>
                    <a:pt x="6765231" y="322044"/>
                  </a:lnTo>
                  <a:lnTo>
                    <a:pt x="6765357" y="322044"/>
                  </a:lnTo>
                  <a:lnTo>
                    <a:pt x="6765483" y="322044"/>
                  </a:lnTo>
                  <a:lnTo>
                    <a:pt x="6765609" y="322044"/>
                  </a:lnTo>
                  <a:lnTo>
                    <a:pt x="6765735" y="322044"/>
                  </a:lnTo>
                  <a:lnTo>
                    <a:pt x="6765861" y="322044"/>
                  </a:lnTo>
                  <a:lnTo>
                    <a:pt x="6765987" y="322044"/>
                  </a:lnTo>
                  <a:lnTo>
                    <a:pt x="6766113" y="322044"/>
                  </a:lnTo>
                  <a:lnTo>
                    <a:pt x="6766239" y="322044"/>
                  </a:lnTo>
                  <a:lnTo>
                    <a:pt x="6766365" y="322044"/>
                  </a:lnTo>
                  <a:lnTo>
                    <a:pt x="6766491" y="322044"/>
                  </a:lnTo>
                  <a:lnTo>
                    <a:pt x="6766618" y="322044"/>
                  </a:lnTo>
                  <a:lnTo>
                    <a:pt x="6766744" y="322044"/>
                  </a:lnTo>
                  <a:lnTo>
                    <a:pt x="6766870" y="322044"/>
                  </a:lnTo>
                  <a:lnTo>
                    <a:pt x="6766996" y="322044"/>
                  </a:lnTo>
                  <a:lnTo>
                    <a:pt x="6767122" y="322044"/>
                  </a:lnTo>
                  <a:lnTo>
                    <a:pt x="6767248" y="322044"/>
                  </a:lnTo>
                  <a:lnTo>
                    <a:pt x="6767374" y="322044"/>
                  </a:lnTo>
                  <a:lnTo>
                    <a:pt x="6767500" y="322044"/>
                  </a:lnTo>
                  <a:lnTo>
                    <a:pt x="6767626" y="322044"/>
                  </a:lnTo>
                  <a:lnTo>
                    <a:pt x="6767752" y="322044"/>
                  </a:lnTo>
                  <a:lnTo>
                    <a:pt x="6767878" y="322044"/>
                  </a:lnTo>
                  <a:lnTo>
                    <a:pt x="6768005" y="322044"/>
                  </a:lnTo>
                  <a:lnTo>
                    <a:pt x="6768131" y="322044"/>
                  </a:lnTo>
                  <a:lnTo>
                    <a:pt x="6768257" y="322044"/>
                  </a:lnTo>
                  <a:lnTo>
                    <a:pt x="6768383" y="322044"/>
                  </a:lnTo>
                  <a:lnTo>
                    <a:pt x="6768509" y="322044"/>
                  </a:lnTo>
                  <a:lnTo>
                    <a:pt x="6768635" y="322044"/>
                  </a:lnTo>
                  <a:lnTo>
                    <a:pt x="6768761" y="322044"/>
                  </a:lnTo>
                  <a:lnTo>
                    <a:pt x="6768887" y="322044"/>
                  </a:lnTo>
                  <a:lnTo>
                    <a:pt x="6769013" y="322044"/>
                  </a:lnTo>
                  <a:lnTo>
                    <a:pt x="6769139" y="322044"/>
                  </a:lnTo>
                  <a:lnTo>
                    <a:pt x="6769265" y="322044"/>
                  </a:lnTo>
                  <a:lnTo>
                    <a:pt x="6769391" y="322044"/>
                  </a:lnTo>
                  <a:lnTo>
                    <a:pt x="6769518" y="322044"/>
                  </a:lnTo>
                  <a:lnTo>
                    <a:pt x="6769644" y="322044"/>
                  </a:lnTo>
                  <a:lnTo>
                    <a:pt x="6769770" y="322044"/>
                  </a:lnTo>
                  <a:lnTo>
                    <a:pt x="6769896" y="322044"/>
                  </a:lnTo>
                  <a:lnTo>
                    <a:pt x="6770022" y="322044"/>
                  </a:lnTo>
                  <a:lnTo>
                    <a:pt x="6770148" y="322044"/>
                  </a:lnTo>
                  <a:lnTo>
                    <a:pt x="6770274" y="322044"/>
                  </a:lnTo>
                  <a:lnTo>
                    <a:pt x="6770400" y="322044"/>
                  </a:lnTo>
                  <a:lnTo>
                    <a:pt x="6770526" y="322044"/>
                  </a:lnTo>
                  <a:lnTo>
                    <a:pt x="6770652" y="322044"/>
                  </a:lnTo>
                  <a:lnTo>
                    <a:pt x="6770778" y="322044"/>
                  </a:lnTo>
                  <a:lnTo>
                    <a:pt x="6770905" y="322044"/>
                  </a:lnTo>
                  <a:lnTo>
                    <a:pt x="6771031" y="322044"/>
                  </a:lnTo>
                  <a:lnTo>
                    <a:pt x="6771157" y="322044"/>
                  </a:lnTo>
                  <a:lnTo>
                    <a:pt x="6771283" y="322044"/>
                  </a:lnTo>
                  <a:lnTo>
                    <a:pt x="6771409" y="322044"/>
                  </a:lnTo>
                  <a:lnTo>
                    <a:pt x="6771535" y="322044"/>
                  </a:lnTo>
                  <a:lnTo>
                    <a:pt x="6771661" y="322044"/>
                  </a:lnTo>
                  <a:lnTo>
                    <a:pt x="6771787" y="322044"/>
                  </a:lnTo>
                  <a:lnTo>
                    <a:pt x="6771913" y="322044"/>
                  </a:lnTo>
                  <a:lnTo>
                    <a:pt x="6772039" y="322044"/>
                  </a:lnTo>
                  <a:lnTo>
                    <a:pt x="6772165" y="322044"/>
                  </a:lnTo>
                  <a:lnTo>
                    <a:pt x="6772292" y="322044"/>
                  </a:lnTo>
                  <a:lnTo>
                    <a:pt x="6772418" y="322044"/>
                  </a:lnTo>
                  <a:lnTo>
                    <a:pt x="6772544" y="322044"/>
                  </a:lnTo>
                  <a:lnTo>
                    <a:pt x="6772670" y="322044"/>
                  </a:lnTo>
                  <a:lnTo>
                    <a:pt x="6772796" y="322044"/>
                  </a:lnTo>
                  <a:lnTo>
                    <a:pt x="6772922" y="322044"/>
                  </a:lnTo>
                  <a:lnTo>
                    <a:pt x="6773048" y="322044"/>
                  </a:lnTo>
                  <a:lnTo>
                    <a:pt x="6773174" y="322044"/>
                  </a:lnTo>
                  <a:lnTo>
                    <a:pt x="6773300" y="322044"/>
                  </a:lnTo>
                  <a:lnTo>
                    <a:pt x="6773426" y="322044"/>
                  </a:lnTo>
                  <a:lnTo>
                    <a:pt x="6773552" y="322044"/>
                  </a:lnTo>
                  <a:lnTo>
                    <a:pt x="6773678" y="322044"/>
                  </a:lnTo>
                  <a:lnTo>
                    <a:pt x="6773805" y="322044"/>
                  </a:lnTo>
                  <a:lnTo>
                    <a:pt x="6773931" y="322044"/>
                  </a:lnTo>
                  <a:lnTo>
                    <a:pt x="6774057" y="322044"/>
                  </a:lnTo>
                  <a:lnTo>
                    <a:pt x="6774183" y="322044"/>
                  </a:lnTo>
                  <a:lnTo>
                    <a:pt x="6774309" y="322044"/>
                  </a:lnTo>
                  <a:lnTo>
                    <a:pt x="6774435" y="322044"/>
                  </a:lnTo>
                  <a:lnTo>
                    <a:pt x="6774561" y="322044"/>
                  </a:lnTo>
                  <a:lnTo>
                    <a:pt x="6774687" y="322044"/>
                  </a:lnTo>
                  <a:lnTo>
                    <a:pt x="6774813" y="322044"/>
                  </a:lnTo>
                  <a:lnTo>
                    <a:pt x="6774939" y="322044"/>
                  </a:lnTo>
                  <a:lnTo>
                    <a:pt x="6775065" y="322044"/>
                  </a:lnTo>
                  <a:lnTo>
                    <a:pt x="6775192" y="322044"/>
                  </a:lnTo>
                  <a:lnTo>
                    <a:pt x="6775318" y="322044"/>
                  </a:lnTo>
                  <a:lnTo>
                    <a:pt x="6775444" y="322044"/>
                  </a:lnTo>
                  <a:lnTo>
                    <a:pt x="6775570" y="322044"/>
                  </a:lnTo>
                  <a:lnTo>
                    <a:pt x="6775696" y="322044"/>
                  </a:lnTo>
                  <a:lnTo>
                    <a:pt x="6775822" y="322044"/>
                  </a:lnTo>
                  <a:lnTo>
                    <a:pt x="6775948" y="322044"/>
                  </a:lnTo>
                  <a:lnTo>
                    <a:pt x="6776074" y="322044"/>
                  </a:lnTo>
                  <a:lnTo>
                    <a:pt x="6776200" y="322044"/>
                  </a:lnTo>
                  <a:lnTo>
                    <a:pt x="6776326" y="322044"/>
                  </a:lnTo>
                  <a:lnTo>
                    <a:pt x="6776452" y="322044"/>
                  </a:lnTo>
                  <a:lnTo>
                    <a:pt x="6776578" y="322044"/>
                  </a:lnTo>
                  <a:lnTo>
                    <a:pt x="6776705" y="322044"/>
                  </a:lnTo>
                  <a:lnTo>
                    <a:pt x="6776831" y="322044"/>
                  </a:lnTo>
                  <a:lnTo>
                    <a:pt x="6776957" y="322044"/>
                  </a:lnTo>
                  <a:lnTo>
                    <a:pt x="6777083" y="322044"/>
                  </a:lnTo>
                  <a:lnTo>
                    <a:pt x="6777209" y="322044"/>
                  </a:lnTo>
                  <a:lnTo>
                    <a:pt x="6777335" y="322044"/>
                  </a:lnTo>
                  <a:lnTo>
                    <a:pt x="6777461" y="322044"/>
                  </a:lnTo>
                  <a:lnTo>
                    <a:pt x="6777587" y="322044"/>
                  </a:lnTo>
                  <a:lnTo>
                    <a:pt x="6777713" y="322044"/>
                  </a:lnTo>
                  <a:lnTo>
                    <a:pt x="6777839" y="322044"/>
                  </a:lnTo>
                  <a:lnTo>
                    <a:pt x="6777965" y="322044"/>
                  </a:lnTo>
                  <a:lnTo>
                    <a:pt x="6778092" y="322044"/>
                  </a:lnTo>
                  <a:lnTo>
                    <a:pt x="6778218" y="322044"/>
                  </a:lnTo>
                  <a:lnTo>
                    <a:pt x="6778344" y="322044"/>
                  </a:lnTo>
                  <a:lnTo>
                    <a:pt x="6778470" y="322044"/>
                  </a:lnTo>
                  <a:lnTo>
                    <a:pt x="6778596" y="322044"/>
                  </a:lnTo>
                  <a:lnTo>
                    <a:pt x="6778722" y="322044"/>
                  </a:lnTo>
                  <a:lnTo>
                    <a:pt x="6778848" y="322044"/>
                  </a:lnTo>
                  <a:lnTo>
                    <a:pt x="6778974" y="322044"/>
                  </a:lnTo>
                  <a:lnTo>
                    <a:pt x="6779100" y="322044"/>
                  </a:lnTo>
                  <a:lnTo>
                    <a:pt x="6779226" y="322044"/>
                  </a:lnTo>
                  <a:lnTo>
                    <a:pt x="6779352" y="322044"/>
                  </a:lnTo>
                  <a:lnTo>
                    <a:pt x="6779479" y="322044"/>
                  </a:lnTo>
                  <a:lnTo>
                    <a:pt x="6779605" y="322044"/>
                  </a:lnTo>
                  <a:lnTo>
                    <a:pt x="6779731" y="322044"/>
                  </a:lnTo>
                  <a:lnTo>
                    <a:pt x="6779857" y="322044"/>
                  </a:lnTo>
                  <a:lnTo>
                    <a:pt x="6779983" y="322044"/>
                  </a:lnTo>
                  <a:lnTo>
                    <a:pt x="6780109" y="322044"/>
                  </a:lnTo>
                  <a:lnTo>
                    <a:pt x="6780235" y="322044"/>
                  </a:lnTo>
                  <a:lnTo>
                    <a:pt x="6780361" y="322044"/>
                  </a:lnTo>
                  <a:lnTo>
                    <a:pt x="6780487" y="322044"/>
                  </a:lnTo>
                  <a:lnTo>
                    <a:pt x="6780613" y="322044"/>
                  </a:lnTo>
                  <a:lnTo>
                    <a:pt x="6780739" y="322044"/>
                  </a:lnTo>
                  <a:lnTo>
                    <a:pt x="6780865" y="322044"/>
                  </a:lnTo>
                  <a:lnTo>
                    <a:pt x="6780992" y="322044"/>
                  </a:lnTo>
                  <a:lnTo>
                    <a:pt x="6781118" y="322044"/>
                  </a:lnTo>
                  <a:lnTo>
                    <a:pt x="6781244" y="322044"/>
                  </a:lnTo>
                  <a:lnTo>
                    <a:pt x="6781370" y="322044"/>
                  </a:lnTo>
                  <a:lnTo>
                    <a:pt x="6781496" y="322044"/>
                  </a:lnTo>
                  <a:lnTo>
                    <a:pt x="6781622" y="322044"/>
                  </a:lnTo>
                  <a:lnTo>
                    <a:pt x="6781748" y="322044"/>
                  </a:lnTo>
                  <a:lnTo>
                    <a:pt x="6781874" y="322044"/>
                  </a:lnTo>
                  <a:lnTo>
                    <a:pt x="6782000" y="322044"/>
                  </a:lnTo>
                  <a:lnTo>
                    <a:pt x="6782126" y="322044"/>
                  </a:lnTo>
                  <a:lnTo>
                    <a:pt x="6782252" y="322044"/>
                  </a:lnTo>
                  <a:lnTo>
                    <a:pt x="6782379" y="322044"/>
                  </a:lnTo>
                  <a:lnTo>
                    <a:pt x="6782505" y="322044"/>
                  </a:lnTo>
                  <a:lnTo>
                    <a:pt x="6782631" y="322044"/>
                  </a:lnTo>
                  <a:lnTo>
                    <a:pt x="6782757" y="322044"/>
                  </a:lnTo>
                  <a:lnTo>
                    <a:pt x="6782883" y="322044"/>
                  </a:lnTo>
                  <a:lnTo>
                    <a:pt x="6783009" y="322044"/>
                  </a:lnTo>
                  <a:lnTo>
                    <a:pt x="6783135" y="322044"/>
                  </a:lnTo>
                  <a:lnTo>
                    <a:pt x="6783261" y="322044"/>
                  </a:lnTo>
                  <a:lnTo>
                    <a:pt x="6783387" y="322044"/>
                  </a:lnTo>
                  <a:lnTo>
                    <a:pt x="6783513" y="322044"/>
                  </a:lnTo>
                  <a:lnTo>
                    <a:pt x="6783639" y="322044"/>
                  </a:lnTo>
                  <a:lnTo>
                    <a:pt x="6783765" y="322044"/>
                  </a:lnTo>
                  <a:lnTo>
                    <a:pt x="6783892" y="322044"/>
                  </a:lnTo>
                  <a:lnTo>
                    <a:pt x="6784018" y="322044"/>
                  </a:lnTo>
                  <a:lnTo>
                    <a:pt x="6784144" y="322044"/>
                  </a:lnTo>
                  <a:lnTo>
                    <a:pt x="6784270" y="322044"/>
                  </a:lnTo>
                  <a:lnTo>
                    <a:pt x="6784396" y="322044"/>
                  </a:lnTo>
                  <a:lnTo>
                    <a:pt x="6784522" y="322044"/>
                  </a:lnTo>
                  <a:lnTo>
                    <a:pt x="6784648" y="322044"/>
                  </a:lnTo>
                  <a:lnTo>
                    <a:pt x="6784774" y="322044"/>
                  </a:lnTo>
                  <a:lnTo>
                    <a:pt x="6784900" y="322044"/>
                  </a:lnTo>
                  <a:lnTo>
                    <a:pt x="6785026" y="322044"/>
                  </a:lnTo>
                  <a:lnTo>
                    <a:pt x="6785152" y="322044"/>
                  </a:lnTo>
                  <a:lnTo>
                    <a:pt x="6785279" y="322044"/>
                  </a:lnTo>
                  <a:lnTo>
                    <a:pt x="6785405" y="322044"/>
                  </a:lnTo>
                  <a:lnTo>
                    <a:pt x="6785531" y="322044"/>
                  </a:lnTo>
                  <a:lnTo>
                    <a:pt x="6785657" y="322044"/>
                  </a:lnTo>
                  <a:lnTo>
                    <a:pt x="6785783" y="322044"/>
                  </a:lnTo>
                  <a:lnTo>
                    <a:pt x="6785909" y="322044"/>
                  </a:lnTo>
                  <a:lnTo>
                    <a:pt x="6786035" y="322044"/>
                  </a:lnTo>
                  <a:lnTo>
                    <a:pt x="6786161" y="322044"/>
                  </a:lnTo>
                  <a:lnTo>
                    <a:pt x="6786287" y="322044"/>
                  </a:lnTo>
                  <a:lnTo>
                    <a:pt x="6786413" y="322044"/>
                  </a:lnTo>
                  <a:lnTo>
                    <a:pt x="6786539" y="322044"/>
                  </a:lnTo>
                  <a:lnTo>
                    <a:pt x="6786665" y="322044"/>
                  </a:lnTo>
                  <a:lnTo>
                    <a:pt x="6786792" y="322044"/>
                  </a:lnTo>
                  <a:lnTo>
                    <a:pt x="6786918" y="322044"/>
                  </a:lnTo>
                  <a:lnTo>
                    <a:pt x="6787044" y="322044"/>
                  </a:lnTo>
                  <a:lnTo>
                    <a:pt x="6787170" y="322044"/>
                  </a:lnTo>
                  <a:lnTo>
                    <a:pt x="6787296" y="322044"/>
                  </a:lnTo>
                  <a:lnTo>
                    <a:pt x="6787422" y="322044"/>
                  </a:lnTo>
                  <a:lnTo>
                    <a:pt x="6787548" y="322044"/>
                  </a:lnTo>
                  <a:lnTo>
                    <a:pt x="6787674" y="322044"/>
                  </a:lnTo>
                  <a:lnTo>
                    <a:pt x="6787800" y="322044"/>
                  </a:lnTo>
                  <a:lnTo>
                    <a:pt x="6787926" y="322044"/>
                  </a:lnTo>
                  <a:lnTo>
                    <a:pt x="6788052" y="322044"/>
                  </a:lnTo>
                  <a:lnTo>
                    <a:pt x="6788179" y="322044"/>
                  </a:lnTo>
                  <a:lnTo>
                    <a:pt x="6788305" y="322044"/>
                  </a:lnTo>
                  <a:lnTo>
                    <a:pt x="6788431" y="322044"/>
                  </a:lnTo>
                  <a:lnTo>
                    <a:pt x="6788557" y="322044"/>
                  </a:lnTo>
                  <a:lnTo>
                    <a:pt x="6788683" y="322044"/>
                  </a:lnTo>
                  <a:lnTo>
                    <a:pt x="6788809" y="322044"/>
                  </a:lnTo>
                  <a:lnTo>
                    <a:pt x="6788935" y="322044"/>
                  </a:lnTo>
                  <a:lnTo>
                    <a:pt x="6789061" y="322044"/>
                  </a:lnTo>
                  <a:lnTo>
                    <a:pt x="6789187" y="322044"/>
                  </a:lnTo>
                  <a:lnTo>
                    <a:pt x="6789313" y="322044"/>
                  </a:lnTo>
                  <a:lnTo>
                    <a:pt x="6789439" y="322044"/>
                  </a:lnTo>
                  <a:lnTo>
                    <a:pt x="6789566" y="322044"/>
                  </a:lnTo>
                  <a:lnTo>
                    <a:pt x="6789692" y="322044"/>
                  </a:lnTo>
                  <a:lnTo>
                    <a:pt x="6789818" y="322044"/>
                  </a:lnTo>
                  <a:lnTo>
                    <a:pt x="6789944" y="322044"/>
                  </a:lnTo>
                  <a:lnTo>
                    <a:pt x="6790070" y="322044"/>
                  </a:lnTo>
                  <a:lnTo>
                    <a:pt x="6790196" y="322044"/>
                  </a:lnTo>
                  <a:lnTo>
                    <a:pt x="6790322" y="322044"/>
                  </a:lnTo>
                  <a:lnTo>
                    <a:pt x="6790448" y="322044"/>
                  </a:lnTo>
                  <a:lnTo>
                    <a:pt x="6790574" y="322044"/>
                  </a:lnTo>
                  <a:lnTo>
                    <a:pt x="6790700" y="322044"/>
                  </a:lnTo>
                  <a:lnTo>
                    <a:pt x="6790826" y="322044"/>
                  </a:lnTo>
                  <a:lnTo>
                    <a:pt x="6790952" y="322044"/>
                  </a:lnTo>
                  <a:lnTo>
                    <a:pt x="6791079" y="322044"/>
                  </a:lnTo>
                  <a:lnTo>
                    <a:pt x="6791205" y="322044"/>
                  </a:lnTo>
                  <a:lnTo>
                    <a:pt x="6791331" y="322044"/>
                  </a:lnTo>
                  <a:lnTo>
                    <a:pt x="6791457" y="322044"/>
                  </a:lnTo>
                  <a:lnTo>
                    <a:pt x="6791583" y="322044"/>
                  </a:lnTo>
                  <a:lnTo>
                    <a:pt x="6791709" y="322044"/>
                  </a:lnTo>
                  <a:lnTo>
                    <a:pt x="6791835" y="322044"/>
                  </a:lnTo>
                  <a:lnTo>
                    <a:pt x="6791961" y="322044"/>
                  </a:lnTo>
                  <a:lnTo>
                    <a:pt x="6792087" y="322044"/>
                  </a:lnTo>
                  <a:lnTo>
                    <a:pt x="6792213" y="322044"/>
                  </a:lnTo>
                  <a:lnTo>
                    <a:pt x="6792339" y="322044"/>
                  </a:lnTo>
                  <a:lnTo>
                    <a:pt x="6792466" y="322044"/>
                  </a:lnTo>
                  <a:lnTo>
                    <a:pt x="6792592" y="322044"/>
                  </a:lnTo>
                  <a:lnTo>
                    <a:pt x="6792718" y="322044"/>
                  </a:lnTo>
                  <a:lnTo>
                    <a:pt x="6792844" y="322044"/>
                  </a:lnTo>
                  <a:lnTo>
                    <a:pt x="6792970" y="322044"/>
                  </a:lnTo>
                  <a:lnTo>
                    <a:pt x="6793096" y="322044"/>
                  </a:lnTo>
                  <a:lnTo>
                    <a:pt x="6793222" y="322044"/>
                  </a:lnTo>
                  <a:lnTo>
                    <a:pt x="6793348" y="322044"/>
                  </a:lnTo>
                  <a:lnTo>
                    <a:pt x="6793474" y="322044"/>
                  </a:lnTo>
                  <a:lnTo>
                    <a:pt x="6793600" y="322044"/>
                  </a:lnTo>
                  <a:lnTo>
                    <a:pt x="6793726" y="322044"/>
                  </a:lnTo>
                  <a:lnTo>
                    <a:pt x="6793852" y="322044"/>
                  </a:lnTo>
                  <a:lnTo>
                    <a:pt x="6793979" y="322044"/>
                  </a:lnTo>
                  <a:lnTo>
                    <a:pt x="6794105" y="322044"/>
                  </a:lnTo>
                  <a:lnTo>
                    <a:pt x="6794231" y="322044"/>
                  </a:lnTo>
                  <a:lnTo>
                    <a:pt x="6794357" y="322044"/>
                  </a:lnTo>
                  <a:lnTo>
                    <a:pt x="6794483" y="322044"/>
                  </a:lnTo>
                  <a:lnTo>
                    <a:pt x="6794609" y="322044"/>
                  </a:lnTo>
                  <a:lnTo>
                    <a:pt x="6794735" y="322044"/>
                  </a:lnTo>
                  <a:lnTo>
                    <a:pt x="6794861" y="322044"/>
                  </a:lnTo>
                  <a:lnTo>
                    <a:pt x="6794987" y="322044"/>
                  </a:lnTo>
                  <a:lnTo>
                    <a:pt x="6795113" y="322044"/>
                  </a:lnTo>
                  <a:lnTo>
                    <a:pt x="6795239" y="322044"/>
                  </a:lnTo>
                  <a:lnTo>
                    <a:pt x="6795366" y="322044"/>
                  </a:lnTo>
                  <a:lnTo>
                    <a:pt x="6795492" y="322044"/>
                  </a:lnTo>
                  <a:lnTo>
                    <a:pt x="6795618" y="322044"/>
                  </a:lnTo>
                  <a:lnTo>
                    <a:pt x="6795744" y="322044"/>
                  </a:lnTo>
                  <a:lnTo>
                    <a:pt x="6795744" y="316765"/>
                  </a:lnTo>
                  <a:lnTo>
                    <a:pt x="6795870" y="316765"/>
                  </a:lnTo>
                  <a:lnTo>
                    <a:pt x="6795996" y="316765"/>
                  </a:lnTo>
                  <a:lnTo>
                    <a:pt x="6796122" y="316765"/>
                  </a:lnTo>
                  <a:lnTo>
                    <a:pt x="6796248" y="316765"/>
                  </a:lnTo>
                  <a:lnTo>
                    <a:pt x="6796374" y="316765"/>
                  </a:lnTo>
                  <a:lnTo>
                    <a:pt x="6796500" y="316765"/>
                  </a:lnTo>
                  <a:lnTo>
                    <a:pt x="6796626" y="316765"/>
                  </a:lnTo>
                  <a:lnTo>
                    <a:pt x="6796753" y="316765"/>
                  </a:lnTo>
                  <a:lnTo>
                    <a:pt x="6796879" y="316765"/>
                  </a:lnTo>
                  <a:lnTo>
                    <a:pt x="6797005" y="316765"/>
                  </a:lnTo>
                  <a:lnTo>
                    <a:pt x="6797131" y="316765"/>
                  </a:lnTo>
                  <a:lnTo>
                    <a:pt x="6797257" y="316765"/>
                  </a:lnTo>
                  <a:lnTo>
                    <a:pt x="6797383" y="316765"/>
                  </a:lnTo>
                  <a:lnTo>
                    <a:pt x="6797509" y="316765"/>
                  </a:lnTo>
                  <a:lnTo>
                    <a:pt x="6797635" y="316765"/>
                  </a:lnTo>
                  <a:lnTo>
                    <a:pt x="6797761" y="316765"/>
                  </a:lnTo>
                  <a:lnTo>
                    <a:pt x="6797887" y="316765"/>
                  </a:lnTo>
                  <a:lnTo>
                    <a:pt x="6798013" y="316765"/>
                  </a:lnTo>
                  <a:lnTo>
                    <a:pt x="6798139" y="316765"/>
                  </a:lnTo>
                  <a:lnTo>
                    <a:pt x="6798266" y="316765"/>
                  </a:lnTo>
                  <a:lnTo>
                    <a:pt x="6798392" y="316765"/>
                  </a:lnTo>
                  <a:lnTo>
                    <a:pt x="6798518" y="316765"/>
                  </a:lnTo>
                  <a:lnTo>
                    <a:pt x="6798644" y="316765"/>
                  </a:lnTo>
                  <a:lnTo>
                    <a:pt x="6798770" y="316765"/>
                  </a:lnTo>
                  <a:lnTo>
                    <a:pt x="6798896" y="316765"/>
                  </a:lnTo>
                  <a:lnTo>
                    <a:pt x="6799022" y="316765"/>
                  </a:lnTo>
                  <a:lnTo>
                    <a:pt x="6799148" y="316765"/>
                  </a:lnTo>
                  <a:lnTo>
                    <a:pt x="6799274" y="316765"/>
                  </a:lnTo>
                  <a:lnTo>
                    <a:pt x="6799400" y="316765"/>
                  </a:lnTo>
                  <a:lnTo>
                    <a:pt x="6799526" y="316765"/>
                  </a:lnTo>
                  <a:lnTo>
                    <a:pt x="6799653" y="316765"/>
                  </a:lnTo>
                  <a:lnTo>
                    <a:pt x="6799779" y="316765"/>
                  </a:lnTo>
                  <a:lnTo>
                    <a:pt x="6799905" y="316765"/>
                  </a:lnTo>
                  <a:lnTo>
                    <a:pt x="6800031" y="316765"/>
                  </a:lnTo>
                  <a:lnTo>
                    <a:pt x="6800157" y="316765"/>
                  </a:lnTo>
                  <a:lnTo>
                    <a:pt x="6800283" y="316765"/>
                  </a:lnTo>
                  <a:lnTo>
                    <a:pt x="6800409" y="316765"/>
                  </a:lnTo>
                  <a:lnTo>
                    <a:pt x="6800535" y="316765"/>
                  </a:lnTo>
                  <a:lnTo>
                    <a:pt x="6800661" y="316765"/>
                  </a:lnTo>
                  <a:lnTo>
                    <a:pt x="6800787" y="316765"/>
                  </a:lnTo>
                  <a:lnTo>
                    <a:pt x="6800913" y="316765"/>
                  </a:lnTo>
                  <a:lnTo>
                    <a:pt x="6801039" y="316765"/>
                  </a:lnTo>
                  <a:lnTo>
                    <a:pt x="6801166" y="316765"/>
                  </a:lnTo>
                  <a:lnTo>
                    <a:pt x="6801292" y="316765"/>
                  </a:lnTo>
                  <a:lnTo>
                    <a:pt x="6801418" y="316765"/>
                  </a:lnTo>
                  <a:lnTo>
                    <a:pt x="6801544" y="316765"/>
                  </a:lnTo>
                  <a:lnTo>
                    <a:pt x="6801670" y="316765"/>
                  </a:lnTo>
                  <a:lnTo>
                    <a:pt x="6801796" y="316765"/>
                  </a:lnTo>
                  <a:lnTo>
                    <a:pt x="6801922" y="316765"/>
                  </a:lnTo>
                  <a:lnTo>
                    <a:pt x="6802048" y="316765"/>
                  </a:lnTo>
                  <a:lnTo>
                    <a:pt x="6802174" y="316765"/>
                  </a:lnTo>
                  <a:lnTo>
                    <a:pt x="6802300" y="316765"/>
                  </a:lnTo>
                  <a:lnTo>
                    <a:pt x="6802426" y="316765"/>
                  </a:lnTo>
                  <a:lnTo>
                    <a:pt x="6802553" y="316765"/>
                  </a:lnTo>
                  <a:lnTo>
                    <a:pt x="6802679" y="316765"/>
                  </a:lnTo>
                  <a:lnTo>
                    <a:pt x="6802805" y="316765"/>
                  </a:lnTo>
                  <a:lnTo>
                    <a:pt x="6802931" y="316765"/>
                  </a:lnTo>
                  <a:lnTo>
                    <a:pt x="6803057" y="316765"/>
                  </a:lnTo>
                  <a:lnTo>
                    <a:pt x="6803183" y="316765"/>
                  </a:lnTo>
                  <a:lnTo>
                    <a:pt x="6803309" y="316765"/>
                  </a:lnTo>
                  <a:lnTo>
                    <a:pt x="6803435" y="316765"/>
                  </a:lnTo>
                  <a:lnTo>
                    <a:pt x="6803561" y="316765"/>
                  </a:lnTo>
                  <a:lnTo>
                    <a:pt x="6803687" y="316765"/>
                  </a:lnTo>
                  <a:lnTo>
                    <a:pt x="6803813" y="316765"/>
                  </a:lnTo>
                  <a:lnTo>
                    <a:pt x="6803940" y="316765"/>
                  </a:lnTo>
                  <a:lnTo>
                    <a:pt x="6804066" y="316765"/>
                  </a:lnTo>
                  <a:lnTo>
                    <a:pt x="6804192" y="316765"/>
                  </a:lnTo>
                  <a:lnTo>
                    <a:pt x="6804318" y="316765"/>
                  </a:lnTo>
                  <a:lnTo>
                    <a:pt x="6804444" y="316765"/>
                  </a:lnTo>
                  <a:lnTo>
                    <a:pt x="6804570" y="316765"/>
                  </a:lnTo>
                  <a:lnTo>
                    <a:pt x="6804696" y="316765"/>
                  </a:lnTo>
                  <a:lnTo>
                    <a:pt x="6804822" y="316765"/>
                  </a:lnTo>
                  <a:lnTo>
                    <a:pt x="6804948" y="316765"/>
                  </a:lnTo>
                  <a:lnTo>
                    <a:pt x="6805074" y="316765"/>
                  </a:lnTo>
                  <a:lnTo>
                    <a:pt x="6805200" y="316765"/>
                  </a:lnTo>
                  <a:lnTo>
                    <a:pt x="6805326" y="316765"/>
                  </a:lnTo>
                  <a:lnTo>
                    <a:pt x="6805453" y="316765"/>
                  </a:lnTo>
                  <a:lnTo>
                    <a:pt x="6805579" y="316765"/>
                  </a:lnTo>
                  <a:lnTo>
                    <a:pt x="6805705" y="316765"/>
                  </a:lnTo>
                  <a:lnTo>
                    <a:pt x="6805831" y="316765"/>
                  </a:lnTo>
                  <a:lnTo>
                    <a:pt x="6805957" y="316765"/>
                  </a:lnTo>
                  <a:lnTo>
                    <a:pt x="6806083" y="316765"/>
                  </a:lnTo>
                  <a:lnTo>
                    <a:pt x="6806209" y="316765"/>
                  </a:lnTo>
                  <a:lnTo>
                    <a:pt x="6806335" y="316765"/>
                  </a:lnTo>
                  <a:lnTo>
                    <a:pt x="6806461" y="316765"/>
                  </a:lnTo>
                  <a:lnTo>
                    <a:pt x="6806587" y="316765"/>
                  </a:lnTo>
                  <a:lnTo>
                    <a:pt x="6806713" y="316765"/>
                  </a:lnTo>
                  <a:lnTo>
                    <a:pt x="6806840" y="316765"/>
                  </a:lnTo>
                  <a:lnTo>
                    <a:pt x="6806966" y="316765"/>
                  </a:lnTo>
                  <a:lnTo>
                    <a:pt x="6807092" y="316765"/>
                  </a:lnTo>
                  <a:lnTo>
                    <a:pt x="6807218" y="316765"/>
                  </a:lnTo>
                  <a:lnTo>
                    <a:pt x="6807344" y="316765"/>
                  </a:lnTo>
                  <a:lnTo>
                    <a:pt x="6807470" y="316765"/>
                  </a:lnTo>
                  <a:lnTo>
                    <a:pt x="6807596" y="316765"/>
                  </a:lnTo>
                  <a:lnTo>
                    <a:pt x="6807722" y="316765"/>
                  </a:lnTo>
                  <a:lnTo>
                    <a:pt x="6807848" y="316765"/>
                  </a:lnTo>
                  <a:lnTo>
                    <a:pt x="6807974" y="316765"/>
                  </a:lnTo>
                  <a:lnTo>
                    <a:pt x="6808100" y="316765"/>
                  </a:lnTo>
                  <a:lnTo>
                    <a:pt x="6808226" y="316765"/>
                  </a:lnTo>
                  <a:lnTo>
                    <a:pt x="6808353" y="316765"/>
                  </a:lnTo>
                  <a:lnTo>
                    <a:pt x="6808479" y="316765"/>
                  </a:lnTo>
                  <a:lnTo>
                    <a:pt x="6808605" y="316765"/>
                  </a:lnTo>
                  <a:lnTo>
                    <a:pt x="6808731" y="316765"/>
                  </a:lnTo>
                  <a:lnTo>
                    <a:pt x="6808857" y="316765"/>
                  </a:lnTo>
                  <a:lnTo>
                    <a:pt x="6808983" y="316765"/>
                  </a:lnTo>
                  <a:lnTo>
                    <a:pt x="6809109" y="316765"/>
                  </a:lnTo>
                  <a:lnTo>
                    <a:pt x="6809235" y="316765"/>
                  </a:lnTo>
                  <a:lnTo>
                    <a:pt x="6809361" y="316765"/>
                  </a:lnTo>
                  <a:lnTo>
                    <a:pt x="6809487" y="316765"/>
                  </a:lnTo>
                  <a:lnTo>
                    <a:pt x="6809613" y="316765"/>
                  </a:lnTo>
                  <a:lnTo>
                    <a:pt x="6809740" y="316765"/>
                  </a:lnTo>
                  <a:lnTo>
                    <a:pt x="6809866" y="316765"/>
                  </a:lnTo>
                  <a:lnTo>
                    <a:pt x="6809992" y="316765"/>
                  </a:lnTo>
                  <a:lnTo>
                    <a:pt x="6810118" y="316765"/>
                  </a:lnTo>
                  <a:lnTo>
                    <a:pt x="6810244" y="316765"/>
                  </a:lnTo>
                  <a:lnTo>
                    <a:pt x="6810370" y="316765"/>
                  </a:lnTo>
                  <a:lnTo>
                    <a:pt x="6810496" y="316765"/>
                  </a:lnTo>
                  <a:lnTo>
                    <a:pt x="6810622" y="316765"/>
                  </a:lnTo>
                  <a:lnTo>
                    <a:pt x="6810748" y="316765"/>
                  </a:lnTo>
                  <a:lnTo>
                    <a:pt x="6810874" y="316765"/>
                  </a:lnTo>
                  <a:lnTo>
                    <a:pt x="6811000" y="316765"/>
                  </a:lnTo>
                  <a:lnTo>
                    <a:pt x="6811126" y="316765"/>
                  </a:lnTo>
                  <a:lnTo>
                    <a:pt x="6811253" y="316765"/>
                  </a:lnTo>
                  <a:lnTo>
                    <a:pt x="6811379" y="316765"/>
                  </a:lnTo>
                  <a:lnTo>
                    <a:pt x="6811505" y="316765"/>
                  </a:lnTo>
                  <a:lnTo>
                    <a:pt x="6811631" y="316765"/>
                  </a:lnTo>
                  <a:lnTo>
                    <a:pt x="6811757" y="316765"/>
                  </a:lnTo>
                  <a:lnTo>
                    <a:pt x="6811883" y="316765"/>
                  </a:lnTo>
                  <a:lnTo>
                    <a:pt x="6812009" y="316765"/>
                  </a:lnTo>
                  <a:lnTo>
                    <a:pt x="6812135" y="316765"/>
                  </a:lnTo>
                  <a:lnTo>
                    <a:pt x="6812261" y="316765"/>
                  </a:lnTo>
                  <a:lnTo>
                    <a:pt x="6812387" y="316765"/>
                  </a:lnTo>
                  <a:lnTo>
                    <a:pt x="6812513" y="316765"/>
                  </a:lnTo>
                  <a:lnTo>
                    <a:pt x="6812640" y="316765"/>
                  </a:lnTo>
                  <a:lnTo>
                    <a:pt x="6812766" y="316765"/>
                  </a:lnTo>
                  <a:lnTo>
                    <a:pt x="6812892" y="316765"/>
                  </a:lnTo>
                  <a:lnTo>
                    <a:pt x="6813018" y="316765"/>
                  </a:lnTo>
                  <a:lnTo>
                    <a:pt x="6813144" y="316765"/>
                  </a:lnTo>
                  <a:lnTo>
                    <a:pt x="6813270" y="316765"/>
                  </a:lnTo>
                  <a:lnTo>
                    <a:pt x="6813396" y="316765"/>
                  </a:lnTo>
                  <a:lnTo>
                    <a:pt x="6813522" y="316765"/>
                  </a:lnTo>
                  <a:lnTo>
                    <a:pt x="6813648" y="316765"/>
                  </a:lnTo>
                  <a:lnTo>
                    <a:pt x="6813774" y="316765"/>
                  </a:lnTo>
                  <a:lnTo>
                    <a:pt x="6813900" y="316765"/>
                  </a:lnTo>
                  <a:lnTo>
                    <a:pt x="6814027" y="316765"/>
                  </a:lnTo>
                  <a:lnTo>
                    <a:pt x="6814153" y="316765"/>
                  </a:lnTo>
                  <a:lnTo>
                    <a:pt x="6814279" y="316765"/>
                  </a:lnTo>
                  <a:lnTo>
                    <a:pt x="6814405" y="316765"/>
                  </a:lnTo>
                  <a:lnTo>
                    <a:pt x="6814531" y="316765"/>
                  </a:lnTo>
                  <a:lnTo>
                    <a:pt x="6814657" y="316765"/>
                  </a:lnTo>
                  <a:lnTo>
                    <a:pt x="6814783" y="316765"/>
                  </a:lnTo>
                  <a:lnTo>
                    <a:pt x="6814909" y="316765"/>
                  </a:lnTo>
                  <a:lnTo>
                    <a:pt x="6815035" y="316765"/>
                  </a:lnTo>
                  <a:lnTo>
                    <a:pt x="6815161" y="316765"/>
                  </a:lnTo>
                  <a:lnTo>
                    <a:pt x="6815287" y="316765"/>
                  </a:lnTo>
                  <a:lnTo>
                    <a:pt x="6815413" y="316765"/>
                  </a:lnTo>
                  <a:lnTo>
                    <a:pt x="6815540" y="316765"/>
                  </a:lnTo>
                  <a:lnTo>
                    <a:pt x="6815666" y="316765"/>
                  </a:lnTo>
                  <a:lnTo>
                    <a:pt x="6815792" y="316765"/>
                  </a:lnTo>
                  <a:lnTo>
                    <a:pt x="6815918" y="316765"/>
                  </a:lnTo>
                  <a:lnTo>
                    <a:pt x="6816044" y="316765"/>
                  </a:lnTo>
                  <a:lnTo>
                    <a:pt x="6816170" y="316765"/>
                  </a:lnTo>
                  <a:lnTo>
                    <a:pt x="6816296" y="316765"/>
                  </a:lnTo>
                  <a:lnTo>
                    <a:pt x="6816422" y="316765"/>
                  </a:lnTo>
                  <a:lnTo>
                    <a:pt x="6816548" y="316765"/>
                  </a:lnTo>
                  <a:lnTo>
                    <a:pt x="6816674" y="316765"/>
                  </a:lnTo>
                  <a:lnTo>
                    <a:pt x="6816800" y="316765"/>
                  </a:lnTo>
                  <a:lnTo>
                    <a:pt x="6816927" y="316765"/>
                  </a:lnTo>
                  <a:lnTo>
                    <a:pt x="6817053" y="316765"/>
                  </a:lnTo>
                  <a:lnTo>
                    <a:pt x="6817179" y="316765"/>
                  </a:lnTo>
                  <a:lnTo>
                    <a:pt x="6817305" y="316765"/>
                  </a:lnTo>
                  <a:lnTo>
                    <a:pt x="6817431" y="316765"/>
                  </a:lnTo>
                  <a:lnTo>
                    <a:pt x="6817557" y="316765"/>
                  </a:lnTo>
                  <a:lnTo>
                    <a:pt x="6817683" y="316765"/>
                  </a:lnTo>
                  <a:lnTo>
                    <a:pt x="6817809" y="316765"/>
                  </a:lnTo>
                  <a:lnTo>
                    <a:pt x="6817935" y="316765"/>
                  </a:lnTo>
                  <a:lnTo>
                    <a:pt x="6818061" y="316765"/>
                  </a:lnTo>
                  <a:lnTo>
                    <a:pt x="6818187" y="316765"/>
                  </a:lnTo>
                  <a:lnTo>
                    <a:pt x="6818313" y="316765"/>
                  </a:lnTo>
                  <a:lnTo>
                    <a:pt x="6818440" y="316765"/>
                  </a:lnTo>
                  <a:lnTo>
                    <a:pt x="6818566" y="316765"/>
                  </a:lnTo>
                  <a:lnTo>
                    <a:pt x="6818692" y="316765"/>
                  </a:lnTo>
                  <a:lnTo>
                    <a:pt x="6818818" y="316765"/>
                  </a:lnTo>
                  <a:lnTo>
                    <a:pt x="6818944" y="316765"/>
                  </a:lnTo>
                  <a:lnTo>
                    <a:pt x="6819070" y="316765"/>
                  </a:lnTo>
                  <a:lnTo>
                    <a:pt x="6819196" y="316765"/>
                  </a:lnTo>
                  <a:lnTo>
                    <a:pt x="6819322" y="316765"/>
                  </a:lnTo>
                  <a:lnTo>
                    <a:pt x="6819448" y="316765"/>
                  </a:lnTo>
                  <a:lnTo>
                    <a:pt x="6819574" y="316765"/>
                  </a:lnTo>
                  <a:lnTo>
                    <a:pt x="6819700" y="316765"/>
                  </a:lnTo>
                  <a:lnTo>
                    <a:pt x="6819827" y="316765"/>
                  </a:lnTo>
                  <a:lnTo>
                    <a:pt x="6819953" y="316765"/>
                  </a:lnTo>
                  <a:lnTo>
                    <a:pt x="6820079" y="316765"/>
                  </a:lnTo>
                  <a:lnTo>
                    <a:pt x="6820205" y="316765"/>
                  </a:lnTo>
                  <a:lnTo>
                    <a:pt x="6820331" y="316765"/>
                  </a:lnTo>
                  <a:lnTo>
                    <a:pt x="6820457" y="316765"/>
                  </a:lnTo>
                  <a:lnTo>
                    <a:pt x="6820583" y="316765"/>
                  </a:lnTo>
                  <a:lnTo>
                    <a:pt x="6820709" y="316765"/>
                  </a:lnTo>
                  <a:lnTo>
                    <a:pt x="6820835" y="316765"/>
                  </a:lnTo>
                  <a:lnTo>
                    <a:pt x="6820961" y="316765"/>
                  </a:lnTo>
                  <a:lnTo>
                    <a:pt x="6821087" y="316765"/>
                  </a:lnTo>
                  <a:lnTo>
                    <a:pt x="6821214" y="316765"/>
                  </a:lnTo>
                  <a:lnTo>
                    <a:pt x="6821340" y="316765"/>
                  </a:lnTo>
                  <a:lnTo>
                    <a:pt x="6821466" y="316765"/>
                  </a:lnTo>
                  <a:lnTo>
                    <a:pt x="6821592" y="316765"/>
                  </a:lnTo>
                  <a:lnTo>
                    <a:pt x="6821718" y="316765"/>
                  </a:lnTo>
                  <a:lnTo>
                    <a:pt x="6821844" y="316765"/>
                  </a:lnTo>
                  <a:lnTo>
                    <a:pt x="6821970" y="316765"/>
                  </a:lnTo>
                  <a:lnTo>
                    <a:pt x="6822096" y="316765"/>
                  </a:lnTo>
                  <a:lnTo>
                    <a:pt x="6822222" y="316765"/>
                  </a:lnTo>
                  <a:lnTo>
                    <a:pt x="6822348" y="316765"/>
                  </a:lnTo>
                  <a:lnTo>
                    <a:pt x="6822474" y="316765"/>
                  </a:lnTo>
                  <a:lnTo>
                    <a:pt x="6822600" y="316765"/>
                  </a:lnTo>
                  <a:lnTo>
                    <a:pt x="6822727" y="316765"/>
                  </a:lnTo>
                  <a:lnTo>
                    <a:pt x="6822853" y="316765"/>
                  </a:lnTo>
                  <a:lnTo>
                    <a:pt x="6822979" y="316765"/>
                  </a:lnTo>
                  <a:lnTo>
                    <a:pt x="6823105" y="316765"/>
                  </a:lnTo>
                  <a:lnTo>
                    <a:pt x="6823231" y="316765"/>
                  </a:lnTo>
                  <a:lnTo>
                    <a:pt x="6823357" y="316765"/>
                  </a:lnTo>
                  <a:lnTo>
                    <a:pt x="6823483" y="316765"/>
                  </a:lnTo>
                  <a:lnTo>
                    <a:pt x="6823609" y="316765"/>
                  </a:lnTo>
                  <a:lnTo>
                    <a:pt x="6823735" y="316765"/>
                  </a:lnTo>
                  <a:lnTo>
                    <a:pt x="6823861" y="316765"/>
                  </a:lnTo>
                  <a:lnTo>
                    <a:pt x="6823987" y="316765"/>
                  </a:lnTo>
                  <a:lnTo>
                    <a:pt x="6824114" y="316765"/>
                  </a:lnTo>
                  <a:lnTo>
                    <a:pt x="6824240" y="316765"/>
                  </a:lnTo>
                  <a:lnTo>
                    <a:pt x="6824366" y="316765"/>
                  </a:lnTo>
                  <a:lnTo>
                    <a:pt x="6824492" y="316765"/>
                  </a:lnTo>
                  <a:lnTo>
                    <a:pt x="6824618" y="316765"/>
                  </a:lnTo>
                  <a:lnTo>
                    <a:pt x="6824744" y="316765"/>
                  </a:lnTo>
                  <a:lnTo>
                    <a:pt x="6824870" y="316765"/>
                  </a:lnTo>
                  <a:lnTo>
                    <a:pt x="6824996" y="316765"/>
                  </a:lnTo>
                  <a:lnTo>
                    <a:pt x="6825122" y="316765"/>
                  </a:lnTo>
                  <a:lnTo>
                    <a:pt x="6825248" y="316765"/>
                  </a:lnTo>
                  <a:lnTo>
                    <a:pt x="6825374" y="316765"/>
                  </a:lnTo>
                  <a:lnTo>
                    <a:pt x="6825500" y="316765"/>
                  </a:lnTo>
                  <a:lnTo>
                    <a:pt x="6825627" y="316765"/>
                  </a:lnTo>
                  <a:lnTo>
                    <a:pt x="6825753" y="316765"/>
                  </a:lnTo>
                  <a:lnTo>
                    <a:pt x="6825879" y="316765"/>
                  </a:lnTo>
                  <a:lnTo>
                    <a:pt x="6826005" y="316765"/>
                  </a:lnTo>
                  <a:lnTo>
                    <a:pt x="6826131" y="316765"/>
                  </a:lnTo>
                  <a:lnTo>
                    <a:pt x="6826257" y="316765"/>
                  </a:lnTo>
                  <a:lnTo>
                    <a:pt x="6826383" y="316765"/>
                  </a:lnTo>
                  <a:lnTo>
                    <a:pt x="6826509" y="316765"/>
                  </a:lnTo>
                  <a:lnTo>
                    <a:pt x="6826635" y="316765"/>
                  </a:lnTo>
                  <a:lnTo>
                    <a:pt x="6826761" y="316765"/>
                  </a:lnTo>
                  <a:lnTo>
                    <a:pt x="6826887" y="316765"/>
                  </a:lnTo>
                  <a:lnTo>
                    <a:pt x="6827014" y="316765"/>
                  </a:lnTo>
                  <a:lnTo>
                    <a:pt x="6827140" y="316765"/>
                  </a:lnTo>
                  <a:lnTo>
                    <a:pt x="6827266" y="316765"/>
                  </a:lnTo>
                  <a:lnTo>
                    <a:pt x="6827392" y="316765"/>
                  </a:lnTo>
                  <a:lnTo>
                    <a:pt x="6827518" y="316765"/>
                  </a:lnTo>
                  <a:lnTo>
                    <a:pt x="6827644" y="316765"/>
                  </a:lnTo>
                  <a:lnTo>
                    <a:pt x="6827770" y="316765"/>
                  </a:lnTo>
                  <a:lnTo>
                    <a:pt x="6827896" y="316765"/>
                  </a:lnTo>
                  <a:lnTo>
                    <a:pt x="6828022" y="316765"/>
                  </a:lnTo>
                  <a:lnTo>
                    <a:pt x="6828148" y="316765"/>
                  </a:lnTo>
                  <a:lnTo>
                    <a:pt x="6828274" y="316765"/>
                  </a:lnTo>
                  <a:lnTo>
                    <a:pt x="6828400" y="316765"/>
                  </a:lnTo>
                  <a:lnTo>
                    <a:pt x="6828527" y="316765"/>
                  </a:lnTo>
                  <a:lnTo>
                    <a:pt x="6828653" y="316765"/>
                  </a:lnTo>
                  <a:lnTo>
                    <a:pt x="6828779" y="316765"/>
                  </a:lnTo>
                  <a:lnTo>
                    <a:pt x="6828905" y="316765"/>
                  </a:lnTo>
                  <a:lnTo>
                    <a:pt x="6829031" y="316765"/>
                  </a:lnTo>
                  <a:lnTo>
                    <a:pt x="6829157" y="316765"/>
                  </a:lnTo>
                  <a:lnTo>
                    <a:pt x="6829283" y="316765"/>
                  </a:lnTo>
                  <a:lnTo>
                    <a:pt x="6829409" y="316765"/>
                  </a:lnTo>
                  <a:lnTo>
                    <a:pt x="6829535" y="316765"/>
                  </a:lnTo>
                  <a:lnTo>
                    <a:pt x="6829661" y="316765"/>
                  </a:lnTo>
                  <a:lnTo>
                    <a:pt x="6829787" y="316765"/>
                  </a:lnTo>
                  <a:lnTo>
                    <a:pt x="6829914" y="316765"/>
                  </a:lnTo>
                  <a:lnTo>
                    <a:pt x="6830040" y="316765"/>
                  </a:lnTo>
                  <a:lnTo>
                    <a:pt x="6830166" y="316765"/>
                  </a:lnTo>
                  <a:lnTo>
                    <a:pt x="6830292" y="316765"/>
                  </a:lnTo>
                  <a:lnTo>
                    <a:pt x="6830418" y="316765"/>
                  </a:lnTo>
                  <a:lnTo>
                    <a:pt x="6830544" y="316765"/>
                  </a:lnTo>
                  <a:lnTo>
                    <a:pt x="6830670" y="316765"/>
                  </a:lnTo>
                  <a:lnTo>
                    <a:pt x="6830796" y="316765"/>
                  </a:lnTo>
                  <a:lnTo>
                    <a:pt x="6830922" y="316765"/>
                  </a:lnTo>
                  <a:lnTo>
                    <a:pt x="6831048" y="316765"/>
                  </a:lnTo>
                  <a:lnTo>
                    <a:pt x="6831174" y="316765"/>
                  </a:lnTo>
                  <a:lnTo>
                    <a:pt x="6831301" y="316765"/>
                  </a:lnTo>
                  <a:lnTo>
                    <a:pt x="6831427" y="316765"/>
                  </a:lnTo>
                  <a:lnTo>
                    <a:pt x="6831553" y="316765"/>
                  </a:lnTo>
                  <a:lnTo>
                    <a:pt x="6831679" y="316765"/>
                  </a:lnTo>
                  <a:lnTo>
                    <a:pt x="6831805" y="316765"/>
                  </a:lnTo>
                  <a:lnTo>
                    <a:pt x="6831931" y="316765"/>
                  </a:lnTo>
                  <a:lnTo>
                    <a:pt x="6832057" y="316765"/>
                  </a:lnTo>
                  <a:lnTo>
                    <a:pt x="6832183" y="316765"/>
                  </a:lnTo>
                  <a:lnTo>
                    <a:pt x="6832309" y="316765"/>
                  </a:lnTo>
                  <a:lnTo>
                    <a:pt x="6832435" y="316765"/>
                  </a:lnTo>
                  <a:lnTo>
                    <a:pt x="6832561" y="316765"/>
                  </a:lnTo>
                  <a:lnTo>
                    <a:pt x="6832687" y="316765"/>
                  </a:lnTo>
                  <a:lnTo>
                    <a:pt x="6832814" y="316765"/>
                  </a:lnTo>
                  <a:lnTo>
                    <a:pt x="6832940" y="316765"/>
                  </a:lnTo>
                  <a:lnTo>
                    <a:pt x="6833066" y="316765"/>
                  </a:lnTo>
                  <a:lnTo>
                    <a:pt x="6833192" y="316765"/>
                  </a:lnTo>
                  <a:lnTo>
                    <a:pt x="6833318" y="316765"/>
                  </a:lnTo>
                  <a:lnTo>
                    <a:pt x="6833444" y="316765"/>
                  </a:lnTo>
                  <a:lnTo>
                    <a:pt x="6833570" y="316765"/>
                  </a:lnTo>
                  <a:lnTo>
                    <a:pt x="6833696" y="316765"/>
                  </a:lnTo>
                  <a:lnTo>
                    <a:pt x="6833822" y="316765"/>
                  </a:lnTo>
                  <a:lnTo>
                    <a:pt x="6833948" y="316765"/>
                  </a:lnTo>
                  <a:lnTo>
                    <a:pt x="6834074" y="316765"/>
                  </a:lnTo>
                  <a:lnTo>
                    <a:pt x="6834201" y="316765"/>
                  </a:lnTo>
                  <a:lnTo>
                    <a:pt x="6834327" y="316765"/>
                  </a:lnTo>
                  <a:lnTo>
                    <a:pt x="6834453" y="316765"/>
                  </a:lnTo>
                  <a:lnTo>
                    <a:pt x="6834579" y="316765"/>
                  </a:lnTo>
                  <a:lnTo>
                    <a:pt x="6834705" y="316765"/>
                  </a:lnTo>
                  <a:lnTo>
                    <a:pt x="6834831" y="316765"/>
                  </a:lnTo>
                  <a:lnTo>
                    <a:pt x="6834957" y="316765"/>
                  </a:lnTo>
                  <a:lnTo>
                    <a:pt x="6835083" y="316765"/>
                  </a:lnTo>
                  <a:lnTo>
                    <a:pt x="6835209" y="316765"/>
                  </a:lnTo>
                  <a:lnTo>
                    <a:pt x="6835335" y="316765"/>
                  </a:lnTo>
                  <a:lnTo>
                    <a:pt x="6835461" y="316765"/>
                  </a:lnTo>
                  <a:lnTo>
                    <a:pt x="6835587" y="316765"/>
                  </a:lnTo>
                  <a:lnTo>
                    <a:pt x="6835714" y="316765"/>
                  </a:lnTo>
                  <a:lnTo>
                    <a:pt x="6835840" y="316765"/>
                  </a:lnTo>
                  <a:lnTo>
                    <a:pt x="6835966" y="316765"/>
                  </a:lnTo>
                  <a:lnTo>
                    <a:pt x="6836092" y="316765"/>
                  </a:lnTo>
                  <a:lnTo>
                    <a:pt x="6836218" y="316765"/>
                  </a:lnTo>
                  <a:lnTo>
                    <a:pt x="6836344" y="316765"/>
                  </a:lnTo>
                  <a:lnTo>
                    <a:pt x="6836470" y="316765"/>
                  </a:lnTo>
                  <a:lnTo>
                    <a:pt x="6836596" y="316765"/>
                  </a:lnTo>
                  <a:lnTo>
                    <a:pt x="6836722" y="316765"/>
                  </a:lnTo>
                  <a:lnTo>
                    <a:pt x="6836848" y="316765"/>
                  </a:lnTo>
                  <a:lnTo>
                    <a:pt x="6836974" y="316765"/>
                  </a:lnTo>
                  <a:lnTo>
                    <a:pt x="6837101" y="316765"/>
                  </a:lnTo>
                  <a:lnTo>
                    <a:pt x="6837227" y="316765"/>
                  </a:lnTo>
                  <a:lnTo>
                    <a:pt x="6837353" y="316765"/>
                  </a:lnTo>
                  <a:lnTo>
                    <a:pt x="6837479" y="316765"/>
                  </a:lnTo>
                  <a:lnTo>
                    <a:pt x="6837605" y="316765"/>
                  </a:lnTo>
                  <a:lnTo>
                    <a:pt x="6837731" y="316765"/>
                  </a:lnTo>
                  <a:lnTo>
                    <a:pt x="6837857" y="316765"/>
                  </a:lnTo>
                  <a:lnTo>
                    <a:pt x="6837983" y="316765"/>
                  </a:lnTo>
                  <a:lnTo>
                    <a:pt x="6838109" y="316765"/>
                  </a:lnTo>
                  <a:lnTo>
                    <a:pt x="6838235" y="316765"/>
                  </a:lnTo>
                  <a:lnTo>
                    <a:pt x="6838361" y="316765"/>
                  </a:lnTo>
                  <a:lnTo>
                    <a:pt x="6838488" y="316765"/>
                  </a:lnTo>
                  <a:lnTo>
                    <a:pt x="6838614" y="316765"/>
                  </a:lnTo>
                  <a:lnTo>
                    <a:pt x="6838740" y="316765"/>
                  </a:lnTo>
                  <a:lnTo>
                    <a:pt x="6838866" y="316765"/>
                  </a:lnTo>
                  <a:lnTo>
                    <a:pt x="6838992" y="316765"/>
                  </a:lnTo>
                  <a:lnTo>
                    <a:pt x="6839118" y="316765"/>
                  </a:lnTo>
                  <a:lnTo>
                    <a:pt x="6839244" y="316765"/>
                  </a:lnTo>
                  <a:lnTo>
                    <a:pt x="6839370" y="316765"/>
                  </a:lnTo>
                  <a:lnTo>
                    <a:pt x="6839496" y="316765"/>
                  </a:lnTo>
                  <a:lnTo>
                    <a:pt x="6839622" y="316765"/>
                  </a:lnTo>
                  <a:lnTo>
                    <a:pt x="6839748" y="316765"/>
                  </a:lnTo>
                  <a:lnTo>
                    <a:pt x="6839874" y="316765"/>
                  </a:lnTo>
                  <a:lnTo>
                    <a:pt x="6840001" y="316765"/>
                  </a:lnTo>
                  <a:lnTo>
                    <a:pt x="6840127" y="316765"/>
                  </a:lnTo>
                  <a:lnTo>
                    <a:pt x="6840253" y="316765"/>
                  </a:lnTo>
                  <a:lnTo>
                    <a:pt x="6840379" y="316765"/>
                  </a:lnTo>
                  <a:lnTo>
                    <a:pt x="6840505" y="316765"/>
                  </a:lnTo>
                  <a:lnTo>
                    <a:pt x="6840631" y="316765"/>
                  </a:lnTo>
                  <a:lnTo>
                    <a:pt x="6840757" y="316765"/>
                  </a:lnTo>
                  <a:lnTo>
                    <a:pt x="6840883" y="316765"/>
                  </a:lnTo>
                  <a:lnTo>
                    <a:pt x="6841009" y="316765"/>
                  </a:lnTo>
                  <a:lnTo>
                    <a:pt x="6841135" y="316765"/>
                  </a:lnTo>
                  <a:lnTo>
                    <a:pt x="6841261" y="316765"/>
                  </a:lnTo>
                  <a:lnTo>
                    <a:pt x="6841388" y="316765"/>
                  </a:lnTo>
                  <a:lnTo>
                    <a:pt x="6841514" y="316765"/>
                  </a:lnTo>
                  <a:lnTo>
                    <a:pt x="6841640" y="316765"/>
                  </a:lnTo>
                  <a:lnTo>
                    <a:pt x="6841640" y="311485"/>
                  </a:lnTo>
                  <a:lnTo>
                    <a:pt x="6841766" y="311485"/>
                  </a:lnTo>
                  <a:lnTo>
                    <a:pt x="6841892" y="311485"/>
                  </a:lnTo>
                  <a:lnTo>
                    <a:pt x="6842018" y="311485"/>
                  </a:lnTo>
                  <a:lnTo>
                    <a:pt x="6842144" y="311485"/>
                  </a:lnTo>
                  <a:lnTo>
                    <a:pt x="6842270" y="311485"/>
                  </a:lnTo>
                  <a:lnTo>
                    <a:pt x="6842396" y="311485"/>
                  </a:lnTo>
                  <a:lnTo>
                    <a:pt x="6842522" y="311485"/>
                  </a:lnTo>
                  <a:lnTo>
                    <a:pt x="6842648" y="311485"/>
                  </a:lnTo>
                  <a:lnTo>
                    <a:pt x="6842774" y="311485"/>
                  </a:lnTo>
                  <a:lnTo>
                    <a:pt x="6842901" y="311485"/>
                  </a:lnTo>
                  <a:lnTo>
                    <a:pt x="6843027" y="311485"/>
                  </a:lnTo>
                  <a:lnTo>
                    <a:pt x="6843153" y="311485"/>
                  </a:lnTo>
                  <a:lnTo>
                    <a:pt x="6843279" y="311485"/>
                  </a:lnTo>
                  <a:lnTo>
                    <a:pt x="6843405" y="311485"/>
                  </a:lnTo>
                  <a:lnTo>
                    <a:pt x="6843531" y="311485"/>
                  </a:lnTo>
                  <a:lnTo>
                    <a:pt x="6843657" y="311485"/>
                  </a:lnTo>
                  <a:lnTo>
                    <a:pt x="6843783" y="311485"/>
                  </a:lnTo>
                  <a:lnTo>
                    <a:pt x="6843909" y="311485"/>
                  </a:lnTo>
                  <a:lnTo>
                    <a:pt x="6844035" y="311485"/>
                  </a:lnTo>
                  <a:lnTo>
                    <a:pt x="6844161" y="311485"/>
                  </a:lnTo>
                  <a:lnTo>
                    <a:pt x="6844288" y="311485"/>
                  </a:lnTo>
                  <a:lnTo>
                    <a:pt x="6844414" y="311485"/>
                  </a:lnTo>
                  <a:lnTo>
                    <a:pt x="6844540" y="311485"/>
                  </a:lnTo>
                  <a:lnTo>
                    <a:pt x="6844666" y="311485"/>
                  </a:lnTo>
                  <a:lnTo>
                    <a:pt x="6844792" y="311485"/>
                  </a:lnTo>
                  <a:lnTo>
                    <a:pt x="6844918" y="311485"/>
                  </a:lnTo>
                  <a:lnTo>
                    <a:pt x="6845044" y="311485"/>
                  </a:lnTo>
                  <a:lnTo>
                    <a:pt x="6845170" y="311485"/>
                  </a:lnTo>
                  <a:lnTo>
                    <a:pt x="6845296" y="311485"/>
                  </a:lnTo>
                  <a:lnTo>
                    <a:pt x="6845422" y="311485"/>
                  </a:lnTo>
                  <a:lnTo>
                    <a:pt x="6845548" y="311485"/>
                  </a:lnTo>
                  <a:lnTo>
                    <a:pt x="6845675" y="311485"/>
                  </a:lnTo>
                  <a:lnTo>
                    <a:pt x="6845801" y="311485"/>
                  </a:lnTo>
                  <a:lnTo>
                    <a:pt x="6845927" y="311485"/>
                  </a:lnTo>
                  <a:lnTo>
                    <a:pt x="6846053" y="311485"/>
                  </a:lnTo>
                  <a:lnTo>
                    <a:pt x="6846179" y="311485"/>
                  </a:lnTo>
                  <a:lnTo>
                    <a:pt x="6846305" y="311485"/>
                  </a:lnTo>
                  <a:lnTo>
                    <a:pt x="6846431" y="311485"/>
                  </a:lnTo>
                  <a:lnTo>
                    <a:pt x="6846557" y="311485"/>
                  </a:lnTo>
                  <a:lnTo>
                    <a:pt x="6846683" y="311485"/>
                  </a:lnTo>
                  <a:lnTo>
                    <a:pt x="6846809" y="311485"/>
                  </a:lnTo>
                  <a:lnTo>
                    <a:pt x="6846935" y="311485"/>
                  </a:lnTo>
                  <a:lnTo>
                    <a:pt x="6847061" y="311485"/>
                  </a:lnTo>
                  <a:lnTo>
                    <a:pt x="6847188" y="311485"/>
                  </a:lnTo>
                  <a:lnTo>
                    <a:pt x="6847314" y="311485"/>
                  </a:lnTo>
                  <a:lnTo>
                    <a:pt x="6847440" y="311485"/>
                  </a:lnTo>
                  <a:lnTo>
                    <a:pt x="6847566" y="311485"/>
                  </a:lnTo>
                  <a:lnTo>
                    <a:pt x="6847692" y="311485"/>
                  </a:lnTo>
                  <a:lnTo>
                    <a:pt x="6847818" y="311485"/>
                  </a:lnTo>
                  <a:lnTo>
                    <a:pt x="6847944" y="311485"/>
                  </a:lnTo>
                  <a:lnTo>
                    <a:pt x="6848070" y="311485"/>
                  </a:lnTo>
                  <a:lnTo>
                    <a:pt x="6848196" y="311485"/>
                  </a:lnTo>
                  <a:lnTo>
                    <a:pt x="6848322" y="311485"/>
                  </a:lnTo>
                  <a:lnTo>
                    <a:pt x="6848448" y="311485"/>
                  </a:lnTo>
                  <a:lnTo>
                    <a:pt x="6848575" y="311485"/>
                  </a:lnTo>
                  <a:lnTo>
                    <a:pt x="6848701" y="311485"/>
                  </a:lnTo>
                  <a:lnTo>
                    <a:pt x="6848827" y="311485"/>
                  </a:lnTo>
                  <a:lnTo>
                    <a:pt x="6848953" y="311485"/>
                  </a:lnTo>
                  <a:lnTo>
                    <a:pt x="6849079" y="311485"/>
                  </a:lnTo>
                  <a:lnTo>
                    <a:pt x="6849205" y="311485"/>
                  </a:lnTo>
                  <a:lnTo>
                    <a:pt x="6849331" y="311485"/>
                  </a:lnTo>
                  <a:lnTo>
                    <a:pt x="6849457" y="311485"/>
                  </a:lnTo>
                  <a:lnTo>
                    <a:pt x="6849583" y="311485"/>
                  </a:lnTo>
                  <a:lnTo>
                    <a:pt x="6849709" y="311485"/>
                  </a:lnTo>
                  <a:lnTo>
                    <a:pt x="6849835" y="311485"/>
                  </a:lnTo>
                  <a:lnTo>
                    <a:pt x="6849961" y="311485"/>
                  </a:lnTo>
                  <a:lnTo>
                    <a:pt x="6850088" y="311485"/>
                  </a:lnTo>
                  <a:lnTo>
                    <a:pt x="6850214" y="311485"/>
                  </a:lnTo>
                  <a:lnTo>
                    <a:pt x="6850340" y="311485"/>
                  </a:lnTo>
                  <a:lnTo>
                    <a:pt x="6850466" y="311485"/>
                  </a:lnTo>
                  <a:lnTo>
                    <a:pt x="6850592" y="311485"/>
                  </a:lnTo>
                  <a:lnTo>
                    <a:pt x="6850718" y="311485"/>
                  </a:lnTo>
                  <a:lnTo>
                    <a:pt x="6850844" y="311485"/>
                  </a:lnTo>
                  <a:lnTo>
                    <a:pt x="6850970" y="311485"/>
                  </a:lnTo>
                  <a:lnTo>
                    <a:pt x="6851096" y="311485"/>
                  </a:lnTo>
                  <a:lnTo>
                    <a:pt x="6851222" y="311485"/>
                  </a:lnTo>
                  <a:lnTo>
                    <a:pt x="6851348" y="311485"/>
                  </a:lnTo>
                  <a:lnTo>
                    <a:pt x="6851475" y="311485"/>
                  </a:lnTo>
                  <a:lnTo>
                    <a:pt x="6851601" y="311485"/>
                  </a:lnTo>
                  <a:lnTo>
                    <a:pt x="6851727" y="311485"/>
                  </a:lnTo>
                  <a:lnTo>
                    <a:pt x="6851853" y="311485"/>
                  </a:lnTo>
                  <a:lnTo>
                    <a:pt x="6851979" y="311485"/>
                  </a:lnTo>
                  <a:lnTo>
                    <a:pt x="6852105" y="311485"/>
                  </a:lnTo>
                  <a:lnTo>
                    <a:pt x="6852231" y="311485"/>
                  </a:lnTo>
                  <a:lnTo>
                    <a:pt x="6852357" y="311485"/>
                  </a:lnTo>
                  <a:lnTo>
                    <a:pt x="6852483" y="311485"/>
                  </a:lnTo>
                  <a:lnTo>
                    <a:pt x="6852609" y="311485"/>
                  </a:lnTo>
                  <a:lnTo>
                    <a:pt x="6852735" y="311485"/>
                  </a:lnTo>
                  <a:lnTo>
                    <a:pt x="6852861" y="311485"/>
                  </a:lnTo>
                  <a:lnTo>
                    <a:pt x="6852988" y="311485"/>
                  </a:lnTo>
                  <a:lnTo>
                    <a:pt x="6853114" y="311485"/>
                  </a:lnTo>
                  <a:lnTo>
                    <a:pt x="6853240" y="311485"/>
                  </a:lnTo>
                  <a:lnTo>
                    <a:pt x="6853366" y="311485"/>
                  </a:lnTo>
                  <a:lnTo>
                    <a:pt x="6853492" y="311485"/>
                  </a:lnTo>
                  <a:lnTo>
                    <a:pt x="6853618" y="311485"/>
                  </a:lnTo>
                  <a:lnTo>
                    <a:pt x="6853744" y="311485"/>
                  </a:lnTo>
                  <a:lnTo>
                    <a:pt x="6853870" y="311485"/>
                  </a:lnTo>
                  <a:lnTo>
                    <a:pt x="6853996" y="311485"/>
                  </a:lnTo>
                  <a:lnTo>
                    <a:pt x="6854122" y="311485"/>
                  </a:lnTo>
                  <a:lnTo>
                    <a:pt x="6854248" y="311485"/>
                  </a:lnTo>
                  <a:lnTo>
                    <a:pt x="6854375" y="311485"/>
                  </a:lnTo>
                  <a:lnTo>
                    <a:pt x="6854501" y="311485"/>
                  </a:lnTo>
                  <a:lnTo>
                    <a:pt x="6854627" y="311485"/>
                  </a:lnTo>
                  <a:lnTo>
                    <a:pt x="6854753" y="311485"/>
                  </a:lnTo>
                  <a:lnTo>
                    <a:pt x="6854879" y="311485"/>
                  </a:lnTo>
                  <a:lnTo>
                    <a:pt x="6855005" y="311485"/>
                  </a:lnTo>
                  <a:lnTo>
                    <a:pt x="6855131" y="311485"/>
                  </a:lnTo>
                  <a:lnTo>
                    <a:pt x="6855257" y="311485"/>
                  </a:lnTo>
                  <a:lnTo>
                    <a:pt x="6855383" y="311485"/>
                  </a:lnTo>
                  <a:lnTo>
                    <a:pt x="6855509" y="311485"/>
                  </a:lnTo>
                  <a:lnTo>
                    <a:pt x="6855635" y="311485"/>
                  </a:lnTo>
                  <a:lnTo>
                    <a:pt x="6855762" y="311485"/>
                  </a:lnTo>
                  <a:lnTo>
                    <a:pt x="6855888" y="311485"/>
                  </a:lnTo>
                  <a:lnTo>
                    <a:pt x="6856014" y="311485"/>
                  </a:lnTo>
                  <a:lnTo>
                    <a:pt x="6856140" y="311485"/>
                  </a:lnTo>
                  <a:lnTo>
                    <a:pt x="6856266" y="311485"/>
                  </a:lnTo>
                  <a:lnTo>
                    <a:pt x="6856392" y="311485"/>
                  </a:lnTo>
                  <a:lnTo>
                    <a:pt x="6856518" y="311485"/>
                  </a:lnTo>
                  <a:lnTo>
                    <a:pt x="6856644" y="311485"/>
                  </a:lnTo>
                  <a:lnTo>
                    <a:pt x="6856770" y="311485"/>
                  </a:lnTo>
                  <a:lnTo>
                    <a:pt x="6856896" y="311485"/>
                  </a:lnTo>
                  <a:lnTo>
                    <a:pt x="6857022" y="311485"/>
                  </a:lnTo>
                  <a:lnTo>
                    <a:pt x="6857148" y="311485"/>
                  </a:lnTo>
                  <a:lnTo>
                    <a:pt x="6857275" y="311485"/>
                  </a:lnTo>
                  <a:lnTo>
                    <a:pt x="6857401" y="311485"/>
                  </a:lnTo>
                  <a:lnTo>
                    <a:pt x="6857527" y="311485"/>
                  </a:lnTo>
                  <a:lnTo>
                    <a:pt x="6857653" y="311485"/>
                  </a:lnTo>
                  <a:lnTo>
                    <a:pt x="6857779" y="311485"/>
                  </a:lnTo>
                  <a:lnTo>
                    <a:pt x="6857905" y="311485"/>
                  </a:lnTo>
                  <a:lnTo>
                    <a:pt x="6858031" y="311485"/>
                  </a:lnTo>
                  <a:lnTo>
                    <a:pt x="6858157" y="311485"/>
                  </a:lnTo>
                  <a:lnTo>
                    <a:pt x="6858283" y="311485"/>
                  </a:lnTo>
                  <a:lnTo>
                    <a:pt x="6858409" y="311485"/>
                  </a:lnTo>
                  <a:lnTo>
                    <a:pt x="6858535" y="311485"/>
                  </a:lnTo>
                  <a:lnTo>
                    <a:pt x="6858662" y="311485"/>
                  </a:lnTo>
                  <a:lnTo>
                    <a:pt x="6858788" y="311485"/>
                  </a:lnTo>
                  <a:lnTo>
                    <a:pt x="6858914" y="311485"/>
                  </a:lnTo>
                  <a:lnTo>
                    <a:pt x="6859040" y="311485"/>
                  </a:lnTo>
                  <a:lnTo>
                    <a:pt x="6859166" y="311485"/>
                  </a:lnTo>
                  <a:lnTo>
                    <a:pt x="6859292" y="311485"/>
                  </a:lnTo>
                  <a:lnTo>
                    <a:pt x="6859418" y="311485"/>
                  </a:lnTo>
                  <a:lnTo>
                    <a:pt x="6859544" y="311485"/>
                  </a:lnTo>
                  <a:lnTo>
                    <a:pt x="6859670" y="311485"/>
                  </a:lnTo>
                  <a:lnTo>
                    <a:pt x="6859796" y="311485"/>
                  </a:lnTo>
                  <a:lnTo>
                    <a:pt x="6859922" y="311485"/>
                  </a:lnTo>
                  <a:lnTo>
                    <a:pt x="6860048" y="311485"/>
                  </a:lnTo>
                  <a:lnTo>
                    <a:pt x="6860175" y="311485"/>
                  </a:lnTo>
                  <a:lnTo>
                    <a:pt x="6860301" y="311485"/>
                  </a:lnTo>
                  <a:lnTo>
                    <a:pt x="6860427" y="311485"/>
                  </a:lnTo>
                  <a:lnTo>
                    <a:pt x="6860427" y="306206"/>
                  </a:lnTo>
                  <a:lnTo>
                    <a:pt x="6860553" y="306206"/>
                  </a:lnTo>
                  <a:lnTo>
                    <a:pt x="6860679" y="306206"/>
                  </a:lnTo>
                  <a:lnTo>
                    <a:pt x="6860805" y="306206"/>
                  </a:lnTo>
                  <a:lnTo>
                    <a:pt x="6860931" y="306206"/>
                  </a:lnTo>
                  <a:lnTo>
                    <a:pt x="6861057" y="306206"/>
                  </a:lnTo>
                  <a:lnTo>
                    <a:pt x="6861183" y="306206"/>
                  </a:lnTo>
                  <a:lnTo>
                    <a:pt x="6861309" y="306206"/>
                  </a:lnTo>
                  <a:lnTo>
                    <a:pt x="6861435" y="306206"/>
                  </a:lnTo>
                  <a:lnTo>
                    <a:pt x="6861562" y="306206"/>
                  </a:lnTo>
                  <a:lnTo>
                    <a:pt x="6861688" y="306206"/>
                  </a:lnTo>
                  <a:lnTo>
                    <a:pt x="6861814" y="306206"/>
                  </a:lnTo>
                  <a:lnTo>
                    <a:pt x="6861940" y="306206"/>
                  </a:lnTo>
                  <a:lnTo>
                    <a:pt x="6862066" y="306206"/>
                  </a:lnTo>
                  <a:lnTo>
                    <a:pt x="6862192" y="306206"/>
                  </a:lnTo>
                  <a:lnTo>
                    <a:pt x="6862318" y="306206"/>
                  </a:lnTo>
                  <a:lnTo>
                    <a:pt x="6862444" y="306206"/>
                  </a:lnTo>
                  <a:lnTo>
                    <a:pt x="6862570" y="306206"/>
                  </a:lnTo>
                  <a:lnTo>
                    <a:pt x="6862696" y="306206"/>
                  </a:lnTo>
                  <a:lnTo>
                    <a:pt x="6862822" y="306206"/>
                  </a:lnTo>
                  <a:lnTo>
                    <a:pt x="6862949" y="306206"/>
                  </a:lnTo>
                  <a:lnTo>
                    <a:pt x="6863075" y="306206"/>
                  </a:lnTo>
                  <a:lnTo>
                    <a:pt x="6863201" y="306206"/>
                  </a:lnTo>
                  <a:lnTo>
                    <a:pt x="6863327" y="306206"/>
                  </a:lnTo>
                  <a:lnTo>
                    <a:pt x="6863453" y="306206"/>
                  </a:lnTo>
                  <a:lnTo>
                    <a:pt x="6863579" y="306206"/>
                  </a:lnTo>
                  <a:lnTo>
                    <a:pt x="6863705" y="306206"/>
                  </a:lnTo>
                  <a:lnTo>
                    <a:pt x="6863831" y="306206"/>
                  </a:lnTo>
                  <a:lnTo>
                    <a:pt x="6863957" y="306206"/>
                  </a:lnTo>
                  <a:lnTo>
                    <a:pt x="6864083" y="306206"/>
                  </a:lnTo>
                  <a:lnTo>
                    <a:pt x="6864209" y="306206"/>
                  </a:lnTo>
                  <a:lnTo>
                    <a:pt x="6864335" y="306206"/>
                  </a:lnTo>
                  <a:lnTo>
                    <a:pt x="6864462" y="306206"/>
                  </a:lnTo>
                  <a:lnTo>
                    <a:pt x="6864588" y="306206"/>
                  </a:lnTo>
                  <a:lnTo>
                    <a:pt x="6864714" y="306206"/>
                  </a:lnTo>
                  <a:lnTo>
                    <a:pt x="6864840" y="306206"/>
                  </a:lnTo>
                  <a:lnTo>
                    <a:pt x="6864966" y="306206"/>
                  </a:lnTo>
                  <a:lnTo>
                    <a:pt x="6865092" y="306206"/>
                  </a:lnTo>
                  <a:lnTo>
                    <a:pt x="6865218" y="306206"/>
                  </a:lnTo>
                  <a:lnTo>
                    <a:pt x="6865344" y="306206"/>
                  </a:lnTo>
                  <a:lnTo>
                    <a:pt x="6865470" y="306206"/>
                  </a:lnTo>
                  <a:lnTo>
                    <a:pt x="6865596" y="306206"/>
                  </a:lnTo>
                  <a:lnTo>
                    <a:pt x="6865722" y="306206"/>
                  </a:lnTo>
                  <a:lnTo>
                    <a:pt x="6865849" y="306206"/>
                  </a:lnTo>
                  <a:lnTo>
                    <a:pt x="6865975" y="306206"/>
                  </a:lnTo>
                  <a:lnTo>
                    <a:pt x="6866101" y="306206"/>
                  </a:lnTo>
                  <a:lnTo>
                    <a:pt x="6866227" y="306206"/>
                  </a:lnTo>
                  <a:lnTo>
                    <a:pt x="6866353" y="306206"/>
                  </a:lnTo>
                  <a:lnTo>
                    <a:pt x="6866479" y="306206"/>
                  </a:lnTo>
                  <a:lnTo>
                    <a:pt x="6866605" y="306206"/>
                  </a:lnTo>
                  <a:lnTo>
                    <a:pt x="6866731" y="306206"/>
                  </a:lnTo>
                  <a:lnTo>
                    <a:pt x="6866857" y="306206"/>
                  </a:lnTo>
                  <a:lnTo>
                    <a:pt x="6866983" y="306206"/>
                  </a:lnTo>
                  <a:lnTo>
                    <a:pt x="6867109" y="306206"/>
                  </a:lnTo>
                  <a:lnTo>
                    <a:pt x="6867235" y="306206"/>
                  </a:lnTo>
                  <a:lnTo>
                    <a:pt x="6867362" y="306206"/>
                  </a:lnTo>
                  <a:lnTo>
                    <a:pt x="6867488" y="306206"/>
                  </a:lnTo>
                  <a:lnTo>
                    <a:pt x="6867614" y="306206"/>
                  </a:lnTo>
                  <a:lnTo>
                    <a:pt x="6867740" y="306206"/>
                  </a:lnTo>
                  <a:lnTo>
                    <a:pt x="6867866" y="306206"/>
                  </a:lnTo>
                  <a:lnTo>
                    <a:pt x="6867992" y="306206"/>
                  </a:lnTo>
                  <a:lnTo>
                    <a:pt x="6868118" y="306206"/>
                  </a:lnTo>
                  <a:lnTo>
                    <a:pt x="6868244" y="306206"/>
                  </a:lnTo>
                  <a:lnTo>
                    <a:pt x="6868370" y="306206"/>
                  </a:lnTo>
                  <a:lnTo>
                    <a:pt x="6868496" y="306206"/>
                  </a:lnTo>
                  <a:lnTo>
                    <a:pt x="6868622" y="306206"/>
                  </a:lnTo>
                  <a:lnTo>
                    <a:pt x="6868749" y="306206"/>
                  </a:lnTo>
                  <a:lnTo>
                    <a:pt x="6868875" y="306206"/>
                  </a:lnTo>
                  <a:lnTo>
                    <a:pt x="6869001" y="306206"/>
                  </a:lnTo>
                  <a:lnTo>
                    <a:pt x="6869127" y="306206"/>
                  </a:lnTo>
                  <a:lnTo>
                    <a:pt x="6869253" y="306206"/>
                  </a:lnTo>
                  <a:lnTo>
                    <a:pt x="6869379" y="306206"/>
                  </a:lnTo>
                  <a:lnTo>
                    <a:pt x="6869505" y="306206"/>
                  </a:lnTo>
                  <a:lnTo>
                    <a:pt x="6869631" y="306206"/>
                  </a:lnTo>
                  <a:lnTo>
                    <a:pt x="6869757" y="306206"/>
                  </a:lnTo>
                  <a:lnTo>
                    <a:pt x="6869883" y="306206"/>
                  </a:lnTo>
                  <a:lnTo>
                    <a:pt x="6870009" y="306206"/>
                  </a:lnTo>
                  <a:lnTo>
                    <a:pt x="6870135" y="306206"/>
                  </a:lnTo>
                  <a:lnTo>
                    <a:pt x="6870262" y="306206"/>
                  </a:lnTo>
                  <a:lnTo>
                    <a:pt x="6870388" y="306206"/>
                  </a:lnTo>
                  <a:lnTo>
                    <a:pt x="6870514" y="306206"/>
                  </a:lnTo>
                  <a:lnTo>
                    <a:pt x="6870640" y="306206"/>
                  </a:lnTo>
                  <a:lnTo>
                    <a:pt x="6870766" y="306206"/>
                  </a:lnTo>
                  <a:lnTo>
                    <a:pt x="6870892" y="306206"/>
                  </a:lnTo>
                  <a:lnTo>
                    <a:pt x="6871018" y="306206"/>
                  </a:lnTo>
                  <a:lnTo>
                    <a:pt x="6871144" y="306206"/>
                  </a:lnTo>
                  <a:lnTo>
                    <a:pt x="6871270" y="306206"/>
                  </a:lnTo>
                  <a:lnTo>
                    <a:pt x="6871396" y="306206"/>
                  </a:lnTo>
                  <a:lnTo>
                    <a:pt x="6871522" y="306206"/>
                  </a:lnTo>
                  <a:lnTo>
                    <a:pt x="6871649" y="306206"/>
                  </a:lnTo>
                  <a:lnTo>
                    <a:pt x="6871775" y="306206"/>
                  </a:lnTo>
                  <a:lnTo>
                    <a:pt x="6871901" y="306206"/>
                  </a:lnTo>
                  <a:lnTo>
                    <a:pt x="6872027" y="306206"/>
                  </a:lnTo>
                  <a:lnTo>
                    <a:pt x="6872153" y="306206"/>
                  </a:lnTo>
                  <a:lnTo>
                    <a:pt x="6872279" y="306206"/>
                  </a:lnTo>
                  <a:lnTo>
                    <a:pt x="6872405" y="306206"/>
                  </a:lnTo>
                  <a:lnTo>
                    <a:pt x="6872531" y="306206"/>
                  </a:lnTo>
                  <a:lnTo>
                    <a:pt x="6872657" y="306206"/>
                  </a:lnTo>
                  <a:lnTo>
                    <a:pt x="6872783" y="306206"/>
                  </a:lnTo>
                  <a:lnTo>
                    <a:pt x="6872909" y="306206"/>
                  </a:lnTo>
                  <a:lnTo>
                    <a:pt x="6873036" y="306206"/>
                  </a:lnTo>
                  <a:lnTo>
                    <a:pt x="6873162" y="306206"/>
                  </a:lnTo>
                  <a:lnTo>
                    <a:pt x="6873288" y="306206"/>
                  </a:lnTo>
                  <a:lnTo>
                    <a:pt x="6873414" y="306206"/>
                  </a:lnTo>
                  <a:lnTo>
                    <a:pt x="6873540" y="306206"/>
                  </a:lnTo>
                  <a:lnTo>
                    <a:pt x="6873666" y="306206"/>
                  </a:lnTo>
                  <a:lnTo>
                    <a:pt x="6873792" y="306206"/>
                  </a:lnTo>
                  <a:lnTo>
                    <a:pt x="6873918" y="306206"/>
                  </a:lnTo>
                  <a:lnTo>
                    <a:pt x="6874044" y="306206"/>
                  </a:lnTo>
                  <a:lnTo>
                    <a:pt x="6874170" y="306206"/>
                  </a:lnTo>
                  <a:lnTo>
                    <a:pt x="6874170" y="300927"/>
                  </a:lnTo>
                  <a:lnTo>
                    <a:pt x="6874296" y="300927"/>
                  </a:lnTo>
                  <a:lnTo>
                    <a:pt x="6874422" y="300927"/>
                  </a:lnTo>
                  <a:lnTo>
                    <a:pt x="6874549" y="300927"/>
                  </a:lnTo>
                  <a:lnTo>
                    <a:pt x="6874675" y="300927"/>
                  </a:lnTo>
                  <a:lnTo>
                    <a:pt x="6874801" y="300927"/>
                  </a:lnTo>
                  <a:lnTo>
                    <a:pt x="6874927" y="300927"/>
                  </a:lnTo>
                  <a:lnTo>
                    <a:pt x="6875053" y="300927"/>
                  </a:lnTo>
                  <a:lnTo>
                    <a:pt x="6875179" y="300927"/>
                  </a:lnTo>
                  <a:lnTo>
                    <a:pt x="6875305" y="300927"/>
                  </a:lnTo>
                  <a:lnTo>
                    <a:pt x="6875431" y="300927"/>
                  </a:lnTo>
                  <a:lnTo>
                    <a:pt x="6875557" y="300927"/>
                  </a:lnTo>
                  <a:lnTo>
                    <a:pt x="6875683" y="300927"/>
                  </a:lnTo>
                  <a:lnTo>
                    <a:pt x="6875809" y="300927"/>
                  </a:lnTo>
                  <a:lnTo>
                    <a:pt x="6875936" y="300927"/>
                  </a:lnTo>
                  <a:lnTo>
                    <a:pt x="6876062" y="300927"/>
                  </a:lnTo>
                  <a:lnTo>
                    <a:pt x="6876188" y="300927"/>
                  </a:lnTo>
                  <a:lnTo>
                    <a:pt x="6876314" y="300927"/>
                  </a:lnTo>
                  <a:lnTo>
                    <a:pt x="6876440" y="300927"/>
                  </a:lnTo>
                  <a:lnTo>
                    <a:pt x="6876566" y="300927"/>
                  </a:lnTo>
                  <a:lnTo>
                    <a:pt x="6876692" y="300927"/>
                  </a:lnTo>
                  <a:lnTo>
                    <a:pt x="6876818" y="300927"/>
                  </a:lnTo>
                  <a:lnTo>
                    <a:pt x="6876944" y="300927"/>
                  </a:lnTo>
                  <a:lnTo>
                    <a:pt x="6877070" y="300927"/>
                  </a:lnTo>
                  <a:lnTo>
                    <a:pt x="6877196" y="300927"/>
                  </a:lnTo>
                  <a:lnTo>
                    <a:pt x="6877322" y="300927"/>
                  </a:lnTo>
                  <a:lnTo>
                    <a:pt x="6877449" y="300927"/>
                  </a:lnTo>
                  <a:lnTo>
                    <a:pt x="6877575" y="300927"/>
                  </a:lnTo>
                  <a:lnTo>
                    <a:pt x="6877701" y="300927"/>
                  </a:lnTo>
                  <a:lnTo>
                    <a:pt x="6877827" y="300927"/>
                  </a:lnTo>
                  <a:lnTo>
                    <a:pt x="6877953" y="300927"/>
                  </a:lnTo>
                  <a:lnTo>
                    <a:pt x="6878079" y="300927"/>
                  </a:lnTo>
                  <a:lnTo>
                    <a:pt x="6878205" y="300927"/>
                  </a:lnTo>
                  <a:lnTo>
                    <a:pt x="6878331" y="300927"/>
                  </a:lnTo>
                  <a:lnTo>
                    <a:pt x="6878457" y="300927"/>
                  </a:lnTo>
                  <a:lnTo>
                    <a:pt x="6878583" y="300927"/>
                  </a:lnTo>
                  <a:lnTo>
                    <a:pt x="6878709" y="300927"/>
                  </a:lnTo>
                  <a:lnTo>
                    <a:pt x="6878836" y="300927"/>
                  </a:lnTo>
                  <a:lnTo>
                    <a:pt x="6878962" y="300927"/>
                  </a:lnTo>
                  <a:lnTo>
                    <a:pt x="6879088" y="300927"/>
                  </a:lnTo>
                  <a:lnTo>
                    <a:pt x="6879214" y="300927"/>
                  </a:lnTo>
                  <a:lnTo>
                    <a:pt x="6879340" y="300927"/>
                  </a:lnTo>
                  <a:lnTo>
                    <a:pt x="6879466" y="300927"/>
                  </a:lnTo>
                  <a:lnTo>
                    <a:pt x="6879592" y="300927"/>
                  </a:lnTo>
                  <a:lnTo>
                    <a:pt x="6879718" y="300927"/>
                  </a:lnTo>
                  <a:lnTo>
                    <a:pt x="6879844" y="300927"/>
                  </a:lnTo>
                  <a:lnTo>
                    <a:pt x="6879970" y="300927"/>
                  </a:lnTo>
                  <a:lnTo>
                    <a:pt x="6880096" y="300927"/>
                  </a:lnTo>
                  <a:lnTo>
                    <a:pt x="6880223" y="300927"/>
                  </a:lnTo>
                  <a:lnTo>
                    <a:pt x="6880349" y="300927"/>
                  </a:lnTo>
                  <a:lnTo>
                    <a:pt x="6880475" y="300927"/>
                  </a:lnTo>
                  <a:lnTo>
                    <a:pt x="6880601" y="300927"/>
                  </a:lnTo>
                  <a:lnTo>
                    <a:pt x="6880727" y="300927"/>
                  </a:lnTo>
                  <a:lnTo>
                    <a:pt x="6880853" y="300927"/>
                  </a:lnTo>
                  <a:lnTo>
                    <a:pt x="6880979" y="300927"/>
                  </a:lnTo>
                  <a:lnTo>
                    <a:pt x="6881105" y="300927"/>
                  </a:lnTo>
                  <a:lnTo>
                    <a:pt x="6881231" y="300927"/>
                  </a:lnTo>
                  <a:lnTo>
                    <a:pt x="6881357" y="300927"/>
                  </a:lnTo>
                  <a:lnTo>
                    <a:pt x="6881483" y="300927"/>
                  </a:lnTo>
                  <a:lnTo>
                    <a:pt x="6881609" y="300927"/>
                  </a:lnTo>
                  <a:lnTo>
                    <a:pt x="6881736" y="300927"/>
                  </a:lnTo>
                  <a:lnTo>
                    <a:pt x="6881862" y="300927"/>
                  </a:lnTo>
                  <a:lnTo>
                    <a:pt x="6881988" y="300927"/>
                  </a:lnTo>
                  <a:lnTo>
                    <a:pt x="6882114" y="300927"/>
                  </a:lnTo>
                  <a:lnTo>
                    <a:pt x="6882240" y="300927"/>
                  </a:lnTo>
                  <a:lnTo>
                    <a:pt x="6882366" y="300927"/>
                  </a:lnTo>
                  <a:lnTo>
                    <a:pt x="6882492" y="300927"/>
                  </a:lnTo>
                  <a:lnTo>
                    <a:pt x="6882618" y="300927"/>
                  </a:lnTo>
                  <a:lnTo>
                    <a:pt x="6882744" y="300927"/>
                  </a:lnTo>
                  <a:lnTo>
                    <a:pt x="6882870" y="300927"/>
                  </a:lnTo>
                  <a:lnTo>
                    <a:pt x="6882996" y="300927"/>
                  </a:lnTo>
                  <a:lnTo>
                    <a:pt x="6883123" y="300927"/>
                  </a:lnTo>
                  <a:lnTo>
                    <a:pt x="6883249" y="300927"/>
                  </a:lnTo>
                  <a:lnTo>
                    <a:pt x="6883375" y="300927"/>
                  </a:lnTo>
                  <a:lnTo>
                    <a:pt x="6883501" y="300927"/>
                  </a:lnTo>
                  <a:lnTo>
                    <a:pt x="6883627" y="300927"/>
                  </a:lnTo>
                  <a:lnTo>
                    <a:pt x="6883753" y="300927"/>
                  </a:lnTo>
                  <a:lnTo>
                    <a:pt x="6883879" y="300927"/>
                  </a:lnTo>
                  <a:lnTo>
                    <a:pt x="6884005" y="300927"/>
                  </a:lnTo>
                  <a:lnTo>
                    <a:pt x="6884131" y="300927"/>
                  </a:lnTo>
                  <a:lnTo>
                    <a:pt x="6884257" y="300927"/>
                  </a:lnTo>
                  <a:lnTo>
                    <a:pt x="6884383" y="300927"/>
                  </a:lnTo>
                  <a:lnTo>
                    <a:pt x="6884509" y="300927"/>
                  </a:lnTo>
                  <a:lnTo>
                    <a:pt x="6884636" y="300927"/>
                  </a:lnTo>
                  <a:lnTo>
                    <a:pt x="6884762" y="300927"/>
                  </a:lnTo>
                  <a:lnTo>
                    <a:pt x="6884888" y="300927"/>
                  </a:lnTo>
                  <a:lnTo>
                    <a:pt x="6885014" y="300927"/>
                  </a:lnTo>
                  <a:lnTo>
                    <a:pt x="6885140" y="300927"/>
                  </a:lnTo>
                  <a:lnTo>
                    <a:pt x="6885266" y="300927"/>
                  </a:lnTo>
                  <a:lnTo>
                    <a:pt x="6885392" y="300927"/>
                  </a:lnTo>
                  <a:lnTo>
                    <a:pt x="6885518" y="300927"/>
                  </a:lnTo>
                  <a:lnTo>
                    <a:pt x="6885644" y="300927"/>
                  </a:lnTo>
                  <a:lnTo>
                    <a:pt x="6885770" y="300927"/>
                  </a:lnTo>
                  <a:lnTo>
                    <a:pt x="6885896" y="300927"/>
                  </a:lnTo>
                  <a:lnTo>
                    <a:pt x="6886023" y="300927"/>
                  </a:lnTo>
                  <a:lnTo>
                    <a:pt x="6886149" y="300927"/>
                  </a:lnTo>
                  <a:lnTo>
                    <a:pt x="6886275" y="300927"/>
                  </a:lnTo>
                  <a:lnTo>
                    <a:pt x="6886401" y="300927"/>
                  </a:lnTo>
                  <a:lnTo>
                    <a:pt x="6886527" y="300927"/>
                  </a:lnTo>
                  <a:lnTo>
                    <a:pt x="6886653" y="300927"/>
                  </a:lnTo>
                  <a:lnTo>
                    <a:pt x="6886779" y="300927"/>
                  </a:lnTo>
                  <a:lnTo>
                    <a:pt x="6886905" y="300927"/>
                  </a:lnTo>
                  <a:lnTo>
                    <a:pt x="6887031" y="300927"/>
                  </a:lnTo>
                  <a:lnTo>
                    <a:pt x="6887157" y="300927"/>
                  </a:lnTo>
                  <a:lnTo>
                    <a:pt x="6887283" y="300927"/>
                  </a:lnTo>
                  <a:lnTo>
                    <a:pt x="6887410" y="300927"/>
                  </a:lnTo>
                  <a:lnTo>
                    <a:pt x="6887536" y="300927"/>
                  </a:lnTo>
                  <a:lnTo>
                    <a:pt x="6887662" y="300927"/>
                  </a:lnTo>
                  <a:lnTo>
                    <a:pt x="6887788" y="300927"/>
                  </a:lnTo>
                  <a:lnTo>
                    <a:pt x="6887914" y="300927"/>
                  </a:lnTo>
                  <a:lnTo>
                    <a:pt x="6888040" y="300927"/>
                  </a:lnTo>
                  <a:lnTo>
                    <a:pt x="6888166" y="300927"/>
                  </a:lnTo>
                  <a:lnTo>
                    <a:pt x="6888292" y="300927"/>
                  </a:lnTo>
                  <a:lnTo>
                    <a:pt x="6888418" y="300927"/>
                  </a:lnTo>
                  <a:lnTo>
                    <a:pt x="6888544" y="300927"/>
                  </a:lnTo>
                  <a:lnTo>
                    <a:pt x="6888670" y="300927"/>
                  </a:lnTo>
                  <a:lnTo>
                    <a:pt x="6888796" y="300927"/>
                  </a:lnTo>
                  <a:lnTo>
                    <a:pt x="6888923" y="300927"/>
                  </a:lnTo>
                  <a:lnTo>
                    <a:pt x="6889049" y="300927"/>
                  </a:lnTo>
                  <a:lnTo>
                    <a:pt x="6889175" y="300927"/>
                  </a:lnTo>
                  <a:lnTo>
                    <a:pt x="6889301" y="300927"/>
                  </a:lnTo>
                  <a:lnTo>
                    <a:pt x="6889427" y="300927"/>
                  </a:lnTo>
                  <a:lnTo>
                    <a:pt x="6889553" y="300927"/>
                  </a:lnTo>
                  <a:lnTo>
                    <a:pt x="6889679" y="300927"/>
                  </a:lnTo>
                  <a:lnTo>
                    <a:pt x="6889805" y="300927"/>
                  </a:lnTo>
                  <a:lnTo>
                    <a:pt x="6889931" y="300927"/>
                  </a:lnTo>
                  <a:lnTo>
                    <a:pt x="6890057" y="300927"/>
                  </a:lnTo>
                  <a:lnTo>
                    <a:pt x="6890183" y="300927"/>
                  </a:lnTo>
                  <a:lnTo>
                    <a:pt x="6890310" y="300927"/>
                  </a:lnTo>
                  <a:lnTo>
                    <a:pt x="6890436" y="300927"/>
                  </a:lnTo>
                  <a:lnTo>
                    <a:pt x="6890562" y="300927"/>
                  </a:lnTo>
                  <a:lnTo>
                    <a:pt x="6890688" y="300927"/>
                  </a:lnTo>
                  <a:lnTo>
                    <a:pt x="6890814" y="300927"/>
                  </a:lnTo>
                  <a:lnTo>
                    <a:pt x="6890940" y="300927"/>
                  </a:lnTo>
                  <a:lnTo>
                    <a:pt x="6891066" y="300927"/>
                  </a:lnTo>
                  <a:lnTo>
                    <a:pt x="6891192" y="300927"/>
                  </a:lnTo>
                  <a:lnTo>
                    <a:pt x="6891318" y="300927"/>
                  </a:lnTo>
                  <a:lnTo>
                    <a:pt x="6891444" y="300927"/>
                  </a:lnTo>
                  <a:lnTo>
                    <a:pt x="6891570" y="300927"/>
                  </a:lnTo>
                  <a:lnTo>
                    <a:pt x="6891696" y="300927"/>
                  </a:lnTo>
                  <a:lnTo>
                    <a:pt x="6891823" y="300927"/>
                  </a:lnTo>
                  <a:lnTo>
                    <a:pt x="6891949" y="300927"/>
                  </a:lnTo>
                  <a:lnTo>
                    <a:pt x="6892075" y="300927"/>
                  </a:lnTo>
                  <a:lnTo>
                    <a:pt x="6892201" y="300927"/>
                  </a:lnTo>
                  <a:lnTo>
                    <a:pt x="6892327" y="300927"/>
                  </a:lnTo>
                  <a:lnTo>
                    <a:pt x="6892453" y="300927"/>
                  </a:lnTo>
                  <a:lnTo>
                    <a:pt x="6892579" y="300927"/>
                  </a:lnTo>
                  <a:lnTo>
                    <a:pt x="6892705" y="300927"/>
                  </a:lnTo>
                  <a:lnTo>
                    <a:pt x="6892831" y="300927"/>
                  </a:lnTo>
                  <a:lnTo>
                    <a:pt x="6892957" y="300927"/>
                  </a:lnTo>
                  <a:lnTo>
                    <a:pt x="6893083" y="300927"/>
                  </a:lnTo>
                  <a:lnTo>
                    <a:pt x="6893210" y="300927"/>
                  </a:lnTo>
                  <a:lnTo>
                    <a:pt x="6893336" y="300927"/>
                  </a:lnTo>
                  <a:lnTo>
                    <a:pt x="6893462" y="300927"/>
                  </a:lnTo>
                  <a:lnTo>
                    <a:pt x="6893588" y="300927"/>
                  </a:lnTo>
                  <a:lnTo>
                    <a:pt x="6893588" y="295647"/>
                  </a:lnTo>
                  <a:lnTo>
                    <a:pt x="6893714" y="295647"/>
                  </a:lnTo>
                  <a:lnTo>
                    <a:pt x="6893840" y="295647"/>
                  </a:lnTo>
                  <a:lnTo>
                    <a:pt x="6893966" y="295647"/>
                  </a:lnTo>
                  <a:lnTo>
                    <a:pt x="6894092" y="295647"/>
                  </a:lnTo>
                  <a:lnTo>
                    <a:pt x="6894218" y="295647"/>
                  </a:lnTo>
                  <a:lnTo>
                    <a:pt x="6894344" y="295647"/>
                  </a:lnTo>
                  <a:lnTo>
                    <a:pt x="6894470" y="295647"/>
                  </a:lnTo>
                  <a:lnTo>
                    <a:pt x="6894596" y="295647"/>
                  </a:lnTo>
                  <a:lnTo>
                    <a:pt x="6894723" y="295647"/>
                  </a:lnTo>
                  <a:lnTo>
                    <a:pt x="6894849" y="295647"/>
                  </a:lnTo>
                  <a:lnTo>
                    <a:pt x="6894975" y="295647"/>
                  </a:lnTo>
                  <a:lnTo>
                    <a:pt x="6895101" y="295647"/>
                  </a:lnTo>
                  <a:lnTo>
                    <a:pt x="6895227" y="295647"/>
                  </a:lnTo>
                  <a:lnTo>
                    <a:pt x="6895353" y="295647"/>
                  </a:lnTo>
                  <a:lnTo>
                    <a:pt x="6895479" y="295647"/>
                  </a:lnTo>
                  <a:lnTo>
                    <a:pt x="6895605" y="295647"/>
                  </a:lnTo>
                  <a:lnTo>
                    <a:pt x="6895731" y="295647"/>
                  </a:lnTo>
                  <a:lnTo>
                    <a:pt x="6895857" y="295647"/>
                  </a:lnTo>
                  <a:lnTo>
                    <a:pt x="6895983" y="295647"/>
                  </a:lnTo>
                  <a:lnTo>
                    <a:pt x="6896110" y="295647"/>
                  </a:lnTo>
                  <a:lnTo>
                    <a:pt x="6896236" y="295647"/>
                  </a:lnTo>
                  <a:lnTo>
                    <a:pt x="6896362" y="295647"/>
                  </a:lnTo>
                  <a:lnTo>
                    <a:pt x="6896488" y="295647"/>
                  </a:lnTo>
                  <a:lnTo>
                    <a:pt x="6896614" y="295647"/>
                  </a:lnTo>
                  <a:lnTo>
                    <a:pt x="6896740" y="295647"/>
                  </a:lnTo>
                  <a:lnTo>
                    <a:pt x="6896866" y="295647"/>
                  </a:lnTo>
                  <a:lnTo>
                    <a:pt x="6896992" y="295647"/>
                  </a:lnTo>
                  <a:lnTo>
                    <a:pt x="6897118" y="295647"/>
                  </a:lnTo>
                  <a:lnTo>
                    <a:pt x="6897244" y="295647"/>
                  </a:lnTo>
                  <a:lnTo>
                    <a:pt x="6897370" y="295647"/>
                  </a:lnTo>
                  <a:lnTo>
                    <a:pt x="6897497" y="295647"/>
                  </a:lnTo>
                  <a:lnTo>
                    <a:pt x="6897623" y="295647"/>
                  </a:lnTo>
                  <a:lnTo>
                    <a:pt x="6897749" y="295647"/>
                  </a:lnTo>
                  <a:lnTo>
                    <a:pt x="6897875" y="295647"/>
                  </a:lnTo>
                  <a:lnTo>
                    <a:pt x="6898001" y="295647"/>
                  </a:lnTo>
                  <a:lnTo>
                    <a:pt x="6898127" y="295647"/>
                  </a:lnTo>
                  <a:lnTo>
                    <a:pt x="6898253" y="295647"/>
                  </a:lnTo>
                  <a:lnTo>
                    <a:pt x="6898379" y="295647"/>
                  </a:lnTo>
                  <a:lnTo>
                    <a:pt x="6898505" y="295647"/>
                  </a:lnTo>
                  <a:lnTo>
                    <a:pt x="6898631" y="295647"/>
                  </a:lnTo>
                  <a:lnTo>
                    <a:pt x="6898757" y="295647"/>
                  </a:lnTo>
                  <a:lnTo>
                    <a:pt x="6898883" y="295647"/>
                  </a:lnTo>
                  <a:lnTo>
                    <a:pt x="6899010" y="295647"/>
                  </a:lnTo>
                  <a:lnTo>
                    <a:pt x="6899136" y="295647"/>
                  </a:lnTo>
                  <a:lnTo>
                    <a:pt x="6899262" y="295647"/>
                  </a:lnTo>
                  <a:lnTo>
                    <a:pt x="6899388" y="295647"/>
                  </a:lnTo>
                  <a:lnTo>
                    <a:pt x="6899514" y="295647"/>
                  </a:lnTo>
                  <a:lnTo>
                    <a:pt x="6899640" y="295647"/>
                  </a:lnTo>
                  <a:lnTo>
                    <a:pt x="6899766" y="295647"/>
                  </a:lnTo>
                  <a:lnTo>
                    <a:pt x="6899892" y="295647"/>
                  </a:lnTo>
                  <a:lnTo>
                    <a:pt x="6900018" y="295647"/>
                  </a:lnTo>
                  <a:lnTo>
                    <a:pt x="6900144" y="295647"/>
                  </a:lnTo>
                  <a:lnTo>
                    <a:pt x="6900270" y="295647"/>
                  </a:lnTo>
                  <a:lnTo>
                    <a:pt x="6900397" y="295647"/>
                  </a:lnTo>
                  <a:lnTo>
                    <a:pt x="6900523" y="295647"/>
                  </a:lnTo>
                  <a:lnTo>
                    <a:pt x="6900649" y="295647"/>
                  </a:lnTo>
                  <a:lnTo>
                    <a:pt x="6900775" y="295647"/>
                  </a:lnTo>
                  <a:lnTo>
                    <a:pt x="6900901" y="295647"/>
                  </a:lnTo>
                  <a:lnTo>
                    <a:pt x="6901027" y="295647"/>
                  </a:lnTo>
                  <a:lnTo>
                    <a:pt x="6901153" y="295647"/>
                  </a:lnTo>
                  <a:lnTo>
                    <a:pt x="6901279" y="295647"/>
                  </a:lnTo>
                  <a:lnTo>
                    <a:pt x="6901405" y="295647"/>
                  </a:lnTo>
                  <a:lnTo>
                    <a:pt x="6901531" y="295647"/>
                  </a:lnTo>
                  <a:lnTo>
                    <a:pt x="6901657" y="295647"/>
                  </a:lnTo>
                  <a:lnTo>
                    <a:pt x="6901783" y="295647"/>
                  </a:lnTo>
                  <a:lnTo>
                    <a:pt x="6901910" y="295647"/>
                  </a:lnTo>
                  <a:lnTo>
                    <a:pt x="6902036" y="295647"/>
                  </a:lnTo>
                  <a:lnTo>
                    <a:pt x="6902162" y="295647"/>
                  </a:lnTo>
                  <a:lnTo>
                    <a:pt x="6902288" y="295647"/>
                  </a:lnTo>
                  <a:lnTo>
                    <a:pt x="6902414" y="295647"/>
                  </a:lnTo>
                  <a:lnTo>
                    <a:pt x="6902540" y="295647"/>
                  </a:lnTo>
                  <a:lnTo>
                    <a:pt x="6902666" y="295647"/>
                  </a:lnTo>
                  <a:lnTo>
                    <a:pt x="6902792" y="295647"/>
                  </a:lnTo>
                  <a:lnTo>
                    <a:pt x="6902918" y="295647"/>
                  </a:lnTo>
                  <a:lnTo>
                    <a:pt x="6903044" y="295647"/>
                  </a:lnTo>
                  <a:lnTo>
                    <a:pt x="6903170" y="295647"/>
                  </a:lnTo>
                  <a:lnTo>
                    <a:pt x="6903297" y="295647"/>
                  </a:lnTo>
                  <a:lnTo>
                    <a:pt x="6903423" y="295647"/>
                  </a:lnTo>
                  <a:lnTo>
                    <a:pt x="6903549" y="295647"/>
                  </a:lnTo>
                  <a:lnTo>
                    <a:pt x="6903675" y="295647"/>
                  </a:lnTo>
                  <a:lnTo>
                    <a:pt x="6903801" y="295647"/>
                  </a:lnTo>
                  <a:lnTo>
                    <a:pt x="6903927" y="295647"/>
                  </a:lnTo>
                  <a:lnTo>
                    <a:pt x="6904053" y="295647"/>
                  </a:lnTo>
                  <a:lnTo>
                    <a:pt x="6904179" y="295647"/>
                  </a:lnTo>
                  <a:lnTo>
                    <a:pt x="6904305" y="295647"/>
                  </a:lnTo>
                  <a:lnTo>
                    <a:pt x="6904431" y="295647"/>
                  </a:lnTo>
                  <a:lnTo>
                    <a:pt x="6904557" y="295647"/>
                  </a:lnTo>
                  <a:lnTo>
                    <a:pt x="6904684" y="295647"/>
                  </a:lnTo>
                  <a:lnTo>
                    <a:pt x="6904810" y="295647"/>
                  </a:lnTo>
                  <a:lnTo>
                    <a:pt x="6904936" y="295647"/>
                  </a:lnTo>
                  <a:lnTo>
                    <a:pt x="6905062" y="295647"/>
                  </a:lnTo>
                  <a:lnTo>
                    <a:pt x="6905188" y="295647"/>
                  </a:lnTo>
                  <a:lnTo>
                    <a:pt x="6905314" y="295647"/>
                  </a:lnTo>
                  <a:lnTo>
                    <a:pt x="6905440" y="295647"/>
                  </a:lnTo>
                  <a:lnTo>
                    <a:pt x="6905566" y="295647"/>
                  </a:lnTo>
                  <a:lnTo>
                    <a:pt x="6905692" y="295647"/>
                  </a:lnTo>
                  <a:lnTo>
                    <a:pt x="6905818" y="295647"/>
                  </a:lnTo>
                  <a:lnTo>
                    <a:pt x="6905944" y="295647"/>
                  </a:lnTo>
                  <a:lnTo>
                    <a:pt x="6906070" y="295647"/>
                  </a:lnTo>
                  <a:lnTo>
                    <a:pt x="6906197" y="295647"/>
                  </a:lnTo>
                  <a:lnTo>
                    <a:pt x="6906323" y="295647"/>
                  </a:lnTo>
                  <a:lnTo>
                    <a:pt x="6906449" y="295647"/>
                  </a:lnTo>
                  <a:lnTo>
                    <a:pt x="6906575" y="295647"/>
                  </a:lnTo>
                  <a:lnTo>
                    <a:pt x="6906701" y="295647"/>
                  </a:lnTo>
                  <a:lnTo>
                    <a:pt x="6906827" y="295647"/>
                  </a:lnTo>
                  <a:lnTo>
                    <a:pt x="6906953" y="295647"/>
                  </a:lnTo>
                  <a:lnTo>
                    <a:pt x="6907079" y="295647"/>
                  </a:lnTo>
                  <a:lnTo>
                    <a:pt x="6907205" y="295647"/>
                  </a:lnTo>
                  <a:lnTo>
                    <a:pt x="6907331" y="295647"/>
                  </a:lnTo>
                  <a:lnTo>
                    <a:pt x="6907457" y="295647"/>
                  </a:lnTo>
                  <a:lnTo>
                    <a:pt x="6907584" y="295647"/>
                  </a:lnTo>
                  <a:lnTo>
                    <a:pt x="6907710" y="295647"/>
                  </a:lnTo>
                  <a:lnTo>
                    <a:pt x="6907836" y="295647"/>
                  </a:lnTo>
                  <a:lnTo>
                    <a:pt x="6907962" y="295647"/>
                  </a:lnTo>
                  <a:lnTo>
                    <a:pt x="6907962" y="290368"/>
                  </a:lnTo>
                  <a:lnTo>
                    <a:pt x="6908088" y="290368"/>
                  </a:lnTo>
                  <a:lnTo>
                    <a:pt x="6908214" y="290368"/>
                  </a:lnTo>
                  <a:lnTo>
                    <a:pt x="6908340" y="290368"/>
                  </a:lnTo>
                  <a:lnTo>
                    <a:pt x="6908466" y="290368"/>
                  </a:lnTo>
                  <a:lnTo>
                    <a:pt x="6908592" y="290368"/>
                  </a:lnTo>
                  <a:lnTo>
                    <a:pt x="6908718" y="290368"/>
                  </a:lnTo>
                  <a:lnTo>
                    <a:pt x="6908844" y="290368"/>
                  </a:lnTo>
                  <a:lnTo>
                    <a:pt x="6908970" y="290368"/>
                  </a:lnTo>
                  <a:lnTo>
                    <a:pt x="6909097" y="290368"/>
                  </a:lnTo>
                  <a:lnTo>
                    <a:pt x="6909223" y="290368"/>
                  </a:lnTo>
                  <a:lnTo>
                    <a:pt x="6909349" y="290368"/>
                  </a:lnTo>
                  <a:lnTo>
                    <a:pt x="6909475" y="290368"/>
                  </a:lnTo>
                  <a:lnTo>
                    <a:pt x="6909601" y="290368"/>
                  </a:lnTo>
                  <a:lnTo>
                    <a:pt x="6909727" y="290368"/>
                  </a:lnTo>
                  <a:lnTo>
                    <a:pt x="6909853" y="290368"/>
                  </a:lnTo>
                  <a:lnTo>
                    <a:pt x="6909979" y="290368"/>
                  </a:lnTo>
                  <a:lnTo>
                    <a:pt x="6910105" y="290368"/>
                  </a:lnTo>
                  <a:lnTo>
                    <a:pt x="6910231" y="290368"/>
                  </a:lnTo>
                  <a:lnTo>
                    <a:pt x="6910357" y="290368"/>
                  </a:lnTo>
                  <a:lnTo>
                    <a:pt x="6910484" y="290368"/>
                  </a:lnTo>
                  <a:lnTo>
                    <a:pt x="6910610" y="290368"/>
                  </a:lnTo>
                  <a:lnTo>
                    <a:pt x="6910736" y="290368"/>
                  </a:lnTo>
                  <a:lnTo>
                    <a:pt x="6910862" y="290368"/>
                  </a:lnTo>
                  <a:lnTo>
                    <a:pt x="6910988" y="290368"/>
                  </a:lnTo>
                  <a:lnTo>
                    <a:pt x="6911114" y="290368"/>
                  </a:lnTo>
                  <a:lnTo>
                    <a:pt x="6911240" y="290368"/>
                  </a:lnTo>
                  <a:lnTo>
                    <a:pt x="6911366" y="290368"/>
                  </a:lnTo>
                  <a:lnTo>
                    <a:pt x="6911492" y="290368"/>
                  </a:lnTo>
                  <a:lnTo>
                    <a:pt x="6911618" y="290368"/>
                  </a:lnTo>
                  <a:lnTo>
                    <a:pt x="6911744" y="290368"/>
                  </a:lnTo>
                  <a:lnTo>
                    <a:pt x="6911871" y="290368"/>
                  </a:lnTo>
                  <a:lnTo>
                    <a:pt x="6911997" y="290368"/>
                  </a:lnTo>
                  <a:lnTo>
                    <a:pt x="6912123" y="290368"/>
                  </a:lnTo>
                  <a:lnTo>
                    <a:pt x="6912249" y="290368"/>
                  </a:lnTo>
                  <a:lnTo>
                    <a:pt x="6912375" y="290368"/>
                  </a:lnTo>
                  <a:lnTo>
                    <a:pt x="6912501" y="290368"/>
                  </a:lnTo>
                  <a:lnTo>
                    <a:pt x="6912627" y="290368"/>
                  </a:lnTo>
                  <a:lnTo>
                    <a:pt x="6912753" y="290368"/>
                  </a:lnTo>
                  <a:lnTo>
                    <a:pt x="6912879" y="290368"/>
                  </a:lnTo>
                  <a:lnTo>
                    <a:pt x="6913005" y="290368"/>
                  </a:lnTo>
                  <a:lnTo>
                    <a:pt x="6913131" y="290368"/>
                  </a:lnTo>
                  <a:lnTo>
                    <a:pt x="6913257" y="290368"/>
                  </a:lnTo>
                  <a:lnTo>
                    <a:pt x="6913384" y="290368"/>
                  </a:lnTo>
                  <a:lnTo>
                    <a:pt x="6913510" y="290368"/>
                  </a:lnTo>
                  <a:lnTo>
                    <a:pt x="6913636" y="290368"/>
                  </a:lnTo>
                  <a:lnTo>
                    <a:pt x="6913762" y="290368"/>
                  </a:lnTo>
                  <a:lnTo>
                    <a:pt x="6913888" y="290368"/>
                  </a:lnTo>
                  <a:lnTo>
                    <a:pt x="6914014" y="290368"/>
                  </a:lnTo>
                  <a:lnTo>
                    <a:pt x="6914140" y="290368"/>
                  </a:lnTo>
                  <a:lnTo>
                    <a:pt x="6914266" y="290368"/>
                  </a:lnTo>
                  <a:lnTo>
                    <a:pt x="6914392" y="290368"/>
                  </a:lnTo>
                  <a:lnTo>
                    <a:pt x="6914518" y="290368"/>
                  </a:lnTo>
                  <a:lnTo>
                    <a:pt x="6914644" y="290368"/>
                  </a:lnTo>
                  <a:lnTo>
                    <a:pt x="6914771" y="290368"/>
                  </a:lnTo>
                  <a:lnTo>
                    <a:pt x="6914897" y="290368"/>
                  </a:lnTo>
                  <a:lnTo>
                    <a:pt x="6915023" y="290368"/>
                  </a:lnTo>
                  <a:lnTo>
                    <a:pt x="6915149" y="290368"/>
                  </a:lnTo>
                  <a:lnTo>
                    <a:pt x="6915275" y="290368"/>
                  </a:lnTo>
                  <a:lnTo>
                    <a:pt x="6915401" y="290368"/>
                  </a:lnTo>
                  <a:lnTo>
                    <a:pt x="6915527" y="290368"/>
                  </a:lnTo>
                  <a:lnTo>
                    <a:pt x="6915653" y="290368"/>
                  </a:lnTo>
                  <a:lnTo>
                    <a:pt x="6915779" y="290368"/>
                  </a:lnTo>
                  <a:lnTo>
                    <a:pt x="6915905" y="290368"/>
                  </a:lnTo>
                  <a:lnTo>
                    <a:pt x="6916031" y="290368"/>
                  </a:lnTo>
                  <a:lnTo>
                    <a:pt x="6916157" y="290368"/>
                  </a:lnTo>
                  <a:lnTo>
                    <a:pt x="6916284" y="290368"/>
                  </a:lnTo>
                  <a:lnTo>
                    <a:pt x="6916410" y="290368"/>
                  </a:lnTo>
                  <a:lnTo>
                    <a:pt x="6916536" y="290368"/>
                  </a:lnTo>
                  <a:lnTo>
                    <a:pt x="6916662" y="290368"/>
                  </a:lnTo>
                  <a:lnTo>
                    <a:pt x="6916788" y="290368"/>
                  </a:lnTo>
                  <a:lnTo>
                    <a:pt x="6916914" y="290368"/>
                  </a:lnTo>
                  <a:lnTo>
                    <a:pt x="6917040" y="290368"/>
                  </a:lnTo>
                  <a:lnTo>
                    <a:pt x="6917166" y="290368"/>
                  </a:lnTo>
                  <a:lnTo>
                    <a:pt x="6917292" y="290368"/>
                  </a:lnTo>
                  <a:lnTo>
                    <a:pt x="6917418" y="290368"/>
                  </a:lnTo>
                  <a:lnTo>
                    <a:pt x="6917544" y="290368"/>
                  </a:lnTo>
                  <a:lnTo>
                    <a:pt x="6917671" y="290368"/>
                  </a:lnTo>
                  <a:lnTo>
                    <a:pt x="6917797" y="290368"/>
                  </a:lnTo>
                  <a:lnTo>
                    <a:pt x="6917923" y="290368"/>
                  </a:lnTo>
                  <a:lnTo>
                    <a:pt x="6918049" y="290368"/>
                  </a:lnTo>
                  <a:lnTo>
                    <a:pt x="6918175" y="290368"/>
                  </a:lnTo>
                  <a:lnTo>
                    <a:pt x="6918301" y="290368"/>
                  </a:lnTo>
                  <a:lnTo>
                    <a:pt x="6918427" y="290368"/>
                  </a:lnTo>
                  <a:lnTo>
                    <a:pt x="6918553" y="290368"/>
                  </a:lnTo>
                  <a:lnTo>
                    <a:pt x="6918679" y="290368"/>
                  </a:lnTo>
                  <a:lnTo>
                    <a:pt x="6918805" y="290368"/>
                  </a:lnTo>
                  <a:lnTo>
                    <a:pt x="6918931" y="290368"/>
                  </a:lnTo>
                  <a:lnTo>
                    <a:pt x="6919057" y="290368"/>
                  </a:lnTo>
                  <a:lnTo>
                    <a:pt x="6919184" y="290368"/>
                  </a:lnTo>
                  <a:lnTo>
                    <a:pt x="6919310" y="290368"/>
                  </a:lnTo>
                  <a:lnTo>
                    <a:pt x="6919436" y="290368"/>
                  </a:lnTo>
                  <a:lnTo>
                    <a:pt x="6919562" y="290368"/>
                  </a:lnTo>
                  <a:lnTo>
                    <a:pt x="6919688" y="290368"/>
                  </a:lnTo>
                  <a:lnTo>
                    <a:pt x="6919814" y="290368"/>
                  </a:lnTo>
                  <a:lnTo>
                    <a:pt x="6919940" y="290368"/>
                  </a:lnTo>
                  <a:lnTo>
                    <a:pt x="6920066" y="290368"/>
                  </a:lnTo>
                  <a:lnTo>
                    <a:pt x="6920192" y="290368"/>
                  </a:lnTo>
                  <a:lnTo>
                    <a:pt x="6920318" y="290368"/>
                  </a:lnTo>
                  <a:lnTo>
                    <a:pt x="6920444" y="290368"/>
                  </a:lnTo>
                  <a:lnTo>
                    <a:pt x="6920571" y="290368"/>
                  </a:lnTo>
                  <a:lnTo>
                    <a:pt x="6920697" y="290368"/>
                  </a:lnTo>
                  <a:lnTo>
                    <a:pt x="6920823" y="290368"/>
                  </a:lnTo>
                  <a:lnTo>
                    <a:pt x="6920949" y="290368"/>
                  </a:lnTo>
                  <a:lnTo>
                    <a:pt x="6921075" y="290368"/>
                  </a:lnTo>
                  <a:lnTo>
                    <a:pt x="6921201" y="290368"/>
                  </a:lnTo>
                  <a:lnTo>
                    <a:pt x="6921327" y="290368"/>
                  </a:lnTo>
                  <a:lnTo>
                    <a:pt x="6921453" y="290368"/>
                  </a:lnTo>
                  <a:lnTo>
                    <a:pt x="6921579" y="290368"/>
                  </a:lnTo>
                  <a:lnTo>
                    <a:pt x="6921705" y="290368"/>
                  </a:lnTo>
                  <a:lnTo>
                    <a:pt x="6921831" y="290368"/>
                  </a:lnTo>
                  <a:lnTo>
                    <a:pt x="6921958" y="290368"/>
                  </a:lnTo>
                  <a:lnTo>
                    <a:pt x="6922084" y="290368"/>
                  </a:lnTo>
                  <a:lnTo>
                    <a:pt x="6922210" y="290368"/>
                  </a:lnTo>
                  <a:lnTo>
                    <a:pt x="6922336" y="290368"/>
                  </a:lnTo>
                  <a:lnTo>
                    <a:pt x="6922462" y="290368"/>
                  </a:lnTo>
                  <a:lnTo>
                    <a:pt x="6922588" y="290368"/>
                  </a:lnTo>
                  <a:lnTo>
                    <a:pt x="6922714" y="290368"/>
                  </a:lnTo>
                  <a:lnTo>
                    <a:pt x="6922840" y="290368"/>
                  </a:lnTo>
                  <a:lnTo>
                    <a:pt x="6922966" y="290368"/>
                  </a:lnTo>
                  <a:lnTo>
                    <a:pt x="6923092" y="290368"/>
                  </a:lnTo>
                  <a:lnTo>
                    <a:pt x="6923218" y="290368"/>
                  </a:lnTo>
                  <a:lnTo>
                    <a:pt x="6923344" y="290368"/>
                  </a:lnTo>
                  <a:lnTo>
                    <a:pt x="6923471" y="290368"/>
                  </a:lnTo>
                  <a:lnTo>
                    <a:pt x="6923597" y="290368"/>
                  </a:lnTo>
                  <a:lnTo>
                    <a:pt x="6923723" y="290368"/>
                  </a:lnTo>
                  <a:lnTo>
                    <a:pt x="6923849" y="290368"/>
                  </a:lnTo>
                  <a:lnTo>
                    <a:pt x="6923975" y="290368"/>
                  </a:lnTo>
                  <a:lnTo>
                    <a:pt x="6924101" y="290368"/>
                  </a:lnTo>
                  <a:lnTo>
                    <a:pt x="6924227" y="290368"/>
                  </a:lnTo>
                  <a:lnTo>
                    <a:pt x="6924353" y="290368"/>
                  </a:lnTo>
                  <a:lnTo>
                    <a:pt x="6924479" y="290368"/>
                  </a:lnTo>
                  <a:lnTo>
                    <a:pt x="6924605" y="290368"/>
                  </a:lnTo>
                  <a:lnTo>
                    <a:pt x="6924731" y="290368"/>
                  </a:lnTo>
                  <a:lnTo>
                    <a:pt x="6924858" y="290368"/>
                  </a:lnTo>
                  <a:lnTo>
                    <a:pt x="6924984" y="290368"/>
                  </a:lnTo>
                  <a:lnTo>
                    <a:pt x="6925110" y="290368"/>
                  </a:lnTo>
                  <a:lnTo>
                    <a:pt x="6925236" y="290368"/>
                  </a:lnTo>
                  <a:lnTo>
                    <a:pt x="6925362" y="290368"/>
                  </a:lnTo>
                  <a:lnTo>
                    <a:pt x="6925488" y="290368"/>
                  </a:lnTo>
                  <a:lnTo>
                    <a:pt x="6925614" y="290368"/>
                  </a:lnTo>
                  <a:lnTo>
                    <a:pt x="6925740" y="290368"/>
                  </a:lnTo>
                  <a:lnTo>
                    <a:pt x="6925866" y="290368"/>
                  </a:lnTo>
                  <a:lnTo>
                    <a:pt x="6925992" y="290368"/>
                  </a:lnTo>
                  <a:lnTo>
                    <a:pt x="6926118" y="290368"/>
                  </a:lnTo>
                  <a:lnTo>
                    <a:pt x="6926244" y="290368"/>
                  </a:lnTo>
                  <a:lnTo>
                    <a:pt x="6926371" y="290368"/>
                  </a:lnTo>
                  <a:lnTo>
                    <a:pt x="6926497" y="290368"/>
                  </a:lnTo>
                  <a:lnTo>
                    <a:pt x="6926623" y="290368"/>
                  </a:lnTo>
                  <a:lnTo>
                    <a:pt x="6926749" y="290368"/>
                  </a:lnTo>
                  <a:lnTo>
                    <a:pt x="6926875" y="290368"/>
                  </a:lnTo>
                  <a:lnTo>
                    <a:pt x="6927001" y="290368"/>
                  </a:lnTo>
                  <a:lnTo>
                    <a:pt x="6927127" y="290368"/>
                  </a:lnTo>
                  <a:lnTo>
                    <a:pt x="6927253" y="290368"/>
                  </a:lnTo>
                  <a:lnTo>
                    <a:pt x="6927379" y="290368"/>
                  </a:lnTo>
                  <a:lnTo>
                    <a:pt x="6927379" y="285088"/>
                  </a:lnTo>
                  <a:lnTo>
                    <a:pt x="6927505" y="285088"/>
                  </a:lnTo>
                  <a:lnTo>
                    <a:pt x="6927631" y="285088"/>
                  </a:lnTo>
                  <a:lnTo>
                    <a:pt x="6927758" y="285088"/>
                  </a:lnTo>
                  <a:lnTo>
                    <a:pt x="6927884" y="285088"/>
                  </a:lnTo>
                  <a:lnTo>
                    <a:pt x="6928010" y="285088"/>
                  </a:lnTo>
                  <a:lnTo>
                    <a:pt x="6928136" y="285088"/>
                  </a:lnTo>
                  <a:lnTo>
                    <a:pt x="6928262" y="285088"/>
                  </a:lnTo>
                  <a:lnTo>
                    <a:pt x="6928388" y="285088"/>
                  </a:lnTo>
                  <a:lnTo>
                    <a:pt x="6928514" y="285088"/>
                  </a:lnTo>
                  <a:lnTo>
                    <a:pt x="6928640" y="285088"/>
                  </a:lnTo>
                  <a:lnTo>
                    <a:pt x="6928766" y="285088"/>
                  </a:lnTo>
                  <a:lnTo>
                    <a:pt x="6928892" y="285088"/>
                  </a:lnTo>
                  <a:lnTo>
                    <a:pt x="6929018" y="285088"/>
                  </a:lnTo>
                  <a:lnTo>
                    <a:pt x="6929145" y="285088"/>
                  </a:lnTo>
                  <a:lnTo>
                    <a:pt x="6929271" y="285088"/>
                  </a:lnTo>
                  <a:lnTo>
                    <a:pt x="6929397" y="285088"/>
                  </a:lnTo>
                  <a:lnTo>
                    <a:pt x="6929523" y="285088"/>
                  </a:lnTo>
                  <a:lnTo>
                    <a:pt x="6929649" y="285088"/>
                  </a:lnTo>
                  <a:lnTo>
                    <a:pt x="6929775" y="285088"/>
                  </a:lnTo>
                  <a:lnTo>
                    <a:pt x="6929901" y="285088"/>
                  </a:lnTo>
                  <a:lnTo>
                    <a:pt x="6930027" y="285088"/>
                  </a:lnTo>
                  <a:lnTo>
                    <a:pt x="6930153" y="285088"/>
                  </a:lnTo>
                  <a:lnTo>
                    <a:pt x="6930279" y="285088"/>
                  </a:lnTo>
                  <a:lnTo>
                    <a:pt x="6930405" y="285088"/>
                  </a:lnTo>
                  <a:lnTo>
                    <a:pt x="6930531" y="285088"/>
                  </a:lnTo>
                  <a:lnTo>
                    <a:pt x="6930658" y="285088"/>
                  </a:lnTo>
                  <a:lnTo>
                    <a:pt x="6930784" y="285088"/>
                  </a:lnTo>
                  <a:lnTo>
                    <a:pt x="6930910" y="285088"/>
                  </a:lnTo>
                  <a:lnTo>
                    <a:pt x="6931036" y="285088"/>
                  </a:lnTo>
                  <a:lnTo>
                    <a:pt x="6931162" y="285088"/>
                  </a:lnTo>
                  <a:lnTo>
                    <a:pt x="6931288" y="285088"/>
                  </a:lnTo>
                  <a:lnTo>
                    <a:pt x="6931414" y="285088"/>
                  </a:lnTo>
                  <a:lnTo>
                    <a:pt x="6931540" y="285088"/>
                  </a:lnTo>
                  <a:lnTo>
                    <a:pt x="6931666" y="285088"/>
                  </a:lnTo>
                  <a:lnTo>
                    <a:pt x="6931792" y="285088"/>
                  </a:lnTo>
                  <a:lnTo>
                    <a:pt x="6931918" y="285088"/>
                  </a:lnTo>
                  <a:lnTo>
                    <a:pt x="6932045" y="285088"/>
                  </a:lnTo>
                  <a:lnTo>
                    <a:pt x="6932171" y="285088"/>
                  </a:lnTo>
                  <a:lnTo>
                    <a:pt x="6932297" y="285088"/>
                  </a:lnTo>
                  <a:lnTo>
                    <a:pt x="6932423" y="285088"/>
                  </a:lnTo>
                  <a:lnTo>
                    <a:pt x="6932549" y="285088"/>
                  </a:lnTo>
                  <a:lnTo>
                    <a:pt x="6932675" y="285088"/>
                  </a:lnTo>
                  <a:lnTo>
                    <a:pt x="6932801" y="285088"/>
                  </a:lnTo>
                  <a:lnTo>
                    <a:pt x="6932927" y="285088"/>
                  </a:lnTo>
                  <a:lnTo>
                    <a:pt x="6933053" y="285088"/>
                  </a:lnTo>
                  <a:lnTo>
                    <a:pt x="6933179" y="285088"/>
                  </a:lnTo>
                  <a:lnTo>
                    <a:pt x="6933305" y="285088"/>
                  </a:lnTo>
                  <a:lnTo>
                    <a:pt x="6933431" y="285088"/>
                  </a:lnTo>
                  <a:lnTo>
                    <a:pt x="6933558" y="285088"/>
                  </a:lnTo>
                  <a:lnTo>
                    <a:pt x="6933684" y="285088"/>
                  </a:lnTo>
                  <a:lnTo>
                    <a:pt x="6933810" y="285088"/>
                  </a:lnTo>
                  <a:lnTo>
                    <a:pt x="6933936" y="285088"/>
                  </a:lnTo>
                  <a:lnTo>
                    <a:pt x="6934062" y="285088"/>
                  </a:lnTo>
                  <a:lnTo>
                    <a:pt x="6934188" y="285088"/>
                  </a:lnTo>
                  <a:lnTo>
                    <a:pt x="6934314" y="285088"/>
                  </a:lnTo>
                  <a:lnTo>
                    <a:pt x="6934440" y="285088"/>
                  </a:lnTo>
                  <a:lnTo>
                    <a:pt x="6934566" y="285088"/>
                  </a:lnTo>
                  <a:lnTo>
                    <a:pt x="6934692" y="285088"/>
                  </a:lnTo>
                  <a:lnTo>
                    <a:pt x="6934818" y="285088"/>
                  </a:lnTo>
                  <a:lnTo>
                    <a:pt x="6934945" y="285088"/>
                  </a:lnTo>
                  <a:lnTo>
                    <a:pt x="6935071" y="285088"/>
                  </a:lnTo>
                  <a:lnTo>
                    <a:pt x="6935197" y="285088"/>
                  </a:lnTo>
                  <a:lnTo>
                    <a:pt x="6935323" y="285088"/>
                  </a:lnTo>
                  <a:lnTo>
                    <a:pt x="6935449" y="285088"/>
                  </a:lnTo>
                  <a:lnTo>
                    <a:pt x="6935575" y="285088"/>
                  </a:lnTo>
                  <a:lnTo>
                    <a:pt x="6935701" y="285088"/>
                  </a:lnTo>
                  <a:lnTo>
                    <a:pt x="6935827" y="285088"/>
                  </a:lnTo>
                  <a:lnTo>
                    <a:pt x="6935953" y="285088"/>
                  </a:lnTo>
                  <a:lnTo>
                    <a:pt x="6936079" y="285088"/>
                  </a:lnTo>
                  <a:lnTo>
                    <a:pt x="6936205" y="285088"/>
                  </a:lnTo>
                  <a:lnTo>
                    <a:pt x="6936331" y="285088"/>
                  </a:lnTo>
                  <a:lnTo>
                    <a:pt x="6936458" y="285088"/>
                  </a:lnTo>
                  <a:lnTo>
                    <a:pt x="6936584" y="285088"/>
                  </a:lnTo>
                  <a:lnTo>
                    <a:pt x="6936710" y="285088"/>
                  </a:lnTo>
                  <a:lnTo>
                    <a:pt x="6936836" y="285088"/>
                  </a:lnTo>
                  <a:lnTo>
                    <a:pt x="6936962" y="285088"/>
                  </a:lnTo>
                  <a:lnTo>
                    <a:pt x="6937088" y="285088"/>
                  </a:lnTo>
                  <a:lnTo>
                    <a:pt x="6937214" y="285088"/>
                  </a:lnTo>
                  <a:lnTo>
                    <a:pt x="6937340" y="285088"/>
                  </a:lnTo>
                  <a:lnTo>
                    <a:pt x="6937466" y="285088"/>
                  </a:lnTo>
                  <a:lnTo>
                    <a:pt x="6937592" y="285088"/>
                  </a:lnTo>
                  <a:lnTo>
                    <a:pt x="6937718" y="285088"/>
                  </a:lnTo>
                  <a:lnTo>
                    <a:pt x="6937845" y="285088"/>
                  </a:lnTo>
                  <a:lnTo>
                    <a:pt x="6937971" y="285088"/>
                  </a:lnTo>
                  <a:lnTo>
                    <a:pt x="6938097" y="285088"/>
                  </a:lnTo>
                  <a:lnTo>
                    <a:pt x="6938223" y="285088"/>
                  </a:lnTo>
                  <a:lnTo>
                    <a:pt x="6938349" y="285088"/>
                  </a:lnTo>
                  <a:lnTo>
                    <a:pt x="6938475" y="285088"/>
                  </a:lnTo>
                  <a:lnTo>
                    <a:pt x="6938601" y="285088"/>
                  </a:lnTo>
                  <a:lnTo>
                    <a:pt x="6938727" y="285088"/>
                  </a:lnTo>
                  <a:lnTo>
                    <a:pt x="6938853" y="285088"/>
                  </a:lnTo>
                  <a:lnTo>
                    <a:pt x="6938979" y="285088"/>
                  </a:lnTo>
                  <a:lnTo>
                    <a:pt x="6939105" y="285088"/>
                  </a:lnTo>
                  <a:lnTo>
                    <a:pt x="6939232" y="285088"/>
                  </a:lnTo>
                  <a:lnTo>
                    <a:pt x="6939358" y="285088"/>
                  </a:lnTo>
                  <a:lnTo>
                    <a:pt x="6939484" y="285088"/>
                  </a:lnTo>
                  <a:lnTo>
                    <a:pt x="6939610" y="285088"/>
                  </a:lnTo>
                  <a:lnTo>
                    <a:pt x="6939610" y="279809"/>
                  </a:lnTo>
                  <a:lnTo>
                    <a:pt x="6939736" y="279809"/>
                  </a:lnTo>
                  <a:lnTo>
                    <a:pt x="6939862" y="279809"/>
                  </a:lnTo>
                  <a:lnTo>
                    <a:pt x="6939988" y="279809"/>
                  </a:lnTo>
                  <a:lnTo>
                    <a:pt x="6940114" y="279809"/>
                  </a:lnTo>
                  <a:lnTo>
                    <a:pt x="6940240" y="279809"/>
                  </a:lnTo>
                  <a:lnTo>
                    <a:pt x="6940366" y="279809"/>
                  </a:lnTo>
                  <a:lnTo>
                    <a:pt x="6940492" y="279809"/>
                  </a:lnTo>
                  <a:lnTo>
                    <a:pt x="6940618" y="279809"/>
                  </a:lnTo>
                  <a:lnTo>
                    <a:pt x="6940745" y="279809"/>
                  </a:lnTo>
                  <a:lnTo>
                    <a:pt x="6940871" y="279809"/>
                  </a:lnTo>
                  <a:lnTo>
                    <a:pt x="6940997" y="279809"/>
                  </a:lnTo>
                  <a:lnTo>
                    <a:pt x="6941123" y="279809"/>
                  </a:lnTo>
                  <a:lnTo>
                    <a:pt x="6941249" y="279809"/>
                  </a:lnTo>
                  <a:lnTo>
                    <a:pt x="6941375" y="279809"/>
                  </a:lnTo>
                  <a:lnTo>
                    <a:pt x="6941501" y="279809"/>
                  </a:lnTo>
                  <a:lnTo>
                    <a:pt x="6941627" y="279809"/>
                  </a:lnTo>
                  <a:lnTo>
                    <a:pt x="6941753" y="279809"/>
                  </a:lnTo>
                  <a:lnTo>
                    <a:pt x="6941879" y="279809"/>
                  </a:lnTo>
                  <a:lnTo>
                    <a:pt x="6942005" y="279809"/>
                  </a:lnTo>
                  <a:lnTo>
                    <a:pt x="6942132" y="279809"/>
                  </a:lnTo>
                  <a:lnTo>
                    <a:pt x="6942258" y="279809"/>
                  </a:lnTo>
                  <a:lnTo>
                    <a:pt x="6942384" y="279809"/>
                  </a:lnTo>
                  <a:lnTo>
                    <a:pt x="6942510" y="279809"/>
                  </a:lnTo>
                  <a:lnTo>
                    <a:pt x="6942636" y="279809"/>
                  </a:lnTo>
                  <a:lnTo>
                    <a:pt x="6942762" y="279809"/>
                  </a:lnTo>
                  <a:lnTo>
                    <a:pt x="6942888" y="279809"/>
                  </a:lnTo>
                  <a:lnTo>
                    <a:pt x="6943014" y="279809"/>
                  </a:lnTo>
                  <a:lnTo>
                    <a:pt x="6943140" y="279809"/>
                  </a:lnTo>
                  <a:lnTo>
                    <a:pt x="6943266" y="279809"/>
                  </a:lnTo>
                  <a:lnTo>
                    <a:pt x="6943392" y="279809"/>
                  </a:lnTo>
                  <a:lnTo>
                    <a:pt x="6943518" y="279809"/>
                  </a:lnTo>
                  <a:lnTo>
                    <a:pt x="6943645" y="279809"/>
                  </a:lnTo>
                  <a:lnTo>
                    <a:pt x="6943771" y="279809"/>
                  </a:lnTo>
                  <a:lnTo>
                    <a:pt x="6943897" y="279809"/>
                  </a:lnTo>
                  <a:lnTo>
                    <a:pt x="6944023" y="279809"/>
                  </a:lnTo>
                  <a:lnTo>
                    <a:pt x="6944149" y="279809"/>
                  </a:lnTo>
                  <a:lnTo>
                    <a:pt x="6944275" y="279809"/>
                  </a:lnTo>
                  <a:lnTo>
                    <a:pt x="6944401" y="279809"/>
                  </a:lnTo>
                  <a:lnTo>
                    <a:pt x="6944527" y="279809"/>
                  </a:lnTo>
                  <a:lnTo>
                    <a:pt x="6944653" y="279809"/>
                  </a:lnTo>
                  <a:lnTo>
                    <a:pt x="6944779" y="279809"/>
                  </a:lnTo>
                  <a:lnTo>
                    <a:pt x="6944905" y="279809"/>
                  </a:lnTo>
                  <a:lnTo>
                    <a:pt x="6945032" y="279809"/>
                  </a:lnTo>
                  <a:lnTo>
                    <a:pt x="6945158" y="279809"/>
                  </a:lnTo>
                  <a:lnTo>
                    <a:pt x="6945284" y="279809"/>
                  </a:lnTo>
                  <a:lnTo>
                    <a:pt x="6945410" y="279809"/>
                  </a:lnTo>
                  <a:lnTo>
                    <a:pt x="6945536" y="279809"/>
                  </a:lnTo>
                  <a:lnTo>
                    <a:pt x="6945662" y="279809"/>
                  </a:lnTo>
                  <a:lnTo>
                    <a:pt x="6945788" y="279809"/>
                  </a:lnTo>
                  <a:lnTo>
                    <a:pt x="6945914" y="279809"/>
                  </a:lnTo>
                  <a:lnTo>
                    <a:pt x="6946040" y="279809"/>
                  </a:lnTo>
                  <a:lnTo>
                    <a:pt x="6946166" y="279809"/>
                  </a:lnTo>
                  <a:lnTo>
                    <a:pt x="6946292" y="279809"/>
                  </a:lnTo>
                  <a:lnTo>
                    <a:pt x="6946419" y="279809"/>
                  </a:lnTo>
                  <a:lnTo>
                    <a:pt x="6946545" y="279809"/>
                  </a:lnTo>
                  <a:lnTo>
                    <a:pt x="6946671" y="279809"/>
                  </a:lnTo>
                  <a:lnTo>
                    <a:pt x="6946797" y="279809"/>
                  </a:lnTo>
                  <a:lnTo>
                    <a:pt x="6946923" y="279809"/>
                  </a:lnTo>
                  <a:lnTo>
                    <a:pt x="6947049" y="279809"/>
                  </a:lnTo>
                  <a:lnTo>
                    <a:pt x="6947175" y="279809"/>
                  </a:lnTo>
                  <a:lnTo>
                    <a:pt x="6947301" y="279809"/>
                  </a:lnTo>
                  <a:lnTo>
                    <a:pt x="6947427" y="279809"/>
                  </a:lnTo>
                  <a:lnTo>
                    <a:pt x="6947553" y="279809"/>
                  </a:lnTo>
                  <a:lnTo>
                    <a:pt x="6947679" y="279809"/>
                  </a:lnTo>
                  <a:lnTo>
                    <a:pt x="6947805" y="279809"/>
                  </a:lnTo>
                  <a:lnTo>
                    <a:pt x="6947932" y="279809"/>
                  </a:lnTo>
                  <a:lnTo>
                    <a:pt x="6948058" y="279809"/>
                  </a:lnTo>
                  <a:lnTo>
                    <a:pt x="6948184" y="279809"/>
                  </a:lnTo>
                  <a:lnTo>
                    <a:pt x="6948310" y="279809"/>
                  </a:lnTo>
                  <a:lnTo>
                    <a:pt x="6948436" y="279809"/>
                  </a:lnTo>
                  <a:lnTo>
                    <a:pt x="6948562" y="279809"/>
                  </a:lnTo>
                  <a:lnTo>
                    <a:pt x="6948688" y="279809"/>
                  </a:lnTo>
                  <a:lnTo>
                    <a:pt x="6948814" y="279809"/>
                  </a:lnTo>
                  <a:lnTo>
                    <a:pt x="6948940" y="279809"/>
                  </a:lnTo>
                  <a:lnTo>
                    <a:pt x="6949066" y="279809"/>
                  </a:lnTo>
                  <a:lnTo>
                    <a:pt x="6949192" y="279809"/>
                  </a:lnTo>
                  <a:lnTo>
                    <a:pt x="6949319" y="279809"/>
                  </a:lnTo>
                  <a:lnTo>
                    <a:pt x="6949445" y="279809"/>
                  </a:lnTo>
                  <a:lnTo>
                    <a:pt x="6949571" y="279809"/>
                  </a:lnTo>
                  <a:lnTo>
                    <a:pt x="6949697" y="279809"/>
                  </a:lnTo>
                  <a:lnTo>
                    <a:pt x="6949823" y="279809"/>
                  </a:lnTo>
                  <a:lnTo>
                    <a:pt x="6949949" y="279809"/>
                  </a:lnTo>
                  <a:lnTo>
                    <a:pt x="6950075" y="279809"/>
                  </a:lnTo>
                  <a:lnTo>
                    <a:pt x="6950201" y="279809"/>
                  </a:lnTo>
                  <a:lnTo>
                    <a:pt x="6950327" y="279809"/>
                  </a:lnTo>
                  <a:lnTo>
                    <a:pt x="6950453" y="279809"/>
                  </a:lnTo>
                  <a:lnTo>
                    <a:pt x="6950579" y="279809"/>
                  </a:lnTo>
                  <a:lnTo>
                    <a:pt x="6950705" y="279809"/>
                  </a:lnTo>
                  <a:lnTo>
                    <a:pt x="6950832" y="279809"/>
                  </a:lnTo>
                  <a:lnTo>
                    <a:pt x="6950958" y="279809"/>
                  </a:lnTo>
                  <a:lnTo>
                    <a:pt x="6951084" y="279809"/>
                  </a:lnTo>
                  <a:lnTo>
                    <a:pt x="6951210" y="279809"/>
                  </a:lnTo>
                  <a:lnTo>
                    <a:pt x="6951336" y="279809"/>
                  </a:lnTo>
                  <a:lnTo>
                    <a:pt x="6951462" y="279809"/>
                  </a:lnTo>
                  <a:lnTo>
                    <a:pt x="6951588" y="279809"/>
                  </a:lnTo>
                  <a:lnTo>
                    <a:pt x="6951714" y="279809"/>
                  </a:lnTo>
                  <a:lnTo>
                    <a:pt x="6951840" y="279809"/>
                  </a:lnTo>
                  <a:lnTo>
                    <a:pt x="6951966" y="279809"/>
                  </a:lnTo>
                  <a:lnTo>
                    <a:pt x="6952092" y="279809"/>
                  </a:lnTo>
                  <a:lnTo>
                    <a:pt x="6952219" y="279809"/>
                  </a:lnTo>
                  <a:lnTo>
                    <a:pt x="6952345" y="279809"/>
                  </a:lnTo>
                  <a:lnTo>
                    <a:pt x="6952471" y="279809"/>
                  </a:lnTo>
                  <a:lnTo>
                    <a:pt x="6952597" y="279809"/>
                  </a:lnTo>
                  <a:lnTo>
                    <a:pt x="6952723" y="279809"/>
                  </a:lnTo>
                  <a:lnTo>
                    <a:pt x="6952849" y="279809"/>
                  </a:lnTo>
                  <a:lnTo>
                    <a:pt x="6952975" y="279809"/>
                  </a:lnTo>
                  <a:lnTo>
                    <a:pt x="6953101" y="279809"/>
                  </a:lnTo>
                  <a:lnTo>
                    <a:pt x="6953227" y="279809"/>
                  </a:lnTo>
                  <a:lnTo>
                    <a:pt x="6953353" y="279809"/>
                  </a:lnTo>
                  <a:lnTo>
                    <a:pt x="6953479" y="279809"/>
                  </a:lnTo>
                  <a:lnTo>
                    <a:pt x="6953606" y="279809"/>
                  </a:lnTo>
                  <a:lnTo>
                    <a:pt x="6953732" y="279809"/>
                  </a:lnTo>
                  <a:lnTo>
                    <a:pt x="6953858" y="279809"/>
                  </a:lnTo>
                  <a:lnTo>
                    <a:pt x="6953984" y="279809"/>
                  </a:lnTo>
                  <a:lnTo>
                    <a:pt x="6954110" y="279809"/>
                  </a:lnTo>
                  <a:lnTo>
                    <a:pt x="6954236" y="279809"/>
                  </a:lnTo>
                  <a:lnTo>
                    <a:pt x="6954362" y="279809"/>
                  </a:lnTo>
                  <a:lnTo>
                    <a:pt x="6954488" y="279809"/>
                  </a:lnTo>
                  <a:lnTo>
                    <a:pt x="6954614" y="279809"/>
                  </a:lnTo>
                  <a:lnTo>
                    <a:pt x="6954740" y="279809"/>
                  </a:lnTo>
                  <a:lnTo>
                    <a:pt x="6954866" y="279809"/>
                  </a:lnTo>
                  <a:lnTo>
                    <a:pt x="6954992" y="279809"/>
                  </a:lnTo>
                  <a:lnTo>
                    <a:pt x="6955119" y="279809"/>
                  </a:lnTo>
                  <a:lnTo>
                    <a:pt x="6955245" y="279809"/>
                  </a:lnTo>
                  <a:lnTo>
                    <a:pt x="6955371" y="279809"/>
                  </a:lnTo>
                  <a:lnTo>
                    <a:pt x="6955497" y="279809"/>
                  </a:lnTo>
                  <a:lnTo>
                    <a:pt x="6955623" y="279809"/>
                  </a:lnTo>
                  <a:lnTo>
                    <a:pt x="6955749" y="279809"/>
                  </a:lnTo>
                  <a:lnTo>
                    <a:pt x="6955875" y="279809"/>
                  </a:lnTo>
                  <a:lnTo>
                    <a:pt x="6956001" y="279809"/>
                  </a:lnTo>
                  <a:lnTo>
                    <a:pt x="6956127" y="279809"/>
                  </a:lnTo>
                  <a:lnTo>
                    <a:pt x="6956253" y="279809"/>
                  </a:lnTo>
                  <a:lnTo>
                    <a:pt x="6956379" y="279809"/>
                  </a:lnTo>
                  <a:lnTo>
                    <a:pt x="6956506" y="279809"/>
                  </a:lnTo>
                  <a:lnTo>
                    <a:pt x="6956632" y="279809"/>
                  </a:lnTo>
                  <a:lnTo>
                    <a:pt x="6956758" y="279809"/>
                  </a:lnTo>
                  <a:lnTo>
                    <a:pt x="6956884" y="279809"/>
                  </a:lnTo>
                  <a:lnTo>
                    <a:pt x="6957010" y="279809"/>
                  </a:lnTo>
                  <a:lnTo>
                    <a:pt x="6957136" y="279809"/>
                  </a:lnTo>
                  <a:lnTo>
                    <a:pt x="6957262" y="279809"/>
                  </a:lnTo>
                  <a:lnTo>
                    <a:pt x="6957388" y="279809"/>
                  </a:lnTo>
                  <a:lnTo>
                    <a:pt x="6957514" y="279809"/>
                  </a:lnTo>
                  <a:lnTo>
                    <a:pt x="6957640" y="279809"/>
                  </a:lnTo>
                  <a:lnTo>
                    <a:pt x="6957766" y="279809"/>
                  </a:lnTo>
                  <a:lnTo>
                    <a:pt x="6957892" y="279809"/>
                  </a:lnTo>
                  <a:lnTo>
                    <a:pt x="6958019" y="279809"/>
                  </a:lnTo>
                  <a:lnTo>
                    <a:pt x="6958145" y="279809"/>
                  </a:lnTo>
                  <a:lnTo>
                    <a:pt x="6958271" y="279809"/>
                  </a:lnTo>
                  <a:lnTo>
                    <a:pt x="6958397" y="279809"/>
                  </a:lnTo>
                  <a:lnTo>
                    <a:pt x="6958523" y="279809"/>
                  </a:lnTo>
                  <a:lnTo>
                    <a:pt x="6958649" y="279809"/>
                  </a:lnTo>
                  <a:lnTo>
                    <a:pt x="6958775" y="279809"/>
                  </a:lnTo>
                  <a:lnTo>
                    <a:pt x="6958901" y="279809"/>
                  </a:lnTo>
                  <a:lnTo>
                    <a:pt x="6959027" y="279809"/>
                  </a:lnTo>
                  <a:lnTo>
                    <a:pt x="6959153" y="279809"/>
                  </a:lnTo>
                  <a:lnTo>
                    <a:pt x="6959279" y="279809"/>
                  </a:lnTo>
                  <a:lnTo>
                    <a:pt x="6959406" y="279809"/>
                  </a:lnTo>
                  <a:lnTo>
                    <a:pt x="6959532" y="279809"/>
                  </a:lnTo>
                  <a:lnTo>
                    <a:pt x="6959658" y="279809"/>
                  </a:lnTo>
                  <a:lnTo>
                    <a:pt x="6959784" y="279809"/>
                  </a:lnTo>
                  <a:lnTo>
                    <a:pt x="6959910" y="279809"/>
                  </a:lnTo>
                  <a:lnTo>
                    <a:pt x="6960036" y="279809"/>
                  </a:lnTo>
                  <a:lnTo>
                    <a:pt x="6960162" y="279809"/>
                  </a:lnTo>
                  <a:lnTo>
                    <a:pt x="6960288" y="279809"/>
                  </a:lnTo>
                  <a:lnTo>
                    <a:pt x="6960414" y="279809"/>
                  </a:lnTo>
                  <a:lnTo>
                    <a:pt x="6960540" y="279809"/>
                  </a:lnTo>
                  <a:lnTo>
                    <a:pt x="6960666" y="279809"/>
                  </a:lnTo>
                  <a:lnTo>
                    <a:pt x="6960792" y="279809"/>
                  </a:lnTo>
                  <a:lnTo>
                    <a:pt x="6960919" y="279809"/>
                  </a:lnTo>
                  <a:lnTo>
                    <a:pt x="6961045" y="279809"/>
                  </a:lnTo>
                  <a:lnTo>
                    <a:pt x="6961171" y="279809"/>
                  </a:lnTo>
                  <a:lnTo>
                    <a:pt x="6961297" y="279809"/>
                  </a:lnTo>
                  <a:lnTo>
                    <a:pt x="6961423" y="279809"/>
                  </a:lnTo>
                  <a:lnTo>
                    <a:pt x="6961423" y="274529"/>
                  </a:lnTo>
                  <a:lnTo>
                    <a:pt x="6961549" y="274529"/>
                  </a:lnTo>
                  <a:lnTo>
                    <a:pt x="6961675" y="274529"/>
                  </a:lnTo>
                  <a:lnTo>
                    <a:pt x="6961801" y="274529"/>
                  </a:lnTo>
                  <a:lnTo>
                    <a:pt x="6961927" y="274529"/>
                  </a:lnTo>
                  <a:lnTo>
                    <a:pt x="6962053" y="274529"/>
                  </a:lnTo>
                  <a:lnTo>
                    <a:pt x="6962179" y="274529"/>
                  </a:lnTo>
                  <a:lnTo>
                    <a:pt x="6962306" y="274529"/>
                  </a:lnTo>
                  <a:lnTo>
                    <a:pt x="6962432" y="274529"/>
                  </a:lnTo>
                  <a:lnTo>
                    <a:pt x="6962558" y="274529"/>
                  </a:lnTo>
                  <a:lnTo>
                    <a:pt x="6962684" y="274529"/>
                  </a:lnTo>
                  <a:lnTo>
                    <a:pt x="6962810" y="274529"/>
                  </a:lnTo>
                  <a:lnTo>
                    <a:pt x="6962936" y="274529"/>
                  </a:lnTo>
                  <a:lnTo>
                    <a:pt x="6963062" y="274529"/>
                  </a:lnTo>
                  <a:lnTo>
                    <a:pt x="6963188" y="274529"/>
                  </a:lnTo>
                  <a:lnTo>
                    <a:pt x="6963314" y="274529"/>
                  </a:lnTo>
                  <a:lnTo>
                    <a:pt x="6963440" y="274529"/>
                  </a:lnTo>
                  <a:lnTo>
                    <a:pt x="6963566" y="274529"/>
                  </a:lnTo>
                  <a:lnTo>
                    <a:pt x="6963693" y="274529"/>
                  </a:lnTo>
                  <a:lnTo>
                    <a:pt x="6963819" y="274529"/>
                  </a:lnTo>
                  <a:lnTo>
                    <a:pt x="6963945" y="274529"/>
                  </a:lnTo>
                  <a:lnTo>
                    <a:pt x="6964071" y="274529"/>
                  </a:lnTo>
                  <a:lnTo>
                    <a:pt x="6964197" y="274529"/>
                  </a:lnTo>
                  <a:lnTo>
                    <a:pt x="6964323" y="274529"/>
                  </a:lnTo>
                  <a:lnTo>
                    <a:pt x="6964449" y="274529"/>
                  </a:lnTo>
                  <a:lnTo>
                    <a:pt x="6964575" y="274529"/>
                  </a:lnTo>
                  <a:lnTo>
                    <a:pt x="6964701" y="274529"/>
                  </a:lnTo>
                  <a:lnTo>
                    <a:pt x="6964827" y="274529"/>
                  </a:lnTo>
                  <a:lnTo>
                    <a:pt x="6964953" y="274529"/>
                  </a:lnTo>
                  <a:lnTo>
                    <a:pt x="6965079" y="274529"/>
                  </a:lnTo>
                  <a:lnTo>
                    <a:pt x="6965206" y="274529"/>
                  </a:lnTo>
                  <a:lnTo>
                    <a:pt x="6965332" y="274529"/>
                  </a:lnTo>
                  <a:lnTo>
                    <a:pt x="6965458" y="274529"/>
                  </a:lnTo>
                  <a:lnTo>
                    <a:pt x="6965584" y="274529"/>
                  </a:lnTo>
                  <a:lnTo>
                    <a:pt x="6965710" y="274529"/>
                  </a:lnTo>
                  <a:lnTo>
                    <a:pt x="6965836" y="274529"/>
                  </a:lnTo>
                  <a:lnTo>
                    <a:pt x="6965962" y="274529"/>
                  </a:lnTo>
                  <a:lnTo>
                    <a:pt x="6966088" y="274529"/>
                  </a:lnTo>
                  <a:lnTo>
                    <a:pt x="6966214" y="274529"/>
                  </a:lnTo>
                  <a:lnTo>
                    <a:pt x="6966340" y="274529"/>
                  </a:lnTo>
                  <a:lnTo>
                    <a:pt x="6966466" y="274529"/>
                  </a:lnTo>
                  <a:lnTo>
                    <a:pt x="6966593" y="274529"/>
                  </a:lnTo>
                  <a:lnTo>
                    <a:pt x="6966719" y="274529"/>
                  </a:lnTo>
                  <a:lnTo>
                    <a:pt x="6966845" y="274529"/>
                  </a:lnTo>
                  <a:lnTo>
                    <a:pt x="6966971" y="274529"/>
                  </a:lnTo>
                  <a:lnTo>
                    <a:pt x="6967097" y="274529"/>
                  </a:lnTo>
                  <a:lnTo>
                    <a:pt x="6967223" y="274529"/>
                  </a:lnTo>
                  <a:lnTo>
                    <a:pt x="6967349" y="274529"/>
                  </a:lnTo>
                  <a:lnTo>
                    <a:pt x="6967475" y="274529"/>
                  </a:lnTo>
                  <a:lnTo>
                    <a:pt x="6967601" y="274529"/>
                  </a:lnTo>
                  <a:lnTo>
                    <a:pt x="6967727" y="274529"/>
                  </a:lnTo>
                  <a:lnTo>
                    <a:pt x="6967853" y="274529"/>
                  </a:lnTo>
                  <a:lnTo>
                    <a:pt x="6967979" y="274529"/>
                  </a:lnTo>
                  <a:lnTo>
                    <a:pt x="6968106" y="274529"/>
                  </a:lnTo>
                  <a:lnTo>
                    <a:pt x="6968232" y="274529"/>
                  </a:lnTo>
                  <a:lnTo>
                    <a:pt x="6968358" y="274529"/>
                  </a:lnTo>
                  <a:lnTo>
                    <a:pt x="6968484" y="274529"/>
                  </a:lnTo>
                  <a:lnTo>
                    <a:pt x="6968610" y="274529"/>
                  </a:lnTo>
                  <a:lnTo>
                    <a:pt x="6968736" y="274529"/>
                  </a:lnTo>
                  <a:lnTo>
                    <a:pt x="6968862" y="274529"/>
                  </a:lnTo>
                  <a:lnTo>
                    <a:pt x="6968988" y="274529"/>
                  </a:lnTo>
                  <a:lnTo>
                    <a:pt x="6969114" y="274529"/>
                  </a:lnTo>
                  <a:lnTo>
                    <a:pt x="6969240" y="274529"/>
                  </a:lnTo>
                  <a:lnTo>
                    <a:pt x="6969366" y="274529"/>
                  </a:lnTo>
                  <a:lnTo>
                    <a:pt x="6969493" y="274529"/>
                  </a:lnTo>
                  <a:lnTo>
                    <a:pt x="6969619" y="274529"/>
                  </a:lnTo>
                  <a:lnTo>
                    <a:pt x="6969745" y="274529"/>
                  </a:lnTo>
                  <a:lnTo>
                    <a:pt x="6969871" y="274529"/>
                  </a:lnTo>
                  <a:lnTo>
                    <a:pt x="6969997" y="274529"/>
                  </a:lnTo>
                  <a:lnTo>
                    <a:pt x="6970123" y="274529"/>
                  </a:lnTo>
                  <a:lnTo>
                    <a:pt x="6970249" y="274529"/>
                  </a:lnTo>
                  <a:lnTo>
                    <a:pt x="6970375" y="274529"/>
                  </a:lnTo>
                  <a:lnTo>
                    <a:pt x="6970501" y="274529"/>
                  </a:lnTo>
                  <a:lnTo>
                    <a:pt x="6970627" y="274529"/>
                  </a:lnTo>
                  <a:lnTo>
                    <a:pt x="6970753" y="274529"/>
                  </a:lnTo>
                  <a:lnTo>
                    <a:pt x="6970880" y="274529"/>
                  </a:lnTo>
                  <a:lnTo>
                    <a:pt x="6971006" y="274529"/>
                  </a:lnTo>
                  <a:lnTo>
                    <a:pt x="6971132" y="274529"/>
                  </a:lnTo>
                  <a:lnTo>
                    <a:pt x="6971258" y="274529"/>
                  </a:lnTo>
                  <a:lnTo>
                    <a:pt x="6971384" y="274529"/>
                  </a:lnTo>
                  <a:lnTo>
                    <a:pt x="6971510" y="274529"/>
                  </a:lnTo>
                  <a:lnTo>
                    <a:pt x="6971636" y="274529"/>
                  </a:lnTo>
                  <a:lnTo>
                    <a:pt x="6971762" y="274529"/>
                  </a:lnTo>
                  <a:lnTo>
                    <a:pt x="6971888" y="274529"/>
                  </a:lnTo>
                  <a:lnTo>
                    <a:pt x="6972014" y="274529"/>
                  </a:lnTo>
                  <a:lnTo>
                    <a:pt x="6972140" y="274529"/>
                  </a:lnTo>
                  <a:lnTo>
                    <a:pt x="6972266" y="274529"/>
                  </a:lnTo>
                  <a:lnTo>
                    <a:pt x="6972393" y="274529"/>
                  </a:lnTo>
                  <a:lnTo>
                    <a:pt x="6972519" y="274529"/>
                  </a:lnTo>
                  <a:lnTo>
                    <a:pt x="6972645" y="274529"/>
                  </a:lnTo>
                  <a:lnTo>
                    <a:pt x="6972771" y="274529"/>
                  </a:lnTo>
                  <a:lnTo>
                    <a:pt x="6972897" y="274529"/>
                  </a:lnTo>
                  <a:lnTo>
                    <a:pt x="6973023" y="274529"/>
                  </a:lnTo>
                  <a:lnTo>
                    <a:pt x="6973149" y="274529"/>
                  </a:lnTo>
                  <a:lnTo>
                    <a:pt x="6973275" y="274529"/>
                  </a:lnTo>
                  <a:lnTo>
                    <a:pt x="6973401" y="274529"/>
                  </a:lnTo>
                  <a:lnTo>
                    <a:pt x="6973527" y="274529"/>
                  </a:lnTo>
                  <a:lnTo>
                    <a:pt x="6973653" y="274529"/>
                  </a:lnTo>
                  <a:lnTo>
                    <a:pt x="6973780" y="274529"/>
                  </a:lnTo>
                  <a:lnTo>
                    <a:pt x="6973906" y="274529"/>
                  </a:lnTo>
                  <a:lnTo>
                    <a:pt x="6974032" y="274529"/>
                  </a:lnTo>
                  <a:lnTo>
                    <a:pt x="6974158" y="274529"/>
                  </a:lnTo>
                  <a:lnTo>
                    <a:pt x="6974284" y="274529"/>
                  </a:lnTo>
                  <a:lnTo>
                    <a:pt x="6974410" y="274529"/>
                  </a:lnTo>
                  <a:lnTo>
                    <a:pt x="6974536" y="274529"/>
                  </a:lnTo>
                  <a:lnTo>
                    <a:pt x="6974662" y="274529"/>
                  </a:lnTo>
                  <a:lnTo>
                    <a:pt x="6974788" y="274529"/>
                  </a:lnTo>
                  <a:lnTo>
                    <a:pt x="6974914" y="274529"/>
                  </a:lnTo>
                  <a:lnTo>
                    <a:pt x="6975040" y="274529"/>
                  </a:lnTo>
                  <a:lnTo>
                    <a:pt x="6975166" y="274529"/>
                  </a:lnTo>
                  <a:lnTo>
                    <a:pt x="6975293" y="274529"/>
                  </a:lnTo>
                  <a:lnTo>
                    <a:pt x="6975419" y="274529"/>
                  </a:lnTo>
                  <a:lnTo>
                    <a:pt x="6975545" y="274529"/>
                  </a:lnTo>
                  <a:lnTo>
                    <a:pt x="6975671" y="274529"/>
                  </a:lnTo>
                  <a:lnTo>
                    <a:pt x="6975797" y="274529"/>
                  </a:lnTo>
                  <a:lnTo>
                    <a:pt x="6975923" y="274529"/>
                  </a:lnTo>
                  <a:lnTo>
                    <a:pt x="6976049" y="274529"/>
                  </a:lnTo>
                  <a:lnTo>
                    <a:pt x="6976175" y="274529"/>
                  </a:lnTo>
                  <a:lnTo>
                    <a:pt x="6976301" y="274529"/>
                  </a:lnTo>
                  <a:lnTo>
                    <a:pt x="6976427" y="274529"/>
                  </a:lnTo>
                  <a:lnTo>
                    <a:pt x="6976553" y="274529"/>
                  </a:lnTo>
                  <a:lnTo>
                    <a:pt x="6976680" y="274529"/>
                  </a:lnTo>
                  <a:lnTo>
                    <a:pt x="6976806" y="274529"/>
                  </a:lnTo>
                  <a:lnTo>
                    <a:pt x="6976932" y="274529"/>
                  </a:lnTo>
                  <a:lnTo>
                    <a:pt x="6977058" y="274529"/>
                  </a:lnTo>
                  <a:lnTo>
                    <a:pt x="6977184" y="274529"/>
                  </a:lnTo>
                  <a:lnTo>
                    <a:pt x="6977310" y="274529"/>
                  </a:lnTo>
                  <a:lnTo>
                    <a:pt x="6977436" y="274529"/>
                  </a:lnTo>
                  <a:lnTo>
                    <a:pt x="6977562" y="274529"/>
                  </a:lnTo>
                  <a:lnTo>
                    <a:pt x="6977688" y="274529"/>
                  </a:lnTo>
                  <a:lnTo>
                    <a:pt x="6977814" y="274529"/>
                  </a:lnTo>
                  <a:lnTo>
                    <a:pt x="6977940" y="274529"/>
                  </a:lnTo>
                  <a:lnTo>
                    <a:pt x="6978067" y="274529"/>
                  </a:lnTo>
                  <a:lnTo>
                    <a:pt x="6978193" y="274529"/>
                  </a:lnTo>
                  <a:lnTo>
                    <a:pt x="6978319" y="274529"/>
                  </a:lnTo>
                  <a:lnTo>
                    <a:pt x="6978445" y="274529"/>
                  </a:lnTo>
                  <a:lnTo>
                    <a:pt x="6978571" y="274529"/>
                  </a:lnTo>
                  <a:lnTo>
                    <a:pt x="6978697" y="274529"/>
                  </a:lnTo>
                  <a:lnTo>
                    <a:pt x="6978823" y="274529"/>
                  </a:lnTo>
                  <a:lnTo>
                    <a:pt x="6978949" y="274529"/>
                  </a:lnTo>
                  <a:lnTo>
                    <a:pt x="6979075" y="274529"/>
                  </a:lnTo>
                  <a:lnTo>
                    <a:pt x="6979201" y="274529"/>
                  </a:lnTo>
                  <a:lnTo>
                    <a:pt x="6979327" y="274529"/>
                  </a:lnTo>
                  <a:lnTo>
                    <a:pt x="6979453" y="274529"/>
                  </a:lnTo>
                  <a:lnTo>
                    <a:pt x="6979580" y="274529"/>
                  </a:lnTo>
                  <a:lnTo>
                    <a:pt x="6979706" y="274529"/>
                  </a:lnTo>
                  <a:lnTo>
                    <a:pt x="6979832" y="274529"/>
                  </a:lnTo>
                  <a:lnTo>
                    <a:pt x="6979958" y="274529"/>
                  </a:lnTo>
                  <a:lnTo>
                    <a:pt x="6980084" y="274529"/>
                  </a:lnTo>
                  <a:lnTo>
                    <a:pt x="6980210" y="274529"/>
                  </a:lnTo>
                  <a:lnTo>
                    <a:pt x="6980336" y="274529"/>
                  </a:lnTo>
                  <a:lnTo>
                    <a:pt x="6980462" y="274529"/>
                  </a:lnTo>
                  <a:lnTo>
                    <a:pt x="6980588" y="274529"/>
                  </a:lnTo>
                  <a:lnTo>
                    <a:pt x="6980714" y="274529"/>
                  </a:lnTo>
                  <a:lnTo>
                    <a:pt x="6980840" y="274529"/>
                  </a:lnTo>
                  <a:lnTo>
                    <a:pt x="6980967" y="274529"/>
                  </a:lnTo>
                  <a:lnTo>
                    <a:pt x="6981093" y="274529"/>
                  </a:lnTo>
                  <a:lnTo>
                    <a:pt x="6981219" y="274529"/>
                  </a:lnTo>
                  <a:lnTo>
                    <a:pt x="6981345" y="274529"/>
                  </a:lnTo>
                  <a:lnTo>
                    <a:pt x="6981471" y="274529"/>
                  </a:lnTo>
                  <a:lnTo>
                    <a:pt x="6981597" y="274529"/>
                  </a:lnTo>
                  <a:lnTo>
                    <a:pt x="6981723" y="274529"/>
                  </a:lnTo>
                  <a:lnTo>
                    <a:pt x="6981849" y="274529"/>
                  </a:lnTo>
                  <a:lnTo>
                    <a:pt x="6981975" y="274529"/>
                  </a:lnTo>
                  <a:lnTo>
                    <a:pt x="6982101" y="274529"/>
                  </a:lnTo>
                  <a:lnTo>
                    <a:pt x="6982227" y="274529"/>
                  </a:lnTo>
                  <a:lnTo>
                    <a:pt x="6982353" y="274529"/>
                  </a:lnTo>
                  <a:lnTo>
                    <a:pt x="6982480" y="274529"/>
                  </a:lnTo>
                  <a:lnTo>
                    <a:pt x="6982606" y="274529"/>
                  </a:lnTo>
                  <a:lnTo>
                    <a:pt x="6982732" y="274529"/>
                  </a:lnTo>
                  <a:lnTo>
                    <a:pt x="6982858" y="274529"/>
                  </a:lnTo>
                  <a:lnTo>
                    <a:pt x="6982984" y="274529"/>
                  </a:lnTo>
                  <a:lnTo>
                    <a:pt x="6983110" y="274529"/>
                  </a:lnTo>
                  <a:lnTo>
                    <a:pt x="6983236" y="274529"/>
                  </a:lnTo>
                  <a:lnTo>
                    <a:pt x="6983362" y="274529"/>
                  </a:lnTo>
                  <a:lnTo>
                    <a:pt x="6983488" y="274529"/>
                  </a:lnTo>
                  <a:lnTo>
                    <a:pt x="6983614" y="274529"/>
                  </a:lnTo>
                  <a:lnTo>
                    <a:pt x="6983740" y="274529"/>
                  </a:lnTo>
                  <a:lnTo>
                    <a:pt x="6983867" y="274529"/>
                  </a:lnTo>
                  <a:lnTo>
                    <a:pt x="6983993" y="274529"/>
                  </a:lnTo>
                  <a:lnTo>
                    <a:pt x="6984119" y="274529"/>
                  </a:lnTo>
                  <a:lnTo>
                    <a:pt x="6984245" y="274529"/>
                  </a:lnTo>
                  <a:lnTo>
                    <a:pt x="6984371" y="274529"/>
                  </a:lnTo>
                  <a:lnTo>
                    <a:pt x="6984497" y="274529"/>
                  </a:lnTo>
                  <a:lnTo>
                    <a:pt x="6984623" y="274529"/>
                  </a:lnTo>
                  <a:lnTo>
                    <a:pt x="6984749" y="274529"/>
                  </a:lnTo>
                  <a:lnTo>
                    <a:pt x="6984875" y="274529"/>
                  </a:lnTo>
                  <a:lnTo>
                    <a:pt x="6985001" y="274529"/>
                  </a:lnTo>
                  <a:lnTo>
                    <a:pt x="6985127" y="274529"/>
                  </a:lnTo>
                  <a:lnTo>
                    <a:pt x="6985253" y="274529"/>
                  </a:lnTo>
                  <a:lnTo>
                    <a:pt x="6985380" y="274529"/>
                  </a:lnTo>
                  <a:lnTo>
                    <a:pt x="6985506" y="274529"/>
                  </a:lnTo>
                  <a:lnTo>
                    <a:pt x="6985632" y="274529"/>
                  </a:lnTo>
                  <a:lnTo>
                    <a:pt x="6985758" y="274529"/>
                  </a:lnTo>
                  <a:lnTo>
                    <a:pt x="6985884" y="274529"/>
                  </a:lnTo>
                  <a:lnTo>
                    <a:pt x="6986010" y="274529"/>
                  </a:lnTo>
                  <a:lnTo>
                    <a:pt x="6986136" y="274529"/>
                  </a:lnTo>
                  <a:lnTo>
                    <a:pt x="6986262" y="274529"/>
                  </a:lnTo>
                  <a:lnTo>
                    <a:pt x="6986388" y="274529"/>
                  </a:lnTo>
                  <a:lnTo>
                    <a:pt x="6986514" y="274529"/>
                  </a:lnTo>
                  <a:lnTo>
                    <a:pt x="6986640" y="274529"/>
                  </a:lnTo>
                  <a:lnTo>
                    <a:pt x="6986767" y="274529"/>
                  </a:lnTo>
                  <a:lnTo>
                    <a:pt x="6986893" y="274529"/>
                  </a:lnTo>
                  <a:lnTo>
                    <a:pt x="6987019" y="274529"/>
                  </a:lnTo>
                  <a:lnTo>
                    <a:pt x="6987145" y="274529"/>
                  </a:lnTo>
                  <a:lnTo>
                    <a:pt x="6987145" y="269250"/>
                  </a:lnTo>
                  <a:lnTo>
                    <a:pt x="6987271" y="269250"/>
                  </a:lnTo>
                  <a:lnTo>
                    <a:pt x="6987397" y="269250"/>
                  </a:lnTo>
                  <a:lnTo>
                    <a:pt x="6987523" y="269250"/>
                  </a:lnTo>
                  <a:lnTo>
                    <a:pt x="6987649" y="269250"/>
                  </a:lnTo>
                  <a:lnTo>
                    <a:pt x="6987775" y="269250"/>
                  </a:lnTo>
                  <a:lnTo>
                    <a:pt x="6987901" y="269250"/>
                  </a:lnTo>
                  <a:lnTo>
                    <a:pt x="6988027" y="269250"/>
                  </a:lnTo>
                  <a:lnTo>
                    <a:pt x="6988154" y="269250"/>
                  </a:lnTo>
                  <a:lnTo>
                    <a:pt x="6988280" y="269250"/>
                  </a:lnTo>
                  <a:lnTo>
                    <a:pt x="6988406" y="269250"/>
                  </a:lnTo>
                  <a:lnTo>
                    <a:pt x="6988532" y="269250"/>
                  </a:lnTo>
                  <a:lnTo>
                    <a:pt x="6988658" y="269250"/>
                  </a:lnTo>
                  <a:lnTo>
                    <a:pt x="6988784" y="269250"/>
                  </a:lnTo>
                  <a:lnTo>
                    <a:pt x="6988910" y="269250"/>
                  </a:lnTo>
                  <a:lnTo>
                    <a:pt x="6989036" y="269250"/>
                  </a:lnTo>
                  <a:lnTo>
                    <a:pt x="6989162" y="269250"/>
                  </a:lnTo>
                  <a:lnTo>
                    <a:pt x="6989288" y="269250"/>
                  </a:lnTo>
                  <a:lnTo>
                    <a:pt x="6989414" y="269250"/>
                  </a:lnTo>
                  <a:lnTo>
                    <a:pt x="6989540" y="269250"/>
                  </a:lnTo>
                  <a:lnTo>
                    <a:pt x="6989667" y="269250"/>
                  </a:lnTo>
                  <a:lnTo>
                    <a:pt x="6989793" y="269250"/>
                  </a:lnTo>
                  <a:lnTo>
                    <a:pt x="6989919" y="269250"/>
                  </a:lnTo>
                  <a:lnTo>
                    <a:pt x="6990045" y="269250"/>
                  </a:lnTo>
                  <a:lnTo>
                    <a:pt x="6990171" y="269250"/>
                  </a:lnTo>
                  <a:lnTo>
                    <a:pt x="6990297" y="269250"/>
                  </a:lnTo>
                  <a:lnTo>
                    <a:pt x="6990423" y="269250"/>
                  </a:lnTo>
                  <a:lnTo>
                    <a:pt x="6990549" y="269250"/>
                  </a:lnTo>
                  <a:lnTo>
                    <a:pt x="6990675" y="269250"/>
                  </a:lnTo>
                  <a:lnTo>
                    <a:pt x="6990801" y="269250"/>
                  </a:lnTo>
                  <a:lnTo>
                    <a:pt x="6990927" y="269250"/>
                  </a:lnTo>
                  <a:lnTo>
                    <a:pt x="6991054" y="269250"/>
                  </a:lnTo>
                  <a:lnTo>
                    <a:pt x="6991180" y="269250"/>
                  </a:lnTo>
                  <a:lnTo>
                    <a:pt x="6991306" y="269250"/>
                  </a:lnTo>
                  <a:lnTo>
                    <a:pt x="6991432" y="269250"/>
                  </a:lnTo>
                  <a:lnTo>
                    <a:pt x="6991558" y="269250"/>
                  </a:lnTo>
                  <a:lnTo>
                    <a:pt x="6991684" y="269250"/>
                  </a:lnTo>
                  <a:lnTo>
                    <a:pt x="6991810" y="269250"/>
                  </a:lnTo>
                  <a:lnTo>
                    <a:pt x="6991936" y="269250"/>
                  </a:lnTo>
                  <a:lnTo>
                    <a:pt x="6992062" y="269250"/>
                  </a:lnTo>
                  <a:lnTo>
                    <a:pt x="6992188" y="269250"/>
                  </a:lnTo>
                  <a:lnTo>
                    <a:pt x="6992314" y="269250"/>
                  </a:lnTo>
                  <a:lnTo>
                    <a:pt x="6992440" y="269250"/>
                  </a:lnTo>
                  <a:lnTo>
                    <a:pt x="6992567" y="269250"/>
                  </a:lnTo>
                  <a:lnTo>
                    <a:pt x="6992693" y="269250"/>
                  </a:lnTo>
                  <a:lnTo>
                    <a:pt x="6992819" y="269250"/>
                  </a:lnTo>
                  <a:lnTo>
                    <a:pt x="6992945" y="269250"/>
                  </a:lnTo>
                  <a:lnTo>
                    <a:pt x="6993071" y="269250"/>
                  </a:lnTo>
                  <a:lnTo>
                    <a:pt x="6993197" y="269250"/>
                  </a:lnTo>
                  <a:lnTo>
                    <a:pt x="6993323" y="269250"/>
                  </a:lnTo>
                  <a:lnTo>
                    <a:pt x="6993449" y="269250"/>
                  </a:lnTo>
                  <a:lnTo>
                    <a:pt x="6993575" y="269250"/>
                  </a:lnTo>
                  <a:lnTo>
                    <a:pt x="6993701" y="269250"/>
                  </a:lnTo>
                  <a:lnTo>
                    <a:pt x="6993827" y="269250"/>
                  </a:lnTo>
                  <a:lnTo>
                    <a:pt x="6993954" y="269250"/>
                  </a:lnTo>
                  <a:lnTo>
                    <a:pt x="6994080" y="269250"/>
                  </a:lnTo>
                  <a:lnTo>
                    <a:pt x="6994206" y="269250"/>
                  </a:lnTo>
                  <a:lnTo>
                    <a:pt x="6994332" y="269250"/>
                  </a:lnTo>
                  <a:lnTo>
                    <a:pt x="6994458" y="269250"/>
                  </a:lnTo>
                  <a:lnTo>
                    <a:pt x="6994584" y="269250"/>
                  </a:lnTo>
                  <a:lnTo>
                    <a:pt x="6994710" y="269250"/>
                  </a:lnTo>
                  <a:lnTo>
                    <a:pt x="6994836" y="269250"/>
                  </a:lnTo>
                  <a:lnTo>
                    <a:pt x="6994962" y="269250"/>
                  </a:lnTo>
                  <a:lnTo>
                    <a:pt x="6995088" y="269250"/>
                  </a:lnTo>
                  <a:lnTo>
                    <a:pt x="6995214" y="269250"/>
                  </a:lnTo>
                  <a:lnTo>
                    <a:pt x="6995341" y="269250"/>
                  </a:lnTo>
                  <a:lnTo>
                    <a:pt x="6995467" y="269250"/>
                  </a:lnTo>
                  <a:lnTo>
                    <a:pt x="6995593" y="269250"/>
                  </a:lnTo>
                  <a:lnTo>
                    <a:pt x="6995719" y="269250"/>
                  </a:lnTo>
                  <a:lnTo>
                    <a:pt x="6995845" y="269250"/>
                  </a:lnTo>
                  <a:lnTo>
                    <a:pt x="6995971" y="269250"/>
                  </a:lnTo>
                  <a:lnTo>
                    <a:pt x="6996097" y="269250"/>
                  </a:lnTo>
                  <a:lnTo>
                    <a:pt x="6996223" y="269250"/>
                  </a:lnTo>
                  <a:lnTo>
                    <a:pt x="6996349" y="269250"/>
                  </a:lnTo>
                  <a:lnTo>
                    <a:pt x="6996475" y="269250"/>
                  </a:lnTo>
                  <a:lnTo>
                    <a:pt x="6996601" y="269250"/>
                  </a:lnTo>
                  <a:lnTo>
                    <a:pt x="6996727" y="269250"/>
                  </a:lnTo>
                  <a:lnTo>
                    <a:pt x="6996854" y="269250"/>
                  </a:lnTo>
                  <a:lnTo>
                    <a:pt x="6996980" y="269250"/>
                  </a:lnTo>
                  <a:lnTo>
                    <a:pt x="6997106" y="269250"/>
                  </a:lnTo>
                  <a:lnTo>
                    <a:pt x="6997232" y="269250"/>
                  </a:lnTo>
                  <a:lnTo>
                    <a:pt x="6997358" y="269250"/>
                  </a:lnTo>
                  <a:lnTo>
                    <a:pt x="6997484" y="269250"/>
                  </a:lnTo>
                  <a:lnTo>
                    <a:pt x="6997610" y="269250"/>
                  </a:lnTo>
                  <a:lnTo>
                    <a:pt x="6997736" y="269250"/>
                  </a:lnTo>
                  <a:lnTo>
                    <a:pt x="6997862" y="269250"/>
                  </a:lnTo>
                  <a:lnTo>
                    <a:pt x="6997988" y="269250"/>
                  </a:lnTo>
                  <a:lnTo>
                    <a:pt x="6998114" y="269250"/>
                  </a:lnTo>
                  <a:lnTo>
                    <a:pt x="6998241" y="269250"/>
                  </a:lnTo>
                  <a:lnTo>
                    <a:pt x="6998367" y="269250"/>
                  </a:lnTo>
                  <a:lnTo>
                    <a:pt x="6998493" y="269250"/>
                  </a:lnTo>
                  <a:lnTo>
                    <a:pt x="6998619" y="269250"/>
                  </a:lnTo>
                  <a:lnTo>
                    <a:pt x="6998745" y="269250"/>
                  </a:lnTo>
                  <a:lnTo>
                    <a:pt x="6998871" y="269250"/>
                  </a:lnTo>
                  <a:lnTo>
                    <a:pt x="6998997" y="269250"/>
                  </a:lnTo>
                  <a:lnTo>
                    <a:pt x="6999123" y="269250"/>
                  </a:lnTo>
                  <a:lnTo>
                    <a:pt x="6999249" y="269250"/>
                  </a:lnTo>
                  <a:lnTo>
                    <a:pt x="6999375" y="269250"/>
                  </a:lnTo>
                  <a:lnTo>
                    <a:pt x="6999501" y="269250"/>
                  </a:lnTo>
                  <a:lnTo>
                    <a:pt x="6999627" y="269250"/>
                  </a:lnTo>
                  <a:lnTo>
                    <a:pt x="6999754" y="269250"/>
                  </a:lnTo>
                  <a:lnTo>
                    <a:pt x="6999880" y="269250"/>
                  </a:lnTo>
                  <a:lnTo>
                    <a:pt x="7000006" y="269250"/>
                  </a:lnTo>
                  <a:lnTo>
                    <a:pt x="7000132" y="269250"/>
                  </a:lnTo>
                  <a:lnTo>
                    <a:pt x="7000258" y="269250"/>
                  </a:lnTo>
                  <a:lnTo>
                    <a:pt x="7000384" y="269250"/>
                  </a:lnTo>
                  <a:lnTo>
                    <a:pt x="7000510" y="269250"/>
                  </a:lnTo>
                  <a:lnTo>
                    <a:pt x="7000636" y="269250"/>
                  </a:lnTo>
                  <a:lnTo>
                    <a:pt x="7000762" y="269250"/>
                  </a:lnTo>
                  <a:lnTo>
                    <a:pt x="7000888" y="269250"/>
                  </a:lnTo>
                  <a:lnTo>
                    <a:pt x="7001014" y="269250"/>
                  </a:lnTo>
                  <a:lnTo>
                    <a:pt x="7001141" y="269250"/>
                  </a:lnTo>
                  <a:lnTo>
                    <a:pt x="7001267" y="269250"/>
                  </a:lnTo>
                  <a:lnTo>
                    <a:pt x="7001393" y="269250"/>
                  </a:lnTo>
                  <a:lnTo>
                    <a:pt x="7001519" y="269250"/>
                  </a:lnTo>
                  <a:lnTo>
                    <a:pt x="7001645" y="269250"/>
                  </a:lnTo>
                  <a:lnTo>
                    <a:pt x="7001771" y="269250"/>
                  </a:lnTo>
                  <a:lnTo>
                    <a:pt x="7001897" y="269250"/>
                  </a:lnTo>
                  <a:lnTo>
                    <a:pt x="7002023" y="269250"/>
                  </a:lnTo>
                  <a:lnTo>
                    <a:pt x="7002149" y="269250"/>
                  </a:lnTo>
                  <a:lnTo>
                    <a:pt x="7002275" y="269250"/>
                  </a:lnTo>
                  <a:lnTo>
                    <a:pt x="7002401" y="269250"/>
                  </a:lnTo>
                  <a:lnTo>
                    <a:pt x="7002527" y="269250"/>
                  </a:lnTo>
                  <a:lnTo>
                    <a:pt x="7002654" y="269250"/>
                  </a:lnTo>
                  <a:lnTo>
                    <a:pt x="7002780" y="269250"/>
                  </a:lnTo>
                  <a:lnTo>
                    <a:pt x="7002906" y="269250"/>
                  </a:lnTo>
                  <a:lnTo>
                    <a:pt x="7003032" y="269250"/>
                  </a:lnTo>
                  <a:lnTo>
                    <a:pt x="7003158" y="269250"/>
                  </a:lnTo>
                  <a:lnTo>
                    <a:pt x="7003284" y="269250"/>
                  </a:lnTo>
                  <a:lnTo>
                    <a:pt x="7003410" y="269250"/>
                  </a:lnTo>
                  <a:lnTo>
                    <a:pt x="7003536" y="269250"/>
                  </a:lnTo>
                  <a:lnTo>
                    <a:pt x="7003662" y="269250"/>
                  </a:lnTo>
                  <a:lnTo>
                    <a:pt x="7003788" y="269250"/>
                  </a:lnTo>
                  <a:lnTo>
                    <a:pt x="7003914" y="269250"/>
                  </a:lnTo>
                  <a:lnTo>
                    <a:pt x="7004041" y="269250"/>
                  </a:lnTo>
                  <a:lnTo>
                    <a:pt x="7004167" y="269250"/>
                  </a:lnTo>
                  <a:lnTo>
                    <a:pt x="7004293" y="269250"/>
                  </a:lnTo>
                  <a:lnTo>
                    <a:pt x="7004419" y="269250"/>
                  </a:lnTo>
                  <a:lnTo>
                    <a:pt x="7004545" y="269250"/>
                  </a:lnTo>
                  <a:lnTo>
                    <a:pt x="7004671" y="269250"/>
                  </a:lnTo>
                  <a:lnTo>
                    <a:pt x="7004797" y="269250"/>
                  </a:lnTo>
                  <a:lnTo>
                    <a:pt x="7004923" y="269250"/>
                  </a:lnTo>
                  <a:lnTo>
                    <a:pt x="7005049" y="269250"/>
                  </a:lnTo>
                  <a:lnTo>
                    <a:pt x="7005175" y="269250"/>
                  </a:lnTo>
                  <a:lnTo>
                    <a:pt x="7005301" y="269250"/>
                  </a:lnTo>
                  <a:lnTo>
                    <a:pt x="7005428" y="269250"/>
                  </a:lnTo>
                  <a:lnTo>
                    <a:pt x="7005554" y="269250"/>
                  </a:lnTo>
                  <a:lnTo>
                    <a:pt x="7005680" y="269250"/>
                  </a:lnTo>
                  <a:lnTo>
                    <a:pt x="7005806" y="269250"/>
                  </a:lnTo>
                  <a:lnTo>
                    <a:pt x="7005932" y="269250"/>
                  </a:lnTo>
                  <a:lnTo>
                    <a:pt x="7006058" y="269250"/>
                  </a:lnTo>
                  <a:lnTo>
                    <a:pt x="7006184" y="269250"/>
                  </a:lnTo>
                  <a:lnTo>
                    <a:pt x="7006310" y="269250"/>
                  </a:lnTo>
                  <a:lnTo>
                    <a:pt x="7006436" y="269250"/>
                  </a:lnTo>
                  <a:lnTo>
                    <a:pt x="7006562" y="269250"/>
                  </a:lnTo>
                  <a:lnTo>
                    <a:pt x="7006688" y="269250"/>
                  </a:lnTo>
                  <a:lnTo>
                    <a:pt x="7006814" y="269250"/>
                  </a:lnTo>
                  <a:lnTo>
                    <a:pt x="7006941" y="269250"/>
                  </a:lnTo>
                  <a:lnTo>
                    <a:pt x="7007067" y="269250"/>
                  </a:lnTo>
                  <a:lnTo>
                    <a:pt x="7007193" y="269250"/>
                  </a:lnTo>
                  <a:lnTo>
                    <a:pt x="7007319" y="269250"/>
                  </a:lnTo>
                  <a:lnTo>
                    <a:pt x="7007445" y="269250"/>
                  </a:lnTo>
                  <a:lnTo>
                    <a:pt x="7007571" y="269250"/>
                  </a:lnTo>
                  <a:lnTo>
                    <a:pt x="7007697" y="269250"/>
                  </a:lnTo>
                  <a:lnTo>
                    <a:pt x="7007823" y="269250"/>
                  </a:lnTo>
                  <a:lnTo>
                    <a:pt x="7007949" y="269250"/>
                  </a:lnTo>
                  <a:lnTo>
                    <a:pt x="7008075" y="269250"/>
                  </a:lnTo>
                  <a:lnTo>
                    <a:pt x="7008201" y="269250"/>
                  </a:lnTo>
                  <a:lnTo>
                    <a:pt x="7008328" y="269250"/>
                  </a:lnTo>
                  <a:lnTo>
                    <a:pt x="7008454" y="269250"/>
                  </a:lnTo>
                  <a:lnTo>
                    <a:pt x="7008580" y="269250"/>
                  </a:lnTo>
                  <a:lnTo>
                    <a:pt x="7008706" y="269250"/>
                  </a:lnTo>
                  <a:lnTo>
                    <a:pt x="7008832" y="269250"/>
                  </a:lnTo>
                  <a:lnTo>
                    <a:pt x="7008958" y="269250"/>
                  </a:lnTo>
                  <a:lnTo>
                    <a:pt x="7009084" y="269250"/>
                  </a:lnTo>
                  <a:lnTo>
                    <a:pt x="7009210" y="269250"/>
                  </a:lnTo>
                  <a:lnTo>
                    <a:pt x="7009336" y="269250"/>
                  </a:lnTo>
                  <a:lnTo>
                    <a:pt x="7009462" y="269250"/>
                  </a:lnTo>
                  <a:lnTo>
                    <a:pt x="7009588" y="269250"/>
                  </a:lnTo>
                  <a:lnTo>
                    <a:pt x="7009714" y="269250"/>
                  </a:lnTo>
                  <a:lnTo>
                    <a:pt x="7009841" y="269250"/>
                  </a:lnTo>
                  <a:lnTo>
                    <a:pt x="7009967" y="269250"/>
                  </a:lnTo>
                  <a:lnTo>
                    <a:pt x="7010093" y="269250"/>
                  </a:lnTo>
                  <a:lnTo>
                    <a:pt x="7010219" y="269250"/>
                  </a:lnTo>
                  <a:lnTo>
                    <a:pt x="7010345" y="269250"/>
                  </a:lnTo>
                  <a:lnTo>
                    <a:pt x="7010471" y="269250"/>
                  </a:lnTo>
                  <a:lnTo>
                    <a:pt x="7010597" y="269250"/>
                  </a:lnTo>
                  <a:lnTo>
                    <a:pt x="7010723" y="269250"/>
                  </a:lnTo>
                  <a:lnTo>
                    <a:pt x="7010849" y="269250"/>
                  </a:lnTo>
                  <a:lnTo>
                    <a:pt x="7010975" y="269250"/>
                  </a:lnTo>
                  <a:lnTo>
                    <a:pt x="7011101" y="269250"/>
                  </a:lnTo>
                  <a:lnTo>
                    <a:pt x="7011228" y="269250"/>
                  </a:lnTo>
                  <a:lnTo>
                    <a:pt x="7011354" y="269250"/>
                  </a:lnTo>
                  <a:lnTo>
                    <a:pt x="7011480" y="269250"/>
                  </a:lnTo>
                  <a:lnTo>
                    <a:pt x="7011606" y="269250"/>
                  </a:lnTo>
                  <a:lnTo>
                    <a:pt x="7011732" y="269250"/>
                  </a:lnTo>
                  <a:lnTo>
                    <a:pt x="7011858" y="269250"/>
                  </a:lnTo>
                  <a:lnTo>
                    <a:pt x="7011984" y="269250"/>
                  </a:lnTo>
                  <a:lnTo>
                    <a:pt x="7012110" y="269250"/>
                  </a:lnTo>
                  <a:lnTo>
                    <a:pt x="7012236" y="269250"/>
                  </a:lnTo>
                  <a:lnTo>
                    <a:pt x="7012362" y="269250"/>
                  </a:lnTo>
                  <a:lnTo>
                    <a:pt x="7012488" y="269250"/>
                  </a:lnTo>
                  <a:lnTo>
                    <a:pt x="7012615" y="269250"/>
                  </a:lnTo>
                  <a:lnTo>
                    <a:pt x="7012741" y="269250"/>
                  </a:lnTo>
                  <a:lnTo>
                    <a:pt x="7012867" y="269250"/>
                  </a:lnTo>
                  <a:lnTo>
                    <a:pt x="7012993" y="269250"/>
                  </a:lnTo>
                  <a:lnTo>
                    <a:pt x="7013119" y="269250"/>
                  </a:lnTo>
                  <a:lnTo>
                    <a:pt x="7013245" y="269250"/>
                  </a:lnTo>
                  <a:lnTo>
                    <a:pt x="7013371" y="269250"/>
                  </a:lnTo>
                  <a:lnTo>
                    <a:pt x="7013497" y="269250"/>
                  </a:lnTo>
                  <a:lnTo>
                    <a:pt x="7013623" y="269250"/>
                  </a:lnTo>
                  <a:lnTo>
                    <a:pt x="7013749" y="269250"/>
                  </a:lnTo>
                  <a:lnTo>
                    <a:pt x="7013875" y="269250"/>
                  </a:lnTo>
                  <a:lnTo>
                    <a:pt x="7014001" y="269250"/>
                  </a:lnTo>
                  <a:lnTo>
                    <a:pt x="7014128" y="269250"/>
                  </a:lnTo>
                  <a:lnTo>
                    <a:pt x="7014254" y="269250"/>
                  </a:lnTo>
                  <a:lnTo>
                    <a:pt x="7014380" y="269250"/>
                  </a:lnTo>
                  <a:lnTo>
                    <a:pt x="7014506" y="269250"/>
                  </a:lnTo>
                  <a:lnTo>
                    <a:pt x="7014632" y="269250"/>
                  </a:lnTo>
                  <a:lnTo>
                    <a:pt x="7014758" y="269250"/>
                  </a:lnTo>
                  <a:lnTo>
                    <a:pt x="7014884" y="269250"/>
                  </a:lnTo>
                  <a:lnTo>
                    <a:pt x="7015010" y="269250"/>
                  </a:lnTo>
                  <a:lnTo>
                    <a:pt x="7015136" y="269250"/>
                  </a:lnTo>
                  <a:lnTo>
                    <a:pt x="7015262" y="269250"/>
                  </a:lnTo>
                  <a:lnTo>
                    <a:pt x="7015388" y="269250"/>
                  </a:lnTo>
                  <a:lnTo>
                    <a:pt x="7015515" y="269250"/>
                  </a:lnTo>
                  <a:lnTo>
                    <a:pt x="7015641" y="269250"/>
                  </a:lnTo>
                  <a:lnTo>
                    <a:pt x="7015767" y="269250"/>
                  </a:lnTo>
                  <a:lnTo>
                    <a:pt x="7015893" y="269250"/>
                  </a:lnTo>
                  <a:lnTo>
                    <a:pt x="7016019" y="269250"/>
                  </a:lnTo>
                  <a:lnTo>
                    <a:pt x="7016145" y="269250"/>
                  </a:lnTo>
                  <a:lnTo>
                    <a:pt x="7016271" y="269250"/>
                  </a:lnTo>
                  <a:lnTo>
                    <a:pt x="7016397" y="269250"/>
                  </a:lnTo>
                  <a:lnTo>
                    <a:pt x="7016523" y="269250"/>
                  </a:lnTo>
                  <a:lnTo>
                    <a:pt x="7016649" y="269250"/>
                  </a:lnTo>
                  <a:lnTo>
                    <a:pt x="7016775" y="269250"/>
                  </a:lnTo>
                  <a:lnTo>
                    <a:pt x="7016901" y="269250"/>
                  </a:lnTo>
                  <a:lnTo>
                    <a:pt x="7017028" y="269250"/>
                  </a:lnTo>
                  <a:lnTo>
                    <a:pt x="7017154" y="269250"/>
                  </a:lnTo>
                  <a:lnTo>
                    <a:pt x="7017280" y="269250"/>
                  </a:lnTo>
                  <a:lnTo>
                    <a:pt x="7017406" y="269250"/>
                  </a:lnTo>
                  <a:lnTo>
                    <a:pt x="7017532" y="269250"/>
                  </a:lnTo>
                  <a:lnTo>
                    <a:pt x="7017658" y="269250"/>
                  </a:lnTo>
                  <a:lnTo>
                    <a:pt x="7017784" y="269250"/>
                  </a:lnTo>
                  <a:lnTo>
                    <a:pt x="7017910" y="269250"/>
                  </a:lnTo>
                  <a:lnTo>
                    <a:pt x="7018036" y="269250"/>
                  </a:lnTo>
                  <a:lnTo>
                    <a:pt x="7018162" y="269250"/>
                  </a:lnTo>
                  <a:lnTo>
                    <a:pt x="7018288" y="269250"/>
                  </a:lnTo>
                  <a:lnTo>
                    <a:pt x="7018415" y="269250"/>
                  </a:lnTo>
                  <a:lnTo>
                    <a:pt x="7018541" y="269250"/>
                  </a:lnTo>
                  <a:lnTo>
                    <a:pt x="7018667" y="269250"/>
                  </a:lnTo>
                  <a:lnTo>
                    <a:pt x="7018793" y="269250"/>
                  </a:lnTo>
                  <a:lnTo>
                    <a:pt x="7018919" y="269250"/>
                  </a:lnTo>
                  <a:lnTo>
                    <a:pt x="7019045" y="269250"/>
                  </a:lnTo>
                  <a:lnTo>
                    <a:pt x="7019171" y="269250"/>
                  </a:lnTo>
                  <a:lnTo>
                    <a:pt x="7019297" y="269250"/>
                  </a:lnTo>
                  <a:lnTo>
                    <a:pt x="7019423" y="269250"/>
                  </a:lnTo>
                  <a:lnTo>
                    <a:pt x="7019549" y="269250"/>
                  </a:lnTo>
                  <a:lnTo>
                    <a:pt x="7019675" y="269250"/>
                  </a:lnTo>
                  <a:lnTo>
                    <a:pt x="7019802" y="269250"/>
                  </a:lnTo>
                  <a:lnTo>
                    <a:pt x="7019928" y="269250"/>
                  </a:lnTo>
                  <a:lnTo>
                    <a:pt x="7020054" y="269250"/>
                  </a:lnTo>
                  <a:lnTo>
                    <a:pt x="7020180" y="269250"/>
                  </a:lnTo>
                  <a:lnTo>
                    <a:pt x="7020306" y="269250"/>
                  </a:lnTo>
                  <a:lnTo>
                    <a:pt x="7020432" y="269250"/>
                  </a:lnTo>
                  <a:lnTo>
                    <a:pt x="7020558" y="269250"/>
                  </a:lnTo>
                  <a:lnTo>
                    <a:pt x="7020684" y="269250"/>
                  </a:lnTo>
                  <a:lnTo>
                    <a:pt x="7020810" y="269250"/>
                  </a:lnTo>
                  <a:lnTo>
                    <a:pt x="7020936" y="269250"/>
                  </a:lnTo>
                  <a:lnTo>
                    <a:pt x="7021062" y="269250"/>
                  </a:lnTo>
                  <a:lnTo>
                    <a:pt x="7021188" y="269250"/>
                  </a:lnTo>
                  <a:lnTo>
                    <a:pt x="7021315" y="269250"/>
                  </a:lnTo>
                  <a:lnTo>
                    <a:pt x="7021441" y="269250"/>
                  </a:lnTo>
                  <a:lnTo>
                    <a:pt x="7021567" y="269250"/>
                  </a:lnTo>
                  <a:lnTo>
                    <a:pt x="7021693" y="269250"/>
                  </a:lnTo>
                  <a:lnTo>
                    <a:pt x="7021819" y="269250"/>
                  </a:lnTo>
                  <a:lnTo>
                    <a:pt x="7021945" y="269250"/>
                  </a:lnTo>
                  <a:lnTo>
                    <a:pt x="7022071" y="269250"/>
                  </a:lnTo>
                  <a:lnTo>
                    <a:pt x="7022197" y="269250"/>
                  </a:lnTo>
                  <a:lnTo>
                    <a:pt x="7022323" y="269250"/>
                  </a:lnTo>
                  <a:lnTo>
                    <a:pt x="7022449" y="269250"/>
                  </a:lnTo>
                  <a:lnTo>
                    <a:pt x="7022575" y="269250"/>
                  </a:lnTo>
                  <a:lnTo>
                    <a:pt x="7022702" y="269250"/>
                  </a:lnTo>
                  <a:lnTo>
                    <a:pt x="7022828" y="269250"/>
                  </a:lnTo>
                  <a:lnTo>
                    <a:pt x="7022954" y="269250"/>
                  </a:lnTo>
                  <a:lnTo>
                    <a:pt x="7023080" y="269250"/>
                  </a:lnTo>
                  <a:lnTo>
                    <a:pt x="7023206" y="269250"/>
                  </a:lnTo>
                  <a:lnTo>
                    <a:pt x="7023332" y="269250"/>
                  </a:lnTo>
                  <a:lnTo>
                    <a:pt x="7023458" y="269250"/>
                  </a:lnTo>
                  <a:lnTo>
                    <a:pt x="7023584" y="269250"/>
                  </a:lnTo>
                  <a:lnTo>
                    <a:pt x="7023584" y="263971"/>
                  </a:lnTo>
                  <a:lnTo>
                    <a:pt x="7023710" y="263971"/>
                  </a:lnTo>
                  <a:lnTo>
                    <a:pt x="7023710" y="258691"/>
                  </a:lnTo>
                  <a:lnTo>
                    <a:pt x="7023836" y="258691"/>
                  </a:lnTo>
                  <a:lnTo>
                    <a:pt x="7023962" y="258691"/>
                  </a:lnTo>
                  <a:lnTo>
                    <a:pt x="7024088" y="258691"/>
                  </a:lnTo>
                  <a:lnTo>
                    <a:pt x="7024215" y="258691"/>
                  </a:lnTo>
                  <a:lnTo>
                    <a:pt x="7024341" y="258691"/>
                  </a:lnTo>
                  <a:lnTo>
                    <a:pt x="7024467" y="258691"/>
                  </a:lnTo>
                  <a:lnTo>
                    <a:pt x="7024593" y="258691"/>
                  </a:lnTo>
                  <a:lnTo>
                    <a:pt x="7024719" y="258691"/>
                  </a:lnTo>
                  <a:lnTo>
                    <a:pt x="7024845" y="258691"/>
                  </a:lnTo>
                  <a:lnTo>
                    <a:pt x="7024971" y="258691"/>
                  </a:lnTo>
                  <a:lnTo>
                    <a:pt x="7025097" y="258691"/>
                  </a:lnTo>
                  <a:lnTo>
                    <a:pt x="7025223" y="258691"/>
                  </a:lnTo>
                  <a:lnTo>
                    <a:pt x="7025349" y="258691"/>
                  </a:lnTo>
                  <a:lnTo>
                    <a:pt x="7025475" y="258691"/>
                  </a:lnTo>
                  <a:lnTo>
                    <a:pt x="7025602" y="258691"/>
                  </a:lnTo>
                  <a:lnTo>
                    <a:pt x="7025728" y="258691"/>
                  </a:lnTo>
                  <a:lnTo>
                    <a:pt x="7025854" y="258691"/>
                  </a:lnTo>
                  <a:lnTo>
                    <a:pt x="7025980" y="258691"/>
                  </a:lnTo>
                  <a:lnTo>
                    <a:pt x="7026106" y="258691"/>
                  </a:lnTo>
                  <a:lnTo>
                    <a:pt x="7026232" y="258691"/>
                  </a:lnTo>
                  <a:lnTo>
                    <a:pt x="7026358" y="258691"/>
                  </a:lnTo>
                  <a:lnTo>
                    <a:pt x="7026484" y="258691"/>
                  </a:lnTo>
                  <a:lnTo>
                    <a:pt x="7026610" y="258691"/>
                  </a:lnTo>
                  <a:lnTo>
                    <a:pt x="7026736" y="258691"/>
                  </a:lnTo>
                  <a:lnTo>
                    <a:pt x="7026862" y="258691"/>
                  </a:lnTo>
                  <a:lnTo>
                    <a:pt x="7026988" y="258691"/>
                  </a:lnTo>
                  <a:lnTo>
                    <a:pt x="7027115" y="258691"/>
                  </a:lnTo>
                  <a:lnTo>
                    <a:pt x="7027241" y="258691"/>
                  </a:lnTo>
                  <a:lnTo>
                    <a:pt x="7027367" y="258691"/>
                  </a:lnTo>
                  <a:lnTo>
                    <a:pt x="7027493" y="258691"/>
                  </a:lnTo>
                  <a:lnTo>
                    <a:pt x="7027619" y="258691"/>
                  </a:lnTo>
                  <a:lnTo>
                    <a:pt x="7027745" y="258691"/>
                  </a:lnTo>
                  <a:lnTo>
                    <a:pt x="7027871" y="258691"/>
                  </a:lnTo>
                  <a:lnTo>
                    <a:pt x="7027997" y="258691"/>
                  </a:lnTo>
                  <a:lnTo>
                    <a:pt x="7028123" y="258691"/>
                  </a:lnTo>
                  <a:lnTo>
                    <a:pt x="7028249" y="258691"/>
                  </a:lnTo>
                  <a:lnTo>
                    <a:pt x="7028375" y="258691"/>
                  </a:lnTo>
                  <a:lnTo>
                    <a:pt x="7028502" y="258691"/>
                  </a:lnTo>
                  <a:lnTo>
                    <a:pt x="7028628" y="258691"/>
                  </a:lnTo>
                  <a:lnTo>
                    <a:pt x="7028754" y="258691"/>
                  </a:lnTo>
                  <a:lnTo>
                    <a:pt x="7028880" y="258691"/>
                  </a:lnTo>
                  <a:lnTo>
                    <a:pt x="7029006" y="258691"/>
                  </a:lnTo>
                  <a:lnTo>
                    <a:pt x="7029132" y="258691"/>
                  </a:lnTo>
                  <a:lnTo>
                    <a:pt x="7029258" y="258691"/>
                  </a:lnTo>
                  <a:lnTo>
                    <a:pt x="7029384" y="258691"/>
                  </a:lnTo>
                  <a:lnTo>
                    <a:pt x="7029510" y="258691"/>
                  </a:lnTo>
                  <a:lnTo>
                    <a:pt x="7029636" y="258691"/>
                  </a:lnTo>
                  <a:lnTo>
                    <a:pt x="7029762" y="258691"/>
                  </a:lnTo>
                  <a:lnTo>
                    <a:pt x="7029889" y="258691"/>
                  </a:lnTo>
                  <a:lnTo>
                    <a:pt x="7030015" y="258691"/>
                  </a:lnTo>
                  <a:lnTo>
                    <a:pt x="7030141" y="258691"/>
                  </a:lnTo>
                  <a:lnTo>
                    <a:pt x="7030267" y="258691"/>
                  </a:lnTo>
                  <a:lnTo>
                    <a:pt x="7030393" y="258691"/>
                  </a:lnTo>
                  <a:lnTo>
                    <a:pt x="7030519" y="258691"/>
                  </a:lnTo>
                  <a:lnTo>
                    <a:pt x="7030645" y="258691"/>
                  </a:lnTo>
                  <a:lnTo>
                    <a:pt x="7030771" y="258691"/>
                  </a:lnTo>
                  <a:lnTo>
                    <a:pt x="7030897" y="258691"/>
                  </a:lnTo>
                  <a:lnTo>
                    <a:pt x="7031023" y="258691"/>
                  </a:lnTo>
                  <a:lnTo>
                    <a:pt x="7031149" y="258691"/>
                  </a:lnTo>
                  <a:lnTo>
                    <a:pt x="7031275" y="258691"/>
                  </a:lnTo>
                  <a:lnTo>
                    <a:pt x="7031402" y="258691"/>
                  </a:lnTo>
                  <a:lnTo>
                    <a:pt x="7031528" y="258691"/>
                  </a:lnTo>
                  <a:lnTo>
                    <a:pt x="7031654" y="258691"/>
                  </a:lnTo>
                  <a:lnTo>
                    <a:pt x="7031780" y="258691"/>
                  </a:lnTo>
                  <a:lnTo>
                    <a:pt x="7031906" y="258691"/>
                  </a:lnTo>
                  <a:lnTo>
                    <a:pt x="7032032" y="258691"/>
                  </a:lnTo>
                  <a:lnTo>
                    <a:pt x="7032158" y="258691"/>
                  </a:lnTo>
                  <a:lnTo>
                    <a:pt x="7032284" y="258691"/>
                  </a:lnTo>
                  <a:lnTo>
                    <a:pt x="7032410" y="258691"/>
                  </a:lnTo>
                  <a:lnTo>
                    <a:pt x="7032536" y="258691"/>
                  </a:lnTo>
                  <a:lnTo>
                    <a:pt x="7032662" y="258691"/>
                  </a:lnTo>
                  <a:lnTo>
                    <a:pt x="7032789" y="258691"/>
                  </a:lnTo>
                  <a:lnTo>
                    <a:pt x="7032915" y="258691"/>
                  </a:lnTo>
                  <a:lnTo>
                    <a:pt x="7033041" y="258691"/>
                  </a:lnTo>
                  <a:lnTo>
                    <a:pt x="7033167" y="258691"/>
                  </a:lnTo>
                  <a:lnTo>
                    <a:pt x="7033293" y="258691"/>
                  </a:lnTo>
                  <a:lnTo>
                    <a:pt x="7033419" y="258691"/>
                  </a:lnTo>
                  <a:lnTo>
                    <a:pt x="7033545" y="258691"/>
                  </a:lnTo>
                  <a:lnTo>
                    <a:pt x="7033671" y="258691"/>
                  </a:lnTo>
                  <a:lnTo>
                    <a:pt x="7033797" y="258691"/>
                  </a:lnTo>
                  <a:lnTo>
                    <a:pt x="7033923" y="258691"/>
                  </a:lnTo>
                  <a:lnTo>
                    <a:pt x="7034049" y="258691"/>
                  </a:lnTo>
                  <a:lnTo>
                    <a:pt x="7034175" y="258691"/>
                  </a:lnTo>
                  <a:lnTo>
                    <a:pt x="7034302" y="258691"/>
                  </a:lnTo>
                  <a:lnTo>
                    <a:pt x="7034428" y="258691"/>
                  </a:lnTo>
                  <a:lnTo>
                    <a:pt x="7034554" y="258691"/>
                  </a:lnTo>
                  <a:lnTo>
                    <a:pt x="7034680" y="258691"/>
                  </a:lnTo>
                  <a:lnTo>
                    <a:pt x="7034806" y="258691"/>
                  </a:lnTo>
                  <a:lnTo>
                    <a:pt x="7034932" y="258691"/>
                  </a:lnTo>
                  <a:lnTo>
                    <a:pt x="7035058" y="258691"/>
                  </a:lnTo>
                  <a:lnTo>
                    <a:pt x="7035184" y="258691"/>
                  </a:lnTo>
                  <a:lnTo>
                    <a:pt x="7035310" y="258691"/>
                  </a:lnTo>
                  <a:lnTo>
                    <a:pt x="7035436" y="258691"/>
                  </a:lnTo>
                  <a:lnTo>
                    <a:pt x="7035562" y="258691"/>
                  </a:lnTo>
                  <a:lnTo>
                    <a:pt x="7035689" y="258691"/>
                  </a:lnTo>
                  <a:lnTo>
                    <a:pt x="7035815" y="258691"/>
                  </a:lnTo>
                  <a:lnTo>
                    <a:pt x="7035941" y="258691"/>
                  </a:lnTo>
                  <a:lnTo>
                    <a:pt x="7036067" y="258691"/>
                  </a:lnTo>
                  <a:lnTo>
                    <a:pt x="7036193" y="258691"/>
                  </a:lnTo>
                  <a:lnTo>
                    <a:pt x="7036319" y="258691"/>
                  </a:lnTo>
                  <a:lnTo>
                    <a:pt x="7036445" y="258691"/>
                  </a:lnTo>
                  <a:lnTo>
                    <a:pt x="7036571" y="258691"/>
                  </a:lnTo>
                  <a:lnTo>
                    <a:pt x="7036697" y="258691"/>
                  </a:lnTo>
                  <a:lnTo>
                    <a:pt x="7036823" y="258691"/>
                  </a:lnTo>
                  <a:lnTo>
                    <a:pt x="7036949" y="258691"/>
                  </a:lnTo>
                  <a:lnTo>
                    <a:pt x="7037076" y="258691"/>
                  </a:lnTo>
                  <a:lnTo>
                    <a:pt x="7037202" y="258691"/>
                  </a:lnTo>
                  <a:lnTo>
                    <a:pt x="7037328" y="258691"/>
                  </a:lnTo>
                  <a:lnTo>
                    <a:pt x="7037454" y="258691"/>
                  </a:lnTo>
                  <a:lnTo>
                    <a:pt x="7037580" y="258691"/>
                  </a:lnTo>
                  <a:lnTo>
                    <a:pt x="7037706" y="258691"/>
                  </a:lnTo>
                  <a:lnTo>
                    <a:pt x="7037832" y="258691"/>
                  </a:lnTo>
                  <a:lnTo>
                    <a:pt x="7037958" y="258691"/>
                  </a:lnTo>
                  <a:lnTo>
                    <a:pt x="7038084" y="258691"/>
                  </a:lnTo>
                  <a:lnTo>
                    <a:pt x="7038210" y="258691"/>
                  </a:lnTo>
                  <a:lnTo>
                    <a:pt x="7038336" y="258691"/>
                  </a:lnTo>
                  <a:lnTo>
                    <a:pt x="7038462" y="258691"/>
                  </a:lnTo>
                  <a:lnTo>
                    <a:pt x="7038589" y="258691"/>
                  </a:lnTo>
                  <a:lnTo>
                    <a:pt x="7038715" y="258691"/>
                  </a:lnTo>
                  <a:lnTo>
                    <a:pt x="7038841" y="258691"/>
                  </a:lnTo>
                  <a:lnTo>
                    <a:pt x="7038967" y="258691"/>
                  </a:lnTo>
                  <a:lnTo>
                    <a:pt x="7039093" y="258691"/>
                  </a:lnTo>
                  <a:lnTo>
                    <a:pt x="7039219" y="258691"/>
                  </a:lnTo>
                  <a:lnTo>
                    <a:pt x="7039345" y="258691"/>
                  </a:lnTo>
                  <a:lnTo>
                    <a:pt x="7039471" y="258691"/>
                  </a:lnTo>
                  <a:lnTo>
                    <a:pt x="7039597" y="258691"/>
                  </a:lnTo>
                  <a:lnTo>
                    <a:pt x="7039723" y="258691"/>
                  </a:lnTo>
                  <a:lnTo>
                    <a:pt x="7039849" y="258691"/>
                  </a:lnTo>
                  <a:lnTo>
                    <a:pt x="7039976" y="258691"/>
                  </a:lnTo>
                  <a:lnTo>
                    <a:pt x="7040102" y="258691"/>
                  </a:lnTo>
                  <a:lnTo>
                    <a:pt x="7040228" y="258691"/>
                  </a:lnTo>
                  <a:lnTo>
                    <a:pt x="7040354" y="258691"/>
                  </a:lnTo>
                  <a:lnTo>
                    <a:pt x="7040480" y="258691"/>
                  </a:lnTo>
                  <a:lnTo>
                    <a:pt x="7040606" y="258691"/>
                  </a:lnTo>
                  <a:lnTo>
                    <a:pt x="7040732" y="258691"/>
                  </a:lnTo>
                  <a:lnTo>
                    <a:pt x="7040858" y="258691"/>
                  </a:lnTo>
                  <a:lnTo>
                    <a:pt x="7040984" y="258691"/>
                  </a:lnTo>
                  <a:lnTo>
                    <a:pt x="7041110" y="258691"/>
                  </a:lnTo>
                  <a:lnTo>
                    <a:pt x="7041236" y="258691"/>
                  </a:lnTo>
                  <a:lnTo>
                    <a:pt x="7041362" y="258691"/>
                  </a:lnTo>
                  <a:lnTo>
                    <a:pt x="7041489" y="258691"/>
                  </a:lnTo>
                  <a:lnTo>
                    <a:pt x="7041615" y="258691"/>
                  </a:lnTo>
                  <a:lnTo>
                    <a:pt x="7041741" y="258691"/>
                  </a:lnTo>
                  <a:lnTo>
                    <a:pt x="7041867" y="258691"/>
                  </a:lnTo>
                  <a:lnTo>
                    <a:pt x="7041993" y="258691"/>
                  </a:lnTo>
                  <a:lnTo>
                    <a:pt x="7042119" y="258691"/>
                  </a:lnTo>
                  <a:lnTo>
                    <a:pt x="7042245" y="258691"/>
                  </a:lnTo>
                  <a:lnTo>
                    <a:pt x="7042371" y="258691"/>
                  </a:lnTo>
                  <a:lnTo>
                    <a:pt x="7042497" y="258691"/>
                  </a:lnTo>
                  <a:lnTo>
                    <a:pt x="7042623" y="258691"/>
                  </a:lnTo>
                  <a:lnTo>
                    <a:pt x="7042749" y="258691"/>
                  </a:lnTo>
                  <a:lnTo>
                    <a:pt x="7042876" y="258691"/>
                  </a:lnTo>
                  <a:lnTo>
                    <a:pt x="7043002" y="258691"/>
                  </a:lnTo>
                  <a:lnTo>
                    <a:pt x="7043128" y="258691"/>
                  </a:lnTo>
                  <a:lnTo>
                    <a:pt x="7043254" y="258691"/>
                  </a:lnTo>
                  <a:lnTo>
                    <a:pt x="7043380" y="258691"/>
                  </a:lnTo>
                  <a:lnTo>
                    <a:pt x="7043506" y="258691"/>
                  </a:lnTo>
                  <a:lnTo>
                    <a:pt x="7043632" y="258691"/>
                  </a:lnTo>
                  <a:lnTo>
                    <a:pt x="7043758" y="258691"/>
                  </a:lnTo>
                  <a:lnTo>
                    <a:pt x="7043884" y="258691"/>
                  </a:lnTo>
                  <a:lnTo>
                    <a:pt x="7044010" y="258691"/>
                  </a:lnTo>
                  <a:lnTo>
                    <a:pt x="7044136" y="258691"/>
                  </a:lnTo>
                  <a:lnTo>
                    <a:pt x="7044262" y="258691"/>
                  </a:lnTo>
                  <a:lnTo>
                    <a:pt x="7044389" y="258691"/>
                  </a:lnTo>
                  <a:lnTo>
                    <a:pt x="7044515" y="258691"/>
                  </a:lnTo>
                  <a:lnTo>
                    <a:pt x="7044641" y="258691"/>
                  </a:lnTo>
                  <a:lnTo>
                    <a:pt x="7044767" y="258691"/>
                  </a:lnTo>
                  <a:lnTo>
                    <a:pt x="7044893" y="258691"/>
                  </a:lnTo>
                  <a:lnTo>
                    <a:pt x="7045019" y="258691"/>
                  </a:lnTo>
                  <a:lnTo>
                    <a:pt x="7045145" y="258691"/>
                  </a:lnTo>
                  <a:lnTo>
                    <a:pt x="7045271" y="258691"/>
                  </a:lnTo>
                  <a:lnTo>
                    <a:pt x="7045397" y="258691"/>
                  </a:lnTo>
                  <a:lnTo>
                    <a:pt x="7045523" y="258691"/>
                  </a:lnTo>
                  <a:lnTo>
                    <a:pt x="7045649" y="258691"/>
                  </a:lnTo>
                  <a:lnTo>
                    <a:pt x="7045776" y="258691"/>
                  </a:lnTo>
                  <a:lnTo>
                    <a:pt x="7045902" y="258691"/>
                  </a:lnTo>
                  <a:lnTo>
                    <a:pt x="7046028" y="258691"/>
                  </a:lnTo>
                  <a:lnTo>
                    <a:pt x="7046154" y="258691"/>
                  </a:lnTo>
                  <a:lnTo>
                    <a:pt x="7046280" y="258691"/>
                  </a:lnTo>
                  <a:lnTo>
                    <a:pt x="7046406" y="258691"/>
                  </a:lnTo>
                  <a:lnTo>
                    <a:pt x="7046532" y="258691"/>
                  </a:lnTo>
                  <a:lnTo>
                    <a:pt x="7046658" y="258691"/>
                  </a:lnTo>
                  <a:lnTo>
                    <a:pt x="7046784" y="258691"/>
                  </a:lnTo>
                  <a:lnTo>
                    <a:pt x="7046910" y="258691"/>
                  </a:lnTo>
                  <a:lnTo>
                    <a:pt x="7047036" y="258691"/>
                  </a:lnTo>
                  <a:lnTo>
                    <a:pt x="7047163" y="258691"/>
                  </a:lnTo>
                  <a:lnTo>
                    <a:pt x="7047289" y="258691"/>
                  </a:lnTo>
                  <a:lnTo>
                    <a:pt x="7047415" y="258691"/>
                  </a:lnTo>
                  <a:lnTo>
                    <a:pt x="7047541" y="258691"/>
                  </a:lnTo>
                  <a:lnTo>
                    <a:pt x="7047667" y="258691"/>
                  </a:lnTo>
                  <a:lnTo>
                    <a:pt x="7047793" y="258691"/>
                  </a:lnTo>
                  <a:lnTo>
                    <a:pt x="7047919" y="258691"/>
                  </a:lnTo>
                  <a:lnTo>
                    <a:pt x="7048045" y="258691"/>
                  </a:lnTo>
                  <a:lnTo>
                    <a:pt x="7048171" y="258691"/>
                  </a:lnTo>
                  <a:lnTo>
                    <a:pt x="7048297" y="258691"/>
                  </a:lnTo>
                  <a:lnTo>
                    <a:pt x="7048423" y="258691"/>
                  </a:lnTo>
                  <a:lnTo>
                    <a:pt x="7048549" y="258691"/>
                  </a:lnTo>
                  <a:lnTo>
                    <a:pt x="7048676" y="258691"/>
                  </a:lnTo>
                  <a:lnTo>
                    <a:pt x="7048802" y="258691"/>
                  </a:lnTo>
                  <a:lnTo>
                    <a:pt x="7048928" y="258691"/>
                  </a:lnTo>
                  <a:lnTo>
                    <a:pt x="7049054" y="258691"/>
                  </a:lnTo>
                  <a:lnTo>
                    <a:pt x="7049180" y="258691"/>
                  </a:lnTo>
                  <a:lnTo>
                    <a:pt x="7049306" y="258691"/>
                  </a:lnTo>
                  <a:lnTo>
                    <a:pt x="7049432" y="258691"/>
                  </a:lnTo>
                  <a:lnTo>
                    <a:pt x="7049558" y="258691"/>
                  </a:lnTo>
                  <a:lnTo>
                    <a:pt x="7049684" y="258691"/>
                  </a:lnTo>
                  <a:lnTo>
                    <a:pt x="7049810" y="258691"/>
                  </a:lnTo>
                  <a:lnTo>
                    <a:pt x="7049936" y="258691"/>
                  </a:lnTo>
                  <a:lnTo>
                    <a:pt x="7050063" y="258691"/>
                  </a:lnTo>
                  <a:lnTo>
                    <a:pt x="7050189" y="258691"/>
                  </a:lnTo>
                  <a:lnTo>
                    <a:pt x="7050315" y="258691"/>
                  </a:lnTo>
                  <a:lnTo>
                    <a:pt x="7050441" y="258691"/>
                  </a:lnTo>
                  <a:lnTo>
                    <a:pt x="7050567" y="258691"/>
                  </a:lnTo>
                  <a:lnTo>
                    <a:pt x="7050693" y="258691"/>
                  </a:lnTo>
                  <a:lnTo>
                    <a:pt x="7050819" y="258691"/>
                  </a:lnTo>
                  <a:lnTo>
                    <a:pt x="7050945" y="258691"/>
                  </a:lnTo>
                  <a:lnTo>
                    <a:pt x="7051071" y="258691"/>
                  </a:lnTo>
                  <a:lnTo>
                    <a:pt x="7051197" y="258691"/>
                  </a:lnTo>
                  <a:lnTo>
                    <a:pt x="7051323" y="258691"/>
                  </a:lnTo>
                  <a:lnTo>
                    <a:pt x="7051449" y="258691"/>
                  </a:lnTo>
                  <a:lnTo>
                    <a:pt x="7051576" y="258691"/>
                  </a:lnTo>
                  <a:lnTo>
                    <a:pt x="7051702" y="258691"/>
                  </a:lnTo>
                  <a:lnTo>
                    <a:pt x="7051828" y="258691"/>
                  </a:lnTo>
                  <a:lnTo>
                    <a:pt x="7051954" y="258691"/>
                  </a:lnTo>
                  <a:lnTo>
                    <a:pt x="7052080" y="258691"/>
                  </a:lnTo>
                  <a:lnTo>
                    <a:pt x="7052206" y="258691"/>
                  </a:lnTo>
                  <a:lnTo>
                    <a:pt x="7052332" y="258691"/>
                  </a:lnTo>
                  <a:lnTo>
                    <a:pt x="7052458" y="258691"/>
                  </a:lnTo>
                  <a:lnTo>
                    <a:pt x="7052584" y="258691"/>
                  </a:lnTo>
                  <a:lnTo>
                    <a:pt x="7052710" y="258691"/>
                  </a:lnTo>
                  <a:lnTo>
                    <a:pt x="7052836" y="258691"/>
                  </a:lnTo>
                  <a:lnTo>
                    <a:pt x="7052963" y="258691"/>
                  </a:lnTo>
                  <a:lnTo>
                    <a:pt x="7053089" y="258691"/>
                  </a:lnTo>
                  <a:lnTo>
                    <a:pt x="7053215" y="258691"/>
                  </a:lnTo>
                  <a:lnTo>
                    <a:pt x="7053341" y="258691"/>
                  </a:lnTo>
                  <a:lnTo>
                    <a:pt x="7053467" y="258691"/>
                  </a:lnTo>
                  <a:lnTo>
                    <a:pt x="7053593" y="258691"/>
                  </a:lnTo>
                  <a:lnTo>
                    <a:pt x="7053719" y="258691"/>
                  </a:lnTo>
                  <a:lnTo>
                    <a:pt x="7053845" y="258691"/>
                  </a:lnTo>
                  <a:lnTo>
                    <a:pt x="7053971" y="258691"/>
                  </a:lnTo>
                  <a:lnTo>
                    <a:pt x="7054097" y="258691"/>
                  </a:lnTo>
                  <a:lnTo>
                    <a:pt x="7054223" y="258691"/>
                  </a:lnTo>
                  <a:lnTo>
                    <a:pt x="7054350" y="258691"/>
                  </a:lnTo>
                  <a:lnTo>
                    <a:pt x="7054476" y="258691"/>
                  </a:lnTo>
                  <a:lnTo>
                    <a:pt x="7054602" y="258691"/>
                  </a:lnTo>
                  <a:lnTo>
                    <a:pt x="7054728" y="258691"/>
                  </a:lnTo>
                  <a:lnTo>
                    <a:pt x="7054854" y="258691"/>
                  </a:lnTo>
                  <a:lnTo>
                    <a:pt x="7054980" y="258691"/>
                  </a:lnTo>
                  <a:lnTo>
                    <a:pt x="7055106" y="258691"/>
                  </a:lnTo>
                  <a:lnTo>
                    <a:pt x="7055232" y="258691"/>
                  </a:lnTo>
                  <a:lnTo>
                    <a:pt x="7055358" y="258691"/>
                  </a:lnTo>
                  <a:lnTo>
                    <a:pt x="7055484" y="258691"/>
                  </a:lnTo>
                  <a:lnTo>
                    <a:pt x="7055610" y="258691"/>
                  </a:lnTo>
                  <a:lnTo>
                    <a:pt x="7055736" y="258691"/>
                  </a:lnTo>
                  <a:lnTo>
                    <a:pt x="7055863" y="258691"/>
                  </a:lnTo>
                  <a:lnTo>
                    <a:pt x="7055989" y="258691"/>
                  </a:lnTo>
                  <a:lnTo>
                    <a:pt x="7056115" y="258691"/>
                  </a:lnTo>
                  <a:lnTo>
                    <a:pt x="7056241" y="258691"/>
                  </a:lnTo>
                  <a:lnTo>
                    <a:pt x="7056367" y="258691"/>
                  </a:lnTo>
                  <a:lnTo>
                    <a:pt x="7056493" y="258691"/>
                  </a:lnTo>
                  <a:lnTo>
                    <a:pt x="7056619" y="258691"/>
                  </a:lnTo>
                  <a:lnTo>
                    <a:pt x="7056745" y="258691"/>
                  </a:lnTo>
                  <a:lnTo>
                    <a:pt x="7056871" y="258691"/>
                  </a:lnTo>
                  <a:lnTo>
                    <a:pt x="7056997" y="258691"/>
                  </a:lnTo>
                  <a:lnTo>
                    <a:pt x="7057123" y="258691"/>
                  </a:lnTo>
                  <a:lnTo>
                    <a:pt x="7057250" y="258691"/>
                  </a:lnTo>
                  <a:lnTo>
                    <a:pt x="7057376" y="258691"/>
                  </a:lnTo>
                  <a:lnTo>
                    <a:pt x="7057502" y="258691"/>
                  </a:lnTo>
                  <a:lnTo>
                    <a:pt x="7057628" y="258691"/>
                  </a:lnTo>
                  <a:lnTo>
                    <a:pt x="7057754" y="258691"/>
                  </a:lnTo>
                  <a:lnTo>
                    <a:pt x="7057880" y="258691"/>
                  </a:lnTo>
                  <a:lnTo>
                    <a:pt x="7058006" y="258691"/>
                  </a:lnTo>
                  <a:lnTo>
                    <a:pt x="7058132" y="258691"/>
                  </a:lnTo>
                  <a:lnTo>
                    <a:pt x="7058258" y="258691"/>
                  </a:lnTo>
                  <a:lnTo>
                    <a:pt x="7058384" y="258691"/>
                  </a:lnTo>
                  <a:lnTo>
                    <a:pt x="7058510" y="258691"/>
                  </a:lnTo>
                  <a:lnTo>
                    <a:pt x="7058636" y="258691"/>
                  </a:lnTo>
                  <a:lnTo>
                    <a:pt x="7058763" y="258691"/>
                  </a:lnTo>
                  <a:lnTo>
                    <a:pt x="7058889" y="258691"/>
                  </a:lnTo>
                  <a:lnTo>
                    <a:pt x="7059015" y="258691"/>
                  </a:lnTo>
                  <a:lnTo>
                    <a:pt x="7059141" y="258691"/>
                  </a:lnTo>
                  <a:lnTo>
                    <a:pt x="7059267" y="258691"/>
                  </a:lnTo>
                  <a:lnTo>
                    <a:pt x="7059393" y="258691"/>
                  </a:lnTo>
                  <a:lnTo>
                    <a:pt x="7059519" y="258691"/>
                  </a:lnTo>
                  <a:lnTo>
                    <a:pt x="7059645" y="258691"/>
                  </a:lnTo>
                  <a:lnTo>
                    <a:pt x="7059771" y="258691"/>
                  </a:lnTo>
                  <a:lnTo>
                    <a:pt x="7059897" y="258691"/>
                  </a:lnTo>
                  <a:lnTo>
                    <a:pt x="7060023" y="258691"/>
                  </a:lnTo>
                  <a:lnTo>
                    <a:pt x="7060150" y="258691"/>
                  </a:lnTo>
                  <a:lnTo>
                    <a:pt x="7060276" y="258691"/>
                  </a:lnTo>
                  <a:lnTo>
                    <a:pt x="7060402" y="258691"/>
                  </a:lnTo>
                  <a:lnTo>
                    <a:pt x="7060528" y="258691"/>
                  </a:lnTo>
                  <a:lnTo>
                    <a:pt x="7060654" y="258691"/>
                  </a:lnTo>
                  <a:lnTo>
                    <a:pt x="7060780" y="258691"/>
                  </a:lnTo>
                  <a:lnTo>
                    <a:pt x="7060906" y="258691"/>
                  </a:lnTo>
                  <a:lnTo>
                    <a:pt x="7061032" y="258691"/>
                  </a:lnTo>
                  <a:lnTo>
                    <a:pt x="7061158" y="258691"/>
                  </a:lnTo>
                  <a:lnTo>
                    <a:pt x="7061284" y="258691"/>
                  </a:lnTo>
                  <a:lnTo>
                    <a:pt x="7061410" y="258691"/>
                  </a:lnTo>
                  <a:lnTo>
                    <a:pt x="7061537" y="258691"/>
                  </a:lnTo>
                  <a:lnTo>
                    <a:pt x="7061663" y="258691"/>
                  </a:lnTo>
                  <a:lnTo>
                    <a:pt x="7061789" y="258691"/>
                  </a:lnTo>
                  <a:lnTo>
                    <a:pt x="7061915" y="258691"/>
                  </a:lnTo>
                  <a:lnTo>
                    <a:pt x="7062041" y="258691"/>
                  </a:lnTo>
                  <a:lnTo>
                    <a:pt x="7062167" y="258691"/>
                  </a:lnTo>
                  <a:lnTo>
                    <a:pt x="7062293" y="258691"/>
                  </a:lnTo>
                  <a:lnTo>
                    <a:pt x="7062419" y="258691"/>
                  </a:lnTo>
                  <a:lnTo>
                    <a:pt x="7062545" y="258691"/>
                  </a:lnTo>
                  <a:lnTo>
                    <a:pt x="7062671" y="258691"/>
                  </a:lnTo>
                  <a:lnTo>
                    <a:pt x="7062797" y="258691"/>
                  </a:lnTo>
                  <a:lnTo>
                    <a:pt x="7062923" y="258691"/>
                  </a:lnTo>
                  <a:lnTo>
                    <a:pt x="7063050" y="258691"/>
                  </a:lnTo>
                  <a:lnTo>
                    <a:pt x="7063176" y="258691"/>
                  </a:lnTo>
                  <a:lnTo>
                    <a:pt x="7063302" y="258691"/>
                  </a:lnTo>
                  <a:lnTo>
                    <a:pt x="7063428" y="258691"/>
                  </a:lnTo>
                  <a:lnTo>
                    <a:pt x="7063554" y="258691"/>
                  </a:lnTo>
                  <a:lnTo>
                    <a:pt x="7063680" y="258691"/>
                  </a:lnTo>
                  <a:lnTo>
                    <a:pt x="7063806" y="258691"/>
                  </a:lnTo>
                  <a:lnTo>
                    <a:pt x="7063932" y="258691"/>
                  </a:lnTo>
                  <a:lnTo>
                    <a:pt x="7064058" y="258691"/>
                  </a:lnTo>
                  <a:lnTo>
                    <a:pt x="7064184" y="258691"/>
                  </a:lnTo>
                  <a:lnTo>
                    <a:pt x="7064310" y="258691"/>
                  </a:lnTo>
                  <a:lnTo>
                    <a:pt x="7064437" y="258691"/>
                  </a:lnTo>
                  <a:lnTo>
                    <a:pt x="7064563" y="258691"/>
                  </a:lnTo>
                  <a:lnTo>
                    <a:pt x="7064689" y="258691"/>
                  </a:lnTo>
                  <a:lnTo>
                    <a:pt x="7064815" y="258691"/>
                  </a:lnTo>
                  <a:lnTo>
                    <a:pt x="7064941" y="258691"/>
                  </a:lnTo>
                  <a:lnTo>
                    <a:pt x="7065067" y="258691"/>
                  </a:lnTo>
                  <a:lnTo>
                    <a:pt x="7065193" y="258691"/>
                  </a:lnTo>
                  <a:lnTo>
                    <a:pt x="7065319" y="258691"/>
                  </a:lnTo>
                  <a:lnTo>
                    <a:pt x="7065445" y="258691"/>
                  </a:lnTo>
                  <a:lnTo>
                    <a:pt x="7065571" y="258691"/>
                  </a:lnTo>
                  <a:lnTo>
                    <a:pt x="7065697" y="258691"/>
                  </a:lnTo>
                  <a:lnTo>
                    <a:pt x="7065823" y="258691"/>
                  </a:lnTo>
                  <a:lnTo>
                    <a:pt x="7065950" y="258691"/>
                  </a:lnTo>
                  <a:lnTo>
                    <a:pt x="7066076" y="258691"/>
                  </a:lnTo>
                  <a:lnTo>
                    <a:pt x="7066202" y="258691"/>
                  </a:lnTo>
                  <a:lnTo>
                    <a:pt x="7066328" y="258691"/>
                  </a:lnTo>
                  <a:lnTo>
                    <a:pt x="7066454" y="258691"/>
                  </a:lnTo>
                  <a:lnTo>
                    <a:pt x="7066580" y="258691"/>
                  </a:lnTo>
                  <a:lnTo>
                    <a:pt x="7066706" y="258691"/>
                  </a:lnTo>
                  <a:lnTo>
                    <a:pt x="7066832" y="258691"/>
                  </a:lnTo>
                  <a:lnTo>
                    <a:pt x="7066958" y="258691"/>
                  </a:lnTo>
                  <a:lnTo>
                    <a:pt x="7067084" y="258691"/>
                  </a:lnTo>
                  <a:lnTo>
                    <a:pt x="7067210" y="258691"/>
                  </a:lnTo>
                  <a:lnTo>
                    <a:pt x="7067337" y="258691"/>
                  </a:lnTo>
                  <a:lnTo>
                    <a:pt x="7067463" y="258691"/>
                  </a:lnTo>
                  <a:lnTo>
                    <a:pt x="7067589" y="258691"/>
                  </a:lnTo>
                  <a:lnTo>
                    <a:pt x="7067715" y="258691"/>
                  </a:lnTo>
                  <a:lnTo>
                    <a:pt x="7067841" y="258691"/>
                  </a:lnTo>
                  <a:lnTo>
                    <a:pt x="7067967" y="258691"/>
                  </a:lnTo>
                  <a:lnTo>
                    <a:pt x="7068093" y="258691"/>
                  </a:lnTo>
                  <a:lnTo>
                    <a:pt x="7068219" y="258691"/>
                  </a:lnTo>
                  <a:lnTo>
                    <a:pt x="7068345" y="258691"/>
                  </a:lnTo>
                  <a:lnTo>
                    <a:pt x="7068471" y="258691"/>
                  </a:lnTo>
                  <a:lnTo>
                    <a:pt x="7068597" y="258691"/>
                  </a:lnTo>
                  <a:lnTo>
                    <a:pt x="7068723" y="258691"/>
                  </a:lnTo>
                  <a:lnTo>
                    <a:pt x="7068723" y="253412"/>
                  </a:lnTo>
                  <a:lnTo>
                    <a:pt x="7068850" y="253412"/>
                  </a:lnTo>
                  <a:lnTo>
                    <a:pt x="7068976" y="253412"/>
                  </a:lnTo>
                  <a:lnTo>
                    <a:pt x="7069102" y="253412"/>
                  </a:lnTo>
                  <a:lnTo>
                    <a:pt x="7069228" y="253412"/>
                  </a:lnTo>
                  <a:lnTo>
                    <a:pt x="7069354" y="253412"/>
                  </a:lnTo>
                  <a:lnTo>
                    <a:pt x="7069480" y="253412"/>
                  </a:lnTo>
                  <a:lnTo>
                    <a:pt x="7069606" y="253412"/>
                  </a:lnTo>
                  <a:lnTo>
                    <a:pt x="7069732" y="253412"/>
                  </a:lnTo>
                  <a:lnTo>
                    <a:pt x="7069858" y="253412"/>
                  </a:lnTo>
                  <a:lnTo>
                    <a:pt x="7069984" y="253412"/>
                  </a:lnTo>
                  <a:lnTo>
                    <a:pt x="7070110" y="253412"/>
                  </a:lnTo>
                  <a:lnTo>
                    <a:pt x="7070237" y="253412"/>
                  </a:lnTo>
                  <a:lnTo>
                    <a:pt x="7070363" y="253412"/>
                  </a:lnTo>
                  <a:lnTo>
                    <a:pt x="7070489" y="253412"/>
                  </a:lnTo>
                  <a:lnTo>
                    <a:pt x="7070615" y="253412"/>
                  </a:lnTo>
                  <a:lnTo>
                    <a:pt x="7070741" y="253412"/>
                  </a:lnTo>
                  <a:lnTo>
                    <a:pt x="7070867" y="253412"/>
                  </a:lnTo>
                  <a:lnTo>
                    <a:pt x="7070993" y="253412"/>
                  </a:lnTo>
                  <a:lnTo>
                    <a:pt x="7071119" y="253412"/>
                  </a:lnTo>
                  <a:lnTo>
                    <a:pt x="7071245" y="253412"/>
                  </a:lnTo>
                  <a:lnTo>
                    <a:pt x="7071371" y="253412"/>
                  </a:lnTo>
                  <a:lnTo>
                    <a:pt x="7071497" y="253412"/>
                  </a:lnTo>
                  <a:lnTo>
                    <a:pt x="7071624" y="253412"/>
                  </a:lnTo>
                  <a:lnTo>
                    <a:pt x="7071750" y="253412"/>
                  </a:lnTo>
                  <a:lnTo>
                    <a:pt x="7071876" y="253412"/>
                  </a:lnTo>
                  <a:lnTo>
                    <a:pt x="7072002" y="253412"/>
                  </a:lnTo>
                  <a:lnTo>
                    <a:pt x="7072128" y="253412"/>
                  </a:lnTo>
                  <a:lnTo>
                    <a:pt x="7072254" y="253412"/>
                  </a:lnTo>
                  <a:lnTo>
                    <a:pt x="7072380" y="253412"/>
                  </a:lnTo>
                  <a:lnTo>
                    <a:pt x="7072506" y="253412"/>
                  </a:lnTo>
                  <a:lnTo>
                    <a:pt x="7072632" y="253412"/>
                  </a:lnTo>
                  <a:lnTo>
                    <a:pt x="7072758" y="253412"/>
                  </a:lnTo>
                  <a:lnTo>
                    <a:pt x="7072884" y="253412"/>
                  </a:lnTo>
                  <a:lnTo>
                    <a:pt x="7073010" y="253412"/>
                  </a:lnTo>
                  <a:lnTo>
                    <a:pt x="7073137" y="253412"/>
                  </a:lnTo>
                  <a:lnTo>
                    <a:pt x="7073263" y="253412"/>
                  </a:lnTo>
                  <a:lnTo>
                    <a:pt x="7073389" y="253412"/>
                  </a:lnTo>
                  <a:lnTo>
                    <a:pt x="7073515" y="253412"/>
                  </a:lnTo>
                  <a:lnTo>
                    <a:pt x="7073641" y="253412"/>
                  </a:lnTo>
                  <a:lnTo>
                    <a:pt x="7073767" y="253412"/>
                  </a:lnTo>
                  <a:lnTo>
                    <a:pt x="7073893" y="253412"/>
                  </a:lnTo>
                  <a:lnTo>
                    <a:pt x="7074019" y="253412"/>
                  </a:lnTo>
                  <a:lnTo>
                    <a:pt x="7074145" y="253412"/>
                  </a:lnTo>
                  <a:lnTo>
                    <a:pt x="7074271" y="253412"/>
                  </a:lnTo>
                  <a:lnTo>
                    <a:pt x="7074397" y="253412"/>
                  </a:lnTo>
                  <a:lnTo>
                    <a:pt x="7074524" y="253412"/>
                  </a:lnTo>
                  <a:lnTo>
                    <a:pt x="7074650" y="253412"/>
                  </a:lnTo>
                  <a:lnTo>
                    <a:pt x="7074776" y="253412"/>
                  </a:lnTo>
                  <a:lnTo>
                    <a:pt x="7074902" y="253412"/>
                  </a:lnTo>
                  <a:lnTo>
                    <a:pt x="7075028" y="253412"/>
                  </a:lnTo>
                  <a:lnTo>
                    <a:pt x="7075154" y="253412"/>
                  </a:lnTo>
                  <a:lnTo>
                    <a:pt x="7075280" y="253412"/>
                  </a:lnTo>
                  <a:lnTo>
                    <a:pt x="7075406" y="253412"/>
                  </a:lnTo>
                  <a:lnTo>
                    <a:pt x="7075532" y="253412"/>
                  </a:lnTo>
                  <a:lnTo>
                    <a:pt x="7075658" y="253412"/>
                  </a:lnTo>
                  <a:lnTo>
                    <a:pt x="7075784" y="253412"/>
                  </a:lnTo>
                  <a:lnTo>
                    <a:pt x="7075910" y="253412"/>
                  </a:lnTo>
                  <a:lnTo>
                    <a:pt x="7076037" y="253412"/>
                  </a:lnTo>
                  <a:lnTo>
                    <a:pt x="7076163" y="253412"/>
                  </a:lnTo>
                  <a:lnTo>
                    <a:pt x="7076289" y="253412"/>
                  </a:lnTo>
                  <a:lnTo>
                    <a:pt x="7076415" y="253412"/>
                  </a:lnTo>
                  <a:lnTo>
                    <a:pt x="7076541" y="253412"/>
                  </a:lnTo>
                  <a:lnTo>
                    <a:pt x="7076667" y="253412"/>
                  </a:lnTo>
                  <a:lnTo>
                    <a:pt x="7076793" y="253412"/>
                  </a:lnTo>
                  <a:lnTo>
                    <a:pt x="7076919" y="253412"/>
                  </a:lnTo>
                  <a:lnTo>
                    <a:pt x="7077045" y="253412"/>
                  </a:lnTo>
                  <a:lnTo>
                    <a:pt x="7077171" y="253412"/>
                  </a:lnTo>
                  <a:lnTo>
                    <a:pt x="7077297" y="253412"/>
                  </a:lnTo>
                  <a:lnTo>
                    <a:pt x="7077424" y="253412"/>
                  </a:lnTo>
                  <a:lnTo>
                    <a:pt x="7077550" y="253412"/>
                  </a:lnTo>
                  <a:lnTo>
                    <a:pt x="7077676" y="253412"/>
                  </a:lnTo>
                  <a:lnTo>
                    <a:pt x="7077802" y="253412"/>
                  </a:lnTo>
                  <a:lnTo>
                    <a:pt x="7077928" y="253412"/>
                  </a:lnTo>
                  <a:lnTo>
                    <a:pt x="7078054" y="253412"/>
                  </a:lnTo>
                  <a:lnTo>
                    <a:pt x="7078180" y="253412"/>
                  </a:lnTo>
                  <a:lnTo>
                    <a:pt x="7078306" y="253412"/>
                  </a:lnTo>
                  <a:lnTo>
                    <a:pt x="7078432" y="253412"/>
                  </a:lnTo>
                  <a:lnTo>
                    <a:pt x="7078558" y="253412"/>
                  </a:lnTo>
                  <a:lnTo>
                    <a:pt x="7078684" y="253412"/>
                  </a:lnTo>
                  <a:lnTo>
                    <a:pt x="7078811" y="253412"/>
                  </a:lnTo>
                  <a:lnTo>
                    <a:pt x="7078937" y="253412"/>
                  </a:lnTo>
                  <a:lnTo>
                    <a:pt x="7079063" y="253412"/>
                  </a:lnTo>
                  <a:lnTo>
                    <a:pt x="7079189" y="253412"/>
                  </a:lnTo>
                  <a:lnTo>
                    <a:pt x="7079315" y="253412"/>
                  </a:lnTo>
                  <a:lnTo>
                    <a:pt x="7079441" y="253412"/>
                  </a:lnTo>
                  <a:lnTo>
                    <a:pt x="7079567" y="253412"/>
                  </a:lnTo>
                  <a:lnTo>
                    <a:pt x="7079693" y="253412"/>
                  </a:lnTo>
                  <a:lnTo>
                    <a:pt x="7079819" y="253412"/>
                  </a:lnTo>
                  <a:lnTo>
                    <a:pt x="7079945" y="253412"/>
                  </a:lnTo>
                  <a:lnTo>
                    <a:pt x="7080071" y="253412"/>
                  </a:lnTo>
                  <a:lnTo>
                    <a:pt x="7080197" y="253412"/>
                  </a:lnTo>
                  <a:lnTo>
                    <a:pt x="7080324" y="253412"/>
                  </a:lnTo>
                  <a:lnTo>
                    <a:pt x="7080450" y="253412"/>
                  </a:lnTo>
                  <a:lnTo>
                    <a:pt x="7080576" y="253412"/>
                  </a:lnTo>
                  <a:lnTo>
                    <a:pt x="7080702" y="253412"/>
                  </a:lnTo>
                  <a:lnTo>
                    <a:pt x="7080828" y="253412"/>
                  </a:lnTo>
                  <a:lnTo>
                    <a:pt x="7080954" y="253412"/>
                  </a:lnTo>
                  <a:lnTo>
                    <a:pt x="7081080" y="253412"/>
                  </a:lnTo>
                  <a:lnTo>
                    <a:pt x="7081206" y="253412"/>
                  </a:lnTo>
                  <a:lnTo>
                    <a:pt x="7081332" y="253412"/>
                  </a:lnTo>
                  <a:lnTo>
                    <a:pt x="7081458" y="253412"/>
                  </a:lnTo>
                  <a:lnTo>
                    <a:pt x="7081584" y="253412"/>
                  </a:lnTo>
                  <a:lnTo>
                    <a:pt x="7081711" y="253412"/>
                  </a:lnTo>
                  <a:lnTo>
                    <a:pt x="7081837" y="253412"/>
                  </a:lnTo>
                  <a:lnTo>
                    <a:pt x="7081963" y="253412"/>
                  </a:lnTo>
                  <a:lnTo>
                    <a:pt x="7082089" y="253412"/>
                  </a:lnTo>
                  <a:lnTo>
                    <a:pt x="7082215" y="253412"/>
                  </a:lnTo>
                  <a:lnTo>
                    <a:pt x="7082341" y="253412"/>
                  </a:lnTo>
                  <a:lnTo>
                    <a:pt x="7082467" y="253412"/>
                  </a:lnTo>
                  <a:lnTo>
                    <a:pt x="7082593" y="253412"/>
                  </a:lnTo>
                  <a:lnTo>
                    <a:pt x="7082719" y="253412"/>
                  </a:lnTo>
                  <a:lnTo>
                    <a:pt x="7082845" y="253412"/>
                  </a:lnTo>
                  <a:lnTo>
                    <a:pt x="7082971" y="253412"/>
                  </a:lnTo>
                  <a:lnTo>
                    <a:pt x="7083097" y="253412"/>
                  </a:lnTo>
                  <a:lnTo>
                    <a:pt x="7083224" y="253412"/>
                  </a:lnTo>
                  <a:lnTo>
                    <a:pt x="7083350" y="253412"/>
                  </a:lnTo>
                  <a:lnTo>
                    <a:pt x="7083476" y="253412"/>
                  </a:lnTo>
                  <a:lnTo>
                    <a:pt x="7083602" y="253412"/>
                  </a:lnTo>
                  <a:lnTo>
                    <a:pt x="7083728" y="253412"/>
                  </a:lnTo>
                  <a:lnTo>
                    <a:pt x="7083854" y="253412"/>
                  </a:lnTo>
                  <a:lnTo>
                    <a:pt x="7083980" y="253412"/>
                  </a:lnTo>
                  <a:lnTo>
                    <a:pt x="7084106" y="253412"/>
                  </a:lnTo>
                  <a:lnTo>
                    <a:pt x="7084232" y="253412"/>
                  </a:lnTo>
                  <a:lnTo>
                    <a:pt x="7084358" y="253412"/>
                  </a:lnTo>
                  <a:lnTo>
                    <a:pt x="7084484" y="253412"/>
                  </a:lnTo>
                  <a:lnTo>
                    <a:pt x="7084611" y="253412"/>
                  </a:lnTo>
                  <a:lnTo>
                    <a:pt x="7084737" y="253412"/>
                  </a:lnTo>
                  <a:lnTo>
                    <a:pt x="7084863" y="253412"/>
                  </a:lnTo>
                  <a:lnTo>
                    <a:pt x="7084989" y="253412"/>
                  </a:lnTo>
                  <a:lnTo>
                    <a:pt x="7085115" y="253412"/>
                  </a:lnTo>
                  <a:lnTo>
                    <a:pt x="7085241" y="253412"/>
                  </a:lnTo>
                  <a:lnTo>
                    <a:pt x="7085367" y="253412"/>
                  </a:lnTo>
                  <a:lnTo>
                    <a:pt x="7085493" y="253412"/>
                  </a:lnTo>
                  <a:lnTo>
                    <a:pt x="7085619" y="253412"/>
                  </a:lnTo>
                  <a:lnTo>
                    <a:pt x="7085745" y="253412"/>
                  </a:lnTo>
                  <a:lnTo>
                    <a:pt x="7085871" y="253412"/>
                  </a:lnTo>
                  <a:lnTo>
                    <a:pt x="7085998" y="253412"/>
                  </a:lnTo>
                  <a:lnTo>
                    <a:pt x="7086124" y="253412"/>
                  </a:lnTo>
                  <a:lnTo>
                    <a:pt x="7086250" y="253412"/>
                  </a:lnTo>
                  <a:lnTo>
                    <a:pt x="7086376" y="253412"/>
                  </a:lnTo>
                  <a:lnTo>
                    <a:pt x="7086502" y="253412"/>
                  </a:lnTo>
                  <a:lnTo>
                    <a:pt x="7086628" y="253412"/>
                  </a:lnTo>
                  <a:lnTo>
                    <a:pt x="7086754" y="253412"/>
                  </a:lnTo>
                  <a:lnTo>
                    <a:pt x="7086880" y="253412"/>
                  </a:lnTo>
                  <a:lnTo>
                    <a:pt x="7087006" y="253412"/>
                  </a:lnTo>
                  <a:lnTo>
                    <a:pt x="7087132" y="253412"/>
                  </a:lnTo>
                  <a:lnTo>
                    <a:pt x="7087258" y="253412"/>
                  </a:lnTo>
                  <a:lnTo>
                    <a:pt x="7087384" y="253412"/>
                  </a:lnTo>
                  <a:lnTo>
                    <a:pt x="7087511" y="253412"/>
                  </a:lnTo>
                  <a:lnTo>
                    <a:pt x="7087637" y="253412"/>
                  </a:lnTo>
                  <a:lnTo>
                    <a:pt x="7087763" y="253412"/>
                  </a:lnTo>
                  <a:lnTo>
                    <a:pt x="7087889" y="253412"/>
                  </a:lnTo>
                  <a:lnTo>
                    <a:pt x="7088015" y="253412"/>
                  </a:lnTo>
                  <a:lnTo>
                    <a:pt x="7088141" y="253412"/>
                  </a:lnTo>
                  <a:lnTo>
                    <a:pt x="7088267" y="253412"/>
                  </a:lnTo>
                  <a:lnTo>
                    <a:pt x="7088393" y="253412"/>
                  </a:lnTo>
                  <a:lnTo>
                    <a:pt x="7088519" y="253412"/>
                  </a:lnTo>
                  <a:lnTo>
                    <a:pt x="7088645" y="253412"/>
                  </a:lnTo>
                  <a:lnTo>
                    <a:pt x="7088771" y="253412"/>
                  </a:lnTo>
                  <a:lnTo>
                    <a:pt x="7088898" y="253412"/>
                  </a:lnTo>
                  <a:lnTo>
                    <a:pt x="7089024" y="253412"/>
                  </a:lnTo>
                  <a:lnTo>
                    <a:pt x="7089150" y="253412"/>
                  </a:lnTo>
                  <a:lnTo>
                    <a:pt x="7089276" y="253412"/>
                  </a:lnTo>
                  <a:lnTo>
                    <a:pt x="7089402" y="253412"/>
                  </a:lnTo>
                  <a:lnTo>
                    <a:pt x="7089528" y="253412"/>
                  </a:lnTo>
                  <a:lnTo>
                    <a:pt x="7089654" y="253412"/>
                  </a:lnTo>
                  <a:lnTo>
                    <a:pt x="7089780" y="253412"/>
                  </a:lnTo>
                  <a:lnTo>
                    <a:pt x="7089906" y="253412"/>
                  </a:lnTo>
                  <a:lnTo>
                    <a:pt x="7090032" y="253412"/>
                  </a:lnTo>
                  <a:lnTo>
                    <a:pt x="7090158" y="253412"/>
                  </a:lnTo>
                  <a:lnTo>
                    <a:pt x="7090284" y="253412"/>
                  </a:lnTo>
                  <a:lnTo>
                    <a:pt x="7090411" y="253412"/>
                  </a:lnTo>
                  <a:lnTo>
                    <a:pt x="7090537" y="253412"/>
                  </a:lnTo>
                  <a:lnTo>
                    <a:pt x="7090663" y="253412"/>
                  </a:lnTo>
                  <a:lnTo>
                    <a:pt x="7090789" y="253412"/>
                  </a:lnTo>
                  <a:lnTo>
                    <a:pt x="7090915" y="253412"/>
                  </a:lnTo>
                  <a:lnTo>
                    <a:pt x="7091041" y="253412"/>
                  </a:lnTo>
                  <a:lnTo>
                    <a:pt x="7091041" y="248132"/>
                  </a:lnTo>
                  <a:lnTo>
                    <a:pt x="7091167" y="248132"/>
                  </a:lnTo>
                  <a:lnTo>
                    <a:pt x="7091293" y="248132"/>
                  </a:lnTo>
                  <a:lnTo>
                    <a:pt x="7091419" y="248132"/>
                  </a:lnTo>
                  <a:lnTo>
                    <a:pt x="7091545" y="248132"/>
                  </a:lnTo>
                  <a:lnTo>
                    <a:pt x="7091671" y="248132"/>
                  </a:lnTo>
                  <a:lnTo>
                    <a:pt x="7091798" y="248132"/>
                  </a:lnTo>
                  <a:lnTo>
                    <a:pt x="7091924" y="248132"/>
                  </a:lnTo>
                  <a:lnTo>
                    <a:pt x="7092050" y="248132"/>
                  </a:lnTo>
                  <a:lnTo>
                    <a:pt x="7092176" y="248132"/>
                  </a:lnTo>
                  <a:lnTo>
                    <a:pt x="7092302" y="248132"/>
                  </a:lnTo>
                  <a:lnTo>
                    <a:pt x="7092428" y="248132"/>
                  </a:lnTo>
                  <a:lnTo>
                    <a:pt x="7092554" y="248132"/>
                  </a:lnTo>
                  <a:lnTo>
                    <a:pt x="7092680" y="248132"/>
                  </a:lnTo>
                  <a:lnTo>
                    <a:pt x="7092806" y="248132"/>
                  </a:lnTo>
                  <a:lnTo>
                    <a:pt x="7092932" y="248132"/>
                  </a:lnTo>
                  <a:lnTo>
                    <a:pt x="7093058" y="248132"/>
                  </a:lnTo>
                  <a:lnTo>
                    <a:pt x="7093184" y="248132"/>
                  </a:lnTo>
                  <a:lnTo>
                    <a:pt x="7093311" y="248132"/>
                  </a:lnTo>
                  <a:lnTo>
                    <a:pt x="7093437" y="248132"/>
                  </a:lnTo>
                  <a:lnTo>
                    <a:pt x="7093563" y="248132"/>
                  </a:lnTo>
                  <a:lnTo>
                    <a:pt x="7093689" y="248132"/>
                  </a:lnTo>
                  <a:lnTo>
                    <a:pt x="7093815" y="248132"/>
                  </a:lnTo>
                  <a:lnTo>
                    <a:pt x="7093941" y="248132"/>
                  </a:lnTo>
                  <a:lnTo>
                    <a:pt x="7094067" y="248132"/>
                  </a:lnTo>
                  <a:lnTo>
                    <a:pt x="7094193" y="248132"/>
                  </a:lnTo>
                  <a:lnTo>
                    <a:pt x="7094319" y="248132"/>
                  </a:lnTo>
                  <a:lnTo>
                    <a:pt x="7094445" y="248132"/>
                  </a:lnTo>
                  <a:lnTo>
                    <a:pt x="7094571" y="248132"/>
                  </a:lnTo>
                  <a:lnTo>
                    <a:pt x="7094698" y="248132"/>
                  </a:lnTo>
                  <a:lnTo>
                    <a:pt x="7094824" y="248132"/>
                  </a:lnTo>
                  <a:lnTo>
                    <a:pt x="7094950" y="248132"/>
                  </a:lnTo>
                  <a:lnTo>
                    <a:pt x="7095076" y="248132"/>
                  </a:lnTo>
                  <a:lnTo>
                    <a:pt x="7095202" y="248132"/>
                  </a:lnTo>
                  <a:lnTo>
                    <a:pt x="7095328" y="248132"/>
                  </a:lnTo>
                  <a:lnTo>
                    <a:pt x="7095454" y="248132"/>
                  </a:lnTo>
                  <a:lnTo>
                    <a:pt x="7095580" y="248132"/>
                  </a:lnTo>
                  <a:lnTo>
                    <a:pt x="7095706" y="248132"/>
                  </a:lnTo>
                  <a:lnTo>
                    <a:pt x="7095832" y="248132"/>
                  </a:lnTo>
                  <a:lnTo>
                    <a:pt x="7095958" y="248132"/>
                  </a:lnTo>
                  <a:lnTo>
                    <a:pt x="7096085" y="248132"/>
                  </a:lnTo>
                  <a:lnTo>
                    <a:pt x="7096211" y="248132"/>
                  </a:lnTo>
                  <a:lnTo>
                    <a:pt x="7096337" y="248132"/>
                  </a:lnTo>
                  <a:lnTo>
                    <a:pt x="7096463" y="248132"/>
                  </a:lnTo>
                  <a:lnTo>
                    <a:pt x="7096589" y="248132"/>
                  </a:lnTo>
                  <a:lnTo>
                    <a:pt x="7096715" y="248132"/>
                  </a:lnTo>
                  <a:lnTo>
                    <a:pt x="7096841" y="248132"/>
                  </a:lnTo>
                  <a:lnTo>
                    <a:pt x="7096967" y="248132"/>
                  </a:lnTo>
                  <a:lnTo>
                    <a:pt x="7097093" y="248132"/>
                  </a:lnTo>
                  <a:lnTo>
                    <a:pt x="7097219" y="248132"/>
                  </a:lnTo>
                  <a:lnTo>
                    <a:pt x="7097345" y="248132"/>
                  </a:lnTo>
                  <a:lnTo>
                    <a:pt x="7097471" y="248132"/>
                  </a:lnTo>
                  <a:lnTo>
                    <a:pt x="7097598" y="248132"/>
                  </a:lnTo>
                  <a:lnTo>
                    <a:pt x="7097724" y="248132"/>
                  </a:lnTo>
                  <a:lnTo>
                    <a:pt x="7097850" y="248132"/>
                  </a:lnTo>
                  <a:lnTo>
                    <a:pt x="7097976" y="248132"/>
                  </a:lnTo>
                  <a:lnTo>
                    <a:pt x="7098102" y="248132"/>
                  </a:lnTo>
                  <a:lnTo>
                    <a:pt x="7098228" y="248132"/>
                  </a:lnTo>
                  <a:lnTo>
                    <a:pt x="7098354" y="248132"/>
                  </a:lnTo>
                  <a:lnTo>
                    <a:pt x="7098480" y="248132"/>
                  </a:lnTo>
                  <a:lnTo>
                    <a:pt x="7098606" y="248132"/>
                  </a:lnTo>
                  <a:lnTo>
                    <a:pt x="7098732" y="248132"/>
                  </a:lnTo>
                  <a:lnTo>
                    <a:pt x="7098858" y="248132"/>
                  </a:lnTo>
                  <a:lnTo>
                    <a:pt x="7098985" y="248132"/>
                  </a:lnTo>
                  <a:lnTo>
                    <a:pt x="7099111" y="248132"/>
                  </a:lnTo>
                  <a:lnTo>
                    <a:pt x="7099237" y="248132"/>
                  </a:lnTo>
                  <a:lnTo>
                    <a:pt x="7099363" y="248132"/>
                  </a:lnTo>
                  <a:lnTo>
                    <a:pt x="7099489" y="248132"/>
                  </a:lnTo>
                  <a:lnTo>
                    <a:pt x="7099615" y="248132"/>
                  </a:lnTo>
                  <a:lnTo>
                    <a:pt x="7099741" y="248132"/>
                  </a:lnTo>
                  <a:lnTo>
                    <a:pt x="7099867" y="248132"/>
                  </a:lnTo>
                  <a:lnTo>
                    <a:pt x="7099993" y="248132"/>
                  </a:lnTo>
                  <a:lnTo>
                    <a:pt x="7100119" y="248132"/>
                  </a:lnTo>
                  <a:lnTo>
                    <a:pt x="7100245" y="248132"/>
                  </a:lnTo>
                  <a:lnTo>
                    <a:pt x="7100371" y="248132"/>
                  </a:lnTo>
                  <a:lnTo>
                    <a:pt x="7100498" y="248132"/>
                  </a:lnTo>
                  <a:lnTo>
                    <a:pt x="7100624" y="248132"/>
                  </a:lnTo>
                  <a:lnTo>
                    <a:pt x="7100750" y="248132"/>
                  </a:lnTo>
                  <a:lnTo>
                    <a:pt x="7100876" y="248132"/>
                  </a:lnTo>
                  <a:lnTo>
                    <a:pt x="7101002" y="248132"/>
                  </a:lnTo>
                  <a:lnTo>
                    <a:pt x="7101128" y="248132"/>
                  </a:lnTo>
                  <a:lnTo>
                    <a:pt x="7101254" y="248132"/>
                  </a:lnTo>
                  <a:lnTo>
                    <a:pt x="7101380" y="248132"/>
                  </a:lnTo>
                  <a:lnTo>
                    <a:pt x="7101506" y="248132"/>
                  </a:lnTo>
                  <a:lnTo>
                    <a:pt x="7101632" y="248132"/>
                  </a:lnTo>
                  <a:lnTo>
                    <a:pt x="7101758" y="248132"/>
                  </a:lnTo>
                  <a:lnTo>
                    <a:pt x="7101885" y="248132"/>
                  </a:lnTo>
                  <a:lnTo>
                    <a:pt x="7102011" y="248132"/>
                  </a:lnTo>
                  <a:lnTo>
                    <a:pt x="7102137" y="248132"/>
                  </a:lnTo>
                  <a:lnTo>
                    <a:pt x="7102263" y="248132"/>
                  </a:lnTo>
                  <a:lnTo>
                    <a:pt x="7102389" y="248132"/>
                  </a:lnTo>
                  <a:lnTo>
                    <a:pt x="7102515" y="248132"/>
                  </a:lnTo>
                  <a:lnTo>
                    <a:pt x="7102641" y="248132"/>
                  </a:lnTo>
                  <a:lnTo>
                    <a:pt x="7102767" y="248132"/>
                  </a:lnTo>
                  <a:lnTo>
                    <a:pt x="7102893" y="248132"/>
                  </a:lnTo>
                  <a:lnTo>
                    <a:pt x="7103019" y="248132"/>
                  </a:lnTo>
                  <a:lnTo>
                    <a:pt x="7103145" y="248132"/>
                  </a:lnTo>
                  <a:lnTo>
                    <a:pt x="7103272" y="248132"/>
                  </a:lnTo>
                  <a:lnTo>
                    <a:pt x="7103272" y="242853"/>
                  </a:lnTo>
                  <a:lnTo>
                    <a:pt x="7103398" y="242853"/>
                  </a:lnTo>
                  <a:lnTo>
                    <a:pt x="7103524" y="242853"/>
                  </a:lnTo>
                  <a:lnTo>
                    <a:pt x="7103650" y="242853"/>
                  </a:lnTo>
                  <a:lnTo>
                    <a:pt x="7103776" y="242853"/>
                  </a:lnTo>
                  <a:lnTo>
                    <a:pt x="7103902" y="242853"/>
                  </a:lnTo>
                  <a:lnTo>
                    <a:pt x="7104028" y="242853"/>
                  </a:lnTo>
                  <a:lnTo>
                    <a:pt x="7104154" y="242853"/>
                  </a:lnTo>
                  <a:lnTo>
                    <a:pt x="7104280" y="242853"/>
                  </a:lnTo>
                  <a:lnTo>
                    <a:pt x="7104406" y="242853"/>
                  </a:lnTo>
                  <a:lnTo>
                    <a:pt x="7104532" y="242853"/>
                  </a:lnTo>
                  <a:lnTo>
                    <a:pt x="7104658" y="242853"/>
                  </a:lnTo>
                  <a:lnTo>
                    <a:pt x="7104785" y="242853"/>
                  </a:lnTo>
                  <a:lnTo>
                    <a:pt x="7104911" y="242853"/>
                  </a:lnTo>
                  <a:lnTo>
                    <a:pt x="7105037" y="242853"/>
                  </a:lnTo>
                  <a:lnTo>
                    <a:pt x="7105163" y="242853"/>
                  </a:lnTo>
                  <a:lnTo>
                    <a:pt x="7105289" y="242853"/>
                  </a:lnTo>
                  <a:lnTo>
                    <a:pt x="7105415" y="242853"/>
                  </a:lnTo>
                  <a:lnTo>
                    <a:pt x="7105541" y="242853"/>
                  </a:lnTo>
                  <a:lnTo>
                    <a:pt x="7105667" y="242853"/>
                  </a:lnTo>
                  <a:lnTo>
                    <a:pt x="7105793" y="242853"/>
                  </a:lnTo>
                  <a:lnTo>
                    <a:pt x="7105919" y="242853"/>
                  </a:lnTo>
                  <a:lnTo>
                    <a:pt x="7106045" y="242853"/>
                  </a:lnTo>
                  <a:lnTo>
                    <a:pt x="7106172" y="242853"/>
                  </a:lnTo>
                  <a:lnTo>
                    <a:pt x="7106298" y="242853"/>
                  </a:lnTo>
                  <a:lnTo>
                    <a:pt x="7106424" y="242853"/>
                  </a:lnTo>
                  <a:lnTo>
                    <a:pt x="7106550" y="242853"/>
                  </a:lnTo>
                  <a:lnTo>
                    <a:pt x="7106676" y="242853"/>
                  </a:lnTo>
                  <a:lnTo>
                    <a:pt x="7106802" y="242853"/>
                  </a:lnTo>
                  <a:lnTo>
                    <a:pt x="7106928" y="242853"/>
                  </a:lnTo>
                  <a:lnTo>
                    <a:pt x="7107054" y="242853"/>
                  </a:lnTo>
                  <a:lnTo>
                    <a:pt x="7107180" y="242853"/>
                  </a:lnTo>
                  <a:lnTo>
                    <a:pt x="7107306" y="242853"/>
                  </a:lnTo>
                  <a:lnTo>
                    <a:pt x="7107432" y="242853"/>
                  </a:lnTo>
                  <a:lnTo>
                    <a:pt x="7107558" y="242853"/>
                  </a:lnTo>
                  <a:lnTo>
                    <a:pt x="7107685" y="242853"/>
                  </a:lnTo>
                  <a:lnTo>
                    <a:pt x="7107811" y="242853"/>
                  </a:lnTo>
                  <a:lnTo>
                    <a:pt x="7107937" y="242853"/>
                  </a:lnTo>
                  <a:lnTo>
                    <a:pt x="7108063" y="242853"/>
                  </a:lnTo>
                  <a:lnTo>
                    <a:pt x="7108189" y="242853"/>
                  </a:lnTo>
                  <a:lnTo>
                    <a:pt x="7108315" y="242853"/>
                  </a:lnTo>
                  <a:lnTo>
                    <a:pt x="7108441" y="242853"/>
                  </a:lnTo>
                  <a:lnTo>
                    <a:pt x="7108567" y="242853"/>
                  </a:lnTo>
                  <a:lnTo>
                    <a:pt x="7108693" y="242853"/>
                  </a:lnTo>
                  <a:lnTo>
                    <a:pt x="7108819" y="242853"/>
                  </a:lnTo>
                  <a:lnTo>
                    <a:pt x="7108945" y="242853"/>
                  </a:lnTo>
                  <a:lnTo>
                    <a:pt x="7109072" y="242853"/>
                  </a:lnTo>
                  <a:lnTo>
                    <a:pt x="7109198" y="242853"/>
                  </a:lnTo>
                  <a:lnTo>
                    <a:pt x="7109324" y="242853"/>
                  </a:lnTo>
                  <a:lnTo>
                    <a:pt x="7109450" y="242853"/>
                  </a:lnTo>
                  <a:lnTo>
                    <a:pt x="7109576" y="242853"/>
                  </a:lnTo>
                  <a:lnTo>
                    <a:pt x="7109702" y="242853"/>
                  </a:lnTo>
                  <a:lnTo>
                    <a:pt x="7109828" y="242853"/>
                  </a:lnTo>
                  <a:lnTo>
                    <a:pt x="7109954" y="242853"/>
                  </a:lnTo>
                  <a:lnTo>
                    <a:pt x="7110080" y="242853"/>
                  </a:lnTo>
                  <a:lnTo>
                    <a:pt x="7110206" y="242853"/>
                  </a:lnTo>
                  <a:lnTo>
                    <a:pt x="7110332" y="242853"/>
                  </a:lnTo>
                  <a:lnTo>
                    <a:pt x="7110458" y="242853"/>
                  </a:lnTo>
                  <a:lnTo>
                    <a:pt x="7110585" y="242853"/>
                  </a:lnTo>
                  <a:lnTo>
                    <a:pt x="7110711" y="242853"/>
                  </a:lnTo>
                  <a:lnTo>
                    <a:pt x="7110837" y="242853"/>
                  </a:lnTo>
                  <a:lnTo>
                    <a:pt x="7110963" y="242853"/>
                  </a:lnTo>
                  <a:lnTo>
                    <a:pt x="7111089" y="242853"/>
                  </a:lnTo>
                  <a:lnTo>
                    <a:pt x="7111215" y="242853"/>
                  </a:lnTo>
                  <a:lnTo>
                    <a:pt x="7111341" y="242853"/>
                  </a:lnTo>
                  <a:lnTo>
                    <a:pt x="7111467" y="242853"/>
                  </a:lnTo>
                  <a:lnTo>
                    <a:pt x="7111593" y="242853"/>
                  </a:lnTo>
                  <a:lnTo>
                    <a:pt x="7111719" y="242853"/>
                  </a:lnTo>
                  <a:lnTo>
                    <a:pt x="7111845" y="242853"/>
                  </a:lnTo>
                  <a:lnTo>
                    <a:pt x="7111972" y="242853"/>
                  </a:lnTo>
                  <a:lnTo>
                    <a:pt x="7112098" y="242853"/>
                  </a:lnTo>
                  <a:lnTo>
                    <a:pt x="7112224" y="242853"/>
                  </a:lnTo>
                  <a:lnTo>
                    <a:pt x="7112350" y="242853"/>
                  </a:lnTo>
                  <a:lnTo>
                    <a:pt x="7112476" y="242853"/>
                  </a:lnTo>
                  <a:lnTo>
                    <a:pt x="7112602" y="242853"/>
                  </a:lnTo>
                  <a:lnTo>
                    <a:pt x="7112728" y="242853"/>
                  </a:lnTo>
                  <a:lnTo>
                    <a:pt x="7112854" y="242853"/>
                  </a:lnTo>
                  <a:lnTo>
                    <a:pt x="7112980" y="242853"/>
                  </a:lnTo>
                  <a:lnTo>
                    <a:pt x="7113106" y="242853"/>
                  </a:lnTo>
                  <a:lnTo>
                    <a:pt x="7113232" y="242853"/>
                  </a:lnTo>
                  <a:lnTo>
                    <a:pt x="7113359" y="242853"/>
                  </a:lnTo>
                  <a:lnTo>
                    <a:pt x="7113485" y="242853"/>
                  </a:lnTo>
                  <a:lnTo>
                    <a:pt x="7113611" y="242853"/>
                  </a:lnTo>
                  <a:lnTo>
                    <a:pt x="7113737" y="242853"/>
                  </a:lnTo>
                  <a:lnTo>
                    <a:pt x="7113863" y="242853"/>
                  </a:lnTo>
                  <a:lnTo>
                    <a:pt x="7113989" y="242853"/>
                  </a:lnTo>
                  <a:lnTo>
                    <a:pt x="7114115" y="242853"/>
                  </a:lnTo>
                  <a:lnTo>
                    <a:pt x="7114241" y="242853"/>
                  </a:lnTo>
                  <a:lnTo>
                    <a:pt x="7114367" y="242853"/>
                  </a:lnTo>
                  <a:lnTo>
                    <a:pt x="7114493" y="242853"/>
                  </a:lnTo>
                  <a:lnTo>
                    <a:pt x="7114619" y="242853"/>
                  </a:lnTo>
                  <a:lnTo>
                    <a:pt x="7114745" y="242853"/>
                  </a:lnTo>
                  <a:lnTo>
                    <a:pt x="7114872" y="242853"/>
                  </a:lnTo>
                  <a:lnTo>
                    <a:pt x="7114998" y="242853"/>
                  </a:lnTo>
                  <a:lnTo>
                    <a:pt x="7115124" y="242853"/>
                  </a:lnTo>
                  <a:lnTo>
                    <a:pt x="7115250" y="242853"/>
                  </a:lnTo>
                  <a:lnTo>
                    <a:pt x="7115376" y="242853"/>
                  </a:lnTo>
                  <a:lnTo>
                    <a:pt x="7115502" y="242853"/>
                  </a:lnTo>
                  <a:lnTo>
                    <a:pt x="7115628" y="242853"/>
                  </a:lnTo>
                  <a:lnTo>
                    <a:pt x="7115754" y="242853"/>
                  </a:lnTo>
                  <a:lnTo>
                    <a:pt x="7115880" y="242853"/>
                  </a:lnTo>
                  <a:lnTo>
                    <a:pt x="7116006" y="242853"/>
                  </a:lnTo>
                  <a:lnTo>
                    <a:pt x="7116132" y="242853"/>
                  </a:lnTo>
                  <a:lnTo>
                    <a:pt x="7116259" y="242853"/>
                  </a:lnTo>
                  <a:lnTo>
                    <a:pt x="7116385" y="242853"/>
                  </a:lnTo>
                  <a:lnTo>
                    <a:pt x="7116511" y="242853"/>
                  </a:lnTo>
                  <a:lnTo>
                    <a:pt x="7116637" y="242853"/>
                  </a:lnTo>
                  <a:lnTo>
                    <a:pt x="7116763" y="242853"/>
                  </a:lnTo>
                  <a:lnTo>
                    <a:pt x="7116889" y="242853"/>
                  </a:lnTo>
                  <a:lnTo>
                    <a:pt x="7117015" y="242853"/>
                  </a:lnTo>
                  <a:lnTo>
                    <a:pt x="7117141" y="242853"/>
                  </a:lnTo>
                  <a:lnTo>
                    <a:pt x="7117267" y="242853"/>
                  </a:lnTo>
                  <a:lnTo>
                    <a:pt x="7117393" y="242853"/>
                  </a:lnTo>
                  <a:lnTo>
                    <a:pt x="7117519" y="242853"/>
                  </a:lnTo>
                  <a:lnTo>
                    <a:pt x="7117645" y="242853"/>
                  </a:lnTo>
                  <a:lnTo>
                    <a:pt x="7117772" y="242853"/>
                  </a:lnTo>
                  <a:lnTo>
                    <a:pt x="7117898" y="242853"/>
                  </a:lnTo>
                  <a:lnTo>
                    <a:pt x="7118024" y="242853"/>
                  </a:lnTo>
                  <a:lnTo>
                    <a:pt x="7118150" y="242853"/>
                  </a:lnTo>
                  <a:lnTo>
                    <a:pt x="7118276" y="242853"/>
                  </a:lnTo>
                  <a:lnTo>
                    <a:pt x="7118402" y="242853"/>
                  </a:lnTo>
                  <a:lnTo>
                    <a:pt x="7118528" y="242853"/>
                  </a:lnTo>
                  <a:lnTo>
                    <a:pt x="7118654" y="242853"/>
                  </a:lnTo>
                  <a:lnTo>
                    <a:pt x="7118780" y="242853"/>
                  </a:lnTo>
                  <a:lnTo>
                    <a:pt x="7118906" y="242853"/>
                  </a:lnTo>
                  <a:lnTo>
                    <a:pt x="7119032" y="242853"/>
                  </a:lnTo>
                  <a:lnTo>
                    <a:pt x="7119159" y="242853"/>
                  </a:lnTo>
                  <a:lnTo>
                    <a:pt x="7119285" y="242853"/>
                  </a:lnTo>
                  <a:lnTo>
                    <a:pt x="7119411" y="242853"/>
                  </a:lnTo>
                  <a:lnTo>
                    <a:pt x="7119537" y="242853"/>
                  </a:lnTo>
                  <a:lnTo>
                    <a:pt x="7119663" y="242853"/>
                  </a:lnTo>
                  <a:lnTo>
                    <a:pt x="7119789" y="242853"/>
                  </a:lnTo>
                  <a:lnTo>
                    <a:pt x="7119915" y="242853"/>
                  </a:lnTo>
                  <a:lnTo>
                    <a:pt x="7120041" y="242853"/>
                  </a:lnTo>
                  <a:lnTo>
                    <a:pt x="7120167" y="242853"/>
                  </a:lnTo>
                  <a:lnTo>
                    <a:pt x="7120293" y="242853"/>
                  </a:lnTo>
                  <a:lnTo>
                    <a:pt x="7120419" y="242853"/>
                  </a:lnTo>
                  <a:lnTo>
                    <a:pt x="7120546" y="242853"/>
                  </a:lnTo>
                  <a:lnTo>
                    <a:pt x="7120672" y="242853"/>
                  </a:lnTo>
                  <a:lnTo>
                    <a:pt x="7120798" y="242853"/>
                  </a:lnTo>
                  <a:lnTo>
                    <a:pt x="7120924" y="242853"/>
                  </a:lnTo>
                  <a:lnTo>
                    <a:pt x="7121050" y="242853"/>
                  </a:lnTo>
                  <a:lnTo>
                    <a:pt x="7121176" y="242853"/>
                  </a:lnTo>
                  <a:lnTo>
                    <a:pt x="7121302" y="242853"/>
                  </a:lnTo>
                  <a:lnTo>
                    <a:pt x="7121428" y="242853"/>
                  </a:lnTo>
                  <a:lnTo>
                    <a:pt x="7121554" y="242853"/>
                  </a:lnTo>
                  <a:lnTo>
                    <a:pt x="7121680" y="242853"/>
                  </a:lnTo>
                  <a:lnTo>
                    <a:pt x="7121806" y="242853"/>
                  </a:lnTo>
                  <a:lnTo>
                    <a:pt x="7121932" y="242853"/>
                  </a:lnTo>
                  <a:lnTo>
                    <a:pt x="7122059" y="242853"/>
                  </a:lnTo>
                  <a:lnTo>
                    <a:pt x="7122185" y="242853"/>
                  </a:lnTo>
                  <a:lnTo>
                    <a:pt x="7122311" y="242853"/>
                  </a:lnTo>
                  <a:lnTo>
                    <a:pt x="7122437" y="242853"/>
                  </a:lnTo>
                  <a:lnTo>
                    <a:pt x="7122563" y="242853"/>
                  </a:lnTo>
                  <a:lnTo>
                    <a:pt x="7122689" y="242853"/>
                  </a:lnTo>
                  <a:lnTo>
                    <a:pt x="7122815" y="242853"/>
                  </a:lnTo>
                  <a:lnTo>
                    <a:pt x="7122941" y="242853"/>
                  </a:lnTo>
                  <a:lnTo>
                    <a:pt x="7123067" y="242853"/>
                  </a:lnTo>
                  <a:lnTo>
                    <a:pt x="7123193" y="242853"/>
                  </a:lnTo>
                  <a:lnTo>
                    <a:pt x="7123319" y="242853"/>
                  </a:lnTo>
                  <a:lnTo>
                    <a:pt x="7123446" y="242853"/>
                  </a:lnTo>
                  <a:lnTo>
                    <a:pt x="7123572" y="242853"/>
                  </a:lnTo>
                  <a:lnTo>
                    <a:pt x="7123698" y="242853"/>
                  </a:lnTo>
                  <a:lnTo>
                    <a:pt x="7123824" y="242853"/>
                  </a:lnTo>
                  <a:lnTo>
                    <a:pt x="7123950" y="242853"/>
                  </a:lnTo>
                  <a:lnTo>
                    <a:pt x="7124076" y="242853"/>
                  </a:lnTo>
                  <a:lnTo>
                    <a:pt x="7124202" y="242853"/>
                  </a:lnTo>
                  <a:lnTo>
                    <a:pt x="7124328" y="242853"/>
                  </a:lnTo>
                  <a:lnTo>
                    <a:pt x="7124454" y="242853"/>
                  </a:lnTo>
                  <a:lnTo>
                    <a:pt x="7124580" y="242853"/>
                  </a:lnTo>
                  <a:lnTo>
                    <a:pt x="7124706" y="242853"/>
                  </a:lnTo>
                  <a:lnTo>
                    <a:pt x="7124832" y="242853"/>
                  </a:lnTo>
                  <a:lnTo>
                    <a:pt x="7124959" y="242853"/>
                  </a:lnTo>
                  <a:lnTo>
                    <a:pt x="7125085" y="242853"/>
                  </a:lnTo>
                  <a:lnTo>
                    <a:pt x="7125211" y="242853"/>
                  </a:lnTo>
                  <a:lnTo>
                    <a:pt x="7125337" y="242853"/>
                  </a:lnTo>
                  <a:lnTo>
                    <a:pt x="7125463" y="242853"/>
                  </a:lnTo>
                  <a:lnTo>
                    <a:pt x="7125589" y="242853"/>
                  </a:lnTo>
                  <a:lnTo>
                    <a:pt x="7125715" y="242853"/>
                  </a:lnTo>
                  <a:lnTo>
                    <a:pt x="7125841" y="242853"/>
                  </a:lnTo>
                  <a:lnTo>
                    <a:pt x="7125967" y="242853"/>
                  </a:lnTo>
                  <a:lnTo>
                    <a:pt x="7126093" y="242853"/>
                  </a:lnTo>
                  <a:lnTo>
                    <a:pt x="7126219" y="242853"/>
                  </a:lnTo>
                  <a:lnTo>
                    <a:pt x="7126346" y="242853"/>
                  </a:lnTo>
                  <a:lnTo>
                    <a:pt x="7126472" y="242853"/>
                  </a:lnTo>
                  <a:lnTo>
                    <a:pt x="7126598" y="242853"/>
                  </a:lnTo>
                  <a:lnTo>
                    <a:pt x="7126724" y="242853"/>
                  </a:lnTo>
                  <a:lnTo>
                    <a:pt x="7126850" y="242853"/>
                  </a:lnTo>
                  <a:lnTo>
                    <a:pt x="7126976" y="242853"/>
                  </a:lnTo>
                  <a:lnTo>
                    <a:pt x="7127102" y="242853"/>
                  </a:lnTo>
                  <a:lnTo>
                    <a:pt x="7127228" y="242853"/>
                  </a:lnTo>
                  <a:lnTo>
                    <a:pt x="7127354" y="242853"/>
                  </a:lnTo>
                  <a:lnTo>
                    <a:pt x="7127480" y="242853"/>
                  </a:lnTo>
                  <a:lnTo>
                    <a:pt x="7127606" y="242853"/>
                  </a:lnTo>
                  <a:lnTo>
                    <a:pt x="7127733" y="242853"/>
                  </a:lnTo>
                  <a:lnTo>
                    <a:pt x="7127859" y="242853"/>
                  </a:lnTo>
                  <a:lnTo>
                    <a:pt x="7127985" y="242853"/>
                  </a:lnTo>
                  <a:lnTo>
                    <a:pt x="7128111" y="242853"/>
                  </a:lnTo>
                  <a:lnTo>
                    <a:pt x="7128237" y="242853"/>
                  </a:lnTo>
                  <a:lnTo>
                    <a:pt x="7128363" y="242853"/>
                  </a:lnTo>
                  <a:lnTo>
                    <a:pt x="7128489" y="242853"/>
                  </a:lnTo>
                  <a:lnTo>
                    <a:pt x="7128615" y="242853"/>
                  </a:lnTo>
                  <a:lnTo>
                    <a:pt x="7128741" y="242853"/>
                  </a:lnTo>
                  <a:lnTo>
                    <a:pt x="7128867" y="242853"/>
                  </a:lnTo>
                  <a:lnTo>
                    <a:pt x="7128993" y="242853"/>
                  </a:lnTo>
                  <a:lnTo>
                    <a:pt x="7129119" y="242853"/>
                  </a:lnTo>
                  <a:lnTo>
                    <a:pt x="7129246" y="242853"/>
                  </a:lnTo>
                  <a:lnTo>
                    <a:pt x="7129372" y="242853"/>
                  </a:lnTo>
                  <a:lnTo>
                    <a:pt x="7129498" y="242853"/>
                  </a:lnTo>
                  <a:lnTo>
                    <a:pt x="7129624" y="242853"/>
                  </a:lnTo>
                  <a:lnTo>
                    <a:pt x="7129750" y="242853"/>
                  </a:lnTo>
                  <a:lnTo>
                    <a:pt x="7129876" y="242853"/>
                  </a:lnTo>
                  <a:lnTo>
                    <a:pt x="7130002" y="242853"/>
                  </a:lnTo>
                  <a:lnTo>
                    <a:pt x="7130128" y="242853"/>
                  </a:lnTo>
                  <a:lnTo>
                    <a:pt x="7130254" y="242853"/>
                  </a:lnTo>
                  <a:lnTo>
                    <a:pt x="7130380" y="242853"/>
                  </a:lnTo>
                  <a:lnTo>
                    <a:pt x="7130506" y="242853"/>
                  </a:lnTo>
                  <a:lnTo>
                    <a:pt x="7130633" y="242853"/>
                  </a:lnTo>
                  <a:lnTo>
                    <a:pt x="7130759" y="242853"/>
                  </a:lnTo>
                  <a:lnTo>
                    <a:pt x="7130885" y="242853"/>
                  </a:lnTo>
                  <a:lnTo>
                    <a:pt x="7131011" y="242853"/>
                  </a:lnTo>
                  <a:lnTo>
                    <a:pt x="7131137" y="242853"/>
                  </a:lnTo>
                  <a:lnTo>
                    <a:pt x="7131263" y="242853"/>
                  </a:lnTo>
                  <a:lnTo>
                    <a:pt x="7131389" y="242853"/>
                  </a:lnTo>
                  <a:lnTo>
                    <a:pt x="7131515" y="242853"/>
                  </a:lnTo>
                  <a:lnTo>
                    <a:pt x="7131641" y="242853"/>
                  </a:lnTo>
                  <a:lnTo>
                    <a:pt x="7131767" y="242853"/>
                  </a:lnTo>
                  <a:lnTo>
                    <a:pt x="7131893" y="242853"/>
                  </a:lnTo>
                  <a:lnTo>
                    <a:pt x="7132019" y="242853"/>
                  </a:lnTo>
                  <a:lnTo>
                    <a:pt x="7132146" y="242853"/>
                  </a:lnTo>
                  <a:lnTo>
                    <a:pt x="7132272" y="242853"/>
                  </a:lnTo>
                  <a:lnTo>
                    <a:pt x="7132398" y="242853"/>
                  </a:lnTo>
                  <a:lnTo>
                    <a:pt x="7132524" y="242853"/>
                  </a:lnTo>
                  <a:lnTo>
                    <a:pt x="7132650" y="242853"/>
                  </a:lnTo>
                  <a:lnTo>
                    <a:pt x="7132776" y="242853"/>
                  </a:lnTo>
                  <a:lnTo>
                    <a:pt x="7132902" y="242853"/>
                  </a:lnTo>
                  <a:lnTo>
                    <a:pt x="7133028" y="242853"/>
                  </a:lnTo>
                  <a:lnTo>
                    <a:pt x="7133154" y="242853"/>
                  </a:lnTo>
                  <a:lnTo>
                    <a:pt x="7133280" y="242853"/>
                  </a:lnTo>
                  <a:lnTo>
                    <a:pt x="7133406" y="242853"/>
                  </a:lnTo>
                  <a:lnTo>
                    <a:pt x="7133533" y="242853"/>
                  </a:lnTo>
                  <a:lnTo>
                    <a:pt x="7133659" y="242853"/>
                  </a:lnTo>
                  <a:lnTo>
                    <a:pt x="7133785" y="242853"/>
                  </a:lnTo>
                  <a:lnTo>
                    <a:pt x="7133911" y="242853"/>
                  </a:lnTo>
                  <a:lnTo>
                    <a:pt x="7134037" y="242853"/>
                  </a:lnTo>
                  <a:lnTo>
                    <a:pt x="7134163" y="242853"/>
                  </a:lnTo>
                  <a:lnTo>
                    <a:pt x="7134289" y="242853"/>
                  </a:lnTo>
                  <a:lnTo>
                    <a:pt x="7134415" y="242853"/>
                  </a:lnTo>
                  <a:lnTo>
                    <a:pt x="7134541" y="242853"/>
                  </a:lnTo>
                  <a:lnTo>
                    <a:pt x="7134667" y="242853"/>
                  </a:lnTo>
                  <a:lnTo>
                    <a:pt x="7134793" y="242853"/>
                  </a:lnTo>
                  <a:lnTo>
                    <a:pt x="7134919" y="242853"/>
                  </a:lnTo>
                  <a:lnTo>
                    <a:pt x="7135046" y="242853"/>
                  </a:lnTo>
                  <a:lnTo>
                    <a:pt x="7135172" y="242853"/>
                  </a:lnTo>
                  <a:lnTo>
                    <a:pt x="7135298" y="242853"/>
                  </a:lnTo>
                  <a:lnTo>
                    <a:pt x="7135424" y="242853"/>
                  </a:lnTo>
                  <a:lnTo>
                    <a:pt x="7135550" y="242853"/>
                  </a:lnTo>
                  <a:lnTo>
                    <a:pt x="7135676" y="242853"/>
                  </a:lnTo>
                  <a:lnTo>
                    <a:pt x="7135802" y="242853"/>
                  </a:lnTo>
                  <a:lnTo>
                    <a:pt x="7135928" y="242853"/>
                  </a:lnTo>
                  <a:lnTo>
                    <a:pt x="7136054" y="242853"/>
                  </a:lnTo>
                  <a:lnTo>
                    <a:pt x="7136180" y="242853"/>
                  </a:lnTo>
                  <a:lnTo>
                    <a:pt x="7136306" y="242853"/>
                  </a:lnTo>
                  <a:lnTo>
                    <a:pt x="7136433" y="242853"/>
                  </a:lnTo>
                  <a:lnTo>
                    <a:pt x="7136559" y="242853"/>
                  </a:lnTo>
                  <a:lnTo>
                    <a:pt x="7136685" y="242853"/>
                  </a:lnTo>
                  <a:lnTo>
                    <a:pt x="7136811" y="242853"/>
                  </a:lnTo>
                  <a:lnTo>
                    <a:pt x="7136937" y="242853"/>
                  </a:lnTo>
                  <a:lnTo>
                    <a:pt x="7137063" y="242853"/>
                  </a:lnTo>
                  <a:lnTo>
                    <a:pt x="7137189" y="242853"/>
                  </a:lnTo>
                  <a:lnTo>
                    <a:pt x="7137315" y="242853"/>
                  </a:lnTo>
                  <a:lnTo>
                    <a:pt x="7137441" y="242853"/>
                  </a:lnTo>
                  <a:lnTo>
                    <a:pt x="7137567" y="242853"/>
                  </a:lnTo>
                  <a:lnTo>
                    <a:pt x="7137693" y="242853"/>
                  </a:lnTo>
                  <a:lnTo>
                    <a:pt x="7137820" y="242853"/>
                  </a:lnTo>
                  <a:lnTo>
                    <a:pt x="7137946" y="242853"/>
                  </a:lnTo>
                  <a:lnTo>
                    <a:pt x="7138072" y="242853"/>
                  </a:lnTo>
                  <a:lnTo>
                    <a:pt x="7138198" y="242853"/>
                  </a:lnTo>
                  <a:lnTo>
                    <a:pt x="7138324" y="242853"/>
                  </a:lnTo>
                  <a:lnTo>
                    <a:pt x="7138450" y="242853"/>
                  </a:lnTo>
                  <a:lnTo>
                    <a:pt x="7138576" y="242853"/>
                  </a:lnTo>
                  <a:lnTo>
                    <a:pt x="7138702" y="242853"/>
                  </a:lnTo>
                  <a:lnTo>
                    <a:pt x="7138828" y="242853"/>
                  </a:lnTo>
                  <a:lnTo>
                    <a:pt x="7138954" y="242853"/>
                  </a:lnTo>
                  <a:lnTo>
                    <a:pt x="7139080" y="242853"/>
                  </a:lnTo>
                  <a:lnTo>
                    <a:pt x="7139206" y="242853"/>
                  </a:lnTo>
                  <a:lnTo>
                    <a:pt x="7139333" y="242853"/>
                  </a:lnTo>
                  <a:lnTo>
                    <a:pt x="7139459" y="242853"/>
                  </a:lnTo>
                  <a:lnTo>
                    <a:pt x="7139585" y="242853"/>
                  </a:lnTo>
                  <a:lnTo>
                    <a:pt x="7139711" y="242853"/>
                  </a:lnTo>
                  <a:lnTo>
                    <a:pt x="7139837" y="242853"/>
                  </a:lnTo>
                  <a:lnTo>
                    <a:pt x="7139963" y="242853"/>
                  </a:lnTo>
                  <a:lnTo>
                    <a:pt x="7140089" y="242853"/>
                  </a:lnTo>
                  <a:lnTo>
                    <a:pt x="7140215" y="242853"/>
                  </a:lnTo>
                  <a:lnTo>
                    <a:pt x="7140341" y="242853"/>
                  </a:lnTo>
                  <a:lnTo>
                    <a:pt x="7140467" y="242853"/>
                  </a:lnTo>
                  <a:lnTo>
                    <a:pt x="7140593" y="242853"/>
                  </a:lnTo>
                  <a:lnTo>
                    <a:pt x="7140720" y="242853"/>
                  </a:lnTo>
                  <a:lnTo>
                    <a:pt x="7140846" y="242853"/>
                  </a:lnTo>
                  <a:lnTo>
                    <a:pt x="7140972" y="242853"/>
                  </a:lnTo>
                  <a:lnTo>
                    <a:pt x="7141098" y="242853"/>
                  </a:lnTo>
                  <a:lnTo>
                    <a:pt x="7141224" y="242853"/>
                  </a:lnTo>
                  <a:lnTo>
                    <a:pt x="7141350" y="242853"/>
                  </a:lnTo>
                  <a:lnTo>
                    <a:pt x="7141476" y="242853"/>
                  </a:lnTo>
                  <a:lnTo>
                    <a:pt x="7141602" y="242853"/>
                  </a:lnTo>
                  <a:lnTo>
                    <a:pt x="7141728" y="242853"/>
                  </a:lnTo>
                  <a:lnTo>
                    <a:pt x="7141854" y="242853"/>
                  </a:lnTo>
                  <a:lnTo>
                    <a:pt x="7141980" y="242853"/>
                  </a:lnTo>
                  <a:lnTo>
                    <a:pt x="7142106" y="242853"/>
                  </a:lnTo>
                  <a:lnTo>
                    <a:pt x="7142233" y="242853"/>
                  </a:lnTo>
                  <a:lnTo>
                    <a:pt x="7142359" y="242853"/>
                  </a:lnTo>
                  <a:lnTo>
                    <a:pt x="7142485" y="242853"/>
                  </a:lnTo>
                  <a:lnTo>
                    <a:pt x="7142611" y="242853"/>
                  </a:lnTo>
                  <a:lnTo>
                    <a:pt x="7142737" y="242853"/>
                  </a:lnTo>
                  <a:lnTo>
                    <a:pt x="7142863" y="242853"/>
                  </a:lnTo>
                  <a:lnTo>
                    <a:pt x="7142989" y="242853"/>
                  </a:lnTo>
                  <a:lnTo>
                    <a:pt x="7143115" y="242853"/>
                  </a:lnTo>
                  <a:lnTo>
                    <a:pt x="7143241" y="242853"/>
                  </a:lnTo>
                  <a:lnTo>
                    <a:pt x="7143367" y="242853"/>
                  </a:lnTo>
                  <a:lnTo>
                    <a:pt x="7143493" y="242853"/>
                  </a:lnTo>
                  <a:lnTo>
                    <a:pt x="7143620" y="242853"/>
                  </a:lnTo>
                  <a:lnTo>
                    <a:pt x="7143746" y="242853"/>
                  </a:lnTo>
                  <a:lnTo>
                    <a:pt x="7143872" y="242853"/>
                  </a:lnTo>
                  <a:lnTo>
                    <a:pt x="7143998" y="242853"/>
                  </a:lnTo>
                  <a:lnTo>
                    <a:pt x="7144124" y="242853"/>
                  </a:lnTo>
                  <a:lnTo>
                    <a:pt x="7144250" y="242853"/>
                  </a:lnTo>
                  <a:lnTo>
                    <a:pt x="7144376" y="242853"/>
                  </a:lnTo>
                  <a:lnTo>
                    <a:pt x="7144502" y="242853"/>
                  </a:lnTo>
                  <a:lnTo>
                    <a:pt x="7144628" y="242853"/>
                  </a:lnTo>
                  <a:lnTo>
                    <a:pt x="7144754" y="242853"/>
                  </a:lnTo>
                  <a:lnTo>
                    <a:pt x="7144880" y="242853"/>
                  </a:lnTo>
                  <a:lnTo>
                    <a:pt x="7145007" y="242853"/>
                  </a:lnTo>
                  <a:lnTo>
                    <a:pt x="7145133" y="242853"/>
                  </a:lnTo>
                  <a:lnTo>
                    <a:pt x="7145259" y="242853"/>
                  </a:lnTo>
                  <a:lnTo>
                    <a:pt x="7145385" y="242853"/>
                  </a:lnTo>
                  <a:lnTo>
                    <a:pt x="7145511" y="242853"/>
                  </a:lnTo>
                  <a:lnTo>
                    <a:pt x="7145637" y="242853"/>
                  </a:lnTo>
                  <a:lnTo>
                    <a:pt x="7145763" y="242853"/>
                  </a:lnTo>
                  <a:lnTo>
                    <a:pt x="7145889" y="242853"/>
                  </a:lnTo>
                  <a:lnTo>
                    <a:pt x="7146015" y="242853"/>
                  </a:lnTo>
                  <a:lnTo>
                    <a:pt x="7146141" y="242853"/>
                  </a:lnTo>
                  <a:lnTo>
                    <a:pt x="7146267" y="242853"/>
                  </a:lnTo>
                  <a:lnTo>
                    <a:pt x="7146393" y="242853"/>
                  </a:lnTo>
                  <a:lnTo>
                    <a:pt x="7146520" y="242853"/>
                  </a:lnTo>
                  <a:lnTo>
                    <a:pt x="7146646" y="242853"/>
                  </a:lnTo>
                  <a:lnTo>
                    <a:pt x="7146772" y="242853"/>
                  </a:lnTo>
                  <a:lnTo>
                    <a:pt x="7146898" y="242853"/>
                  </a:lnTo>
                  <a:lnTo>
                    <a:pt x="7147024" y="242853"/>
                  </a:lnTo>
                  <a:lnTo>
                    <a:pt x="7147150" y="242853"/>
                  </a:lnTo>
                  <a:lnTo>
                    <a:pt x="7147276" y="242853"/>
                  </a:lnTo>
                  <a:lnTo>
                    <a:pt x="7147402" y="242853"/>
                  </a:lnTo>
                  <a:lnTo>
                    <a:pt x="7147528" y="242853"/>
                  </a:lnTo>
                  <a:lnTo>
                    <a:pt x="7147654" y="242853"/>
                  </a:lnTo>
                  <a:lnTo>
                    <a:pt x="7147780" y="242853"/>
                  </a:lnTo>
                  <a:lnTo>
                    <a:pt x="7147907" y="242853"/>
                  </a:lnTo>
                  <a:lnTo>
                    <a:pt x="7148033" y="242853"/>
                  </a:lnTo>
                  <a:lnTo>
                    <a:pt x="7148159" y="242853"/>
                  </a:lnTo>
                  <a:lnTo>
                    <a:pt x="7148285" y="242853"/>
                  </a:lnTo>
                  <a:lnTo>
                    <a:pt x="7148411" y="242853"/>
                  </a:lnTo>
                  <a:lnTo>
                    <a:pt x="7148537" y="242853"/>
                  </a:lnTo>
                  <a:lnTo>
                    <a:pt x="7148663" y="242853"/>
                  </a:lnTo>
                  <a:lnTo>
                    <a:pt x="7148789" y="242853"/>
                  </a:lnTo>
                  <a:lnTo>
                    <a:pt x="7148915" y="242853"/>
                  </a:lnTo>
                  <a:lnTo>
                    <a:pt x="7149041" y="242853"/>
                  </a:lnTo>
                  <a:lnTo>
                    <a:pt x="7149167" y="242853"/>
                  </a:lnTo>
                  <a:lnTo>
                    <a:pt x="7149293" y="242853"/>
                  </a:lnTo>
                  <a:lnTo>
                    <a:pt x="7149420" y="242853"/>
                  </a:lnTo>
                  <a:lnTo>
                    <a:pt x="7149546" y="242853"/>
                  </a:lnTo>
                  <a:lnTo>
                    <a:pt x="7149672" y="242853"/>
                  </a:lnTo>
                  <a:lnTo>
                    <a:pt x="7149798" y="242853"/>
                  </a:lnTo>
                  <a:lnTo>
                    <a:pt x="7149924" y="242853"/>
                  </a:lnTo>
                  <a:lnTo>
                    <a:pt x="7150050" y="242853"/>
                  </a:lnTo>
                  <a:lnTo>
                    <a:pt x="7150176" y="242853"/>
                  </a:lnTo>
                  <a:lnTo>
                    <a:pt x="7150302" y="242853"/>
                  </a:lnTo>
                  <a:lnTo>
                    <a:pt x="7150428" y="242853"/>
                  </a:lnTo>
                  <a:lnTo>
                    <a:pt x="7150554" y="242853"/>
                  </a:lnTo>
                  <a:lnTo>
                    <a:pt x="7150680" y="242853"/>
                  </a:lnTo>
                  <a:lnTo>
                    <a:pt x="7150807" y="242853"/>
                  </a:lnTo>
                  <a:lnTo>
                    <a:pt x="7150933" y="242853"/>
                  </a:lnTo>
                  <a:lnTo>
                    <a:pt x="7151059" y="242853"/>
                  </a:lnTo>
                  <a:lnTo>
                    <a:pt x="7151185" y="242853"/>
                  </a:lnTo>
                  <a:lnTo>
                    <a:pt x="7151311" y="242853"/>
                  </a:lnTo>
                  <a:lnTo>
                    <a:pt x="7151437" y="242853"/>
                  </a:lnTo>
                  <a:lnTo>
                    <a:pt x="7151563" y="242853"/>
                  </a:lnTo>
                  <a:lnTo>
                    <a:pt x="7151689" y="242853"/>
                  </a:lnTo>
                  <a:lnTo>
                    <a:pt x="7151815" y="242853"/>
                  </a:lnTo>
                  <a:lnTo>
                    <a:pt x="7151941" y="242853"/>
                  </a:lnTo>
                  <a:lnTo>
                    <a:pt x="7152067" y="242853"/>
                  </a:lnTo>
                  <a:lnTo>
                    <a:pt x="7152193" y="242853"/>
                  </a:lnTo>
                  <a:lnTo>
                    <a:pt x="7152320" y="242853"/>
                  </a:lnTo>
                  <a:lnTo>
                    <a:pt x="7152446" y="242853"/>
                  </a:lnTo>
                  <a:lnTo>
                    <a:pt x="7152572" y="242853"/>
                  </a:lnTo>
                  <a:lnTo>
                    <a:pt x="7152698" y="242853"/>
                  </a:lnTo>
                  <a:lnTo>
                    <a:pt x="7152824" y="242853"/>
                  </a:lnTo>
                  <a:lnTo>
                    <a:pt x="7152950" y="242853"/>
                  </a:lnTo>
                  <a:lnTo>
                    <a:pt x="7153076" y="242853"/>
                  </a:lnTo>
                  <a:lnTo>
                    <a:pt x="7153202" y="242853"/>
                  </a:lnTo>
                  <a:lnTo>
                    <a:pt x="7153328" y="242853"/>
                  </a:lnTo>
                  <a:lnTo>
                    <a:pt x="7153454" y="242853"/>
                  </a:lnTo>
                  <a:lnTo>
                    <a:pt x="7153580" y="242853"/>
                  </a:lnTo>
                  <a:lnTo>
                    <a:pt x="7153707" y="242853"/>
                  </a:lnTo>
                  <a:lnTo>
                    <a:pt x="7153833" y="242853"/>
                  </a:lnTo>
                  <a:lnTo>
                    <a:pt x="7153959" y="242853"/>
                  </a:lnTo>
                  <a:lnTo>
                    <a:pt x="7154085" y="242853"/>
                  </a:lnTo>
                  <a:lnTo>
                    <a:pt x="7154211" y="242853"/>
                  </a:lnTo>
                  <a:lnTo>
                    <a:pt x="7154337" y="242853"/>
                  </a:lnTo>
                  <a:lnTo>
                    <a:pt x="7154463" y="242853"/>
                  </a:lnTo>
                  <a:lnTo>
                    <a:pt x="7154589" y="242853"/>
                  </a:lnTo>
                  <a:lnTo>
                    <a:pt x="7154715" y="242853"/>
                  </a:lnTo>
                  <a:lnTo>
                    <a:pt x="7154841" y="242853"/>
                  </a:lnTo>
                  <a:lnTo>
                    <a:pt x="7154967" y="242853"/>
                  </a:lnTo>
                  <a:lnTo>
                    <a:pt x="7155094" y="242853"/>
                  </a:lnTo>
                  <a:lnTo>
                    <a:pt x="7155220" y="242853"/>
                  </a:lnTo>
                  <a:lnTo>
                    <a:pt x="7155346" y="242853"/>
                  </a:lnTo>
                  <a:lnTo>
                    <a:pt x="7155472" y="242853"/>
                  </a:lnTo>
                  <a:lnTo>
                    <a:pt x="7155598" y="242853"/>
                  </a:lnTo>
                  <a:lnTo>
                    <a:pt x="7155724" y="242853"/>
                  </a:lnTo>
                  <a:lnTo>
                    <a:pt x="7155850" y="242853"/>
                  </a:lnTo>
                  <a:lnTo>
                    <a:pt x="7155976" y="242853"/>
                  </a:lnTo>
                  <a:lnTo>
                    <a:pt x="7156102" y="242853"/>
                  </a:lnTo>
                  <a:lnTo>
                    <a:pt x="7156228" y="242853"/>
                  </a:lnTo>
                  <a:lnTo>
                    <a:pt x="7156354" y="242853"/>
                  </a:lnTo>
                  <a:lnTo>
                    <a:pt x="7156480" y="242853"/>
                  </a:lnTo>
                  <a:lnTo>
                    <a:pt x="7156607" y="242853"/>
                  </a:lnTo>
                  <a:lnTo>
                    <a:pt x="7156733" y="242853"/>
                  </a:lnTo>
                  <a:lnTo>
                    <a:pt x="7156859" y="242853"/>
                  </a:lnTo>
                  <a:lnTo>
                    <a:pt x="7156985" y="242853"/>
                  </a:lnTo>
                  <a:lnTo>
                    <a:pt x="7157111" y="242853"/>
                  </a:lnTo>
                  <a:lnTo>
                    <a:pt x="7157237" y="242853"/>
                  </a:lnTo>
                  <a:lnTo>
                    <a:pt x="7157363" y="242853"/>
                  </a:lnTo>
                  <a:lnTo>
                    <a:pt x="7157489" y="242853"/>
                  </a:lnTo>
                  <a:lnTo>
                    <a:pt x="7157615" y="242853"/>
                  </a:lnTo>
                  <a:lnTo>
                    <a:pt x="7157741" y="242853"/>
                  </a:lnTo>
                  <a:lnTo>
                    <a:pt x="7157867" y="242853"/>
                  </a:lnTo>
                  <a:lnTo>
                    <a:pt x="7157994" y="242853"/>
                  </a:lnTo>
                  <a:lnTo>
                    <a:pt x="7158120" y="242853"/>
                  </a:lnTo>
                  <a:lnTo>
                    <a:pt x="7158246" y="242853"/>
                  </a:lnTo>
                  <a:lnTo>
                    <a:pt x="7158372" y="242853"/>
                  </a:lnTo>
                  <a:lnTo>
                    <a:pt x="7158498" y="242853"/>
                  </a:lnTo>
                  <a:lnTo>
                    <a:pt x="7158624" y="242853"/>
                  </a:lnTo>
                  <a:lnTo>
                    <a:pt x="7158750" y="242853"/>
                  </a:lnTo>
                  <a:lnTo>
                    <a:pt x="7158876" y="242853"/>
                  </a:lnTo>
                  <a:lnTo>
                    <a:pt x="7159002" y="242853"/>
                  </a:lnTo>
                  <a:lnTo>
                    <a:pt x="7159128" y="242853"/>
                  </a:lnTo>
                  <a:lnTo>
                    <a:pt x="7159254" y="242853"/>
                  </a:lnTo>
                  <a:lnTo>
                    <a:pt x="7159380" y="242853"/>
                  </a:lnTo>
                  <a:lnTo>
                    <a:pt x="7159507" y="242853"/>
                  </a:lnTo>
                  <a:lnTo>
                    <a:pt x="7159633" y="242853"/>
                  </a:lnTo>
                  <a:lnTo>
                    <a:pt x="7159759" y="242853"/>
                  </a:lnTo>
                  <a:lnTo>
                    <a:pt x="7159885" y="242853"/>
                  </a:lnTo>
                  <a:lnTo>
                    <a:pt x="7160011" y="242853"/>
                  </a:lnTo>
                  <a:lnTo>
                    <a:pt x="7160137" y="242853"/>
                  </a:lnTo>
                  <a:lnTo>
                    <a:pt x="7160263" y="242853"/>
                  </a:lnTo>
                  <a:lnTo>
                    <a:pt x="7160389" y="242853"/>
                  </a:lnTo>
                  <a:lnTo>
                    <a:pt x="7160515" y="242853"/>
                  </a:lnTo>
                  <a:lnTo>
                    <a:pt x="7160641" y="242853"/>
                  </a:lnTo>
                  <a:lnTo>
                    <a:pt x="7160767" y="242853"/>
                  </a:lnTo>
                  <a:lnTo>
                    <a:pt x="7160894" y="242853"/>
                  </a:lnTo>
                  <a:lnTo>
                    <a:pt x="7161020" y="242853"/>
                  </a:lnTo>
                  <a:lnTo>
                    <a:pt x="7161146" y="242853"/>
                  </a:lnTo>
                  <a:lnTo>
                    <a:pt x="7161272" y="242853"/>
                  </a:lnTo>
                  <a:lnTo>
                    <a:pt x="7161398" y="242853"/>
                  </a:lnTo>
                  <a:lnTo>
                    <a:pt x="7161524" y="242853"/>
                  </a:lnTo>
                  <a:lnTo>
                    <a:pt x="7161650" y="242853"/>
                  </a:lnTo>
                  <a:lnTo>
                    <a:pt x="7161776" y="242853"/>
                  </a:lnTo>
                  <a:lnTo>
                    <a:pt x="7161902" y="242853"/>
                  </a:lnTo>
                  <a:lnTo>
                    <a:pt x="7162028" y="242853"/>
                  </a:lnTo>
                  <a:lnTo>
                    <a:pt x="7162154" y="242853"/>
                  </a:lnTo>
                  <a:lnTo>
                    <a:pt x="7162281" y="242853"/>
                  </a:lnTo>
                  <a:lnTo>
                    <a:pt x="7162407" y="242853"/>
                  </a:lnTo>
                  <a:lnTo>
                    <a:pt x="7162533" y="242853"/>
                  </a:lnTo>
                  <a:lnTo>
                    <a:pt x="7162659" y="242853"/>
                  </a:lnTo>
                  <a:lnTo>
                    <a:pt x="7162785" y="242853"/>
                  </a:lnTo>
                  <a:lnTo>
                    <a:pt x="7162911" y="242853"/>
                  </a:lnTo>
                  <a:lnTo>
                    <a:pt x="7163037" y="242853"/>
                  </a:lnTo>
                  <a:lnTo>
                    <a:pt x="7163163" y="242853"/>
                  </a:lnTo>
                  <a:lnTo>
                    <a:pt x="7163289" y="242853"/>
                  </a:lnTo>
                  <a:lnTo>
                    <a:pt x="7163415" y="242853"/>
                  </a:lnTo>
                  <a:lnTo>
                    <a:pt x="7163541" y="242853"/>
                  </a:lnTo>
                  <a:lnTo>
                    <a:pt x="7163667" y="242853"/>
                  </a:lnTo>
                  <a:lnTo>
                    <a:pt x="7163794" y="242853"/>
                  </a:lnTo>
                  <a:lnTo>
                    <a:pt x="7163920" y="242853"/>
                  </a:lnTo>
                  <a:lnTo>
                    <a:pt x="7164046" y="242853"/>
                  </a:lnTo>
                  <a:lnTo>
                    <a:pt x="7164172" y="242853"/>
                  </a:lnTo>
                  <a:lnTo>
                    <a:pt x="7164298" y="242853"/>
                  </a:lnTo>
                  <a:lnTo>
                    <a:pt x="7164424" y="242853"/>
                  </a:lnTo>
                  <a:lnTo>
                    <a:pt x="7164550" y="242853"/>
                  </a:lnTo>
                  <a:lnTo>
                    <a:pt x="7164676" y="242853"/>
                  </a:lnTo>
                  <a:lnTo>
                    <a:pt x="7164802" y="242853"/>
                  </a:lnTo>
                  <a:lnTo>
                    <a:pt x="7164928" y="242853"/>
                  </a:lnTo>
                  <a:lnTo>
                    <a:pt x="7165054" y="242853"/>
                  </a:lnTo>
                  <a:lnTo>
                    <a:pt x="7165181" y="242853"/>
                  </a:lnTo>
                  <a:lnTo>
                    <a:pt x="7165181" y="237573"/>
                  </a:lnTo>
                  <a:lnTo>
                    <a:pt x="7165307" y="237573"/>
                  </a:lnTo>
                  <a:lnTo>
                    <a:pt x="7165433" y="237573"/>
                  </a:lnTo>
                  <a:lnTo>
                    <a:pt x="7165559" y="237573"/>
                  </a:lnTo>
                  <a:lnTo>
                    <a:pt x="7165685" y="237573"/>
                  </a:lnTo>
                  <a:lnTo>
                    <a:pt x="7165811" y="237573"/>
                  </a:lnTo>
                  <a:lnTo>
                    <a:pt x="7165937" y="237573"/>
                  </a:lnTo>
                  <a:lnTo>
                    <a:pt x="7166063" y="237573"/>
                  </a:lnTo>
                  <a:lnTo>
                    <a:pt x="7166189" y="237573"/>
                  </a:lnTo>
                  <a:lnTo>
                    <a:pt x="7166315" y="237573"/>
                  </a:lnTo>
                  <a:lnTo>
                    <a:pt x="7166441" y="237573"/>
                  </a:lnTo>
                  <a:lnTo>
                    <a:pt x="7166567" y="237573"/>
                  </a:lnTo>
                  <a:lnTo>
                    <a:pt x="7166694" y="237573"/>
                  </a:lnTo>
                  <a:lnTo>
                    <a:pt x="7166820" y="237573"/>
                  </a:lnTo>
                  <a:lnTo>
                    <a:pt x="7166946" y="237573"/>
                  </a:lnTo>
                  <a:lnTo>
                    <a:pt x="7167072" y="237573"/>
                  </a:lnTo>
                  <a:lnTo>
                    <a:pt x="7167198" y="237573"/>
                  </a:lnTo>
                  <a:lnTo>
                    <a:pt x="7167324" y="237573"/>
                  </a:lnTo>
                  <a:lnTo>
                    <a:pt x="7167450" y="237573"/>
                  </a:lnTo>
                  <a:lnTo>
                    <a:pt x="7167576" y="237573"/>
                  </a:lnTo>
                  <a:lnTo>
                    <a:pt x="7167702" y="237573"/>
                  </a:lnTo>
                  <a:lnTo>
                    <a:pt x="7167828" y="237573"/>
                  </a:lnTo>
                  <a:lnTo>
                    <a:pt x="7167954" y="237573"/>
                  </a:lnTo>
                  <a:lnTo>
                    <a:pt x="7168081" y="237573"/>
                  </a:lnTo>
                  <a:lnTo>
                    <a:pt x="7168207" y="237573"/>
                  </a:lnTo>
                  <a:lnTo>
                    <a:pt x="7168333" y="237573"/>
                  </a:lnTo>
                  <a:lnTo>
                    <a:pt x="7168459" y="237573"/>
                  </a:lnTo>
                  <a:lnTo>
                    <a:pt x="7168585" y="237573"/>
                  </a:lnTo>
                  <a:lnTo>
                    <a:pt x="7168711" y="237573"/>
                  </a:lnTo>
                  <a:lnTo>
                    <a:pt x="7168837" y="237573"/>
                  </a:lnTo>
                  <a:lnTo>
                    <a:pt x="7168963" y="237573"/>
                  </a:lnTo>
                  <a:lnTo>
                    <a:pt x="7169089" y="237573"/>
                  </a:lnTo>
                  <a:lnTo>
                    <a:pt x="7169215" y="237573"/>
                  </a:lnTo>
                  <a:lnTo>
                    <a:pt x="7169341" y="237573"/>
                  </a:lnTo>
                  <a:lnTo>
                    <a:pt x="7169468" y="237573"/>
                  </a:lnTo>
                  <a:lnTo>
                    <a:pt x="7169594" y="237573"/>
                  </a:lnTo>
                  <a:lnTo>
                    <a:pt x="7169720" y="237573"/>
                  </a:lnTo>
                  <a:lnTo>
                    <a:pt x="7169846" y="237573"/>
                  </a:lnTo>
                  <a:lnTo>
                    <a:pt x="7169972" y="237573"/>
                  </a:lnTo>
                  <a:lnTo>
                    <a:pt x="7170098" y="237573"/>
                  </a:lnTo>
                  <a:lnTo>
                    <a:pt x="7170224" y="237573"/>
                  </a:lnTo>
                  <a:lnTo>
                    <a:pt x="7170350" y="237573"/>
                  </a:lnTo>
                  <a:lnTo>
                    <a:pt x="7170476" y="237573"/>
                  </a:lnTo>
                  <a:lnTo>
                    <a:pt x="7170602" y="237573"/>
                  </a:lnTo>
                  <a:lnTo>
                    <a:pt x="7170728" y="237573"/>
                  </a:lnTo>
                  <a:lnTo>
                    <a:pt x="7170854" y="237573"/>
                  </a:lnTo>
                  <a:lnTo>
                    <a:pt x="7170981" y="237573"/>
                  </a:lnTo>
                  <a:lnTo>
                    <a:pt x="7171107" y="237573"/>
                  </a:lnTo>
                  <a:lnTo>
                    <a:pt x="7171233" y="237573"/>
                  </a:lnTo>
                  <a:lnTo>
                    <a:pt x="7171359" y="237573"/>
                  </a:lnTo>
                  <a:lnTo>
                    <a:pt x="7171485" y="237573"/>
                  </a:lnTo>
                  <a:lnTo>
                    <a:pt x="7171611" y="237573"/>
                  </a:lnTo>
                  <a:lnTo>
                    <a:pt x="7171737" y="237573"/>
                  </a:lnTo>
                  <a:lnTo>
                    <a:pt x="7171863" y="237573"/>
                  </a:lnTo>
                  <a:lnTo>
                    <a:pt x="7171989" y="237573"/>
                  </a:lnTo>
                  <a:lnTo>
                    <a:pt x="7172115" y="237573"/>
                  </a:lnTo>
                  <a:lnTo>
                    <a:pt x="7172241" y="237573"/>
                  </a:lnTo>
                  <a:lnTo>
                    <a:pt x="7172368" y="237573"/>
                  </a:lnTo>
                  <a:lnTo>
                    <a:pt x="7172494" y="237573"/>
                  </a:lnTo>
                  <a:lnTo>
                    <a:pt x="7172620" y="237573"/>
                  </a:lnTo>
                  <a:lnTo>
                    <a:pt x="7172746" y="237573"/>
                  </a:lnTo>
                  <a:lnTo>
                    <a:pt x="7172872" y="237573"/>
                  </a:lnTo>
                  <a:lnTo>
                    <a:pt x="7172998" y="237573"/>
                  </a:lnTo>
                  <a:lnTo>
                    <a:pt x="7173124" y="237573"/>
                  </a:lnTo>
                  <a:lnTo>
                    <a:pt x="7173250" y="237573"/>
                  </a:lnTo>
                  <a:lnTo>
                    <a:pt x="7173376" y="237573"/>
                  </a:lnTo>
                  <a:lnTo>
                    <a:pt x="7173502" y="237573"/>
                  </a:lnTo>
                  <a:lnTo>
                    <a:pt x="7173628" y="237573"/>
                  </a:lnTo>
                  <a:lnTo>
                    <a:pt x="7173754" y="237573"/>
                  </a:lnTo>
                  <a:lnTo>
                    <a:pt x="7173881" y="237573"/>
                  </a:lnTo>
                  <a:lnTo>
                    <a:pt x="7174007" y="237573"/>
                  </a:lnTo>
                  <a:lnTo>
                    <a:pt x="7174133" y="237573"/>
                  </a:lnTo>
                  <a:lnTo>
                    <a:pt x="7174259" y="237573"/>
                  </a:lnTo>
                  <a:lnTo>
                    <a:pt x="7174385" y="237573"/>
                  </a:lnTo>
                  <a:lnTo>
                    <a:pt x="7174511" y="237573"/>
                  </a:lnTo>
                  <a:lnTo>
                    <a:pt x="7174637" y="237573"/>
                  </a:lnTo>
                  <a:lnTo>
                    <a:pt x="7174763" y="237573"/>
                  </a:lnTo>
                  <a:lnTo>
                    <a:pt x="7174889" y="237573"/>
                  </a:lnTo>
                  <a:lnTo>
                    <a:pt x="7175015" y="237573"/>
                  </a:lnTo>
                  <a:lnTo>
                    <a:pt x="7175141" y="237573"/>
                  </a:lnTo>
                  <a:lnTo>
                    <a:pt x="7175268" y="237573"/>
                  </a:lnTo>
                  <a:lnTo>
                    <a:pt x="7175394" y="237573"/>
                  </a:lnTo>
                  <a:lnTo>
                    <a:pt x="7175520" y="237573"/>
                  </a:lnTo>
                  <a:lnTo>
                    <a:pt x="7175646" y="237573"/>
                  </a:lnTo>
                  <a:lnTo>
                    <a:pt x="7175646" y="232294"/>
                  </a:lnTo>
                  <a:lnTo>
                    <a:pt x="7175772" y="232294"/>
                  </a:lnTo>
                  <a:lnTo>
                    <a:pt x="7175898" y="232294"/>
                  </a:lnTo>
                  <a:lnTo>
                    <a:pt x="7176024" y="232294"/>
                  </a:lnTo>
                  <a:lnTo>
                    <a:pt x="7176150" y="232294"/>
                  </a:lnTo>
                  <a:lnTo>
                    <a:pt x="7176276" y="232294"/>
                  </a:lnTo>
                  <a:lnTo>
                    <a:pt x="7176402" y="232294"/>
                  </a:lnTo>
                  <a:lnTo>
                    <a:pt x="7176528" y="232294"/>
                  </a:lnTo>
                  <a:lnTo>
                    <a:pt x="7176654" y="232294"/>
                  </a:lnTo>
                  <a:lnTo>
                    <a:pt x="7176781" y="232294"/>
                  </a:lnTo>
                  <a:lnTo>
                    <a:pt x="7176907" y="232294"/>
                  </a:lnTo>
                  <a:lnTo>
                    <a:pt x="7177033" y="232294"/>
                  </a:lnTo>
                  <a:lnTo>
                    <a:pt x="7177159" y="232294"/>
                  </a:lnTo>
                  <a:lnTo>
                    <a:pt x="7177285" y="232294"/>
                  </a:lnTo>
                  <a:lnTo>
                    <a:pt x="7177411" y="232294"/>
                  </a:lnTo>
                  <a:lnTo>
                    <a:pt x="7177537" y="232294"/>
                  </a:lnTo>
                  <a:lnTo>
                    <a:pt x="7177663" y="232294"/>
                  </a:lnTo>
                  <a:lnTo>
                    <a:pt x="7177789" y="232294"/>
                  </a:lnTo>
                  <a:lnTo>
                    <a:pt x="7177915" y="232294"/>
                  </a:lnTo>
                  <a:lnTo>
                    <a:pt x="7178041" y="232294"/>
                  </a:lnTo>
                  <a:lnTo>
                    <a:pt x="7178168" y="232294"/>
                  </a:lnTo>
                  <a:lnTo>
                    <a:pt x="7178294" y="232294"/>
                  </a:lnTo>
                  <a:lnTo>
                    <a:pt x="7178420" y="232294"/>
                  </a:lnTo>
                  <a:lnTo>
                    <a:pt x="7178546" y="232294"/>
                  </a:lnTo>
                  <a:lnTo>
                    <a:pt x="7178672" y="232294"/>
                  </a:lnTo>
                  <a:lnTo>
                    <a:pt x="7178798" y="232294"/>
                  </a:lnTo>
                  <a:lnTo>
                    <a:pt x="7178924" y="232294"/>
                  </a:lnTo>
                  <a:lnTo>
                    <a:pt x="7179050" y="232294"/>
                  </a:lnTo>
                  <a:lnTo>
                    <a:pt x="7179176" y="232294"/>
                  </a:lnTo>
                  <a:lnTo>
                    <a:pt x="7179302" y="232294"/>
                  </a:lnTo>
                  <a:lnTo>
                    <a:pt x="7179428" y="232294"/>
                  </a:lnTo>
                  <a:lnTo>
                    <a:pt x="7179555" y="232294"/>
                  </a:lnTo>
                  <a:lnTo>
                    <a:pt x="7179681" y="232294"/>
                  </a:lnTo>
                  <a:lnTo>
                    <a:pt x="7179807" y="232294"/>
                  </a:lnTo>
                  <a:lnTo>
                    <a:pt x="7179933" y="232294"/>
                  </a:lnTo>
                  <a:lnTo>
                    <a:pt x="7180059" y="232294"/>
                  </a:lnTo>
                  <a:lnTo>
                    <a:pt x="7180185" y="232294"/>
                  </a:lnTo>
                  <a:lnTo>
                    <a:pt x="7180311" y="232294"/>
                  </a:lnTo>
                  <a:lnTo>
                    <a:pt x="7180437" y="232294"/>
                  </a:lnTo>
                  <a:lnTo>
                    <a:pt x="7180563" y="232294"/>
                  </a:lnTo>
                  <a:lnTo>
                    <a:pt x="7180689" y="232294"/>
                  </a:lnTo>
                  <a:lnTo>
                    <a:pt x="7180815" y="232294"/>
                  </a:lnTo>
                  <a:lnTo>
                    <a:pt x="7180941" y="232294"/>
                  </a:lnTo>
                  <a:lnTo>
                    <a:pt x="7181068" y="232294"/>
                  </a:lnTo>
                  <a:lnTo>
                    <a:pt x="7181194" y="232294"/>
                  </a:lnTo>
                  <a:lnTo>
                    <a:pt x="7181320" y="232294"/>
                  </a:lnTo>
                  <a:lnTo>
                    <a:pt x="7181446" y="232294"/>
                  </a:lnTo>
                  <a:lnTo>
                    <a:pt x="7181572" y="232294"/>
                  </a:lnTo>
                  <a:lnTo>
                    <a:pt x="7181698" y="232294"/>
                  </a:lnTo>
                  <a:lnTo>
                    <a:pt x="7181824" y="232294"/>
                  </a:lnTo>
                  <a:lnTo>
                    <a:pt x="7181950" y="232294"/>
                  </a:lnTo>
                  <a:lnTo>
                    <a:pt x="7182076" y="232294"/>
                  </a:lnTo>
                  <a:lnTo>
                    <a:pt x="7182202" y="232294"/>
                  </a:lnTo>
                  <a:lnTo>
                    <a:pt x="7182328" y="232294"/>
                  </a:lnTo>
                  <a:lnTo>
                    <a:pt x="7182455" y="232294"/>
                  </a:lnTo>
                  <a:lnTo>
                    <a:pt x="7182581" y="232294"/>
                  </a:lnTo>
                  <a:lnTo>
                    <a:pt x="7182707" y="232294"/>
                  </a:lnTo>
                  <a:lnTo>
                    <a:pt x="7182833" y="232294"/>
                  </a:lnTo>
                  <a:lnTo>
                    <a:pt x="7182959" y="232294"/>
                  </a:lnTo>
                  <a:lnTo>
                    <a:pt x="7183085" y="232294"/>
                  </a:lnTo>
                  <a:lnTo>
                    <a:pt x="7183211" y="232294"/>
                  </a:lnTo>
                  <a:lnTo>
                    <a:pt x="7183337" y="232294"/>
                  </a:lnTo>
                  <a:lnTo>
                    <a:pt x="7183463" y="232294"/>
                  </a:lnTo>
                  <a:lnTo>
                    <a:pt x="7183589" y="232294"/>
                  </a:lnTo>
                  <a:lnTo>
                    <a:pt x="7183715" y="232294"/>
                  </a:lnTo>
                  <a:lnTo>
                    <a:pt x="7183841" y="232294"/>
                  </a:lnTo>
                  <a:lnTo>
                    <a:pt x="7183968" y="232294"/>
                  </a:lnTo>
                  <a:lnTo>
                    <a:pt x="7184094" y="232294"/>
                  </a:lnTo>
                  <a:lnTo>
                    <a:pt x="7184220" y="232294"/>
                  </a:lnTo>
                  <a:lnTo>
                    <a:pt x="7184346" y="232294"/>
                  </a:lnTo>
                  <a:lnTo>
                    <a:pt x="7184472" y="232294"/>
                  </a:lnTo>
                  <a:lnTo>
                    <a:pt x="7184598" y="232294"/>
                  </a:lnTo>
                  <a:lnTo>
                    <a:pt x="7184724" y="232294"/>
                  </a:lnTo>
                  <a:lnTo>
                    <a:pt x="7184850" y="232294"/>
                  </a:lnTo>
                  <a:lnTo>
                    <a:pt x="7184976" y="232294"/>
                  </a:lnTo>
                  <a:lnTo>
                    <a:pt x="7185102" y="232294"/>
                  </a:lnTo>
                  <a:lnTo>
                    <a:pt x="7185228" y="232294"/>
                  </a:lnTo>
                  <a:lnTo>
                    <a:pt x="7185355" y="232294"/>
                  </a:lnTo>
                  <a:lnTo>
                    <a:pt x="7185481" y="232294"/>
                  </a:lnTo>
                  <a:lnTo>
                    <a:pt x="7185607" y="232294"/>
                  </a:lnTo>
                  <a:lnTo>
                    <a:pt x="7185733" y="232294"/>
                  </a:lnTo>
                  <a:lnTo>
                    <a:pt x="7185859" y="232294"/>
                  </a:lnTo>
                  <a:lnTo>
                    <a:pt x="7185985" y="232294"/>
                  </a:lnTo>
                  <a:lnTo>
                    <a:pt x="7186111" y="232294"/>
                  </a:lnTo>
                  <a:lnTo>
                    <a:pt x="7186237" y="232294"/>
                  </a:lnTo>
                  <a:lnTo>
                    <a:pt x="7186363" y="232294"/>
                  </a:lnTo>
                  <a:lnTo>
                    <a:pt x="7186489" y="232294"/>
                  </a:lnTo>
                  <a:lnTo>
                    <a:pt x="7186615" y="232294"/>
                  </a:lnTo>
                  <a:lnTo>
                    <a:pt x="7186742" y="232294"/>
                  </a:lnTo>
                  <a:lnTo>
                    <a:pt x="7186868" y="232294"/>
                  </a:lnTo>
                  <a:lnTo>
                    <a:pt x="7186994" y="232294"/>
                  </a:lnTo>
                  <a:lnTo>
                    <a:pt x="7187120" y="232294"/>
                  </a:lnTo>
                  <a:lnTo>
                    <a:pt x="7187246" y="232294"/>
                  </a:lnTo>
                  <a:lnTo>
                    <a:pt x="7187372" y="232294"/>
                  </a:lnTo>
                  <a:lnTo>
                    <a:pt x="7187498" y="232294"/>
                  </a:lnTo>
                  <a:lnTo>
                    <a:pt x="7187624" y="232294"/>
                  </a:lnTo>
                  <a:lnTo>
                    <a:pt x="7187750" y="232294"/>
                  </a:lnTo>
                  <a:lnTo>
                    <a:pt x="7187876" y="232294"/>
                  </a:lnTo>
                  <a:lnTo>
                    <a:pt x="7188002" y="232294"/>
                  </a:lnTo>
                  <a:lnTo>
                    <a:pt x="7188128" y="232294"/>
                  </a:lnTo>
                  <a:lnTo>
                    <a:pt x="7188255" y="232294"/>
                  </a:lnTo>
                  <a:lnTo>
                    <a:pt x="7188381" y="232294"/>
                  </a:lnTo>
                  <a:lnTo>
                    <a:pt x="7188507" y="232294"/>
                  </a:lnTo>
                  <a:lnTo>
                    <a:pt x="7188633" y="232294"/>
                  </a:lnTo>
                  <a:lnTo>
                    <a:pt x="7188759" y="232294"/>
                  </a:lnTo>
                  <a:lnTo>
                    <a:pt x="7188885" y="232294"/>
                  </a:lnTo>
                  <a:lnTo>
                    <a:pt x="7189011" y="232294"/>
                  </a:lnTo>
                  <a:lnTo>
                    <a:pt x="7189137" y="232294"/>
                  </a:lnTo>
                  <a:lnTo>
                    <a:pt x="7189263" y="232294"/>
                  </a:lnTo>
                  <a:lnTo>
                    <a:pt x="7189389" y="232294"/>
                  </a:lnTo>
                  <a:lnTo>
                    <a:pt x="7189515" y="232294"/>
                  </a:lnTo>
                  <a:lnTo>
                    <a:pt x="7189642" y="232294"/>
                  </a:lnTo>
                  <a:lnTo>
                    <a:pt x="7189768" y="232294"/>
                  </a:lnTo>
                  <a:lnTo>
                    <a:pt x="7189894" y="232294"/>
                  </a:lnTo>
                  <a:lnTo>
                    <a:pt x="7190020" y="232294"/>
                  </a:lnTo>
                  <a:lnTo>
                    <a:pt x="7190146" y="232294"/>
                  </a:lnTo>
                  <a:lnTo>
                    <a:pt x="7190272" y="232294"/>
                  </a:lnTo>
                  <a:lnTo>
                    <a:pt x="7190398" y="232294"/>
                  </a:lnTo>
                  <a:lnTo>
                    <a:pt x="7190524" y="232294"/>
                  </a:lnTo>
                  <a:lnTo>
                    <a:pt x="7190650" y="232294"/>
                  </a:lnTo>
                  <a:lnTo>
                    <a:pt x="7190776" y="232294"/>
                  </a:lnTo>
                  <a:lnTo>
                    <a:pt x="7190902" y="232294"/>
                  </a:lnTo>
                  <a:lnTo>
                    <a:pt x="7191028" y="232294"/>
                  </a:lnTo>
                  <a:lnTo>
                    <a:pt x="7191155" y="232294"/>
                  </a:lnTo>
                  <a:lnTo>
                    <a:pt x="7191281" y="232294"/>
                  </a:lnTo>
                  <a:lnTo>
                    <a:pt x="7191407" y="232294"/>
                  </a:lnTo>
                  <a:lnTo>
                    <a:pt x="7191533" y="232294"/>
                  </a:lnTo>
                  <a:lnTo>
                    <a:pt x="7191659" y="232294"/>
                  </a:lnTo>
                  <a:lnTo>
                    <a:pt x="7191785" y="232294"/>
                  </a:lnTo>
                  <a:lnTo>
                    <a:pt x="7191911" y="232294"/>
                  </a:lnTo>
                  <a:lnTo>
                    <a:pt x="7192037" y="232294"/>
                  </a:lnTo>
                  <a:lnTo>
                    <a:pt x="7192163" y="232294"/>
                  </a:lnTo>
                  <a:lnTo>
                    <a:pt x="7192289" y="232294"/>
                  </a:lnTo>
                  <a:lnTo>
                    <a:pt x="7192415" y="232294"/>
                  </a:lnTo>
                  <a:lnTo>
                    <a:pt x="7192542" y="232294"/>
                  </a:lnTo>
                  <a:lnTo>
                    <a:pt x="7192668" y="232294"/>
                  </a:lnTo>
                  <a:lnTo>
                    <a:pt x="7192794" y="232294"/>
                  </a:lnTo>
                  <a:lnTo>
                    <a:pt x="7192920" y="232294"/>
                  </a:lnTo>
                  <a:lnTo>
                    <a:pt x="7193046" y="232294"/>
                  </a:lnTo>
                  <a:lnTo>
                    <a:pt x="7193172" y="232294"/>
                  </a:lnTo>
                  <a:lnTo>
                    <a:pt x="7193298" y="232294"/>
                  </a:lnTo>
                  <a:lnTo>
                    <a:pt x="7193424" y="232294"/>
                  </a:lnTo>
                  <a:lnTo>
                    <a:pt x="7193550" y="232294"/>
                  </a:lnTo>
                  <a:lnTo>
                    <a:pt x="7193676" y="232294"/>
                  </a:lnTo>
                  <a:lnTo>
                    <a:pt x="7193802" y="232294"/>
                  </a:lnTo>
                  <a:lnTo>
                    <a:pt x="7193929" y="232294"/>
                  </a:lnTo>
                  <a:lnTo>
                    <a:pt x="7194055" y="232294"/>
                  </a:lnTo>
                  <a:lnTo>
                    <a:pt x="7194181" y="232294"/>
                  </a:lnTo>
                  <a:lnTo>
                    <a:pt x="7194307" y="232294"/>
                  </a:lnTo>
                  <a:lnTo>
                    <a:pt x="7194433" y="232294"/>
                  </a:lnTo>
                  <a:lnTo>
                    <a:pt x="7194559" y="232294"/>
                  </a:lnTo>
                  <a:lnTo>
                    <a:pt x="7194685" y="232294"/>
                  </a:lnTo>
                  <a:lnTo>
                    <a:pt x="7194811" y="232294"/>
                  </a:lnTo>
                  <a:lnTo>
                    <a:pt x="7194937" y="232294"/>
                  </a:lnTo>
                  <a:lnTo>
                    <a:pt x="7195063" y="232294"/>
                  </a:lnTo>
                  <a:lnTo>
                    <a:pt x="7195189" y="232294"/>
                  </a:lnTo>
                  <a:lnTo>
                    <a:pt x="7195315" y="232294"/>
                  </a:lnTo>
                  <a:lnTo>
                    <a:pt x="7195442" y="232294"/>
                  </a:lnTo>
                  <a:lnTo>
                    <a:pt x="7195568" y="232294"/>
                  </a:lnTo>
                  <a:lnTo>
                    <a:pt x="7195694" y="232294"/>
                  </a:lnTo>
                  <a:lnTo>
                    <a:pt x="7195820" y="232294"/>
                  </a:lnTo>
                  <a:lnTo>
                    <a:pt x="7195946" y="232294"/>
                  </a:lnTo>
                  <a:lnTo>
                    <a:pt x="7196072" y="232294"/>
                  </a:lnTo>
                  <a:lnTo>
                    <a:pt x="7196198" y="232294"/>
                  </a:lnTo>
                  <a:lnTo>
                    <a:pt x="7196324" y="232294"/>
                  </a:lnTo>
                  <a:lnTo>
                    <a:pt x="7196450" y="232294"/>
                  </a:lnTo>
                  <a:lnTo>
                    <a:pt x="7196576" y="232294"/>
                  </a:lnTo>
                  <a:lnTo>
                    <a:pt x="7196702" y="232294"/>
                  </a:lnTo>
                  <a:lnTo>
                    <a:pt x="7196829" y="232294"/>
                  </a:lnTo>
                  <a:lnTo>
                    <a:pt x="7196955" y="232294"/>
                  </a:lnTo>
                  <a:lnTo>
                    <a:pt x="7197081" y="232294"/>
                  </a:lnTo>
                  <a:lnTo>
                    <a:pt x="7197207" y="232294"/>
                  </a:lnTo>
                  <a:lnTo>
                    <a:pt x="7197333" y="232294"/>
                  </a:lnTo>
                  <a:lnTo>
                    <a:pt x="7197459" y="232294"/>
                  </a:lnTo>
                  <a:lnTo>
                    <a:pt x="7197585" y="232294"/>
                  </a:lnTo>
                  <a:lnTo>
                    <a:pt x="7197711" y="232294"/>
                  </a:lnTo>
                  <a:lnTo>
                    <a:pt x="7197837" y="232294"/>
                  </a:lnTo>
                  <a:lnTo>
                    <a:pt x="7197963" y="232294"/>
                  </a:lnTo>
                  <a:lnTo>
                    <a:pt x="7198089" y="232294"/>
                  </a:lnTo>
                  <a:lnTo>
                    <a:pt x="7198215" y="232294"/>
                  </a:lnTo>
                  <a:lnTo>
                    <a:pt x="7198342" y="232294"/>
                  </a:lnTo>
                  <a:lnTo>
                    <a:pt x="7198468" y="232294"/>
                  </a:lnTo>
                  <a:lnTo>
                    <a:pt x="7198594" y="232294"/>
                  </a:lnTo>
                  <a:lnTo>
                    <a:pt x="7198720" y="232294"/>
                  </a:lnTo>
                  <a:lnTo>
                    <a:pt x="7198846" y="232294"/>
                  </a:lnTo>
                  <a:lnTo>
                    <a:pt x="7198972" y="232294"/>
                  </a:lnTo>
                  <a:lnTo>
                    <a:pt x="7199098" y="232294"/>
                  </a:lnTo>
                  <a:lnTo>
                    <a:pt x="7199224" y="232294"/>
                  </a:lnTo>
                  <a:lnTo>
                    <a:pt x="7199350" y="232294"/>
                  </a:lnTo>
                  <a:lnTo>
                    <a:pt x="7199476" y="232294"/>
                  </a:lnTo>
                  <a:lnTo>
                    <a:pt x="7199602" y="232294"/>
                  </a:lnTo>
                  <a:lnTo>
                    <a:pt x="7199729" y="232294"/>
                  </a:lnTo>
                  <a:lnTo>
                    <a:pt x="7199855" y="232294"/>
                  </a:lnTo>
                  <a:lnTo>
                    <a:pt x="7199981" y="232294"/>
                  </a:lnTo>
                  <a:lnTo>
                    <a:pt x="7200107" y="232294"/>
                  </a:lnTo>
                  <a:lnTo>
                    <a:pt x="7200233" y="232294"/>
                  </a:lnTo>
                  <a:lnTo>
                    <a:pt x="7200359" y="232294"/>
                  </a:lnTo>
                  <a:lnTo>
                    <a:pt x="7200485" y="232294"/>
                  </a:lnTo>
                  <a:lnTo>
                    <a:pt x="7200611" y="232294"/>
                  </a:lnTo>
                  <a:lnTo>
                    <a:pt x="7200737" y="232294"/>
                  </a:lnTo>
                  <a:lnTo>
                    <a:pt x="7200863" y="232294"/>
                  </a:lnTo>
                  <a:lnTo>
                    <a:pt x="7200989" y="232294"/>
                  </a:lnTo>
                  <a:lnTo>
                    <a:pt x="7201115" y="232294"/>
                  </a:lnTo>
                  <a:lnTo>
                    <a:pt x="7201242" y="232294"/>
                  </a:lnTo>
                  <a:lnTo>
                    <a:pt x="7201368" y="232294"/>
                  </a:lnTo>
                  <a:lnTo>
                    <a:pt x="7201494" y="232294"/>
                  </a:lnTo>
                  <a:lnTo>
                    <a:pt x="7201620" y="232294"/>
                  </a:lnTo>
                  <a:lnTo>
                    <a:pt x="7201746" y="232294"/>
                  </a:lnTo>
                  <a:lnTo>
                    <a:pt x="7201872" y="232294"/>
                  </a:lnTo>
                  <a:lnTo>
                    <a:pt x="7201998" y="232294"/>
                  </a:lnTo>
                  <a:lnTo>
                    <a:pt x="7202124" y="232294"/>
                  </a:lnTo>
                  <a:lnTo>
                    <a:pt x="7202250" y="232294"/>
                  </a:lnTo>
                  <a:lnTo>
                    <a:pt x="7202376" y="232294"/>
                  </a:lnTo>
                  <a:lnTo>
                    <a:pt x="7202502" y="232294"/>
                  </a:lnTo>
                  <a:lnTo>
                    <a:pt x="7202629" y="232294"/>
                  </a:lnTo>
                  <a:lnTo>
                    <a:pt x="7202755" y="232294"/>
                  </a:lnTo>
                  <a:lnTo>
                    <a:pt x="7202881" y="232294"/>
                  </a:lnTo>
                  <a:lnTo>
                    <a:pt x="7203007" y="232294"/>
                  </a:lnTo>
                  <a:lnTo>
                    <a:pt x="7203133" y="232294"/>
                  </a:lnTo>
                  <a:lnTo>
                    <a:pt x="7203259" y="232294"/>
                  </a:lnTo>
                  <a:lnTo>
                    <a:pt x="7203385" y="232294"/>
                  </a:lnTo>
                  <a:lnTo>
                    <a:pt x="7203511" y="232294"/>
                  </a:lnTo>
                  <a:lnTo>
                    <a:pt x="7203637" y="232294"/>
                  </a:lnTo>
                  <a:lnTo>
                    <a:pt x="7203763" y="232294"/>
                  </a:lnTo>
                  <a:lnTo>
                    <a:pt x="7203889" y="232294"/>
                  </a:lnTo>
                  <a:lnTo>
                    <a:pt x="7204016" y="232294"/>
                  </a:lnTo>
                  <a:lnTo>
                    <a:pt x="7204142" y="232294"/>
                  </a:lnTo>
                  <a:lnTo>
                    <a:pt x="7204268" y="232294"/>
                  </a:lnTo>
                  <a:lnTo>
                    <a:pt x="7204394" y="232294"/>
                  </a:lnTo>
                  <a:lnTo>
                    <a:pt x="7204520" y="232294"/>
                  </a:lnTo>
                  <a:lnTo>
                    <a:pt x="7204646" y="232294"/>
                  </a:lnTo>
                  <a:lnTo>
                    <a:pt x="7204772" y="232294"/>
                  </a:lnTo>
                  <a:lnTo>
                    <a:pt x="7204898" y="232294"/>
                  </a:lnTo>
                  <a:lnTo>
                    <a:pt x="7205024" y="232294"/>
                  </a:lnTo>
                  <a:lnTo>
                    <a:pt x="7205150" y="232294"/>
                  </a:lnTo>
                  <a:lnTo>
                    <a:pt x="7205276" y="232294"/>
                  </a:lnTo>
                  <a:lnTo>
                    <a:pt x="7205402" y="232294"/>
                  </a:lnTo>
                  <a:lnTo>
                    <a:pt x="7205529" y="232294"/>
                  </a:lnTo>
                  <a:lnTo>
                    <a:pt x="7205655" y="232294"/>
                  </a:lnTo>
                  <a:lnTo>
                    <a:pt x="7205781" y="232294"/>
                  </a:lnTo>
                  <a:lnTo>
                    <a:pt x="7205907" y="232294"/>
                  </a:lnTo>
                  <a:lnTo>
                    <a:pt x="7206033" y="232294"/>
                  </a:lnTo>
                  <a:lnTo>
                    <a:pt x="7206159" y="232294"/>
                  </a:lnTo>
                  <a:lnTo>
                    <a:pt x="7206285" y="232294"/>
                  </a:lnTo>
                  <a:lnTo>
                    <a:pt x="7206411" y="232294"/>
                  </a:lnTo>
                  <a:lnTo>
                    <a:pt x="7206537" y="232294"/>
                  </a:lnTo>
                  <a:lnTo>
                    <a:pt x="7206663" y="232294"/>
                  </a:lnTo>
                  <a:lnTo>
                    <a:pt x="7206789" y="232294"/>
                  </a:lnTo>
                  <a:lnTo>
                    <a:pt x="7206916" y="232294"/>
                  </a:lnTo>
                  <a:lnTo>
                    <a:pt x="7207042" y="232294"/>
                  </a:lnTo>
                  <a:lnTo>
                    <a:pt x="7207168" y="232294"/>
                  </a:lnTo>
                  <a:lnTo>
                    <a:pt x="7207294" y="232294"/>
                  </a:lnTo>
                  <a:lnTo>
                    <a:pt x="7207420" y="232294"/>
                  </a:lnTo>
                  <a:lnTo>
                    <a:pt x="7207546" y="232294"/>
                  </a:lnTo>
                  <a:lnTo>
                    <a:pt x="7207672" y="232294"/>
                  </a:lnTo>
                  <a:lnTo>
                    <a:pt x="7207798" y="232294"/>
                  </a:lnTo>
                  <a:lnTo>
                    <a:pt x="7207924" y="232294"/>
                  </a:lnTo>
                  <a:lnTo>
                    <a:pt x="7208050" y="232294"/>
                  </a:lnTo>
                  <a:lnTo>
                    <a:pt x="7208176" y="232294"/>
                  </a:lnTo>
                  <a:lnTo>
                    <a:pt x="7208302" y="232294"/>
                  </a:lnTo>
                  <a:lnTo>
                    <a:pt x="7208429" y="232294"/>
                  </a:lnTo>
                  <a:lnTo>
                    <a:pt x="7208555" y="232294"/>
                  </a:lnTo>
                  <a:lnTo>
                    <a:pt x="7208681" y="232294"/>
                  </a:lnTo>
                  <a:lnTo>
                    <a:pt x="7208807" y="232294"/>
                  </a:lnTo>
                  <a:lnTo>
                    <a:pt x="7208933" y="232294"/>
                  </a:lnTo>
                  <a:lnTo>
                    <a:pt x="7209059" y="232294"/>
                  </a:lnTo>
                  <a:lnTo>
                    <a:pt x="7209185" y="232294"/>
                  </a:lnTo>
                  <a:lnTo>
                    <a:pt x="7209311" y="232294"/>
                  </a:lnTo>
                  <a:lnTo>
                    <a:pt x="7209437" y="232294"/>
                  </a:lnTo>
                  <a:lnTo>
                    <a:pt x="7209563" y="232294"/>
                  </a:lnTo>
                  <a:lnTo>
                    <a:pt x="7209689" y="232294"/>
                  </a:lnTo>
                  <a:lnTo>
                    <a:pt x="7209689" y="227015"/>
                  </a:lnTo>
                  <a:lnTo>
                    <a:pt x="7209816" y="227015"/>
                  </a:lnTo>
                  <a:lnTo>
                    <a:pt x="7209942" y="227015"/>
                  </a:lnTo>
                  <a:lnTo>
                    <a:pt x="7210068" y="227015"/>
                  </a:lnTo>
                  <a:lnTo>
                    <a:pt x="7210194" y="227015"/>
                  </a:lnTo>
                  <a:lnTo>
                    <a:pt x="7210320" y="227015"/>
                  </a:lnTo>
                  <a:lnTo>
                    <a:pt x="7210446" y="227015"/>
                  </a:lnTo>
                  <a:lnTo>
                    <a:pt x="7210572" y="227015"/>
                  </a:lnTo>
                  <a:lnTo>
                    <a:pt x="7210698" y="227015"/>
                  </a:lnTo>
                  <a:lnTo>
                    <a:pt x="7210824" y="227015"/>
                  </a:lnTo>
                  <a:lnTo>
                    <a:pt x="7210950" y="227015"/>
                  </a:lnTo>
                  <a:lnTo>
                    <a:pt x="7211076" y="227015"/>
                  </a:lnTo>
                  <a:lnTo>
                    <a:pt x="7211203" y="227015"/>
                  </a:lnTo>
                  <a:lnTo>
                    <a:pt x="7211329" y="227015"/>
                  </a:lnTo>
                  <a:lnTo>
                    <a:pt x="7211455" y="227015"/>
                  </a:lnTo>
                  <a:lnTo>
                    <a:pt x="7211581" y="227015"/>
                  </a:lnTo>
                  <a:lnTo>
                    <a:pt x="7211707" y="227015"/>
                  </a:lnTo>
                  <a:lnTo>
                    <a:pt x="7211833" y="227015"/>
                  </a:lnTo>
                  <a:lnTo>
                    <a:pt x="7211959" y="227015"/>
                  </a:lnTo>
                  <a:lnTo>
                    <a:pt x="7212085" y="227015"/>
                  </a:lnTo>
                  <a:lnTo>
                    <a:pt x="7212211" y="227015"/>
                  </a:lnTo>
                  <a:lnTo>
                    <a:pt x="7212337" y="227015"/>
                  </a:lnTo>
                  <a:lnTo>
                    <a:pt x="7212463" y="227015"/>
                  </a:lnTo>
                  <a:lnTo>
                    <a:pt x="7212589" y="227015"/>
                  </a:lnTo>
                  <a:lnTo>
                    <a:pt x="7212716" y="227015"/>
                  </a:lnTo>
                  <a:lnTo>
                    <a:pt x="7212842" y="227015"/>
                  </a:lnTo>
                  <a:lnTo>
                    <a:pt x="7212968" y="227015"/>
                  </a:lnTo>
                  <a:lnTo>
                    <a:pt x="7213094" y="227015"/>
                  </a:lnTo>
                  <a:lnTo>
                    <a:pt x="7213220" y="227015"/>
                  </a:lnTo>
                  <a:lnTo>
                    <a:pt x="7213346" y="227015"/>
                  </a:lnTo>
                  <a:lnTo>
                    <a:pt x="7213472" y="227015"/>
                  </a:lnTo>
                  <a:lnTo>
                    <a:pt x="7213598" y="227015"/>
                  </a:lnTo>
                  <a:lnTo>
                    <a:pt x="7213724" y="227015"/>
                  </a:lnTo>
                  <a:lnTo>
                    <a:pt x="7213850" y="227015"/>
                  </a:lnTo>
                  <a:lnTo>
                    <a:pt x="7213976" y="227015"/>
                  </a:lnTo>
                  <a:lnTo>
                    <a:pt x="7214103" y="227015"/>
                  </a:lnTo>
                  <a:lnTo>
                    <a:pt x="7214229" y="227015"/>
                  </a:lnTo>
                  <a:lnTo>
                    <a:pt x="7214355" y="227015"/>
                  </a:lnTo>
                  <a:lnTo>
                    <a:pt x="7214481" y="227015"/>
                  </a:lnTo>
                  <a:lnTo>
                    <a:pt x="7214607" y="227015"/>
                  </a:lnTo>
                  <a:lnTo>
                    <a:pt x="7214733" y="227015"/>
                  </a:lnTo>
                  <a:lnTo>
                    <a:pt x="7214859" y="227015"/>
                  </a:lnTo>
                  <a:lnTo>
                    <a:pt x="7214985" y="227015"/>
                  </a:lnTo>
                  <a:lnTo>
                    <a:pt x="7215111" y="227015"/>
                  </a:lnTo>
                  <a:lnTo>
                    <a:pt x="7215237" y="227015"/>
                  </a:lnTo>
                  <a:lnTo>
                    <a:pt x="7215363" y="227015"/>
                  </a:lnTo>
                  <a:lnTo>
                    <a:pt x="7215489" y="227015"/>
                  </a:lnTo>
                  <a:lnTo>
                    <a:pt x="7215616" y="227015"/>
                  </a:lnTo>
                  <a:lnTo>
                    <a:pt x="7215742" y="227015"/>
                  </a:lnTo>
                  <a:lnTo>
                    <a:pt x="7215868" y="227015"/>
                  </a:lnTo>
                  <a:lnTo>
                    <a:pt x="7215994" y="227015"/>
                  </a:lnTo>
                  <a:lnTo>
                    <a:pt x="7216120" y="227015"/>
                  </a:lnTo>
                  <a:lnTo>
                    <a:pt x="7216246" y="227015"/>
                  </a:lnTo>
                  <a:lnTo>
                    <a:pt x="7216372" y="227015"/>
                  </a:lnTo>
                  <a:lnTo>
                    <a:pt x="7216498" y="227015"/>
                  </a:lnTo>
                  <a:lnTo>
                    <a:pt x="7216624" y="227015"/>
                  </a:lnTo>
                  <a:lnTo>
                    <a:pt x="7216750" y="227015"/>
                  </a:lnTo>
                  <a:lnTo>
                    <a:pt x="7216876" y="227015"/>
                  </a:lnTo>
                  <a:lnTo>
                    <a:pt x="7217003" y="227015"/>
                  </a:lnTo>
                  <a:lnTo>
                    <a:pt x="7217129" y="227015"/>
                  </a:lnTo>
                  <a:lnTo>
                    <a:pt x="7217255" y="227015"/>
                  </a:lnTo>
                  <a:lnTo>
                    <a:pt x="7217381" y="227015"/>
                  </a:lnTo>
                  <a:lnTo>
                    <a:pt x="7217507" y="227015"/>
                  </a:lnTo>
                  <a:lnTo>
                    <a:pt x="7217633" y="227015"/>
                  </a:lnTo>
                  <a:lnTo>
                    <a:pt x="7217759" y="227015"/>
                  </a:lnTo>
                  <a:lnTo>
                    <a:pt x="7217885" y="227015"/>
                  </a:lnTo>
                  <a:lnTo>
                    <a:pt x="7218011" y="227015"/>
                  </a:lnTo>
                  <a:lnTo>
                    <a:pt x="7218137" y="227015"/>
                  </a:lnTo>
                  <a:lnTo>
                    <a:pt x="7218263" y="227015"/>
                  </a:lnTo>
                  <a:lnTo>
                    <a:pt x="7218389" y="227015"/>
                  </a:lnTo>
                  <a:lnTo>
                    <a:pt x="7218516" y="227015"/>
                  </a:lnTo>
                  <a:lnTo>
                    <a:pt x="7218642" y="227015"/>
                  </a:lnTo>
                  <a:lnTo>
                    <a:pt x="7218768" y="227015"/>
                  </a:lnTo>
                  <a:lnTo>
                    <a:pt x="7218894" y="227015"/>
                  </a:lnTo>
                  <a:lnTo>
                    <a:pt x="7219020" y="227015"/>
                  </a:lnTo>
                  <a:lnTo>
                    <a:pt x="7219146" y="227015"/>
                  </a:lnTo>
                  <a:lnTo>
                    <a:pt x="7219272" y="227015"/>
                  </a:lnTo>
                  <a:lnTo>
                    <a:pt x="7219398" y="227015"/>
                  </a:lnTo>
                  <a:lnTo>
                    <a:pt x="7219524" y="227015"/>
                  </a:lnTo>
                  <a:lnTo>
                    <a:pt x="7219650" y="227015"/>
                  </a:lnTo>
                  <a:lnTo>
                    <a:pt x="7219776" y="227015"/>
                  </a:lnTo>
                  <a:lnTo>
                    <a:pt x="7219903" y="227015"/>
                  </a:lnTo>
                  <a:lnTo>
                    <a:pt x="7220029" y="227015"/>
                  </a:lnTo>
                  <a:lnTo>
                    <a:pt x="7220155" y="227015"/>
                  </a:lnTo>
                  <a:lnTo>
                    <a:pt x="7220281" y="227015"/>
                  </a:lnTo>
                  <a:lnTo>
                    <a:pt x="7220407" y="227015"/>
                  </a:lnTo>
                  <a:lnTo>
                    <a:pt x="7220533" y="227015"/>
                  </a:lnTo>
                  <a:lnTo>
                    <a:pt x="7220659" y="227015"/>
                  </a:lnTo>
                  <a:lnTo>
                    <a:pt x="7220785" y="227015"/>
                  </a:lnTo>
                  <a:lnTo>
                    <a:pt x="7220911" y="227015"/>
                  </a:lnTo>
                  <a:lnTo>
                    <a:pt x="7221037" y="227015"/>
                  </a:lnTo>
                  <a:lnTo>
                    <a:pt x="7221163" y="227015"/>
                  </a:lnTo>
                  <a:lnTo>
                    <a:pt x="7221290" y="227015"/>
                  </a:lnTo>
                  <a:lnTo>
                    <a:pt x="7221416" y="227015"/>
                  </a:lnTo>
                  <a:lnTo>
                    <a:pt x="7221542" y="227015"/>
                  </a:lnTo>
                  <a:lnTo>
                    <a:pt x="7221668" y="227015"/>
                  </a:lnTo>
                  <a:lnTo>
                    <a:pt x="7221794" y="227015"/>
                  </a:lnTo>
                  <a:lnTo>
                    <a:pt x="7221920" y="227015"/>
                  </a:lnTo>
                  <a:lnTo>
                    <a:pt x="7222046" y="227015"/>
                  </a:lnTo>
                  <a:lnTo>
                    <a:pt x="7222172" y="227015"/>
                  </a:lnTo>
                  <a:lnTo>
                    <a:pt x="7222298" y="227015"/>
                  </a:lnTo>
                  <a:lnTo>
                    <a:pt x="7222424" y="227015"/>
                  </a:lnTo>
                  <a:lnTo>
                    <a:pt x="7222550" y="227015"/>
                  </a:lnTo>
                  <a:lnTo>
                    <a:pt x="7222676" y="227015"/>
                  </a:lnTo>
                  <a:lnTo>
                    <a:pt x="7222803" y="227015"/>
                  </a:lnTo>
                  <a:lnTo>
                    <a:pt x="7222929" y="227015"/>
                  </a:lnTo>
                  <a:lnTo>
                    <a:pt x="7223055" y="227015"/>
                  </a:lnTo>
                  <a:lnTo>
                    <a:pt x="7223181" y="227015"/>
                  </a:lnTo>
                  <a:lnTo>
                    <a:pt x="7223307" y="227015"/>
                  </a:lnTo>
                  <a:lnTo>
                    <a:pt x="7223433" y="227015"/>
                  </a:lnTo>
                  <a:lnTo>
                    <a:pt x="7223559" y="227015"/>
                  </a:lnTo>
                  <a:lnTo>
                    <a:pt x="7223685" y="227015"/>
                  </a:lnTo>
                  <a:lnTo>
                    <a:pt x="7223811" y="227015"/>
                  </a:lnTo>
                  <a:lnTo>
                    <a:pt x="7223937" y="227015"/>
                  </a:lnTo>
                  <a:lnTo>
                    <a:pt x="7224063" y="227015"/>
                  </a:lnTo>
                  <a:lnTo>
                    <a:pt x="7224190" y="227015"/>
                  </a:lnTo>
                  <a:lnTo>
                    <a:pt x="7224316" y="227015"/>
                  </a:lnTo>
                  <a:lnTo>
                    <a:pt x="7224442" y="227015"/>
                  </a:lnTo>
                  <a:lnTo>
                    <a:pt x="7224568" y="227015"/>
                  </a:lnTo>
                  <a:lnTo>
                    <a:pt x="7224694" y="227015"/>
                  </a:lnTo>
                  <a:lnTo>
                    <a:pt x="7224820" y="227015"/>
                  </a:lnTo>
                  <a:lnTo>
                    <a:pt x="7224946" y="227015"/>
                  </a:lnTo>
                  <a:lnTo>
                    <a:pt x="7225072" y="227015"/>
                  </a:lnTo>
                  <a:lnTo>
                    <a:pt x="7225198" y="227015"/>
                  </a:lnTo>
                  <a:lnTo>
                    <a:pt x="7225324" y="227015"/>
                  </a:lnTo>
                  <a:lnTo>
                    <a:pt x="7225450" y="227015"/>
                  </a:lnTo>
                  <a:lnTo>
                    <a:pt x="7225576" y="227015"/>
                  </a:lnTo>
                  <a:lnTo>
                    <a:pt x="7225703" y="227015"/>
                  </a:lnTo>
                  <a:lnTo>
                    <a:pt x="7225829" y="227015"/>
                  </a:lnTo>
                  <a:lnTo>
                    <a:pt x="7225955" y="227015"/>
                  </a:lnTo>
                  <a:lnTo>
                    <a:pt x="7226081" y="227015"/>
                  </a:lnTo>
                  <a:lnTo>
                    <a:pt x="7226207" y="227015"/>
                  </a:lnTo>
                  <a:lnTo>
                    <a:pt x="7226333" y="227015"/>
                  </a:lnTo>
                  <a:lnTo>
                    <a:pt x="7226459" y="227015"/>
                  </a:lnTo>
                  <a:lnTo>
                    <a:pt x="7226585" y="227015"/>
                  </a:lnTo>
                  <a:lnTo>
                    <a:pt x="7226711" y="227015"/>
                  </a:lnTo>
                  <a:lnTo>
                    <a:pt x="7226837" y="227015"/>
                  </a:lnTo>
                  <a:lnTo>
                    <a:pt x="7226963" y="227015"/>
                  </a:lnTo>
                  <a:lnTo>
                    <a:pt x="7227090" y="227015"/>
                  </a:lnTo>
                  <a:lnTo>
                    <a:pt x="7227216" y="227015"/>
                  </a:lnTo>
                  <a:lnTo>
                    <a:pt x="7227342" y="227015"/>
                  </a:lnTo>
                  <a:lnTo>
                    <a:pt x="7227468" y="227015"/>
                  </a:lnTo>
                  <a:lnTo>
                    <a:pt x="7227594" y="227015"/>
                  </a:lnTo>
                  <a:lnTo>
                    <a:pt x="7227720" y="227015"/>
                  </a:lnTo>
                  <a:lnTo>
                    <a:pt x="7227846" y="227015"/>
                  </a:lnTo>
                  <a:lnTo>
                    <a:pt x="7227972" y="227015"/>
                  </a:lnTo>
                  <a:lnTo>
                    <a:pt x="7228098" y="227015"/>
                  </a:lnTo>
                  <a:lnTo>
                    <a:pt x="7228224" y="227015"/>
                  </a:lnTo>
                  <a:lnTo>
                    <a:pt x="7228350" y="227015"/>
                  </a:lnTo>
                  <a:lnTo>
                    <a:pt x="7228477" y="227015"/>
                  </a:lnTo>
                  <a:lnTo>
                    <a:pt x="7228603" y="227015"/>
                  </a:lnTo>
                  <a:lnTo>
                    <a:pt x="7228729" y="227015"/>
                  </a:lnTo>
                  <a:lnTo>
                    <a:pt x="7228855" y="227015"/>
                  </a:lnTo>
                  <a:lnTo>
                    <a:pt x="7228981" y="227015"/>
                  </a:lnTo>
                  <a:lnTo>
                    <a:pt x="7229107" y="227015"/>
                  </a:lnTo>
                  <a:lnTo>
                    <a:pt x="7229233" y="227015"/>
                  </a:lnTo>
                  <a:lnTo>
                    <a:pt x="7229359" y="227015"/>
                  </a:lnTo>
                  <a:lnTo>
                    <a:pt x="7229485" y="227015"/>
                  </a:lnTo>
                  <a:lnTo>
                    <a:pt x="7229611" y="227015"/>
                  </a:lnTo>
                  <a:lnTo>
                    <a:pt x="7229737" y="227015"/>
                  </a:lnTo>
                  <a:lnTo>
                    <a:pt x="7229863" y="227015"/>
                  </a:lnTo>
                  <a:lnTo>
                    <a:pt x="7229990" y="227015"/>
                  </a:lnTo>
                  <a:lnTo>
                    <a:pt x="7230116" y="227015"/>
                  </a:lnTo>
                  <a:lnTo>
                    <a:pt x="7230242" y="227015"/>
                  </a:lnTo>
                  <a:lnTo>
                    <a:pt x="7230368" y="227015"/>
                  </a:lnTo>
                  <a:lnTo>
                    <a:pt x="7230494" y="227015"/>
                  </a:lnTo>
                  <a:lnTo>
                    <a:pt x="7230620" y="227015"/>
                  </a:lnTo>
                  <a:lnTo>
                    <a:pt x="7230746" y="227015"/>
                  </a:lnTo>
                  <a:lnTo>
                    <a:pt x="7230872" y="227015"/>
                  </a:lnTo>
                  <a:lnTo>
                    <a:pt x="7230998" y="227015"/>
                  </a:lnTo>
                  <a:lnTo>
                    <a:pt x="7231124" y="227015"/>
                  </a:lnTo>
                  <a:lnTo>
                    <a:pt x="7231250" y="227015"/>
                  </a:lnTo>
                  <a:lnTo>
                    <a:pt x="7231377" y="227015"/>
                  </a:lnTo>
                  <a:lnTo>
                    <a:pt x="7231503" y="227015"/>
                  </a:lnTo>
                  <a:lnTo>
                    <a:pt x="7231629" y="227015"/>
                  </a:lnTo>
                  <a:lnTo>
                    <a:pt x="7231755" y="227015"/>
                  </a:lnTo>
                  <a:lnTo>
                    <a:pt x="7231881" y="227015"/>
                  </a:lnTo>
                  <a:lnTo>
                    <a:pt x="7232007" y="227015"/>
                  </a:lnTo>
                  <a:lnTo>
                    <a:pt x="7232133" y="227015"/>
                  </a:lnTo>
                  <a:lnTo>
                    <a:pt x="7232259" y="227015"/>
                  </a:lnTo>
                  <a:lnTo>
                    <a:pt x="7232385" y="227015"/>
                  </a:lnTo>
                  <a:lnTo>
                    <a:pt x="7232511" y="227015"/>
                  </a:lnTo>
                  <a:lnTo>
                    <a:pt x="7232637" y="227015"/>
                  </a:lnTo>
                  <a:lnTo>
                    <a:pt x="7232763" y="227015"/>
                  </a:lnTo>
                  <a:lnTo>
                    <a:pt x="7232890" y="227015"/>
                  </a:lnTo>
                  <a:lnTo>
                    <a:pt x="7233016" y="227015"/>
                  </a:lnTo>
                  <a:lnTo>
                    <a:pt x="7233142" y="227015"/>
                  </a:lnTo>
                  <a:lnTo>
                    <a:pt x="7233268" y="227015"/>
                  </a:lnTo>
                  <a:lnTo>
                    <a:pt x="7233394" y="227015"/>
                  </a:lnTo>
                  <a:lnTo>
                    <a:pt x="7233520" y="227015"/>
                  </a:lnTo>
                  <a:lnTo>
                    <a:pt x="7233646" y="227015"/>
                  </a:lnTo>
                  <a:lnTo>
                    <a:pt x="7233772" y="227015"/>
                  </a:lnTo>
                  <a:lnTo>
                    <a:pt x="7233898" y="227015"/>
                  </a:lnTo>
                  <a:lnTo>
                    <a:pt x="7234024" y="227015"/>
                  </a:lnTo>
                  <a:lnTo>
                    <a:pt x="7234150" y="227015"/>
                  </a:lnTo>
                  <a:lnTo>
                    <a:pt x="7234277" y="227015"/>
                  </a:lnTo>
                  <a:lnTo>
                    <a:pt x="7234403" y="227015"/>
                  </a:lnTo>
                  <a:lnTo>
                    <a:pt x="7234529" y="227015"/>
                  </a:lnTo>
                  <a:lnTo>
                    <a:pt x="7234655" y="227015"/>
                  </a:lnTo>
                  <a:lnTo>
                    <a:pt x="7234781" y="227015"/>
                  </a:lnTo>
                  <a:lnTo>
                    <a:pt x="7234907" y="227015"/>
                  </a:lnTo>
                  <a:lnTo>
                    <a:pt x="7235033" y="227015"/>
                  </a:lnTo>
                  <a:lnTo>
                    <a:pt x="7235159" y="227015"/>
                  </a:lnTo>
                  <a:lnTo>
                    <a:pt x="7235285" y="227015"/>
                  </a:lnTo>
                  <a:lnTo>
                    <a:pt x="7235411" y="227015"/>
                  </a:lnTo>
                  <a:lnTo>
                    <a:pt x="7235537" y="227015"/>
                  </a:lnTo>
                  <a:lnTo>
                    <a:pt x="7235664" y="227015"/>
                  </a:lnTo>
                  <a:lnTo>
                    <a:pt x="7235790" y="227015"/>
                  </a:lnTo>
                  <a:lnTo>
                    <a:pt x="7235916" y="227015"/>
                  </a:lnTo>
                  <a:lnTo>
                    <a:pt x="7236042" y="227015"/>
                  </a:lnTo>
                  <a:lnTo>
                    <a:pt x="7236168" y="227015"/>
                  </a:lnTo>
                  <a:lnTo>
                    <a:pt x="7236294" y="227015"/>
                  </a:lnTo>
                  <a:lnTo>
                    <a:pt x="7236420" y="227015"/>
                  </a:lnTo>
                  <a:lnTo>
                    <a:pt x="7236546" y="227015"/>
                  </a:lnTo>
                  <a:lnTo>
                    <a:pt x="7236672" y="227015"/>
                  </a:lnTo>
                  <a:lnTo>
                    <a:pt x="7236798" y="227015"/>
                  </a:lnTo>
                  <a:lnTo>
                    <a:pt x="7236924" y="227015"/>
                  </a:lnTo>
                  <a:lnTo>
                    <a:pt x="7237050" y="227015"/>
                  </a:lnTo>
                  <a:lnTo>
                    <a:pt x="7237177" y="227015"/>
                  </a:lnTo>
                  <a:lnTo>
                    <a:pt x="7237303" y="227015"/>
                  </a:lnTo>
                  <a:lnTo>
                    <a:pt x="7237429" y="227015"/>
                  </a:lnTo>
                  <a:lnTo>
                    <a:pt x="7237555" y="227015"/>
                  </a:lnTo>
                  <a:lnTo>
                    <a:pt x="7237681" y="227015"/>
                  </a:lnTo>
                  <a:lnTo>
                    <a:pt x="7237807" y="227015"/>
                  </a:lnTo>
                  <a:lnTo>
                    <a:pt x="7237933" y="227015"/>
                  </a:lnTo>
                  <a:lnTo>
                    <a:pt x="7238059" y="227015"/>
                  </a:lnTo>
                  <a:lnTo>
                    <a:pt x="7238185" y="227015"/>
                  </a:lnTo>
                  <a:lnTo>
                    <a:pt x="7238311" y="227015"/>
                  </a:lnTo>
                  <a:lnTo>
                    <a:pt x="7238437" y="227015"/>
                  </a:lnTo>
                  <a:lnTo>
                    <a:pt x="7238564" y="227015"/>
                  </a:lnTo>
                  <a:lnTo>
                    <a:pt x="7238690" y="227015"/>
                  </a:lnTo>
                  <a:lnTo>
                    <a:pt x="7238816" y="227015"/>
                  </a:lnTo>
                  <a:lnTo>
                    <a:pt x="7238942" y="227015"/>
                  </a:lnTo>
                  <a:lnTo>
                    <a:pt x="7239068" y="227015"/>
                  </a:lnTo>
                  <a:lnTo>
                    <a:pt x="7239194" y="227015"/>
                  </a:lnTo>
                  <a:lnTo>
                    <a:pt x="7239320" y="227015"/>
                  </a:lnTo>
                  <a:lnTo>
                    <a:pt x="7239446" y="227015"/>
                  </a:lnTo>
                  <a:lnTo>
                    <a:pt x="7239572" y="227015"/>
                  </a:lnTo>
                  <a:lnTo>
                    <a:pt x="7239698" y="227015"/>
                  </a:lnTo>
                  <a:lnTo>
                    <a:pt x="7239824" y="227015"/>
                  </a:lnTo>
                  <a:lnTo>
                    <a:pt x="7239950" y="227015"/>
                  </a:lnTo>
                  <a:lnTo>
                    <a:pt x="7240077" y="227015"/>
                  </a:lnTo>
                  <a:lnTo>
                    <a:pt x="7240203" y="227015"/>
                  </a:lnTo>
                  <a:lnTo>
                    <a:pt x="7240329" y="227015"/>
                  </a:lnTo>
                  <a:lnTo>
                    <a:pt x="7240455" y="227015"/>
                  </a:lnTo>
                  <a:lnTo>
                    <a:pt x="7240581" y="227015"/>
                  </a:lnTo>
                  <a:lnTo>
                    <a:pt x="7240707" y="227015"/>
                  </a:lnTo>
                  <a:lnTo>
                    <a:pt x="7240833" y="227015"/>
                  </a:lnTo>
                  <a:lnTo>
                    <a:pt x="7240959" y="227015"/>
                  </a:lnTo>
                  <a:lnTo>
                    <a:pt x="7241085" y="227015"/>
                  </a:lnTo>
                  <a:lnTo>
                    <a:pt x="7241211" y="227015"/>
                  </a:lnTo>
                  <a:lnTo>
                    <a:pt x="7241337" y="227015"/>
                  </a:lnTo>
                  <a:lnTo>
                    <a:pt x="7241464" y="227015"/>
                  </a:lnTo>
                  <a:lnTo>
                    <a:pt x="7241590" y="227015"/>
                  </a:lnTo>
                  <a:lnTo>
                    <a:pt x="7241716" y="227015"/>
                  </a:lnTo>
                  <a:lnTo>
                    <a:pt x="7241842" y="227015"/>
                  </a:lnTo>
                  <a:lnTo>
                    <a:pt x="7241968" y="227015"/>
                  </a:lnTo>
                  <a:lnTo>
                    <a:pt x="7242094" y="227015"/>
                  </a:lnTo>
                  <a:lnTo>
                    <a:pt x="7242220" y="227015"/>
                  </a:lnTo>
                  <a:lnTo>
                    <a:pt x="7242346" y="227015"/>
                  </a:lnTo>
                  <a:lnTo>
                    <a:pt x="7242472" y="227015"/>
                  </a:lnTo>
                  <a:lnTo>
                    <a:pt x="7242598" y="227015"/>
                  </a:lnTo>
                  <a:lnTo>
                    <a:pt x="7242724" y="227015"/>
                  </a:lnTo>
                  <a:lnTo>
                    <a:pt x="7242724" y="221735"/>
                  </a:lnTo>
                  <a:lnTo>
                    <a:pt x="7242850" y="221735"/>
                  </a:lnTo>
                  <a:lnTo>
                    <a:pt x="7242977" y="221735"/>
                  </a:lnTo>
                  <a:lnTo>
                    <a:pt x="7243103" y="221735"/>
                  </a:lnTo>
                  <a:lnTo>
                    <a:pt x="7243229" y="221735"/>
                  </a:lnTo>
                  <a:lnTo>
                    <a:pt x="7243355" y="221735"/>
                  </a:lnTo>
                  <a:lnTo>
                    <a:pt x="7243481" y="221735"/>
                  </a:lnTo>
                  <a:lnTo>
                    <a:pt x="7243607" y="221735"/>
                  </a:lnTo>
                  <a:lnTo>
                    <a:pt x="7243733" y="221735"/>
                  </a:lnTo>
                  <a:lnTo>
                    <a:pt x="7243859" y="221735"/>
                  </a:lnTo>
                  <a:lnTo>
                    <a:pt x="7243985" y="221735"/>
                  </a:lnTo>
                  <a:lnTo>
                    <a:pt x="7244111" y="221735"/>
                  </a:lnTo>
                  <a:lnTo>
                    <a:pt x="7244237" y="221735"/>
                  </a:lnTo>
                  <a:lnTo>
                    <a:pt x="7244364" y="221735"/>
                  </a:lnTo>
                  <a:lnTo>
                    <a:pt x="7244490" y="221735"/>
                  </a:lnTo>
                  <a:lnTo>
                    <a:pt x="7244616" y="221735"/>
                  </a:lnTo>
                  <a:lnTo>
                    <a:pt x="7244742" y="221735"/>
                  </a:lnTo>
                  <a:lnTo>
                    <a:pt x="7244868" y="221735"/>
                  </a:lnTo>
                  <a:lnTo>
                    <a:pt x="7244994" y="221735"/>
                  </a:lnTo>
                  <a:lnTo>
                    <a:pt x="7245120" y="221735"/>
                  </a:lnTo>
                  <a:lnTo>
                    <a:pt x="7245246" y="221735"/>
                  </a:lnTo>
                  <a:lnTo>
                    <a:pt x="7245372" y="221735"/>
                  </a:lnTo>
                  <a:lnTo>
                    <a:pt x="7245498" y="221735"/>
                  </a:lnTo>
                  <a:lnTo>
                    <a:pt x="7245624" y="221735"/>
                  </a:lnTo>
                  <a:lnTo>
                    <a:pt x="7245751" y="221735"/>
                  </a:lnTo>
                  <a:lnTo>
                    <a:pt x="7245877" y="221735"/>
                  </a:lnTo>
                  <a:lnTo>
                    <a:pt x="7246003" y="221735"/>
                  </a:lnTo>
                  <a:lnTo>
                    <a:pt x="7246129" y="221735"/>
                  </a:lnTo>
                  <a:lnTo>
                    <a:pt x="7246255" y="221735"/>
                  </a:lnTo>
                  <a:lnTo>
                    <a:pt x="7246381" y="221735"/>
                  </a:lnTo>
                  <a:lnTo>
                    <a:pt x="7246507" y="221735"/>
                  </a:lnTo>
                  <a:lnTo>
                    <a:pt x="7246633" y="221735"/>
                  </a:lnTo>
                  <a:lnTo>
                    <a:pt x="7246759" y="221735"/>
                  </a:lnTo>
                  <a:lnTo>
                    <a:pt x="7246885" y="221735"/>
                  </a:lnTo>
                  <a:lnTo>
                    <a:pt x="7247011" y="221735"/>
                  </a:lnTo>
                  <a:lnTo>
                    <a:pt x="7247137" y="221735"/>
                  </a:lnTo>
                  <a:lnTo>
                    <a:pt x="7247264" y="221735"/>
                  </a:lnTo>
                  <a:lnTo>
                    <a:pt x="7247390" y="221735"/>
                  </a:lnTo>
                  <a:lnTo>
                    <a:pt x="7247516" y="221735"/>
                  </a:lnTo>
                  <a:lnTo>
                    <a:pt x="7247642" y="221735"/>
                  </a:lnTo>
                  <a:lnTo>
                    <a:pt x="7247768" y="221735"/>
                  </a:lnTo>
                  <a:lnTo>
                    <a:pt x="7247894" y="221735"/>
                  </a:lnTo>
                  <a:lnTo>
                    <a:pt x="7248020" y="221735"/>
                  </a:lnTo>
                  <a:lnTo>
                    <a:pt x="7248146" y="221735"/>
                  </a:lnTo>
                  <a:lnTo>
                    <a:pt x="7248272" y="221735"/>
                  </a:lnTo>
                  <a:lnTo>
                    <a:pt x="7248398" y="221735"/>
                  </a:lnTo>
                  <a:lnTo>
                    <a:pt x="7248524" y="221735"/>
                  </a:lnTo>
                  <a:lnTo>
                    <a:pt x="7248651" y="221735"/>
                  </a:lnTo>
                  <a:lnTo>
                    <a:pt x="7248777" y="221735"/>
                  </a:lnTo>
                  <a:lnTo>
                    <a:pt x="7248903" y="221735"/>
                  </a:lnTo>
                  <a:lnTo>
                    <a:pt x="7249029" y="221735"/>
                  </a:lnTo>
                  <a:lnTo>
                    <a:pt x="7249155" y="221735"/>
                  </a:lnTo>
                  <a:lnTo>
                    <a:pt x="7249281" y="221735"/>
                  </a:lnTo>
                  <a:lnTo>
                    <a:pt x="7249407" y="221735"/>
                  </a:lnTo>
                  <a:lnTo>
                    <a:pt x="7249533" y="221735"/>
                  </a:lnTo>
                  <a:lnTo>
                    <a:pt x="7249659" y="221735"/>
                  </a:lnTo>
                  <a:lnTo>
                    <a:pt x="7249785" y="221735"/>
                  </a:lnTo>
                  <a:lnTo>
                    <a:pt x="7249911" y="221735"/>
                  </a:lnTo>
                  <a:lnTo>
                    <a:pt x="7250037" y="221735"/>
                  </a:lnTo>
                  <a:lnTo>
                    <a:pt x="7250164" y="221735"/>
                  </a:lnTo>
                  <a:lnTo>
                    <a:pt x="7250290" y="221735"/>
                  </a:lnTo>
                  <a:lnTo>
                    <a:pt x="7250416" y="221735"/>
                  </a:lnTo>
                  <a:lnTo>
                    <a:pt x="7250542" y="221735"/>
                  </a:lnTo>
                  <a:lnTo>
                    <a:pt x="7250668" y="221735"/>
                  </a:lnTo>
                  <a:lnTo>
                    <a:pt x="7250794" y="221735"/>
                  </a:lnTo>
                  <a:lnTo>
                    <a:pt x="7250920" y="221735"/>
                  </a:lnTo>
                  <a:lnTo>
                    <a:pt x="7251046" y="221735"/>
                  </a:lnTo>
                  <a:lnTo>
                    <a:pt x="7251172" y="221735"/>
                  </a:lnTo>
                  <a:lnTo>
                    <a:pt x="7251298" y="221735"/>
                  </a:lnTo>
                  <a:lnTo>
                    <a:pt x="7251424" y="221735"/>
                  </a:lnTo>
                  <a:lnTo>
                    <a:pt x="7251551" y="221735"/>
                  </a:lnTo>
                  <a:lnTo>
                    <a:pt x="7251677" y="221735"/>
                  </a:lnTo>
                  <a:lnTo>
                    <a:pt x="7251803" y="221735"/>
                  </a:lnTo>
                  <a:lnTo>
                    <a:pt x="7251929" y="221735"/>
                  </a:lnTo>
                  <a:lnTo>
                    <a:pt x="7252055" y="221735"/>
                  </a:lnTo>
                  <a:lnTo>
                    <a:pt x="7252181" y="221735"/>
                  </a:lnTo>
                  <a:lnTo>
                    <a:pt x="7252307" y="221735"/>
                  </a:lnTo>
                  <a:lnTo>
                    <a:pt x="7252433" y="221735"/>
                  </a:lnTo>
                  <a:lnTo>
                    <a:pt x="7252559" y="221735"/>
                  </a:lnTo>
                  <a:lnTo>
                    <a:pt x="7252685" y="221735"/>
                  </a:lnTo>
                  <a:lnTo>
                    <a:pt x="7252811" y="221735"/>
                  </a:lnTo>
                  <a:lnTo>
                    <a:pt x="7252938" y="221735"/>
                  </a:lnTo>
                  <a:lnTo>
                    <a:pt x="7253064" y="221735"/>
                  </a:lnTo>
                  <a:lnTo>
                    <a:pt x="7253190" y="221735"/>
                  </a:lnTo>
                  <a:lnTo>
                    <a:pt x="7253316" y="221735"/>
                  </a:lnTo>
                  <a:lnTo>
                    <a:pt x="7253442" y="221735"/>
                  </a:lnTo>
                  <a:lnTo>
                    <a:pt x="7253568" y="221735"/>
                  </a:lnTo>
                  <a:lnTo>
                    <a:pt x="7253694" y="221735"/>
                  </a:lnTo>
                  <a:lnTo>
                    <a:pt x="7253820" y="221735"/>
                  </a:lnTo>
                  <a:lnTo>
                    <a:pt x="7253946" y="221735"/>
                  </a:lnTo>
                  <a:lnTo>
                    <a:pt x="7254072" y="221735"/>
                  </a:lnTo>
                  <a:lnTo>
                    <a:pt x="7254198" y="221735"/>
                  </a:lnTo>
                  <a:lnTo>
                    <a:pt x="7254324" y="221735"/>
                  </a:lnTo>
                  <a:lnTo>
                    <a:pt x="7254451" y="221735"/>
                  </a:lnTo>
                  <a:lnTo>
                    <a:pt x="7254577" y="221735"/>
                  </a:lnTo>
                  <a:lnTo>
                    <a:pt x="7254703" y="221735"/>
                  </a:lnTo>
                  <a:lnTo>
                    <a:pt x="7254829" y="221735"/>
                  </a:lnTo>
                  <a:lnTo>
                    <a:pt x="7254955" y="221735"/>
                  </a:lnTo>
                  <a:lnTo>
                    <a:pt x="7255081" y="221735"/>
                  </a:lnTo>
                  <a:lnTo>
                    <a:pt x="7255207" y="221735"/>
                  </a:lnTo>
                  <a:lnTo>
                    <a:pt x="7255333" y="221735"/>
                  </a:lnTo>
                  <a:lnTo>
                    <a:pt x="7255459" y="221735"/>
                  </a:lnTo>
                  <a:lnTo>
                    <a:pt x="7255585" y="221735"/>
                  </a:lnTo>
                  <a:lnTo>
                    <a:pt x="7255711" y="221735"/>
                  </a:lnTo>
                  <a:lnTo>
                    <a:pt x="7255838" y="221735"/>
                  </a:lnTo>
                  <a:lnTo>
                    <a:pt x="7255964" y="221735"/>
                  </a:lnTo>
                  <a:lnTo>
                    <a:pt x="7256090" y="221735"/>
                  </a:lnTo>
                  <a:lnTo>
                    <a:pt x="7256216" y="221735"/>
                  </a:lnTo>
                  <a:lnTo>
                    <a:pt x="7256342" y="221735"/>
                  </a:lnTo>
                  <a:lnTo>
                    <a:pt x="7256468" y="221735"/>
                  </a:lnTo>
                  <a:lnTo>
                    <a:pt x="7256594" y="221735"/>
                  </a:lnTo>
                  <a:lnTo>
                    <a:pt x="7256720" y="221735"/>
                  </a:lnTo>
                  <a:lnTo>
                    <a:pt x="7256846" y="221735"/>
                  </a:lnTo>
                  <a:lnTo>
                    <a:pt x="7256972" y="221735"/>
                  </a:lnTo>
                  <a:lnTo>
                    <a:pt x="7257098" y="221735"/>
                  </a:lnTo>
                  <a:lnTo>
                    <a:pt x="7257224" y="221735"/>
                  </a:lnTo>
                  <a:lnTo>
                    <a:pt x="7257351" y="221735"/>
                  </a:lnTo>
                  <a:lnTo>
                    <a:pt x="7257477" y="221735"/>
                  </a:lnTo>
                  <a:lnTo>
                    <a:pt x="7257603" y="221735"/>
                  </a:lnTo>
                  <a:lnTo>
                    <a:pt x="7257729" y="221735"/>
                  </a:lnTo>
                  <a:lnTo>
                    <a:pt x="7257855" y="221735"/>
                  </a:lnTo>
                  <a:lnTo>
                    <a:pt x="7257981" y="221735"/>
                  </a:lnTo>
                  <a:lnTo>
                    <a:pt x="7258107" y="221735"/>
                  </a:lnTo>
                  <a:lnTo>
                    <a:pt x="7258233" y="221735"/>
                  </a:lnTo>
                  <a:lnTo>
                    <a:pt x="7258359" y="221735"/>
                  </a:lnTo>
                  <a:lnTo>
                    <a:pt x="7258485" y="221735"/>
                  </a:lnTo>
                  <a:lnTo>
                    <a:pt x="7258611" y="221735"/>
                  </a:lnTo>
                  <a:lnTo>
                    <a:pt x="7258738" y="221735"/>
                  </a:lnTo>
                  <a:lnTo>
                    <a:pt x="7258864" y="221735"/>
                  </a:lnTo>
                  <a:lnTo>
                    <a:pt x="7258990" y="221735"/>
                  </a:lnTo>
                  <a:lnTo>
                    <a:pt x="7259116" y="221735"/>
                  </a:lnTo>
                  <a:lnTo>
                    <a:pt x="7259242" y="221735"/>
                  </a:lnTo>
                  <a:lnTo>
                    <a:pt x="7259368" y="221735"/>
                  </a:lnTo>
                  <a:lnTo>
                    <a:pt x="7259494" y="221735"/>
                  </a:lnTo>
                  <a:lnTo>
                    <a:pt x="7259620" y="221735"/>
                  </a:lnTo>
                  <a:lnTo>
                    <a:pt x="7259746" y="221735"/>
                  </a:lnTo>
                  <a:lnTo>
                    <a:pt x="7259872" y="221735"/>
                  </a:lnTo>
                  <a:lnTo>
                    <a:pt x="7259998" y="221735"/>
                  </a:lnTo>
                  <a:lnTo>
                    <a:pt x="7260125" y="221735"/>
                  </a:lnTo>
                  <a:lnTo>
                    <a:pt x="7260251" y="221735"/>
                  </a:lnTo>
                  <a:lnTo>
                    <a:pt x="7260377" y="221735"/>
                  </a:lnTo>
                  <a:lnTo>
                    <a:pt x="7260503" y="221735"/>
                  </a:lnTo>
                  <a:lnTo>
                    <a:pt x="7260629" y="221735"/>
                  </a:lnTo>
                  <a:lnTo>
                    <a:pt x="7260755" y="221735"/>
                  </a:lnTo>
                  <a:lnTo>
                    <a:pt x="7260881" y="221735"/>
                  </a:lnTo>
                  <a:lnTo>
                    <a:pt x="7261007" y="221735"/>
                  </a:lnTo>
                  <a:lnTo>
                    <a:pt x="7261133" y="221735"/>
                  </a:lnTo>
                  <a:lnTo>
                    <a:pt x="7261259" y="221735"/>
                  </a:lnTo>
                  <a:lnTo>
                    <a:pt x="7261385" y="221735"/>
                  </a:lnTo>
                  <a:lnTo>
                    <a:pt x="7261511" y="221735"/>
                  </a:lnTo>
                  <a:lnTo>
                    <a:pt x="7261638" y="221735"/>
                  </a:lnTo>
                  <a:lnTo>
                    <a:pt x="7261764" y="221735"/>
                  </a:lnTo>
                  <a:lnTo>
                    <a:pt x="7261890" y="221735"/>
                  </a:lnTo>
                  <a:lnTo>
                    <a:pt x="7261890" y="216456"/>
                  </a:lnTo>
                  <a:lnTo>
                    <a:pt x="7262016" y="216456"/>
                  </a:lnTo>
                  <a:lnTo>
                    <a:pt x="7262142" y="216456"/>
                  </a:lnTo>
                  <a:lnTo>
                    <a:pt x="7262268" y="216456"/>
                  </a:lnTo>
                  <a:lnTo>
                    <a:pt x="7262394" y="216456"/>
                  </a:lnTo>
                  <a:lnTo>
                    <a:pt x="7262520" y="216456"/>
                  </a:lnTo>
                  <a:lnTo>
                    <a:pt x="7262646" y="216456"/>
                  </a:lnTo>
                  <a:lnTo>
                    <a:pt x="7262772" y="216456"/>
                  </a:lnTo>
                  <a:lnTo>
                    <a:pt x="7262898" y="216456"/>
                  </a:lnTo>
                  <a:lnTo>
                    <a:pt x="7263025" y="216456"/>
                  </a:lnTo>
                  <a:lnTo>
                    <a:pt x="7263151" y="216456"/>
                  </a:lnTo>
                  <a:lnTo>
                    <a:pt x="7263277" y="216456"/>
                  </a:lnTo>
                  <a:lnTo>
                    <a:pt x="7263403" y="216456"/>
                  </a:lnTo>
                  <a:lnTo>
                    <a:pt x="7263529" y="216456"/>
                  </a:lnTo>
                  <a:lnTo>
                    <a:pt x="7263655" y="216456"/>
                  </a:lnTo>
                  <a:lnTo>
                    <a:pt x="7263781" y="216456"/>
                  </a:lnTo>
                  <a:lnTo>
                    <a:pt x="7263907" y="216456"/>
                  </a:lnTo>
                  <a:lnTo>
                    <a:pt x="7264033" y="216456"/>
                  </a:lnTo>
                  <a:lnTo>
                    <a:pt x="7264159" y="216456"/>
                  </a:lnTo>
                  <a:lnTo>
                    <a:pt x="7264285" y="216456"/>
                  </a:lnTo>
                  <a:lnTo>
                    <a:pt x="7264411" y="216456"/>
                  </a:lnTo>
                  <a:lnTo>
                    <a:pt x="7264538" y="216456"/>
                  </a:lnTo>
                  <a:lnTo>
                    <a:pt x="7264664" y="216456"/>
                  </a:lnTo>
                  <a:lnTo>
                    <a:pt x="7264790" y="216456"/>
                  </a:lnTo>
                  <a:lnTo>
                    <a:pt x="7264916" y="216456"/>
                  </a:lnTo>
                  <a:lnTo>
                    <a:pt x="7265042" y="216456"/>
                  </a:lnTo>
                  <a:lnTo>
                    <a:pt x="7265168" y="216456"/>
                  </a:lnTo>
                  <a:lnTo>
                    <a:pt x="7265294" y="216456"/>
                  </a:lnTo>
                  <a:lnTo>
                    <a:pt x="7265420" y="216456"/>
                  </a:lnTo>
                  <a:lnTo>
                    <a:pt x="7265546" y="216456"/>
                  </a:lnTo>
                  <a:lnTo>
                    <a:pt x="7265672" y="216456"/>
                  </a:lnTo>
                  <a:lnTo>
                    <a:pt x="7265798" y="216456"/>
                  </a:lnTo>
                  <a:lnTo>
                    <a:pt x="7265925" y="216456"/>
                  </a:lnTo>
                  <a:lnTo>
                    <a:pt x="7266051" y="216456"/>
                  </a:lnTo>
                  <a:lnTo>
                    <a:pt x="7266177" y="216456"/>
                  </a:lnTo>
                  <a:lnTo>
                    <a:pt x="7266303" y="216456"/>
                  </a:lnTo>
                  <a:lnTo>
                    <a:pt x="7266429" y="216456"/>
                  </a:lnTo>
                  <a:lnTo>
                    <a:pt x="7266555" y="216456"/>
                  </a:lnTo>
                  <a:lnTo>
                    <a:pt x="7266681" y="216456"/>
                  </a:lnTo>
                  <a:lnTo>
                    <a:pt x="7266807" y="216456"/>
                  </a:lnTo>
                  <a:lnTo>
                    <a:pt x="7266933" y="216456"/>
                  </a:lnTo>
                  <a:lnTo>
                    <a:pt x="7267059" y="216456"/>
                  </a:lnTo>
                  <a:lnTo>
                    <a:pt x="7267185" y="216456"/>
                  </a:lnTo>
                  <a:lnTo>
                    <a:pt x="7267311" y="216456"/>
                  </a:lnTo>
                  <a:lnTo>
                    <a:pt x="7267438" y="216456"/>
                  </a:lnTo>
                  <a:lnTo>
                    <a:pt x="7267564" y="216456"/>
                  </a:lnTo>
                  <a:lnTo>
                    <a:pt x="7267690" y="216456"/>
                  </a:lnTo>
                  <a:lnTo>
                    <a:pt x="7267816" y="216456"/>
                  </a:lnTo>
                  <a:lnTo>
                    <a:pt x="7267942" y="216456"/>
                  </a:lnTo>
                  <a:lnTo>
                    <a:pt x="7268068" y="216456"/>
                  </a:lnTo>
                  <a:lnTo>
                    <a:pt x="7268194" y="216456"/>
                  </a:lnTo>
                  <a:lnTo>
                    <a:pt x="7268320" y="216456"/>
                  </a:lnTo>
                  <a:lnTo>
                    <a:pt x="7268446" y="216456"/>
                  </a:lnTo>
                  <a:lnTo>
                    <a:pt x="7268572" y="216456"/>
                  </a:lnTo>
                  <a:lnTo>
                    <a:pt x="7268698" y="216456"/>
                  </a:lnTo>
                  <a:lnTo>
                    <a:pt x="7268825" y="216456"/>
                  </a:lnTo>
                  <a:lnTo>
                    <a:pt x="7268951" y="216456"/>
                  </a:lnTo>
                  <a:lnTo>
                    <a:pt x="7269077" y="216456"/>
                  </a:lnTo>
                  <a:lnTo>
                    <a:pt x="7269203" y="216456"/>
                  </a:lnTo>
                  <a:lnTo>
                    <a:pt x="7269329" y="216456"/>
                  </a:lnTo>
                  <a:lnTo>
                    <a:pt x="7269455" y="216456"/>
                  </a:lnTo>
                  <a:lnTo>
                    <a:pt x="7269581" y="216456"/>
                  </a:lnTo>
                  <a:lnTo>
                    <a:pt x="7269707" y="216456"/>
                  </a:lnTo>
                  <a:lnTo>
                    <a:pt x="7269833" y="216456"/>
                  </a:lnTo>
                  <a:lnTo>
                    <a:pt x="7269959" y="216456"/>
                  </a:lnTo>
                  <a:lnTo>
                    <a:pt x="7270085" y="216456"/>
                  </a:lnTo>
                  <a:lnTo>
                    <a:pt x="7270212" y="216456"/>
                  </a:lnTo>
                  <a:lnTo>
                    <a:pt x="7270338" y="216456"/>
                  </a:lnTo>
                  <a:lnTo>
                    <a:pt x="7270464" y="216456"/>
                  </a:lnTo>
                  <a:lnTo>
                    <a:pt x="7270590" y="216456"/>
                  </a:lnTo>
                  <a:lnTo>
                    <a:pt x="7270716" y="216456"/>
                  </a:lnTo>
                  <a:lnTo>
                    <a:pt x="7270842" y="216456"/>
                  </a:lnTo>
                  <a:lnTo>
                    <a:pt x="7270968" y="216456"/>
                  </a:lnTo>
                  <a:lnTo>
                    <a:pt x="7271094" y="216456"/>
                  </a:lnTo>
                  <a:lnTo>
                    <a:pt x="7271220" y="216456"/>
                  </a:lnTo>
                  <a:lnTo>
                    <a:pt x="7271346" y="216456"/>
                  </a:lnTo>
                  <a:lnTo>
                    <a:pt x="7271472" y="216456"/>
                  </a:lnTo>
                  <a:lnTo>
                    <a:pt x="7271598" y="216456"/>
                  </a:lnTo>
                  <a:lnTo>
                    <a:pt x="7271725" y="216456"/>
                  </a:lnTo>
                  <a:lnTo>
                    <a:pt x="7271851" y="216456"/>
                  </a:lnTo>
                  <a:lnTo>
                    <a:pt x="7271977" y="216456"/>
                  </a:lnTo>
                  <a:lnTo>
                    <a:pt x="7272103" y="216456"/>
                  </a:lnTo>
                  <a:lnTo>
                    <a:pt x="7272229" y="216456"/>
                  </a:lnTo>
                  <a:lnTo>
                    <a:pt x="7272355" y="216456"/>
                  </a:lnTo>
                  <a:lnTo>
                    <a:pt x="7272481" y="216456"/>
                  </a:lnTo>
                  <a:lnTo>
                    <a:pt x="7272607" y="216456"/>
                  </a:lnTo>
                  <a:lnTo>
                    <a:pt x="7272733" y="216456"/>
                  </a:lnTo>
                  <a:lnTo>
                    <a:pt x="7272859" y="216456"/>
                  </a:lnTo>
                  <a:lnTo>
                    <a:pt x="7272985" y="216456"/>
                  </a:lnTo>
                  <a:lnTo>
                    <a:pt x="7273112" y="216456"/>
                  </a:lnTo>
                  <a:lnTo>
                    <a:pt x="7273238" y="216456"/>
                  </a:lnTo>
                  <a:lnTo>
                    <a:pt x="7273364" y="216456"/>
                  </a:lnTo>
                  <a:lnTo>
                    <a:pt x="7273490" y="216456"/>
                  </a:lnTo>
                  <a:lnTo>
                    <a:pt x="7273616" y="216456"/>
                  </a:lnTo>
                  <a:lnTo>
                    <a:pt x="7273742" y="216456"/>
                  </a:lnTo>
                  <a:lnTo>
                    <a:pt x="7273868" y="216456"/>
                  </a:lnTo>
                  <a:lnTo>
                    <a:pt x="7273994" y="216456"/>
                  </a:lnTo>
                  <a:lnTo>
                    <a:pt x="7274120" y="216456"/>
                  </a:lnTo>
                  <a:lnTo>
                    <a:pt x="7274246" y="216456"/>
                  </a:lnTo>
                  <a:lnTo>
                    <a:pt x="7274372" y="216456"/>
                  </a:lnTo>
                  <a:lnTo>
                    <a:pt x="7274498" y="216456"/>
                  </a:lnTo>
                  <a:lnTo>
                    <a:pt x="7274625" y="216456"/>
                  </a:lnTo>
                  <a:lnTo>
                    <a:pt x="7274751" y="216456"/>
                  </a:lnTo>
                  <a:lnTo>
                    <a:pt x="7274877" y="216456"/>
                  </a:lnTo>
                  <a:lnTo>
                    <a:pt x="7275003" y="216456"/>
                  </a:lnTo>
                  <a:lnTo>
                    <a:pt x="7275129" y="216456"/>
                  </a:lnTo>
                  <a:lnTo>
                    <a:pt x="7275255" y="216456"/>
                  </a:lnTo>
                  <a:lnTo>
                    <a:pt x="7275381" y="216456"/>
                  </a:lnTo>
                  <a:lnTo>
                    <a:pt x="7275507" y="216456"/>
                  </a:lnTo>
                  <a:lnTo>
                    <a:pt x="7275633" y="216456"/>
                  </a:lnTo>
                  <a:lnTo>
                    <a:pt x="7275759" y="216456"/>
                  </a:lnTo>
                  <a:lnTo>
                    <a:pt x="7275885" y="216456"/>
                  </a:lnTo>
                  <a:lnTo>
                    <a:pt x="7276012" y="216456"/>
                  </a:lnTo>
                  <a:lnTo>
                    <a:pt x="7276138" y="216456"/>
                  </a:lnTo>
                  <a:lnTo>
                    <a:pt x="7276264" y="216456"/>
                  </a:lnTo>
                  <a:lnTo>
                    <a:pt x="7276390" y="216456"/>
                  </a:lnTo>
                  <a:lnTo>
                    <a:pt x="7276516" y="216456"/>
                  </a:lnTo>
                  <a:lnTo>
                    <a:pt x="7276642" y="216456"/>
                  </a:lnTo>
                  <a:lnTo>
                    <a:pt x="7276768" y="216456"/>
                  </a:lnTo>
                  <a:lnTo>
                    <a:pt x="7276894" y="216456"/>
                  </a:lnTo>
                  <a:lnTo>
                    <a:pt x="7277020" y="216456"/>
                  </a:lnTo>
                  <a:lnTo>
                    <a:pt x="7277146" y="216456"/>
                  </a:lnTo>
                  <a:lnTo>
                    <a:pt x="7277272" y="216456"/>
                  </a:lnTo>
                  <a:lnTo>
                    <a:pt x="7277399" y="216456"/>
                  </a:lnTo>
                  <a:lnTo>
                    <a:pt x="7277525" y="216456"/>
                  </a:lnTo>
                  <a:lnTo>
                    <a:pt x="7277651" y="216456"/>
                  </a:lnTo>
                  <a:lnTo>
                    <a:pt x="7277777" y="216456"/>
                  </a:lnTo>
                  <a:lnTo>
                    <a:pt x="7277903" y="216456"/>
                  </a:lnTo>
                  <a:lnTo>
                    <a:pt x="7278029" y="216456"/>
                  </a:lnTo>
                  <a:lnTo>
                    <a:pt x="7278155" y="216456"/>
                  </a:lnTo>
                  <a:lnTo>
                    <a:pt x="7278281" y="216456"/>
                  </a:lnTo>
                  <a:lnTo>
                    <a:pt x="7278407" y="216456"/>
                  </a:lnTo>
                  <a:lnTo>
                    <a:pt x="7278533" y="216456"/>
                  </a:lnTo>
                  <a:lnTo>
                    <a:pt x="7278659" y="216456"/>
                  </a:lnTo>
                  <a:lnTo>
                    <a:pt x="7278785" y="216456"/>
                  </a:lnTo>
                  <a:lnTo>
                    <a:pt x="7278912" y="216456"/>
                  </a:lnTo>
                  <a:lnTo>
                    <a:pt x="7279038" y="216456"/>
                  </a:lnTo>
                  <a:lnTo>
                    <a:pt x="7279164" y="216456"/>
                  </a:lnTo>
                  <a:lnTo>
                    <a:pt x="7279290" y="216456"/>
                  </a:lnTo>
                  <a:lnTo>
                    <a:pt x="7279416" y="216456"/>
                  </a:lnTo>
                  <a:lnTo>
                    <a:pt x="7279542" y="216456"/>
                  </a:lnTo>
                  <a:lnTo>
                    <a:pt x="7279668" y="216456"/>
                  </a:lnTo>
                  <a:lnTo>
                    <a:pt x="7279794" y="216456"/>
                  </a:lnTo>
                  <a:lnTo>
                    <a:pt x="7279920" y="216456"/>
                  </a:lnTo>
                  <a:lnTo>
                    <a:pt x="7280046" y="216456"/>
                  </a:lnTo>
                  <a:lnTo>
                    <a:pt x="7280172" y="216456"/>
                  </a:lnTo>
                  <a:lnTo>
                    <a:pt x="7280299" y="216456"/>
                  </a:lnTo>
                  <a:lnTo>
                    <a:pt x="7280425" y="216456"/>
                  </a:lnTo>
                  <a:lnTo>
                    <a:pt x="7280551" y="216456"/>
                  </a:lnTo>
                  <a:lnTo>
                    <a:pt x="7280677" y="216456"/>
                  </a:lnTo>
                  <a:lnTo>
                    <a:pt x="7280803" y="216456"/>
                  </a:lnTo>
                  <a:lnTo>
                    <a:pt x="7280929" y="216456"/>
                  </a:lnTo>
                  <a:lnTo>
                    <a:pt x="7281055" y="216456"/>
                  </a:lnTo>
                  <a:lnTo>
                    <a:pt x="7281181" y="216456"/>
                  </a:lnTo>
                  <a:lnTo>
                    <a:pt x="7281307" y="216456"/>
                  </a:lnTo>
                  <a:lnTo>
                    <a:pt x="7281433" y="216456"/>
                  </a:lnTo>
                  <a:lnTo>
                    <a:pt x="7281559" y="216456"/>
                  </a:lnTo>
                  <a:lnTo>
                    <a:pt x="7281685" y="216456"/>
                  </a:lnTo>
                  <a:lnTo>
                    <a:pt x="7281812" y="216456"/>
                  </a:lnTo>
                  <a:lnTo>
                    <a:pt x="7281938" y="216456"/>
                  </a:lnTo>
                  <a:lnTo>
                    <a:pt x="7282064" y="216456"/>
                  </a:lnTo>
                  <a:lnTo>
                    <a:pt x="7282190" y="216456"/>
                  </a:lnTo>
                  <a:lnTo>
                    <a:pt x="7282316" y="216456"/>
                  </a:lnTo>
                  <a:lnTo>
                    <a:pt x="7282442" y="216456"/>
                  </a:lnTo>
                  <a:lnTo>
                    <a:pt x="7282568" y="216456"/>
                  </a:lnTo>
                  <a:lnTo>
                    <a:pt x="7282694" y="216456"/>
                  </a:lnTo>
                  <a:lnTo>
                    <a:pt x="7282820" y="216456"/>
                  </a:lnTo>
                  <a:lnTo>
                    <a:pt x="7282946" y="216456"/>
                  </a:lnTo>
                  <a:lnTo>
                    <a:pt x="7283072" y="216456"/>
                  </a:lnTo>
                  <a:lnTo>
                    <a:pt x="7283199" y="216456"/>
                  </a:lnTo>
                  <a:lnTo>
                    <a:pt x="7283325" y="216456"/>
                  </a:lnTo>
                  <a:lnTo>
                    <a:pt x="7283451" y="216456"/>
                  </a:lnTo>
                  <a:lnTo>
                    <a:pt x="7283577" y="216456"/>
                  </a:lnTo>
                  <a:lnTo>
                    <a:pt x="7283703" y="216456"/>
                  </a:lnTo>
                  <a:lnTo>
                    <a:pt x="7283829" y="216456"/>
                  </a:lnTo>
                  <a:lnTo>
                    <a:pt x="7283955" y="216456"/>
                  </a:lnTo>
                  <a:lnTo>
                    <a:pt x="7284081" y="216456"/>
                  </a:lnTo>
                  <a:lnTo>
                    <a:pt x="7284207" y="216456"/>
                  </a:lnTo>
                  <a:lnTo>
                    <a:pt x="7284333" y="216456"/>
                  </a:lnTo>
                  <a:lnTo>
                    <a:pt x="7284459" y="216456"/>
                  </a:lnTo>
                  <a:lnTo>
                    <a:pt x="7284585" y="216456"/>
                  </a:lnTo>
                  <a:lnTo>
                    <a:pt x="7284712" y="216456"/>
                  </a:lnTo>
                  <a:lnTo>
                    <a:pt x="7284838" y="216456"/>
                  </a:lnTo>
                  <a:lnTo>
                    <a:pt x="7284964" y="216456"/>
                  </a:lnTo>
                  <a:lnTo>
                    <a:pt x="7285090" y="216456"/>
                  </a:lnTo>
                  <a:lnTo>
                    <a:pt x="7285216" y="216456"/>
                  </a:lnTo>
                  <a:lnTo>
                    <a:pt x="7285342" y="216456"/>
                  </a:lnTo>
                  <a:lnTo>
                    <a:pt x="7285468" y="216456"/>
                  </a:lnTo>
                  <a:lnTo>
                    <a:pt x="7285594" y="216456"/>
                  </a:lnTo>
                  <a:lnTo>
                    <a:pt x="7285720" y="216456"/>
                  </a:lnTo>
                  <a:lnTo>
                    <a:pt x="7285846" y="216456"/>
                  </a:lnTo>
                  <a:lnTo>
                    <a:pt x="7285972" y="216456"/>
                  </a:lnTo>
                  <a:lnTo>
                    <a:pt x="7286099" y="216456"/>
                  </a:lnTo>
                  <a:lnTo>
                    <a:pt x="7286225" y="216456"/>
                  </a:lnTo>
                  <a:lnTo>
                    <a:pt x="7286351" y="216456"/>
                  </a:lnTo>
                  <a:lnTo>
                    <a:pt x="7286477" y="216456"/>
                  </a:lnTo>
                  <a:lnTo>
                    <a:pt x="7286603" y="216456"/>
                  </a:lnTo>
                  <a:lnTo>
                    <a:pt x="7286729" y="216456"/>
                  </a:lnTo>
                  <a:lnTo>
                    <a:pt x="7286855" y="216456"/>
                  </a:lnTo>
                  <a:lnTo>
                    <a:pt x="7286981" y="216456"/>
                  </a:lnTo>
                  <a:lnTo>
                    <a:pt x="7287107" y="216456"/>
                  </a:lnTo>
                  <a:lnTo>
                    <a:pt x="7287233" y="216456"/>
                  </a:lnTo>
                  <a:lnTo>
                    <a:pt x="7287359" y="216456"/>
                  </a:lnTo>
                  <a:lnTo>
                    <a:pt x="7287486" y="216456"/>
                  </a:lnTo>
                  <a:lnTo>
                    <a:pt x="7287612" y="216456"/>
                  </a:lnTo>
                  <a:lnTo>
                    <a:pt x="7287738" y="216456"/>
                  </a:lnTo>
                  <a:lnTo>
                    <a:pt x="7287864" y="216456"/>
                  </a:lnTo>
                  <a:lnTo>
                    <a:pt x="7287990" y="216456"/>
                  </a:lnTo>
                  <a:lnTo>
                    <a:pt x="7288116" y="216456"/>
                  </a:lnTo>
                  <a:lnTo>
                    <a:pt x="7288242" y="216456"/>
                  </a:lnTo>
                  <a:lnTo>
                    <a:pt x="7288368" y="216456"/>
                  </a:lnTo>
                  <a:lnTo>
                    <a:pt x="7288494" y="216456"/>
                  </a:lnTo>
                  <a:lnTo>
                    <a:pt x="7288620" y="216456"/>
                  </a:lnTo>
                  <a:lnTo>
                    <a:pt x="7288746" y="216456"/>
                  </a:lnTo>
                  <a:lnTo>
                    <a:pt x="7288872" y="216456"/>
                  </a:lnTo>
                  <a:lnTo>
                    <a:pt x="7288999" y="216456"/>
                  </a:lnTo>
                  <a:lnTo>
                    <a:pt x="7289125" y="216456"/>
                  </a:lnTo>
                  <a:lnTo>
                    <a:pt x="7289251" y="216456"/>
                  </a:lnTo>
                  <a:lnTo>
                    <a:pt x="7289377" y="216456"/>
                  </a:lnTo>
                  <a:lnTo>
                    <a:pt x="7289503" y="216456"/>
                  </a:lnTo>
                  <a:lnTo>
                    <a:pt x="7289629" y="216456"/>
                  </a:lnTo>
                  <a:lnTo>
                    <a:pt x="7289755" y="216456"/>
                  </a:lnTo>
                  <a:lnTo>
                    <a:pt x="7289881" y="216456"/>
                  </a:lnTo>
                  <a:lnTo>
                    <a:pt x="7290007" y="216456"/>
                  </a:lnTo>
                  <a:lnTo>
                    <a:pt x="7290133" y="216456"/>
                  </a:lnTo>
                  <a:lnTo>
                    <a:pt x="7290259" y="216456"/>
                  </a:lnTo>
                  <a:lnTo>
                    <a:pt x="7290386" y="216456"/>
                  </a:lnTo>
                  <a:lnTo>
                    <a:pt x="7290512" y="216456"/>
                  </a:lnTo>
                  <a:lnTo>
                    <a:pt x="7290638" y="216456"/>
                  </a:lnTo>
                  <a:lnTo>
                    <a:pt x="7290764" y="216456"/>
                  </a:lnTo>
                  <a:lnTo>
                    <a:pt x="7290890" y="216456"/>
                  </a:lnTo>
                  <a:lnTo>
                    <a:pt x="7291016" y="216456"/>
                  </a:lnTo>
                  <a:lnTo>
                    <a:pt x="7291142" y="216456"/>
                  </a:lnTo>
                  <a:lnTo>
                    <a:pt x="7291268" y="216456"/>
                  </a:lnTo>
                  <a:lnTo>
                    <a:pt x="7291394" y="216456"/>
                  </a:lnTo>
                  <a:lnTo>
                    <a:pt x="7291520" y="216456"/>
                  </a:lnTo>
                  <a:lnTo>
                    <a:pt x="7291646" y="216456"/>
                  </a:lnTo>
                  <a:lnTo>
                    <a:pt x="7291772" y="216456"/>
                  </a:lnTo>
                  <a:lnTo>
                    <a:pt x="7291899" y="216456"/>
                  </a:lnTo>
                  <a:lnTo>
                    <a:pt x="7292025" y="216456"/>
                  </a:lnTo>
                  <a:lnTo>
                    <a:pt x="7292151" y="216456"/>
                  </a:lnTo>
                  <a:lnTo>
                    <a:pt x="7292277" y="216456"/>
                  </a:lnTo>
                  <a:lnTo>
                    <a:pt x="7292403" y="216456"/>
                  </a:lnTo>
                  <a:lnTo>
                    <a:pt x="7292529" y="216456"/>
                  </a:lnTo>
                  <a:lnTo>
                    <a:pt x="7292655" y="216456"/>
                  </a:lnTo>
                  <a:lnTo>
                    <a:pt x="7292781" y="216456"/>
                  </a:lnTo>
                  <a:lnTo>
                    <a:pt x="7292907" y="216456"/>
                  </a:lnTo>
                  <a:lnTo>
                    <a:pt x="7293033" y="216456"/>
                  </a:lnTo>
                  <a:lnTo>
                    <a:pt x="7293159" y="216456"/>
                  </a:lnTo>
                  <a:lnTo>
                    <a:pt x="7293286" y="216456"/>
                  </a:lnTo>
                  <a:lnTo>
                    <a:pt x="7293412" y="216456"/>
                  </a:lnTo>
                  <a:lnTo>
                    <a:pt x="7293538" y="216456"/>
                  </a:lnTo>
                  <a:lnTo>
                    <a:pt x="7293664" y="216456"/>
                  </a:lnTo>
                  <a:lnTo>
                    <a:pt x="7293790" y="216456"/>
                  </a:lnTo>
                  <a:lnTo>
                    <a:pt x="7293916" y="216456"/>
                  </a:lnTo>
                  <a:lnTo>
                    <a:pt x="7294042" y="216456"/>
                  </a:lnTo>
                  <a:lnTo>
                    <a:pt x="7294168" y="216456"/>
                  </a:lnTo>
                  <a:lnTo>
                    <a:pt x="7294294" y="216456"/>
                  </a:lnTo>
                  <a:lnTo>
                    <a:pt x="7294420" y="216456"/>
                  </a:lnTo>
                  <a:lnTo>
                    <a:pt x="7294546" y="216456"/>
                  </a:lnTo>
                  <a:lnTo>
                    <a:pt x="7294673" y="216456"/>
                  </a:lnTo>
                  <a:lnTo>
                    <a:pt x="7294799" y="216456"/>
                  </a:lnTo>
                  <a:lnTo>
                    <a:pt x="7294925" y="216456"/>
                  </a:lnTo>
                  <a:lnTo>
                    <a:pt x="7295051" y="216456"/>
                  </a:lnTo>
                  <a:lnTo>
                    <a:pt x="7295177" y="216456"/>
                  </a:lnTo>
                  <a:lnTo>
                    <a:pt x="7295303" y="216456"/>
                  </a:lnTo>
                  <a:lnTo>
                    <a:pt x="7295429" y="216456"/>
                  </a:lnTo>
                  <a:lnTo>
                    <a:pt x="7295555" y="216456"/>
                  </a:lnTo>
                  <a:lnTo>
                    <a:pt x="7295681" y="216456"/>
                  </a:lnTo>
                  <a:lnTo>
                    <a:pt x="7295807" y="216456"/>
                  </a:lnTo>
                  <a:lnTo>
                    <a:pt x="7295933" y="216456"/>
                  </a:lnTo>
                  <a:lnTo>
                    <a:pt x="7296059" y="216456"/>
                  </a:lnTo>
                  <a:lnTo>
                    <a:pt x="7296186" y="216456"/>
                  </a:lnTo>
                  <a:lnTo>
                    <a:pt x="7296312" y="216456"/>
                  </a:lnTo>
                  <a:lnTo>
                    <a:pt x="7296438" y="216456"/>
                  </a:lnTo>
                  <a:lnTo>
                    <a:pt x="7296564" y="216456"/>
                  </a:lnTo>
                  <a:lnTo>
                    <a:pt x="7296690" y="216456"/>
                  </a:lnTo>
                  <a:lnTo>
                    <a:pt x="7296816" y="216456"/>
                  </a:lnTo>
                  <a:lnTo>
                    <a:pt x="7296942" y="216456"/>
                  </a:lnTo>
                  <a:lnTo>
                    <a:pt x="7297068" y="216456"/>
                  </a:lnTo>
                  <a:lnTo>
                    <a:pt x="7297194" y="216456"/>
                  </a:lnTo>
                  <a:lnTo>
                    <a:pt x="7297320" y="216456"/>
                  </a:lnTo>
                  <a:lnTo>
                    <a:pt x="7297446" y="216456"/>
                  </a:lnTo>
                  <a:lnTo>
                    <a:pt x="7297573" y="216456"/>
                  </a:lnTo>
                  <a:lnTo>
                    <a:pt x="7297699" y="216456"/>
                  </a:lnTo>
                  <a:lnTo>
                    <a:pt x="7297825" y="216456"/>
                  </a:lnTo>
                  <a:lnTo>
                    <a:pt x="7297951" y="216456"/>
                  </a:lnTo>
                  <a:lnTo>
                    <a:pt x="7298077" y="216456"/>
                  </a:lnTo>
                  <a:lnTo>
                    <a:pt x="7298203" y="216456"/>
                  </a:lnTo>
                  <a:lnTo>
                    <a:pt x="7298329" y="216456"/>
                  </a:lnTo>
                  <a:lnTo>
                    <a:pt x="7298455" y="216456"/>
                  </a:lnTo>
                  <a:lnTo>
                    <a:pt x="7298581" y="216456"/>
                  </a:lnTo>
                  <a:lnTo>
                    <a:pt x="7298707" y="216456"/>
                  </a:lnTo>
                  <a:lnTo>
                    <a:pt x="7298833" y="216456"/>
                  </a:lnTo>
                  <a:lnTo>
                    <a:pt x="7298959" y="216456"/>
                  </a:lnTo>
                  <a:lnTo>
                    <a:pt x="7299086" y="216456"/>
                  </a:lnTo>
                  <a:lnTo>
                    <a:pt x="7299212" y="216456"/>
                  </a:lnTo>
                  <a:lnTo>
                    <a:pt x="7299338" y="216456"/>
                  </a:lnTo>
                  <a:lnTo>
                    <a:pt x="7299464" y="216456"/>
                  </a:lnTo>
                  <a:lnTo>
                    <a:pt x="7299590" y="216456"/>
                  </a:lnTo>
                  <a:lnTo>
                    <a:pt x="7299716" y="216456"/>
                  </a:lnTo>
                  <a:lnTo>
                    <a:pt x="7299842" y="216456"/>
                  </a:lnTo>
                  <a:lnTo>
                    <a:pt x="7299968" y="216456"/>
                  </a:lnTo>
                  <a:lnTo>
                    <a:pt x="7300094" y="216456"/>
                  </a:lnTo>
                  <a:lnTo>
                    <a:pt x="7300220" y="216456"/>
                  </a:lnTo>
                  <a:lnTo>
                    <a:pt x="7300346" y="216456"/>
                  </a:lnTo>
                  <a:lnTo>
                    <a:pt x="7300473" y="216456"/>
                  </a:lnTo>
                  <a:lnTo>
                    <a:pt x="7300599" y="216456"/>
                  </a:lnTo>
                  <a:lnTo>
                    <a:pt x="7300725" y="216456"/>
                  </a:lnTo>
                  <a:lnTo>
                    <a:pt x="7300851" y="216456"/>
                  </a:lnTo>
                  <a:lnTo>
                    <a:pt x="7300977" y="216456"/>
                  </a:lnTo>
                  <a:lnTo>
                    <a:pt x="7301103" y="216456"/>
                  </a:lnTo>
                  <a:lnTo>
                    <a:pt x="7301229" y="216456"/>
                  </a:lnTo>
                  <a:lnTo>
                    <a:pt x="7301355" y="216456"/>
                  </a:lnTo>
                  <a:lnTo>
                    <a:pt x="7301481" y="216456"/>
                  </a:lnTo>
                  <a:lnTo>
                    <a:pt x="7301607" y="216456"/>
                  </a:lnTo>
                  <a:lnTo>
                    <a:pt x="7301733" y="216456"/>
                  </a:lnTo>
                  <a:lnTo>
                    <a:pt x="7301860" y="216456"/>
                  </a:lnTo>
                  <a:lnTo>
                    <a:pt x="7301986" y="216456"/>
                  </a:lnTo>
                  <a:lnTo>
                    <a:pt x="7302112" y="216456"/>
                  </a:lnTo>
                  <a:lnTo>
                    <a:pt x="7302238" y="216456"/>
                  </a:lnTo>
                  <a:lnTo>
                    <a:pt x="7302364" y="216456"/>
                  </a:lnTo>
                  <a:lnTo>
                    <a:pt x="7302490" y="216456"/>
                  </a:lnTo>
                  <a:lnTo>
                    <a:pt x="7302616" y="216456"/>
                  </a:lnTo>
                  <a:lnTo>
                    <a:pt x="7302742" y="216456"/>
                  </a:lnTo>
                  <a:lnTo>
                    <a:pt x="7302868" y="216456"/>
                  </a:lnTo>
                  <a:lnTo>
                    <a:pt x="7302994" y="216456"/>
                  </a:lnTo>
                  <a:lnTo>
                    <a:pt x="7303120" y="216456"/>
                  </a:lnTo>
                  <a:lnTo>
                    <a:pt x="7303246" y="216456"/>
                  </a:lnTo>
                  <a:lnTo>
                    <a:pt x="7303373" y="216456"/>
                  </a:lnTo>
                  <a:lnTo>
                    <a:pt x="7303499" y="216456"/>
                  </a:lnTo>
                  <a:lnTo>
                    <a:pt x="7303625" y="216456"/>
                  </a:lnTo>
                  <a:lnTo>
                    <a:pt x="7303751" y="216456"/>
                  </a:lnTo>
                  <a:lnTo>
                    <a:pt x="7303877" y="216456"/>
                  </a:lnTo>
                  <a:lnTo>
                    <a:pt x="7304003" y="216456"/>
                  </a:lnTo>
                  <a:lnTo>
                    <a:pt x="7304129" y="216456"/>
                  </a:lnTo>
                  <a:lnTo>
                    <a:pt x="7304255" y="216456"/>
                  </a:lnTo>
                  <a:lnTo>
                    <a:pt x="7304381" y="216456"/>
                  </a:lnTo>
                  <a:lnTo>
                    <a:pt x="7304507" y="216456"/>
                  </a:lnTo>
                  <a:lnTo>
                    <a:pt x="7304633" y="216456"/>
                  </a:lnTo>
                  <a:lnTo>
                    <a:pt x="7304760" y="216456"/>
                  </a:lnTo>
                  <a:lnTo>
                    <a:pt x="7304886" y="216456"/>
                  </a:lnTo>
                  <a:lnTo>
                    <a:pt x="7305012" y="216456"/>
                  </a:lnTo>
                  <a:lnTo>
                    <a:pt x="7305138" y="216456"/>
                  </a:lnTo>
                  <a:lnTo>
                    <a:pt x="7305264" y="216456"/>
                  </a:lnTo>
                  <a:lnTo>
                    <a:pt x="7305390" y="216456"/>
                  </a:lnTo>
                  <a:lnTo>
                    <a:pt x="7305516" y="216456"/>
                  </a:lnTo>
                  <a:lnTo>
                    <a:pt x="7305642" y="216456"/>
                  </a:lnTo>
                  <a:lnTo>
                    <a:pt x="7305768" y="216456"/>
                  </a:lnTo>
                  <a:lnTo>
                    <a:pt x="7305894" y="216456"/>
                  </a:lnTo>
                  <a:lnTo>
                    <a:pt x="7306020" y="216456"/>
                  </a:lnTo>
                  <a:lnTo>
                    <a:pt x="7306146" y="216456"/>
                  </a:lnTo>
                  <a:lnTo>
                    <a:pt x="7306273" y="216456"/>
                  </a:lnTo>
                  <a:lnTo>
                    <a:pt x="7306399" y="216456"/>
                  </a:lnTo>
                  <a:lnTo>
                    <a:pt x="7306525" y="216456"/>
                  </a:lnTo>
                  <a:lnTo>
                    <a:pt x="7306651" y="216456"/>
                  </a:lnTo>
                  <a:lnTo>
                    <a:pt x="7306777" y="216456"/>
                  </a:lnTo>
                  <a:lnTo>
                    <a:pt x="7306903" y="216456"/>
                  </a:lnTo>
                  <a:lnTo>
                    <a:pt x="7307029" y="216456"/>
                  </a:lnTo>
                  <a:lnTo>
                    <a:pt x="7307155" y="216456"/>
                  </a:lnTo>
                  <a:lnTo>
                    <a:pt x="7307281" y="216456"/>
                  </a:lnTo>
                  <a:lnTo>
                    <a:pt x="7307407" y="216456"/>
                  </a:lnTo>
                  <a:lnTo>
                    <a:pt x="7307533" y="216456"/>
                  </a:lnTo>
                  <a:lnTo>
                    <a:pt x="7307660" y="216456"/>
                  </a:lnTo>
                  <a:lnTo>
                    <a:pt x="7307786" y="216456"/>
                  </a:lnTo>
                  <a:lnTo>
                    <a:pt x="7307912" y="216456"/>
                  </a:lnTo>
                  <a:lnTo>
                    <a:pt x="7308038" y="216456"/>
                  </a:lnTo>
                  <a:lnTo>
                    <a:pt x="7308164" y="216456"/>
                  </a:lnTo>
                  <a:lnTo>
                    <a:pt x="7308290" y="216456"/>
                  </a:lnTo>
                  <a:lnTo>
                    <a:pt x="7308416" y="216456"/>
                  </a:lnTo>
                  <a:lnTo>
                    <a:pt x="7308542" y="216456"/>
                  </a:lnTo>
                  <a:lnTo>
                    <a:pt x="7308668" y="216456"/>
                  </a:lnTo>
                  <a:lnTo>
                    <a:pt x="7308794" y="216456"/>
                  </a:lnTo>
                  <a:lnTo>
                    <a:pt x="7308920" y="216456"/>
                  </a:lnTo>
                  <a:lnTo>
                    <a:pt x="7309046" y="216456"/>
                  </a:lnTo>
                  <a:lnTo>
                    <a:pt x="7309173" y="216456"/>
                  </a:lnTo>
                  <a:lnTo>
                    <a:pt x="7309299" y="216456"/>
                  </a:lnTo>
                  <a:lnTo>
                    <a:pt x="7309425" y="216456"/>
                  </a:lnTo>
                  <a:lnTo>
                    <a:pt x="7309551" y="216456"/>
                  </a:lnTo>
                  <a:lnTo>
                    <a:pt x="7309677" y="216456"/>
                  </a:lnTo>
                  <a:lnTo>
                    <a:pt x="7309803" y="216456"/>
                  </a:lnTo>
                  <a:lnTo>
                    <a:pt x="7309929" y="216456"/>
                  </a:lnTo>
                  <a:lnTo>
                    <a:pt x="7310055" y="216456"/>
                  </a:lnTo>
                  <a:lnTo>
                    <a:pt x="7310181" y="216456"/>
                  </a:lnTo>
                  <a:lnTo>
                    <a:pt x="7310307" y="216456"/>
                  </a:lnTo>
                  <a:lnTo>
                    <a:pt x="7310433" y="216456"/>
                  </a:lnTo>
                  <a:lnTo>
                    <a:pt x="7310560" y="216456"/>
                  </a:lnTo>
                  <a:lnTo>
                    <a:pt x="7310686" y="216456"/>
                  </a:lnTo>
                  <a:lnTo>
                    <a:pt x="7310812" y="216456"/>
                  </a:lnTo>
                  <a:lnTo>
                    <a:pt x="7310938" y="216456"/>
                  </a:lnTo>
                  <a:lnTo>
                    <a:pt x="7311064" y="216456"/>
                  </a:lnTo>
                  <a:lnTo>
                    <a:pt x="7311190" y="216456"/>
                  </a:lnTo>
                  <a:lnTo>
                    <a:pt x="7311316" y="216456"/>
                  </a:lnTo>
                  <a:lnTo>
                    <a:pt x="7311442" y="216456"/>
                  </a:lnTo>
                  <a:lnTo>
                    <a:pt x="7311568" y="216456"/>
                  </a:lnTo>
                  <a:lnTo>
                    <a:pt x="7311694" y="216456"/>
                  </a:lnTo>
                  <a:lnTo>
                    <a:pt x="7311820" y="216456"/>
                  </a:lnTo>
                  <a:lnTo>
                    <a:pt x="7311947" y="216456"/>
                  </a:lnTo>
                  <a:lnTo>
                    <a:pt x="7312073" y="216456"/>
                  </a:lnTo>
                  <a:lnTo>
                    <a:pt x="7312199" y="216456"/>
                  </a:lnTo>
                  <a:lnTo>
                    <a:pt x="7312325" y="216456"/>
                  </a:lnTo>
                  <a:lnTo>
                    <a:pt x="7312451" y="216456"/>
                  </a:lnTo>
                  <a:lnTo>
                    <a:pt x="7312577" y="216456"/>
                  </a:lnTo>
                  <a:lnTo>
                    <a:pt x="7312703" y="216456"/>
                  </a:lnTo>
                  <a:lnTo>
                    <a:pt x="7312829" y="216456"/>
                  </a:lnTo>
                  <a:lnTo>
                    <a:pt x="7312955" y="216456"/>
                  </a:lnTo>
                  <a:lnTo>
                    <a:pt x="7313081" y="216456"/>
                  </a:lnTo>
                  <a:lnTo>
                    <a:pt x="7313207" y="216456"/>
                  </a:lnTo>
                  <a:lnTo>
                    <a:pt x="7313333" y="216456"/>
                  </a:lnTo>
                  <a:lnTo>
                    <a:pt x="7313460" y="216456"/>
                  </a:lnTo>
                  <a:lnTo>
                    <a:pt x="7313586" y="216456"/>
                  </a:lnTo>
                  <a:lnTo>
                    <a:pt x="7313712" y="216456"/>
                  </a:lnTo>
                  <a:lnTo>
                    <a:pt x="7313838" y="216456"/>
                  </a:lnTo>
                  <a:lnTo>
                    <a:pt x="7313964" y="216456"/>
                  </a:lnTo>
                  <a:lnTo>
                    <a:pt x="7314090" y="216456"/>
                  </a:lnTo>
                  <a:lnTo>
                    <a:pt x="7314216" y="216456"/>
                  </a:lnTo>
                  <a:lnTo>
                    <a:pt x="7314342" y="216456"/>
                  </a:lnTo>
                  <a:lnTo>
                    <a:pt x="7314468" y="216456"/>
                  </a:lnTo>
                  <a:lnTo>
                    <a:pt x="7314594" y="216456"/>
                  </a:lnTo>
                  <a:lnTo>
                    <a:pt x="7314720" y="216456"/>
                  </a:lnTo>
                  <a:lnTo>
                    <a:pt x="7314847" y="216456"/>
                  </a:lnTo>
                  <a:lnTo>
                    <a:pt x="7314973" y="216456"/>
                  </a:lnTo>
                  <a:lnTo>
                    <a:pt x="7315099" y="216456"/>
                  </a:lnTo>
                  <a:lnTo>
                    <a:pt x="7315225" y="216456"/>
                  </a:lnTo>
                  <a:lnTo>
                    <a:pt x="7315351" y="216456"/>
                  </a:lnTo>
                  <a:lnTo>
                    <a:pt x="7315477" y="216456"/>
                  </a:lnTo>
                  <a:lnTo>
                    <a:pt x="7315603" y="216456"/>
                  </a:lnTo>
                  <a:lnTo>
                    <a:pt x="7315729" y="216456"/>
                  </a:lnTo>
                  <a:lnTo>
                    <a:pt x="7315855" y="216456"/>
                  </a:lnTo>
                  <a:lnTo>
                    <a:pt x="7315981" y="216456"/>
                  </a:lnTo>
                  <a:lnTo>
                    <a:pt x="7316107" y="216456"/>
                  </a:lnTo>
                  <a:lnTo>
                    <a:pt x="7316233" y="216456"/>
                  </a:lnTo>
                  <a:lnTo>
                    <a:pt x="7316360" y="216456"/>
                  </a:lnTo>
                  <a:lnTo>
                    <a:pt x="7316486" y="216456"/>
                  </a:lnTo>
                  <a:lnTo>
                    <a:pt x="7316612" y="216456"/>
                  </a:lnTo>
                  <a:lnTo>
                    <a:pt x="7316738" y="216456"/>
                  </a:lnTo>
                  <a:lnTo>
                    <a:pt x="7316864" y="216456"/>
                  </a:lnTo>
                  <a:lnTo>
                    <a:pt x="7316990" y="216456"/>
                  </a:lnTo>
                  <a:lnTo>
                    <a:pt x="7317116" y="216456"/>
                  </a:lnTo>
                  <a:lnTo>
                    <a:pt x="7317242" y="216456"/>
                  </a:lnTo>
                  <a:lnTo>
                    <a:pt x="7317368" y="216456"/>
                  </a:lnTo>
                  <a:lnTo>
                    <a:pt x="7317494" y="216456"/>
                  </a:lnTo>
                  <a:lnTo>
                    <a:pt x="7317620" y="216456"/>
                  </a:lnTo>
                  <a:lnTo>
                    <a:pt x="7317747" y="216456"/>
                  </a:lnTo>
                  <a:lnTo>
                    <a:pt x="7317873" y="216456"/>
                  </a:lnTo>
                  <a:lnTo>
                    <a:pt x="7317999" y="216456"/>
                  </a:lnTo>
                  <a:lnTo>
                    <a:pt x="7318125" y="216456"/>
                  </a:lnTo>
                  <a:lnTo>
                    <a:pt x="7318251" y="216456"/>
                  </a:lnTo>
                  <a:lnTo>
                    <a:pt x="7318377" y="216456"/>
                  </a:lnTo>
                  <a:lnTo>
                    <a:pt x="7318503" y="216456"/>
                  </a:lnTo>
                  <a:lnTo>
                    <a:pt x="7318629" y="216456"/>
                  </a:lnTo>
                  <a:lnTo>
                    <a:pt x="7318755" y="216456"/>
                  </a:lnTo>
                  <a:lnTo>
                    <a:pt x="7318755" y="211176"/>
                  </a:lnTo>
                  <a:lnTo>
                    <a:pt x="7318881" y="211176"/>
                  </a:lnTo>
                  <a:lnTo>
                    <a:pt x="7319007" y="211176"/>
                  </a:lnTo>
                  <a:lnTo>
                    <a:pt x="7319134" y="211176"/>
                  </a:lnTo>
                  <a:lnTo>
                    <a:pt x="7319260" y="211176"/>
                  </a:lnTo>
                  <a:lnTo>
                    <a:pt x="7319386" y="211176"/>
                  </a:lnTo>
                  <a:lnTo>
                    <a:pt x="7319512" y="211176"/>
                  </a:lnTo>
                  <a:lnTo>
                    <a:pt x="7319638" y="211176"/>
                  </a:lnTo>
                  <a:lnTo>
                    <a:pt x="7319764" y="211176"/>
                  </a:lnTo>
                  <a:lnTo>
                    <a:pt x="7319890" y="211176"/>
                  </a:lnTo>
                  <a:lnTo>
                    <a:pt x="7320016" y="211176"/>
                  </a:lnTo>
                  <a:lnTo>
                    <a:pt x="7320142" y="211176"/>
                  </a:lnTo>
                  <a:lnTo>
                    <a:pt x="7320268" y="211176"/>
                  </a:lnTo>
                  <a:lnTo>
                    <a:pt x="7320394" y="211176"/>
                  </a:lnTo>
                  <a:lnTo>
                    <a:pt x="7320520" y="211176"/>
                  </a:lnTo>
                  <a:lnTo>
                    <a:pt x="7320647" y="211176"/>
                  </a:lnTo>
                  <a:lnTo>
                    <a:pt x="7320773" y="211176"/>
                  </a:lnTo>
                  <a:lnTo>
                    <a:pt x="7320899" y="211176"/>
                  </a:lnTo>
                  <a:lnTo>
                    <a:pt x="7321025" y="211176"/>
                  </a:lnTo>
                  <a:lnTo>
                    <a:pt x="7321151" y="211176"/>
                  </a:lnTo>
                  <a:lnTo>
                    <a:pt x="7321277" y="211176"/>
                  </a:lnTo>
                  <a:lnTo>
                    <a:pt x="7321403" y="211176"/>
                  </a:lnTo>
                  <a:lnTo>
                    <a:pt x="7321529" y="211176"/>
                  </a:lnTo>
                  <a:lnTo>
                    <a:pt x="7321655" y="211176"/>
                  </a:lnTo>
                  <a:lnTo>
                    <a:pt x="7321781" y="211176"/>
                  </a:lnTo>
                  <a:lnTo>
                    <a:pt x="7321907" y="211176"/>
                  </a:lnTo>
                  <a:lnTo>
                    <a:pt x="7322034" y="211176"/>
                  </a:lnTo>
                  <a:lnTo>
                    <a:pt x="7322160" y="211176"/>
                  </a:lnTo>
                  <a:lnTo>
                    <a:pt x="7322286" y="211176"/>
                  </a:lnTo>
                  <a:lnTo>
                    <a:pt x="7322412" y="211176"/>
                  </a:lnTo>
                  <a:lnTo>
                    <a:pt x="7322538" y="211176"/>
                  </a:lnTo>
                  <a:lnTo>
                    <a:pt x="7322664" y="211176"/>
                  </a:lnTo>
                  <a:lnTo>
                    <a:pt x="7322790" y="211176"/>
                  </a:lnTo>
                  <a:lnTo>
                    <a:pt x="7322916" y="211176"/>
                  </a:lnTo>
                  <a:lnTo>
                    <a:pt x="7323042" y="211176"/>
                  </a:lnTo>
                  <a:lnTo>
                    <a:pt x="7323168" y="211176"/>
                  </a:lnTo>
                  <a:lnTo>
                    <a:pt x="7323294" y="211176"/>
                  </a:lnTo>
                  <a:lnTo>
                    <a:pt x="7323420" y="211176"/>
                  </a:lnTo>
                  <a:lnTo>
                    <a:pt x="7323547" y="211176"/>
                  </a:lnTo>
                  <a:lnTo>
                    <a:pt x="7323673" y="211176"/>
                  </a:lnTo>
                  <a:lnTo>
                    <a:pt x="7323799" y="211176"/>
                  </a:lnTo>
                  <a:lnTo>
                    <a:pt x="7323925" y="211176"/>
                  </a:lnTo>
                  <a:lnTo>
                    <a:pt x="7324051" y="211176"/>
                  </a:lnTo>
                  <a:lnTo>
                    <a:pt x="7324177" y="211176"/>
                  </a:lnTo>
                  <a:lnTo>
                    <a:pt x="7324303" y="211176"/>
                  </a:lnTo>
                  <a:lnTo>
                    <a:pt x="7324429" y="211176"/>
                  </a:lnTo>
                  <a:lnTo>
                    <a:pt x="7324555" y="211176"/>
                  </a:lnTo>
                  <a:lnTo>
                    <a:pt x="7324681" y="211176"/>
                  </a:lnTo>
                  <a:lnTo>
                    <a:pt x="7324807" y="211176"/>
                  </a:lnTo>
                  <a:lnTo>
                    <a:pt x="7324934" y="211176"/>
                  </a:lnTo>
                  <a:lnTo>
                    <a:pt x="7325060" y="211176"/>
                  </a:lnTo>
                  <a:lnTo>
                    <a:pt x="7325186" y="211176"/>
                  </a:lnTo>
                  <a:lnTo>
                    <a:pt x="7325312" y="211176"/>
                  </a:lnTo>
                  <a:lnTo>
                    <a:pt x="7325438" y="211176"/>
                  </a:lnTo>
                  <a:lnTo>
                    <a:pt x="7325564" y="211176"/>
                  </a:lnTo>
                  <a:lnTo>
                    <a:pt x="7325690" y="211176"/>
                  </a:lnTo>
                  <a:lnTo>
                    <a:pt x="7325816" y="211176"/>
                  </a:lnTo>
                  <a:lnTo>
                    <a:pt x="7325942" y="211176"/>
                  </a:lnTo>
                  <a:lnTo>
                    <a:pt x="7326068" y="211176"/>
                  </a:lnTo>
                  <a:lnTo>
                    <a:pt x="7326194" y="211176"/>
                  </a:lnTo>
                  <a:lnTo>
                    <a:pt x="7326320" y="211176"/>
                  </a:lnTo>
                  <a:lnTo>
                    <a:pt x="7326447" y="211176"/>
                  </a:lnTo>
                  <a:lnTo>
                    <a:pt x="7326573" y="211176"/>
                  </a:lnTo>
                  <a:lnTo>
                    <a:pt x="7326699" y="211176"/>
                  </a:lnTo>
                  <a:lnTo>
                    <a:pt x="7326825" y="211176"/>
                  </a:lnTo>
                  <a:lnTo>
                    <a:pt x="7326951" y="211176"/>
                  </a:lnTo>
                  <a:lnTo>
                    <a:pt x="7327077" y="211176"/>
                  </a:lnTo>
                  <a:lnTo>
                    <a:pt x="7327203" y="211176"/>
                  </a:lnTo>
                  <a:lnTo>
                    <a:pt x="7327329" y="211176"/>
                  </a:lnTo>
                  <a:lnTo>
                    <a:pt x="7327455" y="211176"/>
                  </a:lnTo>
                  <a:lnTo>
                    <a:pt x="7327581" y="211176"/>
                  </a:lnTo>
                  <a:lnTo>
                    <a:pt x="7327707" y="211176"/>
                  </a:lnTo>
                  <a:lnTo>
                    <a:pt x="7327834" y="211176"/>
                  </a:lnTo>
                  <a:lnTo>
                    <a:pt x="7327960" y="211176"/>
                  </a:lnTo>
                  <a:lnTo>
                    <a:pt x="7328086" y="211176"/>
                  </a:lnTo>
                  <a:lnTo>
                    <a:pt x="7328212" y="211176"/>
                  </a:lnTo>
                  <a:lnTo>
                    <a:pt x="7328338" y="211176"/>
                  </a:lnTo>
                  <a:lnTo>
                    <a:pt x="7328464" y="211176"/>
                  </a:lnTo>
                  <a:lnTo>
                    <a:pt x="7328590" y="211176"/>
                  </a:lnTo>
                  <a:lnTo>
                    <a:pt x="7328716" y="211176"/>
                  </a:lnTo>
                  <a:lnTo>
                    <a:pt x="7328842" y="211176"/>
                  </a:lnTo>
                  <a:lnTo>
                    <a:pt x="7328968" y="211176"/>
                  </a:lnTo>
                  <a:lnTo>
                    <a:pt x="7329094" y="211176"/>
                  </a:lnTo>
                  <a:lnTo>
                    <a:pt x="7329221" y="211176"/>
                  </a:lnTo>
                  <a:lnTo>
                    <a:pt x="7329347" y="211176"/>
                  </a:lnTo>
                  <a:lnTo>
                    <a:pt x="7329473" y="211176"/>
                  </a:lnTo>
                  <a:lnTo>
                    <a:pt x="7329599" y="211176"/>
                  </a:lnTo>
                  <a:lnTo>
                    <a:pt x="7329725" y="211176"/>
                  </a:lnTo>
                  <a:lnTo>
                    <a:pt x="7329851" y="211176"/>
                  </a:lnTo>
                  <a:lnTo>
                    <a:pt x="7329977" y="211176"/>
                  </a:lnTo>
                  <a:lnTo>
                    <a:pt x="7330103" y="211176"/>
                  </a:lnTo>
                  <a:lnTo>
                    <a:pt x="7330229" y="211176"/>
                  </a:lnTo>
                  <a:lnTo>
                    <a:pt x="7330355" y="211176"/>
                  </a:lnTo>
                  <a:lnTo>
                    <a:pt x="7330481" y="211176"/>
                  </a:lnTo>
                  <a:lnTo>
                    <a:pt x="7330607" y="211176"/>
                  </a:lnTo>
                  <a:lnTo>
                    <a:pt x="7330734" y="211176"/>
                  </a:lnTo>
                  <a:lnTo>
                    <a:pt x="7330860" y="211176"/>
                  </a:lnTo>
                  <a:lnTo>
                    <a:pt x="7330986" y="211176"/>
                  </a:lnTo>
                  <a:lnTo>
                    <a:pt x="7331112" y="211176"/>
                  </a:lnTo>
                  <a:lnTo>
                    <a:pt x="7331238" y="211176"/>
                  </a:lnTo>
                  <a:lnTo>
                    <a:pt x="7331364" y="211176"/>
                  </a:lnTo>
                  <a:lnTo>
                    <a:pt x="7331490" y="211176"/>
                  </a:lnTo>
                  <a:lnTo>
                    <a:pt x="7331616" y="211176"/>
                  </a:lnTo>
                  <a:lnTo>
                    <a:pt x="7331742" y="211176"/>
                  </a:lnTo>
                  <a:lnTo>
                    <a:pt x="7331868" y="211176"/>
                  </a:lnTo>
                  <a:lnTo>
                    <a:pt x="7331994" y="211176"/>
                  </a:lnTo>
                  <a:lnTo>
                    <a:pt x="7332121" y="211176"/>
                  </a:lnTo>
                  <a:lnTo>
                    <a:pt x="7332247" y="211176"/>
                  </a:lnTo>
                  <a:lnTo>
                    <a:pt x="7332373" y="211176"/>
                  </a:lnTo>
                  <a:lnTo>
                    <a:pt x="7332499" y="211176"/>
                  </a:lnTo>
                  <a:lnTo>
                    <a:pt x="7332625" y="211176"/>
                  </a:lnTo>
                  <a:lnTo>
                    <a:pt x="7332751" y="211176"/>
                  </a:lnTo>
                  <a:lnTo>
                    <a:pt x="7332877" y="211176"/>
                  </a:lnTo>
                  <a:lnTo>
                    <a:pt x="7333003" y="211176"/>
                  </a:lnTo>
                  <a:lnTo>
                    <a:pt x="7333129" y="211176"/>
                  </a:lnTo>
                  <a:lnTo>
                    <a:pt x="7333255" y="211176"/>
                  </a:lnTo>
                  <a:lnTo>
                    <a:pt x="7333381" y="211176"/>
                  </a:lnTo>
                  <a:lnTo>
                    <a:pt x="7333507" y="211176"/>
                  </a:lnTo>
                  <a:lnTo>
                    <a:pt x="7333634" y="211176"/>
                  </a:lnTo>
                  <a:lnTo>
                    <a:pt x="7333760" y="211176"/>
                  </a:lnTo>
                  <a:lnTo>
                    <a:pt x="7333886" y="211176"/>
                  </a:lnTo>
                  <a:lnTo>
                    <a:pt x="7334012" y="211176"/>
                  </a:lnTo>
                  <a:lnTo>
                    <a:pt x="7334138" y="211176"/>
                  </a:lnTo>
                  <a:lnTo>
                    <a:pt x="7334264" y="211176"/>
                  </a:lnTo>
                  <a:lnTo>
                    <a:pt x="7334390" y="211176"/>
                  </a:lnTo>
                  <a:lnTo>
                    <a:pt x="7334516" y="211176"/>
                  </a:lnTo>
                  <a:lnTo>
                    <a:pt x="7334642" y="211176"/>
                  </a:lnTo>
                  <a:lnTo>
                    <a:pt x="7334768" y="211176"/>
                  </a:lnTo>
                  <a:lnTo>
                    <a:pt x="7334894" y="211176"/>
                  </a:lnTo>
                  <a:lnTo>
                    <a:pt x="7335021" y="211176"/>
                  </a:lnTo>
                  <a:lnTo>
                    <a:pt x="7335147" y="211176"/>
                  </a:lnTo>
                  <a:lnTo>
                    <a:pt x="7335273" y="211176"/>
                  </a:lnTo>
                  <a:lnTo>
                    <a:pt x="7335399" y="211176"/>
                  </a:lnTo>
                  <a:lnTo>
                    <a:pt x="7335525" y="211176"/>
                  </a:lnTo>
                  <a:lnTo>
                    <a:pt x="7335651" y="211176"/>
                  </a:lnTo>
                  <a:lnTo>
                    <a:pt x="7335777" y="211176"/>
                  </a:lnTo>
                  <a:lnTo>
                    <a:pt x="7335903" y="211176"/>
                  </a:lnTo>
                  <a:lnTo>
                    <a:pt x="7336029" y="211176"/>
                  </a:lnTo>
                  <a:lnTo>
                    <a:pt x="7336155" y="211176"/>
                  </a:lnTo>
                  <a:lnTo>
                    <a:pt x="7336281" y="211176"/>
                  </a:lnTo>
                  <a:lnTo>
                    <a:pt x="7336408" y="211176"/>
                  </a:lnTo>
                  <a:lnTo>
                    <a:pt x="7336534" y="211176"/>
                  </a:lnTo>
                  <a:lnTo>
                    <a:pt x="7336660" y="211176"/>
                  </a:lnTo>
                  <a:lnTo>
                    <a:pt x="7336786" y="211176"/>
                  </a:lnTo>
                  <a:lnTo>
                    <a:pt x="7336912" y="211176"/>
                  </a:lnTo>
                  <a:lnTo>
                    <a:pt x="7337038" y="211176"/>
                  </a:lnTo>
                  <a:lnTo>
                    <a:pt x="7337164" y="211176"/>
                  </a:lnTo>
                  <a:lnTo>
                    <a:pt x="7337290" y="211176"/>
                  </a:lnTo>
                  <a:lnTo>
                    <a:pt x="7337416" y="211176"/>
                  </a:lnTo>
                  <a:lnTo>
                    <a:pt x="7337542" y="211176"/>
                  </a:lnTo>
                  <a:lnTo>
                    <a:pt x="7337668" y="211176"/>
                  </a:lnTo>
                  <a:lnTo>
                    <a:pt x="7337794" y="211176"/>
                  </a:lnTo>
                  <a:lnTo>
                    <a:pt x="7337921" y="211176"/>
                  </a:lnTo>
                  <a:lnTo>
                    <a:pt x="7338047" y="211176"/>
                  </a:lnTo>
                  <a:lnTo>
                    <a:pt x="7338173" y="211176"/>
                  </a:lnTo>
                  <a:lnTo>
                    <a:pt x="7338299" y="211176"/>
                  </a:lnTo>
                  <a:lnTo>
                    <a:pt x="7338425" y="211176"/>
                  </a:lnTo>
                  <a:lnTo>
                    <a:pt x="7338551" y="211176"/>
                  </a:lnTo>
                  <a:lnTo>
                    <a:pt x="7338677" y="211176"/>
                  </a:lnTo>
                  <a:lnTo>
                    <a:pt x="7338803" y="211176"/>
                  </a:lnTo>
                  <a:lnTo>
                    <a:pt x="7338803" y="205897"/>
                  </a:lnTo>
                  <a:lnTo>
                    <a:pt x="7338929" y="205897"/>
                  </a:lnTo>
                  <a:lnTo>
                    <a:pt x="7339055" y="205897"/>
                  </a:lnTo>
                  <a:lnTo>
                    <a:pt x="7339181" y="205897"/>
                  </a:lnTo>
                  <a:lnTo>
                    <a:pt x="7339308" y="205897"/>
                  </a:lnTo>
                  <a:lnTo>
                    <a:pt x="7339434" y="205897"/>
                  </a:lnTo>
                  <a:lnTo>
                    <a:pt x="7339560" y="205897"/>
                  </a:lnTo>
                  <a:lnTo>
                    <a:pt x="7339686" y="205897"/>
                  </a:lnTo>
                  <a:lnTo>
                    <a:pt x="7339812" y="205897"/>
                  </a:lnTo>
                  <a:lnTo>
                    <a:pt x="7339938" y="205897"/>
                  </a:lnTo>
                  <a:lnTo>
                    <a:pt x="7340064" y="205897"/>
                  </a:lnTo>
                  <a:lnTo>
                    <a:pt x="7340190" y="205897"/>
                  </a:lnTo>
                  <a:lnTo>
                    <a:pt x="7340316" y="205897"/>
                  </a:lnTo>
                  <a:lnTo>
                    <a:pt x="7340442" y="205897"/>
                  </a:lnTo>
                  <a:lnTo>
                    <a:pt x="7340568" y="205897"/>
                  </a:lnTo>
                  <a:lnTo>
                    <a:pt x="7340694" y="205897"/>
                  </a:lnTo>
                  <a:lnTo>
                    <a:pt x="7340821" y="205897"/>
                  </a:lnTo>
                  <a:lnTo>
                    <a:pt x="7340947" y="205897"/>
                  </a:lnTo>
                  <a:lnTo>
                    <a:pt x="7341073" y="205897"/>
                  </a:lnTo>
                  <a:lnTo>
                    <a:pt x="7341199" y="205897"/>
                  </a:lnTo>
                  <a:lnTo>
                    <a:pt x="7341325" y="205897"/>
                  </a:lnTo>
                  <a:lnTo>
                    <a:pt x="7341451" y="205897"/>
                  </a:lnTo>
                  <a:lnTo>
                    <a:pt x="7341577" y="205897"/>
                  </a:lnTo>
                  <a:lnTo>
                    <a:pt x="7341703" y="205897"/>
                  </a:lnTo>
                  <a:lnTo>
                    <a:pt x="7341829" y="205897"/>
                  </a:lnTo>
                  <a:lnTo>
                    <a:pt x="7341955" y="205897"/>
                  </a:lnTo>
                  <a:lnTo>
                    <a:pt x="7342081" y="205897"/>
                  </a:lnTo>
                  <a:lnTo>
                    <a:pt x="7342208" y="205897"/>
                  </a:lnTo>
                  <a:lnTo>
                    <a:pt x="7342334" y="205897"/>
                  </a:lnTo>
                  <a:lnTo>
                    <a:pt x="7342460" y="205897"/>
                  </a:lnTo>
                  <a:lnTo>
                    <a:pt x="7342586" y="205897"/>
                  </a:lnTo>
                  <a:lnTo>
                    <a:pt x="7342712" y="205897"/>
                  </a:lnTo>
                  <a:lnTo>
                    <a:pt x="7342838" y="205897"/>
                  </a:lnTo>
                  <a:lnTo>
                    <a:pt x="7342964" y="205897"/>
                  </a:lnTo>
                  <a:lnTo>
                    <a:pt x="7343090" y="205897"/>
                  </a:lnTo>
                  <a:lnTo>
                    <a:pt x="7343216" y="205897"/>
                  </a:lnTo>
                  <a:lnTo>
                    <a:pt x="7343342" y="205897"/>
                  </a:lnTo>
                  <a:lnTo>
                    <a:pt x="7343468" y="205897"/>
                  </a:lnTo>
                  <a:lnTo>
                    <a:pt x="7343595" y="205897"/>
                  </a:lnTo>
                  <a:lnTo>
                    <a:pt x="7343721" y="205897"/>
                  </a:lnTo>
                  <a:lnTo>
                    <a:pt x="7343847" y="205897"/>
                  </a:lnTo>
                  <a:lnTo>
                    <a:pt x="7343973" y="205897"/>
                  </a:lnTo>
                  <a:lnTo>
                    <a:pt x="7344099" y="205897"/>
                  </a:lnTo>
                  <a:lnTo>
                    <a:pt x="7344225" y="205897"/>
                  </a:lnTo>
                  <a:lnTo>
                    <a:pt x="7344351" y="205897"/>
                  </a:lnTo>
                  <a:lnTo>
                    <a:pt x="7344477" y="205897"/>
                  </a:lnTo>
                  <a:lnTo>
                    <a:pt x="7344603" y="205897"/>
                  </a:lnTo>
                  <a:lnTo>
                    <a:pt x="7344729" y="205897"/>
                  </a:lnTo>
                  <a:lnTo>
                    <a:pt x="7344855" y="205897"/>
                  </a:lnTo>
                  <a:lnTo>
                    <a:pt x="7344981" y="205897"/>
                  </a:lnTo>
                  <a:lnTo>
                    <a:pt x="7345108" y="205897"/>
                  </a:lnTo>
                  <a:lnTo>
                    <a:pt x="7345234" y="205897"/>
                  </a:lnTo>
                  <a:lnTo>
                    <a:pt x="7345360" y="205897"/>
                  </a:lnTo>
                  <a:lnTo>
                    <a:pt x="7345486" y="205897"/>
                  </a:lnTo>
                  <a:lnTo>
                    <a:pt x="7345612" y="205897"/>
                  </a:lnTo>
                  <a:lnTo>
                    <a:pt x="7345738" y="205897"/>
                  </a:lnTo>
                  <a:lnTo>
                    <a:pt x="7345864" y="205897"/>
                  </a:lnTo>
                  <a:lnTo>
                    <a:pt x="7345990" y="205897"/>
                  </a:lnTo>
                  <a:lnTo>
                    <a:pt x="7346116" y="205897"/>
                  </a:lnTo>
                  <a:lnTo>
                    <a:pt x="7346242" y="205897"/>
                  </a:lnTo>
                  <a:lnTo>
                    <a:pt x="7346368" y="205897"/>
                  </a:lnTo>
                  <a:lnTo>
                    <a:pt x="7346495" y="205897"/>
                  </a:lnTo>
                  <a:lnTo>
                    <a:pt x="7346621" y="205897"/>
                  </a:lnTo>
                  <a:lnTo>
                    <a:pt x="7346747" y="205897"/>
                  </a:lnTo>
                  <a:lnTo>
                    <a:pt x="7346873" y="205897"/>
                  </a:lnTo>
                  <a:lnTo>
                    <a:pt x="7346999" y="205897"/>
                  </a:lnTo>
                  <a:lnTo>
                    <a:pt x="7347125" y="205897"/>
                  </a:lnTo>
                  <a:lnTo>
                    <a:pt x="7347251" y="205897"/>
                  </a:lnTo>
                  <a:lnTo>
                    <a:pt x="7347377" y="205897"/>
                  </a:lnTo>
                  <a:lnTo>
                    <a:pt x="7347503" y="205897"/>
                  </a:lnTo>
                  <a:lnTo>
                    <a:pt x="7347629" y="205897"/>
                  </a:lnTo>
                  <a:lnTo>
                    <a:pt x="7347755" y="205897"/>
                  </a:lnTo>
                  <a:lnTo>
                    <a:pt x="7347881" y="205897"/>
                  </a:lnTo>
                  <a:lnTo>
                    <a:pt x="7348008" y="205897"/>
                  </a:lnTo>
                  <a:lnTo>
                    <a:pt x="7348134" y="205897"/>
                  </a:lnTo>
                  <a:lnTo>
                    <a:pt x="7348260" y="205897"/>
                  </a:lnTo>
                  <a:lnTo>
                    <a:pt x="7348386" y="205897"/>
                  </a:lnTo>
                  <a:lnTo>
                    <a:pt x="7348512" y="205897"/>
                  </a:lnTo>
                  <a:lnTo>
                    <a:pt x="7348638" y="205897"/>
                  </a:lnTo>
                  <a:lnTo>
                    <a:pt x="7348764" y="205897"/>
                  </a:lnTo>
                  <a:lnTo>
                    <a:pt x="7348890" y="205897"/>
                  </a:lnTo>
                  <a:lnTo>
                    <a:pt x="7349016" y="205897"/>
                  </a:lnTo>
                  <a:lnTo>
                    <a:pt x="7349142" y="205897"/>
                  </a:lnTo>
                  <a:lnTo>
                    <a:pt x="7349268" y="205897"/>
                  </a:lnTo>
                  <a:lnTo>
                    <a:pt x="7349395" y="205897"/>
                  </a:lnTo>
                  <a:lnTo>
                    <a:pt x="7349521" y="205897"/>
                  </a:lnTo>
                  <a:lnTo>
                    <a:pt x="7349647" y="205897"/>
                  </a:lnTo>
                  <a:lnTo>
                    <a:pt x="7349773" y="205897"/>
                  </a:lnTo>
                  <a:lnTo>
                    <a:pt x="7349899" y="205897"/>
                  </a:lnTo>
                  <a:lnTo>
                    <a:pt x="7350025" y="205897"/>
                  </a:lnTo>
                  <a:lnTo>
                    <a:pt x="7350151" y="205897"/>
                  </a:lnTo>
                  <a:lnTo>
                    <a:pt x="7350277" y="205897"/>
                  </a:lnTo>
                  <a:lnTo>
                    <a:pt x="7350403" y="205897"/>
                  </a:lnTo>
                  <a:lnTo>
                    <a:pt x="7350529" y="205897"/>
                  </a:lnTo>
                  <a:lnTo>
                    <a:pt x="7350655" y="205897"/>
                  </a:lnTo>
                  <a:lnTo>
                    <a:pt x="7350781" y="205897"/>
                  </a:lnTo>
                  <a:lnTo>
                    <a:pt x="7350908" y="205897"/>
                  </a:lnTo>
                  <a:lnTo>
                    <a:pt x="7351034" y="205897"/>
                  </a:lnTo>
                  <a:lnTo>
                    <a:pt x="7351160" y="205897"/>
                  </a:lnTo>
                  <a:lnTo>
                    <a:pt x="7351286" y="205897"/>
                  </a:lnTo>
                  <a:lnTo>
                    <a:pt x="7351412" y="205897"/>
                  </a:lnTo>
                  <a:lnTo>
                    <a:pt x="7351538" y="205897"/>
                  </a:lnTo>
                  <a:lnTo>
                    <a:pt x="7351664" y="205897"/>
                  </a:lnTo>
                  <a:lnTo>
                    <a:pt x="7351790" y="205897"/>
                  </a:lnTo>
                  <a:lnTo>
                    <a:pt x="7351916" y="205897"/>
                  </a:lnTo>
                  <a:lnTo>
                    <a:pt x="7352042" y="205897"/>
                  </a:lnTo>
                  <a:lnTo>
                    <a:pt x="7352168" y="205897"/>
                  </a:lnTo>
                  <a:lnTo>
                    <a:pt x="7352295" y="205897"/>
                  </a:lnTo>
                  <a:lnTo>
                    <a:pt x="7352421" y="205897"/>
                  </a:lnTo>
                  <a:lnTo>
                    <a:pt x="7352547" y="205897"/>
                  </a:lnTo>
                  <a:lnTo>
                    <a:pt x="7352673" y="205897"/>
                  </a:lnTo>
                  <a:lnTo>
                    <a:pt x="7352799" y="205897"/>
                  </a:lnTo>
                  <a:lnTo>
                    <a:pt x="7352925" y="205897"/>
                  </a:lnTo>
                  <a:lnTo>
                    <a:pt x="7353051" y="205897"/>
                  </a:lnTo>
                  <a:lnTo>
                    <a:pt x="7353177" y="205897"/>
                  </a:lnTo>
                  <a:lnTo>
                    <a:pt x="7353303" y="205897"/>
                  </a:lnTo>
                  <a:lnTo>
                    <a:pt x="7353429" y="205897"/>
                  </a:lnTo>
                  <a:lnTo>
                    <a:pt x="7353555" y="205897"/>
                  </a:lnTo>
                  <a:lnTo>
                    <a:pt x="7353682" y="205897"/>
                  </a:lnTo>
                  <a:lnTo>
                    <a:pt x="7353808" y="205897"/>
                  </a:lnTo>
                  <a:lnTo>
                    <a:pt x="7353934" y="205897"/>
                  </a:lnTo>
                  <a:lnTo>
                    <a:pt x="7354060" y="205897"/>
                  </a:lnTo>
                  <a:lnTo>
                    <a:pt x="7354186" y="205897"/>
                  </a:lnTo>
                  <a:lnTo>
                    <a:pt x="7354312" y="205897"/>
                  </a:lnTo>
                  <a:lnTo>
                    <a:pt x="7354438" y="205897"/>
                  </a:lnTo>
                  <a:lnTo>
                    <a:pt x="7354564" y="205897"/>
                  </a:lnTo>
                  <a:lnTo>
                    <a:pt x="7354690" y="205897"/>
                  </a:lnTo>
                  <a:lnTo>
                    <a:pt x="7354816" y="205897"/>
                  </a:lnTo>
                  <a:lnTo>
                    <a:pt x="7354942" y="205897"/>
                  </a:lnTo>
                  <a:lnTo>
                    <a:pt x="7355068" y="205897"/>
                  </a:lnTo>
                  <a:lnTo>
                    <a:pt x="7355195" y="205897"/>
                  </a:lnTo>
                  <a:lnTo>
                    <a:pt x="7355321" y="205897"/>
                  </a:lnTo>
                  <a:lnTo>
                    <a:pt x="7355447" y="205897"/>
                  </a:lnTo>
                  <a:lnTo>
                    <a:pt x="7355573" y="205897"/>
                  </a:lnTo>
                  <a:lnTo>
                    <a:pt x="7355699" y="205897"/>
                  </a:lnTo>
                  <a:lnTo>
                    <a:pt x="7355825" y="205897"/>
                  </a:lnTo>
                  <a:lnTo>
                    <a:pt x="7355951" y="205897"/>
                  </a:lnTo>
                  <a:lnTo>
                    <a:pt x="7356077" y="205897"/>
                  </a:lnTo>
                  <a:lnTo>
                    <a:pt x="7356203" y="205897"/>
                  </a:lnTo>
                  <a:lnTo>
                    <a:pt x="7356329" y="205897"/>
                  </a:lnTo>
                  <a:lnTo>
                    <a:pt x="7356455" y="205897"/>
                  </a:lnTo>
                  <a:lnTo>
                    <a:pt x="7356582" y="205897"/>
                  </a:lnTo>
                  <a:lnTo>
                    <a:pt x="7356708" y="205897"/>
                  </a:lnTo>
                  <a:lnTo>
                    <a:pt x="7356834" y="205897"/>
                  </a:lnTo>
                  <a:lnTo>
                    <a:pt x="7356960" y="205897"/>
                  </a:lnTo>
                  <a:lnTo>
                    <a:pt x="7357086" y="205897"/>
                  </a:lnTo>
                  <a:lnTo>
                    <a:pt x="7357212" y="205897"/>
                  </a:lnTo>
                  <a:lnTo>
                    <a:pt x="7357338" y="205897"/>
                  </a:lnTo>
                  <a:lnTo>
                    <a:pt x="7357464" y="205897"/>
                  </a:lnTo>
                  <a:lnTo>
                    <a:pt x="7357590" y="205897"/>
                  </a:lnTo>
                  <a:lnTo>
                    <a:pt x="7357716" y="205897"/>
                  </a:lnTo>
                  <a:lnTo>
                    <a:pt x="7357842" y="205897"/>
                  </a:lnTo>
                  <a:lnTo>
                    <a:pt x="7357968" y="205897"/>
                  </a:lnTo>
                  <a:lnTo>
                    <a:pt x="7358095" y="205897"/>
                  </a:lnTo>
                  <a:lnTo>
                    <a:pt x="7358221" y="205897"/>
                  </a:lnTo>
                  <a:lnTo>
                    <a:pt x="7358347" y="205897"/>
                  </a:lnTo>
                  <a:lnTo>
                    <a:pt x="7358473" y="205897"/>
                  </a:lnTo>
                  <a:lnTo>
                    <a:pt x="7358599" y="205897"/>
                  </a:lnTo>
                  <a:lnTo>
                    <a:pt x="7358725" y="205897"/>
                  </a:lnTo>
                  <a:lnTo>
                    <a:pt x="7358851" y="205897"/>
                  </a:lnTo>
                  <a:lnTo>
                    <a:pt x="7358977" y="205897"/>
                  </a:lnTo>
                  <a:lnTo>
                    <a:pt x="7359103" y="205897"/>
                  </a:lnTo>
                  <a:lnTo>
                    <a:pt x="7359229" y="205897"/>
                  </a:lnTo>
                  <a:lnTo>
                    <a:pt x="7359355" y="205897"/>
                  </a:lnTo>
                  <a:lnTo>
                    <a:pt x="7359482" y="205897"/>
                  </a:lnTo>
                  <a:lnTo>
                    <a:pt x="7359608" y="205897"/>
                  </a:lnTo>
                  <a:lnTo>
                    <a:pt x="7359734" y="205897"/>
                  </a:lnTo>
                  <a:lnTo>
                    <a:pt x="7359860" y="205897"/>
                  </a:lnTo>
                  <a:lnTo>
                    <a:pt x="7359986" y="205897"/>
                  </a:lnTo>
                  <a:lnTo>
                    <a:pt x="7360112" y="205897"/>
                  </a:lnTo>
                  <a:lnTo>
                    <a:pt x="7360238" y="205897"/>
                  </a:lnTo>
                  <a:lnTo>
                    <a:pt x="7360364" y="205897"/>
                  </a:lnTo>
                  <a:lnTo>
                    <a:pt x="7360490" y="205897"/>
                  </a:lnTo>
                  <a:lnTo>
                    <a:pt x="7360616" y="205897"/>
                  </a:lnTo>
                  <a:lnTo>
                    <a:pt x="7360742" y="205897"/>
                  </a:lnTo>
                  <a:lnTo>
                    <a:pt x="7360869" y="205897"/>
                  </a:lnTo>
                  <a:lnTo>
                    <a:pt x="7360995" y="205897"/>
                  </a:lnTo>
                  <a:lnTo>
                    <a:pt x="7361121" y="205897"/>
                  </a:lnTo>
                  <a:lnTo>
                    <a:pt x="7361247" y="205897"/>
                  </a:lnTo>
                  <a:lnTo>
                    <a:pt x="7361373" y="205897"/>
                  </a:lnTo>
                  <a:lnTo>
                    <a:pt x="7361499" y="205897"/>
                  </a:lnTo>
                  <a:lnTo>
                    <a:pt x="7361625" y="205897"/>
                  </a:lnTo>
                  <a:lnTo>
                    <a:pt x="7361751" y="205897"/>
                  </a:lnTo>
                  <a:lnTo>
                    <a:pt x="7361877" y="205897"/>
                  </a:lnTo>
                  <a:lnTo>
                    <a:pt x="7362003" y="205897"/>
                  </a:lnTo>
                  <a:lnTo>
                    <a:pt x="7362129" y="205897"/>
                  </a:lnTo>
                  <a:lnTo>
                    <a:pt x="7362255" y="205897"/>
                  </a:lnTo>
                  <a:lnTo>
                    <a:pt x="7362382" y="205897"/>
                  </a:lnTo>
                  <a:lnTo>
                    <a:pt x="7362508" y="205897"/>
                  </a:lnTo>
                  <a:lnTo>
                    <a:pt x="7362634" y="205897"/>
                  </a:lnTo>
                  <a:lnTo>
                    <a:pt x="7362760" y="205897"/>
                  </a:lnTo>
                  <a:lnTo>
                    <a:pt x="7362886" y="205897"/>
                  </a:lnTo>
                  <a:lnTo>
                    <a:pt x="7363012" y="205897"/>
                  </a:lnTo>
                  <a:lnTo>
                    <a:pt x="7363012" y="200618"/>
                  </a:lnTo>
                  <a:lnTo>
                    <a:pt x="7363138" y="200618"/>
                  </a:lnTo>
                  <a:lnTo>
                    <a:pt x="7363264" y="200618"/>
                  </a:lnTo>
                  <a:lnTo>
                    <a:pt x="7363390" y="200618"/>
                  </a:lnTo>
                  <a:lnTo>
                    <a:pt x="7363516" y="200618"/>
                  </a:lnTo>
                  <a:lnTo>
                    <a:pt x="7363642" y="200618"/>
                  </a:lnTo>
                  <a:lnTo>
                    <a:pt x="7363769" y="200618"/>
                  </a:lnTo>
                  <a:lnTo>
                    <a:pt x="7363895" y="200618"/>
                  </a:lnTo>
                  <a:lnTo>
                    <a:pt x="7364021" y="200618"/>
                  </a:lnTo>
                  <a:lnTo>
                    <a:pt x="7364147" y="200618"/>
                  </a:lnTo>
                  <a:lnTo>
                    <a:pt x="7364273" y="200618"/>
                  </a:lnTo>
                  <a:lnTo>
                    <a:pt x="7364399" y="200618"/>
                  </a:lnTo>
                  <a:lnTo>
                    <a:pt x="7364525" y="200618"/>
                  </a:lnTo>
                  <a:lnTo>
                    <a:pt x="7364651" y="200618"/>
                  </a:lnTo>
                  <a:lnTo>
                    <a:pt x="7364777" y="200618"/>
                  </a:lnTo>
                  <a:lnTo>
                    <a:pt x="7364903" y="200618"/>
                  </a:lnTo>
                  <a:lnTo>
                    <a:pt x="7365029" y="200618"/>
                  </a:lnTo>
                  <a:lnTo>
                    <a:pt x="7365155" y="200618"/>
                  </a:lnTo>
                  <a:lnTo>
                    <a:pt x="7365282" y="200618"/>
                  </a:lnTo>
                  <a:lnTo>
                    <a:pt x="7365408" y="200618"/>
                  </a:lnTo>
                  <a:lnTo>
                    <a:pt x="7365534" y="200618"/>
                  </a:lnTo>
                  <a:lnTo>
                    <a:pt x="7365660" y="200618"/>
                  </a:lnTo>
                  <a:lnTo>
                    <a:pt x="7365786" y="200618"/>
                  </a:lnTo>
                  <a:lnTo>
                    <a:pt x="7365912" y="200618"/>
                  </a:lnTo>
                  <a:lnTo>
                    <a:pt x="7366038" y="200618"/>
                  </a:lnTo>
                  <a:lnTo>
                    <a:pt x="7366164" y="200618"/>
                  </a:lnTo>
                  <a:lnTo>
                    <a:pt x="7366290" y="200618"/>
                  </a:lnTo>
                  <a:lnTo>
                    <a:pt x="7366416" y="200618"/>
                  </a:lnTo>
                  <a:lnTo>
                    <a:pt x="7366542" y="200618"/>
                  </a:lnTo>
                  <a:lnTo>
                    <a:pt x="7366669" y="200618"/>
                  </a:lnTo>
                  <a:lnTo>
                    <a:pt x="7366795" y="200618"/>
                  </a:lnTo>
                  <a:lnTo>
                    <a:pt x="7366921" y="200618"/>
                  </a:lnTo>
                  <a:lnTo>
                    <a:pt x="7367047" y="200618"/>
                  </a:lnTo>
                  <a:lnTo>
                    <a:pt x="7367173" y="200618"/>
                  </a:lnTo>
                  <a:lnTo>
                    <a:pt x="7367299" y="200618"/>
                  </a:lnTo>
                  <a:lnTo>
                    <a:pt x="7367425" y="200618"/>
                  </a:lnTo>
                  <a:lnTo>
                    <a:pt x="7367551" y="200618"/>
                  </a:lnTo>
                  <a:lnTo>
                    <a:pt x="7367677" y="200618"/>
                  </a:lnTo>
                  <a:lnTo>
                    <a:pt x="7367803" y="200618"/>
                  </a:lnTo>
                  <a:lnTo>
                    <a:pt x="7367929" y="200618"/>
                  </a:lnTo>
                  <a:lnTo>
                    <a:pt x="7368056" y="200618"/>
                  </a:lnTo>
                  <a:lnTo>
                    <a:pt x="7368182" y="200618"/>
                  </a:lnTo>
                  <a:lnTo>
                    <a:pt x="7368308" y="200618"/>
                  </a:lnTo>
                  <a:lnTo>
                    <a:pt x="7368434" y="200618"/>
                  </a:lnTo>
                  <a:lnTo>
                    <a:pt x="7368560" y="200618"/>
                  </a:lnTo>
                  <a:lnTo>
                    <a:pt x="7368686" y="200618"/>
                  </a:lnTo>
                  <a:lnTo>
                    <a:pt x="7368812" y="200618"/>
                  </a:lnTo>
                  <a:lnTo>
                    <a:pt x="7368938" y="200618"/>
                  </a:lnTo>
                  <a:lnTo>
                    <a:pt x="7369064" y="200618"/>
                  </a:lnTo>
                  <a:lnTo>
                    <a:pt x="7369190" y="200618"/>
                  </a:lnTo>
                  <a:lnTo>
                    <a:pt x="7369316" y="200618"/>
                  </a:lnTo>
                  <a:lnTo>
                    <a:pt x="7369442" y="200618"/>
                  </a:lnTo>
                  <a:lnTo>
                    <a:pt x="7369569" y="200618"/>
                  </a:lnTo>
                  <a:lnTo>
                    <a:pt x="7369695" y="200618"/>
                  </a:lnTo>
                  <a:lnTo>
                    <a:pt x="7369821" y="200618"/>
                  </a:lnTo>
                  <a:lnTo>
                    <a:pt x="7369947" y="200618"/>
                  </a:lnTo>
                  <a:lnTo>
                    <a:pt x="7370073" y="200618"/>
                  </a:lnTo>
                  <a:lnTo>
                    <a:pt x="7370199" y="200618"/>
                  </a:lnTo>
                  <a:lnTo>
                    <a:pt x="7370325" y="200618"/>
                  </a:lnTo>
                  <a:lnTo>
                    <a:pt x="7370451" y="200618"/>
                  </a:lnTo>
                  <a:lnTo>
                    <a:pt x="7370577" y="200618"/>
                  </a:lnTo>
                  <a:lnTo>
                    <a:pt x="7370703" y="200618"/>
                  </a:lnTo>
                  <a:lnTo>
                    <a:pt x="7370829" y="200618"/>
                  </a:lnTo>
                  <a:lnTo>
                    <a:pt x="7370956" y="200618"/>
                  </a:lnTo>
                  <a:lnTo>
                    <a:pt x="7371082" y="200618"/>
                  </a:lnTo>
                  <a:lnTo>
                    <a:pt x="7371208" y="200618"/>
                  </a:lnTo>
                  <a:lnTo>
                    <a:pt x="7371334" y="200618"/>
                  </a:lnTo>
                  <a:lnTo>
                    <a:pt x="7371460" y="200618"/>
                  </a:lnTo>
                  <a:lnTo>
                    <a:pt x="7371586" y="200618"/>
                  </a:lnTo>
                  <a:lnTo>
                    <a:pt x="7371712" y="200618"/>
                  </a:lnTo>
                  <a:lnTo>
                    <a:pt x="7371838" y="200618"/>
                  </a:lnTo>
                  <a:lnTo>
                    <a:pt x="7371964" y="200618"/>
                  </a:lnTo>
                  <a:lnTo>
                    <a:pt x="7372090" y="200618"/>
                  </a:lnTo>
                  <a:lnTo>
                    <a:pt x="7372216" y="200618"/>
                  </a:lnTo>
                  <a:lnTo>
                    <a:pt x="7372342" y="200618"/>
                  </a:lnTo>
                  <a:lnTo>
                    <a:pt x="7372469" y="200618"/>
                  </a:lnTo>
                  <a:lnTo>
                    <a:pt x="7372595" y="200618"/>
                  </a:lnTo>
                  <a:lnTo>
                    <a:pt x="7372595" y="195338"/>
                  </a:lnTo>
                  <a:lnTo>
                    <a:pt x="7372721" y="195338"/>
                  </a:lnTo>
                  <a:lnTo>
                    <a:pt x="7372847" y="195338"/>
                  </a:lnTo>
                  <a:lnTo>
                    <a:pt x="7372973" y="195338"/>
                  </a:lnTo>
                  <a:lnTo>
                    <a:pt x="7373099" y="195338"/>
                  </a:lnTo>
                  <a:lnTo>
                    <a:pt x="7373225" y="195338"/>
                  </a:lnTo>
                  <a:lnTo>
                    <a:pt x="7373351" y="195338"/>
                  </a:lnTo>
                  <a:lnTo>
                    <a:pt x="7373477" y="195338"/>
                  </a:lnTo>
                  <a:lnTo>
                    <a:pt x="7373603" y="195338"/>
                  </a:lnTo>
                  <a:lnTo>
                    <a:pt x="7373729" y="195338"/>
                  </a:lnTo>
                  <a:lnTo>
                    <a:pt x="7373856" y="195338"/>
                  </a:lnTo>
                  <a:lnTo>
                    <a:pt x="7373982" y="195338"/>
                  </a:lnTo>
                  <a:lnTo>
                    <a:pt x="7374108" y="195338"/>
                  </a:lnTo>
                  <a:lnTo>
                    <a:pt x="7374234" y="195338"/>
                  </a:lnTo>
                  <a:lnTo>
                    <a:pt x="7374360" y="195338"/>
                  </a:lnTo>
                  <a:lnTo>
                    <a:pt x="7374486" y="195338"/>
                  </a:lnTo>
                  <a:lnTo>
                    <a:pt x="7374612" y="195338"/>
                  </a:lnTo>
                  <a:lnTo>
                    <a:pt x="7374738" y="195338"/>
                  </a:lnTo>
                  <a:lnTo>
                    <a:pt x="7374864" y="195338"/>
                  </a:lnTo>
                  <a:lnTo>
                    <a:pt x="7374990" y="195338"/>
                  </a:lnTo>
                  <a:lnTo>
                    <a:pt x="7375116" y="195338"/>
                  </a:lnTo>
                  <a:lnTo>
                    <a:pt x="7375242" y="195338"/>
                  </a:lnTo>
                  <a:lnTo>
                    <a:pt x="7375369" y="195338"/>
                  </a:lnTo>
                  <a:lnTo>
                    <a:pt x="7375495" y="195338"/>
                  </a:lnTo>
                  <a:lnTo>
                    <a:pt x="7375621" y="195338"/>
                  </a:lnTo>
                  <a:lnTo>
                    <a:pt x="7375747" y="195338"/>
                  </a:lnTo>
                  <a:lnTo>
                    <a:pt x="7375873" y="195338"/>
                  </a:lnTo>
                  <a:lnTo>
                    <a:pt x="7375999" y="195338"/>
                  </a:lnTo>
                  <a:lnTo>
                    <a:pt x="7376125" y="195338"/>
                  </a:lnTo>
                  <a:lnTo>
                    <a:pt x="7376251" y="195338"/>
                  </a:lnTo>
                  <a:lnTo>
                    <a:pt x="7376377" y="195338"/>
                  </a:lnTo>
                  <a:lnTo>
                    <a:pt x="7376503" y="195338"/>
                  </a:lnTo>
                  <a:lnTo>
                    <a:pt x="7376629" y="195338"/>
                  </a:lnTo>
                  <a:lnTo>
                    <a:pt x="7376756" y="195338"/>
                  </a:lnTo>
                  <a:lnTo>
                    <a:pt x="7376882" y="195338"/>
                  </a:lnTo>
                  <a:lnTo>
                    <a:pt x="7377008" y="195338"/>
                  </a:lnTo>
                  <a:lnTo>
                    <a:pt x="7377134" y="195338"/>
                  </a:lnTo>
                  <a:lnTo>
                    <a:pt x="7377260" y="195338"/>
                  </a:lnTo>
                  <a:lnTo>
                    <a:pt x="7377386" y="195338"/>
                  </a:lnTo>
                  <a:lnTo>
                    <a:pt x="7377512" y="195338"/>
                  </a:lnTo>
                  <a:lnTo>
                    <a:pt x="7377638" y="195338"/>
                  </a:lnTo>
                  <a:lnTo>
                    <a:pt x="7377764" y="195338"/>
                  </a:lnTo>
                  <a:lnTo>
                    <a:pt x="7377890" y="195338"/>
                  </a:lnTo>
                  <a:lnTo>
                    <a:pt x="7378016" y="195338"/>
                  </a:lnTo>
                  <a:lnTo>
                    <a:pt x="7378143" y="195338"/>
                  </a:lnTo>
                  <a:lnTo>
                    <a:pt x="7378269" y="195338"/>
                  </a:lnTo>
                  <a:lnTo>
                    <a:pt x="7378395" y="195338"/>
                  </a:lnTo>
                  <a:lnTo>
                    <a:pt x="7378521" y="195338"/>
                  </a:lnTo>
                  <a:lnTo>
                    <a:pt x="7378647" y="195338"/>
                  </a:lnTo>
                  <a:lnTo>
                    <a:pt x="7378773" y="195338"/>
                  </a:lnTo>
                  <a:lnTo>
                    <a:pt x="7378899" y="195338"/>
                  </a:lnTo>
                  <a:lnTo>
                    <a:pt x="7379025" y="195338"/>
                  </a:lnTo>
                  <a:lnTo>
                    <a:pt x="7379151" y="195338"/>
                  </a:lnTo>
                  <a:lnTo>
                    <a:pt x="7379277" y="195338"/>
                  </a:lnTo>
                  <a:lnTo>
                    <a:pt x="7379403" y="195338"/>
                  </a:lnTo>
                  <a:lnTo>
                    <a:pt x="7379529" y="195338"/>
                  </a:lnTo>
                  <a:lnTo>
                    <a:pt x="7379656" y="195338"/>
                  </a:lnTo>
                  <a:lnTo>
                    <a:pt x="7379782" y="195338"/>
                  </a:lnTo>
                  <a:lnTo>
                    <a:pt x="7379908" y="195338"/>
                  </a:lnTo>
                  <a:lnTo>
                    <a:pt x="7380034" y="195338"/>
                  </a:lnTo>
                  <a:lnTo>
                    <a:pt x="7380160" y="195338"/>
                  </a:lnTo>
                  <a:lnTo>
                    <a:pt x="7380286" y="195338"/>
                  </a:lnTo>
                  <a:lnTo>
                    <a:pt x="7380412" y="195338"/>
                  </a:lnTo>
                  <a:lnTo>
                    <a:pt x="7380538" y="195338"/>
                  </a:lnTo>
                  <a:lnTo>
                    <a:pt x="7380664" y="195338"/>
                  </a:lnTo>
                  <a:lnTo>
                    <a:pt x="7380790" y="195338"/>
                  </a:lnTo>
                  <a:lnTo>
                    <a:pt x="7380916" y="195338"/>
                  </a:lnTo>
                  <a:lnTo>
                    <a:pt x="7381043" y="195338"/>
                  </a:lnTo>
                  <a:lnTo>
                    <a:pt x="7381169" y="195338"/>
                  </a:lnTo>
                  <a:lnTo>
                    <a:pt x="7381295" y="195338"/>
                  </a:lnTo>
                  <a:lnTo>
                    <a:pt x="7381421" y="195338"/>
                  </a:lnTo>
                  <a:lnTo>
                    <a:pt x="7381547" y="195338"/>
                  </a:lnTo>
                  <a:lnTo>
                    <a:pt x="7381673" y="195338"/>
                  </a:lnTo>
                  <a:lnTo>
                    <a:pt x="7381799" y="195338"/>
                  </a:lnTo>
                  <a:lnTo>
                    <a:pt x="7381925" y="195338"/>
                  </a:lnTo>
                  <a:lnTo>
                    <a:pt x="7382051" y="195338"/>
                  </a:lnTo>
                  <a:lnTo>
                    <a:pt x="7382177" y="195338"/>
                  </a:lnTo>
                  <a:lnTo>
                    <a:pt x="7382303" y="195338"/>
                  </a:lnTo>
                  <a:lnTo>
                    <a:pt x="7382429" y="195338"/>
                  </a:lnTo>
                  <a:lnTo>
                    <a:pt x="7382556" y="195338"/>
                  </a:lnTo>
                  <a:lnTo>
                    <a:pt x="7382682" y="195338"/>
                  </a:lnTo>
                  <a:lnTo>
                    <a:pt x="7382808" y="195338"/>
                  </a:lnTo>
                  <a:lnTo>
                    <a:pt x="7382934" y="195338"/>
                  </a:lnTo>
                  <a:lnTo>
                    <a:pt x="7383060" y="195338"/>
                  </a:lnTo>
                  <a:lnTo>
                    <a:pt x="7383186" y="195338"/>
                  </a:lnTo>
                  <a:lnTo>
                    <a:pt x="7383312" y="195338"/>
                  </a:lnTo>
                  <a:lnTo>
                    <a:pt x="7383438" y="195338"/>
                  </a:lnTo>
                  <a:lnTo>
                    <a:pt x="7383564" y="195338"/>
                  </a:lnTo>
                  <a:lnTo>
                    <a:pt x="7383690" y="195338"/>
                  </a:lnTo>
                  <a:lnTo>
                    <a:pt x="7383816" y="195338"/>
                  </a:lnTo>
                  <a:lnTo>
                    <a:pt x="7383943" y="195338"/>
                  </a:lnTo>
                  <a:lnTo>
                    <a:pt x="7384069" y="195338"/>
                  </a:lnTo>
                  <a:lnTo>
                    <a:pt x="7384195" y="195338"/>
                  </a:lnTo>
                  <a:lnTo>
                    <a:pt x="7384321" y="195338"/>
                  </a:lnTo>
                  <a:lnTo>
                    <a:pt x="7384447" y="195338"/>
                  </a:lnTo>
                  <a:lnTo>
                    <a:pt x="7384573" y="195338"/>
                  </a:lnTo>
                  <a:lnTo>
                    <a:pt x="7384699" y="195338"/>
                  </a:lnTo>
                  <a:lnTo>
                    <a:pt x="7384825" y="195338"/>
                  </a:lnTo>
                  <a:lnTo>
                    <a:pt x="7384951" y="195338"/>
                  </a:lnTo>
                  <a:lnTo>
                    <a:pt x="7385077" y="195338"/>
                  </a:lnTo>
                  <a:lnTo>
                    <a:pt x="7385203" y="195338"/>
                  </a:lnTo>
                  <a:lnTo>
                    <a:pt x="7385330" y="195338"/>
                  </a:lnTo>
                  <a:lnTo>
                    <a:pt x="7385456" y="195338"/>
                  </a:lnTo>
                  <a:lnTo>
                    <a:pt x="7385582" y="195338"/>
                  </a:lnTo>
                  <a:lnTo>
                    <a:pt x="7385708" y="195338"/>
                  </a:lnTo>
                  <a:lnTo>
                    <a:pt x="7385708" y="190059"/>
                  </a:lnTo>
                  <a:lnTo>
                    <a:pt x="7385834" y="190059"/>
                  </a:lnTo>
                  <a:lnTo>
                    <a:pt x="7385960" y="190059"/>
                  </a:lnTo>
                  <a:lnTo>
                    <a:pt x="7386086" y="190059"/>
                  </a:lnTo>
                  <a:lnTo>
                    <a:pt x="7386212" y="190059"/>
                  </a:lnTo>
                  <a:lnTo>
                    <a:pt x="7386338" y="190059"/>
                  </a:lnTo>
                  <a:lnTo>
                    <a:pt x="7386464" y="190059"/>
                  </a:lnTo>
                  <a:lnTo>
                    <a:pt x="7386590" y="190059"/>
                  </a:lnTo>
                  <a:lnTo>
                    <a:pt x="7386716" y="190059"/>
                  </a:lnTo>
                  <a:lnTo>
                    <a:pt x="7386843" y="190059"/>
                  </a:lnTo>
                  <a:lnTo>
                    <a:pt x="7386843" y="184779"/>
                  </a:lnTo>
                  <a:lnTo>
                    <a:pt x="7386969" y="184779"/>
                  </a:lnTo>
                  <a:lnTo>
                    <a:pt x="7387095" y="184779"/>
                  </a:lnTo>
                  <a:lnTo>
                    <a:pt x="7387221" y="184779"/>
                  </a:lnTo>
                  <a:lnTo>
                    <a:pt x="7387347" y="184779"/>
                  </a:lnTo>
                  <a:lnTo>
                    <a:pt x="7387473" y="184779"/>
                  </a:lnTo>
                  <a:lnTo>
                    <a:pt x="7387599" y="184779"/>
                  </a:lnTo>
                  <a:lnTo>
                    <a:pt x="7387725" y="184779"/>
                  </a:lnTo>
                  <a:lnTo>
                    <a:pt x="7387851" y="184779"/>
                  </a:lnTo>
                  <a:lnTo>
                    <a:pt x="7387977" y="184779"/>
                  </a:lnTo>
                  <a:lnTo>
                    <a:pt x="7388103" y="184779"/>
                  </a:lnTo>
                  <a:lnTo>
                    <a:pt x="7388230" y="184779"/>
                  </a:lnTo>
                  <a:lnTo>
                    <a:pt x="7388356" y="184779"/>
                  </a:lnTo>
                  <a:lnTo>
                    <a:pt x="7388482" y="184779"/>
                  </a:lnTo>
                  <a:lnTo>
                    <a:pt x="7388608" y="184779"/>
                  </a:lnTo>
                  <a:lnTo>
                    <a:pt x="7388734" y="184779"/>
                  </a:lnTo>
                  <a:lnTo>
                    <a:pt x="7388860" y="184779"/>
                  </a:lnTo>
                  <a:lnTo>
                    <a:pt x="7388986" y="184779"/>
                  </a:lnTo>
                  <a:lnTo>
                    <a:pt x="7389112" y="184779"/>
                  </a:lnTo>
                  <a:lnTo>
                    <a:pt x="7389238" y="184779"/>
                  </a:lnTo>
                  <a:lnTo>
                    <a:pt x="7389364" y="184779"/>
                  </a:lnTo>
                  <a:lnTo>
                    <a:pt x="7389490" y="184779"/>
                  </a:lnTo>
                  <a:lnTo>
                    <a:pt x="7389616" y="184779"/>
                  </a:lnTo>
                  <a:lnTo>
                    <a:pt x="7389743" y="184779"/>
                  </a:lnTo>
                  <a:lnTo>
                    <a:pt x="7389869" y="184779"/>
                  </a:lnTo>
                  <a:lnTo>
                    <a:pt x="7389995" y="184779"/>
                  </a:lnTo>
                  <a:lnTo>
                    <a:pt x="7390121" y="184779"/>
                  </a:lnTo>
                  <a:lnTo>
                    <a:pt x="7390247" y="184779"/>
                  </a:lnTo>
                  <a:lnTo>
                    <a:pt x="7390373" y="184779"/>
                  </a:lnTo>
                  <a:lnTo>
                    <a:pt x="7390499" y="184779"/>
                  </a:lnTo>
                  <a:lnTo>
                    <a:pt x="7390625" y="184779"/>
                  </a:lnTo>
                  <a:lnTo>
                    <a:pt x="7390751" y="184779"/>
                  </a:lnTo>
                  <a:lnTo>
                    <a:pt x="7390877" y="184779"/>
                  </a:lnTo>
                  <a:lnTo>
                    <a:pt x="7391003" y="184779"/>
                  </a:lnTo>
                  <a:lnTo>
                    <a:pt x="7391130" y="184779"/>
                  </a:lnTo>
                  <a:lnTo>
                    <a:pt x="7391256" y="184779"/>
                  </a:lnTo>
                  <a:lnTo>
                    <a:pt x="7391382" y="184779"/>
                  </a:lnTo>
                  <a:lnTo>
                    <a:pt x="7391508" y="184779"/>
                  </a:lnTo>
                  <a:lnTo>
                    <a:pt x="7391634" y="184779"/>
                  </a:lnTo>
                  <a:lnTo>
                    <a:pt x="7391760" y="184779"/>
                  </a:lnTo>
                  <a:lnTo>
                    <a:pt x="7391886" y="184779"/>
                  </a:lnTo>
                  <a:lnTo>
                    <a:pt x="7392012" y="184779"/>
                  </a:lnTo>
                  <a:lnTo>
                    <a:pt x="7392138" y="184779"/>
                  </a:lnTo>
                  <a:lnTo>
                    <a:pt x="7392264" y="184779"/>
                  </a:lnTo>
                  <a:lnTo>
                    <a:pt x="7392390" y="184779"/>
                  </a:lnTo>
                  <a:lnTo>
                    <a:pt x="7392516" y="184779"/>
                  </a:lnTo>
                  <a:lnTo>
                    <a:pt x="7392643" y="184779"/>
                  </a:lnTo>
                  <a:lnTo>
                    <a:pt x="7392769" y="184779"/>
                  </a:lnTo>
                  <a:lnTo>
                    <a:pt x="7392895" y="184779"/>
                  </a:lnTo>
                  <a:lnTo>
                    <a:pt x="7393021" y="184779"/>
                  </a:lnTo>
                  <a:lnTo>
                    <a:pt x="7393147" y="184779"/>
                  </a:lnTo>
                  <a:lnTo>
                    <a:pt x="7393273" y="184779"/>
                  </a:lnTo>
                  <a:lnTo>
                    <a:pt x="7393399" y="184779"/>
                  </a:lnTo>
                  <a:lnTo>
                    <a:pt x="7393525" y="184779"/>
                  </a:lnTo>
                  <a:lnTo>
                    <a:pt x="7393651" y="184779"/>
                  </a:lnTo>
                  <a:lnTo>
                    <a:pt x="7393777" y="184779"/>
                  </a:lnTo>
                  <a:lnTo>
                    <a:pt x="7393903" y="184779"/>
                  </a:lnTo>
                  <a:lnTo>
                    <a:pt x="7394030" y="184779"/>
                  </a:lnTo>
                  <a:lnTo>
                    <a:pt x="7394156" y="184779"/>
                  </a:lnTo>
                  <a:lnTo>
                    <a:pt x="7394282" y="184779"/>
                  </a:lnTo>
                  <a:lnTo>
                    <a:pt x="7394408" y="184779"/>
                  </a:lnTo>
                  <a:lnTo>
                    <a:pt x="7394534" y="184779"/>
                  </a:lnTo>
                  <a:lnTo>
                    <a:pt x="7394660" y="184779"/>
                  </a:lnTo>
                  <a:lnTo>
                    <a:pt x="7394786" y="184779"/>
                  </a:lnTo>
                  <a:lnTo>
                    <a:pt x="7394912" y="184779"/>
                  </a:lnTo>
                  <a:lnTo>
                    <a:pt x="7395038" y="184779"/>
                  </a:lnTo>
                  <a:lnTo>
                    <a:pt x="7395164" y="184779"/>
                  </a:lnTo>
                  <a:lnTo>
                    <a:pt x="7395290" y="184779"/>
                  </a:lnTo>
                  <a:lnTo>
                    <a:pt x="7395417" y="184779"/>
                  </a:lnTo>
                  <a:lnTo>
                    <a:pt x="7395543" y="184779"/>
                  </a:lnTo>
                  <a:lnTo>
                    <a:pt x="7395669" y="184779"/>
                  </a:lnTo>
                  <a:lnTo>
                    <a:pt x="7395795" y="184779"/>
                  </a:lnTo>
                  <a:lnTo>
                    <a:pt x="7395921" y="184779"/>
                  </a:lnTo>
                  <a:lnTo>
                    <a:pt x="7396047" y="184779"/>
                  </a:lnTo>
                  <a:lnTo>
                    <a:pt x="7396173" y="184779"/>
                  </a:lnTo>
                  <a:lnTo>
                    <a:pt x="7396299" y="184779"/>
                  </a:lnTo>
                  <a:lnTo>
                    <a:pt x="7396425" y="184779"/>
                  </a:lnTo>
                  <a:lnTo>
                    <a:pt x="7396551" y="184779"/>
                  </a:lnTo>
                  <a:lnTo>
                    <a:pt x="7396677" y="184779"/>
                  </a:lnTo>
                  <a:lnTo>
                    <a:pt x="7396803" y="184779"/>
                  </a:lnTo>
                  <a:lnTo>
                    <a:pt x="7396930" y="184779"/>
                  </a:lnTo>
                  <a:lnTo>
                    <a:pt x="7397056" y="184779"/>
                  </a:lnTo>
                  <a:lnTo>
                    <a:pt x="7397182" y="184779"/>
                  </a:lnTo>
                  <a:lnTo>
                    <a:pt x="7397308" y="184779"/>
                  </a:lnTo>
                  <a:lnTo>
                    <a:pt x="7397434" y="184779"/>
                  </a:lnTo>
                  <a:lnTo>
                    <a:pt x="7397560" y="184779"/>
                  </a:lnTo>
                  <a:lnTo>
                    <a:pt x="7397686" y="184779"/>
                  </a:lnTo>
                  <a:lnTo>
                    <a:pt x="7397812" y="184779"/>
                  </a:lnTo>
                  <a:lnTo>
                    <a:pt x="7397938" y="184779"/>
                  </a:lnTo>
                  <a:lnTo>
                    <a:pt x="7398064" y="184779"/>
                  </a:lnTo>
                  <a:lnTo>
                    <a:pt x="7398190" y="184779"/>
                  </a:lnTo>
                  <a:lnTo>
                    <a:pt x="7398317" y="184779"/>
                  </a:lnTo>
                  <a:lnTo>
                    <a:pt x="7398443" y="184779"/>
                  </a:lnTo>
                  <a:lnTo>
                    <a:pt x="7398569" y="184779"/>
                  </a:lnTo>
                  <a:lnTo>
                    <a:pt x="7398695" y="184779"/>
                  </a:lnTo>
                  <a:lnTo>
                    <a:pt x="7398821" y="184779"/>
                  </a:lnTo>
                  <a:lnTo>
                    <a:pt x="7398947" y="184779"/>
                  </a:lnTo>
                  <a:lnTo>
                    <a:pt x="7399073" y="184779"/>
                  </a:lnTo>
                  <a:lnTo>
                    <a:pt x="7399199" y="184779"/>
                  </a:lnTo>
                  <a:lnTo>
                    <a:pt x="7399325" y="184779"/>
                  </a:lnTo>
                  <a:lnTo>
                    <a:pt x="7399451" y="184779"/>
                  </a:lnTo>
                  <a:lnTo>
                    <a:pt x="7399577" y="184779"/>
                  </a:lnTo>
                  <a:lnTo>
                    <a:pt x="7399703" y="184779"/>
                  </a:lnTo>
                  <a:lnTo>
                    <a:pt x="7399830" y="184779"/>
                  </a:lnTo>
                  <a:lnTo>
                    <a:pt x="7399956" y="184779"/>
                  </a:lnTo>
                  <a:lnTo>
                    <a:pt x="7400082" y="184779"/>
                  </a:lnTo>
                  <a:lnTo>
                    <a:pt x="7400208" y="184779"/>
                  </a:lnTo>
                  <a:lnTo>
                    <a:pt x="7400334" y="184779"/>
                  </a:lnTo>
                  <a:lnTo>
                    <a:pt x="7400460" y="184779"/>
                  </a:lnTo>
                  <a:lnTo>
                    <a:pt x="7400586" y="184779"/>
                  </a:lnTo>
                  <a:lnTo>
                    <a:pt x="7400712" y="184779"/>
                  </a:lnTo>
                  <a:lnTo>
                    <a:pt x="7400838" y="184779"/>
                  </a:lnTo>
                  <a:lnTo>
                    <a:pt x="7400838" y="179500"/>
                  </a:lnTo>
                  <a:lnTo>
                    <a:pt x="7400964" y="179500"/>
                  </a:lnTo>
                  <a:lnTo>
                    <a:pt x="7401090" y="179500"/>
                  </a:lnTo>
                  <a:lnTo>
                    <a:pt x="7401217" y="179500"/>
                  </a:lnTo>
                  <a:lnTo>
                    <a:pt x="7401343" y="179500"/>
                  </a:lnTo>
                  <a:lnTo>
                    <a:pt x="7401469" y="179500"/>
                  </a:lnTo>
                  <a:lnTo>
                    <a:pt x="7401595" y="179500"/>
                  </a:lnTo>
                  <a:lnTo>
                    <a:pt x="7401721" y="179500"/>
                  </a:lnTo>
                  <a:lnTo>
                    <a:pt x="7401847" y="179500"/>
                  </a:lnTo>
                  <a:lnTo>
                    <a:pt x="7401973" y="179500"/>
                  </a:lnTo>
                  <a:lnTo>
                    <a:pt x="7402099" y="179500"/>
                  </a:lnTo>
                  <a:lnTo>
                    <a:pt x="7402225" y="179500"/>
                  </a:lnTo>
                  <a:lnTo>
                    <a:pt x="7402351" y="179500"/>
                  </a:lnTo>
                  <a:lnTo>
                    <a:pt x="7402351" y="174220"/>
                  </a:lnTo>
                  <a:lnTo>
                    <a:pt x="7402477" y="174220"/>
                  </a:lnTo>
                  <a:lnTo>
                    <a:pt x="7402604" y="174220"/>
                  </a:lnTo>
                  <a:lnTo>
                    <a:pt x="7402730" y="174220"/>
                  </a:lnTo>
                  <a:lnTo>
                    <a:pt x="7402856" y="174220"/>
                  </a:lnTo>
                  <a:lnTo>
                    <a:pt x="7402982" y="174220"/>
                  </a:lnTo>
                  <a:lnTo>
                    <a:pt x="7403108" y="174220"/>
                  </a:lnTo>
                  <a:lnTo>
                    <a:pt x="7403234" y="174220"/>
                  </a:lnTo>
                  <a:lnTo>
                    <a:pt x="7403360" y="174220"/>
                  </a:lnTo>
                  <a:lnTo>
                    <a:pt x="7403486" y="174220"/>
                  </a:lnTo>
                  <a:lnTo>
                    <a:pt x="7403612" y="174220"/>
                  </a:lnTo>
                  <a:lnTo>
                    <a:pt x="7403738" y="174220"/>
                  </a:lnTo>
                  <a:lnTo>
                    <a:pt x="7403864" y="174220"/>
                  </a:lnTo>
                  <a:lnTo>
                    <a:pt x="7403990" y="174220"/>
                  </a:lnTo>
                  <a:lnTo>
                    <a:pt x="7404117" y="174220"/>
                  </a:lnTo>
                  <a:lnTo>
                    <a:pt x="7404243" y="174220"/>
                  </a:lnTo>
                  <a:lnTo>
                    <a:pt x="7404369" y="174220"/>
                  </a:lnTo>
                  <a:lnTo>
                    <a:pt x="7404495" y="174220"/>
                  </a:lnTo>
                  <a:lnTo>
                    <a:pt x="7404621" y="174220"/>
                  </a:lnTo>
                  <a:lnTo>
                    <a:pt x="7404747" y="174220"/>
                  </a:lnTo>
                  <a:lnTo>
                    <a:pt x="7404873" y="174220"/>
                  </a:lnTo>
                  <a:lnTo>
                    <a:pt x="7404999" y="174220"/>
                  </a:lnTo>
                  <a:lnTo>
                    <a:pt x="7405125" y="174220"/>
                  </a:lnTo>
                  <a:lnTo>
                    <a:pt x="7405251" y="174220"/>
                  </a:lnTo>
                  <a:lnTo>
                    <a:pt x="7405377" y="174220"/>
                  </a:lnTo>
                  <a:lnTo>
                    <a:pt x="7405504" y="174220"/>
                  </a:lnTo>
                  <a:lnTo>
                    <a:pt x="7405630" y="174220"/>
                  </a:lnTo>
                  <a:lnTo>
                    <a:pt x="7405756" y="174220"/>
                  </a:lnTo>
                  <a:lnTo>
                    <a:pt x="7405882" y="174220"/>
                  </a:lnTo>
                  <a:lnTo>
                    <a:pt x="7406008" y="174220"/>
                  </a:lnTo>
                  <a:lnTo>
                    <a:pt x="7406134" y="174220"/>
                  </a:lnTo>
                  <a:lnTo>
                    <a:pt x="7406260" y="174220"/>
                  </a:lnTo>
                  <a:lnTo>
                    <a:pt x="7406386" y="174220"/>
                  </a:lnTo>
                  <a:lnTo>
                    <a:pt x="7406512" y="174220"/>
                  </a:lnTo>
                  <a:lnTo>
                    <a:pt x="7406638" y="174220"/>
                  </a:lnTo>
                  <a:lnTo>
                    <a:pt x="7406764" y="174220"/>
                  </a:lnTo>
                  <a:lnTo>
                    <a:pt x="7406890" y="174220"/>
                  </a:lnTo>
                  <a:lnTo>
                    <a:pt x="7407017" y="174220"/>
                  </a:lnTo>
                  <a:lnTo>
                    <a:pt x="7407143" y="174220"/>
                  </a:lnTo>
                  <a:lnTo>
                    <a:pt x="7407269" y="174220"/>
                  </a:lnTo>
                  <a:lnTo>
                    <a:pt x="7407395" y="174220"/>
                  </a:lnTo>
                  <a:lnTo>
                    <a:pt x="7407521" y="174220"/>
                  </a:lnTo>
                  <a:lnTo>
                    <a:pt x="7407647" y="174220"/>
                  </a:lnTo>
                  <a:lnTo>
                    <a:pt x="7407773" y="174220"/>
                  </a:lnTo>
                  <a:lnTo>
                    <a:pt x="7407899" y="174220"/>
                  </a:lnTo>
                  <a:lnTo>
                    <a:pt x="7408025" y="174220"/>
                  </a:lnTo>
                  <a:lnTo>
                    <a:pt x="7408151" y="174220"/>
                  </a:lnTo>
                  <a:lnTo>
                    <a:pt x="7408277" y="174220"/>
                  </a:lnTo>
                  <a:lnTo>
                    <a:pt x="7408404" y="174220"/>
                  </a:lnTo>
                  <a:lnTo>
                    <a:pt x="7408530" y="174220"/>
                  </a:lnTo>
                  <a:lnTo>
                    <a:pt x="7408656" y="174220"/>
                  </a:lnTo>
                  <a:lnTo>
                    <a:pt x="7408782" y="174220"/>
                  </a:lnTo>
                  <a:lnTo>
                    <a:pt x="7408908" y="174220"/>
                  </a:lnTo>
                  <a:lnTo>
                    <a:pt x="7409034" y="174220"/>
                  </a:lnTo>
                  <a:lnTo>
                    <a:pt x="7409160" y="174220"/>
                  </a:lnTo>
                  <a:lnTo>
                    <a:pt x="7409286" y="174220"/>
                  </a:lnTo>
                  <a:lnTo>
                    <a:pt x="7409412" y="174220"/>
                  </a:lnTo>
                  <a:lnTo>
                    <a:pt x="7409538" y="174220"/>
                  </a:lnTo>
                  <a:lnTo>
                    <a:pt x="7409664" y="174220"/>
                  </a:lnTo>
                  <a:lnTo>
                    <a:pt x="7409791" y="174220"/>
                  </a:lnTo>
                  <a:lnTo>
                    <a:pt x="7409917" y="174220"/>
                  </a:lnTo>
                  <a:lnTo>
                    <a:pt x="7410043" y="174220"/>
                  </a:lnTo>
                  <a:lnTo>
                    <a:pt x="7410169" y="174220"/>
                  </a:lnTo>
                  <a:lnTo>
                    <a:pt x="7410295" y="174220"/>
                  </a:lnTo>
                  <a:lnTo>
                    <a:pt x="7410421" y="174220"/>
                  </a:lnTo>
                  <a:lnTo>
                    <a:pt x="7410547" y="174220"/>
                  </a:lnTo>
                  <a:lnTo>
                    <a:pt x="7410673" y="174220"/>
                  </a:lnTo>
                  <a:lnTo>
                    <a:pt x="7410799" y="174220"/>
                  </a:lnTo>
                  <a:lnTo>
                    <a:pt x="7410925" y="174220"/>
                  </a:lnTo>
                  <a:lnTo>
                    <a:pt x="7411051" y="174220"/>
                  </a:lnTo>
                  <a:lnTo>
                    <a:pt x="7411177" y="174220"/>
                  </a:lnTo>
                  <a:lnTo>
                    <a:pt x="7411304" y="174220"/>
                  </a:lnTo>
                  <a:lnTo>
                    <a:pt x="7411430" y="174220"/>
                  </a:lnTo>
                  <a:lnTo>
                    <a:pt x="7411556" y="174220"/>
                  </a:lnTo>
                  <a:lnTo>
                    <a:pt x="7411682" y="174220"/>
                  </a:lnTo>
                  <a:lnTo>
                    <a:pt x="7411808" y="174220"/>
                  </a:lnTo>
                  <a:lnTo>
                    <a:pt x="7411934" y="174220"/>
                  </a:lnTo>
                  <a:lnTo>
                    <a:pt x="7412060" y="174220"/>
                  </a:lnTo>
                  <a:lnTo>
                    <a:pt x="7412186" y="174220"/>
                  </a:lnTo>
                  <a:lnTo>
                    <a:pt x="7412312" y="174220"/>
                  </a:lnTo>
                  <a:lnTo>
                    <a:pt x="7412438" y="174220"/>
                  </a:lnTo>
                  <a:lnTo>
                    <a:pt x="7412564" y="174220"/>
                  </a:lnTo>
                  <a:lnTo>
                    <a:pt x="7412691" y="174220"/>
                  </a:lnTo>
                  <a:lnTo>
                    <a:pt x="7412817" y="174220"/>
                  </a:lnTo>
                  <a:lnTo>
                    <a:pt x="7412943" y="174220"/>
                  </a:lnTo>
                  <a:lnTo>
                    <a:pt x="7413069" y="174220"/>
                  </a:lnTo>
                  <a:lnTo>
                    <a:pt x="7413195" y="174220"/>
                  </a:lnTo>
                  <a:lnTo>
                    <a:pt x="7413321" y="174220"/>
                  </a:lnTo>
                  <a:lnTo>
                    <a:pt x="7413447" y="174220"/>
                  </a:lnTo>
                  <a:lnTo>
                    <a:pt x="7413573" y="174220"/>
                  </a:lnTo>
                  <a:lnTo>
                    <a:pt x="7413699" y="174220"/>
                  </a:lnTo>
                  <a:lnTo>
                    <a:pt x="7413825" y="174220"/>
                  </a:lnTo>
                  <a:lnTo>
                    <a:pt x="7413951" y="174220"/>
                  </a:lnTo>
                  <a:lnTo>
                    <a:pt x="7414077" y="174220"/>
                  </a:lnTo>
                  <a:lnTo>
                    <a:pt x="7414204" y="174220"/>
                  </a:lnTo>
                  <a:lnTo>
                    <a:pt x="7414330" y="174220"/>
                  </a:lnTo>
                  <a:lnTo>
                    <a:pt x="7414456" y="174220"/>
                  </a:lnTo>
                  <a:lnTo>
                    <a:pt x="7414582" y="174220"/>
                  </a:lnTo>
                  <a:lnTo>
                    <a:pt x="7414708" y="174220"/>
                  </a:lnTo>
                  <a:lnTo>
                    <a:pt x="7414834" y="174220"/>
                  </a:lnTo>
                  <a:lnTo>
                    <a:pt x="7414960" y="174220"/>
                  </a:lnTo>
                  <a:lnTo>
                    <a:pt x="7415086" y="174220"/>
                  </a:lnTo>
                  <a:lnTo>
                    <a:pt x="7415212" y="174220"/>
                  </a:lnTo>
                  <a:lnTo>
                    <a:pt x="7415338" y="174220"/>
                  </a:lnTo>
                  <a:lnTo>
                    <a:pt x="7415464" y="174220"/>
                  </a:lnTo>
                  <a:lnTo>
                    <a:pt x="7415591" y="174220"/>
                  </a:lnTo>
                  <a:lnTo>
                    <a:pt x="7415717" y="174220"/>
                  </a:lnTo>
                  <a:lnTo>
                    <a:pt x="7415843" y="174220"/>
                  </a:lnTo>
                  <a:lnTo>
                    <a:pt x="7415969" y="174220"/>
                  </a:lnTo>
                  <a:lnTo>
                    <a:pt x="7416095" y="174220"/>
                  </a:lnTo>
                  <a:lnTo>
                    <a:pt x="7416221" y="174220"/>
                  </a:lnTo>
                  <a:lnTo>
                    <a:pt x="7416347" y="174220"/>
                  </a:lnTo>
                  <a:lnTo>
                    <a:pt x="7416473" y="174220"/>
                  </a:lnTo>
                  <a:lnTo>
                    <a:pt x="7416599" y="174220"/>
                  </a:lnTo>
                  <a:lnTo>
                    <a:pt x="7416725" y="174220"/>
                  </a:lnTo>
                  <a:lnTo>
                    <a:pt x="7416851" y="174220"/>
                  </a:lnTo>
                  <a:lnTo>
                    <a:pt x="7416977" y="174220"/>
                  </a:lnTo>
                  <a:lnTo>
                    <a:pt x="7417104" y="174220"/>
                  </a:lnTo>
                  <a:lnTo>
                    <a:pt x="7417230" y="174220"/>
                  </a:lnTo>
                  <a:lnTo>
                    <a:pt x="7417356" y="174220"/>
                  </a:lnTo>
                  <a:lnTo>
                    <a:pt x="7417482" y="174220"/>
                  </a:lnTo>
                  <a:lnTo>
                    <a:pt x="7417608" y="174220"/>
                  </a:lnTo>
                  <a:lnTo>
                    <a:pt x="7417734" y="174220"/>
                  </a:lnTo>
                  <a:lnTo>
                    <a:pt x="7417860" y="174220"/>
                  </a:lnTo>
                  <a:lnTo>
                    <a:pt x="7417986" y="174220"/>
                  </a:lnTo>
                  <a:lnTo>
                    <a:pt x="7418112" y="174220"/>
                  </a:lnTo>
                  <a:lnTo>
                    <a:pt x="7418238" y="174220"/>
                  </a:lnTo>
                  <a:lnTo>
                    <a:pt x="7418364" y="174220"/>
                  </a:lnTo>
                  <a:lnTo>
                    <a:pt x="7418491" y="174220"/>
                  </a:lnTo>
                  <a:lnTo>
                    <a:pt x="7418617" y="174220"/>
                  </a:lnTo>
                  <a:lnTo>
                    <a:pt x="7418743" y="174220"/>
                  </a:lnTo>
                  <a:lnTo>
                    <a:pt x="7418869" y="174220"/>
                  </a:lnTo>
                  <a:lnTo>
                    <a:pt x="7418995" y="174220"/>
                  </a:lnTo>
                  <a:lnTo>
                    <a:pt x="7419121" y="174220"/>
                  </a:lnTo>
                  <a:lnTo>
                    <a:pt x="7419247" y="174220"/>
                  </a:lnTo>
                  <a:lnTo>
                    <a:pt x="7419373" y="174220"/>
                  </a:lnTo>
                  <a:lnTo>
                    <a:pt x="7419499" y="174220"/>
                  </a:lnTo>
                  <a:lnTo>
                    <a:pt x="7419625" y="174220"/>
                  </a:lnTo>
                  <a:lnTo>
                    <a:pt x="7419751" y="174220"/>
                  </a:lnTo>
                  <a:lnTo>
                    <a:pt x="7419878" y="174220"/>
                  </a:lnTo>
                  <a:lnTo>
                    <a:pt x="7420004" y="174220"/>
                  </a:lnTo>
                  <a:lnTo>
                    <a:pt x="7420130" y="174220"/>
                  </a:lnTo>
                  <a:lnTo>
                    <a:pt x="7420256" y="174220"/>
                  </a:lnTo>
                  <a:lnTo>
                    <a:pt x="7420382" y="174220"/>
                  </a:lnTo>
                  <a:lnTo>
                    <a:pt x="7420508" y="174220"/>
                  </a:lnTo>
                  <a:lnTo>
                    <a:pt x="7420634" y="174220"/>
                  </a:lnTo>
                  <a:lnTo>
                    <a:pt x="7420760" y="174220"/>
                  </a:lnTo>
                  <a:lnTo>
                    <a:pt x="7420886" y="174220"/>
                  </a:lnTo>
                  <a:lnTo>
                    <a:pt x="7421012" y="174220"/>
                  </a:lnTo>
                  <a:lnTo>
                    <a:pt x="7421138" y="174220"/>
                  </a:lnTo>
                  <a:lnTo>
                    <a:pt x="7421264" y="174220"/>
                  </a:lnTo>
                  <a:lnTo>
                    <a:pt x="7421391" y="174220"/>
                  </a:lnTo>
                  <a:lnTo>
                    <a:pt x="7421517" y="174220"/>
                  </a:lnTo>
                  <a:lnTo>
                    <a:pt x="7421643" y="174220"/>
                  </a:lnTo>
                  <a:lnTo>
                    <a:pt x="7421769" y="174220"/>
                  </a:lnTo>
                  <a:lnTo>
                    <a:pt x="7421895" y="174220"/>
                  </a:lnTo>
                  <a:lnTo>
                    <a:pt x="7422021" y="174220"/>
                  </a:lnTo>
                  <a:lnTo>
                    <a:pt x="7422147" y="174220"/>
                  </a:lnTo>
                  <a:lnTo>
                    <a:pt x="7422273" y="174220"/>
                  </a:lnTo>
                  <a:lnTo>
                    <a:pt x="7422399" y="174220"/>
                  </a:lnTo>
                  <a:lnTo>
                    <a:pt x="7422525" y="174220"/>
                  </a:lnTo>
                  <a:lnTo>
                    <a:pt x="7422651" y="174220"/>
                  </a:lnTo>
                  <a:lnTo>
                    <a:pt x="7422778" y="174220"/>
                  </a:lnTo>
                  <a:lnTo>
                    <a:pt x="7422904" y="174220"/>
                  </a:lnTo>
                  <a:lnTo>
                    <a:pt x="7423030" y="174220"/>
                  </a:lnTo>
                  <a:lnTo>
                    <a:pt x="7423156" y="174220"/>
                  </a:lnTo>
                  <a:lnTo>
                    <a:pt x="7423282" y="174220"/>
                  </a:lnTo>
                  <a:lnTo>
                    <a:pt x="7423408" y="174220"/>
                  </a:lnTo>
                  <a:lnTo>
                    <a:pt x="7423534" y="174220"/>
                  </a:lnTo>
                  <a:lnTo>
                    <a:pt x="7423660" y="174220"/>
                  </a:lnTo>
                  <a:lnTo>
                    <a:pt x="7423786" y="174220"/>
                  </a:lnTo>
                  <a:lnTo>
                    <a:pt x="7423912" y="174220"/>
                  </a:lnTo>
                  <a:lnTo>
                    <a:pt x="7424038" y="174220"/>
                  </a:lnTo>
                  <a:lnTo>
                    <a:pt x="7424164" y="174220"/>
                  </a:lnTo>
                  <a:lnTo>
                    <a:pt x="7424291" y="174220"/>
                  </a:lnTo>
                  <a:lnTo>
                    <a:pt x="7424417" y="174220"/>
                  </a:lnTo>
                  <a:lnTo>
                    <a:pt x="7424543" y="174220"/>
                  </a:lnTo>
                  <a:lnTo>
                    <a:pt x="7424669" y="174220"/>
                  </a:lnTo>
                  <a:lnTo>
                    <a:pt x="7424795" y="174220"/>
                  </a:lnTo>
                  <a:lnTo>
                    <a:pt x="7424921" y="174220"/>
                  </a:lnTo>
                  <a:lnTo>
                    <a:pt x="7425047" y="174220"/>
                  </a:lnTo>
                  <a:lnTo>
                    <a:pt x="7425173" y="174220"/>
                  </a:lnTo>
                  <a:lnTo>
                    <a:pt x="7425299" y="174220"/>
                  </a:lnTo>
                  <a:lnTo>
                    <a:pt x="7425425" y="174220"/>
                  </a:lnTo>
                  <a:lnTo>
                    <a:pt x="7425551" y="174220"/>
                  </a:lnTo>
                  <a:lnTo>
                    <a:pt x="7425678" y="174220"/>
                  </a:lnTo>
                  <a:lnTo>
                    <a:pt x="7425804" y="174220"/>
                  </a:lnTo>
                  <a:lnTo>
                    <a:pt x="7425930" y="174220"/>
                  </a:lnTo>
                  <a:lnTo>
                    <a:pt x="7426056" y="174220"/>
                  </a:lnTo>
                  <a:lnTo>
                    <a:pt x="7426182" y="174220"/>
                  </a:lnTo>
                  <a:lnTo>
                    <a:pt x="7426308" y="174220"/>
                  </a:lnTo>
                  <a:lnTo>
                    <a:pt x="7426434" y="174220"/>
                  </a:lnTo>
                  <a:lnTo>
                    <a:pt x="7426560" y="174220"/>
                  </a:lnTo>
                  <a:lnTo>
                    <a:pt x="7426686" y="174220"/>
                  </a:lnTo>
                  <a:lnTo>
                    <a:pt x="7426812" y="174220"/>
                  </a:lnTo>
                  <a:lnTo>
                    <a:pt x="7426938" y="174220"/>
                  </a:lnTo>
                  <a:lnTo>
                    <a:pt x="7427065" y="174220"/>
                  </a:lnTo>
                  <a:lnTo>
                    <a:pt x="7427191" y="174220"/>
                  </a:lnTo>
                  <a:lnTo>
                    <a:pt x="7427317" y="174220"/>
                  </a:lnTo>
                  <a:lnTo>
                    <a:pt x="7427443" y="174220"/>
                  </a:lnTo>
                  <a:lnTo>
                    <a:pt x="7427569" y="174220"/>
                  </a:lnTo>
                  <a:lnTo>
                    <a:pt x="7427695" y="174220"/>
                  </a:lnTo>
                  <a:lnTo>
                    <a:pt x="7427821" y="174220"/>
                  </a:lnTo>
                  <a:lnTo>
                    <a:pt x="7427947" y="174220"/>
                  </a:lnTo>
                  <a:lnTo>
                    <a:pt x="7428073" y="174220"/>
                  </a:lnTo>
                  <a:lnTo>
                    <a:pt x="7428199" y="174220"/>
                  </a:lnTo>
                  <a:lnTo>
                    <a:pt x="7428325" y="174220"/>
                  </a:lnTo>
                  <a:lnTo>
                    <a:pt x="7428451" y="174220"/>
                  </a:lnTo>
                  <a:lnTo>
                    <a:pt x="7428578" y="174220"/>
                  </a:lnTo>
                  <a:lnTo>
                    <a:pt x="7428704" y="174220"/>
                  </a:lnTo>
                  <a:lnTo>
                    <a:pt x="7428830" y="174220"/>
                  </a:lnTo>
                  <a:lnTo>
                    <a:pt x="7428956" y="174220"/>
                  </a:lnTo>
                  <a:lnTo>
                    <a:pt x="7429082" y="174220"/>
                  </a:lnTo>
                  <a:lnTo>
                    <a:pt x="7429208" y="174220"/>
                  </a:lnTo>
                  <a:lnTo>
                    <a:pt x="7429334" y="174220"/>
                  </a:lnTo>
                  <a:lnTo>
                    <a:pt x="7429460" y="174220"/>
                  </a:lnTo>
                  <a:lnTo>
                    <a:pt x="7429586" y="174220"/>
                  </a:lnTo>
                  <a:lnTo>
                    <a:pt x="7429712" y="174220"/>
                  </a:lnTo>
                  <a:lnTo>
                    <a:pt x="7429838" y="174220"/>
                  </a:lnTo>
                  <a:lnTo>
                    <a:pt x="7429965" y="174220"/>
                  </a:lnTo>
                  <a:lnTo>
                    <a:pt x="7430091" y="174220"/>
                  </a:lnTo>
                  <a:lnTo>
                    <a:pt x="7430217" y="174220"/>
                  </a:lnTo>
                  <a:lnTo>
                    <a:pt x="7430343" y="174220"/>
                  </a:lnTo>
                  <a:lnTo>
                    <a:pt x="7430469" y="174220"/>
                  </a:lnTo>
                  <a:lnTo>
                    <a:pt x="7430595" y="174220"/>
                  </a:lnTo>
                  <a:lnTo>
                    <a:pt x="7430721" y="174220"/>
                  </a:lnTo>
                  <a:lnTo>
                    <a:pt x="7430847" y="174220"/>
                  </a:lnTo>
                  <a:lnTo>
                    <a:pt x="7430973" y="174220"/>
                  </a:lnTo>
                  <a:lnTo>
                    <a:pt x="7431099" y="174220"/>
                  </a:lnTo>
                  <a:lnTo>
                    <a:pt x="7431225" y="174220"/>
                  </a:lnTo>
                  <a:lnTo>
                    <a:pt x="7431351" y="174220"/>
                  </a:lnTo>
                  <a:lnTo>
                    <a:pt x="7431478" y="174220"/>
                  </a:lnTo>
                  <a:lnTo>
                    <a:pt x="7431604" y="174220"/>
                  </a:lnTo>
                  <a:lnTo>
                    <a:pt x="7431730" y="174220"/>
                  </a:lnTo>
                  <a:lnTo>
                    <a:pt x="7431856" y="174220"/>
                  </a:lnTo>
                  <a:lnTo>
                    <a:pt x="7431982" y="174220"/>
                  </a:lnTo>
                  <a:lnTo>
                    <a:pt x="7432108" y="174220"/>
                  </a:lnTo>
                  <a:lnTo>
                    <a:pt x="7432234" y="174220"/>
                  </a:lnTo>
                  <a:lnTo>
                    <a:pt x="7432360" y="174220"/>
                  </a:lnTo>
                  <a:lnTo>
                    <a:pt x="7432486" y="174220"/>
                  </a:lnTo>
                  <a:lnTo>
                    <a:pt x="7432612" y="174220"/>
                  </a:lnTo>
                  <a:lnTo>
                    <a:pt x="7432738" y="174220"/>
                  </a:lnTo>
                  <a:lnTo>
                    <a:pt x="7432865" y="174220"/>
                  </a:lnTo>
                  <a:lnTo>
                    <a:pt x="7432991" y="174220"/>
                  </a:lnTo>
                  <a:lnTo>
                    <a:pt x="7433117" y="174220"/>
                  </a:lnTo>
                  <a:lnTo>
                    <a:pt x="7433243" y="174220"/>
                  </a:lnTo>
                  <a:lnTo>
                    <a:pt x="7433369" y="174220"/>
                  </a:lnTo>
                  <a:lnTo>
                    <a:pt x="7433495" y="174220"/>
                  </a:lnTo>
                  <a:lnTo>
                    <a:pt x="7433621" y="174220"/>
                  </a:lnTo>
                  <a:lnTo>
                    <a:pt x="7433747" y="174220"/>
                  </a:lnTo>
                  <a:lnTo>
                    <a:pt x="7433873" y="174220"/>
                  </a:lnTo>
                  <a:lnTo>
                    <a:pt x="7433999" y="174220"/>
                  </a:lnTo>
                  <a:lnTo>
                    <a:pt x="7434125" y="174220"/>
                  </a:lnTo>
                  <a:lnTo>
                    <a:pt x="7434251" y="174220"/>
                  </a:lnTo>
                  <a:lnTo>
                    <a:pt x="7434378" y="174220"/>
                  </a:lnTo>
                  <a:lnTo>
                    <a:pt x="7434504" y="174220"/>
                  </a:lnTo>
                  <a:lnTo>
                    <a:pt x="7434630" y="174220"/>
                  </a:lnTo>
                  <a:lnTo>
                    <a:pt x="7434756" y="174220"/>
                  </a:lnTo>
                  <a:lnTo>
                    <a:pt x="7434882" y="174220"/>
                  </a:lnTo>
                  <a:lnTo>
                    <a:pt x="7435008" y="174220"/>
                  </a:lnTo>
                  <a:lnTo>
                    <a:pt x="7435134" y="174220"/>
                  </a:lnTo>
                  <a:lnTo>
                    <a:pt x="7435260" y="174220"/>
                  </a:lnTo>
                  <a:lnTo>
                    <a:pt x="7435386" y="174220"/>
                  </a:lnTo>
                  <a:lnTo>
                    <a:pt x="7435512" y="174220"/>
                  </a:lnTo>
                  <a:lnTo>
                    <a:pt x="7435638" y="174220"/>
                  </a:lnTo>
                  <a:lnTo>
                    <a:pt x="7435765" y="174220"/>
                  </a:lnTo>
                  <a:lnTo>
                    <a:pt x="7435891" y="174220"/>
                  </a:lnTo>
                  <a:lnTo>
                    <a:pt x="7436017" y="174220"/>
                  </a:lnTo>
                  <a:lnTo>
                    <a:pt x="7436143" y="174220"/>
                  </a:lnTo>
                  <a:lnTo>
                    <a:pt x="7436269" y="174220"/>
                  </a:lnTo>
                  <a:lnTo>
                    <a:pt x="7436395" y="174220"/>
                  </a:lnTo>
                  <a:lnTo>
                    <a:pt x="7436521" y="174220"/>
                  </a:lnTo>
                  <a:lnTo>
                    <a:pt x="7436647" y="174220"/>
                  </a:lnTo>
                  <a:lnTo>
                    <a:pt x="7436773" y="174220"/>
                  </a:lnTo>
                  <a:lnTo>
                    <a:pt x="7436899" y="174220"/>
                  </a:lnTo>
                  <a:lnTo>
                    <a:pt x="7437025" y="174220"/>
                  </a:lnTo>
                  <a:lnTo>
                    <a:pt x="7437152" y="174220"/>
                  </a:lnTo>
                  <a:lnTo>
                    <a:pt x="7437278" y="174220"/>
                  </a:lnTo>
                  <a:lnTo>
                    <a:pt x="7437404" y="174220"/>
                  </a:lnTo>
                  <a:lnTo>
                    <a:pt x="7437530" y="174220"/>
                  </a:lnTo>
                  <a:lnTo>
                    <a:pt x="7437656" y="174220"/>
                  </a:lnTo>
                  <a:lnTo>
                    <a:pt x="7437782" y="174220"/>
                  </a:lnTo>
                  <a:lnTo>
                    <a:pt x="7437908" y="174220"/>
                  </a:lnTo>
                  <a:lnTo>
                    <a:pt x="7438034" y="174220"/>
                  </a:lnTo>
                  <a:lnTo>
                    <a:pt x="7438160" y="174220"/>
                  </a:lnTo>
                  <a:lnTo>
                    <a:pt x="7438286" y="174220"/>
                  </a:lnTo>
                  <a:lnTo>
                    <a:pt x="7438412" y="174220"/>
                  </a:lnTo>
                  <a:lnTo>
                    <a:pt x="7438538" y="174220"/>
                  </a:lnTo>
                  <a:lnTo>
                    <a:pt x="7438665" y="174220"/>
                  </a:lnTo>
                  <a:lnTo>
                    <a:pt x="7438791" y="174220"/>
                  </a:lnTo>
                  <a:lnTo>
                    <a:pt x="7438917" y="174220"/>
                  </a:lnTo>
                  <a:lnTo>
                    <a:pt x="7439043" y="174220"/>
                  </a:lnTo>
                  <a:lnTo>
                    <a:pt x="7439169" y="174220"/>
                  </a:lnTo>
                  <a:lnTo>
                    <a:pt x="7439169" y="168941"/>
                  </a:lnTo>
                  <a:lnTo>
                    <a:pt x="7439295" y="168941"/>
                  </a:lnTo>
                  <a:lnTo>
                    <a:pt x="7439421" y="168941"/>
                  </a:lnTo>
                  <a:lnTo>
                    <a:pt x="7439547" y="168941"/>
                  </a:lnTo>
                  <a:lnTo>
                    <a:pt x="7439673" y="168941"/>
                  </a:lnTo>
                  <a:lnTo>
                    <a:pt x="7439799" y="168941"/>
                  </a:lnTo>
                  <a:lnTo>
                    <a:pt x="7439925" y="168941"/>
                  </a:lnTo>
                  <a:lnTo>
                    <a:pt x="7440052" y="168941"/>
                  </a:lnTo>
                  <a:lnTo>
                    <a:pt x="7440178" y="168941"/>
                  </a:lnTo>
                  <a:lnTo>
                    <a:pt x="7440304" y="168941"/>
                  </a:lnTo>
                  <a:lnTo>
                    <a:pt x="7440430" y="168941"/>
                  </a:lnTo>
                  <a:lnTo>
                    <a:pt x="7440556" y="168941"/>
                  </a:lnTo>
                  <a:lnTo>
                    <a:pt x="7440682" y="168941"/>
                  </a:lnTo>
                  <a:lnTo>
                    <a:pt x="7440808" y="168941"/>
                  </a:lnTo>
                  <a:lnTo>
                    <a:pt x="7440934" y="168941"/>
                  </a:lnTo>
                  <a:lnTo>
                    <a:pt x="7441060" y="168941"/>
                  </a:lnTo>
                  <a:lnTo>
                    <a:pt x="7441186" y="168941"/>
                  </a:lnTo>
                  <a:lnTo>
                    <a:pt x="7441312" y="168941"/>
                  </a:lnTo>
                  <a:lnTo>
                    <a:pt x="7441438" y="168941"/>
                  </a:lnTo>
                  <a:lnTo>
                    <a:pt x="7441565" y="168941"/>
                  </a:lnTo>
                  <a:lnTo>
                    <a:pt x="7441691" y="168941"/>
                  </a:lnTo>
                  <a:lnTo>
                    <a:pt x="7441817" y="168941"/>
                  </a:lnTo>
                  <a:lnTo>
                    <a:pt x="7441943" y="168941"/>
                  </a:lnTo>
                  <a:lnTo>
                    <a:pt x="7442069" y="168941"/>
                  </a:lnTo>
                  <a:lnTo>
                    <a:pt x="7442195" y="168941"/>
                  </a:lnTo>
                  <a:lnTo>
                    <a:pt x="7442321" y="168941"/>
                  </a:lnTo>
                  <a:lnTo>
                    <a:pt x="7442447" y="168941"/>
                  </a:lnTo>
                  <a:lnTo>
                    <a:pt x="7442573" y="168941"/>
                  </a:lnTo>
                  <a:lnTo>
                    <a:pt x="7442699" y="168941"/>
                  </a:lnTo>
                  <a:lnTo>
                    <a:pt x="7442825" y="168941"/>
                  </a:lnTo>
                  <a:lnTo>
                    <a:pt x="7442952" y="168941"/>
                  </a:lnTo>
                  <a:lnTo>
                    <a:pt x="7443078" y="168941"/>
                  </a:lnTo>
                  <a:lnTo>
                    <a:pt x="7443204" y="168941"/>
                  </a:lnTo>
                  <a:lnTo>
                    <a:pt x="7443330" y="168941"/>
                  </a:lnTo>
                  <a:lnTo>
                    <a:pt x="7443456" y="168941"/>
                  </a:lnTo>
                  <a:lnTo>
                    <a:pt x="7443582" y="168941"/>
                  </a:lnTo>
                  <a:lnTo>
                    <a:pt x="7443708" y="168941"/>
                  </a:lnTo>
                  <a:lnTo>
                    <a:pt x="7443834" y="168941"/>
                  </a:lnTo>
                  <a:lnTo>
                    <a:pt x="7443960" y="168941"/>
                  </a:lnTo>
                  <a:lnTo>
                    <a:pt x="7444086" y="168941"/>
                  </a:lnTo>
                  <a:lnTo>
                    <a:pt x="7444212" y="168941"/>
                  </a:lnTo>
                  <a:lnTo>
                    <a:pt x="7444339" y="168941"/>
                  </a:lnTo>
                  <a:lnTo>
                    <a:pt x="7444465" y="168941"/>
                  </a:lnTo>
                  <a:lnTo>
                    <a:pt x="7444591" y="168941"/>
                  </a:lnTo>
                  <a:lnTo>
                    <a:pt x="7444717" y="168941"/>
                  </a:lnTo>
                  <a:lnTo>
                    <a:pt x="7444843" y="168941"/>
                  </a:lnTo>
                  <a:lnTo>
                    <a:pt x="7444969" y="168941"/>
                  </a:lnTo>
                  <a:lnTo>
                    <a:pt x="7445095" y="168941"/>
                  </a:lnTo>
                  <a:lnTo>
                    <a:pt x="7445221" y="168941"/>
                  </a:lnTo>
                  <a:lnTo>
                    <a:pt x="7445347" y="168941"/>
                  </a:lnTo>
                  <a:lnTo>
                    <a:pt x="7445473" y="168941"/>
                  </a:lnTo>
                  <a:lnTo>
                    <a:pt x="7445599" y="168941"/>
                  </a:lnTo>
                  <a:lnTo>
                    <a:pt x="7445725" y="168941"/>
                  </a:lnTo>
                  <a:lnTo>
                    <a:pt x="7445852" y="168941"/>
                  </a:lnTo>
                  <a:lnTo>
                    <a:pt x="7445978" y="168941"/>
                  </a:lnTo>
                  <a:lnTo>
                    <a:pt x="7446104" y="168941"/>
                  </a:lnTo>
                  <a:lnTo>
                    <a:pt x="7446104" y="163662"/>
                  </a:lnTo>
                  <a:lnTo>
                    <a:pt x="7446230" y="163662"/>
                  </a:lnTo>
                  <a:lnTo>
                    <a:pt x="7446356" y="163662"/>
                  </a:lnTo>
                  <a:lnTo>
                    <a:pt x="7446482" y="163662"/>
                  </a:lnTo>
                  <a:lnTo>
                    <a:pt x="7446608" y="163662"/>
                  </a:lnTo>
                  <a:lnTo>
                    <a:pt x="7446734" y="163662"/>
                  </a:lnTo>
                  <a:lnTo>
                    <a:pt x="7446860" y="163662"/>
                  </a:lnTo>
                  <a:lnTo>
                    <a:pt x="7446986" y="163662"/>
                  </a:lnTo>
                  <a:lnTo>
                    <a:pt x="7447112" y="163662"/>
                  </a:lnTo>
                  <a:lnTo>
                    <a:pt x="7447239" y="163662"/>
                  </a:lnTo>
                  <a:lnTo>
                    <a:pt x="7447365" y="163662"/>
                  </a:lnTo>
                  <a:lnTo>
                    <a:pt x="7447491" y="163662"/>
                  </a:lnTo>
                  <a:lnTo>
                    <a:pt x="7447617" y="163662"/>
                  </a:lnTo>
                  <a:lnTo>
                    <a:pt x="7447743" y="163662"/>
                  </a:lnTo>
                  <a:lnTo>
                    <a:pt x="7447869" y="163662"/>
                  </a:lnTo>
                  <a:lnTo>
                    <a:pt x="7447995" y="163662"/>
                  </a:lnTo>
                  <a:lnTo>
                    <a:pt x="7448121" y="163662"/>
                  </a:lnTo>
                  <a:lnTo>
                    <a:pt x="7448247" y="163662"/>
                  </a:lnTo>
                  <a:lnTo>
                    <a:pt x="7448373" y="163662"/>
                  </a:lnTo>
                  <a:lnTo>
                    <a:pt x="7448499" y="163662"/>
                  </a:lnTo>
                  <a:lnTo>
                    <a:pt x="7448625" y="163662"/>
                  </a:lnTo>
                  <a:lnTo>
                    <a:pt x="7448752" y="163662"/>
                  </a:lnTo>
                  <a:lnTo>
                    <a:pt x="7448878" y="163662"/>
                  </a:lnTo>
                  <a:lnTo>
                    <a:pt x="7449004" y="163662"/>
                  </a:lnTo>
                  <a:lnTo>
                    <a:pt x="7449130" y="163662"/>
                  </a:lnTo>
                  <a:lnTo>
                    <a:pt x="7449256" y="163662"/>
                  </a:lnTo>
                  <a:lnTo>
                    <a:pt x="7449382" y="163662"/>
                  </a:lnTo>
                  <a:lnTo>
                    <a:pt x="7449508" y="163662"/>
                  </a:lnTo>
                  <a:lnTo>
                    <a:pt x="7449634" y="163662"/>
                  </a:lnTo>
                  <a:lnTo>
                    <a:pt x="7449760" y="163662"/>
                  </a:lnTo>
                  <a:lnTo>
                    <a:pt x="7449886" y="163662"/>
                  </a:lnTo>
                  <a:lnTo>
                    <a:pt x="7450012" y="163662"/>
                  </a:lnTo>
                  <a:lnTo>
                    <a:pt x="7450139" y="163662"/>
                  </a:lnTo>
                  <a:lnTo>
                    <a:pt x="7450265" y="163662"/>
                  </a:lnTo>
                  <a:lnTo>
                    <a:pt x="7450391" y="163662"/>
                  </a:lnTo>
                  <a:lnTo>
                    <a:pt x="7450517" y="163662"/>
                  </a:lnTo>
                  <a:lnTo>
                    <a:pt x="7450643" y="163662"/>
                  </a:lnTo>
                  <a:lnTo>
                    <a:pt x="7450769" y="163662"/>
                  </a:lnTo>
                  <a:lnTo>
                    <a:pt x="7450895" y="163662"/>
                  </a:lnTo>
                  <a:lnTo>
                    <a:pt x="7451021" y="163662"/>
                  </a:lnTo>
                  <a:lnTo>
                    <a:pt x="7451147" y="163662"/>
                  </a:lnTo>
                  <a:lnTo>
                    <a:pt x="7451273" y="163662"/>
                  </a:lnTo>
                  <a:lnTo>
                    <a:pt x="7451399" y="163662"/>
                  </a:lnTo>
                  <a:lnTo>
                    <a:pt x="7451526" y="163662"/>
                  </a:lnTo>
                  <a:lnTo>
                    <a:pt x="7451652" y="163662"/>
                  </a:lnTo>
                  <a:lnTo>
                    <a:pt x="7451778" y="163662"/>
                  </a:lnTo>
                  <a:lnTo>
                    <a:pt x="7451904" y="163662"/>
                  </a:lnTo>
                  <a:lnTo>
                    <a:pt x="7452030" y="163662"/>
                  </a:lnTo>
                  <a:lnTo>
                    <a:pt x="7452156" y="163662"/>
                  </a:lnTo>
                  <a:lnTo>
                    <a:pt x="7452282" y="163662"/>
                  </a:lnTo>
                  <a:lnTo>
                    <a:pt x="7452408" y="163662"/>
                  </a:lnTo>
                  <a:lnTo>
                    <a:pt x="7452534" y="163662"/>
                  </a:lnTo>
                  <a:lnTo>
                    <a:pt x="7452660" y="163662"/>
                  </a:lnTo>
                  <a:lnTo>
                    <a:pt x="7452786" y="163662"/>
                  </a:lnTo>
                  <a:lnTo>
                    <a:pt x="7452912" y="163662"/>
                  </a:lnTo>
                  <a:lnTo>
                    <a:pt x="7453039" y="163662"/>
                  </a:lnTo>
                  <a:lnTo>
                    <a:pt x="7453165" y="163662"/>
                  </a:lnTo>
                  <a:lnTo>
                    <a:pt x="7453291" y="163662"/>
                  </a:lnTo>
                  <a:lnTo>
                    <a:pt x="7453417" y="163662"/>
                  </a:lnTo>
                  <a:lnTo>
                    <a:pt x="7453543" y="163662"/>
                  </a:lnTo>
                  <a:lnTo>
                    <a:pt x="7453669" y="163662"/>
                  </a:lnTo>
                  <a:lnTo>
                    <a:pt x="7453795" y="163662"/>
                  </a:lnTo>
                  <a:lnTo>
                    <a:pt x="7453921" y="163662"/>
                  </a:lnTo>
                  <a:lnTo>
                    <a:pt x="7454047" y="163662"/>
                  </a:lnTo>
                  <a:lnTo>
                    <a:pt x="7454173" y="163662"/>
                  </a:lnTo>
                  <a:lnTo>
                    <a:pt x="7454299" y="163662"/>
                  </a:lnTo>
                  <a:lnTo>
                    <a:pt x="7454426" y="163662"/>
                  </a:lnTo>
                  <a:lnTo>
                    <a:pt x="7454552" y="163662"/>
                  </a:lnTo>
                  <a:lnTo>
                    <a:pt x="7454678" y="163662"/>
                  </a:lnTo>
                  <a:lnTo>
                    <a:pt x="7454804" y="163662"/>
                  </a:lnTo>
                  <a:lnTo>
                    <a:pt x="7454930" y="163662"/>
                  </a:lnTo>
                  <a:lnTo>
                    <a:pt x="7455056" y="163662"/>
                  </a:lnTo>
                  <a:lnTo>
                    <a:pt x="7455182" y="163662"/>
                  </a:lnTo>
                  <a:lnTo>
                    <a:pt x="7455308" y="163662"/>
                  </a:lnTo>
                  <a:lnTo>
                    <a:pt x="7455434" y="163662"/>
                  </a:lnTo>
                  <a:lnTo>
                    <a:pt x="7455560" y="163662"/>
                  </a:lnTo>
                  <a:lnTo>
                    <a:pt x="7455686" y="163662"/>
                  </a:lnTo>
                  <a:lnTo>
                    <a:pt x="7455812" y="163662"/>
                  </a:lnTo>
                  <a:lnTo>
                    <a:pt x="7455939" y="163662"/>
                  </a:lnTo>
                  <a:lnTo>
                    <a:pt x="7456065" y="163662"/>
                  </a:lnTo>
                  <a:lnTo>
                    <a:pt x="7456191" y="163662"/>
                  </a:lnTo>
                  <a:lnTo>
                    <a:pt x="7456317" y="163662"/>
                  </a:lnTo>
                  <a:lnTo>
                    <a:pt x="7456443" y="163662"/>
                  </a:lnTo>
                  <a:lnTo>
                    <a:pt x="7456569" y="163662"/>
                  </a:lnTo>
                  <a:lnTo>
                    <a:pt x="7456695" y="163662"/>
                  </a:lnTo>
                  <a:lnTo>
                    <a:pt x="7456821" y="163662"/>
                  </a:lnTo>
                  <a:lnTo>
                    <a:pt x="7456947" y="163662"/>
                  </a:lnTo>
                  <a:lnTo>
                    <a:pt x="7457073" y="163662"/>
                  </a:lnTo>
                  <a:lnTo>
                    <a:pt x="7457199" y="163662"/>
                  </a:lnTo>
                  <a:lnTo>
                    <a:pt x="7457326" y="163662"/>
                  </a:lnTo>
                  <a:lnTo>
                    <a:pt x="7457452" y="163662"/>
                  </a:lnTo>
                  <a:lnTo>
                    <a:pt x="7457578" y="163662"/>
                  </a:lnTo>
                  <a:lnTo>
                    <a:pt x="7457704" y="163662"/>
                  </a:lnTo>
                  <a:lnTo>
                    <a:pt x="7457830" y="163662"/>
                  </a:lnTo>
                  <a:lnTo>
                    <a:pt x="7457956" y="163662"/>
                  </a:lnTo>
                  <a:lnTo>
                    <a:pt x="7458082" y="163662"/>
                  </a:lnTo>
                  <a:lnTo>
                    <a:pt x="7458208" y="163662"/>
                  </a:lnTo>
                  <a:lnTo>
                    <a:pt x="7458334" y="163662"/>
                  </a:lnTo>
                  <a:lnTo>
                    <a:pt x="7458460" y="163662"/>
                  </a:lnTo>
                  <a:lnTo>
                    <a:pt x="7458586" y="163662"/>
                  </a:lnTo>
                  <a:lnTo>
                    <a:pt x="7458712" y="163662"/>
                  </a:lnTo>
                  <a:lnTo>
                    <a:pt x="7458839" y="163662"/>
                  </a:lnTo>
                  <a:lnTo>
                    <a:pt x="7458965" y="163662"/>
                  </a:lnTo>
                  <a:lnTo>
                    <a:pt x="7459091" y="163662"/>
                  </a:lnTo>
                  <a:lnTo>
                    <a:pt x="7459217" y="163662"/>
                  </a:lnTo>
                  <a:lnTo>
                    <a:pt x="7459343" y="163662"/>
                  </a:lnTo>
                  <a:lnTo>
                    <a:pt x="7459469" y="163662"/>
                  </a:lnTo>
                  <a:lnTo>
                    <a:pt x="7459595" y="163662"/>
                  </a:lnTo>
                  <a:lnTo>
                    <a:pt x="7459721" y="163662"/>
                  </a:lnTo>
                  <a:lnTo>
                    <a:pt x="7459847" y="163662"/>
                  </a:lnTo>
                  <a:lnTo>
                    <a:pt x="7459973" y="163662"/>
                  </a:lnTo>
                  <a:lnTo>
                    <a:pt x="7460099" y="163662"/>
                  </a:lnTo>
                  <a:lnTo>
                    <a:pt x="7460226" y="163662"/>
                  </a:lnTo>
                  <a:lnTo>
                    <a:pt x="7460352" y="163662"/>
                  </a:lnTo>
                  <a:lnTo>
                    <a:pt x="7460478" y="163662"/>
                  </a:lnTo>
                  <a:lnTo>
                    <a:pt x="7460604" y="163662"/>
                  </a:lnTo>
                  <a:lnTo>
                    <a:pt x="7460730" y="163662"/>
                  </a:lnTo>
                  <a:lnTo>
                    <a:pt x="7460856" y="163662"/>
                  </a:lnTo>
                  <a:lnTo>
                    <a:pt x="7460982" y="163662"/>
                  </a:lnTo>
                  <a:lnTo>
                    <a:pt x="7461108" y="163662"/>
                  </a:lnTo>
                  <a:lnTo>
                    <a:pt x="7461234" y="163662"/>
                  </a:lnTo>
                  <a:lnTo>
                    <a:pt x="7461360" y="163662"/>
                  </a:lnTo>
                  <a:lnTo>
                    <a:pt x="7461486" y="163662"/>
                  </a:lnTo>
                  <a:lnTo>
                    <a:pt x="7461613" y="163662"/>
                  </a:lnTo>
                  <a:lnTo>
                    <a:pt x="7461739" y="163662"/>
                  </a:lnTo>
                  <a:lnTo>
                    <a:pt x="7461865" y="163662"/>
                  </a:lnTo>
                  <a:lnTo>
                    <a:pt x="7461991" y="163662"/>
                  </a:lnTo>
                  <a:lnTo>
                    <a:pt x="7462117" y="163662"/>
                  </a:lnTo>
                  <a:lnTo>
                    <a:pt x="7462243" y="163662"/>
                  </a:lnTo>
                  <a:lnTo>
                    <a:pt x="7462369" y="163662"/>
                  </a:lnTo>
                  <a:lnTo>
                    <a:pt x="7462495" y="163662"/>
                  </a:lnTo>
                  <a:lnTo>
                    <a:pt x="7462621" y="163662"/>
                  </a:lnTo>
                  <a:lnTo>
                    <a:pt x="7462747" y="163662"/>
                  </a:lnTo>
                  <a:lnTo>
                    <a:pt x="7462873" y="163662"/>
                  </a:lnTo>
                  <a:lnTo>
                    <a:pt x="7462999" y="163662"/>
                  </a:lnTo>
                  <a:lnTo>
                    <a:pt x="7463126" y="163662"/>
                  </a:lnTo>
                  <a:lnTo>
                    <a:pt x="7463252" y="163662"/>
                  </a:lnTo>
                  <a:lnTo>
                    <a:pt x="7463378" y="163662"/>
                  </a:lnTo>
                  <a:lnTo>
                    <a:pt x="7463504" y="163662"/>
                  </a:lnTo>
                  <a:lnTo>
                    <a:pt x="7463630" y="163662"/>
                  </a:lnTo>
                  <a:lnTo>
                    <a:pt x="7463756" y="163662"/>
                  </a:lnTo>
                  <a:lnTo>
                    <a:pt x="7463882" y="163662"/>
                  </a:lnTo>
                  <a:lnTo>
                    <a:pt x="7464008" y="163662"/>
                  </a:lnTo>
                  <a:lnTo>
                    <a:pt x="7464134" y="163662"/>
                  </a:lnTo>
                  <a:lnTo>
                    <a:pt x="7464260" y="163662"/>
                  </a:lnTo>
                  <a:lnTo>
                    <a:pt x="7464386" y="163662"/>
                  </a:lnTo>
                  <a:lnTo>
                    <a:pt x="7464513" y="163662"/>
                  </a:lnTo>
                  <a:lnTo>
                    <a:pt x="7464639" y="163662"/>
                  </a:lnTo>
                  <a:lnTo>
                    <a:pt x="7464765" y="163662"/>
                  </a:lnTo>
                  <a:lnTo>
                    <a:pt x="7464891" y="163662"/>
                  </a:lnTo>
                  <a:lnTo>
                    <a:pt x="7465017" y="163662"/>
                  </a:lnTo>
                  <a:lnTo>
                    <a:pt x="7465143" y="163662"/>
                  </a:lnTo>
                  <a:lnTo>
                    <a:pt x="7465269" y="163662"/>
                  </a:lnTo>
                  <a:lnTo>
                    <a:pt x="7465395" y="163662"/>
                  </a:lnTo>
                  <a:lnTo>
                    <a:pt x="7465521" y="163662"/>
                  </a:lnTo>
                  <a:lnTo>
                    <a:pt x="7465647" y="163662"/>
                  </a:lnTo>
                  <a:lnTo>
                    <a:pt x="7465773" y="163662"/>
                  </a:lnTo>
                  <a:lnTo>
                    <a:pt x="7465899" y="163662"/>
                  </a:lnTo>
                  <a:lnTo>
                    <a:pt x="7466026" y="163662"/>
                  </a:lnTo>
                  <a:lnTo>
                    <a:pt x="7466152" y="163662"/>
                  </a:lnTo>
                  <a:lnTo>
                    <a:pt x="7466278" y="163662"/>
                  </a:lnTo>
                  <a:lnTo>
                    <a:pt x="7466404" y="163662"/>
                  </a:lnTo>
                  <a:lnTo>
                    <a:pt x="7466530" y="163662"/>
                  </a:lnTo>
                  <a:lnTo>
                    <a:pt x="7466656" y="163662"/>
                  </a:lnTo>
                  <a:lnTo>
                    <a:pt x="7466782" y="163662"/>
                  </a:lnTo>
                  <a:lnTo>
                    <a:pt x="7466908" y="163662"/>
                  </a:lnTo>
                  <a:lnTo>
                    <a:pt x="7467034" y="163662"/>
                  </a:lnTo>
                  <a:lnTo>
                    <a:pt x="7467160" y="163662"/>
                  </a:lnTo>
                  <a:lnTo>
                    <a:pt x="7467286" y="163662"/>
                  </a:lnTo>
                  <a:lnTo>
                    <a:pt x="7467413" y="163662"/>
                  </a:lnTo>
                  <a:lnTo>
                    <a:pt x="7467539" y="163662"/>
                  </a:lnTo>
                  <a:lnTo>
                    <a:pt x="7467665" y="163662"/>
                  </a:lnTo>
                  <a:lnTo>
                    <a:pt x="7467791" y="163662"/>
                  </a:lnTo>
                  <a:lnTo>
                    <a:pt x="7467917" y="163662"/>
                  </a:lnTo>
                  <a:lnTo>
                    <a:pt x="7468043" y="163662"/>
                  </a:lnTo>
                  <a:lnTo>
                    <a:pt x="7468169" y="163662"/>
                  </a:lnTo>
                  <a:lnTo>
                    <a:pt x="7468295" y="163662"/>
                  </a:lnTo>
                  <a:lnTo>
                    <a:pt x="7468421" y="163662"/>
                  </a:lnTo>
                  <a:lnTo>
                    <a:pt x="7468547" y="163662"/>
                  </a:lnTo>
                  <a:lnTo>
                    <a:pt x="7468673" y="163662"/>
                  </a:lnTo>
                  <a:lnTo>
                    <a:pt x="7468800" y="163662"/>
                  </a:lnTo>
                  <a:lnTo>
                    <a:pt x="7468926" y="163662"/>
                  </a:lnTo>
                  <a:lnTo>
                    <a:pt x="7469052" y="163662"/>
                  </a:lnTo>
                  <a:lnTo>
                    <a:pt x="7469178" y="163662"/>
                  </a:lnTo>
                  <a:lnTo>
                    <a:pt x="7469304" y="163662"/>
                  </a:lnTo>
                  <a:lnTo>
                    <a:pt x="7469430" y="163662"/>
                  </a:lnTo>
                  <a:lnTo>
                    <a:pt x="7469556" y="163662"/>
                  </a:lnTo>
                  <a:lnTo>
                    <a:pt x="7469682" y="163662"/>
                  </a:lnTo>
                  <a:lnTo>
                    <a:pt x="7469808" y="163662"/>
                  </a:lnTo>
                  <a:lnTo>
                    <a:pt x="7469934" y="163662"/>
                  </a:lnTo>
                  <a:lnTo>
                    <a:pt x="7470060" y="163662"/>
                  </a:lnTo>
                  <a:lnTo>
                    <a:pt x="7470186" y="163662"/>
                  </a:lnTo>
                  <a:lnTo>
                    <a:pt x="7470313" y="163662"/>
                  </a:lnTo>
                  <a:lnTo>
                    <a:pt x="7470439" y="163662"/>
                  </a:lnTo>
                  <a:lnTo>
                    <a:pt x="7470565" y="163662"/>
                  </a:lnTo>
                  <a:lnTo>
                    <a:pt x="7470691" y="163662"/>
                  </a:lnTo>
                  <a:lnTo>
                    <a:pt x="7470817" y="163662"/>
                  </a:lnTo>
                  <a:lnTo>
                    <a:pt x="7470943" y="163662"/>
                  </a:lnTo>
                  <a:lnTo>
                    <a:pt x="7471069" y="163662"/>
                  </a:lnTo>
                  <a:lnTo>
                    <a:pt x="7471195" y="163662"/>
                  </a:lnTo>
                  <a:lnTo>
                    <a:pt x="7471321" y="163662"/>
                  </a:lnTo>
                  <a:lnTo>
                    <a:pt x="7471447" y="163662"/>
                  </a:lnTo>
                  <a:lnTo>
                    <a:pt x="7471573" y="163662"/>
                  </a:lnTo>
                  <a:lnTo>
                    <a:pt x="7471700" y="163662"/>
                  </a:lnTo>
                  <a:lnTo>
                    <a:pt x="7471826" y="163662"/>
                  </a:lnTo>
                  <a:lnTo>
                    <a:pt x="7471952" y="163662"/>
                  </a:lnTo>
                  <a:lnTo>
                    <a:pt x="7472078" y="163662"/>
                  </a:lnTo>
                  <a:lnTo>
                    <a:pt x="7472204" y="163662"/>
                  </a:lnTo>
                  <a:lnTo>
                    <a:pt x="7472330" y="163662"/>
                  </a:lnTo>
                  <a:lnTo>
                    <a:pt x="7472456" y="163662"/>
                  </a:lnTo>
                  <a:lnTo>
                    <a:pt x="7472582" y="163662"/>
                  </a:lnTo>
                  <a:lnTo>
                    <a:pt x="7472708" y="163662"/>
                  </a:lnTo>
                  <a:lnTo>
                    <a:pt x="7472834" y="163662"/>
                  </a:lnTo>
                  <a:lnTo>
                    <a:pt x="7472960" y="163662"/>
                  </a:lnTo>
                  <a:lnTo>
                    <a:pt x="7473086" y="163662"/>
                  </a:lnTo>
                  <a:lnTo>
                    <a:pt x="7473213" y="163662"/>
                  </a:lnTo>
                  <a:lnTo>
                    <a:pt x="7473339" y="163662"/>
                  </a:lnTo>
                  <a:lnTo>
                    <a:pt x="7473465" y="163662"/>
                  </a:lnTo>
                  <a:lnTo>
                    <a:pt x="7473591" y="163662"/>
                  </a:lnTo>
                  <a:lnTo>
                    <a:pt x="7473717" y="163662"/>
                  </a:lnTo>
                  <a:lnTo>
                    <a:pt x="7473843" y="163662"/>
                  </a:lnTo>
                  <a:lnTo>
                    <a:pt x="7473969" y="163662"/>
                  </a:lnTo>
                  <a:lnTo>
                    <a:pt x="7474095" y="163662"/>
                  </a:lnTo>
                  <a:lnTo>
                    <a:pt x="7474221" y="163662"/>
                  </a:lnTo>
                  <a:lnTo>
                    <a:pt x="7474347" y="163662"/>
                  </a:lnTo>
                  <a:lnTo>
                    <a:pt x="7474473" y="163662"/>
                  </a:lnTo>
                  <a:lnTo>
                    <a:pt x="7474600" y="163662"/>
                  </a:lnTo>
                  <a:lnTo>
                    <a:pt x="7474726" y="163662"/>
                  </a:lnTo>
                  <a:lnTo>
                    <a:pt x="7474852" y="163662"/>
                  </a:lnTo>
                  <a:lnTo>
                    <a:pt x="7474978" y="163662"/>
                  </a:lnTo>
                  <a:lnTo>
                    <a:pt x="7475104" y="163662"/>
                  </a:lnTo>
                  <a:lnTo>
                    <a:pt x="7475230" y="163662"/>
                  </a:lnTo>
                  <a:lnTo>
                    <a:pt x="7475356" y="163662"/>
                  </a:lnTo>
                  <a:lnTo>
                    <a:pt x="7475482" y="163662"/>
                  </a:lnTo>
                  <a:lnTo>
                    <a:pt x="7475608" y="163662"/>
                  </a:lnTo>
                  <a:lnTo>
                    <a:pt x="7475734" y="163662"/>
                  </a:lnTo>
                  <a:lnTo>
                    <a:pt x="7475860" y="163662"/>
                  </a:lnTo>
                  <a:lnTo>
                    <a:pt x="7475987" y="163662"/>
                  </a:lnTo>
                  <a:lnTo>
                    <a:pt x="7476113" y="163662"/>
                  </a:lnTo>
                  <a:lnTo>
                    <a:pt x="7476239" y="163662"/>
                  </a:lnTo>
                  <a:lnTo>
                    <a:pt x="7476365" y="163662"/>
                  </a:lnTo>
                  <a:lnTo>
                    <a:pt x="7476491" y="163662"/>
                  </a:lnTo>
                  <a:lnTo>
                    <a:pt x="7476617" y="163662"/>
                  </a:lnTo>
                  <a:lnTo>
                    <a:pt x="7476743" y="163662"/>
                  </a:lnTo>
                  <a:lnTo>
                    <a:pt x="7476869" y="163662"/>
                  </a:lnTo>
                  <a:lnTo>
                    <a:pt x="7476995" y="163662"/>
                  </a:lnTo>
                  <a:lnTo>
                    <a:pt x="7477121" y="163662"/>
                  </a:lnTo>
                  <a:lnTo>
                    <a:pt x="7477247" y="163662"/>
                  </a:lnTo>
                  <a:lnTo>
                    <a:pt x="7477373" y="163662"/>
                  </a:lnTo>
                  <a:lnTo>
                    <a:pt x="7477500" y="163662"/>
                  </a:lnTo>
                  <a:lnTo>
                    <a:pt x="7477626" y="163662"/>
                  </a:lnTo>
                  <a:lnTo>
                    <a:pt x="7477752" y="163662"/>
                  </a:lnTo>
                  <a:lnTo>
                    <a:pt x="7477878" y="163662"/>
                  </a:lnTo>
                  <a:lnTo>
                    <a:pt x="7478004" y="163662"/>
                  </a:lnTo>
                  <a:lnTo>
                    <a:pt x="7478130" y="163662"/>
                  </a:lnTo>
                  <a:lnTo>
                    <a:pt x="7478256" y="163662"/>
                  </a:lnTo>
                  <a:lnTo>
                    <a:pt x="7478382" y="163662"/>
                  </a:lnTo>
                  <a:lnTo>
                    <a:pt x="7478508" y="163662"/>
                  </a:lnTo>
                  <a:lnTo>
                    <a:pt x="7478634" y="163662"/>
                  </a:lnTo>
                  <a:lnTo>
                    <a:pt x="7478760" y="163662"/>
                  </a:lnTo>
                  <a:lnTo>
                    <a:pt x="7478887" y="163662"/>
                  </a:lnTo>
                  <a:lnTo>
                    <a:pt x="7479013" y="163662"/>
                  </a:lnTo>
                  <a:lnTo>
                    <a:pt x="7479139" y="163662"/>
                  </a:lnTo>
                  <a:lnTo>
                    <a:pt x="7479265" y="163662"/>
                  </a:lnTo>
                  <a:lnTo>
                    <a:pt x="7479391" y="163662"/>
                  </a:lnTo>
                  <a:lnTo>
                    <a:pt x="7479517" y="163662"/>
                  </a:lnTo>
                  <a:lnTo>
                    <a:pt x="7479643" y="163662"/>
                  </a:lnTo>
                  <a:lnTo>
                    <a:pt x="7479769" y="163662"/>
                  </a:lnTo>
                  <a:lnTo>
                    <a:pt x="7479895" y="163662"/>
                  </a:lnTo>
                  <a:lnTo>
                    <a:pt x="7480021" y="163662"/>
                  </a:lnTo>
                  <a:lnTo>
                    <a:pt x="7480147" y="163662"/>
                  </a:lnTo>
                  <a:lnTo>
                    <a:pt x="7480273" y="163662"/>
                  </a:lnTo>
                  <a:lnTo>
                    <a:pt x="7480400" y="163662"/>
                  </a:lnTo>
                  <a:lnTo>
                    <a:pt x="7480526" y="163662"/>
                  </a:lnTo>
                  <a:lnTo>
                    <a:pt x="7480652" y="163662"/>
                  </a:lnTo>
                  <a:lnTo>
                    <a:pt x="7480778" y="163662"/>
                  </a:lnTo>
                  <a:lnTo>
                    <a:pt x="7480904" y="163662"/>
                  </a:lnTo>
                  <a:lnTo>
                    <a:pt x="7481030" y="163662"/>
                  </a:lnTo>
                  <a:lnTo>
                    <a:pt x="7481156" y="163662"/>
                  </a:lnTo>
                  <a:lnTo>
                    <a:pt x="7481282" y="163662"/>
                  </a:lnTo>
                  <a:lnTo>
                    <a:pt x="7481408" y="163662"/>
                  </a:lnTo>
                  <a:lnTo>
                    <a:pt x="7481534" y="163662"/>
                  </a:lnTo>
                  <a:lnTo>
                    <a:pt x="7481660" y="163662"/>
                  </a:lnTo>
                  <a:lnTo>
                    <a:pt x="7481787" y="163662"/>
                  </a:lnTo>
                  <a:lnTo>
                    <a:pt x="7481913" y="163662"/>
                  </a:lnTo>
                  <a:lnTo>
                    <a:pt x="7482039" y="163662"/>
                  </a:lnTo>
                  <a:lnTo>
                    <a:pt x="7482165" y="163662"/>
                  </a:lnTo>
                  <a:lnTo>
                    <a:pt x="7482291" y="163662"/>
                  </a:lnTo>
                  <a:lnTo>
                    <a:pt x="7482417" y="163662"/>
                  </a:lnTo>
                  <a:lnTo>
                    <a:pt x="7482543" y="163662"/>
                  </a:lnTo>
                  <a:lnTo>
                    <a:pt x="7482669" y="163662"/>
                  </a:lnTo>
                  <a:lnTo>
                    <a:pt x="7482795" y="163662"/>
                  </a:lnTo>
                  <a:lnTo>
                    <a:pt x="7482921" y="163662"/>
                  </a:lnTo>
                  <a:lnTo>
                    <a:pt x="7483047" y="163662"/>
                  </a:lnTo>
                  <a:lnTo>
                    <a:pt x="7483173" y="163662"/>
                  </a:lnTo>
                  <a:lnTo>
                    <a:pt x="7483300" y="163662"/>
                  </a:lnTo>
                  <a:lnTo>
                    <a:pt x="7483426" y="163662"/>
                  </a:lnTo>
                  <a:lnTo>
                    <a:pt x="7483552" y="163662"/>
                  </a:lnTo>
                  <a:lnTo>
                    <a:pt x="7483678" y="163662"/>
                  </a:lnTo>
                  <a:lnTo>
                    <a:pt x="7483804" y="163662"/>
                  </a:lnTo>
                  <a:lnTo>
                    <a:pt x="7483930" y="163662"/>
                  </a:lnTo>
                  <a:lnTo>
                    <a:pt x="7484056" y="163662"/>
                  </a:lnTo>
                  <a:lnTo>
                    <a:pt x="7484182" y="163662"/>
                  </a:lnTo>
                  <a:lnTo>
                    <a:pt x="7484308" y="163662"/>
                  </a:lnTo>
                  <a:lnTo>
                    <a:pt x="7484434" y="163662"/>
                  </a:lnTo>
                  <a:lnTo>
                    <a:pt x="7484560" y="163662"/>
                  </a:lnTo>
                  <a:lnTo>
                    <a:pt x="7484687" y="163662"/>
                  </a:lnTo>
                  <a:lnTo>
                    <a:pt x="7484813" y="163662"/>
                  </a:lnTo>
                  <a:lnTo>
                    <a:pt x="7484939" y="163662"/>
                  </a:lnTo>
                  <a:lnTo>
                    <a:pt x="7485065" y="163662"/>
                  </a:lnTo>
                  <a:lnTo>
                    <a:pt x="7485191" y="163662"/>
                  </a:lnTo>
                  <a:lnTo>
                    <a:pt x="7485317" y="163662"/>
                  </a:lnTo>
                  <a:lnTo>
                    <a:pt x="7485443" y="163662"/>
                  </a:lnTo>
                  <a:lnTo>
                    <a:pt x="7485569" y="163662"/>
                  </a:lnTo>
                  <a:lnTo>
                    <a:pt x="7485695" y="163662"/>
                  </a:lnTo>
                  <a:lnTo>
                    <a:pt x="7485821" y="163662"/>
                  </a:lnTo>
                  <a:lnTo>
                    <a:pt x="7485947" y="163662"/>
                  </a:lnTo>
                  <a:lnTo>
                    <a:pt x="7486074" y="163662"/>
                  </a:lnTo>
                  <a:lnTo>
                    <a:pt x="7486200" y="163662"/>
                  </a:lnTo>
                  <a:lnTo>
                    <a:pt x="7486326" y="163662"/>
                  </a:lnTo>
                  <a:lnTo>
                    <a:pt x="7486452" y="163662"/>
                  </a:lnTo>
                  <a:lnTo>
                    <a:pt x="7486578" y="163662"/>
                  </a:lnTo>
                  <a:lnTo>
                    <a:pt x="7486704" y="163662"/>
                  </a:lnTo>
                  <a:lnTo>
                    <a:pt x="7486830" y="163662"/>
                  </a:lnTo>
                  <a:lnTo>
                    <a:pt x="7486956" y="163662"/>
                  </a:lnTo>
                  <a:lnTo>
                    <a:pt x="7487082" y="163662"/>
                  </a:lnTo>
                  <a:lnTo>
                    <a:pt x="7487208" y="163662"/>
                  </a:lnTo>
                  <a:lnTo>
                    <a:pt x="7487334" y="163662"/>
                  </a:lnTo>
                  <a:lnTo>
                    <a:pt x="7487460" y="163662"/>
                  </a:lnTo>
                  <a:lnTo>
                    <a:pt x="7487587" y="163662"/>
                  </a:lnTo>
                  <a:lnTo>
                    <a:pt x="7487713" y="163662"/>
                  </a:lnTo>
                  <a:lnTo>
                    <a:pt x="7487839" y="163662"/>
                  </a:lnTo>
                  <a:lnTo>
                    <a:pt x="7487965" y="163662"/>
                  </a:lnTo>
                  <a:lnTo>
                    <a:pt x="7488091" y="163662"/>
                  </a:lnTo>
                  <a:lnTo>
                    <a:pt x="7488217" y="163662"/>
                  </a:lnTo>
                  <a:lnTo>
                    <a:pt x="7488343" y="163662"/>
                  </a:lnTo>
                  <a:lnTo>
                    <a:pt x="7488469" y="163662"/>
                  </a:lnTo>
                  <a:lnTo>
                    <a:pt x="7488595" y="163662"/>
                  </a:lnTo>
                  <a:lnTo>
                    <a:pt x="7488721" y="163662"/>
                  </a:lnTo>
                  <a:lnTo>
                    <a:pt x="7488847" y="163662"/>
                  </a:lnTo>
                  <a:lnTo>
                    <a:pt x="7488974" y="163662"/>
                  </a:lnTo>
                  <a:lnTo>
                    <a:pt x="7489100" y="163662"/>
                  </a:lnTo>
                  <a:lnTo>
                    <a:pt x="7489226" y="163662"/>
                  </a:lnTo>
                  <a:lnTo>
                    <a:pt x="7489352" y="163662"/>
                  </a:lnTo>
                  <a:lnTo>
                    <a:pt x="7489478" y="163662"/>
                  </a:lnTo>
                  <a:lnTo>
                    <a:pt x="7489604" y="163662"/>
                  </a:lnTo>
                  <a:lnTo>
                    <a:pt x="7489730" y="163662"/>
                  </a:lnTo>
                  <a:lnTo>
                    <a:pt x="7489856" y="163662"/>
                  </a:lnTo>
                  <a:lnTo>
                    <a:pt x="7489982" y="163662"/>
                  </a:lnTo>
                  <a:lnTo>
                    <a:pt x="7490108" y="163662"/>
                  </a:lnTo>
                  <a:lnTo>
                    <a:pt x="7490234" y="163662"/>
                  </a:lnTo>
                  <a:lnTo>
                    <a:pt x="7490360" y="163662"/>
                  </a:lnTo>
                  <a:lnTo>
                    <a:pt x="7490487" y="163662"/>
                  </a:lnTo>
                  <a:lnTo>
                    <a:pt x="7490613" y="163662"/>
                  </a:lnTo>
                  <a:lnTo>
                    <a:pt x="7490739" y="163662"/>
                  </a:lnTo>
                  <a:lnTo>
                    <a:pt x="7490865" y="163662"/>
                  </a:lnTo>
                  <a:lnTo>
                    <a:pt x="7490991" y="163662"/>
                  </a:lnTo>
                  <a:lnTo>
                    <a:pt x="7491117" y="163662"/>
                  </a:lnTo>
                  <a:lnTo>
                    <a:pt x="7491243" y="163662"/>
                  </a:lnTo>
                  <a:lnTo>
                    <a:pt x="7491369" y="163662"/>
                  </a:lnTo>
                  <a:lnTo>
                    <a:pt x="7491495" y="163662"/>
                  </a:lnTo>
                  <a:lnTo>
                    <a:pt x="7491621" y="163662"/>
                  </a:lnTo>
                  <a:lnTo>
                    <a:pt x="7491747" y="163662"/>
                  </a:lnTo>
                  <a:lnTo>
                    <a:pt x="7491874" y="163662"/>
                  </a:lnTo>
                  <a:lnTo>
                    <a:pt x="7492000" y="163662"/>
                  </a:lnTo>
                  <a:lnTo>
                    <a:pt x="7492126" y="163662"/>
                  </a:lnTo>
                  <a:lnTo>
                    <a:pt x="7492252" y="163662"/>
                  </a:lnTo>
                  <a:lnTo>
                    <a:pt x="7492378" y="163662"/>
                  </a:lnTo>
                  <a:lnTo>
                    <a:pt x="7492504" y="163662"/>
                  </a:lnTo>
                  <a:lnTo>
                    <a:pt x="7492630" y="163662"/>
                  </a:lnTo>
                  <a:lnTo>
                    <a:pt x="7492756" y="163662"/>
                  </a:lnTo>
                  <a:lnTo>
                    <a:pt x="7492882" y="163662"/>
                  </a:lnTo>
                  <a:lnTo>
                    <a:pt x="7493008" y="163662"/>
                  </a:lnTo>
                  <a:lnTo>
                    <a:pt x="7493134" y="163662"/>
                  </a:lnTo>
                  <a:lnTo>
                    <a:pt x="7493261" y="163662"/>
                  </a:lnTo>
                  <a:lnTo>
                    <a:pt x="7493387" y="163662"/>
                  </a:lnTo>
                  <a:lnTo>
                    <a:pt x="7493513" y="163662"/>
                  </a:lnTo>
                  <a:lnTo>
                    <a:pt x="7493639" y="163662"/>
                  </a:lnTo>
                  <a:lnTo>
                    <a:pt x="7493765" y="163662"/>
                  </a:lnTo>
                  <a:lnTo>
                    <a:pt x="7493891" y="163662"/>
                  </a:lnTo>
                  <a:lnTo>
                    <a:pt x="7494017" y="163662"/>
                  </a:lnTo>
                  <a:lnTo>
                    <a:pt x="7494143" y="163662"/>
                  </a:lnTo>
                  <a:lnTo>
                    <a:pt x="7494269" y="163662"/>
                  </a:lnTo>
                  <a:lnTo>
                    <a:pt x="7494395" y="163662"/>
                  </a:lnTo>
                  <a:lnTo>
                    <a:pt x="7494521" y="163662"/>
                  </a:lnTo>
                  <a:lnTo>
                    <a:pt x="7494647" y="163662"/>
                  </a:lnTo>
                  <a:lnTo>
                    <a:pt x="7494774" y="163662"/>
                  </a:lnTo>
                  <a:lnTo>
                    <a:pt x="7494900" y="163662"/>
                  </a:lnTo>
                  <a:lnTo>
                    <a:pt x="7495026" y="163662"/>
                  </a:lnTo>
                  <a:lnTo>
                    <a:pt x="7495152" y="163662"/>
                  </a:lnTo>
                  <a:lnTo>
                    <a:pt x="7495278" y="163662"/>
                  </a:lnTo>
                  <a:lnTo>
                    <a:pt x="7495404" y="163662"/>
                  </a:lnTo>
                  <a:lnTo>
                    <a:pt x="7495530" y="163662"/>
                  </a:lnTo>
                  <a:lnTo>
                    <a:pt x="7495656" y="163662"/>
                  </a:lnTo>
                  <a:lnTo>
                    <a:pt x="7495782" y="163662"/>
                  </a:lnTo>
                  <a:lnTo>
                    <a:pt x="7495908" y="163662"/>
                  </a:lnTo>
                  <a:lnTo>
                    <a:pt x="7496034" y="163662"/>
                  </a:lnTo>
                  <a:lnTo>
                    <a:pt x="7496161" y="163662"/>
                  </a:lnTo>
                  <a:lnTo>
                    <a:pt x="7496287" y="163662"/>
                  </a:lnTo>
                  <a:lnTo>
                    <a:pt x="7496413" y="163662"/>
                  </a:lnTo>
                  <a:lnTo>
                    <a:pt x="7496539" y="163662"/>
                  </a:lnTo>
                  <a:lnTo>
                    <a:pt x="7496665" y="163662"/>
                  </a:lnTo>
                  <a:lnTo>
                    <a:pt x="7496791" y="163662"/>
                  </a:lnTo>
                  <a:lnTo>
                    <a:pt x="7496917" y="163662"/>
                  </a:lnTo>
                  <a:lnTo>
                    <a:pt x="7497043" y="163662"/>
                  </a:lnTo>
                  <a:lnTo>
                    <a:pt x="7497169" y="163662"/>
                  </a:lnTo>
                  <a:lnTo>
                    <a:pt x="7497295" y="163662"/>
                  </a:lnTo>
                  <a:lnTo>
                    <a:pt x="7497421" y="163662"/>
                  </a:lnTo>
                  <a:lnTo>
                    <a:pt x="7497547" y="163662"/>
                  </a:lnTo>
                  <a:lnTo>
                    <a:pt x="7497674" y="163662"/>
                  </a:lnTo>
                  <a:lnTo>
                    <a:pt x="7497800" y="163662"/>
                  </a:lnTo>
                  <a:lnTo>
                    <a:pt x="7497926" y="163662"/>
                  </a:lnTo>
                  <a:lnTo>
                    <a:pt x="7498052" y="163662"/>
                  </a:lnTo>
                  <a:lnTo>
                    <a:pt x="7498178" y="163662"/>
                  </a:lnTo>
                  <a:lnTo>
                    <a:pt x="7498304" y="163662"/>
                  </a:lnTo>
                  <a:lnTo>
                    <a:pt x="7498430" y="163662"/>
                  </a:lnTo>
                  <a:lnTo>
                    <a:pt x="7498556" y="163662"/>
                  </a:lnTo>
                  <a:lnTo>
                    <a:pt x="7498682" y="163662"/>
                  </a:lnTo>
                  <a:lnTo>
                    <a:pt x="7498808" y="163662"/>
                  </a:lnTo>
                  <a:lnTo>
                    <a:pt x="7498934" y="163662"/>
                  </a:lnTo>
                  <a:lnTo>
                    <a:pt x="7499061" y="163662"/>
                  </a:lnTo>
                  <a:lnTo>
                    <a:pt x="7499187" y="163662"/>
                  </a:lnTo>
                  <a:lnTo>
                    <a:pt x="7499313" y="163662"/>
                  </a:lnTo>
                  <a:lnTo>
                    <a:pt x="7499439" y="163662"/>
                  </a:lnTo>
                  <a:lnTo>
                    <a:pt x="7499565" y="163662"/>
                  </a:lnTo>
                  <a:lnTo>
                    <a:pt x="7499691" y="163662"/>
                  </a:lnTo>
                  <a:lnTo>
                    <a:pt x="7499817" y="163662"/>
                  </a:lnTo>
                  <a:lnTo>
                    <a:pt x="7499943" y="163662"/>
                  </a:lnTo>
                  <a:lnTo>
                    <a:pt x="7500069" y="163662"/>
                  </a:lnTo>
                  <a:lnTo>
                    <a:pt x="7500195" y="163662"/>
                  </a:lnTo>
                  <a:lnTo>
                    <a:pt x="7500321" y="163662"/>
                  </a:lnTo>
                  <a:lnTo>
                    <a:pt x="7500447" y="163662"/>
                  </a:lnTo>
                  <a:lnTo>
                    <a:pt x="7500574" y="163662"/>
                  </a:lnTo>
                  <a:lnTo>
                    <a:pt x="7500700" y="163662"/>
                  </a:lnTo>
                  <a:lnTo>
                    <a:pt x="7500826" y="163662"/>
                  </a:lnTo>
                  <a:lnTo>
                    <a:pt x="7500952" y="163662"/>
                  </a:lnTo>
                  <a:lnTo>
                    <a:pt x="7501078" y="163662"/>
                  </a:lnTo>
                  <a:lnTo>
                    <a:pt x="7501204" y="163662"/>
                  </a:lnTo>
                  <a:lnTo>
                    <a:pt x="7501330" y="163662"/>
                  </a:lnTo>
                  <a:lnTo>
                    <a:pt x="7501456" y="163662"/>
                  </a:lnTo>
                  <a:lnTo>
                    <a:pt x="7501582" y="163662"/>
                  </a:lnTo>
                  <a:lnTo>
                    <a:pt x="7501708" y="163662"/>
                  </a:lnTo>
                  <a:lnTo>
                    <a:pt x="7501834" y="163662"/>
                  </a:lnTo>
                  <a:lnTo>
                    <a:pt x="7501961" y="163662"/>
                  </a:lnTo>
                  <a:lnTo>
                    <a:pt x="7502087" y="163662"/>
                  </a:lnTo>
                  <a:lnTo>
                    <a:pt x="7502213" y="163662"/>
                  </a:lnTo>
                  <a:lnTo>
                    <a:pt x="7502339" y="163662"/>
                  </a:lnTo>
                  <a:lnTo>
                    <a:pt x="7502465" y="163662"/>
                  </a:lnTo>
                  <a:lnTo>
                    <a:pt x="7502591" y="163662"/>
                  </a:lnTo>
                  <a:lnTo>
                    <a:pt x="7502717" y="163662"/>
                  </a:lnTo>
                  <a:lnTo>
                    <a:pt x="7502717" y="158382"/>
                  </a:lnTo>
                  <a:lnTo>
                    <a:pt x="7502843" y="158382"/>
                  </a:lnTo>
                  <a:lnTo>
                    <a:pt x="7502969" y="158382"/>
                  </a:lnTo>
                  <a:lnTo>
                    <a:pt x="7503095" y="158382"/>
                  </a:lnTo>
                  <a:lnTo>
                    <a:pt x="7503221" y="158382"/>
                  </a:lnTo>
                  <a:lnTo>
                    <a:pt x="7503348" y="158382"/>
                  </a:lnTo>
                  <a:lnTo>
                    <a:pt x="7503474" y="158382"/>
                  </a:lnTo>
                  <a:lnTo>
                    <a:pt x="7503600" y="158382"/>
                  </a:lnTo>
                  <a:lnTo>
                    <a:pt x="7503726" y="158382"/>
                  </a:lnTo>
                  <a:lnTo>
                    <a:pt x="7503852" y="158382"/>
                  </a:lnTo>
                  <a:lnTo>
                    <a:pt x="7503978" y="158382"/>
                  </a:lnTo>
                  <a:lnTo>
                    <a:pt x="7504104" y="158382"/>
                  </a:lnTo>
                  <a:lnTo>
                    <a:pt x="7504230" y="158382"/>
                  </a:lnTo>
                  <a:lnTo>
                    <a:pt x="7504356" y="158382"/>
                  </a:lnTo>
                  <a:lnTo>
                    <a:pt x="7504482" y="158382"/>
                  </a:lnTo>
                  <a:lnTo>
                    <a:pt x="7504608" y="158382"/>
                  </a:lnTo>
                  <a:lnTo>
                    <a:pt x="7504734" y="158382"/>
                  </a:lnTo>
                  <a:lnTo>
                    <a:pt x="7504861" y="158382"/>
                  </a:lnTo>
                  <a:lnTo>
                    <a:pt x="7504987" y="158382"/>
                  </a:lnTo>
                  <a:lnTo>
                    <a:pt x="7505113" y="158382"/>
                  </a:lnTo>
                  <a:lnTo>
                    <a:pt x="7505239" y="158382"/>
                  </a:lnTo>
                  <a:lnTo>
                    <a:pt x="7505365" y="158382"/>
                  </a:lnTo>
                  <a:lnTo>
                    <a:pt x="7505491" y="158382"/>
                  </a:lnTo>
                  <a:lnTo>
                    <a:pt x="7505617" y="158382"/>
                  </a:lnTo>
                  <a:lnTo>
                    <a:pt x="7505743" y="158382"/>
                  </a:lnTo>
                  <a:lnTo>
                    <a:pt x="7505869" y="158382"/>
                  </a:lnTo>
                  <a:lnTo>
                    <a:pt x="7505995" y="158382"/>
                  </a:lnTo>
                  <a:lnTo>
                    <a:pt x="7506121" y="158382"/>
                  </a:lnTo>
                  <a:lnTo>
                    <a:pt x="7506248" y="158382"/>
                  </a:lnTo>
                  <a:lnTo>
                    <a:pt x="7506374" y="158382"/>
                  </a:lnTo>
                  <a:lnTo>
                    <a:pt x="7506500" y="158382"/>
                  </a:lnTo>
                  <a:lnTo>
                    <a:pt x="7506626" y="158382"/>
                  </a:lnTo>
                  <a:lnTo>
                    <a:pt x="7506752" y="158382"/>
                  </a:lnTo>
                  <a:lnTo>
                    <a:pt x="7506878" y="158382"/>
                  </a:lnTo>
                  <a:lnTo>
                    <a:pt x="7507004" y="158382"/>
                  </a:lnTo>
                  <a:lnTo>
                    <a:pt x="7507130" y="158382"/>
                  </a:lnTo>
                  <a:lnTo>
                    <a:pt x="7507256" y="158382"/>
                  </a:lnTo>
                  <a:lnTo>
                    <a:pt x="7507382" y="158382"/>
                  </a:lnTo>
                  <a:lnTo>
                    <a:pt x="7507508" y="158382"/>
                  </a:lnTo>
                  <a:lnTo>
                    <a:pt x="7507634" y="158382"/>
                  </a:lnTo>
                  <a:lnTo>
                    <a:pt x="7507761" y="158382"/>
                  </a:lnTo>
                  <a:lnTo>
                    <a:pt x="7507887" y="158382"/>
                  </a:lnTo>
                  <a:lnTo>
                    <a:pt x="7508013" y="158382"/>
                  </a:lnTo>
                  <a:lnTo>
                    <a:pt x="7508139" y="158382"/>
                  </a:lnTo>
                  <a:lnTo>
                    <a:pt x="7508265" y="158382"/>
                  </a:lnTo>
                  <a:lnTo>
                    <a:pt x="7508391" y="158382"/>
                  </a:lnTo>
                  <a:lnTo>
                    <a:pt x="7508517" y="158382"/>
                  </a:lnTo>
                  <a:lnTo>
                    <a:pt x="7508643" y="158382"/>
                  </a:lnTo>
                  <a:lnTo>
                    <a:pt x="7508769" y="158382"/>
                  </a:lnTo>
                  <a:lnTo>
                    <a:pt x="7508895" y="158382"/>
                  </a:lnTo>
                  <a:lnTo>
                    <a:pt x="7509021" y="158382"/>
                  </a:lnTo>
                  <a:lnTo>
                    <a:pt x="7509148" y="158382"/>
                  </a:lnTo>
                  <a:lnTo>
                    <a:pt x="7509274" y="158382"/>
                  </a:lnTo>
                  <a:lnTo>
                    <a:pt x="7509400" y="158382"/>
                  </a:lnTo>
                  <a:lnTo>
                    <a:pt x="7509526" y="158382"/>
                  </a:lnTo>
                  <a:lnTo>
                    <a:pt x="7509652" y="158382"/>
                  </a:lnTo>
                  <a:lnTo>
                    <a:pt x="7509778" y="158382"/>
                  </a:lnTo>
                  <a:lnTo>
                    <a:pt x="7509904" y="158382"/>
                  </a:lnTo>
                  <a:lnTo>
                    <a:pt x="7510030" y="158382"/>
                  </a:lnTo>
                  <a:lnTo>
                    <a:pt x="7510156" y="158382"/>
                  </a:lnTo>
                  <a:lnTo>
                    <a:pt x="7510282" y="158382"/>
                  </a:lnTo>
                  <a:lnTo>
                    <a:pt x="7510408" y="158382"/>
                  </a:lnTo>
                  <a:lnTo>
                    <a:pt x="7510535" y="158382"/>
                  </a:lnTo>
                  <a:lnTo>
                    <a:pt x="7510661" y="158382"/>
                  </a:lnTo>
                  <a:lnTo>
                    <a:pt x="7510787" y="158382"/>
                  </a:lnTo>
                  <a:lnTo>
                    <a:pt x="7510913" y="158382"/>
                  </a:lnTo>
                  <a:lnTo>
                    <a:pt x="7511039" y="158382"/>
                  </a:lnTo>
                  <a:lnTo>
                    <a:pt x="7511165" y="158382"/>
                  </a:lnTo>
                  <a:lnTo>
                    <a:pt x="7511291" y="158382"/>
                  </a:lnTo>
                  <a:lnTo>
                    <a:pt x="7511417" y="158382"/>
                  </a:lnTo>
                  <a:lnTo>
                    <a:pt x="7511543" y="158382"/>
                  </a:lnTo>
                  <a:lnTo>
                    <a:pt x="7511669" y="158382"/>
                  </a:lnTo>
                  <a:lnTo>
                    <a:pt x="7511795" y="158382"/>
                  </a:lnTo>
                  <a:lnTo>
                    <a:pt x="7511921" y="158382"/>
                  </a:lnTo>
                  <a:lnTo>
                    <a:pt x="7512048" y="158382"/>
                  </a:lnTo>
                  <a:lnTo>
                    <a:pt x="7512174" y="158382"/>
                  </a:lnTo>
                  <a:lnTo>
                    <a:pt x="7512300" y="158382"/>
                  </a:lnTo>
                  <a:lnTo>
                    <a:pt x="7512426" y="158382"/>
                  </a:lnTo>
                  <a:lnTo>
                    <a:pt x="7512552" y="158382"/>
                  </a:lnTo>
                  <a:lnTo>
                    <a:pt x="7512678" y="158382"/>
                  </a:lnTo>
                  <a:lnTo>
                    <a:pt x="7512804" y="158382"/>
                  </a:lnTo>
                  <a:lnTo>
                    <a:pt x="7512930" y="158382"/>
                  </a:lnTo>
                  <a:lnTo>
                    <a:pt x="7513056" y="158382"/>
                  </a:lnTo>
                  <a:lnTo>
                    <a:pt x="7513182" y="158382"/>
                  </a:lnTo>
                  <a:lnTo>
                    <a:pt x="7513308" y="158382"/>
                  </a:lnTo>
                  <a:lnTo>
                    <a:pt x="7513435" y="158382"/>
                  </a:lnTo>
                  <a:lnTo>
                    <a:pt x="7513561" y="158382"/>
                  </a:lnTo>
                  <a:lnTo>
                    <a:pt x="7513687" y="158382"/>
                  </a:lnTo>
                  <a:lnTo>
                    <a:pt x="7513813" y="158382"/>
                  </a:lnTo>
                  <a:lnTo>
                    <a:pt x="7513939" y="158382"/>
                  </a:lnTo>
                  <a:lnTo>
                    <a:pt x="7514065" y="158382"/>
                  </a:lnTo>
                  <a:lnTo>
                    <a:pt x="7514191" y="158382"/>
                  </a:lnTo>
                  <a:lnTo>
                    <a:pt x="7514317" y="158382"/>
                  </a:lnTo>
                  <a:lnTo>
                    <a:pt x="7514443" y="158382"/>
                  </a:lnTo>
                  <a:lnTo>
                    <a:pt x="7514569" y="158382"/>
                  </a:lnTo>
                  <a:lnTo>
                    <a:pt x="7514695" y="158382"/>
                  </a:lnTo>
                  <a:lnTo>
                    <a:pt x="7514821" y="158382"/>
                  </a:lnTo>
                  <a:lnTo>
                    <a:pt x="7514948" y="158382"/>
                  </a:lnTo>
                  <a:lnTo>
                    <a:pt x="7515074" y="158382"/>
                  </a:lnTo>
                  <a:lnTo>
                    <a:pt x="7515200" y="158382"/>
                  </a:lnTo>
                  <a:lnTo>
                    <a:pt x="7515326" y="158382"/>
                  </a:lnTo>
                  <a:lnTo>
                    <a:pt x="7515452" y="158382"/>
                  </a:lnTo>
                  <a:lnTo>
                    <a:pt x="7515578" y="158382"/>
                  </a:lnTo>
                  <a:lnTo>
                    <a:pt x="7515704" y="158382"/>
                  </a:lnTo>
                  <a:lnTo>
                    <a:pt x="7515830" y="158382"/>
                  </a:lnTo>
                  <a:lnTo>
                    <a:pt x="7515956" y="158382"/>
                  </a:lnTo>
                  <a:lnTo>
                    <a:pt x="7516082" y="158382"/>
                  </a:lnTo>
                  <a:lnTo>
                    <a:pt x="7516208" y="158382"/>
                  </a:lnTo>
                  <a:lnTo>
                    <a:pt x="7516335" y="158382"/>
                  </a:lnTo>
                  <a:lnTo>
                    <a:pt x="7516461" y="158382"/>
                  </a:lnTo>
                  <a:lnTo>
                    <a:pt x="7516587" y="158382"/>
                  </a:lnTo>
                  <a:lnTo>
                    <a:pt x="7516713" y="158382"/>
                  </a:lnTo>
                  <a:lnTo>
                    <a:pt x="7516839" y="158382"/>
                  </a:lnTo>
                  <a:lnTo>
                    <a:pt x="7516965" y="158382"/>
                  </a:lnTo>
                  <a:lnTo>
                    <a:pt x="7517091" y="158382"/>
                  </a:lnTo>
                  <a:lnTo>
                    <a:pt x="7517217" y="158382"/>
                  </a:lnTo>
                  <a:lnTo>
                    <a:pt x="7517343" y="158382"/>
                  </a:lnTo>
                  <a:lnTo>
                    <a:pt x="7517469" y="158382"/>
                  </a:lnTo>
                  <a:lnTo>
                    <a:pt x="7517595" y="158382"/>
                  </a:lnTo>
                  <a:lnTo>
                    <a:pt x="7517722" y="158382"/>
                  </a:lnTo>
                  <a:lnTo>
                    <a:pt x="7517848" y="158382"/>
                  </a:lnTo>
                  <a:lnTo>
                    <a:pt x="7517974" y="158382"/>
                  </a:lnTo>
                  <a:lnTo>
                    <a:pt x="7518100" y="158382"/>
                  </a:lnTo>
                  <a:lnTo>
                    <a:pt x="7518226" y="158382"/>
                  </a:lnTo>
                  <a:lnTo>
                    <a:pt x="7518352" y="158382"/>
                  </a:lnTo>
                  <a:lnTo>
                    <a:pt x="7518478" y="158382"/>
                  </a:lnTo>
                  <a:lnTo>
                    <a:pt x="7518604" y="158382"/>
                  </a:lnTo>
                  <a:lnTo>
                    <a:pt x="7518730" y="158382"/>
                  </a:lnTo>
                  <a:lnTo>
                    <a:pt x="7518856" y="158382"/>
                  </a:lnTo>
                  <a:lnTo>
                    <a:pt x="7518982" y="158382"/>
                  </a:lnTo>
                  <a:lnTo>
                    <a:pt x="7519108" y="158382"/>
                  </a:lnTo>
                  <a:lnTo>
                    <a:pt x="7519235" y="158382"/>
                  </a:lnTo>
                  <a:lnTo>
                    <a:pt x="7519361" y="158382"/>
                  </a:lnTo>
                  <a:lnTo>
                    <a:pt x="7519487" y="158382"/>
                  </a:lnTo>
                  <a:lnTo>
                    <a:pt x="7519613" y="158382"/>
                  </a:lnTo>
                  <a:lnTo>
                    <a:pt x="7519739" y="158382"/>
                  </a:lnTo>
                  <a:lnTo>
                    <a:pt x="7519865" y="158382"/>
                  </a:lnTo>
                  <a:lnTo>
                    <a:pt x="7519991" y="158382"/>
                  </a:lnTo>
                  <a:lnTo>
                    <a:pt x="7520117" y="158382"/>
                  </a:lnTo>
                  <a:lnTo>
                    <a:pt x="7520243" y="158382"/>
                  </a:lnTo>
                  <a:lnTo>
                    <a:pt x="7520369" y="158382"/>
                  </a:lnTo>
                  <a:lnTo>
                    <a:pt x="7520495" y="158382"/>
                  </a:lnTo>
                  <a:lnTo>
                    <a:pt x="7520622" y="158382"/>
                  </a:lnTo>
                  <a:lnTo>
                    <a:pt x="7520748" y="158382"/>
                  </a:lnTo>
                  <a:lnTo>
                    <a:pt x="7520874" y="158382"/>
                  </a:lnTo>
                  <a:lnTo>
                    <a:pt x="7521000" y="158382"/>
                  </a:lnTo>
                  <a:lnTo>
                    <a:pt x="7521126" y="158382"/>
                  </a:lnTo>
                  <a:lnTo>
                    <a:pt x="7521252" y="158382"/>
                  </a:lnTo>
                  <a:lnTo>
                    <a:pt x="7521378" y="158382"/>
                  </a:lnTo>
                  <a:lnTo>
                    <a:pt x="7521504" y="158382"/>
                  </a:lnTo>
                  <a:lnTo>
                    <a:pt x="7521630" y="158382"/>
                  </a:lnTo>
                  <a:lnTo>
                    <a:pt x="7521756" y="158382"/>
                  </a:lnTo>
                  <a:lnTo>
                    <a:pt x="7521882" y="158382"/>
                  </a:lnTo>
                  <a:lnTo>
                    <a:pt x="7522008" y="158382"/>
                  </a:lnTo>
                  <a:lnTo>
                    <a:pt x="7522135" y="158382"/>
                  </a:lnTo>
                  <a:lnTo>
                    <a:pt x="7522261" y="158382"/>
                  </a:lnTo>
                  <a:lnTo>
                    <a:pt x="7522387" y="158382"/>
                  </a:lnTo>
                  <a:lnTo>
                    <a:pt x="7522513" y="158382"/>
                  </a:lnTo>
                  <a:lnTo>
                    <a:pt x="7522639" y="158382"/>
                  </a:lnTo>
                  <a:lnTo>
                    <a:pt x="7522765" y="158382"/>
                  </a:lnTo>
                  <a:lnTo>
                    <a:pt x="7522765" y="153103"/>
                  </a:lnTo>
                  <a:lnTo>
                    <a:pt x="7522891" y="153103"/>
                  </a:lnTo>
                  <a:lnTo>
                    <a:pt x="7523017" y="153103"/>
                  </a:lnTo>
                  <a:lnTo>
                    <a:pt x="7523143" y="153103"/>
                  </a:lnTo>
                  <a:lnTo>
                    <a:pt x="7523269" y="153103"/>
                  </a:lnTo>
                  <a:lnTo>
                    <a:pt x="7523395" y="153103"/>
                  </a:lnTo>
                  <a:lnTo>
                    <a:pt x="7523522" y="153103"/>
                  </a:lnTo>
                  <a:lnTo>
                    <a:pt x="7523648" y="153103"/>
                  </a:lnTo>
                  <a:lnTo>
                    <a:pt x="7523774" y="153103"/>
                  </a:lnTo>
                  <a:lnTo>
                    <a:pt x="7523900" y="153103"/>
                  </a:lnTo>
                  <a:lnTo>
                    <a:pt x="7524026" y="153103"/>
                  </a:lnTo>
                  <a:lnTo>
                    <a:pt x="7524152" y="153103"/>
                  </a:lnTo>
                  <a:lnTo>
                    <a:pt x="7524278" y="153103"/>
                  </a:lnTo>
                  <a:lnTo>
                    <a:pt x="7524404" y="153103"/>
                  </a:lnTo>
                  <a:lnTo>
                    <a:pt x="7524530" y="153103"/>
                  </a:lnTo>
                  <a:lnTo>
                    <a:pt x="7524656" y="153103"/>
                  </a:lnTo>
                  <a:lnTo>
                    <a:pt x="7524782" y="153103"/>
                  </a:lnTo>
                  <a:lnTo>
                    <a:pt x="7524908" y="153103"/>
                  </a:lnTo>
                  <a:lnTo>
                    <a:pt x="7525035" y="153103"/>
                  </a:lnTo>
                  <a:lnTo>
                    <a:pt x="7525161" y="153103"/>
                  </a:lnTo>
                  <a:lnTo>
                    <a:pt x="7525287" y="153103"/>
                  </a:lnTo>
                  <a:lnTo>
                    <a:pt x="7525413" y="153103"/>
                  </a:lnTo>
                  <a:lnTo>
                    <a:pt x="7525539" y="153103"/>
                  </a:lnTo>
                  <a:lnTo>
                    <a:pt x="7525665" y="153103"/>
                  </a:lnTo>
                  <a:lnTo>
                    <a:pt x="7525791" y="153103"/>
                  </a:lnTo>
                  <a:lnTo>
                    <a:pt x="7525917" y="153103"/>
                  </a:lnTo>
                  <a:lnTo>
                    <a:pt x="7526043" y="153103"/>
                  </a:lnTo>
                  <a:lnTo>
                    <a:pt x="7526169" y="153103"/>
                  </a:lnTo>
                  <a:lnTo>
                    <a:pt x="7526295" y="153103"/>
                  </a:lnTo>
                  <a:lnTo>
                    <a:pt x="7526422" y="153103"/>
                  </a:lnTo>
                  <a:lnTo>
                    <a:pt x="7526548" y="153103"/>
                  </a:lnTo>
                  <a:lnTo>
                    <a:pt x="7526674" y="153103"/>
                  </a:lnTo>
                  <a:lnTo>
                    <a:pt x="7526800" y="153103"/>
                  </a:lnTo>
                  <a:lnTo>
                    <a:pt x="7526926" y="153103"/>
                  </a:lnTo>
                  <a:lnTo>
                    <a:pt x="7527052" y="153103"/>
                  </a:lnTo>
                  <a:lnTo>
                    <a:pt x="7527178" y="153103"/>
                  </a:lnTo>
                  <a:lnTo>
                    <a:pt x="7527304" y="153103"/>
                  </a:lnTo>
                  <a:lnTo>
                    <a:pt x="7527430" y="153103"/>
                  </a:lnTo>
                  <a:lnTo>
                    <a:pt x="7527556" y="153103"/>
                  </a:lnTo>
                  <a:lnTo>
                    <a:pt x="7527682" y="153103"/>
                  </a:lnTo>
                  <a:lnTo>
                    <a:pt x="7527809" y="153103"/>
                  </a:lnTo>
                  <a:lnTo>
                    <a:pt x="7527935" y="153103"/>
                  </a:lnTo>
                  <a:lnTo>
                    <a:pt x="7528061" y="153103"/>
                  </a:lnTo>
                  <a:lnTo>
                    <a:pt x="7528187" y="153103"/>
                  </a:lnTo>
                  <a:lnTo>
                    <a:pt x="7528313" y="153103"/>
                  </a:lnTo>
                  <a:lnTo>
                    <a:pt x="7528439" y="153103"/>
                  </a:lnTo>
                  <a:lnTo>
                    <a:pt x="7528565" y="153103"/>
                  </a:lnTo>
                  <a:lnTo>
                    <a:pt x="7528691" y="153103"/>
                  </a:lnTo>
                  <a:lnTo>
                    <a:pt x="7528817" y="153103"/>
                  </a:lnTo>
                  <a:lnTo>
                    <a:pt x="7528943" y="153103"/>
                  </a:lnTo>
                  <a:lnTo>
                    <a:pt x="7529069" y="153103"/>
                  </a:lnTo>
                  <a:lnTo>
                    <a:pt x="7529195" y="153103"/>
                  </a:lnTo>
                  <a:lnTo>
                    <a:pt x="7529322" y="153103"/>
                  </a:lnTo>
                  <a:lnTo>
                    <a:pt x="7529448" y="153103"/>
                  </a:lnTo>
                  <a:lnTo>
                    <a:pt x="7529574" y="153103"/>
                  </a:lnTo>
                  <a:lnTo>
                    <a:pt x="7529700" y="153103"/>
                  </a:lnTo>
                  <a:lnTo>
                    <a:pt x="7529826" y="153103"/>
                  </a:lnTo>
                  <a:lnTo>
                    <a:pt x="7529952" y="153103"/>
                  </a:lnTo>
                  <a:lnTo>
                    <a:pt x="7530078" y="153103"/>
                  </a:lnTo>
                  <a:lnTo>
                    <a:pt x="7530204" y="153103"/>
                  </a:lnTo>
                  <a:lnTo>
                    <a:pt x="7530330" y="153103"/>
                  </a:lnTo>
                  <a:lnTo>
                    <a:pt x="7530456" y="153103"/>
                  </a:lnTo>
                  <a:lnTo>
                    <a:pt x="7530582" y="153103"/>
                  </a:lnTo>
                  <a:lnTo>
                    <a:pt x="7530709" y="153103"/>
                  </a:lnTo>
                  <a:lnTo>
                    <a:pt x="7530835" y="153103"/>
                  </a:lnTo>
                  <a:lnTo>
                    <a:pt x="7530961" y="153103"/>
                  </a:lnTo>
                  <a:lnTo>
                    <a:pt x="7531087" y="153103"/>
                  </a:lnTo>
                  <a:lnTo>
                    <a:pt x="7531213" y="153103"/>
                  </a:lnTo>
                  <a:lnTo>
                    <a:pt x="7531339" y="153103"/>
                  </a:lnTo>
                  <a:lnTo>
                    <a:pt x="7531465" y="153103"/>
                  </a:lnTo>
                  <a:lnTo>
                    <a:pt x="7531591" y="153103"/>
                  </a:lnTo>
                  <a:lnTo>
                    <a:pt x="7531717" y="153103"/>
                  </a:lnTo>
                  <a:lnTo>
                    <a:pt x="7531843" y="153103"/>
                  </a:lnTo>
                  <a:lnTo>
                    <a:pt x="7531969" y="153103"/>
                  </a:lnTo>
                  <a:lnTo>
                    <a:pt x="7532095" y="153103"/>
                  </a:lnTo>
                  <a:lnTo>
                    <a:pt x="7532222" y="153103"/>
                  </a:lnTo>
                  <a:lnTo>
                    <a:pt x="7532348" y="153103"/>
                  </a:lnTo>
                  <a:lnTo>
                    <a:pt x="7532474" y="153103"/>
                  </a:lnTo>
                  <a:lnTo>
                    <a:pt x="7532600" y="153103"/>
                  </a:lnTo>
                  <a:lnTo>
                    <a:pt x="7532726" y="153103"/>
                  </a:lnTo>
                  <a:lnTo>
                    <a:pt x="7532852" y="153103"/>
                  </a:lnTo>
                  <a:lnTo>
                    <a:pt x="7532978" y="153103"/>
                  </a:lnTo>
                  <a:lnTo>
                    <a:pt x="7533104" y="153103"/>
                  </a:lnTo>
                  <a:lnTo>
                    <a:pt x="7533230" y="153103"/>
                  </a:lnTo>
                  <a:lnTo>
                    <a:pt x="7533356" y="153103"/>
                  </a:lnTo>
                  <a:lnTo>
                    <a:pt x="7533482" y="153103"/>
                  </a:lnTo>
                  <a:lnTo>
                    <a:pt x="7533609" y="153103"/>
                  </a:lnTo>
                  <a:lnTo>
                    <a:pt x="7533735" y="153103"/>
                  </a:lnTo>
                  <a:lnTo>
                    <a:pt x="7533861" y="153103"/>
                  </a:lnTo>
                  <a:lnTo>
                    <a:pt x="7533987" y="153103"/>
                  </a:lnTo>
                  <a:lnTo>
                    <a:pt x="7534113" y="153103"/>
                  </a:lnTo>
                  <a:lnTo>
                    <a:pt x="7534239" y="153103"/>
                  </a:lnTo>
                  <a:lnTo>
                    <a:pt x="7534365" y="153103"/>
                  </a:lnTo>
                  <a:lnTo>
                    <a:pt x="7534491" y="153103"/>
                  </a:lnTo>
                  <a:lnTo>
                    <a:pt x="7534617" y="153103"/>
                  </a:lnTo>
                  <a:lnTo>
                    <a:pt x="7534743" y="153103"/>
                  </a:lnTo>
                  <a:lnTo>
                    <a:pt x="7534869" y="153103"/>
                  </a:lnTo>
                  <a:lnTo>
                    <a:pt x="7534996" y="153103"/>
                  </a:lnTo>
                  <a:lnTo>
                    <a:pt x="7535122" y="153103"/>
                  </a:lnTo>
                  <a:lnTo>
                    <a:pt x="7535248" y="153103"/>
                  </a:lnTo>
                  <a:lnTo>
                    <a:pt x="7535374" y="153103"/>
                  </a:lnTo>
                  <a:lnTo>
                    <a:pt x="7535500" y="153103"/>
                  </a:lnTo>
                  <a:lnTo>
                    <a:pt x="7535626" y="153103"/>
                  </a:lnTo>
                  <a:lnTo>
                    <a:pt x="7535752" y="153103"/>
                  </a:lnTo>
                  <a:lnTo>
                    <a:pt x="7535878" y="153103"/>
                  </a:lnTo>
                  <a:lnTo>
                    <a:pt x="7536004" y="153103"/>
                  </a:lnTo>
                  <a:lnTo>
                    <a:pt x="7536130" y="153103"/>
                  </a:lnTo>
                  <a:lnTo>
                    <a:pt x="7536256" y="153103"/>
                  </a:lnTo>
                  <a:lnTo>
                    <a:pt x="7536382" y="153103"/>
                  </a:lnTo>
                  <a:lnTo>
                    <a:pt x="7536509" y="153103"/>
                  </a:lnTo>
                  <a:lnTo>
                    <a:pt x="7536635" y="153103"/>
                  </a:lnTo>
                  <a:lnTo>
                    <a:pt x="7536761" y="153103"/>
                  </a:lnTo>
                  <a:lnTo>
                    <a:pt x="7536887" y="153103"/>
                  </a:lnTo>
                  <a:lnTo>
                    <a:pt x="7537013" y="153103"/>
                  </a:lnTo>
                  <a:lnTo>
                    <a:pt x="7537139" y="153103"/>
                  </a:lnTo>
                  <a:lnTo>
                    <a:pt x="7537265" y="153103"/>
                  </a:lnTo>
                  <a:lnTo>
                    <a:pt x="7537391" y="153103"/>
                  </a:lnTo>
                  <a:lnTo>
                    <a:pt x="7537517" y="153103"/>
                  </a:lnTo>
                  <a:lnTo>
                    <a:pt x="7537643" y="153103"/>
                  </a:lnTo>
                  <a:lnTo>
                    <a:pt x="7537769" y="153103"/>
                  </a:lnTo>
                  <a:lnTo>
                    <a:pt x="7537896" y="153103"/>
                  </a:lnTo>
                  <a:lnTo>
                    <a:pt x="7538022" y="153103"/>
                  </a:lnTo>
                  <a:lnTo>
                    <a:pt x="7538148" y="153103"/>
                  </a:lnTo>
                  <a:lnTo>
                    <a:pt x="7538274" y="153103"/>
                  </a:lnTo>
                  <a:lnTo>
                    <a:pt x="7538400" y="153103"/>
                  </a:lnTo>
                  <a:lnTo>
                    <a:pt x="7538526" y="153103"/>
                  </a:lnTo>
                  <a:lnTo>
                    <a:pt x="7538652" y="153103"/>
                  </a:lnTo>
                  <a:lnTo>
                    <a:pt x="7538778" y="153103"/>
                  </a:lnTo>
                  <a:lnTo>
                    <a:pt x="7538904" y="153103"/>
                  </a:lnTo>
                  <a:lnTo>
                    <a:pt x="7539030" y="153103"/>
                  </a:lnTo>
                  <a:lnTo>
                    <a:pt x="7539156" y="153103"/>
                  </a:lnTo>
                  <a:lnTo>
                    <a:pt x="7539282" y="153103"/>
                  </a:lnTo>
                  <a:lnTo>
                    <a:pt x="7539409" y="153103"/>
                  </a:lnTo>
                  <a:lnTo>
                    <a:pt x="7539535" y="153103"/>
                  </a:lnTo>
                  <a:lnTo>
                    <a:pt x="7539661" y="153103"/>
                  </a:lnTo>
                  <a:lnTo>
                    <a:pt x="7539787" y="153103"/>
                  </a:lnTo>
                  <a:lnTo>
                    <a:pt x="7539913" y="153103"/>
                  </a:lnTo>
                  <a:lnTo>
                    <a:pt x="7540039" y="153103"/>
                  </a:lnTo>
                  <a:lnTo>
                    <a:pt x="7540165" y="153103"/>
                  </a:lnTo>
                  <a:lnTo>
                    <a:pt x="7540291" y="153103"/>
                  </a:lnTo>
                  <a:lnTo>
                    <a:pt x="7540417" y="153103"/>
                  </a:lnTo>
                  <a:lnTo>
                    <a:pt x="7540543" y="153103"/>
                  </a:lnTo>
                  <a:lnTo>
                    <a:pt x="7540669" y="153103"/>
                  </a:lnTo>
                  <a:lnTo>
                    <a:pt x="7540796" y="153103"/>
                  </a:lnTo>
                  <a:lnTo>
                    <a:pt x="7540922" y="153103"/>
                  </a:lnTo>
                  <a:lnTo>
                    <a:pt x="7541048" y="153103"/>
                  </a:lnTo>
                  <a:lnTo>
                    <a:pt x="7541174" y="153103"/>
                  </a:lnTo>
                  <a:lnTo>
                    <a:pt x="7541300" y="153103"/>
                  </a:lnTo>
                  <a:lnTo>
                    <a:pt x="7541426" y="153103"/>
                  </a:lnTo>
                  <a:lnTo>
                    <a:pt x="7541552" y="153103"/>
                  </a:lnTo>
                  <a:lnTo>
                    <a:pt x="7541678" y="153103"/>
                  </a:lnTo>
                  <a:lnTo>
                    <a:pt x="7541804" y="153103"/>
                  </a:lnTo>
                  <a:lnTo>
                    <a:pt x="7541930" y="153103"/>
                  </a:lnTo>
                  <a:lnTo>
                    <a:pt x="7542056" y="153103"/>
                  </a:lnTo>
                  <a:lnTo>
                    <a:pt x="7542182" y="153103"/>
                  </a:lnTo>
                  <a:lnTo>
                    <a:pt x="7542309" y="153103"/>
                  </a:lnTo>
                  <a:lnTo>
                    <a:pt x="7542435" y="153103"/>
                  </a:lnTo>
                  <a:lnTo>
                    <a:pt x="7542561" y="153103"/>
                  </a:lnTo>
                  <a:lnTo>
                    <a:pt x="7542687" y="153103"/>
                  </a:lnTo>
                  <a:lnTo>
                    <a:pt x="7542813" y="153103"/>
                  </a:lnTo>
                  <a:lnTo>
                    <a:pt x="7542939" y="153103"/>
                  </a:lnTo>
                  <a:lnTo>
                    <a:pt x="7543065" y="153103"/>
                  </a:lnTo>
                  <a:lnTo>
                    <a:pt x="7543191" y="153103"/>
                  </a:lnTo>
                  <a:lnTo>
                    <a:pt x="7543317" y="153103"/>
                  </a:lnTo>
                  <a:lnTo>
                    <a:pt x="7543443" y="153103"/>
                  </a:lnTo>
                  <a:lnTo>
                    <a:pt x="7543569" y="153103"/>
                  </a:lnTo>
                  <a:lnTo>
                    <a:pt x="7543696" y="153103"/>
                  </a:lnTo>
                  <a:lnTo>
                    <a:pt x="7543822" y="153103"/>
                  </a:lnTo>
                  <a:lnTo>
                    <a:pt x="7543948" y="153103"/>
                  </a:lnTo>
                  <a:lnTo>
                    <a:pt x="7544074" y="153103"/>
                  </a:lnTo>
                  <a:lnTo>
                    <a:pt x="7544200" y="153103"/>
                  </a:lnTo>
                  <a:lnTo>
                    <a:pt x="7544326" y="153103"/>
                  </a:lnTo>
                  <a:lnTo>
                    <a:pt x="7544452" y="153103"/>
                  </a:lnTo>
                  <a:lnTo>
                    <a:pt x="7544578" y="153103"/>
                  </a:lnTo>
                  <a:lnTo>
                    <a:pt x="7544704" y="153103"/>
                  </a:lnTo>
                  <a:lnTo>
                    <a:pt x="7544830" y="153103"/>
                  </a:lnTo>
                  <a:lnTo>
                    <a:pt x="7544956" y="153103"/>
                  </a:lnTo>
                  <a:lnTo>
                    <a:pt x="7545083" y="153103"/>
                  </a:lnTo>
                  <a:lnTo>
                    <a:pt x="7545209" y="153103"/>
                  </a:lnTo>
                  <a:lnTo>
                    <a:pt x="7545335" y="153103"/>
                  </a:lnTo>
                  <a:lnTo>
                    <a:pt x="7545461" y="153103"/>
                  </a:lnTo>
                  <a:lnTo>
                    <a:pt x="7545587" y="153103"/>
                  </a:lnTo>
                  <a:lnTo>
                    <a:pt x="7545713" y="153103"/>
                  </a:lnTo>
                  <a:lnTo>
                    <a:pt x="7545839" y="153103"/>
                  </a:lnTo>
                  <a:lnTo>
                    <a:pt x="7545965" y="153103"/>
                  </a:lnTo>
                  <a:lnTo>
                    <a:pt x="7546091" y="153103"/>
                  </a:lnTo>
                  <a:lnTo>
                    <a:pt x="7546217" y="153103"/>
                  </a:lnTo>
                  <a:lnTo>
                    <a:pt x="7546343" y="153103"/>
                  </a:lnTo>
                  <a:lnTo>
                    <a:pt x="7546469" y="153103"/>
                  </a:lnTo>
                  <a:lnTo>
                    <a:pt x="7546596" y="153103"/>
                  </a:lnTo>
                  <a:lnTo>
                    <a:pt x="7546722" y="153103"/>
                  </a:lnTo>
                  <a:lnTo>
                    <a:pt x="7546848" y="153103"/>
                  </a:lnTo>
                  <a:lnTo>
                    <a:pt x="7546974" y="153103"/>
                  </a:lnTo>
                  <a:lnTo>
                    <a:pt x="7547100" y="153103"/>
                  </a:lnTo>
                  <a:lnTo>
                    <a:pt x="7547226" y="153103"/>
                  </a:lnTo>
                  <a:lnTo>
                    <a:pt x="7547352" y="153103"/>
                  </a:lnTo>
                  <a:lnTo>
                    <a:pt x="7547478" y="153103"/>
                  </a:lnTo>
                  <a:lnTo>
                    <a:pt x="7547604" y="153103"/>
                  </a:lnTo>
                  <a:lnTo>
                    <a:pt x="7547730" y="153103"/>
                  </a:lnTo>
                  <a:lnTo>
                    <a:pt x="7547856" y="153103"/>
                  </a:lnTo>
                  <a:lnTo>
                    <a:pt x="7547983" y="153103"/>
                  </a:lnTo>
                  <a:lnTo>
                    <a:pt x="7548109" y="153103"/>
                  </a:lnTo>
                  <a:lnTo>
                    <a:pt x="7548235" y="153103"/>
                  </a:lnTo>
                  <a:lnTo>
                    <a:pt x="7548361" y="153103"/>
                  </a:lnTo>
                  <a:lnTo>
                    <a:pt x="7548487" y="153103"/>
                  </a:lnTo>
                  <a:lnTo>
                    <a:pt x="7548613" y="153103"/>
                  </a:lnTo>
                  <a:lnTo>
                    <a:pt x="7548739" y="153103"/>
                  </a:lnTo>
                  <a:lnTo>
                    <a:pt x="7548865" y="153103"/>
                  </a:lnTo>
                  <a:lnTo>
                    <a:pt x="7548991" y="153103"/>
                  </a:lnTo>
                  <a:lnTo>
                    <a:pt x="7549117" y="153103"/>
                  </a:lnTo>
                  <a:lnTo>
                    <a:pt x="7549243" y="153103"/>
                  </a:lnTo>
                  <a:lnTo>
                    <a:pt x="7549369" y="153103"/>
                  </a:lnTo>
                  <a:lnTo>
                    <a:pt x="7549496" y="153103"/>
                  </a:lnTo>
                  <a:lnTo>
                    <a:pt x="7549622" y="153103"/>
                  </a:lnTo>
                  <a:lnTo>
                    <a:pt x="7549748" y="153103"/>
                  </a:lnTo>
                  <a:lnTo>
                    <a:pt x="7549874" y="153103"/>
                  </a:lnTo>
                  <a:lnTo>
                    <a:pt x="7550000" y="153103"/>
                  </a:lnTo>
                  <a:lnTo>
                    <a:pt x="7550126" y="153103"/>
                  </a:lnTo>
                  <a:lnTo>
                    <a:pt x="7550252" y="153103"/>
                  </a:lnTo>
                  <a:lnTo>
                    <a:pt x="7550378" y="153103"/>
                  </a:lnTo>
                  <a:lnTo>
                    <a:pt x="7550504" y="153103"/>
                  </a:lnTo>
                  <a:lnTo>
                    <a:pt x="7550630" y="153103"/>
                  </a:lnTo>
                  <a:lnTo>
                    <a:pt x="7550756" y="153103"/>
                  </a:lnTo>
                  <a:lnTo>
                    <a:pt x="7550883" y="153103"/>
                  </a:lnTo>
                  <a:lnTo>
                    <a:pt x="7551009" y="153103"/>
                  </a:lnTo>
                  <a:lnTo>
                    <a:pt x="7551135" y="153103"/>
                  </a:lnTo>
                  <a:lnTo>
                    <a:pt x="7551261" y="153103"/>
                  </a:lnTo>
                  <a:lnTo>
                    <a:pt x="7551387" y="153103"/>
                  </a:lnTo>
                  <a:lnTo>
                    <a:pt x="7551513" y="153103"/>
                  </a:lnTo>
                  <a:lnTo>
                    <a:pt x="7551639" y="153103"/>
                  </a:lnTo>
                  <a:lnTo>
                    <a:pt x="7551765" y="153103"/>
                  </a:lnTo>
                  <a:lnTo>
                    <a:pt x="7551891" y="153103"/>
                  </a:lnTo>
                  <a:lnTo>
                    <a:pt x="7552017" y="153103"/>
                  </a:lnTo>
                  <a:lnTo>
                    <a:pt x="7552143" y="153103"/>
                  </a:lnTo>
                  <a:lnTo>
                    <a:pt x="7552270" y="153103"/>
                  </a:lnTo>
                  <a:lnTo>
                    <a:pt x="7552396" y="153103"/>
                  </a:lnTo>
                  <a:lnTo>
                    <a:pt x="7552522" y="153103"/>
                  </a:lnTo>
                  <a:lnTo>
                    <a:pt x="7552648" y="153103"/>
                  </a:lnTo>
                  <a:lnTo>
                    <a:pt x="7552774" y="153103"/>
                  </a:lnTo>
                  <a:lnTo>
                    <a:pt x="7552900" y="153103"/>
                  </a:lnTo>
                  <a:lnTo>
                    <a:pt x="7553026" y="153103"/>
                  </a:lnTo>
                  <a:lnTo>
                    <a:pt x="7553152" y="153103"/>
                  </a:lnTo>
                  <a:lnTo>
                    <a:pt x="7553278" y="153103"/>
                  </a:lnTo>
                  <a:lnTo>
                    <a:pt x="7553404" y="153103"/>
                  </a:lnTo>
                  <a:lnTo>
                    <a:pt x="7553530" y="153103"/>
                  </a:lnTo>
                  <a:lnTo>
                    <a:pt x="7553656" y="153103"/>
                  </a:lnTo>
                  <a:lnTo>
                    <a:pt x="7553783" y="153103"/>
                  </a:lnTo>
                  <a:lnTo>
                    <a:pt x="7553909" y="153103"/>
                  </a:lnTo>
                  <a:lnTo>
                    <a:pt x="7554035" y="153103"/>
                  </a:lnTo>
                  <a:lnTo>
                    <a:pt x="7554161" y="153103"/>
                  </a:lnTo>
                  <a:lnTo>
                    <a:pt x="7554287" y="153103"/>
                  </a:lnTo>
                  <a:lnTo>
                    <a:pt x="7554413" y="153103"/>
                  </a:lnTo>
                  <a:lnTo>
                    <a:pt x="7554539" y="153103"/>
                  </a:lnTo>
                  <a:lnTo>
                    <a:pt x="7554665" y="153103"/>
                  </a:lnTo>
                  <a:lnTo>
                    <a:pt x="7554791" y="153103"/>
                  </a:lnTo>
                  <a:lnTo>
                    <a:pt x="7554917" y="153103"/>
                  </a:lnTo>
                  <a:lnTo>
                    <a:pt x="7555043" y="153103"/>
                  </a:lnTo>
                  <a:lnTo>
                    <a:pt x="7555170" y="153103"/>
                  </a:lnTo>
                  <a:lnTo>
                    <a:pt x="7555296" y="153103"/>
                  </a:lnTo>
                  <a:lnTo>
                    <a:pt x="7555422" y="153103"/>
                  </a:lnTo>
                  <a:lnTo>
                    <a:pt x="7555548" y="153103"/>
                  </a:lnTo>
                  <a:lnTo>
                    <a:pt x="7555674" y="153103"/>
                  </a:lnTo>
                  <a:lnTo>
                    <a:pt x="7555800" y="153103"/>
                  </a:lnTo>
                  <a:lnTo>
                    <a:pt x="7555926" y="153103"/>
                  </a:lnTo>
                  <a:lnTo>
                    <a:pt x="7556052" y="153103"/>
                  </a:lnTo>
                  <a:lnTo>
                    <a:pt x="7556178" y="153103"/>
                  </a:lnTo>
                  <a:lnTo>
                    <a:pt x="7556304" y="153103"/>
                  </a:lnTo>
                  <a:lnTo>
                    <a:pt x="7556430" y="153103"/>
                  </a:lnTo>
                  <a:lnTo>
                    <a:pt x="7556556" y="153103"/>
                  </a:lnTo>
                  <a:lnTo>
                    <a:pt x="7556683" y="153103"/>
                  </a:lnTo>
                  <a:lnTo>
                    <a:pt x="7556809" y="153103"/>
                  </a:lnTo>
                  <a:lnTo>
                    <a:pt x="7556935" y="153103"/>
                  </a:lnTo>
                  <a:lnTo>
                    <a:pt x="7557061" y="153103"/>
                  </a:lnTo>
                  <a:lnTo>
                    <a:pt x="7557187" y="153103"/>
                  </a:lnTo>
                  <a:lnTo>
                    <a:pt x="7557313" y="153103"/>
                  </a:lnTo>
                  <a:lnTo>
                    <a:pt x="7557439" y="153103"/>
                  </a:lnTo>
                  <a:lnTo>
                    <a:pt x="7557565" y="153103"/>
                  </a:lnTo>
                  <a:lnTo>
                    <a:pt x="7557691" y="153103"/>
                  </a:lnTo>
                  <a:lnTo>
                    <a:pt x="7557817" y="153103"/>
                  </a:lnTo>
                  <a:lnTo>
                    <a:pt x="7557943" y="153103"/>
                  </a:lnTo>
                  <a:lnTo>
                    <a:pt x="7558070" y="153103"/>
                  </a:lnTo>
                  <a:lnTo>
                    <a:pt x="7558196" y="153103"/>
                  </a:lnTo>
                  <a:lnTo>
                    <a:pt x="7558322" y="153103"/>
                  </a:lnTo>
                  <a:lnTo>
                    <a:pt x="7558448" y="153103"/>
                  </a:lnTo>
                  <a:lnTo>
                    <a:pt x="7558574" y="153103"/>
                  </a:lnTo>
                  <a:lnTo>
                    <a:pt x="7558700" y="153103"/>
                  </a:lnTo>
                  <a:lnTo>
                    <a:pt x="7558826" y="153103"/>
                  </a:lnTo>
                  <a:lnTo>
                    <a:pt x="7558952" y="153103"/>
                  </a:lnTo>
                  <a:lnTo>
                    <a:pt x="7559078" y="153103"/>
                  </a:lnTo>
                  <a:lnTo>
                    <a:pt x="7559204" y="153103"/>
                  </a:lnTo>
                  <a:lnTo>
                    <a:pt x="7559330" y="153103"/>
                  </a:lnTo>
                  <a:lnTo>
                    <a:pt x="7559457" y="153103"/>
                  </a:lnTo>
                  <a:lnTo>
                    <a:pt x="7559583" y="153103"/>
                  </a:lnTo>
                  <a:lnTo>
                    <a:pt x="7559709" y="153103"/>
                  </a:lnTo>
                  <a:lnTo>
                    <a:pt x="7559835" y="153103"/>
                  </a:lnTo>
                  <a:lnTo>
                    <a:pt x="7559961" y="153103"/>
                  </a:lnTo>
                  <a:lnTo>
                    <a:pt x="7560087" y="153103"/>
                  </a:lnTo>
                  <a:lnTo>
                    <a:pt x="7560213" y="153103"/>
                  </a:lnTo>
                  <a:lnTo>
                    <a:pt x="7560339" y="153103"/>
                  </a:lnTo>
                  <a:lnTo>
                    <a:pt x="7560465" y="153103"/>
                  </a:lnTo>
                  <a:lnTo>
                    <a:pt x="7560591" y="153103"/>
                  </a:lnTo>
                  <a:lnTo>
                    <a:pt x="7560717" y="153103"/>
                  </a:lnTo>
                  <a:lnTo>
                    <a:pt x="7560843" y="153103"/>
                  </a:lnTo>
                  <a:lnTo>
                    <a:pt x="7560970" y="153103"/>
                  </a:lnTo>
                  <a:lnTo>
                    <a:pt x="7561096" y="153103"/>
                  </a:lnTo>
                  <a:lnTo>
                    <a:pt x="7561222" y="153103"/>
                  </a:lnTo>
                  <a:lnTo>
                    <a:pt x="7561348" y="153103"/>
                  </a:lnTo>
                  <a:lnTo>
                    <a:pt x="7561474" y="153103"/>
                  </a:lnTo>
                  <a:lnTo>
                    <a:pt x="7561600" y="153103"/>
                  </a:lnTo>
                  <a:lnTo>
                    <a:pt x="7561726" y="153103"/>
                  </a:lnTo>
                  <a:lnTo>
                    <a:pt x="7561852" y="153103"/>
                  </a:lnTo>
                  <a:lnTo>
                    <a:pt x="7561978" y="153103"/>
                  </a:lnTo>
                  <a:lnTo>
                    <a:pt x="7562104" y="153103"/>
                  </a:lnTo>
                  <a:lnTo>
                    <a:pt x="7562230" y="153103"/>
                  </a:lnTo>
                  <a:lnTo>
                    <a:pt x="7562357" y="153103"/>
                  </a:lnTo>
                  <a:lnTo>
                    <a:pt x="7562483" y="153103"/>
                  </a:lnTo>
                  <a:lnTo>
                    <a:pt x="7562609" y="153103"/>
                  </a:lnTo>
                  <a:lnTo>
                    <a:pt x="7562735" y="153103"/>
                  </a:lnTo>
                  <a:lnTo>
                    <a:pt x="7562861" y="153103"/>
                  </a:lnTo>
                  <a:lnTo>
                    <a:pt x="7562987" y="153103"/>
                  </a:lnTo>
                  <a:lnTo>
                    <a:pt x="7563113" y="153103"/>
                  </a:lnTo>
                  <a:lnTo>
                    <a:pt x="7563239" y="153103"/>
                  </a:lnTo>
                  <a:lnTo>
                    <a:pt x="7563365" y="153103"/>
                  </a:lnTo>
                  <a:lnTo>
                    <a:pt x="7563491" y="153103"/>
                  </a:lnTo>
                  <a:lnTo>
                    <a:pt x="7563617" y="153103"/>
                  </a:lnTo>
                  <a:lnTo>
                    <a:pt x="7563743" y="153103"/>
                  </a:lnTo>
                  <a:lnTo>
                    <a:pt x="7563870" y="153103"/>
                  </a:lnTo>
                  <a:lnTo>
                    <a:pt x="7563996" y="153103"/>
                  </a:lnTo>
                  <a:lnTo>
                    <a:pt x="7564122" y="153103"/>
                  </a:lnTo>
                  <a:lnTo>
                    <a:pt x="7564248" y="153103"/>
                  </a:lnTo>
                  <a:lnTo>
                    <a:pt x="7564374" y="153103"/>
                  </a:lnTo>
                  <a:lnTo>
                    <a:pt x="7564500" y="153103"/>
                  </a:lnTo>
                  <a:lnTo>
                    <a:pt x="7564626" y="153103"/>
                  </a:lnTo>
                  <a:lnTo>
                    <a:pt x="7564752" y="153103"/>
                  </a:lnTo>
                  <a:lnTo>
                    <a:pt x="7564878" y="153103"/>
                  </a:lnTo>
                  <a:lnTo>
                    <a:pt x="7565004" y="153103"/>
                  </a:lnTo>
                  <a:lnTo>
                    <a:pt x="7565130" y="153103"/>
                  </a:lnTo>
                  <a:lnTo>
                    <a:pt x="7565257" y="153103"/>
                  </a:lnTo>
                  <a:lnTo>
                    <a:pt x="7565383" y="153103"/>
                  </a:lnTo>
                  <a:lnTo>
                    <a:pt x="7565509" y="153103"/>
                  </a:lnTo>
                  <a:lnTo>
                    <a:pt x="7565635" y="153103"/>
                  </a:lnTo>
                  <a:lnTo>
                    <a:pt x="7565761" y="153103"/>
                  </a:lnTo>
                  <a:lnTo>
                    <a:pt x="7565887" y="153103"/>
                  </a:lnTo>
                  <a:lnTo>
                    <a:pt x="7566013" y="153103"/>
                  </a:lnTo>
                  <a:lnTo>
                    <a:pt x="7566139" y="153103"/>
                  </a:lnTo>
                  <a:lnTo>
                    <a:pt x="7566265" y="153103"/>
                  </a:lnTo>
                  <a:lnTo>
                    <a:pt x="7566391" y="153103"/>
                  </a:lnTo>
                  <a:lnTo>
                    <a:pt x="7566517" y="153103"/>
                  </a:lnTo>
                  <a:lnTo>
                    <a:pt x="7566643" y="153103"/>
                  </a:lnTo>
                  <a:lnTo>
                    <a:pt x="7566770" y="153103"/>
                  </a:lnTo>
                  <a:lnTo>
                    <a:pt x="7566896" y="153103"/>
                  </a:lnTo>
                  <a:lnTo>
                    <a:pt x="7567022" y="153103"/>
                  </a:lnTo>
                  <a:lnTo>
                    <a:pt x="7567148" y="153103"/>
                  </a:lnTo>
                  <a:lnTo>
                    <a:pt x="7567274" y="153103"/>
                  </a:lnTo>
                  <a:lnTo>
                    <a:pt x="7567400" y="153103"/>
                  </a:lnTo>
                  <a:lnTo>
                    <a:pt x="7567526" y="153103"/>
                  </a:lnTo>
                  <a:lnTo>
                    <a:pt x="7567652" y="153103"/>
                  </a:lnTo>
                  <a:lnTo>
                    <a:pt x="7567778" y="153103"/>
                  </a:lnTo>
                  <a:lnTo>
                    <a:pt x="7567904" y="153103"/>
                  </a:lnTo>
                  <a:lnTo>
                    <a:pt x="7568030" y="153103"/>
                  </a:lnTo>
                  <a:lnTo>
                    <a:pt x="7568157" y="153103"/>
                  </a:lnTo>
                  <a:lnTo>
                    <a:pt x="7568283" y="153103"/>
                  </a:lnTo>
                  <a:lnTo>
                    <a:pt x="7568409" y="153103"/>
                  </a:lnTo>
                  <a:lnTo>
                    <a:pt x="7568535" y="153103"/>
                  </a:lnTo>
                  <a:lnTo>
                    <a:pt x="7568661" y="153103"/>
                  </a:lnTo>
                  <a:lnTo>
                    <a:pt x="7568787" y="153103"/>
                  </a:lnTo>
                  <a:lnTo>
                    <a:pt x="7568913" y="153103"/>
                  </a:lnTo>
                  <a:lnTo>
                    <a:pt x="7569039" y="153103"/>
                  </a:lnTo>
                  <a:lnTo>
                    <a:pt x="7569165" y="153103"/>
                  </a:lnTo>
                  <a:lnTo>
                    <a:pt x="7569291" y="153103"/>
                  </a:lnTo>
                  <a:lnTo>
                    <a:pt x="7569417" y="153103"/>
                  </a:lnTo>
                  <a:lnTo>
                    <a:pt x="7569544" y="153103"/>
                  </a:lnTo>
                  <a:lnTo>
                    <a:pt x="7569670" y="153103"/>
                  </a:lnTo>
                  <a:lnTo>
                    <a:pt x="7569796" y="153103"/>
                  </a:lnTo>
                  <a:lnTo>
                    <a:pt x="7569922" y="153103"/>
                  </a:lnTo>
                  <a:lnTo>
                    <a:pt x="7570048" y="153103"/>
                  </a:lnTo>
                  <a:lnTo>
                    <a:pt x="7570174" y="153103"/>
                  </a:lnTo>
                  <a:lnTo>
                    <a:pt x="7570300" y="153103"/>
                  </a:lnTo>
                  <a:lnTo>
                    <a:pt x="7570426" y="153103"/>
                  </a:lnTo>
                  <a:lnTo>
                    <a:pt x="7570552" y="153103"/>
                  </a:lnTo>
                  <a:lnTo>
                    <a:pt x="7570678" y="153103"/>
                  </a:lnTo>
                  <a:lnTo>
                    <a:pt x="7570804" y="153103"/>
                  </a:lnTo>
                  <a:lnTo>
                    <a:pt x="7570930" y="153103"/>
                  </a:lnTo>
                  <a:lnTo>
                    <a:pt x="7571057" y="153103"/>
                  </a:lnTo>
                  <a:lnTo>
                    <a:pt x="7571183" y="153103"/>
                  </a:lnTo>
                  <a:lnTo>
                    <a:pt x="7571309" y="153103"/>
                  </a:lnTo>
                  <a:lnTo>
                    <a:pt x="7571435" y="153103"/>
                  </a:lnTo>
                  <a:lnTo>
                    <a:pt x="7571561" y="153103"/>
                  </a:lnTo>
                  <a:lnTo>
                    <a:pt x="7571687" y="153103"/>
                  </a:lnTo>
                  <a:lnTo>
                    <a:pt x="7571813" y="153103"/>
                  </a:lnTo>
                  <a:lnTo>
                    <a:pt x="7571939" y="153103"/>
                  </a:lnTo>
                  <a:lnTo>
                    <a:pt x="7572065" y="153103"/>
                  </a:lnTo>
                  <a:lnTo>
                    <a:pt x="7572191" y="153103"/>
                  </a:lnTo>
                  <a:lnTo>
                    <a:pt x="7572317" y="153103"/>
                  </a:lnTo>
                  <a:lnTo>
                    <a:pt x="7572444" y="153103"/>
                  </a:lnTo>
                  <a:lnTo>
                    <a:pt x="7572570" y="153103"/>
                  </a:lnTo>
                  <a:lnTo>
                    <a:pt x="7572696" y="153103"/>
                  </a:lnTo>
                  <a:lnTo>
                    <a:pt x="7572822" y="153103"/>
                  </a:lnTo>
                  <a:lnTo>
                    <a:pt x="7572948" y="153103"/>
                  </a:lnTo>
                  <a:lnTo>
                    <a:pt x="7573074" y="153103"/>
                  </a:lnTo>
                  <a:lnTo>
                    <a:pt x="7573200" y="153103"/>
                  </a:lnTo>
                  <a:lnTo>
                    <a:pt x="7573326" y="153103"/>
                  </a:lnTo>
                  <a:lnTo>
                    <a:pt x="7573452" y="153103"/>
                  </a:lnTo>
                  <a:lnTo>
                    <a:pt x="7573578" y="153103"/>
                  </a:lnTo>
                  <a:lnTo>
                    <a:pt x="7573704" y="153103"/>
                  </a:lnTo>
                  <a:lnTo>
                    <a:pt x="7573830" y="153103"/>
                  </a:lnTo>
                  <a:lnTo>
                    <a:pt x="7573957" y="153103"/>
                  </a:lnTo>
                  <a:lnTo>
                    <a:pt x="7574083" y="153103"/>
                  </a:lnTo>
                  <a:lnTo>
                    <a:pt x="7574209" y="153103"/>
                  </a:lnTo>
                  <a:lnTo>
                    <a:pt x="7574335" y="153103"/>
                  </a:lnTo>
                  <a:lnTo>
                    <a:pt x="7574461" y="153103"/>
                  </a:lnTo>
                  <a:lnTo>
                    <a:pt x="7574587" y="153103"/>
                  </a:lnTo>
                  <a:lnTo>
                    <a:pt x="7574713" y="153103"/>
                  </a:lnTo>
                  <a:lnTo>
                    <a:pt x="7574839" y="153103"/>
                  </a:lnTo>
                  <a:lnTo>
                    <a:pt x="7574965" y="153103"/>
                  </a:lnTo>
                  <a:lnTo>
                    <a:pt x="7575091" y="153103"/>
                  </a:lnTo>
                  <a:lnTo>
                    <a:pt x="7575217" y="153103"/>
                  </a:lnTo>
                  <a:lnTo>
                    <a:pt x="7575344" y="153103"/>
                  </a:lnTo>
                  <a:lnTo>
                    <a:pt x="7575470" y="153103"/>
                  </a:lnTo>
                  <a:lnTo>
                    <a:pt x="7575596" y="153103"/>
                  </a:lnTo>
                  <a:lnTo>
                    <a:pt x="7575722" y="153103"/>
                  </a:lnTo>
                  <a:lnTo>
                    <a:pt x="7575848" y="153103"/>
                  </a:lnTo>
                  <a:lnTo>
                    <a:pt x="7575974" y="153103"/>
                  </a:lnTo>
                  <a:lnTo>
                    <a:pt x="7576100" y="153103"/>
                  </a:lnTo>
                  <a:lnTo>
                    <a:pt x="7576226" y="153103"/>
                  </a:lnTo>
                  <a:lnTo>
                    <a:pt x="7576352" y="153103"/>
                  </a:lnTo>
                  <a:lnTo>
                    <a:pt x="7576478" y="153103"/>
                  </a:lnTo>
                  <a:lnTo>
                    <a:pt x="7576604" y="153103"/>
                  </a:lnTo>
                  <a:lnTo>
                    <a:pt x="7576731" y="153103"/>
                  </a:lnTo>
                  <a:lnTo>
                    <a:pt x="7576857" y="153103"/>
                  </a:lnTo>
                  <a:lnTo>
                    <a:pt x="7576983" y="153103"/>
                  </a:lnTo>
                  <a:lnTo>
                    <a:pt x="7577109" y="153103"/>
                  </a:lnTo>
                  <a:lnTo>
                    <a:pt x="7577235" y="153103"/>
                  </a:lnTo>
                  <a:lnTo>
                    <a:pt x="7577361" y="153103"/>
                  </a:lnTo>
                  <a:lnTo>
                    <a:pt x="7577487" y="153103"/>
                  </a:lnTo>
                  <a:lnTo>
                    <a:pt x="7577613" y="153103"/>
                  </a:lnTo>
                  <a:lnTo>
                    <a:pt x="7577739" y="153103"/>
                  </a:lnTo>
                  <a:lnTo>
                    <a:pt x="7577865" y="153103"/>
                  </a:lnTo>
                  <a:lnTo>
                    <a:pt x="7577991" y="153103"/>
                  </a:lnTo>
                  <a:lnTo>
                    <a:pt x="7578117" y="153103"/>
                  </a:lnTo>
                  <a:lnTo>
                    <a:pt x="7578244" y="153103"/>
                  </a:lnTo>
                  <a:lnTo>
                    <a:pt x="7578370" y="153103"/>
                  </a:lnTo>
                  <a:lnTo>
                    <a:pt x="7578496" y="153103"/>
                  </a:lnTo>
                  <a:lnTo>
                    <a:pt x="7578622" y="153103"/>
                  </a:lnTo>
                  <a:lnTo>
                    <a:pt x="7578748" y="153103"/>
                  </a:lnTo>
                  <a:lnTo>
                    <a:pt x="7578874" y="153103"/>
                  </a:lnTo>
                  <a:lnTo>
                    <a:pt x="7579000" y="153103"/>
                  </a:lnTo>
                  <a:lnTo>
                    <a:pt x="7579126" y="153103"/>
                  </a:lnTo>
                  <a:lnTo>
                    <a:pt x="7579252" y="153103"/>
                  </a:lnTo>
                  <a:lnTo>
                    <a:pt x="7579378" y="153103"/>
                  </a:lnTo>
                  <a:lnTo>
                    <a:pt x="7579504" y="153103"/>
                  </a:lnTo>
                  <a:lnTo>
                    <a:pt x="7579631" y="153103"/>
                  </a:lnTo>
                  <a:lnTo>
                    <a:pt x="7579757" y="153103"/>
                  </a:lnTo>
                  <a:lnTo>
                    <a:pt x="7579883" y="153103"/>
                  </a:lnTo>
                  <a:lnTo>
                    <a:pt x="7580009" y="153103"/>
                  </a:lnTo>
                  <a:lnTo>
                    <a:pt x="7580135" y="153103"/>
                  </a:lnTo>
                  <a:lnTo>
                    <a:pt x="7580261" y="153103"/>
                  </a:lnTo>
                  <a:lnTo>
                    <a:pt x="7580387" y="153103"/>
                  </a:lnTo>
                  <a:lnTo>
                    <a:pt x="7580513" y="153103"/>
                  </a:lnTo>
                  <a:lnTo>
                    <a:pt x="7580639" y="153103"/>
                  </a:lnTo>
                  <a:lnTo>
                    <a:pt x="7580765" y="153103"/>
                  </a:lnTo>
                  <a:lnTo>
                    <a:pt x="7580891" y="153103"/>
                  </a:lnTo>
                  <a:lnTo>
                    <a:pt x="7581017" y="153103"/>
                  </a:lnTo>
                  <a:lnTo>
                    <a:pt x="7581144" y="153103"/>
                  </a:lnTo>
                  <a:lnTo>
                    <a:pt x="7581270" y="153103"/>
                  </a:lnTo>
                  <a:lnTo>
                    <a:pt x="7581396" y="153103"/>
                  </a:lnTo>
                  <a:lnTo>
                    <a:pt x="7581522" y="153103"/>
                  </a:lnTo>
                  <a:lnTo>
                    <a:pt x="7581648" y="153103"/>
                  </a:lnTo>
                  <a:lnTo>
                    <a:pt x="7581774" y="153103"/>
                  </a:lnTo>
                  <a:lnTo>
                    <a:pt x="7581900" y="153103"/>
                  </a:lnTo>
                  <a:lnTo>
                    <a:pt x="7582026" y="153103"/>
                  </a:lnTo>
                  <a:lnTo>
                    <a:pt x="7582152" y="153103"/>
                  </a:lnTo>
                  <a:lnTo>
                    <a:pt x="7582278" y="153103"/>
                  </a:lnTo>
                  <a:lnTo>
                    <a:pt x="7582404" y="153103"/>
                  </a:lnTo>
                  <a:lnTo>
                    <a:pt x="7582531" y="153103"/>
                  </a:lnTo>
                  <a:lnTo>
                    <a:pt x="7582657" y="153103"/>
                  </a:lnTo>
                  <a:lnTo>
                    <a:pt x="7582783" y="153103"/>
                  </a:lnTo>
                  <a:lnTo>
                    <a:pt x="7582909" y="153103"/>
                  </a:lnTo>
                  <a:lnTo>
                    <a:pt x="7583035" y="153103"/>
                  </a:lnTo>
                  <a:lnTo>
                    <a:pt x="7583161" y="153103"/>
                  </a:lnTo>
                  <a:lnTo>
                    <a:pt x="7583287" y="153103"/>
                  </a:lnTo>
                  <a:lnTo>
                    <a:pt x="7583413" y="153103"/>
                  </a:lnTo>
                  <a:lnTo>
                    <a:pt x="7583539" y="153103"/>
                  </a:lnTo>
                  <a:lnTo>
                    <a:pt x="7583665" y="153103"/>
                  </a:lnTo>
                  <a:lnTo>
                    <a:pt x="7583791" y="153103"/>
                  </a:lnTo>
                  <a:lnTo>
                    <a:pt x="7583918" y="153103"/>
                  </a:lnTo>
                  <a:lnTo>
                    <a:pt x="7584044" y="153103"/>
                  </a:lnTo>
                  <a:lnTo>
                    <a:pt x="7584170" y="153103"/>
                  </a:lnTo>
                  <a:lnTo>
                    <a:pt x="7584296" y="153103"/>
                  </a:lnTo>
                  <a:lnTo>
                    <a:pt x="7584422" y="153103"/>
                  </a:lnTo>
                  <a:lnTo>
                    <a:pt x="7584548" y="153103"/>
                  </a:lnTo>
                  <a:lnTo>
                    <a:pt x="7584674" y="153103"/>
                  </a:lnTo>
                  <a:lnTo>
                    <a:pt x="7584800" y="153103"/>
                  </a:lnTo>
                  <a:lnTo>
                    <a:pt x="7584926" y="153103"/>
                  </a:lnTo>
                  <a:lnTo>
                    <a:pt x="7585052" y="153103"/>
                  </a:lnTo>
                  <a:lnTo>
                    <a:pt x="7585178" y="153103"/>
                  </a:lnTo>
                  <a:lnTo>
                    <a:pt x="7585304" y="153103"/>
                  </a:lnTo>
                  <a:lnTo>
                    <a:pt x="7585431" y="153103"/>
                  </a:lnTo>
                  <a:lnTo>
                    <a:pt x="7585557" y="153103"/>
                  </a:lnTo>
                  <a:lnTo>
                    <a:pt x="7585683" y="153103"/>
                  </a:lnTo>
                  <a:lnTo>
                    <a:pt x="7585809" y="153103"/>
                  </a:lnTo>
                  <a:lnTo>
                    <a:pt x="7585935" y="153103"/>
                  </a:lnTo>
                  <a:lnTo>
                    <a:pt x="7586061" y="153103"/>
                  </a:lnTo>
                  <a:lnTo>
                    <a:pt x="7586187" y="153103"/>
                  </a:lnTo>
                  <a:lnTo>
                    <a:pt x="7586313" y="153103"/>
                  </a:lnTo>
                  <a:lnTo>
                    <a:pt x="7586439" y="153103"/>
                  </a:lnTo>
                  <a:lnTo>
                    <a:pt x="7586565" y="153103"/>
                  </a:lnTo>
                  <a:lnTo>
                    <a:pt x="7586691" y="153103"/>
                  </a:lnTo>
                  <a:lnTo>
                    <a:pt x="7586818" y="153103"/>
                  </a:lnTo>
                  <a:lnTo>
                    <a:pt x="7586944" y="153103"/>
                  </a:lnTo>
                  <a:lnTo>
                    <a:pt x="7587070" y="153103"/>
                  </a:lnTo>
                  <a:lnTo>
                    <a:pt x="7587196" y="153103"/>
                  </a:lnTo>
                  <a:lnTo>
                    <a:pt x="7587322" y="153103"/>
                  </a:lnTo>
                  <a:lnTo>
                    <a:pt x="7587448" y="153103"/>
                  </a:lnTo>
                  <a:lnTo>
                    <a:pt x="7587574" y="153103"/>
                  </a:lnTo>
                  <a:lnTo>
                    <a:pt x="7587700" y="153103"/>
                  </a:lnTo>
                  <a:lnTo>
                    <a:pt x="7587826" y="153103"/>
                  </a:lnTo>
                  <a:lnTo>
                    <a:pt x="7587952" y="153103"/>
                  </a:lnTo>
                  <a:lnTo>
                    <a:pt x="7588078" y="153103"/>
                  </a:lnTo>
                  <a:lnTo>
                    <a:pt x="7588204" y="153103"/>
                  </a:lnTo>
                  <a:lnTo>
                    <a:pt x="7588331" y="153103"/>
                  </a:lnTo>
                  <a:lnTo>
                    <a:pt x="7588457" y="153103"/>
                  </a:lnTo>
                  <a:lnTo>
                    <a:pt x="7588583" y="153103"/>
                  </a:lnTo>
                  <a:lnTo>
                    <a:pt x="7588709" y="153103"/>
                  </a:lnTo>
                  <a:lnTo>
                    <a:pt x="7588835" y="153103"/>
                  </a:lnTo>
                  <a:lnTo>
                    <a:pt x="7588961" y="153103"/>
                  </a:lnTo>
                  <a:lnTo>
                    <a:pt x="7589087" y="153103"/>
                  </a:lnTo>
                  <a:lnTo>
                    <a:pt x="7589213" y="153103"/>
                  </a:lnTo>
                  <a:lnTo>
                    <a:pt x="7589339" y="153103"/>
                  </a:lnTo>
                  <a:lnTo>
                    <a:pt x="7589465" y="153103"/>
                  </a:lnTo>
                  <a:lnTo>
                    <a:pt x="7589465" y="147823"/>
                  </a:lnTo>
                  <a:lnTo>
                    <a:pt x="7589591" y="147823"/>
                  </a:lnTo>
                  <a:lnTo>
                    <a:pt x="7589718" y="147823"/>
                  </a:lnTo>
                  <a:lnTo>
                    <a:pt x="7589844" y="147823"/>
                  </a:lnTo>
                  <a:lnTo>
                    <a:pt x="7589970" y="147823"/>
                  </a:lnTo>
                  <a:lnTo>
                    <a:pt x="7590096" y="147823"/>
                  </a:lnTo>
                  <a:lnTo>
                    <a:pt x="7590222" y="147823"/>
                  </a:lnTo>
                  <a:lnTo>
                    <a:pt x="7590348" y="147823"/>
                  </a:lnTo>
                  <a:lnTo>
                    <a:pt x="7590474" y="147823"/>
                  </a:lnTo>
                  <a:lnTo>
                    <a:pt x="7590600" y="147823"/>
                  </a:lnTo>
                  <a:lnTo>
                    <a:pt x="7590726" y="147823"/>
                  </a:lnTo>
                  <a:lnTo>
                    <a:pt x="7590852" y="147823"/>
                  </a:lnTo>
                  <a:lnTo>
                    <a:pt x="7590978" y="147823"/>
                  </a:lnTo>
                  <a:lnTo>
                    <a:pt x="7591104" y="147823"/>
                  </a:lnTo>
                  <a:lnTo>
                    <a:pt x="7591231" y="147823"/>
                  </a:lnTo>
                  <a:lnTo>
                    <a:pt x="7591357" y="147823"/>
                  </a:lnTo>
                  <a:lnTo>
                    <a:pt x="7591483" y="147823"/>
                  </a:lnTo>
                  <a:lnTo>
                    <a:pt x="7591609" y="147823"/>
                  </a:lnTo>
                  <a:lnTo>
                    <a:pt x="7591735" y="147823"/>
                  </a:lnTo>
                  <a:lnTo>
                    <a:pt x="7591861" y="147823"/>
                  </a:lnTo>
                  <a:lnTo>
                    <a:pt x="7591987" y="147823"/>
                  </a:lnTo>
                  <a:lnTo>
                    <a:pt x="7592113" y="147823"/>
                  </a:lnTo>
                  <a:lnTo>
                    <a:pt x="7592239" y="147823"/>
                  </a:lnTo>
                  <a:lnTo>
                    <a:pt x="7592365" y="147823"/>
                  </a:lnTo>
                  <a:lnTo>
                    <a:pt x="7592491" y="147823"/>
                  </a:lnTo>
                  <a:lnTo>
                    <a:pt x="7592618" y="147823"/>
                  </a:lnTo>
                  <a:lnTo>
                    <a:pt x="7592744" y="147823"/>
                  </a:lnTo>
                  <a:lnTo>
                    <a:pt x="7592870" y="147823"/>
                  </a:lnTo>
                  <a:lnTo>
                    <a:pt x="7592996" y="147823"/>
                  </a:lnTo>
                  <a:lnTo>
                    <a:pt x="7593122" y="147823"/>
                  </a:lnTo>
                  <a:lnTo>
                    <a:pt x="7593248" y="147823"/>
                  </a:lnTo>
                  <a:lnTo>
                    <a:pt x="7593374" y="147823"/>
                  </a:lnTo>
                  <a:lnTo>
                    <a:pt x="7593500" y="147823"/>
                  </a:lnTo>
                  <a:lnTo>
                    <a:pt x="7593626" y="147823"/>
                  </a:lnTo>
                  <a:lnTo>
                    <a:pt x="7593752" y="147823"/>
                  </a:lnTo>
                  <a:lnTo>
                    <a:pt x="7593878" y="147823"/>
                  </a:lnTo>
                  <a:lnTo>
                    <a:pt x="7594005" y="147823"/>
                  </a:lnTo>
                  <a:lnTo>
                    <a:pt x="7594131" y="147823"/>
                  </a:lnTo>
                  <a:lnTo>
                    <a:pt x="7594257" y="147823"/>
                  </a:lnTo>
                  <a:lnTo>
                    <a:pt x="7594383" y="147823"/>
                  </a:lnTo>
                  <a:lnTo>
                    <a:pt x="7594509" y="147823"/>
                  </a:lnTo>
                  <a:lnTo>
                    <a:pt x="7594635" y="147823"/>
                  </a:lnTo>
                  <a:lnTo>
                    <a:pt x="7594761" y="147823"/>
                  </a:lnTo>
                  <a:lnTo>
                    <a:pt x="7594887" y="147823"/>
                  </a:lnTo>
                  <a:lnTo>
                    <a:pt x="7594887" y="142544"/>
                  </a:lnTo>
                  <a:lnTo>
                    <a:pt x="7595013" y="142544"/>
                  </a:lnTo>
                  <a:lnTo>
                    <a:pt x="7595139" y="142544"/>
                  </a:lnTo>
                  <a:lnTo>
                    <a:pt x="7595265" y="142544"/>
                  </a:lnTo>
                  <a:lnTo>
                    <a:pt x="7595391" y="142544"/>
                  </a:lnTo>
                  <a:lnTo>
                    <a:pt x="7595518" y="142544"/>
                  </a:lnTo>
                  <a:lnTo>
                    <a:pt x="7595644" y="142544"/>
                  </a:lnTo>
                  <a:lnTo>
                    <a:pt x="7595770" y="142544"/>
                  </a:lnTo>
                  <a:lnTo>
                    <a:pt x="7595896" y="142544"/>
                  </a:lnTo>
                  <a:lnTo>
                    <a:pt x="7596022" y="142544"/>
                  </a:lnTo>
                  <a:lnTo>
                    <a:pt x="7596148" y="142544"/>
                  </a:lnTo>
                  <a:lnTo>
                    <a:pt x="7596274" y="142544"/>
                  </a:lnTo>
                  <a:lnTo>
                    <a:pt x="7596400" y="142544"/>
                  </a:lnTo>
                  <a:lnTo>
                    <a:pt x="7596526" y="142544"/>
                  </a:lnTo>
                  <a:lnTo>
                    <a:pt x="7596652" y="142544"/>
                  </a:lnTo>
                  <a:lnTo>
                    <a:pt x="7596778" y="142544"/>
                  </a:lnTo>
                  <a:lnTo>
                    <a:pt x="7596905" y="142544"/>
                  </a:lnTo>
                  <a:lnTo>
                    <a:pt x="7597031" y="142544"/>
                  </a:lnTo>
                  <a:lnTo>
                    <a:pt x="7597157" y="142544"/>
                  </a:lnTo>
                  <a:lnTo>
                    <a:pt x="7597283" y="142544"/>
                  </a:lnTo>
                  <a:lnTo>
                    <a:pt x="7597409" y="142544"/>
                  </a:lnTo>
                  <a:lnTo>
                    <a:pt x="7597535" y="142544"/>
                  </a:lnTo>
                  <a:lnTo>
                    <a:pt x="7597661" y="142544"/>
                  </a:lnTo>
                  <a:lnTo>
                    <a:pt x="7597787" y="142544"/>
                  </a:lnTo>
                  <a:lnTo>
                    <a:pt x="7597913" y="142544"/>
                  </a:lnTo>
                  <a:lnTo>
                    <a:pt x="7598039" y="142544"/>
                  </a:lnTo>
                  <a:lnTo>
                    <a:pt x="7598165" y="142544"/>
                  </a:lnTo>
                  <a:lnTo>
                    <a:pt x="7598291" y="142544"/>
                  </a:lnTo>
                  <a:lnTo>
                    <a:pt x="7598418" y="142544"/>
                  </a:lnTo>
                  <a:lnTo>
                    <a:pt x="7598544" y="142544"/>
                  </a:lnTo>
                  <a:lnTo>
                    <a:pt x="7598670" y="142544"/>
                  </a:lnTo>
                  <a:lnTo>
                    <a:pt x="7598796" y="142544"/>
                  </a:lnTo>
                  <a:lnTo>
                    <a:pt x="7598922" y="142544"/>
                  </a:lnTo>
                  <a:lnTo>
                    <a:pt x="7599048" y="142544"/>
                  </a:lnTo>
                  <a:lnTo>
                    <a:pt x="7599174" y="142544"/>
                  </a:lnTo>
                  <a:lnTo>
                    <a:pt x="7599300" y="142544"/>
                  </a:lnTo>
                  <a:lnTo>
                    <a:pt x="7599426" y="142544"/>
                  </a:lnTo>
                  <a:lnTo>
                    <a:pt x="7599552" y="142544"/>
                  </a:lnTo>
                  <a:lnTo>
                    <a:pt x="7599678" y="142544"/>
                  </a:lnTo>
                  <a:lnTo>
                    <a:pt x="7599805" y="142544"/>
                  </a:lnTo>
                  <a:lnTo>
                    <a:pt x="7599931" y="142544"/>
                  </a:lnTo>
                  <a:lnTo>
                    <a:pt x="7600057" y="142544"/>
                  </a:lnTo>
                  <a:lnTo>
                    <a:pt x="7600183" y="142544"/>
                  </a:lnTo>
                  <a:lnTo>
                    <a:pt x="7600309" y="142544"/>
                  </a:lnTo>
                  <a:lnTo>
                    <a:pt x="7600435" y="142544"/>
                  </a:lnTo>
                  <a:lnTo>
                    <a:pt x="7600561" y="142544"/>
                  </a:lnTo>
                  <a:lnTo>
                    <a:pt x="7600687" y="142544"/>
                  </a:lnTo>
                  <a:lnTo>
                    <a:pt x="7600813" y="142544"/>
                  </a:lnTo>
                  <a:lnTo>
                    <a:pt x="7600939" y="142544"/>
                  </a:lnTo>
                  <a:lnTo>
                    <a:pt x="7601065" y="142544"/>
                  </a:lnTo>
                  <a:lnTo>
                    <a:pt x="7601192" y="142544"/>
                  </a:lnTo>
                  <a:lnTo>
                    <a:pt x="7601192" y="137264"/>
                  </a:lnTo>
                  <a:lnTo>
                    <a:pt x="7601318" y="137264"/>
                  </a:lnTo>
                  <a:lnTo>
                    <a:pt x="7601444" y="137264"/>
                  </a:lnTo>
                  <a:lnTo>
                    <a:pt x="7601570" y="137264"/>
                  </a:lnTo>
                  <a:lnTo>
                    <a:pt x="7601696" y="137264"/>
                  </a:lnTo>
                  <a:lnTo>
                    <a:pt x="7601822" y="137264"/>
                  </a:lnTo>
                  <a:lnTo>
                    <a:pt x="7601948" y="137264"/>
                  </a:lnTo>
                  <a:lnTo>
                    <a:pt x="7602074" y="137264"/>
                  </a:lnTo>
                  <a:lnTo>
                    <a:pt x="7602200" y="137264"/>
                  </a:lnTo>
                  <a:lnTo>
                    <a:pt x="7602326" y="137264"/>
                  </a:lnTo>
                  <a:lnTo>
                    <a:pt x="7602452" y="137264"/>
                  </a:lnTo>
                  <a:lnTo>
                    <a:pt x="7602578" y="137264"/>
                  </a:lnTo>
                  <a:lnTo>
                    <a:pt x="7602705" y="137264"/>
                  </a:lnTo>
                  <a:lnTo>
                    <a:pt x="7602831" y="137264"/>
                  </a:lnTo>
                  <a:lnTo>
                    <a:pt x="7602957" y="137264"/>
                  </a:lnTo>
                  <a:lnTo>
                    <a:pt x="7603083" y="137264"/>
                  </a:lnTo>
                  <a:lnTo>
                    <a:pt x="7603209" y="137264"/>
                  </a:lnTo>
                  <a:lnTo>
                    <a:pt x="7603335" y="137264"/>
                  </a:lnTo>
                  <a:lnTo>
                    <a:pt x="7603461" y="137264"/>
                  </a:lnTo>
                  <a:lnTo>
                    <a:pt x="7603587" y="137264"/>
                  </a:lnTo>
                  <a:lnTo>
                    <a:pt x="7603713" y="137264"/>
                  </a:lnTo>
                  <a:lnTo>
                    <a:pt x="7603839" y="137264"/>
                  </a:lnTo>
                  <a:lnTo>
                    <a:pt x="7603965" y="137264"/>
                  </a:lnTo>
                  <a:lnTo>
                    <a:pt x="7604092" y="137264"/>
                  </a:lnTo>
                  <a:lnTo>
                    <a:pt x="7604218" y="137264"/>
                  </a:lnTo>
                  <a:lnTo>
                    <a:pt x="7604344" y="137264"/>
                  </a:lnTo>
                  <a:lnTo>
                    <a:pt x="7604470" y="137264"/>
                  </a:lnTo>
                  <a:lnTo>
                    <a:pt x="7604596" y="137264"/>
                  </a:lnTo>
                  <a:lnTo>
                    <a:pt x="7604722" y="137264"/>
                  </a:lnTo>
                  <a:lnTo>
                    <a:pt x="7604848" y="137264"/>
                  </a:lnTo>
                  <a:lnTo>
                    <a:pt x="7604974" y="137264"/>
                  </a:lnTo>
                  <a:lnTo>
                    <a:pt x="7605100" y="137264"/>
                  </a:lnTo>
                  <a:lnTo>
                    <a:pt x="7605226" y="137264"/>
                  </a:lnTo>
                  <a:lnTo>
                    <a:pt x="7605352" y="137264"/>
                  </a:lnTo>
                  <a:lnTo>
                    <a:pt x="7605478" y="137264"/>
                  </a:lnTo>
                  <a:lnTo>
                    <a:pt x="7605605" y="137264"/>
                  </a:lnTo>
                  <a:lnTo>
                    <a:pt x="7605731" y="137264"/>
                  </a:lnTo>
                  <a:lnTo>
                    <a:pt x="7605857" y="137264"/>
                  </a:lnTo>
                  <a:lnTo>
                    <a:pt x="7605983" y="137264"/>
                  </a:lnTo>
                  <a:lnTo>
                    <a:pt x="7606109" y="137264"/>
                  </a:lnTo>
                  <a:lnTo>
                    <a:pt x="7606235" y="137264"/>
                  </a:lnTo>
                  <a:lnTo>
                    <a:pt x="7606361" y="137264"/>
                  </a:lnTo>
                  <a:lnTo>
                    <a:pt x="7606487" y="137264"/>
                  </a:lnTo>
                  <a:lnTo>
                    <a:pt x="7606613" y="137264"/>
                  </a:lnTo>
                  <a:lnTo>
                    <a:pt x="7606739" y="137264"/>
                  </a:lnTo>
                  <a:lnTo>
                    <a:pt x="7606865" y="137264"/>
                  </a:lnTo>
                  <a:lnTo>
                    <a:pt x="7606992" y="137264"/>
                  </a:lnTo>
                  <a:lnTo>
                    <a:pt x="7607118" y="137264"/>
                  </a:lnTo>
                  <a:lnTo>
                    <a:pt x="7607244" y="137264"/>
                  </a:lnTo>
                  <a:lnTo>
                    <a:pt x="7607370" y="137264"/>
                  </a:lnTo>
                  <a:lnTo>
                    <a:pt x="7607496" y="137264"/>
                  </a:lnTo>
                  <a:lnTo>
                    <a:pt x="7607622" y="137264"/>
                  </a:lnTo>
                  <a:lnTo>
                    <a:pt x="7607748" y="137264"/>
                  </a:lnTo>
                  <a:lnTo>
                    <a:pt x="7607874" y="137264"/>
                  </a:lnTo>
                  <a:lnTo>
                    <a:pt x="7608000" y="137264"/>
                  </a:lnTo>
                  <a:lnTo>
                    <a:pt x="7608126" y="137264"/>
                  </a:lnTo>
                  <a:lnTo>
                    <a:pt x="7608252" y="137264"/>
                  </a:lnTo>
                  <a:lnTo>
                    <a:pt x="7608378" y="137264"/>
                  </a:lnTo>
                  <a:lnTo>
                    <a:pt x="7608505" y="137264"/>
                  </a:lnTo>
                  <a:lnTo>
                    <a:pt x="7608631" y="137264"/>
                  </a:lnTo>
                  <a:lnTo>
                    <a:pt x="7608757" y="137264"/>
                  </a:lnTo>
                  <a:lnTo>
                    <a:pt x="7608883" y="137264"/>
                  </a:lnTo>
                  <a:lnTo>
                    <a:pt x="7609009" y="137264"/>
                  </a:lnTo>
                  <a:lnTo>
                    <a:pt x="7609135" y="137264"/>
                  </a:lnTo>
                  <a:lnTo>
                    <a:pt x="7609135" y="131985"/>
                  </a:lnTo>
                  <a:lnTo>
                    <a:pt x="7609261" y="131985"/>
                  </a:lnTo>
                  <a:lnTo>
                    <a:pt x="7609387" y="131985"/>
                  </a:lnTo>
                  <a:lnTo>
                    <a:pt x="7609513" y="131985"/>
                  </a:lnTo>
                  <a:lnTo>
                    <a:pt x="7609639" y="131985"/>
                  </a:lnTo>
                  <a:lnTo>
                    <a:pt x="7609765" y="131985"/>
                  </a:lnTo>
                  <a:lnTo>
                    <a:pt x="7609892" y="131985"/>
                  </a:lnTo>
                  <a:lnTo>
                    <a:pt x="7610018" y="131985"/>
                  </a:lnTo>
                  <a:lnTo>
                    <a:pt x="7610144" y="131985"/>
                  </a:lnTo>
                  <a:lnTo>
                    <a:pt x="7610270" y="131985"/>
                  </a:lnTo>
                  <a:lnTo>
                    <a:pt x="7610396" y="131985"/>
                  </a:lnTo>
                  <a:lnTo>
                    <a:pt x="7610522" y="131985"/>
                  </a:lnTo>
                  <a:lnTo>
                    <a:pt x="7610648" y="131985"/>
                  </a:lnTo>
                  <a:lnTo>
                    <a:pt x="7610774" y="131985"/>
                  </a:lnTo>
                  <a:lnTo>
                    <a:pt x="7610900" y="131985"/>
                  </a:lnTo>
                  <a:lnTo>
                    <a:pt x="7611026" y="131985"/>
                  </a:lnTo>
                  <a:lnTo>
                    <a:pt x="7611152" y="131985"/>
                  </a:lnTo>
                  <a:lnTo>
                    <a:pt x="7611279" y="131985"/>
                  </a:lnTo>
                  <a:lnTo>
                    <a:pt x="7611405" y="131985"/>
                  </a:lnTo>
                  <a:lnTo>
                    <a:pt x="7611531" y="131985"/>
                  </a:lnTo>
                  <a:lnTo>
                    <a:pt x="7611657" y="131985"/>
                  </a:lnTo>
                  <a:lnTo>
                    <a:pt x="7611783" y="131985"/>
                  </a:lnTo>
                  <a:lnTo>
                    <a:pt x="7611909" y="131985"/>
                  </a:lnTo>
                  <a:lnTo>
                    <a:pt x="7612035" y="131985"/>
                  </a:lnTo>
                  <a:lnTo>
                    <a:pt x="7612161" y="131985"/>
                  </a:lnTo>
                  <a:lnTo>
                    <a:pt x="7612287" y="131985"/>
                  </a:lnTo>
                  <a:lnTo>
                    <a:pt x="7612413" y="131985"/>
                  </a:lnTo>
                  <a:lnTo>
                    <a:pt x="7612539" y="131985"/>
                  </a:lnTo>
                  <a:lnTo>
                    <a:pt x="7612665" y="131985"/>
                  </a:lnTo>
                  <a:lnTo>
                    <a:pt x="7612792" y="131985"/>
                  </a:lnTo>
                  <a:lnTo>
                    <a:pt x="7612918" y="131985"/>
                  </a:lnTo>
                  <a:lnTo>
                    <a:pt x="7613044" y="131985"/>
                  </a:lnTo>
                  <a:lnTo>
                    <a:pt x="7613170" y="131985"/>
                  </a:lnTo>
                  <a:lnTo>
                    <a:pt x="7613296" y="131985"/>
                  </a:lnTo>
                  <a:lnTo>
                    <a:pt x="7613422" y="131985"/>
                  </a:lnTo>
                  <a:lnTo>
                    <a:pt x="7613548" y="131985"/>
                  </a:lnTo>
                  <a:lnTo>
                    <a:pt x="7613674" y="131985"/>
                  </a:lnTo>
                  <a:lnTo>
                    <a:pt x="7613800" y="131985"/>
                  </a:lnTo>
                  <a:lnTo>
                    <a:pt x="7613926" y="131985"/>
                  </a:lnTo>
                  <a:lnTo>
                    <a:pt x="7614052" y="131985"/>
                  </a:lnTo>
                  <a:lnTo>
                    <a:pt x="7614179" y="131985"/>
                  </a:lnTo>
                  <a:lnTo>
                    <a:pt x="7614305" y="131985"/>
                  </a:lnTo>
                  <a:lnTo>
                    <a:pt x="7614431" y="131985"/>
                  </a:lnTo>
                  <a:lnTo>
                    <a:pt x="7614557" y="131985"/>
                  </a:lnTo>
                  <a:lnTo>
                    <a:pt x="7614683" y="131985"/>
                  </a:lnTo>
                  <a:lnTo>
                    <a:pt x="7614809" y="131985"/>
                  </a:lnTo>
                  <a:lnTo>
                    <a:pt x="7614935" y="131985"/>
                  </a:lnTo>
                  <a:lnTo>
                    <a:pt x="7615061" y="131985"/>
                  </a:lnTo>
                  <a:lnTo>
                    <a:pt x="7615187" y="131985"/>
                  </a:lnTo>
                  <a:lnTo>
                    <a:pt x="7615313" y="131985"/>
                  </a:lnTo>
                  <a:lnTo>
                    <a:pt x="7615439" y="131985"/>
                  </a:lnTo>
                  <a:lnTo>
                    <a:pt x="7615565" y="131985"/>
                  </a:lnTo>
                  <a:lnTo>
                    <a:pt x="7615692" y="131985"/>
                  </a:lnTo>
                  <a:lnTo>
                    <a:pt x="7615818" y="131985"/>
                  </a:lnTo>
                  <a:lnTo>
                    <a:pt x="7615944" y="131985"/>
                  </a:lnTo>
                  <a:lnTo>
                    <a:pt x="7616070" y="131985"/>
                  </a:lnTo>
                  <a:lnTo>
                    <a:pt x="7616196" y="131985"/>
                  </a:lnTo>
                  <a:lnTo>
                    <a:pt x="7616322" y="131985"/>
                  </a:lnTo>
                  <a:lnTo>
                    <a:pt x="7616448" y="131985"/>
                  </a:lnTo>
                  <a:lnTo>
                    <a:pt x="7616574" y="131985"/>
                  </a:lnTo>
                  <a:lnTo>
                    <a:pt x="7616700" y="131985"/>
                  </a:lnTo>
                  <a:lnTo>
                    <a:pt x="7616826" y="131985"/>
                  </a:lnTo>
                  <a:lnTo>
                    <a:pt x="7616952" y="131985"/>
                  </a:lnTo>
                  <a:lnTo>
                    <a:pt x="7617079" y="131985"/>
                  </a:lnTo>
                  <a:lnTo>
                    <a:pt x="7617205" y="131985"/>
                  </a:lnTo>
                  <a:lnTo>
                    <a:pt x="7617331" y="131985"/>
                  </a:lnTo>
                  <a:lnTo>
                    <a:pt x="7617457" y="131985"/>
                  </a:lnTo>
                  <a:lnTo>
                    <a:pt x="7617583" y="131985"/>
                  </a:lnTo>
                  <a:lnTo>
                    <a:pt x="7617709" y="131985"/>
                  </a:lnTo>
                  <a:lnTo>
                    <a:pt x="7617835" y="131985"/>
                  </a:lnTo>
                  <a:lnTo>
                    <a:pt x="7617961" y="131985"/>
                  </a:lnTo>
                  <a:lnTo>
                    <a:pt x="7618087" y="131985"/>
                  </a:lnTo>
                  <a:lnTo>
                    <a:pt x="7618213" y="131985"/>
                  </a:lnTo>
                  <a:lnTo>
                    <a:pt x="7618339" y="131985"/>
                  </a:lnTo>
                  <a:lnTo>
                    <a:pt x="7618466" y="131985"/>
                  </a:lnTo>
                  <a:lnTo>
                    <a:pt x="7618592" y="131985"/>
                  </a:lnTo>
                  <a:lnTo>
                    <a:pt x="7618718" y="131985"/>
                  </a:lnTo>
                  <a:lnTo>
                    <a:pt x="7618844" y="131985"/>
                  </a:lnTo>
                  <a:lnTo>
                    <a:pt x="7618970" y="131985"/>
                  </a:lnTo>
                  <a:lnTo>
                    <a:pt x="7619096" y="131985"/>
                  </a:lnTo>
                  <a:lnTo>
                    <a:pt x="7619222" y="131985"/>
                  </a:lnTo>
                  <a:lnTo>
                    <a:pt x="7619348" y="131985"/>
                  </a:lnTo>
                  <a:lnTo>
                    <a:pt x="7619474" y="131985"/>
                  </a:lnTo>
                  <a:lnTo>
                    <a:pt x="7619600" y="131985"/>
                  </a:lnTo>
                  <a:lnTo>
                    <a:pt x="7619726" y="131985"/>
                  </a:lnTo>
                  <a:lnTo>
                    <a:pt x="7619852" y="131985"/>
                  </a:lnTo>
                  <a:lnTo>
                    <a:pt x="7619979" y="131985"/>
                  </a:lnTo>
                  <a:lnTo>
                    <a:pt x="7620105" y="131985"/>
                  </a:lnTo>
                  <a:lnTo>
                    <a:pt x="7620231" y="131985"/>
                  </a:lnTo>
                  <a:lnTo>
                    <a:pt x="7620357" y="131985"/>
                  </a:lnTo>
                  <a:lnTo>
                    <a:pt x="7620483" y="131985"/>
                  </a:lnTo>
                  <a:lnTo>
                    <a:pt x="7620609" y="131985"/>
                  </a:lnTo>
                  <a:lnTo>
                    <a:pt x="7620735" y="131985"/>
                  </a:lnTo>
                  <a:lnTo>
                    <a:pt x="7620861" y="131985"/>
                  </a:lnTo>
                  <a:lnTo>
                    <a:pt x="7620987" y="131985"/>
                  </a:lnTo>
                  <a:lnTo>
                    <a:pt x="7621113" y="131985"/>
                  </a:lnTo>
                  <a:lnTo>
                    <a:pt x="7621239" y="131985"/>
                  </a:lnTo>
                  <a:lnTo>
                    <a:pt x="7621366" y="131985"/>
                  </a:lnTo>
                  <a:lnTo>
                    <a:pt x="7621492" y="131985"/>
                  </a:lnTo>
                  <a:lnTo>
                    <a:pt x="7621618" y="131985"/>
                  </a:lnTo>
                  <a:lnTo>
                    <a:pt x="7621744" y="131985"/>
                  </a:lnTo>
                  <a:lnTo>
                    <a:pt x="7621870" y="131985"/>
                  </a:lnTo>
                  <a:lnTo>
                    <a:pt x="7621996" y="131985"/>
                  </a:lnTo>
                  <a:lnTo>
                    <a:pt x="7622122" y="131985"/>
                  </a:lnTo>
                  <a:lnTo>
                    <a:pt x="7622248" y="131985"/>
                  </a:lnTo>
                  <a:lnTo>
                    <a:pt x="7622374" y="131985"/>
                  </a:lnTo>
                  <a:lnTo>
                    <a:pt x="7622500" y="131985"/>
                  </a:lnTo>
                  <a:lnTo>
                    <a:pt x="7622626" y="131985"/>
                  </a:lnTo>
                  <a:lnTo>
                    <a:pt x="7622752" y="131985"/>
                  </a:lnTo>
                  <a:lnTo>
                    <a:pt x="7622879" y="131985"/>
                  </a:lnTo>
                  <a:lnTo>
                    <a:pt x="7622879" y="126706"/>
                  </a:lnTo>
                  <a:lnTo>
                    <a:pt x="7623005" y="126706"/>
                  </a:lnTo>
                  <a:lnTo>
                    <a:pt x="7623131" y="126706"/>
                  </a:lnTo>
                  <a:lnTo>
                    <a:pt x="7623257" y="126706"/>
                  </a:lnTo>
                  <a:lnTo>
                    <a:pt x="7623383" y="126706"/>
                  </a:lnTo>
                  <a:lnTo>
                    <a:pt x="7623509" y="126706"/>
                  </a:lnTo>
                  <a:lnTo>
                    <a:pt x="7623635" y="126706"/>
                  </a:lnTo>
                  <a:lnTo>
                    <a:pt x="7623761" y="126706"/>
                  </a:lnTo>
                  <a:lnTo>
                    <a:pt x="7623887" y="126706"/>
                  </a:lnTo>
                  <a:lnTo>
                    <a:pt x="7624013" y="126706"/>
                  </a:lnTo>
                  <a:lnTo>
                    <a:pt x="7624139" y="126706"/>
                  </a:lnTo>
                  <a:lnTo>
                    <a:pt x="7624266" y="126706"/>
                  </a:lnTo>
                  <a:lnTo>
                    <a:pt x="7624392" y="126706"/>
                  </a:lnTo>
                  <a:lnTo>
                    <a:pt x="7624518" y="126706"/>
                  </a:lnTo>
                  <a:lnTo>
                    <a:pt x="7624644" y="126706"/>
                  </a:lnTo>
                  <a:lnTo>
                    <a:pt x="7624770" y="126706"/>
                  </a:lnTo>
                  <a:lnTo>
                    <a:pt x="7624896" y="126706"/>
                  </a:lnTo>
                  <a:lnTo>
                    <a:pt x="7625022" y="126706"/>
                  </a:lnTo>
                  <a:lnTo>
                    <a:pt x="7625148" y="126706"/>
                  </a:lnTo>
                  <a:lnTo>
                    <a:pt x="7625274" y="126706"/>
                  </a:lnTo>
                  <a:lnTo>
                    <a:pt x="7625400" y="126706"/>
                  </a:lnTo>
                  <a:lnTo>
                    <a:pt x="7625526" y="126706"/>
                  </a:lnTo>
                  <a:lnTo>
                    <a:pt x="7625653" y="126706"/>
                  </a:lnTo>
                  <a:lnTo>
                    <a:pt x="7625779" y="126706"/>
                  </a:lnTo>
                  <a:lnTo>
                    <a:pt x="7625905" y="126706"/>
                  </a:lnTo>
                  <a:lnTo>
                    <a:pt x="7626031" y="126706"/>
                  </a:lnTo>
                  <a:lnTo>
                    <a:pt x="7626157" y="126706"/>
                  </a:lnTo>
                  <a:lnTo>
                    <a:pt x="7626283" y="126706"/>
                  </a:lnTo>
                  <a:lnTo>
                    <a:pt x="7626409" y="126706"/>
                  </a:lnTo>
                  <a:lnTo>
                    <a:pt x="7626535" y="126706"/>
                  </a:lnTo>
                  <a:lnTo>
                    <a:pt x="7626661" y="126706"/>
                  </a:lnTo>
                  <a:lnTo>
                    <a:pt x="7626787" y="126706"/>
                  </a:lnTo>
                  <a:lnTo>
                    <a:pt x="7626913" y="126706"/>
                  </a:lnTo>
                  <a:lnTo>
                    <a:pt x="7627039" y="126706"/>
                  </a:lnTo>
                  <a:lnTo>
                    <a:pt x="7627166" y="126706"/>
                  </a:lnTo>
                  <a:lnTo>
                    <a:pt x="7627292" y="126706"/>
                  </a:lnTo>
                  <a:lnTo>
                    <a:pt x="7627418" y="126706"/>
                  </a:lnTo>
                  <a:lnTo>
                    <a:pt x="7627544" y="126706"/>
                  </a:lnTo>
                  <a:lnTo>
                    <a:pt x="7627670" y="126706"/>
                  </a:lnTo>
                  <a:lnTo>
                    <a:pt x="7627796" y="126706"/>
                  </a:lnTo>
                  <a:lnTo>
                    <a:pt x="7627922" y="126706"/>
                  </a:lnTo>
                  <a:lnTo>
                    <a:pt x="7628048" y="126706"/>
                  </a:lnTo>
                  <a:lnTo>
                    <a:pt x="7628174" y="126706"/>
                  </a:lnTo>
                  <a:lnTo>
                    <a:pt x="7628300" y="126706"/>
                  </a:lnTo>
                  <a:lnTo>
                    <a:pt x="7628426" y="126706"/>
                  </a:lnTo>
                  <a:lnTo>
                    <a:pt x="7628553" y="126706"/>
                  </a:lnTo>
                  <a:lnTo>
                    <a:pt x="7628679" y="126706"/>
                  </a:lnTo>
                  <a:lnTo>
                    <a:pt x="7628805" y="126706"/>
                  </a:lnTo>
                  <a:lnTo>
                    <a:pt x="7628931" y="126706"/>
                  </a:lnTo>
                  <a:lnTo>
                    <a:pt x="7629057" y="126706"/>
                  </a:lnTo>
                  <a:lnTo>
                    <a:pt x="7629183" y="126706"/>
                  </a:lnTo>
                  <a:lnTo>
                    <a:pt x="7629309" y="126706"/>
                  </a:lnTo>
                  <a:lnTo>
                    <a:pt x="7629435" y="126706"/>
                  </a:lnTo>
                  <a:lnTo>
                    <a:pt x="7629561" y="126706"/>
                  </a:lnTo>
                  <a:lnTo>
                    <a:pt x="7629687" y="126706"/>
                  </a:lnTo>
                  <a:lnTo>
                    <a:pt x="7629813" y="126706"/>
                  </a:lnTo>
                  <a:lnTo>
                    <a:pt x="7629939" y="126706"/>
                  </a:lnTo>
                  <a:lnTo>
                    <a:pt x="7630066" y="126706"/>
                  </a:lnTo>
                  <a:lnTo>
                    <a:pt x="7630192" y="126706"/>
                  </a:lnTo>
                  <a:lnTo>
                    <a:pt x="7630318" y="126706"/>
                  </a:lnTo>
                  <a:lnTo>
                    <a:pt x="7630444" y="126706"/>
                  </a:lnTo>
                  <a:lnTo>
                    <a:pt x="7630570" y="126706"/>
                  </a:lnTo>
                  <a:lnTo>
                    <a:pt x="7630696" y="126706"/>
                  </a:lnTo>
                  <a:lnTo>
                    <a:pt x="7630822" y="126706"/>
                  </a:lnTo>
                  <a:lnTo>
                    <a:pt x="7630948" y="126706"/>
                  </a:lnTo>
                  <a:lnTo>
                    <a:pt x="7631074" y="126706"/>
                  </a:lnTo>
                  <a:lnTo>
                    <a:pt x="7631200" y="126706"/>
                  </a:lnTo>
                  <a:lnTo>
                    <a:pt x="7631326" y="126706"/>
                  </a:lnTo>
                  <a:lnTo>
                    <a:pt x="7631453" y="126706"/>
                  </a:lnTo>
                  <a:lnTo>
                    <a:pt x="7631579" y="126706"/>
                  </a:lnTo>
                  <a:lnTo>
                    <a:pt x="7631705" y="126706"/>
                  </a:lnTo>
                  <a:lnTo>
                    <a:pt x="7631831" y="126706"/>
                  </a:lnTo>
                  <a:lnTo>
                    <a:pt x="7631957" y="126706"/>
                  </a:lnTo>
                  <a:lnTo>
                    <a:pt x="7632083" y="126706"/>
                  </a:lnTo>
                  <a:lnTo>
                    <a:pt x="7632209" y="126706"/>
                  </a:lnTo>
                  <a:lnTo>
                    <a:pt x="7632335" y="126706"/>
                  </a:lnTo>
                  <a:lnTo>
                    <a:pt x="7632461" y="126706"/>
                  </a:lnTo>
                  <a:lnTo>
                    <a:pt x="7632587" y="126706"/>
                  </a:lnTo>
                  <a:lnTo>
                    <a:pt x="7632713" y="126706"/>
                  </a:lnTo>
                  <a:lnTo>
                    <a:pt x="7632839" y="126706"/>
                  </a:lnTo>
                  <a:lnTo>
                    <a:pt x="7632966" y="126706"/>
                  </a:lnTo>
                  <a:lnTo>
                    <a:pt x="7633092" y="126706"/>
                  </a:lnTo>
                  <a:lnTo>
                    <a:pt x="7633218" y="126706"/>
                  </a:lnTo>
                  <a:lnTo>
                    <a:pt x="7633344" y="126706"/>
                  </a:lnTo>
                  <a:lnTo>
                    <a:pt x="7633470" y="126706"/>
                  </a:lnTo>
                  <a:lnTo>
                    <a:pt x="7633596" y="126706"/>
                  </a:lnTo>
                  <a:lnTo>
                    <a:pt x="7633722" y="126706"/>
                  </a:lnTo>
                  <a:lnTo>
                    <a:pt x="7633848" y="126706"/>
                  </a:lnTo>
                  <a:lnTo>
                    <a:pt x="7633974" y="126706"/>
                  </a:lnTo>
                  <a:lnTo>
                    <a:pt x="7634100" y="126706"/>
                  </a:lnTo>
                  <a:lnTo>
                    <a:pt x="7634226" y="126706"/>
                  </a:lnTo>
                  <a:lnTo>
                    <a:pt x="7634353" y="126706"/>
                  </a:lnTo>
                  <a:lnTo>
                    <a:pt x="7634479" y="126706"/>
                  </a:lnTo>
                  <a:lnTo>
                    <a:pt x="7634605" y="126706"/>
                  </a:lnTo>
                  <a:lnTo>
                    <a:pt x="7634731" y="126706"/>
                  </a:lnTo>
                  <a:lnTo>
                    <a:pt x="7634857" y="126706"/>
                  </a:lnTo>
                  <a:lnTo>
                    <a:pt x="7634983" y="126706"/>
                  </a:lnTo>
                  <a:lnTo>
                    <a:pt x="7635109" y="126706"/>
                  </a:lnTo>
                  <a:lnTo>
                    <a:pt x="7635235" y="126706"/>
                  </a:lnTo>
                  <a:lnTo>
                    <a:pt x="7635361" y="126706"/>
                  </a:lnTo>
                  <a:lnTo>
                    <a:pt x="7635487" y="126706"/>
                  </a:lnTo>
                  <a:lnTo>
                    <a:pt x="7635613" y="126706"/>
                  </a:lnTo>
                  <a:lnTo>
                    <a:pt x="7635740" y="126706"/>
                  </a:lnTo>
                  <a:lnTo>
                    <a:pt x="7635866" y="126706"/>
                  </a:lnTo>
                  <a:lnTo>
                    <a:pt x="7635992" y="126706"/>
                  </a:lnTo>
                  <a:lnTo>
                    <a:pt x="7636118" y="126706"/>
                  </a:lnTo>
                  <a:lnTo>
                    <a:pt x="7636244" y="126706"/>
                  </a:lnTo>
                  <a:lnTo>
                    <a:pt x="7636370" y="126706"/>
                  </a:lnTo>
                  <a:lnTo>
                    <a:pt x="7636496" y="126706"/>
                  </a:lnTo>
                  <a:lnTo>
                    <a:pt x="7636622" y="126706"/>
                  </a:lnTo>
                  <a:lnTo>
                    <a:pt x="7636748" y="126706"/>
                  </a:lnTo>
                  <a:lnTo>
                    <a:pt x="7636874" y="126706"/>
                  </a:lnTo>
                  <a:lnTo>
                    <a:pt x="7637000" y="126706"/>
                  </a:lnTo>
                  <a:lnTo>
                    <a:pt x="7637126" y="126706"/>
                  </a:lnTo>
                  <a:lnTo>
                    <a:pt x="7637253" y="126706"/>
                  </a:lnTo>
                  <a:lnTo>
                    <a:pt x="7637379" y="126706"/>
                  </a:lnTo>
                  <a:lnTo>
                    <a:pt x="7637505" y="126706"/>
                  </a:lnTo>
                  <a:lnTo>
                    <a:pt x="7637631" y="126706"/>
                  </a:lnTo>
                  <a:lnTo>
                    <a:pt x="7637757" y="126706"/>
                  </a:lnTo>
                  <a:lnTo>
                    <a:pt x="7637883" y="126706"/>
                  </a:lnTo>
                  <a:lnTo>
                    <a:pt x="7638009" y="126706"/>
                  </a:lnTo>
                  <a:lnTo>
                    <a:pt x="7638135" y="126706"/>
                  </a:lnTo>
                  <a:lnTo>
                    <a:pt x="7638261" y="126706"/>
                  </a:lnTo>
                  <a:lnTo>
                    <a:pt x="7638387" y="126706"/>
                  </a:lnTo>
                  <a:lnTo>
                    <a:pt x="7638513" y="126706"/>
                  </a:lnTo>
                  <a:lnTo>
                    <a:pt x="7638640" y="126706"/>
                  </a:lnTo>
                  <a:lnTo>
                    <a:pt x="7638766" y="126706"/>
                  </a:lnTo>
                  <a:lnTo>
                    <a:pt x="7638892" y="126706"/>
                  </a:lnTo>
                  <a:lnTo>
                    <a:pt x="7639018" y="126706"/>
                  </a:lnTo>
                  <a:lnTo>
                    <a:pt x="7639144" y="126706"/>
                  </a:lnTo>
                  <a:lnTo>
                    <a:pt x="7639270" y="126706"/>
                  </a:lnTo>
                  <a:lnTo>
                    <a:pt x="7639396" y="126706"/>
                  </a:lnTo>
                  <a:lnTo>
                    <a:pt x="7639522" y="126706"/>
                  </a:lnTo>
                  <a:lnTo>
                    <a:pt x="7639648" y="126706"/>
                  </a:lnTo>
                  <a:lnTo>
                    <a:pt x="7639774" y="126706"/>
                  </a:lnTo>
                  <a:lnTo>
                    <a:pt x="7639900" y="126706"/>
                  </a:lnTo>
                  <a:lnTo>
                    <a:pt x="7640026" y="126706"/>
                  </a:lnTo>
                  <a:lnTo>
                    <a:pt x="7640153" y="126706"/>
                  </a:lnTo>
                  <a:lnTo>
                    <a:pt x="7640279" y="126706"/>
                  </a:lnTo>
                  <a:lnTo>
                    <a:pt x="7640405" y="126706"/>
                  </a:lnTo>
                  <a:lnTo>
                    <a:pt x="7640531" y="126706"/>
                  </a:lnTo>
                  <a:lnTo>
                    <a:pt x="7640657" y="126706"/>
                  </a:lnTo>
                  <a:lnTo>
                    <a:pt x="7640783" y="126706"/>
                  </a:lnTo>
                  <a:lnTo>
                    <a:pt x="7640909" y="126706"/>
                  </a:lnTo>
                  <a:lnTo>
                    <a:pt x="7641035" y="126706"/>
                  </a:lnTo>
                  <a:lnTo>
                    <a:pt x="7641161" y="126706"/>
                  </a:lnTo>
                  <a:lnTo>
                    <a:pt x="7641287" y="126706"/>
                  </a:lnTo>
                  <a:lnTo>
                    <a:pt x="7641413" y="126706"/>
                  </a:lnTo>
                  <a:lnTo>
                    <a:pt x="7641540" y="126706"/>
                  </a:lnTo>
                  <a:lnTo>
                    <a:pt x="7641666" y="126706"/>
                  </a:lnTo>
                  <a:lnTo>
                    <a:pt x="7641792" y="126706"/>
                  </a:lnTo>
                  <a:lnTo>
                    <a:pt x="7641918" y="126706"/>
                  </a:lnTo>
                  <a:lnTo>
                    <a:pt x="7642044" y="126706"/>
                  </a:lnTo>
                  <a:lnTo>
                    <a:pt x="7642170" y="126706"/>
                  </a:lnTo>
                  <a:lnTo>
                    <a:pt x="7642296" y="126706"/>
                  </a:lnTo>
                  <a:lnTo>
                    <a:pt x="7642422" y="126706"/>
                  </a:lnTo>
                  <a:lnTo>
                    <a:pt x="7642548" y="126706"/>
                  </a:lnTo>
                  <a:lnTo>
                    <a:pt x="7642674" y="126706"/>
                  </a:lnTo>
                  <a:lnTo>
                    <a:pt x="7642800" y="126706"/>
                  </a:lnTo>
                  <a:lnTo>
                    <a:pt x="7642927" y="126706"/>
                  </a:lnTo>
                  <a:lnTo>
                    <a:pt x="7643053" y="126706"/>
                  </a:lnTo>
                  <a:lnTo>
                    <a:pt x="7643179" y="126706"/>
                  </a:lnTo>
                  <a:lnTo>
                    <a:pt x="7643305" y="126706"/>
                  </a:lnTo>
                  <a:lnTo>
                    <a:pt x="7643431" y="126706"/>
                  </a:lnTo>
                  <a:lnTo>
                    <a:pt x="7643557" y="126706"/>
                  </a:lnTo>
                  <a:lnTo>
                    <a:pt x="7643683" y="126706"/>
                  </a:lnTo>
                  <a:lnTo>
                    <a:pt x="7643809" y="126706"/>
                  </a:lnTo>
                  <a:lnTo>
                    <a:pt x="7643935" y="126706"/>
                  </a:lnTo>
                  <a:lnTo>
                    <a:pt x="7644061" y="126706"/>
                  </a:lnTo>
                  <a:lnTo>
                    <a:pt x="7644187" y="126706"/>
                  </a:lnTo>
                  <a:lnTo>
                    <a:pt x="7644313" y="126706"/>
                  </a:lnTo>
                  <a:lnTo>
                    <a:pt x="7644440" y="126706"/>
                  </a:lnTo>
                  <a:lnTo>
                    <a:pt x="7644566" y="126706"/>
                  </a:lnTo>
                  <a:lnTo>
                    <a:pt x="7644692" y="126706"/>
                  </a:lnTo>
                  <a:lnTo>
                    <a:pt x="7644818" y="126706"/>
                  </a:lnTo>
                  <a:lnTo>
                    <a:pt x="7644944" y="126706"/>
                  </a:lnTo>
                  <a:lnTo>
                    <a:pt x="7645070" y="126706"/>
                  </a:lnTo>
                  <a:lnTo>
                    <a:pt x="7645196" y="126706"/>
                  </a:lnTo>
                  <a:lnTo>
                    <a:pt x="7645322" y="126706"/>
                  </a:lnTo>
                  <a:lnTo>
                    <a:pt x="7645448" y="126706"/>
                  </a:lnTo>
                  <a:lnTo>
                    <a:pt x="7645574" y="126706"/>
                  </a:lnTo>
                  <a:lnTo>
                    <a:pt x="7645700" y="126706"/>
                  </a:lnTo>
                  <a:lnTo>
                    <a:pt x="7645827" y="126706"/>
                  </a:lnTo>
                  <a:lnTo>
                    <a:pt x="7645953" y="126706"/>
                  </a:lnTo>
                  <a:lnTo>
                    <a:pt x="7646079" y="126706"/>
                  </a:lnTo>
                  <a:lnTo>
                    <a:pt x="7646205" y="126706"/>
                  </a:lnTo>
                  <a:lnTo>
                    <a:pt x="7646331" y="126706"/>
                  </a:lnTo>
                  <a:lnTo>
                    <a:pt x="7646457" y="126706"/>
                  </a:lnTo>
                  <a:lnTo>
                    <a:pt x="7646583" y="126706"/>
                  </a:lnTo>
                  <a:lnTo>
                    <a:pt x="7646709" y="126706"/>
                  </a:lnTo>
                  <a:lnTo>
                    <a:pt x="7646835" y="126706"/>
                  </a:lnTo>
                  <a:lnTo>
                    <a:pt x="7646961" y="126706"/>
                  </a:lnTo>
                  <a:lnTo>
                    <a:pt x="7647087" y="126706"/>
                  </a:lnTo>
                  <a:lnTo>
                    <a:pt x="7647213" y="126706"/>
                  </a:lnTo>
                  <a:lnTo>
                    <a:pt x="7647340" y="126706"/>
                  </a:lnTo>
                  <a:lnTo>
                    <a:pt x="7647466" y="126706"/>
                  </a:lnTo>
                  <a:lnTo>
                    <a:pt x="7647592" y="126706"/>
                  </a:lnTo>
                  <a:lnTo>
                    <a:pt x="7647718" y="126706"/>
                  </a:lnTo>
                  <a:lnTo>
                    <a:pt x="7647844" y="126706"/>
                  </a:lnTo>
                  <a:lnTo>
                    <a:pt x="7647970" y="126706"/>
                  </a:lnTo>
                  <a:lnTo>
                    <a:pt x="7648096" y="126706"/>
                  </a:lnTo>
                  <a:lnTo>
                    <a:pt x="7648222" y="126706"/>
                  </a:lnTo>
                  <a:lnTo>
                    <a:pt x="7648348" y="126706"/>
                  </a:lnTo>
                  <a:lnTo>
                    <a:pt x="7648474" y="126706"/>
                  </a:lnTo>
                  <a:lnTo>
                    <a:pt x="7648600" y="126706"/>
                  </a:lnTo>
                  <a:lnTo>
                    <a:pt x="7648727" y="126706"/>
                  </a:lnTo>
                  <a:lnTo>
                    <a:pt x="7648853" y="126706"/>
                  </a:lnTo>
                  <a:lnTo>
                    <a:pt x="7648979" y="126706"/>
                  </a:lnTo>
                  <a:lnTo>
                    <a:pt x="7649105" y="126706"/>
                  </a:lnTo>
                  <a:lnTo>
                    <a:pt x="7649231" y="126706"/>
                  </a:lnTo>
                  <a:lnTo>
                    <a:pt x="7649357" y="126706"/>
                  </a:lnTo>
                  <a:lnTo>
                    <a:pt x="7649483" y="126706"/>
                  </a:lnTo>
                  <a:lnTo>
                    <a:pt x="7649609" y="126706"/>
                  </a:lnTo>
                  <a:lnTo>
                    <a:pt x="7649735" y="126706"/>
                  </a:lnTo>
                  <a:lnTo>
                    <a:pt x="7649861" y="126706"/>
                  </a:lnTo>
                  <a:lnTo>
                    <a:pt x="7649987" y="126706"/>
                  </a:lnTo>
                  <a:lnTo>
                    <a:pt x="7650114" y="126706"/>
                  </a:lnTo>
                  <a:lnTo>
                    <a:pt x="7650240" y="126706"/>
                  </a:lnTo>
                  <a:lnTo>
                    <a:pt x="7650366" y="126706"/>
                  </a:lnTo>
                  <a:lnTo>
                    <a:pt x="7650492" y="126706"/>
                  </a:lnTo>
                  <a:lnTo>
                    <a:pt x="7650618" y="126706"/>
                  </a:lnTo>
                  <a:lnTo>
                    <a:pt x="7650744" y="126706"/>
                  </a:lnTo>
                  <a:lnTo>
                    <a:pt x="7650870" y="126706"/>
                  </a:lnTo>
                  <a:lnTo>
                    <a:pt x="7650996" y="126706"/>
                  </a:lnTo>
                  <a:lnTo>
                    <a:pt x="7651122" y="126706"/>
                  </a:lnTo>
                  <a:lnTo>
                    <a:pt x="7651248" y="126706"/>
                  </a:lnTo>
                  <a:lnTo>
                    <a:pt x="7651374" y="126706"/>
                  </a:lnTo>
                  <a:lnTo>
                    <a:pt x="7651500" y="126706"/>
                  </a:lnTo>
                  <a:lnTo>
                    <a:pt x="7651627" y="126706"/>
                  </a:lnTo>
                  <a:lnTo>
                    <a:pt x="7651753" y="126706"/>
                  </a:lnTo>
                  <a:lnTo>
                    <a:pt x="7651879" y="126706"/>
                  </a:lnTo>
                  <a:lnTo>
                    <a:pt x="7652005" y="126706"/>
                  </a:lnTo>
                  <a:lnTo>
                    <a:pt x="7652131" y="126706"/>
                  </a:lnTo>
                  <a:lnTo>
                    <a:pt x="7652257" y="126706"/>
                  </a:lnTo>
                  <a:lnTo>
                    <a:pt x="7652383" y="126706"/>
                  </a:lnTo>
                  <a:lnTo>
                    <a:pt x="7652509" y="126706"/>
                  </a:lnTo>
                  <a:lnTo>
                    <a:pt x="7652635" y="126706"/>
                  </a:lnTo>
                  <a:lnTo>
                    <a:pt x="7652761" y="126706"/>
                  </a:lnTo>
                  <a:lnTo>
                    <a:pt x="7652887" y="126706"/>
                  </a:lnTo>
                  <a:lnTo>
                    <a:pt x="7653014" y="126706"/>
                  </a:lnTo>
                  <a:lnTo>
                    <a:pt x="7653140" y="126706"/>
                  </a:lnTo>
                  <a:lnTo>
                    <a:pt x="7653266" y="126706"/>
                  </a:lnTo>
                  <a:lnTo>
                    <a:pt x="7653392" y="126706"/>
                  </a:lnTo>
                  <a:lnTo>
                    <a:pt x="7653518" y="126706"/>
                  </a:lnTo>
                  <a:lnTo>
                    <a:pt x="7653644" y="126706"/>
                  </a:lnTo>
                  <a:lnTo>
                    <a:pt x="7653770" y="126706"/>
                  </a:lnTo>
                  <a:lnTo>
                    <a:pt x="7653896" y="126706"/>
                  </a:lnTo>
                  <a:lnTo>
                    <a:pt x="7654022" y="126706"/>
                  </a:lnTo>
                  <a:lnTo>
                    <a:pt x="7654148" y="126706"/>
                  </a:lnTo>
                  <a:lnTo>
                    <a:pt x="7654274" y="126706"/>
                  </a:lnTo>
                  <a:lnTo>
                    <a:pt x="7654400" y="126706"/>
                  </a:lnTo>
                  <a:lnTo>
                    <a:pt x="7654527" y="126706"/>
                  </a:lnTo>
                  <a:lnTo>
                    <a:pt x="7654653" y="126706"/>
                  </a:lnTo>
                  <a:lnTo>
                    <a:pt x="7654779" y="126706"/>
                  </a:lnTo>
                  <a:lnTo>
                    <a:pt x="7654905" y="126706"/>
                  </a:lnTo>
                  <a:lnTo>
                    <a:pt x="7655031" y="126706"/>
                  </a:lnTo>
                  <a:lnTo>
                    <a:pt x="7655157" y="126706"/>
                  </a:lnTo>
                  <a:lnTo>
                    <a:pt x="7655283" y="126706"/>
                  </a:lnTo>
                  <a:lnTo>
                    <a:pt x="7655409" y="126706"/>
                  </a:lnTo>
                  <a:lnTo>
                    <a:pt x="7655535" y="126706"/>
                  </a:lnTo>
                  <a:lnTo>
                    <a:pt x="7655661" y="126706"/>
                  </a:lnTo>
                  <a:lnTo>
                    <a:pt x="7655787" y="126706"/>
                  </a:lnTo>
                  <a:lnTo>
                    <a:pt x="7655914" y="126706"/>
                  </a:lnTo>
                  <a:lnTo>
                    <a:pt x="7656040" y="126706"/>
                  </a:lnTo>
                  <a:lnTo>
                    <a:pt x="7656166" y="126706"/>
                  </a:lnTo>
                  <a:lnTo>
                    <a:pt x="7656292" y="126706"/>
                  </a:lnTo>
                  <a:lnTo>
                    <a:pt x="7656418" y="126706"/>
                  </a:lnTo>
                  <a:lnTo>
                    <a:pt x="7656544" y="126706"/>
                  </a:lnTo>
                  <a:lnTo>
                    <a:pt x="7656670" y="126706"/>
                  </a:lnTo>
                  <a:lnTo>
                    <a:pt x="7656796" y="126706"/>
                  </a:lnTo>
                  <a:lnTo>
                    <a:pt x="7656922" y="126706"/>
                  </a:lnTo>
                  <a:lnTo>
                    <a:pt x="7657048" y="126706"/>
                  </a:lnTo>
                  <a:lnTo>
                    <a:pt x="7657174" y="126706"/>
                  </a:lnTo>
                  <a:lnTo>
                    <a:pt x="7657300" y="126706"/>
                  </a:lnTo>
                  <a:lnTo>
                    <a:pt x="7657427" y="126706"/>
                  </a:lnTo>
                  <a:lnTo>
                    <a:pt x="7657553" y="126706"/>
                  </a:lnTo>
                  <a:lnTo>
                    <a:pt x="7657679" y="126706"/>
                  </a:lnTo>
                  <a:lnTo>
                    <a:pt x="7657805" y="126706"/>
                  </a:lnTo>
                  <a:lnTo>
                    <a:pt x="7657931" y="126706"/>
                  </a:lnTo>
                  <a:lnTo>
                    <a:pt x="7658057" y="126706"/>
                  </a:lnTo>
                  <a:lnTo>
                    <a:pt x="7658183" y="126706"/>
                  </a:lnTo>
                  <a:lnTo>
                    <a:pt x="7658309" y="126706"/>
                  </a:lnTo>
                  <a:lnTo>
                    <a:pt x="7658435" y="126706"/>
                  </a:lnTo>
                  <a:lnTo>
                    <a:pt x="7658561" y="126706"/>
                  </a:lnTo>
                  <a:lnTo>
                    <a:pt x="7658687" y="126706"/>
                  </a:lnTo>
                  <a:lnTo>
                    <a:pt x="7658814" y="126706"/>
                  </a:lnTo>
                  <a:lnTo>
                    <a:pt x="7658940" y="126706"/>
                  </a:lnTo>
                  <a:lnTo>
                    <a:pt x="7659066" y="126706"/>
                  </a:lnTo>
                  <a:lnTo>
                    <a:pt x="7659192" y="126706"/>
                  </a:lnTo>
                  <a:lnTo>
                    <a:pt x="7659318" y="126706"/>
                  </a:lnTo>
                  <a:lnTo>
                    <a:pt x="7659444" y="126706"/>
                  </a:lnTo>
                  <a:lnTo>
                    <a:pt x="7659570" y="126706"/>
                  </a:lnTo>
                  <a:lnTo>
                    <a:pt x="7659696" y="126706"/>
                  </a:lnTo>
                  <a:lnTo>
                    <a:pt x="7659822" y="126706"/>
                  </a:lnTo>
                  <a:lnTo>
                    <a:pt x="7659948" y="126706"/>
                  </a:lnTo>
                  <a:lnTo>
                    <a:pt x="7660074" y="126706"/>
                  </a:lnTo>
                  <a:lnTo>
                    <a:pt x="7660201" y="126706"/>
                  </a:lnTo>
                  <a:lnTo>
                    <a:pt x="7660327" y="126706"/>
                  </a:lnTo>
                  <a:lnTo>
                    <a:pt x="7660453" y="126706"/>
                  </a:lnTo>
                  <a:lnTo>
                    <a:pt x="7660579" y="126706"/>
                  </a:lnTo>
                  <a:lnTo>
                    <a:pt x="7660705" y="126706"/>
                  </a:lnTo>
                  <a:lnTo>
                    <a:pt x="7660831" y="126706"/>
                  </a:lnTo>
                  <a:lnTo>
                    <a:pt x="7660957" y="126706"/>
                  </a:lnTo>
                  <a:lnTo>
                    <a:pt x="7661083" y="126706"/>
                  </a:lnTo>
                  <a:lnTo>
                    <a:pt x="7661209" y="126706"/>
                  </a:lnTo>
                  <a:lnTo>
                    <a:pt x="7661335" y="126706"/>
                  </a:lnTo>
                  <a:lnTo>
                    <a:pt x="7661461" y="126706"/>
                  </a:lnTo>
                  <a:lnTo>
                    <a:pt x="7661587" y="126706"/>
                  </a:lnTo>
                  <a:lnTo>
                    <a:pt x="7661714" y="126706"/>
                  </a:lnTo>
                  <a:lnTo>
                    <a:pt x="7661840" y="126706"/>
                  </a:lnTo>
                  <a:lnTo>
                    <a:pt x="7661966" y="126706"/>
                  </a:lnTo>
                  <a:lnTo>
                    <a:pt x="7662092" y="126706"/>
                  </a:lnTo>
                  <a:lnTo>
                    <a:pt x="7662218" y="126706"/>
                  </a:lnTo>
                  <a:lnTo>
                    <a:pt x="7662344" y="126706"/>
                  </a:lnTo>
                  <a:lnTo>
                    <a:pt x="7662470" y="126706"/>
                  </a:lnTo>
                  <a:lnTo>
                    <a:pt x="7662596" y="126706"/>
                  </a:lnTo>
                  <a:lnTo>
                    <a:pt x="7662722" y="126706"/>
                  </a:lnTo>
                  <a:lnTo>
                    <a:pt x="7662848" y="126706"/>
                  </a:lnTo>
                  <a:lnTo>
                    <a:pt x="7662974" y="126706"/>
                  </a:lnTo>
                  <a:lnTo>
                    <a:pt x="7663101" y="126706"/>
                  </a:lnTo>
                  <a:lnTo>
                    <a:pt x="7663227" y="126706"/>
                  </a:lnTo>
                  <a:lnTo>
                    <a:pt x="7663353" y="126706"/>
                  </a:lnTo>
                  <a:lnTo>
                    <a:pt x="7663479" y="126706"/>
                  </a:lnTo>
                  <a:lnTo>
                    <a:pt x="7663605" y="126706"/>
                  </a:lnTo>
                  <a:lnTo>
                    <a:pt x="7663731" y="126706"/>
                  </a:lnTo>
                  <a:lnTo>
                    <a:pt x="7663857" y="126706"/>
                  </a:lnTo>
                  <a:lnTo>
                    <a:pt x="7663983" y="126706"/>
                  </a:lnTo>
                  <a:lnTo>
                    <a:pt x="7664109" y="126706"/>
                  </a:lnTo>
                  <a:lnTo>
                    <a:pt x="7664235" y="126706"/>
                  </a:lnTo>
                  <a:lnTo>
                    <a:pt x="7664361" y="126706"/>
                  </a:lnTo>
                  <a:lnTo>
                    <a:pt x="7664487" y="126706"/>
                  </a:lnTo>
                  <a:lnTo>
                    <a:pt x="7664614" y="126706"/>
                  </a:lnTo>
                  <a:lnTo>
                    <a:pt x="7664740" y="126706"/>
                  </a:lnTo>
                  <a:lnTo>
                    <a:pt x="7664866" y="126706"/>
                  </a:lnTo>
                  <a:lnTo>
                    <a:pt x="7664992" y="126706"/>
                  </a:lnTo>
                  <a:lnTo>
                    <a:pt x="7665118" y="126706"/>
                  </a:lnTo>
                  <a:lnTo>
                    <a:pt x="7665244" y="126706"/>
                  </a:lnTo>
                  <a:lnTo>
                    <a:pt x="7665370" y="126706"/>
                  </a:lnTo>
                  <a:lnTo>
                    <a:pt x="7665496" y="126706"/>
                  </a:lnTo>
                  <a:lnTo>
                    <a:pt x="7665622" y="126706"/>
                  </a:lnTo>
                  <a:lnTo>
                    <a:pt x="7665748" y="126706"/>
                  </a:lnTo>
                  <a:lnTo>
                    <a:pt x="7665748" y="121426"/>
                  </a:lnTo>
                  <a:lnTo>
                    <a:pt x="7665874" y="121426"/>
                  </a:lnTo>
                  <a:lnTo>
                    <a:pt x="7666001" y="121426"/>
                  </a:lnTo>
                  <a:lnTo>
                    <a:pt x="7666127" y="121426"/>
                  </a:lnTo>
                  <a:lnTo>
                    <a:pt x="7666253" y="121426"/>
                  </a:lnTo>
                  <a:lnTo>
                    <a:pt x="7666379" y="121426"/>
                  </a:lnTo>
                  <a:lnTo>
                    <a:pt x="7666505" y="121426"/>
                  </a:lnTo>
                  <a:lnTo>
                    <a:pt x="7666631" y="121426"/>
                  </a:lnTo>
                  <a:lnTo>
                    <a:pt x="7666757" y="121426"/>
                  </a:lnTo>
                  <a:lnTo>
                    <a:pt x="7666883" y="121426"/>
                  </a:lnTo>
                  <a:lnTo>
                    <a:pt x="7667009" y="121426"/>
                  </a:lnTo>
                  <a:lnTo>
                    <a:pt x="7667135" y="121426"/>
                  </a:lnTo>
                  <a:lnTo>
                    <a:pt x="7667261" y="121426"/>
                  </a:lnTo>
                  <a:lnTo>
                    <a:pt x="7667388" y="121426"/>
                  </a:lnTo>
                  <a:lnTo>
                    <a:pt x="7667514" y="121426"/>
                  </a:lnTo>
                  <a:lnTo>
                    <a:pt x="7667640" y="121426"/>
                  </a:lnTo>
                  <a:lnTo>
                    <a:pt x="7667766" y="121426"/>
                  </a:lnTo>
                  <a:lnTo>
                    <a:pt x="7667892" y="121426"/>
                  </a:lnTo>
                  <a:lnTo>
                    <a:pt x="7668018" y="121426"/>
                  </a:lnTo>
                  <a:lnTo>
                    <a:pt x="7668144" y="121426"/>
                  </a:lnTo>
                  <a:lnTo>
                    <a:pt x="7668270" y="121426"/>
                  </a:lnTo>
                  <a:lnTo>
                    <a:pt x="7668396" y="121426"/>
                  </a:lnTo>
                  <a:lnTo>
                    <a:pt x="7668522" y="121426"/>
                  </a:lnTo>
                  <a:lnTo>
                    <a:pt x="7668648" y="121426"/>
                  </a:lnTo>
                  <a:lnTo>
                    <a:pt x="7668774" y="121426"/>
                  </a:lnTo>
                  <a:lnTo>
                    <a:pt x="7668901" y="121426"/>
                  </a:lnTo>
                  <a:lnTo>
                    <a:pt x="7669027" y="121426"/>
                  </a:lnTo>
                  <a:lnTo>
                    <a:pt x="7669153" y="121426"/>
                  </a:lnTo>
                  <a:lnTo>
                    <a:pt x="7669279" y="121426"/>
                  </a:lnTo>
                  <a:lnTo>
                    <a:pt x="7669405" y="121426"/>
                  </a:lnTo>
                  <a:lnTo>
                    <a:pt x="7669531" y="121426"/>
                  </a:lnTo>
                  <a:lnTo>
                    <a:pt x="7669657" y="121426"/>
                  </a:lnTo>
                  <a:lnTo>
                    <a:pt x="7669783" y="121426"/>
                  </a:lnTo>
                  <a:lnTo>
                    <a:pt x="7669909" y="121426"/>
                  </a:lnTo>
                  <a:lnTo>
                    <a:pt x="7670035" y="121426"/>
                  </a:lnTo>
                  <a:lnTo>
                    <a:pt x="7670161" y="121426"/>
                  </a:lnTo>
                  <a:lnTo>
                    <a:pt x="7670288" y="121426"/>
                  </a:lnTo>
                  <a:lnTo>
                    <a:pt x="7670414" y="121426"/>
                  </a:lnTo>
                  <a:lnTo>
                    <a:pt x="7670540" y="121426"/>
                  </a:lnTo>
                  <a:lnTo>
                    <a:pt x="7670666" y="121426"/>
                  </a:lnTo>
                  <a:lnTo>
                    <a:pt x="7670792" y="121426"/>
                  </a:lnTo>
                  <a:lnTo>
                    <a:pt x="7670918" y="121426"/>
                  </a:lnTo>
                  <a:lnTo>
                    <a:pt x="7671044" y="121426"/>
                  </a:lnTo>
                  <a:lnTo>
                    <a:pt x="7671170" y="121426"/>
                  </a:lnTo>
                  <a:lnTo>
                    <a:pt x="7671296" y="121426"/>
                  </a:lnTo>
                  <a:lnTo>
                    <a:pt x="7671422" y="121426"/>
                  </a:lnTo>
                  <a:lnTo>
                    <a:pt x="7671548" y="121426"/>
                  </a:lnTo>
                  <a:lnTo>
                    <a:pt x="7671674" y="121426"/>
                  </a:lnTo>
                  <a:lnTo>
                    <a:pt x="7671801" y="121426"/>
                  </a:lnTo>
                  <a:lnTo>
                    <a:pt x="7671927" y="121426"/>
                  </a:lnTo>
                  <a:lnTo>
                    <a:pt x="7672053" y="121426"/>
                  </a:lnTo>
                  <a:lnTo>
                    <a:pt x="7672179" y="121426"/>
                  </a:lnTo>
                  <a:lnTo>
                    <a:pt x="7672305" y="121426"/>
                  </a:lnTo>
                  <a:lnTo>
                    <a:pt x="7672431" y="121426"/>
                  </a:lnTo>
                  <a:lnTo>
                    <a:pt x="7672557" y="121426"/>
                  </a:lnTo>
                  <a:lnTo>
                    <a:pt x="7672683" y="121426"/>
                  </a:lnTo>
                  <a:lnTo>
                    <a:pt x="7672809" y="121426"/>
                  </a:lnTo>
                  <a:lnTo>
                    <a:pt x="7672935" y="121426"/>
                  </a:lnTo>
                  <a:lnTo>
                    <a:pt x="7673061" y="121426"/>
                  </a:lnTo>
                  <a:lnTo>
                    <a:pt x="7673188" y="121426"/>
                  </a:lnTo>
                  <a:lnTo>
                    <a:pt x="7673314" y="121426"/>
                  </a:lnTo>
                  <a:lnTo>
                    <a:pt x="7673440" y="121426"/>
                  </a:lnTo>
                  <a:lnTo>
                    <a:pt x="7673566" y="121426"/>
                  </a:lnTo>
                  <a:lnTo>
                    <a:pt x="7673692" y="121426"/>
                  </a:lnTo>
                  <a:lnTo>
                    <a:pt x="7673818" y="121426"/>
                  </a:lnTo>
                  <a:lnTo>
                    <a:pt x="7673944" y="121426"/>
                  </a:lnTo>
                  <a:lnTo>
                    <a:pt x="7674070" y="121426"/>
                  </a:lnTo>
                  <a:lnTo>
                    <a:pt x="7674196" y="121426"/>
                  </a:lnTo>
                  <a:lnTo>
                    <a:pt x="7674322" y="121426"/>
                  </a:lnTo>
                  <a:lnTo>
                    <a:pt x="7674448" y="121426"/>
                  </a:lnTo>
                  <a:lnTo>
                    <a:pt x="7674574" y="121426"/>
                  </a:lnTo>
                  <a:lnTo>
                    <a:pt x="7674701" y="121426"/>
                  </a:lnTo>
                  <a:lnTo>
                    <a:pt x="7674827" y="121426"/>
                  </a:lnTo>
                  <a:lnTo>
                    <a:pt x="7674953" y="121426"/>
                  </a:lnTo>
                  <a:lnTo>
                    <a:pt x="7675079" y="121426"/>
                  </a:lnTo>
                  <a:lnTo>
                    <a:pt x="7675205" y="121426"/>
                  </a:lnTo>
                  <a:lnTo>
                    <a:pt x="7675331" y="121426"/>
                  </a:lnTo>
                  <a:lnTo>
                    <a:pt x="7675457" y="121426"/>
                  </a:lnTo>
                  <a:lnTo>
                    <a:pt x="7675583" y="121426"/>
                  </a:lnTo>
                  <a:lnTo>
                    <a:pt x="7675709" y="121426"/>
                  </a:lnTo>
                  <a:lnTo>
                    <a:pt x="7675835" y="121426"/>
                  </a:lnTo>
                  <a:lnTo>
                    <a:pt x="7675961" y="121426"/>
                  </a:lnTo>
                  <a:lnTo>
                    <a:pt x="7676088" y="121426"/>
                  </a:lnTo>
                  <a:lnTo>
                    <a:pt x="7676214" y="121426"/>
                  </a:lnTo>
                  <a:lnTo>
                    <a:pt x="7676340" y="121426"/>
                  </a:lnTo>
                  <a:lnTo>
                    <a:pt x="7676466" y="121426"/>
                  </a:lnTo>
                  <a:lnTo>
                    <a:pt x="7676592" y="121426"/>
                  </a:lnTo>
                  <a:lnTo>
                    <a:pt x="7676718" y="121426"/>
                  </a:lnTo>
                  <a:lnTo>
                    <a:pt x="7676844" y="121426"/>
                  </a:lnTo>
                  <a:lnTo>
                    <a:pt x="7676970" y="121426"/>
                  </a:lnTo>
                  <a:lnTo>
                    <a:pt x="7677096" y="121426"/>
                  </a:lnTo>
                  <a:lnTo>
                    <a:pt x="7677222" y="121426"/>
                  </a:lnTo>
                  <a:lnTo>
                    <a:pt x="7677348" y="121426"/>
                  </a:lnTo>
                  <a:lnTo>
                    <a:pt x="7677475" y="121426"/>
                  </a:lnTo>
                  <a:lnTo>
                    <a:pt x="7677601" y="121426"/>
                  </a:lnTo>
                  <a:lnTo>
                    <a:pt x="7677727" y="121426"/>
                  </a:lnTo>
                  <a:lnTo>
                    <a:pt x="7677853" y="121426"/>
                  </a:lnTo>
                  <a:lnTo>
                    <a:pt x="7677979" y="121426"/>
                  </a:lnTo>
                  <a:lnTo>
                    <a:pt x="7678105" y="121426"/>
                  </a:lnTo>
                  <a:lnTo>
                    <a:pt x="7678231" y="121426"/>
                  </a:lnTo>
                  <a:lnTo>
                    <a:pt x="7678357" y="121426"/>
                  </a:lnTo>
                  <a:lnTo>
                    <a:pt x="7678483" y="121426"/>
                  </a:lnTo>
                  <a:lnTo>
                    <a:pt x="7678609" y="121426"/>
                  </a:lnTo>
                  <a:lnTo>
                    <a:pt x="7678735" y="121426"/>
                  </a:lnTo>
                  <a:lnTo>
                    <a:pt x="7678861" y="121426"/>
                  </a:lnTo>
                  <a:lnTo>
                    <a:pt x="7678988" y="121426"/>
                  </a:lnTo>
                  <a:lnTo>
                    <a:pt x="7679114" y="121426"/>
                  </a:lnTo>
                  <a:lnTo>
                    <a:pt x="7679240" y="121426"/>
                  </a:lnTo>
                  <a:lnTo>
                    <a:pt x="7679366" y="121426"/>
                  </a:lnTo>
                  <a:lnTo>
                    <a:pt x="7679492" y="121426"/>
                  </a:lnTo>
                  <a:lnTo>
                    <a:pt x="7679618" y="121426"/>
                  </a:lnTo>
                  <a:lnTo>
                    <a:pt x="7679744" y="121426"/>
                  </a:lnTo>
                  <a:lnTo>
                    <a:pt x="7679870" y="121426"/>
                  </a:lnTo>
                  <a:lnTo>
                    <a:pt x="7679996" y="121426"/>
                  </a:lnTo>
                  <a:lnTo>
                    <a:pt x="7680122" y="121426"/>
                  </a:lnTo>
                  <a:lnTo>
                    <a:pt x="7680248" y="121426"/>
                  </a:lnTo>
                  <a:lnTo>
                    <a:pt x="7680375" y="121426"/>
                  </a:lnTo>
                  <a:lnTo>
                    <a:pt x="7680501" y="121426"/>
                  </a:lnTo>
                  <a:lnTo>
                    <a:pt x="7680627" y="121426"/>
                  </a:lnTo>
                  <a:lnTo>
                    <a:pt x="7680753" y="121426"/>
                  </a:lnTo>
                  <a:lnTo>
                    <a:pt x="7680879" y="121426"/>
                  </a:lnTo>
                  <a:lnTo>
                    <a:pt x="7681005" y="121426"/>
                  </a:lnTo>
                  <a:lnTo>
                    <a:pt x="7681131" y="121426"/>
                  </a:lnTo>
                  <a:lnTo>
                    <a:pt x="7681257" y="121426"/>
                  </a:lnTo>
                  <a:lnTo>
                    <a:pt x="7681383" y="121426"/>
                  </a:lnTo>
                  <a:lnTo>
                    <a:pt x="7681509" y="121426"/>
                  </a:lnTo>
                  <a:lnTo>
                    <a:pt x="7681635" y="121426"/>
                  </a:lnTo>
                  <a:lnTo>
                    <a:pt x="7681761" y="121426"/>
                  </a:lnTo>
                  <a:lnTo>
                    <a:pt x="7681888" y="121426"/>
                  </a:lnTo>
                  <a:lnTo>
                    <a:pt x="7682014" y="121426"/>
                  </a:lnTo>
                  <a:lnTo>
                    <a:pt x="7682140" y="121426"/>
                  </a:lnTo>
                  <a:lnTo>
                    <a:pt x="7682266" y="121426"/>
                  </a:lnTo>
                  <a:lnTo>
                    <a:pt x="7682392" y="121426"/>
                  </a:lnTo>
                  <a:lnTo>
                    <a:pt x="7682518" y="121426"/>
                  </a:lnTo>
                  <a:lnTo>
                    <a:pt x="7682644" y="121426"/>
                  </a:lnTo>
                  <a:lnTo>
                    <a:pt x="7682770" y="121426"/>
                  </a:lnTo>
                  <a:lnTo>
                    <a:pt x="7682896" y="121426"/>
                  </a:lnTo>
                  <a:lnTo>
                    <a:pt x="7683022" y="121426"/>
                  </a:lnTo>
                  <a:lnTo>
                    <a:pt x="7683148" y="121426"/>
                  </a:lnTo>
                  <a:lnTo>
                    <a:pt x="7683275" y="121426"/>
                  </a:lnTo>
                  <a:lnTo>
                    <a:pt x="7683401" y="121426"/>
                  </a:lnTo>
                  <a:lnTo>
                    <a:pt x="7683527" y="121426"/>
                  </a:lnTo>
                  <a:lnTo>
                    <a:pt x="7683653" y="121426"/>
                  </a:lnTo>
                  <a:lnTo>
                    <a:pt x="7683779" y="121426"/>
                  </a:lnTo>
                  <a:lnTo>
                    <a:pt x="7683905" y="121426"/>
                  </a:lnTo>
                  <a:lnTo>
                    <a:pt x="7684031" y="121426"/>
                  </a:lnTo>
                  <a:lnTo>
                    <a:pt x="7684157" y="121426"/>
                  </a:lnTo>
                  <a:lnTo>
                    <a:pt x="7684283" y="121426"/>
                  </a:lnTo>
                  <a:lnTo>
                    <a:pt x="7684409" y="121426"/>
                  </a:lnTo>
                  <a:lnTo>
                    <a:pt x="7684535" y="121426"/>
                  </a:lnTo>
                  <a:lnTo>
                    <a:pt x="7684662" y="121426"/>
                  </a:lnTo>
                  <a:lnTo>
                    <a:pt x="7684788" y="121426"/>
                  </a:lnTo>
                  <a:lnTo>
                    <a:pt x="7684914" y="121426"/>
                  </a:lnTo>
                  <a:lnTo>
                    <a:pt x="7684914" y="116147"/>
                  </a:lnTo>
                  <a:lnTo>
                    <a:pt x="7685040" y="116147"/>
                  </a:lnTo>
                  <a:lnTo>
                    <a:pt x="7685166" y="116147"/>
                  </a:lnTo>
                  <a:lnTo>
                    <a:pt x="7685292" y="116147"/>
                  </a:lnTo>
                  <a:lnTo>
                    <a:pt x="7685418" y="116147"/>
                  </a:lnTo>
                  <a:lnTo>
                    <a:pt x="7685544" y="116147"/>
                  </a:lnTo>
                  <a:lnTo>
                    <a:pt x="7685670" y="116147"/>
                  </a:lnTo>
                  <a:lnTo>
                    <a:pt x="7685796" y="116147"/>
                  </a:lnTo>
                  <a:lnTo>
                    <a:pt x="7685922" y="116147"/>
                  </a:lnTo>
                  <a:lnTo>
                    <a:pt x="7686048" y="116147"/>
                  </a:lnTo>
                  <a:lnTo>
                    <a:pt x="7686175" y="116147"/>
                  </a:lnTo>
                  <a:lnTo>
                    <a:pt x="7686301" y="116147"/>
                  </a:lnTo>
                  <a:lnTo>
                    <a:pt x="7686427" y="116147"/>
                  </a:lnTo>
                  <a:lnTo>
                    <a:pt x="7686553" y="116147"/>
                  </a:lnTo>
                  <a:lnTo>
                    <a:pt x="7686679" y="116147"/>
                  </a:lnTo>
                  <a:lnTo>
                    <a:pt x="7686805" y="116147"/>
                  </a:lnTo>
                  <a:lnTo>
                    <a:pt x="7686931" y="116147"/>
                  </a:lnTo>
                  <a:lnTo>
                    <a:pt x="7687057" y="116147"/>
                  </a:lnTo>
                  <a:lnTo>
                    <a:pt x="7687183" y="116147"/>
                  </a:lnTo>
                  <a:lnTo>
                    <a:pt x="7687309" y="116147"/>
                  </a:lnTo>
                  <a:lnTo>
                    <a:pt x="7687435" y="116147"/>
                  </a:lnTo>
                  <a:lnTo>
                    <a:pt x="7687562" y="116147"/>
                  </a:lnTo>
                  <a:lnTo>
                    <a:pt x="7687688" y="116147"/>
                  </a:lnTo>
                  <a:lnTo>
                    <a:pt x="7687814" y="116147"/>
                  </a:lnTo>
                  <a:lnTo>
                    <a:pt x="7687940" y="116147"/>
                  </a:lnTo>
                  <a:lnTo>
                    <a:pt x="7688066" y="116147"/>
                  </a:lnTo>
                  <a:lnTo>
                    <a:pt x="7688192" y="116147"/>
                  </a:lnTo>
                  <a:lnTo>
                    <a:pt x="7688318" y="116147"/>
                  </a:lnTo>
                  <a:lnTo>
                    <a:pt x="7688444" y="116147"/>
                  </a:lnTo>
                  <a:lnTo>
                    <a:pt x="7688570" y="116147"/>
                  </a:lnTo>
                  <a:lnTo>
                    <a:pt x="7688696" y="116147"/>
                  </a:lnTo>
                  <a:lnTo>
                    <a:pt x="7688822" y="116147"/>
                  </a:lnTo>
                  <a:lnTo>
                    <a:pt x="7688948" y="116147"/>
                  </a:lnTo>
                  <a:lnTo>
                    <a:pt x="7689075" y="116147"/>
                  </a:lnTo>
                  <a:lnTo>
                    <a:pt x="7689201" y="116147"/>
                  </a:lnTo>
                  <a:lnTo>
                    <a:pt x="7689327" y="116147"/>
                  </a:lnTo>
                  <a:lnTo>
                    <a:pt x="7689453" y="116147"/>
                  </a:lnTo>
                  <a:lnTo>
                    <a:pt x="7689579" y="116147"/>
                  </a:lnTo>
                  <a:lnTo>
                    <a:pt x="7689705" y="116147"/>
                  </a:lnTo>
                  <a:lnTo>
                    <a:pt x="7689831" y="116147"/>
                  </a:lnTo>
                  <a:lnTo>
                    <a:pt x="7689957" y="116147"/>
                  </a:lnTo>
                  <a:lnTo>
                    <a:pt x="7690083" y="116147"/>
                  </a:lnTo>
                  <a:lnTo>
                    <a:pt x="7690209" y="116147"/>
                  </a:lnTo>
                  <a:lnTo>
                    <a:pt x="7690335" y="116147"/>
                  </a:lnTo>
                  <a:lnTo>
                    <a:pt x="7690462" y="116147"/>
                  </a:lnTo>
                  <a:lnTo>
                    <a:pt x="7690588" y="116147"/>
                  </a:lnTo>
                  <a:lnTo>
                    <a:pt x="7690714" y="116147"/>
                  </a:lnTo>
                  <a:lnTo>
                    <a:pt x="7690840" y="116147"/>
                  </a:lnTo>
                  <a:lnTo>
                    <a:pt x="7690966" y="116147"/>
                  </a:lnTo>
                  <a:lnTo>
                    <a:pt x="7691092" y="116147"/>
                  </a:lnTo>
                  <a:lnTo>
                    <a:pt x="7691218" y="116147"/>
                  </a:lnTo>
                  <a:lnTo>
                    <a:pt x="7691344" y="116147"/>
                  </a:lnTo>
                  <a:lnTo>
                    <a:pt x="7691470" y="116147"/>
                  </a:lnTo>
                  <a:lnTo>
                    <a:pt x="7691596" y="116147"/>
                  </a:lnTo>
                  <a:lnTo>
                    <a:pt x="7691722" y="116147"/>
                  </a:lnTo>
                  <a:lnTo>
                    <a:pt x="7691849" y="116147"/>
                  </a:lnTo>
                  <a:lnTo>
                    <a:pt x="7691975" y="116147"/>
                  </a:lnTo>
                  <a:lnTo>
                    <a:pt x="7692101" y="116147"/>
                  </a:lnTo>
                  <a:lnTo>
                    <a:pt x="7692227" y="116147"/>
                  </a:lnTo>
                  <a:lnTo>
                    <a:pt x="7692353" y="116147"/>
                  </a:lnTo>
                  <a:lnTo>
                    <a:pt x="7692479" y="116147"/>
                  </a:lnTo>
                  <a:lnTo>
                    <a:pt x="7692605" y="116147"/>
                  </a:lnTo>
                  <a:lnTo>
                    <a:pt x="7692731" y="116147"/>
                  </a:lnTo>
                  <a:lnTo>
                    <a:pt x="7692857" y="116147"/>
                  </a:lnTo>
                  <a:lnTo>
                    <a:pt x="7692983" y="116147"/>
                  </a:lnTo>
                  <a:lnTo>
                    <a:pt x="7693109" y="116147"/>
                  </a:lnTo>
                  <a:lnTo>
                    <a:pt x="7693235" y="116147"/>
                  </a:lnTo>
                  <a:lnTo>
                    <a:pt x="7693362" y="116147"/>
                  </a:lnTo>
                  <a:lnTo>
                    <a:pt x="7693488" y="116147"/>
                  </a:lnTo>
                  <a:lnTo>
                    <a:pt x="7693614" y="116147"/>
                  </a:lnTo>
                  <a:lnTo>
                    <a:pt x="7693740" y="116147"/>
                  </a:lnTo>
                  <a:lnTo>
                    <a:pt x="7693866" y="116147"/>
                  </a:lnTo>
                  <a:lnTo>
                    <a:pt x="7693992" y="116147"/>
                  </a:lnTo>
                  <a:lnTo>
                    <a:pt x="7694118" y="116147"/>
                  </a:lnTo>
                  <a:lnTo>
                    <a:pt x="7694244" y="116147"/>
                  </a:lnTo>
                  <a:lnTo>
                    <a:pt x="7694370" y="116147"/>
                  </a:lnTo>
                  <a:lnTo>
                    <a:pt x="7694496" y="116147"/>
                  </a:lnTo>
                  <a:lnTo>
                    <a:pt x="7694622" y="116147"/>
                  </a:lnTo>
                  <a:lnTo>
                    <a:pt x="7694749" y="116147"/>
                  </a:lnTo>
                  <a:lnTo>
                    <a:pt x="7694875" y="116147"/>
                  </a:lnTo>
                  <a:lnTo>
                    <a:pt x="7695001" y="116147"/>
                  </a:lnTo>
                  <a:lnTo>
                    <a:pt x="7695127" y="116147"/>
                  </a:lnTo>
                  <a:lnTo>
                    <a:pt x="7695253" y="116147"/>
                  </a:lnTo>
                  <a:lnTo>
                    <a:pt x="7695379" y="116147"/>
                  </a:lnTo>
                  <a:lnTo>
                    <a:pt x="7695505" y="116147"/>
                  </a:lnTo>
                  <a:lnTo>
                    <a:pt x="7695631" y="116147"/>
                  </a:lnTo>
                  <a:lnTo>
                    <a:pt x="7695757" y="116147"/>
                  </a:lnTo>
                  <a:lnTo>
                    <a:pt x="7695883" y="116147"/>
                  </a:lnTo>
                  <a:lnTo>
                    <a:pt x="7696009" y="116147"/>
                  </a:lnTo>
                  <a:lnTo>
                    <a:pt x="7696135" y="116147"/>
                  </a:lnTo>
                  <a:lnTo>
                    <a:pt x="7696262" y="116147"/>
                  </a:lnTo>
                  <a:lnTo>
                    <a:pt x="7696388" y="116147"/>
                  </a:lnTo>
                  <a:lnTo>
                    <a:pt x="7696514" y="116147"/>
                  </a:lnTo>
                  <a:lnTo>
                    <a:pt x="7696640" y="116147"/>
                  </a:lnTo>
                  <a:lnTo>
                    <a:pt x="7696766" y="116147"/>
                  </a:lnTo>
                  <a:lnTo>
                    <a:pt x="7696892" y="116147"/>
                  </a:lnTo>
                  <a:lnTo>
                    <a:pt x="7697018" y="116147"/>
                  </a:lnTo>
                  <a:lnTo>
                    <a:pt x="7697144" y="116147"/>
                  </a:lnTo>
                  <a:lnTo>
                    <a:pt x="7697270" y="116147"/>
                  </a:lnTo>
                  <a:lnTo>
                    <a:pt x="7697396" y="116147"/>
                  </a:lnTo>
                  <a:lnTo>
                    <a:pt x="7697522" y="116147"/>
                  </a:lnTo>
                  <a:lnTo>
                    <a:pt x="7697649" y="116147"/>
                  </a:lnTo>
                  <a:lnTo>
                    <a:pt x="7697775" y="116147"/>
                  </a:lnTo>
                  <a:lnTo>
                    <a:pt x="7697901" y="116147"/>
                  </a:lnTo>
                  <a:lnTo>
                    <a:pt x="7698027" y="116147"/>
                  </a:lnTo>
                  <a:lnTo>
                    <a:pt x="7698153" y="116147"/>
                  </a:lnTo>
                  <a:lnTo>
                    <a:pt x="7698279" y="116147"/>
                  </a:lnTo>
                  <a:lnTo>
                    <a:pt x="7698405" y="116147"/>
                  </a:lnTo>
                  <a:lnTo>
                    <a:pt x="7698531" y="116147"/>
                  </a:lnTo>
                  <a:lnTo>
                    <a:pt x="7698657" y="116147"/>
                  </a:lnTo>
                  <a:lnTo>
                    <a:pt x="7698783" y="116147"/>
                  </a:lnTo>
                  <a:lnTo>
                    <a:pt x="7698909" y="116147"/>
                  </a:lnTo>
                  <a:lnTo>
                    <a:pt x="7699035" y="116147"/>
                  </a:lnTo>
                  <a:lnTo>
                    <a:pt x="7699162" y="116147"/>
                  </a:lnTo>
                  <a:lnTo>
                    <a:pt x="7699288" y="116147"/>
                  </a:lnTo>
                  <a:lnTo>
                    <a:pt x="7699414" y="116147"/>
                  </a:lnTo>
                  <a:lnTo>
                    <a:pt x="7699540" y="116147"/>
                  </a:lnTo>
                  <a:lnTo>
                    <a:pt x="7699666" y="116147"/>
                  </a:lnTo>
                  <a:lnTo>
                    <a:pt x="7699792" y="116147"/>
                  </a:lnTo>
                  <a:lnTo>
                    <a:pt x="7699918" y="116147"/>
                  </a:lnTo>
                  <a:lnTo>
                    <a:pt x="7700044" y="116147"/>
                  </a:lnTo>
                  <a:lnTo>
                    <a:pt x="7700170" y="116147"/>
                  </a:lnTo>
                  <a:lnTo>
                    <a:pt x="7700296" y="116147"/>
                  </a:lnTo>
                  <a:lnTo>
                    <a:pt x="7700422" y="116147"/>
                  </a:lnTo>
                  <a:lnTo>
                    <a:pt x="7700549" y="116147"/>
                  </a:lnTo>
                  <a:lnTo>
                    <a:pt x="7700675" y="116147"/>
                  </a:lnTo>
                  <a:lnTo>
                    <a:pt x="7700801" y="116147"/>
                  </a:lnTo>
                  <a:lnTo>
                    <a:pt x="7700927" y="116147"/>
                  </a:lnTo>
                  <a:lnTo>
                    <a:pt x="7701053" y="116147"/>
                  </a:lnTo>
                  <a:lnTo>
                    <a:pt x="7701179" y="116147"/>
                  </a:lnTo>
                  <a:lnTo>
                    <a:pt x="7701305" y="116147"/>
                  </a:lnTo>
                  <a:lnTo>
                    <a:pt x="7701431" y="116147"/>
                  </a:lnTo>
                  <a:lnTo>
                    <a:pt x="7701557" y="116147"/>
                  </a:lnTo>
                  <a:lnTo>
                    <a:pt x="7701683" y="116147"/>
                  </a:lnTo>
                  <a:lnTo>
                    <a:pt x="7701809" y="116147"/>
                  </a:lnTo>
                  <a:lnTo>
                    <a:pt x="7701936" y="116147"/>
                  </a:lnTo>
                  <a:lnTo>
                    <a:pt x="7702062" y="116147"/>
                  </a:lnTo>
                  <a:lnTo>
                    <a:pt x="7702188" y="116147"/>
                  </a:lnTo>
                  <a:lnTo>
                    <a:pt x="7702314" y="116147"/>
                  </a:lnTo>
                  <a:lnTo>
                    <a:pt x="7702440" y="116147"/>
                  </a:lnTo>
                  <a:lnTo>
                    <a:pt x="7702566" y="116147"/>
                  </a:lnTo>
                  <a:lnTo>
                    <a:pt x="7702692" y="116147"/>
                  </a:lnTo>
                  <a:lnTo>
                    <a:pt x="7702818" y="116147"/>
                  </a:lnTo>
                  <a:lnTo>
                    <a:pt x="7702944" y="116147"/>
                  </a:lnTo>
                  <a:lnTo>
                    <a:pt x="7703070" y="116147"/>
                  </a:lnTo>
                  <a:lnTo>
                    <a:pt x="7703196" y="116147"/>
                  </a:lnTo>
                  <a:lnTo>
                    <a:pt x="7703322" y="116147"/>
                  </a:lnTo>
                  <a:lnTo>
                    <a:pt x="7703449" y="116147"/>
                  </a:lnTo>
                  <a:lnTo>
                    <a:pt x="7703575" y="116147"/>
                  </a:lnTo>
                  <a:lnTo>
                    <a:pt x="7703701" y="116147"/>
                  </a:lnTo>
                  <a:lnTo>
                    <a:pt x="7703827" y="116147"/>
                  </a:lnTo>
                  <a:lnTo>
                    <a:pt x="7703953" y="116147"/>
                  </a:lnTo>
                  <a:lnTo>
                    <a:pt x="7704079" y="116147"/>
                  </a:lnTo>
                  <a:lnTo>
                    <a:pt x="7704205" y="116147"/>
                  </a:lnTo>
                  <a:lnTo>
                    <a:pt x="7704331" y="116147"/>
                  </a:lnTo>
                  <a:lnTo>
                    <a:pt x="7704457" y="116147"/>
                  </a:lnTo>
                  <a:lnTo>
                    <a:pt x="7704583" y="116147"/>
                  </a:lnTo>
                  <a:lnTo>
                    <a:pt x="7704709" y="116147"/>
                  </a:lnTo>
                  <a:lnTo>
                    <a:pt x="7704836" y="116147"/>
                  </a:lnTo>
                  <a:lnTo>
                    <a:pt x="7704962" y="116147"/>
                  </a:lnTo>
                  <a:lnTo>
                    <a:pt x="7705088" y="116147"/>
                  </a:lnTo>
                  <a:lnTo>
                    <a:pt x="7705214" y="116147"/>
                  </a:lnTo>
                  <a:lnTo>
                    <a:pt x="7705340" y="116147"/>
                  </a:lnTo>
                  <a:lnTo>
                    <a:pt x="7705466" y="116147"/>
                  </a:lnTo>
                  <a:lnTo>
                    <a:pt x="7705592" y="116147"/>
                  </a:lnTo>
                  <a:lnTo>
                    <a:pt x="7705718" y="116147"/>
                  </a:lnTo>
                  <a:lnTo>
                    <a:pt x="7705844" y="116147"/>
                  </a:lnTo>
                  <a:lnTo>
                    <a:pt x="7705970" y="116147"/>
                  </a:lnTo>
                  <a:lnTo>
                    <a:pt x="7706096" y="116147"/>
                  </a:lnTo>
                  <a:lnTo>
                    <a:pt x="7706222" y="116147"/>
                  </a:lnTo>
                  <a:lnTo>
                    <a:pt x="7706349" y="116147"/>
                  </a:lnTo>
                  <a:lnTo>
                    <a:pt x="7706475" y="116147"/>
                  </a:lnTo>
                  <a:lnTo>
                    <a:pt x="7706601" y="116147"/>
                  </a:lnTo>
                  <a:lnTo>
                    <a:pt x="7706727" y="116147"/>
                  </a:lnTo>
                  <a:lnTo>
                    <a:pt x="7706853" y="116147"/>
                  </a:lnTo>
                  <a:lnTo>
                    <a:pt x="7706979" y="116147"/>
                  </a:lnTo>
                  <a:lnTo>
                    <a:pt x="7707105" y="116147"/>
                  </a:lnTo>
                  <a:lnTo>
                    <a:pt x="7707231" y="116147"/>
                  </a:lnTo>
                  <a:lnTo>
                    <a:pt x="7707357" y="116147"/>
                  </a:lnTo>
                  <a:lnTo>
                    <a:pt x="7707483" y="116147"/>
                  </a:lnTo>
                  <a:lnTo>
                    <a:pt x="7707609" y="116147"/>
                  </a:lnTo>
                  <a:lnTo>
                    <a:pt x="7707736" y="116147"/>
                  </a:lnTo>
                  <a:lnTo>
                    <a:pt x="7707862" y="116147"/>
                  </a:lnTo>
                  <a:lnTo>
                    <a:pt x="7707988" y="116147"/>
                  </a:lnTo>
                  <a:lnTo>
                    <a:pt x="7708114" y="116147"/>
                  </a:lnTo>
                  <a:lnTo>
                    <a:pt x="7708240" y="116147"/>
                  </a:lnTo>
                  <a:lnTo>
                    <a:pt x="7708366" y="116147"/>
                  </a:lnTo>
                  <a:lnTo>
                    <a:pt x="7708492" y="116147"/>
                  </a:lnTo>
                  <a:lnTo>
                    <a:pt x="7708492" y="110867"/>
                  </a:lnTo>
                  <a:lnTo>
                    <a:pt x="7708618" y="110867"/>
                  </a:lnTo>
                  <a:lnTo>
                    <a:pt x="7708744" y="110867"/>
                  </a:lnTo>
                  <a:lnTo>
                    <a:pt x="7708870" y="110867"/>
                  </a:lnTo>
                  <a:lnTo>
                    <a:pt x="7708996" y="110867"/>
                  </a:lnTo>
                  <a:lnTo>
                    <a:pt x="7709123" y="110867"/>
                  </a:lnTo>
                  <a:lnTo>
                    <a:pt x="7709249" y="110867"/>
                  </a:lnTo>
                  <a:lnTo>
                    <a:pt x="7709375" y="110867"/>
                  </a:lnTo>
                  <a:lnTo>
                    <a:pt x="7709501" y="110867"/>
                  </a:lnTo>
                  <a:lnTo>
                    <a:pt x="7709627" y="110867"/>
                  </a:lnTo>
                  <a:lnTo>
                    <a:pt x="7709753" y="110867"/>
                  </a:lnTo>
                  <a:lnTo>
                    <a:pt x="7709879" y="110867"/>
                  </a:lnTo>
                  <a:lnTo>
                    <a:pt x="7710005" y="110867"/>
                  </a:lnTo>
                  <a:lnTo>
                    <a:pt x="7710131" y="110867"/>
                  </a:lnTo>
                  <a:lnTo>
                    <a:pt x="7710257" y="110867"/>
                  </a:lnTo>
                  <a:lnTo>
                    <a:pt x="7710383" y="110867"/>
                  </a:lnTo>
                  <a:lnTo>
                    <a:pt x="7710509" y="110867"/>
                  </a:lnTo>
                  <a:lnTo>
                    <a:pt x="7710636" y="110867"/>
                  </a:lnTo>
                  <a:lnTo>
                    <a:pt x="7710762" y="110867"/>
                  </a:lnTo>
                  <a:lnTo>
                    <a:pt x="7710888" y="110867"/>
                  </a:lnTo>
                  <a:lnTo>
                    <a:pt x="7711014" y="110867"/>
                  </a:lnTo>
                  <a:lnTo>
                    <a:pt x="7711140" y="110867"/>
                  </a:lnTo>
                  <a:lnTo>
                    <a:pt x="7711266" y="110867"/>
                  </a:lnTo>
                  <a:lnTo>
                    <a:pt x="7711392" y="110867"/>
                  </a:lnTo>
                  <a:lnTo>
                    <a:pt x="7711518" y="110867"/>
                  </a:lnTo>
                  <a:lnTo>
                    <a:pt x="7711644" y="110867"/>
                  </a:lnTo>
                  <a:lnTo>
                    <a:pt x="7711770" y="110867"/>
                  </a:lnTo>
                  <a:lnTo>
                    <a:pt x="7711896" y="110867"/>
                  </a:lnTo>
                  <a:lnTo>
                    <a:pt x="7712023" y="110867"/>
                  </a:lnTo>
                  <a:lnTo>
                    <a:pt x="7712149" y="110867"/>
                  </a:lnTo>
                  <a:lnTo>
                    <a:pt x="7712275" y="110867"/>
                  </a:lnTo>
                  <a:lnTo>
                    <a:pt x="7712401" y="110867"/>
                  </a:lnTo>
                  <a:lnTo>
                    <a:pt x="7712527" y="110867"/>
                  </a:lnTo>
                  <a:lnTo>
                    <a:pt x="7712653" y="110867"/>
                  </a:lnTo>
                  <a:lnTo>
                    <a:pt x="7712779" y="110867"/>
                  </a:lnTo>
                  <a:lnTo>
                    <a:pt x="7712905" y="110867"/>
                  </a:lnTo>
                  <a:lnTo>
                    <a:pt x="7713031" y="110867"/>
                  </a:lnTo>
                  <a:lnTo>
                    <a:pt x="7713157" y="110867"/>
                  </a:lnTo>
                  <a:lnTo>
                    <a:pt x="7713283" y="110867"/>
                  </a:lnTo>
                  <a:lnTo>
                    <a:pt x="7713409" y="110867"/>
                  </a:lnTo>
                  <a:lnTo>
                    <a:pt x="7713536" y="110867"/>
                  </a:lnTo>
                  <a:lnTo>
                    <a:pt x="7713662" y="110867"/>
                  </a:lnTo>
                  <a:lnTo>
                    <a:pt x="7713788" y="110867"/>
                  </a:lnTo>
                  <a:lnTo>
                    <a:pt x="7713914" y="110867"/>
                  </a:lnTo>
                  <a:lnTo>
                    <a:pt x="7714040" y="110867"/>
                  </a:lnTo>
                  <a:lnTo>
                    <a:pt x="7714166" y="110867"/>
                  </a:lnTo>
                  <a:lnTo>
                    <a:pt x="7714292" y="110867"/>
                  </a:lnTo>
                  <a:lnTo>
                    <a:pt x="7714418" y="110867"/>
                  </a:lnTo>
                  <a:lnTo>
                    <a:pt x="7714544" y="110867"/>
                  </a:lnTo>
                  <a:lnTo>
                    <a:pt x="7714670" y="110867"/>
                  </a:lnTo>
                  <a:lnTo>
                    <a:pt x="7714796" y="110867"/>
                  </a:lnTo>
                  <a:lnTo>
                    <a:pt x="7714923" y="110867"/>
                  </a:lnTo>
                  <a:lnTo>
                    <a:pt x="7715049" y="110867"/>
                  </a:lnTo>
                  <a:lnTo>
                    <a:pt x="7715175" y="110867"/>
                  </a:lnTo>
                  <a:lnTo>
                    <a:pt x="7715301" y="110867"/>
                  </a:lnTo>
                  <a:lnTo>
                    <a:pt x="7715427" y="110867"/>
                  </a:lnTo>
                  <a:lnTo>
                    <a:pt x="7715553" y="110867"/>
                  </a:lnTo>
                  <a:lnTo>
                    <a:pt x="7715679" y="110867"/>
                  </a:lnTo>
                  <a:lnTo>
                    <a:pt x="7715805" y="110867"/>
                  </a:lnTo>
                  <a:lnTo>
                    <a:pt x="7715931" y="110867"/>
                  </a:lnTo>
                  <a:lnTo>
                    <a:pt x="7716057" y="110867"/>
                  </a:lnTo>
                  <a:lnTo>
                    <a:pt x="7716183" y="110867"/>
                  </a:lnTo>
                  <a:lnTo>
                    <a:pt x="7716309" y="110867"/>
                  </a:lnTo>
                  <a:lnTo>
                    <a:pt x="7716436" y="110867"/>
                  </a:lnTo>
                  <a:lnTo>
                    <a:pt x="7716562" y="110867"/>
                  </a:lnTo>
                  <a:lnTo>
                    <a:pt x="7716688" y="110867"/>
                  </a:lnTo>
                  <a:lnTo>
                    <a:pt x="7716814" y="110867"/>
                  </a:lnTo>
                  <a:lnTo>
                    <a:pt x="7716940" y="110867"/>
                  </a:lnTo>
                  <a:lnTo>
                    <a:pt x="7717066" y="110867"/>
                  </a:lnTo>
                  <a:lnTo>
                    <a:pt x="7717192" y="110867"/>
                  </a:lnTo>
                  <a:lnTo>
                    <a:pt x="7717318" y="110867"/>
                  </a:lnTo>
                  <a:lnTo>
                    <a:pt x="7717444" y="110867"/>
                  </a:lnTo>
                  <a:lnTo>
                    <a:pt x="7717570" y="110867"/>
                  </a:lnTo>
                  <a:lnTo>
                    <a:pt x="7717696" y="110867"/>
                  </a:lnTo>
                  <a:lnTo>
                    <a:pt x="7717823" y="110867"/>
                  </a:lnTo>
                  <a:lnTo>
                    <a:pt x="7717949" y="110867"/>
                  </a:lnTo>
                  <a:lnTo>
                    <a:pt x="7718075" y="110867"/>
                  </a:lnTo>
                  <a:lnTo>
                    <a:pt x="7718201" y="110867"/>
                  </a:lnTo>
                  <a:lnTo>
                    <a:pt x="7718327" y="110867"/>
                  </a:lnTo>
                  <a:lnTo>
                    <a:pt x="7718453" y="110867"/>
                  </a:lnTo>
                  <a:lnTo>
                    <a:pt x="7718579" y="110867"/>
                  </a:lnTo>
                  <a:lnTo>
                    <a:pt x="7718705" y="110867"/>
                  </a:lnTo>
                  <a:lnTo>
                    <a:pt x="7718831" y="110867"/>
                  </a:lnTo>
                  <a:lnTo>
                    <a:pt x="7718957" y="110867"/>
                  </a:lnTo>
                  <a:lnTo>
                    <a:pt x="7719083" y="110867"/>
                  </a:lnTo>
                  <a:lnTo>
                    <a:pt x="7719210" y="110867"/>
                  </a:lnTo>
                  <a:lnTo>
                    <a:pt x="7719336" y="110867"/>
                  </a:lnTo>
                  <a:lnTo>
                    <a:pt x="7719462" y="110867"/>
                  </a:lnTo>
                  <a:lnTo>
                    <a:pt x="7719588" y="110867"/>
                  </a:lnTo>
                  <a:lnTo>
                    <a:pt x="7719714" y="110867"/>
                  </a:lnTo>
                  <a:lnTo>
                    <a:pt x="7719840" y="110867"/>
                  </a:lnTo>
                  <a:lnTo>
                    <a:pt x="7719966" y="110867"/>
                  </a:lnTo>
                  <a:lnTo>
                    <a:pt x="7720092" y="110867"/>
                  </a:lnTo>
                  <a:lnTo>
                    <a:pt x="7720218" y="110867"/>
                  </a:lnTo>
                  <a:lnTo>
                    <a:pt x="7720344" y="110867"/>
                  </a:lnTo>
                  <a:lnTo>
                    <a:pt x="7720470" y="110867"/>
                  </a:lnTo>
                  <a:lnTo>
                    <a:pt x="7720596" y="110867"/>
                  </a:lnTo>
                  <a:lnTo>
                    <a:pt x="7720723" y="110867"/>
                  </a:lnTo>
                  <a:lnTo>
                    <a:pt x="7720849" y="110867"/>
                  </a:lnTo>
                  <a:lnTo>
                    <a:pt x="7720975" y="110867"/>
                  </a:lnTo>
                  <a:lnTo>
                    <a:pt x="7721101" y="110867"/>
                  </a:lnTo>
                  <a:lnTo>
                    <a:pt x="7721227" y="110867"/>
                  </a:lnTo>
                  <a:lnTo>
                    <a:pt x="7721353" y="110867"/>
                  </a:lnTo>
                  <a:lnTo>
                    <a:pt x="7721479" y="110867"/>
                  </a:lnTo>
                  <a:lnTo>
                    <a:pt x="7721605" y="110867"/>
                  </a:lnTo>
                  <a:lnTo>
                    <a:pt x="7721731" y="110867"/>
                  </a:lnTo>
                  <a:lnTo>
                    <a:pt x="7721857" y="110867"/>
                  </a:lnTo>
                  <a:lnTo>
                    <a:pt x="7721983" y="110867"/>
                  </a:lnTo>
                  <a:lnTo>
                    <a:pt x="7722110" y="110867"/>
                  </a:lnTo>
                  <a:lnTo>
                    <a:pt x="7722236" y="110867"/>
                  </a:lnTo>
                  <a:lnTo>
                    <a:pt x="7722362" y="110867"/>
                  </a:lnTo>
                  <a:lnTo>
                    <a:pt x="7722488" y="110867"/>
                  </a:lnTo>
                  <a:lnTo>
                    <a:pt x="7722614" y="110867"/>
                  </a:lnTo>
                  <a:lnTo>
                    <a:pt x="7722740" y="110867"/>
                  </a:lnTo>
                  <a:lnTo>
                    <a:pt x="7722866" y="110867"/>
                  </a:lnTo>
                  <a:lnTo>
                    <a:pt x="7722992" y="110867"/>
                  </a:lnTo>
                  <a:lnTo>
                    <a:pt x="7723118" y="110867"/>
                  </a:lnTo>
                  <a:lnTo>
                    <a:pt x="7723244" y="110867"/>
                  </a:lnTo>
                  <a:lnTo>
                    <a:pt x="7723370" y="110867"/>
                  </a:lnTo>
                  <a:lnTo>
                    <a:pt x="7723496" y="110867"/>
                  </a:lnTo>
                  <a:lnTo>
                    <a:pt x="7723623" y="110867"/>
                  </a:lnTo>
                  <a:lnTo>
                    <a:pt x="7723749" y="110867"/>
                  </a:lnTo>
                  <a:lnTo>
                    <a:pt x="7723875" y="110867"/>
                  </a:lnTo>
                  <a:lnTo>
                    <a:pt x="7724001" y="110867"/>
                  </a:lnTo>
                  <a:lnTo>
                    <a:pt x="7724127" y="110867"/>
                  </a:lnTo>
                  <a:lnTo>
                    <a:pt x="7724253" y="110867"/>
                  </a:lnTo>
                  <a:lnTo>
                    <a:pt x="7724379" y="110867"/>
                  </a:lnTo>
                  <a:lnTo>
                    <a:pt x="7724505" y="110867"/>
                  </a:lnTo>
                  <a:lnTo>
                    <a:pt x="7724631" y="110867"/>
                  </a:lnTo>
                  <a:lnTo>
                    <a:pt x="7724757" y="110867"/>
                  </a:lnTo>
                  <a:lnTo>
                    <a:pt x="7724883" y="110867"/>
                  </a:lnTo>
                  <a:lnTo>
                    <a:pt x="7725010" y="110867"/>
                  </a:lnTo>
                  <a:lnTo>
                    <a:pt x="7725136" y="110867"/>
                  </a:lnTo>
                  <a:lnTo>
                    <a:pt x="7725262" y="110867"/>
                  </a:lnTo>
                  <a:lnTo>
                    <a:pt x="7725388" y="110867"/>
                  </a:lnTo>
                  <a:lnTo>
                    <a:pt x="7725514" y="110867"/>
                  </a:lnTo>
                  <a:lnTo>
                    <a:pt x="7725640" y="110867"/>
                  </a:lnTo>
                  <a:lnTo>
                    <a:pt x="7725766" y="110867"/>
                  </a:lnTo>
                  <a:lnTo>
                    <a:pt x="7725892" y="110867"/>
                  </a:lnTo>
                  <a:lnTo>
                    <a:pt x="7726018" y="110867"/>
                  </a:lnTo>
                  <a:lnTo>
                    <a:pt x="7726144" y="110867"/>
                  </a:lnTo>
                  <a:lnTo>
                    <a:pt x="7726270" y="110867"/>
                  </a:lnTo>
                  <a:lnTo>
                    <a:pt x="7726397" y="110867"/>
                  </a:lnTo>
                  <a:lnTo>
                    <a:pt x="7726523" y="110867"/>
                  </a:lnTo>
                  <a:lnTo>
                    <a:pt x="7726649" y="110867"/>
                  </a:lnTo>
                  <a:lnTo>
                    <a:pt x="7726775" y="110867"/>
                  </a:lnTo>
                  <a:lnTo>
                    <a:pt x="7726901" y="110867"/>
                  </a:lnTo>
                  <a:lnTo>
                    <a:pt x="7727027" y="110867"/>
                  </a:lnTo>
                  <a:lnTo>
                    <a:pt x="7727153" y="110867"/>
                  </a:lnTo>
                  <a:lnTo>
                    <a:pt x="7727279" y="110867"/>
                  </a:lnTo>
                  <a:lnTo>
                    <a:pt x="7727405" y="110867"/>
                  </a:lnTo>
                  <a:lnTo>
                    <a:pt x="7727531" y="110867"/>
                  </a:lnTo>
                  <a:lnTo>
                    <a:pt x="7727657" y="110867"/>
                  </a:lnTo>
                  <a:lnTo>
                    <a:pt x="7727783" y="110867"/>
                  </a:lnTo>
                  <a:lnTo>
                    <a:pt x="7727910" y="110867"/>
                  </a:lnTo>
                  <a:lnTo>
                    <a:pt x="7728036" y="110867"/>
                  </a:lnTo>
                  <a:lnTo>
                    <a:pt x="7728162" y="110867"/>
                  </a:lnTo>
                  <a:lnTo>
                    <a:pt x="7728288" y="110867"/>
                  </a:lnTo>
                  <a:lnTo>
                    <a:pt x="7728414" y="110867"/>
                  </a:lnTo>
                  <a:lnTo>
                    <a:pt x="7728540" y="110867"/>
                  </a:lnTo>
                  <a:lnTo>
                    <a:pt x="7728666" y="110867"/>
                  </a:lnTo>
                  <a:lnTo>
                    <a:pt x="7728792" y="110867"/>
                  </a:lnTo>
                  <a:lnTo>
                    <a:pt x="7728918" y="110867"/>
                  </a:lnTo>
                  <a:lnTo>
                    <a:pt x="7729044" y="110867"/>
                  </a:lnTo>
                  <a:lnTo>
                    <a:pt x="7729170" y="110867"/>
                  </a:lnTo>
                  <a:lnTo>
                    <a:pt x="7729170" y="105588"/>
                  </a:lnTo>
                  <a:lnTo>
                    <a:pt x="7729297" y="105588"/>
                  </a:lnTo>
                  <a:lnTo>
                    <a:pt x="7729423" y="105588"/>
                  </a:lnTo>
                  <a:lnTo>
                    <a:pt x="7729549" y="105588"/>
                  </a:lnTo>
                  <a:lnTo>
                    <a:pt x="7729675" y="105588"/>
                  </a:lnTo>
                  <a:lnTo>
                    <a:pt x="7729801" y="105588"/>
                  </a:lnTo>
                  <a:lnTo>
                    <a:pt x="7729927" y="105588"/>
                  </a:lnTo>
                  <a:lnTo>
                    <a:pt x="7730053" y="105588"/>
                  </a:lnTo>
                  <a:lnTo>
                    <a:pt x="7730179" y="105588"/>
                  </a:lnTo>
                  <a:lnTo>
                    <a:pt x="7730305" y="105588"/>
                  </a:lnTo>
                  <a:lnTo>
                    <a:pt x="7730431" y="105588"/>
                  </a:lnTo>
                  <a:lnTo>
                    <a:pt x="7730557" y="105588"/>
                  </a:lnTo>
                  <a:lnTo>
                    <a:pt x="7730683" y="105588"/>
                  </a:lnTo>
                  <a:lnTo>
                    <a:pt x="7730810" y="105588"/>
                  </a:lnTo>
                  <a:lnTo>
                    <a:pt x="7730936" y="105588"/>
                  </a:lnTo>
                  <a:lnTo>
                    <a:pt x="7731062" y="105588"/>
                  </a:lnTo>
                  <a:lnTo>
                    <a:pt x="7731188" y="105588"/>
                  </a:lnTo>
                  <a:lnTo>
                    <a:pt x="7731314" y="105588"/>
                  </a:lnTo>
                  <a:lnTo>
                    <a:pt x="7731440" y="105588"/>
                  </a:lnTo>
                  <a:lnTo>
                    <a:pt x="7731566" y="105588"/>
                  </a:lnTo>
                  <a:lnTo>
                    <a:pt x="7731692" y="105588"/>
                  </a:lnTo>
                  <a:lnTo>
                    <a:pt x="7731818" y="105588"/>
                  </a:lnTo>
                  <a:lnTo>
                    <a:pt x="7731944" y="105588"/>
                  </a:lnTo>
                  <a:lnTo>
                    <a:pt x="7732070" y="105588"/>
                  </a:lnTo>
                  <a:lnTo>
                    <a:pt x="7732197" y="105588"/>
                  </a:lnTo>
                  <a:lnTo>
                    <a:pt x="7732323" y="105588"/>
                  </a:lnTo>
                  <a:lnTo>
                    <a:pt x="7732449" y="105588"/>
                  </a:lnTo>
                  <a:lnTo>
                    <a:pt x="7732575" y="105588"/>
                  </a:lnTo>
                  <a:lnTo>
                    <a:pt x="7732701" y="105588"/>
                  </a:lnTo>
                  <a:lnTo>
                    <a:pt x="7732827" y="105588"/>
                  </a:lnTo>
                  <a:lnTo>
                    <a:pt x="7732953" y="105588"/>
                  </a:lnTo>
                  <a:lnTo>
                    <a:pt x="7733079" y="105588"/>
                  </a:lnTo>
                  <a:lnTo>
                    <a:pt x="7733205" y="105588"/>
                  </a:lnTo>
                  <a:lnTo>
                    <a:pt x="7733331" y="105588"/>
                  </a:lnTo>
                  <a:lnTo>
                    <a:pt x="7733457" y="105588"/>
                  </a:lnTo>
                  <a:lnTo>
                    <a:pt x="7733584" y="105588"/>
                  </a:lnTo>
                  <a:lnTo>
                    <a:pt x="7733710" y="105588"/>
                  </a:lnTo>
                  <a:lnTo>
                    <a:pt x="7733836" y="105588"/>
                  </a:lnTo>
                  <a:lnTo>
                    <a:pt x="7733962" y="105588"/>
                  </a:lnTo>
                  <a:lnTo>
                    <a:pt x="7734088" y="105588"/>
                  </a:lnTo>
                  <a:lnTo>
                    <a:pt x="7734214" y="105588"/>
                  </a:lnTo>
                  <a:lnTo>
                    <a:pt x="7734340" y="105588"/>
                  </a:lnTo>
                  <a:lnTo>
                    <a:pt x="7734466" y="105588"/>
                  </a:lnTo>
                  <a:lnTo>
                    <a:pt x="7734592" y="105588"/>
                  </a:lnTo>
                  <a:lnTo>
                    <a:pt x="7734718" y="105588"/>
                  </a:lnTo>
                  <a:lnTo>
                    <a:pt x="7734844" y="105588"/>
                  </a:lnTo>
                  <a:lnTo>
                    <a:pt x="7734970" y="105588"/>
                  </a:lnTo>
                  <a:lnTo>
                    <a:pt x="7735097" y="105588"/>
                  </a:lnTo>
                  <a:lnTo>
                    <a:pt x="7735223" y="105588"/>
                  </a:lnTo>
                  <a:lnTo>
                    <a:pt x="7735349" y="105588"/>
                  </a:lnTo>
                  <a:lnTo>
                    <a:pt x="7735475" y="105588"/>
                  </a:lnTo>
                  <a:lnTo>
                    <a:pt x="7735601" y="105588"/>
                  </a:lnTo>
                  <a:lnTo>
                    <a:pt x="7735727" y="105588"/>
                  </a:lnTo>
                  <a:lnTo>
                    <a:pt x="7735853" y="105588"/>
                  </a:lnTo>
                  <a:lnTo>
                    <a:pt x="7735979" y="105588"/>
                  </a:lnTo>
                  <a:lnTo>
                    <a:pt x="7736105" y="105588"/>
                  </a:lnTo>
                  <a:lnTo>
                    <a:pt x="7736231" y="105588"/>
                  </a:lnTo>
                  <a:lnTo>
                    <a:pt x="7736357" y="105588"/>
                  </a:lnTo>
                  <a:lnTo>
                    <a:pt x="7736484" y="105588"/>
                  </a:lnTo>
                  <a:lnTo>
                    <a:pt x="7736610" y="105588"/>
                  </a:lnTo>
                  <a:lnTo>
                    <a:pt x="7736736" y="105588"/>
                  </a:lnTo>
                  <a:lnTo>
                    <a:pt x="7736862" y="105588"/>
                  </a:lnTo>
                  <a:lnTo>
                    <a:pt x="7736988" y="105588"/>
                  </a:lnTo>
                  <a:lnTo>
                    <a:pt x="7737114" y="105588"/>
                  </a:lnTo>
                  <a:lnTo>
                    <a:pt x="7737240" y="105588"/>
                  </a:lnTo>
                  <a:lnTo>
                    <a:pt x="7737366" y="105588"/>
                  </a:lnTo>
                  <a:lnTo>
                    <a:pt x="7737492" y="105588"/>
                  </a:lnTo>
                  <a:lnTo>
                    <a:pt x="7737618" y="105588"/>
                  </a:lnTo>
                  <a:lnTo>
                    <a:pt x="7737744" y="105588"/>
                  </a:lnTo>
                  <a:lnTo>
                    <a:pt x="7737870" y="105588"/>
                  </a:lnTo>
                  <a:lnTo>
                    <a:pt x="7737997" y="105588"/>
                  </a:lnTo>
                  <a:lnTo>
                    <a:pt x="7738123" y="105588"/>
                  </a:lnTo>
                  <a:lnTo>
                    <a:pt x="7738249" y="105588"/>
                  </a:lnTo>
                  <a:lnTo>
                    <a:pt x="7738375" y="105588"/>
                  </a:lnTo>
                  <a:lnTo>
                    <a:pt x="7738501" y="105588"/>
                  </a:lnTo>
                  <a:lnTo>
                    <a:pt x="7738627" y="105588"/>
                  </a:lnTo>
                  <a:lnTo>
                    <a:pt x="7738753" y="105588"/>
                  </a:lnTo>
                  <a:lnTo>
                    <a:pt x="7738879" y="105588"/>
                  </a:lnTo>
                  <a:lnTo>
                    <a:pt x="7739005" y="105588"/>
                  </a:lnTo>
                  <a:lnTo>
                    <a:pt x="7739131" y="105588"/>
                  </a:lnTo>
                  <a:lnTo>
                    <a:pt x="7739257" y="105588"/>
                  </a:lnTo>
                  <a:lnTo>
                    <a:pt x="7739384" y="105588"/>
                  </a:lnTo>
                  <a:lnTo>
                    <a:pt x="7739510" y="105588"/>
                  </a:lnTo>
                  <a:lnTo>
                    <a:pt x="7739636" y="105588"/>
                  </a:lnTo>
                  <a:lnTo>
                    <a:pt x="7739762" y="105588"/>
                  </a:lnTo>
                  <a:lnTo>
                    <a:pt x="7739888" y="105588"/>
                  </a:lnTo>
                  <a:lnTo>
                    <a:pt x="7740014" y="105588"/>
                  </a:lnTo>
                  <a:lnTo>
                    <a:pt x="7740140" y="105588"/>
                  </a:lnTo>
                  <a:lnTo>
                    <a:pt x="7740266" y="105588"/>
                  </a:lnTo>
                  <a:lnTo>
                    <a:pt x="7740392" y="105588"/>
                  </a:lnTo>
                  <a:lnTo>
                    <a:pt x="7740518" y="105588"/>
                  </a:lnTo>
                  <a:lnTo>
                    <a:pt x="7740644" y="105588"/>
                  </a:lnTo>
                  <a:lnTo>
                    <a:pt x="7740770" y="105588"/>
                  </a:lnTo>
                  <a:lnTo>
                    <a:pt x="7740897" y="105588"/>
                  </a:lnTo>
                  <a:lnTo>
                    <a:pt x="7741023" y="105588"/>
                  </a:lnTo>
                  <a:lnTo>
                    <a:pt x="7741149" y="105588"/>
                  </a:lnTo>
                  <a:lnTo>
                    <a:pt x="7741275" y="105588"/>
                  </a:lnTo>
                  <a:lnTo>
                    <a:pt x="7741401" y="105588"/>
                  </a:lnTo>
                  <a:lnTo>
                    <a:pt x="7741527" y="105588"/>
                  </a:lnTo>
                  <a:lnTo>
                    <a:pt x="7741653" y="105588"/>
                  </a:lnTo>
                  <a:lnTo>
                    <a:pt x="7741779" y="105588"/>
                  </a:lnTo>
                  <a:lnTo>
                    <a:pt x="7741905" y="105588"/>
                  </a:lnTo>
                  <a:lnTo>
                    <a:pt x="7742031" y="105588"/>
                  </a:lnTo>
                  <a:lnTo>
                    <a:pt x="7742157" y="105588"/>
                  </a:lnTo>
                  <a:lnTo>
                    <a:pt x="7742284" y="105588"/>
                  </a:lnTo>
                  <a:lnTo>
                    <a:pt x="7742410" y="105588"/>
                  </a:lnTo>
                  <a:lnTo>
                    <a:pt x="7742536" y="105588"/>
                  </a:lnTo>
                  <a:lnTo>
                    <a:pt x="7742662" y="105588"/>
                  </a:lnTo>
                  <a:lnTo>
                    <a:pt x="7742788" y="105588"/>
                  </a:lnTo>
                  <a:lnTo>
                    <a:pt x="7742914" y="105588"/>
                  </a:lnTo>
                  <a:lnTo>
                    <a:pt x="7743040" y="105588"/>
                  </a:lnTo>
                  <a:lnTo>
                    <a:pt x="7743166" y="105588"/>
                  </a:lnTo>
                  <a:lnTo>
                    <a:pt x="7743292" y="105588"/>
                  </a:lnTo>
                  <a:lnTo>
                    <a:pt x="7743418" y="105588"/>
                  </a:lnTo>
                  <a:lnTo>
                    <a:pt x="7743544" y="105588"/>
                  </a:lnTo>
                  <a:lnTo>
                    <a:pt x="7743671" y="105588"/>
                  </a:lnTo>
                  <a:lnTo>
                    <a:pt x="7743797" y="105588"/>
                  </a:lnTo>
                  <a:lnTo>
                    <a:pt x="7743923" y="105588"/>
                  </a:lnTo>
                  <a:lnTo>
                    <a:pt x="7744049" y="105588"/>
                  </a:lnTo>
                  <a:lnTo>
                    <a:pt x="7744175" y="105588"/>
                  </a:lnTo>
                  <a:lnTo>
                    <a:pt x="7744301" y="105588"/>
                  </a:lnTo>
                  <a:lnTo>
                    <a:pt x="7744427" y="105588"/>
                  </a:lnTo>
                  <a:lnTo>
                    <a:pt x="7744553" y="105588"/>
                  </a:lnTo>
                  <a:lnTo>
                    <a:pt x="7744679" y="105588"/>
                  </a:lnTo>
                  <a:lnTo>
                    <a:pt x="7744805" y="105588"/>
                  </a:lnTo>
                  <a:lnTo>
                    <a:pt x="7744931" y="105588"/>
                  </a:lnTo>
                  <a:lnTo>
                    <a:pt x="7745057" y="105588"/>
                  </a:lnTo>
                  <a:lnTo>
                    <a:pt x="7745184" y="105588"/>
                  </a:lnTo>
                  <a:lnTo>
                    <a:pt x="7745310" y="105588"/>
                  </a:lnTo>
                  <a:lnTo>
                    <a:pt x="7745436" y="105588"/>
                  </a:lnTo>
                  <a:lnTo>
                    <a:pt x="7745562" y="105588"/>
                  </a:lnTo>
                  <a:lnTo>
                    <a:pt x="7745688" y="105588"/>
                  </a:lnTo>
                  <a:lnTo>
                    <a:pt x="7745814" y="105588"/>
                  </a:lnTo>
                  <a:lnTo>
                    <a:pt x="7745940" y="105588"/>
                  </a:lnTo>
                  <a:lnTo>
                    <a:pt x="7746066" y="105588"/>
                  </a:lnTo>
                  <a:lnTo>
                    <a:pt x="7746192" y="105588"/>
                  </a:lnTo>
                  <a:lnTo>
                    <a:pt x="7746318" y="105588"/>
                  </a:lnTo>
                  <a:lnTo>
                    <a:pt x="7746444" y="105588"/>
                  </a:lnTo>
                  <a:lnTo>
                    <a:pt x="7746571" y="105588"/>
                  </a:lnTo>
                  <a:lnTo>
                    <a:pt x="7746697" y="105588"/>
                  </a:lnTo>
                  <a:lnTo>
                    <a:pt x="7746823" y="105588"/>
                  </a:lnTo>
                  <a:lnTo>
                    <a:pt x="7746949" y="105588"/>
                  </a:lnTo>
                  <a:lnTo>
                    <a:pt x="7747075" y="105588"/>
                  </a:lnTo>
                  <a:lnTo>
                    <a:pt x="7747201" y="105588"/>
                  </a:lnTo>
                  <a:lnTo>
                    <a:pt x="7747327" y="105588"/>
                  </a:lnTo>
                  <a:lnTo>
                    <a:pt x="7747453" y="105588"/>
                  </a:lnTo>
                  <a:lnTo>
                    <a:pt x="7747579" y="105588"/>
                  </a:lnTo>
                  <a:lnTo>
                    <a:pt x="7747705" y="105588"/>
                  </a:lnTo>
                  <a:lnTo>
                    <a:pt x="7747831" y="105588"/>
                  </a:lnTo>
                  <a:lnTo>
                    <a:pt x="7747957" y="105588"/>
                  </a:lnTo>
                  <a:lnTo>
                    <a:pt x="7748084" y="105588"/>
                  </a:lnTo>
                  <a:lnTo>
                    <a:pt x="7748210" y="105588"/>
                  </a:lnTo>
                  <a:lnTo>
                    <a:pt x="7748336" y="105588"/>
                  </a:lnTo>
                  <a:lnTo>
                    <a:pt x="7748462" y="105588"/>
                  </a:lnTo>
                  <a:lnTo>
                    <a:pt x="7748588" y="105588"/>
                  </a:lnTo>
                  <a:lnTo>
                    <a:pt x="7748714" y="105588"/>
                  </a:lnTo>
                  <a:lnTo>
                    <a:pt x="7748840" y="105588"/>
                  </a:lnTo>
                  <a:lnTo>
                    <a:pt x="7748966" y="105588"/>
                  </a:lnTo>
                  <a:lnTo>
                    <a:pt x="7749092" y="105588"/>
                  </a:lnTo>
                  <a:lnTo>
                    <a:pt x="7749218" y="105588"/>
                  </a:lnTo>
                  <a:lnTo>
                    <a:pt x="7749344" y="105588"/>
                  </a:lnTo>
                  <a:lnTo>
                    <a:pt x="7749471" y="105588"/>
                  </a:lnTo>
                  <a:lnTo>
                    <a:pt x="7749597" y="105588"/>
                  </a:lnTo>
                  <a:lnTo>
                    <a:pt x="7749723" y="105588"/>
                  </a:lnTo>
                  <a:lnTo>
                    <a:pt x="7749849" y="105588"/>
                  </a:lnTo>
                  <a:lnTo>
                    <a:pt x="7749975" y="105588"/>
                  </a:lnTo>
                  <a:lnTo>
                    <a:pt x="7750101" y="105588"/>
                  </a:lnTo>
                  <a:lnTo>
                    <a:pt x="7750227" y="105588"/>
                  </a:lnTo>
                  <a:lnTo>
                    <a:pt x="7750353" y="105588"/>
                  </a:lnTo>
                  <a:lnTo>
                    <a:pt x="7750479" y="105588"/>
                  </a:lnTo>
                  <a:lnTo>
                    <a:pt x="7750605" y="105588"/>
                  </a:lnTo>
                  <a:lnTo>
                    <a:pt x="7750731" y="105588"/>
                  </a:lnTo>
                  <a:lnTo>
                    <a:pt x="7750858" y="105588"/>
                  </a:lnTo>
                  <a:lnTo>
                    <a:pt x="7750984" y="105588"/>
                  </a:lnTo>
                  <a:lnTo>
                    <a:pt x="7751110" y="105588"/>
                  </a:lnTo>
                  <a:lnTo>
                    <a:pt x="7751236" y="105588"/>
                  </a:lnTo>
                  <a:lnTo>
                    <a:pt x="7751362" y="105588"/>
                  </a:lnTo>
                  <a:lnTo>
                    <a:pt x="7751488" y="105588"/>
                  </a:lnTo>
                  <a:lnTo>
                    <a:pt x="7751614" y="105588"/>
                  </a:lnTo>
                  <a:lnTo>
                    <a:pt x="7751740" y="105588"/>
                  </a:lnTo>
                  <a:lnTo>
                    <a:pt x="7751866" y="105588"/>
                  </a:lnTo>
                  <a:lnTo>
                    <a:pt x="7751992" y="105588"/>
                  </a:lnTo>
                  <a:lnTo>
                    <a:pt x="7752118" y="105588"/>
                  </a:lnTo>
                  <a:lnTo>
                    <a:pt x="7752244" y="105588"/>
                  </a:lnTo>
                  <a:lnTo>
                    <a:pt x="7752371" y="105588"/>
                  </a:lnTo>
                  <a:lnTo>
                    <a:pt x="7752497" y="105588"/>
                  </a:lnTo>
                  <a:lnTo>
                    <a:pt x="7752623" y="105588"/>
                  </a:lnTo>
                  <a:lnTo>
                    <a:pt x="7752749" y="105588"/>
                  </a:lnTo>
                  <a:lnTo>
                    <a:pt x="7752875" y="105588"/>
                  </a:lnTo>
                  <a:lnTo>
                    <a:pt x="7753001" y="105588"/>
                  </a:lnTo>
                  <a:lnTo>
                    <a:pt x="7753127" y="105588"/>
                  </a:lnTo>
                  <a:lnTo>
                    <a:pt x="7753253" y="105588"/>
                  </a:lnTo>
                  <a:lnTo>
                    <a:pt x="7753379" y="105588"/>
                  </a:lnTo>
                  <a:lnTo>
                    <a:pt x="7753505" y="105588"/>
                  </a:lnTo>
                  <a:lnTo>
                    <a:pt x="7753631" y="105588"/>
                  </a:lnTo>
                  <a:lnTo>
                    <a:pt x="7753758" y="105588"/>
                  </a:lnTo>
                  <a:lnTo>
                    <a:pt x="7753884" y="105588"/>
                  </a:lnTo>
                  <a:lnTo>
                    <a:pt x="7754010" y="105588"/>
                  </a:lnTo>
                  <a:lnTo>
                    <a:pt x="7754136" y="105588"/>
                  </a:lnTo>
                  <a:lnTo>
                    <a:pt x="7754262" y="105588"/>
                  </a:lnTo>
                  <a:lnTo>
                    <a:pt x="7754388" y="105588"/>
                  </a:lnTo>
                  <a:lnTo>
                    <a:pt x="7754514" y="105588"/>
                  </a:lnTo>
                  <a:lnTo>
                    <a:pt x="7754640" y="105588"/>
                  </a:lnTo>
                  <a:lnTo>
                    <a:pt x="7754766" y="105588"/>
                  </a:lnTo>
                  <a:lnTo>
                    <a:pt x="7754892" y="105588"/>
                  </a:lnTo>
                  <a:lnTo>
                    <a:pt x="7755018" y="105588"/>
                  </a:lnTo>
                  <a:lnTo>
                    <a:pt x="7755144" y="105588"/>
                  </a:lnTo>
                  <a:lnTo>
                    <a:pt x="7755271" y="105588"/>
                  </a:lnTo>
                  <a:lnTo>
                    <a:pt x="7755397" y="105588"/>
                  </a:lnTo>
                  <a:lnTo>
                    <a:pt x="7755523" y="105588"/>
                  </a:lnTo>
                  <a:lnTo>
                    <a:pt x="7755649" y="105588"/>
                  </a:lnTo>
                  <a:lnTo>
                    <a:pt x="7755775" y="105588"/>
                  </a:lnTo>
                  <a:lnTo>
                    <a:pt x="7755901" y="105588"/>
                  </a:lnTo>
                  <a:lnTo>
                    <a:pt x="7756027" y="105588"/>
                  </a:lnTo>
                  <a:lnTo>
                    <a:pt x="7756153" y="105588"/>
                  </a:lnTo>
                  <a:lnTo>
                    <a:pt x="7756279" y="105588"/>
                  </a:lnTo>
                  <a:lnTo>
                    <a:pt x="7756405" y="105588"/>
                  </a:lnTo>
                  <a:lnTo>
                    <a:pt x="7756531" y="105588"/>
                  </a:lnTo>
                  <a:lnTo>
                    <a:pt x="7756658" y="105588"/>
                  </a:lnTo>
                  <a:lnTo>
                    <a:pt x="7756784" y="105588"/>
                  </a:lnTo>
                  <a:lnTo>
                    <a:pt x="7756910" y="105588"/>
                  </a:lnTo>
                  <a:lnTo>
                    <a:pt x="7757036" y="105588"/>
                  </a:lnTo>
                  <a:lnTo>
                    <a:pt x="7757162" y="105588"/>
                  </a:lnTo>
                  <a:lnTo>
                    <a:pt x="7757288" y="105588"/>
                  </a:lnTo>
                  <a:lnTo>
                    <a:pt x="7757414" y="105588"/>
                  </a:lnTo>
                  <a:lnTo>
                    <a:pt x="7757540" y="105588"/>
                  </a:lnTo>
                  <a:lnTo>
                    <a:pt x="7757666" y="105588"/>
                  </a:lnTo>
                  <a:lnTo>
                    <a:pt x="7757792" y="105588"/>
                  </a:lnTo>
                  <a:lnTo>
                    <a:pt x="7757918" y="105588"/>
                  </a:lnTo>
                  <a:lnTo>
                    <a:pt x="7758045" y="105588"/>
                  </a:lnTo>
                  <a:lnTo>
                    <a:pt x="7758171" y="105588"/>
                  </a:lnTo>
                  <a:lnTo>
                    <a:pt x="7758297" y="105588"/>
                  </a:lnTo>
                  <a:lnTo>
                    <a:pt x="7758423" y="105588"/>
                  </a:lnTo>
                  <a:lnTo>
                    <a:pt x="7758549" y="105588"/>
                  </a:lnTo>
                  <a:lnTo>
                    <a:pt x="7758675" y="105588"/>
                  </a:lnTo>
                  <a:lnTo>
                    <a:pt x="7758801" y="105588"/>
                  </a:lnTo>
                  <a:lnTo>
                    <a:pt x="7758927" y="105588"/>
                  </a:lnTo>
                  <a:lnTo>
                    <a:pt x="7759053" y="105588"/>
                  </a:lnTo>
                  <a:lnTo>
                    <a:pt x="7759179" y="105588"/>
                  </a:lnTo>
                  <a:lnTo>
                    <a:pt x="7759305" y="105588"/>
                  </a:lnTo>
                  <a:lnTo>
                    <a:pt x="7759431" y="105588"/>
                  </a:lnTo>
                  <a:lnTo>
                    <a:pt x="7759558" y="105588"/>
                  </a:lnTo>
                  <a:lnTo>
                    <a:pt x="7759684" y="105588"/>
                  </a:lnTo>
                  <a:lnTo>
                    <a:pt x="7759810" y="105588"/>
                  </a:lnTo>
                  <a:lnTo>
                    <a:pt x="7759936" y="105588"/>
                  </a:lnTo>
                  <a:lnTo>
                    <a:pt x="7760062" y="105588"/>
                  </a:lnTo>
                  <a:lnTo>
                    <a:pt x="7760188" y="105588"/>
                  </a:lnTo>
                  <a:lnTo>
                    <a:pt x="7760314" y="105588"/>
                  </a:lnTo>
                  <a:lnTo>
                    <a:pt x="7760440" y="105588"/>
                  </a:lnTo>
                  <a:lnTo>
                    <a:pt x="7760566" y="105588"/>
                  </a:lnTo>
                  <a:lnTo>
                    <a:pt x="7760692" y="105588"/>
                  </a:lnTo>
                  <a:lnTo>
                    <a:pt x="7760818" y="105588"/>
                  </a:lnTo>
                  <a:lnTo>
                    <a:pt x="7760945" y="105588"/>
                  </a:lnTo>
                  <a:lnTo>
                    <a:pt x="7761071" y="105588"/>
                  </a:lnTo>
                  <a:lnTo>
                    <a:pt x="7761197" y="105588"/>
                  </a:lnTo>
                  <a:lnTo>
                    <a:pt x="7761323" y="105588"/>
                  </a:lnTo>
                  <a:lnTo>
                    <a:pt x="7761449" y="105588"/>
                  </a:lnTo>
                  <a:lnTo>
                    <a:pt x="7761575" y="105588"/>
                  </a:lnTo>
                  <a:lnTo>
                    <a:pt x="7761701" y="105588"/>
                  </a:lnTo>
                  <a:lnTo>
                    <a:pt x="7761827" y="105588"/>
                  </a:lnTo>
                  <a:lnTo>
                    <a:pt x="7761953" y="105588"/>
                  </a:lnTo>
                  <a:lnTo>
                    <a:pt x="7762079" y="105588"/>
                  </a:lnTo>
                  <a:lnTo>
                    <a:pt x="7762205" y="105588"/>
                  </a:lnTo>
                  <a:lnTo>
                    <a:pt x="7762331" y="105588"/>
                  </a:lnTo>
                  <a:lnTo>
                    <a:pt x="7762458" y="105588"/>
                  </a:lnTo>
                  <a:lnTo>
                    <a:pt x="7762584" y="105588"/>
                  </a:lnTo>
                  <a:lnTo>
                    <a:pt x="7762710" y="105588"/>
                  </a:lnTo>
                  <a:lnTo>
                    <a:pt x="7762836" y="105588"/>
                  </a:lnTo>
                  <a:lnTo>
                    <a:pt x="7762962" y="105588"/>
                  </a:lnTo>
                  <a:lnTo>
                    <a:pt x="7763088" y="105588"/>
                  </a:lnTo>
                  <a:lnTo>
                    <a:pt x="7763214" y="105588"/>
                  </a:lnTo>
                  <a:lnTo>
                    <a:pt x="7763340" y="105588"/>
                  </a:lnTo>
                  <a:lnTo>
                    <a:pt x="7763466" y="105588"/>
                  </a:lnTo>
                  <a:lnTo>
                    <a:pt x="7763592" y="105588"/>
                  </a:lnTo>
                  <a:lnTo>
                    <a:pt x="7763718" y="105588"/>
                  </a:lnTo>
                  <a:lnTo>
                    <a:pt x="7763845" y="105588"/>
                  </a:lnTo>
                  <a:lnTo>
                    <a:pt x="7763971" y="105588"/>
                  </a:lnTo>
                  <a:lnTo>
                    <a:pt x="7764097" y="105588"/>
                  </a:lnTo>
                  <a:lnTo>
                    <a:pt x="7764223" y="105588"/>
                  </a:lnTo>
                  <a:lnTo>
                    <a:pt x="7764349" y="105588"/>
                  </a:lnTo>
                  <a:lnTo>
                    <a:pt x="7764475" y="105588"/>
                  </a:lnTo>
                  <a:lnTo>
                    <a:pt x="7764601" y="105588"/>
                  </a:lnTo>
                  <a:lnTo>
                    <a:pt x="7764727" y="105588"/>
                  </a:lnTo>
                  <a:lnTo>
                    <a:pt x="7764853" y="105588"/>
                  </a:lnTo>
                  <a:lnTo>
                    <a:pt x="7764979" y="105588"/>
                  </a:lnTo>
                  <a:lnTo>
                    <a:pt x="7765105" y="105588"/>
                  </a:lnTo>
                  <a:lnTo>
                    <a:pt x="7765231" y="105588"/>
                  </a:lnTo>
                  <a:lnTo>
                    <a:pt x="7765358" y="105588"/>
                  </a:lnTo>
                  <a:lnTo>
                    <a:pt x="7765484" y="105588"/>
                  </a:lnTo>
                  <a:lnTo>
                    <a:pt x="7765610" y="105588"/>
                  </a:lnTo>
                  <a:lnTo>
                    <a:pt x="7765736" y="105588"/>
                  </a:lnTo>
                  <a:lnTo>
                    <a:pt x="7765862" y="105588"/>
                  </a:lnTo>
                  <a:lnTo>
                    <a:pt x="7765988" y="105588"/>
                  </a:lnTo>
                  <a:lnTo>
                    <a:pt x="7766114" y="105588"/>
                  </a:lnTo>
                  <a:lnTo>
                    <a:pt x="7766240" y="105588"/>
                  </a:lnTo>
                  <a:lnTo>
                    <a:pt x="7766366" y="105588"/>
                  </a:lnTo>
                  <a:lnTo>
                    <a:pt x="7766492" y="105588"/>
                  </a:lnTo>
                  <a:lnTo>
                    <a:pt x="7766618" y="105588"/>
                  </a:lnTo>
                  <a:lnTo>
                    <a:pt x="7766745" y="105588"/>
                  </a:lnTo>
                  <a:lnTo>
                    <a:pt x="7766871" y="105588"/>
                  </a:lnTo>
                  <a:lnTo>
                    <a:pt x="7766997" y="105588"/>
                  </a:lnTo>
                  <a:lnTo>
                    <a:pt x="7767123" y="105588"/>
                  </a:lnTo>
                  <a:lnTo>
                    <a:pt x="7767249" y="105588"/>
                  </a:lnTo>
                  <a:lnTo>
                    <a:pt x="7767375" y="105588"/>
                  </a:lnTo>
                  <a:lnTo>
                    <a:pt x="7767501" y="105588"/>
                  </a:lnTo>
                  <a:lnTo>
                    <a:pt x="7767627" y="105588"/>
                  </a:lnTo>
                  <a:lnTo>
                    <a:pt x="7767753" y="105588"/>
                  </a:lnTo>
                  <a:lnTo>
                    <a:pt x="7767879" y="105588"/>
                  </a:lnTo>
                  <a:lnTo>
                    <a:pt x="7768005" y="105588"/>
                  </a:lnTo>
                  <a:lnTo>
                    <a:pt x="7768132" y="105588"/>
                  </a:lnTo>
                  <a:lnTo>
                    <a:pt x="7768258" y="105588"/>
                  </a:lnTo>
                  <a:lnTo>
                    <a:pt x="7768384" y="105588"/>
                  </a:lnTo>
                  <a:lnTo>
                    <a:pt x="7768510" y="105588"/>
                  </a:lnTo>
                  <a:lnTo>
                    <a:pt x="7768636" y="105588"/>
                  </a:lnTo>
                  <a:lnTo>
                    <a:pt x="7768636" y="100309"/>
                  </a:lnTo>
                  <a:lnTo>
                    <a:pt x="7768762" y="100309"/>
                  </a:lnTo>
                  <a:lnTo>
                    <a:pt x="7768888" y="100309"/>
                  </a:lnTo>
                  <a:lnTo>
                    <a:pt x="7769014" y="100309"/>
                  </a:lnTo>
                  <a:lnTo>
                    <a:pt x="7769140" y="100309"/>
                  </a:lnTo>
                  <a:lnTo>
                    <a:pt x="7769266" y="100309"/>
                  </a:lnTo>
                  <a:lnTo>
                    <a:pt x="7769392" y="100309"/>
                  </a:lnTo>
                  <a:lnTo>
                    <a:pt x="7769518" y="100309"/>
                  </a:lnTo>
                  <a:lnTo>
                    <a:pt x="7769645" y="100309"/>
                  </a:lnTo>
                  <a:lnTo>
                    <a:pt x="7769771" y="100309"/>
                  </a:lnTo>
                  <a:lnTo>
                    <a:pt x="7769897" y="100309"/>
                  </a:lnTo>
                  <a:lnTo>
                    <a:pt x="7770023" y="100309"/>
                  </a:lnTo>
                  <a:lnTo>
                    <a:pt x="7770149" y="100309"/>
                  </a:lnTo>
                  <a:lnTo>
                    <a:pt x="7770275" y="100309"/>
                  </a:lnTo>
                  <a:lnTo>
                    <a:pt x="7770401" y="100309"/>
                  </a:lnTo>
                  <a:lnTo>
                    <a:pt x="7770527" y="100309"/>
                  </a:lnTo>
                  <a:lnTo>
                    <a:pt x="7770653" y="100309"/>
                  </a:lnTo>
                  <a:lnTo>
                    <a:pt x="7770779" y="100309"/>
                  </a:lnTo>
                  <a:lnTo>
                    <a:pt x="7770905" y="100309"/>
                  </a:lnTo>
                  <a:lnTo>
                    <a:pt x="7771032" y="100309"/>
                  </a:lnTo>
                  <a:lnTo>
                    <a:pt x="7771158" y="100309"/>
                  </a:lnTo>
                  <a:lnTo>
                    <a:pt x="7771284" y="100309"/>
                  </a:lnTo>
                  <a:lnTo>
                    <a:pt x="7771410" y="100309"/>
                  </a:lnTo>
                  <a:lnTo>
                    <a:pt x="7771536" y="100309"/>
                  </a:lnTo>
                  <a:lnTo>
                    <a:pt x="7771662" y="100309"/>
                  </a:lnTo>
                  <a:lnTo>
                    <a:pt x="7771788" y="100309"/>
                  </a:lnTo>
                  <a:lnTo>
                    <a:pt x="7771914" y="100309"/>
                  </a:lnTo>
                  <a:lnTo>
                    <a:pt x="7772040" y="100309"/>
                  </a:lnTo>
                  <a:lnTo>
                    <a:pt x="7772166" y="100309"/>
                  </a:lnTo>
                  <a:lnTo>
                    <a:pt x="7772292" y="100309"/>
                  </a:lnTo>
                  <a:lnTo>
                    <a:pt x="7772418" y="100309"/>
                  </a:lnTo>
                  <a:lnTo>
                    <a:pt x="7772545" y="100309"/>
                  </a:lnTo>
                  <a:lnTo>
                    <a:pt x="7772671" y="100309"/>
                  </a:lnTo>
                  <a:lnTo>
                    <a:pt x="7772797" y="100309"/>
                  </a:lnTo>
                  <a:lnTo>
                    <a:pt x="7772923" y="100309"/>
                  </a:lnTo>
                  <a:lnTo>
                    <a:pt x="7773049" y="100309"/>
                  </a:lnTo>
                  <a:lnTo>
                    <a:pt x="7773175" y="100309"/>
                  </a:lnTo>
                  <a:lnTo>
                    <a:pt x="7773301" y="100309"/>
                  </a:lnTo>
                  <a:lnTo>
                    <a:pt x="7773427" y="100309"/>
                  </a:lnTo>
                  <a:lnTo>
                    <a:pt x="7773553" y="100309"/>
                  </a:lnTo>
                  <a:lnTo>
                    <a:pt x="7773679" y="100309"/>
                  </a:lnTo>
                  <a:lnTo>
                    <a:pt x="7773805" y="100309"/>
                  </a:lnTo>
                  <a:lnTo>
                    <a:pt x="7773932" y="100309"/>
                  </a:lnTo>
                  <a:lnTo>
                    <a:pt x="7774058" y="100309"/>
                  </a:lnTo>
                  <a:lnTo>
                    <a:pt x="7774184" y="100309"/>
                  </a:lnTo>
                  <a:lnTo>
                    <a:pt x="7774310" y="100309"/>
                  </a:lnTo>
                  <a:lnTo>
                    <a:pt x="7774436" y="100309"/>
                  </a:lnTo>
                  <a:lnTo>
                    <a:pt x="7774562" y="100309"/>
                  </a:lnTo>
                  <a:lnTo>
                    <a:pt x="7774688" y="100309"/>
                  </a:lnTo>
                  <a:lnTo>
                    <a:pt x="7774814" y="100309"/>
                  </a:lnTo>
                  <a:lnTo>
                    <a:pt x="7774814" y="95029"/>
                  </a:lnTo>
                  <a:lnTo>
                    <a:pt x="7774940" y="95029"/>
                  </a:lnTo>
                  <a:lnTo>
                    <a:pt x="7775066" y="95029"/>
                  </a:lnTo>
                  <a:lnTo>
                    <a:pt x="7775192" y="95029"/>
                  </a:lnTo>
                  <a:lnTo>
                    <a:pt x="7775319" y="95029"/>
                  </a:lnTo>
                  <a:lnTo>
                    <a:pt x="7775445" y="95029"/>
                  </a:lnTo>
                  <a:lnTo>
                    <a:pt x="7775571" y="95029"/>
                  </a:lnTo>
                  <a:lnTo>
                    <a:pt x="7775697" y="95029"/>
                  </a:lnTo>
                  <a:lnTo>
                    <a:pt x="7775823" y="95029"/>
                  </a:lnTo>
                  <a:lnTo>
                    <a:pt x="7775949" y="95029"/>
                  </a:lnTo>
                  <a:lnTo>
                    <a:pt x="7776075" y="95029"/>
                  </a:lnTo>
                  <a:lnTo>
                    <a:pt x="7776201" y="95029"/>
                  </a:lnTo>
                  <a:lnTo>
                    <a:pt x="7776327" y="95029"/>
                  </a:lnTo>
                  <a:lnTo>
                    <a:pt x="7776453" y="95029"/>
                  </a:lnTo>
                  <a:lnTo>
                    <a:pt x="7776579" y="95029"/>
                  </a:lnTo>
                  <a:lnTo>
                    <a:pt x="7776705" y="95029"/>
                  </a:lnTo>
                  <a:lnTo>
                    <a:pt x="7776832" y="95029"/>
                  </a:lnTo>
                  <a:lnTo>
                    <a:pt x="7776958" y="95029"/>
                  </a:lnTo>
                  <a:lnTo>
                    <a:pt x="7777084" y="95029"/>
                  </a:lnTo>
                  <a:lnTo>
                    <a:pt x="7777210" y="95029"/>
                  </a:lnTo>
                  <a:lnTo>
                    <a:pt x="7777336" y="95029"/>
                  </a:lnTo>
                  <a:lnTo>
                    <a:pt x="7777462" y="95029"/>
                  </a:lnTo>
                  <a:lnTo>
                    <a:pt x="7777588" y="95029"/>
                  </a:lnTo>
                  <a:lnTo>
                    <a:pt x="7777714" y="95029"/>
                  </a:lnTo>
                  <a:lnTo>
                    <a:pt x="7777840" y="95029"/>
                  </a:lnTo>
                  <a:lnTo>
                    <a:pt x="7777966" y="95029"/>
                  </a:lnTo>
                  <a:lnTo>
                    <a:pt x="7778092" y="95029"/>
                  </a:lnTo>
                  <a:lnTo>
                    <a:pt x="7778219" y="95029"/>
                  </a:lnTo>
                  <a:lnTo>
                    <a:pt x="7778345" y="95029"/>
                  </a:lnTo>
                  <a:lnTo>
                    <a:pt x="7778471" y="95029"/>
                  </a:lnTo>
                  <a:lnTo>
                    <a:pt x="7778597" y="95029"/>
                  </a:lnTo>
                  <a:lnTo>
                    <a:pt x="7778723" y="95029"/>
                  </a:lnTo>
                  <a:lnTo>
                    <a:pt x="7778849" y="95029"/>
                  </a:lnTo>
                  <a:lnTo>
                    <a:pt x="7778975" y="95029"/>
                  </a:lnTo>
                  <a:lnTo>
                    <a:pt x="7779101" y="95029"/>
                  </a:lnTo>
                  <a:lnTo>
                    <a:pt x="7779227" y="95029"/>
                  </a:lnTo>
                  <a:lnTo>
                    <a:pt x="7779353" y="95029"/>
                  </a:lnTo>
                  <a:lnTo>
                    <a:pt x="7779479" y="95029"/>
                  </a:lnTo>
                  <a:lnTo>
                    <a:pt x="7779605" y="95029"/>
                  </a:lnTo>
                  <a:lnTo>
                    <a:pt x="7779732" y="95029"/>
                  </a:lnTo>
                  <a:lnTo>
                    <a:pt x="7779858" y="95029"/>
                  </a:lnTo>
                  <a:lnTo>
                    <a:pt x="7779984" y="95029"/>
                  </a:lnTo>
                  <a:lnTo>
                    <a:pt x="7780110" y="95029"/>
                  </a:lnTo>
                  <a:lnTo>
                    <a:pt x="7780236" y="95029"/>
                  </a:lnTo>
                  <a:lnTo>
                    <a:pt x="7780362" y="95029"/>
                  </a:lnTo>
                  <a:lnTo>
                    <a:pt x="7780488" y="95029"/>
                  </a:lnTo>
                  <a:lnTo>
                    <a:pt x="7780614" y="95029"/>
                  </a:lnTo>
                  <a:lnTo>
                    <a:pt x="7780740" y="95029"/>
                  </a:lnTo>
                  <a:lnTo>
                    <a:pt x="7780866" y="95029"/>
                  </a:lnTo>
                  <a:lnTo>
                    <a:pt x="7780992" y="95029"/>
                  </a:lnTo>
                  <a:lnTo>
                    <a:pt x="7781119" y="95029"/>
                  </a:lnTo>
                  <a:lnTo>
                    <a:pt x="7781245" y="95029"/>
                  </a:lnTo>
                  <a:lnTo>
                    <a:pt x="7781371" y="95029"/>
                  </a:lnTo>
                  <a:lnTo>
                    <a:pt x="7781497" y="95029"/>
                  </a:lnTo>
                  <a:lnTo>
                    <a:pt x="7781623" y="95029"/>
                  </a:lnTo>
                  <a:lnTo>
                    <a:pt x="7781749" y="95029"/>
                  </a:lnTo>
                  <a:lnTo>
                    <a:pt x="7781875" y="95029"/>
                  </a:lnTo>
                  <a:lnTo>
                    <a:pt x="7782001" y="95029"/>
                  </a:lnTo>
                  <a:lnTo>
                    <a:pt x="7782127" y="95029"/>
                  </a:lnTo>
                  <a:lnTo>
                    <a:pt x="7782253" y="95029"/>
                  </a:lnTo>
                  <a:lnTo>
                    <a:pt x="7782379" y="95029"/>
                  </a:lnTo>
                  <a:lnTo>
                    <a:pt x="7782505" y="95029"/>
                  </a:lnTo>
                  <a:lnTo>
                    <a:pt x="7782632" y="95029"/>
                  </a:lnTo>
                  <a:lnTo>
                    <a:pt x="7782758" y="95029"/>
                  </a:lnTo>
                  <a:lnTo>
                    <a:pt x="7782884" y="95029"/>
                  </a:lnTo>
                  <a:lnTo>
                    <a:pt x="7783010" y="95029"/>
                  </a:lnTo>
                  <a:lnTo>
                    <a:pt x="7783136" y="95029"/>
                  </a:lnTo>
                  <a:lnTo>
                    <a:pt x="7783262" y="95029"/>
                  </a:lnTo>
                  <a:lnTo>
                    <a:pt x="7783388" y="95029"/>
                  </a:lnTo>
                  <a:lnTo>
                    <a:pt x="7783514" y="95029"/>
                  </a:lnTo>
                  <a:lnTo>
                    <a:pt x="7783640" y="95029"/>
                  </a:lnTo>
                  <a:lnTo>
                    <a:pt x="7783766" y="95029"/>
                  </a:lnTo>
                  <a:lnTo>
                    <a:pt x="7783892" y="95029"/>
                  </a:lnTo>
                  <a:lnTo>
                    <a:pt x="7784019" y="95029"/>
                  </a:lnTo>
                  <a:lnTo>
                    <a:pt x="7784145" y="95029"/>
                  </a:lnTo>
                  <a:lnTo>
                    <a:pt x="7784271" y="95029"/>
                  </a:lnTo>
                  <a:lnTo>
                    <a:pt x="7784397" y="95029"/>
                  </a:lnTo>
                  <a:lnTo>
                    <a:pt x="7784523" y="95029"/>
                  </a:lnTo>
                  <a:lnTo>
                    <a:pt x="7784649" y="95029"/>
                  </a:lnTo>
                  <a:lnTo>
                    <a:pt x="7784775" y="95029"/>
                  </a:lnTo>
                  <a:lnTo>
                    <a:pt x="7784901" y="95029"/>
                  </a:lnTo>
                  <a:lnTo>
                    <a:pt x="7785027" y="95029"/>
                  </a:lnTo>
                  <a:lnTo>
                    <a:pt x="7785153" y="95029"/>
                  </a:lnTo>
                  <a:lnTo>
                    <a:pt x="7785279" y="95029"/>
                  </a:lnTo>
                  <a:lnTo>
                    <a:pt x="7785406" y="95029"/>
                  </a:lnTo>
                  <a:lnTo>
                    <a:pt x="7785532" y="95029"/>
                  </a:lnTo>
                  <a:lnTo>
                    <a:pt x="7785658" y="95029"/>
                  </a:lnTo>
                  <a:lnTo>
                    <a:pt x="7785784" y="95029"/>
                  </a:lnTo>
                  <a:lnTo>
                    <a:pt x="7785910" y="95029"/>
                  </a:lnTo>
                  <a:lnTo>
                    <a:pt x="7786036" y="95029"/>
                  </a:lnTo>
                  <a:lnTo>
                    <a:pt x="7786162" y="95029"/>
                  </a:lnTo>
                  <a:lnTo>
                    <a:pt x="7786288" y="95029"/>
                  </a:lnTo>
                  <a:lnTo>
                    <a:pt x="7786414" y="95029"/>
                  </a:lnTo>
                  <a:lnTo>
                    <a:pt x="7786540" y="95029"/>
                  </a:lnTo>
                  <a:lnTo>
                    <a:pt x="7786666" y="95029"/>
                  </a:lnTo>
                  <a:lnTo>
                    <a:pt x="7786792" y="95029"/>
                  </a:lnTo>
                  <a:lnTo>
                    <a:pt x="7786919" y="95029"/>
                  </a:lnTo>
                  <a:lnTo>
                    <a:pt x="7787045" y="95029"/>
                  </a:lnTo>
                  <a:lnTo>
                    <a:pt x="7787171" y="95029"/>
                  </a:lnTo>
                  <a:lnTo>
                    <a:pt x="7787297" y="95029"/>
                  </a:lnTo>
                  <a:lnTo>
                    <a:pt x="7787423" y="95029"/>
                  </a:lnTo>
                  <a:lnTo>
                    <a:pt x="7787549" y="95029"/>
                  </a:lnTo>
                  <a:lnTo>
                    <a:pt x="7787675" y="95029"/>
                  </a:lnTo>
                  <a:lnTo>
                    <a:pt x="7787801" y="95029"/>
                  </a:lnTo>
                  <a:lnTo>
                    <a:pt x="7787927" y="95029"/>
                  </a:lnTo>
                  <a:lnTo>
                    <a:pt x="7788053" y="95029"/>
                  </a:lnTo>
                  <a:lnTo>
                    <a:pt x="7788179" y="95029"/>
                  </a:lnTo>
                  <a:lnTo>
                    <a:pt x="7788306" y="95029"/>
                  </a:lnTo>
                  <a:lnTo>
                    <a:pt x="7788432" y="95029"/>
                  </a:lnTo>
                  <a:lnTo>
                    <a:pt x="7788558" y="95029"/>
                  </a:lnTo>
                  <a:lnTo>
                    <a:pt x="7788684" y="95029"/>
                  </a:lnTo>
                  <a:lnTo>
                    <a:pt x="7788810" y="95029"/>
                  </a:lnTo>
                  <a:lnTo>
                    <a:pt x="7788936" y="95029"/>
                  </a:lnTo>
                  <a:lnTo>
                    <a:pt x="7789062" y="95029"/>
                  </a:lnTo>
                  <a:lnTo>
                    <a:pt x="7789188" y="95029"/>
                  </a:lnTo>
                  <a:lnTo>
                    <a:pt x="7789314" y="95029"/>
                  </a:lnTo>
                  <a:lnTo>
                    <a:pt x="7789440" y="95029"/>
                  </a:lnTo>
                  <a:lnTo>
                    <a:pt x="7789566" y="95029"/>
                  </a:lnTo>
                  <a:lnTo>
                    <a:pt x="7789692" y="95029"/>
                  </a:lnTo>
                  <a:lnTo>
                    <a:pt x="7789819" y="95029"/>
                  </a:lnTo>
                  <a:lnTo>
                    <a:pt x="7789945" y="95029"/>
                  </a:lnTo>
                  <a:lnTo>
                    <a:pt x="7790071" y="95029"/>
                  </a:lnTo>
                  <a:lnTo>
                    <a:pt x="7790197" y="95029"/>
                  </a:lnTo>
                  <a:lnTo>
                    <a:pt x="7790323" y="95029"/>
                  </a:lnTo>
                  <a:lnTo>
                    <a:pt x="7790449" y="95029"/>
                  </a:lnTo>
                  <a:lnTo>
                    <a:pt x="7790575" y="95029"/>
                  </a:lnTo>
                  <a:lnTo>
                    <a:pt x="7790701" y="95029"/>
                  </a:lnTo>
                  <a:lnTo>
                    <a:pt x="7790827" y="95029"/>
                  </a:lnTo>
                  <a:lnTo>
                    <a:pt x="7790953" y="95029"/>
                  </a:lnTo>
                  <a:lnTo>
                    <a:pt x="7791079" y="95029"/>
                  </a:lnTo>
                  <a:lnTo>
                    <a:pt x="7791206" y="95029"/>
                  </a:lnTo>
                  <a:lnTo>
                    <a:pt x="7791332" y="95029"/>
                  </a:lnTo>
                  <a:lnTo>
                    <a:pt x="7791458" y="95029"/>
                  </a:lnTo>
                  <a:lnTo>
                    <a:pt x="7791584" y="95029"/>
                  </a:lnTo>
                  <a:lnTo>
                    <a:pt x="7791710" y="95029"/>
                  </a:lnTo>
                  <a:lnTo>
                    <a:pt x="7791836" y="95029"/>
                  </a:lnTo>
                  <a:lnTo>
                    <a:pt x="7791962" y="95029"/>
                  </a:lnTo>
                  <a:lnTo>
                    <a:pt x="7792088" y="95029"/>
                  </a:lnTo>
                  <a:lnTo>
                    <a:pt x="7792214" y="95029"/>
                  </a:lnTo>
                  <a:lnTo>
                    <a:pt x="7792340" y="95029"/>
                  </a:lnTo>
                  <a:lnTo>
                    <a:pt x="7792466" y="95029"/>
                  </a:lnTo>
                  <a:lnTo>
                    <a:pt x="7792593" y="95029"/>
                  </a:lnTo>
                  <a:lnTo>
                    <a:pt x="7792719" y="95029"/>
                  </a:lnTo>
                  <a:lnTo>
                    <a:pt x="7792845" y="95029"/>
                  </a:lnTo>
                  <a:lnTo>
                    <a:pt x="7792971" y="95029"/>
                  </a:lnTo>
                  <a:lnTo>
                    <a:pt x="7793097" y="95029"/>
                  </a:lnTo>
                  <a:lnTo>
                    <a:pt x="7793223" y="95029"/>
                  </a:lnTo>
                  <a:lnTo>
                    <a:pt x="7793349" y="95029"/>
                  </a:lnTo>
                  <a:lnTo>
                    <a:pt x="7793475" y="95029"/>
                  </a:lnTo>
                  <a:lnTo>
                    <a:pt x="7793601" y="95029"/>
                  </a:lnTo>
                  <a:lnTo>
                    <a:pt x="7793727" y="95029"/>
                  </a:lnTo>
                  <a:lnTo>
                    <a:pt x="7793853" y="95029"/>
                  </a:lnTo>
                  <a:lnTo>
                    <a:pt x="7793979" y="95029"/>
                  </a:lnTo>
                  <a:lnTo>
                    <a:pt x="7794106" y="95029"/>
                  </a:lnTo>
                  <a:lnTo>
                    <a:pt x="7794232" y="95029"/>
                  </a:lnTo>
                  <a:lnTo>
                    <a:pt x="7794358" y="95029"/>
                  </a:lnTo>
                  <a:lnTo>
                    <a:pt x="7794484" y="95029"/>
                  </a:lnTo>
                  <a:lnTo>
                    <a:pt x="7794610" y="95029"/>
                  </a:lnTo>
                  <a:lnTo>
                    <a:pt x="7794736" y="95029"/>
                  </a:lnTo>
                  <a:lnTo>
                    <a:pt x="7794862" y="95029"/>
                  </a:lnTo>
                  <a:lnTo>
                    <a:pt x="7794988" y="95029"/>
                  </a:lnTo>
                  <a:lnTo>
                    <a:pt x="7795114" y="95029"/>
                  </a:lnTo>
                  <a:lnTo>
                    <a:pt x="7795240" y="95029"/>
                  </a:lnTo>
                  <a:lnTo>
                    <a:pt x="7795366" y="95029"/>
                  </a:lnTo>
                  <a:lnTo>
                    <a:pt x="7795493" y="95029"/>
                  </a:lnTo>
                  <a:lnTo>
                    <a:pt x="7795619" y="95029"/>
                  </a:lnTo>
                  <a:lnTo>
                    <a:pt x="7795745" y="95029"/>
                  </a:lnTo>
                  <a:lnTo>
                    <a:pt x="7795871" y="95029"/>
                  </a:lnTo>
                  <a:lnTo>
                    <a:pt x="7795997" y="95029"/>
                  </a:lnTo>
                  <a:lnTo>
                    <a:pt x="7796123" y="95029"/>
                  </a:lnTo>
                  <a:lnTo>
                    <a:pt x="7796249" y="95029"/>
                  </a:lnTo>
                  <a:lnTo>
                    <a:pt x="7796375" y="95029"/>
                  </a:lnTo>
                  <a:lnTo>
                    <a:pt x="7796501" y="95029"/>
                  </a:lnTo>
                  <a:lnTo>
                    <a:pt x="7796627" y="95029"/>
                  </a:lnTo>
                  <a:lnTo>
                    <a:pt x="7796753" y="95029"/>
                  </a:lnTo>
                  <a:lnTo>
                    <a:pt x="7796879" y="95029"/>
                  </a:lnTo>
                  <a:lnTo>
                    <a:pt x="7797006" y="95029"/>
                  </a:lnTo>
                  <a:lnTo>
                    <a:pt x="7797132" y="95029"/>
                  </a:lnTo>
                  <a:lnTo>
                    <a:pt x="7797258" y="95029"/>
                  </a:lnTo>
                  <a:lnTo>
                    <a:pt x="7797384" y="95029"/>
                  </a:lnTo>
                  <a:lnTo>
                    <a:pt x="7797510" y="95029"/>
                  </a:lnTo>
                  <a:lnTo>
                    <a:pt x="7797636" y="95029"/>
                  </a:lnTo>
                  <a:lnTo>
                    <a:pt x="7797762" y="95029"/>
                  </a:lnTo>
                  <a:lnTo>
                    <a:pt x="7797888" y="95029"/>
                  </a:lnTo>
                  <a:lnTo>
                    <a:pt x="7798014" y="95029"/>
                  </a:lnTo>
                  <a:lnTo>
                    <a:pt x="7798140" y="95029"/>
                  </a:lnTo>
                  <a:lnTo>
                    <a:pt x="7798266" y="95029"/>
                  </a:lnTo>
                  <a:lnTo>
                    <a:pt x="7798393" y="95029"/>
                  </a:lnTo>
                  <a:lnTo>
                    <a:pt x="7798519" y="95029"/>
                  </a:lnTo>
                  <a:lnTo>
                    <a:pt x="7798645" y="95029"/>
                  </a:lnTo>
                  <a:lnTo>
                    <a:pt x="7798771" y="95029"/>
                  </a:lnTo>
                  <a:lnTo>
                    <a:pt x="7798897" y="95029"/>
                  </a:lnTo>
                  <a:lnTo>
                    <a:pt x="7799023" y="95029"/>
                  </a:lnTo>
                  <a:lnTo>
                    <a:pt x="7799149" y="95029"/>
                  </a:lnTo>
                  <a:lnTo>
                    <a:pt x="7799275" y="95029"/>
                  </a:lnTo>
                  <a:lnTo>
                    <a:pt x="7799401" y="95029"/>
                  </a:lnTo>
                  <a:lnTo>
                    <a:pt x="7799527" y="95029"/>
                  </a:lnTo>
                  <a:lnTo>
                    <a:pt x="7799653" y="95029"/>
                  </a:lnTo>
                  <a:lnTo>
                    <a:pt x="7799780" y="95029"/>
                  </a:lnTo>
                  <a:lnTo>
                    <a:pt x="7799906" y="95029"/>
                  </a:lnTo>
                  <a:lnTo>
                    <a:pt x="7800032" y="95029"/>
                  </a:lnTo>
                  <a:lnTo>
                    <a:pt x="7800158" y="95029"/>
                  </a:lnTo>
                  <a:lnTo>
                    <a:pt x="7800284" y="95029"/>
                  </a:lnTo>
                  <a:lnTo>
                    <a:pt x="7800410" y="95029"/>
                  </a:lnTo>
                  <a:lnTo>
                    <a:pt x="7800536" y="95029"/>
                  </a:lnTo>
                  <a:lnTo>
                    <a:pt x="7800662" y="95029"/>
                  </a:lnTo>
                  <a:lnTo>
                    <a:pt x="7800788" y="95029"/>
                  </a:lnTo>
                  <a:lnTo>
                    <a:pt x="7800914" y="95029"/>
                  </a:lnTo>
                  <a:lnTo>
                    <a:pt x="7801040" y="95029"/>
                  </a:lnTo>
                  <a:lnTo>
                    <a:pt x="7801166" y="95029"/>
                  </a:lnTo>
                  <a:lnTo>
                    <a:pt x="7801293" y="95029"/>
                  </a:lnTo>
                  <a:lnTo>
                    <a:pt x="7801419" y="95029"/>
                  </a:lnTo>
                  <a:lnTo>
                    <a:pt x="7801545" y="95029"/>
                  </a:lnTo>
                  <a:lnTo>
                    <a:pt x="7801671" y="95029"/>
                  </a:lnTo>
                  <a:lnTo>
                    <a:pt x="7801797" y="95029"/>
                  </a:lnTo>
                  <a:lnTo>
                    <a:pt x="7801923" y="95029"/>
                  </a:lnTo>
                  <a:lnTo>
                    <a:pt x="7802049" y="95029"/>
                  </a:lnTo>
                  <a:lnTo>
                    <a:pt x="7802175" y="95029"/>
                  </a:lnTo>
                  <a:lnTo>
                    <a:pt x="7802301" y="95029"/>
                  </a:lnTo>
                  <a:lnTo>
                    <a:pt x="7802427" y="95029"/>
                  </a:lnTo>
                  <a:lnTo>
                    <a:pt x="7802553" y="95029"/>
                  </a:lnTo>
                  <a:lnTo>
                    <a:pt x="7802680" y="95029"/>
                  </a:lnTo>
                  <a:lnTo>
                    <a:pt x="7802806" y="95029"/>
                  </a:lnTo>
                  <a:lnTo>
                    <a:pt x="7802932" y="95029"/>
                  </a:lnTo>
                  <a:lnTo>
                    <a:pt x="7803058" y="95029"/>
                  </a:lnTo>
                  <a:lnTo>
                    <a:pt x="7803184" y="95029"/>
                  </a:lnTo>
                  <a:lnTo>
                    <a:pt x="7803310" y="95029"/>
                  </a:lnTo>
                  <a:lnTo>
                    <a:pt x="7803436" y="95029"/>
                  </a:lnTo>
                  <a:lnTo>
                    <a:pt x="7803562" y="95029"/>
                  </a:lnTo>
                  <a:lnTo>
                    <a:pt x="7803688" y="95029"/>
                  </a:lnTo>
                  <a:lnTo>
                    <a:pt x="7803814" y="95029"/>
                  </a:lnTo>
                  <a:lnTo>
                    <a:pt x="7803940" y="95029"/>
                  </a:lnTo>
                  <a:lnTo>
                    <a:pt x="7804066" y="95029"/>
                  </a:lnTo>
                  <a:lnTo>
                    <a:pt x="7804193" y="95029"/>
                  </a:lnTo>
                  <a:lnTo>
                    <a:pt x="7804319" y="95029"/>
                  </a:lnTo>
                  <a:lnTo>
                    <a:pt x="7804445" y="95029"/>
                  </a:lnTo>
                  <a:lnTo>
                    <a:pt x="7804571" y="95029"/>
                  </a:lnTo>
                  <a:lnTo>
                    <a:pt x="7804697" y="95029"/>
                  </a:lnTo>
                  <a:lnTo>
                    <a:pt x="7804823" y="95029"/>
                  </a:lnTo>
                  <a:lnTo>
                    <a:pt x="7804949" y="95029"/>
                  </a:lnTo>
                  <a:lnTo>
                    <a:pt x="7805075" y="95029"/>
                  </a:lnTo>
                  <a:lnTo>
                    <a:pt x="7805201" y="95029"/>
                  </a:lnTo>
                  <a:lnTo>
                    <a:pt x="7805327" y="95029"/>
                  </a:lnTo>
                  <a:lnTo>
                    <a:pt x="7805453" y="95029"/>
                  </a:lnTo>
                  <a:lnTo>
                    <a:pt x="7805580" y="95029"/>
                  </a:lnTo>
                  <a:lnTo>
                    <a:pt x="7805706" y="95029"/>
                  </a:lnTo>
                  <a:lnTo>
                    <a:pt x="7805832" y="95029"/>
                  </a:lnTo>
                  <a:lnTo>
                    <a:pt x="7805958" y="95029"/>
                  </a:lnTo>
                  <a:lnTo>
                    <a:pt x="7806084" y="95029"/>
                  </a:lnTo>
                  <a:lnTo>
                    <a:pt x="7806210" y="95029"/>
                  </a:lnTo>
                  <a:lnTo>
                    <a:pt x="7806336" y="95029"/>
                  </a:lnTo>
                  <a:lnTo>
                    <a:pt x="7806462" y="95029"/>
                  </a:lnTo>
                  <a:lnTo>
                    <a:pt x="7806588" y="95029"/>
                  </a:lnTo>
                  <a:lnTo>
                    <a:pt x="7806714" y="95029"/>
                  </a:lnTo>
                  <a:lnTo>
                    <a:pt x="7806840" y="95029"/>
                  </a:lnTo>
                  <a:lnTo>
                    <a:pt x="7806966" y="95029"/>
                  </a:lnTo>
                  <a:lnTo>
                    <a:pt x="7807093" y="95029"/>
                  </a:lnTo>
                  <a:lnTo>
                    <a:pt x="7807219" y="95029"/>
                  </a:lnTo>
                  <a:lnTo>
                    <a:pt x="7807345" y="95029"/>
                  </a:lnTo>
                  <a:lnTo>
                    <a:pt x="7807471" y="95029"/>
                  </a:lnTo>
                  <a:lnTo>
                    <a:pt x="7807597" y="95029"/>
                  </a:lnTo>
                  <a:lnTo>
                    <a:pt x="7807723" y="95029"/>
                  </a:lnTo>
                  <a:lnTo>
                    <a:pt x="7807849" y="95029"/>
                  </a:lnTo>
                  <a:lnTo>
                    <a:pt x="7807975" y="95029"/>
                  </a:lnTo>
                  <a:lnTo>
                    <a:pt x="7808101" y="95029"/>
                  </a:lnTo>
                  <a:lnTo>
                    <a:pt x="7808227" y="95029"/>
                  </a:lnTo>
                  <a:lnTo>
                    <a:pt x="7808353" y="95029"/>
                  </a:lnTo>
                  <a:lnTo>
                    <a:pt x="7808480" y="95029"/>
                  </a:lnTo>
                  <a:lnTo>
                    <a:pt x="7808606" y="95029"/>
                  </a:lnTo>
                  <a:lnTo>
                    <a:pt x="7808732" y="95029"/>
                  </a:lnTo>
                  <a:lnTo>
                    <a:pt x="7808858" y="95029"/>
                  </a:lnTo>
                  <a:lnTo>
                    <a:pt x="7808984" y="95029"/>
                  </a:lnTo>
                  <a:lnTo>
                    <a:pt x="7809110" y="95029"/>
                  </a:lnTo>
                  <a:lnTo>
                    <a:pt x="7809236" y="95029"/>
                  </a:lnTo>
                  <a:lnTo>
                    <a:pt x="7809362" y="95029"/>
                  </a:lnTo>
                  <a:lnTo>
                    <a:pt x="7809488" y="95029"/>
                  </a:lnTo>
                  <a:lnTo>
                    <a:pt x="7809614" y="95029"/>
                  </a:lnTo>
                  <a:lnTo>
                    <a:pt x="7809740" y="95029"/>
                  </a:lnTo>
                  <a:lnTo>
                    <a:pt x="7809867" y="95029"/>
                  </a:lnTo>
                  <a:lnTo>
                    <a:pt x="7809993" y="95029"/>
                  </a:lnTo>
                  <a:lnTo>
                    <a:pt x="7810119" y="95029"/>
                  </a:lnTo>
                  <a:lnTo>
                    <a:pt x="7810245" y="95029"/>
                  </a:lnTo>
                  <a:lnTo>
                    <a:pt x="7810371" y="95029"/>
                  </a:lnTo>
                  <a:lnTo>
                    <a:pt x="7810497" y="95029"/>
                  </a:lnTo>
                  <a:lnTo>
                    <a:pt x="7810623" y="95029"/>
                  </a:lnTo>
                  <a:lnTo>
                    <a:pt x="7810749" y="95029"/>
                  </a:lnTo>
                  <a:lnTo>
                    <a:pt x="7810875" y="95029"/>
                  </a:lnTo>
                  <a:lnTo>
                    <a:pt x="7811001" y="95029"/>
                  </a:lnTo>
                  <a:lnTo>
                    <a:pt x="7811127" y="95029"/>
                  </a:lnTo>
                  <a:lnTo>
                    <a:pt x="7811253" y="95029"/>
                  </a:lnTo>
                  <a:lnTo>
                    <a:pt x="7811380" y="95029"/>
                  </a:lnTo>
                  <a:lnTo>
                    <a:pt x="7811506" y="95029"/>
                  </a:lnTo>
                  <a:lnTo>
                    <a:pt x="7811632" y="95029"/>
                  </a:lnTo>
                  <a:lnTo>
                    <a:pt x="7811758" y="95029"/>
                  </a:lnTo>
                  <a:lnTo>
                    <a:pt x="7811884" y="95029"/>
                  </a:lnTo>
                  <a:lnTo>
                    <a:pt x="7812010" y="95029"/>
                  </a:lnTo>
                  <a:lnTo>
                    <a:pt x="7812136" y="95029"/>
                  </a:lnTo>
                  <a:lnTo>
                    <a:pt x="7812262" y="95029"/>
                  </a:lnTo>
                  <a:lnTo>
                    <a:pt x="7812388" y="95029"/>
                  </a:lnTo>
                  <a:lnTo>
                    <a:pt x="7812514" y="95029"/>
                  </a:lnTo>
                  <a:lnTo>
                    <a:pt x="7812640" y="95029"/>
                  </a:lnTo>
                  <a:lnTo>
                    <a:pt x="7812767" y="95029"/>
                  </a:lnTo>
                  <a:lnTo>
                    <a:pt x="7812893" y="95029"/>
                  </a:lnTo>
                  <a:lnTo>
                    <a:pt x="7813019" y="95029"/>
                  </a:lnTo>
                  <a:lnTo>
                    <a:pt x="7813145" y="95029"/>
                  </a:lnTo>
                  <a:lnTo>
                    <a:pt x="7813271" y="95029"/>
                  </a:lnTo>
                  <a:lnTo>
                    <a:pt x="7813397" y="95029"/>
                  </a:lnTo>
                  <a:lnTo>
                    <a:pt x="7813523" y="95029"/>
                  </a:lnTo>
                  <a:lnTo>
                    <a:pt x="7813649" y="95029"/>
                  </a:lnTo>
                  <a:lnTo>
                    <a:pt x="7813775" y="95029"/>
                  </a:lnTo>
                  <a:lnTo>
                    <a:pt x="7813901" y="95029"/>
                  </a:lnTo>
                  <a:lnTo>
                    <a:pt x="7814027" y="95029"/>
                  </a:lnTo>
                  <a:lnTo>
                    <a:pt x="7814153" y="95029"/>
                  </a:lnTo>
                  <a:lnTo>
                    <a:pt x="7814280" y="95029"/>
                  </a:lnTo>
                  <a:lnTo>
                    <a:pt x="7814406" y="95029"/>
                  </a:lnTo>
                  <a:lnTo>
                    <a:pt x="7814532" y="95029"/>
                  </a:lnTo>
                  <a:lnTo>
                    <a:pt x="7814658" y="95029"/>
                  </a:lnTo>
                  <a:lnTo>
                    <a:pt x="7814784" y="95029"/>
                  </a:lnTo>
                  <a:lnTo>
                    <a:pt x="7814910" y="95029"/>
                  </a:lnTo>
                  <a:lnTo>
                    <a:pt x="7815036" y="95029"/>
                  </a:lnTo>
                  <a:lnTo>
                    <a:pt x="7815162" y="95029"/>
                  </a:lnTo>
                  <a:lnTo>
                    <a:pt x="7815288" y="95029"/>
                  </a:lnTo>
                  <a:lnTo>
                    <a:pt x="7815414" y="95029"/>
                  </a:lnTo>
                  <a:lnTo>
                    <a:pt x="7815540" y="95029"/>
                  </a:lnTo>
                  <a:lnTo>
                    <a:pt x="7815667" y="95029"/>
                  </a:lnTo>
                  <a:lnTo>
                    <a:pt x="7815793" y="95029"/>
                  </a:lnTo>
                  <a:lnTo>
                    <a:pt x="7815919" y="95029"/>
                  </a:lnTo>
                  <a:lnTo>
                    <a:pt x="7816045" y="95029"/>
                  </a:lnTo>
                  <a:lnTo>
                    <a:pt x="7816171" y="95029"/>
                  </a:lnTo>
                  <a:lnTo>
                    <a:pt x="7816297" y="95029"/>
                  </a:lnTo>
                  <a:lnTo>
                    <a:pt x="7816423" y="95029"/>
                  </a:lnTo>
                  <a:lnTo>
                    <a:pt x="7816549" y="95029"/>
                  </a:lnTo>
                  <a:lnTo>
                    <a:pt x="7816675" y="95029"/>
                  </a:lnTo>
                  <a:lnTo>
                    <a:pt x="7816801" y="95029"/>
                  </a:lnTo>
                  <a:lnTo>
                    <a:pt x="7816927" y="95029"/>
                  </a:lnTo>
                  <a:lnTo>
                    <a:pt x="7817054" y="95029"/>
                  </a:lnTo>
                  <a:lnTo>
                    <a:pt x="7817180" y="95029"/>
                  </a:lnTo>
                  <a:lnTo>
                    <a:pt x="7817306" y="95029"/>
                  </a:lnTo>
                  <a:lnTo>
                    <a:pt x="7817432" y="95029"/>
                  </a:lnTo>
                  <a:lnTo>
                    <a:pt x="7817558" y="95029"/>
                  </a:lnTo>
                  <a:lnTo>
                    <a:pt x="7817684" y="95029"/>
                  </a:lnTo>
                  <a:lnTo>
                    <a:pt x="7817810" y="95029"/>
                  </a:lnTo>
                  <a:lnTo>
                    <a:pt x="7817936" y="95029"/>
                  </a:lnTo>
                  <a:lnTo>
                    <a:pt x="7818062" y="95029"/>
                  </a:lnTo>
                  <a:lnTo>
                    <a:pt x="7818188" y="95029"/>
                  </a:lnTo>
                  <a:lnTo>
                    <a:pt x="7818314" y="95029"/>
                  </a:lnTo>
                  <a:lnTo>
                    <a:pt x="7818440" y="95029"/>
                  </a:lnTo>
                  <a:lnTo>
                    <a:pt x="7818567" y="95029"/>
                  </a:lnTo>
                  <a:lnTo>
                    <a:pt x="7818693" y="95029"/>
                  </a:lnTo>
                  <a:lnTo>
                    <a:pt x="7818819" y="95029"/>
                  </a:lnTo>
                  <a:lnTo>
                    <a:pt x="7818945" y="95029"/>
                  </a:lnTo>
                  <a:lnTo>
                    <a:pt x="7819071" y="95029"/>
                  </a:lnTo>
                  <a:lnTo>
                    <a:pt x="7819197" y="95029"/>
                  </a:lnTo>
                  <a:lnTo>
                    <a:pt x="7819323" y="95029"/>
                  </a:lnTo>
                  <a:lnTo>
                    <a:pt x="7819449" y="95029"/>
                  </a:lnTo>
                  <a:lnTo>
                    <a:pt x="7819575" y="95029"/>
                  </a:lnTo>
                  <a:lnTo>
                    <a:pt x="7819701" y="95029"/>
                  </a:lnTo>
                  <a:lnTo>
                    <a:pt x="7819827" y="95029"/>
                  </a:lnTo>
                  <a:lnTo>
                    <a:pt x="7819954" y="95029"/>
                  </a:lnTo>
                  <a:lnTo>
                    <a:pt x="7820080" y="95029"/>
                  </a:lnTo>
                  <a:lnTo>
                    <a:pt x="7820206" y="95029"/>
                  </a:lnTo>
                  <a:lnTo>
                    <a:pt x="7820332" y="95029"/>
                  </a:lnTo>
                  <a:lnTo>
                    <a:pt x="7820458" y="95029"/>
                  </a:lnTo>
                  <a:lnTo>
                    <a:pt x="7820584" y="95029"/>
                  </a:lnTo>
                  <a:lnTo>
                    <a:pt x="7820710" y="95029"/>
                  </a:lnTo>
                  <a:lnTo>
                    <a:pt x="7820836" y="95029"/>
                  </a:lnTo>
                  <a:lnTo>
                    <a:pt x="7820962" y="95029"/>
                  </a:lnTo>
                  <a:lnTo>
                    <a:pt x="7821088" y="95029"/>
                  </a:lnTo>
                  <a:lnTo>
                    <a:pt x="7821214" y="95029"/>
                  </a:lnTo>
                  <a:lnTo>
                    <a:pt x="7821340" y="95029"/>
                  </a:lnTo>
                  <a:lnTo>
                    <a:pt x="7821467" y="95029"/>
                  </a:lnTo>
                  <a:lnTo>
                    <a:pt x="7821593" y="95029"/>
                  </a:lnTo>
                  <a:lnTo>
                    <a:pt x="7821719" y="95029"/>
                  </a:lnTo>
                  <a:lnTo>
                    <a:pt x="7821845" y="95029"/>
                  </a:lnTo>
                  <a:lnTo>
                    <a:pt x="7821971" y="95029"/>
                  </a:lnTo>
                  <a:lnTo>
                    <a:pt x="7822097" y="95029"/>
                  </a:lnTo>
                  <a:lnTo>
                    <a:pt x="7822223" y="95029"/>
                  </a:lnTo>
                  <a:lnTo>
                    <a:pt x="7822349" y="95029"/>
                  </a:lnTo>
                  <a:lnTo>
                    <a:pt x="7822475" y="95029"/>
                  </a:lnTo>
                  <a:lnTo>
                    <a:pt x="7822601" y="95029"/>
                  </a:lnTo>
                  <a:lnTo>
                    <a:pt x="7822727" y="95029"/>
                  </a:lnTo>
                  <a:lnTo>
                    <a:pt x="7822854" y="95029"/>
                  </a:lnTo>
                  <a:lnTo>
                    <a:pt x="7822980" y="95029"/>
                  </a:lnTo>
                  <a:lnTo>
                    <a:pt x="7823106" y="95029"/>
                  </a:lnTo>
                  <a:lnTo>
                    <a:pt x="7823232" y="95029"/>
                  </a:lnTo>
                  <a:lnTo>
                    <a:pt x="7823358" y="95029"/>
                  </a:lnTo>
                  <a:lnTo>
                    <a:pt x="7823484" y="95029"/>
                  </a:lnTo>
                  <a:lnTo>
                    <a:pt x="7823610" y="95029"/>
                  </a:lnTo>
                  <a:lnTo>
                    <a:pt x="7823736" y="95029"/>
                  </a:lnTo>
                  <a:lnTo>
                    <a:pt x="7823862" y="95029"/>
                  </a:lnTo>
                  <a:lnTo>
                    <a:pt x="7823988" y="95029"/>
                  </a:lnTo>
                  <a:lnTo>
                    <a:pt x="7824114" y="95029"/>
                  </a:lnTo>
                  <a:lnTo>
                    <a:pt x="7824240" y="95029"/>
                  </a:lnTo>
                  <a:lnTo>
                    <a:pt x="7824367" y="95029"/>
                  </a:lnTo>
                  <a:lnTo>
                    <a:pt x="7824493" y="95029"/>
                  </a:lnTo>
                  <a:lnTo>
                    <a:pt x="7824619" y="95029"/>
                  </a:lnTo>
                  <a:lnTo>
                    <a:pt x="7824745" y="95029"/>
                  </a:lnTo>
                  <a:lnTo>
                    <a:pt x="7824871" y="95029"/>
                  </a:lnTo>
                  <a:lnTo>
                    <a:pt x="7824997" y="95029"/>
                  </a:lnTo>
                  <a:lnTo>
                    <a:pt x="7825123" y="95029"/>
                  </a:lnTo>
                  <a:lnTo>
                    <a:pt x="7825249" y="95029"/>
                  </a:lnTo>
                  <a:lnTo>
                    <a:pt x="7825375" y="95029"/>
                  </a:lnTo>
                  <a:lnTo>
                    <a:pt x="7825501" y="95029"/>
                  </a:lnTo>
                  <a:lnTo>
                    <a:pt x="7825627" y="95029"/>
                  </a:lnTo>
                  <a:lnTo>
                    <a:pt x="7825754" y="95029"/>
                  </a:lnTo>
                  <a:lnTo>
                    <a:pt x="7825880" y="95029"/>
                  </a:lnTo>
                  <a:lnTo>
                    <a:pt x="7826006" y="95029"/>
                  </a:lnTo>
                  <a:lnTo>
                    <a:pt x="7826132" y="95029"/>
                  </a:lnTo>
                  <a:lnTo>
                    <a:pt x="7826258" y="95029"/>
                  </a:lnTo>
                  <a:lnTo>
                    <a:pt x="7826384" y="95029"/>
                  </a:lnTo>
                  <a:lnTo>
                    <a:pt x="7826510" y="95029"/>
                  </a:lnTo>
                  <a:lnTo>
                    <a:pt x="7826636" y="95029"/>
                  </a:lnTo>
                  <a:lnTo>
                    <a:pt x="7826762" y="95029"/>
                  </a:lnTo>
                  <a:lnTo>
                    <a:pt x="7826888" y="95029"/>
                  </a:lnTo>
                  <a:lnTo>
                    <a:pt x="7827014" y="95029"/>
                  </a:lnTo>
                  <a:lnTo>
                    <a:pt x="7827141" y="95029"/>
                  </a:lnTo>
                  <a:lnTo>
                    <a:pt x="7827267" y="95029"/>
                  </a:lnTo>
                  <a:lnTo>
                    <a:pt x="7827393" y="95029"/>
                  </a:lnTo>
                  <a:lnTo>
                    <a:pt x="7827519" y="95029"/>
                  </a:lnTo>
                  <a:lnTo>
                    <a:pt x="7827645" y="95029"/>
                  </a:lnTo>
                  <a:lnTo>
                    <a:pt x="7827771" y="95029"/>
                  </a:lnTo>
                  <a:lnTo>
                    <a:pt x="7827897" y="95029"/>
                  </a:lnTo>
                  <a:lnTo>
                    <a:pt x="7828023" y="95029"/>
                  </a:lnTo>
                  <a:lnTo>
                    <a:pt x="7828149" y="95029"/>
                  </a:lnTo>
                  <a:lnTo>
                    <a:pt x="7828275" y="95029"/>
                  </a:lnTo>
                  <a:lnTo>
                    <a:pt x="7828401" y="95029"/>
                  </a:lnTo>
                  <a:lnTo>
                    <a:pt x="7828527" y="95029"/>
                  </a:lnTo>
                  <a:lnTo>
                    <a:pt x="7828654" y="95029"/>
                  </a:lnTo>
                  <a:lnTo>
                    <a:pt x="7828780" y="95029"/>
                  </a:lnTo>
                  <a:lnTo>
                    <a:pt x="7828906" y="95029"/>
                  </a:lnTo>
                  <a:lnTo>
                    <a:pt x="7829032" y="95029"/>
                  </a:lnTo>
                  <a:lnTo>
                    <a:pt x="7829158" y="95029"/>
                  </a:lnTo>
                  <a:lnTo>
                    <a:pt x="7829284" y="95029"/>
                  </a:lnTo>
                  <a:lnTo>
                    <a:pt x="7829410" y="95029"/>
                  </a:lnTo>
                  <a:lnTo>
                    <a:pt x="7829536" y="95029"/>
                  </a:lnTo>
                  <a:lnTo>
                    <a:pt x="7829662" y="95029"/>
                  </a:lnTo>
                  <a:lnTo>
                    <a:pt x="7829788" y="95029"/>
                  </a:lnTo>
                  <a:lnTo>
                    <a:pt x="7829914" y="95029"/>
                  </a:lnTo>
                  <a:lnTo>
                    <a:pt x="7830041" y="95029"/>
                  </a:lnTo>
                  <a:lnTo>
                    <a:pt x="7830167" y="95029"/>
                  </a:lnTo>
                  <a:lnTo>
                    <a:pt x="7830293" y="95029"/>
                  </a:lnTo>
                  <a:lnTo>
                    <a:pt x="7830419" y="95029"/>
                  </a:lnTo>
                  <a:lnTo>
                    <a:pt x="7830545" y="95029"/>
                  </a:lnTo>
                  <a:lnTo>
                    <a:pt x="7830671" y="95029"/>
                  </a:lnTo>
                  <a:lnTo>
                    <a:pt x="7830797" y="95029"/>
                  </a:lnTo>
                  <a:lnTo>
                    <a:pt x="7830923" y="95029"/>
                  </a:lnTo>
                  <a:lnTo>
                    <a:pt x="7831049" y="95029"/>
                  </a:lnTo>
                  <a:lnTo>
                    <a:pt x="7831175" y="95029"/>
                  </a:lnTo>
                  <a:lnTo>
                    <a:pt x="7831301" y="95029"/>
                  </a:lnTo>
                  <a:lnTo>
                    <a:pt x="7831427" y="95029"/>
                  </a:lnTo>
                  <a:lnTo>
                    <a:pt x="7831554" y="95029"/>
                  </a:lnTo>
                  <a:lnTo>
                    <a:pt x="7831680" y="95029"/>
                  </a:lnTo>
                  <a:lnTo>
                    <a:pt x="7831806" y="95029"/>
                  </a:lnTo>
                  <a:lnTo>
                    <a:pt x="7831932" y="95029"/>
                  </a:lnTo>
                  <a:lnTo>
                    <a:pt x="7832058" y="95029"/>
                  </a:lnTo>
                  <a:lnTo>
                    <a:pt x="7832184" y="95029"/>
                  </a:lnTo>
                  <a:lnTo>
                    <a:pt x="7832310" y="95029"/>
                  </a:lnTo>
                  <a:lnTo>
                    <a:pt x="7832436" y="95029"/>
                  </a:lnTo>
                  <a:lnTo>
                    <a:pt x="7832562" y="95029"/>
                  </a:lnTo>
                  <a:lnTo>
                    <a:pt x="7832688" y="95029"/>
                  </a:lnTo>
                  <a:lnTo>
                    <a:pt x="7832814" y="95029"/>
                  </a:lnTo>
                  <a:lnTo>
                    <a:pt x="7832941" y="95029"/>
                  </a:lnTo>
                  <a:lnTo>
                    <a:pt x="7833067" y="95029"/>
                  </a:lnTo>
                  <a:lnTo>
                    <a:pt x="7833193" y="95029"/>
                  </a:lnTo>
                  <a:lnTo>
                    <a:pt x="7833319" y="95029"/>
                  </a:lnTo>
                  <a:lnTo>
                    <a:pt x="7833445" y="95029"/>
                  </a:lnTo>
                  <a:lnTo>
                    <a:pt x="7833571" y="95029"/>
                  </a:lnTo>
                  <a:lnTo>
                    <a:pt x="7833697" y="95029"/>
                  </a:lnTo>
                  <a:lnTo>
                    <a:pt x="7833823" y="95029"/>
                  </a:lnTo>
                  <a:lnTo>
                    <a:pt x="7833949" y="95029"/>
                  </a:lnTo>
                  <a:lnTo>
                    <a:pt x="7834075" y="95029"/>
                  </a:lnTo>
                  <a:lnTo>
                    <a:pt x="7834201" y="95029"/>
                  </a:lnTo>
                  <a:lnTo>
                    <a:pt x="7834328" y="95029"/>
                  </a:lnTo>
                  <a:lnTo>
                    <a:pt x="7834454" y="95029"/>
                  </a:lnTo>
                  <a:lnTo>
                    <a:pt x="7834580" y="95029"/>
                  </a:lnTo>
                  <a:lnTo>
                    <a:pt x="7834706" y="95029"/>
                  </a:lnTo>
                  <a:lnTo>
                    <a:pt x="7834832" y="95029"/>
                  </a:lnTo>
                  <a:lnTo>
                    <a:pt x="7834958" y="95029"/>
                  </a:lnTo>
                  <a:lnTo>
                    <a:pt x="7835084" y="95029"/>
                  </a:lnTo>
                  <a:lnTo>
                    <a:pt x="7835210" y="95029"/>
                  </a:lnTo>
                  <a:lnTo>
                    <a:pt x="7835336" y="95029"/>
                  </a:lnTo>
                  <a:lnTo>
                    <a:pt x="7835462" y="95029"/>
                  </a:lnTo>
                  <a:lnTo>
                    <a:pt x="7835588" y="95029"/>
                  </a:lnTo>
                  <a:lnTo>
                    <a:pt x="7835714" y="95029"/>
                  </a:lnTo>
                  <a:lnTo>
                    <a:pt x="7835841" y="95029"/>
                  </a:lnTo>
                  <a:lnTo>
                    <a:pt x="7835967" y="95029"/>
                  </a:lnTo>
                  <a:lnTo>
                    <a:pt x="7836093" y="95029"/>
                  </a:lnTo>
                  <a:lnTo>
                    <a:pt x="7836219" y="95029"/>
                  </a:lnTo>
                  <a:lnTo>
                    <a:pt x="7836345" y="95029"/>
                  </a:lnTo>
                  <a:lnTo>
                    <a:pt x="7836471" y="95029"/>
                  </a:lnTo>
                  <a:lnTo>
                    <a:pt x="7836597" y="95029"/>
                  </a:lnTo>
                  <a:lnTo>
                    <a:pt x="7836723" y="95029"/>
                  </a:lnTo>
                  <a:lnTo>
                    <a:pt x="7836849" y="95029"/>
                  </a:lnTo>
                  <a:lnTo>
                    <a:pt x="7836975" y="95029"/>
                  </a:lnTo>
                  <a:lnTo>
                    <a:pt x="7837101" y="95029"/>
                  </a:lnTo>
                  <a:lnTo>
                    <a:pt x="7837228" y="95029"/>
                  </a:lnTo>
                  <a:lnTo>
                    <a:pt x="7837354" y="95029"/>
                  </a:lnTo>
                  <a:lnTo>
                    <a:pt x="7837480" y="95029"/>
                  </a:lnTo>
                  <a:lnTo>
                    <a:pt x="7837606" y="95029"/>
                  </a:lnTo>
                  <a:lnTo>
                    <a:pt x="7837732" y="95029"/>
                  </a:lnTo>
                  <a:lnTo>
                    <a:pt x="7837858" y="95029"/>
                  </a:lnTo>
                  <a:lnTo>
                    <a:pt x="7837984" y="95029"/>
                  </a:lnTo>
                  <a:lnTo>
                    <a:pt x="7838110" y="95029"/>
                  </a:lnTo>
                  <a:lnTo>
                    <a:pt x="7838236" y="95029"/>
                  </a:lnTo>
                  <a:lnTo>
                    <a:pt x="7838362" y="95029"/>
                  </a:lnTo>
                  <a:lnTo>
                    <a:pt x="7838488" y="95029"/>
                  </a:lnTo>
                  <a:lnTo>
                    <a:pt x="7838614" y="95029"/>
                  </a:lnTo>
                  <a:lnTo>
                    <a:pt x="7838741" y="95029"/>
                  </a:lnTo>
                  <a:lnTo>
                    <a:pt x="7838867" y="95029"/>
                  </a:lnTo>
                  <a:lnTo>
                    <a:pt x="7838993" y="95029"/>
                  </a:lnTo>
                  <a:lnTo>
                    <a:pt x="7839119" y="95029"/>
                  </a:lnTo>
                  <a:lnTo>
                    <a:pt x="7839245" y="95029"/>
                  </a:lnTo>
                  <a:lnTo>
                    <a:pt x="7839371" y="95029"/>
                  </a:lnTo>
                  <a:lnTo>
                    <a:pt x="7839497" y="95029"/>
                  </a:lnTo>
                  <a:lnTo>
                    <a:pt x="7839623" y="95029"/>
                  </a:lnTo>
                  <a:lnTo>
                    <a:pt x="7839749" y="95029"/>
                  </a:lnTo>
                  <a:lnTo>
                    <a:pt x="7839875" y="95029"/>
                  </a:lnTo>
                  <a:lnTo>
                    <a:pt x="7840001" y="95029"/>
                  </a:lnTo>
                  <a:lnTo>
                    <a:pt x="7840128" y="95029"/>
                  </a:lnTo>
                  <a:lnTo>
                    <a:pt x="7840254" y="95029"/>
                  </a:lnTo>
                  <a:lnTo>
                    <a:pt x="7840380" y="95029"/>
                  </a:lnTo>
                  <a:lnTo>
                    <a:pt x="7840506" y="95029"/>
                  </a:lnTo>
                  <a:lnTo>
                    <a:pt x="7840632" y="95029"/>
                  </a:lnTo>
                  <a:lnTo>
                    <a:pt x="7840758" y="95029"/>
                  </a:lnTo>
                  <a:lnTo>
                    <a:pt x="7840884" y="95029"/>
                  </a:lnTo>
                  <a:lnTo>
                    <a:pt x="7841010" y="95029"/>
                  </a:lnTo>
                  <a:lnTo>
                    <a:pt x="7841136" y="95029"/>
                  </a:lnTo>
                  <a:lnTo>
                    <a:pt x="7841262" y="95029"/>
                  </a:lnTo>
                  <a:lnTo>
                    <a:pt x="7841388" y="95029"/>
                  </a:lnTo>
                  <a:lnTo>
                    <a:pt x="7841515" y="95029"/>
                  </a:lnTo>
                  <a:lnTo>
                    <a:pt x="7841641" y="95029"/>
                  </a:lnTo>
                  <a:lnTo>
                    <a:pt x="7841767" y="95029"/>
                  </a:lnTo>
                  <a:lnTo>
                    <a:pt x="7841893" y="95029"/>
                  </a:lnTo>
                  <a:lnTo>
                    <a:pt x="7842019" y="95029"/>
                  </a:lnTo>
                  <a:lnTo>
                    <a:pt x="7842145" y="95029"/>
                  </a:lnTo>
                  <a:lnTo>
                    <a:pt x="7842271" y="95029"/>
                  </a:lnTo>
                  <a:lnTo>
                    <a:pt x="7842397" y="95029"/>
                  </a:lnTo>
                  <a:lnTo>
                    <a:pt x="7842523" y="95029"/>
                  </a:lnTo>
                  <a:lnTo>
                    <a:pt x="7842649" y="95029"/>
                  </a:lnTo>
                  <a:lnTo>
                    <a:pt x="7842775" y="95029"/>
                  </a:lnTo>
                  <a:lnTo>
                    <a:pt x="7842901" y="95029"/>
                  </a:lnTo>
                  <a:lnTo>
                    <a:pt x="7843028" y="95029"/>
                  </a:lnTo>
                  <a:lnTo>
                    <a:pt x="7843154" y="95029"/>
                  </a:lnTo>
                  <a:lnTo>
                    <a:pt x="7843280" y="95029"/>
                  </a:lnTo>
                  <a:lnTo>
                    <a:pt x="7843406" y="95029"/>
                  </a:lnTo>
                  <a:lnTo>
                    <a:pt x="7843532" y="95029"/>
                  </a:lnTo>
                  <a:lnTo>
                    <a:pt x="7843658" y="95029"/>
                  </a:lnTo>
                  <a:lnTo>
                    <a:pt x="7843784" y="95029"/>
                  </a:lnTo>
                  <a:lnTo>
                    <a:pt x="7843910" y="95029"/>
                  </a:lnTo>
                  <a:lnTo>
                    <a:pt x="7844036" y="95029"/>
                  </a:lnTo>
                  <a:lnTo>
                    <a:pt x="7844162" y="95029"/>
                  </a:lnTo>
                  <a:lnTo>
                    <a:pt x="7844288" y="95029"/>
                  </a:lnTo>
                  <a:lnTo>
                    <a:pt x="7844415" y="95029"/>
                  </a:lnTo>
                  <a:lnTo>
                    <a:pt x="7844541" y="95029"/>
                  </a:lnTo>
                  <a:lnTo>
                    <a:pt x="7844667" y="95029"/>
                  </a:lnTo>
                  <a:lnTo>
                    <a:pt x="7844793" y="95029"/>
                  </a:lnTo>
                  <a:lnTo>
                    <a:pt x="7844919" y="95029"/>
                  </a:lnTo>
                  <a:lnTo>
                    <a:pt x="7845045" y="95029"/>
                  </a:lnTo>
                  <a:lnTo>
                    <a:pt x="7845171" y="95029"/>
                  </a:lnTo>
                  <a:lnTo>
                    <a:pt x="7845297" y="95029"/>
                  </a:lnTo>
                  <a:lnTo>
                    <a:pt x="7845423" y="95029"/>
                  </a:lnTo>
                  <a:lnTo>
                    <a:pt x="7845549" y="95029"/>
                  </a:lnTo>
                  <a:lnTo>
                    <a:pt x="7845675" y="95029"/>
                  </a:lnTo>
                  <a:lnTo>
                    <a:pt x="7845801" y="95029"/>
                  </a:lnTo>
                  <a:lnTo>
                    <a:pt x="7845928" y="95029"/>
                  </a:lnTo>
                  <a:lnTo>
                    <a:pt x="7846054" y="95029"/>
                  </a:lnTo>
                  <a:lnTo>
                    <a:pt x="7846180" y="95029"/>
                  </a:lnTo>
                  <a:lnTo>
                    <a:pt x="7846306" y="95029"/>
                  </a:lnTo>
                  <a:lnTo>
                    <a:pt x="7846432" y="95029"/>
                  </a:lnTo>
                  <a:lnTo>
                    <a:pt x="7846558" y="95029"/>
                  </a:lnTo>
                  <a:lnTo>
                    <a:pt x="7846684" y="95029"/>
                  </a:lnTo>
                  <a:lnTo>
                    <a:pt x="7846810" y="95029"/>
                  </a:lnTo>
                  <a:lnTo>
                    <a:pt x="7846936" y="95029"/>
                  </a:lnTo>
                  <a:lnTo>
                    <a:pt x="7847062" y="95029"/>
                  </a:lnTo>
                  <a:lnTo>
                    <a:pt x="7847188" y="95029"/>
                  </a:lnTo>
                  <a:lnTo>
                    <a:pt x="7847315" y="95029"/>
                  </a:lnTo>
                  <a:lnTo>
                    <a:pt x="7847441" y="95029"/>
                  </a:lnTo>
                  <a:lnTo>
                    <a:pt x="7847567" y="95029"/>
                  </a:lnTo>
                  <a:lnTo>
                    <a:pt x="7847693" y="95029"/>
                  </a:lnTo>
                  <a:lnTo>
                    <a:pt x="7847819" y="95029"/>
                  </a:lnTo>
                  <a:lnTo>
                    <a:pt x="7847945" y="95029"/>
                  </a:lnTo>
                  <a:lnTo>
                    <a:pt x="7848071" y="95029"/>
                  </a:lnTo>
                  <a:lnTo>
                    <a:pt x="7848197" y="95029"/>
                  </a:lnTo>
                  <a:lnTo>
                    <a:pt x="7848323" y="95029"/>
                  </a:lnTo>
                  <a:lnTo>
                    <a:pt x="7848449" y="95029"/>
                  </a:lnTo>
                  <a:lnTo>
                    <a:pt x="7848575" y="95029"/>
                  </a:lnTo>
                  <a:lnTo>
                    <a:pt x="7848701" y="95029"/>
                  </a:lnTo>
                  <a:lnTo>
                    <a:pt x="7848828" y="95029"/>
                  </a:lnTo>
                  <a:lnTo>
                    <a:pt x="7848954" y="95029"/>
                  </a:lnTo>
                  <a:lnTo>
                    <a:pt x="7849080" y="95029"/>
                  </a:lnTo>
                  <a:lnTo>
                    <a:pt x="7849206" y="95029"/>
                  </a:lnTo>
                  <a:lnTo>
                    <a:pt x="7849332" y="95029"/>
                  </a:lnTo>
                  <a:lnTo>
                    <a:pt x="7849458" y="95029"/>
                  </a:lnTo>
                  <a:lnTo>
                    <a:pt x="7849584" y="95029"/>
                  </a:lnTo>
                  <a:lnTo>
                    <a:pt x="7849710" y="95029"/>
                  </a:lnTo>
                  <a:lnTo>
                    <a:pt x="7849836" y="95029"/>
                  </a:lnTo>
                  <a:lnTo>
                    <a:pt x="7849962" y="95029"/>
                  </a:lnTo>
                  <a:lnTo>
                    <a:pt x="7850088" y="95029"/>
                  </a:lnTo>
                  <a:lnTo>
                    <a:pt x="7850215" y="95029"/>
                  </a:lnTo>
                  <a:lnTo>
                    <a:pt x="7850341" y="95029"/>
                  </a:lnTo>
                  <a:lnTo>
                    <a:pt x="7850467" y="95029"/>
                  </a:lnTo>
                  <a:lnTo>
                    <a:pt x="7850593" y="95029"/>
                  </a:lnTo>
                  <a:lnTo>
                    <a:pt x="7850719" y="95029"/>
                  </a:lnTo>
                  <a:lnTo>
                    <a:pt x="7850845" y="95029"/>
                  </a:lnTo>
                  <a:lnTo>
                    <a:pt x="7850971" y="95029"/>
                  </a:lnTo>
                  <a:lnTo>
                    <a:pt x="7851097" y="95029"/>
                  </a:lnTo>
                  <a:lnTo>
                    <a:pt x="7851223" y="95029"/>
                  </a:lnTo>
                  <a:lnTo>
                    <a:pt x="7851349" y="95029"/>
                  </a:lnTo>
                  <a:lnTo>
                    <a:pt x="7851475" y="95029"/>
                  </a:lnTo>
                  <a:lnTo>
                    <a:pt x="7851602" y="95029"/>
                  </a:lnTo>
                  <a:lnTo>
                    <a:pt x="7851728" y="95029"/>
                  </a:lnTo>
                  <a:lnTo>
                    <a:pt x="7851854" y="95029"/>
                  </a:lnTo>
                  <a:lnTo>
                    <a:pt x="7851980" y="95029"/>
                  </a:lnTo>
                  <a:lnTo>
                    <a:pt x="7852106" y="95029"/>
                  </a:lnTo>
                  <a:lnTo>
                    <a:pt x="7852232" y="95029"/>
                  </a:lnTo>
                  <a:lnTo>
                    <a:pt x="7852358" y="95029"/>
                  </a:lnTo>
                  <a:lnTo>
                    <a:pt x="7852484" y="95029"/>
                  </a:lnTo>
                  <a:lnTo>
                    <a:pt x="7852610" y="95029"/>
                  </a:lnTo>
                  <a:lnTo>
                    <a:pt x="7852736" y="95029"/>
                  </a:lnTo>
                  <a:lnTo>
                    <a:pt x="7852862" y="95029"/>
                  </a:lnTo>
                  <a:lnTo>
                    <a:pt x="7852988" y="95029"/>
                  </a:lnTo>
                  <a:lnTo>
                    <a:pt x="7853115" y="95029"/>
                  </a:lnTo>
                  <a:lnTo>
                    <a:pt x="7853241" y="95029"/>
                  </a:lnTo>
                  <a:lnTo>
                    <a:pt x="7853367" y="95029"/>
                  </a:lnTo>
                  <a:lnTo>
                    <a:pt x="7853493" y="95029"/>
                  </a:lnTo>
                  <a:lnTo>
                    <a:pt x="7853619" y="95029"/>
                  </a:lnTo>
                  <a:lnTo>
                    <a:pt x="7853745" y="95029"/>
                  </a:lnTo>
                  <a:lnTo>
                    <a:pt x="7853871" y="95029"/>
                  </a:lnTo>
                  <a:lnTo>
                    <a:pt x="7853997" y="95029"/>
                  </a:lnTo>
                  <a:lnTo>
                    <a:pt x="7854123" y="95029"/>
                  </a:lnTo>
                  <a:lnTo>
                    <a:pt x="7854249" y="95029"/>
                  </a:lnTo>
                  <a:lnTo>
                    <a:pt x="7854375" y="95029"/>
                  </a:lnTo>
                  <a:lnTo>
                    <a:pt x="7854502" y="95029"/>
                  </a:lnTo>
                  <a:lnTo>
                    <a:pt x="7854628" y="95029"/>
                  </a:lnTo>
                  <a:lnTo>
                    <a:pt x="7854754" y="95029"/>
                  </a:lnTo>
                  <a:lnTo>
                    <a:pt x="7854880" y="95029"/>
                  </a:lnTo>
                  <a:lnTo>
                    <a:pt x="7855006" y="95029"/>
                  </a:lnTo>
                  <a:lnTo>
                    <a:pt x="7855132" y="95029"/>
                  </a:lnTo>
                  <a:lnTo>
                    <a:pt x="7855258" y="95029"/>
                  </a:lnTo>
                  <a:lnTo>
                    <a:pt x="7855384" y="95029"/>
                  </a:lnTo>
                  <a:lnTo>
                    <a:pt x="7855510" y="95029"/>
                  </a:lnTo>
                  <a:lnTo>
                    <a:pt x="7855636" y="95029"/>
                  </a:lnTo>
                  <a:lnTo>
                    <a:pt x="7855762" y="95029"/>
                  </a:lnTo>
                  <a:lnTo>
                    <a:pt x="7855888" y="95029"/>
                  </a:lnTo>
                  <a:lnTo>
                    <a:pt x="7856015" y="95029"/>
                  </a:lnTo>
                  <a:lnTo>
                    <a:pt x="7856141" y="95029"/>
                  </a:lnTo>
                  <a:lnTo>
                    <a:pt x="7856267" y="95029"/>
                  </a:lnTo>
                  <a:lnTo>
                    <a:pt x="7856393" y="95029"/>
                  </a:lnTo>
                  <a:lnTo>
                    <a:pt x="7856519" y="95029"/>
                  </a:lnTo>
                  <a:lnTo>
                    <a:pt x="7856645" y="95029"/>
                  </a:lnTo>
                  <a:lnTo>
                    <a:pt x="7856771" y="95029"/>
                  </a:lnTo>
                  <a:lnTo>
                    <a:pt x="7856897" y="95029"/>
                  </a:lnTo>
                  <a:lnTo>
                    <a:pt x="7857023" y="95029"/>
                  </a:lnTo>
                  <a:lnTo>
                    <a:pt x="7857149" y="95029"/>
                  </a:lnTo>
                  <a:lnTo>
                    <a:pt x="7857275" y="95029"/>
                  </a:lnTo>
                  <a:lnTo>
                    <a:pt x="7857402" y="95029"/>
                  </a:lnTo>
                  <a:lnTo>
                    <a:pt x="7857528" y="95029"/>
                  </a:lnTo>
                  <a:lnTo>
                    <a:pt x="7857654" y="95029"/>
                  </a:lnTo>
                  <a:lnTo>
                    <a:pt x="7857780" y="95029"/>
                  </a:lnTo>
                  <a:lnTo>
                    <a:pt x="7857906" y="95029"/>
                  </a:lnTo>
                  <a:lnTo>
                    <a:pt x="7858032" y="95029"/>
                  </a:lnTo>
                  <a:lnTo>
                    <a:pt x="7858158" y="95029"/>
                  </a:lnTo>
                  <a:lnTo>
                    <a:pt x="7858284" y="95029"/>
                  </a:lnTo>
                  <a:lnTo>
                    <a:pt x="7858410" y="95029"/>
                  </a:lnTo>
                  <a:lnTo>
                    <a:pt x="7858536" y="95029"/>
                  </a:lnTo>
                  <a:lnTo>
                    <a:pt x="7858662" y="95029"/>
                  </a:lnTo>
                  <a:lnTo>
                    <a:pt x="7858789" y="95029"/>
                  </a:lnTo>
                  <a:lnTo>
                    <a:pt x="7858915" y="95029"/>
                  </a:lnTo>
                  <a:lnTo>
                    <a:pt x="7859041" y="95029"/>
                  </a:lnTo>
                  <a:lnTo>
                    <a:pt x="7859167" y="95029"/>
                  </a:lnTo>
                  <a:lnTo>
                    <a:pt x="7859293" y="95029"/>
                  </a:lnTo>
                  <a:lnTo>
                    <a:pt x="7859419" y="95029"/>
                  </a:lnTo>
                  <a:lnTo>
                    <a:pt x="7859545" y="95029"/>
                  </a:lnTo>
                  <a:lnTo>
                    <a:pt x="7859671" y="95029"/>
                  </a:lnTo>
                  <a:lnTo>
                    <a:pt x="7859797" y="95029"/>
                  </a:lnTo>
                  <a:lnTo>
                    <a:pt x="7859923" y="95029"/>
                  </a:lnTo>
                  <a:lnTo>
                    <a:pt x="7860049" y="95029"/>
                  </a:lnTo>
                  <a:lnTo>
                    <a:pt x="7860175" y="95029"/>
                  </a:lnTo>
                  <a:lnTo>
                    <a:pt x="7860302" y="95029"/>
                  </a:lnTo>
                  <a:lnTo>
                    <a:pt x="7860428" y="95029"/>
                  </a:lnTo>
                  <a:lnTo>
                    <a:pt x="7860554" y="95029"/>
                  </a:lnTo>
                  <a:lnTo>
                    <a:pt x="7860680" y="95029"/>
                  </a:lnTo>
                  <a:lnTo>
                    <a:pt x="7860806" y="95029"/>
                  </a:lnTo>
                  <a:lnTo>
                    <a:pt x="7860932" y="95029"/>
                  </a:lnTo>
                  <a:lnTo>
                    <a:pt x="7861058" y="95029"/>
                  </a:lnTo>
                  <a:lnTo>
                    <a:pt x="7861184" y="95029"/>
                  </a:lnTo>
                  <a:lnTo>
                    <a:pt x="7861310" y="95029"/>
                  </a:lnTo>
                  <a:lnTo>
                    <a:pt x="7861436" y="95029"/>
                  </a:lnTo>
                  <a:lnTo>
                    <a:pt x="7861562" y="95029"/>
                  </a:lnTo>
                  <a:lnTo>
                    <a:pt x="7861689" y="95029"/>
                  </a:lnTo>
                  <a:lnTo>
                    <a:pt x="7861815" y="95029"/>
                  </a:lnTo>
                  <a:lnTo>
                    <a:pt x="7861941" y="95029"/>
                  </a:lnTo>
                  <a:lnTo>
                    <a:pt x="7862067" y="95029"/>
                  </a:lnTo>
                  <a:lnTo>
                    <a:pt x="7862193" y="95029"/>
                  </a:lnTo>
                  <a:lnTo>
                    <a:pt x="7862319" y="95029"/>
                  </a:lnTo>
                  <a:lnTo>
                    <a:pt x="7862445" y="95029"/>
                  </a:lnTo>
                  <a:lnTo>
                    <a:pt x="7862571" y="95029"/>
                  </a:lnTo>
                  <a:lnTo>
                    <a:pt x="7862697" y="95029"/>
                  </a:lnTo>
                  <a:lnTo>
                    <a:pt x="7862823" y="95029"/>
                  </a:lnTo>
                  <a:lnTo>
                    <a:pt x="7862949" y="95029"/>
                  </a:lnTo>
                  <a:lnTo>
                    <a:pt x="7863075" y="95029"/>
                  </a:lnTo>
                  <a:lnTo>
                    <a:pt x="7863202" y="95029"/>
                  </a:lnTo>
                  <a:lnTo>
                    <a:pt x="7863328" y="95029"/>
                  </a:lnTo>
                  <a:lnTo>
                    <a:pt x="7863454" y="95029"/>
                  </a:lnTo>
                  <a:lnTo>
                    <a:pt x="7863580" y="95029"/>
                  </a:lnTo>
                  <a:lnTo>
                    <a:pt x="7863706" y="95029"/>
                  </a:lnTo>
                  <a:lnTo>
                    <a:pt x="7863832" y="95029"/>
                  </a:lnTo>
                  <a:lnTo>
                    <a:pt x="7863958" y="95029"/>
                  </a:lnTo>
                  <a:lnTo>
                    <a:pt x="7864084" y="95029"/>
                  </a:lnTo>
                  <a:lnTo>
                    <a:pt x="7864210" y="95029"/>
                  </a:lnTo>
                  <a:lnTo>
                    <a:pt x="7864336" y="95029"/>
                  </a:lnTo>
                  <a:lnTo>
                    <a:pt x="7864462" y="95029"/>
                  </a:lnTo>
                  <a:lnTo>
                    <a:pt x="7864589" y="95029"/>
                  </a:lnTo>
                  <a:lnTo>
                    <a:pt x="7864715" y="95029"/>
                  </a:lnTo>
                  <a:lnTo>
                    <a:pt x="7864841" y="95029"/>
                  </a:lnTo>
                  <a:lnTo>
                    <a:pt x="7864967" y="95029"/>
                  </a:lnTo>
                  <a:lnTo>
                    <a:pt x="7865093" y="95029"/>
                  </a:lnTo>
                  <a:lnTo>
                    <a:pt x="7865219" y="95029"/>
                  </a:lnTo>
                  <a:lnTo>
                    <a:pt x="7865345" y="95029"/>
                  </a:lnTo>
                  <a:lnTo>
                    <a:pt x="7865471" y="95029"/>
                  </a:lnTo>
                  <a:lnTo>
                    <a:pt x="7865597" y="95029"/>
                  </a:lnTo>
                  <a:lnTo>
                    <a:pt x="7865723" y="95029"/>
                  </a:lnTo>
                  <a:lnTo>
                    <a:pt x="7865849" y="95029"/>
                  </a:lnTo>
                  <a:lnTo>
                    <a:pt x="7865976" y="95029"/>
                  </a:lnTo>
                  <a:lnTo>
                    <a:pt x="7866102" y="95029"/>
                  </a:lnTo>
                  <a:lnTo>
                    <a:pt x="7866228" y="95029"/>
                  </a:lnTo>
                  <a:lnTo>
                    <a:pt x="7866354" y="95029"/>
                  </a:lnTo>
                  <a:lnTo>
                    <a:pt x="7866480" y="95029"/>
                  </a:lnTo>
                  <a:lnTo>
                    <a:pt x="7866606" y="95029"/>
                  </a:lnTo>
                  <a:lnTo>
                    <a:pt x="7866732" y="95029"/>
                  </a:lnTo>
                  <a:lnTo>
                    <a:pt x="7866858" y="95029"/>
                  </a:lnTo>
                  <a:lnTo>
                    <a:pt x="7866984" y="95029"/>
                  </a:lnTo>
                  <a:lnTo>
                    <a:pt x="7867110" y="95029"/>
                  </a:lnTo>
                  <a:lnTo>
                    <a:pt x="7867236" y="95029"/>
                  </a:lnTo>
                  <a:lnTo>
                    <a:pt x="7867362" y="95029"/>
                  </a:lnTo>
                  <a:lnTo>
                    <a:pt x="7867489" y="95029"/>
                  </a:lnTo>
                  <a:lnTo>
                    <a:pt x="7867615" y="95029"/>
                  </a:lnTo>
                  <a:lnTo>
                    <a:pt x="7867741" y="95029"/>
                  </a:lnTo>
                  <a:lnTo>
                    <a:pt x="7867867" y="95029"/>
                  </a:lnTo>
                  <a:lnTo>
                    <a:pt x="7867993" y="95029"/>
                  </a:lnTo>
                  <a:lnTo>
                    <a:pt x="7868119" y="95029"/>
                  </a:lnTo>
                  <a:lnTo>
                    <a:pt x="7868245" y="95029"/>
                  </a:lnTo>
                  <a:lnTo>
                    <a:pt x="7868371" y="95029"/>
                  </a:lnTo>
                  <a:lnTo>
                    <a:pt x="7868497" y="95029"/>
                  </a:lnTo>
                  <a:lnTo>
                    <a:pt x="7868623" y="95029"/>
                  </a:lnTo>
                  <a:lnTo>
                    <a:pt x="7868749" y="95029"/>
                  </a:lnTo>
                  <a:lnTo>
                    <a:pt x="7868876" y="95029"/>
                  </a:lnTo>
                  <a:lnTo>
                    <a:pt x="7869002" y="95029"/>
                  </a:lnTo>
                  <a:lnTo>
                    <a:pt x="7869128" y="95029"/>
                  </a:lnTo>
                  <a:lnTo>
                    <a:pt x="7869254" y="95029"/>
                  </a:lnTo>
                  <a:lnTo>
                    <a:pt x="7869380" y="95029"/>
                  </a:lnTo>
                  <a:lnTo>
                    <a:pt x="7869506" y="95029"/>
                  </a:lnTo>
                  <a:lnTo>
                    <a:pt x="7869632" y="95029"/>
                  </a:lnTo>
                  <a:lnTo>
                    <a:pt x="7869758" y="95029"/>
                  </a:lnTo>
                  <a:lnTo>
                    <a:pt x="7869884" y="95029"/>
                  </a:lnTo>
                  <a:lnTo>
                    <a:pt x="7870010" y="95029"/>
                  </a:lnTo>
                  <a:lnTo>
                    <a:pt x="7870136" y="95029"/>
                  </a:lnTo>
                  <a:lnTo>
                    <a:pt x="7870262" y="95029"/>
                  </a:lnTo>
                  <a:lnTo>
                    <a:pt x="7870389" y="95029"/>
                  </a:lnTo>
                  <a:lnTo>
                    <a:pt x="7870515" y="95029"/>
                  </a:lnTo>
                  <a:lnTo>
                    <a:pt x="7870641" y="95029"/>
                  </a:lnTo>
                  <a:lnTo>
                    <a:pt x="7870767" y="95029"/>
                  </a:lnTo>
                  <a:lnTo>
                    <a:pt x="7870893" y="95029"/>
                  </a:lnTo>
                  <a:lnTo>
                    <a:pt x="7871019" y="95029"/>
                  </a:lnTo>
                  <a:lnTo>
                    <a:pt x="7871145" y="95029"/>
                  </a:lnTo>
                  <a:lnTo>
                    <a:pt x="7871271" y="95029"/>
                  </a:lnTo>
                  <a:lnTo>
                    <a:pt x="7871397" y="95029"/>
                  </a:lnTo>
                  <a:lnTo>
                    <a:pt x="7871397" y="89750"/>
                  </a:lnTo>
                  <a:lnTo>
                    <a:pt x="7871523" y="89750"/>
                  </a:lnTo>
                  <a:lnTo>
                    <a:pt x="7871649" y="89750"/>
                  </a:lnTo>
                  <a:lnTo>
                    <a:pt x="7871776" y="89750"/>
                  </a:lnTo>
                  <a:lnTo>
                    <a:pt x="7871902" y="89750"/>
                  </a:lnTo>
                  <a:lnTo>
                    <a:pt x="7872028" y="89750"/>
                  </a:lnTo>
                  <a:lnTo>
                    <a:pt x="7872154" y="89750"/>
                  </a:lnTo>
                  <a:lnTo>
                    <a:pt x="7872280" y="89750"/>
                  </a:lnTo>
                  <a:lnTo>
                    <a:pt x="7872406" y="89750"/>
                  </a:lnTo>
                  <a:lnTo>
                    <a:pt x="7872532" y="89750"/>
                  </a:lnTo>
                  <a:lnTo>
                    <a:pt x="7872658" y="89750"/>
                  </a:lnTo>
                  <a:lnTo>
                    <a:pt x="7872784" y="89750"/>
                  </a:lnTo>
                  <a:lnTo>
                    <a:pt x="7872910" y="89750"/>
                  </a:lnTo>
                  <a:lnTo>
                    <a:pt x="7873036" y="89750"/>
                  </a:lnTo>
                  <a:lnTo>
                    <a:pt x="7873162" y="89750"/>
                  </a:lnTo>
                  <a:lnTo>
                    <a:pt x="7873289" y="89750"/>
                  </a:lnTo>
                  <a:lnTo>
                    <a:pt x="7873415" y="89750"/>
                  </a:lnTo>
                  <a:lnTo>
                    <a:pt x="7873541" y="89750"/>
                  </a:lnTo>
                  <a:lnTo>
                    <a:pt x="7873667" y="89750"/>
                  </a:lnTo>
                  <a:lnTo>
                    <a:pt x="7873793" y="89750"/>
                  </a:lnTo>
                  <a:lnTo>
                    <a:pt x="7873919" y="89750"/>
                  </a:lnTo>
                  <a:lnTo>
                    <a:pt x="7874045" y="89750"/>
                  </a:lnTo>
                  <a:lnTo>
                    <a:pt x="7874171" y="89750"/>
                  </a:lnTo>
                  <a:lnTo>
                    <a:pt x="7874297" y="89750"/>
                  </a:lnTo>
                  <a:lnTo>
                    <a:pt x="7874423" y="89750"/>
                  </a:lnTo>
                  <a:lnTo>
                    <a:pt x="7874549" y="89750"/>
                  </a:lnTo>
                  <a:lnTo>
                    <a:pt x="7874676" y="89750"/>
                  </a:lnTo>
                  <a:lnTo>
                    <a:pt x="7874802" y="89750"/>
                  </a:lnTo>
                  <a:lnTo>
                    <a:pt x="7874928" y="89750"/>
                  </a:lnTo>
                  <a:lnTo>
                    <a:pt x="7875054" y="89750"/>
                  </a:lnTo>
                  <a:lnTo>
                    <a:pt x="7875180" y="89750"/>
                  </a:lnTo>
                  <a:lnTo>
                    <a:pt x="7875306" y="89750"/>
                  </a:lnTo>
                  <a:lnTo>
                    <a:pt x="7875432" y="89750"/>
                  </a:lnTo>
                  <a:lnTo>
                    <a:pt x="7875558" y="89750"/>
                  </a:lnTo>
                  <a:lnTo>
                    <a:pt x="7875684" y="89750"/>
                  </a:lnTo>
                  <a:lnTo>
                    <a:pt x="7875810" y="89750"/>
                  </a:lnTo>
                  <a:lnTo>
                    <a:pt x="7875936" y="89750"/>
                  </a:lnTo>
                  <a:lnTo>
                    <a:pt x="7876063" y="89750"/>
                  </a:lnTo>
                  <a:lnTo>
                    <a:pt x="7876189" y="89750"/>
                  </a:lnTo>
                  <a:lnTo>
                    <a:pt x="7876315" y="89750"/>
                  </a:lnTo>
                  <a:lnTo>
                    <a:pt x="7876441" y="89750"/>
                  </a:lnTo>
                  <a:lnTo>
                    <a:pt x="7876567" y="89750"/>
                  </a:lnTo>
                  <a:lnTo>
                    <a:pt x="7876693" y="89750"/>
                  </a:lnTo>
                  <a:lnTo>
                    <a:pt x="7876819" y="89750"/>
                  </a:lnTo>
                  <a:lnTo>
                    <a:pt x="7876945" y="89750"/>
                  </a:lnTo>
                  <a:lnTo>
                    <a:pt x="7877071" y="89750"/>
                  </a:lnTo>
                  <a:lnTo>
                    <a:pt x="7877197" y="89750"/>
                  </a:lnTo>
                  <a:lnTo>
                    <a:pt x="7877323" y="89750"/>
                  </a:lnTo>
                  <a:lnTo>
                    <a:pt x="7877449" y="89750"/>
                  </a:lnTo>
                  <a:lnTo>
                    <a:pt x="7877576" y="89750"/>
                  </a:lnTo>
                  <a:lnTo>
                    <a:pt x="7877702" y="89750"/>
                  </a:lnTo>
                  <a:lnTo>
                    <a:pt x="7877828" y="89750"/>
                  </a:lnTo>
                  <a:lnTo>
                    <a:pt x="7877954" y="89750"/>
                  </a:lnTo>
                  <a:lnTo>
                    <a:pt x="7878080" y="89750"/>
                  </a:lnTo>
                  <a:lnTo>
                    <a:pt x="7878206" y="89750"/>
                  </a:lnTo>
                  <a:lnTo>
                    <a:pt x="7878332" y="89750"/>
                  </a:lnTo>
                  <a:lnTo>
                    <a:pt x="7878458" y="89750"/>
                  </a:lnTo>
                  <a:lnTo>
                    <a:pt x="7878584" y="89750"/>
                  </a:lnTo>
                  <a:lnTo>
                    <a:pt x="7878710" y="89750"/>
                  </a:lnTo>
                  <a:lnTo>
                    <a:pt x="7878836" y="89750"/>
                  </a:lnTo>
                  <a:lnTo>
                    <a:pt x="7878963" y="89750"/>
                  </a:lnTo>
                  <a:lnTo>
                    <a:pt x="7879089" y="89750"/>
                  </a:lnTo>
                  <a:lnTo>
                    <a:pt x="7879215" y="89750"/>
                  </a:lnTo>
                  <a:lnTo>
                    <a:pt x="7879341" y="89750"/>
                  </a:lnTo>
                  <a:lnTo>
                    <a:pt x="7879467" y="89750"/>
                  </a:lnTo>
                  <a:lnTo>
                    <a:pt x="7879593" y="89750"/>
                  </a:lnTo>
                  <a:lnTo>
                    <a:pt x="7879593" y="84470"/>
                  </a:lnTo>
                  <a:lnTo>
                    <a:pt x="7879719" y="84470"/>
                  </a:lnTo>
                  <a:lnTo>
                    <a:pt x="7879845" y="84470"/>
                  </a:lnTo>
                  <a:lnTo>
                    <a:pt x="7879971" y="84470"/>
                  </a:lnTo>
                  <a:lnTo>
                    <a:pt x="7880097" y="84470"/>
                  </a:lnTo>
                  <a:lnTo>
                    <a:pt x="7880223" y="84470"/>
                  </a:lnTo>
                  <a:lnTo>
                    <a:pt x="7880349" y="84470"/>
                  </a:lnTo>
                  <a:lnTo>
                    <a:pt x="7880476" y="84470"/>
                  </a:lnTo>
                  <a:lnTo>
                    <a:pt x="7880602" y="84470"/>
                  </a:lnTo>
                  <a:lnTo>
                    <a:pt x="7880728" y="84470"/>
                  </a:lnTo>
                  <a:lnTo>
                    <a:pt x="7880854" y="84470"/>
                  </a:lnTo>
                  <a:lnTo>
                    <a:pt x="7880980" y="84470"/>
                  </a:lnTo>
                  <a:lnTo>
                    <a:pt x="7881106" y="84470"/>
                  </a:lnTo>
                  <a:lnTo>
                    <a:pt x="7881232" y="84470"/>
                  </a:lnTo>
                  <a:lnTo>
                    <a:pt x="7881358" y="84470"/>
                  </a:lnTo>
                  <a:lnTo>
                    <a:pt x="7881484" y="84470"/>
                  </a:lnTo>
                  <a:lnTo>
                    <a:pt x="7881610" y="84470"/>
                  </a:lnTo>
                  <a:lnTo>
                    <a:pt x="7881736" y="84470"/>
                  </a:lnTo>
                  <a:lnTo>
                    <a:pt x="7881863" y="84470"/>
                  </a:lnTo>
                  <a:lnTo>
                    <a:pt x="7881989" y="84470"/>
                  </a:lnTo>
                  <a:lnTo>
                    <a:pt x="7882115" y="84470"/>
                  </a:lnTo>
                  <a:lnTo>
                    <a:pt x="7882241" y="84470"/>
                  </a:lnTo>
                  <a:lnTo>
                    <a:pt x="7882367" y="84470"/>
                  </a:lnTo>
                  <a:lnTo>
                    <a:pt x="7882493" y="84470"/>
                  </a:lnTo>
                  <a:lnTo>
                    <a:pt x="7882619" y="84470"/>
                  </a:lnTo>
                  <a:lnTo>
                    <a:pt x="7882745" y="84470"/>
                  </a:lnTo>
                  <a:lnTo>
                    <a:pt x="7882871" y="84470"/>
                  </a:lnTo>
                  <a:lnTo>
                    <a:pt x="7882997" y="84470"/>
                  </a:lnTo>
                  <a:lnTo>
                    <a:pt x="7883123" y="84470"/>
                  </a:lnTo>
                  <a:lnTo>
                    <a:pt x="7883250" y="84470"/>
                  </a:lnTo>
                  <a:lnTo>
                    <a:pt x="7883376" y="84470"/>
                  </a:lnTo>
                  <a:lnTo>
                    <a:pt x="7883502" y="84470"/>
                  </a:lnTo>
                  <a:lnTo>
                    <a:pt x="7883628" y="84470"/>
                  </a:lnTo>
                  <a:lnTo>
                    <a:pt x="7883754" y="84470"/>
                  </a:lnTo>
                  <a:lnTo>
                    <a:pt x="7883880" y="84470"/>
                  </a:lnTo>
                  <a:lnTo>
                    <a:pt x="7884006" y="84470"/>
                  </a:lnTo>
                  <a:lnTo>
                    <a:pt x="7884132" y="84470"/>
                  </a:lnTo>
                  <a:lnTo>
                    <a:pt x="7884258" y="84470"/>
                  </a:lnTo>
                  <a:lnTo>
                    <a:pt x="7884384" y="84470"/>
                  </a:lnTo>
                  <a:lnTo>
                    <a:pt x="7884510" y="84470"/>
                  </a:lnTo>
                  <a:lnTo>
                    <a:pt x="7884636" y="84470"/>
                  </a:lnTo>
                  <a:lnTo>
                    <a:pt x="7884763" y="84470"/>
                  </a:lnTo>
                  <a:lnTo>
                    <a:pt x="7884889" y="84470"/>
                  </a:lnTo>
                  <a:lnTo>
                    <a:pt x="7885015" y="84470"/>
                  </a:lnTo>
                  <a:lnTo>
                    <a:pt x="7885141" y="84470"/>
                  </a:lnTo>
                  <a:lnTo>
                    <a:pt x="7885267" y="84470"/>
                  </a:lnTo>
                  <a:lnTo>
                    <a:pt x="7885393" y="84470"/>
                  </a:lnTo>
                  <a:lnTo>
                    <a:pt x="7885519" y="84470"/>
                  </a:lnTo>
                  <a:lnTo>
                    <a:pt x="7885645" y="84470"/>
                  </a:lnTo>
                  <a:lnTo>
                    <a:pt x="7885771" y="84470"/>
                  </a:lnTo>
                  <a:lnTo>
                    <a:pt x="7885897" y="84470"/>
                  </a:lnTo>
                  <a:lnTo>
                    <a:pt x="7886023" y="84470"/>
                  </a:lnTo>
                  <a:lnTo>
                    <a:pt x="7886150" y="84470"/>
                  </a:lnTo>
                  <a:lnTo>
                    <a:pt x="7886276" y="84470"/>
                  </a:lnTo>
                  <a:lnTo>
                    <a:pt x="7886402" y="84470"/>
                  </a:lnTo>
                  <a:lnTo>
                    <a:pt x="7886528" y="84470"/>
                  </a:lnTo>
                  <a:lnTo>
                    <a:pt x="7886654" y="84470"/>
                  </a:lnTo>
                  <a:lnTo>
                    <a:pt x="7886780" y="84470"/>
                  </a:lnTo>
                  <a:lnTo>
                    <a:pt x="7886906" y="84470"/>
                  </a:lnTo>
                  <a:lnTo>
                    <a:pt x="7887032" y="84470"/>
                  </a:lnTo>
                  <a:lnTo>
                    <a:pt x="7887158" y="84470"/>
                  </a:lnTo>
                  <a:lnTo>
                    <a:pt x="7887284" y="84470"/>
                  </a:lnTo>
                  <a:lnTo>
                    <a:pt x="7887410" y="84470"/>
                  </a:lnTo>
                  <a:lnTo>
                    <a:pt x="7887536" y="84470"/>
                  </a:lnTo>
                  <a:lnTo>
                    <a:pt x="7887663" y="84470"/>
                  </a:lnTo>
                  <a:lnTo>
                    <a:pt x="7887789" y="84470"/>
                  </a:lnTo>
                  <a:lnTo>
                    <a:pt x="7887915" y="84470"/>
                  </a:lnTo>
                  <a:lnTo>
                    <a:pt x="7888041" y="84470"/>
                  </a:lnTo>
                  <a:lnTo>
                    <a:pt x="7888167" y="84470"/>
                  </a:lnTo>
                  <a:lnTo>
                    <a:pt x="7888293" y="84470"/>
                  </a:lnTo>
                  <a:lnTo>
                    <a:pt x="7888419" y="84470"/>
                  </a:lnTo>
                  <a:lnTo>
                    <a:pt x="7888545" y="84470"/>
                  </a:lnTo>
                  <a:lnTo>
                    <a:pt x="7888671" y="84470"/>
                  </a:lnTo>
                  <a:lnTo>
                    <a:pt x="7888797" y="84470"/>
                  </a:lnTo>
                  <a:lnTo>
                    <a:pt x="7888923" y="84470"/>
                  </a:lnTo>
                  <a:lnTo>
                    <a:pt x="7889050" y="84470"/>
                  </a:lnTo>
                  <a:lnTo>
                    <a:pt x="7889176" y="84470"/>
                  </a:lnTo>
                  <a:lnTo>
                    <a:pt x="7889302" y="84470"/>
                  </a:lnTo>
                  <a:lnTo>
                    <a:pt x="7889428" y="84470"/>
                  </a:lnTo>
                  <a:lnTo>
                    <a:pt x="7889554" y="84470"/>
                  </a:lnTo>
                  <a:lnTo>
                    <a:pt x="7889680" y="84470"/>
                  </a:lnTo>
                  <a:lnTo>
                    <a:pt x="7889806" y="84470"/>
                  </a:lnTo>
                  <a:lnTo>
                    <a:pt x="7889932" y="84470"/>
                  </a:lnTo>
                  <a:lnTo>
                    <a:pt x="7890058" y="84470"/>
                  </a:lnTo>
                  <a:lnTo>
                    <a:pt x="7890184" y="84470"/>
                  </a:lnTo>
                  <a:lnTo>
                    <a:pt x="7890310" y="84470"/>
                  </a:lnTo>
                  <a:lnTo>
                    <a:pt x="7890436" y="84470"/>
                  </a:lnTo>
                  <a:lnTo>
                    <a:pt x="7890563" y="84470"/>
                  </a:lnTo>
                  <a:lnTo>
                    <a:pt x="7890689" y="84470"/>
                  </a:lnTo>
                  <a:lnTo>
                    <a:pt x="7890815" y="84470"/>
                  </a:lnTo>
                  <a:lnTo>
                    <a:pt x="7890941" y="84470"/>
                  </a:lnTo>
                  <a:lnTo>
                    <a:pt x="7891067" y="84470"/>
                  </a:lnTo>
                  <a:lnTo>
                    <a:pt x="7891193" y="84470"/>
                  </a:lnTo>
                  <a:lnTo>
                    <a:pt x="7891319" y="84470"/>
                  </a:lnTo>
                  <a:lnTo>
                    <a:pt x="7891445" y="84470"/>
                  </a:lnTo>
                  <a:lnTo>
                    <a:pt x="7891571" y="84470"/>
                  </a:lnTo>
                  <a:lnTo>
                    <a:pt x="7891697" y="84470"/>
                  </a:lnTo>
                  <a:lnTo>
                    <a:pt x="7891823" y="84470"/>
                  </a:lnTo>
                  <a:lnTo>
                    <a:pt x="7891950" y="84470"/>
                  </a:lnTo>
                  <a:lnTo>
                    <a:pt x="7892076" y="84470"/>
                  </a:lnTo>
                  <a:lnTo>
                    <a:pt x="7892202" y="84470"/>
                  </a:lnTo>
                  <a:lnTo>
                    <a:pt x="7892328" y="84470"/>
                  </a:lnTo>
                  <a:lnTo>
                    <a:pt x="7892454" y="84470"/>
                  </a:lnTo>
                  <a:lnTo>
                    <a:pt x="7892580" y="84470"/>
                  </a:lnTo>
                  <a:lnTo>
                    <a:pt x="7892706" y="84470"/>
                  </a:lnTo>
                  <a:lnTo>
                    <a:pt x="7892832" y="84470"/>
                  </a:lnTo>
                  <a:lnTo>
                    <a:pt x="7892958" y="84470"/>
                  </a:lnTo>
                  <a:lnTo>
                    <a:pt x="7893084" y="84470"/>
                  </a:lnTo>
                  <a:lnTo>
                    <a:pt x="7893210" y="84470"/>
                  </a:lnTo>
                  <a:lnTo>
                    <a:pt x="7893337" y="84470"/>
                  </a:lnTo>
                  <a:lnTo>
                    <a:pt x="7893463" y="84470"/>
                  </a:lnTo>
                  <a:lnTo>
                    <a:pt x="7893589" y="84470"/>
                  </a:lnTo>
                  <a:lnTo>
                    <a:pt x="7893715" y="84470"/>
                  </a:lnTo>
                  <a:lnTo>
                    <a:pt x="7893841" y="84470"/>
                  </a:lnTo>
                  <a:lnTo>
                    <a:pt x="7893967" y="84470"/>
                  </a:lnTo>
                  <a:lnTo>
                    <a:pt x="7894093" y="84470"/>
                  </a:lnTo>
                  <a:lnTo>
                    <a:pt x="7894219" y="84470"/>
                  </a:lnTo>
                  <a:lnTo>
                    <a:pt x="7894345" y="84470"/>
                  </a:lnTo>
                  <a:lnTo>
                    <a:pt x="7894471" y="84470"/>
                  </a:lnTo>
                  <a:lnTo>
                    <a:pt x="7894597" y="84470"/>
                  </a:lnTo>
                  <a:lnTo>
                    <a:pt x="7894723" y="84470"/>
                  </a:lnTo>
                  <a:lnTo>
                    <a:pt x="7894850" y="84470"/>
                  </a:lnTo>
                  <a:lnTo>
                    <a:pt x="7894976" y="84470"/>
                  </a:lnTo>
                  <a:lnTo>
                    <a:pt x="7895102" y="84470"/>
                  </a:lnTo>
                  <a:lnTo>
                    <a:pt x="7895228" y="84470"/>
                  </a:lnTo>
                  <a:lnTo>
                    <a:pt x="7895354" y="84470"/>
                  </a:lnTo>
                  <a:lnTo>
                    <a:pt x="7895480" y="84470"/>
                  </a:lnTo>
                  <a:lnTo>
                    <a:pt x="7895606" y="84470"/>
                  </a:lnTo>
                  <a:lnTo>
                    <a:pt x="7895732" y="84470"/>
                  </a:lnTo>
                  <a:lnTo>
                    <a:pt x="7895858" y="84470"/>
                  </a:lnTo>
                  <a:lnTo>
                    <a:pt x="7895984" y="84470"/>
                  </a:lnTo>
                  <a:lnTo>
                    <a:pt x="7896110" y="84470"/>
                  </a:lnTo>
                  <a:lnTo>
                    <a:pt x="7896237" y="84470"/>
                  </a:lnTo>
                  <a:lnTo>
                    <a:pt x="7896363" y="84470"/>
                  </a:lnTo>
                  <a:lnTo>
                    <a:pt x="7896489" y="84470"/>
                  </a:lnTo>
                  <a:lnTo>
                    <a:pt x="7896615" y="84470"/>
                  </a:lnTo>
                  <a:lnTo>
                    <a:pt x="7896741" y="84470"/>
                  </a:lnTo>
                  <a:lnTo>
                    <a:pt x="7896867" y="84470"/>
                  </a:lnTo>
                  <a:lnTo>
                    <a:pt x="7896993" y="84470"/>
                  </a:lnTo>
                  <a:lnTo>
                    <a:pt x="7897119" y="84470"/>
                  </a:lnTo>
                  <a:lnTo>
                    <a:pt x="7897245" y="84470"/>
                  </a:lnTo>
                  <a:lnTo>
                    <a:pt x="7897371" y="84470"/>
                  </a:lnTo>
                  <a:lnTo>
                    <a:pt x="7897497" y="84470"/>
                  </a:lnTo>
                  <a:lnTo>
                    <a:pt x="7897623" y="84470"/>
                  </a:lnTo>
                  <a:lnTo>
                    <a:pt x="7897750" y="84470"/>
                  </a:lnTo>
                  <a:lnTo>
                    <a:pt x="7897876" y="84470"/>
                  </a:lnTo>
                  <a:lnTo>
                    <a:pt x="7898002" y="84470"/>
                  </a:lnTo>
                  <a:lnTo>
                    <a:pt x="7898128" y="84470"/>
                  </a:lnTo>
                  <a:lnTo>
                    <a:pt x="7898254" y="84470"/>
                  </a:lnTo>
                  <a:lnTo>
                    <a:pt x="7898380" y="84470"/>
                  </a:lnTo>
                  <a:lnTo>
                    <a:pt x="7898506" y="84470"/>
                  </a:lnTo>
                  <a:lnTo>
                    <a:pt x="7898632" y="84470"/>
                  </a:lnTo>
                  <a:lnTo>
                    <a:pt x="7898758" y="84470"/>
                  </a:lnTo>
                  <a:lnTo>
                    <a:pt x="7898884" y="84470"/>
                  </a:lnTo>
                  <a:lnTo>
                    <a:pt x="7899010" y="84470"/>
                  </a:lnTo>
                  <a:lnTo>
                    <a:pt x="7899137" y="84470"/>
                  </a:lnTo>
                  <a:lnTo>
                    <a:pt x="7899263" y="84470"/>
                  </a:lnTo>
                  <a:lnTo>
                    <a:pt x="7899389" y="84470"/>
                  </a:lnTo>
                  <a:lnTo>
                    <a:pt x="7899515" y="84470"/>
                  </a:lnTo>
                  <a:lnTo>
                    <a:pt x="7899641" y="84470"/>
                  </a:lnTo>
                  <a:lnTo>
                    <a:pt x="7899767" y="84470"/>
                  </a:lnTo>
                  <a:lnTo>
                    <a:pt x="7899893" y="84470"/>
                  </a:lnTo>
                  <a:lnTo>
                    <a:pt x="7900019" y="84470"/>
                  </a:lnTo>
                  <a:lnTo>
                    <a:pt x="7900145" y="84470"/>
                  </a:lnTo>
                  <a:lnTo>
                    <a:pt x="7900271" y="84470"/>
                  </a:lnTo>
                  <a:lnTo>
                    <a:pt x="7900397" y="84470"/>
                  </a:lnTo>
                  <a:lnTo>
                    <a:pt x="7900524" y="84470"/>
                  </a:lnTo>
                  <a:lnTo>
                    <a:pt x="7900650" y="84470"/>
                  </a:lnTo>
                  <a:lnTo>
                    <a:pt x="7900776" y="84470"/>
                  </a:lnTo>
                  <a:lnTo>
                    <a:pt x="7900902" y="84470"/>
                  </a:lnTo>
                  <a:lnTo>
                    <a:pt x="7901028" y="84470"/>
                  </a:lnTo>
                  <a:lnTo>
                    <a:pt x="7901154" y="84470"/>
                  </a:lnTo>
                  <a:lnTo>
                    <a:pt x="7901280" y="84470"/>
                  </a:lnTo>
                  <a:lnTo>
                    <a:pt x="7901406" y="84470"/>
                  </a:lnTo>
                  <a:lnTo>
                    <a:pt x="7901532" y="84470"/>
                  </a:lnTo>
                  <a:lnTo>
                    <a:pt x="7901658" y="84470"/>
                  </a:lnTo>
                  <a:lnTo>
                    <a:pt x="7901784" y="84470"/>
                  </a:lnTo>
                  <a:lnTo>
                    <a:pt x="7901910" y="84470"/>
                  </a:lnTo>
                  <a:lnTo>
                    <a:pt x="7902037" y="84470"/>
                  </a:lnTo>
                  <a:lnTo>
                    <a:pt x="7902163" y="84470"/>
                  </a:lnTo>
                  <a:lnTo>
                    <a:pt x="7902289" y="84470"/>
                  </a:lnTo>
                  <a:lnTo>
                    <a:pt x="7902415" y="84470"/>
                  </a:lnTo>
                  <a:lnTo>
                    <a:pt x="7902541" y="84470"/>
                  </a:lnTo>
                  <a:lnTo>
                    <a:pt x="7902667" y="84470"/>
                  </a:lnTo>
                  <a:lnTo>
                    <a:pt x="7902793" y="84470"/>
                  </a:lnTo>
                  <a:lnTo>
                    <a:pt x="7902919" y="84470"/>
                  </a:lnTo>
                  <a:lnTo>
                    <a:pt x="7903045" y="84470"/>
                  </a:lnTo>
                  <a:lnTo>
                    <a:pt x="7903171" y="84470"/>
                  </a:lnTo>
                  <a:lnTo>
                    <a:pt x="7903297" y="84470"/>
                  </a:lnTo>
                  <a:lnTo>
                    <a:pt x="7903424" y="84470"/>
                  </a:lnTo>
                  <a:lnTo>
                    <a:pt x="7903550" y="84470"/>
                  </a:lnTo>
                  <a:lnTo>
                    <a:pt x="7903676" y="84470"/>
                  </a:lnTo>
                  <a:lnTo>
                    <a:pt x="7903802" y="84470"/>
                  </a:lnTo>
                  <a:lnTo>
                    <a:pt x="7903928" y="84470"/>
                  </a:lnTo>
                  <a:lnTo>
                    <a:pt x="7904054" y="84470"/>
                  </a:lnTo>
                  <a:lnTo>
                    <a:pt x="7904180" y="84470"/>
                  </a:lnTo>
                  <a:lnTo>
                    <a:pt x="7904306" y="84470"/>
                  </a:lnTo>
                  <a:lnTo>
                    <a:pt x="7904432" y="84470"/>
                  </a:lnTo>
                  <a:lnTo>
                    <a:pt x="7904558" y="84470"/>
                  </a:lnTo>
                  <a:lnTo>
                    <a:pt x="7904684" y="84470"/>
                  </a:lnTo>
                  <a:lnTo>
                    <a:pt x="7904810" y="84470"/>
                  </a:lnTo>
                  <a:lnTo>
                    <a:pt x="7904937" y="84470"/>
                  </a:lnTo>
                  <a:lnTo>
                    <a:pt x="7905063" y="84470"/>
                  </a:lnTo>
                  <a:lnTo>
                    <a:pt x="7905189" y="84470"/>
                  </a:lnTo>
                  <a:lnTo>
                    <a:pt x="7905315" y="84470"/>
                  </a:lnTo>
                  <a:lnTo>
                    <a:pt x="7905441" y="84470"/>
                  </a:lnTo>
                  <a:lnTo>
                    <a:pt x="7905567" y="84470"/>
                  </a:lnTo>
                  <a:lnTo>
                    <a:pt x="7905693" y="84470"/>
                  </a:lnTo>
                  <a:lnTo>
                    <a:pt x="7905819" y="84470"/>
                  </a:lnTo>
                  <a:lnTo>
                    <a:pt x="7905945" y="84470"/>
                  </a:lnTo>
                  <a:lnTo>
                    <a:pt x="7906071" y="84470"/>
                  </a:lnTo>
                  <a:lnTo>
                    <a:pt x="7906197" y="84470"/>
                  </a:lnTo>
                  <a:lnTo>
                    <a:pt x="7906324" y="84470"/>
                  </a:lnTo>
                  <a:lnTo>
                    <a:pt x="7906450" y="84470"/>
                  </a:lnTo>
                  <a:lnTo>
                    <a:pt x="7906576" y="84470"/>
                  </a:lnTo>
                  <a:lnTo>
                    <a:pt x="7906702" y="84470"/>
                  </a:lnTo>
                  <a:lnTo>
                    <a:pt x="7906828" y="84470"/>
                  </a:lnTo>
                  <a:lnTo>
                    <a:pt x="7906954" y="84470"/>
                  </a:lnTo>
                  <a:lnTo>
                    <a:pt x="7906954" y="79191"/>
                  </a:lnTo>
                  <a:lnTo>
                    <a:pt x="7907080" y="79191"/>
                  </a:lnTo>
                  <a:lnTo>
                    <a:pt x="7907206" y="79191"/>
                  </a:lnTo>
                  <a:lnTo>
                    <a:pt x="7907332" y="79191"/>
                  </a:lnTo>
                  <a:lnTo>
                    <a:pt x="7907458" y="79191"/>
                  </a:lnTo>
                  <a:lnTo>
                    <a:pt x="7907584" y="79191"/>
                  </a:lnTo>
                  <a:lnTo>
                    <a:pt x="7907711" y="79191"/>
                  </a:lnTo>
                  <a:lnTo>
                    <a:pt x="7907837" y="79191"/>
                  </a:lnTo>
                  <a:lnTo>
                    <a:pt x="7907963" y="79191"/>
                  </a:lnTo>
                  <a:lnTo>
                    <a:pt x="7908089" y="79191"/>
                  </a:lnTo>
                  <a:lnTo>
                    <a:pt x="7908215" y="79191"/>
                  </a:lnTo>
                  <a:lnTo>
                    <a:pt x="7908341" y="79191"/>
                  </a:lnTo>
                  <a:lnTo>
                    <a:pt x="7908467" y="79191"/>
                  </a:lnTo>
                  <a:lnTo>
                    <a:pt x="7908593" y="79191"/>
                  </a:lnTo>
                  <a:lnTo>
                    <a:pt x="7908719" y="79191"/>
                  </a:lnTo>
                  <a:lnTo>
                    <a:pt x="7908845" y="79191"/>
                  </a:lnTo>
                  <a:lnTo>
                    <a:pt x="7908971" y="79191"/>
                  </a:lnTo>
                  <a:lnTo>
                    <a:pt x="7909097" y="79191"/>
                  </a:lnTo>
                  <a:lnTo>
                    <a:pt x="7909224" y="79191"/>
                  </a:lnTo>
                  <a:lnTo>
                    <a:pt x="7909350" y="79191"/>
                  </a:lnTo>
                  <a:lnTo>
                    <a:pt x="7909476" y="79191"/>
                  </a:lnTo>
                  <a:lnTo>
                    <a:pt x="7909602" y="79191"/>
                  </a:lnTo>
                  <a:lnTo>
                    <a:pt x="7909728" y="79191"/>
                  </a:lnTo>
                  <a:lnTo>
                    <a:pt x="7909854" y="79191"/>
                  </a:lnTo>
                  <a:lnTo>
                    <a:pt x="7909980" y="79191"/>
                  </a:lnTo>
                  <a:lnTo>
                    <a:pt x="7910106" y="79191"/>
                  </a:lnTo>
                  <a:lnTo>
                    <a:pt x="7910232" y="79191"/>
                  </a:lnTo>
                  <a:lnTo>
                    <a:pt x="7910358" y="79191"/>
                  </a:lnTo>
                  <a:lnTo>
                    <a:pt x="7910484" y="79191"/>
                  </a:lnTo>
                  <a:lnTo>
                    <a:pt x="7910611" y="79191"/>
                  </a:lnTo>
                  <a:lnTo>
                    <a:pt x="7910737" y="79191"/>
                  </a:lnTo>
                  <a:lnTo>
                    <a:pt x="7910863" y="79191"/>
                  </a:lnTo>
                  <a:lnTo>
                    <a:pt x="7910989" y="79191"/>
                  </a:lnTo>
                  <a:lnTo>
                    <a:pt x="7911115" y="79191"/>
                  </a:lnTo>
                  <a:lnTo>
                    <a:pt x="7911241" y="79191"/>
                  </a:lnTo>
                  <a:lnTo>
                    <a:pt x="7911367" y="79191"/>
                  </a:lnTo>
                  <a:lnTo>
                    <a:pt x="7911493" y="79191"/>
                  </a:lnTo>
                  <a:lnTo>
                    <a:pt x="7911619" y="79191"/>
                  </a:lnTo>
                  <a:lnTo>
                    <a:pt x="7911745" y="79191"/>
                  </a:lnTo>
                  <a:lnTo>
                    <a:pt x="7911871" y="79191"/>
                  </a:lnTo>
                  <a:lnTo>
                    <a:pt x="7911997" y="79191"/>
                  </a:lnTo>
                  <a:lnTo>
                    <a:pt x="7912124" y="79191"/>
                  </a:lnTo>
                  <a:lnTo>
                    <a:pt x="7912250" y="79191"/>
                  </a:lnTo>
                  <a:lnTo>
                    <a:pt x="7912376" y="79191"/>
                  </a:lnTo>
                  <a:lnTo>
                    <a:pt x="7912502" y="79191"/>
                  </a:lnTo>
                  <a:lnTo>
                    <a:pt x="7912628" y="79191"/>
                  </a:lnTo>
                  <a:lnTo>
                    <a:pt x="7912754" y="79191"/>
                  </a:lnTo>
                  <a:lnTo>
                    <a:pt x="7912880" y="79191"/>
                  </a:lnTo>
                  <a:lnTo>
                    <a:pt x="7913006" y="79191"/>
                  </a:lnTo>
                  <a:lnTo>
                    <a:pt x="7913132" y="79191"/>
                  </a:lnTo>
                  <a:lnTo>
                    <a:pt x="7913258" y="79191"/>
                  </a:lnTo>
                  <a:lnTo>
                    <a:pt x="7913384" y="79191"/>
                  </a:lnTo>
                  <a:lnTo>
                    <a:pt x="7913511" y="79191"/>
                  </a:lnTo>
                  <a:lnTo>
                    <a:pt x="7913637" y="79191"/>
                  </a:lnTo>
                  <a:lnTo>
                    <a:pt x="7913763" y="79191"/>
                  </a:lnTo>
                  <a:lnTo>
                    <a:pt x="7913889" y="79191"/>
                  </a:lnTo>
                  <a:lnTo>
                    <a:pt x="7914015" y="79191"/>
                  </a:lnTo>
                  <a:lnTo>
                    <a:pt x="7914141" y="79191"/>
                  </a:lnTo>
                  <a:lnTo>
                    <a:pt x="7914267" y="79191"/>
                  </a:lnTo>
                  <a:lnTo>
                    <a:pt x="7914393" y="79191"/>
                  </a:lnTo>
                  <a:lnTo>
                    <a:pt x="7914519" y="79191"/>
                  </a:lnTo>
                  <a:lnTo>
                    <a:pt x="7914645" y="79191"/>
                  </a:lnTo>
                  <a:lnTo>
                    <a:pt x="7914771" y="79191"/>
                  </a:lnTo>
                  <a:lnTo>
                    <a:pt x="7914897" y="79191"/>
                  </a:lnTo>
                  <a:lnTo>
                    <a:pt x="7915024" y="79191"/>
                  </a:lnTo>
                  <a:lnTo>
                    <a:pt x="7915150" y="79191"/>
                  </a:lnTo>
                  <a:lnTo>
                    <a:pt x="7915276" y="79191"/>
                  </a:lnTo>
                  <a:lnTo>
                    <a:pt x="7915402" y="79191"/>
                  </a:lnTo>
                  <a:lnTo>
                    <a:pt x="7915528" y="79191"/>
                  </a:lnTo>
                  <a:lnTo>
                    <a:pt x="7915654" y="79191"/>
                  </a:lnTo>
                  <a:lnTo>
                    <a:pt x="7915780" y="79191"/>
                  </a:lnTo>
                  <a:lnTo>
                    <a:pt x="7915906" y="79191"/>
                  </a:lnTo>
                  <a:lnTo>
                    <a:pt x="7916032" y="79191"/>
                  </a:lnTo>
                  <a:lnTo>
                    <a:pt x="7916158" y="79191"/>
                  </a:lnTo>
                  <a:lnTo>
                    <a:pt x="7916284" y="79191"/>
                  </a:lnTo>
                  <a:lnTo>
                    <a:pt x="7916411" y="79191"/>
                  </a:lnTo>
                  <a:lnTo>
                    <a:pt x="7916537" y="79191"/>
                  </a:lnTo>
                  <a:lnTo>
                    <a:pt x="7916663" y="79191"/>
                  </a:lnTo>
                  <a:lnTo>
                    <a:pt x="7916789" y="79191"/>
                  </a:lnTo>
                  <a:lnTo>
                    <a:pt x="7916915" y="79191"/>
                  </a:lnTo>
                  <a:lnTo>
                    <a:pt x="7917041" y="79191"/>
                  </a:lnTo>
                  <a:lnTo>
                    <a:pt x="7917167" y="79191"/>
                  </a:lnTo>
                  <a:lnTo>
                    <a:pt x="7917293" y="79191"/>
                  </a:lnTo>
                  <a:lnTo>
                    <a:pt x="7917419" y="79191"/>
                  </a:lnTo>
                  <a:lnTo>
                    <a:pt x="7917545" y="79191"/>
                  </a:lnTo>
                  <a:lnTo>
                    <a:pt x="7917671" y="79191"/>
                  </a:lnTo>
                  <a:lnTo>
                    <a:pt x="7917798" y="79191"/>
                  </a:lnTo>
                  <a:lnTo>
                    <a:pt x="7917924" y="79191"/>
                  </a:lnTo>
                  <a:lnTo>
                    <a:pt x="7918050" y="79191"/>
                  </a:lnTo>
                  <a:lnTo>
                    <a:pt x="7918176" y="79191"/>
                  </a:lnTo>
                  <a:lnTo>
                    <a:pt x="7918302" y="79191"/>
                  </a:lnTo>
                  <a:lnTo>
                    <a:pt x="7918428" y="79191"/>
                  </a:lnTo>
                  <a:lnTo>
                    <a:pt x="7918554" y="79191"/>
                  </a:lnTo>
                  <a:lnTo>
                    <a:pt x="7918680" y="79191"/>
                  </a:lnTo>
                  <a:lnTo>
                    <a:pt x="7918806" y="79191"/>
                  </a:lnTo>
                  <a:lnTo>
                    <a:pt x="7918932" y="79191"/>
                  </a:lnTo>
                  <a:lnTo>
                    <a:pt x="7919058" y="79191"/>
                  </a:lnTo>
                  <a:lnTo>
                    <a:pt x="7919184" y="79191"/>
                  </a:lnTo>
                  <a:lnTo>
                    <a:pt x="7919311" y="79191"/>
                  </a:lnTo>
                  <a:lnTo>
                    <a:pt x="7919437" y="79191"/>
                  </a:lnTo>
                  <a:lnTo>
                    <a:pt x="7919563" y="79191"/>
                  </a:lnTo>
                  <a:lnTo>
                    <a:pt x="7919689" y="79191"/>
                  </a:lnTo>
                  <a:lnTo>
                    <a:pt x="7919815" y="79191"/>
                  </a:lnTo>
                  <a:lnTo>
                    <a:pt x="7919941" y="79191"/>
                  </a:lnTo>
                  <a:lnTo>
                    <a:pt x="7920067" y="79191"/>
                  </a:lnTo>
                  <a:lnTo>
                    <a:pt x="7920193" y="79191"/>
                  </a:lnTo>
                  <a:lnTo>
                    <a:pt x="7920319" y="79191"/>
                  </a:lnTo>
                  <a:lnTo>
                    <a:pt x="7920445" y="79191"/>
                  </a:lnTo>
                  <a:lnTo>
                    <a:pt x="7920571" y="79191"/>
                  </a:lnTo>
                  <a:lnTo>
                    <a:pt x="7920698" y="79191"/>
                  </a:lnTo>
                  <a:lnTo>
                    <a:pt x="7920824" y="79191"/>
                  </a:lnTo>
                  <a:lnTo>
                    <a:pt x="7920950" y="79191"/>
                  </a:lnTo>
                  <a:lnTo>
                    <a:pt x="7921076" y="79191"/>
                  </a:lnTo>
                  <a:lnTo>
                    <a:pt x="7921202" y="79191"/>
                  </a:lnTo>
                  <a:lnTo>
                    <a:pt x="7921328" y="79191"/>
                  </a:lnTo>
                  <a:lnTo>
                    <a:pt x="7921454" y="79191"/>
                  </a:lnTo>
                  <a:lnTo>
                    <a:pt x="7921580" y="79191"/>
                  </a:lnTo>
                  <a:lnTo>
                    <a:pt x="7921706" y="79191"/>
                  </a:lnTo>
                  <a:lnTo>
                    <a:pt x="7921832" y="79191"/>
                  </a:lnTo>
                  <a:lnTo>
                    <a:pt x="7921958" y="79191"/>
                  </a:lnTo>
                  <a:lnTo>
                    <a:pt x="7922084" y="79191"/>
                  </a:lnTo>
                  <a:lnTo>
                    <a:pt x="7922211" y="79191"/>
                  </a:lnTo>
                  <a:lnTo>
                    <a:pt x="7922337" y="79191"/>
                  </a:lnTo>
                  <a:lnTo>
                    <a:pt x="7922463" y="79191"/>
                  </a:lnTo>
                  <a:lnTo>
                    <a:pt x="7922589" y="79191"/>
                  </a:lnTo>
                  <a:lnTo>
                    <a:pt x="7922715" y="79191"/>
                  </a:lnTo>
                  <a:lnTo>
                    <a:pt x="7922841" y="79191"/>
                  </a:lnTo>
                  <a:lnTo>
                    <a:pt x="7922967" y="79191"/>
                  </a:lnTo>
                  <a:lnTo>
                    <a:pt x="7923093" y="79191"/>
                  </a:lnTo>
                  <a:lnTo>
                    <a:pt x="7923219" y="79191"/>
                  </a:lnTo>
                  <a:lnTo>
                    <a:pt x="7923345" y="79191"/>
                  </a:lnTo>
                  <a:lnTo>
                    <a:pt x="7923471" y="79191"/>
                  </a:lnTo>
                  <a:lnTo>
                    <a:pt x="7923598" y="79191"/>
                  </a:lnTo>
                  <a:lnTo>
                    <a:pt x="7923724" y="79191"/>
                  </a:lnTo>
                  <a:lnTo>
                    <a:pt x="7923850" y="79191"/>
                  </a:lnTo>
                  <a:lnTo>
                    <a:pt x="7923976" y="79191"/>
                  </a:lnTo>
                  <a:lnTo>
                    <a:pt x="7924102" y="79191"/>
                  </a:lnTo>
                  <a:lnTo>
                    <a:pt x="7924228" y="79191"/>
                  </a:lnTo>
                  <a:lnTo>
                    <a:pt x="7924354" y="79191"/>
                  </a:lnTo>
                  <a:lnTo>
                    <a:pt x="7924480" y="79191"/>
                  </a:lnTo>
                  <a:lnTo>
                    <a:pt x="7924606" y="79191"/>
                  </a:lnTo>
                  <a:lnTo>
                    <a:pt x="7924732" y="79191"/>
                  </a:lnTo>
                  <a:lnTo>
                    <a:pt x="7924858" y="79191"/>
                  </a:lnTo>
                  <a:lnTo>
                    <a:pt x="7924985" y="79191"/>
                  </a:lnTo>
                  <a:lnTo>
                    <a:pt x="7925111" y="79191"/>
                  </a:lnTo>
                  <a:lnTo>
                    <a:pt x="7925237" y="79191"/>
                  </a:lnTo>
                  <a:lnTo>
                    <a:pt x="7925363" y="79191"/>
                  </a:lnTo>
                  <a:lnTo>
                    <a:pt x="7925489" y="79191"/>
                  </a:lnTo>
                  <a:lnTo>
                    <a:pt x="7925615" y="79191"/>
                  </a:lnTo>
                  <a:lnTo>
                    <a:pt x="7925741" y="79191"/>
                  </a:lnTo>
                  <a:lnTo>
                    <a:pt x="7925867" y="79191"/>
                  </a:lnTo>
                  <a:lnTo>
                    <a:pt x="7925993" y="79191"/>
                  </a:lnTo>
                  <a:lnTo>
                    <a:pt x="7926119" y="79191"/>
                  </a:lnTo>
                  <a:lnTo>
                    <a:pt x="7926245" y="79191"/>
                  </a:lnTo>
                  <a:lnTo>
                    <a:pt x="7926371" y="79191"/>
                  </a:lnTo>
                  <a:lnTo>
                    <a:pt x="7926498" y="79191"/>
                  </a:lnTo>
                  <a:lnTo>
                    <a:pt x="7926624" y="79191"/>
                  </a:lnTo>
                  <a:lnTo>
                    <a:pt x="7926750" y="79191"/>
                  </a:lnTo>
                  <a:lnTo>
                    <a:pt x="7926876" y="79191"/>
                  </a:lnTo>
                  <a:lnTo>
                    <a:pt x="7927002" y="79191"/>
                  </a:lnTo>
                  <a:lnTo>
                    <a:pt x="7927128" y="79191"/>
                  </a:lnTo>
                  <a:lnTo>
                    <a:pt x="7927254" y="79191"/>
                  </a:lnTo>
                  <a:lnTo>
                    <a:pt x="7927380" y="79191"/>
                  </a:lnTo>
                  <a:lnTo>
                    <a:pt x="7927506" y="79191"/>
                  </a:lnTo>
                  <a:lnTo>
                    <a:pt x="7927632" y="79191"/>
                  </a:lnTo>
                  <a:lnTo>
                    <a:pt x="7927758" y="79191"/>
                  </a:lnTo>
                  <a:lnTo>
                    <a:pt x="7927885" y="79191"/>
                  </a:lnTo>
                  <a:lnTo>
                    <a:pt x="7928011" y="79191"/>
                  </a:lnTo>
                  <a:lnTo>
                    <a:pt x="7928137" y="79191"/>
                  </a:lnTo>
                  <a:lnTo>
                    <a:pt x="7928263" y="79191"/>
                  </a:lnTo>
                  <a:lnTo>
                    <a:pt x="7928389" y="79191"/>
                  </a:lnTo>
                  <a:lnTo>
                    <a:pt x="7928515" y="79191"/>
                  </a:lnTo>
                  <a:lnTo>
                    <a:pt x="7928641" y="79191"/>
                  </a:lnTo>
                  <a:lnTo>
                    <a:pt x="7928767" y="79191"/>
                  </a:lnTo>
                  <a:lnTo>
                    <a:pt x="7928893" y="79191"/>
                  </a:lnTo>
                  <a:lnTo>
                    <a:pt x="7929019" y="79191"/>
                  </a:lnTo>
                  <a:lnTo>
                    <a:pt x="7929145" y="79191"/>
                  </a:lnTo>
                  <a:lnTo>
                    <a:pt x="7929271" y="79191"/>
                  </a:lnTo>
                  <a:lnTo>
                    <a:pt x="7929398" y="79191"/>
                  </a:lnTo>
                  <a:lnTo>
                    <a:pt x="7929524" y="79191"/>
                  </a:lnTo>
                  <a:lnTo>
                    <a:pt x="7929650" y="79191"/>
                  </a:lnTo>
                  <a:lnTo>
                    <a:pt x="7929776" y="79191"/>
                  </a:lnTo>
                  <a:lnTo>
                    <a:pt x="7929902" y="79191"/>
                  </a:lnTo>
                  <a:lnTo>
                    <a:pt x="7930028" y="79191"/>
                  </a:lnTo>
                  <a:lnTo>
                    <a:pt x="7930154" y="79191"/>
                  </a:lnTo>
                  <a:lnTo>
                    <a:pt x="7930280" y="79191"/>
                  </a:lnTo>
                  <a:lnTo>
                    <a:pt x="7930406" y="79191"/>
                  </a:lnTo>
                  <a:lnTo>
                    <a:pt x="7930532" y="79191"/>
                  </a:lnTo>
                  <a:lnTo>
                    <a:pt x="7930658" y="79191"/>
                  </a:lnTo>
                  <a:lnTo>
                    <a:pt x="7930785" y="79191"/>
                  </a:lnTo>
                  <a:lnTo>
                    <a:pt x="7930911" y="79191"/>
                  </a:lnTo>
                  <a:lnTo>
                    <a:pt x="7931037" y="79191"/>
                  </a:lnTo>
                  <a:lnTo>
                    <a:pt x="7931163" y="79191"/>
                  </a:lnTo>
                  <a:lnTo>
                    <a:pt x="7931289" y="79191"/>
                  </a:lnTo>
                  <a:lnTo>
                    <a:pt x="7931415" y="79191"/>
                  </a:lnTo>
                  <a:lnTo>
                    <a:pt x="7931541" y="79191"/>
                  </a:lnTo>
                  <a:lnTo>
                    <a:pt x="7931667" y="79191"/>
                  </a:lnTo>
                  <a:lnTo>
                    <a:pt x="7931793" y="79191"/>
                  </a:lnTo>
                  <a:lnTo>
                    <a:pt x="7931919" y="79191"/>
                  </a:lnTo>
                  <a:lnTo>
                    <a:pt x="7932045" y="79191"/>
                  </a:lnTo>
                  <a:lnTo>
                    <a:pt x="7932171" y="79191"/>
                  </a:lnTo>
                  <a:lnTo>
                    <a:pt x="7932298" y="79191"/>
                  </a:lnTo>
                  <a:lnTo>
                    <a:pt x="7932424" y="79191"/>
                  </a:lnTo>
                  <a:lnTo>
                    <a:pt x="7932550" y="79191"/>
                  </a:lnTo>
                  <a:lnTo>
                    <a:pt x="7932676" y="79191"/>
                  </a:lnTo>
                  <a:lnTo>
                    <a:pt x="7932802" y="79191"/>
                  </a:lnTo>
                  <a:lnTo>
                    <a:pt x="7932928" y="79191"/>
                  </a:lnTo>
                  <a:lnTo>
                    <a:pt x="7933054" y="79191"/>
                  </a:lnTo>
                  <a:lnTo>
                    <a:pt x="7933180" y="79191"/>
                  </a:lnTo>
                  <a:lnTo>
                    <a:pt x="7933306" y="79191"/>
                  </a:lnTo>
                  <a:lnTo>
                    <a:pt x="7933432" y="79191"/>
                  </a:lnTo>
                  <a:lnTo>
                    <a:pt x="7933558" y="79191"/>
                  </a:lnTo>
                  <a:lnTo>
                    <a:pt x="7933685" y="79191"/>
                  </a:lnTo>
                  <a:lnTo>
                    <a:pt x="7933811" y="79191"/>
                  </a:lnTo>
                  <a:lnTo>
                    <a:pt x="7933937" y="79191"/>
                  </a:lnTo>
                  <a:lnTo>
                    <a:pt x="7934063" y="79191"/>
                  </a:lnTo>
                  <a:lnTo>
                    <a:pt x="7934189" y="79191"/>
                  </a:lnTo>
                  <a:lnTo>
                    <a:pt x="7934315" y="79191"/>
                  </a:lnTo>
                  <a:lnTo>
                    <a:pt x="7934441" y="79191"/>
                  </a:lnTo>
                  <a:lnTo>
                    <a:pt x="7934567" y="79191"/>
                  </a:lnTo>
                  <a:lnTo>
                    <a:pt x="7934693" y="79191"/>
                  </a:lnTo>
                  <a:lnTo>
                    <a:pt x="7934819" y="79191"/>
                  </a:lnTo>
                  <a:lnTo>
                    <a:pt x="7934945" y="79191"/>
                  </a:lnTo>
                  <a:lnTo>
                    <a:pt x="7935072" y="79191"/>
                  </a:lnTo>
                  <a:lnTo>
                    <a:pt x="7935198" y="79191"/>
                  </a:lnTo>
                  <a:lnTo>
                    <a:pt x="7935324" y="79191"/>
                  </a:lnTo>
                  <a:lnTo>
                    <a:pt x="7935450" y="79191"/>
                  </a:lnTo>
                  <a:lnTo>
                    <a:pt x="7935576" y="79191"/>
                  </a:lnTo>
                  <a:lnTo>
                    <a:pt x="7935702" y="79191"/>
                  </a:lnTo>
                  <a:lnTo>
                    <a:pt x="7935828" y="79191"/>
                  </a:lnTo>
                  <a:lnTo>
                    <a:pt x="7935954" y="79191"/>
                  </a:lnTo>
                  <a:lnTo>
                    <a:pt x="7936080" y="79191"/>
                  </a:lnTo>
                  <a:lnTo>
                    <a:pt x="7936206" y="79191"/>
                  </a:lnTo>
                  <a:lnTo>
                    <a:pt x="7936332" y="79191"/>
                  </a:lnTo>
                  <a:lnTo>
                    <a:pt x="7936458" y="79191"/>
                  </a:lnTo>
                  <a:lnTo>
                    <a:pt x="7936585" y="79191"/>
                  </a:lnTo>
                  <a:lnTo>
                    <a:pt x="7936711" y="79191"/>
                  </a:lnTo>
                  <a:lnTo>
                    <a:pt x="7936837" y="79191"/>
                  </a:lnTo>
                  <a:lnTo>
                    <a:pt x="7936963" y="79191"/>
                  </a:lnTo>
                  <a:lnTo>
                    <a:pt x="7937089" y="79191"/>
                  </a:lnTo>
                  <a:lnTo>
                    <a:pt x="7937215" y="79191"/>
                  </a:lnTo>
                  <a:lnTo>
                    <a:pt x="7937341" y="79191"/>
                  </a:lnTo>
                  <a:lnTo>
                    <a:pt x="7937467" y="79191"/>
                  </a:lnTo>
                  <a:lnTo>
                    <a:pt x="7937593" y="79191"/>
                  </a:lnTo>
                  <a:lnTo>
                    <a:pt x="7937719" y="79191"/>
                  </a:lnTo>
                  <a:lnTo>
                    <a:pt x="7937845" y="79191"/>
                  </a:lnTo>
                  <a:lnTo>
                    <a:pt x="7937972" y="79191"/>
                  </a:lnTo>
                  <a:lnTo>
                    <a:pt x="7938098" y="79191"/>
                  </a:lnTo>
                  <a:lnTo>
                    <a:pt x="7938224" y="79191"/>
                  </a:lnTo>
                  <a:lnTo>
                    <a:pt x="7938350" y="79191"/>
                  </a:lnTo>
                  <a:lnTo>
                    <a:pt x="7938476" y="79191"/>
                  </a:lnTo>
                  <a:lnTo>
                    <a:pt x="7938602" y="79191"/>
                  </a:lnTo>
                  <a:lnTo>
                    <a:pt x="7938728" y="79191"/>
                  </a:lnTo>
                  <a:lnTo>
                    <a:pt x="7938854" y="79191"/>
                  </a:lnTo>
                  <a:lnTo>
                    <a:pt x="7938980" y="79191"/>
                  </a:lnTo>
                  <a:lnTo>
                    <a:pt x="7939106" y="79191"/>
                  </a:lnTo>
                  <a:lnTo>
                    <a:pt x="7939232" y="79191"/>
                  </a:lnTo>
                  <a:lnTo>
                    <a:pt x="7939358" y="79191"/>
                  </a:lnTo>
                  <a:lnTo>
                    <a:pt x="7939485" y="79191"/>
                  </a:lnTo>
                  <a:lnTo>
                    <a:pt x="7939611" y="79191"/>
                  </a:lnTo>
                  <a:lnTo>
                    <a:pt x="7939737" y="79191"/>
                  </a:lnTo>
                  <a:lnTo>
                    <a:pt x="7939863" y="79191"/>
                  </a:lnTo>
                  <a:lnTo>
                    <a:pt x="7939989" y="79191"/>
                  </a:lnTo>
                  <a:lnTo>
                    <a:pt x="7940115" y="79191"/>
                  </a:lnTo>
                  <a:lnTo>
                    <a:pt x="7940241" y="79191"/>
                  </a:lnTo>
                  <a:lnTo>
                    <a:pt x="7940367" y="79191"/>
                  </a:lnTo>
                  <a:lnTo>
                    <a:pt x="7940493" y="79191"/>
                  </a:lnTo>
                  <a:lnTo>
                    <a:pt x="7940619" y="79191"/>
                  </a:lnTo>
                  <a:lnTo>
                    <a:pt x="7940745" y="79191"/>
                  </a:lnTo>
                  <a:lnTo>
                    <a:pt x="7940872" y="79191"/>
                  </a:lnTo>
                  <a:lnTo>
                    <a:pt x="7940998" y="79191"/>
                  </a:lnTo>
                  <a:lnTo>
                    <a:pt x="7941124" y="79191"/>
                  </a:lnTo>
                  <a:lnTo>
                    <a:pt x="7941250" y="79191"/>
                  </a:lnTo>
                  <a:lnTo>
                    <a:pt x="7941376" y="79191"/>
                  </a:lnTo>
                  <a:lnTo>
                    <a:pt x="7941502" y="79191"/>
                  </a:lnTo>
                  <a:lnTo>
                    <a:pt x="7941628" y="79191"/>
                  </a:lnTo>
                  <a:lnTo>
                    <a:pt x="7941754" y="79191"/>
                  </a:lnTo>
                  <a:lnTo>
                    <a:pt x="7941880" y="79191"/>
                  </a:lnTo>
                  <a:lnTo>
                    <a:pt x="7942006" y="79191"/>
                  </a:lnTo>
                  <a:lnTo>
                    <a:pt x="7942132" y="79191"/>
                  </a:lnTo>
                  <a:lnTo>
                    <a:pt x="7942259" y="79191"/>
                  </a:lnTo>
                  <a:lnTo>
                    <a:pt x="7942385" y="79191"/>
                  </a:lnTo>
                  <a:lnTo>
                    <a:pt x="7942511" y="79191"/>
                  </a:lnTo>
                  <a:lnTo>
                    <a:pt x="7942637" y="79191"/>
                  </a:lnTo>
                  <a:lnTo>
                    <a:pt x="7942763" y="79191"/>
                  </a:lnTo>
                  <a:lnTo>
                    <a:pt x="7942889" y="79191"/>
                  </a:lnTo>
                  <a:lnTo>
                    <a:pt x="7943015" y="79191"/>
                  </a:lnTo>
                  <a:lnTo>
                    <a:pt x="7943141" y="79191"/>
                  </a:lnTo>
                  <a:lnTo>
                    <a:pt x="7943267" y="79191"/>
                  </a:lnTo>
                  <a:lnTo>
                    <a:pt x="7943393" y="79191"/>
                  </a:lnTo>
                  <a:lnTo>
                    <a:pt x="7943519" y="79191"/>
                  </a:lnTo>
                  <a:lnTo>
                    <a:pt x="7943645" y="79191"/>
                  </a:lnTo>
                  <a:lnTo>
                    <a:pt x="7943772" y="79191"/>
                  </a:lnTo>
                  <a:lnTo>
                    <a:pt x="7943898" y="79191"/>
                  </a:lnTo>
                  <a:lnTo>
                    <a:pt x="7944024" y="79191"/>
                  </a:lnTo>
                  <a:lnTo>
                    <a:pt x="7944150" y="79191"/>
                  </a:lnTo>
                  <a:lnTo>
                    <a:pt x="7944276" y="79191"/>
                  </a:lnTo>
                  <a:lnTo>
                    <a:pt x="7944402" y="79191"/>
                  </a:lnTo>
                  <a:lnTo>
                    <a:pt x="7944528" y="79191"/>
                  </a:lnTo>
                  <a:lnTo>
                    <a:pt x="7944654" y="79191"/>
                  </a:lnTo>
                  <a:lnTo>
                    <a:pt x="7944780" y="79191"/>
                  </a:lnTo>
                  <a:lnTo>
                    <a:pt x="7944906" y="79191"/>
                  </a:lnTo>
                  <a:lnTo>
                    <a:pt x="7945032" y="79191"/>
                  </a:lnTo>
                  <a:lnTo>
                    <a:pt x="7945159" y="79191"/>
                  </a:lnTo>
                  <a:lnTo>
                    <a:pt x="7945285" y="79191"/>
                  </a:lnTo>
                  <a:lnTo>
                    <a:pt x="7945411" y="79191"/>
                  </a:lnTo>
                  <a:lnTo>
                    <a:pt x="7945537" y="79191"/>
                  </a:lnTo>
                  <a:lnTo>
                    <a:pt x="7945663" y="79191"/>
                  </a:lnTo>
                  <a:lnTo>
                    <a:pt x="7945789" y="79191"/>
                  </a:lnTo>
                  <a:lnTo>
                    <a:pt x="7945915" y="79191"/>
                  </a:lnTo>
                  <a:lnTo>
                    <a:pt x="7946041" y="79191"/>
                  </a:lnTo>
                  <a:lnTo>
                    <a:pt x="7946167" y="79191"/>
                  </a:lnTo>
                  <a:lnTo>
                    <a:pt x="7946293" y="79191"/>
                  </a:lnTo>
                  <a:lnTo>
                    <a:pt x="7946419" y="79191"/>
                  </a:lnTo>
                  <a:lnTo>
                    <a:pt x="7946545" y="79191"/>
                  </a:lnTo>
                  <a:lnTo>
                    <a:pt x="7946672" y="79191"/>
                  </a:lnTo>
                  <a:lnTo>
                    <a:pt x="7946798" y="79191"/>
                  </a:lnTo>
                  <a:lnTo>
                    <a:pt x="7946924" y="79191"/>
                  </a:lnTo>
                  <a:lnTo>
                    <a:pt x="7947050" y="79191"/>
                  </a:lnTo>
                  <a:lnTo>
                    <a:pt x="7947176" y="79191"/>
                  </a:lnTo>
                  <a:lnTo>
                    <a:pt x="7947302" y="79191"/>
                  </a:lnTo>
                  <a:lnTo>
                    <a:pt x="7947428" y="79191"/>
                  </a:lnTo>
                  <a:lnTo>
                    <a:pt x="7947554" y="79191"/>
                  </a:lnTo>
                  <a:lnTo>
                    <a:pt x="7947680" y="79191"/>
                  </a:lnTo>
                  <a:lnTo>
                    <a:pt x="7947806" y="79191"/>
                  </a:lnTo>
                  <a:lnTo>
                    <a:pt x="7947932" y="79191"/>
                  </a:lnTo>
                  <a:lnTo>
                    <a:pt x="7948059" y="79191"/>
                  </a:lnTo>
                  <a:lnTo>
                    <a:pt x="7948185" y="79191"/>
                  </a:lnTo>
                  <a:lnTo>
                    <a:pt x="7948311" y="79191"/>
                  </a:lnTo>
                  <a:lnTo>
                    <a:pt x="7948437" y="79191"/>
                  </a:lnTo>
                  <a:lnTo>
                    <a:pt x="7948563" y="79191"/>
                  </a:lnTo>
                  <a:lnTo>
                    <a:pt x="7948689" y="79191"/>
                  </a:lnTo>
                  <a:lnTo>
                    <a:pt x="7948815" y="79191"/>
                  </a:lnTo>
                  <a:lnTo>
                    <a:pt x="7948941" y="79191"/>
                  </a:lnTo>
                  <a:lnTo>
                    <a:pt x="7949067" y="79191"/>
                  </a:lnTo>
                  <a:lnTo>
                    <a:pt x="7949193" y="79191"/>
                  </a:lnTo>
                  <a:lnTo>
                    <a:pt x="7949319" y="79191"/>
                  </a:lnTo>
                  <a:lnTo>
                    <a:pt x="7949446" y="79191"/>
                  </a:lnTo>
                  <a:lnTo>
                    <a:pt x="7949572" y="79191"/>
                  </a:lnTo>
                  <a:lnTo>
                    <a:pt x="7949698" y="79191"/>
                  </a:lnTo>
                  <a:lnTo>
                    <a:pt x="7949824" y="79191"/>
                  </a:lnTo>
                  <a:lnTo>
                    <a:pt x="7949950" y="79191"/>
                  </a:lnTo>
                  <a:lnTo>
                    <a:pt x="7950076" y="79191"/>
                  </a:lnTo>
                  <a:lnTo>
                    <a:pt x="7950202" y="79191"/>
                  </a:lnTo>
                  <a:lnTo>
                    <a:pt x="7950328" y="79191"/>
                  </a:lnTo>
                  <a:lnTo>
                    <a:pt x="7950454" y="79191"/>
                  </a:lnTo>
                  <a:lnTo>
                    <a:pt x="7950580" y="79191"/>
                  </a:lnTo>
                  <a:lnTo>
                    <a:pt x="7950706" y="79191"/>
                  </a:lnTo>
                  <a:lnTo>
                    <a:pt x="7950832" y="79191"/>
                  </a:lnTo>
                  <a:lnTo>
                    <a:pt x="7950959" y="79191"/>
                  </a:lnTo>
                  <a:lnTo>
                    <a:pt x="7951085" y="79191"/>
                  </a:lnTo>
                  <a:lnTo>
                    <a:pt x="7951211" y="79191"/>
                  </a:lnTo>
                  <a:lnTo>
                    <a:pt x="7951337" y="79191"/>
                  </a:lnTo>
                  <a:lnTo>
                    <a:pt x="7951463" y="79191"/>
                  </a:lnTo>
                  <a:lnTo>
                    <a:pt x="7951589" y="79191"/>
                  </a:lnTo>
                  <a:lnTo>
                    <a:pt x="7951715" y="79191"/>
                  </a:lnTo>
                  <a:lnTo>
                    <a:pt x="7951841" y="79191"/>
                  </a:lnTo>
                  <a:lnTo>
                    <a:pt x="7951967" y="79191"/>
                  </a:lnTo>
                  <a:lnTo>
                    <a:pt x="7952093" y="79191"/>
                  </a:lnTo>
                  <a:lnTo>
                    <a:pt x="7952219" y="79191"/>
                  </a:lnTo>
                  <a:lnTo>
                    <a:pt x="7952346" y="79191"/>
                  </a:lnTo>
                  <a:lnTo>
                    <a:pt x="7952472" y="79191"/>
                  </a:lnTo>
                  <a:lnTo>
                    <a:pt x="7952598" y="79191"/>
                  </a:lnTo>
                  <a:lnTo>
                    <a:pt x="7952724" y="79191"/>
                  </a:lnTo>
                  <a:lnTo>
                    <a:pt x="7952850" y="79191"/>
                  </a:lnTo>
                  <a:lnTo>
                    <a:pt x="7952976" y="79191"/>
                  </a:lnTo>
                  <a:lnTo>
                    <a:pt x="7953102" y="79191"/>
                  </a:lnTo>
                  <a:lnTo>
                    <a:pt x="7953228" y="79191"/>
                  </a:lnTo>
                  <a:lnTo>
                    <a:pt x="7953354" y="79191"/>
                  </a:lnTo>
                  <a:lnTo>
                    <a:pt x="7953480" y="79191"/>
                  </a:lnTo>
                  <a:lnTo>
                    <a:pt x="7953606" y="79191"/>
                  </a:lnTo>
                  <a:lnTo>
                    <a:pt x="7953732" y="79191"/>
                  </a:lnTo>
                  <a:lnTo>
                    <a:pt x="7953859" y="79191"/>
                  </a:lnTo>
                  <a:lnTo>
                    <a:pt x="7953985" y="79191"/>
                  </a:lnTo>
                  <a:lnTo>
                    <a:pt x="7954111" y="79191"/>
                  </a:lnTo>
                  <a:lnTo>
                    <a:pt x="7954237" y="79191"/>
                  </a:lnTo>
                  <a:lnTo>
                    <a:pt x="7954363" y="79191"/>
                  </a:lnTo>
                  <a:lnTo>
                    <a:pt x="7954489" y="79191"/>
                  </a:lnTo>
                  <a:lnTo>
                    <a:pt x="7954615" y="79191"/>
                  </a:lnTo>
                  <a:lnTo>
                    <a:pt x="7954741" y="79191"/>
                  </a:lnTo>
                  <a:lnTo>
                    <a:pt x="7954867" y="79191"/>
                  </a:lnTo>
                  <a:lnTo>
                    <a:pt x="7954993" y="79191"/>
                  </a:lnTo>
                  <a:lnTo>
                    <a:pt x="7955119" y="79191"/>
                  </a:lnTo>
                  <a:lnTo>
                    <a:pt x="7955246" y="79191"/>
                  </a:lnTo>
                  <a:lnTo>
                    <a:pt x="7955372" y="79191"/>
                  </a:lnTo>
                  <a:lnTo>
                    <a:pt x="7955498" y="79191"/>
                  </a:lnTo>
                  <a:lnTo>
                    <a:pt x="7955624" y="79191"/>
                  </a:lnTo>
                  <a:lnTo>
                    <a:pt x="7955750" y="79191"/>
                  </a:lnTo>
                  <a:lnTo>
                    <a:pt x="7955876" y="79191"/>
                  </a:lnTo>
                  <a:lnTo>
                    <a:pt x="7956002" y="79191"/>
                  </a:lnTo>
                  <a:lnTo>
                    <a:pt x="7956128" y="79191"/>
                  </a:lnTo>
                  <a:lnTo>
                    <a:pt x="7956254" y="79191"/>
                  </a:lnTo>
                  <a:lnTo>
                    <a:pt x="7956380" y="79191"/>
                  </a:lnTo>
                  <a:lnTo>
                    <a:pt x="7956506" y="79191"/>
                  </a:lnTo>
                  <a:lnTo>
                    <a:pt x="7956632" y="79191"/>
                  </a:lnTo>
                  <a:lnTo>
                    <a:pt x="7956759" y="79191"/>
                  </a:lnTo>
                  <a:lnTo>
                    <a:pt x="7956885" y="79191"/>
                  </a:lnTo>
                  <a:lnTo>
                    <a:pt x="7957011" y="79191"/>
                  </a:lnTo>
                  <a:lnTo>
                    <a:pt x="7957137" y="79191"/>
                  </a:lnTo>
                  <a:lnTo>
                    <a:pt x="7957263" y="79191"/>
                  </a:lnTo>
                  <a:lnTo>
                    <a:pt x="7957389" y="79191"/>
                  </a:lnTo>
                  <a:lnTo>
                    <a:pt x="7957389" y="73911"/>
                  </a:lnTo>
                  <a:lnTo>
                    <a:pt x="7957515" y="73911"/>
                  </a:lnTo>
                  <a:lnTo>
                    <a:pt x="7957641" y="73911"/>
                  </a:lnTo>
                  <a:lnTo>
                    <a:pt x="7957767" y="73911"/>
                  </a:lnTo>
                  <a:lnTo>
                    <a:pt x="7957893" y="73911"/>
                  </a:lnTo>
                  <a:lnTo>
                    <a:pt x="7958019" y="73911"/>
                  </a:lnTo>
                  <a:lnTo>
                    <a:pt x="7958146" y="73911"/>
                  </a:lnTo>
                  <a:lnTo>
                    <a:pt x="7958272" y="73911"/>
                  </a:lnTo>
                  <a:lnTo>
                    <a:pt x="7958398" y="73911"/>
                  </a:lnTo>
                  <a:lnTo>
                    <a:pt x="7958524" y="73911"/>
                  </a:lnTo>
                  <a:lnTo>
                    <a:pt x="7958650" y="73911"/>
                  </a:lnTo>
                  <a:lnTo>
                    <a:pt x="7958776" y="73911"/>
                  </a:lnTo>
                  <a:lnTo>
                    <a:pt x="7958902" y="73911"/>
                  </a:lnTo>
                  <a:lnTo>
                    <a:pt x="7959028" y="73911"/>
                  </a:lnTo>
                  <a:lnTo>
                    <a:pt x="7959154" y="73911"/>
                  </a:lnTo>
                  <a:lnTo>
                    <a:pt x="7959280" y="73911"/>
                  </a:lnTo>
                  <a:lnTo>
                    <a:pt x="7959406" y="73911"/>
                  </a:lnTo>
                  <a:lnTo>
                    <a:pt x="7959533" y="73911"/>
                  </a:lnTo>
                  <a:lnTo>
                    <a:pt x="7959659" y="73911"/>
                  </a:lnTo>
                  <a:lnTo>
                    <a:pt x="7959785" y="73911"/>
                  </a:lnTo>
                  <a:lnTo>
                    <a:pt x="7959911" y="73911"/>
                  </a:lnTo>
                  <a:lnTo>
                    <a:pt x="7960037" y="73911"/>
                  </a:lnTo>
                  <a:lnTo>
                    <a:pt x="7960163" y="73911"/>
                  </a:lnTo>
                  <a:lnTo>
                    <a:pt x="7960289" y="73911"/>
                  </a:lnTo>
                  <a:lnTo>
                    <a:pt x="7960415" y="73911"/>
                  </a:lnTo>
                  <a:lnTo>
                    <a:pt x="7960541" y="73911"/>
                  </a:lnTo>
                  <a:lnTo>
                    <a:pt x="7960667" y="73911"/>
                  </a:lnTo>
                  <a:lnTo>
                    <a:pt x="7960793" y="73911"/>
                  </a:lnTo>
                  <a:lnTo>
                    <a:pt x="7960919" y="73911"/>
                  </a:lnTo>
                  <a:lnTo>
                    <a:pt x="7961046" y="73911"/>
                  </a:lnTo>
                  <a:lnTo>
                    <a:pt x="7961172" y="73911"/>
                  </a:lnTo>
                  <a:lnTo>
                    <a:pt x="7961298" y="73911"/>
                  </a:lnTo>
                  <a:lnTo>
                    <a:pt x="7961424" y="73911"/>
                  </a:lnTo>
                  <a:lnTo>
                    <a:pt x="7961550" y="73911"/>
                  </a:lnTo>
                  <a:lnTo>
                    <a:pt x="7961676" y="73911"/>
                  </a:lnTo>
                  <a:lnTo>
                    <a:pt x="7961802" y="73911"/>
                  </a:lnTo>
                  <a:lnTo>
                    <a:pt x="7961928" y="73911"/>
                  </a:lnTo>
                  <a:lnTo>
                    <a:pt x="7962054" y="73911"/>
                  </a:lnTo>
                  <a:lnTo>
                    <a:pt x="7962180" y="73911"/>
                  </a:lnTo>
                  <a:lnTo>
                    <a:pt x="7962306" y="73911"/>
                  </a:lnTo>
                  <a:lnTo>
                    <a:pt x="7962433" y="73911"/>
                  </a:lnTo>
                  <a:lnTo>
                    <a:pt x="7962559" y="73911"/>
                  </a:lnTo>
                  <a:lnTo>
                    <a:pt x="7962685" y="73911"/>
                  </a:lnTo>
                  <a:lnTo>
                    <a:pt x="7962811" y="73911"/>
                  </a:lnTo>
                  <a:lnTo>
                    <a:pt x="7962937" y="73911"/>
                  </a:lnTo>
                  <a:lnTo>
                    <a:pt x="7963063" y="73911"/>
                  </a:lnTo>
                  <a:lnTo>
                    <a:pt x="7963189" y="73911"/>
                  </a:lnTo>
                  <a:lnTo>
                    <a:pt x="7963315" y="73911"/>
                  </a:lnTo>
                  <a:lnTo>
                    <a:pt x="7963441" y="73911"/>
                  </a:lnTo>
                  <a:lnTo>
                    <a:pt x="7963567" y="73911"/>
                  </a:lnTo>
                  <a:lnTo>
                    <a:pt x="7963693" y="73911"/>
                  </a:lnTo>
                  <a:lnTo>
                    <a:pt x="7963819" y="73911"/>
                  </a:lnTo>
                  <a:lnTo>
                    <a:pt x="7963946" y="73911"/>
                  </a:lnTo>
                  <a:lnTo>
                    <a:pt x="7964072" y="73911"/>
                  </a:lnTo>
                  <a:lnTo>
                    <a:pt x="7964198" y="73911"/>
                  </a:lnTo>
                  <a:lnTo>
                    <a:pt x="7964324" y="73911"/>
                  </a:lnTo>
                  <a:lnTo>
                    <a:pt x="7964450" y="73911"/>
                  </a:lnTo>
                  <a:lnTo>
                    <a:pt x="7964576" y="73911"/>
                  </a:lnTo>
                  <a:lnTo>
                    <a:pt x="7964702" y="73911"/>
                  </a:lnTo>
                  <a:lnTo>
                    <a:pt x="7964828" y="73911"/>
                  </a:lnTo>
                  <a:lnTo>
                    <a:pt x="7964954" y="73911"/>
                  </a:lnTo>
                  <a:lnTo>
                    <a:pt x="7965080" y="73911"/>
                  </a:lnTo>
                  <a:lnTo>
                    <a:pt x="7965206" y="73911"/>
                  </a:lnTo>
                  <a:lnTo>
                    <a:pt x="7965333" y="73911"/>
                  </a:lnTo>
                  <a:lnTo>
                    <a:pt x="7965459" y="73911"/>
                  </a:lnTo>
                  <a:lnTo>
                    <a:pt x="7965585" y="73911"/>
                  </a:lnTo>
                  <a:lnTo>
                    <a:pt x="7965711" y="73911"/>
                  </a:lnTo>
                  <a:lnTo>
                    <a:pt x="7965837" y="73911"/>
                  </a:lnTo>
                  <a:lnTo>
                    <a:pt x="7965963" y="73911"/>
                  </a:lnTo>
                  <a:lnTo>
                    <a:pt x="7966089" y="73911"/>
                  </a:lnTo>
                  <a:lnTo>
                    <a:pt x="7966215" y="73911"/>
                  </a:lnTo>
                  <a:lnTo>
                    <a:pt x="7966341" y="73911"/>
                  </a:lnTo>
                  <a:lnTo>
                    <a:pt x="7966467" y="73911"/>
                  </a:lnTo>
                  <a:lnTo>
                    <a:pt x="7966593" y="73911"/>
                  </a:lnTo>
                  <a:lnTo>
                    <a:pt x="7966720" y="73911"/>
                  </a:lnTo>
                  <a:lnTo>
                    <a:pt x="7966846" y="73911"/>
                  </a:lnTo>
                  <a:lnTo>
                    <a:pt x="7966972" y="73911"/>
                  </a:lnTo>
                  <a:lnTo>
                    <a:pt x="7967098" y="73911"/>
                  </a:lnTo>
                  <a:lnTo>
                    <a:pt x="7967224" y="73911"/>
                  </a:lnTo>
                  <a:lnTo>
                    <a:pt x="7967350" y="73911"/>
                  </a:lnTo>
                  <a:lnTo>
                    <a:pt x="7967476" y="73911"/>
                  </a:lnTo>
                  <a:lnTo>
                    <a:pt x="7967602" y="73911"/>
                  </a:lnTo>
                  <a:lnTo>
                    <a:pt x="7967728" y="73911"/>
                  </a:lnTo>
                  <a:lnTo>
                    <a:pt x="7967854" y="73911"/>
                  </a:lnTo>
                  <a:lnTo>
                    <a:pt x="7967980" y="73911"/>
                  </a:lnTo>
                  <a:lnTo>
                    <a:pt x="7968106" y="73911"/>
                  </a:lnTo>
                  <a:lnTo>
                    <a:pt x="7968233" y="73911"/>
                  </a:lnTo>
                  <a:lnTo>
                    <a:pt x="7968359" y="73911"/>
                  </a:lnTo>
                  <a:lnTo>
                    <a:pt x="7968485" y="73911"/>
                  </a:lnTo>
                  <a:lnTo>
                    <a:pt x="7968611" y="73911"/>
                  </a:lnTo>
                  <a:lnTo>
                    <a:pt x="7968737" y="73911"/>
                  </a:lnTo>
                  <a:lnTo>
                    <a:pt x="7968863" y="73911"/>
                  </a:lnTo>
                  <a:lnTo>
                    <a:pt x="7968989" y="73911"/>
                  </a:lnTo>
                  <a:lnTo>
                    <a:pt x="7969115" y="73911"/>
                  </a:lnTo>
                  <a:lnTo>
                    <a:pt x="7969241" y="73911"/>
                  </a:lnTo>
                  <a:lnTo>
                    <a:pt x="7969367" y="73911"/>
                  </a:lnTo>
                  <a:lnTo>
                    <a:pt x="7969493" y="73911"/>
                  </a:lnTo>
                  <a:lnTo>
                    <a:pt x="7969620" y="73911"/>
                  </a:lnTo>
                  <a:lnTo>
                    <a:pt x="7969746" y="73911"/>
                  </a:lnTo>
                  <a:lnTo>
                    <a:pt x="7969872" y="73911"/>
                  </a:lnTo>
                  <a:lnTo>
                    <a:pt x="7969998" y="73911"/>
                  </a:lnTo>
                  <a:lnTo>
                    <a:pt x="7970124" y="73911"/>
                  </a:lnTo>
                  <a:lnTo>
                    <a:pt x="7970250" y="73911"/>
                  </a:lnTo>
                  <a:lnTo>
                    <a:pt x="7970376" y="73911"/>
                  </a:lnTo>
                  <a:lnTo>
                    <a:pt x="7970502" y="73911"/>
                  </a:lnTo>
                  <a:lnTo>
                    <a:pt x="7970628" y="73911"/>
                  </a:lnTo>
                  <a:lnTo>
                    <a:pt x="7970754" y="73911"/>
                  </a:lnTo>
                  <a:lnTo>
                    <a:pt x="7970880" y="73911"/>
                  </a:lnTo>
                  <a:lnTo>
                    <a:pt x="7971006" y="73911"/>
                  </a:lnTo>
                  <a:lnTo>
                    <a:pt x="7971133" y="73911"/>
                  </a:lnTo>
                  <a:lnTo>
                    <a:pt x="7971259" y="73911"/>
                  </a:lnTo>
                  <a:lnTo>
                    <a:pt x="7971385" y="73911"/>
                  </a:lnTo>
                  <a:lnTo>
                    <a:pt x="7971511" y="73911"/>
                  </a:lnTo>
                  <a:lnTo>
                    <a:pt x="7971637" y="73911"/>
                  </a:lnTo>
                  <a:lnTo>
                    <a:pt x="7971763" y="73911"/>
                  </a:lnTo>
                  <a:lnTo>
                    <a:pt x="7971889" y="73911"/>
                  </a:lnTo>
                  <a:lnTo>
                    <a:pt x="7972015" y="73911"/>
                  </a:lnTo>
                  <a:lnTo>
                    <a:pt x="7972141" y="73911"/>
                  </a:lnTo>
                  <a:lnTo>
                    <a:pt x="7972267" y="73911"/>
                  </a:lnTo>
                  <a:lnTo>
                    <a:pt x="7972393" y="73911"/>
                  </a:lnTo>
                  <a:lnTo>
                    <a:pt x="7972520" y="73911"/>
                  </a:lnTo>
                  <a:lnTo>
                    <a:pt x="7972646" y="73911"/>
                  </a:lnTo>
                  <a:lnTo>
                    <a:pt x="7972772" y="73911"/>
                  </a:lnTo>
                  <a:lnTo>
                    <a:pt x="7972898" y="73911"/>
                  </a:lnTo>
                  <a:lnTo>
                    <a:pt x="7973024" y="73911"/>
                  </a:lnTo>
                  <a:lnTo>
                    <a:pt x="7973150" y="73911"/>
                  </a:lnTo>
                  <a:lnTo>
                    <a:pt x="7973276" y="73911"/>
                  </a:lnTo>
                  <a:lnTo>
                    <a:pt x="7973402" y="73911"/>
                  </a:lnTo>
                  <a:lnTo>
                    <a:pt x="7973528" y="73911"/>
                  </a:lnTo>
                  <a:lnTo>
                    <a:pt x="7973654" y="73911"/>
                  </a:lnTo>
                  <a:lnTo>
                    <a:pt x="7973780" y="73911"/>
                  </a:lnTo>
                  <a:lnTo>
                    <a:pt x="7973907" y="73911"/>
                  </a:lnTo>
                  <a:lnTo>
                    <a:pt x="7974033" y="73911"/>
                  </a:lnTo>
                  <a:lnTo>
                    <a:pt x="7974159" y="73911"/>
                  </a:lnTo>
                  <a:lnTo>
                    <a:pt x="7974285" y="73911"/>
                  </a:lnTo>
                  <a:lnTo>
                    <a:pt x="7974411" y="73911"/>
                  </a:lnTo>
                  <a:lnTo>
                    <a:pt x="7974537" y="73911"/>
                  </a:lnTo>
                  <a:lnTo>
                    <a:pt x="7974663" y="73911"/>
                  </a:lnTo>
                  <a:lnTo>
                    <a:pt x="7974789" y="73911"/>
                  </a:lnTo>
                  <a:lnTo>
                    <a:pt x="7974915" y="73911"/>
                  </a:lnTo>
                  <a:lnTo>
                    <a:pt x="7974915" y="68632"/>
                  </a:lnTo>
                  <a:lnTo>
                    <a:pt x="7975041" y="68632"/>
                  </a:lnTo>
                  <a:lnTo>
                    <a:pt x="7975167" y="68632"/>
                  </a:lnTo>
                  <a:lnTo>
                    <a:pt x="7975293" y="68632"/>
                  </a:lnTo>
                  <a:lnTo>
                    <a:pt x="7975420" y="68632"/>
                  </a:lnTo>
                  <a:lnTo>
                    <a:pt x="7975546" y="68632"/>
                  </a:lnTo>
                  <a:lnTo>
                    <a:pt x="7975672" y="68632"/>
                  </a:lnTo>
                  <a:lnTo>
                    <a:pt x="7975798" y="68632"/>
                  </a:lnTo>
                  <a:lnTo>
                    <a:pt x="7975924" y="68632"/>
                  </a:lnTo>
                  <a:lnTo>
                    <a:pt x="7976050" y="68632"/>
                  </a:lnTo>
                  <a:lnTo>
                    <a:pt x="7976176" y="68632"/>
                  </a:lnTo>
                  <a:lnTo>
                    <a:pt x="7976302" y="68632"/>
                  </a:lnTo>
                  <a:lnTo>
                    <a:pt x="7976428" y="68632"/>
                  </a:lnTo>
                  <a:lnTo>
                    <a:pt x="7976554" y="68632"/>
                  </a:lnTo>
                  <a:lnTo>
                    <a:pt x="7976680" y="68632"/>
                  </a:lnTo>
                  <a:lnTo>
                    <a:pt x="7976807" y="68632"/>
                  </a:lnTo>
                  <a:lnTo>
                    <a:pt x="7976933" y="68632"/>
                  </a:lnTo>
                  <a:lnTo>
                    <a:pt x="7977059" y="68632"/>
                  </a:lnTo>
                  <a:lnTo>
                    <a:pt x="7977185" y="68632"/>
                  </a:lnTo>
                  <a:lnTo>
                    <a:pt x="7977311" y="68632"/>
                  </a:lnTo>
                  <a:lnTo>
                    <a:pt x="7977437" y="68632"/>
                  </a:lnTo>
                  <a:lnTo>
                    <a:pt x="7977563" y="68632"/>
                  </a:lnTo>
                  <a:lnTo>
                    <a:pt x="7977689" y="68632"/>
                  </a:lnTo>
                  <a:lnTo>
                    <a:pt x="7977815" y="68632"/>
                  </a:lnTo>
                  <a:lnTo>
                    <a:pt x="7977941" y="68632"/>
                  </a:lnTo>
                  <a:lnTo>
                    <a:pt x="7978067" y="68632"/>
                  </a:lnTo>
                  <a:lnTo>
                    <a:pt x="7978193" y="68632"/>
                  </a:lnTo>
                  <a:lnTo>
                    <a:pt x="7978320" y="68632"/>
                  </a:lnTo>
                  <a:lnTo>
                    <a:pt x="7978446" y="68632"/>
                  </a:lnTo>
                  <a:lnTo>
                    <a:pt x="7978572" y="68632"/>
                  </a:lnTo>
                  <a:lnTo>
                    <a:pt x="7978698" y="68632"/>
                  </a:lnTo>
                  <a:lnTo>
                    <a:pt x="7978824" y="68632"/>
                  </a:lnTo>
                  <a:lnTo>
                    <a:pt x="7978950" y="68632"/>
                  </a:lnTo>
                  <a:lnTo>
                    <a:pt x="7979076" y="68632"/>
                  </a:lnTo>
                  <a:lnTo>
                    <a:pt x="7979202" y="68632"/>
                  </a:lnTo>
                  <a:lnTo>
                    <a:pt x="7979328" y="68632"/>
                  </a:lnTo>
                  <a:lnTo>
                    <a:pt x="7979454" y="68632"/>
                  </a:lnTo>
                  <a:lnTo>
                    <a:pt x="7979580" y="68632"/>
                  </a:lnTo>
                  <a:lnTo>
                    <a:pt x="7979707" y="68632"/>
                  </a:lnTo>
                  <a:lnTo>
                    <a:pt x="7979833" y="68632"/>
                  </a:lnTo>
                  <a:lnTo>
                    <a:pt x="7979959" y="68632"/>
                  </a:lnTo>
                  <a:lnTo>
                    <a:pt x="7980085" y="68632"/>
                  </a:lnTo>
                  <a:lnTo>
                    <a:pt x="7980211" y="68632"/>
                  </a:lnTo>
                  <a:lnTo>
                    <a:pt x="7980337" y="68632"/>
                  </a:lnTo>
                  <a:lnTo>
                    <a:pt x="7980463" y="68632"/>
                  </a:lnTo>
                  <a:lnTo>
                    <a:pt x="7980589" y="68632"/>
                  </a:lnTo>
                  <a:lnTo>
                    <a:pt x="7980715" y="68632"/>
                  </a:lnTo>
                  <a:lnTo>
                    <a:pt x="7980841" y="68632"/>
                  </a:lnTo>
                  <a:lnTo>
                    <a:pt x="7980967" y="68632"/>
                  </a:lnTo>
                  <a:lnTo>
                    <a:pt x="7981093" y="68632"/>
                  </a:lnTo>
                  <a:lnTo>
                    <a:pt x="7981220" y="68632"/>
                  </a:lnTo>
                  <a:lnTo>
                    <a:pt x="7981346" y="68632"/>
                  </a:lnTo>
                  <a:lnTo>
                    <a:pt x="7981472" y="68632"/>
                  </a:lnTo>
                  <a:lnTo>
                    <a:pt x="7981598" y="68632"/>
                  </a:lnTo>
                  <a:lnTo>
                    <a:pt x="7981724" y="68632"/>
                  </a:lnTo>
                  <a:lnTo>
                    <a:pt x="7981850" y="68632"/>
                  </a:lnTo>
                  <a:lnTo>
                    <a:pt x="7981976" y="68632"/>
                  </a:lnTo>
                  <a:lnTo>
                    <a:pt x="7982102" y="68632"/>
                  </a:lnTo>
                  <a:lnTo>
                    <a:pt x="7982228" y="68632"/>
                  </a:lnTo>
                  <a:lnTo>
                    <a:pt x="7982354" y="68632"/>
                  </a:lnTo>
                  <a:lnTo>
                    <a:pt x="7982480" y="68632"/>
                  </a:lnTo>
                  <a:lnTo>
                    <a:pt x="7982607" y="68632"/>
                  </a:lnTo>
                  <a:lnTo>
                    <a:pt x="7982733" y="68632"/>
                  </a:lnTo>
                  <a:lnTo>
                    <a:pt x="7982859" y="68632"/>
                  </a:lnTo>
                  <a:lnTo>
                    <a:pt x="7982985" y="68632"/>
                  </a:lnTo>
                  <a:lnTo>
                    <a:pt x="7983111" y="68632"/>
                  </a:lnTo>
                  <a:lnTo>
                    <a:pt x="7983237" y="68632"/>
                  </a:lnTo>
                  <a:lnTo>
                    <a:pt x="7983363" y="68632"/>
                  </a:lnTo>
                  <a:lnTo>
                    <a:pt x="7983489" y="68632"/>
                  </a:lnTo>
                  <a:lnTo>
                    <a:pt x="7983615" y="68632"/>
                  </a:lnTo>
                  <a:lnTo>
                    <a:pt x="7983741" y="68632"/>
                  </a:lnTo>
                  <a:lnTo>
                    <a:pt x="7983867" y="68632"/>
                  </a:lnTo>
                  <a:lnTo>
                    <a:pt x="7983994" y="68632"/>
                  </a:lnTo>
                  <a:lnTo>
                    <a:pt x="7984120" y="68632"/>
                  </a:lnTo>
                  <a:lnTo>
                    <a:pt x="7984246" y="68632"/>
                  </a:lnTo>
                  <a:lnTo>
                    <a:pt x="7984372" y="68632"/>
                  </a:lnTo>
                  <a:lnTo>
                    <a:pt x="7984498" y="68632"/>
                  </a:lnTo>
                  <a:lnTo>
                    <a:pt x="7984624" y="68632"/>
                  </a:lnTo>
                  <a:lnTo>
                    <a:pt x="7984750" y="68632"/>
                  </a:lnTo>
                  <a:lnTo>
                    <a:pt x="7984876" y="68632"/>
                  </a:lnTo>
                  <a:lnTo>
                    <a:pt x="7985002" y="68632"/>
                  </a:lnTo>
                  <a:lnTo>
                    <a:pt x="7985128" y="68632"/>
                  </a:lnTo>
                  <a:lnTo>
                    <a:pt x="7985254" y="68632"/>
                  </a:lnTo>
                  <a:lnTo>
                    <a:pt x="7985380" y="68632"/>
                  </a:lnTo>
                  <a:lnTo>
                    <a:pt x="7985507" y="68632"/>
                  </a:lnTo>
                  <a:lnTo>
                    <a:pt x="7985633" y="68632"/>
                  </a:lnTo>
                  <a:lnTo>
                    <a:pt x="7985759" y="68632"/>
                  </a:lnTo>
                  <a:lnTo>
                    <a:pt x="7985885" y="68632"/>
                  </a:lnTo>
                  <a:lnTo>
                    <a:pt x="7986011" y="68632"/>
                  </a:lnTo>
                  <a:lnTo>
                    <a:pt x="7986137" y="68632"/>
                  </a:lnTo>
                  <a:lnTo>
                    <a:pt x="7986263" y="68632"/>
                  </a:lnTo>
                  <a:lnTo>
                    <a:pt x="7986389" y="68632"/>
                  </a:lnTo>
                  <a:lnTo>
                    <a:pt x="7986515" y="68632"/>
                  </a:lnTo>
                  <a:lnTo>
                    <a:pt x="7986641" y="68632"/>
                  </a:lnTo>
                  <a:lnTo>
                    <a:pt x="7986767" y="68632"/>
                  </a:lnTo>
                  <a:lnTo>
                    <a:pt x="7986894" y="68632"/>
                  </a:lnTo>
                  <a:lnTo>
                    <a:pt x="7987020" y="68632"/>
                  </a:lnTo>
                  <a:lnTo>
                    <a:pt x="7987146" y="68632"/>
                  </a:lnTo>
                  <a:lnTo>
                    <a:pt x="7987272" y="68632"/>
                  </a:lnTo>
                  <a:lnTo>
                    <a:pt x="7987398" y="68632"/>
                  </a:lnTo>
                  <a:lnTo>
                    <a:pt x="7987524" y="68632"/>
                  </a:lnTo>
                  <a:lnTo>
                    <a:pt x="7987650" y="68632"/>
                  </a:lnTo>
                  <a:lnTo>
                    <a:pt x="7987776" y="68632"/>
                  </a:lnTo>
                  <a:lnTo>
                    <a:pt x="7987902" y="68632"/>
                  </a:lnTo>
                  <a:lnTo>
                    <a:pt x="7988028" y="68632"/>
                  </a:lnTo>
                  <a:lnTo>
                    <a:pt x="7988154" y="68632"/>
                  </a:lnTo>
                  <a:lnTo>
                    <a:pt x="7988280" y="68632"/>
                  </a:lnTo>
                  <a:lnTo>
                    <a:pt x="7988407" y="68632"/>
                  </a:lnTo>
                  <a:lnTo>
                    <a:pt x="7988533" y="68632"/>
                  </a:lnTo>
                  <a:lnTo>
                    <a:pt x="7988659" y="68632"/>
                  </a:lnTo>
                  <a:lnTo>
                    <a:pt x="7988785" y="68632"/>
                  </a:lnTo>
                  <a:lnTo>
                    <a:pt x="7988911" y="68632"/>
                  </a:lnTo>
                  <a:lnTo>
                    <a:pt x="7989037" y="68632"/>
                  </a:lnTo>
                  <a:lnTo>
                    <a:pt x="7989163" y="68632"/>
                  </a:lnTo>
                  <a:lnTo>
                    <a:pt x="7989289" y="68632"/>
                  </a:lnTo>
                  <a:lnTo>
                    <a:pt x="7989415" y="68632"/>
                  </a:lnTo>
                  <a:lnTo>
                    <a:pt x="7989541" y="68632"/>
                  </a:lnTo>
                  <a:lnTo>
                    <a:pt x="7989667" y="68632"/>
                  </a:lnTo>
                  <a:lnTo>
                    <a:pt x="7989794" y="68632"/>
                  </a:lnTo>
                  <a:lnTo>
                    <a:pt x="7989920" y="68632"/>
                  </a:lnTo>
                  <a:lnTo>
                    <a:pt x="7990046" y="68632"/>
                  </a:lnTo>
                  <a:lnTo>
                    <a:pt x="7990172" y="68632"/>
                  </a:lnTo>
                  <a:lnTo>
                    <a:pt x="7990298" y="68632"/>
                  </a:lnTo>
                  <a:lnTo>
                    <a:pt x="7990424" y="68632"/>
                  </a:lnTo>
                  <a:lnTo>
                    <a:pt x="7990550" y="68632"/>
                  </a:lnTo>
                  <a:lnTo>
                    <a:pt x="7990676" y="68632"/>
                  </a:lnTo>
                  <a:lnTo>
                    <a:pt x="7990802" y="68632"/>
                  </a:lnTo>
                  <a:lnTo>
                    <a:pt x="7990928" y="68632"/>
                  </a:lnTo>
                  <a:lnTo>
                    <a:pt x="7991054" y="68632"/>
                  </a:lnTo>
                  <a:lnTo>
                    <a:pt x="7991181" y="68632"/>
                  </a:lnTo>
                  <a:lnTo>
                    <a:pt x="7991307" y="68632"/>
                  </a:lnTo>
                  <a:lnTo>
                    <a:pt x="7991433" y="68632"/>
                  </a:lnTo>
                  <a:lnTo>
                    <a:pt x="7991559" y="68632"/>
                  </a:lnTo>
                  <a:lnTo>
                    <a:pt x="7991685" y="68632"/>
                  </a:lnTo>
                  <a:lnTo>
                    <a:pt x="7991811" y="68632"/>
                  </a:lnTo>
                  <a:lnTo>
                    <a:pt x="7991937" y="68632"/>
                  </a:lnTo>
                  <a:lnTo>
                    <a:pt x="7992063" y="68632"/>
                  </a:lnTo>
                  <a:lnTo>
                    <a:pt x="7992189" y="68632"/>
                  </a:lnTo>
                  <a:lnTo>
                    <a:pt x="7992315" y="68632"/>
                  </a:lnTo>
                  <a:lnTo>
                    <a:pt x="7992441" y="68632"/>
                  </a:lnTo>
                  <a:lnTo>
                    <a:pt x="7992567" y="68632"/>
                  </a:lnTo>
                  <a:lnTo>
                    <a:pt x="7992694" y="68632"/>
                  </a:lnTo>
                  <a:lnTo>
                    <a:pt x="7992820" y="68632"/>
                  </a:lnTo>
                  <a:lnTo>
                    <a:pt x="7992946" y="68632"/>
                  </a:lnTo>
                  <a:lnTo>
                    <a:pt x="7993072" y="68632"/>
                  </a:lnTo>
                  <a:lnTo>
                    <a:pt x="7993198" y="68632"/>
                  </a:lnTo>
                  <a:lnTo>
                    <a:pt x="7993324" y="68632"/>
                  </a:lnTo>
                  <a:lnTo>
                    <a:pt x="7993450" y="68632"/>
                  </a:lnTo>
                  <a:lnTo>
                    <a:pt x="7993576" y="68632"/>
                  </a:lnTo>
                  <a:lnTo>
                    <a:pt x="7993702" y="68632"/>
                  </a:lnTo>
                  <a:lnTo>
                    <a:pt x="7993828" y="68632"/>
                  </a:lnTo>
                  <a:lnTo>
                    <a:pt x="7993954" y="68632"/>
                  </a:lnTo>
                  <a:lnTo>
                    <a:pt x="7994081" y="68632"/>
                  </a:lnTo>
                  <a:lnTo>
                    <a:pt x="7994207" y="68632"/>
                  </a:lnTo>
                  <a:lnTo>
                    <a:pt x="7994333" y="68632"/>
                  </a:lnTo>
                  <a:lnTo>
                    <a:pt x="7994459" y="68632"/>
                  </a:lnTo>
                  <a:lnTo>
                    <a:pt x="7994585" y="68632"/>
                  </a:lnTo>
                  <a:lnTo>
                    <a:pt x="7994711" y="68632"/>
                  </a:lnTo>
                  <a:lnTo>
                    <a:pt x="7994837" y="68632"/>
                  </a:lnTo>
                  <a:lnTo>
                    <a:pt x="7994963" y="68632"/>
                  </a:lnTo>
                  <a:lnTo>
                    <a:pt x="7995089" y="68632"/>
                  </a:lnTo>
                  <a:lnTo>
                    <a:pt x="7995215" y="68632"/>
                  </a:lnTo>
                  <a:lnTo>
                    <a:pt x="7995341" y="68632"/>
                  </a:lnTo>
                  <a:lnTo>
                    <a:pt x="7995467" y="68632"/>
                  </a:lnTo>
                  <a:lnTo>
                    <a:pt x="7995594" y="68632"/>
                  </a:lnTo>
                  <a:lnTo>
                    <a:pt x="7995720" y="68632"/>
                  </a:lnTo>
                  <a:lnTo>
                    <a:pt x="7995846" y="68632"/>
                  </a:lnTo>
                  <a:lnTo>
                    <a:pt x="7995972" y="68632"/>
                  </a:lnTo>
                  <a:lnTo>
                    <a:pt x="7996098" y="68632"/>
                  </a:lnTo>
                  <a:lnTo>
                    <a:pt x="7996224" y="68632"/>
                  </a:lnTo>
                  <a:lnTo>
                    <a:pt x="7996350" y="68632"/>
                  </a:lnTo>
                  <a:lnTo>
                    <a:pt x="7996476" y="68632"/>
                  </a:lnTo>
                  <a:lnTo>
                    <a:pt x="7996602" y="68632"/>
                  </a:lnTo>
                  <a:lnTo>
                    <a:pt x="7996728" y="68632"/>
                  </a:lnTo>
                  <a:lnTo>
                    <a:pt x="7996854" y="68632"/>
                  </a:lnTo>
                  <a:lnTo>
                    <a:pt x="7996981" y="68632"/>
                  </a:lnTo>
                  <a:lnTo>
                    <a:pt x="7997107" y="68632"/>
                  </a:lnTo>
                  <a:lnTo>
                    <a:pt x="7997233" y="68632"/>
                  </a:lnTo>
                  <a:lnTo>
                    <a:pt x="7997359" y="68632"/>
                  </a:lnTo>
                  <a:lnTo>
                    <a:pt x="7997485" y="68632"/>
                  </a:lnTo>
                  <a:lnTo>
                    <a:pt x="7997611" y="68632"/>
                  </a:lnTo>
                  <a:lnTo>
                    <a:pt x="7997737" y="68632"/>
                  </a:lnTo>
                  <a:lnTo>
                    <a:pt x="7997863" y="68632"/>
                  </a:lnTo>
                  <a:lnTo>
                    <a:pt x="7997989" y="68632"/>
                  </a:lnTo>
                  <a:lnTo>
                    <a:pt x="7998115" y="68632"/>
                  </a:lnTo>
                  <a:lnTo>
                    <a:pt x="7998241" y="68632"/>
                  </a:lnTo>
                  <a:lnTo>
                    <a:pt x="7998367" y="68632"/>
                  </a:lnTo>
                  <a:lnTo>
                    <a:pt x="7998494" y="68632"/>
                  </a:lnTo>
                  <a:lnTo>
                    <a:pt x="7998620" y="68632"/>
                  </a:lnTo>
                  <a:lnTo>
                    <a:pt x="7998746" y="68632"/>
                  </a:lnTo>
                  <a:lnTo>
                    <a:pt x="7998872" y="68632"/>
                  </a:lnTo>
                  <a:lnTo>
                    <a:pt x="7998998" y="68632"/>
                  </a:lnTo>
                  <a:lnTo>
                    <a:pt x="7999124" y="68632"/>
                  </a:lnTo>
                  <a:lnTo>
                    <a:pt x="7999250" y="68632"/>
                  </a:lnTo>
                  <a:lnTo>
                    <a:pt x="7999376" y="68632"/>
                  </a:lnTo>
                  <a:lnTo>
                    <a:pt x="7999502" y="68632"/>
                  </a:lnTo>
                  <a:lnTo>
                    <a:pt x="7999628" y="68632"/>
                  </a:lnTo>
                  <a:lnTo>
                    <a:pt x="7999754" y="68632"/>
                  </a:lnTo>
                  <a:lnTo>
                    <a:pt x="7999881" y="68632"/>
                  </a:lnTo>
                  <a:lnTo>
                    <a:pt x="8000007" y="68632"/>
                  </a:lnTo>
                  <a:lnTo>
                    <a:pt x="8000133" y="68632"/>
                  </a:lnTo>
                  <a:lnTo>
                    <a:pt x="8000259" y="68632"/>
                  </a:lnTo>
                  <a:lnTo>
                    <a:pt x="8000385" y="68632"/>
                  </a:lnTo>
                  <a:lnTo>
                    <a:pt x="8000511" y="68632"/>
                  </a:lnTo>
                  <a:lnTo>
                    <a:pt x="8000637" y="68632"/>
                  </a:lnTo>
                  <a:lnTo>
                    <a:pt x="8000763" y="68632"/>
                  </a:lnTo>
                  <a:lnTo>
                    <a:pt x="8000889" y="68632"/>
                  </a:lnTo>
                  <a:lnTo>
                    <a:pt x="8001015" y="68632"/>
                  </a:lnTo>
                  <a:lnTo>
                    <a:pt x="8001141" y="68632"/>
                  </a:lnTo>
                  <a:lnTo>
                    <a:pt x="8001268" y="68632"/>
                  </a:lnTo>
                  <a:lnTo>
                    <a:pt x="8001394" y="68632"/>
                  </a:lnTo>
                  <a:lnTo>
                    <a:pt x="8001520" y="68632"/>
                  </a:lnTo>
                  <a:lnTo>
                    <a:pt x="8001646" y="68632"/>
                  </a:lnTo>
                  <a:lnTo>
                    <a:pt x="8001772" y="68632"/>
                  </a:lnTo>
                  <a:lnTo>
                    <a:pt x="8001898" y="68632"/>
                  </a:lnTo>
                  <a:lnTo>
                    <a:pt x="8002024" y="68632"/>
                  </a:lnTo>
                  <a:lnTo>
                    <a:pt x="8002150" y="68632"/>
                  </a:lnTo>
                  <a:lnTo>
                    <a:pt x="8002276" y="68632"/>
                  </a:lnTo>
                  <a:lnTo>
                    <a:pt x="8002402" y="68632"/>
                  </a:lnTo>
                  <a:lnTo>
                    <a:pt x="8002528" y="68632"/>
                  </a:lnTo>
                  <a:lnTo>
                    <a:pt x="8002654" y="68632"/>
                  </a:lnTo>
                  <a:lnTo>
                    <a:pt x="8002781" y="68632"/>
                  </a:lnTo>
                  <a:lnTo>
                    <a:pt x="8002907" y="68632"/>
                  </a:lnTo>
                  <a:lnTo>
                    <a:pt x="8003033" y="68632"/>
                  </a:lnTo>
                  <a:lnTo>
                    <a:pt x="8003159" y="68632"/>
                  </a:lnTo>
                  <a:lnTo>
                    <a:pt x="8003285" y="68632"/>
                  </a:lnTo>
                  <a:lnTo>
                    <a:pt x="8003411" y="68632"/>
                  </a:lnTo>
                  <a:lnTo>
                    <a:pt x="8003537" y="68632"/>
                  </a:lnTo>
                  <a:lnTo>
                    <a:pt x="8003663" y="68632"/>
                  </a:lnTo>
                  <a:lnTo>
                    <a:pt x="8003789" y="68632"/>
                  </a:lnTo>
                  <a:lnTo>
                    <a:pt x="8003915" y="68632"/>
                  </a:lnTo>
                  <a:lnTo>
                    <a:pt x="8004041" y="68632"/>
                  </a:lnTo>
                  <a:lnTo>
                    <a:pt x="8004168" y="68632"/>
                  </a:lnTo>
                  <a:lnTo>
                    <a:pt x="8004294" y="68632"/>
                  </a:lnTo>
                  <a:lnTo>
                    <a:pt x="8004420" y="68632"/>
                  </a:lnTo>
                  <a:lnTo>
                    <a:pt x="8004546" y="68632"/>
                  </a:lnTo>
                  <a:lnTo>
                    <a:pt x="8004672" y="68632"/>
                  </a:lnTo>
                  <a:lnTo>
                    <a:pt x="8004798" y="68632"/>
                  </a:lnTo>
                  <a:lnTo>
                    <a:pt x="8004924" y="68632"/>
                  </a:lnTo>
                  <a:lnTo>
                    <a:pt x="8005050" y="68632"/>
                  </a:lnTo>
                  <a:lnTo>
                    <a:pt x="8005176" y="68632"/>
                  </a:lnTo>
                  <a:lnTo>
                    <a:pt x="8005302" y="68632"/>
                  </a:lnTo>
                  <a:lnTo>
                    <a:pt x="8005428" y="68632"/>
                  </a:lnTo>
                  <a:lnTo>
                    <a:pt x="8005554" y="68632"/>
                  </a:lnTo>
                  <a:lnTo>
                    <a:pt x="8005681" y="68632"/>
                  </a:lnTo>
                  <a:lnTo>
                    <a:pt x="8005807" y="68632"/>
                  </a:lnTo>
                  <a:lnTo>
                    <a:pt x="8005933" y="68632"/>
                  </a:lnTo>
                  <a:lnTo>
                    <a:pt x="8006059" y="68632"/>
                  </a:lnTo>
                  <a:lnTo>
                    <a:pt x="8006185" y="68632"/>
                  </a:lnTo>
                  <a:lnTo>
                    <a:pt x="8006311" y="68632"/>
                  </a:lnTo>
                  <a:lnTo>
                    <a:pt x="8006437" y="68632"/>
                  </a:lnTo>
                  <a:lnTo>
                    <a:pt x="8006563" y="68632"/>
                  </a:lnTo>
                  <a:lnTo>
                    <a:pt x="8006689" y="68632"/>
                  </a:lnTo>
                  <a:lnTo>
                    <a:pt x="8006815" y="68632"/>
                  </a:lnTo>
                  <a:lnTo>
                    <a:pt x="8006941" y="68632"/>
                  </a:lnTo>
                  <a:lnTo>
                    <a:pt x="8007068" y="68632"/>
                  </a:lnTo>
                  <a:lnTo>
                    <a:pt x="8007194" y="68632"/>
                  </a:lnTo>
                  <a:lnTo>
                    <a:pt x="8007320" y="68632"/>
                  </a:lnTo>
                  <a:lnTo>
                    <a:pt x="8007446" y="68632"/>
                  </a:lnTo>
                  <a:lnTo>
                    <a:pt x="8007572" y="68632"/>
                  </a:lnTo>
                  <a:lnTo>
                    <a:pt x="8007698" y="68632"/>
                  </a:lnTo>
                  <a:lnTo>
                    <a:pt x="8007824" y="68632"/>
                  </a:lnTo>
                  <a:lnTo>
                    <a:pt x="8007950" y="68632"/>
                  </a:lnTo>
                  <a:lnTo>
                    <a:pt x="8008076" y="68632"/>
                  </a:lnTo>
                  <a:lnTo>
                    <a:pt x="8008202" y="68632"/>
                  </a:lnTo>
                  <a:lnTo>
                    <a:pt x="8008328" y="68632"/>
                  </a:lnTo>
                  <a:lnTo>
                    <a:pt x="8008455" y="68632"/>
                  </a:lnTo>
                  <a:lnTo>
                    <a:pt x="8008581" y="68632"/>
                  </a:lnTo>
                  <a:lnTo>
                    <a:pt x="8008707" y="68632"/>
                  </a:lnTo>
                  <a:lnTo>
                    <a:pt x="8008833" y="68632"/>
                  </a:lnTo>
                  <a:lnTo>
                    <a:pt x="8008959" y="68632"/>
                  </a:lnTo>
                  <a:lnTo>
                    <a:pt x="8009085" y="68632"/>
                  </a:lnTo>
                  <a:lnTo>
                    <a:pt x="8009211" y="68632"/>
                  </a:lnTo>
                  <a:lnTo>
                    <a:pt x="8009337" y="68632"/>
                  </a:lnTo>
                  <a:lnTo>
                    <a:pt x="8009463" y="68632"/>
                  </a:lnTo>
                  <a:lnTo>
                    <a:pt x="8009589" y="68632"/>
                  </a:lnTo>
                  <a:lnTo>
                    <a:pt x="8009715" y="68632"/>
                  </a:lnTo>
                  <a:lnTo>
                    <a:pt x="8009841" y="68632"/>
                  </a:lnTo>
                  <a:lnTo>
                    <a:pt x="8009968" y="68632"/>
                  </a:lnTo>
                  <a:lnTo>
                    <a:pt x="8010094" y="68632"/>
                  </a:lnTo>
                  <a:lnTo>
                    <a:pt x="8010220" y="68632"/>
                  </a:lnTo>
                  <a:lnTo>
                    <a:pt x="8010346" y="68632"/>
                  </a:lnTo>
                  <a:lnTo>
                    <a:pt x="8010472" y="68632"/>
                  </a:lnTo>
                  <a:lnTo>
                    <a:pt x="8010598" y="68632"/>
                  </a:lnTo>
                  <a:lnTo>
                    <a:pt x="8010724" y="68632"/>
                  </a:lnTo>
                  <a:lnTo>
                    <a:pt x="8010850" y="68632"/>
                  </a:lnTo>
                  <a:lnTo>
                    <a:pt x="8010976" y="68632"/>
                  </a:lnTo>
                  <a:lnTo>
                    <a:pt x="8011102" y="68632"/>
                  </a:lnTo>
                  <a:lnTo>
                    <a:pt x="8011228" y="68632"/>
                  </a:lnTo>
                  <a:lnTo>
                    <a:pt x="8011355" y="68632"/>
                  </a:lnTo>
                  <a:lnTo>
                    <a:pt x="8011481" y="68632"/>
                  </a:lnTo>
                  <a:lnTo>
                    <a:pt x="8011607" y="68632"/>
                  </a:lnTo>
                  <a:lnTo>
                    <a:pt x="8011733" y="68632"/>
                  </a:lnTo>
                  <a:lnTo>
                    <a:pt x="8011859" y="68632"/>
                  </a:lnTo>
                  <a:lnTo>
                    <a:pt x="8011985" y="68632"/>
                  </a:lnTo>
                  <a:lnTo>
                    <a:pt x="8012111" y="68632"/>
                  </a:lnTo>
                  <a:lnTo>
                    <a:pt x="8012237" y="68632"/>
                  </a:lnTo>
                  <a:lnTo>
                    <a:pt x="8012363" y="68632"/>
                  </a:lnTo>
                  <a:lnTo>
                    <a:pt x="8012489" y="68632"/>
                  </a:lnTo>
                  <a:lnTo>
                    <a:pt x="8012615" y="68632"/>
                  </a:lnTo>
                  <a:lnTo>
                    <a:pt x="8012741" y="68632"/>
                  </a:lnTo>
                  <a:lnTo>
                    <a:pt x="8012868" y="68632"/>
                  </a:lnTo>
                  <a:lnTo>
                    <a:pt x="8012994" y="68632"/>
                  </a:lnTo>
                  <a:lnTo>
                    <a:pt x="8013120" y="68632"/>
                  </a:lnTo>
                  <a:lnTo>
                    <a:pt x="8013246" y="68632"/>
                  </a:lnTo>
                  <a:lnTo>
                    <a:pt x="8013372" y="68632"/>
                  </a:lnTo>
                  <a:lnTo>
                    <a:pt x="8013498" y="68632"/>
                  </a:lnTo>
                  <a:lnTo>
                    <a:pt x="8013624" y="68632"/>
                  </a:lnTo>
                  <a:lnTo>
                    <a:pt x="8013750" y="68632"/>
                  </a:lnTo>
                  <a:lnTo>
                    <a:pt x="8013876" y="68632"/>
                  </a:lnTo>
                  <a:lnTo>
                    <a:pt x="8014002" y="68632"/>
                  </a:lnTo>
                  <a:lnTo>
                    <a:pt x="8014128" y="68632"/>
                  </a:lnTo>
                  <a:lnTo>
                    <a:pt x="8014255" y="68632"/>
                  </a:lnTo>
                  <a:lnTo>
                    <a:pt x="8014381" y="68632"/>
                  </a:lnTo>
                  <a:lnTo>
                    <a:pt x="8014507" y="68632"/>
                  </a:lnTo>
                  <a:lnTo>
                    <a:pt x="8014633" y="68632"/>
                  </a:lnTo>
                  <a:lnTo>
                    <a:pt x="8014759" y="68632"/>
                  </a:lnTo>
                  <a:lnTo>
                    <a:pt x="8014885" y="68632"/>
                  </a:lnTo>
                  <a:lnTo>
                    <a:pt x="8015011" y="68632"/>
                  </a:lnTo>
                  <a:lnTo>
                    <a:pt x="8015137" y="68632"/>
                  </a:lnTo>
                  <a:lnTo>
                    <a:pt x="8015263" y="68632"/>
                  </a:lnTo>
                  <a:lnTo>
                    <a:pt x="8015389" y="68632"/>
                  </a:lnTo>
                  <a:lnTo>
                    <a:pt x="8015515" y="68632"/>
                  </a:lnTo>
                  <a:lnTo>
                    <a:pt x="8015642" y="68632"/>
                  </a:lnTo>
                  <a:lnTo>
                    <a:pt x="8015768" y="68632"/>
                  </a:lnTo>
                  <a:lnTo>
                    <a:pt x="8015894" y="68632"/>
                  </a:lnTo>
                  <a:lnTo>
                    <a:pt x="8016020" y="68632"/>
                  </a:lnTo>
                  <a:lnTo>
                    <a:pt x="8016146" y="68632"/>
                  </a:lnTo>
                  <a:lnTo>
                    <a:pt x="8016272" y="68632"/>
                  </a:lnTo>
                  <a:lnTo>
                    <a:pt x="8016398" y="68632"/>
                  </a:lnTo>
                  <a:lnTo>
                    <a:pt x="8016524" y="68632"/>
                  </a:lnTo>
                  <a:lnTo>
                    <a:pt x="8016650" y="68632"/>
                  </a:lnTo>
                  <a:lnTo>
                    <a:pt x="8016776" y="68632"/>
                  </a:lnTo>
                  <a:lnTo>
                    <a:pt x="8016902" y="68632"/>
                  </a:lnTo>
                  <a:lnTo>
                    <a:pt x="8017028" y="68632"/>
                  </a:lnTo>
                  <a:lnTo>
                    <a:pt x="8017155" y="68632"/>
                  </a:lnTo>
                  <a:lnTo>
                    <a:pt x="8017281" y="68632"/>
                  </a:lnTo>
                  <a:lnTo>
                    <a:pt x="8017407" y="68632"/>
                  </a:lnTo>
                  <a:lnTo>
                    <a:pt x="8017533" y="68632"/>
                  </a:lnTo>
                  <a:lnTo>
                    <a:pt x="8017659" y="68632"/>
                  </a:lnTo>
                  <a:lnTo>
                    <a:pt x="8017785" y="68632"/>
                  </a:lnTo>
                  <a:lnTo>
                    <a:pt x="8017911" y="68632"/>
                  </a:lnTo>
                  <a:lnTo>
                    <a:pt x="8018037" y="68632"/>
                  </a:lnTo>
                  <a:lnTo>
                    <a:pt x="8018163" y="68632"/>
                  </a:lnTo>
                  <a:lnTo>
                    <a:pt x="8018289" y="68632"/>
                  </a:lnTo>
                  <a:lnTo>
                    <a:pt x="8018415" y="68632"/>
                  </a:lnTo>
                  <a:lnTo>
                    <a:pt x="8018542" y="68632"/>
                  </a:lnTo>
                  <a:lnTo>
                    <a:pt x="8018668" y="68632"/>
                  </a:lnTo>
                  <a:lnTo>
                    <a:pt x="8018794" y="68632"/>
                  </a:lnTo>
                  <a:lnTo>
                    <a:pt x="8018920" y="68632"/>
                  </a:lnTo>
                  <a:lnTo>
                    <a:pt x="8019046" y="68632"/>
                  </a:lnTo>
                  <a:lnTo>
                    <a:pt x="8019172" y="68632"/>
                  </a:lnTo>
                  <a:lnTo>
                    <a:pt x="8019298" y="68632"/>
                  </a:lnTo>
                  <a:lnTo>
                    <a:pt x="8019424" y="68632"/>
                  </a:lnTo>
                  <a:lnTo>
                    <a:pt x="8019550" y="68632"/>
                  </a:lnTo>
                  <a:lnTo>
                    <a:pt x="8019676" y="68632"/>
                  </a:lnTo>
                  <a:lnTo>
                    <a:pt x="8019802" y="68632"/>
                  </a:lnTo>
                  <a:lnTo>
                    <a:pt x="8019928" y="68632"/>
                  </a:lnTo>
                  <a:lnTo>
                    <a:pt x="8020055" y="68632"/>
                  </a:lnTo>
                  <a:lnTo>
                    <a:pt x="8020181" y="68632"/>
                  </a:lnTo>
                  <a:lnTo>
                    <a:pt x="8020307" y="68632"/>
                  </a:lnTo>
                  <a:lnTo>
                    <a:pt x="8020433" y="68632"/>
                  </a:lnTo>
                  <a:lnTo>
                    <a:pt x="8020559" y="68632"/>
                  </a:lnTo>
                  <a:lnTo>
                    <a:pt x="8020685" y="68632"/>
                  </a:lnTo>
                  <a:lnTo>
                    <a:pt x="8020811" y="68632"/>
                  </a:lnTo>
                  <a:lnTo>
                    <a:pt x="8020937" y="68632"/>
                  </a:lnTo>
                  <a:lnTo>
                    <a:pt x="8021063" y="68632"/>
                  </a:lnTo>
                  <a:lnTo>
                    <a:pt x="8021189" y="68632"/>
                  </a:lnTo>
                  <a:lnTo>
                    <a:pt x="8021315" y="68632"/>
                  </a:lnTo>
                  <a:lnTo>
                    <a:pt x="8021442" y="68632"/>
                  </a:lnTo>
                  <a:lnTo>
                    <a:pt x="8021568" y="68632"/>
                  </a:lnTo>
                  <a:lnTo>
                    <a:pt x="8021694" y="68632"/>
                  </a:lnTo>
                  <a:lnTo>
                    <a:pt x="8021820" y="68632"/>
                  </a:lnTo>
                  <a:lnTo>
                    <a:pt x="8021946" y="68632"/>
                  </a:lnTo>
                  <a:lnTo>
                    <a:pt x="8022072" y="68632"/>
                  </a:lnTo>
                  <a:lnTo>
                    <a:pt x="8022198" y="68632"/>
                  </a:lnTo>
                  <a:lnTo>
                    <a:pt x="8022324" y="68632"/>
                  </a:lnTo>
                  <a:lnTo>
                    <a:pt x="8022450" y="68632"/>
                  </a:lnTo>
                  <a:lnTo>
                    <a:pt x="8022576" y="68632"/>
                  </a:lnTo>
                  <a:lnTo>
                    <a:pt x="8022702" y="68632"/>
                  </a:lnTo>
                  <a:lnTo>
                    <a:pt x="8022828" y="68632"/>
                  </a:lnTo>
                  <a:lnTo>
                    <a:pt x="8022955" y="68632"/>
                  </a:lnTo>
                  <a:lnTo>
                    <a:pt x="8023081" y="68632"/>
                  </a:lnTo>
                  <a:lnTo>
                    <a:pt x="8023207" y="68632"/>
                  </a:lnTo>
                  <a:lnTo>
                    <a:pt x="8023333" y="68632"/>
                  </a:lnTo>
                  <a:lnTo>
                    <a:pt x="8023459" y="68632"/>
                  </a:lnTo>
                  <a:lnTo>
                    <a:pt x="8023585" y="68632"/>
                  </a:lnTo>
                  <a:lnTo>
                    <a:pt x="8023711" y="68632"/>
                  </a:lnTo>
                  <a:lnTo>
                    <a:pt x="8023837" y="68632"/>
                  </a:lnTo>
                  <a:lnTo>
                    <a:pt x="8023963" y="68632"/>
                  </a:lnTo>
                  <a:lnTo>
                    <a:pt x="8024089" y="68632"/>
                  </a:lnTo>
                  <a:lnTo>
                    <a:pt x="8024215" y="68632"/>
                  </a:lnTo>
                  <a:lnTo>
                    <a:pt x="8024342" y="68632"/>
                  </a:lnTo>
                  <a:lnTo>
                    <a:pt x="8024468" y="68632"/>
                  </a:lnTo>
                  <a:lnTo>
                    <a:pt x="8024594" y="68632"/>
                  </a:lnTo>
                  <a:lnTo>
                    <a:pt x="8024720" y="68632"/>
                  </a:lnTo>
                  <a:lnTo>
                    <a:pt x="8024846" y="68632"/>
                  </a:lnTo>
                  <a:lnTo>
                    <a:pt x="8024972" y="68632"/>
                  </a:lnTo>
                  <a:lnTo>
                    <a:pt x="8025098" y="68632"/>
                  </a:lnTo>
                  <a:lnTo>
                    <a:pt x="8025224" y="68632"/>
                  </a:lnTo>
                  <a:lnTo>
                    <a:pt x="8025350" y="68632"/>
                  </a:lnTo>
                  <a:lnTo>
                    <a:pt x="8025476" y="68632"/>
                  </a:lnTo>
                  <a:lnTo>
                    <a:pt x="8025602" y="68632"/>
                  </a:lnTo>
                  <a:lnTo>
                    <a:pt x="8025729" y="68632"/>
                  </a:lnTo>
                  <a:lnTo>
                    <a:pt x="8025855" y="68632"/>
                  </a:lnTo>
                  <a:lnTo>
                    <a:pt x="8025981" y="68632"/>
                  </a:lnTo>
                  <a:lnTo>
                    <a:pt x="8026107" y="68632"/>
                  </a:lnTo>
                  <a:lnTo>
                    <a:pt x="8026233" y="68632"/>
                  </a:lnTo>
                  <a:lnTo>
                    <a:pt x="8026359" y="68632"/>
                  </a:lnTo>
                  <a:lnTo>
                    <a:pt x="8026485" y="68632"/>
                  </a:lnTo>
                  <a:lnTo>
                    <a:pt x="8026611" y="68632"/>
                  </a:lnTo>
                  <a:lnTo>
                    <a:pt x="8026737" y="68632"/>
                  </a:lnTo>
                  <a:lnTo>
                    <a:pt x="8026863" y="68632"/>
                  </a:lnTo>
                  <a:lnTo>
                    <a:pt x="8026989" y="68632"/>
                  </a:lnTo>
                  <a:lnTo>
                    <a:pt x="8027115" y="68632"/>
                  </a:lnTo>
                  <a:lnTo>
                    <a:pt x="8027242" y="68632"/>
                  </a:lnTo>
                  <a:lnTo>
                    <a:pt x="8027368" y="68632"/>
                  </a:lnTo>
                  <a:lnTo>
                    <a:pt x="8027494" y="68632"/>
                  </a:lnTo>
                  <a:lnTo>
                    <a:pt x="8027620" y="68632"/>
                  </a:lnTo>
                  <a:lnTo>
                    <a:pt x="8027746" y="68632"/>
                  </a:lnTo>
                  <a:lnTo>
                    <a:pt x="8027872" y="68632"/>
                  </a:lnTo>
                  <a:lnTo>
                    <a:pt x="8027998" y="68632"/>
                  </a:lnTo>
                  <a:lnTo>
                    <a:pt x="8028124" y="68632"/>
                  </a:lnTo>
                  <a:lnTo>
                    <a:pt x="8028250" y="68632"/>
                  </a:lnTo>
                  <a:lnTo>
                    <a:pt x="8028376" y="68632"/>
                  </a:lnTo>
                  <a:lnTo>
                    <a:pt x="8028502" y="68632"/>
                  </a:lnTo>
                  <a:lnTo>
                    <a:pt x="8028629" y="68632"/>
                  </a:lnTo>
                  <a:lnTo>
                    <a:pt x="8028755" y="68632"/>
                  </a:lnTo>
                  <a:lnTo>
                    <a:pt x="8028881" y="68632"/>
                  </a:lnTo>
                  <a:lnTo>
                    <a:pt x="8029007" y="68632"/>
                  </a:lnTo>
                  <a:lnTo>
                    <a:pt x="8029133" y="68632"/>
                  </a:lnTo>
                  <a:lnTo>
                    <a:pt x="8029259" y="68632"/>
                  </a:lnTo>
                  <a:lnTo>
                    <a:pt x="8029385" y="68632"/>
                  </a:lnTo>
                  <a:lnTo>
                    <a:pt x="8029511" y="68632"/>
                  </a:lnTo>
                  <a:lnTo>
                    <a:pt x="8029637" y="68632"/>
                  </a:lnTo>
                  <a:lnTo>
                    <a:pt x="8029763" y="68632"/>
                  </a:lnTo>
                  <a:lnTo>
                    <a:pt x="8029889" y="68632"/>
                  </a:lnTo>
                  <a:lnTo>
                    <a:pt x="8030015" y="68632"/>
                  </a:lnTo>
                  <a:lnTo>
                    <a:pt x="8030015" y="63353"/>
                  </a:lnTo>
                  <a:lnTo>
                    <a:pt x="8030142" y="63353"/>
                  </a:lnTo>
                  <a:lnTo>
                    <a:pt x="8030268" y="63353"/>
                  </a:lnTo>
                  <a:lnTo>
                    <a:pt x="8030394" y="63353"/>
                  </a:lnTo>
                  <a:lnTo>
                    <a:pt x="8030520" y="63353"/>
                  </a:lnTo>
                  <a:lnTo>
                    <a:pt x="8030646" y="63353"/>
                  </a:lnTo>
                  <a:lnTo>
                    <a:pt x="8030772" y="63353"/>
                  </a:lnTo>
                  <a:lnTo>
                    <a:pt x="8030898" y="63353"/>
                  </a:lnTo>
                  <a:lnTo>
                    <a:pt x="8031024" y="63353"/>
                  </a:lnTo>
                  <a:lnTo>
                    <a:pt x="8031150" y="63353"/>
                  </a:lnTo>
                  <a:lnTo>
                    <a:pt x="8031276" y="63353"/>
                  </a:lnTo>
                  <a:lnTo>
                    <a:pt x="8031402" y="63353"/>
                  </a:lnTo>
                  <a:lnTo>
                    <a:pt x="8031529" y="63353"/>
                  </a:lnTo>
                  <a:lnTo>
                    <a:pt x="8031655" y="63353"/>
                  </a:lnTo>
                  <a:lnTo>
                    <a:pt x="8031781" y="63353"/>
                  </a:lnTo>
                  <a:lnTo>
                    <a:pt x="8031907" y="63353"/>
                  </a:lnTo>
                  <a:lnTo>
                    <a:pt x="8032033" y="63353"/>
                  </a:lnTo>
                  <a:lnTo>
                    <a:pt x="8032159" y="63353"/>
                  </a:lnTo>
                  <a:lnTo>
                    <a:pt x="8032285" y="63353"/>
                  </a:lnTo>
                  <a:lnTo>
                    <a:pt x="8032411" y="63353"/>
                  </a:lnTo>
                  <a:lnTo>
                    <a:pt x="8032537" y="63353"/>
                  </a:lnTo>
                  <a:lnTo>
                    <a:pt x="8032663" y="63353"/>
                  </a:lnTo>
                  <a:lnTo>
                    <a:pt x="8032789" y="63353"/>
                  </a:lnTo>
                  <a:lnTo>
                    <a:pt x="8032916" y="63353"/>
                  </a:lnTo>
                  <a:lnTo>
                    <a:pt x="8033042" y="63353"/>
                  </a:lnTo>
                  <a:lnTo>
                    <a:pt x="8033168" y="63353"/>
                  </a:lnTo>
                  <a:lnTo>
                    <a:pt x="8033294" y="63353"/>
                  </a:lnTo>
                  <a:lnTo>
                    <a:pt x="8033420" y="63353"/>
                  </a:lnTo>
                  <a:lnTo>
                    <a:pt x="8033546" y="63353"/>
                  </a:lnTo>
                  <a:lnTo>
                    <a:pt x="8033672" y="63353"/>
                  </a:lnTo>
                  <a:lnTo>
                    <a:pt x="8033798" y="63353"/>
                  </a:lnTo>
                  <a:lnTo>
                    <a:pt x="8033924" y="63353"/>
                  </a:lnTo>
                  <a:lnTo>
                    <a:pt x="8034050" y="63353"/>
                  </a:lnTo>
                  <a:lnTo>
                    <a:pt x="8034176" y="63353"/>
                  </a:lnTo>
                  <a:lnTo>
                    <a:pt x="8034302" y="63353"/>
                  </a:lnTo>
                  <a:lnTo>
                    <a:pt x="8034429" y="63353"/>
                  </a:lnTo>
                  <a:lnTo>
                    <a:pt x="8034555" y="63353"/>
                  </a:lnTo>
                  <a:lnTo>
                    <a:pt x="8034681" y="63353"/>
                  </a:lnTo>
                  <a:lnTo>
                    <a:pt x="8034807" y="63353"/>
                  </a:lnTo>
                  <a:lnTo>
                    <a:pt x="8034933" y="63353"/>
                  </a:lnTo>
                  <a:lnTo>
                    <a:pt x="8035059" y="63353"/>
                  </a:lnTo>
                  <a:lnTo>
                    <a:pt x="8035185" y="63353"/>
                  </a:lnTo>
                  <a:lnTo>
                    <a:pt x="8035311" y="63353"/>
                  </a:lnTo>
                  <a:lnTo>
                    <a:pt x="8035437" y="63353"/>
                  </a:lnTo>
                  <a:lnTo>
                    <a:pt x="8035563" y="63353"/>
                  </a:lnTo>
                  <a:lnTo>
                    <a:pt x="8035689" y="63353"/>
                  </a:lnTo>
                  <a:lnTo>
                    <a:pt x="8035816" y="63353"/>
                  </a:lnTo>
                  <a:lnTo>
                    <a:pt x="8035942" y="63353"/>
                  </a:lnTo>
                  <a:lnTo>
                    <a:pt x="8036068" y="63353"/>
                  </a:lnTo>
                  <a:lnTo>
                    <a:pt x="8036194" y="63353"/>
                  </a:lnTo>
                  <a:lnTo>
                    <a:pt x="8036320" y="63353"/>
                  </a:lnTo>
                  <a:lnTo>
                    <a:pt x="8036446" y="63353"/>
                  </a:lnTo>
                  <a:lnTo>
                    <a:pt x="8036572" y="63353"/>
                  </a:lnTo>
                  <a:lnTo>
                    <a:pt x="8036698" y="63353"/>
                  </a:lnTo>
                  <a:lnTo>
                    <a:pt x="8036824" y="63353"/>
                  </a:lnTo>
                  <a:lnTo>
                    <a:pt x="8036950" y="63353"/>
                  </a:lnTo>
                  <a:lnTo>
                    <a:pt x="8037076" y="63353"/>
                  </a:lnTo>
                  <a:lnTo>
                    <a:pt x="8037202" y="63353"/>
                  </a:lnTo>
                  <a:lnTo>
                    <a:pt x="8037329" y="63353"/>
                  </a:lnTo>
                  <a:lnTo>
                    <a:pt x="8037455" y="63353"/>
                  </a:lnTo>
                  <a:lnTo>
                    <a:pt x="8037581" y="63353"/>
                  </a:lnTo>
                  <a:lnTo>
                    <a:pt x="8037707" y="63353"/>
                  </a:lnTo>
                  <a:lnTo>
                    <a:pt x="8037833" y="63353"/>
                  </a:lnTo>
                  <a:lnTo>
                    <a:pt x="8037959" y="63353"/>
                  </a:lnTo>
                  <a:lnTo>
                    <a:pt x="8038085" y="63353"/>
                  </a:lnTo>
                  <a:lnTo>
                    <a:pt x="8038211" y="63353"/>
                  </a:lnTo>
                  <a:lnTo>
                    <a:pt x="8038337" y="63353"/>
                  </a:lnTo>
                  <a:lnTo>
                    <a:pt x="8038463" y="63353"/>
                  </a:lnTo>
                  <a:lnTo>
                    <a:pt x="8038589" y="63353"/>
                  </a:lnTo>
                  <a:lnTo>
                    <a:pt x="8038716" y="63353"/>
                  </a:lnTo>
                  <a:lnTo>
                    <a:pt x="8038842" y="63353"/>
                  </a:lnTo>
                  <a:lnTo>
                    <a:pt x="8038968" y="63353"/>
                  </a:lnTo>
                  <a:lnTo>
                    <a:pt x="8039094" y="63353"/>
                  </a:lnTo>
                  <a:lnTo>
                    <a:pt x="8039220" y="63353"/>
                  </a:lnTo>
                  <a:lnTo>
                    <a:pt x="8039346" y="63353"/>
                  </a:lnTo>
                  <a:lnTo>
                    <a:pt x="8039472" y="63353"/>
                  </a:lnTo>
                  <a:lnTo>
                    <a:pt x="8039598" y="63353"/>
                  </a:lnTo>
                  <a:lnTo>
                    <a:pt x="8039724" y="63353"/>
                  </a:lnTo>
                  <a:lnTo>
                    <a:pt x="8039850" y="63353"/>
                  </a:lnTo>
                  <a:lnTo>
                    <a:pt x="8039976" y="63353"/>
                  </a:lnTo>
                  <a:lnTo>
                    <a:pt x="8040103" y="63353"/>
                  </a:lnTo>
                  <a:lnTo>
                    <a:pt x="8040229" y="63353"/>
                  </a:lnTo>
                  <a:lnTo>
                    <a:pt x="8040355" y="63353"/>
                  </a:lnTo>
                  <a:lnTo>
                    <a:pt x="8040481" y="63353"/>
                  </a:lnTo>
                  <a:lnTo>
                    <a:pt x="8040607" y="63353"/>
                  </a:lnTo>
                  <a:lnTo>
                    <a:pt x="8040733" y="63353"/>
                  </a:lnTo>
                  <a:lnTo>
                    <a:pt x="8040859" y="63353"/>
                  </a:lnTo>
                  <a:lnTo>
                    <a:pt x="8040985" y="63353"/>
                  </a:lnTo>
                  <a:lnTo>
                    <a:pt x="8041111" y="63353"/>
                  </a:lnTo>
                  <a:lnTo>
                    <a:pt x="8041237" y="63353"/>
                  </a:lnTo>
                  <a:lnTo>
                    <a:pt x="8041363" y="63353"/>
                  </a:lnTo>
                  <a:lnTo>
                    <a:pt x="8041489" y="63353"/>
                  </a:lnTo>
                  <a:lnTo>
                    <a:pt x="8041616" y="63353"/>
                  </a:lnTo>
                  <a:lnTo>
                    <a:pt x="8041742" y="63353"/>
                  </a:lnTo>
                  <a:lnTo>
                    <a:pt x="8041868" y="63353"/>
                  </a:lnTo>
                  <a:lnTo>
                    <a:pt x="8041994" y="63353"/>
                  </a:lnTo>
                  <a:lnTo>
                    <a:pt x="8042120" y="63353"/>
                  </a:lnTo>
                  <a:lnTo>
                    <a:pt x="8042246" y="63353"/>
                  </a:lnTo>
                  <a:lnTo>
                    <a:pt x="8042372" y="63353"/>
                  </a:lnTo>
                  <a:lnTo>
                    <a:pt x="8042498" y="63353"/>
                  </a:lnTo>
                  <a:lnTo>
                    <a:pt x="8042624" y="63353"/>
                  </a:lnTo>
                  <a:lnTo>
                    <a:pt x="8042750" y="63353"/>
                  </a:lnTo>
                  <a:lnTo>
                    <a:pt x="8042876" y="63353"/>
                  </a:lnTo>
                  <a:lnTo>
                    <a:pt x="8043003" y="63353"/>
                  </a:lnTo>
                  <a:lnTo>
                    <a:pt x="8043129" y="63353"/>
                  </a:lnTo>
                  <a:lnTo>
                    <a:pt x="8043255" y="63353"/>
                  </a:lnTo>
                  <a:lnTo>
                    <a:pt x="8043381" y="63353"/>
                  </a:lnTo>
                  <a:lnTo>
                    <a:pt x="8043507" y="63353"/>
                  </a:lnTo>
                  <a:lnTo>
                    <a:pt x="8043633" y="63353"/>
                  </a:lnTo>
                  <a:lnTo>
                    <a:pt x="8043759" y="63353"/>
                  </a:lnTo>
                  <a:lnTo>
                    <a:pt x="8043885" y="63353"/>
                  </a:lnTo>
                  <a:lnTo>
                    <a:pt x="8044011" y="63353"/>
                  </a:lnTo>
                  <a:lnTo>
                    <a:pt x="8044137" y="63353"/>
                  </a:lnTo>
                  <a:lnTo>
                    <a:pt x="8044263" y="63353"/>
                  </a:lnTo>
                  <a:lnTo>
                    <a:pt x="8044389" y="63353"/>
                  </a:lnTo>
                  <a:lnTo>
                    <a:pt x="8044516" y="63353"/>
                  </a:lnTo>
                  <a:lnTo>
                    <a:pt x="8044642" y="63353"/>
                  </a:lnTo>
                  <a:lnTo>
                    <a:pt x="8044768" y="63353"/>
                  </a:lnTo>
                  <a:lnTo>
                    <a:pt x="8044894" y="63353"/>
                  </a:lnTo>
                  <a:lnTo>
                    <a:pt x="8045020" y="63353"/>
                  </a:lnTo>
                  <a:lnTo>
                    <a:pt x="8045146" y="63353"/>
                  </a:lnTo>
                  <a:lnTo>
                    <a:pt x="8045272" y="63353"/>
                  </a:lnTo>
                  <a:lnTo>
                    <a:pt x="8045398" y="63353"/>
                  </a:lnTo>
                  <a:lnTo>
                    <a:pt x="8045524" y="63353"/>
                  </a:lnTo>
                  <a:lnTo>
                    <a:pt x="8045650" y="63353"/>
                  </a:lnTo>
                  <a:lnTo>
                    <a:pt x="8045776" y="63353"/>
                  </a:lnTo>
                  <a:lnTo>
                    <a:pt x="8045903" y="63353"/>
                  </a:lnTo>
                  <a:lnTo>
                    <a:pt x="8046029" y="63353"/>
                  </a:lnTo>
                  <a:lnTo>
                    <a:pt x="8046155" y="63353"/>
                  </a:lnTo>
                  <a:lnTo>
                    <a:pt x="8046281" y="63353"/>
                  </a:lnTo>
                  <a:lnTo>
                    <a:pt x="8046407" y="63353"/>
                  </a:lnTo>
                  <a:lnTo>
                    <a:pt x="8046533" y="63353"/>
                  </a:lnTo>
                  <a:lnTo>
                    <a:pt x="8046659" y="63353"/>
                  </a:lnTo>
                  <a:lnTo>
                    <a:pt x="8046785" y="63353"/>
                  </a:lnTo>
                  <a:lnTo>
                    <a:pt x="8046911" y="63353"/>
                  </a:lnTo>
                  <a:lnTo>
                    <a:pt x="8047037" y="63353"/>
                  </a:lnTo>
                  <a:lnTo>
                    <a:pt x="8047163" y="63353"/>
                  </a:lnTo>
                  <a:lnTo>
                    <a:pt x="8047289" y="63353"/>
                  </a:lnTo>
                  <a:lnTo>
                    <a:pt x="8047416" y="63353"/>
                  </a:lnTo>
                  <a:lnTo>
                    <a:pt x="8047542" y="63353"/>
                  </a:lnTo>
                  <a:lnTo>
                    <a:pt x="8047668" y="63353"/>
                  </a:lnTo>
                  <a:lnTo>
                    <a:pt x="8047794" y="63353"/>
                  </a:lnTo>
                  <a:lnTo>
                    <a:pt x="8047920" y="63353"/>
                  </a:lnTo>
                  <a:lnTo>
                    <a:pt x="8048046" y="63353"/>
                  </a:lnTo>
                  <a:lnTo>
                    <a:pt x="8048172" y="63353"/>
                  </a:lnTo>
                  <a:lnTo>
                    <a:pt x="8048298" y="63353"/>
                  </a:lnTo>
                  <a:lnTo>
                    <a:pt x="8048424" y="63353"/>
                  </a:lnTo>
                  <a:lnTo>
                    <a:pt x="8048550" y="63353"/>
                  </a:lnTo>
                  <a:lnTo>
                    <a:pt x="8048676" y="63353"/>
                  </a:lnTo>
                  <a:lnTo>
                    <a:pt x="8048803" y="63353"/>
                  </a:lnTo>
                  <a:lnTo>
                    <a:pt x="8048929" y="63353"/>
                  </a:lnTo>
                  <a:lnTo>
                    <a:pt x="8049055" y="63353"/>
                  </a:lnTo>
                  <a:lnTo>
                    <a:pt x="8049181" y="63353"/>
                  </a:lnTo>
                  <a:lnTo>
                    <a:pt x="8049307" y="63353"/>
                  </a:lnTo>
                  <a:lnTo>
                    <a:pt x="8049433" y="63353"/>
                  </a:lnTo>
                  <a:lnTo>
                    <a:pt x="8049559" y="63353"/>
                  </a:lnTo>
                  <a:lnTo>
                    <a:pt x="8049685" y="63353"/>
                  </a:lnTo>
                  <a:lnTo>
                    <a:pt x="8049811" y="63353"/>
                  </a:lnTo>
                  <a:lnTo>
                    <a:pt x="8049937" y="63353"/>
                  </a:lnTo>
                  <a:lnTo>
                    <a:pt x="8050063" y="63353"/>
                  </a:lnTo>
                  <a:lnTo>
                    <a:pt x="8050190" y="63353"/>
                  </a:lnTo>
                  <a:lnTo>
                    <a:pt x="8050316" y="63353"/>
                  </a:lnTo>
                  <a:lnTo>
                    <a:pt x="8050442" y="63353"/>
                  </a:lnTo>
                  <a:lnTo>
                    <a:pt x="8050568" y="63353"/>
                  </a:lnTo>
                  <a:lnTo>
                    <a:pt x="8050694" y="63353"/>
                  </a:lnTo>
                  <a:lnTo>
                    <a:pt x="8050820" y="63353"/>
                  </a:lnTo>
                  <a:lnTo>
                    <a:pt x="8050946" y="63353"/>
                  </a:lnTo>
                  <a:lnTo>
                    <a:pt x="8051072" y="63353"/>
                  </a:lnTo>
                  <a:lnTo>
                    <a:pt x="8051198" y="63353"/>
                  </a:lnTo>
                  <a:lnTo>
                    <a:pt x="8051324" y="63353"/>
                  </a:lnTo>
                  <a:lnTo>
                    <a:pt x="8051450" y="63353"/>
                  </a:lnTo>
                  <a:lnTo>
                    <a:pt x="8051576" y="63353"/>
                  </a:lnTo>
                  <a:lnTo>
                    <a:pt x="8051703" y="63353"/>
                  </a:lnTo>
                  <a:lnTo>
                    <a:pt x="8051829" y="63353"/>
                  </a:lnTo>
                  <a:lnTo>
                    <a:pt x="8051955" y="63353"/>
                  </a:lnTo>
                  <a:lnTo>
                    <a:pt x="8052081" y="63353"/>
                  </a:lnTo>
                  <a:lnTo>
                    <a:pt x="8052207" y="63353"/>
                  </a:lnTo>
                  <a:lnTo>
                    <a:pt x="8052333" y="63353"/>
                  </a:lnTo>
                  <a:lnTo>
                    <a:pt x="8052459" y="63353"/>
                  </a:lnTo>
                  <a:lnTo>
                    <a:pt x="8052585" y="63353"/>
                  </a:lnTo>
                  <a:lnTo>
                    <a:pt x="8052711" y="63353"/>
                  </a:lnTo>
                  <a:lnTo>
                    <a:pt x="8052837" y="63353"/>
                  </a:lnTo>
                  <a:lnTo>
                    <a:pt x="8052963" y="63353"/>
                  </a:lnTo>
                  <a:lnTo>
                    <a:pt x="8053090" y="63353"/>
                  </a:lnTo>
                  <a:lnTo>
                    <a:pt x="8053216" y="63353"/>
                  </a:lnTo>
                  <a:lnTo>
                    <a:pt x="8053342" y="63353"/>
                  </a:lnTo>
                  <a:lnTo>
                    <a:pt x="8053468" y="63353"/>
                  </a:lnTo>
                  <a:lnTo>
                    <a:pt x="8053594" y="63353"/>
                  </a:lnTo>
                  <a:lnTo>
                    <a:pt x="8053720" y="63353"/>
                  </a:lnTo>
                  <a:lnTo>
                    <a:pt x="8053846" y="63353"/>
                  </a:lnTo>
                  <a:lnTo>
                    <a:pt x="8053972" y="63353"/>
                  </a:lnTo>
                  <a:lnTo>
                    <a:pt x="8054098" y="63353"/>
                  </a:lnTo>
                  <a:lnTo>
                    <a:pt x="8054224" y="63353"/>
                  </a:lnTo>
                  <a:lnTo>
                    <a:pt x="8054350" y="63353"/>
                  </a:lnTo>
                  <a:lnTo>
                    <a:pt x="8054476" y="63353"/>
                  </a:lnTo>
                  <a:lnTo>
                    <a:pt x="8054603" y="63353"/>
                  </a:lnTo>
                  <a:lnTo>
                    <a:pt x="8054729" y="63353"/>
                  </a:lnTo>
                  <a:lnTo>
                    <a:pt x="8054855" y="63353"/>
                  </a:lnTo>
                  <a:lnTo>
                    <a:pt x="8054981" y="63353"/>
                  </a:lnTo>
                  <a:lnTo>
                    <a:pt x="8055107" y="63353"/>
                  </a:lnTo>
                  <a:lnTo>
                    <a:pt x="8055233" y="63353"/>
                  </a:lnTo>
                  <a:lnTo>
                    <a:pt x="8055359" y="63353"/>
                  </a:lnTo>
                  <a:lnTo>
                    <a:pt x="8055485" y="63353"/>
                  </a:lnTo>
                  <a:lnTo>
                    <a:pt x="8055611" y="63353"/>
                  </a:lnTo>
                  <a:lnTo>
                    <a:pt x="8055737" y="63353"/>
                  </a:lnTo>
                  <a:lnTo>
                    <a:pt x="8055863" y="63353"/>
                  </a:lnTo>
                  <a:lnTo>
                    <a:pt x="8055990" y="63353"/>
                  </a:lnTo>
                  <a:lnTo>
                    <a:pt x="8056116" y="63353"/>
                  </a:lnTo>
                  <a:lnTo>
                    <a:pt x="8056242" y="63353"/>
                  </a:lnTo>
                  <a:lnTo>
                    <a:pt x="8056368" y="63353"/>
                  </a:lnTo>
                  <a:lnTo>
                    <a:pt x="8056494" y="63353"/>
                  </a:lnTo>
                  <a:lnTo>
                    <a:pt x="8056620" y="63353"/>
                  </a:lnTo>
                  <a:lnTo>
                    <a:pt x="8056746" y="63353"/>
                  </a:lnTo>
                  <a:lnTo>
                    <a:pt x="8056872" y="63353"/>
                  </a:lnTo>
                  <a:lnTo>
                    <a:pt x="8056998" y="63353"/>
                  </a:lnTo>
                  <a:lnTo>
                    <a:pt x="8057124" y="63353"/>
                  </a:lnTo>
                  <a:lnTo>
                    <a:pt x="8057250" y="63353"/>
                  </a:lnTo>
                  <a:lnTo>
                    <a:pt x="8057377" y="63353"/>
                  </a:lnTo>
                  <a:lnTo>
                    <a:pt x="8057503" y="63353"/>
                  </a:lnTo>
                  <a:lnTo>
                    <a:pt x="8057629" y="63353"/>
                  </a:lnTo>
                  <a:lnTo>
                    <a:pt x="8057755" y="63353"/>
                  </a:lnTo>
                  <a:lnTo>
                    <a:pt x="8057881" y="63353"/>
                  </a:lnTo>
                  <a:lnTo>
                    <a:pt x="8058007" y="63353"/>
                  </a:lnTo>
                  <a:lnTo>
                    <a:pt x="8058133" y="63353"/>
                  </a:lnTo>
                  <a:lnTo>
                    <a:pt x="8058259" y="63353"/>
                  </a:lnTo>
                  <a:lnTo>
                    <a:pt x="8058385" y="63353"/>
                  </a:lnTo>
                  <a:lnTo>
                    <a:pt x="8058511" y="63353"/>
                  </a:lnTo>
                  <a:lnTo>
                    <a:pt x="8058637" y="63353"/>
                  </a:lnTo>
                  <a:lnTo>
                    <a:pt x="8058763" y="63353"/>
                  </a:lnTo>
                  <a:lnTo>
                    <a:pt x="8058890" y="63353"/>
                  </a:lnTo>
                  <a:lnTo>
                    <a:pt x="8059016" y="63353"/>
                  </a:lnTo>
                  <a:lnTo>
                    <a:pt x="8059142" y="63353"/>
                  </a:lnTo>
                  <a:lnTo>
                    <a:pt x="8059268" y="63353"/>
                  </a:lnTo>
                  <a:lnTo>
                    <a:pt x="8059394" y="63353"/>
                  </a:lnTo>
                  <a:lnTo>
                    <a:pt x="8059520" y="63353"/>
                  </a:lnTo>
                  <a:lnTo>
                    <a:pt x="8059646" y="63353"/>
                  </a:lnTo>
                  <a:lnTo>
                    <a:pt x="8059772" y="63353"/>
                  </a:lnTo>
                  <a:lnTo>
                    <a:pt x="8059898" y="63353"/>
                  </a:lnTo>
                  <a:lnTo>
                    <a:pt x="8060024" y="63353"/>
                  </a:lnTo>
                  <a:lnTo>
                    <a:pt x="8060150" y="63353"/>
                  </a:lnTo>
                  <a:lnTo>
                    <a:pt x="8060277" y="63353"/>
                  </a:lnTo>
                  <a:lnTo>
                    <a:pt x="8060403" y="63353"/>
                  </a:lnTo>
                  <a:lnTo>
                    <a:pt x="8060529" y="63353"/>
                  </a:lnTo>
                  <a:lnTo>
                    <a:pt x="8060655" y="63353"/>
                  </a:lnTo>
                  <a:lnTo>
                    <a:pt x="8060781" y="63353"/>
                  </a:lnTo>
                  <a:lnTo>
                    <a:pt x="8060907" y="63353"/>
                  </a:lnTo>
                  <a:lnTo>
                    <a:pt x="8061033" y="63353"/>
                  </a:lnTo>
                  <a:lnTo>
                    <a:pt x="8061159" y="63353"/>
                  </a:lnTo>
                  <a:lnTo>
                    <a:pt x="8061285" y="63353"/>
                  </a:lnTo>
                  <a:lnTo>
                    <a:pt x="8061411" y="63353"/>
                  </a:lnTo>
                  <a:lnTo>
                    <a:pt x="8061537" y="63353"/>
                  </a:lnTo>
                  <a:lnTo>
                    <a:pt x="8061663" y="63353"/>
                  </a:lnTo>
                  <a:lnTo>
                    <a:pt x="8061790" y="63353"/>
                  </a:lnTo>
                  <a:lnTo>
                    <a:pt x="8061916" y="63353"/>
                  </a:lnTo>
                  <a:lnTo>
                    <a:pt x="8062042" y="63353"/>
                  </a:lnTo>
                  <a:lnTo>
                    <a:pt x="8062168" y="63353"/>
                  </a:lnTo>
                  <a:lnTo>
                    <a:pt x="8062294" y="63353"/>
                  </a:lnTo>
                  <a:lnTo>
                    <a:pt x="8062420" y="63353"/>
                  </a:lnTo>
                  <a:lnTo>
                    <a:pt x="8062546" y="63353"/>
                  </a:lnTo>
                  <a:lnTo>
                    <a:pt x="8062672" y="63353"/>
                  </a:lnTo>
                  <a:lnTo>
                    <a:pt x="8062798" y="63353"/>
                  </a:lnTo>
                  <a:lnTo>
                    <a:pt x="8062924" y="63353"/>
                  </a:lnTo>
                  <a:lnTo>
                    <a:pt x="8063050" y="63353"/>
                  </a:lnTo>
                  <a:lnTo>
                    <a:pt x="8063177" y="63353"/>
                  </a:lnTo>
                  <a:lnTo>
                    <a:pt x="8063303" y="63353"/>
                  </a:lnTo>
                  <a:lnTo>
                    <a:pt x="8063429" y="63353"/>
                  </a:lnTo>
                  <a:lnTo>
                    <a:pt x="8063555" y="63353"/>
                  </a:lnTo>
                  <a:lnTo>
                    <a:pt x="8063681" y="63353"/>
                  </a:lnTo>
                  <a:lnTo>
                    <a:pt x="8063807" y="63353"/>
                  </a:lnTo>
                  <a:lnTo>
                    <a:pt x="8063933" y="63353"/>
                  </a:lnTo>
                  <a:lnTo>
                    <a:pt x="8064059" y="63353"/>
                  </a:lnTo>
                  <a:lnTo>
                    <a:pt x="8064185" y="63353"/>
                  </a:lnTo>
                  <a:lnTo>
                    <a:pt x="8064311" y="63353"/>
                  </a:lnTo>
                  <a:lnTo>
                    <a:pt x="8064437" y="63353"/>
                  </a:lnTo>
                  <a:lnTo>
                    <a:pt x="8064563" y="63353"/>
                  </a:lnTo>
                  <a:lnTo>
                    <a:pt x="8064690" y="63353"/>
                  </a:lnTo>
                  <a:lnTo>
                    <a:pt x="8064816" y="63353"/>
                  </a:lnTo>
                  <a:lnTo>
                    <a:pt x="8064942" y="63353"/>
                  </a:lnTo>
                  <a:lnTo>
                    <a:pt x="8065068" y="63353"/>
                  </a:lnTo>
                  <a:lnTo>
                    <a:pt x="8065194" y="63353"/>
                  </a:lnTo>
                  <a:lnTo>
                    <a:pt x="8065320" y="63353"/>
                  </a:lnTo>
                  <a:lnTo>
                    <a:pt x="8065446" y="63353"/>
                  </a:lnTo>
                  <a:lnTo>
                    <a:pt x="8065572" y="63353"/>
                  </a:lnTo>
                  <a:lnTo>
                    <a:pt x="8065698" y="63353"/>
                  </a:lnTo>
                  <a:lnTo>
                    <a:pt x="8065824" y="63353"/>
                  </a:lnTo>
                  <a:lnTo>
                    <a:pt x="8065950" y="63353"/>
                  </a:lnTo>
                  <a:lnTo>
                    <a:pt x="8066077" y="63353"/>
                  </a:lnTo>
                  <a:lnTo>
                    <a:pt x="8066203" y="63353"/>
                  </a:lnTo>
                  <a:lnTo>
                    <a:pt x="8066329" y="63353"/>
                  </a:lnTo>
                  <a:lnTo>
                    <a:pt x="8066455" y="63353"/>
                  </a:lnTo>
                  <a:lnTo>
                    <a:pt x="8066581" y="63353"/>
                  </a:lnTo>
                  <a:lnTo>
                    <a:pt x="8066707" y="63353"/>
                  </a:lnTo>
                  <a:lnTo>
                    <a:pt x="8066833" y="63353"/>
                  </a:lnTo>
                  <a:lnTo>
                    <a:pt x="8066959" y="63353"/>
                  </a:lnTo>
                  <a:lnTo>
                    <a:pt x="8067085" y="63353"/>
                  </a:lnTo>
                  <a:lnTo>
                    <a:pt x="8067211" y="63353"/>
                  </a:lnTo>
                  <a:lnTo>
                    <a:pt x="8067337" y="63353"/>
                  </a:lnTo>
                  <a:lnTo>
                    <a:pt x="8067464" y="63353"/>
                  </a:lnTo>
                  <a:lnTo>
                    <a:pt x="8067590" y="63353"/>
                  </a:lnTo>
                  <a:lnTo>
                    <a:pt x="8067716" y="63353"/>
                  </a:lnTo>
                  <a:lnTo>
                    <a:pt x="8067842" y="63353"/>
                  </a:lnTo>
                  <a:lnTo>
                    <a:pt x="8067968" y="63353"/>
                  </a:lnTo>
                  <a:lnTo>
                    <a:pt x="8068094" y="63353"/>
                  </a:lnTo>
                  <a:lnTo>
                    <a:pt x="8068220" y="63353"/>
                  </a:lnTo>
                  <a:lnTo>
                    <a:pt x="8068346" y="63353"/>
                  </a:lnTo>
                  <a:lnTo>
                    <a:pt x="8068472" y="63353"/>
                  </a:lnTo>
                  <a:lnTo>
                    <a:pt x="8068598" y="63353"/>
                  </a:lnTo>
                  <a:lnTo>
                    <a:pt x="8068724" y="63353"/>
                  </a:lnTo>
                  <a:lnTo>
                    <a:pt x="8068850" y="63353"/>
                  </a:lnTo>
                  <a:lnTo>
                    <a:pt x="8068977" y="63353"/>
                  </a:lnTo>
                  <a:lnTo>
                    <a:pt x="8069103" y="63353"/>
                  </a:lnTo>
                  <a:lnTo>
                    <a:pt x="8069229" y="63353"/>
                  </a:lnTo>
                  <a:lnTo>
                    <a:pt x="8069355" y="63353"/>
                  </a:lnTo>
                  <a:lnTo>
                    <a:pt x="8069481" y="63353"/>
                  </a:lnTo>
                  <a:lnTo>
                    <a:pt x="8069607" y="63353"/>
                  </a:lnTo>
                  <a:lnTo>
                    <a:pt x="8069733" y="63353"/>
                  </a:lnTo>
                  <a:lnTo>
                    <a:pt x="8069859" y="63353"/>
                  </a:lnTo>
                  <a:lnTo>
                    <a:pt x="8069985" y="63353"/>
                  </a:lnTo>
                  <a:lnTo>
                    <a:pt x="8070111" y="63353"/>
                  </a:lnTo>
                  <a:lnTo>
                    <a:pt x="8070237" y="63353"/>
                  </a:lnTo>
                  <a:lnTo>
                    <a:pt x="8070364" y="63353"/>
                  </a:lnTo>
                  <a:lnTo>
                    <a:pt x="8070490" y="63353"/>
                  </a:lnTo>
                  <a:lnTo>
                    <a:pt x="8070616" y="63353"/>
                  </a:lnTo>
                  <a:lnTo>
                    <a:pt x="8070742" y="63353"/>
                  </a:lnTo>
                  <a:lnTo>
                    <a:pt x="8070868" y="63353"/>
                  </a:lnTo>
                  <a:lnTo>
                    <a:pt x="8070994" y="63353"/>
                  </a:lnTo>
                  <a:lnTo>
                    <a:pt x="8071120" y="63353"/>
                  </a:lnTo>
                  <a:lnTo>
                    <a:pt x="8071246" y="63353"/>
                  </a:lnTo>
                  <a:lnTo>
                    <a:pt x="8071372" y="63353"/>
                  </a:lnTo>
                  <a:lnTo>
                    <a:pt x="8071498" y="63353"/>
                  </a:lnTo>
                  <a:lnTo>
                    <a:pt x="8071624" y="63353"/>
                  </a:lnTo>
                  <a:lnTo>
                    <a:pt x="8071750" y="63353"/>
                  </a:lnTo>
                  <a:lnTo>
                    <a:pt x="8071877" y="63353"/>
                  </a:lnTo>
                  <a:lnTo>
                    <a:pt x="8072003" y="63353"/>
                  </a:lnTo>
                  <a:lnTo>
                    <a:pt x="8072129" y="63353"/>
                  </a:lnTo>
                  <a:lnTo>
                    <a:pt x="8072255" y="63353"/>
                  </a:lnTo>
                  <a:lnTo>
                    <a:pt x="8072381" y="63353"/>
                  </a:lnTo>
                  <a:lnTo>
                    <a:pt x="8072507" y="63353"/>
                  </a:lnTo>
                  <a:lnTo>
                    <a:pt x="8072633" y="63353"/>
                  </a:lnTo>
                  <a:lnTo>
                    <a:pt x="8072759" y="63353"/>
                  </a:lnTo>
                  <a:lnTo>
                    <a:pt x="8072885" y="63353"/>
                  </a:lnTo>
                  <a:lnTo>
                    <a:pt x="8073011" y="63353"/>
                  </a:lnTo>
                  <a:lnTo>
                    <a:pt x="8073137" y="63353"/>
                  </a:lnTo>
                  <a:lnTo>
                    <a:pt x="8073264" y="63353"/>
                  </a:lnTo>
                  <a:lnTo>
                    <a:pt x="8073390" y="63353"/>
                  </a:lnTo>
                  <a:lnTo>
                    <a:pt x="8073516" y="63353"/>
                  </a:lnTo>
                  <a:lnTo>
                    <a:pt x="8073642" y="63353"/>
                  </a:lnTo>
                  <a:lnTo>
                    <a:pt x="8073768" y="63353"/>
                  </a:lnTo>
                  <a:lnTo>
                    <a:pt x="8073894" y="63353"/>
                  </a:lnTo>
                  <a:lnTo>
                    <a:pt x="8074020" y="63353"/>
                  </a:lnTo>
                  <a:lnTo>
                    <a:pt x="8074146" y="63353"/>
                  </a:lnTo>
                  <a:lnTo>
                    <a:pt x="8074272" y="63353"/>
                  </a:lnTo>
                  <a:lnTo>
                    <a:pt x="8074398" y="63353"/>
                  </a:lnTo>
                  <a:lnTo>
                    <a:pt x="8074524" y="63353"/>
                  </a:lnTo>
                  <a:lnTo>
                    <a:pt x="8074651" y="63353"/>
                  </a:lnTo>
                  <a:lnTo>
                    <a:pt x="8074777" y="63353"/>
                  </a:lnTo>
                  <a:lnTo>
                    <a:pt x="8074903" y="63353"/>
                  </a:lnTo>
                  <a:lnTo>
                    <a:pt x="8075029" y="63353"/>
                  </a:lnTo>
                  <a:lnTo>
                    <a:pt x="8075155" y="63353"/>
                  </a:lnTo>
                  <a:lnTo>
                    <a:pt x="8075281" y="63353"/>
                  </a:lnTo>
                  <a:lnTo>
                    <a:pt x="8075407" y="63353"/>
                  </a:lnTo>
                  <a:lnTo>
                    <a:pt x="8075533" y="63353"/>
                  </a:lnTo>
                  <a:lnTo>
                    <a:pt x="8075659" y="63353"/>
                  </a:lnTo>
                  <a:lnTo>
                    <a:pt x="8075785" y="63353"/>
                  </a:lnTo>
                  <a:lnTo>
                    <a:pt x="8075911" y="63353"/>
                  </a:lnTo>
                  <a:lnTo>
                    <a:pt x="8075911" y="58073"/>
                  </a:lnTo>
                  <a:lnTo>
                    <a:pt x="8076037" y="58073"/>
                  </a:lnTo>
                  <a:lnTo>
                    <a:pt x="8076164" y="58073"/>
                  </a:lnTo>
                  <a:lnTo>
                    <a:pt x="8076290" y="58073"/>
                  </a:lnTo>
                  <a:lnTo>
                    <a:pt x="8076416" y="58073"/>
                  </a:lnTo>
                  <a:lnTo>
                    <a:pt x="8076542" y="58073"/>
                  </a:lnTo>
                  <a:lnTo>
                    <a:pt x="8076668" y="58073"/>
                  </a:lnTo>
                  <a:lnTo>
                    <a:pt x="8076794" y="58073"/>
                  </a:lnTo>
                  <a:lnTo>
                    <a:pt x="8076920" y="58073"/>
                  </a:lnTo>
                  <a:lnTo>
                    <a:pt x="8077046" y="58073"/>
                  </a:lnTo>
                  <a:lnTo>
                    <a:pt x="8077172" y="58073"/>
                  </a:lnTo>
                  <a:lnTo>
                    <a:pt x="8077298" y="58073"/>
                  </a:lnTo>
                  <a:lnTo>
                    <a:pt x="8077424" y="58073"/>
                  </a:lnTo>
                  <a:lnTo>
                    <a:pt x="8077551" y="58073"/>
                  </a:lnTo>
                  <a:lnTo>
                    <a:pt x="8077677" y="58073"/>
                  </a:lnTo>
                  <a:lnTo>
                    <a:pt x="8077803" y="58073"/>
                  </a:lnTo>
                  <a:lnTo>
                    <a:pt x="8077929" y="58073"/>
                  </a:lnTo>
                  <a:lnTo>
                    <a:pt x="8078055" y="58073"/>
                  </a:lnTo>
                  <a:lnTo>
                    <a:pt x="8078181" y="58073"/>
                  </a:lnTo>
                  <a:lnTo>
                    <a:pt x="8078307" y="58073"/>
                  </a:lnTo>
                  <a:lnTo>
                    <a:pt x="8078433" y="58073"/>
                  </a:lnTo>
                  <a:lnTo>
                    <a:pt x="8078559" y="58073"/>
                  </a:lnTo>
                  <a:lnTo>
                    <a:pt x="8078685" y="58073"/>
                  </a:lnTo>
                  <a:lnTo>
                    <a:pt x="8078811" y="58073"/>
                  </a:lnTo>
                  <a:lnTo>
                    <a:pt x="8078937" y="58073"/>
                  </a:lnTo>
                  <a:lnTo>
                    <a:pt x="8079064" y="58073"/>
                  </a:lnTo>
                  <a:lnTo>
                    <a:pt x="8079190" y="58073"/>
                  </a:lnTo>
                  <a:lnTo>
                    <a:pt x="8079316" y="58073"/>
                  </a:lnTo>
                  <a:lnTo>
                    <a:pt x="8079442" y="58073"/>
                  </a:lnTo>
                  <a:lnTo>
                    <a:pt x="8079568" y="58073"/>
                  </a:lnTo>
                  <a:lnTo>
                    <a:pt x="8079694" y="58073"/>
                  </a:lnTo>
                  <a:lnTo>
                    <a:pt x="8079820" y="58073"/>
                  </a:lnTo>
                  <a:lnTo>
                    <a:pt x="8079946" y="58073"/>
                  </a:lnTo>
                  <a:lnTo>
                    <a:pt x="8080072" y="58073"/>
                  </a:lnTo>
                  <a:lnTo>
                    <a:pt x="8080198" y="58073"/>
                  </a:lnTo>
                  <a:lnTo>
                    <a:pt x="8080324" y="58073"/>
                  </a:lnTo>
                  <a:lnTo>
                    <a:pt x="8080451" y="58073"/>
                  </a:lnTo>
                  <a:lnTo>
                    <a:pt x="8080577" y="58073"/>
                  </a:lnTo>
                  <a:lnTo>
                    <a:pt x="8080703" y="58073"/>
                  </a:lnTo>
                  <a:lnTo>
                    <a:pt x="8080829" y="58073"/>
                  </a:lnTo>
                  <a:lnTo>
                    <a:pt x="8080955" y="58073"/>
                  </a:lnTo>
                  <a:lnTo>
                    <a:pt x="8081081" y="58073"/>
                  </a:lnTo>
                  <a:lnTo>
                    <a:pt x="8081207" y="58073"/>
                  </a:lnTo>
                  <a:lnTo>
                    <a:pt x="8081333" y="58073"/>
                  </a:lnTo>
                  <a:lnTo>
                    <a:pt x="8081459" y="58073"/>
                  </a:lnTo>
                  <a:lnTo>
                    <a:pt x="8081585" y="58073"/>
                  </a:lnTo>
                  <a:lnTo>
                    <a:pt x="8081711" y="58073"/>
                  </a:lnTo>
                  <a:lnTo>
                    <a:pt x="8081838" y="58073"/>
                  </a:lnTo>
                  <a:lnTo>
                    <a:pt x="8081964" y="58073"/>
                  </a:lnTo>
                  <a:lnTo>
                    <a:pt x="8082090" y="58073"/>
                  </a:lnTo>
                  <a:lnTo>
                    <a:pt x="8082216" y="58073"/>
                  </a:lnTo>
                  <a:lnTo>
                    <a:pt x="8082342" y="58073"/>
                  </a:lnTo>
                  <a:lnTo>
                    <a:pt x="8082468" y="58073"/>
                  </a:lnTo>
                  <a:lnTo>
                    <a:pt x="8082594" y="58073"/>
                  </a:lnTo>
                  <a:lnTo>
                    <a:pt x="8082720" y="58073"/>
                  </a:lnTo>
                  <a:lnTo>
                    <a:pt x="8082846" y="58073"/>
                  </a:lnTo>
                  <a:lnTo>
                    <a:pt x="8082972" y="58073"/>
                  </a:lnTo>
                  <a:lnTo>
                    <a:pt x="8083098" y="58073"/>
                  </a:lnTo>
                  <a:lnTo>
                    <a:pt x="8083224" y="58073"/>
                  </a:lnTo>
                  <a:lnTo>
                    <a:pt x="8083351" y="58073"/>
                  </a:lnTo>
                  <a:lnTo>
                    <a:pt x="8083477" y="58073"/>
                  </a:lnTo>
                  <a:lnTo>
                    <a:pt x="8083603" y="58073"/>
                  </a:lnTo>
                  <a:lnTo>
                    <a:pt x="8083729" y="58073"/>
                  </a:lnTo>
                  <a:lnTo>
                    <a:pt x="8083855" y="58073"/>
                  </a:lnTo>
                  <a:lnTo>
                    <a:pt x="8083981" y="58073"/>
                  </a:lnTo>
                  <a:lnTo>
                    <a:pt x="8084107" y="58073"/>
                  </a:lnTo>
                  <a:lnTo>
                    <a:pt x="8084233" y="58073"/>
                  </a:lnTo>
                  <a:lnTo>
                    <a:pt x="8084359" y="58073"/>
                  </a:lnTo>
                  <a:lnTo>
                    <a:pt x="8084485" y="58073"/>
                  </a:lnTo>
                  <a:lnTo>
                    <a:pt x="8084611" y="58073"/>
                  </a:lnTo>
                  <a:lnTo>
                    <a:pt x="8084738" y="58073"/>
                  </a:lnTo>
                  <a:lnTo>
                    <a:pt x="8084864" y="58073"/>
                  </a:lnTo>
                  <a:lnTo>
                    <a:pt x="8084990" y="58073"/>
                  </a:lnTo>
                  <a:lnTo>
                    <a:pt x="8085116" y="58073"/>
                  </a:lnTo>
                  <a:lnTo>
                    <a:pt x="8085242" y="58073"/>
                  </a:lnTo>
                  <a:lnTo>
                    <a:pt x="8085368" y="58073"/>
                  </a:lnTo>
                  <a:lnTo>
                    <a:pt x="8085494" y="58073"/>
                  </a:lnTo>
                  <a:lnTo>
                    <a:pt x="8085620" y="58073"/>
                  </a:lnTo>
                  <a:lnTo>
                    <a:pt x="8085746" y="58073"/>
                  </a:lnTo>
                  <a:lnTo>
                    <a:pt x="8085872" y="58073"/>
                  </a:lnTo>
                  <a:lnTo>
                    <a:pt x="8085998" y="58073"/>
                  </a:lnTo>
                  <a:lnTo>
                    <a:pt x="8086124" y="58073"/>
                  </a:lnTo>
                  <a:lnTo>
                    <a:pt x="8086251" y="58073"/>
                  </a:lnTo>
                  <a:lnTo>
                    <a:pt x="8086377" y="58073"/>
                  </a:lnTo>
                  <a:lnTo>
                    <a:pt x="8086503" y="58073"/>
                  </a:lnTo>
                  <a:lnTo>
                    <a:pt x="8086629" y="58073"/>
                  </a:lnTo>
                  <a:lnTo>
                    <a:pt x="8086755" y="58073"/>
                  </a:lnTo>
                  <a:lnTo>
                    <a:pt x="8086881" y="58073"/>
                  </a:lnTo>
                  <a:lnTo>
                    <a:pt x="8087007" y="58073"/>
                  </a:lnTo>
                  <a:lnTo>
                    <a:pt x="8087133" y="58073"/>
                  </a:lnTo>
                  <a:lnTo>
                    <a:pt x="8087259" y="58073"/>
                  </a:lnTo>
                  <a:lnTo>
                    <a:pt x="8087385" y="58073"/>
                  </a:lnTo>
                  <a:lnTo>
                    <a:pt x="8087511" y="58073"/>
                  </a:lnTo>
                  <a:lnTo>
                    <a:pt x="8087638" y="58073"/>
                  </a:lnTo>
                  <a:lnTo>
                    <a:pt x="8087764" y="58073"/>
                  </a:lnTo>
                  <a:lnTo>
                    <a:pt x="8087890" y="58073"/>
                  </a:lnTo>
                  <a:lnTo>
                    <a:pt x="8088016" y="58073"/>
                  </a:lnTo>
                  <a:lnTo>
                    <a:pt x="8088142" y="58073"/>
                  </a:lnTo>
                  <a:lnTo>
                    <a:pt x="8088268" y="58073"/>
                  </a:lnTo>
                  <a:lnTo>
                    <a:pt x="8088394" y="58073"/>
                  </a:lnTo>
                  <a:lnTo>
                    <a:pt x="8088520" y="58073"/>
                  </a:lnTo>
                  <a:lnTo>
                    <a:pt x="8088646" y="58073"/>
                  </a:lnTo>
                  <a:lnTo>
                    <a:pt x="8088772" y="58073"/>
                  </a:lnTo>
                  <a:lnTo>
                    <a:pt x="8088898" y="58073"/>
                  </a:lnTo>
                  <a:lnTo>
                    <a:pt x="8089024" y="58073"/>
                  </a:lnTo>
                  <a:lnTo>
                    <a:pt x="8089151" y="58073"/>
                  </a:lnTo>
                  <a:lnTo>
                    <a:pt x="8089277" y="58073"/>
                  </a:lnTo>
                  <a:lnTo>
                    <a:pt x="8089403" y="58073"/>
                  </a:lnTo>
                  <a:lnTo>
                    <a:pt x="8089529" y="58073"/>
                  </a:lnTo>
                  <a:lnTo>
                    <a:pt x="8089655" y="58073"/>
                  </a:lnTo>
                  <a:lnTo>
                    <a:pt x="8089781" y="58073"/>
                  </a:lnTo>
                  <a:lnTo>
                    <a:pt x="8089907" y="58073"/>
                  </a:lnTo>
                  <a:lnTo>
                    <a:pt x="8090033" y="58073"/>
                  </a:lnTo>
                  <a:lnTo>
                    <a:pt x="8090159" y="58073"/>
                  </a:lnTo>
                  <a:lnTo>
                    <a:pt x="8090285" y="58073"/>
                  </a:lnTo>
                  <a:lnTo>
                    <a:pt x="8090411" y="58073"/>
                  </a:lnTo>
                  <a:lnTo>
                    <a:pt x="8090538" y="58073"/>
                  </a:lnTo>
                  <a:lnTo>
                    <a:pt x="8090664" y="58073"/>
                  </a:lnTo>
                  <a:lnTo>
                    <a:pt x="8090790" y="58073"/>
                  </a:lnTo>
                  <a:lnTo>
                    <a:pt x="8090916" y="58073"/>
                  </a:lnTo>
                  <a:lnTo>
                    <a:pt x="8091042" y="58073"/>
                  </a:lnTo>
                  <a:lnTo>
                    <a:pt x="8091168" y="58073"/>
                  </a:lnTo>
                  <a:lnTo>
                    <a:pt x="8091294" y="58073"/>
                  </a:lnTo>
                  <a:lnTo>
                    <a:pt x="8091420" y="58073"/>
                  </a:lnTo>
                  <a:lnTo>
                    <a:pt x="8091546" y="58073"/>
                  </a:lnTo>
                  <a:lnTo>
                    <a:pt x="8091672" y="58073"/>
                  </a:lnTo>
                  <a:lnTo>
                    <a:pt x="8091798" y="58073"/>
                  </a:lnTo>
                  <a:lnTo>
                    <a:pt x="8091925" y="58073"/>
                  </a:lnTo>
                  <a:lnTo>
                    <a:pt x="8092051" y="58073"/>
                  </a:lnTo>
                  <a:lnTo>
                    <a:pt x="8092177" y="58073"/>
                  </a:lnTo>
                  <a:lnTo>
                    <a:pt x="8092303" y="58073"/>
                  </a:lnTo>
                  <a:lnTo>
                    <a:pt x="8092429" y="58073"/>
                  </a:lnTo>
                  <a:lnTo>
                    <a:pt x="8092555" y="58073"/>
                  </a:lnTo>
                  <a:lnTo>
                    <a:pt x="8092681" y="58073"/>
                  </a:lnTo>
                  <a:lnTo>
                    <a:pt x="8092807" y="58073"/>
                  </a:lnTo>
                  <a:lnTo>
                    <a:pt x="8092933" y="58073"/>
                  </a:lnTo>
                  <a:lnTo>
                    <a:pt x="8093059" y="58073"/>
                  </a:lnTo>
                  <a:lnTo>
                    <a:pt x="8093185" y="58073"/>
                  </a:lnTo>
                  <a:lnTo>
                    <a:pt x="8093311" y="58073"/>
                  </a:lnTo>
                  <a:lnTo>
                    <a:pt x="8093438" y="58073"/>
                  </a:lnTo>
                  <a:lnTo>
                    <a:pt x="8093564" y="58073"/>
                  </a:lnTo>
                  <a:lnTo>
                    <a:pt x="8093690" y="58073"/>
                  </a:lnTo>
                  <a:lnTo>
                    <a:pt x="8093816" y="58073"/>
                  </a:lnTo>
                  <a:lnTo>
                    <a:pt x="8093942" y="58073"/>
                  </a:lnTo>
                  <a:lnTo>
                    <a:pt x="8094068" y="58073"/>
                  </a:lnTo>
                  <a:lnTo>
                    <a:pt x="8094194" y="58073"/>
                  </a:lnTo>
                  <a:lnTo>
                    <a:pt x="8094320" y="58073"/>
                  </a:lnTo>
                  <a:lnTo>
                    <a:pt x="8094446" y="58073"/>
                  </a:lnTo>
                  <a:lnTo>
                    <a:pt x="8094572" y="58073"/>
                  </a:lnTo>
                  <a:lnTo>
                    <a:pt x="8094698" y="58073"/>
                  </a:lnTo>
                  <a:lnTo>
                    <a:pt x="8094825" y="58073"/>
                  </a:lnTo>
                  <a:lnTo>
                    <a:pt x="8094951" y="58073"/>
                  </a:lnTo>
                  <a:lnTo>
                    <a:pt x="8095077" y="58073"/>
                  </a:lnTo>
                  <a:lnTo>
                    <a:pt x="8095203" y="58073"/>
                  </a:lnTo>
                  <a:lnTo>
                    <a:pt x="8095329" y="58073"/>
                  </a:lnTo>
                  <a:lnTo>
                    <a:pt x="8095455" y="58073"/>
                  </a:lnTo>
                  <a:lnTo>
                    <a:pt x="8095581" y="58073"/>
                  </a:lnTo>
                  <a:lnTo>
                    <a:pt x="8095707" y="58073"/>
                  </a:lnTo>
                  <a:lnTo>
                    <a:pt x="8095833" y="58073"/>
                  </a:lnTo>
                  <a:lnTo>
                    <a:pt x="8095959" y="58073"/>
                  </a:lnTo>
                  <a:lnTo>
                    <a:pt x="8096085" y="58073"/>
                  </a:lnTo>
                  <a:lnTo>
                    <a:pt x="8096211" y="58073"/>
                  </a:lnTo>
                  <a:lnTo>
                    <a:pt x="8096338" y="58073"/>
                  </a:lnTo>
                  <a:lnTo>
                    <a:pt x="8096464" y="58073"/>
                  </a:lnTo>
                  <a:lnTo>
                    <a:pt x="8096590" y="58073"/>
                  </a:lnTo>
                  <a:lnTo>
                    <a:pt x="8096716" y="58073"/>
                  </a:lnTo>
                  <a:lnTo>
                    <a:pt x="8096842" y="58073"/>
                  </a:lnTo>
                  <a:lnTo>
                    <a:pt x="8096968" y="58073"/>
                  </a:lnTo>
                  <a:lnTo>
                    <a:pt x="8097094" y="58073"/>
                  </a:lnTo>
                  <a:lnTo>
                    <a:pt x="8097220" y="58073"/>
                  </a:lnTo>
                  <a:lnTo>
                    <a:pt x="8097346" y="58073"/>
                  </a:lnTo>
                  <a:lnTo>
                    <a:pt x="8097472" y="58073"/>
                  </a:lnTo>
                  <a:lnTo>
                    <a:pt x="8097598" y="58073"/>
                  </a:lnTo>
                  <a:lnTo>
                    <a:pt x="8097725" y="58073"/>
                  </a:lnTo>
                  <a:lnTo>
                    <a:pt x="8097851" y="58073"/>
                  </a:lnTo>
                  <a:lnTo>
                    <a:pt x="8097977" y="58073"/>
                  </a:lnTo>
                  <a:lnTo>
                    <a:pt x="8098103" y="58073"/>
                  </a:lnTo>
                  <a:lnTo>
                    <a:pt x="8098229" y="58073"/>
                  </a:lnTo>
                  <a:lnTo>
                    <a:pt x="8098355" y="58073"/>
                  </a:lnTo>
                  <a:lnTo>
                    <a:pt x="8098481" y="58073"/>
                  </a:lnTo>
                  <a:lnTo>
                    <a:pt x="8098607" y="58073"/>
                  </a:lnTo>
                  <a:lnTo>
                    <a:pt x="8098733" y="58073"/>
                  </a:lnTo>
                  <a:lnTo>
                    <a:pt x="8098859" y="58073"/>
                  </a:lnTo>
                  <a:lnTo>
                    <a:pt x="8098985" y="58073"/>
                  </a:lnTo>
                  <a:lnTo>
                    <a:pt x="8099112" y="58073"/>
                  </a:lnTo>
                  <a:lnTo>
                    <a:pt x="8099238" y="58073"/>
                  </a:lnTo>
                  <a:lnTo>
                    <a:pt x="8099364" y="58073"/>
                  </a:lnTo>
                  <a:lnTo>
                    <a:pt x="8099490" y="58073"/>
                  </a:lnTo>
                  <a:lnTo>
                    <a:pt x="8099616" y="58073"/>
                  </a:lnTo>
                  <a:lnTo>
                    <a:pt x="8099742" y="58073"/>
                  </a:lnTo>
                  <a:lnTo>
                    <a:pt x="8099868" y="58073"/>
                  </a:lnTo>
                  <a:lnTo>
                    <a:pt x="8099994" y="58073"/>
                  </a:lnTo>
                  <a:lnTo>
                    <a:pt x="8100120" y="58073"/>
                  </a:lnTo>
                  <a:lnTo>
                    <a:pt x="8100246" y="58073"/>
                  </a:lnTo>
                  <a:lnTo>
                    <a:pt x="8100372" y="58073"/>
                  </a:lnTo>
                  <a:lnTo>
                    <a:pt x="8100498" y="58073"/>
                  </a:lnTo>
                  <a:lnTo>
                    <a:pt x="8100625" y="58073"/>
                  </a:lnTo>
                  <a:lnTo>
                    <a:pt x="8100751" y="58073"/>
                  </a:lnTo>
                  <a:lnTo>
                    <a:pt x="8100877" y="58073"/>
                  </a:lnTo>
                  <a:lnTo>
                    <a:pt x="8101003" y="58073"/>
                  </a:lnTo>
                  <a:lnTo>
                    <a:pt x="8101129" y="58073"/>
                  </a:lnTo>
                  <a:lnTo>
                    <a:pt x="8101255" y="58073"/>
                  </a:lnTo>
                  <a:lnTo>
                    <a:pt x="8101381" y="58073"/>
                  </a:lnTo>
                  <a:lnTo>
                    <a:pt x="8101507" y="58073"/>
                  </a:lnTo>
                  <a:lnTo>
                    <a:pt x="8101633" y="58073"/>
                  </a:lnTo>
                  <a:lnTo>
                    <a:pt x="8101759" y="58073"/>
                  </a:lnTo>
                  <a:lnTo>
                    <a:pt x="8101885" y="58073"/>
                  </a:lnTo>
                  <a:lnTo>
                    <a:pt x="8102012" y="58073"/>
                  </a:lnTo>
                  <a:lnTo>
                    <a:pt x="8102138" y="58073"/>
                  </a:lnTo>
                  <a:lnTo>
                    <a:pt x="8102264" y="58073"/>
                  </a:lnTo>
                  <a:lnTo>
                    <a:pt x="8102390" y="58073"/>
                  </a:lnTo>
                  <a:lnTo>
                    <a:pt x="8102516" y="58073"/>
                  </a:lnTo>
                  <a:lnTo>
                    <a:pt x="8102642" y="58073"/>
                  </a:lnTo>
                  <a:lnTo>
                    <a:pt x="8102768" y="58073"/>
                  </a:lnTo>
                  <a:lnTo>
                    <a:pt x="8102894" y="58073"/>
                  </a:lnTo>
                  <a:lnTo>
                    <a:pt x="8103020" y="58073"/>
                  </a:lnTo>
                  <a:lnTo>
                    <a:pt x="8103146" y="58073"/>
                  </a:lnTo>
                  <a:lnTo>
                    <a:pt x="8103272" y="58073"/>
                  </a:lnTo>
                  <a:lnTo>
                    <a:pt x="8103398" y="58073"/>
                  </a:lnTo>
                  <a:lnTo>
                    <a:pt x="8103525" y="58073"/>
                  </a:lnTo>
                  <a:lnTo>
                    <a:pt x="8103651" y="58073"/>
                  </a:lnTo>
                  <a:lnTo>
                    <a:pt x="8103777" y="58073"/>
                  </a:lnTo>
                  <a:lnTo>
                    <a:pt x="8103903" y="58073"/>
                  </a:lnTo>
                  <a:lnTo>
                    <a:pt x="8104029" y="58073"/>
                  </a:lnTo>
                  <a:lnTo>
                    <a:pt x="8104155" y="58073"/>
                  </a:lnTo>
                  <a:lnTo>
                    <a:pt x="8104281" y="58073"/>
                  </a:lnTo>
                  <a:lnTo>
                    <a:pt x="8104407" y="58073"/>
                  </a:lnTo>
                  <a:lnTo>
                    <a:pt x="8104533" y="58073"/>
                  </a:lnTo>
                  <a:lnTo>
                    <a:pt x="8104659" y="58073"/>
                  </a:lnTo>
                  <a:lnTo>
                    <a:pt x="8104785" y="58073"/>
                  </a:lnTo>
                  <a:lnTo>
                    <a:pt x="8104912" y="58073"/>
                  </a:lnTo>
                  <a:lnTo>
                    <a:pt x="8105038" y="58073"/>
                  </a:lnTo>
                  <a:lnTo>
                    <a:pt x="8105164" y="58073"/>
                  </a:lnTo>
                  <a:lnTo>
                    <a:pt x="8105290" y="58073"/>
                  </a:lnTo>
                  <a:lnTo>
                    <a:pt x="8105416" y="58073"/>
                  </a:lnTo>
                  <a:lnTo>
                    <a:pt x="8105542" y="58073"/>
                  </a:lnTo>
                  <a:lnTo>
                    <a:pt x="8105668" y="58073"/>
                  </a:lnTo>
                  <a:lnTo>
                    <a:pt x="8105794" y="58073"/>
                  </a:lnTo>
                  <a:lnTo>
                    <a:pt x="8105920" y="58073"/>
                  </a:lnTo>
                  <a:lnTo>
                    <a:pt x="8106046" y="58073"/>
                  </a:lnTo>
                  <a:lnTo>
                    <a:pt x="8106172" y="58073"/>
                  </a:lnTo>
                  <a:lnTo>
                    <a:pt x="8106298" y="58073"/>
                  </a:lnTo>
                  <a:lnTo>
                    <a:pt x="8106425" y="58073"/>
                  </a:lnTo>
                  <a:lnTo>
                    <a:pt x="8106551" y="58073"/>
                  </a:lnTo>
                  <a:lnTo>
                    <a:pt x="8106677" y="58073"/>
                  </a:lnTo>
                  <a:lnTo>
                    <a:pt x="8106803" y="58073"/>
                  </a:lnTo>
                  <a:lnTo>
                    <a:pt x="8106929" y="58073"/>
                  </a:lnTo>
                  <a:lnTo>
                    <a:pt x="8107055" y="58073"/>
                  </a:lnTo>
                  <a:lnTo>
                    <a:pt x="8107181" y="58073"/>
                  </a:lnTo>
                  <a:lnTo>
                    <a:pt x="8107307" y="58073"/>
                  </a:lnTo>
                  <a:lnTo>
                    <a:pt x="8107433" y="58073"/>
                  </a:lnTo>
                  <a:lnTo>
                    <a:pt x="8107559" y="58073"/>
                  </a:lnTo>
                  <a:lnTo>
                    <a:pt x="8107685" y="58073"/>
                  </a:lnTo>
                  <a:lnTo>
                    <a:pt x="8107812" y="58073"/>
                  </a:lnTo>
                  <a:lnTo>
                    <a:pt x="8107938" y="58073"/>
                  </a:lnTo>
                  <a:lnTo>
                    <a:pt x="8108064" y="58073"/>
                  </a:lnTo>
                  <a:lnTo>
                    <a:pt x="8108190" y="58073"/>
                  </a:lnTo>
                  <a:lnTo>
                    <a:pt x="8108316" y="58073"/>
                  </a:lnTo>
                  <a:lnTo>
                    <a:pt x="8108442" y="58073"/>
                  </a:lnTo>
                  <a:lnTo>
                    <a:pt x="8108568" y="58073"/>
                  </a:lnTo>
                  <a:lnTo>
                    <a:pt x="8108694" y="58073"/>
                  </a:lnTo>
                  <a:lnTo>
                    <a:pt x="8108820" y="58073"/>
                  </a:lnTo>
                  <a:lnTo>
                    <a:pt x="8108946" y="58073"/>
                  </a:lnTo>
                  <a:lnTo>
                    <a:pt x="8109072" y="58073"/>
                  </a:lnTo>
                  <a:lnTo>
                    <a:pt x="8109199" y="58073"/>
                  </a:lnTo>
                  <a:lnTo>
                    <a:pt x="8109325" y="58073"/>
                  </a:lnTo>
                  <a:lnTo>
                    <a:pt x="8109451" y="58073"/>
                  </a:lnTo>
                  <a:lnTo>
                    <a:pt x="8109577" y="58073"/>
                  </a:lnTo>
                  <a:lnTo>
                    <a:pt x="8109703" y="58073"/>
                  </a:lnTo>
                  <a:lnTo>
                    <a:pt x="8109829" y="58073"/>
                  </a:lnTo>
                  <a:lnTo>
                    <a:pt x="8109955" y="58073"/>
                  </a:lnTo>
                  <a:lnTo>
                    <a:pt x="8110081" y="58073"/>
                  </a:lnTo>
                  <a:lnTo>
                    <a:pt x="8110207" y="58073"/>
                  </a:lnTo>
                  <a:lnTo>
                    <a:pt x="8110333" y="58073"/>
                  </a:lnTo>
                  <a:lnTo>
                    <a:pt x="8110459" y="58073"/>
                  </a:lnTo>
                  <a:lnTo>
                    <a:pt x="8110585" y="58073"/>
                  </a:lnTo>
                  <a:lnTo>
                    <a:pt x="8110712" y="58073"/>
                  </a:lnTo>
                  <a:lnTo>
                    <a:pt x="8110838" y="58073"/>
                  </a:lnTo>
                  <a:lnTo>
                    <a:pt x="8110964" y="58073"/>
                  </a:lnTo>
                  <a:lnTo>
                    <a:pt x="8111090" y="58073"/>
                  </a:lnTo>
                  <a:lnTo>
                    <a:pt x="8111216" y="58073"/>
                  </a:lnTo>
                  <a:lnTo>
                    <a:pt x="8111342" y="58073"/>
                  </a:lnTo>
                  <a:lnTo>
                    <a:pt x="8111468" y="58073"/>
                  </a:lnTo>
                  <a:lnTo>
                    <a:pt x="8111594" y="58073"/>
                  </a:lnTo>
                  <a:lnTo>
                    <a:pt x="8111720" y="58073"/>
                  </a:lnTo>
                  <a:lnTo>
                    <a:pt x="8111846" y="58073"/>
                  </a:lnTo>
                  <a:lnTo>
                    <a:pt x="8111972" y="58073"/>
                  </a:lnTo>
                  <a:lnTo>
                    <a:pt x="8112099" y="58073"/>
                  </a:lnTo>
                  <a:lnTo>
                    <a:pt x="8112225" y="58073"/>
                  </a:lnTo>
                  <a:lnTo>
                    <a:pt x="8112351" y="58073"/>
                  </a:lnTo>
                  <a:lnTo>
                    <a:pt x="8112477" y="58073"/>
                  </a:lnTo>
                  <a:lnTo>
                    <a:pt x="8112603" y="58073"/>
                  </a:lnTo>
                  <a:lnTo>
                    <a:pt x="8112729" y="58073"/>
                  </a:lnTo>
                  <a:lnTo>
                    <a:pt x="8112855" y="58073"/>
                  </a:lnTo>
                  <a:lnTo>
                    <a:pt x="8112981" y="58073"/>
                  </a:lnTo>
                  <a:lnTo>
                    <a:pt x="8113107" y="58073"/>
                  </a:lnTo>
                  <a:lnTo>
                    <a:pt x="8113233" y="58073"/>
                  </a:lnTo>
                  <a:lnTo>
                    <a:pt x="8113359" y="58073"/>
                  </a:lnTo>
                  <a:lnTo>
                    <a:pt x="8113485" y="58073"/>
                  </a:lnTo>
                  <a:lnTo>
                    <a:pt x="8113612" y="58073"/>
                  </a:lnTo>
                  <a:lnTo>
                    <a:pt x="8113738" y="58073"/>
                  </a:lnTo>
                  <a:lnTo>
                    <a:pt x="8113864" y="58073"/>
                  </a:lnTo>
                  <a:lnTo>
                    <a:pt x="8113990" y="58073"/>
                  </a:lnTo>
                  <a:lnTo>
                    <a:pt x="8114116" y="58073"/>
                  </a:lnTo>
                  <a:lnTo>
                    <a:pt x="8114242" y="58073"/>
                  </a:lnTo>
                  <a:lnTo>
                    <a:pt x="8114368" y="58073"/>
                  </a:lnTo>
                  <a:lnTo>
                    <a:pt x="8114494" y="58073"/>
                  </a:lnTo>
                  <a:lnTo>
                    <a:pt x="8114620" y="58073"/>
                  </a:lnTo>
                  <a:lnTo>
                    <a:pt x="8114746" y="58073"/>
                  </a:lnTo>
                  <a:lnTo>
                    <a:pt x="8114872" y="58073"/>
                  </a:lnTo>
                  <a:lnTo>
                    <a:pt x="8114999" y="58073"/>
                  </a:lnTo>
                  <a:lnTo>
                    <a:pt x="8115125" y="58073"/>
                  </a:lnTo>
                  <a:lnTo>
                    <a:pt x="8115251" y="58073"/>
                  </a:lnTo>
                  <a:lnTo>
                    <a:pt x="8115377" y="58073"/>
                  </a:lnTo>
                  <a:lnTo>
                    <a:pt x="8115503" y="58073"/>
                  </a:lnTo>
                  <a:lnTo>
                    <a:pt x="8115629" y="58073"/>
                  </a:lnTo>
                  <a:lnTo>
                    <a:pt x="8115755" y="58073"/>
                  </a:lnTo>
                  <a:lnTo>
                    <a:pt x="8115881" y="58073"/>
                  </a:lnTo>
                  <a:lnTo>
                    <a:pt x="8116007" y="58073"/>
                  </a:lnTo>
                  <a:lnTo>
                    <a:pt x="8116133" y="58073"/>
                  </a:lnTo>
                  <a:lnTo>
                    <a:pt x="8116259" y="58073"/>
                  </a:lnTo>
                  <a:lnTo>
                    <a:pt x="8116386" y="58073"/>
                  </a:lnTo>
                  <a:lnTo>
                    <a:pt x="8116512" y="58073"/>
                  </a:lnTo>
                  <a:lnTo>
                    <a:pt x="8116638" y="58073"/>
                  </a:lnTo>
                  <a:lnTo>
                    <a:pt x="8116764" y="58073"/>
                  </a:lnTo>
                  <a:lnTo>
                    <a:pt x="8116890" y="58073"/>
                  </a:lnTo>
                  <a:lnTo>
                    <a:pt x="8117016" y="58073"/>
                  </a:lnTo>
                  <a:lnTo>
                    <a:pt x="8117142" y="58073"/>
                  </a:lnTo>
                  <a:lnTo>
                    <a:pt x="8117268" y="58073"/>
                  </a:lnTo>
                  <a:lnTo>
                    <a:pt x="8117394" y="58073"/>
                  </a:lnTo>
                  <a:lnTo>
                    <a:pt x="8117520" y="58073"/>
                  </a:lnTo>
                  <a:lnTo>
                    <a:pt x="8117646" y="58073"/>
                  </a:lnTo>
                  <a:lnTo>
                    <a:pt x="8117772" y="58073"/>
                  </a:lnTo>
                  <a:lnTo>
                    <a:pt x="8117899" y="58073"/>
                  </a:lnTo>
                  <a:lnTo>
                    <a:pt x="8118025" y="58073"/>
                  </a:lnTo>
                  <a:lnTo>
                    <a:pt x="8118151" y="58073"/>
                  </a:lnTo>
                  <a:lnTo>
                    <a:pt x="8118277" y="58073"/>
                  </a:lnTo>
                  <a:lnTo>
                    <a:pt x="8118403" y="58073"/>
                  </a:lnTo>
                  <a:lnTo>
                    <a:pt x="8118529" y="58073"/>
                  </a:lnTo>
                  <a:lnTo>
                    <a:pt x="8118655" y="58073"/>
                  </a:lnTo>
                  <a:lnTo>
                    <a:pt x="8118781" y="58073"/>
                  </a:lnTo>
                  <a:lnTo>
                    <a:pt x="8118907" y="58073"/>
                  </a:lnTo>
                  <a:lnTo>
                    <a:pt x="8119033" y="58073"/>
                  </a:lnTo>
                  <a:lnTo>
                    <a:pt x="8119159" y="58073"/>
                  </a:lnTo>
                  <a:lnTo>
                    <a:pt x="8119286" y="58073"/>
                  </a:lnTo>
                  <a:lnTo>
                    <a:pt x="8119412" y="58073"/>
                  </a:lnTo>
                  <a:lnTo>
                    <a:pt x="8119538" y="58073"/>
                  </a:lnTo>
                  <a:lnTo>
                    <a:pt x="8119664" y="58073"/>
                  </a:lnTo>
                  <a:lnTo>
                    <a:pt x="8119790" y="58073"/>
                  </a:lnTo>
                  <a:lnTo>
                    <a:pt x="8119916" y="58073"/>
                  </a:lnTo>
                  <a:lnTo>
                    <a:pt x="8120042" y="58073"/>
                  </a:lnTo>
                  <a:lnTo>
                    <a:pt x="8120168" y="58073"/>
                  </a:lnTo>
                  <a:lnTo>
                    <a:pt x="8120294" y="58073"/>
                  </a:lnTo>
                  <a:lnTo>
                    <a:pt x="8120420" y="58073"/>
                  </a:lnTo>
                  <a:lnTo>
                    <a:pt x="8120546" y="58073"/>
                  </a:lnTo>
                  <a:lnTo>
                    <a:pt x="8120672" y="58073"/>
                  </a:lnTo>
                  <a:lnTo>
                    <a:pt x="8120799" y="58073"/>
                  </a:lnTo>
                  <a:lnTo>
                    <a:pt x="8120925" y="58073"/>
                  </a:lnTo>
                  <a:lnTo>
                    <a:pt x="8121051" y="58073"/>
                  </a:lnTo>
                  <a:lnTo>
                    <a:pt x="8121177" y="58073"/>
                  </a:lnTo>
                  <a:lnTo>
                    <a:pt x="8121303" y="58073"/>
                  </a:lnTo>
                  <a:lnTo>
                    <a:pt x="8121429" y="58073"/>
                  </a:lnTo>
                  <a:lnTo>
                    <a:pt x="8121555" y="58073"/>
                  </a:lnTo>
                  <a:lnTo>
                    <a:pt x="8121681" y="58073"/>
                  </a:lnTo>
                  <a:lnTo>
                    <a:pt x="8121807" y="58073"/>
                  </a:lnTo>
                  <a:lnTo>
                    <a:pt x="8121933" y="58073"/>
                  </a:lnTo>
                  <a:lnTo>
                    <a:pt x="8122059" y="58073"/>
                  </a:lnTo>
                  <a:lnTo>
                    <a:pt x="8122186" y="58073"/>
                  </a:lnTo>
                  <a:lnTo>
                    <a:pt x="8122312" y="58073"/>
                  </a:lnTo>
                  <a:lnTo>
                    <a:pt x="8122438" y="58073"/>
                  </a:lnTo>
                  <a:lnTo>
                    <a:pt x="8122564" y="58073"/>
                  </a:lnTo>
                  <a:lnTo>
                    <a:pt x="8122690" y="58073"/>
                  </a:lnTo>
                  <a:lnTo>
                    <a:pt x="8122816" y="58073"/>
                  </a:lnTo>
                  <a:lnTo>
                    <a:pt x="8122942" y="58073"/>
                  </a:lnTo>
                  <a:lnTo>
                    <a:pt x="8123068" y="58073"/>
                  </a:lnTo>
                  <a:lnTo>
                    <a:pt x="8123194" y="58073"/>
                  </a:lnTo>
                  <a:lnTo>
                    <a:pt x="8123320" y="58073"/>
                  </a:lnTo>
                  <a:lnTo>
                    <a:pt x="8123446" y="58073"/>
                  </a:lnTo>
                  <a:lnTo>
                    <a:pt x="8123573" y="58073"/>
                  </a:lnTo>
                  <a:lnTo>
                    <a:pt x="8123699" y="58073"/>
                  </a:lnTo>
                  <a:lnTo>
                    <a:pt x="8123825" y="58073"/>
                  </a:lnTo>
                  <a:lnTo>
                    <a:pt x="8123951" y="58073"/>
                  </a:lnTo>
                  <a:lnTo>
                    <a:pt x="8124077" y="58073"/>
                  </a:lnTo>
                  <a:lnTo>
                    <a:pt x="8124203" y="58073"/>
                  </a:lnTo>
                  <a:lnTo>
                    <a:pt x="8124329" y="58073"/>
                  </a:lnTo>
                  <a:lnTo>
                    <a:pt x="8124455" y="58073"/>
                  </a:lnTo>
                  <a:lnTo>
                    <a:pt x="8124581" y="58073"/>
                  </a:lnTo>
                  <a:lnTo>
                    <a:pt x="8124707" y="58073"/>
                  </a:lnTo>
                  <a:lnTo>
                    <a:pt x="8124833" y="58073"/>
                  </a:lnTo>
                  <a:lnTo>
                    <a:pt x="8124959" y="58073"/>
                  </a:lnTo>
                  <a:lnTo>
                    <a:pt x="8125086" y="58073"/>
                  </a:lnTo>
                  <a:lnTo>
                    <a:pt x="8125212" y="58073"/>
                  </a:lnTo>
                  <a:lnTo>
                    <a:pt x="8125338" y="58073"/>
                  </a:lnTo>
                  <a:lnTo>
                    <a:pt x="8125464" y="58073"/>
                  </a:lnTo>
                  <a:lnTo>
                    <a:pt x="8125590" y="58073"/>
                  </a:lnTo>
                  <a:lnTo>
                    <a:pt x="8125716" y="58073"/>
                  </a:lnTo>
                  <a:lnTo>
                    <a:pt x="8125842" y="58073"/>
                  </a:lnTo>
                  <a:lnTo>
                    <a:pt x="8125968" y="58073"/>
                  </a:lnTo>
                  <a:lnTo>
                    <a:pt x="8126094" y="58073"/>
                  </a:lnTo>
                  <a:lnTo>
                    <a:pt x="8126220" y="58073"/>
                  </a:lnTo>
                  <a:lnTo>
                    <a:pt x="8126346" y="58073"/>
                  </a:lnTo>
                  <a:lnTo>
                    <a:pt x="8126473" y="58073"/>
                  </a:lnTo>
                  <a:lnTo>
                    <a:pt x="8126599" y="58073"/>
                  </a:lnTo>
                  <a:lnTo>
                    <a:pt x="8126725" y="58073"/>
                  </a:lnTo>
                  <a:lnTo>
                    <a:pt x="8126851" y="58073"/>
                  </a:lnTo>
                  <a:lnTo>
                    <a:pt x="8126977" y="58073"/>
                  </a:lnTo>
                  <a:lnTo>
                    <a:pt x="8126977" y="52794"/>
                  </a:lnTo>
                  <a:lnTo>
                    <a:pt x="8127103" y="52794"/>
                  </a:lnTo>
                  <a:lnTo>
                    <a:pt x="8127229" y="52794"/>
                  </a:lnTo>
                  <a:lnTo>
                    <a:pt x="8127355" y="52794"/>
                  </a:lnTo>
                  <a:lnTo>
                    <a:pt x="8127481" y="52794"/>
                  </a:lnTo>
                  <a:lnTo>
                    <a:pt x="8127607" y="52794"/>
                  </a:lnTo>
                  <a:lnTo>
                    <a:pt x="8127733" y="52794"/>
                  </a:lnTo>
                  <a:lnTo>
                    <a:pt x="8127859" y="52794"/>
                  </a:lnTo>
                  <a:lnTo>
                    <a:pt x="8127986" y="52794"/>
                  </a:lnTo>
                  <a:lnTo>
                    <a:pt x="8128112" y="52794"/>
                  </a:lnTo>
                  <a:lnTo>
                    <a:pt x="8128238" y="52794"/>
                  </a:lnTo>
                  <a:lnTo>
                    <a:pt x="8128364" y="52794"/>
                  </a:lnTo>
                  <a:lnTo>
                    <a:pt x="8128490" y="52794"/>
                  </a:lnTo>
                  <a:lnTo>
                    <a:pt x="8128616" y="52794"/>
                  </a:lnTo>
                  <a:lnTo>
                    <a:pt x="8128742" y="52794"/>
                  </a:lnTo>
                  <a:lnTo>
                    <a:pt x="8128868" y="52794"/>
                  </a:lnTo>
                  <a:lnTo>
                    <a:pt x="8128994" y="52794"/>
                  </a:lnTo>
                  <a:lnTo>
                    <a:pt x="8129120" y="52794"/>
                  </a:lnTo>
                  <a:lnTo>
                    <a:pt x="8129246" y="52794"/>
                  </a:lnTo>
                  <a:lnTo>
                    <a:pt x="8129373" y="52794"/>
                  </a:lnTo>
                  <a:lnTo>
                    <a:pt x="8129499" y="52794"/>
                  </a:lnTo>
                  <a:lnTo>
                    <a:pt x="8129625" y="52794"/>
                  </a:lnTo>
                  <a:lnTo>
                    <a:pt x="8129751" y="52794"/>
                  </a:lnTo>
                  <a:lnTo>
                    <a:pt x="8129877" y="52794"/>
                  </a:lnTo>
                  <a:lnTo>
                    <a:pt x="8130003" y="52794"/>
                  </a:lnTo>
                  <a:lnTo>
                    <a:pt x="8130129" y="52794"/>
                  </a:lnTo>
                  <a:lnTo>
                    <a:pt x="8130255" y="52794"/>
                  </a:lnTo>
                  <a:lnTo>
                    <a:pt x="8130381" y="52794"/>
                  </a:lnTo>
                  <a:lnTo>
                    <a:pt x="8130507" y="52794"/>
                  </a:lnTo>
                  <a:lnTo>
                    <a:pt x="8130633" y="52794"/>
                  </a:lnTo>
                  <a:lnTo>
                    <a:pt x="8130759" y="52794"/>
                  </a:lnTo>
                  <a:lnTo>
                    <a:pt x="8130886" y="52794"/>
                  </a:lnTo>
                  <a:lnTo>
                    <a:pt x="8131012" y="52794"/>
                  </a:lnTo>
                  <a:lnTo>
                    <a:pt x="8131138" y="52794"/>
                  </a:lnTo>
                  <a:lnTo>
                    <a:pt x="8131264" y="52794"/>
                  </a:lnTo>
                  <a:lnTo>
                    <a:pt x="8131390" y="52794"/>
                  </a:lnTo>
                  <a:lnTo>
                    <a:pt x="8131516" y="52794"/>
                  </a:lnTo>
                  <a:lnTo>
                    <a:pt x="8131642" y="52794"/>
                  </a:lnTo>
                  <a:lnTo>
                    <a:pt x="8131768" y="52794"/>
                  </a:lnTo>
                  <a:lnTo>
                    <a:pt x="8131894" y="52794"/>
                  </a:lnTo>
                  <a:lnTo>
                    <a:pt x="8132020" y="52794"/>
                  </a:lnTo>
                  <a:lnTo>
                    <a:pt x="8132146" y="52794"/>
                  </a:lnTo>
                  <a:lnTo>
                    <a:pt x="8132273" y="52794"/>
                  </a:lnTo>
                  <a:lnTo>
                    <a:pt x="8132399" y="52794"/>
                  </a:lnTo>
                  <a:lnTo>
                    <a:pt x="8132525" y="52794"/>
                  </a:lnTo>
                  <a:lnTo>
                    <a:pt x="8132651" y="52794"/>
                  </a:lnTo>
                  <a:lnTo>
                    <a:pt x="8132777" y="52794"/>
                  </a:lnTo>
                  <a:lnTo>
                    <a:pt x="8132903" y="52794"/>
                  </a:lnTo>
                  <a:lnTo>
                    <a:pt x="8133029" y="52794"/>
                  </a:lnTo>
                  <a:lnTo>
                    <a:pt x="8133155" y="52794"/>
                  </a:lnTo>
                  <a:lnTo>
                    <a:pt x="8133281" y="52794"/>
                  </a:lnTo>
                  <a:lnTo>
                    <a:pt x="8133407" y="52794"/>
                  </a:lnTo>
                  <a:lnTo>
                    <a:pt x="8133533" y="52794"/>
                  </a:lnTo>
                  <a:lnTo>
                    <a:pt x="8133660" y="52794"/>
                  </a:lnTo>
                  <a:lnTo>
                    <a:pt x="8133786" y="52794"/>
                  </a:lnTo>
                  <a:lnTo>
                    <a:pt x="8133912" y="52794"/>
                  </a:lnTo>
                  <a:lnTo>
                    <a:pt x="8134038" y="52794"/>
                  </a:lnTo>
                  <a:lnTo>
                    <a:pt x="8134164" y="52794"/>
                  </a:lnTo>
                  <a:lnTo>
                    <a:pt x="8134290" y="52794"/>
                  </a:lnTo>
                  <a:lnTo>
                    <a:pt x="8134416" y="52794"/>
                  </a:lnTo>
                  <a:lnTo>
                    <a:pt x="8134542" y="52794"/>
                  </a:lnTo>
                  <a:lnTo>
                    <a:pt x="8134668" y="52794"/>
                  </a:lnTo>
                  <a:lnTo>
                    <a:pt x="8134794" y="52794"/>
                  </a:lnTo>
                  <a:lnTo>
                    <a:pt x="8134920" y="52794"/>
                  </a:lnTo>
                  <a:lnTo>
                    <a:pt x="8135046" y="52794"/>
                  </a:lnTo>
                  <a:lnTo>
                    <a:pt x="8135173" y="52794"/>
                  </a:lnTo>
                  <a:lnTo>
                    <a:pt x="8135299" y="52794"/>
                  </a:lnTo>
                  <a:lnTo>
                    <a:pt x="8135425" y="52794"/>
                  </a:lnTo>
                  <a:lnTo>
                    <a:pt x="8135551" y="52794"/>
                  </a:lnTo>
                  <a:lnTo>
                    <a:pt x="8135677" y="52794"/>
                  </a:lnTo>
                  <a:lnTo>
                    <a:pt x="8135803" y="52794"/>
                  </a:lnTo>
                  <a:lnTo>
                    <a:pt x="8135929" y="52794"/>
                  </a:lnTo>
                  <a:lnTo>
                    <a:pt x="8136055" y="52794"/>
                  </a:lnTo>
                  <a:lnTo>
                    <a:pt x="8136181" y="52794"/>
                  </a:lnTo>
                  <a:lnTo>
                    <a:pt x="8136307" y="52794"/>
                  </a:lnTo>
                  <a:lnTo>
                    <a:pt x="8136433" y="52794"/>
                  </a:lnTo>
                  <a:lnTo>
                    <a:pt x="8136560" y="52794"/>
                  </a:lnTo>
                  <a:lnTo>
                    <a:pt x="8136686" y="52794"/>
                  </a:lnTo>
                  <a:lnTo>
                    <a:pt x="8136812" y="52794"/>
                  </a:lnTo>
                  <a:lnTo>
                    <a:pt x="8136938" y="52794"/>
                  </a:lnTo>
                  <a:lnTo>
                    <a:pt x="8137064" y="52794"/>
                  </a:lnTo>
                  <a:lnTo>
                    <a:pt x="8137190" y="52794"/>
                  </a:lnTo>
                  <a:lnTo>
                    <a:pt x="8137316" y="52794"/>
                  </a:lnTo>
                  <a:lnTo>
                    <a:pt x="8137442" y="52794"/>
                  </a:lnTo>
                  <a:lnTo>
                    <a:pt x="8137568" y="52794"/>
                  </a:lnTo>
                  <a:lnTo>
                    <a:pt x="8137694" y="52794"/>
                  </a:lnTo>
                  <a:lnTo>
                    <a:pt x="8137820" y="52794"/>
                  </a:lnTo>
                  <a:lnTo>
                    <a:pt x="8137946" y="52794"/>
                  </a:lnTo>
                  <a:lnTo>
                    <a:pt x="8138073" y="52794"/>
                  </a:lnTo>
                  <a:lnTo>
                    <a:pt x="8138199" y="52794"/>
                  </a:lnTo>
                  <a:lnTo>
                    <a:pt x="8138325" y="52794"/>
                  </a:lnTo>
                  <a:lnTo>
                    <a:pt x="8138451" y="52794"/>
                  </a:lnTo>
                  <a:lnTo>
                    <a:pt x="8138577" y="52794"/>
                  </a:lnTo>
                  <a:lnTo>
                    <a:pt x="8138703" y="52794"/>
                  </a:lnTo>
                  <a:lnTo>
                    <a:pt x="8138829" y="52794"/>
                  </a:lnTo>
                  <a:lnTo>
                    <a:pt x="8138955" y="52794"/>
                  </a:lnTo>
                  <a:lnTo>
                    <a:pt x="8139081" y="52794"/>
                  </a:lnTo>
                  <a:lnTo>
                    <a:pt x="8139207" y="52794"/>
                  </a:lnTo>
                  <a:lnTo>
                    <a:pt x="8139333" y="52794"/>
                  </a:lnTo>
                  <a:lnTo>
                    <a:pt x="8139460" y="52794"/>
                  </a:lnTo>
                  <a:lnTo>
                    <a:pt x="8139586" y="52794"/>
                  </a:lnTo>
                  <a:lnTo>
                    <a:pt x="8139712" y="52794"/>
                  </a:lnTo>
                  <a:lnTo>
                    <a:pt x="8139838" y="52794"/>
                  </a:lnTo>
                  <a:lnTo>
                    <a:pt x="8139964" y="52794"/>
                  </a:lnTo>
                  <a:lnTo>
                    <a:pt x="8140090" y="52794"/>
                  </a:lnTo>
                  <a:lnTo>
                    <a:pt x="8140216" y="52794"/>
                  </a:lnTo>
                  <a:lnTo>
                    <a:pt x="8140342" y="52794"/>
                  </a:lnTo>
                  <a:lnTo>
                    <a:pt x="8140468" y="52794"/>
                  </a:lnTo>
                  <a:lnTo>
                    <a:pt x="8140594" y="52794"/>
                  </a:lnTo>
                  <a:lnTo>
                    <a:pt x="8140720" y="52794"/>
                  </a:lnTo>
                  <a:lnTo>
                    <a:pt x="8140847" y="52794"/>
                  </a:lnTo>
                  <a:lnTo>
                    <a:pt x="8140973" y="52794"/>
                  </a:lnTo>
                  <a:lnTo>
                    <a:pt x="8141099" y="52794"/>
                  </a:lnTo>
                  <a:lnTo>
                    <a:pt x="8141225" y="52794"/>
                  </a:lnTo>
                  <a:lnTo>
                    <a:pt x="8141351" y="52794"/>
                  </a:lnTo>
                  <a:lnTo>
                    <a:pt x="8141477" y="52794"/>
                  </a:lnTo>
                  <a:lnTo>
                    <a:pt x="8141603" y="52794"/>
                  </a:lnTo>
                  <a:lnTo>
                    <a:pt x="8141729" y="52794"/>
                  </a:lnTo>
                  <a:lnTo>
                    <a:pt x="8141855" y="52794"/>
                  </a:lnTo>
                  <a:lnTo>
                    <a:pt x="8141981" y="52794"/>
                  </a:lnTo>
                  <a:lnTo>
                    <a:pt x="8142107" y="52794"/>
                  </a:lnTo>
                  <a:lnTo>
                    <a:pt x="8142233" y="52794"/>
                  </a:lnTo>
                  <a:lnTo>
                    <a:pt x="8142360" y="52794"/>
                  </a:lnTo>
                  <a:lnTo>
                    <a:pt x="8142486" y="52794"/>
                  </a:lnTo>
                  <a:lnTo>
                    <a:pt x="8142612" y="52794"/>
                  </a:lnTo>
                  <a:lnTo>
                    <a:pt x="8142738" y="52794"/>
                  </a:lnTo>
                  <a:lnTo>
                    <a:pt x="8142864" y="52794"/>
                  </a:lnTo>
                  <a:lnTo>
                    <a:pt x="8142990" y="52794"/>
                  </a:lnTo>
                  <a:lnTo>
                    <a:pt x="8143116" y="52794"/>
                  </a:lnTo>
                  <a:lnTo>
                    <a:pt x="8143242" y="52794"/>
                  </a:lnTo>
                  <a:lnTo>
                    <a:pt x="8143368" y="52794"/>
                  </a:lnTo>
                  <a:lnTo>
                    <a:pt x="8143494" y="52794"/>
                  </a:lnTo>
                  <a:lnTo>
                    <a:pt x="8143620" y="52794"/>
                  </a:lnTo>
                  <a:lnTo>
                    <a:pt x="8143747" y="52794"/>
                  </a:lnTo>
                  <a:lnTo>
                    <a:pt x="8143873" y="52794"/>
                  </a:lnTo>
                  <a:lnTo>
                    <a:pt x="8143999" y="52794"/>
                  </a:lnTo>
                  <a:lnTo>
                    <a:pt x="8144125" y="52794"/>
                  </a:lnTo>
                  <a:lnTo>
                    <a:pt x="8144251" y="52794"/>
                  </a:lnTo>
                  <a:lnTo>
                    <a:pt x="8144377" y="52794"/>
                  </a:lnTo>
                  <a:lnTo>
                    <a:pt x="8144503" y="52794"/>
                  </a:lnTo>
                  <a:lnTo>
                    <a:pt x="8144629" y="52794"/>
                  </a:lnTo>
                  <a:lnTo>
                    <a:pt x="8144755" y="52794"/>
                  </a:lnTo>
                  <a:lnTo>
                    <a:pt x="8144881" y="52794"/>
                  </a:lnTo>
                  <a:lnTo>
                    <a:pt x="8145007" y="52794"/>
                  </a:lnTo>
                  <a:lnTo>
                    <a:pt x="8145133" y="52794"/>
                  </a:lnTo>
                  <a:lnTo>
                    <a:pt x="8145260" y="52794"/>
                  </a:lnTo>
                  <a:lnTo>
                    <a:pt x="8145386" y="52794"/>
                  </a:lnTo>
                  <a:lnTo>
                    <a:pt x="8145512" y="52794"/>
                  </a:lnTo>
                  <a:lnTo>
                    <a:pt x="8145638" y="52794"/>
                  </a:lnTo>
                  <a:lnTo>
                    <a:pt x="8145764" y="52794"/>
                  </a:lnTo>
                  <a:lnTo>
                    <a:pt x="8145890" y="52794"/>
                  </a:lnTo>
                  <a:lnTo>
                    <a:pt x="8146016" y="52794"/>
                  </a:lnTo>
                  <a:lnTo>
                    <a:pt x="8146142" y="52794"/>
                  </a:lnTo>
                  <a:lnTo>
                    <a:pt x="8146268" y="52794"/>
                  </a:lnTo>
                  <a:lnTo>
                    <a:pt x="8146394" y="52794"/>
                  </a:lnTo>
                  <a:lnTo>
                    <a:pt x="8146520" y="52794"/>
                  </a:lnTo>
                  <a:lnTo>
                    <a:pt x="8146647" y="52794"/>
                  </a:lnTo>
                  <a:lnTo>
                    <a:pt x="8146773" y="52794"/>
                  </a:lnTo>
                  <a:lnTo>
                    <a:pt x="8146899" y="52794"/>
                  </a:lnTo>
                  <a:lnTo>
                    <a:pt x="8147025" y="52794"/>
                  </a:lnTo>
                  <a:lnTo>
                    <a:pt x="8147151" y="52794"/>
                  </a:lnTo>
                  <a:lnTo>
                    <a:pt x="8147277" y="52794"/>
                  </a:lnTo>
                  <a:lnTo>
                    <a:pt x="8147403" y="52794"/>
                  </a:lnTo>
                  <a:lnTo>
                    <a:pt x="8147529" y="52794"/>
                  </a:lnTo>
                  <a:lnTo>
                    <a:pt x="8147655" y="52794"/>
                  </a:lnTo>
                  <a:lnTo>
                    <a:pt x="8147781" y="52794"/>
                  </a:lnTo>
                  <a:lnTo>
                    <a:pt x="8147907" y="52794"/>
                  </a:lnTo>
                  <a:lnTo>
                    <a:pt x="8148034" y="52794"/>
                  </a:lnTo>
                  <a:lnTo>
                    <a:pt x="8148160" y="52794"/>
                  </a:lnTo>
                  <a:lnTo>
                    <a:pt x="8148286" y="52794"/>
                  </a:lnTo>
                  <a:lnTo>
                    <a:pt x="8148412" y="52794"/>
                  </a:lnTo>
                  <a:lnTo>
                    <a:pt x="8148538" y="52794"/>
                  </a:lnTo>
                  <a:lnTo>
                    <a:pt x="8148664" y="52794"/>
                  </a:lnTo>
                  <a:lnTo>
                    <a:pt x="8148790" y="52794"/>
                  </a:lnTo>
                  <a:lnTo>
                    <a:pt x="8148916" y="52794"/>
                  </a:lnTo>
                  <a:lnTo>
                    <a:pt x="8149042" y="52794"/>
                  </a:lnTo>
                  <a:lnTo>
                    <a:pt x="8149168" y="52794"/>
                  </a:lnTo>
                  <a:lnTo>
                    <a:pt x="8149294" y="52794"/>
                  </a:lnTo>
                  <a:lnTo>
                    <a:pt x="8149420" y="52794"/>
                  </a:lnTo>
                  <a:lnTo>
                    <a:pt x="8149547" y="52794"/>
                  </a:lnTo>
                  <a:lnTo>
                    <a:pt x="8149673" y="52794"/>
                  </a:lnTo>
                  <a:lnTo>
                    <a:pt x="8149799" y="52794"/>
                  </a:lnTo>
                  <a:lnTo>
                    <a:pt x="8149925" y="52794"/>
                  </a:lnTo>
                  <a:lnTo>
                    <a:pt x="8150051" y="52794"/>
                  </a:lnTo>
                  <a:lnTo>
                    <a:pt x="8150177" y="52794"/>
                  </a:lnTo>
                  <a:lnTo>
                    <a:pt x="8150303" y="52794"/>
                  </a:lnTo>
                  <a:lnTo>
                    <a:pt x="8150429" y="52794"/>
                  </a:lnTo>
                  <a:lnTo>
                    <a:pt x="8150555" y="52794"/>
                  </a:lnTo>
                  <a:lnTo>
                    <a:pt x="8150681" y="52794"/>
                  </a:lnTo>
                  <a:lnTo>
                    <a:pt x="8150807" y="52794"/>
                  </a:lnTo>
                  <a:lnTo>
                    <a:pt x="8150807" y="47514"/>
                  </a:lnTo>
                  <a:lnTo>
                    <a:pt x="8150934" y="47514"/>
                  </a:lnTo>
                  <a:lnTo>
                    <a:pt x="8151060" y="47514"/>
                  </a:lnTo>
                  <a:lnTo>
                    <a:pt x="8151186" y="47514"/>
                  </a:lnTo>
                  <a:lnTo>
                    <a:pt x="8151312" y="47514"/>
                  </a:lnTo>
                  <a:lnTo>
                    <a:pt x="8151438" y="47514"/>
                  </a:lnTo>
                  <a:lnTo>
                    <a:pt x="8151564" y="47514"/>
                  </a:lnTo>
                  <a:lnTo>
                    <a:pt x="8151690" y="47514"/>
                  </a:lnTo>
                  <a:lnTo>
                    <a:pt x="8151816" y="47514"/>
                  </a:lnTo>
                  <a:lnTo>
                    <a:pt x="8151942" y="47514"/>
                  </a:lnTo>
                  <a:lnTo>
                    <a:pt x="8152068" y="47514"/>
                  </a:lnTo>
                  <a:lnTo>
                    <a:pt x="8152194" y="47514"/>
                  </a:lnTo>
                  <a:lnTo>
                    <a:pt x="8152320" y="47514"/>
                  </a:lnTo>
                  <a:lnTo>
                    <a:pt x="8152447" y="47514"/>
                  </a:lnTo>
                  <a:lnTo>
                    <a:pt x="8152573" y="47514"/>
                  </a:lnTo>
                  <a:lnTo>
                    <a:pt x="8152699" y="47514"/>
                  </a:lnTo>
                  <a:lnTo>
                    <a:pt x="8152825" y="47514"/>
                  </a:lnTo>
                  <a:lnTo>
                    <a:pt x="8152951" y="47514"/>
                  </a:lnTo>
                  <a:lnTo>
                    <a:pt x="8153077" y="47514"/>
                  </a:lnTo>
                  <a:lnTo>
                    <a:pt x="8153203" y="47514"/>
                  </a:lnTo>
                  <a:lnTo>
                    <a:pt x="8153329" y="47514"/>
                  </a:lnTo>
                  <a:lnTo>
                    <a:pt x="8153455" y="47514"/>
                  </a:lnTo>
                  <a:lnTo>
                    <a:pt x="8153581" y="47514"/>
                  </a:lnTo>
                  <a:lnTo>
                    <a:pt x="8153707" y="47514"/>
                  </a:lnTo>
                  <a:lnTo>
                    <a:pt x="8153834" y="47514"/>
                  </a:lnTo>
                  <a:lnTo>
                    <a:pt x="8153960" y="47514"/>
                  </a:lnTo>
                  <a:lnTo>
                    <a:pt x="8153960" y="42235"/>
                  </a:lnTo>
                  <a:lnTo>
                    <a:pt x="8154086" y="42235"/>
                  </a:lnTo>
                  <a:lnTo>
                    <a:pt x="8154212" y="42235"/>
                  </a:lnTo>
                  <a:lnTo>
                    <a:pt x="8154338" y="42235"/>
                  </a:lnTo>
                  <a:lnTo>
                    <a:pt x="8154464" y="42235"/>
                  </a:lnTo>
                  <a:lnTo>
                    <a:pt x="8154590" y="42235"/>
                  </a:lnTo>
                  <a:lnTo>
                    <a:pt x="8154716" y="42235"/>
                  </a:lnTo>
                  <a:lnTo>
                    <a:pt x="8154842" y="42235"/>
                  </a:lnTo>
                  <a:lnTo>
                    <a:pt x="8154968" y="42235"/>
                  </a:lnTo>
                  <a:lnTo>
                    <a:pt x="8155094" y="42235"/>
                  </a:lnTo>
                  <a:lnTo>
                    <a:pt x="8155220" y="42235"/>
                  </a:lnTo>
                  <a:lnTo>
                    <a:pt x="8155347" y="42235"/>
                  </a:lnTo>
                  <a:lnTo>
                    <a:pt x="8155473" y="42235"/>
                  </a:lnTo>
                  <a:lnTo>
                    <a:pt x="8155599" y="42235"/>
                  </a:lnTo>
                  <a:lnTo>
                    <a:pt x="8155725" y="42235"/>
                  </a:lnTo>
                  <a:lnTo>
                    <a:pt x="8155851" y="42235"/>
                  </a:lnTo>
                  <a:lnTo>
                    <a:pt x="8155977" y="42235"/>
                  </a:lnTo>
                  <a:lnTo>
                    <a:pt x="8156103" y="42235"/>
                  </a:lnTo>
                  <a:lnTo>
                    <a:pt x="8156229" y="42235"/>
                  </a:lnTo>
                  <a:lnTo>
                    <a:pt x="8156355" y="42235"/>
                  </a:lnTo>
                  <a:lnTo>
                    <a:pt x="8156481" y="42235"/>
                  </a:lnTo>
                  <a:lnTo>
                    <a:pt x="8156607" y="42235"/>
                  </a:lnTo>
                  <a:lnTo>
                    <a:pt x="8156734" y="42235"/>
                  </a:lnTo>
                  <a:lnTo>
                    <a:pt x="8156860" y="42235"/>
                  </a:lnTo>
                  <a:lnTo>
                    <a:pt x="8156986" y="42235"/>
                  </a:lnTo>
                  <a:lnTo>
                    <a:pt x="8157112" y="42235"/>
                  </a:lnTo>
                  <a:lnTo>
                    <a:pt x="8157238" y="42235"/>
                  </a:lnTo>
                  <a:lnTo>
                    <a:pt x="8157364" y="42235"/>
                  </a:lnTo>
                  <a:lnTo>
                    <a:pt x="8157490" y="42235"/>
                  </a:lnTo>
                  <a:lnTo>
                    <a:pt x="8157616" y="42235"/>
                  </a:lnTo>
                  <a:lnTo>
                    <a:pt x="8157742" y="42235"/>
                  </a:lnTo>
                  <a:lnTo>
                    <a:pt x="8157868" y="42235"/>
                  </a:lnTo>
                  <a:lnTo>
                    <a:pt x="8157994" y="42235"/>
                  </a:lnTo>
                  <a:lnTo>
                    <a:pt x="8158121" y="42235"/>
                  </a:lnTo>
                  <a:lnTo>
                    <a:pt x="8158247" y="42235"/>
                  </a:lnTo>
                  <a:lnTo>
                    <a:pt x="8158373" y="42235"/>
                  </a:lnTo>
                  <a:lnTo>
                    <a:pt x="8158499" y="42235"/>
                  </a:lnTo>
                  <a:lnTo>
                    <a:pt x="8158625" y="42235"/>
                  </a:lnTo>
                  <a:lnTo>
                    <a:pt x="8158751" y="42235"/>
                  </a:lnTo>
                  <a:lnTo>
                    <a:pt x="8158877" y="42235"/>
                  </a:lnTo>
                  <a:lnTo>
                    <a:pt x="8159003" y="42235"/>
                  </a:lnTo>
                  <a:lnTo>
                    <a:pt x="8159129" y="42235"/>
                  </a:lnTo>
                  <a:lnTo>
                    <a:pt x="8159255" y="42235"/>
                  </a:lnTo>
                  <a:lnTo>
                    <a:pt x="8159381" y="42235"/>
                  </a:lnTo>
                  <a:lnTo>
                    <a:pt x="8159507" y="42235"/>
                  </a:lnTo>
                  <a:lnTo>
                    <a:pt x="8159634" y="42235"/>
                  </a:lnTo>
                  <a:lnTo>
                    <a:pt x="8159760" y="42235"/>
                  </a:lnTo>
                  <a:lnTo>
                    <a:pt x="8159886" y="42235"/>
                  </a:lnTo>
                  <a:lnTo>
                    <a:pt x="8160012" y="42235"/>
                  </a:lnTo>
                  <a:lnTo>
                    <a:pt x="8160138" y="42235"/>
                  </a:lnTo>
                  <a:lnTo>
                    <a:pt x="8160264" y="42235"/>
                  </a:lnTo>
                  <a:lnTo>
                    <a:pt x="8160390" y="42235"/>
                  </a:lnTo>
                  <a:lnTo>
                    <a:pt x="8160516" y="42235"/>
                  </a:lnTo>
                  <a:lnTo>
                    <a:pt x="8160642" y="42235"/>
                  </a:lnTo>
                  <a:lnTo>
                    <a:pt x="8160768" y="42235"/>
                  </a:lnTo>
                  <a:lnTo>
                    <a:pt x="8160894" y="42235"/>
                  </a:lnTo>
                  <a:lnTo>
                    <a:pt x="8161021" y="42235"/>
                  </a:lnTo>
                  <a:lnTo>
                    <a:pt x="8161147" y="42235"/>
                  </a:lnTo>
                  <a:lnTo>
                    <a:pt x="8161273" y="42235"/>
                  </a:lnTo>
                  <a:lnTo>
                    <a:pt x="8161399" y="42235"/>
                  </a:lnTo>
                  <a:lnTo>
                    <a:pt x="8161525" y="42235"/>
                  </a:lnTo>
                  <a:lnTo>
                    <a:pt x="8161651" y="42235"/>
                  </a:lnTo>
                  <a:lnTo>
                    <a:pt x="8161777" y="42235"/>
                  </a:lnTo>
                  <a:lnTo>
                    <a:pt x="8161903" y="42235"/>
                  </a:lnTo>
                  <a:lnTo>
                    <a:pt x="8162029" y="42235"/>
                  </a:lnTo>
                  <a:lnTo>
                    <a:pt x="8162155" y="42235"/>
                  </a:lnTo>
                  <a:lnTo>
                    <a:pt x="8162281" y="42235"/>
                  </a:lnTo>
                  <a:lnTo>
                    <a:pt x="8162407" y="42235"/>
                  </a:lnTo>
                  <a:lnTo>
                    <a:pt x="8162534" y="42235"/>
                  </a:lnTo>
                  <a:lnTo>
                    <a:pt x="8162660" y="42235"/>
                  </a:lnTo>
                  <a:lnTo>
                    <a:pt x="8162786" y="42235"/>
                  </a:lnTo>
                  <a:lnTo>
                    <a:pt x="8162912" y="42235"/>
                  </a:lnTo>
                  <a:lnTo>
                    <a:pt x="8163038" y="42235"/>
                  </a:lnTo>
                  <a:lnTo>
                    <a:pt x="8163164" y="42235"/>
                  </a:lnTo>
                  <a:lnTo>
                    <a:pt x="8163290" y="42235"/>
                  </a:lnTo>
                  <a:lnTo>
                    <a:pt x="8163416" y="42235"/>
                  </a:lnTo>
                  <a:lnTo>
                    <a:pt x="8163542" y="42235"/>
                  </a:lnTo>
                  <a:lnTo>
                    <a:pt x="8163668" y="42235"/>
                  </a:lnTo>
                  <a:lnTo>
                    <a:pt x="8163794" y="42235"/>
                  </a:lnTo>
                  <a:lnTo>
                    <a:pt x="8163921" y="42235"/>
                  </a:lnTo>
                  <a:lnTo>
                    <a:pt x="8164047" y="42235"/>
                  </a:lnTo>
                  <a:lnTo>
                    <a:pt x="8164173" y="42235"/>
                  </a:lnTo>
                  <a:lnTo>
                    <a:pt x="8164299" y="42235"/>
                  </a:lnTo>
                  <a:lnTo>
                    <a:pt x="8164425" y="42235"/>
                  </a:lnTo>
                  <a:lnTo>
                    <a:pt x="8164551" y="42235"/>
                  </a:lnTo>
                  <a:lnTo>
                    <a:pt x="8164677" y="42235"/>
                  </a:lnTo>
                  <a:lnTo>
                    <a:pt x="8164803" y="42235"/>
                  </a:lnTo>
                  <a:lnTo>
                    <a:pt x="8164929" y="42235"/>
                  </a:lnTo>
                  <a:lnTo>
                    <a:pt x="8165055" y="42235"/>
                  </a:lnTo>
                  <a:lnTo>
                    <a:pt x="8165181" y="42235"/>
                  </a:lnTo>
                  <a:lnTo>
                    <a:pt x="8165308" y="42235"/>
                  </a:lnTo>
                  <a:lnTo>
                    <a:pt x="8165434" y="42235"/>
                  </a:lnTo>
                  <a:lnTo>
                    <a:pt x="8165560" y="42235"/>
                  </a:lnTo>
                  <a:lnTo>
                    <a:pt x="8165686" y="42235"/>
                  </a:lnTo>
                  <a:lnTo>
                    <a:pt x="8165812" y="42235"/>
                  </a:lnTo>
                  <a:lnTo>
                    <a:pt x="8165938" y="42235"/>
                  </a:lnTo>
                  <a:lnTo>
                    <a:pt x="8166064" y="42235"/>
                  </a:lnTo>
                  <a:lnTo>
                    <a:pt x="8166190" y="42235"/>
                  </a:lnTo>
                  <a:lnTo>
                    <a:pt x="8166316" y="42235"/>
                  </a:lnTo>
                  <a:lnTo>
                    <a:pt x="8166442" y="42235"/>
                  </a:lnTo>
                  <a:lnTo>
                    <a:pt x="8166568" y="42235"/>
                  </a:lnTo>
                  <a:lnTo>
                    <a:pt x="8166694" y="42235"/>
                  </a:lnTo>
                  <a:lnTo>
                    <a:pt x="8166821" y="42235"/>
                  </a:lnTo>
                  <a:lnTo>
                    <a:pt x="8166947" y="42235"/>
                  </a:lnTo>
                  <a:lnTo>
                    <a:pt x="8167073" y="42235"/>
                  </a:lnTo>
                  <a:lnTo>
                    <a:pt x="8167199" y="42235"/>
                  </a:lnTo>
                  <a:lnTo>
                    <a:pt x="8167325" y="42235"/>
                  </a:lnTo>
                  <a:lnTo>
                    <a:pt x="8167451" y="42235"/>
                  </a:lnTo>
                  <a:lnTo>
                    <a:pt x="8167577" y="42235"/>
                  </a:lnTo>
                  <a:lnTo>
                    <a:pt x="8167703" y="42235"/>
                  </a:lnTo>
                  <a:lnTo>
                    <a:pt x="8167829" y="42235"/>
                  </a:lnTo>
                  <a:lnTo>
                    <a:pt x="8167955" y="42235"/>
                  </a:lnTo>
                  <a:lnTo>
                    <a:pt x="8168081" y="42235"/>
                  </a:lnTo>
                  <a:lnTo>
                    <a:pt x="8168208" y="42235"/>
                  </a:lnTo>
                  <a:lnTo>
                    <a:pt x="8168334" y="42235"/>
                  </a:lnTo>
                  <a:lnTo>
                    <a:pt x="8168460" y="42235"/>
                  </a:lnTo>
                  <a:lnTo>
                    <a:pt x="8168586" y="42235"/>
                  </a:lnTo>
                  <a:lnTo>
                    <a:pt x="8168712" y="42235"/>
                  </a:lnTo>
                  <a:lnTo>
                    <a:pt x="8168838" y="42235"/>
                  </a:lnTo>
                  <a:lnTo>
                    <a:pt x="8168964" y="42235"/>
                  </a:lnTo>
                  <a:lnTo>
                    <a:pt x="8169090" y="42235"/>
                  </a:lnTo>
                  <a:lnTo>
                    <a:pt x="8169216" y="42235"/>
                  </a:lnTo>
                  <a:lnTo>
                    <a:pt x="8169342" y="42235"/>
                  </a:lnTo>
                  <a:lnTo>
                    <a:pt x="8169468" y="42235"/>
                  </a:lnTo>
                  <a:lnTo>
                    <a:pt x="8169594" y="42235"/>
                  </a:lnTo>
                  <a:lnTo>
                    <a:pt x="8169721" y="42235"/>
                  </a:lnTo>
                  <a:lnTo>
                    <a:pt x="8169847" y="42235"/>
                  </a:lnTo>
                  <a:lnTo>
                    <a:pt x="8169973" y="42235"/>
                  </a:lnTo>
                  <a:lnTo>
                    <a:pt x="8170099" y="42235"/>
                  </a:lnTo>
                  <a:lnTo>
                    <a:pt x="8170225" y="42235"/>
                  </a:lnTo>
                  <a:lnTo>
                    <a:pt x="8170351" y="42235"/>
                  </a:lnTo>
                  <a:lnTo>
                    <a:pt x="8170477" y="42235"/>
                  </a:lnTo>
                  <a:lnTo>
                    <a:pt x="8170603" y="42235"/>
                  </a:lnTo>
                  <a:lnTo>
                    <a:pt x="8170729" y="42235"/>
                  </a:lnTo>
                  <a:lnTo>
                    <a:pt x="8170855" y="42235"/>
                  </a:lnTo>
                  <a:lnTo>
                    <a:pt x="8170981" y="42235"/>
                  </a:lnTo>
                  <a:lnTo>
                    <a:pt x="8171108" y="42235"/>
                  </a:lnTo>
                  <a:lnTo>
                    <a:pt x="8171234" y="42235"/>
                  </a:lnTo>
                  <a:lnTo>
                    <a:pt x="8171360" y="42235"/>
                  </a:lnTo>
                  <a:lnTo>
                    <a:pt x="8171486" y="42235"/>
                  </a:lnTo>
                  <a:lnTo>
                    <a:pt x="8171612" y="42235"/>
                  </a:lnTo>
                  <a:lnTo>
                    <a:pt x="8171738" y="42235"/>
                  </a:lnTo>
                  <a:lnTo>
                    <a:pt x="8171864" y="42235"/>
                  </a:lnTo>
                  <a:lnTo>
                    <a:pt x="8171990" y="42235"/>
                  </a:lnTo>
                  <a:lnTo>
                    <a:pt x="8172116" y="42235"/>
                  </a:lnTo>
                  <a:lnTo>
                    <a:pt x="8172242" y="42235"/>
                  </a:lnTo>
                  <a:lnTo>
                    <a:pt x="8172368" y="42235"/>
                  </a:lnTo>
                  <a:lnTo>
                    <a:pt x="8172494" y="42235"/>
                  </a:lnTo>
                  <a:lnTo>
                    <a:pt x="8172621" y="42235"/>
                  </a:lnTo>
                  <a:lnTo>
                    <a:pt x="8172747" y="42235"/>
                  </a:lnTo>
                  <a:lnTo>
                    <a:pt x="8172873" y="42235"/>
                  </a:lnTo>
                  <a:lnTo>
                    <a:pt x="8172999" y="42235"/>
                  </a:lnTo>
                  <a:lnTo>
                    <a:pt x="8173125" y="42235"/>
                  </a:lnTo>
                  <a:lnTo>
                    <a:pt x="8173251" y="42235"/>
                  </a:lnTo>
                  <a:lnTo>
                    <a:pt x="8173377" y="42235"/>
                  </a:lnTo>
                  <a:lnTo>
                    <a:pt x="8173503" y="42235"/>
                  </a:lnTo>
                  <a:lnTo>
                    <a:pt x="8173629" y="42235"/>
                  </a:lnTo>
                  <a:lnTo>
                    <a:pt x="8173755" y="42235"/>
                  </a:lnTo>
                  <a:lnTo>
                    <a:pt x="8173881" y="42235"/>
                  </a:lnTo>
                  <a:lnTo>
                    <a:pt x="8174008" y="42235"/>
                  </a:lnTo>
                  <a:lnTo>
                    <a:pt x="8174134" y="42235"/>
                  </a:lnTo>
                  <a:lnTo>
                    <a:pt x="8174260" y="42235"/>
                  </a:lnTo>
                  <a:lnTo>
                    <a:pt x="8174386" y="42235"/>
                  </a:lnTo>
                  <a:lnTo>
                    <a:pt x="8174512" y="42235"/>
                  </a:lnTo>
                  <a:lnTo>
                    <a:pt x="8174638" y="42235"/>
                  </a:lnTo>
                  <a:lnTo>
                    <a:pt x="8174764" y="42235"/>
                  </a:lnTo>
                  <a:lnTo>
                    <a:pt x="8174890" y="42235"/>
                  </a:lnTo>
                  <a:lnTo>
                    <a:pt x="8175016" y="42235"/>
                  </a:lnTo>
                  <a:lnTo>
                    <a:pt x="8175142" y="42235"/>
                  </a:lnTo>
                  <a:lnTo>
                    <a:pt x="8175268" y="42235"/>
                  </a:lnTo>
                  <a:lnTo>
                    <a:pt x="8175395" y="42235"/>
                  </a:lnTo>
                  <a:lnTo>
                    <a:pt x="8175521" y="42235"/>
                  </a:lnTo>
                  <a:lnTo>
                    <a:pt x="8175647" y="42235"/>
                  </a:lnTo>
                  <a:lnTo>
                    <a:pt x="8175773" y="42235"/>
                  </a:lnTo>
                  <a:lnTo>
                    <a:pt x="8175899" y="42235"/>
                  </a:lnTo>
                  <a:lnTo>
                    <a:pt x="8176025" y="42235"/>
                  </a:lnTo>
                  <a:lnTo>
                    <a:pt x="8176151" y="42235"/>
                  </a:lnTo>
                  <a:lnTo>
                    <a:pt x="8176277" y="42235"/>
                  </a:lnTo>
                  <a:lnTo>
                    <a:pt x="8176403" y="42235"/>
                  </a:lnTo>
                  <a:lnTo>
                    <a:pt x="8176529" y="42235"/>
                  </a:lnTo>
                  <a:lnTo>
                    <a:pt x="8176655" y="42235"/>
                  </a:lnTo>
                  <a:lnTo>
                    <a:pt x="8176781" y="42235"/>
                  </a:lnTo>
                  <a:lnTo>
                    <a:pt x="8176908" y="42235"/>
                  </a:lnTo>
                  <a:lnTo>
                    <a:pt x="8177034" y="42235"/>
                  </a:lnTo>
                  <a:lnTo>
                    <a:pt x="8177160" y="42235"/>
                  </a:lnTo>
                  <a:lnTo>
                    <a:pt x="8177286" y="42235"/>
                  </a:lnTo>
                  <a:lnTo>
                    <a:pt x="8177412" y="42235"/>
                  </a:lnTo>
                  <a:lnTo>
                    <a:pt x="8177538" y="42235"/>
                  </a:lnTo>
                  <a:lnTo>
                    <a:pt x="8177664" y="42235"/>
                  </a:lnTo>
                  <a:lnTo>
                    <a:pt x="8177790" y="42235"/>
                  </a:lnTo>
                  <a:lnTo>
                    <a:pt x="8177916" y="42235"/>
                  </a:lnTo>
                  <a:lnTo>
                    <a:pt x="8178042" y="42235"/>
                  </a:lnTo>
                  <a:lnTo>
                    <a:pt x="8178168" y="42235"/>
                  </a:lnTo>
                  <a:lnTo>
                    <a:pt x="8178295" y="42235"/>
                  </a:lnTo>
                  <a:lnTo>
                    <a:pt x="8178421" y="42235"/>
                  </a:lnTo>
                  <a:lnTo>
                    <a:pt x="8178547" y="42235"/>
                  </a:lnTo>
                  <a:lnTo>
                    <a:pt x="8178673" y="42235"/>
                  </a:lnTo>
                  <a:lnTo>
                    <a:pt x="8178799" y="42235"/>
                  </a:lnTo>
                  <a:lnTo>
                    <a:pt x="8178925" y="42235"/>
                  </a:lnTo>
                  <a:lnTo>
                    <a:pt x="8179051" y="42235"/>
                  </a:lnTo>
                  <a:lnTo>
                    <a:pt x="8179177" y="42235"/>
                  </a:lnTo>
                  <a:lnTo>
                    <a:pt x="8179303" y="42235"/>
                  </a:lnTo>
                  <a:lnTo>
                    <a:pt x="8179429" y="42235"/>
                  </a:lnTo>
                  <a:lnTo>
                    <a:pt x="8179555" y="42235"/>
                  </a:lnTo>
                  <a:lnTo>
                    <a:pt x="8179681" y="42235"/>
                  </a:lnTo>
                  <a:lnTo>
                    <a:pt x="8179808" y="42235"/>
                  </a:lnTo>
                  <a:lnTo>
                    <a:pt x="8179934" y="42235"/>
                  </a:lnTo>
                  <a:lnTo>
                    <a:pt x="8180060" y="42235"/>
                  </a:lnTo>
                  <a:lnTo>
                    <a:pt x="8180186" y="42235"/>
                  </a:lnTo>
                  <a:lnTo>
                    <a:pt x="8180312" y="42235"/>
                  </a:lnTo>
                  <a:lnTo>
                    <a:pt x="8180438" y="42235"/>
                  </a:lnTo>
                  <a:lnTo>
                    <a:pt x="8180564" y="42235"/>
                  </a:lnTo>
                  <a:lnTo>
                    <a:pt x="8180690" y="42235"/>
                  </a:lnTo>
                  <a:lnTo>
                    <a:pt x="8180816" y="42235"/>
                  </a:lnTo>
                  <a:lnTo>
                    <a:pt x="8180942" y="42235"/>
                  </a:lnTo>
                  <a:lnTo>
                    <a:pt x="8181068" y="42235"/>
                  </a:lnTo>
                  <a:lnTo>
                    <a:pt x="8181195" y="42235"/>
                  </a:lnTo>
                  <a:lnTo>
                    <a:pt x="8181321" y="42235"/>
                  </a:lnTo>
                  <a:lnTo>
                    <a:pt x="8181447" y="42235"/>
                  </a:lnTo>
                  <a:lnTo>
                    <a:pt x="8181573" y="42235"/>
                  </a:lnTo>
                  <a:lnTo>
                    <a:pt x="8181699" y="42235"/>
                  </a:lnTo>
                  <a:lnTo>
                    <a:pt x="8181825" y="42235"/>
                  </a:lnTo>
                  <a:lnTo>
                    <a:pt x="8181951" y="42235"/>
                  </a:lnTo>
                  <a:lnTo>
                    <a:pt x="8182077" y="42235"/>
                  </a:lnTo>
                  <a:lnTo>
                    <a:pt x="8182203" y="42235"/>
                  </a:lnTo>
                  <a:lnTo>
                    <a:pt x="8182329" y="42235"/>
                  </a:lnTo>
                  <a:lnTo>
                    <a:pt x="8182455" y="42235"/>
                  </a:lnTo>
                  <a:lnTo>
                    <a:pt x="8182455" y="36955"/>
                  </a:lnTo>
                  <a:lnTo>
                    <a:pt x="8182582" y="36955"/>
                  </a:lnTo>
                  <a:lnTo>
                    <a:pt x="8182582" y="31676"/>
                  </a:lnTo>
                  <a:lnTo>
                    <a:pt x="8182708" y="31676"/>
                  </a:lnTo>
                  <a:lnTo>
                    <a:pt x="8182834" y="31676"/>
                  </a:lnTo>
                  <a:lnTo>
                    <a:pt x="8182960" y="31676"/>
                  </a:lnTo>
                  <a:lnTo>
                    <a:pt x="8183086" y="31676"/>
                  </a:lnTo>
                  <a:lnTo>
                    <a:pt x="8183212" y="31676"/>
                  </a:lnTo>
                  <a:lnTo>
                    <a:pt x="8183338" y="31676"/>
                  </a:lnTo>
                  <a:lnTo>
                    <a:pt x="8183464" y="31676"/>
                  </a:lnTo>
                  <a:lnTo>
                    <a:pt x="8183590" y="31676"/>
                  </a:lnTo>
                  <a:lnTo>
                    <a:pt x="8183716" y="31676"/>
                  </a:lnTo>
                  <a:lnTo>
                    <a:pt x="8183842" y="31676"/>
                  </a:lnTo>
                  <a:lnTo>
                    <a:pt x="8183968" y="31676"/>
                  </a:lnTo>
                  <a:lnTo>
                    <a:pt x="8184095" y="31676"/>
                  </a:lnTo>
                  <a:lnTo>
                    <a:pt x="8184221" y="31676"/>
                  </a:lnTo>
                  <a:lnTo>
                    <a:pt x="8184347" y="31676"/>
                  </a:lnTo>
                  <a:lnTo>
                    <a:pt x="8184473" y="31676"/>
                  </a:lnTo>
                  <a:lnTo>
                    <a:pt x="8184599" y="31676"/>
                  </a:lnTo>
                  <a:lnTo>
                    <a:pt x="8184725" y="31676"/>
                  </a:lnTo>
                  <a:lnTo>
                    <a:pt x="8184851" y="31676"/>
                  </a:lnTo>
                  <a:lnTo>
                    <a:pt x="8184977" y="31676"/>
                  </a:lnTo>
                  <a:lnTo>
                    <a:pt x="8185103" y="31676"/>
                  </a:lnTo>
                  <a:lnTo>
                    <a:pt x="8185229" y="31676"/>
                  </a:lnTo>
                  <a:lnTo>
                    <a:pt x="8185355" y="31676"/>
                  </a:lnTo>
                  <a:lnTo>
                    <a:pt x="8185482" y="31676"/>
                  </a:lnTo>
                  <a:lnTo>
                    <a:pt x="8185608" y="31676"/>
                  </a:lnTo>
                  <a:lnTo>
                    <a:pt x="8185734" y="31676"/>
                  </a:lnTo>
                  <a:lnTo>
                    <a:pt x="8185860" y="31676"/>
                  </a:lnTo>
                  <a:lnTo>
                    <a:pt x="8185986" y="31676"/>
                  </a:lnTo>
                  <a:lnTo>
                    <a:pt x="8186112" y="31676"/>
                  </a:lnTo>
                  <a:lnTo>
                    <a:pt x="8186238" y="31676"/>
                  </a:lnTo>
                  <a:lnTo>
                    <a:pt x="8186364" y="31676"/>
                  </a:lnTo>
                  <a:lnTo>
                    <a:pt x="8186490" y="31676"/>
                  </a:lnTo>
                  <a:lnTo>
                    <a:pt x="8186616" y="31676"/>
                  </a:lnTo>
                  <a:lnTo>
                    <a:pt x="8186742" y="31676"/>
                  </a:lnTo>
                  <a:lnTo>
                    <a:pt x="8186868" y="31676"/>
                  </a:lnTo>
                  <a:lnTo>
                    <a:pt x="8186995" y="31676"/>
                  </a:lnTo>
                  <a:lnTo>
                    <a:pt x="8187121" y="31676"/>
                  </a:lnTo>
                  <a:lnTo>
                    <a:pt x="8187247" y="31676"/>
                  </a:lnTo>
                  <a:lnTo>
                    <a:pt x="8187373" y="31676"/>
                  </a:lnTo>
                  <a:lnTo>
                    <a:pt x="8187499" y="31676"/>
                  </a:lnTo>
                  <a:lnTo>
                    <a:pt x="8187625" y="31676"/>
                  </a:lnTo>
                  <a:lnTo>
                    <a:pt x="8187751" y="31676"/>
                  </a:lnTo>
                  <a:lnTo>
                    <a:pt x="8187877" y="31676"/>
                  </a:lnTo>
                  <a:lnTo>
                    <a:pt x="8188003" y="31676"/>
                  </a:lnTo>
                  <a:lnTo>
                    <a:pt x="8188129" y="31676"/>
                  </a:lnTo>
                  <a:lnTo>
                    <a:pt x="8188255" y="31676"/>
                  </a:lnTo>
                  <a:lnTo>
                    <a:pt x="8188382" y="31676"/>
                  </a:lnTo>
                  <a:lnTo>
                    <a:pt x="8188508" y="31676"/>
                  </a:lnTo>
                  <a:lnTo>
                    <a:pt x="8188634" y="31676"/>
                  </a:lnTo>
                  <a:lnTo>
                    <a:pt x="8188760" y="31676"/>
                  </a:lnTo>
                  <a:lnTo>
                    <a:pt x="8188886" y="31676"/>
                  </a:lnTo>
                  <a:lnTo>
                    <a:pt x="8189012" y="31676"/>
                  </a:lnTo>
                  <a:lnTo>
                    <a:pt x="8189138" y="31676"/>
                  </a:lnTo>
                  <a:lnTo>
                    <a:pt x="8189138" y="26397"/>
                  </a:lnTo>
                  <a:lnTo>
                    <a:pt x="8189264" y="26397"/>
                  </a:lnTo>
                  <a:lnTo>
                    <a:pt x="8189390" y="26397"/>
                  </a:lnTo>
                  <a:lnTo>
                    <a:pt x="8189516" y="26397"/>
                  </a:lnTo>
                  <a:lnTo>
                    <a:pt x="8189642" y="26397"/>
                  </a:lnTo>
                  <a:lnTo>
                    <a:pt x="8189769" y="26397"/>
                  </a:lnTo>
                  <a:lnTo>
                    <a:pt x="8189895" y="26397"/>
                  </a:lnTo>
                  <a:lnTo>
                    <a:pt x="8190021" y="26397"/>
                  </a:lnTo>
                  <a:lnTo>
                    <a:pt x="8190147" y="26397"/>
                  </a:lnTo>
                  <a:lnTo>
                    <a:pt x="8190273" y="26397"/>
                  </a:lnTo>
                  <a:lnTo>
                    <a:pt x="8190399" y="26397"/>
                  </a:lnTo>
                  <a:lnTo>
                    <a:pt x="8190525" y="26397"/>
                  </a:lnTo>
                  <a:lnTo>
                    <a:pt x="8190651" y="26397"/>
                  </a:lnTo>
                  <a:lnTo>
                    <a:pt x="8190777" y="26397"/>
                  </a:lnTo>
                  <a:lnTo>
                    <a:pt x="8190903" y="26397"/>
                  </a:lnTo>
                  <a:lnTo>
                    <a:pt x="8191029" y="26397"/>
                  </a:lnTo>
                  <a:lnTo>
                    <a:pt x="8191155" y="26397"/>
                  </a:lnTo>
                  <a:lnTo>
                    <a:pt x="8191282" y="26397"/>
                  </a:lnTo>
                  <a:lnTo>
                    <a:pt x="8191408" y="26397"/>
                  </a:lnTo>
                  <a:lnTo>
                    <a:pt x="8191534" y="26397"/>
                  </a:lnTo>
                  <a:lnTo>
                    <a:pt x="8191660" y="26397"/>
                  </a:lnTo>
                  <a:lnTo>
                    <a:pt x="8191786" y="26397"/>
                  </a:lnTo>
                  <a:lnTo>
                    <a:pt x="8191912" y="26397"/>
                  </a:lnTo>
                  <a:lnTo>
                    <a:pt x="8192038" y="26397"/>
                  </a:lnTo>
                  <a:lnTo>
                    <a:pt x="8192164" y="26397"/>
                  </a:lnTo>
                  <a:lnTo>
                    <a:pt x="8192290" y="26397"/>
                  </a:lnTo>
                  <a:lnTo>
                    <a:pt x="8192416" y="26397"/>
                  </a:lnTo>
                  <a:lnTo>
                    <a:pt x="8192542" y="26397"/>
                  </a:lnTo>
                  <a:lnTo>
                    <a:pt x="8192669" y="26397"/>
                  </a:lnTo>
                  <a:lnTo>
                    <a:pt x="8192795" y="26397"/>
                  </a:lnTo>
                  <a:lnTo>
                    <a:pt x="8192921" y="26397"/>
                  </a:lnTo>
                  <a:lnTo>
                    <a:pt x="8193047" y="26397"/>
                  </a:lnTo>
                  <a:lnTo>
                    <a:pt x="8193173" y="26397"/>
                  </a:lnTo>
                  <a:lnTo>
                    <a:pt x="8193299" y="26397"/>
                  </a:lnTo>
                  <a:lnTo>
                    <a:pt x="8193425" y="26397"/>
                  </a:lnTo>
                  <a:lnTo>
                    <a:pt x="8193551" y="26397"/>
                  </a:lnTo>
                  <a:lnTo>
                    <a:pt x="8193677" y="26397"/>
                  </a:lnTo>
                  <a:lnTo>
                    <a:pt x="8193803" y="26397"/>
                  </a:lnTo>
                  <a:lnTo>
                    <a:pt x="8193929" y="26397"/>
                  </a:lnTo>
                  <a:lnTo>
                    <a:pt x="8194055" y="26397"/>
                  </a:lnTo>
                  <a:lnTo>
                    <a:pt x="8194182" y="26397"/>
                  </a:lnTo>
                  <a:lnTo>
                    <a:pt x="8194308" y="26397"/>
                  </a:lnTo>
                  <a:lnTo>
                    <a:pt x="8194434" y="26397"/>
                  </a:lnTo>
                  <a:lnTo>
                    <a:pt x="8194560" y="26397"/>
                  </a:lnTo>
                  <a:lnTo>
                    <a:pt x="8194686" y="26397"/>
                  </a:lnTo>
                  <a:lnTo>
                    <a:pt x="8194812" y="26397"/>
                  </a:lnTo>
                  <a:lnTo>
                    <a:pt x="8194938" y="26397"/>
                  </a:lnTo>
                  <a:lnTo>
                    <a:pt x="8195064" y="26397"/>
                  </a:lnTo>
                  <a:lnTo>
                    <a:pt x="8195190" y="26397"/>
                  </a:lnTo>
                  <a:lnTo>
                    <a:pt x="8195316" y="26397"/>
                  </a:lnTo>
                  <a:lnTo>
                    <a:pt x="8195442" y="26397"/>
                  </a:lnTo>
                  <a:lnTo>
                    <a:pt x="8195569" y="26397"/>
                  </a:lnTo>
                  <a:lnTo>
                    <a:pt x="8195695" y="26397"/>
                  </a:lnTo>
                  <a:lnTo>
                    <a:pt x="8195821" y="26397"/>
                  </a:lnTo>
                  <a:lnTo>
                    <a:pt x="8195947" y="26397"/>
                  </a:lnTo>
                  <a:lnTo>
                    <a:pt x="8196073" y="26397"/>
                  </a:lnTo>
                  <a:lnTo>
                    <a:pt x="8196199" y="26397"/>
                  </a:lnTo>
                  <a:lnTo>
                    <a:pt x="8196325" y="26397"/>
                  </a:lnTo>
                  <a:lnTo>
                    <a:pt x="8196451" y="26397"/>
                  </a:lnTo>
                  <a:lnTo>
                    <a:pt x="8196577" y="26397"/>
                  </a:lnTo>
                  <a:lnTo>
                    <a:pt x="8196703" y="26397"/>
                  </a:lnTo>
                  <a:lnTo>
                    <a:pt x="8196829" y="26397"/>
                  </a:lnTo>
                  <a:lnTo>
                    <a:pt x="8196955" y="26397"/>
                  </a:lnTo>
                  <a:lnTo>
                    <a:pt x="8197082" y="26397"/>
                  </a:lnTo>
                  <a:lnTo>
                    <a:pt x="8197208" y="26397"/>
                  </a:lnTo>
                  <a:lnTo>
                    <a:pt x="8197334" y="26397"/>
                  </a:lnTo>
                  <a:lnTo>
                    <a:pt x="8197460" y="26397"/>
                  </a:lnTo>
                  <a:lnTo>
                    <a:pt x="8197586" y="26397"/>
                  </a:lnTo>
                  <a:lnTo>
                    <a:pt x="8197712" y="26397"/>
                  </a:lnTo>
                  <a:lnTo>
                    <a:pt x="8197838" y="26397"/>
                  </a:lnTo>
                  <a:lnTo>
                    <a:pt x="8197964" y="26397"/>
                  </a:lnTo>
                  <a:lnTo>
                    <a:pt x="8198090" y="26397"/>
                  </a:lnTo>
                  <a:lnTo>
                    <a:pt x="8198216" y="26397"/>
                  </a:lnTo>
                  <a:lnTo>
                    <a:pt x="8198342" y="26397"/>
                  </a:lnTo>
                  <a:lnTo>
                    <a:pt x="8198469" y="26397"/>
                  </a:lnTo>
                  <a:lnTo>
                    <a:pt x="8198595" y="26397"/>
                  </a:lnTo>
                  <a:lnTo>
                    <a:pt x="8198721" y="26397"/>
                  </a:lnTo>
                  <a:lnTo>
                    <a:pt x="8198847" y="26397"/>
                  </a:lnTo>
                  <a:lnTo>
                    <a:pt x="8198973" y="26397"/>
                  </a:lnTo>
                  <a:lnTo>
                    <a:pt x="8199099" y="26397"/>
                  </a:lnTo>
                  <a:lnTo>
                    <a:pt x="8199225" y="26397"/>
                  </a:lnTo>
                  <a:lnTo>
                    <a:pt x="8199225" y="21117"/>
                  </a:lnTo>
                  <a:lnTo>
                    <a:pt x="8199351" y="21117"/>
                  </a:lnTo>
                  <a:lnTo>
                    <a:pt x="8199477" y="21117"/>
                  </a:lnTo>
                  <a:lnTo>
                    <a:pt x="8199603" y="21117"/>
                  </a:lnTo>
                  <a:lnTo>
                    <a:pt x="8199729" y="21117"/>
                  </a:lnTo>
                  <a:lnTo>
                    <a:pt x="8199856" y="21117"/>
                  </a:lnTo>
                  <a:lnTo>
                    <a:pt x="8199982" y="21117"/>
                  </a:lnTo>
                  <a:lnTo>
                    <a:pt x="8200108" y="21117"/>
                  </a:lnTo>
                  <a:lnTo>
                    <a:pt x="8200234" y="21117"/>
                  </a:lnTo>
                  <a:lnTo>
                    <a:pt x="8200360" y="21117"/>
                  </a:lnTo>
                  <a:lnTo>
                    <a:pt x="8200486" y="21117"/>
                  </a:lnTo>
                  <a:lnTo>
                    <a:pt x="8200612" y="21117"/>
                  </a:lnTo>
                  <a:lnTo>
                    <a:pt x="8200738" y="21117"/>
                  </a:lnTo>
                  <a:lnTo>
                    <a:pt x="8200864" y="21117"/>
                  </a:lnTo>
                  <a:lnTo>
                    <a:pt x="8200990" y="21117"/>
                  </a:lnTo>
                  <a:lnTo>
                    <a:pt x="8201116" y="21117"/>
                  </a:lnTo>
                  <a:lnTo>
                    <a:pt x="8201242" y="21117"/>
                  </a:lnTo>
                  <a:lnTo>
                    <a:pt x="8201369" y="21117"/>
                  </a:lnTo>
                  <a:lnTo>
                    <a:pt x="8201495" y="21117"/>
                  </a:lnTo>
                  <a:lnTo>
                    <a:pt x="8201621" y="21117"/>
                  </a:lnTo>
                  <a:lnTo>
                    <a:pt x="8201747" y="21117"/>
                  </a:lnTo>
                  <a:lnTo>
                    <a:pt x="8201873" y="21117"/>
                  </a:lnTo>
                  <a:lnTo>
                    <a:pt x="8201999" y="21117"/>
                  </a:lnTo>
                  <a:lnTo>
                    <a:pt x="8202125" y="21117"/>
                  </a:lnTo>
                  <a:lnTo>
                    <a:pt x="8202251" y="21117"/>
                  </a:lnTo>
                  <a:lnTo>
                    <a:pt x="8202377" y="21117"/>
                  </a:lnTo>
                  <a:lnTo>
                    <a:pt x="8202503" y="21117"/>
                  </a:lnTo>
                  <a:lnTo>
                    <a:pt x="8202629" y="21117"/>
                  </a:lnTo>
                  <a:lnTo>
                    <a:pt x="8202756" y="21117"/>
                  </a:lnTo>
                  <a:lnTo>
                    <a:pt x="8202882" y="21117"/>
                  </a:lnTo>
                  <a:lnTo>
                    <a:pt x="8203008" y="21117"/>
                  </a:lnTo>
                  <a:lnTo>
                    <a:pt x="8203134" y="21117"/>
                  </a:lnTo>
                  <a:lnTo>
                    <a:pt x="8203260" y="21117"/>
                  </a:lnTo>
                  <a:lnTo>
                    <a:pt x="8203386" y="21117"/>
                  </a:lnTo>
                  <a:lnTo>
                    <a:pt x="8203512" y="21117"/>
                  </a:lnTo>
                  <a:lnTo>
                    <a:pt x="8203638" y="21117"/>
                  </a:lnTo>
                  <a:lnTo>
                    <a:pt x="8203764" y="21117"/>
                  </a:lnTo>
                  <a:lnTo>
                    <a:pt x="8203890" y="21117"/>
                  </a:lnTo>
                  <a:lnTo>
                    <a:pt x="8204016" y="21117"/>
                  </a:lnTo>
                  <a:lnTo>
                    <a:pt x="8204142" y="21117"/>
                  </a:lnTo>
                  <a:lnTo>
                    <a:pt x="8204269" y="21117"/>
                  </a:lnTo>
                  <a:lnTo>
                    <a:pt x="8204395" y="21117"/>
                  </a:lnTo>
                  <a:lnTo>
                    <a:pt x="8204521" y="21117"/>
                  </a:lnTo>
                  <a:lnTo>
                    <a:pt x="8204647" y="21117"/>
                  </a:lnTo>
                  <a:lnTo>
                    <a:pt x="8204773" y="21117"/>
                  </a:lnTo>
                  <a:lnTo>
                    <a:pt x="8204899" y="21117"/>
                  </a:lnTo>
                  <a:lnTo>
                    <a:pt x="8205025" y="21117"/>
                  </a:lnTo>
                  <a:lnTo>
                    <a:pt x="8205151" y="21117"/>
                  </a:lnTo>
                  <a:lnTo>
                    <a:pt x="8205277" y="21117"/>
                  </a:lnTo>
                  <a:lnTo>
                    <a:pt x="8205403" y="21117"/>
                  </a:lnTo>
                  <a:lnTo>
                    <a:pt x="8205529" y="21117"/>
                  </a:lnTo>
                  <a:lnTo>
                    <a:pt x="8205656" y="21117"/>
                  </a:lnTo>
                  <a:lnTo>
                    <a:pt x="8205782" y="21117"/>
                  </a:lnTo>
                  <a:lnTo>
                    <a:pt x="8205908" y="21117"/>
                  </a:lnTo>
                  <a:lnTo>
                    <a:pt x="8206034" y="21117"/>
                  </a:lnTo>
                  <a:lnTo>
                    <a:pt x="8206160" y="21117"/>
                  </a:lnTo>
                  <a:lnTo>
                    <a:pt x="8206286" y="21117"/>
                  </a:lnTo>
                  <a:lnTo>
                    <a:pt x="8206412" y="21117"/>
                  </a:lnTo>
                  <a:lnTo>
                    <a:pt x="8206538" y="21117"/>
                  </a:lnTo>
                  <a:lnTo>
                    <a:pt x="8206664" y="21117"/>
                  </a:lnTo>
                  <a:lnTo>
                    <a:pt x="8206790" y="21117"/>
                  </a:lnTo>
                  <a:lnTo>
                    <a:pt x="8206916" y="21117"/>
                  </a:lnTo>
                  <a:lnTo>
                    <a:pt x="8207043" y="21117"/>
                  </a:lnTo>
                  <a:lnTo>
                    <a:pt x="8207169" y="21117"/>
                  </a:lnTo>
                  <a:lnTo>
                    <a:pt x="8207295" y="21117"/>
                  </a:lnTo>
                  <a:lnTo>
                    <a:pt x="8207421" y="21117"/>
                  </a:lnTo>
                  <a:lnTo>
                    <a:pt x="8207547" y="21117"/>
                  </a:lnTo>
                  <a:lnTo>
                    <a:pt x="8207673" y="21117"/>
                  </a:lnTo>
                  <a:lnTo>
                    <a:pt x="8207799" y="21117"/>
                  </a:lnTo>
                  <a:lnTo>
                    <a:pt x="8207925" y="21117"/>
                  </a:lnTo>
                  <a:lnTo>
                    <a:pt x="8208051" y="21117"/>
                  </a:lnTo>
                  <a:lnTo>
                    <a:pt x="8208177" y="21117"/>
                  </a:lnTo>
                  <a:lnTo>
                    <a:pt x="8208303" y="21117"/>
                  </a:lnTo>
                  <a:lnTo>
                    <a:pt x="8208429" y="21117"/>
                  </a:lnTo>
                  <a:lnTo>
                    <a:pt x="8208556" y="21117"/>
                  </a:lnTo>
                  <a:lnTo>
                    <a:pt x="8208682" y="21117"/>
                  </a:lnTo>
                  <a:lnTo>
                    <a:pt x="8208808" y="21117"/>
                  </a:lnTo>
                  <a:lnTo>
                    <a:pt x="8208934" y="21117"/>
                  </a:lnTo>
                  <a:lnTo>
                    <a:pt x="8209060" y="21117"/>
                  </a:lnTo>
                  <a:lnTo>
                    <a:pt x="8209186" y="21117"/>
                  </a:lnTo>
                  <a:lnTo>
                    <a:pt x="8209312" y="21117"/>
                  </a:lnTo>
                  <a:lnTo>
                    <a:pt x="8209438" y="21117"/>
                  </a:lnTo>
                  <a:lnTo>
                    <a:pt x="8209564" y="21117"/>
                  </a:lnTo>
                  <a:lnTo>
                    <a:pt x="8209690" y="21117"/>
                  </a:lnTo>
                  <a:lnTo>
                    <a:pt x="8209816" y="21117"/>
                  </a:lnTo>
                  <a:lnTo>
                    <a:pt x="8209943" y="21117"/>
                  </a:lnTo>
                  <a:lnTo>
                    <a:pt x="8210069" y="21117"/>
                  </a:lnTo>
                  <a:lnTo>
                    <a:pt x="8210195" y="21117"/>
                  </a:lnTo>
                  <a:lnTo>
                    <a:pt x="8210321" y="21117"/>
                  </a:lnTo>
                  <a:lnTo>
                    <a:pt x="8210447" y="21117"/>
                  </a:lnTo>
                  <a:lnTo>
                    <a:pt x="8210573" y="21117"/>
                  </a:lnTo>
                  <a:lnTo>
                    <a:pt x="8210699" y="21117"/>
                  </a:lnTo>
                  <a:lnTo>
                    <a:pt x="8210825" y="21117"/>
                  </a:lnTo>
                  <a:lnTo>
                    <a:pt x="8210951" y="21117"/>
                  </a:lnTo>
                  <a:lnTo>
                    <a:pt x="8211077" y="21117"/>
                  </a:lnTo>
                  <a:lnTo>
                    <a:pt x="8211203" y="21117"/>
                  </a:lnTo>
                  <a:lnTo>
                    <a:pt x="8211329" y="21117"/>
                  </a:lnTo>
                  <a:lnTo>
                    <a:pt x="8211456" y="21117"/>
                  </a:lnTo>
                  <a:lnTo>
                    <a:pt x="8211582" y="21117"/>
                  </a:lnTo>
                  <a:lnTo>
                    <a:pt x="8211708" y="21117"/>
                  </a:lnTo>
                  <a:lnTo>
                    <a:pt x="8211834" y="21117"/>
                  </a:lnTo>
                  <a:lnTo>
                    <a:pt x="8211960" y="21117"/>
                  </a:lnTo>
                  <a:lnTo>
                    <a:pt x="8212086" y="21117"/>
                  </a:lnTo>
                  <a:lnTo>
                    <a:pt x="8212212" y="21117"/>
                  </a:lnTo>
                  <a:lnTo>
                    <a:pt x="8212338" y="21117"/>
                  </a:lnTo>
                  <a:lnTo>
                    <a:pt x="8212464" y="21117"/>
                  </a:lnTo>
                  <a:lnTo>
                    <a:pt x="8212590" y="21117"/>
                  </a:lnTo>
                  <a:lnTo>
                    <a:pt x="8212716" y="21117"/>
                  </a:lnTo>
                  <a:lnTo>
                    <a:pt x="8212843" y="21117"/>
                  </a:lnTo>
                  <a:lnTo>
                    <a:pt x="8212969" y="21117"/>
                  </a:lnTo>
                  <a:lnTo>
                    <a:pt x="8213095" y="21117"/>
                  </a:lnTo>
                  <a:lnTo>
                    <a:pt x="8213221" y="21117"/>
                  </a:lnTo>
                  <a:lnTo>
                    <a:pt x="8213347" y="21117"/>
                  </a:lnTo>
                  <a:lnTo>
                    <a:pt x="8213473" y="21117"/>
                  </a:lnTo>
                  <a:lnTo>
                    <a:pt x="8213599" y="21117"/>
                  </a:lnTo>
                  <a:lnTo>
                    <a:pt x="8213725" y="21117"/>
                  </a:lnTo>
                  <a:lnTo>
                    <a:pt x="8213851" y="21117"/>
                  </a:lnTo>
                  <a:lnTo>
                    <a:pt x="8213977" y="21117"/>
                  </a:lnTo>
                  <a:lnTo>
                    <a:pt x="8214103" y="21117"/>
                  </a:lnTo>
                  <a:lnTo>
                    <a:pt x="8214229" y="21117"/>
                  </a:lnTo>
                  <a:lnTo>
                    <a:pt x="8214356" y="21117"/>
                  </a:lnTo>
                  <a:lnTo>
                    <a:pt x="8214482" y="21117"/>
                  </a:lnTo>
                  <a:lnTo>
                    <a:pt x="8214608" y="21117"/>
                  </a:lnTo>
                  <a:lnTo>
                    <a:pt x="8214734" y="21117"/>
                  </a:lnTo>
                  <a:lnTo>
                    <a:pt x="8214860" y="21117"/>
                  </a:lnTo>
                  <a:lnTo>
                    <a:pt x="8214986" y="21117"/>
                  </a:lnTo>
                  <a:lnTo>
                    <a:pt x="8215112" y="21117"/>
                  </a:lnTo>
                  <a:lnTo>
                    <a:pt x="8215238" y="21117"/>
                  </a:lnTo>
                  <a:lnTo>
                    <a:pt x="8215364" y="21117"/>
                  </a:lnTo>
                  <a:lnTo>
                    <a:pt x="8215490" y="21117"/>
                  </a:lnTo>
                  <a:lnTo>
                    <a:pt x="8215616" y="21117"/>
                  </a:lnTo>
                  <a:lnTo>
                    <a:pt x="8215743" y="21117"/>
                  </a:lnTo>
                  <a:lnTo>
                    <a:pt x="8215869" y="21117"/>
                  </a:lnTo>
                  <a:lnTo>
                    <a:pt x="8215995" y="21117"/>
                  </a:lnTo>
                  <a:lnTo>
                    <a:pt x="8216121" y="21117"/>
                  </a:lnTo>
                  <a:lnTo>
                    <a:pt x="8216247" y="21117"/>
                  </a:lnTo>
                  <a:lnTo>
                    <a:pt x="8216373" y="21117"/>
                  </a:lnTo>
                  <a:lnTo>
                    <a:pt x="8216499" y="21117"/>
                  </a:lnTo>
                  <a:lnTo>
                    <a:pt x="8216625" y="21117"/>
                  </a:lnTo>
                  <a:lnTo>
                    <a:pt x="8216751" y="21117"/>
                  </a:lnTo>
                  <a:lnTo>
                    <a:pt x="8216877" y="21117"/>
                  </a:lnTo>
                  <a:lnTo>
                    <a:pt x="8217003" y="21117"/>
                  </a:lnTo>
                  <a:lnTo>
                    <a:pt x="8217130" y="21117"/>
                  </a:lnTo>
                  <a:lnTo>
                    <a:pt x="8217256" y="21117"/>
                  </a:lnTo>
                  <a:lnTo>
                    <a:pt x="8217382" y="21117"/>
                  </a:lnTo>
                  <a:lnTo>
                    <a:pt x="8217508" y="21117"/>
                  </a:lnTo>
                  <a:lnTo>
                    <a:pt x="8217634" y="21117"/>
                  </a:lnTo>
                  <a:lnTo>
                    <a:pt x="8217760" y="21117"/>
                  </a:lnTo>
                  <a:lnTo>
                    <a:pt x="8217886" y="21117"/>
                  </a:lnTo>
                  <a:lnTo>
                    <a:pt x="8218012" y="21117"/>
                  </a:lnTo>
                  <a:lnTo>
                    <a:pt x="8218138" y="21117"/>
                  </a:lnTo>
                  <a:lnTo>
                    <a:pt x="8218264" y="21117"/>
                  </a:lnTo>
                  <a:lnTo>
                    <a:pt x="8218390" y="21117"/>
                  </a:lnTo>
                  <a:lnTo>
                    <a:pt x="8218516" y="21117"/>
                  </a:lnTo>
                  <a:lnTo>
                    <a:pt x="8218643" y="21117"/>
                  </a:lnTo>
                  <a:lnTo>
                    <a:pt x="8218769" y="21117"/>
                  </a:lnTo>
                  <a:lnTo>
                    <a:pt x="8218895" y="21117"/>
                  </a:lnTo>
                  <a:lnTo>
                    <a:pt x="8219021" y="21117"/>
                  </a:lnTo>
                  <a:lnTo>
                    <a:pt x="8219147" y="21117"/>
                  </a:lnTo>
                  <a:lnTo>
                    <a:pt x="8219273" y="21117"/>
                  </a:lnTo>
                  <a:lnTo>
                    <a:pt x="8219399" y="21117"/>
                  </a:lnTo>
                  <a:lnTo>
                    <a:pt x="8219525" y="21117"/>
                  </a:lnTo>
                  <a:lnTo>
                    <a:pt x="8219651" y="21117"/>
                  </a:lnTo>
                  <a:lnTo>
                    <a:pt x="8219777" y="21117"/>
                  </a:lnTo>
                  <a:lnTo>
                    <a:pt x="8219903" y="21117"/>
                  </a:lnTo>
                  <a:lnTo>
                    <a:pt x="8220030" y="21117"/>
                  </a:lnTo>
                  <a:lnTo>
                    <a:pt x="8220156" y="21117"/>
                  </a:lnTo>
                  <a:lnTo>
                    <a:pt x="8220282" y="21117"/>
                  </a:lnTo>
                  <a:lnTo>
                    <a:pt x="8220408" y="21117"/>
                  </a:lnTo>
                  <a:lnTo>
                    <a:pt x="8220534" y="21117"/>
                  </a:lnTo>
                  <a:lnTo>
                    <a:pt x="8220660" y="21117"/>
                  </a:lnTo>
                  <a:lnTo>
                    <a:pt x="8220786" y="21117"/>
                  </a:lnTo>
                  <a:lnTo>
                    <a:pt x="8220912" y="21117"/>
                  </a:lnTo>
                  <a:lnTo>
                    <a:pt x="8221038" y="21117"/>
                  </a:lnTo>
                  <a:lnTo>
                    <a:pt x="8221164" y="21117"/>
                  </a:lnTo>
                  <a:lnTo>
                    <a:pt x="8221290" y="21117"/>
                  </a:lnTo>
                  <a:lnTo>
                    <a:pt x="8221416" y="21117"/>
                  </a:lnTo>
                  <a:lnTo>
                    <a:pt x="8221543" y="21117"/>
                  </a:lnTo>
                  <a:lnTo>
                    <a:pt x="8221669" y="21117"/>
                  </a:lnTo>
                  <a:lnTo>
                    <a:pt x="8221795" y="21117"/>
                  </a:lnTo>
                  <a:lnTo>
                    <a:pt x="8221921" y="21117"/>
                  </a:lnTo>
                  <a:lnTo>
                    <a:pt x="8222047" y="21117"/>
                  </a:lnTo>
                  <a:lnTo>
                    <a:pt x="8222173" y="21117"/>
                  </a:lnTo>
                  <a:lnTo>
                    <a:pt x="8222299" y="21117"/>
                  </a:lnTo>
                  <a:lnTo>
                    <a:pt x="8222425" y="21117"/>
                  </a:lnTo>
                  <a:lnTo>
                    <a:pt x="8222551" y="21117"/>
                  </a:lnTo>
                  <a:lnTo>
                    <a:pt x="8222677" y="21117"/>
                  </a:lnTo>
                  <a:lnTo>
                    <a:pt x="8222803" y="21117"/>
                  </a:lnTo>
                  <a:lnTo>
                    <a:pt x="8222930" y="21117"/>
                  </a:lnTo>
                  <a:lnTo>
                    <a:pt x="8223056" y="21117"/>
                  </a:lnTo>
                  <a:lnTo>
                    <a:pt x="8223182" y="21117"/>
                  </a:lnTo>
                  <a:lnTo>
                    <a:pt x="8223308" y="21117"/>
                  </a:lnTo>
                  <a:lnTo>
                    <a:pt x="8223434" y="21117"/>
                  </a:lnTo>
                  <a:lnTo>
                    <a:pt x="8223560" y="21117"/>
                  </a:lnTo>
                  <a:lnTo>
                    <a:pt x="8223686" y="21117"/>
                  </a:lnTo>
                  <a:lnTo>
                    <a:pt x="8223812" y="21117"/>
                  </a:lnTo>
                  <a:lnTo>
                    <a:pt x="8223938" y="21117"/>
                  </a:lnTo>
                  <a:lnTo>
                    <a:pt x="8224064" y="21117"/>
                  </a:lnTo>
                  <a:lnTo>
                    <a:pt x="8224190" y="21117"/>
                  </a:lnTo>
                  <a:lnTo>
                    <a:pt x="8224317" y="21117"/>
                  </a:lnTo>
                  <a:lnTo>
                    <a:pt x="8224443" y="21117"/>
                  </a:lnTo>
                  <a:lnTo>
                    <a:pt x="8224569" y="21117"/>
                  </a:lnTo>
                  <a:lnTo>
                    <a:pt x="8224695" y="21117"/>
                  </a:lnTo>
                  <a:lnTo>
                    <a:pt x="8224821" y="21117"/>
                  </a:lnTo>
                  <a:lnTo>
                    <a:pt x="8224947" y="21117"/>
                  </a:lnTo>
                  <a:lnTo>
                    <a:pt x="8225073" y="21117"/>
                  </a:lnTo>
                  <a:lnTo>
                    <a:pt x="8225199" y="21117"/>
                  </a:lnTo>
                  <a:lnTo>
                    <a:pt x="8225325" y="21117"/>
                  </a:lnTo>
                  <a:lnTo>
                    <a:pt x="8225451" y="21117"/>
                  </a:lnTo>
                  <a:lnTo>
                    <a:pt x="8225577" y="21117"/>
                  </a:lnTo>
                  <a:lnTo>
                    <a:pt x="8225703" y="21117"/>
                  </a:lnTo>
                  <a:lnTo>
                    <a:pt x="8225830" y="21117"/>
                  </a:lnTo>
                  <a:lnTo>
                    <a:pt x="8225956" y="21117"/>
                  </a:lnTo>
                  <a:lnTo>
                    <a:pt x="8226082" y="21117"/>
                  </a:lnTo>
                  <a:lnTo>
                    <a:pt x="8226208" y="21117"/>
                  </a:lnTo>
                  <a:lnTo>
                    <a:pt x="8226334" y="21117"/>
                  </a:lnTo>
                  <a:lnTo>
                    <a:pt x="8226460" y="21117"/>
                  </a:lnTo>
                  <a:lnTo>
                    <a:pt x="8226586" y="21117"/>
                  </a:lnTo>
                  <a:lnTo>
                    <a:pt x="8226712" y="21117"/>
                  </a:lnTo>
                  <a:lnTo>
                    <a:pt x="8226838" y="21117"/>
                  </a:lnTo>
                  <a:lnTo>
                    <a:pt x="8226964" y="21117"/>
                  </a:lnTo>
                  <a:lnTo>
                    <a:pt x="8227090" y="21117"/>
                  </a:lnTo>
                  <a:lnTo>
                    <a:pt x="8227217" y="21117"/>
                  </a:lnTo>
                  <a:lnTo>
                    <a:pt x="8227343" y="21117"/>
                  </a:lnTo>
                  <a:lnTo>
                    <a:pt x="8227469" y="21117"/>
                  </a:lnTo>
                  <a:lnTo>
                    <a:pt x="8227595" y="21117"/>
                  </a:lnTo>
                  <a:lnTo>
                    <a:pt x="8227721" y="21117"/>
                  </a:lnTo>
                  <a:lnTo>
                    <a:pt x="8227847" y="21117"/>
                  </a:lnTo>
                  <a:lnTo>
                    <a:pt x="8227973" y="21117"/>
                  </a:lnTo>
                  <a:lnTo>
                    <a:pt x="8228099" y="21117"/>
                  </a:lnTo>
                  <a:lnTo>
                    <a:pt x="8228225" y="21117"/>
                  </a:lnTo>
                  <a:lnTo>
                    <a:pt x="8228351" y="21117"/>
                  </a:lnTo>
                  <a:lnTo>
                    <a:pt x="8228477" y="21117"/>
                  </a:lnTo>
                  <a:lnTo>
                    <a:pt x="8228603" y="21117"/>
                  </a:lnTo>
                  <a:lnTo>
                    <a:pt x="8228730" y="21117"/>
                  </a:lnTo>
                  <a:lnTo>
                    <a:pt x="8228856" y="21117"/>
                  </a:lnTo>
                  <a:lnTo>
                    <a:pt x="8228982" y="21117"/>
                  </a:lnTo>
                  <a:lnTo>
                    <a:pt x="8229108" y="21117"/>
                  </a:lnTo>
                  <a:lnTo>
                    <a:pt x="8229234" y="21117"/>
                  </a:lnTo>
                  <a:lnTo>
                    <a:pt x="8229360" y="21117"/>
                  </a:lnTo>
                  <a:lnTo>
                    <a:pt x="8229486" y="21117"/>
                  </a:lnTo>
                  <a:lnTo>
                    <a:pt x="8229612" y="21117"/>
                  </a:lnTo>
                  <a:lnTo>
                    <a:pt x="8229738" y="21117"/>
                  </a:lnTo>
                  <a:lnTo>
                    <a:pt x="8229864" y="21117"/>
                  </a:lnTo>
                  <a:lnTo>
                    <a:pt x="8229990" y="21117"/>
                  </a:lnTo>
                  <a:lnTo>
                    <a:pt x="8230117" y="21117"/>
                  </a:lnTo>
                  <a:lnTo>
                    <a:pt x="8230243" y="21117"/>
                  </a:lnTo>
                  <a:lnTo>
                    <a:pt x="8230369" y="21117"/>
                  </a:lnTo>
                  <a:lnTo>
                    <a:pt x="8230495" y="21117"/>
                  </a:lnTo>
                  <a:lnTo>
                    <a:pt x="8230621" y="21117"/>
                  </a:lnTo>
                  <a:lnTo>
                    <a:pt x="8230747" y="21117"/>
                  </a:lnTo>
                  <a:lnTo>
                    <a:pt x="8230873" y="21117"/>
                  </a:lnTo>
                  <a:lnTo>
                    <a:pt x="8230999" y="21117"/>
                  </a:lnTo>
                  <a:lnTo>
                    <a:pt x="8231125" y="21117"/>
                  </a:lnTo>
                  <a:lnTo>
                    <a:pt x="8231251" y="21117"/>
                  </a:lnTo>
                  <a:lnTo>
                    <a:pt x="8231377" y="21117"/>
                  </a:lnTo>
                  <a:lnTo>
                    <a:pt x="8231504" y="21117"/>
                  </a:lnTo>
                  <a:lnTo>
                    <a:pt x="8231630" y="21117"/>
                  </a:lnTo>
                  <a:lnTo>
                    <a:pt x="8231756" y="21117"/>
                  </a:lnTo>
                  <a:lnTo>
                    <a:pt x="8231882" y="21117"/>
                  </a:lnTo>
                  <a:lnTo>
                    <a:pt x="8232008" y="21117"/>
                  </a:lnTo>
                  <a:lnTo>
                    <a:pt x="8232134" y="21117"/>
                  </a:lnTo>
                  <a:lnTo>
                    <a:pt x="8232260" y="21117"/>
                  </a:lnTo>
                  <a:lnTo>
                    <a:pt x="8232386" y="21117"/>
                  </a:lnTo>
                  <a:lnTo>
                    <a:pt x="8232512" y="21117"/>
                  </a:lnTo>
                  <a:lnTo>
                    <a:pt x="8232638" y="21117"/>
                  </a:lnTo>
                  <a:lnTo>
                    <a:pt x="8232764" y="21117"/>
                  </a:lnTo>
                  <a:lnTo>
                    <a:pt x="8232890" y="21117"/>
                  </a:lnTo>
                  <a:lnTo>
                    <a:pt x="8233017" y="21117"/>
                  </a:lnTo>
                  <a:lnTo>
                    <a:pt x="8233143" y="21117"/>
                  </a:lnTo>
                  <a:lnTo>
                    <a:pt x="8233269" y="21117"/>
                  </a:lnTo>
                  <a:lnTo>
                    <a:pt x="8233395" y="21117"/>
                  </a:lnTo>
                  <a:lnTo>
                    <a:pt x="8233521" y="21117"/>
                  </a:lnTo>
                  <a:lnTo>
                    <a:pt x="8233647" y="21117"/>
                  </a:lnTo>
                  <a:lnTo>
                    <a:pt x="8233773" y="21117"/>
                  </a:lnTo>
                  <a:lnTo>
                    <a:pt x="8233899" y="21117"/>
                  </a:lnTo>
                  <a:lnTo>
                    <a:pt x="8234025" y="21117"/>
                  </a:lnTo>
                  <a:lnTo>
                    <a:pt x="8234151" y="21117"/>
                  </a:lnTo>
                  <a:lnTo>
                    <a:pt x="8234277" y="21117"/>
                  </a:lnTo>
                  <a:lnTo>
                    <a:pt x="8234404" y="21117"/>
                  </a:lnTo>
                  <a:lnTo>
                    <a:pt x="8234530" y="21117"/>
                  </a:lnTo>
                  <a:lnTo>
                    <a:pt x="8234656" y="21117"/>
                  </a:lnTo>
                  <a:lnTo>
                    <a:pt x="8234782" y="21117"/>
                  </a:lnTo>
                  <a:lnTo>
                    <a:pt x="8234908" y="21117"/>
                  </a:lnTo>
                  <a:lnTo>
                    <a:pt x="8235034" y="21117"/>
                  </a:lnTo>
                  <a:lnTo>
                    <a:pt x="8235160" y="21117"/>
                  </a:lnTo>
                  <a:lnTo>
                    <a:pt x="8235286" y="21117"/>
                  </a:lnTo>
                  <a:lnTo>
                    <a:pt x="8235412" y="21117"/>
                  </a:lnTo>
                  <a:lnTo>
                    <a:pt x="8235538" y="21117"/>
                  </a:lnTo>
                  <a:lnTo>
                    <a:pt x="8235664" y="21117"/>
                  </a:lnTo>
                  <a:lnTo>
                    <a:pt x="8235790" y="21117"/>
                  </a:lnTo>
                  <a:lnTo>
                    <a:pt x="8235917" y="21117"/>
                  </a:lnTo>
                  <a:lnTo>
                    <a:pt x="8236043" y="21117"/>
                  </a:lnTo>
                  <a:lnTo>
                    <a:pt x="8236169" y="21117"/>
                  </a:lnTo>
                  <a:lnTo>
                    <a:pt x="8236295" y="21117"/>
                  </a:lnTo>
                  <a:lnTo>
                    <a:pt x="8236421" y="21117"/>
                  </a:lnTo>
                  <a:lnTo>
                    <a:pt x="8236547" y="21117"/>
                  </a:lnTo>
                  <a:lnTo>
                    <a:pt x="8236673" y="21117"/>
                  </a:lnTo>
                  <a:lnTo>
                    <a:pt x="8236799" y="21117"/>
                  </a:lnTo>
                  <a:lnTo>
                    <a:pt x="8236925" y="21117"/>
                  </a:lnTo>
                  <a:lnTo>
                    <a:pt x="8237051" y="21117"/>
                  </a:lnTo>
                  <a:lnTo>
                    <a:pt x="8237177" y="21117"/>
                  </a:lnTo>
                  <a:lnTo>
                    <a:pt x="8237304" y="21117"/>
                  </a:lnTo>
                  <a:lnTo>
                    <a:pt x="8237430" y="21117"/>
                  </a:lnTo>
                  <a:lnTo>
                    <a:pt x="8237556" y="21117"/>
                  </a:lnTo>
                  <a:lnTo>
                    <a:pt x="8237682" y="21117"/>
                  </a:lnTo>
                  <a:lnTo>
                    <a:pt x="8237808" y="21117"/>
                  </a:lnTo>
                  <a:lnTo>
                    <a:pt x="8237934" y="21117"/>
                  </a:lnTo>
                  <a:lnTo>
                    <a:pt x="8238060" y="21117"/>
                  </a:lnTo>
                  <a:lnTo>
                    <a:pt x="8238186" y="21117"/>
                  </a:lnTo>
                  <a:lnTo>
                    <a:pt x="8238312" y="21117"/>
                  </a:lnTo>
                  <a:lnTo>
                    <a:pt x="8238438" y="21117"/>
                  </a:lnTo>
                  <a:lnTo>
                    <a:pt x="8238564" y="21117"/>
                  </a:lnTo>
                  <a:lnTo>
                    <a:pt x="8238690" y="21117"/>
                  </a:lnTo>
                  <a:lnTo>
                    <a:pt x="8238817" y="21117"/>
                  </a:lnTo>
                  <a:lnTo>
                    <a:pt x="8238943" y="21117"/>
                  </a:lnTo>
                  <a:lnTo>
                    <a:pt x="8239069" y="21117"/>
                  </a:lnTo>
                  <a:lnTo>
                    <a:pt x="8239195" y="21117"/>
                  </a:lnTo>
                  <a:lnTo>
                    <a:pt x="8239321" y="21117"/>
                  </a:lnTo>
                  <a:lnTo>
                    <a:pt x="8239447" y="21117"/>
                  </a:lnTo>
                  <a:lnTo>
                    <a:pt x="8239573" y="21117"/>
                  </a:lnTo>
                  <a:lnTo>
                    <a:pt x="8239699" y="21117"/>
                  </a:lnTo>
                  <a:lnTo>
                    <a:pt x="8239825" y="21117"/>
                  </a:lnTo>
                  <a:lnTo>
                    <a:pt x="8239951" y="21117"/>
                  </a:lnTo>
                  <a:lnTo>
                    <a:pt x="8240077" y="21117"/>
                  </a:lnTo>
                  <a:lnTo>
                    <a:pt x="8240204" y="21117"/>
                  </a:lnTo>
                  <a:lnTo>
                    <a:pt x="8240330" y="21117"/>
                  </a:lnTo>
                  <a:lnTo>
                    <a:pt x="8240456" y="21117"/>
                  </a:lnTo>
                  <a:lnTo>
                    <a:pt x="8240582" y="21117"/>
                  </a:lnTo>
                  <a:lnTo>
                    <a:pt x="8240708" y="21117"/>
                  </a:lnTo>
                  <a:lnTo>
                    <a:pt x="8240834" y="21117"/>
                  </a:lnTo>
                  <a:lnTo>
                    <a:pt x="8240960" y="21117"/>
                  </a:lnTo>
                  <a:lnTo>
                    <a:pt x="8241086" y="21117"/>
                  </a:lnTo>
                  <a:lnTo>
                    <a:pt x="8241212" y="21117"/>
                  </a:lnTo>
                  <a:lnTo>
                    <a:pt x="8241338" y="21117"/>
                  </a:lnTo>
                  <a:lnTo>
                    <a:pt x="8241464" y="21117"/>
                  </a:lnTo>
                  <a:lnTo>
                    <a:pt x="8241591" y="21117"/>
                  </a:lnTo>
                  <a:lnTo>
                    <a:pt x="8241717" y="21117"/>
                  </a:lnTo>
                  <a:lnTo>
                    <a:pt x="8241843" y="21117"/>
                  </a:lnTo>
                  <a:lnTo>
                    <a:pt x="8241969" y="21117"/>
                  </a:lnTo>
                  <a:lnTo>
                    <a:pt x="8242095" y="21117"/>
                  </a:lnTo>
                  <a:lnTo>
                    <a:pt x="8242221" y="21117"/>
                  </a:lnTo>
                  <a:lnTo>
                    <a:pt x="8242347" y="21117"/>
                  </a:lnTo>
                  <a:lnTo>
                    <a:pt x="8242473" y="21117"/>
                  </a:lnTo>
                  <a:lnTo>
                    <a:pt x="8242599" y="21117"/>
                  </a:lnTo>
                  <a:lnTo>
                    <a:pt x="8242725" y="21117"/>
                  </a:lnTo>
                  <a:lnTo>
                    <a:pt x="8242851" y="21117"/>
                  </a:lnTo>
                  <a:lnTo>
                    <a:pt x="8242977" y="21117"/>
                  </a:lnTo>
                  <a:lnTo>
                    <a:pt x="8243104" y="21117"/>
                  </a:lnTo>
                  <a:lnTo>
                    <a:pt x="8243230" y="21117"/>
                  </a:lnTo>
                  <a:lnTo>
                    <a:pt x="8243356" y="21117"/>
                  </a:lnTo>
                  <a:lnTo>
                    <a:pt x="8243482" y="21117"/>
                  </a:lnTo>
                  <a:lnTo>
                    <a:pt x="8243608" y="21117"/>
                  </a:lnTo>
                  <a:lnTo>
                    <a:pt x="8243734" y="21117"/>
                  </a:lnTo>
                  <a:lnTo>
                    <a:pt x="8243860" y="21117"/>
                  </a:lnTo>
                  <a:lnTo>
                    <a:pt x="8243986" y="21117"/>
                  </a:lnTo>
                  <a:lnTo>
                    <a:pt x="8244112" y="21117"/>
                  </a:lnTo>
                  <a:lnTo>
                    <a:pt x="8244238" y="21117"/>
                  </a:lnTo>
                  <a:lnTo>
                    <a:pt x="8244364" y="21117"/>
                  </a:lnTo>
                  <a:lnTo>
                    <a:pt x="8244491" y="21117"/>
                  </a:lnTo>
                  <a:lnTo>
                    <a:pt x="8244617" y="21117"/>
                  </a:lnTo>
                  <a:lnTo>
                    <a:pt x="8244743" y="21117"/>
                  </a:lnTo>
                  <a:lnTo>
                    <a:pt x="8244869" y="21117"/>
                  </a:lnTo>
                  <a:lnTo>
                    <a:pt x="8244995" y="21117"/>
                  </a:lnTo>
                  <a:lnTo>
                    <a:pt x="8245121" y="21117"/>
                  </a:lnTo>
                  <a:lnTo>
                    <a:pt x="8245247" y="21117"/>
                  </a:lnTo>
                  <a:lnTo>
                    <a:pt x="8245373" y="21117"/>
                  </a:lnTo>
                  <a:lnTo>
                    <a:pt x="8245499" y="21117"/>
                  </a:lnTo>
                  <a:lnTo>
                    <a:pt x="8245625" y="21117"/>
                  </a:lnTo>
                  <a:lnTo>
                    <a:pt x="8245751" y="21117"/>
                  </a:lnTo>
                  <a:lnTo>
                    <a:pt x="8245877" y="21117"/>
                  </a:lnTo>
                  <a:lnTo>
                    <a:pt x="8246004" y="21117"/>
                  </a:lnTo>
                  <a:lnTo>
                    <a:pt x="8246130" y="21117"/>
                  </a:lnTo>
                  <a:lnTo>
                    <a:pt x="8246256" y="21117"/>
                  </a:lnTo>
                  <a:lnTo>
                    <a:pt x="8246382" y="21117"/>
                  </a:lnTo>
                  <a:lnTo>
                    <a:pt x="8246508" y="21117"/>
                  </a:lnTo>
                  <a:lnTo>
                    <a:pt x="8246634" y="21117"/>
                  </a:lnTo>
                  <a:lnTo>
                    <a:pt x="8246760" y="21117"/>
                  </a:lnTo>
                  <a:lnTo>
                    <a:pt x="8246886" y="21117"/>
                  </a:lnTo>
                  <a:lnTo>
                    <a:pt x="8247012" y="21117"/>
                  </a:lnTo>
                  <a:lnTo>
                    <a:pt x="8247138" y="21117"/>
                  </a:lnTo>
                  <a:lnTo>
                    <a:pt x="8247264" y="21117"/>
                  </a:lnTo>
                  <a:lnTo>
                    <a:pt x="8247391" y="21117"/>
                  </a:lnTo>
                  <a:lnTo>
                    <a:pt x="8247517" y="21117"/>
                  </a:lnTo>
                  <a:lnTo>
                    <a:pt x="8247643" y="21117"/>
                  </a:lnTo>
                  <a:lnTo>
                    <a:pt x="8247769" y="21117"/>
                  </a:lnTo>
                  <a:lnTo>
                    <a:pt x="8247895" y="21117"/>
                  </a:lnTo>
                  <a:lnTo>
                    <a:pt x="8248021" y="21117"/>
                  </a:lnTo>
                  <a:lnTo>
                    <a:pt x="8248147" y="21117"/>
                  </a:lnTo>
                  <a:lnTo>
                    <a:pt x="8248273" y="21117"/>
                  </a:lnTo>
                  <a:lnTo>
                    <a:pt x="8248399" y="21117"/>
                  </a:lnTo>
                  <a:lnTo>
                    <a:pt x="8248525" y="21117"/>
                  </a:lnTo>
                  <a:lnTo>
                    <a:pt x="8248651" y="21117"/>
                  </a:lnTo>
                  <a:lnTo>
                    <a:pt x="8248778" y="21117"/>
                  </a:lnTo>
                  <a:lnTo>
                    <a:pt x="8248904" y="21117"/>
                  </a:lnTo>
                  <a:lnTo>
                    <a:pt x="8249030" y="21117"/>
                  </a:lnTo>
                  <a:lnTo>
                    <a:pt x="8249156" y="21117"/>
                  </a:lnTo>
                  <a:lnTo>
                    <a:pt x="8249282" y="21117"/>
                  </a:lnTo>
                  <a:lnTo>
                    <a:pt x="8249408" y="21117"/>
                  </a:lnTo>
                  <a:lnTo>
                    <a:pt x="8249534" y="21117"/>
                  </a:lnTo>
                  <a:lnTo>
                    <a:pt x="8249660" y="21117"/>
                  </a:lnTo>
                  <a:lnTo>
                    <a:pt x="8249786" y="21117"/>
                  </a:lnTo>
                  <a:lnTo>
                    <a:pt x="8249912" y="21117"/>
                  </a:lnTo>
                  <a:lnTo>
                    <a:pt x="8250038" y="21117"/>
                  </a:lnTo>
                  <a:lnTo>
                    <a:pt x="8250164" y="21117"/>
                  </a:lnTo>
                  <a:lnTo>
                    <a:pt x="8250291" y="21117"/>
                  </a:lnTo>
                  <a:lnTo>
                    <a:pt x="8250417" y="21117"/>
                  </a:lnTo>
                  <a:lnTo>
                    <a:pt x="8250543" y="21117"/>
                  </a:lnTo>
                  <a:lnTo>
                    <a:pt x="8250669" y="21117"/>
                  </a:lnTo>
                  <a:lnTo>
                    <a:pt x="8250795" y="21117"/>
                  </a:lnTo>
                  <a:lnTo>
                    <a:pt x="8250921" y="21117"/>
                  </a:lnTo>
                  <a:lnTo>
                    <a:pt x="8251047" y="21117"/>
                  </a:lnTo>
                  <a:lnTo>
                    <a:pt x="8251173" y="21117"/>
                  </a:lnTo>
                  <a:lnTo>
                    <a:pt x="8251299" y="21117"/>
                  </a:lnTo>
                  <a:lnTo>
                    <a:pt x="8251425" y="21117"/>
                  </a:lnTo>
                  <a:lnTo>
                    <a:pt x="8251551" y="21117"/>
                  </a:lnTo>
                  <a:lnTo>
                    <a:pt x="8251678" y="21117"/>
                  </a:lnTo>
                  <a:lnTo>
                    <a:pt x="8251804" y="21117"/>
                  </a:lnTo>
                  <a:lnTo>
                    <a:pt x="8251930" y="21117"/>
                  </a:lnTo>
                  <a:lnTo>
                    <a:pt x="8252056" y="21117"/>
                  </a:lnTo>
                  <a:lnTo>
                    <a:pt x="8252182" y="21117"/>
                  </a:lnTo>
                  <a:lnTo>
                    <a:pt x="8252308" y="21117"/>
                  </a:lnTo>
                  <a:lnTo>
                    <a:pt x="8252434" y="21117"/>
                  </a:lnTo>
                  <a:lnTo>
                    <a:pt x="8252560" y="21117"/>
                  </a:lnTo>
                  <a:lnTo>
                    <a:pt x="8252686" y="21117"/>
                  </a:lnTo>
                  <a:lnTo>
                    <a:pt x="8252812" y="21117"/>
                  </a:lnTo>
                  <a:lnTo>
                    <a:pt x="8252938" y="21117"/>
                  </a:lnTo>
                  <a:lnTo>
                    <a:pt x="8253064" y="21117"/>
                  </a:lnTo>
                  <a:lnTo>
                    <a:pt x="8253191" y="21117"/>
                  </a:lnTo>
                  <a:lnTo>
                    <a:pt x="8253317" y="21117"/>
                  </a:lnTo>
                  <a:lnTo>
                    <a:pt x="8253443" y="21117"/>
                  </a:lnTo>
                  <a:lnTo>
                    <a:pt x="8253569" y="21117"/>
                  </a:lnTo>
                  <a:lnTo>
                    <a:pt x="8253695" y="21117"/>
                  </a:lnTo>
                  <a:lnTo>
                    <a:pt x="8253821" y="21117"/>
                  </a:lnTo>
                  <a:lnTo>
                    <a:pt x="8253947" y="21117"/>
                  </a:lnTo>
                  <a:lnTo>
                    <a:pt x="8254073" y="21117"/>
                  </a:lnTo>
                  <a:lnTo>
                    <a:pt x="8254199" y="21117"/>
                  </a:lnTo>
                  <a:lnTo>
                    <a:pt x="8254325" y="21117"/>
                  </a:lnTo>
                  <a:lnTo>
                    <a:pt x="8254451" y="21117"/>
                  </a:lnTo>
                  <a:lnTo>
                    <a:pt x="8254578" y="21117"/>
                  </a:lnTo>
                  <a:lnTo>
                    <a:pt x="8254704" y="21117"/>
                  </a:lnTo>
                  <a:lnTo>
                    <a:pt x="8254830" y="21117"/>
                  </a:lnTo>
                  <a:lnTo>
                    <a:pt x="8254956" y="21117"/>
                  </a:lnTo>
                  <a:lnTo>
                    <a:pt x="8255082" y="21117"/>
                  </a:lnTo>
                  <a:lnTo>
                    <a:pt x="8255208" y="21117"/>
                  </a:lnTo>
                  <a:lnTo>
                    <a:pt x="8255334" y="21117"/>
                  </a:lnTo>
                  <a:lnTo>
                    <a:pt x="8255460" y="21117"/>
                  </a:lnTo>
                  <a:lnTo>
                    <a:pt x="8255586" y="21117"/>
                  </a:lnTo>
                  <a:lnTo>
                    <a:pt x="8255712" y="21117"/>
                  </a:lnTo>
                  <a:lnTo>
                    <a:pt x="8255838" y="21117"/>
                  </a:lnTo>
                  <a:lnTo>
                    <a:pt x="8255965" y="21117"/>
                  </a:lnTo>
                  <a:lnTo>
                    <a:pt x="8256091" y="21117"/>
                  </a:lnTo>
                  <a:lnTo>
                    <a:pt x="8256217" y="21117"/>
                  </a:lnTo>
                  <a:lnTo>
                    <a:pt x="8256343" y="21117"/>
                  </a:lnTo>
                  <a:lnTo>
                    <a:pt x="8256469" y="21117"/>
                  </a:lnTo>
                  <a:lnTo>
                    <a:pt x="8256595" y="21117"/>
                  </a:lnTo>
                  <a:lnTo>
                    <a:pt x="8256721" y="21117"/>
                  </a:lnTo>
                  <a:lnTo>
                    <a:pt x="8256847" y="21117"/>
                  </a:lnTo>
                  <a:lnTo>
                    <a:pt x="8256973" y="21117"/>
                  </a:lnTo>
                  <a:lnTo>
                    <a:pt x="8257099" y="21117"/>
                  </a:lnTo>
                  <a:lnTo>
                    <a:pt x="8257225" y="21117"/>
                  </a:lnTo>
                  <a:lnTo>
                    <a:pt x="8257351" y="21117"/>
                  </a:lnTo>
                  <a:lnTo>
                    <a:pt x="8257478" y="21117"/>
                  </a:lnTo>
                  <a:lnTo>
                    <a:pt x="8257604" y="21117"/>
                  </a:lnTo>
                  <a:lnTo>
                    <a:pt x="8257730" y="21117"/>
                  </a:lnTo>
                  <a:lnTo>
                    <a:pt x="8257856" y="21117"/>
                  </a:lnTo>
                  <a:lnTo>
                    <a:pt x="8257982" y="21117"/>
                  </a:lnTo>
                  <a:lnTo>
                    <a:pt x="8258108" y="21117"/>
                  </a:lnTo>
                  <a:lnTo>
                    <a:pt x="8258234" y="21117"/>
                  </a:lnTo>
                  <a:lnTo>
                    <a:pt x="8258360" y="21117"/>
                  </a:lnTo>
                  <a:lnTo>
                    <a:pt x="8258486" y="21117"/>
                  </a:lnTo>
                  <a:lnTo>
                    <a:pt x="8258612" y="21117"/>
                  </a:lnTo>
                  <a:lnTo>
                    <a:pt x="8258738" y="21117"/>
                  </a:lnTo>
                  <a:lnTo>
                    <a:pt x="8258865" y="21117"/>
                  </a:lnTo>
                  <a:lnTo>
                    <a:pt x="8258991" y="21117"/>
                  </a:lnTo>
                  <a:lnTo>
                    <a:pt x="8259117" y="21117"/>
                  </a:lnTo>
                  <a:lnTo>
                    <a:pt x="8259243" y="21117"/>
                  </a:lnTo>
                  <a:lnTo>
                    <a:pt x="8259369" y="21117"/>
                  </a:lnTo>
                  <a:lnTo>
                    <a:pt x="8259495" y="21117"/>
                  </a:lnTo>
                  <a:lnTo>
                    <a:pt x="8259621" y="21117"/>
                  </a:lnTo>
                  <a:lnTo>
                    <a:pt x="8259747" y="21117"/>
                  </a:lnTo>
                  <a:lnTo>
                    <a:pt x="8259873" y="21117"/>
                  </a:lnTo>
                  <a:lnTo>
                    <a:pt x="8259999" y="21117"/>
                  </a:lnTo>
                  <a:lnTo>
                    <a:pt x="8260125" y="21117"/>
                  </a:lnTo>
                  <a:lnTo>
                    <a:pt x="8260251" y="21117"/>
                  </a:lnTo>
                  <a:lnTo>
                    <a:pt x="8260378" y="21117"/>
                  </a:lnTo>
                  <a:lnTo>
                    <a:pt x="8260504" y="21117"/>
                  </a:lnTo>
                  <a:lnTo>
                    <a:pt x="8260630" y="21117"/>
                  </a:lnTo>
                  <a:lnTo>
                    <a:pt x="8260756" y="21117"/>
                  </a:lnTo>
                  <a:lnTo>
                    <a:pt x="8260882" y="21117"/>
                  </a:lnTo>
                  <a:lnTo>
                    <a:pt x="8261008" y="21117"/>
                  </a:lnTo>
                  <a:lnTo>
                    <a:pt x="8261134" y="21117"/>
                  </a:lnTo>
                  <a:lnTo>
                    <a:pt x="8261260" y="21117"/>
                  </a:lnTo>
                  <a:lnTo>
                    <a:pt x="8261386" y="21117"/>
                  </a:lnTo>
                  <a:lnTo>
                    <a:pt x="8261512" y="21117"/>
                  </a:lnTo>
                  <a:lnTo>
                    <a:pt x="8261638" y="21117"/>
                  </a:lnTo>
                  <a:lnTo>
                    <a:pt x="8261765" y="21117"/>
                  </a:lnTo>
                  <a:lnTo>
                    <a:pt x="8261891" y="21117"/>
                  </a:lnTo>
                  <a:lnTo>
                    <a:pt x="8262017" y="21117"/>
                  </a:lnTo>
                  <a:lnTo>
                    <a:pt x="8262143" y="21117"/>
                  </a:lnTo>
                  <a:lnTo>
                    <a:pt x="8262269" y="21117"/>
                  </a:lnTo>
                  <a:lnTo>
                    <a:pt x="8262395" y="21117"/>
                  </a:lnTo>
                  <a:lnTo>
                    <a:pt x="8262521" y="21117"/>
                  </a:lnTo>
                  <a:lnTo>
                    <a:pt x="8262647" y="21117"/>
                  </a:lnTo>
                  <a:lnTo>
                    <a:pt x="8262773" y="21117"/>
                  </a:lnTo>
                  <a:lnTo>
                    <a:pt x="8262899" y="21117"/>
                  </a:lnTo>
                  <a:lnTo>
                    <a:pt x="8263025" y="21117"/>
                  </a:lnTo>
                  <a:lnTo>
                    <a:pt x="8263151" y="21117"/>
                  </a:lnTo>
                  <a:lnTo>
                    <a:pt x="8263278" y="21117"/>
                  </a:lnTo>
                  <a:lnTo>
                    <a:pt x="8263404" y="21117"/>
                  </a:lnTo>
                  <a:lnTo>
                    <a:pt x="8263530" y="21117"/>
                  </a:lnTo>
                  <a:lnTo>
                    <a:pt x="8263656" y="21117"/>
                  </a:lnTo>
                  <a:lnTo>
                    <a:pt x="8263782" y="21117"/>
                  </a:lnTo>
                  <a:lnTo>
                    <a:pt x="8263908" y="21117"/>
                  </a:lnTo>
                  <a:lnTo>
                    <a:pt x="8264034" y="21117"/>
                  </a:lnTo>
                  <a:lnTo>
                    <a:pt x="8264160" y="21117"/>
                  </a:lnTo>
                  <a:lnTo>
                    <a:pt x="8264286" y="21117"/>
                  </a:lnTo>
                  <a:lnTo>
                    <a:pt x="8264412" y="21117"/>
                  </a:lnTo>
                  <a:lnTo>
                    <a:pt x="8264538" y="21117"/>
                  </a:lnTo>
                  <a:lnTo>
                    <a:pt x="8264665" y="21117"/>
                  </a:lnTo>
                  <a:lnTo>
                    <a:pt x="8264791" y="21117"/>
                  </a:lnTo>
                  <a:lnTo>
                    <a:pt x="8264917" y="21117"/>
                  </a:lnTo>
                  <a:lnTo>
                    <a:pt x="8265043" y="21117"/>
                  </a:lnTo>
                  <a:lnTo>
                    <a:pt x="8265169" y="21117"/>
                  </a:lnTo>
                  <a:lnTo>
                    <a:pt x="8265295" y="21117"/>
                  </a:lnTo>
                  <a:lnTo>
                    <a:pt x="8265421" y="21117"/>
                  </a:lnTo>
                  <a:lnTo>
                    <a:pt x="8265547" y="21117"/>
                  </a:lnTo>
                  <a:lnTo>
                    <a:pt x="8265673" y="21117"/>
                  </a:lnTo>
                  <a:lnTo>
                    <a:pt x="8265799" y="21117"/>
                  </a:lnTo>
                  <a:lnTo>
                    <a:pt x="8265925" y="21117"/>
                  </a:lnTo>
                  <a:lnTo>
                    <a:pt x="8266052" y="21117"/>
                  </a:lnTo>
                  <a:lnTo>
                    <a:pt x="8266178" y="21117"/>
                  </a:lnTo>
                  <a:lnTo>
                    <a:pt x="8266304" y="21117"/>
                  </a:lnTo>
                  <a:lnTo>
                    <a:pt x="8266430" y="21117"/>
                  </a:lnTo>
                  <a:lnTo>
                    <a:pt x="8266556" y="21117"/>
                  </a:lnTo>
                  <a:lnTo>
                    <a:pt x="8266682" y="21117"/>
                  </a:lnTo>
                  <a:lnTo>
                    <a:pt x="8266808" y="21117"/>
                  </a:lnTo>
                  <a:lnTo>
                    <a:pt x="8266934" y="21117"/>
                  </a:lnTo>
                  <a:lnTo>
                    <a:pt x="8267060" y="21117"/>
                  </a:lnTo>
                  <a:lnTo>
                    <a:pt x="8267186" y="21117"/>
                  </a:lnTo>
                  <a:lnTo>
                    <a:pt x="8267312" y="21117"/>
                  </a:lnTo>
                  <a:lnTo>
                    <a:pt x="8267438" y="21117"/>
                  </a:lnTo>
                  <a:lnTo>
                    <a:pt x="8267565" y="21117"/>
                  </a:lnTo>
                  <a:lnTo>
                    <a:pt x="8267691" y="21117"/>
                  </a:lnTo>
                  <a:lnTo>
                    <a:pt x="8267817" y="21117"/>
                  </a:lnTo>
                  <a:lnTo>
                    <a:pt x="8267943" y="21117"/>
                  </a:lnTo>
                  <a:lnTo>
                    <a:pt x="8268069" y="21117"/>
                  </a:lnTo>
                  <a:lnTo>
                    <a:pt x="8268195" y="21117"/>
                  </a:lnTo>
                  <a:lnTo>
                    <a:pt x="8268321" y="21117"/>
                  </a:lnTo>
                  <a:lnTo>
                    <a:pt x="8268447" y="21117"/>
                  </a:lnTo>
                  <a:lnTo>
                    <a:pt x="8268573" y="21117"/>
                  </a:lnTo>
                  <a:lnTo>
                    <a:pt x="8268699" y="21117"/>
                  </a:lnTo>
                  <a:lnTo>
                    <a:pt x="8268825" y="21117"/>
                  </a:lnTo>
                  <a:lnTo>
                    <a:pt x="8268952" y="21117"/>
                  </a:lnTo>
                  <a:lnTo>
                    <a:pt x="8269078" y="21117"/>
                  </a:lnTo>
                  <a:lnTo>
                    <a:pt x="8269204" y="21117"/>
                  </a:lnTo>
                  <a:lnTo>
                    <a:pt x="8269330" y="21117"/>
                  </a:lnTo>
                  <a:lnTo>
                    <a:pt x="8269456" y="21117"/>
                  </a:lnTo>
                  <a:lnTo>
                    <a:pt x="8269582" y="21117"/>
                  </a:lnTo>
                  <a:lnTo>
                    <a:pt x="8269708" y="21117"/>
                  </a:lnTo>
                  <a:lnTo>
                    <a:pt x="8269834" y="21117"/>
                  </a:lnTo>
                  <a:lnTo>
                    <a:pt x="8269960" y="21117"/>
                  </a:lnTo>
                  <a:lnTo>
                    <a:pt x="8270086" y="21117"/>
                  </a:lnTo>
                  <a:lnTo>
                    <a:pt x="8270212" y="21117"/>
                  </a:lnTo>
                  <a:lnTo>
                    <a:pt x="8270338" y="21117"/>
                  </a:lnTo>
                  <a:lnTo>
                    <a:pt x="8270465" y="21117"/>
                  </a:lnTo>
                  <a:lnTo>
                    <a:pt x="8270591" y="21117"/>
                  </a:lnTo>
                  <a:lnTo>
                    <a:pt x="8270717" y="21117"/>
                  </a:lnTo>
                  <a:lnTo>
                    <a:pt x="8270843" y="21117"/>
                  </a:lnTo>
                  <a:lnTo>
                    <a:pt x="8270969" y="21117"/>
                  </a:lnTo>
                  <a:lnTo>
                    <a:pt x="8271095" y="21117"/>
                  </a:lnTo>
                  <a:lnTo>
                    <a:pt x="8271221" y="21117"/>
                  </a:lnTo>
                  <a:lnTo>
                    <a:pt x="8271347" y="21117"/>
                  </a:lnTo>
                  <a:lnTo>
                    <a:pt x="8271473" y="21117"/>
                  </a:lnTo>
                  <a:lnTo>
                    <a:pt x="8271599" y="21117"/>
                  </a:lnTo>
                  <a:lnTo>
                    <a:pt x="8271725" y="21117"/>
                  </a:lnTo>
                  <a:lnTo>
                    <a:pt x="8271852" y="21117"/>
                  </a:lnTo>
                  <a:lnTo>
                    <a:pt x="8271978" y="21117"/>
                  </a:lnTo>
                  <a:lnTo>
                    <a:pt x="8272104" y="21117"/>
                  </a:lnTo>
                  <a:lnTo>
                    <a:pt x="8272230" y="21117"/>
                  </a:lnTo>
                  <a:lnTo>
                    <a:pt x="8272356" y="21117"/>
                  </a:lnTo>
                  <a:lnTo>
                    <a:pt x="8272482" y="21117"/>
                  </a:lnTo>
                  <a:lnTo>
                    <a:pt x="8272608" y="21117"/>
                  </a:lnTo>
                  <a:lnTo>
                    <a:pt x="8272734" y="21117"/>
                  </a:lnTo>
                  <a:lnTo>
                    <a:pt x="8272860" y="21117"/>
                  </a:lnTo>
                  <a:lnTo>
                    <a:pt x="8272986" y="21117"/>
                  </a:lnTo>
                  <a:lnTo>
                    <a:pt x="8273112" y="21117"/>
                  </a:lnTo>
                  <a:lnTo>
                    <a:pt x="8273239" y="21117"/>
                  </a:lnTo>
                  <a:lnTo>
                    <a:pt x="8273365" y="21117"/>
                  </a:lnTo>
                  <a:lnTo>
                    <a:pt x="8273491" y="21117"/>
                  </a:lnTo>
                  <a:lnTo>
                    <a:pt x="8273617" y="21117"/>
                  </a:lnTo>
                  <a:lnTo>
                    <a:pt x="8273743" y="21117"/>
                  </a:lnTo>
                  <a:lnTo>
                    <a:pt x="8273869" y="21117"/>
                  </a:lnTo>
                  <a:lnTo>
                    <a:pt x="8273995" y="21117"/>
                  </a:lnTo>
                  <a:lnTo>
                    <a:pt x="8274121" y="21117"/>
                  </a:lnTo>
                  <a:lnTo>
                    <a:pt x="8274247" y="21117"/>
                  </a:lnTo>
                  <a:lnTo>
                    <a:pt x="8274373" y="21117"/>
                  </a:lnTo>
                  <a:lnTo>
                    <a:pt x="8274499" y="21117"/>
                  </a:lnTo>
                  <a:lnTo>
                    <a:pt x="8274625" y="21117"/>
                  </a:lnTo>
                  <a:lnTo>
                    <a:pt x="8274752" y="21117"/>
                  </a:lnTo>
                  <a:lnTo>
                    <a:pt x="8274878" y="21117"/>
                  </a:lnTo>
                  <a:lnTo>
                    <a:pt x="8275004" y="21117"/>
                  </a:lnTo>
                  <a:lnTo>
                    <a:pt x="8275130" y="21117"/>
                  </a:lnTo>
                  <a:lnTo>
                    <a:pt x="8275256" y="21117"/>
                  </a:lnTo>
                  <a:lnTo>
                    <a:pt x="8275382" y="21117"/>
                  </a:lnTo>
                  <a:lnTo>
                    <a:pt x="8275508" y="21117"/>
                  </a:lnTo>
                  <a:lnTo>
                    <a:pt x="8275634" y="21117"/>
                  </a:lnTo>
                  <a:lnTo>
                    <a:pt x="8275760" y="21117"/>
                  </a:lnTo>
                  <a:lnTo>
                    <a:pt x="8275886" y="21117"/>
                  </a:lnTo>
                  <a:lnTo>
                    <a:pt x="8276012" y="21117"/>
                  </a:lnTo>
                  <a:lnTo>
                    <a:pt x="8276139" y="21117"/>
                  </a:lnTo>
                  <a:lnTo>
                    <a:pt x="8276265" y="21117"/>
                  </a:lnTo>
                  <a:lnTo>
                    <a:pt x="8276391" y="21117"/>
                  </a:lnTo>
                  <a:lnTo>
                    <a:pt x="8276517" y="21117"/>
                  </a:lnTo>
                  <a:lnTo>
                    <a:pt x="8276643" y="21117"/>
                  </a:lnTo>
                  <a:lnTo>
                    <a:pt x="8276769" y="21117"/>
                  </a:lnTo>
                  <a:lnTo>
                    <a:pt x="8276895" y="21117"/>
                  </a:lnTo>
                  <a:lnTo>
                    <a:pt x="8277021" y="21117"/>
                  </a:lnTo>
                  <a:lnTo>
                    <a:pt x="8277147" y="21117"/>
                  </a:lnTo>
                  <a:lnTo>
                    <a:pt x="8277273" y="21117"/>
                  </a:lnTo>
                  <a:lnTo>
                    <a:pt x="8277399" y="21117"/>
                  </a:lnTo>
                  <a:lnTo>
                    <a:pt x="8277525" y="21117"/>
                  </a:lnTo>
                  <a:lnTo>
                    <a:pt x="8277652" y="21117"/>
                  </a:lnTo>
                  <a:lnTo>
                    <a:pt x="8277778" y="21117"/>
                  </a:lnTo>
                  <a:lnTo>
                    <a:pt x="8277904" y="21117"/>
                  </a:lnTo>
                  <a:lnTo>
                    <a:pt x="8278030" y="21117"/>
                  </a:lnTo>
                  <a:lnTo>
                    <a:pt x="8278156" y="21117"/>
                  </a:lnTo>
                  <a:lnTo>
                    <a:pt x="8278282" y="21117"/>
                  </a:lnTo>
                  <a:lnTo>
                    <a:pt x="8278408" y="21117"/>
                  </a:lnTo>
                  <a:lnTo>
                    <a:pt x="8278534" y="21117"/>
                  </a:lnTo>
                  <a:lnTo>
                    <a:pt x="8278660" y="21117"/>
                  </a:lnTo>
                  <a:lnTo>
                    <a:pt x="8278786" y="21117"/>
                  </a:lnTo>
                  <a:lnTo>
                    <a:pt x="8278912" y="21117"/>
                  </a:lnTo>
                  <a:lnTo>
                    <a:pt x="8279039" y="21117"/>
                  </a:lnTo>
                  <a:lnTo>
                    <a:pt x="8279165" y="21117"/>
                  </a:lnTo>
                  <a:lnTo>
                    <a:pt x="8279291" y="21117"/>
                  </a:lnTo>
                  <a:lnTo>
                    <a:pt x="8279417" y="21117"/>
                  </a:lnTo>
                  <a:lnTo>
                    <a:pt x="8279543" y="21117"/>
                  </a:lnTo>
                  <a:lnTo>
                    <a:pt x="8279669" y="21117"/>
                  </a:lnTo>
                  <a:lnTo>
                    <a:pt x="8279795" y="21117"/>
                  </a:lnTo>
                  <a:lnTo>
                    <a:pt x="8279921" y="21117"/>
                  </a:lnTo>
                  <a:lnTo>
                    <a:pt x="8280047" y="21117"/>
                  </a:lnTo>
                  <a:lnTo>
                    <a:pt x="8280173" y="21117"/>
                  </a:lnTo>
                  <a:lnTo>
                    <a:pt x="8280299" y="21117"/>
                  </a:lnTo>
                  <a:lnTo>
                    <a:pt x="8280425" y="21117"/>
                  </a:lnTo>
                  <a:lnTo>
                    <a:pt x="8280552" y="21117"/>
                  </a:lnTo>
                  <a:lnTo>
                    <a:pt x="8280678" y="21117"/>
                  </a:lnTo>
                  <a:lnTo>
                    <a:pt x="8280804" y="21117"/>
                  </a:lnTo>
                  <a:lnTo>
                    <a:pt x="8280930" y="21117"/>
                  </a:lnTo>
                  <a:lnTo>
                    <a:pt x="8281056" y="21117"/>
                  </a:lnTo>
                  <a:lnTo>
                    <a:pt x="8281182" y="21117"/>
                  </a:lnTo>
                  <a:lnTo>
                    <a:pt x="8281308" y="21117"/>
                  </a:lnTo>
                  <a:lnTo>
                    <a:pt x="8281434" y="21117"/>
                  </a:lnTo>
                  <a:lnTo>
                    <a:pt x="8281560" y="21117"/>
                  </a:lnTo>
                  <a:lnTo>
                    <a:pt x="8281686" y="21117"/>
                  </a:lnTo>
                  <a:lnTo>
                    <a:pt x="8281812" y="21117"/>
                  </a:lnTo>
                  <a:lnTo>
                    <a:pt x="8281939" y="21117"/>
                  </a:lnTo>
                  <a:lnTo>
                    <a:pt x="8282065" y="21117"/>
                  </a:lnTo>
                  <a:lnTo>
                    <a:pt x="8282191" y="21117"/>
                  </a:lnTo>
                  <a:lnTo>
                    <a:pt x="8282317" y="21117"/>
                  </a:lnTo>
                  <a:lnTo>
                    <a:pt x="8282443" y="21117"/>
                  </a:lnTo>
                  <a:lnTo>
                    <a:pt x="8282569" y="21117"/>
                  </a:lnTo>
                  <a:lnTo>
                    <a:pt x="8282695" y="21117"/>
                  </a:lnTo>
                  <a:lnTo>
                    <a:pt x="8282821" y="21117"/>
                  </a:lnTo>
                  <a:lnTo>
                    <a:pt x="8282947" y="21117"/>
                  </a:lnTo>
                  <a:lnTo>
                    <a:pt x="8283073" y="21117"/>
                  </a:lnTo>
                  <a:lnTo>
                    <a:pt x="8283199" y="21117"/>
                  </a:lnTo>
                  <a:lnTo>
                    <a:pt x="8283326" y="21117"/>
                  </a:lnTo>
                  <a:lnTo>
                    <a:pt x="8283452" y="21117"/>
                  </a:lnTo>
                  <a:lnTo>
                    <a:pt x="8283578" y="21117"/>
                  </a:lnTo>
                  <a:lnTo>
                    <a:pt x="8283704" y="21117"/>
                  </a:lnTo>
                  <a:lnTo>
                    <a:pt x="8283704" y="15838"/>
                  </a:lnTo>
                  <a:lnTo>
                    <a:pt x="8283830" y="15838"/>
                  </a:lnTo>
                  <a:lnTo>
                    <a:pt x="8283956" y="15838"/>
                  </a:lnTo>
                  <a:lnTo>
                    <a:pt x="8284082" y="15838"/>
                  </a:lnTo>
                  <a:lnTo>
                    <a:pt x="8284208" y="15838"/>
                  </a:lnTo>
                  <a:lnTo>
                    <a:pt x="8284334" y="15838"/>
                  </a:lnTo>
                  <a:lnTo>
                    <a:pt x="8284460" y="15838"/>
                  </a:lnTo>
                  <a:lnTo>
                    <a:pt x="8284586" y="15838"/>
                  </a:lnTo>
                  <a:lnTo>
                    <a:pt x="8284712" y="15838"/>
                  </a:lnTo>
                  <a:lnTo>
                    <a:pt x="8284839" y="15838"/>
                  </a:lnTo>
                  <a:lnTo>
                    <a:pt x="8284965" y="15838"/>
                  </a:lnTo>
                  <a:lnTo>
                    <a:pt x="8285091" y="15838"/>
                  </a:lnTo>
                  <a:lnTo>
                    <a:pt x="8285217" y="15838"/>
                  </a:lnTo>
                  <a:lnTo>
                    <a:pt x="8285343" y="15838"/>
                  </a:lnTo>
                  <a:lnTo>
                    <a:pt x="8285469" y="15838"/>
                  </a:lnTo>
                  <a:lnTo>
                    <a:pt x="8285595" y="15838"/>
                  </a:lnTo>
                  <a:lnTo>
                    <a:pt x="8285721" y="15838"/>
                  </a:lnTo>
                  <a:lnTo>
                    <a:pt x="8285847" y="15838"/>
                  </a:lnTo>
                  <a:lnTo>
                    <a:pt x="8285973" y="15838"/>
                  </a:lnTo>
                  <a:lnTo>
                    <a:pt x="8286099" y="15838"/>
                  </a:lnTo>
                  <a:lnTo>
                    <a:pt x="8286226" y="15838"/>
                  </a:lnTo>
                  <a:lnTo>
                    <a:pt x="8286352" y="15838"/>
                  </a:lnTo>
                  <a:lnTo>
                    <a:pt x="8286478" y="15838"/>
                  </a:lnTo>
                  <a:lnTo>
                    <a:pt x="8286604" y="15838"/>
                  </a:lnTo>
                  <a:lnTo>
                    <a:pt x="8286730" y="15838"/>
                  </a:lnTo>
                  <a:lnTo>
                    <a:pt x="8286856" y="15838"/>
                  </a:lnTo>
                  <a:lnTo>
                    <a:pt x="8286982" y="15838"/>
                  </a:lnTo>
                  <a:lnTo>
                    <a:pt x="8287108" y="15838"/>
                  </a:lnTo>
                  <a:lnTo>
                    <a:pt x="8287234" y="15838"/>
                  </a:lnTo>
                  <a:lnTo>
                    <a:pt x="8287360" y="15838"/>
                  </a:lnTo>
                  <a:lnTo>
                    <a:pt x="8287486" y="15838"/>
                  </a:lnTo>
                  <a:lnTo>
                    <a:pt x="8287612" y="15838"/>
                  </a:lnTo>
                  <a:lnTo>
                    <a:pt x="8287739" y="15838"/>
                  </a:lnTo>
                  <a:lnTo>
                    <a:pt x="8287865" y="15838"/>
                  </a:lnTo>
                  <a:lnTo>
                    <a:pt x="8287991" y="15838"/>
                  </a:lnTo>
                  <a:lnTo>
                    <a:pt x="8288117" y="15838"/>
                  </a:lnTo>
                  <a:lnTo>
                    <a:pt x="8288243" y="15838"/>
                  </a:lnTo>
                  <a:lnTo>
                    <a:pt x="8288369" y="15838"/>
                  </a:lnTo>
                  <a:lnTo>
                    <a:pt x="8288495" y="15838"/>
                  </a:lnTo>
                  <a:lnTo>
                    <a:pt x="8288621" y="15838"/>
                  </a:lnTo>
                  <a:lnTo>
                    <a:pt x="8288747" y="15838"/>
                  </a:lnTo>
                  <a:lnTo>
                    <a:pt x="8288873" y="15838"/>
                  </a:lnTo>
                  <a:lnTo>
                    <a:pt x="8288999" y="15838"/>
                  </a:lnTo>
                  <a:lnTo>
                    <a:pt x="8289126" y="15838"/>
                  </a:lnTo>
                  <a:lnTo>
                    <a:pt x="8289252" y="15838"/>
                  </a:lnTo>
                  <a:lnTo>
                    <a:pt x="8289378" y="15838"/>
                  </a:lnTo>
                  <a:lnTo>
                    <a:pt x="8289504" y="15838"/>
                  </a:lnTo>
                  <a:lnTo>
                    <a:pt x="8289630" y="15838"/>
                  </a:lnTo>
                  <a:lnTo>
                    <a:pt x="8289756" y="15838"/>
                  </a:lnTo>
                  <a:lnTo>
                    <a:pt x="8289882" y="15838"/>
                  </a:lnTo>
                  <a:lnTo>
                    <a:pt x="8290008" y="15838"/>
                  </a:lnTo>
                  <a:lnTo>
                    <a:pt x="8290134" y="15838"/>
                  </a:lnTo>
                  <a:lnTo>
                    <a:pt x="8290260" y="15838"/>
                  </a:lnTo>
                  <a:lnTo>
                    <a:pt x="8290386" y="15838"/>
                  </a:lnTo>
                  <a:lnTo>
                    <a:pt x="8290513" y="15838"/>
                  </a:lnTo>
                  <a:lnTo>
                    <a:pt x="8290639" y="15838"/>
                  </a:lnTo>
                  <a:lnTo>
                    <a:pt x="8290765" y="15838"/>
                  </a:lnTo>
                  <a:lnTo>
                    <a:pt x="8290891" y="15838"/>
                  </a:lnTo>
                  <a:lnTo>
                    <a:pt x="8291017" y="15838"/>
                  </a:lnTo>
                  <a:lnTo>
                    <a:pt x="8291143" y="15838"/>
                  </a:lnTo>
                  <a:lnTo>
                    <a:pt x="8291269" y="15838"/>
                  </a:lnTo>
                  <a:lnTo>
                    <a:pt x="8291395" y="15838"/>
                  </a:lnTo>
                  <a:lnTo>
                    <a:pt x="8291521" y="15838"/>
                  </a:lnTo>
                  <a:lnTo>
                    <a:pt x="8291647" y="15838"/>
                  </a:lnTo>
                  <a:lnTo>
                    <a:pt x="8291773" y="15838"/>
                  </a:lnTo>
                  <a:lnTo>
                    <a:pt x="8291899" y="15838"/>
                  </a:lnTo>
                  <a:lnTo>
                    <a:pt x="8292026" y="15838"/>
                  </a:lnTo>
                  <a:lnTo>
                    <a:pt x="8292152" y="15838"/>
                  </a:lnTo>
                  <a:lnTo>
                    <a:pt x="8292278" y="15838"/>
                  </a:lnTo>
                  <a:lnTo>
                    <a:pt x="8292404" y="15838"/>
                  </a:lnTo>
                  <a:lnTo>
                    <a:pt x="8292530" y="15838"/>
                  </a:lnTo>
                  <a:lnTo>
                    <a:pt x="8292656" y="15838"/>
                  </a:lnTo>
                  <a:lnTo>
                    <a:pt x="8292782" y="15838"/>
                  </a:lnTo>
                  <a:lnTo>
                    <a:pt x="8292908" y="15838"/>
                  </a:lnTo>
                  <a:lnTo>
                    <a:pt x="8293034" y="15838"/>
                  </a:lnTo>
                  <a:lnTo>
                    <a:pt x="8293160" y="15838"/>
                  </a:lnTo>
                  <a:lnTo>
                    <a:pt x="8293286" y="15838"/>
                  </a:lnTo>
                  <a:lnTo>
                    <a:pt x="8293413" y="15838"/>
                  </a:lnTo>
                  <a:lnTo>
                    <a:pt x="8293539" y="15838"/>
                  </a:lnTo>
                  <a:lnTo>
                    <a:pt x="8293665" y="15838"/>
                  </a:lnTo>
                  <a:lnTo>
                    <a:pt x="8293791" y="15838"/>
                  </a:lnTo>
                  <a:lnTo>
                    <a:pt x="8293917" y="15838"/>
                  </a:lnTo>
                  <a:lnTo>
                    <a:pt x="8294043" y="15838"/>
                  </a:lnTo>
                  <a:lnTo>
                    <a:pt x="8294169" y="15838"/>
                  </a:lnTo>
                  <a:lnTo>
                    <a:pt x="8294295" y="15838"/>
                  </a:lnTo>
                  <a:lnTo>
                    <a:pt x="8294421" y="15838"/>
                  </a:lnTo>
                  <a:lnTo>
                    <a:pt x="8294547" y="15838"/>
                  </a:lnTo>
                  <a:lnTo>
                    <a:pt x="8294673" y="15838"/>
                  </a:lnTo>
                  <a:lnTo>
                    <a:pt x="8294799" y="15838"/>
                  </a:lnTo>
                  <a:lnTo>
                    <a:pt x="8294926" y="15838"/>
                  </a:lnTo>
                  <a:lnTo>
                    <a:pt x="8295052" y="15838"/>
                  </a:lnTo>
                  <a:lnTo>
                    <a:pt x="8295178" y="15838"/>
                  </a:lnTo>
                  <a:lnTo>
                    <a:pt x="8295304" y="15838"/>
                  </a:lnTo>
                  <a:lnTo>
                    <a:pt x="8295430" y="15838"/>
                  </a:lnTo>
                  <a:lnTo>
                    <a:pt x="8295556" y="15838"/>
                  </a:lnTo>
                  <a:lnTo>
                    <a:pt x="8295682" y="15838"/>
                  </a:lnTo>
                  <a:lnTo>
                    <a:pt x="8295808" y="15838"/>
                  </a:lnTo>
                  <a:lnTo>
                    <a:pt x="8295934" y="15838"/>
                  </a:lnTo>
                  <a:lnTo>
                    <a:pt x="8296060" y="15838"/>
                  </a:lnTo>
                  <a:lnTo>
                    <a:pt x="8296186" y="15838"/>
                  </a:lnTo>
                  <a:lnTo>
                    <a:pt x="8296313" y="15838"/>
                  </a:lnTo>
                  <a:lnTo>
                    <a:pt x="8296439" y="15838"/>
                  </a:lnTo>
                  <a:lnTo>
                    <a:pt x="8296565" y="15838"/>
                  </a:lnTo>
                  <a:lnTo>
                    <a:pt x="8296691" y="15838"/>
                  </a:lnTo>
                  <a:lnTo>
                    <a:pt x="8296817" y="15838"/>
                  </a:lnTo>
                  <a:lnTo>
                    <a:pt x="8296943" y="15838"/>
                  </a:lnTo>
                  <a:lnTo>
                    <a:pt x="8297069" y="15838"/>
                  </a:lnTo>
                  <a:lnTo>
                    <a:pt x="8297195" y="15838"/>
                  </a:lnTo>
                  <a:lnTo>
                    <a:pt x="8297321" y="15838"/>
                  </a:lnTo>
                  <a:lnTo>
                    <a:pt x="8297447" y="15838"/>
                  </a:lnTo>
                  <a:lnTo>
                    <a:pt x="8297573" y="15838"/>
                  </a:lnTo>
                  <a:lnTo>
                    <a:pt x="8297700" y="15838"/>
                  </a:lnTo>
                  <a:lnTo>
                    <a:pt x="8297826" y="15838"/>
                  </a:lnTo>
                  <a:lnTo>
                    <a:pt x="8297952" y="15838"/>
                  </a:lnTo>
                  <a:lnTo>
                    <a:pt x="8298078" y="15838"/>
                  </a:lnTo>
                  <a:lnTo>
                    <a:pt x="8298204" y="15838"/>
                  </a:lnTo>
                  <a:lnTo>
                    <a:pt x="8298330" y="15838"/>
                  </a:lnTo>
                  <a:lnTo>
                    <a:pt x="8298456" y="15838"/>
                  </a:lnTo>
                  <a:lnTo>
                    <a:pt x="8298582" y="15838"/>
                  </a:lnTo>
                  <a:lnTo>
                    <a:pt x="8298708" y="15838"/>
                  </a:lnTo>
                  <a:lnTo>
                    <a:pt x="8298834" y="15838"/>
                  </a:lnTo>
                  <a:lnTo>
                    <a:pt x="8298960" y="15838"/>
                  </a:lnTo>
                  <a:lnTo>
                    <a:pt x="8299086" y="15838"/>
                  </a:lnTo>
                  <a:lnTo>
                    <a:pt x="8299213" y="15838"/>
                  </a:lnTo>
                  <a:lnTo>
                    <a:pt x="8299339" y="15838"/>
                  </a:lnTo>
                  <a:lnTo>
                    <a:pt x="8299465" y="15838"/>
                  </a:lnTo>
                  <a:lnTo>
                    <a:pt x="8299591" y="15838"/>
                  </a:lnTo>
                  <a:lnTo>
                    <a:pt x="8299717" y="15838"/>
                  </a:lnTo>
                  <a:lnTo>
                    <a:pt x="8299843" y="15838"/>
                  </a:lnTo>
                  <a:lnTo>
                    <a:pt x="8299969" y="15838"/>
                  </a:lnTo>
                  <a:lnTo>
                    <a:pt x="8300095" y="15838"/>
                  </a:lnTo>
                  <a:lnTo>
                    <a:pt x="8300221" y="15838"/>
                  </a:lnTo>
                  <a:lnTo>
                    <a:pt x="8300347" y="15838"/>
                  </a:lnTo>
                  <a:lnTo>
                    <a:pt x="8300473" y="15838"/>
                  </a:lnTo>
                  <a:lnTo>
                    <a:pt x="8300600" y="15838"/>
                  </a:lnTo>
                  <a:lnTo>
                    <a:pt x="8300726" y="15838"/>
                  </a:lnTo>
                  <a:lnTo>
                    <a:pt x="8300852" y="15838"/>
                  </a:lnTo>
                  <a:lnTo>
                    <a:pt x="8300978" y="15838"/>
                  </a:lnTo>
                  <a:lnTo>
                    <a:pt x="8301104" y="15838"/>
                  </a:lnTo>
                  <a:lnTo>
                    <a:pt x="8301230" y="15838"/>
                  </a:lnTo>
                  <a:lnTo>
                    <a:pt x="8301356" y="15838"/>
                  </a:lnTo>
                  <a:lnTo>
                    <a:pt x="8301482" y="15838"/>
                  </a:lnTo>
                  <a:lnTo>
                    <a:pt x="8301608" y="15838"/>
                  </a:lnTo>
                  <a:lnTo>
                    <a:pt x="8301734" y="15838"/>
                  </a:lnTo>
                  <a:lnTo>
                    <a:pt x="8301860" y="15838"/>
                  </a:lnTo>
                  <a:lnTo>
                    <a:pt x="8301986" y="15838"/>
                  </a:lnTo>
                  <a:lnTo>
                    <a:pt x="8302113" y="15838"/>
                  </a:lnTo>
                  <a:lnTo>
                    <a:pt x="8302239" y="15838"/>
                  </a:lnTo>
                  <a:lnTo>
                    <a:pt x="8302365" y="15838"/>
                  </a:lnTo>
                  <a:lnTo>
                    <a:pt x="8302491" y="15838"/>
                  </a:lnTo>
                  <a:lnTo>
                    <a:pt x="8302617" y="15838"/>
                  </a:lnTo>
                  <a:lnTo>
                    <a:pt x="8302743" y="15838"/>
                  </a:lnTo>
                  <a:lnTo>
                    <a:pt x="8302869" y="15838"/>
                  </a:lnTo>
                  <a:lnTo>
                    <a:pt x="8302995" y="15838"/>
                  </a:lnTo>
                  <a:lnTo>
                    <a:pt x="8303121" y="15838"/>
                  </a:lnTo>
                  <a:lnTo>
                    <a:pt x="8303247" y="15838"/>
                  </a:lnTo>
                  <a:lnTo>
                    <a:pt x="8303373" y="15838"/>
                  </a:lnTo>
                  <a:lnTo>
                    <a:pt x="8303500" y="15838"/>
                  </a:lnTo>
                  <a:lnTo>
                    <a:pt x="8303626" y="15838"/>
                  </a:lnTo>
                  <a:lnTo>
                    <a:pt x="8303752" y="15838"/>
                  </a:lnTo>
                  <a:lnTo>
                    <a:pt x="8303878" y="15838"/>
                  </a:lnTo>
                  <a:lnTo>
                    <a:pt x="8304004" y="15838"/>
                  </a:lnTo>
                  <a:lnTo>
                    <a:pt x="8304130" y="15838"/>
                  </a:lnTo>
                  <a:lnTo>
                    <a:pt x="8304256" y="15838"/>
                  </a:lnTo>
                  <a:lnTo>
                    <a:pt x="8304382" y="15838"/>
                  </a:lnTo>
                  <a:lnTo>
                    <a:pt x="8304508" y="15838"/>
                  </a:lnTo>
                  <a:lnTo>
                    <a:pt x="8304634" y="15838"/>
                  </a:lnTo>
                  <a:lnTo>
                    <a:pt x="8304760" y="15838"/>
                  </a:lnTo>
                  <a:lnTo>
                    <a:pt x="8304886" y="15838"/>
                  </a:lnTo>
                  <a:lnTo>
                    <a:pt x="8305013" y="15838"/>
                  </a:lnTo>
                  <a:lnTo>
                    <a:pt x="8305139" y="15838"/>
                  </a:lnTo>
                  <a:lnTo>
                    <a:pt x="8305265" y="15838"/>
                  </a:lnTo>
                  <a:lnTo>
                    <a:pt x="8305391" y="15838"/>
                  </a:lnTo>
                  <a:lnTo>
                    <a:pt x="8305517" y="15838"/>
                  </a:lnTo>
                  <a:lnTo>
                    <a:pt x="8305643" y="15838"/>
                  </a:lnTo>
                  <a:lnTo>
                    <a:pt x="8305769" y="15838"/>
                  </a:lnTo>
                  <a:lnTo>
                    <a:pt x="8305895" y="15838"/>
                  </a:lnTo>
                  <a:lnTo>
                    <a:pt x="8306021" y="15838"/>
                  </a:lnTo>
                  <a:lnTo>
                    <a:pt x="8306147" y="15838"/>
                  </a:lnTo>
                  <a:lnTo>
                    <a:pt x="8306273" y="15838"/>
                  </a:lnTo>
                  <a:lnTo>
                    <a:pt x="8306400" y="15838"/>
                  </a:lnTo>
                  <a:lnTo>
                    <a:pt x="8306526" y="15838"/>
                  </a:lnTo>
                  <a:lnTo>
                    <a:pt x="8306652" y="15838"/>
                  </a:lnTo>
                  <a:lnTo>
                    <a:pt x="8306778" y="15838"/>
                  </a:lnTo>
                  <a:lnTo>
                    <a:pt x="8306904" y="15838"/>
                  </a:lnTo>
                  <a:lnTo>
                    <a:pt x="8307030" y="15838"/>
                  </a:lnTo>
                  <a:lnTo>
                    <a:pt x="8307156" y="15838"/>
                  </a:lnTo>
                  <a:lnTo>
                    <a:pt x="8307282" y="15838"/>
                  </a:lnTo>
                  <a:lnTo>
                    <a:pt x="8307408" y="15838"/>
                  </a:lnTo>
                  <a:lnTo>
                    <a:pt x="8307534" y="15838"/>
                  </a:lnTo>
                  <a:lnTo>
                    <a:pt x="8307660" y="15838"/>
                  </a:lnTo>
                  <a:lnTo>
                    <a:pt x="8307787" y="15838"/>
                  </a:lnTo>
                  <a:lnTo>
                    <a:pt x="8307913" y="15838"/>
                  </a:lnTo>
                  <a:lnTo>
                    <a:pt x="8308039" y="15838"/>
                  </a:lnTo>
                  <a:lnTo>
                    <a:pt x="8308165" y="15838"/>
                  </a:lnTo>
                  <a:lnTo>
                    <a:pt x="8308291" y="15838"/>
                  </a:lnTo>
                  <a:lnTo>
                    <a:pt x="8308417" y="15838"/>
                  </a:lnTo>
                  <a:lnTo>
                    <a:pt x="8308543" y="15838"/>
                  </a:lnTo>
                  <a:lnTo>
                    <a:pt x="8308669" y="15838"/>
                  </a:lnTo>
                  <a:lnTo>
                    <a:pt x="8308795" y="15838"/>
                  </a:lnTo>
                  <a:lnTo>
                    <a:pt x="8308921" y="15838"/>
                  </a:lnTo>
                  <a:lnTo>
                    <a:pt x="8309047" y="15838"/>
                  </a:lnTo>
                  <a:lnTo>
                    <a:pt x="8309173" y="15838"/>
                  </a:lnTo>
                  <a:lnTo>
                    <a:pt x="8309300" y="15838"/>
                  </a:lnTo>
                  <a:lnTo>
                    <a:pt x="8309426" y="15838"/>
                  </a:lnTo>
                  <a:lnTo>
                    <a:pt x="8309552" y="15838"/>
                  </a:lnTo>
                  <a:lnTo>
                    <a:pt x="8309678" y="15838"/>
                  </a:lnTo>
                  <a:lnTo>
                    <a:pt x="8309804" y="15838"/>
                  </a:lnTo>
                  <a:lnTo>
                    <a:pt x="8309930" y="15838"/>
                  </a:lnTo>
                  <a:lnTo>
                    <a:pt x="8310056" y="15838"/>
                  </a:lnTo>
                  <a:lnTo>
                    <a:pt x="8310182" y="15838"/>
                  </a:lnTo>
                  <a:lnTo>
                    <a:pt x="8310308" y="15838"/>
                  </a:lnTo>
                  <a:lnTo>
                    <a:pt x="8310434" y="15838"/>
                  </a:lnTo>
                  <a:lnTo>
                    <a:pt x="8310560" y="15838"/>
                  </a:lnTo>
                  <a:lnTo>
                    <a:pt x="8310687" y="15838"/>
                  </a:lnTo>
                  <a:lnTo>
                    <a:pt x="8310813" y="15838"/>
                  </a:lnTo>
                  <a:lnTo>
                    <a:pt x="8310939" y="15838"/>
                  </a:lnTo>
                  <a:lnTo>
                    <a:pt x="8311065" y="15838"/>
                  </a:lnTo>
                  <a:lnTo>
                    <a:pt x="8311191" y="15838"/>
                  </a:lnTo>
                  <a:lnTo>
                    <a:pt x="8311317" y="15838"/>
                  </a:lnTo>
                  <a:lnTo>
                    <a:pt x="8311443" y="15838"/>
                  </a:lnTo>
                  <a:lnTo>
                    <a:pt x="8311569" y="15838"/>
                  </a:lnTo>
                  <a:lnTo>
                    <a:pt x="8311695" y="15838"/>
                  </a:lnTo>
                  <a:lnTo>
                    <a:pt x="8311821" y="15838"/>
                  </a:lnTo>
                  <a:lnTo>
                    <a:pt x="8311947" y="15838"/>
                  </a:lnTo>
                  <a:lnTo>
                    <a:pt x="8312073" y="15838"/>
                  </a:lnTo>
                  <a:lnTo>
                    <a:pt x="8312200" y="15838"/>
                  </a:lnTo>
                  <a:lnTo>
                    <a:pt x="8312326" y="15838"/>
                  </a:lnTo>
                  <a:lnTo>
                    <a:pt x="8312452" y="15838"/>
                  </a:lnTo>
                  <a:lnTo>
                    <a:pt x="8312578" y="15838"/>
                  </a:lnTo>
                  <a:lnTo>
                    <a:pt x="8312704" y="15838"/>
                  </a:lnTo>
                  <a:lnTo>
                    <a:pt x="8312830" y="15838"/>
                  </a:lnTo>
                  <a:lnTo>
                    <a:pt x="8312956" y="15838"/>
                  </a:lnTo>
                  <a:lnTo>
                    <a:pt x="8313082" y="15838"/>
                  </a:lnTo>
                  <a:lnTo>
                    <a:pt x="8313208" y="15838"/>
                  </a:lnTo>
                  <a:lnTo>
                    <a:pt x="8313334" y="15838"/>
                  </a:lnTo>
                  <a:lnTo>
                    <a:pt x="8313460" y="15838"/>
                  </a:lnTo>
                  <a:lnTo>
                    <a:pt x="8313587" y="15838"/>
                  </a:lnTo>
                  <a:lnTo>
                    <a:pt x="8313713" y="15838"/>
                  </a:lnTo>
                  <a:lnTo>
                    <a:pt x="8313839" y="15838"/>
                  </a:lnTo>
                  <a:lnTo>
                    <a:pt x="8313965" y="15838"/>
                  </a:lnTo>
                  <a:lnTo>
                    <a:pt x="8314091" y="15838"/>
                  </a:lnTo>
                  <a:lnTo>
                    <a:pt x="8314217" y="15838"/>
                  </a:lnTo>
                  <a:lnTo>
                    <a:pt x="8314343" y="15838"/>
                  </a:lnTo>
                  <a:lnTo>
                    <a:pt x="8314469" y="15838"/>
                  </a:lnTo>
                  <a:lnTo>
                    <a:pt x="8314595" y="15838"/>
                  </a:lnTo>
                  <a:lnTo>
                    <a:pt x="8314721" y="15838"/>
                  </a:lnTo>
                  <a:lnTo>
                    <a:pt x="8314847" y="15838"/>
                  </a:lnTo>
                  <a:lnTo>
                    <a:pt x="8314974" y="15838"/>
                  </a:lnTo>
                  <a:lnTo>
                    <a:pt x="8315100" y="15838"/>
                  </a:lnTo>
                  <a:lnTo>
                    <a:pt x="8315226" y="15838"/>
                  </a:lnTo>
                  <a:lnTo>
                    <a:pt x="8315352" y="15838"/>
                  </a:lnTo>
                  <a:lnTo>
                    <a:pt x="8315478" y="15838"/>
                  </a:lnTo>
                  <a:lnTo>
                    <a:pt x="8315604" y="15838"/>
                  </a:lnTo>
                  <a:lnTo>
                    <a:pt x="8315730" y="15838"/>
                  </a:lnTo>
                  <a:lnTo>
                    <a:pt x="8315856" y="15838"/>
                  </a:lnTo>
                  <a:lnTo>
                    <a:pt x="8315982" y="15838"/>
                  </a:lnTo>
                  <a:lnTo>
                    <a:pt x="8316108" y="15838"/>
                  </a:lnTo>
                  <a:lnTo>
                    <a:pt x="8316234" y="15838"/>
                  </a:lnTo>
                  <a:lnTo>
                    <a:pt x="8316360" y="15838"/>
                  </a:lnTo>
                  <a:lnTo>
                    <a:pt x="8316487" y="15838"/>
                  </a:lnTo>
                  <a:lnTo>
                    <a:pt x="8316613" y="15838"/>
                  </a:lnTo>
                  <a:lnTo>
                    <a:pt x="8316739" y="15838"/>
                  </a:lnTo>
                  <a:lnTo>
                    <a:pt x="8316865" y="15838"/>
                  </a:lnTo>
                  <a:lnTo>
                    <a:pt x="8316991" y="15838"/>
                  </a:lnTo>
                  <a:lnTo>
                    <a:pt x="8317117" y="15838"/>
                  </a:lnTo>
                  <a:lnTo>
                    <a:pt x="8317243" y="15838"/>
                  </a:lnTo>
                  <a:lnTo>
                    <a:pt x="8317369" y="15838"/>
                  </a:lnTo>
                  <a:lnTo>
                    <a:pt x="8317495" y="15838"/>
                  </a:lnTo>
                  <a:lnTo>
                    <a:pt x="8317621" y="15838"/>
                  </a:lnTo>
                  <a:lnTo>
                    <a:pt x="8317747" y="15838"/>
                  </a:lnTo>
                  <a:lnTo>
                    <a:pt x="8317874" y="15838"/>
                  </a:lnTo>
                  <a:lnTo>
                    <a:pt x="8318000" y="15838"/>
                  </a:lnTo>
                  <a:lnTo>
                    <a:pt x="8318126" y="15838"/>
                  </a:lnTo>
                  <a:lnTo>
                    <a:pt x="8318252" y="15838"/>
                  </a:lnTo>
                  <a:lnTo>
                    <a:pt x="8318378" y="15838"/>
                  </a:lnTo>
                  <a:lnTo>
                    <a:pt x="8318504" y="15838"/>
                  </a:lnTo>
                  <a:lnTo>
                    <a:pt x="8318630" y="15838"/>
                  </a:lnTo>
                  <a:lnTo>
                    <a:pt x="8318756" y="15838"/>
                  </a:lnTo>
                  <a:lnTo>
                    <a:pt x="8318882" y="15838"/>
                  </a:lnTo>
                  <a:lnTo>
                    <a:pt x="8319008" y="15838"/>
                  </a:lnTo>
                  <a:lnTo>
                    <a:pt x="8319134" y="15838"/>
                  </a:lnTo>
                  <a:lnTo>
                    <a:pt x="8319260" y="15838"/>
                  </a:lnTo>
                  <a:lnTo>
                    <a:pt x="8319387" y="15838"/>
                  </a:lnTo>
                  <a:lnTo>
                    <a:pt x="8319513" y="15838"/>
                  </a:lnTo>
                  <a:lnTo>
                    <a:pt x="8319639" y="15838"/>
                  </a:lnTo>
                  <a:lnTo>
                    <a:pt x="8319765" y="15838"/>
                  </a:lnTo>
                  <a:lnTo>
                    <a:pt x="8319891" y="15838"/>
                  </a:lnTo>
                  <a:lnTo>
                    <a:pt x="8320017" y="15838"/>
                  </a:lnTo>
                  <a:lnTo>
                    <a:pt x="8320143" y="15838"/>
                  </a:lnTo>
                  <a:lnTo>
                    <a:pt x="8320269" y="15838"/>
                  </a:lnTo>
                  <a:lnTo>
                    <a:pt x="8320395" y="15838"/>
                  </a:lnTo>
                  <a:lnTo>
                    <a:pt x="8320521" y="15838"/>
                  </a:lnTo>
                  <a:lnTo>
                    <a:pt x="8320647" y="15838"/>
                  </a:lnTo>
                  <a:lnTo>
                    <a:pt x="8320774" y="15838"/>
                  </a:lnTo>
                  <a:lnTo>
                    <a:pt x="8320900" y="15838"/>
                  </a:lnTo>
                  <a:lnTo>
                    <a:pt x="8321026" y="15838"/>
                  </a:lnTo>
                  <a:lnTo>
                    <a:pt x="8321152" y="15838"/>
                  </a:lnTo>
                  <a:lnTo>
                    <a:pt x="8321278" y="15838"/>
                  </a:lnTo>
                  <a:lnTo>
                    <a:pt x="8321404" y="15838"/>
                  </a:lnTo>
                  <a:lnTo>
                    <a:pt x="8321530" y="15838"/>
                  </a:lnTo>
                  <a:lnTo>
                    <a:pt x="8321656" y="15838"/>
                  </a:lnTo>
                  <a:lnTo>
                    <a:pt x="8321782" y="15838"/>
                  </a:lnTo>
                  <a:lnTo>
                    <a:pt x="8321908" y="15838"/>
                  </a:lnTo>
                  <a:lnTo>
                    <a:pt x="8322034" y="15838"/>
                  </a:lnTo>
                  <a:lnTo>
                    <a:pt x="8322161" y="15838"/>
                  </a:lnTo>
                  <a:lnTo>
                    <a:pt x="8322287" y="15838"/>
                  </a:lnTo>
                  <a:lnTo>
                    <a:pt x="8322413" y="15838"/>
                  </a:lnTo>
                  <a:lnTo>
                    <a:pt x="8322539" y="15838"/>
                  </a:lnTo>
                  <a:lnTo>
                    <a:pt x="8322665" y="15838"/>
                  </a:lnTo>
                  <a:lnTo>
                    <a:pt x="8322791" y="15838"/>
                  </a:lnTo>
                  <a:lnTo>
                    <a:pt x="8322917" y="15838"/>
                  </a:lnTo>
                  <a:lnTo>
                    <a:pt x="8323043" y="15838"/>
                  </a:lnTo>
                  <a:lnTo>
                    <a:pt x="8323169" y="15838"/>
                  </a:lnTo>
                  <a:lnTo>
                    <a:pt x="8323295" y="15838"/>
                  </a:lnTo>
                  <a:lnTo>
                    <a:pt x="8323421" y="15838"/>
                  </a:lnTo>
                  <a:lnTo>
                    <a:pt x="8323547" y="15838"/>
                  </a:lnTo>
                  <a:lnTo>
                    <a:pt x="8323674" y="15838"/>
                  </a:lnTo>
                  <a:lnTo>
                    <a:pt x="8323800" y="15838"/>
                  </a:lnTo>
                  <a:lnTo>
                    <a:pt x="8323926" y="15838"/>
                  </a:lnTo>
                  <a:lnTo>
                    <a:pt x="8324052" y="15838"/>
                  </a:lnTo>
                  <a:lnTo>
                    <a:pt x="8324052" y="10558"/>
                  </a:lnTo>
                  <a:lnTo>
                    <a:pt x="8324178" y="10558"/>
                  </a:lnTo>
                  <a:lnTo>
                    <a:pt x="8324304" y="10558"/>
                  </a:lnTo>
                  <a:lnTo>
                    <a:pt x="8324430" y="10558"/>
                  </a:lnTo>
                  <a:lnTo>
                    <a:pt x="8324556" y="10558"/>
                  </a:lnTo>
                  <a:lnTo>
                    <a:pt x="8324682" y="10558"/>
                  </a:lnTo>
                  <a:lnTo>
                    <a:pt x="8324808" y="10558"/>
                  </a:lnTo>
                  <a:lnTo>
                    <a:pt x="8324934" y="10558"/>
                  </a:lnTo>
                  <a:lnTo>
                    <a:pt x="8325061" y="10558"/>
                  </a:lnTo>
                  <a:lnTo>
                    <a:pt x="8325187" y="10558"/>
                  </a:lnTo>
                  <a:lnTo>
                    <a:pt x="8325313" y="10558"/>
                  </a:lnTo>
                  <a:lnTo>
                    <a:pt x="8325439" y="10558"/>
                  </a:lnTo>
                  <a:lnTo>
                    <a:pt x="8325565" y="10558"/>
                  </a:lnTo>
                  <a:lnTo>
                    <a:pt x="8325691" y="10558"/>
                  </a:lnTo>
                  <a:lnTo>
                    <a:pt x="8325817" y="10558"/>
                  </a:lnTo>
                  <a:lnTo>
                    <a:pt x="8325943" y="10558"/>
                  </a:lnTo>
                  <a:lnTo>
                    <a:pt x="8326069" y="10558"/>
                  </a:lnTo>
                  <a:lnTo>
                    <a:pt x="8326195" y="10558"/>
                  </a:lnTo>
                  <a:lnTo>
                    <a:pt x="8326321" y="10558"/>
                  </a:lnTo>
                  <a:lnTo>
                    <a:pt x="8326447" y="10558"/>
                  </a:lnTo>
                  <a:lnTo>
                    <a:pt x="8326574" y="10558"/>
                  </a:lnTo>
                  <a:lnTo>
                    <a:pt x="8326700" y="10558"/>
                  </a:lnTo>
                  <a:lnTo>
                    <a:pt x="8326826" y="10558"/>
                  </a:lnTo>
                  <a:lnTo>
                    <a:pt x="8326952" y="10558"/>
                  </a:lnTo>
                  <a:lnTo>
                    <a:pt x="8327078" y="10558"/>
                  </a:lnTo>
                  <a:lnTo>
                    <a:pt x="8327204" y="10558"/>
                  </a:lnTo>
                  <a:lnTo>
                    <a:pt x="8327330" y="10558"/>
                  </a:lnTo>
                  <a:lnTo>
                    <a:pt x="8327456" y="10558"/>
                  </a:lnTo>
                  <a:lnTo>
                    <a:pt x="8327582" y="10558"/>
                  </a:lnTo>
                  <a:lnTo>
                    <a:pt x="8327708" y="10558"/>
                  </a:lnTo>
                  <a:lnTo>
                    <a:pt x="8327708" y="5279"/>
                  </a:lnTo>
                  <a:lnTo>
                    <a:pt x="8327834" y="5279"/>
                  </a:lnTo>
                  <a:lnTo>
                    <a:pt x="8327961" y="5279"/>
                  </a:lnTo>
                  <a:lnTo>
                    <a:pt x="8328087" y="5279"/>
                  </a:lnTo>
                  <a:lnTo>
                    <a:pt x="8328213" y="5279"/>
                  </a:lnTo>
                  <a:lnTo>
                    <a:pt x="8328339" y="5279"/>
                  </a:lnTo>
                  <a:lnTo>
                    <a:pt x="8328465" y="5279"/>
                  </a:lnTo>
                  <a:lnTo>
                    <a:pt x="8328591" y="5279"/>
                  </a:lnTo>
                  <a:lnTo>
                    <a:pt x="8328717" y="5279"/>
                  </a:lnTo>
                  <a:lnTo>
                    <a:pt x="8328843" y="5279"/>
                  </a:lnTo>
                  <a:lnTo>
                    <a:pt x="8328969" y="5279"/>
                  </a:lnTo>
                  <a:lnTo>
                    <a:pt x="8329095" y="5279"/>
                  </a:lnTo>
                  <a:lnTo>
                    <a:pt x="8329221" y="5279"/>
                  </a:lnTo>
                  <a:lnTo>
                    <a:pt x="8329347" y="5279"/>
                  </a:lnTo>
                  <a:lnTo>
                    <a:pt x="8329474" y="5279"/>
                  </a:lnTo>
                  <a:lnTo>
                    <a:pt x="8329600" y="5279"/>
                  </a:lnTo>
                  <a:lnTo>
                    <a:pt x="8329726" y="5279"/>
                  </a:lnTo>
                  <a:lnTo>
                    <a:pt x="8329852" y="5279"/>
                  </a:lnTo>
                  <a:lnTo>
                    <a:pt x="8329978" y="5279"/>
                  </a:lnTo>
                  <a:lnTo>
                    <a:pt x="8330104" y="5279"/>
                  </a:lnTo>
                  <a:lnTo>
                    <a:pt x="8330230" y="5279"/>
                  </a:lnTo>
                  <a:lnTo>
                    <a:pt x="8330356" y="5279"/>
                  </a:lnTo>
                  <a:lnTo>
                    <a:pt x="8330482" y="5279"/>
                  </a:lnTo>
                  <a:lnTo>
                    <a:pt x="8330608" y="5279"/>
                  </a:lnTo>
                  <a:lnTo>
                    <a:pt x="8330734" y="5279"/>
                  </a:lnTo>
                  <a:lnTo>
                    <a:pt x="8330861" y="5279"/>
                  </a:lnTo>
                  <a:lnTo>
                    <a:pt x="8330987" y="5279"/>
                  </a:lnTo>
                  <a:lnTo>
                    <a:pt x="8331113" y="5279"/>
                  </a:lnTo>
                  <a:lnTo>
                    <a:pt x="8331239" y="5279"/>
                  </a:lnTo>
                  <a:lnTo>
                    <a:pt x="8331365" y="5279"/>
                  </a:lnTo>
                  <a:lnTo>
                    <a:pt x="8331491" y="5279"/>
                  </a:lnTo>
                  <a:lnTo>
                    <a:pt x="8331617" y="5279"/>
                  </a:lnTo>
                  <a:lnTo>
                    <a:pt x="8331743" y="5279"/>
                  </a:lnTo>
                  <a:lnTo>
                    <a:pt x="8331869" y="5279"/>
                  </a:lnTo>
                  <a:lnTo>
                    <a:pt x="8331995" y="5279"/>
                  </a:lnTo>
                  <a:lnTo>
                    <a:pt x="8332121" y="5279"/>
                  </a:lnTo>
                  <a:lnTo>
                    <a:pt x="8332248" y="5279"/>
                  </a:lnTo>
                  <a:lnTo>
                    <a:pt x="8332374" y="5279"/>
                  </a:lnTo>
                  <a:lnTo>
                    <a:pt x="8332500" y="5279"/>
                  </a:lnTo>
                  <a:lnTo>
                    <a:pt x="8332626" y="5279"/>
                  </a:lnTo>
                  <a:lnTo>
                    <a:pt x="8332752" y="5279"/>
                  </a:lnTo>
                  <a:lnTo>
                    <a:pt x="8332878" y="5279"/>
                  </a:lnTo>
                  <a:lnTo>
                    <a:pt x="8333004" y="5279"/>
                  </a:lnTo>
                  <a:lnTo>
                    <a:pt x="8333130" y="5279"/>
                  </a:lnTo>
                  <a:lnTo>
                    <a:pt x="8333256" y="5279"/>
                  </a:lnTo>
                  <a:lnTo>
                    <a:pt x="8333382" y="5279"/>
                  </a:lnTo>
                  <a:lnTo>
                    <a:pt x="8333508" y="5279"/>
                  </a:lnTo>
                  <a:lnTo>
                    <a:pt x="8333634" y="5279"/>
                  </a:lnTo>
                  <a:lnTo>
                    <a:pt x="8333761" y="5279"/>
                  </a:lnTo>
                  <a:lnTo>
                    <a:pt x="8333887" y="5279"/>
                  </a:lnTo>
                  <a:lnTo>
                    <a:pt x="8334013" y="5279"/>
                  </a:lnTo>
                  <a:lnTo>
                    <a:pt x="8334139" y="5279"/>
                  </a:lnTo>
                  <a:lnTo>
                    <a:pt x="8334265" y="5279"/>
                  </a:lnTo>
                  <a:lnTo>
                    <a:pt x="8334391" y="5279"/>
                  </a:lnTo>
                  <a:lnTo>
                    <a:pt x="8334517" y="5279"/>
                  </a:lnTo>
                  <a:lnTo>
                    <a:pt x="8334643" y="5279"/>
                  </a:lnTo>
                  <a:lnTo>
                    <a:pt x="8334769" y="5279"/>
                  </a:lnTo>
                  <a:lnTo>
                    <a:pt x="8334895" y="5279"/>
                  </a:lnTo>
                  <a:lnTo>
                    <a:pt x="8335021" y="5279"/>
                  </a:lnTo>
                  <a:lnTo>
                    <a:pt x="8335148" y="5279"/>
                  </a:lnTo>
                  <a:lnTo>
                    <a:pt x="8335274" y="5279"/>
                  </a:lnTo>
                  <a:lnTo>
                    <a:pt x="8335400" y="5279"/>
                  </a:lnTo>
                  <a:lnTo>
                    <a:pt x="8335526" y="5279"/>
                  </a:lnTo>
                  <a:lnTo>
                    <a:pt x="8335652" y="5279"/>
                  </a:lnTo>
                  <a:lnTo>
                    <a:pt x="8335778" y="5279"/>
                  </a:lnTo>
                  <a:lnTo>
                    <a:pt x="8335904" y="5279"/>
                  </a:lnTo>
                  <a:lnTo>
                    <a:pt x="8336030" y="5279"/>
                  </a:lnTo>
                  <a:lnTo>
                    <a:pt x="8336156" y="5279"/>
                  </a:lnTo>
                  <a:lnTo>
                    <a:pt x="8336282" y="5279"/>
                  </a:lnTo>
                  <a:lnTo>
                    <a:pt x="8336408" y="5279"/>
                  </a:lnTo>
                  <a:lnTo>
                    <a:pt x="8336534" y="5279"/>
                  </a:lnTo>
                  <a:lnTo>
                    <a:pt x="8336661" y="5279"/>
                  </a:lnTo>
                  <a:lnTo>
                    <a:pt x="8336787" y="5279"/>
                  </a:lnTo>
                  <a:lnTo>
                    <a:pt x="8336913" y="5279"/>
                  </a:lnTo>
                  <a:lnTo>
                    <a:pt x="8337039" y="5279"/>
                  </a:lnTo>
                  <a:lnTo>
                    <a:pt x="8337165" y="5279"/>
                  </a:lnTo>
                  <a:lnTo>
                    <a:pt x="8337291" y="5279"/>
                  </a:lnTo>
                  <a:lnTo>
                    <a:pt x="8337417" y="5279"/>
                  </a:lnTo>
                  <a:lnTo>
                    <a:pt x="8337543" y="5279"/>
                  </a:lnTo>
                  <a:lnTo>
                    <a:pt x="8337669" y="5279"/>
                  </a:lnTo>
                  <a:lnTo>
                    <a:pt x="8337795" y="5279"/>
                  </a:lnTo>
                  <a:lnTo>
                    <a:pt x="8337921" y="5279"/>
                  </a:lnTo>
                  <a:lnTo>
                    <a:pt x="8338048" y="5279"/>
                  </a:lnTo>
                  <a:lnTo>
                    <a:pt x="8338174" y="5279"/>
                  </a:lnTo>
                  <a:lnTo>
                    <a:pt x="8338300" y="5279"/>
                  </a:lnTo>
                  <a:lnTo>
                    <a:pt x="8338426" y="5279"/>
                  </a:lnTo>
                  <a:lnTo>
                    <a:pt x="8338552" y="5279"/>
                  </a:lnTo>
                  <a:lnTo>
                    <a:pt x="8338678" y="5279"/>
                  </a:lnTo>
                  <a:lnTo>
                    <a:pt x="8338804" y="5279"/>
                  </a:lnTo>
                  <a:lnTo>
                    <a:pt x="8338930" y="5279"/>
                  </a:lnTo>
                  <a:lnTo>
                    <a:pt x="8339056" y="5279"/>
                  </a:lnTo>
                  <a:lnTo>
                    <a:pt x="8339182" y="5279"/>
                  </a:lnTo>
                  <a:lnTo>
                    <a:pt x="8339308" y="5279"/>
                  </a:lnTo>
                  <a:lnTo>
                    <a:pt x="8339435" y="5279"/>
                  </a:lnTo>
                  <a:lnTo>
                    <a:pt x="8339561" y="5279"/>
                  </a:lnTo>
                  <a:lnTo>
                    <a:pt x="8339687" y="5279"/>
                  </a:lnTo>
                  <a:lnTo>
                    <a:pt x="8339813" y="5279"/>
                  </a:lnTo>
                  <a:lnTo>
                    <a:pt x="8339939" y="5279"/>
                  </a:lnTo>
                  <a:lnTo>
                    <a:pt x="8340065" y="5279"/>
                  </a:lnTo>
                  <a:lnTo>
                    <a:pt x="8340191" y="5279"/>
                  </a:lnTo>
                  <a:lnTo>
                    <a:pt x="8340317" y="5279"/>
                  </a:lnTo>
                  <a:lnTo>
                    <a:pt x="8340443" y="5279"/>
                  </a:lnTo>
                  <a:lnTo>
                    <a:pt x="8340569" y="5279"/>
                  </a:lnTo>
                  <a:lnTo>
                    <a:pt x="8340695" y="5279"/>
                  </a:lnTo>
                  <a:lnTo>
                    <a:pt x="8340821" y="5279"/>
                  </a:lnTo>
                  <a:lnTo>
                    <a:pt x="8340948" y="5279"/>
                  </a:lnTo>
                  <a:lnTo>
                    <a:pt x="8341074" y="5279"/>
                  </a:lnTo>
                  <a:lnTo>
                    <a:pt x="8341200" y="5279"/>
                  </a:lnTo>
                  <a:lnTo>
                    <a:pt x="8341326" y="5279"/>
                  </a:lnTo>
                  <a:lnTo>
                    <a:pt x="8341452" y="5279"/>
                  </a:lnTo>
                  <a:lnTo>
                    <a:pt x="8341578" y="5279"/>
                  </a:lnTo>
                  <a:lnTo>
                    <a:pt x="8341704" y="5279"/>
                  </a:lnTo>
                  <a:lnTo>
                    <a:pt x="8341830" y="5279"/>
                  </a:lnTo>
                  <a:lnTo>
                    <a:pt x="8341956" y="5279"/>
                  </a:lnTo>
                  <a:lnTo>
                    <a:pt x="8342082" y="5279"/>
                  </a:lnTo>
                  <a:lnTo>
                    <a:pt x="8342208" y="5279"/>
                  </a:lnTo>
                  <a:lnTo>
                    <a:pt x="8342335" y="5279"/>
                  </a:lnTo>
                  <a:lnTo>
                    <a:pt x="8342461" y="5279"/>
                  </a:lnTo>
                  <a:lnTo>
                    <a:pt x="8342587" y="5279"/>
                  </a:lnTo>
                  <a:lnTo>
                    <a:pt x="8342713" y="5279"/>
                  </a:lnTo>
                  <a:lnTo>
                    <a:pt x="8342839" y="5279"/>
                  </a:lnTo>
                  <a:lnTo>
                    <a:pt x="8342965" y="5279"/>
                  </a:lnTo>
                  <a:lnTo>
                    <a:pt x="8343091" y="5279"/>
                  </a:lnTo>
                  <a:lnTo>
                    <a:pt x="8343217" y="5279"/>
                  </a:lnTo>
                  <a:lnTo>
                    <a:pt x="8343343" y="5279"/>
                  </a:lnTo>
                  <a:lnTo>
                    <a:pt x="8343469" y="5279"/>
                  </a:lnTo>
                  <a:lnTo>
                    <a:pt x="8343595" y="5279"/>
                  </a:lnTo>
                  <a:lnTo>
                    <a:pt x="8343721" y="5279"/>
                  </a:lnTo>
                  <a:lnTo>
                    <a:pt x="8343848" y="5279"/>
                  </a:lnTo>
                  <a:lnTo>
                    <a:pt x="8343974" y="5279"/>
                  </a:lnTo>
                  <a:lnTo>
                    <a:pt x="8344100" y="5279"/>
                  </a:lnTo>
                  <a:lnTo>
                    <a:pt x="8344226" y="5279"/>
                  </a:lnTo>
                  <a:lnTo>
                    <a:pt x="8344352" y="5279"/>
                  </a:lnTo>
                  <a:lnTo>
                    <a:pt x="8344478" y="5279"/>
                  </a:lnTo>
                  <a:lnTo>
                    <a:pt x="8344604" y="5279"/>
                  </a:lnTo>
                  <a:lnTo>
                    <a:pt x="8344730" y="5279"/>
                  </a:lnTo>
                  <a:lnTo>
                    <a:pt x="8344856" y="5279"/>
                  </a:lnTo>
                  <a:lnTo>
                    <a:pt x="8344982" y="5279"/>
                  </a:lnTo>
                  <a:lnTo>
                    <a:pt x="8345108" y="5279"/>
                  </a:lnTo>
                  <a:lnTo>
                    <a:pt x="8345235" y="5279"/>
                  </a:lnTo>
                  <a:lnTo>
                    <a:pt x="8345361" y="5279"/>
                  </a:lnTo>
                  <a:lnTo>
                    <a:pt x="8345487" y="5279"/>
                  </a:lnTo>
                  <a:lnTo>
                    <a:pt x="8345613" y="5279"/>
                  </a:lnTo>
                  <a:lnTo>
                    <a:pt x="8345739" y="5279"/>
                  </a:lnTo>
                  <a:lnTo>
                    <a:pt x="8345865" y="5279"/>
                  </a:lnTo>
                  <a:lnTo>
                    <a:pt x="8345991" y="5279"/>
                  </a:lnTo>
                  <a:lnTo>
                    <a:pt x="8346117" y="5279"/>
                  </a:lnTo>
                  <a:lnTo>
                    <a:pt x="8346243" y="5279"/>
                  </a:lnTo>
                  <a:lnTo>
                    <a:pt x="8346369" y="5279"/>
                  </a:lnTo>
                  <a:lnTo>
                    <a:pt x="8346495" y="5279"/>
                  </a:lnTo>
                  <a:lnTo>
                    <a:pt x="8346621" y="5279"/>
                  </a:lnTo>
                  <a:lnTo>
                    <a:pt x="8346748" y="5279"/>
                  </a:lnTo>
                  <a:lnTo>
                    <a:pt x="8346874" y="5279"/>
                  </a:lnTo>
                  <a:lnTo>
                    <a:pt x="8347000" y="5279"/>
                  </a:lnTo>
                  <a:lnTo>
                    <a:pt x="8347126" y="5279"/>
                  </a:lnTo>
                  <a:lnTo>
                    <a:pt x="8347252" y="5279"/>
                  </a:lnTo>
                  <a:lnTo>
                    <a:pt x="8347378" y="5279"/>
                  </a:lnTo>
                  <a:lnTo>
                    <a:pt x="8347504" y="5279"/>
                  </a:lnTo>
                  <a:lnTo>
                    <a:pt x="8347630" y="5279"/>
                  </a:lnTo>
                  <a:lnTo>
                    <a:pt x="8347756" y="5279"/>
                  </a:lnTo>
                  <a:lnTo>
                    <a:pt x="8347882" y="5279"/>
                  </a:lnTo>
                  <a:lnTo>
                    <a:pt x="8348008" y="5279"/>
                  </a:lnTo>
                  <a:lnTo>
                    <a:pt x="8348135" y="5279"/>
                  </a:lnTo>
                  <a:lnTo>
                    <a:pt x="8348261" y="5279"/>
                  </a:lnTo>
                  <a:lnTo>
                    <a:pt x="8348387" y="5279"/>
                  </a:lnTo>
                  <a:lnTo>
                    <a:pt x="8348513" y="5279"/>
                  </a:lnTo>
                  <a:lnTo>
                    <a:pt x="8348639" y="5279"/>
                  </a:lnTo>
                  <a:lnTo>
                    <a:pt x="8348765" y="5279"/>
                  </a:lnTo>
                  <a:lnTo>
                    <a:pt x="8348891" y="5279"/>
                  </a:lnTo>
                  <a:lnTo>
                    <a:pt x="8349017" y="5279"/>
                  </a:lnTo>
                  <a:lnTo>
                    <a:pt x="8349143" y="5279"/>
                  </a:lnTo>
                  <a:lnTo>
                    <a:pt x="8349269" y="5279"/>
                  </a:lnTo>
                  <a:lnTo>
                    <a:pt x="8349395" y="5279"/>
                  </a:lnTo>
                  <a:lnTo>
                    <a:pt x="8349522" y="5279"/>
                  </a:lnTo>
                  <a:lnTo>
                    <a:pt x="8349648" y="5279"/>
                  </a:lnTo>
                  <a:lnTo>
                    <a:pt x="8349774" y="5279"/>
                  </a:lnTo>
                  <a:lnTo>
                    <a:pt x="8349900" y="5279"/>
                  </a:lnTo>
                  <a:lnTo>
                    <a:pt x="8350026" y="5279"/>
                  </a:lnTo>
                  <a:lnTo>
                    <a:pt x="8350152" y="5279"/>
                  </a:lnTo>
                  <a:lnTo>
                    <a:pt x="8350278" y="5279"/>
                  </a:lnTo>
                  <a:lnTo>
                    <a:pt x="8350404" y="5279"/>
                  </a:lnTo>
                  <a:lnTo>
                    <a:pt x="8350530" y="5279"/>
                  </a:lnTo>
                  <a:lnTo>
                    <a:pt x="8350656" y="5279"/>
                  </a:lnTo>
                  <a:lnTo>
                    <a:pt x="8350782" y="5279"/>
                  </a:lnTo>
                  <a:lnTo>
                    <a:pt x="8350908" y="5279"/>
                  </a:lnTo>
                  <a:lnTo>
                    <a:pt x="8351035" y="5279"/>
                  </a:lnTo>
                  <a:lnTo>
                    <a:pt x="8351161" y="5279"/>
                  </a:lnTo>
                  <a:lnTo>
                    <a:pt x="8351287" y="5279"/>
                  </a:lnTo>
                  <a:lnTo>
                    <a:pt x="8351413" y="5279"/>
                  </a:lnTo>
                  <a:lnTo>
                    <a:pt x="8351539" y="5279"/>
                  </a:lnTo>
                  <a:lnTo>
                    <a:pt x="8351665" y="5279"/>
                  </a:lnTo>
                  <a:lnTo>
                    <a:pt x="8351791" y="5279"/>
                  </a:lnTo>
                  <a:lnTo>
                    <a:pt x="8351917" y="5279"/>
                  </a:lnTo>
                  <a:lnTo>
                    <a:pt x="8352043" y="5279"/>
                  </a:lnTo>
                  <a:lnTo>
                    <a:pt x="8352169" y="5279"/>
                  </a:lnTo>
                  <a:lnTo>
                    <a:pt x="8352295" y="5279"/>
                  </a:lnTo>
                  <a:lnTo>
                    <a:pt x="8352422" y="5279"/>
                  </a:lnTo>
                  <a:lnTo>
                    <a:pt x="8352548" y="5279"/>
                  </a:lnTo>
                  <a:lnTo>
                    <a:pt x="8352674" y="5279"/>
                  </a:lnTo>
                  <a:lnTo>
                    <a:pt x="8352800" y="5279"/>
                  </a:lnTo>
                  <a:lnTo>
                    <a:pt x="8352926" y="5279"/>
                  </a:lnTo>
                  <a:lnTo>
                    <a:pt x="8353052" y="5279"/>
                  </a:lnTo>
                  <a:lnTo>
                    <a:pt x="8353178" y="5279"/>
                  </a:lnTo>
                  <a:lnTo>
                    <a:pt x="8353304" y="5279"/>
                  </a:lnTo>
                  <a:lnTo>
                    <a:pt x="8353430" y="5279"/>
                  </a:lnTo>
                  <a:lnTo>
                    <a:pt x="8353556" y="5279"/>
                  </a:lnTo>
                  <a:lnTo>
                    <a:pt x="8353682" y="5279"/>
                  </a:lnTo>
                  <a:lnTo>
                    <a:pt x="8353808" y="5279"/>
                  </a:lnTo>
                  <a:lnTo>
                    <a:pt x="8353935" y="5279"/>
                  </a:lnTo>
                  <a:lnTo>
                    <a:pt x="8354061" y="5279"/>
                  </a:lnTo>
                  <a:lnTo>
                    <a:pt x="8354187" y="5279"/>
                  </a:lnTo>
                  <a:lnTo>
                    <a:pt x="8354313" y="5279"/>
                  </a:lnTo>
                  <a:lnTo>
                    <a:pt x="8354439" y="5279"/>
                  </a:lnTo>
                  <a:lnTo>
                    <a:pt x="8354565" y="5279"/>
                  </a:lnTo>
                  <a:lnTo>
                    <a:pt x="8354691" y="5279"/>
                  </a:lnTo>
                  <a:lnTo>
                    <a:pt x="8354817" y="5279"/>
                  </a:lnTo>
                  <a:lnTo>
                    <a:pt x="8354943" y="5279"/>
                  </a:lnTo>
                  <a:lnTo>
                    <a:pt x="8355069" y="5279"/>
                  </a:lnTo>
                  <a:lnTo>
                    <a:pt x="8355195" y="5279"/>
                  </a:lnTo>
                  <a:lnTo>
                    <a:pt x="8355322" y="5279"/>
                  </a:lnTo>
                  <a:lnTo>
                    <a:pt x="8355448" y="5279"/>
                  </a:lnTo>
                  <a:lnTo>
                    <a:pt x="8355574" y="5279"/>
                  </a:lnTo>
                  <a:lnTo>
                    <a:pt x="8355700" y="5279"/>
                  </a:lnTo>
                  <a:lnTo>
                    <a:pt x="8355826" y="5279"/>
                  </a:lnTo>
                  <a:lnTo>
                    <a:pt x="8355952" y="5279"/>
                  </a:lnTo>
                  <a:lnTo>
                    <a:pt x="8356078" y="5279"/>
                  </a:lnTo>
                  <a:lnTo>
                    <a:pt x="8356204" y="5279"/>
                  </a:lnTo>
                  <a:lnTo>
                    <a:pt x="8356330" y="5279"/>
                  </a:lnTo>
                  <a:lnTo>
                    <a:pt x="8356456" y="5279"/>
                  </a:lnTo>
                  <a:lnTo>
                    <a:pt x="8356582" y="5279"/>
                  </a:lnTo>
                  <a:lnTo>
                    <a:pt x="8356709" y="5279"/>
                  </a:lnTo>
                  <a:lnTo>
                    <a:pt x="8356835" y="5279"/>
                  </a:lnTo>
                  <a:lnTo>
                    <a:pt x="8356961" y="5279"/>
                  </a:lnTo>
                  <a:lnTo>
                    <a:pt x="8357087" y="5279"/>
                  </a:lnTo>
                  <a:lnTo>
                    <a:pt x="8357213" y="5279"/>
                  </a:lnTo>
                  <a:lnTo>
                    <a:pt x="8357339" y="5279"/>
                  </a:lnTo>
                  <a:lnTo>
                    <a:pt x="8357465" y="5279"/>
                  </a:lnTo>
                  <a:lnTo>
                    <a:pt x="8357591" y="5279"/>
                  </a:lnTo>
                  <a:lnTo>
                    <a:pt x="8357717" y="5279"/>
                  </a:lnTo>
                  <a:lnTo>
                    <a:pt x="8357843" y="5279"/>
                  </a:lnTo>
                  <a:lnTo>
                    <a:pt x="8357969" y="5279"/>
                  </a:lnTo>
                  <a:lnTo>
                    <a:pt x="8358095" y="5279"/>
                  </a:lnTo>
                  <a:lnTo>
                    <a:pt x="8358222" y="5279"/>
                  </a:lnTo>
                  <a:lnTo>
                    <a:pt x="8358348" y="5279"/>
                  </a:lnTo>
                  <a:lnTo>
                    <a:pt x="8358474" y="5279"/>
                  </a:lnTo>
                  <a:lnTo>
                    <a:pt x="8358600" y="5279"/>
                  </a:lnTo>
                  <a:lnTo>
                    <a:pt x="8358726" y="5279"/>
                  </a:lnTo>
                  <a:lnTo>
                    <a:pt x="8358852" y="5279"/>
                  </a:lnTo>
                  <a:lnTo>
                    <a:pt x="8358978" y="5279"/>
                  </a:lnTo>
                  <a:lnTo>
                    <a:pt x="8359104" y="5279"/>
                  </a:lnTo>
                  <a:lnTo>
                    <a:pt x="8359230" y="5279"/>
                  </a:lnTo>
                  <a:lnTo>
                    <a:pt x="8359356" y="5279"/>
                  </a:lnTo>
                  <a:lnTo>
                    <a:pt x="8359482" y="5279"/>
                  </a:lnTo>
                  <a:lnTo>
                    <a:pt x="8359609" y="5279"/>
                  </a:lnTo>
                  <a:lnTo>
                    <a:pt x="8359735" y="5279"/>
                  </a:lnTo>
                  <a:lnTo>
                    <a:pt x="8359861" y="5279"/>
                  </a:lnTo>
                  <a:lnTo>
                    <a:pt x="8359987" y="5279"/>
                  </a:lnTo>
                  <a:lnTo>
                    <a:pt x="8360113" y="5279"/>
                  </a:lnTo>
                  <a:lnTo>
                    <a:pt x="8360239" y="5279"/>
                  </a:lnTo>
                  <a:lnTo>
                    <a:pt x="8360365" y="5279"/>
                  </a:lnTo>
                  <a:lnTo>
                    <a:pt x="8360491" y="5279"/>
                  </a:lnTo>
                  <a:lnTo>
                    <a:pt x="8360617" y="5279"/>
                  </a:lnTo>
                  <a:lnTo>
                    <a:pt x="8360743" y="5279"/>
                  </a:lnTo>
                  <a:lnTo>
                    <a:pt x="8360869" y="5279"/>
                  </a:lnTo>
                  <a:lnTo>
                    <a:pt x="8360995" y="5279"/>
                  </a:lnTo>
                  <a:lnTo>
                    <a:pt x="8361122" y="5279"/>
                  </a:lnTo>
                  <a:lnTo>
                    <a:pt x="8361248" y="5279"/>
                  </a:lnTo>
                  <a:lnTo>
                    <a:pt x="8361374" y="5279"/>
                  </a:lnTo>
                  <a:lnTo>
                    <a:pt x="8361500" y="5279"/>
                  </a:lnTo>
                  <a:lnTo>
                    <a:pt x="8361626" y="5279"/>
                  </a:lnTo>
                  <a:lnTo>
                    <a:pt x="8361752" y="5279"/>
                  </a:lnTo>
                  <a:lnTo>
                    <a:pt x="8361878" y="5279"/>
                  </a:lnTo>
                  <a:lnTo>
                    <a:pt x="8362004" y="5279"/>
                  </a:lnTo>
                  <a:lnTo>
                    <a:pt x="8362130" y="5279"/>
                  </a:lnTo>
                  <a:lnTo>
                    <a:pt x="8362256" y="5279"/>
                  </a:lnTo>
                  <a:lnTo>
                    <a:pt x="8362382" y="5279"/>
                  </a:lnTo>
                  <a:lnTo>
                    <a:pt x="8362509" y="5279"/>
                  </a:lnTo>
                  <a:lnTo>
                    <a:pt x="8362635" y="5279"/>
                  </a:lnTo>
                  <a:lnTo>
                    <a:pt x="8362761" y="5279"/>
                  </a:lnTo>
                  <a:lnTo>
                    <a:pt x="8362887" y="5279"/>
                  </a:lnTo>
                  <a:lnTo>
                    <a:pt x="8363013" y="5279"/>
                  </a:lnTo>
                  <a:lnTo>
                    <a:pt x="8363139" y="5279"/>
                  </a:lnTo>
                  <a:lnTo>
                    <a:pt x="8363265" y="5279"/>
                  </a:lnTo>
                  <a:lnTo>
                    <a:pt x="8363391" y="5279"/>
                  </a:lnTo>
                  <a:lnTo>
                    <a:pt x="8363517" y="5279"/>
                  </a:lnTo>
                  <a:lnTo>
                    <a:pt x="8363643" y="5279"/>
                  </a:lnTo>
                  <a:lnTo>
                    <a:pt x="8363769" y="5279"/>
                  </a:lnTo>
                  <a:lnTo>
                    <a:pt x="8363896" y="5279"/>
                  </a:lnTo>
                  <a:lnTo>
                    <a:pt x="8364022" y="5279"/>
                  </a:lnTo>
                  <a:lnTo>
                    <a:pt x="8364148" y="5279"/>
                  </a:lnTo>
                  <a:lnTo>
                    <a:pt x="8364274" y="5279"/>
                  </a:lnTo>
                  <a:lnTo>
                    <a:pt x="8364400" y="5279"/>
                  </a:lnTo>
                  <a:lnTo>
                    <a:pt x="8364526" y="5279"/>
                  </a:lnTo>
                  <a:lnTo>
                    <a:pt x="8364652" y="5279"/>
                  </a:lnTo>
                  <a:lnTo>
                    <a:pt x="8364778" y="5279"/>
                  </a:lnTo>
                  <a:lnTo>
                    <a:pt x="8364904" y="5279"/>
                  </a:lnTo>
                  <a:lnTo>
                    <a:pt x="8365030" y="5279"/>
                  </a:lnTo>
                  <a:lnTo>
                    <a:pt x="8365156" y="5279"/>
                  </a:lnTo>
                  <a:lnTo>
                    <a:pt x="8365282" y="5279"/>
                  </a:lnTo>
                  <a:lnTo>
                    <a:pt x="8365409" y="5279"/>
                  </a:lnTo>
                  <a:lnTo>
                    <a:pt x="8365535" y="5279"/>
                  </a:lnTo>
                  <a:lnTo>
                    <a:pt x="8365661" y="5279"/>
                  </a:lnTo>
                  <a:lnTo>
                    <a:pt x="8365787" y="5279"/>
                  </a:lnTo>
                  <a:lnTo>
                    <a:pt x="8365913" y="5279"/>
                  </a:lnTo>
                  <a:lnTo>
                    <a:pt x="8366039" y="5279"/>
                  </a:lnTo>
                  <a:lnTo>
                    <a:pt x="8366165" y="5279"/>
                  </a:lnTo>
                  <a:lnTo>
                    <a:pt x="8366291" y="5279"/>
                  </a:lnTo>
                  <a:lnTo>
                    <a:pt x="8366417" y="5279"/>
                  </a:lnTo>
                  <a:lnTo>
                    <a:pt x="8366543" y="5279"/>
                  </a:lnTo>
                  <a:lnTo>
                    <a:pt x="8366669" y="5279"/>
                  </a:lnTo>
                  <a:lnTo>
                    <a:pt x="8366796" y="5279"/>
                  </a:lnTo>
                  <a:lnTo>
                    <a:pt x="8366922" y="5279"/>
                  </a:lnTo>
                  <a:lnTo>
                    <a:pt x="8367048" y="5279"/>
                  </a:lnTo>
                  <a:lnTo>
                    <a:pt x="8367174" y="5279"/>
                  </a:lnTo>
                  <a:lnTo>
                    <a:pt x="8367300" y="5279"/>
                  </a:lnTo>
                  <a:lnTo>
                    <a:pt x="8367426" y="5279"/>
                  </a:lnTo>
                  <a:lnTo>
                    <a:pt x="8367552" y="5279"/>
                  </a:lnTo>
                  <a:lnTo>
                    <a:pt x="8367678" y="5279"/>
                  </a:lnTo>
                  <a:lnTo>
                    <a:pt x="8367804" y="5279"/>
                  </a:lnTo>
                  <a:lnTo>
                    <a:pt x="8367930" y="5279"/>
                  </a:lnTo>
                  <a:lnTo>
                    <a:pt x="8368056" y="5279"/>
                  </a:lnTo>
                  <a:lnTo>
                    <a:pt x="8368182" y="5279"/>
                  </a:lnTo>
                  <a:lnTo>
                    <a:pt x="8368309" y="5279"/>
                  </a:lnTo>
                  <a:lnTo>
                    <a:pt x="8368435" y="5279"/>
                  </a:lnTo>
                  <a:lnTo>
                    <a:pt x="8368561" y="5279"/>
                  </a:lnTo>
                  <a:lnTo>
                    <a:pt x="8368687" y="5279"/>
                  </a:lnTo>
                  <a:lnTo>
                    <a:pt x="8368813" y="5279"/>
                  </a:lnTo>
                  <a:lnTo>
                    <a:pt x="8368939" y="5279"/>
                  </a:lnTo>
                  <a:lnTo>
                    <a:pt x="8369065" y="5279"/>
                  </a:lnTo>
                  <a:lnTo>
                    <a:pt x="8369191" y="5279"/>
                  </a:lnTo>
                  <a:lnTo>
                    <a:pt x="8369317" y="5279"/>
                  </a:lnTo>
                  <a:lnTo>
                    <a:pt x="8369443" y="5279"/>
                  </a:lnTo>
                  <a:lnTo>
                    <a:pt x="8369569" y="5279"/>
                  </a:lnTo>
                  <a:lnTo>
                    <a:pt x="8369696" y="5279"/>
                  </a:lnTo>
                  <a:lnTo>
                    <a:pt x="8369822" y="5279"/>
                  </a:lnTo>
                  <a:lnTo>
                    <a:pt x="8369948" y="5279"/>
                  </a:lnTo>
                  <a:lnTo>
                    <a:pt x="8370074" y="5279"/>
                  </a:lnTo>
                  <a:lnTo>
                    <a:pt x="8370200" y="5279"/>
                  </a:lnTo>
                  <a:lnTo>
                    <a:pt x="8370326" y="5279"/>
                  </a:lnTo>
                  <a:lnTo>
                    <a:pt x="8370452" y="5279"/>
                  </a:lnTo>
                  <a:lnTo>
                    <a:pt x="8370578" y="5279"/>
                  </a:lnTo>
                  <a:lnTo>
                    <a:pt x="8370704" y="5279"/>
                  </a:lnTo>
                  <a:lnTo>
                    <a:pt x="8370830" y="5279"/>
                  </a:lnTo>
                  <a:lnTo>
                    <a:pt x="8370956" y="5279"/>
                  </a:lnTo>
                  <a:lnTo>
                    <a:pt x="8371082" y="5279"/>
                  </a:lnTo>
                  <a:lnTo>
                    <a:pt x="8371209" y="5279"/>
                  </a:lnTo>
                  <a:lnTo>
                    <a:pt x="8371335" y="5279"/>
                  </a:lnTo>
                  <a:lnTo>
                    <a:pt x="8371461" y="5279"/>
                  </a:lnTo>
                  <a:lnTo>
                    <a:pt x="8371587" y="5279"/>
                  </a:lnTo>
                  <a:lnTo>
                    <a:pt x="8371713" y="5279"/>
                  </a:lnTo>
                  <a:lnTo>
                    <a:pt x="8371839" y="5279"/>
                  </a:lnTo>
                  <a:lnTo>
                    <a:pt x="8371965" y="5279"/>
                  </a:lnTo>
                  <a:lnTo>
                    <a:pt x="8372091" y="5279"/>
                  </a:lnTo>
                  <a:lnTo>
                    <a:pt x="8372217" y="5279"/>
                  </a:lnTo>
                  <a:lnTo>
                    <a:pt x="8372343" y="5279"/>
                  </a:lnTo>
                  <a:lnTo>
                    <a:pt x="8372469" y="5279"/>
                  </a:lnTo>
                  <a:lnTo>
                    <a:pt x="8372596" y="5279"/>
                  </a:lnTo>
                  <a:lnTo>
                    <a:pt x="8372722" y="5279"/>
                  </a:lnTo>
                  <a:lnTo>
                    <a:pt x="8372848" y="5279"/>
                  </a:lnTo>
                  <a:lnTo>
                    <a:pt x="8372974" y="5279"/>
                  </a:lnTo>
                  <a:lnTo>
                    <a:pt x="8373100" y="5279"/>
                  </a:lnTo>
                  <a:lnTo>
                    <a:pt x="8373226" y="5279"/>
                  </a:lnTo>
                  <a:lnTo>
                    <a:pt x="8373352" y="5279"/>
                  </a:lnTo>
                  <a:lnTo>
                    <a:pt x="8373478" y="5279"/>
                  </a:lnTo>
                  <a:lnTo>
                    <a:pt x="8373604" y="5279"/>
                  </a:lnTo>
                  <a:lnTo>
                    <a:pt x="8373730" y="5279"/>
                  </a:lnTo>
                  <a:lnTo>
                    <a:pt x="8373856" y="5279"/>
                  </a:lnTo>
                  <a:lnTo>
                    <a:pt x="8373983" y="5279"/>
                  </a:lnTo>
                  <a:lnTo>
                    <a:pt x="8374109" y="5279"/>
                  </a:lnTo>
                  <a:lnTo>
                    <a:pt x="8374235" y="5279"/>
                  </a:lnTo>
                  <a:lnTo>
                    <a:pt x="8374361" y="5279"/>
                  </a:lnTo>
                  <a:lnTo>
                    <a:pt x="8374487" y="5279"/>
                  </a:lnTo>
                  <a:lnTo>
                    <a:pt x="8374613" y="5279"/>
                  </a:lnTo>
                  <a:lnTo>
                    <a:pt x="8374739" y="5279"/>
                  </a:lnTo>
                  <a:lnTo>
                    <a:pt x="8374865" y="5279"/>
                  </a:lnTo>
                  <a:lnTo>
                    <a:pt x="8374991" y="5279"/>
                  </a:lnTo>
                  <a:lnTo>
                    <a:pt x="8375117" y="5279"/>
                  </a:lnTo>
                  <a:lnTo>
                    <a:pt x="8375243" y="5279"/>
                  </a:lnTo>
                  <a:lnTo>
                    <a:pt x="8375369" y="5279"/>
                  </a:lnTo>
                  <a:lnTo>
                    <a:pt x="8375496" y="5279"/>
                  </a:lnTo>
                  <a:lnTo>
                    <a:pt x="8375622" y="5279"/>
                  </a:lnTo>
                  <a:lnTo>
                    <a:pt x="8375748" y="5279"/>
                  </a:lnTo>
                  <a:lnTo>
                    <a:pt x="8375874" y="5279"/>
                  </a:lnTo>
                  <a:lnTo>
                    <a:pt x="8376000" y="5279"/>
                  </a:lnTo>
                  <a:lnTo>
                    <a:pt x="8376126" y="5279"/>
                  </a:lnTo>
                  <a:lnTo>
                    <a:pt x="8376252" y="5279"/>
                  </a:lnTo>
                  <a:lnTo>
                    <a:pt x="8376378" y="5279"/>
                  </a:lnTo>
                  <a:lnTo>
                    <a:pt x="8376504" y="5279"/>
                  </a:lnTo>
                  <a:lnTo>
                    <a:pt x="8376630" y="5279"/>
                  </a:lnTo>
                  <a:lnTo>
                    <a:pt x="8376756" y="5279"/>
                  </a:lnTo>
                  <a:lnTo>
                    <a:pt x="8376883" y="5279"/>
                  </a:lnTo>
                  <a:lnTo>
                    <a:pt x="8377009" y="5279"/>
                  </a:lnTo>
                  <a:lnTo>
                    <a:pt x="8377135" y="5279"/>
                  </a:lnTo>
                  <a:lnTo>
                    <a:pt x="8377261" y="5279"/>
                  </a:lnTo>
                  <a:lnTo>
                    <a:pt x="8377387" y="5279"/>
                  </a:lnTo>
                  <a:lnTo>
                    <a:pt x="8377513" y="5279"/>
                  </a:lnTo>
                  <a:lnTo>
                    <a:pt x="8377639" y="5279"/>
                  </a:lnTo>
                  <a:lnTo>
                    <a:pt x="8377765" y="5279"/>
                  </a:lnTo>
                  <a:lnTo>
                    <a:pt x="8377891" y="5279"/>
                  </a:lnTo>
                  <a:lnTo>
                    <a:pt x="8378017" y="5279"/>
                  </a:lnTo>
                  <a:lnTo>
                    <a:pt x="8378143" y="5279"/>
                  </a:lnTo>
                  <a:lnTo>
                    <a:pt x="8378269" y="5279"/>
                  </a:lnTo>
                  <a:lnTo>
                    <a:pt x="8378396" y="5279"/>
                  </a:lnTo>
                  <a:lnTo>
                    <a:pt x="8378522" y="5279"/>
                  </a:lnTo>
                  <a:lnTo>
                    <a:pt x="8378648" y="5279"/>
                  </a:lnTo>
                  <a:lnTo>
                    <a:pt x="8378774" y="5279"/>
                  </a:lnTo>
                  <a:lnTo>
                    <a:pt x="8378900" y="5279"/>
                  </a:lnTo>
                  <a:lnTo>
                    <a:pt x="8379026" y="5279"/>
                  </a:lnTo>
                  <a:lnTo>
                    <a:pt x="8379152" y="5279"/>
                  </a:lnTo>
                  <a:lnTo>
                    <a:pt x="8379278" y="5279"/>
                  </a:lnTo>
                  <a:lnTo>
                    <a:pt x="8379404" y="5279"/>
                  </a:lnTo>
                  <a:lnTo>
                    <a:pt x="8379530" y="5279"/>
                  </a:lnTo>
                  <a:lnTo>
                    <a:pt x="8379656" y="5279"/>
                  </a:lnTo>
                  <a:lnTo>
                    <a:pt x="8379783" y="5279"/>
                  </a:lnTo>
                  <a:lnTo>
                    <a:pt x="8379909" y="5279"/>
                  </a:lnTo>
                  <a:lnTo>
                    <a:pt x="8380035" y="5279"/>
                  </a:lnTo>
                  <a:lnTo>
                    <a:pt x="8380161" y="5279"/>
                  </a:lnTo>
                  <a:lnTo>
                    <a:pt x="8380287" y="5279"/>
                  </a:lnTo>
                  <a:lnTo>
                    <a:pt x="8380413" y="5279"/>
                  </a:lnTo>
                  <a:lnTo>
                    <a:pt x="8380539" y="5279"/>
                  </a:lnTo>
                  <a:lnTo>
                    <a:pt x="8380665" y="5279"/>
                  </a:lnTo>
                  <a:lnTo>
                    <a:pt x="8380791" y="5279"/>
                  </a:lnTo>
                  <a:lnTo>
                    <a:pt x="8380917" y="5279"/>
                  </a:lnTo>
                  <a:lnTo>
                    <a:pt x="8381043" y="5279"/>
                  </a:lnTo>
                  <a:lnTo>
                    <a:pt x="8381170" y="5279"/>
                  </a:lnTo>
                  <a:lnTo>
                    <a:pt x="8381296" y="5279"/>
                  </a:lnTo>
                  <a:lnTo>
                    <a:pt x="8381422" y="5279"/>
                  </a:lnTo>
                  <a:lnTo>
                    <a:pt x="8381548" y="5279"/>
                  </a:lnTo>
                  <a:lnTo>
                    <a:pt x="8381674" y="5279"/>
                  </a:lnTo>
                  <a:lnTo>
                    <a:pt x="8381800" y="5279"/>
                  </a:lnTo>
                  <a:lnTo>
                    <a:pt x="8381926" y="5279"/>
                  </a:lnTo>
                  <a:lnTo>
                    <a:pt x="8382052" y="5279"/>
                  </a:lnTo>
                  <a:lnTo>
                    <a:pt x="8382178" y="5279"/>
                  </a:lnTo>
                  <a:lnTo>
                    <a:pt x="8382304" y="5279"/>
                  </a:lnTo>
                  <a:lnTo>
                    <a:pt x="8382430" y="5279"/>
                  </a:lnTo>
                  <a:lnTo>
                    <a:pt x="8382556" y="5279"/>
                  </a:lnTo>
                  <a:lnTo>
                    <a:pt x="8382683" y="5279"/>
                  </a:lnTo>
                  <a:lnTo>
                    <a:pt x="8382809" y="5279"/>
                  </a:lnTo>
                  <a:lnTo>
                    <a:pt x="8382935" y="5279"/>
                  </a:lnTo>
                  <a:lnTo>
                    <a:pt x="8383061" y="5279"/>
                  </a:lnTo>
                  <a:lnTo>
                    <a:pt x="8383187" y="5279"/>
                  </a:lnTo>
                  <a:lnTo>
                    <a:pt x="8383313" y="5279"/>
                  </a:lnTo>
                  <a:lnTo>
                    <a:pt x="8383439" y="5279"/>
                  </a:lnTo>
                  <a:lnTo>
                    <a:pt x="8383565" y="5279"/>
                  </a:lnTo>
                  <a:lnTo>
                    <a:pt x="8383691" y="5279"/>
                  </a:lnTo>
                  <a:lnTo>
                    <a:pt x="8383817" y="5279"/>
                  </a:lnTo>
                  <a:lnTo>
                    <a:pt x="8383943" y="5279"/>
                  </a:lnTo>
                  <a:lnTo>
                    <a:pt x="8384070" y="5279"/>
                  </a:lnTo>
                  <a:lnTo>
                    <a:pt x="8384196" y="5279"/>
                  </a:lnTo>
                  <a:lnTo>
                    <a:pt x="8384322" y="5279"/>
                  </a:lnTo>
                  <a:lnTo>
                    <a:pt x="8384448" y="5279"/>
                  </a:lnTo>
                  <a:lnTo>
                    <a:pt x="8384574" y="5279"/>
                  </a:lnTo>
                  <a:lnTo>
                    <a:pt x="8384700" y="5279"/>
                  </a:lnTo>
                  <a:lnTo>
                    <a:pt x="8384826" y="5279"/>
                  </a:lnTo>
                  <a:lnTo>
                    <a:pt x="8384952" y="5279"/>
                  </a:lnTo>
                  <a:lnTo>
                    <a:pt x="8385078" y="5279"/>
                  </a:lnTo>
                  <a:lnTo>
                    <a:pt x="8385204" y="5279"/>
                  </a:lnTo>
                  <a:lnTo>
                    <a:pt x="8385330" y="5279"/>
                  </a:lnTo>
                  <a:lnTo>
                    <a:pt x="8385456" y="5279"/>
                  </a:lnTo>
                  <a:lnTo>
                    <a:pt x="8385583" y="5279"/>
                  </a:lnTo>
                  <a:lnTo>
                    <a:pt x="8385709" y="5279"/>
                  </a:lnTo>
                  <a:lnTo>
                    <a:pt x="8385835" y="5279"/>
                  </a:lnTo>
                  <a:lnTo>
                    <a:pt x="8385961" y="5279"/>
                  </a:lnTo>
                  <a:lnTo>
                    <a:pt x="8386087" y="5279"/>
                  </a:lnTo>
                  <a:lnTo>
                    <a:pt x="8386213" y="5279"/>
                  </a:lnTo>
                  <a:lnTo>
                    <a:pt x="8386339" y="5279"/>
                  </a:lnTo>
                  <a:lnTo>
                    <a:pt x="8386465" y="5279"/>
                  </a:lnTo>
                  <a:lnTo>
                    <a:pt x="8386591" y="5279"/>
                  </a:lnTo>
                  <a:lnTo>
                    <a:pt x="8386717" y="5279"/>
                  </a:lnTo>
                  <a:lnTo>
                    <a:pt x="8386843" y="5279"/>
                  </a:lnTo>
                  <a:lnTo>
                    <a:pt x="8386970" y="5279"/>
                  </a:lnTo>
                  <a:lnTo>
                    <a:pt x="8387096" y="5279"/>
                  </a:lnTo>
                  <a:lnTo>
                    <a:pt x="8387222" y="5279"/>
                  </a:lnTo>
                  <a:lnTo>
                    <a:pt x="8387348" y="5279"/>
                  </a:lnTo>
                  <a:lnTo>
                    <a:pt x="8387474" y="5279"/>
                  </a:lnTo>
                  <a:lnTo>
                    <a:pt x="8387600" y="5279"/>
                  </a:lnTo>
                  <a:lnTo>
                    <a:pt x="8387726" y="5279"/>
                  </a:lnTo>
                  <a:lnTo>
                    <a:pt x="8387852" y="5279"/>
                  </a:lnTo>
                  <a:lnTo>
                    <a:pt x="8387978" y="5279"/>
                  </a:lnTo>
                  <a:lnTo>
                    <a:pt x="8388104" y="5279"/>
                  </a:lnTo>
                  <a:lnTo>
                    <a:pt x="8388230" y="5279"/>
                  </a:lnTo>
                  <a:lnTo>
                    <a:pt x="8388356" y="5279"/>
                  </a:lnTo>
                  <a:lnTo>
                    <a:pt x="8388483" y="5279"/>
                  </a:lnTo>
                  <a:lnTo>
                    <a:pt x="8388609" y="5279"/>
                  </a:lnTo>
                  <a:lnTo>
                    <a:pt x="8388735" y="5279"/>
                  </a:lnTo>
                  <a:lnTo>
                    <a:pt x="8388861" y="5279"/>
                  </a:lnTo>
                  <a:lnTo>
                    <a:pt x="8388987" y="5279"/>
                  </a:lnTo>
                  <a:lnTo>
                    <a:pt x="8389113" y="5279"/>
                  </a:lnTo>
                  <a:lnTo>
                    <a:pt x="8389239" y="5279"/>
                  </a:lnTo>
                  <a:lnTo>
                    <a:pt x="8389365" y="5279"/>
                  </a:lnTo>
                  <a:lnTo>
                    <a:pt x="8389491" y="5279"/>
                  </a:lnTo>
                  <a:lnTo>
                    <a:pt x="8389617" y="5279"/>
                  </a:lnTo>
                  <a:lnTo>
                    <a:pt x="8389743" y="5279"/>
                  </a:lnTo>
                  <a:lnTo>
                    <a:pt x="8389870" y="5279"/>
                  </a:lnTo>
                  <a:lnTo>
                    <a:pt x="8389996" y="5279"/>
                  </a:lnTo>
                  <a:lnTo>
                    <a:pt x="8390122" y="5279"/>
                  </a:lnTo>
                  <a:lnTo>
                    <a:pt x="8390248" y="5279"/>
                  </a:lnTo>
                  <a:lnTo>
                    <a:pt x="8390374" y="5279"/>
                  </a:lnTo>
                  <a:lnTo>
                    <a:pt x="8390500" y="5279"/>
                  </a:lnTo>
                  <a:lnTo>
                    <a:pt x="8390626" y="5279"/>
                  </a:lnTo>
                  <a:lnTo>
                    <a:pt x="8390752" y="5279"/>
                  </a:lnTo>
                  <a:lnTo>
                    <a:pt x="8390878" y="5279"/>
                  </a:lnTo>
                  <a:lnTo>
                    <a:pt x="8391004" y="5279"/>
                  </a:lnTo>
                  <a:lnTo>
                    <a:pt x="8391130" y="5279"/>
                  </a:lnTo>
                  <a:lnTo>
                    <a:pt x="8391257" y="5279"/>
                  </a:lnTo>
                  <a:lnTo>
                    <a:pt x="8391383" y="5279"/>
                  </a:lnTo>
                  <a:lnTo>
                    <a:pt x="8391509" y="5279"/>
                  </a:lnTo>
                  <a:lnTo>
                    <a:pt x="8391635" y="5279"/>
                  </a:lnTo>
                  <a:lnTo>
                    <a:pt x="8391761" y="5279"/>
                  </a:lnTo>
                  <a:lnTo>
                    <a:pt x="8391887" y="5279"/>
                  </a:lnTo>
                  <a:lnTo>
                    <a:pt x="8392013" y="5279"/>
                  </a:lnTo>
                  <a:lnTo>
                    <a:pt x="8392139" y="5279"/>
                  </a:lnTo>
                  <a:lnTo>
                    <a:pt x="8392265" y="5279"/>
                  </a:lnTo>
                  <a:lnTo>
                    <a:pt x="8392391" y="5279"/>
                  </a:lnTo>
                  <a:lnTo>
                    <a:pt x="8392517" y="5279"/>
                  </a:lnTo>
                  <a:lnTo>
                    <a:pt x="8392643" y="5279"/>
                  </a:lnTo>
                  <a:lnTo>
                    <a:pt x="8392770" y="5279"/>
                  </a:lnTo>
                  <a:lnTo>
                    <a:pt x="8392896" y="5279"/>
                  </a:lnTo>
                  <a:lnTo>
                    <a:pt x="8393022" y="5279"/>
                  </a:lnTo>
                  <a:lnTo>
                    <a:pt x="8393148" y="5279"/>
                  </a:lnTo>
                  <a:lnTo>
                    <a:pt x="8393274" y="5279"/>
                  </a:lnTo>
                  <a:lnTo>
                    <a:pt x="8393400" y="5279"/>
                  </a:lnTo>
                  <a:lnTo>
                    <a:pt x="8393526" y="5279"/>
                  </a:lnTo>
                  <a:lnTo>
                    <a:pt x="8393652" y="5279"/>
                  </a:lnTo>
                  <a:lnTo>
                    <a:pt x="8393778" y="5279"/>
                  </a:lnTo>
                  <a:lnTo>
                    <a:pt x="8393904" y="5279"/>
                  </a:lnTo>
                  <a:lnTo>
                    <a:pt x="8394030" y="5279"/>
                  </a:lnTo>
                  <a:lnTo>
                    <a:pt x="8394157" y="5279"/>
                  </a:lnTo>
                  <a:lnTo>
                    <a:pt x="8394283" y="5279"/>
                  </a:lnTo>
                  <a:lnTo>
                    <a:pt x="8394409" y="5279"/>
                  </a:lnTo>
                  <a:lnTo>
                    <a:pt x="8394535" y="5279"/>
                  </a:lnTo>
                  <a:lnTo>
                    <a:pt x="8394661" y="5279"/>
                  </a:lnTo>
                  <a:lnTo>
                    <a:pt x="8394787" y="5279"/>
                  </a:lnTo>
                  <a:lnTo>
                    <a:pt x="8394913" y="5279"/>
                  </a:lnTo>
                  <a:lnTo>
                    <a:pt x="8395039" y="5279"/>
                  </a:lnTo>
                  <a:lnTo>
                    <a:pt x="8395165" y="5279"/>
                  </a:lnTo>
                  <a:lnTo>
                    <a:pt x="8395291" y="5279"/>
                  </a:lnTo>
                  <a:lnTo>
                    <a:pt x="8395417" y="5279"/>
                  </a:lnTo>
                  <a:lnTo>
                    <a:pt x="8395543" y="5279"/>
                  </a:lnTo>
                  <a:lnTo>
                    <a:pt x="8395670" y="5279"/>
                  </a:lnTo>
                  <a:lnTo>
                    <a:pt x="8395796" y="5279"/>
                  </a:lnTo>
                  <a:lnTo>
                    <a:pt x="8395922" y="5279"/>
                  </a:lnTo>
                  <a:lnTo>
                    <a:pt x="8396048" y="5279"/>
                  </a:lnTo>
                  <a:lnTo>
                    <a:pt x="8396174" y="5279"/>
                  </a:lnTo>
                  <a:lnTo>
                    <a:pt x="8396300" y="5279"/>
                  </a:lnTo>
                  <a:lnTo>
                    <a:pt x="8396426" y="5279"/>
                  </a:lnTo>
                  <a:lnTo>
                    <a:pt x="8396552" y="5279"/>
                  </a:lnTo>
                  <a:lnTo>
                    <a:pt x="8396678" y="5279"/>
                  </a:lnTo>
                  <a:lnTo>
                    <a:pt x="8396804" y="5279"/>
                  </a:lnTo>
                  <a:lnTo>
                    <a:pt x="8396930" y="5279"/>
                  </a:lnTo>
                  <a:lnTo>
                    <a:pt x="8397057" y="5279"/>
                  </a:lnTo>
                  <a:lnTo>
                    <a:pt x="8397183" y="5279"/>
                  </a:lnTo>
                  <a:lnTo>
                    <a:pt x="8397309" y="5279"/>
                  </a:lnTo>
                  <a:lnTo>
                    <a:pt x="8397435" y="5279"/>
                  </a:lnTo>
                  <a:lnTo>
                    <a:pt x="8397561" y="5279"/>
                  </a:lnTo>
                  <a:lnTo>
                    <a:pt x="8397687" y="5279"/>
                  </a:lnTo>
                  <a:lnTo>
                    <a:pt x="8397813" y="5279"/>
                  </a:lnTo>
                  <a:lnTo>
                    <a:pt x="8397939" y="5279"/>
                  </a:lnTo>
                  <a:lnTo>
                    <a:pt x="8398065" y="5279"/>
                  </a:lnTo>
                  <a:lnTo>
                    <a:pt x="8398191" y="5279"/>
                  </a:lnTo>
                  <a:lnTo>
                    <a:pt x="8398317" y="5279"/>
                  </a:lnTo>
                  <a:lnTo>
                    <a:pt x="8398444" y="5279"/>
                  </a:lnTo>
                  <a:lnTo>
                    <a:pt x="8398570" y="5279"/>
                  </a:lnTo>
                  <a:lnTo>
                    <a:pt x="8398696" y="5279"/>
                  </a:lnTo>
                  <a:lnTo>
                    <a:pt x="8398822" y="5279"/>
                  </a:lnTo>
                  <a:lnTo>
                    <a:pt x="8398948" y="5279"/>
                  </a:lnTo>
                  <a:lnTo>
                    <a:pt x="8399074" y="5279"/>
                  </a:lnTo>
                  <a:lnTo>
                    <a:pt x="8399200" y="5279"/>
                  </a:lnTo>
                  <a:lnTo>
                    <a:pt x="8399326" y="5279"/>
                  </a:lnTo>
                  <a:lnTo>
                    <a:pt x="8399452" y="5279"/>
                  </a:lnTo>
                  <a:lnTo>
                    <a:pt x="8399578" y="5279"/>
                  </a:lnTo>
                  <a:lnTo>
                    <a:pt x="8399704" y="5279"/>
                  </a:lnTo>
                  <a:lnTo>
                    <a:pt x="8399830" y="5279"/>
                  </a:lnTo>
                  <a:lnTo>
                    <a:pt x="8399957" y="5279"/>
                  </a:lnTo>
                  <a:lnTo>
                    <a:pt x="8400083" y="5279"/>
                  </a:lnTo>
                  <a:lnTo>
                    <a:pt x="8400209" y="5279"/>
                  </a:lnTo>
                  <a:lnTo>
                    <a:pt x="8400335" y="5279"/>
                  </a:lnTo>
                  <a:lnTo>
                    <a:pt x="8400461" y="5279"/>
                  </a:lnTo>
                  <a:lnTo>
                    <a:pt x="8400587" y="5279"/>
                  </a:lnTo>
                  <a:lnTo>
                    <a:pt x="8400713" y="5279"/>
                  </a:lnTo>
                  <a:lnTo>
                    <a:pt x="8400839" y="5279"/>
                  </a:lnTo>
                  <a:lnTo>
                    <a:pt x="8400965" y="5279"/>
                  </a:lnTo>
                  <a:lnTo>
                    <a:pt x="8401091" y="5279"/>
                  </a:lnTo>
                  <a:lnTo>
                    <a:pt x="8401217" y="5279"/>
                  </a:lnTo>
                  <a:lnTo>
                    <a:pt x="8401344" y="5279"/>
                  </a:lnTo>
                  <a:lnTo>
                    <a:pt x="8401470" y="5279"/>
                  </a:lnTo>
                  <a:lnTo>
                    <a:pt x="8401596" y="5279"/>
                  </a:lnTo>
                  <a:lnTo>
                    <a:pt x="8401722" y="5279"/>
                  </a:lnTo>
                  <a:lnTo>
                    <a:pt x="8401848" y="5279"/>
                  </a:lnTo>
                  <a:lnTo>
                    <a:pt x="8401974" y="5279"/>
                  </a:lnTo>
                  <a:lnTo>
                    <a:pt x="8402100" y="5279"/>
                  </a:lnTo>
                  <a:lnTo>
                    <a:pt x="8402226" y="5279"/>
                  </a:lnTo>
                  <a:lnTo>
                    <a:pt x="8402352" y="5279"/>
                  </a:lnTo>
                  <a:lnTo>
                    <a:pt x="8402478" y="5279"/>
                  </a:lnTo>
                  <a:lnTo>
                    <a:pt x="8402604" y="5279"/>
                  </a:lnTo>
                  <a:lnTo>
                    <a:pt x="8402730" y="5279"/>
                  </a:lnTo>
                  <a:lnTo>
                    <a:pt x="8402857" y="5279"/>
                  </a:lnTo>
                  <a:lnTo>
                    <a:pt x="8402983" y="5279"/>
                  </a:lnTo>
                  <a:lnTo>
                    <a:pt x="8403109" y="5279"/>
                  </a:lnTo>
                  <a:lnTo>
                    <a:pt x="8403235" y="5279"/>
                  </a:lnTo>
                  <a:lnTo>
                    <a:pt x="8403361" y="5279"/>
                  </a:lnTo>
                  <a:lnTo>
                    <a:pt x="8403487" y="5279"/>
                  </a:lnTo>
                  <a:lnTo>
                    <a:pt x="8403613" y="5279"/>
                  </a:lnTo>
                  <a:lnTo>
                    <a:pt x="8403739" y="5279"/>
                  </a:lnTo>
                  <a:lnTo>
                    <a:pt x="8403865" y="5279"/>
                  </a:lnTo>
                  <a:lnTo>
                    <a:pt x="8403991" y="5279"/>
                  </a:lnTo>
                  <a:lnTo>
                    <a:pt x="8404117" y="5279"/>
                  </a:lnTo>
                  <a:lnTo>
                    <a:pt x="8404244" y="5279"/>
                  </a:lnTo>
                  <a:lnTo>
                    <a:pt x="8404370" y="5279"/>
                  </a:lnTo>
                  <a:lnTo>
                    <a:pt x="8404496" y="5279"/>
                  </a:lnTo>
                  <a:lnTo>
                    <a:pt x="8404622" y="5279"/>
                  </a:lnTo>
                  <a:lnTo>
                    <a:pt x="8404748" y="5279"/>
                  </a:lnTo>
                  <a:lnTo>
                    <a:pt x="8404874" y="5279"/>
                  </a:lnTo>
                  <a:lnTo>
                    <a:pt x="8405000" y="5279"/>
                  </a:lnTo>
                  <a:lnTo>
                    <a:pt x="8405126" y="5279"/>
                  </a:lnTo>
                  <a:lnTo>
                    <a:pt x="8405252" y="5279"/>
                  </a:lnTo>
                  <a:lnTo>
                    <a:pt x="8405378" y="5279"/>
                  </a:lnTo>
                  <a:lnTo>
                    <a:pt x="8405504" y="5279"/>
                  </a:lnTo>
                  <a:lnTo>
                    <a:pt x="8405631" y="5279"/>
                  </a:lnTo>
                  <a:lnTo>
                    <a:pt x="8405757" y="5279"/>
                  </a:lnTo>
                  <a:lnTo>
                    <a:pt x="8405883" y="5279"/>
                  </a:lnTo>
                  <a:lnTo>
                    <a:pt x="8406009" y="5279"/>
                  </a:lnTo>
                  <a:lnTo>
                    <a:pt x="8406135" y="5279"/>
                  </a:lnTo>
                  <a:lnTo>
                    <a:pt x="8406261" y="5279"/>
                  </a:lnTo>
                  <a:lnTo>
                    <a:pt x="8406387" y="5279"/>
                  </a:lnTo>
                  <a:lnTo>
                    <a:pt x="8406513" y="5279"/>
                  </a:lnTo>
                  <a:lnTo>
                    <a:pt x="8406639" y="5279"/>
                  </a:lnTo>
                  <a:lnTo>
                    <a:pt x="8406765" y="5279"/>
                  </a:lnTo>
                  <a:lnTo>
                    <a:pt x="8406891" y="5279"/>
                  </a:lnTo>
                  <a:lnTo>
                    <a:pt x="8407017" y="5279"/>
                  </a:lnTo>
                  <a:lnTo>
                    <a:pt x="8407144" y="5279"/>
                  </a:lnTo>
                  <a:lnTo>
                    <a:pt x="8407270" y="5279"/>
                  </a:lnTo>
                  <a:lnTo>
                    <a:pt x="8407396" y="5279"/>
                  </a:lnTo>
                  <a:lnTo>
                    <a:pt x="8407522" y="5279"/>
                  </a:lnTo>
                  <a:lnTo>
                    <a:pt x="8407648" y="5279"/>
                  </a:lnTo>
                  <a:lnTo>
                    <a:pt x="8407774" y="5279"/>
                  </a:lnTo>
                  <a:lnTo>
                    <a:pt x="8407900" y="5279"/>
                  </a:lnTo>
                  <a:lnTo>
                    <a:pt x="8408026" y="5279"/>
                  </a:lnTo>
                  <a:lnTo>
                    <a:pt x="8408152" y="5279"/>
                  </a:lnTo>
                  <a:lnTo>
                    <a:pt x="8408278" y="5279"/>
                  </a:lnTo>
                  <a:lnTo>
                    <a:pt x="8408404" y="5279"/>
                  </a:lnTo>
                  <a:lnTo>
                    <a:pt x="8408531" y="5279"/>
                  </a:lnTo>
                  <a:lnTo>
                    <a:pt x="8408657" y="5279"/>
                  </a:lnTo>
                  <a:lnTo>
                    <a:pt x="8408783" y="5279"/>
                  </a:lnTo>
                  <a:lnTo>
                    <a:pt x="8408909" y="5279"/>
                  </a:lnTo>
                  <a:lnTo>
                    <a:pt x="8409035" y="5279"/>
                  </a:lnTo>
                  <a:lnTo>
                    <a:pt x="8409161" y="5279"/>
                  </a:lnTo>
                  <a:lnTo>
                    <a:pt x="8409287" y="5279"/>
                  </a:lnTo>
                  <a:lnTo>
                    <a:pt x="8409413" y="5279"/>
                  </a:lnTo>
                  <a:lnTo>
                    <a:pt x="8409539" y="5279"/>
                  </a:lnTo>
                  <a:lnTo>
                    <a:pt x="8409665" y="5279"/>
                  </a:lnTo>
                  <a:lnTo>
                    <a:pt x="8409791" y="5279"/>
                  </a:lnTo>
                  <a:lnTo>
                    <a:pt x="8409917" y="5279"/>
                  </a:lnTo>
                  <a:lnTo>
                    <a:pt x="8410044" y="5279"/>
                  </a:lnTo>
                  <a:lnTo>
                    <a:pt x="8410170" y="5279"/>
                  </a:lnTo>
                  <a:lnTo>
                    <a:pt x="8410296" y="5279"/>
                  </a:lnTo>
                  <a:lnTo>
                    <a:pt x="8410422" y="5279"/>
                  </a:lnTo>
                  <a:lnTo>
                    <a:pt x="8410548" y="5279"/>
                  </a:lnTo>
                  <a:lnTo>
                    <a:pt x="8410674" y="5279"/>
                  </a:lnTo>
                  <a:lnTo>
                    <a:pt x="8410800" y="5279"/>
                  </a:lnTo>
                  <a:lnTo>
                    <a:pt x="8410926" y="5279"/>
                  </a:lnTo>
                  <a:lnTo>
                    <a:pt x="8411052" y="5279"/>
                  </a:lnTo>
                  <a:lnTo>
                    <a:pt x="8411178" y="5279"/>
                  </a:lnTo>
                  <a:lnTo>
                    <a:pt x="8411304" y="5279"/>
                  </a:lnTo>
                  <a:lnTo>
                    <a:pt x="8411431" y="5279"/>
                  </a:lnTo>
                  <a:lnTo>
                    <a:pt x="8411557" y="5279"/>
                  </a:lnTo>
                  <a:lnTo>
                    <a:pt x="8411683" y="5279"/>
                  </a:lnTo>
                  <a:lnTo>
                    <a:pt x="8411809" y="5279"/>
                  </a:lnTo>
                  <a:lnTo>
                    <a:pt x="8411935" y="5279"/>
                  </a:lnTo>
                  <a:lnTo>
                    <a:pt x="8412061" y="5279"/>
                  </a:lnTo>
                  <a:lnTo>
                    <a:pt x="8412187" y="5279"/>
                  </a:lnTo>
                  <a:lnTo>
                    <a:pt x="8412313" y="5279"/>
                  </a:lnTo>
                  <a:lnTo>
                    <a:pt x="8412439" y="5279"/>
                  </a:lnTo>
                  <a:lnTo>
                    <a:pt x="8412565" y="5279"/>
                  </a:lnTo>
                  <a:lnTo>
                    <a:pt x="8412691" y="5279"/>
                  </a:lnTo>
                  <a:lnTo>
                    <a:pt x="8412817" y="5279"/>
                  </a:lnTo>
                  <a:lnTo>
                    <a:pt x="8412944" y="5279"/>
                  </a:lnTo>
                  <a:lnTo>
                    <a:pt x="8413070" y="5279"/>
                  </a:lnTo>
                  <a:lnTo>
                    <a:pt x="8413196" y="5279"/>
                  </a:lnTo>
                  <a:lnTo>
                    <a:pt x="8413322" y="5279"/>
                  </a:lnTo>
                  <a:lnTo>
                    <a:pt x="8413448" y="5279"/>
                  </a:lnTo>
                  <a:lnTo>
                    <a:pt x="8413574" y="5279"/>
                  </a:lnTo>
                  <a:lnTo>
                    <a:pt x="8413700" y="5279"/>
                  </a:lnTo>
                  <a:lnTo>
                    <a:pt x="8413826" y="5279"/>
                  </a:lnTo>
                  <a:lnTo>
                    <a:pt x="8413952" y="5279"/>
                  </a:lnTo>
                  <a:lnTo>
                    <a:pt x="8414078" y="5279"/>
                  </a:lnTo>
                  <a:lnTo>
                    <a:pt x="8414204" y="5279"/>
                  </a:lnTo>
                  <a:lnTo>
                    <a:pt x="8414331" y="5279"/>
                  </a:lnTo>
                  <a:lnTo>
                    <a:pt x="8414457" y="5279"/>
                  </a:lnTo>
                  <a:lnTo>
                    <a:pt x="8414583" y="5279"/>
                  </a:lnTo>
                  <a:lnTo>
                    <a:pt x="8414709" y="5279"/>
                  </a:lnTo>
                  <a:lnTo>
                    <a:pt x="8414835" y="5279"/>
                  </a:lnTo>
                  <a:lnTo>
                    <a:pt x="8414961" y="5279"/>
                  </a:lnTo>
                  <a:lnTo>
                    <a:pt x="8415087" y="5279"/>
                  </a:lnTo>
                  <a:lnTo>
                    <a:pt x="8415213" y="5279"/>
                  </a:lnTo>
                  <a:lnTo>
                    <a:pt x="8415339" y="5279"/>
                  </a:lnTo>
                  <a:lnTo>
                    <a:pt x="8415465" y="5279"/>
                  </a:lnTo>
                  <a:lnTo>
                    <a:pt x="8415591" y="5279"/>
                  </a:lnTo>
                  <a:lnTo>
                    <a:pt x="8415718" y="5279"/>
                  </a:lnTo>
                  <a:lnTo>
                    <a:pt x="8415844" y="5279"/>
                  </a:lnTo>
                  <a:lnTo>
                    <a:pt x="8415970" y="5279"/>
                  </a:lnTo>
                  <a:lnTo>
                    <a:pt x="8416096" y="5279"/>
                  </a:lnTo>
                  <a:lnTo>
                    <a:pt x="8416222" y="5279"/>
                  </a:lnTo>
                  <a:lnTo>
                    <a:pt x="8416348" y="5279"/>
                  </a:lnTo>
                  <a:lnTo>
                    <a:pt x="8416474" y="5279"/>
                  </a:lnTo>
                  <a:lnTo>
                    <a:pt x="8416600" y="5279"/>
                  </a:lnTo>
                  <a:lnTo>
                    <a:pt x="8416726" y="5279"/>
                  </a:lnTo>
                  <a:lnTo>
                    <a:pt x="8416852" y="5279"/>
                  </a:lnTo>
                  <a:lnTo>
                    <a:pt x="8416978" y="5279"/>
                  </a:lnTo>
                  <a:lnTo>
                    <a:pt x="8417104" y="5279"/>
                  </a:lnTo>
                  <a:lnTo>
                    <a:pt x="8417231" y="5279"/>
                  </a:lnTo>
                  <a:lnTo>
                    <a:pt x="8417357" y="5279"/>
                  </a:lnTo>
                  <a:lnTo>
                    <a:pt x="8417483" y="5279"/>
                  </a:lnTo>
                  <a:lnTo>
                    <a:pt x="8417609" y="5279"/>
                  </a:lnTo>
                  <a:lnTo>
                    <a:pt x="8417735" y="5279"/>
                  </a:lnTo>
                  <a:lnTo>
                    <a:pt x="8417861" y="5279"/>
                  </a:lnTo>
                  <a:lnTo>
                    <a:pt x="8417987" y="5279"/>
                  </a:lnTo>
                  <a:lnTo>
                    <a:pt x="8418113" y="5279"/>
                  </a:lnTo>
                  <a:lnTo>
                    <a:pt x="8418239" y="5279"/>
                  </a:lnTo>
                  <a:lnTo>
                    <a:pt x="8418365" y="5279"/>
                  </a:lnTo>
                  <a:lnTo>
                    <a:pt x="8418491" y="5279"/>
                  </a:lnTo>
                  <a:lnTo>
                    <a:pt x="8418618" y="5279"/>
                  </a:lnTo>
                  <a:lnTo>
                    <a:pt x="8418744" y="5279"/>
                  </a:lnTo>
                  <a:lnTo>
                    <a:pt x="8418870" y="5279"/>
                  </a:lnTo>
                  <a:lnTo>
                    <a:pt x="8418996" y="5279"/>
                  </a:lnTo>
                  <a:lnTo>
                    <a:pt x="8419122" y="5279"/>
                  </a:lnTo>
                  <a:lnTo>
                    <a:pt x="8419248" y="5279"/>
                  </a:lnTo>
                  <a:lnTo>
                    <a:pt x="8419374" y="5279"/>
                  </a:lnTo>
                  <a:lnTo>
                    <a:pt x="8419500" y="5279"/>
                  </a:lnTo>
                  <a:lnTo>
                    <a:pt x="8419626" y="5279"/>
                  </a:lnTo>
                  <a:lnTo>
                    <a:pt x="8419752" y="5279"/>
                  </a:lnTo>
                  <a:lnTo>
                    <a:pt x="8419878" y="5279"/>
                  </a:lnTo>
                  <a:lnTo>
                    <a:pt x="8420004" y="5279"/>
                  </a:lnTo>
                  <a:lnTo>
                    <a:pt x="8420131" y="5279"/>
                  </a:lnTo>
                  <a:lnTo>
                    <a:pt x="8420257" y="5279"/>
                  </a:lnTo>
                  <a:lnTo>
                    <a:pt x="8420383" y="5279"/>
                  </a:lnTo>
                  <a:lnTo>
                    <a:pt x="8420509" y="5279"/>
                  </a:lnTo>
                  <a:lnTo>
                    <a:pt x="8420635" y="5279"/>
                  </a:lnTo>
                  <a:lnTo>
                    <a:pt x="8420761" y="5279"/>
                  </a:lnTo>
                  <a:lnTo>
                    <a:pt x="8420887" y="5279"/>
                  </a:lnTo>
                  <a:lnTo>
                    <a:pt x="8421013" y="5279"/>
                  </a:lnTo>
                  <a:lnTo>
                    <a:pt x="8421139" y="5279"/>
                  </a:lnTo>
                  <a:lnTo>
                    <a:pt x="8421265" y="5279"/>
                  </a:lnTo>
                  <a:lnTo>
                    <a:pt x="8421391" y="5279"/>
                  </a:lnTo>
                  <a:lnTo>
                    <a:pt x="8421518" y="5279"/>
                  </a:lnTo>
                  <a:lnTo>
                    <a:pt x="8421644" y="5279"/>
                  </a:lnTo>
                  <a:lnTo>
                    <a:pt x="8421770" y="5279"/>
                  </a:lnTo>
                  <a:lnTo>
                    <a:pt x="8421896" y="5279"/>
                  </a:lnTo>
                  <a:lnTo>
                    <a:pt x="8422022" y="5279"/>
                  </a:lnTo>
                  <a:lnTo>
                    <a:pt x="8422148" y="5279"/>
                  </a:lnTo>
                  <a:lnTo>
                    <a:pt x="8422274" y="5279"/>
                  </a:lnTo>
                  <a:lnTo>
                    <a:pt x="8422400" y="5279"/>
                  </a:lnTo>
                  <a:lnTo>
                    <a:pt x="8422526" y="5279"/>
                  </a:lnTo>
                  <a:lnTo>
                    <a:pt x="8422652" y="5279"/>
                  </a:lnTo>
                  <a:lnTo>
                    <a:pt x="8422778" y="5279"/>
                  </a:lnTo>
                  <a:lnTo>
                    <a:pt x="8422905" y="5279"/>
                  </a:lnTo>
                  <a:lnTo>
                    <a:pt x="8423031" y="5279"/>
                  </a:lnTo>
                  <a:lnTo>
                    <a:pt x="8423157" y="5279"/>
                  </a:lnTo>
                  <a:lnTo>
                    <a:pt x="8423283" y="5279"/>
                  </a:lnTo>
                  <a:lnTo>
                    <a:pt x="8423409" y="5279"/>
                  </a:lnTo>
                  <a:lnTo>
                    <a:pt x="8423535" y="5279"/>
                  </a:lnTo>
                  <a:lnTo>
                    <a:pt x="8423661" y="5279"/>
                  </a:lnTo>
                  <a:lnTo>
                    <a:pt x="8423787" y="5279"/>
                  </a:lnTo>
                  <a:lnTo>
                    <a:pt x="8423913" y="5279"/>
                  </a:lnTo>
                  <a:lnTo>
                    <a:pt x="8424039" y="5279"/>
                  </a:lnTo>
                  <a:lnTo>
                    <a:pt x="8424165" y="5279"/>
                  </a:lnTo>
                  <a:lnTo>
                    <a:pt x="8424291" y="5279"/>
                  </a:lnTo>
                  <a:lnTo>
                    <a:pt x="8424418" y="5279"/>
                  </a:lnTo>
                  <a:lnTo>
                    <a:pt x="8424544" y="5279"/>
                  </a:lnTo>
                  <a:lnTo>
                    <a:pt x="8424670" y="5279"/>
                  </a:lnTo>
                  <a:lnTo>
                    <a:pt x="8424796" y="5279"/>
                  </a:lnTo>
                  <a:lnTo>
                    <a:pt x="8424922" y="5279"/>
                  </a:lnTo>
                  <a:lnTo>
                    <a:pt x="8425048" y="5279"/>
                  </a:lnTo>
                  <a:lnTo>
                    <a:pt x="8425174" y="5279"/>
                  </a:lnTo>
                  <a:lnTo>
                    <a:pt x="8425300" y="5279"/>
                  </a:lnTo>
                  <a:lnTo>
                    <a:pt x="8425426" y="5279"/>
                  </a:lnTo>
                  <a:lnTo>
                    <a:pt x="8425552" y="5279"/>
                  </a:lnTo>
                  <a:lnTo>
                    <a:pt x="8425678" y="5279"/>
                  </a:lnTo>
                  <a:lnTo>
                    <a:pt x="8425805" y="5279"/>
                  </a:lnTo>
                  <a:lnTo>
                    <a:pt x="8425931" y="5279"/>
                  </a:lnTo>
                  <a:lnTo>
                    <a:pt x="8426057" y="5279"/>
                  </a:lnTo>
                  <a:lnTo>
                    <a:pt x="8426183" y="5279"/>
                  </a:lnTo>
                  <a:lnTo>
                    <a:pt x="8426309" y="5279"/>
                  </a:lnTo>
                  <a:lnTo>
                    <a:pt x="8426435" y="5279"/>
                  </a:lnTo>
                  <a:lnTo>
                    <a:pt x="8426561" y="5279"/>
                  </a:lnTo>
                  <a:lnTo>
                    <a:pt x="8426687" y="5279"/>
                  </a:lnTo>
                  <a:lnTo>
                    <a:pt x="8426813" y="5279"/>
                  </a:lnTo>
                  <a:lnTo>
                    <a:pt x="8426939" y="5279"/>
                  </a:lnTo>
                  <a:lnTo>
                    <a:pt x="8427065" y="5279"/>
                  </a:lnTo>
                  <a:lnTo>
                    <a:pt x="8427191" y="5279"/>
                  </a:lnTo>
                  <a:lnTo>
                    <a:pt x="8427318" y="5279"/>
                  </a:lnTo>
                  <a:lnTo>
                    <a:pt x="8427444" y="5279"/>
                  </a:lnTo>
                  <a:lnTo>
                    <a:pt x="8427570" y="5279"/>
                  </a:lnTo>
                  <a:lnTo>
                    <a:pt x="8427696" y="5279"/>
                  </a:lnTo>
                  <a:lnTo>
                    <a:pt x="8427822" y="5279"/>
                  </a:lnTo>
                  <a:lnTo>
                    <a:pt x="8427948" y="5279"/>
                  </a:lnTo>
                  <a:lnTo>
                    <a:pt x="8428074" y="5279"/>
                  </a:lnTo>
                  <a:lnTo>
                    <a:pt x="8428200" y="5279"/>
                  </a:lnTo>
                  <a:lnTo>
                    <a:pt x="8428326" y="5279"/>
                  </a:lnTo>
                  <a:lnTo>
                    <a:pt x="8428452" y="5279"/>
                  </a:lnTo>
                  <a:lnTo>
                    <a:pt x="8428578" y="5279"/>
                  </a:lnTo>
                  <a:lnTo>
                    <a:pt x="8428705" y="5279"/>
                  </a:lnTo>
                  <a:lnTo>
                    <a:pt x="8428831" y="5279"/>
                  </a:lnTo>
                  <a:lnTo>
                    <a:pt x="8428957" y="5279"/>
                  </a:lnTo>
                  <a:lnTo>
                    <a:pt x="8429083" y="5279"/>
                  </a:lnTo>
                  <a:lnTo>
                    <a:pt x="8429209" y="5279"/>
                  </a:lnTo>
                  <a:lnTo>
                    <a:pt x="8429335" y="5279"/>
                  </a:lnTo>
                  <a:lnTo>
                    <a:pt x="8429461" y="5279"/>
                  </a:lnTo>
                  <a:lnTo>
                    <a:pt x="8429587" y="5279"/>
                  </a:lnTo>
                  <a:lnTo>
                    <a:pt x="8429713" y="5279"/>
                  </a:lnTo>
                  <a:lnTo>
                    <a:pt x="8429839" y="5279"/>
                  </a:lnTo>
                  <a:lnTo>
                    <a:pt x="8429965" y="5279"/>
                  </a:lnTo>
                  <a:lnTo>
                    <a:pt x="8430092" y="5279"/>
                  </a:lnTo>
                  <a:lnTo>
                    <a:pt x="8430218" y="5279"/>
                  </a:lnTo>
                  <a:lnTo>
                    <a:pt x="8430344" y="5279"/>
                  </a:lnTo>
                  <a:lnTo>
                    <a:pt x="8430470" y="5279"/>
                  </a:lnTo>
                  <a:lnTo>
                    <a:pt x="8430596" y="5279"/>
                  </a:lnTo>
                  <a:lnTo>
                    <a:pt x="8430722" y="5279"/>
                  </a:lnTo>
                  <a:lnTo>
                    <a:pt x="8430848" y="5279"/>
                  </a:lnTo>
                  <a:lnTo>
                    <a:pt x="8430974" y="5279"/>
                  </a:lnTo>
                  <a:lnTo>
                    <a:pt x="8431100" y="5279"/>
                  </a:lnTo>
                  <a:lnTo>
                    <a:pt x="8431226" y="5279"/>
                  </a:lnTo>
                  <a:lnTo>
                    <a:pt x="8431352" y="5279"/>
                  </a:lnTo>
                  <a:lnTo>
                    <a:pt x="8431478" y="5279"/>
                  </a:lnTo>
                  <a:lnTo>
                    <a:pt x="8431605" y="5279"/>
                  </a:lnTo>
                  <a:lnTo>
                    <a:pt x="8431731" y="5279"/>
                  </a:lnTo>
                  <a:lnTo>
                    <a:pt x="8431857" y="5279"/>
                  </a:lnTo>
                  <a:lnTo>
                    <a:pt x="8431983" y="5279"/>
                  </a:lnTo>
                  <a:lnTo>
                    <a:pt x="8432109" y="5279"/>
                  </a:lnTo>
                  <a:lnTo>
                    <a:pt x="8432235" y="5279"/>
                  </a:lnTo>
                  <a:lnTo>
                    <a:pt x="8432361" y="5279"/>
                  </a:lnTo>
                  <a:lnTo>
                    <a:pt x="8432487" y="5279"/>
                  </a:lnTo>
                  <a:lnTo>
                    <a:pt x="8432613" y="5279"/>
                  </a:lnTo>
                  <a:lnTo>
                    <a:pt x="8432739" y="5279"/>
                  </a:lnTo>
                  <a:lnTo>
                    <a:pt x="8432865" y="5279"/>
                  </a:lnTo>
                  <a:lnTo>
                    <a:pt x="8432992" y="5279"/>
                  </a:lnTo>
                  <a:lnTo>
                    <a:pt x="8433118" y="5279"/>
                  </a:lnTo>
                  <a:lnTo>
                    <a:pt x="8433244" y="5279"/>
                  </a:lnTo>
                  <a:lnTo>
                    <a:pt x="8433370" y="5279"/>
                  </a:lnTo>
                  <a:lnTo>
                    <a:pt x="8433496" y="5279"/>
                  </a:lnTo>
                  <a:lnTo>
                    <a:pt x="8433622" y="5279"/>
                  </a:lnTo>
                  <a:lnTo>
                    <a:pt x="8433748" y="5279"/>
                  </a:lnTo>
                  <a:lnTo>
                    <a:pt x="8433874" y="5279"/>
                  </a:lnTo>
                  <a:lnTo>
                    <a:pt x="8434000" y="5279"/>
                  </a:lnTo>
                  <a:lnTo>
                    <a:pt x="8434126" y="5279"/>
                  </a:lnTo>
                  <a:lnTo>
                    <a:pt x="8434252" y="5279"/>
                  </a:lnTo>
                  <a:lnTo>
                    <a:pt x="8434378" y="5279"/>
                  </a:lnTo>
                  <a:lnTo>
                    <a:pt x="8434505" y="5279"/>
                  </a:lnTo>
                  <a:lnTo>
                    <a:pt x="8434631" y="5279"/>
                  </a:lnTo>
                  <a:lnTo>
                    <a:pt x="8434757" y="5279"/>
                  </a:lnTo>
                  <a:lnTo>
                    <a:pt x="8434883" y="5279"/>
                  </a:lnTo>
                  <a:lnTo>
                    <a:pt x="8435009" y="5279"/>
                  </a:lnTo>
                  <a:lnTo>
                    <a:pt x="8435135" y="5279"/>
                  </a:lnTo>
                  <a:lnTo>
                    <a:pt x="8435261" y="5279"/>
                  </a:lnTo>
                  <a:lnTo>
                    <a:pt x="8435387" y="5279"/>
                  </a:lnTo>
                  <a:lnTo>
                    <a:pt x="8435513" y="5279"/>
                  </a:lnTo>
                  <a:lnTo>
                    <a:pt x="8435639" y="5279"/>
                  </a:lnTo>
                  <a:lnTo>
                    <a:pt x="8435765" y="5279"/>
                  </a:lnTo>
                  <a:lnTo>
                    <a:pt x="8435892" y="5279"/>
                  </a:lnTo>
                  <a:lnTo>
                    <a:pt x="8436018" y="5279"/>
                  </a:lnTo>
                  <a:lnTo>
                    <a:pt x="8436144" y="5279"/>
                  </a:lnTo>
                  <a:lnTo>
                    <a:pt x="8436270" y="5279"/>
                  </a:lnTo>
                  <a:lnTo>
                    <a:pt x="8436396" y="5279"/>
                  </a:lnTo>
                  <a:lnTo>
                    <a:pt x="8436522" y="5279"/>
                  </a:lnTo>
                  <a:lnTo>
                    <a:pt x="8436648" y="5279"/>
                  </a:lnTo>
                  <a:lnTo>
                    <a:pt x="8436774" y="5279"/>
                  </a:lnTo>
                  <a:lnTo>
                    <a:pt x="8436900" y="5279"/>
                  </a:lnTo>
                  <a:lnTo>
                    <a:pt x="8437026" y="5279"/>
                  </a:lnTo>
                  <a:lnTo>
                    <a:pt x="8437152" y="5279"/>
                  </a:lnTo>
                  <a:lnTo>
                    <a:pt x="8437278" y="5279"/>
                  </a:lnTo>
                  <a:lnTo>
                    <a:pt x="8437405" y="5279"/>
                  </a:lnTo>
                  <a:lnTo>
                    <a:pt x="8437531" y="5279"/>
                  </a:lnTo>
                  <a:lnTo>
                    <a:pt x="8437657" y="5279"/>
                  </a:lnTo>
                  <a:lnTo>
                    <a:pt x="8437783" y="5279"/>
                  </a:lnTo>
                  <a:lnTo>
                    <a:pt x="8437909" y="5279"/>
                  </a:lnTo>
                  <a:lnTo>
                    <a:pt x="8438035" y="5279"/>
                  </a:lnTo>
                  <a:lnTo>
                    <a:pt x="8438161" y="5279"/>
                  </a:lnTo>
                  <a:lnTo>
                    <a:pt x="8438287" y="5279"/>
                  </a:lnTo>
                  <a:lnTo>
                    <a:pt x="8438413" y="5279"/>
                  </a:lnTo>
                  <a:lnTo>
                    <a:pt x="8438539" y="5279"/>
                  </a:lnTo>
                  <a:lnTo>
                    <a:pt x="8438665" y="5279"/>
                  </a:lnTo>
                  <a:lnTo>
                    <a:pt x="8438792" y="5279"/>
                  </a:lnTo>
                  <a:lnTo>
                    <a:pt x="8438918" y="5279"/>
                  </a:lnTo>
                  <a:lnTo>
                    <a:pt x="8439044" y="5279"/>
                  </a:lnTo>
                  <a:lnTo>
                    <a:pt x="8439170" y="5279"/>
                  </a:lnTo>
                  <a:lnTo>
                    <a:pt x="8439296" y="5279"/>
                  </a:lnTo>
                  <a:lnTo>
                    <a:pt x="8439422" y="5279"/>
                  </a:lnTo>
                  <a:lnTo>
                    <a:pt x="8439548" y="5279"/>
                  </a:lnTo>
                  <a:lnTo>
                    <a:pt x="8439674" y="5279"/>
                  </a:lnTo>
                  <a:lnTo>
                    <a:pt x="8439800" y="5279"/>
                  </a:lnTo>
                  <a:lnTo>
                    <a:pt x="8439926" y="5279"/>
                  </a:lnTo>
                  <a:lnTo>
                    <a:pt x="8440052" y="5279"/>
                  </a:lnTo>
                  <a:lnTo>
                    <a:pt x="8440179" y="5279"/>
                  </a:lnTo>
                  <a:lnTo>
                    <a:pt x="8440305" y="5279"/>
                  </a:lnTo>
                  <a:lnTo>
                    <a:pt x="8440431" y="5279"/>
                  </a:lnTo>
                  <a:lnTo>
                    <a:pt x="8440557" y="5279"/>
                  </a:lnTo>
                  <a:lnTo>
                    <a:pt x="8440683" y="5279"/>
                  </a:lnTo>
                  <a:lnTo>
                    <a:pt x="8440809" y="5279"/>
                  </a:lnTo>
                  <a:lnTo>
                    <a:pt x="8440935" y="5279"/>
                  </a:lnTo>
                  <a:lnTo>
                    <a:pt x="8441061" y="5279"/>
                  </a:lnTo>
                  <a:lnTo>
                    <a:pt x="8441187" y="5279"/>
                  </a:lnTo>
                  <a:lnTo>
                    <a:pt x="8441313" y="5279"/>
                  </a:lnTo>
                  <a:lnTo>
                    <a:pt x="8441439" y="5279"/>
                  </a:lnTo>
                  <a:lnTo>
                    <a:pt x="8441565" y="5279"/>
                  </a:lnTo>
                  <a:lnTo>
                    <a:pt x="8441692" y="5279"/>
                  </a:lnTo>
                  <a:lnTo>
                    <a:pt x="8441818" y="5279"/>
                  </a:lnTo>
                  <a:lnTo>
                    <a:pt x="8441944" y="5279"/>
                  </a:lnTo>
                  <a:lnTo>
                    <a:pt x="8442070" y="5279"/>
                  </a:lnTo>
                  <a:lnTo>
                    <a:pt x="8442196" y="5279"/>
                  </a:lnTo>
                  <a:lnTo>
                    <a:pt x="8442322" y="5279"/>
                  </a:lnTo>
                  <a:lnTo>
                    <a:pt x="8442448" y="5279"/>
                  </a:lnTo>
                  <a:lnTo>
                    <a:pt x="8442574" y="5279"/>
                  </a:lnTo>
                  <a:lnTo>
                    <a:pt x="8442700" y="5279"/>
                  </a:lnTo>
                  <a:lnTo>
                    <a:pt x="8442826" y="5279"/>
                  </a:lnTo>
                  <a:lnTo>
                    <a:pt x="8442952" y="5279"/>
                  </a:lnTo>
                  <a:lnTo>
                    <a:pt x="8443079" y="5279"/>
                  </a:lnTo>
                  <a:lnTo>
                    <a:pt x="8443205" y="5279"/>
                  </a:lnTo>
                  <a:lnTo>
                    <a:pt x="8443331" y="5279"/>
                  </a:lnTo>
                  <a:lnTo>
                    <a:pt x="8443457" y="5279"/>
                  </a:lnTo>
                  <a:lnTo>
                    <a:pt x="8443583" y="5279"/>
                  </a:lnTo>
                  <a:lnTo>
                    <a:pt x="8443709" y="5279"/>
                  </a:lnTo>
                  <a:lnTo>
                    <a:pt x="8443835" y="5279"/>
                  </a:lnTo>
                  <a:lnTo>
                    <a:pt x="8443961" y="5279"/>
                  </a:lnTo>
                  <a:lnTo>
                    <a:pt x="8444087" y="5279"/>
                  </a:lnTo>
                  <a:lnTo>
                    <a:pt x="8444213" y="5279"/>
                  </a:lnTo>
                  <a:lnTo>
                    <a:pt x="8444339" y="5279"/>
                  </a:lnTo>
                  <a:lnTo>
                    <a:pt x="8444465" y="5279"/>
                  </a:lnTo>
                  <a:lnTo>
                    <a:pt x="8444592" y="5279"/>
                  </a:lnTo>
                  <a:lnTo>
                    <a:pt x="8444718" y="5279"/>
                  </a:lnTo>
                  <a:lnTo>
                    <a:pt x="8444844" y="5279"/>
                  </a:lnTo>
                  <a:lnTo>
                    <a:pt x="8444970" y="5279"/>
                  </a:lnTo>
                  <a:lnTo>
                    <a:pt x="8445096" y="5279"/>
                  </a:lnTo>
                  <a:lnTo>
                    <a:pt x="8445222" y="5279"/>
                  </a:lnTo>
                  <a:lnTo>
                    <a:pt x="8445348" y="5279"/>
                  </a:lnTo>
                  <a:lnTo>
                    <a:pt x="8445474" y="5279"/>
                  </a:lnTo>
                  <a:lnTo>
                    <a:pt x="8445600" y="5279"/>
                  </a:lnTo>
                  <a:lnTo>
                    <a:pt x="8445726" y="5279"/>
                  </a:lnTo>
                  <a:lnTo>
                    <a:pt x="8445852" y="5279"/>
                  </a:lnTo>
                  <a:lnTo>
                    <a:pt x="8445979" y="5279"/>
                  </a:lnTo>
                  <a:lnTo>
                    <a:pt x="8446105" y="5279"/>
                  </a:lnTo>
                  <a:lnTo>
                    <a:pt x="8446231" y="5279"/>
                  </a:lnTo>
                  <a:lnTo>
                    <a:pt x="8446357" y="5279"/>
                  </a:lnTo>
                  <a:lnTo>
                    <a:pt x="8446483" y="5279"/>
                  </a:lnTo>
                  <a:lnTo>
                    <a:pt x="8446609" y="5279"/>
                  </a:lnTo>
                  <a:lnTo>
                    <a:pt x="8446735" y="5279"/>
                  </a:lnTo>
                  <a:lnTo>
                    <a:pt x="8446861" y="5279"/>
                  </a:lnTo>
                  <a:lnTo>
                    <a:pt x="8446987" y="5279"/>
                  </a:lnTo>
                  <a:lnTo>
                    <a:pt x="8447113" y="5279"/>
                  </a:lnTo>
                  <a:lnTo>
                    <a:pt x="8447239" y="5279"/>
                  </a:lnTo>
                  <a:lnTo>
                    <a:pt x="8447366" y="5279"/>
                  </a:lnTo>
                  <a:lnTo>
                    <a:pt x="8447492" y="5279"/>
                  </a:lnTo>
                  <a:lnTo>
                    <a:pt x="8447618" y="5279"/>
                  </a:lnTo>
                  <a:lnTo>
                    <a:pt x="8447744" y="5279"/>
                  </a:lnTo>
                  <a:lnTo>
                    <a:pt x="8447870" y="5279"/>
                  </a:lnTo>
                  <a:lnTo>
                    <a:pt x="8447996" y="5279"/>
                  </a:lnTo>
                  <a:lnTo>
                    <a:pt x="8448122" y="5279"/>
                  </a:lnTo>
                  <a:lnTo>
                    <a:pt x="8448248" y="5279"/>
                  </a:lnTo>
                  <a:lnTo>
                    <a:pt x="8448374" y="5279"/>
                  </a:lnTo>
                  <a:lnTo>
                    <a:pt x="8448500" y="5279"/>
                  </a:lnTo>
                  <a:lnTo>
                    <a:pt x="8448626" y="5279"/>
                  </a:lnTo>
                  <a:lnTo>
                    <a:pt x="8448752" y="5279"/>
                  </a:lnTo>
                  <a:lnTo>
                    <a:pt x="8448879" y="5279"/>
                  </a:lnTo>
                  <a:lnTo>
                    <a:pt x="8449005" y="5279"/>
                  </a:lnTo>
                  <a:lnTo>
                    <a:pt x="8449131" y="5279"/>
                  </a:lnTo>
                  <a:lnTo>
                    <a:pt x="8449257" y="5279"/>
                  </a:lnTo>
                  <a:lnTo>
                    <a:pt x="8449383" y="5279"/>
                  </a:lnTo>
                  <a:lnTo>
                    <a:pt x="8449509" y="5279"/>
                  </a:lnTo>
                  <a:lnTo>
                    <a:pt x="8449635" y="5279"/>
                  </a:lnTo>
                  <a:lnTo>
                    <a:pt x="8449761" y="5279"/>
                  </a:lnTo>
                  <a:lnTo>
                    <a:pt x="8449887" y="5279"/>
                  </a:lnTo>
                  <a:lnTo>
                    <a:pt x="8450013" y="5279"/>
                  </a:lnTo>
                  <a:lnTo>
                    <a:pt x="8450139" y="5279"/>
                  </a:lnTo>
                  <a:lnTo>
                    <a:pt x="8450266" y="5279"/>
                  </a:lnTo>
                  <a:lnTo>
                    <a:pt x="8450392" y="5279"/>
                  </a:lnTo>
                  <a:lnTo>
                    <a:pt x="8450518" y="5279"/>
                  </a:lnTo>
                  <a:lnTo>
                    <a:pt x="8450644" y="5279"/>
                  </a:lnTo>
                  <a:lnTo>
                    <a:pt x="8450770" y="5279"/>
                  </a:lnTo>
                  <a:lnTo>
                    <a:pt x="8450896" y="5279"/>
                  </a:lnTo>
                  <a:lnTo>
                    <a:pt x="8451022" y="5279"/>
                  </a:lnTo>
                  <a:lnTo>
                    <a:pt x="8451148" y="5279"/>
                  </a:lnTo>
                  <a:lnTo>
                    <a:pt x="8451274" y="5279"/>
                  </a:lnTo>
                  <a:lnTo>
                    <a:pt x="8451400" y="5279"/>
                  </a:lnTo>
                  <a:lnTo>
                    <a:pt x="8451526" y="5279"/>
                  </a:lnTo>
                  <a:lnTo>
                    <a:pt x="8451652" y="5279"/>
                  </a:lnTo>
                  <a:lnTo>
                    <a:pt x="8451779" y="5279"/>
                  </a:lnTo>
                  <a:lnTo>
                    <a:pt x="8451905" y="5279"/>
                  </a:lnTo>
                  <a:lnTo>
                    <a:pt x="8452031" y="5279"/>
                  </a:lnTo>
                  <a:lnTo>
                    <a:pt x="8452157" y="5279"/>
                  </a:lnTo>
                  <a:lnTo>
                    <a:pt x="8452283" y="5279"/>
                  </a:lnTo>
                  <a:lnTo>
                    <a:pt x="8452409" y="5279"/>
                  </a:lnTo>
                  <a:lnTo>
                    <a:pt x="8452535" y="5279"/>
                  </a:lnTo>
                  <a:lnTo>
                    <a:pt x="8452661" y="5279"/>
                  </a:lnTo>
                  <a:lnTo>
                    <a:pt x="8452787" y="5279"/>
                  </a:lnTo>
                  <a:lnTo>
                    <a:pt x="8452913" y="5279"/>
                  </a:lnTo>
                  <a:lnTo>
                    <a:pt x="8453039" y="5279"/>
                  </a:lnTo>
                  <a:lnTo>
                    <a:pt x="8453166" y="5279"/>
                  </a:lnTo>
                  <a:lnTo>
                    <a:pt x="8453292" y="5279"/>
                  </a:lnTo>
                  <a:lnTo>
                    <a:pt x="8453418" y="5279"/>
                  </a:lnTo>
                  <a:lnTo>
                    <a:pt x="8453544" y="5279"/>
                  </a:lnTo>
                  <a:lnTo>
                    <a:pt x="8453670" y="5279"/>
                  </a:lnTo>
                  <a:lnTo>
                    <a:pt x="8453796" y="5279"/>
                  </a:lnTo>
                  <a:lnTo>
                    <a:pt x="8453922" y="5279"/>
                  </a:lnTo>
                  <a:lnTo>
                    <a:pt x="8454048" y="5279"/>
                  </a:lnTo>
                  <a:lnTo>
                    <a:pt x="8454174" y="5279"/>
                  </a:lnTo>
                  <a:lnTo>
                    <a:pt x="8454300" y="5279"/>
                  </a:lnTo>
                  <a:lnTo>
                    <a:pt x="8454426" y="5279"/>
                  </a:lnTo>
                  <a:lnTo>
                    <a:pt x="8454552" y="5279"/>
                  </a:lnTo>
                  <a:lnTo>
                    <a:pt x="8454679" y="5279"/>
                  </a:lnTo>
                  <a:lnTo>
                    <a:pt x="8454805" y="5279"/>
                  </a:lnTo>
                  <a:lnTo>
                    <a:pt x="8454931" y="5279"/>
                  </a:lnTo>
                  <a:lnTo>
                    <a:pt x="8455057" y="5279"/>
                  </a:lnTo>
                  <a:lnTo>
                    <a:pt x="8455183" y="5279"/>
                  </a:lnTo>
                  <a:lnTo>
                    <a:pt x="8455309" y="5279"/>
                  </a:lnTo>
                  <a:lnTo>
                    <a:pt x="8455435" y="5279"/>
                  </a:lnTo>
                  <a:lnTo>
                    <a:pt x="8455561" y="5279"/>
                  </a:lnTo>
                  <a:lnTo>
                    <a:pt x="8455687" y="5279"/>
                  </a:lnTo>
                  <a:lnTo>
                    <a:pt x="8455813" y="5279"/>
                  </a:lnTo>
                  <a:lnTo>
                    <a:pt x="8455939" y="5279"/>
                  </a:lnTo>
                  <a:lnTo>
                    <a:pt x="8456066" y="5279"/>
                  </a:lnTo>
                  <a:lnTo>
                    <a:pt x="8456192" y="5279"/>
                  </a:lnTo>
                  <a:lnTo>
                    <a:pt x="8456318" y="5279"/>
                  </a:lnTo>
                  <a:lnTo>
                    <a:pt x="8456444" y="5279"/>
                  </a:lnTo>
                  <a:lnTo>
                    <a:pt x="8456570" y="5279"/>
                  </a:lnTo>
                  <a:lnTo>
                    <a:pt x="8456696" y="5279"/>
                  </a:lnTo>
                  <a:lnTo>
                    <a:pt x="8456822" y="5279"/>
                  </a:lnTo>
                  <a:lnTo>
                    <a:pt x="8456948" y="5279"/>
                  </a:lnTo>
                  <a:lnTo>
                    <a:pt x="8457074" y="5279"/>
                  </a:lnTo>
                  <a:lnTo>
                    <a:pt x="8457200" y="5279"/>
                  </a:lnTo>
                  <a:lnTo>
                    <a:pt x="8457326" y="5279"/>
                  </a:lnTo>
                  <a:lnTo>
                    <a:pt x="8457453" y="5279"/>
                  </a:lnTo>
                  <a:lnTo>
                    <a:pt x="8457579" y="5279"/>
                  </a:lnTo>
                  <a:lnTo>
                    <a:pt x="8457705" y="5279"/>
                  </a:lnTo>
                  <a:lnTo>
                    <a:pt x="8457831" y="5279"/>
                  </a:lnTo>
                  <a:lnTo>
                    <a:pt x="8457957" y="5279"/>
                  </a:lnTo>
                  <a:lnTo>
                    <a:pt x="8458083" y="5279"/>
                  </a:lnTo>
                  <a:lnTo>
                    <a:pt x="8458209" y="5279"/>
                  </a:lnTo>
                  <a:lnTo>
                    <a:pt x="8458335" y="5279"/>
                  </a:lnTo>
                  <a:lnTo>
                    <a:pt x="8458461" y="5279"/>
                  </a:lnTo>
                  <a:lnTo>
                    <a:pt x="8458587" y="5279"/>
                  </a:lnTo>
                  <a:lnTo>
                    <a:pt x="8458713" y="5279"/>
                  </a:lnTo>
                  <a:lnTo>
                    <a:pt x="8458839" y="5279"/>
                  </a:lnTo>
                  <a:lnTo>
                    <a:pt x="8458966" y="5279"/>
                  </a:lnTo>
                  <a:lnTo>
                    <a:pt x="8459092" y="5279"/>
                  </a:lnTo>
                  <a:lnTo>
                    <a:pt x="8459218" y="5279"/>
                  </a:lnTo>
                  <a:lnTo>
                    <a:pt x="8459344" y="5279"/>
                  </a:lnTo>
                  <a:lnTo>
                    <a:pt x="8459470" y="5279"/>
                  </a:lnTo>
                  <a:lnTo>
                    <a:pt x="8459596" y="5279"/>
                  </a:lnTo>
                  <a:lnTo>
                    <a:pt x="8459722" y="5279"/>
                  </a:lnTo>
                  <a:lnTo>
                    <a:pt x="8459848" y="5279"/>
                  </a:lnTo>
                  <a:lnTo>
                    <a:pt x="8459974" y="5279"/>
                  </a:lnTo>
                  <a:lnTo>
                    <a:pt x="8460100" y="5279"/>
                  </a:lnTo>
                  <a:lnTo>
                    <a:pt x="8460226" y="5279"/>
                  </a:lnTo>
                  <a:lnTo>
                    <a:pt x="8460353" y="5279"/>
                  </a:lnTo>
                  <a:lnTo>
                    <a:pt x="8460479" y="5279"/>
                  </a:lnTo>
                  <a:lnTo>
                    <a:pt x="8460605" y="5279"/>
                  </a:lnTo>
                  <a:lnTo>
                    <a:pt x="8460731" y="5279"/>
                  </a:lnTo>
                  <a:lnTo>
                    <a:pt x="8460857" y="5279"/>
                  </a:lnTo>
                  <a:lnTo>
                    <a:pt x="8460983" y="5279"/>
                  </a:lnTo>
                  <a:lnTo>
                    <a:pt x="8461109" y="5279"/>
                  </a:lnTo>
                  <a:lnTo>
                    <a:pt x="8461235" y="5279"/>
                  </a:lnTo>
                  <a:lnTo>
                    <a:pt x="8461361" y="5279"/>
                  </a:lnTo>
                  <a:lnTo>
                    <a:pt x="8461487" y="5279"/>
                  </a:lnTo>
                  <a:lnTo>
                    <a:pt x="8461613" y="5279"/>
                  </a:lnTo>
                  <a:lnTo>
                    <a:pt x="8461739" y="5279"/>
                  </a:lnTo>
                  <a:lnTo>
                    <a:pt x="8461866" y="5279"/>
                  </a:lnTo>
                  <a:lnTo>
                    <a:pt x="8461992" y="5279"/>
                  </a:lnTo>
                  <a:lnTo>
                    <a:pt x="8462118" y="5279"/>
                  </a:lnTo>
                  <a:lnTo>
                    <a:pt x="8462244" y="5279"/>
                  </a:lnTo>
                  <a:lnTo>
                    <a:pt x="8462370" y="5279"/>
                  </a:lnTo>
                  <a:lnTo>
                    <a:pt x="8462496" y="5279"/>
                  </a:lnTo>
                  <a:lnTo>
                    <a:pt x="8462622" y="5279"/>
                  </a:lnTo>
                  <a:lnTo>
                    <a:pt x="8462748" y="5279"/>
                  </a:lnTo>
                  <a:lnTo>
                    <a:pt x="8462874" y="5279"/>
                  </a:lnTo>
                  <a:lnTo>
                    <a:pt x="8463000" y="5279"/>
                  </a:lnTo>
                  <a:lnTo>
                    <a:pt x="8463126" y="5279"/>
                  </a:lnTo>
                  <a:lnTo>
                    <a:pt x="8463253" y="5279"/>
                  </a:lnTo>
                  <a:lnTo>
                    <a:pt x="8463379" y="5279"/>
                  </a:lnTo>
                  <a:lnTo>
                    <a:pt x="8463505" y="5279"/>
                  </a:lnTo>
                  <a:lnTo>
                    <a:pt x="8463631" y="5279"/>
                  </a:lnTo>
                  <a:lnTo>
                    <a:pt x="8463757" y="5279"/>
                  </a:lnTo>
                  <a:lnTo>
                    <a:pt x="8463883" y="5279"/>
                  </a:lnTo>
                  <a:lnTo>
                    <a:pt x="8464009" y="5279"/>
                  </a:lnTo>
                  <a:lnTo>
                    <a:pt x="8464135" y="5279"/>
                  </a:lnTo>
                  <a:lnTo>
                    <a:pt x="8464261" y="5279"/>
                  </a:lnTo>
                  <a:lnTo>
                    <a:pt x="8464387" y="5279"/>
                  </a:lnTo>
                  <a:lnTo>
                    <a:pt x="8464513" y="5279"/>
                  </a:lnTo>
                  <a:lnTo>
                    <a:pt x="8464640" y="5279"/>
                  </a:lnTo>
                  <a:lnTo>
                    <a:pt x="8464766" y="5279"/>
                  </a:lnTo>
                  <a:lnTo>
                    <a:pt x="8464892" y="5279"/>
                  </a:lnTo>
                  <a:lnTo>
                    <a:pt x="8465018" y="5279"/>
                  </a:lnTo>
                  <a:lnTo>
                    <a:pt x="8465144" y="5279"/>
                  </a:lnTo>
                  <a:lnTo>
                    <a:pt x="8465270" y="5279"/>
                  </a:lnTo>
                  <a:lnTo>
                    <a:pt x="8465396" y="5279"/>
                  </a:lnTo>
                  <a:lnTo>
                    <a:pt x="8465522" y="5279"/>
                  </a:lnTo>
                  <a:lnTo>
                    <a:pt x="8465648" y="5279"/>
                  </a:lnTo>
                  <a:lnTo>
                    <a:pt x="8465774" y="5279"/>
                  </a:lnTo>
                  <a:lnTo>
                    <a:pt x="8465900" y="5279"/>
                  </a:lnTo>
                  <a:lnTo>
                    <a:pt x="8466026" y="5279"/>
                  </a:lnTo>
                  <a:lnTo>
                    <a:pt x="8466153" y="5279"/>
                  </a:lnTo>
                  <a:lnTo>
                    <a:pt x="8466279" y="5279"/>
                  </a:lnTo>
                  <a:lnTo>
                    <a:pt x="8466405" y="5279"/>
                  </a:lnTo>
                  <a:lnTo>
                    <a:pt x="8466531" y="5279"/>
                  </a:lnTo>
                  <a:lnTo>
                    <a:pt x="8466657" y="5279"/>
                  </a:lnTo>
                  <a:lnTo>
                    <a:pt x="8466783" y="5279"/>
                  </a:lnTo>
                  <a:lnTo>
                    <a:pt x="8466909" y="5279"/>
                  </a:lnTo>
                  <a:lnTo>
                    <a:pt x="8467035" y="5279"/>
                  </a:lnTo>
                  <a:lnTo>
                    <a:pt x="8467161" y="5279"/>
                  </a:lnTo>
                  <a:lnTo>
                    <a:pt x="8467287" y="5279"/>
                  </a:lnTo>
                  <a:lnTo>
                    <a:pt x="8467413" y="5279"/>
                  </a:lnTo>
                  <a:lnTo>
                    <a:pt x="8467540" y="5279"/>
                  </a:lnTo>
                  <a:lnTo>
                    <a:pt x="8467666" y="5279"/>
                  </a:lnTo>
                  <a:lnTo>
                    <a:pt x="8467792" y="5279"/>
                  </a:lnTo>
                  <a:lnTo>
                    <a:pt x="8467918" y="5279"/>
                  </a:lnTo>
                  <a:lnTo>
                    <a:pt x="8468044" y="5279"/>
                  </a:lnTo>
                  <a:lnTo>
                    <a:pt x="8468170" y="5279"/>
                  </a:lnTo>
                  <a:lnTo>
                    <a:pt x="8468296" y="5279"/>
                  </a:lnTo>
                  <a:lnTo>
                    <a:pt x="8468422" y="5279"/>
                  </a:lnTo>
                  <a:lnTo>
                    <a:pt x="8468548" y="5279"/>
                  </a:lnTo>
                  <a:lnTo>
                    <a:pt x="8468674" y="5279"/>
                  </a:lnTo>
                  <a:lnTo>
                    <a:pt x="8468800" y="5279"/>
                  </a:lnTo>
                  <a:lnTo>
                    <a:pt x="8468926" y="5279"/>
                  </a:lnTo>
                  <a:lnTo>
                    <a:pt x="8469053" y="5279"/>
                  </a:lnTo>
                  <a:lnTo>
                    <a:pt x="8469179" y="5279"/>
                  </a:lnTo>
                  <a:lnTo>
                    <a:pt x="8469305" y="5279"/>
                  </a:lnTo>
                  <a:lnTo>
                    <a:pt x="8469431" y="5279"/>
                  </a:lnTo>
                  <a:lnTo>
                    <a:pt x="8469557" y="5279"/>
                  </a:lnTo>
                  <a:lnTo>
                    <a:pt x="8469683" y="5279"/>
                  </a:lnTo>
                  <a:lnTo>
                    <a:pt x="8469809" y="5279"/>
                  </a:lnTo>
                  <a:lnTo>
                    <a:pt x="8469935" y="5279"/>
                  </a:lnTo>
                  <a:lnTo>
                    <a:pt x="8470061" y="5279"/>
                  </a:lnTo>
                  <a:lnTo>
                    <a:pt x="8470187" y="5279"/>
                  </a:lnTo>
                  <a:lnTo>
                    <a:pt x="8470313" y="5279"/>
                  </a:lnTo>
                  <a:lnTo>
                    <a:pt x="8470440" y="5279"/>
                  </a:lnTo>
                  <a:lnTo>
                    <a:pt x="8470566" y="5279"/>
                  </a:lnTo>
                  <a:lnTo>
                    <a:pt x="8470692" y="5279"/>
                  </a:lnTo>
                  <a:lnTo>
                    <a:pt x="8470818" y="5279"/>
                  </a:lnTo>
                  <a:lnTo>
                    <a:pt x="8470944" y="5279"/>
                  </a:lnTo>
                  <a:lnTo>
                    <a:pt x="8471070" y="5279"/>
                  </a:lnTo>
                  <a:lnTo>
                    <a:pt x="8471196" y="5279"/>
                  </a:lnTo>
                  <a:lnTo>
                    <a:pt x="8471322" y="5279"/>
                  </a:lnTo>
                  <a:lnTo>
                    <a:pt x="8471448" y="5279"/>
                  </a:lnTo>
                  <a:lnTo>
                    <a:pt x="8471574" y="5279"/>
                  </a:lnTo>
                  <a:lnTo>
                    <a:pt x="8471700" y="5279"/>
                  </a:lnTo>
                  <a:lnTo>
                    <a:pt x="8471827" y="5279"/>
                  </a:lnTo>
                  <a:lnTo>
                    <a:pt x="8471953" y="5279"/>
                  </a:lnTo>
                  <a:lnTo>
                    <a:pt x="8472079" y="5279"/>
                  </a:lnTo>
                  <a:lnTo>
                    <a:pt x="8472205" y="5279"/>
                  </a:lnTo>
                  <a:lnTo>
                    <a:pt x="8472331" y="5279"/>
                  </a:lnTo>
                  <a:lnTo>
                    <a:pt x="8472457" y="5279"/>
                  </a:lnTo>
                  <a:lnTo>
                    <a:pt x="8472583" y="5279"/>
                  </a:lnTo>
                  <a:lnTo>
                    <a:pt x="8472709" y="5279"/>
                  </a:lnTo>
                  <a:lnTo>
                    <a:pt x="8472835" y="5279"/>
                  </a:lnTo>
                  <a:lnTo>
                    <a:pt x="8472961" y="5279"/>
                  </a:lnTo>
                  <a:lnTo>
                    <a:pt x="8473087" y="5279"/>
                  </a:lnTo>
                  <a:lnTo>
                    <a:pt x="8473213" y="5279"/>
                  </a:lnTo>
                  <a:lnTo>
                    <a:pt x="8473340" y="5279"/>
                  </a:lnTo>
                  <a:lnTo>
                    <a:pt x="8473466" y="5279"/>
                  </a:lnTo>
                  <a:lnTo>
                    <a:pt x="8473592" y="5279"/>
                  </a:lnTo>
                  <a:lnTo>
                    <a:pt x="8473718" y="5279"/>
                  </a:lnTo>
                  <a:lnTo>
                    <a:pt x="8473844" y="5279"/>
                  </a:lnTo>
                  <a:lnTo>
                    <a:pt x="8473970" y="5279"/>
                  </a:lnTo>
                  <a:lnTo>
                    <a:pt x="8474096" y="5279"/>
                  </a:lnTo>
                  <a:lnTo>
                    <a:pt x="8474222" y="5279"/>
                  </a:lnTo>
                  <a:lnTo>
                    <a:pt x="8474348" y="5279"/>
                  </a:lnTo>
                  <a:lnTo>
                    <a:pt x="8474474" y="5279"/>
                  </a:lnTo>
                  <a:lnTo>
                    <a:pt x="8474600" y="5279"/>
                  </a:lnTo>
                  <a:lnTo>
                    <a:pt x="8474727" y="5279"/>
                  </a:lnTo>
                  <a:lnTo>
                    <a:pt x="8474853" y="5279"/>
                  </a:lnTo>
                  <a:lnTo>
                    <a:pt x="8474979" y="5279"/>
                  </a:lnTo>
                  <a:lnTo>
                    <a:pt x="8475105" y="5279"/>
                  </a:lnTo>
                  <a:lnTo>
                    <a:pt x="8475231" y="5279"/>
                  </a:lnTo>
                  <a:lnTo>
                    <a:pt x="8475357" y="5279"/>
                  </a:lnTo>
                  <a:lnTo>
                    <a:pt x="8475483" y="5279"/>
                  </a:lnTo>
                  <a:lnTo>
                    <a:pt x="8475609" y="5279"/>
                  </a:lnTo>
                  <a:lnTo>
                    <a:pt x="8475735" y="5279"/>
                  </a:lnTo>
                  <a:lnTo>
                    <a:pt x="8475861" y="5279"/>
                  </a:lnTo>
                  <a:lnTo>
                    <a:pt x="8475987" y="5279"/>
                  </a:lnTo>
                  <a:lnTo>
                    <a:pt x="8476113" y="5279"/>
                  </a:lnTo>
                  <a:lnTo>
                    <a:pt x="8476240" y="5279"/>
                  </a:lnTo>
                  <a:lnTo>
                    <a:pt x="8476366" y="5279"/>
                  </a:lnTo>
                  <a:lnTo>
                    <a:pt x="8476492" y="5279"/>
                  </a:lnTo>
                  <a:lnTo>
                    <a:pt x="8476618" y="5279"/>
                  </a:lnTo>
                  <a:lnTo>
                    <a:pt x="8476744" y="5279"/>
                  </a:lnTo>
                  <a:lnTo>
                    <a:pt x="8476870" y="5279"/>
                  </a:lnTo>
                  <a:lnTo>
                    <a:pt x="8476996" y="5279"/>
                  </a:lnTo>
                  <a:lnTo>
                    <a:pt x="8477122" y="5279"/>
                  </a:lnTo>
                  <a:lnTo>
                    <a:pt x="8477248" y="5279"/>
                  </a:lnTo>
                  <a:lnTo>
                    <a:pt x="8477374" y="5279"/>
                  </a:lnTo>
                  <a:lnTo>
                    <a:pt x="8477500" y="5279"/>
                  </a:lnTo>
                  <a:lnTo>
                    <a:pt x="8477627" y="5279"/>
                  </a:lnTo>
                  <a:lnTo>
                    <a:pt x="8477753" y="5279"/>
                  </a:lnTo>
                  <a:lnTo>
                    <a:pt x="8477879" y="5279"/>
                  </a:lnTo>
                  <a:lnTo>
                    <a:pt x="8478005" y="5279"/>
                  </a:lnTo>
                  <a:lnTo>
                    <a:pt x="8478131" y="5279"/>
                  </a:lnTo>
                  <a:lnTo>
                    <a:pt x="8478257" y="5279"/>
                  </a:lnTo>
                  <a:lnTo>
                    <a:pt x="8478383" y="5279"/>
                  </a:lnTo>
                  <a:lnTo>
                    <a:pt x="8478509" y="5279"/>
                  </a:lnTo>
                  <a:lnTo>
                    <a:pt x="8478635" y="5279"/>
                  </a:lnTo>
                  <a:lnTo>
                    <a:pt x="8478761" y="5279"/>
                  </a:lnTo>
                  <a:lnTo>
                    <a:pt x="8478887" y="5279"/>
                  </a:lnTo>
                  <a:lnTo>
                    <a:pt x="8479013" y="5279"/>
                  </a:lnTo>
                  <a:lnTo>
                    <a:pt x="8479140" y="5279"/>
                  </a:lnTo>
                  <a:lnTo>
                    <a:pt x="8479266" y="5279"/>
                  </a:lnTo>
                  <a:lnTo>
                    <a:pt x="8479392" y="5279"/>
                  </a:lnTo>
                  <a:lnTo>
                    <a:pt x="8479518" y="5279"/>
                  </a:lnTo>
                  <a:lnTo>
                    <a:pt x="8479644" y="5279"/>
                  </a:lnTo>
                  <a:lnTo>
                    <a:pt x="8479770" y="5279"/>
                  </a:lnTo>
                  <a:lnTo>
                    <a:pt x="8479896" y="5279"/>
                  </a:lnTo>
                  <a:lnTo>
                    <a:pt x="8480022" y="5279"/>
                  </a:lnTo>
                  <a:lnTo>
                    <a:pt x="8480148" y="5279"/>
                  </a:lnTo>
                  <a:lnTo>
                    <a:pt x="8480274" y="5279"/>
                  </a:lnTo>
                  <a:lnTo>
                    <a:pt x="8480400" y="5279"/>
                  </a:lnTo>
                  <a:lnTo>
                    <a:pt x="8480527" y="5279"/>
                  </a:lnTo>
                  <a:lnTo>
                    <a:pt x="8480653" y="5279"/>
                  </a:lnTo>
                  <a:lnTo>
                    <a:pt x="8480779" y="5279"/>
                  </a:lnTo>
                  <a:lnTo>
                    <a:pt x="8480905" y="5279"/>
                  </a:lnTo>
                  <a:lnTo>
                    <a:pt x="8481031" y="5279"/>
                  </a:lnTo>
                  <a:lnTo>
                    <a:pt x="8481157" y="5279"/>
                  </a:lnTo>
                  <a:lnTo>
                    <a:pt x="8481283" y="5279"/>
                  </a:lnTo>
                  <a:lnTo>
                    <a:pt x="8481409" y="5279"/>
                  </a:lnTo>
                  <a:lnTo>
                    <a:pt x="8481535" y="5279"/>
                  </a:lnTo>
                  <a:lnTo>
                    <a:pt x="8481661" y="5279"/>
                  </a:lnTo>
                  <a:lnTo>
                    <a:pt x="8481787" y="5279"/>
                  </a:lnTo>
                  <a:lnTo>
                    <a:pt x="8481914" y="5279"/>
                  </a:lnTo>
                  <a:lnTo>
                    <a:pt x="8482040" y="5279"/>
                  </a:lnTo>
                  <a:lnTo>
                    <a:pt x="8482166" y="5279"/>
                  </a:lnTo>
                  <a:lnTo>
                    <a:pt x="8482292" y="5279"/>
                  </a:lnTo>
                  <a:lnTo>
                    <a:pt x="8482418" y="5279"/>
                  </a:lnTo>
                  <a:lnTo>
                    <a:pt x="8482544" y="5279"/>
                  </a:lnTo>
                  <a:lnTo>
                    <a:pt x="8482670" y="5279"/>
                  </a:lnTo>
                  <a:lnTo>
                    <a:pt x="8482796" y="5279"/>
                  </a:lnTo>
                  <a:lnTo>
                    <a:pt x="8482922" y="5279"/>
                  </a:lnTo>
                  <a:lnTo>
                    <a:pt x="8483048" y="5279"/>
                  </a:lnTo>
                  <a:lnTo>
                    <a:pt x="8483174" y="5279"/>
                  </a:lnTo>
                  <a:lnTo>
                    <a:pt x="8483300" y="5279"/>
                  </a:lnTo>
                  <a:lnTo>
                    <a:pt x="8483427" y="5279"/>
                  </a:lnTo>
                  <a:lnTo>
                    <a:pt x="8483553" y="5279"/>
                  </a:lnTo>
                  <a:lnTo>
                    <a:pt x="8483679" y="5279"/>
                  </a:lnTo>
                  <a:lnTo>
                    <a:pt x="8483805" y="5279"/>
                  </a:lnTo>
                  <a:lnTo>
                    <a:pt x="8483931" y="5279"/>
                  </a:lnTo>
                  <a:lnTo>
                    <a:pt x="8484057" y="5279"/>
                  </a:lnTo>
                  <a:lnTo>
                    <a:pt x="8484183" y="5279"/>
                  </a:lnTo>
                  <a:lnTo>
                    <a:pt x="8484309" y="5279"/>
                  </a:lnTo>
                  <a:lnTo>
                    <a:pt x="8484435" y="5279"/>
                  </a:lnTo>
                  <a:lnTo>
                    <a:pt x="8484561" y="5279"/>
                  </a:lnTo>
                  <a:lnTo>
                    <a:pt x="8484687" y="5279"/>
                  </a:lnTo>
                  <a:lnTo>
                    <a:pt x="8484814" y="5279"/>
                  </a:lnTo>
                  <a:lnTo>
                    <a:pt x="8484940" y="5279"/>
                  </a:lnTo>
                  <a:lnTo>
                    <a:pt x="8485066" y="5279"/>
                  </a:lnTo>
                  <a:lnTo>
                    <a:pt x="8485192" y="5279"/>
                  </a:lnTo>
                  <a:lnTo>
                    <a:pt x="8485318" y="5279"/>
                  </a:lnTo>
                  <a:lnTo>
                    <a:pt x="8485444" y="5279"/>
                  </a:lnTo>
                  <a:lnTo>
                    <a:pt x="8485570" y="5279"/>
                  </a:lnTo>
                  <a:lnTo>
                    <a:pt x="8485696" y="5279"/>
                  </a:lnTo>
                  <a:lnTo>
                    <a:pt x="8485822" y="5279"/>
                  </a:lnTo>
                  <a:lnTo>
                    <a:pt x="8485948" y="5279"/>
                  </a:lnTo>
                  <a:lnTo>
                    <a:pt x="8486074" y="5279"/>
                  </a:lnTo>
                  <a:lnTo>
                    <a:pt x="8486200" y="5279"/>
                  </a:lnTo>
                  <a:lnTo>
                    <a:pt x="8486327" y="5279"/>
                  </a:lnTo>
                  <a:lnTo>
                    <a:pt x="8486453" y="5279"/>
                  </a:lnTo>
                  <a:lnTo>
                    <a:pt x="8486579" y="5279"/>
                  </a:lnTo>
                  <a:lnTo>
                    <a:pt x="8486705" y="5279"/>
                  </a:lnTo>
                  <a:lnTo>
                    <a:pt x="8486831" y="5279"/>
                  </a:lnTo>
                  <a:lnTo>
                    <a:pt x="8486957" y="5279"/>
                  </a:lnTo>
                  <a:lnTo>
                    <a:pt x="8487083" y="5279"/>
                  </a:lnTo>
                  <a:lnTo>
                    <a:pt x="8487209" y="5279"/>
                  </a:lnTo>
                  <a:lnTo>
                    <a:pt x="8487335" y="5279"/>
                  </a:lnTo>
                  <a:lnTo>
                    <a:pt x="8487461" y="5279"/>
                  </a:lnTo>
                  <a:lnTo>
                    <a:pt x="8487587" y="5279"/>
                  </a:lnTo>
                  <a:lnTo>
                    <a:pt x="8487714" y="5279"/>
                  </a:lnTo>
                  <a:lnTo>
                    <a:pt x="8487840" y="5279"/>
                  </a:lnTo>
                  <a:lnTo>
                    <a:pt x="8487966" y="5279"/>
                  </a:lnTo>
                  <a:lnTo>
                    <a:pt x="8488092" y="5279"/>
                  </a:lnTo>
                  <a:lnTo>
                    <a:pt x="8488218" y="5279"/>
                  </a:lnTo>
                  <a:lnTo>
                    <a:pt x="8488344" y="5279"/>
                  </a:lnTo>
                  <a:lnTo>
                    <a:pt x="8488470" y="5279"/>
                  </a:lnTo>
                  <a:lnTo>
                    <a:pt x="8488596" y="5279"/>
                  </a:lnTo>
                  <a:lnTo>
                    <a:pt x="8488722" y="5279"/>
                  </a:lnTo>
                  <a:lnTo>
                    <a:pt x="8488848" y="5279"/>
                  </a:lnTo>
                  <a:lnTo>
                    <a:pt x="8488974" y="5279"/>
                  </a:lnTo>
                  <a:lnTo>
                    <a:pt x="8489101" y="5279"/>
                  </a:lnTo>
                  <a:lnTo>
                    <a:pt x="8489227" y="5279"/>
                  </a:lnTo>
                  <a:lnTo>
                    <a:pt x="8489353" y="5279"/>
                  </a:lnTo>
                  <a:lnTo>
                    <a:pt x="8489353" y="0"/>
                  </a:lnTo>
                  <a:lnTo>
                    <a:pt x="8489353" y="0"/>
                  </a:lnTo>
                  <a:lnTo>
                    <a:pt x="8489479" y="0"/>
                  </a:lnTo>
                  <a:lnTo>
                    <a:pt x="8489605" y="0"/>
                  </a:lnTo>
                  <a:lnTo>
                    <a:pt x="8489731" y="0"/>
                  </a:lnTo>
                  <a:lnTo>
                    <a:pt x="8489857" y="0"/>
                  </a:lnTo>
                  <a:lnTo>
                    <a:pt x="8489983" y="0"/>
                  </a:lnTo>
                  <a:lnTo>
                    <a:pt x="8490109" y="0"/>
                  </a:lnTo>
                  <a:lnTo>
                    <a:pt x="8490235" y="0"/>
                  </a:lnTo>
                  <a:lnTo>
                    <a:pt x="8490361" y="0"/>
                  </a:lnTo>
                  <a:lnTo>
                    <a:pt x="8490487" y="0"/>
                  </a:lnTo>
                  <a:lnTo>
                    <a:pt x="8490614" y="0"/>
                  </a:lnTo>
                  <a:lnTo>
                    <a:pt x="8490740" y="0"/>
                  </a:lnTo>
                  <a:lnTo>
                    <a:pt x="8490866" y="0"/>
                  </a:lnTo>
                  <a:lnTo>
                    <a:pt x="8490992" y="0"/>
                  </a:lnTo>
                  <a:lnTo>
                    <a:pt x="8491118" y="0"/>
                  </a:lnTo>
                  <a:lnTo>
                    <a:pt x="8491244" y="0"/>
                  </a:lnTo>
                  <a:lnTo>
                    <a:pt x="8491370" y="0"/>
                  </a:lnTo>
                  <a:lnTo>
                    <a:pt x="8491496" y="0"/>
                  </a:lnTo>
                  <a:lnTo>
                    <a:pt x="8491622" y="0"/>
                  </a:lnTo>
                  <a:lnTo>
                    <a:pt x="8491748" y="0"/>
                  </a:lnTo>
                  <a:lnTo>
                    <a:pt x="8491874" y="0"/>
                  </a:lnTo>
                  <a:lnTo>
                    <a:pt x="8492001" y="0"/>
                  </a:lnTo>
                  <a:lnTo>
                    <a:pt x="8492127" y="0"/>
                  </a:lnTo>
                  <a:lnTo>
                    <a:pt x="8492253" y="0"/>
                  </a:lnTo>
                  <a:lnTo>
                    <a:pt x="8492379" y="0"/>
                  </a:lnTo>
                  <a:lnTo>
                    <a:pt x="8492505" y="0"/>
                  </a:lnTo>
                  <a:lnTo>
                    <a:pt x="8492631" y="0"/>
                  </a:lnTo>
                  <a:lnTo>
                    <a:pt x="8492757" y="0"/>
                  </a:lnTo>
                  <a:lnTo>
                    <a:pt x="8492883" y="0"/>
                  </a:lnTo>
                  <a:lnTo>
                    <a:pt x="8493009" y="0"/>
                  </a:lnTo>
                  <a:lnTo>
                    <a:pt x="8493135" y="0"/>
                  </a:lnTo>
                  <a:lnTo>
                    <a:pt x="8493261" y="0"/>
                  </a:lnTo>
                  <a:lnTo>
                    <a:pt x="8493387" y="0"/>
                  </a:lnTo>
                  <a:lnTo>
                    <a:pt x="8493514" y="0"/>
                  </a:lnTo>
                  <a:lnTo>
                    <a:pt x="8493640" y="0"/>
                  </a:lnTo>
                  <a:lnTo>
                    <a:pt x="8493766" y="0"/>
                  </a:lnTo>
                  <a:lnTo>
                    <a:pt x="8493892" y="0"/>
                  </a:lnTo>
                  <a:lnTo>
                    <a:pt x="8494018" y="0"/>
                  </a:lnTo>
                  <a:lnTo>
                    <a:pt x="8494144" y="0"/>
                  </a:lnTo>
                  <a:lnTo>
                    <a:pt x="8494270" y="0"/>
                  </a:lnTo>
                  <a:lnTo>
                    <a:pt x="8494396" y="0"/>
                  </a:lnTo>
                  <a:lnTo>
                    <a:pt x="8494522" y="0"/>
                  </a:lnTo>
                  <a:lnTo>
                    <a:pt x="8494648" y="0"/>
                  </a:lnTo>
                  <a:lnTo>
                    <a:pt x="8494774" y="0"/>
                  </a:lnTo>
                  <a:lnTo>
                    <a:pt x="8494901" y="0"/>
                  </a:lnTo>
                  <a:lnTo>
                    <a:pt x="8495027" y="0"/>
                  </a:lnTo>
                  <a:lnTo>
                    <a:pt x="8495153" y="0"/>
                  </a:lnTo>
                  <a:lnTo>
                    <a:pt x="8495279" y="0"/>
                  </a:lnTo>
                  <a:lnTo>
                    <a:pt x="8495405" y="0"/>
                  </a:lnTo>
                  <a:lnTo>
                    <a:pt x="8495531" y="0"/>
                  </a:lnTo>
                  <a:lnTo>
                    <a:pt x="8495657" y="0"/>
                  </a:lnTo>
                  <a:lnTo>
                    <a:pt x="8495783" y="0"/>
                  </a:lnTo>
                  <a:lnTo>
                    <a:pt x="8495909" y="0"/>
                  </a:lnTo>
                  <a:lnTo>
                    <a:pt x="8496035" y="0"/>
                  </a:lnTo>
                  <a:lnTo>
                    <a:pt x="8496161" y="0"/>
                  </a:lnTo>
                  <a:lnTo>
                    <a:pt x="8496287" y="0"/>
                  </a:lnTo>
                  <a:lnTo>
                    <a:pt x="8496414" y="0"/>
                  </a:lnTo>
                  <a:lnTo>
                    <a:pt x="8496540" y="0"/>
                  </a:lnTo>
                  <a:lnTo>
                    <a:pt x="8496666" y="0"/>
                  </a:lnTo>
                  <a:lnTo>
                    <a:pt x="8496792" y="0"/>
                  </a:lnTo>
                  <a:lnTo>
                    <a:pt x="8496918" y="0"/>
                  </a:lnTo>
                  <a:lnTo>
                    <a:pt x="8497044" y="0"/>
                  </a:lnTo>
                  <a:lnTo>
                    <a:pt x="8497170" y="0"/>
                  </a:lnTo>
                  <a:lnTo>
                    <a:pt x="8497296" y="0"/>
                  </a:lnTo>
                  <a:lnTo>
                    <a:pt x="8497422" y="0"/>
                  </a:lnTo>
                  <a:lnTo>
                    <a:pt x="8497548" y="0"/>
                  </a:lnTo>
                  <a:lnTo>
                    <a:pt x="8497674" y="0"/>
                  </a:lnTo>
                  <a:lnTo>
                    <a:pt x="8497801" y="0"/>
                  </a:lnTo>
                  <a:lnTo>
                    <a:pt x="8497927" y="0"/>
                  </a:lnTo>
                  <a:lnTo>
                    <a:pt x="8498053" y="0"/>
                  </a:lnTo>
                  <a:lnTo>
                    <a:pt x="8498179" y="0"/>
                  </a:lnTo>
                  <a:lnTo>
                    <a:pt x="8498305" y="0"/>
                  </a:lnTo>
                  <a:lnTo>
                    <a:pt x="8498431" y="0"/>
                  </a:lnTo>
                  <a:lnTo>
                    <a:pt x="8498557" y="0"/>
                  </a:lnTo>
                  <a:lnTo>
                    <a:pt x="8498683" y="0"/>
                  </a:lnTo>
                  <a:lnTo>
                    <a:pt x="8498809" y="0"/>
                  </a:lnTo>
                  <a:lnTo>
                    <a:pt x="8498935" y="0"/>
                  </a:lnTo>
                  <a:lnTo>
                    <a:pt x="8499061" y="0"/>
                  </a:lnTo>
                  <a:lnTo>
                    <a:pt x="8499188" y="0"/>
                  </a:lnTo>
                  <a:lnTo>
                    <a:pt x="8499314" y="0"/>
                  </a:lnTo>
                  <a:lnTo>
                    <a:pt x="8499440" y="0"/>
                  </a:lnTo>
                  <a:lnTo>
                    <a:pt x="8499566" y="0"/>
                  </a:lnTo>
                  <a:lnTo>
                    <a:pt x="8499692" y="0"/>
                  </a:lnTo>
                  <a:lnTo>
                    <a:pt x="8499818" y="0"/>
                  </a:lnTo>
                  <a:lnTo>
                    <a:pt x="8499944" y="0"/>
                  </a:lnTo>
                  <a:lnTo>
                    <a:pt x="8500070" y="0"/>
                  </a:lnTo>
                  <a:lnTo>
                    <a:pt x="8500196" y="0"/>
                  </a:lnTo>
                  <a:lnTo>
                    <a:pt x="8500322" y="0"/>
                  </a:lnTo>
                  <a:lnTo>
                    <a:pt x="8500448" y="0"/>
                  </a:lnTo>
                  <a:lnTo>
                    <a:pt x="8500574" y="0"/>
                  </a:lnTo>
                  <a:lnTo>
                    <a:pt x="8500701" y="0"/>
                  </a:lnTo>
                  <a:lnTo>
                    <a:pt x="8500827" y="0"/>
                  </a:lnTo>
                  <a:lnTo>
                    <a:pt x="8500953" y="0"/>
                  </a:lnTo>
                  <a:lnTo>
                    <a:pt x="8501079" y="0"/>
                  </a:lnTo>
                  <a:lnTo>
                    <a:pt x="8501205" y="0"/>
                  </a:lnTo>
                  <a:lnTo>
                    <a:pt x="8501331" y="0"/>
                  </a:lnTo>
                  <a:lnTo>
                    <a:pt x="8501457" y="0"/>
                  </a:lnTo>
                  <a:lnTo>
                    <a:pt x="8501583" y="0"/>
                  </a:lnTo>
                  <a:lnTo>
                    <a:pt x="8501709" y="0"/>
                  </a:lnTo>
                  <a:lnTo>
                    <a:pt x="8501835" y="0"/>
                  </a:lnTo>
                  <a:lnTo>
                    <a:pt x="8501961" y="0"/>
                  </a:lnTo>
                  <a:lnTo>
                    <a:pt x="8502088" y="0"/>
                  </a:lnTo>
                  <a:lnTo>
                    <a:pt x="8502214" y="0"/>
                  </a:lnTo>
                  <a:lnTo>
                    <a:pt x="8502340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126" y="6335305"/>
                  </a:lnTo>
                  <a:lnTo>
                    <a:pt x="252" y="6335305"/>
                  </a:lnTo>
                  <a:lnTo>
                    <a:pt x="378" y="6335305"/>
                  </a:lnTo>
                  <a:lnTo>
                    <a:pt x="504" y="6335305"/>
                  </a:lnTo>
                  <a:lnTo>
                    <a:pt x="630" y="6335305"/>
                  </a:lnTo>
                  <a:lnTo>
                    <a:pt x="756" y="6335305"/>
                  </a:lnTo>
                  <a:lnTo>
                    <a:pt x="882" y="6335305"/>
                  </a:lnTo>
                  <a:lnTo>
                    <a:pt x="1008" y="6335305"/>
                  </a:lnTo>
                  <a:lnTo>
                    <a:pt x="1134" y="6335305"/>
                  </a:lnTo>
                  <a:lnTo>
                    <a:pt x="1260" y="6335305"/>
                  </a:lnTo>
                  <a:lnTo>
                    <a:pt x="1386" y="6335305"/>
                  </a:lnTo>
                  <a:lnTo>
                    <a:pt x="1513" y="6335305"/>
                  </a:lnTo>
                  <a:lnTo>
                    <a:pt x="1639" y="6335305"/>
                  </a:lnTo>
                  <a:lnTo>
                    <a:pt x="1765" y="6335305"/>
                  </a:lnTo>
                  <a:lnTo>
                    <a:pt x="1891" y="6335305"/>
                  </a:lnTo>
                  <a:lnTo>
                    <a:pt x="2017" y="6335305"/>
                  </a:lnTo>
                  <a:lnTo>
                    <a:pt x="2143" y="6335305"/>
                  </a:lnTo>
                  <a:lnTo>
                    <a:pt x="2269" y="6335305"/>
                  </a:lnTo>
                  <a:lnTo>
                    <a:pt x="2395" y="6335305"/>
                  </a:lnTo>
                  <a:lnTo>
                    <a:pt x="2521" y="6335305"/>
                  </a:lnTo>
                  <a:lnTo>
                    <a:pt x="2647" y="6335305"/>
                  </a:lnTo>
                  <a:lnTo>
                    <a:pt x="2773" y="6335305"/>
                  </a:lnTo>
                  <a:lnTo>
                    <a:pt x="2900" y="6335305"/>
                  </a:lnTo>
                  <a:lnTo>
                    <a:pt x="3026" y="6335305"/>
                  </a:lnTo>
                  <a:lnTo>
                    <a:pt x="3152" y="6335305"/>
                  </a:lnTo>
                  <a:lnTo>
                    <a:pt x="3278" y="6335305"/>
                  </a:lnTo>
                  <a:lnTo>
                    <a:pt x="3404" y="6335305"/>
                  </a:lnTo>
                  <a:lnTo>
                    <a:pt x="3530" y="6335305"/>
                  </a:lnTo>
                  <a:lnTo>
                    <a:pt x="3656" y="6335305"/>
                  </a:lnTo>
                  <a:lnTo>
                    <a:pt x="3782" y="6335305"/>
                  </a:lnTo>
                  <a:lnTo>
                    <a:pt x="3908" y="6335305"/>
                  </a:lnTo>
                  <a:lnTo>
                    <a:pt x="4034" y="6335305"/>
                  </a:lnTo>
                  <a:lnTo>
                    <a:pt x="4160" y="6335305"/>
                  </a:lnTo>
                  <a:lnTo>
                    <a:pt x="4286" y="6335305"/>
                  </a:lnTo>
                  <a:lnTo>
                    <a:pt x="4413" y="6335305"/>
                  </a:lnTo>
                  <a:lnTo>
                    <a:pt x="4539" y="6335305"/>
                  </a:lnTo>
                  <a:lnTo>
                    <a:pt x="4665" y="6335305"/>
                  </a:lnTo>
                  <a:lnTo>
                    <a:pt x="4791" y="6335305"/>
                  </a:lnTo>
                  <a:lnTo>
                    <a:pt x="4917" y="6335305"/>
                  </a:lnTo>
                  <a:lnTo>
                    <a:pt x="5043" y="6335305"/>
                  </a:lnTo>
                  <a:lnTo>
                    <a:pt x="5169" y="6335305"/>
                  </a:lnTo>
                  <a:lnTo>
                    <a:pt x="5295" y="6335305"/>
                  </a:lnTo>
                  <a:lnTo>
                    <a:pt x="5421" y="6335305"/>
                  </a:lnTo>
                  <a:lnTo>
                    <a:pt x="5547" y="6335305"/>
                  </a:lnTo>
                  <a:lnTo>
                    <a:pt x="5673" y="6335305"/>
                  </a:lnTo>
                  <a:lnTo>
                    <a:pt x="5800" y="6335305"/>
                  </a:lnTo>
                  <a:lnTo>
                    <a:pt x="5926" y="6335305"/>
                  </a:lnTo>
                  <a:lnTo>
                    <a:pt x="6052" y="6335305"/>
                  </a:lnTo>
                  <a:lnTo>
                    <a:pt x="6178" y="6335305"/>
                  </a:lnTo>
                  <a:lnTo>
                    <a:pt x="6304" y="6335305"/>
                  </a:lnTo>
                  <a:lnTo>
                    <a:pt x="6430" y="6335305"/>
                  </a:lnTo>
                  <a:lnTo>
                    <a:pt x="6556" y="6335305"/>
                  </a:lnTo>
                  <a:lnTo>
                    <a:pt x="6682" y="6335305"/>
                  </a:lnTo>
                  <a:lnTo>
                    <a:pt x="6808" y="6335305"/>
                  </a:lnTo>
                  <a:lnTo>
                    <a:pt x="6934" y="6335305"/>
                  </a:lnTo>
                  <a:lnTo>
                    <a:pt x="7060" y="6335305"/>
                  </a:lnTo>
                  <a:lnTo>
                    <a:pt x="7186" y="6335305"/>
                  </a:lnTo>
                  <a:lnTo>
                    <a:pt x="7313" y="6335305"/>
                  </a:lnTo>
                  <a:lnTo>
                    <a:pt x="7439" y="6335305"/>
                  </a:lnTo>
                  <a:lnTo>
                    <a:pt x="7565" y="6335305"/>
                  </a:lnTo>
                  <a:lnTo>
                    <a:pt x="7691" y="6335305"/>
                  </a:lnTo>
                  <a:lnTo>
                    <a:pt x="7817" y="6335305"/>
                  </a:lnTo>
                  <a:lnTo>
                    <a:pt x="7943" y="6335305"/>
                  </a:lnTo>
                  <a:lnTo>
                    <a:pt x="8069" y="6335305"/>
                  </a:lnTo>
                  <a:lnTo>
                    <a:pt x="8195" y="6335305"/>
                  </a:lnTo>
                  <a:lnTo>
                    <a:pt x="8321" y="6335305"/>
                  </a:lnTo>
                  <a:lnTo>
                    <a:pt x="8447" y="6335305"/>
                  </a:lnTo>
                  <a:lnTo>
                    <a:pt x="8573" y="6335305"/>
                  </a:lnTo>
                  <a:lnTo>
                    <a:pt x="8700" y="6335305"/>
                  </a:lnTo>
                  <a:lnTo>
                    <a:pt x="8826" y="6335305"/>
                  </a:lnTo>
                  <a:lnTo>
                    <a:pt x="8952" y="6335305"/>
                  </a:lnTo>
                  <a:lnTo>
                    <a:pt x="9078" y="6335305"/>
                  </a:lnTo>
                  <a:lnTo>
                    <a:pt x="9204" y="6335305"/>
                  </a:lnTo>
                  <a:lnTo>
                    <a:pt x="9330" y="6335305"/>
                  </a:lnTo>
                  <a:lnTo>
                    <a:pt x="9456" y="6335305"/>
                  </a:lnTo>
                  <a:lnTo>
                    <a:pt x="9582" y="6335305"/>
                  </a:lnTo>
                  <a:lnTo>
                    <a:pt x="9708" y="6335305"/>
                  </a:lnTo>
                  <a:lnTo>
                    <a:pt x="9708" y="6330026"/>
                  </a:lnTo>
                  <a:lnTo>
                    <a:pt x="9834" y="6330026"/>
                  </a:lnTo>
                  <a:lnTo>
                    <a:pt x="9960" y="6330026"/>
                  </a:lnTo>
                  <a:lnTo>
                    <a:pt x="10087" y="6330026"/>
                  </a:lnTo>
                  <a:lnTo>
                    <a:pt x="10213" y="6330026"/>
                  </a:lnTo>
                  <a:lnTo>
                    <a:pt x="10339" y="6330026"/>
                  </a:lnTo>
                  <a:lnTo>
                    <a:pt x="10465" y="6330026"/>
                  </a:lnTo>
                  <a:lnTo>
                    <a:pt x="10591" y="6330026"/>
                  </a:lnTo>
                  <a:lnTo>
                    <a:pt x="10717" y="6330026"/>
                  </a:lnTo>
                  <a:lnTo>
                    <a:pt x="10843" y="6330026"/>
                  </a:lnTo>
                  <a:lnTo>
                    <a:pt x="10969" y="6330026"/>
                  </a:lnTo>
                  <a:lnTo>
                    <a:pt x="11095" y="6330026"/>
                  </a:lnTo>
                  <a:lnTo>
                    <a:pt x="11221" y="6330026"/>
                  </a:lnTo>
                  <a:lnTo>
                    <a:pt x="11347" y="6330026"/>
                  </a:lnTo>
                  <a:lnTo>
                    <a:pt x="11473" y="6330026"/>
                  </a:lnTo>
                  <a:lnTo>
                    <a:pt x="11600" y="6330026"/>
                  </a:lnTo>
                  <a:lnTo>
                    <a:pt x="11726" y="6330026"/>
                  </a:lnTo>
                  <a:lnTo>
                    <a:pt x="11852" y="6330026"/>
                  </a:lnTo>
                  <a:lnTo>
                    <a:pt x="11978" y="6330026"/>
                  </a:lnTo>
                  <a:lnTo>
                    <a:pt x="12104" y="6330026"/>
                  </a:lnTo>
                  <a:lnTo>
                    <a:pt x="12230" y="6330026"/>
                  </a:lnTo>
                  <a:lnTo>
                    <a:pt x="12356" y="6330026"/>
                  </a:lnTo>
                  <a:lnTo>
                    <a:pt x="12482" y="6330026"/>
                  </a:lnTo>
                  <a:lnTo>
                    <a:pt x="12608" y="6330026"/>
                  </a:lnTo>
                  <a:lnTo>
                    <a:pt x="12734" y="6330026"/>
                  </a:lnTo>
                  <a:lnTo>
                    <a:pt x="12860" y="6330026"/>
                  </a:lnTo>
                  <a:lnTo>
                    <a:pt x="12987" y="6330026"/>
                  </a:lnTo>
                  <a:lnTo>
                    <a:pt x="13113" y="6330026"/>
                  </a:lnTo>
                  <a:lnTo>
                    <a:pt x="13239" y="6330026"/>
                  </a:lnTo>
                  <a:lnTo>
                    <a:pt x="13365" y="6330026"/>
                  </a:lnTo>
                  <a:lnTo>
                    <a:pt x="13491" y="6330026"/>
                  </a:lnTo>
                  <a:lnTo>
                    <a:pt x="13617" y="6330026"/>
                  </a:lnTo>
                  <a:lnTo>
                    <a:pt x="13743" y="6330026"/>
                  </a:lnTo>
                  <a:lnTo>
                    <a:pt x="13869" y="6330026"/>
                  </a:lnTo>
                  <a:lnTo>
                    <a:pt x="13995" y="6330026"/>
                  </a:lnTo>
                  <a:lnTo>
                    <a:pt x="14121" y="6330026"/>
                  </a:lnTo>
                  <a:lnTo>
                    <a:pt x="14247" y="6330026"/>
                  </a:lnTo>
                  <a:lnTo>
                    <a:pt x="14373" y="6330026"/>
                  </a:lnTo>
                  <a:lnTo>
                    <a:pt x="14500" y="6330026"/>
                  </a:lnTo>
                  <a:lnTo>
                    <a:pt x="14626" y="6330026"/>
                  </a:lnTo>
                  <a:lnTo>
                    <a:pt x="14752" y="6330026"/>
                  </a:lnTo>
                  <a:lnTo>
                    <a:pt x="14878" y="6330026"/>
                  </a:lnTo>
                  <a:lnTo>
                    <a:pt x="15004" y="6330026"/>
                  </a:lnTo>
                  <a:lnTo>
                    <a:pt x="15130" y="6330026"/>
                  </a:lnTo>
                  <a:lnTo>
                    <a:pt x="15256" y="6330026"/>
                  </a:lnTo>
                  <a:lnTo>
                    <a:pt x="15508" y="6330026"/>
                  </a:lnTo>
                  <a:lnTo>
                    <a:pt x="15634" y="6330026"/>
                  </a:lnTo>
                  <a:lnTo>
                    <a:pt x="15760" y="6330026"/>
                  </a:lnTo>
                  <a:lnTo>
                    <a:pt x="15887" y="6330026"/>
                  </a:lnTo>
                  <a:lnTo>
                    <a:pt x="16013" y="6330026"/>
                  </a:lnTo>
                  <a:lnTo>
                    <a:pt x="16139" y="6330026"/>
                  </a:lnTo>
                  <a:lnTo>
                    <a:pt x="16265" y="6330026"/>
                  </a:lnTo>
                  <a:lnTo>
                    <a:pt x="16391" y="6330026"/>
                  </a:lnTo>
                  <a:lnTo>
                    <a:pt x="16517" y="6330026"/>
                  </a:lnTo>
                  <a:lnTo>
                    <a:pt x="16643" y="6330026"/>
                  </a:lnTo>
                  <a:lnTo>
                    <a:pt x="16769" y="6330026"/>
                  </a:lnTo>
                  <a:lnTo>
                    <a:pt x="16895" y="6330026"/>
                  </a:lnTo>
                  <a:lnTo>
                    <a:pt x="17021" y="6330026"/>
                  </a:lnTo>
                  <a:lnTo>
                    <a:pt x="17147" y="6330026"/>
                  </a:lnTo>
                  <a:lnTo>
                    <a:pt x="17274" y="6330026"/>
                  </a:lnTo>
                  <a:lnTo>
                    <a:pt x="17400" y="6330026"/>
                  </a:lnTo>
                  <a:lnTo>
                    <a:pt x="17526" y="6330026"/>
                  </a:lnTo>
                  <a:lnTo>
                    <a:pt x="17652" y="6330026"/>
                  </a:lnTo>
                  <a:lnTo>
                    <a:pt x="17778" y="6330026"/>
                  </a:lnTo>
                  <a:lnTo>
                    <a:pt x="17904" y="6330026"/>
                  </a:lnTo>
                  <a:lnTo>
                    <a:pt x="18030" y="6330026"/>
                  </a:lnTo>
                  <a:lnTo>
                    <a:pt x="18156" y="6330026"/>
                  </a:lnTo>
                  <a:lnTo>
                    <a:pt x="18282" y="6330026"/>
                  </a:lnTo>
                  <a:lnTo>
                    <a:pt x="18408" y="6330026"/>
                  </a:lnTo>
                  <a:lnTo>
                    <a:pt x="18534" y="6330026"/>
                  </a:lnTo>
                  <a:lnTo>
                    <a:pt x="18660" y="6330026"/>
                  </a:lnTo>
                  <a:lnTo>
                    <a:pt x="18787" y="6330026"/>
                  </a:lnTo>
                  <a:lnTo>
                    <a:pt x="18913" y="6330026"/>
                  </a:lnTo>
                  <a:lnTo>
                    <a:pt x="19039" y="6330026"/>
                  </a:lnTo>
                  <a:lnTo>
                    <a:pt x="19165" y="6330026"/>
                  </a:lnTo>
                  <a:lnTo>
                    <a:pt x="19291" y="6330026"/>
                  </a:lnTo>
                  <a:lnTo>
                    <a:pt x="19417" y="6330026"/>
                  </a:lnTo>
                  <a:lnTo>
                    <a:pt x="19543" y="6330026"/>
                  </a:lnTo>
                  <a:lnTo>
                    <a:pt x="19669" y="6330026"/>
                  </a:lnTo>
                  <a:lnTo>
                    <a:pt x="19795" y="6330026"/>
                  </a:lnTo>
                  <a:lnTo>
                    <a:pt x="19921" y="6330026"/>
                  </a:lnTo>
                  <a:lnTo>
                    <a:pt x="20047" y="6330026"/>
                  </a:lnTo>
                  <a:lnTo>
                    <a:pt x="20174" y="6330026"/>
                  </a:lnTo>
                  <a:lnTo>
                    <a:pt x="20300" y="6330026"/>
                  </a:lnTo>
                  <a:lnTo>
                    <a:pt x="20426" y="6330026"/>
                  </a:lnTo>
                  <a:lnTo>
                    <a:pt x="20552" y="6330026"/>
                  </a:lnTo>
                  <a:lnTo>
                    <a:pt x="20678" y="6330026"/>
                  </a:lnTo>
                  <a:lnTo>
                    <a:pt x="20804" y="6330026"/>
                  </a:lnTo>
                  <a:lnTo>
                    <a:pt x="20930" y="6330026"/>
                  </a:lnTo>
                  <a:lnTo>
                    <a:pt x="21056" y="6330026"/>
                  </a:lnTo>
                  <a:lnTo>
                    <a:pt x="21182" y="6330026"/>
                  </a:lnTo>
                  <a:lnTo>
                    <a:pt x="21308" y="6330026"/>
                  </a:lnTo>
                  <a:lnTo>
                    <a:pt x="21434" y="6330026"/>
                  </a:lnTo>
                  <a:lnTo>
                    <a:pt x="21560" y="6330026"/>
                  </a:lnTo>
                  <a:lnTo>
                    <a:pt x="21687" y="6330026"/>
                  </a:lnTo>
                  <a:lnTo>
                    <a:pt x="21813" y="6330026"/>
                  </a:lnTo>
                  <a:lnTo>
                    <a:pt x="21939" y="6330026"/>
                  </a:lnTo>
                  <a:lnTo>
                    <a:pt x="22065" y="6330026"/>
                  </a:lnTo>
                  <a:lnTo>
                    <a:pt x="22191" y="6330026"/>
                  </a:lnTo>
                  <a:lnTo>
                    <a:pt x="22317" y="6330026"/>
                  </a:lnTo>
                  <a:lnTo>
                    <a:pt x="22443" y="6330026"/>
                  </a:lnTo>
                  <a:lnTo>
                    <a:pt x="22569" y="6330026"/>
                  </a:lnTo>
                  <a:lnTo>
                    <a:pt x="22695" y="6330026"/>
                  </a:lnTo>
                  <a:lnTo>
                    <a:pt x="22821" y="6330026"/>
                  </a:lnTo>
                  <a:lnTo>
                    <a:pt x="22947" y="6330026"/>
                  </a:lnTo>
                  <a:lnTo>
                    <a:pt x="23074" y="6330026"/>
                  </a:lnTo>
                  <a:lnTo>
                    <a:pt x="23200" y="6330026"/>
                  </a:lnTo>
                  <a:lnTo>
                    <a:pt x="23326" y="6330026"/>
                  </a:lnTo>
                  <a:lnTo>
                    <a:pt x="23452" y="6330026"/>
                  </a:lnTo>
                  <a:lnTo>
                    <a:pt x="23578" y="6330026"/>
                  </a:lnTo>
                  <a:lnTo>
                    <a:pt x="23704" y="6330026"/>
                  </a:lnTo>
                  <a:lnTo>
                    <a:pt x="23830" y="6330026"/>
                  </a:lnTo>
                  <a:lnTo>
                    <a:pt x="23956" y="6330026"/>
                  </a:lnTo>
                  <a:lnTo>
                    <a:pt x="24082" y="6330026"/>
                  </a:lnTo>
                  <a:lnTo>
                    <a:pt x="24208" y="6330026"/>
                  </a:lnTo>
                  <a:lnTo>
                    <a:pt x="24334" y="6330026"/>
                  </a:lnTo>
                  <a:lnTo>
                    <a:pt x="24460" y="6330026"/>
                  </a:lnTo>
                  <a:lnTo>
                    <a:pt x="24587" y="6330026"/>
                  </a:lnTo>
                  <a:lnTo>
                    <a:pt x="24713" y="6330026"/>
                  </a:lnTo>
                  <a:lnTo>
                    <a:pt x="24839" y="6330026"/>
                  </a:lnTo>
                  <a:lnTo>
                    <a:pt x="24965" y="6330026"/>
                  </a:lnTo>
                  <a:lnTo>
                    <a:pt x="25091" y="6330026"/>
                  </a:lnTo>
                  <a:lnTo>
                    <a:pt x="25217" y="6330026"/>
                  </a:lnTo>
                  <a:lnTo>
                    <a:pt x="25343" y="6330026"/>
                  </a:lnTo>
                  <a:lnTo>
                    <a:pt x="25469" y="6330026"/>
                  </a:lnTo>
                  <a:lnTo>
                    <a:pt x="25595" y="6330026"/>
                  </a:lnTo>
                  <a:lnTo>
                    <a:pt x="25721" y="6330026"/>
                  </a:lnTo>
                  <a:lnTo>
                    <a:pt x="25721" y="6324746"/>
                  </a:lnTo>
                  <a:lnTo>
                    <a:pt x="25847" y="6324746"/>
                  </a:lnTo>
                  <a:lnTo>
                    <a:pt x="25974" y="6324746"/>
                  </a:lnTo>
                  <a:lnTo>
                    <a:pt x="26100" y="6324746"/>
                  </a:lnTo>
                  <a:lnTo>
                    <a:pt x="26226" y="6324746"/>
                  </a:lnTo>
                  <a:lnTo>
                    <a:pt x="26352" y="6324746"/>
                  </a:lnTo>
                  <a:lnTo>
                    <a:pt x="26478" y="6324746"/>
                  </a:lnTo>
                  <a:lnTo>
                    <a:pt x="26604" y="6324746"/>
                  </a:lnTo>
                  <a:lnTo>
                    <a:pt x="26856" y="6324746"/>
                  </a:lnTo>
                  <a:lnTo>
                    <a:pt x="26982" y="6324746"/>
                  </a:lnTo>
                  <a:lnTo>
                    <a:pt x="27108" y="6324746"/>
                  </a:lnTo>
                  <a:lnTo>
                    <a:pt x="27234" y="6324746"/>
                  </a:lnTo>
                  <a:lnTo>
                    <a:pt x="27361" y="6324746"/>
                  </a:lnTo>
                  <a:lnTo>
                    <a:pt x="27487" y="6324746"/>
                  </a:lnTo>
                  <a:lnTo>
                    <a:pt x="27613" y="6324746"/>
                  </a:lnTo>
                  <a:lnTo>
                    <a:pt x="27739" y="6324746"/>
                  </a:lnTo>
                  <a:lnTo>
                    <a:pt x="27865" y="6324746"/>
                  </a:lnTo>
                  <a:lnTo>
                    <a:pt x="27991" y="6324746"/>
                  </a:lnTo>
                  <a:lnTo>
                    <a:pt x="28117" y="6324746"/>
                  </a:lnTo>
                  <a:lnTo>
                    <a:pt x="28243" y="6324746"/>
                  </a:lnTo>
                  <a:lnTo>
                    <a:pt x="28369" y="6324746"/>
                  </a:lnTo>
                  <a:lnTo>
                    <a:pt x="28495" y="6324746"/>
                  </a:lnTo>
                  <a:lnTo>
                    <a:pt x="28621" y="6324746"/>
                  </a:lnTo>
                  <a:lnTo>
                    <a:pt x="28747" y="6324746"/>
                  </a:lnTo>
                  <a:lnTo>
                    <a:pt x="28874" y="6324746"/>
                  </a:lnTo>
                  <a:lnTo>
                    <a:pt x="29000" y="6324746"/>
                  </a:lnTo>
                  <a:lnTo>
                    <a:pt x="29126" y="6324746"/>
                  </a:lnTo>
                  <a:lnTo>
                    <a:pt x="29252" y="6324746"/>
                  </a:lnTo>
                  <a:lnTo>
                    <a:pt x="29378" y="6324746"/>
                  </a:lnTo>
                  <a:lnTo>
                    <a:pt x="29504" y="6324746"/>
                  </a:lnTo>
                  <a:lnTo>
                    <a:pt x="29630" y="6324746"/>
                  </a:lnTo>
                  <a:lnTo>
                    <a:pt x="29756" y="6324746"/>
                  </a:lnTo>
                  <a:lnTo>
                    <a:pt x="29882" y="6324746"/>
                  </a:lnTo>
                  <a:lnTo>
                    <a:pt x="30008" y="6324746"/>
                  </a:lnTo>
                  <a:lnTo>
                    <a:pt x="30134" y="6324746"/>
                  </a:lnTo>
                  <a:lnTo>
                    <a:pt x="30261" y="6324746"/>
                  </a:lnTo>
                  <a:lnTo>
                    <a:pt x="30387" y="6324746"/>
                  </a:lnTo>
                  <a:lnTo>
                    <a:pt x="30513" y="6324746"/>
                  </a:lnTo>
                  <a:lnTo>
                    <a:pt x="30639" y="6324746"/>
                  </a:lnTo>
                  <a:lnTo>
                    <a:pt x="30765" y="6324746"/>
                  </a:lnTo>
                  <a:lnTo>
                    <a:pt x="30891" y="6324746"/>
                  </a:lnTo>
                  <a:lnTo>
                    <a:pt x="31017" y="6324746"/>
                  </a:lnTo>
                  <a:lnTo>
                    <a:pt x="31143" y="6324746"/>
                  </a:lnTo>
                  <a:lnTo>
                    <a:pt x="31269" y="6324746"/>
                  </a:lnTo>
                  <a:lnTo>
                    <a:pt x="31395" y="6324746"/>
                  </a:lnTo>
                  <a:lnTo>
                    <a:pt x="31521" y="6324746"/>
                  </a:lnTo>
                  <a:lnTo>
                    <a:pt x="31647" y="6324746"/>
                  </a:lnTo>
                  <a:lnTo>
                    <a:pt x="31774" y="6324746"/>
                  </a:lnTo>
                  <a:lnTo>
                    <a:pt x="31900" y="6324746"/>
                  </a:lnTo>
                  <a:lnTo>
                    <a:pt x="32026" y="6324746"/>
                  </a:lnTo>
                  <a:lnTo>
                    <a:pt x="32152" y="6324746"/>
                  </a:lnTo>
                  <a:lnTo>
                    <a:pt x="32278" y="6324746"/>
                  </a:lnTo>
                  <a:lnTo>
                    <a:pt x="32404" y="6324746"/>
                  </a:lnTo>
                  <a:lnTo>
                    <a:pt x="32530" y="6324746"/>
                  </a:lnTo>
                  <a:lnTo>
                    <a:pt x="32656" y="6324746"/>
                  </a:lnTo>
                  <a:lnTo>
                    <a:pt x="32782" y="6324746"/>
                  </a:lnTo>
                  <a:lnTo>
                    <a:pt x="32908" y="6324746"/>
                  </a:lnTo>
                  <a:lnTo>
                    <a:pt x="33034" y="6324746"/>
                  </a:lnTo>
                  <a:lnTo>
                    <a:pt x="33161" y="6324746"/>
                  </a:lnTo>
                  <a:lnTo>
                    <a:pt x="33287" y="6324746"/>
                  </a:lnTo>
                  <a:lnTo>
                    <a:pt x="33413" y="6324746"/>
                  </a:lnTo>
                  <a:lnTo>
                    <a:pt x="33539" y="6324746"/>
                  </a:lnTo>
                  <a:lnTo>
                    <a:pt x="33665" y="6324746"/>
                  </a:lnTo>
                  <a:lnTo>
                    <a:pt x="33791" y="6324746"/>
                  </a:lnTo>
                  <a:lnTo>
                    <a:pt x="33917" y="6324746"/>
                  </a:lnTo>
                  <a:lnTo>
                    <a:pt x="34043" y="6324746"/>
                  </a:lnTo>
                  <a:lnTo>
                    <a:pt x="34169" y="6324746"/>
                  </a:lnTo>
                  <a:lnTo>
                    <a:pt x="34295" y="6324746"/>
                  </a:lnTo>
                  <a:lnTo>
                    <a:pt x="34421" y="6324746"/>
                  </a:lnTo>
                  <a:lnTo>
                    <a:pt x="34548" y="6324746"/>
                  </a:lnTo>
                  <a:lnTo>
                    <a:pt x="34674" y="6324746"/>
                  </a:lnTo>
                  <a:lnTo>
                    <a:pt x="34800" y="6324746"/>
                  </a:lnTo>
                  <a:lnTo>
                    <a:pt x="34926" y="6324746"/>
                  </a:lnTo>
                  <a:lnTo>
                    <a:pt x="35052" y="6324746"/>
                  </a:lnTo>
                  <a:lnTo>
                    <a:pt x="35178" y="6324746"/>
                  </a:lnTo>
                  <a:lnTo>
                    <a:pt x="35304" y="6324746"/>
                  </a:lnTo>
                  <a:lnTo>
                    <a:pt x="35430" y="6324746"/>
                  </a:lnTo>
                  <a:lnTo>
                    <a:pt x="35556" y="6324746"/>
                  </a:lnTo>
                  <a:lnTo>
                    <a:pt x="35682" y="6324746"/>
                  </a:lnTo>
                  <a:lnTo>
                    <a:pt x="35808" y="6324746"/>
                  </a:lnTo>
                  <a:lnTo>
                    <a:pt x="35934" y="6324746"/>
                  </a:lnTo>
                  <a:lnTo>
                    <a:pt x="36061" y="6324746"/>
                  </a:lnTo>
                  <a:lnTo>
                    <a:pt x="36187" y="6324746"/>
                  </a:lnTo>
                  <a:lnTo>
                    <a:pt x="36313" y="6324746"/>
                  </a:lnTo>
                  <a:lnTo>
                    <a:pt x="36439" y="6324746"/>
                  </a:lnTo>
                  <a:lnTo>
                    <a:pt x="36565" y="6324746"/>
                  </a:lnTo>
                  <a:lnTo>
                    <a:pt x="36691" y="6324746"/>
                  </a:lnTo>
                  <a:lnTo>
                    <a:pt x="36817" y="6324746"/>
                  </a:lnTo>
                  <a:lnTo>
                    <a:pt x="36943" y="6324746"/>
                  </a:lnTo>
                  <a:lnTo>
                    <a:pt x="37069" y="6324746"/>
                  </a:lnTo>
                  <a:lnTo>
                    <a:pt x="37195" y="6324746"/>
                  </a:lnTo>
                  <a:lnTo>
                    <a:pt x="37321" y="6324746"/>
                  </a:lnTo>
                  <a:lnTo>
                    <a:pt x="37448" y="6324746"/>
                  </a:lnTo>
                  <a:lnTo>
                    <a:pt x="37574" y="6324746"/>
                  </a:lnTo>
                  <a:lnTo>
                    <a:pt x="37700" y="6324746"/>
                  </a:lnTo>
                  <a:lnTo>
                    <a:pt x="37826" y="6324746"/>
                  </a:lnTo>
                  <a:lnTo>
                    <a:pt x="37952" y="6324746"/>
                  </a:lnTo>
                  <a:lnTo>
                    <a:pt x="38078" y="6324746"/>
                  </a:lnTo>
                  <a:lnTo>
                    <a:pt x="38204" y="6324746"/>
                  </a:lnTo>
                  <a:lnTo>
                    <a:pt x="38330" y="6324746"/>
                  </a:lnTo>
                  <a:lnTo>
                    <a:pt x="38456" y="6324746"/>
                  </a:lnTo>
                  <a:lnTo>
                    <a:pt x="38582" y="6324746"/>
                  </a:lnTo>
                  <a:lnTo>
                    <a:pt x="38708" y="6324746"/>
                  </a:lnTo>
                  <a:lnTo>
                    <a:pt x="38834" y="6324746"/>
                  </a:lnTo>
                  <a:lnTo>
                    <a:pt x="38961" y="6324746"/>
                  </a:lnTo>
                  <a:lnTo>
                    <a:pt x="39087" y="6324746"/>
                  </a:lnTo>
                  <a:lnTo>
                    <a:pt x="39213" y="6324746"/>
                  </a:lnTo>
                  <a:lnTo>
                    <a:pt x="39339" y="6324746"/>
                  </a:lnTo>
                  <a:lnTo>
                    <a:pt x="39465" y="6324746"/>
                  </a:lnTo>
                  <a:lnTo>
                    <a:pt x="39591" y="6324746"/>
                  </a:lnTo>
                  <a:lnTo>
                    <a:pt x="39717" y="6324746"/>
                  </a:lnTo>
                  <a:lnTo>
                    <a:pt x="39843" y="6324746"/>
                  </a:lnTo>
                  <a:lnTo>
                    <a:pt x="39969" y="6324746"/>
                  </a:lnTo>
                  <a:lnTo>
                    <a:pt x="40095" y="6324746"/>
                  </a:lnTo>
                  <a:lnTo>
                    <a:pt x="40221" y="6324746"/>
                  </a:lnTo>
                  <a:lnTo>
                    <a:pt x="40348" y="6324746"/>
                  </a:lnTo>
                  <a:lnTo>
                    <a:pt x="40474" y="6324746"/>
                  </a:lnTo>
                  <a:lnTo>
                    <a:pt x="40600" y="6324746"/>
                  </a:lnTo>
                  <a:lnTo>
                    <a:pt x="40600" y="6319467"/>
                  </a:lnTo>
                  <a:lnTo>
                    <a:pt x="40726" y="6319467"/>
                  </a:lnTo>
                  <a:lnTo>
                    <a:pt x="40852" y="6319467"/>
                  </a:lnTo>
                  <a:lnTo>
                    <a:pt x="40978" y="6319467"/>
                  </a:lnTo>
                  <a:lnTo>
                    <a:pt x="41104" y="6319467"/>
                  </a:lnTo>
                  <a:lnTo>
                    <a:pt x="41230" y="6319467"/>
                  </a:lnTo>
                  <a:lnTo>
                    <a:pt x="41356" y="6319467"/>
                  </a:lnTo>
                  <a:lnTo>
                    <a:pt x="41482" y="6319467"/>
                  </a:lnTo>
                  <a:lnTo>
                    <a:pt x="41608" y="6319467"/>
                  </a:lnTo>
                  <a:lnTo>
                    <a:pt x="41735" y="6319467"/>
                  </a:lnTo>
                  <a:lnTo>
                    <a:pt x="41861" y="6319467"/>
                  </a:lnTo>
                  <a:lnTo>
                    <a:pt x="41987" y="6319467"/>
                  </a:lnTo>
                  <a:lnTo>
                    <a:pt x="42113" y="6319467"/>
                  </a:lnTo>
                  <a:lnTo>
                    <a:pt x="42239" y="6319467"/>
                  </a:lnTo>
                  <a:lnTo>
                    <a:pt x="42617" y="6319467"/>
                  </a:lnTo>
                  <a:lnTo>
                    <a:pt x="42743" y="6319467"/>
                  </a:lnTo>
                  <a:lnTo>
                    <a:pt x="42869" y="6319467"/>
                  </a:lnTo>
                  <a:lnTo>
                    <a:pt x="42995" y="6319467"/>
                  </a:lnTo>
                  <a:lnTo>
                    <a:pt x="43121" y="6319467"/>
                  </a:lnTo>
                  <a:lnTo>
                    <a:pt x="43248" y="6319467"/>
                  </a:lnTo>
                  <a:lnTo>
                    <a:pt x="43374" y="6319467"/>
                  </a:lnTo>
                  <a:lnTo>
                    <a:pt x="43500" y="6319467"/>
                  </a:lnTo>
                  <a:lnTo>
                    <a:pt x="43626" y="6319467"/>
                  </a:lnTo>
                  <a:lnTo>
                    <a:pt x="43752" y="6319467"/>
                  </a:lnTo>
                  <a:lnTo>
                    <a:pt x="43878" y="6319467"/>
                  </a:lnTo>
                  <a:lnTo>
                    <a:pt x="44004" y="6319467"/>
                  </a:lnTo>
                  <a:lnTo>
                    <a:pt x="44130" y="6319467"/>
                  </a:lnTo>
                  <a:lnTo>
                    <a:pt x="44256" y="6319467"/>
                  </a:lnTo>
                  <a:lnTo>
                    <a:pt x="44382" y="6319467"/>
                  </a:lnTo>
                  <a:lnTo>
                    <a:pt x="44508" y="6319467"/>
                  </a:lnTo>
                  <a:lnTo>
                    <a:pt x="44635" y="6319467"/>
                  </a:lnTo>
                  <a:lnTo>
                    <a:pt x="44761" y="6319467"/>
                  </a:lnTo>
                  <a:lnTo>
                    <a:pt x="44887" y="6319467"/>
                  </a:lnTo>
                  <a:lnTo>
                    <a:pt x="45013" y="6319467"/>
                  </a:lnTo>
                  <a:lnTo>
                    <a:pt x="45139" y="6319467"/>
                  </a:lnTo>
                  <a:lnTo>
                    <a:pt x="45265" y="6319467"/>
                  </a:lnTo>
                  <a:lnTo>
                    <a:pt x="45391" y="6319467"/>
                  </a:lnTo>
                  <a:lnTo>
                    <a:pt x="45517" y="6319467"/>
                  </a:lnTo>
                  <a:lnTo>
                    <a:pt x="45643" y="6319467"/>
                  </a:lnTo>
                  <a:lnTo>
                    <a:pt x="45769" y="6319467"/>
                  </a:lnTo>
                  <a:lnTo>
                    <a:pt x="45895" y="6319467"/>
                  </a:lnTo>
                  <a:lnTo>
                    <a:pt x="46021" y="6319467"/>
                  </a:lnTo>
                  <a:lnTo>
                    <a:pt x="46148" y="6319467"/>
                  </a:lnTo>
                  <a:lnTo>
                    <a:pt x="46274" y="6319467"/>
                  </a:lnTo>
                  <a:lnTo>
                    <a:pt x="46400" y="6319467"/>
                  </a:lnTo>
                  <a:lnTo>
                    <a:pt x="46526" y="6319467"/>
                  </a:lnTo>
                  <a:lnTo>
                    <a:pt x="46652" y="6319467"/>
                  </a:lnTo>
                  <a:lnTo>
                    <a:pt x="46778" y="6319467"/>
                  </a:lnTo>
                  <a:lnTo>
                    <a:pt x="46904" y="6319467"/>
                  </a:lnTo>
                  <a:lnTo>
                    <a:pt x="47030" y="6319467"/>
                  </a:lnTo>
                  <a:lnTo>
                    <a:pt x="47156" y="6319467"/>
                  </a:lnTo>
                  <a:lnTo>
                    <a:pt x="47282" y="6319467"/>
                  </a:lnTo>
                  <a:lnTo>
                    <a:pt x="47408" y="6319467"/>
                  </a:lnTo>
                  <a:lnTo>
                    <a:pt x="47535" y="6319467"/>
                  </a:lnTo>
                  <a:lnTo>
                    <a:pt x="47661" y="6319467"/>
                  </a:lnTo>
                  <a:lnTo>
                    <a:pt x="47787" y="6319467"/>
                  </a:lnTo>
                  <a:lnTo>
                    <a:pt x="47913" y="6319467"/>
                  </a:lnTo>
                  <a:lnTo>
                    <a:pt x="48039" y="6319467"/>
                  </a:lnTo>
                  <a:lnTo>
                    <a:pt x="48165" y="6319467"/>
                  </a:lnTo>
                  <a:lnTo>
                    <a:pt x="48291" y="6319467"/>
                  </a:lnTo>
                  <a:lnTo>
                    <a:pt x="48417" y="6319467"/>
                  </a:lnTo>
                  <a:lnTo>
                    <a:pt x="48543" y="6319467"/>
                  </a:lnTo>
                  <a:lnTo>
                    <a:pt x="48669" y="6319467"/>
                  </a:lnTo>
                  <a:lnTo>
                    <a:pt x="48795" y="6319467"/>
                  </a:lnTo>
                  <a:lnTo>
                    <a:pt x="48921" y="6319467"/>
                  </a:lnTo>
                  <a:lnTo>
                    <a:pt x="49048" y="6319467"/>
                  </a:lnTo>
                  <a:lnTo>
                    <a:pt x="49174" y="6319467"/>
                  </a:lnTo>
                  <a:lnTo>
                    <a:pt x="49300" y="6319467"/>
                  </a:lnTo>
                  <a:lnTo>
                    <a:pt x="49426" y="6319467"/>
                  </a:lnTo>
                  <a:lnTo>
                    <a:pt x="49552" y="6319467"/>
                  </a:lnTo>
                  <a:lnTo>
                    <a:pt x="49678" y="6319467"/>
                  </a:lnTo>
                  <a:lnTo>
                    <a:pt x="49804" y="6319467"/>
                  </a:lnTo>
                  <a:lnTo>
                    <a:pt x="49930" y="6319467"/>
                  </a:lnTo>
                  <a:lnTo>
                    <a:pt x="50056" y="6319467"/>
                  </a:lnTo>
                  <a:lnTo>
                    <a:pt x="50182" y="6319467"/>
                  </a:lnTo>
                  <a:lnTo>
                    <a:pt x="50308" y="6319467"/>
                  </a:lnTo>
                  <a:lnTo>
                    <a:pt x="50435" y="6319467"/>
                  </a:lnTo>
                  <a:lnTo>
                    <a:pt x="50561" y="6319467"/>
                  </a:lnTo>
                  <a:lnTo>
                    <a:pt x="50687" y="6319467"/>
                  </a:lnTo>
                  <a:lnTo>
                    <a:pt x="50687" y="6314187"/>
                  </a:lnTo>
                  <a:lnTo>
                    <a:pt x="50813" y="6314187"/>
                  </a:lnTo>
                  <a:lnTo>
                    <a:pt x="50939" y="6314187"/>
                  </a:lnTo>
                  <a:lnTo>
                    <a:pt x="51065" y="6314187"/>
                  </a:lnTo>
                  <a:lnTo>
                    <a:pt x="51191" y="6314187"/>
                  </a:lnTo>
                  <a:lnTo>
                    <a:pt x="51317" y="6314187"/>
                  </a:lnTo>
                  <a:lnTo>
                    <a:pt x="51443" y="6314187"/>
                  </a:lnTo>
                  <a:lnTo>
                    <a:pt x="51569" y="6314187"/>
                  </a:lnTo>
                  <a:lnTo>
                    <a:pt x="51695" y="6314187"/>
                  </a:lnTo>
                  <a:lnTo>
                    <a:pt x="51822" y="6314187"/>
                  </a:lnTo>
                  <a:lnTo>
                    <a:pt x="51948" y="6314187"/>
                  </a:lnTo>
                  <a:lnTo>
                    <a:pt x="52074" y="6314187"/>
                  </a:lnTo>
                  <a:lnTo>
                    <a:pt x="52200" y="6314187"/>
                  </a:lnTo>
                  <a:lnTo>
                    <a:pt x="52326" y="6314187"/>
                  </a:lnTo>
                  <a:lnTo>
                    <a:pt x="52452" y="6314187"/>
                  </a:lnTo>
                  <a:lnTo>
                    <a:pt x="52578" y="6314187"/>
                  </a:lnTo>
                  <a:lnTo>
                    <a:pt x="52704" y="6314187"/>
                  </a:lnTo>
                  <a:lnTo>
                    <a:pt x="52830" y="6314187"/>
                  </a:lnTo>
                  <a:lnTo>
                    <a:pt x="52956" y="6314187"/>
                  </a:lnTo>
                  <a:lnTo>
                    <a:pt x="53208" y="6314187"/>
                  </a:lnTo>
                  <a:lnTo>
                    <a:pt x="53335" y="6314187"/>
                  </a:lnTo>
                  <a:lnTo>
                    <a:pt x="53461" y="6314187"/>
                  </a:lnTo>
                  <a:lnTo>
                    <a:pt x="53587" y="6314187"/>
                  </a:lnTo>
                  <a:lnTo>
                    <a:pt x="53713" y="6314187"/>
                  </a:lnTo>
                  <a:lnTo>
                    <a:pt x="53839" y="6314187"/>
                  </a:lnTo>
                  <a:lnTo>
                    <a:pt x="53839" y="6308908"/>
                  </a:lnTo>
                  <a:lnTo>
                    <a:pt x="53965" y="6308908"/>
                  </a:lnTo>
                  <a:lnTo>
                    <a:pt x="54091" y="6308908"/>
                  </a:lnTo>
                  <a:lnTo>
                    <a:pt x="54217" y="6308908"/>
                  </a:lnTo>
                  <a:lnTo>
                    <a:pt x="54343" y="6308908"/>
                  </a:lnTo>
                  <a:lnTo>
                    <a:pt x="54469" y="6308908"/>
                  </a:lnTo>
                  <a:lnTo>
                    <a:pt x="54595" y="6308908"/>
                  </a:lnTo>
                  <a:lnTo>
                    <a:pt x="54722" y="6308908"/>
                  </a:lnTo>
                  <a:lnTo>
                    <a:pt x="54848" y="6308908"/>
                  </a:lnTo>
                  <a:lnTo>
                    <a:pt x="54974" y="6308908"/>
                  </a:lnTo>
                  <a:lnTo>
                    <a:pt x="55100" y="6308908"/>
                  </a:lnTo>
                  <a:lnTo>
                    <a:pt x="55226" y="6308908"/>
                  </a:lnTo>
                  <a:lnTo>
                    <a:pt x="55352" y="6308908"/>
                  </a:lnTo>
                  <a:lnTo>
                    <a:pt x="55478" y="6308908"/>
                  </a:lnTo>
                  <a:lnTo>
                    <a:pt x="55604" y="6308908"/>
                  </a:lnTo>
                  <a:lnTo>
                    <a:pt x="55730" y="6308908"/>
                  </a:lnTo>
                  <a:lnTo>
                    <a:pt x="55856" y="6308908"/>
                  </a:lnTo>
                  <a:lnTo>
                    <a:pt x="55982" y="6308908"/>
                  </a:lnTo>
                  <a:lnTo>
                    <a:pt x="56108" y="6308908"/>
                  </a:lnTo>
                  <a:lnTo>
                    <a:pt x="56235" y="6308908"/>
                  </a:lnTo>
                  <a:lnTo>
                    <a:pt x="56361" y="6308908"/>
                  </a:lnTo>
                  <a:lnTo>
                    <a:pt x="56487" y="6308908"/>
                  </a:lnTo>
                  <a:lnTo>
                    <a:pt x="56613" y="6308908"/>
                  </a:lnTo>
                  <a:lnTo>
                    <a:pt x="56739" y="6308908"/>
                  </a:lnTo>
                  <a:lnTo>
                    <a:pt x="56865" y="6308908"/>
                  </a:lnTo>
                  <a:lnTo>
                    <a:pt x="56865" y="6303629"/>
                  </a:lnTo>
                  <a:lnTo>
                    <a:pt x="56991" y="6303629"/>
                  </a:lnTo>
                  <a:lnTo>
                    <a:pt x="57117" y="6303629"/>
                  </a:lnTo>
                  <a:lnTo>
                    <a:pt x="57243" y="6303629"/>
                  </a:lnTo>
                  <a:lnTo>
                    <a:pt x="57369" y="6303629"/>
                  </a:lnTo>
                  <a:lnTo>
                    <a:pt x="57495" y="6303629"/>
                  </a:lnTo>
                  <a:lnTo>
                    <a:pt x="57622" y="6303629"/>
                  </a:lnTo>
                  <a:lnTo>
                    <a:pt x="57748" y="6303629"/>
                  </a:lnTo>
                  <a:lnTo>
                    <a:pt x="57874" y="6303629"/>
                  </a:lnTo>
                  <a:lnTo>
                    <a:pt x="58000" y="6303629"/>
                  </a:lnTo>
                  <a:lnTo>
                    <a:pt x="58126" y="6303629"/>
                  </a:lnTo>
                  <a:lnTo>
                    <a:pt x="58252" y="6303629"/>
                  </a:lnTo>
                  <a:lnTo>
                    <a:pt x="58378" y="6303629"/>
                  </a:lnTo>
                  <a:lnTo>
                    <a:pt x="58504" y="6303629"/>
                  </a:lnTo>
                  <a:lnTo>
                    <a:pt x="58630" y="6303629"/>
                  </a:lnTo>
                  <a:lnTo>
                    <a:pt x="58756" y="6303629"/>
                  </a:lnTo>
                  <a:lnTo>
                    <a:pt x="58882" y="6303629"/>
                  </a:lnTo>
                  <a:lnTo>
                    <a:pt x="59009" y="6303629"/>
                  </a:lnTo>
                  <a:lnTo>
                    <a:pt x="59135" y="6303629"/>
                  </a:lnTo>
                  <a:lnTo>
                    <a:pt x="59261" y="6303629"/>
                  </a:lnTo>
                  <a:lnTo>
                    <a:pt x="59387" y="6303629"/>
                  </a:lnTo>
                  <a:lnTo>
                    <a:pt x="59513" y="6303629"/>
                  </a:lnTo>
                  <a:lnTo>
                    <a:pt x="59639" y="6303629"/>
                  </a:lnTo>
                  <a:lnTo>
                    <a:pt x="59765" y="6303629"/>
                  </a:lnTo>
                  <a:lnTo>
                    <a:pt x="59891" y="6303629"/>
                  </a:lnTo>
                  <a:lnTo>
                    <a:pt x="60017" y="6303629"/>
                  </a:lnTo>
                  <a:lnTo>
                    <a:pt x="60143" y="6303629"/>
                  </a:lnTo>
                  <a:lnTo>
                    <a:pt x="60269" y="6303629"/>
                  </a:lnTo>
                  <a:lnTo>
                    <a:pt x="60395" y="6303629"/>
                  </a:lnTo>
                  <a:lnTo>
                    <a:pt x="60522" y="6303629"/>
                  </a:lnTo>
                  <a:lnTo>
                    <a:pt x="60648" y="6303629"/>
                  </a:lnTo>
                  <a:lnTo>
                    <a:pt x="60774" y="6303629"/>
                  </a:lnTo>
                  <a:lnTo>
                    <a:pt x="60900" y="6303629"/>
                  </a:lnTo>
                  <a:lnTo>
                    <a:pt x="61026" y="6303629"/>
                  </a:lnTo>
                  <a:lnTo>
                    <a:pt x="61152" y="6303629"/>
                  </a:lnTo>
                  <a:lnTo>
                    <a:pt x="61278" y="6303629"/>
                  </a:lnTo>
                  <a:lnTo>
                    <a:pt x="61404" y="6303629"/>
                  </a:lnTo>
                  <a:lnTo>
                    <a:pt x="61530" y="6303629"/>
                  </a:lnTo>
                  <a:lnTo>
                    <a:pt x="61656" y="6303629"/>
                  </a:lnTo>
                  <a:lnTo>
                    <a:pt x="61782" y="6303629"/>
                  </a:lnTo>
                  <a:lnTo>
                    <a:pt x="61909" y="6303629"/>
                  </a:lnTo>
                  <a:lnTo>
                    <a:pt x="62035" y="6303629"/>
                  </a:lnTo>
                  <a:lnTo>
                    <a:pt x="62161" y="6303629"/>
                  </a:lnTo>
                  <a:lnTo>
                    <a:pt x="62287" y="6303629"/>
                  </a:lnTo>
                  <a:lnTo>
                    <a:pt x="62413" y="6303629"/>
                  </a:lnTo>
                  <a:lnTo>
                    <a:pt x="62539" y="6303629"/>
                  </a:lnTo>
                  <a:lnTo>
                    <a:pt x="62665" y="6303629"/>
                  </a:lnTo>
                  <a:lnTo>
                    <a:pt x="62791" y="6303629"/>
                  </a:lnTo>
                  <a:lnTo>
                    <a:pt x="62917" y="6303629"/>
                  </a:lnTo>
                  <a:lnTo>
                    <a:pt x="63043" y="6303629"/>
                  </a:lnTo>
                  <a:lnTo>
                    <a:pt x="63169" y="6303629"/>
                  </a:lnTo>
                  <a:lnTo>
                    <a:pt x="63295" y="6303629"/>
                  </a:lnTo>
                  <a:lnTo>
                    <a:pt x="63422" y="6303629"/>
                  </a:lnTo>
                  <a:lnTo>
                    <a:pt x="63548" y="6303629"/>
                  </a:lnTo>
                  <a:lnTo>
                    <a:pt x="63674" y="6303629"/>
                  </a:lnTo>
                  <a:lnTo>
                    <a:pt x="63800" y="6303629"/>
                  </a:lnTo>
                  <a:lnTo>
                    <a:pt x="63926" y="6303629"/>
                  </a:lnTo>
                  <a:lnTo>
                    <a:pt x="64052" y="6303629"/>
                  </a:lnTo>
                  <a:lnTo>
                    <a:pt x="64178" y="6303629"/>
                  </a:lnTo>
                  <a:lnTo>
                    <a:pt x="64304" y="6303629"/>
                  </a:lnTo>
                  <a:lnTo>
                    <a:pt x="64430" y="6303629"/>
                  </a:lnTo>
                  <a:lnTo>
                    <a:pt x="64556" y="6303629"/>
                  </a:lnTo>
                  <a:lnTo>
                    <a:pt x="64682" y="6303629"/>
                  </a:lnTo>
                  <a:lnTo>
                    <a:pt x="64809" y="6303629"/>
                  </a:lnTo>
                  <a:lnTo>
                    <a:pt x="64935" y="6303629"/>
                  </a:lnTo>
                  <a:lnTo>
                    <a:pt x="65061" y="6303629"/>
                  </a:lnTo>
                  <a:lnTo>
                    <a:pt x="65187" y="6303629"/>
                  </a:lnTo>
                  <a:lnTo>
                    <a:pt x="65313" y="6303629"/>
                  </a:lnTo>
                  <a:lnTo>
                    <a:pt x="65439" y="6303629"/>
                  </a:lnTo>
                  <a:lnTo>
                    <a:pt x="65565" y="6303629"/>
                  </a:lnTo>
                  <a:lnTo>
                    <a:pt x="65691" y="6303629"/>
                  </a:lnTo>
                  <a:lnTo>
                    <a:pt x="65817" y="6303629"/>
                  </a:lnTo>
                  <a:lnTo>
                    <a:pt x="65943" y="6303629"/>
                  </a:lnTo>
                  <a:lnTo>
                    <a:pt x="66069" y="6303629"/>
                  </a:lnTo>
                  <a:lnTo>
                    <a:pt x="66195" y="6303629"/>
                  </a:lnTo>
                  <a:lnTo>
                    <a:pt x="66322" y="6303629"/>
                  </a:lnTo>
                  <a:lnTo>
                    <a:pt x="66448" y="6303629"/>
                  </a:lnTo>
                  <a:lnTo>
                    <a:pt x="66574" y="6303629"/>
                  </a:lnTo>
                  <a:lnTo>
                    <a:pt x="66700" y="6303629"/>
                  </a:lnTo>
                  <a:lnTo>
                    <a:pt x="66826" y="6303629"/>
                  </a:lnTo>
                  <a:lnTo>
                    <a:pt x="66952" y="6303629"/>
                  </a:lnTo>
                  <a:lnTo>
                    <a:pt x="67078" y="6303629"/>
                  </a:lnTo>
                  <a:lnTo>
                    <a:pt x="67204" y="6303629"/>
                  </a:lnTo>
                  <a:lnTo>
                    <a:pt x="67330" y="6303629"/>
                  </a:lnTo>
                  <a:lnTo>
                    <a:pt x="67456" y="6303629"/>
                  </a:lnTo>
                  <a:lnTo>
                    <a:pt x="67582" y="6303629"/>
                  </a:lnTo>
                  <a:lnTo>
                    <a:pt x="67709" y="6303629"/>
                  </a:lnTo>
                  <a:lnTo>
                    <a:pt x="67835" y="6303629"/>
                  </a:lnTo>
                  <a:lnTo>
                    <a:pt x="67961" y="6303629"/>
                  </a:lnTo>
                  <a:lnTo>
                    <a:pt x="68087" y="6303629"/>
                  </a:lnTo>
                  <a:lnTo>
                    <a:pt x="68213" y="6303629"/>
                  </a:lnTo>
                  <a:lnTo>
                    <a:pt x="68339" y="6303629"/>
                  </a:lnTo>
                  <a:lnTo>
                    <a:pt x="68465" y="6303629"/>
                  </a:lnTo>
                  <a:lnTo>
                    <a:pt x="68591" y="6303629"/>
                  </a:lnTo>
                  <a:lnTo>
                    <a:pt x="68717" y="6303629"/>
                  </a:lnTo>
                  <a:lnTo>
                    <a:pt x="68843" y="6303629"/>
                  </a:lnTo>
                  <a:lnTo>
                    <a:pt x="68969" y="6303629"/>
                  </a:lnTo>
                  <a:lnTo>
                    <a:pt x="69096" y="6303629"/>
                  </a:lnTo>
                  <a:lnTo>
                    <a:pt x="69222" y="6303629"/>
                  </a:lnTo>
                  <a:lnTo>
                    <a:pt x="69348" y="6303629"/>
                  </a:lnTo>
                  <a:lnTo>
                    <a:pt x="69474" y="6303629"/>
                  </a:lnTo>
                  <a:lnTo>
                    <a:pt x="69600" y="6303629"/>
                  </a:lnTo>
                  <a:lnTo>
                    <a:pt x="69726" y="6303629"/>
                  </a:lnTo>
                  <a:lnTo>
                    <a:pt x="69852" y="6303629"/>
                  </a:lnTo>
                  <a:lnTo>
                    <a:pt x="70104" y="6303629"/>
                  </a:lnTo>
                  <a:lnTo>
                    <a:pt x="70230" y="6303629"/>
                  </a:lnTo>
                  <a:lnTo>
                    <a:pt x="70356" y="6303629"/>
                  </a:lnTo>
                  <a:lnTo>
                    <a:pt x="70482" y="6303629"/>
                  </a:lnTo>
                  <a:lnTo>
                    <a:pt x="70609" y="6303629"/>
                  </a:lnTo>
                  <a:lnTo>
                    <a:pt x="70735" y="6303629"/>
                  </a:lnTo>
                  <a:lnTo>
                    <a:pt x="70861" y="6303629"/>
                  </a:lnTo>
                  <a:lnTo>
                    <a:pt x="70987" y="6303629"/>
                  </a:lnTo>
                  <a:lnTo>
                    <a:pt x="71113" y="6303629"/>
                  </a:lnTo>
                  <a:lnTo>
                    <a:pt x="71239" y="6303629"/>
                  </a:lnTo>
                  <a:lnTo>
                    <a:pt x="71365" y="6303629"/>
                  </a:lnTo>
                  <a:lnTo>
                    <a:pt x="71491" y="6303629"/>
                  </a:lnTo>
                  <a:lnTo>
                    <a:pt x="71617" y="6303629"/>
                  </a:lnTo>
                  <a:lnTo>
                    <a:pt x="71743" y="6303629"/>
                  </a:lnTo>
                  <a:lnTo>
                    <a:pt x="71869" y="6303629"/>
                  </a:lnTo>
                  <a:lnTo>
                    <a:pt x="71996" y="6303629"/>
                  </a:lnTo>
                  <a:lnTo>
                    <a:pt x="72122" y="6303629"/>
                  </a:lnTo>
                  <a:lnTo>
                    <a:pt x="72248" y="6303629"/>
                  </a:lnTo>
                  <a:lnTo>
                    <a:pt x="72374" y="6303629"/>
                  </a:lnTo>
                  <a:lnTo>
                    <a:pt x="72500" y="6303629"/>
                  </a:lnTo>
                  <a:lnTo>
                    <a:pt x="72626" y="6303629"/>
                  </a:lnTo>
                  <a:lnTo>
                    <a:pt x="72752" y="6303629"/>
                  </a:lnTo>
                  <a:lnTo>
                    <a:pt x="72878" y="6303629"/>
                  </a:lnTo>
                  <a:lnTo>
                    <a:pt x="73004" y="6303629"/>
                  </a:lnTo>
                  <a:lnTo>
                    <a:pt x="73130" y="6303629"/>
                  </a:lnTo>
                  <a:lnTo>
                    <a:pt x="73256" y="6303629"/>
                  </a:lnTo>
                  <a:lnTo>
                    <a:pt x="73382" y="6303629"/>
                  </a:lnTo>
                  <a:lnTo>
                    <a:pt x="73509" y="6303629"/>
                  </a:lnTo>
                  <a:lnTo>
                    <a:pt x="73635" y="6303629"/>
                  </a:lnTo>
                  <a:lnTo>
                    <a:pt x="73761" y="6303629"/>
                  </a:lnTo>
                  <a:lnTo>
                    <a:pt x="73887" y="6303629"/>
                  </a:lnTo>
                  <a:lnTo>
                    <a:pt x="74013" y="6303629"/>
                  </a:lnTo>
                  <a:lnTo>
                    <a:pt x="74139" y="6303629"/>
                  </a:lnTo>
                  <a:lnTo>
                    <a:pt x="74265" y="6303629"/>
                  </a:lnTo>
                  <a:lnTo>
                    <a:pt x="74391" y="6303629"/>
                  </a:lnTo>
                  <a:lnTo>
                    <a:pt x="74517" y="6303629"/>
                  </a:lnTo>
                  <a:lnTo>
                    <a:pt x="74643" y="6303629"/>
                  </a:lnTo>
                  <a:lnTo>
                    <a:pt x="74769" y="6303629"/>
                  </a:lnTo>
                  <a:lnTo>
                    <a:pt x="74896" y="6303629"/>
                  </a:lnTo>
                  <a:lnTo>
                    <a:pt x="75148" y="6303629"/>
                  </a:lnTo>
                  <a:lnTo>
                    <a:pt x="75274" y="6303629"/>
                  </a:lnTo>
                  <a:lnTo>
                    <a:pt x="75400" y="6303629"/>
                  </a:lnTo>
                  <a:lnTo>
                    <a:pt x="75526" y="6303629"/>
                  </a:lnTo>
                  <a:lnTo>
                    <a:pt x="75652" y="6303629"/>
                  </a:lnTo>
                  <a:lnTo>
                    <a:pt x="75778" y="6303629"/>
                  </a:lnTo>
                  <a:lnTo>
                    <a:pt x="75904" y="6303629"/>
                  </a:lnTo>
                  <a:lnTo>
                    <a:pt x="76156" y="6303629"/>
                  </a:lnTo>
                  <a:lnTo>
                    <a:pt x="76283" y="6303629"/>
                  </a:lnTo>
                  <a:lnTo>
                    <a:pt x="76409" y="6303629"/>
                  </a:lnTo>
                  <a:lnTo>
                    <a:pt x="76535" y="6303629"/>
                  </a:lnTo>
                  <a:lnTo>
                    <a:pt x="76661" y="6303629"/>
                  </a:lnTo>
                  <a:lnTo>
                    <a:pt x="76787" y="6303629"/>
                  </a:lnTo>
                  <a:lnTo>
                    <a:pt x="76913" y="6303629"/>
                  </a:lnTo>
                  <a:lnTo>
                    <a:pt x="77039" y="6303629"/>
                  </a:lnTo>
                  <a:lnTo>
                    <a:pt x="77165" y="6303629"/>
                  </a:lnTo>
                  <a:lnTo>
                    <a:pt x="77291" y="6303629"/>
                  </a:lnTo>
                  <a:lnTo>
                    <a:pt x="77417" y="6303629"/>
                  </a:lnTo>
                  <a:lnTo>
                    <a:pt x="77543" y="6303629"/>
                  </a:lnTo>
                  <a:lnTo>
                    <a:pt x="77669" y="6303629"/>
                  </a:lnTo>
                  <a:lnTo>
                    <a:pt x="77796" y="6303629"/>
                  </a:lnTo>
                  <a:lnTo>
                    <a:pt x="77922" y="6303629"/>
                  </a:lnTo>
                  <a:lnTo>
                    <a:pt x="78048" y="6303629"/>
                  </a:lnTo>
                  <a:lnTo>
                    <a:pt x="78174" y="6303629"/>
                  </a:lnTo>
                  <a:lnTo>
                    <a:pt x="78300" y="6303629"/>
                  </a:lnTo>
                  <a:lnTo>
                    <a:pt x="78426" y="6303629"/>
                  </a:lnTo>
                  <a:lnTo>
                    <a:pt x="78552" y="6303629"/>
                  </a:lnTo>
                  <a:lnTo>
                    <a:pt x="78678" y="6303629"/>
                  </a:lnTo>
                  <a:lnTo>
                    <a:pt x="78804" y="6303629"/>
                  </a:lnTo>
                  <a:lnTo>
                    <a:pt x="78930" y="6303629"/>
                  </a:lnTo>
                  <a:lnTo>
                    <a:pt x="79056" y="6303629"/>
                  </a:lnTo>
                  <a:lnTo>
                    <a:pt x="79183" y="6303629"/>
                  </a:lnTo>
                  <a:lnTo>
                    <a:pt x="79309" y="6303629"/>
                  </a:lnTo>
                  <a:lnTo>
                    <a:pt x="79435" y="6303629"/>
                  </a:lnTo>
                  <a:lnTo>
                    <a:pt x="79561" y="6303629"/>
                  </a:lnTo>
                  <a:lnTo>
                    <a:pt x="79813" y="6303629"/>
                  </a:lnTo>
                  <a:lnTo>
                    <a:pt x="79813" y="6298349"/>
                  </a:lnTo>
                  <a:lnTo>
                    <a:pt x="79939" y="6298349"/>
                  </a:lnTo>
                  <a:lnTo>
                    <a:pt x="80065" y="6298349"/>
                  </a:lnTo>
                  <a:lnTo>
                    <a:pt x="80191" y="6298349"/>
                  </a:lnTo>
                  <a:lnTo>
                    <a:pt x="80317" y="6298349"/>
                  </a:lnTo>
                  <a:lnTo>
                    <a:pt x="80443" y="6298349"/>
                  </a:lnTo>
                  <a:lnTo>
                    <a:pt x="80569" y="6298349"/>
                  </a:lnTo>
                  <a:lnTo>
                    <a:pt x="80696" y="6298349"/>
                  </a:lnTo>
                  <a:lnTo>
                    <a:pt x="80822" y="6298349"/>
                  </a:lnTo>
                  <a:lnTo>
                    <a:pt x="80948" y="6298349"/>
                  </a:lnTo>
                  <a:lnTo>
                    <a:pt x="81074" y="6298349"/>
                  </a:lnTo>
                  <a:lnTo>
                    <a:pt x="81200" y="6298349"/>
                  </a:lnTo>
                  <a:lnTo>
                    <a:pt x="81326" y="6298349"/>
                  </a:lnTo>
                  <a:lnTo>
                    <a:pt x="81326" y="6293070"/>
                  </a:lnTo>
                  <a:lnTo>
                    <a:pt x="81452" y="6293070"/>
                  </a:lnTo>
                  <a:lnTo>
                    <a:pt x="81578" y="6293070"/>
                  </a:lnTo>
                  <a:lnTo>
                    <a:pt x="81704" y="6293070"/>
                  </a:lnTo>
                  <a:lnTo>
                    <a:pt x="81830" y="6293070"/>
                  </a:lnTo>
                  <a:lnTo>
                    <a:pt x="81956" y="6293070"/>
                  </a:lnTo>
                  <a:lnTo>
                    <a:pt x="82083" y="6293070"/>
                  </a:lnTo>
                  <a:lnTo>
                    <a:pt x="82209" y="6293070"/>
                  </a:lnTo>
                  <a:lnTo>
                    <a:pt x="82335" y="6293070"/>
                  </a:lnTo>
                  <a:lnTo>
                    <a:pt x="82461" y="6293070"/>
                  </a:lnTo>
                  <a:lnTo>
                    <a:pt x="82587" y="6293070"/>
                  </a:lnTo>
                  <a:lnTo>
                    <a:pt x="82713" y="6293070"/>
                  </a:lnTo>
                  <a:lnTo>
                    <a:pt x="82839" y="6293070"/>
                  </a:lnTo>
                  <a:lnTo>
                    <a:pt x="82965" y="6293070"/>
                  </a:lnTo>
                  <a:lnTo>
                    <a:pt x="83091" y="6293070"/>
                  </a:lnTo>
                  <a:lnTo>
                    <a:pt x="83217" y="6293070"/>
                  </a:lnTo>
                  <a:lnTo>
                    <a:pt x="83343" y="6293070"/>
                  </a:lnTo>
                  <a:lnTo>
                    <a:pt x="83470" y="6293070"/>
                  </a:lnTo>
                  <a:lnTo>
                    <a:pt x="83596" y="6293070"/>
                  </a:lnTo>
                  <a:lnTo>
                    <a:pt x="83722" y="6293070"/>
                  </a:lnTo>
                  <a:lnTo>
                    <a:pt x="83848" y="6293070"/>
                  </a:lnTo>
                  <a:lnTo>
                    <a:pt x="83974" y="6293070"/>
                  </a:lnTo>
                  <a:lnTo>
                    <a:pt x="84100" y="6293070"/>
                  </a:lnTo>
                  <a:lnTo>
                    <a:pt x="84226" y="6293070"/>
                  </a:lnTo>
                  <a:lnTo>
                    <a:pt x="84352" y="6293070"/>
                  </a:lnTo>
                  <a:lnTo>
                    <a:pt x="84478" y="6293070"/>
                  </a:lnTo>
                  <a:lnTo>
                    <a:pt x="84604" y="6293070"/>
                  </a:lnTo>
                  <a:lnTo>
                    <a:pt x="84730" y="6293070"/>
                  </a:lnTo>
                  <a:lnTo>
                    <a:pt x="84856" y="6293070"/>
                  </a:lnTo>
                  <a:lnTo>
                    <a:pt x="84983" y="6293070"/>
                  </a:lnTo>
                  <a:lnTo>
                    <a:pt x="85109" y="6293070"/>
                  </a:lnTo>
                  <a:lnTo>
                    <a:pt x="85235" y="6293070"/>
                  </a:lnTo>
                  <a:lnTo>
                    <a:pt x="85361" y="6293070"/>
                  </a:lnTo>
                  <a:lnTo>
                    <a:pt x="85487" y="6293070"/>
                  </a:lnTo>
                  <a:lnTo>
                    <a:pt x="85613" y="6293070"/>
                  </a:lnTo>
                  <a:lnTo>
                    <a:pt x="85739" y="6293070"/>
                  </a:lnTo>
                  <a:lnTo>
                    <a:pt x="85865" y="6293070"/>
                  </a:lnTo>
                  <a:lnTo>
                    <a:pt x="85991" y="6293070"/>
                  </a:lnTo>
                  <a:lnTo>
                    <a:pt x="86117" y="6293070"/>
                  </a:lnTo>
                  <a:lnTo>
                    <a:pt x="86243" y="6293070"/>
                  </a:lnTo>
                  <a:lnTo>
                    <a:pt x="86370" y="6293070"/>
                  </a:lnTo>
                  <a:lnTo>
                    <a:pt x="86496" y="6293070"/>
                  </a:lnTo>
                  <a:lnTo>
                    <a:pt x="86622" y="6293070"/>
                  </a:lnTo>
                  <a:lnTo>
                    <a:pt x="86748" y="6287790"/>
                  </a:lnTo>
                  <a:lnTo>
                    <a:pt x="86874" y="6287790"/>
                  </a:lnTo>
                  <a:lnTo>
                    <a:pt x="87000" y="6287790"/>
                  </a:lnTo>
                  <a:lnTo>
                    <a:pt x="87126" y="6287790"/>
                  </a:lnTo>
                  <a:lnTo>
                    <a:pt x="87252" y="6287790"/>
                  </a:lnTo>
                  <a:lnTo>
                    <a:pt x="87378" y="6287790"/>
                  </a:lnTo>
                  <a:lnTo>
                    <a:pt x="87504" y="6287790"/>
                  </a:lnTo>
                  <a:lnTo>
                    <a:pt x="87630" y="6287790"/>
                  </a:lnTo>
                  <a:lnTo>
                    <a:pt x="87756" y="6287790"/>
                  </a:lnTo>
                  <a:lnTo>
                    <a:pt x="87883" y="6287790"/>
                  </a:lnTo>
                  <a:lnTo>
                    <a:pt x="88009" y="6287790"/>
                  </a:lnTo>
                  <a:lnTo>
                    <a:pt x="88135" y="6287790"/>
                  </a:lnTo>
                  <a:lnTo>
                    <a:pt x="88261" y="6287790"/>
                  </a:lnTo>
                  <a:lnTo>
                    <a:pt x="88387" y="6287790"/>
                  </a:lnTo>
                  <a:lnTo>
                    <a:pt x="88387" y="6282511"/>
                  </a:lnTo>
                  <a:lnTo>
                    <a:pt x="88513" y="6282511"/>
                  </a:lnTo>
                  <a:lnTo>
                    <a:pt x="88639" y="6282511"/>
                  </a:lnTo>
                  <a:lnTo>
                    <a:pt x="88765" y="6282511"/>
                  </a:lnTo>
                  <a:lnTo>
                    <a:pt x="88891" y="6282511"/>
                  </a:lnTo>
                  <a:lnTo>
                    <a:pt x="89017" y="6282511"/>
                  </a:lnTo>
                  <a:lnTo>
                    <a:pt x="89143" y="6282511"/>
                  </a:lnTo>
                  <a:lnTo>
                    <a:pt x="89270" y="6282511"/>
                  </a:lnTo>
                  <a:lnTo>
                    <a:pt x="89396" y="6282511"/>
                  </a:lnTo>
                  <a:lnTo>
                    <a:pt x="89522" y="6282511"/>
                  </a:lnTo>
                  <a:lnTo>
                    <a:pt x="89648" y="6282511"/>
                  </a:lnTo>
                  <a:lnTo>
                    <a:pt x="89774" y="6282511"/>
                  </a:lnTo>
                  <a:lnTo>
                    <a:pt x="89900" y="6282511"/>
                  </a:lnTo>
                  <a:lnTo>
                    <a:pt x="90026" y="6282511"/>
                  </a:lnTo>
                  <a:lnTo>
                    <a:pt x="90152" y="6282511"/>
                  </a:lnTo>
                  <a:lnTo>
                    <a:pt x="90278" y="6282511"/>
                  </a:lnTo>
                  <a:lnTo>
                    <a:pt x="90404" y="6282511"/>
                  </a:lnTo>
                  <a:lnTo>
                    <a:pt x="90530" y="6282511"/>
                  </a:lnTo>
                  <a:lnTo>
                    <a:pt x="90656" y="6282511"/>
                  </a:lnTo>
                  <a:lnTo>
                    <a:pt x="90783" y="6282511"/>
                  </a:lnTo>
                  <a:lnTo>
                    <a:pt x="90909" y="6282511"/>
                  </a:lnTo>
                  <a:lnTo>
                    <a:pt x="91035" y="6282511"/>
                  </a:lnTo>
                  <a:lnTo>
                    <a:pt x="91161" y="6282511"/>
                  </a:lnTo>
                  <a:lnTo>
                    <a:pt x="91287" y="6282511"/>
                  </a:lnTo>
                  <a:lnTo>
                    <a:pt x="91413" y="6282511"/>
                  </a:lnTo>
                  <a:lnTo>
                    <a:pt x="91665" y="6282511"/>
                  </a:lnTo>
                  <a:lnTo>
                    <a:pt x="91791" y="6282511"/>
                  </a:lnTo>
                  <a:lnTo>
                    <a:pt x="91917" y="6282511"/>
                  </a:lnTo>
                  <a:lnTo>
                    <a:pt x="92043" y="6282511"/>
                  </a:lnTo>
                  <a:lnTo>
                    <a:pt x="92170" y="6282511"/>
                  </a:lnTo>
                  <a:lnTo>
                    <a:pt x="92296" y="6282511"/>
                  </a:lnTo>
                  <a:lnTo>
                    <a:pt x="92422" y="6282511"/>
                  </a:lnTo>
                  <a:lnTo>
                    <a:pt x="92548" y="6282511"/>
                  </a:lnTo>
                  <a:lnTo>
                    <a:pt x="92674" y="6282511"/>
                  </a:lnTo>
                  <a:lnTo>
                    <a:pt x="92800" y="6282511"/>
                  </a:lnTo>
                  <a:lnTo>
                    <a:pt x="92926" y="6282511"/>
                  </a:lnTo>
                  <a:lnTo>
                    <a:pt x="93052" y="6282511"/>
                  </a:lnTo>
                  <a:lnTo>
                    <a:pt x="93178" y="6282511"/>
                  </a:lnTo>
                  <a:lnTo>
                    <a:pt x="93304" y="6282511"/>
                  </a:lnTo>
                  <a:lnTo>
                    <a:pt x="93430" y="6282511"/>
                  </a:lnTo>
                  <a:lnTo>
                    <a:pt x="93557" y="6282511"/>
                  </a:lnTo>
                  <a:lnTo>
                    <a:pt x="93683" y="6282511"/>
                  </a:lnTo>
                  <a:lnTo>
                    <a:pt x="93809" y="6282511"/>
                  </a:lnTo>
                  <a:lnTo>
                    <a:pt x="93935" y="6282511"/>
                  </a:lnTo>
                  <a:lnTo>
                    <a:pt x="94061" y="6282511"/>
                  </a:lnTo>
                  <a:lnTo>
                    <a:pt x="94187" y="6282511"/>
                  </a:lnTo>
                  <a:lnTo>
                    <a:pt x="94313" y="6282511"/>
                  </a:lnTo>
                  <a:lnTo>
                    <a:pt x="94439" y="6282511"/>
                  </a:lnTo>
                  <a:lnTo>
                    <a:pt x="94565" y="6282511"/>
                  </a:lnTo>
                  <a:lnTo>
                    <a:pt x="94565" y="6277231"/>
                  </a:lnTo>
                  <a:lnTo>
                    <a:pt x="94691" y="6277231"/>
                  </a:lnTo>
                  <a:lnTo>
                    <a:pt x="94817" y="6277231"/>
                  </a:lnTo>
                  <a:lnTo>
                    <a:pt x="94943" y="6277231"/>
                  </a:lnTo>
                  <a:lnTo>
                    <a:pt x="95070" y="6277231"/>
                  </a:lnTo>
                  <a:lnTo>
                    <a:pt x="95196" y="6277231"/>
                  </a:lnTo>
                  <a:lnTo>
                    <a:pt x="95322" y="6277231"/>
                  </a:lnTo>
                  <a:lnTo>
                    <a:pt x="95448" y="6277231"/>
                  </a:lnTo>
                  <a:lnTo>
                    <a:pt x="95574" y="6277231"/>
                  </a:lnTo>
                  <a:lnTo>
                    <a:pt x="95700" y="6277231"/>
                  </a:lnTo>
                  <a:lnTo>
                    <a:pt x="95826" y="6277231"/>
                  </a:lnTo>
                  <a:lnTo>
                    <a:pt x="95952" y="6277231"/>
                  </a:lnTo>
                  <a:lnTo>
                    <a:pt x="96078" y="6277231"/>
                  </a:lnTo>
                  <a:lnTo>
                    <a:pt x="96204" y="6277231"/>
                  </a:lnTo>
                  <a:lnTo>
                    <a:pt x="96330" y="6277231"/>
                  </a:lnTo>
                  <a:lnTo>
                    <a:pt x="96457" y="6277231"/>
                  </a:lnTo>
                  <a:lnTo>
                    <a:pt x="96583" y="6277231"/>
                  </a:lnTo>
                  <a:lnTo>
                    <a:pt x="96709" y="6277231"/>
                  </a:lnTo>
                  <a:lnTo>
                    <a:pt x="96835" y="6277231"/>
                  </a:lnTo>
                  <a:lnTo>
                    <a:pt x="96961" y="6277231"/>
                  </a:lnTo>
                  <a:lnTo>
                    <a:pt x="97087" y="6277231"/>
                  </a:lnTo>
                  <a:lnTo>
                    <a:pt x="97213" y="6277231"/>
                  </a:lnTo>
                  <a:lnTo>
                    <a:pt x="97339" y="6277231"/>
                  </a:lnTo>
                  <a:lnTo>
                    <a:pt x="97465" y="6277231"/>
                  </a:lnTo>
                  <a:lnTo>
                    <a:pt x="97465" y="6271952"/>
                  </a:lnTo>
                  <a:lnTo>
                    <a:pt x="97591" y="6271952"/>
                  </a:lnTo>
                  <a:lnTo>
                    <a:pt x="97717" y="6271952"/>
                  </a:lnTo>
                  <a:lnTo>
                    <a:pt x="97843" y="6271952"/>
                  </a:lnTo>
                  <a:lnTo>
                    <a:pt x="97970" y="6271952"/>
                  </a:lnTo>
                  <a:lnTo>
                    <a:pt x="98096" y="6271952"/>
                  </a:lnTo>
                  <a:lnTo>
                    <a:pt x="98222" y="6271952"/>
                  </a:lnTo>
                  <a:lnTo>
                    <a:pt x="98348" y="6271952"/>
                  </a:lnTo>
                  <a:lnTo>
                    <a:pt x="98474" y="6271952"/>
                  </a:lnTo>
                  <a:lnTo>
                    <a:pt x="98600" y="6271952"/>
                  </a:lnTo>
                  <a:lnTo>
                    <a:pt x="98726" y="6271952"/>
                  </a:lnTo>
                  <a:lnTo>
                    <a:pt x="98852" y="6271952"/>
                  </a:lnTo>
                  <a:lnTo>
                    <a:pt x="98978" y="6271952"/>
                  </a:lnTo>
                  <a:lnTo>
                    <a:pt x="99104" y="6271952"/>
                  </a:lnTo>
                  <a:lnTo>
                    <a:pt x="99230" y="6271952"/>
                  </a:lnTo>
                  <a:lnTo>
                    <a:pt x="99357" y="6271952"/>
                  </a:lnTo>
                  <a:lnTo>
                    <a:pt x="99483" y="6271952"/>
                  </a:lnTo>
                  <a:lnTo>
                    <a:pt x="99609" y="6271952"/>
                  </a:lnTo>
                  <a:lnTo>
                    <a:pt x="99735" y="6271952"/>
                  </a:lnTo>
                  <a:lnTo>
                    <a:pt x="99861" y="6271952"/>
                  </a:lnTo>
                  <a:lnTo>
                    <a:pt x="99987" y="6271952"/>
                  </a:lnTo>
                  <a:lnTo>
                    <a:pt x="100113" y="6271952"/>
                  </a:lnTo>
                  <a:lnTo>
                    <a:pt x="100239" y="6271952"/>
                  </a:lnTo>
                  <a:lnTo>
                    <a:pt x="100365" y="6271952"/>
                  </a:lnTo>
                  <a:lnTo>
                    <a:pt x="100491" y="6271952"/>
                  </a:lnTo>
                  <a:lnTo>
                    <a:pt x="100617" y="6271952"/>
                  </a:lnTo>
                  <a:lnTo>
                    <a:pt x="100870" y="6271952"/>
                  </a:lnTo>
                  <a:lnTo>
                    <a:pt x="100996" y="6271952"/>
                  </a:lnTo>
                  <a:lnTo>
                    <a:pt x="101122" y="6271952"/>
                  </a:lnTo>
                  <a:lnTo>
                    <a:pt x="101248" y="6271952"/>
                  </a:lnTo>
                  <a:lnTo>
                    <a:pt x="101374" y="6271952"/>
                  </a:lnTo>
                  <a:lnTo>
                    <a:pt x="101500" y="6271952"/>
                  </a:lnTo>
                  <a:lnTo>
                    <a:pt x="101626" y="6271952"/>
                  </a:lnTo>
                  <a:lnTo>
                    <a:pt x="101752" y="6271952"/>
                  </a:lnTo>
                  <a:lnTo>
                    <a:pt x="101878" y="6271952"/>
                  </a:lnTo>
                  <a:lnTo>
                    <a:pt x="102004" y="6271952"/>
                  </a:lnTo>
                  <a:lnTo>
                    <a:pt x="102130" y="6271952"/>
                  </a:lnTo>
                  <a:lnTo>
                    <a:pt x="102257" y="6271952"/>
                  </a:lnTo>
                  <a:lnTo>
                    <a:pt x="102383" y="6271952"/>
                  </a:lnTo>
                  <a:lnTo>
                    <a:pt x="102509" y="6271952"/>
                  </a:lnTo>
                  <a:lnTo>
                    <a:pt x="102635" y="6271952"/>
                  </a:lnTo>
                  <a:lnTo>
                    <a:pt x="102761" y="6271952"/>
                  </a:lnTo>
                  <a:lnTo>
                    <a:pt x="102887" y="6271952"/>
                  </a:lnTo>
                  <a:lnTo>
                    <a:pt x="103013" y="6271952"/>
                  </a:lnTo>
                  <a:lnTo>
                    <a:pt x="103139" y="6271952"/>
                  </a:lnTo>
                  <a:lnTo>
                    <a:pt x="103265" y="6271952"/>
                  </a:lnTo>
                  <a:lnTo>
                    <a:pt x="103391" y="6271952"/>
                  </a:lnTo>
                  <a:lnTo>
                    <a:pt x="103517" y="6271952"/>
                  </a:lnTo>
                  <a:lnTo>
                    <a:pt x="103517" y="6266673"/>
                  </a:lnTo>
                  <a:lnTo>
                    <a:pt x="103644" y="6266673"/>
                  </a:lnTo>
                  <a:lnTo>
                    <a:pt x="103770" y="6266673"/>
                  </a:lnTo>
                  <a:lnTo>
                    <a:pt x="103896" y="6266673"/>
                  </a:lnTo>
                  <a:lnTo>
                    <a:pt x="104022" y="6266673"/>
                  </a:lnTo>
                  <a:lnTo>
                    <a:pt x="104148" y="6266673"/>
                  </a:lnTo>
                  <a:lnTo>
                    <a:pt x="104274" y="6266673"/>
                  </a:lnTo>
                  <a:lnTo>
                    <a:pt x="104400" y="6266673"/>
                  </a:lnTo>
                  <a:lnTo>
                    <a:pt x="104526" y="6266673"/>
                  </a:lnTo>
                  <a:lnTo>
                    <a:pt x="104652" y="6266673"/>
                  </a:lnTo>
                  <a:lnTo>
                    <a:pt x="104778" y="6266673"/>
                  </a:lnTo>
                  <a:lnTo>
                    <a:pt x="104904" y="6266673"/>
                  </a:lnTo>
                  <a:lnTo>
                    <a:pt x="105030" y="6266673"/>
                  </a:lnTo>
                  <a:lnTo>
                    <a:pt x="105157" y="6266673"/>
                  </a:lnTo>
                  <a:lnTo>
                    <a:pt x="105283" y="6266673"/>
                  </a:lnTo>
                  <a:lnTo>
                    <a:pt x="105409" y="6266673"/>
                  </a:lnTo>
                  <a:lnTo>
                    <a:pt x="105535" y="6266673"/>
                  </a:lnTo>
                  <a:lnTo>
                    <a:pt x="105661" y="6266673"/>
                  </a:lnTo>
                  <a:lnTo>
                    <a:pt x="105787" y="6266673"/>
                  </a:lnTo>
                  <a:lnTo>
                    <a:pt x="105913" y="6266673"/>
                  </a:lnTo>
                  <a:lnTo>
                    <a:pt x="105913" y="6261393"/>
                  </a:lnTo>
                  <a:lnTo>
                    <a:pt x="106039" y="6261393"/>
                  </a:lnTo>
                  <a:lnTo>
                    <a:pt x="106165" y="6261393"/>
                  </a:lnTo>
                  <a:lnTo>
                    <a:pt x="106291" y="6261393"/>
                  </a:lnTo>
                  <a:lnTo>
                    <a:pt x="106417" y="6261393"/>
                  </a:lnTo>
                  <a:lnTo>
                    <a:pt x="106544" y="6261393"/>
                  </a:lnTo>
                  <a:lnTo>
                    <a:pt x="106670" y="6261393"/>
                  </a:lnTo>
                  <a:lnTo>
                    <a:pt x="106796" y="6261393"/>
                  </a:lnTo>
                  <a:lnTo>
                    <a:pt x="106922" y="6261393"/>
                  </a:lnTo>
                  <a:lnTo>
                    <a:pt x="107048" y="6261393"/>
                  </a:lnTo>
                  <a:lnTo>
                    <a:pt x="107174" y="6261393"/>
                  </a:lnTo>
                  <a:lnTo>
                    <a:pt x="107300" y="6261393"/>
                  </a:lnTo>
                  <a:lnTo>
                    <a:pt x="107426" y="6261393"/>
                  </a:lnTo>
                  <a:lnTo>
                    <a:pt x="107552" y="6261393"/>
                  </a:lnTo>
                  <a:lnTo>
                    <a:pt x="107678" y="6261393"/>
                  </a:lnTo>
                  <a:lnTo>
                    <a:pt x="107804" y="6261393"/>
                  </a:lnTo>
                  <a:lnTo>
                    <a:pt x="107931" y="6261393"/>
                  </a:lnTo>
                  <a:lnTo>
                    <a:pt x="108183" y="6261393"/>
                  </a:lnTo>
                  <a:lnTo>
                    <a:pt x="108309" y="6261393"/>
                  </a:lnTo>
                  <a:lnTo>
                    <a:pt x="108435" y="6261393"/>
                  </a:lnTo>
                  <a:lnTo>
                    <a:pt x="108561" y="6261393"/>
                  </a:lnTo>
                  <a:lnTo>
                    <a:pt x="108687" y="6261393"/>
                  </a:lnTo>
                  <a:lnTo>
                    <a:pt x="108813" y="6261393"/>
                  </a:lnTo>
                  <a:lnTo>
                    <a:pt x="108939" y="6261393"/>
                  </a:lnTo>
                  <a:lnTo>
                    <a:pt x="109065" y="6261393"/>
                  </a:lnTo>
                  <a:lnTo>
                    <a:pt x="109191" y="6261393"/>
                  </a:lnTo>
                  <a:lnTo>
                    <a:pt x="109317" y="6261393"/>
                  </a:lnTo>
                  <a:lnTo>
                    <a:pt x="109444" y="6261393"/>
                  </a:lnTo>
                  <a:lnTo>
                    <a:pt x="109570" y="6261393"/>
                  </a:lnTo>
                  <a:lnTo>
                    <a:pt x="109696" y="6261393"/>
                  </a:lnTo>
                  <a:lnTo>
                    <a:pt x="109822" y="6261393"/>
                  </a:lnTo>
                  <a:lnTo>
                    <a:pt x="109948" y="6261393"/>
                  </a:lnTo>
                  <a:lnTo>
                    <a:pt x="110074" y="6261393"/>
                  </a:lnTo>
                  <a:lnTo>
                    <a:pt x="110200" y="6261393"/>
                  </a:lnTo>
                  <a:lnTo>
                    <a:pt x="110326" y="6261393"/>
                  </a:lnTo>
                  <a:lnTo>
                    <a:pt x="110452" y="6261393"/>
                  </a:lnTo>
                  <a:lnTo>
                    <a:pt x="110578" y="6261393"/>
                  </a:lnTo>
                  <a:lnTo>
                    <a:pt x="110704" y="6261393"/>
                  </a:lnTo>
                  <a:lnTo>
                    <a:pt x="110831" y="6261393"/>
                  </a:lnTo>
                  <a:lnTo>
                    <a:pt x="110957" y="6261393"/>
                  </a:lnTo>
                  <a:lnTo>
                    <a:pt x="111083" y="6261393"/>
                  </a:lnTo>
                  <a:lnTo>
                    <a:pt x="111209" y="6261393"/>
                  </a:lnTo>
                  <a:lnTo>
                    <a:pt x="111335" y="6261393"/>
                  </a:lnTo>
                  <a:lnTo>
                    <a:pt x="111461" y="6261393"/>
                  </a:lnTo>
                  <a:lnTo>
                    <a:pt x="111587" y="6261393"/>
                  </a:lnTo>
                  <a:lnTo>
                    <a:pt x="111713" y="6261393"/>
                  </a:lnTo>
                  <a:lnTo>
                    <a:pt x="111839" y="6261393"/>
                  </a:lnTo>
                  <a:lnTo>
                    <a:pt x="111965" y="6261393"/>
                  </a:lnTo>
                  <a:lnTo>
                    <a:pt x="112091" y="6261393"/>
                  </a:lnTo>
                  <a:lnTo>
                    <a:pt x="112217" y="6261393"/>
                  </a:lnTo>
                  <a:lnTo>
                    <a:pt x="112344" y="6261393"/>
                  </a:lnTo>
                  <a:lnTo>
                    <a:pt x="112470" y="6261393"/>
                  </a:lnTo>
                  <a:lnTo>
                    <a:pt x="112596" y="6261393"/>
                  </a:lnTo>
                  <a:lnTo>
                    <a:pt x="112722" y="6261393"/>
                  </a:lnTo>
                  <a:lnTo>
                    <a:pt x="112848" y="6261393"/>
                  </a:lnTo>
                  <a:lnTo>
                    <a:pt x="112974" y="6261393"/>
                  </a:lnTo>
                  <a:lnTo>
                    <a:pt x="113100" y="6261393"/>
                  </a:lnTo>
                  <a:lnTo>
                    <a:pt x="113226" y="6261393"/>
                  </a:lnTo>
                  <a:lnTo>
                    <a:pt x="113352" y="6261393"/>
                  </a:lnTo>
                  <a:lnTo>
                    <a:pt x="113478" y="6261393"/>
                  </a:lnTo>
                  <a:lnTo>
                    <a:pt x="113604" y="6261393"/>
                  </a:lnTo>
                  <a:lnTo>
                    <a:pt x="113731" y="6261393"/>
                  </a:lnTo>
                  <a:lnTo>
                    <a:pt x="113857" y="6261393"/>
                  </a:lnTo>
                  <a:lnTo>
                    <a:pt x="113983" y="6261393"/>
                  </a:lnTo>
                  <a:lnTo>
                    <a:pt x="114109" y="6261393"/>
                  </a:lnTo>
                  <a:lnTo>
                    <a:pt x="114235" y="6261393"/>
                  </a:lnTo>
                  <a:lnTo>
                    <a:pt x="114361" y="6261393"/>
                  </a:lnTo>
                  <a:lnTo>
                    <a:pt x="114487" y="6261393"/>
                  </a:lnTo>
                  <a:lnTo>
                    <a:pt x="114487" y="6256114"/>
                  </a:lnTo>
                  <a:lnTo>
                    <a:pt x="114613" y="6256114"/>
                  </a:lnTo>
                  <a:lnTo>
                    <a:pt x="114739" y="6256114"/>
                  </a:lnTo>
                  <a:lnTo>
                    <a:pt x="114865" y="6256114"/>
                  </a:lnTo>
                  <a:lnTo>
                    <a:pt x="114991" y="6256114"/>
                  </a:lnTo>
                  <a:lnTo>
                    <a:pt x="115117" y="6256114"/>
                  </a:lnTo>
                  <a:lnTo>
                    <a:pt x="115244" y="6256114"/>
                  </a:lnTo>
                  <a:lnTo>
                    <a:pt x="115370" y="6256114"/>
                  </a:lnTo>
                  <a:lnTo>
                    <a:pt x="115496" y="6256114"/>
                  </a:lnTo>
                  <a:lnTo>
                    <a:pt x="115748" y="6256114"/>
                  </a:lnTo>
                  <a:lnTo>
                    <a:pt x="115874" y="6256114"/>
                  </a:lnTo>
                  <a:lnTo>
                    <a:pt x="116000" y="6256114"/>
                  </a:lnTo>
                  <a:lnTo>
                    <a:pt x="116126" y="6256114"/>
                  </a:lnTo>
                  <a:lnTo>
                    <a:pt x="116126" y="6250834"/>
                  </a:lnTo>
                  <a:lnTo>
                    <a:pt x="116252" y="6250834"/>
                  </a:lnTo>
                  <a:lnTo>
                    <a:pt x="116378" y="6250834"/>
                  </a:lnTo>
                  <a:lnTo>
                    <a:pt x="116504" y="6250834"/>
                  </a:lnTo>
                  <a:lnTo>
                    <a:pt x="116631" y="6250834"/>
                  </a:lnTo>
                  <a:lnTo>
                    <a:pt x="116757" y="6250834"/>
                  </a:lnTo>
                  <a:lnTo>
                    <a:pt x="116757" y="6245555"/>
                  </a:lnTo>
                  <a:lnTo>
                    <a:pt x="116757" y="6240276"/>
                  </a:lnTo>
                  <a:lnTo>
                    <a:pt x="116883" y="6240276"/>
                  </a:lnTo>
                  <a:lnTo>
                    <a:pt x="117009" y="6240276"/>
                  </a:lnTo>
                  <a:lnTo>
                    <a:pt x="117135" y="6240276"/>
                  </a:lnTo>
                  <a:lnTo>
                    <a:pt x="117261" y="6240276"/>
                  </a:lnTo>
                  <a:lnTo>
                    <a:pt x="117387" y="6240276"/>
                  </a:lnTo>
                  <a:lnTo>
                    <a:pt x="117513" y="6240276"/>
                  </a:lnTo>
                  <a:lnTo>
                    <a:pt x="117639" y="6240276"/>
                  </a:lnTo>
                  <a:lnTo>
                    <a:pt x="117765" y="6240276"/>
                  </a:lnTo>
                  <a:lnTo>
                    <a:pt x="117891" y="6240276"/>
                  </a:lnTo>
                  <a:lnTo>
                    <a:pt x="118018" y="6240276"/>
                  </a:lnTo>
                  <a:lnTo>
                    <a:pt x="118144" y="6240276"/>
                  </a:lnTo>
                  <a:lnTo>
                    <a:pt x="118396" y="6240276"/>
                  </a:lnTo>
                  <a:lnTo>
                    <a:pt x="118522" y="6240276"/>
                  </a:lnTo>
                  <a:lnTo>
                    <a:pt x="118648" y="6240276"/>
                  </a:lnTo>
                  <a:lnTo>
                    <a:pt x="118774" y="6240276"/>
                  </a:lnTo>
                  <a:lnTo>
                    <a:pt x="118900" y="6240276"/>
                  </a:lnTo>
                  <a:lnTo>
                    <a:pt x="119026" y="6240276"/>
                  </a:lnTo>
                  <a:lnTo>
                    <a:pt x="119152" y="6240276"/>
                  </a:lnTo>
                  <a:lnTo>
                    <a:pt x="119278" y="6240276"/>
                  </a:lnTo>
                  <a:lnTo>
                    <a:pt x="119404" y="6240276"/>
                  </a:lnTo>
                  <a:lnTo>
                    <a:pt x="119531" y="6240276"/>
                  </a:lnTo>
                  <a:lnTo>
                    <a:pt x="119657" y="6240276"/>
                  </a:lnTo>
                  <a:lnTo>
                    <a:pt x="119783" y="6240276"/>
                  </a:lnTo>
                  <a:lnTo>
                    <a:pt x="119909" y="6240276"/>
                  </a:lnTo>
                  <a:lnTo>
                    <a:pt x="120035" y="6240276"/>
                  </a:lnTo>
                  <a:lnTo>
                    <a:pt x="120035" y="6234996"/>
                  </a:lnTo>
                  <a:lnTo>
                    <a:pt x="120161" y="6234996"/>
                  </a:lnTo>
                  <a:lnTo>
                    <a:pt x="120287" y="6234996"/>
                  </a:lnTo>
                  <a:lnTo>
                    <a:pt x="120413" y="6234996"/>
                  </a:lnTo>
                  <a:lnTo>
                    <a:pt x="120539" y="6234996"/>
                  </a:lnTo>
                  <a:lnTo>
                    <a:pt x="120665" y="6234996"/>
                  </a:lnTo>
                  <a:lnTo>
                    <a:pt x="120791" y="6234996"/>
                  </a:lnTo>
                  <a:lnTo>
                    <a:pt x="120918" y="6234996"/>
                  </a:lnTo>
                  <a:lnTo>
                    <a:pt x="121044" y="6234996"/>
                  </a:lnTo>
                  <a:lnTo>
                    <a:pt x="121170" y="6234996"/>
                  </a:lnTo>
                  <a:lnTo>
                    <a:pt x="121296" y="6234996"/>
                  </a:lnTo>
                  <a:lnTo>
                    <a:pt x="121422" y="6234996"/>
                  </a:lnTo>
                  <a:lnTo>
                    <a:pt x="121548" y="6234996"/>
                  </a:lnTo>
                  <a:lnTo>
                    <a:pt x="121674" y="6234996"/>
                  </a:lnTo>
                  <a:lnTo>
                    <a:pt x="121800" y="6234996"/>
                  </a:lnTo>
                  <a:lnTo>
                    <a:pt x="121926" y="6234996"/>
                  </a:lnTo>
                  <a:lnTo>
                    <a:pt x="122052" y="6234996"/>
                  </a:lnTo>
                  <a:lnTo>
                    <a:pt x="122178" y="6234996"/>
                  </a:lnTo>
                  <a:lnTo>
                    <a:pt x="122304" y="6234996"/>
                  </a:lnTo>
                  <a:lnTo>
                    <a:pt x="122431" y="6234996"/>
                  </a:lnTo>
                  <a:lnTo>
                    <a:pt x="122557" y="6234996"/>
                  </a:lnTo>
                  <a:lnTo>
                    <a:pt x="122683" y="6234996"/>
                  </a:lnTo>
                  <a:lnTo>
                    <a:pt x="122809" y="6234996"/>
                  </a:lnTo>
                  <a:lnTo>
                    <a:pt x="122935" y="6234996"/>
                  </a:lnTo>
                  <a:lnTo>
                    <a:pt x="123061" y="6234996"/>
                  </a:lnTo>
                  <a:lnTo>
                    <a:pt x="123187" y="6234996"/>
                  </a:lnTo>
                  <a:lnTo>
                    <a:pt x="123313" y="6234996"/>
                  </a:lnTo>
                  <a:lnTo>
                    <a:pt x="123439" y="6234996"/>
                  </a:lnTo>
                  <a:lnTo>
                    <a:pt x="123565" y="6234996"/>
                  </a:lnTo>
                  <a:lnTo>
                    <a:pt x="123691" y="6234996"/>
                  </a:lnTo>
                  <a:lnTo>
                    <a:pt x="123818" y="6234996"/>
                  </a:lnTo>
                  <a:lnTo>
                    <a:pt x="123944" y="6234996"/>
                  </a:lnTo>
                  <a:lnTo>
                    <a:pt x="124070" y="6234996"/>
                  </a:lnTo>
                  <a:lnTo>
                    <a:pt x="124196" y="6234996"/>
                  </a:lnTo>
                  <a:lnTo>
                    <a:pt x="124322" y="6234996"/>
                  </a:lnTo>
                  <a:lnTo>
                    <a:pt x="124574" y="6234996"/>
                  </a:lnTo>
                  <a:lnTo>
                    <a:pt x="124700" y="6234996"/>
                  </a:lnTo>
                  <a:lnTo>
                    <a:pt x="124826" y="6234996"/>
                  </a:lnTo>
                  <a:lnTo>
                    <a:pt x="124952" y="6234996"/>
                  </a:lnTo>
                  <a:lnTo>
                    <a:pt x="125078" y="6234996"/>
                  </a:lnTo>
                  <a:lnTo>
                    <a:pt x="125205" y="6234996"/>
                  </a:lnTo>
                  <a:lnTo>
                    <a:pt x="125331" y="6234996"/>
                  </a:lnTo>
                  <a:lnTo>
                    <a:pt x="125457" y="6234996"/>
                  </a:lnTo>
                  <a:lnTo>
                    <a:pt x="125583" y="6234996"/>
                  </a:lnTo>
                  <a:lnTo>
                    <a:pt x="125583" y="6229717"/>
                  </a:lnTo>
                  <a:lnTo>
                    <a:pt x="125709" y="6229717"/>
                  </a:lnTo>
                  <a:lnTo>
                    <a:pt x="125835" y="6229717"/>
                  </a:lnTo>
                  <a:lnTo>
                    <a:pt x="125961" y="6229717"/>
                  </a:lnTo>
                  <a:lnTo>
                    <a:pt x="126087" y="6229717"/>
                  </a:lnTo>
                  <a:lnTo>
                    <a:pt x="126213" y="6229717"/>
                  </a:lnTo>
                  <a:lnTo>
                    <a:pt x="126339" y="6229717"/>
                  </a:lnTo>
                  <a:lnTo>
                    <a:pt x="126465" y="6229717"/>
                  </a:lnTo>
                  <a:lnTo>
                    <a:pt x="126591" y="6229717"/>
                  </a:lnTo>
                  <a:lnTo>
                    <a:pt x="126718" y="6229717"/>
                  </a:lnTo>
                  <a:lnTo>
                    <a:pt x="126844" y="6229717"/>
                  </a:lnTo>
                  <a:lnTo>
                    <a:pt x="126970" y="6229717"/>
                  </a:lnTo>
                  <a:lnTo>
                    <a:pt x="127096" y="6229717"/>
                  </a:lnTo>
                  <a:lnTo>
                    <a:pt x="127222" y="6229717"/>
                  </a:lnTo>
                  <a:lnTo>
                    <a:pt x="127348" y="6229717"/>
                  </a:lnTo>
                  <a:lnTo>
                    <a:pt x="127474" y="6229717"/>
                  </a:lnTo>
                  <a:lnTo>
                    <a:pt x="127600" y="6229717"/>
                  </a:lnTo>
                  <a:lnTo>
                    <a:pt x="127726" y="6229717"/>
                  </a:lnTo>
                  <a:lnTo>
                    <a:pt x="127852" y="6229717"/>
                  </a:lnTo>
                  <a:lnTo>
                    <a:pt x="127978" y="6229717"/>
                  </a:lnTo>
                  <a:lnTo>
                    <a:pt x="128105" y="6229717"/>
                  </a:lnTo>
                  <a:lnTo>
                    <a:pt x="128357" y="6229717"/>
                  </a:lnTo>
                  <a:lnTo>
                    <a:pt x="128483" y="6229717"/>
                  </a:lnTo>
                  <a:lnTo>
                    <a:pt x="128609" y="6229717"/>
                  </a:lnTo>
                  <a:lnTo>
                    <a:pt x="128735" y="6229717"/>
                  </a:lnTo>
                  <a:lnTo>
                    <a:pt x="128861" y="6229717"/>
                  </a:lnTo>
                  <a:lnTo>
                    <a:pt x="128987" y="6229717"/>
                  </a:lnTo>
                  <a:lnTo>
                    <a:pt x="129113" y="6229717"/>
                  </a:lnTo>
                  <a:lnTo>
                    <a:pt x="129365" y="6229717"/>
                  </a:lnTo>
                  <a:lnTo>
                    <a:pt x="129491" y="6229717"/>
                  </a:lnTo>
                  <a:lnTo>
                    <a:pt x="129618" y="6229717"/>
                  </a:lnTo>
                  <a:lnTo>
                    <a:pt x="129744" y="6229717"/>
                  </a:lnTo>
                  <a:lnTo>
                    <a:pt x="129870" y="6229717"/>
                  </a:lnTo>
                  <a:lnTo>
                    <a:pt x="129996" y="6229717"/>
                  </a:lnTo>
                  <a:lnTo>
                    <a:pt x="130122" y="6229717"/>
                  </a:lnTo>
                  <a:lnTo>
                    <a:pt x="130248" y="6229717"/>
                  </a:lnTo>
                  <a:lnTo>
                    <a:pt x="130374" y="6229717"/>
                  </a:lnTo>
                  <a:lnTo>
                    <a:pt x="130500" y="6229717"/>
                  </a:lnTo>
                  <a:lnTo>
                    <a:pt x="130626" y="6229717"/>
                  </a:lnTo>
                  <a:lnTo>
                    <a:pt x="130752" y="6229717"/>
                  </a:lnTo>
                  <a:lnTo>
                    <a:pt x="130878" y="6229717"/>
                  </a:lnTo>
                  <a:lnTo>
                    <a:pt x="131005" y="6229717"/>
                  </a:lnTo>
                  <a:lnTo>
                    <a:pt x="131131" y="6229717"/>
                  </a:lnTo>
                  <a:lnTo>
                    <a:pt x="131257" y="6229717"/>
                  </a:lnTo>
                  <a:lnTo>
                    <a:pt x="131383" y="6229717"/>
                  </a:lnTo>
                  <a:lnTo>
                    <a:pt x="131509" y="6229717"/>
                  </a:lnTo>
                  <a:lnTo>
                    <a:pt x="131635" y="6229717"/>
                  </a:lnTo>
                  <a:lnTo>
                    <a:pt x="131761" y="6229717"/>
                  </a:lnTo>
                  <a:lnTo>
                    <a:pt x="131887" y="6229717"/>
                  </a:lnTo>
                  <a:lnTo>
                    <a:pt x="132013" y="6229717"/>
                  </a:lnTo>
                  <a:lnTo>
                    <a:pt x="132139" y="6229717"/>
                  </a:lnTo>
                  <a:lnTo>
                    <a:pt x="132265" y="6229717"/>
                  </a:lnTo>
                  <a:lnTo>
                    <a:pt x="132391" y="6229717"/>
                  </a:lnTo>
                  <a:lnTo>
                    <a:pt x="132518" y="6229717"/>
                  </a:lnTo>
                  <a:lnTo>
                    <a:pt x="132644" y="6229717"/>
                  </a:lnTo>
                  <a:lnTo>
                    <a:pt x="132770" y="6229717"/>
                  </a:lnTo>
                  <a:lnTo>
                    <a:pt x="132896" y="6229717"/>
                  </a:lnTo>
                  <a:lnTo>
                    <a:pt x="133022" y="6229717"/>
                  </a:lnTo>
                  <a:lnTo>
                    <a:pt x="133148" y="6229717"/>
                  </a:lnTo>
                  <a:lnTo>
                    <a:pt x="133274" y="6229717"/>
                  </a:lnTo>
                  <a:lnTo>
                    <a:pt x="133400" y="6229717"/>
                  </a:lnTo>
                  <a:lnTo>
                    <a:pt x="133526" y="6229717"/>
                  </a:lnTo>
                  <a:lnTo>
                    <a:pt x="133652" y="6229717"/>
                  </a:lnTo>
                  <a:lnTo>
                    <a:pt x="133778" y="6229717"/>
                  </a:lnTo>
                  <a:lnTo>
                    <a:pt x="133905" y="6229717"/>
                  </a:lnTo>
                  <a:lnTo>
                    <a:pt x="133905" y="6224437"/>
                  </a:lnTo>
                  <a:lnTo>
                    <a:pt x="134031" y="6224437"/>
                  </a:lnTo>
                  <a:lnTo>
                    <a:pt x="134157" y="6224437"/>
                  </a:lnTo>
                  <a:lnTo>
                    <a:pt x="134283" y="6224437"/>
                  </a:lnTo>
                  <a:lnTo>
                    <a:pt x="134409" y="6224437"/>
                  </a:lnTo>
                  <a:lnTo>
                    <a:pt x="134535" y="6224437"/>
                  </a:lnTo>
                  <a:lnTo>
                    <a:pt x="134661" y="6224437"/>
                  </a:lnTo>
                  <a:lnTo>
                    <a:pt x="134787" y="6224437"/>
                  </a:lnTo>
                  <a:lnTo>
                    <a:pt x="134913" y="6224437"/>
                  </a:lnTo>
                  <a:lnTo>
                    <a:pt x="135039" y="6224437"/>
                  </a:lnTo>
                  <a:lnTo>
                    <a:pt x="135292" y="6224437"/>
                  </a:lnTo>
                  <a:lnTo>
                    <a:pt x="135418" y="6224437"/>
                  </a:lnTo>
                  <a:lnTo>
                    <a:pt x="135544" y="6224437"/>
                  </a:lnTo>
                  <a:lnTo>
                    <a:pt x="135670" y="6224437"/>
                  </a:lnTo>
                  <a:lnTo>
                    <a:pt x="135796" y="6224437"/>
                  </a:lnTo>
                  <a:lnTo>
                    <a:pt x="135922" y="6224437"/>
                  </a:lnTo>
                  <a:lnTo>
                    <a:pt x="136048" y="6224437"/>
                  </a:lnTo>
                  <a:lnTo>
                    <a:pt x="136174" y="6224437"/>
                  </a:lnTo>
                  <a:lnTo>
                    <a:pt x="136300" y="6224437"/>
                  </a:lnTo>
                  <a:lnTo>
                    <a:pt x="136426" y="6224437"/>
                  </a:lnTo>
                  <a:lnTo>
                    <a:pt x="136552" y="6224437"/>
                  </a:lnTo>
                  <a:lnTo>
                    <a:pt x="136678" y="6224437"/>
                  </a:lnTo>
                  <a:lnTo>
                    <a:pt x="136805" y="6224437"/>
                  </a:lnTo>
                  <a:lnTo>
                    <a:pt x="136931" y="6224437"/>
                  </a:lnTo>
                  <a:lnTo>
                    <a:pt x="137057" y="6224437"/>
                  </a:lnTo>
                  <a:lnTo>
                    <a:pt x="137183" y="6224437"/>
                  </a:lnTo>
                  <a:lnTo>
                    <a:pt x="137309" y="6224437"/>
                  </a:lnTo>
                  <a:lnTo>
                    <a:pt x="137435" y="6224437"/>
                  </a:lnTo>
                  <a:lnTo>
                    <a:pt x="137561" y="6224437"/>
                  </a:lnTo>
                  <a:lnTo>
                    <a:pt x="137687" y="6224437"/>
                  </a:lnTo>
                  <a:lnTo>
                    <a:pt x="137813" y="6224437"/>
                  </a:lnTo>
                  <a:lnTo>
                    <a:pt x="137939" y="6224437"/>
                  </a:lnTo>
                  <a:lnTo>
                    <a:pt x="138065" y="6224437"/>
                  </a:lnTo>
                  <a:lnTo>
                    <a:pt x="138318" y="6224437"/>
                  </a:lnTo>
                  <a:lnTo>
                    <a:pt x="138444" y="6224437"/>
                  </a:lnTo>
                  <a:lnTo>
                    <a:pt x="138570" y="6224437"/>
                  </a:lnTo>
                  <a:lnTo>
                    <a:pt x="138696" y="6224437"/>
                  </a:lnTo>
                  <a:lnTo>
                    <a:pt x="138822" y="6224437"/>
                  </a:lnTo>
                  <a:lnTo>
                    <a:pt x="138948" y="6224437"/>
                  </a:lnTo>
                  <a:lnTo>
                    <a:pt x="139074" y="6224437"/>
                  </a:lnTo>
                  <a:lnTo>
                    <a:pt x="139200" y="6224437"/>
                  </a:lnTo>
                  <a:lnTo>
                    <a:pt x="139326" y="6224437"/>
                  </a:lnTo>
                  <a:lnTo>
                    <a:pt x="139452" y="6224437"/>
                  </a:lnTo>
                  <a:lnTo>
                    <a:pt x="139578" y="6224437"/>
                  </a:lnTo>
                  <a:lnTo>
                    <a:pt x="139705" y="6224437"/>
                  </a:lnTo>
                  <a:lnTo>
                    <a:pt x="139831" y="6224437"/>
                  </a:lnTo>
                  <a:lnTo>
                    <a:pt x="139957" y="6224437"/>
                  </a:lnTo>
                  <a:lnTo>
                    <a:pt x="140083" y="6224437"/>
                  </a:lnTo>
                  <a:lnTo>
                    <a:pt x="140209" y="6224437"/>
                  </a:lnTo>
                  <a:lnTo>
                    <a:pt x="140335" y="6224437"/>
                  </a:lnTo>
                  <a:lnTo>
                    <a:pt x="140587" y="6224437"/>
                  </a:lnTo>
                  <a:lnTo>
                    <a:pt x="140713" y="6224437"/>
                  </a:lnTo>
                  <a:lnTo>
                    <a:pt x="140839" y="6224437"/>
                  </a:lnTo>
                  <a:lnTo>
                    <a:pt x="140965" y="6224437"/>
                  </a:lnTo>
                  <a:lnTo>
                    <a:pt x="141092" y="6224437"/>
                  </a:lnTo>
                  <a:lnTo>
                    <a:pt x="141218" y="6224437"/>
                  </a:lnTo>
                  <a:lnTo>
                    <a:pt x="141344" y="6224437"/>
                  </a:lnTo>
                  <a:lnTo>
                    <a:pt x="141470" y="6224437"/>
                  </a:lnTo>
                  <a:lnTo>
                    <a:pt x="141596" y="6224437"/>
                  </a:lnTo>
                  <a:lnTo>
                    <a:pt x="141722" y="6224437"/>
                  </a:lnTo>
                  <a:lnTo>
                    <a:pt x="141848" y="6224437"/>
                  </a:lnTo>
                  <a:lnTo>
                    <a:pt x="141974" y="6224437"/>
                  </a:lnTo>
                  <a:lnTo>
                    <a:pt x="142100" y="6224437"/>
                  </a:lnTo>
                  <a:lnTo>
                    <a:pt x="142226" y="6224437"/>
                  </a:lnTo>
                  <a:lnTo>
                    <a:pt x="142352" y="6224437"/>
                  </a:lnTo>
                  <a:lnTo>
                    <a:pt x="142479" y="6224437"/>
                  </a:lnTo>
                  <a:lnTo>
                    <a:pt x="142605" y="6224437"/>
                  </a:lnTo>
                  <a:lnTo>
                    <a:pt x="142731" y="6224437"/>
                  </a:lnTo>
                  <a:lnTo>
                    <a:pt x="142857" y="6224437"/>
                  </a:lnTo>
                  <a:lnTo>
                    <a:pt x="142983" y="6224437"/>
                  </a:lnTo>
                  <a:lnTo>
                    <a:pt x="143109" y="6224437"/>
                  </a:lnTo>
                  <a:lnTo>
                    <a:pt x="143235" y="6224437"/>
                  </a:lnTo>
                  <a:lnTo>
                    <a:pt x="143361" y="6224437"/>
                  </a:lnTo>
                  <a:lnTo>
                    <a:pt x="143487" y="6224437"/>
                  </a:lnTo>
                  <a:lnTo>
                    <a:pt x="143613" y="6224437"/>
                  </a:lnTo>
                  <a:lnTo>
                    <a:pt x="143739" y="6224437"/>
                  </a:lnTo>
                  <a:lnTo>
                    <a:pt x="143865" y="6224437"/>
                  </a:lnTo>
                  <a:lnTo>
                    <a:pt x="143992" y="6224437"/>
                  </a:lnTo>
                  <a:lnTo>
                    <a:pt x="144118" y="6224437"/>
                  </a:lnTo>
                  <a:lnTo>
                    <a:pt x="144244" y="6224437"/>
                  </a:lnTo>
                  <a:lnTo>
                    <a:pt x="144370" y="6224437"/>
                  </a:lnTo>
                  <a:lnTo>
                    <a:pt x="144496" y="6219158"/>
                  </a:lnTo>
                  <a:lnTo>
                    <a:pt x="144622" y="6219158"/>
                  </a:lnTo>
                  <a:lnTo>
                    <a:pt x="144748" y="6219158"/>
                  </a:lnTo>
                  <a:lnTo>
                    <a:pt x="144874" y="6219158"/>
                  </a:lnTo>
                  <a:lnTo>
                    <a:pt x="145000" y="6219158"/>
                  </a:lnTo>
                  <a:lnTo>
                    <a:pt x="145126" y="6219158"/>
                  </a:lnTo>
                  <a:lnTo>
                    <a:pt x="145252" y="6219158"/>
                  </a:lnTo>
                  <a:lnTo>
                    <a:pt x="145379" y="6219158"/>
                  </a:lnTo>
                  <a:lnTo>
                    <a:pt x="145505" y="6219158"/>
                  </a:lnTo>
                  <a:lnTo>
                    <a:pt x="145631" y="6219158"/>
                  </a:lnTo>
                  <a:lnTo>
                    <a:pt x="146009" y="6213878"/>
                  </a:lnTo>
                  <a:lnTo>
                    <a:pt x="146135" y="6213878"/>
                  </a:lnTo>
                  <a:lnTo>
                    <a:pt x="146261" y="6213878"/>
                  </a:lnTo>
                  <a:lnTo>
                    <a:pt x="146387" y="6213878"/>
                  </a:lnTo>
                  <a:lnTo>
                    <a:pt x="146639" y="6213878"/>
                  </a:lnTo>
                  <a:lnTo>
                    <a:pt x="146765" y="6213878"/>
                  </a:lnTo>
                  <a:lnTo>
                    <a:pt x="146892" y="6213878"/>
                  </a:lnTo>
                  <a:lnTo>
                    <a:pt x="147018" y="6213878"/>
                  </a:lnTo>
                  <a:lnTo>
                    <a:pt x="147144" y="6213878"/>
                  </a:lnTo>
                  <a:lnTo>
                    <a:pt x="147270" y="6213878"/>
                  </a:lnTo>
                  <a:lnTo>
                    <a:pt x="147396" y="6213878"/>
                  </a:lnTo>
                  <a:lnTo>
                    <a:pt x="147396" y="6208599"/>
                  </a:lnTo>
                  <a:lnTo>
                    <a:pt x="147522" y="6208599"/>
                  </a:lnTo>
                  <a:lnTo>
                    <a:pt x="147648" y="6208599"/>
                  </a:lnTo>
                  <a:lnTo>
                    <a:pt x="147774" y="6208599"/>
                  </a:lnTo>
                  <a:lnTo>
                    <a:pt x="147900" y="6208599"/>
                  </a:lnTo>
                  <a:lnTo>
                    <a:pt x="148026" y="6208599"/>
                  </a:lnTo>
                  <a:lnTo>
                    <a:pt x="148152" y="6208599"/>
                  </a:lnTo>
                  <a:lnTo>
                    <a:pt x="148279" y="6208599"/>
                  </a:lnTo>
                  <a:lnTo>
                    <a:pt x="148405" y="6208599"/>
                  </a:lnTo>
                  <a:lnTo>
                    <a:pt x="148531" y="6208599"/>
                  </a:lnTo>
                  <a:lnTo>
                    <a:pt x="148657" y="6208599"/>
                  </a:lnTo>
                  <a:lnTo>
                    <a:pt x="148783" y="6208599"/>
                  </a:lnTo>
                  <a:lnTo>
                    <a:pt x="148909" y="6208599"/>
                  </a:lnTo>
                  <a:lnTo>
                    <a:pt x="149035" y="6208599"/>
                  </a:lnTo>
                  <a:lnTo>
                    <a:pt x="149161" y="6208599"/>
                  </a:lnTo>
                  <a:lnTo>
                    <a:pt x="149287" y="6208599"/>
                  </a:lnTo>
                  <a:lnTo>
                    <a:pt x="149413" y="6208599"/>
                  </a:lnTo>
                  <a:lnTo>
                    <a:pt x="149539" y="6208599"/>
                  </a:lnTo>
                  <a:lnTo>
                    <a:pt x="149666" y="6208599"/>
                  </a:lnTo>
                  <a:lnTo>
                    <a:pt x="149792" y="6208599"/>
                  </a:lnTo>
                  <a:lnTo>
                    <a:pt x="149918" y="6208599"/>
                  </a:lnTo>
                  <a:lnTo>
                    <a:pt x="150044" y="6208599"/>
                  </a:lnTo>
                  <a:lnTo>
                    <a:pt x="150170" y="6208599"/>
                  </a:lnTo>
                  <a:lnTo>
                    <a:pt x="150296" y="6208599"/>
                  </a:lnTo>
                  <a:lnTo>
                    <a:pt x="150422" y="6208599"/>
                  </a:lnTo>
                  <a:lnTo>
                    <a:pt x="150674" y="6208599"/>
                  </a:lnTo>
                  <a:lnTo>
                    <a:pt x="150800" y="6208599"/>
                  </a:lnTo>
                  <a:lnTo>
                    <a:pt x="150926" y="6208599"/>
                  </a:lnTo>
                  <a:lnTo>
                    <a:pt x="151052" y="6208599"/>
                  </a:lnTo>
                  <a:lnTo>
                    <a:pt x="151179" y="6208599"/>
                  </a:lnTo>
                  <a:lnTo>
                    <a:pt x="151305" y="6208599"/>
                  </a:lnTo>
                  <a:lnTo>
                    <a:pt x="151431" y="6208599"/>
                  </a:lnTo>
                  <a:lnTo>
                    <a:pt x="151431" y="6203320"/>
                  </a:lnTo>
                  <a:lnTo>
                    <a:pt x="151557" y="6203320"/>
                  </a:lnTo>
                  <a:lnTo>
                    <a:pt x="151683" y="6203320"/>
                  </a:lnTo>
                  <a:lnTo>
                    <a:pt x="151809" y="6203320"/>
                  </a:lnTo>
                  <a:lnTo>
                    <a:pt x="151935" y="6203320"/>
                  </a:lnTo>
                  <a:lnTo>
                    <a:pt x="152061" y="6203320"/>
                  </a:lnTo>
                  <a:lnTo>
                    <a:pt x="152187" y="6203320"/>
                  </a:lnTo>
                  <a:lnTo>
                    <a:pt x="152313" y="6203320"/>
                  </a:lnTo>
                  <a:lnTo>
                    <a:pt x="152439" y="6203320"/>
                  </a:lnTo>
                  <a:lnTo>
                    <a:pt x="152566" y="6203320"/>
                  </a:lnTo>
                  <a:lnTo>
                    <a:pt x="152692" y="6203320"/>
                  </a:lnTo>
                  <a:lnTo>
                    <a:pt x="152818" y="6203320"/>
                  </a:lnTo>
                  <a:lnTo>
                    <a:pt x="152944" y="6203320"/>
                  </a:lnTo>
                  <a:lnTo>
                    <a:pt x="153070" y="6203320"/>
                  </a:lnTo>
                  <a:lnTo>
                    <a:pt x="153196" y="6203320"/>
                  </a:lnTo>
                  <a:lnTo>
                    <a:pt x="153322" y="6203320"/>
                  </a:lnTo>
                  <a:lnTo>
                    <a:pt x="153448" y="6203320"/>
                  </a:lnTo>
                  <a:lnTo>
                    <a:pt x="153574" y="6203320"/>
                  </a:lnTo>
                  <a:lnTo>
                    <a:pt x="153700" y="6203320"/>
                  </a:lnTo>
                  <a:lnTo>
                    <a:pt x="153952" y="6203320"/>
                  </a:lnTo>
                  <a:lnTo>
                    <a:pt x="154079" y="6203320"/>
                  </a:lnTo>
                  <a:lnTo>
                    <a:pt x="154205" y="6203320"/>
                  </a:lnTo>
                  <a:lnTo>
                    <a:pt x="154331" y="6203320"/>
                  </a:lnTo>
                  <a:lnTo>
                    <a:pt x="154457" y="6203320"/>
                  </a:lnTo>
                  <a:lnTo>
                    <a:pt x="154583" y="6203320"/>
                  </a:lnTo>
                  <a:lnTo>
                    <a:pt x="154709" y="6203320"/>
                  </a:lnTo>
                  <a:lnTo>
                    <a:pt x="154835" y="6203320"/>
                  </a:lnTo>
                  <a:lnTo>
                    <a:pt x="154961" y="6203320"/>
                  </a:lnTo>
                  <a:lnTo>
                    <a:pt x="155087" y="6203320"/>
                  </a:lnTo>
                  <a:lnTo>
                    <a:pt x="155213" y="6203320"/>
                  </a:lnTo>
                  <a:lnTo>
                    <a:pt x="155339" y="6203320"/>
                  </a:lnTo>
                  <a:lnTo>
                    <a:pt x="155466" y="6203320"/>
                  </a:lnTo>
                  <a:lnTo>
                    <a:pt x="155592" y="6203320"/>
                  </a:lnTo>
                  <a:lnTo>
                    <a:pt x="155718" y="6203320"/>
                  </a:lnTo>
                  <a:lnTo>
                    <a:pt x="155844" y="6203320"/>
                  </a:lnTo>
                  <a:lnTo>
                    <a:pt x="155970" y="6203320"/>
                  </a:lnTo>
                  <a:lnTo>
                    <a:pt x="156096" y="6203320"/>
                  </a:lnTo>
                  <a:lnTo>
                    <a:pt x="156222" y="6203320"/>
                  </a:lnTo>
                  <a:lnTo>
                    <a:pt x="156348" y="6203320"/>
                  </a:lnTo>
                  <a:lnTo>
                    <a:pt x="156474" y="6203320"/>
                  </a:lnTo>
                  <a:lnTo>
                    <a:pt x="156600" y="6203320"/>
                  </a:lnTo>
                  <a:lnTo>
                    <a:pt x="156726" y="6203320"/>
                  </a:lnTo>
                  <a:lnTo>
                    <a:pt x="156852" y="6203320"/>
                  </a:lnTo>
                  <a:lnTo>
                    <a:pt x="156979" y="6203320"/>
                  </a:lnTo>
                  <a:lnTo>
                    <a:pt x="157105" y="6203320"/>
                  </a:lnTo>
                  <a:lnTo>
                    <a:pt x="157231" y="6203320"/>
                  </a:lnTo>
                  <a:lnTo>
                    <a:pt x="157357" y="6203320"/>
                  </a:lnTo>
                  <a:lnTo>
                    <a:pt x="157483" y="6203320"/>
                  </a:lnTo>
                  <a:lnTo>
                    <a:pt x="157609" y="6203320"/>
                  </a:lnTo>
                  <a:lnTo>
                    <a:pt x="157735" y="6203320"/>
                  </a:lnTo>
                  <a:lnTo>
                    <a:pt x="157861" y="6203320"/>
                  </a:lnTo>
                  <a:lnTo>
                    <a:pt x="157987" y="6203320"/>
                  </a:lnTo>
                  <a:lnTo>
                    <a:pt x="158113" y="6203320"/>
                  </a:lnTo>
                  <a:lnTo>
                    <a:pt x="158239" y="6203320"/>
                  </a:lnTo>
                  <a:lnTo>
                    <a:pt x="158366" y="6203320"/>
                  </a:lnTo>
                  <a:lnTo>
                    <a:pt x="158492" y="6203320"/>
                  </a:lnTo>
                  <a:lnTo>
                    <a:pt x="158618" y="6203320"/>
                  </a:lnTo>
                  <a:lnTo>
                    <a:pt x="158744" y="6203320"/>
                  </a:lnTo>
                  <a:lnTo>
                    <a:pt x="158870" y="6203320"/>
                  </a:lnTo>
                  <a:lnTo>
                    <a:pt x="158996" y="6203320"/>
                  </a:lnTo>
                  <a:lnTo>
                    <a:pt x="159122" y="6203320"/>
                  </a:lnTo>
                  <a:lnTo>
                    <a:pt x="159248" y="6203320"/>
                  </a:lnTo>
                  <a:lnTo>
                    <a:pt x="159374" y="6203320"/>
                  </a:lnTo>
                  <a:lnTo>
                    <a:pt x="159626" y="6203320"/>
                  </a:lnTo>
                  <a:lnTo>
                    <a:pt x="159753" y="6203320"/>
                  </a:lnTo>
                  <a:lnTo>
                    <a:pt x="159879" y="6203320"/>
                  </a:lnTo>
                  <a:lnTo>
                    <a:pt x="160131" y="6203320"/>
                  </a:lnTo>
                  <a:lnTo>
                    <a:pt x="160257" y="6203320"/>
                  </a:lnTo>
                  <a:lnTo>
                    <a:pt x="160383" y="6203320"/>
                  </a:lnTo>
                  <a:lnTo>
                    <a:pt x="160509" y="6203320"/>
                  </a:lnTo>
                  <a:lnTo>
                    <a:pt x="160635" y="6203320"/>
                  </a:lnTo>
                  <a:lnTo>
                    <a:pt x="160761" y="6203320"/>
                  </a:lnTo>
                  <a:lnTo>
                    <a:pt x="160887" y="6203320"/>
                  </a:lnTo>
                  <a:lnTo>
                    <a:pt x="161013" y="6203320"/>
                  </a:lnTo>
                  <a:lnTo>
                    <a:pt x="161139" y="6203320"/>
                  </a:lnTo>
                  <a:lnTo>
                    <a:pt x="161392" y="6203320"/>
                  </a:lnTo>
                  <a:lnTo>
                    <a:pt x="161518" y="6203320"/>
                  </a:lnTo>
                  <a:lnTo>
                    <a:pt x="161644" y="6203320"/>
                  </a:lnTo>
                  <a:lnTo>
                    <a:pt x="161770" y="6203320"/>
                  </a:lnTo>
                  <a:lnTo>
                    <a:pt x="161896" y="6203320"/>
                  </a:lnTo>
                  <a:lnTo>
                    <a:pt x="162022" y="6203320"/>
                  </a:lnTo>
                  <a:lnTo>
                    <a:pt x="162148" y="6203320"/>
                  </a:lnTo>
                  <a:lnTo>
                    <a:pt x="162274" y="6203320"/>
                  </a:lnTo>
                  <a:lnTo>
                    <a:pt x="162400" y="6203320"/>
                  </a:lnTo>
                  <a:lnTo>
                    <a:pt x="162526" y="6203320"/>
                  </a:lnTo>
                  <a:lnTo>
                    <a:pt x="162653" y="6203320"/>
                  </a:lnTo>
                  <a:lnTo>
                    <a:pt x="162779" y="6203320"/>
                  </a:lnTo>
                  <a:lnTo>
                    <a:pt x="162905" y="6203320"/>
                  </a:lnTo>
                  <a:lnTo>
                    <a:pt x="163031" y="6203320"/>
                  </a:lnTo>
                  <a:lnTo>
                    <a:pt x="163157" y="6203320"/>
                  </a:lnTo>
                  <a:lnTo>
                    <a:pt x="163283" y="6203320"/>
                  </a:lnTo>
                  <a:lnTo>
                    <a:pt x="163409" y="6203320"/>
                  </a:lnTo>
                  <a:lnTo>
                    <a:pt x="163535" y="6203320"/>
                  </a:lnTo>
                  <a:lnTo>
                    <a:pt x="163661" y="6203320"/>
                  </a:lnTo>
                  <a:lnTo>
                    <a:pt x="163787" y="6203320"/>
                  </a:lnTo>
                  <a:lnTo>
                    <a:pt x="163913" y="6203320"/>
                  </a:lnTo>
                  <a:lnTo>
                    <a:pt x="163913" y="6198040"/>
                  </a:lnTo>
                  <a:lnTo>
                    <a:pt x="164039" y="6198040"/>
                  </a:lnTo>
                  <a:lnTo>
                    <a:pt x="164166" y="6198040"/>
                  </a:lnTo>
                  <a:lnTo>
                    <a:pt x="164292" y="6198040"/>
                  </a:lnTo>
                  <a:lnTo>
                    <a:pt x="164670" y="6198040"/>
                  </a:lnTo>
                  <a:lnTo>
                    <a:pt x="164796" y="6198040"/>
                  </a:lnTo>
                  <a:lnTo>
                    <a:pt x="164922" y="6198040"/>
                  </a:lnTo>
                  <a:lnTo>
                    <a:pt x="165048" y="6198040"/>
                  </a:lnTo>
                  <a:lnTo>
                    <a:pt x="165174" y="6198040"/>
                  </a:lnTo>
                  <a:lnTo>
                    <a:pt x="165300" y="6198040"/>
                  </a:lnTo>
                  <a:lnTo>
                    <a:pt x="165426" y="6198040"/>
                  </a:lnTo>
                  <a:lnTo>
                    <a:pt x="165553" y="6198040"/>
                  </a:lnTo>
                  <a:lnTo>
                    <a:pt x="165679" y="6198040"/>
                  </a:lnTo>
                  <a:lnTo>
                    <a:pt x="165805" y="6198040"/>
                  </a:lnTo>
                  <a:lnTo>
                    <a:pt x="166057" y="6198040"/>
                  </a:lnTo>
                  <a:lnTo>
                    <a:pt x="166183" y="6198040"/>
                  </a:lnTo>
                  <a:lnTo>
                    <a:pt x="166309" y="6198040"/>
                  </a:lnTo>
                  <a:lnTo>
                    <a:pt x="166435" y="6198040"/>
                  </a:lnTo>
                  <a:lnTo>
                    <a:pt x="166561" y="6198040"/>
                  </a:lnTo>
                  <a:lnTo>
                    <a:pt x="166813" y="6198040"/>
                  </a:lnTo>
                  <a:lnTo>
                    <a:pt x="166940" y="6198040"/>
                  </a:lnTo>
                  <a:lnTo>
                    <a:pt x="167066" y="6198040"/>
                  </a:lnTo>
                  <a:lnTo>
                    <a:pt x="167192" y="6198040"/>
                  </a:lnTo>
                  <a:lnTo>
                    <a:pt x="167318" y="6198040"/>
                  </a:lnTo>
                  <a:lnTo>
                    <a:pt x="167444" y="6198040"/>
                  </a:lnTo>
                  <a:lnTo>
                    <a:pt x="167570" y="6198040"/>
                  </a:lnTo>
                  <a:lnTo>
                    <a:pt x="167696" y="6198040"/>
                  </a:lnTo>
                  <a:lnTo>
                    <a:pt x="167822" y="6198040"/>
                  </a:lnTo>
                  <a:lnTo>
                    <a:pt x="167948" y="6198040"/>
                  </a:lnTo>
                  <a:lnTo>
                    <a:pt x="168074" y="6198040"/>
                  </a:lnTo>
                  <a:lnTo>
                    <a:pt x="168200" y="6198040"/>
                  </a:lnTo>
                  <a:lnTo>
                    <a:pt x="168326" y="6198040"/>
                  </a:lnTo>
                  <a:lnTo>
                    <a:pt x="168453" y="6198040"/>
                  </a:lnTo>
                  <a:lnTo>
                    <a:pt x="168579" y="6198040"/>
                  </a:lnTo>
                  <a:lnTo>
                    <a:pt x="168705" y="6198040"/>
                  </a:lnTo>
                  <a:lnTo>
                    <a:pt x="168831" y="6198040"/>
                  </a:lnTo>
                  <a:lnTo>
                    <a:pt x="169083" y="6198040"/>
                  </a:lnTo>
                  <a:lnTo>
                    <a:pt x="169209" y="6198040"/>
                  </a:lnTo>
                  <a:lnTo>
                    <a:pt x="169335" y="6198040"/>
                  </a:lnTo>
                  <a:lnTo>
                    <a:pt x="169461" y="6198040"/>
                  </a:lnTo>
                  <a:lnTo>
                    <a:pt x="169461" y="6192761"/>
                  </a:lnTo>
                  <a:lnTo>
                    <a:pt x="169587" y="6192761"/>
                  </a:lnTo>
                  <a:lnTo>
                    <a:pt x="169713" y="6192761"/>
                  </a:lnTo>
                  <a:lnTo>
                    <a:pt x="169840" y="6192761"/>
                  </a:lnTo>
                  <a:lnTo>
                    <a:pt x="169966" y="6192761"/>
                  </a:lnTo>
                  <a:lnTo>
                    <a:pt x="170092" y="6192761"/>
                  </a:lnTo>
                  <a:lnTo>
                    <a:pt x="170218" y="6192761"/>
                  </a:lnTo>
                  <a:lnTo>
                    <a:pt x="170344" y="6192761"/>
                  </a:lnTo>
                  <a:lnTo>
                    <a:pt x="170470" y="6192761"/>
                  </a:lnTo>
                  <a:lnTo>
                    <a:pt x="170596" y="6192761"/>
                  </a:lnTo>
                  <a:lnTo>
                    <a:pt x="170722" y="6192761"/>
                  </a:lnTo>
                  <a:lnTo>
                    <a:pt x="170848" y="6192761"/>
                  </a:lnTo>
                  <a:lnTo>
                    <a:pt x="170974" y="6192761"/>
                  </a:lnTo>
                  <a:lnTo>
                    <a:pt x="171100" y="6192761"/>
                  </a:lnTo>
                  <a:lnTo>
                    <a:pt x="171226" y="6192761"/>
                  </a:lnTo>
                  <a:lnTo>
                    <a:pt x="171353" y="6192761"/>
                  </a:lnTo>
                  <a:lnTo>
                    <a:pt x="171479" y="6192761"/>
                  </a:lnTo>
                  <a:lnTo>
                    <a:pt x="171605" y="6192761"/>
                  </a:lnTo>
                  <a:lnTo>
                    <a:pt x="171731" y="6192761"/>
                  </a:lnTo>
                  <a:lnTo>
                    <a:pt x="171857" y="6192761"/>
                  </a:lnTo>
                  <a:lnTo>
                    <a:pt x="171983" y="6192761"/>
                  </a:lnTo>
                  <a:lnTo>
                    <a:pt x="172109" y="6192761"/>
                  </a:lnTo>
                  <a:lnTo>
                    <a:pt x="172235" y="6192761"/>
                  </a:lnTo>
                  <a:lnTo>
                    <a:pt x="172361" y="6192761"/>
                  </a:lnTo>
                  <a:lnTo>
                    <a:pt x="172487" y="6192761"/>
                  </a:lnTo>
                  <a:lnTo>
                    <a:pt x="172613" y="6192761"/>
                  </a:lnTo>
                  <a:lnTo>
                    <a:pt x="172740" y="6192761"/>
                  </a:lnTo>
                  <a:lnTo>
                    <a:pt x="172866" y="6192761"/>
                  </a:lnTo>
                  <a:lnTo>
                    <a:pt x="172992" y="6192761"/>
                  </a:lnTo>
                  <a:lnTo>
                    <a:pt x="173118" y="6192761"/>
                  </a:lnTo>
                  <a:lnTo>
                    <a:pt x="173244" y="6192761"/>
                  </a:lnTo>
                  <a:lnTo>
                    <a:pt x="173370" y="6192761"/>
                  </a:lnTo>
                  <a:lnTo>
                    <a:pt x="173496" y="6192761"/>
                  </a:lnTo>
                  <a:lnTo>
                    <a:pt x="173622" y="6192761"/>
                  </a:lnTo>
                  <a:lnTo>
                    <a:pt x="173748" y="6192761"/>
                  </a:lnTo>
                  <a:lnTo>
                    <a:pt x="173874" y="6192761"/>
                  </a:lnTo>
                  <a:lnTo>
                    <a:pt x="174000" y="6192761"/>
                  </a:lnTo>
                  <a:lnTo>
                    <a:pt x="174126" y="6192761"/>
                  </a:lnTo>
                  <a:lnTo>
                    <a:pt x="174253" y="6192761"/>
                  </a:lnTo>
                  <a:lnTo>
                    <a:pt x="174379" y="6192761"/>
                  </a:lnTo>
                  <a:lnTo>
                    <a:pt x="174505" y="6192761"/>
                  </a:lnTo>
                  <a:lnTo>
                    <a:pt x="174631" y="6192761"/>
                  </a:lnTo>
                  <a:lnTo>
                    <a:pt x="174757" y="6192761"/>
                  </a:lnTo>
                  <a:lnTo>
                    <a:pt x="175009" y="6192761"/>
                  </a:lnTo>
                  <a:lnTo>
                    <a:pt x="175135" y="6192761"/>
                  </a:lnTo>
                  <a:lnTo>
                    <a:pt x="175261" y="6192761"/>
                  </a:lnTo>
                  <a:lnTo>
                    <a:pt x="175387" y="6192761"/>
                  </a:lnTo>
                  <a:lnTo>
                    <a:pt x="175513" y="6192761"/>
                  </a:lnTo>
                  <a:lnTo>
                    <a:pt x="175640" y="6192761"/>
                  </a:lnTo>
                  <a:lnTo>
                    <a:pt x="175766" y="6192761"/>
                  </a:lnTo>
                  <a:lnTo>
                    <a:pt x="175892" y="6192761"/>
                  </a:lnTo>
                  <a:lnTo>
                    <a:pt x="176018" y="6192761"/>
                  </a:lnTo>
                  <a:lnTo>
                    <a:pt x="176144" y="6192761"/>
                  </a:lnTo>
                  <a:lnTo>
                    <a:pt x="176270" y="6192761"/>
                  </a:lnTo>
                  <a:lnTo>
                    <a:pt x="176396" y="6192761"/>
                  </a:lnTo>
                  <a:lnTo>
                    <a:pt x="176522" y="6192761"/>
                  </a:lnTo>
                  <a:lnTo>
                    <a:pt x="176648" y="6192761"/>
                  </a:lnTo>
                  <a:lnTo>
                    <a:pt x="176774" y="6192761"/>
                  </a:lnTo>
                  <a:lnTo>
                    <a:pt x="176900" y="6192761"/>
                  </a:lnTo>
                  <a:lnTo>
                    <a:pt x="177027" y="6192761"/>
                  </a:lnTo>
                  <a:lnTo>
                    <a:pt x="177153" y="6192761"/>
                  </a:lnTo>
                  <a:lnTo>
                    <a:pt x="177153" y="6187481"/>
                  </a:lnTo>
                  <a:lnTo>
                    <a:pt x="177279" y="6187481"/>
                  </a:lnTo>
                  <a:lnTo>
                    <a:pt x="177405" y="6187481"/>
                  </a:lnTo>
                  <a:lnTo>
                    <a:pt x="177531" y="6187481"/>
                  </a:lnTo>
                  <a:lnTo>
                    <a:pt x="177657" y="6187481"/>
                  </a:lnTo>
                  <a:lnTo>
                    <a:pt x="177783" y="6187481"/>
                  </a:lnTo>
                  <a:lnTo>
                    <a:pt x="177909" y="6187481"/>
                  </a:lnTo>
                  <a:lnTo>
                    <a:pt x="178035" y="6187481"/>
                  </a:lnTo>
                  <a:lnTo>
                    <a:pt x="178161" y="6187481"/>
                  </a:lnTo>
                  <a:lnTo>
                    <a:pt x="178287" y="6187481"/>
                  </a:lnTo>
                  <a:lnTo>
                    <a:pt x="178413" y="6187481"/>
                  </a:lnTo>
                  <a:lnTo>
                    <a:pt x="178540" y="6187481"/>
                  </a:lnTo>
                  <a:lnTo>
                    <a:pt x="178666" y="6187481"/>
                  </a:lnTo>
                  <a:lnTo>
                    <a:pt x="178792" y="6187481"/>
                  </a:lnTo>
                  <a:lnTo>
                    <a:pt x="178918" y="6187481"/>
                  </a:lnTo>
                  <a:lnTo>
                    <a:pt x="179044" y="6187481"/>
                  </a:lnTo>
                  <a:lnTo>
                    <a:pt x="179170" y="6187481"/>
                  </a:lnTo>
                  <a:lnTo>
                    <a:pt x="179422" y="6187481"/>
                  </a:lnTo>
                  <a:lnTo>
                    <a:pt x="179548" y="6187481"/>
                  </a:lnTo>
                  <a:lnTo>
                    <a:pt x="179674" y="6187481"/>
                  </a:lnTo>
                  <a:lnTo>
                    <a:pt x="179800" y="6187481"/>
                  </a:lnTo>
                  <a:lnTo>
                    <a:pt x="179927" y="6187481"/>
                  </a:lnTo>
                  <a:lnTo>
                    <a:pt x="180053" y="6187481"/>
                  </a:lnTo>
                  <a:lnTo>
                    <a:pt x="180179" y="6187481"/>
                  </a:lnTo>
                  <a:lnTo>
                    <a:pt x="180305" y="6187481"/>
                  </a:lnTo>
                  <a:lnTo>
                    <a:pt x="180431" y="6187481"/>
                  </a:lnTo>
                  <a:lnTo>
                    <a:pt x="180557" y="6187481"/>
                  </a:lnTo>
                  <a:lnTo>
                    <a:pt x="180683" y="6187481"/>
                  </a:lnTo>
                  <a:lnTo>
                    <a:pt x="180809" y="6187481"/>
                  </a:lnTo>
                  <a:lnTo>
                    <a:pt x="180935" y="6187481"/>
                  </a:lnTo>
                  <a:lnTo>
                    <a:pt x="181061" y="6187481"/>
                  </a:lnTo>
                  <a:lnTo>
                    <a:pt x="181187" y="6187481"/>
                  </a:lnTo>
                  <a:lnTo>
                    <a:pt x="181313" y="6187481"/>
                  </a:lnTo>
                  <a:lnTo>
                    <a:pt x="181440" y="6187481"/>
                  </a:lnTo>
                  <a:lnTo>
                    <a:pt x="181692" y="6187481"/>
                  </a:lnTo>
                  <a:lnTo>
                    <a:pt x="181818" y="6187481"/>
                  </a:lnTo>
                  <a:lnTo>
                    <a:pt x="181944" y="6187481"/>
                  </a:lnTo>
                  <a:lnTo>
                    <a:pt x="182070" y="6187481"/>
                  </a:lnTo>
                  <a:lnTo>
                    <a:pt x="182196" y="6187481"/>
                  </a:lnTo>
                  <a:lnTo>
                    <a:pt x="182322" y="6187481"/>
                  </a:lnTo>
                  <a:lnTo>
                    <a:pt x="182448" y="6187481"/>
                  </a:lnTo>
                  <a:lnTo>
                    <a:pt x="182574" y="6187481"/>
                  </a:lnTo>
                  <a:lnTo>
                    <a:pt x="182700" y="6187481"/>
                  </a:lnTo>
                  <a:lnTo>
                    <a:pt x="182827" y="6187481"/>
                  </a:lnTo>
                  <a:lnTo>
                    <a:pt x="182953" y="6187481"/>
                  </a:lnTo>
                  <a:lnTo>
                    <a:pt x="183583" y="6187481"/>
                  </a:lnTo>
                  <a:lnTo>
                    <a:pt x="183709" y="6187481"/>
                  </a:lnTo>
                  <a:lnTo>
                    <a:pt x="183835" y="6187481"/>
                  </a:lnTo>
                  <a:lnTo>
                    <a:pt x="183961" y="6187481"/>
                  </a:lnTo>
                  <a:lnTo>
                    <a:pt x="184087" y="6187481"/>
                  </a:lnTo>
                  <a:lnTo>
                    <a:pt x="184214" y="6187481"/>
                  </a:lnTo>
                  <a:lnTo>
                    <a:pt x="184340" y="6187481"/>
                  </a:lnTo>
                  <a:lnTo>
                    <a:pt x="184592" y="6187481"/>
                  </a:lnTo>
                  <a:lnTo>
                    <a:pt x="184718" y="6187481"/>
                  </a:lnTo>
                  <a:lnTo>
                    <a:pt x="184844" y="6187481"/>
                  </a:lnTo>
                  <a:lnTo>
                    <a:pt x="185096" y="6187481"/>
                  </a:lnTo>
                  <a:lnTo>
                    <a:pt x="185222" y="6187481"/>
                  </a:lnTo>
                  <a:lnTo>
                    <a:pt x="185222" y="6182202"/>
                  </a:lnTo>
                  <a:lnTo>
                    <a:pt x="185348" y="6182202"/>
                  </a:lnTo>
                  <a:lnTo>
                    <a:pt x="185474" y="6182202"/>
                  </a:lnTo>
                  <a:lnTo>
                    <a:pt x="185600" y="6182202"/>
                  </a:lnTo>
                  <a:lnTo>
                    <a:pt x="185727" y="6182202"/>
                  </a:lnTo>
                  <a:lnTo>
                    <a:pt x="185979" y="6182202"/>
                  </a:lnTo>
                  <a:lnTo>
                    <a:pt x="186105" y="6182202"/>
                  </a:lnTo>
                  <a:lnTo>
                    <a:pt x="186231" y="6182202"/>
                  </a:lnTo>
                  <a:lnTo>
                    <a:pt x="186357" y="6182202"/>
                  </a:lnTo>
                  <a:lnTo>
                    <a:pt x="186483" y="6182202"/>
                  </a:lnTo>
                  <a:lnTo>
                    <a:pt x="186609" y="6182202"/>
                  </a:lnTo>
                  <a:lnTo>
                    <a:pt x="186735" y="6182202"/>
                  </a:lnTo>
                  <a:lnTo>
                    <a:pt x="186735" y="6176922"/>
                  </a:lnTo>
                  <a:lnTo>
                    <a:pt x="186861" y="6176922"/>
                  </a:lnTo>
                  <a:lnTo>
                    <a:pt x="186987" y="6176922"/>
                  </a:lnTo>
                  <a:lnTo>
                    <a:pt x="187114" y="6176922"/>
                  </a:lnTo>
                  <a:lnTo>
                    <a:pt x="187240" y="6176922"/>
                  </a:lnTo>
                  <a:lnTo>
                    <a:pt x="187366" y="6176922"/>
                  </a:lnTo>
                  <a:lnTo>
                    <a:pt x="187492" y="6176922"/>
                  </a:lnTo>
                  <a:lnTo>
                    <a:pt x="187618" y="6176922"/>
                  </a:lnTo>
                  <a:lnTo>
                    <a:pt x="187744" y="6176922"/>
                  </a:lnTo>
                  <a:lnTo>
                    <a:pt x="187870" y="6176922"/>
                  </a:lnTo>
                  <a:lnTo>
                    <a:pt x="187996" y="6176922"/>
                  </a:lnTo>
                  <a:lnTo>
                    <a:pt x="188122" y="6176922"/>
                  </a:lnTo>
                  <a:lnTo>
                    <a:pt x="188248" y="6176922"/>
                  </a:lnTo>
                  <a:lnTo>
                    <a:pt x="188374" y="6176922"/>
                  </a:lnTo>
                  <a:lnTo>
                    <a:pt x="188500" y="6176922"/>
                  </a:lnTo>
                  <a:lnTo>
                    <a:pt x="188627" y="6176922"/>
                  </a:lnTo>
                  <a:lnTo>
                    <a:pt x="188753" y="6176922"/>
                  </a:lnTo>
                  <a:lnTo>
                    <a:pt x="188879" y="6176922"/>
                  </a:lnTo>
                  <a:lnTo>
                    <a:pt x="189005" y="6176922"/>
                  </a:lnTo>
                  <a:lnTo>
                    <a:pt x="189131" y="6176922"/>
                  </a:lnTo>
                  <a:lnTo>
                    <a:pt x="189257" y="6176922"/>
                  </a:lnTo>
                  <a:lnTo>
                    <a:pt x="189509" y="6176922"/>
                  </a:lnTo>
                  <a:lnTo>
                    <a:pt x="189635" y="6176922"/>
                  </a:lnTo>
                  <a:lnTo>
                    <a:pt x="189887" y="6176922"/>
                  </a:lnTo>
                  <a:lnTo>
                    <a:pt x="190014" y="6176922"/>
                  </a:lnTo>
                  <a:lnTo>
                    <a:pt x="190140" y="6176922"/>
                  </a:lnTo>
                  <a:lnTo>
                    <a:pt x="190266" y="6176922"/>
                  </a:lnTo>
                  <a:lnTo>
                    <a:pt x="190392" y="6176922"/>
                  </a:lnTo>
                  <a:lnTo>
                    <a:pt x="190518" y="6176922"/>
                  </a:lnTo>
                  <a:lnTo>
                    <a:pt x="190644" y="6176922"/>
                  </a:lnTo>
                  <a:lnTo>
                    <a:pt x="190770" y="6176922"/>
                  </a:lnTo>
                  <a:lnTo>
                    <a:pt x="190896" y="6176922"/>
                  </a:lnTo>
                  <a:lnTo>
                    <a:pt x="191148" y="6176922"/>
                  </a:lnTo>
                  <a:lnTo>
                    <a:pt x="191274" y="6176922"/>
                  </a:lnTo>
                  <a:lnTo>
                    <a:pt x="191401" y="6176922"/>
                  </a:lnTo>
                  <a:lnTo>
                    <a:pt x="191527" y="6176922"/>
                  </a:lnTo>
                  <a:lnTo>
                    <a:pt x="191653" y="6176922"/>
                  </a:lnTo>
                  <a:lnTo>
                    <a:pt x="191779" y="6176922"/>
                  </a:lnTo>
                  <a:lnTo>
                    <a:pt x="191905" y="6176922"/>
                  </a:lnTo>
                  <a:lnTo>
                    <a:pt x="192031" y="6176922"/>
                  </a:lnTo>
                  <a:lnTo>
                    <a:pt x="192157" y="6176922"/>
                  </a:lnTo>
                  <a:lnTo>
                    <a:pt x="192283" y="6176922"/>
                  </a:lnTo>
                  <a:lnTo>
                    <a:pt x="192409" y="6176922"/>
                  </a:lnTo>
                  <a:lnTo>
                    <a:pt x="192535" y="6176922"/>
                  </a:lnTo>
                  <a:lnTo>
                    <a:pt x="192661" y="6176922"/>
                  </a:lnTo>
                  <a:lnTo>
                    <a:pt x="192787" y="6176922"/>
                  </a:lnTo>
                  <a:lnTo>
                    <a:pt x="192914" y="6176922"/>
                  </a:lnTo>
                  <a:lnTo>
                    <a:pt x="193040" y="6176922"/>
                  </a:lnTo>
                  <a:lnTo>
                    <a:pt x="193166" y="6176922"/>
                  </a:lnTo>
                  <a:lnTo>
                    <a:pt x="193292" y="6176922"/>
                  </a:lnTo>
                  <a:lnTo>
                    <a:pt x="193418" y="6176922"/>
                  </a:lnTo>
                  <a:lnTo>
                    <a:pt x="193544" y="6176922"/>
                  </a:lnTo>
                  <a:lnTo>
                    <a:pt x="193670" y="6176922"/>
                  </a:lnTo>
                  <a:lnTo>
                    <a:pt x="193796" y="6176922"/>
                  </a:lnTo>
                  <a:lnTo>
                    <a:pt x="193922" y="6176922"/>
                  </a:lnTo>
                  <a:lnTo>
                    <a:pt x="194048" y="6176922"/>
                  </a:lnTo>
                  <a:lnTo>
                    <a:pt x="194301" y="6176922"/>
                  </a:lnTo>
                  <a:lnTo>
                    <a:pt x="194427" y="6176922"/>
                  </a:lnTo>
                  <a:lnTo>
                    <a:pt x="194553" y="6176922"/>
                  </a:lnTo>
                  <a:lnTo>
                    <a:pt x="194679" y="6176922"/>
                  </a:lnTo>
                  <a:lnTo>
                    <a:pt x="194805" y="6176922"/>
                  </a:lnTo>
                  <a:lnTo>
                    <a:pt x="194931" y="6176922"/>
                  </a:lnTo>
                  <a:lnTo>
                    <a:pt x="195057" y="6176922"/>
                  </a:lnTo>
                  <a:lnTo>
                    <a:pt x="195183" y="6176922"/>
                  </a:lnTo>
                  <a:lnTo>
                    <a:pt x="195309" y="6176922"/>
                  </a:lnTo>
                  <a:lnTo>
                    <a:pt x="195561" y="6176922"/>
                  </a:lnTo>
                  <a:lnTo>
                    <a:pt x="195687" y="6176922"/>
                  </a:lnTo>
                  <a:lnTo>
                    <a:pt x="195814" y="6176922"/>
                  </a:lnTo>
                  <a:lnTo>
                    <a:pt x="195940" y="6176922"/>
                  </a:lnTo>
                  <a:lnTo>
                    <a:pt x="196066" y="6176922"/>
                  </a:lnTo>
                  <a:lnTo>
                    <a:pt x="196192" y="6176922"/>
                  </a:lnTo>
                  <a:lnTo>
                    <a:pt x="196318" y="6176922"/>
                  </a:lnTo>
                  <a:lnTo>
                    <a:pt x="196444" y="6171643"/>
                  </a:lnTo>
                  <a:lnTo>
                    <a:pt x="196570" y="6171643"/>
                  </a:lnTo>
                  <a:lnTo>
                    <a:pt x="196696" y="6171643"/>
                  </a:lnTo>
                  <a:lnTo>
                    <a:pt x="196822" y="6171643"/>
                  </a:lnTo>
                  <a:lnTo>
                    <a:pt x="196948" y="6171643"/>
                  </a:lnTo>
                  <a:lnTo>
                    <a:pt x="197074" y="6171643"/>
                  </a:lnTo>
                  <a:lnTo>
                    <a:pt x="197201" y="6171643"/>
                  </a:lnTo>
                  <a:lnTo>
                    <a:pt x="197327" y="6171643"/>
                  </a:lnTo>
                  <a:lnTo>
                    <a:pt x="197453" y="6171643"/>
                  </a:lnTo>
                  <a:lnTo>
                    <a:pt x="197579" y="6171643"/>
                  </a:lnTo>
                  <a:lnTo>
                    <a:pt x="197705" y="6171643"/>
                  </a:lnTo>
                  <a:lnTo>
                    <a:pt x="197831" y="6171643"/>
                  </a:lnTo>
                  <a:lnTo>
                    <a:pt x="197957" y="6171643"/>
                  </a:lnTo>
                  <a:lnTo>
                    <a:pt x="198083" y="6171643"/>
                  </a:lnTo>
                  <a:lnTo>
                    <a:pt x="198209" y="6171643"/>
                  </a:lnTo>
                  <a:lnTo>
                    <a:pt x="198335" y="6171643"/>
                  </a:lnTo>
                  <a:lnTo>
                    <a:pt x="198461" y="6171643"/>
                  </a:lnTo>
                  <a:lnTo>
                    <a:pt x="198587" y="6171643"/>
                  </a:lnTo>
                  <a:lnTo>
                    <a:pt x="198714" y="6171643"/>
                  </a:lnTo>
                  <a:lnTo>
                    <a:pt x="198840" y="6171643"/>
                  </a:lnTo>
                  <a:lnTo>
                    <a:pt x="198966" y="6171643"/>
                  </a:lnTo>
                  <a:lnTo>
                    <a:pt x="199092" y="6171643"/>
                  </a:lnTo>
                  <a:lnTo>
                    <a:pt x="199218" y="6171643"/>
                  </a:lnTo>
                  <a:lnTo>
                    <a:pt x="199344" y="6171643"/>
                  </a:lnTo>
                  <a:lnTo>
                    <a:pt x="199596" y="6171643"/>
                  </a:lnTo>
                  <a:lnTo>
                    <a:pt x="199722" y="6171643"/>
                  </a:lnTo>
                  <a:lnTo>
                    <a:pt x="199848" y="6171643"/>
                  </a:lnTo>
                  <a:lnTo>
                    <a:pt x="199974" y="6171643"/>
                  </a:lnTo>
                  <a:lnTo>
                    <a:pt x="200227" y="6171643"/>
                  </a:lnTo>
                  <a:lnTo>
                    <a:pt x="200353" y="6171643"/>
                  </a:lnTo>
                  <a:lnTo>
                    <a:pt x="200479" y="6171643"/>
                  </a:lnTo>
                  <a:lnTo>
                    <a:pt x="200605" y="6171643"/>
                  </a:lnTo>
                  <a:lnTo>
                    <a:pt x="200731" y="6171643"/>
                  </a:lnTo>
                  <a:lnTo>
                    <a:pt x="200857" y="6171643"/>
                  </a:lnTo>
                  <a:lnTo>
                    <a:pt x="200983" y="6171643"/>
                  </a:lnTo>
                  <a:lnTo>
                    <a:pt x="201109" y="6171643"/>
                  </a:lnTo>
                  <a:lnTo>
                    <a:pt x="201235" y="6171643"/>
                  </a:lnTo>
                  <a:lnTo>
                    <a:pt x="201361" y="6171643"/>
                  </a:lnTo>
                  <a:lnTo>
                    <a:pt x="201488" y="6171643"/>
                  </a:lnTo>
                  <a:lnTo>
                    <a:pt x="201614" y="6171643"/>
                  </a:lnTo>
                  <a:lnTo>
                    <a:pt x="201740" y="6171643"/>
                  </a:lnTo>
                  <a:lnTo>
                    <a:pt x="201866" y="6171643"/>
                  </a:lnTo>
                  <a:lnTo>
                    <a:pt x="202118" y="6171643"/>
                  </a:lnTo>
                  <a:lnTo>
                    <a:pt x="202244" y="6171643"/>
                  </a:lnTo>
                  <a:lnTo>
                    <a:pt x="202370" y="6171643"/>
                  </a:lnTo>
                  <a:lnTo>
                    <a:pt x="202496" y="6171643"/>
                  </a:lnTo>
                  <a:lnTo>
                    <a:pt x="202622" y="6171643"/>
                  </a:lnTo>
                  <a:lnTo>
                    <a:pt x="202748" y="6171643"/>
                  </a:lnTo>
                  <a:lnTo>
                    <a:pt x="202874" y="6171643"/>
                  </a:lnTo>
                  <a:lnTo>
                    <a:pt x="203001" y="6171643"/>
                  </a:lnTo>
                  <a:lnTo>
                    <a:pt x="203127" y="6171643"/>
                  </a:lnTo>
                  <a:lnTo>
                    <a:pt x="203253" y="6171643"/>
                  </a:lnTo>
                  <a:lnTo>
                    <a:pt x="203379" y="6171643"/>
                  </a:lnTo>
                  <a:lnTo>
                    <a:pt x="203505" y="6171643"/>
                  </a:lnTo>
                  <a:lnTo>
                    <a:pt x="203631" y="6171643"/>
                  </a:lnTo>
                  <a:lnTo>
                    <a:pt x="203757" y="6171643"/>
                  </a:lnTo>
                  <a:lnTo>
                    <a:pt x="203883" y="6171643"/>
                  </a:lnTo>
                  <a:lnTo>
                    <a:pt x="204009" y="6171643"/>
                  </a:lnTo>
                  <a:lnTo>
                    <a:pt x="204135" y="6171643"/>
                  </a:lnTo>
                  <a:lnTo>
                    <a:pt x="204261" y="6171643"/>
                  </a:lnTo>
                  <a:lnTo>
                    <a:pt x="204388" y="6171643"/>
                  </a:lnTo>
                  <a:lnTo>
                    <a:pt x="204514" y="6171643"/>
                  </a:lnTo>
                  <a:lnTo>
                    <a:pt x="204640" y="6171643"/>
                  </a:lnTo>
                  <a:lnTo>
                    <a:pt x="204766" y="6171643"/>
                  </a:lnTo>
                  <a:lnTo>
                    <a:pt x="204892" y="6171643"/>
                  </a:lnTo>
                  <a:lnTo>
                    <a:pt x="205144" y="6171643"/>
                  </a:lnTo>
                  <a:lnTo>
                    <a:pt x="205270" y="6171643"/>
                  </a:lnTo>
                  <a:lnTo>
                    <a:pt x="205396" y="6171643"/>
                  </a:lnTo>
                  <a:lnTo>
                    <a:pt x="205522" y="6171643"/>
                  </a:lnTo>
                  <a:lnTo>
                    <a:pt x="205774" y="6171643"/>
                  </a:lnTo>
                  <a:lnTo>
                    <a:pt x="205901" y="6171643"/>
                  </a:lnTo>
                  <a:lnTo>
                    <a:pt x="206027" y="6171643"/>
                  </a:lnTo>
                  <a:lnTo>
                    <a:pt x="206153" y="6171643"/>
                  </a:lnTo>
                  <a:lnTo>
                    <a:pt x="206279" y="6171643"/>
                  </a:lnTo>
                  <a:lnTo>
                    <a:pt x="206405" y="6171643"/>
                  </a:lnTo>
                  <a:lnTo>
                    <a:pt x="206531" y="6171643"/>
                  </a:lnTo>
                  <a:lnTo>
                    <a:pt x="206657" y="6171643"/>
                  </a:lnTo>
                  <a:lnTo>
                    <a:pt x="206783" y="6171643"/>
                  </a:lnTo>
                  <a:lnTo>
                    <a:pt x="206909" y="6171643"/>
                  </a:lnTo>
                  <a:lnTo>
                    <a:pt x="207035" y="6171643"/>
                  </a:lnTo>
                  <a:lnTo>
                    <a:pt x="207161" y="6171643"/>
                  </a:lnTo>
                  <a:lnTo>
                    <a:pt x="207288" y="6171643"/>
                  </a:lnTo>
                  <a:lnTo>
                    <a:pt x="207414" y="6171643"/>
                  </a:lnTo>
                  <a:lnTo>
                    <a:pt x="207540" y="6171643"/>
                  </a:lnTo>
                  <a:lnTo>
                    <a:pt x="207666" y="6171643"/>
                  </a:lnTo>
                  <a:lnTo>
                    <a:pt x="207666" y="6166364"/>
                  </a:lnTo>
                  <a:lnTo>
                    <a:pt x="207792" y="6166364"/>
                  </a:lnTo>
                  <a:lnTo>
                    <a:pt x="207918" y="6166364"/>
                  </a:lnTo>
                  <a:lnTo>
                    <a:pt x="208044" y="6166364"/>
                  </a:lnTo>
                  <a:lnTo>
                    <a:pt x="208170" y="6166364"/>
                  </a:lnTo>
                  <a:lnTo>
                    <a:pt x="208296" y="6166364"/>
                  </a:lnTo>
                  <a:lnTo>
                    <a:pt x="208422" y="6166364"/>
                  </a:lnTo>
                  <a:lnTo>
                    <a:pt x="208548" y="6166364"/>
                  </a:lnTo>
                  <a:lnTo>
                    <a:pt x="208675" y="6166364"/>
                  </a:lnTo>
                  <a:lnTo>
                    <a:pt x="208801" y="6166364"/>
                  </a:lnTo>
                  <a:lnTo>
                    <a:pt x="208927" y="6166364"/>
                  </a:lnTo>
                  <a:lnTo>
                    <a:pt x="209053" y="6166364"/>
                  </a:lnTo>
                  <a:lnTo>
                    <a:pt x="209179" y="6166364"/>
                  </a:lnTo>
                  <a:lnTo>
                    <a:pt x="209305" y="6166364"/>
                  </a:lnTo>
                  <a:lnTo>
                    <a:pt x="209431" y="6166364"/>
                  </a:lnTo>
                  <a:lnTo>
                    <a:pt x="209557" y="6166364"/>
                  </a:lnTo>
                  <a:lnTo>
                    <a:pt x="209683" y="6166364"/>
                  </a:lnTo>
                  <a:lnTo>
                    <a:pt x="209809" y="6166364"/>
                  </a:lnTo>
                  <a:lnTo>
                    <a:pt x="209935" y="6166364"/>
                  </a:lnTo>
                  <a:lnTo>
                    <a:pt x="210061" y="6166364"/>
                  </a:lnTo>
                  <a:lnTo>
                    <a:pt x="210188" y="6166364"/>
                  </a:lnTo>
                  <a:lnTo>
                    <a:pt x="210314" y="6166364"/>
                  </a:lnTo>
                  <a:lnTo>
                    <a:pt x="210440" y="6166364"/>
                  </a:lnTo>
                  <a:lnTo>
                    <a:pt x="210566" y="6166364"/>
                  </a:lnTo>
                  <a:lnTo>
                    <a:pt x="210692" y="6166364"/>
                  </a:lnTo>
                  <a:lnTo>
                    <a:pt x="210818" y="6166364"/>
                  </a:lnTo>
                  <a:lnTo>
                    <a:pt x="210944" y="6166364"/>
                  </a:lnTo>
                  <a:lnTo>
                    <a:pt x="211070" y="6166364"/>
                  </a:lnTo>
                  <a:lnTo>
                    <a:pt x="211196" y="6166364"/>
                  </a:lnTo>
                  <a:lnTo>
                    <a:pt x="211322" y="6166364"/>
                  </a:lnTo>
                  <a:lnTo>
                    <a:pt x="211448" y="6166364"/>
                  </a:lnTo>
                  <a:lnTo>
                    <a:pt x="211575" y="6166364"/>
                  </a:lnTo>
                  <a:lnTo>
                    <a:pt x="211701" y="6166364"/>
                  </a:lnTo>
                  <a:lnTo>
                    <a:pt x="211827" y="6166364"/>
                  </a:lnTo>
                  <a:lnTo>
                    <a:pt x="211953" y="6166364"/>
                  </a:lnTo>
                  <a:lnTo>
                    <a:pt x="212079" y="6166364"/>
                  </a:lnTo>
                  <a:lnTo>
                    <a:pt x="212205" y="6166364"/>
                  </a:lnTo>
                  <a:lnTo>
                    <a:pt x="212331" y="6166364"/>
                  </a:lnTo>
                  <a:lnTo>
                    <a:pt x="212457" y="6166364"/>
                  </a:lnTo>
                  <a:lnTo>
                    <a:pt x="212583" y="6166364"/>
                  </a:lnTo>
                  <a:lnTo>
                    <a:pt x="212709" y="6166364"/>
                  </a:lnTo>
                  <a:lnTo>
                    <a:pt x="212835" y="6166364"/>
                  </a:lnTo>
                  <a:lnTo>
                    <a:pt x="212961" y="6166364"/>
                  </a:lnTo>
                  <a:lnTo>
                    <a:pt x="213088" y="6166364"/>
                  </a:lnTo>
                  <a:lnTo>
                    <a:pt x="213214" y="6166364"/>
                  </a:lnTo>
                  <a:lnTo>
                    <a:pt x="213340" y="6166364"/>
                  </a:lnTo>
                  <a:lnTo>
                    <a:pt x="213466" y="6166364"/>
                  </a:lnTo>
                  <a:lnTo>
                    <a:pt x="213592" y="6166364"/>
                  </a:lnTo>
                  <a:lnTo>
                    <a:pt x="213718" y="6166364"/>
                  </a:lnTo>
                  <a:lnTo>
                    <a:pt x="213844" y="6166364"/>
                  </a:lnTo>
                  <a:lnTo>
                    <a:pt x="213970" y="6166364"/>
                  </a:lnTo>
                  <a:lnTo>
                    <a:pt x="214096" y="6166364"/>
                  </a:lnTo>
                  <a:lnTo>
                    <a:pt x="214222" y="6166364"/>
                  </a:lnTo>
                  <a:lnTo>
                    <a:pt x="214348" y="6166364"/>
                  </a:lnTo>
                  <a:lnTo>
                    <a:pt x="214475" y="6166364"/>
                  </a:lnTo>
                  <a:lnTo>
                    <a:pt x="214601" y="6166364"/>
                  </a:lnTo>
                  <a:lnTo>
                    <a:pt x="214727" y="6166364"/>
                  </a:lnTo>
                  <a:lnTo>
                    <a:pt x="214853" y="6166364"/>
                  </a:lnTo>
                  <a:lnTo>
                    <a:pt x="214979" y="6166364"/>
                  </a:lnTo>
                  <a:lnTo>
                    <a:pt x="215105" y="6166364"/>
                  </a:lnTo>
                  <a:lnTo>
                    <a:pt x="215231" y="6166364"/>
                  </a:lnTo>
                  <a:lnTo>
                    <a:pt x="215231" y="6161084"/>
                  </a:lnTo>
                  <a:lnTo>
                    <a:pt x="215357" y="6161084"/>
                  </a:lnTo>
                  <a:lnTo>
                    <a:pt x="215483" y="6161084"/>
                  </a:lnTo>
                  <a:lnTo>
                    <a:pt x="215609" y="6161084"/>
                  </a:lnTo>
                  <a:lnTo>
                    <a:pt x="215735" y="6161084"/>
                  </a:lnTo>
                  <a:lnTo>
                    <a:pt x="215862" y="6161084"/>
                  </a:lnTo>
                  <a:lnTo>
                    <a:pt x="216114" y="6161084"/>
                  </a:lnTo>
                  <a:lnTo>
                    <a:pt x="216240" y="6161084"/>
                  </a:lnTo>
                  <a:lnTo>
                    <a:pt x="216366" y="6161084"/>
                  </a:lnTo>
                  <a:lnTo>
                    <a:pt x="216492" y="6161084"/>
                  </a:lnTo>
                  <a:lnTo>
                    <a:pt x="216618" y="6161084"/>
                  </a:lnTo>
                  <a:lnTo>
                    <a:pt x="216744" y="6161084"/>
                  </a:lnTo>
                  <a:lnTo>
                    <a:pt x="216870" y="6161084"/>
                  </a:lnTo>
                  <a:lnTo>
                    <a:pt x="216996" y="6161084"/>
                  </a:lnTo>
                  <a:lnTo>
                    <a:pt x="217122" y="6161084"/>
                  </a:lnTo>
                  <a:lnTo>
                    <a:pt x="217248" y="6161084"/>
                  </a:lnTo>
                  <a:lnTo>
                    <a:pt x="217375" y="6161084"/>
                  </a:lnTo>
                  <a:lnTo>
                    <a:pt x="217501" y="6161084"/>
                  </a:lnTo>
                  <a:lnTo>
                    <a:pt x="217627" y="6161084"/>
                  </a:lnTo>
                  <a:lnTo>
                    <a:pt x="217753" y="6161084"/>
                  </a:lnTo>
                  <a:lnTo>
                    <a:pt x="217879" y="6161084"/>
                  </a:lnTo>
                  <a:lnTo>
                    <a:pt x="218005" y="6161084"/>
                  </a:lnTo>
                  <a:lnTo>
                    <a:pt x="218131" y="6161084"/>
                  </a:lnTo>
                  <a:lnTo>
                    <a:pt x="218257" y="6161084"/>
                  </a:lnTo>
                  <a:lnTo>
                    <a:pt x="218383" y="6161084"/>
                  </a:lnTo>
                  <a:lnTo>
                    <a:pt x="218509" y="6161084"/>
                  </a:lnTo>
                  <a:lnTo>
                    <a:pt x="218635" y="6161084"/>
                  </a:lnTo>
                  <a:lnTo>
                    <a:pt x="218762" y="6161084"/>
                  </a:lnTo>
                  <a:lnTo>
                    <a:pt x="218888" y="6161084"/>
                  </a:lnTo>
                  <a:lnTo>
                    <a:pt x="219014" y="6161084"/>
                  </a:lnTo>
                  <a:lnTo>
                    <a:pt x="219140" y="6161084"/>
                  </a:lnTo>
                  <a:lnTo>
                    <a:pt x="219266" y="6161084"/>
                  </a:lnTo>
                  <a:lnTo>
                    <a:pt x="219392" y="6161084"/>
                  </a:lnTo>
                  <a:lnTo>
                    <a:pt x="219518" y="6161084"/>
                  </a:lnTo>
                  <a:lnTo>
                    <a:pt x="219644" y="6161084"/>
                  </a:lnTo>
                  <a:lnTo>
                    <a:pt x="219770" y="6161084"/>
                  </a:lnTo>
                  <a:lnTo>
                    <a:pt x="219896" y="6161084"/>
                  </a:lnTo>
                  <a:lnTo>
                    <a:pt x="220022" y="6161084"/>
                  </a:lnTo>
                  <a:lnTo>
                    <a:pt x="220148" y="6161084"/>
                  </a:lnTo>
                  <a:lnTo>
                    <a:pt x="220275" y="6161084"/>
                  </a:lnTo>
                  <a:lnTo>
                    <a:pt x="220401" y="6161084"/>
                  </a:lnTo>
                  <a:lnTo>
                    <a:pt x="220527" y="6161084"/>
                  </a:lnTo>
                  <a:lnTo>
                    <a:pt x="220653" y="6161084"/>
                  </a:lnTo>
                  <a:lnTo>
                    <a:pt x="220779" y="6161084"/>
                  </a:lnTo>
                  <a:lnTo>
                    <a:pt x="220905" y="6161084"/>
                  </a:lnTo>
                  <a:lnTo>
                    <a:pt x="221031" y="6161084"/>
                  </a:lnTo>
                  <a:lnTo>
                    <a:pt x="221157" y="6161084"/>
                  </a:lnTo>
                  <a:lnTo>
                    <a:pt x="221283" y="6161084"/>
                  </a:lnTo>
                  <a:lnTo>
                    <a:pt x="221409" y="6161084"/>
                  </a:lnTo>
                  <a:lnTo>
                    <a:pt x="221535" y="6161084"/>
                  </a:lnTo>
                  <a:lnTo>
                    <a:pt x="221662" y="6161084"/>
                  </a:lnTo>
                  <a:lnTo>
                    <a:pt x="221788" y="6161084"/>
                  </a:lnTo>
                  <a:lnTo>
                    <a:pt x="221914" y="6161084"/>
                  </a:lnTo>
                  <a:lnTo>
                    <a:pt x="222040" y="6161084"/>
                  </a:lnTo>
                  <a:lnTo>
                    <a:pt x="222166" y="6161084"/>
                  </a:lnTo>
                  <a:lnTo>
                    <a:pt x="222292" y="6161084"/>
                  </a:lnTo>
                  <a:lnTo>
                    <a:pt x="222418" y="6161084"/>
                  </a:lnTo>
                  <a:lnTo>
                    <a:pt x="222544" y="6161084"/>
                  </a:lnTo>
                  <a:lnTo>
                    <a:pt x="222670" y="6161084"/>
                  </a:lnTo>
                  <a:lnTo>
                    <a:pt x="222796" y="6161084"/>
                  </a:lnTo>
                  <a:lnTo>
                    <a:pt x="222922" y="6161084"/>
                  </a:lnTo>
                  <a:lnTo>
                    <a:pt x="223048" y="6161084"/>
                  </a:lnTo>
                  <a:lnTo>
                    <a:pt x="223175" y="6161084"/>
                  </a:lnTo>
                  <a:lnTo>
                    <a:pt x="223301" y="6161084"/>
                  </a:lnTo>
                  <a:lnTo>
                    <a:pt x="223427" y="6161084"/>
                  </a:lnTo>
                  <a:lnTo>
                    <a:pt x="223679" y="6161084"/>
                  </a:lnTo>
                  <a:lnTo>
                    <a:pt x="223805" y="6155805"/>
                  </a:lnTo>
                  <a:lnTo>
                    <a:pt x="223931" y="6155805"/>
                  </a:lnTo>
                  <a:lnTo>
                    <a:pt x="224057" y="6155805"/>
                  </a:lnTo>
                  <a:lnTo>
                    <a:pt x="224183" y="6155805"/>
                  </a:lnTo>
                  <a:lnTo>
                    <a:pt x="224309" y="6155805"/>
                  </a:lnTo>
                  <a:lnTo>
                    <a:pt x="224435" y="6155805"/>
                  </a:lnTo>
                  <a:lnTo>
                    <a:pt x="224562" y="6155805"/>
                  </a:lnTo>
                  <a:lnTo>
                    <a:pt x="224688" y="6155805"/>
                  </a:lnTo>
                  <a:lnTo>
                    <a:pt x="224940" y="6155805"/>
                  </a:lnTo>
                  <a:lnTo>
                    <a:pt x="225066" y="6155805"/>
                  </a:lnTo>
                  <a:lnTo>
                    <a:pt x="225192" y="6155805"/>
                  </a:lnTo>
                  <a:lnTo>
                    <a:pt x="225318" y="6155805"/>
                  </a:lnTo>
                  <a:lnTo>
                    <a:pt x="225444" y="6155805"/>
                  </a:lnTo>
                  <a:lnTo>
                    <a:pt x="225570" y="6155805"/>
                  </a:lnTo>
                  <a:lnTo>
                    <a:pt x="225822" y="6150525"/>
                  </a:lnTo>
                  <a:lnTo>
                    <a:pt x="225949" y="6150525"/>
                  </a:lnTo>
                  <a:lnTo>
                    <a:pt x="226075" y="6150525"/>
                  </a:lnTo>
                  <a:lnTo>
                    <a:pt x="226201" y="6150525"/>
                  </a:lnTo>
                  <a:lnTo>
                    <a:pt x="226327" y="6150525"/>
                  </a:lnTo>
                  <a:lnTo>
                    <a:pt x="226453" y="6150525"/>
                  </a:lnTo>
                  <a:lnTo>
                    <a:pt x="226579" y="6150525"/>
                  </a:lnTo>
                  <a:lnTo>
                    <a:pt x="226705" y="6150525"/>
                  </a:lnTo>
                  <a:lnTo>
                    <a:pt x="226831" y="6150525"/>
                  </a:lnTo>
                  <a:lnTo>
                    <a:pt x="226957" y="6150525"/>
                  </a:lnTo>
                  <a:lnTo>
                    <a:pt x="227083" y="6150525"/>
                  </a:lnTo>
                  <a:lnTo>
                    <a:pt x="227209" y="6150525"/>
                  </a:lnTo>
                  <a:lnTo>
                    <a:pt x="227335" y="6150525"/>
                  </a:lnTo>
                  <a:lnTo>
                    <a:pt x="227588" y="6150525"/>
                  </a:lnTo>
                  <a:lnTo>
                    <a:pt x="227714" y="6150525"/>
                  </a:lnTo>
                  <a:lnTo>
                    <a:pt x="227840" y="6150525"/>
                  </a:lnTo>
                  <a:lnTo>
                    <a:pt x="227966" y="6150525"/>
                  </a:lnTo>
                  <a:lnTo>
                    <a:pt x="227966" y="6145246"/>
                  </a:lnTo>
                  <a:lnTo>
                    <a:pt x="228092" y="6145246"/>
                  </a:lnTo>
                  <a:lnTo>
                    <a:pt x="228218" y="6145246"/>
                  </a:lnTo>
                  <a:lnTo>
                    <a:pt x="228344" y="6145246"/>
                  </a:lnTo>
                  <a:lnTo>
                    <a:pt x="228470" y="6145246"/>
                  </a:lnTo>
                  <a:lnTo>
                    <a:pt x="228596" y="6145246"/>
                  </a:lnTo>
                  <a:lnTo>
                    <a:pt x="228722" y="6145246"/>
                  </a:lnTo>
                  <a:lnTo>
                    <a:pt x="228849" y="6145246"/>
                  </a:lnTo>
                  <a:lnTo>
                    <a:pt x="228975" y="6145246"/>
                  </a:lnTo>
                  <a:lnTo>
                    <a:pt x="229101" y="6145246"/>
                  </a:lnTo>
                  <a:lnTo>
                    <a:pt x="229227" y="6145246"/>
                  </a:lnTo>
                  <a:lnTo>
                    <a:pt x="229353" y="6145246"/>
                  </a:lnTo>
                  <a:lnTo>
                    <a:pt x="229479" y="6145246"/>
                  </a:lnTo>
                  <a:lnTo>
                    <a:pt x="229605" y="6145246"/>
                  </a:lnTo>
                  <a:lnTo>
                    <a:pt x="229731" y="6145246"/>
                  </a:lnTo>
                  <a:lnTo>
                    <a:pt x="229857" y="6145246"/>
                  </a:lnTo>
                  <a:lnTo>
                    <a:pt x="229983" y="6145246"/>
                  </a:lnTo>
                  <a:lnTo>
                    <a:pt x="230109" y="6145246"/>
                  </a:lnTo>
                  <a:lnTo>
                    <a:pt x="230235" y="6145246"/>
                  </a:lnTo>
                  <a:lnTo>
                    <a:pt x="230362" y="6145246"/>
                  </a:lnTo>
                  <a:lnTo>
                    <a:pt x="230488" y="6145246"/>
                  </a:lnTo>
                  <a:lnTo>
                    <a:pt x="230614" y="6145246"/>
                  </a:lnTo>
                  <a:lnTo>
                    <a:pt x="230740" y="6145246"/>
                  </a:lnTo>
                  <a:lnTo>
                    <a:pt x="230866" y="6145246"/>
                  </a:lnTo>
                  <a:lnTo>
                    <a:pt x="230992" y="6145246"/>
                  </a:lnTo>
                  <a:lnTo>
                    <a:pt x="231118" y="6145246"/>
                  </a:lnTo>
                  <a:lnTo>
                    <a:pt x="231244" y="6145246"/>
                  </a:lnTo>
                  <a:lnTo>
                    <a:pt x="231370" y="6145246"/>
                  </a:lnTo>
                  <a:lnTo>
                    <a:pt x="231496" y="6145246"/>
                  </a:lnTo>
                  <a:lnTo>
                    <a:pt x="231622" y="6145246"/>
                  </a:lnTo>
                  <a:lnTo>
                    <a:pt x="231749" y="6145246"/>
                  </a:lnTo>
                  <a:lnTo>
                    <a:pt x="231875" y="6145246"/>
                  </a:lnTo>
                  <a:lnTo>
                    <a:pt x="232001" y="6145246"/>
                  </a:lnTo>
                  <a:lnTo>
                    <a:pt x="232127" y="6145246"/>
                  </a:lnTo>
                  <a:lnTo>
                    <a:pt x="232253" y="6145246"/>
                  </a:lnTo>
                  <a:lnTo>
                    <a:pt x="232505" y="6145246"/>
                  </a:lnTo>
                  <a:lnTo>
                    <a:pt x="232631" y="6145246"/>
                  </a:lnTo>
                  <a:lnTo>
                    <a:pt x="232757" y="6145246"/>
                  </a:lnTo>
                  <a:lnTo>
                    <a:pt x="232883" y="6145246"/>
                  </a:lnTo>
                  <a:lnTo>
                    <a:pt x="233009" y="6145246"/>
                  </a:lnTo>
                  <a:lnTo>
                    <a:pt x="233136" y="6145246"/>
                  </a:lnTo>
                  <a:lnTo>
                    <a:pt x="233262" y="6145246"/>
                  </a:lnTo>
                  <a:lnTo>
                    <a:pt x="233388" y="6145246"/>
                  </a:lnTo>
                  <a:lnTo>
                    <a:pt x="233514" y="6145246"/>
                  </a:lnTo>
                  <a:lnTo>
                    <a:pt x="233640" y="6145246"/>
                  </a:lnTo>
                  <a:lnTo>
                    <a:pt x="233766" y="6145246"/>
                  </a:lnTo>
                  <a:lnTo>
                    <a:pt x="234018" y="6145246"/>
                  </a:lnTo>
                  <a:lnTo>
                    <a:pt x="234144" y="6145246"/>
                  </a:lnTo>
                  <a:lnTo>
                    <a:pt x="234270" y="6145246"/>
                  </a:lnTo>
                  <a:lnTo>
                    <a:pt x="234396" y="6145246"/>
                  </a:lnTo>
                  <a:lnTo>
                    <a:pt x="234522" y="6145246"/>
                  </a:lnTo>
                  <a:lnTo>
                    <a:pt x="234649" y="6145246"/>
                  </a:lnTo>
                  <a:lnTo>
                    <a:pt x="234775" y="6145246"/>
                  </a:lnTo>
                  <a:lnTo>
                    <a:pt x="234901" y="6145246"/>
                  </a:lnTo>
                  <a:lnTo>
                    <a:pt x="235027" y="6145246"/>
                  </a:lnTo>
                  <a:lnTo>
                    <a:pt x="235153" y="6145246"/>
                  </a:lnTo>
                  <a:lnTo>
                    <a:pt x="235279" y="6145246"/>
                  </a:lnTo>
                  <a:lnTo>
                    <a:pt x="235405" y="6145246"/>
                  </a:lnTo>
                  <a:lnTo>
                    <a:pt x="235531" y="6145246"/>
                  </a:lnTo>
                  <a:lnTo>
                    <a:pt x="235657" y="6145246"/>
                  </a:lnTo>
                  <a:lnTo>
                    <a:pt x="235783" y="6145246"/>
                  </a:lnTo>
                  <a:lnTo>
                    <a:pt x="235909" y="6145246"/>
                  </a:lnTo>
                  <a:lnTo>
                    <a:pt x="236036" y="6145246"/>
                  </a:lnTo>
                  <a:lnTo>
                    <a:pt x="236162" y="6145246"/>
                  </a:lnTo>
                  <a:lnTo>
                    <a:pt x="236288" y="6145246"/>
                  </a:lnTo>
                  <a:lnTo>
                    <a:pt x="236414" y="6145246"/>
                  </a:lnTo>
                  <a:lnTo>
                    <a:pt x="236540" y="6145246"/>
                  </a:lnTo>
                  <a:lnTo>
                    <a:pt x="236666" y="6145246"/>
                  </a:lnTo>
                  <a:lnTo>
                    <a:pt x="236792" y="6145246"/>
                  </a:lnTo>
                  <a:lnTo>
                    <a:pt x="236918" y="6145246"/>
                  </a:lnTo>
                  <a:lnTo>
                    <a:pt x="237044" y="6145246"/>
                  </a:lnTo>
                  <a:lnTo>
                    <a:pt x="237170" y="6145246"/>
                  </a:lnTo>
                  <a:lnTo>
                    <a:pt x="237296" y="6145246"/>
                  </a:lnTo>
                  <a:lnTo>
                    <a:pt x="237422" y="6145246"/>
                  </a:lnTo>
                  <a:lnTo>
                    <a:pt x="237549" y="6145246"/>
                  </a:lnTo>
                  <a:lnTo>
                    <a:pt x="237675" y="6145246"/>
                  </a:lnTo>
                  <a:lnTo>
                    <a:pt x="237801" y="6145246"/>
                  </a:lnTo>
                  <a:lnTo>
                    <a:pt x="237927" y="6145246"/>
                  </a:lnTo>
                  <a:lnTo>
                    <a:pt x="238053" y="6145246"/>
                  </a:lnTo>
                  <a:lnTo>
                    <a:pt x="238179" y="6145246"/>
                  </a:lnTo>
                  <a:lnTo>
                    <a:pt x="238305" y="6145246"/>
                  </a:lnTo>
                  <a:lnTo>
                    <a:pt x="238431" y="6145246"/>
                  </a:lnTo>
                  <a:lnTo>
                    <a:pt x="238557" y="6145246"/>
                  </a:lnTo>
                  <a:lnTo>
                    <a:pt x="238683" y="6145246"/>
                  </a:lnTo>
                  <a:lnTo>
                    <a:pt x="238809" y="6145246"/>
                  </a:lnTo>
                  <a:lnTo>
                    <a:pt x="238936" y="6145246"/>
                  </a:lnTo>
                  <a:lnTo>
                    <a:pt x="239062" y="6145246"/>
                  </a:lnTo>
                  <a:lnTo>
                    <a:pt x="239188" y="6145246"/>
                  </a:lnTo>
                  <a:lnTo>
                    <a:pt x="239314" y="6145246"/>
                  </a:lnTo>
                  <a:lnTo>
                    <a:pt x="239440" y="6145246"/>
                  </a:lnTo>
                  <a:lnTo>
                    <a:pt x="239566" y="6145246"/>
                  </a:lnTo>
                  <a:lnTo>
                    <a:pt x="239692" y="6145246"/>
                  </a:lnTo>
                  <a:lnTo>
                    <a:pt x="239944" y="6145246"/>
                  </a:lnTo>
                  <a:lnTo>
                    <a:pt x="240070" y="6145246"/>
                  </a:lnTo>
                  <a:lnTo>
                    <a:pt x="240196" y="6145246"/>
                  </a:lnTo>
                  <a:lnTo>
                    <a:pt x="240322" y="6145246"/>
                  </a:lnTo>
                  <a:lnTo>
                    <a:pt x="240449" y="6145246"/>
                  </a:lnTo>
                  <a:lnTo>
                    <a:pt x="240701" y="6145246"/>
                  </a:lnTo>
                  <a:lnTo>
                    <a:pt x="240827" y="6145246"/>
                  </a:lnTo>
                  <a:lnTo>
                    <a:pt x="240953" y="6145246"/>
                  </a:lnTo>
                  <a:lnTo>
                    <a:pt x="241079" y="6145246"/>
                  </a:lnTo>
                  <a:lnTo>
                    <a:pt x="241205" y="6145246"/>
                  </a:lnTo>
                  <a:lnTo>
                    <a:pt x="241331" y="6145246"/>
                  </a:lnTo>
                  <a:lnTo>
                    <a:pt x="241457" y="6145246"/>
                  </a:lnTo>
                  <a:lnTo>
                    <a:pt x="241583" y="6145246"/>
                  </a:lnTo>
                  <a:lnTo>
                    <a:pt x="241709" y="6145246"/>
                  </a:lnTo>
                  <a:lnTo>
                    <a:pt x="241962" y="6145246"/>
                  </a:lnTo>
                  <a:lnTo>
                    <a:pt x="242088" y="6145246"/>
                  </a:lnTo>
                  <a:lnTo>
                    <a:pt x="242214" y="6145246"/>
                  </a:lnTo>
                  <a:lnTo>
                    <a:pt x="242340" y="6145246"/>
                  </a:lnTo>
                  <a:lnTo>
                    <a:pt x="242466" y="6145246"/>
                  </a:lnTo>
                  <a:lnTo>
                    <a:pt x="242592" y="6145246"/>
                  </a:lnTo>
                  <a:lnTo>
                    <a:pt x="242718" y="6145246"/>
                  </a:lnTo>
                  <a:lnTo>
                    <a:pt x="242844" y="6145246"/>
                  </a:lnTo>
                  <a:lnTo>
                    <a:pt x="242970" y="6145246"/>
                  </a:lnTo>
                  <a:lnTo>
                    <a:pt x="243096" y="6145246"/>
                  </a:lnTo>
                  <a:lnTo>
                    <a:pt x="243223" y="6145246"/>
                  </a:lnTo>
                  <a:lnTo>
                    <a:pt x="243349" y="6145246"/>
                  </a:lnTo>
                  <a:lnTo>
                    <a:pt x="243475" y="6145246"/>
                  </a:lnTo>
                  <a:lnTo>
                    <a:pt x="243601" y="6145246"/>
                  </a:lnTo>
                  <a:lnTo>
                    <a:pt x="243727" y="6145246"/>
                  </a:lnTo>
                  <a:lnTo>
                    <a:pt x="243853" y="6145246"/>
                  </a:lnTo>
                  <a:lnTo>
                    <a:pt x="243979" y="6145246"/>
                  </a:lnTo>
                  <a:lnTo>
                    <a:pt x="244105" y="6145246"/>
                  </a:lnTo>
                  <a:lnTo>
                    <a:pt x="244231" y="6145246"/>
                  </a:lnTo>
                  <a:lnTo>
                    <a:pt x="244357" y="6145246"/>
                  </a:lnTo>
                  <a:lnTo>
                    <a:pt x="244483" y="6145246"/>
                  </a:lnTo>
                  <a:lnTo>
                    <a:pt x="244609" y="6145246"/>
                  </a:lnTo>
                  <a:lnTo>
                    <a:pt x="244736" y="6145246"/>
                  </a:lnTo>
                  <a:lnTo>
                    <a:pt x="244862" y="6145246"/>
                  </a:lnTo>
                  <a:lnTo>
                    <a:pt x="244988" y="6145246"/>
                  </a:lnTo>
                  <a:lnTo>
                    <a:pt x="245114" y="6145246"/>
                  </a:lnTo>
                  <a:lnTo>
                    <a:pt x="245240" y="6145246"/>
                  </a:lnTo>
                  <a:lnTo>
                    <a:pt x="245366" y="6145246"/>
                  </a:lnTo>
                  <a:lnTo>
                    <a:pt x="245492" y="6145246"/>
                  </a:lnTo>
                  <a:lnTo>
                    <a:pt x="245618" y="6145246"/>
                  </a:lnTo>
                  <a:lnTo>
                    <a:pt x="245618" y="6139967"/>
                  </a:lnTo>
                  <a:lnTo>
                    <a:pt x="245744" y="6139967"/>
                  </a:lnTo>
                  <a:lnTo>
                    <a:pt x="245870" y="6139967"/>
                  </a:lnTo>
                  <a:lnTo>
                    <a:pt x="245996" y="6139967"/>
                  </a:lnTo>
                  <a:lnTo>
                    <a:pt x="246123" y="6139967"/>
                  </a:lnTo>
                  <a:lnTo>
                    <a:pt x="246249" y="6139967"/>
                  </a:lnTo>
                  <a:lnTo>
                    <a:pt x="246375" y="6139967"/>
                  </a:lnTo>
                  <a:lnTo>
                    <a:pt x="246501" y="6139967"/>
                  </a:lnTo>
                  <a:lnTo>
                    <a:pt x="246627" y="6139967"/>
                  </a:lnTo>
                  <a:lnTo>
                    <a:pt x="246753" y="6139967"/>
                  </a:lnTo>
                  <a:lnTo>
                    <a:pt x="246879" y="6139967"/>
                  </a:lnTo>
                  <a:lnTo>
                    <a:pt x="247005" y="6134687"/>
                  </a:lnTo>
                  <a:lnTo>
                    <a:pt x="247131" y="6134687"/>
                  </a:lnTo>
                  <a:lnTo>
                    <a:pt x="247257" y="6134687"/>
                  </a:lnTo>
                  <a:lnTo>
                    <a:pt x="247383" y="6134687"/>
                  </a:lnTo>
                  <a:lnTo>
                    <a:pt x="247509" y="6134687"/>
                  </a:lnTo>
                  <a:lnTo>
                    <a:pt x="247636" y="6134687"/>
                  </a:lnTo>
                  <a:lnTo>
                    <a:pt x="247762" y="6134687"/>
                  </a:lnTo>
                  <a:lnTo>
                    <a:pt x="247888" y="6134687"/>
                  </a:lnTo>
                  <a:lnTo>
                    <a:pt x="248014" y="6134687"/>
                  </a:lnTo>
                  <a:lnTo>
                    <a:pt x="248140" y="6134687"/>
                  </a:lnTo>
                  <a:lnTo>
                    <a:pt x="248266" y="6134687"/>
                  </a:lnTo>
                  <a:lnTo>
                    <a:pt x="248392" y="6134687"/>
                  </a:lnTo>
                  <a:lnTo>
                    <a:pt x="248644" y="6134687"/>
                  </a:lnTo>
                  <a:lnTo>
                    <a:pt x="248770" y="6134687"/>
                  </a:lnTo>
                  <a:lnTo>
                    <a:pt x="248896" y="6134687"/>
                  </a:lnTo>
                  <a:lnTo>
                    <a:pt x="249023" y="6134687"/>
                  </a:lnTo>
                  <a:lnTo>
                    <a:pt x="249149" y="6134687"/>
                  </a:lnTo>
                  <a:lnTo>
                    <a:pt x="249275" y="6134687"/>
                  </a:lnTo>
                  <a:lnTo>
                    <a:pt x="249401" y="6134687"/>
                  </a:lnTo>
                  <a:lnTo>
                    <a:pt x="249527" y="6134687"/>
                  </a:lnTo>
                  <a:lnTo>
                    <a:pt x="249905" y="6134687"/>
                  </a:lnTo>
                  <a:lnTo>
                    <a:pt x="250031" y="6134687"/>
                  </a:lnTo>
                  <a:lnTo>
                    <a:pt x="250157" y="6134687"/>
                  </a:lnTo>
                  <a:lnTo>
                    <a:pt x="250283" y="6134687"/>
                  </a:lnTo>
                  <a:lnTo>
                    <a:pt x="250662" y="6134687"/>
                  </a:lnTo>
                  <a:lnTo>
                    <a:pt x="250788" y="6134687"/>
                  </a:lnTo>
                  <a:lnTo>
                    <a:pt x="250914" y="6134687"/>
                  </a:lnTo>
                  <a:lnTo>
                    <a:pt x="251040" y="6134687"/>
                  </a:lnTo>
                  <a:lnTo>
                    <a:pt x="251166" y="6134687"/>
                  </a:lnTo>
                  <a:lnTo>
                    <a:pt x="251292" y="6134687"/>
                  </a:lnTo>
                  <a:lnTo>
                    <a:pt x="251418" y="6134687"/>
                  </a:lnTo>
                  <a:lnTo>
                    <a:pt x="251544" y="6134687"/>
                  </a:lnTo>
                  <a:lnTo>
                    <a:pt x="251796" y="6134687"/>
                  </a:lnTo>
                  <a:lnTo>
                    <a:pt x="251923" y="6134687"/>
                  </a:lnTo>
                  <a:lnTo>
                    <a:pt x="252049" y="6134687"/>
                  </a:lnTo>
                  <a:lnTo>
                    <a:pt x="252049" y="6129408"/>
                  </a:lnTo>
                  <a:lnTo>
                    <a:pt x="252175" y="6129408"/>
                  </a:lnTo>
                  <a:lnTo>
                    <a:pt x="252427" y="6129408"/>
                  </a:lnTo>
                  <a:lnTo>
                    <a:pt x="252553" y="6129408"/>
                  </a:lnTo>
                  <a:lnTo>
                    <a:pt x="252679" y="6129408"/>
                  </a:lnTo>
                  <a:lnTo>
                    <a:pt x="252805" y="6129408"/>
                  </a:lnTo>
                  <a:lnTo>
                    <a:pt x="252931" y="6129408"/>
                  </a:lnTo>
                  <a:lnTo>
                    <a:pt x="253057" y="6129408"/>
                  </a:lnTo>
                  <a:lnTo>
                    <a:pt x="253183" y="6124128"/>
                  </a:lnTo>
                  <a:lnTo>
                    <a:pt x="253310" y="6124128"/>
                  </a:lnTo>
                  <a:lnTo>
                    <a:pt x="253436" y="6124128"/>
                  </a:lnTo>
                  <a:lnTo>
                    <a:pt x="253562" y="6124128"/>
                  </a:lnTo>
                  <a:lnTo>
                    <a:pt x="253688" y="6124128"/>
                  </a:lnTo>
                  <a:lnTo>
                    <a:pt x="253814" y="6124128"/>
                  </a:lnTo>
                  <a:lnTo>
                    <a:pt x="254066" y="6124128"/>
                  </a:lnTo>
                  <a:lnTo>
                    <a:pt x="254192" y="6124128"/>
                  </a:lnTo>
                  <a:lnTo>
                    <a:pt x="254318" y="6124128"/>
                  </a:lnTo>
                  <a:lnTo>
                    <a:pt x="254444" y="6124128"/>
                  </a:lnTo>
                  <a:lnTo>
                    <a:pt x="254696" y="6124128"/>
                  </a:lnTo>
                  <a:lnTo>
                    <a:pt x="254823" y="6124128"/>
                  </a:lnTo>
                  <a:lnTo>
                    <a:pt x="254949" y="6124128"/>
                  </a:lnTo>
                  <a:lnTo>
                    <a:pt x="255075" y="6124128"/>
                  </a:lnTo>
                  <a:lnTo>
                    <a:pt x="255201" y="6124128"/>
                  </a:lnTo>
                  <a:lnTo>
                    <a:pt x="255327" y="6124128"/>
                  </a:lnTo>
                  <a:lnTo>
                    <a:pt x="255453" y="6124128"/>
                  </a:lnTo>
                  <a:lnTo>
                    <a:pt x="255579" y="6124128"/>
                  </a:lnTo>
                  <a:lnTo>
                    <a:pt x="255705" y="6124128"/>
                  </a:lnTo>
                  <a:lnTo>
                    <a:pt x="255831" y="6124128"/>
                  </a:lnTo>
                  <a:lnTo>
                    <a:pt x="256083" y="6124128"/>
                  </a:lnTo>
                  <a:lnTo>
                    <a:pt x="256210" y="6124128"/>
                  </a:lnTo>
                  <a:lnTo>
                    <a:pt x="256336" y="6124128"/>
                  </a:lnTo>
                  <a:lnTo>
                    <a:pt x="256462" y="6124128"/>
                  </a:lnTo>
                  <a:lnTo>
                    <a:pt x="256588" y="6124128"/>
                  </a:lnTo>
                  <a:lnTo>
                    <a:pt x="256714" y="6124128"/>
                  </a:lnTo>
                  <a:lnTo>
                    <a:pt x="256840" y="6124128"/>
                  </a:lnTo>
                  <a:lnTo>
                    <a:pt x="256966" y="6124128"/>
                  </a:lnTo>
                  <a:lnTo>
                    <a:pt x="257092" y="6124128"/>
                  </a:lnTo>
                  <a:lnTo>
                    <a:pt x="257218" y="6124128"/>
                  </a:lnTo>
                  <a:lnTo>
                    <a:pt x="257344" y="6124128"/>
                  </a:lnTo>
                  <a:lnTo>
                    <a:pt x="257470" y="6124128"/>
                  </a:lnTo>
                  <a:lnTo>
                    <a:pt x="257597" y="6124128"/>
                  </a:lnTo>
                  <a:lnTo>
                    <a:pt x="257849" y="6124128"/>
                  </a:lnTo>
                  <a:lnTo>
                    <a:pt x="258101" y="6124128"/>
                  </a:lnTo>
                  <a:lnTo>
                    <a:pt x="258227" y="6124128"/>
                  </a:lnTo>
                  <a:lnTo>
                    <a:pt x="258353" y="6124128"/>
                  </a:lnTo>
                  <a:lnTo>
                    <a:pt x="258479" y="6124128"/>
                  </a:lnTo>
                  <a:lnTo>
                    <a:pt x="258605" y="6124128"/>
                  </a:lnTo>
                  <a:lnTo>
                    <a:pt x="258731" y="6124128"/>
                  </a:lnTo>
                  <a:lnTo>
                    <a:pt x="258857" y="6124128"/>
                  </a:lnTo>
                  <a:lnTo>
                    <a:pt x="258983" y="6124128"/>
                  </a:lnTo>
                  <a:lnTo>
                    <a:pt x="259110" y="6124128"/>
                  </a:lnTo>
                  <a:lnTo>
                    <a:pt x="259236" y="6124128"/>
                  </a:lnTo>
                  <a:lnTo>
                    <a:pt x="259362" y="6124128"/>
                  </a:lnTo>
                  <a:lnTo>
                    <a:pt x="259488" y="6124128"/>
                  </a:lnTo>
                  <a:lnTo>
                    <a:pt x="259614" y="6124128"/>
                  </a:lnTo>
                  <a:lnTo>
                    <a:pt x="259740" y="6124128"/>
                  </a:lnTo>
                  <a:lnTo>
                    <a:pt x="259866" y="6124128"/>
                  </a:lnTo>
                  <a:lnTo>
                    <a:pt x="260118" y="6124128"/>
                  </a:lnTo>
                  <a:lnTo>
                    <a:pt x="260244" y="6124128"/>
                  </a:lnTo>
                  <a:lnTo>
                    <a:pt x="260370" y="6124128"/>
                  </a:lnTo>
                  <a:lnTo>
                    <a:pt x="260749" y="6124128"/>
                  </a:lnTo>
                  <a:lnTo>
                    <a:pt x="260875" y="6124128"/>
                  </a:lnTo>
                  <a:lnTo>
                    <a:pt x="261001" y="6124128"/>
                  </a:lnTo>
                  <a:lnTo>
                    <a:pt x="261127" y="6124128"/>
                  </a:lnTo>
                  <a:lnTo>
                    <a:pt x="261253" y="6124128"/>
                  </a:lnTo>
                  <a:lnTo>
                    <a:pt x="261379" y="6124128"/>
                  </a:lnTo>
                  <a:lnTo>
                    <a:pt x="261505" y="6124128"/>
                  </a:lnTo>
                  <a:lnTo>
                    <a:pt x="261631" y="6124128"/>
                  </a:lnTo>
                  <a:lnTo>
                    <a:pt x="261757" y="6124128"/>
                  </a:lnTo>
                  <a:lnTo>
                    <a:pt x="261883" y="6124128"/>
                  </a:lnTo>
                  <a:lnTo>
                    <a:pt x="262136" y="6124128"/>
                  </a:lnTo>
                  <a:lnTo>
                    <a:pt x="262262" y="6124128"/>
                  </a:lnTo>
                  <a:lnTo>
                    <a:pt x="262388" y="6124128"/>
                  </a:lnTo>
                  <a:lnTo>
                    <a:pt x="262514" y="6124128"/>
                  </a:lnTo>
                  <a:lnTo>
                    <a:pt x="262640" y="6124128"/>
                  </a:lnTo>
                  <a:lnTo>
                    <a:pt x="262766" y="6124128"/>
                  </a:lnTo>
                  <a:lnTo>
                    <a:pt x="262892" y="6124128"/>
                  </a:lnTo>
                  <a:lnTo>
                    <a:pt x="263018" y="6124128"/>
                  </a:lnTo>
                  <a:lnTo>
                    <a:pt x="263144" y="6124128"/>
                  </a:lnTo>
                  <a:lnTo>
                    <a:pt x="263270" y="6124128"/>
                  </a:lnTo>
                  <a:lnTo>
                    <a:pt x="263397" y="6124128"/>
                  </a:lnTo>
                  <a:lnTo>
                    <a:pt x="263523" y="6124128"/>
                  </a:lnTo>
                  <a:lnTo>
                    <a:pt x="263649" y="6124128"/>
                  </a:lnTo>
                  <a:lnTo>
                    <a:pt x="263775" y="6124128"/>
                  </a:lnTo>
                  <a:lnTo>
                    <a:pt x="263901" y="6124128"/>
                  </a:lnTo>
                  <a:lnTo>
                    <a:pt x="264027" y="6124128"/>
                  </a:lnTo>
                  <a:lnTo>
                    <a:pt x="264153" y="6124128"/>
                  </a:lnTo>
                  <a:lnTo>
                    <a:pt x="264279" y="6124128"/>
                  </a:lnTo>
                  <a:lnTo>
                    <a:pt x="264531" y="6124128"/>
                  </a:lnTo>
                  <a:lnTo>
                    <a:pt x="264657" y="6124128"/>
                  </a:lnTo>
                  <a:lnTo>
                    <a:pt x="264783" y="6124128"/>
                  </a:lnTo>
                  <a:lnTo>
                    <a:pt x="264910" y="6124128"/>
                  </a:lnTo>
                  <a:lnTo>
                    <a:pt x="265036" y="6124128"/>
                  </a:lnTo>
                  <a:lnTo>
                    <a:pt x="265162" y="6124128"/>
                  </a:lnTo>
                  <a:lnTo>
                    <a:pt x="265288" y="6124128"/>
                  </a:lnTo>
                  <a:lnTo>
                    <a:pt x="265414" y="6124128"/>
                  </a:lnTo>
                  <a:lnTo>
                    <a:pt x="265540" y="6124128"/>
                  </a:lnTo>
                  <a:lnTo>
                    <a:pt x="265666" y="6124128"/>
                  </a:lnTo>
                  <a:lnTo>
                    <a:pt x="265792" y="6124128"/>
                  </a:lnTo>
                  <a:lnTo>
                    <a:pt x="265918" y="6124128"/>
                  </a:lnTo>
                  <a:lnTo>
                    <a:pt x="266044" y="6124128"/>
                  </a:lnTo>
                  <a:lnTo>
                    <a:pt x="266170" y="6124128"/>
                  </a:lnTo>
                  <a:lnTo>
                    <a:pt x="266297" y="6124128"/>
                  </a:lnTo>
                  <a:lnTo>
                    <a:pt x="266423" y="6124128"/>
                  </a:lnTo>
                  <a:lnTo>
                    <a:pt x="266549" y="6124128"/>
                  </a:lnTo>
                  <a:lnTo>
                    <a:pt x="266675" y="6124128"/>
                  </a:lnTo>
                  <a:lnTo>
                    <a:pt x="266801" y="6124128"/>
                  </a:lnTo>
                  <a:lnTo>
                    <a:pt x="266927" y="6124128"/>
                  </a:lnTo>
                  <a:lnTo>
                    <a:pt x="267053" y="6124128"/>
                  </a:lnTo>
                  <a:lnTo>
                    <a:pt x="267179" y="6124128"/>
                  </a:lnTo>
                  <a:lnTo>
                    <a:pt x="267305" y="6124128"/>
                  </a:lnTo>
                  <a:lnTo>
                    <a:pt x="267431" y="6124128"/>
                  </a:lnTo>
                  <a:lnTo>
                    <a:pt x="267684" y="6124128"/>
                  </a:lnTo>
                  <a:lnTo>
                    <a:pt x="267810" y="6124128"/>
                  </a:lnTo>
                  <a:lnTo>
                    <a:pt x="267936" y="6124128"/>
                  </a:lnTo>
                  <a:lnTo>
                    <a:pt x="268062" y="6124128"/>
                  </a:lnTo>
                  <a:lnTo>
                    <a:pt x="268188" y="6124128"/>
                  </a:lnTo>
                  <a:lnTo>
                    <a:pt x="268314" y="6124128"/>
                  </a:lnTo>
                  <a:lnTo>
                    <a:pt x="268440" y="6124128"/>
                  </a:lnTo>
                  <a:lnTo>
                    <a:pt x="268566" y="6124128"/>
                  </a:lnTo>
                  <a:lnTo>
                    <a:pt x="268692" y="6124128"/>
                  </a:lnTo>
                  <a:lnTo>
                    <a:pt x="268818" y="6124128"/>
                  </a:lnTo>
                  <a:lnTo>
                    <a:pt x="268944" y="6124128"/>
                  </a:lnTo>
                  <a:lnTo>
                    <a:pt x="269070" y="6124128"/>
                  </a:lnTo>
                  <a:lnTo>
                    <a:pt x="269197" y="6124128"/>
                  </a:lnTo>
                  <a:lnTo>
                    <a:pt x="269449" y="6124128"/>
                  </a:lnTo>
                  <a:lnTo>
                    <a:pt x="269575" y="6124128"/>
                  </a:lnTo>
                  <a:lnTo>
                    <a:pt x="269701" y="6124128"/>
                  </a:lnTo>
                  <a:lnTo>
                    <a:pt x="269827" y="6124128"/>
                  </a:lnTo>
                  <a:lnTo>
                    <a:pt x="269953" y="6124128"/>
                  </a:lnTo>
                  <a:lnTo>
                    <a:pt x="270079" y="6124128"/>
                  </a:lnTo>
                  <a:lnTo>
                    <a:pt x="270205" y="6124128"/>
                  </a:lnTo>
                  <a:lnTo>
                    <a:pt x="270331" y="6124128"/>
                  </a:lnTo>
                  <a:lnTo>
                    <a:pt x="270457" y="6124128"/>
                  </a:lnTo>
                  <a:lnTo>
                    <a:pt x="270584" y="6124128"/>
                  </a:lnTo>
                  <a:lnTo>
                    <a:pt x="270710" y="6124128"/>
                  </a:lnTo>
                  <a:lnTo>
                    <a:pt x="270836" y="6124128"/>
                  </a:lnTo>
                  <a:lnTo>
                    <a:pt x="270962" y="6124128"/>
                  </a:lnTo>
                  <a:lnTo>
                    <a:pt x="271088" y="6124128"/>
                  </a:lnTo>
                  <a:lnTo>
                    <a:pt x="271340" y="6124128"/>
                  </a:lnTo>
                  <a:lnTo>
                    <a:pt x="271592" y="6124128"/>
                  </a:lnTo>
                  <a:lnTo>
                    <a:pt x="271718" y="6124128"/>
                  </a:lnTo>
                  <a:lnTo>
                    <a:pt x="271844" y="6124128"/>
                  </a:lnTo>
                  <a:lnTo>
                    <a:pt x="272097" y="6124128"/>
                  </a:lnTo>
                  <a:lnTo>
                    <a:pt x="272223" y="6124128"/>
                  </a:lnTo>
                  <a:lnTo>
                    <a:pt x="272349" y="6124128"/>
                  </a:lnTo>
                  <a:lnTo>
                    <a:pt x="272475" y="6124128"/>
                  </a:lnTo>
                  <a:lnTo>
                    <a:pt x="272601" y="6124128"/>
                  </a:lnTo>
                  <a:lnTo>
                    <a:pt x="272727" y="6124128"/>
                  </a:lnTo>
                  <a:lnTo>
                    <a:pt x="272853" y="6124128"/>
                  </a:lnTo>
                  <a:lnTo>
                    <a:pt x="272979" y="6124128"/>
                  </a:lnTo>
                  <a:lnTo>
                    <a:pt x="273357" y="6124128"/>
                  </a:lnTo>
                  <a:lnTo>
                    <a:pt x="273610" y="6124128"/>
                  </a:lnTo>
                  <a:lnTo>
                    <a:pt x="273736" y="6124128"/>
                  </a:lnTo>
                  <a:lnTo>
                    <a:pt x="273862" y="6124128"/>
                  </a:lnTo>
                  <a:lnTo>
                    <a:pt x="273988" y="6124128"/>
                  </a:lnTo>
                  <a:lnTo>
                    <a:pt x="274114" y="6124128"/>
                  </a:lnTo>
                  <a:lnTo>
                    <a:pt x="274240" y="6124128"/>
                  </a:lnTo>
                  <a:lnTo>
                    <a:pt x="274492" y="6124128"/>
                  </a:lnTo>
                  <a:lnTo>
                    <a:pt x="274618" y="6124128"/>
                  </a:lnTo>
                  <a:lnTo>
                    <a:pt x="274744" y="6124128"/>
                  </a:lnTo>
                  <a:lnTo>
                    <a:pt x="274871" y="6124128"/>
                  </a:lnTo>
                  <a:lnTo>
                    <a:pt x="274997" y="6124128"/>
                  </a:lnTo>
                  <a:lnTo>
                    <a:pt x="275123" y="6124128"/>
                  </a:lnTo>
                  <a:lnTo>
                    <a:pt x="275249" y="6124128"/>
                  </a:lnTo>
                  <a:lnTo>
                    <a:pt x="275375" y="6124128"/>
                  </a:lnTo>
                  <a:lnTo>
                    <a:pt x="275501" y="6124128"/>
                  </a:lnTo>
                  <a:lnTo>
                    <a:pt x="275627" y="6124128"/>
                  </a:lnTo>
                  <a:lnTo>
                    <a:pt x="275753" y="6124128"/>
                  </a:lnTo>
                  <a:lnTo>
                    <a:pt x="276005" y="6124128"/>
                  </a:lnTo>
                  <a:lnTo>
                    <a:pt x="276131" y="6124128"/>
                  </a:lnTo>
                  <a:lnTo>
                    <a:pt x="276257" y="6124128"/>
                  </a:lnTo>
                  <a:lnTo>
                    <a:pt x="276384" y="6124128"/>
                  </a:lnTo>
                  <a:lnTo>
                    <a:pt x="276510" y="6124128"/>
                  </a:lnTo>
                  <a:lnTo>
                    <a:pt x="276636" y="6124128"/>
                  </a:lnTo>
                  <a:lnTo>
                    <a:pt x="276762" y="6124128"/>
                  </a:lnTo>
                  <a:lnTo>
                    <a:pt x="276888" y="6124128"/>
                  </a:lnTo>
                  <a:lnTo>
                    <a:pt x="277014" y="6124128"/>
                  </a:lnTo>
                  <a:lnTo>
                    <a:pt x="277140" y="6124128"/>
                  </a:lnTo>
                  <a:lnTo>
                    <a:pt x="277266" y="6124128"/>
                  </a:lnTo>
                  <a:lnTo>
                    <a:pt x="277392" y="6124128"/>
                  </a:lnTo>
                  <a:lnTo>
                    <a:pt x="277518" y="6124128"/>
                  </a:lnTo>
                  <a:lnTo>
                    <a:pt x="277644" y="6124128"/>
                  </a:lnTo>
                  <a:lnTo>
                    <a:pt x="277897" y="6124128"/>
                  </a:lnTo>
                  <a:lnTo>
                    <a:pt x="278023" y="6124128"/>
                  </a:lnTo>
                  <a:lnTo>
                    <a:pt x="278149" y="6124128"/>
                  </a:lnTo>
                  <a:lnTo>
                    <a:pt x="278275" y="6124128"/>
                  </a:lnTo>
                  <a:lnTo>
                    <a:pt x="278401" y="6124128"/>
                  </a:lnTo>
                  <a:lnTo>
                    <a:pt x="278527" y="6124128"/>
                  </a:lnTo>
                  <a:lnTo>
                    <a:pt x="278779" y="6124128"/>
                  </a:lnTo>
                  <a:lnTo>
                    <a:pt x="278905" y="6124128"/>
                  </a:lnTo>
                  <a:lnTo>
                    <a:pt x="279031" y="6124128"/>
                  </a:lnTo>
                  <a:lnTo>
                    <a:pt x="279157" y="6124128"/>
                  </a:lnTo>
                  <a:lnTo>
                    <a:pt x="279284" y="6124128"/>
                  </a:lnTo>
                  <a:lnTo>
                    <a:pt x="279410" y="6124128"/>
                  </a:lnTo>
                  <a:lnTo>
                    <a:pt x="279662" y="6124128"/>
                  </a:lnTo>
                  <a:lnTo>
                    <a:pt x="279788" y="6124128"/>
                  </a:lnTo>
                  <a:lnTo>
                    <a:pt x="279914" y="6124128"/>
                  </a:lnTo>
                  <a:lnTo>
                    <a:pt x="280040" y="6124128"/>
                  </a:lnTo>
                  <a:lnTo>
                    <a:pt x="280166" y="6124128"/>
                  </a:lnTo>
                  <a:lnTo>
                    <a:pt x="280292" y="6124128"/>
                  </a:lnTo>
                  <a:lnTo>
                    <a:pt x="280418" y="6124128"/>
                  </a:lnTo>
                  <a:lnTo>
                    <a:pt x="280544" y="6124128"/>
                  </a:lnTo>
                  <a:lnTo>
                    <a:pt x="280671" y="6124128"/>
                  </a:lnTo>
                  <a:lnTo>
                    <a:pt x="280797" y="6124128"/>
                  </a:lnTo>
                  <a:lnTo>
                    <a:pt x="280923" y="6124128"/>
                  </a:lnTo>
                  <a:lnTo>
                    <a:pt x="281049" y="6124128"/>
                  </a:lnTo>
                  <a:lnTo>
                    <a:pt x="281175" y="6124128"/>
                  </a:lnTo>
                  <a:lnTo>
                    <a:pt x="281301" y="6124128"/>
                  </a:lnTo>
                  <a:lnTo>
                    <a:pt x="281427" y="6124128"/>
                  </a:lnTo>
                  <a:lnTo>
                    <a:pt x="281553" y="6124128"/>
                  </a:lnTo>
                  <a:lnTo>
                    <a:pt x="281679" y="6124128"/>
                  </a:lnTo>
                  <a:lnTo>
                    <a:pt x="281805" y="6124128"/>
                  </a:lnTo>
                  <a:lnTo>
                    <a:pt x="282057" y="6124128"/>
                  </a:lnTo>
                  <a:lnTo>
                    <a:pt x="282310" y="6124128"/>
                  </a:lnTo>
                  <a:lnTo>
                    <a:pt x="282436" y="6124128"/>
                  </a:lnTo>
                  <a:lnTo>
                    <a:pt x="282562" y="6124128"/>
                  </a:lnTo>
                  <a:lnTo>
                    <a:pt x="282688" y="6124128"/>
                  </a:lnTo>
                  <a:lnTo>
                    <a:pt x="282814" y="6124128"/>
                  </a:lnTo>
                  <a:lnTo>
                    <a:pt x="282940" y="6124128"/>
                  </a:lnTo>
                  <a:lnTo>
                    <a:pt x="283066" y="6124128"/>
                  </a:lnTo>
                  <a:lnTo>
                    <a:pt x="283192" y="6124128"/>
                  </a:lnTo>
                  <a:lnTo>
                    <a:pt x="283318" y="6124128"/>
                  </a:lnTo>
                  <a:lnTo>
                    <a:pt x="283444" y="6124128"/>
                  </a:lnTo>
                  <a:lnTo>
                    <a:pt x="283571" y="6124128"/>
                  </a:lnTo>
                  <a:lnTo>
                    <a:pt x="283571" y="6118849"/>
                  </a:lnTo>
                  <a:lnTo>
                    <a:pt x="283697" y="6118849"/>
                  </a:lnTo>
                  <a:lnTo>
                    <a:pt x="283823" y="6118849"/>
                  </a:lnTo>
                  <a:lnTo>
                    <a:pt x="283949" y="6118849"/>
                  </a:lnTo>
                  <a:lnTo>
                    <a:pt x="284075" y="6118849"/>
                  </a:lnTo>
                  <a:lnTo>
                    <a:pt x="284201" y="6118849"/>
                  </a:lnTo>
                  <a:lnTo>
                    <a:pt x="284327" y="6118849"/>
                  </a:lnTo>
                  <a:lnTo>
                    <a:pt x="284453" y="6118849"/>
                  </a:lnTo>
                  <a:lnTo>
                    <a:pt x="284705" y="6118849"/>
                  </a:lnTo>
                  <a:lnTo>
                    <a:pt x="284831" y="6118849"/>
                  </a:lnTo>
                  <a:lnTo>
                    <a:pt x="284958" y="6118849"/>
                  </a:lnTo>
                  <a:lnTo>
                    <a:pt x="285084" y="6118849"/>
                  </a:lnTo>
                  <a:lnTo>
                    <a:pt x="285336" y="6118849"/>
                  </a:lnTo>
                  <a:lnTo>
                    <a:pt x="285462" y="6118849"/>
                  </a:lnTo>
                  <a:lnTo>
                    <a:pt x="285588" y="6118849"/>
                  </a:lnTo>
                  <a:lnTo>
                    <a:pt x="285714" y="6118849"/>
                  </a:lnTo>
                  <a:lnTo>
                    <a:pt x="285840" y="6118849"/>
                  </a:lnTo>
                  <a:lnTo>
                    <a:pt x="285840" y="6113569"/>
                  </a:lnTo>
                  <a:lnTo>
                    <a:pt x="285966" y="6113569"/>
                  </a:lnTo>
                  <a:lnTo>
                    <a:pt x="286092" y="6113569"/>
                  </a:lnTo>
                  <a:lnTo>
                    <a:pt x="286344" y="6113569"/>
                  </a:lnTo>
                  <a:lnTo>
                    <a:pt x="286471" y="6113569"/>
                  </a:lnTo>
                  <a:lnTo>
                    <a:pt x="286597" y="6113569"/>
                  </a:lnTo>
                  <a:lnTo>
                    <a:pt x="286975" y="6113569"/>
                  </a:lnTo>
                  <a:lnTo>
                    <a:pt x="287101" y="6113569"/>
                  </a:lnTo>
                  <a:lnTo>
                    <a:pt x="287227" y="6113569"/>
                  </a:lnTo>
                  <a:lnTo>
                    <a:pt x="287353" y="6113569"/>
                  </a:lnTo>
                  <a:lnTo>
                    <a:pt x="287479" y="6113569"/>
                  </a:lnTo>
                  <a:lnTo>
                    <a:pt x="287605" y="6113569"/>
                  </a:lnTo>
                  <a:lnTo>
                    <a:pt x="287731" y="6113569"/>
                  </a:lnTo>
                  <a:lnTo>
                    <a:pt x="287858" y="6113569"/>
                  </a:lnTo>
                  <a:lnTo>
                    <a:pt x="288236" y="6113569"/>
                  </a:lnTo>
                  <a:lnTo>
                    <a:pt x="288362" y="6113569"/>
                  </a:lnTo>
                  <a:lnTo>
                    <a:pt x="288488" y="6113569"/>
                  </a:lnTo>
                  <a:lnTo>
                    <a:pt x="288614" y="6113569"/>
                  </a:lnTo>
                  <a:lnTo>
                    <a:pt x="288740" y="6113569"/>
                  </a:lnTo>
                  <a:lnTo>
                    <a:pt x="288866" y="6113569"/>
                  </a:lnTo>
                  <a:lnTo>
                    <a:pt x="288992" y="6113569"/>
                  </a:lnTo>
                  <a:lnTo>
                    <a:pt x="289118" y="6113569"/>
                  </a:lnTo>
                  <a:lnTo>
                    <a:pt x="289244" y="6113569"/>
                  </a:lnTo>
                  <a:lnTo>
                    <a:pt x="289497" y="6113569"/>
                  </a:lnTo>
                  <a:lnTo>
                    <a:pt x="289623" y="6113569"/>
                  </a:lnTo>
                  <a:lnTo>
                    <a:pt x="289749" y="6113569"/>
                  </a:lnTo>
                  <a:lnTo>
                    <a:pt x="289875" y="6113569"/>
                  </a:lnTo>
                  <a:lnTo>
                    <a:pt x="290001" y="6113569"/>
                  </a:lnTo>
                  <a:lnTo>
                    <a:pt x="290253" y="6113569"/>
                  </a:lnTo>
                  <a:lnTo>
                    <a:pt x="290379" y="6113569"/>
                  </a:lnTo>
                  <a:lnTo>
                    <a:pt x="290505" y="6113569"/>
                  </a:lnTo>
                  <a:lnTo>
                    <a:pt x="290631" y="6113569"/>
                  </a:lnTo>
                  <a:lnTo>
                    <a:pt x="290758" y="6113569"/>
                  </a:lnTo>
                  <a:lnTo>
                    <a:pt x="290884" y="6113569"/>
                  </a:lnTo>
                  <a:lnTo>
                    <a:pt x="291010" y="6113569"/>
                  </a:lnTo>
                  <a:lnTo>
                    <a:pt x="291136" y="6113569"/>
                  </a:lnTo>
                  <a:lnTo>
                    <a:pt x="291262" y="6113569"/>
                  </a:lnTo>
                  <a:lnTo>
                    <a:pt x="291388" y="6113569"/>
                  </a:lnTo>
                  <a:lnTo>
                    <a:pt x="291514" y="6113569"/>
                  </a:lnTo>
                  <a:lnTo>
                    <a:pt x="291640" y="6113569"/>
                  </a:lnTo>
                  <a:lnTo>
                    <a:pt x="291766" y="6113569"/>
                  </a:lnTo>
                  <a:lnTo>
                    <a:pt x="291892" y="6113569"/>
                  </a:lnTo>
                  <a:lnTo>
                    <a:pt x="292018" y="6113569"/>
                  </a:lnTo>
                  <a:lnTo>
                    <a:pt x="292397" y="6113569"/>
                  </a:lnTo>
                  <a:lnTo>
                    <a:pt x="292649" y="6113569"/>
                  </a:lnTo>
                  <a:lnTo>
                    <a:pt x="292775" y="6113569"/>
                  </a:lnTo>
                  <a:lnTo>
                    <a:pt x="292901" y="6113569"/>
                  </a:lnTo>
                  <a:lnTo>
                    <a:pt x="293153" y="6113569"/>
                  </a:lnTo>
                  <a:lnTo>
                    <a:pt x="293279" y="6113569"/>
                  </a:lnTo>
                  <a:lnTo>
                    <a:pt x="293405" y="6113569"/>
                  </a:lnTo>
                  <a:lnTo>
                    <a:pt x="293531" y="6113569"/>
                  </a:lnTo>
                  <a:lnTo>
                    <a:pt x="293658" y="6113569"/>
                  </a:lnTo>
                  <a:lnTo>
                    <a:pt x="293784" y="6113569"/>
                  </a:lnTo>
                  <a:lnTo>
                    <a:pt x="293910" y="6113569"/>
                  </a:lnTo>
                  <a:lnTo>
                    <a:pt x="294036" y="6113569"/>
                  </a:lnTo>
                  <a:lnTo>
                    <a:pt x="294288" y="6113569"/>
                  </a:lnTo>
                  <a:lnTo>
                    <a:pt x="294414" y="6113569"/>
                  </a:lnTo>
                  <a:lnTo>
                    <a:pt x="294540" y="6113569"/>
                  </a:lnTo>
                  <a:lnTo>
                    <a:pt x="294666" y="6113569"/>
                  </a:lnTo>
                  <a:lnTo>
                    <a:pt x="294792" y="6113569"/>
                  </a:lnTo>
                  <a:lnTo>
                    <a:pt x="294918" y="6113569"/>
                  </a:lnTo>
                  <a:lnTo>
                    <a:pt x="295045" y="6113569"/>
                  </a:lnTo>
                  <a:lnTo>
                    <a:pt x="295297" y="6113569"/>
                  </a:lnTo>
                  <a:lnTo>
                    <a:pt x="295423" y="6113569"/>
                  </a:lnTo>
                  <a:lnTo>
                    <a:pt x="295675" y="6113569"/>
                  </a:lnTo>
                  <a:lnTo>
                    <a:pt x="295801" y="6113569"/>
                  </a:lnTo>
                  <a:lnTo>
                    <a:pt x="295927" y="6113569"/>
                  </a:lnTo>
                  <a:lnTo>
                    <a:pt x="296179" y="6113569"/>
                  </a:lnTo>
                  <a:lnTo>
                    <a:pt x="296305" y="6113569"/>
                  </a:lnTo>
                  <a:lnTo>
                    <a:pt x="296431" y="6113569"/>
                  </a:lnTo>
                  <a:lnTo>
                    <a:pt x="296558" y="6113569"/>
                  </a:lnTo>
                  <a:lnTo>
                    <a:pt x="296684" y="6113569"/>
                  </a:lnTo>
                  <a:lnTo>
                    <a:pt x="296810" y="6113569"/>
                  </a:lnTo>
                  <a:lnTo>
                    <a:pt x="296936" y="6113569"/>
                  </a:lnTo>
                  <a:lnTo>
                    <a:pt x="297062" y="6113569"/>
                  </a:lnTo>
                  <a:lnTo>
                    <a:pt x="297062" y="6108290"/>
                  </a:lnTo>
                  <a:lnTo>
                    <a:pt x="297314" y="6108290"/>
                  </a:lnTo>
                  <a:lnTo>
                    <a:pt x="297440" y="6108290"/>
                  </a:lnTo>
                  <a:lnTo>
                    <a:pt x="297566" y="6108290"/>
                  </a:lnTo>
                  <a:lnTo>
                    <a:pt x="297692" y="6108290"/>
                  </a:lnTo>
                  <a:lnTo>
                    <a:pt x="297818" y="6108290"/>
                  </a:lnTo>
                  <a:lnTo>
                    <a:pt x="297945" y="6108290"/>
                  </a:lnTo>
                  <a:lnTo>
                    <a:pt x="298071" y="6108290"/>
                  </a:lnTo>
                  <a:lnTo>
                    <a:pt x="298071" y="6103011"/>
                  </a:lnTo>
                  <a:lnTo>
                    <a:pt x="298197" y="6103011"/>
                  </a:lnTo>
                  <a:lnTo>
                    <a:pt x="298323" y="6103011"/>
                  </a:lnTo>
                  <a:lnTo>
                    <a:pt x="298449" y="6103011"/>
                  </a:lnTo>
                  <a:lnTo>
                    <a:pt x="298575" y="6103011"/>
                  </a:lnTo>
                  <a:lnTo>
                    <a:pt x="298701" y="6103011"/>
                  </a:lnTo>
                  <a:lnTo>
                    <a:pt x="298827" y="6103011"/>
                  </a:lnTo>
                  <a:lnTo>
                    <a:pt x="298953" y="6103011"/>
                  </a:lnTo>
                  <a:lnTo>
                    <a:pt x="299079" y="6103011"/>
                  </a:lnTo>
                  <a:lnTo>
                    <a:pt x="299205" y="6103011"/>
                  </a:lnTo>
                  <a:lnTo>
                    <a:pt x="299458" y="6103011"/>
                  </a:lnTo>
                  <a:lnTo>
                    <a:pt x="299584" y="6103011"/>
                  </a:lnTo>
                  <a:lnTo>
                    <a:pt x="299710" y="6103011"/>
                  </a:lnTo>
                  <a:lnTo>
                    <a:pt x="299836" y="6103011"/>
                  </a:lnTo>
                  <a:lnTo>
                    <a:pt x="300088" y="6103011"/>
                  </a:lnTo>
                  <a:lnTo>
                    <a:pt x="300214" y="6103011"/>
                  </a:lnTo>
                  <a:lnTo>
                    <a:pt x="300340" y="6103011"/>
                  </a:lnTo>
                  <a:lnTo>
                    <a:pt x="301223" y="6097731"/>
                  </a:lnTo>
                  <a:lnTo>
                    <a:pt x="301349" y="6092452"/>
                  </a:lnTo>
                  <a:lnTo>
                    <a:pt x="301475" y="6092452"/>
                  </a:lnTo>
                  <a:lnTo>
                    <a:pt x="301601" y="6092452"/>
                  </a:lnTo>
                  <a:lnTo>
                    <a:pt x="301727" y="6092452"/>
                  </a:lnTo>
                  <a:lnTo>
                    <a:pt x="301853" y="6092452"/>
                  </a:lnTo>
                  <a:lnTo>
                    <a:pt x="301979" y="6092452"/>
                  </a:lnTo>
                  <a:lnTo>
                    <a:pt x="302105" y="6092452"/>
                  </a:lnTo>
                  <a:lnTo>
                    <a:pt x="302232" y="6092452"/>
                  </a:lnTo>
                  <a:lnTo>
                    <a:pt x="302358" y="6092452"/>
                  </a:lnTo>
                  <a:lnTo>
                    <a:pt x="302484" y="6092452"/>
                  </a:lnTo>
                  <a:lnTo>
                    <a:pt x="302610" y="6092452"/>
                  </a:lnTo>
                  <a:lnTo>
                    <a:pt x="302736" y="6092452"/>
                  </a:lnTo>
                  <a:lnTo>
                    <a:pt x="302862" y="6092452"/>
                  </a:lnTo>
                  <a:lnTo>
                    <a:pt x="302988" y="6092452"/>
                  </a:lnTo>
                  <a:lnTo>
                    <a:pt x="303114" y="6092452"/>
                  </a:lnTo>
                  <a:lnTo>
                    <a:pt x="303240" y="6092452"/>
                  </a:lnTo>
                  <a:lnTo>
                    <a:pt x="303366" y="6092452"/>
                  </a:lnTo>
                  <a:lnTo>
                    <a:pt x="303618" y="6092452"/>
                  </a:lnTo>
                  <a:lnTo>
                    <a:pt x="303745" y="6092452"/>
                  </a:lnTo>
                  <a:lnTo>
                    <a:pt x="303871" y="6092452"/>
                  </a:lnTo>
                  <a:lnTo>
                    <a:pt x="303997" y="6092452"/>
                  </a:lnTo>
                  <a:lnTo>
                    <a:pt x="304123" y="6092452"/>
                  </a:lnTo>
                  <a:lnTo>
                    <a:pt x="304249" y="6092452"/>
                  </a:lnTo>
                  <a:lnTo>
                    <a:pt x="304375" y="6092452"/>
                  </a:lnTo>
                  <a:lnTo>
                    <a:pt x="304501" y="6092452"/>
                  </a:lnTo>
                  <a:lnTo>
                    <a:pt x="304627" y="6092452"/>
                  </a:lnTo>
                  <a:lnTo>
                    <a:pt x="304753" y="6092452"/>
                  </a:lnTo>
                  <a:lnTo>
                    <a:pt x="304879" y="6092452"/>
                  </a:lnTo>
                  <a:lnTo>
                    <a:pt x="305005" y="6092452"/>
                  </a:lnTo>
                  <a:lnTo>
                    <a:pt x="305258" y="6092452"/>
                  </a:lnTo>
                  <a:lnTo>
                    <a:pt x="305384" y="6092452"/>
                  </a:lnTo>
                  <a:lnTo>
                    <a:pt x="305510" y="6092452"/>
                  </a:lnTo>
                  <a:lnTo>
                    <a:pt x="305636" y="6092452"/>
                  </a:lnTo>
                  <a:lnTo>
                    <a:pt x="305762" y="6092452"/>
                  </a:lnTo>
                  <a:lnTo>
                    <a:pt x="305888" y="6092452"/>
                  </a:lnTo>
                  <a:lnTo>
                    <a:pt x="306014" y="6092452"/>
                  </a:lnTo>
                  <a:lnTo>
                    <a:pt x="306140" y="6092452"/>
                  </a:lnTo>
                  <a:lnTo>
                    <a:pt x="306266" y="6092452"/>
                  </a:lnTo>
                  <a:lnTo>
                    <a:pt x="306392" y="6092452"/>
                  </a:lnTo>
                  <a:lnTo>
                    <a:pt x="306518" y="6092452"/>
                  </a:lnTo>
                  <a:lnTo>
                    <a:pt x="306645" y="6092452"/>
                  </a:lnTo>
                  <a:lnTo>
                    <a:pt x="306771" y="6092452"/>
                  </a:lnTo>
                  <a:lnTo>
                    <a:pt x="306897" y="6092452"/>
                  </a:lnTo>
                  <a:lnTo>
                    <a:pt x="307023" y="6092452"/>
                  </a:lnTo>
                  <a:lnTo>
                    <a:pt x="307149" y="6092452"/>
                  </a:lnTo>
                  <a:lnTo>
                    <a:pt x="307275" y="6092452"/>
                  </a:lnTo>
                  <a:lnTo>
                    <a:pt x="307401" y="6092452"/>
                  </a:lnTo>
                  <a:lnTo>
                    <a:pt x="307527" y="6092452"/>
                  </a:lnTo>
                  <a:lnTo>
                    <a:pt x="307779" y="6092452"/>
                  </a:lnTo>
                  <a:lnTo>
                    <a:pt x="307905" y="6092452"/>
                  </a:lnTo>
                  <a:lnTo>
                    <a:pt x="308032" y="6092452"/>
                  </a:lnTo>
                  <a:lnTo>
                    <a:pt x="308158" y="6092452"/>
                  </a:lnTo>
                  <a:lnTo>
                    <a:pt x="308284" y="6092452"/>
                  </a:lnTo>
                  <a:lnTo>
                    <a:pt x="308536" y="6092452"/>
                  </a:lnTo>
                  <a:lnTo>
                    <a:pt x="308788" y="6092452"/>
                  </a:lnTo>
                  <a:lnTo>
                    <a:pt x="308914" y="6092452"/>
                  </a:lnTo>
                  <a:lnTo>
                    <a:pt x="309040" y="6092452"/>
                  </a:lnTo>
                  <a:lnTo>
                    <a:pt x="309166" y="6092452"/>
                  </a:lnTo>
                  <a:lnTo>
                    <a:pt x="309292" y="6092452"/>
                  </a:lnTo>
                  <a:lnTo>
                    <a:pt x="309419" y="6092452"/>
                  </a:lnTo>
                  <a:lnTo>
                    <a:pt x="309545" y="6092452"/>
                  </a:lnTo>
                  <a:lnTo>
                    <a:pt x="309671" y="6092452"/>
                  </a:lnTo>
                  <a:lnTo>
                    <a:pt x="309923" y="6092452"/>
                  </a:lnTo>
                  <a:lnTo>
                    <a:pt x="310049" y="6092452"/>
                  </a:lnTo>
                  <a:lnTo>
                    <a:pt x="310175" y="6092452"/>
                  </a:lnTo>
                  <a:lnTo>
                    <a:pt x="310301" y="6092452"/>
                  </a:lnTo>
                  <a:lnTo>
                    <a:pt x="310427" y="6092452"/>
                  </a:lnTo>
                  <a:lnTo>
                    <a:pt x="310553" y="6092452"/>
                  </a:lnTo>
                  <a:lnTo>
                    <a:pt x="310679" y="6092452"/>
                  </a:lnTo>
                  <a:lnTo>
                    <a:pt x="310805" y="6092452"/>
                  </a:lnTo>
                  <a:lnTo>
                    <a:pt x="310932" y="6092452"/>
                  </a:lnTo>
                  <a:lnTo>
                    <a:pt x="311058" y="6092452"/>
                  </a:lnTo>
                  <a:lnTo>
                    <a:pt x="311184" y="6092452"/>
                  </a:lnTo>
                  <a:lnTo>
                    <a:pt x="311310" y="6092452"/>
                  </a:lnTo>
                  <a:lnTo>
                    <a:pt x="311436" y="6092452"/>
                  </a:lnTo>
                  <a:lnTo>
                    <a:pt x="311562" y="6092452"/>
                  </a:lnTo>
                  <a:lnTo>
                    <a:pt x="311688" y="6092452"/>
                  </a:lnTo>
                  <a:lnTo>
                    <a:pt x="311814" y="6092452"/>
                  </a:lnTo>
                  <a:lnTo>
                    <a:pt x="312066" y="6092452"/>
                  </a:lnTo>
                  <a:lnTo>
                    <a:pt x="312192" y="6092452"/>
                  </a:lnTo>
                  <a:lnTo>
                    <a:pt x="312319" y="6092452"/>
                  </a:lnTo>
                  <a:lnTo>
                    <a:pt x="312445" y="6092452"/>
                  </a:lnTo>
                  <a:lnTo>
                    <a:pt x="312571" y="6092452"/>
                  </a:lnTo>
                  <a:lnTo>
                    <a:pt x="312697" y="6092452"/>
                  </a:lnTo>
                  <a:lnTo>
                    <a:pt x="312823" y="6092452"/>
                  </a:lnTo>
                  <a:lnTo>
                    <a:pt x="312949" y="6092452"/>
                  </a:lnTo>
                  <a:lnTo>
                    <a:pt x="313075" y="6092452"/>
                  </a:lnTo>
                  <a:lnTo>
                    <a:pt x="313201" y="6092452"/>
                  </a:lnTo>
                  <a:lnTo>
                    <a:pt x="313453" y="6092452"/>
                  </a:lnTo>
                  <a:lnTo>
                    <a:pt x="313705" y="6092452"/>
                  </a:lnTo>
                  <a:lnTo>
                    <a:pt x="313832" y="6092452"/>
                  </a:lnTo>
                  <a:lnTo>
                    <a:pt x="313958" y="6092452"/>
                  </a:lnTo>
                  <a:lnTo>
                    <a:pt x="314084" y="6092452"/>
                  </a:lnTo>
                  <a:lnTo>
                    <a:pt x="314210" y="6092452"/>
                  </a:lnTo>
                  <a:lnTo>
                    <a:pt x="314336" y="6092452"/>
                  </a:lnTo>
                  <a:lnTo>
                    <a:pt x="314462" y="6092452"/>
                  </a:lnTo>
                  <a:lnTo>
                    <a:pt x="314588" y="6092452"/>
                  </a:lnTo>
                  <a:lnTo>
                    <a:pt x="314714" y="6092452"/>
                  </a:lnTo>
                  <a:lnTo>
                    <a:pt x="314966" y="6092452"/>
                  </a:lnTo>
                  <a:lnTo>
                    <a:pt x="315092" y="6092452"/>
                  </a:lnTo>
                  <a:lnTo>
                    <a:pt x="315219" y="6092452"/>
                  </a:lnTo>
                  <a:lnTo>
                    <a:pt x="315345" y="6092452"/>
                  </a:lnTo>
                  <a:lnTo>
                    <a:pt x="315597" y="6092452"/>
                  </a:lnTo>
                  <a:lnTo>
                    <a:pt x="315723" y="6092452"/>
                  </a:lnTo>
                  <a:lnTo>
                    <a:pt x="315849" y="6092452"/>
                  </a:lnTo>
                  <a:lnTo>
                    <a:pt x="315975" y="6092452"/>
                  </a:lnTo>
                  <a:lnTo>
                    <a:pt x="316101" y="6092452"/>
                  </a:lnTo>
                  <a:lnTo>
                    <a:pt x="316227" y="6092452"/>
                  </a:lnTo>
                  <a:lnTo>
                    <a:pt x="316353" y="6092452"/>
                  </a:lnTo>
                  <a:lnTo>
                    <a:pt x="316479" y="6092452"/>
                  </a:lnTo>
                  <a:lnTo>
                    <a:pt x="316732" y="6092452"/>
                  </a:lnTo>
                  <a:lnTo>
                    <a:pt x="316858" y="6092452"/>
                  </a:lnTo>
                  <a:lnTo>
                    <a:pt x="316984" y="6092452"/>
                  </a:lnTo>
                  <a:lnTo>
                    <a:pt x="317110" y="6092452"/>
                  </a:lnTo>
                  <a:lnTo>
                    <a:pt x="317236" y="6092452"/>
                  </a:lnTo>
                  <a:lnTo>
                    <a:pt x="317614" y="6092452"/>
                  </a:lnTo>
                  <a:lnTo>
                    <a:pt x="317740" y="6092452"/>
                  </a:lnTo>
                  <a:lnTo>
                    <a:pt x="317866" y="6092452"/>
                  </a:lnTo>
                  <a:lnTo>
                    <a:pt x="317992" y="6092452"/>
                  </a:lnTo>
                  <a:lnTo>
                    <a:pt x="318119" y="6092452"/>
                  </a:lnTo>
                  <a:lnTo>
                    <a:pt x="318245" y="6092452"/>
                  </a:lnTo>
                  <a:lnTo>
                    <a:pt x="318371" y="6092452"/>
                  </a:lnTo>
                  <a:lnTo>
                    <a:pt x="318497" y="6092452"/>
                  </a:lnTo>
                  <a:lnTo>
                    <a:pt x="318623" y="6092452"/>
                  </a:lnTo>
                  <a:lnTo>
                    <a:pt x="318749" y="6092452"/>
                  </a:lnTo>
                  <a:lnTo>
                    <a:pt x="318875" y="6092452"/>
                  </a:lnTo>
                  <a:lnTo>
                    <a:pt x="319001" y="6092452"/>
                  </a:lnTo>
                  <a:lnTo>
                    <a:pt x="319127" y="6092452"/>
                  </a:lnTo>
                  <a:lnTo>
                    <a:pt x="319253" y="6092452"/>
                  </a:lnTo>
                  <a:lnTo>
                    <a:pt x="319379" y="6092452"/>
                  </a:lnTo>
                  <a:lnTo>
                    <a:pt x="319506" y="6092452"/>
                  </a:lnTo>
                  <a:lnTo>
                    <a:pt x="319632" y="6087172"/>
                  </a:lnTo>
                  <a:lnTo>
                    <a:pt x="319758" y="6087172"/>
                  </a:lnTo>
                  <a:lnTo>
                    <a:pt x="319884" y="6087172"/>
                  </a:lnTo>
                  <a:lnTo>
                    <a:pt x="320010" y="6087172"/>
                  </a:lnTo>
                  <a:lnTo>
                    <a:pt x="320136" y="6087172"/>
                  </a:lnTo>
                  <a:lnTo>
                    <a:pt x="320262" y="6087172"/>
                  </a:lnTo>
                  <a:lnTo>
                    <a:pt x="320388" y="6087172"/>
                  </a:lnTo>
                  <a:lnTo>
                    <a:pt x="320514" y="6087172"/>
                  </a:lnTo>
                  <a:lnTo>
                    <a:pt x="320640" y="6087172"/>
                  </a:lnTo>
                  <a:lnTo>
                    <a:pt x="320766" y="6087172"/>
                  </a:lnTo>
                  <a:lnTo>
                    <a:pt x="321145" y="6087172"/>
                  </a:lnTo>
                  <a:lnTo>
                    <a:pt x="321397" y="6087172"/>
                  </a:lnTo>
                  <a:lnTo>
                    <a:pt x="321523" y="6087172"/>
                  </a:lnTo>
                  <a:lnTo>
                    <a:pt x="321649" y="6087172"/>
                  </a:lnTo>
                  <a:lnTo>
                    <a:pt x="321775" y="6087172"/>
                  </a:lnTo>
                  <a:lnTo>
                    <a:pt x="321901" y="6087172"/>
                  </a:lnTo>
                  <a:lnTo>
                    <a:pt x="322027" y="6087172"/>
                  </a:lnTo>
                  <a:lnTo>
                    <a:pt x="322153" y="6087172"/>
                  </a:lnTo>
                  <a:lnTo>
                    <a:pt x="322279" y="6087172"/>
                  </a:lnTo>
                  <a:lnTo>
                    <a:pt x="322406" y="6087172"/>
                  </a:lnTo>
                  <a:lnTo>
                    <a:pt x="322532" y="6087172"/>
                  </a:lnTo>
                  <a:lnTo>
                    <a:pt x="323036" y="6087172"/>
                  </a:lnTo>
                  <a:lnTo>
                    <a:pt x="323162" y="6087172"/>
                  </a:lnTo>
                  <a:lnTo>
                    <a:pt x="323288" y="6087172"/>
                  </a:lnTo>
                  <a:lnTo>
                    <a:pt x="323414" y="6087172"/>
                  </a:lnTo>
                  <a:lnTo>
                    <a:pt x="323540" y="6087172"/>
                  </a:lnTo>
                  <a:lnTo>
                    <a:pt x="323666" y="6087172"/>
                  </a:lnTo>
                  <a:lnTo>
                    <a:pt x="323919" y="6087172"/>
                  </a:lnTo>
                  <a:lnTo>
                    <a:pt x="323919" y="6081893"/>
                  </a:lnTo>
                  <a:lnTo>
                    <a:pt x="324045" y="6081893"/>
                  </a:lnTo>
                  <a:lnTo>
                    <a:pt x="324045" y="6076613"/>
                  </a:lnTo>
                  <a:lnTo>
                    <a:pt x="324171" y="6076613"/>
                  </a:lnTo>
                  <a:lnTo>
                    <a:pt x="324297" y="6076613"/>
                  </a:lnTo>
                  <a:lnTo>
                    <a:pt x="324549" y="6076613"/>
                  </a:lnTo>
                  <a:lnTo>
                    <a:pt x="324675" y="6076613"/>
                  </a:lnTo>
                  <a:lnTo>
                    <a:pt x="324801" y="6076613"/>
                  </a:lnTo>
                  <a:lnTo>
                    <a:pt x="324927" y="6076613"/>
                  </a:lnTo>
                  <a:lnTo>
                    <a:pt x="325053" y="6076613"/>
                  </a:lnTo>
                  <a:lnTo>
                    <a:pt x="325179" y="6076613"/>
                  </a:lnTo>
                  <a:lnTo>
                    <a:pt x="325306" y="6076613"/>
                  </a:lnTo>
                  <a:lnTo>
                    <a:pt x="325432" y="6076613"/>
                  </a:lnTo>
                  <a:lnTo>
                    <a:pt x="325558" y="6076613"/>
                  </a:lnTo>
                  <a:lnTo>
                    <a:pt x="325684" y="6076613"/>
                  </a:lnTo>
                  <a:lnTo>
                    <a:pt x="325810" y="6076613"/>
                  </a:lnTo>
                  <a:lnTo>
                    <a:pt x="325936" y="6076613"/>
                  </a:lnTo>
                  <a:lnTo>
                    <a:pt x="326062" y="6076613"/>
                  </a:lnTo>
                  <a:lnTo>
                    <a:pt x="326188" y="6076613"/>
                  </a:lnTo>
                  <a:lnTo>
                    <a:pt x="326314" y="6076613"/>
                  </a:lnTo>
                  <a:lnTo>
                    <a:pt x="326440" y="6076613"/>
                  </a:lnTo>
                  <a:lnTo>
                    <a:pt x="326693" y="6076613"/>
                  </a:lnTo>
                  <a:lnTo>
                    <a:pt x="326819" y="6076613"/>
                  </a:lnTo>
                  <a:lnTo>
                    <a:pt x="326945" y="6076613"/>
                  </a:lnTo>
                  <a:lnTo>
                    <a:pt x="327071" y="6076613"/>
                  </a:lnTo>
                  <a:lnTo>
                    <a:pt x="327197" y="6076613"/>
                  </a:lnTo>
                  <a:lnTo>
                    <a:pt x="327323" y="6076613"/>
                  </a:lnTo>
                  <a:lnTo>
                    <a:pt x="327449" y="6076613"/>
                  </a:lnTo>
                  <a:lnTo>
                    <a:pt x="327575" y="6076613"/>
                  </a:lnTo>
                  <a:lnTo>
                    <a:pt x="327701" y="6076613"/>
                  </a:lnTo>
                  <a:lnTo>
                    <a:pt x="327827" y="6076613"/>
                  </a:lnTo>
                  <a:lnTo>
                    <a:pt x="327953" y="6076613"/>
                  </a:lnTo>
                  <a:lnTo>
                    <a:pt x="328079" y="6076613"/>
                  </a:lnTo>
                  <a:lnTo>
                    <a:pt x="328206" y="6076613"/>
                  </a:lnTo>
                  <a:lnTo>
                    <a:pt x="328458" y="6076613"/>
                  </a:lnTo>
                  <a:lnTo>
                    <a:pt x="328710" y="6076613"/>
                  </a:lnTo>
                  <a:lnTo>
                    <a:pt x="328836" y="6076613"/>
                  </a:lnTo>
                  <a:lnTo>
                    <a:pt x="328962" y="6076613"/>
                  </a:lnTo>
                  <a:lnTo>
                    <a:pt x="329088" y="6076613"/>
                  </a:lnTo>
                  <a:lnTo>
                    <a:pt x="329214" y="6076613"/>
                  </a:lnTo>
                  <a:lnTo>
                    <a:pt x="329340" y="6076613"/>
                  </a:lnTo>
                  <a:lnTo>
                    <a:pt x="329466" y="6076613"/>
                  </a:lnTo>
                  <a:lnTo>
                    <a:pt x="329593" y="6076613"/>
                  </a:lnTo>
                  <a:lnTo>
                    <a:pt x="329719" y="6076613"/>
                  </a:lnTo>
                  <a:lnTo>
                    <a:pt x="329845" y="6076613"/>
                  </a:lnTo>
                  <a:lnTo>
                    <a:pt x="329971" y="6076613"/>
                  </a:lnTo>
                  <a:lnTo>
                    <a:pt x="330097" y="6076613"/>
                  </a:lnTo>
                  <a:lnTo>
                    <a:pt x="330223" y="6076613"/>
                  </a:lnTo>
                  <a:lnTo>
                    <a:pt x="330349" y="6076613"/>
                  </a:lnTo>
                  <a:lnTo>
                    <a:pt x="330475" y="6076613"/>
                  </a:lnTo>
                  <a:lnTo>
                    <a:pt x="330601" y="6076613"/>
                  </a:lnTo>
                  <a:lnTo>
                    <a:pt x="330727" y="6076613"/>
                  </a:lnTo>
                  <a:lnTo>
                    <a:pt x="330979" y="6076613"/>
                  </a:lnTo>
                  <a:lnTo>
                    <a:pt x="331106" y="6076613"/>
                  </a:lnTo>
                  <a:lnTo>
                    <a:pt x="331232" y="6076613"/>
                  </a:lnTo>
                  <a:lnTo>
                    <a:pt x="331358" y="6076613"/>
                  </a:lnTo>
                  <a:lnTo>
                    <a:pt x="331484" y="6076613"/>
                  </a:lnTo>
                  <a:lnTo>
                    <a:pt x="331610" y="6076613"/>
                  </a:lnTo>
                  <a:lnTo>
                    <a:pt x="331736" y="6076613"/>
                  </a:lnTo>
                  <a:lnTo>
                    <a:pt x="331862" y="6076613"/>
                  </a:lnTo>
                  <a:lnTo>
                    <a:pt x="331988" y="6076613"/>
                  </a:lnTo>
                  <a:lnTo>
                    <a:pt x="332114" y="6076613"/>
                  </a:lnTo>
                  <a:lnTo>
                    <a:pt x="332240" y="6076613"/>
                  </a:lnTo>
                  <a:lnTo>
                    <a:pt x="332366" y="6076613"/>
                  </a:lnTo>
                  <a:lnTo>
                    <a:pt x="332493" y="6076613"/>
                  </a:lnTo>
                  <a:lnTo>
                    <a:pt x="332619" y="6076613"/>
                  </a:lnTo>
                  <a:lnTo>
                    <a:pt x="332745" y="6076613"/>
                  </a:lnTo>
                  <a:lnTo>
                    <a:pt x="332871" y="6076613"/>
                  </a:lnTo>
                  <a:lnTo>
                    <a:pt x="332997" y="6076613"/>
                  </a:lnTo>
                  <a:lnTo>
                    <a:pt x="333375" y="6076613"/>
                  </a:lnTo>
                  <a:lnTo>
                    <a:pt x="333501" y="6076613"/>
                  </a:lnTo>
                  <a:lnTo>
                    <a:pt x="333627" y="6076613"/>
                  </a:lnTo>
                  <a:lnTo>
                    <a:pt x="333753" y="6076613"/>
                  </a:lnTo>
                  <a:lnTo>
                    <a:pt x="333880" y="6076613"/>
                  </a:lnTo>
                  <a:lnTo>
                    <a:pt x="334132" y="6076613"/>
                  </a:lnTo>
                  <a:lnTo>
                    <a:pt x="334258" y="6076613"/>
                  </a:lnTo>
                  <a:lnTo>
                    <a:pt x="334384" y="6076613"/>
                  </a:lnTo>
                  <a:lnTo>
                    <a:pt x="334636" y="6076613"/>
                  </a:lnTo>
                  <a:lnTo>
                    <a:pt x="334762" y="6076613"/>
                  </a:lnTo>
                  <a:lnTo>
                    <a:pt x="334888" y="6076613"/>
                  </a:lnTo>
                  <a:lnTo>
                    <a:pt x="335014" y="6076613"/>
                  </a:lnTo>
                  <a:lnTo>
                    <a:pt x="335140" y="6076613"/>
                  </a:lnTo>
                  <a:lnTo>
                    <a:pt x="335519" y="6076613"/>
                  </a:lnTo>
                  <a:lnTo>
                    <a:pt x="335645" y="6076613"/>
                  </a:lnTo>
                  <a:lnTo>
                    <a:pt x="335771" y="6076613"/>
                  </a:lnTo>
                  <a:lnTo>
                    <a:pt x="336023" y="6076613"/>
                  </a:lnTo>
                  <a:lnTo>
                    <a:pt x="336149" y="6076613"/>
                  </a:lnTo>
                  <a:lnTo>
                    <a:pt x="336275" y="6076613"/>
                  </a:lnTo>
                  <a:lnTo>
                    <a:pt x="336401" y="6076613"/>
                  </a:lnTo>
                  <a:lnTo>
                    <a:pt x="336527" y="6076613"/>
                  </a:lnTo>
                  <a:lnTo>
                    <a:pt x="336527" y="6071334"/>
                  </a:lnTo>
                  <a:lnTo>
                    <a:pt x="336653" y="6071334"/>
                  </a:lnTo>
                  <a:lnTo>
                    <a:pt x="336780" y="6071334"/>
                  </a:lnTo>
                  <a:lnTo>
                    <a:pt x="336906" y="6071334"/>
                  </a:lnTo>
                  <a:lnTo>
                    <a:pt x="337032" y="6071334"/>
                  </a:lnTo>
                  <a:lnTo>
                    <a:pt x="337158" y="6071334"/>
                  </a:lnTo>
                  <a:lnTo>
                    <a:pt x="337284" y="6071334"/>
                  </a:lnTo>
                  <a:lnTo>
                    <a:pt x="337410" y="6071334"/>
                  </a:lnTo>
                  <a:lnTo>
                    <a:pt x="337536" y="6071334"/>
                  </a:lnTo>
                  <a:lnTo>
                    <a:pt x="337662" y="6071334"/>
                  </a:lnTo>
                  <a:lnTo>
                    <a:pt x="337788" y="6071334"/>
                  </a:lnTo>
                  <a:lnTo>
                    <a:pt x="338166" y="6071334"/>
                  </a:lnTo>
                  <a:lnTo>
                    <a:pt x="338293" y="6071334"/>
                  </a:lnTo>
                  <a:lnTo>
                    <a:pt x="338419" y="6071334"/>
                  </a:lnTo>
                  <a:lnTo>
                    <a:pt x="338545" y="6071334"/>
                  </a:lnTo>
                  <a:lnTo>
                    <a:pt x="338671" y="6071334"/>
                  </a:lnTo>
                  <a:lnTo>
                    <a:pt x="338797" y="6071334"/>
                  </a:lnTo>
                  <a:lnTo>
                    <a:pt x="338797" y="6066055"/>
                  </a:lnTo>
                  <a:lnTo>
                    <a:pt x="338923" y="6066055"/>
                  </a:lnTo>
                  <a:lnTo>
                    <a:pt x="339049" y="6066055"/>
                  </a:lnTo>
                  <a:lnTo>
                    <a:pt x="339301" y="6066055"/>
                  </a:lnTo>
                  <a:lnTo>
                    <a:pt x="339427" y="6066055"/>
                  </a:lnTo>
                  <a:lnTo>
                    <a:pt x="339553" y="6066055"/>
                  </a:lnTo>
                  <a:lnTo>
                    <a:pt x="339680" y="6066055"/>
                  </a:lnTo>
                  <a:lnTo>
                    <a:pt x="339806" y="6066055"/>
                  </a:lnTo>
                  <a:lnTo>
                    <a:pt x="339932" y="6066055"/>
                  </a:lnTo>
                  <a:lnTo>
                    <a:pt x="340058" y="6066055"/>
                  </a:lnTo>
                  <a:lnTo>
                    <a:pt x="340184" y="6066055"/>
                  </a:lnTo>
                  <a:lnTo>
                    <a:pt x="340310" y="6066055"/>
                  </a:lnTo>
                  <a:lnTo>
                    <a:pt x="340562" y="6066055"/>
                  </a:lnTo>
                  <a:lnTo>
                    <a:pt x="340688" y="6066055"/>
                  </a:lnTo>
                  <a:lnTo>
                    <a:pt x="340814" y="6066055"/>
                  </a:lnTo>
                  <a:lnTo>
                    <a:pt x="340940" y="6066055"/>
                  </a:lnTo>
                  <a:lnTo>
                    <a:pt x="341067" y="6066055"/>
                  </a:lnTo>
                  <a:lnTo>
                    <a:pt x="341319" y="6066055"/>
                  </a:lnTo>
                  <a:lnTo>
                    <a:pt x="341445" y="6066055"/>
                  </a:lnTo>
                  <a:lnTo>
                    <a:pt x="341571" y="6066055"/>
                  </a:lnTo>
                  <a:lnTo>
                    <a:pt x="341697" y="6066055"/>
                  </a:lnTo>
                  <a:lnTo>
                    <a:pt x="341823" y="6066055"/>
                  </a:lnTo>
                  <a:lnTo>
                    <a:pt x="341949" y="6066055"/>
                  </a:lnTo>
                  <a:lnTo>
                    <a:pt x="342075" y="6066055"/>
                  </a:lnTo>
                  <a:lnTo>
                    <a:pt x="342201" y="6066055"/>
                  </a:lnTo>
                  <a:lnTo>
                    <a:pt x="342453" y="6066055"/>
                  </a:lnTo>
                  <a:lnTo>
                    <a:pt x="342580" y="6066055"/>
                  </a:lnTo>
                  <a:lnTo>
                    <a:pt x="342706" y="6066055"/>
                  </a:lnTo>
                  <a:lnTo>
                    <a:pt x="342832" y="6066055"/>
                  </a:lnTo>
                  <a:lnTo>
                    <a:pt x="342958" y="6066055"/>
                  </a:lnTo>
                  <a:lnTo>
                    <a:pt x="343084" y="6066055"/>
                  </a:lnTo>
                  <a:lnTo>
                    <a:pt x="343210" y="6066055"/>
                  </a:lnTo>
                  <a:lnTo>
                    <a:pt x="343336" y="6066055"/>
                  </a:lnTo>
                  <a:lnTo>
                    <a:pt x="343462" y="6066055"/>
                  </a:lnTo>
                  <a:lnTo>
                    <a:pt x="343462" y="6060775"/>
                  </a:lnTo>
                  <a:lnTo>
                    <a:pt x="343588" y="6060775"/>
                  </a:lnTo>
                  <a:lnTo>
                    <a:pt x="343840" y="6060775"/>
                  </a:lnTo>
                  <a:lnTo>
                    <a:pt x="343840" y="6055496"/>
                  </a:lnTo>
                  <a:lnTo>
                    <a:pt x="343967" y="6055496"/>
                  </a:lnTo>
                  <a:lnTo>
                    <a:pt x="344093" y="6055496"/>
                  </a:lnTo>
                  <a:lnTo>
                    <a:pt x="344219" y="6055496"/>
                  </a:lnTo>
                  <a:lnTo>
                    <a:pt x="344345" y="6055496"/>
                  </a:lnTo>
                  <a:lnTo>
                    <a:pt x="344471" y="6055496"/>
                  </a:lnTo>
                  <a:lnTo>
                    <a:pt x="344597" y="6055496"/>
                  </a:lnTo>
                  <a:lnTo>
                    <a:pt x="344723" y="6055496"/>
                  </a:lnTo>
                  <a:lnTo>
                    <a:pt x="344849" y="6055496"/>
                  </a:lnTo>
                  <a:lnTo>
                    <a:pt x="344975" y="6055496"/>
                  </a:lnTo>
                  <a:lnTo>
                    <a:pt x="345101" y="6055496"/>
                  </a:lnTo>
                  <a:lnTo>
                    <a:pt x="345227" y="6055496"/>
                  </a:lnTo>
                  <a:lnTo>
                    <a:pt x="345353" y="6055496"/>
                  </a:lnTo>
                  <a:lnTo>
                    <a:pt x="345606" y="6055496"/>
                  </a:lnTo>
                  <a:lnTo>
                    <a:pt x="345732" y="6055496"/>
                  </a:lnTo>
                  <a:lnTo>
                    <a:pt x="345984" y="6055496"/>
                  </a:lnTo>
                  <a:lnTo>
                    <a:pt x="346110" y="6055496"/>
                  </a:lnTo>
                  <a:lnTo>
                    <a:pt x="346236" y="6055496"/>
                  </a:lnTo>
                  <a:lnTo>
                    <a:pt x="346488" y="6055496"/>
                  </a:lnTo>
                  <a:lnTo>
                    <a:pt x="346614" y="6055496"/>
                  </a:lnTo>
                  <a:lnTo>
                    <a:pt x="346614" y="6050216"/>
                  </a:lnTo>
                  <a:lnTo>
                    <a:pt x="346740" y="6050216"/>
                  </a:lnTo>
                  <a:lnTo>
                    <a:pt x="347119" y="6050216"/>
                  </a:lnTo>
                  <a:lnTo>
                    <a:pt x="347245" y="6044937"/>
                  </a:lnTo>
                  <a:lnTo>
                    <a:pt x="347497" y="6044937"/>
                  </a:lnTo>
                  <a:lnTo>
                    <a:pt x="347623" y="6044937"/>
                  </a:lnTo>
                  <a:lnTo>
                    <a:pt x="347749" y="6044937"/>
                  </a:lnTo>
                  <a:lnTo>
                    <a:pt x="347875" y="6044937"/>
                  </a:lnTo>
                  <a:lnTo>
                    <a:pt x="348001" y="6044937"/>
                  </a:lnTo>
                  <a:lnTo>
                    <a:pt x="348127" y="6044937"/>
                  </a:lnTo>
                  <a:lnTo>
                    <a:pt x="348253" y="6044937"/>
                  </a:lnTo>
                  <a:lnTo>
                    <a:pt x="348380" y="6044937"/>
                  </a:lnTo>
                  <a:lnTo>
                    <a:pt x="348506" y="6044937"/>
                  </a:lnTo>
                  <a:lnTo>
                    <a:pt x="348632" y="6044937"/>
                  </a:lnTo>
                  <a:lnTo>
                    <a:pt x="348758" y="6044937"/>
                  </a:lnTo>
                  <a:lnTo>
                    <a:pt x="348884" y="6044937"/>
                  </a:lnTo>
                  <a:lnTo>
                    <a:pt x="349010" y="6044937"/>
                  </a:lnTo>
                  <a:lnTo>
                    <a:pt x="349136" y="6044937"/>
                  </a:lnTo>
                  <a:lnTo>
                    <a:pt x="349262" y="6044937"/>
                  </a:lnTo>
                  <a:lnTo>
                    <a:pt x="349388" y="6044937"/>
                  </a:lnTo>
                  <a:lnTo>
                    <a:pt x="349514" y="6044937"/>
                  </a:lnTo>
                  <a:lnTo>
                    <a:pt x="349640" y="6044937"/>
                  </a:lnTo>
                  <a:lnTo>
                    <a:pt x="349767" y="6044937"/>
                  </a:lnTo>
                  <a:lnTo>
                    <a:pt x="349893" y="6044937"/>
                  </a:lnTo>
                  <a:lnTo>
                    <a:pt x="350019" y="6044937"/>
                  </a:lnTo>
                  <a:lnTo>
                    <a:pt x="350145" y="6044937"/>
                  </a:lnTo>
                  <a:lnTo>
                    <a:pt x="350271" y="6044937"/>
                  </a:lnTo>
                  <a:lnTo>
                    <a:pt x="350397" y="6044937"/>
                  </a:lnTo>
                  <a:lnTo>
                    <a:pt x="350523" y="6044937"/>
                  </a:lnTo>
                  <a:lnTo>
                    <a:pt x="350649" y="6044937"/>
                  </a:lnTo>
                  <a:lnTo>
                    <a:pt x="350775" y="6044937"/>
                  </a:lnTo>
                  <a:lnTo>
                    <a:pt x="350901" y="6044937"/>
                  </a:lnTo>
                  <a:lnTo>
                    <a:pt x="351027" y="6044937"/>
                  </a:lnTo>
                  <a:lnTo>
                    <a:pt x="351154" y="6044937"/>
                  </a:lnTo>
                  <a:lnTo>
                    <a:pt x="351280" y="6044937"/>
                  </a:lnTo>
                  <a:lnTo>
                    <a:pt x="351406" y="6044937"/>
                  </a:lnTo>
                  <a:lnTo>
                    <a:pt x="351532" y="6039658"/>
                  </a:lnTo>
                  <a:lnTo>
                    <a:pt x="351532" y="6034378"/>
                  </a:lnTo>
                  <a:lnTo>
                    <a:pt x="351658" y="6034378"/>
                  </a:lnTo>
                  <a:lnTo>
                    <a:pt x="351784" y="6034378"/>
                  </a:lnTo>
                  <a:lnTo>
                    <a:pt x="351910" y="6034378"/>
                  </a:lnTo>
                  <a:lnTo>
                    <a:pt x="352036" y="6034378"/>
                  </a:lnTo>
                  <a:lnTo>
                    <a:pt x="352288" y="6034378"/>
                  </a:lnTo>
                  <a:lnTo>
                    <a:pt x="352414" y="6034378"/>
                  </a:lnTo>
                  <a:lnTo>
                    <a:pt x="352793" y="6034378"/>
                  </a:lnTo>
                  <a:lnTo>
                    <a:pt x="353045" y="6034378"/>
                  </a:lnTo>
                  <a:lnTo>
                    <a:pt x="353171" y="6034378"/>
                  </a:lnTo>
                  <a:lnTo>
                    <a:pt x="353297" y="6034378"/>
                  </a:lnTo>
                  <a:lnTo>
                    <a:pt x="353423" y="6034378"/>
                  </a:lnTo>
                  <a:lnTo>
                    <a:pt x="353549" y="6034378"/>
                  </a:lnTo>
                  <a:lnTo>
                    <a:pt x="353801" y="6034378"/>
                  </a:lnTo>
                  <a:lnTo>
                    <a:pt x="353927" y="6034378"/>
                  </a:lnTo>
                  <a:lnTo>
                    <a:pt x="354054" y="6034378"/>
                  </a:lnTo>
                  <a:lnTo>
                    <a:pt x="354306" y="6034378"/>
                  </a:lnTo>
                  <a:lnTo>
                    <a:pt x="354558" y="6034378"/>
                  </a:lnTo>
                  <a:lnTo>
                    <a:pt x="354684" y="6034378"/>
                  </a:lnTo>
                  <a:lnTo>
                    <a:pt x="354936" y="6034378"/>
                  </a:lnTo>
                  <a:lnTo>
                    <a:pt x="355062" y="6034378"/>
                  </a:lnTo>
                  <a:lnTo>
                    <a:pt x="355188" y="6034378"/>
                  </a:lnTo>
                  <a:lnTo>
                    <a:pt x="355440" y="6034378"/>
                  </a:lnTo>
                  <a:lnTo>
                    <a:pt x="355567" y="6034378"/>
                  </a:lnTo>
                  <a:lnTo>
                    <a:pt x="355693" y="6034378"/>
                  </a:lnTo>
                  <a:lnTo>
                    <a:pt x="355819" y="6034378"/>
                  </a:lnTo>
                  <a:lnTo>
                    <a:pt x="355945" y="6034378"/>
                  </a:lnTo>
                  <a:lnTo>
                    <a:pt x="356197" y="6034378"/>
                  </a:lnTo>
                  <a:lnTo>
                    <a:pt x="356323" y="6034378"/>
                  </a:lnTo>
                  <a:lnTo>
                    <a:pt x="356449" y="6034378"/>
                  </a:lnTo>
                  <a:lnTo>
                    <a:pt x="356575" y="6034378"/>
                  </a:lnTo>
                  <a:lnTo>
                    <a:pt x="356701" y="6034378"/>
                  </a:lnTo>
                  <a:lnTo>
                    <a:pt x="356827" y="6034378"/>
                  </a:lnTo>
                  <a:lnTo>
                    <a:pt x="356954" y="6034378"/>
                  </a:lnTo>
                  <a:lnTo>
                    <a:pt x="357080" y="6034378"/>
                  </a:lnTo>
                  <a:lnTo>
                    <a:pt x="357206" y="6034378"/>
                  </a:lnTo>
                  <a:lnTo>
                    <a:pt x="357332" y="6034378"/>
                  </a:lnTo>
                  <a:lnTo>
                    <a:pt x="357458" y="6034378"/>
                  </a:lnTo>
                  <a:lnTo>
                    <a:pt x="357584" y="6034378"/>
                  </a:lnTo>
                  <a:lnTo>
                    <a:pt x="357710" y="6034378"/>
                  </a:lnTo>
                  <a:lnTo>
                    <a:pt x="357836" y="6034378"/>
                  </a:lnTo>
                  <a:lnTo>
                    <a:pt x="357962" y="6034378"/>
                  </a:lnTo>
                  <a:lnTo>
                    <a:pt x="358088" y="6034378"/>
                  </a:lnTo>
                  <a:lnTo>
                    <a:pt x="358214" y="6034378"/>
                  </a:lnTo>
                  <a:lnTo>
                    <a:pt x="358341" y="6034378"/>
                  </a:lnTo>
                  <a:lnTo>
                    <a:pt x="358467" y="6034378"/>
                  </a:lnTo>
                  <a:lnTo>
                    <a:pt x="358593" y="6034378"/>
                  </a:lnTo>
                  <a:lnTo>
                    <a:pt x="358719" y="6034378"/>
                  </a:lnTo>
                  <a:lnTo>
                    <a:pt x="358971" y="6034378"/>
                  </a:lnTo>
                  <a:lnTo>
                    <a:pt x="359349" y="6034378"/>
                  </a:lnTo>
                  <a:lnTo>
                    <a:pt x="359475" y="6034378"/>
                  </a:lnTo>
                  <a:lnTo>
                    <a:pt x="359601" y="6034378"/>
                  </a:lnTo>
                  <a:lnTo>
                    <a:pt x="359727" y="6034378"/>
                  </a:lnTo>
                  <a:lnTo>
                    <a:pt x="359980" y="6034378"/>
                  </a:lnTo>
                  <a:lnTo>
                    <a:pt x="360106" y="6034378"/>
                  </a:lnTo>
                  <a:lnTo>
                    <a:pt x="360232" y="6034378"/>
                  </a:lnTo>
                  <a:lnTo>
                    <a:pt x="360358" y="6034378"/>
                  </a:lnTo>
                  <a:lnTo>
                    <a:pt x="360610" y="6034378"/>
                  </a:lnTo>
                  <a:lnTo>
                    <a:pt x="360736" y="6034378"/>
                  </a:lnTo>
                  <a:lnTo>
                    <a:pt x="360862" y="6034378"/>
                  </a:lnTo>
                  <a:lnTo>
                    <a:pt x="360988" y="6034378"/>
                  </a:lnTo>
                  <a:lnTo>
                    <a:pt x="361241" y="6034378"/>
                  </a:lnTo>
                  <a:lnTo>
                    <a:pt x="361367" y="6034378"/>
                  </a:lnTo>
                  <a:lnTo>
                    <a:pt x="361619" y="6034378"/>
                  </a:lnTo>
                  <a:lnTo>
                    <a:pt x="361745" y="6034378"/>
                  </a:lnTo>
                  <a:lnTo>
                    <a:pt x="361997" y="6034378"/>
                  </a:lnTo>
                  <a:lnTo>
                    <a:pt x="362123" y="6034378"/>
                  </a:lnTo>
                  <a:lnTo>
                    <a:pt x="362249" y="6034378"/>
                  </a:lnTo>
                  <a:lnTo>
                    <a:pt x="362375" y="6034378"/>
                  </a:lnTo>
                  <a:lnTo>
                    <a:pt x="362501" y="6034378"/>
                  </a:lnTo>
                  <a:lnTo>
                    <a:pt x="362627" y="6034378"/>
                  </a:lnTo>
                  <a:lnTo>
                    <a:pt x="363384" y="6034378"/>
                  </a:lnTo>
                  <a:lnTo>
                    <a:pt x="363762" y="6034378"/>
                  </a:lnTo>
                  <a:lnTo>
                    <a:pt x="363888" y="6034378"/>
                  </a:lnTo>
                  <a:lnTo>
                    <a:pt x="364014" y="6034378"/>
                  </a:lnTo>
                  <a:lnTo>
                    <a:pt x="364141" y="6034378"/>
                  </a:lnTo>
                  <a:lnTo>
                    <a:pt x="364267" y="6034378"/>
                  </a:lnTo>
                  <a:lnTo>
                    <a:pt x="364393" y="6034378"/>
                  </a:lnTo>
                  <a:lnTo>
                    <a:pt x="364519" y="6034378"/>
                  </a:lnTo>
                  <a:lnTo>
                    <a:pt x="364645" y="6034378"/>
                  </a:lnTo>
                  <a:lnTo>
                    <a:pt x="364771" y="6034378"/>
                  </a:lnTo>
                  <a:lnTo>
                    <a:pt x="364897" y="6034378"/>
                  </a:lnTo>
                  <a:lnTo>
                    <a:pt x="365023" y="6034378"/>
                  </a:lnTo>
                  <a:lnTo>
                    <a:pt x="365149" y="6034378"/>
                  </a:lnTo>
                  <a:lnTo>
                    <a:pt x="365275" y="6034378"/>
                  </a:lnTo>
                  <a:lnTo>
                    <a:pt x="365401" y="6034378"/>
                  </a:lnTo>
                  <a:lnTo>
                    <a:pt x="365528" y="6034378"/>
                  </a:lnTo>
                  <a:lnTo>
                    <a:pt x="365654" y="6034378"/>
                  </a:lnTo>
                  <a:lnTo>
                    <a:pt x="365780" y="6034378"/>
                  </a:lnTo>
                  <a:lnTo>
                    <a:pt x="365906" y="6034378"/>
                  </a:lnTo>
                  <a:lnTo>
                    <a:pt x="366032" y="6034378"/>
                  </a:lnTo>
                  <a:lnTo>
                    <a:pt x="366158" y="6034378"/>
                  </a:lnTo>
                  <a:lnTo>
                    <a:pt x="366284" y="6034378"/>
                  </a:lnTo>
                  <a:lnTo>
                    <a:pt x="366410" y="6034378"/>
                  </a:lnTo>
                  <a:lnTo>
                    <a:pt x="366662" y="6034378"/>
                  </a:lnTo>
                  <a:lnTo>
                    <a:pt x="366788" y="6034378"/>
                  </a:lnTo>
                  <a:lnTo>
                    <a:pt x="366914" y="6034378"/>
                  </a:lnTo>
                  <a:lnTo>
                    <a:pt x="367167" y="6034378"/>
                  </a:lnTo>
                  <a:lnTo>
                    <a:pt x="367293" y="6034378"/>
                  </a:lnTo>
                  <a:lnTo>
                    <a:pt x="367419" y="6034378"/>
                  </a:lnTo>
                  <a:lnTo>
                    <a:pt x="367545" y="6034378"/>
                  </a:lnTo>
                  <a:lnTo>
                    <a:pt x="367671" y="6034378"/>
                  </a:lnTo>
                  <a:lnTo>
                    <a:pt x="367923" y="6034378"/>
                  </a:lnTo>
                  <a:lnTo>
                    <a:pt x="368175" y="6034378"/>
                  </a:lnTo>
                  <a:lnTo>
                    <a:pt x="368301" y="6034378"/>
                  </a:lnTo>
                  <a:lnTo>
                    <a:pt x="368428" y="6034378"/>
                  </a:lnTo>
                  <a:lnTo>
                    <a:pt x="368554" y="6034378"/>
                  </a:lnTo>
                  <a:lnTo>
                    <a:pt x="368680" y="6029099"/>
                  </a:lnTo>
                  <a:lnTo>
                    <a:pt x="368806" y="6029099"/>
                  </a:lnTo>
                  <a:lnTo>
                    <a:pt x="368932" y="6029099"/>
                  </a:lnTo>
                  <a:lnTo>
                    <a:pt x="369184" y="6029099"/>
                  </a:lnTo>
                  <a:lnTo>
                    <a:pt x="369310" y="6029099"/>
                  </a:lnTo>
                  <a:lnTo>
                    <a:pt x="369436" y="6029099"/>
                  </a:lnTo>
                  <a:lnTo>
                    <a:pt x="369562" y="6029099"/>
                  </a:lnTo>
                  <a:lnTo>
                    <a:pt x="369688" y="6029099"/>
                  </a:lnTo>
                  <a:lnTo>
                    <a:pt x="369814" y="6029099"/>
                  </a:lnTo>
                  <a:lnTo>
                    <a:pt x="370067" y="6029099"/>
                  </a:lnTo>
                  <a:lnTo>
                    <a:pt x="370193" y="6029099"/>
                  </a:lnTo>
                  <a:lnTo>
                    <a:pt x="370319" y="6029099"/>
                  </a:lnTo>
                  <a:lnTo>
                    <a:pt x="370445" y="6029099"/>
                  </a:lnTo>
                  <a:lnTo>
                    <a:pt x="370571" y="6029099"/>
                  </a:lnTo>
                  <a:lnTo>
                    <a:pt x="370697" y="6029099"/>
                  </a:lnTo>
                  <a:lnTo>
                    <a:pt x="370823" y="6029099"/>
                  </a:lnTo>
                  <a:lnTo>
                    <a:pt x="371075" y="6029099"/>
                  </a:lnTo>
                  <a:lnTo>
                    <a:pt x="371201" y="6029099"/>
                  </a:lnTo>
                  <a:lnTo>
                    <a:pt x="371454" y="6029099"/>
                  </a:lnTo>
                  <a:lnTo>
                    <a:pt x="371580" y="6029099"/>
                  </a:lnTo>
                  <a:lnTo>
                    <a:pt x="371706" y="6029099"/>
                  </a:lnTo>
                  <a:lnTo>
                    <a:pt x="371832" y="6029099"/>
                  </a:lnTo>
                  <a:lnTo>
                    <a:pt x="372084" y="6029099"/>
                  </a:lnTo>
                  <a:lnTo>
                    <a:pt x="372336" y="6029099"/>
                  </a:lnTo>
                  <a:lnTo>
                    <a:pt x="372588" y="6029099"/>
                  </a:lnTo>
                  <a:lnTo>
                    <a:pt x="372714" y="6029099"/>
                  </a:lnTo>
                  <a:lnTo>
                    <a:pt x="372841" y="6029099"/>
                  </a:lnTo>
                  <a:lnTo>
                    <a:pt x="372967" y="6029099"/>
                  </a:lnTo>
                  <a:lnTo>
                    <a:pt x="372967" y="6023819"/>
                  </a:lnTo>
                  <a:lnTo>
                    <a:pt x="373093" y="6023819"/>
                  </a:lnTo>
                  <a:lnTo>
                    <a:pt x="373219" y="6023819"/>
                  </a:lnTo>
                  <a:lnTo>
                    <a:pt x="373345" y="6023819"/>
                  </a:lnTo>
                  <a:lnTo>
                    <a:pt x="373471" y="6023819"/>
                  </a:lnTo>
                  <a:lnTo>
                    <a:pt x="373597" y="6023819"/>
                  </a:lnTo>
                  <a:lnTo>
                    <a:pt x="373723" y="6023819"/>
                  </a:lnTo>
                  <a:lnTo>
                    <a:pt x="373849" y="6023819"/>
                  </a:lnTo>
                  <a:lnTo>
                    <a:pt x="373975" y="6023819"/>
                  </a:lnTo>
                  <a:lnTo>
                    <a:pt x="374228" y="6023819"/>
                  </a:lnTo>
                  <a:lnTo>
                    <a:pt x="374354" y="6023819"/>
                  </a:lnTo>
                  <a:lnTo>
                    <a:pt x="374480" y="6023819"/>
                  </a:lnTo>
                  <a:lnTo>
                    <a:pt x="374606" y="6023819"/>
                  </a:lnTo>
                  <a:lnTo>
                    <a:pt x="374732" y="6023819"/>
                  </a:lnTo>
                  <a:lnTo>
                    <a:pt x="374858" y="6023819"/>
                  </a:lnTo>
                  <a:lnTo>
                    <a:pt x="374984" y="6023819"/>
                  </a:lnTo>
                  <a:lnTo>
                    <a:pt x="375110" y="6023819"/>
                  </a:lnTo>
                  <a:lnTo>
                    <a:pt x="375236" y="6023819"/>
                  </a:lnTo>
                  <a:lnTo>
                    <a:pt x="375362" y="6023819"/>
                  </a:lnTo>
                  <a:lnTo>
                    <a:pt x="375488" y="6023819"/>
                  </a:lnTo>
                  <a:lnTo>
                    <a:pt x="375615" y="6023819"/>
                  </a:lnTo>
                  <a:lnTo>
                    <a:pt x="375741" y="6023819"/>
                  </a:lnTo>
                  <a:lnTo>
                    <a:pt x="375867" y="6023819"/>
                  </a:lnTo>
                  <a:lnTo>
                    <a:pt x="375993" y="6023819"/>
                  </a:lnTo>
                  <a:lnTo>
                    <a:pt x="376119" y="6023819"/>
                  </a:lnTo>
                  <a:lnTo>
                    <a:pt x="376245" y="6023819"/>
                  </a:lnTo>
                  <a:lnTo>
                    <a:pt x="376371" y="6023819"/>
                  </a:lnTo>
                  <a:lnTo>
                    <a:pt x="376497" y="6023819"/>
                  </a:lnTo>
                  <a:lnTo>
                    <a:pt x="376623" y="6023819"/>
                  </a:lnTo>
                  <a:lnTo>
                    <a:pt x="376749" y="6023819"/>
                  </a:lnTo>
                  <a:lnTo>
                    <a:pt x="376875" y="6023819"/>
                  </a:lnTo>
                  <a:lnTo>
                    <a:pt x="377001" y="6023819"/>
                  </a:lnTo>
                  <a:lnTo>
                    <a:pt x="377128" y="6023819"/>
                  </a:lnTo>
                  <a:lnTo>
                    <a:pt x="377254" y="6023819"/>
                  </a:lnTo>
                  <a:lnTo>
                    <a:pt x="377380" y="6023819"/>
                  </a:lnTo>
                  <a:lnTo>
                    <a:pt x="377380" y="6018540"/>
                  </a:lnTo>
                  <a:lnTo>
                    <a:pt x="377632" y="6018540"/>
                  </a:lnTo>
                  <a:lnTo>
                    <a:pt x="377758" y="6018540"/>
                  </a:lnTo>
                  <a:lnTo>
                    <a:pt x="377884" y="6018540"/>
                  </a:lnTo>
                  <a:lnTo>
                    <a:pt x="378136" y="6018540"/>
                  </a:lnTo>
                  <a:lnTo>
                    <a:pt x="378262" y="6018540"/>
                  </a:lnTo>
                  <a:lnTo>
                    <a:pt x="378641" y="6018540"/>
                  </a:lnTo>
                  <a:lnTo>
                    <a:pt x="378767" y="6018540"/>
                  </a:lnTo>
                  <a:lnTo>
                    <a:pt x="378893" y="6018540"/>
                  </a:lnTo>
                  <a:lnTo>
                    <a:pt x="379145" y="6018540"/>
                  </a:lnTo>
                  <a:lnTo>
                    <a:pt x="379271" y="6018540"/>
                  </a:lnTo>
                  <a:lnTo>
                    <a:pt x="379397" y="6018540"/>
                  </a:lnTo>
                  <a:lnTo>
                    <a:pt x="379523" y="6018540"/>
                  </a:lnTo>
                  <a:lnTo>
                    <a:pt x="379775" y="6018540"/>
                  </a:lnTo>
                  <a:lnTo>
                    <a:pt x="379901" y="6018540"/>
                  </a:lnTo>
                  <a:lnTo>
                    <a:pt x="380028" y="6018540"/>
                  </a:lnTo>
                  <a:lnTo>
                    <a:pt x="380154" y="6018540"/>
                  </a:lnTo>
                  <a:lnTo>
                    <a:pt x="380280" y="6018540"/>
                  </a:lnTo>
                  <a:lnTo>
                    <a:pt x="380406" y="6018540"/>
                  </a:lnTo>
                  <a:lnTo>
                    <a:pt x="380532" y="6018540"/>
                  </a:lnTo>
                  <a:lnTo>
                    <a:pt x="380658" y="6018540"/>
                  </a:lnTo>
                  <a:lnTo>
                    <a:pt x="380784" y="6018540"/>
                  </a:lnTo>
                  <a:lnTo>
                    <a:pt x="380910" y="6018540"/>
                  </a:lnTo>
                  <a:lnTo>
                    <a:pt x="381036" y="6018540"/>
                  </a:lnTo>
                  <a:lnTo>
                    <a:pt x="381162" y="6018540"/>
                  </a:lnTo>
                  <a:lnTo>
                    <a:pt x="381288" y="6018540"/>
                  </a:lnTo>
                  <a:lnTo>
                    <a:pt x="381415" y="6018540"/>
                  </a:lnTo>
                  <a:lnTo>
                    <a:pt x="381541" y="6018540"/>
                  </a:lnTo>
                  <a:lnTo>
                    <a:pt x="381667" y="6018540"/>
                  </a:lnTo>
                  <a:lnTo>
                    <a:pt x="381793" y="6018540"/>
                  </a:lnTo>
                  <a:lnTo>
                    <a:pt x="381919" y="6018540"/>
                  </a:lnTo>
                  <a:lnTo>
                    <a:pt x="382045" y="6018540"/>
                  </a:lnTo>
                  <a:lnTo>
                    <a:pt x="382297" y="6018540"/>
                  </a:lnTo>
                  <a:lnTo>
                    <a:pt x="382423" y="6018540"/>
                  </a:lnTo>
                  <a:lnTo>
                    <a:pt x="382549" y="6018540"/>
                  </a:lnTo>
                  <a:lnTo>
                    <a:pt x="382802" y="6018540"/>
                  </a:lnTo>
                  <a:lnTo>
                    <a:pt x="382928" y="6018540"/>
                  </a:lnTo>
                  <a:lnTo>
                    <a:pt x="383054" y="6018540"/>
                  </a:lnTo>
                  <a:lnTo>
                    <a:pt x="383180" y="6018540"/>
                  </a:lnTo>
                  <a:lnTo>
                    <a:pt x="383306" y="6018540"/>
                  </a:lnTo>
                  <a:lnTo>
                    <a:pt x="383432" y="6018540"/>
                  </a:lnTo>
                  <a:lnTo>
                    <a:pt x="383684" y="6018540"/>
                  </a:lnTo>
                  <a:lnTo>
                    <a:pt x="383810" y="6018540"/>
                  </a:lnTo>
                  <a:lnTo>
                    <a:pt x="383936" y="6018540"/>
                  </a:lnTo>
                  <a:lnTo>
                    <a:pt x="384062" y="6018540"/>
                  </a:lnTo>
                  <a:lnTo>
                    <a:pt x="384315" y="6018540"/>
                  </a:lnTo>
                  <a:lnTo>
                    <a:pt x="384441" y="6018540"/>
                  </a:lnTo>
                  <a:lnTo>
                    <a:pt x="384819" y="6018540"/>
                  </a:lnTo>
                  <a:lnTo>
                    <a:pt x="384945" y="6018540"/>
                  </a:lnTo>
                  <a:lnTo>
                    <a:pt x="385071" y="6018540"/>
                  </a:lnTo>
                  <a:lnTo>
                    <a:pt x="385197" y="6018540"/>
                  </a:lnTo>
                  <a:lnTo>
                    <a:pt x="385323" y="6018540"/>
                  </a:lnTo>
                  <a:lnTo>
                    <a:pt x="385449" y="6018540"/>
                  </a:lnTo>
                  <a:lnTo>
                    <a:pt x="385575" y="6018540"/>
                  </a:lnTo>
                  <a:lnTo>
                    <a:pt x="385702" y="6018540"/>
                  </a:lnTo>
                  <a:lnTo>
                    <a:pt x="385828" y="6018540"/>
                  </a:lnTo>
                  <a:lnTo>
                    <a:pt x="385954" y="6018540"/>
                  </a:lnTo>
                  <a:lnTo>
                    <a:pt x="386080" y="6018540"/>
                  </a:lnTo>
                  <a:lnTo>
                    <a:pt x="386206" y="6018540"/>
                  </a:lnTo>
                  <a:lnTo>
                    <a:pt x="386332" y="6018540"/>
                  </a:lnTo>
                  <a:lnTo>
                    <a:pt x="386458" y="6018540"/>
                  </a:lnTo>
                  <a:lnTo>
                    <a:pt x="386458" y="6013260"/>
                  </a:lnTo>
                  <a:lnTo>
                    <a:pt x="386584" y="6013260"/>
                  </a:lnTo>
                  <a:lnTo>
                    <a:pt x="386836" y="6013260"/>
                  </a:lnTo>
                  <a:lnTo>
                    <a:pt x="386962" y="6013260"/>
                  </a:lnTo>
                  <a:lnTo>
                    <a:pt x="387088" y="6013260"/>
                  </a:lnTo>
                  <a:lnTo>
                    <a:pt x="387341" y="6013260"/>
                  </a:lnTo>
                  <a:lnTo>
                    <a:pt x="387593" y="6013260"/>
                  </a:lnTo>
                  <a:lnTo>
                    <a:pt x="387719" y="6013260"/>
                  </a:lnTo>
                  <a:lnTo>
                    <a:pt x="387845" y="6013260"/>
                  </a:lnTo>
                  <a:lnTo>
                    <a:pt x="388223" y="6013260"/>
                  </a:lnTo>
                  <a:lnTo>
                    <a:pt x="388349" y="6013260"/>
                  </a:lnTo>
                  <a:lnTo>
                    <a:pt x="388475" y="6013260"/>
                  </a:lnTo>
                  <a:lnTo>
                    <a:pt x="388602" y="6013260"/>
                  </a:lnTo>
                  <a:lnTo>
                    <a:pt x="388728" y="6013260"/>
                  </a:lnTo>
                  <a:lnTo>
                    <a:pt x="388854" y="6013260"/>
                  </a:lnTo>
                  <a:lnTo>
                    <a:pt x="388980" y="6013260"/>
                  </a:lnTo>
                  <a:lnTo>
                    <a:pt x="389106" y="6013260"/>
                  </a:lnTo>
                  <a:lnTo>
                    <a:pt x="389358" y="6013260"/>
                  </a:lnTo>
                  <a:lnTo>
                    <a:pt x="389484" y="6013260"/>
                  </a:lnTo>
                  <a:lnTo>
                    <a:pt x="389610" y="6013260"/>
                  </a:lnTo>
                  <a:lnTo>
                    <a:pt x="389736" y="6013260"/>
                  </a:lnTo>
                  <a:lnTo>
                    <a:pt x="389862" y="6013260"/>
                  </a:lnTo>
                  <a:lnTo>
                    <a:pt x="389989" y="6013260"/>
                  </a:lnTo>
                  <a:lnTo>
                    <a:pt x="390115" y="6013260"/>
                  </a:lnTo>
                  <a:lnTo>
                    <a:pt x="390241" y="6013260"/>
                  </a:lnTo>
                  <a:lnTo>
                    <a:pt x="390493" y="6013260"/>
                  </a:lnTo>
                  <a:lnTo>
                    <a:pt x="390619" y="6013260"/>
                  </a:lnTo>
                  <a:lnTo>
                    <a:pt x="390745" y="6013260"/>
                  </a:lnTo>
                  <a:lnTo>
                    <a:pt x="390871" y="6013260"/>
                  </a:lnTo>
                  <a:lnTo>
                    <a:pt x="390997" y="6013260"/>
                  </a:lnTo>
                  <a:lnTo>
                    <a:pt x="391249" y="6013260"/>
                  </a:lnTo>
                  <a:lnTo>
                    <a:pt x="391375" y="6013260"/>
                  </a:lnTo>
                  <a:lnTo>
                    <a:pt x="391502" y="6013260"/>
                  </a:lnTo>
                  <a:lnTo>
                    <a:pt x="391754" y="6013260"/>
                  </a:lnTo>
                  <a:lnTo>
                    <a:pt x="391880" y="6013260"/>
                  </a:lnTo>
                  <a:lnTo>
                    <a:pt x="392006" y="6013260"/>
                  </a:lnTo>
                  <a:lnTo>
                    <a:pt x="392258" y="6013260"/>
                  </a:lnTo>
                  <a:lnTo>
                    <a:pt x="392384" y="6013260"/>
                  </a:lnTo>
                  <a:lnTo>
                    <a:pt x="392510" y="6013260"/>
                  </a:lnTo>
                  <a:lnTo>
                    <a:pt x="392636" y="6013260"/>
                  </a:lnTo>
                  <a:lnTo>
                    <a:pt x="392762" y="6013260"/>
                  </a:lnTo>
                  <a:lnTo>
                    <a:pt x="392889" y="6013260"/>
                  </a:lnTo>
                  <a:lnTo>
                    <a:pt x="393015" y="6013260"/>
                  </a:lnTo>
                  <a:lnTo>
                    <a:pt x="393141" y="6013260"/>
                  </a:lnTo>
                  <a:lnTo>
                    <a:pt x="393267" y="6013260"/>
                  </a:lnTo>
                  <a:lnTo>
                    <a:pt x="393393" y="6013260"/>
                  </a:lnTo>
                  <a:lnTo>
                    <a:pt x="393519" y="6013260"/>
                  </a:lnTo>
                  <a:lnTo>
                    <a:pt x="393645" y="6013260"/>
                  </a:lnTo>
                  <a:lnTo>
                    <a:pt x="393897" y="6013260"/>
                  </a:lnTo>
                  <a:lnTo>
                    <a:pt x="394023" y="6013260"/>
                  </a:lnTo>
                  <a:lnTo>
                    <a:pt x="394149" y="6013260"/>
                  </a:lnTo>
                  <a:lnTo>
                    <a:pt x="394275" y="6013260"/>
                  </a:lnTo>
                  <a:lnTo>
                    <a:pt x="394402" y="6013260"/>
                  </a:lnTo>
                  <a:lnTo>
                    <a:pt x="394528" y="6013260"/>
                  </a:lnTo>
                  <a:lnTo>
                    <a:pt x="394654" y="6013260"/>
                  </a:lnTo>
                  <a:lnTo>
                    <a:pt x="394780" y="6013260"/>
                  </a:lnTo>
                  <a:lnTo>
                    <a:pt x="394780" y="6007981"/>
                  </a:lnTo>
                  <a:lnTo>
                    <a:pt x="394906" y="6007981"/>
                  </a:lnTo>
                  <a:lnTo>
                    <a:pt x="395032" y="6007981"/>
                  </a:lnTo>
                  <a:lnTo>
                    <a:pt x="395158" y="6007981"/>
                  </a:lnTo>
                  <a:lnTo>
                    <a:pt x="395410" y="6007981"/>
                  </a:lnTo>
                  <a:lnTo>
                    <a:pt x="395536" y="6007981"/>
                  </a:lnTo>
                  <a:lnTo>
                    <a:pt x="395662" y="6007981"/>
                  </a:lnTo>
                  <a:lnTo>
                    <a:pt x="395789" y="6007981"/>
                  </a:lnTo>
                  <a:lnTo>
                    <a:pt x="395915" y="6007981"/>
                  </a:lnTo>
                  <a:lnTo>
                    <a:pt x="396041" y="6007981"/>
                  </a:lnTo>
                  <a:lnTo>
                    <a:pt x="396167" y="6007981"/>
                  </a:lnTo>
                  <a:lnTo>
                    <a:pt x="396419" y="6007981"/>
                  </a:lnTo>
                  <a:lnTo>
                    <a:pt x="396545" y="6007981"/>
                  </a:lnTo>
                  <a:lnTo>
                    <a:pt x="396671" y="6007981"/>
                  </a:lnTo>
                  <a:lnTo>
                    <a:pt x="396797" y="6007981"/>
                  </a:lnTo>
                  <a:lnTo>
                    <a:pt x="396923" y="6007981"/>
                  </a:lnTo>
                  <a:lnTo>
                    <a:pt x="397175" y="6007981"/>
                  </a:lnTo>
                  <a:lnTo>
                    <a:pt x="397302" y="6007981"/>
                  </a:lnTo>
                  <a:lnTo>
                    <a:pt x="397428" y="6007981"/>
                  </a:lnTo>
                  <a:lnTo>
                    <a:pt x="397554" y="6007981"/>
                  </a:lnTo>
                  <a:lnTo>
                    <a:pt x="397680" y="6007981"/>
                  </a:lnTo>
                  <a:lnTo>
                    <a:pt x="397806" y="6007981"/>
                  </a:lnTo>
                  <a:lnTo>
                    <a:pt x="398184" y="6007981"/>
                  </a:lnTo>
                  <a:lnTo>
                    <a:pt x="398310" y="6007981"/>
                  </a:lnTo>
                  <a:lnTo>
                    <a:pt x="398436" y="6007981"/>
                  </a:lnTo>
                  <a:lnTo>
                    <a:pt x="398562" y="6007981"/>
                  </a:lnTo>
                  <a:lnTo>
                    <a:pt x="398689" y="6007981"/>
                  </a:lnTo>
                  <a:lnTo>
                    <a:pt x="398815" y="6007981"/>
                  </a:lnTo>
                  <a:lnTo>
                    <a:pt x="398941" y="6007981"/>
                  </a:lnTo>
                  <a:lnTo>
                    <a:pt x="399067" y="6007981"/>
                  </a:lnTo>
                  <a:lnTo>
                    <a:pt x="399319" y="6007981"/>
                  </a:lnTo>
                  <a:lnTo>
                    <a:pt x="399445" y="6007981"/>
                  </a:lnTo>
                  <a:lnTo>
                    <a:pt x="399571" y="6007981"/>
                  </a:lnTo>
                  <a:lnTo>
                    <a:pt x="399697" y="6007981"/>
                  </a:lnTo>
                  <a:lnTo>
                    <a:pt x="399949" y="6007981"/>
                  </a:lnTo>
                  <a:lnTo>
                    <a:pt x="400076" y="6007981"/>
                  </a:lnTo>
                  <a:lnTo>
                    <a:pt x="400202" y="6007981"/>
                  </a:lnTo>
                  <a:lnTo>
                    <a:pt x="400328" y="6007981"/>
                  </a:lnTo>
                  <a:lnTo>
                    <a:pt x="400454" y="6007981"/>
                  </a:lnTo>
                  <a:lnTo>
                    <a:pt x="400580" y="6007981"/>
                  </a:lnTo>
                  <a:lnTo>
                    <a:pt x="400706" y="6002702"/>
                  </a:lnTo>
                  <a:lnTo>
                    <a:pt x="400832" y="6002702"/>
                  </a:lnTo>
                  <a:lnTo>
                    <a:pt x="400958" y="6002702"/>
                  </a:lnTo>
                  <a:lnTo>
                    <a:pt x="401084" y="6002702"/>
                  </a:lnTo>
                  <a:lnTo>
                    <a:pt x="401210" y="6002702"/>
                  </a:lnTo>
                  <a:lnTo>
                    <a:pt x="401336" y="6002702"/>
                  </a:lnTo>
                  <a:lnTo>
                    <a:pt x="401462" y="6002702"/>
                  </a:lnTo>
                  <a:lnTo>
                    <a:pt x="402345" y="6002702"/>
                  </a:lnTo>
                  <a:lnTo>
                    <a:pt x="402471" y="6002702"/>
                  </a:lnTo>
                  <a:lnTo>
                    <a:pt x="402597" y="6002702"/>
                  </a:lnTo>
                  <a:lnTo>
                    <a:pt x="402723" y="6002702"/>
                  </a:lnTo>
                  <a:lnTo>
                    <a:pt x="402976" y="6002702"/>
                  </a:lnTo>
                  <a:lnTo>
                    <a:pt x="403102" y="6002702"/>
                  </a:lnTo>
                  <a:lnTo>
                    <a:pt x="403228" y="6002702"/>
                  </a:lnTo>
                  <a:lnTo>
                    <a:pt x="403354" y="6002702"/>
                  </a:lnTo>
                  <a:lnTo>
                    <a:pt x="403480" y="6002702"/>
                  </a:lnTo>
                  <a:lnTo>
                    <a:pt x="403606" y="6002702"/>
                  </a:lnTo>
                  <a:lnTo>
                    <a:pt x="403732" y="6002702"/>
                  </a:lnTo>
                  <a:lnTo>
                    <a:pt x="403858" y="6002702"/>
                  </a:lnTo>
                  <a:lnTo>
                    <a:pt x="403984" y="6002702"/>
                  </a:lnTo>
                  <a:lnTo>
                    <a:pt x="404110" y="6002702"/>
                  </a:lnTo>
                  <a:lnTo>
                    <a:pt x="404236" y="6002702"/>
                  </a:lnTo>
                  <a:lnTo>
                    <a:pt x="404362" y="6002702"/>
                  </a:lnTo>
                  <a:lnTo>
                    <a:pt x="404489" y="6002702"/>
                  </a:lnTo>
                  <a:lnTo>
                    <a:pt x="404615" y="6002702"/>
                  </a:lnTo>
                  <a:lnTo>
                    <a:pt x="404741" y="6002702"/>
                  </a:lnTo>
                  <a:lnTo>
                    <a:pt x="404867" y="6002702"/>
                  </a:lnTo>
                  <a:lnTo>
                    <a:pt x="405119" y="6002702"/>
                  </a:lnTo>
                  <a:lnTo>
                    <a:pt x="405245" y="6002702"/>
                  </a:lnTo>
                  <a:lnTo>
                    <a:pt x="405371" y="6002702"/>
                  </a:lnTo>
                  <a:lnTo>
                    <a:pt x="405497" y="6002702"/>
                  </a:lnTo>
                  <a:lnTo>
                    <a:pt x="405623" y="6002702"/>
                  </a:lnTo>
                  <a:lnTo>
                    <a:pt x="405749" y="6002702"/>
                  </a:lnTo>
                  <a:lnTo>
                    <a:pt x="406002" y="6002702"/>
                  </a:lnTo>
                  <a:lnTo>
                    <a:pt x="406128" y="6002702"/>
                  </a:lnTo>
                  <a:lnTo>
                    <a:pt x="406380" y="6002702"/>
                  </a:lnTo>
                  <a:lnTo>
                    <a:pt x="406506" y="6002702"/>
                  </a:lnTo>
                  <a:lnTo>
                    <a:pt x="406632" y="6002702"/>
                  </a:lnTo>
                  <a:lnTo>
                    <a:pt x="406758" y="6002702"/>
                  </a:lnTo>
                  <a:lnTo>
                    <a:pt x="407010" y="6002702"/>
                  </a:lnTo>
                  <a:lnTo>
                    <a:pt x="407136" y="6002702"/>
                  </a:lnTo>
                  <a:lnTo>
                    <a:pt x="407263" y="6002702"/>
                  </a:lnTo>
                  <a:lnTo>
                    <a:pt x="407389" y="6002702"/>
                  </a:lnTo>
                  <a:lnTo>
                    <a:pt x="407515" y="6002702"/>
                  </a:lnTo>
                  <a:lnTo>
                    <a:pt x="407515" y="5997422"/>
                  </a:lnTo>
                  <a:lnTo>
                    <a:pt x="407641" y="5997422"/>
                  </a:lnTo>
                  <a:lnTo>
                    <a:pt x="407767" y="5997422"/>
                  </a:lnTo>
                  <a:lnTo>
                    <a:pt x="407893" y="5997422"/>
                  </a:lnTo>
                  <a:lnTo>
                    <a:pt x="408019" y="5997422"/>
                  </a:lnTo>
                  <a:lnTo>
                    <a:pt x="408145" y="5997422"/>
                  </a:lnTo>
                  <a:lnTo>
                    <a:pt x="408271" y="5997422"/>
                  </a:lnTo>
                  <a:lnTo>
                    <a:pt x="408397" y="5997422"/>
                  </a:lnTo>
                  <a:lnTo>
                    <a:pt x="408523" y="5997422"/>
                  </a:lnTo>
                  <a:lnTo>
                    <a:pt x="408649" y="5997422"/>
                  </a:lnTo>
                  <a:lnTo>
                    <a:pt x="408776" y="5997422"/>
                  </a:lnTo>
                  <a:lnTo>
                    <a:pt x="408902" y="5997422"/>
                  </a:lnTo>
                  <a:lnTo>
                    <a:pt x="409028" y="5997422"/>
                  </a:lnTo>
                  <a:lnTo>
                    <a:pt x="409154" y="5997422"/>
                  </a:lnTo>
                  <a:lnTo>
                    <a:pt x="409280" y="5997422"/>
                  </a:lnTo>
                  <a:lnTo>
                    <a:pt x="409406" y="5997422"/>
                  </a:lnTo>
                  <a:lnTo>
                    <a:pt x="409532" y="5997422"/>
                  </a:lnTo>
                  <a:lnTo>
                    <a:pt x="409658" y="5997422"/>
                  </a:lnTo>
                  <a:lnTo>
                    <a:pt x="409910" y="5997422"/>
                  </a:lnTo>
                  <a:lnTo>
                    <a:pt x="410036" y="5997422"/>
                  </a:lnTo>
                  <a:lnTo>
                    <a:pt x="410163" y="5997422"/>
                  </a:lnTo>
                  <a:lnTo>
                    <a:pt x="410289" y="5997422"/>
                  </a:lnTo>
                  <a:lnTo>
                    <a:pt x="410541" y="5997422"/>
                  </a:lnTo>
                  <a:lnTo>
                    <a:pt x="410667" y="5997422"/>
                  </a:lnTo>
                  <a:lnTo>
                    <a:pt x="410919" y="5997422"/>
                  </a:lnTo>
                  <a:lnTo>
                    <a:pt x="411045" y="5997422"/>
                  </a:lnTo>
                  <a:lnTo>
                    <a:pt x="411171" y="5997422"/>
                  </a:lnTo>
                  <a:lnTo>
                    <a:pt x="411423" y="5997422"/>
                  </a:lnTo>
                  <a:lnTo>
                    <a:pt x="411676" y="5997422"/>
                  </a:lnTo>
                  <a:lnTo>
                    <a:pt x="411802" y="5997422"/>
                  </a:lnTo>
                  <a:lnTo>
                    <a:pt x="411928" y="5997422"/>
                  </a:lnTo>
                  <a:lnTo>
                    <a:pt x="412054" y="5997422"/>
                  </a:lnTo>
                  <a:lnTo>
                    <a:pt x="412180" y="5997422"/>
                  </a:lnTo>
                  <a:lnTo>
                    <a:pt x="412306" y="5997422"/>
                  </a:lnTo>
                  <a:lnTo>
                    <a:pt x="412432" y="5997422"/>
                  </a:lnTo>
                  <a:lnTo>
                    <a:pt x="412558" y="5997422"/>
                  </a:lnTo>
                  <a:lnTo>
                    <a:pt x="412684" y="5997422"/>
                  </a:lnTo>
                  <a:lnTo>
                    <a:pt x="412810" y="5997422"/>
                  </a:lnTo>
                  <a:lnTo>
                    <a:pt x="412936" y="5997422"/>
                  </a:lnTo>
                  <a:lnTo>
                    <a:pt x="412936" y="5992143"/>
                  </a:lnTo>
                  <a:lnTo>
                    <a:pt x="413063" y="5992143"/>
                  </a:lnTo>
                  <a:lnTo>
                    <a:pt x="413189" y="5992143"/>
                  </a:lnTo>
                  <a:lnTo>
                    <a:pt x="413315" y="5992143"/>
                  </a:lnTo>
                  <a:lnTo>
                    <a:pt x="413441" y="5992143"/>
                  </a:lnTo>
                  <a:lnTo>
                    <a:pt x="413567" y="5992143"/>
                  </a:lnTo>
                  <a:lnTo>
                    <a:pt x="413567" y="5986863"/>
                  </a:lnTo>
                  <a:lnTo>
                    <a:pt x="413693" y="5986863"/>
                  </a:lnTo>
                  <a:lnTo>
                    <a:pt x="413945" y="5986863"/>
                  </a:lnTo>
                  <a:lnTo>
                    <a:pt x="414071" y="5986863"/>
                  </a:lnTo>
                  <a:lnTo>
                    <a:pt x="414197" y="5986863"/>
                  </a:lnTo>
                  <a:lnTo>
                    <a:pt x="414323" y="5986863"/>
                  </a:lnTo>
                  <a:lnTo>
                    <a:pt x="414449" y="5986863"/>
                  </a:lnTo>
                  <a:lnTo>
                    <a:pt x="414576" y="5986863"/>
                  </a:lnTo>
                  <a:lnTo>
                    <a:pt x="414702" y="5986863"/>
                  </a:lnTo>
                  <a:lnTo>
                    <a:pt x="414828" y="5986863"/>
                  </a:lnTo>
                  <a:lnTo>
                    <a:pt x="415206" y="5986863"/>
                  </a:lnTo>
                  <a:lnTo>
                    <a:pt x="415332" y="5986863"/>
                  </a:lnTo>
                  <a:lnTo>
                    <a:pt x="415458" y="5986863"/>
                  </a:lnTo>
                  <a:lnTo>
                    <a:pt x="415584" y="5986863"/>
                  </a:lnTo>
                  <a:lnTo>
                    <a:pt x="415710" y="5986863"/>
                  </a:lnTo>
                  <a:lnTo>
                    <a:pt x="416089" y="5986863"/>
                  </a:lnTo>
                  <a:lnTo>
                    <a:pt x="416215" y="5986863"/>
                  </a:lnTo>
                  <a:lnTo>
                    <a:pt x="416341" y="5986863"/>
                  </a:lnTo>
                  <a:lnTo>
                    <a:pt x="416467" y="5986863"/>
                  </a:lnTo>
                  <a:lnTo>
                    <a:pt x="416593" y="5986863"/>
                  </a:lnTo>
                  <a:lnTo>
                    <a:pt x="416719" y="5986863"/>
                  </a:lnTo>
                  <a:lnTo>
                    <a:pt x="416845" y="5986863"/>
                  </a:lnTo>
                  <a:lnTo>
                    <a:pt x="416971" y="5986863"/>
                  </a:lnTo>
                  <a:lnTo>
                    <a:pt x="417097" y="5986863"/>
                  </a:lnTo>
                  <a:lnTo>
                    <a:pt x="417223" y="5986863"/>
                  </a:lnTo>
                  <a:lnTo>
                    <a:pt x="417350" y="5986863"/>
                  </a:lnTo>
                  <a:lnTo>
                    <a:pt x="417476" y="5986863"/>
                  </a:lnTo>
                  <a:lnTo>
                    <a:pt x="417854" y="5986863"/>
                  </a:lnTo>
                  <a:lnTo>
                    <a:pt x="417980" y="5986863"/>
                  </a:lnTo>
                  <a:lnTo>
                    <a:pt x="418106" y="5986863"/>
                  </a:lnTo>
                  <a:lnTo>
                    <a:pt x="418232" y="5986863"/>
                  </a:lnTo>
                  <a:lnTo>
                    <a:pt x="418358" y="5986863"/>
                  </a:lnTo>
                  <a:lnTo>
                    <a:pt x="418484" y="5986863"/>
                  </a:lnTo>
                  <a:lnTo>
                    <a:pt x="418610" y="5986863"/>
                  </a:lnTo>
                  <a:lnTo>
                    <a:pt x="418863" y="5986863"/>
                  </a:lnTo>
                  <a:lnTo>
                    <a:pt x="419367" y="5986863"/>
                  </a:lnTo>
                  <a:lnTo>
                    <a:pt x="419367" y="5981584"/>
                  </a:lnTo>
                  <a:lnTo>
                    <a:pt x="419367" y="5976304"/>
                  </a:lnTo>
                  <a:lnTo>
                    <a:pt x="419493" y="5976304"/>
                  </a:lnTo>
                  <a:lnTo>
                    <a:pt x="419745" y="5976304"/>
                  </a:lnTo>
                  <a:lnTo>
                    <a:pt x="419871" y="5976304"/>
                  </a:lnTo>
                  <a:lnTo>
                    <a:pt x="419997" y="5976304"/>
                  </a:lnTo>
                  <a:lnTo>
                    <a:pt x="420123" y="5976304"/>
                  </a:lnTo>
                  <a:lnTo>
                    <a:pt x="420250" y="5976304"/>
                  </a:lnTo>
                  <a:lnTo>
                    <a:pt x="420376" y="5976304"/>
                  </a:lnTo>
                  <a:lnTo>
                    <a:pt x="420502" y="5976304"/>
                  </a:lnTo>
                  <a:lnTo>
                    <a:pt x="420628" y="5976304"/>
                  </a:lnTo>
                  <a:lnTo>
                    <a:pt x="420754" y="5976304"/>
                  </a:lnTo>
                  <a:lnTo>
                    <a:pt x="420880" y="5976304"/>
                  </a:lnTo>
                  <a:lnTo>
                    <a:pt x="421132" y="5976304"/>
                  </a:lnTo>
                  <a:lnTo>
                    <a:pt x="421258" y="5976304"/>
                  </a:lnTo>
                  <a:lnTo>
                    <a:pt x="421384" y="5976304"/>
                  </a:lnTo>
                  <a:lnTo>
                    <a:pt x="421510" y="5976304"/>
                  </a:lnTo>
                  <a:lnTo>
                    <a:pt x="421636" y="5976304"/>
                  </a:lnTo>
                  <a:lnTo>
                    <a:pt x="421763" y="5976304"/>
                  </a:lnTo>
                  <a:lnTo>
                    <a:pt x="421889" y="5976304"/>
                  </a:lnTo>
                  <a:lnTo>
                    <a:pt x="422015" y="5976304"/>
                  </a:lnTo>
                  <a:lnTo>
                    <a:pt x="422267" y="5976304"/>
                  </a:lnTo>
                  <a:lnTo>
                    <a:pt x="422393" y="5976304"/>
                  </a:lnTo>
                  <a:lnTo>
                    <a:pt x="422519" y="5976304"/>
                  </a:lnTo>
                  <a:lnTo>
                    <a:pt x="422645" y="5976304"/>
                  </a:lnTo>
                  <a:lnTo>
                    <a:pt x="422897" y="5976304"/>
                  </a:lnTo>
                  <a:lnTo>
                    <a:pt x="423276" y="5976304"/>
                  </a:lnTo>
                  <a:lnTo>
                    <a:pt x="423402" y="5976304"/>
                  </a:lnTo>
                  <a:lnTo>
                    <a:pt x="423528" y="5976304"/>
                  </a:lnTo>
                  <a:lnTo>
                    <a:pt x="423654" y="5976304"/>
                  </a:lnTo>
                  <a:lnTo>
                    <a:pt x="423780" y="5976304"/>
                  </a:lnTo>
                  <a:lnTo>
                    <a:pt x="423906" y="5976304"/>
                  </a:lnTo>
                  <a:lnTo>
                    <a:pt x="424032" y="5976304"/>
                  </a:lnTo>
                  <a:lnTo>
                    <a:pt x="424158" y="5976304"/>
                  </a:lnTo>
                  <a:lnTo>
                    <a:pt x="424284" y="5976304"/>
                  </a:lnTo>
                  <a:lnTo>
                    <a:pt x="424410" y="5976304"/>
                  </a:lnTo>
                  <a:lnTo>
                    <a:pt x="424537" y="5976304"/>
                  </a:lnTo>
                  <a:lnTo>
                    <a:pt x="424663" y="5976304"/>
                  </a:lnTo>
                  <a:lnTo>
                    <a:pt x="424915" y="5976304"/>
                  </a:lnTo>
                  <a:lnTo>
                    <a:pt x="425167" y="5976304"/>
                  </a:lnTo>
                  <a:lnTo>
                    <a:pt x="425419" y="5976304"/>
                  </a:lnTo>
                  <a:lnTo>
                    <a:pt x="425545" y="5976304"/>
                  </a:lnTo>
                  <a:lnTo>
                    <a:pt x="425671" y="5976304"/>
                  </a:lnTo>
                  <a:lnTo>
                    <a:pt x="425797" y="5976304"/>
                  </a:lnTo>
                  <a:lnTo>
                    <a:pt x="425923" y="5976304"/>
                  </a:lnTo>
                  <a:lnTo>
                    <a:pt x="426050" y="5976304"/>
                  </a:lnTo>
                  <a:lnTo>
                    <a:pt x="426176" y="5976304"/>
                  </a:lnTo>
                  <a:lnTo>
                    <a:pt x="426302" y="5976304"/>
                  </a:lnTo>
                  <a:lnTo>
                    <a:pt x="426428" y="5976304"/>
                  </a:lnTo>
                  <a:lnTo>
                    <a:pt x="426554" y="5976304"/>
                  </a:lnTo>
                  <a:lnTo>
                    <a:pt x="426680" y="5976304"/>
                  </a:lnTo>
                  <a:lnTo>
                    <a:pt x="426806" y="5976304"/>
                  </a:lnTo>
                  <a:lnTo>
                    <a:pt x="426932" y="5976304"/>
                  </a:lnTo>
                  <a:lnTo>
                    <a:pt x="427058" y="5976304"/>
                  </a:lnTo>
                  <a:lnTo>
                    <a:pt x="427184" y="5976304"/>
                  </a:lnTo>
                  <a:lnTo>
                    <a:pt x="427310" y="5976304"/>
                  </a:lnTo>
                  <a:lnTo>
                    <a:pt x="427437" y="5976304"/>
                  </a:lnTo>
                  <a:lnTo>
                    <a:pt x="427563" y="5976304"/>
                  </a:lnTo>
                  <a:lnTo>
                    <a:pt x="427689" y="5976304"/>
                  </a:lnTo>
                  <a:lnTo>
                    <a:pt x="427815" y="5976304"/>
                  </a:lnTo>
                  <a:lnTo>
                    <a:pt x="427941" y="5976304"/>
                  </a:lnTo>
                  <a:lnTo>
                    <a:pt x="428067" y="5976304"/>
                  </a:lnTo>
                  <a:lnTo>
                    <a:pt x="428067" y="5971025"/>
                  </a:lnTo>
                  <a:lnTo>
                    <a:pt x="428193" y="5971025"/>
                  </a:lnTo>
                  <a:lnTo>
                    <a:pt x="428193" y="5965746"/>
                  </a:lnTo>
                  <a:lnTo>
                    <a:pt x="428319" y="5965746"/>
                  </a:lnTo>
                  <a:lnTo>
                    <a:pt x="428445" y="5965746"/>
                  </a:lnTo>
                  <a:lnTo>
                    <a:pt x="428571" y="5965746"/>
                  </a:lnTo>
                  <a:lnTo>
                    <a:pt x="428823" y="5965746"/>
                  </a:lnTo>
                  <a:lnTo>
                    <a:pt x="428950" y="5965746"/>
                  </a:lnTo>
                  <a:lnTo>
                    <a:pt x="429076" y="5965746"/>
                  </a:lnTo>
                  <a:lnTo>
                    <a:pt x="429202" y="5965746"/>
                  </a:lnTo>
                  <a:lnTo>
                    <a:pt x="429454" y="5965746"/>
                  </a:lnTo>
                  <a:lnTo>
                    <a:pt x="429580" y="5965746"/>
                  </a:lnTo>
                  <a:lnTo>
                    <a:pt x="429706" y="5965746"/>
                  </a:lnTo>
                  <a:lnTo>
                    <a:pt x="429832" y="5965746"/>
                  </a:lnTo>
                  <a:lnTo>
                    <a:pt x="429958" y="5965746"/>
                  </a:lnTo>
                  <a:lnTo>
                    <a:pt x="430084" y="5965746"/>
                  </a:lnTo>
                  <a:lnTo>
                    <a:pt x="430210" y="5965746"/>
                  </a:lnTo>
                  <a:lnTo>
                    <a:pt x="430337" y="5965746"/>
                  </a:lnTo>
                  <a:lnTo>
                    <a:pt x="430463" y="5965746"/>
                  </a:lnTo>
                  <a:lnTo>
                    <a:pt x="430715" y="5965746"/>
                  </a:lnTo>
                  <a:lnTo>
                    <a:pt x="430967" y="5965746"/>
                  </a:lnTo>
                  <a:lnTo>
                    <a:pt x="431093" y="5965746"/>
                  </a:lnTo>
                  <a:lnTo>
                    <a:pt x="431345" y="5965746"/>
                  </a:lnTo>
                  <a:lnTo>
                    <a:pt x="431597" y="5965746"/>
                  </a:lnTo>
                  <a:lnTo>
                    <a:pt x="431724" y="5965746"/>
                  </a:lnTo>
                  <a:lnTo>
                    <a:pt x="431850" y="5965746"/>
                  </a:lnTo>
                  <a:lnTo>
                    <a:pt x="431976" y="5965746"/>
                  </a:lnTo>
                  <a:lnTo>
                    <a:pt x="432102" y="5965746"/>
                  </a:lnTo>
                  <a:lnTo>
                    <a:pt x="432228" y="5965746"/>
                  </a:lnTo>
                  <a:lnTo>
                    <a:pt x="432354" y="5965746"/>
                  </a:lnTo>
                  <a:lnTo>
                    <a:pt x="432480" y="5965746"/>
                  </a:lnTo>
                  <a:lnTo>
                    <a:pt x="432606" y="5965746"/>
                  </a:lnTo>
                  <a:lnTo>
                    <a:pt x="432732" y="5965746"/>
                  </a:lnTo>
                  <a:lnTo>
                    <a:pt x="432858" y="5965746"/>
                  </a:lnTo>
                  <a:lnTo>
                    <a:pt x="432984" y="5965746"/>
                  </a:lnTo>
                  <a:lnTo>
                    <a:pt x="433237" y="5965746"/>
                  </a:lnTo>
                  <a:lnTo>
                    <a:pt x="433363" y="5965746"/>
                  </a:lnTo>
                  <a:lnTo>
                    <a:pt x="433489" y="5965746"/>
                  </a:lnTo>
                  <a:lnTo>
                    <a:pt x="433741" y="5965746"/>
                  </a:lnTo>
                  <a:lnTo>
                    <a:pt x="433867" y="5965746"/>
                  </a:lnTo>
                  <a:lnTo>
                    <a:pt x="433993" y="5965746"/>
                  </a:lnTo>
                  <a:lnTo>
                    <a:pt x="434371" y="5960466"/>
                  </a:lnTo>
                  <a:lnTo>
                    <a:pt x="434497" y="5960466"/>
                  </a:lnTo>
                  <a:lnTo>
                    <a:pt x="434624" y="5960466"/>
                  </a:lnTo>
                  <a:lnTo>
                    <a:pt x="434750" y="5960466"/>
                  </a:lnTo>
                  <a:lnTo>
                    <a:pt x="434876" y="5960466"/>
                  </a:lnTo>
                  <a:lnTo>
                    <a:pt x="435002" y="5960466"/>
                  </a:lnTo>
                  <a:lnTo>
                    <a:pt x="435128" y="5960466"/>
                  </a:lnTo>
                  <a:lnTo>
                    <a:pt x="435254" y="5960466"/>
                  </a:lnTo>
                  <a:lnTo>
                    <a:pt x="435254" y="5955187"/>
                  </a:lnTo>
                  <a:lnTo>
                    <a:pt x="435380" y="5955187"/>
                  </a:lnTo>
                  <a:lnTo>
                    <a:pt x="435506" y="5955187"/>
                  </a:lnTo>
                  <a:lnTo>
                    <a:pt x="435632" y="5955187"/>
                  </a:lnTo>
                  <a:lnTo>
                    <a:pt x="435758" y="5955187"/>
                  </a:lnTo>
                  <a:lnTo>
                    <a:pt x="435884" y="5955187"/>
                  </a:lnTo>
                  <a:lnTo>
                    <a:pt x="436137" y="5955187"/>
                  </a:lnTo>
                  <a:lnTo>
                    <a:pt x="436263" y="5955187"/>
                  </a:lnTo>
                  <a:lnTo>
                    <a:pt x="436389" y="5955187"/>
                  </a:lnTo>
                  <a:lnTo>
                    <a:pt x="436515" y="5955187"/>
                  </a:lnTo>
                  <a:lnTo>
                    <a:pt x="436641" y="5955187"/>
                  </a:lnTo>
                  <a:lnTo>
                    <a:pt x="436893" y="5955187"/>
                  </a:lnTo>
                  <a:lnTo>
                    <a:pt x="437019" y="5955187"/>
                  </a:lnTo>
                  <a:lnTo>
                    <a:pt x="437145" y="5955187"/>
                  </a:lnTo>
                  <a:lnTo>
                    <a:pt x="437271" y="5955187"/>
                  </a:lnTo>
                  <a:lnTo>
                    <a:pt x="437397" y="5955187"/>
                  </a:lnTo>
                  <a:lnTo>
                    <a:pt x="437524" y="5955187"/>
                  </a:lnTo>
                  <a:lnTo>
                    <a:pt x="437650" y="5955187"/>
                  </a:lnTo>
                  <a:lnTo>
                    <a:pt x="437776" y="5955187"/>
                  </a:lnTo>
                  <a:lnTo>
                    <a:pt x="437902" y="5955187"/>
                  </a:lnTo>
                  <a:lnTo>
                    <a:pt x="438028" y="5955187"/>
                  </a:lnTo>
                  <a:lnTo>
                    <a:pt x="438280" y="5955187"/>
                  </a:lnTo>
                  <a:lnTo>
                    <a:pt x="438406" y="5955187"/>
                  </a:lnTo>
                  <a:lnTo>
                    <a:pt x="438532" y="5955187"/>
                  </a:lnTo>
                  <a:lnTo>
                    <a:pt x="438658" y="5955187"/>
                  </a:lnTo>
                  <a:lnTo>
                    <a:pt x="438784" y="5955187"/>
                  </a:lnTo>
                  <a:lnTo>
                    <a:pt x="438910" y="5955187"/>
                  </a:lnTo>
                  <a:lnTo>
                    <a:pt x="439037" y="5955187"/>
                  </a:lnTo>
                  <a:lnTo>
                    <a:pt x="439163" y="5955187"/>
                  </a:lnTo>
                  <a:lnTo>
                    <a:pt x="439415" y="5955187"/>
                  </a:lnTo>
                  <a:lnTo>
                    <a:pt x="439667" y="5955187"/>
                  </a:lnTo>
                  <a:lnTo>
                    <a:pt x="439793" y="5955187"/>
                  </a:lnTo>
                  <a:lnTo>
                    <a:pt x="439919" y="5955187"/>
                  </a:lnTo>
                  <a:lnTo>
                    <a:pt x="440045" y="5955187"/>
                  </a:lnTo>
                  <a:lnTo>
                    <a:pt x="440171" y="5955187"/>
                  </a:lnTo>
                  <a:lnTo>
                    <a:pt x="440297" y="5955187"/>
                  </a:lnTo>
                  <a:lnTo>
                    <a:pt x="440424" y="5955187"/>
                  </a:lnTo>
                  <a:lnTo>
                    <a:pt x="440550" y="5955187"/>
                  </a:lnTo>
                  <a:lnTo>
                    <a:pt x="440676" y="5955187"/>
                  </a:lnTo>
                  <a:lnTo>
                    <a:pt x="440802" y="5955187"/>
                  </a:lnTo>
                  <a:lnTo>
                    <a:pt x="440928" y="5955187"/>
                  </a:lnTo>
                  <a:lnTo>
                    <a:pt x="441054" y="5955187"/>
                  </a:lnTo>
                  <a:lnTo>
                    <a:pt x="441306" y="5955187"/>
                  </a:lnTo>
                  <a:lnTo>
                    <a:pt x="441432" y="5955187"/>
                  </a:lnTo>
                  <a:lnTo>
                    <a:pt x="441684" y="5955187"/>
                  </a:lnTo>
                  <a:lnTo>
                    <a:pt x="441811" y="5955187"/>
                  </a:lnTo>
                  <a:lnTo>
                    <a:pt x="441937" y="5955187"/>
                  </a:lnTo>
                  <a:lnTo>
                    <a:pt x="442063" y="5955187"/>
                  </a:lnTo>
                  <a:lnTo>
                    <a:pt x="442189" y="5955187"/>
                  </a:lnTo>
                  <a:lnTo>
                    <a:pt x="442315" y="5955187"/>
                  </a:lnTo>
                  <a:lnTo>
                    <a:pt x="442441" y="5955187"/>
                  </a:lnTo>
                  <a:lnTo>
                    <a:pt x="442567" y="5955187"/>
                  </a:lnTo>
                  <a:lnTo>
                    <a:pt x="442819" y="5955187"/>
                  </a:lnTo>
                  <a:lnTo>
                    <a:pt x="442945" y="5955187"/>
                  </a:lnTo>
                  <a:lnTo>
                    <a:pt x="443071" y="5955187"/>
                  </a:lnTo>
                  <a:lnTo>
                    <a:pt x="443197" y="5955187"/>
                  </a:lnTo>
                  <a:lnTo>
                    <a:pt x="443324" y="5955187"/>
                  </a:lnTo>
                  <a:lnTo>
                    <a:pt x="443450" y="5955187"/>
                  </a:lnTo>
                  <a:lnTo>
                    <a:pt x="443576" y="5955187"/>
                  </a:lnTo>
                  <a:lnTo>
                    <a:pt x="443702" y="5955187"/>
                  </a:lnTo>
                  <a:lnTo>
                    <a:pt x="443828" y="5955187"/>
                  </a:lnTo>
                  <a:lnTo>
                    <a:pt x="444080" y="5955187"/>
                  </a:lnTo>
                  <a:lnTo>
                    <a:pt x="444206" y="5955187"/>
                  </a:lnTo>
                  <a:lnTo>
                    <a:pt x="444332" y="5955187"/>
                  </a:lnTo>
                  <a:lnTo>
                    <a:pt x="444458" y="5955187"/>
                  </a:lnTo>
                  <a:lnTo>
                    <a:pt x="444584" y="5955187"/>
                  </a:lnTo>
                  <a:lnTo>
                    <a:pt x="444711" y="5955187"/>
                  </a:lnTo>
                  <a:lnTo>
                    <a:pt x="444837" y="5955187"/>
                  </a:lnTo>
                  <a:lnTo>
                    <a:pt x="444963" y="5955187"/>
                  </a:lnTo>
                  <a:lnTo>
                    <a:pt x="445215" y="5955187"/>
                  </a:lnTo>
                  <a:lnTo>
                    <a:pt x="445341" y="5955187"/>
                  </a:lnTo>
                  <a:lnTo>
                    <a:pt x="445467" y="5955187"/>
                  </a:lnTo>
                  <a:lnTo>
                    <a:pt x="445593" y="5955187"/>
                  </a:lnTo>
                  <a:lnTo>
                    <a:pt x="445719" y="5955187"/>
                  </a:lnTo>
                  <a:lnTo>
                    <a:pt x="445845" y="5955187"/>
                  </a:lnTo>
                  <a:lnTo>
                    <a:pt x="445971" y="5955187"/>
                  </a:lnTo>
                  <a:lnTo>
                    <a:pt x="446097" y="5949907"/>
                  </a:lnTo>
                  <a:lnTo>
                    <a:pt x="446224" y="5949907"/>
                  </a:lnTo>
                  <a:lnTo>
                    <a:pt x="446350" y="5949907"/>
                  </a:lnTo>
                  <a:lnTo>
                    <a:pt x="446476" y="5949907"/>
                  </a:lnTo>
                  <a:lnTo>
                    <a:pt x="446476" y="5944628"/>
                  </a:lnTo>
                  <a:lnTo>
                    <a:pt x="446728" y="5944628"/>
                  </a:lnTo>
                  <a:lnTo>
                    <a:pt x="446854" y="5944628"/>
                  </a:lnTo>
                  <a:lnTo>
                    <a:pt x="446980" y="5944628"/>
                  </a:lnTo>
                  <a:lnTo>
                    <a:pt x="447106" y="5944628"/>
                  </a:lnTo>
                  <a:lnTo>
                    <a:pt x="447232" y="5944628"/>
                  </a:lnTo>
                  <a:lnTo>
                    <a:pt x="447358" y="5944628"/>
                  </a:lnTo>
                  <a:lnTo>
                    <a:pt x="447484" y="5944628"/>
                  </a:lnTo>
                  <a:lnTo>
                    <a:pt x="447611" y="5944628"/>
                  </a:lnTo>
                  <a:lnTo>
                    <a:pt x="447737" y="5944628"/>
                  </a:lnTo>
                  <a:lnTo>
                    <a:pt x="447863" y="5944628"/>
                  </a:lnTo>
                  <a:lnTo>
                    <a:pt x="447989" y="5944628"/>
                  </a:lnTo>
                  <a:lnTo>
                    <a:pt x="448367" y="5944628"/>
                  </a:lnTo>
                  <a:lnTo>
                    <a:pt x="448619" y="5944628"/>
                  </a:lnTo>
                  <a:lnTo>
                    <a:pt x="448745" y="5944628"/>
                  </a:lnTo>
                  <a:lnTo>
                    <a:pt x="448998" y="5944628"/>
                  </a:lnTo>
                  <a:lnTo>
                    <a:pt x="449124" y="5944628"/>
                  </a:lnTo>
                  <a:lnTo>
                    <a:pt x="449250" y="5944628"/>
                  </a:lnTo>
                  <a:lnTo>
                    <a:pt x="449376" y="5944628"/>
                  </a:lnTo>
                  <a:lnTo>
                    <a:pt x="449502" y="5944628"/>
                  </a:lnTo>
                  <a:lnTo>
                    <a:pt x="449628" y="5944628"/>
                  </a:lnTo>
                  <a:lnTo>
                    <a:pt x="449754" y="5944628"/>
                  </a:lnTo>
                  <a:lnTo>
                    <a:pt x="449880" y="5944628"/>
                  </a:lnTo>
                  <a:lnTo>
                    <a:pt x="450132" y="5944628"/>
                  </a:lnTo>
                  <a:lnTo>
                    <a:pt x="450258" y="5944628"/>
                  </a:lnTo>
                  <a:lnTo>
                    <a:pt x="450384" y="5944628"/>
                  </a:lnTo>
                  <a:lnTo>
                    <a:pt x="450511" y="5944628"/>
                  </a:lnTo>
                  <a:lnTo>
                    <a:pt x="450637" y="5944628"/>
                  </a:lnTo>
                  <a:lnTo>
                    <a:pt x="450889" y="5944628"/>
                  </a:lnTo>
                  <a:lnTo>
                    <a:pt x="451141" y="5944628"/>
                  </a:lnTo>
                  <a:lnTo>
                    <a:pt x="451267" y="5944628"/>
                  </a:lnTo>
                  <a:lnTo>
                    <a:pt x="451393" y="5944628"/>
                  </a:lnTo>
                  <a:lnTo>
                    <a:pt x="451519" y="5944628"/>
                  </a:lnTo>
                  <a:lnTo>
                    <a:pt x="451645" y="5944628"/>
                  </a:lnTo>
                  <a:lnTo>
                    <a:pt x="451771" y="5944628"/>
                  </a:lnTo>
                  <a:lnTo>
                    <a:pt x="451898" y="5944628"/>
                  </a:lnTo>
                  <a:lnTo>
                    <a:pt x="452024" y="5944628"/>
                  </a:lnTo>
                  <a:lnTo>
                    <a:pt x="452150" y="5944628"/>
                  </a:lnTo>
                  <a:lnTo>
                    <a:pt x="452402" y="5944628"/>
                  </a:lnTo>
                  <a:lnTo>
                    <a:pt x="452528" y="5944628"/>
                  </a:lnTo>
                  <a:lnTo>
                    <a:pt x="452654" y="5944628"/>
                  </a:lnTo>
                  <a:lnTo>
                    <a:pt x="452780" y="5944628"/>
                  </a:lnTo>
                  <a:lnTo>
                    <a:pt x="453032" y="5944628"/>
                  </a:lnTo>
                  <a:lnTo>
                    <a:pt x="453158" y="5944628"/>
                  </a:lnTo>
                  <a:lnTo>
                    <a:pt x="453284" y="5944628"/>
                  </a:lnTo>
                  <a:lnTo>
                    <a:pt x="453537" y="5944628"/>
                  </a:lnTo>
                  <a:lnTo>
                    <a:pt x="453789" y="5944628"/>
                  </a:lnTo>
                  <a:lnTo>
                    <a:pt x="453915" y="5944628"/>
                  </a:lnTo>
                  <a:lnTo>
                    <a:pt x="454167" y="5944628"/>
                  </a:lnTo>
                  <a:lnTo>
                    <a:pt x="454545" y="5944628"/>
                  </a:lnTo>
                  <a:lnTo>
                    <a:pt x="454671" y="5944628"/>
                  </a:lnTo>
                  <a:lnTo>
                    <a:pt x="454798" y="5944628"/>
                  </a:lnTo>
                  <a:lnTo>
                    <a:pt x="454924" y="5944628"/>
                  </a:lnTo>
                  <a:lnTo>
                    <a:pt x="455050" y="5944628"/>
                  </a:lnTo>
                  <a:lnTo>
                    <a:pt x="455176" y="5944628"/>
                  </a:lnTo>
                  <a:lnTo>
                    <a:pt x="455302" y="5944628"/>
                  </a:lnTo>
                  <a:lnTo>
                    <a:pt x="455428" y="5944628"/>
                  </a:lnTo>
                  <a:lnTo>
                    <a:pt x="455554" y="5944628"/>
                  </a:lnTo>
                  <a:lnTo>
                    <a:pt x="455680" y="5944628"/>
                  </a:lnTo>
                  <a:lnTo>
                    <a:pt x="455806" y="5944628"/>
                  </a:lnTo>
                  <a:lnTo>
                    <a:pt x="455932" y="5944628"/>
                  </a:lnTo>
                  <a:lnTo>
                    <a:pt x="456184" y="5944628"/>
                  </a:lnTo>
                  <a:lnTo>
                    <a:pt x="456311" y="5944628"/>
                  </a:lnTo>
                  <a:lnTo>
                    <a:pt x="456437" y="5944628"/>
                  </a:lnTo>
                  <a:lnTo>
                    <a:pt x="456563" y="5944628"/>
                  </a:lnTo>
                  <a:lnTo>
                    <a:pt x="456815" y="5944628"/>
                  </a:lnTo>
                  <a:lnTo>
                    <a:pt x="456941" y="5944628"/>
                  </a:lnTo>
                  <a:lnTo>
                    <a:pt x="457067" y="5944628"/>
                  </a:lnTo>
                  <a:lnTo>
                    <a:pt x="457193" y="5944628"/>
                  </a:lnTo>
                  <a:lnTo>
                    <a:pt x="457571" y="5944628"/>
                  </a:lnTo>
                  <a:lnTo>
                    <a:pt x="457698" y="5944628"/>
                  </a:lnTo>
                  <a:lnTo>
                    <a:pt x="457824" y="5944628"/>
                  </a:lnTo>
                  <a:lnTo>
                    <a:pt x="457950" y="5944628"/>
                  </a:lnTo>
                  <a:lnTo>
                    <a:pt x="458076" y="5944628"/>
                  </a:lnTo>
                  <a:lnTo>
                    <a:pt x="458202" y="5944628"/>
                  </a:lnTo>
                  <a:lnTo>
                    <a:pt x="458454" y="5944628"/>
                  </a:lnTo>
                  <a:lnTo>
                    <a:pt x="458706" y="5944628"/>
                  </a:lnTo>
                  <a:lnTo>
                    <a:pt x="458832" y="5944628"/>
                  </a:lnTo>
                  <a:lnTo>
                    <a:pt x="458958" y="5944628"/>
                  </a:lnTo>
                  <a:lnTo>
                    <a:pt x="459211" y="5944628"/>
                  </a:lnTo>
                  <a:lnTo>
                    <a:pt x="459337" y="5944628"/>
                  </a:lnTo>
                  <a:lnTo>
                    <a:pt x="459463" y="5944628"/>
                  </a:lnTo>
                  <a:lnTo>
                    <a:pt x="459589" y="5944628"/>
                  </a:lnTo>
                  <a:lnTo>
                    <a:pt x="459715" y="5944628"/>
                  </a:lnTo>
                  <a:lnTo>
                    <a:pt x="459841" y="5944628"/>
                  </a:lnTo>
                  <a:lnTo>
                    <a:pt x="459967" y="5944628"/>
                  </a:lnTo>
                  <a:lnTo>
                    <a:pt x="460093" y="5944628"/>
                  </a:lnTo>
                  <a:lnTo>
                    <a:pt x="460219" y="5944628"/>
                  </a:lnTo>
                  <a:lnTo>
                    <a:pt x="460345" y="5944628"/>
                  </a:lnTo>
                  <a:lnTo>
                    <a:pt x="460471" y="5944628"/>
                  </a:lnTo>
                  <a:lnTo>
                    <a:pt x="460471" y="5939348"/>
                  </a:lnTo>
                  <a:lnTo>
                    <a:pt x="460724" y="5939348"/>
                  </a:lnTo>
                  <a:lnTo>
                    <a:pt x="460976" y="5939348"/>
                  </a:lnTo>
                  <a:lnTo>
                    <a:pt x="461102" y="5934069"/>
                  </a:lnTo>
                  <a:lnTo>
                    <a:pt x="461228" y="5934069"/>
                  </a:lnTo>
                  <a:lnTo>
                    <a:pt x="461354" y="5934069"/>
                  </a:lnTo>
                  <a:lnTo>
                    <a:pt x="461480" y="5934069"/>
                  </a:lnTo>
                  <a:lnTo>
                    <a:pt x="461606" y="5934069"/>
                  </a:lnTo>
                  <a:lnTo>
                    <a:pt x="461732" y="5934069"/>
                  </a:lnTo>
                  <a:lnTo>
                    <a:pt x="461985" y="5934069"/>
                  </a:lnTo>
                  <a:lnTo>
                    <a:pt x="462111" y="5934069"/>
                  </a:lnTo>
                  <a:lnTo>
                    <a:pt x="462363" y="5934069"/>
                  </a:lnTo>
                  <a:lnTo>
                    <a:pt x="462489" y="5934069"/>
                  </a:lnTo>
                  <a:lnTo>
                    <a:pt x="462615" y="5934069"/>
                  </a:lnTo>
                  <a:lnTo>
                    <a:pt x="462741" y="5934069"/>
                  </a:lnTo>
                  <a:lnTo>
                    <a:pt x="462867" y="5934069"/>
                  </a:lnTo>
                  <a:lnTo>
                    <a:pt x="463119" y="5934069"/>
                  </a:lnTo>
                  <a:lnTo>
                    <a:pt x="463371" y="5934069"/>
                  </a:lnTo>
                  <a:lnTo>
                    <a:pt x="463498" y="5934069"/>
                  </a:lnTo>
                  <a:lnTo>
                    <a:pt x="463624" y="5934069"/>
                  </a:lnTo>
                  <a:lnTo>
                    <a:pt x="463750" y="5934069"/>
                  </a:lnTo>
                  <a:lnTo>
                    <a:pt x="463876" y="5934069"/>
                  </a:lnTo>
                  <a:lnTo>
                    <a:pt x="464002" y="5934069"/>
                  </a:lnTo>
                  <a:lnTo>
                    <a:pt x="464128" y="5934069"/>
                  </a:lnTo>
                  <a:lnTo>
                    <a:pt x="464254" y="5934069"/>
                  </a:lnTo>
                  <a:lnTo>
                    <a:pt x="464380" y="5934069"/>
                  </a:lnTo>
                  <a:lnTo>
                    <a:pt x="464506" y="5934069"/>
                  </a:lnTo>
                  <a:lnTo>
                    <a:pt x="464632" y="5934069"/>
                  </a:lnTo>
                  <a:lnTo>
                    <a:pt x="464758" y="5934069"/>
                  </a:lnTo>
                  <a:lnTo>
                    <a:pt x="464885" y="5934069"/>
                  </a:lnTo>
                  <a:lnTo>
                    <a:pt x="465011" y="5934069"/>
                  </a:lnTo>
                  <a:lnTo>
                    <a:pt x="465137" y="5934069"/>
                  </a:lnTo>
                  <a:lnTo>
                    <a:pt x="465263" y="5934069"/>
                  </a:lnTo>
                  <a:lnTo>
                    <a:pt x="465389" y="5934069"/>
                  </a:lnTo>
                  <a:lnTo>
                    <a:pt x="465515" y="5934069"/>
                  </a:lnTo>
                  <a:lnTo>
                    <a:pt x="465641" y="5934069"/>
                  </a:lnTo>
                  <a:lnTo>
                    <a:pt x="465767" y="5934069"/>
                  </a:lnTo>
                  <a:lnTo>
                    <a:pt x="466019" y="5934069"/>
                  </a:lnTo>
                  <a:lnTo>
                    <a:pt x="466145" y="5934069"/>
                  </a:lnTo>
                  <a:lnTo>
                    <a:pt x="466272" y="5934069"/>
                  </a:lnTo>
                  <a:lnTo>
                    <a:pt x="466398" y="5934069"/>
                  </a:lnTo>
                  <a:lnTo>
                    <a:pt x="466524" y="5934069"/>
                  </a:lnTo>
                  <a:lnTo>
                    <a:pt x="466776" y="5934069"/>
                  </a:lnTo>
                  <a:lnTo>
                    <a:pt x="466902" y="5934069"/>
                  </a:lnTo>
                  <a:lnTo>
                    <a:pt x="467028" y="5934069"/>
                  </a:lnTo>
                  <a:lnTo>
                    <a:pt x="467154" y="5934069"/>
                  </a:lnTo>
                  <a:lnTo>
                    <a:pt x="467280" y="5934069"/>
                  </a:lnTo>
                  <a:lnTo>
                    <a:pt x="467406" y="5934069"/>
                  </a:lnTo>
                  <a:lnTo>
                    <a:pt x="467532" y="5934069"/>
                  </a:lnTo>
                  <a:lnTo>
                    <a:pt x="467658" y="5934069"/>
                  </a:lnTo>
                  <a:lnTo>
                    <a:pt x="467785" y="5934069"/>
                  </a:lnTo>
                  <a:lnTo>
                    <a:pt x="467911" y="5934069"/>
                  </a:lnTo>
                  <a:lnTo>
                    <a:pt x="468037" y="5934069"/>
                  </a:lnTo>
                  <a:lnTo>
                    <a:pt x="468163" y="5934069"/>
                  </a:lnTo>
                  <a:lnTo>
                    <a:pt x="468415" y="5934069"/>
                  </a:lnTo>
                  <a:lnTo>
                    <a:pt x="468541" y="5934069"/>
                  </a:lnTo>
                  <a:lnTo>
                    <a:pt x="468667" y="5934069"/>
                  </a:lnTo>
                  <a:lnTo>
                    <a:pt x="468793" y="5934069"/>
                  </a:lnTo>
                  <a:lnTo>
                    <a:pt x="468919" y="5934069"/>
                  </a:lnTo>
                  <a:lnTo>
                    <a:pt x="469045" y="5934069"/>
                  </a:lnTo>
                  <a:lnTo>
                    <a:pt x="469172" y="5934069"/>
                  </a:lnTo>
                  <a:lnTo>
                    <a:pt x="469298" y="5934069"/>
                  </a:lnTo>
                  <a:lnTo>
                    <a:pt x="469424" y="5934069"/>
                  </a:lnTo>
                  <a:lnTo>
                    <a:pt x="469550" y="5934069"/>
                  </a:lnTo>
                  <a:lnTo>
                    <a:pt x="469676" y="5934069"/>
                  </a:lnTo>
                  <a:lnTo>
                    <a:pt x="469802" y="5934069"/>
                  </a:lnTo>
                  <a:lnTo>
                    <a:pt x="469928" y="5934069"/>
                  </a:lnTo>
                  <a:lnTo>
                    <a:pt x="470054" y="5934069"/>
                  </a:lnTo>
                  <a:lnTo>
                    <a:pt x="470306" y="5934069"/>
                  </a:lnTo>
                  <a:lnTo>
                    <a:pt x="470432" y="5934069"/>
                  </a:lnTo>
                  <a:lnTo>
                    <a:pt x="470558" y="5934069"/>
                  </a:lnTo>
                  <a:lnTo>
                    <a:pt x="470685" y="5934069"/>
                  </a:lnTo>
                  <a:lnTo>
                    <a:pt x="470811" y="5934069"/>
                  </a:lnTo>
                  <a:lnTo>
                    <a:pt x="470937" y="5934069"/>
                  </a:lnTo>
                  <a:lnTo>
                    <a:pt x="471063" y="5934069"/>
                  </a:lnTo>
                  <a:lnTo>
                    <a:pt x="471189" y="5934069"/>
                  </a:lnTo>
                  <a:lnTo>
                    <a:pt x="471315" y="5934069"/>
                  </a:lnTo>
                  <a:lnTo>
                    <a:pt x="471441" y="5934069"/>
                  </a:lnTo>
                  <a:lnTo>
                    <a:pt x="471567" y="5934069"/>
                  </a:lnTo>
                  <a:lnTo>
                    <a:pt x="471693" y="5934069"/>
                  </a:lnTo>
                  <a:lnTo>
                    <a:pt x="471819" y="5934069"/>
                  </a:lnTo>
                  <a:lnTo>
                    <a:pt x="471945" y="5934069"/>
                  </a:lnTo>
                  <a:lnTo>
                    <a:pt x="472072" y="5934069"/>
                  </a:lnTo>
                  <a:lnTo>
                    <a:pt x="472198" y="5934069"/>
                  </a:lnTo>
                  <a:lnTo>
                    <a:pt x="472324" y="5934069"/>
                  </a:lnTo>
                  <a:lnTo>
                    <a:pt x="472450" y="5934069"/>
                  </a:lnTo>
                  <a:lnTo>
                    <a:pt x="472576" y="5934069"/>
                  </a:lnTo>
                  <a:lnTo>
                    <a:pt x="472702" y="5934069"/>
                  </a:lnTo>
                  <a:lnTo>
                    <a:pt x="472828" y="5934069"/>
                  </a:lnTo>
                  <a:lnTo>
                    <a:pt x="472954" y="5934069"/>
                  </a:lnTo>
                  <a:lnTo>
                    <a:pt x="473080" y="5934069"/>
                  </a:lnTo>
                  <a:lnTo>
                    <a:pt x="473206" y="5934069"/>
                  </a:lnTo>
                  <a:lnTo>
                    <a:pt x="473459" y="5934069"/>
                  </a:lnTo>
                  <a:lnTo>
                    <a:pt x="473585" y="5934069"/>
                  </a:lnTo>
                  <a:lnTo>
                    <a:pt x="473711" y="5934069"/>
                  </a:lnTo>
                  <a:lnTo>
                    <a:pt x="473837" y="5934069"/>
                  </a:lnTo>
                  <a:lnTo>
                    <a:pt x="473963" y="5934069"/>
                  </a:lnTo>
                  <a:lnTo>
                    <a:pt x="474089" y="5934069"/>
                  </a:lnTo>
                  <a:lnTo>
                    <a:pt x="474215" y="5934069"/>
                  </a:lnTo>
                  <a:lnTo>
                    <a:pt x="474341" y="5934069"/>
                  </a:lnTo>
                  <a:lnTo>
                    <a:pt x="474467" y="5934069"/>
                  </a:lnTo>
                  <a:lnTo>
                    <a:pt x="474593" y="5934069"/>
                  </a:lnTo>
                  <a:lnTo>
                    <a:pt x="474719" y="5934069"/>
                  </a:lnTo>
                  <a:lnTo>
                    <a:pt x="474845" y="5934069"/>
                  </a:lnTo>
                  <a:lnTo>
                    <a:pt x="474972" y="5934069"/>
                  </a:lnTo>
                  <a:lnTo>
                    <a:pt x="475098" y="5934069"/>
                  </a:lnTo>
                  <a:lnTo>
                    <a:pt x="475224" y="5934069"/>
                  </a:lnTo>
                  <a:lnTo>
                    <a:pt x="475350" y="5934069"/>
                  </a:lnTo>
                  <a:lnTo>
                    <a:pt x="475476" y="5934069"/>
                  </a:lnTo>
                  <a:lnTo>
                    <a:pt x="475602" y="5934069"/>
                  </a:lnTo>
                  <a:lnTo>
                    <a:pt x="475728" y="5934069"/>
                  </a:lnTo>
                  <a:lnTo>
                    <a:pt x="475854" y="5934069"/>
                  </a:lnTo>
                  <a:lnTo>
                    <a:pt x="475980" y="5934069"/>
                  </a:lnTo>
                  <a:lnTo>
                    <a:pt x="476106" y="5934069"/>
                  </a:lnTo>
                  <a:lnTo>
                    <a:pt x="476232" y="5934069"/>
                  </a:lnTo>
                  <a:lnTo>
                    <a:pt x="476359" y="5934069"/>
                  </a:lnTo>
                  <a:lnTo>
                    <a:pt x="476485" y="5934069"/>
                  </a:lnTo>
                  <a:lnTo>
                    <a:pt x="476863" y="5934069"/>
                  </a:lnTo>
                  <a:lnTo>
                    <a:pt x="476989" y="5934069"/>
                  </a:lnTo>
                  <a:lnTo>
                    <a:pt x="477115" y="5934069"/>
                  </a:lnTo>
                  <a:lnTo>
                    <a:pt x="477241" y="5934069"/>
                  </a:lnTo>
                  <a:lnTo>
                    <a:pt x="477367" y="5934069"/>
                  </a:lnTo>
                  <a:lnTo>
                    <a:pt x="477493" y="5934069"/>
                  </a:lnTo>
                  <a:lnTo>
                    <a:pt x="477619" y="5934069"/>
                  </a:lnTo>
                  <a:lnTo>
                    <a:pt x="478250" y="5934069"/>
                  </a:lnTo>
                  <a:lnTo>
                    <a:pt x="478376" y="5934069"/>
                  </a:lnTo>
                  <a:lnTo>
                    <a:pt x="478502" y="5934069"/>
                  </a:lnTo>
                  <a:lnTo>
                    <a:pt x="478628" y="5934069"/>
                  </a:lnTo>
                  <a:lnTo>
                    <a:pt x="478754" y="5934069"/>
                  </a:lnTo>
                  <a:lnTo>
                    <a:pt x="478880" y="5934069"/>
                  </a:lnTo>
                  <a:lnTo>
                    <a:pt x="479006" y="5934069"/>
                  </a:lnTo>
                  <a:lnTo>
                    <a:pt x="479132" y="5934069"/>
                  </a:lnTo>
                  <a:lnTo>
                    <a:pt x="479259" y="5934069"/>
                  </a:lnTo>
                  <a:lnTo>
                    <a:pt x="479385" y="5934069"/>
                  </a:lnTo>
                  <a:lnTo>
                    <a:pt x="479511" y="5934069"/>
                  </a:lnTo>
                  <a:lnTo>
                    <a:pt x="479637" y="5934069"/>
                  </a:lnTo>
                  <a:lnTo>
                    <a:pt x="479763" y="5934069"/>
                  </a:lnTo>
                  <a:lnTo>
                    <a:pt x="479889" y="5934069"/>
                  </a:lnTo>
                  <a:lnTo>
                    <a:pt x="480015" y="5934069"/>
                  </a:lnTo>
                  <a:lnTo>
                    <a:pt x="480141" y="5934069"/>
                  </a:lnTo>
                  <a:lnTo>
                    <a:pt x="480267" y="5934069"/>
                  </a:lnTo>
                  <a:lnTo>
                    <a:pt x="480393" y="5934069"/>
                  </a:lnTo>
                  <a:lnTo>
                    <a:pt x="480645" y="5934069"/>
                  </a:lnTo>
                  <a:lnTo>
                    <a:pt x="480772" y="5934069"/>
                  </a:lnTo>
                  <a:lnTo>
                    <a:pt x="480898" y="5934069"/>
                  </a:lnTo>
                  <a:lnTo>
                    <a:pt x="481150" y="5934069"/>
                  </a:lnTo>
                  <a:lnTo>
                    <a:pt x="481402" y="5934069"/>
                  </a:lnTo>
                  <a:lnTo>
                    <a:pt x="481528" y="5934069"/>
                  </a:lnTo>
                  <a:lnTo>
                    <a:pt x="481654" y="5934069"/>
                  </a:lnTo>
                  <a:lnTo>
                    <a:pt x="482285" y="5934069"/>
                  </a:lnTo>
                  <a:lnTo>
                    <a:pt x="482663" y="5934069"/>
                  </a:lnTo>
                  <a:lnTo>
                    <a:pt x="482789" y="5934069"/>
                  </a:lnTo>
                  <a:lnTo>
                    <a:pt x="482915" y="5934069"/>
                  </a:lnTo>
                  <a:lnTo>
                    <a:pt x="483041" y="5934069"/>
                  </a:lnTo>
                  <a:lnTo>
                    <a:pt x="483167" y="5934069"/>
                  </a:lnTo>
                  <a:lnTo>
                    <a:pt x="483293" y="5934069"/>
                  </a:lnTo>
                  <a:lnTo>
                    <a:pt x="483546" y="5934069"/>
                  </a:lnTo>
                  <a:lnTo>
                    <a:pt x="483672" y="5934069"/>
                  </a:lnTo>
                  <a:lnTo>
                    <a:pt x="483798" y="5934069"/>
                  </a:lnTo>
                  <a:lnTo>
                    <a:pt x="483924" y="5934069"/>
                  </a:lnTo>
                  <a:lnTo>
                    <a:pt x="484050" y="5934069"/>
                  </a:lnTo>
                  <a:lnTo>
                    <a:pt x="484176" y="5934069"/>
                  </a:lnTo>
                  <a:lnTo>
                    <a:pt x="484302" y="5934069"/>
                  </a:lnTo>
                  <a:lnTo>
                    <a:pt x="484428" y="5934069"/>
                  </a:lnTo>
                  <a:lnTo>
                    <a:pt x="484554" y="5934069"/>
                  </a:lnTo>
                  <a:lnTo>
                    <a:pt x="484680" y="5934069"/>
                  </a:lnTo>
                  <a:lnTo>
                    <a:pt x="484932" y="5934069"/>
                  </a:lnTo>
                  <a:lnTo>
                    <a:pt x="485059" y="5934069"/>
                  </a:lnTo>
                  <a:lnTo>
                    <a:pt x="485185" y="5934069"/>
                  </a:lnTo>
                  <a:lnTo>
                    <a:pt x="485311" y="5934069"/>
                  </a:lnTo>
                  <a:lnTo>
                    <a:pt x="485563" y="5934069"/>
                  </a:lnTo>
                  <a:lnTo>
                    <a:pt x="485815" y="5934069"/>
                  </a:lnTo>
                  <a:lnTo>
                    <a:pt x="485941" y="5934069"/>
                  </a:lnTo>
                  <a:lnTo>
                    <a:pt x="486067" y="5934069"/>
                  </a:lnTo>
                  <a:lnTo>
                    <a:pt x="486193" y="5934069"/>
                  </a:lnTo>
                  <a:lnTo>
                    <a:pt x="486319" y="5934069"/>
                  </a:lnTo>
                  <a:lnTo>
                    <a:pt x="486446" y="5934069"/>
                  </a:lnTo>
                  <a:lnTo>
                    <a:pt x="486698" y="5928790"/>
                  </a:lnTo>
                  <a:lnTo>
                    <a:pt x="486824" y="5928790"/>
                  </a:lnTo>
                  <a:lnTo>
                    <a:pt x="486950" y="5928790"/>
                  </a:lnTo>
                  <a:lnTo>
                    <a:pt x="487076" y="5928790"/>
                  </a:lnTo>
                  <a:lnTo>
                    <a:pt x="487202" y="5928790"/>
                  </a:lnTo>
                  <a:lnTo>
                    <a:pt x="487202" y="5923510"/>
                  </a:lnTo>
                  <a:lnTo>
                    <a:pt x="487328" y="5923510"/>
                  </a:lnTo>
                  <a:lnTo>
                    <a:pt x="487454" y="5923510"/>
                  </a:lnTo>
                  <a:lnTo>
                    <a:pt x="487580" y="5923510"/>
                  </a:lnTo>
                  <a:lnTo>
                    <a:pt x="487832" y="5923510"/>
                  </a:lnTo>
                  <a:lnTo>
                    <a:pt x="487959" y="5923510"/>
                  </a:lnTo>
                  <a:lnTo>
                    <a:pt x="488085" y="5923510"/>
                  </a:lnTo>
                  <a:lnTo>
                    <a:pt x="488211" y="5923510"/>
                  </a:lnTo>
                  <a:lnTo>
                    <a:pt x="488463" y="5923510"/>
                  </a:lnTo>
                  <a:lnTo>
                    <a:pt x="488589" y="5923510"/>
                  </a:lnTo>
                  <a:lnTo>
                    <a:pt x="488715" y="5923510"/>
                  </a:lnTo>
                  <a:lnTo>
                    <a:pt x="488841" y="5923510"/>
                  </a:lnTo>
                  <a:lnTo>
                    <a:pt x="488967" y="5923510"/>
                  </a:lnTo>
                  <a:lnTo>
                    <a:pt x="489093" y="5923510"/>
                  </a:lnTo>
                  <a:lnTo>
                    <a:pt x="489219" y="5923510"/>
                  </a:lnTo>
                  <a:lnTo>
                    <a:pt x="489346" y="5923510"/>
                  </a:lnTo>
                  <a:lnTo>
                    <a:pt x="489472" y="5923510"/>
                  </a:lnTo>
                  <a:lnTo>
                    <a:pt x="489598" y="5923510"/>
                  </a:lnTo>
                  <a:lnTo>
                    <a:pt x="489724" y="5923510"/>
                  </a:lnTo>
                  <a:lnTo>
                    <a:pt x="489850" y="5923510"/>
                  </a:lnTo>
                  <a:lnTo>
                    <a:pt x="489976" y="5923510"/>
                  </a:lnTo>
                  <a:lnTo>
                    <a:pt x="490102" y="5923510"/>
                  </a:lnTo>
                  <a:lnTo>
                    <a:pt x="490228" y="5923510"/>
                  </a:lnTo>
                  <a:lnTo>
                    <a:pt x="490606" y="5923510"/>
                  </a:lnTo>
                  <a:lnTo>
                    <a:pt x="490733" y="5923510"/>
                  </a:lnTo>
                  <a:lnTo>
                    <a:pt x="490985" y="5923510"/>
                  </a:lnTo>
                  <a:lnTo>
                    <a:pt x="491111" y="5923510"/>
                  </a:lnTo>
                  <a:lnTo>
                    <a:pt x="491237" y="5923510"/>
                  </a:lnTo>
                  <a:lnTo>
                    <a:pt x="491363" y="5923510"/>
                  </a:lnTo>
                  <a:lnTo>
                    <a:pt x="491489" y="5923510"/>
                  </a:lnTo>
                  <a:lnTo>
                    <a:pt x="491615" y="5923510"/>
                  </a:lnTo>
                  <a:lnTo>
                    <a:pt x="491741" y="5923510"/>
                  </a:lnTo>
                  <a:lnTo>
                    <a:pt x="491867" y="5923510"/>
                  </a:lnTo>
                  <a:lnTo>
                    <a:pt x="491993" y="5923510"/>
                  </a:lnTo>
                  <a:lnTo>
                    <a:pt x="492119" y="5923510"/>
                  </a:lnTo>
                  <a:lnTo>
                    <a:pt x="492246" y="5923510"/>
                  </a:lnTo>
                  <a:lnTo>
                    <a:pt x="492372" y="5923510"/>
                  </a:lnTo>
                  <a:lnTo>
                    <a:pt x="492498" y="5923510"/>
                  </a:lnTo>
                  <a:lnTo>
                    <a:pt x="492624" y="5923510"/>
                  </a:lnTo>
                  <a:lnTo>
                    <a:pt x="492750" y="5923510"/>
                  </a:lnTo>
                  <a:lnTo>
                    <a:pt x="492876" y="5923510"/>
                  </a:lnTo>
                  <a:lnTo>
                    <a:pt x="493002" y="5923510"/>
                  </a:lnTo>
                  <a:lnTo>
                    <a:pt x="493128" y="5923510"/>
                  </a:lnTo>
                  <a:lnTo>
                    <a:pt x="493254" y="5923510"/>
                  </a:lnTo>
                  <a:lnTo>
                    <a:pt x="493759" y="5923510"/>
                  </a:lnTo>
                  <a:lnTo>
                    <a:pt x="493885" y="5923510"/>
                  </a:lnTo>
                  <a:lnTo>
                    <a:pt x="494011" y="5923510"/>
                  </a:lnTo>
                  <a:lnTo>
                    <a:pt x="494137" y="5923510"/>
                  </a:lnTo>
                  <a:lnTo>
                    <a:pt x="494263" y="5923510"/>
                  </a:lnTo>
                  <a:lnTo>
                    <a:pt x="494515" y="5923510"/>
                  </a:lnTo>
                  <a:lnTo>
                    <a:pt x="494641" y="5923510"/>
                  </a:lnTo>
                  <a:lnTo>
                    <a:pt x="494767" y="5923510"/>
                  </a:lnTo>
                  <a:lnTo>
                    <a:pt x="494893" y="5923510"/>
                  </a:lnTo>
                  <a:lnTo>
                    <a:pt x="495019" y="5923510"/>
                  </a:lnTo>
                  <a:lnTo>
                    <a:pt x="495146" y="5923510"/>
                  </a:lnTo>
                  <a:lnTo>
                    <a:pt x="495272" y="5923510"/>
                  </a:lnTo>
                  <a:lnTo>
                    <a:pt x="495398" y="5923510"/>
                  </a:lnTo>
                  <a:lnTo>
                    <a:pt x="495524" y="5923510"/>
                  </a:lnTo>
                  <a:lnTo>
                    <a:pt x="495650" y="5923510"/>
                  </a:lnTo>
                  <a:lnTo>
                    <a:pt x="495776" y="5923510"/>
                  </a:lnTo>
                  <a:lnTo>
                    <a:pt x="495902" y="5923510"/>
                  </a:lnTo>
                  <a:lnTo>
                    <a:pt x="496028" y="5923510"/>
                  </a:lnTo>
                  <a:lnTo>
                    <a:pt x="496406" y="5923510"/>
                  </a:lnTo>
                  <a:lnTo>
                    <a:pt x="496533" y="5923510"/>
                  </a:lnTo>
                  <a:lnTo>
                    <a:pt x="496659" y="5923510"/>
                  </a:lnTo>
                  <a:lnTo>
                    <a:pt x="496785" y="5923510"/>
                  </a:lnTo>
                  <a:lnTo>
                    <a:pt x="496911" y="5923510"/>
                  </a:lnTo>
                  <a:lnTo>
                    <a:pt x="497037" y="5923510"/>
                  </a:lnTo>
                  <a:lnTo>
                    <a:pt x="497289" y="5923510"/>
                  </a:lnTo>
                  <a:lnTo>
                    <a:pt x="497541" y="5923510"/>
                  </a:lnTo>
                  <a:lnTo>
                    <a:pt x="497793" y="5923510"/>
                  </a:lnTo>
                  <a:lnTo>
                    <a:pt x="497920" y="5923510"/>
                  </a:lnTo>
                  <a:lnTo>
                    <a:pt x="498046" y="5923510"/>
                  </a:lnTo>
                  <a:lnTo>
                    <a:pt x="498172" y="5923510"/>
                  </a:lnTo>
                  <a:lnTo>
                    <a:pt x="498298" y="5923510"/>
                  </a:lnTo>
                  <a:lnTo>
                    <a:pt x="498424" y="5923510"/>
                  </a:lnTo>
                  <a:lnTo>
                    <a:pt x="498550" y="5923510"/>
                  </a:lnTo>
                  <a:lnTo>
                    <a:pt x="498676" y="5923510"/>
                  </a:lnTo>
                  <a:lnTo>
                    <a:pt x="498802" y="5923510"/>
                  </a:lnTo>
                  <a:lnTo>
                    <a:pt x="498928" y="5923510"/>
                  </a:lnTo>
                  <a:lnTo>
                    <a:pt x="499054" y="5923510"/>
                  </a:lnTo>
                  <a:lnTo>
                    <a:pt x="499306" y="5923510"/>
                  </a:lnTo>
                  <a:lnTo>
                    <a:pt x="499433" y="5923510"/>
                  </a:lnTo>
                  <a:lnTo>
                    <a:pt x="499433" y="5918231"/>
                  </a:lnTo>
                  <a:lnTo>
                    <a:pt x="499559" y="5918231"/>
                  </a:lnTo>
                  <a:lnTo>
                    <a:pt x="499685" y="5918231"/>
                  </a:lnTo>
                  <a:lnTo>
                    <a:pt x="499811" y="5918231"/>
                  </a:lnTo>
                  <a:lnTo>
                    <a:pt x="499937" y="5918231"/>
                  </a:lnTo>
                  <a:lnTo>
                    <a:pt x="500063" y="5918231"/>
                  </a:lnTo>
                  <a:lnTo>
                    <a:pt x="500189" y="5918231"/>
                  </a:lnTo>
                  <a:lnTo>
                    <a:pt x="500315" y="5918231"/>
                  </a:lnTo>
                  <a:lnTo>
                    <a:pt x="500441" y="5918231"/>
                  </a:lnTo>
                  <a:lnTo>
                    <a:pt x="500567" y="5918231"/>
                  </a:lnTo>
                  <a:lnTo>
                    <a:pt x="500693" y="5918231"/>
                  </a:lnTo>
                  <a:lnTo>
                    <a:pt x="500820" y="5918231"/>
                  </a:lnTo>
                  <a:lnTo>
                    <a:pt x="500946" y="5918231"/>
                  </a:lnTo>
                  <a:lnTo>
                    <a:pt x="501198" y="5918231"/>
                  </a:lnTo>
                  <a:lnTo>
                    <a:pt x="501324" y="5918231"/>
                  </a:lnTo>
                  <a:lnTo>
                    <a:pt x="501450" y="5918231"/>
                  </a:lnTo>
                  <a:lnTo>
                    <a:pt x="501576" y="5918231"/>
                  </a:lnTo>
                  <a:lnTo>
                    <a:pt x="501702" y="5918231"/>
                  </a:lnTo>
                  <a:lnTo>
                    <a:pt x="501828" y="5918231"/>
                  </a:lnTo>
                  <a:lnTo>
                    <a:pt x="501954" y="5918231"/>
                  </a:lnTo>
                  <a:lnTo>
                    <a:pt x="502080" y="5918231"/>
                  </a:lnTo>
                  <a:lnTo>
                    <a:pt x="502206" y="5918231"/>
                  </a:lnTo>
                  <a:lnTo>
                    <a:pt x="502333" y="5918231"/>
                  </a:lnTo>
                  <a:lnTo>
                    <a:pt x="502459" y="5918231"/>
                  </a:lnTo>
                  <a:lnTo>
                    <a:pt x="502585" y="5918231"/>
                  </a:lnTo>
                  <a:lnTo>
                    <a:pt x="502711" y="5918231"/>
                  </a:lnTo>
                  <a:lnTo>
                    <a:pt x="502837" y="5918231"/>
                  </a:lnTo>
                  <a:lnTo>
                    <a:pt x="502963" y="5918231"/>
                  </a:lnTo>
                  <a:lnTo>
                    <a:pt x="503089" y="5918231"/>
                  </a:lnTo>
                  <a:lnTo>
                    <a:pt x="503215" y="5918231"/>
                  </a:lnTo>
                  <a:lnTo>
                    <a:pt x="503593" y="5918231"/>
                  </a:lnTo>
                  <a:lnTo>
                    <a:pt x="503720" y="5918231"/>
                  </a:lnTo>
                  <a:lnTo>
                    <a:pt x="503846" y="5918231"/>
                  </a:lnTo>
                  <a:lnTo>
                    <a:pt x="503972" y="5918231"/>
                  </a:lnTo>
                  <a:lnTo>
                    <a:pt x="504098" y="5918231"/>
                  </a:lnTo>
                  <a:lnTo>
                    <a:pt x="504224" y="5918231"/>
                  </a:lnTo>
                  <a:lnTo>
                    <a:pt x="504350" y="5918231"/>
                  </a:lnTo>
                  <a:lnTo>
                    <a:pt x="504602" y="5918231"/>
                  </a:lnTo>
                  <a:lnTo>
                    <a:pt x="504728" y="5918231"/>
                  </a:lnTo>
                  <a:lnTo>
                    <a:pt x="504854" y="5918231"/>
                  </a:lnTo>
                  <a:lnTo>
                    <a:pt x="505359" y="5918231"/>
                  </a:lnTo>
                  <a:lnTo>
                    <a:pt x="505485" y="5918231"/>
                  </a:lnTo>
                  <a:lnTo>
                    <a:pt x="505611" y="5918231"/>
                  </a:lnTo>
                  <a:lnTo>
                    <a:pt x="505737" y="5918231"/>
                  </a:lnTo>
                  <a:lnTo>
                    <a:pt x="505863" y="5918231"/>
                  </a:lnTo>
                  <a:lnTo>
                    <a:pt x="505989" y="5918231"/>
                  </a:lnTo>
                  <a:lnTo>
                    <a:pt x="506241" y="5918231"/>
                  </a:lnTo>
                  <a:lnTo>
                    <a:pt x="506367" y="5918231"/>
                  </a:lnTo>
                  <a:lnTo>
                    <a:pt x="506493" y="5918231"/>
                  </a:lnTo>
                  <a:lnTo>
                    <a:pt x="506620" y="5918231"/>
                  </a:lnTo>
                  <a:lnTo>
                    <a:pt x="506746" y="5918231"/>
                  </a:lnTo>
                  <a:lnTo>
                    <a:pt x="506872" y="5918231"/>
                  </a:lnTo>
                  <a:lnTo>
                    <a:pt x="506998" y="5918231"/>
                  </a:lnTo>
                  <a:lnTo>
                    <a:pt x="507124" y="5918231"/>
                  </a:lnTo>
                  <a:lnTo>
                    <a:pt x="507250" y="5918231"/>
                  </a:lnTo>
                  <a:lnTo>
                    <a:pt x="507502" y="5918231"/>
                  </a:lnTo>
                  <a:lnTo>
                    <a:pt x="508007" y="5918231"/>
                  </a:lnTo>
                  <a:lnTo>
                    <a:pt x="508133" y="5918231"/>
                  </a:lnTo>
                  <a:lnTo>
                    <a:pt x="508259" y="5918231"/>
                  </a:lnTo>
                  <a:lnTo>
                    <a:pt x="508385" y="5918231"/>
                  </a:lnTo>
                  <a:lnTo>
                    <a:pt x="508637" y="5918231"/>
                  </a:lnTo>
                  <a:lnTo>
                    <a:pt x="508763" y="5918231"/>
                  </a:lnTo>
                  <a:lnTo>
                    <a:pt x="508889" y="5918231"/>
                  </a:lnTo>
                  <a:lnTo>
                    <a:pt x="509015" y="5918231"/>
                  </a:lnTo>
                  <a:lnTo>
                    <a:pt x="509141" y="5918231"/>
                  </a:lnTo>
                  <a:lnTo>
                    <a:pt x="509267" y="5918231"/>
                  </a:lnTo>
                  <a:lnTo>
                    <a:pt x="509393" y="5918231"/>
                  </a:lnTo>
                  <a:lnTo>
                    <a:pt x="509520" y="5918231"/>
                  </a:lnTo>
                  <a:lnTo>
                    <a:pt x="509646" y="5918231"/>
                  </a:lnTo>
                  <a:lnTo>
                    <a:pt x="509772" y="5918231"/>
                  </a:lnTo>
                  <a:lnTo>
                    <a:pt x="509898" y="5918231"/>
                  </a:lnTo>
                  <a:lnTo>
                    <a:pt x="510024" y="5918231"/>
                  </a:lnTo>
                  <a:lnTo>
                    <a:pt x="510276" y="5918231"/>
                  </a:lnTo>
                  <a:lnTo>
                    <a:pt x="510402" y="5918231"/>
                  </a:lnTo>
                  <a:lnTo>
                    <a:pt x="510654" y="5918231"/>
                  </a:lnTo>
                  <a:lnTo>
                    <a:pt x="510780" y="5918231"/>
                  </a:lnTo>
                  <a:lnTo>
                    <a:pt x="510907" y="5918231"/>
                  </a:lnTo>
                  <a:lnTo>
                    <a:pt x="511033" y="5918231"/>
                  </a:lnTo>
                  <a:lnTo>
                    <a:pt x="511159" y="5918231"/>
                  </a:lnTo>
                  <a:lnTo>
                    <a:pt x="511285" y="5918231"/>
                  </a:lnTo>
                  <a:lnTo>
                    <a:pt x="511411" y="5918231"/>
                  </a:lnTo>
                  <a:lnTo>
                    <a:pt x="511537" y="5918231"/>
                  </a:lnTo>
                  <a:lnTo>
                    <a:pt x="511789" y="5918231"/>
                  </a:lnTo>
                  <a:lnTo>
                    <a:pt x="512293" y="5912951"/>
                  </a:lnTo>
                  <a:lnTo>
                    <a:pt x="512420" y="5912951"/>
                  </a:lnTo>
                  <a:lnTo>
                    <a:pt x="512546" y="5912951"/>
                  </a:lnTo>
                  <a:lnTo>
                    <a:pt x="512672" y="5912951"/>
                  </a:lnTo>
                  <a:lnTo>
                    <a:pt x="512798" y="5912951"/>
                  </a:lnTo>
                  <a:lnTo>
                    <a:pt x="512924" y="5912951"/>
                  </a:lnTo>
                  <a:lnTo>
                    <a:pt x="513050" y="5912951"/>
                  </a:lnTo>
                  <a:lnTo>
                    <a:pt x="513176" y="5912951"/>
                  </a:lnTo>
                  <a:lnTo>
                    <a:pt x="513302" y="5912951"/>
                  </a:lnTo>
                  <a:lnTo>
                    <a:pt x="513428" y="5912951"/>
                  </a:lnTo>
                  <a:lnTo>
                    <a:pt x="513554" y="5912951"/>
                  </a:lnTo>
                  <a:lnTo>
                    <a:pt x="513680" y="5912951"/>
                  </a:lnTo>
                  <a:lnTo>
                    <a:pt x="513807" y="5912951"/>
                  </a:lnTo>
                  <a:lnTo>
                    <a:pt x="513933" y="5912951"/>
                  </a:lnTo>
                  <a:lnTo>
                    <a:pt x="514059" y="5912951"/>
                  </a:lnTo>
                  <a:lnTo>
                    <a:pt x="514185" y="5912951"/>
                  </a:lnTo>
                  <a:lnTo>
                    <a:pt x="514311" y="5912951"/>
                  </a:lnTo>
                  <a:lnTo>
                    <a:pt x="514563" y="5912951"/>
                  </a:lnTo>
                  <a:lnTo>
                    <a:pt x="514689" y="5912951"/>
                  </a:lnTo>
                  <a:lnTo>
                    <a:pt x="514815" y="5912951"/>
                  </a:lnTo>
                  <a:lnTo>
                    <a:pt x="514941" y="5912951"/>
                  </a:lnTo>
                  <a:lnTo>
                    <a:pt x="515067" y="5912951"/>
                  </a:lnTo>
                  <a:lnTo>
                    <a:pt x="515194" y="5912951"/>
                  </a:lnTo>
                  <a:lnTo>
                    <a:pt x="515320" y="5912951"/>
                  </a:lnTo>
                  <a:lnTo>
                    <a:pt x="515572" y="5912951"/>
                  </a:lnTo>
                  <a:lnTo>
                    <a:pt x="515698" y="5912951"/>
                  </a:lnTo>
                  <a:lnTo>
                    <a:pt x="515824" y="5912951"/>
                  </a:lnTo>
                  <a:lnTo>
                    <a:pt x="515950" y="5912951"/>
                  </a:lnTo>
                  <a:lnTo>
                    <a:pt x="516076" y="5912951"/>
                  </a:lnTo>
                  <a:lnTo>
                    <a:pt x="516202" y="5912951"/>
                  </a:lnTo>
                  <a:lnTo>
                    <a:pt x="516328" y="5912951"/>
                  </a:lnTo>
                  <a:lnTo>
                    <a:pt x="516454" y="5912951"/>
                  </a:lnTo>
                  <a:lnTo>
                    <a:pt x="516580" y="5912951"/>
                  </a:lnTo>
                  <a:lnTo>
                    <a:pt x="516707" y="5912951"/>
                  </a:lnTo>
                  <a:lnTo>
                    <a:pt x="517211" y="5912951"/>
                  </a:lnTo>
                  <a:lnTo>
                    <a:pt x="517337" y="5912951"/>
                  </a:lnTo>
                  <a:lnTo>
                    <a:pt x="517463" y="5912951"/>
                  </a:lnTo>
                  <a:lnTo>
                    <a:pt x="517589" y="5912951"/>
                  </a:lnTo>
                  <a:lnTo>
                    <a:pt x="517715" y="5912951"/>
                  </a:lnTo>
                  <a:lnTo>
                    <a:pt x="517841" y="5912951"/>
                  </a:lnTo>
                  <a:lnTo>
                    <a:pt x="517967" y="5912951"/>
                  </a:lnTo>
                  <a:lnTo>
                    <a:pt x="518094" y="5912951"/>
                  </a:lnTo>
                  <a:lnTo>
                    <a:pt x="518220" y="5912951"/>
                  </a:lnTo>
                  <a:lnTo>
                    <a:pt x="518346" y="5912951"/>
                  </a:lnTo>
                  <a:lnTo>
                    <a:pt x="518598" y="5912951"/>
                  </a:lnTo>
                  <a:lnTo>
                    <a:pt x="518724" y="5912951"/>
                  </a:lnTo>
                  <a:lnTo>
                    <a:pt x="518850" y="5912951"/>
                  </a:lnTo>
                  <a:lnTo>
                    <a:pt x="518976" y="5912951"/>
                  </a:lnTo>
                  <a:lnTo>
                    <a:pt x="519102" y="5912951"/>
                  </a:lnTo>
                  <a:lnTo>
                    <a:pt x="519607" y="5912951"/>
                  </a:lnTo>
                  <a:lnTo>
                    <a:pt x="519733" y="5912951"/>
                  </a:lnTo>
                  <a:lnTo>
                    <a:pt x="519859" y="5912951"/>
                  </a:lnTo>
                  <a:lnTo>
                    <a:pt x="519985" y="5912951"/>
                  </a:lnTo>
                  <a:lnTo>
                    <a:pt x="520111" y="5912951"/>
                  </a:lnTo>
                  <a:lnTo>
                    <a:pt x="520363" y="5912951"/>
                  </a:lnTo>
                  <a:lnTo>
                    <a:pt x="520489" y="5912951"/>
                  </a:lnTo>
                  <a:lnTo>
                    <a:pt x="520615" y="5912951"/>
                  </a:lnTo>
                  <a:lnTo>
                    <a:pt x="520741" y="5912951"/>
                  </a:lnTo>
                  <a:lnTo>
                    <a:pt x="520867" y="5912951"/>
                  </a:lnTo>
                  <a:lnTo>
                    <a:pt x="521120" y="5912951"/>
                  </a:lnTo>
                  <a:lnTo>
                    <a:pt x="521246" y="5912951"/>
                  </a:lnTo>
                  <a:lnTo>
                    <a:pt x="521372" y="5912951"/>
                  </a:lnTo>
                  <a:lnTo>
                    <a:pt x="521498" y="5912951"/>
                  </a:lnTo>
                  <a:lnTo>
                    <a:pt x="521624" y="5912951"/>
                  </a:lnTo>
                  <a:lnTo>
                    <a:pt x="521750" y="5912951"/>
                  </a:lnTo>
                  <a:lnTo>
                    <a:pt x="521876" y="5907672"/>
                  </a:lnTo>
                  <a:lnTo>
                    <a:pt x="522002" y="5907672"/>
                  </a:lnTo>
                  <a:lnTo>
                    <a:pt x="522128" y="5907672"/>
                  </a:lnTo>
                  <a:lnTo>
                    <a:pt x="522507" y="5907672"/>
                  </a:lnTo>
                  <a:lnTo>
                    <a:pt x="522633" y="5907672"/>
                  </a:lnTo>
                  <a:lnTo>
                    <a:pt x="522885" y="5907672"/>
                  </a:lnTo>
                  <a:lnTo>
                    <a:pt x="523011" y="5907672"/>
                  </a:lnTo>
                  <a:lnTo>
                    <a:pt x="523137" y="5907672"/>
                  </a:lnTo>
                  <a:lnTo>
                    <a:pt x="523263" y="5907672"/>
                  </a:lnTo>
                  <a:lnTo>
                    <a:pt x="523389" y="5907672"/>
                  </a:lnTo>
                  <a:lnTo>
                    <a:pt x="523641" y="5907672"/>
                  </a:lnTo>
                  <a:lnTo>
                    <a:pt x="523767" y="5907672"/>
                  </a:lnTo>
                  <a:lnTo>
                    <a:pt x="524020" y="5907672"/>
                  </a:lnTo>
                  <a:lnTo>
                    <a:pt x="524146" y="5907672"/>
                  </a:lnTo>
                  <a:lnTo>
                    <a:pt x="524272" y="5907672"/>
                  </a:lnTo>
                  <a:lnTo>
                    <a:pt x="524398" y="5907672"/>
                  </a:lnTo>
                  <a:lnTo>
                    <a:pt x="524524" y="5907672"/>
                  </a:lnTo>
                  <a:lnTo>
                    <a:pt x="524650" y="5907672"/>
                  </a:lnTo>
                  <a:lnTo>
                    <a:pt x="524902" y="5907672"/>
                  </a:lnTo>
                  <a:lnTo>
                    <a:pt x="525154" y="5907672"/>
                  </a:lnTo>
                  <a:lnTo>
                    <a:pt x="525281" y="5907672"/>
                  </a:lnTo>
                  <a:lnTo>
                    <a:pt x="525407" y="5907672"/>
                  </a:lnTo>
                  <a:lnTo>
                    <a:pt x="525533" y="5907672"/>
                  </a:lnTo>
                  <a:lnTo>
                    <a:pt x="525659" y="5907672"/>
                  </a:lnTo>
                  <a:lnTo>
                    <a:pt x="525785" y="5907672"/>
                  </a:lnTo>
                  <a:lnTo>
                    <a:pt x="526037" y="5907672"/>
                  </a:lnTo>
                  <a:lnTo>
                    <a:pt x="526163" y="5907672"/>
                  </a:lnTo>
                  <a:lnTo>
                    <a:pt x="526289" y="5907672"/>
                  </a:lnTo>
                  <a:lnTo>
                    <a:pt x="526415" y="5907672"/>
                  </a:lnTo>
                  <a:lnTo>
                    <a:pt x="526667" y="5907672"/>
                  </a:lnTo>
                  <a:lnTo>
                    <a:pt x="527046" y="5907672"/>
                  </a:lnTo>
                  <a:lnTo>
                    <a:pt x="527172" y="5907672"/>
                  </a:lnTo>
                  <a:lnTo>
                    <a:pt x="527298" y="5907672"/>
                  </a:lnTo>
                  <a:lnTo>
                    <a:pt x="527424" y="5907672"/>
                  </a:lnTo>
                  <a:lnTo>
                    <a:pt x="527550" y="5907672"/>
                  </a:lnTo>
                  <a:lnTo>
                    <a:pt x="527928" y="5907672"/>
                  </a:lnTo>
                  <a:lnTo>
                    <a:pt x="528054" y="5907672"/>
                  </a:lnTo>
                  <a:lnTo>
                    <a:pt x="528181" y="5907672"/>
                  </a:lnTo>
                  <a:lnTo>
                    <a:pt x="528307" y="5907672"/>
                  </a:lnTo>
                  <a:lnTo>
                    <a:pt x="528433" y="5907672"/>
                  </a:lnTo>
                  <a:lnTo>
                    <a:pt x="528559" y="5907672"/>
                  </a:lnTo>
                  <a:lnTo>
                    <a:pt x="528685" y="5907672"/>
                  </a:lnTo>
                  <a:lnTo>
                    <a:pt x="528811" y="5907672"/>
                  </a:lnTo>
                  <a:lnTo>
                    <a:pt x="528937" y="5907672"/>
                  </a:lnTo>
                  <a:lnTo>
                    <a:pt x="529063" y="5907672"/>
                  </a:lnTo>
                  <a:lnTo>
                    <a:pt x="529189" y="5907672"/>
                  </a:lnTo>
                  <a:lnTo>
                    <a:pt x="529315" y="5907672"/>
                  </a:lnTo>
                  <a:lnTo>
                    <a:pt x="529567" y="5907672"/>
                  </a:lnTo>
                  <a:lnTo>
                    <a:pt x="529694" y="5907672"/>
                  </a:lnTo>
                  <a:lnTo>
                    <a:pt x="529820" y="5907672"/>
                  </a:lnTo>
                  <a:lnTo>
                    <a:pt x="530072" y="5907672"/>
                  </a:lnTo>
                  <a:lnTo>
                    <a:pt x="530198" y="5907672"/>
                  </a:lnTo>
                  <a:lnTo>
                    <a:pt x="530576" y="5907672"/>
                  </a:lnTo>
                  <a:lnTo>
                    <a:pt x="530702" y="5907672"/>
                  </a:lnTo>
                  <a:lnTo>
                    <a:pt x="530828" y="5907672"/>
                  </a:lnTo>
                  <a:lnTo>
                    <a:pt x="530954" y="5907672"/>
                  </a:lnTo>
                  <a:lnTo>
                    <a:pt x="531081" y="5907672"/>
                  </a:lnTo>
                  <a:lnTo>
                    <a:pt x="531207" y="5907672"/>
                  </a:lnTo>
                  <a:lnTo>
                    <a:pt x="531333" y="5907672"/>
                  </a:lnTo>
                  <a:lnTo>
                    <a:pt x="531459" y="5907672"/>
                  </a:lnTo>
                  <a:lnTo>
                    <a:pt x="531585" y="5907672"/>
                  </a:lnTo>
                  <a:lnTo>
                    <a:pt x="531711" y="5907672"/>
                  </a:lnTo>
                  <a:lnTo>
                    <a:pt x="531837" y="5907672"/>
                  </a:lnTo>
                  <a:lnTo>
                    <a:pt x="531963" y="5907672"/>
                  </a:lnTo>
                  <a:lnTo>
                    <a:pt x="532215" y="5907672"/>
                  </a:lnTo>
                  <a:lnTo>
                    <a:pt x="532341" y="5907672"/>
                  </a:lnTo>
                  <a:lnTo>
                    <a:pt x="532468" y="5907672"/>
                  </a:lnTo>
                  <a:lnTo>
                    <a:pt x="532594" y="5907672"/>
                  </a:lnTo>
                  <a:lnTo>
                    <a:pt x="532720" y="5907672"/>
                  </a:lnTo>
                  <a:lnTo>
                    <a:pt x="532846" y="5907672"/>
                  </a:lnTo>
                  <a:lnTo>
                    <a:pt x="532972" y="5907672"/>
                  </a:lnTo>
                  <a:lnTo>
                    <a:pt x="533098" y="5907672"/>
                  </a:lnTo>
                  <a:lnTo>
                    <a:pt x="533224" y="5907672"/>
                  </a:lnTo>
                  <a:lnTo>
                    <a:pt x="533350" y="5907672"/>
                  </a:lnTo>
                  <a:lnTo>
                    <a:pt x="533476" y="5907672"/>
                  </a:lnTo>
                  <a:lnTo>
                    <a:pt x="533602" y="5907672"/>
                  </a:lnTo>
                  <a:lnTo>
                    <a:pt x="533728" y="5907672"/>
                  </a:lnTo>
                  <a:lnTo>
                    <a:pt x="533854" y="5907672"/>
                  </a:lnTo>
                  <a:lnTo>
                    <a:pt x="533981" y="5907672"/>
                  </a:lnTo>
                  <a:lnTo>
                    <a:pt x="534107" y="5907672"/>
                  </a:lnTo>
                  <a:lnTo>
                    <a:pt x="534233" y="5907672"/>
                  </a:lnTo>
                  <a:lnTo>
                    <a:pt x="534359" y="5907672"/>
                  </a:lnTo>
                  <a:lnTo>
                    <a:pt x="534485" y="5907672"/>
                  </a:lnTo>
                  <a:lnTo>
                    <a:pt x="534611" y="5907672"/>
                  </a:lnTo>
                  <a:lnTo>
                    <a:pt x="534737" y="5907672"/>
                  </a:lnTo>
                  <a:lnTo>
                    <a:pt x="534989" y="5907672"/>
                  </a:lnTo>
                  <a:lnTo>
                    <a:pt x="535115" y="5907672"/>
                  </a:lnTo>
                  <a:lnTo>
                    <a:pt x="535241" y="5907672"/>
                  </a:lnTo>
                  <a:lnTo>
                    <a:pt x="535494" y="5907672"/>
                  </a:lnTo>
                  <a:lnTo>
                    <a:pt x="535620" y="5907672"/>
                  </a:lnTo>
                  <a:lnTo>
                    <a:pt x="535746" y="5907672"/>
                  </a:lnTo>
                  <a:lnTo>
                    <a:pt x="535872" y="5907672"/>
                  </a:lnTo>
                  <a:lnTo>
                    <a:pt x="535998" y="5907672"/>
                  </a:lnTo>
                  <a:lnTo>
                    <a:pt x="536250" y="5907672"/>
                  </a:lnTo>
                  <a:lnTo>
                    <a:pt x="536376" y="5907672"/>
                  </a:lnTo>
                  <a:lnTo>
                    <a:pt x="536628" y="5907672"/>
                  </a:lnTo>
                  <a:lnTo>
                    <a:pt x="536754" y="5907672"/>
                  </a:lnTo>
                  <a:lnTo>
                    <a:pt x="536881" y="5907672"/>
                  </a:lnTo>
                  <a:lnTo>
                    <a:pt x="537007" y="5907672"/>
                  </a:lnTo>
                  <a:lnTo>
                    <a:pt x="537133" y="5907672"/>
                  </a:lnTo>
                  <a:lnTo>
                    <a:pt x="537259" y="5907672"/>
                  </a:lnTo>
                  <a:lnTo>
                    <a:pt x="537385" y="5907672"/>
                  </a:lnTo>
                  <a:lnTo>
                    <a:pt x="537511" y="5907672"/>
                  </a:lnTo>
                  <a:lnTo>
                    <a:pt x="537637" y="5907672"/>
                  </a:lnTo>
                  <a:lnTo>
                    <a:pt x="537763" y="5907672"/>
                  </a:lnTo>
                  <a:lnTo>
                    <a:pt x="537889" y="5907672"/>
                  </a:lnTo>
                  <a:lnTo>
                    <a:pt x="538015" y="5907672"/>
                  </a:lnTo>
                  <a:lnTo>
                    <a:pt x="538141" y="5907672"/>
                  </a:lnTo>
                  <a:lnTo>
                    <a:pt x="538268" y="5907672"/>
                  </a:lnTo>
                  <a:lnTo>
                    <a:pt x="538394" y="5907672"/>
                  </a:lnTo>
                  <a:lnTo>
                    <a:pt x="538520" y="5907672"/>
                  </a:lnTo>
                  <a:lnTo>
                    <a:pt x="538646" y="5907672"/>
                  </a:lnTo>
                  <a:lnTo>
                    <a:pt x="538772" y="5907672"/>
                  </a:lnTo>
                  <a:lnTo>
                    <a:pt x="538898" y="5907672"/>
                  </a:lnTo>
                  <a:lnTo>
                    <a:pt x="539024" y="5907672"/>
                  </a:lnTo>
                  <a:lnTo>
                    <a:pt x="539150" y="5907672"/>
                  </a:lnTo>
                  <a:lnTo>
                    <a:pt x="539276" y="5907672"/>
                  </a:lnTo>
                  <a:lnTo>
                    <a:pt x="539402" y="5907672"/>
                  </a:lnTo>
                  <a:lnTo>
                    <a:pt x="539528" y="5907672"/>
                  </a:lnTo>
                  <a:lnTo>
                    <a:pt x="539781" y="5907672"/>
                  </a:lnTo>
                  <a:lnTo>
                    <a:pt x="539907" y="5907672"/>
                  </a:lnTo>
                  <a:lnTo>
                    <a:pt x="540033" y="5907672"/>
                  </a:lnTo>
                  <a:lnTo>
                    <a:pt x="540159" y="5907672"/>
                  </a:lnTo>
                  <a:lnTo>
                    <a:pt x="540285" y="5907672"/>
                  </a:lnTo>
                  <a:lnTo>
                    <a:pt x="540537" y="5907672"/>
                  </a:lnTo>
                  <a:lnTo>
                    <a:pt x="540663" y="5907672"/>
                  </a:lnTo>
                  <a:lnTo>
                    <a:pt x="540789" y="5907672"/>
                  </a:lnTo>
                  <a:lnTo>
                    <a:pt x="540915" y="5907672"/>
                  </a:lnTo>
                  <a:lnTo>
                    <a:pt x="541041" y="5907672"/>
                  </a:lnTo>
                  <a:lnTo>
                    <a:pt x="541168" y="5907672"/>
                  </a:lnTo>
                  <a:lnTo>
                    <a:pt x="541294" y="5907672"/>
                  </a:lnTo>
                  <a:lnTo>
                    <a:pt x="541546" y="5907672"/>
                  </a:lnTo>
                  <a:lnTo>
                    <a:pt x="541672" y="5907672"/>
                  </a:lnTo>
                  <a:lnTo>
                    <a:pt x="541798" y="5907672"/>
                  </a:lnTo>
                  <a:lnTo>
                    <a:pt x="541924" y="5907672"/>
                  </a:lnTo>
                  <a:lnTo>
                    <a:pt x="542050" y="5907672"/>
                  </a:lnTo>
                  <a:lnTo>
                    <a:pt x="542176" y="5907672"/>
                  </a:lnTo>
                  <a:lnTo>
                    <a:pt x="542302" y="5907672"/>
                  </a:lnTo>
                  <a:lnTo>
                    <a:pt x="542555" y="5907672"/>
                  </a:lnTo>
                  <a:lnTo>
                    <a:pt x="542681" y="5907672"/>
                  </a:lnTo>
                  <a:lnTo>
                    <a:pt x="542807" y="5907672"/>
                  </a:lnTo>
                  <a:lnTo>
                    <a:pt x="542933" y="5907672"/>
                  </a:lnTo>
                  <a:lnTo>
                    <a:pt x="543059" y="5907672"/>
                  </a:lnTo>
                  <a:lnTo>
                    <a:pt x="543185" y="5907672"/>
                  </a:lnTo>
                  <a:lnTo>
                    <a:pt x="543311" y="5907672"/>
                  </a:lnTo>
                  <a:lnTo>
                    <a:pt x="543437" y="5907672"/>
                  </a:lnTo>
                  <a:lnTo>
                    <a:pt x="543563" y="5907672"/>
                  </a:lnTo>
                  <a:lnTo>
                    <a:pt x="543563" y="5902393"/>
                  </a:lnTo>
                  <a:lnTo>
                    <a:pt x="543689" y="5902393"/>
                  </a:lnTo>
                  <a:lnTo>
                    <a:pt x="543689" y="5897113"/>
                  </a:lnTo>
                  <a:lnTo>
                    <a:pt x="544068" y="5897113"/>
                  </a:lnTo>
                  <a:lnTo>
                    <a:pt x="544194" y="5897113"/>
                  </a:lnTo>
                  <a:lnTo>
                    <a:pt x="544320" y="5897113"/>
                  </a:lnTo>
                  <a:lnTo>
                    <a:pt x="544572" y="5897113"/>
                  </a:lnTo>
                  <a:lnTo>
                    <a:pt x="544824" y="5897113"/>
                  </a:lnTo>
                  <a:lnTo>
                    <a:pt x="544950" y="5897113"/>
                  </a:lnTo>
                  <a:lnTo>
                    <a:pt x="545076" y="5897113"/>
                  </a:lnTo>
                  <a:lnTo>
                    <a:pt x="545202" y="5897113"/>
                  </a:lnTo>
                  <a:lnTo>
                    <a:pt x="545328" y="5897113"/>
                  </a:lnTo>
                  <a:lnTo>
                    <a:pt x="545455" y="5897113"/>
                  </a:lnTo>
                  <a:lnTo>
                    <a:pt x="545581" y="5897113"/>
                  </a:lnTo>
                  <a:lnTo>
                    <a:pt x="545707" y="5897113"/>
                  </a:lnTo>
                  <a:lnTo>
                    <a:pt x="546715" y="5897113"/>
                  </a:lnTo>
                  <a:lnTo>
                    <a:pt x="546841" y="5897113"/>
                  </a:lnTo>
                  <a:lnTo>
                    <a:pt x="546968" y="5897113"/>
                  </a:lnTo>
                  <a:lnTo>
                    <a:pt x="547094" y="5897113"/>
                  </a:lnTo>
                  <a:lnTo>
                    <a:pt x="547220" y="5897113"/>
                  </a:lnTo>
                  <a:lnTo>
                    <a:pt x="547346" y="5897113"/>
                  </a:lnTo>
                  <a:lnTo>
                    <a:pt x="547472" y="5897113"/>
                  </a:lnTo>
                  <a:lnTo>
                    <a:pt x="547598" y="5897113"/>
                  </a:lnTo>
                  <a:lnTo>
                    <a:pt x="547724" y="5897113"/>
                  </a:lnTo>
                  <a:lnTo>
                    <a:pt x="547850" y="5897113"/>
                  </a:lnTo>
                  <a:lnTo>
                    <a:pt x="547976" y="5897113"/>
                  </a:lnTo>
                  <a:lnTo>
                    <a:pt x="548102" y="5891834"/>
                  </a:lnTo>
                  <a:lnTo>
                    <a:pt x="548228" y="5891834"/>
                  </a:lnTo>
                  <a:lnTo>
                    <a:pt x="548355" y="5891834"/>
                  </a:lnTo>
                  <a:lnTo>
                    <a:pt x="548733" y="5891834"/>
                  </a:lnTo>
                  <a:lnTo>
                    <a:pt x="548859" y="5891834"/>
                  </a:lnTo>
                  <a:lnTo>
                    <a:pt x="548985" y="5891834"/>
                  </a:lnTo>
                  <a:lnTo>
                    <a:pt x="549237" y="5891834"/>
                  </a:lnTo>
                  <a:lnTo>
                    <a:pt x="549615" y="5886554"/>
                  </a:lnTo>
                  <a:lnTo>
                    <a:pt x="549742" y="5886554"/>
                  </a:lnTo>
                  <a:lnTo>
                    <a:pt x="549994" y="5886554"/>
                  </a:lnTo>
                  <a:lnTo>
                    <a:pt x="550372" y="5886554"/>
                  </a:lnTo>
                  <a:lnTo>
                    <a:pt x="550498" y="5886554"/>
                  </a:lnTo>
                  <a:lnTo>
                    <a:pt x="550624" y="5886554"/>
                  </a:lnTo>
                  <a:lnTo>
                    <a:pt x="550750" y="5886554"/>
                  </a:lnTo>
                  <a:lnTo>
                    <a:pt x="551002" y="5886554"/>
                  </a:lnTo>
                  <a:lnTo>
                    <a:pt x="551128" y="5886554"/>
                  </a:lnTo>
                  <a:lnTo>
                    <a:pt x="551255" y="5886554"/>
                  </a:lnTo>
                  <a:lnTo>
                    <a:pt x="551381" y="5886554"/>
                  </a:lnTo>
                  <a:lnTo>
                    <a:pt x="551507" y="5886554"/>
                  </a:lnTo>
                  <a:lnTo>
                    <a:pt x="551633" y="5886554"/>
                  </a:lnTo>
                  <a:lnTo>
                    <a:pt x="551759" y="5886554"/>
                  </a:lnTo>
                  <a:lnTo>
                    <a:pt x="552011" y="5886554"/>
                  </a:lnTo>
                  <a:lnTo>
                    <a:pt x="552137" y="5886554"/>
                  </a:lnTo>
                  <a:lnTo>
                    <a:pt x="552263" y="5886554"/>
                  </a:lnTo>
                  <a:lnTo>
                    <a:pt x="552389" y="5886554"/>
                  </a:lnTo>
                  <a:lnTo>
                    <a:pt x="552642" y="5886554"/>
                  </a:lnTo>
                  <a:lnTo>
                    <a:pt x="552894" y="5886554"/>
                  </a:lnTo>
                  <a:lnTo>
                    <a:pt x="553020" y="5886554"/>
                  </a:lnTo>
                  <a:lnTo>
                    <a:pt x="553146" y="5886554"/>
                  </a:lnTo>
                  <a:lnTo>
                    <a:pt x="553272" y="5886554"/>
                  </a:lnTo>
                  <a:lnTo>
                    <a:pt x="553398" y="5886554"/>
                  </a:lnTo>
                  <a:lnTo>
                    <a:pt x="553524" y="5886554"/>
                  </a:lnTo>
                  <a:lnTo>
                    <a:pt x="553650" y="5886554"/>
                  </a:lnTo>
                  <a:lnTo>
                    <a:pt x="553776" y="5886554"/>
                  </a:lnTo>
                  <a:lnTo>
                    <a:pt x="553902" y="5886554"/>
                  </a:lnTo>
                  <a:lnTo>
                    <a:pt x="554028" y="5886554"/>
                  </a:lnTo>
                  <a:lnTo>
                    <a:pt x="554281" y="5886554"/>
                  </a:lnTo>
                  <a:lnTo>
                    <a:pt x="554407" y="5886554"/>
                  </a:lnTo>
                  <a:lnTo>
                    <a:pt x="554533" y="5886554"/>
                  </a:lnTo>
                  <a:lnTo>
                    <a:pt x="554785" y="5886554"/>
                  </a:lnTo>
                  <a:lnTo>
                    <a:pt x="554911" y="5886554"/>
                  </a:lnTo>
                  <a:lnTo>
                    <a:pt x="555037" y="5886554"/>
                  </a:lnTo>
                  <a:lnTo>
                    <a:pt x="555163" y="5886554"/>
                  </a:lnTo>
                  <a:lnTo>
                    <a:pt x="555289" y="5886554"/>
                  </a:lnTo>
                  <a:lnTo>
                    <a:pt x="555542" y="5886554"/>
                  </a:lnTo>
                  <a:lnTo>
                    <a:pt x="555668" y="5886554"/>
                  </a:lnTo>
                  <a:lnTo>
                    <a:pt x="555794" y="5886554"/>
                  </a:lnTo>
                  <a:lnTo>
                    <a:pt x="555920" y="5886554"/>
                  </a:lnTo>
                  <a:lnTo>
                    <a:pt x="556172" y="5886554"/>
                  </a:lnTo>
                  <a:lnTo>
                    <a:pt x="556298" y="5886554"/>
                  </a:lnTo>
                  <a:lnTo>
                    <a:pt x="556550" y="5886554"/>
                  </a:lnTo>
                  <a:lnTo>
                    <a:pt x="556676" y="5886554"/>
                  </a:lnTo>
                  <a:lnTo>
                    <a:pt x="556802" y="5886554"/>
                  </a:lnTo>
                  <a:lnTo>
                    <a:pt x="556802" y="5881275"/>
                  </a:lnTo>
                  <a:lnTo>
                    <a:pt x="556929" y="5881275"/>
                  </a:lnTo>
                  <a:lnTo>
                    <a:pt x="557055" y="5881275"/>
                  </a:lnTo>
                  <a:lnTo>
                    <a:pt x="557181" y="5881275"/>
                  </a:lnTo>
                  <a:lnTo>
                    <a:pt x="557307" y="5881275"/>
                  </a:lnTo>
                  <a:lnTo>
                    <a:pt x="557433" y="5881275"/>
                  </a:lnTo>
                  <a:lnTo>
                    <a:pt x="557559" y="5881275"/>
                  </a:lnTo>
                  <a:lnTo>
                    <a:pt x="557685" y="5881275"/>
                  </a:lnTo>
                  <a:lnTo>
                    <a:pt x="557811" y="5881275"/>
                  </a:lnTo>
                  <a:lnTo>
                    <a:pt x="557937" y="5881275"/>
                  </a:lnTo>
                  <a:lnTo>
                    <a:pt x="558063" y="5881275"/>
                  </a:lnTo>
                  <a:lnTo>
                    <a:pt x="558189" y="5881275"/>
                  </a:lnTo>
                  <a:lnTo>
                    <a:pt x="558315" y="5881275"/>
                  </a:lnTo>
                  <a:lnTo>
                    <a:pt x="558442" y="5881275"/>
                  </a:lnTo>
                  <a:lnTo>
                    <a:pt x="558568" y="5881275"/>
                  </a:lnTo>
                  <a:lnTo>
                    <a:pt x="558694" y="5881275"/>
                  </a:lnTo>
                  <a:lnTo>
                    <a:pt x="558820" y="5881275"/>
                  </a:lnTo>
                  <a:lnTo>
                    <a:pt x="558946" y="5881275"/>
                  </a:lnTo>
                  <a:lnTo>
                    <a:pt x="559198" y="5881275"/>
                  </a:lnTo>
                  <a:lnTo>
                    <a:pt x="559324" y="5881275"/>
                  </a:lnTo>
                  <a:lnTo>
                    <a:pt x="559450" y="5881275"/>
                  </a:lnTo>
                  <a:lnTo>
                    <a:pt x="559576" y="5881275"/>
                  </a:lnTo>
                  <a:lnTo>
                    <a:pt x="559702" y="5881275"/>
                  </a:lnTo>
                  <a:lnTo>
                    <a:pt x="559829" y="5881275"/>
                  </a:lnTo>
                  <a:lnTo>
                    <a:pt x="559955" y="5881275"/>
                  </a:lnTo>
                  <a:lnTo>
                    <a:pt x="560081" y="5881275"/>
                  </a:lnTo>
                  <a:lnTo>
                    <a:pt x="560207" y="5881275"/>
                  </a:lnTo>
                  <a:lnTo>
                    <a:pt x="560333" y="5881275"/>
                  </a:lnTo>
                  <a:lnTo>
                    <a:pt x="560459" y="5881275"/>
                  </a:lnTo>
                  <a:lnTo>
                    <a:pt x="560585" y="5881275"/>
                  </a:lnTo>
                  <a:lnTo>
                    <a:pt x="560711" y="5881275"/>
                  </a:lnTo>
                  <a:lnTo>
                    <a:pt x="560963" y="5881275"/>
                  </a:lnTo>
                  <a:lnTo>
                    <a:pt x="561089" y="5881275"/>
                  </a:lnTo>
                  <a:lnTo>
                    <a:pt x="561342" y="5881275"/>
                  </a:lnTo>
                  <a:lnTo>
                    <a:pt x="561468" y="5881275"/>
                  </a:lnTo>
                  <a:lnTo>
                    <a:pt x="561594" y="5881275"/>
                  </a:lnTo>
                  <a:lnTo>
                    <a:pt x="561720" y="5881275"/>
                  </a:lnTo>
                  <a:lnTo>
                    <a:pt x="561846" y="5881275"/>
                  </a:lnTo>
                  <a:lnTo>
                    <a:pt x="561972" y="5875995"/>
                  </a:lnTo>
                  <a:lnTo>
                    <a:pt x="562098" y="5875995"/>
                  </a:lnTo>
                  <a:lnTo>
                    <a:pt x="562224" y="5875995"/>
                  </a:lnTo>
                  <a:lnTo>
                    <a:pt x="562602" y="5875995"/>
                  </a:lnTo>
                  <a:lnTo>
                    <a:pt x="562729" y="5875995"/>
                  </a:lnTo>
                  <a:lnTo>
                    <a:pt x="562855" y="5875995"/>
                  </a:lnTo>
                  <a:lnTo>
                    <a:pt x="562981" y="5875995"/>
                  </a:lnTo>
                  <a:lnTo>
                    <a:pt x="563107" y="5875995"/>
                  </a:lnTo>
                  <a:lnTo>
                    <a:pt x="563233" y="5875995"/>
                  </a:lnTo>
                  <a:lnTo>
                    <a:pt x="563359" y="5875995"/>
                  </a:lnTo>
                  <a:lnTo>
                    <a:pt x="563485" y="5875995"/>
                  </a:lnTo>
                  <a:lnTo>
                    <a:pt x="563611" y="5875995"/>
                  </a:lnTo>
                  <a:lnTo>
                    <a:pt x="563737" y="5875995"/>
                  </a:lnTo>
                  <a:lnTo>
                    <a:pt x="563863" y="5875995"/>
                  </a:lnTo>
                  <a:lnTo>
                    <a:pt x="563989" y="5875995"/>
                  </a:lnTo>
                  <a:lnTo>
                    <a:pt x="564115" y="5875995"/>
                  </a:lnTo>
                  <a:lnTo>
                    <a:pt x="564242" y="5875995"/>
                  </a:lnTo>
                  <a:lnTo>
                    <a:pt x="564494" y="5875995"/>
                  </a:lnTo>
                  <a:lnTo>
                    <a:pt x="564620" y="5875995"/>
                  </a:lnTo>
                  <a:lnTo>
                    <a:pt x="564872" y="5875995"/>
                  </a:lnTo>
                  <a:lnTo>
                    <a:pt x="565124" y="5875995"/>
                  </a:lnTo>
                  <a:lnTo>
                    <a:pt x="565250" y="5870716"/>
                  </a:lnTo>
                  <a:lnTo>
                    <a:pt x="565376" y="5870716"/>
                  </a:lnTo>
                  <a:lnTo>
                    <a:pt x="565629" y="5870716"/>
                  </a:lnTo>
                  <a:lnTo>
                    <a:pt x="565755" y="5870716"/>
                  </a:lnTo>
                  <a:lnTo>
                    <a:pt x="565881" y="5870716"/>
                  </a:lnTo>
                  <a:lnTo>
                    <a:pt x="566007" y="5870716"/>
                  </a:lnTo>
                  <a:lnTo>
                    <a:pt x="566133" y="5870716"/>
                  </a:lnTo>
                  <a:lnTo>
                    <a:pt x="566385" y="5870716"/>
                  </a:lnTo>
                  <a:lnTo>
                    <a:pt x="566511" y="5870716"/>
                  </a:lnTo>
                  <a:lnTo>
                    <a:pt x="566637" y="5870716"/>
                  </a:lnTo>
                  <a:lnTo>
                    <a:pt x="567016" y="5870716"/>
                  </a:lnTo>
                  <a:lnTo>
                    <a:pt x="567268" y="5870716"/>
                  </a:lnTo>
                  <a:lnTo>
                    <a:pt x="567394" y="5870716"/>
                  </a:lnTo>
                  <a:lnTo>
                    <a:pt x="567520" y="5870716"/>
                  </a:lnTo>
                  <a:lnTo>
                    <a:pt x="567646" y="5870716"/>
                  </a:lnTo>
                  <a:lnTo>
                    <a:pt x="567772" y="5870716"/>
                  </a:lnTo>
                  <a:lnTo>
                    <a:pt x="567772" y="5865437"/>
                  </a:lnTo>
                  <a:lnTo>
                    <a:pt x="567898" y="5865437"/>
                  </a:lnTo>
                  <a:lnTo>
                    <a:pt x="568024" y="5865437"/>
                  </a:lnTo>
                  <a:lnTo>
                    <a:pt x="568150" y="5865437"/>
                  </a:lnTo>
                  <a:lnTo>
                    <a:pt x="568276" y="5865437"/>
                  </a:lnTo>
                  <a:lnTo>
                    <a:pt x="568402" y="5865437"/>
                  </a:lnTo>
                  <a:lnTo>
                    <a:pt x="568529" y="5865437"/>
                  </a:lnTo>
                  <a:lnTo>
                    <a:pt x="568655" y="5865437"/>
                  </a:lnTo>
                  <a:lnTo>
                    <a:pt x="568781" y="5865437"/>
                  </a:lnTo>
                  <a:lnTo>
                    <a:pt x="568907" y="5865437"/>
                  </a:lnTo>
                  <a:lnTo>
                    <a:pt x="569033" y="5865437"/>
                  </a:lnTo>
                  <a:lnTo>
                    <a:pt x="569159" y="5865437"/>
                  </a:lnTo>
                  <a:lnTo>
                    <a:pt x="569411" y="5865437"/>
                  </a:lnTo>
                  <a:lnTo>
                    <a:pt x="569537" y="5865437"/>
                  </a:lnTo>
                  <a:lnTo>
                    <a:pt x="569663" y="5865437"/>
                  </a:lnTo>
                  <a:lnTo>
                    <a:pt x="569916" y="5865437"/>
                  </a:lnTo>
                  <a:lnTo>
                    <a:pt x="570042" y="5865437"/>
                  </a:lnTo>
                  <a:lnTo>
                    <a:pt x="570168" y="5865437"/>
                  </a:lnTo>
                  <a:lnTo>
                    <a:pt x="570294" y="5865437"/>
                  </a:lnTo>
                  <a:lnTo>
                    <a:pt x="570420" y="5865437"/>
                  </a:lnTo>
                  <a:lnTo>
                    <a:pt x="570546" y="5865437"/>
                  </a:lnTo>
                  <a:lnTo>
                    <a:pt x="570672" y="5865437"/>
                  </a:lnTo>
                  <a:lnTo>
                    <a:pt x="570798" y="5865437"/>
                  </a:lnTo>
                  <a:lnTo>
                    <a:pt x="570924" y="5865437"/>
                  </a:lnTo>
                  <a:lnTo>
                    <a:pt x="571050" y="5865437"/>
                  </a:lnTo>
                  <a:lnTo>
                    <a:pt x="571176" y="5865437"/>
                  </a:lnTo>
                  <a:lnTo>
                    <a:pt x="571302" y="5865437"/>
                  </a:lnTo>
                  <a:lnTo>
                    <a:pt x="571429" y="5865437"/>
                  </a:lnTo>
                  <a:lnTo>
                    <a:pt x="571555" y="5865437"/>
                  </a:lnTo>
                  <a:lnTo>
                    <a:pt x="571681" y="5865437"/>
                  </a:lnTo>
                  <a:lnTo>
                    <a:pt x="571807" y="5865437"/>
                  </a:lnTo>
                  <a:lnTo>
                    <a:pt x="571933" y="5865437"/>
                  </a:lnTo>
                  <a:lnTo>
                    <a:pt x="572059" y="5865437"/>
                  </a:lnTo>
                  <a:lnTo>
                    <a:pt x="572563" y="5865437"/>
                  </a:lnTo>
                  <a:lnTo>
                    <a:pt x="572689" y="5865437"/>
                  </a:lnTo>
                  <a:lnTo>
                    <a:pt x="572816" y="5865437"/>
                  </a:lnTo>
                  <a:lnTo>
                    <a:pt x="572942" y="5865437"/>
                  </a:lnTo>
                  <a:lnTo>
                    <a:pt x="573068" y="5865437"/>
                  </a:lnTo>
                  <a:lnTo>
                    <a:pt x="573194" y="5865437"/>
                  </a:lnTo>
                  <a:lnTo>
                    <a:pt x="573446" y="5865437"/>
                  </a:lnTo>
                  <a:lnTo>
                    <a:pt x="573572" y="5865437"/>
                  </a:lnTo>
                  <a:lnTo>
                    <a:pt x="573572" y="5860157"/>
                  </a:lnTo>
                  <a:lnTo>
                    <a:pt x="573698" y="5860157"/>
                  </a:lnTo>
                  <a:lnTo>
                    <a:pt x="573950" y="5860157"/>
                  </a:lnTo>
                  <a:lnTo>
                    <a:pt x="574076" y="5860157"/>
                  </a:lnTo>
                  <a:lnTo>
                    <a:pt x="574203" y="5860157"/>
                  </a:lnTo>
                  <a:lnTo>
                    <a:pt x="574455" y="5860157"/>
                  </a:lnTo>
                  <a:lnTo>
                    <a:pt x="574581" y="5860157"/>
                  </a:lnTo>
                  <a:lnTo>
                    <a:pt x="574707" y="5860157"/>
                  </a:lnTo>
                  <a:lnTo>
                    <a:pt x="575085" y="5860157"/>
                  </a:lnTo>
                  <a:lnTo>
                    <a:pt x="575211" y="5860157"/>
                  </a:lnTo>
                  <a:lnTo>
                    <a:pt x="575337" y="5860157"/>
                  </a:lnTo>
                  <a:lnTo>
                    <a:pt x="575463" y="5860157"/>
                  </a:lnTo>
                  <a:lnTo>
                    <a:pt x="575589" y="5860157"/>
                  </a:lnTo>
                  <a:lnTo>
                    <a:pt x="575716" y="5860157"/>
                  </a:lnTo>
                  <a:lnTo>
                    <a:pt x="576094" y="5860157"/>
                  </a:lnTo>
                  <a:lnTo>
                    <a:pt x="576472" y="5860157"/>
                  </a:lnTo>
                  <a:lnTo>
                    <a:pt x="576598" y="5860157"/>
                  </a:lnTo>
                  <a:lnTo>
                    <a:pt x="576724" y="5860157"/>
                  </a:lnTo>
                  <a:lnTo>
                    <a:pt x="576976" y="5860157"/>
                  </a:lnTo>
                  <a:lnTo>
                    <a:pt x="577103" y="5860157"/>
                  </a:lnTo>
                  <a:lnTo>
                    <a:pt x="577229" y="5860157"/>
                  </a:lnTo>
                  <a:lnTo>
                    <a:pt x="577355" y="5860157"/>
                  </a:lnTo>
                  <a:lnTo>
                    <a:pt x="577607" y="5860157"/>
                  </a:lnTo>
                  <a:lnTo>
                    <a:pt x="577733" y="5860157"/>
                  </a:lnTo>
                  <a:lnTo>
                    <a:pt x="577859" y="5860157"/>
                  </a:lnTo>
                  <a:lnTo>
                    <a:pt x="577985" y="5860157"/>
                  </a:lnTo>
                  <a:lnTo>
                    <a:pt x="578363" y="5860157"/>
                  </a:lnTo>
                  <a:lnTo>
                    <a:pt x="578489" y="5860157"/>
                  </a:lnTo>
                  <a:lnTo>
                    <a:pt x="578616" y="5860157"/>
                  </a:lnTo>
                  <a:lnTo>
                    <a:pt x="578742" y="5860157"/>
                  </a:lnTo>
                  <a:lnTo>
                    <a:pt x="578994" y="5860157"/>
                  </a:lnTo>
                  <a:lnTo>
                    <a:pt x="579120" y="5860157"/>
                  </a:lnTo>
                  <a:lnTo>
                    <a:pt x="579372" y="5860157"/>
                  </a:lnTo>
                  <a:lnTo>
                    <a:pt x="579498" y="5860157"/>
                  </a:lnTo>
                  <a:lnTo>
                    <a:pt x="579624" y="5860157"/>
                  </a:lnTo>
                  <a:lnTo>
                    <a:pt x="579750" y="5860157"/>
                  </a:lnTo>
                  <a:lnTo>
                    <a:pt x="579750" y="5854878"/>
                  </a:lnTo>
                  <a:lnTo>
                    <a:pt x="579876" y="5854878"/>
                  </a:lnTo>
                  <a:lnTo>
                    <a:pt x="580129" y="5854878"/>
                  </a:lnTo>
                  <a:lnTo>
                    <a:pt x="580255" y="5854878"/>
                  </a:lnTo>
                  <a:lnTo>
                    <a:pt x="580381" y="5854878"/>
                  </a:lnTo>
                  <a:lnTo>
                    <a:pt x="580507" y="5854878"/>
                  </a:lnTo>
                  <a:lnTo>
                    <a:pt x="580633" y="5854878"/>
                  </a:lnTo>
                  <a:lnTo>
                    <a:pt x="580759" y="5854878"/>
                  </a:lnTo>
                  <a:lnTo>
                    <a:pt x="581011" y="5854878"/>
                  </a:lnTo>
                  <a:lnTo>
                    <a:pt x="581137" y="5854878"/>
                  </a:lnTo>
                  <a:lnTo>
                    <a:pt x="581263" y="5854878"/>
                  </a:lnTo>
                  <a:lnTo>
                    <a:pt x="581642" y="5854878"/>
                  </a:lnTo>
                  <a:lnTo>
                    <a:pt x="581894" y="5854878"/>
                  </a:lnTo>
                  <a:lnTo>
                    <a:pt x="582272" y="5854878"/>
                  </a:lnTo>
                  <a:lnTo>
                    <a:pt x="582524" y="5854878"/>
                  </a:lnTo>
                  <a:lnTo>
                    <a:pt x="582650" y="5854878"/>
                  </a:lnTo>
                  <a:lnTo>
                    <a:pt x="582903" y="5854878"/>
                  </a:lnTo>
                  <a:lnTo>
                    <a:pt x="583029" y="5854878"/>
                  </a:lnTo>
                  <a:lnTo>
                    <a:pt x="583155" y="5854878"/>
                  </a:lnTo>
                  <a:lnTo>
                    <a:pt x="583407" y="5854878"/>
                  </a:lnTo>
                  <a:lnTo>
                    <a:pt x="583533" y="5854878"/>
                  </a:lnTo>
                  <a:lnTo>
                    <a:pt x="583659" y="5854878"/>
                  </a:lnTo>
                  <a:lnTo>
                    <a:pt x="583785" y="5854878"/>
                  </a:lnTo>
                  <a:lnTo>
                    <a:pt x="583911" y="5849598"/>
                  </a:lnTo>
                  <a:lnTo>
                    <a:pt x="584037" y="5849598"/>
                  </a:lnTo>
                  <a:lnTo>
                    <a:pt x="584163" y="5849598"/>
                  </a:lnTo>
                  <a:lnTo>
                    <a:pt x="584290" y="5849598"/>
                  </a:lnTo>
                  <a:lnTo>
                    <a:pt x="584416" y="5849598"/>
                  </a:lnTo>
                  <a:lnTo>
                    <a:pt x="584542" y="5849598"/>
                  </a:lnTo>
                  <a:lnTo>
                    <a:pt x="584668" y="5849598"/>
                  </a:lnTo>
                  <a:lnTo>
                    <a:pt x="584920" y="5849598"/>
                  </a:lnTo>
                  <a:lnTo>
                    <a:pt x="585046" y="5849598"/>
                  </a:lnTo>
                  <a:lnTo>
                    <a:pt x="585172" y="5849598"/>
                  </a:lnTo>
                  <a:lnTo>
                    <a:pt x="585298" y="5849598"/>
                  </a:lnTo>
                  <a:lnTo>
                    <a:pt x="585424" y="5849598"/>
                  </a:lnTo>
                  <a:lnTo>
                    <a:pt x="585550" y="5849598"/>
                  </a:lnTo>
                  <a:lnTo>
                    <a:pt x="585929" y="5849598"/>
                  </a:lnTo>
                  <a:lnTo>
                    <a:pt x="586181" y="5849598"/>
                  </a:lnTo>
                  <a:lnTo>
                    <a:pt x="586307" y="5849598"/>
                  </a:lnTo>
                  <a:lnTo>
                    <a:pt x="586433" y="5849598"/>
                  </a:lnTo>
                  <a:lnTo>
                    <a:pt x="586559" y="5849598"/>
                  </a:lnTo>
                  <a:lnTo>
                    <a:pt x="586685" y="5849598"/>
                  </a:lnTo>
                  <a:lnTo>
                    <a:pt x="586811" y="5849598"/>
                  </a:lnTo>
                  <a:lnTo>
                    <a:pt x="587316" y="5849598"/>
                  </a:lnTo>
                  <a:lnTo>
                    <a:pt x="587568" y="5849598"/>
                  </a:lnTo>
                  <a:lnTo>
                    <a:pt x="587694" y="5849598"/>
                  </a:lnTo>
                  <a:lnTo>
                    <a:pt x="587820" y="5849598"/>
                  </a:lnTo>
                  <a:lnTo>
                    <a:pt x="587946" y="5849598"/>
                  </a:lnTo>
                  <a:lnTo>
                    <a:pt x="588072" y="5849598"/>
                  </a:lnTo>
                  <a:lnTo>
                    <a:pt x="588198" y="5849598"/>
                  </a:lnTo>
                  <a:lnTo>
                    <a:pt x="588450" y="5849598"/>
                  </a:lnTo>
                  <a:lnTo>
                    <a:pt x="588576" y="5849598"/>
                  </a:lnTo>
                  <a:lnTo>
                    <a:pt x="588703" y="5849598"/>
                  </a:lnTo>
                  <a:lnTo>
                    <a:pt x="588829" y="5849598"/>
                  </a:lnTo>
                  <a:lnTo>
                    <a:pt x="588955" y="5849598"/>
                  </a:lnTo>
                  <a:lnTo>
                    <a:pt x="589081" y="5849598"/>
                  </a:lnTo>
                  <a:lnTo>
                    <a:pt x="589207" y="5849598"/>
                  </a:lnTo>
                  <a:lnTo>
                    <a:pt x="589459" y="5849598"/>
                  </a:lnTo>
                  <a:lnTo>
                    <a:pt x="589585" y="5849598"/>
                  </a:lnTo>
                  <a:lnTo>
                    <a:pt x="589711" y="5849598"/>
                  </a:lnTo>
                  <a:lnTo>
                    <a:pt x="589837" y="5849598"/>
                  </a:lnTo>
                  <a:lnTo>
                    <a:pt x="589963" y="5849598"/>
                  </a:lnTo>
                  <a:lnTo>
                    <a:pt x="590090" y="5849598"/>
                  </a:lnTo>
                  <a:lnTo>
                    <a:pt x="590216" y="5849598"/>
                  </a:lnTo>
                  <a:lnTo>
                    <a:pt x="590342" y="5849598"/>
                  </a:lnTo>
                  <a:lnTo>
                    <a:pt x="590468" y="5849598"/>
                  </a:lnTo>
                  <a:lnTo>
                    <a:pt x="590594" y="5849598"/>
                  </a:lnTo>
                  <a:lnTo>
                    <a:pt x="590720" y="5849598"/>
                  </a:lnTo>
                  <a:lnTo>
                    <a:pt x="590846" y="5849598"/>
                  </a:lnTo>
                  <a:lnTo>
                    <a:pt x="591098" y="5849598"/>
                  </a:lnTo>
                  <a:lnTo>
                    <a:pt x="591224" y="5849598"/>
                  </a:lnTo>
                  <a:lnTo>
                    <a:pt x="591350" y="5849598"/>
                  </a:lnTo>
                  <a:lnTo>
                    <a:pt x="591477" y="5849598"/>
                  </a:lnTo>
                  <a:lnTo>
                    <a:pt x="591603" y="5849598"/>
                  </a:lnTo>
                  <a:lnTo>
                    <a:pt x="591729" y="5849598"/>
                  </a:lnTo>
                  <a:lnTo>
                    <a:pt x="591855" y="5849598"/>
                  </a:lnTo>
                  <a:lnTo>
                    <a:pt x="591981" y="5849598"/>
                  </a:lnTo>
                  <a:lnTo>
                    <a:pt x="592107" y="5849598"/>
                  </a:lnTo>
                  <a:lnTo>
                    <a:pt x="592233" y="5849598"/>
                  </a:lnTo>
                  <a:lnTo>
                    <a:pt x="592359" y="5849598"/>
                  </a:lnTo>
                  <a:lnTo>
                    <a:pt x="592485" y="5849598"/>
                  </a:lnTo>
                  <a:lnTo>
                    <a:pt x="592611" y="5849598"/>
                  </a:lnTo>
                  <a:lnTo>
                    <a:pt x="592737" y="5849598"/>
                  </a:lnTo>
                  <a:lnTo>
                    <a:pt x="592863" y="5849598"/>
                  </a:lnTo>
                  <a:lnTo>
                    <a:pt x="592990" y="5849598"/>
                  </a:lnTo>
                  <a:lnTo>
                    <a:pt x="593116" y="5849598"/>
                  </a:lnTo>
                  <a:lnTo>
                    <a:pt x="593242" y="5849598"/>
                  </a:lnTo>
                  <a:lnTo>
                    <a:pt x="593368" y="5849598"/>
                  </a:lnTo>
                  <a:lnTo>
                    <a:pt x="593620" y="5849598"/>
                  </a:lnTo>
                  <a:lnTo>
                    <a:pt x="593746" y="5849598"/>
                  </a:lnTo>
                  <a:lnTo>
                    <a:pt x="593872" y="5849598"/>
                  </a:lnTo>
                  <a:lnTo>
                    <a:pt x="593998" y="5849598"/>
                  </a:lnTo>
                  <a:lnTo>
                    <a:pt x="594124" y="5849598"/>
                  </a:lnTo>
                  <a:lnTo>
                    <a:pt x="594250" y="5849598"/>
                  </a:lnTo>
                  <a:lnTo>
                    <a:pt x="594503" y="5849598"/>
                  </a:lnTo>
                  <a:lnTo>
                    <a:pt x="594755" y="5849598"/>
                  </a:lnTo>
                  <a:lnTo>
                    <a:pt x="595007" y="5849598"/>
                  </a:lnTo>
                  <a:lnTo>
                    <a:pt x="595133" y="5849598"/>
                  </a:lnTo>
                  <a:lnTo>
                    <a:pt x="595259" y="5849598"/>
                  </a:lnTo>
                  <a:lnTo>
                    <a:pt x="595637" y="5849598"/>
                  </a:lnTo>
                  <a:lnTo>
                    <a:pt x="595763" y="5849598"/>
                  </a:lnTo>
                  <a:lnTo>
                    <a:pt x="595890" y="5849598"/>
                  </a:lnTo>
                  <a:lnTo>
                    <a:pt x="596142" y="5849598"/>
                  </a:lnTo>
                  <a:lnTo>
                    <a:pt x="596394" y="5849598"/>
                  </a:lnTo>
                  <a:lnTo>
                    <a:pt x="596898" y="5849598"/>
                  </a:lnTo>
                  <a:lnTo>
                    <a:pt x="597024" y="5849598"/>
                  </a:lnTo>
                  <a:lnTo>
                    <a:pt x="597150" y="5849598"/>
                  </a:lnTo>
                  <a:lnTo>
                    <a:pt x="597277" y="5849598"/>
                  </a:lnTo>
                  <a:lnTo>
                    <a:pt x="597403" y="5849598"/>
                  </a:lnTo>
                  <a:lnTo>
                    <a:pt x="597529" y="5849598"/>
                  </a:lnTo>
                  <a:lnTo>
                    <a:pt x="597781" y="5844319"/>
                  </a:lnTo>
                  <a:lnTo>
                    <a:pt x="598033" y="5844319"/>
                  </a:lnTo>
                  <a:lnTo>
                    <a:pt x="598159" y="5844319"/>
                  </a:lnTo>
                  <a:lnTo>
                    <a:pt x="598664" y="5839039"/>
                  </a:lnTo>
                  <a:lnTo>
                    <a:pt x="598790" y="5833760"/>
                  </a:lnTo>
                  <a:lnTo>
                    <a:pt x="598916" y="5833760"/>
                  </a:lnTo>
                  <a:lnTo>
                    <a:pt x="599042" y="5833760"/>
                  </a:lnTo>
                  <a:lnTo>
                    <a:pt x="599168" y="5833760"/>
                  </a:lnTo>
                  <a:lnTo>
                    <a:pt x="599294" y="5833760"/>
                  </a:lnTo>
                  <a:lnTo>
                    <a:pt x="599420" y="5833760"/>
                  </a:lnTo>
                  <a:lnTo>
                    <a:pt x="599546" y="5833760"/>
                  </a:lnTo>
                  <a:lnTo>
                    <a:pt x="599798" y="5833760"/>
                  </a:lnTo>
                  <a:lnTo>
                    <a:pt x="600177" y="5833760"/>
                  </a:lnTo>
                  <a:lnTo>
                    <a:pt x="600303" y="5833760"/>
                  </a:lnTo>
                  <a:lnTo>
                    <a:pt x="600429" y="5833760"/>
                  </a:lnTo>
                  <a:lnTo>
                    <a:pt x="600555" y="5833760"/>
                  </a:lnTo>
                  <a:lnTo>
                    <a:pt x="600681" y="5833760"/>
                  </a:lnTo>
                  <a:lnTo>
                    <a:pt x="600807" y="5833760"/>
                  </a:lnTo>
                  <a:lnTo>
                    <a:pt x="600933" y="5833760"/>
                  </a:lnTo>
                  <a:lnTo>
                    <a:pt x="601059" y="5833760"/>
                  </a:lnTo>
                  <a:lnTo>
                    <a:pt x="601185" y="5833760"/>
                  </a:lnTo>
                  <a:lnTo>
                    <a:pt x="601311" y="5833760"/>
                  </a:lnTo>
                  <a:lnTo>
                    <a:pt x="601437" y="5833760"/>
                  </a:lnTo>
                  <a:lnTo>
                    <a:pt x="601564" y="5833760"/>
                  </a:lnTo>
                  <a:lnTo>
                    <a:pt x="601690" y="5833760"/>
                  </a:lnTo>
                  <a:lnTo>
                    <a:pt x="601942" y="5833760"/>
                  </a:lnTo>
                  <a:lnTo>
                    <a:pt x="602194" y="5833760"/>
                  </a:lnTo>
                  <a:lnTo>
                    <a:pt x="602446" y="5833760"/>
                  </a:lnTo>
                  <a:lnTo>
                    <a:pt x="602572" y="5833760"/>
                  </a:lnTo>
                  <a:lnTo>
                    <a:pt x="602698" y="5833760"/>
                  </a:lnTo>
                  <a:lnTo>
                    <a:pt x="602950" y="5833760"/>
                  </a:lnTo>
                  <a:lnTo>
                    <a:pt x="603077" y="5833760"/>
                  </a:lnTo>
                  <a:lnTo>
                    <a:pt x="603329" y="5833760"/>
                  </a:lnTo>
                  <a:lnTo>
                    <a:pt x="603455" y="5833760"/>
                  </a:lnTo>
                  <a:lnTo>
                    <a:pt x="603581" y="5833760"/>
                  </a:lnTo>
                  <a:lnTo>
                    <a:pt x="603707" y="5833760"/>
                  </a:lnTo>
                  <a:lnTo>
                    <a:pt x="603833" y="5833760"/>
                  </a:lnTo>
                  <a:lnTo>
                    <a:pt x="603959" y="5833760"/>
                  </a:lnTo>
                  <a:lnTo>
                    <a:pt x="604085" y="5833760"/>
                  </a:lnTo>
                  <a:lnTo>
                    <a:pt x="604337" y="5833760"/>
                  </a:lnTo>
                  <a:lnTo>
                    <a:pt x="604464" y="5833760"/>
                  </a:lnTo>
                  <a:lnTo>
                    <a:pt x="604590" y="5833760"/>
                  </a:lnTo>
                  <a:lnTo>
                    <a:pt x="604716" y="5833760"/>
                  </a:lnTo>
                  <a:lnTo>
                    <a:pt x="604842" y="5833760"/>
                  </a:lnTo>
                  <a:lnTo>
                    <a:pt x="604968" y="5833760"/>
                  </a:lnTo>
                  <a:lnTo>
                    <a:pt x="605094" y="5833760"/>
                  </a:lnTo>
                  <a:lnTo>
                    <a:pt x="605346" y="5833760"/>
                  </a:lnTo>
                  <a:lnTo>
                    <a:pt x="605472" y="5833760"/>
                  </a:lnTo>
                  <a:lnTo>
                    <a:pt x="605598" y="5833760"/>
                  </a:lnTo>
                  <a:lnTo>
                    <a:pt x="605851" y="5833760"/>
                  </a:lnTo>
                  <a:lnTo>
                    <a:pt x="605977" y="5833760"/>
                  </a:lnTo>
                  <a:lnTo>
                    <a:pt x="606103" y="5833760"/>
                  </a:lnTo>
                  <a:lnTo>
                    <a:pt x="606481" y="5833760"/>
                  </a:lnTo>
                  <a:lnTo>
                    <a:pt x="606607" y="5828481"/>
                  </a:lnTo>
                  <a:lnTo>
                    <a:pt x="606859" y="5828481"/>
                  </a:lnTo>
                  <a:lnTo>
                    <a:pt x="606985" y="5828481"/>
                  </a:lnTo>
                  <a:lnTo>
                    <a:pt x="607237" y="5828481"/>
                  </a:lnTo>
                  <a:lnTo>
                    <a:pt x="607364" y="5828481"/>
                  </a:lnTo>
                  <a:lnTo>
                    <a:pt x="607742" y="5828481"/>
                  </a:lnTo>
                  <a:lnTo>
                    <a:pt x="607994" y="5828481"/>
                  </a:lnTo>
                  <a:lnTo>
                    <a:pt x="608120" y="5828481"/>
                  </a:lnTo>
                  <a:lnTo>
                    <a:pt x="608246" y="5828481"/>
                  </a:lnTo>
                  <a:lnTo>
                    <a:pt x="608372" y="5828481"/>
                  </a:lnTo>
                  <a:lnTo>
                    <a:pt x="608498" y="5828481"/>
                  </a:lnTo>
                  <a:lnTo>
                    <a:pt x="608624" y="5828481"/>
                  </a:lnTo>
                  <a:lnTo>
                    <a:pt x="608751" y="5828481"/>
                  </a:lnTo>
                  <a:lnTo>
                    <a:pt x="608877" y="5828481"/>
                  </a:lnTo>
                  <a:lnTo>
                    <a:pt x="609003" y="5828481"/>
                  </a:lnTo>
                  <a:lnTo>
                    <a:pt x="609129" y="5828481"/>
                  </a:lnTo>
                  <a:lnTo>
                    <a:pt x="609381" y="5828481"/>
                  </a:lnTo>
                  <a:lnTo>
                    <a:pt x="609507" y="5828481"/>
                  </a:lnTo>
                  <a:lnTo>
                    <a:pt x="609633" y="5828481"/>
                  </a:lnTo>
                  <a:lnTo>
                    <a:pt x="609633" y="5823201"/>
                  </a:lnTo>
                  <a:lnTo>
                    <a:pt x="609759" y="5823201"/>
                  </a:lnTo>
                  <a:lnTo>
                    <a:pt x="609885" y="5823201"/>
                  </a:lnTo>
                  <a:lnTo>
                    <a:pt x="610011" y="5823201"/>
                  </a:lnTo>
                  <a:lnTo>
                    <a:pt x="610137" y="5823201"/>
                  </a:lnTo>
                  <a:lnTo>
                    <a:pt x="610264" y="5823201"/>
                  </a:lnTo>
                  <a:lnTo>
                    <a:pt x="610642" y="5823201"/>
                  </a:lnTo>
                  <a:lnTo>
                    <a:pt x="610768" y="5823201"/>
                  </a:lnTo>
                  <a:lnTo>
                    <a:pt x="610894" y="5823201"/>
                  </a:lnTo>
                  <a:lnTo>
                    <a:pt x="611020" y="5823201"/>
                  </a:lnTo>
                  <a:lnTo>
                    <a:pt x="611146" y="5823201"/>
                  </a:lnTo>
                  <a:lnTo>
                    <a:pt x="611272" y="5823201"/>
                  </a:lnTo>
                  <a:lnTo>
                    <a:pt x="611398" y="5823201"/>
                  </a:lnTo>
                  <a:lnTo>
                    <a:pt x="611524" y="5823201"/>
                  </a:lnTo>
                  <a:lnTo>
                    <a:pt x="611651" y="5823201"/>
                  </a:lnTo>
                  <a:lnTo>
                    <a:pt x="611651" y="5817922"/>
                  </a:lnTo>
                  <a:lnTo>
                    <a:pt x="611777" y="5817922"/>
                  </a:lnTo>
                  <a:lnTo>
                    <a:pt x="611903" y="5817922"/>
                  </a:lnTo>
                  <a:lnTo>
                    <a:pt x="612029" y="5817922"/>
                  </a:lnTo>
                  <a:lnTo>
                    <a:pt x="612155" y="5817922"/>
                  </a:lnTo>
                  <a:lnTo>
                    <a:pt x="612155" y="5812642"/>
                  </a:lnTo>
                  <a:lnTo>
                    <a:pt x="612281" y="5812642"/>
                  </a:lnTo>
                  <a:lnTo>
                    <a:pt x="612533" y="5812642"/>
                  </a:lnTo>
                  <a:lnTo>
                    <a:pt x="612785" y="5812642"/>
                  </a:lnTo>
                  <a:lnTo>
                    <a:pt x="613037" y="5812642"/>
                  </a:lnTo>
                  <a:lnTo>
                    <a:pt x="613164" y="5812642"/>
                  </a:lnTo>
                  <a:lnTo>
                    <a:pt x="613542" y="5812642"/>
                  </a:lnTo>
                  <a:lnTo>
                    <a:pt x="613668" y="5812642"/>
                  </a:lnTo>
                  <a:lnTo>
                    <a:pt x="613794" y="5812642"/>
                  </a:lnTo>
                  <a:lnTo>
                    <a:pt x="613920" y="5812642"/>
                  </a:lnTo>
                  <a:lnTo>
                    <a:pt x="614046" y="5812642"/>
                  </a:lnTo>
                  <a:lnTo>
                    <a:pt x="614172" y="5812642"/>
                  </a:lnTo>
                  <a:lnTo>
                    <a:pt x="614424" y="5812642"/>
                  </a:lnTo>
                  <a:lnTo>
                    <a:pt x="614677" y="5812642"/>
                  </a:lnTo>
                  <a:lnTo>
                    <a:pt x="614803" y="5812642"/>
                  </a:lnTo>
                  <a:lnTo>
                    <a:pt x="615181" y="5812642"/>
                  </a:lnTo>
                  <a:lnTo>
                    <a:pt x="615307" y="5812642"/>
                  </a:lnTo>
                  <a:lnTo>
                    <a:pt x="615433" y="5812642"/>
                  </a:lnTo>
                  <a:lnTo>
                    <a:pt x="615559" y="5812642"/>
                  </a:lnTo>
                  <a:lnTo>
                    <a:pt x="615685" y="5812642"/>
                  </a:lnTo>
                  <a:lnTo>
                    <a:pt x="615811" y="5812642"/>
                  </a:lnTo>
                  <a:lnTo>
                    <a:pt x="615938" y="5812642"/>
                  </a:lnTo>
                  <a:lnTo>
                    <a:pt x="616064" y="5812642"/>
                  </a:lnTo>
                  <a:lnTo>
                    <a:pt x="616190" y="5812642"/>
                  </a:lnTo>
                  <a:lnTo>
                    <a:pt x="616316" y="5812642"/>
                  </a:lnTo>
                  <a:lnTo>
                    <a:pt x="616442" y="5812642"/>
                  </a:lnTo>
                  <a:lnTo>
                    <a:pt x="616568" y="5812642"/>
                  </a:lnTo>
                  <a:lnTo>
                    <a:pt x="616694" y="5812642"/>
                  </a:lnTo>
                  <a:lnTo>
                    <a:pt x="616820" y="5812642"/>
                  </a:lnTo>
                  <a:lnTo>
                    <a:pt x="616946" y="5812642"/>
                  </a:lnTo>
                  <a:lnTo>
                    <a:pt x="617072" y="5812642"/>
                  </a:lnTo>
                  <a:lnTo>
                    <a:pt x="617198" y="5812642"/>
                  </a:lnTo>
                  <a:lnTo>
                    <a:pt x="617324" y="5812642"/>
                  </a:lnTo>
                  <a:lnTo>
                    <a:pt x="617451" y="5812642"/>
                  </a:lnTo>
                  <a:lnTo>
                    <a:pt x="617577" y="5812642"/>
                  </a:lnTo>
                  <a:lnTo>
                    <a:pt x="617703" y="5812642"/>
                  </a:lnTo>
                  <a:lnTo>
                    <a:pt x="617829" y="5812642"/>
                  </a:lnTo>
                  <a:lnTo>
                    <a:pt x="618081" y="5812642"/>
                  </a:lnTo>
                  <a:lnTo>
                    <a:pt x="618964" y="5812642"/>
                  </a:lnTo>
                  <a:lnTo>
                    <a:pt x="619090" y="5812642"/>
                  </a:lnTo>
                  <a:lnTo>
                    <a:pt x="619216" y="5812642"/>
                  </a:lnTo>
                  <a:lnTo>
                    <a:pt x="619342" y="5812642"/>
                  </a:lnTo>
                  <a:lnTo>
                    <a:pt x="619594" y="5812642"/>
                  </a:lnTo>
                  <a:lnTo>
                    <a:pt x="619846" y="5812642"/>
                  </a:lnTo>
                  <a:lnTo>
                    <a:pt x="619972" y="5812642"/>
                  </a:lnTo>
                  <a:lnTo>
                    <a:pt x="620098" y="5812642"/>
                  </a:lnTo>
                  <a:lnTo>
                    <a:pt x="620224" y="5812642"/>
                  </a:lnTo>
                  <a:lnTo>
                    <a:pt x="620477" y="5812642"/>
                  </a:lnTo>
                  <a:lnTo>
                    <a:pt x="620729" y="5812642"/>
                  </a:lnTo>
                  <a:lnTo>
                    <a:pt x="620855" y="5812642"/>
                  </a:lnTo>
                  <a:lnTo>
                    <a:pt x="620981" y="5812642"/>
                  </a:lnTo>
                  <a:lnTo>
                    <a:pt x="621107" y="5812642"/>
                  </a:lnTo>
                  <a:lnTo>
                    <a:pt x="621233" y="5812642"/>
                  </a:lnTo>
                  <a:lnTo>
                    <a:pt x="621359" y="5812642"/>
                  </a:lnTo>
                  <a:lnTo>
                    <a:pt x="621485" y="5812642"/>
                  </a:lnTo>
                  <a:lnTo>
                    <a:pt x="621611" y="5812642"/>
                  </a:lnTo>
                  <a:lnTo>
                    <a:pt x="621738" y="5812642"/>
                  </a:lnTo>
                  <a:lnTo>
                    <a:pt x="621864" y="5812642"/>
                  </a:lnTo>
                  <a:lnTo>
                    <a:pt x="621990" y="5812642"/>
                  </a:lnTo>
                  <a:lnTo>
                    <a:pt x="622116" y="5812642"/>
                  </a:lnTo>
                  <a:lnTo>
                    <a:pt x="622242" y="5812642"/>
                  </a:lnTo>
                  <a:lnTo>
                    <a:pt x="622368" y="5812642"/>
                  </a:lnTo>
                  <a:lnTo>
                    <a:pt x="622494" y="5812642"/>
                  </a:lnTo>
                  <a:lnTo>
                    <a:pt x="622620" y="5812642"/>
                  </a:lnTo>
                  <a:lnTo>
                    <a:pt x="622746" y="5812642"/>
                  </a:lnTo>
                  <a:lnTo>
                    <a:pt x="622872" y="5812642"/>
                  </a:lnTo>
                  <a:lnTo>
                    <a:pt x="622998" y="5812642"/>
                  </a:lnTo>
                  <a:lnTo>
                    <a:pt x="623251" y="5812642"/>
                  </a:lnTo>
                  <a:lnTo>
                    <a:pt x="623377" y="5812642"/>
                  </a:lnTo>
                  <a:lnTo>
                    <a:pt x="623503" y="5812642"/>
                  </a:lnTo>
                  <a:lnTo>
                    <a:pt x="623629" y="5812642"/>
                  </a:lnTo>
                  <a:lnTo>
                    <a:pt x="623755" y="5812642"/>
                  </a:lnTo>
                  <a:lnTo>
                    <a:pt x="624133" y="5812642"/>
                  </a:lnTo>
                  <a:lnTo>
                    <a:pt x="624259" y="5812642"/>
                  </a:lnTo>
                  <a:lnTo>
                    <a:pt x="624259" y="5807363"/>
                  </a:lnTo>
                  <a:lnTo>
                    <a:pt x="624385" y="5807363"/>
                  </a:lnTo>
                  <a:lnTo>
                    <a:pt x="624511" y="5807363"/>
                  </a:lnTo>
                  <a:lnTo>
                    <a:pt x="624638" y="5807363"/>
                  </a:lnTo>
                  <a:lnTo>
                    <a:pt x="624764" y="5807363"/>
                  </a:lnTo>
                  <a:lnTo>
                    <a:pt x="624890" y="5802084"/>
                  </a:lnTo>
                  <a:lnTo>
                    <a:pt x="625016" y="5802084"/>
                  </a:lnTo>
                  <a:lnTo>
                    <a:pt x="625142" y="5802084"/>
                  </a:lnTo>
                  <a:lnTo>
                    <a:pt x="625268" y="5802084"/>
                  </a:lnTo>
                  <a:lnTo>
                    <a:pt x="625394" y="5802084"/>
                  </a:lnTo>
                  <a:lnTo>
                    <a:pt x="625520" y="5802084"/>
                  </a:lnTo>
                  <a:lnTo>
                    <a:pt x="625646" y="5802084"/>
                  </a:lnTo>
                  <a:lnTo>
                    <a:pt x="625772" y="5802084"/>
                  </a:lnTo>
                  <a:lnTo>
                    <a:pt x="625898" y="5802084"/>
                  </a:lnTo>
                  <a:lnTo>
                    <a:pt x="626151" y="5802084"/>
                  </a:lnTo>
                  <a:lnTo>
                    <a:pt x="626277" y="5802084"/>
                  </a:lnTo>
                  <a:lnTo>
                    <a:pt x="626529" y="5802084"/>
                  </a:lnTo>
                  <a:lnTo>
                    <a:pt x="627033" y="5802084"/>
                  </a:lnTo>
                  <a:lnTo>
                    <a:pt x="627159" y="5802084"/>
                  </a:lnTo>
                  <a:lnTo>
                    <a:pt x="627285" y="5802084"/>
                  </a:lnTo>
                  <a:lnTo>
                    <a:pt x="627664" y="5802084"/>
                  </a:lnTo>
                  <a:lnTo>
                    <a:pt x="627790" y="5802084"/>
                  </a:lnTo>
                  <a:lnTo>
                    <a:pt x="627916" y="5802084"/>
                  </a:lnTo>
                  <a:lnTo>
                    <a:pt x="628042" y="5802084"/>
                  </a:lnTo>
                  <a:lnTo>
                    <a:pt x="628168" y="5802084"/>
                  </a:lnTo>
                  <a:lnTo>
                    <a:pt x="628546" y="5802084"/>
                  </a:lnTo>
                  <a:lnTo>
                    <a:pt x="628925" y="5802084"/>
                  </a:lnTo>
                  <a:lnTo>
                    <a:pt x="629177" y="5802084"/>
                  </a:lnTo>
                  <a:lnTo>
                    <a:pt x="629303" y="5802084"/>
                  </a:lnTo>
                  <a:lnTo>
                    <a:pt x="629429" y="5802084"/>
                  </a:lnTo>
                  <a:lnTo>
                    <a:pt x="629555" y="5802084"/>
                  </a:lnTo>
                  <a:lnTo>
                    <a:pt x="629681" y="5802084"/>
                  </a:lnTo>
                  <a:lnTo>
                    <a:pt x="629807" y="5802084"/>
                  </a:lnTo>
                  <a:lnTo>
                    <a:pt x="629933" y="5802084"/>
                  </a:lnTo>
                  <a:lnTo>
                    <a:pt x="630059" y="5802084"/>
                  </a:lnTo>
                  <a:lnTo>
                    <a:pt x="630185" y="5802084"/>
                  </a:lnTo>
                  <a:lnTo>
                    <a:pt x="630311" y="5802084"/>
                  </a:lnTo>
                  <a:lnTo>
                    <a:pt x="630438" y="5802084"/>
                  </a:lnTo>
                  <a:lnTo>
                    <a:pt x="630564" y="5802084"/>
                  </a:lnTo>
                  <a:lnTo>
                    <a:pt x="630690" y="5802084"/>
                  </a:lnTo>
                  <a:lnTo>
                    <a:pt x="630816" y="5802084"/>
                  </a:lnTo>
                  <a:lnTo>
                    <a:pt x="630942" y="5802084"/>
                  </a:lnTo>
                  <a:lnTo>
                    <a:pt x="631068" y="5802084"/>
                  </a:lnTo>
                  <a:lnTo>
                    <a:pt x="631194" y="5802084"/>
                  </a:lnTo>
                  <a:lnTo>
                    <a:pt x="631320" y="5802084"/>
                  </a:lnTo>
                  <a:lnTo>
                    <a:pt x="631446" y="5802084"/>
                  </a:lnTo>
                  <a:lnTo>
                    <a:pt x="631572" y="5802084"/>
                  </a:lnTo>
                  <a:lnTo>
                    <a:pt x="631698" y="5802084"/>
                  </a:lnTo>
                  <a:lnTo>
                    <a:pt x="631825" y="5802084"/>
                  </a:lnTo>
                  <a:lnTo>
                    <a:pt x="631951" y="5802084"/>
                  </a:lnTo>
                  <a:lnTo>
                    <a:pt x="632077" y="5802084"/>
                  </a:lnTo>
                  <a:lnTo>
                    <a:pt x="632203" y="5802084"/>
                  </a:lnTo>
                  <a:lnTo>
                    <a:pt x="632455" y="5802084"/>
                  </a:lnTo>
                  <a:lnTo>
                    <a:pt x="632581" y="5802084"/>
                  </a:lnTo>
                  <a:lnTo>
                    <a:pt x="632707" y="5802084"/>
                  </a:lnTo>
                  <a:lnTo>
                    <a:pt x="632833" y="5802084"/>
                  </a:lnTo>
                  <a:lnTo>
                    <a:pt x="632959" y="5802084"/>
                  </a:lnTo>
                  <a:lnTo>
                    <a:pt x="633085" y="5802084"/>
                  </a:lnTo>
                  <a:lnTo>
                    <a:pt x="633212" y="5802084"/>
                  </a:lnTo>
                  <a:lnTo>
                    <a:pt x="633338" y="5802084"/>
                  </a:lnTo>
                  <a:lnTo>
                    <a:pt x="633590" y="5802084"/>
                  </a:lnTo>
                  <a:lnTo>
                    <a:pt x="633716" y="5802084"/>
                  </a:lnTo>
                  <a:lnTo>
                    <a:pt x="633842" y="5802084"/>
                  </a:lnTo>
                  <a:lnTo>
                    <a:pt x="633968" y="5802084"/>
                  </a:lnTo>
                  <a:lnTo>
                    <a:pt x="634094" y="5802084"/>
                  </a:lnTo>
                  <a:lnTo>
                    <a:pt x="634220" y="5802084"/>
                  </a:lnTo>
                  <a:lnTo>
                    <a:pt x="634346" y="5802084"/>
                  </a:lnTo>
                  <a:lnTo>
                    <a:pt x="634472" y="5802084"/>
                  </a:lnTo>
                  <a:lnTo>
                    <a:pt x="634725" y="5802084"/>
                  </a:lnTo>
                  <a:lnTo>
                    <a:pt x="634851" y="5802084"/>
                  </a:lnTo>
                  <a:lnTo>
                    <a:pt x="634977" y="5802084"/>
                  </a:lnTo>
                  <a:lnTo>
                    <a:pt x="635103" y="5802084"/>
                  </a:lnTo>
                  <a:lnTo>
                    <a:pt x="635229" y="5802084"/>
                  </a:lnTo>
                  <a:lnTo>
                    <a:pt x="635355" y="5802084"/>
                  </a:lnTo>
                  <a:lnTo>
                    <a:pt x="635355" y="5796804"/>
                  </a:lnTo>
                  <a:lnTo>
                    <a:pt x="635481" y="5796804"/>
                  </a:lnTo>
                  <a:lnTo>
                    <a:pt x="635607" y="5796804"/>
                  </a:lnTo>
                  <a:lnTo>
                    <a:pt x="635733" y="5796804"/>
                  </a:lnTo>
                  <a:lnTo>
                    <a:pt x="635985" y="5796804"/>
                  </a:lnTo>
                  <a:lnTo>
                    <a:pt x="636112" y="5796804"/>
                  </a:lnTo>
                  <a:lnTo>
                    <a:pt x="636238" y="5796804"/>
                  </a:lnTo>
                  <a:lnTo>
                    <a:pt x="636490" y="5796804"/>
                  </a:lnTo>
                  <a:lnTo>
                    <a:pt x="636742" y="5796804"/>
                  </a:lnTo>
                  <a:lnTo>
                    <a:pt x="636868" y="5796804"/>
                  </a:lnTo>
                  <a:lnTo>
                    <a:pt x="636994" y="5796804"/>
                  </a:lnTo>
                  <a:lnTo>
                    <a:pt x="637120" y="5796804"/>
                  </a:lnTo>
                  <a:lnTo>
                    <a:pt x="637246" y="5796804"/>
                  </a:lnTo>
                  <a:lnTo>
                    <a:pt x="637372" y="5796804"/>
                  </a:lnTo>
                  <a:lnTo>
                    <a:pt x="637498" y="5796804"/>
                  </a:lnTo>
                  <a:lnTo>
                    <a:pt x="637625" y="5796804"/>
                  </a:lnTo>
                  <a:lnTo>
                    <a:pt x="638129" y="5796804"/>
                  </a:lnTo>
                  <a:lnTo>
                    <a:pt x="638255" y="5796804"/>
                  </a:lnTo>
                  <a:lnTo>
                    <a:pt x="638381" y="5796804"/>
                  </a:lnTo>
                  <a:lnTo>
                    <a:pt x="638507" y="5796804"/>
                  </a:lnTo>
                  <a:lnTo>
                    <a:pt x="638633" y="5796804"/>
                  </a:lnTo>
                  <a:lnTo>
                    <a:pt x="638759" y="5796804"/>
                  </a:lnTo>
                  <a:lnTo>
                    <a:pt x="639012" y="5796804"/>
                  </a:lnTo>
                  <a:lnTo>
                    <a:pt x="639138" y="5796804"/>
                  </a:lnTo>
                  <a:lnTo>
                    <a:pt x="639264" y="5796804"/>
                  </a:lnTo>
                  <a:lnTo>
                    <a:pt x="639390" y="5796804"/>
                  </a:lnTo>
                  <a:lnTo>
                    <a:pt x="639516" y="5796804"/>
                  </a:lnTo>
                  <a:lnTo>
                    <a:pt x="639642" y="5796804"/>
                  </a:lnTo>
                  <a:lnTo>
                    <a:pt x="639768" y="5796804"/>
                  </a:lnTo>
                  <a:lnTo>
                    <a:pt x="639894" y="5796804"/>
                  </a:lnTo>
                  <a:lnTo>
                    <a:pt x="640020" y="5796804"/>
                  </a:lnTo>
                  <a:lnTo>
                    <a:pt x="640146" y="5796804"/>
                  </a:lnTo>
                  <a:lnTo>
                    <a:pt x="640272" y="5796804"/>
                  </a:lnTo>
                  <a:lnTo>
                    <a:pt x="640525" y="5796804"/>
                  </a:lnTo>
                  <a:lnTo>
                    <a:pt x="640777" y="5796804"/>
                  </a:lnTo>
                  <a:lnTo>
                    <a:pt x="640903" y="5796804"/>
                  </a:lnTo>
                  <a:lnTo>
                    <a:pt x="641029" y="5796804"/>
                  </a:lnTo>
                  <a:lnTo>
                    <a:pt x="641155" y="5796804"/>
                  </a:lnTo>
                  <a:lnTo>
                    <a:pt x="641281" y="5796804"/>
                  </a:lnTo>
                  <a:lnTo>
                    <a:pt x="641407" y="5796804"/>
                  </a:lnTo>
                  <a:lnTo>
                    <a:pt x="641533" y="5796804"/>
                  </a:lnTo>
                  <a:lnTo>
                    <a:pt x="641659" y="5796804"/>
                  </a:lnTo>
                  <a:lnTo>
                    <a:pt x="641912" y="5796804"/>
                  </a:lnTo>
                  <a:lnTo>
                    <a:pt x="642038" y="5796804"/>
                  </a:lnTo>
                  <a:lnTo>
                    <a:pt x="642164" y="5796804"/>
                  </a:lnTo>
                  <a:lnTo>
                    <a:pt x="642416" y="5796804"/>
                  </a:lnTo>
                  <a:lnTo>
                    <a:pt x="642668" y="5796804"/>
                  </a:lnTo>
                  <a:lnTo>
                    <a:pt x="642794" y="5796804"/>
                  </a:lnTo>
                  <a:lnTo>
                    <a:pt x="642920" y="5796804"/>
                  </a:lnTo>
                  <a:lnTo>
                    <a:pt x="643046" y="5796804"/>
                  </a:lnTo>
                  <a:lnTo>
                    <a:pt x="643551" y="5791525"/>
                  </a:lnTo>
                  <a:lnTo>
                    <a:pt x="643677" y="5791525"/>
                  </a:lnTo>
                  <a:lnTo>
                    <a:pt x="643929" y="5791525"/>
                  </a:lnTo>
                  <a:lnTo>
                    <a:pt x="644055" y="5791525"/>
                  </a:lnTo>
                  <a:lnTo>
                    <a:pt x="644181" y="5791525"/>
                  </a:lnTo>
                  <a:lnTo>
                    <a:pt x="644307" y="5791525"/>
                  </a:lnTo>
                  <a:lnTo>
                    <a:pt x="644685" y="5791525"/>
                  </a:lnTo>
                  <a:lnTo>
                    <a:pt x="644812" y="5791525"/>
                  </a:lnTo>
                  <a:lnTo>
                    <a:pt x="644938" y="5791525"/>
                  </a:lnTo>
                  <a:lnTo>
                    <a:pt x="645064" y="5791525"/>
                  </a:lnTo>
                  <a:lnTo>
                    <a:pt x="645316" y="5791525"/>
                  </a:lnTo>
                  <a:lnTo>
                    <a:pt x="645442" y="5791525"/>
                  </a:lnTo>
                  <a:lnTo>
                    <a:pt x="645568" y="5791525"/>
                  </a:lnTo>
                  <a:lnTo>
                    <a:pt x="645820" y="5791525"/>
                  </a:lnTo>
                  <a:lnTo>
                    <a:pt x="645946" y="5791525"/>
                  </a:lnTo>
                  <a:lnTo>
                    <a:pt x="646072" y="5791525"/>
                  </a:lnTo>
                  <a:lnTo>
                    <a:pt x="646199" y="5791525"/>
                  </a:lnTo>
                  <a:lnTo>
                    <a:pt x="646325" y="5791525"/>
                  </a:lnTo>
                  <a:lnTo>
                    <a:pt x="646451" y="5791525"/>
                  </a:lnTo>
                  <a:lnTo>
                    <a:pt x="646577" y="5791525"/>
                  </a:lnTo>
                  <a:lnTo>
                    <a:pt x="646703" y="5791525"/>
                  </a:lnTo>
                  <a:lnTo>
                    <a:pt x="646829" y="5791525"/>
                  </a:lnTo>
                  <a:lnTo>
                    <a:pt x="646955" y="5791525"/>
                  </a:lnTo>
                  <a:lnTo>
                    <a:pt x="647081" y="5791525"/>
                  </a:lnTo>
                  <a:lnTo>
                    <a:pt x="647207" y="5791525"/>
                  </a:lnTo>
                  <a:lnTo>
                    <a:pt x="647712" y="5791525"/>
                  </a:lnTo>
                  <a:lnTo>
                    <a:pt x="647838" y="5791525"/>
                  </a:lnTo>
                  <a:lnTo>
                    <a:pt x="648216" y="5791525"/>
                  </a:lnTo>
                  <a:lnTo>
                    <a:pt x="648216" y="5786245"/>
                  </a:lnTo>
                  <a:lnTo>
                    <a:pt x="648468" y="5786245"/>
                  </a:lnTo>
                  <a:lnTo>
                    <a:pt x="648594" y="5786245"/>
                  </a:lnTo>
                  <a:lnTo>
                    <a:pt x="648720" y="5786245"/>
                  </a:lnTo>
                  <a:lnTo>
                    <a:pt x="648846" y="5786245"/>
                  </a:lnTo>
                  <a:lnTo>
                    <a:pt x="648972" y="5786245"/>
                  </a:lnTo>
                  <a:lnTo>
                    <a:pt x="649099" y="5786245"/>
                  </a:lnTo>
                  <a:lnTo>
                    <a:pt x="649225" y="5786245"/>
                  </a:lnTo>
                  <a:lnTo>
                    <a:pt x="649351" y="5786245"/>
                  </a:lnTo>
                  <a:lnTo>
                    <a:pt x="649603" y="5786245"/>
                  </a:lnTo>
                  <a:lnTo>
                    <a:pt x="649729" y="5786245"/>
                  </a:lnTo>
                  <a:lnTo>
                    <a:pt x="649855" y="5786245"/>
                  </a:lnTo>
                  <a:lnTo>
                    <a:pt x="649981" y="5786245"/>
                  </a:lnTo>
                  <a:lnTo>
                    <a:pt x="650107" y="5786245"/>
                  </a:lnTo>
                  <a:lnTo>
                    <a:pt x="650233" y="5786245"/>
                  </a:lnTo>
                  <a:lnTo>
                    <a:pt x="650359" y="5786245"/>
                  </a:lnTo>
                  <a:lnTo>
                    <a:pt x="650486" y="5786245"/>
                  </a:lnTo>
                  <a:lnTo>
                    <a:pt x="650738" y="5786245"/>
                  </a:lnTo>
                  <a:lnTo>
                    <a:pt x="650864" y="5786245"/>
                  </a:lnTo>
                  <a:lnTo>
                    <a:pt x="650990" y="5786245"/>
                  </a:lnTo>
                  <a:lnTo>
                    <a:pt x="650990" y="5780966"/>
                  </a:lnTo>
                  <a:lnTo>
                    <a:pt x="651116" y="5780966"/>
                  </a:lnTo>
                  <a:lnTo>
                    <a:pt x="651242" y="5780966"/>
                  </a:lnTo>
                  <a:lnTo>
                    <a:pt x="651242" y="5775686"/>
                  </a:lnTo>
                  <a:lnTo>
                    <a:pt x="651494" y="5775686"/>
                  </a:lnTo>
                  <a:lnTo>
                    <a:pt x="651620" y="5775686"/>
                  </a:lnTo>
                  <a:lnTo>
                    <a:pt x="651746" y="5775686"/>
                  </a:lnTo>
                  <a:lnTo>
                    <a:pt x="651872" y="5775686"/>
                  </a:lnTo>
                  <a:lnTo>
                    <a:pt x="651999" y="5775686"/>
                  </a:lnTo>
                  <a:lnTo>
                    <a:pt x="652125" y="5775686"/>
                  </a:lnTo>
                  <a:lnTo>
                    <a:pt x="652251" y="5775686"/>
                  </a:lnTo>
                  <a:lnTo>
                    <a:pt x="652377" y="5775686"/>
                  </a:lnTo>
                  <a:lnTo>
                    <a:pt x="652503" y="5775686"/>
                  </a:lnTo>
                  <a:lnTo>
                    <a:pt x="652629" y="5775686"/>
                  </a:lnTo>
                  <a:lnTo>
                    <a:pt x="652755" y="5775686"/>
                  </a:lnTo>
                  <a:lnTo>
                    <a:pt x="652881" y="5775686"/>
                  </a:lnTo>
                  <a:lnTo>
                    <a:pt x="653007" y="5775686"/>
                  </a:lnTo>
                  <a:lnTo>
                    <a:pt x="653259" y="5775686"/>
                  </a:lnTo>
                  <a:lnTo>
                    <a:pt x="653386" y="5775686"/>
                  </a:lnTo>
                  <a:lnTo>
                    <a:pt x="653512" y="5775686"/>
                  </a:lnTo>
                  <a:lnTo>
                    <a:pt x="653638" y="5775686"/>
                  </a:lnTo>
                  <a:lnTo>
                    <a:pt x="653890" y="5775686"/>
                  </a:lnTo>
                  <a:lnTo>
                    <a:pt x="654016" y="5775686"/>
                  </a:lnTo>
                  <a:lnTo>
                    <a:pt x="654142" y="5775686"/>
                  </a:lnTo>
                  <a:lnTo>
                    <a:pt x="654268" y="5775686"/>
                  </a:lnTo>
                  <a:lnTo>
                    <a:pt x="654394" y="5775686"/>
                  </a:lnTo>
                  <a:lnTo>
                    <a:pt x="654520" y="5775686"/>
                  </a:lnTo>
                  <a:lnTo>
                    <a:pt x="654772" y="5770407"/>
                  </a:lnTo>
                  <a:lnTo>
                    <a:pt x="655025" y="5770407"/>
                  </a:lnTo>
                  <a:lnTo>
                    <a:pt x="655151" y="5770407"/>
                  </a:lnTo>
                  <a:lnTo>
                    <a:pt x="655277" y="5770407"/>
                  </a:lnTo>
                  <a:lnTo>
                    <a:pt x="655403" y="5770407"/>
                  </a:lnTo>
                  <a:lnTo>
                    <a:pt x="655529" y="5770407"/>
                  </a:lnTo>
                  <a:lnTo>
                    <a:pt x="655655" y="5770407"/>
                  </a:lnTo>
                  <a:lnTo>
                    <a:pt x="655781" y="5770407"/>
                  </a:lnTo>
                  <a:lnTo>
                    <a:pt x="655907" y="5770407"/>
                  </a:lnTo>
                  <a:lnTo>
                    <a:pt x="656159" y="5770407"/>
                  </a:lnTo>
                  <a:lnTo>
                    <a:pt x="656286" y="5770407"/>
                  </a:lnTo>
                  <a:lnTo>
                    <a:pt x="656412" y="5770407"/>
                  </a:lnTo>
                  <a:lnTo>
                    <a:pt x="656538" y="5770407"/>
                  </a:lnTo>
                  <a:lnTo>
                    <a:pt x="656664" y="5770407"/>
                  </a:lnTo>
                  <a:lnTo>
                    <a:pt x="656790" y="5770407"/>
                  </a:lnTo>
                  <a:lnTo>
                    <a:pt x="656916" y="5770407"/>
                  </a:lnTo>
                  <a:lnTo>
                    <a:pt x="657042" y="5770407"/>
                  </a:lnTo>
                  <a:lnTo>
                    <a:pt x="657168" y="5770407"/>
                  </a:lnTo>
                  <a:lnTo>
                    <a:pt x="657294" y="5770407"/>
                  </a:lnTo>
                  <a:lnTo>
                    <a:pt x="657420" y="5770407"/>
                  </a:lnTo>
                  <a:lnTo>
                    <a:pt x="657546" y="5770407"/>
                  </a:lnTo>
                  <a:lnTo>
                    <a:pt x="657799" y="5770407"/>
                  </a:lnTo>
                  <a:lnTo>
                    <a:pt x="657925" y="5770407"/>
                  </a:lnTo>
                  <a:lnTo>
                    <a:pt x="658051" y="5770407"/>
                  </a:lnTo>
                  <a:lnTo>
                    <a:pt x="658177" y="5770407"/>
                  </a:lnTo>
                  <a:lnTo>
                    <a:pt x="658303" y="5770407"/>
                  </a:lnTo>
                  <a:lnTo>
                    <a:pt x="658429" y="5770407"/>
                  </a:lnTo>
                  <a:lnTo>
                    <a:pt x="658429" y="5765128"/>
                  </a:lnTo>
                  <a:lnTo>
                    <a:pt x="658555" y="5765128"/>
                  </a:lnTo>
                  <a:lnTo>
                    <a:pt x="658933" y="5765128"/>
                  </a:lnTo>
                  <a:lnTo>
                    <a:pt x="659059" y="5765128"/>
                  </a:lnTo>
                  <a:lnTo>
                    <a:pt x="659186" y="5765128"/>
                  </a:lnTo>
                  <a:lnTo>
                    <a:pt x="659438" y="5765128"/>
                  </a:lnTo>
                  <a:lnTo>
                    <a:pt x="659564" y="5765128"/>
                  </a:lnTo>
                  <a:lnTo>
                    <a:pt x="659816" y="5765128"/>
                  </a:lnTo>
                  <a:lnTo>
                    <a:pt x="659942" y="5765128"/>
                  </a:lnTo>
                  <a:lnTo>
                    <a:pt x="660068" y="5765128"/>
                  </a:lnTo>
                  <a:lnTo>
                    <a:pt x="660194" y="5765128"/>
                  </a:lnTo>
                  <a:lnTo>
                    <a:pt x="660320" y="5765128"/>
                  </a:lnTo>
                  <a:lnTo>
                    <a:pt x="660573" y="5765128"/>
                  </a:lnTo>
                  <a:lnTo>
                    <a:pt x="660699" y="5765128"/>
                  </a:lnTo>
                  <a:lnTo>
                    <a:pt x="660825" y="5765128"/>
                  </a:lnTo>
                  <a:lnTo>
                    <a:pt x="660825" y="5759848"/>
                  </a:lnTo>
                  <a:lnTo>
                    <a:pt x="660951" y="5759848"/>
                  </a:lnTo>
                  <a:lnTo>
                    <a:pt x="661077" y="5759848"/>
                  </a:lnTo>
                  <a:lnTo>
                    <a:pt x="661203" y="5759848"/>
                  </a:lnTo>
                  <a:lnTo>
                    <a:pt x="661329" y="5759848"/>
                  </a:lnTo>
                  <a:lnTo>
                    <a:pt x="661455" y="5759848"/>
                  </a:lnTo>
                  <a:lnTo>
                    <a:pt x="661581" y="5759848"/>
                  </a:lnTo>
                  <a:lnTo>
                    <a:pt x="661707" y="5759848"/>
                  </a:lnTo>
                  <a:lnTo>
                    <a:pt x="661833" y="5759848"/>
                  </a:lnTo>
                  <a:lnTo>
                    <a:pt x="661959" y="5759848"/>
                  </a:lnTo>
                  <a:lnTo>
                    <a:pt x="662086" y="5759848"/>
                  </a:lnTo>
                  <a:lnTo>
                    <a:pt x="662212" y="5759848"/>
                  </a:lnTo>
                  <a:lnTo>
                    <a:pt x="662338" y="5759848"/>
                  </a:lnTo>
                  <a:lnTo>
                    <a:pt x="662464" y="5759848"/>
                  </a:lnTo>
                  <a:lnTo>
                    <a:pt x="662716" y="5759848"/>
                  </a:lnTo>
                  <a:lnTo>
                    <a:pt x="662842" y="5759848"/>
                  </a:lnTo>
                  <a:lnTo>
                    <a:pt x="662968" y="5759848"/>
                  </a:lnTo>
                  <a:lnTo>
                    <a:pt x="663220" y="5759848"/>
                  </a:lnTo>
                  <a:lnTo>
                    <a:pt x="663473" y="5759848"/>
                  </a:lnTo>
                  <a:lnTo>
                    <a:pt x="663599" y="5759848"/>
                  </a:lnTo>
                  <a:lnTo>
                    <a:pt x="663725" y="5759848"/>
                  </a:lnTo>
                  <a:lnTo>
                    <a:pt x="663977" y="5759848"/>
                  </a:lnTo>
                  <a:lnTo>
                    <a:pt x="664103" y="5759848"/>
                  </a:lnTo>
                  <a:lnTo>
                    <a:pt x="664229" y="5759848"/>
                  </a:lnTo>
                  <a:lnTo>
                    <a:pt x="664355" y="5759848"/>
                  </a:lnTo>
                  <a:lnTo>
                    <a:pt x="664481" y="5759848"/>
                  </a:lnTo>
                  <a:lnTo>
                    <a:pt x="664607" y="5759848"/>
                  </a:lnTo>
                  <a:lnTo>
                    <a:pt x="664860" y="5759848"/>
                  </a:lnTo>
                  <a:lnTo>
                    <a:pt x="664986" y="5759848"/>
                  </a:lnTo>
                  <a:lnTo>
                    <a:pt x="665112" y="5759848"/>
                  </a:lnTo>
                  <a:lnTo>
                    <a:pt x="665238" y="5759848"/>
                  </a:lnTo>
                  <a:lnTo>
                    <a:pt x="665364" y="5759848"/>
                  </a:lnTo>
                  <a:lnTo>
                    <a:pt x="665490" y="5759848"/>
                  </a:lnTo>
                  <a:lnTo>
                    <a:pt x="665616" y="5759848"/>
                  </a:lnTo>
                  <a:lnTo>
                    <a:pt x="665742" y="5759848"/>
                  </a:lnTo>
                  <a:lnTo>
                    <a:pt x="666120" y="5759848"/>
                  </a:lnTo>
                  <a:lnTo>
                    <a:pt x="666246" y="5759848"/>
                  </a:lnTo>
                  <a:lnTo>
                    <a:pt x="666246" y="5754569"/>
                  </a:lnTo>
                  <a:lnTo>
                    <a:pt x="666373" y="5754569"/>
                  </a:lnTo>
                  <a:lnTo>
                    <a:pt x="666499" y="5754569"/>
                  </a:lnTo>
                  <a:lnTo>
                    <a:pt x="666625" y="5754569"/>
                  </a:lnTo>
                  <a:lnTo>
                    <a:pt x="666751" y="5754569"/>
                  </a:lnTo>
                  <a:lnTo>
                    <a:pt x="666877" y="5754569"/>
                  </a:lnTo>
                  <a:lnTo>
                    <a:pt x="667003" y="5754569"/>
                  </a:lnTo>
                  <a:lnTo>
                    <a:pt x="667129" y="5754569"/>
                  </a:lnTo>
                  <a:lnTo>
                    <a:pt x="667255" y="5754569"/>
                  </a:lnTo>
                  <a:lnTo>
                    <a:pt x="667381" y="5754569"/>
                  </a:lnTo>
                  <a:lnTo>
                    <a:pt x="667507" y="5754569"/>
                  </a:lnTo>
                  <a:lnTo>
                    <a:pt x="667760" y="5754569"/>
                  </a:lnTo>
                  <a:lnTo>
                    <a:pt x="668138" y="5749289"/>
                  </a:lnTo>
                  <a:lnTo>
                    <a:pt x="668264" y="5749289"/>
                  </a:lnTo>
                  <a:lnTo>
                    <a:pt x="668390" y="5749289"/>
                  </a:lnTo>
                  <a:lnTo>
                    <a:pt x="668642" y="5749289"/>
                  </a:lnTo>
                  <a:lnTo>
                    <a:pt x="668768" y="5749289"/>
                  </a:lnTo>
                  <a:lnTo>
                    <a:pt x="669020" y="5749289"/>
                  </a:lnTo>
                  <a:lnTo>
                    <a:pt x="669146" y="5749289"/>
                  </a:lnTo>
                  <a:lnTo>
                    <a:pt x="669273" y="5749289"/>
                  </a:lnTo>
                  <a:lnTo>
                    <a:pt x="669525" y="5749289"/>
                  </a:lnTo>
                  <a:lnTo>
                    <a:pt x="669777" y="5749289"/>
                  </a:lnTo>
                  <a:lnTo>
                    <a:pt x="669903" y="5749289"/>
                  </a:lnTo>
                  <a:lnTo>
                    <a:pt x="670029" y="5749289"/>
                  </a:lnTo>
                  <a:lnTo>
                    <a:pt x="670155" y="5749289"/>
                  </a:lnTo>
                  <a:lnTo>
                    <a:pt x="670281" y="5749289"/>
                  </a:lnTo>
                  <a:lnTo>
                    <a:pt x="670533" y="5749289"/>
                  </a:lnTo>
                  <a:lnTo>
                    <a:pt x="670660" y="5749289"/>
                  </a:lnTo>
                  <a:lnTo>
                    <a:pt x="670786" y="5749289"/>
                  </a:lnTo>
                  <a:lnTo>
                    <a:pt x="670912" y="5749289"/>
                  </a:lnTo>
                  <a:lnTo>
                    <a:pt x="671290" y="5749289"/>
                  </a:lnTo>
                  <a:lnTo>
                    <a:pt x="671542" y="5749289"/>
                  </a:lnTo>
                  <a:lnTo>
                    <a:pt x="671794" y="5749289"/>
                  </a:lnTo>
                  <a:lnTo>
                    <a:pt x="672046" y="5749289"/>
                  </a:lnTo>
                  <a:lnTo>
                    <a:pt x="672173" y="5749289"/>
                  </a:lnTo>
                  <a:lnTo>
                    <a:pt x="672299" y="5749289"/>
                  </a:lnTo>
                  <a:lnTo>
                    <a:pt x="672551" y="5749289"/>
                  </a:lnTo>
                  <a:lnTo>
                    <a:pt x="672677" y="5749289"/>
                  </a:lnTo>
                  <a:lnTo>
                    <a:pt x="672803" y="5749289"/>
                  </a:lnTo>
                  <a:lnTo>
                    <a:pt x="672929" y="5749289"/>
                  </a:lnTo>
                  <a:lnTo>
                    <a:pt x="673055" y="5749289"/>
                  </a:lnTo>
                  <a:lnTo>
                    <a:pt x="673181" y="5749289"/>
                  </a:lnTo>
                  <a:lnTo>
                    <a:pt x="673307" y="5749289"/>
                  </a:lnTo>
                  <a:lnTo>
                    <a:pt x="673433" y="5749289"/>
                  </a:lnTo>
                  <a:lnTo>
                    <a:pt x="673686" y="5749289"/>
                  </a:lnTo>
                  <a:lnTo>
                    <a:pt x="673812" y="5749289"/>
                  </a:lnTo>
                  <a:lnTo>
                    <a:pt x="673938" y="5749289"/>
                  </a:lnTo>
                  <a:lnTo>
                    <a:pt x="674064" y="5749289"/>
                  </a:lnTo>
                  <a:lnTo>
                    <a:pt x="674190" y="5749289"/>
                  </a:lnTo>
                  <a:lnTo>
                    <a:pt x="674442" y="5749289"/>
                  </a:lnTo>
                  <a:lnTo>
                    <a:pt x="674694" y="5749289"/>
                  </a:lnTo>
                  <a:lnTo>
                    <a:pt x="674820" y="5749289"/>
                  </a:lnTo>
                  <a:lnTo>
                    <a:pt x="675073" y="5749289"/>
                  </a:lnTo>
                  <a:lnTo>
                    <a:pt x="675199" y="5749289"/>
                  </a:lnTo>
                  <a:lnTo>
                    <a:pt x="675325" y="5749289"/>
                  </a:lnTo>
                  <a:lnTo>
                    <a:pt x="675577" y="5749289"/>
                  </a:lnTo>
                  <a:lnTo>
                    <a:pt x="675703" y="5749289"/>
                  </a:lnTo>
                  <a:lnTo>
                    <a:pt x="675829" y="5749289"/>
                  </a:lnTo>
                  <a:lnTo>
                    <a:pt x="675955" y="5749289"/>
                  </a:lnTo>
                  <a:lnTo>
                    <a:pt x="676081" y="5749289"/>
                  </a:lnTo>
                  <a:lnTo>
                    <a:pt x="676207" y="5749289"/>
                  </a:lnTo>
                  <a:lnTo>
                    <a:pt x="676333" y="5749289"/>
                  </a:lnTo>
                  <a:lnTo>
                    <a:pt x="676586" y="5749289"/>
                  </a:lnTo>
                  <a:lnTo>
                    <a:pt x="676712" y="5749289"/>
                  </a:lnTo>
                  <a:lnTo>
                    <a:pt x="676838" y="5749289"/>
                  </a:lnTo>
                  <a:lnTo>
                    <a:pt x="677090" y="5749289"/>
                  </a:lnTo>
                  <a:lnTo>
                    <a:pt x="677216" y="5749289"/>
                  </a:lnTo>
                  <a:lnTo>
                    <a:pt x="677342" y="5749289"/>
                  </a:lnTo>
                  <a:lnTo>
                    <a:pt x="677468" y="5749289"/>
                  </a:lnTo>
                  <a:lnTo>
                    <a:pt x="678225" y="5749289"/>
                  </a:lnTo>
                  <a:lnTo>
                    <a:pt x="678351" y="5749289"/>
                  </a:lnTo>
                  <a:lnTo>
                    <a:pt x="678477" y="5749289"/>
                  </a:lnTo>
                  <a:lnTo>
                    <a:pt x="678603" y="5749289"/>
                  </a:lnTo>
                  <a:lnTo>
                    <a:pt x="678981" y="5749289"/>
                  </a:lnTo>
                  <a:lnTo>
                    <a:pt x="679107" y="5749289"/>
                  </a:lnTo>
                  <a:lnTo>
                    <a:pt x="679233" y="5749289"/>
                  </a:lnTo>
                  <a:lnTo>
                    <a:pt x="679486" y="5749289"/>
                  </a:lnTo>
                  <a:lnTo>
                    <a:pt x="679612" y="5749289"/>
                  </a:lnTo>
                  <a:lnTo>
                    <a:pt x="679738" y="5749289"/>
                  </a:lnTo>
                  <a:lnTo>
                    <a:pt x="680116" y="5749289"/>
                  </a:lnTo>
                  <a:lnTo>
                    <a:pt x="680242" y="5749289"/>
                  </a:lnTo>
                  <a:lnTo>
                    <a:pt x="680368" y="5749289"/>
                  </a:lnTo>
                  <a:lnTo>
                    <a:pt x="680494" y="5749289"/>
                  </a:lnTo>
                  <a:lnTo>
                    <a:pt x="680620" y="5749289"/>
                  </a:lnTo>
                  <a:lnTo>
                    <a:pt x="680747" y="5749289"/>
                  </a:lnTo>
                  <a:lnTo>
                    <a:pt x="680873" y="5749289"/>
                  </a:lnTo>
                  <a:lnTo>
                    <a:pt x="681125" y="5749289"/>
                  </a:lnTo>
                  <a:lnTo>
                    <a:pt x="681755" y="5749289"/>
                  </a:lnTo>
                  <a:lnTo>
                    <a:pt x="681881" y="5749289"/>
                  </a:lnTo>
                  <a:lnTo>
                    <a:pt x="682007" y="5749289"/>
                  </a:lnTo>
                  <a:lnTo>
                    <a:pt x="682134" y="5749289"/>
                  </a:lnTo>
                  <a:lnTo>
                    <a:pt x="682260" y="5749289"/>
                  </a:lnTo>
                  <a:lnTo>
                    <a:pt x="682512" y="5749289"/>
                  </a:lnTo>
                  <a:lnTo>
                    <a:pt x="682764" y="5749289"/>
                  </a:lnTo>
                  <a:lnTo>
                    <a:pt x="682890" y="5749289"/>
                  </a:lnTo>
                  <a:lnTo>
                    <a:pt x="683142" y="5749289"/>
                  </a:lnTo>
                  <a:lnTo>
                    <a:pt x="683268" y="5749289"/>
                  </a:lnTo>
                  <a:lnTo>
                    <a:pt x="683394" y="5749289"/>
                  </a:lnTo>
                  <a:lnTo>
                    <a:pt x="683520" y="5749289"/>
                  </a:lnTo>
                  <a:lnTo>
                    <a:pt x="683647" y="5749289"/>
                  </a:lnTo>
                  <a:lnTo>
                    <a:pt x="683773" y="5749289"/>
                  </a:lnTo>
                  <a:lnTo>
                    <a:pt x="683773" y="5744010"/>
                  </a:lnTo>
                  <a:lnTo>
                    <a:pt x="683899" y="5744010"/>
                  </a:lnTo>
                  <a:lnTo>
                    <a:pt x="684025" y="5744010"/>
                  </a:lnTo>
                  <a:lnTo>
                    <a:pt x="684151" y="5744010"/>
                  </a:lnTo>
                  <a:lnTo>
                    <a:pt x="684277" y="5744010"/>
                  </a:lnTo>
                  <a:lnTo>
                    <a:pt x="684529" y="5744010"/>
                  </a:lnTo>
                  <a:lnTo>
                    <a:pt x="684655" y="5744010"/>
                  </a:lnTo>
                  <a:lnTo>
                    <a:pt x="684781" y="5744010"/>
                  </a:lnTo>
                  <a:lnTo>
                    <a:pt x="685034" y="5744010"/>
                  </a:lnTo>
                  <a:lnTo>
                    <a:pt x="685160" y="5744010"/>
                  </a:lnTo>
                  <a:lnTo>
                    <a:pt x="685286" y="5744010"/>
                  </a:lnTo>
                  <a:lnTo>
                    <a:pt x="685412" y="5744010"/>
                  </a:lnTo>
                  <a:lnTo>
                    <a:pt x="685538" y="5744010"/>
                  </a:lnTo>
                  <a:lnTo>
                    <a:pt x="685664" y="5744010"/>
                  </a:lnTo>
                  <a:lnTo>
                    <a:pt x="685790" y="5744010"/>
                  </a:lnTo>
                  <a:lnTo>
                    <a:pt x="685916" y="5744010"/>
                  </a:lnTo>
                  <a:lnTo>
                    <a:pt x="686042" y="5744010"/>
                  </a:lnTo>
                  <a:lnTo>
                    <a:pt x="686168" y="5744010"/>
                  </a:lnTo>
                  <a:lnTo>
                    <a:pt x="686420" y="5744010"/>
                  </a:lnTo>
                  <a:lnTo>
                    <a:pt x="686547" y="5744010"/>
                  </a:lnTo>
                  <a:lnTo>
                    <a:pt x="686925" y="5744010"/>
                  </a:lnTo>
                  <a:lnTo>
                    <a:pt x="687051" y="5744010"/>
                  </a:lnTo>
                  <a:lnTo>
                    <a:pt x="687051" y="5738730"/>
                  </a:lnTo>
                  <a:lnTo>
                    <a:pt x="687303" y="5738730"/>
                  </a:lnTo>
                  <a:lnTo>
                    <a:pt x="687681" y="5738730"/>
                  </a:lnTo>
                  <a:lnTo>
                    <a:pt x="687807" y="5738730"/>
                  </a:lnTo>
                  <a:lnTo>
                    <a:pt x="687934" y="5738730"/>
                  </a:lnTo>
                  <a:lnTo>
                    <a:pt x="688060" y="5738730"/>
                  </a:lnTo>
                  <a:lnTo>
                    <a:pt x="688186" y="5738730"/>
                  </a:lnTo>
                  <a:lnTo>
                    <a:pt x="688438" y="5738730"/>
                  </a:lnTo>
                  <a:lnTo>
                    <a:pt x="688690" y="5738730"/>
                  </a:lnTo>
                  <a:lnTo>
                    <a:pt x="688816" y="5738730"/>
                  </a:lnTo>
                  <a:lnTo>
                    <a:pt x="688942" y="5738730"/>
                  </a:lnTo>
                  <a:lnTo>
                    <a:pt x="689194" y="5738730"/>
                  </a:lnTo>
                  <a:lnTo>
                    <a:pt x="689321" y="5738730"/>
                  </a:lnTo>
                  <a:lnTo>
                    <a:pt x="689447" y="5738730"/>
                  </a:lnTo>
                  <a:lnTo>
                    <a:pt x="689699" y="5738730"/>
                  </a:lnTo>
                  <a:lnTo>
                    <a:pt x="689825" y="5738730"/>
                  </a:lnTo>
                  <a:lnTo>
                    <a:pt x="689951" y="5738730"/>
                  </a:lnTo>
                  <a:lnTo>
                    <a:pt x="690455" y="5738730"/>
                  </a:lnTo>
                  <a:lnTo>
                    <a:pt x="690581" y="5738730"/>
                  </a:lnTo>
                  <a:lnTo>
                    <a:pt x="690834" y="5738730"/>
                  </a:lnTo>
                  <a:lnTo>
                    <a:pt x="691086" y="5738730"/>
                  </a:lnTo>
                  <a:lnTo>
                    <a:pt x="691212" y="5738730"/>
                  </a:lnTo>
                  <a:lnTo>
                    <a:pt x="691338" y="5738730"/>
                  </a:lnTo>
                  <a:lnTo>
                    <a:pt x="691716" y="5738730"/>
                  </a:lnTo>
                  <a:lnTo>
                    <a:pt x="691842" y="5738730"/>
                  </a:lnTo>
                  <a:lnTo>
                    <a:pt x="691968" y="5738730"/>
                  </a:lnTo>
                  <a:lnTo>
                    <a:pt x="692094" y="5738730"/>
                  </a:lnTo>
                  <a:lnTo>
                    <a:pt x="692221" y="5738730"/>
                  </a:lnTo>
                  <a:lnTo>
                    <a:pt x="692347" y="5738730"/>
                  </a:lnTo>
                  <a:lnTo>
                    <a:pt x="692473" y="5738730"/>
                  </a:lnTo>
                  <a:lnTo>
                    <a:pt x="692599" y="5738730"/>
                  </a:lnTo>
                  <a:lnTo>
                    <a:pt x="692725" y="5738730"/>
                  </a:lnTo>
                  <a:lnTo>
                    <a:pt x="692851" y="5738730"/>
                  </a:lnTo>
                  <a:lnTo>
                    <a:pt x="692977" y="5738730"/>
                  </a:lnTo>
                  <a:lnTo>
                    <a:pt x="693103" y="5738730"/>
                  </a:lnTo>
                  <a:lnTo>
                    <a:pt x="693229" y="5738730"/>
                  </a:lnTo>
                  <a:lnTo>
                    <a:pt x="693355" y="5738730"/>
                  </a:lnTo>
                  <a:lnTo>
                    <a:pt x="693481" y="5738730"/>
                  </a:lnTo>
                  <a:lnTo>
                    <a:pt x="693607" y="5738730"/>
                  </a:lnTo>
                  <a:lnTo>
                    <a:pt x="693734" y="5738730"/>
                  </a:lnTo>
                  <a:lnTo>
                    <a:pt x="693860" y="5738730"/>
                  </a:lnTo>
                  <a:lnTo>
                    <a:pt x="693986" y="5738730"/>
                  </a:lnTo>
                  <a:lnTo>
                    <a:pt x="694616" y="5738730"/>
                  </a:lnTo>
                  <a:lnTo>
                    <a:pt x="694742" y="5738730"/>
                  </a:lnTo>
                  <a:lnTo>
                    <a:pt x="694868" y="5738730"/>
                  </a:lnTo>
                  <a:lnTo>
                    <a:pt x="694994" y="5738730"/>
                  </a:lnTo>
                  <a:lnTo>
                    <a:pt x="695121" y="5738730"/>
                  </a:lnTo>
                  <a:lnTo>
                    <a:pt x="695247" y="5738730"/>
                  </a:lnTo>
                  <a:lnTo>
                    <a:pt x="695499" y="5738730"/>
                  </a:lnTo>
                  <a:lnTo>
                    <a:pt x="695751" y="5738730"/>
                  </a:lnTo>
                  <a:lnTo>
                    <a:pt x="696129" y="5733451"/>
                  </a:lnTo>
                  <a:lnTo>
                    <a:pt x="696255" y="5733451"/>
                  </a:lnTo>
                  <a:lnTo>
                    <a:pt x="696381" y="5733451"/>
                  </a:lnTo>
                  <a:lnTo>
                    <a:pt x="696507" y="5733451"/>
                  </a:lnTo>
                  <a:lnTo>
                    <a:pt x="696634" y="5733451"/>
                  </a:lnTo>
                  <a:lnTo>
                    <a:pt x="696760" y="5733451"/>
                  </a:lnTo>
                  <a:lnTo>
                    <a:pt x="697012" y="5733451"/>
                  </a:lnTo>
                  <a:lnTo>
                    <a:pt x="697390" y="5733451"/>
                  </a:lnTo>
                  <a:lnTo>
                    <a:pt x="697516" y="5733451"/>
                  </a:lnTo>
                  <a:lnTo>
                    <a:pt x="697642" y="5733451"/>
                  </a:lnTo>
                  <a:lnTo>
                    <a:pt x="697768" y="5733451"/>
                  </a:lnTo>
                  <a:lnTo>
                    <a:pt x="697894" y="5733451"/>
                  </a:lnTo>
                  <a:lnTo>
                    <a:pt x="698021" y="5733451"/>
                  </a:lnTo>
                  <a:lnTo>
                    <a:pt x="698147" y="5733451"/>
                  </a:lnTo>
                  <a:lnTo>
                    <a:pt x="698273" y="5733451"/>
                  </a:lnTo>
                  <a:lnTo>
                    <a:pt x="698525" y="5733451"/>
                  </a:lnTo>
                  <a:lnTo>
                    <a:pt x="698651" y="5733451"/>
                  </a:lnTo>
                  <a:lnTo>
                    <a:pt x="698777" y="5733451"/>
                  </a:lnTo>
                  <a:lnTo>
                    <a:pt x="698903" y="5733451"/>
                  </a:lnTo>
                  <a:lnTo>
                    <a:pt x="699029" y="5733451"/>
                  </a:lnTo>
                  <a:lnTo>
                    <a:pt x="699155" y="5733451"/>
                  </a:lnTo>
                  <a:lnTo>
                    <a:pt x="699281" y="5733451"/>
                  </a:lnTo>
                  <a:lnTo>
                    <a:pt x="699534" y="5733451"/>
                  </a:lnTo>
                  <a:lnTo>
                    <a:pt x="699786" y="5733451"/>
                  </a:lnTo>
                  <a:lnTo>
                    <a:pt x="699912" y="5733451"/>
                  </a:lnTo>
                  <a:lnTo>
                    <a:pt x="700038" y="5733451"/>
                  </a:lnTo>
                  <a:lnTo>
                    <a:pt x="700164" y="5733451"/>
                  </a:lnTo>
                  <a:lnTo>
                    <a:pt x="700290" y="5733451"/>
                  </a:lnTo>
                  <a:lnTo>
                    <a:pt x="700416" y="5733451"/>
                  </a:lnTo>
                  <a:lnTo>
                    <a:pt x="700542" y="5733451"/>
                  </a:lnTo>
                  <a:lnTo>
                    <a:pt x="700794" y="5733451"/>
                  </a:lnTo>
                  <a:lnTo>
                    <a:pt x="701047" y="5733451"/>
                  </a:lnTo>
                  <a:lnTo>
                    <a:pt x="701173" y="5733451"/>
                  </a:lnTo>
                  <a:lnTo>
                    <a:pt x="701299" y="5733451"/>
                  </a:lnTo>
                  <a:lnTo>
                    <a:pt x="701425" y="5733451"/>
                  </a:lnTo>
                  <a:lnTo>
                    <a:pt x="701803" y="5733451"/>
                  </a:lnTo>
                  <a:lnTo>
                    <a:pt x="701929" y="5733451"/>
                  </a:lnTo>
                  <a:lnTo>
                    <a:pt x="702055" y="5733451"/>
                  </a:lnTo>
                  <a:lnTo>
                    <a:pt x="702434" y="5733451"/>
                  </a:lnTo>
                  <a:lnTo>
                    <a:pt x="702560" y="5733451"/>
                  </a:lnTo>
                  <a:lnTo>
                    <a:pt x="702686" y="5733451"/>
                  </a:lnTo>
                  <a:lnTo>
                    <a:pt x="702812" y="5733451"/>
                  </a:lnTo>
                  <a:lnTo>
                    <a:pt x="702938" y="5733451"/>
                  </a:lnTo>
                  <a:lnTo>
                    <a:pt x="703064" y="5733451"/>
                  </a:lnTo>
                  <a:lnTo>
                    <a:pt x="703190" y="5733451"/>
                  </a:lnTo>
                  <a:lnTo>
                    <a:pt x="703316" y="5733451"/>
                  </a:lnTo>
                  <a:lnTo>
                    <a:pt x="703442" y="5733451"/>
                  </a:lnTo>
                  <a:lnTo>
                    <a:pt x="703694" y="5733451"/>
                  </a:lnTo>
                  <a:lnTo>
                    <a:pt x="703821" y="5733451"/>
                  </a:lnTo>
                  <a:lnTo>
                    <a:pt x="703947" y="5733451"/>
                  </a:lnTo>
                  <a:lnTo>
                    <a:pt x="704073" y="5733451"/>
                  </a:lnTo>
                  <a:lnTo>
                    <a:pt x="704325" y="5733451"/>
                  </a:lnTo>
                  <a:lnTo>
                    <a:pt x="704451" y="5733451"/>
                  </a:lnTo>
                  <a:lnTo>
                    <a:pt x="704577" y="5733451"/>
                  </a:lnTo>
                  <a:lnTo>
                    <a:pt x="705208" y="5733451"/>
                  </a:lnTo>
                  <a:lnTo>
                    <a:pt x="705334" y="5733451"/>
                  </a:lnTo>
                  <a:lnTo>
                    <a:pt x="705460" y="5733451"/>
                  </a:lnTo>
                  <a:lnTo>
                    <a:pt x="705460" y="5728172"/>
                  </a:lnTo>
                  <a:lnTo>
                    <a:pt x="705586" y="5728172"/>
                  </a:lnTo>
                  <a:lnTo>
                    <a:pt x="705712" y="5728172"/>
                  </a:lnTo>
                  <a:lnTo>
                    <a:pt x="705838" y="5728172"/>
                  </a:lnTo>
                  <a:lnTo>
                    <a:pt x="705964" y="5728172"/>
                  </a:lnTo>
                  <a:lnTo>
                    <a:pt x="706216" y="5728172"/>
                  </a:lnTo>
                  <a:lnTo>
                    <a:pt x="706595" y="5728172"/>
                  </a:lnTo>
                  <a:lnTo>
                    <a:pt x="706721" y="5728172"/>
                  </a:lnTo>
                  <a:lnTo>
                    <a:pt x="706973" y="5728172"/>
                  </a:lnTo>
                  <a:lnTo>
                    <a:pt x="707225" y="5728172"/>
                  </a:lnTo>
                  <a:lnTo>
                    <a:pt x="707351" y="5728172"/>
                  </a:lnTo>
                  <a:lnTo>
                    <a:pt x="707729" y="5728172"/>
                  </a:lnTo>
                  <a:lnTo>
                    <a:pt x="707855" y="5728172"/>
                  </a:lnTo>
                  <a:lnTo>
                    <a:pt x="707981" y="5728172"/>
                  </a:lnTo>
                  <a:lnTo>
                    <a:pt x="708108" y="5728172"/>
                  </a:lnTo>
                  <a:lnTo>
                    <a:pt x="708360" y="5728172"/>
                  </a:lnTo>
                  <a:lnTo>
                    <a:pt x="708486" y="5728172"/>
                  </a:lnTo>
                  <a:lnTo>
                    <a:pt x="708612" y="5728172"/>
                  </a:lnTo>
                  <a:lnTo>
                    <a:pt x="708738" y="5728172"/>
                  </a:lnTo>
                  <a:lnTo>
                    <a:pt x="708864" y="5728172"/>
                  </a:lnTo>
                  <a:lnTo>
                    <a:pt x="709242" y="5728172"/>
                  </a:lnTo>
                  <a:lnTo>
                    <a:pt x="709621" y="5728172"/>
                  </a:lnTo>
                  <a:lnTo>
                    <a:pt x="709873" y="5728172"/>
                  </a:lnTo>
                  <a:lnTo>
                    <a:pt x="709999" y="5728172"/>
                  </a:lnTo>
                  <a:lnTo>
                    <a:pt x="710125" y="5728172"/>
                  </a:lnTo>
                  <a:lnTo>
                    <a:pt x="710251" y="5728172"/>
                  </a:lnTo>
                  <a:lnTo>
                    <a:pt x="710503" y="5728172"/>
                  </a:lnTo>
                  <a:lnTo>
                    <a:pt x="710755" y="5728172"/>
                  </a:lnTo>
                  <a:lnTo>
                    <a:pt x="711134" y="5728172"/>
                  </a:lnTo>
                  <a:lnTo>
                    <a:pt x="711386" y="5728172"/>
                  </a:lnTo>
                  <a:lnTo>
                    <a:pt x="711512" y="5728172"/>
                  </a:lnTo>
                  <a:lnTo>
                    <a:pt x="711638" y="5728172"/>
                  </a:lnTo>
                  <a:lnTo>
                    <a:pt x="711764" y="5728172"/>
                  </a:lnTo>
                  <a:lnTo>
                    <a:pt x="711890" y="5728172"/>
                  </a:lnTo>
                  <a:lnTo>
                    <a:pt x="712016" y="5728172"/>
                  </a:lnTo>
                  <a:lnTo>
                    <a:pt x="712142" y="5728172"/>
                  </a:lnTo>
                  <a:lnTo>
                    <a:pt x="712268" y="5728172"/>
                  </a:lnTo>
                  <a:lnTo>
                    <a:pt x="712395" y="5728172"/>
                  </a:lnTo>
                  <a:lnTo>
                    <a:pt x="712521" y="5728172"/>
                  </a:lnTo>
                  <a:lnTo>
                    <a:pt x="712647" y="5728172"/>
                  </a:lnTo>
                  <a:lnTo>
                    <a:pt x="712773" y="5728172"/>
                  </a:lnTo>
                  <a:lnTo>
                    <a:pt x="712899" y="5728172"/>
                  </a:lnTo>
                  <a:lnTo>
                    <a:pt x="713025" y="5728172"/>
                  </a:lnTo>
                  <a:lnTo>
                    <a:pt x="713151" y="5728172"/>
                  </a:lnTo>
                  <a:lnTo>
                    <a:pt x="713277" y="5728172"/>
                  </a:lnTo>
                  <a:lnTo>
                    <a:pt x="713403" y="5728172"/>
                  </a:lnTo>
                  <a:lnTo>
                    <a:pt x="713529" y="5728172"/>
                  </a:lnTo>
                  <a:lnTo>
                    <a:pt x="713655" y="5728172"/>
                  </a:lnTo>
                  <a:lnTo>
                    <a:pt x="713908" y="5728172"/>
                  </a:lnTo>
                  <a:lnTo>
                    <a:pt x="714034" y="5728172"/>
                  </a:lnTo>
                  <a:lnTo>
                    <a:pt x="714160" y="5728172"/>
                  </a:lnTo>
                  <a:lnTo>
                    <a:pt x="714286" y="5728172"/>
                  </a:lnTo>
                  <a:lnTo>
                    <a:pt x="714412" y="5728172"/>
                  </a:lnTo>
                  <a:lnTo>
                    <a:pt x="714790" y="5722892"/>
                  </a:lnTo>
                  <a:lnTo>
                    <a:pt x="714916" y="5722892"/>
                  </a:lnTo>
                  <a:lnTo>
                    <a:pt x="715168" y="5722892"/>
                  </a:lnTo>
                  <a:lnTo>
                    <a:pt x="715295" y="5722892"/>
                  </a:lnTo>
                  <a:lnTo>
                    <a:pt x="715421" y="5722892"/>
                  </a:lnTo>
                  <a:lnTo>
                    <a:pt x="715673" y="5722892"/>
                  </a:lnTo>
                  <a:lnTo>
                    <a:pt x="715799" y="5722892"/>
                  </a:lnTo>
                  <a:lnTo>
                    <a:pt x="715925" y="5722892"/>
                  </a:lnTo>
                  <a:lnTo>
                    <a:pt x="716051" y="5722892"/>
                  </a:lnTo>
                  <a:lnTo>
                    <a:pt x="716177" y="5722892"/>
                  </a:lnTo>
                  <a:lnTo>
                    <a:pt x="716303" y="5722892"/>
                  </a:lnTo>
                  <a:lnTo>
                    <a:pt x="716429" y="5722892"/>
                  </a:lnTo>
                  <a:lnTo>
                    <a:pt x="716429" y="5717613"/>
                  </a:lnTo>
                  <a:lnTo>
                    <a:pt x="716808" y="5717613"/>
                  </a:lnTo>
                  <a:lnTo>
                    <a:pt x="716934" y="5717613"/>
                  </a:lnTo>
                  <a:lnTo>
                    <a:pt x="717060" y="5717613"/>
                  </a:lnTo>
                  <a:lnTo>
                    <a:pt x="717186" y="5717613"/>
                  </a:lnTo>
                  <a:lnTo>
                    <a:pt x="717312" y="5717613"/>
                  </a:lnTo>
                  <a:lnTo>
                    <a:pt x="717564" y="5717613"/>
                  </a:lnTo>
                  <a:lnTo>
                    <a:pt x="717690" y="5717613"/>
                  </a:lnTo>
                  <a:lnTo>
                    <a:pt x="717816" y="5717613"/>
                  </a:lnTo>
                  <a:lnTo>
                    <a:pt x="717942" y="5717613"/>
                  </a:lnTo>
                  <a:lnTo>
                    <a:pt x="718195" y="5717613"/>
                  </a:lnTo>
                  <a:lnTo>
                    <a:pt x="718447" y="5717613"/>
                  </a:lnTo>
                  <a:lnTo>
                    <a:pt x="718699" y="5717613"/>
                  </a:lnTo>
                  <a:lnTo>
                    <a:pt x="718825" y="5717613"/>
                  </a:lnTo>
                  <a:lnTo>
                    <a:pt x="718951" y="5717613"/>
                  </a:lnTo>
                  <a:lnTo>
                    <a:pt x="719077" y="5717613"/>
                  </a:lnTo>
                  <a:lnTo>
                    <a:pt x="719329" y="5717613"/>
                  </a:lnTo>
                  <a:lnTo>
                    <a:pt x="719455" y="5717613"/>
                  </a:lnTo>
                  <a:lnTo>
                    <a:pt x="719582" y="5717613"/>
                  </a:lnTo>
                  <a:lnTo>
                    <a:pt x="719834" y="5717613"/>
                  </a:lnTo>
                  <a:lnTo>
                    <a:pt x="719960" y="5717613"/>
                  </a:lnTo>
                  <a:lnTo>
                    <a:pt x="720086" y="5717613"/>
                  </a:lnTo>
                  <a:lnTo>
                    <a:pt x="720212" y="5717613"/>
                  </a:lnTo>
                  <a:lnTo>
                    <a:pt x="720338" y="5717613"/>
                  </a:lnTo>
                  <a:lnTo>
                    <a:pt x="720464" y="5717613"/>
                  </a:lnTo>
                  <a:lnTo>
                    <a:pt x="720716" y="5717613"/>
                  </a:lnTo>
                  <a:lnTo>
                    <a:pt x="720842" y="5717613"/>
                  </a:lnTo>
                  <a:lnTo>
                    <a:pt x="720968" y="5717613"/>
                  </a:lnTo>
                  <a:lnTo>
                    <a:pt x="721347" y="5717613"/>
                  </a:lnTo>
                  <a:lnTo>
                    <a:pt x="721473" y="5717613"/>
                  </a:lnTo>
                  <a:lnTo>
                    <a:pt x="721599" y="5717613"/>
                  </a:lnTo>
                  <a:lnTo>
                    <a:pt x="721725" y="5717613"/>
                  </a:lnTo>
                  <a:lnTo>
                    <a:pt x="722355" y="5717613"/>
                  </a:lnTo>
                  <a:lnTo>
                    <a:pt x="722608" y="5717613"/>
                  </a:lnTo>
                  <a:lnTo>
                    <a:pt x="722986" y="5717613"/>
                  </a:lnTo>
                  <a:lnTo>
                    <a:pt x="723112" y="5717613"/>
                  </a:lnTo>
                  <a:lnTo>
                    <a:pt x="723490" y="5717613"/>
                  </a:lnTo>
                  <a:lnTo>
                    <a:pt x="723742" y="5717613"/>
                  </a:lnTo>
                  <a:lnTo>
                    <a:pt x="723869" y="5717613"/>
                  </a:lnTo>
                  <a:lnTo>
                    <a:pt x="723995" y="5717613"/>
                  </a:lnTo>
                  <a:lnTo>
                    <a:pt x="724373" y="5717613"/>
                  </a:lnTo>
                  <a:lnTo>
                    <a:pt x="724751" y="5717613"/>
                  </a:lnTo>
                  <a:lnTo>
                    <a:pt x="725003" y="5717613"/>
                  </a:lnTo>
                  <a:lnTo>
                    <a:pt x="725255" y="5717613"/>
                  </a:lnTo>
                  <a:lnTo>
                    <a:pt x="725382" y="5717613"/>
                  </a:lnTo>
                  <a:lnTo>
                    <a:pt x="725508" y="5717613"/>
                  </a:lnTo>
                  <a:lnTo>
                    <a:pt x="725634" y="5717613"/>
                  </a:lnTo>
                  <a:lnTo>
                    <a:pt x="725886" y="5717613"/>
                  </a:lnTo>
                  <a:lnTo>
                    <a:pt x="726012" y="5717613"/>
                  </a:lnTo>
                  <a:lnTo>
                    <a:pt x="726264" y="5717613"/>
                  </a:lnTo>
                  <a:lnTo>
                    <a:pt x="726390" y="5717613"/>
                  </a:lnTo>
                  <a:lnTo>
                    <a:pt x="726516" y="5717613"/>
                  </a:lnTo>
                  <a:lnTo>
                    <a:pt x="726642" y="5717613"/>
                  </a:lnTo>
                  <a:lnTo>
                    <a:pt x="726769" y="5717613"/>
                  </a:lnTo>
                  <a:lnTo>
                    <a:pt x="726895" y="5717613"/>
                  </a:lnTo>
                  <a:lnTo>
                    <a:pt x="727021" y="5717613"/>
                  </a:lnTo>
                  <a:lnTo>
                    <a:pt x="727147" y="5717613"/>
                  </a:lnTo>
                  <a:lnTo>
                    <a:pt x="727273" y="5717613"/>
                  </a:lnTo>
                  <a:lnTo>
                    <a:pt x="727399" y="5717613"/>
                  </a:lnTo>
                  <a:lnTo>
                    <a:pt x="727525" y="5717613"/>
                  </a:lnTo>
                  <a:lnTo>
                    <a:pt x="727651" y="5717613"/>
                  </a:lnTo>
                  <a:lnTo>
                    <a:pt x="727777" y="5717613"/>
                  </a:lnTo>
                  <a:lnTo>
                    <a:pt x="727903" y="5717613"/>
                  </a:lnTo>
                  <a:lnTo>
                    <a:pt x="728029" y="5717613"/>
                  </a:lnTo>
                  <a:lnTo>
                    <a:pt x="728155" y="5717613"/>
                  </a:lnTo>
                  <a:lnTo>
                    <a:pt x="728282" y="5717613"/>
                  </a:lnTo>
                  <a:lnTo>
                    <a:pt x="728534" y="5717613"/>
                  </a:lnTo>
                  <a:lnTo>
                    <a:pt x="728660" y="5717613"/>
                  </a:lnTo>
                  <a:lnTo>
                    <a:pt x="728912" y="5717613"/>
                  </a:lnTo>
                  <a:lnTo>
                    <a:pt x="729038" y="5717613"/>
                  </a:lnTo>
                  <a:lnTo>
                    <a:pt x="729164" y="5717613"/>
                  </a:lnTo>
                  <a:lnTo>
                    <a:pt x="729290" y="5717613"/>
                  </a:lnTo>
                  <a:lnTo>
                    <a:pt x="729416" y="5717613"/>
                  </a:lnTo>
                  <a:lnTo>
                    <a:pt x="729542" y="5717613"/>
                  </a:lnTo>
                  <a:lnTo>
                    <a:pt x="729669" y="5717613"/>
                  </a:lnTo>
                  <a:lnTo>
                    <a:pt x="730047" y="5717613"/>
                  </a:lnTo>
                  <a:lnTo>
                    <a:pt x="730173" y="5717613"/>
                  </a:lnTo>
                  <a:lnTo>
                    <a:pt x="730299" y="5717613"/>
                  </a:lnTo>
                  <a:lnTo>
                    <a:pt x="730425" y="5717613"/>
                  </a:lnTo>
                  <a:lnTo>
                    <a:pt x="730551" y="5717613"/>
                  </a:lnTo>
                  <a:lnTo>
                    <a:pt x="730803" y="5717613"/>
                  </a:lnTo>
                  <a:lnTo>
                    <a:pt x="730929" y="5717613"/>
                  </a:lnTo>
                  <a:lnTo>
                    <a:pt x="731182" y="5717613"/>
                  </a:lnTo>
                  <a:lnTo>
                    <a:pt x="731308" y="5717613"/>
                  </a:lnTo>
                  <a:lnTo>
                    <a:pt x="731434" y="5717613"/>
                  </a:lnTo>
                  <a:lnTo>
                    <a:pt x="731812" y="5717613"/>
                  </a:lnTo>
                  <a:lnTo>
                    <a:pt x="731938" y="5717613"/>
                  </a:lnTo>
                  <a:lnTo>
                    <a:pt x="732316" y="5717613"/>
                  </a:lnTo>
                  <a:lnTo>
                    <a:pt x="732442" y="5717613"/>
                  </a:lnTo>
                  <a:lnTo>
                    <a:pt x="732569" y="5717613"/>
                  </a:lnTo>
                  <a:lnTo>
                    <a:pt x="732947" y="5717613"/>
                  </a:lnTo>
                  <a:lnTo>
                    <a:pt x="733073" y="5717613"/>
                  </a:lnTo>
                  <a:lnTo>
                    <a:pt x="733199" y="5717613"/>
                  </a:lnTo>
                  <a:lnTo>
                    <a:pt x="733325" y="5717613"/>
                  </a:lnTo>
                  <a:lnTo>
                    <a:pt x="733703" y="5717613"/>
                  </a:lnTo>
                  <a:lnTo>
                    <a:pt x="733829" y="5717613"/>
                  </a:lnTo>
                  <a:lnTo>
                    <a:pt x="733956" y="5717613"/>
                  </a:lnTo>
                  <a:lnTo>
                    <a:pt x="734208" y="5717613"/>
                  </a:lnTo>
                  <a:lnTo>
                    <a:pt x="734334" y="5717613"/>
                  </a:lnTo>
                  <a:lnTo>
                    <a:pt x="734586" y="5717613"/>
                  </a:lnTo>
                  <a:lnTo>
                    <a:pt x="734712" y="5717613"/>
                  </a:lnTo>
                  <a:lnTo>
                    <a:pt x="734838" y="5717613"/>
                  </a:lnTo>
                  <a:lnTo>
                    <a:pt x="735216" y="5717613"/>
                  </a:lnTo>
                  <a:lnTo>
                    <a:pt x="735342" y="5717613"/>
                  </a:lnTo>
                  <a:lnTo>
                    <a:pt x="735469" y="5717613"/>
                  </a:lnTo>
                  <a:lnTo>
                    <a:pt x="735595" y="5717613"/>
                  </a:lnTo>
                  <a:lnTo>
                    <a:pt x="735721" y="5717613"/>
                  </a:lnTo>
                  <a:lnTo>
                    <a:pt x="736099" y="5717613"/>
                  </a:lnTo>
                  <a:lnTo>
                    <a:pt x="736351" y="5717613"/>
                  </a:lnTo>
                  <a:lnTo>
                    <a:pt x="736477" y="5717613"/>
                  </a:lnTo>
                  <a:lnTo>
                    <a:pt x="736603" y="5717613"/>
                  </a:lnTo>
                  <a:lnTo>
                    <a:pt x="736603" y="5712333"/>
                  </a:lnTo>
                  <a:lnTo>
                    <a:pt x="736729" y="5712333"/>
                  </a:lnTo>
                  <a:lnTo>
                    <a:pt x="736856" y="5712333"/>
                  </a:lnTo>
                  <a:lnTo>
                    <a:pt x="736982" y="5712333"/>
                  </a:lnTo>
                  <a:lnTo>
                    <a:pt x="737234" y="5712333"/>
                  </a:lnTo>
                  <a:lnTo>
                    <a:pt x="737360" y="5712333"/>
                  </a:lnTo>
                  <a:lnTo>
                    <a:pt x="737486" y="5712333"/>
                  </a:lnTo>
                  <a:lnTo>
                    <a:pt x="737612" y="5712333"/>
                  </a:lnTo>
                  <a:lnTo>
                    <a:pt x="737738" y="5712333"/>
                  </a:lnTo>
                  <a:lnTo>
                    <a:pt x="737864" y="5712333"/>
                  </a:lnTo>
                  <a:lnTo>
                    <a:pt x="737990" y="5712333"/>
                  </a:lnTo>
                  <a:lnTo>
                    <a:pt x="738116" y="5712333"/>
                  </a:lnTo>
                  <a:lnTo>
                    <a:pt x="738369" y="5712333"/>
                  </a:lnTo>
                  <a:lnTo>
                    <a:pt x="738621" y="5712333"/>
                  </a:lnTo>
                  <a:lnTo>
                    <a:pt x="738747" y="5712333"/>
                  </a:lnTo>
                  <a:lnTo>
                    <a:pt x="738873" y="5712333"/>
                  </a:lnTo>
                  <a:lnTo>
                    <a:pt x="738873" y="5707054"/>
                  </a:lnTo>
                  <a:lnTo>
                    <a:pt x="738999" y="5707054"/>
                  </a:lnTo>
                  <a:lnTo>
                    <a:pt x="739125" y="5707054"/>
                  </a:lnTo>
                  <a:lnTo>
                    <a:pt x="739125" y="5701775"/>
                  </a:lnTo>
                  <a:lnTo>
                    <a:pt x="739251" y="5701775"/>
                  </a:lnTo>
                  <a:lnTo>
                    <a:pt x="739377" y="5701775"/>
                  </a:lnTo>
                  <a:lnTo>
                    <a:pt x="739629" y="5701775"/>
                  </a:lnTo>
                  <a:lnTo>
                    <a:pt x="739882" y="5701775"/>
                  </a:lnTo>
                  <a:lnTo>
                    <a:pt x="740008" y="5701775"/>
                  </a:lnTo>
                  <a:lnTo>
                    <a:pt x="740134" y="5701775"/>
                  </a:lnTo>
                  <a:lnTo>
                    <a:pt x="740260" y="5701775"/>
                  </a:lnTo>
                  <a:lnTo>
                    <a:pt x="740386" y="5701775"/>
                  </a:lnTo>
                  <a:lnTo>
                    <a:pt x="740890" y="5701775"/>
                  </a:lnTo>
                  <a:lnTo>
                    <a:pt x="741016" y="5701775"/>
                  </a:lnTo>
                  <a:lnTo>
                    <a:pt x="741143" y="5701775"/>
                  </a:lnTo>
                  <a:lnTo>
                    <a:pt x="741269" y="5701775"/>
                  </a:lnTo>
                  <a:lnTo>
                    <a:pt x="741395" y="5701775"/>
                  </a:lnTo>
                  <a:lnTo>
                    <a:pt x="741521" y="5701775"/>
                  </a:lnTo>
                  <a:lnTo>
                    <a:pt x="741647" y="5701775"/>
                  </a:lnTo>
                  <a:lnTo>
                    <a:pt x="741773" y="5701775"/>
                  </a:lnTo>
                  <a:lnTo>
                    <a:pt x="741899" y="5701775"/>
                  </a:lnTo>
                  <a:lnTo>
                    <a:pt x="742025" y="5701775"/>
                  </a:lnTo>
                  <a:lnTo>
                    <a:pt x="742151" y="5701775"/>
                  </a:lnTo>
                  <a:lnTo>
                    <a:pt x="742277" y="5701775"/>
                  </a:lnTo>
                  <a:lnTo>
                    <a:pt x="742403" y="5701775"/>
                  </a:lnTo>
                  <a:lnTo>
                    <a:pt x="742529" y="5701775"/>
                  </a:lnTo>
                  <a:lnTo>
                    <a:pt x="742782" y="5701775"/>
                  </a:lnTo>
                  <a:lnTo>
                    <a:pt x="742908" y="5701775"/>
                  </a:lnTo>
                  <a:lnTo>
                    <a:pt x="743034" y="5701775"/>
                  </a:lnTo>
                  <a:lnTo>
                    <a:pt x="743538" y="5701775"/>
                  </a:lnTo>
                  <a:lnTo>
                    <a:pt x="743664" y="5701775"/>
                  </a:lnTo>
                  <a:lnTo>
                    <a:pt x="743790" y="5701775"/>
                  </a:lnTo>
                  <a:lnTo>
                    <a:pt x="743916" y="5701775"/>
                  </a:lnTo>
                  <a:lnTo>
                    <a:pt x="744043" y="5701775"/>
                  </a:lnTo>
                  <a:lnTo>
                    <a:pt x="744169" y="5701775"/>
                  </a:lnTo>
                  <a:lnTo>
                    <a:pt x="744421" y="5701775"/>
                  </a:lnTo>
                  <a:lnTo>
                    <a:pt x="744547" y="5701775"/>
                  </a:lnTo>
                  <a:lnTo>
                    <a:pt x="744673" y="5701775"/>
                  </a:lnTo>
                  <a:lnTo>
                    <a:pt x="744799" y="5701775"/>
                  </a:lnTo>
                  <a:lnTo>
                    <a:pt x="744925" y="5701775"/>
                  </a:lnTo>
                  <a:lnTo>
                    <a:pt x="745051" y="5701775"/>
                  </a:lnTo>
                  <a:lnTo>
                    <a:pt x="745177" y="5701775"/>
                  </a:lnTo>
                  <a:lnTo>
                    <a:pt x="745303" y="5701775"/>
                  </a:lnTo>
                  <a:lnTo>
                    <a:pt x="745429" y="5701775"/>
                  </a:lnTo>
                  <a:lnTo>
                    <a:pt x="745556" y="5701775"/>
                  </a:lnTo>
                  <a:lnTo>
                    <a:pt x="745682" y="5701775"/>
                  </a:lnTo>
                  <a:lnTo>
                    <a:pt x="745808" y="5701775"/>
                  </a:lnTo>
                  <a:lnTo>
                    <a:pt x="745934" y="5701775"/>
                  </a:lnTo>
                  <a:lnTo>
                    <a:pt x="746060" y="5701775"/>
                  </a:lnTo>
                  <a:lnTo>
                    <a:pt x="746186" y="5701775"/>
                  </a:lnTo>
                  <a:lnTo>
                    <a:pt x="746312" y="5701775"/>
                  </a:lnTo>
                  <a:lnTo>
                    <a:pt x="746438" y="5701775"/>
                  </a:lnTo>
                  <a:lnTo>
                    <a:pt x="746564" y="5701775"/>
                  </a:lnTo>
                  <a:lnTo>
                    <a:pt x="746690" y="5701775"/>
                  </a:lnTo>
                  <a:lnTo>
                    <a:pt x="746816" y="5701775"/>
                  </a:lnTo>
                  <a:lnTo>
                    <a:pt x="746943" y="5701775"/>
                  </a:lnTo>
                  <a:lnTo>
                    <a:pt x="747069" y="5701775"/>
                  </a:lnTo>
                  <a:lnTo>
                    <a:pt x="747195" y="5701775"/>
                  </a:lnTo>
                  <a:lnTo>
                    <a:pt x="747573" y="5701775"/>
                  </a:lnTo>
                  <a:lnTo>
                    <a:pt x="747825" y="5701775"/>
                  </a:lnTo>
                  <a:lnTo>
                    <a:pt x="748077" y="5701775"/>
                  </a:lnTo>
                  <a:lnTo>
                    <a:pt x="748203" y="5701775"/>
                  </a:lnTo>
                  <a:lnTo>
                    <a:pt x="748456" y="5701775"/>
                  </a:lnTo>
                  <a:lnTo>
                    <a:pt x="748582" y="5701775"/>
                  </a:lnTo>
                  <a:lnTo>
                    <a:pt x="748708" y="5701775"/>
                  </a:lnTo>
                  <a:lnTo>
                    <a:pt x="748834" y="5701775"/>
                  </a:lnTo>
                  <a:lnTo>
                    <a:pt x="749086" y="5701775"/>
                  </a:lnTo>
                  <a:lnTo>
                    <a:pt x="749338" y="5701775"/>
                  </a:lnTo>
                  <a:lnTo>
                    <a:pt x="749590" y="5701775"/>
                  </a:lnTo>
                  <a:lnTo>
                    <a:pt x="749716" y="5701775"/>
                  </a:lnTo>
                  <a:lnTo>
                    <a:pt x="749843" y="5701775"/>
                  </a:lnTo>
                  <a:lnTo>
                    <a:pt x="749969" y="5701775"/>
                  </a:lnTo>
                  <a:lnTo>
                    <a:pt x="750221" y="5701775"/>
                  </a:lnTo>
                  <a:lnTo>
                    <a:pt x="750473" y="5701775"/>
                  </a:lnTo>
                  <a:lnTo>
                    <a:pt x="750725" y="5701775"/>
                  </a:lnTo>
                  <a:lnTo>
                    <a:pt x="750851" y="5701775"/>
                  </a:lnTo>
                  <a:lnTo>
                    <a:pt x="750977" y="5701775"/>
                  </a:lnTo>
                  <a:lnTo>
                    <a:pt x="751103" y="5701775"/>
                  </a:lnTo>
                  <a:lnTo>
                    <a:pt x="751230" y="5701775"/>
                  </a:lnTo>
                  <a:lnTo>
                    <a:pt x="751608" y="5701775"/>
                  </a:lnTo>
                  <a:lnTo>
                    <a:pt x="751734" y="5701775"/>
                  </a:lnTo>
                  <a:lnTo>
                    <a:pt x="751860" y="5701775"/>
                  </a:lnTo>
                  <a:lnTo>
                    <a:pt x="751986" y="5701775"/>
                  </a:lnTo>
                  <a:lnTo>
                    <a:pt x="752112" y="5701775"/>
                  </a:lnTo>
                  <a:lnTo>
                    <a:pt x="752364" y="5701775"/>
                  </a:lnTo>
                  <a:lnTo>
                    <a:pt x="752490" y="5696495"/>
                  </a:lnTo>
                  <a:lnTo>
                    <a:pt x="752616" y="5696495"/>
                  </a:lnTo>
                  <a:lnTo>
                    <a:pt x="752743" y="5696495"/>
                  </a:lnTo>
                  <a:lnTo>
                    <a:pt x="752869" y="5696495"/>
                  </a:lnTo>
                  <a:lnTo>
                    <a:pt x="752995" y="5696495"/>
                  </a:lnTo>
                  <a:lnTo>
                    <a:pt x="753121" y="5696495"/>
                  </a:lnTo>
                  <a:lnTo>
                    <a:pt x="753247" y="5696495"/>
                  </a:lnTo>
                  <a:lnTo>
                    <a:pt x="753499" y="5696495"/>
                  </a:lnTo>
                  <a:lnTo>
                    <a:pt x="753751" y="5696495"/>
                  </a:lnTo>
                  <a:lnTo>
                    <a:pt x="753877" y="5696495"/>
                  </a:lnTo>
                  <a:lnTo>
                    <a:pt x="754003" y="5696495"/>
                  </a:lnTo>
                  <a:lnTo>
                    <a:pt x="754130" y="5696495"/>
                  </a:lnTo>
                  <a:lnTo>
                    <a:pt x="754256" y="5696495"/>
                  </a:lnTo>
                  <a:lnTo>
                    <a:pt x="755012" y="5696495"/>
                  </a:lnTo>
                  <a:lnTo>
                    <a:pt x="755138" y="5696495"/>
                  </a:lnTo>
                  <a:lnTo>
                    <a:pt x="755264" y="5696495"/>
                  </a:lnTo>
                  <a:lnTo>
                    <a:pt x="755390" y="5696495"/>
                  </a:lnTo>
                  <a:lnTo>
                    <a:pt x="755517" y="5696495"/>
                  </a:lnTo>
                  <a:lnTo>
                    <a:pt x="755895" y="5696495"/>
                  </a:lnTo>
                  <a:lnTo>
                    <a:pt x="756147" y="5696495"/>
                  </a:lnTo>
                  <a:lnTo>
                    <a:pt x="756273" y="5696495"/>
                  </a:lnTo>
                  <a:lnTo>
                    <a:pt x="756651" y="5696495"/>
                  </a:lnTo>
                  <a:lnTo>
                    <a:pt x="757030" y="5696495"/>
                  </a:lnTo>
                  <a:lnTo>
                    <a:pt x="757156" y="5696495"/>
                  </a:lnTo>
                  <a:lnTo>
                    <a:pt x="757282" y="5696495"/>
                  </a:lnTo>
                  <a:lnTo>
                    <a:pt x="757408" y="5696495"/>
                  </a:lnTo>
                  <a:lnTo>
                    <a:pt x="757660" y="5696495"/>
                  </a:lnTo>
                  <a:lnTo>
                    <a:pt x="757912" y="5696495"/>
                  </a:lnTo>
                  <a:lnTo>
                    <a:pt x="758038" y="5696495"/>
                  </a:lnTo>
                  <a:lnTo>
                    <a:pt x="758164" y="5696495"/>
                  </a:lnTo>
                  <a:lnTo>
                    <a:pt x="758290" y="5696495"/>
                  </a:lnTo>
                  <a:lnTo>
                    <a:pt x="758417" y="5696495"/>
                  </a:lnTo>
                  <a:lnTo>
                    <a:pt x="758543" y="5696495"/>
                  </a:lnTo>
                  <a:lnTo>
                    <a:pt x="758669" y="5696495"/>
                  </a:lnTo>
                  <a:lnTo>
                    <a:pt x="758795" y="5696495"/>
                  </a:lnTo>
                  <a:lnTo>
                    <a:pt x="758921" y="5696495"/>
                  </a:lnTo>
                  <a:lnTo>
                    <a:pt x="759047" y="5696495"/>
                  </a:lnTo>
                  <a:lnTo>
                    <a:pt x="759173" y="5696495"/>
                  </a:lnTo>
                  <a:lnTo>
                    <a:pt x="759299" y="5696495"/>
                  </a:lnTo>
                  <a:lnTo>
                    <a:pt x="759677" y="5696495"/>
                  </a:lnTo>
                  <a:lnTo>
                    <a:pt x="759803" y="5696495"/>
                  </a:lnTo>
                  <a:lnTo>
                    <a:pt x="759930" y="5696495"/>
                  </a:lnTo>
                  <a:lnTo>
                    <a:pt x="760182" y="5696495"/>
                  </a:lnTo>
                  <a:lnTo>
                    <a:pt x="760308" y="5696495"/>
                  </a:lnTo>
                  <a:lnTo>
                    <a:pt x="760434" y="5696495"/>
                  </a:lnTo>
                  <a:lnTo>
                    <a:pt x="760560" y="5696495"/>
                  </a:lnTo>
                  <a:lnTo>
                    <a:pt x="760686" y="5696495"/>
                  </a:lnTo>
                  <a:lnTo>
                    <a:pt x="760938" y="5696495"/>
                  </a:lnTo>
                  <a:lnTo>
                    <a:pt x="761064" y="5696495"/>
                  </a:lnTo>
                  <a:lnTo>
                    <a:pt x="761317" y="5696495"/>
                  </a:lnTo>
                  <a:lnTo>
                    <a:pt x="761443" y="5696495"/>
                  </a:lnTo>
                  <a:lnTo>
                    <a:pt x="761695" y="5696495"/>
                  </a:lnTo>
                  <a:lnTo>
                    <a:pt x="761947" y="5696495"/>
                  </a:lnTo>
                  <a:lnTo>
                    <a:pt x="762073" y="5696495"/>
                  </a:lnTo>
                  <a:lnTo>
                    <a:pt x="762199" y="5696495"/>
                  </a:lnTo>
                  <a:lnTo>
                    <a:pt x="762325" y="5696495"/>
                  </a:lnTo>
                  <a:lnTo>
                    <a:pt x="762451" y="5696495"/>
                  </a:lnTo>
                  <a:lnTo>
                    <a:pt x="762703" y="5696495"/>
                  </a:lnTo>
                  <a:lnTo>
                    <a:pt x="762956" y="5696495"/>
                  </a:lnTo>
                  <a:lnTo>
                    <a:pt x="763082" y="5696495"/>
                  </a:lnTo>
                  <a:lnTo>
                    <a:pt x="763208" y="5696495"/>
                  </a:lnTo>
                  <a:lnTo>
                    <a:pt x="763334" y="5696495"/>
                  </a:lnTo>
                  <a:lnTo>
                    <a:pt x="763460" y="5696495"/>
                  </a:lnTo>
                  <a:lnTo>
                    <a:pt x="763586" y="5696495"/>
                  </a:lnTo>
                  <a:lnTo>
                    <a:pt x="763712" y="5696495"/>
                  </a:lnTo>
                  <a:lnTo>
                    <a:pt x="763838" y="5696495"/>
                  </a:lnTo>
                  <a:lnTo>
                    <a:pt x="763964" y="5696495"/>
                  </a:lnTo>
                  <a:lnTo>
                    <a:pt x="764217" y="5696495"/>
                  </a:lnTo>
                  <a:lnTo>
                    <a:pt x="764343" y="5691216"/>
                  </a:lnTo>
                  <a:lnTo>
                    <a:pt x="764721" y="5691216"/>
                  </a:lnTo>
                  <a:lnTo>
                    <a:pt x="764847" y="5691216"/>
                  </a:lnTo>
                  <a:lnTo>
                    <a:pt x="764973" y="5691216"/>
                  </a:lnTo>
                  <a:lnTo>
                    <a:pt x="765099" y="5691216"/>
                  </a:lnTo>
                  <a:lnTo>
                    <a:pt x="765225" y="5691216"/>
                  </a:lnTo>
                  <a:lnTo>
                    <a:pt x="765351" y="5691216"/>
                  </a:lnTo>
                  <a:lnTo>
                    <a:pt x="765604" y="5685936"/>
                  </a:lnTo>
                  <a:lnTo>
                    <a:pt x="765730" y="5685936"/>
                  </a:lnTo>
                  <a:lnTo>
                    <a:pt x="765856" y="5685936"/>
                  </a:lnTo>
                  <a:lnTo>
                    <a:pt x="765856" y="5680657"/>
                  </a:lnTo>
                  <a:lnTo>
                    <a:pt x="765982" y="5680657"/>
                  </a:lnTo>
                  <a:lnTo>
                    <a:pt x="766108" y="5680657"/>
                  </a:lnTo>
                  <a:lnTo>
                    <a:pt x="766234" y="5680657"/>
                  </a:lnTo>
                  <a:lnTo>
                    <a:pt x="766360" y="5680657"/>
                  </a:lnTo>
                  <a:lnTo>
                    <a:pt x="766486" y="5680657"/>
                  </a:lnTo>
                  <a:lnTo>
                    <a:pt x="766612" y="5680657"/>
                  </a:lnTo>
                  <a:lnTo>
                    <a:pt x="766738" y="5680657"/>
                  </a:lnTo>
                  <a:lnTo>
                    <a:pt x="766864" y="5680657"/>
                  </a:lnTo>
                  <a:lnTo>
                    <a:pt x="767243" y="5680657"/>
                  </a:lnTo>
                  <a:lnTo>
                    <a:pt x="767369" y="5680657"/>
                  </a:lnTo>
                  <a:lnTo>
                    <a:pt x="767495" y="5680657"/>
                  </a:lnTo>
                  <a:lnTo>
                    <a:pt x="767621" y="5680657"/>
                  </a:lnTo>
                  <a:lnTo>
                    <a:pt x="767747" y="5680657"/>
                  </a:lnTo>
                  <a:lnTo>
                    <a:pt x="767873" y="5680657"/>
                  </a:lnTo>
                  <a:lnTo>
                    <a:pt x="767999" y="5680657"/>
                  </a:lnTo>
                  <a:lnTo>
                    <a:pt x="768251" y="5680657"/>
                  </a:lnTo>
                  <a:lnTo>
                    <a:pt x="768377" y="5680657"/>
                  </a:lnTo>
                  <a:lnTo>
                    <a:pt x="768504" y="5680657"/>
                  </a:lnTo>
                  <a:lnTo>
                    <a:pt x="768882" y="5680657"/>
                  </a:lnTo>
                  <a:lnTo>
                    <a:pt x="769260" y="5680657"/>
                  </a:lnTo>
                  <a:lnTo>
                    <a:pt x="769386" y="5680657"/>
                  </a:lnTo>
                  <a:lnTo>
                    <a:pt x="769512" y="5680657"/>
                  </a:lnTo>
                  <a:lnTo>
                    <a:pt x="769638" y="5680657"/>
                  </a:lnTo>
                  <a:lnTo>
                    <a:pt x="769764" y="5680657"/>
                  </a:lnTo>
                  <a:lnTo>
                    <a:pt x="769890" y="5680657"/>
                  </a:lnTo>
                  <a:lnTo>
                    <a:pt x="770017" y="5675377"/>
                  </a:lnTo>
                  <a:lnTo>
                    <a:pt x="770269" y="5675377"/>
                  </a:lnTo>
                  <a:lnTo>
                    <a:pt x="770395" y="5675377"/>
                  </a:lnTo>
                  <a:lnTo>
                    <a:pt x="770521" y="5675377"/>
                  </a:lnTo>
                  <a:lnTo>
                    <a:pt x="770773" y="5675377"/>
                  </a:lnTo>
                  <a:lnTo>
                    <a:pt x="770899" y="5675377"/>
                  </a:lnTo>
                  <a:lnTo>
                    <a:pt x="771025" y="5675377"/>
                  </a:lnTo>
                  <a:lnTo>
                    <a:pt x="771151" y="5675377"/>
                  </a:lnTo>
                  <a:lnTo>
                    <a:pt x="771404" y="5675377"/>
                  </a:lnTo>
                  <a:lnTo>
                    <a:pt x="771530" y="5675377"/>
                  </a:lnTo>
                  <a:lnTo>
                    <a:pt x="771656" y="5675377"/>
                  </a:lnTo>
                  <a:lnTo>
                    <a:pt x="771782" y="5675377"/>
                  </a:lnTo>
                  <a:lnTo>
                    <a:pt x="771908" y="5675377"/>
                  </a:lnTo>
                  <a:lnTo>
                    <a:pt x="772034" y="5675377"/>
                  </a:lnTo>
                  <a:lnTo>
                    <a:pt x="772160" y="5675377"/>
                  </a:lnTo>
                  <a:lnTo>
                    <a:pt x="772286" y="5675377"/>
                  </a:lnTo>
                  <a:lnTo>
                    <a:pt x="772412" y="5675377"/>
                  </a:lnTo>
                  <a:lnTo>
                    <a:pt x="772538" y="5675377"/>
                  </a:lnTo>
                  <a:lnTo>
                    <a:pt x="772664" y="5675377"/>
                  </a:lnTo>
                  <a:lnTo>
                    <a:pt x="772791" y="5675377"/>
                  </a:lnTo>
                  <a:lnTo>
                    <a:pt x="772917" y="5675377"/>
                  </a:lnTo>
                  <a:lnTo>
                    <a:pt x="773043" y="5675377"/>
                  </a:lnTo>
                  <a:lnTo>
                    <a:pt x="773169" y="5675377"/>
                  </a:lnTo>
                  <a:lnTo>
                    <a:pt x="773295" y="5675377"/>
                  </a:lnTo>
                  <a:lnTo>
                    <a:pt x="773547" y="5675377"/>
                  </a:lnTo>
                  <a:lnTo>
                    <a:pt x="773673" y="5675377"/>
                  </a:lnTo>
                  <a:lnTo>
                    <a:pt x="773799" y="5675377"/>
                  </a:lnTo>
                  <a:lnTo>
                    <a:pt x="773925" y="5675377"/>
                  </a:lnTo>
                  <a:lnTo>
                    <a:pt x="774051" y="5675377"/>
                  </a:lnTo>
                  <a:lnTo>
                    <a:pt x="774177" y="5675377"/>
                  </a:lnTo>
                  <a:lnTo>
                    <a:pt x="774304" y="5670098"/>
                  </a:lnTo>
                  <a:lnTo>
                    <a:pt x="774430" y="5670098"/>
                  </a:lnTo>
                  <a:lnTo>
                    <a:pt x="774556" y="5670098"/>
                  </a:lnTo>
                  <a:lnTo>
                    <a:pt x="774808" y="5670098"/>
                  </a:lnTo>
                  <a:lnTo>
                    <a:pt x="774934" y="5670098"/>
                  </a:lnTo>
                  <a:lnTo>
                    <a:pt x="775060" y="5670098"/>
                  </a:lnTo>
                  <a:lnTo>
                    <a:pt x="775186" y="5670098"/>
                  </a:lnTo>
                  <a:lnTo>
                    <a:pt x="775438" y="5670098"/>
                  </a:lnTo>
                  <a:lnTo>
                    <a:pt x="775564" y="5670098"/>
                  </a:lnTo>
                  <a:lnTo>
                    <a:pt x="775691" y="5670098"/>
                  </a:lnTo>
                  <a:lnTo>
                    <a:pt x="775943" y="5670098"/>
                  </a:lnTo>
                  <a:lnTo>
                    <a:pt x="775943" y="5664819"/>
                  </a:lnTo>
                  <a:lnTo>
                    <a:pt x="776069" y="5664819"/>
                  </a:lnTo>
                  <a:lnTo>
                    <a:pt x="776447" y="5664819"/>
                  </a:lnTo>
                  <a:lnTo>
                    <a:pt x="776573" y="5664819"/>
                  </a:lnTo>
                  <a:lnTo>
                    <a:pt x="776699" y="5664819"/>
                  </a:lnTo>
                  <a:lnTo>
                    <a:pt x="776825" y="5664819"/>
                  </a:lnTo>
                  <a:lnTo>
                    <a:pt x="776951" y="5664819"/>
                  </a:lnTo>
                  <a:lnTo>
                    <a:pt x="777077" y="5664819"/>
                  </a:lnTo>
                  <a:lnTo>
                    <a:pt x="777204" y="5664819"/>
                  </a:lnTo>
                  <a:lnTo>
                    <a:pt x="777330" y="5664819"/>
                  </a:lnTo>
                  <a:lnTo>
                    <a:pt x="777456" y="5664819"/>
                  </a:lnTo>
                  <a:lnTo>
                    <a:pt x="777708" y="5664819"/>
                  </a:lnTo>
                  <a:lnTo>
                    <a:pt x="777834" y="5664819"/>
                  </a:lnTo>
                  <a:lnTo>
                    <a:pt x="777960" y="5664819"/>
                  </a:lnTo>
                  <a:lnTo>
                    <a:pt x="778086" y="5664819"/>
                  </a:lnTo>
                  <a:lnTo>
                    <a:pt x="778212" y="5664819"/>
                  </a:lnTo>
                  <a:lnTo>
                    <a:pt x="778464" y="5664819"/>
                  </a:lnTo>
                  <a:lnTo>
                    <a:pt x="778591" y="5664819"/>
                  </a:lnTo>
                  <a:lnTo>
                    <a:pt x="778717" y="5664819"/>
                  </a:lnTo>
                  <a:lnTo>
                    <a:pt x="778969" y="5664819"/>
                  </a:lnTo>
                  <a:lnTo>
                    <a:pt x="779095" y="5664819"/>
                  </a:lnTo>
                  <a:lnTo>
                    <a:pt x="779221" y="5664819"/>
                  </a:lnTo>
                  <a:lnTo>
                    <a:pt x="779347" y="5664819"/>
                  </a:lnTo>
                  <a:lnTo>
                    <a:pt x="779473" y="5664819"/>
                  </a:lnTo>
                  <a:lnTo>
                    <a:pt x="779599" y="5664819"/>
                  </a:lnTo>
                  <a:lnTo>
                    <a:pt x="779851" y="5664819"/>
                  </a:lnTo>
                  <a:lnTo>
                    <a:pt x="779978" y="5664819"/>
                  </a:lnTo>
                  <a:lnTo>
                    <a:pt x="780104" y="5664819"/>
                  </a:lnTo>
                  <a:lnTo>
                    <a:pt x="780230" y="5664819"/>
                  </a:lnTo>
                  <a:lnTo>
                    <a:pt x="780356" y="5664819"/>
                  </a:lnTo>
                  <a:lnTo>
                    <a:pt x="780482" y="5664819"/>
                  </a:lnTo>
                  <a:lnTo>
                    <a:pt x="780608" y="5664819"/>
                  </a:lnTo>
                  <a:lnTo>
                    <a:pt x="783382" y="5664819"/>
                  </a:lnTo>
                  <a:lnTo>
                    <a:pt x="783508" y="5664819"/>
                  </a:lnTo>
                  <a:lnTo>
                    <a:pt x="783634" y="5664819"/>
                  </a:lnTo>
                  <a:lnTo>
                    <a:pt x="783760" y="5664819"/>
                  </a:lnTo>
                  <a:lnTo>
                    <a:pt x="783886" y="5664819"/>
                  </a:lnTo>
                  <a:lnTo>
                    <a:pt x="784012" y="5659539"/>
                  </a:lnTo>
                  <a:lnTo>
                    <a:pt x="784138" y="5659539"/>
                  </a:lnTo>
                  <a:lnTo>
                    <a:pt x="784264" y="5659539"/>
                  </a:lnTo>
                  <a:lnTo>
                    <a:pt x="784391" y="5659539"/>
                  </a:lnTo>
                  <a:lnTo>
                    <a:pt x="784517" y="5659539"/>
                  </a:lnTo>
                  <a:lnTo>
                    <a:pt x="784895" y="5659539"/>
                  </a:lnTo>
                  <a:lnTo>
                    <a:pt x="785021" y="5659539"/>
                  </a:lnTo>
                  <a:lnTo>
                    <a:pt x="785147" y="5659539"/>
                  </a:lnTo>
                  <a:lnTo>
                    <a:pt x="785399" y="5659539"/>
                  </a:lnTo>
                  <a:lnTo>
                    <a:pt x="785651" y="5659539"/>
                  </a:lnTo>
                  <a:lnTo>
                    <a:pt x="785778" y="5659539"/>
                  </a:lnTo>
                  <a:lnTo>
                    <a:pt x="785904" y="5659539"/>
                  </a:lnTo>
                  <a:lnTo>
                    <a:pt x="786030" y="5659539"/>
                  </a:lnTo>
                  <a:lnTo>
                    <a:pt x="786156" y="5659539"/>
                  </a:lnTo>
                  <a:lnTo>
                    <a:pt x="786282" y="5659539"/>
                  </a:lnTo>
                  <a:lnTo>
                    <a:pt x="786282" y="5654260"/>
                  </a:lnTo>
                  <a:lnTo>
                    <a:pt x="786408" y="5654260"/>
                  </a:lnTo>
                  <a:lnTo>
                    <a:pt x="786660" y="5654260"/>
                  </a:lnTo>
                  <a:lnTo>
                    <a:pt x="786786" y="5654260"/>
                  </a:lnTo>
                  <a:lnTo>
                    <a:pt x="786912" y="5654260"/>
                  </a:lnTo>
                  <a:lnTo>
                    <a:pt x="787038" y="5654260"/>
                  </a:lnTo>
                  <a:lnTo>
                    <a:pt x="787164" y="5654260"/>
                  </a:lnTo>
                  <a:lnTo>
                    <a:pt x="787291" y="5654260"/>
                  </a:lnTo>
                  <a:lnTo>
                    <a:pt x="787291" y="5648980"/>
                  </a:lnTo>
                  <a:lnTo>
                    <a:pt x="787417" y="5648980"/>
                  </a:lnTo>
                  <a:lnTo>
                    <a:pt x="787543" y="5648980"/>
                  </a:lnTo>
                  <a:lnTo>
                    <a:pt x="787669" y="5648980"/>
                  </a:lnTo>
                  <a:lnTo>
                    <a:pt x="787795" y="5648980"/>
                  </a:lnTo>
                  <a:lnTo>
                    <a:pt x="787921" y="5648980"/>
                  </a:lnTo>
                  <a:lnTo>
                    <a:pt x="788299" y="5648980"/>
                  </a:lnTo>
                  <a:lnTo>
                    <a:pt x="788425" y="5648980"/>
                  </a:lnTo>
                  <a:lnTo>
                    <a:pt x="788551" y="5648980"/>
                  </a:lnTo>
                  <a:lnTo>
                    <a:pt x="788678" y="5648980"/>
                  </a:lnTo>
                  <a:lnTo>
                    <a:pt x="789056" y="5648980"/>
                  </a:lnTo>
                  <a:lnTo>
                    <a:pt x="789434" y="5648980"/>
                  </a:lnTo>
                  <a:lnTo>
                    <a:pt x="789560" y="5648980"/>
                  </a:lnTo>
                  <a:lnTo>
                    <a:pt x="789686" y="5648980"/>
                  </a:lnTo>
                  <a:lnTo>
                    <a:pt x="789938" y="5648980"/>
                  </a:lnTo>
                  <a:lnTo>
                    <a:pt x="790065" y="5648980"/>
                  </a:lnTo>
                  <a:lnTo>
                    <a:pt x="790191" y="5648980"/>
                  </a:lnTo>
                  <a:lnTo>
                    <a:pt x="790569" y="5648980"/>
                  </a:lnTo>
                  <a:lnTo>
                    <a:pt x="790695" y="5648980"/>
                  </a:lnTo>
                  <a:lnTo>
                    <a:pt x="790821" y="5648980"/>
                  </a:lnTo>
                  <a:lnTo>
                    <a:pt x="790947" y="5648980"/>
                  </a:lnTo>
                  <a:lnTo>
                    <a:pt x="791199" y="5648980"/>
                  </a:lnTo>
                  <a:lnTo>
                    <a:pt x="791451" y="5643701"/>
                  </a:lnTo>
                  <a:lnTo>
                    <a:pt x="791578" y="5643701"/>
                  </a:lnTo>
                  <a:lnTo>
                    <a:pt x="791704" y="5643701"/>
                  </a:lnTo>
                  <a:lnTo>
                    <a:pt x="791830" y="5643701"/>
                  </a:lnTo>
                  <a:lnTo>
                    <a:pt x="791956" y="5643701"/>
                  </a:lnTo>
                  <a:lnTo>
                    <a:pt x="792208" y="5643701"/>
                  </a:lnTo>
                  <a:lnTo>
                    <a:pt x="792334" y="5643701"/>
                  </a:lnTo>
                  <a:lnTo>
                    <a:pt x="792460" y="5643701"/>
                  </a:lnTo>
                  <a:lnTo>
                    <a:pt x="792586" y="5643701"/>
                  </a:lnTo>
                  <a:lnTo>
                    <a:pt x="792712" y="5643701"/>
                  </a:lnTo>
                  <a:lnTo>
                    <a:pt x="792838" y="5643701"/>
                  </a:lnTo>
                  <a:lnTo>
                    <a:pt x="792965" y="5643701"/>
                  </a:lnTo>
                  <a:lnTo>
                    <a:pt x="793091" y="5643701"/>
                  </a:lnTo>
                  <a:lnTo>
                    <a:pt x="793217" y="5643701"/>
                  </a:lnTo>
                  <a:lnTo>
                    <a:pt x="793469" y="5643701"/>
                  </a:lnTo>
                  <a:lnTo>
                    <a:pt x="793595" y="5643701"/>
                  </a:lnTo>
                  <a:lnTo>
                    <a:pt x="793721" y="5643701"/>
                  </a:lnTo>
                  <a:lnTo>
                    <a:pt x="793847" y="5643701"/>
                  </a:lnTo>
                  <a:lnTo>
                    <a:pt x="794099" y="5643701"/>
                  </a:lnTo>
                  <a:lnTo>
                    <a:pt x="794225" y="5643701"/>
                  </a:lnTo>
                  <a:lnTo>
                    <a:pt x="794351" y="5643701"/>
                  </a:lnTo>
                  <a:lnTo>
                    <a:pt x="794351" y="5638421"/>
                  </a:lnTo>
                  <a:lnTo>
                    <a:pt x="794478" y="5638421"/>
                  </a:lnTo>
                  <a:lnTo>
                    <a:pt x="794604" y="5638421"/>
                  </a:lnTo>
                  <a:lnTo>
                    <a:pt x="794856" y="5638421"/>
                  </a:lnTo>
                  <a:lnTo>
                    <a:pt x="795108" y="5638421"/>
                  </a:lnTo>
                  <a:lnTo>
                    <a:pt x="795234" y="5638421"/>
                  </a:lnTo>
                  <a:lnTo>
                    <a:pt x="795486" y="5638421"/>
                  </a:lnTo>
                  <a:lnTo>
                    <a:pt x="795612" y="5638421"/>
                  </a:lnTo>
                  <a:lnTo>
                    <a:pt x="795738" y="5638421"/>
                  </a:lnTo>
                  <a:lnTo>
                    <a:pt x="796117" y="5638421"/>
                  </a:lnTo>
                  <a:lnTo>
                    <a:pt x="796243" y="5638421"/>
                  </a:lnTo>
                  <a:lnTo>
                    <a:pt x="796495" y="5638421"/>
                  </a:lnTo>
                  <a:lnTo>
                    <a:pt x="796747" y="5638421"/>
                  </a:lnTo>
                  <a:lnTo>
                    <a:pt x="796873" y="5638421"/>
                  </a:lnTo>
                  <a:lnTo>
                    <a:pt x="796999" y="5638421"/>
                  </a:lnTo>
                  <a:lnTo>
                    <a:pt x="797125" y="5638421"/>
                  </a:lnTo>
                  <a:lnTo>
                    <a:pt x="797378" y="5638421"/>
                  </a:lnTo>
                  <a:lnTo>
                    <a:pt x="797504" y="5638421"/>
                  </a:lnTo>
                  <a:lnTo>
                    <a:pt x="797630" y="5638421"/>
                  </a:lnTo>
                  <a:lnTo>
                    <a:pt x="797756" y="5638421"/>
                  </a:lnTo>
                  <a:lnTo>
                    <a:pt x="797882" y="5638421"/>
                  </a:lnTo>
                  <a:lnTo>
                    <a:pt x="798008" y="5638421"/>
                  </a:lnTo>
                  <a:lnTo>
                    <a:pt x="798134" y="5638421"/>
                  </a:lnTo>
                  <a:lnTo>
                    <a:pt x="798260" y="5638421"/>
                  </a:lnTo>
                  <a:lnTo>
                    <a:pt x="798512" y="5638421"/>
                  </a:lnTo>
                  <a:lnTo>
                    <a:pt x="798638" y="5638421"/>
                  </a:lnTo>
                  <a:lnTo>
                    <a:pt x="798765" y="5638421"/>
                  </a:lnTo>
                  <a:lnTo>
                    <a:pt x="799017" y="5638421"/>
                  </a:lnTo>
                  <a:lnTo>
                    <a:pt x="799143" y="5638421"/>
                  </a:lnTo>
                  <a:lnTo>
                    <a:pt x="799269" y="5638421"/>
                  </a:lnTo>
                  <a:lnTo>
                    <a:pt x="799395" y="5638421"/>
                  </a:lnTo>
                  <a:lnTo>
                    <a:pt x="799395" y="5633142"/>
                  </a:lnTo>
                  <a:lnTo>
                    <a:pt x="799647" y="5633142"/>
                  </a:lnTo>
                  <a:lnTo>
                    <a:pt x="799773" y="5627863"/>
                  </a:lnTo>
                  <a:lnTo>
                    <a:pt x="799899" y="5627863"/>
                  </a:lnTo>
                  <a:lnTo>
                    <a:pt x="800025" y="5627863"/>
                  </a:lnTo>
                  <a:lnTo>
                    <a:pt x="800278" y="5627863"/>
                  </a:lnTo>
                  <a:lnTo>
                    <a:pt x="800908" y="5627863"/>
                  </a:lnTo>
                  <a:lnTo>
                    <a:pt x="801034" y="5627863"/>
                  </a:lnTo>
                  <a:lnTo>
                    <a:pt x="801286" y="5627863"/>
                  </a:lnTo>
                  <a:lnTo>
                    <a:pt x="801412" y="5627863"/>
                  </a:lnTo>
                  <a:lnTo>
                    <a:pt x="801538" y="5627863"/>
                  </a:lnTo>
                  <a:lnTo>
                    <a:pt x="801665" y="5627863"/>
                  </a:lnTo>
                  <a:lnTo>
                    <a:pt x="801791" y="5627863"/>
                  </a:lnTo>
                  <a:lnTo>
                    <a:pt x="801917" y="5627863"/>
                  </a:lnTo>
                  <a:lnTo>
                    <a:pt x="802169" y="5627863"/>
                  </a:lnTo>
                  <a:lnTo>
                    <a:pt x="802295" y="5627863"/>
                  </a:lnTo>
                  <a:lnTo>
                    <a:pt x="802547" y="5627863"/>
                  </a:lnTo>
                  <a:lnTo>
                    <a:pt x="802673" y="5627863"/>
                  </a:lnTo>
                  <a:lnTo>
                    <a:pt x="803052" y="5627863"/>
                  </a:lnTo>
                  <a:lnTo>
                    <a:pt x="803304" y="5622583"/>
                  </a:lnTo>
                  <a:lnTo>
                    <a:pt x="803430" y="5622583"/>
                  </a:lnTo>
                  <a:lnTo>
                    <a:pt x="803556" y="5622583"/>
                  </a:lnTo>
                  <a:lnTo>
                    <a:pt x="803682" y="5622583"/>
                  </a:lnTo>
                  <a:lnTo>
                    <a:pt x="803808" y="5622583"/>
                  </a:lnTo>
                  <a:lnTo>
                    <a:pt x="803934" y="5622583"/>
                  </a:lnTo>
                  <a:lnTo>
                    <a:pt x="804312" y="5622583"/>
                  </a:lnTo>
                  <a:lnTo>
                    <a:pt x="804565" y="5622583"/>
                  </a:lnTo>
                  <a:lnTo>
                    <a:pt x="804943" y="5622583"/>
                  </a:lnTo>
                  <a:lnTo>
                    <a:pt x="805069" y="5622583"/>
                  </a:lnTo>
                  <a:lnTo>
                    <a:pt x="805195" y="5622583"/>
                  </a:lnTo>
                  <a:lnTo>
                    <a:pt x="805321" y="5622583"/>
                  </a:lnTo>
                  <a:lnTo>
                    <a:pt x="805447" y="5622583"/>
                  </a:lnTo>
                  <a:lnTo>
                    <a:pt x="805573" y="5622583"/>
                  </a:lnTo>
                  <a:lnTo>
                    <a:pt x="805699" y="5622583"/>
                  </a:lnTo>
                  <a:lnTo>
                    <a:pt x="805825" y="5622583"/>
                  </a:lnTo>
                  <a:lnTo>
                    <a:pt x="806204" y="5622583"/>
                  </a:lnTo>
                  <a:lnTo>
                    <a:pt x="806330" y="5622583"/>
                  </a:lnTo>
                  <a:lnTo>
                    <a:pt x="806456" y="5622583"/>
                  </a:lnTo>
                  <a:lnTo>
                    <a:pt x="806456" y="5617304"/>
                  </a:lnTo>
                  <a:lnTo>
                    <a:pt x="806582" y="5617304"/>
                  </a:lnTo>
                  <a:lnTo>
                    <a:pt x="806708" y="5617304"/>
                  </a:lnTo>
                  <a:lnTo>
                    <a:pt x="807086" y="5617304"/>
                  </a:lnTo>
                  <a:lnTo>
                    <a:pt x="807212" y="5617304"/>
                  </a:lnTo>
                  <a:lnTo>
                    <a:pt x="807339" y="5617304"/>
                  </a:lnTo>
                  <a:lnTo>
                    <a:pt x="807465" y="5617304"/>
                  </a:lnTo>
                  <a:lnTo>
                    <a:pt x="807717" y="5617304"/>
                  </a:lnTo>
                  <a:lnTo>
                    <a:pt x="807843" y="5617304"/>
                  </a:lnTo>
                  <a:lnTo>
                    <a:pt x="808095" y="5617304"/>
                  </a:lnTo>
                  <a:lnTo>
                    <a:pt x="808221" y="5617304"/>
                  </a:lnTo>
                  <a:lnTo>
                    <a:pt x="808347" y="5617304"/>
                  </a:lnTo>
                  <a:lnTo>
                    <a:pt x="808473" y="5617304"/>
                  </a:lnTo>
                  <a:lnTo>
                    <a:pt x="808599" y="5617304"/>
                  </a:lnTo>
                  <a:lnTo>
                    <a:pt x="808852" y="5617304"/>
                  </a:lnTo>
                  <a:lnTo>
                    <a:pt x="809104" y="5617304"/>
                  </a:lnTo>
                  <a:lnTo>
                    <a:pt x="809356" y="5617304"/>
                  </a:lnTo>
                  <a:lnTo>
                    <a:pt x="809482" y="5617304"/>
                  </a:lnTo>
                  <a:lnTo>
                    <a:pt x="809734" y="5617304"/>
                  </a:lnTo>
                  <a:lnTo>
                    <a:pt x="809860" y="5617304"/>
                  </a:lnTo>
                  <a:lnTo>
                    <a:pt x="810112" y="5617304"/>
                  </a:lnTo>
                  <a:lnTo>
                    <a:pt x="810239" y="5617304"/>
                  </a:lnTo>
                  <a:lnTo>
                    <a:pt x="810365" y="5617304"/>
                  </a:lnTo>
                  <a:lnTo>
                    <a:pt x="810491" y="5617304"/>
                  </a:lnTo>
                  <a:lnTo>
                    <a:pt x="810869" y="5617304"/>
                  </a:lnTo>
                  <a:lnTo>
                    <a:pt x="811247" y="5617304"/>
                  </a:lnTo>
                  <a:lnTo>
                    <a:pt x="811499" y="5617304"/>
                  </a:lnTo>
                  <a:lnTo>
                    <a:pt x="811625" y="5617304"/>
                  </a:lnTo>
                  <a:lnTo>
                    <a:pt x="811752" y="5617304"/>
                  </a:lnTo>
                  <a:lnTo>
                    <a:pt x="811878" y="5617304"/>
                  </a:lnTo>
                  <a:lnTo>
                    <a:pt x="812004" y="5617304"/>
                  </a:lnTo>
                  <a:lnTo>
                    <a:pt x="812130" y="5617304"/>
                  </a:lnTo>
                  <a:lnTo>
                    <a:pt x="812256" y="5617304"/>
                  </a:lnTo>
                  <a:lnTo>
                    <a:pt x="812508" y="5617304"/>
                  </a:lnTo>
                  <a:lnTo>
                    <a:pt x="812634" y="5617304"/>
                  </a:lnTo>
                  <a:lnTo>
                    <a:pt x="812886" y="5617304"/>
                  </a:lnTo>
                  <a:lnTo>
                    <a:pt x="813012" y="5617304"/>
                  </a:lnTo>
                  <a:lnTo>
                    <a:pt x="813139" y="5617304"/>
                  </a:lnTo>
                  <a:lnTo>
                    <a:pt x="813391" y="5617304"/>
                  </a:lnTo>
                  <a:lnTo>
                    <a:pt x="813517" y="5617304"/>
                  </a:lnTo>
                  <a:lnTo>
                    <a:pt x="813769" y="5617304"/>
                  </a:lnTo>
                  <a:lnTo>
                    <a:pt x="813895" y="5617304"/>
                  </a:lnTo>
                  <a:lnTo>
                    <a:pt x="814021" y="5617304"/>
                  </a:lnTo>
                  <a:lnTo>
                    <a:pt x="814273" y="5617304"/>
                  </a:lnTo>
                  <a:lnTo>
                    <a:pt x="814399" y="5617304"/>
                  </a:lnTo>
                  <a:lnTo>
                    <a:pt x="814526" y="5617304"/>
                  </a:lnTo>
                  <a:lnTo>
                    <a:pt x="814778" y="5617304"/>
                  </a:lnTo>
                  <a:lnTo>
                    <a:pt x="815030" y="5617304"/>
                  </a:lnTo>
                  <a:lnTo>
                    <a:pt x="815156" y="5617304"/>
                  </a:lnTo>
                  <a:lnTo>
                    <a:pt x="815282" y="5617304"/>
                  </a:lnTo>
                  <a:lnTo>
                    <a:pt x="815534" y="5617304"/>
                  </a:lnTo>
                  <a:lnTo>
                    <a:pt x="815660" y="5617304"/>
                  </a:lnTo>
                  <a:lnTo>
                    <a:pt x="815786" y="5617304"/>
                  </a:lnTo>
                  <a:lnTo>
                    <a:pt x="816039" y="5617304"/>
                  </a:lnTo>
                  <a:lnTo>
                    <a:pt x="816165" y="5617304"/>
                  </a:lnTo>
                  <a:lnTo>
                    <a:pt x="816795" y="5617304"/>
                  </a:lnTo>
                  <a:lnTo>
                    <a:pt x="816921" y="5617304"/>
                  </a:lnTo>
                  <a:lnTo>
                    <a:pt x="817047" y="5617304"/>
                  </a:lnTo>
                  <a:lnTo>
                    <a:pt x="817299" y="5617304"/>
                  </a:lnTo>
                  <a:lnTo>
                    <a:pt x="817426" y="5617304"/>
                  </a:lnTo>
                  <a:lnTo>
                    <a:pt x="817552" y="5617304"/>
                  </a:lnTo>
                  <a:lnTo>
                    <a:pt x="817804" y="5617304"/>
                  </a:lnTo>
                  <a:lnTo>
                    <a:pt x="818056" y="5617304"/>
                  </a:lnTo>
                  <a:lnTo>
                    <a:pt x="818308" y="5617304"/>
                  </a:lnTo>
                  <a:lnTo>
                    <a:pt x="818434" y="5617304"/>
                  </a:lnTo>
                  <a:lnTo>
                    <a:pt x="818939" y="5617304"/>
                  </a:lnTo>
                  <a:lnTo>
                    <a:pt x="819065" y="5617304"/>
                  </a:lnTo>
                  <a:lnTo>
                    <a:pt x="819317" y="5617304"/>
                  </a:lnTo>
                  <a:lnTo>
                    <a:pt x="819821" y="5617304"/>
                  </a:lnTo>
                  <a:lnTo>
                    <a:pt x="819947" y="5617304"/>
                  </a:lnTo>
                  <a:lnTo>
                    <a:pt x="820073" y="5617304"/>
                  </a:lnTo>
                  <a:lnTo>
                    <a:pt x="820199" y="5617304"/>
                  </a:lnTo>
                  <a:lnTo>
                    <a:pt x="820326" y="5617304"/>
                  </a:lnTo>
                  <a:lnTo>
                    <a:pt x="820452" y="5617304"/>
                  </a:lnTo>
                  <a:lnTo>
                    <a:pt x="820704" y="5617304"/>
                  </a:lnTo>
                  <a:lnTo>
                    <a:pt x="820956" y="5617304"/>
                  </a:lnTo>
                  <a:lnTo>
                    <a:pt x="821334" y="5617304"/>
                  </a:lnTo>
                  <a:lnTo>
                    <a:pt x="821460" y="5617304"/>
                  </a:lnTo>
                  <a:lnTo>
                    <a:pt x="821586" y="5617304"/>
                  </a:lnTo>
                  <a:lnTo>
                    <a:pt x="821713" y="5617304"/>
                  </a:lnTo>
                  <a:lnTo>
                    <a:pt x="821839" y="5617304"/>
                  </a:lnTo>
                  <a:lnTo>
                    <a:pt x="821965" y="5617304"/>
                  </a:lnTo>
                  <a:lnTo>
                    <a:pt x="822091" y="5617304"/>
                  </a:lnTo>
                  <a:lnTo>
                    <a:pt x="822217" y="5617304"/>
                  </a:lnTo>
                  <a:lnTo>
                    <a:pt x="822343" y="5617304"/>
                  </a:lnTo>
                  <a:lnTo>
                    <a:pt x="822469" y="5617304"/>
                  </a:lnTo>
                  <a:lnTo>
                    <a:pt x="822595" y="5617304"/>
                  </a:lnTo>
                  <a:lnTo>
                    <a:pt x="822721" y="5617304"/>
                  </a:lnTo>
                  <a:lnTo>
                    <a:pt x="822847" y="5617304"/>
                  </a:lnTo>
                  <a:lnTo>
                    <a:pt x="822973" y="5617304"/>
                  </a:lnTo>
                  <a:lnTo>
                    <a:pt x="823099" y="5617304"/>
                  </a:lnTo>
                  <a:lnTo>
                    <a:pt x="823352" y="5617304"/>
                  </a:lnTo>
                  <a:lnTo>
                    <a:pt x="823478" y="5617304"/>
                  </a:lnTo>
                  <a:lnTo>
                    <a:pt x="823604" y="5617304"/>
                  </a:lnTo>
                  <a:lnTo>
                    <a:pt x="823730" y="5617304"/>
                  </a:lnTo>
                  <a:lnTo>
                    <a:pt x="823856" y="5617304"/>
                  </a:lnTo>
                  <a:lnTo>
                    <a:pt x="823982" y="5617304"/>
                  </a:lnTo>
                  <a:lnTo>
                    <a:pt x="824108" y="5617304"/>
                  </a:lnTo>
                  <a:lnTo>
                    <a:pt x="824486" y="5617304"/>
                  </a:lnTo>
                  <a:lnTo>
                    <a:pt x="824613" y="5617304"/>
                  </a:lnTo>
                  <a:lnTo>
                    <a:pt x="824865" y="5617304"/>
                  </a:lnTo>
                  <a:lnTo>
                    <a:pt x="824991" y="5617304"/>
                  </a:lnTo>
                  <a:lnTo>
                    <a:pt x="825117" y="5617304"/>
                  </a:lnTo>
                  <a:lnTo>
                    <a:pt x="825243" y="5617304"/>
                  </a:lnTo>
                  <a:lnTo>
                    <a:pt x="825369" y="5617304"/>
                  </a:lnTo>
                  <a:lnTo>
                    <a:pt x="825495" y="5617304"/>
                  </a:lnTo>
                  <a:lnTo>
                    <a:pt x="825999" y="5617304"/>
                  </a:lnTo>
                  <a:lnTo>
                    <a:pt x="826126" y="5617304"/>
                  </a:lnTo>
                  <a:lnTo>
                    <a:pt x="826252" y="5617304"/>
                  </a:lnTo>
                  <a:lnTo>
                    <a:pt x="826630" y="5617304"/>
                  </a:lnTo>
                  <a:lnTo>
                    <a:pt x="826882" y="5617304"/>
                  </a:lnTo>
                  <a:lnTo>
                    <a:pt x="827008" y="5617304"/>
                  </a:lnTo>
                  <a:lnTo>
                    <a:pt x="827765" y="5617304"/>
                  </a:lnTo>
                  <a:lnTo>
                    <a:pt x="827891" y="5617304"/>
                  </a:lnTo>
                  <a:lnTo>
                    <a:pt x="828017" y="5617304"/>
                  </a:lnTo>
                  <a:lnTo>
                    <a:pt x="828143" y="5617304"/>
                  </a:lnTo>
                  <a:lnTo>
                    <a:pt x="828269" y="5617304"/>
                  </a:lnTo>
                  <a:lnTo>
                    <a:pt x="828395" y="5617304"/>
                  </a:lnTo>
                  <a:lnTo>
                    <a:pt x="828521" y="5617304"/>
                  </a:lnTo>
                  <a:lnTo>
                    <a:pt x="828647" y="5617304"/>
                  </a:lnTo>
                  <a:lnTo>
                    <a:pt x="828899" y="5617304"/>
                  </a:lnTo>
                  <a:lnTo>
                    <a:pt x="829026" y="5617304"/>
                  </a:lnTo>
                  <a:lnTo>
                    <a:pt x="829152" y="5617304"/>
                  </a:lnTo>
                  <a:lnTo>
                    <a:pt x="829530" y="5617304"/>
                  </a:lnTo>
                  <a:lnTo>
                    <a:pt x="829782" y="5617304"/>
                  </a:lnTo>
                  <a:lnTo>
                    <a:pt x="830160" y="5617304"/>
                  </a:lnTo>
                  <a:lnTo>
                    <a:pt x="830286" y="5617304"/>
                  </a:lnTo>
                  <a:lnTo>
                    <a:pt x="830413" y="5617304"/>
                  </a:lnTo>
                  <a:lnTo>
                    <a:pt x="830665" y="5617304"/>
                  </a:lnTo>
                  <a:lnTo>
                    <a:pt x="830917" y="5617304"/>
                  </a:lnTo>
                  <a:lnTo>
                    <a:pt x="831043" y="5617304"/>
                  </a:lnTo>
                  <a:lnTo>
                    <a:pt x="831169" y="5617304"/>
                  </a:lnTo>
                  <a:lnTo>
                    <a:pt x="831421" y="5617304"/>
                  </a:lnTo>
                  <a:lnTo>
                    <a:pt x="831547" y="5617304"/>
                  </a:lnTo>
                  <a:lnTo>
                    <a:pt x="831673" y="5617304"/>
                  </a:lnTo>
                  <a:lnTo>
                    <a:pt x="831926" y="5617304"/>
                  </a:lnTo>
                  <a:lnTo>
                    <a:pt x="832052" y="5617304"/>
                  </a:lnTo>
                  <a:lnTo>
                    <a:pt x="832178" y="5617304"/>
                  </a:lnTo>
                  <a:lnTo>
                    <a:pt x="832430" y="5617304"/>
                  </a:lnTo>
                  <a:lnTo>
                    <a:pt x="832556" y="5617304"/>
                  </a:lnTo>
                  <a:lnTo>
                    <a:pt x="832682" y="5617304"/>
                  </a:lnTo>
                  <a:lnTo>
                    <a:pt x="832808" y="5617304"/>
                  </a:lnTo>
                  <a:lnTo>
                    <a:pt x="833186" y="5617304"/>
                  </a:lnTo>
                  <a:lnTo>
                    <a:pt x="833439" y="5617304"/>
                  </a:lnTo>
                  <a:lnTo>
                    <a:pt x="833565" y="5617304"/>
                  </a:lnTo>
                  <a:lnTo>
                    <a:pt x="833943" y="5617304"/>
                  </a:lnTo>
                  <a:lnTo>
                    <a:pt x="834069" y="5617304"/>
                  </a:lnTo>
                  <a:lnTo>
                    <a:pt x="834321" y="5617304"/>
                  </a:lnTo>
                  <a:lnTo>
                    <a:pt x="834447" y="5617304"/>
                  </a:lnTo>
                  <a:lnTo>
                    <a:pt x="834573" y="5617304"/>
                  </a:lnTo>
                  <a:lnTo>
                    <a:pt x="834700" y="5617304"/>
                  </a:lnTo>
                  <a:lnTo>
                    <a:pt x="834826" y="5617304"/>
                  </a:lnTo>
                  <a:lnTo>
                    <a:pt x="834952" y="5617304"/>
                  </a:lnTo>
                  <a:lnTo>
                    <a:pt x="835078" y="5617304"/>
                  </a:lnTo>
                  <a:lnTo>
                    <a:pt x="835330" y="5617304"/>
                  </a:lnTo>
                  <a:lnTo>
                    <a:pt x="835456" y="5612024"/>
                  </a:lnTo>
                  <a:lnTo>
                    <a:pt x="835582" y="5612024"/>
                  </a:lnTo>
                  <a:lnTo>
                    <a:pt x="835708" y="5612024"/>
                  </a:lnTo>
                  <a:lnTo>
                    <a:pt x="836086" y="5612024"/>
                  </a:lnTo>
                  <a:lnTo>
                    <a:pt x="836213" y="5612024"/>
                  </a:lnTo>
                  <a:lnTo>
                    <a:pt x="836339" y="5612024"/>
                  </a:lnTo>
                  <a:lnTo>
                    <a:pt x="836465" y="5612024"/>
                  </a:lnTo>
                  <a:lnTo>
                    <a:pt x="836591" y="5612024"/>
                  </a:lnTo>
                  <a:lnTo>
                    <a:pt x="836717" y="5612024"/>
                  </a:lnTo>
                  <a:lnTo>
                    <a:pt x="836969" y="5612024"/>
                  </a:lnTo>
                  <a:lnTo>
                    <a:pt x="837095" y="5612024"/>
                  </a:lnTo>
                  <a:lnTo>
                    <a:pt x="837221" y="5612024"/>
                  </a:lnTo>
                  <a:lnTo>
                    <a:pt x="837347" y="5612024"/>
                  </a:lnTo>
                  <a:lnTo>
                    <a:pt x="837473" y="5612024"/>
                  </a:lnTo>
                  <a:lnTo>
                    <a:pt x="837852" y="5612024"/>
                  </a:lnTo>
                  <a:lnTo>
                    <a:pt x="838356" y="5612024"/>
                  </a:lnTo>
                  <a:lnTo>
                    <a:pt x="838734" y="5612024"/>
                  </a:lnTo>
                  <a:lnTo>
                    <a:pt x="838987" y="5612024"/>
                  </a:lnTo>
                  <a:lnTo>
                    <a:pt x="839113" y="5612024"/>
                  </a:lnTo>
                  <a:lnTo>
                    <a:pt x="839239" y="5612024"/>
                  </a:lnTo>
                  <a:lnTo>
                    <a:pt x="839365" y="5612024"/>
                  </a:lnTo>
                  <a:lnTo>
                    <a:pt x="839617" y="5612024"/>
                  </a:lnTo>
                  <a:lnTo>
                    <a:pt x="839743" y="5612024"/>
                  </a:lnTo>
                  <a:lnTo>
                    <a:pt x="839995" y="5612024"/>
                  </a:lnTo>
                  <a:lnTo>
                    <a:pt x="840247" y="5612024"/>
                  </a:lnTo>
                  <a:lnTo>
                    <a:pt x="840500" y="5612024"/>
                  </a:lnTo>
                  <a:lnTo>
                    <a:pt x="840626" y="5612024"/>
                  </a:lnTo>
                  <a:lnTo>
                    <a:pt x="841004" y="5612024"/>
                  </a:lnTo>
                  <a:lnTo>
                    <a:pt x="841256" y="5612024"/>
                  </a:lnTo>
                  <a:lnTo>
                    <a:pt x="841382" y="5612024"/>
                  </a:lnTo>
                  <a:lnTo>
                    <a:pt x="841508" y="5612024"/>
                  </a:lnTo>
                  <a:lnTo>
                    <a:pt x="841634" y="5612024"/>
                  </a:lnTo>
                  <a:lnTo>
                    <a:pt x="842139" y="5612024"/>
                  </a:lnTo>
                  <a:lnTo>
                    <a:pt x="842265" y="5612024"/>
                  </a:lnTo>
                  <a:lnTo>
                    <a:pt x="842391" y="5612024"/>
                  </a:lnTo>
                  <a:lnTo>
                    <a:pt x="842517" y="5612024"/>
                  </a:lnTo>
                  <a:lnTo>
                    <a:pt x="842643" y="5612024"/>
                  </a:lnTo>
                  <a:lnTo>
                    <a:pt x="842895" y="5612024"/>
                  </a:lnTo>
                  <a:lnTo>
                    <a:pt x="843021" y="5612024"/>
                  </a:lnTo>
                  <a:lnTo>
                    <a:pt x="843273" y="5612024"/>
                  </a:lnTo>
                  <a:lnTo>
                    <a:pt x="843400" y="5612024"/>
                  </a:lnTo>
                  <a:lnTo>
                    <a:pt x="843526" y="5612024"/>
                  </a:lnTo>
                  <a:lnTo>
                    <a:pt x="843778" y="5612024"/>
                  </a:lnTo>
                  <a:lnTo>
                    <a:pt x="843904" y="5612024"/>
                  </a:lnTo>
                  <a:lnTo>
                    <a:pt x="844030" y="5612024"/>
                  </a:lnTo>
                  <a:lnTo>
                    <a:pt x="844156" y="5612024"/>
                  </a:lnTo>
                  <a:lnTo>
                    <a:pt x="844408" y="5612024"/>
                  </a:lnTo>
                  <a:lnTo>
                    <a:pt x="844534" y="5612024"/>
                  </a:lnTo>
                  <a:lnTo>
                    <a:pt x="844787" y="5612024"/>
                  </a:lnTo>
                  <a:lnTo>
                    <a:pt x="844913" y="5612024"/>
                  </a:lnTo>
                  <a:lnTo>
                    <a:pt x="845291" y="5612024"/>
                  </a:lnTo>
                  <a:lnTo>
                    <a:pt x="845417" y="5612024"/>
                  </a:lnTo>
                  <a:lnTo>
                    <a:pt x="845669" y="5612024"/>
                  </a:lnTo>
                  <a:lnTo>
                    <a:pt x="845795" y="5612024"/>
                  </a:lnTo>
                  <a:lnTo>
                    <a:pt x="845921" y="5612024"/>
                  </a:lnTo>
                  <a:lnTo>
                    <a:pt x="846173" y="5612024"/>
                  </a:lnTo>
                  <a:lnTo>
                    <a:pt x="846300" y="5612024"/>
                  </a:lnTo>
                  <a:lnTo>
                    <a:pt x="846426" y="5612024"/>
                  </a:lnTo>
                  <a:lnTo>
                    <a:pt x="846552" y="5612024"/>
                  </a:lnTo>
                  <a:lnTo>
                    <a:pt x="846678" y="5612024"/>
                  </a:lnTo>
                  <a:lnTo>
                    <a:pt x="846930" y="5612024"/>
                  </a:lnTo>
                  <a:lnTo>
                    <a:pt x="847056" y="5612024"/>
                  </a:lnTo>
                  <a:lnTo>
                    <a:pt x="847182" y="5612024"/>
                  </a:lnTo>
                  <a:lnTo>
                    <a:pt x="847308" y="5612024"/>
                  </a:lnTo>
                  <a:lnTo>
                    <a:pt x="847560" y="5612024"/>
                  </a:lnTo>
                  <a:lnTo>
                    <a:pt x="847687" y="5612024"/>
                  </a:lnTo>
                  <a:lnTo>
                    <a:pt x="847813" y="5612024"/>
                  </a:lnTo>
                  <a:lnTo>
                    <a:pt x="847939" y="5612024"/>
                  </a:lnTo>
                  <a:lnTo>
                    <a:pt x="848191" y="5612024"/>
                  </a:lnTo>
                  <a:lnTo>
                    <a:pt x="848443" y="5606745"/>
                  </a:lnTo>
                  <a:lnTo>
                    <a:pt x="848695" y="5606745"/>
                  </a:lnTo>
                  <a:lnTo>
                    <a:pt x="848821" y="5606745"/>
                  </a:lnTo>
                  <a:lnTo>
                    <a:pt x="848947" y="5606745"/>
                  </a:lnTo>
                  <a:lnTo>
                    <a:pt x="849074" y="5606745"/>
                  </a:lnTo>
                  <a:lnTo>
                    <a:pt x="849200" y="5606745"/>
                  </a:lnTo>
                  <a:lnTo>
                    <a:pt x="849326" y="5606745"/>
                  </a:lnTo>
                  <a:lnTo>
                    <a:pt x="849452" y="5606745"/>
                  </a:lnTo>
                  <a:lnTo>
                    <a:pt x="849578" y="5606745"/>
                  </a:lnTo>
                  <a:lnTo>
                    <a:pt x="849704" y="5606745"/>
                  </a:lnTo>
                  <a:lnTo>
                    <a:pt x="849956" y="5606745"/>
                  </a:lnTo>
                  <a:lnTo>
                    <a:pt x="850082" y="5606745"/>
                  </a:lnTo>
                  <a:lnTo>
                    <a:pt x="850334" y="5606745"/>
                  </a:lnTo>
                  <a:lnTo>
                    <a:pt x="850460" y="5606745"/>
                  </a:lnTo>
                  <a:lnTo>
                    <a:pt x="850587" y="5606745"/>
                  </a:lnTo>
                  <a:lnTo>
                    <a:pt x="850713" y="5606745"/>
                  </a:lnTo>
                  <a:lnTo>
                    <a:pt x="850965" y="5606745"/>
                  </a:lnTo>
                  <a:lnTo>
                    <a:pt x="851091" y="5606745"/>
                  </a:lnTo>
                  <a:lnTo>
                    <a:pt x="851217" y="5601466"/>
                  </a:lnTo>
                  <a:lnTo>
                    <a:pt x="851343" y="5601466"/>
                  </a:lnTo>
                  <a:lnTo>
                    <a:pt x="851469" y="5601466"/>
                  </a:lnTo>
                  <a:lnTo>
                    <a:pt x="851595" y="5601466"/>
                  </a:lnTo>
                  <a:lnTo>
                    <a:pt x="851721" y="5601466"/>
                  </a:lnTo>
                  <a:lnTo>
                    <a:pt x="851974" y="5601466"/>
                  </a:lnTo>
                  <a:lnTo>
                    <a:pt x="852100" y="5601466"/>
                  </a:lnTo>
                  <a:lnTo>
                    <a:pt x="852352" y="5601466"/>
                  </a:lnTo>
                  <a:lnTo>
                    <a:pt x="852478" y="5601466"/>
                  </a:lnTo>
                  <a:lnTo>
                    <a:pt x="852604" y="5601466"/>
                  </a:lnTo>
                  <a:lnTo>
                    <a:pt x="852730" y="5601466"/>
                  </a:lnTo>
                  <a:lnTo>
                    <a:pt x="852856" y="5601466"/>
                  </a:lnTo>
                  <a:lnTo>
                    <a:pt x="852982" y="5601466"/>
                  </a:lnTo>
                  <a:lnTo>
                    <a:pt x="853487" y="5601466"/>
                  </a:lnTo>
                  <a:lnTo>
                    <a:pt x="853739" y="5601466"/>
                  </a:lnTo>
                  <a:lnTo>
                    <a:pt x="853865" y="5601466"/>
                  </a:lnTo>
                  <a:lnTo>
                    <a:pt x="854117" y="5601466"/>
                  </a:lnTo>
                  <a:lnTo>
                    <a:pt x="854243" y="5601466"/>
                  </a:lnTo>
                  <a:lnTo>
                    <a:pt x="854369" y="5601466"/>
                  </a:lnTo>
                  <a:lnTo>
                    <a:pt x="854495" y="5601466"/>
                  </a:lnTo>
                  <a:lnTo>
                    <a:pt x="854621" y="5601466"/>
                  </a:lnTo>
                  <a:lnTo>
                    <a:pt x="854747" y="5601466"/>
                  </a:lnTo>
                  <a:lnTo>
                    <a:pt x="854874" y="5601466"/>
                  </a:lnTo>
                  <a:lnTo>
                    <a:pt x="855252" y="5601466"/>
                  </a:lnTo>
                  <a:lnTo>
                    <a:pt x="855504" y="5601466"/>
                  </a:lnTo>
                  <a:lnTo>
                    <a:pt x="855630" y="5601466"/>
                  </a:lnTo>
                  <a:lnTo>
                    <a:pt x="855756" y="5601466"/>
                  </a:lnTo>
                  <a:lnTo>
                    <a:pt x="855882" y="5601466"/>
                  </a:lnTo>
                  <a:lnTo>
                    <a:pt x="856134" y="5601466"/>
                  </a:lnTo>
                  <a:lnTo>
                    <a:pt x="857017" y="5601466"/>
                  </a:lnTo>
                  <a:lnTo>
                    <a:pt x="857143" y="5601466"/>
                  </a:lnTo>
                  <a:lnTo>
                    <a:pt x="857269" y="5596186"/>
                  </a:lnTo>
                  <a:lnTo>
                    <a:pt x="857395" y="5596186"/>
                  </a:lnTo>
                  <a:lnTo>
                    <a:pt x="857521" y="5596186"/>
                  </a:lnTo>
                  <a:lnTo>
                    <a:pt x="857774" y="5596186"/>
                  </a:lnTo>
                  <a:lnTo>
                    <a:pt x="858026" y="5596186"/>
                  </a:lnTo>
                  <a:lnTo>
                    <a:pt x="858152" y="5596186"/>
                  </a:lnTo>
                  <a:lnTo>
                    <a:pt x="858404" y="5596186"/>
                  </a:lnTo>
                  <a:lnTo>
                    <a:pt x="858530" y="5596186"/>
                  </a:lnTo>
                  <a:lnTo>
                    <a:pt x="858656" y="5596186"/>
                  </a:lnTo>
                  <a:lnTo>
                    <a:pt x="858782" y="5596186"/>
                  </a:lnTo>
                  <a:lnTo>
                    <a:pt x="858908" y="5596186"/>
                  </a:lnTo>
                  <a:lnTo>
                    <a:pt x="859034" y="5596186"/>
                  </a:lnTo>
                  <a:lnTo>
                    <a:pt x="859161" y="5596186"/>
                  </a:lnTo>
                  <a:lnTo>
                    <a:pt x="859287" y="5596186"/>
                  </a:lnTo>
                  <a:lnTo>
                    <a:pt x="859413" y="5596186"/>
                  </a:lnTo>
                  <a:lnTo>
                    <a:pt x="859539" y="5596186"/>
                  </a:lnTo>
                  <a:lnTo>
                    <a:pt x="859791" y="5596186"/>
                  </a:lnTo>
                  <a:lnTo>
                    <a:pt x="859917" y="5596186"/>
                  </a:lnTo>
                  <a:lnTo>
                    <a:pt x="860043" y="5596186"/>
                  </a:lnTo>
                  <a:lnTo>
                    <a:pt x="860169" y="5596186"/>
                  </a:lnTo>
                  <a:lnTo>
                    <a:pt x="860295" y="5596186"/>
                  </a:lnTo>
                  <a:lnTo>
                    <a:pt x="860421" y="5596186"/>
                  </a:lnTo>
                  <a:lnTo>
                    <a:pt x="860547" y="5596186"/>
                  </a:lnTo>
                  <a:lnTo>
                    <a:pt x="860674" y="5596186"/>
                  </a:lnTo>
                  <a:lnTo>
                    <a:pt x="860926" y="5596186"/>
                  </a:lnTo>
                  <a:lnTo>
                    <a:pt x="861052" y="5596186"/>
                  </a:lnTo>
                  <a:lnTo>
                    <a:pt x="861430" y="5596186"/>
                  </a:lnTo>
                  <a:lnTo>
                    <a:pt x="861682" y="5596186"/>
                  </a:lnTo>
                  <a:lnTo>
                    <a:pt x="861934" y="5596186"/>
                  </a:lnTo>
                  <a:lnTo>
                    <a:pt x="862187" y="5596186"/>
                  </a:lnTo>
                  <a:lnTo>
                    <a:pt x="862313" y="5596186"/>
                  </a:lnTo>
                  <a:lnTo>
                    <a:pt x="862439" y="5596186"/>
                  </a:lnTo>
                  <a:lnTo>
                    <a:pt x="862565" y="5596186"/>
                  </a:lnTo>
                  <a:lnTo>
                    <a:pt x="862691" y="5596186"/>
                  </a:lnTo>
                  <a:lnTo>
                    <a:pt x="862817" y="5596186"/>
                  </a:lnTo>
                  <a:lnTo>
                    <a:pt x="862943" y="5596186"/>
                  </a:lnTo>
                  <a:lnTo>
                    <a:pt x="863069" y="5596186"/>
                  </a:lnTo>
                  <a:lnTo>
                    <a:pt x="864330" y="5596186"/>
                  </a:lnTo>
                  <a:lnTo>
                    <a:pt x="864456" y="5596186"/>
                  </a:lnTo>
                  <a:lnTo>
                    <a:pt x="864582" y="5596186"/>
                  </a:lnTo>
                  <a:lnTo>
                    <a:pt x="864582" y="5590907"/>
                  </a:lnTo>
                  <a:lnTo>
                    <a:pt x="864708" y="5590907"/>
                  </a:lnTo>
                  <a:lnTo>
                    <a:pt x="864834" y="5590907"/>
                  </a:lnTo>
                  <a:lnTo>
                    <a:pt x="864961" y="5590907"/>
                  </a:lnTo>
                  <a:lnTo>
                    <a:pt x="865087" y="5590907"/>
                  </a:lnTo>
                  <a:lnTo>
                    <a:pt x="865213" y="5590907"/>
                  </a:lnTo>
                  <a:lnTo>
                    <a:pt x="865465" y="5590907"/>
                  </a:lnTo>
                  <a:lnTo>
                    <a:pt x="865591" y="5590907"/>
                  </a:lnTo>
                  <a:lnTo>
                    <a:pt x="865717" y="5590907"/>
                  </a:lnTo>
                  <a:lnTo>
                    <a:pt x="865843" y="5590907"/>
                  </a:lnTo>
                  <a:lnTo>
                    <a:pt x="865969" y="5590907"/>
                  </a:lnTo>
                  <a:lnTo>
                    <a:pt x="866348" y="5590907"/>
                  </a:lnTo>
                  <a:lnTo>
                    <a:pt x="866474" y="5590907"/>
                  </a:lnTo>
                  <a:lnTo>
                    <a:pt x="866600" y="5590907"/>
                  </a:lnTo>
                  <a:lnTo>
                    <a:pt x="866726" y="5590907"/>
                  </a:lnTo>
                  <a:lnTo>
                    <a:pt x="867104" y="5590907"/>
                  </a:lnTo>
                  <a:lnTo>
                    <a:pt x="867230" y="5590907"/>
                  </a:lnTo>
                  <a:lnTo>
                    <a:pt x="867356" y="5590907"/>
                  </a:lnTo>
                  <a:lnTo>
                    <a:pt x="867482" y="5590907"/>
                  </a:lnTo>
                  <a:lnTo>
                    <a:pt x="867608" y="5590907"/>
                  </a:lnTo>
                  <a:lnTo>
                    <a:pt x="867734" y="5590907"/>
                  </a:lnTo>
                  <a:lnTo>
                    <a:pt x="868113" y="5590907"/>
                  </a:lnTo>
                  <a:lnTo>
                    <a:pt x="868239" y="5590907"/>
                  </a:lnTo>
                  <a:lnTo>
                    <a:pt x="868365" y="5590907"/>
                  </a:lnTo>
                  <a:lnTo>
                    <a:pt x="868617" y="5590907"/>
                  </a:lnTo>
                  <a:lnTo>
                    <a:pt x="868743" y="5590907"/>
                  </a:lnTo>
                  <a:lnTo>
                    <a:pt x="868995" y="5590907"/>
                  </a:lnTo>
                  <a:lnTo>
                    <a:pt x="869121" y="5590907"/>
                  </a:lnTo>
                  <a:lnTo>
                    <a:pt x="869248" y="5590907"/>
                  </a:lnTo>
                  <a:lnTo>
                    <a:pt x="869500" y="5590907"/>
                  </a:lnTo>
                  <a:lnTo>
                    <a:pt x="869752" y="5590907"/>
                  </a:lnTo>
                  <a:lnTo>
                    <a:pt x="869878" y="5590907"/>
                  </a:lnTo>
                  <a:lnTo>
                    <a:pt x="870004" y="5590907"/>
                  </a:lnTo>
                  <a:lnTo>
                    <a:pt x="870130" y="5590907"/>
                  </a:lnTo>
                  <a:lnTo>
                    <a:pt x="870382" y="5585627"/>
                  </a:lnTo>
                  <a:lnTo>
                    <a:pt x="870634" y="5585627"/>
                  </a:lnTo>
                  <a:lnTo>
                    <a:pt x="870761" y="5585627"/>
                  </a:lnTo>
                  <a:lnTo>
                    <a:pt x="870887" y="5585627"/>
                  </a:lnTo>
                  <a:lnTo>
                    <a:pt x="871013" y="5585627"/>
                  </a:lnTo>
                  <a:lnTo>
                    <a:pt x="871139" y="5585627"/>
                  </a:lnTo>
                  <a:lnTo>
                    <a:pt x="871391" y="5585627"/>
                  </a:lnTo>
                  <a:lnTo>
                    <a:pt x="871517" y="5585627"/>
                  </a:lnTo>
                  <a:lnTo>
                    <a:pt x="871769" y="5585627"/>
                  </a:lnTo>
                  <a:lnTo>
                    <a:pt x="871895" y="5585627"/>
                  </a:lnTo>
                  <a:lnTo>
                    <a:pt x="872021" y="5585627"/>
                  </a:lnTo>
                  <a:lnTo>
                    <a:pt x="872148" y="5585627"/>
                  </a:lnTo>
                  <a:lnTo>
                    <a:pt x="872526" y="5585627"/>
                  </a:lnTo>
                  <a:lnTo>
                    <a:pt x="872652" y="5585627"/>
                  </a:lnTo>
                  <a:lnTo>
                    <a:pt x="872904" y="5585627"/>
                  </a:lnTo>
                  <a:lnTo>
                    <a:pt x="873030" y="5585627"/>
                  </a:lnTo>
                  <a:lnTo>
                    <a:pt x="873156" y="5585627"/>
                  </a:lnTo>
                  <a:lnTo>
                    <a:pt x="873408" y="5585627"/>
                  </a:lnTo>
                  <a:lnTo>
                    <a:pt x="873535" y="5585627"/>
                  </a:lnTo>
                  <a:lnTo>
                    <a:pt x="873661" y="5585627"/>
                  </a:lnTo>
                  <a:lnTo>
                    <a:pt x="874165" y="5585627"/>
                  </a:lnTo>
                  <a:lnTo>
                    <a:pt x="874291" y="5585627"/>
                  </a:lnTo>
                  <a:lnTo>
                    <a:pt x="874417" y="5585627"/>
                  </a:lnTo>
                  <a:lnTo>
                    <a:pt x="874669" y="5585627"/>
                  </a:lnTo>
                  <a:lnTo>
                    <a:pt x="874795" y="5585627"/>
                  </a:lnTo>
                  <a:lnTo>
                    <a:pt x="874921" y="5585627"/>
                  </a:lnTo>
                  <a:lnTo>
                    <a:pt x="875048" y="5585627"/>
                  </a:lnTo>
                  <a:lnTo>
                    <a:pt x="875300" y="5585627"/>
                  </a:lnTo>
                  <a:lnTo>
                    <a:pt x="875426" y="5585627"/>
                  </a:lnTo>
                  <a:lnTo>
                    <a:pt x="875552" y="5585627"/>
                  </a:lnTo>
                  <a:lnTo>
                    <a:pt x="875804" y="5585627"/>
                  </a:lnTo>
                  <a:lnTo>
                    <a:pt x="875930" y="5585627"/>
                  </a:lnTo>
                  <a:lnTo>
                    <a:pt x="876182" y="5585627"/>
                  </a:lnTo>
                  <a:lnTo>
                    <a:pt x="876308" y="5585627"/>
                  </a:lnTo>
                  <a:lnTo>
                    <a:pt x="876435" y="5585627"/>
                  </a:lnTo>
                  <a:lnTo>
                    <a:pt x="876561" y="5585627"/>
                  </a:lnTo>
                  <a:lnTo>
                    <a:pt x="876813" y="5585627"/>
                  </a:lnTo>
                  <a:lnTo>
                    <a:pt x="876939" y="5585627"/>
                  </a:lnTo>
                  <a:lnTo>
                    <a:pt x="877065" y="5585627"/>
                  </a:lnTo>
                  <a:lnTo>
                    <a:pt x="877317" y="5585627"/>
                  </a:lnTo>
                  <a:lnTo>
                    <a:pt x="877443" y="5585627"/>
                  </a:lnTo>
                  <a:lnTo>
                    <a:pt x="877569" y="5580348"/>
                  </a:lnTo>
                  <a:lnTo>
                    <a:pt x="877695" y="5580348"/>
                  </a:lnTo>
                  <a:lnTo>
                    <a:pt x="877821" y="5580348"/>
                  </a:lnTo>
                  <a:lnTo>
                    <a:pt x="877948" y="5580348"/>
                  </a:lnTo>
                  <a:lnTo>
                    <a:pt x="878074" y="5580348"/>
                  </a:lnTo>
                  <a:lnTo>
                    <a:pt x="878200" y="5580348"/>
                  </a:lnTo>
                  <a:lnTo>
                    <a:pt x="878452" y="5580348"/>
                  </a:lnTo>
                  <a:lnTo>
                    <a:pt x="878578" y="5580348"/>
                  </a:lnTo>
                  <a:lnTo>
                    <a:pt x="878704" y="5580348"/>
                  </a:lnTo>
                  <a:lnTo>
                    <a:pt x="878830" y="5580348"/>
                  </a:lnTo>
                  <a:lnTo>
                    <a:pt x="878956" y="5580348"/>
                  </a:lnTo>
                  <a:lnTo>
                    <a:pt x="879082" y="5580348"/>
                  </a:lnTo>
                  <a:lnTo>
                    <a:pt x="879208" y="5580348"/>
                  </a:lnTo>
                  <a:lnTo>
                    <a:pt x="879461" y="5580348"/>
                  </a:lnTo>
                  <a:lnTo>
                    <a:pt x="879587" y="5580348"/>
                  </a:lnTo>
                  <a:lnTo>
                    <a:pt x="879965" y="5580348"/>
                  </a:lnTo>
                  <a:lnTo>
                    <a:pt x="880091" y="5580348"/>
                  </a:lnTo>
                  <a:lnTo>
                    <a:pt x="880217" y="5580348"/>
                  </a:lnTo>
                  <a:lnTo>
                    <a:pt x="880343" y="5580348"/>
                  </a:lnTo>
                  <a:lnTo>
                    <a:pt x="880595" y="5580348"/>
                  </a:lnTo>
                  <a:lnTo>
                    <a:pt x="880722" y="5580348"/>
                  </a:lnTo>
                  <a:lnTo>
                    <a:pt x="880974" y="5580348"/>
                  </a:lnTo>
                  <a:lnTo>
                    <a:pt x="881100" y="5580348"/>
                  </a:lnTo>
                  <a:lnTo>
                    <a:pt x="881352" y="5580348"/>
                  </a:lnTo>
                  <a:lnTo>
                    <a:pt x="881478" y="5580348"/>
                  </a:lnTo>
                  <a:lnTo>
                    <a:pt x="881604" y="5580348"/>
                  </a:lnTo>
                  <a:lnTo>
                    <a:pt x="881856" y="5580348"/>
                  </a:lnTo>
                  <a:lnTo>
                    <a:pt x="881982" y="5580348"/>
                  </a:lnTo>
                  <a:lnTo>
                    <a:pt x="882108" y="5580348"/>
                  </a:lnTo>
                  <a:lnTo>
                    <a:pt x="882487" y="5580348"/>
                  </a:lnTo>
                  <a:lnTo>
                    <a:pt x="882613" y="5580348"/>
                  </a:lnTo>
                  <a:lnTo>
                    <a:pt x="882739" y="5580348"/>
                  </a:lnTo>
                  <a:lnTo>
                    <a:pt x="882991" y="5580348"/>
                  </a:lnTo>
                  <a:lnTo>
                    <a:pt x="883117" y="5580348"/>
                  </a:lnTo>
                  <a:lnTo>
                    <a:pt x="883243" y="5580348"/>
                  </a:lnTo>
                  <a:lnTo>
                    <a:pt x="883495" y="5580348"/>
                  </a:lnTo>
                  <a:lnTo>
                    <a:pt x="883622" y="5580348"/>
                  </a:lnTo>
                  <a:lnTo>
                    <a:pt x="883748" y="5580348"/>
                  </a:lnTo>
                  <a:lnTo>
                    <a:pt x="883874" y="5580348"/>
                  </a:lnTo>
                  <a:lnTo>
                    <a:pt x="884126" y="5580348"/>
                  </a:lnTo>
                  <a:lnTo>
                    <a:pt x="884252" y="5580348"/>
                  </a:lnTo>
                  <a:lnTo>
                    <a:pt x="884378" y="5580348"/>
                  </a:lnTo>
                  <a:lnTo>
                    <a:pt x="884504" y="5580348"/>
                  </a:lnTo>
                  <a:lnTo>
                    <a:pt x="884630" y="5580348"/>
                  </a:lnTo>
                  <a:lnTo>
                    <a:pt x="884882" y="5580348"/>
                  </a:lnTo>
                  <a:lnTo>
                    <a:pt x="885008" y="5580348"/>
                  </a:lnTo>
                  <a:lnTo>
                    <a:pt x="885135" y="5580348"/>
                  </a:lnTo>
                  <a:lnTo>
                    <a:pt x="885261" y="5580348"/>
                  </a:lnTo>
                  <a:lnTo>
                    <a:pt x="885387" y="5580348"/>
                  </a:lnTo>
                  <a:lnTo>
                    <a:pt x="885513" y="5580348"/>
                  </a:lnTo>
                  <a:lnTo>
                    <a:pt x="885639" y="5580348"/>
                  </a:lnTo>
                  <a:lnTo>
                    <a:pt x="885765" y="5580348"/>
                  </a:lnTo>
                  <a:lnTo>
                    <a:pt x="885891" y="5580348"/>
                  </a:lnTo>
                  <a:lnTo>
                    <a:pt x="886017" y="5580348"/>
                  </a:lnTo>
                  <a:lnTo>
                    <a:pt x="886143" y="5580348"/>
                  </a:lnTo>
                  <a:lnTo>
                    <a:pt x="886269" y="5575068"/>
                  </a:lnTo>
                  <a:lnTo>
                    <a:pt x="886395" y="5575068"/>
                  </a:lnTo>
                  <a:lnTo>
                    <a:pt x="886648" y="5575068"/>
                  </a:lnTo>
                  <a:lnTo>
                    <a:pt x="886900" y="5575068"/>
                  </a:lnTo>
                  <a:lnTo>
                    <a:pt x="887026" y="5575068"/>
                  </a:lnTo>
                  <a:lnTo>
                    <a:pt x="887278" y="5575068"/>
                  </a:lnTo>
                  <a:lnTo>
                    <a:pt x="887404" y="5575068"/>
                  </a:lnTo>
                  <a:lnTo>
                    <a:pt x="887530" y="5575068"/>
                  </a:lnTo>
                  <a:lnTo>
                    <a:pt x="887656" y="5575068"/>
                  </a:lnTo>
                  <a:lnTo>
                    <a:pt x="888539" y="5575068"/>
                  </a:lnTo>
                  <a:lnTo>
                    <a:pt x="888665" y="5575068"/>
                  </a:lnTo>
                  <a:lnTo>
                    <a:pt x="888791" y="5575068"/>
                  </a:lnTo>
                  <a:lnTo>
                    <a:pt x="888917" y="5575068"/>
                  </a:lnTo>
                  <a:lnTo>
                    <a:pt x="889043" y="5575068"/>
                  </a:lnTo>
                  <a:lnTo>
                    <a:pt x="889169" y="5575068"/>
                  </a:lnTo>
                  <a:lnTo>
                    <a:pt x="889422" y="5575068"/>
                  </a:lnTo>
                  <a:lnTo>
                    <a:pt x="889548" y="5575068"/>
                  </a:lnTo>
                  <a:lnTo>
                    <a:pt x="889674" y="5575068"/>
                  </a:lnTo>
                  <a:lnTo>
                    <a:pt x="889926" y="5575068"/>
                  </a:lnTo>
                  <a:lnTo>
                    <a:pt x="890052" y="5575068"/>
                  </a:lnTo>
                  <a:lnTo>
                    <a:pt x="890178" y="5575068"/>
                  </a:lnTo>
                  <a:lnTo>
                    <a:pt x="890304" y="5575068"/>
                  </a:lnTo>
                  <a:lnTo>
                    <a:pt x="890556" y="5575068"/>
                  </a:lnTo>
                  <a:lnTo>
                    <a:pt x="890682" y="5575068"/>
                  </a:lnTo>
                  <a:lnTo>
                    <a:pt x="890809" y="5575068"/>
                  </a:lnTo>
                  <a:lnTo>
                    <a:pt x="890935" y="5575068"/>
                  </a:lnTo>
                  <a:lnTo>
                    <a:pt x="891061" y="5575068"/>
                  </a:lnTo>
                  <a:lnTo>
                    <a:pt x="891187" y="5575068"/>
                  </a:lnTo>
                  <a:lnTo>
                    <a:pt x="891313" y="5575068"/>
                  </a:lnTo>
                  <a:lnTo>
                    <a:pt x="891439" y="5575068"/>
                  </a:lnTo>
                  <a:lnTo>
                    <a:pt x="891565" y="5575068"/>
                  </a:lnTo>
                  <a:lnTo>
                    <a:pt x="891691" y="5575068"/>
                  </a:lnTo>
                  <a:lnTo>
                    <a:pt x="891817" y="5575068"/>
                  </a:lnTo>
                  <a:lnTo>
                    <a:pt x="891943" y="5575068"/>
                  </a:lnTo>
                  <a:lnTo>
                    <a:pt x="892826" y="5575068"/>
                  </a:lnTo>
                  <a:lnTo>
                    <a:pt x="892952" y="5575068"/>
                  </a:lnTo>
                  <a:lnTo>
                    <a:pt x="893078" y="5575068"/>
                  </a:lnTo>
                  <a:lnTo>
                    <a:pt x="893204" y="5575068"/>
                  </a:lnTo>
                  <a:lnTo>
                    <a:pt x="893330" y="5575068"/>
                  </a:lnTo>
                  <a:lnTo>
                    <a:pt x="893456" y="5575068"/>
                  </a:lnTo>
                  <a:lnTo>
                    <a:pt x="893582" y="5575068"/>
                  </a:lnTo>
                  <a:lnTo>
                    <a:pt x="893709" y="5575068"/>
                  </a:lnTo>
                  <a:lnTo>
                    <a:pt x="893835" y="5575068"/>
                  </a:lnTo>
                  <a:lnTo>
                    <a:pt x="893961" y="5575068"/>
                  </a:lnTo>
                  <a:lnTo>
                    <a:pt x="894087" y="5575068"/>
                  </a:lnTo>
                  <a:lnTo>
                    <a:pt x="894213" y="5575068"/>
                  </a:lnTo>
                  <a:lnTo>
                    <a:pt x="894339" y="5575068"/>
                  </a:lnTo>
                  <a:lnTo>
                    <a:pt x="894465" y="5575068"/>
                  </a:lnTo>
                  <a:lnTo>
                    <a:pt x="894591" y="5575068"/>
                  </a:lnTo>
                  <a:lnTo>
                    <a:pt x="894843" y="5575068"/>
                  </a:lnTo>
                  <a:lnTo>
                    <a:pt x="895095" y="5575068"/>
                  </a:lnTo>
                  <a:lnTo>
                    <a:pt x="895474" y="5575068"/>
                  </a:lnTo>
                  <a:lnTo>
                    <a:pt x="895600" y="5575068"/>
                  </a:lnTo>
                  <a:lnTo>
                    <a:pt x="895726" y="5575068"/>
                  </a:lnTo>
                  <a:lnTo>
                    <a:pt x="895852" y="5575068"/>
                  </a:lnTo>
                  <a:lnTo>
                    <a:pt x="896104" y="5575068"/>
                  </a:lnTo>
                  <a:lnTo>
                    <a:pt x="896230" y="5575068"/>
                  </a:lnTo>
                  <a:lnTo>
                    <a:pt x="896356" y="5575068"/>
                  </a:lnTo>
                  <a:lnTo>
                    <a:pt x="896482" y="5575068"/>
                  </a:lnTo>
                  <a:lnTo>
                    <a:pt x="896609" y="5575068"/>
                  </a:lnTo>
                  <a:lnTo>
                    <a:pt x="896735" y="5575068"/>
                  </a:lnTo>
                  <a:lnTo>
                    <a:pt x="896861" y="5575068"/>
                  </a:lnTo>
                  <a:lnTo>
                    <a:pt x="897365" y="5575068"/>
                  </a:lnTo>
                  <a:lnTo>
                    <a:pt x="897743" y="5575068"/>
                  </a:lnTo>
                  <a:lnTo>
                    <a:pt x="897869" y="5575068"/>
                  </a:lnTo>
                  <a:lnTo>
                    <a:pt x="897996" y="5575068"/>
                  </a:lnTo>
                  <a:lnTo>
                    <a:pt x="898122" y="5575068"/>
                  </a:lnTo>
                  <a:lnTo>
                    <a:pt x="898500" y="5575068"/>
                  </a:lnTo>
                  <a:lnTo>
                    <a:pt x="898626" y="5575068"/>
                  </a:lnTo>
                  <a:lnTo>
                    <a:pt x="898752" y="5575068"/>
                  </a:lnTo>
                  <a:lnTo>
                    <a:pt x="898878" y="5575068"/>
                  </a:lnTo>
                  <a:lnTo>
                    <a:pt x="899004" y="5575068"/>
                  </a:lnTo>
                  <a:lnTo>
                    <a:pt x="899130" y="5575068"/>
                  </a:lnTo>
                  <a:lnTo>
                    <a:pt x="899256" y="5575068"/>
                  </a:lnTo>
                  <a:lnTo>
                    <a:pt x="899382" y="5575068"/>
                  </a:lnTo>
                  <a:lnTo>
                    <a:pt x="899761" y="5575068"/>
                  </a:lnTo>
                  <a:lnTo>
                    <a:pt x="899887" y="5575068"/>
                  </a:lnTo>
                  <a:lnTo>
                    <a:pt x="900139" y="5575068"/>
                  </a:lnTo>
                  <a:lnTo>
                    <a:pt x="900265" y="5575068"/>
                  </a:lnTo>
                  <a:lnTo>
                    <a:pt x="900517" y="5575068"/>
                  </a:lnTo>
                  <a:lnTo>
                    <a:pt x="900769" y="5575068"/>
                  </a:lnTo>
                  <a:lnTo>
                    <a:pt x="900896" y="5575068"/>
                  </a:lnTo>
                  <a:lnTo>
                    <a:pt x="901022" y="5575068"/>
                  </a:lnTo>
                  <a:lnTo>
                    <a:pt x="901274" y="5575068"/>
                  </a:lnTo>
                  <a:lnTo>
                    <a:pt x="901400" y="5575068"/>
                  </a:lnTo>
                  <a:lnTo>
                    <a:pt x="901526" y="5575068"/>
                  </a:lnTo>
                  <a:lnTo>
                    <a:pt x="901652" y="5575068"/>
                  </a:lnTo>
                  <a:lnTo>
                    <a:pt x="901904" y="5575068"/>
                  </a:lnTo>
                  <a:lnTo>
                    <a:pt x="902282" y="5575068"/>
                  </a:lnTo>
                  <a:lnTo>
                    <a:pt x="902535" y="5575068"/>
                  </a:lnTo>
                  <a:lnTo>
                    <a:pt x="902661" y="5575068"/>
                  </a:lnTo>
                  <a:lnTo>
                    <a:pt x="902913" y="5575068"/>
                  </a:lnTo>
                  <a:lnTo>
                    <a:pt x="903039" y="5575068"/>
                  </a:lnTo>
                  <a:lnTo>
                    <a:pt x="903417" y="5575068"/>
                  </a:lnTo>
                  <a:lnTo>
                    <a:pt x="903543" y="5575068"/>
                  </a:lnTo>
                  <a:lnTo>
                    <a:pt x="903543" y="5569789"/>
                  </a:lnTo>
                  <a:lnTo>
                    <a:pt x="903922" y="5569789"/>
                  </a:lnTo>
                  <a:lnTo>
                    <a:pt x="904048" y="5569789"/>
                  </a:lnTo>
                  <a:lnTo>
                    <a:pt x="904174" y="5569789"/>
                  </a:lnTo>
                  <a:lnTo>
                    <a:pt x="904300" y="5564510"/>
                  </a:lnTo>
                  <a:lnTo>
                    <a:pt x="904426" y="5564510"/>
                  </a:lnTo>
                  <a:lnTo>
                    <a:pt x="904678" y="5564510"/>
                  </a:lnTo>
                  <a:lnTo>
                    <a:pt x="904930" y="5564510"/>
                  </a:lnTo>
                  <a:lnTo>
                    <a:pt x="905309" y="5564510"/>
                  </a:lnTo>
                  <a:lnTo>
                    <a:pt x="905561" y="5564510"/>
                  </a:lnTo>
                  <a:lnTo>
                    <a:pt x="905687" y="5564510"/>
                  </a:lnTo>
                  <a:lnTo>
                    <a:pt x="905939" y="5564510"/>
                  </a:lnTo>
                  <a:lnTo>
                    <a:pt x="906065" y="5564510"/>
                  </a:lnTo>
                  <a:lnTo>
                    <a:pt x="906317" y="5564510"/>
                  </a:lnTo>
                  <a:lnTo>
                    <a:pt x="906443" y="5564510"/>
                  </a:lnTo>
                  <a:lnTo>
                    <a:pt x="906569" y="5564510"/>
                  </a:lnTo>
                  <a:lnTo>
                    <a:pt x="906696" y="5564510"/>
                  </a:lnTo>
                  <a:lnTo>
                    <a:pt x="906948" y="5564510"/>
                  </a:lnTo>
                  <a:lnTo>
                    <a:pt x="907326" y="5564510"/>
                  </a:lnTo>
                  <a:lnTo>
                    <a:pt x="907326" y="5559230"/>
                  </a:lnTo>
                  <a:lnTo>
                    <a:pt x="907452" y="5559230"/>
                  </a:lnTo>
                  <a:lnTo>
                    <a:pt x="907578" y="5559230"/>
                  </a:lnTo>
                  <a:lnTo>
                    <a:pt x="907704" y="5559230"/>
                  </a:lnTo>
                  <a:lnTo>
                    <a:pt x="907830" y="5559230"/>
                  </a:lnTo>
                  <a:lnTo>
                    <a:pt x="907956" y="5559230"/>
                  </a:lnTo>
                  <a:lnTo>
                    <a:pt x="908083" y="5559230"/>
                  </a:lnTo>
                  <a:lnTo>
                    <a:pt x="908335" y="5559230"/>
                  </a:lnTo>
                  <a:lnTo>
                    <a:pt x="908461" y="5559230"/>
                  </a:lnTo>
                  <a:lnTo>
                    <a:pt x="908587" y="5559230"/>
                  </a:lnTo>
                  <a:lnTo>
                    <a:pt x="908713" y="5559230"/>
                  </a:lnTo>
                  <a:lnTo>
                    <a:pt x="908965" y="5559230"/>
                  </a:lnTo>
                  <a:lnTo>
                    <a:pt x="909217" y="5553951"/>
                  </a:lnTo>
                  <a:lnTo>
                    <a:pt x="909343" y="5553951"/>
                  </a:lnTo>
                  <a:lnTo>
                    <a:pt x="909469" y="5553951"/>
                  </a:lnTo>
                  <a:lnTo>
                    <a:pt x="909596" y="5553951"/>
                  </a:lnTo>
                  <a:lnTo>
                    <a:pt x="909722" y="5553951"/>
                  </a:lnTo>
                  <a:lnTo>
                    <a:pt x="909722" y="5548671"/>
                  </a:lnTo>
                  <a:lnTo>
                    <a:pt x="909848" y="5548671"/>
                  </a:lnTo>
                  <a:lnTo>
                    <a:pt x="909974" y="5548671"/>
                  </a:lnTo>
                  <a:lnTo>
                    <a:pt x="910100" y="5548671"/>
                  </a:lnTo>
                  <a:lnTo>
                    <a:pt x="910100" y="5543392"/>
                  </a:lnTo>
                  <a:lnTo>
                    <a:pt x="910226" y="5543392"/>
                  </a:lnTo>
                  <a:lnTo>
                    <a:pt x="910604" y="5543392"/>
                  </a:lnTo>
                  <a:lnTo>
                    <a:pt x="910730" y="5543392"/>
                  </a:lnTo>
                  <a:lnTo>
                    <a:pt x="910856" y="5543392"/>
                  </a:lnTo>
                  <a:lnTo>
                    <a:pt x="910983" y="5543392"/>
                  </a:lnTo>
                  <a:lnTo>
                    <a:pt x="911235" y="5543392"/>
                  </a:lnTo>
                  <a:lnTo>
                    <a:pt x="911487" y="5543392"/>
                  </a:lnTo>
                  <a:lnTo>
                    <a:pt x="911613" y="5543392"/>
                  </a:lnTo>
                  <a:lnTo>
                    <a:pt x="911739" y="5543392"/>
                  </a:lnTo>
                  <a:lnTo>
                    <a:pt x="911865" y="5543392"/>
                  </a:lnTo>
                  <a:lnTo>
                    <a:pt x="911991" y="5543392"/>
                  </a:lnTo>
                  <a:lnTo>
                    <a:pt x="912117" y="5543392"/>
                  </a:lnTo>
                  <a:lnTo>
                    <a:pt x="912243" y="5543392"/>
                  </a:lnTo>
                  <a:lnTo>
                    <a:pt x="912496" y="5543392"/>
                  </a:lnTo>
                  <a:lnTo>
                    <a:pt x="912622" y="5543392"/>
                  </a:lnTo>
                  <a:lnTo>
                    <a:pt x="912748" y="5543392"/>
                  </a:lnTo>
                  <a:lnTo>
                    <a:pt x="912874" y="5543392"/>
                  </a:lnTo>
                  <a:lnTo>
                    <a:pt x="913000" y="5543392"/>
                  </a:lnTo>
                  <a:lnTo>
                    <a:pt x="913126" y="5543392"/>
                  </a:lnTo>
                  <a:lnTo>
                    <a:pt x="913630" y="5543392"/>
                  </a:lnTo>
                  <a:lnTo>
                    <a:pt x="913756" y="5543392"/>
                  </a:lnTo>
                  <a:lnTo>
                    <a:pt x="913883" y="5543392"/>
                  </a:lnTo>
                  <a:lnTo>
                    <a:pt x="914009" y="5543392"/>
                  </a:lnTo>
                  <a:lnTo>
                    <a:pt x="914135" y="5543392"/>
                  </a:lnTo>
                  <a:lnTo>
                    <a:pt x="914261" y="5543392"/>
                  </a:lnTo>
                  <a:lnTo>
                    <a:pt x="914387" y="5543392"/>
                  </a:lnTo>
                  <a:lnTo>
                    <a:pt x="914891" y="5543392"/>
                  </a:lnTo>
                  <a:lnTo>
                    <a:pt x="915270" y="5543392"/>
                  </a:lnTo>
                  <a:lnTo>
                    <a:pt x="915396" y="5543392"/>
                  </a:lnTo>
                  <a:lnTo>
                    <a:pt x="915522" y="5543392"/>
                  </a:lnTo>
                  <a:lnTo>
                    <a:pt x="915648" y="5543392"/>
                  </a:lnTo>
                  <a:lnTo>
                    <a:pt x="915774" y="5543392"/>
                  </a:lnTo>
                  <a:lnTo>
                    <a:pt x="915900" y="5543392"/>
                  </a:lnTo>
                  <a:lnTo>
                    <a:pt x="916026" y="5543392"/>
                  </a:lnTo>
                  <a:lnTo>
                    <a:pt x="916152" y="5543392"/>
                  </a:lnTo>
                  <a:lnTo>
                    <a:pt x="916404" y="5543392"/>
                  </a:lnTo>
                  <a:lnTo>
                    <a:pt x="916530" y="5543392"/>
                  </a:lnTo>
                  <a:lnTo>
                    <a:pt x="916783" y="5543392"/>
                  </a:lnTo>
                  <a:lnTo>
                    <a:pt x="916909" y="5543392"/>
                  </a:lnTo>
                  <a:lnTo>
                    <a:pt x="917035" y="5543392"/>
                  </a:lnTo>
                  <a:lnTo>
                    <a:pt x="917161" y="5543392"/>
                  </a:lnTo>
                  <a:lnTo>
                    <a:pt x="917413" y="5543392"/>
                  </a:lnTo>
                  <a:lnTo>
                    <a:pt x="917665" y="5543392"/>
                  </a:lnTo>
                  <a:lnTo>
                    <a:pt x="917791" y="5543392"/>
                  </a:lnTo>
                  <a:lnTo>
                    <a:pt x="918043" y="5543392"/>
                  </a:lnTo>
                  <a:lnTo>
                    <a:pt x="918170" y="5543392"/>
                  </a:lnTo>
                  <a:lnTo>
                    <a:pt x="918296" y="5538112"/>
                  </a:lnTo>
                  <a:lnTo>
                    <a:pt x="918422" y="5538112"/>
                  </a:lnTo>
                  <a:lnTo>
                    <a:pt x="918674" y="5538112"/>
                  </a:lnTo>
                  <a:lnTo>
                    <a:pt x="918800" y="5538112"/>
                  </a:lnTo>
                  <a:lnTo>
                    <a:pt x="919052" y="5538112"/>
                  </a:lnTo>
                  <a:lnTo>
                    <a:pt x="919178" y="5538112"/>
                  </a:lnTo>
                  <a:lnTo>
                    <a:pt x="919304" y="5538112"/>
                  </a:lnTo>
                  <a:lnTo>
                    <a:pt x="919430" y="5538112"/>
                  </a:lnTo>
                  <a:lnTo>
                    <a:pt x="919683" y="5538112"/>
                  </a:lnTo>
                  <a:lnTo>
                    <a:pt x="919809" y="5538112"/>
                  </a:lnTo>
                  <a:lnTo>
                    <a:pt x="920061" y="5538112"/>
                  </a:lnTo>
                  <a:lnTo>
                    <a:pt x="920187" y="5538112"/>
                  </a:lnTo>
                  <a:lnTo>
                    <a:pt x="920313" y="5538112"/>
                  </a:lnTo>
                  <a:lnTo>
                    <a:pt x="920439" y="5538112"/>
                  </a:lnTo>
                  <a:lnTo>
                    <a:pt x="920565" y="5538112"/>
                  </a:lnTo>
                  <a:lnTo>
                    <a:pt x="920943" y="5532833"/>
                  </a:lnTo>
                  <a:lnTo>
                    <a:pt x="921070" y="5532833"/>
                  </a:lnTo>
                  <a:lnTo>
                    <a:pt x="921322" y="5532833"/>
                  </a:lnTo>
                  <a:lnTo>
                    <a:pt x="921448" y="5532833"/>
                  </a:lnTo>
                  <a:lnTo>
                    <a:pt x="921700" y="5532833"/>
                  </a:lnTo>
                  <a:lnTo>
                    <a:pt x="921826" y="5532833"/>
                  </a:lnTo>
                  <a:lnTo>
                    <a:pt x="921952" y="5532833"/>
                  </a:lnTo>
                  <a:lnTo>
                    <a:pt x="922078" y="5532833"/>
                  </a:lnTo>
                  <a:lnTo>
                    <a:pt x="922204" y="5532833"/>
                  </a:lnTo>
                  <a:lnTo>
                    <a:pt x="922330" y="5532833"/>
                  </a:lnTo>
                  <a:lnTo>
                    <a:pt x="922961" y="5527554"/>
                  </a:lnTo>
                  <a:lnTo>
                    <a:pt x="923087" y="5527554"/>
                  </a:lnTo>
                  <a:lnTo>
                    <a:pt x="923213" y="5527554"/>
                  </a:lnTo>
                  <a:lnTo>
                    <a:pt x="923339" y="5527554"/>
                  </a:lnTo>
                  <a:lnTo>
                    <a:pt x="923591" y="5527554"/>
                  </a:lnTo>
                  <a:lnTo>
                    <a:pt x="923717" y="5527554"/>
                  </a:lnTo>
                  <a:lnTo>
                    <a:pt x="923843" y="5527554"/>
                  </a:lnTo>
                  <a:lnTo>
                    <a:pt x="923970" y="5527554"/>
                  </a:lnTo>
                  <a:lnTo>
                    <a:pt x="924096" y="5527554"/>
                  </a:lnTo>
                  <a:lnTo>
                    <a:pt x="924348" y="5527554"/>
                  </a:lnTo>
                  <a:lnTo>
                    <a:pt x="924474" y="5527554"/>
                  </a:lnTo>
                  <a:lnTo>
                    <a:pt x="924726" y="5527554"/>
                  </a:lnTo>
                  <a:lnTo>
                    <a:pt x="924978" y="5527554"/>
                  </a:lnTo>
                  <a:lnTo>
                    <a:pt x="925104" y="5527554"/>
                  </a:lnTo>
                  <a:lnTo>
                    <a:pt x="925609" y="5527554"/>
                  </a:lnTo>
                  <a:lnTo>
                    <a:pt x="926113" y="5527554"/>
                  </a:lnTo>
                  <a:lnTo>
                    <a:pt x="926239" y="5527554"/>
                  </a:lnTo>
                  <a:lnTo>
                    <a:pt x="926491" y="5527554"/>
                  </a:lnTo>
                  <a:lnTo>
                    <a:pt x="926617" y="5527554"/>
                  </a:lnTo>
                  <a:lnTo>
                    <a:pt x="926743" y="5527554"/>
                  </a:lnTo>
                  <a:lnTo>
                    <a:pt x="926870" y="5527554"/>
                  </a:lnTo>
                  <a:lnTo>
                    <a:pt x="926996" y="5527554"/>
                  </a:lnTo>
                  <a:lnTo>
                    <a:pt x="927122" y="5527554"/>
                  </a:lnTo>
                  <a:lnTo>
                    <a:pt x="927248" y="5527554"/>
                  </a:lnTo>
                  <a:lnTo>
                    <a:pt x="927500" y="5527554"/>
                  </a:lnTo>
                  <a:lnTo>
                    <a:pt x="927626" y="5527554"/>
                  </a:lnTo>
                  <a:lnTo>
                    <a:pt x="927752" y="5527554"/>
                  </a:lnTo>
                  <a:lnTo>
                    <a:pt x="927878" y="5527554"/>
                  </a:lnTo>
                  <a:lnTo>
                    <a:pt x="928257" y="5527554"/>
                  </a:lnTo>
                  <a:lnTo>
                    <a:pt x="928383" y="5527554"/>
                  </a:lnTo>
                  <a:lnTo>
                    <a:pt x="928509" y="5527554"/>
                  </a:lnTo>
                  <a:lnTo>
                    <a:pt x="928635" y="5527554"/>
                  </a:lnTo>
                  <a:lnTo>
                    <a:pt x="928761" y="5527554"/>
                  </a:lnTo>
                  <a:lnTo>
                    <a:pt x="928887" y="5527554"/>
                  </a:lnTo>
                  <a:lnTo>
                    <a:pt x="929013" y="5527554"/>
                  </a:lnTo>
                  <a:lnTo>
                    <a:pt x="929517" y="5527554"/>
                  </a:lnTo>
                  <a:lnTo>
                    <a:pt x="929770" y="5527554"/>
                  </a:lnTo>
                  <a:lnTo>
                    <a:pt x="929896" y="5527554"/>
                  </a:lnTo>
                  <a:lnTo>
                    <a:pt x="930274" y="5527554"/>
                  </a:lnTo>
                  <a:lnTo>
                    <a:pt x="930400" y="5527554"/>
                  </a:lnTo>
                  <a:lnTo>
                    <a:pt x="930652" y="5527554"/>
                  </a:lnTo>
                  <a:lnTo>
                    <a:pt x="930904" y="5527554"/>
                  </a:lnTo>
                  <a:lnTo>
                    <a:pt x="931030" y="5527554"/>
                  </a:lnTo>
                  <a:lnTo>
                    <a:pt x="931157" y="5527554"/>
                  </a:lnTo>
                  <a:lnTo>
                    <a:pt x="931283" y="5527554"/>
                  </a:lnTo>
                  <a:lnTo>
                    <a:pt x="931535" y="5527554"/>
                  </a:lnTo>
                  <a:lnTo>
                    <a:pt x="931661" y="5527554"/>
                  </a:lnTo>
                  <a:lnTo>
                    <a:pt x="931787" y="5527554"/>
                  </a:lnTo>
                  <a:lnTo>
                    <a:pt x="931913" y="5527554"/>
                  </a:lnTo>
                  <a:lnTo>
                    <a:pt x="932165" y="5527554"/>
                  </a:lnTo>
                  <a:lnTo>
                    <a:pt x="932291" y="5527554"/>
                  </a:lnTo>
                  <a:lnTo>
                    <a:pt x="932417" y="5527554"/>
                  </a:lnTo>
                  <a:lnTo>
                    <a:pt x="932544" y="5527554"/>
                  </a:lnTo>
                  <a:lnTo>
                    <a:pt x="932670" y="5527554"/>
                  </a:lnTo>
                  <a:lnTo>
                    <a:pt x="932796" y="5527554"/>
                  </a:lnTo>
                  <a:lnTo>
                    <a:pt x="932922" y="5527554"/>
                  </a:lnTo>
                  <a:lnTo>
                    <a:pt x="933048" y="5527554"/>
                  </a:lnTo>
                  <a:lnTo>
                    <a:pt x="933174" y="5527554"/>
                  </a:lnTo>
                  <a:lnTo>
                    <a:pt x="933300" y="5527554"/>
                  </a:lnTo>
                  <a:lnTo>
                    <a:pt x="933426" y="5527554"/>
                  </a:lnTo>
                  <a:lnTo>
                    <a:pt x="933552" y="5527554"/>
                  </a:lnTo>
                  <a:lnTo>
                    <a:pt x="933804" y="5522274"/>
                  </a:lnTo>
                  <a:lnTo>
                    <a:pt x="934309" y="5522274"/>
                  </a:lnTo>
                  <a:lnTo>
                    <a:pt x="934435" y="5522274"/>
                  </a:lnTo>
                  <a:lnTo>
                    <a:pt x="934561" y="5522274"/>
                  </a:lnTo>
                  <a:lnTo>
                    <a:pt x="934813" y="5522274"/>
                  </a:lnTo>
                  <a:lnTo>
                    <a:pt x="934939" y="5522274"/>
                  </a:lnTo>
                  <a:lnTo>
                    <a:pt x="935065" y="5522274"/>
                  </a:lnTo>
                  <a:lnTo>
                    <a:pt x="935191" y="5522274"/>
                  </a:lnTo>
                  <a:lnTo>
                    <a:pt x="935444" y="5522274"/>
                  </a:lnTo>
                  <a:lnTo>
                    <a:pt x="935570" y="5522274"/>
                  </a:lnTo>
                  <a:lnTo>
                    <a:pt x="935696" y="5522274"/>
                  </a:lnTo>
                  <a:lnTo>
                    <a:pt x="935696" y="5516995"/>
                  </a:lnTo>
                  <a:lnTo>
                    <a:pt x="935822" y="5516995"/>
                  </a:lnTo>
                  <a:lnTo>
                    <a:pt x="935948" y="5516995"/>
                  </a:lnTo>
                  <a:lnTo>
                    <a:pt x="936074" y="5516995"/>
                  </a:lnTo>
                  <a:lnTo>
                    <a:pt x="936200" y="5516995"/>
                  </a:lnTo>
                  <a:lnTo>
                    <a:pt x="936326" y="5516995"/>
                  </a:lnTo>
                  <a:lnTo>
                    <a:pt x="936452" y="5516995"/>
                  </a:lnTo>
                  <a:lnTo>
                    <a:pt x="936704" y="5516995"/>
                  </a:lnTo>
                  <a:lnTo>
                    <a:pt x="936830" y="5516995"/>
                  </a:lnTo>
                  <a:lnTo>
                    <a:pt x="937335" y="5511715"/>
                  </a:lnTo>
                  <a:lnTo>
                    <a:pt x="937461" y="5511715"/>
                  </a:lnTo>
                  <a:lnTo>
                    <a:pt x="937587" y="5511715"/>
                  </a:lnTo>
                  <a:lnTo>
                    <a:pt x="937713" y="5511715"/>
                  </a:lnTo>
                  <a:lnTo>
                    <a:pt x="937839" y="5511715"/>
                  </a:lnTo>
                  <a:lnTo>
                    <a:pt x="938091" y="5511715"/>
                  </a:lnTo>
                  <a:lnTo>
                    <a:pt x="938217" y="5511715"/>
                  </a:lnTo>
                  <a:lnTo>
                    <a:pt x="938344" y="5511715"/>
                  </a:lnTo>
                  <a:lnTo>
                    <a:pt x="938596" y="5511715"/>
                  </a:lnTo>
                  <a:lnTo>
                    <a:pt x="938722" y="5511715"/>
                  </a:lnTo>
                  <a:lnTo>
                    <a:pt x="939226" y="5511715"/>
                  </a:lnTo>
                  <a:lnTo>
                    <a:pt x="939352" y="5511715"/>
                  </a:lnTo>
                  <a:lnTo>
                    <a:pt x="939478" y="5511715"/>
                  </a:lnTo>
                  <a:lnTo>
                    <a:pt x="939731" y="5511715"/>
                  </a:lnTo>
                  <a:lnTo>
                    <a:pt x="939857" y="5506436"/>
                  </a:lnTo>
                  <a:lnTo>
                    <a:pt x="940235" y="5506436"/>
                  </a:lnTo>
                  <a:lnTo>
                    <a:pt x="940235" y="5501157"/>
                  </a:lnTo>
                  <a:lnTo>
                    <a:pt x="940361" y="5501157"/>
                  </a:lnTo>
                  <a:lnTo>
                    <a:pt x="940487" y="5501157"/>
                  </a:lnTo>
                  <a:lnTo>
                    <a:pt x="940613" y="5501157"/>
                  </a:lnTo>
                  <a:lnTo>
                    <a:pt x="940739" y="5501157"/>
                  </a:lnTo>
                  <a:lnTo>
                    <a:pt x="940865" y="5501157"/>
                  </a:lnTo>
                  <a:lnTo>
                    <a:pt x="941244" y="5501157"/>
                  </a:lnTo>
                  <a:lnTo>
                    <a:pt x="941370" y="5501157"/>
                  </a:lnTo>
                  <a:lnTo>
                    <a:pt x="941496" y="5501157"/>
                  </a:lnTo>
                  <a:lnTo>
                    <a:pt x="941622" y="5501157"/>
                  </a:lnTo>
                  <a:lnTo>
                    <a:pt x="942252" y="5501157"/>
                  </a:lnTo>
                  <a:lnTo>
                    <a:pt x="942378" y="5501157"/>
                  </a:lnTo>
                  <a:lnTo>
                    <a:pt x="942504" y="5501157"/>
                  </a:lnTo>
                  <a:lnTo>
                    <a:pt x="942757" y="5501157"/>
                  </a:lnTo>
                  <a:lnTo>
                    <a:pt x="942883" y="5501157"/>
                  </a:lnTo>
                  <a:lnTo>
                    <a:pt x="943009" y="5501157"/>
                  </a:lnTo>
                  <a:lnTo>
                    <a:pt x="943135" y="5501157"/>
                  </a:lnTo>
                  <a:lnTo>
                    <a:pt x="943261" y="5501157"/>
                  </a:lnTo>
                  <a:lnTo>
                    <a:pt x="943387" y="5501157"/>
                  </a:lnTo>
                  <a:lnTo>
                    <a:pt x="943513" y="5501157"/>
                  </a:lnTo>
                  <a:lnTo>
                    <a:pt x="943639" y="5501157"/>
                  </a:lnTo>
                  <a:lnTo>
                    <a:pt x="943765" y="5501157"/>
                  </a:lnTo>
                  <a:lnTo>
                    <a:pt x="943891" y="5495877"/>
                  </a:lnTo>
                  <a:lnTo>
                    <a:pt x="944144" y="5495877"/>
                  </a:lnTo>
                  <a:lnTo>
                    <a:pt x="944270" y="5495877"/>
                  </a:lnTo>
                  <a:lnTo>
                    <a:pt x="944396" y="5495877"/>
                  </a:lnTo>
                  <a:lnTo>
                    <a:pt x="944900" y="5495877"/>
                  </a:lnTo>
                  <a:lnTo>
                    <a:pt x="945026" y="5495877"/>
                  </a:lnTo>
                  <a:lnTo>
                    <a:pt x="945278" y="5495877"/>
                  </a:lnTo>
                  <a:lnTo>
                    <a:pt x="945404" y="5495877"/>
                  </a:lnTo>
                  <a:lnTo>
                    <a:pt x="945531" y="5495877"/>
                  </a:lnTo>
                  <a:lnTo>
                    <a:pt x="945783" y="5495877"/>
                  </a:lnTo>
                  <a:lnTo>
                    <a:pt x="945909" y="5495877"/>
                  </a:lnTo>
                  <a:lnTo>
                    <a:pt x="946035" y="5495877"/>
                  </a:lnTo>
                  <a:lnTo>
                    <a:pt x="946161" y="5495877"/>
                  </a:lnTo>
                  <a:lnTo>
                    <a:pt x="946287" y="5495877"/>
                  </a:lnTo>
                  <a:lnTo>
                    <a:pt x="946413" y="5495877"/>
                  </a:lnTo>
                  <a:lnTo>
                    <a:pt x="946539" y="5495877"/>
                  </a:lnTo>
                  <a:lnTo>
                    <a:pt x="946665" y="5495877"/>
                  </a:lnTo>
                  <a:lnTo>
                    <a:pt x="946791" y="5495877"/>
                  </a:lnTo>
                  <a:lnTo>
                    <a:pt x="946918" y="5495877"/>
                  </a:lnTo>
                  <a:lnTo>
                    <a:pt x="948431" y="5495877"/>
                  </a:lnTo>
                  <a:lnTo>
                    <a:pt x="948557" y="5495877"/>
                  </a:lnTo>
                  <a:lnTo>
                    <a:pt x="948683" y="5495877"/>
                  </a:lnTo>
                  <a:lnTo>
                    <a:pt x="948809" y="5495877"/>
                  </a:lnTo>
                  <a:lnTo>
                    <a:pt x="948935" y="5495877"/>
                  </a:lnTo>
                  <a:lnTo>
                    <a:pt x="949061" y="5495877"/>
                  </a:lnTo>
                  <a:lnTo>
                    <a:pt x="949187" y="5495877"/>
                  </a:lnTo>
                  <a:lnTo>
                    <a:pt x="949313" y="5495877"/>
                  </a:lnTo>
                  <a:lnTo>
                    <a:pt x="949439" y="5495877"/>
                  </a:lnTo>
                  <a:lnTo>
                    <a:pt x="949565" y="5495877"/>
                  </a:lnTo>
                  <a:lnTo>
                    <a:pt x="949691" y="5495877"/>
                  </a:lnTo>
                  <a:lnTo>
                    <a:pt x="949818" y="5495877"/>
                  </a:lnTo>
                  <a:lnTo>
                    <a:pt x="949944" y="5495877"/>
                  </a:lnTo>
                  <a:lnTo>
                    <a:pt x="950196" y="5495877"/>
                  </a:lnTo>
                  <a:lnTo>
                    <a:pt x="950322" y="5495877"/>
                  </a:lnTo>
                  <a:lnTo>
                    <a:pt x="950448" y="5495877"/>
                  </a:lnTo>
                  <a:lnTo>
                    <a:pt x="950574" y="5495877"/>
                  </a:lnTo>
                  <a:lnTo>
                    <a:pt x="950700" y="5495877"/>
                  </a:lnTo>
                  <a:lnTo>
                    <a:pt x="950826" y="5495877"/>
                  </a:lnTo>
                  <a:lnTo>
                    <a:pt x="951078" y="5495877"/>
                  </a:lnTo>
                  <a:lnTo>
                    <a:pt x="951835" y="5495877"/>
                  </a:lnTo>
                  <a:lnTo>
                    <a:pt x="952087" y="5495877"/>
                  </a:lnTo>
                  <a:lnTo>
                    <a:pt x="952213" y="5490598"/>
                  </a:lnTo>
                  <a:lnTo>
                    <a:pt x="952339" y="5490598"/>
                  </a:lnTo>
                  <a:lnTo>
                    <a:pt x="952591" y="5490598"/>
                  </a:lnTo>
                  <a:lnTo>
                    <a:pt x="952844" y="5490598"/>
                  </a:lnTo>
                  <a:lnTo>
                    <a:pt x="952970" y="5490598"/>
                  </a:lnTo>
                  <a:lnTo>
                    <a:pt x="953222" y="5490598"/>
                  </a:lnTo>
                  <a:lnTo>
                    <a:pt x="953474" y="5490598"/>
                  </a:lnTo>
                  <a:lnTo>
                    <a:pt x="953852" y="5490598"/>
                  </a:lnTo>
                  <a:lnTo>
                    <a:pt x="953978" y="5490598"/>
                  </a:lnTo>
                  <a:lnTo>
                    <a:pt x="954231" y="5490598"/>
                  </a:lnTo>
                  <a:lnTo>
                    <a:pt x="954357" y="5490598"/>
                  </a:lnTo>
                  <a:lnTo>
                    <a:pt x="954483" y="5490598"/>
                  </a:lnTo>
                  <a:lnTo>
                    <a:pt x="954483" y="5485318"/>
                  </a:lnTo>
                  <a:lnTo>
                    <a:pt x="954609" y="5485318"/>
                  </a:lnTo>
                  <a:lnTo>
                    <a:pt x="954861" y="5485318"/>
                  </a:lnTo>
                  <a:lnTo>
                    <a:pt x="954987" y="5485318"/>
                  </a:lnTo>
                  <a:lnTo>
                    <a:pt x="955113" y="5485318"/>
                  </a:lnTo>
                  <a:lnTo>
                    <a:pt x="955239" y="5485318"/>
                  </a:lnTo>
                  <a:lnTo>
                    <a:pt x="955491" y="5485318"/>
                  </a:lnTo>
                  <a:lnTo>
                    <a:pt x="955618" y="5485318"/>
                  </a:lnTo>
                  <a:lnTo>
                    <a:pt x="955744" y="5485318"/>
                  </a:lnTo>
                  <a:lnTo>
                    <a:pt x="955870" y="5485318"/>
                  </a:lnTo>
                  <a:lnTo>
                    <a:pt x="955996" y="5485318"/>
                  </a:lnTo>
                  <a:lnTo>
                    <a:pt x="956122" y="5485318"/>
                  </a:lnTo>
                  <a:lnTo>
                    <a:pt x="956374" y="5485318"/>
                  </a:lnTo>
                  <a:lnTo>
                    <a:pt x="956752" y="5485318"/>
                  </a:lnTo>
                  <a:lnTo>
                    <a:pt x="956878" y="5485318"/>
                  </a:lnTo>
                  <a:lnTo>
                    <a:pt x="957005" y="5485318"/>
                  </a:lnTo>
                  <a:lnTo>
                    <a:pt x="957257" y="5485318"/>
                  </a:lnTo>
                  <a:lnTo>
                    <a:pt x="957383" y="5485318"/>
                  </a:lnTo>
                  <a:lnTo>
                    <a:pt x="957635" y="5485318"/>
                  </a:lnTo>
                  <a:lnTo>
                    <a:pt x="957887" y="5485318"/>
                  </a:lnTo>
                  <a:lnTo>
                    <a:pt x="958265" y="5485318"/>
                  </a:lnTo>
                  <a:lnTo>
                    <a:pt x="958391" y="5485318"/>
                  </a:lnTo>
                  <a:lnTo>
                    <a:pt x="958518" y="5485318"/>
                  </a:lnTo>
                  <a:lnTo>
                    <a:pt x="958644" y="5485318"/>
                  </a:lnTo>
                  <a:lnTo>
                    <a:pt x="958770" y="5485318"/>
                  </a:lnTo>
                  <a:lnTo>
                    <a:pt x="958896" y="5485318"/>
                  </a:lnTo>
                  <a:lnTo>
                    <a:pt x="959148" y="5485318"/>
                  </a:lnTo>
                  <a:lnTo>
                    <a:pt x="959274" y="5485318"/>
                  </a:lnTo>
                  <a:lnTo>
                    <a:pt x="959274" y="5480039"/>
                  </a:lnTo>
                  <a:lnTo>
                    <a:pt x="959400" y="5480039"/>
                  </a:lnTo>
                  <a:lnTo>
                    <a:pt x="959778" y="5480039"/>
                  </a:lnTo>
                  <a:lnTo>
                    <a:pt x="959905" y="5480039"/>
                  </a:lnTo>
                  <a:lnTo>
                    <a:pt x="960031" y="5480039"/>
                  </a:lnTo>
                  <a:lnTo>
                    <a:pt x="960157" y="5480039"/>
                  </a:lnTo>
                  <a:lnTo>
                    <a:pt x="960283" y="5480039"/>
                  </a:lnTo>
                  <a:lnTo>
                    <a:pt x="960409" y="5480039"/>
                  </a:lnTo>
                  <a:lnTo>
                    <a:pt x="960535" y="5480039"/>
                  </a:lnTo>
                  <a:lnTo>
                    <a:pt x="960787" y="5480039"/>
                  </a:lnTo>
                  <a:lnTo>
                    <a:pt x="960913" y="5480039"/>
                  </a:lnTo>
                  <a:lnTo>
                    <a:pt x="961291" y="5480039"/>
                  </a:lnTo>
                  <a:lnTo>
                    <a:pt x="961670" y="5480039"/>
                  </a:lnTo>
                  <a:lnTo>
                    <a:pt x="961796" y="5480039"/>
                  </a:lnTo>
                  <a:lnTo>
                    <a:pt x="961922" y="5480039"/>
                  </a:lnTo>
                  <a:lnTo>
                    <a:pt x="962174" y="5480039"/>
                  </a:lnTo>
                  <a:lnTo>
                    <a:pt x="962300" y="5480039"/>
                  </a:lnTo>
                  <a:lnTo>
                    <a:pt x="962426" y="5480039"/>
                  </a:lnTo>
                  <a:lnTo>
                    <a:pt x="962931" y="5474759"/>
                  </a:lnTo>
                  <a:lnTo>
                    <a:pt x="963057" y="5474759"/>
                  </a:lnTo>
                  <a:lnTo>
                    <a:pt x="963309" y="5474759"/>
                  </a:lnTo>
                  <a:lnTo>
                    <a:pt x="963435" y="5474759"/>
                  </a:lnTo>
                  <a:lnTo>
                    <a:pt x="963561" y="5474759"/>
                  </a:lnTo>
                  <a:lnTo>
                    <a:pt x="963687" y="5474759"/>
                  </a:lnTo>
                  <a:lnTo>
                    <a:pt x="964192" y="5474759"/>
                  </a:lnTo>
                  <a:lnTo>
                    <a:pt x="964318" y="5474759"/>
                  </a:lnTo>
                  <a:lnTo>
                    <a:pt x="964570" y="5474759"/>
                  </a:lnTo>
                  <a:lnTo>
                    <a:pt x="964696" y="5474759"/>
                  </a:lnTo>
                  <a:lnTo>
                    <a:pt x="964822" y="5474759"/>
                  </a:lnTo>
                  <a:lnTo>
                    <a:pt x="965074" y="5474759"/>
                  </a:lnTo>
                  <a:lnTo>
                    <a:pt x="965452" y="5474759"/>
                  </a:lnTo>
                  <a:lnTo>
                    <a:pt x="965705" y="5474759"/>
                  </a:lnTo>
                  <a:lnTo>
                    <a:pt x="965831" y="5474759"/>
                  </a:lnTo>
                  <a:lnTo>
                    <a:pt x="966083" y="5474759"/>
                  </a:lnTo>
                  <a:lnTo>
                    <a:pt x="966209" y="5474759"/>
                  </a:lnTo>
                  <a:lnTo>
                    <a:pt x="966335" y="5474759"/>
                  </a:lnTo>
                  <a:lnTo>
                    <a:pt x="966587" y="5474759"/>
                  </a:lnTo>
                  <a:lnTo>
                    <a:pt x="966713" y="5474759"/>
                  </a:lnTo>
                  <a:lnTo>
                    <a:pt x="966839" y="5474759"/>
                  </a:lnTo>
                  <a:lnTo>
                    <a:pt x="966965" y="5474759"/>
                  </a:lnTo>
                  <a:lnTo>
                    <a:pt x="967092" y="5474759"/>
                  </a:lnTo>
                  <a:lnTo>
                    <a:pt x="967218" y="5474759"/>
                  </a:lnTo>
                  <a:lnTo>
                    <a:pt x="967344" y="5474759"/>
                  </a:lnTo>
                  <a:lnTo>
                    <a:pt x="967596" y="5474759"/>
                  </a:lnTo>
                  <a:lnTo>
                    <a:pt x="967722" y="5474759"/>
                  </a:lnTo>
                  <a:lnTo>
                    <a:pt x="967848" y="5474759"/>
                  </a:lnTo>
                  <a:lnTo>
                    <a:pt x="967974" y="5474759"/>
                  </a:lnTo>
                  <a:lnTo>
                    <a:pt x="968100" y="5474759"/>
                  </a:lnTo>
                  <a:lnTo>
                    <a:pt x="968605" y="5474759"/>
                  </a:lnTo>
                  <a:lnTo>
                    <a:pt x="968731" y="5474759"/>
                  </a:lnTo>
                  <a:lnTo>
                    <a:pt x="969109" y="5474759"/>
                  </a:lnTo>
                  <a:lnTo>
                    <a:pt x="969235" y="5474759"/>
                  </a:lnTo>
                  <a:lnTo>
                    <a:pt x="969361" y="5474759"/>
                  </a:lnTo>
                  <a:lnTo>
                    <a:pt x="969487" y="5474759"/>
                  </a:lnTo>
                  <a:lnTo>
                    <a:pt x="969613" y="5474759"/>
                  </a:lnTo>
                  <a:lnTo>
                    <a:pt x="969739" y="5474759"/>
                  </a:lnTo>
                  <a:lnTo>
                    <a:pt x="969865" y="5474759"/>
                  </a:lnTo>
                  <a:lnTo>
                    <a:pt x="969992" y="5474759"/>
                  </a:lnTo>
                  <a:lnTo>
                    <a:pt x="970118" y="5469480"/>
                  </a:lnTo>
                  <a:lnTo>
                    <a:pt x="970244" y="5469480"/>
                  </a:lnTo>
                  <a:lnTo>
                    <a:pt x="970496" y="5469480"/>
                  </a:lnTo>
                  <a:lnTo>
                    <a:pt x="970622" y="5469480"/>
                  </a:lnTo>
                  <a:lnTo>
                    <a:pt x="970748" y="5469480"/>
                  </a:lnTo>
                  <a:lnTo>
                    <a:pt x="970874" y="5469480"/>
                  </a:lnTo>
                  <a:lnTo>
                    <a:pt x="971000" y="5469480"/>
                  </a:lnTo>
                  <a:lnTo>
                    <a:pt x="971126" y="5469480"/>
                  </a:lnTo>
                  <a:lnTo>
                    <a:pt x="971252" y="5469480"/>
                  </a:lnTo>
                  <a:lnTo>
                    <a:pt x="971505" y="5469480"/>
                  </a:lnTo>
                  <a:lnTo>
                    <a:pt x="971631" y="5469480"/>
                  </a:lnTo>
                  <a:lnTo>
                    <a:pt x="971883" y="5469480"/>
                  </a:lnTo>
                  <a:lnTo>
                    <a:pt x="972135" y="5469480"/>
                  </a:lnTo>
                  <a:lnTo>
                    <a:pt x="972387" y="5464201"/>
                  </a:lnTo>
                  <a:lnTo>
                    <a:pt x="972513" y="5464201"/>
                  </a:lnTo>
                  <a:lnTo>
                    <a:pt x="972765" y="5464201"/>
                  </a:lnTo>
                  <a:lnTo>
                    <a:pt x="972765" y="5458921"/>
                  </a:lnTo>
                  <a:lnTo>
                    <a:pt x="972892" y="5458921"/>
                  </a:lnTo>
                  <a:lnTo>
                    <a:pt x="973018" y="5458921"/>
                  </a:lnTo>
                  <a:lnTo>
                    <a:pt x="973144" y="5458921"/>
                  </a:lnTo>
                  <a:lnTo>
                    <a:pt x="973396" y="5458921"/>
                  </a:lnTo>
                  <a:lnTo>
                    <a:pt x="973522" y="5458921"/>
                  </a:lnTo>
                  <a:lnTo>
                    <a:pt x="973648" y="5458921"/>
                  </a:lnTo>
                  <a:lnTo>
                    <a:pt x="973774" y="5458921"/>
                  </a:lnTo>
                  <a:lnTo>
                    <a:pt x="973900" y="5458921"/>
                  </a:lnTo>
                  <a:lnTo>
                    <a:pt x="974026" y="5458921"/>
                  </a:lnTo>
                  <a:lnTo>
                    <a:pt x="974152" y="5458921"/>
                  </a:lnTo>
                  <a:lnTo>
                    <a:pt x="974279" y="5458921"/>
                  </a:lnTo>
                  <a:lnTo>
                    <a:pt x="974909" y="5458921"/>
                  </a:lnTo>
                  <a:lnTo>
                    <a:pt x="975035" y="5458921"/>
                  </a:lnTo>
                  <a:lnTo>
                    <a:pt x="975287" y="5458921"/>
                  </a:lnTo>
                  <a:lnTo>
                    <a:pt x="975413" y="5458921"/>
                  </a:lnTo>
                  <a:lnTo>
                    <a:pt x="975539" y="5458921"/>
                  </a:lnTo>
                  <a:lnTo>
                    <a:pt x="975792" y="5458921"/>
                  </a:lnTo>
                  <a:lnTo>
                    <a:pt x="976044" y="5458921"/>
                  </a:lnTo>
                  <a:lnTo>
                    <a:pt x="976170" y="5458921"/>
                  </a:lnTo>
                  <a:lnTo>
                    <a:pt x="976296" y="5458921"/>
                  </a:lnTo>
                  <a:lnTo>
                    <a:pt x="976422" y="5458921"/>
                  </a:lnTo>
                  <a:lnTo>
                    <a:pt x="976674" y="5458921"/>
                  </a:lnTo>
                  <a:lnTo>
                    <a:pt x="976800" y="5458921"/>
                  </a:lnTo>
                  <a:lnTo>
                    <a:pt x="977052" y="5458921"/>
                  </a:lnTo>
                  <a:lnTo>
                    <a:pt x="977179" y="5458921"/>
                  </a:lnTo>
                  <a:lnTo>
                    <a:pt x="977305" y="5458921"/>
                  </a:lnTo>
                  <a:lnTo>
                    <a:pt x="977557" y="5458921"/>
                  </a:lnTo>
                  <a:lnTo>
                    <a:pt x="977809" y="5458921"/>
                  </a:lnTo>
                  <a:lnTo>
                    <a:pt x="977935" y="5458921"/>
                  </a:lnTo>
                  <a:lnTo>
                    <a:pt x="978692" y="5458921"/>
                  </a:lnTo>
                  <a:lnTo>
                    <a:pt x="979196" y="5458921"/>
                  </a:lnTo>
                  <a:lnTo>
                    <a:pt x="979448" y="5458921"/>
                  </a:lnTo>
                  <a:lnTo>
                    <a:pt x="979574" y="5458921"/>
                  </a:lnTo>
                  <a:lnTo>
                    <a:pt x="979700" y="5458921"/>
                  </a:lnTo>
                  <a:lnTo>
                    <a:pt x="979826" y="5458921"/>
                  </a:lnTo>
                  <a:lnTo>
                    <a:pt x="980205" y="5458921"/>
                  </a:lnTo>
                  <a:lnTo>
                    <a:pt x="980331" y="5458921"/>
                  </a:lnTo>
                  <a:lnTo>
                    <a:pt x="980457" y="5458921"/>
                  </a:lnTo>
                  <a:lnTo>
                    <a:pt x="980583" y="5458921"/>
                  </a:lnTo>
                  <a:lnTo>
                    <a:pt x="980835" y="5458921"/>
                  </a:lnTo>
                  <a:lnTo>
                    <a:pt x="980961" y="5458921"/>
                  </a:lnTo>
                  <a:lnTo>
                    <a:pt x="981087" y="5458921"/>
                  </a:lnTo>
                  <a:lnTo>
                    <a:pt x="982096" y="5458921"/>
                  </a:lnTo>
                  <a:lnTo>
                    <a:pt x="982222" y="5458921"/>
                  </a:lnTo>
                  <a:lnTo>
                    <a:pt x="982348" y="5458921"/>
                  </a:lnTo>
                  <a:lnTo>
                    <a:pt x="982600" y="5458921"/>
                  </a:lnTo>
                  <a:lnTo>
                    <a:pt x="982852" y="5458921"/>
                  </a:lnTo>
                  <a:lnTo>
                    <a:pt x="983231" y="5458921"/>
                  </a:lnTo>
                  <a:lnTo>
                    <a:pt x="983483" y="5458921"/>
                  </a:lnTo>
                  <a:lnTo>
                    <a:pt x="983735" y="5458921"/>
                  </a:lnTo>
                  <a:lnTo>
                    <a:pt x="983861" y="5458921"/>
                  </a:lnTo>
                  <a:lnTo>
                    <a:pt x="983987" y="5458921"/>
                  </a:lnTo>
                  <a:lnTo>
                    <a:pt x="984113" y="5458921"/>
                  </a:lnTo>
                  <a:lnTo>
                    <a:pt x="984366" y="5458921"/>
                  </a:lnTo>
                  <a:lnTo>
                    <a:pt x="984744" y="5458921"/>
                  </a:lnTo>
                  <a:lnTo>
                    <a:pt x="984870" y="5458921"/>
                  </a:lnTo>
                  <a:lnTo>
                    <a:pt x="984996" y="5458921"/>
                  </a:lnTo>
                  <a:lnTo>
                    <a:pt x="985122" y="5458921"/>
                  </a:lnTo>
                  <a:lnTo>
                    <a:pt x="985752" y="5458921"/>
                  </a:lnTo>
                  <a:lnTo>
                    <a:pt x="985879" y="5458921"/>
                  </a:lnTo>
                  <a:lnTo>
                    <a:pt x="986005" y="5458921"/>
                  </a:lnTo>
                  <a:lnTo>
                    <a:pt x="986761" y="5458921"/>
                  </a:lnTo>
                  <a:lnTo>
                    <a:pt x="986887" y="5458921"/>
                  </a:lnTo>
                  <a:lnTo>
                    <a:pt x="987392" y="5458921"/>
                  </a:lnTo>
                  <a:lnTo>
                    <a:pt x="987518" y="5458921"/>
                  </a:lnTo>
                  <a:lnTo>
                    <a:pt x="987644" y="5458921"/>
                  </a:lnTo>
                  <a:lnTo>
                    <a:pt x="987770" y="5458921"/>
                  </a:lnTo>
                  <a:lnTo>
                    <a:pt x="987896" y="5458921"/>
                  </a:lnTo>
                  <a:lnTo>
                    <a:pt x="988148" y="5458921"/>
                  </a:lnTo>
                  <a:lnTo>
                    <a:pt x="988274" y="5458921"/>
                  </a:lnTo>
                  <a:lnTo>
                    <a:pt x="988400" y="5458921"/>
                  </a:lnTo>
                  <a:lnTo>
                    <a:pt x="988526" y="5458921"/>
                  </a:lnTo>
                  <a:lnTo>
                    <a:pt x="988653" y="5458921"/>
                  </a:lnTo>
                  <a:lnTo>
                    <a:pt x="988779" y="5458921"/>
                  </a:lnTo>
                  <a:lnTo>
                    <a:pt x="988905" y="5458921"/>
                  </a:lnTo>
                  <a:lnTo>
                    <a:pt x="989031" y="5458921"/>
                  </a:lnTo>
                  <a:lnTo>
                    <a:pt x="989157" y="5458921"/>
                  </a:lnTo>
                  <a:lnTo>
                    <a:pt x="989283" y="5458921"/>
                  </a:lnTo>
                  <a:lnTo>
                    <a:pt x="989661" y="5458921"/>
                  </a:lnTo>
                  <a:lnTo>
                    <a:pt x="989787" y="5458921"/>
                  </a:lnTo>
                  <a:lnTo>
                    <a:pt x="989913" y="5458921"/>
                  </a:lnTo>
                  <a:lnTo>
                    <a:pt x="990039" y="5458921"/>
                  </a:lnTo>
                  <a:lnTo>
                    <a:pt x="990166" y="5458921"/>
                  </a:lnTo>
                  <a:lnTo>
                    <a:pt x="990796" y="5458921"/>
                  </a:lnTo>
                  <a:lnTo>
                    <a:pt x="990922" y="5458921"/>
                  </a:lnTo>
                  <a:lnTo>
                    <a:pt x="991048" y="5458921"/>
                  </a:lnTo>
                  <a:lnTo>
                    <a:pt x="991174" y="5458921"/>
                  </a:lnTo>
                  <a:lnTo>
                    <a:pt x="991300" y="5458921"/>
                  </a:lnTo>
                  <a:lnTo>
                    <a:pt x="991426" y="5458921"/>
                  </a:lnTo>
                  <a:lnTo>
                    <a:pt x="991805" y="5458921"/>
                  </a:lnTo>
                  <a:lnTo>
                    <a:pt x="991931" y="5458921"/>
                  </a:lnTo>
                  <a:lnTo>
                    <a:pt x="992057" y="5458921"/>
                  </a:lnTo>
                  <a:lnTo>
                    <a:pt x="992687" y="5458921"/>
                  </a:lnTo>
                  <a:lnTo>
                    <a:pt x="992939" y="5458921"/>
                  </a:lnTo>
                  <a:lnTo>
                    <a:pt x="993066" y="5458921"/>
                  </a:lnTo>
                  <a:lnTo>
                    <a:pt x="993570" y="5458921"/>
                  </a:lnTo>
                  <a:lnTo>
                    <a:pt x="993696" y="5458921"/>
                  </a:lnTo>
                  <a:lnTo>
                    <a:pt x="993822" y="5458921"/>
                  </a:lnTo>
                  <a:lnTo>
                    <a:pt x="993948" y="5458921"/>
                  </a:lnTo>
                  <a:lnTo>
                    <a:pt x="994326" y="5458921"/>
                  </a:lnTo>
                  <a:lnTo>
                    <a:pt x="994453" y="5458921"/>
                  </a:lnTo>
                  <a:lnTo>
                    <a:pt x="994579" y="5458921"/>
                  </a:lnTo>
                  <a:lnTo>
                    <a:pt x="994957" y="5458921"/>
                  </a:lnTo>
                  <a:lnTo>
                    <a:pt x="995083" y="5458921"/>
                  </a:lnTo>
                  <a:lnTo>
                    <a:pt x="995209" y="5458921"/>
                  </a:lnTo>
                  <a:lnTo>
                    <a:pt x="995335" y="5458921"/>
                  </a:lnTo>
                  <a:lnTo>
                    <a:pt x="995461" y="5458921"/>
                  </a:lnTo>
                  <a:lnTo>
                    <a:pt x="995587" y="5458921"/>
                  </a:lnTo>
                  <a:lnTo>
                    <a:pt x="995840" y="5458921"/>
                  </a:lnTo>
                  <a:lnTo>
                    <a:pt x="995966" y="5458921"/>
                  </a:lnTo>
                  <a:lnTo>
                    <a:pt x="996344" y="5458921"/>
                  </a:lnTo>
                  <a:lnTo>
                    <a:pt x="996470" y="5458921"/>
                  </a:lnTo>
                  <a:lnTo>
                    <a:pt x="996596" y="5458921"/>
                  </a:lnTo>
                  <a:lnTo>
                    <a:pt x="997226" y="5458921"/>
                  </a:lnTo>
                  <a:lnTo>
                    <a:pt x="997353" y="5458921"/>
                  </a:lnTo>
                  <a:lnTo>
                    <a:pt x="997479" y="5458921"/>
                  </a:lnTo>
                  <a:lnTo>
                    <a:pt x="997605" y="5458921"/>
                  </a:lnTo>
                  <a:lnTo>
                    <a:pt x="997731" y="5458921"/>
                  </a:lnTo>
                  <a:lnTo>
                    <a:pt x="997857" y="5458921"/>
                  </a:lnTo>
                  <a:lnTo>
                    <a:pt x="998361" y="5458921"/>
                  </a:lnTo>
                  <a:lnTo>
                    <a:pt x="998613" y="5458921"/>
                  </a:lnTo>
                  <a:lnTo>
                    <a:pt x="998740" y="5458921"/>
                  </a:lnTo>
                  <a:lnTo>
                    <a:pt x="998866" y="5458921"/>
                  </a:lnTo>
                  <a:lnTo>
                    <a:pt x="998992" y="5458921"/>
                  </a:lnTo>
                  <a:lnTo>
                    <a:pt x="999118" y="5458921"/>
                  </a:lnTo>
                  <a:lnTo>
                    <a:pt x="999244" y="5458921"/>
                  </a:lnTo>
                  <a:lnTo>
                    <a:pt x="999370" y="5453642"/>
                  </a:lnTo>
                  <a:lnTo>
                    <a:pt x="1000126" y="5453642"/>
                  </a:lnTo>
                  <a:lnTo>
                    <a:pt x="1000379" y="5453642"/>
                  </a:lnTo>
                  <a:lnTo>
                    <a:pt x="1000631" y="5453642"/>
                  </a:lnTo>
                  <a:lnTo>
                    <a:pt x="1000883" y="5453642"/>
                  </a:lnTo>
                  <a:lnTo>
                    <a:pt x="1001135" y="5453642"/>
                  </a:lnTo>
                  <a:lnTo>
                    <a:pt x="1001261" y="5453642"/>
                  </a:lnTo>
                  <a:lnTo>
                    <a:pt x="1001387" y="5453642"/>
                  </a:lnTo>
                  <a:lnTo>
                    <a:pt x="1001513" y="5453642"/>
                  </a:lnTo>
                  <a:lnTo>
                    <a:pt x="1001513" y="5448362"/>
                  </a:lnTo>
                  <a:lnTo>
                    <a:pt x="1001640" y="5448362"/>
                  </a:lnTo>
                  <a:lnTo>
                    <a:pt x="1001766" y="5448362"/>
                  </a:lnTo>
                  <a:lnTo>
                    <a:pt x="1002018" y="5448362"/>
                  </a:lnTo>
                  <a:lnTo>
                    <a:pt x="1002144" y="5448362"/>
                  </a:lnTo>
                  <a:lnTo>
                    <a:pt x="1002270" y="5448362"/>
                  </a:lnTo>
                  <a:lnTo>
                    <a:pt x="1002396" y="5448362"/>
                  </a:lnTo>
                  <a:lnTo>
                    <a:pt x="1002648" y="5448362"/>
                  </a:lnTo>
                  <a:lnTo>
                    <a:pt x="1002774" y="5448362"/>
                  </a:lnTo>
                  <a:lnTo>
                    <a:pt x="1002900" y="5448362"/>
                  </a:lnTo>
                  <a:lnTo>
                    <a:pt x="1003153" y="5448362"/>
                  </a:lnTo>
                  <a:lnTo>
                    <a:pt x="1003405" y="5448362"/>
                  </a:lnTo>
                  <a:lnTo>
                    <a:pt x="1003531" y="5448362"/>
                  </a:lnTo>
                  <a:lnTo>
                    <a:pt x="1003783" y="5448362"/>
                  </a:lnTo>
                  <a:lnTo>
                    <a:pt x="1003909" y="5448362"/>
                  </a:lnTo>
                  <a:lnTo>
                    <a:pt x="1004035" y="5448362"/>
                  </a:lnTo>
                  <a:lnTo>
                    <a:pt x="1004161" y="5448362"/>
                  </a:lnTo>
                  <a:lnTo>
                    <a:pt x="1004413" y="5448362"/>
                  </a:lnTo>
                  <a:lnTo>
                    <a:pt x="1004540" y="5448362"/>
                  </a:lnTo>
                  <a:lnTo>
                    <a:pt x="1004918" y="5448362"/>
                  </a:lnTo>
                  <a:lnTo>
                    <a:pt x="1005044" y="5448362"/>
                  </a:lnTo>
                  <a:lnTo>
                    <a:pt x="1005170" y="5448362"/>
                  </a:lnTo>
                  <a:lnTo>
                    <a:pt x="1005296" y="5448362"/>
                  </a:lnTo>
                  <a:lnTo>
                    <a:pt x="1005422" y="5448362"/>
                  </a:lnTo>
                  <a:lnTo>
                    <a:pt x="1005548" y="5448362"/>
                  </a:lnTo>
                  <a:lnTo>
                    <a:pt x="1005674" y="5448362"/>
                  </a:lnTo>
                  <a:lnTo>
                    <a:pt x="1005927" y="5448362"/>
                  </a:lnTo>
                  <a:lnTo>
                    <a:pt x="1006053" y="5448362"/>
                  </a:lnTo>
                  <a:lnTo>
                    <a:pt x="1006179" y="5448362"/>
                  </a:lnTo>
                  <a:lnTo>
                    <a:pt x="1006305" y="5448362"/>
                  </a:lnTo>
                  <a:lnTo>
                    <a:pt x="1006557" y="5448362"/>
                  </a:lnTo>
                  <a:lnTo>
                    <a:pt x="1006683" y="5448362"/>
                  </a:lnTo>
                  <a:lnTo>
                    <a:pt x="1006935" y="5448362"/>
                  </a:lnTo>
                  <a:lnTo>
                    <a:pt x="1007061" y="5448362"/>
                  </a:lnTo>
                  <a:lnTo>
                    <a:pt x="1007187" y="5448362"/>
                  </a:lnTo>
                  <a:lnTo>
                    <a:pt x="1007313" y="5448362"/>
                  </a:lnTo>
                  <a:lnTo>
                    <a:pt x="1007440" y="5448362"/>
                  </a:lnTo>
                  <a:lnTo>
                    <a:pt x="1007944" y="5448362"/>
                  </a:lnTo>
                  <a:lnTo>
                    <a:pt x="1008196" y="5448362"/>
                  </a:lnTo>
                  <a:lnTo>
                    <a:pt x="1008322" y="5448362"/>
                  </a:lnTo>
                  <a:lnTo>
                    <a:pt x="1008448" y="5448362"/>
                  </a:lnTo>
                  <a:lnTo>
                    <a:pt x="1008574" y="5448362"/>
                  </a:lnTo>
                  <a:lnTo>
                    <a:pt x="1008700" y="5448362"/>
                  </a:lnTo>
                  <a:lnTo>
                    <a:pt x="1008827" y="5448362"/>
                  </a:lnTo>
                  <a:lnTo>
                    <a:pt x="1008953" y="5448362"/>
                  </a:lnTo>
                  <a:lnTo>
                    <a:pt x="1009079" y="5448362"/>
                  </a:lnTo>
                  <a:lnTo>
                    <a:pt x="1009331" y="5448362"/>
                  </a:lnTo>
                  <a:lnTo>
                    <a:pt x="1009457" y="5448362"/>
                  </a:lnTo>
                  <a:lnTo>
                    <a:pt x="1009583" y="5448362"/>
                  </a:lnTo>
                  <a:lnTo>
                    <a:pt x="1009835" y="5448362"/>
                  </a:lnTo>
                  <a:lnTo>
                    <a:pt x="1009961" y="5448362"/>
                  </a:lnTo>
                  <a:lnTo>
                    <a:pt x="1010087" y="5448362"/>
                  </a:lnTo>
                  <a:lnTo>
                    <a:pt x="1010213" y="5448362"/>
                  </a:lnTo>
                  <a:lnTo>
                    <a:pt x="1010592" y="5448362"/>
                  </a:lnTo>
                  <a:lnTo>
                    <a:pt x="1010718" y="5448362"/>
                  </a:lnTo>
                  <a:lnTo>
                    <a:pt x="1010844" y="5448362"/>
                  </a:lnTo>
                  <a:lnTo>
                    <a:pt x="1011096" y="5448362"/>
                  </a:lnTo>
                  <a:lnTo>
                    <a:pt x="1011222" y="5448362"/>
                  </a:lnTo>
                  <a:lnTo>
                    <a:pt x="1011348" y="5448362"/>
                  </a:lnTo>
                  <a:lnTo>
                    <a:pt x="1011600" y="5448362"/>
                  </a:lnTo>
                  <a:lnTo>
                    <a:pt x="1011727" y="5448362"/>
                  </a:lnTo>
                  <a:lnTo>
                    <a:pt x="1011853" y="5448362"/>
                  </a:lnTo>
                  <a:lnTo>
                    <a:pt x="1011979" y="5448362"/>
                  </a:lnTo>
                  <a:lnTo>
                    <a:pt x="1012105" y="5448362"/>
                  </a:lnTo>
                  <a:lnTo>
                    <a:pt x="1012357" y="5448362"/>
                  </a:lnTo>
                  <a:lnTo>
                    <a:pt x="1012483" y="5448362"/>
                  </a:lnTo>
                  <a:lnTo>
                    <a:pt x="1012735" y="5448362"/>
                  </a:lnTo>
                  <a:lnTo>
                    <a:pt x="1012861" y="5448362"/>
                  </a:lnTo>
                  <a:lnTo>
                    <a:pt x="1013366" y="5448362"/>
                  </a:lnTo>
                  <a:lnTo>
                    <a:pt x="1013492" y="5448362"/>
                  </a:lnTo>
                  <a:lnTo>
                    <a:pt x="1013744" y="5448362"/>
                  </a:lnTo>
                  <a:lnTo>
                    <a:pt x="1013870" y="5448362"/>
                  </a:lnTo>
                  <a:lnTo>
                    <a:pt x="1013996" y="5448362"/>
                  </a:lnTo>
                  <a:lnTo>
                    <a:pt x="1014122" y="5448362"/>
                  </a:lnTo>
                  <a:lnTo>
                    <a:pt x="1014248" y="5448362"/>
                  </a:lnTo>
                  <a:lnTo>
                    <a:pt x="1014500" y="5448362"/>
                  </a:lnTo>
                  <a:lnTo>
                    <a:pt x="1014879" y="5448362"/>
                  </a:lnTo>
                  <a:lnTo>
                    <a:pt x="1015131" y="5448362"/>
                  </a:lnTo>
                  <a:lnTo>
                    <a:pt x="1015257" y="5448362"/>
                  </a:lnTo>
                  <a:lnTo>
                    <a:pt x="1015635" y="5448362"/>
                  </a:lnTo>
                  <a:lnTo>
                    <a:pt x="1016014" y="5448362"/>
                  </a:lnTo>
                  <a:lnTo>
                    <a:pt x="1016140" y="5448362"/>
                  </a:lnTo>
                  <a:lnTo>
                    <a:pt x="1016392" y="5448362"/>
                  </a:lnTo>
                  <a:lnTo>
                    <a:pt x="1016644" y="5448362"/>
                  </a:lnTo>
                  <a:lnTo>
                    <a:pt x="1016770" y="5448362"/>
                  </a:lnTo>
                  <a:lnTo>
                    <a:pt x="1016896" y="5448362"/>
                  </a:lnTo>
                  <a:lnTo>
                    <a:pt x="1017022" y="5448362"/>
                  </a:lnTo>
                  <a:lnTo>
                    <a:pt x="1017400" y="5448362"/>
                  </a:lnTo>
                  <a:lnTo>
                    <a:pt x="1017527" y="5448362"/>
                  </a:lnTo>
                  <a:lnTo>
                    <a:pt x="1017653" y="5448362"/>
                  </a:lnTo>
                  <a:lnTo>
                    <a:pt x="1017905" y="5448362"/>
                  </a:lnTo>
                  <a:lnTo>
                    <a:pt x="1018031" y="5448362"/>
                  </a:lnTo>
                  <a:lnTo>
                    <a:pt x="1018283" y="5448362"/>
                  </a:lnTo>
                  <a:lnTo>
                    <a:pt x="1018661" y="5443083"/>
                  </a:lnTo>
                  <a:lnTo>
                    <a:pt x="1018787" y="5443083"/>
                  </a:lnTo>
                  <a:lnTo>
                    <a:pt x="1018914" y="5443083"/>
                  </a:lnTo>
                  <a:lnTo>
                    <a:pt x="1019040" y="5443083"/>
                  </a:lnTo>
                  <a:lnTo>
                    <a:pt x="1019166" y="5443083"/>
                  </a:lnTo>
                  <a:lnTo>
                    <a:pt x="1019418" y="5443083"/>
                  </a:lnTo>
                  <a:lnTo>
                    <a:pt x="1019544" y="5443083"/>
                  </a:lnTo>
                  <a:lnTo>
                    <a:pt x="1019544" y="5437803"/>
                  </a:lnTo>
                  <a:lnTo>
                    <a:pt x="1019796" y="5437803"/>
                  </a:lnTo>
                  <a:lnTo>
                    <a:pt x="1019922" y="5437803"/>
                  </a:lnTo>
                  <a:lnTo>
                    <a:pt x="1020048" y="5437803"/>
                  </a:lnTo>
                  <a:lnTo>
                    <a:pt x="1020300" y="5437803"/>
                  </a:lnTo>
                  <a:lnTo>
                    <a:pt x="1020427" y="5437803"/>
                  </a:lnTo>
                  <a:lnTo>
                    <a:pt x="1020553" y="5437803"/>
                  </a:lnTo>
                  <a:lnTo>
                    <a:pt x="1020679" y="5437803"/>
                  </a:lnTo>
                  <a:lnTo>
                    <a:pt x="1020805" y="5437803"/>
                  </a:lnTo>
                  <a:lnTo>
                    <a:pt x="1020931" y="5437803"/>
                  </a:lnTo>
                  <a:lnTo>
                    <a:pt x="1021183" y="5437803"/>
                  </a:lnTo>
                  <a:lnTo>
                    <a:pt x="1021561" y="5437803"/>
                  </a:lnTo>
                  <a:lnTo>
                    <a:pt x="1021687" y="5437803"/>
                  </a:lnTo>
                  <a:lnTo>
                    <a:pt x="1021814" y="5437803"/>
                  </a:lnTo>
                  <a:lnTo>
                    <a:pt x="1022066" y="5437803"/>
                  </a:lnTo>
                  <a:lnTo>
                    <a:pt x="1022318" y="5437803"/>
                  </a:lnTo>
                  <a:lnTo>
                    <a:pt x="1022444" y="5437803"/>
                  </a:lnTo>
                  <a:lnTo>
                    <a:pt x="1023074" y="5437803"/>
                  </a:lnTo>
                  <a:lnTo>
                    <a:pt x="1023201" y="5437803"/>
                  </a:lnTo>
                  <a:lnTo>
                    <a:pt x="1023327" y="5437803"/>
                  </a:lnTo>
                  <a:lnTo>
                    <a:pt x="1023579" y="5437803"/>
                  </a:lnTo>
                  <a:lnTo>
                    <a:pt x="1023705" y="5437803"/>
                  </a:lnTo>
                  <a:lnTo>
                    <a:pt x="1023831" y="5437803"/>
                  </a:lnTo>
                  <a:lnTo>
                    <a:pt x="1024335" y="5432524"/>
                  </a:lnTo>
                  <a:lnTo>
                    <a:pt x="1024461" y="5432524"/>
                  </a:lnTo>
                  <a:lnTo>
                    <a:pt x="1024587" y="5432524"/>
                  </a:lnTo>
                  <a:lnTo>
                    <a:pt x="1024714" y="5432524"/>
                  </a:lnTo>
                  <a:lnTo>
                    <a:pt x="1024840" y="5432524"/>
                  </a:lnTo>
                  <a:lnTo>
                    <a:pt x="1024966" y="5432524"/>
                  </a:lnTo>
                  <a:lnTo>
                    <a:pt x="1025092" y="5432524"/>
                  </a:lnTo>
                  <a:lnTo>
                    <a:pt x="1025218" y="5432524"/>
                  </a:lnTo>
                  <a:lnTo>
                    <a:pt x="1025344" y="5432524"/>
                  </a:lnTo>
                  <a:lnTo>
                    <a:pt x="1025470" y="5432524"/>
                  </a:lnTo>
                  <a:lnTo>
                    <a:pt x="1025596" y="5432524"/>
                  </a:lnTo>
                  <a:lnTo>
                    <a:pt x="1025722" y="5432524"/>
                  </a:lnTo>
                  <a:lnTo>
                    <a:pt x="1025974" y="5432524"/>
                  </a:lnTo>
                  <a:lnTo>
                    <a:pt x="1026101" y="5432524"/>
                  </a:lnTo>
                  <a:lnTo>
                    <a:pt x="1026227" y="5432524"/>
                  </a:lnTo>
                  <a:lnTo>
                    <a:pt x="1026353" y="5432524"/>
                  </a:lnTo>
                  <a:lnTo>
                    <a:pt x="1026983" y="5432524"/>
                  </a:lnTo>
                  <a:lnTo>
                    <a:pt x="1027109" y="5432524"/>
                  </a:lnTo>
                  <a:lnTo>
                    <a:pt x="1027235" y="5432524"/>
                  </a:lnTo>
                  <a:lnTo>
                    <a:pt x="1027361" y="5432524"/>
                  </a:lnTo>
                  <a:lnTo>
                    <a:pt x="1027614" y="5432524"/>
                  </a:lnTo>
                  <a:lnTo>
                    <a:pt x="1027740" y="5432524"/>
                  </a:lnTo>
                  <a:lnTo>
                    <a:pt x="1027992" y="5432524"/>
                  </a:lnTo>
                  <a:lnTo>
                    <a:pt x="1028244" y="5432524"/>
                  </a:lnTo>
                  <a:lnTo>
                    <a:pt x="1028370" y="5432524"/>
                  </a:lnTo>
                  <a:lnTo>
                    <a:pt x="1028496" y="5432524"/>
                  </a:lnTo>
                  <a:lnTo>
                    <a:pt x="1028622" y="5432524"/>
                  </a:lnTo>
                  <a:lnTo>
                    <a:pt x="1028748" y="5432524"/>
                  </a:lnTo>
                  <a:lnTo>
                    <a:pt x="1028874" y="5432524"/>
                  </a:lnTo>
                  <a:lnTo>
                    <a:pt x="1028874" y="5427245"/>
                  </a:lnTo>
                  <a:lnTo>
                    <a:pt x="1029001" y="5427245"/>
                  </a:lnTo>
                  <a:lnTo>
                    <a:pt x="1029253" y="5427245"/>
                  </a:lnTo>
                  <a:lnTo>
                    <a:pt x="1029379" y="5427245"/>
                  </a:lnTo>
                  <a:lnTo>
                    <a:pt x="1029505" y="5427245"/>
                  </a:lnTo>
                  <a:lnTo>
                    <a:pt x="1029631" y="5427245"/>
                  </a:lnTo>
                  <a:lnTo>
                    <a:pt x="1029757" y="5427245"/>
                  </a:lnTo>
                  <a:lnTo>
                    <a:pt x="1029883" y="5427245"/>
                  </a:lnTo>
                  <a:lnTo>
                    <a:pt x="1030514" y="5421965"/>
                  </a:lnTo>
                  <a:lnTo>
                    <a:pt x="1030640" y="5421965"/>
                  </a:lnTo>
                  <a:lnTo>
                    <a:pt x="1030766" y="5421965"/>
                  </a:lnTo>
                  <a:lnTo>
                    <a:pt x="1030892" y="5421965"/>
                  </a:lnTo>
                  <a:lnTo>
                    <a:pt x="1031018" y="5421965"/>
                  </a:lnTo>
                  <a:lnTo>
                    <a:pt x="1031270" y="5421965"/>
                  </a:lnTo>
                  <a:lnTo>
                    <a:pt x="1031396" y="5421965"/>
                  </a:lnTo>
                  <a:lnTo>
                    <a:pt x="1031522" y="5421965"/>
                  </a:lnTo>
                  <a:lnTo>
                    <a:pt x="1031648" y="5421965"/>
                  </a:lnTo>
                  <a:lnTo>
                    <a:pt x="1031901" y="5421965"/>
                  </a:lnTo>
                  <a:lnTo>
                    <a:pt x="1031901" y="5416686"/>
                  </a:lnTo>
                  <a:lnTo>
                    <a:pt x="1032027" y="5416686"/>
                  </a:lnTo>
                  <a:lnTo>
                    <a:pt x="1032279" y="5416686"/>
                  </a:lnTo>
                  <a:lnTo>
                    <a:pt x="1032405" y="5416686"/>
                  </a:lnTo>
                  <a:lnTo>
                    <a:pt x="1032531" y="5416686"/>
                  </a:lnTo>
                  <a:lnTo>
                    <a:pt x="1032657" y="5416686"/>
                  </a:lnTo>
                  <a:lnTo>
                    <a:pt x="1032783" y="5416686"/>
                  </a:lnTo>
                  <a:lnTo>
                    <a:pt x="1032783" y="5411406"/>
                  </a:lnTo>
                  <a:lnTo>
                    <a:pt x="1032909" y="5406127"/>
                  </a:lnTo>
                  <a:lnTo>
                    <a:pt x="1033035" y="5406127"/>
                  </a:lnTo>
                  <a:lnTo>
                    <a:pt x="1033161" y="5406127"/>
                  </a:lnTo>
                  <a:lnTo>
                    <a:pt x="1033288" y="5406127"/>
                  </a:lnTo>
                  <a:lnTo>
                    <a:pt x="1034296" y="5406127"/>
                  </a:lnTo>
                  <a:lnTo>
                    <a:pt x="1034296" y="5400848"/>
                  </a:lnTo>
                  <a:lnTo>
                    <a:pt x="1034422" y="5400848"/>
                  </a:lnTo>
                  <a:lnTo>
                    <a:pt x="1034548" y="5400848"/>
                  </a:lnTo>
                  <a:lnTo>
                    <a:pt x="1034674" y="5400848"/>
                  </a:lnTo>
                  <a:lnTo>
                    <a:pt x="1034801" y="5400848"/>
                  </a:lnTo>
                  <a:lnTo>
                    <a:pt x="1034927" y="5400848"/>
                  </a:lnTo>
                  <a:lnTo>
                    <a:pt x="1035053" y="5400848"/>
                  </a:lnTo>
                  <a:lnTo>
                    <a:pt x="1035305" y="5400848"/>
                  </a:lnTo>
                  <a:lnTo>
                    <a:pt x="1035431" y="5400848"/>
                  </a:lnTo>
                  <a:lnTo>
                    <a:pt x="1035935" y="5400848"/>
                  </a:lnTo>
                  <a:lnTo>
                    <a:pt x="1036061" y="5400848"/>
                  </a:lnTo>
                  <a:lnTo>
                    <a:pt x="1036188" y="5400848"/>
                  </a:lnTo>
                  <a:lnTo>
                    <a:pt x="1036314" y="5400848"/>
                  </a:lnTo>
                  <a:lnTo>
                    <a:pt x="1036440" y="5400848"/>
                  </a:lnTo>
                  <a:lnTo>
                    <a:pt x="1036566" y="5400848"/>
                  </a:lnTo>
                  <a:lnTo>
                    <a:pt x="1036818" y="5400848"/>
                  </a:lnTo>
                  <a:lnTo>
                    <a:pt x="1036944" y="5400848"/>
                  </a:lnTo>
                  <a:lnTo>
                    <a:pt x="1037196" y="5400848"/>
                  </a:lnTo>
                  <a:lnTo>
                    <a:pt x="1037322" y="5400848"/>
                  </a:lnTo>
                  <a:lnTo>
                    <a:pt x="1037448" y="5400848"/>
                  </a:lnTo>
                  <a:lnTo>
                    <a:pt x="1037575" y="5400848"/>
                  </a:lnTo>
                  <a:lnTo>
                    <a:pt x="1037701" y="5400848"/>
                  </a:lnTo>
                  <a:lnTo>
                    <a:pt x="1037827" y="5395568"/>
                  </a:lnTo>
                  <a:lnTo>
                    <a:pt x="1037953" y="5395568"/>
                  </a:lnTo>
                  <a:lnTo>
                    <a:pt x="1038079" y="5395568"/>
                  </a:lnTo>
                  <a:lnTo>
                    <a:pt x="1038457" y="5395568"/>
                  </a:lnTo>
                  <a:lnTo>
                    <a:pt x="1038583" y="5395568"/>
                  </a:lnTo>
                  <a:lnTo>
                    <a:pt x="1038709" y="5395568"/>
                  </a:lnTo>
                  <a:lnTo>
                    <a:pt x="1038961" y="5395568"/>
                  </a:lnTo>
                  <a:lnTo>
                    <a:pt x="1039214" y="5395568"/>
                  </a:lnTo>
                  <a:lnTo>
                    <a:pt x="1039340" y="5395568"/>
                  </a:lnTo>
                  <a:lnTo>
                    <a:pt x="1039466" y="5395568"/>
                  </a:lnTo>
                  <a:lnTo>
                    <a:pt x="1039592" y="5395568"/>
                  </a:lnTo>
                  <a:lnTo>
                    <a:pt x="1039718" y="5395568"/>
                  </a:lnTo>
                  <a:lnTo>
                    <a:pt x="1039844" y="5395568"/>
                  </a:lnTo>
                  <a:lnTo>
                    <a:pt x="1040096" y="5395568"/>
                  </a:lnTo>
                  <a:lnTo>
                    <a:pt x="1040348" y="5395568"/>
                  </a:lnTo>
                  <a:lnTo>
                    <a:pt x="1040727" y="5390289"/>
                  </a:lnTo>
                  <a:lnTo>
                    <a:pt x="1040853" y="5390289"/>
                  </a:lnTo>
                  <a:lnTo>
                    <a:pt x="1040979" y="5390289"/>
                  </a:lnTo>
                  <a:lnTo>
                    <a:pt x="1041357" y="5390289"/>
                  </a:lnTo>
                  <a:lnTo>
                    <a:pt x="1041609" y="5390289"/>
                  </a:lnTo>
                  <a:lnTo>
                    <a:pt x="1041735" y="5390289"/>
                  </a:lnTo>
                  <a:lnTo>
                    <a:pt x="1041861" y="5390289"/>
                  </a:lnTo>
                  <a:lnTo>
                    <a:pt x="1041988" y="5390289"/>
                  </a:lnTo>
                  <a:lnTo>
                    <a:pt x="1042114" y="5390289"/>
                  </a:lnTo>
                  <a:lnTo>
                    <a:pt x="1042870" y="5390289"/>
                  </a:lnTo>
                  <a:lnTo>
                    <a:pt x="1042996" y="5390289"/>
                  </a:lnTo>
                  <a:lnTo>
                    <a:pt x="1043122" y="5390289"/>
                  </a:lnTo>
                  <a:lnTo>
                    <a:pt x="1043375" y="5390289"/>
                  </a:lnTo>
                  <a:lnTo>
                    <a:pt x="1043627" y="5390289"/>
                  </a:lnTo>
                  <a:lnTo>
                    <a:pt x="1043753" y="5390289"/>
                  </a:lnTo>
                  <a:lnTo>
                    <a:pt x="1043879" y="5390289"/>
                  </a:lnTo>
                  <a:lnTo>
                    <a:pt x="1044005" y="5390289"/>
                  </a:lnTo>
                  <a:lnTo>
                    <a:pt x="1044131" y="5390289"/>
                  </a:lnTo>
                  <a:lnTo>
                    <a:pt x="1044257" y="5390289"/>
                  </a:lnTo>
                  <a:lnTo>
                    <a:pt x="1044383" y="5390289"/>
                  </a:lnTo>
                  <a:lnTo>
                    <a:pt x="1044509" y="5390289"/>
                  </a:lnTo>
                  <a:lnTo>
                    <a:pt x="1044635" y="5390289"/>
                  </a:lnTo>
                  <a:lnTo>
                    <a:pt x="1044761" y="5390289"/>
                  </a:lnTo>
                  <a:lnTo>
                    <a:pt x="1045014" y="5390289"/>
                  </a:lnTo>
                  <a:lnTo>
                    <a:pt x="1045140" y="5390289"/>
                  </a:lnTo>
                  <a:lnTo>
                    <a:pt x="1045266" y="5390289"/>
                  </a:lnTo>
                  <a:lnTo>
                    <a:pt x="1045644" y="5390289"/>
                  </a:lnTo>
                  <a:lnTo>
                    <a:pt x="1045770" y="5390289"/>
                  </a:lnTo>
                  <a:lnTo>
                    <a:pt x="1045896" y="5390289"/>
                  </a:lnTo>
                  <a:lnTo>
                    <a:pt x="1046148" y="5390289"/>
                  </a:lnTo>
                  <a:lnTo>
                    <a:pt x="1046275" y="5390289"/>
                  </a:lnTo>
                  <a:lnTo>
                    <a:pt x="1046401" y="5390289"/>
                  </a:lnTo>
                  <a:lnTo>
                    <a:pt x="1046527" y="5390289"/>
                  </a:lnTo>
                  <a:lnTo>
                    <a:pt x="1046653" y="5390289"/>
                  </a:lnTo>
                  <a:lnTo>
                    <a:pt x="1047031" y="5390289"/>
                  </a:lnTo>
                  <a:lnTo>
                    <a:pt x="1047157" y="5390289"/>
                  </a:lnTo>
                  <a:lnTo>
                    <a:pt x="1047283" y="5390289"/>
                  </a:lnTo>
                  <a:lnTo>
                    <a:pt x="1047535" y="5390289"/>
                  </a:lnTo>
                  <a:lnTo>
                    <a:pt x="1047662" y="5390289"/>
                  </a:lnTo>
                  <a:lnTo>
                    <a:pt x="1047788" y="5390289"/>
                  </a:lnTo>
                  <a:lnTo>
                    <a:pt x="1047914" y="5390289"/>
                  </a:lnTo>
                  <a:lnTo>
                    <a:pt x="1048040" y="5390289"/>
                  </a:lnTo>
                  <a:lnTo>
                    <a:pt x="1048166" y="5390289"/>
                  </a:lnTo>
                  <a:lnTo>
                    <a:pt x="1048418" y="5390289"/>
                  </a:lnTo>
                  <a:lnTo>
                    <a:pt x="1048670" y="5390289"/>
                  </a:lnTo>
                  <a:lnTo>
                    <a:pt x="1048796" y="5390289"/>
                  </a:lnTo>
                  <a:lnTo>
                    <a:pt x="1049048" y="5390289"/>
                  </a:lnTo>
                  <a:lnTo>
                    <a:pt x="1049175" y="5390289"/>
                  </a:lnTo>
                  <a:lnTo>
                    <a:pt x="1049175" y="5385009"/>
                  </a:lnTo>
                  <a:lnTo>
                    <a:pt x="1049301" y="5385009"/>
                  </a:lnTo>
                  <a:lnTo>
                    <a:pt x="1049553" y="5385009"/>
                  </a:lnTo>
                  <a:lnTo>
                    <a:pt x="1049931" y="5385009"/>
                  </a:lnTo>
                  <a:lnTo>
                    <a:pt x="1050057" y="5385009"/>
                  </a:lnTo>
                  <a:lnTo>
                    <a:pt x="1050183" y="5385009"/>
                  </a:lnTo>
                  <a:lnTo>
                    <a:pt x="1050562" y="5385009"/>
                  </a:lnTo>
                  <a:lnTo>
                    <a:pt x="1050688" y="5385009"/>
                  </a:lnTo>
                  <a:lnTo>
                    <a:pt x="1050940" y="5385009"/>
                  </a:lnTo>
                  <a:lnTo>
                    <a:pt x="1051192" y="5385009"/>
                  </a:lnTo>
                  <a:lnTo>
                    <a:pt x="1051318" y="5385009"/>
                  </a:lnTo>
                  <a:lnTo>
                    <a:pt x="1051444" y="5385009"/>
                  </a:lnTo>
                  <a:lnTo>
                    <a:pt x="1051822" y="5385009"/>
                  </a:lnTo>
                  <a:lnTo>
                    <a:pt x="1052201" y="5385009"/>
                  </a:lnTo>
                  <a:lnTo>
                    <a:pt x="1052327" y="5385009"/>
                  </a:lnTo>
                  <a:lnTo>
                    <a:pt x="1052453" y="5385009"/>
                  </a:lnTo>
                  <a:lnTo>
                    <a:pt x="1052579" y="5385009"/>
                  </a:lnTo>
                  <a:lnTo>
                    <a:pt x="1052705" y="5385009"/>
                  </a:lnTo>
                  <a:lnTo>
                    <a:pt x="1052831" y="5385009"/>
                  </a:lnTo>
                  <a:lnTo>
                    <a:pt x="1052957" y="5385009"/>
                  </a:lnTo>
                  <a:lnTo>
                    <a:pt x="1053083" y="5379730"/>
                  </a:lnTo>
                  <a:lnTo>
                    <a:pt x="1053209" y="5379730"/>
                  </a:lnTo>
                  <a:lnTo>
                    <a:pt x="1053335" y="5379730"/>
                  </a:lnTo>
                  <a:lnTo>
                    <a:pt x="1053462" y="5379730"/>
                  </a:lnTo>
                  <a:lnTo>
                    <a:pt x="1053462" y="5374450"/>
                  </a:lnTo>
                  <a:lnTo>
                    <a:pt x="1054218" y="5374450"/>
                  </a:lnTo>
                  <a:lnTo>
                    <a:pt x="1054344" y="5374450"/>
                  </a:lnTo>
                  <a:lnTo>
                    <a:pt x="1054470" y="5374450"/>
                  </a:lnTo>
                  <a:lnTo>
                    <a:pt x="1054722" y="5374450"/>
                  </a:lnTo>
                  <a:lnTo>
                    <a:pt x="1054849" y="5374450"/>
                  </a:lnTo>
                  <a:lnTo>
                    <a:pt x="1054975" y="5374450"/>
                  </a:lnTo>
                  <a:lnTo>
                    <a:pt x="1055227" y="5374450"/>
                  </a:lnTo>
                  <a:lnTo>
                    <a:pt x="1055353" y="5374450"/>
                  </a:lnTo>
                  <a:lnTo>
                    <a:pt x="1055983" y="5374450"/>
                  </a:lnTo>
                  <a:lnTo>
                    <a:pt x="1056109" y="5374450"/>
                  </a:lnTo>
                  <a:lnTo>
                    <a:pt x="1056235" y="5374450"/>
                  </a:lnTo>
                  <a:lnTo>
                    <a:pt x="1056362" y="5374450"/>
                  </a:lnTo>
                  <a:lnTo>
                    <a:pt x="1056488" y="5374450"/>
                  </a:lnTo>
                  <a:lnTo>
                    <a:pt x="1056740" y="5374450"/>
                  </a:lnTo>
                  <a:lnTo>
                    <a:pt x="1056866" y="5374450"/>
                  </a:lnTo>
                  <a:lnTo>
                    <a:pt x="1057118" y="5374450"/>
                  </a:lnTo>
                  <a:lnTo>
                    <a:pt x="1057244" y="5374450"/>
                  </a:lnTo>
                  <a:lnTo>
                    <a:pt x="1057370" y="5374450"/>
                  </a:lnTo>
                  <a:lnTo>
                    <a:pt x="1057496" y="5374450"/>
                  </a:lnTo>
                  <a:lnTo>
                    <a:pt x="1057622" y="5374450"/>
                  </a:lnTo>
                  <a:lnTo>
                    <a:pt x="1057749" y="5374450"/>
                  </a:lnTo>
                  <a:lnTo>
                    <a:pt x="1058253" y="5374450"/>
                  </a:lnTo>
                  <a:lnTo>
                    <a:pt x="1058505" y="5374450"/>
                  </a:lnTo>
                  <a:lnTo>
                    <a:pt x="1059009" y="5374450"/>
                  </a:lnTo>
                  <a:lnTo>
                    <a:pt x="1059135" y="5374450"/>
                  </a:lnTo>
                  <a:lnTo>
                    <a:pt x="1059135" y="5363892"/>
                  </a:lnTo>
                  <a:lnTo>
                    <a:pt x="1059388" y="5363892"/>
                  </a:lnTo>
                  <a:lnTo>
                    <a:pt x="1059640" y="5363892"/>
                  </a:lnTo>
                  <a:lnTo>
                    <a:pt x="1059766" y="5363892"/>
                  </a:lnTo>
                  <a:lnTo>
                    <a:pt x="1059892" y="5363892"/>
                  </a:lnTo>
                  <a:lnTo>
                    <a:pt x="1060018" y="5363892"/>
                  </a:lnTo>
                  <a:lnTo>
                    <a:pt x="1060144" y="5363892"/>
                  </a:lnTo>
                  <a:lnTo>
                    <a:pt x="1060396" y="5363892"/>
                  </a:lnTo>
                  <a:lnTo>
                    <a:pt x="1060649" y="5363892"/>
                  </a:lnTo>
                  <a:lnTo>
                    <a:pt x="1060901" y="5358612"/>
                  </a:lnTo>
                  <a:lnTo>
                    <a:pt x="1061027" y="5358612"/>
                  </a:lnTo>
                  <a:lnTo>
                    <a:pt x="1061279" y="5358612"/>
                  </a:lnTo>
                  <a:lnTo>
                    <a:pt x="1061405" y="5358612"/>
                  </a:lnTo>
                  <a:lnTo>
                    <a:pt x="1061531" y="5358612"/>
                  </a:lnTo>
                  <a:lnTo>
                    <a:pt x="1061657" y="5358612"/>
                  </a:lnTo>
                  <a:lnTo>
                    <a:pt x="1061909" y="5358612"/>
                  </a:lnTo>
                  <a:lnTo>
                    <a:pt x="1062035" y="5353333"/>
                  </a:lnTo>
                  <a:lnTo>
                    <a:pt x="1062414" y="5353333"/>
                  </a:lnTo>
                  <a:lnTo>
                    <a:pt x="1062666" y="5353333"/>
                  </a:lnTo>
                  <a:lnTo>
                    <a:pt x="1062666" y="5348053"/>
                  </a:lnTo>
                  <a:lnTo>
                    <a:pt x="1062918" y="5348053"/>
                  </a:lnTo>
                  <a:lnTo>
                    <a:pt x="1063170" y="5348053"/>
                  </a:lnTo>
                  <a:lnTo>
                    <a:pt x="1063296" y="5348053"/>
                  </a:lnTo>
                  <a:lnTo>
                    <a:pt x="1063422" y="5348053"/>
                  </a:lnTo>
                  <a:lnTo>
                    <a:pt x="1063549" y="5348053"/>
                  </a:lnTo>
                  <a:lnTo>
                    <a:pt x="1063675" y="5348053"/>
                  </a:lnTo>
                  <a:lnTo>
                    <a:pt x="1064053" y="5348053"/>
                  </a:lnTo>
                  <a:lnTo>
                    <a:pt x="1064179" y="5348053"/>
                  </a:lnTo>
                  <a:lnTo>
                    <a:pt x="1064557" y="5348053"/>
                  </a:lnTo>
                  <a:lnTo>
                    <a:pt x="1064809" y="5348053"/>
                  </a:lnTo>
                  <a:lnTo>
                    <a:pt x="1064936" y="5348053"/>
                  </a:lnTo>
                  <a:lnTo>
                    <a:pt x="1065188" y="5348053"/>
                  </a:lnTo>
                  <a:lnTo>
                    <a:pt x="1065314" y="5348053"/>
                  </a:lnTo>
                  <a:lnTo>
                    <a:pt x="1065566" y="5348053"/>
                  </a:lnTo>
                  <a:lnTo>
                    <a:pt x="1065692" y="5348053"/>
                  </a:lnTo>
                  <a:lnTo>
                    <a:pt x="1065818" y="5348053"/>
                  </a:lnTo>
                  <a:lnTo>
                    <a:pt x="1065944" y="5348053"/>
                  </a:lnTo>
                  <a:lnTo>
                    <a:pt x="1066070" y="5348053"/>
                  </a:lnTo>
                  <a:lnTo>
                    <a:pt x="1066196" y="5348053"/>
                  </a:lnTo>
                  <a:lnTo>
                    <a:pt x="1066449" y="5348053"/>
                  </a:lnTo>
                  <a:lnTo>
                    <a:pt x="1066701" y="5348053"/>
                  </a:lnTo>
                  <a:lnTo>
                    <a:pt x="1066953" y="5348053"/>
                  </a:lnTo>
                  <a:lnTo>
                    <a:pt x="1067079" y="5348053"/>
                  </a:lnTo>
                  <a:lnTo>
                    <a:pt x="1067331" y="5348053"/>
                  </a:lnTo>
                  <a:lnTo>
                    <a:pt x="1067457" y="5348053"/>
                  </a:lnTo>
                  <a:lnTo>
                    <a:pt x="1067709" y="5348053"/>
                  </a:lnTo>
                  <a:lnTo>
                    <a:pt x="1067836" y="5348053"/>
                  </a:lnTo>
                  <a:lnTo>
                    <a:pt x="1067962" y="5348053"/>
                  </a:lnTo>
                  <a:lnTo>
                    <a:pt x="1068088" y="5348053"/>
                  </a:lnTo>
                  <a:lnTo>
                    <a:pt x="1068214" y="5348053"/>
                  </a:lnTo>
                  <a:lnTo>
                    <a:pt x="1068340" y="5348053"/>
                  </a:lnTo>
                  <a:lnTo>
                    <a:pt x="1068466" y="5348053"/>
                  </a:lnTo>
                  <a:lnTo>
                    <a:pt x="1068592" y="5348053"/>
                  </a:lnTo>
                  <a:lnTo>
                    <a:pt x="1068718" y="5348053"/>
                  </a:lnTo>
                  <a:lnTo>
                    <a:pt x="1068844" y="5348053"/>
                  </a:lnTo>
                  <a:lnTo>
                    <a:pt x="1068970" y="5348053"/>
                  </a:lnTo>
                  <a:lnTo>
                    <a:pt x="1069222" y="5348053"/>
                  </a:lnTo>
                  <a:lnTo>
                    <a:pt x="1069349" y="5348053"/>
                  </a:lnTo>
                  <a:lnTo>
                    <a:pt x="1069475" y="5348053"/>
                  </a:lnTo>
                  <a:lnTo>
                    <a:pt x="1069601" y="5348053"/>
                  </a:lnTo>
                  <a:lnTo>
                    <a:pt x="1069979" y="5348053"/>
                  </a:lnTo>
                  <a:lnTo>
                    <a:pt x="1070105" y="5348053"/>
                  </a:lnTo>
                  <a:lnTo>
                    <a:pt x="1070483" y="5348053"/>
                  </a:lnTo>
                  <a:lnTo>
                    <a:pt x="1070609" y="5348053"/>
                  </a:lnTo>
                  <a:lnTo>
                    <a:pt x="1070736" y="5348053"/>
                  </a:lnTo>
                  <a:lnTo>
                    <a:pt x="1070862" y="5348053"/>
                  </a:lnTo>
                  <a:lnTo>
                    <a:pt x="1070988" y="5348053"/>
                  </a:lnTo>
                  <a:lnTo>
                    <a:pt x="1071240" y="5348053"/>
                  </a:lnTo>
                  <a:lnTo>
                    <a:pt x="1071366" y="5348053"/>
                  </a:lnTo>
                  <a:lnTo>
                    <a:pt x="1071492" y="5348053"/>
                  </a:lnTo>
                  <a:lnTo>
                    <a:pt x="1071618" y="5348053"/>
                  </a:lnTo>
                  <a:lnTo>
                    <a:pt x="1071744" y="5348053"/>
                  </a:lnTo>
                  <a:lnTo>
                    <a:pt x="1071870" y="5348053"/>
                  </a:lnTo>
                  <a:lnTo>
                    <a:pt x="1072123" y="5348053"/>
                  </a:lnTo>
                  <a:lnTo>
                    <a:pt x="1072249" y="5348053"/>
                  </a:lnTo>
                  <a:lnTo>
                    <a:pt x="1072375" y="5348053"/>
                  </a:lnTo>
                  <a:lnTo>
                    <a:pt x="1072501" y="5348053"/>
                  </a:lnTo>
                  <a:lnTo>
                    <a:pt x="1072627" y="5348053"/>
                  </a:lnTo>
                  <a:lnTo>
                    <a:pt x="1072753" y="5348053"/>
                  </a:lnTo>
                  <a:lnTo>
                    <a:pt x="1073005" y="5348053"/>
                  </a:lnTo>
                  <a:lnTo>
                    <a:pt x="1073131" y="5348053"/>
                  </a:lnTo>
                  <a:lnTo>
                    <a:pt x="1073509" y="5348053"/>
                  </a:lnTo>
                  <a:lnTo>
                    <a:pt x="1073762" y="5348053"/>
                  </a:lnTo>
                  <a:lnTo>
                    <a:pt x="1073888" y="5348053"/>
                  </a:lnTo>
                  <a:lnTo>
                    <a:pt x="1074140" y="5348053"/>
                  </a:lnTo>
                  <a:lnTo>
                    <a:pt x="1074392" y="5348053"/>
                  </a:lnTo>
                  <a:lnTo>
                    <a:pt x="1074518" y="5348053"/>
                  </a:lnTo>
                  <a:lnTo>
                    <a:pt x="1074644" y="5348053"/>
                  </a:lnTo>
                  <a:lnTo>
                    <a:pt x="1074896" y="5348053"/>
                  </a:lnTo>
                  <a:lnTo>
                    <a:pt x="1075149" y="5342774"/>
                  </a:lnTo>
                  <a:lnTo>
                    <a:pt x="1075275" y="5342774"/>
                  </a:lnTo>
                  <a:lnTo>
                    <a:pt x="1075401" y="5342774"/>
                  </a:lnTo>
                  <a:lnTo>
                    <a:pt x="1075653" y="5342774"/>
                  </a:lnTo>
                  <a:lnTo>
                    <a:pt x="1075779" y="5342774"/>
                  </a:lnTo>
                  <a:lnTo>
                    <a:pt x="1076031" y="5342774"/>
                  </a:lnTo>
                  <a:lnTo>
                    <a:pt x="1076157" y="5342774"/>
                  </a:lnTo>
                  <a:lnTo>
                    <a:pt x="1076283" y="5342774"/>
                  </a:lnTo>
                  <a:lnTo>
                    <a:pt x="1076788" y="5342774"/>
                  </a:lnTo>
                  <a:lnTo>
                    <a:pt x="1076914" y="5342774"/>
                  </a:lnTo>
                  <a:lnTo>
                    <a:pt x="1077166" y="5342774"/>
                  </a:lnTo>
                  <a:lnTo>
                    <a:pt x="1077418" y="5342774"/>
                  </a:lnTo>
                  <a:lnTo>
                    <a:pt x="1077670" y="5342774"/>
                  </a:lnTo>
                  <a:lnTo>
                    <a:pt x="1077796" y="5342774"/>
                  </a:lnTo>
                  <a:lnTo>
                    <a:pt x="1077923" y="5342774"/>
                  </a:lnTo>
                  <a:lnTo>
                    <a:pt x="1078049" y="5342774"/>
                  </a:lnTo>
                  <a:lnTo>
                    <a:pt x="1078175" y="5342774"/>
                  </a:lnTo>
                  <a:lnTo>
                    <a:pt x="1078553" y="5342774"/>
                  </a:lnTo>
                  <a:lnTo>
                    <a:pt x="1078931" y="5342774"/>
                  </a:lnTo>
                  <a:lnTo>
                    <a:pt x="1079057" y="5342774"/>
                  </a:lnTo>
                  <a:lnTo>
                    <a:pt x="1079183" y="5342774"/>
                  </a:lnTo>
                  <a:lnTo>
                    <a:pt x="1079310" y="5342774"/>
                  </a:lnTo>
                  <a:lnTo>
                    <a:pt x="1079562" y="5342774"/>
                  </a:lnTo>
                  <a:lnTo>
                    <a:pt x="1079688" y="5342774"/>
                  </a:lnTo>
                  <a:lnTo>
                    <a:pt x="1079940" y="5342774"/>
                  </a:lnTo>
                  <a:lnTo>
                    <a:pt x="1080192" y="5342774"/>
                  </a:lnTo>
                  <a:lnTo>
                    <a:pt x="1080570" y="5342774"/>
                  </a:lnTo>
                  <a:lnTo>
                    <a:pt x="1080696" y="5342774"/>
                  </a:lnTo>
                  <a:lnTo>
                    <a:pt x="1080823" y="5342774"/>
                  </a:lnTo>
                  <a:lnTo>
                    <a:pt x="1080949" y="5342774"/>
                  </a:lnTo>
                  <a:lnTo>
                    <a:pt x="1081075" y="5342774"/>
                  </a:lnTo>
                  <a:lnTo>
                    <a:pt x="1081327" y="5342774"/>
                  </a:lnTo>
                  <a:lnTo>
                    <a:pt x="1081705" y="5342774"/>
                  </a:lnTo>
                  <a:lnTo>
                    <a:pt x="1081957" y="5342774"/>
                  </a:lnTo>
                  <a:lnTo>
                    <a:pt x="1082083" y="5342774"/>
                  </a:lnTo>
                  <a:lnTo>
                    <a:pt x="1082336" y="5342774"/>
                  </a:lnTo>
                  <a:lnTo>
                    <a:pt x="1082462" y="5342774"/>
                  </a:lnTo>
                  <a:lnTo>
                    <a:pt x="1082588" y="5342774"/>
                  </a:lnTo>
                  <a:lnTo>
                    <a:pt x="1082714" y="5342774"/>
                  </a:lnTo>
                  <a:lnTo>
                    <a:pt x="1082966" y="5342774"/>
                  </a:lnTo>
                  <a:lnTo>
                    <a:pt x="1083092" y="5342774"/>
                  </a:lnTo>
                  <a:lnTo>
                    <a:pt x="1083344" y="5342774"/>
                  </a:lnTo>
                  <a:lnTo>
                    <a:pt x="1083470" y="5342774"/>
                  </a:lnTo>
                  <a:lnTo>
                    <a:pt x="1083596" y="5342774"/>
                  </a:lnTo>
                  <a:lnTo>
                    <a:pt x="1083849" y="5342774"/>
                  </a:lnTo>
                  <a:lnTo>
                    <a:pt x="1083975" y="5342774"/>
                  </a:lnTo>
                  <a:lnTo>
                    <a:pt x="1084101" y="5342774"/>
                  </a:lnTo>
                  <a:lnTo>
                    <a:pt x="1084605" y="5342774"/>
                  </a:lnTo>
                  <a:lnTo>
                    <a:pt x="1084731" y="5342774"/>
                  </a:lnTo>
                  <a:lnTo>
                    <a:pt x="1084983" y="5342774"/>
                  </a:lnTo>
                  <a:lnTo>
                    <a:pt x="1085236" y="5342774"/>
                  </a:lnTo>
                  <a:lnTo>
                    <a:pt x="1085362" y="5342774"/>
                  </a:lnTo>
                  <a:lnTo>
                    <a:pt x="1085488" y="5342774"/>
                  </a:lnTo>
                  <a:lnTo>
                    <a:pt x="1085614" y="5342774"/>
                  </a:lnTo>
                  <a:lnTo>
                    <a:pt x="1085740" y="5342774"/>
                  </a:lnTo>
                  <a:lnTo>
                    <a:pt x="1085992" y="5342774"/>
                  </a:lnTo>
                  <a:lnTo>
                    <a:pt x="1086118" y="5342774"/>
                  </a:lnTo>
                  <a:lnTo>
                    <a:pt x="1086370" y="5342774"/>
                  </a:lnTo>
                  <a:lnTo>
                    <a:pt x="1086496" y="5342774"/>
                  </a:lnTo>
                  <a:lnTo>
                    <a:pt x="1086623" y="5342774"/>
                  </a:lnTo>
                  <a:lnTo>
                    <a:pt x="1086875" y="5342774"/>
                  </a:lnTo>
                  <a:lnTo>
                    <a:pt x="1087001" y="5342774"/>
                  </a:lnTo>
                  <a:lnTo>
                    <a:pt x="1087127" y="5342774"/>
                  </a:lnTo>
                  <a:lnTo>
                    <a:pt x="1087631" y="5342774"/>
                  </a:lnTo>
                  <a:lnTo>
                    <a:pt x="1087757" y="5342774"/>
                  </a:lnTo>
                  <a:lnTo>
                    <a:pt x="1087883" y="5342774"/>
                  </a:lnTo>
                  <a:lnTo>
                    <a:pt x="1088010" y="5342774"/>
                  </a:lnTo>
                  <a:lnTo>
                    <a:pt x="1088136" y="5342774"/>
                  </a:lnTo>
                  <a:lnTo>
                    <a:pt x="1088262" y="5342774"/>
                  </a:lnTo>
                  <a:lnTo>
                    <a:pt x="1088388" y="5342774"/>
                  </a:lnTo>
                  <a:lnTo>
                    <a:pt x="1088514" y="5342774"/>
                  </a:lnTo>
                  <a:lnTo>
                    <a:pt x="1088640" y="5342774"/>
                  </a:lnTo>
                  <a:lnTo>
                    <a:pt x="1088766" y="5342774"/>
                  </a:lnTo>
                  <a:lnTo>
                    <a:pt x="1088892" y="5342774"/>
                  </a:lnTo>
                  <a:lnTo>
                    <a:pt x="1089018" y="5342774"/>
                  </a:lnTo>
                  <a:lnTo>
                    <a:pt x="1089270" y="5342774"/>
                  </a:lnTo>
                  <a:lnTo>
                    <a:pt x="1089523" y="5342774"/>
                  </a:lnTo>
                  <a:lnTo>
                    <a:pt x="1089649" y="5342774"/>
                  </a:lnTo>
                  <a:lnTo>
                    <a:pt x="1089775" y="5342774"/>
                  </a:lnTo>
                  <a:lnTo>
                    <a:pt x="1089901" y="5342774"/>
                  </a:lnTo>
                  <a:lnTo>
                    <a:pt x="1090027" y="5342774"/>
                  </a:lnTo>
                  <a:lnTo>
                    <a:pt x="1090153" y="5342774"/>
                  </a:lnTo>
                  <a:lnTo>
                    <a:pt x="1090279" y="5342774"/>
                  </a:lnTo>
                  <a:lnTo>
                    <a:pt x="1090405" y="5342774"/>
                  </a:lnTo>
                  <a:lnTo>
                    <a:pt x="1090531" y="5342774"/>
                  </a:lnTo>
                  <a:lnTo>
                    <a:pt x="1090657" y="5342774"/>
                  </a:lnTo>
                  <a:lnTo>
                    <a:pt x="1090910" y="5342774"/>
                  </a:lnTo>
                  <a:lnTo>
                    <a:pt x="1091036" y="5342774"/>
                  </a:lnTo>
                  <a:lnTo>
                    <a:pt x="1091162" y="5342774"/>
                  </a:lnTo>
                  <a:lnTo>
                    <a:pt x="1091288" y="5342774"/>
                  </a:lnTo>
                  <a:lnTo>
                    <a:pt x="1091792" y="5342774"/>
                  </a:lnTo>
                  <a:lnTo>
                    <a:pt x="1091792" y="5337494"/>
                  </a:lnTo>
                  <a:lnTo>
                    <a:pt x="1092044" y="5337494"/>
                  </a:lnTo>
                  <a:lnTo>
                    <a:pt x="1092170" y="5337494"/>
                  </a:lnTo>
                  <a:lnTo>
                    <a:pt x="1092297" y="5337494"/>
                  </a:lnTo>
                  <a:lnTo>
                    <a:pt x="1092423" y="5337494"/>
                  </a:lnTo>
                  <a:lnTo>
                    <a:pt x="1092549" y="5337494"/>
                  </a:lnTo>
                  <a:lnTo>
                    <a:pt x="1092675" y="5337494"/>
                  </a:lnTo>
                  <a:lnTo>
                    <a:pt x="1092801" y="5337494"/>
                  </a:lnTo>
                  <a:lnTo>
                    <a:pt x="1092927" y="5337494"/>
                  </a:lnTo>
                  <a:lnTo>
                    <a:pt x="1093053" y="5337494"/>
                  </a:lnTo>
                  <a:lnTo>
                    <a:pt x="1093179" y="5337494"/>
                  </a:lnTo>
                  <a:lnTo>
                    <a:pt x="1093305" y="5337494"/>
                  </a:lnTo>
                  <a:lnTo>
                    <a:pt x="1093557" y="5337494"/>
                  </a:lnTo>
                  <a:lnTo>
                    <a:pt x="1093683" y="5337494"/>
                  </a:lnTo>
                  <a:lnTo>
                    <a:pt x="1094440" y="5337494"/>
                  </a:lnTo>
                  <a:lnTo>
                    <a:pt x="1094692" y="5337494"/>
                  </a:lnTo>
                  <a:lnTo>
                    <a:pt x="1094818" y="5337494"/>
                  </a:lnTo>
                  <a:lnTo>
                    <a:pt x="1094944" y="5337494"/>
                  </a:lnTo>
                  <a:lnTo>
                    <a:pt x="1095070" y="5337494"/>
                  </a:lnTo>
                  <a:lnTo>
                    <a:pt x="1095323" y="5337494"/>
                  </a:lnTo>
                  <a:lnTo>
                    <a:pt x="1095449" y="5337494"/>
                  </a:lnTo>
                  <a:lnTo>
                    <a:pt x="1095575" y="5337494"/>
                  </a:lnTo>
                  <a:lnTo>
                    <a:pt x="1095701" y="5337494"/>
                  </a:lnTo>
                  <a:lnTo>
                    <a:pt x="1095827" y="5337494"/>
                  </a:lnTo>
                  <a:lnTo>
                    <a:pt x="1095953" y="5337494"/>
                  </a:lnTo>
                  <a:lnTo>
                    <a:pt x="1096079" y="5332215"/>
                  </a:lnTo>
                  <a:lnTo>
                    <a:pt x="1096205" y="5332215"/>
                  </a:lnTo>
                  <a:lnTo>
                    <a:pt x="1096331" y="5332215"/>
                  </a:lnTo>
                  <a:lnTo>
                    <a:pt x="1096584" y="5332215"/>
                  </a:lnTo>
                  <a:lnTo>
                    <a:pt x="1096962" y="5332215"/>
                  </a:lnTo>
                  <a:lnTo>
                    <a:pt x="1097088" y="5332215"/>
                  </a:lnTo>
                  <a:lnTo>
                    <a:pt x="1097214" y="5332215"/>
                  </a:lnTo>
                  <a:lnTo>
                    <a:pt x="1097340" y="5332215"/>
                  </a:lnTo>
                  <a:lnTo>
                    <a:pt x="1097466" y="5332215"/>
                  </a:lnTo>
                  <a:lnTo>
                    <a:pt x="1097592" y="5332215"/>
                  </a:lnTo>
                  <a:lnTo>
                    <a:pt x="1097718" y="5332215"/>
                  </a:lnTo>
                  <a:lnTo>
                    <a:pt x="1097970" y="5332215"/>
                  </a:lnTo>
                  <a:lnTo>
                    <a:pt x="1098097" y="5332215"/>
                  </a:lnTo>
                  <a:lnTo>
                    <a:pt x="1098223" y="5332215"/>
                  </a:lnTo>
                  <a:lnTo>
                    <a:pt x="1098349" y="5332215"/>
                  </a:lnTo>
                  <a:lnTo>
                    <a:pt x="1098601" y="5332215"/>
                  </a:lnTo>
                  <a:lnTo>
                    <a:pt x="1098727" y="5332215"/>
                  </a:lnTo>
                  <a:lnTo>
                    <a:pt x="1098979" y="5332215"/>
                  </a:lnTo>
                  <a:lnTo>
                    <a:pt x="1099105" y="5332215"/>
                  </a:lnTo>
                  <a:lnTo>
                    <a:pt x="1099231" y="5332215"/>
                  </a:lnTo>
                  <a:lnTo>
                    <a:pt x="1099484" y="5332215"/>
                  </a:lnTo>
                  <a:lnTo>
                    <a:pt x="1099610" y="5332215"/>
                  </a:lnTo>
                  <a:lnTo>
                    <a:pt x="1099736" y="5332215"/>
                  </a:lnTo>
                  <a:lnTo>
                    <a:pt x="1099862" y="5332215"/>
                  </a:lnTo>
                  <a:lnTo>
                    <a:pt x="1099988" y="5332215"/>
                  </a:lnTo>
                  <a:lnTo>
                    <a:pt x="1100114" y="5332215"/>
                  </a:lnTo>
                  <a:lnTo>
                    <a:pt x="1100240" y="5332215"/>
                  </a:lnTo>
                  <a:lnTo>
                    <a:pt x="1100366" y="5332215"/>
                  </a:lnTo>
                  <a:lnTo>
                    <a:pt x="1100492" y="5332215"/>
                  </a:lnTo>
                  <a:lnTo>
                    <a:pt x="1100618" y="5332215"/>
                  </a:lnTo>
                  <a:lnTo>
                    <a:pt x="1100870" y="5332215"/>
                  </a:lnTo>
                  <a:lnTo>
                    <a:pt x="1100997" y="5332215"/>
                  </a:lnTo>
                  <a:lnTo>
                    <a:pt x="1101123" y="5332215"/>
                  </a:lnTo>
                  <a:lnTo>
                    <a:pt x="1101249" y="5332215"/>
                  </a:lnTo>
                  <a:lnTo>
                    <a:pt x="1101501" y="5332215"/>
                  </a:lnTo>
                  <a:lnTo>
                    <a:pt x="1101627" y="5332215"/>
                  </a:lnTo>
                  <a:lnTo>
                    <a:pt x="1101753" y="5332215"/>
                  </a:lnTo>
                  <a:lnTo>
                    <a:pt x="1101879" y="5332215"/>
                  </a:lnTo>
                  <a:lnTo>
                    <a:pt x="1102131" y="5332215"/>
                  </a:lnTo>
                  <a:lnTo>
                    <a:pt x="1102257" y="5332215"/>
                  </a:lnTo>
                  <a:lnTo>
                    <a:pt x="1102384" y="5332215"/>
                  </a:lnTo>
                  <a:lnTo>
                    <a:pt x="1102510" y="5332215"/>
                  </a:lnTo>
                  <a:lnTo>
                    <a:pt x="1102636" y="5332215"/>
                  </a:lnTo>
                  <a:lnTo>
                    <a:pt x="1102762" y="5332215"/>
                  </a:lnTo>
                  <a:lnTo>
                    <a:pt x="1103014" y="5332215"/>
                  </a:lnTo>
                  <a:lnTo>
                    <a:pt x="1103392" y="5332215"/>
                  </a:lnTo>
                  <a:lnTo>
                    <a:pt x="1103644" y="5332215"/>
                  </a:lnTo>
                  <a:lnTo>
                    <a:pt x="1104275" y="5332215"/>
                  </a:lnTo>
                  <a:lnTo>
                    <a:pt x="1104401" y="5332215"/>
                  </a:lnTo>
                  <a:lnTo>
                    <a:pt x="1104527" y="5332215"/>
                  </a:lnTo>
                  <a:lnTo>
                    <a:pt x="1104653" y="5332215"/>
                  </a:lnTo>
                  <a:lnTo>
                    <a:pt x="1104779" y="5332215"/>
                  </a:lnTo>
                  <a:lnTo>
                    <a:pt x="1104905" y="5332215"/>
                  </a:lnTo>
                  <a:lnTo>
                    <a:pt x="1105031" y="5332215"/>
                  </a:lnTo>
                  <a:lnTo>
                    <a:pt x="1105157" y="5332215"/>
                  </a:lnTo>
                  <a:lnTo>
                    <a:pt x="1105284" y="5332215"/>
                  </a:lnTo>
                  <a:lnTo>
                    <a:pt x="1105410" y="5332215"/>
                  </a:lnTo>
                  <a:lnTo>
                    <a:pt x="1105536" y="5332215"/>
                  </a:lnTo>
                  <a:lnTo>
                    <a:pt x="1105662" y="5332215"/>
                  </a:lnTo>
                  <a:lnTo>
                    <a:pt x="1105788" y="5332215"/>
                  </a:lnTo>
                  <a:lnTo>
                    <a:pt x="1105914" y="5332215"/>
                  </a:lnTo>
                  <a:lnTo>
                    <a:pt x="1106040" y="5332215"/>
                  </a:lnTo>
                  <a:lnTo>
                    <a:pt x="1106166" y="5332215"/>
                  </a:lnTo>
                  <a:lnTo>
                    <a:pt x="1106292" y="5332215"/>
                  </a:lnTo>
                  <a:lnTo>
                    <a:pt x="1106544" y="5332215"/>
                  </a:lnTo>
                  <a:lnTo>
                    <a:pt x="1106671" y="5332215"/>
                  </a:lnTo>
                  <a:lnTo>
                    <a:pt x="1107175" y="5332215"/>
                  </a:lnTo>
                  <a:lnTo>
                    <a:pt x="1107301" y="5332215"/>
                  </a:lnTo>
                  <a:lnTo>
                    <a:pt x="1107553" y="5326936"/>
                  </a:lnTo>
                  <a:lnTo>
                    <a:pt x="1107679" y="5326936"/>
                  </a:lnTo>
                  <a:lnTo>
                    <a:pt x="1107805" y="5326936"/>
                  </a:lnTo>
                  <a:lnTo>
                    <a:pt x="1107931" y="5326936"/>
                  </a:lnTo>
                  <a:lnTo>
                    <a:pt x="1108057" y="5326936"/>
                  </a:lnTo>
                  <a:lnTo>
                    <a:pt x="1108562" y="5326936"/>
                  </a:lnTo>
                  <a:lnTo>
                    <a:pt x="1108688" y="5326936"/>
                  </a:lnTo>
                  <a:lnTo>
                    <a:pt x="1108814" y="5326936"/>
                  </a:lnTo>
                  <a:lnTo>
                    <a:pt x="1109066" y="5326936"/>
                  </a:lnTo>
                  <a:lnTo>
                    <a:pt x="1109318" y="5326936"/>
                  </a:lnTo>
                  <a:lnTo>
                    <a:pt x="1109444" y="5326936"/>
                  </a:lnTo>
                  <a:lnTo>
                    <a:pt x="1109444" y="5321656"/>
                  </a:lnTo>
                  <a:lnTo>
                    <a:pt x="1109571" y="5321656"/>
                  </a:lnTo>
                  <a:lnTo>
                    <a:pt x="1109697" y="5321656"/>
                  </a:lnTo>
                  <a:lnTo>
                    <a:pt x="1109823" y="5321656"/>
                  </a:lnTo>
                  <a:lnTo>
                    <a:pt x="1109949" y="5321656"/>
                  </a:lnTo>
                  <a:lnTo>
                    <a:pt x="1110075" y="5321656"/>
                  </a:lnTo>
                  <a:lnTo>
                    <a:pt x="1110453" y="5321656"/>
                  </a:lnTo>
                  <a:lnTo>
                    <a:pt x="1110579" y="5321656"/>
                  </a:lnTo>
                  <a:lnTo>
                    <a:pt x="1110705" y="5321656"/>
                  </a:lnTo>
                  <a:lnTo>
                    <a:pt x="1110831" y="5321656"/>
                  </a:lnTo>
                  <a:lnTo>
                    <a:pt x="1110957" y="5321656"/>
                  </a:lnTo>
                  <a:lnTo>
                    <a:pt x="1111084" y="5321656"/>
                  </a:lnTo>
                  <a:lnTo>
                    <a:pt x="1111336" y="5321656"/>
                  </a:lnTo>
                  <a:lnTo>
                    <a:pt x="1111588" y="5321656"/>
                  </a:lnTo>
                  <a:lnTo>
                    <a:pt x="1111714" y="5321656"/>
                  </a:lnTo>
                  <a:lnTo>
                    <a:pt x="1111840" y="5321656"/>
                  </a:lnTo>
                  <a:lnTo>
                    <a:pt x="1111966" y="5321656"/>
                  </a:lnTo>
                  <a:lnTo>
                    <a:pt x="1112471" y="5321656"/>
                  </a:lnTo>
                  <a:lnTo>
                    <a:pt x="1112597" y="5321656"/>
                  </a:lnTo>
                  <a:lnTo>
                    <a:pt x="1112849" y="5321656"/>
                  </a:lnTo>
                  <a:lnTo>
                    <a:pt x="1112975" y="5321656"/>
                  </a:lnTo>
                  <a:lnTo>
                    <a:pt x="1113101" y="5321656"/>
                  </a:lnTo>
                  <a:lnTo>
                    <a:pt x="1113227" y="5321656"/>
                  </a:lnTo>
                  <a:lnTo>
                    <a:pt x="1113353" y="5321656"/>
                  </a:lnTo>
                  <a:lnTo>
                    <a:pt x="1113479" y="5321656"/>
                  </a:lnTo>
                  <a:lnTo>
                    <a:pt x="1113605" y="5321656"/>
                  </a:lnTo>
                  <a:lnTo>
                    <a:pt x="1113731" y="5321656"/>
                  </a:lnTo>
                  <a:lnTo>
                    <a:pt x="1113858" y="5321656"/>
                  </a:lnTo>
                  <a:lnTo>
                    <a:pt x="1113984" y="5321656"/>
                  </a:lnTo>
                  <a:lnTo>
                    <a:pt x="1114110" y="5321656"/>
                  </a:lnTo>
                  <a:lnTo>
                    <a:pt x="1114236" y="5321656"/>
                  </a:lnTo>
                  <a:lnTo>
                    <a:pt x="1114362" y="5321656"/>
                  </a:lnTo>
                  <a:lnTo>
                    <a:pt x="1114614" y="5321656"/>
                  </a:lnTo>
                  <a:lnTo>
                    <a:pt x="1114740" y="5321656"/>
                  </a:lnTo>
                  <a:lnTo>
                    <a:pt x="1114866" y="5321656"/>
                  </a:lnTo>
                  <a:lnTo>
                    <a:pt x="1115118" y="5321656"/>
                  </a:lnTo>
                  <a:lnTo>
                    <a:pt x="1115244" y="5321656"/>
                  </a:lnTo>
                  <a:lnTo>
                    <a:pt x="1115244" y="5316377"/>
                  </a:lnTo>
                  <a:lnTo>
                    <a:pt x="1115371" y="5316377"/>
                  </a:lnTo>
                  <a:lnTo>
                    <a:pt x="1115497" y="5316377"/>
                  </a:lnTo>
                  <a:lnTo>
                    <a:pt x="1115623" y="5316377"/>
                  </a:lnTo>
                  <a:lnTo>
                    <a:pt x="1115749" y="5316377"/>
                  </a:lnTo>
                  <a:lnTo>
                    <a:pt x="1116001" y="5316377"/>
                  </a:lnTo>
                  <a:lnTo>
                    <a:pt x="1116001" y="5311097"/>
                  </a:lnTo>
                  <a:lnTo>
                    <a:pt x="1116127" y="5311097"/>
                  </a:lnTo>
                  <a:lnTo>
                    <a:pt x="1116253" y="5311097"/>
                  </a:lnTo>
                  <a:lnTo>
                    <a:pt x="1116379" y="5311097"/>
                  </a:lnTo>
                  <a:lnTo>
                    <a:pt x="1116505" y="5311097"/>
                  </a:lnTo>
                  <a:lnTo>
                    <a:pt x="1116631" y="5311097"/>
                  </a:lnTo>
                  <a:lnTo>
                    <a:pt x="1116758" y="5311097"/>
                  </a:lnTo>
                  <a:lnTo>
                    <a:pt x="1117010" y="5311097"/>
                  </a:lnTo>
                  <a:lnTo>
                    <a:pt x="1117136" y="5311097"/>
                  </a:lnTo>
                  <a:lnTo>
                    <a:pt x="1117262" y="5311097"/>
                  </a:lnTo>
                  <a:lnTo>
                    <a:pt x="1117388" y="5311097"/>
                  </a:lnTo>
                  <a:lnTo>
                    <a:pt x="1117640" y="5311097"/>
                  </a:lnTo>
                  <a:lnTo>
                    <a:pt x="1117766" y="5311097"/>
                  </a:lnTo>
                  <a:lnTo>
                    <a:pt x="1118018" y="5311097"/>
                  </a:lnTo>
                  <a:lnTo>
                    <a:pt x="1118271" y="5311097"/>
                  </a:lnTo>
                  <a:lnTo>
                    <a:pt x="1118523" y="5311097"/>
                  </a:lnTo>
                  <a:lnTo>
                    <a:pt x="1118649" y="5311097"/>
                  </a:lnTo>
                  <a:lnTo>
                    <a:pt x="1118775" y="5311097"/>
                  </a:lnTo>
                  <a:lnTo>
                    <a:pt x="1118901" y="5311097"/>
                  </a:lnTo>
                  <a:lnTo>
                    <a:pt x="1119279" y="5311097"/>
                  </a:lnTo>
                  <a:lnTo>
                    <a:pt x="1119405" y="5311097"/>
                  </a:lnTo>
                  <a:lnTo>
                    <a:pt x="1119658" y="5311097"/>
                  </a:lnTo>
                  <a:lnTo>
                    <a:pt x="1119784" y="5311097"/>
                  </a:lnTo>
                  <a:lnTo>
                    <a:pt x="1119910" y="5311097"/>
                  </a:lnTo>
                  <a:lnTo>
                    <a:pt x="1120288" y="5311097"/>
                  </a:lnTo>
                  <a:lnTo>
                    <a:pt x="1120414" y="5311097"/>
                  </a:lnTo>
                  <a:lnTo>
                    <a:pt x="1120666" y="5311097"/>
                  </a:lnTo>
                  <a:lnTo>
                    <a:pt x="1120792" y="5311097"/>
                  </a:lnTo>
                  <a:lnTo>
                    <a:pt x="1121171" y="5311097"/>
                  </a:lnTo>
                  <a:lnTo>
                    <a:pt x="1121423" y="5311097"/>
                  </a:lnTo>
                  <a:lnTo>
                    <a:pt x="1121675" y="5311097"/>
                  </a:lnTo>
                  <a:lnTo>
                    <a:pt x="1121801" y="5311097"/>
                  </a:lnTo>
                  <a:lnTo>
                    <a:pt x="1121927" y="5311097"/>
                  </a:lnTo>
                  <a:lnTo>
                    <a:pt x="1122179" y="5311097"/>
                  </a:lnTo>
                  <a:lnTo>
                    <a:pt x="1122305" y="5311097"/>
                  </a:lnTo>
                  <a:lnTo>
                    <a:pt x="1122431" y="5311097"/>
                  </a:lnTo>
                  <a:lnTo>
                    <a:pt x="1122558" y="5311097"/>
                  </a:lnTo>
                  <a:lnTo>
                    <a:pt x="1122684" y="5311097"/>
                  </a:lnTo>
                  <a:lnTo>
                    <a:pt x="1122810" y="5311097"/>
                  </a:lnTo>
                  <a:lnTo>
                    <a:pt x="1122936" y="5311097"/>
                  </a:lnTo>
                  <a:lnTo>
                    <a:pt x="1123314" y="5311097"/>
                  </a:lnTo>
                  <a:lnTo>
                    <a:pt x="1123692" y="5311097"/>
                  </a:lnTo>
                  <a:lnTo>
                    <a:pt x="1123818" y="5311097"/>
                  </a:lnTo>
                  <a:lnTo>
                    <a:pt x="1124071" y="5311097"/>
                  </a:lnTo>
                  <a:lnTo>
                    <a:pt x="1124197" y="5311097"/>
                  </a:lnTo>
                  <a:lnTo>
                    <a:pt x="1124575" y="5311097"/>
                  </a:lnTo>
                  <a:lnTo>
                    <a:pt x="1124701" y="5311097"/>
                  </a:lnTo>
                  <a:lnTo>
                    <a:pt x="1124827" y="5311097"/>
                  </a:lnTo>
                  <a:lnTo>
                    <a:pt x="1124953" y="5311097"/>
                  </a:lnTo>
                  <a:lnTo>
                    <a:pt x="1125205" y="5311097"/>
                  </a:lnTo>
                  <a:lnTo>
                    <a:pt x="1125458" y="5311097"/>
                  </a:lnTo>
                  <a:lnTo>
                    <a:pt x="1125584" y="5311097"/>
                  </a:lnTo>
                  <a:lnTo>
                    <a:pt x="1125710" y="5311097"/>
                  </a:lnTo>
                  <a:lnTo>
                    <a:pt x="1125962" y="5311097"/>
                  </a:lnTo>
                  <a:lnTo>
                    <a:pt x="1126214" y="5311097"/>
                  </a:lnTo>
                  <a:lnTo>
                    <a:pt x="1126340" y="5311097"/>
                  </a:lnTo>
                  <a:lnTo>
                    <a:pt x="1126718" y="5311097"/>
                  </a:lnTo>
                  <a:lnTo>
                    <a:pt x="1126845" y="5311097"/>
                  </a:lnTo>
                  <a:lnTo>
                    <a:pt x="1126971" y="5311097"/>
                  </a:lnTo>
                  <a:lnTo>
                    <a:pt x="1127097" y="5311097"/>
                  </a:lnTo>
                  <a:lnTo>
                    <a:pt x="1127475" y="5311097"/>
                  </a:lnTo>
                  <a:lnTo>
                    <a:pt x="1127601" y="5311097"/>
                  </a:lnTo>
                  <a:lnTo>
                    <a:pt x="1127727" y="5311097"/>
                  </a:lnTo>
                  <a:lnTo>
                    <a:pt x="1127853" y="5311097"/>
                  </a:lnTo>
                  <a:lnTo>
                    <a:pt x="1127979" y="5311097"/>
                  </a:lnTo>
                  <a:lnTo>
                    <a:pt x="1128105" y="5311097"/>
                  </a:lnTo>
                  <a:lnTo>
                    <a:pt x="1128231" y="5311097"/>
                  </a:lnTo>
                  <a:lnTo>
                    <a:pt x="1128358" y="5311097"/>
                  </a:lnTo>
                  <a:lnTo>
                    <a:pt x="1128484" y="5311097"/>
                  </a:lnTo>
                  <a:lnTo>
                    <a:pt x="1128610" y="5311097"/>
                  </a:lnTo>
                  <a:lnTo>
                    <a:pt x="1128736" y="5311097"/>
                  </a:lnTo>
                  <a:lnTo>
                    <a:pt x="1128862" y="5311097"/>
                  </a:lnTo>
                  <a:lnTo>
                    <a:pt x="1128988" y="5311097"/>
                  </a:lnTo>
                  <a:lnTo>
                    <a:pt x="1129114" y="5311097"/>
                  </a:lnTo>
                  <a:lnTo>
                    <a:pt x="1129618" y="5311097"/>
                  </a:lnTo>
                  <a:lnTo>
                    <a:pt x="1129745" y="5311097"/>
                  </a:lnTo>
                  <a:lnTo>
                    <a:pt x="1129871" y="5311097"/>
                  </a:lnTo>
                  <a:lnTo>
                    <a:pt x="1129997" y="5311097"/>
                  </a:lnTo>
                  <a:lnTo>
                    <a:pt x="1130123" y="5311097"/>
                  </a:lnTo>
                  <a:lnTo>
                    <a:pt x="1130249" y="5311097"/>
                  </a:lnTo>
                  <a:lnTo>
                    <a:pt x="1130375" y="5311097"/>
                  </a:lnTo>
                  <a:lnTo>
                    <a:pt x="1130501" y="5311097"/>
                  </a:lnTo>
                  <a:lnTo>
                    <a:pt x="1130627" y="5311097"/>
                  </a:lnTo>
                  <a:lnTo>
                    <a:pt x="1130879" y="5311097"/>
                  </a:lnTo>
                  <a:lnTo>
                    <a:pt x="1131005" y="5311097"/>
                  </a:lnTo>
                  <a:lnTo>
                    <a:pt x="1131132" y="5311097"/>
                  </a:lnTo>
                  <a:lnTo>
                    <a:pt x="1131258" y="5311097"/>
                  </a:lnTo>
                  <a:lnTo>
                    <a:pt x="1131384" y="5311097"/>
                  </a:lnTo>
                  <a:lnTo>
                    <a:pt x="1131510" y="5311097"/>
                  </a:lnTo>
                  <a:lnTo>
                    <a:pt x="1131636" y="5311097"/>
                  </a:lnTo>
                  <a:lnTo>
                    <a:pt x="1131762" y="5311097"/>
                  </a:lnTo>
                  <a:lnTo>
                    <a:pt x="1131888" y="5311097"/>
                  </a:lnTo>
                  <a:lnTo>
                    <a:pt x="1132014" y="5311097"/>
                  </a:lnTo>
                  <a:lnTo>
                    <a:pt x="1132140" y="5311097"/>
                  </a:lnTo>
                  <a:lnTo>
                    <a:pt x="1132266" y="5311097"/>
                  </a:lnTo>
                  <a:lnTo>
                    <a:pt x="1132392" y="5311097"/>
                  </a:lnTo>
                  <a:lnTo>
                    <a:pt x="1132518" y="5311097"/>
                  </a:lnTo>
                  <a:lnTo>
                    <a:pt x="1132645" y="5311097"/>
                  </a:lnTo>
                  <a:lnTo>
                    <a:pt x="1132897" y="5311097"/>
                  </a:lnTo>
                  <a:lnTo>
                    <a:pt x="1132897" y="5305818"/>
                  </a:lnTo>
                  <a:lnTo>
                    <a:pt x="1133023" y="5305818"/>
                  </a:lnTo>
                  <a:lnTo>
                    <a:pt x="1133149" y="5305818"/>
                  </a:lnTo>
                  <a:lnTo>
                    <a:pt x="1133275" y="5305818"/>
                  </a:lnTo>
                  <a:lnTo>
                    <a:pt x="1133527" y="5305818"/>
                  </a:lnTo>
                  <a:lnTo>
                    <a:pt x="1133779" y="5305818"/>
                  </a:lnTo>
                  <a:lnTo>
                    <a:pt x="1133905" y="5305818"/>
                  </a:lnTo>
                  <a:lnTo>
                    <a:pt x="1134032" y="5305818"/>
                  </a:lnTo>
                  <a:lnTo>
                    <a:pt x="1134158" y="5305818"/>
                  </a:lnTo>
                  <a:lnTo>
                    <a:pt x="1134284" y="5305818"/>
                  </a:lnTo>
                  <a:lnTo>
                    <a:pt x="1134662" y="5305818"/>
                  </a:lnTo>
                  <a:lnTo>
                    <a:pt x="1135040" y="5305818"/>
                  </a:lnTo>
                  <a:lnTo>
                    <a:pt x="1135418" y="5305818"/>
                  </a:lnTo>
                  <a:lnTo>
                    <a:pt x="1135545" y="5305818"/>
                  </a:lnTo>
                  <a:lnTo>
                    <a:pt x="1135671" y="5305818"/>
                  </a:lnTo>
                  <a:lnTo>
                    <a:pt x="1136427" y="5305818"/>
                  </a:lnTo>
                  <a:lnTo>
                    <a:pt x="1136553" y="5305818"/>
                  </a:lnTo>
                  <a:lnTo>
                    <a:pt x="1136805" y="5305818"/>
                  </a:lnTo>
                  <a:lnTo>
                    <a:pt x="1137184" y="5305818"/>
                  </a:lnTo>
                  <a:lnTo>
                    <a:pt x="1137436" y="5305818"/>
                  </a:lnTo>
                  <a:lnTo>
                    <a:pt x="1137940" y="5305818"/>
                  </a:lnTo>
                  <a:lnTo>
                    <a:pt x="1138066" y="5305818"/>
                  </a:lnTo>
                  <a:lnTo>
                    <a:pt x="1138445" y="5305818"/>
                  </a:lnTo>
                  <a:lnTo>
                    <a:pt x="1138571" y="5305818"/>
                  </a:lnTo>
                  <a:lnTo>
                    <a:pt x="1138823" y="5305818"/>
                  </a:lnTo>
                  <a:lnTo>
                    <a:pt x="1139075" y="5305818"/>
                  </a:lnTo>
                  <a:lnTo>
                    <a:pt x="1139705" y="5305818"/>
                  </a:lnTo>
                  <a:lnTo>
                    <a:pt x="1140210" y="5305818"/>
                  </a:lnTo>
                  <a:lnTo>
                    <a:pt x="1140336" y="5305818"/>
                  </a:lnTo>
                  <a:lnTo>
                    <a:pt x="1140588" y="5305818"/>
                  </a:lnTo>
                  <a:lnTo>
                    <a:pt x="1140714" y="5305818"/>
                  </a:lnTo>
                  <a:lnTo>
                    <a:pt x="1140840" y="5305818"/>
                  </a:lnTo>
                  <a:lnTo>
                    <a:pt x="1140966" y="5305818"/>
                  </a:lnTo>
                  <a:lnTo>
                    <a:pt x="1141092" y="5305818"/>
                  </a:lnTo>
                  <a:lnTo>
                    <a:pt x="1141345" y="5305818"/>
                  </a:lnTo>
                  <a:lnTo>
                    <a:pt x="1141471" y="5305818"/>
                  </a:lnTo>
                  <a:lnTo>
                    <a:pt x="1141723" y="5305818"/>
                  </a:lnTo>
                  <a:lnTo>
                    <a:pt x="1141849" y="5305818"/>
                  </a:lnTo>
                  <a:lnTo>
                    <a:pt x="1142101" y="5305818"/>
                  </a:lnTo>
                  <a:lnTo>
                    <a:pt x="1142227" y="5305818"/>
                  </a:lnTo>
                  <a:lnTo>
                    <a:pt x="1142353" y="5305818"/>
                  </a:lnTo>
                  <a:lnTo>
                    <a:pt x="1142479" y="5305818"/>
                  </a:lnTo>
                  <a:lnTo>
                    <a:pt x="1142732" y="5305818"/>
                  </a:lnTo>
                  <a:lnTo>
                    <a:pt x="1142858" y="5305818"/>
                  </a:lnTo>
                  <a:lnTo>
                    <a:pt x="1142984" y="5305818"/>
                  </a:lnTo>
                  <a:lnTo>
                    <a:pt x="1143236" y="5305818"/>
                  </a:lnTo>
                  <a:lnTo>
                    <a:pt x="1143362" y="5305818"/>
                  </a:lnTo>
                  <a:lnTo>
                    <a:pt x="1143614" y="5305818"/>
                  </a:lnTo>
                  <a:lnTo>
                    <a:pt x="1143740" y="5305818"/>
                  </a:lnTo>
                  <a:lnTo>
                    <a:pt x="1143866" y="5305818"/>
                  </a:lnTo>
                  <a:lnTo>
                    <a:pt x="1144245" y="5305818"/>
                  </a:lnTo>
                  <a:lnTo>
                    <a:pt x="1144371" y="5305818"/>
                  </a:lnTo>
                  <a:lnTo>
                    <a:pt x="1144497" y="5305818"/>
                  </a:lnTo>
                  <a:lnTo>
                    <a:pt x="1144497" y="5300539"/>
                  </a:lnTo>
                  <a:lnTo>
                    <a:pt x="1144623" y="5300539"/>
                  </a:lnTo>
                  <a:lnTo>
                    <a:pt x="1144749" y="5300539"/>
                  </a:lnTo>
                  <a:lnTo>
                    <a:pt x="1144875" y="5300539"/>
                  </a:lnTo>
                  <a:lnTo>
                    <a:pt x="1145127" y="5300539"/>
                  </a:lnTo>
                  <a:lnTo>
                    <a:pt x="1145253" y="5300539"/>
                  </a:lnTo>
                  <a:lnTo>
                    <a:pt x="1145379" y="5300539"/>
                  </a:lnTo>
                  <a:lnTo>
                    <a:pt x="1145506" y="5300539"/>
                  </a:lnTo>
                  <a:lnTo>
                    <a:pt x="1145632" y="5300539"/>
                  </a:lnTo>
                  <a:lnTo>
                    <a:pt x="1145758" y="5300539"/>
                  </a:lnTo>
                  <a:lnTo>
                    <a:pt x="1145884" y="5300539"/>
                  </a:lnTo>
                  <a:lnTo>
                    <a:pt x="1146010" y="5300539"/>
                  </a:lnTo>
                  <a:lnTo>
                    <a:pt x="1146136" y="5300539"/>
                  </a:lnTo>
                  <a:lnTo>
                    <a:pt x="1146388" y="5300539"/>
                  </a:lnTo>
                  <a:lnTo>
                    <a:pt x="1146514" y="5300539"/>
                  </a:lnTo>
                  <a:lnTo>
                    <a:pt x="1146640" y="5300539"/>
                  </a:lnTo>
                  <a:lnTo>
                    <a:pt x="1146766" y="5300539"/>
                  </a:lnTo>
                  <a:lnTo>
                    <a:pt x="1147019" y="5300539"/>
                  </a:lnTo>
                  <a:lnTo>
                    <a:pt x="1147397" y="5300539"/>
                  </a:lnTo>
                  <a:lnTo>
                    <a:pt x="1147523" y="5300539"/>
                  </a:lnTo>
                  <a:lnTo>
                    <a:pt x="1147649" y="5300539"/>
                  </a:lnTo>
                  <a:lnTo>
                    <a:pt x="1147775" y="5300539"/>
                  </a:lnTo>
                  <a:lnTo>
                    <a:pt x="1147901" y="5300539"/>
                  </a:lnTo>
                  <a:lnTo>
                    <a:pt x="1148027" y="5300539"/>
                  </a:lnTo>
                  <a:lnTo>
                    <a:pt x="1152188" y="5289980"/>
                  </a:lnTo>
                  <a:lnTo>
                    <a:pt x="1152314" y="5289980"/>
                  </a:lnTo>
                  <a:lnTo>
                    <a:pt x="1152440" y="5289980"/>
                  </a:lnTo>
                  <a:lnTo>
                    <a:pt x="1152566" y="5289980"/>
                  </a:lnTo>
                  <a:lnTo>
                    <a:pt x="1152692" y="5289980"/>
                  </a:lnTo>
                  <a:lnTo>
                    <a:pt x="1152819" y="5289980"/>
                  </a:lnTo>
                  <a:lnTo>
                    <a:pt x="1153071" y="5289980"/>
                  </a:lnTo>
                  <a:lnTo>
                    <a:pt x="1153197" y="5289980"/>
                  </a:lnTo>
                  <a:lnTo>
                    <a:pt x="1153323" y="5289980"/>
                  </a:lnTo>
                  <a:lnTo>
                    <a:pt x="1153701" y="5289980"/>
                  </a:lnTo>
                  <a:lnTo>
                    <a:pt x="1153827" y="5289980"/>
                  </a:lnTo>
                  <a:lnTo>
                    <a:pt x="1154079" y="5289980"/>
                  </a:lnTo>
                  <a:lnTo>
                    <a:pt x="1154206" y="5289980"/>
                  </a:lnTo>
                  <a:lnTo>
                    <a:pt x="1154332" y="5289980"/>
                  </a:lnTo>
                  <a:lnTo>
                    <a:pt x="1154458" y="5289980"/>
                  </a:lnTo>
                  <a:lnTo>
                    <a:pt x="1154584" y="5289980"/>
                  </a:lnTo>
                  <a:lnTo>
                    <a:pt x="1154710" y="5289980"/>
                  </a:lnTo>
                  <a:lnTo>
                    <a:pt x="1155214" y="5289980"/>
                  </a:lnTo>
                  <a:lnTo>
                    <a:pt x="1155340" y="5289980"/>
                  </a:lnTo>
                  <a:lnTo>
                    <a:pt x="1155466" y="5289980"/>
                  </a:lnTo>
                  <a:lnTo>
                    <a:pt x="1155593" y="5289980"/>
                  </a:lnTo>
                  <a:lnTo>
                    <a:pt x="1155719" y="5289980"/>
                  </a:lnTo>
                  <a:lnTo>
                    <a:pt x="1155845" y="5289980"/>
                  </a:lnTo>
                  <a:lnTo>
                    <a:pt x="1156097" y="5289980"/>
                  </a:lnTo>
                  <a:lnTo>
                    <a:pt x="1156223" y="5289980"/>
                  </a:lnTo>
                  <a:lnTo>
                    <a:pt x="1156349" y="5289980"/>
                  </a:lnTo>
                  <a:lnTo>
                    <a:pt x="1156475" y="5289980"/>
                  </a:lnTo>
                  <a:lnTo>
                    <a:pt x="1156727" y="5289980"/>
                  </a:lnTo>
                  <a:lnTo>
                    <a:pt x="1156853" y="5289980"/>
                  </a:lnTo>
                  <a:lnTo>
                    <a:pt x="1156979" y="5289980"/>
                  </a:lnTo>
                  <a:lnTo>
                    <a:pt x="1157106" y="5289980"/>
                  </a:lnTo>
                  <a:lnTo>
                    <a:pt x="1157232" y="5289980"/>
                  </a:lnTo>
                  <a:lnTo>
                    <a:pt x="1157358" y="5289980"/>
                  </a:lnTo>
                  <a:lnTo>
                    <a:pt x="1157610" y="5289980"/>
                  </a:lnTo>
                  <a:lnTo>
                    <a:pt x="1157736" y="5289980"/>
                  </a:lnTo>
                  <a:lnTo>
                    <a:pt x="1157988" y="5289980"/>
                  </a:lnTo>
                  <a:lnTo>
                    <a:pt x="1158114" y="5289980"/>
                  </a:lnTo>
                  <a:lnTo>
                    <a:pt x="1158240" y="5289980"/>
                  </a:lnTo>
                  <a:lnTo>
                    <a:pt x="1158366" y="5289980"/>
                  </a:lnTo>
                  <a:lnTo>
                    <a:pt x="1158745" y="5289980"/>
                  </a:lnTo>
                  <a:lnTo>
                    <a:pt x="1158871" y="5289980"/>
                  </a:lnTo>
                  <a:lnTo>
                    <a:pt x="1158997" y="5289980"/>
                  </a:lnTo>
                  <a:lnTo>
                    <a:pt x="1159123" y="5289980"/>
                  </a:lnTo>
                  <a:lnTo>
                    <a:pt x="1159249" y="5289980"/>
                  </a:lnTo>
                  <a:lnTo>
                    <a:pt x="1159375" y="5289980"/>
                  </a:lnTo>
                  <a:lnTo>
                    <a:pt x="1159627" y="5289980"/>
                  </a:lnTo>
                  <a:lnTo>
                    <a:pt x="1159753" y="5289980"/>
                  </a:lnTo>
                  <a:lnTo>
                    <a:pt x="1160006" y="5289980"/>
                  </a:lnTo>
                  <a:lnTo>
                    <a:pt x="1160132" y="5289980"/>
                  </a:lnTo>
                  <a:lnTo>
                    <a:pt x="1160258" y="5289980"/>
                  </a:lnTo>
                  <a:lnTo>
                    <a:pt x="1160384" y="5289980"/>
                  </a:lnTo>
                  <a:lnTo>
                    <a:pt x="1160510" y="5289980"/>
                  </a:lnTo>
                  <a:lnTo>
                    <a:pt x="1160888" y="5289980"/>
                  </a:lnTo>
                  <a:lnTo>
                    <a:pt x="1161140" y="5284700"/>
                  </a:lnTo>
                  <a:lnTo>
                    <a:pt x="1161266" y="5284700"/>
                  </a:lnTo>
                  <a:lnTo>
                    <a:pt x="1161393" y="5284700"/>
                  </a:lnTo>
                  <a:lnTo>
                    <a:pt x="1161645" y="5284700"/>
                  </a:lnTo>
                  <a:lnTo>
                    <a:pt x="1161771" y="5284700"/>
                  </a:lnTo>
                  <a:lnTo>
                    <a:pt x="1161897" y="5284700"/>
                  </a:lnTo>
                  <a:lnTo>
                    <a:pt x="1162023" y="5284700"/>
                  </a:lnTo>
                  <a:lnTo>
                    <a:pt x="1162275" y="5284700"/>
                  </a:lnTo>
                  <a:lnTo>
                    <a:pt x="1162401" y="5284700"/>
                  </a:lnTo>
                  <a:lnTo>
                    <a:pt x="1162653" y="5284700"/>
                  </a:lnTo>
                  <a:lnTo>
                    <a:pt x="1162780" y="5284700"/>
                  </a:lnTo>
                  <a:lnTo>
                    <a:pt x="1163032" y="5284700"/>
                  </a:lnTo>
                  <a:lnTo>
                    <a:pt x="1163158" y="5284700"/>
                  </a:lnTo>
                  <a:lnTo>
                    <a:pt x="1163410" y="5284700"/>
                  </a:lnTo>
                  <a:lnTo>
                    <a:pt x="1163536" y="5284700"/>
                  </a:lnTo>
                  <a:lnTo>
                    <a:pt x="1163662" y="5284700"/>
                  </a:lnTo>
                  <a:lnTo>
                    <a:pt x="1163914" y="5284700"/>
                  </a:lnTo>
                  <a:lnTo>
                    <a:pt x="1164166" y="5284700"/>
                  </a:lnTo>
                  <a:lnTo>
                    <a:pt x="1164419" y="5284700"/>
                  </a:lnTo>
                  <a:lnTo>
                    <a:pt x="1164545" y="5284700"/>
                  </a:lnTo>
                  <a:lnTo>
                    <a:pt x="1164671" y="5284700"/>
                  </a:lnTo>
                  <a:lnTo>
                    <a:pt x="1164797" y="5284700"/>
                  </a:lnTo>
                  <a:lnTo>
                    <a:pt x="1165049" y="5284700"/>
                  </a:lnTo>
                  <a:lnTo>
                    <a:pt x="1165301" y="5284700"/>
                  </a:lnTo>
                  <a:lnTo>
                    <a:pt x="1165553" y="5284700"/>
                  </a:lnTo>
                  <a:lnTo>
                    <a:pt x="1165806" y="5284700"/>
                  </a:lnTo>
                  <a:lnTo>
                    <a:pt x="1165932" y="5284700"/>
                  </a:lnTo>
                  <a:lnTo>
                    <a:pt x="1166058" y="5284700"/>
                  </a:lnTo>
                  <a:lnTo>
                    <a:pt x="1166184" y="5284700"/>
                  </a:lnTo>
                  <a:lnTo>
                    <a:pt x="1166310" y="5284700"/>
                  </a:lnTo>
                  <a:lnTo>
                    <a:pt x="1166436" y="5284700"/>
                  </a:lnTo>
                  <a:lnTo>
                    <a:pt x="1166562" y="5284700"/>
                  </a:lnTo>
                  <a:lnTo>
                    <a:pt x="1166940" y="5284700"/>
                  </a:lnTo>
                  <a:lnTo>
                    <a:pt x="1167066" y="5284700"/>
                  </a:lnTo>
                  <a:lnTo>
                    <a:pt x="1167193" y="5284700"/>
                  </a:lnTo>
                  <a:lnTo>
                    <a:pt x="1167319" y="5284700"/>
                  </a:lnTo>
                  <a:lnTo>
                    <a:pt x="1167445" y="5284700"/>
                  </a:lnTo>
                  <a:lnTo>
                    <a:pt x="1167571" y="5284700"/>
                  </a:lnTo>
                  <a:lnTo>
                    <a:pt x="1167697" y="5284700"/>
                  </a:lnTo>
                  <a:lnTo>
                    <a:pt x="1167823" y="5284700"/>
                  </a:lnTo>
                  <a:lnTo>
                    <a:pt x="1167949" y="5284700"/>
                  </a:lnTo>
                  <a:lnTo>
                    <a:pt x="1168075" y="5284700"/>
                  </a:lnTo>
                  <a:lnTo>
                    <a:pt x="1168201" y="5284700"/>
                  </a:lnTo>
                  <a:lnTo>
                    <a:pt x="1168706" y="5284700"/>
                  </a:lnTo>
                  <a:lnTo>
                    <a:pt x="1168832" y="5284700"/>
                  </a:lnTo>
                  <a:lnTo>
                    <a:pt x="1168958" y="5284700"/>
                  </a:lnTo>
                  <a:lnTo>
                    <a:pt x="1169336" y="5284700"/>
                  </a:lnTo>
                  <a:lnTo>
                    <a:pt x="1169588" y="5284700"/>
                  </a:lnTo>
                  <a:lnTo>
                    <a:pt x="1169714" y="5284700"/>
                  </a:lnTo>
                  <a:lnTo>
                    <a:pt x="1170093" y="5284700"/>
                  </a:lnTo>
                  <a:lnTo>
                    <a:pt x="1170597" y="5279421"/>
                  </a:lnTo>
                  <a:lnTo>
                    <a:pt x="1170723" y="5279421"/>
                  </a:lnTo>
                  <a:lnTo>
                    <a:pt x="1170975" y="5279421"/>
                  </a:lnTo>
                  <a:lnTo>
                    <a:pt x="1171101" y="5279421"/>
                  </a:lnTo>
                  <a:lnTo>
                    <a:pt x="1171227" y="5279421"/>
                  </a:lnTo>
                  <a:lnTo>
                    <a:pt x="1171353" y="5279421"/>
                  </a:lnTo>
                  <a:lnTo>
                    <a:pt x="1171606" y="5279421"/>
                  </a:lnTo>
                  <a:lnTo>
                    <a:pt x="1171606" y="5274141"/>
                  </a:lnTo>
                  <a:lnTo>
                    <a:pt x="1171984" y="5274141"/>
                  </a:lnTo>
                  <a:lnTo>
                    <a:pt x="1172110" y="5274141"/>
                  </a:lnTo>
                  <a:lnTo>
                    <a:pt x="1172236" y="5274141"/>
                  </a:lnTo>
                  <a:lnTo>
                    <a:pt x="1172362" y="5274141"/>
                  </a:lnTo>
                  <a:lnTo>
                    <a:pt x="1172614" y="5274141"/>
                  </a:lnTo>
                  <a:lnTo>
                    <a:pt x="1172867" y="5274141"/>
                  </a:lnTo>
                  <a:lnTo>
                    <a:pt x="1173245" y="5274141"/>
                  </a:lnTo>
                  <a:lnTo>
                    <a:pt x="1173497" y="5274141"/>
                  </a:lnTo>
                  <a:lnTo>
                    <a:pt x="1173875" y="5274141"/>
                  </a:lnTo>
                  <a:lnTo>
                    <a:pt x="1174253" y="5274141"/>
                  </a:lnTo>
                  <a:lnTo>
                    <a:pt x="1174506" y="5274141"/>
                  </a:lnTo>
                  <a:lnTo>
                    <a:pt x="1174632" y="5274141"/>
                  </a:lnTo>
                  <a:lnTo>
                    <a:pt x="1174758" y="5274141"/>
                  </a:lnTo>
                  <a:lnTo>
                    <a:pt x="1174884" y="5274141"/>
                  </a:lnTo>
                  <a:lnTo>
                    <a:pt x="1175136" y="5274141"/>
                  </a:lnTo>
                  <a:lnTo>
                    <a:pt x="1175388" y="5274141"/>
                  </a:lnTo>
                  <a:lnTo>
                    <a:pt x="1175767" y="5274141"/>
                  </a:lnTo>
                  <a:lnTo>
                    <a:pt x="1175893" y="5274141"/>
                  </a:lnTo>
                  <a:lnTo>
                    <a:pt x="1176145" y="5274141"/>
                  </a:lnTo>
                  <a:lnTo>
                    <a:pt x="1176271" y="5274141"/>
                  </a:lnTo>
                  <a:lnTo>
                    <a:pt x="1176775" y="5274141"/>
                  </a:lnTo>
                  <a:lnTo>
                    <a:pt x="1177153" y="5274141"/>
                  </a:lnTo>
                  <a:lnTo>
                    <a:pt x="1177280" y="5274141"/>
                  </a:lnTo>
                  <a:lnTo>
                    <a:pt x="1177406" y="5274141"/>
                  </a:lnTo>
                  <a:lnTo>
                    <a:pt x="1177532" y="5274141"/>
                  </a:lnTo>
                  <a:lnTo>
                    <a:pt x="1177658" y="5274141"/>
                  </a:lnTo>
                  <a:lnTo>
                    <a:pt x="1177784" y="5274141"/>
                  </a:lnTo>
                  <a:lnTo>
                    <a:pt x="1177910" y="5274141"/>
                  </a:lnTo>
                  <a:lnTo>
                    <a:pt x="1178036" y="5274141"/>
                  </a:lnTo>
                  <a:lnTo>
                    <a:pt x="1178288" y="5274141"/>
                  </a:lnTo>
                  <a:lnTo>
                    <a:pt x="1178414" y="5274141"/>
                  </a:lnTo>
                  <a:lnTo>
                    <a:pt x="1178540" y="5274141"/>
                  </a:lnTo>
                  <a:lnTo>
                    <a:pt x="1178667" y="5274141"/>
                  </a:lnTo>
                  <a:lnTo>
                    <a:pt x="1178793" y="5274141"/>
                  </a:lnTo>
                  <a:lnTo>
                    <a:pt x="1179045" y="5274141"/>
                  </a:lnTo>
                  <a:lnTo>
                    <a:pt x="1179297" y="5274141"/>
                  </a:lnTo>
                  <a:lnTo>
                    <a:pt x="1179549" y="5274141"/>
                  </a:lnTo>
                  <a:lnTo>
                    <a:pt x="1179675" y="5274141"/>
                  </a:lnTo>
                  <a:lnTo>
                    <a:pt x="1179801" y="5274141"/>
                  </a:lnTo>
                  <a:lnTo>
                    <a:pt x="1179927" y="5274141"/>
                  </a:lnTo>
                  <a:lnTo>
                    <a:pt x="1180180" y="5274141"/>
                  </a:lnTo>
                  <a:lnTo>
                    <a:pt x="1180432" y="5274141"/>
                  </a:lnTo>
                  <a:lnTo>
                    <a:pt x="1180684" y="5274141"/>
                  </a:lnTo>
                  <a:lnTo>
                    <a:pt x="1180810" y="5274141"/>
                  </a:lnTo>
                  <a:lnTo>
                    <a:pt x="1181062" y="5274141"/>
                  </a:lnTo>
                  <a:lnTo>
                    <a:pt x="1181188" y="5274141"/>
                  </a:lnTo>
                  <a:lnTo>
                    <a:pt x="1181314" y="5274141"/>
                  </a:lnTo>
                  <a:lnTo>
                    <a:pt x="1181567" y="5274141"/>
                  </a:lnTo>
                  <a:lnTo>
                    <a:pt x="1181693" y="5274141"/>
                  </a:lnTo>
                  <a:lnTo>
                    <a:pt x="1181819" y="5274141"/>
                  </a:lnTo>
                  <a:lnTo>
                    <a:pt x="1182071" y="5274141"/>
                  </a:lnTo>
                  <a:lnTo>
                    <a:pt x="1182323" y="5274141"/>
                  </a:lnTo>
                  <a:lnTo>
                    <a:pt x="1182449" y="5274141"/>
                  </a:lnTo>
                  <a:lnTo>
                    <a:pt x="1182575" y="5274141"/>
                  </a:lnTo>
                  <a:lnTo>
                    <a:pt x="1183080" y="5274141"/>
                  </a:lnTo>
                  <a:lnTo>
                    <a:pt x="1183206" y="5274141"/>
                  </a:lnTo>
                  <a:lnTo>
                    <a:pt x="1183332" y="5274141"/>
                  </a:lnTo>
                  <a:lnTo>
                    <a:pt x="1183458" y="5274141"/>
                  </a:lnTo>
                  <a:lnTo>
                    <a:pt x="1183584" y="5274141"/>
                  </a:lnTo>
                  <a:lnTo>
                    <a:pt x="1183710" y="5274141"/>
                  </a:lnTo>
                  <a:lnTo>
                    <a:pt x="1183836" y="5274141"/>
                  </a:lnTo>
                  <a:lnTo>
                    <a:pt x="1183962" y="5274141"/>
                  </a:lnTo>
                  <a:lnTo>
                    <a:pt x="1184214" y="5274141"/>
                  </a:lnTo>
                  <a:lnTo>
                    <a:pt x="1184340" y="5274141"/>
                  </a:lnTo>
                  <a:lnTo>
                    <a:pt x="1184467" y="5274141"/>
                  </a:lnTo>
                  <a:lnTo>
                    <a:pt x="1184719" y="5274141"/>
                  </a:lnTo>
                  <a:lnTo>
                    <a:pt x="1184971" y="5274141"/>
                  </a:lnTo>
                  <a:lnTo>
                    <a:pt x="1185223" y="5274141"/>
                  </a:lnTo>
                  <a:lnTo>
                    <a:pt x="1185349" y="5274141"/>
                  </a:lnTo>
                  <a:lnTo>
                    <a:pt x="1185601" y="5274141"/>
                  </a:lnTo>
                  <a:lnTo>
                    <a:pt x="1185980" y="5268862"/>
                  </a:lnTo>
                  <a:lnTo>
                    <a:pt x="1186232" y="5268862"/>
                  </a:lnTo>
                  <a:lnTo>
                    <a:pt x="1186358" y="5268862"/>
                  </a:lnTo>
                  <a:lnTo>
                    <a:pt x="1186484" y="5268862"/>
                  </a:lnTo>
                  <a:lnTo>
                    <a:pt x="1186736" y="5268862"/>
                  </a:lnTo>
                  <a:lnTo>
                    <a:pt x="1186988" y="5268862"/>
                  </a:lnTo>
                  <a:lnTo>
                    <a:pt x="1187114" y="5268862"/>
                  </a:lnTo>
                  <a:lnTo>
                    <a:pt x="1187241" y="5268862"/>
                  </a:lnTo>
                  <a:lnTo>
                    <a:pt x="1187367" y="5268862"/>
                  </a:lnTo>
                  <a:lnTo>
                    <a:pt x="1187493" y="5268862"/>
                  </a:lnTo>
                  <a:lnTo>
                    <a:pt x="1187619" y="5268862"/>
                  </a:lnTo>
                  <a:lnTo>
                    <a:pt x="1187745" y="5268862"/>
                  </a:lnTo>
                  <a:lnTo>
                    <a:pt x="1188123" y="5268862"/>
                  </a:lnTo>
                  <a:lnTo>
                    <a:pt x="1188249" y="5268862"/>
                  </a:lnTo>
                  <a:lnTo>
                    <a:pt x="1188501" y="5268862"/>
                  </a:lnTo>
                  <a:lnTo>
                    <a:pt x="1188880" y="5268862"/>
                  </a:lnTo>
                  <a:lnTo>
                    <a:pt x="1189006" y="5268862"/>
                  </a:lnTo>
                  <a:lnTo>
                    <a:pt x="1189132" y="5268862"/>
                  </a:lnTo>
                  <a:lnTo>
                    <a:pt x="1189258" y="5268862"/>
                  </a:lnTo>
                  <a:lnTo>
                    <a:pt x="1189384" y="5268862"/>
                  </a:lnTo>
                  <a:lnTo>
                    <a:pt x="1189510" y="5268862"/>
                  </a:lnTo>
                  <a:lnTo>
                    <a:pt x="1189636" y="5268862"/>
                  </a:lnTo>
                  <a:lnTo>
                    <a:pt x="1189762" y="5268862"/>
                  </a:lnTo>
                  <a:lnTo>
                    <a:pt x="1190141" y="5268862"/>
                  </a:lnTo>
                  <a:lnTo>
                    <a:pt x="1190267" y="5268862"/>
                  </a:lnTo>
                  <a:lnTo>
                    <a:pt x="1190645" y="5268862"/>
                  </a:lnTo>
                  <a:lnTo>
                    <a:pt x="1190771" y="5268862"/>
                  </a:lnTo>
                  <a:lnTo>
                    <a:pt x="1190897" y="5268862"/>
                  </a:lnTo>
                  <a:lnTo>
                    <a:pt x="1191023" y="5268862"/>
                  </a:lnTo>
                  <a:lnTo>
                    <a:pt x="1191149" y="5268862"/>
                  </a:lnTo>
                  <a:lnTo>
                    <a:pt x="1191401" y="5268862"/>
                  </a:lnTo>
                  <a:lnTo>
                    <a:pt x="1191527" y="5268862"/>
                  </a:lnTo>
                  <a:lnTo>
                    <a:pt x="1191654" y="5268862"/>
                  </a:lnTo>
                  <a:lnTo>
                    <a:pt x="1192410" y="5268862"/>
                  </a:lnTo>
                  <a:lnTo>
                    <a:pt x="1192536" y="5268862"/>
                  </a:lnTo>
                  <a:lnTo>
                    <a:pt x="1192662" y="5268862"/>
                  </a:lnTo>
                  <a:lnTo>
                    <a:pt x="1192914" y="5268862"/>
                  </a:lnTo>
                  <a:lnTo>
                    <a:pt x="1193041" y="5268862"/>
                  </a:lnTo>
                  <a:lnTo>
                    <a:pt x="1193167" y="5268862"/>
                  </a:lnTo>
                  <a:lnTo>
                    <a:pt x="1193293" y="5268862"/>
                  </a:lnTo>
                  <a:lnTo>
                    <a:pt x="1193419" y="5268862"/>
                  </a:lnTo>
                  <a:lnTo>
                    <a:pt x="1193545" y="5268862"/>
                  </a:lnTo>
                  <a:lnTo>
                    <a:pt x="1193671" y="5268862"/>
                  </a:lnTo>
                  <a:lnTo>
                    <a:pt x="1193797" y="5268862"/>
                  </a:lnTo>
                  <a:lnTo>
                    <a:pt x="1193923" y="5268862"/>
                  </a:lnTo>
                  <a:lnTo>
                    <a:pt x="1194049" y="5268862"/>
                  </a:lnTo>
                  <a:lnTo>
                    <a:pt x="1194301" y="5268862"/>
                  </a:lnTo>
                  <a:lnTo>
                    <a:pt x="1194680" y="5268862"/>
                  </a:lnTo>
                  <a:lnTo>
                    <a:pt x="1194806" y="5268862"/>
                  </a:lnTo>
                  <a:lnTo>
                    <a:pt x="1194932" y="5268862"/>
                  </a:lnTo>
                  <a:lnTo>
                    <a:pt x="1195058" y="5268862"/>
                  </a:lnTo>
                  <a:lnTo>
                    <a:pt x="1195184" y="5268862"/>
                  </a:lnTo>
                  <a:lnTo>
                    <a:pt x="1195436" y="5268862"/>
                  </a:lnTo>
                  <a:lnTo>
                    <a:pt x="1195562" y="5268862"/>
                  </a:lnTo>
                  <a:lnTo>
                    <a:pt x="1195688" y="5268862"/>
                  </a:lnTo>
                  <a:lnTo>
                    <a:pt x="1195814" y="5268862"/>
                  </a:lnTo>
                  <a:lnTo>
                    <a:pt x="1195941" y="5268862"/>
                  </a:lnTo>
                  <a:lnTo>
                    <a:pt x="1196067" y="5268862"/>
                  </a:lnTo>
                  <a:lnTo>
                    <a:pt x="1196193" y="5268862"/>
                  </a:lnTo>
                  <a:lnTo>
                    <a:pt x="1196319" y="5268862"/>
                  </a:lnTo>
                  <a:lnTo>
                    <a:pt x="1196823" y="5268862"/>
                  </a:lnTo>
                  <a:lnTo>
                    <a:pt x="1196949" y="5268862"/>
                  </a:lnTo>
                  <a:lnTo>
                    <a:pt x="1197075" y="5268862"/>
                  </a:lnTo>
                  <a:lnTo>
                    <a:pt x="1197454" y="5268862"/>
                  </a:lnTo>
                  <a:lnTo>
                    <a:pt x="1197958" y="5268862"/>
                  </a:lnTo>
                  <a:lnTo>
                    <a:pt x="1198084" y="5268862"/>
                  </a:lnTo>
                  <a:lnTo>
                    <a:pt x="1198210" y="5268862"/>
                  </a:lnTo>
                  <a:lnTo>
                    <a:pt x="1198336" y="5268862"/>
                  </a:lnTo>
                  <a:lnTo>
                    <a:pt x="1198588" y="5268862"/>
                  </a:lnTo>
                  <a:lnTo>
                    <a:pt x="1198841" y="5268862"/>
                  </a:lnTo>
                  <a:lnTo>
                    <a:pt x="1199093" y="5268862"/>
                  </a:lnTo>
                  <a:lnTo>
                    <a:pt x="1199219" y="5268862"/>
                  </a:lnTo>
                  <a:lnTo>
                    <a:pt x="1199345" y="5268862"/>
                  </a:lnTo>
                  <a:lnTo>
                    <a:pt x="1199723" y="5268862"/>
                  </a:lnTo>
                  <a:lnTo>
                    <a:pt x="1199975" y="5268862"/>
                  </a:lnTo>
                  <a:lnTo>
                    <a:pt x="1200101" y="5268862"/>
                  </a:lnTo>
                  <a:lnTo>
                    <a:pt x="1200228" y="5268862"/>
                  </a:lnTo>
                  <a:lnTo>
                    <a:pt x="1200354" y="5268862"/>
                  </a:lnTo>
                  <a:lnTo>
                    <a:pt x="1200480" y="5268862"/>
                  </a:lnTo>
                  <a:lnTo>
                    <a:pt x="1200606" y="5268862"/>
                  </a:lnTo>
                  <a:lnTo>
                    <a:pt x="1201236" y="5268862"/>
                  </a:lnTo>
                  <a:lnTo>
                    <a:pt x="1201488" y="5268862"/>
                  </a:lnTo>
                  <a:lnTo>
                    <a:pt x="1201614" y="5268862"/>
                  </a:lnTo>
                  <a:lnTo>
                    <a:pt x="1201741" y="5268862"/>
                  </a:lnTo>
                  <a:lnTo>
                    <a:pt x="1201867" y="5268862"/>
                  </a:lnTo>
                  <a:lnTo>
                    <a:pt x="1202119" y="5268862"/>
                  </a:lnTo>
                  <a:lnTo>
                    <a:pt x="1202371" y="5268862"/>
                  </a:lnTo>
                  <a:lnTo>
                    <a:pt x="1202371" y="5263583"/>
                  </a:lnTo>
                  <a:lnTo>
                    <a:pt x="1202497" y="5263583"/>
                  </a:lnTo>
                  <a:lnTo>
                    <a:pt x="1202749" y="5263583"/>
                  </a:lnTo>
                  <a:lnTo>
                    <a:pt x="1203506" y="5263583"/>
                  </a:lnTo>
                  <a:lnTo>
                    <a:pt x="1203758" y="5263583"/>
                  </a:lnTo>
                  <a:lnTo>
                    <a:pt x="1203884" y="5263583"/>
                  </a:lnTo>
                  <a:lnTo>
                    <a:pt x="1204010" y="5263583"/>
                  </a:lnTo>
                  <a:lnTo>
                    <a:pt x="1204388" y="5263583"/>
                  </a:lnTo>
                  <a:lnTo>
                    <a:pt x="1204515" y="5263583"/>
                  </a:lnTo>
                  <a:lnTo>
                    <a:pt x="1204767" y="5263583"/>
                  </a:lnTo>
                  <a:lnTo>
                    <a:pt x="1204893" y="5263583"/>
                  </a:lnTo>
                  <a:lnTo>
                    <a:pt x="1205019" y="5263583"/>
                  </a:lnTo>
                  <a:lnTo>
                    <a:pt x="1205145" y="5263583"/>
                  </a:lnTo>
                  <a:lnTo>
                    <a:pt x="1205271" y="5258303"/>
                  </a:lnTo>
                  <a:lnTo>
                    <a:pt x="1205523" y="5258303"/>
                  </a:lnTo>
                  <a:lnTo>
                    <a:pt x="1205775" y="5258303"/>
                  </a:lnTo>
                  <a:lnTo>
                    <a:pt x="1205901" y="5258303"/>
                  </a:lnTo>
                  <a:lnTo>
                    <a:pt x="1206028" y="5258303"/>
                  </a:lnTo>
                  <a:lnTo>
                    <a:pt x="1206280" y="5258303"/>
                  </a:lnTo>
                  <a:lnTo>
                    <a:pt x="1206532" y="5258303"/>
                  </a:lnTo>
                  <a:lnTo>
                    <a:pt x="1206658" y="5258303"/>
                  </a:lnTo>
                  <a:lnTo>
                    <a:pt x="1206784" y="5258303"/>
                  </a:lnTo>
                  <a:lnTo>
                    <a:pt x="1207036" y="5258303"/>
                  </a:lnTo>
                  <a:lnTo>
                    <a:pt x="1207162" y="5258303"/>
                  </a:lnTo>
                  <a:lnTo>
                    <a:pt x="1207288" y="5258303"/>
                  </a:lnTo>
                  <a:lnTo>
                    <a:pt x="1207415" y="5258303"/>
                  </a:lnTo>
                  <a:lnTo>
                    <a:pt x="1207541" y="5258303"/>
                  </a:lnTo>
                  <a:lnTo>
                    <a:pt x="1207919" y="5258303"/>
                  </a:lnTo>
                  <a:lnTo>
                    <a:pt x="1208171" y="5258303"/>
                  </a:lnTo>
                  <a:lnTo>
                    <a:pt x="1208423" y="5258303"/>
                  </a:lnTo>
                  <a:lnTo>
                    <a:pt x="1208549" y="5258303"/>
                  </a:lnTo>
                  <a:lnTo>
                    <a:pt x="1208675" y="5258303"/>
                  </a:lnTo>
                  <a:lnTo>
                    <a:pt x="1208801" y="5258303"/>
                  </a:lnTo>
                  <a:lnTo>
                    <a:pt x="1208928" y="5258303"/>
                  </a:lnTo>
                  <a:lnTo>
                    <a:pt x="1209180" y="5258303"/>
                  </a:lnTo>
                  <a:lnTo>
                    <a:pt x="1209306" y="5258303"/>
                  </a:lnTo>
                  <a:lnTo>
                    <a:pt x="1209558" y="5258303"/>
                  </a:lnTo>
                  <a:lnTo>
                    <a:pt x="1209684" y="5258303"/>
                  </a:lnTo>
                  <a:lnTo>
                    <a:pt x="1209810" y="5258303"/>
                  </a:lnTo>
                  <a:lnTo>
                    <a:pt x="1209936" y="5258303"/>
                  </a:lnTo>
                  <a:lnTo>
                    <a:pt x="1210062" y="5253024"/>
                  </a:lnTo>
                  <a:lnTo>
                    <a:pt x="1210188" y="5253024"/>
                  </a:lnTo>
                  <a:lnTo>
                    <a:pt x="1210441" y="5253024"/>
                  </a:lnTo>
                  <a:lnTo>
                    <a:pt x="1210567" y="5253024"/>
                  </a:lnTo>
                  <a:lnTo>
                    <a:pt x="1210693" y="5253024"/>
                  </a:lnTo>
                  <a:lnTo>
                    <a:pt x="1210945" y="5253024"/>
                  </a:lnTo>
                  <a:lnTo>
                    <a:pt x="1211071" y="5253024"/>
                  </a:lnTo>
                  <a:lnTo>
                    <a:pt x="1211197" y="5253024"/>
                  </a:lnTo>
                  <a:lnTo>
                    <a:pt x="1211323" y="5253024"/>
                  </a:lnTo>
                  <a:lnTo>
                    <a:pt x="1211575" y="5253024"/>
                  </a:lnTo>
                  <a:lnTo>
                    <a:pt x="1211702" y="5253024"/>
                  </a:lnTo>
                  <a:lnTo>
                    <a:pt x="1211828" y="5253024"/>
                  </a:lnTo>
                  <a:lnTo>
                    <a:pt x="1211954" y="5253024"/>
                  </a:lnTo>
                  <a:lnTo>
                    <a:pt x="1212080" y="5253024"/>
                  </a:lnTo>
                  <a:lnTo>
                    <a:pt x="1212332" y="5253024"/>
                  </a:lnTo>
                  <a:lnTo>
                    <a:pt x="1212458" y="5253024"/>
                  </a:lnTo>
                  <a:lnTo>
                    <a:pt x="1212584" y="5253024"/>
                  </a:lnTo>
                  <a:lnTo>
                    <a:pt x="1212836" y="5253024"/>
                  </a:lnTo>
                  <a:lnTo>
                    <a:pt x="1213593" y="5253024"/>
                  </a:lnTo>
                  <a:lnTo>
                    <a:pt x="1213719" y="5253024"/>
                  </a:lnTo>
                  <a:lnTo>
                    <a:pt x="1213845" y="5247744"/>
                  </a:lnTo>
                  <a:lnTo>
                    <a:pt x="1213971" y="5247744"/>
                  </a:lnTo>
                  <a:lnTo>
                    <a:pt x="1214223" y="5247744"/>
                  </a:lnTo>
                  <a:lnTo>
                    <a:pt x="1214349" y="5247744"/>
                  </a:lnTo>
                  <a:lnTo>
                    <a:pt x="1214475" y="5247744"/>
                  </a:lnTo>
                  <a:lnTo>
                    <a:pt x="1214602" y="5247744"/>
                  </a:lnTo>
                  <a:lnTo>
                    <a:pt x="1214728" y="5247744"/>
                  </a:lnTo>
                  <a:lnTo>
                    <a:pt x="1214980" y="5247744"/>
                  </a:lnTo>
                  <a:lnTo>
                    <a:pt x="1215358" y="5247744"/>
                  </a:lnTo>
                  <a:lnTo>
                    <a:pt x="1215484" y="5247744"/>
                  </a:lnTo>
                  <a:lnTo>
                    <a:pt x="1215610" y="5247744"/>
                  </a:lnTo>
                  <a:lnTo>
                    <a:pt x="1215862" y="5247744"/>
                  </a:lnTo>
                  <a:lnTo>
                    <a:pt x="1215988" y="5247744"/>
                  </a:lnTo>
                  <a:lnTo>
                    <a:pt x="1216241" y="5247744"/>
                  </a:lnTo>
                  <a:lnTo>
                    <a:pt x="1216367" y="5247744"/>
                  </a:lnTo>
                  <a:lnTo>
                    <a:pt x="1216493" y="5247744"/>
                  </a:lnTo>
                  <a:lnTo>
                    <a:pt x="1217123" y="5242465"/>
                  </a:lnTo>
                  <a:lnTo>
                    <a:pt x="1217249" y="5242465"/>
                  </a:lnTo>
                  <a:lnTo>
                    <a:pt x="1217375" y="5242465"/>
                  </a:lnTo>
                  <a:lnTo>
                    <a:pt x="1217628" y="5242465"/>
                  </a:lnTo>
                  <a:lnTo>
                    <a:pt x="1217754" y="5242465"/>
                  </a:lnTo>
                  <a:lnTo>
                    <a:pt x="1218006" y="5242465"/>
                  </a:lnTo>
                  <a:lnTo>
                    <a:pt x="1218258" y="5242465"/>
                  </a:lnTo>
                  <a:lnTo>
                    <a:pt x="1218510" y="5242465"/>
                  </a:lnTo>
                  <a:lnTo>
                    <a:pt x="1218636" y="5242465"/>
                  </a:lnTo>
                  <a:lnTo>
                    <a:pt x="1219015" y="5242465"/>
                  </a:lnTo>
                  <a:lnTo>
                    <a:pt x="1219141" y="5242465"/>
                  </a:lnTo>
                  <a:lnTo>
                    <a:pt x="1219267" y="5242465"/>
                  </a:lnTo>
                  <a:lnTo>
                    <a:pt x="1219393" y="5242465"/>
                  </a:lnTo>
                  <a:lnTo>
                    <a:pt x="1219519" y="5242465"/>
                  </a:lnTo>
                  <a:lnTo>
                    <a:pt x="1219645" y="5242465"/>
                  </a:lnTo>
                  <a:lnTo>
                    <a:pt x="1219771" y="5242465"/>
                  </a:lnTo>
                  <a:lnTo>
                    <a:pt x="1220023" y="5242465"/>
                  </a:lnTo>
                  <a:lnTo>
                    <a:pt x="1220275" y="5242465"/>
                  </a:lnTo>
                  <a:lnTo>
                    <a:pt x="1220402" y="5242465"/>
                  </a:lnTo>
                  <a:lnTo>
                    <a:pt x="1220654" y="5242465"/>
                  </a:lnTo>
                  <a:lnTo>
                    <a:pt x="1220906" y="5242465"/>
                  </a:lnTo>
                  <a:lnTo>
                    <a:pt x="1221158" y="5242465"/>
                  </a:lnTo>
                  <a:lnTo>
                    <a:pt x="1221410" y="5242465"/>
                  </a:lnTo>
                  <a:lnTo>
                    <a:pt x="1221536" y="5242465"/>
                  </a:lnTo>
                  <a:lnTo>
                    <a:pt x="1221662" y="5242465"/>
                  </a:lnTo>
                  <a:lnTo>
                    <a:pt x="1221915" y="5242465"/>
                  </a:lnTo>
                  <a:lnTo>
                    <a:pt x="1222041" y="5242465"/>
                  </a:lnTo>
                  <a:lnTo>
                    <a:pt x="1222167" y="5242465"/>
                  </a:lnTo>
                  <a:lnTo>
                    <a:pt x="1222671" y="5242465"/>
                  </a:lnTo>
                  <a:lnTo>
                    <a:pt x="1222797" y="5242465"/>
                  </a:lnTo>
                  <a:lnTo>
                    <a:pt x="1223428" y="5242465"/>
                  </a:lnTo>
                  <a:lnTo>
                    <a:pt x="1223554" y="5242465"/>
                  </a:lnTo>
                  <a:lnTo>
                    <a:pt x="1223680" y="5242465"/>
                  </a:lnTo>
                  <a:lnTo>
                    <a:pt x="1223806" y="5242465"/>
                  </a:lnTo>
                  <a:lnTo>
                    <a:pt x="1223932" y="5242465"/>
                  </a:lnTo>
                  <a:lnTo>
                    <a:pt x="1224184" y="5242465"/>
                  </a:lnTo>
                  <a:lnTo>
                    <a:pt x="1224436" y="5242465"/>
                  </a:lnTo>
                  <a:lnTo>
                    <a:pt x="1224689" y="5242465"/>
                  </a:lnTo>
                  <a:lnTo>
                    <a:pt x="1224941" y="5242465"/>
                  </a:lnTo>
                  <a:lnTo>
                    <a:pt x="1225067" y="5242465"/>
                  </a:lnTo>
                  <a:lnTo>
                    <a:pt x="1225193" y="5237185"/>
                  </a:lnTo>
                  <a:lnTo>
                    <a:pt x="1225319" y="5237185"/>
                  </a:lnTo>
                  <a:lnTo>
                    <a:pt x="1225445" y="5237185"/>
                  </a:lnTo>
                  <a:lnTo>
                    <a:pt x="1225571" y="5237185"/>
                  </a:lnTo>
                  <a:lnTo>
                    <a:pt x="1225949" y="5237185"/>
                  </a:lnTo>
                  <a:lnTo>
                    <a:pt x="1226202" y="5237185"/>
                  </a:lnTo>
                  <a:lnTo>
                    <a:pt x="1226328" y="5237185"/>
                  </a:lnTo>
                  <a:lnTo>
                    <a:pt x="1226454" y="5237185"/>
                  </a:lnTo>
                  <a:lnTo>
                    <a:pt x="1226580" y="5237185"/>
                  </a:lnTo>
                  <a:lnTo>
                    <a:pt x="1226706" y="5231906"/>
                  </a:lnTo>
                  <a:lnTo>
                    <a:pt x="1226832" y="5231906"/>
                  </a:lnTo>
                  <a:lnTo>
                    <a:pt x="1226958" y="5231906"/>
                  </a:lnTo>
                  <a:lnTo>
                    <a:pt x="1227084" y="5231906"/>
                  </a:lnTo>
                  <a:lnTo>
                    <a:pt x="1227210" y="5231906"/>
                  </a:lnTo>
                  <a:lnTo>
                    <a:pt x="1227210" y="5226627"/>
                  </a:lnTo>
                  <a:lnTo>
                    <a:pt x="1227462" y="5226627"/>
                  </a:lnTo>
                  <a:lnTo>
                    <a:pt x="1227589" y="5226627"/>
                  </a:lnTo>
                  <a:lnTo>
                    <a:pt x="1227715" y="5226627"/>
                  </a:lnTo>
                  <a:lnTo>
                    <a:pt x="1227841" y="5226627"/>
                  </a:lnTo>
                  <a:lnTo>
                    <a:pt x="1227967" y="5226627"/>
                  </a:lnTo>
                  <a:lnTo>
                    <a:pt x="1228093" y="5226627"/>
                  </a:lnTo>
                  <a:lnTo>
                    <a:pt x="1228219" y="5226627"/>
                  </a:lnTo>
                  <a:lnTo>
                    <a:pt x="1228345" y="5226627"/>
                  </a:lnTo>
                  <a:lnTo>
                    <a:pt x="1228471" y="5226627"/>
                  </a:lnTo>
                  <a:lnTo>
                    <a:pt x="1228597" y="5226627"/>
                  </a:lnTo>
                  <a:lnTo>
                    <a:pt x="1229102" y="5226627"/>
                  </a:lnTo>
                  <a:lnTo>
                    <a:pt x="1229228" y="5226627"/>
                  </a:lnTo>
                  <a:lnTo>
                    <a:pt x="1229606" y="5226627"/>
                  </a:lnTo>
                  <a:lnTo>
                    <a:pt x="1229858" y="5226627"/>
                  </a:lnTo>
                  <a:lnTo>
                    <a:pt x="1229984" y="5226627"/>
                  </a:lnTo>
                  <a:lnTo>
                    <a:pt x="1230110" y="5226627"/>
                  </a:lnTo>
                  <a:lnTo>
                    <a:pt x="1230236" y="5226627"/>
                  </a:lnTo>
                  <a:lnTo>
                    <a:pt x="1230362" y="5226627"/>
                  </a:lnTo>
                  <a:lnTo>
                    <a:pt x="1230489" y="5226627"/>
                  </a:lnTo>
                  <a:lnTo>
                    <a:pt x="1230867" y="5226627"/>
                  </a:lnTo>
                  <a:lnTo>
                    <a:pt x="1231245" y="5226627"/>
                  </a:lnTo>
                  <a:lnTo>
                    <a:pt x="1231371" y="5226627"/>
                  </a:lnTo>
                  <a:lnTo>
                    <a:pt x="1231497" y="5226627"/>
                  </a:lnTo>
                  <a:lnTo>
                    <a:pt x="1231623" y="5226627"/>
                  </a:lnTo>
                  <a:lnTo>
                    <a:pt x="1231749" y="5226627"/>
                  </a:lnTo>
                  <a:lnTo>
                    <a:pt x="1231876" y="5226627"/>
                  </a:lnTo>
                  <a:lnTo>
                    <a:pt x="1232128" y="5226627"/>
                  </a:lnTo>
                  <a:lnTo>
                    <a:pt x="1232254" y="5226627"/>
                  </a:lnTo>
                  <a:lnTo>
                    <a:pt x="1232380" y="5226627"/>
                  </a:lnTo>
                  <a:lnTo>
                    <a:pt x="1232506" y="5226627"/>
                  </a:lnTo>
                  <a:lnTo>
                    <a:pt x="1232632" y="5226627"/>
                  </a:lnTo>
                  <a:lnTo>
                    <a:pt x="1233010" y="5226627"/>
                  </a:lnTo>
                  <a:lnTo>
                    <a:pt x="1233262" y="5226627"/>
                  </a:lnTo>
                  <a:lnTo>
                    <a:pt x="1233515" y="5226627"/>
                  </a:lnTo>
                  <a:lnTo>
                    <a:pt x="1233641" y="5226627"/>
                  </a:lnTo>
                  <a:lnTo>
                    <a:pt x="1233893" y="5226627"/>
                  </a:lnTo>
                  <a:lnTo>
                    <a:pt x="1234019" y="5226627"/>
                  </a:lnTo>
                  <a:lnTo>
                    <a:pt x="1234145" y="5226627"/>
                  </a:lnTo>
                  <a:lnTo>
                    <a:pt x="1234271" y="5226627"/>
                  </a:lnTo>
                  <a:lnTo>
                    <a:pt x="1234397" y="5226627"/>
                  </a:lnTo>
                  <a:lnTo>
                    <a:pt x="1234902" y="5226627"/>
                  </a:lnTo>
                  <a:lnTo>
                    <a:pt x="1235028" y="5226627"/>
                  </a:lnTo>
                  <a:lnTo>
                    <a:pt x="1235154" y="5226627"/>
                  </a:lnTo>
                  <a:lnTo>
                    <a:pt x="1235280" y="5226627"/>
                  </a:lnTo>
                  <a:lnTo>
                    <a:pt x="1235532" y="5226627"/>
                  </a:lnTo>
                  <a:lnTo>
                    <a:pt x="1235658" y="5226627"/>
                  </a:lnTo>
                  <a:lnTo>
                    <a:pt x="1235784" y="5226627"/>
                  </a:lnTo>
                  <a:lnTo>
                    <a:pt x="1236036" y="5226627"/>
                  </a:lnTo>
                  <a:lnTo>
                    <a:pt x="1236162" y="5226627"/>
                  </a:lnTo>
                  <a:lnTo>
                    <a:pt x="1236415" y="5226627"/>
                  </a:lnTo>
                  <a:lnTo>
                    <a:pt x="1236541" y="5226627"/>
                  </a:lnTo>
                  <a:lnTo>
                    <a:pt x="1236667" y="5226627"/>
                  </a:lnTo>
                  <a:lnTo>
                    <a:pt x="1237549" y="5226627"/>
                  </a:lnTo>
                  <a:lnTo>
                    <a:pt x="1237676" y="5226627"/>
                  </a:lnTo>
                  <a:lnTo>
                    <a:pt x="1237802" y="5226627"/>
                  </a:lnTo>
                  <a:lnTo>
                    <a:pt x="1237928" y="5226627"/>
                  </a:lnTo>
                  <a:lnTo>
                    <a:pt x="1238054" y="5226627"/>
                  </a:lnTo>
                  <a:lnTo>
                    <a:pt x="1238180" y="5226627"/>
                  </a:lnTo>
                  <a:lnTo>
                    <a:pt x="1238432" y="5226627"/>
                  </a:lnTo>
                  <a:lnTo>
                    <a:pt x="1238684" y="5226627"/>
                  </a:lnTo>
                  <a:lnTo>
                    <a:pt x="1238810" y="5226627"/>
                  </a:lnTo>
                  <a:lnTo>
                    <a:pt x="1238936" y="5226627"/>
                  </a:lnTo>
                  <a:lnTo>
                    <a:pt x="1239063" y="5226627"/>
                  </a:lnTo>
                  <a:lnTo>
                    <a:pt x="1239189" y="5226627"/>
                  </a:lnTo>
                  <a:lnTo>
                    <a:pt x="1239315" y="5226627"/>
                  </a:lnTo>
                  <a:lnTo>
                    <a:pt x="1239693" y="5226627"/>
                  </a:lnTo>
                  <a:lnTo>
                    <a:pt x="1240071" y="5226627"/>
                  </a:lnTo>
                  <a:lnTo>
                    <a:pt x="1240197" y="5226627"/>
                  </a:lnTo>
                  <a:lnTo>
                    <a:pt x="1240323" y="5226627"/>
                  </a:lnTo>
                  <a:lnTo>
                    <a:pt x="1240449" y="5226627"/>
                  </a:lnTo>
                  <a:lnTo>
                    <a:pt x="1240828" y="5226627"/>
                  </a:lnTo>
                  <a:lnTo>
                    <a:pt x="1241206" y="5226627"/>
                  </a:lnTo>
                  <a:lnTo>
                    <a:pt x="1241332" y="5226627"/>
                  </a:lnTo>
                  <a:lnTo>
                    <a:pt x="1241710" y="5226627"/>
                  </a:lnTo>
                  <a:lnTo>
                    <a:pt x="1241963" y="5226627"/>
                  </a:lnTo>
                  <a:lnTo>
                    <a:pt x="1242089" y="5226627"/>
                  </a:lnTo>
                  <a:lnTo>
                    <a:pt x="1242215" y="5226627"/>
                  </a:lnTo>
                  <a:lnTo>
                    <a:pt x="1242341" y="5226627"/>
                  </a:lnTo>
                  <a:lnTo>
                    <a:pt x="1242467" y="5226627"/>
                  </a:lnTo>
                  <a:lnTo>
                    <a:pt x="1242593" y="5226627"/>
                  </a:lnTo>
                  <a:lnTo>
                    <a:pt x="1242719" y="5226627"/>
                  </a:lnTo>
                  <a:lnTo>
                    <a:pt x="1242845" y="5226627"/>
                  </a:lnTo>
                  <a:lnTo>
                    <a:pt x="1243223" y="5226627"/>
                  </a:lnTo>
                  <a:lnTo>
                    <a:pt x="1243349" y="5226627"/>
                  </a:lnTo>
                  <a:lnTo>
                    <a:pt x="1243602" y="5226627"/>
                  </a:lnTo>
                  <a:lnTo>
                    <a:pt x="1243980" y="5226627"/>
                  </a:lnTo>
                  <a:lnTo>
                    <a:pt x="1244106" y="5226627"/>
                  </a:lnTo>
                  <a:lnTo>
                    <a:pt x="1244232" y="5226627"/>
                  </a:lnTo>
                  <a:lnTo>
                    <a:pt x="1244989" y="5226627"/>
                  </a:lnTo>
                  <a:lnTo>
                    <a:pt x="1245241" y="5226627"/>
                  </a:lnTo>
                  <a:lnTo>
                    <a:pt x="1245745" y="5226627"/>
                  </a:lnTo>
                  <a:lnTo>
                    <a:pt x="1245871" y="5226627"/>
                  </a:lnTo>
                  <a:lnTo>
                    <a:pt x="1245997" y="5226627"/>
                  </a:lnTo>
                  <a:lnTo>
                    <a:pt x="1246123" y="5226627"/>
                  </a:lnTo>
                  <a:lnTo>
                    <a:pt x="1246376" y="5226627"/>
                  </a:lnTo>
                  <a:lnTo>
                    <a:pt x="1246628" y="5226627"/>
                  </a:lnTo>
                  <a:lnTo>
                    <a:pt x="1246880" y="5226627"/>
                  </a:lnTo>
                  <a:lnTo>
                    <a:pt x="1247132" y="5226627"/>
                  </a:lnTo>
                  <a:lnTo>
                    <a:pt x="1247258" y="5226627"/>
                  </a:lnTo>
                  <a:lnTo>
                    <a:pt x="1247636" y="5226627"/>
                  </a:lnTo>
                  <a:lnTo>
                    <a:pt x="1247889" y="5226627"/>
                  </a:lnTo>
                  <a:lnTo>
                    <a:pt x="1248015" y="5226627"/>
                  </a:lnTo>
                  <a:lnTo>
                    <a:pt x="1248141" y="5226627"/>
                  </a:lnTo>
                  <a:lnTo>
                    <a:pt x="1248771" y="5226627"/>
                  </a:lnTo>
                  <a:lnTo>
                    <a:pt x="1248897" y="5226627"/>
                  </a:lnTo>
                  <a:lnTo>
                    <a:pt x="1249023" y="5226627"/>
                  </a:lnTo>
                  <a:lnTo>
                    <a:pt x="1249150" y="5226627"/>
                  </a:lnTo>
                  <a:lnTo>
                    <a:pt x="1249402" y="5226627"/>
                  </a:lnTo>
                  <a:lnTo>
                    <a:pt x="1249528" y="5226627"/>
                  </a:lnTo>
                  <a:lnTo>
                    <a:pt x="1249654" y="5226627"/>
                  </a:lnTo>
                  <a:lnTo>
                    <a:pt x="1249780" y="5226627"/>
                  </a:lnTo>
                  <a:lnTo>
                    <a:pt x="1249906" y="5226627"/>
                  </a:lnTo>
                  <a:lnTo>
                    <a:pt x="1250032" y="5226627"/>
                  </a:lnTo>
                  <a:lnTo>
                    <a:pt x="1250158" y="5226627"/>
                  </a:lnTo>
                  <a:lnTo>
                    <a:pt x="1250536" y="5226627"/>
                  </a:lnTo>
                  <a:lnTo>
                    <a:pt x="1250663" y="5226627"/>
                  </a:lnTo>
                  <a:lnTo>
                    <a:pt x="1250789" y="5226627"/>
                  </a:lnTo>
                  <a:lnTo>
                    <a:pt x="1251167" y="5226627"/>
                  </a:lnTo>
                  <a:lnTo>
                    <a:pt x="1252176" y="5221347"/>
                  </a:lnTo>
                  <a:lnTo>
                    <a:pt x="1252302" y="5221347"/>
                  </a:lnTo>
                  <a:lnTo>
                    <a:pt x="1252428" y="5221347"/>
                  </a:lnTo>
                  <a:lnTo>
                    <a:pt x="1252806" y="5221347"/>
                  </a:lnTo>
                  <a:lnTo>
                    <a:pt x="1253058" y="5221347"/>
                  </a:lnTo>
                  <a:lnTo>
                    <a:pt x="1253184" y="5221347"/>
                  </a:lnTo>
                  <a:lnTo>
                    <a:pt x="1253437" y="5221347"/>
                  </a:lnTo>
                  <a:lnTo>
                    <a:pt x="1253689" y="5221347"/>
                  </a:lnTo>
                  <a:lnTo>
                    <a:pt x="1253815" y="5221347"/>
                  </a:lnTo>
                  <a:lnTo>
                    <a:pt x="1253941" y="5221347"/>
                  </a:lnTo>
                  <a:lnTo>
                    <a:pt x="1254067" y="5221347"/>
                  </a:lnTo>
                  <a:lnTo>
                    <a:pt x="1254193" y="5221347"/>
                  </a:lnTo>
                  <a:lnTo>
                    <a:pt x="1254319" y="5221347"/>
                  </a:lnTo>
                  <a:lnTo>
                    <a:pt x="1254823" y="5221347"/>
                  </a:lnTo>
                  <a:lnTo>
                    <a:pt x="1254950" y="5221347"/>
                  </a:lnTo>
                  <a:lnTo>
                    <a:pt x="1255076" y="5221347"/>
                  </a:lnTo>
                  <a:lnTo>
                    <a:pt x="1255202" y="5221347"/>
                  </a:lnTo>
                  <a:lnTo>
                    <a:pt x="1255580" y="5221347"/>
                  </a:lnTo>
                  <a:lnTo>
                    <a:pt x="1255706" y="5221347"/>
                  </a:lnTo>
                  <a:lnTo>
                    <a:pt x="1255832" y="5221347"/>
                  </a:lnTo>
                  <a:lnTo>
                    <a:pt x="1256084" y="5221347"/>
                  </a:lnTo>
                  <a:lnTo>
                    <a:pt x="1256337" y="5221347"/>
                  </a:lnTo>
                  <a:lnTo>
                    <a:pt x="1256463" y="5221347"/>
                  </a:lnTo>
                  <a:lnTo>
                    <a:pt x="1256715" y="5221347"/>
                  </a:lnTo>
                  <a:lnTo>
                    <a:pt x="1256841" y="5221347"/>
                  </a:lnTo>
                  <a:lnTo>
                    <a:pt x="1256967" y="5221347"/>
                  </a:lnTo>
                  <a:lnTo>
                    <a:pt x="1257219" y="5221347"/>
                  </a:lnTo>
                  <a:lnTo>
                    <a:pt x="1257471" y="5221347"/>
                  </a:lnTo>
                  <a:lnTo>
                    <a:pt x="1257723" y="5221347"/>
                  </a:lnTo>
                  <a:lnTo>
                    <a:pt x="1258102" y="5221347"/>
                  </a:lnTo>
                  <a:lnTo>
                    <a:pt x="1258354" y="5221347"/>
                  </a:lnTo>
                  <a:lnTo>
                    <a:pt x="1258732" y="5221347"/>
                  </a:lnTo>
                  <a:lnTo>
                    <a:pt x="1258858" y="5221347"/>
                  </a:lnTo>
                  <a:lnTo>
                    <a:pt x="1259363" y="5221347"/>
                  </a:lnTo>
                  <a:lnTo>
                    <a:pt x="1259615" y="5221347"/>
                  </a:lnTo>
                  <a:lnTo>
                    <a:pt x="1259867" y="5221347"/>
                  </a:lnTo>
                  <a:lnTo>
                    <a:pt x="1260119" y="5221347"/>
                  </a:lnTo>
                  <a:lnTo>
                    <a:pt x="1260245" y="5221347"/>
                  </a:lnTo>
                  <a:lnTo>
                    <a:pt x="1260371" y="5221347"/>
                  </a:lnTo>
                  <a:lnTo>
                    <a:pt x="1260497" y="5221347"/>
                  </a:lnTo>
                  <a:lnTo>
                    <a:pt x="1260876" y="5221347"/>
                  </a:lnTo>
                  <a:lnTo>
                    <a:pt x="1261002" y="5221347"/>
                  </a:lnTo>
                  <a:lnTo>
                    <a:pt x="1261254" y="5221347"/>
                  </a:lnTo>
                  <a:lnTo>
                    <a:pt x="1261380" y="5221347"/>
                  </a:lnTo>
                  <a:lnTo>
                    <a:pt x="1261632" y="5221347"/>
                  </a:lnTo>
                  <a:lnTo>
                    <a:pt x="1261758" y="5221347"/>
                  </a:lnTo>
                  <a:lnTo>
                    <a:pt x="1261884" y="5221347"/>
                  </a:lnTo>
                  <a:lnTo>
                    <a:pt x="1262010" y="5221347"/>
                  </a:lnTo>
                  <a:lnTo>
                    <a:pt x="1262137" y="5221347"/>
                  </a:lnTo>
                  <a:lnTo>
                    <a:pt x="1262263" y="5221347"/>
                  </a:lnTo>
                  <a:lnTo>
                    <a:pt x="1262389" y="5221347"/>
                  </a:lnTo>
                  <a:lnTo>
                    <a:pt x="1262515" y="5221347"/>
                  </a:lnTo>
                  <a:lnTo>
                    <a:pt x="1262641" y="5221347"/>
                  </a:lnTo>
                  <a:lnTo>
                    <a:pt x="1262767" y="5221347"/>
                  </a:lnTo>
                  <a:lnTo>
                    <a:pt x="1262893" y="5221347"/>
                  </a:lnTo>
                  <a:lnTo>
                    <a:pt x="1263145" y="5221347"/>
                  </a:lnTo>
                  <a:lnTo>
                    <a:pt x="1263271" y="5221347"/>
                  </a:lnTo>
                  <a:lnTo>
                    <a:pt x="1263397" y="5221347"/>
                  </a:lnTo>
                  <a:lnTo>
                    <a:pt x="1263902" y="5221347"/>
                  </a:lnTo>
                  <a:lnTo>
                    <a:pt x="1264028" y="5221347"/>
                  </a:lnTo>
                  <a:lnTo>
                    <a:pt x="1264154" y="5221347"/>
                  </a:lnTo>
                  <a:lnTo>
                    <a:pt x="1264280" y="5221347"/>
                  </a:lnTo>
                  <a:lnTo>
                    <a:pt x="1264532" y="5221347"/>
                  </a:lnTo>
                  <a:lnTo>
                    <a:pt x="1264658" y="5221347"/>
                  </a:lnTo>
                  <a:lnTo>
                    <a:pt x="1264784" y="5221347"/>
                  </a:lnTo>
                  <a:lnTo>
                    <a:pt x="1264910" y="5221347"/>
                  </a:lnTo>
                  <a:lnTo>
                    <a:pt x="1265163" y="5221347"/>
                  </a:lnTo>
                  <a:lnTo>
                    <a:pt x="1265415" y="5221347"/>
                  </a:lnTo>
                  <a:lnTo>
                    <a:pt x="1265541" y="5221347"/>
                  </a:lnTo>
                  <a:lnTo>
                    <a:pt x="1265667" y="5221347"/>
                  </a:lnTo>
                  <a:lnTo>
                    <a:pt x="1265919" y="5221347"/>
                  </a:lnTo>
                  <a:lnTo>
                    <a:pt x="1266297" y="5221347"/>
                  </a:lnTo>
                  <a:lnTo>
                    <a:pt x="1266550" y="5221347"/>
                  </a:lnTo>
                  <a:lnTo>
                    <a:pt x="1266676" y="5221347"/>
                  </a:lnTo>
                  <a:lnTo>
                    <a:pt x="1266928" y="5221347"/>
                  </a:lnTo>
                  <a:lnTo>
                    <a:pt x="1267180" y="5221347"/>
                  </a:lnTo>
                  <a:lnTo>
                    <a:pt x="1267306" y="5221347"/>
                  </a:lnTo>
                  <a:lnTo>
                    <a:pt x="1267432" y="5221347"/>
                  </a:lnTo>
                  <a:lnTo>
                    <a:pt x="1267558" y="5221347"/>
                  </a:lnTo>
                  <a:lnTo>
                    <a:pt x="1267684" y="5221347"/>
                  </a:lnTo>
                  <a:lnTo>
                    <a:pt x="1267937" y="5221347"/>
                  </a:lnTo>
                  <a:lnTo>
                    <a:pt x="1268063" y="5221347"/>
                  </a:lnTo>
                  <a:lnTo>
                    <a:pt x="1268189" y="5221347"/>
                  </a:lnTo>
                  <a:lnTo>
                    <a:pt x="1268315" y="5221347"/>
                  </a:lnTo>
                  <a:lnTo>
                    <a:pt x="1268441" y="5221347"/>
                  </a:lnTo>
                  <a:lnTo>
                    <a:pt x="1268567" y="5221347"/>
                  </a:lnTo>
                  <a:lnTo>
                    <a:pt x="1268693" y="5221347"/>
                  </a:lnTo>
                  <a:lnTo>
                    <a:pt x="1268819" y="5221347"/>
                  </a:lnTo>
                  <a:lnTo>
                    <a:pt x="1268945" y="5221347"/>
                  </a:lnTo>
                  <a:lnTo>
                    <a:pt x="1269071" y="5221347"/>
                  </a:lnTo>
                  <a:lnTo>
                    <a:pt x="1269197" y="5221347"/>
                  </a:lnTo>
                  <a:lnTo>
                    <a:pt x="1269450" y="5221347"/>
                  </a:lnTo>
                  <a:lnTo>
                    <a:pt x="1269576" y="5221347"/>
                  </a:lnTo>
                  <a:lnTo>
                    <a:pt x="1269702" y="5221347"/>
                  </a:lnTo>
                  <a:lnTo>
                    <a:pt x="1269828" y="5221347"/>
                  </a:lnTo>
                  <a:lnTo>
                    <a:pt x="1269954" y="5221347"/>
                  </a:lnTo>
                  <a:lnTo>
                    <a:pt x="1270080" y="5221347"/>
                  </a:lnTo>
                  <a:lnTo>
                    <a:pt x="1270206" y="5221347"/>
                  </a:lnTo>
                  <a:lnTo>
                    <a:pt x="1270332" y="5221347"/>
                  </a:lnTo>
                  <a:lnTo>
                    <a:pt x="1270584" y="5221347"/>
                  </a:lnTo>
                  <a:lnTo>
                    <a:pt x="1271089" y="5221347"/>
                  </a:lnTo>
                  <a:lnTo>
                    <a:pt x="1271215" y="5221347"/>
                  </a:lnTo>
                  <a:lnTo>
                    <a:pt x="1271593" y="5221347"/>
                  </a:lnTo>
                  <a:lnTo>
                    <a:pt x="1271719" y="5221347"/>
                  </a:lnTo>
                  <a:lnTo>
                    <a:pt x="1271845" y="5221347"/>
                  </a:lnTo>
                  <a:lnTo>
                    <a:pt x="1272097" y="5221347"/>
                  </a:lnTo>
                  <a:lnTo>
                    <a:pt x="1272224" y="5221347"/>
                  </a:lnTo>
                  <a:lnTo>
                    <a:pt x="1272350" y="5221347"/>
                  </a:lnTo>
                  <a:lnTo>
                    <a:pt x="1272602" y="5221347"/>
                  </a:lnTo>
                  <a:lnTo>
                    <a:pt x="1272728" y="5221347"/>
                  </a:lnTo>
                  <a:lnTo>
                    <a:pt x="1272854" y="5221347"/>
                  </a:lnTo>
                  <a:lnTo>
                    <a:pt x="1272980" y="5221347"/>
                  </a:lnTo>
                  <a:lnTo>
                    <a:pt x="1273106" y="5221347"/>
                  </a:lnTo>
                  <a:lnTo>
                    <a:pt x="1273232" y="5221347"/>
                  </a:lnTo>
                  <a:lnTo>
                    <a:pt x="1273358" y="5221347"/>
                  </a:lnTo>
                  <a:lnTo>
                    <a:pt x="1273484" y="5221347"/>
                  </a:lnTo>
                  <a:lnTo>
                    <a:pt x="1273611" y="5221347"/>
                  </a:lnTo>
                  <a:lnTo>
                    <a:pt x="1273737" y="5221347"/>
                  </a:lnTo>
                  <a:lnTo>
                    <a:pt x="1273863" y="5221347"/>
                  </a:lnTo>
                  <a:lnTo>
                    <a:pt x="1274115" y="5221347"/>
                  </a:lnTo>
                  <a:lnTo>
                    <a:pt x="1274241" y="5221347"/>
                  </a:lnTo>
                  <a:lnTo>
                    <a:pt x="1274367" y="5221347"/>
                  </a:lnTo>
                  <a:lnTo>
                    <a:pt x="1275880" y="5216068"/>
                  </a:lnTo>
                  <a:lnTo>
                    <a:pt x="1276006" y="5216068"/>
                  </a:lnTo>
                  <a:lnTo>
                    <a:pt x="1276132" y="5216068"/>
                  </a:lnTo>
                  <a:lnTo>
                    <a:pt x="1276384" y="5216068"/>
                  </a:lnTo>
                  <a:lnTo>
                    <a:pt x="1276511" y="5216068"/>
                  </a:lnTo>
                  <a:lnTo>
                    <a:pt x="1276637" y="5216068"/>
                  </a:lnTo>
                  <a:lnTo>
                    <a:pt x="1276763" y="5216068"/>
                  </a:lnTo>
                  <a:lnTo>
                    <a:pt x="1276889" y="5216068"/>
                  </a:lnTo>
                  <a:lnTo>
                    <a:pt x="1277015" y="5216068"/>
                  </a:lnTo>
                  <a:lnTo>
                    <a:pt x="1277267" y="5216068"/>
                  </a:lnTo>
                  <a:lnTo>
                    <a:pt x="1277519" y="5216068"/>
                  </a:lnTo>
                  <a:lnTo>
                    <a:pt x="1277645" y="5216068"/>
                  </a:lnTo>
                  <a:lnTo>
                    <a:pt x="1277771" y="5216068"/>
                  </a:lnTo>
                  <a:lnTo>
                    <a:pt x="1277898" y="5216068"/>
                  </a:lnTo>
                  <a:lnTo>
                    <a:pt x="1278150" y="5216068"/>
                  </a:lnTo>
                  <a:lnTo>
                    <a:pt x="1278276" y="5216068"/>
                  </a:lnTo>
                  <a:lnTo>
                    <a:pt x="1278402" y="5216068"/>
                  </a:lnTo>
                  <a:lnTo>
                    <a:pt x="1278654" y="5216068"/>
                  </a:lnTo>
                  <a:lnTo>
                    <a:pt x="1278780" y="5216068"/>
                  </a:lnTo>
                  <a:lnTo>
                    <a:pt x="1278906" y="5216068"/>
                  </a:lnTo>
                  <a:lnTo>
                    <a:pt x="1279032" y="5216068"/>
                  </a:lnTo>
                  <a:lnTo>
                    <a:pt x="1279158" y="5216068"/>
                  </a:lnTo>
                  <a:lnTo>
                    <a:pt x="1279411" y="5216068"/>
                  </a:lnTo>
                  <a:lnTo>
                    <a:pt x="1279537" y="5216068"/>
                  </a:lnTo>
                  <a:lnTo>
                    <a:pt x="1279915" y="5216068"/>
                  </a:lnTo>
                  <a:lnTo>
                    <a:pt x="1280293" y="5216068"/>
                  </a:lnTo>
                  <a:lnTo>
                    <a:pt x="1280419" y="5216068"/>
                  </a:lnTo>
                  <a:lnTo>
                    <a:pt x="1280671" y="5216068"/>
                  </a:lnTo>
                  <a:lnTo>
                    <a:pt x="1280924" y="5216068"/>
                  </a:lnTo>
                  <a:lnTo>
                    <a:pt x="1281050" y="5216068"/>
                  </a:lnTo>
                  <a:lnTo>
                    <a:pt x="1281176" y="5216068"/>
                  </a:lnTo>
                  <a:lnTo>
                    <a:pt x="1281302" y="5216068"/>
                  </a:lnTo>
                  <a:lnTo>
                    <a:pt x="1281428" y="5216068"/>
                  </a:lnTo>
                  <a:lnTo>
                    <a:pt x="1281680" y="5216068"/>
                  </a:lnTo>
                  <a:lnTo>
                    <a:pt x="1281806" y="5216068"/>
                  </a:lnTo>
                  <a:lnTo>
                    <a:pt x="1282184" y="5216068"/>
                  </a:lnTo>
                  <a:lnTo>
                    <a:pt x="1282311" y="5210788"/>
                  </a:lnTo>
                  <a:lnTo>
                    <a:pt x="1282437" y="5210788"/>
                  </a:lnTo>
                  <a:lnTo>
                    <a:pt x="1282563" y="5210788"/>
                  </a:lnTo>
                  <a:lnTo>
                    <a:pt x="1282815" y="5210788"/>
                  </a:lnTo>
                  <a:lnTo>
                    <a:pt x="1283193" y="5210788"/>
                  </a:lnTo>
                  <a:lnTo>
                    <a:pt x="1283319" y="5210788"/>
                  </a:lnTo>
                  <a:lnTo>
                    <a:pt x="1283445" y="5210788"/>
                  </a:lnTo>
                  <a:lnTo>
                    <a:pt x="1283571" y="5210788"/>
                  </a:lnTo>
                  <a:lnTo>
                    <a:pt x="1283824" y="5210788"/>
                  </a:lnTo>
                  <a:lnTo>
                    <a:pt x="1284076" y="5210788"/>
                  </a:lnTo>
                  <a:lnTo>
                    <a:pt x="1284328" y="5210788"/>
                  </a:lnTo>
                  <a:lnTo>
                    <a:pt x="1284454" y="5210788"/>
                  </a:lnTo>
                  <a:lnTo>
                    <a:pt x="1284580" y="5210788"/>
                  </a:lnTo>
                  <a:lnTo>
                    <a:pt x="1284958" y="5210788"/>
                  </a:lnTo>
                  <a:lnTo>
                    <a:pt x="1285211" y="5210788"/>
                  </a:lnTo>
                  <a:lnTo>
                    <a:pt x="1285589" y="5210788"/>
                  </a:lnTo>
                  <a:lnTo>
                    <a:pt x="1285715" y="5210788"/>
                  </a:lnTo>
                  <a:lnTo>
                    <a:pt x="1285841" y="5210788"/>
                  </a:lnTo>
                  <a:lnTo>
                    <a:pt x="1286093" y="5210788"/>
                  </a:lnTo>
                  <a:lnTo>
                    <a:pt x="1286219" y="5210788"/>
                  </a:lnTo>
                  <a:lnTo>
                    <a:pt x="1286471" y="5210788"/>
                  </a:lnTo>
                  <a:lnTo>
                    <a:pt x="1286598" y="5210788"/>
                  </a:lnTo>
                  <a:lnTo>
                    <a:pt x="1286976" y="5205509"/>
                  </a:lnTo>
                  <a:lnTo>
                    <a:pt x="1287102" y="5205509"/>
                  </a:lnTo>
                  <a:lnTo>
                    <a:pt x="1287228" y="5205509"/>
                  </a:lnTo>
                  <a:lnTo>
                    <a:pt x="1287354" y="5205509"/>
                  </a:lnTo>
                  <a:lnTo>
                    <a:pt x="1287480" y="5205509"/>
                  </a:lnTo>
                  <a:lnTo>
                    <a:pt x="1287732" y="5205509"/>
                  </a:lnTo>
                  <a:lnTo>
                    <a:pt x="1287858" y="5205509"/>
                  </a:lnTo>
                  <a:lnTo>
                    <a:pt x="1287985" y="5205509"/>
                  </a:lnTo>
                  <a:lnTo>
                    <a:pt x="1288111" y="5205509"/>
                  </a:lnTo>
                  <a:lnTo>
                    <a:pt x="1288237" y="5205509"/>
                  </a:lnTo>
                  <a:lnTo>
                    <a:pt x="1288489" y="5205509"/>
                  </a:lnTo>
                  <a:lnTo>
                    <a:pt x="1288867" y="5205509"/>
                  </a:lnTo>
                  <a:lnTo>
                    <a:pt x="1288993" y="5205509"/>
                  </a:lnTo>
                  <a:lnTo>
                    <a:pt x="1289371" y="5205509"/>
                  </a:lnTo>
                  <a:lnTo>
                    <a:pt x="1289624" y="5205509"/>
                  </a:lnTo>
                  <a:lnTo>
                    <a:pt x="1289876" y="5205509"/>
                  </a:lnTo>
                  <a:lnTo>
                    <a:pt x="1290002" y="5205509"/>
                  </a:lnTo>
                  <a:lnTo>
                    <a:pt x="1290254" y="5205509"/>
                  </a:lnTo>
                  <a:lnTo>
                    <a:pt x="1290506" y="5205509"/>
                  </a:lnTo>
                  <a:lnTo>
                    <a:pt x="1290632" y="5205509"/>
                  </a:lnTo>
                  <a:lnTo>
                    <a:pt x="1290758" y="5205509"/>
                  </a:lnTo>
                  <a:lnTo>
                    <a:pt x="1290885" y="5205509"/>
                  </a:lnTo>
                  <a:lnTo>
                    <a:pt x="1291137" y="5205509"/>
                  </a:lnTo>
                  <a:lnTo>
                    <a:pt x="1291641" y="5205509"/>
                  </a:lnTo>
                  <a:lnTo>
                    <a:pt x="1291893" y="5205509"/>
                  </a:lnTo>
                  <a:lnTo>
                    <a:pt x="1292019" y="5205509"/>
                  </a:lnTo>
                  <a:lnTo>
                    <a:pt x="1292145" y="5205509"/>
                  </a:lnTo>
                  <a:lnTo>
                    <a:pt x="1292398" y="5205509"/>
                  </a:lnTo>
                  <a:lnTo>
                    <a:pt x="1292650" y="5205509"/>
                  </a:lnTo>
                  <a:lnTo>
                    <a:pt x="1292776" y="5205509"/>
                  </a:lnTo>
                  <a:lnTo>
                    <a:pt x="1293028" y="5205509"/>
                  </a:lnTo>
                  <a:lnTo>
                    <a:pt x="1293154" y="5205509"/>
                  </a:lnTo>
                  <a:lnTo>
                    <a:pt x="1293406" y="5205509"/>
                  </a:lnTo>
                  <a:lnTo>
                    <a:pt x="1293658" y="5205509"/>
                  </a:lnTo>
                  <a:lnTo>
                    <a:pt x="1294037" y="5205509"/>
                  </a:lnTo>
                  <a:lnTo>
                    <a:pt x="1294163" y="5205509"/>
                  </a:lnTo>
                  <a:lnTo>
                    <a:pt x="1294541" y="5205509"/>
                  </a:lnTo>
                  <a:lnTo>
                    <a:pt x="1294667" y="5205509"/>
                  </a:lnTo>
                  <a:lnTo>
                    <a:pt x="1294793" y="5205509"/>
                  </a:lnTo>
                  <a:lnTo>
                    <a:pt x="1294919" y="5205509"/>
                  </a:lnTo>
                  <a:lnTo>
                    <a:pt x="1295172" y="5200230"/>
                  </a:lnTo>
                  <a:lnTo>
                    <a:pt x="1295298" y="5200230"/>
                  </a:lnTo>
                  <a:lnTo>
                    <a:pt x="1295424" y="5200230"/>
                  </a:lnTo>
                  <a:lnTo>
                    <a:pt x="1295676" y="5200230"/>
                  </a:lnTo>
                  <a:lnTo>
                    <a:pt x="1295802" y="5200230"/>
                  </a:lnTo>
                  <a:lnTo>
                    <a:pt x="1295928" y="5200230"/>
                  </a:lnTo>
                  <a:lnTo>
                    <a:pt x="1296054" y="5200230"/>
                  </a:lnTo>
                  <a:lnTo>
                    <a:pt x="1296306" y="5200230"/>
                  </a:lnTo>
                  <a:lnTo>
                    <a:pt x="1296432" y="5200230"/>
                  </a:lnTo>
                  <a:lnTo>
                    <a:pt x="1296685" y="5200230"/>
                  </a:lnTo>
                  <a:lnTo>
                    <a:pt x="1296937" y="5200230"/>
                  </a:lnTo>
                  <a:lnTo>
                    <a:pt x="1297063" y="5200230"/>
                  </a:lnTo>
                  <a:lnTo>
                    <a:pt x="1297189" y="5200230"/>
                  </a:lnTo>
                  <a:lnTo>
                    <a:pt x="1297315" y="5200230"/>
                  </a:lnTo>
                  <a:lnTo>
                    <a:pt x="1297441" y="5200230"/>
                  </a:lnTo>
                  <a:lnTo>
                    <a:pt x="1297567" y="5200230"/>
                  </a:lnTo>
                  <a:lnTo>
                    <a:pt x="1298324" y="5200230"/>
                  </a:lnTo>
                  <a:lnTo>
                    <a:pt x="1298450" y="5194950"/>
                  </a:lnTo>
                  <a:lnTo>
                    <a:pt x="1298576" y="5189671"/>
                  </a:lnTo>
                  <a:lnTo>
                    <a:pt x="1298576" y="5184391"/>
                  </a:lnTo>
                  <a:lnTo>
                    <a:pt x="1298828" y="5184391"/>
                  </a:lnTo>
                  <a:lnTo>
                    <a:pt x="1298954" y="5184391"/>
                  </a:lnTo>
                  <a:lnTo>
                    <a:pt x="1299206" y="5184391"/>
                  </a:lnTo>
                  <a:lnTo>
                    <a:pt x="1299458" y="5184391"/>
                  </a:lnTo>
                  <a:lnTo>
                    <a:pt x="1299585" y="5184391"/>
                  </a:lnTo>
                  <a:lnTo>
                    <a:pt x="1299837" y="5179112"/>
                  </a:lnTo>
                  <a:lnTo>
                    <a:pt x="1299963" y="5179112"/>
                  </a:lnTo>
                  <a:lnTo>
                    <a:pt x="1300341" y="5179112"/>
                  </a:lnTo>
                  <a:lnTo>
                    <a:pt x="1300467" y="5179112"/>
                  </a:lnTo>
                  <a:lnTo>
                    <a:pt x="1300719" y="5179112"/>
                  </a:lnTo>
                  <a:lnTo>
                    <a:pt x="1300972" y="5179112"/>
                  </a:lnTo>
                  <a:lnTo>
                    <a:pt x="1300972" y="5173832"/>
                  </a:lnTo>
                  <a:lnTo>
                    <a:pt x="1301098" y="5173832"/>
                  </a:lnTo>
                  <a:lnTo>
                    <a:pt x="1301224" y="5173832"/>
                  </a:lnTo>
                  <a:lnTo>
                    <a:pt x="1301350" y="5173832"/>
                  </a:lnTo>
                  <a:lnTo>
                    <a:pt x="1301602" y="5173832"/>
                  </a:lnTo>
                  <a:lnTo>
                    <a:pt x="1301728" y="5173832"/>
                  </a:lnTo>
                  <a:lnTo>
                    <a:pt x="1301854" y="5173832"/>
                  </a:lnTo>
                  <a:lnTo>
                    <a:pt x="1301980" y="5173832"/>
                  </a:lnTo>
                  <a:lnTo>
                    <a:pt x="1302485" y="5173832"/>
                  </a:lnTo>
                  <a:lnTo>
                    <a:pt x="1302611" y="5173832"/>
                  </a:lnTo>
                  <a:lnTo>
                    <a:pt x="1303115" y="5173832"/>
                  </a:lnTo>
                  <a:lnTo>
                    <a:pt x="1303493" y="5173832"/>
                  </a:lnTo>
                  <a:lnTo>
                    <a:pt x="1303619" y="5173832"/>
                  </a:lnTo>
                  <a:lnTo>
                    <a:pt x="1303872" y="5173832"/>
                  </a:lnTo>
                  <a:lnTo>
                    <a:pt x="1303998" y="5173832"/>
                  </a:lnTo>
                  <a:lnTo>
                    <a:pt x="1304124" y="5173832"/>
                  </a:lnTo>
                  <a:lnTo>
                    <a:pt x="1304250" y="5173832"/>
                  </a:lnTo>
                  <a:lnTo>
                    <a:pt x="1304502" y="5173832"/>
                  </a:lnTo>
                  <a:lnTo>
                    <a:pt x="1304754" y="5173832"/>
                  </a:lnTo>
                  <a:lnTo>
                    <a:pt x="1304880" y="5173832"/>
                  </a:lnTo>
                  <a:lnTo>
                    <a:pt x="1305006" y="5173832"/>
                  </a:lnTo>
                  <a:lnTo>
                    <a:pt x="1305637" y="5173832"/>
                  </a:lnTo>
                  <a:lnTo>
                    <a:pt x="1305889" y="5173832"/>
                  </a:lnTo>
                  <a:lnTo>
                    <a:pt x="1306015" y="5173832"/>
                  </a:lnTo>
                  <a:lnTo>
                    <a:pt x="1306141" y="5173832"/>
                  </a:lnTo>
                  <a:lnTo>
                    <a:pt x="1306267" y="5173832"/>
                  </a:lnTo>
                  <a:lnTo>
                    <a:pt x="1306393" y="5173832"/>
                  </a:lnTo>
                  <a:lnTo>
                    <a:pt x="1306772" y="5173832"/>
                  </a:lnTo>
                  <a:lnTo>
                    <a:pt x="1307024" y="5173832"/>
                  </a:lnTo>
                  <a:lnTo>
                    <a:pt x="1307528" y="5173832"/>
                  </a:lnTo>
                  <a:lnTo>
                    <a:pt x="1307654" y="5173832"/>
                  </a:lnTo>
                  <a:lnTo>
                    <a:pt x="1307780" y="5173832"/>
                  </a:lnTo>
                  <a:lnTo>
                    <a:pt x="1307906" y="5173832"/>
                  </a:lnTo>
                  <a:lnTo>
                    <a:pt x="1308032" y="5173832"/>
                  </a:lnTo>
                  <a:lnTo>
                    <a:pt x="1308285" y="5173832"/>
                  </a:lnTo>
                  <a:lnTo>
                    <a:pt x="1308537" y="5173832"/>
                  </a:lnTo>
                  <a:lnTo>
                    <a:pt x="1308663" y="5173832"/>
                  </a:lnTo>
                  <a:lnTo>
                    <a:pt x="1308789" y="5173832"/>
                  </a:lnTo>
                  <a:lnTo>
                    <a:pt x="1309167" y="5173832"/>
                  </a:lnTo>
                  <a:lnTo>
                    <a:pt x="1309293" y="5173832"/>
                  </a:lnTo>
                  <a:lnTo>
                    <a:pt x="1309419" y="5173832"/>
                  </a:lnTo>
                  <a:lnTo>
                    <a:pt x="1309672" y="5173832"/>
                  </a:lnTo>
                  <a:lnTo>
                    <a:pt x="1309798" y="5173832"/>
                  </a:lnTo>
                  <a:lnTo>
                    <a:pt x="1309924" y="5173832"/>
                  </a:lnTo>
                  <a:lnTo>
                    <a:pt x="1310050" y="5173832"/>
                  </a:lnTo>
                  <a:lnTo>
                    <a:pt x="1310302" y="5173832"/>
                  </a:lnTo>
                  <a:lnTo>
                    <a:pt x="1310428" y="5173832"/>
                  </a:lnTo>
                  <a:lnTo>
                    <a:pt x="1310806" y="5173832"/>
                  </a:lnTo>
                  <a:lnTo>
                    <a:pt x="1310932" y="5173832"/>
                  </a:lnTo>
                  <a:lnTo>
                    <a:pt x="1311185" y="5173832"/>
                  </a:lnTo>
                  <a:lnTo>
                    <a:pt x="1311437" y="5173832"/>
                  </a:lnTo>
                  <a:lnTo>
                    <a:pt x="1311689" y="5173832"/>
                  </a:lnTo>
                  <a:lnTo>
                    <a:pt x="1312067" y="5173832"/>
                  </a:lnTo>
                  <a:lnTo>
                    <a:pt x="1312193" y="5173832"/>
                  </a:lnTo>
                  <a:lnTo>
                    <a:pt x="1312446" y="5168553"/>
                  </a:lnTo>
                  <a:lnTo>
                    <a:pt x="1312572" y="5168553"/>
                  </a:lnTo>
                  <a:lnTo>
                    <a:pt x="1312698" y="5168553"/>
                  </a:lnTo>
                  <a:lnTo>
                    <a:pt x="1312824" y="5168553"/>
                  </a:lnTo>
                  <a:lnTo>
                    <a:pt x="1312950" y="5168553"/>
                  </a:lnTo>
                  <a:lnTo>
                    <a:pt x="1313580" y="5168553"/>
                  </a:lnTo>
                  <a:lnTo>
                    <a:pt x="1313706" y="5168553"/>
                  </a:lnTo>
                  <a:lnTo>
                    <a:pt x="1313959" y="5168553"/>
                  </a:lnTo>
                  <a:lnTo>
                    <a:pt x="1314085" y="5168553"/>
                  </a:lnTo>
                  <a:lnTo>
                    <a:pt x="1314211" y="5168553"/>
                  </a:lnTo>
                  <a:lnTo>
                    <a:pt x="1314337" y="5168553"/>
                  </a:lnTo>
                  <a:lnTo>
                    <a:pt x="1314589" y="5168553"/>
                  </a:lnTo>
                  <a:lnTo>
                    <a:pt x="1314841" y="5168553"/>
                  </a:lnTo>
                  <a:lnTo>
                    <a:pt x="1314967" y="5168553"/>
                  </a:lnTo>
                  <a:lnTo>
                    <a:pt x="1315093" y="5168553"/>
                  </a:lnTo>
                  <a:lnTo>
                    <a:pt x="1315346" y="5168553"/>
                  </a:lnTo>
                  <a:lnTo>
                    <a:pt x="1315472" y="5168553"/>
                  </a:lnTo>
                  <a:lnTo>
                    <a:pt x="1315598" y="5168553"/>
                  </a:lnTo>
                  <a:lnTo>
                    <a:pt x="1315724" y="5168553"/>
                  </a:lnTo>
                  <a:lnTo>
                    <a:pt x="1315976" y="5168553"/>
                  </a:lnTo>
                  <a:lnTo>
                    <a:pt x="1316354" y="5168553"/>
                  </a:lnTo>
                  <a:lnTo>
                    <a:pt x="1316480" y="5168553"/>
                  </a:lnTo>
                  <a:lnTo>
                    <a:pt x="1316606" y="5168553"/>
                  </a:lnTo>
                  <a:lnTo>
                    <a:pt x="1316732" y="5168553"/>
                  </a:lnTo>
                  <a:lnTo>
                    <a:pt x="1316859" y="5168553"/>
                  </a:lnTo>
                  <a:lnTo>
                    <a:pt x="1316985" y="5168553"/>
                  </a:lnTo>
                  <a:lnTo>
                    <a:pt x="1317237" y="5168553"/>
                  </a:lnTo>
                  <a:lnTo>
                    <a:pt x="1317363" y="5168553"/>
                  </a:lnTo>
                  <a:lnTo>
                    <a:pt x="1317489" y="5168553"/>
                  </a:lnTo>
                  <a:lnTo>
                    <a:pt x="1317615" y="5168553"/>
                  </a:lnTo>
                  <a:lnTo>
                    <a:pt x="1317741" y="5168553"/>
                  </a:lnTo>
                  <a:lnTo>
                    <a:pt x="1317867" y="5163274"/>
                  </a:lnTo>
                  <a:lnTo>
                    <a:pt x="1317993" y="5163274"/>
                  </a:lnTo>
                  <a:lnTo>
                    <a:pt x="1318246" y="5163274"/>
                  </a:lnTo>
                  <a:lnTo>
                    <a:pt x="1318498" y="5163274"/>
                  </a:lnTo>
                  <a:lnTo>
                    <a:pt x="1318624" y="5163274"/>
                  </a:lnTo>
                  <a:lnTo>
                    <a:pt x="1318750" y="5163274"/>
                  </a:lnTo>
                  <a:lnTo>
                    <a:pt x="1318876" y="5163274"/>
                  </a:lnTo>
                  <a:lnTo>
                    <a:pt x="1319002" y="5163274"/>
                  </a:lnTo>
                  <a:lnTo>
                    <a:pt x="1319128" y="5163274"/>
                  </a:lnTo>
                  <a:lnTo>
                    <a:pt x="1319380" y="5163274"/>
                  </a:lnTo>
                  <a:lnTo>
                    <a:pt x="1319506" y="5163274"/>
                  </a:lnTo>
                  <a:lnTo>
                    <a:pt x="1319633" y="5163274"/>
                  </a:lnTo>
                  <a:lnTo>
                    <a:pt x="1319759" y="5163274"/>
                  </a:lnTo>
                  <a:lnTo>
                    <a:pt x="1319885" y="5163274"/>
                  </a:lnTo>
                  <a:lnTo>
                    <a:pt x="1320011" y="5163274"/>
                  </a:lnTo>
                  <a:lnTo>
                    <a:pt x="1320137" y="5163274"/>
                  </a:lnTo>
                  <a:lnTo>
                    <a:pt x="1320137" y="5157994"/>
                  </a:lnTo>
                  <a:lnTo>
                    <a:pt x="1322028" y="5157994"/>
                  </a:lnTo>
                  <a:lnTo>
                    <a:pt x="1322154" y="5157994"/>
                  </a:lnTo>
                  <a:lnTo>
                    <a:pt x="1322280" y="5157994"/>
                  </a:lnTo>
                  <a:lnTo>
                    <a:pt x="1322406" y="5157994"/>
                  </a:lnTo>
                  <a:lnTo>
                    <a:pt x="1322533" y="5157994"/>
                  </a:lnTo>
                  <a:lnTo>
                    <a:pt x="1322785" y="5157994"/>
                  </a:lnTo>
                  <a:lnTo>
                    <a:pt x="1322911" y="5157994"/>
                  </a:lnTo>
                  <a:lnTo>
                    <a:pt x="1323163" y="5157994"/>
                  </a:lnTo>
                  <a:lnTo>
                    <a:pt x="1323289" y="5157994"/>
                  </a:lnTo>
                  <a:lnTo>
                    <a:pt x="1323415" y="5157994"/>
                  </a:lnTo>
                  <a:lnTo>
                    <a:pt x="1323667" y="5157994"/>
                  </a:lnTo>
                  <a:lnTo>
                    <a:pt x="1323793" y="5157994"/>
                  </a:lnTo>
                  <a:lnTo>
                    <a:pt x="1323919" y="5157994"/>
                  </a:lnTo>
                  <a:lnTo>
                    <a:pt x="1324046" y="5157994"/>
                  </a:lnTo>
                  <a:lnTo>
                    <a:pt x="1324298" y="5157994"/>
                  </a:lnTo>
                  <a:lnTo>
                    <a:pt x="1324424" y="5157994"/>
                  </a:lnTo>
                  <a:lnTo>
                    <a:pt x="1324550" y="5157994"/>
                  </a:lnTo>
                  <a:lnTo>
                    <a:pt x="1324676" y="5157994"/>
                  </a:lnTo>
                  <a:lnTo>
                    <a:pt x="1324928" y="5157994"/>
                  </a:lnTo>
                  <a:lnTo>
                    <a:pt x="1325180" y="5152715"/>
                  </a:lnTo>
                  <a:lnTo>
                    <a:pt x="1325306" y="5152715"/>
                  </a:lnTo>
                  <a:lnTo>
                    <a:pt x="1325433" y="5152715"/>
                  </a:lnTo>
                  <a:lnTo>
                    <a:pt x="1325937" y="5152715"/>
                  </a:lnTo>
                  <a:lnTo>
                    <a:pt x="1326063" y="5152715"/>
                  </a:lnTo>
                  <a:lnTo>
                    <a:pt x="1326189" y="5152715"/>
                  </a:lnTo>
                  <a:lnTo>
                    <a:pt x="1326315" y="5152715"/>
                  </a:lnTo>
                  <a:lnTo>
                    <a:pt x="1326441" y="5152715"/>
                  </a:lnTo>
                  <a:lnTo>
                    <a:pt x="1326567" y="5152715"/>
                  </a:lnTo>
                  <a:lnTo>
                    <a:pt x="1326693" y="5152715"/>
                  </a:lnTo>
                  <a:lnTo>
                    <a:pt x="1326946" y="5152715"/>
                  </a:lnTo>
                  <a:lnTo>
                    <a:pt x="1327072" y="5152715"/>
                  </a:lnTo>
                  <a:lnTo>
                    <a:pt x="1327324" y="5152715"/>
                  </a:lnTo>
                  <a:lnTo>
                    <a:pt x="1327450" y="5152715"/>
                  </a:lnTo>
                  <a:lnTo>
                    <a:pt x="1327828" y="5152715"/>
                  </a:lnTo>
                  <a:lnTo>
                    <a:pt x="1327954" y="5152715"/>
                  </a:lnTo>
                  <a:lnTo>
                    <a:pt x="1328080" y="5152715"/>
                  </a:lnTo>
                  <a:lnTo>
                    <a:pt x="1328206" y="5152715"/>
                  </a:lnTo>
                  <a:lnTo>
                    <a:pt x="1328333" y="5152715"/>
                  </a:lnTo>
                  <a:lnTo>
                    <a:pt x="1328585" y="5152715"/>
                  </a:lnTo>
                  <a:lnTo>
                    <a:pt x="1328711" y="5152715"/>
                  </a:lnTo>
                  <a:lnTo>
                    <a:pt x="1328837" y="5152715"/>
                  </a:lnTo>
                  <a:lnTo>
                    <a:pt x="1328963" y="5152715"/>
                  </a:lnTo>
                  <a:lnTo>
                    <a:pt x="1329089" y="5152715"/>
                  </a:lnTo>
                  <a:lnTo>
                    <a:pt x="1329467" y="5152715"/>
                  </a:lnTo>
                  <a:lnTo>
                    <a:pt x="1329593" y="5152715"/>
                  </a:lnTo>
                  <a:lnTo>
                    <a:pt x="1329720" y="5152715"/>
                  </a:lnTo>
                  <a:lnTo>
                    <a:pt x="1329972" y="5152715"/>
                  </a:lnTo>
                  <a:lnTo>
                    <a:pt x="1330098" y="5152715"/>
                  </a:lnTo>
                  <a:lnTo>
                    <a:pt x="1330350" y="5147435"/>
                  </a:lnTo>
                  <a:lnTo>
                    <a:pt x="1330476" y="5147435"/>
                  </a:lnTo>
                  <a:lnTo>
                    <a:pt x="1330854" y="5147435"/>
                  </a:lnTo>
                  <a:lnTo>
                    <a:pt x="1331106" y="5147435"/>
                  </a:lnTo>
                  <a:lnTo>
                    <a:pt x="1331233" y="5147435"/>
                  </a:lnTo>
                  <a:lnTo>
                    <a:pt x="1331359" y="5147435"/>
                  </a:lnTo>
                  <a:lnTo>
                    <a:pt x="1331485" y="5147435"/>
                  </a:lnTo>
                  <a:lnTo>
                    <a:pt x="1331611" y="5147435"/>
                  </a:lnTo>
                  <a:lnTo>
                    <a:pt x="1331863" y="5147435"/>
                  </a:lnTo>
                  <a:lnTo>
                    <a:pt x="1331989" y="5147435"/>
                  </a:lnTo>
                  <a:lnTo>
                    <a:pt x="1332115" y="5147435"/>
                  </a:lnTo>
                  <a:lnTo>
                    <a:pt x="1332241" y="5147435"/>
                  </a:lnTo>
                  <a:lnTo>
                    <a:pt x="1332367" y="5147435"/>
                  </a:lnTo>
                  <a:lnTo>
                    <a:pt x="1332493" y="5142156"/>
                  </a:lnTo>
                  <a:lnTo>
                    <a:pt x="1332746" y="5142156"/>
                  </a:lnTo>
                  <a:lnTo>
                    <a:pt x="1332872" y="5142156"/>
                  </a:lnTo>
                  <a:lnTo>
                    <a:pt x="1332998" y="5142156"/>
                  </a:lnTo>
                  <a:lnTo>
                    <a:pt x="1333124" y="5142156"/>
                  </a:lnTo>
                  <a:lnTo>
                    <a:pt x="1333502" y="5142156"/>
                  </a:lnTo>
                  <a:lnTo>
                    <a:pt x="1333628" y="5142156"/>
                  </a:lnTo>
                  <a:lnTo>
                    <a:pt x="1333754" y="5142156"/>
                  </a:lnTo>
                  <a:lnTo>
                    <a:pt x="1334006" y="5142156"/>
                  </a:lnTo>
                  <a:lnTo>
                    <a:pt x="1334259" y="5142156"/>
                  </a:lnTo>
                  <a:lnTo>
                    <a:pt x="1334385" y="5142156"/>
                  </a:lnTo>
                  <a:lnTo>
                    <a:pt x="1334511" y="5142156"/>
                  </a:lnTo>
                  <a:lnTo>
                    <a:pt x="1334637" y="5142156"/>
                  </a:lnTo>
                  <a:lnTo>
                    <a:pt x="1334763" y="5142156"/>
                  </a:lnTo>
                  <a:lnTo>
                    <a:pt x="1334889" y="5142156"/>
                  </a:lnTo>
                  <a:lnTo>
                    <a:pt x="1335015" y="5142156"/>
                  </a:lnTo>
                  <a:lnTo>
                    <a:pt x="1335646" y="5142156"/>
                  </a:lnTo>
                  <a:lnTo>
                    <a:pt x="1335772" y="5142156"/>
                  </a:lnTo>
                  <a:lnTo>
                    <a:pt x="1335898" y="5142156"/>
                  </a:lnTo>
                  <a:lnTo>
                    <a:pt x="1336024" y="5136876"/>
                  </a:lnTo>
                  <a:lnTo>
                    <a:pt x="1336150" y="5136876"/>
                  </a:lnTo>
                  <a:lnTo>
                    <a:pt x="1336276" y="5136876"/>
                  </a:lnTo>
                  <a:lnTo>
                    <a:pt x="1336402" y="5136876"/>
                  </a:lnTo>
                  <a:lnTo>
                    <a:pt x="1336654" y="5136876"/>
                  </a:lnTo>
                  <a:lnTo>
                    <a:pt x="1337285" y="5136876"/>
                  </a:lnTo>
                  <a:lnTo>
                    <a:pt x="1337411" y="5136876"/>
                  </a:lnTo>
                  <a:lnTo>
                    <a:pt x="1337537" y="5136876"/>
                  </a:lnTo>
                  <a:lnTo>
                    <a:pt x="1337789" y="5136876"/>
                  </a:lnTo>
                  <a:lnTo>
                    <a:pt x="1338041" y="5136876"/>
                  </a:lnTo>
                  <a:lnTo>
                    <a:pt x="1338167" y="5136876"/>
                  </a:lnTo>
                  <a:lnTo>
                    <a:pt x="1338420" y="5136876"/>
                  </a:lnTo>
                  <a:lnTo>
                    <a:pt x="1338672" y="5136876"/>
                  </a:lnTo>
                  <a:lnTo>
                    <a:pt x="1338924" y="5136876"/>
                  </a:lnTo>
                  <a:lnTo>
                    <a:pt x="1339302" y="5136876"/>
                  </a:lnTo>
                  <a:lnTo>
                    <a:pt x="1339428" y="5136876"/>
                  </a:lnTo>
                  <a:lnTo>
                    <a:pt x="1339554" y="5136876"/>
                  </a:lnTo>
                  <a:lnTo>
                    <a:pt x="1339807" y="5136876"/>
                  </a:lnTo>
                  <a:lnTo>
                    <a:pt x="1340311" y="5136876"/>
                  </a:lnTo>
                  <a:lnTo>
                    <a:pt x="1340689" y="5136876"/>
                  </a:lnTo>
                  <a:lnTo>
                    <a:pt x="1340815" y="5136876"/>
                  </a:lnTo>
                  <a:lnTo>
                    <a:pt x="1341193" y="5136876"/>
                  </a:lnTo>
                  <a:lnTo>
                    <a:pt x="1341320" y="5136876"/>
                  </a:lnTo>
                  <a:lnTo>
                    <a:pt x="1341572" y="5136876"/>
                  </a:lnTo>
                  <a:lnTo>
                    <a:pt x="1341698" y="5136876"/>
                  </a:lnTo>
                  <a:lnTo>
                    <a:pt x="1341824" y="5136876"/>
                  </a:lnTo>
                  <a:lnTo>
                    <a:pt x="1342076" y="5136876"/>
                  </a:lnTo>
                  <a:lnTo>
                    <a:pt x="1342202" y="5136876"/>
                  </a:lnTo>
                  <a:lnTo>
                    <a:pt x="1342454" y="5136876"/>
                  </a:lnTo>
                  <a:lnTo>
                    <a:pt x="1342580" y="5136876"/>
                  </a:lnTo>
                  <a:lnTo>
                    <a:pt x="1342707" y="5131597"/>
                  </a:lnTo>
                  <a:lnTo>
                    <a:pt x="1342959" y="5131597"/>
                  </a:lnTo>
                  <a:lnTo>
                    <a:pt x="1343085" y="5131597"/>
                  </a:lnTo>
                  <a:lnTo>
                    <a:pt x="1343211" y="5131597"/>
                  </a:lnTo>
                  <a:lnTo>
                    <a:pt x="1343337" y="5131597"/>
                  </a:lnTo>
                  <a:lnTo>
                    <a:pt x="1343463" y="5131597"/>
                  </a:lnTo>
                  <a:lnTo>
                    <a:pt x="1343589" y="5131597"/>
                  </a:lnTo>
                  <a:lnTo>
                    <a:pt x="1343967" y="5131597"/>
                  </a:lnTo>
                  <a:lnTo>
                    <a:pt x="1344093" y="5131597"/>
                  </a:lnTo>
                  <a:lnTo>
                    <a:pt x="1344346" y="5131597"/>
                  </a:lnTo>
                  <a:lnTo>
                    <a:pt x="1345228" y="5131597"/>
                  </a:lnTo>
                  <a:lnTo>
                    <a:pt x="1345228" y="5126318"/>
                  </a:lnTo>
                  <a:lnTo>
                    <a:pt x="1345354" y="5126318"/>
                  </a:lnTo>
                  <a:lnTo>
                    <a:pt x="1345480" y="5126318"/>
                  </a:lnTo>
                  <a:lnTo>
                    <a:pt x="1345859" y="5126318"/>
                  </a:lnTo>
                  <a:lnTo>
                    <a:pt x="1346111" y="5126318"/>
                  </a:lnTo>
                  <a:lnTo>
                    <a:pt x="1346237" y="5126318"/>
                  </a:lnTo>
                  <a:lnTo>
                    <a:pt x="1346489" y="5126318"/>
                  </a:lnTo>
                  <a:lnTo>
                    <a:pt x="1346615" y="5121038"/>
                  </a:lnTo>
                  <a:lnTo>
                    <a:pt x="1346741" y="5121038"/>
                  </a:lnTo>
                  <a:lnTo>
                    <a:pt x="1346867" y="5121038"/>
                  </a:lnTo>
                  <a:lnTo>
                    <a:pt x="1346994" y="5121038"/>
                  </a:lnTo>
                  <a:lnTo>
                    <a:pt x="1347120" y="5121038"/>
                  </a:lnTo>
                  <a:lnTo>
                    <a:pt x="1347372" y="5121038"/>
                  </a:lnTo>
                  <a:lnTo>
                    <a:pt x="1347498" y="5121038"/>
                  </a:lnTo>
                  <a:lnTo>
                    <a:pt x="1347624" y="5121038"/>
                  </a:lnTo>
                  <a:lnTo>
                    <a:pt x="1347750" y="5121038"/>
                  </a:lnTo>
                  <a:lnTo>
                    <a:pt x="1347876" y="5121038"/>
                  </a:lnTo>
                  <a:lnTo>
                    <a:pt x="1348128" y="5121038"/>
                  </a:lnTo>
                  <a:lnTo>
                    <a:pt x="1348254" y="5121038"/>
                  </a:lnTo>
                  <a:lnTo>
                    <a:pt x="1348380" y="5121038"/>
                  </a:lnTo>
                  <a:lnTo>
                    <a:pt x="1348885" y="5121038"/>
                  </a:lnTo>
                  <a:lnTo>
                    <a:pt x="1349011" y="5121038"/>
                  </a:lnTo>
                  <a:lnTo>
                    <a:pt x="1349137" y="5121038"/>
                  </a:lnTo>
                  <a:lnTo>
                    <a:pt x="1349263" y="5121038"/>
                  </a:lnTo>
                  <a:lnTo>
                    <a:pt x="1349389" y="5121038"/>
                  </a:lnTo>
                  <a:lnTo>
                    <a:pt x="1349767" y="5121038"/>
                  </a:lnTo>
                  <a:lnTo>
                    <a:pt x="1349894" y="5121038"/>
                  </a:lnTo>
                  <a:lnTo>
                    <a:pt x="1350020" y="5121038"/>
                  </a:lnTo>
                  <a:lnTo>
                    <a:pt x="1350146" y="5121038"/>
                  </a:lnTo>
                  <a:lnTo>
                    <a:pt x="1350272" y="5121038"/>
                  </a:lnTo>
                  <a:lnTo>
                    <a:pt x="1350398" y="5121038"/>
                  </a:lnTo>
                  <a:lnTo>
                    <a:pt x="1350524" y="5121038"/>
                  </a:lnTo>
                  <a:lnTo>
                    <a:pt x="1350776" y="5121038"/>
                  </a:lnTo>
                  <a:lnTo>
                    <a:pt x="1350902" y="5121038"/>
                  </a:lnTo>
                  <a:lnTo>
                    <a:pt x="1350902" y="5115759"/>
                  </a:lnTo>
                  <a:lnTo>
                    <a:pt x="1351154" y="5115759"/>
                  </a:lnTo>
                  <a:lnTo>
                    <a:pt x="1351280" y="5115759"/>
                  </a:lnTo>
                  <a:lnTo>
                    <a:pt x="1351407" y="5115759"/>
                  </a:lnTo>
                  <a:lnTo>
                    <a:pt x="1351785" y="5115759"/>
                  </a:lnTo>
                  <a:lnTo>
                    <a:pt x="1352037" y="5115759"/>
                  </a:lnTo>
                  <a:lnTo>
                    <a:pt x="1352163" y="5115759"/>
                  </a:lnTo>
                  <a:lnTo>
                    <a:pt x="1352289" y="5110479"/>
                  </a:lnTo>
                  <a:lnTo>
                    <a:pt x="1352415" y="5110479"/>
                  </a:lnTo>
                  <a:lnTo>
                    <a:pt x="1352667" y="5110479"/>
                  </a:lnTo>
                  <a:lnTo>
                    <a:pt x="1352794" y="5110479"/>
                  </a:lnTo>
                  <a:lnTo>
                    <a:pt x="1353046" y="5110479"/>
                  </a:lnTo>
                  <a:lnTo>
                    <a:pt x="1353298" y="5110479"/>
                  </a:lnTo>
                  <a:lnTo>
                    <a:pt x="1353424" y="5110479"/>
                  </a:lnTo>
                  <a:lnTo>
                    <a:pt x="1353676" y="5110479"/>
                  </a:lnTo>
                  <a:lnTo>
                    <a:pt x="1354054" y="5110479"/>
                  </a:lnTo>
                  <a:lnTo>
                    <a:pt x="1354433" y="5110479"/>
                  </a:lnTo>
                  <a:lnTo>
                    <a:pt x="1354559" y="5110479"/>
                  </a:lnTo>
                  <a:lnTo>
                    <a:pt x="1354937" y="5110479"/>
                  </a:lnTo>
                  <a:lnTo>
                    <a:pt x="1355189" y="5110479"/>
                  </a:lnTo>
                  <a:lnTo>
                    <a:pt x="1355441" y="5110479"/>
                  </a:lnTo>
                  <a:lnTo>
                    <a:pt x="1355820" y="5110479"/>
                  </a:lnTo>
                  <a:lnTo>
                    <a:pt x="1355946" y="5110479"/>
                  </a:lnTo>
                  <a:lnTo>
                    <a:pt x="1356072" y="5105200"/>
                  </a:lnTo>
                  <a:lnTo>
                    <a:pt x="1356576" y="5105200"/>
                  </a:lnTo>
                  <a:lnTo>
                    <a:pt x="1356828" y="5105200"/>
                  </a:lnTo>
                  <a:lnTo>
                    <a:pt x="1356954" y="5105200"/>
                  </a:lnTo>
                  <a:lnTo>
                    <a:pt x="1357333" y="5105200"/>
                  </a:lnTo>
                  <a:lnTo>
                    <a:pt x="1357585" y="5105200"/>
                  </a:lnTo>
                  <a:lnTo>
                    <a:pt x="1357711" y="5105200"/>
                  </a:lnTo>
                  <a:lnTo>
                    <a:pt x="1357963" y="5105200"/>
                  </a:lnTo>
                  <a:lnTo>
                    <a:pt x="1358089" y="5105200"/>
                  </a:lnTo>
                  <a:lnTo>
                    <a:pt x="1358215" y="5105200"/>
                  </a:lnTo>
                  <a:lnTo>
                    <a:pt x="1358341" y="5105200"/>
                  </a:lnTo>
                  <a:lnTo>
                    <a:pt x="1358467" y="5105200"/>
                  </a:lnTo>
                  <a:lnTo>
                    <a:pt x="1358594" y="5105200"/>
                  </a:lnTo>
                  <a:lnTo>
                    <a:pt x="1358846" y="5105200"/>
                  </a:lnTo>
                  <a:lnTo>
                    <a:pt x="1359098" y="5105200"/>
                  </a:lnTo>
                  <a:lnTo>
                    <a:pt x="1359224" y="5105200"/>
                  </a:lnTo>
                  <a:lnTo>
                    <a:pt x="1359602" y="5099921"/>
                  </a:lnTo>
                  <a:lnTo>
                    <a:pt x="1359728" y="5099921"/>
                  </a:lnTo>
                  <a:lnTo>
                    <a:pt x="1359854" y="5099921"/>
                  </a:lnTo>
                  <a:lnTo>
                    <a:pt x="1359981" y="5099921"/>
                  </a:lnTo>
                  <a:lnTo>
                    <a:pt x="1360107" y="5099921"/>
                  </a:lnTo>
                  <a:lnTo>
                    <a:pt x="1360233" y="5099921"/>
                  </a:lnTo>
                  <a:lnTo>
                    <a:pt x="1360359" y="5099921"/>
                  </a:lnTo>
                  <a:lnTo>
                    <a:pt x="1360485" y="5099921"/>
                  </a:lnTo>
                  <a:lnTo>
                    <a:pt x="1360611" y="5099921"/>
                  </a:lnTo>
                  <a:lnTo>
                    <a:pt x="1360737" y="5099921"/>
                  </a:lnTo>
                  <a:lnTo>
                    <a:pt x="1360863" y="5099921"/>
                  </a:lnTo>
                  <a:lnTo>
                    <a:pt x="1360989" y="5099921"/>
                  </a:lnTo>
                  <a:lnTo>
                    <a:pt x="1361115" y="5099921"/>
                  </a:lnTo>
                  <a:lnTo>
                    <a:pt x="1361241" y="5099921"/>
                  </a:lnTo>
                  <a:lnTo>
                    <a:pt x="1361494" y="5099921"/>
                  </a:lnTo>
                  <a:lnTo>
                    <a:pt x="1361998" y="5099921"/>
                  </a:lnTo>
                  <a:lnTo>
                    <a:pt x="1362124" y="5099921"/>
                  </a:lnTo>
                  <a:lnTo>
                    <a:pt x="1362250" y="5099921"/>
                  </a:lnTo>
                  <a:lnTo>
                    <a:pt x="1362376" y="5099921"/>
                  </a:lnTo>
                  <a:lnTo>
                    <a:pt x="1362502" y="5099921"/>
                  </a:lnTo>
                  <a:lnTo>
                    <a:pt x="1362628" y="5099921"/>
                  </a:lnTo>
                  <a:lnTo>
                    <a:pt x="1362754" y="5099921"/>
                  </a:lnTo>
                  <a:lnTo>
                    <a:pt x="1363259" y="5099921"/>
                  </a:lnTo>
                  <a:lnTo>
                    <a:pt x="1363637" y="5099921"/>
                  </a:lnTo>
                  <a:lnTo>
                    <a:pt x="1363763" y="5099921"/>
                  </a:lnTo>
                  <a:lnTo>
                    <a:pt x="1363889" y="5099921"/>
                  </a:lnTo>
                  <a:lnTo>
                    <a:pt x="1364015" y="5099921"/>
                  </a:lnTo>
                  <a:lnTo>
                    <a:pt x="1364141" y="5099921"/>
                  </a:lnTo>
                  <a:lnTo>
                    <a:pt x="1364394" y="5099921"/>
                  </a:lnTo>
                  <a:lnTo>
                    <a:pt x="1365150" y="5094641"/>
                  </a:lnTo>
                  <a:lnTo>
                    <a:pt x="1365276" y="5094641"/>
                  </a:lnTo>
                  <a:lnTo>
                    <a:pt x="1365402" y="5094641"/>
                  </a:lnTo>
                  <a:lnTo>
                    <a:pt x="1365528" y="5094641"/>
                  </a:lnTo>
                  <a:lnTo>
                    <a:pt x="1365654" y="5094641"/>
                  </a:lnTo>
                  <a:lnTo>
                    <a:pt x="1366033" y="5094641"/>
                  </a:lnTo>
                  <a:lnTo>
                    <a:pt x="1366159" y="5094641"/>
                  </a:lnTo>
                  <a:lnTo>
                    <a:pt x="1366537" y="5094641"/>
                  </a:lnTo>
                  <a:lnTo>
                    <a:pt x="1366789" y="5094641"/>
                  </a:lnTo>
                  <a:lnTo>
                    <a:pt x="1366915" y="5094641"/>
                  </a:lnTo>
                  <a:lnTo>
                    <a:pt x="1367168" y="5094641"/>
                  </a:lnTo>
                  <a:lnTo>
                    <a:pt x="1367294" y="5094641"/>
                  </a:lnTo>
                  <a:lnTo>
                    <a:pt x="1367420" y="5094641"/>
                  </a:lnTo>
                  <a:lnTo>
                    <a:pt x="1367546" y="5094641"/>
                  </a:lnTo>
                  <a:lnTo>
                    <a:pt x="1367672" y="5094641"/>
                  </a:lnTo>
                  <a:lnTo>
                    <a:pt x="1367798" y="5094641"/>
                  </a:lnTo>
                  <a:lnTo>
                    <a:pt x="1368050" y="5094641"/>
                  </a:lnTo>
                  <a:lnTo>
                    <a:pt x="1368428" y="5094641"/>
                  </a:lnTo>
                  <a:lnTo>
                    <a:pt x="1368554" y="5094641"/>
                  </a:lnTo>
                  <a:lnTo>
                    <a:pt x="1368807" y="5094641"/>
                  </a:lnTo>
                  <a:lnTo>
                    <a:pt x="1369059" y="5094641"/>
                  </a:lnTo>
                  <a:lnTo>
                    <a:pt x="1369185" y="5094641"/>
                  </a:lnTo>
                  <a:lnTo>
                    <a:pt x="1369437" y="5094641"/>
                  </a:lnTo>
                  <a:lnTo>
                    <a:pt x="1369689" y="5094641"/>
                  </a:lnTo>
                  <a:lnTo>
                    <a:pt x="1369815" y="5094641"/>
                  </a:lnTo>
                  <a:lnTo>
                    <a:pt x="1370320" y="5094641"/>
                  </a:lnTo>
                  <a:lnTo>
                    <a:pt x="1370446" y="5094641"/>
                  </a:lnTo>
                  <a:lnTo>
                    <a:pt x="1370698" y="5094641"/>
                  </a:lnTo>
                  <a:lnTo>
                    <a:pt x="1370824" y="5094641"/>
                  </a:lnTo>
                  <a:lnTo>
                    <a:pt x="1371202" y="5094641"/>
                  </a:lnTo>
                  <a:lnTo>
                    <a:pt x="1371328" y="5089362"/>
                  </a:lnTo>
                  <a:lnTo>
                    <a:pt x="1371707" y="5089362"/>
                  </a:lnTo>
                  <a:lnTo>
                    <a:pt x="1371833" y="5089362"/>
                  </a:lnTo>
                  <a:lnTo>
                    <a:pt x="1372211" y="5089362"/>
                  </a:lnTo>
                  <a:lnTo>
                    <a:pt x="1372463" y="5089362"/>
                  </a:lnTo>
                  <a:lnTo>
                    <a:pt x="1372589" y="5089362"/>
                  </a:lnTo>
                  <a:lnTo>
                    <a:pt x="1372841" y="5089362"/>
                  </a:lnTo>
                  <a:lnTo>
                    <a:pt x="1373094" y="5089362"/>
                  </a:lnTo>
                  <a:lnTo>
                    <a:pt x="1373220" y="5089362"/>
                  </a:lnTo>
                  <a:lnTo>
                    <a:pt x="1373598" y="5089362"/>
                  </a:lnTo>
                  <a:lnTo>
                    <a:pt x="1373724" y="5089362"/>
                  </a:lnTo>
                  <a:lnTo>
                    <a:pt x="1373850" y="5089362"/>
                  </a:lnTo>
                  <a:lnTo>
                    <a:pt x="1373976" y="5089362"/>
                  </a:lnTo>
                  <a:lnTo>
                    <a:pt x="1374102" y="5089362"/>
                  </a:lnTo>
                  <a:lnTo>
                    <a:pt x="1374102" y="5084082"/>
                  </a:lnTo>
                  <a:lnTo>
                    <a:pt x="1374733" y="5084082"/>
                  </a:lnTo>
                  <a:lnTo>
                    <a:pt x="1374859" y="5084082"/>
                  </a:lnTo>
                  <a:lnTo>
                    <a:pt x="1375111" y="5084082"/>
                  </a:lnTo>
                  <a:lnTo>
                    <a:pt x="1375237" y="5084082"/>
                  </a:lnTo>
                  <a:lnTo>
                    <a:pt x="1375489" y="5084082"/>
                  </a:lnTo>
                  <a:lnTo>
                    <a:pt x="1375741" y="5084082"/>
                  </a:lnTo>
                  <a:lnTo>
                    <a:pt x="1375994" y="5084082"/>
                  </a:lnTo>
                  <a:lnTo>
                    <a:pt x="1376120" y="5084082"/>
                  </a:lnTo>
                  <a:lnTo>
                    <a:pt x="1376372" y="5078803"/>
                  </a:lnTo>
                  <a:lnTo>
                    <a:pt x="1376498" y="5078803"/>
                  </a:lnTo>
                  <a:lnTo>
                    <a:pt x="1376624" y="5078803"/>
                  </a:lnTo>
                  <a:lnTo>
                    <a:pt x="1376750" y="5078803"/>
                  </a:lnTo>
                  <a:lnTo>
                    <a:pt x="1376876" y="5078803"/>
                  </a:lnTo>
                  <a:lnTo>
                    <a:pt x="1377002" y="5078803"/>
                  </a:lnTo>
                  <a:lnTo>
                    <a:pt x="1377128" y="5078803"/>
                  </a:lnTo>
                  <a:lnTo>
                    <a:pt x="1377255" y="5078803"/>
                  </a:lnTo>
                  <a:lnTo>
                    <a:pt x="1377507" y="5078803"/>
                  </a:lnTo>
                  <a:lnTo>
                    <a:pt x="1377633" y="5078803"/>
                  </a:lnTo>
                  <a:lnTo>
                    <a:pt x="1377885" y="5078803"/>
                  </a:lnTo>
                  <a:lnTo>
                    <a:pt x="1378137" y="5078803"/>
                  </a:lnTo>
                  <a:lnTo>
                    <a:pt x="1378263" y="5078803"/>
                  </a:lnTo>
                  <a:lnTo>
                    <a:pt x="1378389" y="5078803"/>
                  </a:lnTo>
                  <a:lnTo>
                    <a:pt x="1378515" y="5078803"/>
                  </a:lnTo>
                  <a:lnTo>
                    <a:pt x="1378768" y="5078803"/>
                  </a:lnTo>
                  <a:lnTo>
                    <a:pt x="1378894" y="5078803"/>
                  </a:lnTo>
                  <a:lnTo>
                    <a:pt x="1379398" y="5078803"/>
                  </a:lnTo>
                  <a:lnTo>
                    <a:pt x="1379524" y="5078803"/>
                  </a:lnTo>
                  <a:lnTo>
                    <a:pt x="1380028" y="5078803"/>
                  </a:lnTo>
                  <a:lnTo>
                    <a:pt x="1380155" y="5078803"/>
                  </a:lnTo>
                  <a:lnTo>
                    <a:pt x="1380281" y="5078803"/>
                  </a:lnTo>
                  <a:lnTo>
                    <a:pt x="1380533" y="5078803"/>
                  </a:lnTo>
                  <a:lnTo>
                    <a:pt x="1380659" y="5078803"/>
                  </a:lnTo>
                  <a:lnTo>
                    <a:pt x="1380785" y="5078803"/>
                  </a:lnTo>
                  <a:lnTo>
                    <a:pt x="1380911" y="5078803"/>
                  </a:lnTo>
                  <a:lnTo>
                    <a:pt x="1381037" y="5078803"/>
                  </a:lnTo>
                  <a:lnTo>
                    <a:pt x="1381289" y="5078803"/>
                  </a:lnTo>
                  <a:lnTo>
                    <a:pt x="1381415" y="5078803"/>
                  </a:lnTo>
                  <a:lnTo>
                    <a:pt x="1381542" y="5078803"/>
                  </a:lnTo>
                  <a:lnTo>
                    <a:pt x="1381668" y="5078803"/>
                  </a:lnTo>
                  <a:lnTo>
                    <a:pt x="1381920" y="5078803"/>
                  </a:lnTo>
                  <a:lnTo>
                    <a:pt x="1382046" y="5078803"/>
                  </a:lnTo>
                  <a:lnTo>
                    <a:pt x="1382172" y="5078803"/>
                  </a:lnTo>
                  <a:lnTo>
                    <a:pt x="1382298" y="5078803"/>
                  </a:lnTo>
                  <a:lnTo>
                    <a:pt x="1382424" y="5078803"/>
                  </a:lnTo>
                  <a:lnTo>
                    <a:pt x="1382550" y="5078803"/>
                  </a:lnTo>
                  <a:lnTo>
                    <a:pt x="1382676" y="5078803"/>
                  </a:lnTo>
                  <a:lnTo>
                    <a:pt x="1382928" y="5078803"/>
                  </a:lnTo>
                  <a:lnTo>
                    <a:pt x="1383055" y="5078803"/>
                  </a:lnTo>
                  <a:lnTo>
                    <a:pt x="1383559" y="5078803"/>
                  </a:lnTo>
                  <a:lnTo>
                    <a:pt x="1383685" y="5078803"/>
                  </a:lnTo>
                  <a:lnTo>
                    <a:pt x="1383811" y="5078803"/>
                  </a:lnTo>
                  <a:lnTo>
                    <a:pt x="1384063" y="5078803"/>
                  </a:lnTo>
                  <a:lnTo>
                    <a:pt x="1384189" y="5078803"/>
                  </a:lnTo>
                  <a:lnTo>
                    <a:pt x="1384315" y="5073523"/>
                  </a:lnTo>
                  <a:lnTo>
                    <a:pt x="1384442" y="5073523"/>
                  </a:lnTo>
                  <a:lnTo>
                    <a:pt x="1384694" y="5073523"/>
                  </a:lnTo>
                  <a:lnTo>
                    <a:pt x="1384820" y="5073523"/>
                  </a:lnTo>
                  <a:lnTo>
                    <a:pt x="1384946" y="5073523"/>
                  </a:lnTo>
                  <a:lnTo>
                    <a:pt x="1385198" y="5073523"/>
                  </a:lnTo>
                  <a:lnTo>
                    <a:pt x="1385324" y="5073523"/>
                  </a:lnTo>
                  <a:lnTo>
                    <a:pt x="1385450" y="5073523"/>
                  </a:lnTo>
                  <a:lnTo>
                    <a:pt x="1385829" y="5073523"/>
                  </a:lnTo>
                  <a:lnTo>
                    <a:pt x="1385955" y="5073523"/>
                  </a:lnTo>
                  <a:lnTo>
                    <a:pt x="1386081" y="5073523"/>
                  </a:lnTo>
                  <a:lnTo>
                    <a:pt x="1386207" y="5073523"/>
                  </a:lnTo>
                  <a:lnTo>
                    <a:pt x="1386459" y="5073523"/>
                  </a:lnTo>
                  <a:lnTo>
                    <a:pt x="1386585" y="5073523"/>
                  </a:lnTo>
                  <a:lnTo>
                    <a:pt x="1386837" y="5073523"/>
                  </a:lnTo>
                  <a:lnTo>
                    <a:pt x="1386963" y="5073523"/>
                  </a:lnTo>
                  <a:lnTo>
                    <a:pt x="1387089" y="5073523"/>
                  </a:lnTo>
                  <a:lnTo>
                    <a:pt x="1387215" y="5073523"/>
                  </a:lnTo>
                  <a:lnTo>
                    <a:pt x="1387342" y="5073523"/>
                  </a:lnTo>
                  <a:lnTo>
                    <a:pt x="1387720" y="5073523"/>
                  </a:lnTo>
                  <a:lnTo>
                    <a:pt x="1387846" y="5073523"/>
                  </a:lnTo>
                  <a:lnTo>
                    <a:pt x="1388224" y="5073523"/>
                  </a:lnTo>
                  <a:lnTo>
                    <a:pt x="1388350" y="5073523"/>
                  </a:lnTo>
                  <a:lnTo>
                    <a:pt x="1388855" y="5073523"/>
                  </a:lnTo>
                  <a:lnTo>
                    <a:pt x="1389107" y="5073523"/>
                  </a:lnTo>
                  <a:lnTo>
                    <a:pt x="1389233" y="5073523"/>
                  </a:lnTo>
                  <a:lnTo>
                    <a:pt x="1389359" y="5073523"/>
                  </a:lnTo>
                  <a:lnTo>
                    <a:pt x="1389989" y="5073523"/>
                  </a:lnTo>
                  <a:lnTo>
                    <a:pt x="1390242" y="5073523"/>
                  </a:lnTo>
                  <a:lnTo>
                    <a:pt x="1390368" y="5073523"/>
                  </a:lnTo>
                  <a:lnTo>
                    <a:pt x="1390494" y="5068244"/>
                  </a:lnTo>
                  <a:lnTo>
                    <a:pt x="1390998" y="5068244"/>
                  </a:lnTo>
                  <a:lnTo>
                    <a:pt x="1391250" y="5068244"/>
                  </a:lnTo>
                  <a:lnTo>
                    <a:pt x="1391502" y="5068244"/>
                  </a:lnTo>
                  <a:lnTo>
                    <a:pt x="1391629" y="5068244"/>
                  </a:lnTo>
                  <a:lnTo>
                    <a:pt x="1392007" y="5068244"/>
                  </a:lnTo>
                  <a:lnTo>
                    <a:pt x="1392259" y="5068244"/>
                  </a:lnTo>
                  <a:lnTo>
                    <a:pt x="1392385" y="5068244"/>
                  </a:lnTo>
                  <a:lnTo>
                    <a:pt x="1392511" y="5062965"/>
                  </a:lnTo>
                  <a:lnTo>
                    <a:pt x="1392763" y="5062965"/>
                  </a:lnTo>
                  <a:lnTo>
                    <a:pt x="1393015" y="5062965"/>
                  </a:lnTo>
                  <a:lnTo>
                    <a:pt x="1393142" y="5062965"/>
                  </a:lnTo>
                  <a:lnTo>
                    <a:pt x="1393394" y="5062965"/>
                  </a:lnTo>
                  <a:lnTo>
                    <a:pt x="1393520" y="5062965"/>
                  </a:lnTo>
                  <a:lnTo>
                    <a:pt x="1393772" y="5062965"/>
                  </a:lnTo>
                  <a:lnTo>
                    <a:pt x="1393898" y="5062965"/>
                  </a:lnTo>
                  <a:lnTo>
                    <a:pt x="1394024" y="5062965"/>
                  </a:lnTo>
                  <a:lnTo>
                    <a:pt x="1394150" y="5062965"/>
                  </a:lnTo>
                  <a:lnTo>
                    <a:pt x="1394276" y="5062965"/>
                  </a:lnTo>
                  <a:lnTo>
                    <a:pt x="1394529" y="5062965"/>
                  </a:lnTo>
                  <a:lnTo>
                    <a:pt x="1394781" y="5062965"/>
                  </a:lnTo>
                  <a:lnTo>
                    <a:pt x="1395159" y="5062965"/>
                  </a:lnTo>
                  <a:lnTo>
                    <a:pt x="1395663" y="5062965"/>
                  </a:lnTo>
                  <a:lnTo>
                    <a:pt x="1396042" y="5062965"/>
                  </a:lnTo>
                  <a:lnTo>
                    <a:pt x="1396168" y="5062965"/>
                  </a:lnTo>
                  <a:lnTo>
                    <a:pt x="1396420" y="5062965"/>
                  </a:lnTo>
                  <a:lnTo>
                    <a:pt x="1396546" y="5062965"/>
                  </a:lnTo>
                  <a:lnTo>
                    <a:pt x="1396672" y="5062965"/>
                  </a:lnTo>
                  <a:lnTo>
                    <a:pt x="1396924" y="5062965"/>
                  </a:lnTo>
                  <a:lnTo>
                    <a:pt x="1397050" y="5062965"/>
                  </a:lnTo>
                  <a:lnTo>
                    <a:pt x="1397176" y="5062965"/>
                  </a:lnTo>
                  <a:lnTo>
                    <a:pt x="1397302" y="5062965"/>
                  </a:lnTo>
                  <a:lnTo>
                    <a:pt x="1397555" y="5062965"/>
                  </a:lnTo>
                  <a:lnTo>
                    <a:pt x="1398059" y="5062965"/>
                  </a:lnTo>
                  <a:lnTo>
                    <a:pt x="1398311" y="5062965"/>
                  </a:lnTo>
                  <a:lnTo>
                    <a:pt x="1398437" y="5062965"/>
                  </a:lnTo>
                  <a:lnTo>
                    <a:pt x="1398689" y="5062965"/>
                  </a:lnTo>
                  <a:lnTo>
                    <a:pt x="1398816" y="5062965"/>
                  </a:lnTo>
                  <a:lnTo>
                    <a:pt x="1398816" y="5057685"/>
                  </a:lnTo>
                  <a:lnTo>
                    <a:pt x="1399068" y="5057685"/>
                  </a:lnTo>
                  <a:lnTo>
                    <a:pt x="1399194" y="5057685"/>
                  </a:lnTo>
                  <a:lnTo>
                    <a:pt x="1399572" y="5057685"/>
                  </a:lnTo>
                  <a:lnTo>
                    <a:pt x="1399698" y="5057685"/>
                  </a:lnTo>
                  <a:lnTo>
                    <a:pt x="1399824" y="5057685"/>
                  </a:lnTo>
                  <a:lnTo>
                    <a:pt x="1399950" y="5057685"/>
                  </a:lnTo>
                  <a:lnTo>
                    <a:pt x="1400581" y="5057685"/>
                  </a:lnTo>
                  <a:lnTo>
                    <a:pt x="1400707" y="5057685"/>
                  </a:lnTo>
                  <a:lnTo>
                    <a:pt x="1401085" y="5057685"/>
                  </a:lnTo>
                  <a:lnTo>
                    <a:pt x="1401463" y="5057685"/>
                  </a:lnTo>
                  <a:lnTo>
                    <a:pt x="1401589" y="5057685"/>
                  </a:lnTo>
                  <a:lnTo>
                    <a:pt x="1401716" y="5057685"/>
                  </a:lnTo>
                  <a:lnTo>
                    <a:pt x="1401842" y="5057685"/>
                  </a:lnTo>
                  <a:lnTo>
                    <a:pt x="1401968" y="5057685"/>
                  </a:lnTo>
                  <a:lnTo>
                    <a:pt x="1402094" y="5057685"/>
                  </a:lnTo>
                  <a:lnTo>
                    <a:pt x="1402724" y="5057685"/>
                  </a:lnTo>
                  <a:lnTo>
                    <a:pt x="1403229" y="5057685"/>
                  </a:lnTo>
                  <a:lnTo>
                    <a:pt x="1403355" y="5057685"/>
                  </a:lnTo>
                  <a:lnTo>
                    <a:pt x="1403481" y="5057685"/>
                  </a:lnTo>
                  <a:lnTo>
                    <a:pt x="1403607" y="5057685"/>
                  </a:lnTo>
                  <a:lnTo>
                    <a:pt x="1403733" y="5057685"/>
                  </a:lnTo>
                  <a:lnTo>
                    <a:pt x="1404111" y="5057685"/>
                  </a:lnTo>
                  <a:lnTo>
                    <a:pt x="1404237" y="5057685"/>
                  </a:lnTo>
                  <a:lnTo>
                    <a:pt x="1404489" y="5057685"/>
                  </a:lnTo>
                  <a:lnTo>
                    <a:pt x="1404616" y="5057685"/>
                  </a:lnTo>
                  <a:lnTo>
                    <a:pt x="1404742" y="5057685"/>
                  </a:lnTo>
                  <a:lnTo>
                    <a:pt x="1404868" y="5057685"/>
                  </a:lnTo>
                  <a:lnTo>
                    <a:pt x="1404994" y="5057685"/>
                  </a:lnTo>
                  <a:lnTo>
                    <a:pt x="1405372" y="5057685"/>
                  </a:lnTo>
                  <a:lnTo>
                    <a:pt x="1405498" y="5057685"/>
                  </a:lnTo>
                  <a:lnTo>
                    <a:pt x="1405624" y="5057685"/>
                  </a:lnTo>
                  <a:lnTo>
                    <a:pt x="1406003" y="5057685"/>
                  </a:lnTo>
                  <a:lnTo>
                    <a:pt x="1406129" y="5057685"/>
                  </a:lnTo>
                  <a:lnTo>
                    <a:pt x="1406255" y="5057685"/>
                  </a:lnTo>
                  <a:lnTo>
                    <a:pt x="1406381" y="5057685"/>
                  </a:lnTo>
                  <a:lnTo>
                    <a:pt x="1406759" y="5057685"/>
                  </a:lnTo>
                  <a:lnTo>
                    <a:pt x="1407011" y="5057685"/>
                  </a:lnTo>
                  <a:lnTo>
                    <a:pt x="1407137" y="5057685"/>
                  </a:lnTo>
                  <a:lnTo>
                    <a:pt x="1407263" y="5057685"/>
                  </a:lnTo>
                  <a:lnTo>
                    <a:pt x="1407516" y="5057685"/>
                  </a:lnTo>
                  <a:lnTo>
                    <a:pt x="1407642" y="5057685"/>
                  </a:lnTo>
                  <a:lnTo>
                    <a:pt x="1407768" y="5057685"/>
                  </a:lnTo>
                  <a:lnTo>
                    <a:pt x="1407894" y="5057685"/>
                  </a:lnTo>
                  <a:lnTo>
                    <a:pt x="1408146" y="5057685"/>
                  </a:lnTo>
                  <a:lnTo>
                    <a:pt x="1408272" y="5057685"/>
                  </a:lnTo>
                  <a:lnTo>
                    <a:pt x="1408398" y="5057685"/>
                  </a:lnTo>
                  <a:lnTo>
                    <a:pt x="1408524" y="5057685"/>
                  </a:lnTo>
                  <a:lnTo>
                    <a:pt x="1408650" y="5057685"/>
                  </a:lnTo>
                  <a:lnTo>
                    <a:pt x="1408903" y="5057685"/>
                  </a:lnTo>
                  <a:lnTo>
                    <a:pt x="1409029" y="5057685"/>
                  </a:lnTo>
                  <a:lnTo>
                    <a:pt x="1409407" y="5057685"/>
                  </a:lnTo>
                  <a:lnTo>
                    <a:pt x="1409659" y="5057685"/>
                  </a:lnTo>
                  <a:lnTo>
                    <a:pt x="1409785" y="5057685"/>
                  </a:lnTo>
                  <a:lnTo>
                    <a:pt x="1409911" y="5052406"/>
                  </a:lnTo>
                  <a:lnTo>
                    <a:pt x="1410037" y="5052406"/>
                  </a:lnTo>
                  <a:lnTo>
                    <a:pt x="1410163" y="5052406"/>
                  </a:lnTo>
                  <a:lnTo>
                    <a:pt x="1410542" y="5052406"/>
                  </a:lnTo>
                  <a:lnTo>
                    <a:pt x="1410668" y="5052406"/>
                  </a:lnTo>
                  <a:lnTo>
                    <a:pt x="1410794" y="5052406"/>
                  </a:lnTo>
                  <a:lnTo>
                    <a:pt x="1411046" y="5052406"/>
                  </a:lnTo>
                  <a:lnTo>
                    <a:pt x="1411298" y="5052406"/>
                  </a:lnTo>
                  <a:lnTo>
                    <a:pt x="1411424" y="5052406"/>
                  </a:lnTo>
                  <a:lnTo>
                    <a:pt x="1411550" y="5052406"/>
                  </a:lnTo>
                  <a:lnTo>
                    <a:pt x="1411803" y="5052406"/>
                  </a:lnTo>
                  <a:lnTo>
                    <a:pt x="1411929" y="5052406"/>
                  </a:lnTo>
                  <a:lnTo>
                    <a:pt x="1412055" y="5052406"/>
                  </a:lnTo>
                  <a:lnTo>
                    <a:pt x="1412181" y="5052406"/>
                  </a:lnTo>
                  <a:lnTo>
                    <a:pt x="1412811" y="5052406"/>
                  </a:lnTo>
                  <a:lnTo>
                    <a:pt x="1413063" y="5052406"/>
                  </a:lnTo>
                  <a:lnTo>
                    <a:pt x="1413190" y="5052406"/>
                  </a:lnTo>
                  <a:lnTo>
                    <a:pt x="1413316" y="5052406"/>
                  </a:lnTo>
                  <a:lnTo>
                    <a:pt x="1413442" y="5052406"/>
                  </a:lnTo>
                  <a:lnTo>
                    <a:pt x="1413568" y="5052406"/>
                  </a:lnTo>
                  <a:lnTo>
                    <a:pt x="1413694" y="5052406"/>
                  </a:lnTo>
                  <a:lnTo>
                    <a:pt x="1413820" y="5052406"/>
                  </a:lnTo>
                  <a:lnTo>
                    <a:pt x="1413946" y="5052406"/>
                  </a:lnTo>
                  <a:lnTo>
                    <a:pt x="1414072" y="5052406"/>
                  </a:lnTo>
                  <a:lnTo>
                    <a:pt x="1414198" y="5052406"/>
                  </a:lnTo>
                  <a:lnTo>
                    <a:pt x="1414450" y="5052406"/>
                  </a:lnTo>
                  <a:lnTo>
                    <a:pt x="1414576" y="5052406"/>
                  </a:lnTo>
                  <a:lnTo>
                    <a:pt x="1414703" y="5052406"/>
                  </a:lnTo>
                  <a:lnTo>
                    <a:pt x="1414829" y="5052406"/>
                  </a:lnTo>
                  <a:lnTo>
                    <a:pt x="1415081" y="5052406"/>
                  </a:lnTo>
                  <a:lnTo>
                    <a:pt x="1415207" y="5052406"/>
                  </a:lnTo>
                  <a:lnTo>
                    <a:pt x="1415459" y="5052406"/>
                  </a:lnTo>
                  <a:lnTo>
                    <a:pt x="1415711" y="5052406"/>
                  </a:lnTo>
                  <a:lnTo>
                    <a:pt x="1415963" y="5052406"/>
                  </a:lnTo>
                  <a:lnTo>
                    <a:pt x="1416216" y="5052406"/>
                  </a:lnTo>
                  <a:lnTo>
                    <a:pt x="1416468" y="5052406"/>
                  </a:lnTo>
                  <a:lnTo>
                    <a:pt x="1416972" y="5052406"/>
                  </a:lnTo>
                  <a:lnTo>
                    <a:pt x="1417098" y="5052406"/>
                  </a:lnTo>
                  <a:lnTo>
                    <a:pt x="1417224" y="5052406"/>
                  </a:lnTo>
                  <a:lnTo>
                    <a:pt x="1417350" y="5052406"/>
                  </a:lnTo>
                  <a:lnTo>
                    <a:pt x="1417729" y="5052406"/>
                  </a:lnTo>
                  <a:lnTo>
                    <a:pt x="1417855" y="5052406"/>
                  </a:lnTo>
                  <a:lnTo>
                    <a:pt x="1417981" y="5052406"/>
                  </a:lnTo>
                  <a:lnTo>
                    <a:pt x="1418107" y="5052406"/>
                  </a:lnTo>
                  <a:lnTo>
                    <a:pt x="1418233" y="5052406"/>
                  </a:lnTo>
                  <a:lnTo>
                    <a:pt x="1418359" y="5047126"/>
                  </a:lnTo>
                  <a:lnTo>
                    <a:pt x="1418485" y="5047126"/>
                  </a:lnTo>
                  <a:lnTo>
                    <a:pt x="1420377" y="5041847"/>
                  </a:lnTo>
                  <a:lnTo>
                    <a:pt x="1420881" y="5041847"/>
                  </a:lnTo>
                  <a:lnTo>
                    <a:pt x="1421007" y="5041847"/>
                  </a:lnTo>
                  <a:lnTo>
                    <a:pt x="1421259" y="5041847"/>
                  </a:lnTo>
                  <a:lnTo>
                    <a:pt x="1421385" y="5041847"/>
                  </a:lnTo>
                  <a:lnTo>
                    <a:pt x="1421511" y="5041847"/>
                  </a:lnTo>
                  <a:lnTo>
                    <a:pt x="1421637" y="5041847"/>
                  </a:lnTo>
                  <a:lnTo>
                    <a:pt x="1421890" y="5041847"/>
                  </a:lnTo>
                  <a:lnTo>
                    <a:pt x="1422016" y="5041847"/>
                  </a:lnTo>
                  <a:lnTo>
                    <a:pt x="1422268" y="5041847"/>
                  </a:lnTo>
                  <a:lnTo>
                    <a:pt x="1422394" y="5041847"/>
                  </a:lnTo>
                  <a:lnTo>
                    <a:pt x="1422520" y="5041847"/>
                  </a:lnTo>
                  <a:lnTo>
                    <a:pt x="1422646" y="5041847"/>
                  </a:lnTo>
                  <a:lnTo>
                    <a:pt x="1422898" y="5041847"/>
                  </a:lnTo>
                  <a:lnTo>
                    <a:pt x="1423024" y="5041847"/>
                  </a:lnTo>
                  <a:lnTo>
                    <a:pt x="1423277" y="5041847"/>
                  </a:lnTo>
                  <a:lnTo>
                    <a:pt x="1423277" y="5036567"/>
                  </a:lnTo>
                  <a:lnTo>
                    <a:pt x="1423403" y="5036567"/>
                  </a:lnTo>
                  <a:lnTo>
                    <a:pt x="1423529" y="5036567"/>
                  </a:lnTo>
                  <a:lnTo>
                    <a:pt x="1423781" y="5036567"/>
                  </a:lnTo>
                  <a:lnTo>
                    <a:pt x="1424033" y="5036567"/>
                  </a:lnTo>
                  <a:lnTo>
                    <a:pt x="1424159" y="5036567"/>
                  </a:lnTo>
                  <a:lnTo>
                    <a:pt x="1424411" y="5036567"/>
                  </a:lnTo>
                  <a:lnTo>
                    <a:pt x="1424537" y="5036567"/>
                  </a:lnTo>
                  <a:lnTo>
                    <a:pt x="1424663" y="5036567"/>
                  </a:lnTo>
                  <a:lnTo>
                    <a:pt x="1424790" y="5036567"/>
                  </a:lnTo>
                  <a:lnTo>
                    <a:pt x="1425042" y="5036567"/>
                  </a:lnTo>
                  <a:lnTo>
                    <a:pt x="1425168" y="5036567"/>
                  </a:lnTo>
                  <a:lnTo>
                    <a:pt x="1425420" y="5036567"/>
                  </a:lnTo>
                  <a:lnTo>
                    <a:pt x="1425672" y="5036567"/>
                  </a:lnTo>
                  <a:lnTo>
                    <a:pt x="1425798" y="5031288"/>
                  </a:lnTo>
                  <a:lnTo>
                    <a:pt x="1425924" y="5031288"/>
                  </a:lnTo>
                  <a:lnTo>
                    <a:pt x="1426050" y="5031288"/>
                  </a:lnTo>
                  <a:lnTo>
                    <a:pt x="1426429" y="5031288"/>
                  </a:lnTo>
                  <a:lnTo>
                    <a:pt x="1426807" y="5031288"/>
                  </a:lnTo>
                  <a:lnTo>
                    <a:pt x="1426933" y="5031288"/>
                  </a:lnTo>
                  <a:lnTo>
                    <a:pt x="1427059" y="5031288"/>
                  </a:lnTo>
                  <a:lnTo>
                    <a:pt x="1427185" y="5031288"/>
                  </a:lnTo>
                  <a:lnTo>
                    <a:pt x="1427816" y="5031288"/>
                  </a:lnTo>
                  <a:lnTo>
                    <a:pt x="1427942" y="5031288"/>
                  </a:lnTo>
                  <a:lnTo>
                    <a:pt x="1428068" y="5031288"/>
                  </a:lnTo>
                  <a:lnTo>
                    <a:pt x="1428446" y="5031288"/>
                  </a:lnTo>
                  <a:lnTo>
                    <a:pt x="1428572" y="5031288"/>
                  </a:lnTo>
                  <a:lnTo>
                    <a:pt x="1428824" y="5031288"/>
                  </a:lnTo>
                  <a:lnTo>
                    <a:pt x="1429077" y="5031288"/>
                  </a:lnTo>
                  <a:lnTo>
                    <a:pt x="1429203" y="5031288"/>
                  </a:lnTo>
                  <a:lnTo>
                    <a:pt x="1429455" y="5031288"/>
                  </a:lnTo>
                  <a:lnTo>
                    <a:pt x="1429707" y="5031288"/>
                  </a:lnTo>
                  <a:lnTo>
                    <a:pt x="1429959" y="5031288"/>
                  </a:lnTo>
                  <a:lnTo>
                    <a:pt x="1430085" y="5031288"/>
                  </a:lnTo>
                  <a:lnTo>
                    <a:pt x="1430211" y="5031288"/>
                  </a:lnTo>
                  <a:lnTo>
                    <a:pt x="1430337" y="5031288"/>
                  </a:lnTo>
                  <a:lnTo>
                    <a:pt x="1430590" y="5031288"/>
                  </a:lnTo>
                  <a:lnTo>
                    <a:pt x="1430716" y="5031288"/>
                  </a:lnTo>
                  <a:lnTo>
                    <a:pt x="1430842" y="5031288"/>
                  </a:lnTo>
                  <a:lnTo>
                    <a:pt x="1430968" y="5031288"/>
                  </a:lnTo>
                  <a:lnTo>
                    <a:pt x="1431094" y="5031288"/>
                  </a:lnTo>
                  <a:lnTo>
                    <a:pt x="1431220" y="5031288"/>
                  </a:lnTo>
                  <a:lnTo>
                    <a:pt x="1431472" y="5031288"/>
                  </a:lnTo>
                  <a:lnTo>
                    <a:pt x="1431598" y="5031288"/>
                  </a:lnTo>
                  <a:lnTo>
                    <a:pt x="1431977" y="5031288"/>
                  </a:lnTo>
                  <a:lnTo>
                    <a:pt x="1432103" y="5031288"/>
                  </a:lnTo>
                  <a:lnTo>
                    <a:pt x="1432229" y="5031288"/>
                  </a:lnTo>
                  <a:lnTo>
                    <a:pt x="1432355" y="5031288"/>
                  </a:lnTo>
                  <a:lnTo>
                    <a:pt x="1432481" y="5031288"/>
                  </a:lnTo>
                  <a:lnTo>
                    <a:pt x="1432607" y="5031288"/>
                  </a:lnTo>
                  <a:lnTo>
                    <a:pt x="1432733" y="5031288"/>
                  </a:lnTo>
                  <a:lnTo>
                    <a:pt x="1432859" y="5031288"/>
                  </a:lnTo>
                  <a:lnTo>
                    <a:pt x="1433111" y="5031288"/>
                  </a:lnTo>
                  <a:lnTo>
                    <a:pt x="1433237" y="5031288"/>
                  </a:lnTo>
                  <a:lnTo>
                    <a:pt x="1433868" y="5031288"/>
                  </a:lnTo>
                  <a:lnTo>
                    <a:pt x="1433994" y="5031288"/>
                  </a:lnTo>
                  <a:lnTo>
                    <a:pt x="1434120" y="5031288"/>
                  </a:lnTo>
                  <a:lnTo>
                    <a:pt x="1434624" y="5026009"/>
                  </a:lnTo>
                  <a:lnTo>
                    <a:pt x="1434750" y="5026009"/>
                  </a:lnTo>
                  <a:lnTo>
                    <a:pt x="1434877" y="5026009"/>
                  </a:lnTo>
                  <a:lnTo>
                    <a:pt x="1435255" y="5026009"/>
                  </a:lnTo>
                  <a:lnTo>
                    <a:pt x="1435381" y="5026009"/>
                  </a:lnTo>
                  <a:lnTo>
                    <a:pt x="1435507" y="5026009"/>
                  </a:lnTo>
                  <a:lnTo>
                    <a:pt x="1435633" y="5026009"/>
                  </a:lnTo>
                  <a:lnTo>
                    <a:pt x="1435759" y="5026009"/>
                  </a:lnTo>
                  <a:lnTo>
                    <a:pt x="1435885" y="5026009"/>
                  </a:lnTo>
                  <a:lnTo>
                    <a:pt x="1436137" y="5026009"/>
                  </a:lnTo>
                  <a:lnTo>
                    <a:pt x="1436768" y="5026009"/>
                  </a:lnTo>
                  <a:lnTo>
                    <a:pt x="1436894" y="5026009"/>
                  </a:lnTo>
                  <a:lnTo>
                    <a:pt x="1437146" y="5026009"/>
                  </a:lnTo>
                  <a:lnTo>
                    <a:pt x="1437524" y="5026009"/>
                  </a:lnTo>
                  <a:lnTo>
                    <a:pt x="1437524" y="5020729"/>
                  </a:lnTo>
                  <a:lnTo>
                    <a:pt x="1437651" y="5020729"/>
                  </a:lnTo>
                  <a:lnTo>
                    <a:pt x="1438029" y="5020729"/>
                  </a:lnTo>
                  <a:lnTo>
                    <a:pt x="1438155" y="5020729"/>
                  </a:lnTo>
                  <a:lnTo>
                    <a:pt x="1438281" y="5020729"/>
                  </a:lnTo>
                  <a:lnTo>
                    <a:pt x="1438533" y="5020729"/>
                  </a:lnTo>
                  <a:lnTo>
                    <a:pt x="1438785" y="5020729"/>
                  </a:lnTo>
                  <a:lnTo>
                    <a:pt x="1439542" y="5020729"/>
                  </a:lnTo>
                  <a:lnTo>
                    <a:pt x="1439794" y="5020729"/>
                  </a:lnTo>
                  <a:lnTo>
                    <a:pt x="1439920" y="5020729"/>
                  </a:lnTo>
                  <a:lnTo>
                    <a:pt x="1440172" y="5020729"/>
                  </a:lnTo>
                  <a:lnTo>
                    <a:pt x="1440298" y="5020729"/>
                  </a:lnTo>
                  <a:lnTo>
                    <a:pt x="1440424" y="5020729"/>
                  </a:lnTo>
                  <a:lnTo>
                    <a:pt x="1440677" y="5020729"/>
                  </a:lnTo>
                  <a:lnTo>
                    <a:pt x="1440803" y="5020729"/>
                  </a:lnTo>
                  <a:lnTo>
                    <a:pt x="1440929" y="5020729"/>
                  </a:lnTo>
                  <a:lnTo>
                    <a:pt x="1441055" y="5020729"/>
                  </a:lnTo>
                  <a:lnTo>
                    <a:pt x="1441181" y="5020729"/>
                  </a:lnTo>
                  <a:lnTo>
                    <a:pt x="1441307" y="5020729"/>
                  </a:lnTo>
                  <a:lnTo>
                    <a:pt x="1441433" y="5020729"/>
                  </a:lnTo>
                  <a:lnTo>
                    <a:pt x="1441685" y="5020729"/>
                  </a:lnTo>
                  <a:lnTo>
                    <a:pt x="1441811" y="5020729"/>
                  </a:lnTo>
                  <a:lnTo>
                    <a:pt x="1442064" y="5020729"/>
                  </a:lnTo>
                  <a:lnTo>
                    <a:pt x="1442190" y="5020729"/>
                  </a:lnTo>
                  <a:lnTo>
                    <a:pt x="1442694" y="5020729"/>
                  </a:lnTo>
                  <a:lnTo>
                    <a:pt x="1442820" y="5020729"/>
                  </a:lnTo>
                  <a:lnTo>
                    <a:pt x="1442946" y="5020729"/>
                  </a:lnTo>
                  <a:lnTo>
                    <a:pt x="1443072" y="5020729"/>
                  </a:lnTo>
                  <a:lnTo>
                    <a:pt x="1443324" y="5020729"/>
                  </a:lnTo>
                  <a:lnTo>
                    <a:pt x="1443577" y="5020729"/>
                  </a:lnTo>
                  <a:lnTo>
                    <a:pt x="1444081" y="5020729"/>
                  </a:lnTo>
                  <a:lnTo>
                    <a:pt x="1444207" y="5020729"/>
                  </a:lnTo>
                  <a:lnTo>
                    <a:pt x="1444838" y="5020729"/>
                  </a:lnTo>
                  <a:lnTo>
                    <a:pt x="1444964" y="5020729"/>
                  </a:lnTo>
                  <a:lnTo>
                    <a:pt x="1445090" y="5020729"/>
                  </a:lnTo>
                  <a:lnTo>
                    <a:pt x="1445216" y="5020729"/>
                  </a:lnTo>
                  <a:lnTo>
                    <a:pt x="1445342" y="5020729"/>
                  </a:lnTo>
                  <a:lnTo>
                    <a:pt x="1445720" y="5020729"/>
                  </a:lnTo>
                  <a:lnTo>
                    <a:pt x="1445846" y="5020729"/>
                  </a:lnTo>
                  <a:lnTo>
                    <a:pt x="1446098" y="5020729"/>
                  </a:lnTo>
                  <a:lnTo>
                    <a:pt x="1446603" y="5020729"/>
                  </a:lnTo>
                  <a:lnTo>
                    <a:pt x="1446855" y="5020729"/>
                  </a:lnTo>
                  <a:lnTo>
                    <a:pt x="1446981" y="5020729"/>
                  </a:lnTo>
                  <a:lnTo>
                    <a:pt x="1447107" y="5020729"/>
                  </a:lnTo>
                  <a:lnTo>
                    <a:pt x="1447233" y="5020729"/>
                  </a:lnTo>
                  <a:lnTo>
                    <a:pt x="1447359" y="5020729"/>
                  </a:lnTo>
                  <a:lnTo>
                    <a:pt x="1447485" y="5020729"/>
                  </a:lnTo>
                  <a:lnTo>
                    <a:pt x="1447611" y="5020729"/>
                  </a:lnTo>
                  <a:lnTo>
                    <a:pt x="1447990" y="5020729"/>
                  </a:lnTo>
                  <a:lnTo>
                    <a:pt x="1448116" y="5020729"/>
                  </a:lnTo>
                  <a:lnTo>
                    <a:pt x="1448242" y="5020729"/>
                  </a:lnTo>
                  <a:lnTo>
                    <a:pt x="1448368" y="5020729"/>
                  </a:lnTo>
                  <a:lnTo>
                    <a:pt x="1448746" y="5020729"/>
                  </a:lnTo>
                  <a:lnTo>
                    <a:pt x="1448872" y="5020729"/>
                  </a:lnTo>
                  <a:lnTo>
                    <a:pt x="1449124" y="5020729"/>
                  </a:lnTo>
                  <a:lnTo>
                    <a:pt x="1449377" y="5020729"/>
                  </a:lnTo>
                  <a:lnTo>
                    <a:pt x="1449755" y="5020729"/>
                  </a:lnTo>
                  <a:lnTo>
                    <a:pt x="1449881" y="5020729"/>
                  </a:lnTo>
                  <a:lnTo>
                    <a:pt x="1450007" y="5020729"/>
                  </a:lnTo>
                  <a:lnTo>
                    <a:pt x="1450133" y="5020729"/>
                  </a:lnTo>
                  <a:lnTo>
                    <a:pt x="1450764" y="5020729"/>
                  </a:lnTo>
                  <a:lnTo>
                    <a:pt x="1450890" y="5020729"/>
                  </a:lnTo>
                  <a:lnTo>
                    <a:pt x="1451016" y="5020729"/>
                  </a:lnTo>
                  <a:lnTo>
                    <a:pt x="1451142" y="5020729"/>
                  </a:lnTo>
                  <a:lnTo>
                    <a:pt x="1451394" y="5020729"/>
                  </a:lnTo>
                  <a:lnTo>
                    <a:pt x="1451520" y="5020729"/>
                  </a:lnTo>
                  <a:lnTo>
                    <a:pt x="1451772" y="5020729"/>
                  </a:lnTo>
                  <a:lnTo>
                    <a:pt x="1452025" y="5020729"/>
                  </a:lnTo>
                  <a:lnTo>
                    <a:pt x="1452151" y="5020729"/>
                  </a:lnTo>
                  <a:lnTo>
                    <a:pt x="1452277" y="5020729"/>
                  </a:lnTo>
                  <a:lnTo>
                    <a:pt x="1452403" y="5020729"/>
                  </a:lnTo>
                  <a:lnTo>
                    <a:pt x="1452529" y="5020729"/>
                  </a:lnTo>
                  <a:lnTo>
                    <a:pt x="1453033" y="5020729"/>
                  </a:lnTo>
                  <a:lnTo>
                    <a:pt x="1453285" y="5020729"/>
                  </a:lnTo>
                  <a:lnTo>
                    <a:pt x="1453411" y="5020729"/>
                  </a:lnTo>
                  <a:lnTo>
                    <a:pt x="1453664" y="5020729"/>
                  </a:lnTo>
                  <a:lnTo>
                    <a:pt x="1454042" y="5020729"/>
                  </a:lnTo>
                  <a:lnTo>
                    <a:pt x="1454168" y="5020729"/>
                  </a:lnTo>
                  <a:lnTo>
                    <a:pt x="1454294" y="5020729"/>
                  </a:lnTo>
                  <a:lnTo>
                    <a:pt x="1454546" y="5020729"/>
                  </a:lnTo>
                  <a:lnTo>
                    <a:pt x="1454672" y="5020729"/>
                  </a:lnTo>
                  <a:lnTo>
                    <a:pt x="1454925" y="5020729"/>
                  </a:lnTo>
                  <a:lnTo>
                    <a:pt x="1455051" y="5020729"/>
                  </a:lnTo>
                  <a:lnTo>
                    <a:pt x="1455177" y="5020729"/>
                  </a:lnTo>
                  <a:lnTo>
                    <a:pt x="1455303" y="5020729"/>
                  </a:lnTo>
                  <a:lnTo>
                    <a:pt x="1455681" y="5020729"/>
                  </a:lnTo>
                  <a:lnTo>
                    <a:pt x="1455807" y="5020729"/>
                  </a:lnTo>
                  <a:lnTo>
                    <a:pt x="1455933" y="5020729"/>
                  </a:lnTo>
                  <a:lnTo>
                    <a:pt x="1456059" y="5020729"/>
                  </a:lnTo>
                  <a:lnTo>
                    <a:pt x="1456438" y="5020729"/>
                  </a:lnTo>
                  <a:lnTo>
                    <a:pt x="1456564" y="5020729"/>
                  </a:lnTo>
                  <a:lnTo>
                    <a:pt x="1456816" y="5020729"/>
                  </a:lnTo>
                  <a:lnTo>
                    <a:pt x="1456942" y="5020729"/>
                  </a:lnTo>
                  <a:lnTo>
                    <a:pt x="1457446" y="5020729"/>
                  </a:lnTo>
                  <a:lnTo>
                    <a:pt x="1457446" y="5015450"/>
                  </a:lnTo>
                  <a:lnTo>
                    <a:pt x="1457572" y="5015450"/>
                  </a:lnTo>
                  <a:lnTo>
                    <a:pt x="1457698" y="5015450"/>
                  </a:lnTo>
                  <a:lnTo>
                    <a:pt x="1457825" y="5015450"/>
                  </a:lnTo>
                  <a:lnTo>
                    <a:pt x="1458077" y="5015450"/>
                  </a:lnTo>
                  <a:lnTo>
                    <a:pt x="1458581" y="5015450"/>
                  </a:lnTo>
                  <a:lnTo>
                    <a:pt x="1458833" y="5015450"/>
                  </a:lnTo>
                  <a:lnTo>
                    <a:pt x="1459085" y="5015450"/>
                  </a:lnTo>
                  <a:lnTo>
                    <a:pt x="1459211" y="5015450"/>
                  </a:lnTo>
                  <a:lnTo>
                    <a:pt x="1459338" y="5015450"/>
                  </a:lnTo>
                  <a:lnTo>
                    <a:pt x="1459590" y="5010170"/>
                  </a:lnTo>
                  <a:lnTo>
                    <a:pt x="1459842" y="5010170"/>
                  </a:lnTo>
                  <a:lnTo>
                    <a:pt x="1460220" y="5010170"/>
                  </a:lnTo>
                  <a:lnTo>
                    <a:pt x="1460472" y="5010170"/>
                  </a:lnTo>
                  <a:lnTo>
                    <a:pt x="1460598" y="5010170"/>
                  </a:lnTo>
                  <a:lnTo>
                    <a:pt x="1460725" y="5010170"/>
                  </a:lnTo>
                  <a:lnTo>
                    <a:pt x="1460851" y="5010170"/>
                  </a:lnTo>
                  <a:lnTo>
                    <a:pt x="1460977" y="5010170"/>
                  </a:lnTo>
                  <a:lnTo>
                    <a:pt x="1461103" y="5010170"/>
                  </a:lnTo>
                  <a:lnTo>
                    <a:pt x="1461355" y="5010170"/>
                  </a:lnTo>
                  <a:lnTo>
                    <a:pt x="1461481" y="5010170"/>
                  </a:lnTo>
                  <a:lnTo>
                    <a:pt x="1461859" y="5010170"/>
                  </a:lnTo>
                  <a:lnTo>
                    <a:pt x="1461985" y="5010170"/>
                  </a:lnTo>
                  <a:lnTo>
                    <a:pt x="1462112" y="5010170"/>
                  </a:lnTo>
                  <a:lnTo>
                    <a:pt x="1462364" y="5010170"/>
                  </a:lnTo>
                  <a:lnTo>
                    <a:pt x="1462616" y="5010170"/>
                  </a:lnTo>
                  <a:lnTo>
                    <a:pt x="1462742" y="5010170"/>
                  </a:lnTo>
                  <a:lnTo>
                    <a:pt x="1462868" y="5010170"/>
                  </a:lnTo>
                  <a:lnTo>
                    <a:pt x="1463120" y="5010170"/>
                  </a:lnTo>
                  <a:lnTo>
                    <a:pt x="1463246" y="5010170"/>
                  </a:lnTo>
                  <a:lnTo>
                    <a:pt x="1463751" y="5004891"/>
                  </a:lnTo>
                  <a:lnTo>
                    <a:pt x="1464003" y="5004891"/>
                  </a:lnTo>
                  <a:lnTo>
                    <a:pt x="1464129" y="5004891"/>
                  </a:lnTo>
                  <a:lnTo>
                    <a:pt x="1464633" y="5004891"/>
                  </a:lnTo>
                  <a:lnTo>
                    <a:pt x="1465138" y="4999612"/>
                  </a:lnTo>
                  <a:lnTo>
                    <a:pt x="1465264" y="4999612"/>
                  </a:lnTo>
                  <a:lnTo>
                    <a:pt x="1465390" y="4999612"/>
                  </a:lnTo>
                  <a:lnTo>
                    <a:pt x="1465516" y="4999612"/>
                  </a:lnTo>
                  <a:lnTo>
                    <a:pt x="1465642" y="4999612"/>
                  </a:lnTo>
                  <a:lnTo>
                    <a:pt x="1465894" y="4999612"/>
                  </a:lnTo>
                  <a:lnTo>
                    <a:pt x="1466020" y="4999612"/>
                  </a:lnTo>
                  <a:lnTo>
                    <a:pt x="1467029" y="4999612"/>
                  </a:lnTo>
                  <a:lnTo>
                    <a:pt x="1467155" y="4999612"/>
                  </a:lnTo>
                  <a:lnTo>
                    <a:pt x="1467281" y="4999612"/>
                  </a:lnTo>
                  <a:lnTo>
                    <a:pt x="1467407" y="4999612"/>
                  </a:lnTo>
                  <a:lnTo>
                    <a:pt x="1467533" y="4999612"/>
                  </a:lnTo>
                  <a:lnTo>
                    <a:pt x="1467785" y="4999612"/>
                  </a:lnTo>
                  <a:lnTo>
                    <a:pt x="1468038" y="4999612"/>
                  </a:lnTo>
                  <a:lnTo>
                    <a:pt x="1468164" y="4999612"/>
                  </a:lnTo>
                  <a:lnTo>
                    <a:pt x="1468416" y="4999612"/>
                  </a:lnTo>
                  <a:lnTo>
                    <a:pt x="1468542" y="4999612"/>
                  </a:lnTo>
                  <a:lnTo>
                    <a:pt x="1468668" y="4999612"/>
                  </a:lnTo>
                  <a:lnTo>
                    <a:pt x="1469172" y="4999612"/>
                  </a:lnTo>
                  <a:lnTo>
                    <a:pt x="1469299" y="4999612"/>
                  </a:lnTo>
                  <a:lnTo>
                    <a:pt x="1469425" y="4999612"/>
                  </a:lnTo>
                  <a:lnTo>
                    <a:pt x="1469551" y="4999612"/>
                  </a:lnTo>
                  <a:lnTo>
                    <a:pt x="1469803" y="4999612"/>
                  </a:lnTo>
                  <a:lnTo>
                    <a:pt x="1470055" y="4999612"/>
                  </a:lnTo>
                  <a:lnTo>
                    <a:pt x="1470181" y="4999612"/>
                  </a:lnTo>
                  <a:lnTo>
                    <a:pt x="1470433" y="4999612"/>
                  </a:lnTo>
                  <a:lnTo>
                    <a:pt x="1470685" y="4999612"/>
                  </a:lnTo>
                  <a:lnTo>
                    <a:pt x="1470812" y="4999612"/>
                  </a:lnTo>
                  <a:lnTo>
                    <a:pt x="1470938" y="4999612"/>
                  </a:lnTo>
                  <a:lnTo>
                    <a:pt x="1471316" y="4999612"/>
                  </a:lnTo>
                  <a:lnTo>
                    <a:pt x="1471442" y="4999612"/>
                  </a:lnTo>
                  <a:lnTo>
                    <a:pt x="1471568" y="4999612"/>
                  </a:lnTo>
                  <a:lnTo>
                    <a:pt x="1471820" y="4999612"/>
                  </a:lnTo>
                  <a:lnTo>
                    <a:pt x="1472451" y="4999612"/>
                  </a:lnTo>
                  <a:lnTo>
                    <a:pt x="1472577" y="4999612"/>
                  </a:lnTo>
                  <a:lnTo>
                    <a:pt x="1472703" y="4999612"/>
                  </a:lnTo>
                  <a:lnTo>
                    <a:pt x="1473207" y="4999612"/>
                  </a:lnTo>
                  <a:lnTo>
                    <a:pt x="1473459" y="4999612"/>
                  </a:lnTo>
                  <a:lnTo>
                    <a:pt x="1473964" y="4999612"/>
                  </a:lnTo>
                  <a:lnTo>
                    <a:pt x="1474216" y="4999612"/>
                  </a:lnTo>
                  <a:lnTo>
                    <a:pt x="1474342" y="4999612"/>
                  </a:lnTo>
                  <a:lnTo>
                    <a:pt x="1474720" y="4999612"/>
                  </a:lnTo>
                  <a:lnTo>
                    <a:pt x="1474846" y="4999612"/>
                  </a:lnTo>
                  <a:lnTo>
                    <a:pt x="1474972" y="4999612"/>
                  </a:lnTo>
                  <a:lnTo>
                    <a:pt x="1475099" y="4999612"/>
                  </a:lnTo>
                  <a:lnTo>
                    <a:pt x="1475351" y="4999612"/>
                  </a:lnTo>
                  <a:lnTo>
                    <a:pt x="1475477" y="4999612"/>
                  </a:lnTo>
                  <a:lnTo>
                    <a:pt x="1475603" y="4999612"/>
                  </a:lnTo>
                  <a:lnTo>
                    <a:pt x="1475729" y="4999612"/>
                  </a:lnTo>
                  <a:lnTo>
                    <a:pt x="1475855" y="4999612"/>
                  </a:lnTo>
                  <a:lnTo>
                    <a:pt x="1475981" y="4999612"/>
                  </a:lnTo>
                  <a:lnTo>
                    <a:pt x="1476359" y="4999612"/>
                  </a:lnTo>
                  <a:lnTo>
                    <a:pt x="1476485" y="4999612"/>
                  </a:lnTo>
                  <a:lnTo>
                    <a:pt x="1476990" y="4999612"/>
                  </a:lnTo>
                  <a:lnTo>
                    <a:pt x="1477242" y="4999612"/>
                  </a:lnTo>
                  <a:lnTo>
                    <a:pt x="1477494" y="4999612"/>
                  </a:lnTo>
                  <a:lnTo>
                    <a:pt x="1477620" y="4999612"/>
                  </a:lnTo>
                  <a:lnTo>
                    <a:pt x="1477746" y="4999612"/>
                  </a:lnTo>
                  <a:lnTo>
                    <a:pt x="1477999" y="4999612"/>
                  </a:lnTo>
                  <a:lnTo>
                    <a:pt x="1478125" y="4999612"/>
                  </a:lnTo>
                  <a:lnTo>
                    <a:pt x="1478251" y="4999612"/>
                  </a:lnTo>
                  <a:lnTo>
                    <a:pt x="1478377" y="4999612"/>
                  </a:lnTo>
                  <a:lnTo>
                    <a:pt x="1478503" y="4999612"/>
                  </a:lnTo>
                  <a:lnTo>
                    <a:pt x="1478755" y="4999612"/>
                  </a:lnTo>
                  <a:lnTo>
                    <a:pt x="1479007" y="4999612"/>
                  </a:lnTo>
                  <a:lnTo>
                    <a:pt x="1479133" y="4999612"/>
                  </a:lnTo>
                  <a:lnTo>
                    <a:pt x="1479259" y="4999612"/>
                  </a:lnTo>
                  <a:lnTo>
                    <a:pt x="1479386" y="4999612"/>
                  </a:lnTo>
                  <a:lnTo>
                    <a:pt x="1479638" y="4999612"/>
                  </a:lnTo>
                  <a:lnTo>
                    <a:pt x="1479890" y="4999612"/>
                  </a:lnTo>
                  <a:lnTo>
                    <a:pt x="1480142" y="4999612"/>
                  </a:lnTo>
                  <a:lnTo>
                    <a:pt x="1480268" y="4999612"/>
                  </a:lnTo>
                  <a:lnTo>
                    <a:pt x="1480520" y="4999612"/>
                  </a:lnTo>
                  <a:lnTo>
                    <a:pt x="1480646" y="4999612"/>
                  </a:lnTo>
                  <a:lnTo>
                    <a:pt x="1480772" y="4999612"/>
                  </a:lnTo>
                  <a:lnTo>
                    <a:pt x="1480899" y="4999612"/>
                  </a:lnTo>
                  <a:lnTo>
                    <a:pt x="1481151" y="4999612"/>
                  </a:lnTo>
                  <a:lnTo>
                    <a:pt x="1481403" y="4999612"/>
                  </a:lnTo>
                  <a:lnTo>
                    <a:pt x="1481529" y="4999612"/>
                  </a:lnTo>
                  <a:lnTo>
                    <a:pt x="1481655" y="4999612"/>
                  </a:lnTo>
                  <a:lnTo>
                    <a:pt x="1482033" y="4999612"/>
                  </a:lnTo>
                  <a:lnTo>
                    <a:pt x="1482159" y="4999612"/>
                  </a:lnTo>
                  <a:lnTo>
                    <a:pt x="1482286" y="4999612"/>
                  </a:lnTo>
                  <a:lnTo>
                    <a:pt x="1482412" y="4999612"/>
                  </a:lnTo>
                  <a:lnTo>
                    <a:pt x="1482538" y="4999612"/>
                  </a:lnTo>
                  <a:lnTo>
                    <a:pt x="1482790" y="4999612"/>
                  </a:lnTo>
                  <a:lnTo>
                    <a:pt x="1483294" y="4999612"/>
                  </a:lnTo>
                  <a:lnTo>
                    <a:pt x="1483420" y="4999612"/>
                  </a:lnTo>
                  <a:lnTo>
                    <a:pt x="1483546" y="4999612"/>
                  </a:lnTo>
                  <a:lnTo>
                    <a:pt x="1483672" y="4999612"/>
                  </a:lnTo>
                  <a:lnTo>
                    <a:pt x="1483799" y="4999612"/>
                  </a:lnTo>
                  <a:lnTo>
                    <a:pt x="1483925" y="4999612"/>
                  </a:lnTo>
                  <a:lnTo>
                    <a:pt x="1484177" y="4999612"/>
                  </a:lnTo>
                  <a:lnTo>
                    <a:pt x="1484303" y="4999612"/>
                  </a:lnTo>
                  <a:lnTo>
                    <a:pt x="1484933" y="4999612"/>
                  </a:lnTo>
                  <a:lnTo>
                    <a:pt x="1485059" y="4999612"/>
                  </a:lnTo>
                  <a:lnTo>
                    <a:pt x="1485438" y="4999612"/>
                  </a:lnTo>
                  <a:lnTo>
                    <a:pt x="1485564" y="4999612"/>
                  </a:lnTo>
                  <a:lnTo>
                    <a:pt x="1486068" y="4999612"/>
                  </a:lnTo>
                  <a:lnTo>
                    <a:pt x="1486194" y="4999612"/>
                  </a:lnTo>
                  <a:lnTo>
                    <a:pt x="1486320" y="4999612"/>
                  </a:lnTo>
                  <a:lnTo>
                    <a:pt x="1486573" y="4999612"/>
                  </a:lnTo>
                  <a:lnTo>
                    <a:pt x="1486699" y="4999612"/>
                  </a:lnTo>
                  <a:lnTo>
                    <a:pt x="1486825" y="4999612"/>
                  </a:lnTo>
                  <a:lnTo>
                    <a:pt x="1486951" y="4999612"/>
                  </a:lnTo>
                  <a:lnTo>
                    <a:pt x="1488086" y="4999612"/>
                  </a:lnTo>
                  <a:lnTo>
                    <a:pt x="1488212" y="4999612"/>
                  </a:lnTo>
                  <a:lnTo>
                    <a:pt x="1488338" y="4999612"/>
                  </a:lnTo>
                  <a:lnTo>
                    <a:pt x="1488464" y="4999612"/>
                  </a:lnTo>
                  <a:lnTo>
                    <a:pt x="1488590" y="4999612"/>
                  </a:lnTo>
                  <a:lnTo>
                    <a:pt x="1488716" y="4999612"/>
                  </a:lnTo>
                  <a:lnTo>
                    <a:pt x="1488842" y="4999612"/>
                  </a:lnTo>
                  <a:lnTo>
                    <a:pt x="1488968" y="4999612"/>
                  </a:lnTo>
                  <a:lnTo>
                    <a:pt x="1489220" y="4999612"/>
                  </a:lnTo>
                  <a:lnTo>
                    <a:pt x="1489346" y="4999612"/>
                  </a:lnTo>
                  <a:lnTo>
                    <a:pt x="1489473" y="4999612"/>
                  </a:lnTo>
                  <a:lnTo>
                    <a:pt x="1489599" y="4999612"/>
                  </a:lnTo>
                  <a:lnTo>
                    <a:pt x="1489851" y="4999612"/>
                  </a:lnTo>
                  <a:lnTo>
                    <a:pt x="1489977" y="4999612"/>
                  </a:lnTo>
                  <a:lnTo>
                    <a:pt x="1490103" y="4999612"/>
                  </a:lnTo>
                  <a:lnTo>
                    <a:pt x="1490229" y="4999612"/>
                  </a:lnTo>
                  <a:lnTo>
                    <a:pt x="1490355" y="4994332"/>
                  </a:lnTo>
                  <a:lnTo>
                    <a:pt x="1490481" y="4994332"/>
                  </a:lnTo>
                  <a:lnTo>
                    <a:pt x="1490607" y="4994332"/>
                  </a:lnTo>
                  <a:lnTo>
                    <a:pt x="1490733" y="4994332"/>
                  </a:lnTo>
                  <a:lnTo>
                    <a:pt x="1490859" y="4994332"/>
                  </a:lnTo>
                  <a:lnTo>
                    <a:pt x="1491238" y="4994332"/>
                  </a:lnTo>
                  <a:lnTo>
                    <a:pt x="1491616" y="4994332"/>
                  </a:lnTo>
                  <a:lnTo>
                    <a:pt x="1491868" y="4994332"/>
                  </a:lnTo>
                  <a:lnTo>
                    <a:pt x="1491994" y="4994332"/>
                  </a:lnTo>
                  <a:lnTo>
                    <a:pt x="1492120" y="4994332"/>
                  </a:lnTo>
                  <a:lnTo>
                    <a:pt x="1492373" y="4994332"/>
                  </a:lnTo>
                  <a:lnTo>
                    <a:pt x="1492499" y="4994332"/>
                  </a:lnTo>
                  <a:lnTo>
                    <a:pt x="1492751" y="4994332"/>
                  </a:lnTo>
                  <a:lnTo>
                    <a:pt x="1492877" y="4994332"/>
                  </a:lnTo>
                  <a:lnTo>
                    <a:pt x="1493255" y="4994332"/>
                  </a:lnTo>
                  <a:lnTo>
                    <a:pt x="1493381" y="4994332"/>
                  </a:lnTo>
                  <a:lnTo>
                    <a:pt x="1493507" y="4994332"/>
                  </a:lnTo>
                  <a:lnTo>
                    <a:pt x="1494012" y="4994332"/>
                  </a:lnTo>
                  <a:lnTo>
                    <a:pt x="1494138" y="4994332"/>
                  </a:lnTo>
                  <a:lnTo>
                    <a:pt x="1494264" y="4994332"/>
                  </a:lnTo>
                  <a:lnTo>
                    <a:pt x="1494390" y="4994332"/>
                  </a:lnTo>
                  <a:lnTo>
                    <a:pt x="1494516" y="4994332"/>
                  </a:lnTo>
                  <a:lnTo>
                    <a:pt x="1494642" y="4994332"/>
                  </a:lnTo>
                  <a:lnTo>
                    <a:pt x="1494894" y="4994332"/>
                  </a:lnTo>
                  <a:lnTo>
                    <a:pt x="1495273" y="4989053"/>
                  </a:lnTo>
                  <a:lnTo>
                    <a:pt x="1495399" y="4989053"/>
                  </a:lnTo>
                  <a:lnTo>
                    <a:pt x="1495651" y="4989053"/>
                  </a:lnTo>
                  <a:lnTo>
                    <a:pt x="1496155" y="4989053"/>
                  </a:lnTo>
                  <a:lnTo>
                    <a:pt x="1496281" y="4989053"/>
                  </a:lnTo>
                  <a:lnTo>
                    <a:pt x="1496533" y="4989053"/>
                  </a:lnTo>
                  <a:lnTo>
                    <a:pt x="1496912" y="4989053"/>
                  </a:lnTo>
                  <a:lnTo>
                    <a:pt x="1497416" y="4989053"/>
                  </a:lnTo>
                  <a:lnTo>
                    <a:pt x="1497542" y="4989053"/>
                  </a:lnTo>
                  <a:lnTo>
                    <a:pt x="1497794" y="4989053"/>
                  </a:lnTo>
                  <a:lnTo>
                    <a:pt x="1497920" y="4989053"/>
                  </a:lnTo>
                  <a:lnTo>
                    <a:pt x="1498299" y="4989053"/>
                  </a:lnTo>
                  <a:lnTo>
                    <a:pt x="1498425" y="4989053"/>
                  </a:lnTo>
                  <a:lnTo>
                    <a:pt x="1498803" y="4989053"/>
                  </a:lnTo>
                  <a:lnTo>
                    <a:pt x="1498929" y="4989053"/>
                  </a:lnTo>
                  <a:lnTo>
                    <a:pt x="1499055" y="4989053"/>
                  </a:lnTo>
                  <a:lnTo>
                    <a:pt x="1499307" y="4989053"/>
                  </a:lnTo>
                  <a:lnTo>
                    <a:pt x="1499686" y="4989053"/>
                  </a:lnTo>
                  <a:lnTo>
                    <a:pt x="1499812" y="4989053"/>
                  </a:lnTo>
                  <a:lnTo>
                    <a:pt x="1500190" y="4983773"/>
                  </a:lnTo>
                  <a:lnTo>
                    <a:pt x="1500316" y="4983773"/>
                  </a:lnTo>
                  <a:lnTo>
                    <a:pt x="1500442" y="4983773"/>
                  </a:lnTo>
                  <a:lnTo>
                    <a:pt x="1501073" y="4983773"/>
                  </a:lnTo>
                  <a:lnTo>
                    <a:pt x="1501325" y="4983773"/>
                  </a:lnTo>
                  <a:lnTo>
                    <a:pt x="1501451" y="4983773"/>
                  </a:lnTo>
                  <a:lnTo>
                    <a:pt x="1501577" y="4983773"/>
                  </a:lnTo>
                  <a:lnTo>
                    <a:pt x="1501829" y="4983773"/>
                  </a:lnTo>
                  <a:lnTo>
                    <a:pt x="1501955" y="4983773"/>
                  </a:lnTo>
                  <a:lnTo>
                    <a:pt x="1502081" y="4978494"/>
                  </a:lnTo>
                  <a:lnTo>
                    <a:pt x="1502460" y="4978494"/>
                  </a:lnTo>
                  <a:lnTo>
                    <a:pt x="1503594" y="4978494"/>
                  </a:lnTo>
                  <a:lnTo>
                    <a:pt x="1503720" y="4978494"/>
                  </a:lnTo>
                  <a:lnTo>
                    <a:pt x="1503847" y="4978494"/>
                  </a:lnTo>
                  <a:lnTo>
                    <a:pt x="1504099" y="4978494"/>
                  </a:lnTo>
                  <a:lnTo>
                    <a:pt x="1504225" y="4978494"/>
                  </a:lnTo>
                  <a:lnTo>
                    <a:pt x="1504351" y="4978494"/>
                  </a:lnTo>
                  <a:lnTo>
                    <a:pt x="1504477" y="4978494"/>
                  </a:lnTo>
                  <a:lnTo>
                    <a:pt x="1504603" y="4978494"/>
                  </a:lnTo>
                  <a:lnTo>
                    <a:pt x="1504855" y="4978494"/>
                  </a:lnTo>
                  <a:lnTo>
                    <a:pt x="1504981" y="4978494"/>
                  </a:lnTo>
                  <a:lnTo>
                    <a:pt x="1505107" y="4978494"/>
                  </a:lnTo>
                  <a:lnTo>
                    <a:pt x="1505486" y="4978494"/>
                  </a:lnTo>
                  <a:lnTo>
                    <a:pt x="1505612" y="4978494"/>
                  </a:lnTo>
                  <a:lnTo>
                    <a:pt x="1505738" y="4978494"/>
                  </a:lnTo>
                  <a:lnTo>
                    <a:pt x="1505864" y="4978494"/>
                  </a:lnTo>
                  <a:lnTo>
                    <a:pt x="1506116" y="4978494"/>
                  </a:lnTo>
                  <a:lnTo>
                    <a:pt x="1506242" y="4978494"/>
                  </a:lnTo>
                  <a:lnTo>
                    <a:pt x="1506494" y="4978494"/>
                  </a:lnTo>
                  <a:lnTo>
                    <a:pt x="1506747" y="4978494"/>
                  </a:lnTo>
                  <a:lnTo>
                    <a:pt x="1506999" y="4978494"/>
                  </a:lnTo>
                  <a:lnTo>
                    <a:pt x="1507125" y="4978494"/>
                  </a:lnTo>
                  <a:lnTo>
                    <a:pt x="1507125" y="4973214"/>
                  </a:lnTo>
                  <a:lnTo>
                    <a:pt x="1507251" y="4973214"/>
                  </a:lnTo>
                  <a:lnTo>
                    <a:pt x="1507503" y="4973214"/>
                  </a:lnTo>
                  <a:lnTo>
                    <a:pt x="1507629" y="4973214"/>
                  </a:lnTo>
                  <a:lnTo>
                    <a:pt x="1507755" y="4973214"/>
                  </a:lnTo>
                  <a:lnTo>
                    <a:pt x="1507881" y="4973214"/>
                  </a:lnTo>
                  <a:lnTo>
                    <a:pt x="1508007" y="4973214"/>
                  </a:lnTo>
                  <a:lnTo>
                    <a:pt x="1508386" y="4973214"/>
                  </a:lnTo>
                  <a:lnTo>
                    <a:pt x="1508512" y="4973214"/>
                  </a:lnTo>
                  <a:lnTo>
                    <a:pt x="1508638" y="4973214"/>
                  </a:lnTo>
                  <a:lnTo>
                    <a:pt x="1509142" y="4973214"/>
                  </a:lnTo>
                  <a:lnTo>
                    <a:pt x="1509394" y="4973214"/>
                  </a:lnTo>
                  <a:lnTo>
                    <a:pt x="1509647" y="4973214"/>
                  </a:lnTo>
                  <a:lnTo>
                    <a:pt x="1509773" y="4973214"/>
                  </a:lnTo>
                  <a:lnTo>
                    <a:pt x="1509899" y="4973214"/>
                  </a:lnTo>
                  <a:lnTo>
                    <a:pt x="1510151" y="4973214"/>
                  </a:lnTo>
                  <a:lnTo>
                    <a:pt x="1510277" y="4973214"/>
                  </a:lnTo>
                  <a:lnTo>
                    <a:pt x="1510403" y="4973214"/>
                  </a:lnTo>
                  <a:lnTo>
                    <a:pt x="1510655" y="4973214"/>
                  </a:lnTo>
                  <a:lnTo>
                    <a:pt x="1511034" y="4973214"/>
                  </a:lnTo>
                  <a:lnTo>
                    <a:pt x="1511412" y="4973214"/>
                  </a:lnTo>
                  <a:lnTo>
                    <a:pt x="1511664" y="4973214"/>
                  </a:lnTo>
                  <a:lnTo>
                    <a:pt x="1512420" y="4973214"/>
                  </a:lnTo>
                  <a:lnTo>
                    <a:pt x="1512673" y="4973214"/>
                  </a:lnTo>
                  <a:lnTo>
                    <a:pt x="1512799" y="4973214"/>
                  </a:lnTo>
                  <a:lnTo>
                    <a:pt x="1513051" y="4973214"/>
                  </a:lnTo>
                  <a:lnTo>
                    <a:pt x="1513555" y="4973214"/>
                  </a:lnTo>
                  <a:lnTo>
                    <a:pt x="1513807" y="4973214"/>
                  </a:lnTo>
                  <a:lnTo>
                    <a:pt x="1514186" y="4973214"/>
                  </a:lnTo>
                  <a:lnTo>
                    <a:pt x="1514312" y="4973214"/>
                  </a:lnTo>
                  <a:lnTo>
                    <a:pt x="1514690" y="4973214"/>
                  </a:lnTo>
                  <a:lnTo>
                    <a:pt x="1514816" y="4973214"/>
                  </a:lnTo>
                  <a:lnTo>
                    <a:pt x="1514942" y="4973214"/>
                  </a:lnTo>
                  <a:lnTo>
                    <a:pt x="1515194" y="4973214"/>
                  </a:lnTo>
                  <a:lnTo>
                    <a:pt x="1515320" y="4973214"/>
                  </a:lnTo>
                  <a:lnTo>
                    <a:pt x="1515573" y="4973214"/>
                  </a:lnTo>
                  <a:lnTo>
                    <a:pt x="1515699" y="4973214"/>
                  </a:lnTo>
                  <a:lnTo>
                    <a:pt x="1515951" y="4973214"/>
                  </a:lnTo>
                  <a:lnTo>
                    <a:pt x="1516077" y="4973214"/>
                  </a:lnTo>
                  <a:lnTo>
                    <a:pt x="1516203" y="4973214"/>
                  </a:lnTo>
                  <a:lnTo>
                    <a:pt x="1516455" y="4973214"/>
                  </a:lnTo>
                  <a:lnTo>
                    <a:pt x="1516581" y="4973214"/>
                  </a:lnTo>
                  <a:lnTo>
                    <a:pt x="1516707" y="4973214"/>
                  </a:lnTo>
                  <a:lnTo>
                    <a:pt x="1517086" y="4973214"/>
                  </a:lnTo>
                  <a:lnTo>
                    <a:pt x="1517212" y="4973214"/>
                  </a:lnTo>
                  <a:lnTo>
                    <a:pt x="1517338" y="4973214"/>
                  </a:lnTo>
                  <a:lnTo>
                    <a:pt x="1517338" y="4967935"/>
                  </a:lnTo>
                  <a:lnTo>
                    <a:pt x="1517464" y="4967935"/>
                  </a:lnTo>
                  <a:lnTo>
                    <a:pt x="1517716" y="4967935"/>
                  </a:lnTo>
                  <a:lnTo>
                    <a:pt x="1517968" y="4967935"/>
                  </a:lnTo>
                  <a:lnTo>
                    <a:pt x="1518473" y="4967935"/>
                  </a:lnTo>
                  <a:lnTo>
                    <a:pt x="1518851" y="4967935"/>
                  </a:lnTo>
                  <a:lnTo>
                    <a:pt x="1518977" y="4967935"/>
                  </a:lnTo>
                  <a:lnTo>
                    <a:pt x="1519103" y="4967935"/>
                  </a:lnTo>
                  <a:lnTo>
                    <a:pt x="1519229" y="4967935"/>
                  </a:lnTo>
                  <a:lnTo>
                    <a:pt x="1519355" y="4967935"/>
                  </a:lnTo>
                  <a:lnTo>
                    <a:pt x="1519481" y="4962656"/>
                  </a:lnTo>
                  <a:lnTo>
                    <a:pt x="1519607" y="4962656"/>
                  </a:lnTo>
                  <a:lnTo>
                    <a:pt x="1519860" y="4962656"/>
                  </a:lnTo>
                  <a:lnTo>
                    <a:pt x="1520112" y="4962656"/>
                  </a:lnTo>
                  <a:lnTo>
                    <a:pt x="1520238" y="4962656"/>
                  </a:lnTo>
                  <a:lnTo>
                    <a:pt x="1520364" y="4962656"/>
                  </a:lnTo>
                  <a:lnTo>
                    <a:pt x="1520490" y="4962656"/>
                  </a:lnTo>
                  <a:lnTo>
                    <a:pt x="1520616" y="4962656"/>
                  </a:lnTo>
                  <a:lnTo>
                    <a:pt x="1520868" y="4962656"/>
                  </a:lnTo>
                  <a:lnTo>
                    <a:pt x="1520994" y="4962656"/>
                  </a:lnTo>
                  <a:lnTo>
                    <a:pt x="1521247" y="4962656"/>
                  </a:lnTo>
                  <a:lnTo>
                    <a:pt x="1521373" y="4962656"/>
                  </a:lnTo>
                  <a:lnTo>
                    <a:pt x="1522003" y="4962656"/>
                  </a:lnTo>
                  <a:lnTo>
                    <a:pt x="1522129" y="4962656"/>
                  </a:lnTo>
                  <a:lnTo>
                    <a:pt x="1522381" y="4962656"/>
                  </a:lnTo>
                  <a:lnTo>
                    <a:pt x="1522507" y="4962656"/>
                  </a:lnTo>
                  <a:lnTo>
                    <a:pt x="1522634" y="4962656"/>
                  </a:lnTo>
                  <a:lnTo>
                    <a:pt x="1522760" y="4962656"/>
                  </a:lnTo>
                  <a:lnTo>
                    <a:pt x="1523012" y="4962656"/>
                  </a:lnTo>
                  <a:lnTo>
                    <a:pt x="1523138" y="4962656"/>
                  </a:lnTo>
                  <a:lnTo>
                    <a:pt x="1523516" y="4962656"/>
                  </a:lnTo>
                  <a:lnTo>
                    <a:pt x="1523642" y="4962656"/>
                  </a:lnTo>
                  <a:lnTo>
                    <a:pt x="1523768" y="4962656"/>
                  </a:lnTo>
                  <a:lnTo>
                    <a:pt x="1523894" y="4962656"/>
                  </a:lnTo>
                  <a:lnTo>
                    <a:pt x="1524273" y="4962656"/>
                  </a:lnTo>
                  <a:lnTo>
                    <a:pt x="1524399" y="4962656"/>
                  </a:lnTo>
                  <a:lnTo>
                    <a:pt x="1524525" y="4962656"/>
                  </a:lnTo>
                  <a:lnTo>
                    <a:pt x="1524777" y="4962656"/>
                  </a:lnTo>
                  <a:lnTo>
                    <a:pt x="1525029" y="4962656"/>
                  </a:lnTo>
                  <a:lnTo>
                    <a:pt x="1525281" y="4962656"/>
                  </a:lnTo>
                  <a:lnTo>
                    <a:pt x="1525407" y="4962656"/>
                  </a:lnTo>
                  <a:lnTo>
                    <a:pt x="1525534" y="4962656"/>
                  </a:lnTo>
                  <a:lnTo>
                    <a:pt x="1525660" y="4962656"/>
                  </a:lnTo>
                  <a:lnTo>
                    <a:pt x="1525912" y="4962656"/>
                  </a:lnTo>
                  <a:lnTo>
                    <a:pt x="1526164" y="4962656"/>
                  </a:lnTo>
                  <a:lnTo>
                    <a:pt x="1526668" y="4962656"/>
                  </a:lnTo>
                  <a:lnTo>
                    <a:pt x="1527047" y="4962656"/>
                  </a:lnTo>
                  <a:lnTo>
                    <a:pt x="1527173" y="4962656"/>
                  </a:lnTo>
                  <a:lnTo>
                    <a:pt x="1527299" y="4962656"/>
                  </a:lnTo>
                  <a:lnTo>
                    <a:pt x="1527425" y="4962656"/>
                  </a:lnTo>
                  <a:lnTo>
                    <a:pt x="1527677" y="4962656"/>
                  </a:lnTo>
                  <a:lnTo>
                    <a:pt x="1527803" y="4962656"/>
                  </a:lnTo>
                  <a:lnTo>
                    <a:pt x="1527929" y="4962656"/>
                  </a:lnTo>
                  <a:lnTo>
                    <a:pt x="1528181" y="4962656"/>
                  </a:lnTo>
                  <a:lnTo>
                    <a:pt x="1528308" y="4962656"/>
                  </a:lnTo>
                  <a:lnTo>
                    <a:pt x="1528434" y="4962656"/>
                  </a:lnTo>
                  <a:lnTo>
                    <a:pt x="1528560" y="4962656"/>
                  </a:lnTo>
                  <a:lnTo>
                    <a:pt x="1528686" y="4962656"/>
                  </a:lnTo>
                  <a:lnTo>
                    <a:pt x="1528812" y="4962656"/>
                  </a:lnTo>
                  <a:lnTo>
                    <a:pt x="1528938" y="4962656"/>
                  </a:lnTo>
                  <a:lnTo>
                    <a:pt x="1529064" y="4962656"/>
                  </a:lnTo>
                  <a:lnTo>
                    <a:pt x="1529568" y="4962656"/>
                  </a:lnTo>
                  <a:lnTo>
                    <a:pt x="1529694" y="4962656"/>
                  </a:lnTo>
                  <a:lnTo>
                    <a:pt x="1529821" y="4962656"/>
                  </a:lnTo>
                  <a:lnTo>
                    <a:pt x="1532468" y="4962656"/>
                  </a:lnTo>
                  <a:lnTo>
                    <a:pt x="1532973" y="4962656"/>
                  </a:lnTo>
                  <a:lnTo>
                    <a:pt x="1533225" y="4962656"/>
                  </a:lnTo>
                  <a:lnTo>
                    <a:pt x="1533351" y="4962656"/>
                  </a:lnTo>
                  <a:lnTo>
                    <a:pt x="1533477" y="4962656"/>
                  </a:lnTo>
                  <a:lnTo>
                    <a:pt x="1533603" y="4962656"/>
                  </a:lnTo>
                  <a:lnTo>
                    <a:pt x="1533729" y="4962656"/>
                  </a:lnTo>
                  <a:lnTo>
                    <a:pt x="1533855" y="4962656"/>
                  </a:lnTo>
                  <a:lnTo>
                    <a:pt x="1533981" y="4962656"/>
                  </a:lnTo>
                  <a:lnTo>
                    <a:pt x="1534108" y="4962656"/>
                  </a:lnTo>
                  <a:lnTo>
                    <a:pt x="1534234" y="4962656"/>
                  </a:lnTo>
                  <a:lnTo>
                    <a:pt x="1534360" y="4962656"/>
                  </a:lnTo>
                  <a:lnTo>
                    <a:pt x="1534486" y="4962656"/>
                  </a:lnTo>
                  <a:lnTo>
                    <a:pt x="1534612" y="4962656"/>
                  </a:lnTo>
                  <a:lnTo>
                    <a:pt x="1534738" y="4962656"/>
                  </a:lnTo>
                  <a:lnTo>
                    <a:pt x="1535242" y="4962656"/>
                  </a:lnTo>
                  <a:lnTo>
                    <a:pt x="1535495" y="4962656"/>
                  </a:lnTo>
                  <a:lnTo>
                    <a:pt x="1535621" y="4962656"/>
                  </a:lnTo>
                  <a:lnTo>
                    <a:pt x="1535747" y="4962656"/>
                  </a:lnTo>
                  <a:lnTo>
                    <a:pt x="1535873" y="4962656"/>
                  </a:lnTo>
                  <a:lnTo>
                    <a:pt x="1536125" y="4962656"/>
                  </a:lnTo>
                  <a:lnTo>
                    <a:pt x="1536503" y="4962656"/>
                  </a:lnTo>
                  <a:lnTo>
                    <a:pt x="1536755" y="4962656"/>
                  </a:lnTo>
                  <a:lnTo>
                    <a:pt x="1536881" y="4962656"/>
                  </a:lnTo>
                  <a:lnTo>
                    <a:pt x="1537008" y="4962656"/>
                  </a:lnTo>
                  <a:lnTo>
                    <a:pt x="1537260" y="4962656"/>
                  </a:lnTo>
                  <a:lnTo>
                    <a:pt x="1537386" y="4962656"/>
                  </a:lnTo>
                  <a:lnTo>
                    <a:pt x="1537512" y="4962656"/>
                  </a:lnTo>
                  <a:lnTo>
                    <a:pt x="1537638" y="4962656"/>
                  </a:lnTo>
                  <a:lnTo>
                    <a:pt x="1537890" y="4962656"/>
                  </a:lnTo>
                  <a:lnTo>
                    <a:pt x="1538016" y="4962656"/>
                  </a:lnTo>
                  <a:lnTo>
                    <a:pt x="1538142" y="4962656"/>
                  </a:lnTo>
                  <a:lnTo>
                    <a:pt x="1538268" y="4962656"/>
                  </a:lnTo>
                  <a:lnTo>
                    <a:pt x="1538521" y="4962656"/>
                  </a:lnTo>
                  <a:lnTo>
                    <a:pt x="1538647" y="4962656"/>
                  </a:lnTo>
                  <a:lnTo>
                    <a:pt x="1538899" y="4962656"/>
                  </a:lnTo>
                  <a:lnTo>
                    <a:pt x="1539151" y="4962656"/>
                  </a:lnTo>
                  <a:lnTo>
                    <a:pt x="1539277" y="4962656"/>
                  </a:lnTo>
                  <a:lnTo>
                    <a:pt x="1539403" y="4962656"/>
                  </a:lnTo>
                  <a:lnTo>
                    <a:pt x="1539655" y="4962656"/>
                  </a:lnTo>
                  <a:lnTo>
                    <a:pt x="1539781" y="4962656"/>
                  </a:lnTo>
                  <a:lnTo>
                    <a:pt x="1539908" y="4962656"/>
                  </a:lnTo>
                  <a:lnTo>
                    <a:pt x="1540034" y="4962656"/>
                  </a:lnTo>
                  <a:lnTo>
                    <a:pt x="1540160" y="4962656"/>
                  </a:lnTo>
                  <a:lnTo>
                    <a:pt x="1540286" y="4962656"/>
                  </a:lnTo>
                  <a:lnTo>
                    <a:pt x="1540412" y="4962656"/>
                  </a:lnTo>
                  <a:lnTo>
                    <a:pt x="1540664" y="4957376"/>
                  </a:lnTo>
                  <a:lnTo>
                    <a:pt x="1540790" y="4957376"/>
                  </a:lnTo>
                  <a:lnTo>
                    <a:pt x="1540916" y="4957376"/>
                  </a:lnTo>
                  <a:lnTo>
                    <a:pt x="1541547" y="4952097"/>
                  </a:lnTo>
                  <a:lnTo>
                    <a:pt x="1541799" y="4952097"/>
                  </a:lnTo>
                  <a:lnTo>
                    <a:pt x="1542177" y="4952097"/>
                  </a:lnTo>
                  <a:lnTo>
                    <a:pt x="1542303" y="4952097"/>
                  </a:lnTo>
                  <a:lnTo>
                    <a:pt x="1542808" y="4946817"/>
                  </a:lnTo>
                  <a:lnTo>
                    <a:pt x="1542934" y="4946817"/>
                  </a:lnTo>
                  <a:lnTo>
                    <a:pt x="1543186" y="4946817"/>
                  </a:lnTo>
                  <a:lnTo>
                    <a:pt x="1543438" y="4946817"/>
                  </a:lnTo>
                  <a:lnTo>
                    <a:pt x="1543564" y="4946817"/>
                  </a:lnTo>
                  <a:lnTo>
                    <a:pt x="1543690" y="4946817"/>
                  </a:lnTo>
                  <a:lnTo>
                    <a:pt x="1543816" y="4946817"/>
                  </a:lnTo>
                  <a:lnTo>
                    <a:pt x="1543942" y="4946817"/>
                  </a:lnTo>
                  <a:lnTo>
                    <a:pt x="1544068" y="4946817"/>
                  </a:lnTo>
                  <a:lnTo>
                    <a:pt x="1544195" y="4946817"/>
                  </a:lnTo>
                  <a:lnTo>
                    <a:pt x="1544321" y="4946817"/>
                  </a:lnTo>
                  <a:lnTo>
                    <a:pt x="1544699" y="4946817"/>
                  </a:lnTo>
                  <a:lnTo>
                    <a:pt x="1544825" y="4946817"/>
                  </a:lnTo>
                  <a:lnTo>
                    <a:pt x="1544951" y="4946817"/>
                  </a:lnTo>
                  <a:lnTo>
                    <a:pt x="1545077" y="4946817"/>
                  </a:lnTo>
                  <a:lnTo>
                    <a:pt x="1545455" y="4946817"/>
                  </a:lnTo>
                  <a:lnTo>
                    <a:pt x="1545582" y="4946817"/>
                  </a:lnTo>
                  <a:lnTo>
                    <a:pt x="1545708" y="4946817"/>
                  </a:lnTo>
                  <a:lnTo>
                    <a:pt x="1545834" y="4946817"/>
                  </a:lnTo>
                  <a:lnTo>
                    <a:pt x="1545960" y="4946817"/>
                  </a:lnTo>
                  <a:lnTo>
                    <a:pt x="1546338" y="4946817"/>
                  </a:lnTo>
                  <a:lnTo>
                    <a:pt x="1546338" y="4941538"/>
                  </a:lnTo>
                  <a:lnTo>
                    <a:pt x="1546464" y="4941538"/>
                  </a:lnTo>
                  <a:lnTo>
                    <a:pt x="1546590" y="4941538"/>
                  </a:lnTo>
                  <a:lnTo>
                    <a:pt x="1546716" y="4941538"/>
                  </a:lnTo>
                  <a:lnTo>
                    <a:pt x="1546716" y="4936258"/>
                  </a:lnTo>
                  <a:lnTo>
                    <a:pt x="1546842" y="4936258"/>
                  </a:lnTo>
                  <a:lnTo>
                    <a:pt x="1547221" y="4936258"/>
                  </a:lnTo>
                  <a:lnTo>
                    <a:pt x="1547599" y="4936258"/>
                  </a:lnTo>
                  <a:lnTo>
                    <a:pt x="1547725" y="4936258"/>
                  </a:lnTo>
                  <a:lnTo>
                    <a:pt x="1547977" y="4936258"/>
                  </a:lnTo>
                  <a:lnTo>
                    <a:pt x="1548229" y="4936258"/>
                  </a:lnTo>
                  <a:lnTo>
                    <a:pt x="1548608" y="4936258"/>
                  </a:lnTo>
                  <a:lnTo>
                    <a:pt x="1548734" y="4936258"/>
                  </a:lnTo>
                  <a:lnTo>
                    <a:pt x="1549112" y="4936258"/>
                  </a:lnTo>
                  <a:lnTo>
                    <a:pt x="1549238" y="4936258"/>
                  </a:lnTo>
                  <a:lnTo>
                    <a:pt x="1549364" y="4936258"/>
                  </a:lnTo>
                  <a:lnTo>
                    <a:pt x="1549742" y="4936258"/>
                  </a:lnTo>
                  <a:lnTo>
                    <a:pt x="1549995" y="4936258"/>
                  </a:lnTo>
                  <a:lnTo>
                    <a:pt x="1550499" y="4936258"/>
                  </a:lnTo>
                  <a:lnTo>
                    <a:pt x="1550751" y="4936258"/>
                  </a:lnTo>
                  <a:lnTo>
                    <a:pt x="1550877" y="4936258"/>
                  </a:lnTo>
                  <a:lnTo>
                    <a:pt x="1551003" y="4936258"/>
                  </a:lnTo>
                  <a:lnTo>
                    <a:pt x="1551129" y="4936258"/>
                  </a:lnTo>
                  <a:lnTo>
                    <a:pt x="1551382" y="4930979"/>
                  </a:lnTo>
                  <a:lnTo>
                    <a:pt x="1551508" y="4930979"/>
                  </a:lnTo>
                  <a:lnTo>
                    <a:pt x="1551634" y="4930979"/>
                  </a:lnTo>
                  <a:lnTo>
                    <a:pt x="1552516" y="4930979"/>
                  </a:lnTo>
                  <a:lnTo>
                    <a:pt x="1552642" y="4930979"/>
                  </a:lnTo>
                  <a:lnTo>
                    <a:pt x="1552769" y="4930979"/>
                  </a:lnTo>
                  <a:lnTo>
                    <a:pt x="1552895" y="4930979"/>
                  </a:lnTo>
                  <a:lnTo>
                    <a:pt x="1553147" y="4930979"/>
                  </a:lnTo>
                  <a:lnTo>
                    <a:pt x="1553273" y="4930979"/>
                  </a:lnTo>
                  <a:lnTo>
                    <a:pt x="1553399" y="4930979"/>
                  </a:lnTo>
                  <a:lnTo>
                    <a:pt x="1553777" y="4930979"/>
                  </a:lnTo>
                  <a:lnTo>
                    <a:pt x="1554029" y="4930979"/>
                  </a:lnTo>
                  <a:lnTo>
                    <a:pt x="1554155" y="4930979"/>
                  </a:lnTo>
                  <a:lnTo>
                    <a:pt x="1554282" y="4930979"/>
                  </a:lnTo>
                  <a:lnTo>
                    <a:pt x="1554408" y="4930979"/>
                  </a:lnTo>
                  <a:lnTo>
                    <a:pt x="1554534" y="4930979"/>
                  </a:lnTo>
                  <a:lnTo>
                    <a:pt x="1555164" y="4930979"/>
                  </a:lnTo>
                  <a:lnTo>
                    <a:pt x="1555290" y="4930979"/>
                  </a:lnTo>
                  <a:lnTo>
                    <a:pt x="1555416" y="4930979"/>
                  </a:lnTo>
                  <a:lnTo>
                    <a:pt x="1555542" y="4930979"/>
                  </a:lnTo>
                  <a:lnTo>
                    <a:pt x="1555669" y="4930979"/>
                  </a:lnTo>
                  <a:lnTo>
                    <a:pt x="1555795" y="4930979"/>
                  </a:lnTo>
                  <a:lnTo>
                    <a:pt x="1555921" y="4930979"/>
                  </a:lnTo>
                  <a:lnTo>
                    <a:pt x="1556047" y="4925700"/>
                  </a:lnTo>
                  <a:lnTo>
                    <a:pt x="1556173" y="4925700"/>
                  </a:lnTo>
                  <a:lnTo>
                    <a:pt x="1556299" y="4925700"/>
                  </a:lnTo>
                  <a:lnTo>
                    <a:pt x="1556551" y="4925700"/>
                  </a:lnTo>
                  <a:lnTo>
                    <a:pt x="1556677" y="4925700"/>
                  </a:lnTo>
                  <a:lnTo>
                    <a:pt x="1556803" y="4925700"/>
                  </a:lnTo>
                  <a:lnTo>
                    <a:pt x="1556929" y="4925700"/>
                  </a:lnTo>
                  <a:lnTo>
                    <a:pt x="1557055" y="4925700"/>
                  </a:lnTo>
                  <a:lnTo>
                    <a:pt x="1557434" y="4925700"/>
                  </a:lnTo>
                  <a:lnTo>
                    <a:pt x="1557560" y="4925700"/>
                  </a:lnTo>
                  <a:lnTo>
                    <a:pt x="1557812" y="4925700"/>
                  </a:lnTo>
                  <a:lnTo>
                    <a:pt x="1558064" y="4925700"/>
                  </a:lnTo>
                  <a:lnTo>
                    <a:pt x="1558569" y="4925700"/>
                  </a:lnTo>
                  <a:lnTo>
                    <a:pt x="1558821" y="4925700"/>
                  </a:lnTo>
                  <a:lnTo>
                    <a:pt x="1559073" y="4925700"/>
                  </a:lnTo>
                  <a:lnTo>
                    <a:pt x="1559199" y="4925700"/>
                  </a:lnTo>
                  <a:lnTo>
                    <a:pt x="1559325" y="4925700"/>
                  </a:lnTo>
                  <a:lnTo>
                    <a:pt x="1559577" y="4925700"/>
                  </a:lnTo>
                  <a:lnTo>
                    <a:pt x="1559703" y="4925700"/>
                  </a:lnTo>
                  <a:lnTo>
                    <a:pt x="1559956" y="4925700"/>
                  </a:lnTo>
                  <a:lnTo>
                    <a:pt x="1560208" y="4920420"/>
                  </a:lnTo>
                  <a:lnTo>
                    <a:pt x="1560460" y="4920420"/>
                  </a:lnTo>
                  <a:lnTo>
                    <a:pt x="1560586" y="4920420"/>
                  </a:lnTo>
                  <a:lnTo>
                    <a:pt x="1560712" y="4920420"/>
                  </a:lnTo>
                  <a:lnTo>
                    <a:pt x="1560838" y="4920420"/>
                  </a:lnTo>
                  <a:lnTo>
                    <a:pt x="1560964" y="4920420"/>
                  </a:lnTo>
                  <a:lnTo>
                    <a:pt x="1561216" y="4920420"/>
                  </a:lnTo>
                  <a:lnTo>
                    <a:pt x="1561342" y="4920420"/>
                  </a:lnTo>
                  <a:lnTo>
                    <a:pt x="1561469" y="4920420"/>
                  </a:lnTo>
                  <a:lnTo>
                    <a:pt x="1561595" y="4920420"/>
                  </a:lnTo>
                  <a:lnTo>
                    <a:pt x="1561847" y="4915141"/>
                  </a:lnTo>
                  <a:lnTo>
                    <a:pt x="1561973" y="4915141"/>
                  </a:lnTo>
                  <a:lnTo>
                    <a:pt x="1562729" y="4909861"/>
                  </a:lnTo>
                  <a:lnTo>
                    <a:pt x="1562856" y="4909861"/>
                  </a:lnTo>
                  <a:lnTo>
                    <a:pt x="1563108" y="4909861"/>
                  </a:lnTo>
                  <a:lnTo>
                    <a:pt x="1563234" y="4909861"/>
                  </a:lnTo>
                  <a:lnTo>
                    <a:pt x="1563360" y="4909861"/>
                  </a:lnTo>
                  <a:lnTo>
                    <a:pt x="1563486" y="4909861"/>
                  </a:lnTo>
                  <a:lnTo>
                    <a:pt x="1563612" y="4909861"/>
                  </a:lnTo>
                  <a:lnTo>
                    <a:pt x="1563738" y="4909861"/>
                  </a:lnTo>
                  <a:lnTo>
                    <a:pt x="1563864" y="4909861"/>
                  </a:lnTo>
                  <a:lnTo>
                    <a:pt x="1564242" y="4909861"/>
                  </a:lnTo>
                  <a:lnTo>
                    <a:pt x="1564621" y="4909861"/>
                  </a:lnTo>
                  <a:lnTo>
                    <a:pt x="1564873" y="4909861"/>
                  </a:lnTo>
                  <a:lnTo>
                    <a:pt x="1565251" y="4909861"/>
                  </a:lnTo>
                  <a:lnTo>
                    <a:pt x="1565503" y="4904582"/>
                  </a:lnTo>
                  <a:lnTo>
                    <a:pt x="1565629" y="4904582"/>
                  </a:lnTo>
                  <a:lnTo>
                    <a:pt x="1565756" y="4904582"/>
                  </a:lnTo>
                  <a:lnTo>
                    <a:pt x="1565882" y="4904582"/>
                  </a:lnTo>
                  <a:lnTo>
                    <a:pt x="1566008" y="4904582"/>
                  </a:lnTo>
                  <a:lnTo>
                    <a:pt x="1566260" y="4904582"/>
                  </a:lnTo>
                  <a:lnTo>
                    <a:pt x="1566638" y="4904582"/>
                  </a:lnTo>
                  <a:lnTo>
                    <a:pt x="1566890" y="4904582"/>
                  </a:lnTo>
                  <a:lnTo>
                    <a:pt x="1567016" y="4904582"/>
                  </a:lnTo>
                  <a:lnTo>
                    <a:pt x="1567142" y="4904582"/>
                  </a:lnTo>
                  <a:lnTo>
                    <a:pt x="1567269" y="4904582"/>
                  </a:lnTo>
                  <a:lnTo>
                    <a:pt x="1567647" y="4904582"/>
                  </a:lnTo>
                  <a:lnTo>
                    <a:pt x="1568025" y="4904582"/>
                  </a:lnTo>
                  <a:lnTo>
                    <a:pt x="1568151" y="4904582"/>
                  </a:lnTo>
                  <a:lnTo>
                    <a:pt x="1568277" y="4904582"/>
                  </a:lnTo>
                  <a:lnTo>
                    <a:pt x="1568656" y="4904582"/>
                  </a:lnTo>
                  <a:lnTo>
                    <a:pt x="1568782" y="4904582"/>
                  </a:lnTo>
                  <a:lnTo>
                    <a:pt x="1569160" y="4904582"/>
                  </a:lnTo>
                  <a:lnTo>
                    <a:pt x="1569286" y="4904582"/>
                  </a:lnTo>
                  <a:lnTo>
                    <a:pt x="1569538" y="4904582"/>
                  </a:lnTo>
                  <a:lnTo>
                    <a:pt x="1570295" y="4904582"/>
                  </a:lnTo>
                  <a:lnTo>
                    <a:pt x="1570673" y="4904582"/>
                  </a:lnTo>
                  <a:lnTo>
                    <a:pt x="1570799" y="4904582"/>
                  </a:lnTo>
                  <a:lnTo>
                    <a:pt x="1570925" y="4904582"/>
                  </a:lnTo>
                  <a:lnTo>
                    <a:pt x="1571051" y="4904582"/>
                  </a:lnTo>
                  <a:lnTo>
                    <a:pt x="1571808" y="4904582"/>
                  </a:lnTo>
                  <a:lnTo>
                    <a:pt x="1571934" y="4904582"/>
                  </a:lnTo>
                  <a:lnTo>
                    <a:pt x="1572060" y="4904582"/>
                  </a:lnTo>
                  <a:lnTo>
                    <a:pt x="1572312" y="4904582"/>
                  </a:lnTo>
                  <a:lnTo>
                    <a:pt x="1572438" y="4904582"/>
                  </a:lnTo>
                  <a:lnTo>
                    <a:pt x="1572564" y="4904582"/>
                  </a:lnTo>
                  <a:lnTo>
                    <a:pt x="1572816" y="4904582"/>
                  </a:lnTo>
                  <a:lnTo>
                    <a:pt x="1573195" y="4904582"/>
                  </a:lnTo>
                  <a:lnTo>
                    <a:pt x="1573573" y="4904582"/>
                  </a:lnTo>
                  <a:lnTo>
                    <a:pt x="1573825" y="4904582"/>
                  </a:lnTo>
                  <a:lnTo>
                    <a:pt x="1573951" y="4904582"/>
                  </a:lnTo>
                  <a:lnTo>
                    <a:pt x="1574077" y="4904582"/>
                  </a:lnTo>
                  <a:lnTo>
                    <a:pt x="1574203" y="4904582"/>
                  </a:lnTo>
                  <a:lnTo>
                    <a:pt x="1574456" y="4904582"/>
                  </a:lnTo>
                  <a:lnTo>
                    <a:pt x="1574708" y="4904582"/>
                  </a:lnTo>
                  <a:lnTo>
                    <a:pt x="1575212" y="4904582"/>
                  </a:lnTo>
                  <a:lnTo>
                    <a:pt x="1575338" y="4904582"/>
                  </a:lnTo>
                  <a:lnTo>
                    <a:pt x="1575464" y="4904582"/>
                  </a:lnTo>
                  <a:lnTo>
                    <a:pt x="1575716" y="4904582"/>
                  </a:lnTo>
                  <a:lnTo>
                    <a:pt x="1576473" y="4904582"/>
                  </a:lnTo>
                  <a:lnTo>
                    <a:pt x="1576725" y="4904582"/>
                  </a:lnTo>
                  <a:lnTo>
                    <a:pt x="1576851" y="4904582"/>
                  </a:lnTo>
                  <a:lnTo>
                    <a:pt x="1576977" y="4904582"/>
                  </a:lnTo>
                  <a:lnTo>
                    <a:pt x="1577103" y="4904582"/>
                  </a:lnTo>
                  <a:lnTo>
                    <a:pt x="1577356" y="4904582"/>
                  </a:lnTo>
                  <a:lnTo>
                    <a:pt x="1577734" y="4904582"/>
                  </a:lnTo>
                  <a:lnTo>
                    <a:pt x="1578238" y="4904582"/>
                  </a:lnTo>
                  <a:lnTo>
                    <a:pt x="1578364" y="4904582"/>
                  </a:lnTo>
                  <a:lnTo>
                    <a:pt x="1578490" y="4904582"/>
                  </a:lnTo>
                  <a:lnTo>
                    <a:pt x="1578616" y="4904582"/>
                  </a:lnTo>
                  <a:lnTo>
                    <a:pt x="1578869" y="4904582"/>
                  </a:lnTo>
                  <a:lnTo>
                    <a:pt x="1578995" y="4904582"/>
                  </a:lnTo>
                  <a:lnTo>
                    <a:pt x="1579121" y="4899302"/>
                  </a:lnTo>
                  <a:lnTo>
                    <a:pt x="1579373" y="4899302"/>
                  </a:lnTo>
                  <a:lnTo>
                    <a:pt x="1579625" y="4899302"/>
                  </a:lnTo>
                  <a:lnTo>
                    <a:pt x="1579751" y="4899302"/>
                  </a:lnTo>
                  <a:lnTo>
                    <a:pt x="1579877" y="4899302"/>
                  </a:lnTo>
                  <a:lnTo>
                    <a:pt x="1580003" y="4899302"/>
                  </a:lnTo>
                  <a:lnTo>
                    <a:pt x="1580130" y="4899302"/>
                  </a:lnTo>
                  <a:lnTo>
                    <a:pt x="1580256" y="4899302"/>
                  </a:lnTo>
                  <a:lnTo>
                    <a:pt x="1580382" y="4899302"/>
                  </a:lnTo>
                  <a:lnTo>
                    <a:pt x="1580634" y="4899302"/>
                  </a:lnTo>
                  <a:lnTo>
                    <a:pt x="1581012" y="4894023"/>
                  </a:lnTo>
                  <a:lnTo>
                    <a:pt x="1581264" y="4894023"/>
                  </a:lnTo>
                  <a:lnTo>
                    <a:pt x="1581516" y="4894023"/>
                  </a:lnTo>
                  <a:lnTo>
                    <a:pt x="1581643" y="4894023"/>
                  </a:lnTo>
                  <a:lnTo>
                    <a:pt x="1581769" y="4894023"/>
                  </a:lnTo>
                  <a:lnTo>
                    <a:pt x="1582021" y="4894023"/>
                  </a:lnTo>
                  <a:lnTo>
                    <a:pt x="1582147" y="4894023"/>
                  </a:lnTo>
                  <a:lnTo>
                    <a:pt x="1582273" y="4894023"/>
                  </a:lnTo>
                  <a:lnTo>
                    <a:pt x="1582903" y="4894023"/>
                  </a:lnTo>
                  <a:lnTo>
                    <a:pt x="1583030" y="4894023"/>
                  </a:lnTo>
                  <a:lnTo>
                    <a:pt x="1583156" y="4894023"/>
                  </a:lnTo>
                  <a:lnTo>
                    <a:pt x="1583282" y="4894023"/>
                  </a:lnTo>
                  <a:lnTo>
                    <a:pt x="1583534" y="4894023"/>
                  </a:lnTo>
                  <a:lnTo>
                    <a:pt x="1583660" y="4894023"/>
                  </a:lnTo>
                  <a:lnTo>
                    <a:pt x="1583786" y="4894023"/>
                  </a:lnTo>
                  <a:lnTo>
                    <a:pt x="1584164" y="4894023"/>
                  </a:lnTo>
                  <a:lnTo>
                    <a:pt x="1584290" y="4894023"/>
                  </a:lnTo>
                  <a:lnTo>
                    <a:pt x="1584416" y="4894023"/>
                  </a:lnTo>
                  <a:lnTo>
                    <a:pt x="1584543" y="4894023"/>
                  </a:lnTo>
                  <a:lnTo>
                    <a:pt x="1584669" y="4894023"/>
                  </a:lnTo>
                  <a:lnTo>
                    <a:pt x="1584921" y="4894023"/>
                  </a:lnTo>
                  <a:lnTo>
                    <a:pt x="1585047" y="4894023"/>
                  </a:lnTo>
                  <a:lnTo>
                    <a:pt x="1585173" y="4894023"/>
                  </a:lnTo>
                  <a:lnTo>
                    <a:pt x="1585299" y="4894023"/>
                  </a:lnTo>
                  <a:lnTo>
                    <a:pt x="1585425" y="4894023"/>
                  </a:lnTo>
                  <a:lnTo>
                    <a:pt x="1585677" y="4894023"/>
                  </a:lnTo>
                  <a:lnTo>
                    <a:pt x="1585930" y="4894023"/>
                  </a:lnTo>
                  <a:lnTo>
                    <a:pt x="1586560" y="4894023"/>
                  </a:lnTo>
                  <a:lnTo>
                    <a:pt x="1586812" y="4894023"/>
                  </a:lnTo>
                  <a:lnTo>
                    <a:pt x="1587064" y="4894023"/>
                  </a:lnTo>
                  <a:lnTo>
                    <a:pt x="1587190" y="4894023"/>
                  </a:lnTo>
                  <a:lnTo>
                    <a:pt x="1587317" y="4894023"/>
                  </a:lnTo>
                  <a:lnTo>
                    <a:pt x="1587569" y="4894023"/>
                  </a:lnTo>
                  <a:lnTo>
                    <a:pt x="1587695" y="4894023"/>
                  </a:lnTo>
                  <a:lnTo>
                    <a:pt x="1587821" y="4894023"/>
                  </a:lnTo>
                  <a:lnTo>
                    <a:pt x="1587947" y="4894023"/>
                  </a:lnTo>
                  <a:lnTo>
                    <a:pt x="1588073" y="4894023"/>
                  </a:lnTo>
                  <a:lnTo>
                    <a:pt x="1588199" y="4894023"/>
                  </a:lnTo>
                  <a:lnTo>
                    <a:pt x="1588577" y="4894023"/>
                  </a:lnTo>
                  <a:lnTo>
                    <a:pt x="1588703" y="4894023"/>
                  </a:lnTo>
                  <a:lnTo>
                    <a:pt x="1588830" y="4894023"/>
                  </a:lnTo>
                  <a:lnTo>
                    <a:pt x="1588956" y="4894023"/>
                  </a:lnTo>
                  <a:lnTo>
                    <a:pt x="1589712" y="4894023"/>
                  </a:lnTo>
                  <a:lnTo>
                    <a:pt x="1589838" y="4894023"/>
                  </a:lnTo>
                  <a:lnTo>
                    <a:pt x="1589964" y="4894023"/>
                  </a:lnTo>
                  <a:lnTo>
                    <a:pt x="1590090" y="4894023"/>
                  </a:lnTo>
                  <a:lnTo>
                    <a:pt x="1590217" y="4894023"/>
                  </a:lnTo>
                  <a:lnTo>
                    <a:pt x="1590343" y="4894023"/>
                  </a:lnTo>
                  <a:lnTo>
                    <a:pt x="1590469" y="4894023"/>
                  </a:lnTo>
                  <a:lnTo>
                    <a:pt x="1590847" y="4894023"/>
                  </a:lnTo>
                  <a:lnTo>
                    <a:pt x="1590973" y="4894023"/>
                  </a:lnTo>
                  <a:lnTo>
                    <a:pt x="1591099" y="4894023"/>
                  </a:lnTo>
                  <a:lnTo>
                    <a:pt x="1591225" y="4894023"/>
                  </a:lnTo>
                  <a:lnTo>
                    <a:pt x="1591351" y="4894023"/>
                  </a:lnTo>
                  <a:lnTo>
                    <a:pt x="1591477" y="4894023"/>
                  </a:lnTo>
                  <a:lnTo>
                    <a:pt x="1591603" y="4894023"/>
                  </a:lnTo>
                  <a:lnTo>
                    <a:pt x="1591730" y="4894023"/>
                  </a:lnTo>
                  <a:lnTo>
                    <a:pt x="1592108" y="4894023"/>
                  </a:lnTo>
                  <a:lnTo>
                    <a:pt x="1592486" y="4894023"/>
                  </a:lnTo>
                  <a:lnTo>
                    <a:pt x="1592612" y="4894023"/>
                  </a:lnTo>
                  <a:lnTo>
                    <a:pt x="1592738" y="4894023"/>
                  </a:lnTo>
                  <a:lnTo>
                    <a:pt x="1592990" y="4894023"/>
                  </a:lnTo>
                  <a:lnTo>
                    <a:pt x="1593495" y="4894023"/>
                  </a:lnTo>
                  <a:lnTo>
                    <a:pt x="1593999" y="4894023"/>
                  </a:lnTo>
                  <a:lnTo>
                    <a:pt x="1594125" y="4894023"/>
                  </a:lnTo>
                  <a:lnTo>
                    <a:pt x="1594377" y="4894023"/>
                  </a:lnTo>
                  <a:lnTo>
                    <a:pt x="1594504" y="4894023"/>
                  </a:lnTo>
                  <a:lnTo>
                    <a:pt x="1594630" y="4894023"/>
                  </a:lnTo>
                  <a:lnTo>
                    <a:pt x="1594756" y="4894023"/>
                  </a:lnTo>
                  <a:lnTo>
                    <a:pt x="1595134" y="4894023"/>
                  </a:lnTo>
                  <a:lnTo>
                    <a:pt x="1595260" y="4894023"/>
                  </a:lnTo>
                  <a:lnTo>
                    <a:pt x="1595638" y="4894023"/>
                  </a:lnTo>
                  <a:lnTo>
                    <a:pt x="1595764" y="4894023"/>
                  </a:lnTo>
                  <a:lnTo>
                    <a:pt x="1596143" y="4894023"/>
                  </a:lnTo>
                  <a:lnTo>
                    <a:pt x="1596269" y="4894023"/>
                  </a:lnTo>
                  <a:lnTo>
                    <a:pt x="1596521" y="4894023"/>
                  </a:lnTo>
                  <a:lnTo>
                    <a:pt x="1596773" y="4894023"/>
                  </a:lnTo>
                  <a:lnTo>
                    <a:pt x="1597025" y="4894023"/>
                  </a:lnTo>
                  <a:lnTo>
                    <a:pt x="1597151" y="4894023"/>
                  </a:lnTo>
                  <a:lnTo>
                    <a:pt x="1597277" y="4894023"/>
                  </a:lnTo>
                  <a:lnTo>
                    <a:pt x="1597908" y="4894023"/>
                  </a:lnTo>
                  <a:lnTo>
                    <a:pt x="1598034" y="4894023"/>
                  </a:lnTo>
                  <a:lnTo>
                    <a:pt x="1598538" y="4894023"/>
                  </a:lnTo>
                  <a:lnTo>
                    <a:pt x="1598664" y="4894023"/>
                  </a:lnTo>
                  <a:lnTo>
                    <a:pt x="1598790" y="4894023"/>
                  </a:lnTo>
                  <a:lnTo>
                    <a:pt x="1598917" y="4894023"/>
                  </a:lnTo>
                  <a:lnTo>
                    <a:pt x="1599043" y="4894023"/>
                  </a:lnTo>
                  <a:lnTo>
                    <a:pt x="1599421" y="4894023"/>
                  </a:lnTo>
                  <a:lnTo>
                    <a:pt x="1599673" y="4894023"/>
                  </a:lnTo>
                  <a:lnTo>
                    <a:pt x="1599799" y="4894023"/>
                  </a:lnTo>
                  <a:lnTo>
                    <a:pt x="1600051" y="4894023"/>
                  </a:lnTo>
                  <a:lnTo>
                    <a:pt x="1600682" y="4894023"/>
                  </a:lnTo>
                  <a:lnTo>
                    <a:pt x="1600808" y="4894023"/>
                  </a:lnTo>
                  <a:lnTo>
                    <a:pt x="1600934" y="4894023"/>
                  </a:lnTo>
                  <a:lnTo>
                    <a:pt x="1601060" y="4894023"/>
                  </a:lnTo>
                  <a:lnTo>
                    <a:pt x="1601438" y="4894023"/>
                  </a:lnTo>
                  <a:lnTo>
                    <a:pt x="1601691" y="4894023"/>
                  </a:lnTo>
                  <a:lnTo>
                    <a:pt x="1601943" y="4894023"/>
                  </a:lnTo>
                  <a:lnTo>
                    <a:pt x="1602195" y="4894023"/>
                  </a:lnTo>
                  <a:lnTo>
                    <a:pt x="1602321" y="4894023"/>
                  </a:lnTo>
                  <a:lnTo>
                    <a:pt x="1602447" y="4894023"/>
                  </a:lnTo>
                  <a:lnTo>
                    <a:pt x="1602825" y="4894023"/>
                  </a:lnTo>
                  <a:lnTo>
                    <a:pt x="1602951" y="4894023"/>
                  </a:lnTo>
                  <a:lnTo>
                    <a:pt x="1603204" y="4894023"/>
                  </a:lnTo>
                  <a:lnTo>
                    <a:pt x="1603456" y="4894023"/>
                  </a:lnTo>
                  <a:lnTo>
                    <a:pt x="1603582" y="4894023"/>
                  </a:lnTo>
                  <a:lnTo>
                    <a:pt x="1603708" y="4894023"/>
                  </a:lnTo>
                  <a:lnTo>
                    <a:pt x="1603960" y="4894023"/>
                  </a:lnTo>
                  <a:lnTo>
                    <a:pt x="1604717" y="4894023"/>
                  </a:lnTo>
                  <a:lnTo>
                    <a:pt x="1604843" y="4894023"/>
                  </a:lnTo>
                  <a:lnTo>
                    <a:pt x="1605221" y="4894023"/>
                  </a:lnTo>
                  <a:lnTo>
                    <a:pt x="1605347" y="4894023"/>
                  </a:lnTo>
                  <a:lnTo>
                    <a:pt x="1605473" y="4888744"/>
                  </a:lnTo>
                  <a:lnTo>
                    <a:pt x="1605599" y="4888744"/>
                  </a:lnTo>
                  <a:lnTo>
                    <a:pt x="1605725" y="4888744"/>
                  </a:lnTo>
                  <a:lnTo>
                    <a:pt x="1605851" y="4888744"/>
                  </a:lnTo>
                  <a:lnTo>
                    <a:pt x="1605977" y="4888744"/>
                  </a:lnTo>
                  <a:lnTo>
                    <a:pt x="1606230" y="4888744"/>
                  </a:lnTo>
                  <a:lnTo>
                    <a:pt x="1606356" y="4888744"/>
                  </a:lnTo>
                  <a:lnTo>
                    <a:pt x="1606482" y="4888744"/>
                  </a:lnTo>
                  <a:lnTo>
                    <a:pt x="1606608" y="4888744"/>
                  </a:lnTo>
                  <a:lnTo>
                    <a:pt x="1606734" y="4888744"/>
                  </a:lnTo>
                  <a:lnTo>
                    <a:pt x="1606986" y="4888744"/>
                  </a:lnTo>
                  <a:lnTo>
                    <a:pt x="1607112" y="4888744"/>
                  </a:lnTo>
                  <a:lnTo>
                    <a:pt x="1607238" y="4888744"/>
                  </a:lnTo>
                  <a:lnTo>
                    <a:pt x="1607364" y="4888744"/>
                  </a:lnTo>
                  <a:lnTo>
                    <a:pt x="1607617" y="4888744"/>
                  </a:lnTo>
                  <a:lnTo>
                    <a:pt x="1607869" y="4888744"/>
                  </a:lnTo>
                  <a:lnTo>
                    <a:pt x="1608121" y="4883464"/>
                  </a:lnTo>
                  <a:lnTo>
                    <a:pt x="1608247" y="4883464"/>
                  </a:lnTo>
                  <a:lnTo>
                    <a:pt x="1608499" y="4883464"/>
                  </a:lnTo>
                  <a:lnTo>
                    <a:pt x="1608751" y="4883464"/>
                  </a:lnTo>
                  <a:lnTo>
                    <a:pt x="1608877" y="4883464"/>
                  </a:lnTo>
                  <a:lnTo>
                    <a:pt x="1609256" y="4883464"/>
                  </a:lnTo>
                  <a:lnTo>
                    <a:pt x="1609382" y="4883464"/>
                  </a:lnTo>
                  <a:lnTo>
                    <a:pt x="1609634" y="4883464"/>
                  </a:lnTo>
                  <a:lnTo>
                    <a:pt x="1609760" y="4883464"/>
                  </a:lnTo>
                  <a:lnTo>
                    <a:pt x="1609886" y="4883464"/>
                  </a:lnTo>
                  <a:lnTo>
                    <a:pt x="1610012" y="4883464"/>
                  </a:lnTo>
                  <a:lnTo>
                    <a:pt x="1610138" y="4883464"/>
                  </a:lnTo>
                  <a:lnTo>
                    <a:pt x="1610264" y="4883464"/>
                  </a:lnTo>
                  <a:lnTo>
                    <a:pt x="1610517" y="4883464"/>
                  </a:lnTo>
                  <a:lnTo>
                    <a:pt x="1610643" y="4883464"/>
                  </a:lnTo>
                  <a:lnTo>
                    <a:pt x="1610769" y="4883464"/>
                  </a:lnTo>
                  <a:lnTo>
                    <a:pt x="1611147" y="4883464"/>
                  </a:lnTo>
                  <a:lnTo>
                    <a:pt x="1611399" y="4883464"/>
                  </a:lnTo>
                  <a:lnTo>
                    <a:pt x="1611651" y="4883464"/>
                  </a:lnTo>
                  <a:lnTo>
                    <a:pt x="1611778" y="4883464"/>
                  </a:lnTo>
                  <a:lnTo>
                    <a:pt x="1611904" y="4883464"/>
                  </a:lnTo>
                  <a:lnTo>
                    <a:pt x="1612030" y="4883464"/>
                  </a:lnTo>
                  <a:lnTo>
                    <a:pt x="1612408" y="4883464"/>
                  </a:lnTo>
                  <a:lnTo>
                    <a:pt x="1612534" y="4883464"/>
                  </a:lnTo>
                  <a:lnTo>
                    <a:pt x="1613291" y="4883464"/>
                  </a:lnTo>
                  <a:lnTo>
                    <a:pt x="1613669" y="4883464"/>
                  </a:lnTo>
                  <a:lnTo>
                    <a:pt x="1613921" y="4883464"/>
                  </a:lnTo>
                  <a:lnTo>
                    <a:pt x="1614047" y="4883464"/>
                  </a:lnTo>
                  <a:lnTo>
                    <a:pt x="1614299" y="4883464"/>
                  </a:lnTo>
                  <a:lnTo>
                    <a:pt x="1614425" y="4883464"/>
                  </a:lnTo>
                  <a:lnTo>
                    <a:pt x="1614551" y="4883464"/>
                  </a:lnTo>
                  <a:lnTo>
                    <a:pt x="1614678" y="4883464"/>
                  </a:lnTo>
                  <a:lnTo>
                    <a:pt x="1614804" y="4883464"/>
                  </a:lnTo>
                  <a:lnTo>
                    <a:pt x="1614930" y="4883464"/>
                  </a:lnTo>
                  <a:lnTo>
                    <a:pt x="1615056" y="4883464"/>
                  </a:lnTo>
                  <a:lnTo>
                    <a:pt x="1615182" y="4883464"/>
                  </a:lnTo>
                  <a:lnTo>
                    <a:pt x="1615308" y="4883464"/>
                  </a:lnTo>
                  <a:lnTo>
                    <a:pt x="1615434" y="4883464"/>
                  </a:lnTo>
                  <a:lnTo>
                    <a:pt x="1615560" y="4883464"/>
                  </a:lnTo>
                  <a:lnTo>
                    <a:pt x="1615686" y="4883464"/>
                  </a:lnTo>
                  <a:lnTo>
                    <a:pt x="1615938" y="4883464"/>
                  </a:lnTo>
                  <a:lnTo>
                    <a:pt x="1616317" y="4883464"/>
                  </a:lnTo>
                  <a:lnTo>
                    <a:pt x="1616443" y="4883464"/>
                  </a:lnTo>
                  <a:lnTo>
                    <a:pt x="1616569" y="4883464"/>
                  </a:lnTo>
                  <a:lnTo>
                    <a:pt x="1616695" y="4883464"/>
                  </a:lnTo>
                  <a:lnTo>
                    <a:pt x="1616821" y="4883464"/>
                  </a:lnTo>
                  <a:lnTo>
                    <a:pt x="1616947" y="4883464"/>
                  </a:lnTo>
                  <a:lnTo>
                    <a:pt x="1617073" y="4883464"/>
                  </a:lnTo>
                  <a:lnTo>
                    <a:pt x="1617578" y="4883464"/>
                  </a:lnTo>
                  <a:lnTo>
                    <a:pt x="1617704" y="4883464"/>
                  </a:lnTo>
                  <a:lnTo>
                    <a:pt x="1618082" y="4883464"/>
                  </a:lnTo>
                  <a:lnTo>
                    <a:pt x="1618208" y="4883464"/>
                  </a:lnTo>
                  <a:lnTo>
                    <a:pt x="1618460" y="4883464"/>
                  </a:lnTo>
                  <a:lnTo>
                    <a:pt x="1618586" y="4883464"/>
                  </a:lnTo>
                  <a:lnTo>
                    <a:pt x="1618712" y="4883464"/>
                  </a:lnTo>
                  <a:lnTo>
                    <a:pt x="1618965" y="4883464"/>
                  </a:lnTo>
                  <a:lnTo>
                    <a:pt x="1619091" y="4883464"/>
                  </a:lnTo>
                  <a:lnTo>
                    <a:pt x="1620982" y="4878185"/>
                  </a:lnTo>
                  <a:lnTo>
                    <a:pt x="1621108" y="4878185"/>
                  </a:lnTo>
                  <a:lnTo>
                    <a:pt x="1621234" y="4878185"/>
                  </a:lnTo>
                  <a:lnTo>
                    <a:pt x="1621360" y="4878185"/>
                  </a:lnTo>
                  <a:lnTo>
                    <a:pt x="1621612" y="4878185"/>
                  </a:lnTo>
                  <a:lnTo>
                    <a:pt x="1621738" y="4878185"/>
                  </a:lnTo>
                  <a:lnTo>
                    <a:pt x="1621865" y="4878185"/>
                  </a:lnTo>
                  <a:lnTo>
                    <a:pt x="1622117" y="4878185"/>
                  </a:lnTo>
                  <a:lnTo>
                    <a:pt x="1622369" y="4872905"/>
                  </a:lnTo>
                  <a:lnTo>
                    <a:pt x="1622495" y="4872905"/>
                  </a:lnTo>
                  <a:lnTo>
                    <a:pt x="1623125" y="4872905"/>
                  </a:lnTo>
                  <a:lnTo>
                    <a:pt x="1623378" y="4872905"/>
                  </a:lnTo>
                  <a:lnTo>
                    <a:pt x="1623756" y="4872905"/>
                  </a:lnTo>
                  <a:lnTo>
                    <a:pt x="1623882" y="4872905"/>
                  </a:lnTo>
                  <a:lnTo>
                    <a:pt x="1624008" y="4872905"/>
                  </a:lnTo>
                  <a:lnTo>
                    <a:pt x="1624386" y="4872905"/>
                  </a:lnTo>
                  <a:lnTo>
                    <a:pt x="1624512" y="4872905"/>
                  </a:lnTo>
                  <a:lnTo>
                    <a:pt x="1624638" y="4872905"/>
                  </a:lnTo>
                  <a:lnTo>
                    <a:pt x="1624765" y="4872905"/>
                  </a:lnTo>
                  <a:lnTo>
                    <a:pt x="1624891" y="4872905"/>
                  </a:lnTo>
                  <a:lnTo>
                    <a:pt x="1625017" y="4872905"/>
                  </a:lnTo>
                  <a:lnTo>
                    <a:pt x="1625143" y="4872905"/>
                  </a:lnTo>
                  <a:lnTo>
                    <a:pt x="1625269" y="4872905"/>
                  </a:lnTo>
                  <a:lnTo>
                    <a:pt x="1625395" y="4872905"/>
                  </a:lnTo>
                  <a:lnTo>
                    <a:pt x="1625773" y="4872905"/>
                  </a:lnTo>
                  <a:lnTo>
                    <a:pt x="1625899" y="4872905"/>
                  </a:lnTo>
                  <a:lnTo>
                    <a:pt x="1626025" y="4872905"/>
                  </a:lnTo>
                  <a:lnTo>
                    <a:pt x="1626151" y="4872905"/>
                  </a:lnTo>
                  <a:lnTo>
                    <a:pt x="1626278" y="4872905"/>
                  </a:lnTo>
                  <a:lnTo>
                    <a:pt x="1626530" y="4872905"/>
                  </a:lnTo>
                  <a:lnTo>
                    <a:pt x="1626656" y="4872905"/>
                  </a:lnTo>
                  <a:lnTo>
                    <a:pt x="1626782" y="4867626"/>
                  </a:lnTo>
                  <a:lnTo>
                    <a:pt x="1627034" y="4867626"/>
                  </a:lnTo>
                  <a:lnTo>
                    <a:pt x="1627160" y="4867626"/>
                  </a:lnTo>
                  <a:lnTo>
                    <a:pt x="1627286" y="4867626"/>
                  </a:lnTo>
                  <a:lnTo>
                    <a:pt x="1627412" y="4867626"/>
                  </a:lnTo>
                  <a:lnTo>
                    <a:pt x="1627538" y="4867626"/>
                  </a:lnTo>
                  <a:lnTo>
                    <a:pt x="1627791" y="4867626"/>
                  </a:lnTo>
                  <a:lnTo>
                    <a:pt x="1627917" y="4867626"/>
                  </a:lnTo>
                  <a:lnTo>
                    <a:pt x="1628421" y="4867626"/>
                  </a:lnTo>
                  <a:lnTo>
                    <a:pt x="1628673" y="4867626"/>
                  </a:lnTo>
                  <a:lnTo>
                    <a:pt x="1628799" y="4867626"/>
                  </a:lnTo>
                  <a:lnTo>
                    <a:pt x="1629178" y="4867626"/>
                  </a:lnTo>
                  <a:lnTo>
                    <a:pt x="1629682" y="4867626"/>
                  </a:lnTo>
                  <a:lnTo>
                    <a:pt x="1629934" y="4867626"/>
                  </a:lnTo>
                  <a:lnTo>
                    <a:pt x="1630186" y="4867626"/>
                  </a:lnTo>
                  <a:lnTo>
                    <a:pt x="1630438" y="4867626"/>
                  </a:lnTo>
                  <a:lnTo>
                    <a:pt x="1630565" y="4867626"/>
                  </a:lnTo>
                  <a:lnTo>
                    <a:pt x="1630691" y="4867626"/>
                  </a:lnTo>
                  <a:lnTo>
                    <a:pt x="1630817" y="4867626"/>
                  </a:lnTo>
                  <a:lnTo>
                    <a:pt x="1631069" y="4867626"/>
                  </a:lnTo>
                  <a:lnTo>
                    <a:pt x="1631447" y="4867626"/>
                  </a:lnTo>
                  <a:lnTo>
                    <a:pt x="1631699" y="4867626"/>
                  </a:lnTo>
                  <a:lnTo>
                    <a:pt x="1631825" y="4867626"/>
                  </a:lnTo>
                  <a:lnTo>
                    <a:pt x="1631952" y="4867626"/>
                  </a:lnTo>
                  <a:lnTo>
                    <a:pt x="1632078" y="4867626"/>
                  </a:lnTo>
                  <a:lnTo>
                    <a:pt x="1632582" y="4867626"/>
                  </a:lnTo>
                  <a:lnTo>
                    <a:pt x="1632708" y="4867626"/>
                  </a:lnTo>
                  <a:lnTo>
                    <a:pt x="1632960" y="4867626"/>
                  </a:lnTo>
                  <a:lnTo>
                    <a:pt x="1633086" y="4867626"/>
                  </a:lnTo>
                  <a:lnTo>
                    <a:pt x="1633212" y="4867626"/>
                  </a:lnTo>
                  <a:lnTo>
                    <a:pt x="1633338" y="4867626"/>
                  </a:lnTo>
                  <a:lnTo>
                    <a:pt x="1633717" y="4867626"/>
                  </a:lnTo>
                  <a:lnTo>
                    <a:pt x="1634347" y="4867626"/>
                  </a:lnTo>
                  <a:lnTo>
                    <a:pt x="1634473" y="4867626"/>
                  </a:lnTo>
                  <a:lnTo>
                    <a:pt x="1634599" y="4867626"/>
                  </a:lnTo>
                  <a:lnTo>
                    <a:pt x="1634725" y="4867626"/>
                  </a:lnTo>
                  <a:lnTo>
                    <a:pt x="1634852" y="4867626"/>
                  </a:lnTo>
                  <a:lnTo>
                    <a:pt x="1635104" y="4867626"/>
                  </a:lnTo>
                  <a:lnTo>
                    <a:pt x="1635734" y="4867626"/>
                  </a:lnTo>
                  <a:lnTo>
                    <a:pt x="1635860" y="4867626"/>
                  </a:lnTo>
                  <a:lnTo>
                    <a:pt x="1636112" y="4867626"/>
                  </a:lnTo>
                  <a:lnTo>
                    <a:pt x="1636239" y="4867626"/>
                  </a:lnTo>
                  <a:lnTo>
                    <a:pt x="1636491" y="4867626"/>
                  </a:lnTo>
                  <a:lnTo>
                    <a:pt x="1636617" y="4867626"/>
                  </a:lnTo>
                  <a:lnTo>
                    <a:pt x="1636869" y="4867626"/>
                  </a:lnTo>
                  <a:lnTo>
                    <a:pt x="1636995" y="4867626"/>
                  </a:lnTo>
                  <a:lnTo>
                    <a:pt x="1637121" y="4867626"/>
                  </a:lnTo>
                  <a:lnTo>
                    <a:pt x="1637121" y="4862347"/>
                  </a:lnTo>
                  <a:lnTo>
                    <a:pt x="1638004" y="4862347"/>
                  </a:lnTo>
                  <a:lnTo>
                    <a:pt x="1638130" y="4862347"/>
                  </a:lnTo>
                  <a:lnTo>
                    <a:pt x="1638256" y="4862347"/>
                  </a:lnTo>
                  <a:lnTo>
                    <a:pt x="1638760" y="4862347"/>
                  </a:lnTo>
                  <a:lnTo>
                    <a:pt x="1639139" y="4862347"/>
                  </a:lnTo>
                  <a:lnTo>
                    <a:pt x="1639265" y="4862347"/>
                  </a:lnTo>
                  <a:lnTo>
                    <a:pt x="1639517" y="4862347"/>
                  </a:lnTo>
                  <a:lnTo>
                    <a:pt x="1639769" y="4862347"/>
                  </a:lnTo>
                  <a:lnTo>
                    <a:pt x="1639895" y="4862347"/>
                  </a:lnTo>
                  <a:lnTo>
                    <a:pt x="1640273" y="4862347"/>
                  </a:lnTo>
                  <a:lnTo>
                    <a:pt x="1640525" y="4862347"/>
                  </a:lnTo>
                  <a:lnTo>
                    <a:pt x="1640778" y="4862347"/>
                  </a:lnTo>
                  <a:lnTo>
                    <a:pt x="1640904" y="4862347"/>
                  </a:lnTo>
                  <a:lnTo>
                    <a:pt x="1641030" y="4862347"/>
                  </a:lnTo>
                  <a:lnTo>
                    <a:pt x="1641534" y="4862347"/>
                  </a:lnTo>
                  <a:lnTo>
                    <a:pt x="1641660" y="4862347"/>
                  </a:lnTo>
                  <a:lnTo>
                    <a:pt x="1641786" y="4862347"/>
                  </a:lnTo>
                  <a:lnTo>
                    <a:pt x="1641912" y="4862347"/>
                  </a:lnTo>
                  <a:lnTo>
                    <a:pt x="1642417" y="4862347"/>
                  </a:lnTo>
                  <a:lnTo>
                    <a:pt x="1642543" y="4862347"/>
                  </a:lnTo>
                  <a:lnTo>
                    <a:pt x="1642795" y="4862347"/>
                  </a:lnTo>
                  <a:lnTo>
                    <a:pt x="1642921" y="4862347"/>
                  </a:lnTo>
                  <a:lnTo>
                    <a:pt x="1643047" y="4862347"/>
                  </a:lnTo>
                  <a:lnTo>
                    <a:pt x="1643173" y="4862347"/>
                  </a:lnTo>
                  <a:lnTo>
                    <a:pt x="1643299" y="4862347"/>
                  </a:lnTo>
                  <a:lnTo>
                    <a:pt x="1643426" y="4862347"/>
                  </a:lnTo>
                  <a:lnTo>
                    <a:pt x="1643678" y="4862347"/>
                  </a:lnTo>
                  <a:lnTo>
                    <a:pt x="1643930" y="4862347"/>
                  </a:lnTo>
                  <a:lnTo>
                    <a:pt x="1645065" y="4862347"/>
                  </a:lnTo>
                  <a:lnTo>
                    <a:pt x="1645317" y="4862347"/>
                  </a:lnTo>
                  <a:lnTo>
                    <a:pt x="1645443" y="4862347"/>
                  </a:lnTo>
                  <a:lnTo>
                    <a:pt x="1645695" y="4862347"/>
                  </a:lnTo>
                  <a:lnTo>
                    <a:pt x="1645821" y="4862347"/>
                  </a:lnTo>
                  <a:lnTo>
                    <a:pt x="1646073" y="4862347"/>
                  </a:lnTo>
                  <a:lnTo>
                    <a:pt x="1646452" y="4862347"/>
                  </a:lnTo>
                  <a:lnTo>
                    <a:pt x="1646578" y="4862347"/>
                  </a:lnTo>
                  <a:lnTo>
                    <a:pt x="1646956" y="4862347"/>
                  </a:lnTo>
                  <a:lnTo>
                    <a:pt x="1647208" y="4862347"/>
                  </a:lnTo>
                  <a:lnTo>
                    <a:pt x="1647712" y="4862347"/>
                  </a:lnTo>
                  <a:lnTo>
                    <a:pt x="1647839" y="4862347"/>
                  </a:lnTo>
                  <a:lnTo>
                    <a:pt x="1648091" y="4862347"/>
                  </a:lnTo>
                  <a:lnTo>
                    <a:pt x="1648469" y="4862347"/>
                  </a:lnTo>
                  <a:lnTo>
                    <a:pt x="1648595" y="4862347"/>
                  </a:lnTo>
                  <a:lnTo>
                    <a:pt x="1648721" y="4862347"/>
                  </a:lnTo>
                  <a:lnTo>
                    <a:pt x="1648973" y="4862347"/>
                  </a:lnTo>
                  <a:lnTo>
                    <a:pt x="1649099" y="4862347"/>
                  </a:lnTo>
                  <a:lnTo>
                    <a:pt x="1649226" y="4862347"/>
                  </a:lnTo>
                  <a:lnTo>
                    <a:pt x="1649478" y="4862347"/>
                  </a:lnTo>
                  <a:lnTo>
                    <a:pt x="1649730" y="4862347"/>
                  </a:lnTo>
                  <a:lnTo>
                    <a:pt x="1649856" y="4862347"/>
                  </a:lnTo>
                  <a:lnTo>
                    <a:pt x="1649982" y="4862347"/>
                  </a:lnTo>
                  <a:lnTo>
                    <a:pt x="1650234" y="4862347"/>
                  </a:lnTo>
                  <a:lnTo>
                    <a:pt x="1650360" y="4862347"/>
                  </a:lnTo>
                  <a:lnTo>
                    <a:pt x="1650486" y="4862347"/>
                  </a:lnTo>
                  <a:lnTo>
                    <a:pt x="1650612" y="4862347"/>
                  </a:lnTo>
                  <a:lnTo>
                    <a:pt x="1650739" y="4862347"/>
                  </a:lnTo>
                  <a:lnTo>
                    <a:pt x="1650865" y="4862347"/>
                  </a:lnTo>
                  <a:lnTo>
                    <a:pt x="1651117" y="4857067"/>
                  </a:lnTo>
                  <a:lnTo>
                    <a:pt x="1651495" y="4857067"/>
                  </a:lnTo>
                  <a:lnTo>
                    <a:pt x="1651621" y="4857067"/>
                  </a:lnTo>
                  <a:lnTo>
                    <a:pt x="1652126" y="4857067"/>
                  </a:lnTo>
                  <a:lnTo>
                    <a:pt x="1652252" y="4857067"/>
                  </a:lnTo>
                  <a:lnTo>
                    <a:pt x="1652378" y="4857067"/>
                  </a:lnTo>
                  <a:lnTo>
                    <a:pt x="1652504" y="4857067"/>
                  </a:lnTo>
                  <a:lnTo>
                    <a:pt x="1652630" y="4857067"/>
                  </a:lnTo>
                  <a:lnTo>
                    <a:pt x="1652756" y="4857067"/>
                  </a:lnTo>
                  <a:lnTo>
                    <a:pt x="1652882" y="4857067"/>
                  </a:lnTo>
                  <a:lnTo>
                    <a:pt x="1653386" y="4857067"/>
                  </a:lnTo>
                  <a:lnTo>
                    <a:pt x="1653513" y="4857067"/>
                  </a:lnTo>
                  <a:lnTo>
                    <a:pt x="1654017" y="4857067"/>
                  </a:lnTo>
                  <a:lnTo>
                    <a:pt x="1654143" y="4857067"/>
                  </a:lnTo>
                  <a:lnTo>
                    <a:pt x="1654269" y="4857067"/>
                  </a:lnTo>
                  <a:lnTo>
                    <a:pt x="1654395" y="4857067"/>
                  </a:lnTo>
                  <a:lnTo>
                    <a:pt x="1654521" y="4857067"/>
                  </a:lnTo>
                  <a:lnTo>
                    <a:pt x="1654647" y="4857067"/>
                  </a:lnTo>
                  <a:lnTo>
                    <a:pt x="1655278" y="4857067"/>
                  </a:lnTo>
                  <a:lnTo>
                    <a:pt x="1655530" y="4857067"/>
                  </a:lnTo>
                  <a:lnTo>
                    <a:pt x="1655656" y="4857067"/>
                  </a:lnTo>
                  <a:lnTo>
                    <a:pt x="1656286" y="4857067"/>
                  </a:lnTo>
                  <a:lnTo>
                    <a:pt x="1656413" y="4857067"/>
                  </a:lnTo>
                  <a:lnTo>
                    <a:pt x="1656917" y="4857067"/>
                  </a:lnTo>
                  <a:lnTo>
                    <a:pt x="1657169" y="4857067"/>
                  </a:lnTo>
                  <a:lnTo>
                    <a:pt x="1657295" y="4857067"/>
                  </a:lnTo>
                  <a:lnTo>
                    <a:pt x="1657421" y="4857067"/>
                  </a:lnTo>
                  <a:lnTo>
                    <a:pt x="1657673" y="4857067"/>
                  </a:lnTo>
                  <a:lnTo>
                    <a:pt x="1657799" y="4857067"/>
                  </a:lnTo>
                  <a:lnTo>
                    <a:pt x="1657926" y="4857067"/>
                  </a:lnTo>
                  <a:lnTo>
                    <a:pt x="1658052" y="4857067"/>
                  </a:lnTo>
                  <a:lnTo>
                    <a:pt x="1658178" y="4857067"/>
                  </a:lnTo>
                  <a:lnTo>
                    <a:pt x="1658304" y="4857067"/>
                  </a:lnTo>
                  <a:lnTo>
                    <a:pt x="1658430" y="4857067"/>
                  </a:lnTo>
                  <a:lnTo>
                    <a:pt x="1658556" y="4857067"/>
                  </a:lnTo>
                  <a:lnTo>
                    <a:pt x="1658934" y="4857067"/>
                  </a:lnTo>
                  <a:lnTo>
                    <a:pt x="1659060" y="4857067"/>
                  </a:lnTo>
                  <a:lnTo>
                    <a:pt x="1659186" y="4857067"/>
                  </a:lnTo>
                  <a:lnTo>
                    <a:pt x="1659439" y="4857067"/>
                  </a:lnTo>
                  <a:lnTo>
                    <a:pt x="1659565" y="4857067"/>
                  </a:lnTo>
                  <a:lnTo>
                    <a:pt x="1659691" y="4851788"/>
                  </a:lnTo>
                  <a:lnTo>
                    <a:pt x="1659817" y="4851788"/>
                  </a:lnTo>
                  <a:lnTo>
                    <a:pt x="1659943" y="4851788"/>
                  </a:lnTo>
                  <a:lnTo>
                    <a:pt x="1660069" y="4851788"/>
                  </a:lnTo>
                  <a:lnTo>
                    <a:pt x="1660195" y="4851788"/>
                  </a:lnTo>
                  <a:lnTo>
                    <a:pt x="1660321" y="4851788"/>
                  </a:lnTo>
                  <a:lnTo>
                    <a:pt x="1660447" y="4851788"/>
                  </a:lnTo>
                  <a:lnTo>
                    <a:pt x="1661582" y="4851788"/>
                  </a:lnTo>
                  <a:lnTo>
                    <a:pt x="1661708" y="4851788"/>
                  </a:lnTo>
                  <a:lnTo>
                    <a:pt x="1662086" y="4851788"/>
                  </a:lnTo>
                  <a:lnTo>
                    <a:pt x="1662213" y="4851788"/>
                  </a:lnTo>
                  <a:lnTo>
                    <a:pt x="1662339" y="4851788"/>
                  </a:lnTo>
                  <a:lnTo>
                    <a:pt x="1662465" y="4851788"/>
                  </a:lnTo>
                  <a:lnTo>
                    <a:pt x="1662591" y="4851788"/>
                  </a:lnTo>
                  <a:lnTo>
                    <a:pt x="1662717" y="4851788"/>
                  </a:lnTo>
                  <a:lnTo>
                    <a:pt x="1663600" y="4851788"/>
                  </a:lnTo>
                  <a:lnTo>
                    <a:pt x="1663852" y="4851788"/>
                  </a:lnTo>
                  <a:lnTo>
                    <a:pt x="1663978" y="4851788"/>
                  </a:lnTo>
                  <a:lnTo>
                    <a:pt x="1664104" y="4846508"/>
                  </a:lnTo>
                  <a:lnTo>
                    <a:pt x="1664230" y="4846508"/>
                  </a:lnTo>
                  <a:lnTo>
                    <a:pt x="1664356" y="4846508"/>
                  </a:lnTo>
                  <a:lnTo>
                    <a:pt x="1664986" y="4846508"/>
                  </a:lnTo>
                  <a:lnTo>
                    <a:pt x="1665113" y="4846508"/>
                  </a:lnTo>
                  <a:lnTo>
                    <a:pt x="1665365" y="4846508"/>
                  </a:lnTo>
                  <a:lnTo>
                    <a:pt x="1665869" y="4846508"/>
                  </a:lnTo>
                  <a:lnTo>
                    <a:pt x="1666247" y="4846508"/>
                  </a:lnTo>
                  <a:lnTo>
                    <a:pt x="1666500" y="4846508"/>
                  </a:lnTo>
                  <a:lnTo>
                    <a:pt x="1666626" y="4846508"/>
                  </a:lnTo>
                  <a:lnTo>
                    <a:pt x="1667004" y="4846508"/>
                  </a:lnTo>
                  <a:lnTo>
                    <a:pt x="1667130" y="4846508"/>
                  </a:lnTo>
                  <a:lnTo>
                    <a:pt x="1667256" y="4846508"/>
                  </a:lnTo>
                  <a:lnTo>
                    <a:pt x="1667382" y="4846508"/>
                  </a:lnTo>
                  <a:lnTo>
                    <a:pt x="1667508" y="4846508"/>
                  </a:lnTo>
                  <a:lnTo>
                    <a:pt x="1667508" y="4841229"/>
                  </a:lnTo>
                  <a:lnTo>
                    <a:pt x="1667634" y="4841229"/>
                  </a:lnTo>
                  <a:lnTo>
                    <a:pt x="1668013" y="4841229"/>
                  </a:lnTo>
                  <a:lnTo>
                    <a:pt x="1668139" y="4841229"/>
                  </a:lnTo>
                  <a:lnTo>
                    <a:pt x="1668265" y="4841229"/>
                  </a:lnTo>
                  <a:lnTo>
                    <a:pt x="1668517" y="4841229"/>
                  </a:lnTo>
                  <a:lnTo>
                    <a:pt x="1668895" y="4841229"/>
                  </a:lnTo>
                  <a:lnTo>
                    <a:pt x="1669147" y="4841229"/>
                  </a:lnTo>
                  <a:lnTo>
                    <a:pt x="1669400" y="4841229"/>
                  </a:lnTo>
                  <a:lnTo>
                    <a:pt x="1669526" y="4841229"/>
                  </a:lnTo>
                  <a:lnTo>
                    <a:pt x="1669904" y="4841229"/>
                  </a:lnTo>
                  <a:lnTo>
                    <a:pt x="1670030" y="4841229"/>
                  </a:lnTo>
                  <a:lnTo>
                    <a:pt x="1670156" y="4841229"/>
                  </a:lnTo>
                  <a:lnTo>
                    <a:pt x="1670534" y="4841229"/>
                  </a:lnTo>
                  <a:lnTo>
                    <a:pt x="1670787" y="4835949"/>
                  </a:lnTo>
                  <a:lnTo>
                    <a:pt x="1670913" y="4835949"/>
                  </a:lnTo>
                  <a:lnTo>
                    <a:pt x="1671039" y="4835949"/>
                  </a:lnTo>
                  <a:lnTo>
                    <a:pt x="1671165" y="4835949"/>
                  </a:lnTo>
                  <a:lnTo>
                    <a:pt x="1671417" y="4830670"/>
                  </a:lnTo>
                  <a:lnTo>
                    <a:pt x="1671543" y="4830670"/>
                  </a:lnTo>
                  <a:lnTo>
                    <a:pt x="1671921" y="4830670"/>
                  </a:lnTo>
                  <a:lnTo>
                    <a:pt x="1672173" y="4830670"/>
                  </a:lnTo>
                  <a:lnTo>
                    <a:pt x="1672300" y="4830670"/>
                  </a:lnTo>
                  <a:lnTo>
                    <a:pt x="1672426" y="4830670"/>
                  </a:lnTo>
                  <a:lnTo>
                    <a:pt x="1672930" y="4830670"/>
                  </a:lnTo>
                  <a:lnTo>
                    <a:pt x="1673056" y="4830670"/>
                  </a:lnTo>
                  <a:lnTo>
                    <a:pt x="1673182" y="4830670"/>
                  </a:lnTo>
                  <a:lnTo>
                    <a:pt x="1673434" y="4830670"/>
                  </a:lnTo>
                  <a:lnTo>
                    <a:pt x="1673560" y="4830670"/>
                  </a:lnTo>
                  <a:lnTo>
                    <a:pt x="1674443" y="4830670"/>
                  </a:lnTo>
                  <a:lnTo>
                    <a:pt x="1674569" y="4830670"/>
                  </a:lnTo>
                  <a:lnTo>
                    <a:pt x="1674695" y="4830670"/>
                  </a:lnTo>
                  <a:lnTo>
                    <a:pt x="1674821" y="4830670"/>
                  </a:lnTo>
                  <a:lnTo>
                    <a:pt x="1675073" y="4830670"/>
                  </a:lnTo>
                  <a:lnTo>
                    <a:pt x="1675200" y="4830670"/>
                  </a:lnTo>
                  <a:lnTo>
                    <a:pt x="1675578" y="4830670"/>
                  </a:lnTo>
                  <a:lnTo>
                    <a:pt x="1675704" y="4830670"/>
                  </a:lnTo>
                  <a:lnTo>
                    <a:pt x="1675830" y="4830670"/>
                  </a:lnTo>
                  <a:lnTo>
                    <a:pt x="1675956" y="4830670"/>
                  </a:lnTo>
                  <a:lnTo>
                    <a:pt x="1676208" y="4830670"/>
                  </a:lnTo>
                  <a:lnTo>
                    <a:pt x="1676334" y="4830670"/>
                  </a:lnTo>
                  <a:lnTo>
                    <a:pt x="1676587" y="4830670"/>
                  </a:lnTo>
                  <a:lnTo>
                    <a:pt x="1676713" y="4830670"/>
                  </a:lnTo>
                  <a:lnTo>
                    <a:pt x="1677091" y="4830670"/>
                  </a:lnTo>
                  <a:lnTo>
                    <a:pt x="1677217" y="4830670"/>
                  </a:lnTo>
                  <a:lnTo>
                    <a:pt x="1677343" y="4830670"/>
                  </a:lnTo>
                  <a:lnTo>
                    <a:pt x="1677469" y="4830670"/>
                  </a:lnTo>
                  <a:lnTo>
                    <a:pt x="1677595" y="4830670"/>
                  </a:lnTo>
                  <a:lnTo>
                    <a:pt x="1677721" y="4830670"/>
                  </a:lnTo>
                  <a:lnTo>
                    <a:pt x="1678100" y="4830670"/>
                  </a:lnTo>
                  <a:lnTo>
                    <a:pt x="1678226" y="4830670"/>
                  </a:lnTo>
                  <a:lnTo>
                    <a:pt x="1678352" y="4830670"/>
                  </a:lnTo>
                  <a:lnTo>
                    <a:pt x="1678730" y="4830670"/>
                  </a:lnTo>
                  <a:lnTo>
                    <a:pt x="1678856" y="4830670"/>
                  </a:lnTo>
                  <a:lnTo>
                    <a:pt x="1678982" y="4830670"/>
                  </a:lnTo>
                  <a:lnTo>
                    <a:pt x="1679108" y="4830670"/>
                  </a:lnTo>
                  <a:lnTo>
                    <a:pt x="1679234" y="4830670"/>
                  </a:lnTo>
                  <a:lnTo>
                    <a:pt x="1679739" y="4830670"/>
                  </a:lnTo>
                  <a:lnTo>
                    <a:pt x="1679991" y="4830670"/>
                  </a:lnTo>
                  <a:lnTo>
                    <a:pt x="1680117" y="4830670"/>
                  </a:lnTo>
                  <a:lnTo>
                    <a:pt x="1680495" y="4830670"/>
                  </a:lnTo>
                  <a:lnTo>
                    <a:pt x="1680621" y="4830670"/>
                  </a:lnTo>
                  <a:lnTo>
                    <a:pt x="1680874" y="4830670"/>
                  </a:lnTo>
                  <a:lnTo>
                    <a:pt x="1681252" y="4830670"/>
                  </a:lnTo>
                  <a:lnTo>
                    <a:pt x="1681504" y="4830670"/>
                  </a:lnTo>
                  <a:lnTo>
                    <a:pt x="1681630" y="4830670"/>
                  </a:lnTo>
                  <a:lnTo>
                    <a:pt x="1681882" y="4830670"/>
                  </a:lnTo>
                  <a:lnTo>
                    <a:pt x="1682260" y="4830670"/>
                  </a:lnTo>
                  <a:lnTo>
                    <a:pt x="1682513" y="4830670"/>
                  </a:lnTo>
                  <a:lnTo>
                    <a:pt x="1682639" y="4830670"/>
                  </a:lnTo>
                  <a:lnTo>
                    <a:pt x="1682765" y="4830670"/>
                  </a:lnTo>
                  <a:lnTo>
                    <a:pt x="1683143" y="4830670"/>
                  </a:lnTo>
                  <a:lnTo>
                    <a:pt x="1683269" y="4830670"/>
                  </a:lnTo>
                  <a:lnTo>
                    <a:pt x="1683774" y="4830670"/>
                  </a:lnTo>
                  <a:lnTo>
                    <a:pt x="1684026" y="4830670"/>
                  </a:lnTo>
                  <a:lnTo>
                    <a:pt x="1684152" y="4830670"/>
                  </a:lnTo>
                  <a:lnTo>
                    <a:pt x="1684278" y="4830670"/>
                  </a:lnTo>
                  <a:lnTo>
                    <a:pt x="1684404" y="4830670"/>
                  </a:lnTo>
                  <a:lnTo>
                    <a:pt x="1684782" y="4825391"/>
                  </a:lnTo>
                  <a:lnTo>
                    <a:pt x="1685287" y="4825391"/>
                  </a:lnTo>
                  <a:lnTo>
                    <a:pt x="1685413" y="4825391"/>
                  </a:lnTo>
                  <a:lnTo>
                    <a:pt x="1685665" y="4825391"/>
                  </a:lnTo>
                  <a:lnTo>
                    <a:pt x="1686043" y="4825391"/>
                  </a:lnTo>
                  <a:lnTo>
                    <a:pt x="1686169" y="4825391"/>
                  </a:lnTo>
                  <a:lnTo>
                    <a:pt x="1686674" y="4825391"/>
                  </a:lnTo>
                  <a:lnTo>
                    <a:pt x="1686800" y="4825391"/>
                  </a:lnTo>
                  <a:lnTo>
                    <a:pt x="1686926" y="4825391"/>
                  </a:lnTo>
                  <a:lnTo>
                    <a:pt x="1687052" y="4825391"/>
                  </a:lnTo>
                  <a:lnTo>
                    <a:pt x="1687178" y="4825391"/>
                  </a:lnTo>
                  <a:lnTo>
                    <a:pt x="1687430" y="4825391"/>
                  </a:lnTo>
                  <a:lnTo>
                    <a:pt x="1687808" y="4825391"/>
                  </a:lnTo>
                  <a:lnTo>
                    <a:pt x="1687934" y="4825391"/>
                  </a:lnTo>
                  <a:lnTo>
                    <a:pt x="1688061" y="4825391"/>
                  </a:lnTo>
                  <a:lnTo>
                    <a:pt x="1688061" y="4820111"/>
                  </a:lnTo>
                  <a:lnTo>
                    <a:pt x="1688187" y="4820111"/>
                  </a:lnTo>
                  <a:lnTo>
                    <a:pt x="1688439" y="4820111"/>
                  </a:lnTo>
                  <a:lnTo>
                    <a:pt x="1688565" y="4820111"/>
                  </a:lnTo>
                  <a:lnTo>
                    <a:pt x="1689069" y="4820111"/>
                  </a:lnTo>
                  <a:lnTo>
                    <a:pt x="1689321" y="4820111"/>
                  </a:lnTo>
                  <a:lnTo>
                    <a:pt x="1689700" y="4820111"/>
                  </a:lnTo>
                  <a:lnTo>
                    <a:pt x="1689826" y="4820111"/>
                  </a:lnTo>
                  <a:lnTo>
                    <a:pt x="1690078" y="4820111"/>
                  </a:lnTo>
                  <a:lnTo>
                    <a:pt x="1690330" y="4820111"/>
                  </a:lnTo>
                  <a:lnTo>
                    <a:pt x="1690456" y="4820111"/>
                  </a:lnTo>
                  <a:lnTo>
                    <a:pt x="1690708" y="4820111"/>
                  </a:lnTo>
                  <a:lnTo>
                    <a:pt x="1690961" y="4820111"/>
                  </a:lnTo>
                  <a:lnTo>
                    <a:pt x="1691087" y="4820111"/>
                  </a:lnTo>
                  <a:lnTo>
                    <a:pt x="1691339" y="4820111"/>
                  </a:lnTo>
                  <a:lnTo>
                    <a:pt x="1691591" y="4820111"/>
                  </a:lnTo>
                  <a:lnTo>
                    <a:pt x="1691717" y="4820111"/>
                  </a:lnTo>
                  <a:lnTo>
                    <a:pt x="1691843" y="4820111"/>
                  </a:lnTo>
                  <a:lnTo>
                    <a:pt x="1691969" y="4820111"/>
                  </a:lnTo>
                  <a:lnTo>
                    <a:pt x="1692095" y="4820111"/>
                  </a:lnTo>
                  <a:lnTo>
                    <a:pt x="1692221" y="4820111"/>
                  </a:lnTo>
                  <a:lnTo>
                    <a:pt x="1692852" y="4814832"/>
                  </a:lnTo>
                  <a:lnTo>
                    <a:pt x="1692978" y="4814832"/>
                  </a:lnTo>
                  <a:lnTo>
                    <a:pt x="1693104" y="4814832"/>
                  </a:lnTo>
                  <a:lnTo>
                    <a:pt x="1693230" y="4814832"/>
                  </a:lnTo>
                  <a:lnTo>
                    <a:pt x="1693356" y="4814832"/>
                  </a:lnTo>
                  <a:lnTo>
                    <a:pt x="1693482" y="4814832"/>
                  </a:lnTo>
                  <a:lnTo>
                    <a:pt x="1693608" y="4814832"/>
                  </a:lnTo>
                  <a:lnTo>
                    <a:pt x="1693734" y="4814832"/>
                  </a:lnTo>
                  <a:lnTo>
                    <a:pt x="1693861" y="4814832"/>
                  </a:lnTo>
                  <a:lnTo>
                    <a:pt x="1693987" y="4814832"/>
                  </a:lnTo>
                  <a:lnTo>
                    <a:pt x="1694239" y="4814832"/>
                  </a:lnTo>
                  <a:lnTo>
                    <a:pt x="1694491" y="4814832"/>
                  </a:lnTo>
                  <a:lnTo>
                    <a:pt x="1694617" y="4814832"/>
                  </a:lnTo>
                  <a:lnTo>
                    <a:pt x="1694743" y="4814832"/>
                  </a:lnTo>
                  <a:lnTo>
                    <a:pt x="1694869" y="4814832"/>
                  </a:lnTo>
                  <a:lnTo>
                    <a:pt x="1695500" y="4814832"/>
                  </a:lnTo>
                  <a:lnTo>
                    <a:pt x="1695878" y="4814832"/>
                  </a:lnTo>
                  <a:lnTo>
                    <a:pt x="1696256" y="4814832"/>
                  </a:lnTo>
                  <a:lnTo>
                    <a:pt x="1696634" y="4814832"/>
                  </a:lnTo>
                  <a:lnTo>
                    <a:pt x="1696761" y="4814832"/>
                  </a:lnTo>
                  <a:lnTo>
                    <a:pt x="1696887" y="4814832"/>
                  </a:lnTo>
                  <a:lnTo>
                    <a:pt x="1697139" y="4814832"/>
                  </a:lnTo>
                  <a:lnTo>
                    <a:pt x="1697265" y="4814832"/>
                  </a:lnTo>
                  <a:lnTo>
                    <a:pt x="1697391" y="4814832"/>
                  </a:lnTo>
                  <a:lnTo>
                    <a:pt x="1697517" y="4814832"/>
                  </a:lnTo>
                  <a:lnTo>
                    <a:pt x="1697895" y="4814832"/>
                  </a:lnTo>
                  <a:lnTo>
                    <a:pt x="1698021" y="4814832"/>
                  </a:lnTo>
                  <a:lnTo>
                    <a:pt x="1698526" y="4814832"/>
                  </a:lnTo>
                  <a:lnTo>
                    <a:pt x="1698778" y="4809552"/>
                  </a:lnTo>
                  <a:lnTo>
                    <a:pt x="1698904" y="4809552"/>
                  </a:lnTo>
                  <a:lnTo>
                    <a:pt x="1699156" y="4809552"/>
                  </a:lnTo>
                  <a:lnTo>
                    <a:pt x="1699282" y="4809552"/>
                  </a:lnTo>
                  <a:lnTo>
                    <a:pt x="1699534" y="4809552"/>
                  </a:lnTo>
                  <a:lnTo>
                    <a:pt x="1699787" y="4809552"/>
                  </a:lnTo>
                  <a:lnTo>
                    <a:pt x="1699913" y="4809552"/>
                  </a:lnTo>
                  <a:lnTo>
                    <a:pt x="1700165" y="4809552"/>
                  </a:lnTo>
                  <a:lnTo>
                    <a:pt x="1700669" y="4809552"/>
                  </a:lnTo>
                  <a:lnTo>
                    <a:pt x="1700795" y="4809552"/>
                  </a:lnTo>
                  <a:lnTo>
                    <a:pt x="1701048" y="4809552"/>
                  </a:lnTo>
                  <a:lnTo>
                    <a:pt x="1701174" y="4809552"/>
                  </a:lnTo>
                  <a:lnTo>
                    <a:pt x="1701426" y="4809552"/>
                  </a:lnTo>
                  <a:lnTo>
                    <a:pt x="1701552" y="4809552"/>
                  </a:lnTo>
                  <a:lnTo>
                    <a:pt x="1701678" y="4809552"/>
                  </a:lnTo>
                  <a:lnTo>
                    <a:pt x="1702056" y="4809552"/>
                  </a:lnTo>
                  <a:lnTo>
                    <a:pt x="1702182" y="4809552"/>
                  </a:lnTo>
                  <a:lnTo>
                    <a:pt x="1702308" y="4809552"/>
                  </a:lnTo>
                  <a:lnTo>
                    <a:pt x="1702687" y="4809552"/>
                  </a:lnTo>
                  <a:lnTo>
                    <a:pt x="1702813" y="4809552"/>
                  </a:lnTo>
                  <a:lnTo>
                    <a:pt x="1702939" y="4809552"/>
                  </a:lnTo>
                  <a:lnTo>
                    <a:pt x="1703065" y="4809552"/>
                  </a:lnTo>
                  <a:lnTo>
                    <a:pt x="1703191" y="4809552"/>
                  </a:lnTo>
                  <a:lnTo>
                    <a:pt x="1703443" y="4809552"/>
                  </a:lnTo>
                  <a:lnTo>
                    <a:pt x="1703569" y="4809552"/>
                  </a:lnTo>
                  <a:lnTo>
                    <a:pt x="1703695" y="4809552"/>
                  </a:lnTo>
                  <a:lnTo>
                    <a:pt x="1703821" y="4809552"/>
                  </a:lnTo>
                  <a:lnTo>
                    <a:pt x="1704200" y="4809552"/>
                  </a:lnTo>
                  <a:lnTo>
                    <a:pt x="1704326" y="4809552"/>
                  </a:lnTo>
                  <a:lnTo>
                    <a:pt x="1704452" y="4809552"/>
                  </a:lnTo>
                  <a:lnTo>
                    <a:pt x="1704578" y="4809552"/>
                  </a:lnTo>
                  <a:lnTo>
                    <a:pt x="1704704" y="4809552"/>
                  </a:lnTo>
                  <a:lnTo>
                    <a:pt x="1704830" y="4809552"/>
                  </a:lnTo>
                  <a:lnTo>
                    <a:pt x="1704956" y="4809552"/>
                  </a:lnTo>
                  <a:lnTo>
                    <a:pt x="1705335" y="4809552"/>
                  </a:lnTo>
                  <a:lnTo>
                    <a:pt x="1705461" y="4809552"/>
                  </a:lnTo>
                  <a:lnTo>
                    <a:pt x="1705587" y="4809552"/>
                  </a:lnTo>
                  <a:lnTo>
                    <a:pt x="1705713" y="4809552"/>
                  </a:lnTo>
                  <a:lnTo>
                    <a:pt x="1705965" y="4809552"/>
                  </a:lnTo>
                  <a:lnTo>
                    <a:pt x="1706217" y="4809552"/>
                  </a:lnTo>
                  <a:lnTo>
                    <a:pt x="1706469" y="4809552"/>
                  </a:lnTo>
                  <a:lnTo>
                    <a:pt x="1706595" y="4809552"/>
                  </a:lnTo>
                  <a:lnTo>
                    <a:pt x="1706848" y="4809552"/>
                  </a:lnTo>
                  <a:lnTo>
                    <a:pt x="1707226" y="4809552"/>
                  </a:lnTo>
                  <a:lnTo>
                    <a:pt x="1707856" y="4809552"/>
                  </a:lnTo>
                  <a:lnTo>
                    <a:pt x="1708108" y="4809552"/>
                  </a:lnTo>
                  <a:lnTo>
                    <a:pt x="1708235" y="4809552"/>
                  </a:lnTo>
                  <a:lnTo>
                    <a:pt x="1708487" y="4809552"/>
                  </a:lnTo>
                  <a:lnTo>
                    <a:pt x="1708613" y="4809552"/>
                  </a:lnTo>
                  <a:lnTo>
                    <a:pt x="1709117" y="4809552"/>
                  </a:lnTo>
                  <a:lnTo>
                    <a:pt x="1709243" y="4809552"/>
                  </a:lnTo>
                  <a:lnTo>
                    <a:pt x="1709369" y="4809552"/>
                  </a:lnTo>
                  <a:lnTo>
                    <a:pt x="1709495" y="4809552"/>
                  </a:lnTo>
                  <a:lnTo>
                    <a:pt x="1709748" y="4809552"/>
                  </a:lnTo>
                  <a:lnTo>
                    <a:pt x="1710000" y="4809552"/>
                  </a:lnTo>
                  <a:lnTo>
                    <a:pt x="1710126" y="4809552"/>
                  </a:lnTo>
                  <a:lnTo>
                    <a:pt x="1710252" y="4809552"/>
                  </a:lnTo>
                  <a:lnTo>
                    <a:pt x="1710378" y="4809552"/>
                  </a:lnTo>
                  <a:lnTo>
                    <a:pt x="1710630" y="4809552"/>
                  </a:lnTo>
                  <a:lnTo>
                    <a:pt x="1710756" y="4809552"/>
                  </a:lnTo>
                  <a:lnTo>
                    <a:pt x="1710882" y="4809552"/>
                  </a:lnTo>
                  <a:lnTo>
                    <a:pt x="1711008" y="4809552"/>
                  </a:lnTo>
                  <a:lnTo>
                    <a:pt x="1711387" y="4809552"/>
                  </a:lnTo>
                  <a:lnTo>
                    <a:pt x="1711513" y="4809552"/>
                  </a:lnTo>
                  <a:lnTo>
                    <a:pt x="1711639" y="4809552"/>
                  </a:lnTo>
                  <a:lnTo>
                    <a:pt x="1711891" y="4809552"/>
                  </a:lnTo>
                  <a:lnTo>
                    <a:pt x="1712143" y="4809552"/>
                  </a:lnTo>
                  <a:lnTo>
                    <a:pt x="1712269" y="4809552"/>
                  </a:lnTo>
                  <a:lnTo>
                    <a:pt x="1712395" y="4809552"/>
                  </a:lnTo>
                  <a:lnTo>
                    <a:pt x="1712522" y="4809552"/>
                  </a:lnTo>
                  <a:lnTo>
                    <a:pt x="1712648" y="4804273"/>
                  </a:lnTo>
                  <a:lnTo>
                    <a:pt x="1712774" y="4804273"/>
                  </a:lnTo>
                  <a:lnTo>
                    <a:pt x="1713026" y="4804273"/>
                  </a:lnTo>
                  <a:lnTo>
                    <a:pt x="1713278" y="4804273"/>
                  </a:lnTo>
                  <a:lnTo>
                    <a:pt x="1713404" y="4804273"/>
                  </a:lnTo>
                  <a:lnTo>
                    <a:pt x="1713656" y="4804273"/>
                  </a:lnTo>
                  <a:lnTo>
                    <a:pt x="1714287" y="4804273"/>
                  </a:lnTo>
                  <a:lnTo>
                    <a:pt x="1714413" y="4804273"/>
                  </a:lnTo>
                  <a:lnTo>
                    <a:pt x="1714539" y="4804273"/>
                  </a:lnTo>
                  <a:lnTo>
                    <a:pt x="1714665" y="4804273"/>
                  </a:lnTo>
                  <a:lnTo>
                    <a:pt x="1714917" y="4804273"/>
                  </a:lnTo>
                  <a:lnTo>
                    <a:pt x="1715043" y="4804273"/>
                  </a:lnTo>
                  <a:lnTo>
                    <a:pt x="1715043" y="4798993"/>
                  </a:lnTo>
                  <a:lnTo>
                    <a:pt x="1715169" y="4798993"/>
                  </a:lnTo>
                  <a:lnTo>
                    <a:pt x="1715295" y="4798993"/>
                  </a:lnTo>
                  <a:lnTo>
                    <a:pt x="1715800" y="4798993"/>
                  </a:lnTo>
                  <a:lnTo>
                    <a:pt x="1715926" y="4798993"/>
                  </a:lnTo>
                  <a:lnTo>
                    <a:pt x="1716052" y="4798993"/>
                  </a:lnTo>
                  <a:lnTo>
                    <a:pt x="1716304" y="4798993"/>
                  </a:lnTo>
                  <a:lnTo>
                    <a:pt x="1716556" y="4798993"/>
                  </a:lnTo>
                  <a:lnTo>
                    <a:pt x="1716682" y="4798993"/>
                  </a:lnTo>
                  <a:lnTo>
                    <a:pt x="1716808" y="4798993"/>
                  </a:lnTo>
                  <a:lnTo>
                    <a:pt x="1717187" y="4798993"/>
                  </a:lnTo>
                  <a:lnTo>
                    <a:pt x="1717313" y="4798993"/>
                  </a:lnTo>
                  <a:lnTo>
                    <a:pt x="1717439" y="4798993"/>
                  </a:lnTo>
                  <a:lnTo>
                    <a:pt x="1717565" y="4798993"/>
                  </a:lnTo>
                  <a:lnTo>
                    <a:pt x="1717691" y="4798993"/>
                  </a:lnTo>
                  <a:lnTo>
                    <a:pt x="1717943" y="4798993"/>
                  </a:lnTo>
                  <a:lnTo>
                    <a:pt x="1718448" y="4798993"/>
                  </a:lnTo>
                  <a:lnTo>
                    <a:pt x="1718574" y="4798993"/>
                  </a:lnTo>
                  <a:lnTo>
                    <a:pt x="1718700" y="4798993"/>
                  </a:lnTo>
                  <a:lnTo>
                    <a:pt x="1719204" y="4798993"/>
                  </a:lnTo>
                  <a:lnTo>
                    <a:pt x="1719330" y="4798993"/>
                  </a:lnTo>
                  <a:lnTo>
                    <a:pt x="1719456" y="4798993"/>
                  </a:lnTo>
                  <a:lnTo>
                    <a:pt x="1719709" y="4798993"/>
                  </a:lnTo>
                  <a:lnTo>
                    <a:pt x="1719835" y="4798993"/>
                  </a:lnTo>
                  <a:lnTo>
                    <a:pt x="1719961" y="4798993"/>
                  </a:lnTo>
                  <a:lnTo>
                    <a:pt x="1720087" y="4798993"/>
                  </a:lnTo>
                  <a:lnTo>
                    <a:pt x="1720213" y="4798993"/>
                  </a:lnTo>
                  <a:lnTo>
                    <a:pt x="1720339" y="4798993"/>
                  </a:lnTo>
                  <a:lnTo>
                    <a:pt x="1720465" y="4798993"/>
                  </a:lnTo>
                  <a:lnTo>
                    <a:pt x="1720843" y="4798993"/>
                  </a:lnTo>
                  <a:lnTo>
                    <a:pt x="1720969" y="4798993"/>
                  </a:lnTo>
                  <a:lnTo>
                    <a:pt x="1721095" y="4798993"/>
                  </a:lnTo>
                  <a:lnTo>
                    <a:pt x="1721222" y="4798993"/>
                  </a:lnTo>
                  <a:lnTo>
                    <a:pt x="1721348" y="4798993"/>
                  </a:lnTo>
                  <a:lnTo>
                    <a:pt x="1721600" y="4798993"/>
                  </a:lnTo>
                  <a:lnTo>
                    <a:pt x="1721726" y="4798993"/>
                  </a:lnTo>
                  <a:lnTo>
                    <a:pt x="1721852" y="4793714"/>
                  </a:lnTo>
                  <a:lnTo>
                    <a:pt x="1721852" y="4788435"/>
                  </a:lnTo>
                  <a:lnTo>
                    <a:pt x="1721978" y="4788435"/>
                  </a:lnTo>
                  <a:lnTo>
                    <a:pt x="1722230" y="4788435"/>
                  </a:lnTo>
                  <a:lnTo>
                    <a:pt x="1722482" y="4783155"/>
                  </a:lnTo>
                  <a:lnTo>
                    <a:pt x="1722609" y="4783155"/>
                  </a:lnTo>
                  <a:lnTo>
                    <a:pt x="1722735" y="4783155"/>
                  </a:lnTo>
                  <a:lnTo>
                    <a:pt x="1722861" y="4783155"/>
                  </a:lnTo>
                  <a:lnTo>
                    <a:pt x="1723239" y="4783155"/>
                  </a:lnTo>
                  <a:lnTo>
                    <a:pt x="1723365" y="4783155"/>
                  </a:lnTo>
                  <a:lnTo>
                    <a:pt x="1723491" y="4783155"/>
                  </a:lnTo>
                  <a:lnTo>
                    <a:pt x="1723617" y="4783155"/>
                  </a:lnTo>
                  <a:lnTo>
                    <a:pt x="1723743" y="4783155"/>
                  </a:lnTo>
                  <a:lnTo>
                    <a:pt x="1723869" y="4783155"/>
                  </a:lnTo>
                  <a:lnTo>
                    <a:pt x="1723995" y="4783155"/>
                  </a:lnTo>
                  <a:lnTo>
                    <a:pt x="1724500" y="4783155"/>
                  </a:lnTo>
                  <a:lnTo>
                    <a:pt x="1724626" y="4783155"/>
                  </a:lnTo>
                  <a:lnTo>
                    <a:pt x="1724752" y="4783155"/>
                  </a:lnTo>
                  <a:lnTo>
                    <a:pt x="1724878" y="4783155"/>
                  </a:lnTo>
                  <a:lnTo>
                    <a:pt x="1725130" y="4783155"/>
                  </a:lnTo>
                  <a:lnTo>
                    <a:pt x="1725256" y="4783155"/>
                  </a:lnTo>
                  <a:lnTo>
                    <a:pt x="1725509" y="4783155"/>
                  </a:lnTo>
                  <a:lnTo>
                    <a:pt x="1725635" y="4783155"/>
                  </a:lnTo>
                  <a:lnTo>
                    <a:pt x="1726013" y="4783155"/>
                  </a:lnTo>
                  <a:lnTo>
                    <a:pt x="1726265" y="4783155"/>
                  </a:lnTo>
                  <a:lnTo>
                    <a:pt x="1726769" y="4783155"/>
                  </a:lnTo>
                  <a:lnTo>
                    <a:pt x="1727274" y="4783155"/>
                  </a:lnTo>
                  <a:lnTo>
                    <a:pt x="1727526" y="4783155"/>
                  </a:lnTo>
                  <a:lnTo>
                    <a:pt x="1727778" y="4783155"/>
                  </a:lnTo>
                  <a:lnTo>
                    <a:pt x="1728282" y="4783155"/>
                  </a:lnTo>
                  <a:lnTo>
                    <a:pt x="1728409" y="4783155"/>
                  </a:lnTo>
                  <a:lnTo>
                    <a:pt x="1728661" y="4783155"/>
                  </a:lnTo>
                  <a:lnTo>
                    <a:pt x="1728787" y="4783155"/>
                  </a:lnTo>
                  <a:lnTo>
                    <a:pt x="1729291" y="4783155"/>
                  </a:lnTo>
                  <a:lnTo>
                    <a:pt x="1729543" y="4783155"/>
                  </a:lnTo>
                  <a:lnTo>
                    <a:pt x="1729922" y="4783155"/>
                  </a:lnTo>
                  <a:lnTo>
                    <a:pt x="1730174" y="4783155"/>
                  </a:lnTo>
                  <a:lnTo>
                    <a:pt x="1730300" y="4783155"/>
                  </a:lnTo>
                  <a:lnTo>
                    <a:pt x="1730426" y="4783155"/>
                  </a:lnTo>
                  <a:lnTo>
                    <a:pt x="1730678" y="4783155"/>
                  </a:lnTo>
                  <a:lnTo>
                    <a:pt x="1730930" y="4783155"/>
                  </a:lnTo>
                  <a:lnTo>
                    <a:pt x="1731182" y="4783155"/>
                  </a:lnTo>
                  <a:lnTo>
                    <a:pt x="1732065" y="4783155"/>
                  </a:lnTo>
                  <a:lnTo>
                    <a:pt x="1732191" y="4783155"/>
                  </a:lnTo>
                  <a:lnTo>
                    <a:pt x="1732569" y="4783155"/>
                  </a:lnTo>
                  <a:lnTo>
                    <a:pt x="1732696" y="4783155"/>
                  </a:lnTo>
                  <a:lnTo>
                    <a:pt x="1732822" y="4783155"/>
                  </a:lnTo>
                  <a:lnTo>
                    <a:pt x="1732948" y="4783155"/>
                  </a:lnTo>
                  <a:lnTo>
                    <a:pt x="1733074" y="4783155"/>
                  </a:lnTo>
                  <a:lnTo>
                    <a:pt x="1733200" y="4783155"/>
                  </a:lnTo>
                  <a:lnTo>
                    <a:pt x="1733326" y="4783155"/>
                  </a:lnTo>
                  <a:lnTo>
                    <a:pt x="1733578" y="4783155"/>
                  </a:lnTo>
                  <a:lnTo>
                    <a:pt x="1733956" y="4783155"/>
                  </a:lnTo>
                  <a:lnTo>
                    <a:pt x="1734209" y="4783155"/>
                  </a:lnTo>
                  <a:lnTo>
                    <a:pt x="1734335" y="4783155"/>
                  </a:lnTo>
                  <a:lnTo>
                    <a:pt x="1734587" y="4783155"/>
                  </a:lnTo>
                  <a:lnTo>
                    <a:pt x="1734713" y="4783155"/>
                  </a:lnTo>
                  <a:lnTo>
                    <a:pt x="1735091" y="4783155"/>
                  </a:lnTo>
                  <a:lnTo>
                    <a:pt x="1735217" y="4783155"/>
                  </a:lnTo>
                  <a:lnTo>
                    <a:pt x="1735343" y="4783155"/>
                  </a:lnTo>
                  <a:lnTo>
                    <a:pt x="1735596" y="4783155"/>
                  </a:lnTo>
                  <a:lnTo>
                    <a:pt x="1735722" y="4783155"/>
                  </a:lnTo>
                  <a:lnTo>
                    <a:pt x="1736226" y="4783155"/>
                  </a:lnTo>
                  <a:lnTo>
                    <a:pt x="1736352" y="4783155"/>
                  </a:lnTo>
                  <a:lnTo>
                    <a:pt x="1736478" y="4783155"/>
                  </a:lnTo>
                  <a:lnTo>
                    <a:pt x="1736604" y="4783155"/>
                  </a:lnTo>
                  <a:lnTo>
                    <a:pt x="1736730" y="4783155"/>
                  </a:lnTo>
                  <a:lnTo>
                    <a:pt x="1736983" y="4783155"/>
                  </a:lnTo>
                  <a:lnTo>
                    <a:pt x="1737109" y="4783155"/>
                  </a:lnTo>
                  <a:lnTo>
                    <a:pt x="1737235" y="4783155"/>
                  </a:lnTo>
                  <a:lnTo>
                    <a:pt x="1737361" y="4783155"/>
                  </a:lnTo>
                  <a:lnTo>
                    <a:pt x="1737487" y="4783155"/>
                  </a:lnTo>
                  <a:lnTo>
                    <a:pt x="1737739" y="4777876"/>
                  </a:lnTo>
                  <a:lnTo>
                    <a:pt x="1737865" y="4777876"/>
                  </a:lnTo>
                  <a:lnTo>
                    <a:pt x="1738117" y="4777876"/>
                  </a:lnTo>
                  <a:lnTo>
                    <a:pt x="1738243" y="4777876"/>
                  </a:lnTo>
                  <a:lnTo>
                    <a:pt x="1738369" y="4777876"/>
                  </a:lnTo>
                  <a:lnTo>
                    <a:pt x="1738496" y="4777876"/>
                  </a:lnTo>
                  <a:lnTo>
                    <a:pt x="1738622" y="4777876"/>
                  </a:lnTo>
                  <a:lnTo>
                    <a:pt x="1738874" y="4777876"/>
                  </a:lnTo>
                  <a:lnTo>
                    <a:pt x="1739504" y="4777876"/>
                  </a:lnTo>
                  <a:lnTo>
                    <a:pt x="1739883" y="4777876"/>
                  </a:lnTo>
                  <a:lnTo>
                    <a:pt x="1740135" y="4777876"/>
                  </a:lnTo>
                  <a:lnTo>
                    <a:pt x="1740261" y="4777876"/>
                  </a:lnTo>
                  <a:lnTo>
                    <a:pt x="1740639" y="4777876"/>
                  </a:lnTo>
                  <a:lnTo>
                    <a:pt x="1740765" y="4777876"/>
                  </a:lnTo>
                  <a:lnTo>
                    <a:pt x="1740891" y="4777876"/>
                  </a:lnTo>
                  <a:lnTo>
                    <a:pt x="1741269" y="4777876"/>
                  </a:lnTo>
                  <a:lnTo>
                    <a:pt x="1741396" y="4777876"/>
                  </a:lnTo>
                  <a:lnTo>
                    <a:pt x="1741648" y="4777876"/>
                  </a:lnTo>
                  <a:lnTo>
                    <a:pt x="1742026" y="4777876"/>
                  </a:lnTo>
                  <a:lnTo>
                    <a:pt x="1742278" y="4777876"/>
                  </a:lnTo>
                  <a:lnTo>
                    <a:pt x="1742530" y="4777876"/>
                  </a:lnTo>
                  <a:lnTo>
                    <a:pt x="1742656" y="4777876"/>
                  </a:lnTo>
                  <a:lnTo>
                    <a:pt x="1742783" y="4777876"/>
                  </a:lnTo>
                  <a:lnTo>
                    <a:pt x="1742909" y="4777876"/>
                  </a:lnTo>
                  <a:lnTo>
                    <a:pt x="1743287" y="4777876"/>
                  </a:lnTo>
                  <a:lnTo>
                    <a:pt x="1743917" y="4777876"/>
                  </a:lnTo>
                  <a:lnTo>
                    <a:pt x="1744043" y="4777876"/>
                  </a:lnTo>
                  <a:lnTo>
                    <a:pt x="1744296" y="4777876"/>
                  </a:lnTo>
                  <a:lnTo>
                    <a:pt x="1744422" y="4777876"/>
                  </a:lnTo>
                  <a:lnTo>
                    <a:pt x="1744674" y="4777876"/>
                  </a:lnTo>
                  <a:lnTo>
                    <a:pt x="1744800" y="4777876"/>
                  </a:lnTo>
                  <a:lnTo>
                    <a:pt x="1745683" y="4777876"/>
                  </a:lnTo>
                  <a:lnTo>
                    <a:pt x="1745935" y="4777876"/>
                  </a:lnTo>
                  <a:lnTo>
                    <a:pt x="1746061" y="4777876"/>
                  </a:lnTo>
                  <a:lnTo>
                    <a:pt x="1746187" y="4777876"/>
                  </a:lnTo>
                  <a:lnTo>
                    <a:pt x="1746817" y="4777876"/>
                  </a:lnTo>
                  <a:lnTo>
                    <a:pt x="1746943" y="4777876"/>
                  </a:lnTo>
                  <a:lnTo>
                    <a:pt x="1747322" y="4777876"/>
                  </a:lnTo>
                  <a:lnTo>
                    <a:pt x="1747700" y="4777876"/>
                  </a:lnTo>
                  <a:lnTo>
                    <a:pt x="1747826" y="4777876"/>
                  </a:lnTo>
                  <a:lnTo>
                    <a:pt x="1747952" y="4777876"/>
                  </a:lnTo>
                  <a:lnTo>
                    <a:pt x="1748456" y="4777876"/>
                  </a:lnTo>
                  <a:lnTo>
                    <a:pt x="1748709" y="4777876"/>
                  </a:lnTo>
                  <a:lnTo>
                    <a:pt x="1748961" y="4777876"/>
                  </a:lnTo>
                  <a:lnTo>
                    <a:pt x="1749087" y="4777876"/>
                  </a:lnTo>
                  <a:lnTo>
                    <a:pt x="1749591" y="4777876"/>
                  </a:lnTo>
                  <a:lnTo>
                    <a:pt x="1749717" y="4777876"/>
                  </a:lnTo>
                  <a:lnTo>
                    <a:pt x="1749970" y="4777876"/>
                  </a:lnTo>
                  <a:lnTo>
                    <a:pt x="1750222" y="4777876"/>
                  </a:lnTo>
                  <a:lnTo>
                    <a:pt x="1750726" y="4777876"/>
                  </a:lnTo>
                  <a:lnTo>
                    <a:pt x="1750852" y="4777876"/>
                  </a:lnTo>
                  <a:lnTo>
                    <a:pt x="1750852" y="4772596"/>
                  </a:lnTo>
                  <a:lnTo>
                    <a:pt x="1751104" y="4772596"/>
                  </a:lnTo>
                  <a:lnTo>
                    <a:pt x="1751230" y="4772596"/>
                  </a:lnTo>
                  <a:lnTo>
                    <a:pt x="1751357" y="4772596"/>
                  </a:lnTo>
                  <a:lnTo>
                    <a:pt x="1751609" y="4772596"/>
                  </a:lnTo>
                  <a:lnTo>
                    <a:pt x="1751735" y="4772596"/>
                  </a:lnTo>
                  <a:lnTo>
                    <a:pt x="1751861" y="4772596"/>
                  </a:lnTo>
                  <a:lnTo>
                    <a:pt x="1751987" y="4772596"/>
                  </a:lnTo>
                  <a:lnTo>
                    <a:pt x="1752113" y="4772596"/>
                  </a:lnTo>
                  <a:lnTo>
                    <a:pt x="1752239" y="4772596"/>
                  </a:lnTo>
                  <a:lnTo>
                    <a:pt x="1752365" y="4772596"/>
                  </a:lnTo>
                  <a:lnTo>
                    <a:pt x="1752491" y="4772596"/>
                  </a:lnTo>
                  <a:lnTo>
                    <a:pt x="1752617" y="4772596"/>
                  </a:lnTo>
                  <a:lnTo>
                    <a:pt x="1752743" y="4772596"/>
                  </a:lnTo>
                  <a:lnTo>
                    <a:pt x="1752870" y="4772596"/>
                  </a:lnTo>
                  <a:lnTo>
                    <a:pt x="1752996" y="4772596"/>
                  </a:lnTo>
                  <a:lnTo>
                    <a:pt x="1753248" y="4772596"/>
                  </a:lnTo>
                  <a:lnTo>
                    <a:pt x="1753500" y="4772596"/>
                  </a:lnTo>
                  <a:lnTo>
                    <a:pt x="1753626" y="4772596"/>
                  </a:lnTo>
                  <a:lnTo>
                    <a:pt x="1753752" y="4772596"/>
                  </a:lnTo>
                  <a:lnTo>
                    <a:pt x="1754004" y="4772596"/>
                  </a:lnTo>
                  <a:lnTo>
                    <a:pt x="1754257" y="4772596"/>
                  </a:lnTo>
                  <a:lnTo>
                    <a:pt x="1754635" y="4772596"/>
                  </a:lnTo>
                  <a:lnTo>
                    <a:pt x="1754761" y="4772596"/>
                  </a:lnTo>
                  <a:lnTo>
                    <a:pt x="1755139" y="4772596"/>
                  </a:lnTo>
                  <a:lnTo>
                    <a:pt x="1755265" y="4772596"/>
                  </a:lnTo>
                  <a:lnTo>
                    <a:pt x="1755391" y="4772596"/>
                  </a:lnTo>
                  <a:lnTo>
                    <a:pt x="1755517" y="4772596"/>
                  </a:lnTo>
                  <a:lnTo>
                    <a:pt x="1755643" y="4772596"/>
                  </a:lnTo>
                  <a:lnTo>
                    <a:pt x="1755896" y="4772596"/>
                  </a:lnTo>
                  <a:lnTo>
                    <a:pt x="1756022" y="4772596"/>
                  </a:lnTo>
                  <a:lnTo>
                    <a:pt x="1756274" y="4772596"/>
                  </a:lnTo>
                  <a:lnTo>
                    <a:pt x="1756400" y="4772596"/>
                  </a:lnTo>
                  <a:lnTo>
                    <a:pt x="1756652" y="4772596"/>
                  </a:lnTo>
                  <a:lnTo>
                    <a:pt x="1756904" y="4772596"/>
                  </a:lnTo>
                  <a:lnTo>
                    <a:pt x="1757157" y="4772596"/>
                  </a:lnTo>
                  <a:lnTo>
                    <a:pt x="1757283" y="4772596"/>
                  </a:lnTo>
                  <a:lnTo>
                    <a:pt x="1757409" y="4772596"/>
                  </a:lnTo>
                  <a:lnTo>
                    <a:pt x="1757535" y="4772596"/>
                  </a:lnTo>
                  <a:lnTo>
                    <a:pt x="1757661" y="4772596"/>
                  </a:lnTo>
                  <a:lnTo>
                    <a:pt x="1757787" y="4772596"/>
                  </a:lnTo>
                  <a:lnTo>
                    <a:pt x="1758039" y="4772596"/>
                  </a:lnTo>
                  <a:lnTo>
                    <a:pt x="1758165" y="4772596"/>
                  </a:lnTo>
                  <a:lnTo>
                    <a:pt x="1758417" y="4772596"/>
                  </a:lnTo>
                  <a:lnTo>
                    <a:pt x="1758543" y="4772596"/>
                  </a:lnTo>
                  <a:lnTo>
                    <a:pt x="1759048" y="4772596"/>
                  </a:lnTo>
                  <a:lnTo>
                    <a:pt x="1759300" y="4772596"/>
                  </a:lnTo>
                  <a:lnTo>
                    <a:pt x="1759426" y="4772596"/>
                  </a:lnTo>
                  <a:lnTo>
                    <a:pt x="1759678" y="4772596"/>
                  </a:lnTo>
                  <a:lnTo>
                    <a:pt x="1759930" y="4772596"/>
                  </a:lnTo>
                  <a:lnTo>
                    <a:pt x="1760057" y="4772596"/>
                  </a:lnTo>
                  <a:lnTo>
                    <a:pt x="1760183" y="4772596"/>
                  </a:lnTo>
                  <a:lnTo>
                    <a:pt x="1760435" y="4772596"/>
                  </a:lnTo>
                  <a:lnTo>
                    <a:pt x="1760561" y="4772596"/>
                  </a:lnTo>
                  <a:lnTo>
                    <a:pt x="1760687" y="4772596"/>
                  </a:lnTo>
                  <a:lnTo>
                    <a:pt x="1760813" y="4772596"/>
                  </a:lnTo>
                  <a:lnTo>
                    <a:pt x="1768378" y="4772596"/>
                  </a:lnTo>
                  <a:lnTo>
                    <a:pt x="1768757" y="4772596"/>
                  </a:lnTo>
                  <a:lnTo>
                    <a:pt x="1768883" y="4772596"/>
                  </a:lnTo>
                  <a:lnTo>
                    <a:pt x="1769261" y="4772596"/>
                  </a:lnTo>
                  <a:lnTo>
                    <a:pt x="1769387" y="4772596"/>
                  </a:lnTo>
                  <a:lnTo>
                    <a:pt x="1769765" y="4772596"/>
                  </a:lnTo>
                  <a:lnTo>
                    <a:pt x="1769891" y="4772596"/>
                  </a:lnTo>
                  <a:lnTo>
                    <a:pt x="1770017" y="4772596"/>
                  </a:lnTo>
                  <a:lnTo>
                    <a:pt x="1770144" y="4772596"/>
                  </a:lnTo>
                  <a:lnTo>
                    <a:pt x="1770270" y="4772596"/>
                  </a:lnTo>
                  <a:lnTo>
                    <a:pt x="1770396" y="4772596"/>
                  </a:lnTo>
                  <a:lnTo>
                    <a:pt x="1770522" y="4772596"/>
                  </a:lnTo>
                  <a:lnTo>
                    <a:pt x="1770774" y="4772596"/>
                  </a:lnTo>
                  <a:lnTo>
                    <a:pt x="1770900" y="4772596"/>
                  </a:lnTo>
                  <a:lnTo>
                    <a:pt x="1771026" y="4772596"/>
                  </a:lnTo>
                  <a:lnTo>
                    <a:pt x="1771152" y="4772596"/>
                  </a:lnTo>
                  <a:lnTo>
                    <a:pt x="1771404" y="4772596"/>
                  </a:lnTo>
                  <a:lnTo>
                    <a:pt x="1771531" y="4772596"/>
                  </a:lnTo>
                  <a:lnTo>
                    <a:pt x="1771657" y="4772596"/>
                  </a:lnTo>
                  <a:lnTo>
                    <a:pt x="1771783" y="4772596"/>
                  </a:lnTo>
                  <a:lnTo>
                    <a:pt x="1772287" y="4772596"/>
                  </a:lnTo>
                  <a:lnTo>
                    <a:pt x="1772539" y="4772596"/>
                  </a:lnTo>
                  <a:lnTo>
                    <a:pt x="1773044" y="4772596"/>
                  </a:lnTo>
                  <a:lnTo>
                    <a:pt x="1773170" y="4772596"/>
                  </a:lnTo>
                  <a:lnTo>
                    <a:pt x="1773296" y="4772596"/>
                  </a:lnTo>
                  <a:lnTo>
                    <a:pt x="1773548" y="4772596"/>
                  </a:lnTo>
                  <a:lnTo>
                    <a:pt x="1773674" y="4772596"/>
                  </a:lnTo>
                  <a:lnTo>
                    <a:pt x="1773926" y="4772596"/>
                  </a:lnTo>
                  <a:lnTo>
                    <a:pt x="1774052" y="4772596"/>
                  </a:lnTo>
                  <a:lnTo>
                    <a:pt x="1774178" y="4772596"/>
                  </a:lnTo>
                  <a:lnTo>
                    <a:pt x="1774431" y="4772596"/>
                  </a:lnTo>
                  <a:lnTo>
                    <a:pt x="1774557" y="4772596"/>
                  </a:lnTo>
                  <a:lnTo>
                    <a:pt x="1774683" y="4772596"/>
                  </a:lnTo>
                  <a:lnTo>
                    <a:pt x="1774935" y="4772596"/>
                  </a:lnTo>
                  <a:lnTo>
                    <a:pt x="1775187" y="4772596"/>
                  </a:lnTo>
                  <a:lnTo>
                    <a:pt x="1775439" y="4772596"/>
                  </a:lnTo>
                  <a:lnTo>
                    <a:pt x="1775565" y="4772596"/>
                  </a:lnTo>
                  <a:lnTo>
                    <a:pt x="1775691" y="4772596"/>
                  </a:lnTo>
                  <a:lnTo>
                    <a:pt x="1775818" y="4772596"/>
                  </a:lnTo>
                  <a:lnTo>
                    <a:pt x="1775944" y="4772596"/>
                  </a:lnTo>
                  <a:lnTo>
                    <a:pt x="1776070" y="4772596"/>
                  </a:lnTo>
                  <a:lnTo>
                    <a:pt x="1776070" y="4767317"/>
                  </a:lnTo>
                  <a:lnTo>
                    <a:pt x="1776196" y="4767317"/>
                  </a:lnTo>
                  <a:lnTo>
                    <a:pt x="1776448" y="4767317"/>
                  </a:lnTo>
                  <a:lnTo>
                    <a:pt x="1776574" y="4767317"/>
                  </a:lnTo>
                  <a:lnTo>
                    <a:pt x="1776826" y="4767317"/>
                  </a:lnTo>
                  <a:lnTo>
                    <a:pt x="1777078" y="4767317"/>
                  </a:lnTo>
                  <a:lnTo>
                    <a:pt x="1777457" y="4767317"/>
                  </a:lnTo>
                  <a:lnTo>
                    <a:pt x="1777583" y="4767317"/>
                  </a:lnTo>
                  <a:lnTo>
                    <a:pt x="1777709" y="4767317"/>
                  </a:lnTo>
                  <a:lnTo>
                    <a:pt x="1777961" y="4767317"/>
                  </a:lnTo>
                  <a:lnTo>
                    <a:pt x="1778213" y="4767317"/>
                  </a:lnTo>
                  <a:lnTo>
                    <a:pt x="1778465" y="4767317"/>
                  </a:lnTo>
                  <a:lnTo>
                    <a:pt x="1778591" y="4767317"/>
                  </a:lnTo>
                  <a:lnTo>
                    <a:pt x="1778844" y="4767317"/>
                  </a:lnTo>
                  <a:lnTo>
                    <a:pt x="1778970" y="4767317"/>
                  </a:lnTo>
                  <a:lnTo>
                    <a:pt x="1779222" y="4767317"/>
                  </a:lnTo>
                  <a:lnTo>
                    <a:pt x="1779474" y="4767317"/>
                  </a:lnTo>
                  <a:lnTo>
                    <a:pt x="1779852" y="4767317"/>
                  </a:lnTo>
                  <a:lnTo>
                    <a:pt x="1780104" y="4767317"/>
                  </a:lnTo>
                  <a:lnTo>
                    <a:pt x="1780483" y="4767317"/>
                  </a:lnTo>
                  <a:lnTo>
                    <a:pt x="1780609" y="4767317"/>
                  </a:lnTo>
                  <a:lnTo>
                    <a:pt x="1781113" y="4767317"/>
                  </a:lnTo>
                  <a:lnTo>
                    <a:pt x="1781239" y="4767317"/>
                  </a:lnTo>
                  <a:lnTo>
                    <a:pt x="1781365" y="4767317"/>
                  </a:lnTo>
                  <a:lnTo>
                    <a:pt x="1781491" y="4767317"/>
                  </a:lnTo>
                  <a:lnTo>
                    <a:pt x="1781744" y="4767317"/>
                  </a:lnTo>
                  <a:lnTo>
                    <a:pt x="1782248" y="4767317"/>
                  </a:lnTo>
                  <a:lnTo>
                    <a:pt x="1782374" y="4767317"/>
                  </a:lnTo>
                  <a:lnTo>
                    <a:pt x="1782626" y="4767317"/>
                  </a:lnTo>
                  <a:lnTo>
                    <a:pt x="1782878" y="4767317"/>
                  </a:lnTo>
                  <a:lnTo>
                    <a:pt x="1783004" y="4767317"/>
                  </a:lnTo>
                  <a:lnTo>
                    <a:pt x="1783131" y="4767317"/>
                  </a:lnTo>
                  <a:lnTo>
                    <a:pt x="1783383" y="4767317"/>
                  </a:lnTo>
                  <a:lnTo>
                    <a:pt x="1783635" y="4767317"/>
                  </a:lnTo>
                  <a:lnTo>
                    <a:pt x="1783761" y="4767317"/>
                  </a:lnTo>
                  <a:lnTo>
                    <a:pt x="1784013" y="4767317"/>
                  </a:lnTo>
                  <a:lnTo>
                    <a:pt x="1784644" y="4767317"/>
                  </a:lnTo>
                  <a:lnTo>
                    <a:pt x="1785148" y="4767317"/>
                  </a:lnTo>
                  <a:lnTo>
                    <a:pt x="1785274" y="4767317"/>
                  </a:lnTo>
                  <a:lnTo>
                    <a:pt x="1785526" y="4767317"/>
                  </a:lnTo>
                  <a:lnTo>
                    <a:pt x="1785652" y="4767317"/>
                  </a:lnTo>
                  <a:lnTo>
                    <a:pt x="1785905" y="4767317"/>
                  </a:lnTo>
                  <a:lnTo>
                    <a:pt x="1786283" y="4762038"/>
                  </a:lnTo>
                  <a:lnTo>
                    <a:pt x="1786661" y="4762038"/>
                  </a:lnTo>
                  <a:lnTo>
                    <a:pt x="1787039" y="4762038"/>
                  </a:lnTo>
                  <a:lnTo>
                    <a:pt x="1787670" y="4762038"/>
                  </a:lnTo>
                  <a:lnTo>
                    <a:pt x="1787796" y="4762038"/>
                  </a:lnTo>
                  <a:lnTo>
                    <a:pt x="1788300" y="4762038"/>
                  </a:lnTo>
                  <a:lnTo>
                    <a:pt x="1788552" y="4762038"/>
                  </a:lnTo>
                  <a:lnTo>
                    <a:pt x="1788678" y="4762038"/>
                  </a:lnTo>
                  <a:lnTo>
                    <a:pt x="1788805" y="4762038"/>
                  </a:lnTo>
                  <a:lnTo>
                    <a:pt x="1789057" y="4762038"/>
                  </a:lnTo>
                  <a:lnTo>
                    <a:pt x="1789183" y="4762038"/>
                  </a:lnTo>
                  <a:lnTo>
                    <a:pt x="1789435" y="4762038"/>
                  </a:lnTo>
                  <a:lnTo>
                    <a:pt x="1789939" y="4762038"/>
                  </a:lnTo>
                  <a:lnTo>
                    <a:pt x="1790065" y="4762038"/>
                  </a:lnTo>
                  <a:lnTo>
                    <a:pt x="1790191" y="4762038"/>
                  </a:lnTo>
                  <a:lnTo>
                    <a:pt x="1790444" y="4762038"/>
                  </a:lnTo>
                  <a:lnTo>
                    <a:pt x="1790570" y="4762038"/>
                  </a:lnTo>
                  <a:lnTo>
                    <a:pt x="1790696" y="4762038"/>
                  </a:lnTo>
                  <a:lnTo>
                    <a:pt x="1790948" y="4762038"/>
                  </a:lnTo>
                  <a:lnTo>
                    <a:pt x="1791200" y="4762038"/>
                  </a:lnTo>
                  <a:lnTo>
                    <a:pt x="1791326" y="4762038"/>
                  </a:lnTo>
                  <a:lnTo>
                    <a:pt x="1791452" y="4762038"/>
                  </a:lnTo>
                  <a:lnTo>
                    <a:pt x="1791578" y="4762038"/>
                  </a:lnTo>
                  <a:lnTo>
                    <a:pt x="1791705" y="4762038"/>
                  </a:lnTo>
                  <a:lnTo>
                    <a:pt x="1791957" y="4762038"/>
                  </a:lnTo>
                  <a:lnTo>
                    <a:pt x="1792083" y="4762038"/>
                  </a:lnTo>
                  <a:lnTo>
                    <a:pt x="1792209" y="4762038"/>
                  </a:lnTo>
                  <a:lnTo>
                    <a:pt x="1792335" y="4762038"/>
                  </a:lnTo>
                  <a:lnTo>
                    <a:pt x="1792461" y="4762038"/>
                  </a:lnTo>
                  <a:lnTo>
                    <a:pt x="1792839" y="4762038"/>
                  </a:lnTo>
                  <a:lnTo>
                    <a:pt x="1793092" y="4762038"/>
                  </a:lnTo>
                  <a:lnTo>
                    <a:pt x="1793218" y="4762038"/>
                  </a:lnTo>
                  <a:lnTo>
                    <a:pt x="1793344" y="4762038"/>
                  </a:lnTo>
                  <a:lnTo>
                    <a:pt x="1793596" y="4762038"/>
                  </a:lnTo>
                  <a:lnTo>
                    <a:pt x="1794478" y="4762038"/>
                  </a:lnTo>
                  <a:lnTo>
                    <a:pt x="1794605" y="4762038"/>
                  </a:lnTo>
                  <a:lnTo>
                    <a:pt x="1794731" y="4762038"/>
                  </a:lnTo>
                  <a:lnTo>
                    <a:pt x="1794731" y="4756758"/>
                  </a:lnTo>
                  <a:lnTo>
                    <a:pt x="1794857" y="4756758"/>
                  </a:lnTo>
                  <a:lnTo>
                    <a:pt x="1794983" y="4756758"/>
                  </a:lnTo>
                  <a:lnTo>
                    <a:pt x="1795235" y="4751479"/>
                  </a:lnTo>
                  <a:lnTo>
                    <a:pt x="1795361" y="4751479"/>
                  </a:lnTo>
                  <a:lnTo>
                    <a:pt x="1795613" y="4751479"/>
                  </a:lnTo>
                  <a:lnTo>
                    <a:pt x="1795739" y="4751479"/>
                  </a:lnTo>
                  <a:lnTo>
                    <a:pt x="1795865" y="4751479"/>
                  </a:lnTo>
                  <a:lnTo>
                    <a:pt x="1795992" y="4751479"/>
                  </a:lnTo>
                  <a:lnTo>
                    <a:pt x="1796496" y="4751479"/>
                  </a:lnTo>
                  <a:lnTo>
                    <a:pt x="1796622" y="4751479"/>
                  </a:lnTo>
                  <a:lnTo>
                    <a:pt x="1797000" y="4751479"/>
                  </a:lnTo>
                  <a:lnTo>
                    <a:pt x="1797252" y="4751479"/>
                  </a:lnTo>
                  <a:lnTo>
                    <a:pt x="1797378" y="4751479"/>
                  </a:lnTo>
                  <a:lnTo>
                    <a:pt x="1797631" y="4751479"/>
                  </a:lnTo>
                  <a:lnTo>
                    <a:pt x="1798009" y="4751479"/>
                  </a:lnTo>
                  <a:lnTo>
                    <a:pt x="1798261" y="4751479"/>
                  </a:lnTo>
                  <a:lnTo>
                    <a:pt x="1798387" y="4751479"/>
                  </a:lnTo>
                  <a:lnTo>
                    <a:pt x="1798892" y="4751479"/>
                  </a:lnTo>
                  <a:lnTo>
                    <a:pt x="1799018" y="4751479"/>
                  </a:lnTo>
                  <a:lnTo>
                    <a:pt x="1799144" y="4751479"/>
                  </a:lnTo>
                  <a:lnTo>
                    <a:pt x="1799648" y="4751479"/>
                  </a:lnTo>
                  <a:lnTo>
                    <a:pt x="1799774" y="4751479"/>
                  </a:lnTo>
                  <a:lnTo>
                    <a:pt x="1799900" y="4751479"/>
                  </a:lnTo>
                  <a:lnTo>
                    <a:pt x="1800152" y="4751479"/>
                  </a:lnTo>
                  <a:lnTo>
                    <a:pt x="1800783" y="4751479"/>
                  </a:lnTo>
                  <a:lnTo>
                    <a:pt x="1800909" y="4751479"/>
                  </a:lnTo>
                  <a:lnTo>
                    <a:pt x="1801287" y="4746199"/>
                  </a:lnTo>
                  <a:lnTo>
                    <a:pt x="1801413" y="4746199"/>
                  </a:lnTo>
                  <a:lnTo>
                    <a:pt x="1801665" y="4746199"/>
                  </a:lnTo>
                  <a:lnTo>
                    <a:pt x="1802170" y="4746199"/>
                  </a:lnTo>
                  <a:lnTo>
                    <a:pt x="1802422" y="4746199"/>
                  </a:lnTo>
                  <a:lnTo>
                    <a:pt x="1802548" y="4746199"/>
                  </a:lnTo>
                  <a:lnTo>
                    <a:pt x="1802674" y="4746199"/>
                  </a:lnTo>
                  <a:lnTo>
                    <a:pt x="1803179" y="4746199"/>
                  </a:lnTo>
                  <a:lnTo>
                    <a:pt x="1803305" y="4746199"/>
                  </a:lnTo>
                  <a:lnTo>
                    <a:pt x="1803431" y="4746199"/>
                  </a:lnTo>
                  <a:lnTo>
                    <a:pt x="1803935" y="4746199"/>
                  </a:lnTo>
                  <a:lnTo>
                    <a:pt x="1804187" y="4746199"/>
                  </a:lnTo>
                  <a:lnTo>
                    <a:pt x="1804313" y="4746199"/>
                  </a:lnTo>
                  <a:lnTo>
                    <a:pt x="1804818" y="4746199"/>
                  </a:lnTo>
                  <a:lnTo>
                    <a:pt x="1804944" y="4746199"/>
                  </a:lnTo>
                  <a:lnTo>
                    <a:pt x="1805070" y="4746199"/>
                  </a:lnTo>
                  <a:lnTo>
                    <a:pt x="1805322" y="4746199"/>
                  </a:lnTo>
                  <a:lnTo>
                    <a:pt x="1806079" y="4746199"/>
                  </a:lnTo>
                  <a:lnTo>
                    <a:pt x="1806331" y="4746199"/>
                  </a:lnTo>
                  <a:lnTo>
                    <a:pt x="1806457" y="4746199"/>
                  </a:lnTo>
                  <a:lnTo>
                    <a:pt x="1806583" y="4746199"/>
                  </a:lnTo>
                  <a:lnTo>
                    <a:pt x="1806709" y="4746199"/>
                  </a:lnTo>
                  <a:lnTo>
                    <a:pt x="1806835" y="4746199"/>
                  </a:lnTo>
                  <a:lnTo>
                    <a:pt x="1806961" y="4746199"/>
                  </a:lnTo>
                  <a:lnTo>
                    <a:pt x="1807718" y="4746199"/>
                  </a:lnTo>
                  <a:lnTo>
                    <a:pt x="1807970" y="4746199"/>
                  </a:lnTo>
                  <a:lnTo>
                    <a:pt x="1808096" y="4746199"/>
                  </a:lnTo>
                  <a:lnTo>
                    <a:pt x="1808222" y="4746199"/>
                  </a:lnTo>
                  <a:lnTo>
                    <a:pt x="1808600" y="4746199"/>
                  </a:lnTo>
                  <a:lnTo>
                    <a:pt x="1808726" y="4746199"/>
                  </a:lnTo>
                  <a:lnTo>
                    <a:pt x="1808852" y="4746199"/>
                  </a:lnTo>
                  <a:lnTo>
                    <a:pt x="1809231" y="4746199"/>
                  </a:lnTo>
                  <a:lnTo>
                    <a:pt x="1809609" y="4746199"/>
                  </a:lnTo>
                  <a:lnTo>
                    <a:pt x="1809735" y="4746199"/>
                  </a:lnTo>
                  <a:lnTo>
                    <a:pt x="1809987" y="4746199"/>
                  </a:lnTo>
                  <a:lnTo>
                    <a:pt x="1810239" y="4746199"/>
                  </a:lnTo>
                  <a:lnTo>
                    <a:pt x="1810366" y="4746199"/>
                  </a:lnTo>
                  <a:lnTo>
                    <a:pt x="1810492" y="4746199"/>
                  </a:lnTo>
                  <a:lnTo>
                    <a:pt x="1810618" y="4746199"/>
                  </a:lnTo>
                  <a:lnTo>
                    <a:pt x="1810870" y="4740920"/>
                  </a:lnTo>
                  <a:lnTo>
                    <a:pt x="1811122" y="4740920"/>
                  </a:lnTo>
                  <a:lnTo>
                    <a:pt x="1811248" y="4740920"/>
                  </a:lnTo>
                  <a:lnTo>
                    <a:pt x="1811374" y="4740920"/>
                  </a:lnTo>
                  <a:lnTo>
                    <a:pt x="1811626" y="4740920"/>
                  </a:lnTo>
                  <a:lnTo>
                    <a:pt x="1811752" y="4740920"/>
                  </a:lnTo>
                  <a:lnTo>
                    <a:pt x="1812005" y="4740920"/>
                  </a:lnTo>
                  <a:lnTo>
                    <a:pt x="1812131" y="4740920"/>
                  </a:lnTo>
                  <a:lnTo>
                    <a:pt x="1812257" y="4740920"/>
                  </a:lnTo>
                  <a:lnTo>
                    <a:pt x="1812383" y="4740920"/>
                  </a:lnTo>
                  <a:lnTo>
                    <a:pt x="1812887" y="4740920"/>
                  </a:lnTo>
                  <a:lnTo>
                    <a:pt x="1813139" y="4740920"/>
                  </a:lnTo>
                  <a:lnTo>
                    <a:pt x="1813518" y="4740920"/>
                  </a:lnTo>
                  <a:lnTo>
                    <a:pt x="1813644" y="4740920"/>
                  </a:lnTo>
                  <a:lnTo>
                    <a:pt x="1813896" y="4740920"/>
                  </a:lnTo>
                  <a:lnTo>
                    <a:pt x="1814022" y="4740920"/>
                  </a:lnTo>
                  <a:lnTo>
                    <a:pt x="1814274" y="4740920"/>
                  </a:lnTo>
                  <a:lnTo>
                    <a:pt x="1814400" y="4740920"/>
                  </a:lnTo>
                  <a:lnTo>
                    <a:pt x="1814779" y="4740920"/>
                  </a:lnTo>
                  <a:lnTo>
                    <a:pt x="1814905" y="4740920"/>
                  </a:lnTo>
                  <a:lnTo>
                    <a:pt x="1815157" y="4740920"/>
                  </a:lnTo>
                  <a:lnTo>
                    <a:pt x="1815283" y="4740920"/>
                  </a:lnTo>
                  <a:lnTo>
                    <a:pt x="1815409" y="4740920"/>
                  </a:lnTo>
                  <a:lnTo>
                    <a:pt x="1815535" y="4740920"/>
                  </a:lnTo>
                  <a:lnTo>
                    <a:pt x="1815787" y="4740920"/>
                  </a:lnTo>
                  <a:lnTo>
                    <a:pt x="1816544" y="4740920"/>
                  </a:lnTo>
                  <a:lnTo>
                    <a:pt x="1816670" y="4740920"/>
                  </a:lnTo>
                  <a:lnTo>
                    <a:pt x="1816922" y="4740920"/>
                  </a:lnTo>
                  <a:lnTo>
                    <a:pt x="1817048" y="4740920"/>
                  </a:lnTo>
                  <a:lnTo>
                    <a:pt x="1817174" y="4740920"/>
                  </a:lnTo>
                  <a:lnTo>
                    <a:pt x="1817300" y="4740920"/>
                  </a:lnTo>
                  <a:lnTo>
                    <a:pt x="1817553" y="4740920"/>
                  </a:lnTo>
                  <a:lnTo>
                    <a:pt x="1817679" y="4740920"/>
                  </a:lnTo>
                  <a:lnTo>
                    <a:pt x="1817805" y="4740920"/>
                  </a:lnTo>
                  <a:lnTo>
                    <a:pt x="1818057" y="4740920"/>
                  </a:lnTo>
                  <a:lnTo>
                    <a:pt x="1818309" y="4740920"/>
                  </a:lnTo>
                  <a:lnTo>
                    <a:pt x="1818435" y="4740920"/>
                  </a:lnTo>
                  <a:lnTo>
                    <a:pt x="1818687" y="4740920"/>
                  </a:lnTo>
                  <a:lnTo>
                    <a:pt x="1818939" y="4740920"/>
                  </a:lnTo>
                  <a:lnTo>
                    <a:pt x="1819066" y="4740920"/>
                  </a:lnTo>
                  <a:lnTo>
                    <a:pt x="1819192" y="4740920"/>
                  </a:lnTo>
                  <a:lnTo>
                    <a:pt x="1819318" y="4740920"/>
                  </a:lnTo>
                  <a:lnTo>
                    <a:pt x="1819444" y="4740920"/>
                  </a:lnTo>
                  <a:lnTo>
                    <a:pt x="1820074" y="4740920"/>
                  </a:lnTo>
                  <a:lnTo>
                    <a:pt x="1820579" y="4740920"/>
                  </a:lnTo>
                  <a:lnTo>
                    <a:pt x="1820705" y="4740920"/>
                  </a:lnTo>
                  <a:lnTo>
                    <a:pt x="1820831" y="4740920"/>
                  </a:lnTo>
                  <a:lnTo>
                    <a:pt x="1820957" y="4740920"/>
                  </a:lnTo>
                  <a:lnTo>
                    <a:pt x="1821461" y="4740920"/>
                  </a:lnTo>
                  <a:lnTo>
                    <a:pt x="1821587" y="4740920"/>
                  </a:lnTo>
                  <a:lnTo>
                    <a:pt x="1821713" y="4740920"/>
                  </a:lnTo>
                  <a:lnTo>
                    <a:pt x="1821839" y="4740920"/>
                  </a:lnTo>
                  <a:lnTo>
                    <a:pt x="1821966" y="4740920"/>
                  </a:lnTo>
                  <a:lnTo>
                    <a:pt x="1822218" y="4740920"/>
                  </a:lnTo>
                  <a:lnTo>
                    <a:pt x="1822722" y="4740920"/>
                  </a:lnTo>
                  <a:lnTo>
                    <a:pt x="1822848" y="4740920"/>
                  </a:lnTo>
                  <a:lnTo>
                    <a:pt x="1823226" y="4740920"/>
                  </a:lnTo>
                  <a:lnTo>
                    <a:pt x="1823353" y="4740920"/>
                  </a:lnTo>
                  <a:lnTo>
                    <a:pt x="1823479" y="4740920"/>
                  </a:lnTo>
                  <a:lnTo>
                    <a:pt x="1824109" y="4740920"/>
                  </a:lnTo>
                  <a:lnTo>
                    <a:pt x="1824487" y="4740920"/>
                  </a:lnTo>
                  <a:lnTo>
                    <a:pt x="1824613" y="4740920"/>
                  </a:lnTo>
                  <a:lnTo>
                    <a:pt x="1824739" y="4740920"/>
                  </a:lnTo>
                  <a:lnTo>
                    <a:pt x="1824992" y="4740920"/>
                  </a:lnTo>
                  <a:lnTo>
                    <a:pt x="1825118" y="4740920"/>
                  </a:lnTo>
                  <a:lnTo>
                    <a:pt x="1825244" y="4740920"/>
                  </a:lnTo>
                  <a:lnTo>
                    <a:pt x="1825496" y="4740920"/>
                  </a:lnTo>
                  <a:lnTo>
                    <a:pt x="1825622" y="4740920"/>
                  </a:lnTo>
                  <a:lnTo>
                    <a:pt x="1826000" y="4740920"/>
                  </a:lnTo>
                  <a:lnTo>
                    <a:pt x="1826126" y="4740920"/>
                  </a:lnTo>
                  <a:lnTo>
                    <a:pt x="1826379" y="4740920"/>
                  </a:lnTo>
                  <a:lnTo>
                    <a:pt x="1826631" y="4740920"/>
                  </a:lnTo>
                  <a:lnTo>
                    <a:pt x="1826757" y="4740920"/>
                  </a:lnTo>
                  <a:lnTo>
                    <a:pt x="1826883" y="4740920"/>
                  </a:lnTo>
                  <a:lnTo>
                    <a:pt x="1827009" y="4740920"/>
                  </a:lnTo>
                  <a:lnTo>
                    <a:pt x="1827261" y="4740920"/>
                  </a:lnTo>
                  <a:lnTo>
                    <a:pt x="1827766" y="4740920"/>
                  </a:lnTo>
                  <a:lnTo>
                    <a:pt x="1828144" y="4740920"/>
                  </a:lnTo>
                  <a:lnTo>
                    <a:pt x="1828396" y="4740920"/>
                  </a:lnTo>
                  <a:lnTo>
                    <a:pt x="1828522" y="4740920"/>
                  </a:lnTo>
                  <a:lnTo>
                    <a:pt x="1828648" y="4740920"/>
                  </a:lnTo>
                  <a:lnTo>
                    <a:pt x="1829026" y="4740920"/>
                  </a:lnTo>
                  <a:lnTo>
                    <a:pt x="1829153" y="4740920"/>
                  </a:lnTo>
                  <a:lnTo>
                    <a:pt x="1829279" y="4740920"/>
                  </a:lnTo>
                  <a:lnTo>
                    <a:pt x="1829531" y="4740920"/>
                  </a:lnTo>
                  <a:lnTo>
                    <a:pt x="1829657" y="4740920"/>
                  </a:lnTo>
                  <a:lnTo>
                    <a:pt x="1830287" y="4740920"/>
                  </a:lnTo>
                  <a:lnTo>
                    <a:pt x="1830918" y="4740920"/>
                  </a:lnTo>
                  <a:lnTo>
                    <a:pt x="1831170" y="4740920"/>
                  </a:lnTo>
                  <a:lnTo>
                    <a:pt x="1831422" y="4740920"/>
                  </a:lnTo>
                  <a:lnTo>
                    <a:pt x="1831548" y="4740920"/>
                  </a:lnTo>
                  <a:lnTo>
                    <a:pt x="1831674" y="4740920"/>
                  </a:lnTo>
                  <a:lnTo>
                    <a:pt x="1831926" y="4740920"/>
                  </a:lnTo>
                  <a:lnTo>
                    <a:pt x="1832305" y="4740920"/>
                  </a:lnTo>
                  <a:lnTo>
                    <a:pt x="1832431" y="4740920"/>
                  </a:lnTo>
                  <a:lnTo>
                    <a:pt x="1833061" y="4740920"/>
                  </a:lnTo>
                  <a:lnTo>
                    <a:pt x="1833313" y="4740920"/>
                  </a:lnTo>
                  <a:lnTo>
                    <a:pt x="1833440" y="4740920"/>
                  </a:lnTo>
                  <a:lnTo>
                    <a:pt x="1834070" y="4740920"/>
                  </a:lnTo>
                  <a:lnTo>
                    <a:pt x="1834322" y="4740920"/>
                  </a:lnTo>
                  <a:lnTo>
                    <a:pt x="1834448" y="4740920"/>
                  </a:lnTo>
                  <a:lnTo>
                    <a:pt x="1834700" y="4740920"/>
                  </a:lnTo>
                  <a:lnTo>
                    <a:pt x="1834827" y="4740920"/>
                  </a:lnTo>
                  <a:lnTo>
                    <a:pt x="1834827" y="4735640"/>
                  </a:lnTo>
                  <a:lnTo>
                    <a:pt x="1834953" y="4735640"/>
                  </a:lnTo>
                  <a:lnTo>
                    <a:pt x="1835331" y="4735640"/>
                  </a:lnTo>
                  <a:lnTo>
                    <a:pt x="1835457" y="4735640"/>
                  </a:lnTo>
                  <a:lnTo>
                    <a:pt x="1835709" y="4735640"/>
                  </a:lnTo>
                  <a:lnTo>
                    <a:pt x="1835835" y="4735640"/>
                  </a:lnTo>
                  <a:lnTo>
                    <a:pt x="1835961" y="4735640"/>
                  </a:lnTo>
                  <a:lnTo>
                    <a:pt x="1836340" y="4735640"/>
                  </a:lnTo>
                  <a:lnTo>
                    <a:pt x="1836340" y="4730361"/>
                  </a:lnTo>
                  <a:lnTo>
                    <a:pt x="1836466" y="4730361"/>
                  </a:lnTo>
                  <a:lnTo>
                    <a:pt x="1836592" y="4730361"/>
                  </a:lnTo>
                  <a:lnTo>
                    <a:pt x="1836718" y="4730361"/>
                  </a:lnTo>
                  <a:lnTo>
                    <a:pt x="1836718" y="4725082"/>
                  </a:lnTo>
                  <a:lnTo>
                    <a:pt x="1836844" y="4719802"/>
                  </a:lnTo>
                  <a:lnTo>
                    <a:pt x="1836970" y="4719802"/>
                  </a:lnTo>
                  <a:lnTo>
                    <a:pt x="1837096" y="4719802"/>
                  </a:lnTo>
                  <a:lnTo>
                    <a:pt x="1837979" y="4719802"/>
                  </a:lnTo>
                  <a:lnTo>
                    <a:pt x="1838231" y="4719802"/>
                  </a:lnTo>
                  <a:lnTo>
                    <a:pt x="1838357" y="4719802"/>
                  </a:lnTo>
                  <a:lnTo>
                    <a:pt x="1838483" y="4719802"/>
                  </a:lnTo>
                  <a:lnTo>
                    <a:pt x="1838987" y="4719802"/>
                  </a:lnTo>
                  <a:lnTo>
                    <a:pt x="1839113" y="4719802"/>
                  </a:lnTo>
                  <a:lnTo>
                    <a:pt x="1839366" y="4719802"/>
                  </a:lnTo>
                  <a:lnTo>
                    <a:pt x="1839492" y="4719802"/>
                  </a:lnTo>
                  <a:lnTo>
                    <a:pt x="1839618" y="4719802"/>
                  </a:lnTo>
                  <a:lnTo>
                    <a:pt x="1839744" y="4719802"/>
                  </a:lnTo>
                  <a:lnTo>
                    <a:pt x="1840122" y="4719802"/>
                  </a:lnTo>
                  <a:lnTo>
                    <a:pt x="1840248" y="4719802"/>
                  </a:lnTo>
                  <a:lnTo>
                    <a:pt x="1840753" y="4719802"/>
                  </a:lnTo>
                  <a:lnTo>
                    <a:pt x="1840879" y="4719802"/>
                  </a:lnTo>
                  <a:lnTo>
                    <a:pt x="1841131" y="4719802"/>
                  </a:lnTo>
                  <a:lnTo>
                    <a:pt x="1841383" y="4719802"/>
                  </a:lnTo>
                  <a:lnTo>
                    <a:pt x="1841509" y="4719802"/>
                  </a:lnTo>
                  <a:lnTo>
                    <a:pt x="1841635" y="4719802"/>
                  </a:lnTo>
                  <a:lnTo>
                    <a:pt x="1841761" y="4719802"/>
                  </a:lnTo>
                  <a:lnTo>
                    <a:pt x="1842140" y="4719802"/>
                  </a:lnTo>
                  <a:lnTo>
                    <a:pt x="1842392" y="4719802"/>
                  </a:lnTo>
                  <a:lnTo>
                    <a:pt x="1842770" y="4719802"/>
                  </a:lnTo>
                  <a:lnTo>
                    <a:pt x="1842896" y="4719802"/>
                  </a:lnTo>
                  <a:lnTo>
                    <a:pt x="1843022" y="4719802"/>
                  </a:lnTo>
                  <a:lnTo>
                    <a:pt x="1843148" y="4719802"/>
                  </a:lnTo>
                  <a:lnTo>
                    <a:pt x="1843274" y="4719802"/>
                  </a:lnTo>
                  <a:lnTo>
                    <a:pt x="1843274" y="4714523"/>
                  </a:lnTo>
                  <a:lnTo>
                    <a:pt x="1843400" y="4714523"/>
                  </a:lnTo>
                  <a:lnTo>
                    <a:pt x="1843905" y="4714523"/>
                  </a:lnTo>
                  <a:lnTo>
                    <a:pt x="1844283" y="4714523"/>
                  </a:lnTo>
                  <a:lnTo>
                    <a:pt x="1844409" y="4714523"/>
                  </a:lnTo>
                  <a:lnTo>
                    <a:pt x="1844535" y="4714523"/>
                  </a:lnTo>
                  <a:lnTo>
                    <a:pt x="1845040" y="4714523"/>
                  </a:lnTo>
                  <a:lnTo>
                    <a:pt x="1845166" y="4714523"/>
                  </a:lnTo>
                  <a:lnTo>
                    <a:pt x="1845292" y="4714523"/>
                  </a:lnTo>
                  <a:lnTo>
                    <a:pt x="1845418" y="4714523"/>
                  </a:lnTo>
                  <a:lnTo>
                    <a:pt x="1845544" y="4714523"/>
                  </a:lnTo>
                  <a:lnTo>
                    <a:pt x="1845670" y="4714523"/>
                  </a:lnTo>
                  <a:lnTo>
                    <a:pt x="1845922" y="4714523"/>
                  </a:lnTo>
                  <a:lnTo>
                    <a:pt x="1846048" y="4714523"/>
                  </a:lnTo>
                  <a:lnTo>
                    <a:pt x="1846300" y="4714523"/>
                  </a:lnTo>
                  <a:lnTo>
                    <a:pt x="1846679" y="4714523"/>
                  </a:lnTo>
                  <a:lnTo>
                    <a:pt x="1847057" y="4714523"/>
                  </a:lnTo>
                  <a:lnTo>
                    <a:pt x="1847183" y="4714523"/>
                  </a:lnTo>
                  <a:lnTo>
                    <a:pt x="1847309" y="4714523"/>
                  </a:lnTo>
                  <a:lnTo>
                    <a:pt x="1847435" y="4714523"/>
                  </a:lnTo>
                  <a:lnTo>
                    <a:pt x="1847561" y="4714523"/>
                  </a:lnTo>
                  <a:lnTo>
                    <a:pt x="1847687" y="4714523"/>
                  </a:lnTo>
                  <a:lnTo>
                    <a:pt x="1847940" y="4714523"/>
                  </a:lnTo>
                  <a:lnTo>
                    <a:pt x="1848192" y="4714523"/>
                  </a:lnTo>
                  <a:lnTo>
                    <a:pt x="1848570" y="4714523"/>
                  </a:lnTo>
                  <a:lnTo>
                    <a:pt x="1848696" y="4714523"/>
                  </a:lnTo>
                  <a:lnTo>
                    <a:pt x="1848822" y="4714523"/>
                  </a:lnTo>
                  <a:lnTo>
                    <a:pt x="1848948" y="4714523"/>
                  </a:lnTo>
                  <a:lnTo>
                    <a:pt x="1849579" y="4714523"/>
                  </a:lnTo>
                  <a:lnTo>
                    <a:pt x="1850083" y="4709243"/>
                  </a:lnTo>
                  <a:lnTo>
                    <a:pt x="1850209" y="4709243"/>
                  </a:lnTo>
                  <a:lnTo>
                    <a:pt x="1850335" y="4709243"/>
                  </a:lnTo>
                  <a:lnTo>
                    <a:pt x="1850461" y="4709243"/>
                  </a:lnTo>
                  <a:lnTo>
                    <a:pt x="1850714" y="4709243"/>
                  </a:lnTo>
                  <a:lnTo>
                    <a:pt x="1850840" y="4709243"/>
                  </a:lnTo>
                  <a:lnTo>
                    <a:pt x="1850966" y="4709243"/>
                  </a:lnTo>
                  <a:lnTo>
                    <a:pt x="1851218" y="4709243"/>
                  </a:lnTo>
                  <a:lnTo>
                    <a:pt x="1851344" y="4709243"/>
                  </a:lnTo>
                  <a:lnTo>
                    <a:pt x="1851596" y="4709243"/>
                  </a:lnTo>
                  <a:lnTo>
                    <a:pt x="1851722" y="4709243"/>
                  </a:lnTo>
                  <a:lnTo>
                    <a:pt x="1851974" y="4709243"/>
                  </a:lnTo>
                  <a:lnTo>
                    <a:pt x="1852101" y="4709243"/>
                  </a:lnTo>
                  <a:lnTo>
                    <a:pt x="1852479" y="4709243"/>
                  </a:lnTo>
                  <a:lnTo>
                    <a:pt x="1852605" y="4709243"/>
                  </a:lnTo>
                  <a:lnTo>
                    <a:pt x="1852731" y="4709243"/>
                  </a:lnTo>
                  <a:lnTo>
                    <a:pt x="1852983" y="4709243"/>
                  </a:lnTo>
                  <a:lnTo>
                    <a:pt x="1853109" y="4709243"/>
                  </a:lnTo>
                  <a:lnTo>
                    <a:pt x="1853361" y="4709243"/>
                  </a:lnTo>
                  <a:lnTo>
                    <a:pt x="1853614" y="4709243"/>
                  </a:lnTo>
                  <a:lnTo>
                    <a:pt x="1854118" y="4709243"/>
                  </a:lnTo>
                  <a:lnTo>
                    <a:pt x="1854244" y="4709243"/>
                  </a:lnTo>
                  <a:lnTo>
                    <a:pt x="1854244" y="4703964"/>
                  </a:lnTo>
                  <a:lnTo>
                    <a:pt x="1854496" y="4703964"/>
                  </a:lnTo>
                  <a:lnTo>
                    <a:pt x="1854622" y="4703964"/>
                  </a:lnTo>
                  <a:lnTo>
                    <a:pt x="1854748" y="4703964"/>
                  </a:lnTo>
                  <a:lnTo>
                    <a:pt x="1854874" y="4703964"/>
                  </a:lnTo>
                  <a:lnTo>
                    <a:pt x="1855001" y="4703964"/>
                  </a:lnTo>
                  <a:lnTo>
                    <a:pt x="1855253" y="4703964"/>
                  </a:lnTo>
                  <a:lnTo>
                    <a:pt x="1855379" y="4703964"/>
                  </a:lnTo>
                  <a:lnTo>
                    <a:pt x="1855505" y="4703964"/>
                  </a:lnTo>
                  <a:lnTo>
                    <a:pt x="1856261" y="4703964"/>
                  </a:lnTo>
                  <a:lnTo>
                    <a:pt x="1856640" y="4703964"/>
                  </a:lnTo>
                  <a:lnTo>
                    <a:pt x="1857018" y="4703964"/>
                  </a:lnTo>
                  <a:lnTo>
                    <a:pt x="1857270" y="4703964"/>
                  </a:lnTo>
                  <a:lnTo>
                    <a:pt x="1857396" y="4703964"/>
                  </a:lnTo>
                  <a:lnTo>
                    <a:pt x="1857901" y="4703964"/>
                  </a:lnTo>
                  <a:lnTo>
                    <a:pt x="1858027" y="4703964"/>
                  </a:lnTo>
                  <a:lnTo>
                    <a:pt x="1858153" y="4703964"/>
                  </a:lnTo>
                  <a:lnTo>
                    <a:pt x="1858279" y="4703964"/>
                  </a:lnTo>
                  <a:lnTo>
                    <a:pt x="1858405" y="4703964"/>
                  </a:lnTo>
                  <a:lnTo>
                    <a:pt x="1858531" y="4703964"/>
                  </a:lnTo>
                  <a:lnTo>
                    <a:pt x="1858657" y="4703964"/>
                  </a:lnTo>
                  <a:lnTo>
                    <a:pt x="1859035" y="4703964"/>
                  </a:lnTo>
                  <a:lnTo>
                    <a:pt x="1859540" y="4703964"/>
                  </a:lnTo>
                  <a:lnTo>
                    <a:pt x="1859666" y="4703964"/>
                  </a:lnTo>
                  <a:lnTo>
                    <a:pt x="1859792" y="4703964"/>
                  </a:lnTo>
                  <a:lnTo>
                    <a:pt x="1860044" y="4703964"/>
                  </a:lnTo>
                  <a:lnTo>
                    <a:pt x="1860296" y="4703964"/>
                  </a:lnTo>
                  <a:lnTo>
                    <a:pt x="1860422" y="4703964"/>
                  </a:lnTo>
                  <a:lnTo>
                    <a:pt x="1860548" y="4693405"/>
                  </a:lnTo>
                  <a:lnTo>
                    <a:pt x="1860674" y="4693405"/>
                  </a:lnTo>
                  <a:lnTo>
                    <a:pt x="1860801" y="4693405"/>
                  </a:lnTo>
                  <a:lnTo>
                    <a:pt x="1860801" y="4688126"/>
                  </a:lnTo>
                  <a:lnTo>
                    <a:pt x="1860927" y="4688126"/>
                  </a:lnTo>
                  <a:lnTo>
                    <a:pt x="1861179" y="4688126"/>
                  </a:lnTo>
                  <a:lnTo>
                    <a:pt x="1861557" y="4688126"/>
                  </a:lnTo>
                  <a:lnTo>
                    <a:pt x="1861683" y="4688126"/>
                  </a:lnTo>
                  <a:lnTo>
                    <a:pt x="1861683" y="4682846"/>
                  </a:lnTo>
                  <a:lnTo>
                    <a:pt x="1861809" y="4682846"/>
                  </a:lnTo>
                  <a:lnTo>
                    <a:pt x="1861935" y="4682846"/>
                  </a:lnTo>
                  <a:lnTo>
                    <a:pt x="1862566" y="4682846"/>
                  </a:lnTo>
                  <a:lnTo>
                    <a:pt x="1862944" y="4682846"/>
                  </a:lnTo>
                  <a:lnTo>
                    <a:pt x="1863070" y="4682846"/>
                  </a:lnTo>
                  <a:lnTo>
                    <a:pt x="1863196" y="4682846"/>
                  </a:lnTo>
                  <a:lnTo>
                    <a:pt x="1863448" y="4682846"/>
                  </a:lnTo>
                  <a:lnTo>
                    <a:pt x="1863574" y="4682846"/>
                  </a:lnTo>
                  <a:lnTo>
                    <a:pt x="1863701" y="4682846"/>
                  </a:lnTo>
                  <a:lnTo>
                    <a:pt x="1863827" y="4682846"/>
                  </a:lnTo>
                  <a:lnTo>
                    <a:pt x="1863953" y="4682846"/>
                  </a:lnTo>
                  <a:lnTo>
                    <a:pt x="1864205" y="4682846"/>
                  </a:lnTo>
                  <a:lnTo>
                    <a:pt x="1864961" y="4682846"/>
                  </a:lnTo>
                  <a:lnTo>
                    <a:pt x="1865088" y="4682846"/>
                  </a:lnTo>
                  <a:lnTo>
                    <a:pt x="1865214" y="4682846"/>
                  </a:lnTo>
                  <a:lnTo>
                    <a:pt x="1865340" y="4682846"/>
                  </a:lnTo>
                  <a:lnTo>
                    <a:pt x="1865466" y="4682846"/>
                  </a:lnTo>
                  <a:lnTo>
                    <a:pt x="1865592" y="4682846"/>
                  </a:lnTo>
                  <a:lnTo>
                    <a:pt x="1865718" y="4682846"/>
                  </a:lnTo>
                  <a:lnTo>
                    <a:pt x="1865844" y="4682846"/>
                  </a:lnTo>
                  <a:lnTo>
                    <a:pt x="1865970" y="4682846"/>
                  </a:lnTo>
                  <a:lnTo>
                    <a:pt x="1866348" y="4682846"/>
                  </a:lnTo>
                  <a:lnTo>
                    <a:pt x="1866601" y="4682846"/>
                  </a:lnTo>
                  <a:lnTo>
                    <a:pt x="1866727" y="4682846"/>
                  </a:lnTo>
                  <a:lnTo>
                    <a:pt x="1866853" y="4682846"/>
                  </a:lnTo>
                  <a:lnTo>
                    <a:pt x="1866979" y="4682846"/>
                  </a:lnTo>
                  <a:lnTo>
                    <a:pt x="1867105" y="4682846"/>
                  </a:lnTo>
                  <a:lnTo>
                    <a:pt x="1867357" y="4682846"/>
                  </a:lnTo>
                  <a:lnTo>
                    <a:pt x="1867483" y="4682846"/>
                  </a:lnTo>
                  <a:lnTo>
                    <a:pt x="1867609" y="4682846"/>
                  </a:lnTo>
                  <a:lnTo>
                    <a:pt x="1867861" y="4682846"/>
                  </a:lnTo>
                  <a:lnTo>
                    <a:pt x="1868114" y="4682846"/>
                  </a:lnTo>
                  <a:lnTo>
                    <a:pt x="1868492" y="4682846"/>
                  </a:lnTo>
                  <a:lnTo>
                    <a:pt x="1868618" y="4682846"/>
                  </a:lnTo>
                  <a:lnTo>
                    <a:pt x="1868870" y="4682846"/>
                  </a:lnTo>
                  <a:lnTo>
                    <a:pt x="1869122" y="4682846"/>
                  </a:lnTo>
                  <a:lnTo>
                    <a:pt x="1869375" y="4682846"/>
                  </a:lnTo>
                  <a:lnTo>
                    <a:pt x="1869501" y="4682846"/>
                  </a:lnTo>
                  <a:lnTo>
                    <a:pt x="1869627" y="4682846"/>
                  </a:lnTo>
                  <a:lnTo>
                    <a:pt x="1869753" y="4682846"/>
                  </a:lnTo>
                  <a:lnTo>
                    <a:pt x="1870131" y="4682846"/>
                  </a:lnTo>
                  <a:lnTo>
                    <a:pt x="1870635" y="4682846"/>
                  </a:lnTo>
                  <a:lnTo>
                    <a:pt x="1870761" y="4682846"/>
                  </a:lnTo>
                  <a:lnTo>
                    <a:pt x="1871014" y="4682846"/>
                  </a:lnTo>
                  <a:lnTo>
                    <a:pt x="1871140" y="4682846"/>
                  </a:lnTo>
                  <a:lnTo>
                    <a:pt x="1871392" y="4682846"/>
                  </a:lnTo>
                  <a:lnTo>
                    <a:pt x="1871518" y="4682846"/>
                  </a:lnTo>
                  <a:lnTo>
                    <a:pt x="1871644" y="4682846"/>
                  </a:lnTo>
                  <a:lnTo>
                    <a:pt x="1871770" y="4682846"/>
                  </a:lnTo>
                  <a:lnTo>
                    <a:pt x="1872275" y="4682846"/>
                  </a:lnTo>
                  <a:lnTo>
                    <a:pt x="1872527" y="4682846"/>
                  </a:lnTo>
                  <a:lnTo>
                    <a:pt x="1872779" y="4682846"/>
                  </a:lnTo>
                  <a:lnTo>
                    <a:pt x="1872905" y="4682846"/>
                  </a:lnTo>
                  <a:lnTo>
                    <a:pt x="1873283" y="4677567"/>
                  </a:lnTo>
                  <a:lnTo>
                    <a:pt x="1873409" y="4677567"/>
                  </a:lnTo>
                  <a:lnTo>
                    <a:pt x="1873535" y="4677567"/>
                  </a:lnTo>
                  <a:lnTo>
                    <a:pt x="1873661" y="4677567"/>
                  </a:lnTo>
                  <a:lnTo>
                    <a:pt x="1873788" y="4677567"/>
                  </a:lnTo>
                  <a:lnTo>
                    <a:pt x="1874040" y="4677567"/>
                  </a:lnTo>
                  <a:lnTo>
                    <a:pt x="1874292" y="4677567"/>
                  </a:lnTo>
                  <a:lnTo>
                    <a:pt x="1874544" y="4677567"/>
                  </a:lnTo>
                  <a:lnTo>
                    <a:pt x="1874670" y="4677567"/>
                  </a:lnTo>
                  <a:lnTo>
                    <a:pt x="1874796" y="4677567"/>
                  </a:lnTo>
                  <a:lnTo>
                    <a:pt x="1874922" y="4677567"/>
                  </a:lnTo>
                  <a:lnTo>
                    <a:pt x="1875175" y="4672287"/>
                  </a:lnTo>
                  <a:lnTo>
                    <a:pt x="1875301" y="4672287"/>
                  </a:lnTo>
                  <a:lnTo>
                    <a:pt x="1875427" y="4672287"/>
                  </a:lnTo>
                  <a:lnTo>
                    <a:pt x="1875679" y="4672287"/>
                  </a:lnTo>
                  <a:lnTo>
                    <a:pt x="1875805" y="4672287"/>
                  </a:lnTo>
                  <a:lnTo>
                    <a:pt x="1875931" y="4672287"/>
                  </a:lnTo>
                  <a:lnTo>
                    <a:pt x="1876057" y="4672287"/>
                  </a:lnTo>
                  <a:lnTo>
                    <a:pt x="1876688" y="4672287"/>
                  </a:lnTo>
                  <a:lnTo>
                    <a:pt x="1876814" y="4672287"/>
                  </a:lnTo>
                  <a:lnTo>
                    <a:pt x="1877948" y="4672287"/>
                  </a:lnTo>
                  <a:lnTo>
                    <a:pt x="1878327" y="4672287"/>
                  </a:lnTo>
                  <a:lnTo>
                    <a:pt x="1878705" y="4672287"/>
                  </a:lnTo>
                  <a:lnTo>
                    <a:pt x="1878831" y="4672287"/>
                  </a:lnTo>
                  <a:lnTo>
                    <a:pt x="1878957" y="4672287"/>
                  </a:lnTo>
                  <a:lnTo>
                    <a:pt x="1879083" y="4672287"/>
                  </a:lnTo>
                  <a:lnTo>
                    <a:pt x="1879335" y="4672287"/>
                  </a:lnTo>
                  <a:lnTo>
                    <a:pt x="1879840" y="4672287"/>
                  </a:lnTo>
                  <a:lnTo>
                    <a:pt x="1879966" y="4672287"/>
                  </a:lnTo>
                  <a:lnTo>
                    <a:pt x="1880344" y="4672287"/>
                  </a:lnTo>
                  <a:lnTo>
                    <a:pt x="1880470" y="4672287"/>
                  </a:lnTo>
                  <a:lnTo>
                    <a:pt x="1880596" y="4672287"/>
                  </a:lnTo>
                  <a:lnTo>
                    <a:pt x="1880975" y="4672287"/>
                  </a:lnTo>
                  <a:lnTo>
                    <a:pt x="1881101" y="4672287"/>
                  </a:lnTo>
                  <a:lnTo>
                    <a:pt x="1881227" y="4672287"/>
                  </a:lnTo>
                  <a:lnTo>
                    <a:pt x="1881353" y="4672287"/>
                  </a:lnTo>
                  <a:lnTo>
                    <a:pt x="1881479" y="4672287"/>
                  </a:lnTo>
                  <a:lnTo>
                    <a:pt x="1881731" y="4672287"/>
                  </a:lnTo>
                  <a:lnTo>
                    <a:pt x="1881857" y="4672287"/>
                  </a:lnTo>
                  <a:lnTo>
                    <a:pt x="1882235" y="4672287"/>
                  </a:lnTo>
                  <a:lnTo>
                    <a:pt x="1882362" y="4672287"/>
                  </a:lnTo>
                  <a:lnTo>
                    <a:pt x="1882614" y="4672287"/>
                  </a:lnTo>
                  <a:lnTo>
                    <a:pt x="1882740" y="4672287"/>
                  </a:lnTo>
                  <a:lnTo>
                    <a:pt x="1882866" y="4672287"/>
                  </a:lnTo>
                  <a:lnTo>
                    <a:pt x="1883244" y="4672287"/>
                  </a:lnTo>
                  <a:lnTo>
                    <a:pt x="1883370" y="4672287"/>
                  </a:lnTo>
                  <a:lnTo>
                    <a:pt x="1883370" y="4667008"/>
                  </a:lnTo>
                  <a:lnTo>
                    <a:pt x="1883622" y="4667008"/>
                  </a:lnTo>
                  <a:lnTo>
                    <a:pt x="1883875" y="4667008"/>
                  </a:lnTo>
                  <a:lnTo>
                    <a:pt x="1884253" y="4667008"/>
                  </a:lnTo>
                  <a:lnTo>
                    <a:pt x="1884379" y="4667008"/>
                  </a:lnTo>
                  <a:lnTo>
                    <a:pt x="1884631" y="4667008"/>
                  </a:lnTo>
                  <a:lnTo>
                    <a:pt x="1884883" y="4667008"/>
                  </a:lnTo>
                  <a:lnTo>
                    <a:pt x="1885262" y="4667008"/>
                  </a:lnTo>
                  <a:lnTo>
                    <a:pt x="1885388" y="4667008"/>
                  </a:lnTo>
                  <a:lnTo>
                    <a:pt x="1885514" y="4667008"/>
                  </a:lnTo>
                  <a:lnTo>
                    <a:pt x="1885766" y="4667008"/>
                  </a:lnTo>
                  <a:lnTo>
                    <a:pt x="1885892" y="4667008"/>
                  </a:lnTo>
                  <a:lnTo>
                    <a:pt x="1886018" y="4667008"/>
                  </a:lnTo>
                  <a:lnTo>
                    <a:pt x="1886144" y="4667008"/>
                  </a:lnTo>
                  <a:lnTo>
                    <a:pt x="1887027" y="4667008"/>
                  </a:lnTo>
                  <a:lnTo>
                    <a:pt x="1887153" y="4667008"/>
                  </a:lnTo>
                  <a:lnTo>
                    <a:pt x="1887405" y="4667008"/>
                  </a:lnTo>
                  <a:lnTo>
                    <a:pt x="1887657" y="4667008"/>
                  </a:lnTo>
                  <a:lnTo>
                    <a:pt x="1887783" y="4667008"/>
                  </a:lnTo>
                  <a:lnTo>
                    <a:pt x="1887909" y="4667008"/>
                  </a:lnTo>
                  <a:lnTo>
                    <a:pt x="1888035" y="4667008"/>
                  </a:lnTo>
                  <a:lnTo>
                    <a:pt x="1888162" y="4667008"/>
                  </a:lnTo>
                  <a:lnTo>
                    <a:pt x="1888288" y="4667008"/>
                  </a:lnTo>
                  <a:lnTo>
                    <a:pt x="1888414" y="4667008"/>
                  </a:lnTo>
                  <a:lnTo>
                    <a:pt x="1888540" y="4667008"/>
                  </a:lnTo>
                  <a:lnTo>
                    <a:pt x="1888666" y="4667008"/>
                  </a:lnTo>
                  <a:lnTo>
                    <a:pt x="1888918" y="4667008"/>
                  </a:lnTo>
                  <a:lnTo>
                    <a:pt x="1889044" y="4667008"/>
                  </a:lnTo>
                  <a:lnTo>
                    <a:pt x="1889170" y="4667008"/>
                  </a:lnTo>
                  <a:lnTo>
                    <a:pt x="1889549" y="4667008"/>
                  </a:lnTo>
                  <a:lnTo>
                    <a:pt x="1889675" y="4667008"/>
                  </a:lnTo>
                  <a:lnTo>
                    <a:pt x="1889927" y="4667008"/>
                  </a:lnTo>
                  <a:lnTo>
                    <a:pt x="1890053" y="4667008"/>
                  </a:lnTo>
                  <a:lnTo>
                    <a:pt x="1890305" y="4667008"/>
                  </a:lnTo>
                  <a:lnTo>
                    <a:pt x="1890935" y="4667008"/>
                  </a:lnTo>
                  <a:lnTo>
                    <a:pt x="1891188" y="4667008"/>
                  </a:lnTo>
                  <a:lnTo>
                    <a:pt x="1891314" y="4667008"/>
                  </a:lnTo>
                  <a:lnTo>
                    <a:pt x="1891692" y="4667008"/>
                  </a:lnTo>
                  <a:lnTo>
                    <a:pt x="1891818" y="4667008"/>
                  </a:lnTo>
                  <a:lnTo>
                    <a:pt x="1891944" y="4667008"/>
                  </a:lnTo>
                  <a:lnTo>
                    <a:pt x="1892196" y="4667008"/>
                  </a:lnTo>
                  <a:lnTo>
                    <a:pt x="1892322" y="4667008"/>
                  </a:lnTo>
                  <a:lnTo>
                    <a:pt x="1892449" y="4667008"/>
                  </a:lnTo>
                  <a:lnTo>
                    <a:pt x="1892827" y="4667008"/>
                  </a:lnTo>
                  <a:lnTo>
                    <a:pt x="1893079" y="4667008"/>
                  </a:lnTo>
                  <a:lnTo>
                    <a:pt x="1893457" y="4667008"/>
                  </a:lnTo>
                  <a:lnTo>
                    <a:pt x="1893962" y="4667008"/>
                  </a:lnTo>
                  <a:lnTo>
                    <a:pt x="1894214" y="4667008"/>
                  </a:lnTo>
                  <a:lnTo>
                    <a:pt x="1894340" y="4667008"/>
                  </a:lnTo>
                  <a:lnTo>
                    <a:pt x="1894466" y="4667008"/>
                  </a:lnTo>
                  <a:lnTo>
                    <a:pt x="1894592" y="4661729"/>
                  </a:lnTo>
                  <a:lnTo>
                    <a:pt x="1894718" y="4661729"/>
                  </a:lnTo>
                  <a:lnTo>
                    <a:pt x="1894844" y="4661729"/>
                  </a:lnTo>
                  <a:lnTo>
                    <a:pt x="1894970" y="4661729"/>
                  </a:lnTo>
                  <a:lnTo>
                    <a:pt x="1895222" y="4661729"/>
                  </a:lnTo>
                  <a:lnTo>
                    <a:pt x="1896231" y="4661729"/>
                  </a:lnTo>
                  <a:lnTo>
                    <a:pt x="1896609" y="4661729"/>
                  </a:lnTo>
                  <a:lnTo>
                    <a:pt x="1896736" y="4661729"/>
                  </a:lnTo>
                  <a:lnTo>
                    <a:pt x="1896988" y="4661729"/>
                  </a:lnTo>
                  <a:lnTo>
                    <a:pt x="1897114" y="4661729"/>
                  </a:lnTo>
                  <a:lnTo>
                    <a:pt x="1897492" y="4661729"/>
                  </a:lnTo>
                  <a:lnTo>
                    <a:pt x="1897618" y="4661729"/>
                  </a:lnTo>
                  <a:lnTo>
                    <a:pt x="1897870" y="4661729"/>
                  </a:lnTo>
                  <a:lnTo>
                    <a:pt x="1897996" y="4661729"/>
                  </a:lnTo>
                  <a:lnTo>
                    <a:pt x="1898501" y="4661729"/>
                  </a:lnTo>
                  <a:lnTo>
                    <a:pt x="1898879" y="4661729"/>
                  </a:lnTo>
                  <a:lnTo>
                    <a:pt x="1899383" y="4656449"/>
                  </a:lnTo>
                  <a:lnTo>
                    <a:pt x="1899762" y="4656449"/>
                  </a:lnTo>
                  <a:lnTo>
                    <a:pt x="1899888" y="4656449"/>
                  </a:lnTo>
                  <a:lnTo>
                    <a:pt x="1900014" y="4656449"/>
                  </a:lnTo>
                  <a:lnTo>
                    <a:pt x="1900266" y="4656449"/>
                  </a:lnTo>
                  <a:lnTo>
                    <a:pt x="1900392" y="4656449"/>
                  </a:lnTo>
                  <a:lnTo>
                    <a:pt x="1900518" y="4656449"/>
                  </a:lnTo>
                  <a:lnTo>
                    <a:pt x="1901023" y="4656449"/>
                  </a:lnTo>
                  <a:lnTo>
                    <a:pt x="1901149" y="4656449"/>
                  </a:lnTo>
                  <a:lnTo>
                    <a:pt x="1901401" y="4656449"/>
                  </a:lnTo>
                  <a:lnTo>
                    <a:pt x="1901527" y="4656449"/>
                  </a:lnTo>
                  <a:lnTo>
                    <a:pt x="1901779" y="4656449"/>
                  </a:lnTo>
                  <a:lnTo>
                    <a:pt x="1901905" y="4656449"/>
                  </a:lnTo>
                  <a:lnTo>
                    <a:pt x="1902283" y="4656449"/>
                  </a:lnTo>
                  <a:lnTo>
                    <a:pt x="1902409" y="4656449"/>
                  </a:lnTo>
                  <a:lnTo>
                    <a:pt x="1902536" y="4656449"/>
                  </a:lnTo>
                  <a:lnTo>
                    <a:pt x="1902536" y="4651170"/>
                  </a:lnTo>
                  <a:lnTo>
                    <a:pt x="1902788" y="4651170"/>
                  </a:lnTo>
                  <a:lnTo>
                    <a:pt x="1903544" y="4651170"/>
                  </a:lnTo>
                  <a:lnTo>
                    <a:pt x="1903670" y="4651170"/>
                  </a:lnTo>
                  <a:lnTo>
                    <a:pt x="1903923" y="4651170"/>
                  </a:lnTo>
                  <a:lnTo>
                    <a:pt x="1904301" y="4651170"/>
                  </a:lnTo>
                  <a:lnTo>
                    <a:pt x="1904553" y="4651170"/>
                  </a:lnTo>
                  <a:lnTo>
                    <a:pt x="1904679" y="4651170"/>
                  </a:lnTo>
                  <a:lnTo>
                    <a:pt x="1905057" y="4651170"/>
                  </a:lnTo>
                  <a:lnTo>
                    <a:pt x="1905183" y="4651170"/>
                  </a:lnTo>
                  <a:lnTo>
                    <a:pt x="1905436" y="4651170"/>
                  </a:lnTo>
                  <a:lnTo>
                    <a:pt x="1905688" y="4651170"/>
                  </a:lnTo>
                  <a:lnTo>
                    <a:pt x="1906066" y="4651170"/>
                  </a:lnTo>
                  <a:lnTo>
                    <a:pt x="1906192" y="4651170"/>
                  </a:lnTo>
                  <a:lnTo>
                    <a:pt x="1906318" y="4651170"/>
                  </a:lnTo>
                  <a:lnTo>
                    <a:pt x="1906444" y="4651170"/>
                  </a:lnTo>
                  <a:lnTo>
                    <a:pt x="1906696" y="4651170"/>
                  </a:lnTo>
                  <a:lnTo>
                    <a:pt x="1907075" y="4651170"/>
                  </a:lnTo>
                  <a:lnTo>
                    <a:pt x="1907201" y="4645890"/>
                  </a:lnTo>
                  <a:lnTo>
                    <a:pt x="1907453" y="4645890"/>
                  </a:lnTo>
                  <a:lnTo>
                    <a:pt x="1907705" y="4645890"/>
                  </a:lnTo>
                  <a:lnTo>
                    <a:pt x="1907957" y="4645890"/>
                  </a:lnTo>
                  <a:lnTo>
                    <a:pt x="1908336" y="4645890"/>
                  </a:lnTo>
                  <a:lnTo>
                    <a:pt x="1908588" y="4645890"/>
                  </a:lnTo>
                  <a:lnTo>
                    <a:pt x="1908714" y="4645890"/>
                  </a:lnTo>
                  <a:lnTo>
                    <a:pt x="1908840" y="4645890"/>
                  </a:lnTo>
                  <a:lnTo>
                    <a:pt x="1908966" y="4645890"/>
                  </a:lnTo>
                  <a:lnTo>
                    <a:pt x="1909092" y="4645890"/>
                  </a:lnTo>
                  <a:lnTo>
                    <a:pt x="1909218" y="4645890"/>
                  </a:lnTo>
                  <a:lnTo>
                    <a:pt x="1910101" y="4645890"/>
                  </a:lnTo>
                  <a:lnTo>
                    <a:pt x="1910227" y="4645890"/>
                  </a:lnTo>
                  <a:lnTo>
                    <a:pt x="1910353" y="4645890"/>
                  </a:lnTo>
                  <a:lnTo>
                    <a:pt x="1910479" y="4645890"/>
                  </a:lnTo>
                  <a:lnTo>
                    <a:pt x="1910605" y="4645890"/>
                  </a:lnTo>
                  <a:lnTo>
                    <a:pt x="1910731" y="4645890"/>
                  </a:lnTo>
                  <a:lnTo>
                    <a:pt x="1910857" y="4645890"/>
                  </a:lnTo>
                  <a:lnTo>
                    <a:pt x="1911110" y="4645890"/>
                  </a:lnTo>
                  <a:lnTo>
                    <a:pt x="1911362" y="4645890"/>
                  </a:lnTo>
                  <a:lnTo>
                    <a:pt x="1911614" y="4645890"/>
                  </a:lnTo>
                  <a:lnTo>
                    <a:pt x="1911740" y="4645890"/>
                  </a:lnTo>
                  <a:lnTo>
                    <a:pt x="1911866" y="4645890"/>
                  </a:lnTo>
                  <a:lnTo>
                    <a:pt x="1911992" y="4645890"/>
                  </a:lnTo>
                  <a:lnTo>
                    <a:pt x="1912370" y="4645890"/>
                  </a:lnTo>
                  <a:lnTo>
                    <a:pt x="1912623" y="4645890"/>
                  </a:lnTo>
                  <a:lnTo>
                    <a:pt x="1912749" y="4645890"/>
                  </a:lnTo>
                  <a:lnTo>
                    <a:pt x="1912875" y="4645890"/>
                  </a:lnTo>
                  <a:lnTo>
                    <a:pt x="1913127" y="4645890"/>
                  </a:lnTo>
                  <a:lnTo>
                    <a:pt x="1913253" y="4645890"/>
                  </a:lnTo>
                  <a:lnTo>
                    <a:pt x="1913757" y="4645890"/>
                  </a:lnTo>
                  <a:lnTo>
                    <a:pt x="1914010" y="4645890"/>
                  </a:lnTo>
                  <a:lnTo>
                    <a:pt x="1914136" y="4645890"/>
                  </a:lnTo>
                  <a:lnTo>
                    <a:pt x="1914262" y="4645890"/>
                  </a:lnTo>
                  <a:lnTo>
                    <a:pt x="1914640" y="4645890"/>
                  </a:lnTo>
                  <a:lnTo>
                    <a:pt x="1914766" y="4645890"/>
                  </a:lnTo>
                  <a:lnTo>
                    <a:pt x="1914892" y="4645890"/>
                  </a:lnTo>
                  <a:lnTo>
                    <a:pt x="1915018" y="4645890"/>
                  </a:lnTo>
                  <a:lnTo>
                    <a:pt x="1915144" y="4645890"/>
                  </a:lnTo>
                  <a:lnTo>
                    <a:pt x="1915270" y="4645890"/>
                  </a:lnTo>
                  <a:lnTo>
                    <a:pt x="1915396" y="4645890"/>
                  </a:lnTo>
                  <a:lnTo>
                    <a:pt x="1915775" y="4645890"/>
                  </a:lnTo>
                  <a:lnTo>
                    <a:pt x="1916027" y="4645890"/>
                  </a:lnTo>
                  <a:lnTo>
                    <a:pt x="1916405" y="4645890"/>
                  </a:lnTo>
                  <a:lnTo>
                    <a:pt x="1916531" y="4645890"/>
                  </a:lnTo>
                  <a:lnTo>
                    <a:pt x="1916657" y="4645890"/>
                  </a:lnTo>
                  <a:lnTo>
                    <a:pt x="1916783" y="4645890"/>
                  </a:lnTo>
                  <a:lnTo>
                    <a:pt x="1917162" y="4645890"/>
                  </a:lnTo>
                  <a:lnTo>
                    <a:pt x="1917414" y="4645890"/>
                  </a:lnTo>
                  <a:lnTo>
                    <a:pt x="1917666" y="4645890"/>
                  </a:lnTo>
                  <a:lnTo>
                    <a:pt x="1917792" y="4645890"/>
                  </a:lnTo>
                  <a:lnTo>
                    <a:pt x="1917918" y="4645890"/>
                  </a:lnTo>
                  <a:lnTo>
                    <a:pt x="1918549" y="4645890"/>
                  </a:lnTo>
                  <a:lnTo>
                    <a:pt x="1918675" y="4645890"/>
                  </a:lnTo>
                  <a:lnTo>
                    <a:pt x="1918801" y="4645890"/>
                  </a:lnTo>
                  <a:lnTo>
                    <a:pt x="1919179" y="4645890"/>
                  </a:lnTo>
                  <a:lnTo>
                    <a:pt x="1919305" y="4645890"/>
                  </a:lnTo>
                  <a:lnTo>
                    <a:pt x="1919557" y="4645890"/>
                  </a:lnTo>
                  <a:lnTo>
                    <a:pt x="1919810" y="4645890"/>
                  </a:lnTo>
                  <a:lnTo>
                    <a:pt x="1919936" y="4645890"/>
                  </a:lnTo>
                  <a:lnTo>
                    <a:pt x="1920062" y="4645890"/>
                  </a:lnTo>
                  <a:lnTo>
                    <a:pt x="1920692" y="4640611"/>
                  </a:lnTo>
                  <a:lnTo>
                    <a:pt x="1921197" y="4640611"/>
                  </a:lnTo>
                  <a:lnTo>
                    <a:pt x="1921323" y="4640611"/>
                  </a:lnTo>
                  <a:lnTo>
                    <a:pt x="1921449" y="4640611"/>
                  </a:lnTo>
                  <a:lnTo>
                    <a:pt x="1921827" y="4640611"/>
                  </a:lnTo>
                  <a:lnTo>
                    <a:pt x="1921953" y="4640611"/>
                  </a:lnTo>
                  <a:lnTo>
                    <a:pt x="1922205" y="4640611"/>
                  </a:lnTo>
                  <a:lnTo>
                    <a:pt x="1922331" y="4640611"/>
                  </a:lnTo>
                  <a:lnTo>
                    <a:pt x="1922457" y="4640611"/>
                  </a:lnTo>
                  <a:lnTo>
                    <a:pt x="1922583" y="4640611"/>
                  </a:lnTo>
                  <a:lnTo>
                    <a:pt x="1923088" y="4640611"/>
                  </a:lnTo>
                  <a:lnTo>
                    <a:pt x="1923340" y="4640611"/>
                  </a:lnTo>
                  <a:lnTo>
                    <a:pt x="1923718" y="4640611"/>
                  </a:lnTo>
                  <a:lnTo>
                    <a:pt x="1925484" y="4640611"/>
                  </a:lnTo>
                  <a:lnTo>
                    <a:pt x="1925610" y="4640611"/>
                  </a:lnTo>
                  <a:lnTo>
                    <a:pt x="1925862" y="4640611"/>
                  </a:lnTo>
                  <a:lnTo>
                    <a:pt x="1925988" y="4640611"/>
                  </a:lnTo>
                  <a:lnTo>
                    <a:pt x="1926114" y="4640611"/>
                  </a:lnTo>
                  <a:lnTo>
                    <a:pt x="1926366" y="4640611"/>
                  </a:lnTo>
                  <a:lnTo>
                    <a:pt x="1926492" y="4640611"/>
                  </a:lnTo>
                  <a:lnTo>
                    <a:pt x="1926744" y="4640611"/>
                  </a:lnTo>
                  <a:lnTo>
                    <a:pt x="1926870" y="4640611"/>
                  </a:lnTo>
                  <a:lnTo>
                    <a:pt x="1926997" y="4640611"/>
                  </a:lnTo>
                  <a:lnTo>
                    <a:pt x="1927375" y="4640611"/>
                  </a:lnTo>
                  <a:lnTo>
                    <a:pt x="1927627" y="4640611"/>
                  </a:lnTo>
                  <a:lnTo>
                    <a:pt x="1927753" y="4640611"/>
                  </a:lnTo>
                  <a:lnTo>
                    <a:pt x="1927879" y="4640611"/>
                  </a:lnTo>
                  <a:lnTo>
                    <a:pt x="1928005" y="4635331"/>
                  </a:lnTo>
                  <a:lnTo>
                    <a:pt x="1928131" y="4630052"/>
                  </a:lnTo>
                  <a:lnTo>
                    <a:pt x="1928384" y="4630052"/>
                  </a:lnTo>
                  <a:lnTo>
                    <a:pt x="1928636" y="4630052"/>
                  </a:lnTo>
                  <a:lnTo>
                    <a:pt x="1929266" y="4630052"/>
                  </a:lnTo>
                  <a:lnTo>
                    <a:pt x="1929392" y="4630052"/>
                  </a:lnTo>
                  <a:lnTo>
                    <a:pt x="1929518" y="4630052"/>
                  </a:lnTo>
                  <a:lnTo>
                    <a:pt x="1929897" y="4630052"/>
                  </a:lnTo>
                  <a:lnTo>
                    <a:pt x="1930023" y="4630052"/>
                  </a:lnTo>
                  <a:lnTo>
                    <a:pt x="1930149" y="4630052"/>
                  </a:lnTo>
                  <a:lnTo>
                    <a:pt x="1930275" y="4630052"/>
                  </a:lnTo>
                  <a:lnTo>
                    <a:pt x="1930527" y="4630052"/>
                  </a:lnTo>
                  <a:lnTo>
                    <a:pt x="1930653" y="4630052"/>
                  </a:lnTo>
                  <a:lnTo>
                    <a:pt x="1930779" y="4630052"/>
                  </a:lnTo>
                  <a:lnTo>
                    <a:pt x="1931157" y="4630052"/>
                  </a:lnTo>
                  <a:lnTo>
                    <a:pt x="1931284" y="4630052"/>
                  </a:lnTo>
                  <a:lnTo>
                    <a:pt x="1931410" y="4630052"/>
                  </a:lnTo>
                  <a:lnTo>
                    <a:pt x="1931662" y="4630052"/>
                  </a:lnTo>
                  <a:lnTo>
                    <a:pt x="1931788" y="4630052"/>
                  </a:lnTo>
                  <a:lnTo>
                    <a:pt x="1932418" y="4630052"/>
                  </a:lnTo>
                  <a:lnTo>
                    <a:pt x="1932544" y="4630052"/>
                  </a:lnTo>
                  <a:lnTo>
                    <a:pt x="1933049" y="4630052"/>
                  </a:lnTo>
                  <a:lnTo>
                    <a:pt x="1933175" y="4630052"/>
                  </a:lnTo>
                  <a:lnTo>
                    <a:pt x="1933301" y="4630052"/>
                  </a:lnTo>
                  <a:lnTo>
                    <a:pt x="1933427" y="4630052"/>
                  </a:lnTo>
                  <a:lnTo>
                    <a:pt x="1934184" y="4630052"/>
                  </a:lnTo>
                  <a:lnTo>
                    <a:pt x="1934310" y="4630052"/>
                  </a:lnTo>
                  <a:lnTo>
                    <a:pt x="1934562" y="4630052"/>
                  </a:lnTo>
                  <a:lnTo>
                    <a:pt x="1934688" y="4630052"/>
                  </a:lnTo>
                  <a:lnTo>
                    <a:pt x="1934814" y="4630052"/>
                  </a:lnTo>
                  <a:lnTo>
                    <a:pt x="1934940" y="4630052"/>
                  </a:lnTo>
                  <a:lnTo>
                    <a:pt x="1935571" y="4630052"/>
                  </a:lnTo>
                  <a:lnTo>
                    <a:pt x="1935697" y="4630052"/>
                  </a:lnTo>
                  <a:lnTo>
                    <a:pt x="1935823" y="4630052"/>
                  </a:lnTo>
                  <a:lnTo>
                    <a:pt x="1936075" y="4630052"/>
                  </a:lnTo>
                  <a:lnTo>
                    <a:pt x="1936327" y="4630052"/>
                  </a:lnTo>
                  <a:lnTo>
                    <a:pt x="1936579" y="4630052"/>
                  </a:lnTo>
                  <a:lnTo>
                    <a:pt x="1936705" y="4630052"/>
                  </a:lnTo>
                  <a:lnTo>
                    <a:pt x="1936831" y="4630052"/>
                  </a:lnTo>
                  <a:lnTo>
                    <a:pt x="1937210" y="4630052"/>
                  </a:lnTo>
                  <a:lnTo>
                    <a:pt x="1937462" y="4630052"/>
                  </a:lnTo>
                  <a:lnTo>
                    <a:pt x="1937588" y="4630052"/>
                  </a:lnTo>
                  <a:lnTo>
                    <a:pt x="1937840" y="4630052"/>
                  </a:lnTo>
                  <a:lnTo>
                    <a:pt x="1938092" y="4630052"/>
                  </a:lnTo>
                  <a:lnTo>
                    <a:pt x="1938218" y="4630052"/>
                  </a:lnTo>
                  <a:lnTo>
                    <a:pt x="1938975" y="4630052"/>
                  </a:lnTo>
                  <a:lnTo>
                    <a:pt x="1939101" y="4630052"/>
                  </a:lnTo>
                  <a:lnTo>
                    <a:pt x="1939479" y="4630052"/>
                  </a:lnTo>
                  <a:lnTo>
                    <a:pt x="1939605" y="4630052"/>
                  </a:lnTo>
                  <a:lnTo>
                    <a:pt x="1939984" y="4630052"/>
                  </a:lnTo>
                  <a:lnTo>
                    <a:pt x="1940236" y="4630052"/>
                  </a:lnTo>
                  <a:lnTo>
                    <a:pt x="1940614" y="4630052"/>
                  </a:lnTo>
                  <a:lnTo>
                    <a:pt x="1940866" y="4630052"/>
                  </a:lnTo>
                  <a:lnTo>
                    <a:pt x="1941244" y="4630052"/>
                  </a:lnTo>
                  <a:lnTo>
                    <a:pt x="1941371" y="4630052"/>
                  </a:lnTo>
                  <a:lnTo>
                    <a:pt x="1941497" y="4630052"/>
                  </a:lnTo>
                  <a:lnTo>
                    <a:pt x="1941623" y="4630052"/>
                  </a:lnTo>
                  <a:lnTo>
                    <a:pt x="1941749" y="4630052"/>
                  </a:lnTo>
                  <a:lnTo>
                    <a:pt x="1941875" y="4630052"/>
                  </a:lnTo>
                  <a:lnTo>
                    <a:pt x="1942001" y="4630052"/>
                  </a:lnTo>
                  <a:lnTo>
                    <a:pt x="1942127" y="4630052"/>
                  </a:lnTo>
                  <a:lnTo>
                    <a:pt x="1942253" y="4630052"/>
                  </a:lnTo>
                  <a:lnTo>
                    <a:pt x="1942505" y="4630052"/>
                  </a:lnTo>
                  <a:lnTo>
                    <a:pt x="1942631" y="4630052"/>
                  </a:lnTo>
                  <a:lnTo>
                    <a:pt x="1942758" y="4630052"/>
                  </a:lnTo>
                  <a:lnTo>
                    <a:pt x="1942884" y="4630052"/>
                  </a:lnTo>
                  <a:lnTo>
                    <a:pt x="1943136" y="4630052"/>
                  </a:lnTo>
                  <a:lnTo>
                    <a:pt x="1943262" y="4630052"/>
                  </a:lnTo>
                  <a:lnTo>
                    <a:pt x="1943640" y="4630052"/>
                  </a:lnTo>
                  <a:lnTo>
                    <a:pt x="1943766" y="4630052"/>
                  </a:lnTo>
                  <a:lnTo>
                    <a:pt x="1943892" y="4630052"/>
                  </a:lnTo>
                  <a:lnTo>
                    <a:pt x="1944018" y="4630052"/>
                  </a:lnTo>
                  <a:lnTo>
                    <a:pt x="1944144" y="4630052"/>
                  </a:lnTo>
                  <a:lnTo>
                    <a:pt x="1944271" y="4630052"/>
                  </a:lnTo>
                  <a:lnTo>
                    <a:pt x="1944397" y="4630052"/>
                  </a:lnTo>
                  <a:lnTo>
                    <a:pt x="1944523" y="4630052"/>
                  </a:lnTo>
                  <a:lnTo>
                    <a:pt x="1944901" y="4630052"/>
                  </a:lnTo>
                  <a:lnTo>
                    <a:pt x="1945027" y="4630052"/>
                  </a:lnTo>
                  <a:lnTo>
                    <a:pt x="1945279" y="4630052"/>
                  </a:lnTo>
                  <a:lnTo>
                    <a:pt x="1945910" y="4630052"/>
                  </a:lnTo>
                  <a:lnTo>
                    <a:pt x="1946036" y="4630052"/>
                  </a:lnTo>
                  <a:lnTo>
                    <a:pt x="1946288" y="4630052"/>
                  </a:lnTo>
                  <a:lnTo>
                    <a:pt x="1946540" y="4630052"/>
                  </a:lnTo>
                  <a:lnTo>
                    <a:pt x="1946666" y="4630052"/>
                  </a:lnTo>
                  <a:lnTo>
                    <a:pt x="1946792" y="4630052"/>
                  </a:lnTo>
                  <a:lnTo>
                    <a:pt x="1947044" y="4630052"/>
                  </a:lnTo>
                  <a:lnTo>
                    <a:pt x="1947423" y="4630052"/>
                  </a:lnTo>
                  <a:lnTo>
                    <a:pt x="1947675" y="4630052"/>
                  </a:lnTo>
                  <a:lnTo>
                    <a:pt x="1947927" y="4630052"/>
                  </a:lnTo>
                  <a:lnTo>
                    <a:pt x="1948053" y="4630052"/>
                  </a:lnTo>
                  <a:lnTo>
                    <a:pt x="1948305" y="4630052"/>
                  </a:lnTo>
                  <a:lnTo>
                    <a:pt x="1948431" y="4630052"/>
                  </a:lnTo>
                  <a:lnTo>
                    <a:pt x="1948684" y="4630052"/>
                  </a:lnTo>
                  <a:lnTo>
                    <a:pt x="1948810" y="4630052"/>
                  </a:lnTo>
                  <a:lnTo>
                    <a:pt x="1949188" y="4630052"/>
                  </a:lnTo>
                  <a:lnTo>
                    <a:pt x="1949440" y="4630052"/>
                  </a:lnTo>
                  <a:lnTo>
                    <a:pt x="1949692" y="4630052"/>
                  </a:lnTo>
                  <a:lnTo>
                    <a:pt x="1949818" y="4630052"/>
                  </a:lnTo>
                  <a:lnTo>
                    <a:pt x="1950323" y="4630052"/>
                  </a:lnTo>
                  <a:lnTo>
                    <a:pt x="1950827" y="4630052"/>
                  </a:lnTo>
                  <a:lnTo>
                    <a:pt x="1950953" y="4630052"/>
                  </a:lnTo>
                  <a:lnTo>
                    <a:pt x="1951205" y="4630052"/>
                  </a:lnTo>
                  <a:lnTo>
                    <a:pt x="1951584" y="4630052"/>
                  </a:lnTo>
                  <a:lnTo>
                    <a:pt x="1951710" y="4630052"/>
                  </a:lnTo>
                  <a:lnTo>
                    <a:pt x="1951836" y="4630052"/>
                  </a:lnTo>
                  <a:lnTo>
                    <a:pt x="1951962" y="4630052"/>
                  </a:lnTo>
                  <a:lnTo>
                    <a:pt x="1952214" y="4630052"/>
                  </a:lnTo>
                  <a:lnTo>
                    <a:pt x="1953097" y="4630052"/>
                  </a:lnTo>
                  <a:lnTo>
                    <a:pt x="1953223" y="4630052"/>
                  </a:lnTo>
                  <a:lnTo>
                    <a:pt x="1953475" y="4630052"/>
                  </a:lnTo>
                  <a:lnTo>
                    <a:pt x="1953853" y="4630052"/>
                  </a:lnTo>
                  <a:lnTo>
                    <a:pt x="1953979" y="4630052"/>
                  </a:lnTo>
                  <a:lnTo>
                    <a:pt x="1954231" y="4630052"/>
                  </a:lnTo>
                  <a:lnTo>
                    <a:pt x="1954358" y="4630052"/>
                  </a:lnTo>
                  <a:lnTo>
                    <a:pt x="1954736" y="4630052"/>
                  </a:lnTo>
                  <a:lnTo>
                    <a:pt x="1954988" y="4630052"/>
                  </a:lnTo>
                  <a:lnTo>
                    <a:pt x="1955114" y="4630052"/>
                  </a:lnTo>
                  <a:lnTo>
                    <a:pt x="1955618" y="4630052"/>
                  </a:lnTo>
                  <a:lnTo>
                    <a:pt x="1955745" y="4630052"/>
                  </a:lnTo>
                  <a:lnTo>
                    <a:pt x="1955871" y="4630052"/>
                  </a:lnTo>
                  <a:lnTo>
                    <a:pt x="1955997" y="4630052"/>
                  </a:lnTo>
                  <a:lnTo>
                    <a:pt x="1956123" y="4630052"/>
                  </a:lnTo>
                  <a:lnTo>
                    <a:pt x="1956249" y="4630052"/>
                  </a:lnTo>
                  <a:lnTo>
                    <a:pt x="1956501" y="4630052"/>
                  </a:lnTo>
                  <a:lnTo>
                    <a:pt x="1956627" y="4630052"/>
                  </a:lnTo>
                  <a:lnTo>
                    <a:pt x="1957131" y="4630052"/>
                  </a:lnTo>
                  <a:lnTo>
                    <a:pt x="1957258" y="4630052"/>
                  </a:lnTo>
                  <a:lnTo>
                    <a:pt x="1957384" y="4630052"/>
                  </a:lnTo>
                  <a:lnTo>
                    <a:pt x="1957384" y="4624773"/>
                  </a:lnTo>
                  <a:lnTo>
                    <a:pt x="1957384" y="4619493"/>
                  </a:lnTo>
                  <a:lnTo>
                    <a:pt x="1957510" y="4619493"/>
                  </a:lnTo>
                  <a:lnTo>
                    <a:pt x="1957636" y="4619493"/>
                  </a:lnTo>
                  <a:lnTo>
                    <a:pt x="1958140" y="4619493"/>
                  </a:lnTo>
                  <a:lnTo>
                    <a:pt x="1958645" y="4619493"/>
                  </a:lnTo>
                  <a:lnTo>
                    <a:pt x="1958897" y="4619493"/>
                  </a:lnTo>
                  <a:lnTo>
                    <a:pt x="1959023" y="4619493"/>
                  </a:lnTo>
                  <a:lnTo>
                    <a:pt x="1959401" y="4619493"/>
                  </a:lnTo>
                  <a:lnTo>
                    <a:pt x="1959779" y="4619493"/>
                  </a:lnTo>
                  <a:lnTo>
                    <a:pt x="1959905" y="4619493"/>
                  </a:lnTo>
                  <a:lnTo>
                    <a:pt x="1960158" y="4619493"/>
                  </a:lnTo>
                  <a:lnTo>
                    <a:pt x="1960788" y="4619493"/>
                  </a:lnTo>
                  <a:lnTo>
                    <a:pt x="1960914" y="4619493"/>
                  </a:lnTo>
                  <a:lnTo>
                    <a:pt x="1961040" y="4619493"/>
                  </a:lnTo>
                  <a:lnTo>
                    <a:pt x="1961166" y="4619493"/>
                  </a:lnTo>
                  <a:lnTo>
                    <a:pt x="1961292" y="4619493"/>
                  </a:lnTo>
                  <a:lnTo>
                    <a:pt x="1961418" y="4619493"/>
                  </a:lnTo>
                  <a:lnTo>
                    <a:pt x="1961545" y="4619493"/>
                  </a:lnTo>
                  <a:lnTo>
                    <a:pt x="1961671" y="4619493"/>
                  </a:lnTo>
                  <a:lnTo>
                    <a:pt x="1961797" y="4619493"/>
                  </a:lnTo>
                  <a:lnTo>
                    <a:pt x="1961923" y="4619493"/>
                  </a:lnTo>
                  <a:lnTo>
                    <a:pt x="1962301" y="4619493"/>
                  </a:lnTo>
                  <a:lnTo>
                    <a:pt x="1962427" y="4619493"/>
                  </a:lnTo>
                  <a:lnTo>
                    <a:pt x="1962553" y="4619493"/>
                  </a:lnTo>
                  <a:lnTo>
                    <a:pt x="1962679" y="4619493"/>
                  </a:lnTo>
                  <a:lnTo>
                    <a:pt x="1962932" y="4619493"/>
                  </a:lnTo>
                  <a:lnTo>
                    <a:pt x="1963058" y="4619493"/>
                  </a:lnTo>
                  <a:lnTo>
                    <a:pt x="1963310" y="4619493"/>
                  </a:lnTo>
                  <a:lnTo>
                    <a:pt x="1963562" y="4619493"/>
                  </a:lnTo>
                  <a:lnTo>
                    <a:pt x="1963688" y="4619493"/>
                  </a:lnTo>
                  <a:lnTo>
                    <a:pt x="1964318" y="4619493"/>
                  </a:lnTo>
                  <a:lnTo>
                    <a:pt x="1964571" y="4619493"/>
                  </a:lnTo>
                  <a:lnTo>
                    <a:pt x="1964697" y="4619493"/>
                  </a:lnTo>
                  <a:lnTo>
                    <a:pt x="1964823" y="4619493"/>
                  </a:lnTo>
                  <a:lnTo>
                    <a:pt x="1965075" y="4619493"/>
                  </a:lnTo>
                  <a:lnTo>
                    <a:pt x="1965327" y="4619493"/>
                  </a:lnTo>
                  <a:lnTo>
                    <a:pt x="1965832" y="4619493"/>
                  </a:lnTo>
                  <a:lnTo>
                    <a:pt x="1966084" y="4619493"/>
                  </a:lnTo>
                  <a:lnTo>
                    <a:pt x="1966336" y="4619493"/>
                  </a:lnTo>
                  <a:lnTo>
                    <a:pt x="1966462" y="4619493"/>
                  </a:lnTo>
                  <a:lnTo>
                    <a:pt x="1966588" y="4619493"/>
                  </a:lnTo>
                  <a:lnTo>
                    <a:pt x="1966840" y="4619493"/>
                  </a:lnTo>
                  <a:lnTo>
                    <a:pt x="1966966" y="4619493"/>
                  </a:lnTo>
                  <a:lnTo>
                    <a:pt x="1967345" y="4619493"/>
                  </a:lnTo>
                  <a:lnTo>
                    <a:pt x="1967849" y="4619493"/>
                  </a:lnTo>
                  <a:lnTo>
                    <a:pt x="1967975" y="4619493"/>
                  </a:lnTo>
                  <a:lnTo>
                    <a:pt x="1968227" y="4619493"/>
                  </a:lnTo>
                  <a:lnTo>
                    <a:pt x="1968605" y="4619493"/>
                  </a:lnTo>
                  <a:lnTo>
                    <a:pt x="1968732" y="4619493"/>
                  </a:lnTo>
                  <a:lnTo>
                    <a:pt x="1968858" y="4619493"/>
                  </a:lnTo>
                  <a:lnTo>
                    <a:pt x="1968984" y="4619493"/>
                  </a:lnTo>
                  <a:lnTo>
                    <a:pt x="1969110" y="4614214"/>
                  </a:lnTo>
                  <a:lnTo>
                    <a:pt x="1970749" y="4614214"/>
                  </a:lnTo>
                  <a:lnTo>
                    <a:pt x="1970875" y="4614214"/>
                  </a:lnTo>
                  <a:lnTo>
                    <a:pt x="1970875" y="4608934"/>
                  </a:lnTo>
                  <a:lnTo>
                    <a:pt x="1971001" y="4608934"/>
                  </a:lnTo>
                  <a:lnTo>
                    <a:pt x="1971127" y="4608934"/>
                  </a:lnTo>
                  <a:lnTo>
                    <a:pt x="1971253" y="4608934"/>
                  </a:lnTo>
                  <a:lnTo>
                    <a:pt x="1971379" y="4608934"/>
                  </a:lnTo>
                  <a:lnTo>
                    <a:pt x="1971505" y="4608934"/>
                  </a:lnTo>
                  <a:lnTo>
                    <a:pt x="1971632" y="4608934"/>
                  </a:lnTo>
                  <a:lnTo>
                    <a:pt x="1971884" y="4608934"/>
                  </a:lnTo>
                  <a:lnTo>
                    <a:pt x="1972010" y="4608934"/>
                  </a:lnTo>
                  <a:lnTo>
                    <a:pt x="1972136" y="4608934"/>
                  </a:lnTo>
                  <a:lnTo>
                    <a:pt x="1972262" y="4608934"/>
                  </a:lnTo>
                  <a:lnTo>
                    <a:pt x="1972388" y="4608934"/>
                  </a:lnTo>
                  <a:lnTo>
                    <a:pt x="1972514" y="4608934"/>
                  </a:lnTo>
                  <a:lnTo>
                    <a:pt x="1972766" y="4608934"/>
                  </a:lnTo>
                  <a:lnTo>
                    <a:pt x="1973019" y="4608934"/>
                  </a:lnTo>
                  <a:lnTo>
                    <a:pt x="1973145" y="4608934"/>
                  </a:lnTo>
                  <a:lnTo>
                    <a:pt x="1973271" y="4608934"/>
                  </a:lnTo>
                  <a:lnTo>
                    <a:pt x="1973397" y="4608934"/>
                  </a:lnTo>
                  <a:lnTo>
                    <a:pt x="1973523" y="4608934"/>
                  </a:lnTo>
                  <a:lnTo>
                    <a:pt x="1973649" y="4608934"/>
                  </a:lnTo>
                  <a:lnTo>
                    <a:pt x="1973775" y="4608934"/>
                  </a:lnTo>
                  <a:lnTo>
                    <a:pt x="1973901" y="4608934"/>
                  </a:lnTo>
                  <a:lnTo>
                    <a:pt x="1974153" y="4608934"/>
                  </a:lnTo>
                  <a:lnTo>
                    <a:pt x="1974279" y="4608934"/>
                  </a:lnTo>
                  <a:lnTo>
                    <a:pt x="1974532" y="4608934"/>
                  </a:lnTo>
                  <a:lnTo>
                    <a:pt x="1974658" y="4608934"/>
                  </a:lnTo>
                  <a:lnTo>
                    <a:pt x="1975036" y="4608934"/>
                  </a:lnTo>
                  <a:lnTo>
                    <a:pt x="1975666" y="4608934"/>
                  </a:lnTo>
                  <a:lnTo>
                    <a:pt x="1975919" y="4608934"/>
                  </a:lnTo>
                  <a:lnTo>
                    <a:pt x="1976045" y="4608934"/>
                  </a:lnTo>
                  <a:lnTo>
                    <a:pt x="1976171" y="4608934"/>
                  </a:lnTo>
                  <a:lnTo>
                    <a:pt x="1976549" y="4608934"/>
                  </a:lnTo>
                  <a:lnTo>
                    <a:pt x="1976675" y="4608934"/>
                  </a:lnTo>
                  <a:lnTo>
                    <a:pt x="1976801" y="4608934"/>
                  </a:lnTo>
                  <a:lnTo>
                    <a:pt x="1976927" y="4608934"/>
                  </a:lnTo>
                  <a:lnTo>
                    <a:pt x="1977053" y="4608934"/>
                  </a:lnTo>
                  <a:lnTo>
                    <a:pt x="1977179" y="4608934"/>
                  </a:lnTo>
                  <a:lnTo>
                    <a:pt x="1977306" y="4608934"/>
                  </a:lnTo>
                  <a:lnTo>
                    <a:pt x="1977684" y="4608934"/>
                  </a:lnTo>
                  <a:lnTo>
                    <a:pt x="1977810" y="4608934"/>
                  </a:lnTo>
                  <a:lnTo>
                    <a:pt x="1977936" y="4608934"/>
                  </a:lnTo>
                  <a:lnTo>
                    <a:pt x="1978062" y="4608934"/>
                  </a:lnTo>
                  <a:lnTo>
                    <a:pt x="1978188" y="4608934"/>
                  </a:lnTo>
                  <a:lnTo>
                    <a:pt x="1978314" y="4608934"/>
                  </a:lnTo>
                  <a:lnTo>
                    <a:pt x="1978566" y="4608934"/>
                  </a:lnTo>
                  <a:lnTo>
                    <a:pt x="1978692" y="4608934"/>
                  </a:lnTo>
                  <a:lnTo>
                    <a:pt x="1978819" y="4608934"/>
                  </a:lnTo>
                  <a:lnTo>
                    <a:pt x="1979323" y="4608934"/>
                  </a:lnTo>
                  <a:lnTo>
                    <a:pt x="1979449" y="4608934"/>
                  </a:lnTo>
                  <a:lnTo>
                    <a:pt x="1979575" y="4608934"/>
                  </a:lnTo>
                  <a:lnTo>
                    <a:pt x="1980206" y="4608934"/>
                  </a:lnTo>
                  <a:lnTo>
                    <a:pt x="1980332" y="4608934"/>
                  </a:lnTo>
                  <a:lnTo>
                    <a:pt x="1980584" y="4608934"/>
                  </a:lnTo>
                  <a:lnTo>
                    <a:pt x="1980962" y="4608934"/>
                  </a:lnTo>
                  <a:lnTo>
                    <a:pt x="1981466" y="4608934"/>
                  </a:lnTo>
                  <a:lnTo>
                    <a:pt x="1981592" y="4608934"/>
                  </a:lnTo>
                  <a:lnTo>
                    <a:pt x="1981719" y="4608934"/>
                  </a:lnTo>
                  <a:lnTo>
                    <a:pt x="1981845" y="4608934"/>
                  </a:lnTo>
                  <a:lnTo>
                    <a:pt x="1981971" y="4608934"/>
                  </a:lnTo>
                  <a:lnTo>
                    <a:pt x="1982349" y="4603655"/>
                  </a:lnTo>
                  <a:lnTo>
                    <a:pt x="1982475" y="4603655"/>
                  </a:lnTo>
                  <a:lnTo>
                    <a:pt x="1982601" y="4603655"/>
                  </a:lnTo>
                  <a:lnTo>
                    <a:pt x="1982727" y="4603655"/>
                  </a:lnTo>
                  <a:lnTo>
                    <a:pt x="1982979" y="4603655"/>
                  </a:lnTo>
                  <a:lnTo>
                    <a:pt x="1983358" y="4603655"/>
                  </a:lnTo>
                  <a:lnTo>
                    <a:pt x="1983610" y="4603655"/>
                  </a:lnTo>
                  <a:lnTo>
                    <a:pt x="1983862" y="4603655"/>
                  </a:lnTo>
                  <a:lnTo>
                    <a:pt x="1983988" y="4603655"/>
                  </a:lnTo>
                  <a:lnTo>
                    <a:pt x="1984114" y="4603655"/>
                  </a:lnTo>
                  <a:lnTo>
                    <a:pt x="1984240" y="4603655"/>
                  </a:lnTo>
                  <a:lnTo>
                    <a:pt x="1984871" y="4603655"/>
                  </a:lnTo>
                  <a:lnTo>
                    <a:pt x="1985123" y="4603655"/>
                  </a:lnTo>
                  <a:lnTo>
                    <a:pt x="1985375" y="4603655"/>
                  </a:lnTo>
                  <a:lnTo>
                    <a:pt x="1985501" y="4603655"/>
                  </a:lnTo>
                  <a:lnTo>
                    <a:pt x="1985753" y="4603655"/>
                  </a:lnTo>
                  <a:lnTo>
                    <a:pt x="1985879" y="4603655"/>
                  </a:lnTo>
                  <a:lnTo>
                    <a:pt x="1986258" y="4603655"/>
                  </a:lnTo>
                  <a:lnTo>
                    <a:pt x="1986384" y="4603655"/>
                  </a:lnTo>
                  <a:lnTo>
                    <a:pt x="1986762" y="4603655"/>
                  </a:lnTo>
                  <a:lnTo>
                    <a:pt x="1986888" y="4603655"/>
                  </a:lnTo>
                  <a:lnTo>
                    <a:pt x="1987014" y="4603655"/>
                  </a:lnTo>
                  <a:lnTo>
                    <a:pt x="1987519" y="4603655"/>
                  </a:lnTo>
                  <a:lnTo>
                    <a:pt x="1987897" y="4603655"/>
                  </a:lnTo>
                  <a:lnTo>
                    <a:pt x="1988023" y="4603655"/>
                  </a:lnTo>
                  <a:lnTo>
                    <a:pt x="1988149" y="4603655"/>
                  </a:lnTo>
                  <a:lnTo>
                    <a:pt x="1988275" y="4603655"/>
                  </a:lnTo>
                  <a:lnTo>
                    <a:pt x="1988527" y="4603655"/>
                  </a:lnTo>
                  <a:lnTo>
                    <a:pt x="1988653" y="4603655"/>
                  </a:lnTo>
                  <a:lnTo>
                    <a:pt x="1988779" y="4603655"/>
                  </a:lnTo>
                  <a:lnTo>
                    <a:pt x="1988906" y="4603655"/>
                  </a:lnTo>
                  <a:lnTo>
                    <a:pt x="1989032" y="4603655"/>
                  </a:lnTo>
                  <a:lnTo>
                    <a:pt x="1989536" y="4598375"/>
                  </a:lnTo>
                  <a:lnTo>
                    <a:pt x="1989662" y="4598375"/>
                  </a:lnTo>
                  <a:lnTo>
                    <a:pt x="1989788" y="4598375"/>
                  </a:lnTo>
                  <a:lnTo>
                    <a:pt x="1990040" y="4598375"/>
                  </a:lnTo>
                  <a:lnTo>
                    <a:pt x="1990166" y="4598375"/>
                  </a:lnTo>
                  <a:lnTo>
                    <a:pt x="1990419" y="4598375"/>
                  </a:lnTo>
                  <a:lnTo>
                    <a:pt x="1990545" y="4598375"/>
                  </a:lnTo>
                  <a:lnTo>
                    <a:pt x="1990797" y="4598375"/>
                  </a:lnTo>
                  <a:lnTo>
                    <a:pt x="1990923" y="4598375"/>
                  </a:lnTo>
                  <a:lnTo>
                    <a:pt x="1991049" y="4598375"/>
                  </a:lnTo>
                  <a:lnTo>
                    <a:pt x="1991049" y="4593096"/>
                  </a:lnTo>
                  <a:lnTo>
                    <a:pt x="1991680" y="4593096"/>
                  </a:lnTo>
                  <a:lnTo>
                    <a:pt x="1991806" y="4593096"/>
                  </a:lnTo>
                  <a:lnTo>
                    <a:pt x="1992058" y="4593096"/>
                  </a:lnTo>
                  <a:lnTo>
                    <a:pt x="1992184" y="4593096"/>
                  </a:lnTo>
                  <a:lnTo>
                    <a:pt x="1992436" y="4593096"/>
                  </a:lnTo>
                  <a:lnTo>
                    <a:pt x="1992688" y="4593096"/>
                  </a:lnTo>
                  <a:lnTo>
                    <a:pt x="1992814" y="4593096"/>
                  </a:lnTo>
                  <a:lnTo>
                    <a:pt x="1993066" y="4593096"/>
                  </a:lnTo>
                  <a:lnTo>
                    <a:pt x="1993193" y="4593096"/>
                  </a:lnTo>
                  <a:lnTo>
                    <a:pt x="1993319" y="4593096"/>
                  </a:lnTo>
                  <a:lnTo>
                    <a:pt x="1993445" y="4593096"/>
                  </a:lnTo>
                  <a:lnTo>
                    <a:pt x="1993697" y="4593096"/>
                  </a:lnTo>
                  <a:lnTo>
                    <a:pt x="1994075" y="4593096"/>
                  </a:lnTo>
                  <a:lnTo>
                    <a:pt x="1994201" y="4593096"/>
                  </a:lnTo>
                  <a:lnTo>
                    <a:pt x="1994706" y="4593096"/>
                  </a:lnTo>
                  <a:lnTo>
                    <a:pt x="1995084" y="4593096"/>
                  </a:lnTo>
                  <a:lnTo>
                    <a:pt x="1995210" y="4593096"/>
                  </a:lnTo>
                  <a:lnTo>
                    <a:pt x="1995336" y="4593096"/>
                  </a:lnTo>
                  <a:lnTo>
                    <a:pt x="1995462" y="4593096"/>
                  </a:lnTo>
                  <a:lnTo>
                    <a:pt x="1995588" y="4593096"/>
                  </a:lnTo>
                  <a:lnTo>
                    <a:pt x="1995714" y="4593096"/>
                  </a:lnTo>
                  <a:lnTo>
                    <a:pt x="1995966" y="4593096"/>
                  </a:lnTo>
                  <a:lnTo>
                    <a:pt x="1996093" y="4593096"/>
                  </a:lnTo>
                  <a:lnTo>
                    <a:pt x="1996219" y="4593096"/>
                  </a:lnTo>
                  <a:lnTo>
                    <a:pt x="1996345" y="4593096"/>
                  </a:lnTo>
                  <a:lnTo>
                    <a:pt x="1996597" y="4593096"/>
                  </a:lnTo>
                  <a:lnTo>
                    <a:pt x="1996723" y="4593096"/>
                  </a:lnTo>
                  <a:lnTo>
                    <a:pt x="1997101" y="4593096"/>
                  </a:lnTo>
                  <a:lnTo>
                    <a:pt x="1998110" y="4593096"/>
                  </a:lnTo>
                  <a:lnTo>
                    <a:pt x="1998236" y="4593096"/>
                  </a:lnTo>
                  <a:lnTo>
                    <a:pt x="1998488" y="4593096"/>
                  </a:lnTo>
                  <a:lnTo>
                    <a:pt x="1998614" y="4593096"/>
                  </a:lnTo>
                  <a:lnTo>
                    <a:pt x="1998740" y="4593096"/>
                  </a:lnTo>
                  <a:lnTo>
                    <a:pt x="1998866" y="4593096"/>
                  </a:lnTo>
                  <a:lnTo>
                    <a:pt x="1998993" y="4593096"/>
                  </a:lnTo>
                  <a:lnTo>
                    <a:pt x="1999119" y="4593096"/>
                  </a:lnTo>
                  <a:lnTo>
                    <a:pt x="1999497" y="4593096"/>
                  </a:lnTo>
                  <a:lnTo>
                    <a:pt x="2000758" y="4587817"/>
                  </a:lnTo>
                  <a:lnTo>
                    <a:pt x="2000884" y="4587817"/>
                  </a:lnTo>
                  <a:lnTo>
                    <a:pt x="2001010" y="4587817"/>
                  </a:lnTo>
                  <a:lnTo>
                    <a:pt x="2001136" y="4587817"/>
                  </a:lnTo>
                  <a:lnTo>
                    <a:pt x="2001388" y="4587817"/>
                  </a:lnTo>
                  <a:lnTo>
                    <a:pt x="2001514" y="4587817"/>
                  </a:lnTo>
                  <a:lnTo>
                    <a:pt x="2001640" y="4587817"/>
                  </a:lnTo>
                  <a:lnTo>
                    <a:pt x="2001767" y="4582537"/>
                  </a:lnTo>
                  <a:lnTo>
                    <a:pt x="2001893" y="4582537"/>
                  </a:lnTo>
                  <a:lnTo>
                    <a:pt x="2002019" y="4582537"/>
                  </a:lnTo>
                  <a:lnTo>
                    <a:pt x="2002145" y="4582537"/>
                  </a:lnTo>
                  <a:lnTo>
                    <a:pt x="2002271" y="4582537"/>
                  </a:lnTo>
                  <a:lnTo>
                    <a:pt x="2002397" y="4582537"/>
                  </a:lnTo>
                  <a:lnTo>
                    <a:pt x="2002775" y="4582537"/>
                  </a:lnTo>
                  <a:lnTo>
                    <a:pt x="2003027" y="4577258"/>
                  </a:lnTo>
                  <a:lnTo>
                    <a:pt x="2003406" y="4577258"/>
                  </a:lnTo>
                  <a:lnTo>
                    <a:pt x="2003658" y="4577258"/>
                  </a:lnTo>
                  <a:lnTo>
                    <a:pt x="2003784" y="4577258"/>
                  </a:lnTo>
                  <a:lnTo>
                    <a:pt x="2003910" y="4577258"/>
                  </a:lnTo>
                  <a:lnTo>
                    <a:pt x="2004036" y="4577258"/>
                  </a:lnTo>
                  <a:lnTo>
                    <a:pt x="2004288" y="4577258"/>
                  </a:lnTo>
                  <a:lnTo>
                    <a:pt x="2004414" y="4577258"/>
                  </a:lnTo>
                  <a:lnTo>
                    <a:pt x="2004793" y="4577258"/>
                  </a:lnTo>
                  <a:lnTo>
                    <a:pt x="2004919" y="4577258"/>
                  </a:lnTo>
                  <a:lnTo>
                    <a:pt x="2005171" y="4577258"/>
                  </a:lnTo>
                  <a:lnTo>
                    <a:pt x="2005297" y="4577258"/>
                  </a:lnTo>
                  <a:lnTo>
                    <a:pt x="2005801" y="4577258"/>
                  </a:lnTo>
                  <a:lnTo>
                    <a:pt x="2005927" y="4577258"/>
                  </a:lnTo>
                  <a:lnTo>
                    <a:pt x="2006180" y="4577258"/>
                  </a:lnTo>
                  <a:lnTo>
                    <a:pt x="2006306" y="4577258"/>
                  </a:lnTo>
                  <a:lnTo>
                    <a:pt x="2006558" y="4577258"/>
                  </a:lnTo>
                  <a:lnTo>
                    <a:pt x="2006684" y="4577258"/>
                  </a:lnTo>
                  <a:lnTo>
                    <a:pt x="2006810" y="4577258"/>
                  </a:lnTo>
                  <a:lnTo>
                    <a:pt x="2007188" y="4577258"/>
                  </a:lnTo>
                  <a:lnTo>
                    <a:pt x="2007314" y="4577258"/>
                  </a:lnTo>
                  <a:lnTo>
                    <a:pt x="2007440" y="4577258"/>
                  </a:lnTo>
                  <a:lnTo>
                    <a:pt x="2007567" y="4577258"/>
                  </a:lnTo>
                  <a:lnTo>
                    <a:pt x="2007693" y="4577258"/>
                  </a:lnTo>
                  <a:lnTo>
                    <a:pt x="2007945" y="4577258"/>
                  </a:lnTo>
                  <a:lnTo>
                    <a:pt x="2008071" y="4577258"/>
                  </a:lnTo>
                  <a:lnTo>
                    <a:pt x="2008323" y="4577258"/>
                  </a:lnTo>
                  <a:lnTo>
                    <a:pt x="2008449" y="4577258"/>
                  </a:lnTo>
                  <a:lnTo>
                    <a:pt x="2008575" y="4577258"/>
                  </a:lnTo>
                  <a:lnTo>
                    <a:pt x="2008827" y="4577258"/>
                  </a:lnTo>
                  <a:lnTo>
                    <a:pt x="2009080" y="4577258"/>
                  </a:lnTo>
                  <a:lnTo>
                    <a:pt x="2009206" y="4577258"/>
                  </a:lnTo>
                  <a:lnTo>
                    <a:pt x="2009332" y="4577258"/>
                  </a:lnTo>
                  <a:lnTo>
                    <a:pt x="2009458" y="4577258"/>
                  </a:lnTo>
                  <a:lnTo>
                    <a:pt x="2009584" y="4577258"/>
                  </a:lnTo>
                  <a:lnTo>
                    <a:pt x="2009710" y="4577258"/>
                  </a:lnTo>
                  <a:lnTo>
                    <a:pt x="2009836" y="4577258"/>
                  </a:lnTo>
                  <a:lnTo>
                    <a:pt x="2010088" y="4577258"/>
                  </a:lnTo>
                  <a:lnTo>
                    <a:pt x="2010214" y="4577258"/>
                  </a:lnTo>
                  <a:lnTo>
                    <a:pt x="2010340" y="4577258"/>
                  </a:lnTo>
                  <a:lnTo>
                    <a:pt x="2010845" y="4577258"/>
                  </a:lnTo>
                  <a:lnTo>
                    <a:pt x="2010971" y="4577258"/>
                  </a:lnTo>
                  <a:lnTo>
                    <a:pt x="2011601" y="4577258"/>
                  </a:lnTo>
                  <a:lnTo>
                    <a:pt x="2011727" y="4577258"/>
                  </a:lnTo>
                  <a:lnTo>
                    <a:pt x="2011980" y="4577258"/>
                  </a:lnTo>
                  <a:lnTo>
                    <a:pt x="2012484" y="4577258"/>
                  </a:lnTo>
                  <a:lnTo>
                    <a:pt x="2012862" y="4577258"/>
                  </a:lnTo>
                  <a:lnTo>
                    <a:pt x="2012988" y="4577258"/>
                  </a:lnTo>
                  <a:lnTo>
                    <a:pt x="2013367" y="4577258"/>
                  </a:lnTo>
                  <a:lnTo>
                    <a:pt x="2013493" y="4577258"/>
                  </a:lnTo>
                  <a:lnTo>
                    <a:pt x="2013745" y="4577258"/>
                  </a:lnTo>
                  <a:lnTo>
                    <a:pt x="2013997" y="4577258"/>
                  </a:lnTo>
                  <a:lnTo>
                    <a:pt x="2014249" y="4577258"/>
                  </a:lnTo>
                  <a:lnTo>
                    <a:pt x="2014501" y="4577258"/>
                  </a:lnTo>
                  <a:lnTo>
                    <a:pt x="2014754" y="4577258"/>
                  </a:lnTo>
                  <a:lnTo>
                    <a:pt x="2014880" y="4577258"/>
                  </a:lnTo>
                  <a:lnTo>
                    <a:pt x="2015006" y="4577258"/>
                  </a:lnTo>
                  <a:lnTo>
                    <a:pt x="2015132" y="4577258"/>
                  </a:lnTo>
                  <a:lnTo>
                    <a:pt x="2015510" y="4577258"/>
                  </a:lnTo>
                  <a:lnTo>
                    <a:pt x="2016014" y="4577258"/>
                  </a:lnTo>
                  <a:lnTo>
                    <a:pt x="2016267" y="4577258"/>
                  </a:lnTo>
                  <a:lnTo>
                    <a:pt x="2016393" y="4577258"/>
                  </a:lnTo>
                  <a:lnTo>
                    <a:pt x="2016519" y="4577258"/>
                  </a:lnTo>
                  <a:lnTo>
                    <a:pt x="2016645" y="4577258"/>
                  </a:lnTo>
                  <a:lnTo>
                    <a:pt x="2016771" y="4577258"/>
                  </a:lnTo>
                  <a:lnTo>
                    <a:pt x="2016897" y="4577258"/>
                  </a:lnTo>
                  <a:lnTo>
                    <a:pt x="2017023" y="4577258"/>
                  </a:lnTo>
                  <a:lnTo>
                    <a:pt x="2017149" y="4577258"/>
                  </a:lnTo>
                  <a:lnTo>
                    <a:pt x="2017275" y="4577258"/>
                  </a:lnTo>
                  <a:lnTo>
                    <a:pt x="2017401" y="4577258"/>
                  </a:lnTo>
                  <a:lnTo>
                    <a:pt x="2017780" y="4577258"/>
                  </a:lnTo>
                  <a:lnTo>
                    <a:pt x="2018284" y="4577258"/>
                  </a:lnTo>
                  <a:lnTo>
                    <a:pt x="2018410" y="4577258"/>
                  </a:lnTo>
                  <a:lnTo>
                    <a:pt x="2018536" y="4577258"/>
                  </a:lnTo>
                  <a:lnTo>
                    <a:pt x="2019041" y="4577258"/>
                  </a:lnTo>
                  <a:lnTo>
                    <a:pt x="2019545" y="4577258"/>
                  </a:lnTo>
                  <a:lnTo>
                    <a:pt x="2019671" y="4577258"/>
                  </a:lnTo>
                  <a:lnTo>
                    <a:pt x="2020049" y="4577258"/>
                  </a:lnTo>
                  <a:lnTo>
                    <a:pt x="2020301" y="4577258"/>
                  </a:lnTo>
                  <a:lnTo>
                    <a:pt x="2020427" y="4577258"/>
                  </a:lnTo>
                  <a:lnTo>
                    <a:pt x="2020554" y="4577258"/>
                  </a:lnTo>
                  <a:lnTo>
                    <a:pt x="2020680" y="4577258"/>
                  </a:lnTo>
                  <a:lnTo>
                    <a:pt x="2020932" y="4577258"/>
                  </a:lnTo>
                  <a:lnTo>
                    <a:pt x="2021184" y="4577258"/>
                  </a:lnTo>
                  <a:lnTo>
                    <a:pt x="2021310" y="4577258"/>
                  </a:lnTo>
                  <a:lnTo>
                    <a:pt x="2021436" y="4577258"/>
                  </a:lnTo>
                  <a:lnTo>
                    <a:pt x="2022445" y="4577258"/>
                  </a:lnTo>
                  <a:lnTo>
                    <a:pt x="2022571" y="4577258"/>
                  </a:lnTo>
                  <a:lnTo>
                    <a:pt x="2022697" y="4577258"/>
                  </a:lnTo>
                  <a:lnTo>
                    <a:pt x="2022823" y="4577258"/>
                  </a:lnTo>
                  <a:lnTo>
                    <a:pt x="2022949" y="4577258"/>
                  </a:lnTo>
                  <a:lnTo>
                    <a:pt x="2023327" y="4577258"/>
                  </a:lnTo>
                  <a:lnTo>
                    <a:pt x="2023454" y="4577258"/>
                  </a:lnTo>
                  <a:lnTo>
                    <a:pt x="2023706" y="4577258"/>
                  </a:lnTo>
                  <a:lnTo>
                    <a:pt x="2023958" y="4577258"/>
                  </a:lnTo>
                  <a:lnTo>
                    <a:pt x="2024084" y="4577258"/>
                  </a:lnTo>
                  <a:lnTo>
                    <a:pt x="2024210" y="4577258"/>
                  </a:lnTo>
                  <a:lnTo>
                    <a:pt x="2024588" y="4577258"/>
                  </a:lnTo>
                  <a:lnTo>
                    <a:pt x="2025597" y="4577258"/>
                  </a:lnTo>
                  <a:lnTo>
                    <a:pt x="2025723" y="4577258"/>
                  </a:lnTo>
                  <a:lnTo>
                    <a:pt x="2025975" y="4577258"/>
                  </a:lnTo>
                  <a:lnTo>
                    <a:pt x="2026101" y="4577258"/>
                  </a:lnTo>
                  <a:lnTo>
                    <a:pt x="2026228" y="4577258"/>
                  </a:lnTo>
                  <a:lnTo>
                    <a:pt x="2026354" y="4577258"/>
                  </a:lnTo>
                  <a:lnTo>
                    <a:pt x="2027236" y="4577258"/>
                  </a:lnTo>
                  <a:lnTo>
                    <a:pt x="2027362" y="4577258"/>
                  </a:lnTo>
                  <a:lnTo>
                    <a:pt x="2027867" y="4577258"/>
                  </a:lnTo>
                  <a:lnTo>
                    <a:pt x="2028119" y="4577258"/>
                  </a:lnTo>
                  <a:lnTo>
                    <a:pt x="2028245" y="4577258"/>
                  </a:lnTo>
                  <a:lnTo>
                    <a:pt x="2028371" y="4577258"/>
                  </a:lnTo>
                  <a:lnTo>
                    <a:pt x="2028623" y="4577258"/>
                  </a:lnTo>
                  <a:lnTo>
                    <a:pt x="2028875" y="4577258"/>
                  </a:lnTo>
                  <a:lnTo>
                    <a:pt x="2029001" y="4577258"/>
                  </a:lnTo>
                  <a:lnTo>
                    <a:pt x="2029380" y="4577258"/>
                  </a:lnTo>
                  <a:lnTo>
                    <a:pt x="2029632" y="4577258"/>
                  </a:lnTo>
                  <a:lnTo>
                    <a:pt x="2029758" y="4571978"/>
                  </a:lnTo>
                  <a:lnTo>
                    <a:pt x="2029884" y="4571978"/>
                  </a:lnTo>
                  <a:lnTo>
                    <a:pt x="2030010" y="4571978"/>
                  </a:lnTo>
                  <a:lnTo>
                    <a:pt x="2030136" y="4571978"/>
                  </a:lnTo>
                  <a:lnTo>
                    <a:pt x="2030388" y="4571978"/>
                  </a:lnTo>
                  <a:lnTo>
                    <a:pt x="2030641" y="4571978"/>
                  </a:lnTo>
                  <a:lnTo>
                    <a:pt x="2030767" y="4571978"/>
                  </a:lnTo>
                  <a:lnTo>
                    <a:pt x="2031019" y="4571978"/>
                  </a:lnTo>
                  <a:lnTo>
                    <a:pt x="2031145" y="4571978"/>
                  </a:lnTo>
                  <a:lnTo>
                    <a:pt x="2031397" y="4571978"/>
                  </a:lnTo>
                  <a:lnTo>
                    <a:pt x="2031523" y="4571978"/>
                  </a:lnTo>
                  <a:lnTo>
                    <a:pt x="2031775" y="4566699"/>
                  </a:lnTo>
                  <a:lnTo>
                    <a:pt x="2032028" y="4566699"/>
                  </a:lnTo>
                  <a:lnTo>
                    <a:pt x="2032154" y="4566699"/>
                  </a:lnTo>
                  <a:lnTo>
                    <a:pt x="2032532" y="4566699"/>
                  </a:lnTo>
                  <a:lnTo>
                    <a:pt x="2032658" y="4566699"/>
                  </a:lnTo>
                  <a:lnTo>
                    <a:pt x="2032910" y="4566699"/>
                  </a:lnTo>
                  <a:lnTo>
                    <a:pt x="2033036" y="4566699"/>
                  </a:lnTo>
                  <a:lnTo>
                    <a:pt x="2033415" y="4566699"/>
                  </a:lnTo>
                  <a:lnTo>
                    <a:pt x="2033793" y="4566699"/>
                  </a:lnTo>
                  <a:lnTo>
                    <a:pt x="2034045" y="4566699"/>
                  </a:lnTo>
                  <a:lnTo>
                    <a:pt x="2034297" y="4566699"/>
                  </a:lnTo>
                  <a:lnTo>
                    <a:pt x="2035306" y="4566699"/>
                  </a:lnTo>
                  <a:lnTo>
                    <a:pt x="2035558" y="4561420"/>
                  </a:lnTo>
                  <a:lnTo>
                    <a:pt x="2035810" y="4561420"/>
                  </a:lnTo>
                  <a:lnTo>
                    <a:pt x="2035936" y="4561420"/>
                  </a:lnTo>
                  <a:lnTo>
                    <a:pt x="2036062" y="4561420"/>
                  </a:lnTo>
                  <a:lnTo>
                    <a:pt x="2036188" y="4561420"/>
                  </a:lnTo>
                  <a:lnTo>
                    <a:pt x="2036315" y="4561420"/>
                  </a:lnTo>
                  <a:lnTo>
                    <a:pt x="2036567" y="4561420"/>
                  </a:lnTo>
                  <a:lnTo>
                    <a:pt x="2036945" y="4561420"/>
                  </a:lnTo>
                  <a:lnTo>
                    <a:pt x="2037071" y="4561420"/>
                  </a:lnTo>
                  <a:lnTo>
                    <a:pt x="2037071" y="4556140"/>
                  </a:lnTo>
                  <a:lnTo>
                    <a:pt x="2037197" y="4556140"/>
                  </a:lnTo>
                  <a:lnTo>
                    <a:pt x="2037323" y="4556140"/>
                  </a:lnTo>
                  <a:lnTo>
                    <a:pt x="2037449" y="4556140"/>
                  </a:lnTo>
                  <a:lnTo>
                    <a:pt x="2037575" y="4556140"/>
                  </a:lnTo>
                  <a:lnTo>
                    <a:pt x="2037701" y="4556140"/>
                  </a:lnTo>
                  <a:lnTo>
                    <a:pt x="2037828" y="4556140"/>
                  </a:lnTo>
                  <a:lnTo>
                    <a:pt x="2038080" y="4556140"/>
                  </a:lnTo>
                  <a:lnTo>
                    <a:pt x="2038206" y="4556140"/>
                  </a:lnTo>
                  <a:lnTo>
                    <a:pt x="2038332" y="4556140"/>
                  </a:lnTo>
                  <a:lnTo>
                    <a:pt x="2038458" y="4556140"/>
                  </a:lnTo>
                  <a:lnTo>
                    <a:pt x="2038710" y="4556140"/>
                  </a:lnTo>
                  <a:lnTo>
                    <a:pt x="2038962" y="4556140"/>
                  </a:lnTo>
                  <a:lnTo>
                    <a:pt x="2039088" y="4556140"/>
                  </a:lnTo>
                  <a:lnTo>
                    <a:pt x="2039341" y="4556140"/>
                  </a:lnTo>
                  <a:lnTo>
                    <a:pt x="2039467" y="4556140"/>
                  </a:lnTo>
                  <a:lnTo>
                    <a:pt x="2039719" y="4556140"/>
                  </a:lnTo>
                  <a:lnTo>
                    <a:pt x="2042619" y="4556140"/>
                  </a:lnTo>
                  <a:lnTo>
                    <a:pt x="2042745" y="4556140"/>
                  </a:lnTo>
                  <a:lnTo>
                    <a:pt x="2042997" y="4556140"/>
                  </a:lnTo>
                  <a:lnTo>
                    <a:pt x="2043628" y="4556140"/>
                  </a:lnTo>
                  <a:lnTo>
                    <a:pt x="2044384" y="4556140"/>
                  </a:lnTo>
                  <a:lnTo>
                    <a:pt x="2044762" y="4556140"/>
                  </a:lnTo>
                  <a:lnTo>
                    <a:pt x="2045141" y="4556140"/>
                  </a:lnTo>
                  <a:lnTo>
                    <a:pt x="2045267" y="4556140"/>
                  </a:lnTo>
                  <a:lnTo>
                    <a:pt x="2045393" y="4556140"/>
                  </a:lnTo>
                  <a:lnTo>
                    <a:pt x="2045519" y="4556140"/>
                  </a:lnTo>
                  <a:lnTo>
                    <a:pt x="2045897" y="4556140"/>
                  </a:lnTo>
                  <a:lnTo>
                    <a:pt x="2046023" y="4556140"/>
                  </a:lnTo>
                  <a:lnTo>
                    <a:pt x="2046149" y="4556140"/>
                  </a:lnTo>
                  <a:lnTo>
                    <a:pt x="2046275" y="4556140"/>
                  </a:lnTo>
                  <a:lnTo>
                    <a:pt x="2046402" y="4556140"/>
                  </a:lnTo>
                  <a:lnTo>
                    <a:pt x="2046528" y="4556140"/>
                  </a:lnTo>
                  <a:lnTo>
                    <a:pt x="2046654" y="4556140"/>
                  </a:lnTo>
                  <a:lnTo>
                    <a:pt x="2046780" y="4556140"/>
                  </a:lnTo>
                  <a:lnTo>
                    <a:pt x="2047032" y="4556140"/>
                  </a:lnTo>
                  <a:lnTo>
                    <a:pt x="2047158" y="4556140"/>
                  </a:lnTo>
                  <a:lnTo>
                    <a:pt x="2047915" y="4556140"/>
                  </a:lnTo>
                  <a:lnTo>
                    <a:pt x="2047915" y="4550861"/>
                  </a:lnTo>
                  <a:lnTo>
                    <a:pt x="2048041" y="4550861"/>
                  </a:lnTo>
                  <a:lnTo>
                    <a:pt x="2048293" y="4550861"/>
                  </a:lnTo>
                  <a:lnTo>
                    <a:pt x="2048671" y="4550861"/>
                  </a:lnTo>
                  <a:lnTo>
                    <a:pt x="2048797" y="4550861"/>
                  </a:lnTo>
                  <a:lnTo>
                    <a:pt x="2048923" y="4550861"/>
                  </a:lnTo>
                  <a:lnTo>
                    <a:pt x="2049049" y="4550861"/>
                  </a:lnTo>
                  <a:lnTo>
                    <a:pt x="2049049" y="4545581"/>
                  </a:lnTo>
                  <a:lnTo>
                    <a:pt x="2049428" y="4545581"/>
                  </a:lnTo>
                  <a:lnTo>
                    <a:pt x="2049554" y="4545581"/>
                  </a:lnTo>
                  <a:lnTo>
                    <a:pt x="2049680" y="4545581"/>
                  </a:lnTo>
                  <a:lnTo>
                    <a:pt x="2049806" y="4545581"/>
                  </a:lnTo>
                  <a:lnTo>
                    <a:pt x="2049932" y="4545581"/>
                  </a:lnTo>
                  <a:lnTo>
                    <a:pt x="2050058" y="4545581"/>
                  </a:lnTo>
                  <a:lnTo>
                    <a:pt x="2050184" y="4545581"/>
                  </a:lnTo>
                  <a:lnTo>
                    <a:pt x="2050310" y="4545581"/>
                  </a:lnTo>
                  <a:lnTo>
                    <a:pt x="2050436" y="4545581"/>
                  </a:lnTo>
                  <a:lnTo>
                    <a:pt x="2050562" y="4545581"/>
                  </a:lnTo>
                  <a:lnTo>
                    <a:pt x="2050689" y="4545581"/>
                  </a:lnTo>
                  <a:lnTo>
                    <a:pt x="2050941" y="4545581"/>
                  </a:lnTo>
                  <a:lnTo>
                    <a:pt x="2051067" y="4545581"/>
                  </a:lnTo>
                  <a:lnTo>
                    <a:pt x="2051193" y="4545581"/>
                  </a:lnTo>
                  <a:lnTo>
                    <a:pt x="2051319" y="4545581"/>
                  </a:lnTo>
                  <a:lnTo>
                    <a:pt x="2051823" y="4545581"/>
                  </a:lnTo>
                  <a:lnTo>
                    <a:pt x="2051949" y="4545581"/>
                  </a:lnTo>
                  <a:lnTo>
                    <a:pt x="2052075" y="4545581"/>
                  </a:lnTo>
                  <a:lnTo>
                    <a:pt x="2052328" y="4545581"/>
                  </a:lnTo>
                  <a:lnTo>
                    <a:pt x="2052454" y="4545581"/>
                  </a:lnTo>
                  <a:lnTo>
                    <a:pt x="2052580" y="4545581"/>
                  </a:lnTo>
                  <a:lnTo>
                    <a:pt x="2052832" y="4545581"/>
                  </a:lnTo>
                  <a:lnTo>
                    <a:pt x="2053336" y="4545581"/>
                  </a:lnTo>
                  <a:lnTo>
                    <a:pt x="2053715" y="4545581"/>
                  </a:lnTo>
                  <a:lnTo>
                    <a:pt x="2054093" y="4545581"/>
                  </a:lnTo>
                  <a:lnTo>
                    <a:pt x="2054345" y="4545581"/>
                  </a:lnTo>
                  <a:lnTo>
                    <a:pt x="2054471" y="4545581"/>
                  </a:lnTo>
                  <a:lnTo>
                    <a:pt x="2054975" y="4545581"/>
                  </a:lnTo>
                  <a:lnTo>
                    <a:pt x="2055228" y="4545581"/>
                  </a:lnTo>
                  <a:lnTo>
                    <a:pt x="2055354" y="4545581"/>
                  </a:lnTo>
                  <a:lnTo>
                    <a:pt x="2055480" y="4545581"/>
                  </a:lnTo>
                  <a:lnTo>
                    <a:pt x="2055606" y="4545581"/>
                  </a:lnTo>
                  <a:lnTo>
                    <a:pt x="2055858" y="4545581"/>
                  </a:lnTo>
                  <a:lnTo>
                    <a:pt x="2055984" y="4545581"/>
                  </a:lnTo>
                  <a:lnTo>
                    <a:pt x="2056110" y="4545581"/>
                  </a:lnTo>
                  <a:lnTo>
                    <a:pt x="2056362" y="4545581"/>
                  </a:lnTo>
                  <a:lnTo>
                    <a:pt x="2056867" y="4545581"/>
                  </a:lnTo>
                  <a:lnTo>
                    <a:pt x="2057119" y="4545581"/>
                  </a:lnTo>
                  <a:lnTo>
                    <a:pt x="2057245" y="4545581"/>
                  </a:lnTo>
                  <a:lnTo>
                    <a:pt x="2057371" y="4545581"/>
                  </a:lnTo>
                  <a:lnTo>
                    <a:pt x="2057497" y="4545581"/>
                  </a:lnTo>
                  <a:lnTo>
                    <a:pt x="2057749" y="4545581"/>
                  </a:lnTo>
                  <a:lnTo>
                    <a:pt x="2058002" y="4540302"/>
                  </a:lnTo>
                  <a:lnTo>
                    <a:pt x="2058254" y="4535022"/>
                  </a:lnTo>
                  <a:lnTo>
                    <a:pt x="2058506" y="4535022"/>
                  </a:lnTo>
                  <a:lnTo>
                    <a:pt x="2058758" y="4535022"/>
                  </a:lnTo>
                  <a:lnTo>
                    <a:pt x="2059262" y="4535022"/>
                  </a:lnTo>
                  <a:lnTo>
                    <a:pt x="2059389" y="4535022"/>
                  </a:lnTo>
                  <a:lnTo>
                    <a:pt x="2059515" y="4535022"/>
                  </a:lnTo>
                  <a:lnTo>
                    <a:pt x="2060019" y="4535022"/>
                  </a:lnTo>
                  <a:lnTo>
                    <a:pt x="2060271" y="4535022"/>
                  </a:lnTo>
                  <a:lnTo>
                    <a:pt x="2060397" y="4535022"/>
                  </a:lnTo>
                  <a:lnTo>
                    <a:pt x="2060649" y="4535022"/>
                  </a:lnTo>
                  <a:lnTo>
                    <a:pt x="2060649" y="4529743"/>
                  </a:lnTo>
                  <a:lnTo>
                    <a:pt x="2061028" y="4529743"/>
                  </a:lnTo>
                  <a:lnTo>
                    <a:pt x="2061406" y="4529743"/>
                  </a:lnTo>
                  <a:lnTo>
                    <a:pt x="2061532" y="4529743"/>
                  </a:lnTo>
                  <a:lnTo>
                    <a:pt x="2061658" y="4529743"/>
                  </a:lnTo>
                  <a:lnTo>
                    <a:pt x="2061784" y="4529743"/>
                  </a:lnTo>
                  <a:lnTo>
                    <a:pt x="2062036" y="4529743"/>
                  </a:lnTo>
                  <a:lnTo>
                    <a:pt x="2062289" y="4529743"/>
                  </a:lnTo>
                  <a:lnTo>
                    <a:pt x="2062415" y="4529743"/>
                  </a:lnTo>
                  <a:lnTo>
                    <a:pt x="2062541" y="4529743"/>
                  </a:lnTo>
                  <a:lnTo>
                    <a:pt x="2062667" y="4529743"/>
                  </a:lnTo>
                  <a:lnTo>
                    <a:pt x="2062919" y="4529743"/>
                  </a:lnTo>
                  <a:lnTo>
                    <a:pt x="2063297" y="4529743"/>
                  </a:lnTo>
                  <a:lnTo>
                    <a:pt x="2063676" y="4529743"/>
                  </a:lnTo>
                  <a:lnTo>
                    <a:pt x="2063802" y="4529743"/>
                  </a:lnTo>
                  <a:lnTo>
                    <a:pt x="2064054" y="4529743"/>
                  </a:lnTo>
                  <a:lnTo>
                    <a:pt x="2064432" y="4529743"/>
                  </a:lnTo>
                  <a:lnTo>
                    <a:pt x="2064558" y="4529743"/>
                  </a:lnTo>
                  <a:lnTo>
                    <a:pt x="2064936" y="4529743"/>
                  </a:lnTo>
                  <a:lnTo>
                    <a:pt x="2065062" y="4529743"/>
                  </a:lnTo>
                  <a:lnTo>
                    <a:pt x="2065315" y="4529743"/>
                  </a:lnTo>
                  <a:lnTo>
                    <a:pt x="2065567" y="4524464"/>
                  </a:lnTo>
                  <a:lnTo>
                    <a:pt x="2067332" y="4524464"/>
                  </a:lnTo>
                  <a:lnTo>
                    <a:pt x="2067458" y="4524464"/>
                  </a:lnTo>
                  <a:lnTo>
                    <a:pt x="2067710" y="4524464"/>
                  </a:lnTo>
                  <a:lnTo>
                    <a:pt x="2067836" y="4524464"/>
                  </a:lnTo>
                  <a:lnTo>
                    <a:pt x="2067963" y="4524464"/>
                  </a:lnTo>
                  <a:lnTo>
                    <a:pt x="2068089" y="4524464"/>
                  </a:lnTo>
                  <a:lnTo>
                    <a:pt x="2068341" y="4524464"/>
                  </a:lnTo>
                  <a:lnTo>
                    <a:pt x="2068719" y="4524464"/>
                  </a:lnTo>
                  <a:lnTo>
                    <a:pt x="2068845" y="4524464"/>
                  </a:lnTo>
                  <a:lnTo>
                    <a:pt x="2068971" y="4524464"/>
                  </a:lnTo>
                  <a:lnTo>
                    <a:pt x="2069223" y="4524464"/>
                  </a:lnTo>
                  <a:lnTo>
                    <a:pt x="2069349" y="4524464"/>
                  </a:lnTo>
                  <a:lnTo>
                    <a:pt x="2069476" y="4524464"/>
                  </a:lnTo>
                  <a:lnTo>
                    <a:pt x="2069980" y="4524464"/>
                  </a:lnTo>
                  <a:lnTo>
                    <a:pt x="2070232" y="4524464"/>
                  </a:lnTo>
                  <a:lnTo>
                    <a:pt x="2070358" y="4524464"/>
                  </a:lnTo>
                  <a:lnTo>
                    <a:pt x="2070484" y="4524464"/>
                  </a:lnTo>
                  <a:lnTo>
                    <a:pt x="2070610" y="4524464"/>
                  </a:lnTo>
                  <a:lnTo>
                    <a:pt x="2071115" y="4524464"/>
                  </a:lnTo>
                  <a:lnTo>
                    <a:pt x="2071241" y="4524464"/>
                  </a:lnTo>
                  <a:lnTo>
                    <a:pt x="2071367" y="4524464"/>
                  </a:lnTo>
                  <a:lnTo>
                    <a:pt x="2072502" y="4524464"/>
                  </a:lnTo>
                  <a:lnTo>
                    <a:pt x="2072628" y="4524464"/>
                  </a:lnTo>
                  <a:lnTo>
                    <a:pt x="2072754" y="4524464"/>
                  </a:lnTo>
                  <a:lnTo>
                    <a:pt x="2072880" y="4524464"/>
                  </a:lnTo>
                  <a:lnTo>
                    <a:pt x="2073384" y="4524464"/>
                  </a:lnTo>
                  <a:lnTo>
                    <a:pt x="2073636" y="4524464"/>
                  </a:lnTo>
                  <a:lnTo>
                    <a:pt x="2073763" y="4524464"/>
                  </a:lnTo>
                  <a:lnTo>
                    <a:pt x="2074015" y="4524464"/>
                  </a:lnTo>
                  <a:lnTo>
                    <a:pt x="2074141" y="4524464"/>
                  </a:lnTo>
                  <a:lnTo>
                    <a:pt x="2074519" y="4524464"/>
                  </a:lnTo>
                  <a:lnTo>
                    <a:pt x="2074771" y="4524464"/>
                  </a:lnTo>
                  <a:lnTo>
                    <a:pt x="2074771" y="4519184"/>
                  </a:lnTo>
                  <a:lnTo>
                    <a:pt x="2075023" y="4519184"/>
                  </a:lnTo>
                  <a:lnTo>
                    <a:pt x="2075150" y="4519184"/>
                  </a:lnTo>
                  <a:lnTo>
                    <a:pt x="2075528" y="4519184"/>
                  </a:lnTo>
                  <a:lnTo>
                    <a:pt x="2075654" y="4519184"/>
                  </a:lnTo>
                  <a:lnTo>
                    <a:pt x="2075780" y="4519184"/>
                  </a:lnTo>
                  <a:lnTo>
                    <a:pt x="2076032" y="4519184"/>
                  </a:lnTo>
                  <a:lnTo>
                    <a:pt x="2076158" y="4519184"/>
                  </a:lnTo>
                  <a:lnTo>
                    <a:pt x="2076284" y="4519184"/>
                  </a:lnTo>
                  <a:lnTo>
                    <a:pt x="2076410" y="4519184"/>
                  </a:lnTo>
                  <a:lnTo>
                    <a:pt x="2076663" y="4519184"/>
                  </a:lnTo>
                  <a:lnTo>
                    <a:pt x="2077041" y="4519184"/>
                  </a:lnTo>
                  <a:lnTo>
                    <a:pt x="2077167" y="4519184"/>
                  </a:lnTo>
                  <a:lnTo>
                    <a:pt x="2077419" y="4519184"/>
                  </a:lnTo>
                  <a:lnTo>
                    <a:pt x="2077545" y="4519184"/>
                  </a:lnTo>
                  <a:lnTo>
                    <a:pt x="2077797" y="4519184"/>
                  </a:lnTo>
                  <a:lnTo>
                    <a:pt x="2078302" y="4519184"/>
                  </a:lnTo>
                  <a:lnTo>
                    <a:pt x="2078428" y="4519184"/>
                  </a:lnTo>
                  <a:lnTo>
                    <a:pt x="2078554" y="4519184"/>
                  </a:lnTo>
                  <a:lnTo>
                    <a:pt x="2078680" y="4519184"/>
                  </a:lnTo>
                  <a:lnTo>
                    <a:pt x="2079058" y="4519184"/>
                  </a:lnTo>
                  <a:lnTo>
                    <a:pt x="2079184" y="4519184"/>
                  </a:lnTo>
                  <a:lnTo>
                    <a:pt x="2079310" y="4519184"/>
                  </a:lnTo>
                  <a:lnTo>
                    <a:pt x="2079436" y="4519184"/>
                  </a:lnTo>
                  <a:lnTo>
                    <a:pt x="2079815" y="4519184"/>
                  </a:lnTo>
                  <a:lnTo>
                    <a:pt x="2080067" y="4519184"/>
                  </a:lnTo>
                  <a:lnTo>
                    <a:pt x="2080571" y="4519184"/>
                  </a:lnTo>
                  <a:lnTo>
                    <a:pt x="2080697" y="4519184"/>
                  </a:lnTo>
                  <a:lnTo>
                    <a:pt x="2080950" y="4519184"/>
                  </a:lnTo>
                  <a:lnTo>
                    <a:pt x="2081328" y="4519184"/>
                  </a:lnTo>
                  <a:lnTo>
                    <a:pt x="2081454" y="4519184"/>
                  </a:lnTo>
                  <a:lnTo>
                    <a:pt x="2081958" y="4519184"/>
                  </a:lnTo>
                  <a:lnTo>
                    <a:pt x="2082336" y="4519184"/>
                  </a:lnTo>
                  <a:lnTo>
                    <a:pt x="2082589" y="4519184"/>
                  </a:lnTo>
                  <a:lnTo>
                    <a:pt x="2082967" y="4519184"/>
                  </a:lnTo>
                  <a:lnTo>
                    <a:pt x="2083345" y="4519184"/>
                  </a:lnTo>
                  <a:lnTo>
                    <a:pt x="2083597" y="4519184"/>
                  </a:lnTo>
                  <a:lnTo>
                    <a:pt x="2083976" y="4519184"/>
                  </a:lnTo>
                  <a:lnTo>
                    <a:pt x="2084102" y="4519184"/>
                  </a:lnTo>
                  <a:lnTo>
                    <a:pt x="2084228" y="4519184"/>
                  </a:lnTo>
                  <a:lnTo>
                    <a:pt x="2084480" y="4519184"/>
                  </a:lnTo>
                  <a:lnTo>
                    <a:pt x="2084732" y="4519184"/>
                  </a:lnTo>
                  <a:lnTo>
                    <a:pt x="2084858" y="4519184"/>
                  </a:lnTo>
                  <a:lnTo>
                    <a:pt x="2084984" y="4519184"/>
                  </a:lnTo>
                  <a:lnTo>
                    <a:pt x="2085110" y="4519184"/>
                  </a:lnTo>
                  <a:lnTo>
                    <a:pt x="2085237" y="4519184"/>
                  </a:lnTo>
                  <a:lnTo>
                    <a:pt x="2085615" y="4519184"/>
                  </a:lnTo>
                  <a:lnTo>
                    <a:pt x="2086119" y="4519184"/>
                  </a:lnTo>
                  <a:lnTo>
                    <a:pt x="2086245" y="4519184"/>
                  </a:lnTo>
                  <a:lnTo>
                    <a:pt x="2086623" y="4519184"/>
                  </a:lnTo>
                  <a:lnTo>
                    <a:pt x="2086750" y="4519184"/>
                  </a:lnTo>
                  <a:lnTo>
                    <a:pt x="2087002" y="4519184"/>
                  </a:lnTo>
                  <a:lnTo>
                    <a:pt x="2087380" y="4519184"/>
                  </a:lnTo>
                  <a:lnTo>
                    <a:pt x="2087884" y="4508625"/>
                  </a:lnTo>
                  <a:lnTo>
                    <a:pt x="2088389" y="4508625"/>
                  </a:lnTo>
                  <a:lnTo>
                    <a:pt x="2088515" y="4503346"/>
                  </a:lnTo>
                  <a:lnTo>
                    <a:pt x="2088641" y="4503346"/>
                  </a:lnTo>
                  <a:lnTo>
                    <a:pt x="2089019" y="4498066"/>
                  </a:lnTo>
                  <a:lnTo>
                    <a:pt x="2089145" y="4498066"/>
                  </a:lnTo>
                  <a:lnTo>
                    <a:pt x="2089271" y="4498066"/>
                  </a:lnTo>
                  <a:lnTo>
                    <a:pt x="2089397" y="4498066"/>
                  </a:lnTo>
                  <a:lnTo>
                    <a:pt x="2090028" y="4498066"/>
                  </a:lnTo>
                  <a:lnTo>
                    <a:pt x="2090154" y="4498066"/>
                  </a:lnTo>
                  <a:lnTo>
                    <a:pt x="2090406" y="4498066"/>
                  </a:lnTo>
                  <a:lnTo>
                    <a:pt x="2090658" y="4498066"/>
                  </a:lnTo>
                  <a:lnTo>
                    <a:pt x="2090910" y="4498066"/>
                  </a:lnTo>
                  <a:lnTo>
                    <a:pt x="2091289" y="4498066"/>
                  </a:lnTo>
                  <a:lnTo>
                    <a:pt x="2091415" y="4498066"/>
                  </a:lnTo>
                  <a:lnTo>
                    <a:pt x="2091541" y="4498066"/>
                  </a:lnTo>
                  <a:lnTo>
                    <a:pt x="2091793" y="4498066"/>
                  </a:lnTo>
                  <a:lnTo>
                    <a:pt x="2091919" y="4498066"/>
                  </a:lnTo>
                  <a:lnTo>
                    <a:pt x="2092045" y="4498066"/>
                  </a:lnTo>
                  <a:lnTo>
                    <a:pt x="2092297" y="4498066"/>
                  </a:lnTo>
                  <a:lnTo>
                    <a:pt x="2092424" y="4498066"/>
                  </a:lnTo>
                  <a:lnTo>
                    <a:pt x="2092550" y="4498066"/>
                  </a:lnTo>
                  <a:lnTo>
                    <a:pt x="2092676" y="4498066"/>
                  </a:lnTo>
                  <a:lnTo>
                    <a:pt x="2092928" y="4498066"/>
                  </a:lnTo>
                  <a:lnTo>
                    <a:pt x="2093432" y="4498066"/>
                  </a:lnTo>
                  <a:lnTo>
                    <a:pt x="2093684" y="4498066"/>
                  </a:lnTo>
                  <a:lnTo>
                    <a:pt x="2093810" y="4498066"/>
                  </a:lnTo>
                  <a:lnTo>
                    <a:pt x="2093937" y="4498066"/>
                  </a:lnTo>
                  <a:lnTo>
                    <a:pt x="2094189" y="4498066"/>
                  </a:lnTo>
                  <a:lnTo>
                    <a:pt x="2094441" y="4498066"/>
                  </a:lnTo>
                  <a:lnTo>
                    <a:pt x="2094819" y="4498066"/>
                  </a:lnTo>
                  <a:lnTo>
                    <a:pt x="2094945" y="4498066"/>
                  </a:lnTo>
                  <a:lnTo>
                    <a:pt x="2095071" y="4498066"/>
                  </a:lnTo>
                  <a:lnTo>
                    <a:pt x="2095197" y="4498066"/>
                  </a:lnTo>
                  <a:lnTo>
                    <a:pt x="2095576" y="4498066"/>
                  </a:lnTo>
                  <a:lnTo>
                    <a:pt x="2096458" y="4498066"/>
                  </a:lnTo>
                  <a:lnTo>
                    <a:pt x="2096837" y="4498066"/>
                  </a:lnTo>
                  <a:lnTo>
                    <a:pt x="2096963" y="4498066"/>
                  </a:lnTo>
                  <a:lnTo>
                    <a:pt x="2097089" y="4498066"/>
                  </a:lnTo>
                  <a:lnTo>
                    <a:pt x="2097467" y="4498066"/>
                  </a:lnTo>
                  <a:lnTo>
                    <a:pt x="2097593" y="4498066"/>
                  </a:lnTo>
                  <a:lnTo>
                    <a:pt x="2097719" y="4498066"/>
                  </a:lnTo>
                  <a:lnTo>
                    <a:pt x="2097845" y="4498066"/>
                  </a:lnTo>
                  <a:lnTo>
                    <a:pt x="2097971" y="4498066"/>
                  </a:lnTo>
                  <a:lnTo>
                    <a:pt x="2098097" y="4498066"/>
                  </a:lnTo>
                  <a:lnTo>
                    <a:pt x="2098476" y="4498066"/>
                  </a:lnTo>
                  <a:lnTo>
                    <a:pt x="2099106" y="4492787"/>
                  </a:lnTo>
                  <a:lnTo>
                    <a:pt x="2099232" y="4492787"/>
                  </a:lnTo>
                  <a:lnTo>
                    <a:pt x="2099358" y="4492787"/>
                  </a:lnTo>
                  <a:lnTo>
                    <a:pt x="2099484" y="4492787"/>
                  </a:lnTo>
                  <a:lnTo>
                    <a:pt x="2100367" y="4492787"/>
                  </a:lnTo>
                  <a:lnTo>
                    <a:pt x="2100619" y="4492787"/>
                  </a:lnTo>
                  <a:lnTo>
                    <a:pt x="2100871" y="4492787"/>
                  </a:lnTo>
                  <a:lnTo>
                    <a:pt x="2101124" y="4487508"/>
                  </a:lnTo>
                  <a:lnTo>
                    <a:pt x="2101502" y="4487508"/>
                  </a:lnTo>
                  <a:lnTo>
                    <a:pt x="2101880" y="4487508"/>
                  </a:lnTo>
                  <a:lnTo>
                    <a:pt x="2102006" y="4487508"/>
                  </a:lnTo>
                  <a:lnTo>
                    <a:pt x="2102384" y="4487508"/>
                  </a:lnTo>
                  <a:lnTo>
                    <a:pt x="2102511" y="4487508"/>
                  </a:lnTo>
                  <a:lnTo>
                    <a:pt x="2102637" y="4487508"/>
                  </a:lnTo>
                  <a:lnTo>
                    <a:pt x="2102637" y="4482228"/>
                  </a:lnTo>
                  <a:lnTo>
                    <a:pt x="2102763" y="4482228"/>
                  </a:lnTo>
                  <a:lnTo>
                    <a:pt x="2103141" y="4482228"/>
                  </a:lnTo>
                  <a:lnTo>
                    <a:pt x="2103393" y="4476949"/>
                  </a:lnTo>
                  <a:lnTo>
                    <a:pt x="2103645" y="4476949"/>
                  </a:lnTo>
                  <a:lnTo>
                    <a:pt x="2103771" y="4476949"/>
                  </a:lnTo>
                  <a:lnTo>
                    <a:pt x="2103897" y="4476949"/>
                  </a:lnTo>
                  <a:lnTo>
                    <a:pt x="2104024" y="4476949"/>
                  </a:lnTo>
                  <a:lnTo>
                    <a:pt x="2104150" y="4476949"/>
                  </a:lnTo>
                  <a:lnTo>
                    <a:pt x="2104780" y="4476949"/>
                  </a:lnTo>
                  <a:lnTo>
                    <a:pt x="2105158" y="4476949"/>
                  </a:lnTo>
                  <a:lnTo>
                    <a:pt x="2105663" y="4476949"/>
                  </a:lnTo>
                  <a:lnTo>
                    <a:pt x="2105789" y="4476949"/>
                  </a:lnTo>
                  <a:lnTo>
                    <a:pt x="2106041" y="4476949"/>
                  </a:lnTo>
                  <a:lnTo>
                    <a:pt x="2106293" y="4476949"/>
                  </a:lnTo>
                  <a:lnTo>
                    <a:pt x="2106545" y="4476949"/>
                  </a:lnTo>
                  <a:lnTo>
                    <a:pt x="2106671" y="4476949"/>
                  </a:lnTo>
                  <a:lnTo>
                    <a:pt x="2106797" y="4476949"/>
                  </a:lnTo>
                  <a:lnTo>
                    <a:pt x="2106924" y="4476949"/>
                  </a:lnTo>
                  <a:lnTo>
                    <a:pt x="2107176" y="4476949"/>
                  </a:lnTo>
                  <a:lnTo>
                    <a:pt x="2107302" y="4476949"/>
                  </a:lnTo>
                  <a:lnTo>
                    <a:pt x="2107554" y="4476949"/>
                  </a:lnTo>
                  <a:lnTo>
                    <a:pt x="2107680" y="4476949"/>
                  </a:lnTo>
                  <a:lnTo>
                    <a:pt x="2107806" y="4476949"/>
                  </a:lnTo>
                  <a:lnTo>
                    <a:pt x="2108437" y="4476949"/>
                  </a:lnTo>
                  <a:lnTo>
                    <a:pt x="2108563" y="4476949"/>
                  </a:lnTo>
                  <a:lnTo>
                    <a:pt x="2109067" y="4476949"/>
                  </a:lnTo>
                  <a:lnTo>
                    <a:pt x="2109319" y="4476949"/>
                  </a:lnTo>
                  <a:lnTo>
                    <a:pt x="2110202" y="4476949"/>
                  </a:lnTo>
                  <a:lnTo>
                    <a:pt x="2110706" y="4476949"/>
                  </a:lnTo>
                  <a:lnTo>
                    <a:pt x="2110958" y="4476949"/>
                  </a:lnTo>
                  <a:lnTo>
                    <a:pt x="2111084" y="4476949"/>
                  </a:lnTo>
                  <a:lnTo>
                    <a:pt x="2111211" y="4476949"/>
                  </a:lnTo>
                  <a:lnTo>
                    <a:pt x="2111337" y="4476949"/>
                  </a:lnTo>
                  <a:lnTo>
                    <a:pt x="2111463" y="4476949"/>
                  </a:lnTo>
                  <a:lnTo>
                    <a:pt x="2111841" y="4476949"/>
                  </a:lnTo>
                  <a:lnTo>
                    <a:pt x="2111967" y="4476949"/>
                  </a:lnTo>
                  <a:lnTo>
                    <a:pt x="2112345" y="4476949"/>
                  </a:lnTo>
                  <a:lnTo>
                    <a:pt x="2112598" y="4476949"/>
                  </a:lnTo>
                  <a:lnTo>
                    <a:pt x="2112724" y="4476949"/>
                  </a:lnTo>
                  <a:lnTo>
                    <a:pt x="2113228" y="4476949"/>
                  </a:lnTo>
                  <a:lnTo>
                    <a:pt x="2113354" y="4476949"/>
                  </a:lnTo>
                  <a:lnTo>
                    <a:pt x="2113480" y="4476949"/>
                  </a:lnTo>
                  <a:lnTo>
                    <a:pt x="2113732" y="4476949"/>
                  </a:lnTo>
                  <a:lnTo>
                    <a:pt x="2114237" y="4476949"/>
                  </a:lnTo>
                  <a:lnTo>
                    <a:pt x="2114489" y="4476949"/>
                  </a:lnTo>
                  <a:lnTo>
                    <a:pt x="2114867" y="4476949"/>
                  </a:lnTo>
                  <a:lnTo>
                    <a:pt x="2115119" y="4476949"/>
                  </a:lnTo>
                  <a:lnTo>
                    <a:pt x="2115371" y="4476949"/>
                  </a:lnTo>
                  <a:lnTo>
                    <a:pt x="2115624" y="4476949"/>
                  </a:lnTo>
                  <a:lnTo>
                    <a:pt x="2115750" y="4476949"/>
                  </a:lnTo>
                  <a:lnTo>
                    <a:pt x="2115876" y="4476949"/>
                  </a:lnTo>
                  <a:lnTo>
                    <a:pt x="2116254" y="4476949"/>
                  </a:lnTo>
                  <a:lnTo>
                    <a:pt x="2116506" y="4476949"/>
                  </a:lnTo>
                  <a:lnTo>
                    <a:pt x="2116885" y="4476949"/>
                  </a:lnTo>
                  <a:lnTo>
                    <a:pt x="2117011" y="4476949"/>
                  </a:lnTo>
                  <a:lnTo>
                    <a:pt x="2117263" y="4476949"/>
                  </a:lnTo>
                  <a:lnTo>
                    <a:pt x="2117389" y="4476949"/>
                  </a:lnTo>
                  <a:lnTo>
                    <a:pt x="2117515" y="4476949"/>
                  </a:lnTo>
                  <a:lnTo>
                    <a:pt x="2117641" y="4476949"/>
                  </a:lnTo>
                  <a:lnTo>
                    <a:pt x="2117767" y="4476949"/>
                  </a:lnTo>
                  <a:lnTo>
                    <a:pt x="2118145" y="4476949"/>
                  </a:lnTo>
                  <a:lnTo>
                    <a:pt x="2118524" y="4476949"/>
                  </a:lnTo>
                  <a:lnTo>
                    <a:pt x="2118650" y="4476949"/>
                  </a:lnTo>
                  <a:lnTo>
                    <a:pt x="2119028" y="4476949"/>
                  </a:lnTo>
                  <a:lnTo>
                    <a:pt x="2119658" y="4476949"/>
                  </a:lnTo>
                  <a:lnTo>
                    <a:pt x="2120037" y="4476949"/>
                  </a:lnTo>
                  <a:lnTo>
                    <a:pt x="2120415" y="4476949"/>
                  </a:lnTo>
                  <a:lnTo>
                    <a:pt x="2120541" y="4476949"/>
                  </a:lnTo>
                  <a:lnTo>
                    <a:pt x="2121045" y="4476949"/>
                  </a:lnTo>
                  <a:lnTo>
                    <a:pt x="2121171" y="4476949"/>
                  </a:lnTo>
                  <a:lnTo>
                    <a:pt x="2121424" y="4476949"/>
                  </a:lnTo>
                  <a:lnTo>
                    <a:pt x="2121802" y="4476949"/>
                  </a:lnTo>
                  <a:lnTo>
                    <a:pt x="2121928" y="4476949"/>
                  </a:lnTo>
                  <a:lnTo>
                    <a:pt x="2122180" y="4476949"/>
                  </a:lnTo>
                  <a:lnTo>
                    <a:pt x="2122306" y="4476949"/>
                  </a:lnTo>
                  <a:lnTo>
                    <a:pt x="2122558" y="4476949"/>
                  </a:lnTo>
                  <a:lnTo>
                    <a:pt x="2122685" y="4476949"/>
                  </a:lnTo>
                  <a:lnTo>
                    <a:pt x="2122937" y="4476949"/>
                  </a:lnTo>
                  <a:lnTo>
                    <a:pt x="2123315" y="4476949"/>
                  </a:lnTo>
                  <a:lnTo>
                    <a:pt x="2123693" y="4476949"/>
                  </a:lnTo>
                  <a:lnTo>
                    <a:pt x="2123819" y="4476949"/>
                  </a:lnTo>
                  <a:lnTo>
                    <a:pt x="2124071" y="4476949"/>
                  </a:lnTo>
                  <a:lnTo>
                    <a:pt x="2124324" y="4476949"/>
                  </a:lnTo>
                  <a:lnTo>
                    <a:pt x="2124702" y="4476949"/>
                  </a:lnTo>
                  <a:lnTo>
                    <a:pt x="2124828" y="4476949"/>
                  </a:lnTo>
                  <a:lnTo>
                    <a:pt x="2124954" y="4476949"/>
                  </a:lnTo>
                  <a:lnTo>
                    <a:pt x="2125080" y="4476949"/>
                  </a:lnTo>
                  <a:lnTo>
                    <a:pt x="2125206" y="4476949"/>
                  </a:lnTo>
                  <a:lnTo>
                    <a:pt x="2125206" y="4471669"/>
                  </a:lnTo>
                  <a:lnTo>
                    <a:pt x="2125332" y="4471669"/>
                  </a:lnTo>
                  <a:lnTo>
                    <a:pt x="2125585" y="4471669"/>
                  </a:lnTo>
                  <a:lnTo>
                    <a:pt x="2125963" y="4471669"/>
                  </a:lnTo>
                  <a:lnTo>
                    <a:pt x="2126215" y="4471669"/>
                  </a:lnTo>
                  <a:lnTo>
                    <a:pt x="2126341" y="4471669"/>
                  </a:lnTo>
                  <a:lnTo>
                    <a:pt x="2126467" y="4471669"/>
                  </a:lnTo>
                  <a:lnTo>
                    <a:pt x="2126593" y="4466390"/>
                  </a:lnTo>
                  <a:lnTo>
                    <a:pt x="2126719" y="4466390"/>
                  </a:lnTo>
                  <a:lnTo>
                    <a:pt x="2126845" y="4466390"/>
                  </a:lnTo>
                  <a:lnTo>
                    <a:pt x="2127098" y="4466390"/>
                  </a:lnTo>
                  <a:lnTo>
                    <a:pt x="2127224" y="4466390"/>
                  </a:lnTo>
                  <a:lnTo>
                    <a:pt x="2127350" y="4466390"/>
                  </a:lnTo>
                  <a:lnTo>
                    <a:pt x="2127476" y="4466390"/>
                  </a:lnTo>
                  <a:lnTo>
                    <a:pt x="2127602" y="4466390"/>
                  </a:lnTo>
                  <a:lnTo>
                    <a:pt x="2127728" y="4466390"/>
                  </a:lnTo>
                  <a:lnTo>
                    <a:pt x="2127980" y="4466390"/>
                  </a:lnTo>
                  <a:lnTo>
                    <a:pt x="2128106" y="4466390"/>
                  </a:lnTo>
                  <a:lnTo>
                    <a:pt x="2128611" y="4466390"/>
                  </a:lnTo>
                  <a:lnTo>
                    <a:pt x="2128737" y="4466390"/>
                  </a:lnTo>
                  <a:lnTo>
                    <a:pt x="2130628" y="4466390"/>
                  </a:lnTo>
                  <a:lnTo>
                    <a:pt x="2130880" y="4466390"/>
                  </a:lnTo>
                  <a:lnTo>
                    <a:pt x="2131006" y="4466390"/>
                  </a:lnTo>
                  <a:lnTo>
                    <a:pt x="2131132" y="4466390"/>
                  </a:lnTo>
                  <a:lnTo>
                    <a:pt x="2131511" y="4466390"/>
                  </a:lnTo>
                  <a:lnTo>
                    <a:pt x="2131889" y="4466390"/>
                  </a:lnTo>
                  <a:lnTo>
                    <a:pt x="2132141" y="4466390"/>
                  </a:lnTo>
                  <a:lnTo>
                    <a:pt x="2132393" y="4466390"/>
                  </a:lnTo>
                  <a:lnTo>
                    <a:pt x="2132898" y="4466390"/>
                  </a:lnTo>
                  <a:lnTo>
                    <a:pt x="2133150" y="4466390"/>
                  </a:lnTo>
                  <a:lnTo>
                    <a:pt x="2133276" y="4466390"/>
                  </a:lnTo>
                  <a:lnTo>
                    <a:pt x="2133528" y="4466390"/>
                  </a:lnTo>
                  <a:lnTo>
                    <a:pt x="2133654" y="4466390"/>
                  </a:lnTo>
                  <a:lnTo>
                    <a:pt x="2133906" y="4466390"/>
                  </a:lnTo>
                  <a:lnTo>
                    <a:pt x="2134537" y="4466390"/>
                  </a:lnTo>
                  <a:lnTo>
                    <a:pt x="2134789" y="4466390"/>
                  </a:lnTo>
                  <a:lnTo>
                    <a:pt x="2135167" y="4466390"/>
                  </a:lnTo>
                  <a:lnTo>
                    <a:pt x="2135293" y="4466390"/>
                  </a:lnTo>
                  <a:lnTo>
                    <a:pt x="2135419" y="4466390"/>
                  </a:lnTo>
                  <a:lnTo>
                    <a:pt x="2135672" y="4466390"/>
                  </a:lnTo>
                  <a:lnTo>
                    <a:pt x="2135924" y="4466390"/>
                  </a:lnTo>
                  <a:lnTo>
                    <a:pt x="2136050" y="4466390"/>
                  </a:lnTo>
                  <a:lnTo>
                    <a:pt x="2136428" y="4466390"/>
                  </a:lnTo>
                  <a:lnTo>
                    <a:pt x="2136806" y="4461111"/>
                  </a:lnTo>
                  <a:lnTo>
                    <a:pt x="2136932" y="4461111"/>
                  </a:lnTo>
                  <a:lnTo>
                    <a:pt x="2137059" y="4461111"/>
                  </a:lnTo>
                  <a:lnTo>
                    <a:pt x="2137185" y="4461111"/>
                  </a:lnTo>
                  <a:lnTo>
                    <a:pt x="2137689" y="4461111"/>
                  </a:lnTo>
                  <a:lnTo>
                    <a:pt x="2137815" y="4461111"/>
                  </a:lnTo>
                  <a:lnTo>
                    <a:pt x="2137941" y="4461111"/>
                  </a:lnTo>
                  <a:lnTo>
                    <a:pt x="2138193" y="4461111"/>
                  </a:lnTo>
                  <a:lnTo>
                    <a:pt x="2138319" y="4461111"/>
                  </a:lnTo>
                  <a:lnTo>
                    <a:pt x="2138572" y="4461111"/>
                  </a:lnTo>
                  <a:lnTo>
                    <a:pt x="2138824" y="4461111"/>
                  </a:lnTo>
                  <a:lnTo>
                    <a:pt x="2138950" y="4461111"/>
                  </a:lnTo>
                  <a:lnTo>
                    <a:pt x="2139202" y="4461111"/>
                  </a:lnTo>
                  <a:lnTo>
                    <a:pt x="2139706" y="4461111"/>
                  </a:lnTo>
                  <a:lnTo>
                    <a:pt x="2139832" y="4461111"/>
                  </a:lnTo>
                  <a:lnTo>
                    <a:pt x="2140211" y="4461111"/>
                  </a:lnTo>
                  <a:lnTo>
                    <a:pt x="2140337" y="4461111"/>
                  </a:lnTo>
                  <a:lnTo>
                    <a:pt x="2140463" y="4461111"/>
                  </a:lnTo>
                  <a:lnTo>
                    <a:pt x="2140715" y="4461111"/>
                  </a:lnTo>
                  <a:lnTo>
                    <a:pt x="2140841" y="4461111"/>
                  </a:lnTo>
                  <a:lnTo>
                    <a:pt x="2140967" y="4461111"/>
                  </a:lnTo>
                  <a:lnTo>
                    <a:pt x="2141093" y="4461111"/>
                  </a:lnTo>
                  <a:lnTo>
                    <a:pt x="2141219" y="4461111"/>
                  </a:lnTo>
                  <a:lnTo>
                    <a:pt x="2141472" y="4461111"/>
                  </a:lnTo>
                  <a:lnTo>
                    <a:pt x="2141850" y="4455831"/>
                  </a:lnTo>
                  <a:lnTo>
                    <a:pt x="2141976" y="4455831"/>
                  </a:lnTo>
                  <a:lnTo>
                    <a:pt x="2142228" y="4455831"/>
                  </a:lnTo>
                  <a:lnTo>
                    <a:pt x="2142354" y="4455831"/>
                  </a:lnTo>
                  <a:lnTo>
                    <a:pt x="2142606" y="4455831"/>
                  </a:lnTo>
                  <a:lnTo>
                    <a:pt x="2143489" y="4455831"/>
                  </a:lnTo>
                  <a:lnTo>
                    <a:pt x="2143741" y="4455831"/>
                  </a:lnTo>
                  <a:lnTo>
                    <a:pt x="2143867" y="4455831"/>
                  </a:lnTo>
                  <a:lnTo>
                    <a:pt x="2143993" y="4455831"/>
                  </a:lnTo>
                  <a:lnTo>
                    <a:pt x="2144119" y="4455831"/>
                  </a:lnTo>
                  <a:lnTo>
                    <a:pt x="2144372" y="4455831"/>
                  </a:lnTo>
                  <a:lnTo>
                    <a:pt x="2144624" y="4455831"/>
                  </a:lnTo>
                  <a:lnTo>
                    <a:pt x="2144876" y="4455831"/>
                  </a:lnTo>
                  <a:lnTo>
                    <a:pt x="2145128" y="4455831"/>
                  </a:lnTo>
                  <a:lnTo>
                    <a:pt x="2145632" y="4455831"/>
                  </a:lnTo>
                  <a:lnTo>
                    <a:pt x="2145759" y="4455831"/>
                  </a:lnTo>
                  <a:lnTo>
                    <a:pt x="2146515" y="4455831"/>
                  </a:lnTo>
                  <a:lnTo>
                    <a:pt x="2146641" y="4455831"/>
                  </a:lnTo>
                  <a:lnTo>
                    <a:pt x="2146767" y="4455831"/>
                  </a:lnTo>
                  <a:lnTo>
                    <a:pt x="2147146" y="4455831"/>
                  </a:lnTo>
                  <a:lnTo>
                    <a:pt x="2147272" y="4455831"/>
                  </a:lnTo>
                  <a:lnTo>
                    <a:pt x="2147398" y="4455831"/>
                  </a:lnTo>
                  <a:lnTo>
                    <a:pt x="2147524" y="4455831"/>
                  </a:lnTo>
                  <a:lnTo>
                    <a:pt x="2147650" y="4455831"/>
                  </a:lnTo>
                  <a:lnTo>
                    <a:pt x="2148028" y="4455831"/>
                  </a:lnTo>
                  <a:lnTo>
                    <a:pt x="2148406" y="4455831"/>
                  </a:lnTo>
                  <a:lnTo>
                    <a:pt x="2148911" y="4455831"/>
                  </a:lnTo>
                  <a:lnTo>
                    <a:pt x="2149037" y="4455831"/>
                  </a:lnTo>
                  <a:lnTo>
                    <a:pt x="2149415" y="4455831"/>
                  </a:lnTo>
                  <a:lnTo>
                    <a:pt x="2149541" y="4455831"/>
                  </a:lnTo>
                  <a:lnTo>
                    <a:pt x="2149667" y="4455831"/>
                  </a:lnTo>
                  <a:lnTo>
                    <a:pt x="2149919" y="4455831"/>
                  </a:lnTo>
                  <a:lnTo>
                    <a:pt x="2150172" y="4455831"/>
                  </a:lnTo>
                  <a:lnTo>
                    <a:pt x="2150424" y="4455831"/>
                  </a:lnTo>
                  <a:lnTo>
                    <a:pt x="2150676" y="4455831"/>
                  </a:lnTo>
                  <a:lnTo>
                    <a:pt x="2150802" y="4455831"/>
                  </a:lnTo>
                  <a:lnTo>
                    <a:pt x="2151180" y="4455831"/>
                  </a:lnTo>
                  <a:lnTo>
                    <a:pt x="2151433" y="4455831"/>
                  </a:lnTo>
                  <a:lnTo>
                    <a:pt x="2151685" y="4455831"/>
                  </a:lnTo>
                  <a:lnTo>
                    <a:pt x="2151811" y="4455831"/>
                  </a:lnTo>
                  <a:lnTo>
                    <a:pt x="2151937" y="4455831"/>
                  </a:lnTo>
                  <a:lnTo>
                    <a:pt x="2152063" y="4455831"/>
                  </a:lnTo>
                  <a:lnTo>
                    <a:pt x="2152315" y="4455831"/>
                  </a:lnTo>
                  <a:lnTo>
                    <a:pt x="2152819" y="4455831"/>
                  </a:lnTo>
                  <a:lnTo>
                    <a:pt x="2154080" y="4455831"/>
                  </a:lnTo>
                  <a:lnTo>
                    <a:pt x="2154206" y="4455831"/>
                  </a:lnTo>
                  <a:lnTo>
                    <a:pt x="2154333" y="4450552"/>
                  </a:lnTo>
                  <a:lnTo>
                    <a:pt x="2154585" y="4450552"/>
                  </a:lnTo>
                  <a:lnTo>
                    <a:pt x="2154963" y="4450552"/>
                  </a:lnTo>
                  <a:lnTo>
                    <a:pt x="2155215" y="4450552"/>
                  </a:lnTo>
                  <a:lnTo>
                    <a:pt x="2155341" y="4450552"/>
                  </a:lnTo>
                  <a:lnTo>
                    <a:pt x="2155719" y="4450552"/>
                  </a:lnTo>
                  <a:lnTo>
                    <a:pt x="2155972" y="4450552"/>
                  </a:lnTo>
                  <a:lnTo>
                    <a:pt x="2156224" y="4450552"/>
                  </a:lnTo>
                  <a:lnTo>
                    <a:pt x="2156350" y="4450552"/>
                  </a:lnTo>
                  <a:lnTo>
                    <a:pt x="2156728" y="4450552"/>
                  </a:lnTo>
                  <a:lnTo>
                    <a:pt x="2157233" y="4450552"/>
                  </a:lnTo>
                  <a:lnTo>
                    <a:pt x="2157611" y="4450552"/>
                  </a:lnTo>
                  <a:lnTo>
                    <a:pt x="2157737" y="4450552"/>
                  </a:lnTo>
                  <a:lnTo>
                    <a:pt x="2157863" y="4450552"/>
                  </a:lnTo>
                  <a:lnTo>
                    <a:pt x="2158241" y="4450552"/>
                  </a:lnTo>
                  <a:lnTo>
                    <a:pt x="2158367" y="4450552"/>
                  </a:lnTo>
                  <a:lnTo>
                    <a:pt x="2158493" y="4450552"/>
                  </a:lnTo>
                  <a:lnTo>
                    <a:pt x="2158620" y="4450552"/>
                  </a:lnTo>
                  <a:lnTo>
                    <a:pt x="2158872" y="4450552"/>
                  </a:lnTo>
                  <a:lnTo>
                    <a:pt x="2158998" y="4445272"/>
                  </a:lnTo>
                  <a:lnTo>
                    <a:pt x="2159124" y="4445272"/>
                  </a:lnTo>
                  <a:lnTo>
                    <a:pt x="2159250" y="4445272"/>
                  </a:lnTo>
                  <a:lnTo>
                    <a:pt x="2159502" y="4445272"/>
                  </a:lnTo>
                  <a:lnTo>
                    <a:pt x="2159628" y="4445272"/>
                  </a:lnTo>
                  <a:lnTo>
                    <a:pt x="2159754" y="4445272"/>
                  </a:lnTo>
                  <a:lnTo>
                    <a:pt x="2159880" y="4445272"/>
                  </a:lnTo>
                  <a:lnTo>
                    <a:pt x="2160006" y="4445272"/>
                  </a:lnTo>
                  <a:lnTo>
                    <a:pt x="2160133" y="4445272"/>
                  </a:lnTo>
                  <a:lnTo>
                    <a:pt x="2160259" y="4445272"/>
                  </a:lnTo>
                  <a:lnTo>
                    <a:pt x="2160637" y="4445272"/>
                  </a:lnTo>
                  <a:lnTo>
                    <a:pt x="2161267" y="4445272"/>
                  </a:lnTo>
                  <a:lnTo>
                    <a:pt x="2161393" y="4445272"/>
                  </a:lnTo>
                  <a:lnTo>
                    <a:pt x="2161520" y="4445272"/>
                  </a:lnTo>
                  <a:lnTo>
                    <a:pt x="2161646" y="4445272"/>
                  </a:lnTo>
                  <a:lnTo>
                    <a:pt x="2162024" y="4445272"/>
                  </a:lnTo>
                  <a:lnTo>
                    <a:pt x="2162150" y="4445272"/>
                  </a:lnTo>
                  <a:lnTo>
                    <a:pt x="2162276" y="4445272"/>
                  </a:lnTo>
                  <a:lnTo>
                    <a:pt x="2162528" y="4445272"/>
                  </a:lnTo>
                  <a:lnTo>
                    <a:pt x="2162906" y="4445272"/>
                  </a:lnTo>
                  <a:lnTo>
                    <a:pt x="2163285" y="4439993"/>
                  </a:lnTo>
                  <a:lnTo>
                    <a:pt x="2163411" y="4439993"/>
                  </a:lnTo>
                  <a:lnTo>
                    <a:pt x="2163537" y="4439993"/>
                  </a:lnTo>
                  <a:lnTo>
                    <a:pt x="2163789" y="4439993"/>
                  </a:lnTo>
                  <a:lnTo>
                    <a:pt x="2164041" y="4439993"/>
                  </a:lnTo>
                  <a:lnTo>
                    <a:pt x="2164546" y="4439993"/>
                  </a:lnTo>
                  <a:lnTo>
                    <a:pt x="2164672" y="4439993"/>
                  </a:lnTo>
                  <a:lnTo>
                    <a:pt x="2164798" y="4439993"/>
                  </a:lnTo>
                  <a:lnTo>
                    <a:pt x="2164924" y="4439993"/>
                  </a:lnTo>
                  <a:lnTo>
                    <a:pt x="2165050" y="4439993"/>
                  </a:lnTo>
                  <a:lnTo>
                    <a:pt x="2165302" y="4439993"/>
                  </a:lnTo>
                  <a:lnTo>
                    <a:pt x="2165554" y="4439993"/>
                  </a:lnTo>
                  <a:lnTo>
                    <a:pt x="2165807" y="4439993"/>
                  </a:lnTo>
                  <a:lnTo>
                    <a:pt x="2165933" y="4439993"/>
                  </a:lnTo>
                  <a:lnTo>
                    <a:pt x="2166059" y="4439993"/>
                  </a:lnTo>
                  <a:lnTo>
                    <a:pt x="2166185" y="4439993"/>
                  </a:lnTo>
                  <a:lnTo>
                    <a:pt x="2166437" y="4439993"/>
                  </a:lnTo>
                  <a:lnTo>
                    <a:pt x="2166941" y="4439993"/>
                  </a:lnTo>
                  <a:lnTo>
                    <a:pt x="2167067" y="4439993"/>
                  </a:lnTo>
                  <a:lnTo>
                    <a:pt x="2167193" y="4439993"/>
                  </a:lnTo>
                  <a:lnTo>
                    <a:pt x="2167320" y="4439993"/>
                  </a:lnTo>
                  <a:lnTo>
                    <a:pt x="2167572" y="4439993"/>
                  </a:lnTo>
                  <a:lnTo>
                    <a:pt x="2167698" y="4439993"/>
                  </a:lnTo>
                  <a:lnTo>
                    <a:pt x="2167950" y="4439993"/>
                  </a:lnTo>
                  <a:lnTo>
                    <a:pt x="2168076" y="4439993"/>
                  </a:lnTo>
                  <a:lnTo>
                    <a:pt x="2168076" y="4434713"/>
                  </a:lnTo>
                  <a:lnTo>
                    <a:pt x="2168202" y="4434713"/>
                  </a:lnTo>
                  <a:lnTo>
                    <a:pt x="2168454" y="4434713"/>
                  </a:lnTo>
                  <a:lnTo>
                    <a:pt x="2168580" y="4434713"/>
                  </a:lnTo>
                  <a:lnTo>
                    <a:pt x="2168707" y="4434713"/>
                  </a:lnTo>
                  <a:lnTo>
                    <a:pt x="2168833" y="4434713"/>
                  </a:lnTo>
                  <a:lnTo>
                    <a:pt x="2169085" y="4434713"/>
                  </a:lnTo>
                  <a:lnTo>
                    <a:pt x="2169337" y="4434713"/>
                  </a:lnTo>
                  <a:lnTo>
                    <a:pt x="2169463" y="4434713"/>
                  </a:lnTo>
                  <a:lnTo>
                    <a:pt x="2169589" y="4434713"/>
                  </a:lnTo>
                  <a:lnTo>
                    <a:pt x="2169841" y="4434713"/>
                  </a:lnTo>
                  <a:lnTo>
                    <a:pt x="2170220" y="4434713"/>
                  </a:lnTo>
                  <a:lnTo>
                    <a:pt x="2170346" y="4434713"/>
                  </a:lnTo>
                  <a:lnTo>
                    <a:pt x="2170472" y="4434713"/>
                  </a:lnTo>
                  <a:lnTo>
                    <a:pt x="2170976" y="4434713"/>
                  </a:lnTo>
                  <a:lnTo>
                    <a:pt x="2171480" y="4434713"/>
                  </a:lnTo>
                  <a:lnTo>
                    <a:pt x="2171607" y="4434713"/>
                  </a:lnTo>
                  <a:lnTo>
                    <a:pt x="2171733" y="4434713"/>
                  </a:lnTo>
                  <a:lnTo>
                    <a:pt x="2171859" y="4434713"/>
                  </a:lnTo>
                  <a:lnTo>
                    <a:pt x="2172741" y="4434713"/>
                  </a:lnTo>
                  <a:lnTo>
                    <a:pt x="2172867" y="4434713"/>
                  </a:lnTo>
                  <a:lnTo>
                    <a:pt x="2173246" y="4434713"/>
                  </a:lnTo>
                  <a:lnTo>
                    <a:pt x="2174002" y="4434713"/>
                  </a:lnTo>
                  <a:lnTo>
                    <a:pt x="2174254" y="4434713"/>
                  </a:lnTo>
                  <a:lnTo>
                    <a:pt x="2174380" y="4434713"/>
                  </a:lnTo>
                  <a:lnTo>
                    <a:pt x="2174633" y="4434713"/>
                  </a:lnTo>
                  <a:lnTo>
                    <a:pt x="2175515" y="4429434"/>
                  </a:lnTo>
                  <a:lnTo>
                    <a:pt x="2175767" y="4429434"/>
                  </a:lnTo>
                  <a:lnTo>
                    <a:pt x="2175894" y="4429434"/>
                  </a:lnTo>
                  <a:lnTo>
                    <a:pt x="2176272" y="4429434"/>
                  </a:lnTo>
                  <a:lnTo>
                    <a:pt x="2176398" y="4429434"/>
                  </a:lnTo>
                  <a:lnTo>
                    <a:pt x="2176524" y="4429434"/>
                  </a:lnTo>
                  <a:lnTo>
                    <a:pt x="2176650" y="4429434"/>
                  </a:lnTo>
                  <a:lnTo>
                    <a:pt x="2176776" y="4429434"/>
                  </a:lnTo>
                  <a:lnTo>
                    <a:pt x="2176902" y="4429434"/>
                  </a:lnTo>
                  <a:lnTo>
                    <a:pt x="2177028" y="4429434"/>
                  </a:lnTo>
                  <a:lnTo>
                    <a:pt x="2177154" y="4429434"/>
                  </a:lnTo>
                  <a:lnTo>
                    <a:pt x="2177533" y="4424155"/>
                  </a:lnTo>
                  <a:lnTo>
                    <a:pt x="2177785" y="4424155"/>
                  </a:lnTo>
                  <a:lnTo>
                    <a:pt x="2177911" y="4424155"/>
                  </a:lnTo>
                  <a:lnTo>
                    <a:pt x="2178163" y="4424155"/>
                  </a:lnTo>
                  <a:lnTo>
                    <a:pt x="2178415" y="4424155"/>
                  </a:lnTo>
                  <a:lnTo>
                    <a:pt x="2178794" y="4418875"/>
                  </a:lnTo>
                  <a:lnTo>
                    <a:pt x="2179046" y="4418875"/>
                  </a:lnTo>
                  <a:lnTo>
                    <a:pt x="2179550" y="4418875"/>
                  </a:lnTo>
                  <a:lnTo>
                    <a:pt x="2179676" y="4418875"/>
                  </a:lnTo>
                  <a:lnTo>
                    <a:pt x="2179802" y="4418875"/>
                  </a:lnTo>
                  <a:lnTo>
                    <a:pt x="2179928" y="4418875"/>
                  </a:lnTo>
                  <a:lnTo>
                    <a:pt x="2180180" y="4418875"/>
                  </a:lnTo>
                  <a:lnTo>
                    <a:pt x="2180307" y="4418875"/>
                  </a:lnTo>
                  <a:lnTo>
                    <a:pt x="2180559" y="4418875"/>
                  </a:lnTo>
                  <a:lnTo>
                    <a:pt x="2181063" y="4418875"/>
                  </a:lnTo>
                  <a:lnTo>
                    <a:pt x="2181189" y="4418875"/>
                  </a:lnTo>
                  <a:lnTo>
                    <a:pt x="2181315" y="4418875"/>
                  </a:lnTo>
                  <a:lnTo>
                    <a:pt x="2181567" y="4418875"/>
                  </a:lnTo>
                  <a:lnTo>
                    <a:pt x="2181694" y="4418875"/>
                  </a:lnTo>
                  <a:lnTo>
                    <a:pt x="2181946" y="4418875"/>
                  </a:lnTo>
                  <a:lnTo>
                    <a:pt x="2182072" y="4418875"/>
                  </a:lnTo>
                  <a:lnTo>
                    <a:pt x="2182198" y="4418875"/>
                  </a:lnTo>
                  <a:lnTo>
                    <a:pt x="2182450" y="4418875"/>
                  </a:lnTo>
                  <a:lnTo>
                    <a:pt x="2182576" y="4418875"/>
                  </a:lnTo>
                  <a:lnTo>
                    <a:pt x="2182702" y="4418875"/>
                  </a:lnTo>
                  <a:lnTo>
                    <a:pt x="2182828" y="4418875"/>
                  </a:lnTo>
                  <a:lnTo>
                    <a:pt x="2182954" y="4418875"/>
                  </a:lnTo>
                  <a:lnTo>
                    <a:pt x="2183207" y="4418875"/>
                  </a:lnTo>
                  <a:lnTo>
                    <a:pt x="2183711" y="4418875"/>
                  </a:lnTo>
                  <a:lnTo>
                    <a:pt x="2184467" y="4418875"/>
                  </a:lnTo>
                  <a:lnTo>
                    <a:pt x="2184594" y="4418875"/>
                  </a:lnTo>
                  <a:lnTo>
                    <a:pt x="2184846" y="4418875"/>
                  </a:lnTo>
                  <a:lnTo>
                    <a:pt x="2185098" y="4418875"/>
                  </a:lnTo>
                  <a:lnTo>
                    <a:pt x="2185350" y="4418875"/>
                  </a:lnTo>
                  <a:lnTo>
                    <a:pt x="2185728" y="4418875"/>
                  </a:lnTo>
                  <a:lnTo>
                    <a:pt x="2186107" y="4413596"/>
                  </a:lnTo>
                  <a:lnTo>
                    <a:pt x="2186233" y="4413596"/>
                  </a:lnTo>
                  <a:lnTo>
                    <a:pt x="2186611" y="4408316"/>
                  </a:lnTo>
                  <a:lnTo>
                    <a:pt x="2186737" y="4408316"/>
                  </a:lnTo>
                  <a:lnTo>
                    <a:pt x="2187367" y="4408316"/>
                  </a:lnTo>
                  <a:lnTo>
                    <a:pt x="2187620" y="4408316"/>
                  </a:lnTo>
                  <a:lnTo>
                    <a:pt x="2187998" y="4403037"/>
                  </a:lnTo>
                  <a:lnTo>
                    <a:pt x="2188124" y="4403037"/>
                  </a:lnTo>
                  <a:lnTo>
                    <a:pt x="2188250" y="4403037"/>
                  </a:lnTo>
                  <a:lnTo>
                    <a:pt x="2188502" y="4403037"/>
                  </a:lnTo>
                  <a:lnTo>
                    <a:pt x="2188628" y="4403037"/>
                  </a:lnTo>
                  <a:lnTo>
                    <a:pt x="2188881" y="4403037"/>
                  </a:lnTo>
                  <a:lnTo>
                    <a:pt x="2189007" y="4403037"/>
                  </a:lnTo>
                  <a:lnTo>
                    <a:pt x="2189511" y="4403037"/>
                  </a:lnTo>
                  <a:lnTo>
                    <a:pt x="2189637" y="4403037"/>
                  </a:lnTo>
                  <a:lnTo>
                    <a:pt x="2190141" y="4403037"/>
                  </a:lnTo>
                  <a:lnTo>
                    <a:pt x="2190520" y="4403037"/>
                  </a:lnTo>
                  <a:lnTo>
                    <a:pt x="2190646" y="4403037"/>
                  </a:lnTo>
                  <a:lnTo>
                    <a:pt x="2190898" y="4403037"/>
                  </a:lnTo>
                  <a:lnTo>
                    <a:pt x="2191024" y="4403037"/>
                  </a:lnTo>
                  <a:lnTo>
                    <a:pt x="2191150" y="4403037"/>
                  </a:lnTo>
                  <a:lnTo>
                    <a:pt x="2191654" y="4403037"/>
                  </a:lnTo>
                  <a:lnTo>
                    <a:pt x="2191781" y="4403037"/>
                  </a:lnTo>
                  <a:lnTo>
                    <a:pt x="2191907" y="4403037"/>
                  </a:lnTo>
                  <a:lnTo>
                    <a:pt x="2192033" y="4403037"/>
                  </a:lnTo>
                  <a:lnTo>
                    <a:pt x="2192411" y="4403037"/>
                  </a:lnTo>
                  <a:lnTo>
                    <a:pt x="2192537" y="4403037"/>
                  </a:lnTo>
                  <a:lnTo>
                    <a:pt x="2192663" y="4403037"/>
                  </a:lnTo>
                  <a:lnTo>
                    <a:pt x="2192789" y="4403037"/>
                  </a:lnTo>
                  <a:lnTo>
                    <a:pt x="2192915" y="4403037"/>
                  </a:lnTo>
                  <a:lnTo>
                    <a:pt x="2193168" y="4403037"/>
                  </a:lnTo>
                  <a:lnTo>
                    <a:pt x="2193546" y="4403037"/>
                  </a:lnTo>
                  <a:lnTo>
                    <a:pt x="2193672" y="4403037"/>
                  </a:lnTo>
                  <a:lnTo>
                    <a:pt x="2194050" y="4403037"/>
                  </a:lnTo>
                  <a:lnTo>
                    <a:pt x="2194302" y="4403037"/>
                  </a:lnTo>
                  <a:lnTo>
                    <a:pt x="2194428" y="4403037"/>
                  </a:lnTo>
                  <a:lnTo>
                    <a:pt x="2195059" y="4403037"/>
                  </a:lnTo>
                  <a:lnTo>
                    <a:pt x="2195563" y="4397757"/>
                  </a:lnTo>
                  <a:lnTo>
                    <a:pt x="2195689" y="4397757"/>
                  </a:lnTo>
                  <a:lnTo>
                    <a:pt x="2195941" y="4397757"/>
                  </a:lnTo>
                  <a:lnTo>
                    <a:pt x="2196194" y="4397757"/>
                  </a:lnTo>
                  <a:lnTo>
                    <a:pt x="2199220" y="4392478"/>
                  </a:lnTo>
                  <a:lnTo>
                    <a:pt x="2199598" y="4392478"/>
                  </a:lnTo>
                  <a:lnTo>
                    <a:pt x="2199724" y="4392478"/>
                  </a:lnTo>
                  <a:lnTo>
                    <a:pt x="2199976" y="4392478"/>
                  </a:lnTo>
                  <a:lnTo>
                    <a:pt x="2200102" y="4392478"/>
                  </a:lnTo>
                  <a:lnTo>
                    <a:pt x="2200355" y="4392478"/>
                  </a:lnTo>
                  <a:lnTo>
                    <a:pt x="2200607" y="4392478"/>
                  </a:lnTo>
                  <a:lnTo>
                    <a:pt x="2200733" y="4392478"/>
                  </a:lnTo>
                  <a:lnTo>
                    <a:pt x="2201237" y="4392478"/>
                  </a:lnTo>
                  <a:lnTo>
                    <a:pt x="2201741" y="4392478"/>
                  </a:lnTo>
                  <a:lnTo>
                    <a:pt x="2201994" y="4392478"/>
                  </a:lnTo>
                  <a:lnTo>
                    <a:pt x="2202498" y="4392478"/>
                  </a:lnTo>
                  <a:lnTo>
                    <a:pt x="2202624" y="4392478"/>
                  </a:lnTo>
                  <a:lnTo>
                    <a:pt x="2202750" y="4392478"/>
                  </a:lnTo>
                  <a:lnTo>
                    <a:pt x="2203128" y="4392478"/>
                  </a:lnTo>
                  <a:lnTo>
                    <a:pt x="2203255" y="4392478"/>
                  </a:lnTo>
                  <a:lnTo>
                    <a:pt x="2203381" y="4392478"/>
                  </a:lnTo>
                  <a:lnTo>
                    <a:pt x="2203633" y="4392478"/>
                  </a:lnTo>
                  <a:lnTo>
                    <a:pt x="2203885" y="4392478"/>
                  </a:lnTo>
                  <a:lnTo>
                    <a:pt x="2204011" y="4392478"/>
                  </a:lnTo>
                  <a:lnTo>
                    <a:pt x="2204389" y="4392478"/>
                  </a:lnTo>
                  <a:lnTo>
                    <a:pt x="2204515" y="4392478"/>
                  </a:lnTo>
                  <a:lnTo>
                    <a:pt x="2204641" y="4392478"/>
                  </a:lnTo>
                  <a:lnTo>
                    <a:pt x="2204768" y="4392478"/>
                  </a:lnTo>
                  <a:lnTo>
                    <a:pt x="2204894" y="4392478"/>
                  </a:lnTo>
                  <a:lnTo>
                    <a:pt x="2205020" y="4392478"/>
                  </a:lnTo>
                  <a:lnTo>
                    <a:pt x="2205272" y="4392478"/>
                  </a:lnTo>
                  <a:lnTo>
                    <a:pt x="2205398" y="4392478"/>
                  </a:lnTo>
                  <a:lnTo>
                    <a:pt x="2205524" y="4392478"/>
                  </a:lnTo>
                  <a:lnTo>
                    <a:pt x="2205650" y="4392478"/>
                  </a:lnTo>
                  <a:lnTo>
                    <a:pt x="2205902" y="4392478"/>
                  </a:lnTo>
                  <a:lnTo>
                    <a:pt x="2206155" y="4392478"/>
                  </a:lnTo>
                  <a:lnTo>
                    <a:pt x="2206281" y="4392478"/>
                  </a:lnTo>
                  <a:lnTo>
                    <a:pt x="2206407" y="4392478"/>
                  </a:lnTo>
                  <a:lnTo>
                    <a:pt x="2206533" y="4392478"/>
                  </a:lnTo>
                  <a:lnTo>
                    <a:pt x="2206659" y="4392478"/>
                  </a:lnTo>
                  <a:lnTo>
                    <a:pt x="2206785" y="4392478"/>
                  </a:lnTo>
                  <a:lnTo>
                    <a:pt x="2207037" y="4392478"/>
                  </a:lnTo>
                  <a:lnTo>
                    <a:pt x="2207415" y="4392478"/>
                  </a:lnTo>
                  <a:lnTo>
                    <a:pt x="2207542" y="4392478"/>
                  </a:lnTo>
                  <a:lnTo>
                    <a:pt x="2207668" y="4392478"/>
                  </a:lnTo>
                  <a:lnTo>
                    <a:pt x="2207794" y="4392478"/>
                  </a:lnTo>
                  <a:lnTo>
                    <a:pt x="2207794" y="4387199"/>
                  </a:lnTo>
                  <a:lnTo>
                    <a:pt x="2208172" y="4387199"/>
                  </a:lnTo>
                  <a:lnTo>
                    <a:pt x="2208298" y="4387199"/>
                  </a:lnTo>
                  <a:lnTo>
                    <a:pt x="2208550" y="4387199"/>
                  </a:lnTo>
                  <a:lnTo>
                    <a:pt x="2208676" y="4387199"/>
                  </a:lnTo>
                  <a:lnTo>
                    <a:pt x="2209433" y="4387199"/>
                  </a:lnTo>
                  <a:lnTo>
                    <a:pt x="2209685" y="4387199"/>
                  </a:lnTo>
                  <a:lnTo>
                    <a:pt x="2210315" y="4387199"/>
                  </a:lnTo>
                  <a:lnTo>
                    <a:pt x="2210568" y="4387199"/>
                  </a:lnTo>
                  <a:lnTo>
                    <a:pt x="2211072" y="4387199"/>
                  </a:lnTo>
                  <a:lnTo>
                    <a:pt x="2211324" y="4387199"/>
                  </a:lnTo>
                  <a:lnTo>
                    <a:pt x="2211450" y="4387199"/>
                  </a:lnTo>
                  <a:lnTo>
                    <a:pt x="2211828" y="4381919"/>
                  </a:lnTo>
                  <a:lnTo>
                    <a:pt x="2212081" y="4381919"/>
                  </a:lnTo>
                  <a:lnTo>
                    <a:pt x="2212207" y="4381919"/>
                  </a:lnTo>
                  <a:lnTo>
                    <a:pt x="2212585" y="4381919"/>
                  </a:lnTo>
                  <a:lnTo>
                    <a:pt x="2212711" y="4381919"/>
                  </a:lnTo>
                  <a:lnTo>
                    <a:pt x="2212837" y="4381919"/>
                  </a:lnTo>
                  <a:lnTo>
                    <a:pt x="2213089" y="4381919"/>
                  </a:lnTo>
                  <a:lnTo>
                    <a:pt x="2213342" y="4381919"/>
                  </a:lnTo>
                  <a:lnTo>
                    <a:pt x="2213594" y="4381919"/>
                  </a:lnTo>
                  <a:lnTo>
                    <a:pt x="2213720" y="4381919"/>
                  </a:lnTo>
                  <a:lnTo>
                    <a:pt x="2213972" y="4381919"/>
                  </a:lnTo>
                  <a:lnTo>
                    <a:pt x="2214350" y="4381919"/>
                  </a:lnTo>
                  <a:lnTo>
                    <a:pt x="2214476" y="4381919"/>
                  </a:lnTo>
                  <a:lnTo>
                    <a:pt x="2214602" y="4381919"/>
                  </a:lnTo>
                  <a:lnTo>
                    <a:pt x="2214728" y="4381919"/>
                  </a:lnTo>
                  <a:lnTo>
                    <a:pt x="2214855" y="4381919"/>
                  </a:lnTo>
                  <a:lnTo>
                    <a:pt x="2214981" y="4381919"/>
                  </a:lnTo>
                  <a:lnTo>
                    <a:pt x="2215107" y="4381919"/>
                  </a:lnTo>
                  <a:lnTo>
                    <a:pt x="2215233" y="4381919"/>
                  </a:lnTo>
                  <a:lnTo>
                    <a:pt x="2215359" y="4381919"/>
                  </a:lnTo>
                  <a:lnTo>
                    <a:pt x="2215485" y="4381919"/>
                  </a:lnTo>
                  <a:lnTo>
                    <a:pt x="2215611" y="4381919"/>
                  </a:lnTo>
                  <a:lnTo>
                    <a:pt x="2215737" y="4381919"/>
                  </a:lnTo>
                  <a:lnTo>
                    <a:pt x="2215989" y="4381919"/>
                  </a:lnTo>
                  <a:lnTo>
                    <a:pt x="2216242" y="4381919"/>
                  </a:lnTo>
                  <a:lnTo>
                    <a:pt x="2216368" y="4381919"/>
                  </a:lnTo>
                  <a:lnTo>
                    <a:pt x="2216368" y="4376640"/>
                  </a:lnTo>
                  <a:lnTo>
                    <a:pt x="2216620" y="4376640"/>
                  </a:lnTo>
                  <a:lnTo>
                    <a:pt x="2216746" y="4376640"/>
                  </a:lnTo>
                  <a:lnTo>
                    <a:pt x="2216872" y="4376640"/>
                  </a:lnTo>
                  <a:lnTo>
                    <a:pt x="2216998" y="4376640"/>
                  </a:lnTo>
                  <a:lnTo>
                    <a:pt x="2217124" y="4376640"/>
                  </a:lnTo>
                  <a:lnTo>
                    <a:pt x="2217250" y="4376640"/>
                  </a:lnTo>
                  <a:lnTo>
                    <a:pt x="2217376" y="4376640"/>
                  </a:lnTo>
                  <a:lnTo>
                    <a:pt x="2218007" y="4376640"/>
                  </a:lnTo>
                  <a:lnTo>
                    <a:pt x="2218511" y="4376640"/>
                  </a:lnTo>
                  <a:lnTo>
                    <a:pt x="2218637" y="4376640"/>
                  </a:lnTo>
                  <a:lnTo>
                    <a:pt x="2218763" y="4376640"/>
                  </a:lnTo>
                  <a:lnTo>
                    <a:pt x="2218889" y="4376640"/>
                  </a:lnTo>
                  <a:lnTo>
                    <a:pt x="2219015" y="4376640"/>
                  </a:lnTo>
                  <a:lnTo>
                    <a:pt x="2219268" y="4376640"/>
                  </a:lnTo>
                  <a:lnTo>
                    <a:pt x="2219394" y="4376640"/>
                  </a:lnTo>
                  <a:lnTo>
                    <a:pt x="2219520" y="4376640"/>
                  </a:lnTo>
                  <a:lnTo>
                    <a:pt x="2219898" y="4376640"/>
                  </a:lnTo>
                  <a:lnTo>
                    <a:pt x="2221159" y="4376640"/>
                  </a:lnTo>
                  <a:lnTo>
                    <a:pt x="2221537" y="4376640"/>
                  </a:lnTo>
                  <a:lnTo>
                    <a:pt x="2221915" y="4376640"/>
                  </a:lnTo>
                  <a:lnTo>
                    <a:pt x="2222294" y="4376640"/>
                  </a:lnTo>
                  <a:lnTo>
                    <a:pt x="2222420" y="4376640"/>
                  </a:lnTo>
                  <a:lnTo>
                    <a:pt x="2222546" y="4376640"/>
                  </a:lnTo>
                  <a:lnTo>
                    <a:pt x="2222924" y="4376640"/>
                  </a:lnTo>
                  <a:lnTo>
                    <a:pt x="2223050" y="4376640"/>
                  </a:lnTo>
                  <a:lnTo>
                    <a:pt x="2223555" y="4376640"/>
                  </a:lnTo>
                  <a:lnTo>
                    <a:pt x="2223933" y="4376640"/>
                  </a:lnTo>
                  <a:lnTo>
                    <a:pt x="2224185" y="4371360"/>
                  </a:lnTo>
                  <a:lnTo>
                    <a:pt x="2224311" y="4371360"/>
                  </a:lnTo>
                  <a:lnTo>
                    <a:pt x="2224437" y="4366081"/>
                  </a:lnTo>
                  <a:lnTo>
                    <a:pt x="2224563" y="4366081"/>
                  </a:lnTo>
                  <a:lnTo>
                    <a:pt x="2224942" y="4366081"/>
                  </a:lnTo>
                  <a:lnTo>
                    <a:pt x="2225320" y="4366081"/>
                  </a:lnTo>
                  <a:lnTo>
                    <a:pt x="2225572" y="4366081"/>
                  </a:lnTo>
                  <a:lnTo>
                    <a:pt x="2225698" y="4366081"/>
                  </a:lnTo>
                  <a:lnTo>
                    <a:pt x="2226076" y="4360802"/>
                  </a:lnTo>
                  <a:lnTo>
                    <a:pt x="2226202" y="4360802"/>
                  </a:lnTo>
                  <a:lnTo>
                    <a:pt x="2226329" y="4360802"/>
                  </a:lnTo>
                  <a:lnTo>
                    <a:pt x="2227085" y="4360802"/>
                  </a:lnTo>
                  <a:lnTo>
                    <a:pt x="2227589" y="4360802"/>
                  </a:lnTo>
                  <a:lnTo>
                    <a:pt x="2227716" y="4360802"/>
                  </a:lnTo>
                  <a:lnTo>
                    <a:pt x="2228094" y="4360802"/>
                  </a:lnTo>
                  <a:lnTo>
                    <a:pt x="2228220" y="4360802"/>
                  </a:lnTo>
                  <a:lnTo>
                    <a:pt x="2228346" y="4360802"/>
                  </a:lnTo>
                  <a:lnTo>
                    <a:pt x="2228472" y="4360802"/>
                  </a:lnTo>
                  <a:lnTo>
                    <a:pt x="2228976" y="4360802"/>
                  </a:lnTo>
                  <a:lnTo>
                    <a:pt x="2229102" y="4360802"/>
                  </a:lnTo>
                  <a:lnTo>
                    <a:pt x="2229229" y="4360802"/>
                  </a:lnTo>
                  <a:lnTo>
                    <a:pt x="2229733" y="4360802"/>
                  </a:lnTo>
                  <a:lnTo>
                    <a:pt x="2229859" y="4360802"/>
                  </a:lnTo>
                  <a:lnTo>
                    <a:pt x="2230489" y="4360802"/>
                  </a:lnTo>
                  <a:lnTo>
                    <a:pt x="2230616" y="4360802"/>
                  </a:lnTo>
                  <a:lnTo>
                    <a:pt x="2231120" y="4360802"/>
                  </a:lnTo>
                  <a:lnTo>
                    <a:pt x="2231246" y="4360802"/>
                  </a:lnTo>
                  <a:lnTo>
                    <a:pt x="2231372" y="4360802"/>
                  </a:lnTo>
                  <a:lnTo>
                    <a:pt x="2231876" y="4355522"/>
                  </a:lnTo>
                  <a:lnTo>
                    <a:pt x="2232129" y="4355522"/>
                  </a:lnTo>
                  <a:lnTo>
                    <a:pt x="2232381" y="4355522"/>
                  </a:lnTo>
                  <a:lnTo>
                    <a:pt x="2232507" y="4355522"/>
                  </a:lnTo>
                  <a:lnTo>
                    <a:pt x="2232633" y="4355522"/>
                  </a:lnTo>
                  <a:lnTo>
                    <a:pt x="2232759" y="4355522"/>
                  </a:lnTo>
                  <a:lnTo>
                    <a:pt x="2233011" y="4350243"/>
                  </a:lnTo>
                  <a:lnTo>
                    <a:pt x="2233263" y="4350243"/>
                  </a:lnTo>
                  <a:lnTo>
                    <a:pt x="2233516" y="4350243"/>
                  </a:lnTo>
                  <a:lnTo>
                    <a:pt x="2233642" y="4350243"/>
                  </a:lnTo>
                  <a:lnTo>
                    <a:pt x="2233894" y="4350243"/>
                  </a:lnTo>
                  <a:lnTo>
                    <a:pt x="2234020" y="4350243"/>
                  </a:lnTo>
                  <a:lnTo>
                    <a:pt x="2234272" y="4350243"/>
                  </a:lnTo>
                  <a:lnTo>
                    <a:pt x="2234398" y="4350243"/>
                  </a:lnTo>
                  <a:lnTo>
                    <a:pt x="2234776" y="4350243"/>
                  </a:lnTo>
                  <a:lnTo>
                    <a:pt x="2234903" y="4350243"/>
                  </a:lnTo>
                  <a:lnTo>
                    <a:pt x="2235407" y="4350243"/>
                  </a:lnTo>
                  <a:lnTo>
                    <a:pt x="2235659" y="4350243"/>
                  </a:lnTo>
                  <a:lnTo>
                    <a:pt x="2235785" y="4350243"/>
                  </a:lnTo>
                  <a:lnTo>
                    <a:pt x="2236794" y="4350243"/>
                  </a:lnTo>
                  <a:lnTo>
                    <a:pt x="2236920" y="4350243"/>
                  </a:lnTo>
                  <a:lnTo>
                    <a:pt x="2237046" y="4350243"/>
                  </a:lnTo>
                  <a:lnTo>
                    <a:pt x="2237172" y="4350243"/>
                  </a:lnTo>
                  <a:lnTo>
                    <a:pt x="2237676" y="4350243"/>
                  </a:lnTo>
                  <a:lnTo>
                    <a:pt x="2238181" y="4350243"/>
                  </a:lnTo>
                  <a:lnTo>
                    <a:pt x="2238559" y="4350243"/>
                  </a:lnTo>
                  <a:lnTo>
                    <a:pt x="2238685" y="4350243"/>
                  </a:lnTo>
                  <a:lnTo>
                    <a:pt x="2238937" y="4350243"/>
                  </a:lnTo>
                  <a:lnTo>
                    <a:pt x="2239063" y="4350243"/>
                  </a:lnTo>
                  <a:lnTo>
                    <a:pt x="2239189" y="4350243"/>
                  </a:lnTo>
                  <a:lnTo>
                    <a:pt x="2239316" y="4350243"/>
                  </a:lnTo>
                  <a:lnTo>
                    <a:pt x="2239442" y="4350243"/>
                  </a:lnTo>
                  <a:lnTo>
                    <a:pt x="2239694" y="4350243"/>
                  </a:lnTo>
                  <a:lnTo>
                    <a:pt x="2239820" y="4350243"/>
                  </a:lnTo>
                  <a:lnTo>
                    <a:pt x="2239946" y="4350243"/>
                  </a:lnTo>
                  <a:lnTo>
                    <a:pt x="2240324" y="4350243"/>
                  </a:lnTo>
                  <a:lnTo>
                    <a:pt x="2240450" y="4350243"/>
                  </a:lnTo>
                  <a:lnTo>
                    <a:pt x="2240576" y="4350243"/>
                  </a:lnTo>
                  <a:lnTo>
                    <a:pt x="2240703" y="4350243"/>
                  </a:lnTo>
                  <a:lnTo>
                    <a:pt x="2240829" y="4350243"/>
                  </a:lnTo>
                  <a:lnTo>
                    <a:pt x="2240955" y="4350243"/>
                  </a:lnTo>
                  <a:lnTo>
                    <a:pt x="2241081" y="4350243"/>
                  </a:lnTo>
                  <a:lnTo>
                    <a:pt x="2241207" y="4350243"/>
                  </a:lnTo>
                  <a:lnTo>
                    <a:pt x="2241459" y="4350243"/>
                  </a:lnTo>
                  <a:lnTo>
                    <a:pt x="2241711" y="4350243"/>
                  </a:lnTo>
                  <a:lnTo>
                    <a:pt x="2241963" y="4350243"/>
                  </a:lnTo>
                  <a:lnTo>
                    <a:pt x="2242090" y="4350243"/>
                  </a:lnTo>
                  <a:lnTo>
                    <a:pt x="2242216" y="4350243"/>
                  </a:lnTo>
                  <a:lnTo>
                    <a:pt x="2243476" y="4344963"/>
                  </a:lnTo>
                  <a:lnTo>
                    <a:pt x="2243729" y="4344963"/>
                  </a:lnTo>
                  <a:lnTo>
                    <a:pt x="2243855" y="4344963"/>
                  </a:lnTo>
                  <a:lnTo>
                    <a:pt x="2244107" y="4344963"/>
                  </a:lnTo>
                  <a:lnTo>
                    <a:pt x="2244233" y="4344963"/>
                  </a:lnTo>
                  <a:lnTo>
                    <a:pt x="2244611" y="4344963"/>
                  </a:lnTo>
                  <a:lnTo>
                    <a:pt x="2244737" y="4344963"/>
                  </a:lnTo>
                  <a:lnTo>
                    <a:pt x="2244863" y="4344963"/>
                  </a:lnTo>
                  <a:lnTo>
                    <a:pt x="2244990" y="4344963"/>
                  </a:lnTo>
                  <a:lnTo>
                    <a:pt x="2245242" y="4344963"/>
                  </a:lnTo>
                  <a:lnTo>
                    <a:pt x="2245368" y="4344963"/>
                  </a:lnTo>
                  <a:lnTo>
                    <a:pt x="2245746" y="4344963"/>
                  </a:lnTo>
                  <a:lnTo>
                    <a:pt x="2245872" y="4344963"/>
                  </a:lnTo>
                  <a:lnTo>
                    <a:pt x="2246124" y="4344963"/>
                  </a:lnTo>
                  <a:lnTo>
                    <a:pt x="2246250" y="4344963"/>
                  </a:lnTo>
                  <a:lnTo>
                    <a:pt x="2246503" y="4344963"/>
                  </a:lnTo>
                  <a:lnTo>
                    <a:pt x="2246881" y="4344963"/>
                  </a:lnTo>
                  <a:lnTo>
                    <a:pt x="2247007" y="4344963"/>
                  </a:lnTo>
                  <a:lnTo>
                    <a:pt x="2247133" y="4344963"/>
                  </a:lnTo>
                  <a:lnTo>
                    <a:pt x="2247385" y="4344963"/>
                  </a:lnTo>
                  <a:lnTo>
                    <a:pt x="2247511" y="4344963"/>
                  </a:lnTo>
                  <a:lnTo>
                    <a:pt x="2248016" y="4344963"/>
                  </a:lnTo>
                  <a:lnTo>
                    <a:pt x="2248142" y="4344963"/>
                  </a:lnTo>
                  <a:lnTo>
                    <a:pt x="2248268" y="4344963"/>
                  </a:lnTo>
                  <a:lnTo>
                    <a:pt x="2248520" y="4344963"/>
                  </a:lnTo>
                  <a:lnTo>
                    <a:pt x="2248772" y="4344963"/>
                  </a:lnTo>
                  <a:lnTo>
                    <a:pt x="2248898" y="4344963"/>
                  </a:lnTo>
                  <a:lnTo>
                    <a:pt x="2249024" y="4344963"/>
                  </a:lnTo>
                  <a:lnTo>
                    <a:pt x="2249150" y="4344963"/>
                  </a:lnTo>
                  <a:lnTo>
                    <a:pt x="2249907" y="4344963"/>
                  </a:lnTo>
                  <a:lnTo>
                    <a:pt x="2250033" y="4344963"/>
                  </a:lnTo>
                  <a:lnTo>
                    <a:pt x="2250159" y="4344963"/>
                  </a:lnTo>
                  <a:lnTo>
                    <a:pt x="2250285" y="4344963"/>
                  </a:lnTo>
                  <a:lnTo>
                    <a:pt x="2250411" y="4344963"/>
                  </a:lnTo>
                  <a:lnTo>
                    <a:pt x="2250537" y="4344963"/>
                  </a:lnTo>
                  <a:lnTo>
                    <a:pt x="2251042" y="4344963"/>
                  </a:lnTo>
                  <a:lnTo>
                    <a:pt x="2251168" y="4344963"/>
                  </a:lnTo>
                  <a:lnTo>
                    <a:pt x="2251294" y="4344963"/>
                  </a:lnTo>
                  <a:lnTo>
                    <a:pt x="2251924" y="4344963"/>
                  </a:lnTo>
                  <a:lnTo>
                    <a:pt x="2252050" y="4344963"/>
                  </a:lnTo>
                  <a:lnTo>
                    <a:pt x="2252303" y="4344963"/>
                  </a:lnTo>
                  <a:lnTo>
                    <a:pt x="2252429" y="4344963"/>
                  </a:lnTo>
                  <a:lnTo>
                    <a:pt x="2252555" y="4344963"/>
                  </a:lnTo>
                  <a:lnTo>
                    <a:pt x="2252681" y="4344963"/>
                  </a:lnTo>
                  <a:lnTo>
                    <a:pt x="2252807" y="4344963"/>
                  </a:lnTo>
                  <a:lnTo>
                    <a:pt x="2252933" y="4344963"/>
                  </a:lnTo>
                  <a:lnTo>
                    <a:pt x="2253690" y="4344963"/>
                  </a:lnTo>
                  <a:lnTo>
                    <a:pt x="2253816" y="4344963"/>
                  </a:lnTo>
                  <a:lnTo>
                    <a:pt x="2253942" y="4344963"/>
                  </a:lnTo>
                  <a:lnTo>
                    <a:pt x="2254698" y="4344963"/>
                  </a:lnTo>
                  <a:lnTo>
                    <a:pt x="2255203" y="4339684"/>
                  </a:lnTo>
                  <a:lnTo>
                    <a:pt x="2255329" y="4339684"/>
                  </a:lnTo>
                  <a:lnTo>
                    <a:pt x="2255581" y="4339684"/>
                  </a:lnTo>
                  <a:lnTo>
                    <a:pt x="2255833" y="4339684"/>
                  </a:lnTo>
                  <a:lnTo>
                    <a:pt x="2256085" y="4339684"/>
                  </a:lnTo>
                  <a:lnTo>
                    <a:pt x="2256337" y="4339684"/>
                  </a:lnTo>
                  <a:lnTo>
                    <a:pt x="2256968" y="4339684"/>
                  </a:lnTo>
                  <a:lnTo>
                    <a:pt x="2257094" y="4339684"/>
                  </a:lnTo>
                  <a:lnTo>
                    <a:pt x="2257346" y="4339684"/>
                  </a:lnTo>
                  <a:lnTo>
                    <a:pt x="2257598" y="4339684"/>
                  </a:lnTo>
                  <a:lnTo>
                    <a:pt x="2257850" y="4339684"/>
                  </a:lnTo>
                  <a:lnTo>
                    <a:pt x="2257977" y="4334404"/>
                  </a:lnTo>
                  <a:lnTo>
                    <a:pt x="2258103" y="4334404"/>
                  </a:lnTo>
                  <a:lnTo>
                    <a:pt x="2258229" y="4334404"/>
                  </a:lnTo>
                  <a:lnTo>
                    <a:pt x="2258355" y="4334404"/>
                  </a:lnTo>
                  <a:lnTo>
                    <a:pt x="2258481" y="4334404"/>
                  </a:lnTo>
                  <a:lnTo>
                    <a:pt x="2258607" y="4334404"/>
                  </a:lnTo>
                  <a:lnTo>
                    <a:pt x="2258733" y="4334404"/>
                  </a:lnTo>
                  <a:lnTo>
                    <a:pt x="2258859" y="4334404"/>
                  </a:lnTo>
                  <a:lnTo>
                    <a:pt x="2258985" y="4334404"/>
                  </a:lnTo>
                  <a:lnTo>
                    <a:pt x="2259111" y="4334404"/>
                  </a:lnTo>
                  <a:lnTo>
                    <a:pt x="2259237" y="4334404"/>
                  </a:lnTo>
                  <a:lnTo>
                    <a:pt x="2259364" y="4334404"/>
                  </a:lnTo>
                  <a:lnTo>
                    <a:pt x="2259490" y="4334404"/>
                  </a:lnTo>
                  <a:lnTo>
                    <a:pt x="2259616" y="4334404"/>
                  </a:lnTo>
                  <a:lnTo>
                    <a:pt x="2259742" y="4334404"/>
                  </a:lnTo>
                  <a:lnTo>
                    <a:pt x="2259868" y="4334404"/>
                  </a:lnTo>
                  <a:lnTo>
                    <a:pt x="2259994" y="4334404"/>
                  </a:lnTo>
                  <a:lnTo>
                    <a:pt x="2260498" y="4334404"/>
                  </a:lnTo>
                  <a:lnTo>
                    <a:pt x="2260750" y="4334404"/>
                  </a:lnTo>
                  <a:lnTo>
                    <a:pt x="2260877" y="4334404"/>
                  </a:lnTo>
                  <a:lnTo>
                    <a:pt x="2261255" y="4334404"/>
                  </a:lnTo>
                  <a:lnTo>
                    <a:pt x="2261507" y="4334404"/>
                  </a:lnTo>
                  <a:lnTo>
                    <a:pt x="2261885" y="4334404"/>
                  </a:lnTo>
                  <a:lnTo>
                    <a:pt x="2262011" y="4334404"/>
                  </a:lnTo>
                  <a:lnTo>
                    <a:pt x="2262137" y="4334404"/>
                  </a:lnTo>
                  <a:lnTo>
                    <a:pt x="2262516" y="4334404"/>
                  </a:lnTo>
                  <a:lnTo>
                    <a:pt x="2262642" y="4334404"/>
                  </a:lnTo>
                  <a:lnTo>
                    <a:pt x="2262768" y="4334404"/>
                  </a:lnTo>
                  <a:lnTo>
                    <a:pt x="2263020" y="4334404"/>
                  </a:lnTo>
                  <a:lnTo>
                    <a:pt x="2263146" y="4334404"/>
                  </a:lnTo>
                  <a:lnTo>
                    <a:pt x="2263524" y="4329125"/>
                  </a:lnTo>
                  <a:lnTo>
                    <a:pt x="2263650" y="4329125"/>
                  </a:lnTo>
                  <a:lnTo>
                    <a:pt x="2263777" y="4329125"/>
                  </a:lnTo>
                  <a:lnTo>
                    <a:pt x="2264029" y="4329125"/>
                  </a:lnTo>
                  <a:lnTo>
                    <a:pt x="2264155" y="4329125"/>
                  </a:lnTo>
                  <a:lnTo>
                    <a:pt x="2264281" y="4329125"/>
                  </a:lnTo>
                  <a:lnTo>
                    <a:pt x="2264407" y="4329125"/>
                  </a:lnTo>
                  <a:lnTo>
                    <a:pt x="2264659" y="4329125"/>
                  </a:lnTo>
                  <a:lnTo>
                    <a:pt x="2264785" y="4329125"/>
                  </a:lnTo>
                  <a:lnTo>
                    <a:pt x="2264911" y="4329125"/>
                  </a:lnTo>
                  <a:lnTo>
                    <a:pt x="2265164" y="4329125"/>
                  </a:lnTo>
                  <a:lnTo>
                    <a:pt x="2265668" y="4329125"/>
                  </a:lnTo>
                  <a:lnTo>
                    <a:pt x="2266046" y="4329125"/>
                  </a:lnTo>
                  <a:lnTo>
                    <a:pt x="2266298" y="4329125"/>
                  </a:lnTo>
                  <a:lnTo>
                    <a:pt x="2266424" y="4329125"/>
                  </a:lnTo>
                  <a:lnTo>
                    <a:pt x="2266551" y="4329125"/>
                  </a:lnTo>
                  <a:lnTo>
                    <a:pt x="2266803" y="4329125"/>
                  </a:lnTo>
                  <a:lnTo>
                    <a:pt x="2266929" y="4329125"/>
                  </a:lnTo>
                  <a:lnTo>
                    <a:pt x="2267055" y="4329125"/>
                  </a:lnTo>
                  <a:lnTo>
                    <a:pt x="2267685" y="4329125"/>
                  </a:lnTo>
                  <a:lnTo>
                    <a:pt x="2267811" y="4329125"/>
                  </a:lnTo>
                  <a:lnTo>
                    <a:pt x="2267937" y="4329125"/>
                  </a:lnTo>
                  <a:lnTo>
                    <a:pt x="2268064" y="4329125"/>
                  </a:lnTo>
                  <a:lnTo>
                    <a:pt x="2268316" y="4329125"/>
                  </a:lnTo>
                  <a:lnTo>
                    <a:pt x="2268694" y="4329125"/>
                  </a:lnTo>
                  <a:lnTo>
                    <a:pt x="2269829" y="4329125"/>
                  </a:lnTo>
                  <a:lnTo>
                    <a:pt x="2270081" y="4329125"/>
                  </a:lnTo>
                  <a:lnTo>
                    <a:pt x="2270333" y="4329125"/>
                  </a:lnTo>
                  <a:lnTo>
                    <a:pt x="2270585" y="4329125"/>
                  </a:lnTo>
                  <a:lnTo>
                    <a:pt x="2270837" y="4329125"/>
                  </a:lnTo>
                  <a:lnTo>
                    <a:pt x="2270964" y="4329125"/>
                  </a:lnTo>
                  <a:lnTo>
                    <a:pt x="2271090" y="4329125"/>
                  </a:lnTo>
                  <a:lnTo>
                    <a:pt x="2271342" y="4329125"/>
                  </a:lnTo>
                  <a:lnTo>
                    <a:pt x="2271594" y="4329125"/>
                  </a:lnTo>
                  <a:lnTo>
                    <a:pt x="2271846" y="4329125"/>
                  </a:lnTo>
                  <a:lnTo>
                    <a:pt x="2271972" y="4329125"/>
                  </a:lnTo>
                  <a:lnTo>
                    <a:pt x="2272224" y="4329125"/>
                  </a:lnTo>
                  <a:lnTo>
                    <a:pt x="2272477" y="4329125"/>
                  </a:lnTo>
                  <a:lnTo>
                    <a:pt x="2273359" y="4329125"/>
                  </a:lnTo>
                  <a:lnTo>
                    <a:pt x="2273738" y="4329125"/>
                  </a:lnTo>
                  <a:lnTo>
                    <a:pt x="2273864" y="4329125"/>
                  </a:lnTo>
                  <a:lnTo>
                    <a:pt x="2274116" y="4323846"/>
                  </a:lnTo>
                  <a:lnTo>
                    <a:pt x="2274242" y="4323846"/>
                  </a:lnTo>
                  <a:lnTo>
                    <a:pt x="2274368" y="4323846"/>
                  </a:lnTo>
                  <a:lnTo>
                    <a:pt x="2274872" y="4323846"/>
                  </a:lnTo>
                  <a:lnTo>
                    <a:pt x="2275251" y="4323846"/>
                  </a:lnTo>
                  <a:lnTo>
                    <a:pt x="2275377" y="4318566"/>
                  </a:lnTo>
                  <a:lnTo>
                    <a:pt x="2276007" y="4318566"/>
                  </a:lnTo>
                  <a:lnTo>
                    <a:pt x="2276385" y="4318566"/>
                  </a:lnTo>
                  <a:lnTo>
                    <a:pt x="2276511" y="4318566"/>
                  </a:lnTo>
                  <a:lnTo>
                    <a:pt x="2276638" y="4318566"/>
                  </a:lnTo>
                  <a:lnTo>
                    <a:pt x="2277016" y="4318566"/>
                  </a:lnTo>
                  <a:lnTo>
                    <a:pt x="2277142" y="4318566"/>
                  </a:lnTo>
                  <a:lnTo>
                    <a:pt x="2277268" y="4318566"/>
                  </a:lnTo>
                  <a:lnTo>
                    <a:pt x="2277394" y="4318566"/>
                  </a:lnTo>
                  <a:lnTo>
                    <a:pt x="2277520" y="4318566"/>
                  </a:lnTo>
                  <a:lnTo>
                    <a:pt x="2277646" y="4318566"/>
                  </a:lnTo>
                  <a:lnTo>
                    <a:pt x="2277772" y="4318566"/>
                  </a:lnTo>
                  <a:lnTo>
                    <a:pt x="2278403" y="4318566"/>
                  </a:lnTo>
                  <a:lnTo>
                    <a:pt x="2278781" y="4313287"/>
                  </a:lnTo>
                  <a:lnTo>
                    <a:pt x="2279033" y="4313287"/>
                  </a:lnTo>
                  <a:lnTo>
                    <a:pt x="2279285" y="4313287"/>
                  </a:lnTo>
                  <a:lnTo>
                    <a:pt x="2279790" y="4313287"/>
                  </a:lnTo>
                  <a:lnTo>
                    <a:pt x="2279916" y="4313287"/>
                  </a:lnTo>
                  <a:lnTo>
                    <a:pt x="2280042" y="4313287"/>
                  </a:lnTo>
                  <a:lnTo>
                    <a:pt x="2280168" y="4313287"/>
                  </a:lnTo>
                  <a:lnTo>
                    <a:pt x="2280672" y="4313287"/>
                  </a:lnTo>
                  <a:lnTo>
                    <a:pt x="2280798" y="4313287"/>
                  </a:lnTo>
                  <a:lnTo>
                    <a:pt x="2280924" y="4313287"/>
                  </a:lnTo>
                  <a:lnTo>
                    <a:pt x="2281303" y="4313287"/>
                  </a:lnTo>
                  <a:lnTo>
                    <a:pt x="2281933" y="4313287"/>
                  </a:lnTo>
                  <a:lnTo>
                    <a:pt x="2282059" y="4313287"/>
                  </a:lnTo>
                  <a:lnTo>
                    <a:pt x="2282185" y="4313287"/>
                  </a:lnTo>
                  <a:lnTo>
                    <a:pt x="2282311" y="4313287"/>
                  </a:lnTo>
                  <a:lnTo>
                    <a:pt x="2282564" y="4313287"/>
                  </a:lnTo>
                  <a:lnTo>
                    <a:pt x="2283068" y="4313287"/>
                  </a:lnTo>
                  <a:lnTo>
                    <a:pt x="2283194" y="4313287"/>
                  </a:lnTo>
                  <a:lnTo>
                    <a:pt x="2283446" y="4313287"/>
                  </a:lnTo>
                  <a:lnTo>
                    <a:pt x="2283825" y="4313287"/>
                  </a:lnTo>
                  <a:lnTo>
                    <a:pt x="2283951" y="4313287"/>
                  </a:lnTo>
                  <a:lnTo>
                    <a:pt x="2284077" y="4313287"/>
                  </a:lnTo>
                  <a:lnTo>
                    <a:pt x="2284203" y="4313287"/>
                  </a:lnTo>
                  <a:lnTo>
                    <a:pt x="2284581" y="4313287"/>
                  </a:lnTo>
                  <a:lnTo>
                    <a:pt x="2284833" y="4313287"/>
                  </a:lnTo>
                  <a:lnTo>
                    <a:pt x="2284959" y="4313287"/>
                  </a:lnTo>
                  <a:lnTo>
                    <a:pt x="2285085" y="4313287"/>
                  </a:lnTo>
                  <a:lnTo>
                    <a:pt x="2285464" y="4313287"/>
                  </a:lnTo>
                  <a:lnTo>
                    <a:pt x="2285590" y="4313287"/>
                  </a:lnTo>
                  <a:lnTo>
                    <a:pt x="2285716" y="4313287"/>
                  </a:lnTo>
                  <a:lnTo>
                    <a:pt x="2285842" y="4313287"/>
                  </a:lnTo>
                  <a:lnTo>
                    <a:pt x="2286472" y="4313287"/>
                  </a:lnTo>
                  <a:lnTo>
                    <a:pt x="2286598" y="4313287"/>
                  </a:lnTo>
                  <a:lnTo>
                    <a:pt x="2286851" y="4313287"/>
                  </a:lnTo>
                  <a:lnTo>
                    <a:pt x="2287103" y="4313287"/>
                  </a:lnTo>
                  <a:lnTo>
                    <a:pt x="2287355" y="4313287"/>
                  </a:lnTo>
                  <a:lnTo>
                    <a:pt x="2287607" y="4313287"/>
                  </a:lnTo>
                  <a:lnTo>
                    <a:pt x="2288111" y="4308007"/>
                  </a:lnTo>
                  <a:lnTo>
                    <a:pt x="2288238" y="4308007"/>
                  </a:lnTo>
                  <a:lnTo>
                    <a:pt x="2288364" y="4308007"/>
                  </a:lnTo>
                  <a:lnTo>
                    <a:pt x="2289372" y="4302728"/>
                  </a:lnTo>
                  <a:lnTo>
                    <a:pt x="2289498" y="4302728"/>
                  </a:lnTo>
                  <a:lnTo>
                    <a:pt x="2289625" y="4302728"/>
                  </a:lnTo>
                  <a:lnTo>
                    <a:pt x="2289877" y="4302728"/>
                  </a:lnTo>
                  <a:lnTo>
                    <a:pt x="2290003" y="4302728"/>
                  </a:lnTo>
                  <a:lnTo>
                    <a:pt x="2290129" y="4302728"/>
                  </a:lnTo>
                  <a:lnTo>
                    <a:pt x="2290381" y="4302728"/>
                  </a:lnTo>
                  <a:lnTo>
                    <a:pt x="2290633" y="4302728"/>
                  </a:lnTo>
                  <a:lnTo>
                    <a:pt x="2290885" y="4302728"/>
                  </a:lnTo>
                  <a:lnTo>
                    <a:pt x="2291516" y="4302728"/>
                  </a:lnTo>
                  <a:lnTo>
                    <a:pt x="2292020" y="4302728"/>
                  </a:lnTo>
                  <a:lnTo>
                    <a:pt x="2292272" y="4302728"/>
                  </a:lnTo>
                  <a:lnTo>
                    <a:pt x="2292398" y="4302728"/>
                  </a:lnTo>
                  <a:lnTo>
                    <a:pt x="2292651" y="4302728"/>
                  </a:lnTo>
                  <a:lnTo>
                    <a:pt x="2292903" y="4302728"/>
                  </a:lnTo>
                  <a:lnTo>
                    <a:pt x="2293155" y="4302728"/>
                  </a:lnTo>
                  <a:lnTo>
                    <a:pt x="2293281" y="4302728"/>
                  </a:lnTo>
                  <a:lnTo>
                    <a:pt x="2293785" y="4302728"/>
                  </a:lnTo>
                  <a:lnTo>
                    <a:pt x="2294542" y="4302728"/>
                  </a:lnTo>
                  <a:lnTo>
                    <a:pt x="2294668" y="4302728"/>
                  </a:lnTo>
                  <a:lnTo>
                    <a:pt x="2294794" y="4302728"/>
                  </a:lnTo>
                  <a:lnTo>
                    <a:pt x="2294920" y="4302728"/>
                  </a:lnTo>
                  <a:lnTo>
                    <a:pt x="2295172" y="4302728"/>
                  </a:lnTo>
                  <a:lnTo>
                    <a:pt x="2295425" y="4302728"/>
                  </a:lnTo>
                  <a:lnTo>
                    <a:pt x="2295677" y="4302728"/>
                  </a:lnTo>
                  <a:lnTo>
                    <a:pt x="2295803" y="4302728"/>
                  </a:lnTo>
                  <a:lnTo>
                    <a:pt x="2296307" y="4302728"/>
                  </a:lnTo>
                  <a:lnTo>
                    <a:pt x="2296685" y="4302728"/>
                  </a:lnTo>
                  <a:lnTo>
                    <a:pt x="2297064" y="4302728"/>
                  </a:lnTo>
                  <a:lnTo>
                    <a:pt x="2297190" y="4302728"/>
                  </a:lnTo>
                  <a:lnTo>
                    <a:pt x="2297568" y="4302728"/>
                  </a:lnTo>
                  <a:lnTo>
                    <a:pt x="2297946" y="4302728"/>
                  </a:lnTo>
                  <a:lnTo>
                    <a:pt x="2298072" y="4302728"/>
                  </a:lnTo>
                  <a:lnTo>
                    <a:pt x="2298577" y="4302728"/>
                  </a:lnTo>
                  <a:lnTo>
                    <a:pt x="2298703" y="4302728"/>
                  </a:lnTo>
                  <a:lnTo>
                    <a:pt x="2298829" y="4302728"/>
                  </a:lnTo>
                  <a:lnTo>
                    <a:pt x="2298955" y="4302728"/>
                  </a:lnTo>
                  <a:lnTo>
                    <a:pt x="2299081" y="4302728"/>
                  </a:lnTo>
                  <a:lnTo>
                    <a:pt x="2299207" y="4302728"/>
                  </a:lnTo>
                  <a:lnTo>
                    <a:pt x="2299459" y="4302728"/>
                  </a:lnTo>
                  <a:lnTo>
                    <a:pt x="2299585" y="4302728"/>
                  </a:lnTo>
                  <a:lnTo>
                    <a:pt x="2300090" y="4302728"/>
                  </a:lnTo>
                  <a:lnTo>
                    <a:pt x="2300216" y="4302728"/>
                  </a:lnTo>
                  <a:lnTo>
                    <a:pt x="2301603" y="4297448"/>
                  </a:lnTo>
                  <a:lnTo>
                    <a:pt x="2301729" y="4297448"/>
                  </a:lnTo>
                  <a:lnTo>
                    <a:pt x="2301855" y="4297448"/>
                  </a:lnTo>
                  <a:lnTo>
                    <a:pt x="2301981" y="4297448"/>
                  </a:lnTo>
                  <a:lnTo>
                    <a:pt x="2302107" y="4297448"/>
                  </a:lnTo>
                  <a:lnTo>
                    <a:pt x="2302485" y="4297448"/>
                  </a:lnTo>
                  <a:lnTo>
                    <a:pt x="2302738" y="4297448"/>
                  </a:lnTo>
                  <a:lnTo>
                    <a:pt x="2303116" y="4297448"/>
                  </a:lnTo>
                  <a:lnTo>
                    <a:pt x="2303242" y="4297448"/>
                  </a:lnTo>
                  <a:lnTo>
                    <a:pt x="2303368" y="4297448"/>
                  </a:lnTo>
                  <a:lnTo>
                    <a:pt x="2303494" y="4297448"/>
                  </a:lnTo>
                  <a:lnTo>
                    <a:pt x="2303746" y="4297448"/>
                  </a:lnTo>
                  <a:lnTo>
                    <a:pt x="2303999" y="4297448"/>
                  </a:lnTo>
                  <a:lnTo>
                    <a:pt x="2304125" y="4297448"/>
                  </a:lnTo>
                  <a:lnTo>
                    <a:pt x="2304377" y="4297448"/>
                  </a:lnTo>
                  <a:lnTo>
                    <a:pt x="2304503" y="4297448"/>
                  </a:lnTo>
                  <a:lnTo>
                    <a:pt x="2304503" y="4292169"/>
                  </a:lnTo>
                  <a:lnTo>
                    <a:pt x="2304629" y="4292169"/>
                  </a:lnTo>
                  <a:lnTo>
                    <a:pt x="2304881" y="4292169"/>
                  </a:lnTo>
                  <a:lnTo>
                    <a:pt x="2305007" y="4292169"/>
                  </a:lnTo>
                  <a:lnTo>
                    <a:pt x="2305133" y="4292169"/>
                  </a:lnTo>
                  <a:lnTo>
                    <a:pt x="2305259" y="4292169"/>
                  </a:lnTo>
                  <a:lnTo>
                    <a:pt x="2305385" y="4292169"/>
                  </a:lnTo>
                  <a:lnTo>
                    <a:pt x="2305512" y="4292169"/>
                  </a:lnTo>
                  <a:lnTo>
                    <a:pt x="2306016" y="4292169"/>
                  </a:lnTo>
                  <a:lnTo>
                    <a:pt x="2306142" y="4292169"/>
                  </a:lnTo>
                  <a:lnTo>
                    <a:pt x="2306394" y="4286890"/>
                  </a:lnTo>
                  <a:lnTo>
                    <a:pt x="2306520" y="4286890"/>
                  </a:lnTo>
                  <a:lnTo>
                    <a:pt x="2306646" y="4286890"/>
                  </a:lnTo>
                  <a:lnTo>
                    <a:pt x="2307025" y="4286890"/>
                  </a:lnTo>
                  <a:lnTo>
                    <a:pt x="2307151" y="4286890"/>
                  </a:lnTo>
                  <a:lnTo>
                    <a:pt x="2307277" y="4286890"/>
                  </a:lnTo>
                  <a:lnTo>
                    <a:pt x="2307403" y="4286890"/>
                  </a:lnTo>
                  <a:lnTo>
                    <a:pt x="2307529" y="4286890"/>
                  </a:lnTo>
                  <a:lnTo>
                    <a:pt x="2307655" y="4281610"/>
                  </a:lnTo>
                  <a:lnTo>
                    <a:pt x="2308033" y="4281610"/>
                  </a:lnTo>
                  <a:lnTo>
                    <a:pt x="2308412" y="4281610"/>
                  </a:lnTo>
                  <a:lnTo>
                    <a:pt x="2308916" y="4281610"/>
                  </a:lnTo>
                  <a:lnTo>
                    <a:pt x="2309168" y="4281610"/>
                  </a:lnTo>
                  <a:lnTo>
                    <a:pt x="2309294" y="4281610"/>
                  </a:lnTo>
                  <a:lnTo>
                    <a:pt x="2309672" y="4276331"/>
                  </a:lnTo>
                  <a:lnTo>
                    <a:pt x="2309925" y="4276331"/>
                  </a:lnTo>
                  <a:lnTo>
                    <a:pt x="2310429" y="4276331"/>
                  </a:lnTo>
                  <a:lnTo>
                    <a:pt x="2310555" y="4276331"/>
                  </a:lnTo>
                  <a:lnTo>
                    <a:pt x="2311312" y="4276331"/>
                  </a:lnTo>
                  <a:lnTo>
                    <a:pt x="2311816" y="4276331"/>
                  </a:lnTo>
                  <a:lnTo>
                    <a:pt x="2312068" y="4276331"/>
                  </a:lnTo>
                  <a:lnTo>
                    <a:pt x="2312320" y="4276331"/>
                  </a:lnTo>
                  <a:lnTo>
                    <a:pt x="2312699" y="4276331"/>
                  </a:lnTo>
                  <a:lnTo>
                    <a:pt x="2312825" y="4276331"/>
                  </a:lnTo>
                  <a:lnTo>
                    <a:pt x="2312951" y="4276331"/>
                  </a:lnTo>
                  <a:lnTo>
                    <a:pt x="2313203" y="4276331"/>
                  </a:lnTo>
                  <a:lnTo>
                    <a:pt x="2313329" y="4276331"/>
                  </a:lnTo>
                  <a:lnTo>
                    <a:pt x="2313707" y="4276331"/>
                  </a:lnTo>
                  <a:lnTo>
                    <a:pt x="2314338" y="4276331"/>
                  </a:lnTo>
                  <a:lnTo>
                    <a:pt x="2314590" y="4271051"/>
                  </a:lnTo>
                  <a:lnTo>
                    <a:pt x="2314842" y="4271051"/>
                  </a:lnTo>
                  <a:lnTo>
                    <a:pt x="2315094" y="4271051"/>
                  </a:lnTo>
                  <a:lnTo>
                    <a:pt x="2315220" y="4271051"/>
                  </a:lnTo>
                  <a:lnTo>
                    <a:pt x="2315346" y="4271051"/>
                  </a:lnTo>
                  <a:lnTo>
                    <a:pt x="2315599" y="4271051"/>
                  </a:lnTo>
                  <a:lnTo>
                    <a:pt x="2316229" y="4271051"/>
                  </a:lnTo>
                  <a:lnTo>
                    <a:pt x="2316355" y="4271051"/>
                  </a:lnTo>
                  <a:lnTo>
                    <a:pt x="2316607" y="4271051"/>
                  </a:lnTo>
                  <a:lnTo>
                    <a:pt x="2316986" y="4271051"/>
                  </a:lnTo>
                  <a:lnTo>
                    <a:pt x="2317238" y="4271051"/>
                  </a:lnTo>
                  <a:lnTo>
                    <a:pt x="2317238" y="4265772"/>
                  </a:lnTo>
                  <a:lnTo>
                    <a:pt x="2317616" y="4265772"/>
                  </a:lnTo>
                  <a:lnTo>
                    <a:pt x="2317742" y="4265772"/>
                  </a:lnTo>
                  <a:lnTo>
                    <a:pt x="2317868" y="4265772"/>
                  </a:lnTo>
                  <a:lnTo>
                    <a:pt x="2317994" y="4260493"/>
                  </a:lnTo>
                  <a:lnTo>
                    <a:pt x="2318373" y="4260493"/>
                  </a:lnTo>
                  <a:lnTo>
                    <a:pt x="2318499" y="4260493"/>
                  </a:lnTo>
                  <a:lnTo>
                    <a:pt x="2318625" y="4260493"/>
                  </a:lnTo>
                  <a:lnTo>
                    <a:pt x="2318751" y="4260493"/>
                  </a:lnTo>
                  <a:lnTo>
                    <a:pt x="2319633" y="4255213"/>
                  </a:lnTo>
                  <a:lnTo>
                    <a:pt x="2320012" y="4255213"/>
                  </a:lnTo>
                  <a:lnTo>
                    <a:pt x="2320138" y="4255213"/>
                  </a:lnTo>
                  <a:lnTo>
                    <a:pt x="2320390" y="4255213"/>
                  </a:lnTo>
                  <a:lnTo>
                    <a:pt x="2320516" y="4255213"/>
                  </a:lnTo>
                  <a:lnTo>
                    <a:pt x="2320642" y="4255213"/>
                  </a:lnTo>
                  <a:lnTo>
                    <a:pt x="2320768" y="4255213"/>
                  </a:lnTo>
                  <a:lnTo>
                    <a:pt x="2321399" y="4255213"/>
                  </a:lnTo>
                  <a:lnTo>
                    <a:pt x="2321525" y="4255213"/>
                  </a:lnTo>
                  <a:lnTo>
                    <a:pt x="2322029" y="4255213"/>
                  </a:lnTo>
                  <a:lnTo>
                    <a:pt x="2322407" y="4255213"/>
                  </a:lnTo>
                  <a:lnTo>
                    <a:pt x="2322533" y="4255213"/>
                  </a:lnTo>
                  <a:lnTo>
                    <a:pt x="2322659" y="4255213"/>
                  </a:lnTo>
                  <a:lnTo>
                    <a:pt x="2322786" y="4255213"/>
                  </a:lnTo>
                  <a:lnTo>
                    <a:pt x="2322912" y="4255213"/>
                  </a:lnTo>
                  <a:lnTo>
                    <a:pt x="2323542" y="4255213"/>
                  </a:lnTo>
                  <a:lnTo>
                    <a:pt x="2323668" y="4255213"/>
                  </a:lnTo>
                  <a:lnTo>
                    <a:pt x="2323794" y="4255213"/>
                  </a:lnTo>
                  <a:lnTo>
                    <a:pt x="2323920" y="4255213"/>
                  </a:lnTo>
                  <a:lnTo>
                    <a:pt x="2324677" y="4255213"/>
                  </a:lnTo>
                  <a:lnTo>
                    <a:pt x="2324803" y="4255213"/>
                  </a:lnTo>
                  <a:lnTo>
                    <a:pt x="2325307" y="4255213"/>
                  </a:lnTo>
                  <a:lnTo>
                    <a:pt x="2325433" y="4255213"/>
                  </a:lnTo>
                  <a:lnTo>
                    <a:pt x="2325560" y="4255213"/>
                  </a:lnTo>
                  <a:lnTo>
                    <a:pt x="2325686" y="4255213"/>
                  </a:lnTo>
                  <a:lnTo>
                    <a:pt x="2325812" y="4255213"/>
                  </a:lnTo>
                  <a:lnTo>
                    <a:pt x="2325938" y="4255213"/>
                  </a:lnTo>
                  <a:lnTo>
                    <a:pt x="2326442" y="4255213"/>
                  </a:lnTo>
                  <a:lnTo>
                    <a:pt x="2326946" y="4255213"/>
                  </a:lnTo>
                  <a:lnTo>
                    <a:pt x="2327073" y="4255213"/>
                  </a:lnTo>
                  <a:lnTo>
                    <a:pt x="2327451" y="4255213"/>
                  </a:lnTo>
                  <a:lnTo>
                    <a:pt x="2327577" y="4255213"/>
                  </a:lnTo>
                  <a:lnTo>
                    <a:pt x="2327703" y="4255213"/>
                  </a:lnTo>
                  <a:lnTo>
                    <a:pt x="2328081" y="4255213"/>
                  </a:lnTo>
                  <a:lnTo>
                    <a:pt x="2328333" y="4255213"/>
                  </a:lnTo>
                  <a:lnTo>
                    <a:pt x="2328964" y="4255213"/>
                  </a:lnTo>
                  <a:lnTo>
                    <a:pt x="2329216" y="4255213"/>
                  </a:lnTo>
                  <a:lnTo>
                    <a:pt x="2329594" y="4255213"/>
                  </a:lnTo>
                  <a:lnTo>
                    <a:pt x="2329846" y="4255213"/>
                  </a:lnTo>
                  <a:lnTo>
                    <a:pt x="2330225" y="4255213"/>
                  </a:lnTo>
                  <a:lnTo>
                    <a:pt x="2330351" y="4255213"/>
                  </a:lnTo>
                  <a:lnTo>
                    <a:pt x="2330477" y="4255213"/>
                  </a:lnTo>
                  <a:lnTo>
                    <a:pt x="2330729" y="4255213"/>
                  </a:lnTo>
                  <a:lnTo>
                    <a:pt x="2330981" y="4255213"/>
                  </a:lnTo>
                  <a:lnTo>
                    <a:pt x="2331107" y="4255213"/>
                  </a:lnTo>
                  <a:lnTo>
                    <a:pt x="2331612" y="4255213"/>
                  </a:lnTo>
                  <a:lnTo>
                    <a:pt x="2331864" y="4255213"/>
                  </a:lnTo>
                  <a:lnTo>
                    <a:pt x="2331990" y="4255213"/>
                  </a:lnTo>
                  <a:lnTo>
                    <a:pt x="2332368" y="4255213"/>
                  </a:lnTo>
                  <a:lnTo>
                    <a:pt x="2332494" y="4255213"/>
                  </a:lnTo>
                  <a:lnTo>
                    <a:pt x="2332999" y="4255213"/>
                  </a:lnTo>
                  <a:lnTo>
                    <a:pt x="2333377" y="4255213"/>
                  </a:lnTo>
                  <a:lnTo>
                    <a:pt x="2333503" y="4255213"/>
                  </a:lnTo>
                  <a:lnTo>
                    <a:pt x="2333755" y="4255213"/>
                  </a:lnTo>
                  <a:lnTo>
                    <a:pt x="2334007" y="4255213"/>
                  </a:lnTo>
                  <a:lnTo>
                    <a:pt x="2334260" y="4255213"/>
                  </a:lnTo>
                  <a:lnTo>
                    <a:pt x="2334512" y="4255213"/>
                  </a:lnTo>
                  <a:lnTo>
                    <a:pt x="2334638" y="4255213"/>
                  </a:lnTo>
                  <a:lnTo>
                    <a:pt x="2334764" y="4255213"/>
                  </a:lnTo>
                  <a:lnTo>
                    <a:pt x="2334890" y="4255213"/>
                  </a:lnTo>
                  <a:lnTo>
                    <a:pt x="2335394" y="4255213"/>
                  </a:lnTo>
                  <a:lnTo>
                    <a:pt x="2336025" y="4255213"/>
                  </a:lnTo>
                  <a:lnTo>
                    <a:pt x="2336277" y="4255213"/>
                  </a:lnTo>
                  <a:lnTo>
                    <a:pt x="2336403" y="4255213"/>
                  </a:lnTo>
                  <a:lnTo>
                    <a:pt x="2336529" y="4255213"/>
                  </a:lnTo>
                  <a:lnTo>
                    <a:pt x="2336655" y="4255213"/>
                  </a:lnTo>
                  <a:lnTo>
                    <a:pt x="2336907" y="4255213"/>
                  </a:lnTo>
                  <a:lnTo>
                    <a:pt x="2337033" y="4255213"/>
                  </a:lnTo>
                  <a:lnTo>
                    <a:pt x="2337412" y="4255213"/>
                  </a:lnTo>
                  <a:lnTo>
                    <a:pt x="2337538" y="4255213"/>
                  </a:lnTo>
                  <a:lnTo>
                    <a:pt x="2337790" y="4255213"/>
                  </a:lnTo>
                  <a:lnTo>
                    <a:pt x="2338420" y="4255213"/>
                  </a:lnTo>
                  <a:lnTo>
                    <a:pt x="2338547" y="4255213"/>
                  </a:lnTo>
                  <a:lnTo>
                    <a:pt x="2338673" y="4255213"/>
                  </a:lnTo>
                  <a:lnTo>
                    <a:pt x="2338799" y="4255213"/>
                  </a:lnTo>
                  <a:lnTo>
                    <a:pt x="2339051" y="4255213"/>
                  </a:lnTo>
                  <a:lnTo>
                    <a:pt x="2339177" y="4255213"/>
                  </a:lnTo>
                  <a:lnTo>
                    <a:pt x="2339303" y="4255213"/>
                  </a:lnTo>
                  <a:lnTo>
                    <a:pt x="2339555" y="4255213"/>
                  </a:lnTo>
                  <a:lnTo>
                    <a:pt x="2339681" y="4255213"/>
                  </a:lnTo>
                  <a:lnTo>
                    <a:pt x="2339807" y="4255213"/>
                  </a:lnTo>
                  <a:lnTo>
                    <a:pt x="2340060" y="4255213"/>
                  </a:lnTo>
                  <a:lnTo>
                    <a:pt x="2340186" y="4255213"/>
                  </a:lnTo>
                  <a:lnTo>
                    <a:pt x="2340438" y="4255213"/>
                  </a:lnTo>
                  <a:lnTo>
                    <a:pt x="2340564" y="4255213"/>
                  </a:lnTo>
                  <a:lnTo>
                    <a:pt x="2340816" y="4255213"/>
                  </a:lnTo>
                  <a:lnTo>
                    <a:pt x="2340942" y="4255213"/>
                  </a:lnTo>
                  <a:lnTo>
                    <a:pt x="2341194" y="4255213"/>
                  </a:lnTo>
                  <a:lnTo>
                    <a:pt x="2341320" y="4255213"/>
                  </a:lnTo>
                  <a:lnTo>
                    <a:pt x="2341447" y="4255213"/>
                  </a:lnTo>
                  <a:lnTo>
                    <a:pt x="2341573" y="4255213"/>
                  </a:lnTo>
                  <a:lnTo>
                    <a:pt x="2341825" y="4255213"/>
                  </a:lnTo>
                  <a:lnTo>
                    <a:pt x="2342329" y="4255213"/>
                  </a:lnTo>
                  <a:lnTo>
                    <a:pt x="2342455" y="4255213"/>
                  </a:lnTo>
                  <a:lnTo>
                    <a:pt x="2342707" y="4255213"/>
                  </a:lnTo>
                  <a:lnTo>
                    <a:pt x="2343464" y="4255213"/>
                  </a:lnTo>
                  <a:lnTo>
                    <a:pt x="2343968" y="4255213"/>
                  </a:lnTo>
                  <a:lnTo>
                    <a:pt x="2344347" y="4255213"/>
                  </a:lnTo>
                  <a:lnTo>
                    <a:pt x="2344473" y="4255213"/>
                  </a:lnTo>
                  <a:lnTo>
                    <a:pt x="2344725" y="4255213"/>
                  </a:lnTo>
                  <a:lnTo>
                    <a:pt x="2344851" y="4255213"/>
                  </a:lnTo>
                  <a:lnTo>
                    <a:pt x="2344977" y="4255213"/>
                  </a:lnTo>
                  <a:lnTo>
                    <a:pt x="2345103" y="4255213"/>
                  </a:lnTo>
                  <a:lnTo>
                    <a:pt x="2345734" y="4255213"/>
                  </a:lnTo>
                  <a:lnTo>
                    <a:pt x="2345860" y="4255213"/>
                  </a:lnTo>
                  <a:lnTo>
                    <a:pt x="2345986" y="4255213"/>
                  </a:lnTo>
                  <a:lnTo>
                    <a:pt x="2346112" y="4255213"/>
                  </a:lnTo>
                  <a:lnTo>
                    <a:pt x="2346238" y="4255213"/>
                  </a:lnTo>
                  <a:lnTo>
                    <a:pt x="2346364" y="4255213"/>
                  </a:lnTo>
                  <a:lnTo>
                    <a:pt x="2346490" y="4255213"/>
                  </a:lnTo>
                  <a:lnTo>
                    <a:pt x="2346616" y="4255213"/>
                  </a:lnTo>
                  <a:lnTo>
                    <a:pt x="2346868" y="4255213"/>
                  </a:lnTo>
                  <a:lnTo>
                    <a:pt x="2347120" y="4255213"/>
                  </a:lnTo>
                  <a:lnTo>
                    <a:pt x="2347247" y="4255213"/>
                  </a:lnTo>
                  <a:lnTo>
                    <a:pt x="2347373" y="4255213"/>
                  </a:lnTo>
                  <a:lnTo>
                    <a:pt x="2347877" y="4255213"/>
                  </a:lnTo>
                  <a:lnTo>
                    <a:pt x="2348003" y="4255213"/>
                  </a:lnTo>
                  <a:lnTo>
                    <a:pt x="2348129" y="4255213"/>
                  </a:lnTo>
                  <a:lnTo>
                    <a:pt x="2348507" y="4249934"/>
                  </a:lnTo>
                  <a:lnTo>
                    <a:pt x="2349012" y="4249934"/>
                  </a:lnTo>
                  <a:lnTo>
                    <a:pt x="2349264" y="4249934"/>
                  </a:lnTo>
                  <a:lnTo>
                    <a:pt x="2349390" y="4249934"/>
                  </a:lnTo>
                  <a:lnTo>
                    <a:pt x="2349516" y="4249934"/>
                  </a:lnTo>
                  <a:lnTo>
                    <a:pt x="2349642" y="4249934"/>
                  </a:lnTo>
                  <a:lnTo>
                    <a:pt x="2349768" y="4249934"/>
                  </a:lnTo>
                  <a:lnTo>
                    <a:pt x="2349894" y="4249934"/>
                  </a:lnTo>
                  <a:lnTo>
                    <a:pt x="2350021" y="4249934"/>
                  </a:lnTo>
                  <a:lnTo>
                    <a:pt x="2350147" y="4249934"/>
                  </a:lnTo>
                  <a:lnTo>
                    <a:pt x="2350273" y="4249934"/>
                  </a:lnTo>
                  <a:lnTo>
                    <a:pt x="2350525" y="4249934"/>
                  </a:lnTo>
                  <a:lnTo>
                    <a:pt x="2351029" y="4249934"/>
                  </a:lnTo>
                  <a:lnTo>
                    <a:pt x="2351155" y="4249934"/>
                  </a:lnTo>
                  <a:lnTo>
                    <a:pt x="2351407" y="4249934"/>
                  </a:lnTo>
                  <a:lnTo>
                    <a:pt x="2351660" y="4249934"/>
                  </a:lnTo>
                  <a:lnTo>
                    <a:pt x="2351786" y="4249934"/>
                  </a:lnTo>
                  <a:lnTo>
                    <a:pt x="2352164" y="4249934"/>
                  </a:lnTo>
                  <a:lnTo>
                    <a:pt x="2352416" y="4249934"/>
                  </a:lnTo>
                  <a:lnTo>
                    <a:pt x="2352542" y="4249934"/>
                  </a:lnTo>
                  <a:lnTo>
                    <a:pt x="2352668" y="4249934"/>
                  </a:lnTo>
                  <a:lnTo>
                    <a:pt x="2352794" y="4249934"/>
                  </a:lnTo>
                  <a:lnTo>
                    <a:pt x="2353299" y="4249934"/>
                  </a:lnTo>
                  <a:lnTo>
                    <a:pt x="2354055" y="4249934"/>
                  </a:lnTo>
                  <a:lnTo>
                    <a:pt x="2354181" y="4249934"/>
                  </a:lnTo>
                  <a:lnTo>
                    <a:pt x="2354434" y="4249934"/>
                  </a:lnTo>
                  <a:lnTo>
                    <a:pt x="2354560" y="4249934"/>
                  </a:lnTo>
                  <a:lnTo>
                    <a:pt x="2354812" y="4249934"/>
                  </a:lnTo>
                  <a:lnTo>
                    <a:pt x="2355064" y="4249934"/>
                  </a:lnTo>
                  <a:lnTo>
                    <a:pt x="2355190" y="4249934"/>
                  </a:lnTo>
                  <a:lnTo>
                    <a:pt x="2355316" y="4249934"/>
                  </a:lnTo>
                  <a:lnTo>
                    <a:pt x="2355821" y="4249934"/>
                  </a:lnTo>
                  <a:lnTo>
                    <a:pt x="2355947" y="4249934"/>
                  </a:lnTo>
                  <a:lnTo>
                    <a:pt x="2356199" y="4249934"/>
                  </a:lnTo>
                  <a:lnTo>
                    <a:pt x="2356829" y="4249934"/>
                  </a:lnTo>
                  <a:lnTo>
                    <a:pt x="2356955" y="4249934"/>
                  </a:lnTo>
                  <a:lnTo>
                    <a:pt x="2357460" y="4249934"/>
                  </a:lnTo>
                  <a:lnTo>
                    <a:pt x="2357586" y="4249934"/>
                  </a:lnTo>
                  <a:lnTo>
                    <a:pt x="2357838" y="4244654"/>
                  </a:lnTo>
                  <a:lnTo>
                    <a:pt x="2357964" y="4244654"/>
                  </a:lnTo>
                  <a:lnTo>
                    <a:pt x="2358090" y="4244654"/>
                  </a:lnTo>
                  <a:lnTo>
                    <a:pt x="2358721" y="4244654"/>
                  </a:lnTo>
                  <a:lnTo>
                    <a:pt x="2358847" y="4244654"/>
                  </a:lnTo>
                  <a:lnTo>
                    <a:pt x="2358973" y="4244654"/>
                  </a:lnTo>
                  <a:lnTo>
                    <a:pt x="2359099" y="4244654"/>
                  </a:lnTo>
                  <a:lnTo>
                    <a:pt x="2359351" y="4244654"/>
                  </a:lnTo>
                  <a:lnTo>
                    <a:pt x="2359729" y="4244654"/>
                  </a:lnTo>
                  <a:lnTo>
                    <a:pt x="2359855" y="4244654"/>
                  </a:lnTo>
                  <a:lnTo>
                    <a:pt x="2360108" y="4244654"/>
                  </a:lnTo>
                  <a:lnTo>
                    <a:pt x="2360234" y="4244654"/>
                  </a:lnTo>
                  <a:lnTo>
                    <a:pt x="2360360" y="4244654"/>
                  </a:lnTo>
                  <a:lnTo>
                    <a:pt x="2360486" y="4244654"/>
                  </a:lnTo>
                  <a:lnTo>
                    <a:pt x="2360486" y="4239375"/>
                  </a:lnTo>
                  <a:lnTo>
                    <a:pt x="2360612" y="4239375"/>
                  </a:lnTo>
                  <a:lnTo>
                    <a:pt x="2360738" y="4239375"/>
                  </a:lnTo>
                  <a:lnTo>
                    <a:pt x="2361368" y="4239375"/>
                  </a:lnTo>
                  <a:lnTo>
                    <a:pt x="2361494" y="4239375"/>
                  </a:lnTo>
                  <a:lnTo>
                    <a:pt x="2361621" y="4239375"/>
                  </a:lnTo>
                  <a:lnTo>
                    <a:pt x="2361999" y="4239375"/>
                  </a:lnTo>
                  <a:lnTo>
                    <a:pt x="2362125" y="4239375"/>
                  </a:lnTo>
                  <a:lnTo>
                    <a:pt x="2362251" y="4239375"/>
                  </a:lnTo>
                  <a:lnTo>
                    <a:pt x="2362377" y="4239375"/>
                  </a:lnTo>
                  <a:lnTo>
                    <a:pt x="2362755" y="4239375"/>
                  </a:lnTo>
                  <a:lnTo>
                    <a:pt x="2363134" y="4239375"/>
                  </a:lnTo>
                  <a:lnTo>
                    <a:pt x="2363386" y="4239375"/>
                  </a:lnTo>
                  <a:lnTo>
                    <a:pt x="2363512" y="4239375"/>
                  </a:lnTo>
                  <a:lnTo>
                    <a:pt x="2363512" y="4234095"/>
                  </a:lnTo>
                  <a:lnTo>
                    <a:pt x="2363638" y="4234095"/>
                  </a:lnTo>
                  <a:lnTo>
                    <a:pt x="2363890" y="4234095"/>
                  </a:lnTo>
                  <a:lnTo>
                    <a:pt x="2364142" y="4234095"/>
                  </a:lnTo>
                  <a:lnTo>
                    <a:pt x="2364647" y="4234095"/>
                  </a:lnTo>
                  <a:lnTo>
                    <a:pt x="2364899" y="4234095"/>
                  </a:lnTo>
                  <a:lnTo>
                    <a:pt x="2365025" y="4234095"/>
                  </a:lnTo>
                  <a:lnTo>
                    <a:pt x="2365151" y="4234095"/>
                  </a:lnTo>
                  <a:lnTo>
                    <a:pt x="2365277" y="4234095"/>
                  </a:lnTo>
                  <a:lnTo>
                    <a:pt x="2365403" y="4234095"/>
                  </a:lnTo>
                  <a:lnTo>
                    <a:pt x="2365529" y="4234095"/>
                  </a:lnTo>
                  <a:lnTo>
                    <a:pt x="2365655" y="4234095"/>
                  </a:lnTo>
                  <a:lnTo>
                    <a:pt x="2365781" y="4234095"/>
                  </a:lnTo>
                  <a:lnTo>
                    <a:pt x="2366286" y="4234095"/>
                  </a:lnTo>
                  <a:lnTo>
                    <a:pt x="2366664" y="4234095"/>
                  </a:lnTo>
                  <a:lnTo>
                    <a:pt x="2366790" y="4234095"/>
                  </a:lnTo>
                  <a:lnTo>
                    <a:pt x="2367042" y="4234095"/>
                  </a:lnTo>
                  <a:lnTo>
                    <a:pt x="2367673" y="4234095"/>
                  </a:lnTo>
                  <a:lnTo>
                    <a:pt x="2367799" y="4234095"/>
                  </a:lnTo>
                  <a:lnTo>
                    <a:pt x="2367925" y="4234095"/>
                  </a:lnTo>
                  <a:lnTo>
                    <a:pt x="2368303" y="4234095"/>
                  </a:lnTo>
                  <a:lnTo>
                    <a:pt x="2368681" y="4234095"/>
                  </a:lnTo>
                  <a:lnTo>
                    <a:pt x="2368808" y="4234095"/>
                  </a:lnTo>
                  <a:lnTo>
                    <a:pt x="2368934" y="4234095"/>
                  </a:lnTo>
                  <a:lnTo>
                    <a:pt x="2369186" y="4234095"/>
                  </a:lnTo>
                  <a:lnTo>
                    <a:pt x="2369312" y="4234095"/>
                  </a:lnTo>
                  <a:lnTo>
                    <a:pt x="2369438" y="4234095"/>
                  </a:lnTo>
                  <a:lnTo>
                    <a:pt x="2372086" y="4228816"/>
                  </a:lnTo>
                  <a:lnTo>
                    <a:pt x="2372212" y="4228816"/>
                  </a:lnTo>
                  <a:lnTo>
                    <a:pt x="2372338" y="4228816"/>
                  </a:lnTo>
                  <a:lnTo>
                    <a:pt x="2372590" y="4228816"/>
                  </a:lnTo>
                  <a:lnTo>
                    <a:pt x="2372842" y="4228816"/>
                  </a:lnTo>
                  <a:lnTo>
                    <a:pt x="2373095" y="4228816"/>
                  </a:lnTo>
                  <a:lnTo>
                    <a:pt x="2373221" y="4228816"/>
                  </a:lnTo>
                  <a:lnTo>
                    <a:pt x="2373347" y="4228816"/>
                  </a:lnTo>
                  <a:lnTo>
                    <a:pt x="2373473" y="4228816"/>
                  </a:lnTo>
                  <a:lnTo>
                    <a:pt x="2373599" y="4223537"/>
                  </a:lnTo>
                  <a:lnTo>
                    <a:pt x="2373851" y="4223537"/>
                  </a:lnTo>
                  <a:lnTo>
                    <a:pt x="2373977" y="4223537"/>
                  </a:lnTo>
                  <a:lnTo>
                    <a:pt x="2374229" y="4223537"/>
                  </a:lnTo>
                  <a:lnTo>
                    <a:pt x="2374355" y="4223537"/>
                  </a:lnTo>
                  <a:lnTo>
                    <a:pt x="2374482" y="4223537"/>
                  </a:lnTo>
                  <a:lnTo>
                    <a:pt x="2374608" y="4223537"/>
                  </a:lnTo>
                  <a:lnTo>
                    <a:pt x="2374734" y="4223537"/>
                  </a:lnTo>
                  <a:lnTo>
                    <a:pt x="2374986" y="4223537"/>
                  </a:lnTo>
                  <a:lnTo>
                    <a:pt x="2375238" y="4223537"/>
                  </a:lnTo>
                  <a:lnTo>
                    <a:pt x="2375238" y="4218257"/>
                  </a:lnTo>
                  <a:lnTo>
                    <a:pt x="2375490" y="4218257"/>
                  </a:lnTo>
                  <a:lnTo>
                    <a:pt x="2375616" y="4218257"/>
                  </a:lnTo>
                  <a:lnTo>
                    <a:pt x="2375868" y="4218257"/>
                  </a:lnTo>
                  <a:lnTo>
                    <a:pt x="2376121" y="4218257"/>
                  </a:lnTo>
                  <a:lnTo>
                    <a:pt x="2376247" y="4218257"/>
                  </a:lnTo>
                  <a:lnTo>
                    <a:pt x="2376751" y="4218257"/>
                  </a:lnTo>
                  <a:lnTo>
                    <a:pt x="2377255" y="4218257"/>
                  </a:lnTo>
                  <a:lnTo>
                    <a:pt x="2377382" y="4218257"/>
                  </a:lnTo>
                  <a:lnTo>
                    <a:pt x="2377886" y="4218257"/>
                  </a:lnTo>
                  <a:lnTo>
                    <a:pt x="2378138" y="4218257"/>
                  </a:lnTo>
                  <a:lnTo>
                    <a:pt x="2378264" y="4218257"/>
                  </a:lnTo>
                  <a:lnTo>
                    <a:pt x="2378768" y="4218257"/>
                  </a:lnTo>
                  <a:lnTo>
                    <a:pt x="2379273" y="4218257"/>
                  </a:lnTo>
                  <a:lnTo>
                    <a:pt x="2379651" y="4218257"/>
                  </a:lnTo>
                  <a:lnTo>
                    <a:pt x="2380408" y="4218257"/>
                  </a:lnTo>
                  <a:lnTo>
                    <a:pt x="2380660" y="4218257"/>
                  </a:lnTo>
                  <a:lnTo>
                    <a:pt x="2380912" y="4218257"/>
                  </a:lnTo>
                  <a:lnTo>
                    <a:pt x="2381164" y="4218257"/>
                  </a:lnTo>
                  <a:lnTo>
                    <a:pt x="2381542" y="4218257"/>
                  </a:lnTo>
                  <a:lnTo>
                    <a:pt x="2381669" y="4218257"/>
                  </a:lnTo>
                  <a:lnTo>
                    <a:pt x="2381795" y="4218257"/>
                  </a:lnTo>
                  <a:lnTo>
                    <a:pt x="2382047" y="4218257"/>
                  </a:lnTo>
                  <a:lnTo>
                    <a:pt x="2382173" y="4218257"/>
                  </a:lnTo>
                  <a:lnTo>
                    <a:pt x="2382299" y="4218257"/>
                  </a:lnTo>
                  <a:lnTo>
                    <a:pt x="2382551" y="4218257"/>
                  </a:lnTo>
                  <a:lnTo>
                    <a:pt x="2382677" y="4218257"/>
                  </a:lnTo>
                  <a:lnTo>
                    <a:pt x="2383055" y="4218257"/>
                  </a:lnTo>
                  <a:lnTo>
                    <a:pt x="2383308" y="4218257"/>
                  </a:lnTo>
                  <a:lnTo>
                    <a:pt x="2383560" y="4212978"/>
                  </a:lnTo>
                  <a:lnTo>
                    <a:pt x="2383812" y="4212978"/>
                  </a:lnTo>
                  <a:lnTo>
                    <a:pt x="2383938" y="4212978"/>
                  </a:lnTo>
                  <a:lnTo>
                    <a:pt x="2384190" y="4212978"/>
                  </a:lnTo>
                  <a:lnTo>
                    <a:pt x="2384695" y="4212978"/>
                  </a:lnTo>
                  <a:lnTo>
                    <a:pt x="2384821" y="4212978"/>
                  </a:lnTo>
                  <a:lnTo>
                    <a:pt x="2385073" y="4212978"/>
                  </a:lnTo>
                  <a:lnTo>
                    <a:pt x="2385199" y="4212978"/>
                  </a:lnTo>
                  <a:lnTo>
                    <a:pt x="2385325" y="4212978"/>
                  </a:lnTo>
                  <a:lnTo>
                    <a:pt x="2385703" y="4212978"/>
                  </a:lnTo>
                  <a:lnTo>
                    <a:pt x="2385829" y="4212978"/>
                  </a:lnTo>
                  <a:lnTo>
                    <a:pt x="2386586" y="4212978"/>
                  </a:lnTo>
                  <a:lnTo>
                    <a:pt x="2386838" y="4212978"/>
                  </a:lnTo>
                  <a:lnTo>
                    <a:pt x="2387216" y="4212978"/>
                  </a:lnTo>
                  <a:lnTo>
                    <a:pt x="2387469" y="4212978"/>
                  </a:lnTo>
                  <a:lnTo>
                    <a:pt x="2387847" y="4212978"/>
                  </a:lnTo>
                  <a:lnTo>
                    <a:pt x="2388099" y="4212978"/>
                  </a:lnTo>
                  <a:lnTo>
                    <a:pt x="2388477" y="4212978"/>
                  </a:lnTo>
                  <a:lnTo>
                    <a:pt x="2388603" y="4212978"/>
                  </a:lnTo>
                  <a:lnTo>
                    <a:pt x="2388855" y="4212978"/>
                  </a:lnTo>
                  <a:lnTo>
                    <a:pt x="2388982" y="4212978"/>
                  </a:lnTo>
                  <a:lnTo>
                    <a:pt x="2389234" y="4212978"/>
                  </a:lnTo>
                  <a:lnTo>
                    <a:pt x="2389360" y="4212978"/>
                  </a:lnTo>
                  <a:lnTo>
                    <a:pt x="2389360" y="4207698"/>
                  </a:lnTo>
                  <a:lnTo>
                    <a:pt x="2389486" y="4207698"/>
                  </a:lnTo>
                  <a:lnTo>
                    <a:pt x="2389864" y="4207698"/>
                  </a:lnTo>
                  <a:lnTo>
                    <a:pt x="2390242" y="4207698"/>
                  </a:lnTo>
                  <a:lnTo>
                    <a:pt x="2390495" y="4207698"/>
                  </a:lnTo>
                  <a:lnTo>
                    <a:pt x="2390621" y="4207698"/>
                  </a:lnTo>
                  <a:lnTo>
                    <a:pt x="2390747" y="4207698"/>
                  </a:lnTo>
                  <a:lnTo>
                    <a:pt x="2391125" y="4207698"/>
                  </a:lnTo>
                  <a:lnTo>
                    <a:pt x="2391377" y="4207698"/>
                  </a:lnTo>
                  <a:lnTo>
                    <a:pt x="2391629" y="4207698"/>
                  </a:lnTo>
                  <a:lnTo>
                    <a:pt x="2391756" y="4207698"/>
                  </a:lnTo>
                  <a:lnTo>
                    <a:pt x="2391756" y="4202419"/>
                  </a:lnTo>
                  <a:lnTo>
                    <a:pt x="2392260" y="4202419"/>
                  </a:lnTo>
                  <a:lnTo>
                    <a:pt x="2392386" y="4202419"/>
                  </a:lnTo>
                  <a:lnTo>
                    <a:pt x="2392512" y="4202419"/>
                  </a:lnTo>
                  <a:lnTo>
                    <a:pt x="2392638" y="4202419"/>
                  </a:lnTo>
                  <a:lnTo>
                    <a:pt x="2392764" y="4202419"/>
                  </a:lnTo>
                  <a:lnTo>
                    <a:pt x="2392890" y="4202419"/>
                  </a:lnTo>
                  <a:lnTo>
                    <a:pt x="2393142" y="4202419"/>
                  </a:lnTo>
                  <a:lnTo>
                    <a:pt x="2393395" y="4202419"/>
                  </a:lnTo>
                  <a:lnTo>
                    <a:pt x="2393773" y="4202419"/>
                  </a:lnTo>
                  <a:lnTo>
                    <a:pt x="2394151" y="4202419"/>
                  </a:lnTo>
                  <a:lnTo>
                    <a:pt x="2394277" y="4202419"/>
                  </a:lnTo>
                  <a:lnTo>
                    <a:pt x="2394403" y="4202419"/>
                  </a:lnTo>
                  <a:lnTo>
                    <a:pt x="2394529" y="4202419"/>
                  </a:lnTo>
                  <a:lnTo>
                    <a:pt x="2395034" y="4202419"/>
                  </a:lnTo>
                  <a:lnTo>
                    <a:pt x="2395664" y="4202419"/>
                  </a:lnTo>
                  <a:lnTo>
                    <a:pt x="2396042" y="4202419"/>
                  </a:lnTo>
                  <a:lnTo>
                    <a:pt x="2396169" y="4202419"/>
                  </a:lnTo>
                  <a:lnTo>
                    <a:pt x="2396673" y="4202419"/>
                  </a:lnTo>
                  <a:lnTo>
                    <a:pt x="2396799" y="4202419"/>
                  </a:lnTo>
                  <a:lnTo>
                    <a:pt x="2396925" y="4202419"/>
                  </a:lnTo>
                  <a:lnTo>
                    <a:pt x="2397051" y="4202419"/>
                  </a:lnTo>
                  <a:lnTo>
                    <a:pt x="2397303" y="4202419"/>
                  </a:lnTo>
                  <a:lnTo>
                    <a:pt x="2397429" y="4202419"/>
                  </a:lnTo>
                  <a:lnTo>
                    <a:pt x="2397808" y="4197139"/>
                  </a:lnTo>
                  <a:lnTo>
                    <a:pt x="2397934" y="4197139"/>
                  </a:lnTo>
                  <a:lnTo>
                    <a:pt x="2398564" y="4197139"/>
                  </a:lnTo>
                  <a:lnTo>
                    <a:pt x="2399069" y="4197139"/>
                  </a:lnTo>
                  <a:lnTo>
                    <a:pt x="2399195" y="4197139"/>
                  </a:lnTo>
                  <a:lnTo>
                    <a:pt x="2399447" y="4197139"/>
                  </a:lnTo>
                  <a:lnTo>
                    <a:pt x="2400077" y="4191860"/>
                  </a:lnTo>
                  <a:lnTo>
                    <a:pt x="2400203" y="4191860"/>
                  </a:lnTo>
                  <a:lnTo>
                    <a:pt x="2400329" y="4191860"/>
                  </a:lnTo>
                  <a:lnTo>
                    <a:pt x="2400582" y="4191860"/>
                  </a:lnTo>
                  <a:lnTo>
                    <a:pt x="2400708" y="4191860"/>
                  </a:lnTo>
                  <a:lnTo>
                    <a:pt x="2400834" y="4191860"/>
                  </a:lnTo>
                  <a:lnTo>
                    <a:pt x="2401212" y="4191860"/>
                  </a:lnTo>
                  <a:lnTo>
                    <a:pt x="2401338" y="4191860"/>
                  </a:lnTo>
                  <a:lnTo>
                    <a:pt x="2401464" y="4191860"/>
                  </a:lnTo>
                  <a:lnTo>
                    <a:pt x="2401590" y="4191860"/>
                  </a:lnTo>
                  <a:lnTo>
                    <a:pt x="2401969" y="4191860"/>
                  </a:lnTo>
                  <a:lnTo>
                    <a:pt x="2402095" y="4191860"/>
                  </a:lnTo>
                  <a:lnTo>
                    <a:pt x="2402347" y="4191860"/>
                  </a:lnTo>
                  <a:lnTo>
                    <a:pt x="2402599" y="4191860"/>
                  </a:lnTo>
                  <a:lnTo>
                    <a:pt x="2402725" y="4191860"/>
                  </a:lnTo>
                  <a:lnTo>
                    <a:pt x="2402851" y="4191860"/>
                  </a:lnTo>
                  <a:lnTo>
                    <a:pt x="2403103" y="4191860"/>
                  </a:lnTo>
                  <a:lnTo>
                    <a:pt x="2403229" y="4191860"/>
                  </a:lnTo>
                  <a:lnTo>
                    <a:pt x="2403356" y="4191860"/>
                  </a:lnTo>
                  <a:lnTo>
                    <a:pt x="2403860" y="4191860"/>
                  </a:lnTo>
                  <a:lnTo>
                    <a:pt x="2403986" y="4191860"/>
                  </a:lnTo>
                  <a:lnTo>
                    <a:pt x="2404112" y="4191860"/>
                  </a:lnTo>
                  <a:lnTo>
                    <a:pt x="2404238" y="4191860"/>
                  </a:lnTo>
                  <a:lnTo>
                    <a:pt x="2404490" y="4191860"/>
                  </a:lnTo>
                  <a:lnTo>
                    <a:pt x="2404995" y="4191860"/>
                  </a:lnTo>
                  <a:lnTo>
                    <a:pt x="2405121" y="4191860"/>
                  </a:lnTo>
                  <a:lnTo>
                    <a:pt x="2405247" y="4191860"/>
                  </a:lnTo>
                  <a:lnTo>
                    <a:pt x="2405373" y="4191860"/>
                  </a:lnTo>
                  <a:lnTo>
                    <a:pt x="2405625" y="4191860"/>
                  </a:lnTo>
                  <a:lnTo>
                    <a:pt x="2406634" y="4191860"/>
                  </a:lnTo>
                  <a:lnTo>
                    <a:pt x="2406760" y="4191860"/>
                  </a:lnTo>
                  <a:lnTo>
                    <a:pt x="2406886" y="4191860"/>
                  </a:lnTo>
                  <a:lnTo>
                    <a:pt x="2407012" y="4191860"/>
                  </a:lnTo>
                  <a:lnTo>
                    <a:pt x="2407264" y="4191860"/>
                  </a:lnTo>
                  <a:lnTo>
                    <a:pt x="2407516" y="4191860"/>
                  </a:lnTo>
                  <a:lnTo>
                    <a:pt x="2408021" y="4191860"/>
                  </a:lnTo>
                  <a:lnTo>
                    <a:pt x="2408147" y="4191860"/>
                  </a:lnTo>
                  <a:lnTo>
                    <a:pt x="2408651" y="4191860"/>
                  </a:lnTo>
                  <a:lnTo>
                    <a:pt x="2409282" y="4191860"/>
                  </a:lnTo>
                  <a:lnTo>
                    <a:pt x="2409408" y="4191860"/>
                  </a:lnTo>
                  <a:lnTo>
                    <a:pt x="2409660" y="4191860"/>
                  </a:lnTo>
                  <a:lnTo>
                    <a:pt x="2409786" y="4191860"/>
                  </a:lnTo>
                  <a:lnTo>
                    <a:pt x="2409912" y="4191860"/>
                  </a:lnTo>
                  <a:lnTo>
                    <a:pt x="2410038" y="4191860"/>
                  </a:lnTo>
                  <a:lnTo>
                    <a:pt x="2410290" y="4191860"/>
                  </a:lnTo>
                  <a:lnTo>
                    <a:pt x="2410416" y="4191860"/>
                  </a:lnTo>
                  <a:lnTo>
                    <a:pt x="2410543" y="4191860"/>
                  </a:lnTo>
                  <a:lnTo>
                    <a:pt x="2410921" y="4191860"/>
                  </a:lnTo>
                  <a:lnTo>
                    <a:pt x="2411425" y="4191860"/>
                  </a:lnTo>
                  <a:lnTo>
                    <a:pt x="2411803" y="4191860"/>
                  </a:lnTo>
                  <a:lnTo>
                    <a:pt x="2412308" y="4191860"/>
                  </a:lnTo>
                  <a:lnTo>
                    <a:pt x="2412434" y="4191860"/>
                  </a:lnTo>
                  <a:lnTo>
                    <a:pt x="2412560" y="4191860"/>
                  </a:lnTo>
                  <a:lnTo>
                    <a:pt x="2412686" y="4191860"/>
                  </a:lnTo>
                  <a:lnTo>
                    <a:pt x="2412938" y="4191860"/>
                  </a:lnTo>
                  <a:lnTo>
                    <a:pt x="2413316" y="4191860"/>
                  </a:lnTo>
                  <a:lnTo>
                    <a:pt x="2413316" y="4186581"/>
                  </a:lnTo>
                  <a:lnTo>
                    <a:pt x="2413443" y="4186581"/>
                  </a:lnTo>
                  <a:lnTo>
                    <a:pt x="2413821" y="4186581"/>
                  </a:lnTo>
                  <a:lnTo>
                    <a:pt x="2414073" y="4186581"/>
                  </a:lnTo>
                  <a:lnTo>
                    <a:pt x="2414830" y="4181301"/>
                  </a:lnTo>
                  <a:lnTo>
                    <a:pt x="2415208" y="4181301"/>
                  </a:lnTo>
                  <a:lnTo>
                    <a:pt x="2415586" y="4181301"/>
                  </a:lnTo>
                  <a:lnTo>
                    <a:pt x="2415712" y="4181301"/>
                  </a:lnTo>
                  <a:lnTo>
                    <a:pt x="2415838" y="4181301"/>
                  </a:lnTo>
                  <a:lnTo>
                    <a:pt x="2416721" y="4181301"/>
                  </a:lnTo>
                  <a:lnTo>
                    <a:pt x="2416847" y="4181301"/>
                  </a:lnTo>
                  <a:lnTo>
                    <a:pt x="2417225" y="4176022"/>
                  </a:lnTo>
                  <a:lnTo>
                    <a:pt x="2417730" y="4176022"/>
                  </a:lnTo>
                  <a:lnTo>
                    <a:pt x="2418108" y="4176022"/>
                  </a:lnTo>
                  <a:lnTo>
                    <a:pt x="2418234" y="4176022"/>
                  </a:lnTo>
                  <a:lnTo>
                    <a:pt x="2418612" y="4176022"/>
                  </a:lnTo>
                  <a:lnTo>
                    <a:pt x="2418864" y="4176022"/>
                  </a:lnTo>
                  <a:lnTo>
                    <a:pt x="2418990" y="4176022"/>
                  </a:lnTo>
                  <a:lnTo>
                    <a:pt x="2419117" y="4176022"/>
                  </a:lnTo>
                  <a:lnTo>
                    <a:pt x="2419243" y="4176022"/>
                  </a:lnTo>
                  <a:lnTo>
                    <a:pt x="2419621" y="4176022"/>
                  </a:lnTo>
                  <a:lnTo>
                    <a:pt x="2419621" y="4170742"/>
                  </a:lnTo>
                  <a:lnTo>
                    <a:pt x="2420251" y="4170742"/>
                  </a:lnTo>
                  <a:lnTo>
                    <a:pt x="2420503" y="4170742"/>
                  </a:lnTo>
                  <a:lnTo>
                    <a:pt x="2420630" y="4170742"/>
                  </a:lnTo>
                  <a:lnTo>
                    <a:pt x="2421260" y="4170742"/>
                  </a:lnTo>
                  <a:lnTo>
                    <a:pt x="2421512" y="4170742"/>
                  </a:lnTo>
                  <a:lnTo>
                    <a:pt x="2421890" y="4170742"/>
                  </a:lnTo>
                  <a:lnTo>
                    <a:pt x="2422143" y="4170742"/>
                  </a:lnTo>
                  <a:lnTo>
                    <a:pt x="2422269" y="4170742"/>
                  </a:lnTo>
                  <a:lnTo>
                    <a:pt x="2422395" y="4170742"/>
                  </a:lnTo>
                  <a:lnTo>
                    <a:pt x="2422521" y="4170742"/>
                  </a:lnTo>
                  <a:lnTo>
                    <a:pt x="2422647" y="4170742"/>
                  </a:lnTo>
                  <a:lnTo>
                    <a:pt x="2422899" y="4170742"/>
                  </a:lnTo>
                  <a:lnTo>
                    <a:pt x="2423025" y="4170742"/>
                  </a:lnTo>
                  <a:lnTo>
                    <a:pt x="2423151" y="4170742"/>
                  </a:lnTo>
                  <a:lnTo>
                    <a:pt x="2423530" y="4170742"/>
                  </a:lnTo>
                  <a:lnTo>
                    <a:pt x="2423656" y="4170742"/>
                  </a:lnTo>
                  <a:lnTo>
                    <a:pt x="2423782" y="4170742"/>
                  </a:lnTo>
                  <a:lnTo>
                    <a:pt x="2423908" y="4170742"/>
                  </a:lnTo>
                  <a:lnTo>
                    <a:pt x="2424160" y="4170742"/>
                  </a:lnTo>
                  <a:lnTo>
                    <a:pt x="2426051" y="4170742"/>
                  </a:lnTo>
                  <a:lnTo>
                    <a:pt x="2426177" y="4170742"/>
                  </a:lnTo>
                  <a:lnTo>
                    <a:pt x="2426556" y="4170742"/>
                  </a:lnTo>
                  <a:lnTo>
                    <a:pt x="2426934" y="4170742"/>
                  </a:lnTo>
                  <a:lnTo>
                    <a:pt x="2427060" y="4170742"/>
                  </a:lnTo>
                  <a:lnTo>
                    <a:pt x="2427186" y="4170742"/>
                  </a:lnTo>
                  <a:lnTo>
                    <a:pt x="2427438" y="4170742"/>
                  </a:lnTo>
                  <a:lnTo>
                    <a:pt x="2427564" y="4170742"/>
                  </a:lnTo>
                  <a:lnTo>
                    <a:pt x="2427817" y="4170742"/>
                  </a:lnTo>
                  <a:lnTo>
                    <a:pt x="2427943" y="4170742"/>
                  </a:lnTo>
                  <a:lnTo>
                    <a:pt x="2428195" y="4170742"/>
                  </a:lnTo>
                  <a:lnTo>
                    <a:pt x="2428321" y="4170742"/>
                  </a:lnTo>
                  <a:lnTo>
                    <a:pt x="2428447" y="4170742"/>
                  </a:lnTo>
                  <a:lnTo>
                    <a:pt x="2428951" y="4170742"/>
                  </a:lnTo>
                  <a:lnTo>
                    <a:pt x="2429582" y="4170742"/>
                  </a:lnTo>
                  <a:lnTo>
                    <a:pt x="2429708" y="4170742"/>
                  </a:lnTo>
                  <a:lnTo>
                    <a:pt x="2429960" y="4170742"/>
                  </a:lnTo>
                  <a:lnTo>
                    <a:pt x="2430590" y="4170742"/>
                  </a:lnTo>
                  <a:lnTo>
                    <a:pt x="2430717" y="4170742"/>
                  </a:lnTo>
                  <a:lnTo>
                    <a:pt x="2430843" y="4170742"/>
                  </a:lnTo>
                  <a:lnTo>
                    <a:pt x="2430969" y="4170742"/>
                  </a:lnTo>
                  <a:lnTo>
                    <a:pt x="2431095" y="4170742"/>
                  </a:lnTo>
                  <a:lnTo>
                    <a:pt x="2431347" y="4170742"/>
                  </a:lnTo>
                  <a:lnTo>
                    <a:pt x="2431473" y="4170742"/>
                  </a:lnTo>
                  <a:lnTo>
                    <a:pt x="2431851" y="4170742"/>
                  </a:lnTo>
                  <a:lnTo>
                    <a:pt x="2432104" y="4170742"/>
                  </a:lnTo>
                  <a:lnTo>
                    <a:pt x="2432734" y="4170742"/>
                  </a:lnTo>
                  <a:lnTo>
                    <a:pt x="2432860" y="4170742"/>
                  </a:lnTo>
                  <a:lnTo>
                    <a:pt x="2432986" y="4170742"/>
                  </a:lnTo>
                  <a:lnTo>
                    <a:pt x="2433364" y="4170742"/>
                  </a:lnTo>
                  <a:lnTo>
                    <a:pt x="2433617" y="4170742"/>
                  </a:lnTo>
                  <a:lnTo>
                    <a:pt x="2433743" y="4170742"/>
                  </a:lnTo>
                  <a:lnTo>
                    <a:pt x="2433869" y="4170742"/>
                  </a:lnTo>
                  <a:lnTo>
                    <a:pt x="2433995" y="4170742"/>
                  </a:lnTo>
                  <a:lnTo>
                    <a:pt x="2434121" y="4170742"/>
                  </a:lnTo>
                  <a:lnTo>
                    <a:pt x="2434625" y="4170742"/>
                  </a:lnTo>
                  <a:lnTo>
                    <a:pt x="2434751" y="4170742"/>
                  </a:lnTo>
                  <a:lnTo>
                    <a:pt x="2434877" y="4170742"/>
                  </a:lnTo>
                  <a:lnTo>
                    <a:pt x="2435508" y="4170742"/>
                  </a:lnTo>
                  <a:lnTo>
                    <a:pt x="2435634" y="4170742"/>
                  </a:lnTo>
                  <a:lnTo>
                    <a:pt x="2435760" y="4170742"/>
                  </a:lnTo>
                  <a:lnTo>
                    <a:pt x="2436012" y="4170742"/>
                  </a:lnTo>
                  <a:lnTo>
                    <a:pt x="2436138" y="4170742"/>
                  </a:lnTo>
                  <a:lnTo>
                    <a:pt x="2436264" y="4170742"/>
                  </a:lnTo>
                  <a:lnTo>
                    <a:pt x="2436391" y="4170742"/>
                  </a:lnTo>
                  <a:lnTo>
                    <a:pt x="2436517" y="4170742"/>
                  </a:lnTo>
                  <a:lnTo>
                    <a:pt x="2436769" y="4170742"/>
                  </a:lnTo>
                  <a:lnTo>
                    <a:pt x="2437147" y="4170742"/>
                  </a:lnTo>
                  <a:lnTo>
                    <a:pt x="2437273" y="4170742"/>
                  </a:lnTo>
                  <a:lnTo>
                    <a:pt x="2437525" y="4170742"/>
                  </a:lnTo>
                  <a:lnTo>
                    <a:pt x="2437651" y="4170742"/>
                  </a:lnTo>
                  <a:lnTo>
                    <a:pt x="2437777" y="4170742"/>
                  </a:lnTo>
                  <a:lnTo>
                    <a:pt x="2438030" y="4170742"/>
                  </a:lnTo>
                  <a:lnTo>
                    <a:pt x="2438156" y="4170742"/>
                  </a:lnTo>
                  <a:lnTo>
                    <a:pt x="2438282" y="4170742"/>
                  </a:lnTo>
                  <a:lnTo>
                    <a:pt x="2438408" y="4170742"/>
                  </a:lnTo>
                  <a:lnTo>
                    <a:pt x="2439038" y="4170742"/>
                  </a:lnTo>
                  <a:lnTo>
                    <a:pt x="2439164" y="4170742"/>
                  </a:lnTo>
                  <a:lnTo>
                    <a:pt x="2439291" y="4170742"/>
                  </a:lnTo>
                  <a:lnTo>
                    <a:pt x="2439417" y="4170742"/>
                  </a:lnTo>
                  <a:lnTo>
                    <a:pt x="2439669" y="4170742"/>
                  </a:lnTo>
                  <a:lnTo>
                    <a:pt x="2439795" y="4170742"/>
                  </a:lnTo>
                  <a:lnTo>
                    <a:pt x="2439921" y="4170742"/>
                  </a:lnTo>
                  <a:lnTo>
                    <a:pt x="2440047" y="4170742"/>
                  </a:lnTo>
                  <a:lnTo>
                    <a:pt x="2440551" y="4170742"/>
                  </a:lnTo>
                  <a:lnTo>
                    <a:pt x="2440804" y="4170742"/>
                  </a:lnTo>
                  <a:lnTo>
                    <a:pt x="2440804" y="4165463"/>
                  </a:lnTo>
                  <a:lnTo>
                    <a:pt x="2441560" y="4165463"/>
                  </a:lnTo>
                  <a:lnTo>
                    <a:pt x="2441686" y="4165463"/>
                  </a:lnTo>
                  <a:lnTo>
                    <a:pt x="2441938" y="4160184"/>
                  </a:lnTo>
                  <a:lnTo>
                    <a:pt x="2442191" y="4154904"/>
                  </a:lnTo>
                  <a:lnTo>
                    <a:pt x="2442317" y="4154904"/>
                  </a:lnTo>
                  <a:lnTo>
                    <a:pt x="2442443" y="4154904"/>
                  </a:lnTo>
                  <a:lnTo>
                    <a:pt x="2442569" y="4154904"/>
                  </a:lnTo>
                  <a:lnTo>
                    <a:pt x="2442821" y="4154904"/>
                  </a:lnTo>
                  <a:lnTo>
                    <a:pt x="2442947" y="4154904"/>
                  </a:lnTo>
                  <a:lnTo>
                    <a:pt x="2443199" y="4154904"/>
                  </a:lnTo>
                  <a:lnTo>
                    <a:pt x="2443325" y="4154904"/>
                  </a:lnTo>
                  <a:lnTo>
                    <a:pt x="2444208" y="4154904"/>
                  </a:lnTo>
                  <a:lnTo>
                    <a:pt x="2444334" y="4154904"/>
                  </a:lnTo>
                  <a:lnTo>
                    <a:pt x="2444586" y="4154904"/>
                  </a:lnTo>
                  <a:lnTo>
                    <a:pt x="2444712" y="4154904"/>
                  </a:lnTo>
                  <a:lnTo>
                    <a:pt x="2444838" y="4154904"/>
                  </a:lnTo>
                  <a:lnTo>
                    <a:pt x="2445091" y="4154904"/>
                  </a:lnTo>
                  <a:lnTo>
                    <a:pt x="2445343" y="4154904"/>
                  </a:lnTo>
                  <a:lnTo>
                    <a:pt x="2445343" y="4149625"/>
                  </a:lnTo>
                  <a:lnTo>
                    <a:pt x="2445469" y="4149625"/>
                  </a:lnTo>
                  <a:lnTo>
                    <a:pt x="2445721" y="4149625"/>
                  </a:lnTo>
                  <a:lnTo>
                    <a:pt x="2445847" y="4149625"/>
                  </a:lnTo>
                  <a:lnTo>
                    <a:pt x="2445973" y="4149625"/>
                  </a:lnTo>
                  <a:lnTo>
                    <a:pt x="2446478" y="4149625"/>
                  </a:lnTo>
                  <a:lnTo>
                    <a:pt x="2446856" y="4149625"/>
                  </a:lnTo>
                  <a:lnTo>
                    <a:pt x="2446982" y="4149625"/>
                  </a:lnTo>
                  <a:lnTo>
                    <a:pt x="2447234" y="4149625"/>
                  </a:lnTo>
                  <a:lnTo>
                    <a:pt x="2447360" y="4149625"/>
                  </a:lnTo>
                  <a:lnTo>
                    <a:pt x="2447486" y="4149625"/>
                  </a:lnTo>
                  <a:lnTo>
                    <a:pt x="2447865" y="4149625"/>
                  </a:lnTo>
                  <a:lnTo>
                    <a:pt x="2448243" y="4149625"/>
                  </a:lnTo>
                  <a:lnTo>
                    <a:pt x="2448369" y="4149625"/>
                  </a:lnTo>
                  <a:lnTo>
                    <a:pt x="2448495" y="4149625"/>
                  </a:lnTo>
                  <a:lnTo>
                    <a:pt x="2448621" y="4149625"/>
                  </a:lnTo>
                  <a:lnTo>
                    <a:pt x="2448873" y="4144345"/>
                  </a:lnTo>
                  <a:lnTo>
                    <a:pt x="2449630" y="4144345"/>
                  </a:lnTo>
                  <a:lnTo>
                    <a:pt x="2449756" y="4139066"/>
                  </a:lnTo>
                  <a:lnTo>
                    <a:pt x="2449882" y="4139066"/>
                  </a:lnTo>
                  <a:lnTo>
                    <a:pt x="2450008" y="4139066"/>
                  </a:lnTo>
                  <a:lnTo>
                    <a:pt x="2450512" y="4139066"/>
                  </a:lnTo>
                  <a:lnTo>
                    <a:pt x="2450638" y="4139066"/>
                  </a:lnTo>
                  <a:lnTo>
                    <a:pt x="2450765" y="4139066"/>
                  </a:lnTo>
                  <a:lnTo>
                    <a:pt x="2450891" y="4139066"/>
                  </a:lnTo>
                  <a:lnTo>
                    <a:pt x="2452025" y="4139066"/>
                  </a:lnTo>
                  <a:lnTo>
                    <a:pt x="2452151" y="4139066"/>
                  </a:lnTo>
                  <a:lnTo>
                    <a:pt x="2452278" y="4139066"/>
                  </a:lnTo>
                  <a:lnTo>
                    <a:pt x="2452656" y="4139066"/>
                  </a:lnTo>
                  <a:lnTo>
                    <a:pt x="2452908" y="4139066"/>
                  </a:lnTo>
                  <a:lnTo>
                    <a:pt x="2453034" y="4139066"/>
                  </a:lnTo>
                  <a:lnTo>
                    <a:pt x="2453917" y="4139066"/>
                  </a:lnTo>
                  <a:lnTo>
                    <a:pt x="2454043" y="4139066"/>
                  </a:lnTo>
                  <a:lnTo>
                    <a:pt x="2454169" y="4139066"/>
                  </a:lnTo>
                  <a:lnTo>
                    <a:pt x="2454295" y="4139066"/>
                  </a:lnTo>
                  <a:lnTo>
                    <a:pt x="2454421" y="4139066"/>
                  </a:lnTo>
                  <a:lnTo>
                    <a:pt x="2454799" y="4133786"/>
                  </a:lnTo>
                  <a:lnTo>
                    <a:pt x="2455304" y="4133786"/>
                  </a:lnTo>
                  <a:lnTo>
                    <a:pt x="2455556" y="4133786"/>
                  </a:lnTo>
                  <a:lnTo>
                    <a:pt x="2455682" y="4133786"/>
                  </a:lnTo>
                  <a:lnTo>
                    <a:pt x="2455808" y="4133786"/>
                  </a:lnTo>
                  <a:lnTo>
                    <a:pt x="2455934" y="4133786"/>
                  </a:lnTo>
                  <a:lnTo>
                    <a:pt x="2456438" y="4133786"/>
                  </a:lnTo>
                  <a:lnTo>
                    <a:pt x="2456565" y="4133786"/>
                  </a:lnTo>
                  <a:lnTo>
                    <a:pt x="2456691" y="4133786"/>
                  </a:lnTo>
                  <a:lnTo>
                    <a:pt x="2456943" y="4133786"/>
                  </a:lnTo>
                  <a:lnTo>
                    <a:pt x="2457069" y="4133786"/>
                  </a:lnTo>
                  <a:lnTo>
                    <a:pt x="2457195" y="4133786"/>
                  </a:lnTo>
                  <a:lnTo>
                    <a:pt x="2457321" y="4133786"/>
                  </a:lnTo>
                  <a:lnTo>
                    <a:pt x="2457447" y="4133786"/>
                  </a:lnTo>
                  <a:lnTo>
                    <a:pt x="2457699" y="4133786"/>
                  </a:lnTo>
                  <a:lnTo>
                    <a:pt x="2457952" y="4128507"/>
                  </a:lnTo>
                  <a:lnTo>
                    <a:pt x="2458078" y="4128507"/>
                  </a:lnTo>
                  <a:lnTo>
                    <a:pt x="2458330" y="4128507"/>
                  </a:lnTo>
                  <a:lnTo>
                    <a:pt x="2458834" y="4128507"/>
                  </a:lnTo>
                  <a:lnTo>
                    <a:pt x="2458960" y="4128507"/>
                  </a:lnTo>
                  <a:lnTo>
                    <a:pt x="2459212" y="4128507"/>
                  </a:lnTo>
                  <a:lnTo>
                    <a:pt x="2459969" y="4128507"/>
                  </a:lnTo>
                  <a:lnTo>
                    <a:pt x="2460095" y="4128507"/>
                  </a:lnTo>
                  <a:lnTo>
                    <a:pt x="2460221" y="4128507"/>
                  </a:lnTo>
                  <a:lnTo>
                    <a:pt x="2460347" y="4128507"/>
                  </a:lnTo>
                  <a:lnTo>
                    <a:pt x="2460599" y="4128507"/>
                  </a:lnTo>
                  <a:lnTo>
                    <a:pt x="2461104" y="4128507"/>
                  </a:lnTo>
                  <a:lnTo>
                    <a:pt x="2461230" y="4128507"/>
                  </a:lnTo>
                  <a:lnTo>
                    <a:pt x="2461356" y="4128507"/>
                  </a:lnTo>
                  <a:lnTo>
                    <a:pt x="2461482" y="4128507"/>
                  </a:lnTo>
                  <a:lnTo>
                    <a:pt x="2461608" y="4128507"/>
                  </a:lnTo>
                  <a:lnTo>
                    <a:pt x="2461860" y="4128507"/>
                  </a:lnTo>
                  <a:lnTo>
                    <a:pt x="2462491" y="4128507"/>
                  </a:lnTo>
                  <a:lnTo>
                    <a:pt x="2462995" y="4128507"/>
                  </a:lnTo>
                  <a:lnTo>
                    <a:pt x="2463247" y="4128507"/>
                  </a:lnTo>
                  <a:lnTo>
                    <a:pt x="2463625" y="4128507"/>
                  </a:lnTo>
                  <a:lnTo>
                    <a:pt x="2463752" y="4128507"/>
                  </a:lnTo>
                  <a:lnTo>
                    <a:pt x="2463878" y="4128507"/>
                  </a:lnTo>
                  <a:lnTo>
                    <a:pt x="2464130" y="4128507"/>
                  </a:lnTo>
                  <a:lnTo>
                    <a:pt x="2464382" y="4128507"/>
                  </a:lnTo>
                  <a:lnTo>
                    <a:pt x="2464886" y="4128507"/>
                  </a:lnTo>
                  <a:lnTo>
                    <a:pt x="2465265" y="4128507"/>
                  </a:lnTo>
                  <a:lnTo>
                    <a:pt x="2465517" y="4128507"/>
                  </a:lnTo>
                  <a:lnTo>
                    <a:pt x="2468795" y="4128507"/>
                  </a:lnTo>
                  <a:lnTo>
                    <a:pt x="2469047" y="4128507"/>
                  </a:lnTo>
                  <a:lnTo>
                    <a:pt x="2469173" y="4128507"/>
                  </a:lnTo>
                  <a:lnTo>
                    <a:pt x="2469299" y="4128507"/>
                  </a:lnTo>
                  <a:lnTo>
                    <a:pt x="2469552" y="4128507"/>
                  </a:lnTo>
                  <a:lnTo>
                    <a:pt x="2469930" y="4128507"/>
                  </a:lnTo>
                  <a:lnTo>
                    <a:pt x="2470182" y="4128507"/>
                  </a:lnTo>
                  <a:lnTo>
                    <a:pt x="2470308" y="4128507"/>
                  </a:lnTo>
                  <a:lnTo>
                    <a:pt x="2470434" y="4128507"/>
                  </a:lnTo>
                  <a:lnTo>
                    <a:pt x="2470560" y="4128507"/>
                  </a:lnTo>
                  <a:lnTo>
                    <a:pt x="2470939" y="4128507"/>
                  </a:lnTo>
                  <a:lnTo>
                    <a:pt x="2471065" y="4128507"/>
                  </a:lnTo>
                  <a:lnTo>
                    <a:pt x="2471191" y="4128507"/>
                  </a:lnTo>
                  <a:lnTo>
                    <a:pt x="2471443" y="4128507"/>
                  </a:lnTo>
                  <a:lnTo>
                    <a:pt x="2471569" y="4128507"/>
                  </a:lnTo>
                  <a:lnTo>
                    <a:pt x="2471821" y="4128507"/>
                  </a:lnTo>
                  <a:lnTo>
                    <a:pt x="2471947" y="4128507"/>
                  </a:lnTo>
                  <a:lnTo>
                    <a:pt x="2472073" y="4128507"/>
                  </a:lnTo>
                  <a:lnTo>
                    <a:pt x="2472452" y="4128507"/>
                  </a:lnTo>
                  <a:lnTo>
                    <a:pt x="2472578" y="4128507"/>
                  </a:lnTo>
                  <a:lnTo>
                    <a:pt x="2472830" y="4128507"/>
                  </a:lnTo>
                  <a:lnTo>
                    <a:pt x="2472956" y="4128507"/>
                  </a:lnTo>
                  <a:lnTo>
                    <a:pt x="2473082" y="4128507"/>
                  </a:lnTo>
                  <a:lnTo>
                    <a:pt x="2473712" y="4128507"/>
                  </a:lnTo>
                  <a:lnTo>
                    <a:pt x="2474721" y="4128507"/>
                  </a:lnTo>
                  <a:lnTo>
                    <a:pt x="2475099" y="4128507"/>
                  </a:lnTo>
                  <a:lnTo>
                    <a:pt x="2475604" y="4128507"/>
                  </a:lnTo>
                  <a:lnTo>
                    <a:pt x="2475982" y="4128507"/>
                  </a:lnTo>
                  <a:lnTo>
                    <a:pt x="2476108" y="4128507"/>
                  </a:lnTo>
                  <a:lnTo>
                    <a:pt x="2476234" y="4128507"/>
                  </a:lnTo>
                  <a:lnTo>
                    <a:pt x="2476865" y="4123228"/>
                  </a:lnTo>
                  <a:lnTo>
                    <a:pt x="2476991" y="4123228"/>
                  </a:lnTo>
                  <a:lnTo>
                    <a:pt x="2477117" y="4123228"/>
                  </a:lnTo>
                  <a:lnTo>
                    <a:pt x="2477243" y="4123228"/>
                  </a:lnTo>
                  <a:lnTo>
                    <a:pt x="2477621" y="4123228"/>
                  </a:lnTo>
                  <a:lnTo>
                    <a:pt x="2477747" y="4123228"/>
                  </a:lnTo>
                  <a:lnTo>
                    <a:pt x="2477999" y="4123228"/>
                  </a:lnTo>
                  <a:lnTo>
                    <a:pt x="2478378" y="4123228"/>
                  </a:lnTo>
                  <a:lnTo>
                    <a:pt x="2478504" y="4123228"/>
                  </a:lnTo>
                  <a:lnTo>
                    <a:pt x="2478630" y="4123228"/>
                  </a:lnTo>
                  <a:lnTo>
                    <a:pt x="2479134" y="4123228"/>
                  </a:lnTo>
                  <a:lnTo>
                    <a:pt x="2479386" y="4123228"/>
                  </a:lnTo>
                  <a:lnTo>
                    <a:pt x="2479765" y="4123228"/>
                  </a:lnTo>
                  <a:lnTo>
                    <a:pt x="2479891" y="4123228"/>
                  </a:lnTo>
                  <a:lnTo>
                    <a:pt x="2480017" y="4123228"/>
                  </a:lnTo>
                  <a:lnTo>
                    <a:pt x="2480521" y="4123228"/>
                  </a:lnTo>
                  <a:lnTo>
                    <a:pt x="2480899" y="4123228"/>
                  </a:lnTo>
                  <a:lnTo>
                    <a:pt x="2481026" y="4123228"/>
                  </a:lnTo>
                  <a:lnTo>
                    <a:pt x="2481404" y="4123228"/>
                  </a:lnTo>
                  <a:lnTo>
                    <a:pt x="2481530" y="4123228"/>
                  </a:lnTo>
                  <a:lnTo>
                    <a:pt x="2481908" y="4123228"/>
                  </a:lnTo>
                  <a:lnTo>
                    <a:pt x="2482034" y="4123228"/>
                  </a:lnTo>
                  <a:lnTo>
                    <a:pt x="2482413" y="4123228"/>
                  </a:lnTo>
                  <a:lnTo>
                    <a:pt x="2482539" y="4123228"/>
                  </a:lnTo>
                  <a:lnTo>
                    <a:pt x="2482791" y="4123228"/>
                  </a:lnTo>
                  <a:lnTo>
                    <a:pt x="2483169" y="4123228"/>
                  </a:lnTo>
                  <a:lnTo>
                    <a:pt x="2483421" y="4117948"/>
                  </a:lnTo>
                  <a:lnTo>
                    <a:pt x="2483799" y="4117948"/>
                  </a:lnTo>
                  <a:lnTo>
                    <a:pt x="2483926" y="4117948"/>
                  </a:lnTo>
                  <a:lnTo>
                    <a:pt x="2484178" y="4117948"/>
                  </a:lnTo>
                  <a:lnTo>
                    <a:pt x="2484304" y="4117948"/>
                  </a:lnTo>
                  <a:lnTo>
                    <a:pt x="2484430" y="4117948"/>
                  </a:lnTo>
                  <a:lnTo>
                    <a:pt x="2485565" y="4117948"/>
                  </a:lnTo>
                  <a:lnTo>
                    <a:pt x="2485943" y="4117948"/>
                  </a:lnTo>
                  <a:lnTo>
                    <a:pt x="2486069" y="4117948"/>
                  </a:lnTo>
                  <a:lnTo>
                    <a:pt x="2486195" y="4117948"/>
                  </a:lnTo>
                  <a:lnTo>
                    <a:pt x="2486321" y="4117948"/>
                  </a:lnTo>
                  <a:lnTo>
                    <a:pt x="2486699" y="4117948"/>
                  </a:lnTo>
                  <a:lnTo>
                    <a:pt x="2487456" y="4117948"/>
                  </a:lnTo>
                  <a:lnTo>
                    <a:pt x="2487960" y="4117948"/>
                  </a:lnTo>
                  <a:lnTo>
                    <a:pt x="2488086" y="4117948"/>
                  </a:lnTo>
                  <a:lnTo>
                    <a:pt x="2488339" y="4117948"/>
                  </a:lnTo>
                  <a:lnTo>
                    <a:pt x="2488969" y="4117948"/>
                  </a:lnTo>
                  <a:lnTo>
                    <a:pt x="2489347" y="4117948"/>
                  </a:lnTo>
                  <a:lnTo>
                    <a:pt x="2489473" y="4117948"/>
                  </a:lnTo>
                  <a:lnTo>
                    <a:pt x="2489600" y="4117948"/>
                  </a:lnTo>
                  <a:lnTo>
                    <a:pt x="2489726" y="4117948"/>
                  </a:lnTo>
                  <a:lnTo>
                    <a:pt x="2490230" y="4117948"/>
                  </a:lnTo>
                  <a:lnTo>
                    <a:pt x="2490356" y="4117948"/>
                  </a:lnTo>
                  <a:lnTo>
                    <a:pt x="2490734" y="4117948"/>
                  </a:lnTo>
                  <a:lnTo>
                    <a:pt x="2490860" y="4117948"/>
                  </a:lnTo>
                  <a:lnTo>
                    <a:pt x="2491491" y="4117948"/>
                  </a:lnTo>
                  <a:lnTo>
                    <a:pt x="2491617" y="4117948"/>
                  </a:lnTo>
                  <a:lnTo>
                    <a:pt x="2491743" y="4117948"/>
                  </a:lnTo>
                  <a:lnTo>
                    <a:pt x="2492121" y="4117948"/>
                  </a:lnTo>
                  <a:lnTo>
                    <a:pt x="2492247" y="4117948"/>
                  </a:lnTo>
                  <a:lnTo>
                    <a:pt x="2492247" y="4112669"/>
                  </a:lnTo>
                  <a:lnTo>
                    <a:pt x="2492373" y="4112669"/>
                  </a:lnTo>
                  <a:lnTo>
                    <a:pt x="2492626" y="4112669"/>
                  </a:lnTo>
                  <a:lnTo>
                    <a:pt x="2493760" y="4112669"/>
                  </a:lnTo>
                  <a:lnTo>
                    <a:pt x="2493886" y="4112669"/>
                  </a:lnTo>
                  <a:lnTo>
                    <a:pt x="2494139" y="4112669"/>
                  </a:lnTo>
                  <a:lnTo>
                    <a:pt x="2494265" y="4112669"/>
                  </a:lnTo>
                  <a:lnTo>
                    <a:pt x="2494517" y="4112669"/>
                  </a:lnTo>
                  <a:lnTo>
                    <a:pt x="2494643" y="4112669"/>
                  </a:lnTo>
                  <a:lnTo>
                    <a:pt x="2495021" y="4112669"/>
                  </a:lnTo>
                  <a:lnTo>
                    <a:pt x="2495526" y="4112669"/>
                  </a:lnTo>
                  <a:lnTo>
                    <a:pt x="2496660" y="4112669"/>
                  </a:lnTo>
                  <a:lnTo>
                    <a:pt x="2496913" y="4112669"/>
                  </a:lnTo>
                  <a:lnTo>
                    <a:pt x="2497165" y="4112669"/>
                  </a:lnTo>
                  <a:lnTo>
                    <a:pt x="2497417" y="4112669"/>
                  </a:lnTo>
                  <a:lnTo>
                    <a:pt x="2497543" y="4112669"/>
                  </a:lnTo>
                  <a:lnTo>
                    <a:pt x="2497669" y="4112669"/>
                  </a:lnTo>
                  <a:lnTo>
                    <a:pt x="2497795" y="4112669"/>
                  </a:lnTo>
                  <a:lnTo>
                    <a:pt x="2497921" y="4112669"/>
                  </a:lnTo>
                  <a:lnTo>
                    <a:pt x="2498300" y="4112669"/>
                  </a:lnTo>
                  <a:lnTo>
                    <a:pt x="2498930" y="4112669"/>
                  </a:lnTo>
                  <a:lnTo>
                    <a:pt x="2499182" y="4112669"/>
                  </a:lnTo>
                  <a:lnTo>
                    <a:pt x="2499813" y="4107389"/>
                  </a:lnTo>
                  <a:lnTo>
                    <a:pt x="2499939" y="4107389"/>
                  </a:lnTo>
                  <a:lnTo>
                    <a:pt x="2500065" y="4107389"/>
                  </a:lnTo>
                  <a:lnTo>
                    <a:pt x="2500443" y="4107389"/>
                  </a:lnTo>
                  <a:lnTo>
                    <a:pt x="2500569" y="4107389"/>
                  </a:lnTo>
                  <a:lnTo>
                    <a:pt x="2500695" y="4107389"/>
                  </a:lnTo>
                  <a:lnTo>
                    <a:pt x="2500947" y="4107389"/>
                  </a:lnTo>
                  <a:lnTo>
                    <a:pt x="2501073" y="4107389"/>
                  </a:lnTo>
                  <a:lnTo>
                    <a:pt x="2501200" y="4107389"/>
                  </a:lnTo>
                  <a:lnTo>
                    <a:pt x="2501704" y="4107389"/>
                  </a:lnTo>
                  <a:lnTo>
                    <a:pt x="2501830" y="4107389"/>
                  </a:lnTo>
                  <a:lnTo>
                    <a:pt x="2502334" y="4107389"/>
                  </a:lnTo>
                  <a:lnTo>
                    <a:pt x="2502460" y="4107389"/>
                  </a:lnTo>
                  <a:lnTo>
                    <a:pt x="2502587" y="4107389"/>
                  </a:lnTo>
                  <a:lnTo>
                    <a:pt x="2502713" y="4107389"/>
                  </a:lnTo>
                  <a:lnTo>
                    <a:pt x="2502839" y="4107389"/>
                  </a:lnTo>
                  <a:lnTo>
                    <a:pt x="2502965" y="4107389"/>
                  </a:lnTo>
                  <a:lnTo>
                    <a:pt x="2503217" y="4107389"/>
                  </a:lnTo>
                  <a:lnTo>
                    <a:pt x="2503343" y="4107389"/>
                  </a:lnTo>
                  <a:lnTo>
                    <a:pt x="2503469" y="4107389"/>
                  </a:lnTo>
                  <a:lnTo>
                    <a:pt x="2503595" y="4107389"/>
                  </a:lnTo>
                  <a:lnTo>
                    <a:pt x="2503847" y="4107389"/>
                  </a:lnTo>
                  <a:lnTo>
                    <a:pt x="2504226" y="4107389"/>
                  </a:lnTo>
                  <a:lnTo>
                    <a:pt x="2504352" y="4107389"/>
                  </a:lnTo>
                  <a:lnTo>
                    <a:pt x="2504730" y="4107389"/>
                  </a:lnTo>
                  <a:lnTo>
                    <a:pt x="2504982" y="4107389"/>
                  </a:lnTo>
                  <a:lnTo>
                    <a:pt x="2505991" y="4102110"/>
                  </a:lnTo>
                  <a:lnTo>
                    <a:pt x="2506369" y="4102110"/>
                  </a:lnTo>
                  <a:lnTo>
                    <a:pt x="2506621" y="4102110"/>
                  </a:lnTo>
                  <a:lnTo>
                    <a:pt x="2506621" y="4096830"/>
                  </a:lnTo>
                  <a:lnTo>
                    <a:pt x="2506747" y="4096830"/>
                  </a:lnTo>
                  <a:lnTo>
                    <a:pt x="2507126" y="4096830"/>
                  </a:lnTo>
                  <a:lnTo>
                    <a:pt x="2507378" y="4096830"/>
                  </a:lnTo>
                  <a:lnTo>
                    <a:pt x="2507504" y="4096830"/>
                  </a:lnTo>
                  <a:lnTo>
                    <a:pt x="2507882" y="4096830"/>
                  </a:lnTo>
                  <a:lnTo>
                    <a:pt x="2508008" y="4096830"/>
                  </a:lnTo>
                  <a:lnTo>
                    <a:pt x="2508134" y="4096830"/>
                  </a:lnTo>
                  <a:lnTo>
                    <a:pt x="2508260" y="4096830"/>
                  </a:lnTo>
                  <a:lnTo>
                    <a:pt x="2508387" y="4096830"/>
                  </a:lnTo>
                  <a:lnTo>
                    <a:pt x="2508639" y="4096830"/>
                  </a:lnTo>
                  <a:lnTo>
                    <a:pt x="2508765" y="4096830"/>
                  </a:lnTo>
                  <a:lnTo>
                    <a:pt x="2508891" y="4096830"/>
                  </a:lnTo>
                  <a:lnTo>
                    <a:pt x="2509017" y="4096830"/>
                  </a:lnTo>
                  <a:lnTo>
                    <a:pt x="2509395" y="4096830"/>
                  </a:lnTo>
                  <a:lnTo>
                    <a:pt x="2509521" y="4096830"/>
                  </a:lnTo>
                  <a:lnTo>
                    <a:pt x="2509900" y="4096830"/>
                  </a:lnTo>
                  <a:lnTo>
                    <a:pt x="2510278" y="4096830"/>
                  </a:lnTo>
                  <a:lnTo>
                    <a:pt x="2510530" y="4096830"/>
                  </a:lnTo>
                  <a:lnTo>
                    <a:pt x="2510782" y="4091551"/>
                  </a:lnTo>
                  <a:lnTo>
                    <a:pt x="2511034" y="4091551"/>
                  </a:lnTo>
                  <a:lnTo>
                    <a:pt x="2511160" y="4091551"/>
                  </a:lnTo>
                  <a:lnTo>
                    <a:pt x="2511287" y="4091551"/>
                  </a:lnTo>
                  <a:lnTo>
                    <a:pt x="2511539" y="4091551"/>
                  </a:lnTo>
                  <a:lnTo>
                    <a:pt x="2511665" y="4091551"/>
                  </a:lnTo>
                  <a:lnTo>
                    <a:pt x="2512169" y="4091551"/>
                  </a:lnTo>
                  <a:lnTo>
                    <a:pt x="2512295" y="4091551"/>
                  </a:lnTo>
                  <a:lnTo>
                    <a:pt x="2512421" y="4091551"/>
                  </a:lnTo>
                  <a:lnTo>
                    <a:pt x="2513052" y="4086272"/>
                  </a:lnTo>
                  <a:lnTo>
                    <a:pt x="2513178" y="4086272"/>
                  </a:lnTo>
                  <a:lnTo>
                    <a:pt x="2513682" y="4086272"/>
                  </a:lnTo>
                  <a:lnTo>
                    <a:pt x="2513808" y="4086272"/>
                  </a:lnTo>
                  <a:lnTo>
                    <a:pt x="2514187" y="4086272"/>
                  </a:lnTo>
                  <a:lnTo>
                    <a:pt x="2514313" y="4086272"/>
                  </a:lnTo>
                  <a:lnTo>
                    <a:pt x="2514565" y="4086272"/>
                  </a:lnTo>
                  <a:lnTo>
                    <a:pt x="2514943" y="4086272"/>
                  </a:lnTo>
                  <a:lnTo>
                    <a:pt x="2515195" y="4086272"/>
                  </a:lnTo>
                  <a:lnTo>
                    <a:pt x="2515321" y="4086272"/>
                  </a:lnTo>
                  <a:lnTo>
                    <a:pt x="2515826" y="4086272"/>
                  </a:lnTo>
                  <a:lnTo>
                    <a:pt x="2515952" y="4086272"/>
                  </a:lnTo>
                  <a:lnTo>
                    <a:pt x="2516204" y="4086272"/>
                  </a:lnTo>
                  <a:lnTo>
                    <a:pt x="2516456" y="4086272"/>
                  </a:lnTo>
                  <a:lnTo>
                    <a:pt x="2516582" y="4086272"/>
                  </a:lnTo>
                  <a:lnTo>
                    <a:pt x="2516708" y="4086272"/>
                  </a:lnTo>
                  <a:lnTo>
                    <a:pt x="2516834" y="4086272"/>
                  </a:lnTo>
                  <a:lnTo>
                    <a:pt x="2517213" y="4086272"/>
                  </a:lnTo>
                  <a:lnTo>
                    <a:pt x="2517465" y="4086272"/>
                  </a:lnTo>
                  <a:lnTo>
                    <a:pt x="2517591" y="4086272"/>
                  </a:lnTo>
                  <a:lnTo>
                    <a:pt x="2517969" y="4086272"/>
                  </a:lnTo>
                  <a:lnTo>
                    <a:pt x="2518221" y="4086272"/>
                  </a:lnTo>
                  <a:lnTo>
                    <a:pt x="2518347" y="4080992"/>
                  </a:lnTo>
                  <a:lnTo>
                    <a:pt x="2518600" y="4080992"/>
                  </a:lnTo>
                  <a:lnTo>
                    <a:pt x="2519104" y="4080992"/>
                  </a:lnTo>
                  <a:lnTo>
                    <a:pt x="2519230" y="4080992"/>
                  </a:lnTo>
                  <a:lnTo>
                    <a:pt x="2519356" y="4080992"/>
                  </a:lnTo>
                  <a:lnTo>
                    <a:pt x="2519861" y="4080992"/>
                  </a:lnTo>
                  <a:lnTo>
                    <a:pt x="2520365" y="4080992"/>
                  </a:lnTo>
                  <a:lnTo>
                    <a:pt x="2521752" y="4080992"/>
                  </a:lnTo>
                  <a:lnTo>
                    <a:pt x="2522004" y="4080992"/>
                  </a:lnTo>
                  <a:lnTo>
                    <a:pt x="2522130" y="4080992"/>
                  </a:lnTo>
                  <a:lnTo>
                    <a:pt x="2522256" y="4080992"/>
                  </a:lnTo>
                  <a:lnTo>
                    <a:pt x="2522382" y="4080992"/>
                  </a:lnTo>
                  <a:lnTo>
                    <a:pt x="2522508" y="4080992"/>
                  </a:lnTo>
                  <a:lnTo>
                    <a:pt x="2522887" y="4080992"/>
                  </a:lnTo>
                  <a:lnTo>
                    <a:pt x="2523265" y="4080992"/>
                  </a:lnTo>
                  <a:lnTo>
                    <a:pt x="2523517" y="4080992"/>
                  </a:lnTo>
                  <a:lnTo>
                    <a:pt x="2523643" y="4080992"/>
                  </a:lnTo>
                  <a:lnTo>
                    <a:pt x="2523769" y="4080992"/>
                  </a:lnTo>
                  <a:lnTo>
                    <a:pt x="2523895" y="4080992"/>
                  </a:lnTo>
                  <a:lnTo>
                    <a:pt x="2524274" y="4080992"/>
                  </a:lnTo>
                  <a:lnTo>
                    <a:pt x="2524400" y="4080992"/>
                  </a:lnTo>
                  <a:lnTo>
                    <a:pt x="2524904" y="4080992"/>
                  </a:lnTo>
                  <a:lnTo>
                    <a:pt x="2525408" y="4080992"/>
                  </a:lnTo>
                  <a:lnTo>
                    <a:pt x="2526291" y="4080992"/>
                  </a:lnTo>
                  <a:lnTo>
                    <a:pt x="2526543" y="4080992"/>
                  </a:lnTo>
                  <a:lnTo>
                    <a:pt x="2526921" y="4080992"/>
                  </a:lnTo>
                  <a:lnTo>
                    <a:pt x="2527174" y="4080992"/>
                  </a:lnTo>
                  <a:lnTo>
                    <a:pt x="2527426" y="4080992"/>
                  </a:lnTo>
                  <a:lnTo>
                    <a:pt x="2527678" y="4080992"/>
                  </a:lnTo>
                  <a:lnTo>
                    <a:pt x="2528056" y="4080992"/>
                  </a:lnTo>
                  <a:lnTo>
                    <a:pt x="2528308" y="4080992"/>
                  </a:lnTo>
                  <a:lnTo>
                    <a:pt x="2528561" y="4080992"/>
                  </a:lnTo>
                  <a:lnTo>
                    <a:pt x="2528687" y="4080992"/>
                  </a:lnTo>
                  <a:lnTo>
                    <a:pt x="2528939" y="4075713"/>
                  </a:lnTo>
                  <a:lnTo>
                    <a:pt x="2529569" y="4075713"/>
                  </a:lnTo>
                  <a:lnTo>
                    <a:pt x="2529695" y="4075713"/>
                  </a:lnTo>
                  <a:lnTo>
                    <a:pt x="2529821" y="4075713"/>
                  </a:lnTo>
                  <a:lnTo>
                    <a:pt x="2532343" y="4075713"/>
                  </a:lnTo>
                  <a:lnTo>
                    <a:pt x="2532469" y="4075713"/>
                  </a:lnTo>
                  <a:lnTo>
                    <a:pt x="2532595" y="4075713"/>
                  </a:lnTo>
                  <a:lnTo>
                    <a:pt x="2532974" y="4075713"/>
                  </a:lnTo>
                  <a:lnTo>
                    <a:pt x="2533100" y="4075713"/>
                  </a:lnTo>
                  <a:lnTo>
                    <a:pt x="2533226" y="4075713"/>
                  </a:lnTo>
                  <a:lnTo>
                    <a:pt x="2533604" y="4075713"/>
                  </a:lnTo>
                  <a:lnTo>
                    <a:pt x="2533730" y="4075713"/>
                  </a:lnTo>
                  <a:lnTo>
                    <a:pt x="2533856" y="4075713"/>
                  </a:lnTo>
                  <a:lnTo>
                    <a:pt x="2533982" y="4075713"/>
                  </a:lnTo>
                  <a:lnTo>
                    <a:pt x="2534108" y="4075713"/>
                  </a:lnTo>
                  <a:lnTo>
                    <a:pt x="2534235" y="4075713"/>
                  </a:lnTo>
                  <a:lnTo>
                    <a:pt x="2534361" y="4075713"/>
                  </a:lnTo>
                  <a:lnTo>
                    <a:pt x="2534487" y="4075713"/>
                  </a:lnTo>
                  <a:lnTo>
                    <a:pt x="2534613" y="4075713"/>
                  </a:lnTo>
                  <a:lnTo>
                    <a:pt x="2534739" y="4075713"/>
                  </a:lnTo>
                  <a:lnTo>
                    <a:pt x="2534991" y="4075713"/>
                  </a:lnTo>
                  <a:lnTo>
                    <a:pt x="2535369" y="4075713"/>
                  </a:lnTo>
                  <a:lnTo>
                    <a:pt x="2535874" y="4075713"/>
                  </a:lnTo>
                  <a:lnTo>
                    <a:pt x="2536000" y="4075713"/>
                  </a:lnTo>
                  <a:lnTo>
                    <a:pt x="2536126" y="4075713"/>
                  </a:lnTo>
                  <a:lnTo>
                    <a:pt x="2536630" y="4075713"/>
                  </a:lnTo>
                  <a:lnTo>
                    <a:pt x="2536756" y="4075713"/>
                  </a:lnTo>
                  <a:lnTo>
                    <a:pt x="2536882" y="4075713"/>
                  </a:lnTo>
                  <a:lnTo>
                    <a:pt x="2537008" y="4075713"/>
                  </a:lnTo>
                  <a:lnTo>
                    <a:pt x="2537387" y="4075713"/>
                  </a:lnTo>
                  <a:lnTo>
                    <a:pt x="2537765" y="4075713"/>
                  </a:lnTo>
                  <a:lnTo>
                    <a:pt x="2537891" y="4075713"/>
                  </a:lnTo>
                  <a:lnTo>
                    <a:pt x="2538017" y="4075713"/>
                  </a:lnTo>
                  <a:lnTo>
                    <a:pt x="2538143" y="4075713"/>
                  </a:lnTo>
                  <a:lnTo>
                    <a:pt x="2538269" y="4075713"/>
                  </a:lnTo>
                  <a:lnTo>
                    <a:pt x="2538395" y="4075713"/>
                  </a:lnTo>
                  <a:lnTo>
                    <a:pt x="2538521" y="4075713"/>
                  </a:lnTo>
                  <a:lnTo>
                    <a:pt x="2538648" y="4075713"/>
                  </a:lnTo>
                  <a:lnTo>
                    <a:pt x="2538774" y="4075713"/>
                  </a:lnTo>
                  <a:lnTo>
                    <a:pt x="2538900" y="4075713"/>
                  </a:lnTo>
                  <a:lnTo>
                    <a:pt x="2539404" y="4075713"/>
                  </a:lnTo>
                  <a:lnTo>
                    <a:pt x="2539530" y="4075713"/>
                  </a:lnTo>
                  <a:lnTo>
                    <a:pt x="2539908" y="4075713"/>
                  </a:lnTo>
                  <a:lnTo>
                    <a:pt x="2540161" y="4075713"/>
                  </a:lnTo>
                  <a:lnTo>
                    <a:pt x="2540413" y="4075713"/>
                  </a:lnTo>
                  <a:lnTo>
                    <a:pt x="2540539" y="4075713"/>
                  </a:lnTo>
                  <a:lnTo>
                    <a:pt x="2540665" y="4075713"/>
                  </a:lnTo>
                  <a:lnTo>
                    <a:pt x="2541043" y="4075713"/>
                  </a:lnTo>
                  <a:lnTo>
                    <a:pt x="2541295" y="4075713"/>
                  </a:lnTo>
                  <a:lnTo>
                    <a:pt x="2541422" y="4075713"/>
                  </a:lnTo>
                  <a:lnTo>
                    <a:pt x="2541800" y="4075713"/>
                  </a:lnTo>
                  <a:lnTo>
                    <a:pt x="2542682" y="4075713"/>
                  </a:lnTo>
                  <a:lnTo>
                    <a:pt x="2542935" y="4075713"/>
                  </a:lnTo>
                  <a:lnTo>
                    <a:pt x="2542935" y="4070433"/>
                  </a:lnTo>
                  <a:lnTo>
                    <a:pt x="2543061" y="4070433"/>
                  </a:lnTo>
                  <a:lnTo>
                    <a:pt x="2543691" y="4070433"/>
                  </a:lnTo>
                  <a:lnTo>
                    <a:pt x="2543943" y="4070433"/>
                  </a:lnTo>
                  <a:lnTo>
                    <a:pt x="2544826" y="4070433"/>
                  </a:lnTo>
                  <a:lnTo>
                    <a:pt x="2545078" y="4070433"/>
                  </a:lnTo>
                  <a:lnTo>
                    <a:pt x="2545204" y="4070433"/>
                  </a:lnTo>
                  <a:lnTo>
                    <a:pt x="2545708" y="4070433"/>
                  </a:lnTo>
                  <a:lnTo>
                    <a:pt x="2546087" y="4070433"/>
                  </a:lnTo>
                  <a:lnTo>
                    <a:pt x="2546213" y="4070433"/>
                  </a:lnTo>
                  <a:lnTo>
                    <a:pt x="2546339" y="4070433"/>
                  </a:lnTo>
                  <a:lnTo>
                    <a:pt x="2546465" y="4070433"/>
                  </a:lnTo>
                  <a:lnTo>
                    <a:pt x="2546591" y="4070433"/>
                  </a:lnTo>
                  <a:lnTo>
                    <a:pt x="2547095" y="4070433"/>
                  </a:lnTo>
                  <a:lnTo>
                    <a:pt x="2547222" y="4070433"/>
                  </a:lnTo>
                  <a:lnTo>
                    <a:pt x="2547348" y="4070433"/>
                  </a:lnTo>
                  <a:lnTo>
                    <a:pt x="2547474" y="4070433"/>
                  </a:lnTo>
                  <a:lnTo>
                    <a:pt x="2547600" y="4070433"/>
                  </a:lnTo>
                  <a:lnTo>
                    <a:pt x="2547726" y="4070433"/>
                  </a:lnTo>
                  <a:lnTo>
                    <a:pt x="2547852" y="4070433"/>
                  </a:lnTo>
                  <a:lnTo>
                    <a:pt x="2548104" y="4070433"/>
                  </a:lnTo>
                  <a:lnTo>
                    <a:pt x="2548356" y="4070433"/>
                  </a:lnTo>
                  <a:lnTo>
                    <a:pt x="2548609" y="4070433"/>
                  </a:lnTo>
                  <a:lnTo>
                    <a:pt x="2548987" y="4070433"/>
                  </a:lnTo>
                  <a:lnTo>
                    <a:pt x="2549239" y="4070433"/>
                  </a:lnTo>
                  <a:lnTo>
                    <a:pt x="2549239" y="4065154"/>
                  </a:lnTo>
                  <a:lnTo>
                    <a:pt x="2549491" y="4065154"/>
                  </a:lnTo>
                  <a:lnTo>
                    <a:pt x="2549743" y="4065154"/>
                  </a:lnTo>
                  <a:lnTo>
                    <a:pt x="2549995" y="4059875"/>
                  </a:lnTo>
                  <a:lnTo>
                    <a:pt x="2550500" y="4059875"/>
                  </a:lnTo>
                  <a:lnTo>
                    <a:pt x="2550626" y="4059875"/>
                  </a:lnTo>
                  <a:lnTo>
                    <a:pt x="2550752" y="4059875"/>
                  </a:lnTo>
                  <a:lnTo>
                    <a:pt x="2550878" y="4059875"/>
                  </a:lnTo>
                  <a:lnTo>
                    <a:pt x="2551509" y="4059875"/>
                  </a:lnTo>
                  <a:lnTo>
                    <a:pt x="2551887" y="4059875"/>
                  </a:lnTo>
                  <a:lnTo>
                    <a:pt x="2552013" y="4059875"/>
                  </a:lnTo>
                  <a:lnTo>
                    <a:pt x="2552139" y="4059875"/>
                  </a:lnTo>
                  <a:lnTo>
                    <a:pt x="2552265" y="4059875"/>
                  </a:lnTo>
                  <a:lnTo>
                    <a:pt x="2552517" y="4059875"/>
                  </a:lnTo>
                  <a:lnTo>
                    <a:pt x="2552643" y="4059875"/>
                  </a:lnTo>
                  <a:lnTo>
                    <a:pt x="2552769" y="4059875"/>
                  </a:lnTo>
                  <a:lnTo>
                    <a:pt x="2554282" y="4059875"/>
                  </a:lnTo>
                  <a:lnTo>
                    <a:pt x="2554661" y="4059875"/>
                  </a:lnTo>
                  <a:lnTo>
                    <a:pt x="2554787" y="4059875"/>
                  </a:lnTo>
                  <a:lnTo>
                    <a:pt x="2554913" y="4059875"/>
                  </a:lnTo>
                  <a:lnTo>
                    <a:pt x="2555039" y="4059875"/>
                  </a:lnTo>
                  <a:lnTo>
                    <a:pt x="2555165" y="4059875"/>
                  </a:lnTo>
                  <a:lnTo>
                    <a:pt x="2555669" y="4059875"/>
                  </a:lnTo>
                  <a:lnTo>
                    <a:pt x="2555922" y="4059875"/>
                  </a:lnTo>
                  <a:lnTo>
                    <a:pt x="2556552" y="4059875"/>
                  </a:lnTo>
                  <a:lnTo>
                    <a:pt x="2556678" y="4059875"/>
                  </a:lnTo>
                  <a:lnTo>
                    <a:pt x="2556804" y="4059875"/>
                  </a:lnTo>
                  <a:lnTo>
                    <a:pt x="2556930" y="4059875"/>
                  </a:lnTo>
                  <a:lnTo>
                    <a:pt x="2557056" y="4059875"/>
                  </a:lnTo>
                  <a:lnTo>
                    <a:pt x="2557182" y="4059875"/>
                  </a:lnTo>
                  <a:lnTo>
                    <a:pt x="2557561" y="4059875"/>
                  </a:lnTo>
                  <a:lnTo>
                    <a:pt x="2558317" y="4059875"/>
                  </a:lnTo>
                  <a:lnTo>
                    <a:pt x="2558443" y="4059875"/>
                  </a:lnTo>
                  <a:lnTo>
                    <a:pt x="2558822" y="4059875"/>
                  </a:lnTo>
                  <a:lnTo>
                    <a:pt x="2559074" y="4059875"/>
                  </a:lnTo>
                  <a:lnTo>
                    <a:pt x="2559830" y="4059875"/>
                  </a:lnTo>
                  <a:lnTo>
                    <a:pt x="2560082" y="4059875"/>
                  </a:lnTo>
                  <a:lnTo>
                    <a:pt x="2560335" y="4059875"/>
                  </a:lnTo>
                  <a:lnTo>
                    <a:pt x="2560461" y="4059875"/>
                  </a:lnTo>
                  <a:lnTo>
                    <a:pt x="2560713" y="4059875"/>
                  </a:lnTo>
                  <a:lnTo>
                    <a:pt x="2560839" y="4059875"/>
                  </a:lnTo>
                  <a:lnTo>
                    <a:pt x="2561343" y="4054595"/>
                  </a:lnTo>
                  <a:lnTo>
                    <a:pt x="2561722" y="4054595"/>
                  </a:lnTo>
                  <a:lnTo>
                    <a:pt x="2561974" y="4054595"/>
                  </a:lnTo>
                  <a:lnTo>
                    <a:pt x="2562100" y="4054595"/>
                  </a:lnTo>
                  <a:lnTo>
                    <a:pt x="2562226" y="4054595"/>
                  </a:lnTo>
                  <a:lnTo>
                    <a:pt x="2562352" y="4054595"/>
                  </a:lnTo>
                  <a:lnTo>
                    <a:pt x="2562604" y="4049316"/>
                  </a:lnTo>
                  <a:lnTo>
                    <a:pt x="2563235" y="4044036"/>
                  </a:lnTo>
                  <a:lnTo>
                    <a:pt x="2563361" y="4044036"/>
                  </a:lnTo>
                  <a:lnTo>
                    <a:pt x="2563613" y="4044036"/>
                  </a:lnTo>
                  <a:lnTo>
                    <a:pt x="2563991" y="4044036"/>
                  </a:lnTo>
                  <a:lnTo>
                    <a:pt x="2564369" y="4044036"/>
                  </a:lnTo>
                  <a:lnTo>
                    <a:pt x="2564622" y="4044036"/>
                  </a:lnTo>
                  <a:lnTo>
                    <a:pt x="2564874" y="4044036"/>
                  </a:lnTo>
                  <a:lnTo>
                    <a:pt x="2565126" y="4044036"/>
                  </a:lnTo>
                  <a:lnTo>
                    <a:pt x="2565378" y="4044036"/>
                  </a:lnTo>
                  <a:lnTo>
                    <a:pt x="2565504" y="4044036"/>
                  </a:lnTo>
                  <a:lnTo>
                    <a:pt x="2565883" y="4044036"/>
                  </a:lnTo>
                  <a:lnTo>
                    <a:pt x="2566135" y="4044036"/>
                  </a:lnTo>
                  <a:lnTo>
                    <a:pt x="2566261" y="4044036"/>
                  </a:lnTo>
                  <a:lnTo>
                    <a:pt x="2566387" y="4044036"/>
                  </a:lnTo>
                  <a:lnTo>
                    <a:pt x="2566513" y="4044036"/>
                  </a:lnTo>
                  <a:lnTo>
                    <a:pt x="2566639" y="4044036"/>
                  </a:lnTo>
                  <a:lnTo>
                    <a:pt x="2567522" y="4044036"/>
                  </a:lnTo>
                  <a:lnTo>
                    <a:pt x="2567774" y="4044036"/>
                  </a:lnTo>
                  <a:lnTo>
                    <a:pt x="2568278" y="4044036"/>
                  </a:lnTo>
                  <a:lnTo>
                    <a:pt x="2568404" y="4044036"/>
                  </a:lnTo>
                  <a:lnTo>
                    <a:pt x="2568783" y="4044036"/>
                  </a:lnTo>
                  <a:lnTo>
                    <a:pt x="2568783" y="4038757"/>
                  </a:lnTo>
                  <a:lnTo>
                    <a:pt x="2569161" y="4038757"/>
                  </a:lnTo>
                  <a:lnTo>
                    <a:pt x="2569287" y="4038757"/>
                  </a:lnTo>
                  <a:lnTo>
                    <a:pt x="2569539" y="4038757"/>
                  </a:lnTo>
                  <a:lnTo>
                    <a:pt x="2569665" y="4038757"/>
                  </a:lnTo>
                  <a:lnTo>
                    <a:pt x="2570043" y="4038757"/>
                  </a:lnTo>
                  <a:lnTo>
                    <a:pt x="2570296" y="4038757"/>
                  </a:lnTo>
                  <a:lnTo>
                    <a:pt x="2570422" y="4038757"/>
                  </a:lnTo>
                  <a:lnTo>
                    <a:pt x="2570548" y="4038757"/>
                  </a:lnTo>
                  <a:lnTo>
                    <a:pt x="2570800" y="4038757"/>
                  </a:lnTo>
                  <a:lnTo>
                    <a:pt x="2570926" y="4038757"/>
                  </a:lnTo>
                  <a:lnTo>
                    <a:pt x="2572061" y="4038757"/>
                  </a:lnTo>
                  <a:lnTo>
                    <a:pt x="2572313" y="4038757"/>
                  </a:lnTo>
                  <a:lnTo>
                    <a:pt x="2572439" y="4038757"/>
                  </a:lnTo>
                  <a:lnTo>
                    <a:pt x="2572565" y="4038757"/>
                  </a:lnTo>
                  <a:lnTo>
                    <a:pt x="2572691" y="4038757"/>
                  </a:lnTo>
                  <a:lnTo>
                    <a:pt x="2572943" y="4038757"/>
                  </a:lnTo>
                  <a:lnTo>
                    <a:pt x="2573448" y="4038757"/>
                  </a:lnTo>
                  <a:lnTo>
                    <a:pt x="2574078" y="4038757"/>
                  </a:lnTo>
                  <a:lnTo>
                    <a:pt x="2574204" y="4038757"/>
                  </a:lnTo>
                  <a:lnTo>
                    <a:pt x="2574456" y="4038757"/>
                  </a:lnTo>
                  <a:lnTo>
                    <a:pt x="2574583" y="4033477"/>
                  </a:lnTo>
                  <a:lnTo>
                    <a:pt x="2574961" y="4033477"/>
                  </a:lnTo>
                  <a:lnTo>
                    <a:pt x="2575087" y="4033477"/>
                  </a:lnTo>
                  <a:lnTo>
                    <a:pt x="2575213" y="4033477"/>
                  </a:lnTo>
                  <a:lnTo>
                    <a:pt x="2575339" y="4033477"/>
                  </a:lnTo>
                  <a:lnTo>
                    <a:pt x="2575465" y="4033477"/>
                  </a:lnTo>
                  <a:lnTo>
                    <a:pt x="2575717" y="4033477"/>
                  </a:lnTo>
                  <a:lnTo>
                    <a:pt x="2575970" y="4033477"/>
                  </a:lnTo>
                  <a:lnTo>
                    <a:pt x="2576348" y="4033477"/>
                  </a:lnTo>
                  <a:lnTo>
                    <a:pt x="2576726" y="4033477"/>
                  </a:lnTo>
                  <a:lnTo>
                    <a:pt x="2576978" y="4033477"/>
                  </a:lnTo>
                  <a:lnTo>
                    <a:pt x="2577230" y="4033477"/>
                  </a:lnTo>
                  <a:lnTo>
                    <a:pt x="2577356" y="4033477"/>
                  </a:lnTo>
                  <a:lnTo>
                    <a:pt x="2577861" y="4033477"/>
                  </a:lnTo>
                  <a:lnTo>
                    <a:pt x="2577987" y="4033477"/>
                  </a:lnTo>
                  <a:lnTo>
                    <a:pt x="2578491" y="4033477"/>
                  </a:lnTo>
                  <a:lnTo>
                    <a:pt x="2578617" y="4033477"/>
                  </a:lnTo>
                  <a:lnTo>
                    <a:pt x="2578743" y="4033477"/>
                  </a:lnTo>
                  <a:lnTo>
                    <a:pt x="2578870" y="4033477"/>
                  </a:lnTo>
                  <a:lnTo>
                    <a:pt x="2579122" y="4033477"/>
                  </a:lnTo>
                  <a:lnTo>
                    <a:pt x="2579248" y="4033477"/>
                  </a:lnTo>
                  <a:lnTo>
                    <a:pt x="2579374" y="4033477"/>
                  </a:lnTo>
                  <a:lnTo>
                    <a:pt x="2579500" y="4033477"/>
                  </a:lnTo>
                  <a:lnTo>
                    <a:pt x="2579752" y="4033477"/>
                  </a:lnTo>
                  <a:lnTo>
                    <a:pt x="2580004" y="4033477"/>
                  </a:lnTo>
                  <a:lnTo>
                    <a:pt x="2580256" y="4033477"/>
                  </a:lnTo>
                  <a:lnTo>
                    <a:pt x="2580383" y="4033477"/>
                  </a:lnTo>
                  <a:lnTo>
                    <a:pt x="2580635" y="4033477"/>
                  </a:lnTo>
                  <a:lnTo>
                    <a:pt x="2580887" y="4033477"/>
                  </a:lnTo>
                  <a:lnTo>
                    <a:pt x="2581013" y="4033477"/>
                  </a:lnTo>
                  <a:lnTo>
                    <a:pt x="2581139" y="4033477"/>
                  </a:lnTo>
                  <a:lnTo>
                    <a:pt x="2581391" y="4033477"/>
                  </a:lnTo>
                  <a:lnTo>
                    <a:pt x="2581517" y="4033477"/>
                  </a:lnTo>
                  <a:lnTo>
                    <a:pt x="2581896" y="4033477"/>
                  </a:lnTo>
                  <a:lnTo>
                    <a:pt x="2582274" y="4033477"/>
                  </a:lnTo>
                  <a:lnTo>
                    <a:pt x="2582400" y="4033477"/>
                  </a:lnTo>
                  <a:lnTo>
                    <a:pt x="2582652" y="4033477"/>
                  </a:lnTo>
                  <a:lnTo>
                    <a:pt x="2582904" y="4033477"/>
                  </a:lnTo>
                  <a:lnTo>
                    <a:pt x="2583157" y="4033477"/>
                  </a:lnTo>
                  <a:lnTo>
                    <a:pt x="2583283" y="4033477"/>
                  </a:lnTo>
                  <a:lnTo>
                    <a:pt x="2583535" y="4033477"/>
                  </a:lnTo>
                  <a:lnTo>
                    <a:pt x="2583661" y="4033477"/>
                  </a:lnTo>
                  <a:lnTo>
                    <a:pt x="2583913" y="4033477"/>
                  </a:lnTo>
                  <a:lnTo>
                    <a:pt x="2584165" y="4033477"/>
                  </a:lnTo>
                  <a:lnTo>
                    <a:pt x="2584922" y="4033477"/>
                  </a:lnTo>
                  <a:lnTo>
                    <a:pt x="2585426" y="4033477"/>
                  </a:lnTo>
                  <a:lnTo>
                    <a:pt x="2585552" y="4033477"/>
                  </a:lnTo>
                  <a:lnTo>
                    <a:pt x="2585804" y="4033477"/>
                  </a:lnTo>
                  <a:lnTo>
                    <a:pt x="2586561" y="4033477"/>
                  </a:lnTo>
                  <a:lnTo>
                    <a:pt x="2587317" y="4033477"/>
                  </a:lnTo>
                  <a:lnTo>
                    <a:pt x="2587443" y="4033477"/>
                  </a:lnTo>
                  <a:lnTo>
                    <a:pt x="2587570" y="4033477"/>
                  </a:lnTo>
                  <a:lnTo>
                    <a:pt x="2588326" y="4033477"/>
                  </a:lnTo>
                  <a:lnTo>
                    <a:pt x="2589461" y="4033477"/>
                  </a:lnTo>
                  <a:lnTo>
                    <a:pt x="2589587" y="4033477"/>
                  </a:lnTo>
                  <a:lnTo>
                    <a:pt x="2589713" y="4033477"/>
                  </a:lnTo>
                  <a:lnTo>
                    <a:pt x="2589839" y="4033477"/>
                  </a:lnTo>
                  <a:lnTo>
                    <a:pt x="2589965" y="4033477"/>
                  </a:lnTo>
                  <a:lnTo>
                    <a:pt x="2590344" y="4033477"/>
                  </a:lnTo>
                  <a:lnTo>
                    <a:pt x="2590596" y="4033477"/>
                  </a:lnTo>
                  <a:lnTo>
                    <a:pt x="2590722" y="4033477"/>
                  </a:lnTo>
                  <a:lnTo>
                    <a:pt x="2591478" y="4033477"/>
                  </a:lnTo>
                  <a:lnTo>
                    <a:pt x="2591730" y="4033477"/>
                  </a:lnTo>
                  <a:lnTo>
                    <a:pt x="2591857" y="4033477"/>
                  </a:lnTo>
                  <a:lnTo>
                    <a:pt x="2592109" y="4033477"/>
                  </a:lnTo>
                  <a:lnTo>
                    <a:pt x="2592361" y="4033477"/>
                  </a:lnTo>
                  <a:lnTo>
                    <a:pt x="2592865" y="4033477"/>
                  </a:lnTo>
                  <a:lnTo>
                    <a:pt x="2592991" y="4033477"/>
                  </a:lnTo>
                  <a:lnTo>
                    <a:pt x="2593622" y="4033477"/>
                  </a:lnTo>
                  <a:lnTo>
                    <a:pt x="2593748" y="4033477"/>
                  </a:lnTo>
                  <a:lnTo>
                    <a:pt x="2594252" y="4028198"/>
                  </a:lnTo>
                  <a:lnTo>
                    <a:pt x="2594378" y="4028198"/>
                  </a:lnTo>
                  <a:lnTo>
                    <a:pt x="2594630" y="4022919"/>
                  </a:lnTo>
                  <a:lnTo>
                    <a:pt x="2594757" y="4022919"/>
                  </a:lnTo>
                  <a:lnTo>
                    <a:pt x="2595009" y="4022919"/>
                  </a:lnTo>
                  <a:lnTo>
                    <a:pt x="2595135" y="4022919"/>
                  </a:lnTo>
                  <a:lnTo>
                    <a:pt x="2595639" y="4022919"/>
                  </a:lnTo>
                  <a:lnTo>
                    <a:pt x="2596270" y="4022919"/>
                  </a:lnTo>
                  <a:lnTo>
                    <a:pt x="2596774" y="4022919"/>
                  </a:lnTo>
                  <a:lnTo>
                    <a:pt x="2596900" y="4022919"/>
                  </a:lnTo>
                  <a:lnTo>
                    <a:pt x="2597026" y="4022919"/>
                  </a:lnTo>
                  <a:lnTo>
                    <a:pt x="2597152" y="4022919"/>
                  </a:lnTo>
                  <a:lnTo>
                    <a:pt x="2598161" y="4022919"/>
                  </a:lnTo>
                  <a:lnTo>
                    <a:pt x="2598287" y="4022919"/>
                  </a:lnTo>
                  <a:lnTo>
                    <a:pt x="2598539" y="4022919"/>
                  </a:lnTo>
                  <a:lnTo>
                    <a:pt x="2598665" y="4022919"/>
                  </a:lnTo>
                  <a:lnTo>
                    <a:pt x="2598791" y="4022919"/>
                  </a:lnTo>
                  <a:lnTo>
                    <a:pt x="2599800" y="4022919"/>
                  </a:lnTo>
                  <a:lnTo>
                    <a:pt x="2600052" y="4022919"/>
                  </a:lnTo>
                  <a:lnTo>
                    <a:pt x="2600178" y="4022919"/>
                  </a:lnTo>
                  <a:lnTo>
                    <a:pt x="2600304" y="4022919"/>
                  </a:lnTo>
                  <a:lnTo>
                    <a:pt x="2600557" y="4022919"/>
                  </a:lnTo>
                  <a:lnTo>
                    <a:pt x="2600683" y="4017639"/>
                  </a:lnTo>
                  <a:lnTo>
                    <a:pt x="2600935" y="4017639"/>
                  </a:lnTo>
                  <a:lnTo>
                    <a:pt x="2601061" y="4017639"/>
                  </a:lnTo>
                  <a:lnTo>
                    <a:pt x="2601061" y="4012360"/>
                  </a:lnTo>
                  <a:lnTo>
                    <a:pt x="2601187" y="4012360"/>
                  </a:lnTo>
                  <a:lnTo>
                    <a:pt x="2602196" y="4012360"/>
                  </a:lnTo>
                  <a:lnTo>
                    <a:pt x="2602448" y="4012360"/>
                  </a:lnTo>
                  <a:lnTo>
                    <a:pt x="2602574" y="4012360"/>
                  </a:lnTo>
                  <a:lnTo>
                    <a:pt x="2602826" y="4012360"/>
                  </a:lnTo>
                  <a:lnTo>
                    <a:pt x="2603331" y="4012360"/>
                  </a:lnTo>
                  <a:lnTo>
                    <a:pt x="2603457" y="4012360"/>
                  </a:lnTo>
                  <a:lnTo>
                    <a:pt x="2603709" y="4012360"/>
                  </a:lnTo>
                  <a:lnTo>
                    <a:pt x="2603961" y="4012360"/>
                  </a:lnTo>
                  <a:lnTo>
                    <a:pt x="2604339" y="4012360"/>
                  </a:lnTo>
                  <a:lnTo>
                    <a:pt x="2604844" y="4012360"/>
                  </a:lnTo>
                  <a:lnTo>
                    <a:pt x="2605348" y="4012360"/>
                  </a:lnTo>
                  <a:lnTo>
                    <a:pt x="2605600" y="4012360"/>
                  </a:lnTo>
                  <a:lnTo>
                    <a:pt x="2605726" y="4012360"/>
                  </a:lnTo>
                  <a:lnTo>
                    <a:pt x="2605852" y="4012360"/>
                  </a:lnTo>
                  <a:lnTo>
                    <a:pt x="2605978" y="4012360"/>
                  </a:lnTo>
                  <a:lnTo>
                    <a:pt x="2606231" y="4012360"/>
                  </a:lnTo>
                  <a:lnTo>
                    <a:pt x="2606357" y="4012360"/>
                  </a:lnTo>
                  <a:lnTo>
                    <a:pt x="2606483" y="4012360"/>
                  </a:lnTo>
                  <a:lnTo>
                    <a:pt x="2606861" y="4012360"/>
                  </a:lnTo>
                  <a:lnTo>
                    <a:pt x="2607365" y="4012360"/>
                  </a:lnTo>
                  <a:lnTo>
                    <a:pt x="2607618" y="4012360"/>
                  </a:lnTo>
                  <a:lnTo>
                    <a:pt x="2607744" y="4012360"/>
                  </a:lnTo>
                  <a:lnTo>
                    <a:pt x="2608122" y="4012360"/>
                  </a:lnTo>
                  <a:lnTo>
                    <a:pt x="2608878" y="4012360"/>
                  </a:lnTo>
                  <a:lnTo>
                    <a:pt x="2609131" y="4012360"/>
                  </a:lnTo>
                  <a:lnTo>
                    <a:pt x="2609257" y="4012360"/>
                  </a:lnTo>
                  <a:lnTo>
                    <a:pt x="2609383" y="4012360"/>
                  </a:lnTo>
                  <a:lnTo>
                    <a:pt x="2609761" y="4012360"/>
                  </a:lnTo>
                  <a:lnTo>
                    <a:pt x="2609887" y="4012360"/>
                  </a:lnTo>
                  <a:lnTo>
                    <a:pt x="2610013" y="4012360"/>
                  </a:lnTo>
                  <a:lnTo>
                    <a:pt x="2610265" y="4012360"/>
                  </a:lnTo>
                  <a:lnTo>
                    <a:pt x="2610391" y="4012360"/>
                  </a:lnTo>
                  <a:lnTo>
                    <a:pt x="2610518" y="4012360"/>
                  </a:lnTo>
                  <a:lnTo>
                    <a:pt x="2610644" y="4012360"/>
                  </a:lnTo>
                  <a:lnTo>
                    <a:pt x="2610770" y="4012360"/>
                  </a:lnTo>
                  <a:lnTo>
                    <a:pt x="2610896" y="4012360"/>
                  </a:lnTo>
                  <a:lnTo>
                    <a:pt x="2611274" y="4012360"/>
                  </a:lnTo>
                  <a:lnTo>
                    <a:pt x="2611526" y="4012360"/>
                  </a:lnTo>
                  <a:lnTo>
                    <a:pt x="2611904" y="4012360"/>
                  </a:lnTo>
                  <a:lnTo>
                    <a:pt x="2612031" y="4012360"/>
                  </a:lnTo>
                  <a:lnTo>
                    <a:pt x="2612283" y="4012360"/>
                  </a:lnTo>
                  <a:lnTo>
                    <a:pt x="2612535" y="4012360"/>
                  </a:lnTo>
                  <a:lnTo>
                    <a:pt x="2612661" y="4012360"/>
                  </a:lnTo>
                  <a:lnTo>
                    <a:pt x="2613039" y="4012360"/>
                  </a:lnTo>
                  <a:lnTo>
                    <a:pt x="2613165" y="4012360"/>
                  </a:lnTo>
                  <a:lnTo>
                    <a:pt x="2613291" y="4012360"/>
                  </a:lnTo>
                  <a:lnTo>
                    <a:pt x="2613544" y="4012360"/>
                  </a:lnTo>
                  <a:lnTo>
                    <a:pt x="2614300" y="4012360"/>
                  </a:lnTo>
                  <a:lnTo>
                    <a:pt x="2614426" y="4012360"/>
                  </a:lnTo>
                  <a:lnTo>
                    <a:pt x="2614678" y="4012360"/>
                  </a:lnTo>
                  <a:lnTo>
                    <a:pt x="2614805" y="4012360"/>
                  </a:lnTo>
                  <a:lnTo>
                    <a:pt x="2614931" y="4012360"/>
                  </a:lnTo>
                  <a:lnTo>
                    <a:pt x="2615057" y="4012360"/>
                  </a:lnTo>
                  <a:lnTo>
                    <a:pt x="2615183" y="4012360"/>
                  </a:lnTo>
                  <a:lnTo>
                    <a:pt x="2615309" y="4012360"/>
                  </a:lnTo>
                  <a:lnTo>
                    <a:pt x="2615687" y="4012360"/>
                  </a:lnTo>
                  <a:lnTo>
                    <a:pt x="2616065" y="4012360"/>
                  </a:lnTo>
                  <a:lnTo>
                    <a:pt x="2616318" y="4012360"/>
                  </a:lnTo>
                  <a:lnTo>
                    <a:pt x="2616444" y="4012360"/>
                  </a:lnTo>
                  <a:lnTo>
                    <a:pt x="2616822" y="4012360"/>
                  </a:lnTo>
                  <a:lnTo>
                    <a:pt x="2617452" y="4012360"/>
                  </a:lnTo>
                  <a:lnTo>
                    <a:pt x="2617578" y="4012360"/>
                  </a:lnTo>
                  <a:lnTo>
                    <a:pt x="2618209" y="4007080"/>
                  </a:lnTo>
                  <a:lnTo>
                    <a:pt x="2618335" y="4007080"/>
                  </a:lnTo>
                  <a:lnTo>
                    <a:pt x="2618713" y="4007080"/>
                  </a:lnTo>
                  <a:lnTo>
                    <a:pt x="2618839" y="4007080"/>
                  </a:lnTo>
                  <a:lnTo>
                    <a:pt x="2619218" y="4007080"/>
                  </a:lnTo>
                  <a:lnTo>
                    <a:pt x="2619596" y="4007080"/>
                  </a:lnTo>
                  <a:lnTo>
                    <a:pt x="2619722" y="4007080"/>
                  </a:lnTo>
                  <a:lnTo>
                    <a:pt x="2619974" y="4007080"/>
                  </a:lnTo>
                  <a:lnTo>
                    <a:pt x="2620100" y="4007080"/>
                  </a:lnTo>
                  <a:lnTo>
                    <a:pt x="2620226" y="4007080"/>
                  </a:lnTo>
                  <a:lnTo>
                    <a:pt x="2620605" y="4007080"/>
                  </a:lnTo>
                  <a:lnTo>
                    <a:pt x="2621109" y="4007080"/>
                  </a:lnTo>
                  <a:lnTo>
                    <a:pt x="2621235" y="4007080"/>
                  </a:lnTo>
                  <a:lnTo>
                    <a:pt x="2621613" y="4007080"/>
                  </a:lnTo>
                  <a:lnTo>
                    <a:pt x="2621739" y="4007080"/>
                  </a:lnTo>
                  <a:lnTo>
                    <a:pt x="2621865" y="4007080"/>
                  </a:lnTo>
                  <a:lnTo>
                    <a:pt x="2621992" y="4007080"/>
                  </a:lnTo>
                  <a:lnTo>
                    <a:pt x="2622370" y="4007080"/>
                  </a:lnTo>
                  <a:lnTo>
                    <a:pt x="2622748" y="4007080"/>
                  </a:lnTo>
                  <a:lnTo>
                    <a:pt x="2622874" y="4007080"/>
                  </a:lnTo>
                  <a:lnTo>
                    <a:pt x="2623378" y="4007080"/>
                  </a:lnTo>
                  <a:lnTo>
                    <a:pt x="2623505" y="4007080"/>
                  </a:lnTo>
                  <a:lnTo>
                    <a:pt x="2623631" y="4007080"/>
                  </a:lnTo>
                  <a:lnTo>
                    <a:pt x="2623757" y="4007080"/>
                  </a:lnTo>
                  <a:lnTo>
                    <a:pt x="2624009" y="4007080"/>
                  </a:lnTo>
                  <a:lnTo>
                    <a:pt x="2624135" y="4007080"/>
                  </a:lnTo>
                  <a:lnTo>
                    <a:pt x="2625648" y="4007080"/>
                  </a:lnTo>
                  <a:lnTo>
                    <a:pt x="2625774" y="4007080"/>
                  </a:lnTo>
                  <a:lnTo>
                    <a:pt x="2625900" y="4007080"/>
                  </a:lnTo>
                  <a:lnTo>
                    <a:pt x="2626026" y="4007080"/>
                  </a:lnTo>
                  <a:lnTo>
                    <a:pt x="2626152" y="4007080"/>
                  </a:lnTo>
                  <a:lnTo>
                    <a:pt x="2626278" y="4007080"/>
                  </a:lnTo>
                  <a:lnTo>
                    <a:pt x="2626405" y="4007080"/>
                  </a:lnTo>
                  <a:lnTo>
                    <a:pt x="2626657" y="4007080"/>
                  </a:lnTo>
                  <a:lnTo>
                    <a:pt x="2626783" y="4007080"/>
                  </a:lnTo>
                  <a:lnTo>
                    <a:pt x="2626909" y="4007080"/>
                  </a:lnTo>
                  <a:lnTo>
                    <a:pt x="2627035" y="4007080"/>
                  </a:lnTo>
                  <a:lnTo>
                    <a:pt x="2627287" y="4007080"/>
                  </a:lnTo>
                  <a:lnTo>
                    <a:pt x="2627792" y="4007080"/>
                  </a:lnTo>
                  <a:lnTo>
                    <a:pt x="2627918" y="4007080"/>
                  </a:lnTo>
                  <a:lnTo>
                    <a:pt x="2628674" y="4007080"/>
                  </a:lnTo>
                  <a:lnTo>
                    <a:pt x="2629052" y="4007080"/>
                  </a:lnTo>
                  <a:lnTo>
                    <a:pt x="2629052" y="4001801"/>
                  </a:lnTo>
                  <a:lnTo>
                    <a:pt x="2629305" y="4001801"/>
                  </a:lnTo>
                  <a:lnTo>
                    <a:pt x="2629431" y="4001801"/>
                  </a:lnTo>
                  <a:lnTo>
                    <a:pt x="2629809" y="4001801"/>
                  </a:lnTo>
                  <a:lnTo>
                    <a:pt x="2629935" y="4001801"/>
                  </a:lnTo>
                  <a:lnTo>
                    <a:pt x="2630061" y="4001801"/>
                  </a:lnTo>
                  <a:lnTo>
                    <a:pt x="2630187" y="4001801"/>
                  </a:lnTo>
                  <a:lnTo>
                    <a:pt x="2630313" y="4001801"/>
                  </a:lnTo>
                  <a:lnTo>
                    <a:pt x="2630565" y="4001801"/>
                  </a:lnTo>
                  <a:lnTo>
                    <a:pt x="2630944" y="4001801"/>
                  </a:lnTo>
                  <a:lnTo>
                    <a:pt x="2631070" y="4001801"/>
                  </a:lnTo>
                  <a:lnTo>
                    <a:pt x="2631196" y="4001801"/>
                  </a:lnTo>
                  <a:lnTo>
                    <a:pt x="2631322" y="4001801"/>
                  </a:lnTo>
                  <a:lnTo>
                    <a:pt x="2631448" y="4001801"/>
                  </a:lnTo>
                  <a:lnTo>
                    <a:pt x="2631826" y="4001801"/>
                  </a:lnTo>
                  <a:lnTo>
                    <a:pt x="2631952" y="4001801"/>
                  </a:lnTo>
                  <a:lnTo>
                    <a:pt x="2632457" y="3996521"/>
                  </a:lnTo>
                  <a:lnTo>
                    <a:pt x="2632709" y="3996521"/>
                  </a:lnTo>
                  <a:lnTo>
                    <a:pt x="2632835" y="3996521"/>
                  </a:lnTo>
                  <a:lnTo>
                    <a:pt x="2632961" y="3996521"/>
                  </a:lnTo>
                  <a:lnTo>
                    <a:pt x="2633213" y="3996521"/>
                  </a:lnTo>
                  <a:lnTo>
                    <a:pt x="2633592" y="3996521"/>
                  </a:lnTo>
                  <a:lnTo>
                    <a:pt x="2634096" y="3996521"/>
                  </a:lnTo>
                  <a:lnTo>
                    <a:pt x="2634348" y="3996521"/>
                  </a:lnTo>
                  <a:lnTo>
                    <a:pt x="2634474" y="3996521"/>
                  </a:lnTo>
                  <a:lnTo>
                    <a:pt x="2634726" y="3996521"/>
                  </a:lnTo>
                  <a:lnTo>
                    <a:pt x="2634979" y="3996521"/>
                  </a:lnTo>
                  <a:lnTo>
                    <a:pt x="2635357" y="3996521"/>
                  </a:lnTo>
                  <a:lnTo>
                    <a:pt x="2635609" y="3996521"/>
                  </a:lnTo>
                  <a:lnTo>
                    <a:pt x="2635735" y="3996521"/>
                  </a:lnTo>
                  <a:lnTo>
                    <a:pt x="2635861" y="3996521"/>
                  </a:lnTo>
                  <a:lnTo>
                    <a:pt x="2636113" y="3996521"/>
                  </a:lnTo>
                  <a:lnTo>
                    <a:pt x="2636744" y="3996521"/>
                  </a:lnTo>
                  <a:lnTo>
                    <a:pt x="2636744" y="3991242"/>
                  </a:lnTo>
                  <a:lnTo>
                    <a:pt x="2636996" y="3991242"/>
                  </a:lnTo>
                  <a:lnTo>
                    <a:pt x="2637122" y="3991242"/>
                  </a:lnTo>
                  <a:lnTo>
                    <a:pt x="2637248" y="3991242"/>
                  </a:lnTo>
                  <a:lnTo>
                    <a:pt x="2637374" y="3991242"/>
                  </a:lnTo>
                  <a:lnTo>
                    <a:pt x="2637752" y="3991242"/>
                  </a:lnTo>
                  <a:lnTo>
                    <a:pt x="2638257" y="3991242"/>
                  </a:lnTo>
                  <a:lnTo>
                    <a:pt x="2638509" y="3991242"/>
                  </a:lnTo>
                  <a:lnTo>
                    <a:pt x="2638887" y="3991242"/>
                  </a:lnTo>
                  <a:lnTo>
                    <a:pt x="2639013" y="3991242"/>
                  </a:lnTo>
                  <a:lnTo>
                    <a:pt x="2639139" y="3991242"/>
                  </a:lnTo>
                  <a:lnTo>
                    <a:pt x="2639644" y="3991242"/>
                  </a:lnTo>
                  <a:lnTo>
                    <a:pt x="2639770" y="3991242"/>
                  </a:lnTo>
                  <a:lnTo>
                    <a:pt x="2639896" y="3985963"/>
                  </a:lnTo>
                  <a:lnTo>
                    <a:pt x="2640022" y="3985963"/>
                  </a:lnTo>
                  <a:lnTo>
                    <a:pt x="2640148" y="3985963"/>
                  </a:lnTo>
                  <a:lnTo>
                    <a:pt x="2640400" y="3985963"/>
                  </a:lnTo>
                  <a:lnTo>
                    <a:pt x="2640526" y="3985963"/>
                  </a:lnTo>
                  <a:lnTo>
                    <a:pt x="2640779" y="3985963"/>
                  </a:lnTo>
                  <a:lnTo>
                    <a:pt x="2640905" y="3985963"/>
                  </a:lnTo>
                  <a:lnTo>
                    <a:pt x="2641031" y="3985963"/>
                  </a:lnTo>
                  <a:lnTo>
                    <a:pt x="2642418" y="3985963"/>
                  </a:lnTo>
                  <a:lnTo>
                    <a:pt x="2642544" y="3985963"/>
                  </a:lnTo>
                  <a:lnTo>
                    <a:pt x="2642670" y="3985963"/>
                  </a:lnTo>
                  <a:lnTo>
                    <a:pt x="2642922" y="3985963"/>
                  </a:lnTo>
                  <a:lnTo>
                    <a:pt x="2643048" y="3985963"/>
                  </a:lnTo>
                  <a:lnTo>
                    <a:pt x="2643300" y="3985963"/>
                  </a:lnTo>
                  <a:lnTo>
                    <a:pt x="2643426" y="3985963"/>
                  </a:lnTo>
                  <a:lnTo>
                    <a:pt x="2643552" y="3985963"/>
                  </a:lnTo>
                  <a:lnTo>
                    <a:pt x="2643679" y="3985963"/>
                  </a:lnTo>
                  <a:lnTo>
                    <a:pt x="2644057" y="3985963"/>
                  </a:lnTo>
                  <a:lnTo>
                    <a:pt x="2644309" y="3985963"/>
                  </a:lnTo>
                  <a:lnTo>
                    <a:pt x="2644435" y="3985963"/>
                  </a:lnTo>
                  <a:lnTo>
                    <a:pt x="2645066" y="3985963"/>
                  </a:lnTo>
                  <a:lnTo>
                    <a:pt x="2645444" y="3985963"/>
                  </a:lnTo>
                  <a:lnTo>
                    <a:pt x="2645822" y="3985963"/>
                  </a:lnTo>
                  <a:lnTo>
                    <a:pt x="2646326" y="3985963"/>
                  </a:lnTo>
                  <a:lnTo>
                    <a:pt x="2646579" y="3985963"/>
                  </a:lnTo>
                  <a:lnTo>
                    <a:pt x="2646831" y="3985963"/>
                  </a:lnTo>
                  <a:lnTo>
                    <a:pt x="2646957" y="3985963"/>
                  </a:lnTo>
                  <a:lnTo>
                    <a:pt x="2647083" y="3985963"/>
                  </a:lnTo>
                  <a:lnTo>
                    <a:pt x="2647335" y="3985963"/>
                  </a:lnTo>
                  <a:lnTo>
                    <a:pt x="2647461" y="3985963"/>
                  </a:lnTo>
                  <a:lnTo>
                    <a:pt x="2647587" y="3985963"/>
                  </a:lnTo>
                  <a:lnTo>
                    <a:pt x="2647713" y="3985963"/>
                  </a:lnTo>
                  <a:lnTo>
                    <a:pt x="2647839" y="3985963"/>
                  </a:lnTo>
                  <a:lnTo>
                    <a:pt x="2648218" y="3985963"/>
                  </a:lnTo>
                  <a:lnTo>
                    <a:pt x="2648596" y="3985963"/>
                  </a:lnTo>
                  <a:lnTo>
                    <a:pt x="2648722" y="3985963"/>
                  </a:lnTo>
                  <a:lnTo>
                    <a:pt x="2648848" y="3985963"/>
                  </a:lnTo>
                  <a:lnTo>
                    <a:pt x="2649857" y="3985963"/>
                  </a:lnTo>
                  <a:lnTo>
                    <a:pt x="2649983" y="3985963"/>
                  </a:lnTo>
                  <a:lnTo>
                    <a:pt x="2650361" y="3985963"/>
                  </a:lnTo>
                  <a:lnTo>
                    <a:pt x="2650487" y="3985963"/>
                  </a:lnTo>
                  <a:lnTo>
                    <a:pt x="2650992" y="3980683"/>
                  </a:lnTo>
                  <a:lnTo>
                    <a:pt x="2651118" y="3980683"/>
                  </a:lnTo>
                  <a:lnTo>
                    <a:pt x="2651244" y="3980683"/>
                  </a:lnTo>
                  <a:lnTo>
                    <a:pt x="2651370" y="3980683"/>
                  </a:lnTo>
                  <a:lnTo>
                    <a:pt x="2651496" y="3980683"/>
                  </a:lnTo>
                  <a:lnTo>
                    <a:pt x="2651622" y="3980683"/>
                  </a:lnTo>
                  <a:lnTo>
                    <a:pt x="2651748" y="3980683"/>
                  </a:lnTo>
                  <a:lnTo>
                    <a:pt x="2652253" y="3980683"/>
                  </a:lnTo>
                  <a:lnTo>
                    <a:pt x="2652379" y="3980683"/>
                  </a:lnTo>
                  <a:lnTo>
                    <a:pt x="2652757" y="3980683"/>
                  </a:lnTo>
                  <a:lnTo>
                    <a:pt x="2653009" y="3980683"/>
                  </a:lnTo>
                  <a:lnTo>
                    <a:pt x="2653261" y="3980683"/>
                  </a:lnTo>
                  <a:lnTo>
                    <a:pt x="2653387" y="3980683"/>
                  </a:lnTo>
                  <a:lnTo>
                    <a:pt x="2653513" y="3980683"/>
                  </a:lnTo>
                  <a:lnTo>
                    <a:pt x="2653513" y="3975404"/>
                  </a:lnTo>
                  <a:lnTo>
                    <a:pt x="2653639" y="3975404"/>
                  </a:lnTo>
                  <a:lnTo>
                    <a:pt x="2653766" y="3975404"/>
                  </a:lnTo>
                  <a:lnTo>
                    <a:pt x="2654144" y="3975404"/>
                  </a:lnTo>
                  <a:lnTo>
                    <a:pt x="2654396" y="3975404"/>
                  </a:lnTo>
                  <a:lnTo>
                    <a:pt x="2654522" y="3975404"/>
                  </a:lnTo>
                  <a:lnTo>
                    <a:pt x="2656287" y="3975404"/>
                  </a:lnTo>
                  <a:lnTo>
                    <a:pt x="2656792" y="3975404"/>
                  </a:lnTo>
                  <a:lnTo>
                    <a:pt x="2656918" y="3975404"/>
                  </a:lnTo>
                  <a:lnTo>
                    <a:pt x="2657044" y="3975404"/>
                  </a:lnTo>
                  <a:lnTo>
                    <a:pt x="2657170" y="3975404"/>
                  </a:lnTo>
                  <a:lnTo>
                    <a:pt x="2657422" y="3975404"/>
                  </a:lnTo>
                  <a:lnTo>
                    <a:pt x="2657674" y="3975404"/>
                  </a:lnTo>
                  <a:lnTo>
                    <a:pt x="2657800" y="3975404"/>
                  </a:lnTo>
                  <a:lnTo>
                    <a:pt x="2657926" y="3975404"/>
                  </a:lnTo>
                  <a:lnTo>
                    <a:pt x="2658179" y="3975404"/>
                  </a:lnTo>
                  <a:lnTo>
                    <a:pt x="2658305" y="3975404"/>
                  </a:lnTo>
                  <a:lnTo>
                    <a:pt x="2658557" y="3975404"/>
                  </a:lnTo>
                  <a:lnTo>
                    <a:pt x="2658935" y="3975404"/>
                  </a:lnTo>
                  <a:lnTo>
                    <a:pt x="2659061" y="3975404"/>
                  </a:lnTo>
                  <a:lnTo>
                    <a:pt x="2659566" y="3975404"/>
                  </a:lnTo>
                  <a:lnTo>
                    <a:pt x="2659692" y="3975404"/>
                  </a:lnTo>
                  <a:lnTo>
                    <a:pt x="2659818" y="3975404"/>
                  </a:lnTo>
                  <a:lnTo>
                    <a:pt x="2659944" y="3975404"/>
                  </a:lnTo>
                  <a:lnTo>
                    <a:pt x="2660070" y="3975404"/>
                  </a:lnTo>
                  <a:lnTo>
                    <a:pt x="2660196" y="3975404"/>
                  </a:lnTo>
                  <a:lnTo>
                    <a:pt x="2660574" y="3975404"/>
                  </a:lnTo>
                  <a:lnTo>
                    <a:pt x="2660826" y="3975404"/>
                  </a:lnTo>
                  <a:lnTo>
                    <a:pt x="2661079" y="3975404"/>
                  </a:lnTo>
                  <a:lnTo>
                    <a:pt x="2661709" y="3975404"/>
                  </a:lnTo>
                  <a:lnTo>
                    <a:pt x="2662592" y="3970124"/>
                  </a:lnTo>
                  <a:lnTo>
                    <a:pt x="2662718" y="3970124"/>
                  </a:lnTo>
                  <a:lnTo>
                    <a:pt x="2662844" y="3970124"/>
                  </a:lnTo>
                  <a:lnTo>
                    <a:pt x="2663348" y="3970124"/>
                  </a:lnTo>
                  <a:lnTo>
                    <a:pt x="2663727" y="3970124"/>
                  </a:lnTo>
                  <a:lnTo>
                    <a:pt x="2664231" y="3970124"/>
                  </a:lnTo>
                  <a:lnTo>
                    <a:pt x="2664861" y="3970124"/>
                  </a:lnTo>
                  <a:lnTo>
                    <a:pt x="2664987" y="3970124"/>
                  </a:lnTo>
                  <a:lnTo>
                    <a:pt x="2665113" y="3970124"/>
                  </a:lnTo>
                  <a:lnTo>
                    <a:pt x="2665618" y="3970124"/>
                  </a:lnTo>
                  <a:lnTo>
                    <a:pt x="2665870" y="3970124"/>
                  </a:lnTo>
                  <a:lnTo>
                    <a:pt x="2665996" y="3970124"/>
                  </a:lnTo>
                  <a:lnTo>
                    <a:pt x="2666122" y="3970124"/>
                  </a:lnTo>
                  <a:lnTo>
                    <a:pt x="2666248" y="3970124"/>
                  </a:lnTo>
                  <a:lnTo>
                    <a:pt x="2666374" y="3970124"/>
                  </a:lnTo>
                  <a:lnTo>
                    <a:pt x="2666500" y="3970124"/>
                  </a:lnTo>
                  <a:lnTo>
                    <a:pt x="2667635" y="3970124"/>
                  </a:lnTo>
                  <a:lnTo>
                    <a:pt x="2667761" y="3970124"/>
                  </a:lnTo>
                  <a:lnTo>
                    <a:pt x="2668266" y="3970124"/>
                  </a:lnTo>
                  <a:lnTo>
                    <a:pt x="2668392" y="3970124"/>
                  </a:lnTo>
                  <a:lnTo>
                    <a:pt x="2668518" y="3970124"/>
                  </a:lnTo>
                  <a:lnTo>
                    <a:pt x="2668644" y="3970124"/>
                  </a:lnTo>
                  <a:lnTo>
                    <a:pt x="2669400" y="3970124"/>
                  </a:lnTo>
                  <a:lnTo>
                    <a:pt x="2669905" y="3970124"/>
                  </a:lnTo>
                  <a:lnTo>
                    <a:pt x="2670031" y="3970124"/>
                  </a:lnTo>
                  <a:lnTo>
                    <a:pt x="2670157" y="3970124"/>
                  </a:lnTo>
                  <a:lnTo>
                    <a:pt x="2670283" y="3970124"/>
                  </a:lnTo>
                  <a:lnTo>
                    <a:pt x="2670787" y="3970124"/>
                  </a:lnTo>
                  <a:lnTo>
                    <a:pt x="2671166" y="3970124"/>
                  </a:lnTo>
                  <a:lnTo>
                    <a:pt x="2671292" y="3970124"/>
                  </a:lnTo>
                  <a:lnTo>
                    <a:pt x="2671418" y="3970124"/>
                  </a:lnTo>
                  <a:lnTo>
                    <a:pt x="2671670" y="3970124"/>
                  </a:lnTo>
                  <a:lnTo>
                    <a:pt x="2671922" y="3970124"/>
                  </a:lnTo>
                  <a:lnTo>
                    <a:pt x="2672427" y="3970124"/>
                  </a:lnTo>
                  <a:lnTo>
                    <a:pt x="2672553" y="3970124"/>
                  </a:lnTo>
                  <a:lnTo>
                    <a:pt x="2672931" y="3970124"/>
                  </a:lnTo>
                  <a:lnTo>
                    <a:pt x="2673057" y="3970124"/>
                  </a:lnTo>
                  <a:lnTo>
                    <a:pt x="2673309" y="3970124"/>
                  </a:lnTo>
                  <a:lnTo>
                    <a:pt x="2673687" y="3970124"/>
                  </a:lnTo>
                  <a:lnTo>
                    <a:pt x="2674066" y="3970124"/>
                  </a:lnTo>
                  <a:lnTo>
                    <a:pt x="2674192" y="3970124"/>
                  </a:lnTo>
                  <a:lnTo>
                    <a:pt x="2674318" y="3970124"/>
                  </a:lnTo>
                  <a:lnTo>
                    <a:pt x="2674444" y="3970124"/>
                  </a:lnTo>
                  <a:lnTo>
                    <a:pt x="2674570" y="3970124"/>
                  </a:lnTo>
                  <a:lnTo>
                    <a:pt x="2674822" y="3970124"/>
                  </a:lnTo>
                  <a:lnTo>
                    <a:pt x="2675327" y="3970124"/>
                  </a:lnTo>
                  <a:lnTo>
                    <a:pt x="2676083" y="3970124"/>
                  </a:lnTo>
                  <a:lnTo>
                    <a:pt x="2676461" y="3970124"/>
                  </a:lnTo>
                  <a:lnTo>
                    <a:pt x="2676714" y="3970124"/>
                  </a:lnTo>
                  <a:lnTo>
                    <a:pt x="2677092" y="3970124"/>
                  </a:lnTo>
                  <a:lnTo>
                    <a:pt x="2677218" y="3970124"/>
                  </a:lnTo>
                  <a:lnTo>
                    <a:pt x="2677470" y="3970124"/>
                  </a:lnTo>
                  <a:lnTo>
                    <a:pt x="2677596" y="3970124"/>
                  </a:lnTo>
                  <a:lnTo>
                    <a:pt x="2677722" y="3970124"/>
                  </a:lnTo>
                  <a:lnTo>
                    <a:pt x="2677974" y="3970124"/>
                  </a:lnTo>
                  <a:lnTo>
                    <a:pt x="2678227" y="3970124"/>
                  </a:lnTo>
                  <a:lnTo>
                    <a:pt x="2678353" y="3970124"/>
                  </a:lnTo>
                  <a:lnTo>
                    <a:pt x="2678479" y="3970124"/>
                  </a:lnTo>
                  <a:lnTo>
                    <a:pt x="2678605" y="3970124"/>
                  </a:lnTo>
                  <a:lnTo>
                    <a:pt x="2678731" y="3970124"/>
                  </a:lnTo>
                  <a:lnTo>
                    <a:pt x="2679109" y="3970124"/>
                  </a:lnTo>
                  <a:lnTo>
                    <a:pt x="2679361" y="3970124"/>
                  </a:lnTo>
                  <a:lnTo>
                    <a:pt x="2679487" y="3970124"/>
                  </a:lnTo>
                  <a:lnTo>
                    <a:pt x="2679614" y="3970124"/>
                  </a:lnTo>
                  <a:lnTo>
                    <a:pt x="2679740" y="3970124"/>
                  </a:lnTo>
                  <a:lnTo>
                    <a:pt x="2680244" y="3970124"/>
                  </a:lnTo>
                  <a:lnTo>
                    <a:pt x="2680370" y="3970124"/>
                  </a:lnTo>
                  <a:lnTo>
                    <a:pt x="2680496" y="3970124"/>
                  </a:lnTo>
                  <a:lnTo>
                    <a:pt x="2680748" y="3970124"/>
                  </a:lnTo>
                  <a:lnTo>
                    <a:pt x="2681001" y="3970124"/>
                  </a:lnTo>
                  <a:lnTo>
                    <a:pt x="2681127" y="3970124"/>
                  </a:lnTo>
                  <a:lnTo>
                    <a:pt x="2681253" y="3970124"/>
                  </a:lnTo>
                  <a:lnTo>
                    <a:pt x="2681505" y="3970124"/>
                  </a:lnTo>
                  <a:lnTo>
                    <a:pt x="2681631" y="3970124"/>
                  </a:lnTo>
                  <a:lnTo>
                    <a:pt x="2681883" y="3970124"/>
                  </a:lnTo>
                  <a:lnTo>
                    <a:pt x="2682261" y="3970124"/>
                  </a:lnTo>
                  <a:lnTo>
                    <a:pt x="2682766" y="3970124"/>
                  </a:lnTo>
                  <a:lnTo>
                    <a:pt x="2682892" y="3970124"/>
                  </a:lnTo>
                  <a:lnTo>
                    <a:pt x="2683018" y="3970124"/>
                  </a:lnTo>
                  <a:lnTo>
                    <a:pt x="2683522" y="3970124"/>
                  </a:lnTo>
                  <a:lnTo>
                    <a:pt x="2683648" y="3970124"/>
                  </a:lnTo>
                  <a:lnTo>
                    <a:pt x="2684279" y="3970124"/>
                  </a:lnTo>
                  <a:lnTo>
                    <a:pt x="2684405" y="3970124"/>
                  </a:lnTo>
                  <a:lnTo>
                    <a:pt x="2684783" y="3970124"/>
                  </a:lnTo>
                  <a:lnTo>
                    <a:pt x="2685666" y="3970124"/>
                  </a:lnTo>
                  <a:lnTo>
                    <a:pt x="2686044" y="3970124"/>
                  </a:lnTo>
                  <a:lnTo>
                    <a:pt x="2686170" y="3970124"/>
                  </a:lnTo>
                  <a:lnTo>
                    <a:pt x="2686296" y="3970124"/>
                  </a:lnTo>
                  <a:lnTo>
                    <a:pt x="2686422" y="3970124"/>
                  </a:lnTo>
                  <a:lnTo>
                    <a:pt x="2686548" y="3970124"/>
                  </a:lnTo>
                  <a:lnTo>
                    <a:pt x="2686801" y="3970124"/>
                  </a:lnTo>
                  <a:lnTo>
                    <a:pt x="2686927" y="3970124"/>
                  </a:lnTo>
                  <a:lnTo>
                    <a:pt x="2687053" y="3970124"/>
                  </a:lnTo>
                  <a:lnTo>
                    <a:pt x="2687431" y="3970124"/>
                  </a:lnTo>
                  <a:lnTo>
                    <a:pt x="2687809" y="3970124"/>
                  </a:lnTo>
                  <a:lnTo>
                    <a:pt x="2688440" y="3970124"/>
                  </a:lnTo>
                  <a:lnTo>
                    <a:pt x="2688566" y="3970124"/>
                  </a:lnTo>
                  <a:lnTo>
                    <a:pt x="2688692" y="3970124"/>
                  </a:lnTo>
                  <a:lnTo>
                    <a:pt x="2688944" y="3970124"/>
                  </a:lnTo>
                  <a:lnTo>
                    <a:pt x="2689070" y="3970124"/>
                  </a:lnTo>
                  <a:lnTo>
                    <a:pt x="2689196" y="3970124"/>
                  </a:lnTo>
                  <a:lnTo>
                    <a:pt x="2689322" y="3970124"/>
                  </a:lnTo>
                  <a:lnTo>
                    <a:pt x="2689701" y="3970124"/>
                  </a:lnTo>
                  <a:lnTo>
                    <a:pt x="2689827" y="3970124"/>
                  </a:lnTo>
                  <a:lnTo>
                    <a:pt x="2689827" y="3964845"/>
                  </a:lnTo>
                  <a:lnTo>
                    <a:pt x="2690079" y="3964845"/>
                  </a:lnTo>
                  <a:lnTo>
                    <a:pt x="2690205" y="3964845"/>
                  </a:lnTo>
                  <a:lnTo>
                    <a:pt x="2690709" y="3964845"/>
                  </a:lnTo>
                  <a:lnTo>
                    <a:pt x="2690961" y="3964845"/>
                  </a:lnTo>
                  <a:lnTo>
                    <a:pt x="2691214" y="3964845"/>
                  </a:lnTo>
                  <a:lnTo>
                    <a:pt x="2691340" y="3964845"/>
                  </a:lnTo>
                  <a:lnTo>
                    <a:pt x="2692474" y="3964845"/>
                  </a:lnTo>
                  <a:lnTo>
                    <a:pt x="2692979" y="3964845"/>
                  </a:lnTo>
                  <a:lnTo>
                    <a:pt x="2693105" y="3964845"/>
                  </a:lnTo>
                  <a:lnTo>
                    <a:pt x="2693357" y="3964845"/>
                  </a:lnTo>
                  <a:lnTo>
                    <a:pt x="2693609" y="3964845"/>
                  </a:lnTo>
                  <a:lnTo>
                    <a:pt x="2693988" y="3964845"/>
                  </a:lnTo>
                  <a:lnTo>
                    <a:pt x="2694114" y="3964845"/>
                  </a:lnTo>
                  <a:lnTo>
                    <a:pt x="2694240" y="3964845"/>
                  </a:lnTo>
                  <a:lnTo>
                    <a:pt x="2694996" y="3964845"/>
                  </a:lnTo>
                  <a:lnTo>
                    <a:pt x="2695122" y="3964845"/>
                  </a:lnTo>
                  <a:lnTo>
                    <a:pt x="2695248" y="3964845"/>
                  </a:lnTo>
                  <a:lnTo>
                    <a:pt x="2695374" y="3964845"/>
                  </a:lnTo>
                  <a:lnTo>
                    <a:pt x="2695879" y="3964845"/>
                  </a:lnTo>
                  <a:lnTo>
                    <a:pt x="2696005" y="3964845"/>
                  </a:lnTo>
                  <a:lnTo>
                    <a:pt x="2696131" y="3964845"/>
                  </a:lnTo>
                  <a:lnTo>
                    <a:pt x="2696257" y="3964845"/>
                  </a:lnTo>
                  <a:lnTo>
                    <a:pt x="2696383" y="3964845"/>
                  </a:lnTo>
                  <a:lnTo>
                    <a:pt x="2697266" y="3964845"/>
                  </a:lnTo>
                  <a:lnTo>
                    <a:pt x="2697392" y="3964845"/>
                  </a:lnTo>
                  <a:lnTo>
                    <a:pt x="2697770" y="3964845"/>
                  </a:lnTo>
                  <a:lnTo>
                    <a:pt x="2697896" y="3964845"/>
                  </a:lnTo>
                  <a:lnTo>
                    <a:pt x="2698148" y="3964845"/>
                  </a:lnTo>
                  <a:lnTo>
                    <a:pt x="2698275" y="3964845"/>
                  </a:lnTo>
                  <a:lnTo>
                    <a:pt x="2698653" y="3964845"/>
                  </a:lnTo>
                  <a:lnTo>
                    <a:pt x="2698779" y="3964845"/>
                  </a:lnTo>
                  <a:lnTo>
                    <a:pt x="2699157" y="3964845"/>
                  </a:lnTo>
                  <a:lnTo>
                    <a:pt x="2699283" y="3964845"/>
                  </a:lnTo>
                  <a:lnTo>
                    <a:pt x="2699661" y="3964845"/>
                  </a:lnTo>
                  <a:lnTo>
                    <a:pt x="2699788" y="3964845"/>
                  </a:lnTo>
                  <a:lnTo>
                    <a:pt x="2699914" y="3964845"/>
                  </a:lnTo>
                  <a:lnTo>
                    <a:pt x="2700040" y="3964845"/>
                  </a:lnTo>
                  <a:lnTo>
                    <a:pt x="2700292" y="3964845"/>
                  </a:lnTo>
                  <a:lnTo>
                    <a:pt x="2700544" y="3964845"/>
                  </a:lnTo>
                  <a:lnTo>
                    <a:pt x="2700670" y="3964845"/>
                  </a:lnTo>
                  <a:lnTo>
                    <a:pt x="2701679" y="3954286"/>
                  </a:lnTo>
                  <a:lnTo>
                    <a:pt x="2702057" y="3954286"/>
                  </a:lnTo>
                  <a:lnTo>
                    <a:pt x="2702309" y="3954286"/>
                  </a:lnTo>
                  <a:lnTo>
                    <a:pt x="2702688" y="3954286"/>
                  </a:lnTo>
                  <a:lnTo>
                    <a:pt x="2702940" y="3954286"/>
                  </a:lnTo>
                  <a:lnTo>
                    <a:pt x="2703192" y="3954286"/>
                  </a:lnTo>
                  <a:lnTo>
                    <a:pt x="2703318" y="3954286"/>
                  </a:lnTo>
                  <a:lnTo>
                    <a:pt x="2703444" y="3954286"/>
                  </a:lnTo>
                  <a:lnTo>
                    <a:pt x="2703696" y="3954286"/>
                  </a:lnTo>
                  <a:lnTo>
                    <a:pt x="2703948" y="3954286"/>
                  </a:lnTo>
                  <a:lnTo>
                    <a:pt x="2704075" y="3954286"/>
                  </a:lnTo>
                  <a:lnTo>
                    <a:pt x="2704327" y="3954286"/>
                  </a:lnTo>
                  <a:lnTo>
                    <a:pt x="2704453" y="3954286"/>
                  </a:lnTo>
                  <a:lnTo>
                    <a:pt x="2704579" y="3954286"/>
                  </a:lnTo>
                  <a:lnTo>
                    <a:pt x="2704705" y="3954286"/>
                  </a:lnTo>
                  <a:lnTo>
                    <a:pt x="2704831" y="3954286"/>
                  </a:lnTo>
                  <a:lnTo>
                    <a:pt x="2704957" y="3954286"/>
                  </a:lnTo>
                  <a:lnTo>
                    <a:pt x="2705083" y="3954286"/>
                  </a:lnTo>
                  <a:lnTo>
                    <a:pt x="2705335" y="3954286"/>
                  </a:lnTo>
                  <a:lnTo>
                    <a:pt x="2705588" y="3954286"/>
                  </a:lnTo>
                  <a:lnTo>
                    <a:pt x="2705714" y="3954286"/>
                  </a:lnTo>
                  <a:lnTo>
                    <a:pt x="2705840" y="3954286"/>
                  </a:lnTo>
                  <a:lnTo>
                    <a:pt x="2706596" y="3954286"/>
                  </a:lnTo>
                  <a:lnTo>
                    <a:pt x="2706722" y="3954286"/>
                  </a:lnTo>
                  <a:lnTo>
                    <a:pt x="2707227" y="3954286"/>
                  </a:lnTo>
                  <a:lnTo>
                    <a:pt x="2707353" y="3954286"/>
                  </a:lnTo>
                  <a:lnTo>
                    <a:pt x="2707479" y="3954286"/>
                  </a:lnTo>
                  <a:lnTo>
                    <a:pt x="2707605" y="3954286"/>
                  </a:lnTo>
                  <a:lnTo>
                    <a:pt x="2707857" y="3954286"/>
                  </a:lnTo>
                  <a:lnTo>
                    <a:pt x="2707983" y="3954286"/>
                  </a:lnTo>
                  <a:lnTo>
                    <a:pt x="2708488" y="3954286"/>
                  </a:lnTo>
                  <a:lnTo>
                    <a:pt x="2708866" y="3954286"/>
                  </a:lnTo>
                  <a:lnTo>
                    <a:pt x="2708992" y="3954286"/>
                  </a:lnTo>
                  <a:lnTo>
                    <a:pt x="2709118" y="3954286"/>
                  </a:lnTo>
                  <a:lnTo>
                    <a:pt x="2709244" y="3954286"/>
                  </a:lnTo>
                  <a:lnTo>
                    <a:pt x="2709622" y="3954286"/>
                  </a:lnTo>
                  <a:lnTo>
                    <a:pt x="2709875" y="3954286"/>
                  </a:lnTo>
                  <a:lnTo>
                    <a:pt x="2710001" y="3954286"/>
                  </a:lnTo>
                  <a:lnTo>
                    <a:pt x="2710253" y="3954286"/>
                  </a:lnTo>
                  <a:lnTo>
                    <a:pt x="2710379" y="3954286"/>
                  </a:lnTo>
                  <a:lnTo>
                    <a:pt x="2710757" y="3954286"/>
                  </a:lnTo>
                  <a:lnTo>
                    <a:pt x="2710883" y="3954286"/>
                  </a:lnTo>
                  <a:lnTo>
                    <a:pt x="2711135" y="3954286"/>
                  </a:lnTo>
                  <a:lnTo>
                    <a:pt x="2711262" y="3954286"/>
                  </a:lnTo>
                  <a:lnTo>
                    <a:pt x="2711514" y="3954286"/>
                  </a:lnTo>
                  <a:lnTo>
                    <a:pt x="2711766" y="3954286"/>
                  </a:lnTo>
                  <a:lnTo>
                    <a:pt x="2712270" y="3954286"/>
                  </a:lnTo>
                  <a:lnTo>
                    <a:pt x="2712396" y="3954286"/>
                  </a:lnTo>
                  <a:lnTo>
                    <a:pt x="2712522" y="3954286"/>
                  </a:lnTo>
                  <a:lnTo>
                    <a:pt x="2712648" y="3954286"/>
                  </a:lnTo>
                  <a:lnTo>
                    <a:pt x="2712775" y="3954286"/>
                  </a:lnTo>
                  <a:lnTo>
                    <a:pt x="2713153" y="3954286"/>
                  </a:lnTo>
                  <a:lnTo>
                    <a:pt x="2713405" y="3954286"/>
                  </a:lnTo>
                  <a:lnTo>
                    <a:pt x="2713531" y="3954286"/>
                  </a:lnTo>
                  <a:lnTo>
                    <a:pt x="2713657" y="3954286"/>
                  </a:lnTo>
                  <a:lnTo>
                    <a:pt x="2713909" y="3954286"/>
                  </a:lnTo>
                  <a:lnTo>
                    <a:pt x="2714288" y="3954286"/>
                  </a:lnTo>
                  <a:lnTo>
                    <a:pt x="2714540" y="3954286"/>
                  </a:lnTo>
                  <a:lnTo>
                    <a:pt x="2714666" y="3954286"/>
                  </a:lnTo>
                  <a:lnTo>
                    <a:pt x="2714918" y="3954286"/>
                  </a:lnTo>
                  <a:lnTo>
                    <a:pt x="2715422" y="3954286"/>
                  </a:lnTo>
                  <a:lnTo>
                    <a:pt x="2715675" y="3954286"/>
                  </a:lnTo>
                  <a:lnTo>
                    <a:pt x="2715801" y="3954286"/>
                  </a:lnTo>
                  <a:lnTo>
                    <a:pt x="2715927" y="3954286"/>
                  </a:lnTo>
                  <a:lnTo>
                    <a:pt x="2716305" y="3954286"/>
                  </a:lnTo>
                  <a:lnTo>
                    <a:pt x="2717062" y="3954286"/>
                  </a:lnTo>
                  <a:lnTo>
                    <a:pt x="2717314" y="3954286"/>
                  </a:lnTo>
                  <a:lnTo>
                    <a:pt x="2717440" y="3954286"/>
                  </a:lnTo>
                  <a:lnTo>
                    <a:pt x="2717566" y="3954286"/>
                  </a:lnTo>
                  <a:lnTo>
                    <a:pt x="2717692" y="3954286"/>
                  </a:lnTo>
                  <a:lnTo>
                    <a:pt x="2718196" y="3954286"/>
                  </a:lnTo>
                  <a:lnTo>
                    <a:pt x="2718449" y="3954286"/>
                  </a:lnTo>
                  <a:lnTo>
                    <a:pt x="2718701" y="3954286"/>
                  </a:lnTo>
                  <a:lnTo>
                    <a:pt x="2718827" y="3954286"/>
                  </a:lnTo>
                  <a:lnTo>
                    <a:pt x="2718953" y="3954286"/>
                  </a:lnTo>
                  <a:lnTo>
                    <a:pt x="2719583" y="3954286"/>
                  </a:lnTo>
                  <a:lnTo>
                    <a:pt x="2720088" y="3954286"/>
                  </a:lnTo>
                  <a:lnTo>
                    <a:pt x="2720214" y="3954286"/>
                  </a:lnTo>
                  <a:lnTo>
                    <a:pt x="2720592" y="3954286"/>
                  </a:lnTo>
                  <a:lnTo>
                    <a:pt x="2721349" y="3954286"/>
                  </a:lnTo>
                  <a:lnTo>
                    <a:pt x="2721601" y="3949007"/>
                  </a:lnTo>
                  <a:lnTo>
                    <a:pt x="2721727" y="3949007"/>
                  </a:lnTo>
                  <a:lnTo>
                    <a:pt x="2721979" y="3949007"/>
                  </a:lnTo>
                  <a:lnTo>
                    <a:pt x="2722105" y="3949007"/>
                  </a:lnTo>
                  <a:lnTo>
                    <a:pt x="2722357" y="3949007"/>
                  </a:lnTo>
                  <a:lnTo>
                    <a:pt x="2722483" y="3949007"/>
                  </a:lnTo>
                  <a:lnTo>
                    <a:pt x="2722988" y="3949007"/>
                  </a:lnTo>
                  <a:lnTo>
                    <a:pt x="2723366" y="3949007"/>
                  </a:lnTo>
                  <a:lnTo>
                    <a:pt x="2723744" y="3949007"/>
                  </a:lnTo>
                  <a:lnTo>
                    <a:pt x="2723870" y="3949007"/>
                  </a:lnTo>
                  <a:lnTo>
                    <a:pt x="2724375" y="3949007"/>
                  </a:lnTo>
                  <a:lnTo>
                    <a:pt x="2724627" y="3949007"/>
                  </a:lnTo>
                  <a:lnTo>
                    <a:pt x="2724753" y="3949007"/>
                  </a:lnTo>
                  <a:lnTo>
                    <a:pt x="2724879" y="3949007"/>
                  </a:lnTo>
                  <a:lnTo>
                    <a:pt x="2726014" y="3949007"/>
                  </a:lnTo>
                  <a:lnTo>
                    <a:pt x="2726140" y="3949007"/>
                  </a:lnTo>
                  <a:lnTo>
                    <a:pt x="2726266" y="3949007"/>
                  </a:lnTo>
                  <a:lnTo>
                    <a:pt x="2726518" y="3949007"/>
                  </a:lnTo>
                  <a:lnTo>
                    <a:pt x="2726644" y="3949007"/>
                  </a:lnTo>
                  <a:lnTo>
                    <a:pt x="2726770" y="3949007"/>
                  </a:lnTo>
                  <a:lnTo>
                    <a:pt x="2726896" y="3949007"/>
                  </a:lnTo>
                  <a:lnTo>
                    <a:pt x="2727022" y="3949007"/>
                  </a:lnTo>
                  <a:lnTo>
                    <a:pt x="2727401" y="3949007"/>
                  </a:lnTo>
                  <a:lnTo>
                    <a:pt x="2727527" y="3949007"/>
                  </a:lnTo>
                  <a:lnTo>
                    <a:pt x="2727653" y="3949007"/>
                  </a:lnTo>
                  <a:lnTo>
                    <a:pt x="2727779" y="3938448"/>
                  </a:lnTo>
                  <a:lnTo>
                    <a:pt x="2728031" y="3938448"/>
                  </a:lnTo>
                  <a:lnTo>
                    <a:pt x="2728409" y="3938448"/>
                  </a:lnTo>
                  <a:lnTo>
                    <a:pt x="2728662" y="3938448"/>
                  </a:lnTo>
                  <a:lnTo>
                    <a:pt x="2728914" y="3938448"/>
                  </a:lnTo>
                  <a:lnTo>
                    <a:pt x="2729040" y="3938448"/>
                  </a:lnTo>
                  <a:lnTo>
                    <a:pt x="2729418" y="3938448"/>
                  </a:lnTo>
                  <a:lnTo>
                    <a:pt x="2730175" y="3938448"/>
                  </a:lnTo>
                  <a:lnTo>
                    <a:pt x="2730301" y="3938448"/>
                  </a:lnTo>
                  <a:lnTo>
                    <a:pt x="2730679" y="3938448"/>
                  </a:lnTo>
                  <a:lnTo>
                    <a:pt x="2730805" y="3938448"/>
                  </a:lnTo>
                  <a:lnTo>
                    <a:pt x="2731309" y="3938448"/>
                  </a:lnTo>
                  <a:lnTo>
                    <a:pt x="2731562" y="3938448"/>
                  </a:lnTo>
                  <a:lnTo>
                    <a:pt x="2731688" y="3938448"/>
                  </a:lnTo>
                  <a:lnTo>
                    <a:pt x="2731814" y="3938448"/>
                  </a:lnTo>
                  <a:lnTo>
                    <a:pt x="2731814" y="3933168"/>
                  </a:lnTo>
                  <a:lnTo>
                    <a:pt x="2732192" y="3933168"/>
                  </a:lnTo>
                  <a:lnTo>
                    <a:pt x="2732318" y="3933168"/>
                  </a:lnTo>
                  <a:lnTo>
                    <a:pt x="2732696" y="3933168"/>
                  </a:lnTo>
                  <a:lnTo>
                    <a:pt x="2733201" y="3933168"/>
                  </a:lnTo>
                  <a:lnTo>
                    <a:pt x="2733453" y="3933168"/>
                  </a:lnTo>
                  <a:lnTo>
                    <a:pt x="2733579" y="3933168"/>
                  </a:lnTo>
                  <a:lnTo>
                    <a:pt x="2733705" y="3933168"/>
                  </a:lnTo>
                  <a:lnTo>
                    <a:pt x="2733831" y="3933168"/>
                  </a:lnTo>
                  <a:lnTo>
                    <a:pt x="2733957" y="3933168"/>
                  </a:lnTo>
                  <a:lnTo>
                    <a:pt x="2734462" y="3933168"/>
                  </a:lnTo>
                  <a:lnTo>
                    <a:pt x="2734840" y="3933168"/>
                  </a:lnTo>
                  <a:lnTo>
                    <a:pt x="2734966" y="3927889"/>
                  </a:lnTo>
                  <a:lnTo>
                    <a:pt x="2735344" y="3927889"/>
                  </a:lnTo>
                  <a:lnTo>
                    <a:pt x="2735596" y="3927889"/>
                  </a:lnTo>
                  <a:lnTo>
                    <a:pt x="2735723" y="3927889"/>
                  </a:lnTo>
                  <a:lnTo>
                    <a:pt x="2735849" y="3927889"/>
                  </a:lnTo>
                  <a:lnTo>
                    <a:pt x="2736227" y="3927889"/>
                  </a:lnTo>
                  <a:lnTo>
                    <a:pt x="2736479" y="3927889"/>
                  </a:lnTo>
                  <a:lnTo>
                    <a:pt x="2736857" y="3927889"/>
                  </a:lnTo>
                  <a:lnTo>
                    <a:pt x="2737109" y="3927889"/>
                  </a:lnTo>
                  <a:lnTo>
                    <a:pt x="2737236" y="3927889"/>
                  </a:lnTo>
                  <a:lnTo>
                    <a:pt x="2737362" y="3927889"/>
                  </a:lnTo>
                  <a:lnTo>
                    <a:pt x="2737488" y="3927889"/>
                  </a:lnTo>
                  <a:lnTo>
                    <a:pt x="2738118" y="3927889"/>
                  </a:lnTo>
                  <a:lnTo>
                    <a:pt x="2738244" y="3922610"/>
                  </a:lnTo>
                  <a:lnTo>
                    <a:pt x="2738749" y="3922610"/>
                  </a:lnTo>
                  <a:lnTo>
                    <a:pt x="2739001" y="3922610"/>
                  </a:lnTo>
                  <a:lnTo>
                    <a:pt x="2739127" y="3922610"/>
                  </a:lnTo>
                  <a:lnTo>
                    <a:pt x="2739379" y="3922610"/>
                  </a:lnTo>
                  <a:lnTo>
                    <a:pt x="2739631" y="3922610"/>
                  </a:lnTo>
                  <a:lnTo>
                    <a:pt x="2739757" y="3922610"/>
                  </a:lnTo>
                  <a:lnTo>
                    <a:pt x="2739883" y="3922610"/>
                  </a:lnTo>
                  <a:lnTo>
                    <a:pt x="2740262" y="3922610"/>
                  </a:lnTo>
                  <a:lnTo>
                    <a:pt x="2740388" y="3922610"/>
                  </a:lnTo>
                  <a:lnTo>
                    <a:pt x="2740640" y="3922610"/>
                  </a:lnTo>
                  <a:lnTo>
                    <a:pt x="2740766" y="3922610"/>
                  </a:lnTo>
                  <a:lnTo>
                    <a:pt x="2740892" y="3922610"/>
                  </a:lnTo>
                  <a:lnTo>
                    <a:pt x="2741018" y="3922610"/>
                  </a:lnTo>
                  <a:lnTo>
                    <a:pt x="2741396" y="3922610"/>
                  </a:lnTo>
                  <a:lnTo>
                    <a:pt x="2741775" y="3922610"/>
                  </a:lnTo>
                  <a:lnTo>
                    <a:pt x="2742027" y="3922610"/>
                  </a:lnTo>
                  <a:lnTo>
                    <a:pt x="2742279" y="3922610"/>
                  </a:lnTo>
                  <a:lnTo>
                    <a:pt x="2742405" y="3922610"/>
                  </a:lnTo>
                  <a:lnTo>
                    <a:pt x="2742531" y="3922610"/>
                  </a:lnTo>
                  <a:lnTo>
                    <a:pt x="2742783" y="3922610"/>
                  </a:lnTo>
                  <a:lnTo>
                    <a:pt x="2743036" y="3922610"/>
                  </a:lnTo>
                  <a:lnTo>
                    <a:pt x="2743162" y="3922610"/>
                  </a:lnTo>
                  <a:lnTo>
                    <a:pt x="2743288" y="3922610"/>
                  </a:lnTo>
                  <a:lnTo>
                    <a:pt x="2743414" y="3922610"/>
                  </a:lnTo>
                  <a:lnTo>
                    <a:pt x="2743792" y="3922610"/>
                  </a:lnTo>
                  <a:lnTo>
                    <a:pt x="2743918" y="3922610"/>
                  </a:lnTo>
                  <a:lnTo>
                    <a:pt x="2744044" y="3922610"/>
                  </a:lnTo>
                  <a:lnTo>
                    <a:pt x="2744170" y="3922610"/>
                  </a:lnTo>
                  <a:lnTo>
                    <a:pt x="2744801" y="3922610"/>
                  </a:lnTo>
                  <a:lnTo>
                    <a:pt x="2744927" y="3922610"/>
                  </a:lnTo>
                  <a:lnTo>
                    <a:pt x="2745053" y="3922610"/>
                  </a:lnTo>
                  <a:lnTo>
                    <a:pt x="2745305" y="3922610"/>
                  </a:lnTo>
                  <a:lnTo>
                    <a:pt x="2745683" y="3922610"/>
                  </a:lnTo>
                  <a:lnTo>
                    <a:pt x="2745936" y="3922610"/>
                  </a:lnTo>
                  <a:lnTo>
                    <a:pt x="2746062" y="3922610"/>
                  </a:lnTo>
                  <a:lnTo>
                    <a:pt x="2746566" y="3922610"/>
                  </a:lnTo>
                  <a:lnTo>
                    <a:pt x="2746818" y="3917330"/>
                  </a:lnTo>
                  <a:lnTo>
                    <a:pt x="2746944" y="3917330"/>
                  </a:lnTo>
                  <a:lnTo>
                    <a:pt x="2747070" y="3917330"/>
                  </a:lnTo>
                  <a:lnTo>
                    <a:pt x="2747827" y="3917330"/>
                  </a:lnTo>
                  <a:lnTo>
                    <a:pt x="2748079" y="3917330"/>
                  </a:lnTo>
                  <a:lnTo>
                    <a:pt x="2748331" y="3917330"/>
                  </a:lnTo>
                  <a:lnTo>
                    <a:pt x="2748710" y="3917330"/>
                  </a:lnTo>
                  <a:lnTo>
                    <a:pt x="2749466" y="3912051"/>
                  </a:lnTo>
                  <a:lnTo>
                    <a:pt x="2749718" y="3912051"/>
                  </a:lnTo>
                  <a:lnTo>
                    <a:pt x="2749718" y="3906771"/>
                  </a:lnTo>
                  <a:lnTo>
                    <a:pt x="2750475" y="3906771"/>
                  </a:lnTo>
                  <a:lnTo>
                    <a:pt x="2750853" y="3906771"/>
                  </a:lnTo>
                  <a:lnTo>
                    <a:pt x="2750979" y="3906771"/>
                  </a:lnTo>
                  <a:lnTo>
                    <a:pt x="2751105" y="3906771"/>
                  </a:lnTo>
                  <a:lnTo>
                    <a:pt x="2751231" y="3906771"/>
                  </a:lnTo>
                  <a:lnTo>
                    <a:pt x="2751736" y="3906771"/>
                  </a:lnTo>
                  <a:lnTo>
                    <a:pt x="2752366" y="3906771"/>
                  </a:lnTo>
                  <a:lnTo>
                    <a:pt x="2752492" y="3906771"/>
                  </a:lnTo>
                  <a:lnTo>
                    <a:pt x="2752997" y="3906771"/>
                  </a:lnTo>
                  <a:lnTo>
                    <a:pt x="2753249" y="3906771"/>
                  </a:lnTo>
                  <a:lnTo>
                    <a:pt x="2753375" y="3906771"/>
                  </a:lnTo>
                  <a:lnTo>
                    <a:pt x="2753501" y="3906771"/>
                  </a:lnTo>
                  <a:lnTo>
                    <a:pt x="2753879" y="3906771"/>
                  </a:lnTo>
                  <a:lnTo>
                    <a:pt x="2754131" y="3906771"/>
                  </a:lnTo>
                  <a:lnTo>
                    <a:pt x="2754383" y="3901492"/>
                  </a:lnTo>
                  <a:lnTo>
                    <a:pt x="2754636" y="3901492"/>
                  </a:lnTo>
                  <a:lnTo>
                    <a:pt x="2755140" y="3901492"/>
                  </a:lnTo>
                  <a:lnTo>
                    <a:pt x="2755266" y="3896212"/>
                  </a:lnTo>
                  <a:lnTo>
                    <a:pt x="2755392" y="3896212"/>
                  </a:lnTo>
                  <a:lnTo>
                    <a:pt x="2756149" y="3890933"/>
                  </a:lnTo>
                  <a:lnTo>
                    <a:pt x="2756527" y="3890933"/>
                  </a:lnTo>
                  <a:lnTo>
                    <a:pt x="2756779" y="3890933"/>
                  </a:lnTo>
                  <a:lnTo>
                    <a:pt x="2756905" y="3890933"/>
                  </a:lnTo>
                  <a:lnTo>
                    <a:pt x="2757157" y="3890933"/>
                  </a:lnTo>
                  <a:lnTo>
                    <a:pt x="2757662" y="3890933"/>
                  </a:lnTo>
                  <a:lnTo>
                    <a:pt x="2758040" y="3890933"/>
                  </a:lnTo>
                  <a:lnTo>
                    <a:pt x="2758418" y="3890933"/>
                  </a:lnTo>
                  <a:lnTo>
                    <a:pt x="2758670" y="3890933"/>
                  </a:lnTo>
                  <a:lnTo>
                    <a:pt x="2759175" y="3890933"/>
                  </a:lnTo>
                  <a:lnTo>
                    <a:pt x="2759301" y="3890933"/>
                  </a:lnTo>
                  <a:lnTo>
                    <a:pt x="2759553" y="3890933"/>
                  </a:lnTo>
                  <a:lnTo>
                    <a:pt x="2759805" y="3890933"/>
                  </a:lnTo>
                  <a:lnTo>
                    <a:pt x="2760310" y="3890933"/>
                  </a:lnTo>
                  <a:lnTo>
                    <a:pt x="2760436" y="3890933"/>
                  </a:lnTo>
                  <a:lnTo>
                    <a:pt x="2760562" y="3890933"/>
                  </a:lnTo>
                  <a:lnTo>
                    <a:pt x="2760940" y="3890933"/>
                  </a:lnTo>
                  <a:lnTo>
                    <a:pt x="2761192" y="3890933"/>
                  </a:lnTo>
                  <a:lnTo>
                    <a:pt x="2761570" y="3890933"/>
                  </a:lnTo>
                  <a:lnTo>
                    <a:pt x="2761697" y="3890933"/>
                  </a:lnTo>
                  <a:lnTo>
                    <a:pt x="2761949" y="3890933"/>
                  </a:lnTo>
                  <a:lnTo>
                    <a:pt x="2762075" y="3890933"/>
                  </a:lnTo>
                  <a:lnTo>
                    <a:pt x="2762453" y="3890933"/>
                  </a:lnTo>
                  <a:lnTo>
                    <a:pt x="2762579" y="3890933"/>
                  </a:lnTo>
                  <a:lnTo>
                    <a:pt x="2762705" y="3890933"/>
                  </a:lnTo>
                  <a:lnTo>
                    <a:pt x="2762831" y="3890933"/>
                  </a:lnTo>
                  <a:lnTo>
                    <a:pt x="2763084" y="3890933"/>
                  </a:lnTo>
                  <a:lnTo>
                    <a:pt x="2763210" y="3890933"/>
                  </a:lnTo>
                  <a:lnTo>
                    <a:pt x="2763336" y="3890933"/>
                  </a:lnTo>
                  <a:lnTo>
                    <a:pt x="2763462" y="3890933"/>
                  </a:lnTo>
                  <a:lnTo>
                    <a:pt x="2763588" y="3890933"/>
                  </a:lnTo>
                  <a:lnTo>
                    <a:pt x="2763714" y="3890933"/>
                  </a:lnTo>
                  <a:lnTo>
                    <a:pt x="2763966" y="3890933"/>
                  </a:lnTo>
                  <a:lnTo>
                    <a:pt x="2764218" y="3890933"/>
                  </a:lnTo>
                  <a:lnTo>
                    <a:pt x="2764344" y="3890933"/>
                  </a:lnTo>
                  <a:lnTo>
                    <a:pt x="2764597" y="3890933"/>
                  </a:lnTo>
                  <a:lnTo>
                    <a:pt x="2764723" y="3890933"/>
                  </a:lnTo>
                  <a:lnTo>
                    <a:pt x="2764849" y="3890933"/>
                  </a:lnTo>
                  <a:lnTo>
                    <a:pt x="2765101" y="3890933"/>
                  </a:lnTo>
                  <a:lnTo>
                    <a:pt x="2765227" y="3890933"/>
                  </a:lnTo>
                  <a:lnTo>
                    <a:pt x="2765353" y="3890933"/>
                  </a:lnTo>
                  <a:lnTo>
                    <a:pt x="2765479" y="3890933"/>
                  </a:lnTo>
                  <a:lnTo>
                    <a:pt x="2765605" y="3890933"/>
                  </a:lnTo>
                  <a:lnTo>
                    <a:pt x="2766110" y="3890933"/>
                  </a:lnTo>
                  <a:lnTo>
                    <a:pt x="2766362" y="3890933"/>
                  </a:lnTo>
                  <a:lnTo>
                    <a:pt x="2766866" y="3890933"/>
                  </a:lnTo>
                  <a:lnTo>
                    <a:pt x="2767118" y="3890933"/>
                  </a:lnTo>
                  <a:lnTo>
                    <a:pt x="2767244" y="3890933"/>
                  </a:lnTo>
                  <a:lnTo>
                    <a:pt x="2767497" y="3890933"/>
                  </a:lnTo>
                  <a:lnTo>
                    <a:pt x="2767749" y="3885654"/>
                  </a:lnTo>
                  <a:lnTo>
                    <a:pt x="2767875" y="3885654"/>
                  </a:lnTo>
                  <a:lnTo>
                    <a:pt x="2768001" y="3885654"/>
                  </a:lnTo>
                  <a:lnTo>
                    <a:pt x="2768379" y="3880374"/>
                  </a:lnTo>
                  <a:lnTo>
                    <a:pt x="2768505" y="3880374"/>
                  </a:lnTo>
                  <a:lnTo>
                    <a:pt x="2768631" y="3880374"/>
                  </a:lnTo>
                  <a:lnTo>
                    <a:pt x="2768757" y="3880374"/>
                  </a:lnTo>
                  <a:lnTo>
                    <a:pt x="2768884" y="3880374"/>
                  </a:lnTo>
                  <a:lnTo>
                    <a:pt x="2769010" y="3880374"/>
                  </a:lnTo>
                  <a:lnTo>
                    <a:pt x="2769262" y="3880374"/>
                  </a:lnTo>
                  <a:lnTo>
                    <a:pt x="2769388" y="3880374"/>
                  </a:lnTo>
                  <a:lnTo>
                    <a:pt x="2770144" y="3880374"/>
                  </a:lnTo>
                  <a:lnTo>
                    <a:pt x="2770523" y="3880374"/>
                  </a:lnTo>
                  <a:lnTo>
                    <a:pt x="2770775" y="3880374"/>
                  </a:lnTo>
                  <a:lnTo>
                    <a:pt x="2770901" y="3880374"/>
                  </a:lnTo>
                  <a:lnTo>
                    <a:pt x="2771279" y="3880374"/>
                  </a:lnTo>
                  <a:lnTo>
                    <a:pt x="2771405" y="3880374"/>
                  </a:lnTo>
                  <a:lnTo>
                    <a:pt x="2771531" y="3880374"/>
                  </a:lnTo>
                  <a:lnTo>
                    <a:pt x="2771784" y="3875095"/>
                  </a:lnTo>
                  <a:lnTo>
                    <a:pt x="2771910" y="3875095"/>
                  </a:lnTo>
                  <a:lnTo>
                    <a:pt x="2772162" y="3875095"/>
                  </a:lnTo>
                  <a:lnTo>
                    <a:pt x="2772288" y="3875095"/>
                  </a:lnTo>
                  <a:lnTo>
                    <a:pt x="2772666" y="3875095"/>
                  </a:lnTo>
                  <a:lnTo>
                    <a:pt x="2772918" y="3875095"/>
                  </a:lnTo>
                  <a:lnTo>
                    <a:pt x="2773171" y="3875095"/>
                  </a:lnTo>
                  <a:lnTo>
                    <a:pt x="2773675" y="3875095"/>
                  </a:lnTo>
                  <a:lnTo>
                    <a:pt x="2773927" y="3875095"/>
                  </a:lnTo>
                  <a:lnTo>
                    <a:pt x="2774053" y="3875095"/>
                  </a:lnTo>
                  <a:lnTo>
                    <a:pt x="2774179" y="3875095"/>
                  </a:lnTo>
                  <a:lnTo>
                    <a:pt x="2774305" y="3875095"/>
                  </a:lnTo>
                  <a:lnTo>
                    <a:pt x="2774810" y="3875095"/>
                  </a:lnTo>
                  <a:lnTo>
                    <a:pt x="2774936" y="3875095"/>
                  </a:lnTo>
                  <a:lnTo>
                    <a:pt x="2775188" y="3875095"/>
                  </a:lnTo>
                  <a:lnTo>
                    <a:pt x="2775314" y="3875095"/>
                  </a:lnTo>
                  <a:lnTo>
                    <a:pt x="2775566" y="3875095"/>
                  </a:lnTo>
                  <a:lnTo>
                    <a:pt x="2775692" y="3875095"/>
                  </a:lnTo>
                  <a:lnTo>
                    <a:pt x="2775818" y="3875095"/>
                  </a:lnTo>
                  <a:lnTo>
                    <a:pt x="2776197" y="3875095"/>
                  </a:lnTo>
                  <a:lnTo>
                    <a:pt x="2776323" y="3875095"/>
                  </a:lnTo>
                  <a:lnTo>
                    <a:pt x="2776701" y="3875095"/>
                  </a:lnTo>
                  <a:lnTo>
                    <a:pt x="2776953" y="3875095"/>
                  </a:lnTo>
                  <a:lnTo>
                    <a:pt x="2777710" y="3875095"/>
                  </a:lnTo>
                  <a:lnTo>
                    <a:pt x="2788301" y="3859256"/>
                  </a:lnTo>
                  <a:lnTo>
                    <a:pt x="2788427" y="3859256"/>
                  </a:lnTo>
                  <a:lnTo>
                    <a:pt x="2788553" y="3859256"/>
                  </a:lnTo>
                  <a:lnTo>
                    <a:pt x="2788679" y="3859256"/>
                  </a:lnTo>
                  <a:lnTo>
                    <a:pt x="2788805" y="3859256"/>
                  </a:lnTo>
                  <a:lnTo>
                    <a:pt x="2789310" y="3859256"/>
                  </a:lnTo>
                  <a:lnTo>
                    <a:pt x="2789562" y="3859256"/>
                  </a:lnTo>
                  <a:lnTo>
                    <a:pt x="2790066" y="3859256"/>
                  </a:lnTo>
                  <a:lnTo>
                    <a:pt x="2790318" y="3859256"/>
                  </a:lnTo>
                  <a:lnTo>
                    <a:pt x="2790445" y="3859256"/>
                  </a:lnTo>
                  <a:lnTo>
                    <a:pt x="2790823" y="3859256"/>
                  </a:lnTo>
                  <a:lnTo>
                    <a:pt x="2790949" y="3859256"/>
                  </a:lnTo>
                  <a:lnTo>
                    <a:pt x="2791075" y="3859256"/>
                  </a:lnTo>
                  <a:lnTo>
                    <a:pt x="2791201" y="3859256"/>
                  </a:lnTo>
                  <a:lnTo>
                    <a:pt x="2791327" y="3859256"/>
                  </a:lnTo>
                  <a:lnTo>
                    <a:pt x="2791453" y="3859256"/>
                  </a:lnTo>
                  <a:lnTo>
                    <a:pt x="2791579" y="3859256"/>
                  </a:lnTo>
                  <a:lnTo>
                    <a:pt x="2791832" y="3859256"/>
                  </a:lnTo>
                  <a:lnTo>
                    <a:pt x="2791958" y="3859256"/>
                  </a:lnTo>
                  <a:lnTo>
                    <a:pt x="2792336" y="3859256"/>
                  </a:lnTo>
                  <a:lnTo>
                    <a:pt x="2792462" y="3859256"/>
                  </a:lnTo>
                  <a:lnTo>
                    <a:pt x="2792588" y="3859256"/>
                  </a:lnTo>
                  <a:lnTo>
                    <a:pt x="2792840" y="3859256"/>
                  </a:lnTo>
                  <a:lnTo>
                    <a:pt x="2792966" y="3859256"/>
                  </a:lnTo>
                  <a:lnTo>
                    <a:pt x="2793092" y="3859256"/>
                  </a:lnTo>
                  <a:lnTo>
                    <a:pt x="2793471" y="3859256"/>
                  </a:lnTo>
                  <a:lnTo>
                    <a:pt x="2793597" y="3859256"/>
                  </a:lnTo>
                  <a:lnTo>
                    <a:pt x="2793723" y="3859256"/>
                  </a:lnTo>
                  <a:lnTo>
                    <a:pt x="2793849" y="3859256"/>
                  </a:lnTo>
                  <a:lnTo>
                    <a:pt x="2794605" y="3859256"/>
                  </a:lnTo>
                  <a:lnTo>
                    <a:pt x="2795110" y="3859256"/>
                  </a:lnTo>
                  <a:lnTo>
                    <a:pt x="2795236" y="3859256"/>
                  </a:lnTo>
                  <a:lnTo>
                    <a:pt x="2795488" y="3859256"/>
                  </a:lnTo>
                  <a:lnTo>
                    <a:pt x="2795614" y="3859256"/>
                  </a:lnTo>
                  <a:lnTo>
                    <a:pt x="2795740" y="3859256"/>
                  </a:lnTo>
                  <a:lnTo>
                    <a:pt x="2795866" y="3859256"/>
                  </a:lnTo>
                  <a:lnTo>
                    <a:pt x="2796245" y="3859256"/>
                  </a:lnTo>
                  <a:lnTo>
                    <a:pt x="2796371" y="3859256"/>
                  </a:lnTo>
                  <a:lnTo>
                    <a:pt x="2796371" y="3853977"/>
                  </a:lnTo>
                  <a:lnTo>
                    <a:pt x="2796623" y="3853977"/>
                  </a:lnTo>
                  <a:lnTo>
                    <a:pt x="2796749" y="3853977"/>
                  </a:lnTo>
                  <a:lnTo>
                    <a:pt x="2796875" y="3853977"/>
                  </a:lnTo>
                  <a:lnTo>
                    <a:pt x="2796875" y="3848698"/>
                  </a:lnTo>
                  <a:lnTo>
                    <a:pt x="2797127" y="3848698"/>
                  </a:lnTo>
                  <a:lnTo>
                    <a:pt x="2797379" y="3848698"/>
                  </a:lnTo>
                  <a:lnTo>
                    <a:pt x="2797505" y="3848698"/>
                  </a:lnTo>
                  <a:lnTo>
                    <a:pt x="2797632" y="3843418"/>
                  </a:lnTo>
                  <a:lnTo>
                    <a:pt x="2798010" y="3843418"/>
                  </a:lnTo>
                  <a:lnTo>
                    <a:pt x="2798136" y="3843418"/>
                  </a:lnTo>
                  <a:lnTo>
                    <a:pt x="2798262" y="3843418"/>
                  </a:lnTo>
                  <a:lnTo>
                    <a:pt x="2798388" y="3843418"/>
                  </a:lnTo>
                  <a:lnTo>
                    <a:pt x="2798514" y="3843418"/>
                  </a:lnTo>
                  <a:lnTo>
                    <a:pt x="2798640" y="3843418"/>
                  </a:lnTo>
                  <a:lnTo>
                    <a:pt x="2798766" y="3843418"/>
                  </a:lnTo>
                  <a:lnTo>
                    <a:pt x="2798892" y="3838139"/>
                  </a:lnTo>
                  <a:lnTo>
                    <a:pt x="2799019" y="3838139"/>
                  </a:lnTo>
                  <a:lnTo>
                    <a:pt x="2799145" y="3838139"/>
                  </a:lnTo>
                  <a:lnTo>
                    <a:pt x="2799271" y="3838139"/>
                  </a:lnTo>
                  <a:lnTo>
                    <a:pt x="2799523" y="3838139"/>
                  </a:lnTo>
                  <a:lnTo>
                    <a:pt x="2799901" y="3838139"/>
                  </a:lnTo>
                  <a:lnTo>
                    <a:pt x="2800153" y="3838139"/>
                  </a:lnTo>
                  <a:lnTo>
                    <a:pt x="2800279" y="3838139"/>
                  </a:lnTo>
                  <a:lnTo>
                    <a:pt x="2800405" y="3838139"/>
                  </a:lnTo>
                  <a:lnTo>
                    <a:pt x="2800658" y="3832859"/>
                  </a:lnTo>
                  <a:lnTo>
                    <a:pt x="2801036" y="3827580"/>
                  </a:lnTo>
                  <a:lnTo>
                    <a:pt x="2801288" y="3822301"/>
                  </a:lnTo>
                  <a:lnTo>
                    <a:pt x="2801792" y="3822301"/>
                  </a:lnTo>
                  <a:lnTo>
                    <a:pt x="2802045" y="3822301"/>
                  </a:lnTo>
                  <a:lnTo>
                    <a:pt x="2802171" y="3822301"/>
                  </a:lnTo>
                  <a:lnTo>
                    <a:pt x="2802423" y="3822301"/>
                  </a:lnTo>
                  <a:lnTo>
                    <a:pt x="2802927" y="3822301"/>
                  </a:lnTo>
                  <a:lnTo>
                    <a:pt x="2803053" y="3822301"/>
                  </a:lnTo>
                  <a:lnTo>
                    <a:pt x="2803305" y="3822301"/>
                  </a:lnTo>
                  <a:lnTo>
                    <a:pt x="2803558" y="3822301"/>
                  </a:lnTo>
                  <a:lnTo>
                    <a:pt x="2803810" y="3822301"/>
                  </a:lnTo>
                  <a:lnTo>
                    <a:pt x="2804314" y="3822301"/>
                  </a:lnTo>
                  <a:lnTo>
                    <a:pt x="2804440" y="3822301"/>
                  </a:lnTo>
                  <a:lnTo>
                    <a:pt x="2804566" y="3822301"/>
                  </a:lnTo>
                  <a:lnTo>
                    <a:pt x="2804819" y="3822301"/>
                  </a:lnTo>
                  <a:lnTo>
                    <a:pt x="2804945" y="3822301"/>
                  </a:lnTo>
                  <a:lnTo>
                    <a:pt x="2805071" y="3822301"/>
                  </a:lnTo>
                  <a:lnTo>
                    <a:pt x="2805323" y="3822301"/>
                  </a:lnTo>
                  <a:lnTo>
                    <a:pt x="2805701" y="3822301"/>
                  </a:lnTo>
                  <a:lnTo>
                    <a:pt x="2806079" y="3822301"/>
                  </a:lnTo>
                  <a:lnTo>
                    <a:pt x="2806332" y="3822301"/>
                  </a:lnTo>
                  <a:lnTo>
                    <a:pt x="2806584" y="3822301"/>
                  </a:lnTo>
                  <a:lnTo>
                    <a:pt x="2806836" y="3822301"/>
                  </a:lnTo>
                  <a:lnTo>
                    <a:pt x="2806962" y="3822301"/>
                  </a:lnTo>
                  <a:lnTo>
                    <a:pt x="2807466" y="3822301"/>
                  </a:lnTo>
                  <a:lnTo>
                    <a:pt x="2808349" y="3822301"/>
                  </a:lnTo>
                  <a:lnTo>
                    <a:pt x="2808475" y="3822301"/>
                  </a:lnTo>
                  <a:lnTo>
                    <a:pt x="2809358" y="3822301"/>
                  </a:lnTo>
                  <a:lnTo>
                    <a:pt x="2809484" y="3822301"/>
                  </a:lnTo>
                  <a:lnTo>
                    <a:pt x="2809610" y="3822301"/>
                  </a:lnTo>
                  <a:lnTo>
                    <a:pt x="2809988" y="3822301"/>
                  </a:lnTo>
                  <a:lnTo>
                    <a:pt x="2810114" y="3822301"/>
                  </a:lnTo>
                  <a:lnTo>
                    <a:pt x="2810492" y="3822301"/>
                  </a:lnTo>
                  <a:lnTo>
                    <a:pt x="2810619" y="3822301"/>
                  </a:lnTo>
                  <a:lnTo>
                    <a:pt x="2810871" y="3822301"/>
                  </a:lnTo>
                  <a:lnTo>
                    <a:pt x="2811627" y="3822301"/>
                  </a:lnTo>
                  <a:lnTo>
                    <a:pt x="2812258" y="3822301"/>
                  </a:lnTo>
                  <a:lnTo>
                    <a:pt x="2812888" y="3822301"/>
                  </a:lnTo>
                  <a:lnTo>
                    <a:pt x="2813266" y="3822301"/>
                  </a:lnTo>
                  <a:lnTo>
                    <a:pt x="2813393" y="3822301"/>
                  </a:lnTo>
                  <a:lnTo>
                    <a:pt x="2814149" y="3822301"/>
                  </a:lnTo>
                  <a:lnTo>
                    <a:pt x="2814149" y="3817021"/>
                  </a:lnTo>
                  <a:lnTo>
                    <a:pt x="2814275" y="3817021"/>
                  </a:lnTo>
                  <a:lnTo>
                    <a:pt x="2814527" y="3817021"/>
                  </a:lnTo>
                  <a:lnTo>
                    <a:pt x="2814653" y="3811742"/>
                  </a:lnTo>
                  <a:lnTo>
                    <a:pt x="2814906" y="3811742"/>
                  </a:lnTo>
                  <a:lnTo>
                    <a:pt x="2815410" y="3811742"/>
                  </a:lnTo>
                  <a:lnTo>
                    <a:pt x="2815662" y="3811742"/>
                  </a:lnTo>
                  <a:lnTo>
                    <a:pt x="2815788" y="3811742"/>
                  </a:lnTo>
                  <a:lnTo>
                    <a:pt x="2815914" y="3811742"/>
                  </a:lnTo>
                  <a:lnTo>
                    <a:pt x="2816040" y="3811742"/>
                  </a:lnTo>
                  <a:lnTo>
                    <a:pt x="2816166" y="3811742"/>
                  </a:lnTo>
                  <a:lnTo>
                    <a:pt x="2816797" y="3811742"/>
                  </a:lnTo>
                  <a:lnTo>
                    <a:pt x="2816923" y="3811742"/>
                  </a:lnTo>
                  <a:lnTo>
                    <a:pt x="2817679" y="3811742"/>
                  </a:lnTo>
                  <a:lnTo>
                    <a:pt x="2817806" y="3811742"/>
                  </a:lnTo>
                  <a:lnTo>
                    <a:pt x="2817932" y="3811742"/>
                  </a:lnTo>
                  <a:lnTo>
                    <a:pt x="2818184" y="3811742"/>
                  </a:lnTo>
                  <a:lnTo>
                    <a:pt x="2818310" y="3811742"/>
                  </a:lnTo>
                  <a:lnTo>
                    <a:pt x="2818436" y="3811742"/>
                  </a:lnTo>
                  <a:lnTo>
                    <a:pt x="2819193" y="3811742"/>
                  </a:lnTo>
                  <a:lnTo>
                    <a:pt x="2819445" y="3811742"/>
                  </a:lnTo>
                  <a:lnTo>
                    <a:pt x="2819571" y="3811742"/>
                  </a:lnTo>
                  <a:lnTo>
                    <a:pt x="2819697" y="3811742"/>
                  </a:lnTo>
                  <a:lnTo>
                    <a:pt x="2819823" y="3811742"/>
                  </a:lnTo>
                  <a:lnTo>
                    <a:pt x="2819949" y="3811742"/>
                  </a:lnTo>
                  <a:lnTo>
                    <a:pt x="2820075" y="3811742"/>
                  </a:lnTo>
                  <a:lnTo>
                    <a:pt x="2820579" y="3811742"/>
                  </a:lnTo>
                  <a:lnTo>
                    <a:pt x="2820706" y="3811742"/>
                  </a:lnTo>
                  <a:lnTo>
                    <a:pt x="2821084" y="3811742"/>
                  </a:lnTo>
                  <a:lnTo>
                    <a:pt x="2821714" y="3811742"/>
                  </a:lnTo>
                  <a:lnTo>
                    <a:pt x="2822093" y="3811742"/>
                  </a:lnTo>
                  <a:lnTo>
                    <a:pt x="2822219" y="3811742"/>
                  </a:lnTo>
                  <a:lnTo>
                    <a:pt x="2822345" y="3811742"/>
                  </a:lnTo>
                  <a:lnTo>
                    <a:pt x="2822471" y="3811742"/>
                  </a:lnTo>
                  <a:lnTo>
                    <a:pt x="2822723" y="3811742"/>
                  </a:lnTo>
                  <a:lnTo>
                    <a:pt x="2822849" y="3811742"/>
                  </a:lnTo>
                  <a:lnTo>
                    <a:pt x="2822975" y="3811742"/>
                  </a:lnTo>
                  <a:lnTo>
                    <a:pt x="2823101" y="3811742"/>
                  </a:lnTo>
                  <a:lnTo>
                    <a:pt x="2823227" y="3811742"/>
                  </a:lnTo>
                  <a:lnTo>
                    <a:pt x="2823353" y="3811742"/>
                  </a:lnTo>
                  <a:lnTo>
                    <a:pt x="2823606" y="3811742"/>
                  </a:lnTo>
                  <a:lnTo>
                    <a:pt x="2824236" y="3811742"/>
                  </a:lnTo>
                  <a:lnTo>
                    <a:pt x="2824488" y="3811742"/>
                  </a:lnTo>
                  <a:lnTo>
                    <a:pt x="2824614" y="3811742"/>
                  </a:lnTo>
                  <a:lnTo>
                    <a:pt x="2824866" y="3811742"/>
                  </a:lnTo>
                  <a:lnTo>
                    <a:pt x="2825119" y="3806462"/>
                  </a:lnTo>
                  <a:lnTo>
                    <a:pt x="2825245" y="3806462"/>
                  </a:lnTo>
                  <a:lnTo>
                    <a:pt x="2825245" y="3801183"/>
                  </a:lnTo>
                  <a:lnTo>
                    <a:pt x="2825371" y="3801183"/>
                  </a:lnTo>
                  <a:lnTo>
                    <a:pt x="2825497" y="3801183"/>
                  </a:lnTo>
                  <a:lnTo>
                    <a:pt x="2825623" y="3801183"/>
                  </a:lnTo>
                  <a:lnTo>
                    <a:pt x="2825749" y="3801183"/>
                  </a:lnTo>
                  <a:lnTo>
                    <a:pt x="2826001" y="3801183"/>
                  </a:lnTo>
                  <a:lnTo>
                    <a:pt x="2826127" y="3801183"/>
                  </a:lnTo>
                  <a:lnTo>
                    <a:pt x="2826253" y="3801183"/>
                  </a:lnTo>
                  <a:lnTo>
                    <a:pt x="2826380" y="3801183"/>
                  </a:lnTo>
                  <a:lnTo>
                    <a:pt x="2826632" y="3801183"/>
                  </a:lnTo>
                  <a:lnTo>
                    <a:pt x="2826758" y="3801183"/>
                  </a:lnTo>
                  <a:lnTo>
                    <a:pt x="2826884" y="3801183"/>
                  </a:lnTo>
                  <a:lnTo>
                    <a:pt x="2827010" y="3801183"/>
                  </a:lnTo>
                  <a:lnTo>
                    <a:pt x="2827136" y="3801183"/>
                  </a:lnTo>
                  <a:lnTo>
                    <a:pt x="2827514" y="3801183"/>
                  </a:lnTo>
                  <a:lnTo>
                    <a:pt x="2827640" y="3801183"/>
                  </a:lnTo>
                  <a:lnTo>
                    <a:pt x="2828019" y="3801183"/>
                  </a:lnTo>
                  <a:lnTo>
                    <a:pt x="2828271" y="3801183"/>
                  </a:lnTo>
                  <a:lnTo>
                    <a:pt x="2828775" y="3801183"/>
                  </a:lnTo>
                  <a:lnTo>
                    <a:pt x="2829027" y="3801183"/>
                  </a:lnTo>
                  <a:lnTo>
                    <a:pt x="2829406" y="3801183"/>
                  </a:lnTo>
                  <a:lnTo>
                    <a:pt x="2829658" y="3801183"/>
                  </a:lnTo>
                  <a:lnTo>
                    <a:pt x="2829784" y="3801183"/>
                  </a:lnTo>
                  <a:lnTo>
                    <a:pt x="2830036" y="3801183"/>
                  </a:lnTo>
                  <a:lnTo>
                    <a:pt x="2830414" y="3801183"/>
                  </a:lnTo>
                  <a:lnTo>
                    <a:pt x="2830540" y="3801183"/>
                  </a:lnTo>
                  <a:lnTo>
                    <a:pt x="2830667" y="3801183"/>
                  </a:lnTo>
                  <a:lnTo>
                    <a:pt x="2830919" y="3801183"/>
                  </a:lnTo>
                  <a:lnTo>
                    <a:pt x="2831423" y="3801183"/>
                  </a:lnTo>
                  <a:lnTo>
                    <a:pt x="2831549" y="3801183"/>
                  </a:lnTo>
                  <a:lnTo>
                    <a:pt x="2831675" y="3801183"/>
                  </a:lnTo>
                  <a:lnTo>
                    <a:pt x="2831801" y="3801183"/>
                  </a:lnTo>
                  <a:lnTo>
                    <a:pt x="2831927" y="3801183"/>
                  </a:lnTo>
                  <a:lnTo>
                    <a:pt x="2832684" y="3801183"/>
                  </a:lnTo>
                  <a:lnTo>
                    <a:pt x="2832936" y="3801183"/>
                  </a:lnTo>
                  <a:lnTo>
                    <a:pt x="2833062" y="3801183"/>
                  </a:lnTo>
                  <a:lnTo>
                    <a:pt x="2833188" y="3801183"/>
                  </a:lnTo>
                  <a:lnTo>
                    <a:pt x="2833314" y="3801183"/>
                  </a:lnTo>
                  <a:lnTo>
                    <a:pt x="2833440" y="3801183"/>
                  </a:lnTo>
                  <a:lnTo>
                    <a:pt x="2833945" y="3801183"/>
                  </a:lnTo>
                  <a:lnTo>
                    <a:pt x="2834071" y="3801183"/>
                  </a:lnTo>
                  <a:lnTo>
                    <a:pt x="2834323" y="3801183"/>
                  </a:lnTo>
                  <a:lnTo>
                    <a:pt x="2835080" y="3801183"/>
                  </a:lnTo>
                  <a:lnTo>
                    <a:pt x="2835584" y="3801183"/>
                  </a:lnTo>
                  <a:lnTo>
                    <a:pt x="2835710" y="3801183"/>
                  </a:lnTo>
                  <a:lnTo>
                    <a:pt x="2835836" y="3801183"/>
                  </a:lnTo>
                  <a:lnTo>
                    <a:pt x="2836340" y="3801183"/>
                  </a:lnTo>
                  <a:lnTo>
                    <a:pt x="2836593" y="3801183"/>
                  </a:lnTo>
                  <a:lnTo>
                    <a:pt x="2836845" y="3801183"/>
                  </a:lnTo>
                  <a:lnTo>
                    <a:pt x="2837223" y="3801183"/>
                  </a:lnTo>
                  <a:lnTo>
                    <a:pt x="2837475" y="3801183"/>
                  </a:lnTo>
                  <a:lnTo>
                    <a:pt x="2837601" y="3801183"/>
                  </a:lnTo>
                  <a:lnTo>
                    <a:pt x="2837854" y="3801183"/>
                  </a:lnTo>
                  <a:lnTo>
                    <a:pt x="2838106" y="3801183"/>
                  </a:lnTo>
                  <a:lnTo>
                    <a:pt x="2838232" y="3801183"/>
                  </a:lnTo>
                  <a:lnTo>
                    <a:pt x="2838736" y="3795903"/>
                  </a:lnTo>
                  <a:lnTo>
                    <a:pt x="2838862" y="3790624"/>
                  </a:lnTo>
                  <a:lnTo>
                    <a:pt x="2838988" y="3790624"/>
                  </a:lnTo>
                  <a:lnTo>
                    <a:pt x="2839240" y="3790624"/>
                  </a:lnTo>
                  <a:lnTo>
                    <a:pt x="2839367" y="3790624"/>
                  </a:lnTo>
                  <a:lnTo>
                    <a:pt x="2839997" y="3790624"/>
                  </a:lnTo>
                  <a:lnTo>
                    <a:pt x="2840123" y="3790624"/>
                  </a:lnTo>
                  <a:lnTo>
                    <a:pt x="2840249" y="3790624"/>
                  </a:lnTo>
                  <a:lnTo>
                    <a:pt x="2840375" y="3790624"/>
                  </a:lnTo>
                  <a:lnTo>
                    <a:pt x="2840501" y="3790624"/>
                  </a:lnTo>
                  <a:lnTo>
                    <a:pt x="2840627" y="3790624"/>
                  </a:lnTo>
                  <a:lnTo>
                    <a:pt x="2841258" y="3790624"/>
                  </a:lnTo>
                  <a:lnTo>
                    <a:pt x="2841510" y="3785345"/>
                  </a:lnTo>
                  <a:lnTo>
                    <a:pt x="2842014" y="3785345"/>
                  </a:lnTo>
                  <a:lnTo>
                    <a:pt x="2842645" y="3785345"/>
                  </a:lnTo>
                  <a:lnTo>
                    <a:pt x="2842771" y="3785345"/>
                  </a:lnTo>
                  <a:lnTo>
                    <a:pt x="2843149" y="3785345"/>
                  </a:lnTo>
                  <a:lnTo>
                    <a:pt x="2843275" y="3785345"/>
                  </a:lnTo>
                  <a:lnTo>
                    <a:pt x="2843527" y="3785345"/>
                  </a:lnTo>
                  <a:lnTo>
                    <a:pt x="2843906" y="3785345"/>
                  </a:lnTo>
                  <a:lnTo>
                    <a:pt x="2844662" y="3780065"/>
                  </a:lnTo>
                  <a:lnTo>
                    <a:pt x="2844788" y="3780065"/>
                  </a:lnTo>
                  <a:lnTo>
                    <a:pt x="2845040" y="3780065"/>
                  </a:lnTo>
                  <a:lnTo>
                    <a:pt x="2845293" y="3780065"/>
                  </a:lnTo>
                  <a:lnTo>
                    <a:pt x="2845797" y="3780065"/>
                  </a:lnTo>
                  <a:lnTo>
                    <a:pt x="2846301" y="3780065"/>
                  </a:lnTo>
                  <a:lnTo>
                    <a:pt x="2847310" y="3780065"/>
                  </a:lnTo>
                  <a:lnTo>
                    <a:pt x="2847436" y="3780065"/>
                  </a:lnTo>
                  <a:lnTo>
                    <a:pt x="2847562" y="3780065"/>
                  </a:lnTo>
                  <a:lnTo>
                    <a:pt x="2847688" y="3780065"/>
                  </a:lnTo>
                  <a:lnTo>
                    <a:pt x="2847941" y="3780065"/>
                  </a:lnTo>
                  <a:lnTo>
                    <a:pt x="2848319" y="3780065"/>
                  </a:lnTo>
                  <a:lnTo>
                    <a:pt x="2848823" y="3780065"/>
                  </a:lnTo>
                  <a:lnTo>
                    <a:pt x="2848949" y="3780065"/>
                  </a:lnTo>
                  <a:lnTo>
                    <a:pt x="2849075" y="3780065"/>
                  </a:lnTo>
                  <a:lnTo>
                    <a:pt x="2849201" y="3780065"/>
                  </a:lnTo>
                  <a:lnTo>
                    <a:pt x="2849454" y="3780065"/>
                  </a:lnTo>
                  <a:lnTo>
                    <a:pt x="2849580" y="3780065"/>
                  </a:lnTo>
                  <a:lnTo>
                    <a:pt x="2849958" y="3780065"/>
                  </a:lnTo>
                  <a:lnTo>
                    <a:pt x="2850714" y="3774786"/>
                  </a:lnTo>
                  <a:lnTo>
                    <a:pt x="2850841" y="3774786"/>
                  </a:lnTo>
                  <a:lnTo>
                    <a:pt x="2851345" y="3769506"/>
                  </a:lnTo>
                  <a:lnTo>
                    <a:pt x="2851471" y="3769506"/>
                  </a:lnTo>
                  <a:lnTo>
                    <a:pt x="2851723" y="3769506"/>
                  </a:lnTo>
                  <a:lnTo>
                    <a:pt x="2851849" y="3769506"/>
                  </a:lnTo>
                  <a:lnTo>
                    <a:pt x="2851975" y="3769506"/>
                  </a:lnTo>
                  <a:lnTo>
                    <a:pt x="2852101" y="3769506"/>
                  </a:lnTo>
                  <a:lnTo>
                    <a:pt x="2852606" y="3764227"/>
                  </a:lnTo>
                  <a:lnTo>
                    <a:pt x="2852732" y="3764227"/>
                  </a:lnTo>
                  <a:lnTo>
                    <a:pt x="2852858" y="3764227"/>
                  </a:lnTo>
                  <a:lnTo>
                    <a:pt x="2853236" y="3764227"/>
                  </a:lnTo>
                  <a:lnTo>
                    <a:pt x="2853362" y="3764227"/>
                  </a:lnTo>
                  <a:lnTo>
                    <a:pt x="2853741" y="3764227"/>
                  </a:lnTo>
                  <a:lnTo>
                    <a:pt x="2853867" y="3764227"/>
                  </a:lnTo>
                  <a:lnTo>
                    <a:pt x="2853993" y="3764227"/>
                  </a:lnTo>
                  <a:lnTo>
                    <a:pt x="2854371" y="3764227"/>
                  </a:lnTo>
                  <a:lnTo>
                    <a:pt x="2855001" y="3764227"/>
                  </a:lnTo>
                  <a:lnTo>
                    <a:pt x="2855254" y="3764227"/>
                  </a:lnTo>
                  <a:lnTo>
                    <a:pt x="2855380" y="3764227"/>
                  </a:lnTo>
                  <a:lnTo>
                    <a:pt x="2855632" y="3764227"/>
                  </a:lnTo>
                  <a:lnTo>
                    <a:pt x="2855758" y="3764227"/>
                  </a:lnTo>
                  <a:lnTo>
                    <a:pt x="2856010" y="3764227"/>
                  </a:lnTo>
                  <a:lnTo>
                    <a:pt x="2856641" y="3758947"/>
                  </a:lnTo>
                  <a:lnTo>
                    <a:pt x="2856893" y="3758947"/>
                  </a:lnTo>
                  <a:lnTo>
                    <a:pt x="2857019" y="3758947"/>
                  </a:lnTo>
                  <a:lnTo>
                    <a:pt x="2857397" y="3758947"/>
                  </a:lnTo>
                  <a:lnTo>
                    <a:pt x="2857523" y="3758947"/>
                  </a:lnTo>
                  <a:lnTo>
                    <a:pt x="2857649" y="3758947"/>
                  </a:lnTo>
                  <a:lnTo>
                    <a:pt x="2857775" y="3758947"/>
                  </a:lnTo>
                  <a:lnTo>
                    <a:pt x="2858028" y="3758947"/>
                  </a:lnTo>
                  <a:lnTo>
                    <a:pt x="2858406" y="3758947"/>
                  </a:lnTo>
                  <a:lnTo>
                    <a:pt x="2858532" y="3758947"/>
                  </a:lnTo>
                  <a:lnTo>
                    <a:pt x="2858784" y="3758947"/>
                  </a:lnTo>
                  <a:lnTo>
                    <a:pt x="2858910" y="3758947"/>
                  </a:lnTo>
                  <a:lnTo>
                    <a:pt x="2859414" y="3758947"/>
                  </a:lnTo>
                  <a:lnTo>
                    <a:pt x="2859667" y="3758947"/>
                  </a:lnTo>
                  <a:lnTo>
                    <a:pt x="2860045" y="3758947"/>
                  </a:lnTo>
                  <a:lnTo>
                    <a:pt x="2860297" y="3758947"/>
                  </a:lnTo>
                  <a:lnTo>
                    <a:pt x="2860675" y="3758947"/>
                  </a:lnTo>
                  <a:lnTo>
                    <a:pt x="2860801" y="3758947"/>
                  </a:lnTo>
                  <a:lnTo>
                    <a:pt x="2860928" y="3758947"/>
                  </a:lnTo>
                  <a:lnTo>
                    <a:pt x="2861180" y="3758947"/>
                  </a:lnTo>
                  <a:lnTo>
                    <a:pt x="2861684" y="3758947"/>
                  </a:lnTo>
                  <a:lnTo>
                    <a:pt x="2861810" y="3758947"/>
                  </a:lnTo>
                  <a:lnTo>
                    <a:pt x="2862314" y="3758947"/>
                  </a:lnTo>
                  <a:lnTo>
                    <a:pt x="2862567" y="3758947"/>
                  </a:lnTo>
                  <a:lnTo>
                    <a:pt x="2862819" y="3758947"/>
                  </a:lnTo>
                  <a:lnTo>
                    <a:pt x="2862945" y="3758947"/>
                  </a:lnTo>
                  <a:lnTo>
                    <a:pt x="2863071" y="3758947"/>
                  </a:lnTo>
                  <a:lnTo>
                    <a:pt x="2863575" y="3758947"/>
                  </a:lnTo>
                  <a:lnTo>
                    <a:pt x="2863828" y="3753668"/>
                  </a:lnTo>
                  <a:lnTo>
                    <a:pt x="2864332" y="3753668"/>
                  </a:lnTo>
                  <a:lnTo>
                    <a:pt x="2864584" y="3753668"/>
                  </a:lnTo>
                  <a:lnTo>
                    <a:pt x="2864710" y="3753668"/>
                  </a:lnTo>
                  <a:lnTo>
                    <a:pt x="2864836" y="3753668"/>
                  </a:lnTo>
                  <a:lnTo>
                    <a:pt x="2865088" y="3753668"/>
                  </a:lnTo>
                  <a:lnTo>
                    <a:pt x="2865215" y="3753668"/>
                  </a:lnTo>
                  <a:lnTo>
                    <a:pt x="2865467" y="3753668"/>
                  </a:lnTo>
                  <a:lnTo>
                    <a:pt x="2865845" y="3753668"/>
                  </a:lnTo>
                  <a:lnTo>
                    <a:pt x="2866980" y="3753668"/>
                  </a:lnTo>
                  <a:lnTo>
                    <a:pt x="2867106" y="3753668"/>
                  </a:lnTo>
                  <a:lnTo>
                    <a:pt x="2867232" y="3753668"/>
                  </a:lnTo>
                  <a:lnTo>
                    <a:pt x="2867862" y="3753668"/>
                  </a:lnTo>
                  <a:lnTo>
                    <a:pt x="2868619" y="3753668"/>
                  </a:lnTo>
                  <a:lnTo>
                    <a:pt x="2869123" y="3748389"/>
                  </a:lnTo>
                  <a:lnTo>
                    <a:pt x="2869123" y="3743109"/>
                  </a:lnTo>
                  <a:lnTo>
                    <a:pt x="2869501" y="3743109"/>
                  </a:lnTo>
                  <a:lnTo>
                    <a:pt x="2869628" y="3743109"/>
                  </a:lnTo>
                  <a:lnTo>
                    <a:pt x="2869754" y="3743109"/>
                  </a:lnTo>
                  <a:lnTo>
                    <a:pt x="2870258" y="3743109"/>
                  </a:lnTo>
                  <a:lnTo>
                    <a:pt x="2870762" y="3743109"/>
                  </a:lnTo>
                  <a:lnTo>
                    <a:pt x="2871015" y="3743109"/>
                  </a:lnTo>
                  <a:lnTo>
                    <a:pt x="2871267" y="3743109"/>
                  </a:lnTo>
                  <a:lnTo>
                    <a:pt x="2872402" y="3743109"/>
                  </a:lnTo>
                  <a:lnTo>
                    <a:pt x="2872528" y="3743109"/>
                  </a:lnTo>
                  <a:lnTo>
                    <a:pt x="2872780" y="3743109"/>
                  </a:lnTo>
                  <a:lnTo>
                    <a:pt x="2873032" y="3743109"/>
                  </a:lnTo>
                  <a:lnTo>
                    <a:pt x="2873662" y="3743109"/>
                  </a:lnTo>
                  <a:lnTo>
                    <a:pt x="2873788" y="3743109"/>
                  </a:lnTo>
                  <a:lnTo>
                    <a:pt x="2874041" y="3743109"/>
                  </a:lnTo>
                  <a:lnTo>
                    <a:pt x="2874923" y="3743109"/>
                  </a:lnTo>
                  <a:lnTo>
                    <a:pt x="2875049" y="3743109"/>
                  </a:lnTo>
                  <a:lnTo>
                    <a:pt x="2875554" y="3743109"/>
                  </a:lnTo>
                  <a:lnTo>
                    <a:pt x="2875680" y="3743109"/>
                  </a:lnTo>
                  <a:lnTo>
                    <a:pt x="2876310" y="3743109"/>
                  </a:lnTo>
                  <a:lnTo>
                    <a:pt x="2876688" y="3743109"/>
                  </a:lnTo>
                  <a:lnTo>
                    <a:pt x="2876815" y="3743109"/>
                  </a:lnTo>
                  <a:lnTo>
                    <a:pt x="2878202" y="3743109"/>
                  </a:lnTo>
                  <a:lnTo>
                    <a:pt x="2878328" y="3743109"/>
                  </a:lnTo>
                  <a:lnTo>
                    <a:pt x="2878580" y="3743109"/>
                  </a:lnTo>
                  <a:lnTo>
                    <a:pt x="2878706" y="3743109"/>
                  </a:lnTo>
                  <a:lnTo>
                    <a:pt x="2878958" y="3743109"/>
                  </a:lnTo>
                  <a:lnTo>
                    <a:pt x="2879210" y="3743109"/>
                  </a:lnTo>
                  <a:lnTo>
                    <a:pt x="2879589" y="3743109"/>
                  </a:lnTo>
                  <a:lnTo>
                    <a:pt x="2879715" y="3743109"/>
                  </a:lnTo>
                  <a:lnTo>
                    <a:pt x="2879841" y="3743109"/>
                  </a:lnTo>
                  <a:lnTo>
                    <a:pt x="2880471" y="3743109"/>
                  </a:lnTo>
                  <a:lnTo>
                    <a:pt x="2881354" y="3743109"/>
                  </a:lnTo>
                  <a:lnTo>
                    <a:pt x="2881606" y="3737830"/>
                  </a:lnTo>
                  <a:lnTo>
                    <a:pt x="2882110" y="3737830"/>
                  </a:lnTo>
                  <a:lnTo>
                    <a:pt x="2882362" y="3737830"/>
                  </a:lnTo>
                  <a:lnTo>
                    <a:pt x="2882489" y="3737830"/>
                  </a:lnTo>
                  <a:lnTo>
                    <a:pt x="2882615" y="3737830"/>
                  </a:lnTo>
                  <a:lnTo>
                    <a:pt x="2883119" y="3732550"/>
                  </a:lnTo>
                  <a:lnTo>
                    <a:pt x="2883371" y="3732550"/>
                  </a:lnTo>
                  <a:lnTo>
                    <a:pt x="2883497" y="3732550"/>
                  </a:lnTo>
                  <a:lnTo>
                    <a:pt x="2883623" y="3732550"/>
                  </a:lnTo>
                  <a:lnTo>
                    <a:pt x="2884002" y="3732550"/>
                  </a:lnTo>
                  <a:lnTo>
                    <a:pt x="2884380" y="3732550"/>
                  </a:lnTo>
                  <a:lnTo>
                    <a:pt x="2884506" y="3732550"/>
                  </a:lnTo>
                  <a:lnTo>
                    <a:pt x="2884632" y="3732550"/>
                  </a:lnTo>
                  <a:lnTo>
                    <a:pt x="2885262" y="3732550"/>
                  </a:lnTo>
                  <a:lnTo>
                    <a:pt x="2885515" y="3732550"/>
                  </a:lnTo>
                  <a:lnTo>
                    <a:pt x="2885893" y="3732550"/>
                  </a:lnTo>
                  <a:lnTo>
                    <a:pt x="2886019" y="3732550"/>
                  </a:lnTo>
                  <a:lnTo>
                    <a:pt x="2886145" y="3732550"/>
                  </a:lnTo>
                  <a:lnTo>
                    <a:pt x="2886523" y="3732550"/>
                  </a:lnTo>
                  <a:lnTo>
                    <a:pt x="2886649" y="3732550"/>
                  </a:lnTo>
                  <a:lnTo>
                    <a:pt x="2886775" y="3732550"/>
                  </a:lnTo>
                  <a:lnTo>
                    <a:pt x="2887028" y="3732550"/>
                  </a:lnTo>
                  <a:lnTo>
                    <a:pt x="2887154" y="3732550"/>
                  </a:lnTo>
                  <a:lnTo>
                    <a:pt x="2887532" y="3732550"/>
                  </a:lnTo>
                  <a:lnTo>
                    <a:pt x="2887910" y="3732550"/>
                  </a:lnTo>
                  <a:lnTo>
                    <a:pt x="2888036" y="3732550"/>
                  </a:lnTo>
                  <a:lnTo>
                    <a:pt x="2888162" y="3732550"/>
                  </a:lnTo>
                  <a:lnTo>
                    <a:pt x="2888289" y="3732550"/>
                  </a:lnTo>
                  <a:lnTo>
                    <a:pt x="2888415" y="3732550"/>
                  </a:lnTo>
                  <a:lnTo>
                    <a:pt x="2888541" y="3732550"/>
                  </a:lnTo>
                  <a:lnTo>
                    <a:pt x="2888919" y="3732550"/>
                  </a:lnTo>
                  <a:lnTo>
                    <a:pt x="2889297" y="3732550"/>
                  </a:lnTo>
                  <a:lnTo>
                    <a:pt x="2889423" y="3732550"/>
                  </a:lnTo>
                  <a:lnTo>
                    <a:pt x="2889676" y="3732550"/>
                  </a:lnTo>
                  <a:lnTo>
                    <a:pt x="2889928" y="3732550"/>
                  </a:lnTo>
                  <a:lnTo>
                    <a:pt x="2890054" y="3732550"/>
                  </a:lnTo>
                  <a:lnTo>
                    <a:pt x="2890306" y="3727271"/>
                  </a:lnTo>
                  <a:lnTo>
                    <a:pt x="2890432" y="3727271"/>
                  </a:lnTo>
                  <a:lnTo>
                    <a:pt x="2890684" y="3727271"/>
                  </a:lnTo>
                  <a:lnTo>
                    <a:pt x="2890810" y="3727271"/>
                  </a:lnTo>
                  <a:lnTo>
                    <a:pt x="2890936" y="3727271"/>
                  </a:lnTo>
                  <a:lnTo>
                    <a:pt x="2891062" y="3727271"/>
                  </a:lnTo>
                  <a:lnTo>
                    <a:pt x="2891189" y="3727271"/>
                  </a:lnTo>
                  <a:lnTo>
                    <a:pt x="2891315" y="3727271"/>
                  </a:lnTo>
                  <a:lnTo>
                    <a:pt x="2891441" y="3727271"/>
                  </a:lnTo>
                  <a:lnTo>
                    <a:pt x="2891945" y="3727271"/>
                  </a:lnTo>
                  <a:lnTo>
                    <a:pt x="2892071" y="3727271"/>
                  </a:lnTo>
                  <a:lnTo>
                    <a:pt x="2892576" y="3727271"/>
                  </a:lnTo>
                  <a:lnTo>
                    <a:pt x="2892954" y="3727271"/>
                  </a:lnTo>
                  <a:lnTo>
                    <a:pt x="2893206" y="3727271"/>
                  </a:lnTo>
                  <a:lnTo>
                    <a:pt x="2893332" y="3727271"/>
                  </a:lnTo>
                  <a:lnTo>
                    <a:pt x="2893584" y="3727271"/>
                  </a:lnTo>
                  <a:lnTo>
                    <a:pt x="2893710" y="3727271"/>
                  </a:lnTo>
                  <a:lnTo>
                    <a:pt x="2894089" y="3727271"/>
                  </a:lnTo>
                  <a:lnTo>
                    <a:pt x="2894593" y="3727271"/>
                  </a:lnTo>
                  <a:lnTo>
                    <a:pt x="2894719" y="3727271"/>
                  </a:lnTo>
                  <a:lnTo>
                    <a:pt x="2895854" y="3727271"/>
                  </a:lnTo>
                  <a:lnTo>
                    <a:pt x="2895980" y="3727271"/>
                  </a:lnTo>
                  <a:lnTo>
                    <a:pt x="2896106" y="3727271"/>
                  </a:lnTo>
                  <a:lnTo>
                    <a:pt x="2896232" y="3727271"/>
                  </a:lnTo>
                  <a:lnTo>
                    <a:pt x="2896863" y="3727271"/>
                  </a:lnTo>
                  <a:lnTo>
                    <a:pt x="2896989" y="3727271"/>
                  </a:lnTo>
                  <a:lnTo>
                    <a:pt x="2897115" y="3727271"/>
                  </a:lnTo>
                  <a:lnTo>
                    <a:pt x="2897241" y="3727271"/>
                  </a:lnTo>
                  <a:lnTo>
                    <a:pt x="2897367" y="3727271"/>
                  </a:lnTo>
                  <a:lnTo>
                    <a:pt x="2898123" y="3727271"/>
                  </a:lnTo>
                  <a:lnTo>
                    <a:pt x="2898628" y="3727271"/>
                  </a:lnTo>
                  <a:lnTo>
                    <a:pt x="2898754" y="3727271"/>
                  </a:lnTo>
                  <a:lnTo>
                    <a:pt x="2898880" y="3727271"/>
                  </a:lnTo>
                  <a:lnTo>
                    <a:pt x="2899006" y="3727271"/>
                  </a:lnTo>
                  <a:lnTo>
                    <a:pt x="2899258" y="3727271"/>
                  </a:lnTo>
                  <a:lnTo>
                    <a:pt x="2899510" y="3727271"/>
                  </a:lnTo>
                  <a:lnTo>
                    <a:pt x="2899889" y="3727271"/>
                  </a:lnTo>
                  <a:lnTo>
                    <a:pt x="2900015" y="3727271"/>
                  </a:lnTo>
                  <a:lnTo>
                    <a:pt x="2900141" y="3727271"/>
                  </a:lnTo>
                  <a:lnTo>
                    <a:pt x="2900267" y="3727271"/>
                  </a:lnTo>
                  <a:lnTo>
                    <a:pt x="2900897" y="3727271"/>
                  </a:lnTo>
                  <a:lnTo>
                    <a:pt x="2901149" y="3727271"/>
                  </a:lnTo>
                  <a:lnTo>
                    <a:pt x="2901276" y="3727271"/>
                  </a:lnTo>
                  <a:lnTo>
                    <a:pt x="2901402" y="3727271"/>
                  </a:lnTo>
                  <a:lnTo>
                    <a:pt x="2901654" y="3727271"/>
                  </a:lnTo>
                  <a:lnTo>
                    <a:pt x="2901780" y="3727271"/>
                  </a:lnTo>
                  <a:lnTo>
                    <a:pt x="2901906" y="3727271"/>
                  </a:lnTo>
                  <a:lnTo>
                    <a:pt x="2902284" y="3727271"/>
                  </a:lnTo>
                  <a:lnTo>
                    <a:pt x="2902915" y="3727271"/>
                  </a:lnTo>
                  <a:lnTo>
                    <a:pt x="2903167" y="3727271"/>
                  </a:lnTo>
                  <a:lnTo>
                    <a:pt x="2903293" y="3727271"/>
                  </a:lnTo>
                  <a:lnTo>
                    <a:pt x="2903419" y="3727271"/>
                  </a:lnTo>
                  <a:lnTo>
                    <a:pt x="2903797" y="3727271"/>
                  </a:lnTo>
                  <a:lnTo>
                    <a:pt x="2903923" y="3727271"/>
                  </a:lnTo>
                  <a:lnTo>
                    <a:pt x="2904050" y="3727271"/>
                  </a:lnTo>
                  <a:lnTo>
                    <a:pt x="2904176" y="3727271"/>
                  </a:lnTo>
                  <a:lnTo>
                    <a:pt x="2904302" y="3727271"/>
                  </a:lnTo>
                  <a:lnTo>
                    <a:pt x="2904554" y="3727271"/>
                  </a:lnTo>
                  <a:lnTo>
                    <a:pt x="2904680" y="3727271"/>
                  </a:lnTo>
                  <a:lnTo>
                    <a:pt x="2905058" y="3727271"/>
                  </a:lnTo>
                  <a:lnTo>
                    <a:pt x="2905310" y="3727271"/>
                  </a:lnTo>
                  <a:lnTo>
                    <a:pt x="2905563" y="3727271"/>
                  </a:lnTo>
                  <a:lnTo>
                    <a:pt x="2906193" y="3727271"/>
                  </a:lnTo>
                  <a:lnTo>
                    <a:pt x="2906445" y="3727271"/>
                  </a:lnTo>
                  <a:lnTo>
                    <a:pt x="2906823" y="3727271"/>
                  </a:lnTo>
                  <a:lnTo>
                    <a:pt x="2906950" y="3727271"/>
                  </a:lnTo>
                  <a:lnTo>
                    <a:pt x="2907076" y="3727271"/>
                  </a:lnTo>
                  <a:lnTo>
                    <a:pt x="2907202" y="3727271"/>
                  </a:lnTo>
                  <a:lnTo>
                    <a:pt x="2907328" y="3727271"/>
                  </a:lnTo>
                  <a:lnTo>
                    <a:pt x="2907958" y="3727271"/>
                  </a:lnTo>
                  <a:lnTo>
                    <a:pt x="2908084" y="3727271"/>
                  </a:lnTo>
                  <a:lnTo>
                    <a:pt x="2908210" y="3727271"/>
                  </a:lnTo>
                  <a:lnTo>
                    <a:pt x="2908336" y="3727271"/>
                  </a:lnTo>
                  <a:lnTo>
                    <a:pt x="2908589" y="3727271"/>
                  </a:lnTo>
                  <a:lnTo>
                    <a:pt x="2908715" y="3721992"/>
                  </a:lnTo>
                  <a:lnTo>
                    <a:pt x="2909093" y="3721992"/>
                  </a:lnTo>
                  <a:lnTo>
                    <a:pt x="2909219" y="3721992"/>
                  </a:lnTo>
                  <a:lnTo>
                    <a:pt x="2909597" y="3721992"/>
                  </a:lnTo>
                  <a:lnTo>
                    <a:pt x="2909976" y="3721992"/>
                  </a:lnTo>
                  <a:lnTo>
                    <a:pt x="2910102" y="3721992"/>
                  </a:lnTo>
                  <a:lnTo>
                    <a:pt x="2910228" y="3721992"/>
                  </a:lnTo>
                  <a:lnTo>
                    <a:pt x="2910354" y="3721992"/>
                  </a:lnTo>
                  <a:lnTo>
                    <a:pt x="2910732" y="3716712"/>
                  </a:lnTo>
                  <a:lnTo>
                    <a:pt x="2910984" y="3716712"/>
                  </a:lnTo>
                  <a:lnTo>
                    <a:pt x="2911236" y="3716712"/>
                  </a:lnTo>
                  <a:lnTo>
                    <a:pt x="2911993" y="3716712"/>
                  </a:lnTo>
                  <a:lnTo>
                    <a:pt x="2912119" y="3716712"/>
                  </a:lnTo>
                  <a:lnTo>
                    <a:pt x="2912245" y="3716712"/>
                  </a:lnTo>
                  <a:lnTo>
                    <a:pt x="2912623" y="3716712"/>
                  </a:lnTo>
                  <a:lnTo>
                    <a:pt x="2912876" y="3716712"/>
                  </a:lnTo>
                  <a:lnTo>
                    <a:pt x="2913002" y="3716712"/>
                  </a:lnTo>
                  <a:lnTo>
                    <a:pt x="2913380" y="3716712"/>
                  </a:lnTo>
                  <a:lnTo>
                    <a:pt x="2913506" y="3716712"/>
                  </a:lnTo>
                  <a:lnTo>
                    <a:pt x="2914137" y="3716712"/>
                  </a:lnTo>
                  <a:lnTo>
                    <a:pt x="2914263" y="3716712"/>
                  </a:lnTo>
                  <a:lnTo>
                    <a:pt x="2914389" y="3716712"/>
                  </a:lnTo>
                  <a:lnTo>
                    <a:pt x="2914641" y="3711433"/>
                  </a:lnTo>
                  <a:lnTo>
                    <a:pt x="2915776" y="3711433"/>
                  </a:lnTo>
                  <a:lnTo>
                    <a:pt x="2916028" y="3711433"/>
                  </a:lnTo>
                  <a:lnTo>
                    <a:pt x="2916154" y="3711433"/>
                  </a:lnTo>
                  <a:lnTo>
                    <a:pt x="2916280" y="3711433"/>
                  </a:lnTo>
                  <a:lnTo>
                    <a:pt x="2916658" y="3711433"/>
                  </a:lnTo>
                  <a:lnTo>
                    <a:pt x="2916784" y="3711433"/>
                  </a:lnTo>
                  <a:lnTo>
                    <a:pt x="2916910" y="3711433"/>
                  </a:lnTo>
                  <a:lnTo>
                    <a:pt x="2917037" y="3711433"/>
                  </a:lnTo>
                  <a:lnTo>
                    <a:pt x="2917163" y="3711433"/>
                  </a:lnTo>
                  <a:lnTo>
                    <a:pt x="2918045" y="3711433"/>
                  </a:lnTo>
                  <a:lnTo>
                    <a:pt x="2918171" y="3711433"/>
                  </a:lnTo>
                  <a:lnTo>
                    <a:pt x="2918297" y="3711433"/>
                  </a:lnTo>
                  <a:lnTo>
                    <a:pt x="2919432" y="3711433"/>
                  </a:lnTo>
                  <a:lnTo>
                    <a:pt x="2919810" y="3711433"/>
                  </a:lnTo>
                  <a:lnTo>
                    <a:pt x="2919937" y="3711433"/>
                  </a:lnTo>
                  <a:lnTo>
                    <a:pt x="2920063" y="3711433"/>
                  </a:lnTo>
                  <a:lnTo>
                    <a:pt x="2920189" y="3711433"/>
                  </a:lnTo>
                  <a:lnTo>
                    <a:pt x="2920315" y="3711433"/>
                  </a:lnTo>
                  <a:lnTo>
                    <a:pt x="2920441" y="3711433"/>
                  </a:lnTo>
                  <a:lnTo>
                    <a:pt x="2920567" y="3711433"/>
                  </a:lnTo>
                  <a:lnTo>
                    <a:pt x="2920693" y="3711433"/>
                  </a:lnTo>
                  <a:lnTo>
                    <a:pt x="2920945" y="3711433"/>
                  </a:lnTo>
                  <a:lnTo>
                    <a:pt x="2921071" y="3711433"/>
                  </a:lnTo>
                  <a:lnTo>
                    <a:pt x="2921197" y="3711433"/>
                  </a:lnTo>
                  <a:lnTo>
                    <a:pt x="2921450" y="3711433"/>
                  </a:lnTo>
                  <a:lnTo>
                    <a:pt x="2921954" y="3711433"/>
                  </a:lnTo>
                  <a:lnTo>
                    <a:pt x="2922332" y="3711433"/>
                  </a:lnTo>
                  <a:lnTo>
                    <a:pt x="2922710" y="3711433"/>
                  </a:lnTo>
                  <a:lnTo>
                    <a:pt x="2923089" y="3711433"/>
                  </a:lnTo>
                  <a:lnTo>
                    <a:pt x="2923215" y="3711433"/>
                  </a:lnTo>
                  <a:lnTo>
                    <a:pt x="2923341" y="3711433"/>
                  </a:lnTo>
                  <a:lnTo>
                    <a:pt x="2923593" y="3711433"/>
                  </a:lnTo>
                  <a:lnTo>
                    <a:pt x="2923845" y="3711433"/>
                  </a:lnTo>
                  <a:lnTo>
                    <a:pt x="2924097" y="3711433"/>
                  </a:lnTo>
                  <a:lnTo>
                    <a:pt x="2924728" y="3711433"/>
                  </a:lnTo>
                  <a:lnTo>
                    <a:pt x="2924980" y="3711433"/>
                  </a:lnTo>
                  <a:lnTo>
                    <a:pt x="2925106" y="3711433"/>
                  </a:lnTo>
                  <a:lnTo>
                    <a:pt x="2925737" y="3711433"/>
                  </a:lnTo>
                  <a:lnTo>
                    <a:pt x="2925863" y="3711433"/>
                  </a:lnTo>
                  <a:lnTo>
                    <a:pt x="2926115" y="3711433"/>
                  </a:lnTo>
                  <a:lnTo>
                    <a:pt x="2926241" y="3711433"/>
                  </a:lnTo>
                  <a:lnTo>
                    <a:pt x="2926367" y="3711433"/>
                  </a:lnTo>
                  <a:lnTo>
                    <a:pt x="2926493" y="3711433"/>
                  </a:lnTo>
                  <a:lnTo>
                    <a:pt x="2926997" y="3711433"/>
                  </a:lnTo>
                  <a:lnTo>
                    <a:pt x="2927124" y="3711433"/>
                  </a:lnTo>
                  <a:lnTo>
                    <a:pt x="2927250" y="3711433"/>
                  </a:lnTo>
                  <a:lnTo>
                    <a:pt x="2927376" y="3711433"/>
                  </a:lnTo>
                  <a:lnTo>
                    <a:pt x="2927502" y="3711433"/>
                  </a:lnTo>
                  <a:lnTo>
                    <a:pt x="2927628" y="3711433"/>
                  </a:lnTo>
                  <a:lnTo>
                    <a:pt x="2927754" y="3711433"/>
                  </a:lnTo>
                  <a:lnTo>
                    <a:pt x="2928258" y="3711433"/>
                  </a:lnTo>
                  <a:lnTo>
                    <a:pt x="2928384" y="3711433"/>
                  </a:lnTo>
                  <a:lnTo>
                    <a:pt x="2928889" y="3706153"/>
                  </a:lnTo>
                  <a:lnTo>
                    <a:pt x="2929141" y="3706153"/>
                  </a:lnTo>
                  <a:lnTo>
                    <a:pt x="2929267" y="3706153"/>
                  </a:lnTo>
                  <a:lnTo>
                    <a:pt x="2929393" y="3706153"/>
                  </a:lnTo>
                  <a:lnTo>
                    <a:pt x="2929519" y="3706153"/>
                  </a:lnTo>
                  <a:lnTo>
                    <a:pt x="2929645" y="3706153"/>
                  </a:lnTo>
                  <a:lnTo>
                    <a:pt x="2929771" y="3706153"/>
                  </a:lnTo>
                  <a:lnTo>
                    <a:pt x="2929897" y="3700874"/>
                  </a:lnTo>
                  <a:lnTo>
                    <a:pt x="2930024" y="3700874"/>
                  </a:lnTo>
                  <a:lnTo>
                    <a:pt x="2930150" y="3700874"/>
                  </a:lnTo>
                  <a:lnTo>
                    <a:pt x="2930654" y="3700874"/>
                  </a:lnTo>
                  <a:lnTo>
                    <a:pt x="2930780" y="3700874"/>
                  </a:lnTo>
                  <a:lnTo>
                    <a:pt x="2931032" y="3700874"/>
                  </a:lnTo>
                  <a:lnTo>
                    <a:pt x="2931411" y="3700874"/>
                  </a:lnTo>
                  <a:lnTo>
                    <a:pt x="2931915" y="3700874"/>
                  </a:lnTo>
                  <a:lnTo>
                    <a:pt x="2932041" y="3700874"/>
                  </a:lnTo>
                  <a:lnTo>
                    <a:pt x="2933428" y="3700874"/>
                  </a:lnTo>
                  <a:lnTo>
                    <a:pt x="2933554" y="3700874"/>
                  </a:lnTo>
                  <a:lnTo>
                    <a:pt x="2933932" y="3700874"/>
                  </a:lnTo>
                  <a:lnTo>
                    <a:pt x="2934058" y="3700874"/>
                  </a:lnTo>
                  <a:lnTo>
                    <a:pt x="2934563" y="3700874"/>
                  </a:lnTo>
                  <a:lnTo>
                    <a:pt x="2935193" y="3700874"/>
                  </a:lnTo>
                  <a:lnTo>
                    <a:pt x="2935319" y="3700874"/>
                  </a:lnTo>
                  <a:lnTo>
                    <a:pt x="2935445" y="3700874"/>
                  </a:lnTo>
                  <a:lnTo>
                    <a:pt x="2935950" y="3700874"/>
                  </a:lnTo>
                  <a:lnTo>
                    <a:pt x="2936076" y="3700874"/>
                  </a:lnTo>
                  <a:lnTo>
                    <a:pt x="2936202" y="3700874"/>
                  </a:lnTo>
                  <a:lnTo>
                    <a:pt x="2936706" y="3700874"/>
                  </a:lnTo>
                  <a:lnTo>
                    <a:pt x="2936832" y="3700874"/>
                  </a:lnTo>
                  <a:lnTo>
                    <a:pt x="2936958" y="3700874"/>
                  </a:lnTo>
                  <a:lnTo>
                    <a:pt x="2937084" y="3700874"/>
                  </a:lnTo>
                  <a:lnTo>
                    <a:pt x="2937211" y="3700874"/>
                  </a:lnTo>
                  <a:lnTo>
                    <a:pt x="2937463" y="3700874"/>
                  </a:lnTo>
                  <a:lnTo>
                    <a:pt x="2938093" y="3700874"/>
                  </a:lnTo>
                  <a:lnTo>
                    <a:pt x="2938219" y="3700874"/>
                  </a:lnTo>
                  <a:lnTo>
                    <a:pt x="2938345" y="3700874"/>
                  </a:lnTo>
                  <a:lnTo>
                    <a:pt x="2938724" y="3700874"/>
                  </a:lnTo>
                  <a:lnTo>
                    <a:pt x="2938850" y="3700874"/>
                  </a:lnTo>
                  <a:lnTo>
                    <a:pt x="2939354" y="3700874"/>
                  </a:lnTo>
                  <a:lnTo>
                    <a:pt x="2939480" y="3695594"/>
                  </a:lnTo>
                  <a:lnTo>
                    <a:pt x="2939858" y="3695594"/>
                  </a:lnTo>
                  <a:lnTo>
                    <a:pt x="2940489" y="3695594"/>
                  </a:lnTo>
                  <a:lnTo>
                    <a:pt x="2940615" y="3695594"/>
                  </a:lnTo>
                  <a:lnTo>
                    <a:pt x="2940741" y="3695594"/>
                  </a:lnTo>
                  <a:lnTo>
                    <a:pt x="2940867" y="3695594"/>
                  </a:lnTo>
                  <a:lnTo>
                    <a:pt x="2941371" y="3690315"/>
                  </a:lnTo>
                  <a:lnTo>
                    <a:pt x="2942002" y="3690315"/>
                  </a:lnTo>
                  <a:lnTo>
                    <a:pt x="2942128" y="3690315"/>
                  </a:lnTo>
                  <a:lnTo>
                    <a:pt x="2942254" y="3690315"/>
                  </a:lnTo>
                  <a:lnTo>
                    <a:pt x="2942380" y="3690315"/>
                  </a:lnTo>
                  <a:lnTo>
                    <a:pt x="2942506" y="3690315"/>
                  </a:lnTo>
                  <a:lnTo>
                    <a:pt x="2942758" y="3690315"/>
                  </a:lnTo>
                  <a:lnTo>
                    <a:pt x="2942884" y="3690315"/>
                  </a:lnTo>
                  <a:lnTo>
                    <a:pt x="2943263" y="3690315"/>
                  </a:lnTo>
                  <a:lnTo>
                    <a:pt x="2943389" y="3690315"/>
                  </a:lnTo>
                  <a:lnTo>
                    <a:pt x="2943515" y="3690315"/>
                  </a:lnTo>
                  <a:lnTo>
                    <a:pt x="2943641" y="3690315"/>
                  </a:lnTo>
                  <a:lnTo>
                    <a:pt x="2944524" y="3690315"/>
                  </a:lnTo>
                  <a:lnTo>
                    <a:pt x="2944650" y="3690315"/>
                  </a:lnTo>
                  <a:lnTo>
                    <a:pt x="2944776" y="3690315"/>
                  </a:lnTo>
                  <a:lnTo>
                    <a:pt x="2944902" y="3690315"/>
                  </a:lnTo>
                  <a:lnTo>
                    <a:pt x="2945280" y="3690315"/>
                  </a:lnTo>
                  <a:lnTo>
                    <a:pt x="2945406" y="3690315"/>
                  </a:lnTo>
                  <a:lnTo>
                    <a:pt x="2946037" y="3690315"/>
                  </a:lnTo>
                  <a:lnTo>
                    <a:pt x="2946163" y="3690315"/>
                  </a:lnTo>
                  <a:lnTo>
                    <a:pt x="2946541" y="3690315"/>
                  </a:lnTo>
                  <a:lnTo>
                    <a:pt x="2946667" y="3690315"/>
                  </a:lnTo>
                  <a:lnTo>
                    <a:pt x="2947424" y="3685036"/>
                  </a:lnTo>
                  <a:lnTo>
                    <a:pt x="2947550" y="3685036"/>
                  </a:lnTo>
                  <a:lnTo>
                    <a:pt x="2947676" y="3685036"/>
                  </a:lnTo>
                  <a:lnTo>
                    <a:pt x="2948054" y="3685036"/>
                  </a:lnTo>
                  <a:lnTo>
                    <a:pt x="2948180" y="3685036"/>
                  </a:lnTo>
                  <a:lnTo>
                    <a:pt x="2948306" y="3685036"/>
                  </a:lnTo>
                  <a:lnTo>
                    <a:pt x="2948432" y="3685036"/>
                  </a:lnTo>
                  <a:lnTo>
                    <a:pt x="2948685" y="3685036"/>
                  </a:lnTo>
                  <a:lnTo>
                    <a:pt x="2948937" y="3685036"/>
                  </a:lnTo>
                  <a:lnTo>
                    <a:pt x="2949189" y="3685036"/>
                  </a:lnTo>
                  <a:lnTo>
                    <a:pt x="2949441" y="3685036"/>
                  </a:lnTo>
                  <a:lnTo>
                    <a:pt x="2949567" y="3685036"/>
                  </a:lnTo>
                  <a:lnTo>
                    <a:pt x="2949819" y="3685036"/>
                  </a:lnTo>
                  <a:lnTo>
                    <a:pt x="2950324" y="3685036"/>
                  </a:lnTo>
                  <a:lnTo>
                    <a:pt x="2950576" y="3685036"/>
                  </a:lnTo>
                  <a:lnTo>
                    <a:pt x="2951332" y="3685036"/>
                  </a:lnTo>
                  <a:lnTo>
                    <a:pt x="2951711" y="3685036"/>
                  </a:lnTo>
                  <a:lnTo>
                    <a:pt x="2951837" y="3685036"/>
                  </a:lnTo>
                  <a:lnTo>
                    <a:pt x="2952089" y="3679756"/>
                  </a:lnTo>
                  <a:lnTo>
                    <a:pt x="2952971" y="3679756"/>
                  </a:lnTo>
                  <a:lnTo>
                    <a:pt x="2953350" y="3679756"/>
                  </a:lnTo>
                  <a:lnTo>
                    <a:pt x="2953602" y="3679756"/>
                  </a:lnTo>
                  <a:lnTo>
                    <a:pt x="2953854" y="3679756"/>
                  </a:lnTo>
                  <a:lnTo>
                    <a:pt x="2953980" y="3679756"/>
                  </a:lnTo>
                  <a:lnTo>
                    <a:pt x="2954737" y="3679756"/>
                  </a:lnTo>
                  <a:lnTo>
                    <a:pt x="2955367" y="3679756"/>
                  </a:lnTo>
                  <a:lnTo>
                    <a:pt x="2955619" y="3679756"/>
                  </a:lnTo>
                  <a:lnTo>
                    <a:pt x="2955872" y="3679756"/>
                  </a:lnTo>
                  <a:lnTo>
                    <a:pt x="2955998" y="3679756"/>
                  </a:lnTo>
                  <a:lnTo>
                    <a:pt x="2956124" y="3679756"/>
                  </a:lnTo>
                  <a:lnTo>
                    <a:pt x="2956124" y="3674477"/>
                  </a:lnTo>
                  <a:lnTo>
                    <a:pt x="2956376" y="3674477"/>
                  </a:lnTo>
                  <a:lnTo>
                    <a:pt x="2956754" y="3674477"/>
                  </a:lnTo>
                  <a:lnTo>
                    <a:pt x="2956880" y="3674477"/>
                  </a:lnTo>
                  <a:lnTo>
                    <a:pt x="2957006" y="3674477"/>
                  </a:lnTo>
                  <a:lnTo>
                    <a:pt x="2957511" y="3674477"/>
                  </a:lnTo>
                  <a:lnTo>
                    <a:pt x="2958015" y="3674477"/>
                  </a:lnTo>
                  <a:lnTo>
                    <a:pt x="2958141" y="3674477"/>
                  </a:lnTo>
                  <a:lnTo>
                    <a:pt x="2958645" y="3663918"/>
                  </a:lnTo>
                  <a:lnTo>
                    <a:pt x="2959402" y="3663918"/>
                  </a:lnTo>
                  <a:lnTo>
                    <a:pt x="2959528" y="3663918"/>
                  </a:lnTo>
                  <a:lnTo>
                    <a:pt x="2959654" y="3663918"/>
                  </a:lnTo>
                  <a:lnTo>
                    <a:pt x="2960032" y="3663918"/>
                  </a:lnTo>
                  <a:lnTo>
                    <a:pt x="2960537" y="3663918"/>
                  </a:lnTo>
                  <a:lnTo>
                    <a:pt x="2960663" y="3663918"/>
                  </a:lnTo>
                  <a:lnTo>
                    <a:pt x="2961419" y="3663918"/>
                  </a:lnTo>
                  <a:lnTo>
                    <a:pt x="2961672" y="3663918"/>
                  </a:lnTo>
                  <a:lnTo>
                    <a:pt x="2961798" y="3663918"/>
                  </a:lnTo>
                  <a:lnTo>
                    <a:pt x="2961924" y="3663918"/>
                  </a:lnTo>
                  <a:lnTo>
                    <a:pt x="2962050" y="3663918"/>
                  </a:lnTo>
                  <a:lnTo>
                    <a:pt x="2962302" y="3663918"/>
                  </a:lnTo>
                  <a:lnTo>
                    <a:pt x="2962680" y="3663918"/>
                  </a:lnTo>
                  <a:lnTo>
                    <a:pt x="2962806" y="3658638"/>
                  </a:lnTo>
                  <a:lnTo>
                    <a:pt x="2963563" y="3658638"/>
                  </a:lnTo>
                  <a:lnTo>
                    <a:pt x="2963689" y="3658638"/>
                  </a:lnTo>
                  <a:lnTo>
                    <a:pt x="2963815" y="3658638"/>
                  </a:lnTo>
                  <a:lnTo>
                    <a:pt x="2964067" y="3658638"/>
                  </a:lnTo>
                  <a:lnTo>
                    <a:pt x="2964193" y="3658638"/>
                  </a:lnTo>
                  <a:lnTo>
                    <a:pt x="2964445" y="3658638"/>
                  </a:lnTo>
                  <a:lnTo>
                    <a:pt x="2964698" y="3658638"/>
                  </a:lnTo>
                  <a:lnTo>
                    <a:pt x="2965454" y="3658638"/>
                  </a:lnTo>
                  <a:lnTo>
                    <a:pt x="2965580" y="3658638"/>
                  </a:lnTo>
                  <a:lnTo>
                    <a:pt x="2966085" y="3658638"/>
                  </a:lnTo>
                  <a:lnTo>
                    <a:pt x="2966211" y="3658638"/>
                  </a:lnTo>
                  <a:lnTo>
                    <a:pt x="2966841" y="3658638"/>
                  </a:lnTo>
                  <a:lnTo>
                    <a:pt x="2967093" y="3658638"/>
                  </a:lnTo>
                  <a:lnTo>
                    <a:pt x="2967472" y="3658638"/>
                  </a:lnTo>
                  <a:lnTo>
                    <a:pt x="2967724" y="3653359"/>
                  </a:lnTo>
                  <a:lnTo>
                    <a:pt x="2967850" y="3653359"/>
                  </a:lnTo>
                  <a:lnTo>
                    <a:pt x="2967976" y="3653359"/>
                  </a:lnTo>
                  <a:lnTo>
                    <a:pt x="2968354" y="3648080"/>
                  </a:lnTo>
                  <a:lnTo>
                    <a:pt x="2968480" y="3648080"/>
                  </a:lnTo>
                  <a:lnTo>
                    <a:pt x="2968732" y="3648080"/>
                  </a:lnTo>
                  <a:lnTo>
                    <a:pt x="2968859" y="3648080"/>
                  </a:lnTo>
                  <a:lnTo>
                    <a:pt x="2969111" y="3648080"/>
                  </a:lnTo>
                  <a:lnTo>
                    <a:pt x="2969237" y="3648080"/>
                  </a:lnTo>
                  <a:lnTo>
                    <a:pt x="2969363" y="3648080"/>
                  </a:lnTo>
                  <a:lnTo>
                    <a:pt x="2969489" y="3648080"/>
                  </a:lnTo>
                  <a:lnTo>
                    <a:pt x="2969741" y="3648080"/>
                  </a:lnTo>
                  <a:lnTo>
                    <a:pt x="2969867" y="3648080"/>
                  </a:lnTo>
                  <a:lnTo>
                    <a:pt x="2970498" y="3648080"/>
                  </a:lnTo>
                  <a:lnTo>
                    <a:pt x="2970750" y="3648080"/>
                  </a:lnTo>
                  <a:lnTo>
                    <a:pt x="2970876" y="3648080"/>
                  </a:lnTo>
                  <a:lnTo>
                    <a:pt x="2971002" y="3648080"/>
                  </a:lnTo>
                  <a:lnTo>
                    <a:pt x="2971254" y="3648080"/>
                  </a:lnTo>
                  <a:lnTo>
                    <a:pt x="2971380" y="3648080"/>
                  </a:lnTo>
                  <a:lnTo>
                    <a:pt x="2971506" y="3648080"/>
                  </a:lnTo>
                  <a:lnTo>
                    <a:pt x="2971632" y="3648080"/>
                  </a:lnTo>
                  <a:lnTo>
                    <a:pt x="2971885" y="3648080"/>
                  </a:lnTo>
                  <a:lnTo>
                    <a:pt x="2972011" y="3648080"/>
                  </a:lnTo>
                  <a:lnTo>
                    <a:pt x="2972389" y="3648080"/>
                  </a:lnTo>
                  <a:lnTo>
                    <a:pt x="2972515" y="3648080"/>
                  </a:lnTo>
                  <a:lnTo>
                    <a:pt x="2972641" y="3648080"/>
                  </a:lnTo>
                  <a:lnTo>
                    <a:pt x="2972893" y="3648080"/>
                  </a:lnTo>
                  <a:lnTo>
                    <a:pt x="2973019" y="3648080"/>
                  </a:lnTo>
                  <a:lnTo>
                    <a:pt x="2973650" y="3648080"/>
                  </a:lnTo>
                  <a:lnTo>
                    <a:pt x="2973776" y="3648080"/>
                  </a:lnTo>
                  <a:lnTo>
                    <a:pt x="2973902" y="3642800"/>
                  </a:lnTo>
                  <a:lnTo>
                    <a:pt x="2974659" y="3642800"/>
                  </a:lnTo>
                  <a:lnTo>
                    <a:pt x="2974911" y="3642800"/>
                  </a:lnTo>
                  <a:lnTo>
                    <a:pt x="2975415" y="3642800"/>
                  </a:lnTo>
                  <a:lnTo>
                    <a:pt x="2976046" y="3642800"/>
                  </a:lnTo>
                  <a:lnTo>
                    <a:pt x="2976298" y="3642800"/>
                  </a:lnTo>
                  <a:lnTo>
                    <a:pt x="2976424" y="3642800"/>
                  </a:lnTo>
                  <a:lnTo>
                    <a:pt x="2976550" y="3642800"/>
                  </a:lnTo>
                  <a:lnTo>
                    <a:pt x="2976676" y="3642800"/>
                  </a:lnTo>
                  <a:lnTo>
                    <a:pt x="2977306" y="3642800"/>
                  </a:lnTo>
                  <a:lnTo>
                    <a:pt x="2977559" y="3642800"/>
                  </a:lnTo>
                  <a:lnTo>
                    <a:pt x="2977685" y="3642800"/>
                  </a:lnTo>
                  <a:lnTo>
                    <a:pt x="2978189" y="3642800"/>
                  </a:lnTo>
                  <a:lnTo>
                    <a:pt x="2979576" y="3642800"/>
                  </a:lnTo>
                  <a:lnTo>
                    <a:pt x="2979702" y="3642800"/>
                  </a:lnTo>
                  <a:lnTo>
                    <a:pt x="2979828" y="3642800"/>
                  </a:lnTo>
                  <a:lnTo>
                    <a:pt x="2979954" y="3642800"/>
                  </a:lnTo>
                  <a:lnTo>
                    <a:pt x="2980333" y="3642800"/>
                  </a:lnTo>
                  <a:lnTo>
                    <a:pt x="2980459" y="3642800"/>
                  </a:lnTo>
                  <a:lnTo>
                    <a:pt x="2980585" y="3642800"/>
                  </a:lnTo>
                  <a:lnTo>
                    <a:pt x="2980711" y="3642800"/>
                  </a:lnTo>
                  <a:lnTo>
                    <a:pt x="2980963" y="3642800"/>
                  </a:lnTo>
                  <a:lnTo>
                    <a:pt x="2981089" y="3642800"/>
                  </a:lnTo>
                  <a:lnTo>
                    <a:pt x="2981467" y="3642800"/>
                  </a:lnTo>
                  <a:lnTo>
                    <a:pt x="2981846" y="3642800"/>
                  </a:lnTo>
                  <a:lnTo>
                    <a:pt x="2981972" y="3642800"/>
                  </a:lnTo>
                  <a:lnTo>
                    <a:pt x="2982098" y="3642800"/>
                  </a:lnTo>
                  <a:lnTo>
                    <a:pt x="2982350" y="3642800"/>
                  </a:lnTo>
                  <a:lnTo>
                    <a:pt x="2982476" y="3642800"/>
                  </a:lnTo>
                  <a:lnTo>
                    <a:pt x="2982728" y="3642800"/>
                  </a:lnTo>
                  <a:lnTo>
                    <a:pt x="2983106" y="3642800"/>
                  </a:lnTo>
                  <a:lnTo>
                    <a:pt x="2983233" y="3642800"/>
                  </a:lnTo>
                  <a:lnTo>
                    <a:pt x="2983611" y="3642800"/>
                  </a:lnTo>
                  <a:lnTo>
                    <a:pt x="2983737" y="3642800"/>
                  </a:lnTo>
                  <a:lnTo>
                    <a:pt x="2984367" y="3642800"/>
                  </a:lnTo>
                  <a:lnTo>
                    <a:pt x="2984493" y="3642800"/>
                  </a:lnTo>
                  <a:lnTo>
                    <a:pt x="2984998" y="3637521"/>
                  </a:lnTo>
                  <a:lnTo>
                    <a:pt x="2985250" y="3637521"/>
                  </a:lnTo>
                  <a:lnTo>
                    <a:pt x="2985754" y="3637521"/>
                  </a:lnTo>
                  <a:lnTo>
                    <a:pt x="2986133" y="3637521"/>
                  </a:lnTo>
                  <a:lnTo>
                    <a:pt x="2986259" y="3637521"/>
                  </a:lnTo>
                  <a:lnTo>
                    <a:pt x="2986385" y="3637521"/>
                  </a:lnTo>
                  <a:lnTo>
                    <a:pt x="2986511" y="3637521"/>
                  </a:lnTo>
                  <a:lnTo>
                    <a:pt x="2986637" y="3637521"/>
                  </a:lnTo>
                  <a:lnTo>
                    <a:pt x="2987141" y="3637521"/>
                  </a:lnTo>
                  <a:lnTo>
                    <a:pt x="2987393" y="3637521"/>
                  </a:lnTo>
                  <a:lnTo>
                    <a:pt x="2987520" y="3637521"/>
                  </a:lnTo>
                  <a:lnTo>
                    <a:pt x="2987772" y="3637521"/>
                  </a:lnTo>
                  <a:lnTo>
                    <a:pt x="2988024" y="3637521"/>
                  </a:lnTo>
                  <a:lnTo>
                    <a:pt x="2988276" y="3637521"/>
                  </a:lnTo>
                  <a:lnTo>
                    <a:pt x="2988528" y="3637521"/>
                  </a:lnTo>
                  <a:lnTo>
                    <a:pt x="2988906" y="3632241"/>
                  </a:lnTo>
                  <a:lnTo>
                    <a:pt x="2989159" y="3632241"/>
                  </a:lnTo>
                  <a:lnTo>
                    <a:pt x="2989285" y="3632241"/>
                  </a:lnTo>
                  <a:lnTo>
                    <a:pt x="2989537" y="3632241"/>
                  </a:lnTo>
                  <a:lnTo>
                    <a:pt x="2989663" y="3632241"/>
                  </a:lnTo>
                  <a:lnTo>
                    <a:pt x="2989915" y="3632241"/>
                  </a:lnTo>
                  <a:lnTo>
                    <a:pt x="2990041" y="3632241"/>
                  </a:lnTo>
                  <a:lnTo>
                    <a:pt x="2990167" y="3632241"/>
                  </a:lnTo>
                  <a:lnTo>
                    <a:pt x="2990293" y="3632241"/>
                  </a:lnTo>
                  <a:lnTo>
                    <a:pt x="2990420" y="3632241"/>
                  </a:lnTo>
                  <a:lnTo>
                    <a:pt x="2990546" y="3632241"/>
                  </a:lnTo>
                  <a:lnTo>
                    <a:pt x="2990798" y="3632241"/>
                  </a:lnTo>
                  <a:lnTo>
                    <a:pt x="2990924" y="3632241"/>
                  </a:lnTo>
                  <a:lnTo>
                    <a:pt x="2991050" y="3632241"/>
                  </a:lnTo>
                  <a:lnTo>
                    <a:pt x="2991302" y="3632241"/>
                  </a:lnTo>
                  <a:lnTo>
                    <a:pt x="2991806" y="3632241"/>
                  </a:lnTo>
                  <a:lnTo>
                    <a:pt x="2991933" y="3632241"/>
                  </a:lnTo>
                  <a:lnTo>
                    <a:pt x="2992059" y="3632241"/>
                  </a:lnTo>
                  <a:lnTo>
                    <a:pt x="2992185" y="3632241"/>
                  </a:lnTo>
                  <a:lnTo>
                    <a:pt x="2992311" y="3632241"/>
                  </a:lnTo>
                  <a:lnTo>
                    <a:pt x="2992437" y="3632241"/>
                  </a:lnTo>
                  <a:lnTo>
                    <a:pt x="2993193" y="3632241"/>
                  </a:lnTo>
                  <a:lnTo>
                    <a:pt x="2993446" y="3632241"/>
                  </a:lnTo>
                  <a:lnTo>
                    <a:pt x="2993572" y="3632241"/>
                  </a:lnTo>
                  <a:lnTo>
                    <a:pt x="2993824" y="3632241"/>
                  </a:lnTo>
                  <a:lnTo>
                    <a:pt x="2994076" y="3632241"/>
                  </a:lnTo>
                  <a:lnTo>
                    <a:pt x="2994328" y="3632241"/>
                  </a:lnTo>
                  <a:lnTo>
                    <a:pt x="2994454" y="3632241"/>
                  </a:lnTo>
                  <a:lnTo>
                    <a:pt x="2994959" y="3626962"/>
                  </a:lnTo>
                  <a:lnTo>
                    <a:pt x="2995463" y="3626962"/>
                  </a:lnTo>
                  <a:lnTo>
                    <a:pt x="2995589" y="3626962"/>
                  </a:lnTo>
                  <a:lnTo>
                    <a:pt x="2995967" y="3626962"/>
                  </a:lnTo>
                  <a:lnTo>
                    <a:pt x="2996093" y="3626962"/>
                  </a:lnTo>
                  <a:lnTo>
                    <a:pt x="2996220" y="3626962"/>
                  </a:lnTo>
                  <a:lnTo>
                    <a:pt x="2996472" y="3626962"/>
                  </a:lnTo>
                  <a:lnTo>
                    <a:pt x="2996598" y="3626962"/>
                  </a:lnTo>
                  <a:lnTo>
                    <a:pt x="2996724" y="3626962"/>
                  </a:lnTo>
                  <a:lnTo>
                    <a:pt x="2997102" y="3626962"/>
                  </a:lnTo>
                  <a:lnTo>
                    <a:pt x="2997228" y="3626962"/>
                  </a:lnTo>
                  <a:lnTo>
                    <a:pt x="2997733" y="3626962"/>
                  </a:lnTo>
                  <a:lnTo>
                    <a:pt x="2997859" y="3626962"/>
                  </a:lnTo>
                  <a:lnTo>
                    <a:pt x="2997985" y="3626962"/>
                  </a:lnTo>
                  <a:lnTo>
                    <a:pt x="2998237" y="3626962"/>
                  </a:lnTo>
                  <a:lnTo>
                    <a:pt x="2998363" y="3626962"/>
                  </a:lnTo>
                  <a:lnTo>
                    <a:pt x="2998489" y="3626962"/>
                  </a:lnTo>
                  <a:lnTo>
                    <a:pt x="2999120" y="3626962"/>
                  </a:lnTo>
                  <a:lnTo>
                    <a:pt x="2999372" y="3626962"/>
                  </a:lnTo>
                  <a:lnTo>
                    <a:pt x="2999498" y="3626962"/>
                  </a:lnTo>
                  <a:lnTo>
                    <a:pt x="3000254" y="3626962"/>
                  </a:lnTo>
                  <a:lnTo>
                    <a:pt x="3000380" y="3626962"/>
                  </a:lnTo>
                  <a:lnTo>
                    <a:pt x="3001011" y="3626962"/>
                  </a:lnTo>
                  <a:lnTo>
                    <a:pt x="3001137" y="3626962"/>
                  </a:lnTo>
                  <a:lnTo>
                    <a:pt x="3001389" y="3626962"/>
                  </a:lnTo>
                  <a:lnTo>
                    <a:pt x="3001515" y="3626962"/>
                  </a:lnTo>
                  <a:lnTo>
                    <a:pt x="3002524" y="3626962"/>
                  </a:lnTo>
                  <a:lnTo>
                    <a:pt x="3002776" y="3626962"/>
                  </a:lnTo>
                  <a:lnTo>
                    <a:pt x="3002902" y="3626962"/>
                  </a:lnTo>
                  <a:lnTo>
                    <a:pt x="3003028" y="3626962"/>
                  </a:lnTo>
                  <a:lnTo>
                    <a:pt x="3003028" y="3621683"/>
                  </a:lnTo>
                  <a:lnTo>
                    <a:pt x="3003533" y="3621683"/>
                  </a:lnTo>
                  <a:lnTo>
                    <a:pt x="3003785" y="3621683"/>
                  </a:lnTo>
                  <a:lnTo>
                    <a:pt x="3004037" y="3621683"/>
                  </a:lnTo>
                  <a:lnTo>
                    <a:pt x="3004289" y="3621683"/>
                  </a:lnTo>
                  <a:lnTo>
                    <a:pt x="3004667" y="3621683"/>
                  </a:lnTo>
                  <a:lnTo>
                    <a:pt x="3004920" y="3621683"/>
                  </a:lnTo>
                  <a:lnTo>
                    <a:pt x="3005046" y="3621683"/>
                  </a:lnTo>
                  <a:lnTo>
                    <a:pt x="3005298" y="3621683"/>
                  </a:lnTo>
                  <a:lnTo>
                    <a:pt x="3005676" y="3621683"/>
                  </a:lnTo>
                  <a:lnTo>
                    <a:pt x="3005928" y="3621683"/>
                  </a:lnTo>
                  <a:lnTo>
                    <a:pt x="3006054" y="3621683"/>
                  </a:lnTo>
                  <a:lnTo>
                    <a:pt x="3006180" y="3621683"/>
                  </a:lnTo>
                  <a:lnTo>
                    <a:pt x="3006307" y="3621683"/>
                  </a:lnTo>
                  <a:lnTo>
                    <a:pt x="3006433" y="3621683"/>
                  </a:lnTo>
                  <a:lnTo>
                    <a:pt x="3006559" y="3621683"/>
                  </a:lnTo>
                  <a:lnTo>
                    <a:pt x="3006685" y="3621683"/>
                  </a:lnTo>
                  <a:lnTo>
                    <a:pt x="3006811" y="3621683"/>
                  </a:lnTo>
                  <a:lnTo>
                    <a:pt x="3006937" y="3621683"/>
                  </a:lnTo>
                  <a:lnTo>
                    <a:pt x="3007315" y="3621683"/>
                  </a:lnTo>
                  <a:lnTo>
                    <a:pt x="3007694" y="3621683"/>
                  </a:lnTo>
                  <a:lnTo>
                    <a:pt x="3008072" y="3621683"/>
                  </a:lnTo>
                  <a:lnTo>
                    <a:pt x="3008198" y="3621683"/>
                  </a:lnTo>
                  <a:lnTo>
                    <a:pt x="3008324" y="3621683"/>
                  </a:lnTo>
                  <a:lnTo>
                    <a:pt x="3008450" y="3621683"/>
                  </a:lnTo>
                  <a:lnTo>
                    <a:pt x="3008576" y="3621683"/>
                  </a:lnTo>
                  <a:lnTo>
                    <a:pt x="3009080" y="3616403"/>
                  </a:lnTo>
                  <a:lnTo>
                    <a:pt x="3009459" y="3616403"/>
                  </a:lnTo>
                  <a:lnTo>
                    <a:pt x="3009711" y="3616403"/>
                  </a:lnTo>
                  <a:lnTo>
                    <a:pt x="3009837" y="3616403"/>
                  </a:lnTo>
                  <a:lnTo>
                    <a:pt x="3010089" y="3616403"/>
                  </a:lnTo>
                  <a:lnTo>
                    <a:pt x="3010341" y="3616403"/>
                  </a:lnTo>
                  <a:lnTo>
                    <a:pt x="3010467" y="3616403"/>
                  </a:lnTo>
                  <a:lnTo>
                    <a:pt x="3010594" y="3616403"/>
                  </a:lnTo>
                  <a:lnTo>
                    <a:pt x="3010720" y="3616403"/>
                  </a:lnTo>
                  <a:lnTo>
                    <a:pt x="3010846" y="3616403"/>
                  </a:lnTo>
                  <a:lnTo>
                    <a:pt x="3010972" y="3616403"/>
                  </a:lnTo>
                  <a:lnTo>
                    <a:pt x="3011098" y="3616403"/>
                  </a:lnTo>
                  <a:lnTo>
                    <a:pt x="3011224" y="3616403"/>
                  </a:lnTo>
                  <a:lnTo>
                    <a:pt x="3012485" y="3616403"/>
                  </a:lnTo>
                  <a:lnTo>
                    <a:pt x="3012611" y="3616403"/>
                  </a:lnTo>
                  <a:lnTo>
                    <a:pt x="3012737" y="3616403"/>
                  </a:lnTo>
                  <a:lnTo>
                    <a:pt x="3013115" y="3616403"/>
                  </a:lnTo>
                  <a:lnTo>
                    <a:pt x="3013241" y="3616403"/>
                  </a:lnTo>
                  <a:lnTo>
                    <a:pt x="3013367" y="3616403"/>
                  </a:lnTo>
                  <a:lnTo>
                    <a:pt x="3013494" y="3616403"/>
                  </a:lnTo>
                  <a:lnTo>
                    <a:pt x="3013998" y="3616403"/>
                  </a:lnTo>
                  <a:lnTo>
                    <a:pt x="3014250" y="3616403"/>
                  </a:lnTo>
                  <a:lnTo>
                    <a:pt x="3014376" y="3616403"/>
                  </a:lnTo>
                  <a:lnTo>
                    <a:pt x="3014754" y="3616403"/>
                  </a:lnTo>
                  <a:lnTo>
                    <a:pt x="3014881" y="3616403"/>
                  </a:lnTo>
                  <a:lnTo>
                    <a:pt x="3015007" y="3616403"/>
                  </a:lnTo>
                  <a:lnTo>
                    <a:pt x="3015133" y="3616403"/>
                  </a:lnTo>
                  <a:lnTo>
                    <a:pt x="3015259" y="3616403"/>
                  </a:lnTo>
                  <a:lnTo>
                    <a:pt x="3015637" y="3616403"/>
                  </a:lnTo>
                  <a:lnTo>
                    <a:pt x="3016394" y="3616403"/>
                  </a:lnTo>
                  <a:lnTo>
                    <a:pt x="3016520" y="3616403"/>
                  </a:lnTo>
                  <a:lnTo>
                    <a:pt x="3016646" y="3616403"/>
                  </a:lnTo>
                  <a:lnTo>
                    <a:pt x="3016898" y="3616403"/>
                  </a:lnTo>
                  <a:lnTo>
                    <a:pt x="3017654" y="3616403"/>
                  </a:lnTo>
                  <a:lnTo>
                    <a:pt x="3018033" y="3616403"/>
                  </a:lnTo>
                  <a:lnTo>
                    <a:pt x="3018159" y="3616403"/>
                  </a:lnTo>
                  <a:lnTo>
                    <a:pt x="3018285" y="3611124"/>
                  </a:lnTo>
                  <a:lnTo>
                    <a:pt x="3018411" y="3611124"/>
                  </a:lnTo>
                  <a:lnTo>
                    <a:pt x="3018537" y="3611124"/>
                  </a:lnTo>
                  <a:lnTo>
                    <a:pt x="3018663" y="3611124"/>
                  </a:lnTo>
                  <a:lnTo>
                    <a:pt x="3018789" y="3611124"/>
                  </a:lnTo>
                  <a:lnTo>
                    <a:pt x="3019167" y="3611124"/>
                  </a:lnTo>
                  <a:lnTo>
                    <a:pt x="3019420" y="3611124"/>
                  </a:lnTo>
                  <a:lnTo>
                    <a:pt x="3019546" y="3611124"/>
                  </a:lnTo>
                  <a:lnTo>
                    <a:pt x="3019924" y="3611124"/>
                  </a:lnTo>
                  <a:lnTo>
                    <a:pt x="3020050" y="3611124"/>
                  </a:lnTo>
                  <a:lnTo>
                    <a:pt x="3020428" y="3611124"/>
                  </a:lnTo>
                  <a:lnTo>
                    <a:pt x="3020554" y="3611124"/>
                  </a:lnTo>
                  <a:lnTo>
                    <a:pt x="3020681" y="3611124"/>
                  </a:lnTo>
                  <a:lnTo>
                    <a:pt x="3020807" y="3611124"/>
                  </a:lnTo>
                  <a:lnTo>
                    <a:pt x="3021059" y="3611124"/>
                  </a:lnTo>
                  <a:lnTo>
                    <a:pt x="3021437" y="3611124"/>
                  </a:lnTo>
                  <a:lnTo>
                    <a:pt x="3021689" y="3611124"/>
                  </a:lnTo>
                  <a:lnTo>
                    <a:pt x="3021815" y="3611124"/>
                  </a:lnTo>
                  <a:lnTo>
                    <a:pt x="3022194" y="3611124"/>
                  </a:lnTo>
                  <a:lnTo>
                    <a:pt x="3022572" y="3611124"/>
                  </a:lnTo>
                  <a:lnTo>
                    <a:pt x="3022698" y="3611124"/>
                  </a:lnTo>
                  <a:lnTo>
                    <a:pt x="3022824" y="3611124"/>
                  </a:lnTo>
                  <a:lnTo>
                    <a:pt x="3023328" y="3611124"/>
                  </a:lnTo>
                  <a:lnTo>
                    <a:pt x="3023454" y="3611124"/>
                  </a:lnTo>
                  <a:lnTo>
                    <a:pt x="3023581" y="3611124"/>
                  </a:lnTo>
                  <a:lnTo>
                    <a:pt x="3023707" y="3611124"/>
                  </a:lnTo>
                  <a:lnTo>
                    <a:pt x="3023833" y="3611124"/>
                  </a:lnTo>
                  <a:lnTo>
                    <a:pt x="3024085" y="3611124"/>
                  </a:lnTo>
                  <a:lnTo>
                    <a:pt x="3024211" y="3611124"/>
                  </a:lnTo>
                  <a:lnTo>
                    <a:pt x="3024337" y="3611124"/>
                  </a:lnTo>
                  <a:lnTo>
                    <a:pt x="3024589" y="3611124"/>
                  </a:lnTo>
                  <a:lnTo>
                    <a:pt x="3024715" y="3611124"/>
                  </a:lnTo>
                  <a:lnTo>
                    <a:pt x="3025472" y="3611124"/>
                  </a:lnTo>
                  <a:lnTo>
                    <a:pt x="3025598" y="3611124"/>
                  </a:lnTo>
                  <a:lnTo>
                    <a:pt x="3025850" y="3611124"/>
                  </a:lnTo>
                  <a:lnTo>
                    <a:pt x="3025976" y="3611124"/>
                  </a:lnTo>
                  <a:lnTo>
                    <a:pt x="3026102" y="3611124"/>
                  </a:lnTo>
                  <a:lnTo>
                    <a:pt x="3026228" y="3611124"/>
                  </a:lnTo>
                  <a:lnTo>
                    <a:pt x="3026607" y="3611124"/>
                  </a:lnTo>
                  <a:lnTo>
                    <a:pt x="3026733" y="3611124"/>
                  </a:lnTo>
                  <a:lnTo>
                    <a:pt x="3026859" y="3611124"/>
                  </a:lnTo>
                  <a:lnTo>
                    <a:pt x="3027615" y="3611124"/>
                  </a:lnTo>
                  <a:lnTo>
                    <a:pt x="3027994" y="3611124"/>
                  </a:lnTo>
                  <a:lnTo>
                    <a:pt x="3028120" y="3611124"/>
                  </a:lnTo>
                  <a:lnTo>
                    <a:pt x="3028246" y="3611124"/>
                  </a:lnTo>
                  <a:lnTo>
                    <a:pt x="3028372" y="3611124"/>
                  </a:lnTo>
                  <a:lnTo>
                    <a:pt x="3028876" y="3611124"/>
                  </a:lnTo>
                  <a:lnTo>
                    <a:pt x="3029002" y="3611124"/>
                  </a:lnTo>
                  <a:lnTo>
                    <a:pt x="3029128" y="3611124"/>
                  </a:lnTo>
                  <a:lnTo>
                    <a:pt x="3029507" y="3611124"/>
                  </a:lnTo>
                  <a:lnTo>
                    <a:pt x="3029759" y="3611124"/>
                  </a:lnTo>
                  <a:lnTo>
                    <a:pt x="3030011" y="3611124"/>
                  </a:lnTo>
                  <a:lnTo>
                    <a:pt x="3030137" y="3611124"/>
                  </a:lnTo>
                  <a:lnTo>
                    <a:pt x="3030515" y="3611124"/>
                  </a:lnTo>
                  <a:lnTo>
                    <a:pt x="3030641" y="3611124"/>
                  </a:lnTo>
                  <a:lnTo>
                    <a:pt x="3030768" y="3611124"/>
                  </a:lnTo>
                  <a:lnTo>
                    <a:pt x="3031020" y="3611124"/>
                  </a:lnTo>
                  <a:lnTo>
                    <a:pt x="3031146" y="3611124"/>
                  </a:lnTo>
                  <a:lnTo>
                    <a:pt x="3031272" y="3611124"/>
                  </a:lnTo>
                  <a:lnTo>
                    <a:pt x="3031398" y="3611124"/>
                  </a:lnTo>
                  <a:lnTo>
                    <a:pt x="3031776" y="3605844"/>
                  </a:lnTo>
                  <a:lnTo>
                    <a:pt x="3032028" y="3605844"/>
                  </a:lnTo>
                  <a:lnTo>
                    <a:pt x="3032911" y="3605844"/>
                  </a:lnTo>
                  <a:lnTo>
                    <a:pt x="3033037" y="3605844"/>
                  </a:lnTo>
                  <a:lnTo>
                    <a:pt x="3033163" y="3605844"/>
                  </a:lnTo>
                  <a:lnTo>
                    <a:pt x="3033541" y="3605844"/>
                  </a:lnTo>
                  <a:lnTo>
                    <a:pt x="3033794" y="3605844"/>
                  </a:lnTo>
                  <a:lnTo>
                    <a:pt x="3034046" y="3605844"/>
                  </a:lnTo>
                  <a:lnTo>
                    <a:pt x="3034298" y="3605844"/>
                  </a:lnTo>
                  <a:lnTo>
                    <a:pt x="3034424" y="3605844"/>
                  </a:lnTo>
                  <a:lnTo>
                    <a:pt x="3034550" y="3605844"/>
                  </a:lnTo>
                  <a:lnTo>
                    <a:pt x="3034928" y="3605844"/>
                  </a:lnTo>
                  <a:lnTo>
                    <a:pt x="3035055" y="3605844"/>
                  </a:lnTo>
                  <a:lnTo>
                    <a:pt x="3035181" y="3605844"/>
                  </a:lnTo>
                  <a:lnTo>
                    <a:pt x="3035307" y="3605844"/>
                  </a:lnTo>
                  <a:lnTo>
                    <a:pt x="3035559" y="3605844"/>
                  </a:lnTo>
                  <a:lnTo>
                    <a:pt x="3035685" y="3605844"/>
                  </a:lnTo>
                  <a:lnTo>
                    <a:pt x="3035937" y="3605844"/>
                  </a:lnTo>
                  <a:lnTo>
                    <a:pt x="3036441" y="3605844"/>
                  </a:lnTo>
                  <a:lnTo>
                    <a:pt x="3036694" y="3605844"/>
                  </a:lnTo>
                  <a:lnTo>
                    <a:pt x="3036946" y="3605844"/>
                  </a:lnTo>
                  <a:lnTo>
                    <a:pt x="3037072" y="3605844"/>
                  </a:lnTo>
                  <a:lnTo>
                    <a:pt x="3037324" y="3605844"/>
                  </a:lnTo>
                  <a:lnTo>
                    <a:pt x="3037828" y="3605844"/>
                  </a:lnTo>
                  <a:lnTo>
                    <a:pt x="3037955" y="3605844"/>
                  </a:lnTo>
                  <a:lnTo>
                    <a:pt x="3038333" y="3605844"/>
                  </a:lnTo>
                  <a:lnTo>
                    <a:pt x="3038585" y="3605844"/>
                  </a:lnTo>
                  <a:lnTo>
                    <a:pt x="3038711" y="3605844"/>
                  </a:lnTo>
                  <a:lnTo>
                    <a:pt x="3038837" y="3605844"/>
                  </a:lnTo>
                  <a:lnTo>
                    <a:pt x="3038963" y="3605844"/>
                  </a:lnTo>
                  <a:lnTo>
                    <a:pt x="3039972" y="3605844"/>
                  </a:lnTo>
                  <a:lnTo>
                    <a:pt x="3040224" y="3605844"/>
                  </a:lnTo>
                  <a:lnTo>
                    <a:pt x="3040350" y="3605844"/>
                  </a:lnTo>
                  <a:lnTo>
                    <a:pt x="3040602" y="3605844"/>
                  </a:lnTo>
                  <a:lnTo>
                    <a:pt x="3040728" y="3605844"/>
                  </a:lnTo>
                  <a:lnTo>
                    <a:pt x="3041233" y="3600565"/>
                  </a:lnTo>
                  <a:lnTo>
                    <a:pt x="3041485" y="3600565"/>
                  </a:lnTo>
                  <a:lnTo>
                    <a:pt x="3041611" y="3600565"/>
                  </a:lnTo>
                  <a:lnTo>
                    <a:pt x="3041863" y="3600565"/>
                  </a:lnTo>
                  <a:lnTo>
                    <a:pt x="3041989" y="3600565"/>
                  </a:lnTo>
                  <a:lnTo>
                    <a:pt x="3042242" y="3600565"/>
                  </a:lnTo>
                  <a:lnTo>
                    <a:pt x="3042368" y="3600565"/>
                  </a:lnTo>
                  <a:lnTo>
                    <a:pt x="3042494" y="3600565"/>
                  </a:lnTo>
                  <a:lnTo>
                    <a:pt x="3042872" y="3600565"/>
                  </a:lnTo>
                  <a:lnTo>
                    <a:pt x="3043250" y="3600565"/>
                  </a:lnTo>
                  <a:lnTo>
                    <a:pt x="3043502" y="3600565"/>
                  </a:lnTo>
                  <a:lnTo>
                    <a:pt x="3043628" y="3600565"/>
                  </a:lnTo>
                  <a:lnTo>
                    <a:pt x="3043755" y="3600565"/>
                  </a:lnTo>
                  <a:lnTo>
                    <a:pt x="3044007" y="3600565"/>
                  </a:lnTo>
                  <a:lnTo>
                    <a:pt x="3044133" y="3600565"/>
                  </a:lnTo>
                  <a:lnTo>
                    <a:pt x="3044763" y="3600565"/>
                  </a:lnTo>
                  <a:lnTo>
                    <a:pt x="3045142" y="3600565"/>
                  </a:lnTo>
                  <a:lnTo>
                    <a:pt x="3045520" y="3600565"/>
                  </a:lnTo>
                  <a:lnTo>
                    <a:pt x="3045646" y="3600565"/>
                  </a:lnTo>
                  <a:lnTo>
                    <a:pt x="3046150" y="3600565"/>
                  </a:lnTo>
                  <a:lnTo>
                    <a:pt x="3046402" y="3600565"/>
                  </a:lnTo>
                  <a:lnTo>
                    <a:pt x="3047411" y="3600565"/>
                  </a:lnTo>
                  <a:lnTo>
                    <a:pt x="3047537" y="3600565"/>
                  </a:lnTo>
                  <a:lnTo>
                    <a:pt x="3047789" y="3600565"/>
                  </a:lnTo>
                  <a:lnTo>
                    <a:pt x="3048420" y="3600565"/>
                  </a:lnTo>
                  <a:lnTo>
                    <a:pt x="3048672" y="3600565"/>
                  </a:lnTo>
                  <a:lnTo>
                    <a:pt x="3049302" y="3600565"/>
                  </a:lnTo>
                  <a:lnTo>
                    <a:pt x="3049555" y="3600565"/>
                  </a:lnTo>
                  <a:lnTo>
                    <a:pt x="3049681" y="3600565"/>
                  </a:lnTo>
                  <a:lnTo>
                    <a:pt x="3049933" y="3600565"/>
                  </a:lnTo>
                  <a:lnTo>
                    <a:pt x="3050185" y="3600565"/>
                  </a:lnTo>
                  <a:lnTo>
                    <a:pt x="3050311" y="3600565"/>
                  </a:lnTo>
                  <a:lnTo>
                    <a:pt x="3050437" y="3600565"/>
                  </a:lnTo>
                  <a:lnTo>
                    <a:pt x="3050437" y="3595285"/>
                  </a:lnTo>
                  <a:lnTo>
                    <a:pt x="3050689" y="3595285"/>
                  </a:lnTo>
                  <a:lnTo>
                    <a:pt x="3050815" y="3595285"/>
                  </a:lnTo>
                  <a:lnTo>
                    <a:pt x="3050942" y="3595285"/>
                  </a:lnTo>
                  <a:lnTo>
                    <a:pt x="3051194" y="3595285"/>
                  </a:lnTo>
                  <a:lnTo>
                    <a:pt x="3052076" y="3590006"/>
                  </a:lnTo>
                  <a:lnTo>
                    <a:pt x="3052329" y="3590006"/>
                  </a:lnTo>
                  <a:lnTo>
                    <a:pt x="3052707" y="3590006"/>
                  </a:lnTo>
                  <a:lnTo>
                    <a:pt x="3052833" y="3590006"/>
                  </a:lnTo>
                  <a:lnTo>
                    <a:pt x="3052959" y="3590006"/>
                  </a:lnTo>
                  <a:lnTo>
                    <a:pt x="3053337" y="3590006"/>
                  </a:lnTo>
                  <a:lnTo>
                    <a:pt x="3053463" y="3590006"/>
                  </a:lnTo>
                  <a:lnTo>
                    <a:pt x="3053716" y="3590006"/>
                  </a:lnTo>
                  <a:lnTo>
                    <a:pt x="3054094" y="3590006"/>
                  </a:lnTo>
                  <a:lnTo>
                    <a:pt x="3054220" y="3590006"/>
                  </a:lnTo>
                  <a:lnTo>
                    <a:pt x="3054724" y="3590006"/>
                  </a:lnTo>
                  <a:lnTo>
                    <a:pt x="3054850" y="3590006"/>
                  </a:lnTo>
                  <a:lnTo>
                    <a:pt x="3054976" y="3590006"/>
                  </a:lnTo>
                  <a:lnTo>
                    <a:pt x="3055229" y="3584727"/>
                  </a:lnTo>
                  <a:lnTo>
                    <a:pt x="3055355" y="3584727"/>
                  </a:lnTo>
                  <a:lnTo>
                    <a:pt x="3055481" y="3584727"/>
                  </a:lnTo>
                  <a:lnTo>
                    <a:pt x="3055733" y="3584727"/>
                  </a:lnTo>
                  <a:lnTo>
                    <a:pt x="3055985" y="3584727"/>
                  </a:lnTo>
                  <a:lnTo>
                    <a:pt x="3056111" y="3584727"/>
                  </a:lnTo>
                  <a:lnTo>
                    <a:pt x="3056237" y="3584727"/>
                  </a:lnTo>
                  <a:lnTo>
                    <a:pt x="3058759" y="3584727"/>
                  </a:lnTo>
                  <a:lnTo>
                    <a:pt x="3058885" y="3584727"/>
                  </a:lnTo>
                  <a:lnTo>
                    <a:pt x="3059137" y="3584727"/>
                  </a:lnTo>
                  <a:lnTo>
                    <a:pt x="3059389" y="3584727"/>
                  </a:lnTo>
                  <a:lnTo>
                    <a:pt x="3059768" y="3584727"/>
                  </a:lnTo>
                  <a:lnTo>
                    <a:pt x="3060146" y="3584727"/>
                  </a:lnTo>
                  <a:lnTo>
                    <a:pt x="3060650" y="3584727"/>
                  </a:lnTo>
                  <a:lnTo>
                    <a:pt x="3061029" y="3584727"/>
                  </a:lnTo>
                  <a:lnTo>
                    <a:pt x="3061281" y="3584727"/>
                  </a:lnTo>
                  <a:lnTo>
                    <a:pt x="3061407" y="3584727"/>
                  </a:lnTo>
                  <a:lnTo>
                    <a:pt x="3061533" y="3584727"/>
                  </a:lnTo>
                  <a:lnTo>
                    <a:pt x="3061785" y="3579447"/>
                  </a:lnTo>
                  <a:lnTo>
                    <a:pt x="3062037" y="3579447"/>
                  </a:lnTo>
                  <a:lnTo>
                    <a:pt x="3062163" y="3579447"/>
                  </a:lnTo>
                  <a:lnTo>
                    <a:pt x="3062289" y="3579447"/>
                  </a:lnTo>
                  <a:lnTo>
                    <a:pt x="3062542" y="3579447"/>
                  </a:lnTo>
                  <a:lnTo>
                    <a:pt x="3062668" y="3579447"/>
                  </a:lnTo>
                  <a:lnTo>
                    <a:pt x="3062920" y="3579447"/>
                  </a:lnTo>
                  <a:lnTo>
                    <a:pt x="3063046" y="3579447"/>
                  </a:lnTo>
                  <a:lnTo>
                    <a:pt x="3063298" y="3579447"/>
                  </a:lnTo>
                  <a:lnTo>
                    <a:pt x="3063676" y="3579447"/>
                  </a:lnTo>
                  <a:lnTo>
                    <a:pt x="3064433" y="3579447"/>
                  </a:lnTo>
                  <a:lnTo>
                    <a:pt x="3065316" y="3574168"/>
                  </a:lnTo>
                  <a:lnTo>
                    <a:pt x="3066072" y="3574168"/>
                  </a:lnTo>
                  <a:lnTo>
                    <a:pt x="3066450" y="3574168"/>
                  </a:lnTo>
                  <a:lnTo>
                    <a:pt x="3066576" y="3574168"/>
                  </a:lnTo>
                  <a:lnTo>
                    <a:pt x="3066955" y="3574168"/>
                  </a:lnTo>
                  <a:lnTo>
                    <a:pt x="3067081" y="3574168"/>
                  </a:lnTo>
                  <a:lnTo>
                    <a:pt x="3067207" y="3574168"/>
                  </a:lnTo>
                  <a:lnTo>
                    <a:pt x="3067333" y="3574168"/>
                  </a:lnTo>
                  <a:lnTo>
                    <a:pt x="3067459" y="3574168"/>
                  </a:lnTo>
                  <a:lnTo>
                    <a:pt x="3067585" y="3574168"/>
                  </a:lnTo>
                  <a:lnTo>
                    <a:pt x="3067963" y="3574168"/>
                  </a:lnTo>
                  <a:lnTo>
                    <a:pt x="3068089" y="3574168"/>
                  </a:lnTo>
                  <a:lnTo>
                    <a:pt x="3068342" y="3574168"/>
                  </a:lnTo>
                  <a:lnTo>
                    <a:pt x="3068846" y="3574168"/>
                  </a:lnTo>
                  <a:lnTo>
                    <a:pt x="3068972" y="3574168"/>
                  </a:lnTo>
                  <a:lnTo>
                    <a:pt x="3069098" y="3574168"/>
                  </a:lnTo>
                  <a:lnTo>
                    <a:pt x="3069224" y="3574168"/>
                  </a:lnTo>
                  <a:lnTo>
                    <a:pt x="3069476" y="3574168"/>
                  </a:lnTo>
                  <a:lnTo>
                    <a:pt x="3069603" y="3574168"/>
                  </a:lnTo>
                  <a:lnTo>
                    <a:pt x="3069981" y="3574168"/>
                  </a:lnTo>
                  <a:lnTo>
                    <a:pt x="3070233" y="3574168"/>
                  </a:lnTo>
                  <a:lnTo>
                    <a:pt x="3070485" y="3574168"/>
                  </a:lnTo>
                  <a:lnTo>
                    <a:pt x="3070737" y="3574168"/>
                  </a:lnTo>
                  <a:lnTo>
                    <a:pt x="3071116" y="3574168"/>
                  </a:lnTo>
                  <a:lnTo>
                    <a:pt x="3071872" y="3574168"/>
                  </a:lnTo>
                  <a:lnTo>
                    <a:pt x="3071998" y="3574168"/>
                  </a:lnTo>
                  <a:lnTo>
                    <a:pt x="3072124" y="3574168"/>
                  </a:lnTo>
                  <a:lnTo>
                    <a:pt x="3072250" y="3574168"/>
                  </a:lnTo>
                  <a:lnTo>
                    <a:pt x="3072376" y="3574168"/>
                  </a:lnTo>
                  <a:lnTo>
                    <a:pt x="3072503" y="3574168"/>
                  </a:lnTo>
                  <a:lnTo>
                    <a:pt x="3072629" y="3574168"/>
                  </a:lnTo>
                  <a:lnTo>
                    <a:pt x="3073007" y="3574168"/>
                  </a:lnTo>
                  <a:lnTo>
                    <a:pt x="3073511" y="3574168"/>
                  </a:lnTo>
                  <a:lnTo>
                    <a:pt x="3073763" y="3574168"/>
                  </a:lnTo>
                  <a:lnTo>
                    <a:pt x="3073890" y="3574168"/>
                  </a:lnTo>
                  <a:lnTo>
                    <a:pt x="3074142" y="3568888"/>
                  </a:lnTo>
                  <a:lnTo>
                    <a:pt x="3074772" y="3568888"/>
                  </a:lnTo>
                  <a:lnTo>
                    <a:pt x="3074898" y="3568888"/>
                  </a:lnTo>
                  <a:lnTo>
                    <a:pt x="3075024" y="3568888"/>
                  </a:lnTo>
                  <a:lnTo>
                    <a:pt x="3075150" y="3568888"/>
                  </a:lnTo>
                  <a:lnTo>
                    <a:pt x="3075276" y="3568888"/>
                  </a:lnTo>
                  <a:lnTo>
                    <a:pt x="3075529" y="3568888"/>
                  </a:lnTo>
                  <a:lnTo>
                    <a:pt x="3075781" y="3568888"/>
                  </a:lnTo>
                  <a:lnTo>
                    <a:pt x="3076285" y="3568888"/>
                  </a:lnTo>
                  <a:lnTo>
                    <a:pt x="3077420" y="3563609"/>
                  </a:lnTo>
                  <a:lnTo>
                    <a:pt x="3077672" y="3558329"/>
                  </a:lnTo>
                  <a:lnTo>
                    <a:pt x="3077924" y="3558329"/>
                  </a:lnTo>
                  <a:lnTo>
                    <a:pt x="3078176" y="3558329"/>
                  </a:lnTo>
                  <a:lnTo>
                    <a:pt x="3078303" y="3558329"/>
                  </a:lnTo>
                  <a:lnTo>
                    <a:pt x="3078933" y="3558329"/>
                  </a:lnTo>
                  <a:lnTo>
                    <a:pt x="3079185" y="3558329"/>
                  </a:lnTo>
                  <a:lnTo>
                    <a:pt x="3079311" y="3558329"/>
                  </a:lnTo>
                  <a:lnTo>
                    <a:pt x="3079942" y="3558329"/>
                  </a:lnTo>
                  <a:lnTo>
                    <a:pt x="3080320" y="3558329"/>
                  </a:lnTo>
                  <a:lnTo>
                    <a:pt x="3080446" y="3558329"/>
                  </a:lnTo>
                  <a:lnTo>
                    <a:pt x="3080824" y="3558329"/>
                  </a:lnTo>
                  <a:lnTo>
                    <a:pt x="3081077" y="3558329"/>
                  </a:lnTo>
                  <a:lnTo>
                    <a:pt x="3081581" y="3558329"/>
                  </a:lnTo>
                  <a:lnTo>
                    <a:pt x="3081707" y="3558329"/>
                  </a:lnTo>
                  <a:lnTo>
                    <a:pt x="3081833" y="3558329"/>
                  </a:lnTo>
                  <a:lnTo>
                    <a:pt x="3081959" y="3558329"/>
                  </a:lnTo>
                  <a:lnTo>
                    <a:pt x="3082590" y="3558329"/>
                  </a:lnTo>
                  <a:lnTo>
                    <a:pt x="3082716" y="3558329"/>
                  </a:lnTo>
                  <a:lnTo>
                    <a:pt x="3082842" y="3558329"/>
                  </a:lnTo>
                  <a:lnTo>
                    <a:pt x="3083094" y="3558329"/>
                  </a:lnTo>
                  <a:lnTo>
                    <a:pt x="3083220" y="3558329"/>
                  </a:lnTo>
                  <a:lnTo>
                    <a:pt x="3083472" y="3558329"/>
                  </a:lnTo>
                  <a:lnTo>
                    <a:pt x="3084229" y="3558329"/>
                  </a:lnTo>
                  <a:lnTo>
                    <a:pt x="3084355" y="3558329"/>
                  </a:lnTo>
                  <a:lnTo>
                    <a:pt x="3084481" y="3558329"/>
                  </a:lnTo>
                  <a:lnTo>
                    <a:pt x="3084607" y="3558329"/>
                  </a:lnTo>
                  <a:lnTo>
                    <a:pt x="3084985" y="3558329"/>
                  </a:lnTo>
                  <a:lnTo>
                    <a:pt x="3085490" y="3558329"/>
                  </a:lnTo>
                  <a:lnTo>
                    <a:pt x="3086120" y="3553050"/>
                  </a:lnTo>
                  <a:lnTo>
                    <a:pt x="3086372" y="3553050"/>
                  </a:lnTo>
                  <a:lnTo>
                    <a:pt x="3086498" y="3553050"/>
                  </a:lnTo>
                  <a:lnTo>
                    <a:pt x="3086877" y="3553050"/>
                  </a:lnTo>
                  <a:lnTo>
                    <a:pt x="3087129" y="3553050"/>
                  </a:lnTo>
                  <a:lnTo>
                    <a:pt x="3087759" y="3553050"/>
                  </a:lnTo>
                  <a:lnTo>
                    <a:pt x="3087885" y="3553050"/>
                  </a:lnTo>
                  <a:lnTo>
                    <a:pt x="3088264" y="3553050"/>
                  </a:lnTo>
                  <a:lnTo>
                    <a:pt x="3088390" y="3553050"/>
                  </a:lnTo>
                  <a:lnTo>
                    <a:pt x="3088516" y="3553050"/>
                  </a:lnTo>
                  <a:lnTo>
                    <a:pt x="3088642" y="3553050"/>
                  </a:lnTo>
                  <a:lnTo>
                    <a:pt x="3088768" y="3553050"/>
                  </a:lnTo>
                  <a:lnTo>
                    <a:pt x="3088894" y="3553050"/>
                  </a:lnTo>
                  <a:lnTo>
                    <a:pt x="3089146" y="3553050"/>
                  </a:lnTo>
                  <a:lnTo>
                    <a:pt x="3089272" y="3553050"/>
                  </a:lnTo>
                  <a:lnTo>
                    <a:pt x="3089777" y="3553050"/>
                  </a:lnTo>
                  <a:lnTo>
                    <a:pt x="3090155" y="3553050"/>
                  </a:lnTo>
                  <a:lnTo>
                    <a:pt x="3091794" y="3553050"/>
                  </a:lnTo>
                  <a:lnTo>
                    <a:pt x="3091920" y="3553050"/>
                  </a:lnTo>
                  <a:lnTo>
                    <a:pt x="3092172" y="3553050"/>
                  </a:lnTo>
                  <a:lnTo>
                    <a:pt x="3092298" y="3553050"/>
                  </a:lnTo>
                  <a:lnTo>
                    <a:pt x="3092550" y="3553050"/>
                  </a:lnTo>
                  <a:lnTo>
                    <a:pt x="3092677" y="3553050"/>
                  </a:lnTo>
                  <a:lnTo>
                    <a:pt x="3093181" y="3553050"/>
                  </a:lnTo>
                  <a:lnTo>
                    <a:pt x="3093307" y="3553050"/>
                  </a:lnTo>
                  <a:lnTo>
                    <a:pt x="3093433" y="3553050"/>
                  </a:lnTo>
                  <a:lnTo>
                    <a:pt x="3093559" y="3553050"/>
                  </a:lnTo>
                  <a:lnTo>
                    <a:pt x="3093685" y="3553050"/>
                  </a:lnTo>
                  <a:lnTo>
                    <a:pt x="3093811" y="3553050"/>
                  </a:lnTo>
                  <a:lnTo>
                    <a:pt x="3094190" y="3553050"/>
                  </a:lnTo>
                  <a:lnTo>
                    <a:pt x="3094694" y="3553050"/>
                  </a:lnTo>
                  <a:lnTo>
                    <a:pt x="3094820" y="3553050"/>
                  </a:lnTo>
                  <a:lnTo>
                    <a:pt x="3094946" y="3553050"/>
                  </a:lnTo>
                  <a:lnTo>
                    <a:pt x="3095703" y="3553050"/>
                  </a:lnTo>
                  <a:lnTo>
                    <a:pt x="3095829" y="3553050"/>
                  </a:lnTo>
                  <a:lnTo>
                    <a:pt x="3095955" y="3553050"/>
                  </a:lnTo>
                  <a:lnTo>
                    <a:pt x="3096081" y="3553050"/>
                  </a:lnTo>
                  <a:lnTo>
                    <a:pt x="3096459" y="3553050"/>
                  </a:lnTo>
                  <a:lnTo>
                    <a:pt x="3096711" y="3553050"/>
                  </a:lnTo>
                  <a:lnTo>
                    <a:pt x="3096964" y="3553050"/>
                  </a:lnTo>
                  <a:lnTo>
                    <a:pt x="3097846" y="3553050"/>
                  </a:lnTo>
                  <a:lnTo>
                    <a:pt x="3098224" y="3553050"/>
                  </a:lnTo>
                  <a:lnTo>
                    <a:pt x="3098477" y="3553050"/>
                  </a:lnTo>
                  <a:lnTo>
                    <a:pt x="3099107" y="3553050"/>
                  </a:lnTo>
                  <a:lnTo>
                    <a:pt x="3099359" y="3553050"/>
                  </a:lnTo>
                  <a:lnTo>
                    <a:pt x="3099864" y="3553050"/>
                  </a:lnTo>
                  <a:lnTo>
                    <a:pt x="3099990" y="3553050"/>
                  </a:lnTo>
                  <a:lnTo>
                    <a:pt x="3100242" y="3553050"/>
                  </a:lnTo>
                  <a:lnTo>
                    <a:pt x="3100494" y="3553050"/>
                  </a:lnTo>
                  <a:lnTo>
                    <a:pt x="3100746" y="3553050"/>
                  </a:lnTo>
                  <a:lnTo>
                    <a:pt x="3100872" y="3553050"/>
                  </a:lnTo>
                  <a:lnTo>
                    <a:pt x="3101124" y="3553050"/>
                  </a:lnTo>
                  <a:lnTo>
                    <a:pt x="3101251" y="3553050"/>
                  </a:lnTo>
                  <a:lnTo>
                    <a:pt x="3101377" y="3553050"/>
                  </a:lnTo>
                  <a:lnTo>
                    <a:pt x="3101629" y="3553050"/>
                  </a:lnTo>
                  <a:lnTo>
                    <a:pt x="3101755" y="3553050"/>
                  </a:lnTo>
                  <a:lnTo>
                    <a:pt x="3102007" y="3553050"/>
                  </a:lnTo>
                  <a:lnTo>
                    <a:pt x="3102133" y="3547771"/>
                  </a:lnTo>
                  <a:lnTo>
                    <a:pt x="3102259" y="3547771"/>
                  </a:lnTo>
                  <a:lnTo>
                    <a:pt x="3102764" y="3547771"/>
                  </a:lnTo>
                  <a:lnTo>
                    <a:pt x="3104151" y="3547771"/>
                  </a:lnTo>
                  <a:lnTo>
                    <a:pt x="3104403" y="3547771"/>
                  </a:lnTo>
                  <a:lnTo>
                    <a:pt x="3104529" y="3547771"/>
                  </a:lnTo>
                  <a:lnTo>
                    <a:pt x="3104907" y="3547771"/>
                  </a:lnTo>
                  <a:lnTo>
                    <a:pt x="3105033" y="3547771"/>
                  </a:lnTo>
                  <a:lnTo>
                    <a:pt x="3105159" y="3547771"/>
                  </a:lnTo>
                  <a:lnTo>
                    <a:pt x="3105285" y="3547771"/>
                  </a:lnTo>
                  <a:lnTo>
                    <a:pt x="3105790" y="3547771"/>
                  </a:lnTo>
                  <a:lnTo>
                    <a:pt x="3105916" y="3547771"/>
                  </a:lnTo>
                  <a:lnTo>
                    <a:pt x="3106420" y="3547771"/>
                  </a:lnTo>
                  <a:lnTo>
                    <a:pt x="3106672" y="3542491"/>
                  </a:lnTo>
                  <a:lnTo>
                    <a:pt x="3106798" y="3542491"/>
                  </a:lnTo>
                  <a:lnTo>
                    <a:pt x="3106924" y="3542491"/>
                  </a:lnTo>
                  <a:lnTo>
                    <a:pt x="3107051" y="3542491"/>
                  </a:lnTo>
                  <a:lnTo>
                    <a:pt x="3107303" y="3542491"/>
                  </a:lnTo>
                  <a:lnTo>
                    <a:pt x="3107555" y="3542491"/>
                  </a:lnTo>
                  <a:lnTo>
                    <a:pt x="3108311" y="3542491"/>
                  </a:lnTo>
                  <a:lnTo>
                    <a:pt x="3108564" y="3542491"/>
                  </a:lnTo>
                  <a:lnTo>
                    <a:pt x="3108690" y="3542491"/>
                  </a:lnTo>
                  <a:lnTo>
                    <a:pt x="3109446" y="3542491"/>
                  </a:lnTo>
                  <a:lnTo>
                    <a:pt x="3109572" y="3542491"/>
                  </a:lnTo>
                  <a:lnTo>
                    <a:pt x="3109698" y="3542491"/>
                  </a:lnTo>
                  <a:lnTo>
                    <a:pt x="3109824" y="3542491"/>
                  </a:lnTo>
                  <a:lnTo>
                    <a:pt x="3109951" y="3542491"/>
                  </a:lnTo>
                  <a:lnTo>
                    <a:pt x="3110077" y="3542491"/>
                  </a:lnTo>
                  <a:lnTo>
                    <a:pt x="3110329" y="3542491"/>
                  </a:lnTo>
                  <a:lnTo>
                    <a:pt x="3111085" y="3542491"/>
                  </a:lnTo>
                  <a:lnTo>
                    <a:pt x="3111464" y="3542491"/>
                  </a:lnTo>
                  <a:lnTo>
                    <a:pt x="3111590" y="3542491"/>
                  </a:lnTo>
                  <a:lnTo>
                    <a:pt x="3111716" y="3542491"/>
                  </a:lnTo>
                  <a:lnTo>
                    <a:pt x="3112094" y="3542491"/>
                  </a:lnTo>
                  <a:lnTo>
                    <a:pt x="3112220" y="3542491"/>
                  </a:lnTo>
                  <a:lnTo>
                    <a:pt x="3112598" y="3542491"/>
                  </a:lnTo>
                  <a:lnTo>
                    <a:pt x="3112725" y="3542491"/>
                  </a:lnTo>
                  <a:lnTo>
                    <a:pt x="3112851" y="3542491"/>
                  </a:lnTo>
                  <a:lnTo>
                    <a:pt x="3113103" y="3542491"/>
                  </a:lnTo>
                  <a:lnTo>
                    <a:pt x="3113229" y="3542491"/>
                  </a:lnTo>
                  <a:lnTo>
                    <a:pt x="3113355" y="3542491"/>
                  </a:lnTo>
                  <a:lnTo>
                    <a:pt x="3113481" y="3542491"/>
                  </a:lnTo>
                  <a:lnTo>
                    <a:pt x="3113607" y="3542491"/>
                  </a:lnTo>
                  <a:lnTo>
                    <a:pt x="3114111" y="3542491"/>
                  </a:lnTo>
                  <a:lnTo>
                    <a:pt x="3114238" y="3542491"/>
                  </a:lnTo>
                  <a:lnTo>
                    <a:pt x="3114742" y="3542491"/>
                  </a:lnTo>
                  <a:lnTo>
                    <a:pt x="3114994" y="3542491"/>
                  </a:lnTo>
                  <a:lnTo>
                    <a:pt x="3115120" y="3542491"/>
                  </a:lnTo>
                  <a:lnTo>
                    <a:pt x="3115372" y="3542491"/>
                  </a:lnTo>
                  <a:lnTo>
                    <a:pt x="3115625" y="3542491"/>
                  </a:lnTo>
                  <a:lnTo>
                    <a:pt x="3115751" y="3542491"/>
                  </a:lnTo>
                  <a:lnTo>
                    <a:pt x="3116255" y="3542491"/>
                  </a:lnTo>
                  <a:lnTo>
                    <a:pt x="3116381" y="3542491"/>
                  </a:lnTo>
                  <a:lnTo>
                    <a:pt x="3116633" y="3542491"/>
                  </a:lnTo>
                  <a:lnTo>
                    <a:pt x="3117264" y="3542491"/>
                  </a:lnTo>
                  <a:lnTo>
                    <a:pt x="3117390" y="3542491"/>
                  </a:lnTo>
                  <a:lnTo>
                    <a:pt x="3117516" y="3542491"/>
                  </a:lnTo>
                  <a:lnTo>
                    <a:pt x="3117642" y="3542491"/>
                  </a:lnTo>
                  <a:lnTo>
                    <a:pt x="3117894" y="3542491"/>
                  </a:lnTo>
                  <a:lnTo>
                    <a:pt x="3118020" y="3542491"/>
                  </a:lnTo>
                  <a:lnTo>
                    <a:pt x="3118146" y="3542491"/>
                  </a:lnTo>
                  <a:lnTo>
                    <a:pt x="3118272" y="3542491"/>
                  </a:lnTo>
                  <a:lnTo>
                    <a:pt x="3118525" y="3542491"/>
                  </a:lnTo>
                  <a:lnTo>
                    <a:pt x="3118525" y="3537212"/>
                  </a:lnTo>
                  <a:lnTo>
                    <a:pt x="3118777" y="3537212"/>
                  </a:lnTo>
                  <a:lnTo>
                    <a:pt x="3118903" y="3531932"/>
                  </a:lnTo>
                  <a:lnTo>
                    <a:pt x="3119029" y="3531932"/>
                  </a:lnTo>
                  <a:lnTo>
                    <a:pt x="3119281" y="3531932"/>
                  </a:lnTo>
                  <a:lnTo>
                    <a:pt x="3119407" y="3531932"/>
                  </a:lnTo>
                  <a:lnTo>
                    <a:pt x="3119659" y="3531932"/>
                  </a:lnTo>
                  <a:lnTo>
                    <a:pt x="3119785" y="3531932"/>
                  </a:lnTo>
                  <a:lnTo>
                    <a:pt x="3120038" y="3531932"/>
                  </a:lnTo>
                  <a:lnTo>
                    <a:pt x="3120668" y="3531932"/>
                  </a:lnTo>
                  <a:lnTo>
                    <a:pt x="3120794" y="3531932"/>
                  </a:lnTo>
                  <a:lnTo>
                    <a:pt x="3121172" y="3531932"/>
                  </a:lnTo>
                  <a:lnTo>
                    <a:pt x="3121425" y="3531932"/>
                  </a:lnTo>
                  <a:lnTo>
                    <a:pt x="3121551" y="3531932"/>
                  </a:lnTo>
                  <a:lnTo>
                    <a:pt x="3121677" y="3531932"/>
                  </a:lnTo>
                  <a:lnTo>
                    <a:pt x="3122055" y="3531932"/>
                  </a:lnTo>
                  <a:lnTo>
                    <a:pt x="3122433" y="3531932"/>
                  </a:lnTo>
                  <a:lnTo>
                    <a:pt x="3122938" y="3531932"/>
                  </a:lnTo>
                  <a:lnTo>
                    <a:pt x="3124829" y="3531932"/>
                  </a:lnTo>
                  <a:lnTo>
                    <a:pt x="3124955" y="3531932"/>
                  </a:lnTo>
                  <a:lnTo>
                    <a:pt x="3125081" y="3531932"/>
                  </a:lnTo>
                  <a:lnTo>
                    <a:pt x="3125459" y="3531932"/>
                  </a:lnTo>
                  <a:lnTo>
                    <a:pt x="3125712" y="3531932"/>
                  </a:lnTo>
                  <a:lnTo>
                    <a:pt x="3126090" y="3531932"/>
                  </a:lnTo>
                  <a:lnTo>
                    <a:pt x="3126342" y="3531932"/>
                  </a:lnTo>
                  <a:lnTo>
                    <a:pt x="3126468" y="3531932"/>
                  </a:lnTo>
                  <a:lnTo>
                    <a:pt x="3126720" y="3531932"/>
                  </a:lnTo>
                  <a:lnTo>
                    <a:pt x="3126972" y="3531932"/>
                  </a:lnTo>
                  <a:lnTo>
                    <a:pt x="3127603" y="3531932"/>
                  </a:lnTo>
                  <a:lnTo>
                    <a:pt x="3128107" y="3531932"/>
                  </a:lnTo>
                  <a:lnTo>
                    <a:pt x="3128359" y="3531932"/>
                  </a:lnTo>
                  <a:lnTo>
                    <a:pt x="3128738" y="3531932"/>
                  </a:lnTo>
                  <a:lnTo>
                    <a:pt x="3128864" y="3531932"/>
                  </a:lnTo>
                  <a:lnTo>
                    <a:pt x="3128990" y="3531932"/>
                  </a:lnTo>
                  <a:lnTo>
                    <a:pt x="3129116" y="3531932"/>
                  </a:lnTo>
                  <a:lnTo>
                    <a:pt x="3129242" y="3531932"/>
                  </a:lnTo>
                  <a:lnTo>
                    <a:pt x="3129620" y="3531932"/>
                  </a:lnTo>
                  <a:lnTo>
                    <a:pt x="3129872" y="3531932"/>
                  </a:lnTo>
                  <a:lnTo>
                    <a:pt x="3129999" y="3531932"/>
                  </a:lnTo>
                  <a:lnTo>
                    <a:pt x="3130125" y="3531932"/>
                  </a:lnTo>
                  <a:lnTo>
                    <a:pt x="3130251" y="3531932"/>
                  </a:lnTo>
                  <a:lnTo>
                    <a:pt x="3130377" y="3531932"/>
                  </a:lnTo>
                  <a:lnTo>
                    <a:pt x="3130755" y="3531932"/>
                  </a:lnTo>
                  <a:lnTo>
                    <a:pt x="3133907" y="3531932"/>
                  </a:lnTo>
                  <a:lnTo>
                    <a:pt x="3134159" y="3531932"/>
                  </a:lnTo>
                  <a:lnTo>
                    <a:pt x="3134285" y="3531932"/>
                  </a:lnTo>
                  <a:lnTo>
                    <a:pt x="3134412" y="3531932"/>
                  </a:lnTo>
                  <a:lnTo>
                    <a:pt x="3134664" y="3531932"/>
                  </a:lnTo>
                  <a:lnTo>
                    <a:pt x="3134790" y="3531932"/>
                  </a:lnTo>
                  <a:lnTo>
                    <a:pt x="3134916" y="3531932"/>
                  </a:lnTo>
                  <a:lnTo>
                    <a:pt x="3135168" y="3531932"/>
                  </a:lnTo>
                  <a:lnTo>
                    <a:pt x="3135420" y="3531932"/>
                  </a:lnTo>
                  <a:lnTo>
                    <a:pt x="3135672" y="3531932"/>
                  </a:lnTo>
                  <a:lnTo>
                    <a:pt x="3135925" y="3531932"/>
                  </a:lnTo>
                  <a:lnTo>
                    <a:pt x="3136177" y="3531932"/>
                  </a:lnTo>
                  <a:lnTo>
                    <a:pt x="3136555" y="3531932"/>
                  </a:lnTo>
                  <a:lnTo>
                    <a:pt x="3136807" y="3531932"/>
                  </a:lnTo>
                  <a:lnTo>
                    <a:pt x="3137059" y="3531932"/>
                  </a:lnTo>
                  <a:lnTo>
                    <a:pt x="3137186" y="3526653"/>
                  </a:lnTo>
                  <a:lnTo>
                    <a:pt x="3137438" y="3526653"/>
                  </a:lnTo>
                  <a:lnTo>
                    <a:pt x="3137564" y="3526653"/>
                  </a:lnTo>
                  <a:lnTo>
                    <a:pt x="3137690" y="3526653"/>
                  </a:lnTo>
                  <a:lnTo>
                    <a:pt x="3138068" y="3526653"/>
                  </a:lnTo>
                  <a:lnTo>
                    <a:pt x="3138194" y="3526653"/>
                  </a:lnTo>
                  <a:lnTo>
                    <a:pt x="3138320" y="3526653"/>
                  </a:lnTo>
                  <a:lnTo>
                    <a:pt x="3138446" y="3526653"/>
                  </a:lnTo>
                  <a:lnTo>
                    <a:pt x="3138572" y="3526653"/>
                  </a:lnTo>
                  <a:lnTo>
                    <a:pt x="3139203" y="3526653"/>
                  </a:lnTo>
                  <a:lnTo>
                    <a:pt x="3139455" y="3526653"/>
                  </a:lnTo>
                  <a:lnTo>
                    <a:pt x="3140086" y="3526653"/>
                  </a:lnTo>
                  <a:lnTo>
                    <a:pt x="3140338" y="3526653"/>
                  </a:lnTo>
                  <a:lnTo>
                    <a:pt x="3140464" y="3526653"/>
                  </a:lnTo>
                  <a:lnTo>
                    <a:pt x="3140716" y="3526653"/>
                  </a:lnTo>
                  <a:lnTo>
                    <a:pt x="3141599" y="3526653"/>
                  </a:lnTo>
                  <a:lnTo>
                    <a:pt x="3141977" y="3526653"/>
                  </a:lnTo>
                  <a:lnTo>
                    <a:pt x="3142481" y="3526653"/>
                  </a:lnTo>
                  <a:lnTo>
                    <a:pt x="3142986" y="3526653"/>
                  </a:lnTo>
                  <a:lnTo>
                    <a:pt x="3143616" y="3526653"/>
                  </a:lnTo>
                  <a:lnTo>
                    <a:pt x="3143742" y="3526653"/>
                  </a:lnTo>
                  <a:lnTo>
                    <a:pt x="3144246" y="3526653"/>
                  </a:lnTo>
                  <a:lnTo>
                    <a:pt x="3144372" y="3526653"/>
                  </a:lnTo>
                  <a:lnTo>
                    <a:pt x="3144372" y="3521374"/>
                  </a:lnTo>
                  <a:lnTo>
                    <a:pt x="3144625" y="3521374"/>
                  </a:lnTo>
                  <a:lnTo>
                    <a:pt x="3144751" y="3521374"/>
                  </a:lnTo>
                  <a:lnTo>
                    <a:pt x="3145129" y="3521374"/>
                  </a:lnTo>
                  <a:lnTo>
                    <a:pt x="3145255" y="3521374"/>
                  </a:lnTo>
                  <a:lnTo>
                    <a:pt x="3145381" y="3521374"/>
                  </a:lnTo>
                  <a:lnTo>
                    <a:pt x="3145507" y="3521374"/>
                  </a:lnTo>
                  <a:lnTo>
                    <a:pt x="3145886" y="3521374"/>
                  </a:lnTo>
                  <a:lnTo>
                    <a:pt x="3146138" y="3521374"/>
                  </a:lnTo>
                  <a:lnTo>
                    <a:pt x="3146138" y="3516094"/>
                  </a:lnTo>
                  <a:lnTo>
                    <a:pt x="3147020" y="3516094"/>
                  </a:lnTo>
                  <a:lnTo>
                    <a:pt x="3147146" y="3516094"/>
                  </a:lnTo>
                  <a:lnTo>
                    <a:pt x="3147273" y="3516094"/>
                  </a:lnTo>
                  <a:lnTo>
                    <a:pt x="3147399" y="3516094"/>
                  </a:lnTo>
                  <a:lnTo>
                    <a:pt x="3148029" y="3516094"/>
                  </a:lnTo>
                  <a:lnTo>
                    <a:pt x="3148155" y="3516094"/>
                  </a:lnTo>
                  <a:lnTo>
                    <a:pt x="3148155" y="3510815"/>
                  </a:lnTo>
                  <a:lnTo>
                    <a:pt x="3148281" y="3510815"/>
                  </a:lnTo>
                  <a:lnTo>
                    <a:pt x="3148407" y="3510815"/>
                  </a:lnTo>
                  <a:lnTo>
                    <a:pt x="3148533" y="3510815"/>
                  </a:lnTo>
                  <a:lnTo>
                    <a:pt x="3148659" y="3510815"/>
                  </a:lnTo>
                  <a:lnTo>
                    <a:pt x="3149038" y="3510815"/>
                  </a:lnTo>
                  <a:lnTo>
                    <a:pt x="3149668" y="3510815"/>
                  </a:lnTo>
                  <a:lnTo>
                    <a:pt x="3149920" y="3510815"/>
                  </a:lnTo>
                  <a:lnTo>
                    <a:pt x="3149920" y="3505535"/>
                  </a:lnTo>
                  <a:lnTo>
                    <a:pt x="3150046" y="3505535"/>
                  </a:lnTo>
                  <a:lnTo>
                    <a:pt x="3150299" y="3505535"/>
                  </a:lnTo>
                  <a:lnTo>
                    <a:pt x="3150803" y="3505535"/>
                  </a:lnTo>
                  <a:lnTo>
                    <a:pt x="3150929" y="3505535"/>
                  </a:lnTo>
                  <a:lnTo>
                    <a:pt x="3151307" y="3505535"/>
                  </a:lnTo>
                  <a:lnTo>
                    <a:pt x="3151686" y="3505535"/>
                  </a:lnTo>
                  <a:lnTo>
                    <a:pt x="3151938" y="3505535"/>
                  </a:lnTo>
                  <a:lnTo>
                    <a:pt x="3152190" y="3505535"/>
                  </a:lnTo>
                  <a:lnTo>
                    <a:pt x="3152442" y="3505535"/>
                  </a:lnTo>
                  <a:lnTo>
                    <a:pt x="3152568" y="3505535"/>
                  </a:lnTo>
                  <a:lnTo>
                    <a:pt x="3153073" y="3505535"/>
                  </a:lnTo>
                  <a:lnTo>
                    <a:pt x="3153199" y="3505535"/>
                  </a:lnTo>
                  <a:lnTo>
                    <a:pt x="3153829" y="3505535"/>
                  </a:lnTo>
                  <a:lnTo>
                    <a:pt x="3153955" y="3505535"/>
                  </a:lnTo>
                  <a:lnTo>
                    <a:pt x="3154081" y="3505535"/>
                  </a:lnTo>
                  <a:lnTo>
                    <a:pt x="3154333" y="3505535"/>
                  </a:lnTo>
                  <a:lnTo>
                    <a:pt x="3154712" y="3505535"/>
                  </a:lnTo>
                  <a:lnTo>
                    <a:pt x="3154838" y="3505535"/>
                  </a:lnTo>
                  <a:lnTo>
                    <a:pt x="3155216" y="3505535"/>
                  </a:lnTo>
                  <a:lnTo>
                    <a:pt x="3156225" y="3505535"/>
                  </a:lnTo>
                  <a:lnTo>
                    <a:pt x="3156225" y="3500256"/>
                  </a:lnTo>
                  <a:lnTo>
                    <a:pt x="3156351" y="3500256"/>
                  </a:lnTo>
                  <a:lnTo>
                    <a:pt x="3156603" y="3500256"/>
                  </a:lnTo>
                  <a:lnTo>
                    <a:pt x="3156729" y="3500256"/>
                  </a:lnTo>
                  <a:lnTo>
                    <a:pt x="3156981" y="3500256"/>
                  </a:lnTo>
                  <a:lnTo>
                    <a:pt x="3157864" y="3500256"/>
                  </a:lnTo>
                  <a:lnTo>
                    <a:pt x="3157990" y="3500256"/>
                  </a:lnTo>
                  <a:lnTo>
                    <a:pt x="3158116" y="3500256"/>
                  </a:lnTo>
                  <a:lnTo>
                    <a:pt x="3158242" y="3500256"/>
                  </a:lnTo>
                  <a:lnTo>
                    <a:pt x="3158242" y="3494976"/>
                  </a:lnTo>
                  <a:lnTo>
                    <a:pt x="3158620" y="3489697"/>
                  </a:lnTo>
                  <a:lnTo>
                    <a:pt x="3159503" y="3489697"/>
                  </a:lnTo>
                  <a:lnTo>
                    <a:pt x="3159755" y="3489697"/>
                  </a:lnTo>
                  <a:lnTo>
                    <a:pt x="3160133" y="3489697"/>
                  </a:lnTo>
                  <a:lnTo>
                    <a:pt x="3160260" y="3489697"/>
                  </a:lnTo>
                  <a:lnTo>
                    <a:pt x="3160386" y="3489697"/>
                  </a:lnTo>
                  <a:lnTo>
                    <a:pt x="3160638" y="3489697"/>
                  </a:lnTo>
                  <a:lnTo>
                    <a:pt x="3160890" y="3489697"/>
                  </a:lnTo>
                  <a:lnTo>
                    <a:pt x="3161268" y="3489697"/>
                  </a:lnTo>
                  <a:lnTo>
                    <a:pt x="3161394" y="3489697"/>
                  </a:lnTo>
                  <a:lnTo>
                    <a:pt x="3161899" y="3489697"/>
                  </a:lnTo>
                  <a:lnTo>
                    <a:pt x="3162025" y="3489697"/>
                  </a:lnTo>
                  <a:lnTo>
                    <a:pt x="3162277" y="3489697"/>
                  </a:lnTo>
                  <a:lnTo>
                    <a:pt x="3162403" y="3489697"/>
                  </a:lnTo>
                  <a:lnTo>
                    <a:pt x="3163160" y="3489697"/>
                  </a:lnTo>
                  <a:lnTo>
                    <a:pt x="3163286" y="3489697"/>
                  </a:lnTo>
                  <a:lnTo>
                    <a:pt x="3163412" y="3489697"/>
                  </a:lnTo>
                  <a:lnTo>
                    <a:pt x="3164042" y="3489697"/>
                  </a:lnTo>
                  <a:lnTo>
                    <a:pt x="3164168" y="3489697"/>
                  </a:lnTo>
                  <a:lnTo>
                    <a:pt x="3164547" y="3489697"/>
                  </a:lnTo>
                  <a:lnTo>
                    <a:pt x="3165051" y="3484418"/>
                  </a:lnTo>
                  <a:lnTo>
                    <a:pt x="3165051" y="3479138"/>
                  </a:lnTo>
                  <a:lnTo>
                    <a:pt x="3165555" y="3479138"/>
                  </a:lnTo>
                  <a:lnTo>
                    <a:pt x="3165807" y="3479138"/>
                  </a:lnTo>
                  <a:lnTo>
                    <a:pt x="3165933" y="3479138"/>
                  </a:lnTo>
                  <a:lnTo>
                    <a:pt x="3166060" y="3479138"/>
                  </a:lnTo>
                  <a:lnTo>
                    <a:pt x="3166312" y="3479138"/>
                  </a:lnTo>
                  <a:lnTo>
                    <a:pt x="3166690" y="3479138"/>
                  </a:lnTo>
                  <a:lnTo>
                    <a:pt x="3167447" y="3473859"/>
                  </a:lnTo>
                  <a:lnTo>
                    <a:pt x="3167699" y="3473859"/>
                  </a:lnTo>
                  <a:lnTo>
                    <a:pt x="3167825" y="3473859"/>
                  </a:lnTo>
                  <a:lnTo>
                    <a:pt x="3168455" y="3473859"/>
                  </a:lnTo>
                  <a:lnTo>
                    <a:pt x="3168581" y="3473859"/>
                  </a:lnTo>
                  <a:lnTo>
                    <a:pt x="3168833" y="3473859"/>
                  </a:lnTo>
                  <a:lnTo>
                    <a:pt x="3169338" y="3473859"/>
                  </a:lnTo>
                  <a:lnTo>
                    <a:pt x="3169464" y="3473859"/>
                  </a:lnTo>
                  <a:lnTo>
                    <a:pt x="3169842" y="3473859"/>
                  </a:lnTo>
                  <a:lnTo>
                    <a:pt x="3169968" y="3473859"/>
                  </a:lnTo>
                  <a:lnTo>
                    <a:pt x="3170094" y="3473859"/>
                  </a:lnTo>
                  <a:lnTo>
                    <a:pt x="3170599" y="3473859"/>
                  </a:lnTo>
                  <a:lnTo>
                    <a:pt x="3170725" y="3473859"/>
                  </a:lnTo>
                  <a:lnTo>
                    <a:pt x="3171734" y="3473859"/>
                  </a:lnTo>
                  <a:lnTo>
                    <a:pt x="3171860" y="3473859"/>
                  </a:lnTo>
                  <a:lnTo>
                    <a:pt x="3172238" y="3473859"/>
                  </a:lnTo>
                  <a:lnTo>
                    <a:pt x="3172490" y="3473859"/>
                  </a:lnTo>
                  <a:lnTo>
                    <a:pt x="3173247" y="3473859"/>
                  </a:lnTo>
                  <a:lnTo>
                    <a:pt x="3173625" y="3473859"/>
                  </a:lnTo>
                  <a:lnTo>
                    <a:pt x="3173877" y="3473859"/>
                  </a:lnTo>
                  <a:lnTo>
                    <a:pt x="3174003" y="3473859"/>
                  </a:lnTo>
                  <a:lnTo>
                    <a:pt x="3174129" y="3473859"/>
                  </a:lnTo>
                  <a:lnTo>
                    <a:pt x="3174381" y="3473859"/>
                  </a:lnTo>
                  <a:lnTo>
                    <a:pt x="3174507" y="3473859"/>
                  </a:lnTo>
                  <a:lnTo>
                    <a:pt x="3174634" y="3473859"/>
                  </a:lnTo>
                  <a:lnTo>
                    <a:pt x="3174886" y="3473859"/>
                  </a:lnTo>
                  <a:lnTo>
                    <a:pt x="3175012" y="3473859"/>
                  </a:lnTo>
                  <a:lnTo>
                    <a:pt x="3175264" y="3473859"/>
                  </a:lnTo>
                  <a:lnTo>
                    <a:pt x="3175390" y="3473859"/>
                  </a:lnTo>
                  <a:lnTo>
                    <a:pt x="3175516" y="3473859"/>
                  </a:lnTo>
                  <a:lnTo>
                    <a:pt x="3175768" y="3473859"/>
                  </a:lnTo>
                  <a:lnTo>
                    <a:pt x="3176525" y="3473859"/>
                  </a:lnTo>
                  <a:lnTo>
                    <a:pt x="3176777" y="3473859"/>
                  </a:lnTo>
                  <a:lnTo>
                    <a:pt x="3176903" y="3473859"/>
                  </a:lnTo>
                  <a:lnTo>
                    <a:pt x="3177534" y="3473859"/>
                  </a:lnTo>
                  <a:lnTo>
                    <a:pt x="3177786" y="3473859"/>
                  </a:lnTo>
                  <a:lnTo>
                    <a:pt x="3177912" y="3473859"/>
                  </a:lnTo>
                  <a:lnTo>
                    <a:pt x="3178290" y="3473859"/>
                  </a:lnTo>
                  <a:lnTo>
                    <a:pt x="3178668" y="3473859"/>
                  </a:lnTo>
                  <a:lnTo>
                    <a:pt x="3178794" y="3473859"/>
                  </a:lnTo>
                  <a:lnTo>
                    <a:pt x="3178921" y="3473859"/>
                  </a:lnTo>
                  <a:lnTo>
                    <a:pt x="3179929" y="3463300"/>
                  </a:lnTo>
                  <a:lnTo>
                    <a:pt x="3180307" y="3463300"/>
                  </a:lnTo>
                  <a:lnTo>
                    <a:pt x="3180686" y="3463300"/>
                  </a:lnTo>
                  <a:lnTo>
                    <a:pt x="3180812" y="3463300"/>
                  </a:lnTo>
                  <a:lnTo>
                    <a:pt x="3181064" y="3463300"/>
                  </a:lnTo>
                  <a:lnTo>
                    <a:pt x="3181190" y="3463300"/>
                  </a:lnTo>
                  <a:lnTo>
                    <a:pt x="3181442" y="3463300"/>
                  </a:lnTo>
                  <a:lnTo>
                    <a:pt x="3181568" y="3463300"/>
                  </a:lnTo>
                  <a:lnTo>
                    <a:pt x="3182451" y="3463300"/>
                  </a:lnTo>
                  <a:lnTo>
                    <a:pt x="3182577" y="3463300"/>
                  </a:lnTo>
                  <a:lnTo>
                    <a:pt x="3182703" y="3463300"/>
                  </a:lnTo>
                  <a:lnTo>
                    <a:pt x="3182955" y="3463300"/>
                  </a:lnTo>
                  <a:lnTo>
                    <a:pt x="3183081" y="3463300"/>
                  </a:lnTo>
                  <a:lnTo>
                    <a:pt x="3183334" y="3463300"/>
                  </a:lnTo>
                  <a:lnTo>
                    <a:pt x="3183460" y="3463300"/>
                  </a:lnTo>
                  <a:lnTo>
                    <a:pt x="3183586" y="3463300"/>
                  </a:lnTo>
                  <a:lnTo>
                    <a:pt x="3183838" y="3463300"/>
                  </a:lnTo>
                  <a:lnTo>
                    <a:pt x="3183964" y="3463300"/>
                  </a:lnTo>
                  <a:lnTo>
                    <a:pt x="3185603" y="3463300"/>
                  </a:lnTo>
                  <a:lnTo>
                    <a:pt x="3185729" y="3463300"/>
                  </a:lnTo>
                  <a:lnTo>
                    <a:pt x="3185855" y="3463300"/>
                  </a:lnTo>
                  <a:lnTo>
                    <a:pt x="3185981" y="3463300"/>
                  </a:lnTo>
                  <a:lnTo>
                    <a:pt x="3186107" y="3463300"/>
                  </a:lnTo>
                  <a:lnTo>
                    <a:pt x="3186107" y="3458020"/>
                  </a:lnTo>
                  <a:lnTo>
                    <a:pt x="3186234" y="3458020"/>
                  </a:lnTo>
                  <a:lnTo>
                    <a:pt x="3186360" y="3458020"/>
                  </a:lnTo>
                  <a:lnTo>
                    <a:pt x="3186612" y="3458020"/>
                  </a:lnTo>
                  <a:lnTo>
                    <a:pt x="3186738" y="3452741"/>
                  </a:lnTo>
                  <a:lnTo>
                    <a:pt x="3186990" y="3452741"/>
                  </a:lnTo>
                  <a:lnTo>
                    <a:pt x="3187116" y="3452741"/>
                  </a:lnTo>
                  <a:lnTo>
                    <a:pt x="3187242" y="3452741"/>
                  </a:lnTo>
                  <a:lnTo>
                    <a:pt x="3187747" y="3452741"/>
                  </a:lnTo>
                  <a:lnTo>
                    <a:pt x="3187873" y="3452741"/>
                  </a:lnTo>
                  <a:lnTo>
                    <a:pt x="3188503" y="3452741"/>
                  </a:lnTo>
                  <a:lnTo>
                    <a:pt x="3188629" y="3452741"/>
                  </a:lnTo>
                  <a:lnTo>
                    <a:pt x="3188755" y="3452741"/>
                  </a:lnTo>
                  <a:lnTo>
                    <a:pt x="3189134" y="3452741"/>
                  </a:lnTo>
                  <a:lnTo>
                    <a:pt x="3190142" y="3452741"/>
                  </a:lnTo>
                  <a:lnTo>
                    <a:pt x="3190394" y="3452741"/>
                  </a:lnTo>
                  <a:lnTo>
                    <a:pt x="3190521" y="3452741"/>
                  </a:lnTo>
                  <a:lnTo>
                    <a:pt x="3190647" y="3452741"/>
                  </a:lnTo>
                  <a:lnTo>
                    <a:pt x="3190773" y="3452741"/>
                  </a:lnTo>
                  <a:lnTo>
                    <a:pt x="3190899" y="3452741"/>
                  </a:lnTo>
                  <a:lnTo>
                    <a:pt x="3191277" y="3452741"/>
                  </a:lnTo>
                  <a:lnTo>
                    <a:pt x="3191403" y="3452741"/>
                  </a:lnTo>
                  <a:lnTo>
                    <a:pt x="3192160" y="3452741"/>
                  </a:lnTo>
                  <a:lnTo>
                    <a:pt x="3192538" y="3452741"/>
                  </a:lnTo>
                  <a:lnTo>
                    <a:pt x="3192664" y="3452741"/>
                  </a:lnTo>
                  <a:lnTo>
                    <a:pt x="3192916" y="3452741"/>
                  </a:lnTo>
                  <a:lnTo>
                    <a:pt x="3193042" y="3452741"/>
                  </a:lnTo>
                  <a:lnTo>
                    <a:pt x="3193421" y="3452741"/>
                  </a:lnTo>
                  <a:lnTo>
                    <a:pt x="3193547" y="3452741"/>
                  </a:lnTo>
                  <a:lnTo>
                    <a:pt x="3194303" y="3452741"/>
                  </a:lnTo>
                  <a:lnTo>
                    <a:pt x="3195942" y="3452741"/>
                  </a:lnTo>
                  <a:lnTo>
                    <a:pt x="3196068" y="3452741"/>
                  </a:lnTo>
                  <a:lnTo>
                    <a:pt x="3196321" y="3452741"/>
                  </a:lnTo>
                  <a:lnTo>
                    <a:pt x="3196951" y="3452741"/>
                  </a:lnTo>
                  <a:lnTo>
                    <a:pt x="3197077" y="3447462"/>
                  </a:lnTo>
                  <a:lnTo>
                    <a:pt x="3197329" y="3447462"/>
                  </a:lnTo>
                  <a:lnTo>
                    <a:pt x="3197455" y="3442182"/>
                  </a:lnTo>
                  <a:lnTo>
                    <a:pt x="3197581" y="3442182"/>
                  </a:lnTo>
                  <a:lnTo>
                    <a:pt x="3198590" y="3442182"/>
                  </a:lnTo>
                  <a:lnTo>
                    <a:pt x="3198842" y="3442182"/>
                  </a:lnTo>
                  <a:lnTo>
                    <a:pt x="3198968" y="3442182"/>
                  </a:lnTo>
                  <a:lnTo>
                    <a:pt x="3199095" y="3442182"/>
                  </a:lnTo>
                  <a:lnTo>
                    <a:pt x="3199221" y="3442182"/>
                  </a:lnTo>
                  <a:lnTo>
                    <a:pt x="3199347" y="3442182"/>
                  </a:lnTo>
                  <a:lnTo>
                    <a:pt x="3199473" y="3442182"/>
                  </a:lnTo>
                  <a:lnTo>
                    <a:pt x="3199725" y="3442182"/>
                  </a:lnTo>
                  <a:lnTo>
                    <a:pt x="3200103" y="3442182"/>
                  </a:lnTo>
                  <a:lnTo>
                    <a:pt x="3200355" y="3436903"/>
                  </a:lnTo>
                  <a:lnTo>
                    <a:pt x="3200608" y="3436903"/>
                  </a:lnTo>
                  <a:lnTo>
                    <a:pt x="3200986" y="3436903"/>
                  </a:lnTo>
                  <a:lnTo>
                    <a:pt x="3201112" y="3436903"/>
                  </a:lnTo>
                  <a:lnTo>
                    <a:pt x="3201742" y="3436903"/>
                  </a:lnTo>
                  <a:lnTo>
                    <a:pt x="3202247" y="3436903"/>
                  </a:lnTo>
                  <a:lnTo>
                    <a:pt x="3202373" y="3436903"/>
                  </a:lnTo>
                  <a:lnTo>
                    <a:pt x="3203129" y="3436903"/>
                  </a:lnTo>
                  <a:lnTo>
                    <a:pt x="3203255" y="3436903"/>
                  </a:lnTo>
                  <a:lnTo>
                    <a:pt x="3203508" y="3436903"/>
                  </a:lnTo>
                  <a:lnTo>
                    <a:pt x="3203634" y="3436903"/>
                  </a:lnTo>
                  <a:lnTo>
                    <a:pt x="3203760" y="3436903"/>
                  </a:lnTo>
                  <a:lnTo>
                    <a:pt x="3203886" y="3431623"/>
                  </a:lnTo>
                  <a:lnTo>
                    <a:pt x="3204012" y="3431623"/>
                  </a:lnTo>
                  <a:lnTo>
                    <a:pt x="3204264" y="3431623"/>
                  </a:lnTo>
                  <a:lnTo>
                    <a:pt x="3204390" y="3431623"/>
                  </a:lnTo>
                  <a:lnTo>
                    <a:pt x="3205021" y="3431623"/>
                  </a:lnTo>
                  <a:lnTo>
                    <a:pt x="3205273" y="3431623"/>
                  </a:lnTo>
                  <a:lnTo>
                    <a:pt x="3205399" y="3431623"/>
                  </a:lnTo>
                  <a:lnTo>
                    <a:pt x="3205525" y="3431623"/>
                  </a:lnTo>
                  <a:lnTo>
                    <a:pt x="3206155" y="3431623"/>
                  </a:lnTo>
                  <a:lnTo>
                    <a:pt x="3206534" y="3431623"/>
                  </a:lnTo>
                  <a:lnTo>
                    <a:pt x="3206786" y="3431623"/>
                  </a:lnTo>
                  <a:lnTo>
                    <a:pt x="3207038" y="3431623"/>
                  </a:lnTo>
                  <a:lnTo>
                    <a:pt x="3207164" y="3431623"/>
                  </a:lnTo>
                  <a:lnTo>
                    <a:pt x="3207290" y="3431623"/>
                  </a:lnTo>
                  <a:lnTo>
                    <a:pt x="3207416" y="3431623"/>
                  </a:lnTo>
                  <a:lnTo>
                    <a:pt x="3208425" y="3431623"/>
                  </a:lnTo>
                  <a:lnTo>
                    <a:pt x="3208551" y="3431623"/>
                  </a:lnTo>
                  <a:lnTo>
                    <a:pt x="3208677" y="3431623"/>
                  </a:lnTo>
                  <a:lnTo>
                    <a:pt x="3208803" y="3431623"/>
                  </a:lnTo>
                  <a:lnTo>
                    <a:pt x="3208929" y="3431623"/>
                  </a:lnTo>
                  <a:lnTo>
                    <a:pt x="3209308" y="3431623"/>
                  </a:lnTo>
                  <a:lnTo>
                    <a:pt x="3209686" y="3426344"/>
                  </a:lnTo>
                  <a:lnTo>
                    <a:pt x="3209938" y="3426344"/>
                  </a:lnTo>
                  <a:lnTo>
                    <a:pt x="3210064" y="3426344"/>
                  </a:lnTo>
                  <a:lnTo>
                    <a:pt x="3210316" y="3426344"/>
                  </a:lnTo>
                  <a:lnTo>
                    <a:pt x="3210568" y="3426344"/>
                  </a:lnTo>
                  <a:lnTo>
                    <a:pt x="3210821" y="3426344"/>
                  </a:lnTo>
                  <a:lnTo>
                    <a:pt x="3211199" y="3426344"/>
                  </a:lnTo>
                  <a:lnTo>
                    <a:pt x="3211955" y="3426344"/>
                  </a:lnTo>
                  <a:lnTo>
                    <a:pt x="3212082" y="3426344"/>
                  </a:lnTo>
                  <a:lnTo>
                    <a:pt x="3212838" y="3426344"/>
                  </a:lnTo>
                  <a:lnTo>
                    <a:pt x="3213090" y="3426344"/>
                  </a:lnTo>
                  <a:lnTo>
                    <a:pt x="3213216" y="3426344"/>
                  </a:lnTo>
                  <a:lnTo>
                    <a:pt x="3213342" y="3426344"/>
                  </a:lnTo>
                  <a:lnTo>
                    <a:pt x="3213469" y="3426344"/>
                  </a:lnTo>
                  <a:lnTo>
                    <a:pt x="3213721" y="3426344"/>
                  </a:lnTo>
                  <a:lnTo>
                    <a:pt x="3213847" y="3426344"/>
                  </a:lnTo>
                  <a:lnTo>
                    <a:pt x="3214603" y="3426344"/>
                  </a:lnTo>
                  <a:lnTo>
                    <a:pt x="3214855" y="3426344"/>
                  </a:lnTo>
                  <a:lnTo>
                    <a:pt x="3214982" y="3426344"/>
                  </a:lnTo>
                  <a:lnTo>
                    <a:pt x="3215486" y="3426344"/>
                  </a:lnTo>
                  <a:lnTo>
                    <a:pt x="3215612" y="3426344"/>
                  </a:lnTo>
                  <a:lnTo>
                    <a:pt x="3215738" y="3426344"/>
                  </a:lnTo>
                  <a:lnTo>
                    <a:pt x="3215864" y="3426344"/>
                  </a:lnTo>
                  <a:lnTo>
                    <a:pt x="3216116" y="3426344"/>
                  </a:lnTo>
                  <a:lnTo>
                    <a:pt x="3216242" y="3426344"/>
                  </a:lnTo>
                  <a:lnTo>
                    <a:pt x="3216369" y="3426344"/>
                  </a:lnTo>
                  <a:lnTo>
                    <a:pt x="3216621" y="3426344"/>
                  </a:lnTo>
                  <a:lnTo>
                    <a:pt x="3216747" y="3426344"/>
                  </a:lnTo>
                  <a:lnTo>
                    <a:pt x="3217251" y="3426344"/>
                  </a:lnTo>
                  <a:lnTo>
                    <a:pt x="3218134" y="3426344"/>
                  </a:lnTo>
                  <a:lnTo>
                    <a:pt x="3218512" y="3421065"/>
                  </a:lnTo>
                  <a:lnTo>
                    <a:pt x="3218638" y="3421065"/>
                  </a:lnTo>
                  <a:lnTo>
                    <a:pt x="3218764" y="3421065"/>
                  </a:lnTo>
                  <a:lnTo>
                    <a:pt x="3218890" y="3421065"/>
                  </a:lnTo>
                  <a:lnTo>
                    <a:pt x="3219016" y="3421065"/>
                  </a:lnTo>
                  <a:lnTo>
                    <a:pt x="3219269" y="3421065"/>
                  </a:lnTo>
                  <a:lnTo>
                    <a:pt x="3219647" y="3421065"/>
                  </a:lnTo>
                  <a:lnTo>
                    <a:pt x="3219773" y="3421065"/>
                  </a:lnTo>
                  <a:lnTo>
                    <a:pt x="3220151" y="3421065"/>
                  </a:lnTo>
                  <a:lnTo>
                    <a:pt x="3220277" y="3421065"/>
                  </a:lnTo>
                  <a:lnTo>
                    <a:pt x="3221412" y="3421065"/>
                  </a:lnTo>
                  <a:lnTo>
                    <a:pt x="3221664" y="3421065"/>
                  </a:lnTo>
                  <a:lnTo>
                    <a:pt x="3221790" y="3421065"/>
                  </a:lnTo>
                  <a:lnTo>
                    <a:pt x="3222042" y="3421065"/>
                  </a:lnTo>
                  <a:lnTo>
                    <a:pt x="3222295" y="3421065"/>
                  </a:lnTo>
                  <a:lnTo>
                    <a:pt x="3222547" y="3421065"/>
                  </a:lnTo>
                  <a:lnTo>
                    <a:pt x="3222673" y="3421065"/>
                  </a:lnTo>
                  <a:lnTo>
                    <a:pt x="3222799" y="3421065"/>
                  </a:lnTo>
                  <a:lnTo>
                    <a:pt x="3223429" y="3421065"/>
                  </a:lnTo>
                  <a:lnTo>
                    <a:pt x="3223808" y="3421065"/>
                  </a:lnTo>
                  <a:lnTo>
                    <a:pt x="3224060" y="3421065"/>
                  </a:lnTo>
                  <a:lnTo>
                    <a:pt x="3224312" y="3421065"/>
                  </a:lnTo>
                  <a:lnTo>
                    <a:pt x="3224438" y="3415785"/>
                  </a:lnTo>
                  <a:lnTo>
                    <a:pt x="3224690" y="3415785"/>
                  </a:lnTo>
                  <a:lnTo>
                    <a:pt x="3224816" y="3415785"/>
                  </a:lnTo>
                  <a:lnTo>
                    <a:pt x="3224942" y="3415785"/>
                  </a:lnTo>
                  <a:lnTo>
                    <a:pt x="3225573" y="3415785"/>
                  </a:lnTo>
                  <a:lnTo>
                    <a:pt x="3225699" y="3415785"/>
                  </a:lnTo>
                  <a:lnTo>
                    <a:pt x="3225825" y="3415785"/>
                  </a:lnTo>
                  <a:lnTo>
                    <a:pt x="3226708" y="3415785"/>
                  </a:lnTo>
                  <a:lnTo>
                    <a:pt x="3226834" y="3415785"/>
                  </a:lnTo>
                  <a:lnTo>
                    <a:pt x="3227086" y="3415785"/>
                  </a:lnTo>
                  <a:lnTo>
                    <a:pt x="3227212" y="3415785"/>
                  </a:lnTo>
                  <a:lnTo>
                    <a:pt x="3227843" y="3415785"/>
                  </a:lnTo>
                  <a:lnTo>
                    <a:pt x="3228095" y="3415785"/>
                  </a:lnTo>
                  <a:lnTo>
                    <a:pt x="3228221" y="3415785"/>
                  </a:lnTo>
                  <a:lnTo>
                    <a:pt x="3228473" y="3415785"/>
                  </a:lnTo>
                  <a:lnTo>
                    <a:pt x="3228599" y="3415785"/>
                  </a:lnTo>
                  <a:lnTo>
                    <a:pt x="3228725" y="3415785"/>
                  </a:lnTo>
                  <a:lnTo>
                    <a:pt x="3229103" y="3415785"/>
                  </a:lnTo>
                  <a:lnTo>
                    <a:pt x="3229482" y="3415785"/>
                  </a:lnTo>
                  <a:lnTo>
                    <a:pt x="3229860" y="3415785"/>
                  </a:lnTo>
                  <a:lnTo>
                    <a:pt x="3230238" y="3415785"/>
                  </a:lnTo>
                  <a:lnTo>
                    <a:pt x="3230364" y="3415785"/>
                  </a:lnTo>
                  <a:lnTo>
                    <a:pt x="3230490" y="3415785"/>
                  </a:lnTo>
                  <a:lnTo>
                    <a:pt x="3230743" y="3415785"/>
                  </a:lnTo>
                  <a:lnTo>
                    <a:pt x="3231751" y="3415785"/>
                  </a:lnTo>
                  <a:lnTo>
                    <a:pt x="3231877" y="3415785"/>
                  </a:lnTo>
                  <a:lnTo>
                    <a:pt x="3232003" y="3415785"/>
                  </a:lnTo>
                  <a:lnTo>
                    <a:pt x="3232129" y="3415785"/>
                  </a:lnTo>
                  <a:lnTo>
                    <a:pt x="3232382" y="3415785"/>
                  </a:lnTo>
                  <a:lnTo>
                    <a:pt x="3232508" y="3415785"/>
                  </a:lnTo>
                  <a:lnTo>
                    <a:pt x="3232634" y="3415785"/>
                  </a:lnTo>
                  <a:lnTo>
                    <a:pt x="3233012" y="3415785"/>
                  </a:lnTo>
                  <a:lnTo>
                    <a:pt x="3233138" y="3415785"/>
                  </a:lnTo>
                  <a:lnTo>
                    <a:pt x="3233516" y="3415785"/>
                  </a:lnTo>
                  <a:lnTo>
                    <a:pt x="3233643" y="3415785"/>
                  </a:lnTo>
                  <a:lnTo>
                    <a:pt x="3233895" y="3410506"/>
                  </a:lnTo>
                  <a:lnTo>
                    <a:pt x="3234021" y="3410506"/>
                  </a:lnTo>
                  <a:lnTo>
                    <a:pt x="3234147" y="3410506"/>
                  </a:lnTo>
                  <a:lnTo>
                    <a:pt x="3234273" y="3410506"/>
                  </a:lnTo>
                  <a:lnTo>
                    <a:pt x="3235029" y="3410506"/>
                  </a:lnTo>
                  <a:lnTo>
                    <a:pt x="3235156" y="3410506"/>
                  </a:lnTo>
                  <a:lnTo>
                    <a:pt x="3235408" y="3410506"/>
                  </a:lnTo>
                  <a:lnTo>
                    <a:pt x="3235912" y="3410506"/>
                  </a:lnTo>
                  <a:lnTo>
                    <a:pt x="3236038" y="3410506"/>
                  </a:lnTo>
                  <a:lnTo>
                    <a:pt x="3236164" y="3410506"/>
                  </a:lnTo>
                  <a:lnTo>
                    <a:pt x="3236669" y="3410506"/>
                  </a:lnTo>
                  <a:lnTo>
                    <a:pt x="3237047" y="3410506"/>
                  </a:lnTo>
                  <a:lnTo>
                    <a:pt x="3237173" y="3410506"/>
                  </a:lnTo>
                  <a:lnTo>
                    <a:pt x="3237299" y="3410506"/>
                  </a:lnTo>
                  <a:lnTo>
                    <a:pt x="3237551" y="3410506"/>
                  </a:lnTo>
                  <a:lnTo>
                    <a:pt x="3237677" y="3410506"/>
                  </a:lnTo>
                  <a:lnTo>
                    <a:pt x="3237803" y="3410506"/>
                  </a:lnTo>
                  <a:lnTo>
                    <a:pt x="3237930" y="3410506"/>
                  </a:lnTo>
                  <a:lnTo>
                    <a:pt x="3238308" y="3410506"/>
                  </a:lnTo>
                  <a:lnTo>
                    <a:pt x="3238560" y="3410506"/>
                  </a:lnTo>
                  <a:lnTo>
                    <a:pt x="3238686" y="3410506"/>
                  </a:lnTo>
                  <a:lnTo>
                    <a:pt x="3239821" y="3410506"/>
                  </a:lnTo>
                  <a:lnTo>
                    <a:pt x="3240325" y="3410506"/>
                  </a:lnTo>
                  <a:lnTo>
                    <a:pt x="3241208" y="3410506"/>
                  </a:lnTo>
                  <a:lnTo>
                    <a:pt x="3241460" y="3410506"/>
                  </a:lnTo>
                  <a:lnTo>
                    <a:pt x="3241586" y="3410506"/>
                  </a:lnTo>
                  <a:lnTo>
                    <a:pt x="3241838" y="3410506"/>
                  </a:lnTo>
                  <a:lnTo>
                    <a:pt x="3241964" y="3410506"/>
                  </a:lnTo>
                  <a:lnTo>
                    <a:pt x="3242090" y="3410506"/>
                  </a:lnTo>
                  <a:lnTo>
                    <a:pt x="3242216" y="3410506"/>
                  </a:lnTo>
                  <a:lnTo>
                    <a:pt x="3242343" y="3410506"/>
                  </a:lnTo>
                  <a:lnTo>
                    <a:pt x="3242343" y="3405226"/>
                  </a:lnTo>
                  <a:lnTo>
                    <a:pt x="3242469" y="3405226"/>
                  </a:lnTo>
                  <a:lnTo>
                    <a:pt x="3242595" y="3405226"/>
                  </a:lnTo>
                  <a:lnTo>
                    <a:pt x="3242721" y="3405226"/>
                  </a:lnTo>
                  <a:lnTo>
                    <a:pt x="3243225" y="3405226"/>
                  </a:lnTo>
                  <a:lnTo>
                    <a:pt x="3243351" y="3405226"/>
                  </a:lnTo>
                  <a:lnTo>
                    <a:pt x="3243730" y="3405226"/>
                  </a:lnTo>
                  <a:lnTo>
                    <a:pt x="3243856" y="3399947"/>
                  </a:lnTo>
                  <a:lnTo>
                    <a:pt x="3244108" y="3399947"/>
                  </a:lnTo>
                  <a:lnTo>
                    <a:pt x="3244612" y="3399947"/>
                  </a:lnTo>
                  <a:lnTo>
                    <a:pt x="3244738" y="3399947"/>
                  </a:lnTo>
                  <a:lnTo>
                    <a:pt x="3244864" y="3399947"/>
                  </a:lnTo>
                  <a:lnTo>
                    <a:pt x="3245117" y="3399947"/>
                  </a:lnTo>
                  <a:lnTo>
                    <a:pt x="3245495" y="3399947"/>
                  </a:lnTo>
                  <a:lnTo>
                    <a:pt x="3245621" y="3399947"/>
                  </a:lnTo>
                  <a:lnTo>
                    <a:pt x="3245747" y="3399947"/>
                  </a:lnTo>
                  <a:lnTo>
                    <a:pt x="3246503" y="3399947"/>
                  </a:lnTo>
                  <a:lnTo>
                    <a:pt x="3246630" y="3399947"/>
                  </a:lnTo>
                  <a:lnTo>
                    <a:pt x="3246756" y="3399947"/>
                  </a:lnTo>
                  <a:lnTo>
                    <a:pt x="3247134" y="3399947"/>
                  </a:lnTo>
                  <a:lnTo>
                    <a:pt x="3247764" y="3399947"/>
                  </a:lnTo>
                  <a:lnTo>
                    <a:pt x="3248017" y="3399947"/>
                  </a:lnTo>
                  <a:lnTo>
                    <a:pt x="3248143" y="3399947"/>
                  </a:lnTo>
                  <a:lnTo>
                    <a:pt x="3248521" y="3399947"/>
                  </a:lnTo>
                  <a:lnTo>
                    <a:pt x="3248773" y="3399947"/>
                  </a:lnTo>
                  <a:lnTo>
                    <a:pt x="3248899" y="3399947"/>
                  </a:lnTo>
                  <a:lnTo>
                    <a:pt x="3249025" y="3399947"/>
                  </a:lnTo>
                  <a:lnTo>
                    <a:pt x="3249151" y="3394667"/>
                  </a:lnTo>
                  <a:lnTo>
                    <a:pt x="3249277" y="3394667"/>
                  </a:lnTo>
                  <a:lnTo>
                    <a:pt x="3249403" y="3394667"/>
                  </a:lnTo>
                  <a:lnTo>
                    <a:pt x="3249656" y="3394667"/>
                  </a:lnTo>
                  <a:lnTo>
                    <a:pt x="3249782" y="3394667"/>
                  </a:lnTo>
                  <a:lnTo>
                    <a:pt x="3249908" y="3394667"/>
                  </a:lnTo>
                  <a:lnTo>
                    <a:pt x="3250160" y="3394667"/>
                  </a:lnTo>
                  <a:lnTo>
                    <a:pt x="3250412" y="3394667"/>
                  </a:lnTo>
                  <a:lnTo>
                    <a:pt x="3250538" y="3394667"/>
                  </a:lnTo>
                  <a:lnTo>
                    <a:pt x="3250917" y="3394667"/>
                  </a:lnTo>
                  <a:lnTo>
                    <a:pt x="3250917" y="3389388"/>
                  </a:lnTo>
                  <a:lnTo>
                    <a:pt x="3251169" y="3389388"/>
                  </a:lnTo>
                  <a:lnTo>
                    <a:pt x="3251295" y="3389388"/>
                  </a:lnTo>
                  <a:lnTo>
                    <a:pt x="3251673" y="3389388"/>
                  </a:lnTo>
                  <a:lnTo>
                    <a:pt x="3251799" y="3389388"/>
                  </a:lnTo>
                  <a:lnTo>
                    <a:pt x="3252051" y="3389388"/>
                  </a:lnTo>
                  <a:lnTo>
                    <a:pt x="3252177" y="3389388"/>
                  </a:lnTo>
                  <a:lnTo>
                    <a:pt x="3252430" y="3389388"/>
                  </a:lnTo>
                  <a:lnTo>
                    <a:pt x="3252556" y="3389388"/>
                  </a:lnTo>
                  <a:lnTo>
                    <a:pt x="3252556" y="3384109"/>
                  </a:lnTo>
                  <a:lnTo>
                    <a:pt x="3252808" y="3384109"/>
                  </a:lnTo>
                  <a:lnTo>
                    <a:pt x="3253060" y="3384109"/>
                  </a:lnTo>
                  <a:lnTo>
                    <a:pt x="3253312" y="3384109"/>
                  </a:lnTo>
                  <a:lnTo>
                    <a:pt x="3253690" y="3384109"/>
                  </a:lnTo>
                  <a:lnTo>
                    <a:pt x="3253817" y="3384109"/>
                  </a:lnTo>
                  <a:lnTo>
                    <a:pt x="3254069" y="3384109"/>
                  </a:lnTo>
                  <a:lnTo>
                    <a:pt x="3254195" y="3384109"/>
                  </a:lnTo>
                  <a:lnTo>
                    <a:pt x="3254195" y="3378829"/>
                  </a:lnTo>
                  <a:lnTo>
                    <a:pt x="3254321" y="3378829"/>
                  </a:lnTo>
                  <a:lnTo>
                    <a:pt x="3254447" y="3378829"/>
                  </a:lnTo>
                  <a:lnTo>
                    <a:pt x="3254951" y="3378829"/>
                  </a:lnTo>
                  <a:lnTo>
                    <a:pt x="3259364" y="3362991"/>
                  </a:lnTo>
                  <a:lnTo>
                    <a:pt x="3259617" y="3362991"/>
                  </a:lnTo>
                  <a:lnTo>
                    <a:pt x="3260121" y="3362991"/>
                  </a:lnTo>
                  <a:lnTo>
                    <a:pt x="3260499" y="3362991"/>
                  </a:lnTo>
                  <a:lnTo>
                    <a:pt x="3260625" y="3362991"/>
                  </a:lnTo>
                  <a:lnTo>
                    <a:pt x="3260751" y="3362991"/>
                  </a:lnTo>
                  <a:lnTo>
                    <a:pt x="3260877" y="3362991"/>
                  </a:lnTo>
                  <a:lnTo>
                    <a:pt x="3261256" y="3362991"/>
                  </a:lnTo>
                  <a:lnTo>
                    <a:pt x="3261760" y="3362991"/>
                  </a:lnTo>
                  <a:lnTo>
                    <a:pt x="3261886" y="3362991"/>
                  </a:lnTo>
                  <a:lnTo>
                    <a:pt x="3262012" y="3362991"/>
                  </a:lnTo>
                  <a:lnTo>
                    <a:pt x="3262643" y="3362991"/>
                  </a:lnTo>
                  <a:lnTo>
                    <a:pt x="3263273" y="3362991"/>
                  </a:lnTo>
                  <a:lnTo>
                    <a:pt x="3263399" y="3362991"/>
                  </a:lnTo>
                  <a:lnTo>
                    <a:pt x="3263777" y="3362991"/>
                  </a:lnTo>
                  <a:lnTo>
                    <a:pt x="3263904" y="3362991"/>
                  </a:lnTo>
                  <a:lnTo>
                    <a:pt x="3264408" y="3362991"/>
                  </a:lnTo>
                  <a:lnTo>
                    <a:pt x="3264534" y="3362991"/>
                  </a:lnTo>
                  <a:lnTo>
                    <a:pt x="3264660" y="3362991"/>
                  </a:lnTo>
                  <a:lnTo>
                    <a:pt x="3264786" y="3362991"/>
                  </a:lnTo>
                  <a:lnTo>
                    <a:pt x="3265164" y="3362991"/>
                  </a:lnTo>
                  <a:lnTo>
                    <a:pt x="3265291" y="3362991"/>
                  </a:lnTo>
                  <a:lnTo>
                    <a:pt x="3265543" y="3362991"/>
                  </a:lnTo>
                  <a:lnTo>
                    <a:pt x="3265669" y="3362991"/>
                  </a:lnTo>
                  <a:lnTo>
                    <a:pt x="3266173" y="3362991"/>
                  </a:lnTo>
                  <a:lnTo>
                    <a:pt x="3266804" y="3362991"/>
                  </a:lnTo>
                  <a:lnTo>
                    <a:pt x="3266930" y="3362991"/>
                  </a:lnTo>
                  <a:lnTo>
                    <a:pt x="3267686" y="3362991"/>
                  </a:lnTo>
                  <a:lnTo>
                    <a:pt x="3268317" y="3362991"/>
                  </a:lnTo>
                  <a:lnTo>
                    <a:pt x="3268695" y="3362991"/>
                  </a:lnTo>
                  <a:lnTo>
                    <a:pt x="3269199" y="3362991"/>
                  </a:lnTo>
                  <a:lnTo>
                    <a:pt x="3269325" y="3362991"/>
                  </a:lnTo>
                  <a:lnTo>
                    <a:pt x="3269830" y="3362991"/>
                  </a:lnTo>
                  <a:lnTo>
                    <a:pt x="3269956" y="3362991"/>
                  </a:lnTo>
                  <a:lnTo>
                    <a:pt x="3270208" y="3362991"/>
                  </a:lnTo>
                  <a:lnTo>
                    <a:pt x="3270964" y="3362991"/>
                  </a:lnTo>
                  <a:lnTo>
                    <a:pt x="3271217" y="3362991"/>
                  </a:lnTo>
                  <a:lnTo>
                    <a:pt x="3271595" y="3362991"/>
                  </a:lnTo>
                  <a:lnTo>
                    <a:pt x="3272351" y="3362991"/>
                  </a:lnTo>
                  <a:lnTo>
                    <a:pt x="3272730" y="3357711"/>
                  </a:lnTo>
                  <a:lnTo>
                    <a:pt x="3272856" y="3357711"/>
                  </a:lnTo>
                  <a:lnTo>
                    <a:pt x="3272982" y="3357711"/>
                  </a:lnTo>
                  <a:lnTo>
                    <a:pt x="3273234" y="3357711"/>
                  </a:lnTo>
                  <a:lnTo>
                    <a:pt x="3273360" y="3357711"/>
                  </a:lnTo>
                  <a:lnTo>
                    <a:pt x="3273612" y="3357711"/>
                  </a:lnTo>
                  <a:lnTo>
                    <a:pt x="3273738" y="3357711"/>
                  </a:lnTo>
                  <a:lnTo>
                    <a:pt x="3274243" y="3357711"/>
                  </a:lnTo>
                  <a:lnTo>
                    <a:pt x="3274369" y="3357711"/>
                  </a:lnTo>
                  <a:lnTo>
                    <a:pt x="3274621" y="3357711"/>
                  </a:lnTo>
                  <a:lnTo>
                    <a:pt x="3274747" y="3357711"/>
                  </a:lnTo>
                  <a:lnTo>
                    <a:pt x="3274873" y="3357711"/>
                  </a:lnTo>
                  <a:lnTo>
                    <a:pt x="3275125" y="3357711"/>
                  </a:lnTo>
                  <a:lnTo>
                    <a:pt x="3275251" y="3357711"/>
                  </a:lnTo>
                  <a:lnTo>
                    <a:pt x="3275630" y="3357711"/>
                  </a:lnTo>
                  <a:lnTo>
                    <a:pt x="3275756" y="3357711"/>
                  </a:lnTo>
                  <a:lnTo>
                    <a:pt x="3275882" y="3357711"/>
                  </a:lnTo>
                  <a:lnTo>
                    <a:pt x="3276134" y="3357711"/>
                  </a:lnTo>
                  <a:lnTo>
                    <a:pt x="3276512" y="3357711"/>
                  </a:lnTo>
                  <a:lnTo>
                    <a:pt x="3276638" y="3357711"/>
                  </a:lnTo>
                  <a:lnTo>
                    <a:pt x="3276764" y="3357711"/>
                  </a:lnTo>
                  <a:lnTo>
                    <a:pt x="3276891" y="3357711"/>
                  </a:lnTo>
                  <a:lnTo>
                    <a:pt x="3277017" y="3357711"/>
                  </a:lnTo>
                  <a:lnTo>
                    <a:pt x="3277395" y="3357711"/>
                  </a:lnTo>
                  <a:lnTo>
                    <a:pt x="3277521" y="3357711"/>
                  </a:lnTo>
                  <a:lnTo>
                    <a:pt x="3277899" y="3357711"/>
                  </a:lnTo>
                  <a:lnTo>
                    <a:pt x="3278025" y="3357711"/>
                  </a:lnTo>
                  <a:lnTo>
                    <a:pt x="3278908" y="3357711"/>
                  </a:lnTo>
                  <a:lnTo>
                    <a:pt x="3279665" y="3357711"/>
                  </a:lnTo>
                  <a:lnTo>
                    <a:pt x="3280169" y="3357711"/>
                  </a:lnTo>
                  <a:lnTo>
                    <a:pt x="3280547" y="3357711"/>
                  </a:lnTo>
                  <a:lnTo>
                    <a:pt x="3280925" y="3357711"/>
                  </a:lnTo>
                  <a:lnTo>
                    <a:pt x="3281808" y="3352432"/>
                  </a:lnTo>
                  <a:lnTo>
                    <a:pt x="3282186" y="3352432"/>
                  </a:lnTo>
                  <a:lnTo>
                    <a:pt x="3282817" y="3352432"/>
                  </a:lnTo>
                  <a:lnTo>
                    <a:pt x="3282943" y="3352432"/>
                  </a:lnTo>
                  <a:lnTo>
                    <a:pt x="3283069" y="3352432"/>
                  </a:lnTo>
                  <a:lnTo>
                    <a:pt x="3283195" y="3352432"/>
                  </a:lnTo>
                  <a:lnTo>
                    <a:pt x="3283321" y="3352432"/>
                  </a:lnTo>
                  <a:lnTo>
                    <a:pt x="3283951" y="3352432"/>
                  </a:lnTo>
                  <a:lnTo>
                    <a:pt x="3284204" y="3347153"/>
                  </a:lnTo>
                  <a:lnTo>
                    <a:pt x="3284330" y="3347153"/>
                  </a:lnTo>
                  <a:lnTo>
                    <a:pt x="3284456" y="3347153"/>
                  </a:lnTo>
                  <a:lnTo>
                    <a:pt x="3284582" y="3347153"/>
                  </a:lnTo>
                  <a:lnTo>
                    <a:pt x="3284708" y="3347153"/>
                  </a:lnTo>
                  <a:lnTo>
                    <a:pt x="3284960" y="3347153"/>
                  </a:lnTo>
                  <a:lnTo>
                    <a:pt x="3285212" y="3347153"/>
                  </a:lnTo>
                  <a:lnTo>
                    <a:pt x="3285465" y="3347153"/>
                  </a:lnTo>
                  <a:lnTo>
                    <a:pt x="3285591" y="3347153"/>
                  </a:lnTo>
                  <a:lnTo>
                    <a:pt x="3285969" y="3347153"/>
                  </a:lnTo>
                  <a:lnTo>
                    <a:pt x="3286095" y="3347153"/>
                  </a:lnTo>
                  <a:lnTo>
                    <a:pt x="3287230" y="3347153"/>
                  </a:lnTo>
                  <a:lnTo>
                    <a:pt x="3287482" y="3347153"/>
                  </a:lnTo>
                  <a:lnTo>
                    <a:pt x="3287608" y="3347153"/>
                  </a:lnTo>
                  <a:lnTo>
                    <a:pt x="3287734" y="3347153"/>
                  </a:lnTo>
                  <a:lnTo>
                    <a:pt x="3287986" y="3347153"/>
                  </a:lnTo>
                  <a:lnTo>
                    <a:pt x="3288112" y="3347153"/>
                  </a:lnTo>
                  <a:lnTo>
                    <a:pt x="3288365" y="3347153"/>
                  </a:lnTo>
                  <a:lnTo>
                    <a:pt x="3288743" y="3347153"/>
                  </a:lnTo>
                  <a:lnTo>
                    <a:pt x="3289121" y="3347153"/>
                  </a:lnTo>
                  <a:lnTo>
                    <a:pt x="3289247" y="3347153"/>
                  </a:lnTo>
                  <a:lnTo>
                    <a:pt x="3289499" y="3347153"/>
                  </a:lnTo>
                  <a:lnTo>
                    <a:pt x="3289625" y="3347153"/>
                  </a:lnTo>
                  <a:lnTo>
                    <a:pt x="3289752" y="3347153"/>
                  </a:lnTo>
                  <a:lnTo>
                    <a:pt x="3290004" y="3347153"/>
                  </a:lnTo>
                  <a:lnTo>
                    <a:pt x="3290382" y="3347153"/>
                  </a:lnTo>
                  <a:lnTo>
                    <a:pt x="3290634" y="3347153"/>
                  </a:lnTo>
                  <a:lnTo>
                    <a:pt x="3291012" y="3341873"/>
                  </a:lnTo>
                  <a:lnTo>
                    <a:pt x="3291391" y="3341873"/>
                  </a:lnTo>
                  <a:lnTo>
                    <a:pt x="3291517" y="3341873"/>
                  </a:lnTo>
                  <a:lnTo>
                    <a:pt x="3291643" y="3341873"/>
                  </a:lnTo>
                  <a:lnTo>
                    <a:pt x="3291769" y="3341873"/>
                  </a:lnTo>
                  <a:lnTo>
                    <a:pt x="3291895" y="3341873"/>
                  </a:lnTo>
                  <a:lnTo>
                    <a:pt x="3292147" y="3341873"/>
                  </a:lnTo>
                  <a:lnTo>
                    <a:pt x="3292399" y="3341873"/>
                  </a:lnTo>
                  <a:lnTo>
                    <a:pt x="3293282" y="3336594"/>
                  </a:lnTo>
                  <a:lnTo>
                    <a:pt x="3293408" y="3336594"/>
                  </a:lnTo>
                  <a:lnTo>
                    <a:pt x="3293534" y="3336594"/>
                  </a:lnTo>
                  <a:lnTo>
                    <a:pt x="3293660" y="3336594"/>
                  </a:lnTo>
                  <a:lnTo>
                    <a:pt x="3293786" y="3336594"/>
                  </a:lnTo>
                  <a:lnTo>
                    <a:pt x="3293912" y="3336594"/>
                  </a:lnTo>
                  <a:lnTo>
                    <a:pt x="3294291" y="3336594"/>
                  </a:lnTo>
                  <a:lnTo>
                    <a:pt x="3294417" y="3336594"/>
                  </a:lnTo>
                  <a:lnTo>
                    <a:pt x="3294543" y="3336594"/>
                  </a:lnTo>
                  <a:lnTo>
                    <a:pt x="3294669" y="3336594"/>
                  </a:lnTo>
                  <a:lnTo>
                    <a:pt x="3294921" y="3336594"/>
                  </a:lnTo>
                  <a:lnTo>
                    <a:pt x="3295173" y="3336594"/>
                  </a:lnTo>
                  <a:lnTo>
                    <a:pt x="3295299" y="3336594"/>
                  </a:lnTo>
                  <a:lnTo>
                    <a:pt x="3295425" y="3336594"/>
                  </a:lnTo>
                  <a:lnTo>
                    <a:pt x="3295552" y="3336594"/>
                  </a:lnTo>
                  <a:lnTo>
                    <a:pt x="3295678" y="3336594"/>
                  </a:lnTo>
                  <a:lnTo>
                    <a:pt x="3295804" y="3336594"/>
                  </a:lnTo>
                  <a:lnTo>
                    <a:pt x="3296686" y="3336594"/>
                  </a:lnTo>
                  <a:lnTo>
                    <a:pt x="3296812" y="3336594"/>
                  </a:lnTo>
                  <a:lnTo>
                    <a:pt x="3297065" y="3336594"/>
                  </a:lnTo>
                  <a:lnTo>
                    <a:pt x="3297191" y="3336594"/>
                  </a:lnTo>
                  <a:lnTo>
                    <a:pt x="3297317" y="3336594"/>
                  </a:lnTo>
                  <a:lnTo>
                    <a:pt x="3297569" y="3336594"/>
                  </a:lnTo>
                  <a:lnTo>
                    <a:pt x="3297821" y="3336594"/>
                  </a:lnTo>
                  <a:lnTo>
                    <a:pt x="3297947" y="3336594"/>
                  </a:lnTo>
                  <a:lnTo>
                    <a:pt x="3299082" y="3336594"/>
                  </a:lnTo>
                  <a:lnTo>
                    <a:pt x="3299712" y="3336594"/>
                  </a:lnTo>
                  <a:lnTo>
                    <a:pt x="3299839" y="3336594"/>
                  </a:lnTo>
                  <a:lnTo>
                    <a:pt x="3300847" y="3336594"/>
                  </a:lnTo>
                  <a:lnTo>
                    <a:pt x="3301352" y="3336594"/>
                  </a:lnTo>
                  <a:lnTo>
                    <a:pt x="3301478" y="3336594"/>
                  </a:lnTo>
                  <a:lnTo>
                    <a:pt x="3301730" y="3336594"/>
                  </a:lnTo>
                  <a:lnTo>
                    <a:pt x="3301982" y="3336594"/>
                  </a:lnTo>
                  <a:lnTo>
                    <a:pt x="3302360" y="3336594"/>
                  </a:lnTo>
                  <a:lnTo>
                    <a:pt x="3302991" y="3336594"/>
                  </a:lnTo>
                  <a:lnTo>
                    <a:pt x="3303369" y="3336594"/>
                  </a:lnTo>
                  <a:lnTo>
                    <a:pt x="3303495" y="3336594"/>
                  </a:lnTo>
                  <a:lnTo>
                    <a:pt x="3303747" y="3336594"/>
                  </a:lnTo>
                  <a:lnTo>
                    <a:pt x="3303873" y="3336594"/>
                  </a:lnTo>
                  <a:lnTo>
                    <a:pt x="3303999" y="3336594"/>
                  </a:lnTo>
                  <a:lnTo>
                    <a:pt x="3304126" y="3336594"/>
                  </a:lnTo>
                  <a:lnTo>
                    <a:pt x="3304378" y="3336594"/>
                  </a:lnTo>
                  <a:lnTo>
                    <a:pt x="3304504" y="3336594"/>
                  </a:lnTo>
                  <a:lnTo>
                    <a:pt x="3305008" y="3336594"/>
                  </a:lnTo>
                  <a:lnTo>
                    <a:pt x="3305260" y="3336594"/>
                  </a:lnTo>
                  <a:lnTo>
                    <a:pt x="3305386" y="3336594"/>
                  </a:lnTo>
                  <a:lnTo>
                    <a:pt x="3305639" y="3336594"/>
                  </a:lnTo>
                  <a:lnTo>
                    <a:pt x="3306017" y="3336594"/>
                  </a:lnTo>
                  <a:lnTo>
                    <a:pt x="3306143" y="3336594"/>
                  </a:lnTo>
                  <a:lnTo>
                    <a:pt x="3306269" y="3336594"/>
                  </a:lnTo>
                  <a:lnTo>
                    <a:pt x="3306647" y="3336594"/>
                  </a:lnTo>
                  <a:lnTo>
                    <a:pt x="3306773" y="3336594"/>
                  </a:lnTo>
                  <a:lnTo>
                    <a:pt x="3307278" y="3336594"/>
                  </a:lnTo>
                  <a:lnTo>
                    <a:pt x="3307530" y="3336594"/>
                  </a:lnTo>
                  <a:lnTo>
                    <a:pt x="3307656" y="3336594"/>
                  </a:lnTo>
                  <a:lnTo>
                    <a:pt x="3308034" y="3336594"/>
                  </a:lnTo>
                  <a:lnTo>
                    <a:pt x="3308539" y="3336594"/>
                  </a:lnTo>
                  <a:lnTo>
                    <a:pt x="3308665" y="3336594"/>
                  </a:lnTo>
                  <a:lnTo>
                    <a:pt x="3308917" y="3336594"/>
                  </a:lnTo>
                  <a:lnTo>
                    <a:pt x="3309421" y="3336594"/>
                  </a:lnTo>
                  <a:lnTo>
                    <a:pt x="3309673" y="3336594"/>
                  </a:lnTo>
                  <a:lnTo>
                    <a:pt x="3309799" y="3336594"/>
                  </a:lnTo>
                  <a:lnTo>
                    <a:pt x="3309926" y="3336594"/>
                  </a:lnTo>
                  <a:lnTo>
                    <a:pt x="3310556" y="3331314"/>
                  </a:lnTo>
                  <a:lnTo>
                    <a:pt x="3310682" y="3331314"/>
                  </a:lnTo>
                  <a:lnTo>
                    <a:pt x="3310808" y="3331314"/>
                  </a:lnTo>
                  <a:lnTo>
                    <a:pt x="3310934" y="3331314"/>
                  </a:lnTo>
                  <a:lnTo>
                    <a:pt x="3311060" y="3331314"/>
                  </a:lnTo>
                  <a:lnTo>
                    <a:pt x="3311186" y="3331314"/>
                  </a:lnTo>
                  <a:lnTo>
                    <a:pt x="3311691" y="3331314"/>
                  </a:lnTo>
                  <a:lnTo>
                    <a:pt x="3311943" y="3331314"/>
                  </a:lnTo>
                  <a:lnTo>
                    <a:pt x="3312069" y="3331314"/>
                  </a:lnTo>
                  <a:lnTo>
                    <a:pt x="3312195" y="3331314"/>
                  </a:lnTo>
                  <a:lnTo>
                    <a:pt x="3312321" y="3331314"/>
                  </a:lnTo>
                  <a:lnTo>
                    <a:pt x="3312826" y="3331314"/>
                  </a:lnTo>
                  <a:lnTo>
                    <a:pt x="3312952" y="3331314"/>
                  </a:lnTo>
                  <a:lnTo>
                    <a:pt x="3313456" y="3331314"/>
                  </a:lnTo>
                  <a:lnTo>
                    <a:pt x="3314339" y="3331314"/>
                  </a:lnTo>
                  <a:lnTo>
                    <a:pt x="3314465" y="3331314"/>
                  </a:lnTo>
                  <a:lnTo>
                    <a:pt x="3314717" y="3331314"/>
                  </a:lnTo>
                  <a:lnTo>
                    <a:pt x="3315095" y="3331314"/>
                  </a:lnTo>
                  <a:lnTo>
                    <a:pt x="3315473" y="3331314"/>
                  </a:lnTo>
                  <a:lnTo>
                    <a:pt x="3315852" y="3331314"/>
                  </a:lnTo>
                  <a:lnTo>
                    <a:pt x="3315978" y="3331314"/>
                  </a:lnTo>
                  <a:lnTo>
                    <a:pt x="3316104" y="3331314"/>
                  </a:lnTo>
                  <a:lnTo>
                    <a:pt x="3316230" y="3331314"/>
                  </a:lnTo>
                  <a:lnTo>
                    <a:pt x="3316356" y="3331314"/>
                  </a:lnTo>
                  <a:lnTo>
                    <a:pt x="3316482" y="3331314"/>
                  </a:lnTo>
                  <a:lnTo>
                    <a:pt x="3316734" y="3331314"/>
                  </a:lnTo>
                  <a:lnTo>
                    <a:pt x="3317239" y="3331314"/>
                  </a:lnTo>
                  <a:lnTo>
                    <a:pt x="3317743" y="3331314"/>
                  </a:lnTo>
                  <a:lnTo>
                    <a:pt x="3317869" y="3331314"/>
                  </a:lnTo>
                  <a:lnTo>
                    <a:pt x="3318752" y="3331314"/>
                  </a:lnTo>
                  <a:lnTo>
                    <a:pt x="3318878" y="3331314"/>
                  </a:lnTo>
                  <a:lnTo>
                    <a:pt x="3319130" y="3331314"/>
                  </a:lnTo>
                  <a:lnTo>
                    <a:pt x="3319508" y="3331314"/>
                  </a:lnTo>
                  <a:lnTo>
                    <a:pt x="3319886" y="3331314"/>
                  </a:lnTo>
                  <a:lnTo>
                    <a:pt x="3320013" y="3331314"/>
                  </a:lnTo>
                  <a:lnTo>
                    <a:pt x="3320139" y="3331314"/>
                  </a:lnTo>
                  <a:lnTo>
                    <a:pt x="3320265" y="3331314"/>
                  </a:lnTo>
                  <a:lnTo>
                    <a:pt x="3320895" y="3331314"/>
                  </a:lnTo>
                  <a:lnTo>
                    <a:pt x="3321021" y="3331314"/>
                  </a:lnTo>
                  <a:lnTo>
                    <a:pt x="3321652" y="3331314"/>
                  </a:lnTo>
                  <a:lnTo>
                    <a:pt x="3321778" y="3331314"/>
                  </a:lnTo>
                  <a:lnTo>
                    <a:pt x="3322156" y="3331314"/>
                  </a:lnTo>
                  <a:lnTo>
                    <a:pt x="3322282" y="3331314"/>
                  </a:lnTo>
                  <a:lnTo>
                    <a:pt x="3322786" y="3331314"/>
                  </a:lnTo>
                  <a:lnTo>
                    <a:pt x="3323039" y="3331314"/>
                  </a:lnTo>
                  <a:lnTo>
                    <a:pt x="3323165" y="3331314"/>
                  </a:lnTo>
                  <a:lnTo>
                    <a:pt x="3323543" y="3331314"/>
                  </a:lnTo>
                  <a:lnTo>
                    <a:pt x="3323669" y="3331314"/>
                  </a:lnTo>
                  <a:lnTo>
                    <a:pt x="3323669" y="3326035"/>
                  </a:lnTo>
                  <a:lnTo>
                    <a:pt x="3323795" y="3326035"/>
                  </a:lnTo>
                  <a:lnTo>
                    <a:pt x="3324047" y="3326035"/>
                  </a:lnTo>
                  <a:lnTo>
                    <a:pt x="3324804" y="3326035"/>
                  </a:lnTo>
                  <a:lnTo>
                    <a:pt x="3325308" y="3326035"/>
                  </a:lnTo>
                  <a:lnTo>
                    <a:pt x="3325813" y="3326035"/>
                  </a:lnTo>
                  <a:lnTo>
                    <a:pt x="3325939" y="3326035"/>
                  </a:lnTo>
                  <a:lnTo>
                    <a:pt x="3326569" y="3326035"/>
                  </a:lnTo>
                  <a:lnTo>
                    <a:pt x="3327200" y="3326035"/>
                  </a:lnTo>
                  <a:lnTo>
                    <a:pt x="3327326" y="3326035"/>
                  </a:lnTo>
                  <a:lnTo>
                    <a:pt x="3327452" y="3326035"/>
                  </a:lnTo>
                  <a:lnTo>
                    <a:pt x="3327578" y="3326035"/>
                  </a:lnTo>
                  <a:lnTo>
                    <a:pt x="3327704" y="3326035"/>
                  </a:lnTo>
                  <a:lnTo>
                    <a:pt x="3327830" y="3326035"/>
                  </a:lnTo>
                  <a:lnTo>
                    <a:pt x="3327956" y="3326035"/>
                  </a:lnTo>
                  <a:lnTo>
                    <a:pt x="3329091" y="3326035"/>
                  </a:lnTo>
                  <a:lnTo>
                    <a:pt x="3329217" y="3326035"/>
                  </a:lnTo>
                  <a:lnTo>
                    <a:pt x="3329469" y="3326035"/>
                  </a:lnTo>
                  <a:lnTo>
                    <a:pt x="3329973" y="3326035"/>
                  </a:lnTo>
                  <a:lnTo>
                    <a:pt x="3330100" y="3326035"/>
                  </a:lnTo>
                  <a:lnTo>
                    <a:pt x="3330352" y="3326035"/>
                  </a:lnTo>
                  <a:lnTo>
                    <a:pt x="3330478" y="3326035"/>
                  </a:lnTo>
                  <a:lnTo>
                    <a:pt x="3330604" y="3326035"/>
                  </a:lnTo>
                  <a:lnTo>
                    <a:pt x="3330730" y="3326035"/>
                  </a:lnTo>
                  <a:lnTo>
                    <a:pt x="3330856" y="3326035"/>
                  </a:lnTo>
                  <a:lnTo>
                    <a:pt x="3330982" y="3326035"/>
                  </a:lnTo>
                  <a:lnTo>
                    <a:pt x="3331487" y="3326035"/>
                  </a:lnTo>
                  <a:lnTo>
                    <a:pt x="3331739" y="3326035"/>
                  </a:lnTo>
                  <a:lnTo>
                    <a:pt x="3331865" y="3326035"/>
                  </a:lnTo>
                  <a:lnTo>
                    <a:pt x="3331991" y="3326035"/>
                  </a:lnTo>
                  <a:lnTo>
                    <a:pt x="3332243" y="3326035"/>
                  </a:lnTo>
                  <a:lnTo>
                    <a:pt x="3332369" y="3326035"/>
                  </a:lnTo>
                  <a:lnTo>
                    <a:pt x="3332495" y="3326035"/>
                  </a:lnTo>
                  <a:lnTo>
                    <a:pt x="3332747" y="3326035"/>
                  </a:lnTo>
                  <a:lnTo>
                    <a:pt x="3333126" y="3326035"/>
                  </a:lnTo>
                  <a:lnTo>
                    <a:pt x="3333378" y="3326035"/>
                  </a:lnTo>
                  <a:lnTo>
                    <a:pt x="3333630" y="3326035"/>
                  </a:lnTo>
                  <a:lnTo>
                    <a:pt x="3333756" y="3326035"/>
                  </a:lnTo>
                  <a:lnTo>
                    <a:pt x="3333882" y="3326035"/>
                  </a:lnTo>
                  <a:lnTo>
                    <a:pt x="3334260" y="3320756"/>
                  </a:lnTo>
                  <a:lnTo>
                    <a:pt x="3334639" y="3320756"/>
                  </a:lnTo>
                  <a:lnTo>
                    <a:pt x="3334765" y="3320756"/>
                  </a:lnTo>
                  <a:lnTo>
                    <a:pt x="3335143" y="3320756"/>
                  </a:lnTo>
                  <a:lnTo>
                    <a:pt x="3335900" y="3320756"/>
                  </a:lnTo>
                  <a:lnTo>
                    <a:pt x="3336026" y="3320756"/>
                  </a:lnTo>
                  <a:lnTo>
                    <a:pt x="3336278" y="3320756"/>
                  </a:lnTo>
                  <a:lnTo>
                    <a:pt x="3336656" y="3320756"/>
                  </a:lnTo>
                  <a:lnTo>
                    <a:pt x="3337160" y="3320756"/>
                  </a:lnTo>
                  <a:lnTo>
                    <a:pt x="3337665" y="3320756"/>
                  </a:lnTo>
                  <a:lnTo>
                    <a:pt x="3337791" y="3320756"/>
                  </a:lnTo>
                  <a:lnTo>
                    <a:pt x="3338043" y="3320756"/>
                  </a:lnTo>
                  <a:lnTo>
                    <a:pt x="3338926" y="3320756"/>
                  </a:lnTo>
                  <a:lnTo>
                    <a:pt x="3339052" y="3320756"/>
                  </a:lnTo>
                  <a:lnTo>
                    <a:pt x="3339304" y="3320756"/>
                  </a:lnTo>
                  <a:lnTo>
                    <a:pt x="3339430" y="3320756"/>
                  </a:lnTo>
                  <a:lnTo>
                    <a:pt x="3339682" y="3320756"/>
                  </a:lnTo>
                  <a:lnTo>
                    <a:pt x="3340691" y="3320756"/>
                  </a:lnTo>
                  <a:lnTo>
                    <a:pt x="3340817" y="3320756"/>
                  </a:lnTo>
                  <a:lnTo>
                    <a:pt x="3341069" y="3320756"/>
                  </a:lnTo>
                  <a:lnTo>
                    <a:pt x="3341195" y="3320756"/>
                  </a:lnTo>
                  <a:lnTo>
                    <a:pt x="3341321" y="3320756"/>
                  </a:lnTo>
                  <a:lnTo>
                    <a:pt x="3341447" y="3320756"/>
                  </a:lnTo>
                  <a:lnTo>
                    <a:pt x="3341700" y="3320756"/>
                  </a:lnTo>
                  <a:lnTo>
                    <a:pt x="3342204" y="3320756"/>
                  </a:lnTo>
                  <a:lnTo>
                    <a:pt x="3342330" y="3320756"/>
                  </a:lnTo>
                  <a:lnTo>
                    <a:pt x="3342834" y="3320756"/>
                  </a:lnTo>
                  <a:lnTo>
                    <a:pt x="3343717" y="3310197"/>
                  </a:lnTo>
                  <a:lnTo>
                    <a:pt x="3343843" y="3310197"/>
                  </a:lnTo>
                  <a:lnTo>
                    <a:pt x="3344095" y="3310197"/>
                  </a:lnTo>
                  <a:lnTo>
                    <a:pt x="3344221" y="3310197"/>
                  </a:lnTo>
                  <a:lnTo>
                    <a:pt x="3344474" y="3310197"/>
                  </a:lnTo>
                  <a:lnTo>
                    <a:pt x="3344852" y="3310197"/>
                  </a:lnTo>
                  <a:lnTo>
                    <a:pt x="3344978" y="3310197"/>
                  </a:lnTo>
                  <a:lnTo>
                    <a:pt x="3345608" y="3310197"/>
                  </a:lnTo>
                  <a:lnTo>
                    <a:pt x="3345734" y="3310197"/>
                  </a:lnTo>
                  <a:lnTo>
                    <a:pt x="3345861" y="3310197"/>
                  </a:lnTo>
                  <a:lnTo>
                    <a:pt x="3346113" y="3310197"/>
                  </a:lnTo>
                  <a:lnTo>
                    <a:pt x="3346365" y="3310197"/>
                  </a:lnTo>
                  <a:lnTo>
                    <a:pt x="3346491" y="3310197"/>
                  </a:lnTo>
                  <a:lnTo>
                    <a:pt x="3346617" y="3310197"/>
                  </a:lnTo>
                  <a:lnTo>
                    <a:pt x="3346869" y="3310197"/>
                  </a:lnTo>
                  <a:lnTo>
                    <a:pt x="3346995" y="3310197"/>
                  </a:lnTo>
                  <a:lnTo>
                    <a:pt x="3347374" y="3310197"/>
                  </a:lnTo>
                  <a:lnTo>
                    <a:pt x="3347500" y="3310197"/>
                  </a:lnTo>
                  <a:lnTo>
                    <a:pt x="3347626" y="3310197"/>
                  </a:lnTo>
                  <a:lnTo>
                    <a:pt x="3347878" y="3310197"/>
                  </a:lnTo>
                  <a:lnTo>
                    <a:pt x="3348004" y="3310197"/>
                  </a:lnTo>
                  <a:lnTo>
                    <a:pt x="3348256" y="3310197"/>
                  </a:lnTo>
                  <a:lnTo>
                    <a:pt x="3348634" y="3310197"/>
                  </a:lnTo>
                  <a:lnTo>
                    <a:pt x="3348761" y="3310197"/>
                  </a:lnTo>
                  <a:lnTo>
                    <a:pt x="3348887" y="3310197"/>
                  </a:lnTo>
                  <a:lnTo>
                    <a:pt x="3349139" y="3310197"/>
                  </a:lnTo>
                  <a:lnTo>
                    <a:pt x="3349391" y="3310197"/>
                  </a:lnTo>
                  <a:lnTo>
                    <a:pt x="3349517" y="3310197"/>
                  </a:lnTo>
                  <a:lnTo>
                    <a:pt x="3349643" y="3310197"/>
                  </a:lnTo>
                  <a:lnTo>
                    <a:pt x="3350021" y="3310197"/>
                  </a:lnTo>
                  <a:lnTo>
                    <a:pt x="3350147" y="3310197"/>
                  </a:lnTo>
                  <a:lnTo>
                    <a:pt x="3350274" y="3310197"/>
                  </a:lnTo>
                  <a:lnTo>
                    <a:pt x="3350526" y="3310197"/>
                  </a:lnTo>
                  <a:lnTo>
                    <a:pt x="3350904" y="3310197"/>
                  </a:lnTo>
                  <a:lnTo>
                    <a:pt x="3351030" y="3310197"/>
                  </a:lnTo>
                  <a:lnTo>
                    <a:pt x="3351408" y="3310197"/>
                  </a:lnTo>
                  <a:lnTo>
                    <a:pt x="3351534" y="3310197"/>
                  </a:lnTo>
                  <a:lnTo>
                    <a:pt x="3351787" y="3310197"/>
                  </a:lnTo>
                  <a:lnTo>
                    <a:pt x="3351913" y="3310197"/>
                  </a:lnTo>
                  <a:lnTo>
                    <a:pt x="3352165" y="3304917"/>
                  </a:lnTo>
                  <a:lnTo>
                    <a:pt x="3352291" y="3304917"/>
                  </a:lnTo>
                  <a:lnTo>
                    <a:pt x="3352669" y="3304917"/>
                  </a:lnTo>
                  <a:lnTo>
                    <a:pt x="3353552" y="3304917"/>
                  </a:lnTo>
                  <a:lnTo>
                    <a:pt x="3353678" y="3304917"/>
                  </a:lnTo>
                  <a:lnTo>
                    <a:pt x="3353804" y="3304917"/>
                  </a:lnTo>
                  <a:lnTo>
                    <a:pt x="3354056" y="3304917"/>
                  </a:lnTo>
                  <a:lnTo>
                    <a:pt x="3354182" y="3304917"/>
                  </a:lnTo>
                  <a:lnTo>
                    <a:pt x="3354308" y="3304917"/>
                  </a:lnTo>
                  <a:lnTo>
                    <a:pt x="3354308" y="3299638"/>
                  </a:lnTo>
                  <a:lnTo>
                    <a:pt x="3354434" y="3299638"/>
                  </a:lnTo>
                  <a:lnTo>
                    <a:pt x="3354939" y="3299638"/>
                  </a:lnTo>
                  <a:lnTo>
                    <a:pt x="3355065" y="3299638"/>
                  </a:lnTo>
                  <a:lnTo>
                    <a:pt x="3355317" y="3299638"/>
                  </a:lnTo>
                  <a:lnTo>
                    <a:pt x="3355443" y="3299638"/>
                  </a:lnTo>
                  <a:lnTo>
                    <a:pt x="3355569" y="3299638"/>
                  </a:lnTo>
                  <a:lnTo>
                    <a:pt x="3355821" y="3299638"/>
                  </a:lnTo>
                  <a:lnTo>
                    <a:pt x="3356200" y="3299638"/>
                  </a:lnTo>
                  <a:lnTo>
                    <a:pt x="3356452" y="3299638"/>
                  </a:lnTo>
                  <a:lnTo>
                    <a:pt x="3356704" y="3299638"/>
                  </a:lnTo>
                  <a:lnTo>
                    <a:pt x="3357334" y="3299638"/>
                  </a:lnTo>
                  <a:lnTo>
                    <a:pt x="3357713" y="3299638"/>
                  </a:lnTo>
                  <a:lnTo>
                    <a:pt x="3358217" y="3299638"/>
                  </a:lnTo>
                  <a:lnTo>
                    <a:pt x="3358343" y="3299638"/>
                  </a:lnTo>
                  <a:lnTo>
                    <a:pt x="3358848" y="3299638"/>
                  </a:lnTo>
                  <a:lnTo>
                    <a:pt x="3358974" y="3299638"/>
                  </a:lnTo>
                  <a:lnTo>
                    <a:pt x="3359478" y="3299638"/>
                  </a:lnTo>
                  <a:lnTo>
                    <a:pt x="3359856" y="3299638"/>
                  </a:lnTo>
                  <a:lnTo>
                    <a:pt x="3360108" y="3299638"/>
                  </a:lnTo>
                  <a:lnTo>
                    <a:pt x="3360234" y="3299638"/>
                  </a:lnTo>
                  <a:lnTo>
                    <a:pt x="3360361" y="3299638"/>
                  </a:lnTo>
                  <a:lnTo>
                    <a:pt x="3360487" y="3299638"/>
                  </a:lnTo>
                  <a:lnTo>
                    <a:pt x="3360613" y="3299638"/>
                  </a:lnTo>
                  <a:lnTo>
                    <a:pt x="3360739" y="3299638"/>
                  </a:lnTo>
                  <a:lnTo>
                    <a:pt x="3360991" y="3299638"/>
                  </a:lnTo>
                  <a:lnTo>
                    <a:pt x="3361117" y="3299638"/>
                  </a:lnTo>
                  <a:lnTo>
                    <a:pt x="3361243" y="3299638"/>
                  </a:lnTo>
                  <a:lnTo>
                    <a:pt x="3361369" y="3299638"/>
                  </a:lnTo>
                  <a:lnTo>
                    <a:pt x="3361621" y="3299638"/>
                  </a:lnTo>
                  <a:lnTo>
                    <a:pt x="3361748" y="3299638"/>
                  </a:lnTo>
                  <a:lnTo>
                    <a:pt x="3361874" y="3299638"/>
                  </a:lnTo>
                  <a:lnTo>
                    <a:pt x="3362126" y="3299638"/>
                  </a:lnTo>
                  <a:lnTo>
                    <a:pt x="3362252" y="3299638"/>
                  </a:lnTo>
                  <a:lnTo>
                    <a:pt x="3362504" y="3299638"/>
                  </a:lnTo>
                  <a:lnTo>
                    <a:pt x="3362882" y="3299638"/>
                  </a:lnTo>
                  <a:lnTo>
                    <a:pt x="3363135" y="3299638"/>
                  </a:lnTo>
                  <a:lnTo>
                    <a:pt x="3363261" y="3299638"/>
                  </a:lnTo>
                  <a:lnTo>
                    <a:pt x="3363387" y="3299638"/>
                  </a:lnTo>
                  <a:lnTo>
                    <a:pt x="3365656" y="3294358"/>
                  </a:lnTo>
                  <a:lnTo>
                    <a:pt x="3366161" y="3294358"/>
                  </a:lnTo>
                  <a:lnTo>
                    <a:pt x="3366287" y="3294358"/>
                  </a:lnTo>
                  <a:lnTo>
                    <a:pt x="3366413" y="3294358"/>
                  </a:lnTo>
                  <a:lnTo>
                    <a:pt x="3366539" y="3294358"/>
                  </a:lnTo>
                  <a:lnTo>
                    <a:pt x="3366665" y="3294358"/>
                  </a:lnTo>
                  <a:lnTo>
                    <a:pt x="3366791" y="3294358"/>
                  </a:lnTo>
                  <a:lnTo>
                    <a:pt x="3367548" y="3294358"/>
                  </a:lnTo>
                  <a:lnTo>
                    <a:pt x="3367674" y="3294358"/>
                  </a:lnTo>
                  <a:lnTo>
                    <a:pt x="3367926" y="3289079"/>
                  </a:lnTo>
                  <a:lnTo>
                    <a:pt x="3368052" y="3289079"/>
                  </a:lnTo>
                  <a:lnTo>
                    <a:pt x="3368304" y="3289079"/>
                  </a:lnTo>
                  <a:lnTo>
                    <a:pt x="3368430" y="3289079"/>
                  </a:lnTo>
                  <a:lnTo>
                    <a:pt x="3368556" y="3289079"/>
                  </a:lnTo>
                  <a:lnTo>
                    <a:pt x="3368682" y="3289079"/>
                  </a:lnTo>
                  <a:lnTo>
                    <a:pt x="3368808" y="3289079"/>
                  </a:lnTo>
                  <a:lnTo>
                    <a:pt x="3368935" y="3289079"/>
                  </a:lnTo>
                  <a:lnTo>
                    <a:pt x="3369187" y="3289079"/>
                  </a:lnTo>
                  <a:lnTo>
                    <a:pt x="3369439" y="3283800"/>
                  </a:lnTo>
                  <a:lnTo>
                    <a:pt x="3369817" y="3278520"/>
                  </a:lnTo>
                  <a:lnTo>
                    <a:pt x="3370322" y="3278520"/>
                  </a:lnTo>
                  <a:lnTo>
                    <a:pt x="3370574" y="3278520"/>
                  </a:lnTo>
                  <a:lnTo>
                    <a:pt x="3370826" y="3278520"/>
                  </a:lnTo>
                  <a:lnTo>
                    <a:pt x="3370952" y="3278520"/>
                  </a:lnTo>
                  <a:lnTo>
                    <a:pt x="3371078" y="3278520"/>
                  </a:lnTo>
                  <a:lnTo>
                    <a:pt x="3371456" y="3278520"/>
                  </a:lnTo>
                  <a:lnTo>
                    <a:pt x="3371835" y="3278520"/>
                  </a:lnTo>
                  <a:lnTo>
                    <a:pt x="3372339" y="3278520"/>
                  </a:lnTo>
                  <a:lnTo>
                    <a:pt x="3372843" y="3278520"/>
                  </a:lnTo>
                  <a:lnTo>
                    <a:pt x="3373095" y="3278520"/>
                  </a:lnTo>
                  <a:lnTo>
                    <a:pt x="3373348" y="3278520"/>
                  </a:lnTo>
                  <a:lnTo>
                    <a:pt x="3373600" y="3278520"/>
                  </a:lnTo>
                  <a:lnTo>
                    <a:pt x="3373726" y="3278520"/>
                  </a:lnTo>
                  <a:lnTo>
                    <a:pt x="3373852" y="3278520"/>
                  </a:lnTo>
                  <a:lnTo>
                    <a:pt x="3373978" y="3278520"/>
                  </a:lnTo>
                  <a:lnTo>
                    <a:pt x="3374356" y="3278520"/>
                  </a:lnTo>
                  <a:lnTo>
                    <a:pt x="3374482" y="3278520"/>
                  </a:lnTo>
                  <a:lnTo>
                    <a:pt x="3374608" y="3278520"/>
                  </a:lnTo>
                  <a:lnTo>
                    <a:pt x="3374735" y="3278520"/>
                  </a:lnTo>
                  <a:lnTo>
                    <a:pt x="3374861" y="3278520"/>
                  </a:lnTo>
                  <a:lnTo>
                    <a:pt x="3375365" y="3278520"/>
                  </a:lnTo>
                  <a:lnTo>
                    <a:pt x="3375995" y="3278520"/>
                  </a:lnTo>
                  <a:lnTo>
                    <a:pt x="3376122" y="3278520"/>
                  </a:lnTo>
                  <a:lnTo>
                    <a:pt x="3376374" y="3278520"/>
                  </a:lnTo>
                  <a:lnTo>
                    <a:pt x="3376500" y="3278520"/>
                  </a:lnTo>
                  <a:lnTo>
                    <a:pt x="3376752" y="3278520"/>
                  </a:lnTo>
                  <a:lnTo>
                    <a:pt x="3377004" y="3278520"/>
                  </a:lnTo>
                  <a:lnTo>
                    <a:pt x="3377130" y="3278520"/>
                  </a:lnTo>
                  <a:lnTo>
                    <a:pt x="3377256" y="3278520"/>
                  </a:lnTo>
                  <a:lnTo>
                    <a:pt x="3377887" y="3278520"/>
                  </a:lnTo>
                  <a:lnTo>
                    <a:pt x="3378139" y="3278520"/>
                  </a:lnTo>
                  <a:lnTo>
                    <a:pt x="3378391" y="3278520"/>
                  </a:lnTo>
                  <a:lnTo>
                    <a:pt x="3379526" y="3278520"/>
                  </a:lnTo>
                  <a:lnTo>
                    <a:pt x="3379652" y="3278520"/>
                  </a:lnTo>
                  <a:lnTo>
                    <a:pt x="3379778" y="3278520"/>
                  </a:lnTo>
                  <a:lnTo>
                    <a:pt x="3379904" y="3278520"/>
                  </a:lnTo>
                  <a:lnTo>
                    <a:pt x="3380030" y="3278520"/>
                  </a:lnTo>
                  <a:lnTo>
                    <a:pt x="3380156" y="3278520"/>
                  </a:lnTo>
                  <a:lnTo>
                    <a:pt x="3380282" y="3278520"/>
                  </a:lnTo>
                  <a:lnTo>
                    <a:pt x="3380409" y="3278520"/>
                  </a:lnTo>
                  <a:lnTo>
                    <a:pt x="3381039" y="3278520"/>
                  </a:lnTo>
                  <a:lnTo>
                    <a:pt x="3381291" y="3278520"/>
                  </a:lnTo>
                  <a:lnTo>
                    <a:pt x="3381543" y="3278520"/>
                  </a:lnTo>
                  <a:lnTo>
                    <a:pt x="3381922" y="3278520"/>
                  </a:lnTo>
                  <a:lnTo>
                    <a:pt x="3382300" y="3278520"/>
                  </a:lnTo>
                  <a:lnTo>
                    <a:pt x="3382426" y="3278520"/>
                  </a:lnTo>
                  <a:lnTo>
                    <a:pt x="3382552" y="3278520"/>
                  </a:lnTo>
                  <a:lnTo>
                    <a:pt x="3382804" y="3278520"/>
                  </a:lnTo>
                  <a:lnTo>
                    <a:pt x="3382930" y="3278520"/>
                  </a:lnTo>
                  <a:lnTo>
                    <a:pt x="3383056" y="3278520"/>
                  </a:lnTo>
                  <a:lnTo>
                    <a:pt x="3384065" y="3278520"/>
                  </a:lnTo>
                  <a:lnTo>
                    <a:pt x="3384569" y="3278520"/>
                  </a:lnTo>
                  <a:lnTo>
                    <a:pt x="3384822" y="3278520"/>
                  </a:lnTo>
                  <a:lnTo>
                    <a:pt x="3385200" y="3278520"/>
                  </a:lnTo>
                  <a:lnTo>
                    <a:pt x="3385956" y="3273241"/>
                  </a:lnTo>
                  <a:lnTo>
                    <a:pt x="3386082" y="3273241"/>
                  </a:lnTo>
                  <a:lnTo>
                    <a:pt x="3386335" y="3273241"/>
                  </a:lnTo>
                  <a:lnTo>
                    <a:pt x="3386587" y="3273241"/>
                  </a:lnTo>
                  <a:lnTo>
                    <a:pt x="3386839" y="3273241"/>
                  </a:lnTo>
                  <a:lnTo>
                    <a:pt x="3387091" y="3273241"/>
                  </a:lnTo>
                  <a:lnTo>
                    <a:pt x="3387217" y="3273241"/>
                  </a:lnTo>
                  <a:lnTo>
                    <a:pt x="3387722" y="3273241"/>
                  </a:lnTo>
                  <a:lnTo>
                    <a:pt x="3387974" y="3273241"/>
                  </a:lnTo>
                  <a:lnTo>
                    <a:pt x="3388352" y="3273241"/>
                  </a:lnTo>
                  <a:lnTo>
                    <a:pt x="3388478" y="3273241"/>
                  </a:lnTo>
                  <a:lnTo>
                    <a:pt x="3388604" y="3273241"/>
                  </a:lnTo>
                  <a:lnTo>
                    <a:pt x="3388982" y="3273241"/>
                  </a:lnTo>
                  <a:lnTo>
                    <a:pt x="3389235" y="3273241"/>
                  </a:lnTo>
                  <a:lnTo>
                    <a:pt x="3389361" y="3273241"/>
                  </a:lnTo>
                  <a:lnTo>
                    <a:pt x="3389613" y="3273241"/>
                  </a:lnTo>
                  <a:lnTo>
                    <a:pt x="3389739" y="3273241"/>
                  </a:lnTo>
                  <a:lnTo>
                    <a:pt x="3389865" y="3273241"/>
                  </a:lnTo>
                  <a:lnTo>
                    <a:pt x="3390369" y="3273241"/>
                  </a:lnTo>
                  <a:lnTo>
                    <a:pt x="3390622" y="3273241"/>
                  </a:lnTo>
                  <a:lnTo>
                    <a:pt x="3391504" y="3273241"/>
                  </a:lnTo>
                  <a:lnTo>
                    <a:pt x="3391756" y="3273241"/>
                  </a:lnTo>
                  <a:lnTo>
                    <a:pt x="3392009" y="3273241"/>
                  </a:lnTo>
                  <a:lnTo>
                    <a:pt x="3392135" y="3273241"/>
                  </a:lnTo>
                  <a:lnTo>
                    <a:pt x="3392387" y="3273241"/>
                  </a:lnTo>
                  <a:lnTo>
                    <a:pt x="3392513" y="3273241"/>
                  </a:lnTo>
                  <a:lnTo>
                    <a:pt x="3392765" y="3273241"/>
                  </a:lnTo>
                  <a:lnTo>
                    <a:pt x="3392891" y="3273241"/>
                  </a:lnTo>
                  <a:lnTo>
                    <a:pt x="3393143" y="3273241"/>
                  </a:lnTo>
                  <a:lnTo>
                    <a:pt x="3393269" y="3273241"/>
                  </a:lnTo>
                  <a:lnTo>
                    <a:pt x="3393648" y="3273241"/>
                  </a:lnTo>
                  <a:lnTo>
                    <a:pt x="3393900" y="3273241"/>
                  </a:lnTo>
                  <a:lnTo>
                    <a:pt x="3394026" y="3273241"/>
                  </a:lnTo>
                  <a:lnTo>
                    <a:pt x="3394278" y="3273241"/>
                  </a:lnTo>
                  <a:lnTo>
                    <a:pt x="3394656" y="3273241"/>
                  </a:lnTo>
                  <a:lnTo>
                    <a:pt x="3394783" y="3273241"/>
                  </a:lnTo>
                  <a:lnTo>
                    <a:pt x="3394909" y="3273241"/>
                  </a:lnTo>
                  <a:lnTo>
                    <a:pt x="3395035" y="3273241"/>
                  </a:lnTo>
                  <a:lnTo>
                    <a:pt x="3395161" y="3273241"/>
                  </a:lnTo>
                  <a:lnTo>
                    <a:pt x="3395665" y="3273241"/>
                  </a:lnTo>
                  <a:lnTo>
                    <a:pt x="3395791" y="3273241"/>
                  </a:lnTo>
                  <a:lnTo>
                    <a:pt x="3396296" y="3273241"/>
                  </a:lnTo>
                  <a:lnTo>
                    <a:pt x="3396422" y="3273241"/>
                  </a:lnTo>
                  <a:lnTo>
                    <a:pt x="3396548" y="3273241"/>
                  </a:lnTo>
                  <a:lnTo>
                    <a:pt x="3396674" y="3273241"/>
                  </a:lnTo>
                  <a:lnTo>
                    <a:pt x="3396800" y="3273241"/>
                  </a:lnTo>
                  <a:lnTo>
                    <a:pt x="3397304" y="3273241"/>
                  </a:lnTo>
                  <a:lnTo>
                    <a:pt x="3397556" y="3273241"/>
                  </a:lnTo>
                  <a:lnTo>
                    <a:pt x="3397809" y="3273241"/>
                  </a:lnTo>
                  <a:lnTo>
                    <a:pt x="3397935" y="3273241"/>
                  </a:lnTo>
                  <a:lnTo>
                    <a:pt x="3398313" y="3273241"/>
                  </a:lnTo>
                  <a:lnTo>
                    <a:pt x="3399069" y="3273241"/>
                  </a:lnTo>
                  <a:lnTo>
                    <a:pt x="3399322" y="3273241"/>
                  </a:lnTo>
                  <a:lnTo>
                    <a:pt x="3399700" y="3273241"/>
                  </a:lnTo>
                  <a:lnTo>
                    <a:pt x="3399826" y="3273241"/>
                  </a:lnTo>
                  <a:lnTo>
                    <a:pt x="3399952" y="3273241"/>
                  </a:lnTo>
                  <a:lnTo>
                    <a:pt x="3400330" y="3273241"/>
                  </a:lnTo>
                  <a:lnTo>
                    <a:pt x="3400456" y="3273241"/>
                  </a:lnTo>
                  <a:lnTo>
                    <a:pt x="3400583" y="3273241"/>
                  </a:lnTo>
                  <a:lnTo>
                    <a:pt x="3400709" y="3273241"/>
                  </a:lnTo>
                  <a:lnTo>
                    <a:pt x="3400835" y="3273241"/>
                  </a:lnTo>
                  <a:lnTo>
                    <a:pt x="3400961" y="3273241"/>
                  </a:lnTo>
                  <a:lnTo>
                    <a:pt x="3401465" y="3273241"/>
                  </a:lnTo>
                  <a:lnTo>
                    <a:pt x="3401591" y="3273241"/>
                  </a:lnTo>
                  <a:lnTo>
                    <a:pt x="3402978" y="3273241"/>
                  </a:lnTo>
                  <a:lnTo>
                    <a:pt x="3403104" y="3273241"/>
                  </a:lnTo>
                  <a:lnTo>
                    <a:pt x="3403356" y="3273241"/>
                  </a:lnTo>
                  <a:lnTo>
                    <a:pt x="3403609" y="3273241"/>
                  </a:lnTo>
                  <a:lnTo>
                    <a:pt x="3404239" y="3273241"/>
                  </a:lnTo>
                  <a:lnTo>
                    <a:pt x="3404365" y="3273241"/>
                  </a:lnTo>
                  <a:lnTo>
                    <a:pt x="3404617" y="3273241"/>
                  </a:lnTo>
                  <a:lnTo>
                    <a:pt x="3404870" y="3273241"/>
                  </a:lnTo>
                  <a:lnTo>
                    <a:pt x="3404996" y="3273241"/>
                  </a:lnTo>
                  <a:lnTo>
                    <a:pt x="3405248" y="3273241"/>
                  </a:lnTo>
                  <a:lnTo>
                    <a:pt x="3405626" y="3273241"/>
                  </a:lnTo>
                  <a:lnTo>
                    <a:pt x="3405752" y="3273241"/>
                  </a:lnTo>
                  <a:lnTo>
                    <a:pt x="3406256" y="3273241"/>
                  </a:lnTo>
                  <a:lnTo>
                    <a:pt x="3406383" y="3273241"/>
                  </a:lnTo>
                  <a:lnTo>
                    <a:pt x="3406509" y="3273241"/>
                  </a:lnTo>
                  <a:lnTo>
                    <a:pt x="3406761" y="3273241"/>
                  </a:lnTo>
                  <a:lnTo>
                    <a:pt x="3407013" y="3273241"/>
                  </a:lnTo>
                  <a:lnTo>
                    <a:pt x="3408148" y="3273241"/>
                  </a:lnTo>
                  <a:lnTo>
                    <a:pt x="3408526" y="3273241"/>
                  </a:lnTo>
                  <a:lnTo>
                    <a:pt x="3408652" y="3273241"/>
                  </a:lnTo>
                  <a:lnTo>
                    <a:pt x="3408904" y="3273241"/>
                  </a:lnTo>
                  <a:lnTo>
                    <a:pt x="3409030" y="3273241"/>
                  </a:lnTo>
                  <a:lnTo>
                    <a:pt x="3409283" y="3273241"/>
                  </a:lnTo>
                  <a:lnTo>
                    <a:pt x="3409409" y="3273241"/>
                  </a:lnTo>
                  <a:lnTo>
                    <a:pt x="3409787" y="3273241"/>
                  </a:lnTo>
                  <a:lnTo>
                    <a:pt x="3410165" y="3273241"/>
                  </a:lnTo>
                  <a:lnTo>
                    <a:pt x="3410291" y="3273241"/>
                  </a:lnTo>
                  <a:lnTo>
                    <a:pt x="3410543" y="3273241"/>
                  </a:lnTo>
                  <a:lnTo>
                    <a:pt x="3410670" y="3273241"/>
                  </a:lnTo>
                  <a:lnTo>
                    <a:pt x="3411300" y="3273241"/>
                  </a:lnTo>
                  <a:lnTo>
                    <a:pt x="3411678" y="3273241"/>
                  </a:lnTo>
                  <a:lnTo>
                    <a:pt x="3412309" y="3273241"/>
                  </a:lnTo>
                  <a:lnTo>
                    <a:pt x="3412435" y="3273241"/>
                  </a:lnTo>
                  <a:lnTo>
                    <a:pt x="3412561" y="3273241"/>
                  </a:lnTo>
                  <a:lnTo>
                    <a:pt x="3413065" y="3273241"/>
                  </a:lnTo>
                  <a:lnTo>
                    <a:pt x="3413191" y="3273241"/>
                  </a:lnTo>
                  <a:lnTo>
                    <a:pt x="3413317" y="3273241"/>
                  </a:lnTo>
                  <a:lnTo>
                    <a:pt x="3413696" y="3273241"/>
                  </a:lnTo>
                  <a:lnTo>
                    <a:pt x="3414200" y="3273241"/>
                  </a:lnTo>
                  <a:lnTo>
                    <a:pt x="3414452" y="3273241"/>
                  </a:lnTo>
                  <a:lnTo>
                    <a:pt x="3414830" y="3273241"/>
                  </a:lnTo>
                  <a:lnTo>
                    <a:pt x="3415209" y="3273241"/>
                  </a:lnTo>
                  <a:lnTo>
                    <a:pt x="3415335" y="3273241"/>
                  </a:lnTo>
                  <a:lnTo>
                    <a:pt x="3415461" y="3273241"/>
                  </a:lnTo>
                  <a:lnTo>
                    <a:pt x="3415587" y="3273241"/>
                  </a:lnTo>
                  <a:lnTo>
                    <a:pt x="3416091" y="3273241"/>
                  </a:lnTo>
                  <a:lnTo>
                    <a:pt x="3416343" y="3273241"/>
                  </a:lnTo>
                  <a:lnTo>
                    <a:pt x="3416722" y="3273241"/>
                  </a:lnTo>
                  <a:lnTo>
                    <a:pt x="3416848" y="3273241"/>
                  </a:lnTo>
                  <a:lnTo>
                    <a:pt x="3416974" y="3273241"/>
                  </a:lnTo>
                  <a:lnTo>
                    <a:pt x="3417100" y="3273241"/>
                  </a:lnTo>
                  <a:lnTo>
                    <a:pt x="3417226" y="3273241"/>
                  </a:lnTo>
                  <a:lnTo>
                    <a:pt x="3417352" y="3273241"/>
                  </a:lnTo>
                  <a:lnTo>
                    <a:pt x="3417730" y="3273241"/>
                  </a:lnTo>
                  <a:lnTo>
                    <a:pt x="3417983" y="3273241"/>
                  </a:lnTo>
                  <a:lnTo>
                    <a:pt x="3418109" y="3273241"/>
                  </a:lnTo>
                  <a:lnTo>
                    <a:pt x="3418235" y="3273241"/>
                  </a:lnTo>
                  <a:lnTo>
                    <a:pt x="3418487" y="3273241"/>
                  </a:lnTo>
                  <a:lnTo>
                    <a:pt x="3418991" y="3273241"/>
                  </a:lnTo>
                  <a:lnTo>
                    <a:pt x="3419370" y="3273241"/>
                  </a:lnTo>
                  <a:lnTo>
                    <a:pt x="3419748" y="3273241"/>
                  </a:lnTo>
                  <a:lnTo>
                    <a:pt x="3420378" y="3273241"/>
                  </a:lnTo>
                  <a:lnTo>
                    <a:pt x="3420883" y="3273241"/>
                  </a:lnTo>
                  <a:lnTo>
                    <a:pt x="3421387" y="3267961"/>
                  </a:lnTo>
                  <a:lnTo>
                    <a:pt x="3421513" y="3267961"/>
                  </a:lnTo>
                  <a:lnTo>
                    <a:pt x="3421639" y="3267961"/>
                  </a:lnTo>
                  <a:lnTo>
                    <a:pt x="3421891" y="3267961"/>
                  </a:lnTo>
                  <a:lnTo>
                    <a:pt x="3422144" y="3267961"/>
                  </a:lnTo>
                  <a:lnTo>
                    <a:pt x="3422270" y="3267961"/>
                  </a:lnTo>
                  <a:lnTo>
                    <a:pt x="3422396" y="3267961"/>
                  </a:lnTo>
                  <a:lnTo>
                    <a:pt x="3422522" y="3267961"/>
                  </a:lnTo>
                  <a:lnTo>
                    <a:pt x="3422774" y="3267961"/>
                  </a:lnTo>
                  <a:lnTo>
                    <a:pt x="3422900" y="3267961"/>
                  </a:lnTo>
                  <a:lnTo>
                    <a:pt x="3423026" y="3267961"/>
                  </a:lnTo>
                  <a:lnTo>
                    <a:pt x="3423278" y="3267961"/>
                  </a:lnTo>
                  <a:lnTo>
                    <a:pt x="3423657" y="3267961"/>
                  </a:lnTo>
                  <a:lnTo>
                    <a:pt x="3423783" y="3267961"/>
                  </a:lnTo>
                  <a:lnTo>
                    <a:pt x="3424035" y="3267961"/>
                  </a:lnTo>
                  <a:lnTo>
                    <a:pt x="3424287" y="3267961"/>
                  </a:lnTo>
                  <a:lnTo>
                    <a:pt x="3424539" y="3267961"/>
                  </a:lnTo>
                  <a:lnTo>
                    <a:pt x="3425674" y="3267961"/>
                  </a:lnTo>
                  <a:lnTo>
                    <a:pt x="3425926" y="3267961"/>
                  </a:lnTo>
                  <a:lnTo>
                    <a:pt x="3426304" y="3267961"/>
                  </a:lnTo>
                  <a:lnTo>
                    <a:pt x="3426683" y="3267961"/>
                  </a:lnTo>
                  <a:lnTo>
                    <a:pt x="3426809" y="3267961"/>
                  </a:lnTo>
                  <a:lnTo>
                    <a:pt x="3427061" y="3267961"/>
                  </a:lnTo>
                  <a:lnTo>
                    <a:pt x="3427187" y="3267961"/>
                  </a:lnTo>
                  <a:lnTo>
                    <a:pt x="3427313" y="3267961"/>
                  </a:lnTo>
                  <a:lnTo>
                    <a:pt x="3427691" y="3267961"/>
                  </a:lnTo>
                  <a:lnTo>
                    <a:pt x="3427944" y="3262682"/>
                  </a:lnTo>
                  <a:lnTo>
                    <a:pt x="3428196" y="3262682"/>
                  </a:lnTo>
                  <a:lnTo>
                    <a:pt x="3428700" y="3262682"/>
                  </a:lnTo>
                  <a:lnTo>
                    <a:pt x="3428826" y="3262682"/>
                  </a:lnTo>
                  <a:lnTo>
                    <a:pt x="3429204" y="3262682"/>
                  </a:lnTo>
                  <a:lnTo>
                    <a:pt x="3429331" y="3262682"/>
                  </a:lnTo>
                  <a:lnTo>
                    <a:pt x="3429583" y="3262682"/>
                  </a:lnTo>
                  <a:lnTo>
                    <a:pt x="3430717" y="3262682"/>
                  </a:lnTo>
                  <a:lnTo>
                    <a:pt x="3430844" y="3262682"/>
                  </a:lnTo>
                  <a:lnTo>
                    <a:pt x="3430970" y="3262682"/>
                  </a:lnTo>
                  <a:lnTo>
                    <a:pt x="3431096" y="3262682"/>
                  </a:lnTo>
                  <a:lnTo>
                    <a:pt x="3431222" y="3262682"/>
                  </a:lnTo>
                  <a:lnTo>
                    <a:pt x="3431348" y="3262682"/>
                  </a:lnTo>
                  <a:lnTo>
                    <a:pt x="3431600" y="3262682"/>
                  </a:lnTo>
                  <a:lnTo>
                    <a:pt x="3431726" y="3262682"/>
                  </a:lnTo>
                  <a:lnTo>
                    <a:pt x="3431978" y="3262682"/>
                  </a:lnTo>
                  <a:lnTo>
                    <a:pt x="3432104" y="3262682"/>
                  </a:lnTo>
                  <a:lnTo>
                    <a:pt x="3432483" y="3262682"/>
                  </a:lnTo>
                  <a:lnTo>
                    <a:pt x="3433113" y="3257402"/>
                  </a:lnTo>
                  <a:lnTo>
                    <a:pt x="3433870" y="3257402"/>
                  </a:lnTo>
                  <a:lnTo>
                    <a:pt x="3433996" y="3257402"/>
                  </a:lnTo>
                  <a:lnTo>
                    <a:pt x="3434122" y="3257402"/>
                  </a:lnTo>
                  <a:lnTo>
                    <a:pt x="3434500" y="3257402"/>
                  </a:lnTo>
                  <a:lnTo>
                    <a:pt x="3434752" y="3257402"/>
                  </a:lnTo>
                  <a:lnTo>
                    <a:pt x="3435635" y="3257402"/>
                  </a:lnTo>
                  <a:lnTo>
                    <a:pt x="3435761" y="3257402"/>
                  </a:lnTo>
                  <a:lnTo>
                    <a:pt x="3436265" y="3257402"/>
                  </a:lnTo>
                  <a:lnTo>
                    <a:pt x="3436391" y="3257402"/>
                  </a:lnTo>
                  <a:lnTo>
                    <a:pt x="3436644" y="3257402"/>
                  </a:lnTo>
                  <a:lnTo>
                    <a:pt x="3436770" y="3257402"/>
                  </a:lnTo>
                  <a:lnTo>
                    <a:pt x="3437022" y="3257402"/>
                  </a:lnTo>
                  <a:lnTo>
                    <a:pt x="3437148" y="3257402"/>
                  </a:lnTo>
                  <a:lnTo>
                    <a:pt x="3437274" y="3257402"/>
                  </a:lnTo>
                  <a:lnTo>
                    <a:pt x="3437904" y="3257402"/>
                  </a:lnTo>
                  <a:lnTo>
                    <a:pt x="3438409" y="3257402"/>
                  </a:lnTo>
                  <a:lnTo>
                    <a:pt x="3438535" y="3257402"/>
                  </a:lnTo>
                  <a:lnTo>
                    <a:pt x="3438913" y="3257402"/>
                  </a:lnTo>
                  <a:lnTo>
                    <a:pt x="3439291" y="3257402"/>
                  </a:lnTo>
                  <a:lnTo>
                    <a:pt x="3439418" y="3257402"/>
                  </a:lnTo>
                  <a:lnTo>
                    <a:pt x="3439922" y="3257402"/>
                  </a:lnTo>
                  <a:lnTo>
                    <a:pt x="3440048" y="3257402"/>
                  </a:lnTo>
                  <a:lnTo>
                    <a:pt x="3440300" y="3257402"/>
                  </a:lnTo>
                  <a:lnTo>
                    <a:pt x="3440552" y="3257402"/>
                  </a:lnTo>
                  <a:lnTo>
                    <a:pt x="3440804" y="3257402"/>
                  </a:lnTo>
                  <a:lnTo>
                    <a:pt x="3440931" y="3257402"/>
                  </a:lnTo>
                  <a:lnTo>
                    <a:pt x="3441183" y="3257402"/>
                  </a:lnTo>
                  <a:lnTo>
                    <a:pt x="3441309" y="3257402"/>
                  </a:lnTo>
                  <a:lnTo>
                    <a:pt x="3441561" y="3257402"/>
                  </a:lnTo>
                  <a:lnTo>
                    <a:pt x="3441687" y="3257402"/>
                  </a:lnTo>
                  <a:lnTo>
                    <a:pt x="3441813" y="3257402"/>
                  </a:lnTo>
                  <a:lnTo>
                    <a:pt x="3441939" y="3257402"/>
                  </a:lnTo>
                  <a:lnTo>
                    <a:pt x="3442444" y="3257402"/>
                  </a:lnTo>
                  <a:lnTo>
                    <a:pt x="3443074" y="3257402"/>
                  </a:lnTo>
                  <a:lnTo>
                    <a:pt x="3443200" y="3257402"/>
                  </a:lnTo>
                  <a:lnTo>
                    <a:pt x="3443326" y="3257402"/>
                  </a:lnTo>
                  <a:lnTo>
                    <a:pt x="3443452" y="3257402"/>
                  </a:lnTo>
                  <a:lnTo>
                    <a:pt x="3443578" y="3257402"/>
                  </a:lnTo>
                  <a:lnTo>
                    <a:pt x="3443705" y="3257402"/>
                  </a:lnTo>
                  <a:lnTo>
                    <a:pt x="3444209" y="3257402"/>
                  </a:lnTo>
                  <a:lnTo>
                    <a:pt x="3444839" y="3257402"/>
                  </a:lnTo>
                  <a:lnTo>
                    <a:pt x="3444965" y="3257402"/>
                  </a:lnTo>
                  <a:lnTo>
                    <a:pt x="3445091" y="3257402"/>
                  </a:lnTo>
                  <a:lnTo>
                    <a:pt x="3445218" y="3257402"/>
                  </a:lnTo>
                  <a:lnTo>
                    <a:pt x="3445470" y="3257402"/>
                  </a:lnTo>
                  <a:lnTo>
                    <a:pt x="3445596" y="3257402"/>
                  </a:lnTo>
                  <a:lnTo>
                    <a:pt x="3447109" y="3257402"/>
                  </a:lnTo>
                  <a:lnTo>
                    <a:pt x="3447361" y="3257402"/>
                  </a:lnTo>
                  <a:lnTo>
                    <a:pt x="3447487" y="3257402"/>
                  </a:lnTo>
                  <a:lnTo>
                    <a:pt x="3447613" y="3257402"/>
                  </a:lnTo>
                  <a:lnTo>
                    <a:pt x="3447991" y="3257402"/>
                  </a:lnTo>
                  <a:lnTo>
                    <a:pt x="3448118" y="3257402"/>
                  </a:lnTo>
                  <a:lnTo>
                    <a:pt x="3448496" y="3257402"/>
                  </a:lnTo>
                  <a:lnTo>
                    <a:pt x="3448622" y="3257402"/>
                  </a:lnTo>
                  <a:lnTo>
                    <a:pt x="3449252" y="3257402"/>
                  </a:lnTo>
                  <a:lnTo>
                    <a:pt x="3449757" y="3257402"/>
                  </a:lnTo>
                  <a:lnTo>
                    <a:pt x="3449883" y="3257402"/>
                  </a:lnTo>
                  <a:lnTo>
                    <a:pt x="3450009" y="3257402"/>
                  </a:lnTo>
                  <a:lnTo>
                    <a:pt x="3450135" y="3257402"/>
                  </a:lnTo>
                  <a:lnTo>
                    <a:pt x="3450261" y="3257402"/>
                  </a:lnTo>
                  <a:lnTo>
                    <a:pt x="3450387" y="3257402"/>
                  </a:lnTo>
                  <a:lnTo>
                    <a:pt x="3450513" y="3257402"/>
                  </a:lnTo>
                  <a:lnTo>
                    <a:pt x="3450639" y="3257402"/>
                  </a:lnTo>
                  <a:lnTo>
                    <a:pt x="3451144" y="3257402"/>
                  </a:lnTo>
                  <a:lnTo>
                    <a:pt x="3451396" y="3257402"/>
                  </a:lnTo>
                  <a:lnTo>
                    <a:pt x="3452405" y="3252123"/>
                  </a:lnTo>
                  <a:lnTo>
                    <a:pt x="3452657" y="3252123"/>
                  </a:lnTo>
                  <a:lnTo>
                    <a:pt x="3453035" y="3252123"/>
                  </a:lnTo>
                  <a:lnTo>
                    <a:pt x="3453287" y="3252123"/>
                  </a:lnTo>
                  <a:lnTo>
                    <a:pt x="3453413" y="3252123"/>
                  </a:lnTo>
                  <a:lnTo>
                    <a:pt x="3453665" y="3246844"/>
                  </a:lnTo>
                  <a:lnTo>
                    <a:pt x="3453665" y="3241564"/>
                  </a:lnTo>
                  <a:lnTo>
                    <a:pt x="3453792" y="3241564"/>
                  </a:lnTo>
                  <a:lnTo>
                    <a:pt x="3453918" y="3241564"/>
                  </a:lnTo>
                  <a:lnTo>
                    <a:pt x="3454422" y="3241564"/>
                  </a:lnTo>
                  <a:lnTo>
                    <a:pt x="3454548" y="3241564"/>
                  </a:lnTo>
                  <a:lnTo>
                    <a:pt x="3455683" y="3236285"/>
                  </a:lnTo>
                  <a:lnTo>
                    <a:pt x="3455809" y="3236285"/>
                  </a:lnTo>
                  <a:lnTo>
                    <a:pt x="3456187" y="3236285"/>
                  </a:lnTo>
                  <a:lnTo>
                    <a:pt x="3456313" y="3236285"/>
                  </a:lnTo>
                  <a:lnTo>
                    <a:pt x="3456439" y="3236285"/>
                  </a:lnTo>
                  <a:lnTo>
                    <a:pt x="3456565" y="3236285"/>
                  </a:lnTo>
                  <a:lnTo>
                    <a:pt x="3456692" y="3236285"/>
                  </a:lnTo>
                  <a:lnTo>
                    <a:pt x="3457070" y="3231005"/>
                  </a:lnTo>
                  <a:lnTo>
                    <a:pt x="3457700" y="3231005"/>
                  </a:lnTo>
                  <a:lnTo>
                    <a:pt x="3458457" y="3231005"/>
                  </a:lnTo>
                  <a:lnTo>
                    <a:pt x="3458709" y="3231005"/>
                  </a:lnTo>
                  <a:lnTo>
                    <a:pt x="3459087" y="3231005"/>
                  </a:lnTo>
                  <a:lnTo>
                    <a:pt x="3459339" y="3231005"/>
                  </a:lnTo>
                  <a:lnTo>
                    <a:pt x="3459592" y="3231005"/>
                  </a:lnTo>
                  <a:lnTo>
                    <a:pt x="3460222" y="3231005"/>
                  </a:lnTo>
                  <a:lnTo>
                    <a:pt x="3461105" y="3231005"/>
                  </a:lnTo>
                  <a:lnTo>
                    <a:pt x="3461609" y="3231005"/>
                  </a:lnTo>
                  <a:lnTo>
                    <a:pt x="3462113" y="3231005"/>
                  </a:lnTo>
                  <a:lnTo>
                    <a:pt x="3462239" y="3231005"/>
                  </a:lnTo>
                  <a:lnTo>
                    <a:pt x="3462365" y="3231005"/>
                  </a:lnTo>
                  <a:lnTo>
                    <a:pt x="3462618" y="3231005"/>
                  </a:lnTo>
                  <a:lnTo>
                    <a:pt x="3462744" y="3231005"/>
                  </a:lnTo>
                  <a:lnTo>
                    <a:pt x="3462996" y="3231005"/>
                  </a:lnTo>
                  <a:lnTo>
                    <a:pt x="3463374" y="3231005"/>
                  </a:lnTo>
                  <a:lnTo>
                    <a:pt x="3463500" y="3231005"/>
                  </a:lnTo>
                  <a:lnTo>
                    <a:pt x="3464257" y="3231005"/>
                  </a:lnTo>
                  <a:lnTo>
                    <a:pt x="3464383" y="3231005"/>
                  </a:lnTo>
                  <a:lnTo>
                    <a:pt x="3464509" y="3231005"/>
                  </a:lnTo>
                  <a:lnTo>
                    <a:pt x="3464887" y="3231005"/>
                  </a:lnTo>
                  <a:lnTo>
                    <a:pt x="3465013" y="3231005"/>
                  </a:lnTo>
                  <a:lnTo>
                    <a:pt x="3465139" y="3231005"/>
                  </a:lnTo>
                  <a:lnTo>
                    <a:pt x="3465265" y="3231005"/>
                  </a:lnTo>
                  <a:lnTo>
                    <a:pt x="3466779" y="3231005"/>
                  </a:lnTo>
                  <a:lnTo>
                    <a:pt x="3467157" y="3231005"/>
                  </a:lnTo>
                  <a:lnTo>
                    <a:pt x="3467283" y="3231005"/>
                  </a:lnTo>
                  <a:lnTo>
                    <a:pt x="3467409" y="3231005"/>
                  </a:lnTo>
                  <a:lnTo>
                    <a:pt x="3467661" y="3231005"/>
                  </a:lnTo>
                  <a:lnTo>
                    <a:pt x="3467787" y="3225726"/>
                  </a:lnTo>
                  <a:lnTo>
                    <a:pt x="3467913" y="3225726"/>
                  </a:lnTo>
                  <a:lnTo>
                    <a:pt x="3468670" y="3225726"/>
                  </a:lnTo>
                  <a:lnTo>
                    <a:pt x="3469552" y="3225726"/>
                  </a:lnTo>
                  <a:lnTo>
                    <a:pt x="3469805" y="3225726"/>
                  </a:lnTo>
                  <a:lnTo>
                    <a:pt x="3469931" y="3225726"/>
                  </a:lnTo>
                  <a:lnTo>
                    <a:pt x="3470183" y="3225726"/>
                  </a:lnTo>
                  <a:lnTo>
                    <a:pt x="3470687" y="3225726"/>
                  </a:lnTo>
                  <a:lnTo>
                    <a:pt x="3470813" y="3225726"/>
                  </a:lnTo>
                  <a:lnTo>
                    <a:pt x="3470939" y="3225726"/>
                  </a:lnTo>
                  <a:lnTo>
                    <a:pt x="3471066" y="3225726"/>
                  </a:lnTo>
                  <a:lnTo>
                    <a:pt x="3471192" y="3225726"/>
                  </a:lnTo>
                  <a:lnTo>
                    <a:pt x="3471318" y="3225726"/>
                  </a:lnTo>
                  <a:lnTo>
                    <a:pt x="3471696" y="3225726"/>
                  </a:lnTo>
                  <a:lnTo>
                    <a:pt x="3471948" y="3225726"/>
                  </a:lnTo>
                  <a:lnTo>
                    <a:pt x="3472074" y="3225726"/>
                  </a:lnTo>
                  <a:lnTo>
                    <a:pt x="3472200" y="3225726"/>
                  </a:lnTo>
                  <a:lnTo>
                    <a:pt x="3472452" y="3225726"/>
                  </a:lnTo>
                  <a:lnTo>
                    <a:pt x="3472579" y="3225726"/>
                  </a:lnTo>
                  <a:lnTo>
                    <a:pt x="3472957" y="3225726"/>
                  </a:lnTo>
                  <a:lnTo>
                    <a:pt x="3473209" y="3225726"/>
                  </a:lnTo>
                  <a:lnTo>
                    <a:pt x="3473587" y="3225726"/>
                  </a:lnTo>
                  <a:lnTo>
                    <a:pt x="3473713" y="3225726"/>
                  </a:lnTo>
                  <a:lnTo>
                    <a:pt x="3474092" y="3225726"/>
                  </a:lnTo>
                  <a:lnTo>
                    <a:pt x="3474218" y="3225726"/>
                  </a:lnTo>
                  <a:lnTo>
                    <a:pt x="3474344" y="3225726"/>
                  </a:lnTo>
                  <a:lnTo>
                    <a:pt x="3474722" y="3225726"/>
                  </a:lnTo>
                  <a:lnTo>
                    <a:pt x="3474848" y="3225726"/>
                  </a:lnTo>
                  <a:lnTo>
                    <a:pt x="3474974" y="3225726"/>
                  </a:lnTo>
                  <a:lnTo>
                    <a:pt x="3475857" y="3225726"/>
                  </a:lnTo>
                  <a:lnTo>
                    <a:pt x="3476487" y="3225726"/>
                  </a:lnTo>
                  <a:lnTo>
                    <a:pt x="3476613" y="3225726"/>
                  </a:lnTo>
                  <a:lnTo>
                    <a:pt x="3476866" y="3225726"/>
                  </a:lnTo>
                  <a:lnTo>
                    <a:pt x="3477370" y="3225726"/>
                  </a:lnTo>
                  <a:lnTo>
                    <a:pt x="3477748" y="3225726"/>
                  </a:lnTo>
                  <a:lnTo>
                    <a:pt x="3478379" y="3225726"/>
                  </a:lnTo>
                  <a:lnTo>
                    <a:pt x="3478379" y="3220447"/>
                  </a:lnTo>
                  <a:lnTo>
                    <a:pt x="3478505" y="3220447"/>
                  </a:lnTo>
                  <a:lnTo>
                    <a:pt x="3478757" y="3220447"/>
                  </a:lnTo>
                  <a:lnTo>
                    <a:pt x="3479135" y="3220447"/>
                  </a:lnTo>
                  <a:lnTo>
                    <a:pt x="3479261" y="3220447"/>
                  </a:lnTo>
                  <a:lnTo>
                    <a:pt x="3479513" y="3220447"/>
                  </a:lnTo>
                  <a:lnTo>
                    <a:pt x="3479639" y="3220447"/>
                  </a:lnTo>
                  <a:lnTo>
                    <a:pt x="3480144" y="3220447"/>
                  </a:lnTo>
                  <a:lnTo>
                    <a:pt x="3480774" y="3215167"/>
                  </a:lnTo>
                  <a:lnTo>
                    <a:pt x="3480900" y="3215167"/>
                  </a:lnTo>
                  <a:lnTo>
                    <a:pt x="3481153" y="3215167"/>
                  </a:lnTo>
                  <a:lnTo>
                    <a:pt x="3481279" y="3209888"/>
                  </a:lnTo>
                  <a:lnTo>
                    <a:pt x="3481657" y="3209888"/>
                  </a:lnTo>
                  <a:lnTo>
                    <a:pt x="3481909" y="3209888"/>
                  </a:lnTo>
                  <a:lnTo>
                    <a:pt x="3482035" y="3209888"/>
                  </a:lnTo>
                  <a:lnTo>
                    <a:pt x="3482666" y="3209888"/>
                  </a:lnTo>
                  <a:lnTo>
                    <a:pt x="3483170" y="3209888"/>
                  </a:lnTo>
                  <a:lnTo>
                    <a:pt x="3483422" y="3209888"/>
                  </a:lnTo>
                  <a:lnTo>
                    <a:pt x="3483674" y="3204608"/>
                  </a:lnTo>
                  <a:lnTo>
                    <a:pt x="3484305" y="3204608"/>
                  </a:lnTo>
                  <a:lnTo>
                    <a:pt x="3484683" y="3204608"/>
                  </a:lnTo>
                  <a:lnTo>
                    <a:pt x="3485061" y="3204608"/>
                  </a:lnTo>
                  <a:lnTo>
                    <a:pt x="3485187" y="3204608"/>
                  </a:lnTo>
                  <a:lnTo>
                    <a:pt x="3485313" y="3204608"/>
                  </a:lnTo>
                  <a:lnTo>
                    <a:pt x="3485440" y="3204608"/>
                  </a:lnTo>
                  <a:lnTo>
                    <a:pt x="3486574" y="3204608"/>
                  </a:lnTo>
                  <a:lnTo>
                    <a:pt x="3486953" y="3204608"/>
                  </a:lnTo>
                  <a:lnTo>
                    <a:pt x="3487331" y="3204608"/>
                  </a:lnTo>
                  <a:lnTo>
                    <a:pt x="3487709" y="3204608"/>
                  </a:lnTo>
                  <a:lnTo>
                    <a:pt x="3488340" y="3204608"/>
                  </a:lnTo>
                  <a:lnTo>
                    <a:pt x="3488466" y="3204608"/>
                  </a:lnTo>
                  <a:lnTo>
                    <a:pt x="3488718" y="3204608"/>
                  </a:lnTo>
                  <a:lnTo>
                    <a:pt x="3488844" y="3204608"/>
                  </a:lnTo>
                  <a:lnTo>
                    <a:pt x="3488970" y="3204608"/>
                  </a:lnTo>
                  <a:lnTo>
                    <a:pt x="3489222" y="3204608"/>
                  </a:lnTo>
                  <a:lnTo>
                    <a:pt x="3489348" y="3204608"/>
                  </a:lnTo>
                  <a:lnTo>
                    <a:pt x="3489474" y="3204608"/>
                  </a:lnTo>
                  <a:lnTo>
                    <a:pt x="3489600" y="3204608"/>
                  </a:lnTo>
                  <a:lnTo>
                    <a:pt x="3489853" y="3199329"/>
                  </a:lnTo>
                  <a:lnTo>
                    <a:pt x="3489979" y="3199329"/>
                  </a:lnTo>
                  <a:lnTo>
                    <a:pt x="3490483" y="3199329"/>
                  </a:lnTo>
                  <a:lnTo>
                    <a:pt x="3491113" y="3199329"/>
                  </a:lnTo>
                  <a:lnTo>
                    <a:pt x="3491618" y="3199329"/>
                  </a:lnTo>
                  <a:lnTo>
                    <a:pt x="3491870" y="3199329"/>
                  </a:lnTo>
                  <a:lnTo>
                    <a:pt x="3491996" y="3199329"/>
                  </a:lnTo>
                  <a:lnTo>
                    <a:pt x="3492248" y="3199329"/>
                  </a:lnTo>
                  <a:lnTo>
                    <a:pt x="3492374" y="3199329"/>
                  </a:lnTo>
                  <a:lnTo>
                    <a:pt x="3492500" y="3199329"/>
                  </a:lnTo>
                  <a:lnTo>
                    <a:pt x="3492626" y="3199329"/>
                  </a:lnTo>
                  <a:lnTo>
                    <a:pt x="3492879" y="3199329"/>
                  </a:lnTo>
                  <a:lnTo>
                    <a:pt x="3493131" y="3199329"/>
                  </a:lnTo>
                  <a:lnTo>
                    <a:pt x="3493257" y="3199329"/>
                  </a:lnTo>
                  <a:lnTo>
                    <a:pt x="3493509" y="3199329"/>
                  </a:lnTo>
                  <a:lnTo>
                    <a:pt x="3493635" y="3199329"/>
                  </a:lnTo>
                  <a:lnTo>
                    <a:pt x="3493635" y="3194049"/>
                  </a:lnTo>
                  <a:lnTo>
                    <a:pt x="3493761" y="3194049"/>
                  </a:lnTo>
                  <a:lnTo>
                    <a:pt x="3493887" y="3194049"/>
                  </a:lnTo>
                  <a:lnTo>
                    <a:pt x="3494013" y="3194049"/>
                  </a:lnTo>
                  <a:lnTo>
                    <a:pt x="3494644" y="3194049"/>
                  </a:lnTo>
                  <a:lnTo>
                    <a:pt x="3494770" y="3194049"/>
                  </a:lnTo>
                  <a:lnTo>
                    <a:pt x="3494896" y="3194049"/>
                  </a:lnTo>
                  <a:lnTo>
                    <a:pt x="3495022" y="3194049"/>
                  </a:lnTo>
                  <a:lnTo>
                    <a:pt x="3495274" y="3194049"/>
                  </a:lnTo>
                  <a:lnTo>
                    <a:pt x="3495779" y="3194049"/>
                  </a:lnTo>
                  <a:lnTo>
                    <a:pt x="3496031" y="3194049"/>
                  </a:lnTo>
                  <a:lnTo>
                    <a:pt x="3496157" y="3194049"/>
                  </a:lnTo>
                  <a:lnTo>
                    <a:pt x="3496913" y="3194049"/>
                  </a:lnTo>
                  <a:lnTo>
                    <a:pt x="3497040" y="3194049"/>
                  </a:lnTo>
                  <a:lnTo>
                    <a:pt x="3497292" y="3194049"/>
                  </a:lnTo>
                  <a:lnTo>
                    <a:pt x="3497418" y="3194049"/>
                  </a:lnTo>
                  <a:lnTo>
                    <a:pt x="3498300" y="3194049"/>
                  </a:lnTo>
                  <a:lnTo>
                    <a:pt x="3498553" y="3194049"/>
                  </a:lnTo>
                  <a:lnTo>
                    <a:pt x="3499435" y="3194049"/>
                  </a:lnTo>
                  <a:lnTo>
                    <a:pt x="3499561" y="3194049"/>
                  </a:lnTo>
                  <a:lnTo>
                    <a:pt x="3499687" y="3194049"/>
                  </a:lnTo>
                  <a:lnTo>
                    <a:pt x="3500570" y="3183491"/>
                  </a:lnTo>
                  <a:lnTo>
                    <a:pt x="3500822" y="3183491"/>
                  </a:lnTo>
                  <a:lnTo>
                    <a:pt x="3500948" y="3183491"/>
                  </a:lnTo>
                  <a:lnTo>
                    <a:pt x="3502083" y="3183491"/>
                  </a:lnTo>
                  <a:lnTo>
                    <a:pt x="3502209" y="3183491"/>
                  </a:lnTo>
                  <a:lnTo>
                    <a:pt x="3502335" y="3183491"/>
                  </a:lnTo>
                  <a:lnTo>
                    <a:pt x="3502587" y="3183491"/>
                  </a:lnTo>
                  <a:lnTo>
                    <a:pt x="3503722" y="3183491"/>
                  </a:lnTo>
                  <a:lnTo>
                    <a:pt x="3503848" y="3183491"/>
                  </a:lnTo>
                  <a:lnTo>
                    <a:pt x="3504227" y="3183491"/>
                  </a:lnTo>
                  <a:lnTo>
                    <a:pt x="3504857" y="3172932"/>
                  </a:lnTo>
                  <a:lnTo>
                    <a:pt x="3504983" y="3172932"/>
                  </a:lnTo>
                  <a:lnTo>
                    <a:pt x="3505109" y="3172932"/>
                  </a:lnTo>
                  <a:lnTo>
                    <a:pt x="3505361" y="3172932"/>
                  </a:lnTo>
                  <a:lnTo>
                    <a:pt x="3505487" y="3172932"/>
                  </a:lnTo>
                  <a:lnTo>
                    <a:pt x="3505740" y="3172932"/>
                  </a:lnTo>
                  <a:lnTo>
                    <a:pt x="3506244" y="3172932"/>
                  </a:lnTo>
                  <a:lnTo>
                    <a:pt x="3506370" y="3172932"/>
                  </a:lnTo>
                  <a:lnTo>
                    <a:pt x="3506496" y="3172932"/>
                  </a:lnTo>
                  <a:lnTo>
                    <a:pt x="3507000" y="3172932"/>
                  </a:lnTo>
                  <a:lnTo>
                    <a:pt x="3507127" y="3172932"/>
                  </a:lnTo>
                  <a:lnTo>
                    <a:pt x="3507505" y="3172932"/>
                  </a:lnTo>
                  <a:lnTo>
                    <a:pt x="3507631" y="3172932"/>
                  </a:lnTo>
                  <a:lnTo>
                    <a:pt x="3507757" y="3172932"/>
                  </a:lnTo>
                  <a:lnTo>
                    <a:pt x="3507883" y="3172932"/>
                  </a:lnTo>
                  <a:lnTo>
                    <a:pt x="3508514" y="3172932"/>
                  </a:lnTo>
                  <a:lnTo>
                    <a:pt x="3508640" y="3172932"/>
                  </a:lnTo>
                  <a:lnTo>
                    <a:pt x="3509018" y="3172932"/>
                  </a:lnTo>
                  <a:lnTo>
                    <a:pt x="3509270" y="3172932"/>
                  </a:lnTo>
                  <a:lnTo>
                    <a:pt x="3509522" y="3172932"/>
                  </a:lnTo>
                  <a:lnTo>
                    <a:pt x="3509648" y="3172932"/>
                  </a:lnTo>
                  <a:lnTo>
                    <a:pt x="3509774" y="3172932"/>
                  </a:lnTo>
                  <a:lnTo>
                    <a:pt x="3510027" y="3172932"/>
                  </a:lnTo>
                  <a:lnTo>
                    <a:pt x="3510279" y="3172932"/>
                  </a:lnTo>
                  <a:lnTo>
                    <a:pt x="3510405" y="3172932"/>
                  </a:lnTo>
                  <a:lnTo>
                    <a:pt x="3510531" y="3172932"/>
                  </a:lnTo>
                  <a:lnTo>
                    <a:pt x="3510909" y="3172932"/>
                  </a:lnTo>
                  <a:lnTo>
                    <a:pt x="3511161" y="3172932"/>
                  </a:lnTo>
                  <a:lnTo>
                    <a:pt x="3511540" y="3172932"/>
                  </a:lnTo>
                  <a:lnTo>
                    <a:pt x="3511666" y="3172932"/>
                  </a:lnTo>
                  <a:lnTo>
                    <a:pt x="3511918" y="3172932"/>
                  </a:lnTo>
                  <a:lnTo>
                    <a:pt x="3512296" y="3172932"/>
                  </a:lnTo>
                  <a:lnTo>
                    <a:pt x="3512422" y="3172932"/>
                  </a:lnTo>
                  <a:lnTo>
                    <a:pt x="3512674" y="3172932"/>
                  </a:lnTo>
                  <a:lnTo>
                    <a:pt x="3512927" y="3172932"/>
                  </a:lnTo>
                  <a:lnTo>
                    <a:pt x="3513179" y="3172932"/>
                  </a:lnTo>
                  <a:lnTo>
                    <a:pt x="3513305" y="3172932"/>
                  </a:lnTo>
                  <a:lnTo>
                    <a:pt x="3513431" y="3172932"/>
                  </a:lnTo>
                  <a:lnTo>
                    <a:pt x="3513935" y="3172932"/>
                  </a:lnTo>
                  <a:lnTo>
                    <a:pt x="3514061" y="3167652"/>
                  </a:lnTo>
                  <a:lnTo>
                    <a:pt x="3514440" y="3167652"/>
                  </a:lnTo>
                  <a:lnTo>
                    <a:pt x="3514944" y="3167652"/>
                  </a:lnTo>
                  <a:lnTo>
                    <a:pt x="3515070" y="3167652"/>
                  </a:lnTo>
                  <a:lnTo>
                    <a:pt x="3515322" y="3167652"/>
                  </a:lnTo>
                  <a:lnTo>
                    <a:pt x="3515448" y="3167652"/>
                  </a:lnTo>
                  <a:lnTo>
                    <a:pt x="3515701" y="3167652"/>
                  </a:lnTo>
                  <a:lnTo>
                    <a:pt x="3515827" y="3167652"/>
                  </a:lnTo>
                  <a:lnTo>
                    <a:pt x="3516079" y="3167652"/>
                  </a:lnTo>
                  <a:lnTo>
                    <a:pt x="3516205" y="3167652"/>
                  </a:lnTo>
                  <a:lnTo>
                    <a:pt x="3516709" y="3167652"/>
                  </a:lnTo>
                  <a:lnTo>
                    <a:pt x="3516961" y="3167652"/>
                  </a:lnTo>
                  <a:lnTo>
                    <a:pt x="3517214" y="3167652"/>
                  </a:lnTo>
                  <a:lnTo>
                    <a:pt x="3517466" y="3167652"/>
                  </a:lnTo>
                  <a:lnTo>
                    <a:pt x="3517592" y="3167652"/>
                  </a:lnTo>
                  <a:lnTo>
                    <a:pt x="3517844" y="3167652"/>
                  </a:lnTo>
                  <a:lnTo>
                    <a:pt x="3517970" y="3167652"/>
                  </a:lnTo>
                  <a:lnTo>
                    <a:pt x="3518096" y="3167652"/>
                  </a:lnTo>
                  <a:lnTo>
                    <a:pt x="3518348" y="3167652"/>
                  </a:lnTo>
                  <a:lnTo>
                    <a:pt x="3518601" y="3167652"/>
                  </a:lnTo>
                  <a:lnTo>
                    <a:pt x="3518979" y="3167652"/>
                  </a:lnTo>
                  <a:lnTo>
                    <a:pt x="3519105" y="3167652"/>
                  </a:lnTo>
                  <a:lnTo>
                    <a:pt x="3519231" y="3167652"/>
                  </a:lnTo>
                  <a:lnTo>
                    <a:pt x="3519483" y="3167652"/>
                  </a:lnTo>
                  <a:lnTo>
                    <a:pt x="3519609" y="3167652"/>
                  </a:lnTo>
                  <a:lnTo>
                    <a:pt x="3519735" y="3167652"/>
                  </a:lnTo>
                  <a:lnTo>
                    <a:pt x="3526166" y="3151814"/>
                  </a:lnTo>
                  <a:lnTo>
                    <a:pt x="3526418" y="3151814"/>
                  </a:lnTo>
                  <a:lnTo>
                    <a:pt x="3526544" y="3151814"/>
                  </a:lnTo>
                  <a:lnTo>
                    <a:pt x="3526796" y="3151814"/>
                  </a:lnTo>
                  <a:lnTo>
                    <a:pt x="3527048" y="3151814"/>
                  </a:lnTo>
                  <a:lnTo>
                    <a:pt x="3527301" y="3151814"/>
                  </a:lnTo>
                  <a:lnTo>
                    <a:pt x="3527427" y="3151814"/>
                  </a:lnTo>
                  <a:lnTo>
                    <a:pt x="3527805" y="3151814"/>
                  </a:lnTo>
                  <a:lnTo>
                    <a:pt x="3527931" y="3151814"/>
                  </a:lnTo>
                  <a:lnTo>
                    <a:pt x="3528057" y="3151814"/>
                  </a:lnTo>
                  <a:lnTo>
                    <a:pt x="3528309" y="3151814"/>
                  </a:lnTo>
                  <a:lnTo>
                    <a:pt x="3528814" y="3151814"/>
                  </a:lnTo>
                  <a:lnTo>
                    <a:pt x="3529066" y="3151814"/>
                  </a:lnTo>
                  <a:lnTo>
                    <a:pt x="3529570" y="3151814"/>
                  </a:lnTo>
                  <a:lnTo>
                    <a:pt x="3529696" y="3151814"/>
                  </a:lnTo>
                  <a:lnTo>
                    <a:pt x="3529948" y="3151814"/>
                  </a:lnTo>
                  <a:lnTo>
                    <a:pt x="3530075" y="3151814"/>
                  </a:lnTo>
                  <a:lnTo>
                    <a:pt x="3530201" y="3151814"/>
                  </a:lnTo>
                  <a:lnTo>
                    <a:pt x="3530579" y="3151814"/>
                  </a:lnTo>
                  <a:lnTo>
                    <a:pt x="3530705" y="3151814"/>
                  </a:lnTo>
                  <a:lnTo>
                    <a:pt x="3530957" y="3151814"/>
                  </a:lnTo>
                  <a:lnTo>
                    <a:pt x="3531083" y="3151814"/>
                  </a:lnTo>
                  <a:lnTo>
                    <a:pt x="3531335" y="3146535"/>
                  </a:lnTo>
                  <a:lnTo>
                    <a:pt x="3531714" y="3146535"/>
                  </a:lnTo>
                  <a:lnTo>
                    <a:pt x="3531840" y="3146535"/>
                  </a:lnTo>
                  <a:lnTo>
                    <a:pt x="3531966" y="3146535"/>
                  </a:lnTo>
                  <a:lnTo>
                    <a:pt x="3532344" y="3146535"/>
                  </a:lnTo>
                  <a:lnTo>
                    <a:pt x="3532722" y="3146535"/>
                  </a:lnTo>
                  <a:lnTo>
                    <a:pt x="3533101" y="3146535"/>
                  </a:lnTo>
                  <a:lnTo>
                    <a:pt x="3533353" y="3146535"/>
                  </a:lnTo>
                  <a:lnTo>
                    <a:pt x="3533479" y="3146535"/>
                  </a:lnTo>
                  <a:lnTo>
                    <a:pt x="3533983" y="3146535"/>
                  </a:lnTo>
                  <a:lnTo>
                    <a:pt x="3534361" y="3146535"/>
                  </a:lnTo>
                  <a:lnTo>
                    <a:pt x="3534614" y="3146535"/>
                  </a:lnTo>
                  <a:lnTo>
                    <a:pt x="3534740" y="3146535"/>
                  </a:lnTo>
                  <a:lnTo>
                    <a:pt x="3535748" y="3146535"/>
                  </a:lnTo>
                  <a:lnTo>
                    <a:pt x="3536001" y="3146535"/>
                  </a:lnTo>
                  <a:lnTo>
                    <a:pt x="3536127" y="3146535"/>
                  </a:lnTo>
                  <a:lnTo>
                    <a:pt x="3536505" y="3146535"/>
                  </a:lnTo>
                  <a:lnTo>
                    <a:pt x="3537135" y="3146535"/>
                  </a:lnTo>
                  <a:lnTo>
                    <a:pt x="3537388" y="3146535"/>
                  </a:lnTo>
                  <a:lnTo>
                    <a:pt x="3537640" y="3146535"/>
                  </a:lnTo>
                  <a:lnTo>
                    <a:pt x="3538396" y="3146535"/>
                  </a:lnTo>
                  <a:lnTo>
                    <a:pt x="3538648" y="3146535"/>
                  </a:lnTo>
                  <a:lnTo>
                    <a:pt x="3538775" y="3146535"/>
                  </a:lnTo>
                  <a:lnTo>
                    <a:pt x="3539027" y="3146535"/>
                  </a:lnTo>
                  <a:lnTo>
                    <a:pt x="3539153" y="3146535"/>
                  </a:lnTo>
                  <a:lnTo>
                    <a:pt x="3539279" y="3146535"/>
                  </a:lnTo>
                  <a:lnTo>
                    <a:pt x="3539531" y="3146535"/>
                  </a:lnTo>
                  <a:lnTo>
                    <a:pt x="3539657" y="3146535"/>
                  </a:lnTo>
                  <a:lnTo>
                    <a:pt x="3540035" y="3146535"/>
                  </a:lnTo>
                  <a:lnTo>
                    <a:pt x="3540288" y="3146535"/>
                  </a:lnTo>
                  <a:lnTo>
                    <a:pt x="3540540" y="3146535"/>
                  </a:lnTo>
                  <a:lnTo>
                    <a:pt x="3541296" y="3146535"/>
                  </a:lnTo>
                  <a:lnTo>
                    <a:pt x="3541927" y="3146535"/>
                  </a:lnTo>
                  <a:lnTo>
                    <a:pt x="3542053" y="3146535"/>
                  </a:lnTo>
                  <a:lnTo>
                    <a:pt x="3542179" y="3146535"/>
                  </a:lnTo>
                  <a:lnTo>
                    <a:pt x="3542935" y="3146535"/>
                  </a:lnTo>
                  <a:lnTo>
                    <a:pt x="3543314" y="3146535"/>
                  </a:lnTo>
                  <a:lnTo>
                    <a:pt x="3543440" y="3146535"/>
                  </a:lnTo>
                  <a:lnTo>
                    <a:pt x="3543566" y="3146535"/>
                  </a:lnTo>
                  <a:lnTo>
                    <a:pt x="3544070" y="3141255"/>
                  </a:lnTo>
                  <a:lnTo>
                    <a:pt x="3544575" y="3141255"/>
                  </a:lnTo>
                  <a:lnTo>
                    <a:pt x="3545079" y="3141255"/>
                  </a:lnTo>
                  <a:lnTo>
                    <a:pt x="3545331" y="3141255"/>
                  </a:lnTo>
                  <a:lnTo>
                    <a:pt x="3545457" y="3141255"/>
                  </a:lnTo>
                  <a:lnTo>
                    <a:pt x="3545583" y="3141255"/>
                  </a:lnTo>
                  <a:lnTo>
                    <a:pt x="3545962" y="3141255"/>
                  </a:lnTo>
                  <a:lnTo>
                    <a:pt x="3546088" y="3141255"/>
                  </a:lnTo>
                  <a:lnTo>
                    <a:pt x="3546340" y="3141255"/>
                  </a:lnTo>
                  <a:lnTo>
                    <a:pt x="3546466" y="3141255"/>
                  </a:lnTo>
                  <a:lnTo>
                    <a:pt x="3546592" y="3141255"/>
                  </a:lnTo>
                  <a:lnTo>
                    <a:pt x="3546718" y="3141255"/>
                  </a:lnTo>
                  <a:lnTo>
                    <a:pt x="3548231" y="3141255"/>
                  </a:lnTo>
                  <a:lnTo>
                    <a:pt x="3548609" y="3141255"/>
                  </a:lnTo>
                  <a:lnTo>
                    <a:pt x="3548735" y="3141255"/>
                  </a:lnTo>
                  <a:lnTo>
                    <a:pt x="3548862" y="3141255"/>
                  </a:lnTo>
                  <a:lnTo>
                    <a:pt x="3548862" y="3135976"/>
                  </a:lnTo>
                  <a:lnTo>
                    <a:pt x="3549492" y="3135976"/>
                  </a:lnTo>
                  <a:lnTo>
                    <a:pt x="3549744" y="3135976"/>
                  </a:lnTo>
                  <a:lnTo>
                    <a:pt x="3549870" y="3135976"/>
                  </a:lnTo>
                  <a:lnTo>
                    <a:pt x="3549996" y="3135976"/>
                  </a:lnTo>
                  <a:lnTo>
                    <a:pt x="3550501" y="3135976"/>
                  </a:lnTo>
                  <a:lnTo>
                    <a:pt x="3550627" y="3135976"/>
                  </a:lnTo>
                  <a:lnTo>
                    <a:pt x="3550753" y="3135976"/>
                  </a:lnTo>
                  <a:lnTo>
                    <a:pt x="3550879" y="3135976"/>
                  </a:lnTo>
                  <a:lnTo>
                    <a:pt x="3551005" y="3135976"/>
                  </a:lnTo>
                  <a:lnTo>
                    <a:pt x="3552014" y="3135976"/>
                  </a:lnTo>
                  <a:lnTo>
                    <a:pt x="3552140" y="3135976"/>
                  </a:lnTo>
                  <a:lnTo>
                    <a:pt x="3552266" y="3135976"/>
                  </a:lnTo>
                  <a:lnTo>
                    <a:pt x="3552392" y="3135976"/>
                  </a:lnTo>
                  <a:lnTo>
                    <a:pt x="3552644" y="3135976"/>
                  </a:lnTo>
                  <a:lnTo>
                    <a:pt x="3552770" y="3135976"/>
                  </a:lnTo>
                  <a:lnTo>
                    <a:pt x="3552896" y="3135976"/>
                  </a:lnTo>
                  <a:lnTo>
                    <a:pt x="3553149" y="3135976"/>
                  </a:lnTo>
                  <a:lnTo>
                    <a:pt x="3553275" y="3135976"/>
                  </a:lnTo>
                  <a:lnTo>
                    <a:pt x="3553527" y="3135976"/>
                  </a:lnTo>
                  <a:lnTo>
                    <a:pt x="3553653" y="3135976"/>
                  </a:lnTo>
                  <a:lnTo>
                    <a:pt x="3554157" y="3135976"/>
                  </a:lnTo>
                  <a:lnTo>
                    <a:pt x="3554283" y="3135976"/>
                  </a:lnTo>
                  <a:lnTo>
                    <a:pt x="3554409" y="3135976"/>
                  </a:lnTo>
                  <a:lnTo>
                    <a:pt x="3554536" y="3135976"/>
                  </a:lnTo>
                  <a:lnTo>
                    <a:pt x="3554662" y="3135976"/>
                  </a:lnTo>
                  <a:lnTo>
                    <a:pt x="3554788" y="3135976"/>
                  </a:lnTo>
                  <a:lnTo>
                    <a:pt x="3555166" y="3135976"/>
                  </a:lnTo>
                  <a:lnTo>
                    <a:pt x="3555292" y="3135976"/>
                  </a:lnTo>
                  <a:lnTo>
                    <a:pt x="3555418" y="3135976"/>
                  </a:lnTo>
                  <a:lnTo>
                    <a:pt x="3555670" y="3135976"/>
                  </a:lnTo>
                  <a:lnTo>
                    <a:pt x="3556301" y="3135976"/>
                  </a:lnTo>
                  <a:lnTo>
                    <a:pt x="3556553" y="3135976"/>
                  </a:lnTo>
                  <a:lnTo>
                    <a:pt x="3556931" y="3135976"/>
                  </a:lnTo>
                  <a:lnTo>
                    <a:pt x="3557057" y="3135976"/>
                  </a:lnTo>
                  <a:lnTo>
                    <a:pt x="3557309" y="3135976"/>
                  </a:lnTo>
                  <a:lnTo>
                    <a:pt x="3557436" y="3135976"/>
                  </a:lnTo>
                  <a:lnTo>
                    <a:pt x="3557814" y="3135976"/>
                  </a:lnTo>
                  <a:lnTo>
                    <a:pt x="3557814" y="3130696"/>
                  </a:lnTo>
                  <a:lnTo>
                    <a:pt x="3558192" y="3130696"/>
                  </a:lnTo>
                  <a:lnTo>
                    <a:pt x="3558318" y="3130696"/>
                  </a:lnTo>
                  <a:lnTo>
                    <a:pt x="3558570" y="3125417"/>
                  </a:lnTo>
                  <a:lnTo>
                    <a:pt x="3559075" y="3125417"/>
                  </a:lnTo>
                  <a:lnTo>
                    <a:pt x="3559201" y="3125417"/>
                  </a:lnTo>
                  <a:lnTo>
                    <a:pt x="3559327" y="3125417"/>
                  </a:lnTo>
                  <a:lnTo>
                    <a:pt x="3560209" y="3120138"/>
                  </a:lnTo>
                  <a:lnTo>
                    <a:pt x="3560336" y="3120138"/>
                  </a:lnTo>
                  <a:lnTo>
                    <a:pt x="3560714" y="3114858"/>
                  </a:lnTo>
                  <a:lnTo>
                    <a:pt x="3561849" y="3109579"/>
                  </a:lnTo>
                  <a:lnTo>
                    <a:pt x="3562101" y="3109579"/>
                  </a:lnTo>
                  <a:lnTo>
                    <a:pt x="3562227" y="3109579"/>
                  </a:lnTo>
                  <a:lnTo>
                    <a:pt x="3562857" y="3109579"/>
                  </a:lnTo>
                  <a:lnTo>
                    <a:pt x="3563740" y="3109579"/>
                  </a:lnTo>
                  <a:lnTo>
                    <a:pt x="3563992" y="3109579"/>
                  </a:lnTo>
                  <a:lnTo>
                    <a:pt x="3564749" y="3104299"/>
                  </a:lnTo>
                  <a:lnTo>
                    <a:pt x="3565001" y="3104299"/>
                  </a:lnTo>
                  <a:lnTo>
                    <a:pt x="3565379" y="3104299"/>
                  </a:lnTo>
                  <a:lnTo>
                    <a:pt x="3566009" y="3104299"/>
                  </a:lnTo>
                  <a:lnTo>
                    <a:pt x="3566262" y="3104299"/>
                  </a:lnTo>
                  <a:lnTo>
                    <a:pt x="3566388" y="3104299"/>
                  </a:lnTo>
                  <a:lnTo>
                    <a:pt x="3566640" y="3104299"/>
                  </a:lnTo>
                  <a:lnTo>
                    <a:pt x="3566766" y="3104299"/>
                  </a:lnTo>
                  <a:lnTo>
                    <a:pt x="3567144" y="3104299"/>
                  </a:lnTo>
                  <a:lnTo>
                    <a:pt x="3567396" y="3104299"/>
                  </a:lnTo>
                  <a:lnTo>
                    <a:pt x="3567523" y="3104299"/>
                  </a:lnTo>
                  <a:lnTo>
                    <a:pt x="3568027" y="3104299"/>
                  </a:lnTo>
                  <a:lnTo>
                    <a:pt x="3568783" y="3104299"/>
                  </a:lnTo>
                  <a:lnTo>
                    <a:pt x="3568783" y="3099020"/>
                  </a:lnTo>
                  <a:lnTo>
                    <a:pt x="3568910" y="3099020"/>
                  </a:lnTo>
                  <a:lnTo>
                    <a:pt x="3569162" y="3099020"/>
                  </a:lnTo>
                  <a:lnTo>
                    <a:pt x="3569414" y="3099020"/>
                  </a:lnTo>
                  <a:lnTo>
                    <a:pt x="3570044" y="3099020"/>
                  </a:lnTo>
                  <a:lnTo>
                    <a:pt x="3570296" y="3099020"/>
                  </a:lnTo>
                  <a:lnTo>
                    <a:pt x="3570423" y="3099020"/>
                  </a:lnTo>
                  <a:lnTo>
                    <a:pt x="3570675" y="3099020"/>
                  </a:lnTo>
                  <a:lnTo>
                    <a:pt x="3570801" y="3099020"/>
                  </a:lnTo>
                  <a:lnTo>
                    <a:pt x="3570927" y="3099020"/>
                  </a:lnTo>
                  <a:lnTo>
                    <a:pt x="3571053" y="3099020"/>
                  </a:lnTo>
                  <a:lnTo>
                    <a:pt x="3571179" y="3099020"/>
                  </a:lnTo>
                  <a:lnTo>
                    <a:pt x="3571305" y="3099020"/>
                  </a:lnTo>
                  <a:lnTo>
                    <a:pt x="3571431" y="3099020"/>
                  </a:lnTo>
                  <a:lnTo>
                    <a:pt x="3571557" y="3099020"/>
                  </a:lnTo>
                  <a:lnTo>
                    <a:pt x="3571683" y="3099020"/>
                  </a:lnTo>
                  <a:lnTo>
                    <a:pt x="3571936" y="3099020"/>
                  </a:lnTo>
                  <a:lnTo>
                    <a:pt x="3572188" y="3099020"/>
                  </a:lnTo>
                  <a:lnTo>
                    <a:pt x="3572440" y="3093740"/>
                  </a:lnTo>
                  <a:lnTo>
                    <a:pt x="3572818" y="3093740"/>
                  </a:lnTo>
                  <a:lnTo>
                    <a:pt x="3573070" y="3093740"/>
                  </a:lnTo>
                  <a:lnTo>
                    <a:pt x="3573701" y="3093740"/>
                  </a:lnTo>
                  <a:lnTo>
                    <a:pt x="3574079" y="3093740"/>
                  </a:lnTo>
                  <a:lnTo>
                    <a:pt x="3574836" y="3093740"/>
                  </a:lnTo>
                  <a:lnTo>
                    <a:pt x="3575088" y="3093740"/>
                  </a:lnTo>
                  <a:lnTo>
                    <a:pt x="3575214" y="3093740"/>
                  </a:lnTo>
                  <a:lnTo>
                    <a:pt x="3575970" y="3093740"/>
                  </a:lnTo>
                  <a:lnTo>
                    <a:pt x="3576349" y="3093740"/>
                  </a:lnTo>
                  <a:lnTo>
                    <a:pt x="3576475" y="3093740"/>
                  </a:lnTo>
                  <a:lnTo>
                    <a:pt x="3576601" y="3093740"/>
                  </a:lnTo>
                  <a:lnTo>
                    <a:pt x="3576727" y="3093740"/>
                  </a:lnTo>
                  <a:lnTo>
                    <a:pt x="3576853" y="3093740"/>
                  </a:lnTo>
                  <a:lnTo>
                    <a:pt x="3578240" y="3093740"/>
                  </a:lnTo>
                  <a:lnTo>
                    <a:pt x="3578492" y="3093740"/>
                  </a:lnTo>
                  <a:lnTo>
                    <a:pt x="3578870" y="3093740"/>
                  </a:lnTo>
                  <a:lnTo>
                    <a:pt x="3578997" y="3093740"/>
                  </a:lnTo>
                  <a:lnTo>
                    <a:pt x="3579123" y="3093740"/>
                  </a:lnTo>
                  <a:lnTo>
                    <a:pt x="3579249" y="3093740"/>
                  </a:lnTo>
                  <a:lnTo>
                    <a:pt x="3580257" y="3093740"/>
                  </a:lnTo>
                  <a:lnTo>
                    <a:pt x="3580383" y="3093740"/>
                  </a:lnTo>
                  <a:lnTo>
                    <a:pt x="3580762" y="3093740"/>
                  </a:lnTo>
                  <a:lnTo>
                    <a:pt x="3580888" y="3093740"/>
                  </a:lnTo>
                  <a:lnTo>
                    <a:pt x="3581266" y="3093740"/>
                  </a:lnTo>
                  <a:lnTo>
                    <a:pt x="3581644" y="3093740"/>
                  </a:lnTo>
                  <a:lnTo>
                    <a:pt x="3582275" y="3093740"/>
                  </a:lnTo>
                  <a:lnTo>
                    <a:pt x="3582527" y="3093740"/>
                  </a:lnTo>
                  <a:lnTo>
                    <a:pt x="3582779" y="3093740"/>
                  </a:lnTo>
                  <a:lnTo>
                    <a:pt x="3583031" y="3093740"/>
                  </a:lnTo>
                  <a:lnTo>
                    <a:pt x="3583283" y="3093740"/>
                  </a:lnTo>
                  <a:lnTo>
                    <a:pt x="3583536" y="3093740"/>
                  </a:lnTo>
                  <a:lnTo>
                    <a:pt x="3584418" y="3093740"/>
                  </a:lnTo>
                  <a:lnTo>
                    <a:pt x="3585049" y="3088461"/>
                  </a:lnTo>
                  <a:lnTo>
                    <a:pt x="3585175" y="3088461"/>
                  </a:lnTo>
                  <a:lnTo>
                    <a:pt x="3585301" y="3088461"/>
                  </a:lnTo>
                  <a:lnTo>
                    <a:pt x="3586057" y="3088461"/>
                  </a:lnTo>
                  <a:lnTo>
                    <a:pt x="3586184" y="3088461"/>
                  </a:lnTo>
                  <a:lnTo>
                    <a:pt x="3586310" y="3088461"/>
                  </a:lnTo>
                  <a:lnTo>
                    <a:pt x="3586688" y="3088461"/>
                  </a:lnTo>
                  <a:lnTo>
                    <a:pt x="3587318" y="3088461"/>
                  </a:lnTo>
                  <a:lnTo>
                    <a:pt x="3587444" y="3088461"/>
                  </a:lnTo>
                  <a:lnTo>
                    <a:pt x="3587823" y="3088461"/>
                  </a:lnTo>
                  <a:lnTo>
                    <a:pt x="3587949" y="3088461"/>
                  </a:lnTo>
                  <a:lnTo>
                    <a:pt x="3588075" y="3083182"/>
                  </a:lnTo>
                  <a:lnTo>
                    <a:pt x="3588201" y="3083182"/>
                  </a:lnTo>
                  <a:lnTo>
                    <a:pt x="3588453" y="3083182"/>
                  </a:lnTo>
                  <a:lnTo>
                    <a:pt x="3589084" y="3083182"/>
                  </a:lnTo>
                  <a:lnTo>
                    <a:pt x="3589336" y="3083182"/>
                  </a:lnTo>
                  <a:lnTo>
                    <a:pt x="3589462" y="3083182"/>
                  </a:lnTo>
                  <a:lnTo>
                    <a:pt x="3589588" y="3083182"/>
                  </a:lnTo>
                  <a:lnTo>
                    <a:pt x="3590092" y="3083182"/>
                  </a:lnTo>
                  <a:lnTo>
                    <a:pt x="3590218" y="3083182"/>
                  </a:lnTo>
                  <a:lnTo>
                    <a:pt x="3590344" y="3083182"/>
                  </a:lnTo>
                  <a:lnTo>
                    <a:pt x="3591605" y="3083182"/>
                  </a:lnTo>
                  <a:lnTo>
                    <a:pt x="3591731" y="3083182"/>
                  </a:lnTo>
                  <a:lnTo>
                    <a:pt x="3592236" y="3083182"/>
                  </a:lnTo>
                  <a:lnTo>
                    <a:pt x="3592614" y="3083182"/>
                  </a:lnTo>
                  <a:lnTo>
                    <a:pt x="3592866" y="3083182"/>
                  </a:lnTo>
                  <a:lnTo>
                    <a:pt x="3592992" y="3083182"/>
                  </a:lnTo>
                  <a:lnTo>
                    <a:pt x="3593371" y="3083182"/>
                  </a:lnTo>
                  <a:lnTo>
                    <a:pt x="3593623" y="3083182"/>
                  </a:lnTo>
                  <a:lnTo>
                    <a:pt x="3593875" y="3083182"/>
                  </a:lnTo>
                  <a:lnTo>
                    <a:pt x="3594253" y="3083182"/>
                  </a:lnTo>
                  <a:lnTo>
                    <a:pt x="3594379" y="3083182"/>
                  </a:lnTo>
                  <a:lnTo>
                    <a:pt x="3594505" y="3083182"/>
                  </a:lnTo>
                  <a:lnTo>
                    <a:pt x="3595136" y="3083182"/>
                  </a:lnTo>
                  <a:lnTo>
                    <a:pt x="3595262" y="3083182"/>
                  </a:lnTo>
                  <a:lnTo>
                    <a:pt x="3595640" y="3083182"/>
                  </a:lnTo>
                  <a:lnTo>
                    <a:pt x="3595892" y="3083182"/>
                  </a:lnTo>
                  <a:lnTo>
                    <a:pt x="3596018" y="3083182"/>
                  </a:lnTo>
                  <a:lnTo>
                    <a:pt x="3596523" y="3083182"/>
                  </a:lnTo>
                  <a:lnTo>
                    <a:pt x="3597153" y="3083182"/>
                  </a:lnTo>
                  <a:lnTo>
                    <a:pt x="3597279" y="3083182"/>
                  </a:lnTo>
                  <a:lnTo>
                    <a:pt x="3597910" y="3083182"/>
                  </a:lnTo>
                  <a:lnTo>
                    <a:pt x="3598036" y="3083182"/>
                  </a:lnTo>
                  <a:lnTo>
                    <a:pt x="3598162" y="3083182"/>
                  </a:lnTo>
                  <a:lnTo>
                    <a:pt x="3598288" y="3083182"/>
                  </a:lnTo>
                  <a:lnTo>
                    <a:pt x="3598792" y="3083182"/>
                  </a:lnTo>
                  <a:lnTo>
                    <a:pt x="3598918" y="3083182"/>
                  </a:lnTo>
                  <a:lnTo>
                    <a:pt x="3599044" y="3083182"/>
                  </a:lnTo>
                  <a:lnTo>
                    <a:pt x="3599423" y="3083182"/>
                  </a:lnTo>
                  <a:lnTo>
                    <a:pt x="3600684" y="3083182"/>
                  </a:lnTo>
                  <a:lnTo>
                    <a:pt x="3601062" y="3083182"/>
                  </a:lnTo>
                  <a:lnTo>
                    <a:pt x="3601440" y="3083182"/>
                  </a:lnTo>
                  <a:lnTo>
                    <a:pt x="3601692" y="3083182"/>
                  </a:lnTo>
                  <a:lnTo>
                    <a:pt x="3601944" y="3083182"/>
                  </a:lnTo>
                  <a:lnTo>
                    <a:pt x="3602071" y="3083182"/>
                  </a:lnTo>
                  <a:lnTo>
                    <a:pt x="3602701" y="3083182"/>
                  </a:lnTo>
                  <a:lnTo>
                    <a:pt x="3603205" y="3083182"/>
                  </a:lnTo>
                  <a:lnTo>
                    <a:pt x="3603331" y="3083182"/>
                  </a:lnTo>
                  <a:lnTo>
                    <a:pt x="3603458" y="3083182"/>
                  </a:lnTo>
                  <a:lnTo>
                    <a:pt x="3603710" y="3083182"/>
                  </a:lnTo>
                  <a:lnTo>
                    <a:pt x="3603962" y="3083182"/>
                  </a:lnTo>
                  <a:lnTo>
                    <a:pt x="3604088" y="3083182"/>
                  </a:lnTo>
                  <a:lnTo>
                    <a:pt x="3604340" y="3083182"/>
                  </a:lnTo>
                  <a:lnTo>
                    <a:pt x="3604718" y="3083182"/>
                  </a:lnTo>
                  <a:lnTo>
                    <a:pt x="3604844" y="3083182"/>
                  </a:lnTo>
                  <a:lnTo>
                    <a:pt x="3604971" y="3083182"/>
                  </a:lnTo>
                  <a:lnTo>
                    <a:pt x="3605097" y="3083182"/>
                  </a:lnTo>
                  <a:lnTo>
                    <a:pt x="3607114" y="3083182"/>
                  </a:lnTo>
                  <a:lnTo>
                    <a:pt x="3607492" y="3083182"/>
                  </a:lnTo>
                  <a:lnTo>
                    <a:pt x="3607618" y="3083182"/>
                  </a:lnTo>
                  <a:lnTo>
                    <a:pt x="3607744" y="3083182"/>
                  </a:lnTo>
                  <a:lnTo>
                    <a:pt x="3607871" y="3083182"/>
                  </a:lnTo>
                  <a:lnTo>
                    <a:pt x="3608501" y="3083182"/>
                  </a:lnTo>
                  <a:lnTo>
                    <a:pt x="3608627" y="3083182"/>
                  </a:lnTo>
                  <a:lnTo>
                    <a:pt x="3608879" y="3083182"/>
                  </a:lnTo>
                  <a:lnTo>
                    <a:pt x="3609005" y="3083182"/>
                  </a:lnTo>
                  <a:lnTo>
                    <a:pt x="3609131" y="3083182"/>
                  </a:lnTo>
                  <a:lnTo>
                    <a:pt x="3609510" y="3083182"/>
                  </a:lnTo>
                  <a:lnTo>
                    <a:pt x="3609888" y="3083182"/>
                  </a:lnTo>
                  <a:lnTo>
                    <a:pt x="3611023" y="3083182"/>
                  </a:lnTo>
                  <a:lnTo>
                    <a:pt x="3611275" y="3083182"/>
                  </a:lnTo>
                  <a:lnTo>
                    <a:pt x="3611527" y="3083182"/>
                  </a:lnTo>
                  <a:lnTo>
                    <a:pt x="3611653" y="3083182"/>
                  </a:lnTo>
                  <a:lnTo>
                    <a:pt x="3612914" y="3083182"/>
                  </a:lnTo>
                  <a:lnTo>
                    <a:pt x="3613040" y="3083182"/>
                  </a:lnTo>
                  <a:lnTo>
                    <a:pt x="3613292" y="3083182"/>
                  </a:lnTo>
                  <a:lnTo>
                    <a:pt x="3613545" y="3083182"/>
                  </a:lnTo>
                  <a:lnTo>
                    <a:pt x="3613923" y="3083182"/>
                  </a:lnTo>
                  <a:lnTo>
                    <a:pt x="3614301" y="3083182"/>
                  </a:lnTo>
                  <a:lnTo>
                    <a:pt x="3614427" y="3083182"/>
                  </a:lnTo>
                  <a:lnTo>
                    <a:pt x="3614553" y="3083182"/>
                  </a:lnTo>
                  <a:lnTo>
                    <a:pt x="3614931" y="3083182"/>
                  </a:lnTo>
                  <a:lnTo>
                    <a:pt x="3615058" y="3083182"/>
                  </a:lnTo>
                  <a:lnTo>
                    <a:pt x="3615562" y="3083182"/>
                  </a:lnTo>
                  <a:lnTo>
                    <a:pt x="3616066" y="3083182"/>
                  </a:lnTo>
                  <a:lnTo>
                    <a:pt x="3616192" y="3083182"/>
                  </a:lnTo>
                  <a:lnTo>
                    <a:pt x="3616823" y="3083182"/>
                  </a:lnTo>
                  <a:lnTo>
                    <a:pt x="3617453" y="3083182"/>
                  </a:lnTo>
                  <a:lnTo>
                    <a:pt x="3617579" y="3083182"/>
                  </a:lnTo>
                  <a:lnTo>
                    <a:pt x="3617958" y="3083182"/>
                  </a:lnTo>
                  <a:lnTo>
                    <a:pt x="3618210" y="3083182"/>
                  </a:lnTo>
                  <a:lnTo>
                    <a:pt x="3618588" y="3083182"/>
                  </a:lnTo>
                  <a:lnTo>
                    <a:pt x="3618714" y="3083182"/>
                  </a:lnTo>
                  <a:lnTo>
                    <a:pt x="3618840" y="3083182"/>
                  </a:lnTo>
                  <a:lnTo>
                    <a:pt x="3619092" y="3083182"/>
                  </a:lnTo>
                  <a:lnTo>
                    <a:pt x="3619345" y="3083182"/>
                  </a:lnTo>
                  <a:lnTo>
                    <a:pt x="3619597" y="3083182"/>
                  </a:lnTo>
                  <a:lnTo>
                    <a:pt x="3620101" y="3083182"/>
                  </a:lnTo>
                  <a:lnTo>
                    <a:pt x="3620227" y="3083182"/>
                  </a:lnTo>
                  <a:lnTo>
                    <a:pt x="3620732" y="3083182"/>
                  </a:lnTo>
                  <a:lnTo>
                    <a:pt x="3620858" y="3083182"/>
                  </a:lnTo>
                  <a:lnTo>
                    <a:pt x="3621362" y="3083182"/>
                  </a:lnTo>
                  <a:lnTo>
                    <a:pt x="3621614" y="3083182"/>
                  </a:lnTo>
                  <a:lnTo>
                    <a:pt x="3621992" y="3083182"/>
                  </a:lnTo>
                  <a:lnTo>
                    <a:pt x="3622245" y="3083182"/>
                  </a:lnTo>
                  <a:lnTo>
                    <a:pt x="3622497" y="3083182"/>
                  </a:lnTo>
                  <a:lnTo>
                    <a:pt x="3622623" y="3083182"/>
                  </a:lnTo>
                  <a:lnTo>
                    <a:pt x="3622875" y="3083182"/>
                  </a:lnTo>
                  <a:lnTo>
                    <a:pt x="3623001" y="3083182"/>
                  </a:lnTo>
                  <a:lnTo>
                    <a:pt x="3623127" y="3083182"/>
                  </a:lnTo>
                  <a:lnTo>
                    <a:pt x="3623253" y="3083182"/>
                  </a:lnTo>
                  <a:lnTo>
                    <a:pt x="3623632" y="3077902"/>
                  </a:lnTo>
                  <a:lnTo>
                    <a:pt x="3623884" y="3077902"/>
                  </a:lnTo>
                  <a:lnTo>
                    <a:pt x="3624766" y="3077902"/>
                  </a:lnTo>
                  <a:lnTo>
                    <a:pt x="3624892" y="3077902"/>
                  </a:lnTo>
                  <a:lnTo>
                    <a:pt x="3625018" y="3077902"/>
                  </a:lnTo>
                  <a:lnTo>
                    <a:pt x="3625145" y="3077902"/>
                  </a:lnTo>
                  <a:lnTo>
                    <a:pt x="3625523" y="3077902"/>
                  </a:lnTo>
                  <a:lnTo>
                    <a:pt x="3625649" y="3077902"/>
                  </a:lnTo>
                  <a:lnTo>
                    <a:pt x="3626153" y="3077902"/>
                  </a:lnTo>
                  <a:lnTo>
                    <a:pt x="3626279" y="3077902"/>
                  </a:lnTo>
                  <a:lnTo>
                    <a:pt x="3626658" y="3077902"/>
                  </a:lnTo>
                  <a:lnTo>
                    <a:pt x="3626910" y="3077902"/>
                  </a:lnTo>
                  <a:lnTo>
                    <a:pt x="3627162" y="3077902"/>
                  </a:lnTo>
                  <a:lnTo>
                    <a:pt x="3627162" y="3072623"/>
                  </a:lnTo>
                  <a:lnTo>
                    <a:pt x="3627288" y="3072623"/>
                  </a:lnTo>
                  <a:lnTo>
                    <a:pt x="3627666" y="3072623"/>
                  </a:lnTo>
                  <a:lnTo>
                    <a:pt x="3627919" y="3072623"/>
                  </a:lnTo>
                  <a:lnTo>
                    <a:pt x="3628297" y="3072623"/>
                  </a:lnTo>
                  <a:lnTo>
                    <a:pt x="3628549" y="3072623"/>
                  </a:lnTo>
                  <a:lnTo>
                    <a:pt x="3628801" y="3072623"/>
                  </a:lnTo>
                  <a:lnTo>
                    <a:pt x="3628927" y="3072623"/>
                  </a:lnTo>
                  <a:lnTo>
                    <a:pt x="3629558" y="3072623"/>
                  </a:lnTo>
                  <a:lnTo>
                    <a:pt x="3629684" y="3072623"/>
                  </a:lnTo>
                  <a:lnTo>
                    <a:pt x="3629810" y="3072623"/>
                  </a:lnTo>
                  <a:lnTo>
                    <a:pt x="3629936" y="3072623"/>
                  </a:lnTo>
                  <a:lnTo>
                    <a:pt x="3630188" y="3072623"/>
                  </a:lnTo>
                  <a:lnTo>
                    <a:pt x="3630440" y="3072623"/>
                  </a:lnTo>
                  <a:lnTo>
                    <a:pt x="3630566" y="3072623"/>
                  </a:lnTo>
                  <a:lnTo>
                    <a:pt x="3631071" y="3072623"/>
                  </a:lnTo>
                  <a:lnTo>
                    <a:pt x="3631323" y="3072623"/>
                  </a:lnTo>
                  <a:lnTo>
                    <a:pt x="3631701" y="3072623"/>
                  </a:lnTo>
                  <a:lnTo>
                    <a:pt x="3631953" y="3072623"/>
                  </a:lnTo>
                  <a:lnTo>
                    <a:pt x="3632079" y="3072623"/>
                  </a:lnTo>
                  <a:lnTo>
                    <a:pt x="3632205" y="3072623"/>
                  </a:lnTo>
                  <a:lnTo>
                    <a:pt x="3632332" y="3072623"/>
                  </a:lnTo>
                  <a:lnTo>
                    <a:pt x="3632458" y="3072623"/>
                  </a:lnTo>
                  <a:lnTo>
                    <a:pt x="3632836" y="3072623"/>
                  </a:lnTo>
                  <a:lnTo>
                    <a:pt x="3633340" y="3072623"/>
                  </a:lnTo>
                  <a:lnTo>
                    <a:pt x="3633466" y="3072623"/>
                  </a:lnTo>
                  <a:lnTo>
                    <a:pt x="3633971" y="3072623"/>
                  </a:lnTo>
                  <a:lnTo>
                    <a:pt x="3634097" y="3072623"/>
                  </a:lnTo>
                  <a:lnTo>
                    <a:pt x="3634349" y="3072623"/>
                  </a:lnTo>
                  <a:lnTo>
                    <a:pt x="3634601" y="3072623"/>
                  </a:lnTo>
                  <a:lnTo>
                    <a:pt x="3634727" y="3067343"/>
                  </a:lnTo>
                  <a:lnTo>
                    <a:pt x="3635232" y="3067343"/>
                  </a:lnTo>
                  <a:lnTo>
                    <a:pt x="3635736" y="3067343"/>
                  </a:lnTo>
                  <a:lnTo>
                    <a:pt x="3635988" y="3067343"/>
                  </a:lnTo>
                  <a:lnTo>
                    <a:pt x="3636114" y="3067343"/>
                  </a:lnTo>
                  <a:lnTo>
                    <a:pt x="3636240" y="3067343"/>
                  </a:lnTo>
                  <a:lnTo>
                    <a:pt x="3636492" y="3067343"/>
                  </a:lnTo>
                  <a:lnTo>
                    <a:pt x="3636619" y="3067343"/>
                  </a:lnTo>
                  <a:lnTo>
                    <a:pt x="3636997" y="3067343"/>
                  </a:lnTo>
                  <a:lnTo>
                    <a:pt x="3637123" y="3067343"/>
                  </a:lnTo>
                  <a:lnTo>
                    <a:pt x="3637753" y="3067343"/>
                  </a:lnTo>
                  <a:lnTo>
                    <a:pt x="3637879" y="3067343"/>
                  </a:lnTo>
                  <a:lnTo>
                    <a:pt x="3638258" y="3067343"/>
                  </a:lnTo>
                  <a:lnTo>
                    <a:pt x="3638384" y="3067343"/>
                  </a:lnTo>
                  <a:lnTo>
                    <a:pt x="3638510" y="3067343"/>
                  </a:lnTo>
                  <a:lnTo>
                    <a:pt x="3638762" y="3067343"/>
                  </a:lnTo>
                  <a:lnTo>
                    <a:pt x="3639014" y="3067343"/>
                  </a:lnTo>
                  <a:lnTo>
                    <a:pt x="3639140" y="3067343"/>
                  </a:lnTo>
                  <a:lnTo>
                    <a:pt x="3639392" y="3067343"/>
                  </a:lnTo>
                  <a:lnTo>
                    <a:pt x="3639771" y="3067343"/>
                  </a:lnTo>
                  <a:lnTo>
                    <a:pt x="3639897" y="3067343"/>
                  </a:lnTo>
                  <a:lnTo>
                    <a:pt x="3640149" y="3067343"/>
                  </a:lnTo>
                  <a:lnTo>
                    <a:pt x="3640401" y="3067343"/>
                  </a:lnTo>
                  <a:lnTo>
                    <a:pt x="3640779" y="3067343"/>
                  </a:lnTo>
                  <a:lnTo>
                    <a:pt x="3640906" y="3067343"/>
                  </a:lnTo>
                  <a:lnTo>
                    <a:pt x="3641158" y="3067343"/>
                  </a:lnTo>
                  <a:lnTo>
                    <a:pt x="3641536" y="3067343"/>
                  </a:lnTo>
                  <a:lnTo>
                    <a:pt x="3641788" y="3067343"/>
                  </a:lnTo>
                  <a:lnTo>
                    <a:pt x="3641914" y="3067343"/>
                  </a:lnTo>
                  <a:lnTo>
                    <a:pt x="3642040" y="3067343"/>
                  </a:lnTo>
                  <a:lnTo>
                    <a:pt x="3642292" y="3067343"/>
                  </a:lnTo>
                  <a:lnTo>
                    <a:pt x="3642419" y="3067343"/>
                  </a:lnTo>
                  <a:lnTo>
                    <a:pt x="3643049" y="3067343"/>
                  </a:lnTo>
                  <a:lnTo>
                    <a:pt x="3643175" y="3067343"/>
                  </a:lnTo>
                  <a:lnTo>
                    <a:pt x="3643553" y="3067343"/>
                  </a:lnTo>
                  <a:lnTo>
                    <a:pt x="3643679" y="3067343"/>
                  </a:lnTo>
                  <a:lnTo>
                    <a:pt x="3643806" y="3067343"/>
                  </a:lnTo>
                  <a:lnTo>
                    <a:pt x="3644184" y="3067343"/>
                  </a:lnTo>
                  <a:lnTo>
                    <a:pt x="3644310" y="3067343"/>
                  </a:lnTo>
                  <a:lnTo>
                    <a:pt x="3644436" y="3067343"/>
                  </a:lnTo>
                  <a:lnTo>
                    <a:pt x="3644814" y="3067343"/>
                  </a:lnTo>
                  <a:lnTo>
                    <a:pt x="3644940" y="3062064"/>
                  </a:lnTo>
                  <a:lnTo>
                    <a:pt x="3645066" y="3062064"/>
                  </a:lnTo>
                  <a:lnTo>
                    <a:pt x="3645193" y="3062064"/>
                  </a:lnTo>
                  <a:lnTo>
                    <a:pt x="3645319" y="3062064"/>
                  </a:lnTo>
                  <a:lnTo>
                    <a:pt x="3645697" y="3062064"/>
                  </a:lnTo>
                  <a:lnTo>
                    <a:pt x="3645823" y="3062064"/>
                  </a:lnTo>
                  <a:lnTo>
                    <a:pt x="3645823" y="3056784"/>
                  </a:lnTo>
                  <a:lnTo>
                    <a:pt x="3645949" y="3056784"/>
                  </a:lnTo>
                  <a:lnTo>
                    <a:pt x="3646579" y="3056784"/>
                  </a:lnTo>
                  <a:lnTo>
                    <a:pt x="3646706" y="3056784"/>
                  </a:lnTo>
                  <a:lnTo>
                    <a:pt x="3648471" y="3056784"/>
                  </a:lnTo>
                  <a:lnTo>
                    <a:pt x="3648597" y="3056784"/>
                  </a:lnTo>
                  <a:lnTo>
                    <a:pt x="3648723" y="3056784"/>
                  </a:lnTo>
                  <a:lnTo>
                    <a:pt x="3648975" y="3056784"/>
                  </a:lnTo>
                  <a:lnTo>
                    <a:pt x="3649479" y="3056784"/>
                  </a:lnTo>
                  <a:lnTo>
                    <a:pt x="3649606" y="3056784"/>
                  </a:lnTo>
                  <a:lnTo>
                    <a:pt x="3649732" y="3056784"/>
                  </a:lnTo>
                  <a:lnTo>
                    <a:pt x="3650110" y="3056784"/>
                  </a:lnTo>
                  <a:lnTo>
                    <a:pt x="3650236" y="3056784"/>
                  </a:lnTo>
                  <a:lnTo>
                    <a:pt x="3650488" y="3056784"/>
                  </a:lnTo>
                  <a:lnTo>
                    <a:pt x="3650614" y="3056784"/>
                  </a:lnTo>
                  <a:lnTo>
                    <a:pt x="3651119" y="3056784"/>
                  </a:lnTo>
                  <a:lnTo>
                    <a:pt x="3651245" y="3056784"/>
                  </a:lnTo>
                  <a:lnTo>
                    <a:pt x="3651497" y="3051505"/>
                  </a:lnTo>
                  <a:lnTo>
                    <a:pt x="3651749" y="3051505"/>
                  </a:lnTo>
                  <a:lnTo>
                    <a:pt x="3652380" y="3040946"/>
                  </a:lnTo>
                  <a:lnTo>
                    <a:pt x="3652506" y="3040946"/>
                  </a:lnTo>
                  <a:lnTo>
                    <a:pt x="3652758" y="3040946"/>
                  </a:lnTo>
                  <a:lnTo>
                    <a:pt x="3653136" y="3040946"/>
                  </a:lnTo>
                  <a:lnTo>
                    <a:pt x="3653262" y="3040946"/>
                  </a:lnTo>
                  <a:lnTo>
                    <a:pt x="3653514" y="3040946"/>
                  </a:lnTo>
                  <a:lnTo>
                    <a:pt x="3653893" y="3040946"/>
                  </a:lnTo>
                  <a:lnTo>
                    <a:pt x="3654019" y="3040946"/>
                  </a:lnTo>
                  <a:lnTo>
                    <a:pt x="3654145" y="3040946"/>
                  </a:lnTo>
                  <a:lnTo>
                    <a:pt x="3654271" y="3040946"/>
                  </a:lnTo>
                  <a:lnTo>
                    <a:pt x="3654649" y="3040946"/>
                  </a:lnTo>
                  <a:lnTo>
                    <a:pt x="3654901" y="3040946"/>
                  </a:lnTo>
                  <a:lnTo>
                    <a:pt x="3655280" y="3040946"/>
                  </a:lnTo>
                  <a:lnTo>
                    <a:pt x="3655910" y="3040946"/>
                  </a:lnTo>
                  <a:lnTo>
                    <a:pt x="3656162" y="3040946"/>
                  </a:lnTo>
                  <a:lnTo>
                    <a:pt x="3656793" y="3040946"/>
                  </a:lnTo>
                  <a:lnTo>
                    <a:pt x="3656919" y="3040946"/>
                  </a:lnTo>
                  <a:lnTo>
                    <a:pt x="3657171" y="3040946"/>
                  </a:lnTo>
                  <a:lnTo>
                    <a:pt x="3657297" y="3040946"/>
                  </a:lnTo>
                  <a:lnTo>
                    <a:pt x="3657675" y="3040946"/>
                  </a:lnTo>
                  <a:lnTo>
                    <a:pt x="3657801" y="3040946"/>
                  </a:lnTo>
                  <a:lnTo>
                    <a:pt x="3658180" y="3040946"/>
                  </a:lnTo>
                  <a:lnTo>
                    <a:pt x="3658306" y="3040946"/>
                  </a:lnTo>
                  <a:lnTo>
                    <a:pt x="3659314" y="3040946"/>
                  </a:lnTo>
                  <a:lnTo>
                    <a:pt x="3659440" y="3040946"/>
                  </a:lnTo>
                  <a:lnTo>
                    <a:pt x="3659693" y="3040946"/>
                  </a:lnTo>
                  <a:lnTo>
                    <a:pt x="3660197" y="3040946"/>
                  </a:lnTo>
                  <a:lnTo>
                    <a:pt x="3660323" y="3040946"/>
                  </a:lnTo>
                  <a:lnTo>
                    <a:pt x="3661080" y="3040946"/>
                  </a:lnTo>
                  <a:lnTo>
                    <a:pt x="3661332" y="3040946"/>
                  </a:lnTo>
                  <a:lnTo>
                    <a:pt x="3662593" y="3040946"/>
                  </a:lnTo>
                  <a:lnTo>
                    <a:pt x="3662845" y="3040946"/>
                  </a:lnTo>
                  <a:lnTo>
                    <a:pt x="3662971" y="3040946"/>
                  </a:lnTo>
                  <a:lnTo>
                    <a:pt x="3663223" y="3040946"/>
                  </a:lnTo>
                  <a:lnTo>
                    <a:pt x="3663727" y="3040946"/>
                  </a:lnTo>
                  <a:lnTo>
                    <a:pt x="3663853" y="3040946"/>
                  </a:lnTo>
                  <a:lnTo>
                    <a:pt x="3663980" y="3040946"/>
                  </a:lnTo>
                  <a:lnTo>
                    <a:pt x="3664232" y="3040946"/>
                  </a:lnTo>
                  <a:lnTo>
                    <a:pt x="3664736" y="3040946"/>
                  </a:lnTo>
                  <a:lnTo>
                    <a:pt x="3664862" y="3040946"/>
                  </a:lnTo>
                  <a:lnTo>
                    <a:pt x="3665240" y="3040946"/>
                  </a:lnTo>
                  <a:lnTo>
                    <a:pt x="3665367" y="3040946"/>
                  </a:lnTo>
                  <a:lnTo>
                    <a:pt x="3665493" y="3040946"/>
                  </a:lnTo>
                  <a:lnTo>
                    <a:pt x="3665619" y="3040946"/>
                  </a:lnTo>
                  <a:lnTo>
                    <a:pt x="3665745" y="3040946"/>
                  </a:lnTo>
                  <a:lnTo>
                    <a:pt x="3665871" y="3040946"/>
                  </a:lnTo>
                  <a:lnTo>
                    <a:pt x="3666123" y="3040946"/>
                  </a:lnTo>
                  <a:lnTo>
                    <a:pt x="3666249" y="3040946"/>
                  </a:lnTo>
                  <a:lnTo>
                    <a:pt x="3666880" y="3035667"/>
                  </a:lnTo>
                  <a:lnTo>
                    <a:pt x="3667006" y="3035667"/>
                  </a:lnTo>
                  <a:lnTo>
                    <a:pt x="3667384" y="3035667"/>
                  </a:lnTo>
                  <a:lnTo>
                    <a:pt x="3667510" y="3035667"/>
                  </a:lnTo>
                  <a:lnTo>
                    <a:pt x="3667636" y="3035667"/>
                  </a:lnTo>
                  <a:lnTo>
                    <a:pt x="3669401" y="3030387"/>
                  </a:lnTo>
                  <a:lnTo>
                    <a:pt x="3669906" y="3030387"/>
                  </a:lnTo>
                  <a:lnTo>
                    <a:pt x="3670032" y="3030387"/>
                  </a:lnTo>
                  <a:lnTo>
                    <a:pt x="3670158" y="3030387"/>
                  </a:lnTo>
                  <a:lnTo>
                    <a:pt x="3670662" y="3030387"/>
                  </a:lnTo>
                  <a:lnTo>
                    <a:pt x="3671545" y="3030387"/>
                  </a:lnTo>
                  <a:lnTo>
                    <a:pt x="3672175" y="3030387"/>
                  </a:lnTo>
                  <a:lnTo>
                    <a:pt x="3672680" y="3030387"/>
                  </a:lnTo>
                  <a:lnTo>
                    <a:pt x="3673184" y="3030387"/>
                  </a:lnTo>
                  <a:lnTo>
                    <a:pt x="3673310" y="3030387"/>
                  </a:lnTo>
                  <a:lnTo>
                    <a:pt x="3673436" y="3030387"/>
                  </a:lnTo>
                  <a:lnTo>
                    <a:pt x="3673562" y="3030387"/>
                  </a:lnTo>
                  <a:lnTo>
                    <a:pt x="3674067" y="3030387"/>
                  </a:lnTo>
                  <a:lnTo>
                    <a:pt x="3674193" y="3030387"/>
                  </a:lnTo>
                  <a:lnTo>
                    <a:pt x="3674571" y="3030387"/>
                  </a:lnTo>
                  <a:lnTo>
                    <a:pt x="3674823" y="3030387"/>
                  </a:lnTo>
                  <a:lnTo>
                    <a:pt x="3675958" y="3025108"/>
                  </a:lnTo>
                  <a:lnTo>
                    <a:pt x="3676210" y="3025108"/>
                  </a:lnTo>
                  <a:lnTo>
                    <a:pt x="3676462" y="3025108"/>
                  </a:lnTo>
                  <a:lnTo>
                    <a:pt x="3676588" y="3025108"/>
                  </a:lnTo>
                  <a:lnTo>
                    <a:pt x="3676714" y="3025108"/>
                  </a:lnTo>
                  <a:lnTo>
                    <a:pt x="3677219" y="3025108"/>
                  </a:lnTo>
                  <a:lnTo>
                    <a:pt x="3677345" y="3025108"/>
                  </a:lnTo>
                  <a:lnTo>
                    <a:pt x="3677471" y="3025108"/>
                  </a:lnTo>
                  <a:lnTo>
                    <a:pt x="3677723" y="3025108"/>
                  </a:lnTo>
                  <a:lnTo>
                    <a:pt x="3677849" y="3025108"/>
                  </a:lnTo>
                  <a:lnTo>
                    <a:pt x="3677975" y="3025108"/>
                  </a:lnTo>
                  <a:lnTo>
                    <a:pt x="3678732" y="3025108"/>
                  </a:lnTo>
                  <a:lnTo>
                    <a:pt x="3679110" y="3025108"/>
                  </a:lnTo>
                  <a:lnTo>
                    <a:pt x="3679236" y="3025108"/>
                  </a:lnTo>
                  <a:lnTo>
                    <a:pt x="3679362" y="3025108"/>
                  </a:lnTo>
                  <a:lnTo>
                    <a:pt x="3679614" y="3025108"/>
                  </a:lnTo>
                  <a:lnTo>
                    <a:pt x="3679867" y="3025108"/>
                  </a:lnTo>
                  <a:lnTo>
                    <a:pt x="3679993" y="3025108"/>
                  </a:lnTo>
                  <a:lnTo>
                    <a:pt x="3680371" y="3025108"/>
                  </a:lnTo>
                  <a:lnTo>
                    <a:pt x="3680497" y="3025108"/>
                  </a:lnTo>
                  <a:lnTo>
                    <a:pt x="3680749" y="3025108"/>
                  </a:lnTo>
                  <a:lnTo>
                    <a:pt x="3681127" y="3025108"/>
                  </a:lnTo>
                  <a:lnTo>
                    <a:pt x="3681380" y="3025108"/>
                  </a:lnTo>
                  <a:lnTo>
                    <a:pt x="3681506" y="3025108"/>
                  </a:lnTo>
                  <a:lnTo>
                    <a:pt x="3682010" y="3025108"/>
                  </a:lnTo>
                  <a:lnTo>
                    <a:pt x="3682136" y="3025108"/>
                  </a:lnTo>
                  <a:lnTo>
                    <a:pt x="3682262" y="3025108"/>
                  </a:lnTo>
                  <a:lnTo>
                    <a:pt x="3682388" y="3025108"/>
                  </a:lnTo>
                  <a:lnTo>
                    <a:pt x="3682767" y="3025108"/>
                  </a:lnTo>
                  <a:lnTo>
                    <a:pt x="3682893" y="3025108"/>
                  </a:lnTo>
                  <a:lnTo>
                    <a:pt x="3684028" y="3019829"/>
                  </a:lnTo>
                  <a:lnTo>
                    <a:pt x="3684154" y="3019829"/>
                  </a:lnTo>
                  <a:lnTo>
                    <a:pt x="3684280" y="3019829"/>
                  </a:lnTo>
                  <a:lnTo>
                    <a:pt x="3684910" y="3019829"/>
                  </a:lnTo>
                  <a:lnTo>
                    <a:pt x="3685036" y="3019829"/>
                  </a:lnTo>
                  <a:lnTo>
                    <a:pt x="3685036" y="3014549"/>
                  </a:lnTo>
                  <a:lnTo>
                    <a:pt x="3685288" y="3014549"/>
                  </a:lnTo>
                  <a:lnTo>
                    <a:pt x="3685414" y="3014549"/>
                  </a:lnTo>
                  <a:lnTo>
                    <a:pt x="3685793" y="3014549"/>
                  </a:lnTo>
                  <a:lnTo>
                    <a:pt x="3686423" y="3014549"/>
                  </a:lnTo>
                  <a:lnTo>
                    <a:pt x="3686549" y="3014549"/>
                  </a:lnTo>
                  <a:lnTo>
                    <a:pt x="3686675" y="3014549"/>
                  </a:lnTo>
                  <a:lnTo>
                    <a:pt x="3686928" y="3014549"/>
                  </a:lnTo>
                  <a:lnTo>
                    <a:pt x="3687054" y="3014549"/>
                  </a:lnTo>
                  <a:lnTo>
                    <a:pt x="3687180" y="3014549"/>
                  </a:lnTo>
                  <a:lnTo>
                    <a:pt x="3687306" y="3014549"/>
                  </a:lnTo>
                  <a:lnTo>
                    <a:pt x="3687810" y="3014549"/>
                  </a:lnTo>
                  <a:lnTo>
                    <a:pt x="3688567" y="3014549"/>
                  </a:lnTo>
                  <a:lnTo>
                    <a:pt x="3688945" y="3014549"/>
                  </a:lnTo>
                  <a:lnTo>
                    <a:pt x="3689197" y="3014549"/>
                  </a:lnTo>
                  <a:lnTo>
                    <a:pt x="3689828" y="3014549"/>
                  </a:lnTo>
                  <a:lnTo>
                    <a:pt x="3690458" y="3014549"/>
                  </a:lnTo>
                  <a:lnTo>
                    <a:pt x="3691088" y="3014549"/>
                  </a:lnTo>
                  <a:lnTo>
                    <a:pt x="3691214" y="3014549"/>
                  </a:lnTo>
                  <a:lnTo>
                    <a:pt x="3691341" y="3014549"/>
                  </a:lnTo>
                  <a:lnTo>
                    <a:pt x="3691467" y="3014549"/>
                  </a:lnTo>
                  <a:lnTo>
                    <a:pt x="3691593" y="3014549"/>
                  </a:lnTo>
                  <a:lnTo>
                    <a:pt x="3692475" y="3014549"/>
                  </a:lnTo>
                  <a:lnTo>
                    <a:pt x="3693484" y="3014549"/>
                  </a:lnTo>
                  <a:lnTo>
                    <a:pt x="3693610" y="3014549"/>
                  </a:lnTo>
                  <a:lnTo>
                    <a:pt x="3693736" y="3014549"/>
                  </a:lnTo>
                  <a:lnTo>
                    <a:pt x="3694493" y="3014549"/>
                  </a:lnTo>
                  <a:lnTo>
                    <a:pt x="3694619" y="3014549"/>
                  </a:lnTo>
                  <a:lnTo>
                    <a:pt x="3694871" y="3014549"/>
                  </a:lnTo>
                  <a:lnTo>
                    <a:pt x="3694997" y="3014549"/>
                  </a:lnTo>
                  <a:lnTo>
                    <a:pt x="3695375" y="3014549"/>
                  </a:lnTo>
                  <a:lnTo>
                    <a:pt x="3695754" y="3014549"/>
                  </a:lnTo>
                  <a:lnTo>
                    <a:pt x="3696132" y="3014549"/>
                  </a:lnTo>
                  <a:lnTo>
                    <a:pt x="3696258" y="3014549"/>
                  </a:lnTo>
                  <a:lnTo>
                    <a:pt x="3696510" y="3014549"/>
                  </a:lnTo>
                  <a:lnTo>
                    <a:pt x="3696636" y="3014549"/>
                  </a:lnTo>
                  <a:lnTo>
                    <a:pt x="3696888" y="3014549"/>
                  </a:lnTo>
                  <a:lnTo>
                    <a:pt x="3697015" y="3014549"/>
                  </a:lnTo>
                  <a:lnTo>
                    <a:pt x="3697141" y="3014549"/>
                  </a:lnTo>
                  <a:lnTo>
                    <a:pt x="3697267" y="3014549"/>
                  </a:lnTo>
                  <a:lnTo>
                    <a:pt x="3697393" y="3014549"/>
                  </a:lnTo>
                  <a:lnTo>
                    <a:pt x="3697519" y="3014549"/>
                  </a:lnTo>
                  <a:lnTo>
                    <a:pt x="3697645" y="3014549"/>
                  </a:lnTo>
                  <a:lnTo>
                    <a:pt x="3697897" y="3014549"/>
                  </a:lnTo>
                  <a:lnTo>
                    <a:pt x="3701049" y="3014549"/>
                  </a:lnTo>
                  <a:lnTo>
                    <a:pt x="3701175" y="3014549"/>
                  </a:lnTo>
                  <a:lnTo>
                    <a:pt x="3701554" y="3014549"/>
                  </a:lnTo>
                  <a:lnTo>
                    <a:pt x="3701806" y="3014549"/>
                  </a:lnTo>
                  <a:lnTo>
                    <a:pt x="3702184" y="3014549"/>
                  </a:lnTo>
                  <a:lnTo>
                    <a:pt x="3702310" y="3014549"/>
                  </a:lnTo>
                  <a:lnTo>
                    <a:pt x="3702562" y="3014549"/>
                  </a:lnTo>
                  <a:lnTo>
                    <a:pt x="3702941" y="3014549"/>
                  </a:lnTo>
                  <a:lnTo>
                    <a:pt x="3703067" y="3014549"/>
                  </a:lnTo>
                  <a:lnTo>
                    <a:pt x="3703445" y="3014549"/>
                  </a:lnTo>
                  <a:lnTo>
                    <a:pt x="3703571" y="3014549"/>
                  </a:lnTo>
                  <a:lnTo>
                    <a:pt x="3703697" y="3014549"/>
                  </a:lnTo>
                  <a:lnTo>
                    <a:pt x="3703823" y="3014549"/>
                  </a:lnTo>
                  <a:lnTo>
                    <a:pt x="3703949" y="3014549"/>
                  </a:lnTo>
                  <a:lnTo>
                    <a:pt x="3704328" y="3014549"/>
                  </a:lnTo>
                  <a:lnTo>
                    <a:pt x="3704580" y="3014549"/>
                  </a:lnTo>
                  <a:lnTo>
                    <a:pt x="3704832" y="3014549"/>
                  </a:lnTo>
                  <a:lnTo>
                    <a:pt x="3705462" y="3014549"/>
                  </a:lnTo>
                  <a:lnTo>
                    <a:pt x="3705588" y="3014549"/>
                  </a:lnTo>
                  <a:lnTo>
                    <a:pt x="3705715" y="3014549"/>
                  </a:lnTo>
                  <a:lnTo>
                    <a:pt x="3706093" y="3014549"/>
                  </a:lnTo>
                  <a:lnTo>
                    <a:pt x="3706345" y="3014549"/>
                  </a:lnTo>
                  <a:lnTo>
                    <a:pt x="3706723" y="3014549"/>
                  </a:lnTo>
                  <a:lnTo>
                    <a:pt x="3706849" y="3014549"/>
                  </a:lnTo>
                  <a:lnTo>
                    <a:pt x="3706975" y="3014549"/>
                  </a:lnTo>
                  <a:lnTo>
                    <a:pt x="3707354" y="3014549"/>
                  </a:lnTo>
                  <a:lnTo>
                    <a:pt x="3707858" y="3014549"/>
                  </a:lnTo>
                  <a:lnTo>
                    <a:pt x="3708362" y="3014549"/>
                  </a:lnTo>
                  <a:lnTo>
                    <a:pt x="3708993" y="3014549"/>
                  </a:lnTo>
                  <a:lnTo>
                    <a:pt x="3709119" y="3014549"/>
                  </a:lnTo>
                  <a:lnTo>
                    <a:pt x="3709245" y="3014549"/>
                  </a:lnTo>
                  <a:lnTo>
                    <a:pt x="3709371" y="3014549"/>
                  </a:lnTo>
                  <a:lnTo>
                    <a:pt x="3709875" y="3014549"/>
                  </a:lnTo>
                  <a:lnTo>
                    <a:pt x="3710254" y="3014549"/>
                  </a:lnTo>
                  <a:lnTo>
                    <a:pt x="3710506" y="3014549"/>
                  </a:lnTo>
                  <a:lnTo>
                    <a:pt x="3710884" y="3014549"/>
                  </a:lnTo>
                  <a:lnTo>
                    <a:pt x="3711262" y="3014549"/>
                  </a:lnTo>
                  <a:lnTo>
                    <a:pt x="3711641" y="3009270"/>
                  </a:lnTo>
                  <a:lnTo>
                    <a:pt x="3712145" y="3009270"/>
                  </a:lnTo>
                  <a:lnTo>
                    <a:pt x="3712523" y="3009270"/>
                  </a:lnTo>
                  <a:lnTo>
                    <a:pt x="3712902" y="3009270"/>
                  </a:lnTo>
                  <a:lnTo>
                    <a:pt x="3713028" y="3009270"/>
                  </a:lnTo>
                  <a:lnTo>
                    <a:pt x="3713154" y="3009270"/>
                  </a:lnTo>
                  <a:lnTo>
                    <a:pt x="3713280" y="3009270"/>
                  </a:lnTo>
                  <a:lnTo>
                    <a:pt x="3713406" y="3009270"/>
                  </a:lnTo>
                  <a:lnTo>
                    <a:pt x="3713532" y="3009270"/>
                  </a:lnTo>
                  <a:lnTo>
                    <a:pt x="3713658" y="3009270"/>
                  </a:lnTo>
                  <a:lnTo>
                    <a:pt x="3714036" y="3009270"/>
                  </a:lnTo>
                  <a:lnTo>
                    <a:pt x="3714541" y="3009270"/>
                  </a:lnTo>
                  <a:lnTo>
                    <a:pt x="3714667" y="3009270"/>
                  </a:lnTo>
                  <a:lnTo>
                    <a:pt x="3714793" y="3009270"/>
                  </a:lnTo>
                  <a:lnTo>
                    <a:pt x="3715297" y="3009270"/>
                  </a:lnTo>
                  <a:lnTo>
                    <a:pt x="3715928" y="3009270"/>
                  </a:lnTo>
                  <a:lnTo>
                    <a:pt x="3716054" y="3009270"/>
                  </a:lnTo>
                  <a:lnTo>
                    <a:pt x="3716432" y="3009270"/>
                  </a:lnTo>
                  <a:lnTo>
                    <a:pt x="3717693" y="3009270"/>
                  </a:lnTo>
                  <a:lnTo>
                    <a:pt x="3718071" y="3009270"/>
                  </a:lnTo>
                  <a:lnTo>
                    <a:pt x="3718197" y="3009270"/>
                  </a:lnTo>
                  <a:lnTo>
                    <a:pt x="3718323" y="3009270"/>
                  </a:lnTo>
                  <a:lnTo>
                    <a:pt x="3718576" y="3009270"/>
                  </a:lnTo>
                  <a:lnTo>
                    <a:pt x="3718954" y="3003990"/>
                  </a:lnTo>
                  <a:lnTo>
                    <a:pt x="3719206" y="3003990"/>
                  </a:lnTo>
                  <a:lnTo>
                    <a:pt x="3719710" y="3003990"/>
                  </a:lnTo>
                  <a:lnTo>
                    <a:pt x="3720089" y="3003990"/>
                  </a:lnTo>
                  <a:lnTo>
                    <a:pt x="3720341" y="3003990"/>
                  </a:lnTo>
                  <a:lnTo>
                    <a:pt x="3720467" y="3003990"/>
                  </a:lnTo>
                  <a:lnTo>
                    <a:pt x="3720593" y="3003990"/>
                  </a:lnTo>
                  <a:lnTo>
                    <a:pt x="3720719" y="3003990"/>
                  </a:lnTo>
                  <a:lnTo>
                    <a:pt x="3721097" y="3003990"/>
                  </a:lnTo>
                  <a:lnTo>
                    <a:pt x="3721223" y="3003990"/>
                  </a:lnTo>
                  <a:lnTo>
                    <a:pt x="3721349" y="3003990"/>
                  </a:lnTo>
                  <a:lnTo>
                    <a:pt x="3721602" y="3003990"/>
                  </a:lnTo>
                  <a:lnTo>
                    <a:pt x="3722232" y="2998711"/>
                  </a:lnTo>
                  <a:lnTo>
                    <a:pt x="3722484" y="2998711"/>
                  </a:lnTo>
                  <a:lnTo>
                    <a:pt x="3722610" y="2998711"/>
                  </a:lnTo>
                  <a:lnTo>
                    <a:pt x="3722736" y="2998711"/>
                  </a:lnTo>
                  <a:lnTo>
                    <a:pt x="3722862" y="2998711"/>
                  </a:lnTo>
                  <a:lnTo>
                    <a:pt x="3722989" y="2998711"/>
                  </a:lnTo>
                  <a:lnTo>
                    <a:pt x="3723241" y="2998711"/>
                  </a:lnTo>
                  <a:lnTo>
                    <a:pt x="3723619" y="2998711"/>
                  </a:lnTo>
                  <a:lnTo>
                    <a:pt x="3723871" y="2998711"/>
                  </a:lnTo>
                  <a:lnTo>
                    <a:pt x="3723997" y="2998711"/>
                  </a:lnTo>
                  <a:lnTo>
                    <a:pt x="3724249" y="2998711"/>
                  </a:lnTo>
                  <a:lnTo>
                    <a:pt x="3724376" y="2998711"/>
                  </a:lnTo>
                  <a:lnTo>
                    <a:pt x="3724628" y="2998711"/>
                  </a:lnTo>
                  <a:lnTo>
                    <a:pt x="3724880" y="2998711"/>
                  </a:lnTo>
                  <a:lnTo>
                    <a:pt x="3725384" y="2998711"/>
                  </a:lnTo>
                  <a:lnTo>
                    <a:pt x="3725636" y="2993431"/>
                  </a:lnTo>
                  <a:lnTo>
                    <a:pt x="3725889" y="2993431"/>
                  </a:lnTo>
                  <a:lnTo>
                    <a:pt x="3726141" y="2993431"/>
                  </a:lnTo>
                  <a:lnTo>
                    <a:pt x="3726393" y="2993431"/>
                  </a:lnTo>
                  <a:lnTo>
                    <a:pt x="3726771" y="2993431"/>
                  </a:lnTo>
                  <a:lnTo>
                    <a:pt x="3726897" y="2993431"/>
                  </a:lnTo>
                  <a:lnTo>
                    <a:pt x="3727023" y="2993431"/>
                  </a:lnTo>
                  <a:lnTo>
                    <a:pt x="3727402" y="2993431"/>
                  </a:lnTo>
                  <a:lnTo>
                    <a:pt x="3727780" y="2993431"/>
                  </a:lnTo>
                  <a:lnTo>
                    <a:pt x="3728663" y="2993431"/>
                  </a:lnTo>
                  <a:lnTo>
                    <a:pt x="3728789" y="2993431"/>
                  </a:lnTo>
                  <a:lnTo>
                    <a:pt x="3728915" y="2993431"/>
                  </a:lnTo>
                  <a:lnTo>
                    <a:pt x="3729041" y="2993431"/>
                  </a:lnTo>
                  <a:lnTo>
                    <a:pt x="3729167" y="2993431"/>
                  </a:lnTo>
                  <a:lnTo>
                    <a:pt x="3729293" y="2993431"/>
                  </a:lnTo>
                  <a:lnTo>
                    <a:pt x="3730049" y="2993431"/>
                  </a:lnTo>
                  <a:lnTo>
                    <a:pt x="3730176" y="2993431"/>
                  </a:lnTo>
                  <a:lnTo>
                    <a:pt x="3730428" y="2993431"/>
                  </a:lnTo>
                  <a:lnTo>
                    <a:pt x="3730806" y="2993431"/>
                  </a:lnTo>
                  <a:lnTo>
                    <a:pt x="3731184" y="2993431"/>
                  </a:lnTo>
                  <a:lnTo>
                    <a:pt x="3731815" y="2993431"/>
                  </a:lnTo>
                  <a:lnTo>
                    <a:pt x="3731941" y="2993431"/>
                  </a:lnTo>
                  <a:lnTo>
                    <a:pt x="3732067" y="2993431"/>
                  </a:lnTo>
                  <a:lnTo>
                    <a:pt x="3732193" y="2993431"/>
                  </a:lnTo>
                  <a:lnTo>
                    <a:pt x="3732571" y="2993431"/>
                  </a:lnTo>
                  <a:lnTo>
                    <a:pt x="3732697" y="2993431"/>
                  </a:lnTo>
                  <a:lnTo>
                    <a:pt x="3732949" y="2993431"/>
                  </a:lnTo>
                  <a:lnTo>
                    <a:pt x="3733202" y="2993431"/>
                  </a:lnTo>
                  <a:lnTo>
                    <a:pt x="3733328" y="2993431"/>
                  </a:lnTo>
                  <a:lnTo>
                    <a:pt x="3734084" y="2993431"/>
                  </a:lnTo>
                  <a:lnTo>
                    <a:pt x="3734210" y="2993431"/>
                  </a:lnTo>
                  <a:lnTo>
                    <a:pt x="3734336" y="2993431"/>
                  </a:lnTo>
                  <a:lnTo>
                    <a:pt x="3734463" y="2993431"/>
                  </a:lnTo>
                  <a:lnTo>
                    <a:pt x="3734715" y="2993431"/>
                  </a:lnTo>
                  <a:lnTo>
                    <a:pt x="3735471" y="2993431"/>
                  </a:lnTo>
                  <a:lnTo>
                    <a:pt x="3735597" y="2993431"/>
                  </a:lnTo>
                  <a:lnTo>
                    <a:pt x="3735850" y="2993431"/>
                  </a:lnTo>
                  <a:lnTo>
                    <a:pt x="3736354" y="2993431"/>
                  </a:lnTo>
                  <a:lnTo>
                    <a:pt x="3736606" y="2993431"/>
                  </a:lnTo>
                  <a:lnTo>
                    <a:pt x="3737110" y="2993431"/>
                  </a:lnTo>
                  <a:lnTo>
                    <a:pt x="3737363" y="2993431"/>
                  </a:lnTo>
                  <a:lnTo>
                    <a:pt x="3737615" y="2993431"/>
                  </a:lnTo>
                  <a:lnTo>
                    <a:pt x="3737615" y="2988152"/>
                  </a:lnTo>
                  <a:lnTo>
                    <a:pt x="3737741" y="2988152"/>
                  </a:lnTo>
                  <a:lnTo>
                    <a:pt x="3737993" y="2988152"/>
                  </a:lnTo>
                  <a:lnTo>
                    <a:pt x="3738623" y="2988152"/>
                  </a:lnTo>
                  <a:lnTo>
                    <a:pt x="3738876" y="2988152"/>
                  </a:lnTo>
                  <a:lnTo>
                    <a:pt x="3739002" y="2988152"/>
                  </a:lnTo>
                  <a:lnTo>
                    <a:pt x="3739380" y="2988152"/>
                  </a:lnTo>
                  <a:lnTo>
                    <a:pt x="3740010" y="2988152"/>
                  </a:lnTo>
                  <a:lnTo>
                    <a:pt x="3740263" y="2988152"/>
                  </a:lnTo>
                  <a:lnTo>
                    <a:pt x="3741145" y="2988152"/>
                  </a:lnTo>
                  <a:lnTo>
                    <a:pt x="3741271" y="2988152"/>
                  </a:lnTo>
                  <a:lnTo>
                    <a:pt x="3741397" y="2988152"/>
                  </a:lnTo>
                  <a:lnTo>
                    <a:pt x="3741523" y="2988152"/>
                  </a:lnTo>
                  <a:lnTo>
                    <a:pt x="3741650" y="2988152"/>
                  </a:lnTo>
                  <a:lnTo>
                    <a:pt x="3741902" y="2988152"/>
                  </a:lnTo>
                  <a:lnTo>
                    <a:pt x="3742028" y="2988152"/>
                  </a:lnTo>
                  <a:lnTo>
                    <a:pt x="3742154" y="2988152"/>
                  </a:lnTo>
                  <a:lnTo>
                    <a:pt x="3742280" y="2988152"/>
                  </a:lnTo>
                  <a:lnTo>
                    <a:pt x="3742532" y="2988152"/>
                  </a:lnTo>
                  <a:lnTo>
                    <a:pt x="3742784" y="2988152"/>
                  </a:lnTo>
                  <a:lnTo>
                    <a:pt x="3742910" y="2988152"/>
                  </a:lnTo>
                  <a:lnTo>
                    <a:pt x="3743037" y="2988152"/>
                  </a:lnTo>
                  <a:lnTo>
                    <a:pt x="3743163" y="2988152"/>
                  </a:lnTo>
                  <a:lnTo>
                    <a:pt x="3743289" y="2988152"/>
                  </a:lnTo>
                  <a:lnTo>
                    <a:pt x="3743919" y="2988152"/>
                  </a:lnTo>
                  <a:lnTo>
                    <a:pt x="3745684" y="2988152"/>
                  </a:lnTo>
                  <a:lnTo>
                    <a:pt x="3745810" y="2988152"/>
                  </a:lnTo>
                  <a:lnTo>
                    <a:pt x="3746189" y="2988152"/>
                  </a:lnTo>
                  <a:lnTo>
                    <a:pt x="3746315" y="2988152"/>
                  </a:lnTo>
                  <a:lnTo>
                    <a:pt x="3746567" y="2988152"/>
                  </a:lnTo>
                  <a:lnTo>
                    <a:pt x="3746693" y="2988152"/>
                  </a:lnTo>
                  <a:lnTo>
                    <a:pt x="3746819" y="2988152"/>
                  </a:lnTo>
                  <a:lnTo>
                    <a:pt x="3746945" y="2988152"/>
                  </a:lnTo>
                  <a:lnTo>
                    <a:pt x="3747071" y="2988152"/>
                  </a:lnTo>
                  <a:lnTo>
                    <a:pt x="3747323" y="2988152"/>
                  </a:lnTo>
                  <a:lnTo>
                    <a:pt x="3747450" y="2988152"/>
                  </a:lnTo>
                  <a:lnTo>
                    <a:pt x="3748080" y="2982873"/>
                  </a:lnTo>
                  <a:lnTo>
                    <a:pt x="3748837" y="2982873"/>
                  </a:lnTo>
                  <a:lnTo>
                    <a:pt x="3748963" y="2982873"/>
                  </a:lnTo>
                  <a:lnTo>
                    <a:pt x="3749089" y="2982873"/>
                  </a:lnTo>
                  <a:lnTo>
                    <a:pt x="3749215" y="2982873"/>
                  </a:lnTo>
                  <a:lnTo>
                    <a:pt x="3749719" y="2982873"/>
                  </a:lnTo>
                  <a:lnTo>
                    <a:pt x="3749971" y="2982873"/>
                  </a:lnTo>
                  <a:lnTo>
                    <a:pt x="3750350" y="2982873"/>
                  </a:lnTo>
                  <a:lnTo>
                    <a:pt x="3750602" y="2982873"/>
                  </a:lnTo>
                  <a:lnTo>
                    <a:pt x="3750728" y="2982873"/>
                  </a:lnTo>
                  <a:lnTo>
                    <a:pt x="3750980" y="2982873"/>
                  </a:lnTo>
                  <a:lnTo>
                    <a:pt x="3751232" y="2982873"/>
                  </a:lnTo>
                  <a:lnTo>
                    <a:pt x="3751358" y="2982873"/>
                  </a:lnTo>
                  <a:lnTo>
                    <a:pt x="3751484" y="2982873"/>
                  </a:lnTo>
                  <a:lnTo>
                    <a:pt x="3752115" y="2982873"/>
                  </a:lnTo>
                  <a:lnTo>
                    <a:pt x="3752241" y="2982873"/>
                  </a:lnTo>
                  <a:lnTo>
                    <a:pt x="3753124" y="2982873"/>
                  </a:lnTo>
                  <a:lnTo>
                    <a:pt x="3753250" y="2982873"/>
                  </a:lnTo>
                  <a:lnTo>
                    <a:pt x="3753502" y="2982873"/>
                  </a:lnTo>
                  <a:lnTo>
                    <a:pt x="3753628" y="2982873"/>
                  </a:lnTo>
                  <a:lnTo>
                    <a:pt x="3753754" y="2982873"/>
                  </a:lnTo>
                  <a:lnTo>
                    <a:pt x="3754132" y="2982873"/>
                  </a:lnTo>
                  <a:lnTo>
                    <a:pt x="3754258" y="2982873"/>
                  </a:lnTo>
                  <a:lnTo>
                    <a:pt x="3754384" y="2982873"/>
                  </a:lnTo>
                  <a:lnTo>
                    <a:pt x="3754637" y="2982873"/>
                  </a:lnTo>
                  <a:lnTo>
                    <a:pt x="3754763" y="2982873"/>
                  </a:lnTo>
                  <a:lnTo>
                    <a:pt x="3755771" y="2982873"/>
                  </a:lnTo>
                  <a:lnTo>
                    <a:pt x="3756024" y="2982873"/>
                  </a:lnTo>
                  <a:lnTo>
                    <a:pt x="3756654" y="2982873"/>
                  </a:lnTo>
                  <a:lnTo>
                    <a:pt x="3756780" y="2977593"/>
                  </a:lnTo>
                  <a:lnTo>
                    <a:pt x="3756906" y="2977593"/>
                  </a:lnTo>
                  <a:lnTo>
                    <a:pt x="3757410" y="2977593"/>
                  </a:lnTo>
                  <a:lnTo>
                    <a:pt x="3757789" y="2977593"/>
                  </a:lnTo>
                  <a:lnTo>
                    <a:pt x="3757915" y="2977593"/>
                  </a:lnTo>
                  <a:lnTo>
                    <a:pt x="3758167" y="2977593"/>
                  </a:lnTo>
                  <a:lnTo>
                    <a:pt x="3758545" y="2977593"/>
                  </a:lnTo>
                  <a:lnTo>
                    <a:pt x="3758671" y="2977593"/>
                  </a:lnTo>
                  <a:lnTo>
                    <a:pt x="3759302" y="2977593"/>
                  </a:lnTo>
                  <a:lnTo>
                    <a:pt x="3759806" y="2977593"/>
                  </a:lnTo>
                  <a:lnTo>
                    <a:pt x="3759932" y="2977593"/>
                  </a:lnTo>
                  <a:lnTo>
                    <a:pt x="3760058" y="2977593"/>
                  </a:lnTo>
                  <a:lnTo>
                    <a:pt x="3760184" y="2977593"/>
                  </a:lnTo>
                  <a:lnTo>
                    <a:pt x="3760311" y="2977593"/>
                  </a:lnTo>
                  <a:lnTo>
                    <a:pt x="3760815" y="2977593"/>
                  </a:lnTo>
                  <a:lnTo>
                    <a:pt x="3761445" y="2977593"/>
                  </a:lnTo>
                  <a:lnTo>
                    <a:pt x="3761571" y="2977593"/>
                  </a:lnTo>
                  <a:lnTo>
                    <a:pt x="3761697" y="2977593"/>
                  </a:lnTo>
                  <a:lnTo>
                    <a:pt x="3761824" y="2977593"/>
                  </a:lnTo>
                  <a:lnTo>
                    <a:pt x="3761950" y="2977593"/>
                  </a:lnTo>
                  <a:lnTo>
                    <a:pt x="3762202" y="2977593"/>
                  </a:lnTo>
                  <a:lnTo>
                    <a:pt x="3762454" y="2977593"/>
                  </a:lnTo>
                  <a:lnTo>
                    <a:pt x="3762580" y="2977593"/>
                  </a:lnTo>
                  <a:lnTo>
                    <a:pt x="3762706" y="2977593"/>
                  </a:lnTo>
                  <a:lnTo>
                    <a:pt x="3762958" y="2977593"/>
                  </a:lnTo>
                  <a:lnTo>
                    <a:pt x="3763084" y="2977593"/>
                  </a:lnTo>
                  <a:lnTo>
                    <a:pt x="3763589" y="2977593"/>
                  </a:lnTo>
                  <a:lnTo>
                    <a:pt x="3763715" y="2977593"/>
                  </a:lnTo>
                  <a:lnTo>
                    <a:pt x="3764597" y="2977593"/>
                  </a:lnTo>
                  <a:lnTo>
                    <a:pt x="3764724" y="2977593"/>
                  </a:lnTo>
                  <a:lnTo>
                    <a:pt x="3764850" y="2972314"/>
                  </a:lnTo>
                  <a:lnTo>
                    <a:pt x="3765480" y="2972314"/>
                  </a:lnTo>
                  <a:lnTo>
                    <a:pt x="3765732" y="2972314"/>
                  </a:lnTo>
                  <a:lnTo>
                    <a:pt x="3765732" y="2967034"/>
                  </a:lnTo>
                  <a:lnTo>
                    <a:pt x="3765858" y="2967034"/>
                  </a:lnTo>
                  <a:lnTo>
                    <a:pt x="3765984" y="2967034"/>
                  </a:lnTo>
                  <a:lnTo>
                    <a:pt x="3766111" y="2967034"/>
                  </a:lnTo>
                  <a:lnTo>
                    <a:pt x="3766489" y="2967034"/>
                  </a:lnTo>
                  <a:lnTo>
                    <a:pt x="3766993" y="2967034"/>
                  </a:lnTo>
                  <a:lnTo>
                    <a:pt x="3767119" y="2967034"/>
                  </a:lnTo>
                  <a:lnTo>
                    <a:pt x="3767498" y="2967034"/>
                  </a:lnTo>
                  <a:lnTo>
                    <a:pt x="3767876" y="2967034"/>
                  </a:lnTo>
                  <a:lnTo>
                    <a:pt x="3768002" y="2967034"/>
                  </a:lnTo>
                  <a:lnTo>
                    <a:pt x="3768254" y="2967034"/>
                  </a:lnTo>
                  <a:lnTo>
                    <a:pt x="3768884" y="2967034"/>
                  </a:lnTo>
                  <a:lnTo>
                    <a:pt x="3769515" y="2967034"/>
                  </a:lnTo>
                  <a:lnTo>
                    <a:pt x="3769767" y="2967034"/>
                  </a:lnTo>
                  <a:lnTo>
                    <a:pt x="3769893" y="2967034"/>
                  </a:lnTo>
                  <a:lnTo>
                    <a:pt x="3770019" y="2967034"/>
                  </a:lnTo>
                  <a:lnTo>
                    <a:pt x="3770145" y="2967034"/>
                  </a:lnTo>
                  <a:lnTo>
                    <a:pt x="3770524" y="2967034"/>
                  </a:lnTo>
                  <a:lnTo>
                    <a:pt x="3771280" y="2967034"/>
                  </a:lnTo>
                  <a:lnTo>
                    <a:pt x="3771406" y="2967034"/>
                  </a:lnTo>
                  <a:lnTo>
                    <a:pt x="3771658" y="2967034"/>
                  </a:lnTo>
                  <a:lnTo>
                    <a:pt x="3771784" y="2967034"/>
                  </a:lnTo>
                  <a:lnTo>
                    <a:pt x="3772163" y="2967034"/>
                  </a:lnTo>
                  <a:lnTo>
                    <a:pt x="3772415" y="2967034"/>
                  </a:lnTo>
                  <a:lnTo>
                    <a:pt x="3772919" y="2967034"/>
                  </a:lnTo>
                  <a:lnTo>
                    <a:pt x="3773298" y="2967034"/>
                  </a:lnTo>
                  <a:lnTo>
                    <a:pt x="3773424" y="2967034"/>
                  </a:lnTo>
                  <a:lnTo>
                    <a:pt x="3773676" y="2967034"/>
                  </a:lnTo>
                  <a:lnTo>
                    <a:pt x="3773802" y="2967034"/>
                  </a:lnTo>
                  <a:lnTo>
                    <a:pt x="3773928" y="2967034"/>
                  </a:lnTo>
                  <a:lnTo>
                    <a:pt x="3774054" y="2967034"/>
                  </a:lnTo>
                  <a:lnTo>
                    <a:pt x="3774306" y="2967034"/>
                  </a:lnTo>
                  <a:lnTo>
                    <a:pt x="3775693" y="2961755"/>
                  </a:lnTo>
                  <a:lnTo>
                    <a:pt x="3775819" y="2961755"/>
                  </a:lnTo>
                  <a:lnTo>
                    <a:pt x="3775945" y="2961755"/>
                  </a:lnTo>
                  <a:lnTo>
                    <a:pt x="3776198" y="2961755"/>
                  </a:lnTo>
                  <a:lnTo>
                    <a:pt x="3776450" y="2961755"/>
                  </a:lnTo>
                  <a:lnTo>
                    <a:pt x="3776702" y="2956475"/>
                  </a:lnTo>
                  <a:lnTo>
                    <a:pt x="3776828" y="2956475"/>
                  </a:lnTo>
                  <a:lnTo>
                    <a:pt x="3776954" y="2951196"/>
                  </a:lnTo>
                  <a:lnTo>
                    <a:pt x="3777080" y="2951196"/>
                  </a:lnTo>
                  <a:lnTo>
                    <a:pt x="3777206" y="2951196"/>
                  </a:lnTo>
                  <a:lnTo>
                    <a:pt x="3778467" y="2951196"/>
                  </a:lnTo>
                  <a:lnTo>
                    <a:pt x="3778971" y="2951196"/>
                  </a:lnTo>
                  <a:lnTo>
                    <a:pt x="3779224" y="2951196"/>
                  </a:lnTo>
                  <a:lnTo>
                    <a:pt x="3779350" y="2951196"/>
                  </a:lnTo>
                  <a:lnTo>
                    <a:pt x="3779602" y="2951196"/>
                  </a:lnTo>
                  <a:lnTo>
                    <a:pt x="3779854" y="2951196"/>
                  </a:lnTo>
                  <a:lnTo>
                    <a:pt x="3779980" y="2951196"/>
                  </a:lnTo>
                  <a:lnTo>
                    <a:pt x="3780106" y="2951196"/>
                  </a:lnTo>
                  <a:lnTo>
                    <a:pt x="3780989" y="2951196"/>
                  </a:lnTo>
                  <a:lnTo>
                    <a:pt x="3781115" y="2951196"/>
                  </a:lnTo>
                  <a:lnTo>
                    <a:pt x="3781241" y="2951196"/>
                  </a:lnTo>
                  <a:lnTo>
                    <a:pt x="3781367" y="2951196"/>
                  </a:lnTo>
                  <a:lnTo>
                    <a:pt x="3781493" y="2951196"/>
                  </a:lnTo>
                  <a:lnTo>
                    <a:pt x="3781745" y="2951196"/>
                  </a:lnTo>
                  <a:lnTo>
                    <a:pt x="3781998" y="2951196"/>
                  </a:lnTo>
                  <a:lnTo>
                    <a:pt x="3782124" y="2951196"/>
                  </a:lnTo>
                  <a:lnTo>
                    <a:pt x="3782376" y="2951196"/>
                  </a:lnTo>
                  <a:lnTo>
                    <a:pt x="3782502" y="2951196"/>
                  </a:lnTo>
                  <a:lnTo>
                    <a:pt x="3782628" y="2951196"/>
                  </a:lnTo>
                  <a:lnTo>
                    <a:pt x="3782754" y="2951196"/>
                  </a:lnTo>
                  <a:lnTo>
                    <a:pt x="3783637" y="2951196"/>
                  </a:lnTo>
                  <a:lnTo>
                    <a:pt x="3783763" y="2951196"/>
                  </a:lnTo>
                  <a:lnTo>
                    <a:pt x="3783889" y="2951196"/>
                  </a:lnTo>
                  <a:lnTo>
                    <a:pt x="3784141" y="2951196"/>
                  </a:lnTo>
                  <a:lnTo>
                    <a:pt x="3784898" y="2951196"/>
                  </a:lnTo>
                  <a:lnTo>
                    <a:pt x="3785024" y="2951196"/>
                  </a:lnTo>
                  <a:lnTo>
                    <a:pt x="3785150" y="2951196"/>
                  </a:lnTo>
                  <a:lnTo>
                    <a:pt x="3785276" y="2951196"/>
                  </a:lnTo>
                  <a:lnTo>
                    <a:pt x="3785906" y="2951196"/>
                  </a:lnTo>
                  <a:lnTo>
                    <a:pt x="3786285" y="2951196"/>
                  </a:lnTo>
                  <a:lnTo>
                    <a:pt x="3786537" y="2951196"/>
                  </a:lnTo>
                  <a:lnTo>
                    <a:pt x="3787041" y="2951196"/>
                  </a:lnTo>
                  <a:lnTo>
                    <a:pt x="3787167" y="2951196"/>
                  </a:lnTo>
                  <a:lnTo>
                    <a:pt x="3787419" y="2951196"/>
                  </a:lnTo>
                  <a:lnTo>
                    <a:pt x="3787545" y="2951196"/>
                  </a:lnTo>
                  <a:lnTo>
                    <a:pt x="3787798" y="2951196"/>
                  </a:lnTo>
                  <a:lnTo>
                    <a:pt x="3788176" y="2951196"/>
                  </a:lnTo>
                  <a:lnTo>
                    <a:pt x="3788680" y="2951196"/>
                  </a:lnTo>
                  <a:lnTo>
                    <a:pt x="3789058" y="2951196"/>
                  </a:lnTo>
                  <a:lnTo>
                    <a:pt x="3789185" y="2951196"/>
                  </a:lnTo>
                  <a:lnTo>
                    <a:pt x="3789311" y="2951196"/>
                  </a:lnTo>
                  <a:lnTo>
                    <a:pt x="3789437" y="2951196"/>
                  </a:lnTo>
                  <a:lnTo>
                    <a:pt x="3789563" y="2951196"/>
                  </a:lnTo>
                  <a:lnTo>
                    <a:pt x="3789689" y="2951196"/>
                  </a:lnTo>
                  <a:lnTo>
                    <a:pt x="3790193" y="2951196"/>
                  </a:lnTo>
                  <a:lnTo>
                    <a:pt x="3790572" y="2951196"/>
                  </a:lnTo>
                  <a:lnTo>
                    <a:pt x="3790698" y="2951196"/>
                  </a:lnTo>
                  <a:lnTo>
                    <a:pt x="3791328" y="2951196"/>
                  </a:lnTo>
                  <a:lnTo>
                    <a:pt x="3791454" y="2951196"/>
                  </a:lnTo>
                  <a:lnTo>
                    <a:pt x="3792463" y="2951196"/>
                  </a:lnTo>
                  <a:lnTo>
                    <a:pt x="3792589" y="2951196"/>
                  </a:lnTo>
                  <a:lnTo>
                    <a:pt x="3792715" y="2951196"/>
                  </a:lnTo>
                  <a:lnTo>
                    <a:pt x="3792967" y="2951196"/>
                  </a:lnTo>
                  <a:lnTo>
                    <a:pt x="3793093" y="2951196"/>
                  </a:lnTo>
                  <a:lnTo>
                    <a:pt x="3793219" y="2951196"/>
                  </a:lnTo>
                  <a:lnTo>
                    <a:pt x="3793472" y="2951196"/>
                  </a:lnTo>
                  <a:lnTo>
                    <a:pt x="3794354" y="2951196"/>
                  </a:lnTo>
                  <a:lnTo>
                    <a:pt x="3794732" y="2951196"/>
                  </a:lnTo>
                  <a:lnTo>
                    <a:pt x="3794985" y="2951196"/>
                  </a:lnTo>
                  <a:lnTo>
                    <a:pt x="3794985" y="2945917"/>
                  </a:lnTo>
                  <a:lnTo>
                    <a:pt x="3795111" y="2945917"/>
                  </a:lnTo>
                  <a:lnTo>
                    <a:pt x="3795993" y="2945917"/>
                  </a:lnTo>
                  <a:lnTo>
                    <a:pt x="3796245" y="2945917"/>
                  </a:lnTo>
                  <a:lnTo>
                    <a:pt x="3796624" y="2945917"/>
                  </a:lnTo>
                  <a:lnTo>
                    <a:pt x="3796750" y="2945917"/>
                  </a:lnTo>
                  <a:lnTo>
                    <a:pt x="3796876" y="2945917"/>
                  </a:lnTo>
                  <a:lnTo>
                    <a:pt x="3797002" y="2945917"/>
                  </a:lnTo>
                  <a:lnTo>
                    <a:pt x="3797128" y="2945917"/>
                  </a:lnTo>
                  <a:lnTo>
                    <a:pt x="3797380" y="2945917"/>
                  </a:lnTo>
                  <a:lnTo>
                    <a:pt x="3797885" y="2945917"/>
                  </a:lnTo>
                  <a:lnTo>
                    <a:pt x="3798011" y="2945917"/>
                  </a:lnTo>
                  <a:lnTo>
                    <a:pt x="3798137" y="2940637"/>
                  </a:lnTo>
                  <a:lnTo>
                    <a:pt x="3798641" y="2940637"/>
                  </a:lnTo>
                  <a:lnTo>
                    <a:pt x="3798767" y="2940637"/>
                  </a:lnTo>
                  <a:lnTo>
                    <a:pt x="3798893" y="2940637"/>
                  </a:lnTo>
                  <a:lnTo>
                    <a:pt x="3799524" y="2940637"/>
                  </a:lnTo>
                  <a:lnTo>
                    <a:pt x="3799776" y="2940637"/>
                  </a:lnTo>
                  <a:lnTo>
                    <a:pt x="3799902" y="2940637"/>
                  </a:lnTo>
                  <a:lnTo>
                    <a:pt x="3800154" y="2935358"/>
                  </a:lnTo>
                  <a:lnTo>
                    <a:pt x="3800280" y="2935358"/>
                  </a:lnTo>
                  <a:lnTo>
                    <a:pt x="3800785" y="2935358"/>
                  </a:lnTo>
                  <a:lnTo>
                    <a:pt x="3800911" y="2935358"/>
                  </a:lnTo>
                  <a:lnTo>
                    <a:pt x="3801163" y="2935358"/>
                  </a:lnTo>
                  <a:lnTo>
                    <a:pt x="3801415" y="2935358"/>
                  </a:lnTo>
                  <a:lnTo>
                    <a:pt x="3802046" y="2935358"/>
                  </a:lnTo>
                  <a:lnTo>
                    <a:pt x="3802172" y="2935358"/>
                  </a:lnTo>
                  <a:lnTo>
                    <a:pt x="3802298" y="2935358"/>
                  </a:lnTo>
                  <a:lnTo>
                    <a:pt x="3802424" y="2935358"/>
                  </a:lnTo>
                  <a:lnTo>
                    <a:pt x="3802550" y="2935358"/>
                  </a:lnTo>
                  <a:lnTo>
                    <a:pt x="3802928" y="2935358"/>
                  </a:lnTo>
                  <a:lnTo>
                    <a:pt x="3803054" y="2935358"/>
                  </a:lnTo>
                  <a:lnTo>
                    <a:pt x="3803559" y="2935358"/>
                  </a:lnTo>
                  <a:lnTo>
                    <a:pt x="3803937" y="2935358"/>
                  </a:lnTo>
                  <a:lnTo>
                    <a:pt x="3804063" y="2935358"/>
                  </a:lnTo>
                  <a:lnTo>
                    <a:pt x="3804441" y="2935358"/>
                  </a:lnTo>
                  <a:lnTo>
                    <a:pt x="3804567" y="2935358"/>
                  </a:lnTo>
                  <a:lnTo>
                    <a:pt x="3805072" y="2935358"/>
                  </a:lnTo>
                  <a:lnTo>
                    <a:pt x="3805450" y="2935358"/>
                  </a:lnTo>
                  <a:lnTo>
                    <a:pt x="3805828" y="2935358"/>
                  </a:lnTo>
                  <a:lnTo>
                    <a:pt x="3806332" y="2935358"/>
                  </a:lnTo>
                  <a:lnTo>
                    <a:pt x="3806459" y="2935358"/>
                  </a:lnTo>
                  <a:lnTo>
                    <a:pt x="3806711" y="2935358"/>
                  </a:lnTo>
                  <a:lnTo>
                    <a:pt x="3807467" y="2935358"/>
                  </a:lnTo>
                  <a:lnTo>
                    <a:pt x="3807846" y="2935358"/>
                  </a:lnTo>
                  <a:lnTo>
                    <a:pt x="3807972" y="2935358"/>
                  </a:lnTo>
                  <a:lnTo>
                    <a:pt x="3808854" y="2930078"/>
                  </a:lnTo>
                  <a:lnTo>
                    <a:pt x="3809233" y="2930078"/>
                  </a:lnTo>
                  <a:lnTo>
                    <a:pt x="3809485" y="2930078"/>
                  </a:lnTo>
                  <a:lnTo>
                    <a:pt x="3810115" y="2930078"/>
                  </a:lnTo>
                  <a:lnTo>
                    <a:pt x="3810241" y="2930078"/>
                  </a:lnTo>
                  <a:lnTo>
                    <a:pt x="3810493" y="2930078"/>
                  </a:lnTo>
                  <a:lnTo>
                    <a:pt x="3810619" y="2930078"/>
                  </a:lnTo>
                  <a:lnTo>
                    <a:pt x="3811250" y="2930078"/>
                  </a:lnTo>
                  <a:lnTo>
                    <a:pt x="3811502" y="2930078"/>
                  </a:lnTo>
                  <a:lnTo>
                    <a:pt x="3812006" y="2930078"/>
                  </a:lnTo>
                  <a:lnTo>
                    <a:pt x="3812133" y="2930078"/>
                  </a:lnTo>
                  <a:lnTo>
                    <a:pt x="3812259" y="2930078"/>
                  </a:lnTo>
                  <a:lnTo>
                    <a:pt x="3812385" y="2930078"/>
                  </a:lnTo>
                  <a:lnTo>
                    <a:pt x="3812511" y="2930078"/>
                  </a:lnTo>
                  <a:lnTo>
                    <a:pt x="3812637" y="2930078"/>
                  </a:lnTo>
                  <a:lnTo>
                    <a:pt x="3812889" y="2930078"/>
                  </a:lnTo>
                  <a:lnTo>
                    <a:pt x="3813141" y="2930078"/>
                  </a:lnTo>
                  <a:lnTo>
                    <a:pt x="3813267" y="2930078"/>
                  </a:lnTo>
                  <a:lnTo>
                    <a:pt x="3813393" y="2930078"/>
                  </a:lnTo>
                  <a:lnTo>
                    <a:pt x="3813646" y="2930078"/>
                  </a:lnTo>
                  <a:lnTo>
                    <a:pt x="3813772" y="2930078"/>
                  </a:lnTo>
                  <a:lnTo>
                    <a:pt x="3813898" y="2930078"/>
                  </a:lnTo>
                  <a:lnTo>
                    <a:pt x="3814150" y="2930078"/>
                  </a:lnTo>
                  <a:lnTo>
                    <a:pt x="3814528" y="2930078"/>
                  </a:lnTo>
                  <a:lnTo>
                    <a:pt x="3814654" y="2930078"/>
                  </a:lnTo>
                  <a:lnTo>
                    <a:pt x="3814780" y="2930078"/>
                  </a:lnTo>
                  <a:lnTo>
                    <a:pt x="3814906" y="2930078"/>
                  </a:lnTo>
                  <a:lnTo>
                    <a:pt x="3815285" y="2924799"/>
                  </a:lnTo>
                  <a:lnTo>
                    <a:pt x="3815537" y="2924799"/>
                  </a:lnTo>
                  <a:lnTo>
                    <a:pt x="3815663" y="2924799"/>
                  </a:lnTo>
                  <a:lnTo>
                    <a:pt x="3816419" y="2924799"/>
                  </a:lnTo>
                  <a:lnTo>
                    <a:pt x="3816546" y="2924799"/>
                  </a:lnTo>
                  <a:lnTo>
                    <a:pt x="3816924" y="2924799"/>
                  </a:lnTo>
                  <a:lnTo>
                    <a:pt x="3817554" y="2924799"/>
                  </a:lnTo>
                  <a:lnTo>
                    <a:pt x="3817933" y="2924799"/>
                  </a:lnTo>
                  <a:lnTo>
                    <a:pt x="3818059" y="2924799"/>
                  </a:lnTo>
                  <a:lnTo>
                    <a:pt x="3818437" y="2924799"/>
                  </a:lnTo>
                  <a:lnTo>
                    <a:pt x="3818689" y="2924799"/>
                  </a:lnTo>
                  <a:lnTo>
                    <a:pt x="3819320" y="2924799"/>
                  </a:lnTo>
                  <a:lnTo>
                    <a:pt x="3819446" y="2924799"/>
                  </a:lnTo>
                  <a:lnTo>
                    <a:pt x="3819572" y="2924799"/>
                  </a:lnTo>
                  <a:lnTo>
                    <a:pt x="3820076" y="2924799"/>
                  </a:lnTo>
                  <a:lnTo>
                    <a:pt x="3820454" y="2924799"/>
                  </a:lnTo>
                  <a:lnTo>
                    <a:pt x="3820580" y="2924799"/>
                  </a:lnTo>
                  <a:lnTo>
                    <a:pt x="3820706" y="2924799"/>
                  </a:lnTo>
                  <a:lnTo>
                    <a:pt x="3824741" y="2914240"/>
                  </a:lnTo>
                  <a:lnTo>
                    <a:pt x="3825246" y="2914240"/>
                  </a:lnTo>
                  <a:lnTo>
                    <a:pt x="3825372" y="2914240"/>
                  </a:lnTo>
                  <a:lnTo>
                    <a:pt x="3825498" y="2914240"/>
                  </a:lnTo>
                  <a:lnTo>
                    <a:pt x="3825624" y="2914240"/>
                  </a:lnTo>
                  <a:lnTo>
                    <a:pt x="3825876" y="2914240"/>
                  </a:lnTo>
                  <a:lnTo>
                    <a:pt x="3826633" y="2914240"/>
                  </a:lnTo>
                  <a:lnTo>
                    <a:pt x="3826759" y="2914240"/>
                  </a:lnTo>
                  <a:lnTo>
                    <a:pt x="3826885" y="2903681"/>
                  </a:lnTo>
                  <a:lnTo>
                    <a:pt x="3827263" y="2903681"/>
                  </a:lnTo>
                  <a:lnTo>
                    <a:pt x="3827389" y="2903681"/>
                  </a:lnTo>
                  <a:lnTo>
                    <a:pt x="3827515" y="2903681"/>
                  </a:lnTo>
                  <a:lnTo>
                    <a:pt x="3827641" y="2903681"/>
                  </a:lnTo>
                  <a:lnTo>
                    <a:pt x="3827893" y="2903681"/>
                  </a:lnTo>
                  <a:lnTo>
                    <a:pt x="3828398" y="2903681"/>
                  </a:lnTo>
                  <a:lnTo>
                    <a:pt x="3828776" y="2903681"/>
                  </a:lnTo>
                  <a:lnTo>
                    <a:pt x="3828902" y="2903681"/>
                  </a:lnTo>
                  <a:lnTo>
                    <a:pt x="3829280" y="2903681"/>
                  </a:lnTo>
                  <a:lnTo>
                    <a:pt x="3829659" y="2903681"/>
                  </a:lnTo>
                  <a:lnTo>
                    <a:pt x="3830037" y="2903681"/>
                  </a:lnTo>
                  <a:lnTo>
                    <a:pt x="3830163" y="2903681"/>
                  </a:lnTo>
                  <a:lnTo>
                    <a:pt x="3830541" y="2903681"/>
                  </a:lnTo>
                  <a:lnTo>
                    <a:pt x="3830667" y="2903681"/>
                  </a:lnTo>
                  <a:lnTo>
                    <a:pt x="3830793" y="2903681"/>
                  </a:lnTo>
                  <a:lnTo>
                    <a:pt x="3830920" y="2903681"/>
                  </a:lnTo>
                  <a:lnTo>
                    <a:pt x="3831298" y="2903681"/>
                  </a:lnTo>
                  <a:lnTo>
                    <a:pt x="3831424" y="2903681"/>
                  </a:lnTo>
                  <a:lnTo>
                    <a:pt x="3831550" y="2903681"/>
                  </a:lnTo>
                  <a:lnTo>
                    <a:pt x="3831676" y="2903681"/>
                  </a:lnTo>
                  <a:lnTo>
                    <a:pt x="3831802" y="2903681"/>
                  </a:lnTo>
                  <a:lnTo>
                    <a:pt x="3832054" y="2903681"/>
                  </a:lnTo>
                  <a:lnTo>
                    <a:pt x="3832180" y="2903681"/>
                  </a:lnTo>
                  <a:lnTo>
                    <a:pt x="3832433" y="2903681"/>
                  </a:lnTo>
                  <a:lnTo>
                    <a:pt x="3832685" y="2903681"/>
                  </a:lnTo>
                  <a:lnTo>
                    <a:pt x="3832811" y="2903681"/>
                  </a:lnTo>
                  <a:lnTo>
                    <a:pt x="3833063" y="2903681"/>
                  </a:lnTo>
                  <a:lnTo>
                    <a:pt x="3833189" y="2903681"/>
                  </a:lnTo>
                  <a:lnTo>
                    <a:pt x="3833441" y="2903681"/>
                  </a:lnTo>
                  <a:lnTo>
                    <a:pt x="3833820" y="2903681"/>
                  </a:lnTo>
                  <a:lnTo>
                    <a:pt x="3834198" y="2903681"/>
                  </a:lnTo>
                  <a:lnTo>
                    <a:pt x="3834576" y="2903681"/>
                  </a:lnTo>
                  <a:lnTo>
                    <a:pt x="3834702" y="2903681"/>
                  </a:lnTo>
                  <a:lnTo>
                    <a:pt x="3834828" y="2903681"/>
                  </a:lnTo>
                  <a:lnTo>
                    <a:pt x="3835837" y="2903681"/>
                  </a:lnTo>
                  <a:lnTo>
                    <a:pt x="3836215" y="2903681"/>
                  </a:lnTo>
                  <a:lnTo>
                    <a:pt x="3836341" y="2903681"/>
                  </a:lnTo>
                  <a:lnTo>
                    <a:pt x="3837476" y="2903681"/>
                  </a:lnTo>
                  <a:lnTo>
                    <a:pt x="3837602" y="2903681"/>
                  </a:lnTo>
                  <a:lnTo>
                    <a:pt x="3837728" y="2903681"/>
                  </a:lnTo>
                  <a:lnTo>
                    <a:pt x="3838611" y="2903681"/>
                  </a:lnTo>
                  <a:lnTo>
                    <a:pt x="3838737" y="2903681"/>
                  </a:lnTo>
                  <a:lnTo>
                    <a:pt x="3838863" y="2898402"/>
                  </a:lnTo>
                  <a:lnTo>
                    <a:pt x="3838989" y="2898402"/>
                  </a:lnTo>
                  <a:lnTo>
                    <a:pt x="3839494" y="2898402"/>
                  </a:lnTo>
                  <a:lnTo>
                    <a:pt x="3839998" y="2898402"/>
                  </a:lnTo>
                  <a:lnTo>
                    <a:pt x="3840628" y="2898402"/>
                  </a:lnTo>
                  <a:lnTo>
                    <a:pt x="3841007" y="2898402"/>
                  </a:lnTo>
                  <a:lnTo>
                    <a:pt x="3841511" y="2898402"/>
                  </a:lnTo>
                  <a:lnTo>
                    <a:pt x="3842015" y="2898402"/>
                  </a:lnTo>
                  <a:lnTo>
                    <a:pt x="3842141" y="2898402"/>
                  </a:lnTo>
                  <a:lnTo>
                    <a:pt x="3842267" y="2898402"/>
                  </a:lnTo>
                  <a:lnTo>
                    <a:pt x="3842394" y="2898402"/>
                  </a:lnTo>
                  <a:lnTo>
                    <a:pt x="3842520" y="2898402"/>
                  </a:lnTo>
                  <a:lnTo>
                    <a:pt x="3842772" y="2898402"/>
                  </a:lnTo>
                  <a:lnTo>
                    <a:pt x="3843024" y="2898402"/>
                  </a:lnTo>
                  <a:lnTo>
                    <a:pt x="3843150" y="2898402"/>
                  </a:lnTo>
                  <a:lnTo>
                    <a:pt x="3843654" y="2898402"/>
                  </a:lnTo>
                  <a:lnTo>
                    <a:pt x="3844033" y="2898402"/>
                  </a:lnTo>
                  <a:lnTo>
                    <a:pt x="3844411" y="2898402"/>
                  </a:lnTo>
                  <a:lnTo>
                    <a:pt x="3844537" y="2898402"/>
                  </a:lnTo>
                  <a:lnTo>
                    <a:pt x="3844789" y="2898402"/>
                  </a:lnTo>
                  <a:lnTo>
                    <a:pt x="3845546" y="2898402"/>
                  </a:lnTo>
                  <a:lnTo>
                    <a:pt x="3845672" y="2898402"/>
                  </a:lnTo>
                  <a:lnTo>
                    <a:pt x="3845798" y="2898402"/>
                  </a:lnTo>
                  <a:lnTo>
                    <a:pt x="3846050" y="2898402"/>
                  </a:lnTo>
                  <a:lnTo>
                    <a:pt x="3846554" y="2898402"/>
                  </a:lnTo>
                  <a:lnTo>
                    <a:pt x="3846933" y="2898402"/>
                  </a:lnTo>
                  <a:lnTo>
                    <a:pt x="3847185" y="2898402"/>
                  </a:lnTo>
                  <a:lnTo>
                    <a:pt x="3847311" y="2898402"/>
                  </a:lnTo>
                  <a:lnTo>
                    <a:pt x="3847941" y="2898402"/>
                  </a:lnTo>
                  <a:lnTo>
                    <a:pt x="3848320" y="2898402"/>
                  </a:lnTo>
                  <a:lnTo>
                    <a:pt x="3848446" y="2898402"/>
                  </a:lnTo>
                  <a:lnTo>
                    <a:pt x="3848698" y="2898402"/>
                  </a:lnTo>
                  <a:lnTo>
                    <a:pt x="3848824" y="2898402"/>
                  </a:lnTo>
                  <a:lnTo>
                    <a:pt x="3848950" y="2898402"/>
                  </a:lnTo>
                  <a:lnTo>
                    <a:pt x="3849454" y="2898402"/>
                  </a:lnTo>
                  <a:lnTo>
                    <a:pt x="3849959" y="2898402"/>
                  </a:lnTo>
                  <a:lnTo>
                    <a:pt x="3850463" y="2898402"/>
                  </a:lnTo>
                  <a:lnTo>
                    <a:pt x="3850589" y="2898402"/>
                  </a:lnTo>
                  <a:lnTo>
                    <a:pt x="3850968" y="2898402"/>
                  </a:lnTo>
                  <a:lnTo>
                    <a:pt x="3851094" y="2898402"/>
                  </a:lnTo>
                  <a:lnTo>
                    <a:pt x="3851220" y="2898402"/>
                  </a:lnTo>
                  <a:lnTo>
                    <a:pt x="3851472" y="2898402"/>
                  </a:lnTo>
                  <a:lnTo>
                    <a:pt x="3851598" y="2898402"/>
                  </a:lnTo>
                  <a:lnTo>
                    <a:pt x="3851724" y="2898402"/>
                  </a:lnTo>
                  <a:lnTo>
                    <a:pt x="3852102" y="2898402"/>
                  </a:lnTo>
                  <a:lnTo>
                    <a:pt x="3852859" y="2898402"/>
                  </a:lnTo>
                  <a:lnTo>
                    <a:pt x="3852985" y="2898402"/>
                  </a:lnTo>
                  <a:lnTo>
                    <a:pt x="3853237" y="2898402"/>
                  </a:lnTo>
                  <a:lnTo>
                    <a:pt x="3853363" y="2898402"/>
                  </a:lnTo>
                  <a:lnTo>
                    <a:pt x="3853489" y="2898402"/>
                  </a:lnTo>
                  <a:lnTo>
                    <a:pt x="3853615" y="2898402"/>
                  </a:lnTo>
                  <a:lnTo>
                    <a:pt x="3853868" y="2893122"/>
                  </a:lnTo>
                  <a:lnTo>
                    <a:pt x="3854372" y="2893122"/>
                  </a:lnTo>
                  <a:lnTo>
                    <a:pt x="3855002" y="2893122"/>
                  </a:lnTo>
                  <a:lnTo>
                    <a:pt x="3855254" y="2893122"/>
                  </a:lnTo>
                  <a:lnTo>
                    <a:pt x="3855381" y="2893122"/>
                  </a:lnTo>
                  <a:lnTo>
                    <a:pt x="3855507" y="2893122"/>
                  </a:lnTo>
                  <a:lnTo>
                    <a:pt x="3855885" y="2893122"/>
                  </a:lnTo>
                  <a:lnTo>
                    <a:pt x="3856137" y="2893122"/>
                  </a:lnTo>
                  <a:lnTo>
                    <a:pt x="3856263" y="2893122"/>
                  </a:lnTo>
                  <a:lnTo>
                    <a:pt x="3856389" y="2893122"/>
                  </a:lnTo>
                  <a:lnTo>
                    <a:pt x="3856894" y="2887843"/>
                  </a:lnTo>
                  <a:lnTo>
                    <a:pt x="3857524" y="2887843"/>
                  </a:lnTo>
                  <a:lnTo>
                    <a:pt x="3857650" y="2887843"/>
                  </a:lnTo>
                  <a:lnTo>
                    <a:pt x="3857776" y="2887843"/>
                  </a:lnTo>
                  <a:lnTo>
                    <a:pt x="3857902" y="2887843"/>
                  </a:lnTo>
                  <a:lnTo>
                    <a:pt x="3858028" y="2887843"/>
                  </a:lnTo>
                  <a:lnTo>
                    <a:pt x="3858154" y="2887843"/>
                  </a:lnTo>
                  <a:lnTo>
                    <a:pt x="3858533" y="2887843"/>
                  </a:lnTo>
                  <a:lnTo>
                    <a:pt x="3858659" y="2887843"/>
                  </a:lnTo>
                  <a:lnTo>
                    <a:pt x="3858785" y="2887843"/>
                  </a:lnTo>
                  <a:lnTo>
                    <a:pt x="3859541" y="2887843"/>
                  </a:lnTo>
                  <a:lnTo>
                    <a:pt x="3859668" y="2887843"/>
                  </a:lnTo>
                  <a:lnTo>
                    <a:pt x="3859794" y="2887843"/>
                  </a:lnTo>
                  <a:lnTo>
                    <a:pt x="3860550" y="2887843"/>
                  </a:lnTo>
                  <a:lnTo>
                    <a:pt x="3860676" y="2887843"/>
                  </a:lnTo>
                  <a:lnTo>
                    <a:pt x="3860928" y="2887843"/>
                  </a:lnTo>
                  <a:lnTo>
                    <a:pt x="3861181" y="2887843"/>
                  </a:lnTo>
                  <a:lnTo>
                    <a:pt x="3862568" y="2887843"/>
                  </a:lnTo>
                  <a:lnTo>
                    <a:pt x="3862694" y="2887843"/>
                  </a:lnTo>
                  <a:lnTo>
                    <a:pt x="3862820" y="2887843"/>
                  </a:lnTo>
                  <a:lnTo>
                    <a:pt x="3862946" y="2887843"/>
                  </a:lnTo>
                  <a:lnTo>
                    <a:pt x="3863072" y="2887843"/>
                  </a:lnTo>
                  <a:lnTo>
                    <a:pt x="3864333" y="2887843"/>
                  </a:lnTo>
                  <a:lnTo>
                    <a:pt x="3864837" y="2887843"/>
                  </a:lnTo>
                  <a:lnTo>
                    <a:pt x="3865089" y="2887843"/>
                  </a:lnTo>
                  <a:lnTo>
                    <a:pt x="3865594" y="2887843"/>
                  </a:lnTo>
                  <a:lnTo>
                    <a:pt x="3865720" y="2887843"/>
                  </a:lnTo>
                  <a:lnTo>
                    <a:pt x="3865846" y="2887843"/>
                  </a:lnTo>
                  <a:lnTo>
                    <a:pt x="3866224" y="2887843"/>
                  </a:lnTo>
                  <a:lnTo>
                    <a:pt x="3866350" y="2887843"/>
                  </a:lnTo>
                  <a:lnTo>
                    <a:pt x="3866981" y="2887843"/>
                  </a:lnTo>
                  <a:lnTo>
                    <a:pt x="3867107" y="2887843"/>
                  </a:lnTo>
                  <a:lnTo>
                    <a:pt x="3867359" y="2887843"/>
                  </a:lnTo>
                  <a:lnTo>
                    <a:pt x="3867485" y="2887843"/>
                  </a:lnTo>
                  <a:lnTo>
                    <a:pt x="3867863" y="2887843"/>
                  </a:lnTo>
                  <a:lnTo>
                    <a:pt x="3868368" y="2887843"/>
                  </a:lnTo>
                  <a:lnTo>
                    <a:pt x="3868494" y="2887843"/>
                  </a:lnTo>
                  <a:lnTo>
                    <a:pt x="3868998" y="2882564"/>
                  </a:lnTo>
                  <a:lnTo>
                    <a:pt x="3869502" y="2882564"/>
                  </a:lnTo>
                  <a:lnTo>
                    <a:pt x="3870763" y="2882564"/>
                  </a:lnTo>
                  <a:lnTo>
                    <a:pt x="3871015" y="2882564"/>
                  </a:lnTo>
                  <a:lnTo>
                    <a:pt x="3871142" y="2882564"/>
                  </a:lnTo>
                  <a:lnTo>
                    <a:pt x="3871394" y="2882564"/>
                  </a:lnTo>
                  <a:lnTo>
                    <a:pt x="3871772" y="2877284"/>
                  </a:lnTo>
                  <a:lnTo>
                    <a:pt x="3873159" y="2877284"/>
                  </a:lnTo>
                  <a:lnTo>
                    <a:pt x="3873285" y="2877284"/>
                  </a:lnTo>
                  <a:lnTo>
                    <a:pt x="3873411" y="2877284"/>
                  </a:lnTo>
                  <a:lnTo>
                    <a:pt x="3873537" y="2877284"/>
                  </a:lnTo>
                  <a:lnTo>
                    <a:pt x="3873663" y="2877284"/>
                  </a:lnTo>
                  <a:lnTo>
                    <a:pt x="3873915" y="2877284"/>
                  </a:lnTo>
                  <a:lnTo>
                    <a:pt x="3874168" y="2877284"/>
                  </a:lnTo>
                  <a:lnTo>
                    <a:pt x="3874798" y="2872005"/>
                  </a:lnTo>
                  <a:lnTo>
                    <a:pt x="3874924" y="2872005"/>
                  </a:lnTo>
                  <a:lnTo>
                    <a:pt x="3875681" y="2872005"/>
                  </a:lnTo>
                  <a:lnTo>
                    <a:pt x="3875933" y="2872005"/>
                  </a:lnTo>
                  <a:lnTo>
                    <a:pt x="3876059" y="2872005"/>
                  </a:lnTo>
                  <a:lnTo>
                    <a:pt x="3876437" y="2872005"/>
                  </a:lnTo>
                  <a:lnTo>
                    <a:pt x="3876563" y="2872005"/>
                  </a:lnTo>
                  <a:lnTo>
                    <a:pt x="3876815" y="2872005"/>
                  </a:lnTo>
                  <a:lnTo>
                    <a:pt x="3877320" y="2872005"/>
                  </a:lnTo>
                  <a:lnTo>
                    <a:pt x="3877446" y="2872005"/>
                  </a:lnTo>
                  <a:lnTo>
                    <a:pt x="3877824" y="2872005"/>
                  </a:lnTo>
                  <a:lnTo>
                    <a:pt x="3877950" y="2872005"/>
                  </a:lnTo>
                  <a:lnTo>
                    <a:pt x="3878202" y="2872005"/>
                  </a:lnTo>
                  <a:lnTo>
                    <a:pt x="3878329" y="2872005"/>
                  </a:lnTo>
                  <a:lnTo>
                    <a:pt x="3878707" y="2872005"/>
                  </a:lnTo>
                  <a:lnTo>
                    <a:pt x="3878833" y="2872005"/>
                  </a:lnTo>
                  <a:lnTo>
                    <a:pt x="3879085" y="2872005"/>
                  </a:lnTo>
                  <a:lnTo>
                    <a:pt x="3879211" y="2872005"/>
                  </a:lnTo>
                  <a:lnTo>
                    <a:pt x="3879589" y="2872005"/>
                  </a:lnTo>
                  <a:lnTo>
                    <a:pt x="3879715" y="2872005"/>
                  </a:lnTo>
                  <a:lnTo>
                    <a:pt x="3880094" y="2872005"/>
                  </a:lnTo>
                  <a:lnTo>
                    <a:pt x="3880346" y="2872005"/>
                  </a:lnTo>
                  <a:lnTo>
                    <a:pt x="3880850" y="2872005"/>
                  </a:lnTo>
                  <a:lnTo>
                    <a:pt x="3880976" y="2872005"/>
                  </a:lnTo>
                  <a:lnTo>
                    <a:pt x="3881102" y="2872005"/>
                  </a:lnTo>
                  <a:lnTo>
                    <a:pt x="3881229" y="2872005"/>
                  </a:lnTo>
                  <a:lnTo>
                    <a:pt x="3881733" y="2866725"/>
                  </a:lnTo>
                  <a:lnTo>
                    <a:pt x="3881985" y="2856166"/>
                  </a:lnTo>
                  <a:lnTo>
                    <a:pt x="3882237" y="2856166"/>
                  </a:lnTo>
                  <a:lnTo>
                    <a:pt x="3882615" y="2856166"/>
                  </a:lnTo>
                  <a:lnTo>
                    <a:pt x="3882742" y="2856166"/>
                  </a:lnTo>
                  <a:lnTo>
                    <a:pt x="3883498" y="2856166"/>
                  </a:lnTo>
                  <a:lnTo>
                    <a:pt x="3883750" y="2856166"/>
                  </a:lnTo>
                  <a:lnTo>
                    <a:pt x="3884129" y="2856166"/>
                  </a:lnTo>
                  <a:lnTo>
                    <a:pt x="3884255" y="2856166"/>
                  </a:lnTo>
                  <a:lnTo>
                    <a:pt x="3885011" y="2850887"/>
                  </a:lnTo>
                  <a:lnTo>
                    <a:pt x="3885389" y="2850887"/>
                  </a:lnTo>
                  <a:lnTo>
                    <a:pt x="3886146" y="2850887"/>
                  </a:lnTo>
                  <a:lnTo>
                    <a:pt x="3886524" y="2850887"/>
                  </a:lnTo>
                  <a:lnTo>
                    <a:pt x="3886650" y="2850887"/>
                  </a:lnTo>
                  <a:lnTo>
                    <a:pt x="3886902" y="2850887"/>
                  </a:lnTo>
                  <a:lnTo>
                    <a:pt x="3887659" y="2850887"/>
                  </a:lnTo>
                  <a:lnTo>
                    <a:pt x="3888416" y="2850887"/>
                  </a:lnTo>
                  <a:lnTo>
                    <a:pt x="3888668" y="2850887"/>
                  </a:lnTo>
                  <a:lnTo>
                    <a:pt x="3888794" y="2850887"/>
                  </a:lnTo>
                  <a:lnTo>
                    <a:pt x="3888920" y="2850887"/>
                  </a:lnTo>
                  <a:lnTo>
                    <a:pt x="3889172" y="2845608"/>
                  </a:lnTo>
                  <a:lnTo>
                    <a:pt x="3889676" y="2845608"/>
                  </a:lnTo>
                  <a:lnTo>
                    <a:pt x="3890181" y="2845608"/>
                  </a:lnTo>
                  <a:lnTo>
                    <a:pt x="3890307" y="2845608"/>
                  </a:lnTo>
                  <a:lnTo>
                    <a:pt x="3890433" y="2845608"/>
                  </a:lnTo>
                  <a:lnTo>
                    <a:pt x="3890685" y="2845608"/>
                  </a:lnTo>
                  <a:lnTo>
                    <a:pt x="3892198" y="2845608"/>
                  </a:lnTo>
                  <a:lnTo>
                    <a:pt x="3892324" y="2845608"/>
                  </a:lnTo>
                  <a:lnTo>
                    <a:pt x="3892703" y="2845608"/>
                  </a:lnTo>
                  <a:lnTo>
                    <a:pt x="3892829" y="2845608"/>
                  </a:lnTo>
                  <a:lnTo>
                    <a:pt x="3893081" y="2845608"/>
                  </a:lnTo>
                  <a:lnTo>
                    <a:pt x="3893207" y="2845608"/>
                  </a:lnTo>
                  <a:lnTo>
                    <a:pt x="3893333" y="2845608"/>
                  </a:lnTo>
                  <a:lnTo>
                    <a:pt x="3893459" y="2840328"/>
                  </a:lnTo>
                  <a:lnTo>
                    <a:pt x="3893585" y="2840328"/>
                  </a:lnTo>
                  <a:lnTo>
                    <a:pt x="3893837" y="2840328"/>
                  </a:lnTo>
                  <a:lnTo>
                    <a:pt x="3894216" y="2840328"/>
                  </a:lnTo>
                  <a:lnTo>
                    <a:pt x="3894342" y="2840328"/>
                  </a:lnTo>
                  <a:lnTo>
                    <a:pt x="3894468" y="2840328"/>
                  </a:lnTo>
                  <a:lnTo>
                    <a:pt x="3894594" y="2840328"/>
                  </a:lnTo>
                  <a:lnTo>
                    <a:pt x="3894972" y="2840328"/>
                  </a:lnTo>
                  <a:lnTo>
                    <a:pt x="3895855" y="2840328"/>
                  </a:lnTo>
                  <a:lnTo>
                    <a:pt x="3895981" y="2840328"/>
                  </a:lnTo>
                  <a:lnTo>
                    <a:pt x="3896233" y="2840328"/>
                  </a:lnTo>
                  <a:lnTo>
                    <a:pt x="3896485" y="2840328"/>
                  </a:lnTo>
                  <a:lnTo>
                    <a:pt x="3896863" y="2835049"/>
                  </a:lnTo>
                  <a:lnTo>
                    <a:pt x="3896989" y="2835049"/>
                  </a:lnTo>
                  <a:lnTo>
                    <a:pt x="3897116" y="2835049"/>
                  </a:lnTo>
                  <a:lnTo>
                    <a:pt x="3897368" y="2829769"/>
                  </a:lnTo>
                  <a:lnTo>
                    <a:pt x="3897620" y="2829769"/>
                  </a:lnTo>
                  <a:lnTo>
                    <a:pt x="3898250" y="2829769"/>
                  </a:lnTo>
                  <a:lnTo>
                    <a:pt x="3899007" y="2829769"/>
                  </a:lnTo>
                  <a:lnTo>
                    <a:pt x="3899133" y="2829769"/>
                  </a:lnTo>
                  <a:lnTo>
                    <a:pt x="3899259" y="2829769"/>
                  </a:lnTo>
                  <a:lnTo>
                    <a:pt x="3899637" y="2829769"/>
                  </a:lnTo>
                  <a:lnTo>
                    <a:pt x="3899763" y="2829769"/>
                  </a:lnTo>
                  <a:lnTo>
                    <a:pt x="3900016" y="2829769"/>
                  </a:lnTo>
                  <a:lnTo>
                    <a:pt x="3900142" y="2829769"/>
                  </a:lnTo>
                  <a:lnTo>
                    <a:pt x="3900268" y="2829769"/>
                  </a:lnTo>
                  <a:lnTo>
                    <a:pt x="3900898" y="2829769"/>
                  </a:lnTo>
                  <a:lnTo>
                    <a:pt x="3901276" y="2829769"/>
                  </a:lnTo>
                  <a:lnTo>
                    <a:pt x="3902411" y="2829769"/>
                  </a:lnTo>
                  <a:lnTo>
                    <a:pt x="3902537" y="2829769"/>
                  </a:lnTo>
                  <a:lnTo>
                    <a:pt x="3902663" y="2829769"/>
                  </a:lnTo>
                  <a:lnTo>
                    <a:pt x="3902790" y="2829769"/>
                  </a:lnTo>
                  <a:lnTo>
                    <a:pt x="3902916" y="2829769"/>
                  </a:lnTo>
                  <a:lnTo>
                    <a:pt x="3903168" y="2829769"/>
                  </a:lnTo>
                  <a:lnTo>
                    <a:pt x="3903420" y="2829769"/>
                  </a:lnTo>
                  <a:lnTo>
                    <a:pt x="3903924" y="2829769"/>
                  </a:lnTo>
                  <a:lnTo>
                    <a:pt x="3904050" y="2829769"/>
                  </a:lnTo>
                  <a:lnTo>
                    <a:pt x="3904176" y="2829769"/>
                  </a:lnTo>
                  <a:lnTo>
                    <a:pt x="3904555" y="2829769"/>
                  </a:lnTo>
                  <a:lnTo>
                    <a:pt x="3904681" y="2829769"/>
                  </a:lnTo>
                  <a:lnTo>
                    <a:pt x="3904807" y="2829769"/>
                  </a:lnTo>
                  <a:lnTo>
                    <a:pt x="3904933" y="2829769"/>
                  </a:lnTo>
                  <a:lnTo>
                    <a:pt x="3905059" y="2829769"/>
                  </a:lnTo>
                  <a:lnTo>
                    <a:pt x="3905311" y="2829769"/>
                  </a:lnTo>
                  <a:lnTo>
                    <a:pt x="3905437" y="2829769"/>
                  </a:lnTo>
                  <a:lnTo>
                    <a:pt x="3905563" y="2829769"/>
                  </a:lnTo>
                  <a:lnTo>
                    <a:pt x="3905816" y="2829769"/>
                  </a:lnTo>
                  <a:lnTo>
                    <a:pt x="3906194" y="2829769"/>
                  </a:lnTo>
                  <a:lnTo>
                    <a:pt x="3906320" y="2829769"/>
                  </a:lnTo>
                  <a:lnTo>
                    <a:pt x="3906950" y="2829769"/>
                  </a:lnTo>
                  <a:lnTo>
                    <a:pt x="3907455" y="2829769"/>
                  </a:lnTo>
                  <a:lnTo>
                    <a:pt x="3907581" y="2829769"/>
                  </a:lnTo>
                  <a:lnTo>
                    <a:pt x="3907707" y="2829769"/>
                  </a:lnTo>
                  <a:lnTo>
                    <a:pt x="3908085" y="2824490"/>
                  </a:lnTo>
                  <a:lnTo>
                    <a:pt x="3909220" y="2824490"/>
                  </a:lnTo>
                  <a:lnTo>
                    <a:pt x="3909724" y="2824490"/>
                  </a:lnTo>
                  <a:lnTo>
                    <a:pt x="3910355" y="2824490"/>
                  </a:lnTo>
                  <a:lnTo>
                    <a:pt x="3910607" y="2824490"/>
                  </a:lnTo>
                  <a:lnTo>
                    <a:pt x="3911111" y="2824490"/>
                  </a:lnTo>
                  <a:lnTo>
                    <a:pt x="3911363" y="2824490"/>
                  </a:lnTo>
                  <a:lnTo>
                    <a:pt x="3911868" y="2824490"/>
                  </a:lnTo>
                  <a:lnTo>
                    <a:pt x="3912120" y="2824490"/>
                  </a:lnTo>
                  <a:lnTo>
                    <a:pt x="3912246" y="2824490"/>
                  </a:lnTo>
                  <a:lnTo>
                    <a:pt x="3912498" y="2824490"/>
                  </a:lnTo>
                  <a:lnTo>
                    <a:pt x="3912750" y="2824490"/>
                  </a:lnTo>
                  <a:lnTo>
                    <a:pt x="3913003" y="2819210"/>
                  </a:lnTo>
                  <a:lnTo>
                    <a:pt x="3913129" y="2819210"/>
                  </a:lnTo>
                  <a:lnTo>
                    <a:pt x="3914894" y="2819210"/>
                  </a:lnTo>
                  <a:lnTo>
                    <a:pt x="3915272" y="2819210"/>
                  </a:lnTo>
                  <a:lnTo>
                    <a:pt x="3915398" y="2819210"/>
                  </a:lnTo>
                  <a:lnTo>
                    <a:pt x="3915650" y="2819210"/>
                  </a:lnTo>
                  <a:lnTo>
                    <a:pt x="3915903" y="2819210"/>
                  </a:lnTo>
                  <a:lnTo>
                    <a:pt x="3916029" y="2819210"/>
                  </a:lnTo>
                  <a:lnTo>
                    <a:pt x="3916155" y="2819210"/>
                  </a:lnTo>
                  <a:lnTo>
                    <a:pt x="3916911" y="2819210"/>
                  </a:lnTo>
                  <a:lnTo>
                    <a:pt x="3917164" y="2819210"/>
                  </a:lnTo>
                  <a:lnTo>
                    <a:pt x="3917290" y="2819210"/>
                  </a:lnTo>
                  <a:lnTo>
                    <a:pt x="3917416" y="2819210"/>
                  </a:lnTo>
                  <a:lnTo>
                    <a:pt x="3917794" y="2819210"/>
                  </a:lnTo>
                  <a:lnTo>
                    <a:pt x="3918046" y="2819210"/>
                  </a:lnTo>
                  <a:lnTo>
                    <a:pt x="3918172" y="2819210"/>
                  </a:lnTo>
                  <a:lnTo>
                    <a:pt x="3918424" y="2819210"/>
                  </a:lnTo>
                  <a:lnTo>
                    <a:pt x="3918550" y="2819210"/>
                  </a:lnTo>
                  <a:lnTo>
                    <a:pt x="3919181" y="2819210"/>
                  </a:lnTo>
                  <a:lnTo>
                    <a:pt x="3919307" y="2819210"/>
                  </a:lnTo>
                  <a:lnTo>
                    <a:pt x="3920316" y="2819210"/>
                  </a:lnTo>
                  <a:lnTo>
                    <a:pt x="3920442" y="2819210"/>
                  </a:lnTo>
                  <a:lnTo>
                    <a:pt x="3920568" y="2819210"/>
                  </a:lnTo>
                  <a:lnTo>
                    <a:pt x="3920820" y="2819210"/>
                  </a:lnTo>
                  <a:lnTo>
                    <a:pt x="3921072" y="2819210"/>
                  </a:lnTo>
                  <a:lnTo>
                    <a:pt x="3921198" y="2819210"/>
                  </a:lnTo>
                  <a:lnTo>
                    <a:pt x="3921450" y="2819210"/>
                  </a:lnTo>
                  <a:lnTo>
                    <a:pt x="3922081" y="2819210"/>
                  </a:lnTo>
                  <a:lnTo>
                    <a:pt x="3922207" y="2819210"/>
                  </a:lnTo>
                  <a:lnTo>
                    <a:pt x="3922459" y="2819210"/>
                  </a:lnTo>
                  <a:lnTo>
                    <a:pt x="3922711" y="2819210"/>
                  </a:lnTo>
                  <a:lnTo>
                    <a:pt x="3923216" y="2819210"/>
                  </a:lnTo>
                  <a:lnTo>
                    <a:pt x="3923720" y="2819210"/>
                  </a:lnTo>
                  <a:lnTo>
                    <a:pt x="3923972" y="2819210"/>
                  </a:lnTo>
                  <a:lnTo>
                    <a:pt x="3924350" y="2819210"/>
                  </a:lnTo>
                  <a:lnTo>
                    <a:pt x="3924981" y="2819210"/>
                  </a:lnTo>
                  <a:lnTo>
                    <a:pt x="3925359" y="2819210"/>
                  </a:lnTo>
                  <a:lnTo>
                    <a:pt x="3925990" y="2819210"/>
                  </a:lnTo>
                  <a:lnTo>
                    <a:pt x="3926116" y="2819210"/>
                  </a:lnTo>
                  <a:lnTo>
                    <a:pt x="3926368" y="2819210"/>
                  </a:lnTo>
                  <a:lnTo>
                    <a:pt x="3926872" y="2819210"/>
                  </a:lnTo>
                  <a:lnTo>
                    <a:pt x="3927251" y="2819210"/>
                  </a:lnTo>
                  <a:lnTo>
                    <a:pt x="3928133" y="2819210"/>
                  </a:lnTo>
                  <a:lnTo>
                    <a:pt x="3928385" y="2819210"/>
                  </a:lnTo>
                  <a:lnTo>
                    <a:pt x="3929142" y="2819210"/>
                  </a:lnTo>
                  <a:lnTo>
                    <a:pt x="3929394" y="2819210"/>
                  </a:lnTo>
                  <a:lnTo>
                    <a:pt x="3929646" y="2819210"/>
                  </a:lnTo>
                  <a:lnTo>
                    <a:pt x="3929898" y="2819210"/>
                  </a:lnTo>
                  <a:lnTo>
                    <a:pt x="3930529" y="2819210"/>
                  </a:lnTo>
                  <a:lnTo>
                    <a:pt x="3930781" y="2819210"/>
                  </a:lnTo>
                  <a:lnTo>
                    <a:pt x="3931285" y="2819210"/>
                  </a:lnTo>
                  <a:lnTo>
                    <a:pt x="3932168" y="2819210"/>
                  </a:lnTo>
                  <a:lnTo>
                    <a:pt x="3932672" y="2819210"/>
                  </a:lnTo>
                  <a:lnTo>
                    <a:pt x="3932798" y="2819210"/>
                  </a:lnTo>
                  <a:lnTo>
                    <a:pt x="3933303" y="2819210"/>
                  </a:lnTo>
                  <a:lnTo>
                    <a:pt x="3933429" y="2819210"/>
                  </a:lnTo>
                  <a:lnTo>
                    <a:pt x="3933555" y="2819210"/>
                  </a:lnTo>
                  <a:lnTo>
                    <a:pt x="3933807" y="2819210"/>
                  </a:lnTo>
                  <a:lnTo>
                    <a:pt x="3934185" y="2819210"/>
                  </a:lnTo>
                  <a:lnTo>
                    <a:pt x="3935446" y="2819210"/>
                  </a:lnTo>
                  <a:lnTo>
                    <a:pt x="3935698" y="2819210"/>
                  </a:lnTo>
                  <a:lnTo>
                    <a:pt x="3935951" y="2819210"/>
                  </a:lnTo>
                  <a:lnTo>
                    <a:pt x="3936077" y="2819210"/>
                  </a:lnTo>
                  <a:lnTo>
                    <a:pt x="3936707" y="2819210"/>
                  </a:lnTo>
                  <a:lnTo>
                    <a:pt x="3936833" y="2819210"/>
                  </a:lnTo>
                  <a:lnTo>
                    <a:pt x="3936959" y="2819210"/>
                  </a:lnTo>
                  <a:lnTo>
                    <a:pt x="3937085" y="2819210"/>
                  </a:lnTo>
                  <a:lnTo>
                    <a:pt x="3937968" y="2819210"/>
                  </a:lnTo>
                  <a:lnTo>
                    <a:pt x="3938094" y="2819210"/>
                  </a:lnTo>
                  <a:lnTo>
                    <a:pt x="3938346" y="2819210"/>
                  </a:lnTo>
                  <a:lnTo>
                    <a:pt x="3938977" y="2819210"/>
                  </a:lnTo>
                  <a:lnTo>
                    <a:pt x="3939103" y="2819210"/>
                  </a:lnTo>
                  <a:lnTo>
                    <a:pt x="3939607" y="2813931"/>
                  </a:lnTo>
                  <a:lnTo>
                    <a:pt x="3939985" y="2813931"/>
                  </a:lnTo>
                  <a:lnTo>
                    <a:pt x="3940111" y="2813931"/>
                  </a:lnTo>
                  <a:lnTo>
                    <a:pt x="3940238" y="2813931"/>
                  </a:lnTo>
                  <a:lnTo>
                    <a:pt x="3940364" y="2813931"/>
                  </a:lnTo>
                  <a:lnTo>
                    <a:pt x="3940868" y="2813931"/>
                  </a:lnTo>
                  <a:lnTo>
                    <a:pt x="3941120" y="2813931"/>
                  </a:lnTo>
                  <a:lnTo>
                    <a:pt x="3941498" y="2813931"/>
                  </a:lnTo>
                  <a:lnTo>
                    <a:pt x="3941877" y="2813931"/>
                  </a:lnTo>
                  <a:lnTo>
                    <a:pt x="3942003" y="2813931"/>
                  </a:lnTo>
                  <a:lnTo>
                    <a:pt x="3942255" y="2813931"/>
                  </a:lnTo>
                  <a:lnTo>
                    <a:pt x="3942507" y="2813931"/>
                  </a:lnTo>
                  <a:lnTo>
                    <a:pt x="3942633" y="2813931"/>
                  </a:lnTo>
                  <a:lnTo>
                    <a:pt x="3942885" y="2813931"/>
                  </a:lnTo>
                  <a:lnTo>
                    <a:pt x="3943011" y="2813931"/>
                  </a:lnTo>
                  <a:lnTo>
                    <a:pt x="3943138" y="2813931"/>
                  </a:lnTo>
                  <a:lnTo>
                    <a:pt x="3943264" y="2813931"/>
                  </a:lnTo>
                  <a:lnTo>
                    <a:pt x="3945407" y="2813931"/>
                  </a:lnTo>
                  <a:lnTo>
                    <a:pt x="3945911" y="2813931"/>
                  </a:lnTo>
                  <a:lnTo>
                    <a:pt x="3946038" y="2813931"/>
                  </a:lnTo>
                  <a:lnTo>
                    <a:pt x="3946290" y="2813931"/>
                  </a:lnTo>
                  <a:lnTo>
                    <a:pt x="3946542" y="2813931"/>
                  </a:lnTo>
                  <a:lnTo>
                    <a:pt x="3946668" y="2813931"/>
                  </a:lnTo>
                  <a:lnTo>
                    <a:pt x="3947425" y="2813931"/>
                  </a:lnTo>
                  <a:lnTo>
                    <a:pt x="3947551" y="2813931"/>
                  </a:lnTo>
                  <a:lnTo>
                    <a:pt x="3947677" y="2813931"/>
                  </a:lnTo>
                  <a:lnTo>
                    <a:pt x="3948055" y="2813931"/>
                  </a:lnTo>
                  <a:lnTo>
                    <a:pt x="3948433" y="2813931"/>
                  </a:lnTo>
                  <a:lnTo>
                    <a:pt x="3948559" y="2813931"/>
                  </a:lnTo>
                  <a:lnTo>
                    <a:pt x="3948685" y="2813931"/>
                  </a:lnTo>
                  <a:lnTo>
                    <a:pt x="3949442" y="2813931"/>
                  </a:lnTo>
                  <a:lnTo>
                    <a:pt x="3949568" y="2813931"/>
                  </a:lnTo>
                  <a:lnTo>
                    <a:pt x="3949694" y="2813931"/>
                  </a:lnTo>
                  <a:lnTo>
                    <a:pt x="3949820" y="2813931"/>
                  </a:lnTo>
                  <a:lnTo>
                    <a:pt x="3950451" y="2813931"/>
                  </a:lnTo>
                  <a:lnTo>
                    <a:pt x="3950577" y="2813931"/>
                  </a:lnTo>
                  <a:lnTo>
                    <a:pt x="3950703" y="2813931"/>
                  </a:lnTo>
                  <a:lnTo>
                    <a:pt x="3951081" y="2813931"/>
                  </a:lnTo>
                  <a:lnTo>
                    <a:pt x="3951207" y="2813931"/>
                  </a:lnTo>
                  <a:lnTo>
                    <a:pt x="3951333" y="2813931"/>
                  </a:lnTo>
                  <a:lnTo>
                    <a:pt x="3951585" y="2813931"/>
                  </a:lnTo>
                  <a:lnTo>
                    <a:pt x="3951838" y="2813931"/>
                  </a:lnTo>
                  <a:lnTo>
                    <a:pt x="3952090" y="2813931"/>
                  </a:lnTo>
                  <a:lnTo>
                    <a:pt x="3952342" y="2813931"/>
                  </a:lnTo>
                  <a:lnTo>
                    <a:pt x="3952594" y="2813931"/>
                  </a:lnTo>
                  <a:lnTo>
                    <a:pt x="3952846" y="2813931"/>
                  </a:lnTo>
                  <a:lnTo>
                    <a:pt x="3952972" y="2813931"/>
                  </a:lnTo>
                  <a:lnTo>
                    <a:pt x="3953098" y="2813931"/>
                  </a:lnTo>
                  <a:lnTo>
                    <a:pt x="3953351" y="2813931"/>
                  </a:lnTo>
                  <a:lnTo>
                    <a:pt x="3954485" y="2813931"/>
                  </a:lnTo>
                  <a:lnTo>
                    <a:pt x="3954612" y="2813931"/>
                  </a:lnTo>
                  <a:lnTo>
                    <a:pt x="3954864" y="2813931"/>
                  </a:lnTo>
                  <a:lnTo>
                    <a:pt x="3954990" y="2813931"/>
                  </a:lnTo>
                  <a:lnTo>
                    <a:pt x="3955116" y="2813931"/>
                  </a:lnTo>
                  <a:lnTo>
                    <a:pt x="3955242" y="2813931"/>
                  </a:lnTo>
                  <a:lnTo>
                    <a:pt x="3955368" y="2813931"/>
                  </a:lnTo>
                  <a:lnTo>
                    <a:pt x="3955494" y="2813931"/>
                  </a:lnTo>
                  <a:lnTo>
                    <a:pt x="3955998" y="2813931"/>
                  </a:lnTo>
                  <a:lnTo>
                    <a:pt x="3956125" y="2813931"/>
                  </a:lnTo>
                  <a:lnTo>
                    <a:pt x="3956251" y="2813931"/>
                  </a:lnTo>
                  <a:lnTo>
                    <a:pt x="3956377" y="2813931"/>
                  </a:lnTo>
                  <a:lnTo>
                    <a:pt x="3956629" y="2813931"/>
                  </a:lnTo>
                  <a:lnTo>
                    <a:pt x="3957259" y="2808652"/>
                  </a:lnTo>
                  <a:lnTo>
                    <a:pt x="3957512" y="2808652"/>
                  </a:lnTo>
                  <a:lnTo>
                    <a:pt x="3957764" y="2808652"/>
                  </a:lnTo>
                  <a:lnTo>
                    <a:pt x="3958016" y="2808652"/>
                  </a:lnTo>
                  <a:lnTo>
                    <a:pt x="3958142" y="2808652"/>
                  </a:lnTo>
                  <a:lnTo>
                    <a:pt x="3958268" y="2808652"/>
                  </a:lnTo>
                  <a:lnTo>
                    <a:pt x="3958394" y="2808652"/>
                  </a:lnTo>
                  <a:lnTo>
                    <a:pt x="3958520" y="2808652"/>
                  </a:lnTo>
                  <a:lnTo>
                    <a:pt x="3958520" y="2803372"/>
                  </a:lnTo>
                  <a:lnTo>
                    <a:pt x="3958646" y="2803372"/>
                  </a:lnTo>
                  <a:lnTo>
                    <a:pt x="3959025" y="2803372"/>
                  </a:lnTo>
                  <a:lnTo>
                    <a:pt x="3959529" y="2803372"/>
                  </a:lnTo>
                  <a:lnTo>
                    <a:pt x="3959655" y="2803372"/>
                  </a:lnTo>
                  <a:lnTo>
                    <a:pt x="3959781" y="2803372"/>
                  </a:lnTo>
                  <a:lnTo>
                    <a:pt x="3959907" y="2803372"/>
                  </a:lnTo>
                  <a:lnTo>
                    <a:pt x="3960538" y="2803372"/>
                  </a:lnTo>
                  <a:lnTo>
                    <a:pt x="3961042" y="2803372"/>
                  </a:lnTo>
                  <a:lnTo>
                    <a:pt x="3961672" y="2803372"/>
                  </a:lnTo>
                  <a:lnTo>
                    <a:pt x="3961799" y="2803372"/>
                  </a:lnTo>
                  <a:lnTo>
                    <a:pt x="3962555" y="2798093"/>
                  </a:lnTo>
                  <a:lnTo>
                    <a:pt x="3962933" y="2798093"/>
                  </a:lnTo>
                  <a:lnTo>
                    <a:pt x="3963059" y="2798093"/>
                  </a:lnTo>
                  <a:lnTo>
                    <a:pt x="3963312" y="2798093"/>
                  </a:lnTo>
                  <a:lnTo>
                    <a:pt x="3963564" y="2798093"/>
                  </a:lnTo>
                  <a:lnTo>
                    <a:pt x="3963942" y="2798093"/>
                  </a:lnTo>
                  <a:lnTo>
                    <a:pt x="3964446" y="2798093"/>
                  </a:lnTo>
                  <a:lnTo>
                    <a:pt x="3964951" y="2798093"/>
                  </a:lnTo>
                  <a:lnTo>
                    <a:pt x="3965077" y="2798093"/>
                  </a:lnTo>
                  <a:lnTo>
                    <a:pt x="3965329" y="2798093"/>
                  </a:lnTo>
                  <a:lnTo>
                    <a:pt x="3965455" y="2798093"/>
                  </a:lnTo>
                  <a:lnTo>
                    <a:pt x="3965707" y="2798093"/>
                  </a:lnTo>
                  <a:lnTo>
                    <a:pt x="3965833" y="2798093"/>
                  </a:lnTo>
                  <a:lnTo>
                    <a:pt x="3966338" y="2798093"/>
                  </a:lnTo>
                  <a:lnTo>
                    <a:pt x="3967094" y="2798093"/>
                  </a:lnTo>
                  <a:lnTo>
                    <a:pt x="3967472" y="2798093"/>
                  </a:lnTo>
                  <a:lnTo>
                    <a:pt x="3968103" y="2798093"/>
                  </a:lnTo>
                  <a:lnTo>
                    <a:pt x="3968355" y="2798093"/>
                  </a:lnTo>
                  <a:lnTo>
                    <a:pt x="3968481" y="2798093"/>
                  </a:lnTo>
                  <a:lnTo>
                    <a:pt x="3969364" y="2798093"/>
                  </a:lnTo>
                  <a:lnTo>
                    <a:pt x="3969616" y="2798093"/>
                  </a:lnTo>
                  <a:lnTo>
                    <a:pt x="3970246" y="2792813"/>
                  </a:lnTo>
                  <a:lnTo>
                    <a:pt x="3970372" y="2792813"/>
                  </a:lnTo>
                  <a:lnTo>
                    <a:pt x="3970751" y="2792813"/>
                  </a:lnTo>
                  <a:lnTo>
                    <a:pt x="3971255" y="2792813"/>
                  </a:lnTo>
                  <a:lnTo>
                    <a:pt x="3971381" y="2792813"/>
                  </a:lnTo>
                  <a:lnTo>
                    <a:pt x="3971759" y="2792813"/>
                  </a:lnTo>
                  <a:lnTo>
                    <a:pt x="3971886" y="2792813"/>
                  </a:lnTo>
                  <a:lnTo>
                    <a:pt x="3972264" y="2792813"/>
                  </a:lnTo>
                  <a:lnTo>
                    <a:pt x="3972642" y="2792813"/>
                  </a:lnTo>
                  <a:lnTo>
                    <a:pt x="3973020" y="2792813"/>
                  </a:lnTo>
                  <a:lnTo>
                    <a:pt x="3973146" y="2792813"/>
                  </a:lnTo>
                  <a:lnTo>
                    <a:pt x="3973399" y="2792813"/>
                  </a:lnTo>
                  <a:lnTo>
                    <a:pt x="3973777" y="2792813"/>
                  </a:lnTo>
                  <a:lnTo>
                    <a:pt x="3974029" y="2792813"/>
                  </a:lnTo>
                  <a:lnTo>
                    <a:pt x="3975416" y="2792813"/>
                  </a:lnTo>
                  <a:lnTo>
                    <a:pt x="3975668" y="2792813"/>
                  </a:lnTo>
                  <a:lnTo>
                    <a:pt x="3976299" y="2792813"/>
                  </a:lnTo>
                  <a:lnTo>
                    <a:pt x="3976425" y="2792813"/>
                  </a:lnTo>
                  <a:lnTo>
                    <a:pt x="3977307" y="2792813"/>
                  </a:lnTo>
                  <a:lnTo>
                    <a:pt x="3977812" y="2792813"/>
                  </a:lnTo>
                  <a:lnTo>
                    <a:pt x="3978442" y="2792813"/>
                  </a:lnTo>
                  <a:lnTo>
                    <a:pt x="3978568" y="2792813"/>
                  </a:lnTo>
                  <a:lnTo>
                    <a:pt x="3979451" y="2792813"/>
                  </a:lnTo>
                  <a:lnTo>
                    <a:pt x="3979577" y="2792813"/>
                  </a:lnTo>
                  <a:lnTo>
                    <a:pt x="3979703" y="2792813"/>
                  </a:lnTo>
                  <a:lnTo>
                    <a:pt x="3979829" y="2792813"/>
                  </a:lnTo>
                  <a:lnTo>
                    <a:pt x="3979955" y="2792813"/>
                  </a:lnTo>
                  <a:lnTo>
                    <a:pt x="3980333" y="2792813"/>
                  </a:lnTo>
                  <a:lnTo>
                    <a:pt x="3980459" y="2792813"/>
                  </a:lnTo>
                  <a:lnTo>
                    <a:pt x="3980586" y="2792813"/>
                  </a:lnTo>
                  <a:lnTo>
                    <a:pt x="3980964" y="2792813"/>
                  </a:lnTo>
                  <a:lnTo>
                    <a:pt x="3981468" y="2792813"/>
                  </a:lnTo>
                  <a:lnTo>
                    <a:pt x="3981594" y="2792813"/>
                  </a:lnTo>
                  <a:lnTo>
                    <a:pt x="3982225" y="2792813"/>
                  </a:lnTo>
                  <a:lnTo>
                    <a:pt x="3982351" y="2792813"/>
                  </a:lnTo>
                  <a:lnTo>
                    <a:pt x="3982603" y="2792813"/>
                  </a:lnTo>
                  <a:lnTo>
                    <a:pt x="3983233" y="2792813"/>
                  </a:lnTo>
                  <a:lnTo>
                    <a:pt x="3983738" y="2792813"/>
                  </a:lnTo>
                  <a:lnTo>
                    <a:pt x="3983864" y="2792813"/>
                  </a:lnTo>
                  <a:lnTo>
                    <a:pt x="3983990" y="2792813"/>
                  </a:lnTo>
                  <a:lnTo>
                    <a:pt x="3984494" y="2792813"/>
                  </a:lnTo>
                  <a:lnTo>
                    <a:pt x="3984620" y="2792813"/>
                  </a:lnTo>
                  <a:lnTo>
                    <a:pt x="3984746" y="2792813"/>
                  </a:lnTo>
                  <a:lnTo>
                    <a:pt x="3984873" y="2792813"/>
                  </a:lnTo>
                  <a:lnTo>
                    <a:pt x="3985251" y="2792813"/>
                  </a:lnTo>
                  <a:lnTo>
                    <a:pt x="3985377" y="2792813"/>
                  </a:lnTo>
                  <a:lnTo>
                    <a:pt x="3985503" y="2792813"/>
                  </a:lnTo>
                  <a:lnTo>
                    <a:pt x="3986260" y="2792813"/>
                  </a:lnTo>
                  <a:lnTo>
                    <a:pt x="3986386" y="2792813"/>
                  </a:lnTo>
                  <a:lnTo>
                    <a:pt x="3986512" y="2792813"/>
                  </a:lnTo>
                  <a:lnTo>
                    <a:pt x="3986638" y="2792813"/>
                  </a:lnTo>
                  <a:lnTo>
                    <a:pt x="3986764" y="2792813"/>
                  </a:lnTo>
                  <a:lnTo>
                    <a:pt x="3987016" y="2792813"/>
                  </a:lnTo>
                  <a:lnTo>
                    <a:pt x="3987394" y="2792813"/>
                  </a:lnTo>
                  <a:lnTo>
                    <a:pt x="3991681" y="2782255"/>
                  </a:lnTo>
                  <a:lnTo>
                    <a:pt x="3992186" y="2782255"/>
                  </a:lnTo>
                  <a:lnTo>
                    <a:pt x="3992438" y="2782255"/>
                  </a:lnTo>
                  <a:lnTo>
                    <a:pt x="3992690" y="2782255"/>
                  </a:lnTo>
                  <a:lnTo>
                    <a:pt x="3992816" y="2782255"/>
                  </a:lnTo>
                  <a:lnTo>
                    <a:pt x="3992942" y="2782255"/>
                  </a:lnTo>
                  <a:lnTo>
                    <a:pt x="3993194" y="2782255"/>
                  </a:lnTo>
                  <a:lnTo>
                    <a:pt x="3993320" y="2782255"/>
                  </a:lnTo>
                  <a:lnTo>
                    <a:pt x="3993447" y="2782255"/>
                  </a:lnTo>
                  <a:lnTo>
                    <a:pt x="3993573" y="2782255"/>
                  </a:lnTo>
                  <a:lnTo>
                    <a:pt x="3993699" y="2782255"/>
                  </a:lnTo>
                  <a:lnTo>
                    <a:pt x="3994077" y="2782255"/>
                  </a:lnTo>
                  <a:lnTo>
                    <a:pt x="3994329" y="2782255"/>
                  </a:lnTo>
                  <a:lnTo>
                    <a:pt x="3994581" y="2782255"/>
                  </a:lnTo>
                  <a:lnTo>
                    <a:pt x="3994833" y="2782255"/>
                  </a:lnTo>
                  <a:lnTo>
                    <a:pt x="3995338" y="2782255"/>
                  </a:lnTo>
                  <a:lnTo>
                    <a:pt x="3995842" y="2782255"/>
                  </a:lnTo>
                  <a:lnTo>
                    <a:pt x="3995968" y="2782255"/>
                  </a:lnTo>
                  <a:lnTo>
                    <a:pt x="3996094" y="2782255"/>
                  </a:lnTo>
                  <a:lnTo>
                    <a:pt x="3996220" y="2782255"/>
                  </a:lnTo>
                  <a:lnTo>
                    <a:pt x="3996347" y="2782255"/>
                  </a:lnTo>
                  <a:lnTo>
                    <a:pt x="3996599" y="2782255"/>
                  </a:lnTo>
                  <a:lnTo>
                    <a:pt x="3996851" y="2782255"/>
                  </a:lnTo>
                  <a:lnTo>
                    <a:pt x="3996977" y="2782255"/>
                  </a:lnTo>
                  <a:lnTo>
                    <a:pt x="3997229" y="2782255"/>
                  </a:lnTo>
                  <a:lnTo>
                    <a:pt x="3997733" y="2782255"/>
                  </a:lnTo>
                  <a:lnTo>
                    <a:pt x="3997986" y="2782255"/>
                  </a:lnTo>
                  <a:lnTo>
                    <a:pt x="3998742" y="2782255"/>
                  </a:lnTo>
                  <a:lnTo>
                    <a:pt x="3998868" y="2782255"/>
                  </a:lnTo>
                  <a:lnTo>
                    <a:pt x="3999499" y="2782255"/>
                  </a:lnTo>
                  <a:lnTo>
                    <a:pt x="4000255" y="2782255"/>
                  </a:lnTo>
                  <a:lnTo>
                    <a:pt x="4000381" y="2782255"/>
                  </a:lnTo>
                  <a:lnTo>
                    <a:pt x="4000507" y="2782255"/>
                  </a:lnTo>
                  <a:lnTo>
                    <a:pt x="4000634" y="2782255"/>
                  </a:lnTo>
                  <a:lnTo>
                    <a:pt x="4000760" y="2782255"/>
                  </a:lnTo>
                  <a:lnTo>
                    <a:pt x="4001516" y="2782255"/>
                  </a:lnTo>
                  <a:lnTo>
                    <a:pt x="4001642" y="2782255"/>
                  </a:lnTo>
                  <a:lnTo>
                    <a:pt x="4002020" y="2782255"/>
                  </a:lnTo>
                  <a:lnTo>
                    <a:pt x="4002525" y="2782255"/>
                  </a:lnTo>
                  <a:lnTo>
                    <a:pt x="4003155" y="2782255"/>
                  </a:lnTo>
                  <a:lnTo>
                    <a:pt x="4003407" y="2782255"/>
                  </a:lnTo>
                  <a:lnTo>
                    <a:pt x="4003660" y="2782255"/>
                  </a:lnTo>
                  <a:lnTo>
                    <a:pt x="4003786" y="2782255"/>
                  </a:lnTo>
                  <a:lnTo>
                    <a:pt x="4003912" y="2782255"/>
                  </a:lnTo>
                  <a:lnTo>
                    <a:pt x="4004038" y="2782255"/>
                  </a:lnTo>
                  <a:lnTo>
                    <a:pt x="4004164" y="2782255"/>
                  </a:lnTo>
                  <a:lnTo>
                    <a:pt x="4004542" y="2782255"/>
                  </a:lnTo>
                  <a:lnTo>
                    <a:pt x="4004794" y="2782255"/>
                  </a:lnTo>
                  <a:lnTo>
                    <a:pt x="4005047" y="2782255"/>
                  </a:lnTo>
                  <a:lnTo>
                    <a:pt x="4005425" y="2782255"/>
                  </a:lnTo>
                  <a:lnTo>
                    <a:pt x="4005551" y="2782255"/>
                  </a:lnTo>
                  <a:lnTo>
                    <a:pt x="4005803" y="2776975"/>
                  </a:lnTo>
                  <a:lnTo>
                    <a:pt x="4005929" y="2776975"/>
                  </a:lnTo>
                  <a:lnTo>
                    <a:pt x="4006055" y="2776975"/>
                  </a:lnTo>
                  <a:lnTo>
                    <a:pt x="4006307" y="2776975"/>
                  </a:lnTo>
                  <a:lnTo>
                    <a:pt x="4006434" y="2776975"/>
                  </a:lnTo>
                  <a:lnTo>
                    <a:pt x="4006560" y="2776975"/>
                  </a:lnTo>
                  <a:lnTo>
                    <a:pt x="4006812" y="2776975"/>
                  </a:lnTo>
                  <a:lnTo>
                    <a:pt x="4006938" y="2776975"/>
                  </a:lnTo>
                  <a:lnTo>
                    <a:pt x="4007064" y="2776975"/>
                  </a:lnTo>
                  <a:lnTo>
                    <a:pt x="4007190" y="2771696"/>
                  </a:lnTo>
                  <a:lnTo>
                    <a:pt x="4008199" y="2771696"/>
                  </a:lnTo>
                  <a:lnTo>
                    <a:pt x="4008829" y="2771696"/>
                  </a:lnTo>
                  <a:lnTo>
                    <a:pt x="4009586" y="2771696"/>
                  </a:lnTo>
                  <a:lnTo>
                    <a:pt x="4009586" y="2766416"/>
                  </a:lnTo>
                  <a:lnTo>
                    <a:pt x="4009964" y="2766416"/>
                  </a:lnTo>
                  <a:lnTo>
                    <a:pt x="4010342" y="2766416"/>
                  </a:lnTo>
                  <a:lnTo>
                    <a:pt x="4010721" y="2766416"/>
                  </a:lnTo>
                  <a:lnTo>
                    <a:pt x="4010847" y="2766416"/>
                  </a:lnTo>
                  <a:lnTo>
                    <a:pt x="4011981" y="2761137"/>
                  </a:lnTo>
                  <a:lnTo>
                    <a:pt x="4012107" y="2761137"/>
                  </a:lnTo>
                  <a:lnTo>
                    <a:pt x="4012234" y="2761137"/>
                  </a:lnTo>
                  <a:lnTo>
                    <a:pt x="4012486" y="2761137"/>
                  </a:lnTo>
                  <a:lnTo>
                    <a:pt x="4013116" y="2761137"/>
                  </a:lnTo>
                  <a:lnTo>
                    <a:pt x="4013242" y="2755857"/>
                  </a:lnTo>
                  <a:lnTo>
                    <a:pt x="4013368" y="2755857"/>
                  </a:lnTo>
                  <a:lnTo>
                    <a:pt x="4013873" y="2755857"/>
                  </a:lnTo>
                  <a:lnTo>
                    <a:pt x="4013999" y="2755857"/>
                  </a:lnTo>
                  <a:lnTo>
                    <a:pt x="4014503" y="2755857"/>
                  </a:lnTo>
                  <a:lnTo>
                    <a:pt x="4014755" y="2755857"/>
                  </a:lnTo>
                  <a:lnTo>
                    <a:pt x="4014881" y="2755857"/>
                  </a:lnTo>
                  <a:lnTo>
                    <a:pt x="4015134" y="2755857"/>
                  </a:lnTo>
                  <a:lnTo>
                    <a:pt x="4015260" y="2755857"/>
                  </a:lnTo>
                  <a:lnTo>
                    <a:pt x="4015512" y="2755857"/>
                  </a:lnTo>
                  <a:lnTo>
                    <a:pt x="4015890" y="2755857"/>
                  </a:lnTo>
                  <a:lnTo>
                    <a:pt x="4016016" y="2755857"/>
                  </a:lnTo>
                  <a:lnTo>
                    <a:pt x="4016268" y="2755857"/>
                  </a:lnTo>
                  <a:lnTo>
                    <a:pt x="4016394" y="2755857"/>
                  </a:lnTo>
                  <a:lnTo>
                    <a:pt x="4016899" y="2755857"/>
                  </a:lnTo>
                  <a:lnTo>
                    <a:pt x="4017151" y="2755857"/>
                  </a:lnTo>
                  <a:lnTo>
                    <a:pt x="4017277" y="2755857"/>
                  </a:lnTo>
                  <a:lnTo>
                    <a:pt x="4017403" y="2755857"/>
                  </a:lnTo>
                  <a:lnTo>
                    <a:pt x="4018034" y="2755857"/>
                  </a:lnTo>
                  <a:lnTo>
                    <a:pt x="4018412" y="2750578"/>
                  </a:lnTo>
                  <a:lnTo>
                    <a:pt x="4018916" y="2750578"/>
                  </a:lnTo>
                  <a:lnTo>
                    <a:pt x="4019547" y="2750578"/>
                  </a:lnTo>
                  <a:lnTo>
                    <a:pt x="4019673" y="2750578"/>
                  </a:lnTo>
                  <a:lnTo>
                    <a:pt x="4020177" y="2745299"/>
                  </a:lnTo>
                  <a:lnTo>
                    <a:pt x="4020303" y="2745299"/>
                  </a:lnTo>
                  <a:lnTo>
                    <a:pt x="4021060" y="2745299"/>
                  </a:lnTo>
                  <a:lnTo>
                    <a:pt x="4021564" y="2745299"/>
                  </a:lnTo>
                  <a:lnTo>
                    <a:pt x="4022068" y="2745299"/>
                  </a:lnTo>
                  <a:lnTo>
                    <a:pt x="4022447" y="2745299"/>
                  </a:lnTo>
                  <a:lnTo>
                    <a:pt x="4022825" y="2745299"/>
                  </a:lnTo>
                  <a:lnTo>
                    <a:pt x="4023203" y="2745299"/>
                  </a:lnTo>
                  <a:lnTo>
                    <a:pt x="4023455" y="2745299"/>
                  </a:lnTo>
                  <a:lnTo>
                    <a:pt x="4024212" y="2745299"/>
                  </a:lnTo>
                  <a:lnTo>
                    <a:pt x="4024590" y="2745299"/>
                  </a:lnTo>
                  <a:lnTo>
                    <a:pt x="4024716" y="2745299"/>
                  </a:lnTo>
                  <a:lnTo>
                    <a:pt x="4024842" y="2745299"/>
                  </a:lnTo>
                  <a:lnTo>
                    <a:pt x="4024968" y="2745299"/>
                  </a:lnTo>
                  <a:lnTo>
                    <a:pt x="4025473" y="2745299"/>
                  </a:lnTo>
                  <a:lnTo>
                    <a:pt x="4025977" y="2745299"/>
                  </a:lnTo>
                  <a:lnTo>
                    <a:pt x="4026103" y="2745299"/>
                  </a:lnTo>
                  <a:lnTo>
                    <a:pt x="4027490" y="2745299"/>
                  </a:lnTo>
                  <a:lnTo>
                    <a:pt x="4027616" y="2745299"/>
                  </a:lnTo>
                  <a:lnTo>
                    <a:pt x="4027742" y="2745299"/>
                  </a:lnTo>
                  <a:lnTo>
                    <a:pt x="4028247" y="2740019"/>
                  </a:lnTo>
                  <a:lnTo>
                    <a:pt x="4028499" y="2740019"/>
                  </a:lnTo>
                  <a:lnTo>
                    <a:pt x="4028625" y="2740019"/>
                  </a:lnTo>
                  <a:lnTo>
                    <a:pt x="4028751" y="2740019"/>
                  </a:lnTo>
                  <a:lnTo>
                    <a:pt x="4029003" y="2740019"/>
                  </a:lnTo>
                  <a:lnTo>
                    <a:pt x="4029129" y="2740019"/>
                  </a:lnTo>
                  <a:lnTo>
                    <a:pt x="4029255" y="2734740"/>
                  </a:lnTo>
                  <a:lnTo>
                    <a:pt x="4029886" y="2734740"/>
                  </a:lnTo>
                  <a:lnTo>
                    <a:pt x="4030138" y="2734740"/>
                  </a:lnTo>
                  <a:lnTo>
                    <a:pt x="4030264" y="2734740"/>
                  </a:lnTo>
                  <a:lnTo>
                    <a:pt x="4030642" y="2734740"/>
                  </a:lnTo>
                  <a:lnTo>
                    <a:pt x="4030768" y="2734740"/>
                  </a:lnTo>
                  <a:lnTo>
                    <a:pt x="4031147" y="2734740"/>
                  </a:lnTo>
                  <a:lnTo>
                    <a:pt x="4031273" y="2734740"/>
                  </a:lnTo>
                  <a:lnTo>
                    <a:pt x="4031399" y="2734740"/>
                  </a:lnTo>
                  <a:lnTo>
                    <a:pt x="4031903" y="2734740"/>
                  </a:lnTo>
                  <a:lnTo>
                    <a:pt x="4032155" y="2734740"/>
                  </a:lnTo>
                  <a:lnTo>
                    <a:pt x="4032281" y="2734740"/>
                  </a:lnTo>
                  <a:lnTo>
                    <a:pt x="4032408" y="2734740"/>
                  </a:lnTo>
                  <a:lnTo>
                    <a:pt x="4033290" y="2734740"/>
                  </a:lnTo>
                  <a:lnTo>
                    <a:pt x="4033542" y="2734740"/>
                  </a:lnTo>
                  <a:lnTo>
                    <a:pt x="4034047" y="2734740"/>
                  </a:lnTo>
                  <a:lnTo>
                    <a:pt x="4034173" y="2734740"/>
                  </a:lnTo>
                  <a:lnTo>
                    <a:pt x="4034299" y="2734740"/>
                  </a:lnTo>
                  <a:lnTo>
                    <a:pt x="4034677" y="2734740"/>
                  </a:lnTo>
                  <a:lnTo>
                    <a:pt x="4035055" y="2734740"/>
                  </a:lnTo>
                  <a:lnTo>
                    <a:pt x="4035308" y="2734740"/>
                  </a:lnTo>
                  <a:lnTo>
                    <a:pt x="4035686" y="2734740"/>
                  </a:lnTo>
                  <a:lnTo>
                    <a:pt x="4035812" y="2734740"/>
                  </a:lnTo>
                  <a:lnTo>
                    <a:pt x="4035938" y="2734740"/>
                  </a:lnTo>
                  <a:lnTo>
                    <a:pt x="4036568" y="2734740"/>
                  </a:lnTo>
                  <a:lnTo>
                    <a:pt x="4036695" y="2734740"/>
                  </a:lnTo>
                  <a:lnTo>
                    <a:pt x="4036821" y="2734740"/>
                  </a:lnTo>
                  <a:lnTo>
                    <a:pt x="4037073" y="2734740"/>
                  </a:lnTo>
                  <a:lnTo>
                    <a:pt x="4037325" y="2734740"/>
                  </a:lnTo>
                  <a:lnTo>
                    <a:pt x="4037451" y="2734740"/>
                  </a:lnTo>
                  <a:lnTo>
                    <a:pt x="4037829" y="2734740"/>
                  </a:lnTo>
                  <a:lnTo>
                    <a:pt x="4037955" y="2734740"/>
                  </a:lnTo>
                  <a:lnTo>
                    <a:pt x="4038334" y="2734740"/>
                  </a:lnTo>
                  <a:lnTo>
                    <a:pt x="4038460" y="2734740"/>
                  </a:lnTo>
                  <a:lnTo>
                    <a:pt x="4038712" y="2734740"/>
                  </a:lnTo>
                  <a:lnTo>
                    <a:pt x="4038838" y="2734740"/>
                  </a:lnTo>
                  <a:lnTo>
                    <a:pt x="4038964" y="2734740"/>
                  </a:lnTo>
                  <a:lnTo>
                    <a:pt x="4039090" y="2734740"/>
                  </a:lnTo>
                  <a:lnTo>
                    <a:pt x="4039342" y="2734740"/>
                  </a:lnTo>
                  <a:lnTo>
                    <a:pt x="4039721" y="2734740"/>
                  </a:lnTo>
                  <a:lnTo>
                    <a:pt x="4039973" y="2734740"/>
                  </a:lnTo>
                  <a:lnTo>
                    <a:pt x="4040351" y="2734740"/>
                  </a:lnTo>
                  <a:lnTo>
                    <a:pt x="4040477" y="2734740"/>
                  </a:lnTo>
                  <a:lnTo>
                    <a:pt x="4040477" y="2729460"/>
                  </a:lnTo>
                  <a:lnTo>
                    <a:pt x="4040729" y="2729460"/>
                  </a:lnTo>
                  <a:lnTo>
                    <a:pt x="4041108" y="2729460"/>
                  </a:lnTo>
                  <a:lnTo>
                    <a:pt x="4041360" y="2729460"/>
                  </a:lnTo>
                  <a:lnTo>
                    <a:pt x="4041486" y="2729460"/>
                  </a:lnTo>
                  <a:lnTo>
                    <a:pt x="4042621" y="2729460"/>
                  </a:lnTo>
                  <a:lnTo>
                    <a:pt x="4042747" y="2729460"/>
                  </a:lnTo>
                  <a:lnTo>
                    <a:pt x="4042873" y="2729460"/>
                  </a:lnTo>
                  <a:lnTo>
                    <a:pt x="4043125" y="2729460"/>
                  </a:lnTo>
                  <a:lnTo>
                    <a:pt x="4043251" y="2729460"/>
                  </a:lnTo>
                  <a:lnTo>
                    <a:pt x="4043503" y="2729460"/>
                  </a:lnTo>
                  <a:lnTo>
                    <a:pt x="4043629" y="2729460"/>
                  </a:lnTo>
                  <a:lnTo>
                    <a:pt x="4043755" y="2729460"/>
                  </a:lnTo>
                  <a:lnTo>
                    <a:pt x="4044008" y="2729460"/>
                  </a:lnTo>
                  <a:lnTo>
                    <a:pt x="4044134" y="2729460"/>
                  </a:lnTo>
                  <a:lnTo>
                    <a:pt x="4044260" y="2729460"/>
                  </a:lnTo>
                  <a:lnTo>
                    <a:pt x="4044638" y="2729460"/>
                  </a:lnTo>
                  <a:lnTo>
                    <a:pt x="4044890" y="2729460"/>
                  </a:lnTo>
                  <a:lnTo>
                    <a:pt x="4045016" y="2729460"/>
                  </a:lnTo>
                  <a:lnTo>
                    <a:pt x="4045269" y="2729460"/>
                  </a:lnTo>
                  <a:lnTo>
                    <a:pt x="4045395" y="2729460"/>
                  </a:lnTo>
                  <a:lnTo>
                    <a:pt x="4046529" y="2729460"/>
                  </a:lnTo>
                  <a:lnTo>
                    <a:pt x="4046782" y="2729460"/>
                  </a:lnTo>
                  <a:lnTo>
                    <a:pt x="4047286" y="2729460"/>
                  </a:lnTo>
                  <a:lnTo>
                    <a:pt x="4047664" y="2729460"/>
                  </a:lnTo>
                  <a:lnTo>
                    <a:pt x="4047790" y="2729460"/>
                  </a:lnTo>
                  <a:lnTo>
                    <a:pt x="4047916" y="2729460"/>
                  </a:lnTo>
                  <a:lnTo>
                    <a:pt x="4048042" y="2724181"/>
                  </a:lnTo>
                  <a:lnTo>
                    <a:pt x="4048169" y="2724181"/>
                  </a:lnTo>
                  <a:lnTo>
                    <a:pt x="4048673" y="2724181"/>
                  </a:lnTo>
                  <a:lnTo>
                    <a:pt x="4049429" y="2724181"/>
                  </a:lnTo>
                  <a:lnTo>
                    <a:pt x="4049556" y="2724181"/>
                  </a:lnTo>
                  <a:lnTo>
                    <a:pt x="4049682" y="2724181"/>
                  </a:lnTo>
                  <a:lnTo>
                    <a:pt x="4050060" y="2724181"/>
                  </a:lnTo>
                  <a:lnTo>
                    <a:pt x="4050186" y="2724181"/>
                  </a:lnTo>
                  <a:lnTo>
                    <a:pt x="4050564" y="2718901"/>
                  </a:lnTo>
                  <a:lnTo>
                    <a:pt x="4050690" y="2718901"/>
                  </a:lnTo>
                  <a:lnTo>
                    <a:pt x="4050942" y="2718901"/>
                  </a:lnTo>
                  <a:lnTo>
                    <a:pt x="4051069" y="2718901"/>
                  </a:lnTo>
                  <a:lnTo>
                    <a:pt x="4051825" y="2718901"/>
                  </a:lnTo>
                  <a:lnTo>
                    <a:pt x="4051951" y="2718901"/>
                  </a:lnTo>
                  <a:lnTo>
                    <a:pt x="4052077" y="2718901"/>
                  </a:lnTo>
                  <a:lnTo>
                    <a:pt x="4052329" y="2718901"/>
                  </a:lnTo>
                  <a:lnTo>
                    <a:pt x="4052708" y="2718901"/>
                  </a:lnTo>
                  <a:lnTo>
                    <a:pt x="4052834" y="2718901"/>
                  </a:lnTo>
                  <a:lnTo>
                    <a:pt x="4052960" y="2718901"/>
                  </a:lnTo>
                  <a:lnTo>
                    <a:pt x="4053338" y="2718901"/>
                  </a:lnTo>
                  <a:lnTo>
                    <a:pt x="4053842" y="2718901"/>
                  </a:lnTo>
                  <a:lnTo>
                    <a:pt x="4053969" y="2718901"/>
                  </a:lnTo>
                  <a:lnTo>
                    <a:pt x="4054599" y="2718901"/>
                  </a:lnTo>
                  <a:lnTo>
                    <a:pt x="4054977" y="2718901"/>
                  </a:lnTo>
                  <a:lnTo>
                    <a:pt x="4055482" y="2718901"/>
                  </a:lnTo>
                  <a:lnTo>
                    <a:pt x="4055608" y="2718901"/>
                  </a:lnTo>
                  <a:lnTo>
                    <a:pt x="4055734" y="2718901"/>
                  </a:lnTo>
                  <a:lnTo>
                    <a:pt x="4055986" y="2718901"/>
                  </a:lnTo>
                  <a:lnTo>
                    <a:pt x="4056112" y="2718901"/>
                  </a:lnTo>
                  <a:lnTo>
                    <a:pt x="4056490" y="2713622"/>
                  </a:lnTo>
                  <a:lnTo>
                    <a:pt x="4056616" y="2713622"/>
                  </a:lnTo>
                  <a:lnTo>
                    <a:pt x="4057877" y="2708343"/>
                  </a:lnTo>
                  <a:lnTo>
                    <a:pt x="4058256" y="2708343"/>
                  </a:lnTo>
                  <a:lnTo>
                    <a:pt x="4058382" y="2708343"/>
                  </a:lnTo>
                  <a:lnTo>
                    <a:pt x="4058634" y="2708343"/>
                  </a:lnTo>
                  <a:lnTo>
                    <a:pt x="4058760" y="2708343"/>
                  </a:lnTo>
                  <a:lnTo>
                    <a:pt x="4059138" y="2708343"/>
                  </a:lnTo>
                  <a:lnTo>
                    <a:pt x="4059264" y="2708343"/>
                  </a:lnTo>
                  <a:lnTo>
                    <a:pt x="4059643" y="2708343"/>
                  </a:lnTo>
                  <a:lnTo>
                    <a:pt x="4059769" y="2708343"/>
                  </a:lnTo>
                  <a:lnTo>
                    <a:pt x="4059895" y="2708343"/>
                  </a:lnTo>
                  <a:lnTo>
                    <a:pt x="4060777" y="2708343"/>
                  </a:lnTo>
                  <a:lnTo>
                    <a:pt x="4060903" y="2708343"/>
                  </a:lnTo>
                  <a:lnTo>
                    <a:pt x="4061029" y="2708343"/>
                  </a:lnTo>
                  <a:lnTo>
                    <a:pt x="4061408" y="2708343"/>
                  </a:lnTo>
                  <a:lnTo>
                    <a:pt x="4061660" y="2703063"/>
                  </a:lnTo>
                  <a:lnTo>
                    <a:pt x="4061786" y="2703063"/>
                  </a:lnTo>
                  <a:lnTo>
                    <a:pt x="4062416" y="2697784"/>
                  </a:lnTo>
                  <a:lnTo>
                    <a:pt x="4062921" y="2697784"/>
                  </a:lnTo>
                  <a:lnTo>
                    <a:pt x="4063173" y="2692504"/>
                  </a:lnTo>
                  <a:lnTo>
                    <a:pt x="4063425" y="2692504"/>
                  </a:lnTo>
                  <a:lnTo>
                    <a:pt x="4063677" y="2692504"/>
                  </a:lnTo>
                  <a:lnTo>
                    <a:pt x="4063803" y="2692504"/>
                  </a:lnTo>
                  <a:lnTo>
                    <a:pt x="4064182" y="2692504"/>
                  </a:lnTo>
                  <a:lnTo>
                    <a:pt x="4064308" y="2692504"/>
                  </a:lnTo>
                  <a:lnTo>
                    <a:pt x="4064686" y="2692504"/>
                  </a:lnTo>
                  <a:lnTo>
                    <a:pt x="4064938" y="2692504"/>
                  </a:lnTo>
                  <a:lnTo>
                    <a:pt x="4065190" y="2692504"/>
                  </a:lnTo>
                  <a:lnTo>
                    <a:pt x="4065316" y="2692504"/>
                  </a:lnTo>
                  <a:lnTo>
                    <a:pt x="4065821" y="2692504"/>
                  </a:lnTo>
                  <a:lnTo>
                    <a:pt x="4065947" y="2692504"/>
                  </a:lnTo>
                  <a:lnTo>
                    <a:pt x="4066199" y="2692504"/>
                  </a:lnTo>
                  <a:lnTo>
                    <a:pt x="4066325" y="2692504"/>
                  </a:lnTo>
                  <a:lnTo>
                    <a:pt x="4066830" y="2692504"/>
                  </a:lnTo>
                  <a:lnTo>
                    <a:pt x="4066956" y="2692504"/>
                  </a:lnTo>
                  <a:lnTo>
                    <a:pt x="4067208" y="2692504"/>
                  </a:lnTo>
                  <a:lnTo>
                    <a:pt x="4067334" y="2692504"/>
                  </a:lnTo>
                  <a:lnTo>
                    <a:pt x="4067586" y="2692504"/>
                  </a:lnTo>
                  <a:lnTo>
                    <a:pt x="4067712" y="2692504"/>
                  </a:lnTo>
                  <a:lnTo>
                    <a:pt x="4067838" y="2692504"/>
                  </a:lnTo>
                  <a:lnTo>
                    <a:pt x="4067838" y="2687225"/>
                  </a:lnTo>
                  <a:lnTo>
                    <a:pt x="4068847" y="2687225"/>
                  </a:lnTo>
                  <a:lnTo>
                    <a:pt x="4069477" y="2687225"/>
                  </a:lnTo>
                  <a:lnTo>
                    <a:pt x="4069730" y="2687225"/>
                  </a:lnTo>
                  <a:lnTo>
                    <a:pt x="4070360" y="2687225"/>
                  </a:lnTo>
                  <a:lnTo>
                    <a:pt x="4070738" y="2687225"/>
                  </a:lnTo>
                  <a:lnTo>
                    <a:pt x="4071116" y="2687225"/>
                  </a:lnTo>
                  <a:lnTo>
                    <a:pt x="4071243" y="2687225"/>
                  </a:lnTo>
                  <a:lnTo>
                    <a:pt x="4071621" y="2687225"/>
                  </a:lnTo>
                  <a:lnTo>
                    <a:pt x="4071873" y="2687225"/>
                  </a:lnTo>
                  <a:lnTo>
                    <a:pt x="4072503" y="2687225"/>
                  </a:lnTo>
                  <a:lnTo>
                    <a:pt x="4072503" y="2681946"/>
                  </a:lnTo>
                  <a:lnTo>
                    <a:pt x="4072630" y="2681946"/>
                  </a:lnTo>
                  <a:lnTo>
                    <a:pt x="4073260" y="2681946"/>
                  </a:lnTo>
                  <a:lnTo>
                    <a:pt x="4073386" y="2676666"/>
                  </a:lnTo>
                  <a:lnTo>
                    <a:pt x="4073764" y="2676666"/>
                  </a:lnTo>
                  <a:lnTo>
                    <a:pt x="4073890" y="2676666"/>
                  </a:lnTo>
                  <a:lnTo>
                    <a:pt x="4074143" y="2676666"/>
                  </a:lnTo>
                  <a:lnTo>
                    <a:pt x="4074647" y="2676666"/>
                  </a:lnTo>
                  <a:lnTo>
                    <a:pt x="4074773" y="2676666"/>
                  </a:lnTo>
                  <a:lnTo>
                    <a:pt x="4075025" y="2671387"/>
                  </a:lnTo>
                  <a:lnTo>
                    <a:pt x="4075151" y="2671387"/>
                  </a:lnTo>
                  <a:lnTo>
                    <a:pt x="4076034" y="2671387"/>
                  </a:lnTo>
                  <a:lnTo>
                    <a:pt x="4076160" y="2671387"/>
                  </a:lnTo>
                  <a:lnTo>
                    <a:pt x="4076286" y="2671387"/>
                  </a:lnTo>
                  <a:lnTo>
                    <a:pt x="4076790" y="2671387"/>
                  </a:lnTo>
                  <a:lnTo>
                    <a:pt x="4077043" y="2671387"/>
                  </a:lnTo>
                  <a:lnTo>
                    <a:pt x="4077295" y="2671387"/>
                  </a:lnTo>
                  <a:lnTo>
                    <a:pt x="4077673" y="2671387"/>
                  </a:lnTo>
                  <a:lnTo>
                    <a:pt x="4077799" y="2671387"/>
                  </a:lnTo>
                  <a:lnTo>
                    <a:pt x="4078177" y="2671387"/>
                  </a:lnTo>
                  <a:lnTo>
                    <a:pt x="4078303" y="2671387"/>
                  </a:lnTo>
                  <a:lnTo>
                    <a:pt x="4078430" y="2671387"/>
                  </a:lnTo>
                  <a:lnTo>
                    <a:pt x="4078556" y="2671387"/>
                  </a:lnTo>
                  <a:lnTo>
                    <a:pt x="4079060" y="2671387"/>
                  </a:lnTo>
                  <a:lnTo>
                    <a:pt x="4079186" y="2671387"/>
                  </a:lnTo>
                  <a:lnTo>
                    <a:pt x="4079312" y="2671387"/>
                  </a:lnTo>
                  <a:lnTo>
                    <a:pt x="4079564" y="2671387"/>
                  </a:lnTo>
                  <a:lnTo>
                    <a:pt x="4079690" y="2671387"/>
                  </a:lnTo>
                  <a:lnTo>
                    <a:pt x="4079943" y="2671387"/>
                  </a:lnTo>
                  <a:lnTo>
                    <a:pt x="4080447" y="2671387"/>
                  </a:lnTo>
                  <a:lnTo>
                    <a:pt x="4080573" y="2671387"/>
                  </a:lnTo>
                  <a:lnTo>
                    <a:pt x="4081077" y="2671387"/>
                  </a:lnTo>
                  <a:lnTo>
                    <a:pt x="4081330" y="2671387"/>
                  </a:lnTo>
                  <a:lnTo>
                    <a:pt x="4081456" y="2671387"/>
                  </a:lnTo>
                  <a:lnTo>
                    <a:pt x="4081582" y="2671387"/>
                  </a:lnTo>
                  <a:lnTo>
                    <a:pt x="4083851" y="2671387"/>
                  </a:lnTo>
                  <a:lnTo>
                    <a:pt x="4084230" y="2671387"/>
                  </a:lnTo>
                  <a:lnTo>
                    <a:pt x="4084482" y="2671387"/>
                  </a:lnTo>
                  <a:lnTo>
                    <a:pt x="4084734" y="2671387"/>
                  </a:lnTo>
                  <a:lnTo>
                    <a:pt x="4084986" y="2671387"/>
                  </a:lnTo>
                  <a:lnTo>
                    <a:pt x="4085364" y="2671387"/>
                  </a:lnTo>
                  <a:lnTo>
                    <a:pt x="4085490" y="2671387"/>
                  </a:lnTo>
                  <a:lnTo>
                    <a:pt x="4085617" y="2671387"/>
                  </a:lnTo>
                  <a:lnTo>
                    <a:pt x="4085743" y="2671387"/>
                  </a:lnTo>
                  <a:lnTo>
                    <a:pt x="4086121" y="2671387"/>
                  </a:lnTo>
                  <a:lnTo>
                    <a:pt x="4086877" y="2671387"/>
                  </a:lnTo>
                  <a:lnTo>
                    <a:pt x="4087508" y="2671387"/>
                  </a:lnTo>
                  <a:lnTo>
                    <a:pt x="4087760" y="2671387"/>
                  </a:lnTo>
                  <a:lnTo>
                    <a:pt x="4088138" y="2671387"/>
                  </a:lnTo>
                  <a:lnTo>
                    <a:pt x="4088390" y="2671387"/>
                  </a:lnTo>
                  <a:lnTo>
                    <a:pt x="4088517" y="2671387"/>
                  </a:lnTo>
                  <a:lnTo>
                    <a:pt x="4088769" y="2671387"/>
                  </a:lnTo>
                  <a:lnTo>
                    <a:pt x="4088895" y="2671387"/>
                  </a:lnTo>
                  <a:lnTo>
                    <a:pt x="4089021" y="2671387"/>
                  </a:lnTo>
                  <a:lnTo>
                    <a:pt x="4089147" y="2671387"/>
                  </a:lnTo>
                  <a:lnTo>
                    <a:pt x="4089273" y="2671387"/>
                  </a:lnTo>
                  <a:lnTo>
                    <a:pt x="4089525" y="2671387"/>
                  </a:lnTo>
                  <a:lnTo>
                    <a:pt x="4089651" y="2671387"/>
                  </a:lnTo>
                  <a:lnTo>
                    <a:pt x="4089904" y="2671387"/>
                  </a:lnTo>
                  <a:lnTo>
                    <a:pt x="4090282" y="2671387"/>
                  </a:lnTo>
                  <a:lnTo>
                    <a:pt x="4090534" y="2671387"/>
                  </a:lnTo>
                  <a:lnTo>
                    <a:pt x="4090660" y="2671387"/>
                  </a:lnTo>
                  <a:lnTo>
                    <a:pt x="4091038" y="2671387"/>
                  </a:lnTo>
                  <a:lnTo>
                    <a:pt x="4091291" y="2671387"/>
                  </a:lnTo>
                  <a:lnTo>
                    <a:pt x="4091417" y="2671387"/>
                  </a:lnTo>
                  <a:lnTo>
                    <a:pt x="4091543" y="2671387"/>
                  </a:lnTo>
                  <a:lnTo>
                    <a:pt x="4092299" y="2671387"/>
                  </a:lnTo>
                  <a:lnTo>
                    <a:pt x="4092425" y="2671387"/>
                  </a:lnTo>
                  <a:lnTo>
                    <a:pt x="4092551" y="2671387"/>
                  </a:lnTo>
                  <a:lnTo>
                    <a:pt x="4092930" y="2671387"/>
                  </a:lnTo>
                  <a:lnTo>
                    <a:pt x="4093434" y="2671387"/>
                  </a:lnTo>
                  <a:lnTo>
                    <a:pt x="4093686" y="2671387"/>
                  </a:lnTo>
                  <a:lnTo>
                    <a:pt x="4094191" y="2671387"/>
                  </a:lnTo>
                  <a:lnTo>
                    <a:pt x="4094821" y="2666107"/>
                  </a:lnTo>
                  <a:lnTo>
                    <a:pt x="4094947" y="2666107"/>
                  </a:lnTo>
                  <a:lnTo>
                    <a:pt x="4095199" y="2666107"/>
                  </a:lnTo>
                  <a:lnTo>
                    <a:pt x="4095577" y="2666107"/>
                  </a:lnTo>
                  <a:lnTo>
                    <a:pt x="4095704" y="2666107"/>
                  </a:lnTo>
                  <a:lnTo>
                    <a:pt x="4095956" y="2666107"/>
                  </a:lnTo>
                  <a:lnTo>
                    <a:pt x="4096208" y="2666107"/>
                  </a:lnTo>
                  <a:lnTo>
                    <a:pt x="4096712" y="2666107"/>
                  </a:lnTo>
                  <a:lnTo>
                    <a:pt x="4096838" y="2666107"/>
                  </a:lnTo>
                  <a:lnTo>
                    <a:pt x="4097469" y="2666107"/>
                  </a:lnTo>
                  <a:lnTo>
                    <a:pt x="4097721" y="2666107"/>
                  </a:lnTo>
                  <a:lnTo>
                    <a:pt x="4097973" y="2666107"/>
                  </a:lnTo>
                  <a:lnTo>
                    <a:pt x="4098099" y="2666107"/>
                  </a:lnTo>
                  <a:lnTo>
                    <a:pt x="4098730" y="2666107"/>
                  </a:lnTo>
                  <a:lnTo>
                    <a:pt x="4098982" y="2666107"/>
                  </a:lnTo>
                  <a:lnTo>
                    <a:pt x="4099864" y="2666107"/>
                  </a:lnTo>
                  <a:lnTo>
                    <a:pt x="4099991" y="2666107"/>
                  </a:lnTo>
                  <a:lnTo>
                    <a:pt x="4100369" y="2666107"/>
                  </a:lnTo>
                  <a:lnTo>
                    <a:pt x="4100495" y="2666107"/>
                  </a:lnTo>
                  <a:lnTo>
                    <a:pt x="4101630" y="2666107"/>
                  </a:lnTo>
                  <a:lnTo>
                    <a:pt x="4102008" y="2666107"/>
                  </a:lnTo>
                  <a:lnTo>
                    <a:pt x="4102638" y="2666107"/>
                  </a:lnTo>
                  <a:lnTo>
                    <a:pt x="4102764" y="2666107"/>
                  </a:lnTo>
                  <a:lnTo>
                    <a:pt x="4103017" y="2666107"/>
                  </a:lnTo>
                  <a:lnTo>
                    <a:pt x="4103143" y="2666107"/>
                  </a:lnTo>
                  <a:lnTo>
                    <a:pt x="4103521" y="2666107"/>
                  </a:lnTo>
                  <a:lnTo>
                    <a:pt x="4103773" y="2666107"/>
                  </a:lnTo>
                  <a:lnTo>
                    <a:pt x="4103899" y="2666107"/>
                  </a:lnTo>
                  <a:lnTo>
                    <a:pt x="4104025" y="2666107"/>
                  </a:lnTo>
                  <a:lnTo>
                    <a:pt x="4104278" y="2666107"/>
                  </a:lnTo>
                  <a:lnTo>
                    <a:pt x="4104404" y="2666107"/>
                  </a:lnTo>
                  <a:lnTo>
                    <a:pt x="4104908" y="2666107"/>
                  </a:lnTo>
                  <a:lnTo>
                    <a:pt x="4105286" y="2666107"/>
                  </a:lnTo>
                  <a:lnTo>
                    <a:pt x="4105412" y="2666107"/>
                  </a:lnTo>
                  <a:lnTo>
                    <a:pt x="4106421" y="2666107"/>
                  </a:lnTo>
                  <a:lnTo>
                    <a:pt x="4106673" y="2666107"/>
                  </a:lnTo>
                  <a:lnTo>
                    <a:pt x="4106799" y="2666107"/>
                  </a:lnTo>
                  <a:lnTo>
                    <a:pt x="4107051" y="2666107"/>
                  </a:lnTo>
                  <a:lnTo>
                    <a:pt x="4107304" y="2666107"/>
                  </a:lnTo>
                  <a:lnTo>
                    <a:pt x="4107430" y="2666107"/>
                  </a:lnTo>
                  <a:lnTo>
                    <a:pt x="4107934" y="2666107"/>
                  </a:lnTo>
                  <a:lnTo>
                    <a:pt x="4108060" y="2666107"/>
                  </a:lnTo>
                  <a:lnTo>
                    <a:pt x="4109573" y="2666107"/>
                  </a:lnTo>
                  <a:lnTo>
                    <a:pt x="4109699" y="2666107"/>
                  </a:lnTo>
                  <a:lnTo>
                    <a:pt x="4109951" y="2666107"/>
                  </a:lnTo>
                  <a:lnTo>
                    <a:pt x="4110204" y="2666107"/>
                  </a:lnTo>
                  <a:lnTo>
                    <a:pt x="4110456" y="2666107"/>
                  </a:lnTo>
                  <a:lnTo>
                    <a:pt x="4110834" y="2666107"/>
                  </a:lnTo>
                  <a:lnTo>
                    <a:pt x="4111338" y="2666107"/>
                  </a:lnTo>
                  <a:lnTo>
                    <a:pt x="4111843" y="2666107"/>
                  </a:lnTo>
                  <a:lnTo>
                    <a:pt x="4112221" y="2666107"/>
                  </a:lnTo>
                  <a:lnTo>
                    <a:pt x="4112347" y="2666107"/>
                  </a:lnTo>
                  <a:lnTo>
                    <a:pt x="4112851" y="2666107"/>
                  </a:lnTo>
                  <a:lnTo>
                    <a:pt x="4113104" y="2666107"/>
                  </a:lnTo>
                  <a:lnTo>
                    <a:pt x="4113230" y="2666107"/>
                  </a:lnTo>
                  <a:lnTo>
                    <a:pt x="4113608" y="2666107"/>
                  </a:lnTo>
                  <a:lnTo>
                    <a:pt x="4114238" y="2666107"/>
                  </a:lnTo>
                  <a:lnTo>
                    <a:pt x="4114743" y="2660828"/>
                  </a:lnTo>
                  <a:lnTo>
                    <a:pt x="4115247" y="2660828"/>
                  </a:lnTo>
                  <a:lnTo>
                    <a:pt x="4115373" y="2660828"/>
                  </a:lnTo>
                  <a:lnTo>
                    <a:pt x="4115499" y="2660828"/>
                  </a:lnTo>
                  <a:lnTo>
                    <a:pt x="4115878" y="2660828"/>
                  </a:lnTo>
                  <a:lnTo>
                    <a:pt x="4116256" y="2660828"/>
                  </a:lnTo>
                  <a:lnTo>
                    <a:pt x="4116382" y="2660828"/>
                  </a:lnTo>
                  <a:lnTo>
                    <a:pt x="4116508" y="2660828"/>
                  </a:lnTo>
                  <a:lnTo>
                    <a:pt x="4116634" y="2660828"/>
                  </a:lnTo>
                  <a:lnTo>
                    <a:pt x="4117012" y="2660828"/>
                  </a:lnTo>
                  <a:lnTo>
                    <a:pt x="4117138" y="2660828"/>
                  </a:lnTo>
                  <a:lnTo>
                    <a:pt x="4117265" y="2660828"/>
                  </a:lnTo>
                  <a:lnTo>
                    <a:pt x="4118273" y="2660828"/>
                  </a:lnTo>
                  <a:lnTo>
                    <a:pt x="4118525" y="2660828"/>
                  </a:lnTo>
                  <a:lnTo>
                    <a:pt x="4118904" y="2660828"/>
                  </a:lnTo>
                  <a:lnTo>
                    <a:pt x="4119030" y="2660828"/>
                  </a:lnTo>
                  <a:lnTo>
                    <a:pt x="4119660" y="2660828"/>
                  </a:lnTo>
                  <a:lnTo>
                    <a:pt x="4119786" y="2660828"/>
                  </a:lnTo>
                  <a:lnTo>
                    <a:pt x="4119912" y="2660828"/>
                  </a:lnTo>
                  <a:lnTo>
                    <a:pt x="4120038" y="2660828"/>
                  </a:lnTo>
                  <a:lnTo>
                    <a:pt x="4120291" y="2660828"/>
                  </a:lnTo>
                  <a:lnTo>
                    <a:pt x="4120669" y="2660828"/>
                  </a:lnTo>
                  <a:lnTo>
                    <a:pt x="4122182" y="2660828"/>
                  </a:lnTo>
                  <a:lnTo>
                    <a:pt x="4122686" y="2660828"/>
                  </a:lnTo>
                  <a:lnTo>
                    <a:pt x="4123443" y="2660828"/>
                  </a:lnTo>
                  <a:lnTo>
                    <a:pt x="4123569" y="2660828"/>
                  </a:lnTo>
                  <a:lnTo>
                    <a:pt x="4123695" y="2655548"/>
                  </a:lnTo>
                  <a:lnTo>
                    <a:pt x="4124073" y="2655548"/>
                  </a:lnTo>
                  <a:lnTo>
                    <a:pt x="4124830" y="2655548"/>
                  </a:lnTo>
                  <a:lnTo>
                    <a:pt x="4125334" y="2655548"/>
                  </a:lnTo>
                  <a:lnTo>
                    <a:pt x="4125965" y="2655548"/>
                  </a:lnTo>
                  <a:lnTo>
                    <a:pt x="4126091" y="2655548"/>
                  </a:lnTo>
                  <a:lnTo>
                    <a:pt x="4126217" y="2655548"/>
                  </a:lnTo>
                  <a:lnTo>
                    <a:pt x="4126343" y="2655548"/>
                  </a:lnTo>
                  <a:lnTo>
                    <a:pt x="4127604" y="2650269"/>
                  </a:lnTo>
                  <a:lnTo>
                    <a:pt x="4127730" y="2650269"/>
                  </a:lnTo>
                  <a:lnTo>
                    <a:pt x="4127982" y="2650269"/>
                  </a:lnTo>
                  <a:lnTo>
                    <a:pt x="4128108" y="2650269"/>
                  </a:lnTo>
                  <a:lnTo>
                    <a:pt x="4128612" y="2650269"/>
                  </a:lnTo>
                  <a:lnTo>
                    <a:pt x="4129243" y="2650269"/>
                  </a:lnTo>
                  <a:lnTo>
                    <a:pt x="4129369" y="2650269"/>
                  </a:lnTo>
                  <a:lnTo>
                    <a:pt x="4129747" y="2644990"/>
                  </a:lnTo>
                  <a:lnTo>
                    <a:pt x="4129873" y="2639710"/>
                  </a:lnTo>
                  <a:lnTo>
                    <a:pt x="4129999" y="2639710"/>
                  </a:lnTo>
                  <a:lnTo>
                    <a:pt x="4130125" y="2639710"/>
                  </a:lnTo>
                  <a:lnTo>
                    <a:pt x="4130252" y="2639710"/>
                  </a:lnTo>
                  <a:lnTo>
                    <a:pt x="4130378" y="2639710"/>
                  </a:lnTo>
                  <a:lnTo>
                    <a:pt x="4130756" y="2639710"/>
                  </a:lnTo>
                  <a:lnTo>
                    <a:pt x="4131891" y="2639710"/>
                  </a:lnTo>
                  <a:lnTo>
                    <a:pt x="4132017" y="2639710"/>
                  </a:lnTo>
                  <a:lnTo>
                    <a:pt x="4132395" y="2639710"/>
                  </a:lnTo>
                  <a:lnTo>
                    <a:pt x="4132521" y="2639710"/>
                  </a:lnTo>
                  <a:lnTo>
                    <a:pt x="4133026" y="2639710"/>
                  </a:lnTo>
                  <a:lnTo>
                    <a:pt x="4133278" y="2639710"/>
                  </a:lnTo>
                  <a:lnTo>
                    <a:pt x="4133530" y="2639710"/>
                  </a:lnTo>
                  <a:lnTo>
                    <a:pt x="4133656" y="2639710"/>
                  </a:lnTo>
                  <a:lnTo>
                    <a:pt x="4133782" y="2639710"/>
                  </a:lnTo>
                  <a:lnTo>
                    <a:pt x="4134034" y="2639710"/>
                  </a:lnTo>
                  <a:lnTo>
                    <a:pt x="4134791" y="2634431"/>
                  </a:lnTo>
                  <a:lnTo>
                    <a:pt x="4134917" y="2634431"/>
                  </a:lnTo>
                  <a:lnTo>
                    <a:pt x="4135043" y="2634431"/>
                  </a:lnTo>
                  <a:lnTo>
                    <a:pt x="4135421" y="2634431"/>
                  </a:lnTo>
                  <a:lnTo>
                    <a:pt x="4136304" y="2634431"/>
                  </a:lnTo>
                  <a:lnTo>
                    <a:pt x="4136682" y="2634431"/>
                  </a:lnTo>
                  <a:lnTo>
                    <a:pt x="4136808" y="2634431"/>
                  </a:lnTo>
                  <a:lnTo>
                    <a:pt x="4137186" y="2634431"/>
                  </a:lnTo>
                  <a:lnTo>
                    <a:pt x="4137439" y="2634431"/>
                  </a:lnTo>
                  <a:lnTo>
                    <a:pt x="4137943" y="2634431"/>
                  </a:lnTo>
                  <a:lnTo>
                    <a:pt x="4138195" y="2634431"/>
                  </a:lnTo>
                  <a:lnTo>
                    <a:pt x="4138447" y="2634431"/>
                  </a:lnTo>
                  <a:lnTo>
                    <a:pt x="4138699" y="2634431"/>
                  </a:lnTo>
                  <a:lnTo>
                    <a:pt x="4138826" y="2634431"/>
                  </a:lnTo>
                  <a:lnTo>
                    <a:pt x="4138952" y="2634431"/>
                  </a:lnTo>
                  <a:lnTo>
                    <a:pt x="4139078" y="2634431"/>
                  </a:lnTo>
                  <a:lnTo>
                    <a:pt x="4139582" y="2634431"/>
                  </a:lnTo>
                  <a:lnTo>
                    <a:pt x="4140212" y="2634431"/>
                  </a:lnTo>
                  <a:lnTo>
                    <a:pt x="4140212" y="2629151"/>
                  </a:lnTo>
                  <a:lnTo>
                    <a:pt x="4140339" y="2629151"/>
                  </a:lnTo>
                  <a:lnTo>
                    <a:pt x="4141095" y="2629151"/>
                  </a:lnTo>
                  <a:lnTo>
                    <a:pt x="4141599" y="2629151"/>
                  </a:lnTo>
                  <a:lnTo>
                    <a:pt x="4141978" y="2629151"/>
                  </a:lnTo>
                  <a:lnTo>
                    <a:pt x="4142860" y="2629151"/>
                  </a:lnTo>
                  <a:lnTo>
                    <a:pt x="4143365" y="2629151"/>
                  </a:lnTo>
                  <a:lnTo>
                    <a:pt x="4143617" y="2629151"/>
                  </a:lnTo>
                  <a:lnTo>
                    <a:pt x="4143743" y="2629151"/>
                  </a:lnTo>
                  <a:lnTo>
                    <a:pt x="4143869" y="2629151"/>
                  </a:lnTo>
                  <a:lnTo>
                    <a:pt x="4144247" y="2629151"/>
                  </a:lnTo>
                  <a:lnTo>
                    <a:pt x="4144373" y="2629151"/>
                  </a:lnTo>
                  <a:lnTo>
                    <a:pt x="4144499" y="2629151"/>
                  </a:lnTo>
                  <a:lnTo>
                    <a:pt x="4145130" y="2629151"/>
                  </a:lnTo>
                  <a:lnTo>
                    <a:pt x="4145256" y="2629151"/>
                  </a:lnTo>
                  <a:lnTo>
                    <a:pt x="4145382" y="2629151"/>
                  </a:lnTo>
                  <a:lnTo>
                    <a:pt x="4145760" y="2629151"/>
                  </a:lnTo>
                  <a:lnTo>
                    <a:pt x="4146895" y="2629151"/>
                  </a:lnTo>
                  <a:lnTo>
                    <a:pt x="4147526" y="2629151"/>
                  </a:lnTo>
                  <a:lnTo>
                    <a:pt x="4147652" y="2629151"/>
                  </a:lnTo>
                  <a:lnTo>
                    <a:pt x="4147904" y="2629151"/>
                  </a:lnTo>
                  <a:lnTo>
                    <a:pt x="4148030" y="2629151"/>
                  </a:lnTo>
                  <a:lnTo>
                    <a:pt x="4148408" y="2629151"/>
                  </a:lnTo>
                  <a:lnTo>
                    <a:pt x="4148534" y="2629151"/>
                  </a:lnTo>
                  <a:lnTo>
                    <a:pt x="4148660" y="2629151"/>
                  </a:lnTo>
                  <a:lnTo>
                    <a:pt x="4148786" y="2629151"/>
                  </a:lnTo>
                  <a:lnTo>
                    <a:pt x="4149039" y="2629151"/>
                  </a:lnTo>
                  <a:lnTo>
                    <a:pt x="4150047" y="2629151"/>
                  </a:lnTo>
                  <a:lnTo>
                    <a:pt x="4150173" y="2629151"/>
                  </a:lnTo>
                  <a:lnTo>
                    <a:pt x="4150300" y="2629151"/>
                  </a:lnTo>
                  <a:lnTo>
                    <a:pt x="4150552" y="2629151"/>
                  </a:lnTo>
                  <a:lnTo>
                    <a:pt x="4150678" y="2629151"/>
                  </a:lnTo>
                  <a:lnTo>
                    <a:pt x="4151056" y="2629151"/>
                  </a:lnTo>
                  <a:lnTo>
                    <a:pt x="4151308" y="2629151"/>
                  </a:lnTo>
                  <a:lnTo>
                    <a:pt x="4151686" y="2629151"/>
                  </a:lnTo>
                  <a:lnTo>
                    <a:pt x="4151813" y="2629151"/>
                  </a:lnTo>
                  <a:lnTo>
                    <a:pt x="4152065" y="2623872"/>
                  </a:lnTo>
                  <a:lnTo>
                    <a:pt x="4152443" y="2623872"/>
                  </a:lnTo>
                  <a:lnTo>
                    <a:pt x="4152695" y="2623872"/>
                  </a:lnTo>
                  <a:lnTo>
                    <a:pt x="4152821" y="2623872"/>
                  </a:lnTo>
                  <a:lnTo>
                    <a:pt x="4153326" y="2623872"/>
                  </a:lnTo>
                  <a:lnTo>
                    <a:pt x="4153452" y="2623872"/>
                  </a:lnTo>
                  <a:lnTo>
                    <a:pt x="4153578" y="2623872"/>
                  </a:lnTo>
                  <a:lnTo>
                    <a:pt x="4155469" y="2623872"/>
                  </a:lnTo>
                  <a:lnTo>
                    <a:pt x="4156100" y="2623872"/>
                  </a:lnTo>
                  <a:lnTo>
                    <a:pt x="4156352" y="2623872"/>
                  </a:lnTo>
                  <a:lnTo>
                    <a:pt x="4156730" y="2623872"/>
                  </a:lnTo>
                  <a:lnTo>
                    <a:pt x="4156982" y="2623872"/>
                  </a:lnTo>
                  <a:lnTo>
                    <a:pt x="4157360" y="2623872"/>
                  </a:lnTo>
                  <a:lnTo>
                    <a:pt x="4157487" y="2623872"/>
                  </a:lnTo>
                  <a:lnTo>
                    <a:pt x="4157613" y="2623872"/>
                  </a:lnTo>
                  <a:lnTo>
                    <a:pt x="4157865" y="2623872"/>
                  </a:lnTo>
                  <a:lnTo>
                    <a:pt x="4158369" y="2623872"/>
                  </a:lnTo>
                  <a:lnTo>
                    <a:pt x="4158621" y="2623872"/>
                  </a:lnTo>
                  <a:lnTo>
                    <a:pt x="4158747" y="2623872"/>
                  </a:lnTo>
                  <a:lnTo>
                    <a:pt x="4159000" y="2623872"/>
                  </a:lnTo>
                  <a:lnTo>
                    <a:pt x="4159126" y="2623872"/>
                  </a:lnTo>
                  <a:lnTo>
                    <a:pt x="4159756" y="2623872"/>
                  </a:lnTo>
                  <a:lnTo>
                    <a:pt x="4160134" y="2623872"/>
                  </a:lnTo>
                  <a:lnTo>
                    <a:pt x="4160387" y="2623872"/>
                  </a:lnTo>
                  <a:lnTo>
                    <a:pt x="4160765" y="2623872"/>
                  </a:lnTo>
                  <a:lnTo>
                    <a:pt x="4161269" y="2623872"/>
                  </a:lnTo>
                  <a:lnTo>
                    <a:pt x="4161900" y="2623872"/>
                  </a:lnTo>
                  <a:lnTo>
                    <a:pt x="4162152" y="2623872"/>
                  </a:lnTo>
                  <a:lnTo>
                    <a:pt x="4163539" y="2623872"/>
                  </a:lnTo>
                  <a:lnTo>
                    <a:pt x="4163665" y="2623872"/>
                  </a:lnTo>
                  <a:lnTo>
                    <a:pt x="4164043" y="2623872"/>
                  </a:lnTo>
                  <a:lnTo>
                    <a:pt x="4164673" y="2623872"/>
                  </a:lnTo>
                  <a:lnTo>
                    <a:pt x="4164926" y="2623872"/>
                  </a:lnTo>
                  <a:lnTo>
                    <a:pt x="4165052" y="2623872"/>
                  </a:lnTo>
                  <a:lnTo>
                    <a:pt x="4165304" y="2623872"/>
                  </a:lnTo>
                  <a:lnTo>
                    <a:pt x="4165430" y="2623872"/>
                  </a:lnTo>
                  <a:lnTo>
                    <a:pt x="4165556" y="2618592"/>
                  </a:lnTo>
                  <a:lnTo>
                    <a:pt x="4165934" y="2618592"/>
                  </a:lnTo>
                  <a:lnTo>
                    <a:pt x="4166187" y="2618592"/>
                  </a:lnTo>
                  <a:lnTo>
                    <a:pt x="4166313" y="2618592"/>
                  </a:lnTo>
                  <a:lnTo>
                    <a:pt x="4166691" y="2618592"/>
                  </a:lnTo>
                  <a:lnTo>
                    <a:pt x="4166943" y="2618592"/>
                  </a:lnTo>
                  <a:lnTo>
                    <a:pt x="4167321" y="2618592"/>
                  </a:lnTo>
                  <a:lnTo>
                    <a:pt x="4167700" y="2618592"/>
                  </a:lnTo>
                  <a:lnTo>
                    <a:pt x="4168078" y="2618592"/>
                  </a:lnTo>
                  <a:lnTo>
                    <a:pt x="4168582" y="2618592"/>
                  </a:lnTo>
                  <a:lnTo>
                    <a:pt x="4168708" y="2618592"/>
                  </a:lnTo>
                  <a:lnTo>
                    <a:pt x="4168960" y="2618592"/>
                  </a:lnTo>
                  <a:lnTo>
                    <a:pt x="4169465" y="2618592"/>
                  </a:lnTo>
                  <a:lnTo>
                    <a:pt x="4169717" y="2618592"/>
                  </a:lnTo>
                  <a:lnTo>
                    <a:pt x="4169969" y="2618592"/>
                  </a:lnTo>
                  <a:lnTo>
                    <a:pt x="4170347" y="2618592"/>
                  </a:lnTo>
                  <a:lnTo>
                    <a:pt x="4171230" y="2618592"/>
                  </a:lnTo>
                  <a:lnTo>
                    <a:pt x="4171482" y="2618592"/>
                  </a:lnTo>
                  <a:lnTo>
                    <a:pt x="4171608" y="2618592"/>
                  </a:lnTo>
                  <a:lnTo>
                    <a:pt x="4171734" y="2618592"/>
                  </a:lnTo>
                  <a:lnTo>
                    <a:pt x="4172239" y="2618592"/>
                  </a:lnTo>
                  <a:lnTo>
                    <a:pt x="4172365" y="2618592"/>
                  </a:lnTo>
                  <a:lnTo>
                    <a:pt x="4172617" y="2618592"/>
                  </a:lnTo>
                  <a:lnTo>
                    <a:pt x="4172743" y="2618592"/>
                  </a:lnTo>
                  <a:lnTo>
                    <a:pt x="4173500" y="2618592"/>
                  </a:lnTo>
                  <a:lnTo>
                    <a:pt x="4173752" y="2618592"/>
                  </a:lnTo>
                  <a:lnTo>
                    <a:pt x="4174004" y="2618592"/>
                  </a:lnTo>
                  <a:lnTo>
                    <a:pt x="4174382" y="2618592"/>
                  </a:lnTo>
                  <a:lnTo>
                    <a:pt x="4174761" y="2618592"/>
                  </a:lnTo>
                  <a:lnTo>
                    <a:pt x="4174887" y="2618592"/>
                  </a:lnTo>
                  <a:lnTo>
                    <a:pt x="4175265" y="2618592"/>
                  </a:lnTo>
                  <a:lnTo>
                    <a:pt x="4175391" y="2618592"/>
                  </a:lnTo>
                  <a:lnTo>
                    <a:pt x="4175517" y="2618592"/>
                  </a:lnTo>
                  <a:lnTo>
                    <a:pt x="4175643" y="2618592"/>
                  </a:lnTo>
                  <a:lnTo>
                    <a:pt x="4175895" y="2618592"/>
                  </a:lnTo>
                  <a:lnTo>
                    <a:pt x="4176021" y="2618592"/>
                  </a:lnTo>
                  <a:lnTo>
                    <a:pt x="4176147" y="2618592"/>
                  </a:lnTo>
                  <a:lnTo>
                    <a:pt x="4176778" y="2618592"/>
                  </a:lnTo>
                  <a:lnTo>
                    <a:pt x="4176904" y="2618592"/>
                  </a:lnTo>
                  <a:lnTo>
                    <a:pt x="4177030" y="2618592"/>
                  </a:lnTo>
                  <a:lnTo>
                    <a:pt x="4177534" y="2613313"/>
                  </a:lnTo>
                  <a:lnTo>
                    <a:pt x="4178417" y="2608034"/>
                  </a:lnTo>
                  <a:lnTo>
                    <a:pt x="4178795" y="2608034"/>
                  </a:lnTo>
                  <a:lnTo>
                    <a:pt x="4179174" y="2608034"/>
                  </a:lnTo>
                  <a:lnTo>
                    <a:pt x="4179426" y="2602754"/>
                  </a:lnTo>
                  <a:lnTo>
                    <a:pt x="4179804" y="2602754"/>
                  </a:lnTo>
                  <a:lnTo>
                    <a:pt x="4180687" y="2602754"/>
                  </a:lnTo>
                  <a:lnTo>
                    <a:pt x="4180813" y="2602754"/>
                  </a:lnTo>
                  <a:lnTo>
                    <a:pt x="4180939" y="2602754"/>
                  </a:lnTo>
                  <a:lnTo>
                    <a:pt x="4181191" y="2602754"/>
                  </a:lnTo>
                  <a:lnTo>
                    <a:pt x="4181317" y="2602754"/>
                  </a:lnTo>
                  <a:lnTo>
                    <a:pt x="4181569" y="2602754"/>
                  </a:lnTo>
                  <a:lnTo>
                    <a:pt x="4181695" y="2602754"/>
                  </a:lnTo>
                  <a:lnTo>
                    <a:pt x="4181821" y="2602754"/>
                  </a:lnTo>
                  <a:lnTo>
                    <a:pt x="4182200" y="2602754"/>
                  </a:lnTo>
                  <a:lnTo>
                    <a:pt x="4182704" y="2602754"/>
                  </a:lnTo>
                  <a:lnTo>
                    <a:pt x="4183082" y="2602754"/>
                  </a:lnTo>
                  <a:lnTo>
                    <a:pt x="4183713" y="2602754"/>
                  </a:lnTo>
                  <a:lnTo>
                    <a:pt x="4184091" y="2602754"/>
                  </a:lnTo>
                  <a:lnTo>
                    <a:pt x="4184595" y="2602754"/>
                  </a:lnTo>
                  <a:lnTo>
                    <a:pt x="4184848" y="2602754"/>
                  </a:lnTo>
                  <a:lnTo>
                    <a:pt x="4184974" y="2602754"/>
                  </a:lnTo>
                  <a:lnTo>
                    <a:pt x="4185100" y="2602754"/>
                  </a:lnTo>
                  <a:lnTo>
                    <a:pt x="4185604" y="2602754"/>
                  </a:lnTo>
                  <a:lnTo>
                    <a:pt x="4186108" y="2602754"/>
                  </a:lnTo>
                  <a:lnTo>
                    <a:pt x="4186361" y="2602754"/>
                  </a:lnTo>
                  <a:lnTo>
                    <a:pt x="4186487" y="2602754"/>
                  </a:lnTo>
                  <a:lnTo>
                    <a:pt x="4186739" y="2602754"/>
                  </a:lnTo>
                  <a:lnTo>
                    <a:pt x="4186865" y="2602754"/>
                  </a:lnTo>
                  <a:lnTo>
                    <a:pt x="4188126" y="2602754"/>
                  </a:lnTo>
                  <a:lnTo>
                    <a:pt x="4188252" y="2602754"/>
                  </a:lnTo>
                  <a:lnTo>
                    <a:pt x="4188378" y="2602754"/>
                  </a:lnTo>
                  <a:lnTo>
                    <a:pt x="4188756" y="2602754"/>
                  </a:lnTo>
                  <a:lnTo>
                    <a:pt x="4188882" y="2602754"/>
                  </a:lnTo>
                  <a:lnTo>
                    <a:pt x="4189387" y="2602754"/>
                  </a:lnTo>
                  <a:lnTo>
                    <a:pt x="4190143" y="2602754"/>
                  </a:lnTo>
                  <a:lnTo>
                    <a:pt x="4190521" y="2602754"/>
                  </a:lnTo>
                  <a:lnTo>
                    <a:pt x="4190900" y="2602754"/>
                  </a:lnTo>
                  <a:lnTo>
                    <a:pt x="4191026" y="2602754"/>
                  </a:lnTo>
                  <a:lnTo>
                    <a:pt x="4191908" y="2602754"/>
                  </a:lnTo>
                  <a:lnTo>
                    <a:pt x="4192035" y="2602754"/>
                  </a:lnTo>
                  <a:lnTo>
                    <a:pt x="4192791" y="2602754"/>
                  </a:lnTo>
                  <a:lnTo>
                    <a:pt x="4193169" y="2602754"/>
                  </a:lnTo>
                  <a:lnTo>
                    <a:pt x="4193295" y="2602754"/>
                  </a:lnTo>
                  <a:lnTo>
                    <a:pt x="4193421" y="2602754"/>
                  </a:lnTo>
                  <a:lnTo>
                    <a:pt x="4193674" y="2602754"/>
                  </a:lnTo>
                  <a:lnTo>
                    <a:pt x="4193800" y="2602754"/>
                  </a:lnTo>
                  <a:lnTo>
                    <a:pt x="4193926" y="2602754"/>
                  </a:lnTo>
                  <a:lnTo>
                    <a:pt x="4194304" y="2602754"/>
                  </a:lnTo>
                  <a:lnTo>
                    <a:pt x="4194430" y="2602754"/>
                  </a:lnTo>
                  <a:lnTo>
                    <a:pt x="4194808" y="2602754"/>
                  </a:lnTo>
                  <a:lnTo>
                    <a:pt x="4194935" y="2602754"/>
                  </a:lnTo>
                  <a:lnTo>
                    <a:pt x="4195439" y="2602754"/>
                  </a:lnTo>
                  <a:lnTo>
                    <a:pt x="4195817" y="2602754"/>
                  </a:lnTo>
                  <a:lnTo>
                    <a:pt x="4196321" y="2602754"/>
                  </a:lnTo>
                  <a:lnTo>
                    <a:pt x="4196574" y="2602754"/>
                  </a:lnTo>
                  <a:lnTo>
                    <a:pt x="4197582" y="2602754"/>
                  </a:lnTo>
                  <a:lnTo>
                    <a:pt x="4197835" y="2602754"/>
                  </a:lnTo>
                  <a:lnTo>
                    <a:pt x="4198339" y="2602754"/>
                  </a:lnTo>
                  <a:lnTo>
                    <a:pt x="4198591" y="2602754"/>
                  </a:lnTo>
                  <a:lnTo>
                    <a:pt x="4198843" y="2602754"/>
                  </a:lnTo>
                  <a:lnTo>
                    <a:pt x="4198969" y="2602754"/>
                  </a:lnTo>
                  <a:lnTo>
                    <a:pt x="4199222" y="2602754"/>
                  </a:lnTo>
                  <a:lnTo>
                    <a:pt x="4199348" y="2602754"/>
                  </a:lnTo>
                  <a:lnTo>
                    <a:pt x="4199474" y="2602754"/>
                  </a:lnTo>
                  <a:lnTo>
                    <a:pt x="4199726" y="2602754"/>
                  </a:lnTo>
                  <a:lnTo>
                    <a:pt x="4199978" y="2602754"/>
                  </a:lnTo>
                  <a:lnTo>
                    <a:pt x="4200482" y="2602754"/>
                  </a:lnTo>
                  <a:lnTo>
                    <a:pt x="4200608" y="2602754"/>
                  </a:lnTo>
                  <a:lnTo>
                    <a:pt x="4200987" y="2602754"/>
                  </a:lnTo>
                  <a:lnTo>
                    <a:pt x="4201113" y="2602754"/>
                  </a:lnTo>
                  <a:lnTo>
                    <a:pt x="4201239" y="2602754"/>
                  </a:lnTo>
                  <a:lnTo>
                    <a:pt x="4201743" y="2602754"/>
                  </a:lnTo>
                  <a:lnTo>
                    <a:pt x="4201869" y="2602754"/>
                  </a:lnTo>
                  <a:lnTo>
                    <a:pt x="4201995" y="2602754"/>
                  </a:lnTo>
                  <a:lnTo>
                    <a:pt x="4202122" y="2602754"/>
                  </a:lnTo>
                  <a:lnTo>
                    <a:pt x="4202374" y="2602754"/>
                  </a:lnTo>
                  <a:lnTo>
                    <a:pt x="4202500" y="2602754"/>
                  </a:lnTo>
                  <a:lnTo>
                    <a:pt x="4204769" y="2602754"/>
                  </a:lnTo>
                  <a:lnTo>
                    <a:pt x="4204895" y="2602754"/>
                  </a:lnTo>
                  <a:lnTo>
                    <a:pt x="4205022" y="2602754"/>
                  </a:lnTo>
                  <a:lnTo>
                    <a:pt x="4205652" y="2602754"/>
                  </a:lnTo>
                  <a:lnTo>
                    <a:pt x="4205778" y="2602754"/>
                  </a:lnTo>
                  <a:lnTo>
                    <a:pt x="4205904" y="2602754"/>
                  </a:lnTo>
                  <a:lnTo>
                    <a:pt x="4206282" y="2602754"/>
                  </a:lnTo>
                  <a:lnTo>
                    <a:pt x="4206408" y="2602754"/>
                  </a:lnTo>
                  <a:lnTo>
                    <a:pt x="4206535" y="2602754"/>
                  </a:lnTo>
                  <a:lnTo>
                    <a:pt x="4206787" y="2602754"/>
                  </a:lnTo>
                  <a:lnTo>
                    <a:pt x="4207039" y="2602754"/>
                  </a:lnTo>
                  <a:lnTo>
                    <a:pt x="4207417" y="2602754"/>
                  </a:lnTo>
                  <a:lnTo>
                    <a:pt x="4207669" y="2602754"/>
                  </a:lnTo>
                  <a:lnTo>
                    <a:pt x="4207795" y="2602754"/>
                  </a:lnTo>
                  <a:lnTo>
                    <a:pt x="4209056" y="2602754"/>
                  </a:lnTo>
                  <a:lnTo>
                    <a:pt x="4209182" y="2602754"/>
                  </a:lnTo>
                  <a:lnTo>
                    <a:pt x="4209435" y="2602754"/>
                  </a:lnTo>
                  <a:lnTo>
                    <a:pt x="4210695" y="2602754"/>
                  </a:lnTo>
                  <a:lnTo>
                    <a:pt x="4211074" y="2597475"/>
                  </a:lnTo>
                  <a:lnTo>
                    <a:pt x="4211200" y="2597475"/>
                  </a:lnTo>
                  <a:lnTo>
                    <a:pt x="4211578" y="2597475"/>
                  </a:lnTo>
                  <a:lnTo>
                    <a:pt x="4211830" y="2597475"/>
                  </a:lnTo>
                  <a:lnTo>
                    <a:pt x="4212461" y="2597475"/>
                  </a:lnTo>
                  <a:lnTo>
                    <a:pt x="4212713" y="2597475"/>
                  </a:lnTo>
                  <a:lnTo>
                    <a:pt x="4213091" y="2597475"/>
                  </a:lnTo>
                  <a:lnTo>
                    <a:pt x="4213217" y="2597475"/>
                  </a:lnTo>
                  <a:lnTo>
                    <a:pt x="4213343" y="2597475"/>
                  </a:lnTo>
                  <a:lnTo>
                    <a:pt x="4213722" y="2597475"/>
                  </a:lnTo>
                  <a:lnTo>
                    <a:pt x="4213848" y="2597475"/>
                  </a:lnTo>
                  <a:lnTo>
                    <a:pt x="4214352" y="2597475"/>
                  </a:lnTo>
                  <a:lnTo>
                    <a:pt x="4214730" y="2597475"/>
                  </a:lnTo>
                  <a:lnTo>
                    <a:pt x="4214856" y="2597475"/>
                  </a:lnTo>
                  <a:lnTo>
                    <a:pt x="4214982" y="2597475"/>
                  </a:lnTo>
                  <a:lnTo>
                    <a:pt x="4215109" y="2597475"/>
                  </a:lnTo>
                  <a:lnTo>
                    <a:pt x="4215235" y="2597475"/>
                  </a:lnTo>
                  <a:lnTo>
                    <a:pt x="4215739" y="2597475"/>
                  </a:lnTo>
                  <a:lnTo>
                    <a:pt x="4215991" y="2597475"/>
                  </a:lnTo>
                  <a:lnTo>
                    <a:pt x="4217126" y="2597475"/>
                  </a:lnTo>
                  <a:lnTo>
                    <a:pt x="4217504" y="2597475"/>
                  </a:lnTo>
                  <a:lnTo>
                    <a:pt x="4217882" y="2597475"/>
                  </a:lnTo>
                  <a:lnTo>
                    <a:pt x="4218135" y="2597475"/>
                  </a:lnTo>
                  <a:lnTo>
                    <a:pt x="4218765" y="2597475"/>
                  </a:lnTo>
                  <a:lnTo>
                    <a:pt x="4218891" y="2597475"/>
                  </a:lnTo>
                  <a:lnTo>
                    <a:pt x="4219396" y="2597475"/>
                  </a:lnTo>
                  <a:lnTo>
                    <a:pt x="4219522" y="2597475"/>
                  </a:lnTo>
                  <a:lnTo>
                    <a:pt x="4219648" y="2597475"/>
                  </a:lnTo>
                  <a:lnTo>
                    <a:pt x="4219774" y="2597475"/>
                  </a:lnTo>
                  <a:lnTo>
                    <a:pt x="4220152" y="2597475"/>
                  </a:lnTo>
                  <a:lnTo>
                    <a:pt x="4220278" y="2597475"/>
                  </a:lnTo>
                  <a:lnTo>
                    <a:pt x="4220530" y="2597475"/>
                  </a:lnTo>
                  <a:lnTo>
                    <a:pt x="4220782" y="2597475"/>
                  </a:lnTo>
                  <a:lnTo>
                    <a:pt x="4221791" y="2597475"/>
                  </a:lnTo>
                  <a:lnTo>
                    <a:pt x="4221917" y="2597475"/>
                  </a:lnTo>
                  <a:lnTo>
                    <a:pt x="4222169" y="2597475"/>
                  </a:lnTo>
                  <a:lnTo>
                    <a:pt x="4222296" y="2597475"/>
                  </a:lnTo>
                  <a:lnTo>
                    <a:pt x="4223430" y="2597475"/>
                  </a:lnTo>
                  <a:lnTo>
                    <a:pt x="4223556" y="2597475"/>
                  </a:lnTo>
                  <a:lnTo>
                    <a:pt x="4224313" y="2597475"/>
                  </a:lnTo>
                  <a:lnTo>
                    <a:pt x="4224691" y="2597475"/>
                  </a:lnTo>
                  <a:lnTo>
                    <a:pt x="4224943" y="2597475"/>
                  </a:lnTo>
                  <a:lnTo>
                    <a:pt x="4225574" y="2597475"/>
                  </a:lnTo>
                  <a:lnTo>
                    <a:pt x="4226078" y="2597475"/>
                  </a:lnTo>
                  <a:lnTo>
                    <a:pt x="4226330" y="2597475"/>
                  </a:lnTo>
                  <a:lnTo>
                    <a:pt x="4226456" y="2597475"/>
                  </a:lnTo>
                  <a:lnTo>
                    <a:pt x="4226961" y="2597475"/>
                  </a:lnTo>
                  <a:lnTo>
                    <a:pt x="4227339" y="2597475"/>
                  </a:lnTo>
                  <a:lnTo>
                    <a:pt x="4227465" y="2592195"/>
                  </a:lnTo>
                  <a:lnTo>
                    <a:pt x="4228222" y="2592195"/>
                  </a:lnTo>
                  <a:lnTo>
                    <a:pt x="4228348" y="2592195"/>
                  </a:lnTo>
                  <a:lnTo>
                    <a:pt x="4228600" y="2592195"/>
                  </a:lnTo>
                  <a:lnTo>
                    <a:pt x="4228852" y="2592195"/>
                  </a:lnTo>
                  <a:lnTo>
                    <a:pt x="4229356" y="2586916"/>
                  </a:lnTo>
                  <a:lnTo>
                    <a:pt x="4229483" y="2586916"/>
                  </a:lnTo>
                  <a:lnTo>
                    <a:pt x="4229609" y="2586916"/>
                  </a:lnTo>
                  <a:lnTo>
                    <a:pt x="4229987" y="2586916"/>
                  </a:lnTo>
                  <a:lnTo>
                    <a:pt x="4230491" y="2586916"/>
                  </a:lnTo>
                  <a:lnTo>
                    <a:pt x="4230617" y="2586916"/>
                  </a:lnTo>
                  <a:lnTo>
                    <a:pt x="4230743" y="2586916"/>
                  </a:lnTo>
                  <a:lnTo>
                    <a:pt x="4230869" y="2586916"/>
                  </a:lnTo>
                  <a:lnTo>
                    <a:pt x="4231248" y="2586916"/>
                  </a:lnTo>
                  <a:lnTo>
                    <a:pt x="4231374" y="2586916"/>
                  </a:lnTo>
                  <a:lnTo>
                    <a:pt x="4232004" y="2586916"/>
                  </a:lnTo>
                  <a:lnTo>
                    <a:pt x="4232256" y="2586916"/>
                  </a:lnTo>
                  <a:lnTo>
                    <a:pt x="4232383" y="2586916"/>
                  </a:lnTo>
                  <a:lnTo>
                    <a:pt x="4232509" y="2586916"/>
                  </a:lnTo>
                  <a:lnTo>
                    <a:pt x="4232887" y="2581637"/>
                  </a:lnTo>
                  <a:lnTo>
                    <a:pt x="4233013" y="2581637"/>
                  </a:lnTo>
                  <a:lnTo>
                    <a:pt x="4233139" y="2581637"/>
                  </a:lnTo>
                  <a:lnTo>
                    <a:pt x="4233643" y="2581637"/>
                  </a:lnTo>
                  <a:lnTo>
                    <a:pt x="4234274" y="2576357"/>
                  </a:lnTo>
                  <a:lnTo>
                    <a:pt x="4235661" y="2576357"/>
                  </a:lnTo>
                  <a:lnTo>
                    <a:pt x="4235787" y="2576357"/>
                  </a:lnTo>
                  <a:lnTo>
                    <a:pt x="4235913" y="2576357"/>
                  </a:lnTo>
                  <a:lnTo>
                    <a:pt x="4236039" y="2576357"/>
                  </a:lnTo>
                  <a:lnTo>
                    <a:pt x="4236165" y="2576357"/>
                  </a:lnTo>
                  <a:lnTo>
                    <a:pt x="4236417" y="2576357"/>
                  </a:lnTo>
                  <a:lnTo>
                    <a:pt x="4236543" y="2576357"/>
                  </a:lnTo>
                  <a:lnTo>
                    <a:pt x="4236670" y="2576357"/>
                  </a:lnTo>
                  <a:lnTo>
                    <a:pt x="4236796" y="2576357"/>
                  </a:lnTo>
                  <a:lnTo>
                    <a:pt x="4236922" y="2576357"/>
                  </a:lnTo>
                  <a:lnTo>
                    <a:pt x="4237048" y="2576357"/>
                  </a:lnTo>
                  <a:lnTo>
                    <a:pt x="4237174" y="2576357"/>
                  </a:lnTo>
                  <a:lnTo>
                    <a:pt x="4237552" y="2576357"/>
                  </a:lnTo>
                  <a:lnTo>
                    <a:pt x="4237678" y="2576357"/>
                  </a:lnTo>
                  <a:lnTo>
                    <a:pt x="4240326" y="2571078"/>
                  </a:lnTo>
                  <a:lnTo>
                    <a:pt x="4240326" y="2565798"/>
                  </a:lnTo>
                  <a:lnTo>
                    <a:pt x="4240452" y="2565798"/>
                  </a:lnTo>
                  <a:lnTo>
                    <a:pt x="4240830" y="2565798"/>
                  </a:lnTo>
                  <a:lnTo>
                    <a:pt x="4241083" y="2565798"/>
                  </a:lnTo>
                  <a:lnTo>
                    <a:pt x="4241209" y="2565798"/>
                  </a:lnTo>
                  <a:lnTo>
                    <a:pt x="4241461" y="2565798"/>
                  </a:lnTo>
                  <a:lnTo>
                    <a:pt x="4241587" y="2565798"/>
                  </a:lnTo>
                  <a:lnTo>
                    <a:pt x="4241713" y="2565798"/>
                  </a:lnTo>
                  <a:lnTo>
                    <a:pt x="4242091" y="2565798"/>
                  </a:lnTo>
                  <a:lnTo>
                    <a:pt x="4242217" y="2565798"/>
                  </a:lnTo>
                  <a:lnTo>
                    <a:pt x="4242596" y="2565798"/>
                  </a:lnTo>
                  <a:lnTo>
                    <a:pt x="4243226" y="2565798"/>
                  </a:lnTo>
                  <a:lnTo>
                    <a:pt x="4243352" y="2565798"/>
                  </a:lnTo>
                  <a:lnTo>
                    <a:pt x="4243478" y="2565798"/>
                  </a:lnTo>
                  <a:lnTo>
                    <a:pt x="4243857" y="2565798"/>
                  </a:lnTo>
                  <a:lnTo>
                    <a:pt x="4244109" y="2565798"/>
                  </a:lnTo>
                  <a:lnTo>
                    <a:pt x="4244361" y="2565798"/>
                  </a:lnTo>
                  <a:lnTo>
                    <a:pt x="4244739" y="2565798"/>
                  </a:lnTo>
                  <a:lnTo>
                    <a:pt x="4244865" y="2565798"/>
                  </a:lnTo>
                  <a:lnTo>
                    <a:pt x="4245117" y="2565798"/>
                  </a:lnTo>
                  <a:lnTo>
                    <a:pt x="4245243" y="2565798"/>
                  </a:lnTo>
                  <a:lnTo>
                    <a:pt x="4245748" y="2565798"/>
                  </a:lnTo>
                  <a:lnTo>
                    <a:pt x="4246000" y="2565798"/>
                  </a:lnTo>
                  <a:lnTo>
                    <a:pt x="4246757" y="2565798"/>
                  </a:lnTo>
                  <a:lnTo>
                    <a:pt x="4246883" y="2565798"/>
                  </a:lnTo>
                  <a:lnTo>
                    <a:pt x="4247135" y="2565798"/>
                  </a:lnTo>
                  <a:lnTo>
                    <a:pt x="4247261" y="2565798"/>
                  </a:lnTo>
                  <a:lnTo>
                    <a:pt x="4247639" y="2565798"/>
                  </a:lnTo>
                  <a:lnTo>
                    <a:pt x="4247765" y="2565798"/>
                  </a:lnTo>
                  <a:lnTo>
                    <a:pt x="4248017" y="2565798"/>
                  </a:lnTo>
                  <a:lnTo>
                    <a:pt x="4248270" y="2565798"/>
                  </a:lnTo>
                  <a:lnTo>
                    <a:pt x="4248900" y="2565798"/>
                  </a:lnTo>
                  <a:lnTo>
                    <a:pt x="4249026" y="2565798"/>
                  </a:lnTo>
                  <a:lnTo>
                    <a:pt x="4249909" y="2565798"/>
                  </a:lnTo>
                  <a:lnTo>
                    <a:pt x="4250917" y="2565798"/>
                  </a:lnTo>
                  <a:lnTo>
                    <a:pt x="4251926" y="2565798"/>
                  </a:lnTo>
                  <a:lnTo>
                    <a:pt x="4252052" y="2565798"/>
                  </a:lnTo>
                  <a:lnTo>
                    <a:pt x="4252304" y="2565798"/>
                  </a:lnTo>
                  <a:lnTo>
                    <a:pt x="4252430" y="2565798"/>
                  </a:lnTo>
                  <a:lnTo>
                    <a:pt x="4252683" y="2565798"/>
                  </a:lnTo>
                  <a:lnTo>
                    <a:pt x="4252809" y="2565798"/>
                  </a:lnTo>
                  <a:lnTo>
                    <a:pt x="4253061" y="2565798"/>
                  </a:lnTo>
                  <a:lnTo>
                    <a:pt x="4254952" y="2560519"/>
                  </a:lnTo>
                  <a:lnTo>
                    <a:pt x="4255204" y="2560519"/>
                  </a:lnTo>
                  <a:lnTo>
                    <a:pt x="4255330" y="2560519"/>
                  </a:lnTo>
                  <a:lnTo>
                    <a:pt x="4255583" y="2560519"/>
                  </a:lnTo>
                  <a:lnTo>
                    <a:pt x="4255709" y="2560519"/>
                  </a:lnTo>
                  <a:lnTo>
                    <a:pt x="4255835" y="2560519"/>
                  </a:lnTo>
                  <a:lnTo>
                    <a:pt x="4255961" y="2560519"/>
                  </a:lnTo>
                  <a:lnTo>
                    <a:pt x="4256339" y="2560519"/>
                  </a:lnTo>
                  <a:lnTo>
                    <a:pt x="4256591" y="2560519"/>
                  </a:lnTo>
                  <a:lnTo>
                    <a:pt x="4256717" y="2560519"/>
                  </a:lnTo>
                  <a:lnTo>
                    <a:pt x="4256844" y="2560519"/>
                  </a:lnTo>
                  <a:lnTo>
                    <a:pt x="4257096" y="2560519"/>
                  </a:lnTo>
                  <a:lnTo>
                    <a:pt x="4257726" y="2560519"/>
                  </a:lnTo>
                  <a:lnTo>
                    <a:pt x="4257978" y="2560519"/>
                  </a:lnTo>
                  <a:lnTo>
                    <a:pt x="4258231" y="2560519"/>
                  </a:lnTo>
                  <a:lnTo>
                    <a:pt x="4258357" y="2560519"/>
                  </a:lnTo>
                  <a:lnTo>
                    <a:pt x="4258609" y="2560519"/>
                  </a:lnTo>
                  <a:lnTo>
                    <a:pt x="4259239" y="2560519"/>
                  </a:lnTo>
                  <a:lnTo>
                    <a:pt x="4259365" y="2560519"/>
                  </a:lnTo>
                  <a:lnTo>
                    <a:pt x="4259491" y="2560519"/>
                  </a:lnTo>
                  <a:lnTo>
                    <a:pt x="4259744" y="2560519"/>
                  </a:lnTo>
                  <a:lnTo>
                    <a:pt x="4260248" y="2560519"/>
                  </a:lnTo>
                  <a:lnTo>
                    <a:pt x="4260500" y="2560519"/>
                  </a:lnTo>
                  <a:lnTo>
                    <a:pt x="4260878" y="2560519"/>
                  </a:lnTo>
                  <a:lnTo>
                    <a:pt x="4261761" y="2560519"/>
                  </a:lnTo>
                  <a:lnTo>
                    <a:pt x="4262265" y="2560519"/>
                  </a:lnTo>
                  <a:lnTo>
                    <a:pt x="4262391" y="2560519"/>
                  </a:lnTo>
                  <a:lnTo>
                    <a:pt x="4262644" y="2560519"/>
                  </a:lnTo>
                  <a:lnTo>
                    <a:pt x="4263022" y="2560519"/>
                  </a:lnTo>
                  <a:lnTo>
                    <a:pt x="4263400" y="2560519"/>
                  </a:lnTo>
                  <a:lnTo>
                    <a:pt x="4263778" y="2560519"/>
                  </a:lnTo>
                  <a:lnTo>
                    <a:pt x="4263904" y="2560519"/>
                  </a:lnTo>
                  <a:lnTo>
                    <a:pt x="4264031" y="2560519"/>
                  </a:lnTo>
                  <a:lnTo>
                    <a:pt x="4264157" y="2560519"/>
                  </a:lnTo>
                  <a:lnTo>
                    <a:pt x="4265165" y="2560519"/>
                  </a:lnTo>
                  <a:lnTo>
                    <a:pt x="4265291" y="2560519"/>
                  </a:lnTo>
                  <a:lnTo>
                    <a:pt x="4265544" y="2560519"/>
                  </a:lnTo>
                  <a:lnTo>
                    <a:pt x="4265670" y="2560519"/>
                  </a:lnTo>
                  <a:lnTo>
                    <a:pt x="4266552" y="2560519"/>
                  </a:lnTo>
                  <a:lnTo>
                    <a:pt x="4266931" y="2560519"/>
                  </a:lnTo>
                  <a:lnTo>
                    <a:pt x="4267183" y="2560519"/>
                  </a:lnTo>
                  <a:lnTo>
                    <a:pt x="4267435" y="2560519"/>
                  </a:lnTo>
                  <a:lnTo>
                    <a:pt x="4267813" y="2560519"/>
                  </a:lnTo>
                  <a:lnTo>
                    <a:pt x="4267939" y="2560519"/>
                  </a:lnTo>
                  <a:lnTo>
                    <a:pt x="4268191" y="2560519"/>
                  </a:lnTo>
                  <a:lnTo>
                    <a:pt x="4268444" y="2560519"/>
                  </a:lnTo>
                  <a:lnTo>
                    <a:pt x="4268696" y="2560519"/>
                  </a:lnTo>
                  <a:lnTo>
                    <a:pt x="4269200" y="2560519"/>
                  </a:lnTo>
                  <a:lnTo>
                    <a:pt x="4269326" y="2560519"/>
                  </a:lnTo>
                  <a:lnTo>
                    <a:pt x="4269452" y="2560519"/>
                  </a:lnTo>
                  <a:lnTo>
                    <a:pt x="4269578" y="2560519"/>
                  </a:lnTo>
                  <a:lnTo>
                    <a:pt x="4269704" y="2560519"/>
                  </a:lnTo>
                  <a:lnTo>
                    <a:pt x="4271218" y="2560519"/>
                  </a:lnTo>
                  <a:lnTo>
                    <a:pt x="4271344" y="2560519"/>
                  </a:lnTo>
                  <a:lnTo>
                    <a:pt x="4271722" y="2560519"/>
                  </a:lnTo>
                  <a:lnTo>
                    <a:pt x="4271848" y="2560519"/>
                  </a:lnTo>
                  <a:lnTo>
                    <a:pt x="4271974" y="2560519"/>
                  </a:lnTo>
                  <a:lnTo>
                    <a:pt x="4272226" y="2560519"/>
                  </a:lnTo>
                  <a:lnTo>
                    <a:pt x="4272352" y="2560519"/>
                  </a:lnTo>
                  <a:lnTo>
                    <a:pt x="4273109" y="2560519"/>
                  </a:lnTo>
                  <a:lnTo>
                    <a:pt x="4273235" y="2560519"/>
                  </a:lnTo>
                  <a:lnTo>
                    <a:pt x="4273487" y="2560519"/>
                  </a:lnTo>
                  <a:lnTo>
                    <a:pt x="4273991" y="2560519"/>
                  </a:lnTo>
                  <a:lnTo>
                    <a:pt x="4274244" y="2560519"/>
                  </a:lnTo>
                  <a:lnTo>
                    <a:pt x="4274622" y="2560519"/>
                  </a:lnTo>
                  <a:lnTo>
                    <a:pt x="4275000" y="2560519"/>
                  </a:lnTo>
                  <a:lnTo>
                    <a:pt x="4275126" y="2560519"/>
                  </a:lnTo>
                  <a:lnTo>
                    <a:pt x="4275378" y="2560519"/>
                  </a:lnTo>
                  <a:lnTo>
                    <a:pt x="4275631" y="2560519"/>
                  </a:lnTo>
                  <a:lnTo>
                    <a:pt x="4275757" y="2560519"/>
                  </a:lnTo>
                  <a:lnTo>
                    <a:pt x="4276135" y="2560519"/>
                  </a:lnTo>
                  <a:lnTo>
                    <a:pt x="4276765" y="2560519"/>
                  </a:lnTo>
                  <a:lnTo>
                    <a:pt x="4276891" y="2560519"/>
                  </a:lnTo>
                  <a:lnTo>
                    <a:pt x="4277396" y="2560519"/>
                  </a:lnTo>
                  <a:lnTo>
                    <a:pt x="4278278" y="2560519"/>
                  </a:lnTo>
                  <a:lnTo>
                    <a:pt x="4278657" y="2560519"/>
                  </a:lnTo>
                  <a:lnTo>
                    <a:pt x="4278783" y="2560519"/>
                  </a:lnTo>
                  <a:lnTo>
                    <a:pt x="4279287" y="2560519"/>
                  </a:lnTo>
                  <a:lnTo>
                    <a:pt x="4279539" y="2560519"/>
                  </a:lnTo>
                  <a:lnTo>
                    <a:pt x="4279791" y="2560519"/>
                  </a:lnTo>
                  <a:lnTo>
                    <a:pt x="4281178" y="2560519"/>
                  </a:lnTo>
                  <a:lnTo>
                    <a:pt x="4281431" y="2560519"/>
                  </a:lnTo>
                  <a:lnTo>
                    <a:pt x="4281557" y="2560519"/>
                  </a:lnTo>
                  <a:lnTo>
                    <a:pt x="4281809" y="2560519"/>
                  </a:lnTo>
                  <a:lnTo>
                    <a:pt x="4282187" y="2560519"/>
                  </a:lnTo>
                  <a:lnTo>
                    <a:pt x="4283700" y="2560519"/>
                  </a:lnTo>
                  <a:lnTo>
                    <a:pt x="4283952" y="2560519"/>
                  </a:lnTo>
                  <a:lnTo>
                    <a:pt x="4284457" y="2560519"/>
                  </a:lnTo>
                  <a:lnTo>
                    <a:pt x="4284583" y="2560519"/>
                  </a:lnTo>
                  <a:lnTo>
                    <a:pt x="4284835" y="2560519"/>
                  </a:lnTo>
                  <a:lnTo>
                    <a:pt x="4285213" y="2560519"/>
                  </a:lnTo>
                  <a:lnTo>
                    <a:pt x="4285465" y="2560519"/>
                  </a:lnTo>
                  <a:lnTo>
                    <a:pt x="4286222" y="2560519"/>
                  </a:lnTo>
                  <a:lnTo>
                    <a:pt x="4286474" y="2560519"/>
                  </a:lnTo>
                  <a:lnTo>
                    <a:pt x="4286600" y="2560519"/>
                  </a:lnTo>
                  <a:lnTo>
                    <a:pt x="4286726" y="2560519"/>
                  </a:lnTo>
                  <a:lnTo>
                    <a:pt x="4287231" y="2560519"/>
                  </a:lnTo>
                  <a:lnTo>
                    <a:pt x="4287609" y="2560519"/>
                  </a:lnTo>
                  <a:lnTo>
                    <a:pt x="4287735" y="2560519"/>
                  </a:lnTo>
                  <a:lnTo>
                    <a:pt x="4287861" y="2560519"/>
                  </a:lnTo>
                  <a:lnTo>
                    <a:pt x="4288618" y="2560519"/>
                  </a:lnTo>
                  <a:lnTo>
                    <a:pt x="4288744" y="2560519"/>
                  </a:lnTo>
                  <a:lnTo>
                    <a:pt x="4288870" y="2560519"/>
                  </a:lnTo>
                  <a:lnTo>
                    <a:pt x="4288996" y="2560519"/>
                  </a:lnTo>
                  <a:lnTo>
                    <a:pt x="4289248" y="2560519"/>
                  </a:lnTo>
                  <a:lnTo>
                    <a:pt x="4289374" y="2560519"/>
                  </a:lnTo>
                  <a:lnTo>
                    <a:pt x="4289500" y="2560519"/>
                  </a:lnTo>
                  <a:lnTo>
                    <a:pt x="4289752" y="2560519"/>
                  </a:lnTo>
                  <a:lnTo>
                    <a:pt x="4290887" y="2555239"/>
                  </a:lnTo>
                  <a:lnTo>
                    <a:pt x="4291013" y="2555239"/>
                  </a:lnTo>
                  <a:lnTo>
                    <a:pt x="4291644" y="2555239"/>
                  </a:lnTo>
                  <a:lnTo>
                    <a:pt x="4291770" y="2555239"/>
                  </a:lnTo>
                  <a:lnTo>
                    <a:pt x="4292022" y="2555239"/>
                  </a:lnTo>
                  <a:lnTo>
                    <a:pt x="4292148" y="2549960"/>
                  </a:lnTo>
                  <a:lnTo>
                    <a:pt x="4292274" y="2549960"/>
                  </a:lnTo>
                  <a:lnTo>
                    <a:pt x="4292652" y="2549960"/>
                  </a:lnTo>
                  <a:lnTo>
                    <a:pt x="4293157" y="2544681"/>
                  </a:lnTo>
                  <a:lnTo>
                    <a:pt x="4293535" y="2544681"/>
                  </a:lnTo>
                  <a:lnTo>
                    <a:pt x="4293661" y="2544681"/>
                  </a:lnTo>
                  <a:lnTo>
                    <a:pt x="4293787" y="2544681"/>
                  </a:lnTo>
                  <a:lnTo>
                    <a:pt x="4293913" y="2544681"/>
                  </a:lnTo>
                  <a:lnTo>
                    <a:pt x="4294670" y="2544681"/>
                  </a:lnTo>
                  <a:lnTo>
                    <a:pt x="4294922" y="2544681"/>
                  </a:lnTo>
                  <a:lnTo>
                    <a:pt x="4295426" y="2544681"/>
                  </a:lnTo>
                  <a:lnTo>
                    <a:pt x="4295426" y="2539401"/>
                  </a:lnTo>
                  <a:lnTo>
                    <a:pt x="4295552" y="2539401"/>
                  </a:lnTo>
                  <a:lnTo>
                    <a:pt x="4295679" y="2539401"/>
                  </a:lnTo>
                  <a:lnTo>
                    <a:pt x="4295805" y="2539401"/>
                  </a:lnTo>
                  <a:lnTo>
                    <a:pt x="4296309" y="2539401"/>
                  </a:lnTo>
                  <a:lnTo>
                    <a:pt x="4296813" y="2539401"/>
                  </a:lnTo>
                  <a:lnTo>
                    <a:pt x="4296939" y="2539401"/>
                  </a:lnTo>
                  <a:lnTo>
                    <a:pt x="4297065" y="2539401"/>
                  </a:lnTo>
                  <a:lnTo>
                    <a:pt x="4297192" y="2539401"/>
                  </a:lnTo>
                  <a:lnTo>
                    <a:pt x="4297318" y="2539401"/>
                  </a:lnTo>
                  <a:lnTo>
                    <a:pt x="4297822" y="2539401"/>
                  </a:lnTo>
                  <a:lnTo>
                    <a:pt x="4298074" y="2539401"/>
                  </a:lnTo>
                  <a:lnTo>
                    <a:pt x="4298452" y="2539401"/>
                  </a:lnTo>
                  <a:lnTo>
                    <a:pt x="4298579" y="2539401"/>
                  </a:lnTo>
                  <a:lnTo>
                    <a:pt x="4298831" y="2539401"/>
                  </a:lnTo>
                  <a:lnTo>
                    <a:pt x="4299209" y="2534122"/>
                  </a:lnTo>
                  <a:lnTo>
                    <a:pt x="4299335" y="2534122"/>
                  </a:lnTo>
                  <a:lnTo>
                    <a:pt x="4300092" y="2534122"/>
                  </a:lnTo>
                  <a:lnTo>
                    <a:pt x="4300470" y="2534122"/>
                  </a:lnTo>
                  <a:lnTo>
                    <a:pt x="4300722" y="2534122"/>
                  </a:lnTo>
                  <a:lnTo>
                    <a:pt x="4300848" y="2534122"/>
                  </a:lnTo>
                  <a:lnTo>
                    <a:pt x="4300974" y="2534122"/>
                  </a:lnTo>
                  <a:lnTo>
                    <a:pt x="4301352" y="2534122"/>
                  </a:lnTo>
                  <a:lnTo>
                    <a:pt x="4301731" y="2534122"/>
                  </a:lnTo>
                  <a:lnTo>
                    <a:pt x="4302361" y="2534122"/>
                  </a:lnTo>
                  <a:lnTo>
                    <a:pt x="4302739" y="2534122"/>
                  </a:lnTo>
                  <a:lnTo>
                    <a:pt x="4303370" y="2534122"/>
                  </a:lnTo>
                  <a:lnTo>
                    <a:pt x="4303874" y="2534122"/>
                  </a:lnTo>
                  <a:lnTo>
                    <a:pt x="4304379" y="2534122"/>
                  </a:lnTo>
                  <a:lnTo>
                    <a:pt x="4304757" y="2528842"/>
                  </a:lnTo>
                  <a:lnTo>
                    <a:pt x="4305135" y="2528842"/>
                  </a:lnTo>
                  <a:lnTo>
                    <a:pt x="4305387" y="2528842"/>
                  </a:lnTo>
                  <a:lnTo>
                    <a:pt x="4305766" y="2528842"/>
                  </a:lnTo>
                  <a:lnTo>
                    <a:pt x="4306018" y="2528842"/>
                  </a:lnTo>
                  <a:lnTo>
                    <a:pt x="4306144" y="2528842"/>
                  </a:lnTo>
                  <a:lnTo>
                    <a:pt x="4306396" y="2528842"/>
                  </a:lnTo>
                  <a:lnTo>
                    <a:pt x="4306774" y="2528842"/>
                  </a:lnTo>
                  <a:lnTo>
                    <a:pt x="4307026" y="2528842"/>
                  </a:lnTo>
                  <a:lnTo>
                    <a:pt x="4307153" y="2528842"/>
                  </a:lnTo>
                  <a:lnTo>
                    <a:pt x="4307783" y="2528842"/>
                  </a:lnTo>
                  <a:lnTo>
                    <a:pt x="4307909" y="2528842"/>
                  </a:lnTo>
                  <a:lnTo>
                    <a:pt x="4308035" y="2528842"/>
                  </a:lnTo>
                  <a:lnTo>
                    <a:pt x="4308539" y="2528842"/>
                  </a:lnTo>
                  <a:lnTo>
                    <a:pt x="4308918" y="2528842"/>
                  </a:lnTo>
                  <a:lnTo>
                    <a:pt x="4309422" y="2528842"/>
                  </a:lnTo>
                  <a:lnTo>
                    <a:pt x="4309548" y="2528842"/>
                  </a:lnTo>
                  <a:lnTo>
                    <a:pt x="4310305" y="2528842"/>
                  </a:lnTo>
                  <a:lnTo>
                    <a:pt x="4310431" y="2528842"/>
                  </a:lnTo>
                  <a:lnTo>
                    <a:pt x="4310809" y="2528842"/>
                  </a:lnTo>
                  <a:lnTo>
                    <a:pt x="4310935" y="2528842"/>
                  </a:lnTo>
                  <a:lnTo>
                    <a:pt x="4311187" y="2528842"/>
                  </a:lnTo>
                  <a:lnTo>
                    <a:pt x="4311313" y="2528842"/>
                  </a:lnTo>
                  <a:lnTo>
                    <a:pt x="4311439" y="2528842"/>
                  </a:lnTo>
                  <a:lnTo>
                    <a:pt x="4311944" y="2528842"/>
                  </a:lnTo>
                  <a:lnTo>
                    <a:pt x="4312070" y="2528842"/>
                  </a:lnTo>
                  <a:lnTo>
                    <a:pt x="4312448" y="2528842"/>
                  </a:lnTo>
                  <a:lnTo>
                    <a:pt x="4313331" y="2528842"/>
                  </a:lnTo>
                  <a:lnTo>
                    <a:pt x="4313457" y="2528842"/>
                  </a:lnTo>
                  <a:lnTo>
                    <a:pt x="4313835" y="2528842"/>
                  </a:lnTo>
                  <a:lnTo>
                    <a:pt x="4313961" y="2528842"/>
                  </a:lnTo>
                  <a:lnTo>
                    <a:pt x="4314339" y="2528842"/>
                  </a:lnTo>
                  <a:lnTo>
                    <a:pt x="4314970" y="2528842"/>
                  </a:lnTo>
                  <a:lnTo>
                    <a:pt x="4315096" y="2528842"/>
                  </a:lnTo>
                  <a:lnTo>
                    <a:pt x="4315853" y="2528842"/>
                  </a:lnTo>
                  <a:lnTo>
                    <a:pt x="4316483" y="2528842"/>
                  </a:lnTo>
                  <a:lnTo>
                    <a:pt x="4316609" y="2528842"/>
                  </a:lnTo>
                  <a:lnTo>
                    <a:pt x="4317366" y="2528842"/>
                  </a:lnTo>
                  <a:lnTo>
                    <a:pt x="4317492" y="2528842"/>
                  </a:lnTo>
                  <a:lnTo>
                    <a:pt x="4318122" y="2528842"/>
                  </a:lnTo>
                  <a:lnTo>
                    <a:pt x="4318248" y="2528842"/>
                  </a:lnTo>
                  <a:lnTo>
                    <a:pt x="4318879" y="2528842"/>
                  </a:lnTo>
                  <a:lnTo>
                    <a:pt x="4319635" y="2523563"/>
                  </a:lnTo>
                  <a:lnTo>
                    <a:pt x="4320140" y="2523563"/>
                  </a:lnTo>
                  <a:lnTo>
                    <a:pt x="4320266" y="2523563"/>
                  </a:lnTo>
                  <a:lnTo>
                    <a:pt x="4320518" y="2523563"/>
                  </a:lnTo>
                  <a:lnTo>
                    <a:pt x="4321022" y="2523563"/>
                  </a:lnTo>
                  <a:lnTo>
                    <a:pt x="4321526" y="2523563"/>
                  </a:lnTo>
                  <a:lnTo>
                    <a:pt x="4321653" y="2523563"/>
                  </a:lnTo>
                  <a:lnTo>
                    <a:pt x="4321905" y="2523563"/>
                  </a:lnTo>
                  <a:lnTo>
                    <a:pt x="4322157" y="2523563"/>
                  </a:lnTo>
                  <a:lnTo>
                    <a:pt x="4322535" y="2523563"/>
                  </a:lnTo>
                  <a:lnTo>
                    <a:pt x="4323670" y="2523563"/>
                  </a:lnTo>
                  <a:lnTo>
                    <a:pt x="4323796" y="2523563"/>
                  </a:lnTo>
                  <a:lnTo>
                    <a:pt x="4323922" y="2523563"/>
                  </a:lnTo>
                  <a:lnTo>
                    <a:pt x="4324048" y="2523563"/>
                  </a:lnTo>
                  <a:lnTo>
                    <a:pt x="4324174" y="2523563"/>
                  </a:lnTo>
                  <a:lnTo>
                    <a:pt x="4324553" y="2523563"/>
                  </a:lnTo>
                  <a:lnTo>
                    <a:pt x="4324931" y="2518283"/>
                  </a:lnTo>
                  <a:lnTo>
                    <a:pt x="4325057" y="2518283"/>
                  </a:lnTo>
                  <a:lnTo>
                    <a:pt x="4325435" y="2518283"/>
                  </a:lnTo>
                  <a:lnTo>
                    <a:pt x="4325940" y="2518283"/>
                  </a:lnTo>
                  <a:lnTo>
                    <a:pt x="4326066" y="2518283"/>
                  </a:lnTo>
                  <a:lnTo>
                    <a:pt x="4326192" y="2518283"/>
                  </a:lnTo>
                  <a:lnTo>
                    <a:pt x="4327074" y="2518283"/>
                  </a:lnTo>
                  <a:lnTo>
                    <a:pt x="4327579" y="2518283"/>
                  </a:lnTo>
                  <a:lnTo>
                    <a:pt x="4327705" y="2518283"/>
                  </a:lnTo>
                  <a:lnTo>
                    <a:pt x="4327831" y="2518283"/>
                  </a:lnTo>
                  <a:lnTo>
                    <a:pt x="4327957" y="2518283"/>
                  </a:lnTo>
                  <a:lnTo>
                    <a:pt x="4328335" y="2518283"/>
                  </a:lnTo>
                  <a:lnTo>
                    <a:pt x="4328587" y="2518283"/>
                  </a:lnTo>
                  <a:lnTo>
                    <a:pt x="4328713" y="2518283"/>
                  </a:lnTo>
                  <a:lnTo>
                    <a:pt x="4329848" y="2518283"/>
                  </a:lnTo>
                  <a:lnTo>
                    <a:pt x="4329974" y="2518283"/>
                  </a:lnTo>
                  <a:lnTo>
                    <a:pt x="4330100" y="2518283"/>
                  </a:lnTo>
                  <a:lnTo>
                    <a:pt x="4330479" y="2518283"/>
                  </a:lnTo>
                  <a:lnTo>
                    <a:pt x="4330857" y="2518283"/>
                  </a:lnTo>
                  <a:lnTo>
                    <a:pt x="4331487" y="2518283"/>
                  </a:lnTo>
                  <a:lnTo>
                    <a:pt x="4331614" y="2518283"/>
                  </a:lnTo>
                  <a:lnTo>
                    <a:pt x="4332244" y="2518283"/>
                  </a:lnTo>
                  <a:lnTo>
                    <a:pt x="4332622" y="2518283"/>
                  </a:lnTo>
                  <a:lnTo>
                    <a:pt x="4333631" y="2518283"/>
                  </a:lnTo>
                  <a:lnTo>
                    <a:pt x="4334892" y="2518283"/>
                  </a:lnTo>
                  <a:lnTo>
                    <a:pt x="4335018" y="2518283"/>
                  </a:lnTo>
                  <a:lnTo>
                    <a:pt x="4335144" y="2518283"/>
                  </a:lnTo>
                  <a:lnTo>
                    <a:pt x="4335270" y="2518283"/>
                  </a:lnTo>
                  <a:lnTo>
                    <a:pt x="4335396" y="2518283"/>
                  </a:lnTo>
                  <a:lnTo>
                    <a:pt x="4335774" y="2518283"/>
                  </a:lnTo>
                  <a:lnTo>
                    <a:pt x="4335900" y="2518283"/>
                  </a:lnTo>
                  <a:lnTo>
                    <a:pt x="4336027" y="2513004"/>
                  </a:lnTo>
                  <a:lnTo>
                    <a:pt x="4336279" y="2513004"/>
                  </a:lnTo>
                  <a:lnTo>
                    <a:pt x="4336657" y="2513004"/>
                  </a:lnTo>
                  <a:lnTo>
                    <a:pt x="4336783" y="2513004"/>
                  </a:lnTo>
                  <a:lnTo>
                    <a:pt x="4336909" y="2513004"/>
                  </a:lnTo>
                  <a:lnTo>
                    <a:pt x="4337161" y="2513004"/>
                  </a:lnTo>
                  <a:lnTo>
                    <a:pt x="4337414" y="2513004"/>
                  </a:lnTo>
                  <a:lnTo>
                    <a:pt x="4337540" y="2513004"/>
                  </a:lnTo>
                  <a:lnTo>
                    <a:pt x="4337666" y="2513004"/>
                  </a:lnTo>
                  <a:lnTo>
                    <a:pt x="4339053" y="2513004"/>
                  </a:lnTo>
                  <a:lnTo>
                    <a:pt x="4339179" y="2513004"/>
                  </a:lnTo>
                  <a:lnTo>
                    <a:pt x="4339431" y="2513004"/>
                  </a:lnTo>
                  <a:lnTo>
                    <a:pt x="4339557" y="2513004"/>
                  </a:lnTo>
                  <a:lnTo>
                    <a:pt x="4339683" y="2513004"/>
                  </a:lnTo>
                  <a:lnTo>
                    <a:pt x="4339935" y="2513004"/>
                  </a:lnTo>
                  <a:lnTo>
                    <a:pt x="4340187" y="2513004"/>
                  </a:lnTo>
                  <a:lnTo>
                    <a:pt x="4340440" y="2513004"/>
                  </a:lnTo>
                  <a:lnTo>
                    <a:pt x="4340818" y="2513004"/>
                  </a:lnTo>
                  <a:lnTo>
                    <a:pt x="4340944" y="2513004"/>
                  </a:lnTo>
                  <a:lnTo>
                    <a:pt x="4342709" y="2513004"/>
                  </a:lnTo>
                  <a:lnTo>
                    <a:pt x="4343087" y="2513004"/>
                  </a:lnTo>
                  <a:lnTo>
                    <a:pt x="4343466" y="2513004"/>
                  </a:lnTo>
                  <a:lnTo>
                    <a:pt x="4343718" y="2513004"/>
                  </a:lnTo>
                  <a:lnTo>
                    <a:pt x="4343844" y="2513004"/>
                  </a:lnTo>
                  <a:lnTo>
                    <a:pt x="4343970" y="2513004"/>
                  </a:lnTo>
                  <a:lnTo>
                    <a:pt x="4344348" y="2513004"/>
                  </a:lnTo>
                  <a:lnTo>
                    <a:pt x="4344601" y="2513004"/>
                  </a:lnTo>
                  <a:lnTo>
                    <a:pt x="4344979" y="2513004"/>
                  </a:lnTo>
                  <a:lnTo>
                    <a:pt x="4345105" y="2513004"/>
                  </a:lnTo>
                  <a:lnTo>
                    <a:pt x="4345231" y="2513004"/>
                  </a:lnTo>
                  <a:lnTo>
                    <a:pt x="4345483" y="2513004"/>
                  </a:lnTo>
                  <a:lnTo>
                    <a:pt x="4345609" y="2513004"/>
                  </a:lnTo>
                  <a:lnTo>
                    <a:pt x="4346618" y="2513004"/>
                  </a:lnTo>
                  <a:lnTo>
                    <a:pt x="4346744" y="2513004"/>
                  </a:lnTo>
                  <a:lnTo>
                    <a:pt x="4347374" y="2513004"/>
                  </a:lnTo>
                  <a:lnTo>
                    <a:pt x="4348005" y="2513004"/>
                  </a:lnTo>
                  <a:lnTo>
                    <a:pt x="4348761" y="2513004"/>
                  </a:lnTo>
                  <a:lnTo>
                    <a:pt x="4348888" y="2513004"/>
                  </a:lnTo>
                  <a:lnTo>
                    <a:pt x="4349140" y="2513004"/>
                  </a:lnTo>
                  <a:lnTo>
                    <a:pt x="4349770" y="2513004"/>
                  </a:lnTo>
                  <a:lnTo>
                    <a:pt x="4350148" y="2513004"/>
                  </a:lnTo>
                  <a:lnTo>
                    <a:pt x="4350274" y="2513004"/>
                  </a:lnTo>
                  <a:lnTo>
                    <a:pt x="4350527" y="2513004"/>
                  </a:lnTo>
                  <a:lnTo>
                    <a:pt x="4350653" y="2513004"/>
                  </a:lnTo>
                  <a:lnTo>
                    <a:pt x="4350779" y="2513004"/>
                  </a:lnTo>
                  <a:lnTo>
                    <a:pt x="4350905" y="2513004"/>
                  </a:lnTo>
                  <a:lnTo>
                    <a:pt x="4351157" y="2513004"/>
                  </a:lnTo>
                  <a:lnTo>
                    <a:pt x="4351283" y="2513004"/>
                  </a:lnTo>
                  <a:lnTo>
                    <a:pt x="4351535" y="2507725"/>
                  </a:lnTo>
                  <a:lnTo>
                    <a:pt x="4351914" y="2507725"/>
                  </a:lnTo>
                  <a:lnTo>
                    <a:pt x="4352544" y="2507725"/>
                  </a:lnTo>
                  <a:lnTo>
                    <a:pt x="4352670" y="2507725"/>
                  </a:lnTo>
                  <a:lnTo>
                    <a:pt x="4352796" y="2507725"/>
                  </a:lnTo>
                  <a:lnTo>
                    <a:pt x="4352922" y="2502445"/>
                  </a:lnTo>
                  <a:lnTo>
                    <a:pt x="4353301" y="2502445"/>
                  </a:lnTo>
                  <a:lnTo>
                    <a:pt x="4353553" y="2502445"/>
                  </a:lnTo>
                  <a:lnTo>
                    <a:pt x="4353805" y="2502445"/>
                  </a:lnTo>
                  <a:lnTo>
                    <a:pt x="4354561" y="2497166"/>
                  </a:lnTo>
                  <a:lnTo>
                    <a:pt x="4354688" y="2497166"/>
                  </a:lnTo>
                  <a:lnTo>
                    <a:pt x="4354940" y="2497166"/>
                  </a:lnTo>
                  <a:lnTo>
                    <a:pt x="4355444" y="2497166"/>
                  </a:lnTo>
                  <a:lnTo>
                    <a:pt x="4355948" y="2497166"/>
                  </a:lnTo>
                  <a:lnTo>
                    <a:pt x="4356453" y="2497166"/>
                  </a:lnTo>
                  <a:lnTo>
                    <a:pt x="4356705" y="2497166"/>
                  </a:lnTo>
                  <a:lnTo>
                    <a:pt x="4356831" y="2497166"/>
                  </a:lnTo>
                  <a:lnTo>
                    <a:pt x="4356957" y="2497166"/>
                  </a:lnTo>
                  <a:lnTo>
                    <a:pt x="4357335" y="2497166"/>
                  </a:lnTo>
                  <a:lnTo>
                    <a:pt x="4358344" y="2497166"/>
                  </a:lnTo>
                  <a:lnTo>
                    <a:pt x="4358596" y="2497166"/>
                  </a:lnTo>
                  <a:lnTo>
                    <a:pt x="4359227" y="2497166"/>
                  </a:lnTo>
                  <a:lnTo>
                    <a:pt x="4359353" y="2497166"/>
                  </a:lnTo>
                  <a:lnTo>
                    <a:pt x="4359479" y="2497166"/>
                  </a:lnTo>
                  <a:lnTo>
                    <a:pt x="4359731" y="2497166"/>
                  </a:lnTo>
                  <a:lnTo>
                    <a:pt x="4360109" y="2497166"/>
                  </a:lnTo>
                  <a:lnTo>
                    <a:pt x="4360361" y="2491886"/>
                  </a:lnTo>
                  <a:lnTo>
                    <a:pt x="4360488" y="2491886"/>
                  </a:lnTo>
                  <a:lnTo>
                    <a:pt x="4361118" y="2491886"/>
                  </a:lnTo>
                  <a:lnTo>
                    <a:pt x="4361622" y="2491886"/>
                  </a:lnTo>
                  <a:lnTo>
                    <a:pt x="4361748" y="2491886"/>
                  </a:lnTo>
                  <a:lnTo>
                    <a:pt x="4362631" y="2491886"/>
                  </a:lnTo>
                  <a:lnTo>
                    <a:pt x="4362757" y="2491886"/>
                  </a:lnTo>
                  <a:lnTo>
                    <a:pt x="4363135" y="2491886"/>
                  </a:lnTo>
                  <a:lnTo>
                    <a:pt x="4363261" y="2491886"/>
                  </a:lnTo>
                  <a:lnTo>
                    <a:pt x="4363388" y="2491886"/>
                  </a:lnTo>
                  <a:lnTo>
                    <a:pt x="4363766" y="2491886"/>
                  </a:lnTo>
                  <a:lnTo>
                    <a:pt x="4364018" y="2486607"/>
                  </a:lnTo>
                  <a:lnTo>
                    <a:pt x="4364522" y="2486607"/>
                  </a:lnTo>
                  <a:lnTo>
                    <a:pt x="4364775" y="2486607"/>
                  </a:lnTo>
                  <a:lnTo>
                    <a:pt x="4365405" y="2486607"/>
                  </a:lnTo>
                  <a:lnTo>
                    <a:pt x="4365657" y="2486607"/>
                  </a:lnTo>
                  <a:lnTo>
                    <a:pt x="4365783" y="2486607"/>
                  </a:lnTo>
                  <a:lnTo>
                    <a:pt x="4366035" y="2486607"/>
                  </a:lnTo>
                  <a:lnTo>
                    <a:pt x="4366666" y="2486607"/>
                  </a:lnTo>
                  <a:lnTo>
                    <a:pt x="4366792" y="2486607"/>
                  </a:lnTo>
                  <a:lnTo>
                    <a:pt x="4367044" y="2486607"/>
                  </a:lnTo>
                  <a:lnTo>
                    <a:pt x="4367170" y="2486607"/>
                  </a:lnTo>
                  <a:lnTo>
                    <a:pt x="4367296" y="2486607"/>
                  </a:lnTo>
                  <a:lnTo>
                    <a:pt x="4367801" y="2486607"/>
                  </a:lnTo>
                  <a:lnTo>
                    <a:pt x="4368305" y="2486607"/>
                  </a:lnTo>
                  <a:lnTo>
                    <a:pt x="4368683" y="2486607"/>
                  </a:lnTo>
                  <a:lnTo>
                    <a:pt x="4369314" y="2486607"/>
                  </a:lnTo>
                  <a:lnTo>
                    <a:pt x="4369440" y="2486607"/>
                  </a:lnTo>
                  <a:lnTo>
                    <a:pt x="4369692" y="2486607"/>
                  </a:lnTo>
                  <a:lnTo>
                    <a:pt x="4370701" y="2486607"/>
                  </a:lnTo>
                  <a:lnTo>
                    <a:pt x="4370827" y="2486607"/>
                  </a:lnTo>
                  <a:lnTo>
                    <a:pt x="4370953" y="2486607"/>
                  </a:lnTo>
                  <a:lnTo>
                    <a:pt x="4371205" y="2486607"/>
                  </a:lnTo>
                  <a:lnTo>
                    <a:pt x="4371331" y="2486607"/>
                  </a:lnTo>
                  <a:lnTo>
                    <a:pt x="4371709" y="2486607"/>
                  </a:lnTo>
                  <a:lnTo>
                    <a:pt x="4371835" y="2486607"/>
                  </a:lnTo>
                  <a:lnTo>
                    <a:pt x="4371962" y="2486607"/>
                  </a:lnTo>
                  <a:lnTo>
                    <a:pt x="4372088" y="2486607"/>
                  </a:lnTo>
                  <a:lnTo>
                    <a:pt x="4372340" y="2486607"/>
                  </a:lnTo>
                  <a:lnTo>
                    <a:pt x="4372466" y="2486607"/>
                  </a:lnTo>
                  <a:lnTo>
                    <a:pt x="4373222" y="2481328"/>
                  </a:lnTo>
                  <a:lnTo>
                    <a:pt x="4373475" y="2481328"/>
                  </a:lnTo>
                  <a:lnTo>
                    <a:pt x="4373853" y="2481328"/>
                  </a:lnTo>
                  <a:lnTo>
                    <a:pt x="4374105" y="2481328"/>
                  </a:lnTo>
                  <a:lnTo>
                    <a:pt x="4374609" y="2476048"/>
                  </a:lnTo>
                  <a:lnTo>
                    <a:pt x="4374735" y="2476048"/>
                  </a:lnTo>
                  <a:lnTo>
                    <a:pt x="4374862" y="2476048"/>
                  </a:lnTo>
                  <a:lnTo>
                    <a:pt x="4375114" y="2476048"/>
                  </a:lnTo>
                  <a:lnTo>
                    <a:pt x="4375366" y="2476048"/>
                  </a:lnTo>
                  <a:lnTo>
                    <a:pt x="4375870" y="2476048"/>
                  </a:lnTo>
                  <a:lnTo>
                    <a:pt x="4375996" y="2476048"/>
                  </a:lnTo>
                  <a:lnTo>
                    <a:pt x="4376122" y="2476048"/>
                  </a:lnTo>
                  <a:lnTo>
                    <a:pt x="4376249" y="2476048"/>
                  </a:lnTo>
                  <a:lnTo>
                    <a:pt x="4376375" y="2476048"/>
                  </a:lnTo>
                  <a:lnTo>
                    <a:pt x="4377005" y="2476048"/>
                  </a:lnTo>
                  <a:lnTo>
                    <a:pt x="4378392" y="2476048"/>
                  </a:lnTo>
                  <a:lnTo>
                    <a:pt x="4378518" y="2476048"/>
                  </a:lnTo>
                  <a:lnTo>
                    <a:pt x="4378644" y="2476048"/>
                  </a:lnTo>
                  <a:lnTo>
                    <a:pt x="4378770" y="2476048"/>
                  </a:lnTo>
                  <a:lnTo>
                    <a:pt x="4378896" y="2476048"/>
                  </a:lnTo>
                  <a:lnTo>
                    <a:pt x="4379275" y="2476048"/>
                  </a:lnTo>
                  <a:lnTo>
                    <a:pt x="4379527" y="2476048"/>
                  </a:lnTo>
                  <a:lnTo>
                    <a:pt x="4379653" y="2476048"/>
                  </a:lnTo>
                  <a:lnTo>
                    <a:pt x="4380662" y="2476048"/>
                  </a:lnTo>
                  <a:lnTo>
                    <a:pt x="4381166" y="2476048"/>
                  </a:lnTo>
                  <a:lnTo>
                    <a:pt x="4381292" y="2476048"/>
                  </a:lnTo>
                  <a:lnTo>
                    <a:pt x="4381670" y="2476048"/>
                  </a:lnTo>
                  <a:lnTo>
                    <a:pt x="4381796" y="2476048"/>
                  </a:lnTo>
                  <a:lnTo>
                    <a:pt x="4382679" y="2476048"/>
                  </a:lnTo>
                  <a:lnTo>
                    <a:pt x="4382805" y="2476048"/>
                  </a:lnTo>
                  <a:lnTo>
                    <a:pt x="4382931" y="2476048"/>
                  </a:lnTo>
                  <a:lnTo>
                    <a:pt x="4383436" y="2476048"/>
                  </a:lnTo>
                  <a:lnTo>
                    <a:pt x="4383940" y="2476048"/>
                  </a:lnTo>
                  <a:lnTo>
                    <a:pt x="4384066" y="2476048"/>
                  </a:lnTo>
                  <a:lnTo>
                    <a:pt x="4384318" y="2476048"/>
                  </a:lnTo>
                  <a:lnTo>
                    <a:pt x="4384444" y="2476048"/>
                  </a:lnTo>
                  <a:lnTo>
                    <a:pt x="4384949" y="2476048"/>
                  </a:lnTo>
                  <a:lnTo>
                    <a:pt x="4385327" y="2476048"/>
                  </a:lnTo>
                  <a:lnTo>
                    <a:pt x="4385453" y="2476048"/>
                  </a:lnTo>
                  <a:lnTo>
                    <a:pt x="4385705" y="2476048"/>
                  </a:lnTo>
                  <a:lnTo>
                    <a:pt x="4385831" y="2476048"/>
                  </a:lnTo>
                  <a:lnTo>
                    <a:pt x="4386083" y="2476048"/>
                  </a:lnTo>
                  <a:lnTo>
                    <a:pt x="4386209" y="2476048"/>
                  </a:lnTo>
                  <a:lnTo>
                    <a:pt x="4386588" y="2476048"/>
                  </a:lnTo>
                  <a:lnTo>
                    <a:pt x="4386714" y="2476048"/>
                  </a:lnTo>
                  <a:lnTo>
                    <a:pt x="4386840" y="2476048"/>
                  </a:lnTo>
                  <a:lnTo>
                    <a:pt x="4387092" y="2476048"/>
                  </a:lnTo>
                  <a:lnTo>
                    <a:pt x="4387849" y="2476048"/>
                  </a:lnTo>
                  <a:lnTo>
                    <a:pt x="4387975" y="2476048"/>
                  </a:lnTo>
                  <a:lnTo>
                    <a:pt x="4388227" y="2476048"/>
                  </a:lnTo>
                  <a:lnTo>
                    <a:pt x="4388353" y="2476048"/>
                  </a:lnTo>
                  <a:lnTo>
                    <a:pt x="4388605" y="2476048"/>
                  </a:lnTo>
                  <a:lnTo>
                    <a:pt x="4389614" y="2465489"/>
                  </a:lnTo>
                  <a:lnTo>
                    <a:pt x="4390118" y="2465489"/>
                  </a:lnTo>
                  <a:lnTo>
                    <a:pt x="4390749" y="2465489"/>
                  </a:lnTo>
                  <a:lnTo>
                    <a:pt x="4390875" y="2465489"/>
                  </a:lnTo>
                  <a:lnTo>
                    <a:pt x="4391001" y="2465489"/>
                  </a:lnTo>
                  <a:lnTo>
                    <a:pt x="4391127" y="2465489"/>
                  </a:lnTo>
                  <a:lnTo>
                    <a:pt x="4391379" y="2465489"/>
                  </a:lnTo>
                  <a:lnTo>
                    <a:pt x="4391631" y="2460210"/>
                  </a:lnTo>
                  <a:lnTo>
                    <a:pt x="4392136" y="2460210"/>
                  </a:lnTo>
                  <a:lnTo>
                    <a:pt x="4392388" y="2460210"/>
                  </a:lnTo>
                  <a:lnTo>
                    <a:pt x="4392640" y="2460210"/>
                  </a:lnTo>
                  <a:lnTo>
                    <a:pt x="4392766" y="2460210"/>
                  </a:lnTo>
                  <a:lnTo>
                    <a:pt x="4393396" y="2460210"/>
                  </a:lnTo>
                  <a:lnTo>
                    <a:pt x="4393649" y="2460210"/>
                  </a:lnTo>
                  <a:lnTo>
                    <a:pt x="4393775" y="2460210"/>
                  </a:lnTo>
                  <a:lnTo>
                    <a:pt x="4393901" y="2460210"/>
                  </a:lnTo>
                  <a:lnTo>
                    <a:pt x="4394027" y="2460210"/>
                  </a:lnTo>
                  <a:lnTo>
                    <a:pt x="4394531" y="2460210"/>
                  </a:lnTo>
                  <a:lnTo>
                    <a:pt x="4394783" y="2460210"/>
                  </a:lnTo>
                  <a:lnTo>
                    <a:pt x="4395162" y="2460210"/>
                  </a:lnTo>
                  <a:lnTo>
                    <a:pt x="4395540" y="2460210"/>
                  </a:lnTo>
                  <a:lnTo>
                    <a:pt x="4395792" y="2460210"/>
                  </a:lnTo>
                  <a:lnTo>
                    <a:pt x="4396423" y="2460210"/>
                  </a:lnTo>
                  <a:lnTo>
                    <a:pt x="4396549" y="2460210"/>
                  </a:lnTo>
                  <a:lnTo>
                    <a:pt x="4396675" y="2460210"/>
                  </a:lnTo>
                  <a:lnTo>
                    <a:pt x="4397179" y="2460210"/>
                  </a:lnTo>
                  <a:lnTo>
                    <a:pt x="4397305" y="2460210"/>
                  </a:lnTo>
                  <a:lnTo>
                    <a:pt x="4397431" y="2460210"/>
                  </a:lnTo>
                  <a:lnTo>
                    <a:pt x="4397557" y="2460210"/>
                  </a:lnTo>
                  <a:lnTo>
                    <a:pt x="4397683" y="2460210"/>
                  </a:lnTo>
                  <a:lnTo>
                    <a:pt x="4397810" y="2460210"/>
                  </a:lnTo>
                  <a:lnTo>
                    <a:pt x="4398188" y="2454930"/>
                  </a:lnTo>
                  <a:lnTo>
                    <a:pt x="4398314" y="2454930"/>
                  </a:lnTo>
                  <a:lnTo>
                    <a:pt x="4398440" y="2454930"/>
                  </a:lnTo>
                  <a:lnTo>
                    <a:pt x="4398566" y="2454930"/>
                  </a:lnTo>
                  <a:lnTo>
                    <a:pt x="4398818" y="2449651"/>
                  </a:lnTo>
                  <a:lnTo>
                    <a:pt x="4399449" y="2449651"/>
                  </a:lnTo>
                  <a:lnTo>
                    <a:pt x="4399701" y="2449651"/>
                  </a:lnTo>
                  <a:lnTo>
                    <a:pt x="4399827" y="2449651"/>
                  </a:lnTo>
                  <a:lnTo>
                    <a:pt x="4399953" y="2449651"/>
                  </a:lnTo>
                  <a:lnTo>
                    <a:pt x="4400079" y="2444372"/>
                  </a:lnTo>
                  <a:lnTo>
                    <a:pt x="4400205" y="2444372"/>
                  </a:lnTo>
                  <a:lnTo>
                    <a:pt x="4400962" y="2444372"/>
                  </a:lnTo>
                  <a:lnTo>
                    <a:pt x="4401340" y="2444372"/>
                  </a:lnTo>
                  <a:lnTo>
                    <a:pt x="4401466" y="2444372"/>
                  </a:lnTo>
                  <a:lnTo>
                    <a:pt x="4401592" y="2444372"/>
                  </a:lnTo>
                  <a:lnTo>
                    <a:pt x="4401970" y="2444372"/>
                  </a:lnTo>
                  <a:lnTo>
                    <a:pt x="4402096" y="2444372"/>
                  </a:lnTo>
                  <a:lnTo>
                    <a:pt x="4402475" y="2444372"/>
                  </a:lnTo>
                  <a:lnTo>
                    <a:pt x="4402979" y="2444372"/>
                  </a:lnTo>
                  <a:lnTo>
                    <a:pt x="4403231" y="2444372"/>
                  </a:lnTo>
                  <a:lnTo>
                    <a:pt x="4403357" y="2444372"/>
                  </a:lnTo>
                  <a:lnTo>
                    <a:pt x="4403736" y="2444372"/>
                  </a:lnTo>
                  <a:lnTo>
                    <a:pt x="4403862" y="2444372"/>
                  </a:lnTo>
                  <a:lnTo>
                    <a:pt x="4404492" y="2444372"/>
                  </a:lnTo>
                  <a:lnTo>
                    <a:pt x="4404870" y="2444372"/>
                  </a:lnTo>
                  <a:lnTo>
                    <a:pt x="4404996" y="2444372"/>
                  </a:lnTo>
                  <a:lnTo>
                    <a:pt x="4405249" y="2444372"/>
                  </a:lnTo>
                  <a:lnTo>
                    <a:pt x="4405753" y="2444372"/>
                  </a:lnTo>
                  <a:lnTo>
                    <a:pt x="4406257" y="2439092"/>
                  </a:lnTo>
                  <a:lnTo>
                    <a:pt x="4406636" y="2439092"/>
                  </a:lnTo>
                  <a:lnTo>
                    <a:pt x="4407014" y="2439092"/>
                  </a:lnTo>
                  <a:lnTo>
                    <a:pt x="4407266" y="2439092"/>
                  </a:lnTo>
                  <a:lnTo>
                    <a:pt x="4407392" y="2439092"/>
                  </a:lnTo>
                  <a:lnTo>
                    <a:pt x="4407518" y="2439092"/>
                  </a:lnTo>
                  <a:lnTo>
                    <a:pt x="4408023" y="2439092"/>
                  </a:lnTo>
                  <a:lnTo>
                    <a:pt x="4408653" y="2439092"/>
                  </a:lnTo>
                  <a:lnTo>
                    <a:pt x="4409031" y="2439092"/>
                  </a:lnTo>
                  <a:lnTo>
                    <a:pt x="4409157" y="2439092"/>
                  </a:lnTo>
                  <a:lnTo>
                    <a:pt x="4409536" y="2439092"/>
                  </a:lnTo>
                  <a:lnTo>
                    <a:pt x="4409662" y="2439092"/>
                  </a:lnTo>
                  <a:lnTo>
                    <a:pt x="4409914" y="2439092"/>
                  </a:lnTo>
                  <a:lnTo>
                    <a:pt x="4410040" y="2439092"/>
                  </a:lnTo>
                  <a:lnTo>
                    <a:pt x="4410166" y="2439092"/>
                  </a:lnTo>
                  <a:lnTo>
                    <a:pt x="4410544" y="2439092"/>
                  </a:lnTo>
                  <a:lnTo>
                    <a:pt x="4410670" y="2439092"/>
                  </a:lnTo>
                  <a:lnTo>
                    <a:pt x="4411427" y="2439092"/>
                  </a:lnTo>
                  <a:lnTo>
                    <a:pt x="4411805" y="2439092"/>
                  </a:lnTo>
                  <a:lnTo>
                    <a:pt x="4412310" y="2433813"/>
                  </a:lnTo>
                  <a:lnTo>
                    <a:pt x="4412436" y="2433813"/>
                  </a:lnTo>
                  <a:lnTo>
                    <a:pt x="4412562" y="2433813"/>
                  </a:lnTo>
                  <a:lnTo>
                    <a:pt x="4413444" y="2433813"/>
                  </a:lnTo>
                  <a:lnTo>
                    <a:pt x="4413697" y="2433813"/>
                  </a:lnTo>
                  <a:lnTo>
                    <a:pt x="4413823" y="2433813"/>
                  </a:lnTo>
                  <a:lnTo>
                    <a:pt x="4413949" y="2433813"/>
                  </a:lnTo>
                  <a:lnTo>
                    <a:pt x="4414327" y="2433813"/>
                  </a:lnTo>
                  <a:lnTo>
                    <a:pt x="4415084" y="2433813"/>
                  </a:lnTo>
                  <a:lnTo>
                    <a:pt x="4415210" y="2433813"/>
                  </a:lnTo>
                  <a:lnTo>
                    <a:pt x="4416218" y="2433813"/>
                  </a:lnTo>
                  <a:lnTo>
                    <a:pt x="4416344" y="2433813"/>
                  </a:lnTo>
                  <a:lnTo>
                    <a:pt x="4416470" y="2433813"/>
                  </a:lnTo>
                  <a:lnTo>
                    <a:pt x="4416597" y="2433813"/>
                  </a:lnTo>
                  <a:lnTo>
                    <a:pt x="4416723" y="2433813"/>
                  </a:lnTo>
                  <a:lnTo>
                    <a:pt x="4416849" y="2433813"/>
                  </a:lnTo>
                  <a:lnTo>
                    <a:pt x="4417857" y="2433813"/>
                  </a:lnTo>
                  <a:lnTo>
                    <a:pt x="4418110" y="2433813"/>
                  </a:lnTo>
                  <a:lnTo>
                    <a:pt x="4418110" y="2428533"/>
                  </a:lnTo>
                  <a:lnTo>
                    <a:pt x="4418488" y="2428533"/>
                  </a:lnTo>
                  <a:lnTo>
                    <a:pt x="4418614" y="2428533"/>
                  </a:lnTo>
                  <a:lnTo>
                    <a:pt x="4418740" y="2428533"/>
                  </a:lnTo>
                  <a:lnTo>
                    <a:pt x="4420001" y="2428533"/>
                  </a:lnTo>
                  <a:lnTo>
                    <a:pt x="4420253" y="2428533"/>
                  </a:lnTo>
                  <a:lnTo>
                    <a:pt x="4420505" y="2428533"/>
                  </a:lnTo>
                  <a:lnTo>
                    <a:pt x="4420631" y="2428533"/>
                  </a:lnTo>
                  <a:lnTo>
                    <a:pt x="4421262" y="2428533"/>
                  </a:lnTo>
                  <a:lnTo>
                    <a:pt x="4422523" y="2428533"/>
                  </a:lnTo>
                  <a:lnTo>
                    <a:pt x="4422649" y="2428533"/>
                  </a:lnTo>
                  <a:lnTo>
                    <a:pt x="4423910" y="2428533"/>
                  </a:lnTo>
                  <a:lnTo>
                    <a:pt x="4424036" y="2428533"/>
                  </a:lnTo>
                  <a:lnTo>
                    <a:pt x="4424288" y="2428533"/>
                  </a:lnTo>
                  <a:lnTo>
                    <a:pt x="4424414" y="2428533"/>
                  </a:lnTo>
                  <a:lnTo>
                    <a:pt x="4425549" y="2423254"/>
                  </a:lnTo>
                  <a:lnTo>
                    <a:pt x="4426431" y="2423254"/>
                  </a:lnTo>
                  <a:lnTo>
                    <a:pt x="4427062" y="2423254"/>
                  </a:lnTo>
                  <a:lnTo>
                    <a:pt x="4427188" y="2423254"/>
                  </a:lnTo>
                  <a:lnTo>
                    <a:pt x="4427314" y="2423254"/>
                  </a:lnTo>
                  <a:lnTo>
                    <a:pt x="4427440" y="2423254"/>
                  </a:lnTo>
                  <a:lnTo>
                    <a:pt x="4428449" y="2423254"/>
                  </a:lnTo>
                  <a:lnTo>
                    <a:pt x="4428575" y="2423254"/>
                  </a:lnTo>
                  <a:lnTo>
                    <a:pt x="4428953" y="2423254"/>
                  </a:lnTo>
                  <a:lnTo>
                    <a:pt x="4429331" y="2423254"/>
                  </a:lnTo>
                  <a:lnTo>
                    <a:pt x="4429584" y="2423254"/>
                  </a:lnTo>
                  <a:lnTo>
                    <a:pt x="4429710" y="2423254"/>
                  </a:lnTo>
                  <a:lnTo>
                    <a:pt x="4429836" y="2423254"/>
                  </a:lnTo>
                  <a:lnTo>
                    <a:pt x="4429962" y="2423254"/>
                  </a:lnTo>
                  <a:lnTo>
                    <a:pt x="4430592" y="2423254"/>
                  </a:lnTo>
                  <a:lnTo>
                    <a:pt x="4430718" y="2423254"/>
                  </a:lnTo>
                  <a:lnTo>
                    <a:pt x="4431349" y="2423254"/>
                  </a:lnTo>
                  <a:lnTo>
                    <a:pt x="4431475" y="2423254"/>
                  </a:lnTo>
                  <a:lnTo>
                    <a:pt x="4431601" y="2423254"/>
                  </a:lnTo>
                  <a:lnTo>
                    <a:pt x="4432231" y="2423254"/>
                  </a:lnTo>
                  <a:lnTo>
                    <a:pt x="4432358" y="2423254"/>
                  </a:lnTo>
                  <a:lnTo>
                    <a:pt x="4432484" y="2423254"/>
                  </a:lnTo>
                  <a:lnTo>
                    <a:pt x="4432736" y="2423254"/>
                  </a:lnTo>
                  <a:lnTo>
                    <a:pt x="4432862" y="2423254"/>
                  </a:lnTo>
                  <a:lnTo>
                    <a:pt x="4433114" y="2423254"/>
                  </a:lnTo>
                  <a:lnTo>
                    <a:pt x="4433240" y="2423254"/>
                  </a:lnTo>
                  <a:lnTo>
                    <a:pt x="4433871" y="2423254"/>
                  </a:lnTo>
                  <a:lnTo>
                    <a:pt x="4433997" y="2423254"/>
                  </a:lnTo>
                  <a:lnTo>
                    <a:pt x="4434375" y="2423254"/>
                  </a:lnTo>
                  <a:lnTo>
                    <a:pt x="4435005" y="2423254"/>
                  </a:lnTo>
                  <a:lnTo>
                    <a:pt x="4435131" y="2423254"/>
                  </a:lnTo>
                  <a:lnTo>
                    <a:pt x="4435258" y="2423254"/>
                  </a:lnTo>
                  <a:lnTo>
                    <a:pt x="4435510" y="2423254"/>
                  </a:lnTo>
                  <a:lnTo>
                    <a:pt x="4435888" y="2423254"/>
                  </a:lnTo>
                  <a:lnTo>
                    <a:pt x="4436644" y="2423254"/>
                  </a:lnTo>
                  <a:lnTo>
                    <a:pt x="4436771" y="2423254"/>
                  </a:lnTo>
                  <a:lnTo>
                    <a:pt x="4436897" y="2423254"/>
                  </a:lnTo>
                  <a:lnTo>
                    <a:pt x="4437023" y="2423254"/>
                  </a:lnTo>
                  <a:lnTo>
                    <a:pt x="4437275" y="2423254"/>
                  </a:lnTo>
                  <a:lnTo>
                    <a:pt x="4437527" y="2423254"/>
                  </a:lnTo>
                  <a:lnTo>
                    <a:pt x="4437653" y="2423254"/>
                  </a:lnTo>
                  <a:lnTo>
                    <a:pt x="4437905" y="2423254"/>
                  </a:lnTo>
                  <a:lnTo>
                    <a:pt x="4438031" y="2423254"/>
                  </a:lnTo>
                  <a:lnTo>
                    <a:pt x="4438284" y="2423254"/>
                  </a:lnTo>
                  <a:lnTo>
                    <a:pt x="4438536" y="2423254"/>
                  </a:lnTo>
                  <a:lnTo>
                    <a:pt x="4438788" y="2417974"/>
                  </a:lnTo>
                  <a:lnTo>
                    <a:pt x="4438914" y="2417974"/>
                  </a:lnTo>
                  <a:lnTo>
                    <a:pt x="4439040" y="2417974"/>
                  </a:lnTo>
                  <a:lnTo>
                    <a:pt x="4439166" y="2417974"/>
                  </a:lnTo>
                  <a:lnTo>
                    <a:pt x="4439797" y="2417974"/>
                  </a:lnTo>
                  <a:lnTo>
                    <a:pt x="4439923" y="2417974"/>
                  </a:lnTo>
                  <a:lnTo>
                    <a:pt x="4440049" y="2417974"/>
                  </a:lnTo>
                  <a:lnTo>
                    <a:pt x="4440175" y="2412695"/>
                  </a:lnTo>
                  <a:lnTo>
                    <a:pt x="4440931" y="2412695"/>
                  </a:lnTo>
                  <a:lnTo>
                    <a:pt x="4441058" y="2412695"/>
                  </a:lnTo>
                  <a:lnTo>
                    <a:pt x="4441436" y="2412695"/>
                  </a:lnTo>
                  <a:lnTo>
                    <a:pt x="4441562" y="2412695"/>
                  </a:lnTo>
                  <a:lnTo>
                    <a:pt x="4441688" y="2412695"/>
                  </a:lnTo>
                  <a:lnTo>
                    <a:pt x="4441814" y="2412695"/>
                  </a:lnTo>
                  <a:lnTo>
                    <a:pt x="4442192" y="2412695"/>
                  </a:lnTo>
                  <a:lnTo>
                    <a:pt x="4442318" y="2412695"/>
                  </a:lnTo>
                  <a:lnTo>
                    <a:pt x="4442571" y="2412695"/>
                  </a:lnTo>
                  <a:lnTo>
                    <a:pt x="4442697" y="2412695"/>
                  </a:lnTo>
                  <a:lnTo>
                    <a:pt x="4442823" y="2412695"/>
                  </a:lnTo>
                  <a:lnTo>
                    <a:pt x="4442949" y="2412695"/>
                  </a:lnTo>
                  <a:lnTo>
                    <a:pt x="4443327" y="2412695"/>
                  </a:lnTo>
                  <a:lnTo>
                    <a:pt x="4443579" y="2412695"/>
                  </a:lnTo>
                  <a:lnTo>
                    <a:pt x="4443705" y="2412695"/>
                  </a:lnTo>
                  <a:lnTo>
                    <a:pt x="4444336" y="2412695"/>
                  </a:lnTo>
                  <a:lnTo>
                    <a:pt x="4444588" y="2412695"/>
                  </a:lnTo>
                  <a:lnTo>
                    <a:pt x="4444840" y="2412695"/>
                  </a:lnTo>
                  <a:lnTo>
                    <a:pt x="4445345" y="2412695"/>
                  </a:lnTo>
                  <a:lnTo>
                    <a:pt x="4445471" y="2412695"/>
                  </a:lnTo>
                  <a:lnTo>
                    <a:pt x="4445723" y="2412695"/>
                  </a:lnTo>
                  <a:lnTo>
                    <a:pt x="4445849" y="2412695"/>
                  </a:lnTo>
                  <a:lnTo>
                    <a:pt x="4446101" y="2412695"/>
                  </a:lnTo>
                  <a:lnTo>
                    <a:pt x="4446227" y="2412695"/>
                  </a:lnTo>
                  <a:lnTo>
                    <a:pt x="4446605" y="2412695"/>
                  </a:lnTo>
                  <a:lnTo>
                    <a:pt x="4446858" y="2412695"/>
                  </a:lnTo>
                  <a:lnTo>
                    <a:pt x="4447236" y="2412695"/>
                  </a:lnTo>
                  <a:lnTo>
                    <a:pt x="4447740" y="2412695"/>
                  </a:lnTo>
                  <a:lnTo>
                    <a:pt x="4447866" y="2412695"/>
                  </a:lnTo>
                  <a:lnTo>
                    <a:pt x="4448118" y="2412695"/>
                  </a:lnTo>
                  <a:lnTo>
                    <a:pt x="4448245" y="2412695"/>
                  </a:lnTo>
                  <a:lnTo>
                    <a:pt x="4448371" y="2412695"/>
                  </a:lnTo>
                  <a:lnTo>
                    <a:pt x="4448497" y="2412695"/>
                  </a:lnTo>
                  <a:lnTo>
                    <a:pt x="4448875" y="2412695"/>
                  </a:lnTo>
                  <a:lnTo>
                    <a:pt x="4449253" y="2412695"/>
                  </a:lnTo>
                  <a:lnTo>
                    <a:pt x="4449379" y="2412695"/>
                  </a:lnTo>
                  <a:lnTo>
                    <a:pt x="4449505" y="2412695"/>
                  </a:lnTo>
                  <a:lnTo>
                    <a:pt x="4449758" y="2412695"/>
                  </a:lnTo>
                  <a:lnTo>
                    <a:pt x="4449884" y="2412695"/>
                  </a:lnTo>
                  <a:lnTo>
                    <a:pt x="4450010" y="2412695"/>
                  </a:lnTo>
                  <a:lnTo>
                    <a:pt x="4450514" y="2412695"/>
                  </a:lnTo>
                  <a:lnTo>
                    <a:pt x="4450640" y="2412695"/>
                  </a:lnTo>
                  <a:lnTo>
                    <a:pt x="4451145" y="2412695"/>
                  </a:lnTo>
                  <a:lnTo>
                    <a:pt x="4451271" y="2412695"/>
                  </a:lnTo>
                  <a:lnTo>
                    <a:pt x="4451523" y="2412695"/>
                  </a:lnTo>
                  <a:lnTo>
                    <a:pt x="4451649" y="2412695"/>
                  </a:lnTo>
                  <a:lnTo>
                    <a:pt x="4451775" y="2412695"/>
                  </a:lnTo>
                  <a:lnTo>
                    <a:pt x="4452532" y="2412695"/>
                  </a:lnTo>
                  <a:lnTo>
                    <a:pt x="4452658" y="2412695"/>
                  </a:lnTo>
                  <a:lnTo>
                    <a:pt x="4452910" y="2412695"/>
                  </a:lnTo>
                  <a:lnTo>
                    <a:pt x="4453288" y="2412695"/>
                  </a:lnTo>
                  <a:lnTo>
                    <a:pt x="4453792" y="2412695"/>
                  </a:lnTo>
                  <a:lnTo>
                    <a:pt x="4454045" y="2412695"/>
                  </a:lnTo>
                  <a:lnTo>
                    <a:pt x="4454171" y="2412695"/>
                  </a:lnTo>
                  <a:lnTo>
                    <a:pt x="4454549" y="2412695"/>
                  </a:lnTo>
                  <a:lnTo>
                    <a:pt x="4454675" y="2412695"/>
                  </a:lnTo>
                  <a:lnTo>
                    <a:pt x="4454927" y="2412695"/>
                  </a:lnTo>
                  <a:lnTo>
                    <a:pt x="4455179" y="2412695"/>
                  </a:lnTo>
                  <a:lnTo>
                    <a:pt x="4455432" y="2412695"/>
                  </a:lnTo>
                  <a:lnTo>
                    <a:pt x="4456062" y="2412695"/>
                  </a:lnTo>
                  <a:lnTo>
                    <a:pt x="4456566" y="2412695"/>
                  </a:lnTo>
                  <a:lnTo>
                    <a:pt x="4456819" y="2412695"/>
                  </a:lnTo>
                  <a:lnTo>
                    <a:pt x="4456945" y="2412695"/>
                  </a:lnTo>
                  <a:lnTo>
                    <a:pt x="4457197" y="2412695"/>
                  </a:lnTo>
                  <a:lnTo>
                    <a:pt x="4457449" y="2412695"/>
                  </a:lnTo>
                  <a:lnTo>
                    <a:pt x="4457953" y="2412695"/>
                  </a:lnTo>
                  <a:lnTo>
                    <a:pt x="4458205" y="2412695"/>
                  </a:lnTo>
                  <a:lnTo>
                    <a:pt x="4458332" y="2412695"/>
                  </a:lnTo>
                  <a:lnTo>
                    <a:pt x="4458458" y="2412695"/>
                  </a:lnTo>
                  <a:lnTo>
                    <a:pt x="4459088" y="2412695"/>
                  </a:lnTo>
                  <a:lnTo>
                    <a:pt x="4459214" y="2412695"/>
                  </a:lnTo>
                  <a:lnTo>
                    <a:pt x="4459214" y="2407416"/>
                  </a:lnTo>
                  <a:lnTo>
                    <a:pt x="4459845" y="2407416"/>
                  </a:lnTo>
                  <a:lnTo>
                    <a:pt x="4459971" y="2407416"/>
                  </a:lnTo>
                  <a:lnTo>
                    <a:pt x="4460349" y="2407416"/>
                  </a:lnTo>
                  <a:lnTo>
                    <a:pt x="4460601" y="2407416"/>
                  </a:lnTo>
                  <a:lnTo>
                    <a:pt x="4460727" y="2407416"/>
                  </a:lnTo>
                  <a:lnTo>
                    <a:pt x="4460979" y="2407416"/>
                  </a:lnTo>
                  <a:lnTo>
                    <a:pt x="4461105" y="2407416"/>
                  </a:lnTo>
                  <a:lnTo>
                    <a:pt x="4461610" y="2407416"/>
                  </a:lnTo>
                  <a:lnTo>
                    <a:pt x="4461736" y="2407416"/>
                  </a:lnTo>
                  <a:lnTo>
                    <a:pt x="4462745" y="2407416"/>
                  </a:lnTo>
                  <a:lnTo>
                    <a:pt x="4463375" y="2407416"/>
                  </a:lnTo>
                  <a:lnTo>
                    <a:pt x="4464258" y="2407416"/>
                  </a:lnTo>
                  <a:lnTo>
                    <a:pt x="4464384" y="2407416"/>
                  </a:lnTo>
                  <a:lnTo>
                    <a:pt x="4465014" y="2402136"/>
                  </a:lnTo>
                  <a:lnTo>
                    <a:pt x="4465897" y="2402136"/>
                  </a:lnTo>
                  <a:lnTo>
                    <a:pt x="4466527" y="2402136"/>
                  </a:lnTo>
                  <a:lnTo>
                    <a:pt x="4467032" y="2396857"/>
                  </a:lnTo>
                  <a:lnTo>
                    <a:pt x="4467284" y="2396857"/>
                  </a:lnTo>
                  <a:lnTo>
                    <a:pt x="4467914" y="2396857"/>
                  </a:lnTo>
                  <a:lnTo>
                    <a:pt x="4468671" y="2396857"/>
                  </a:lnTo>
                  <a:lnTo>
                    <a:pt x="4469175" y="2396857"/>
                  </a:lnTo>
                  <a:lnTo>
                    <a:pt x="4469427" y="2396857"/>
                  </a:lnTo>
                  <a:lnTo>
                    <a:pt x="4470058" y="2396857"/>
                  </a:lnTo>
                  <a:lnTo>
                    <a:pt x="4470184" y="2396857"/>
                  </a:lnTo>
                  <a:lnTo>
                    <a:pt x="4470562" y="2396857"/>
                  </a:lnTo>
                  <a:lnTo>
                    <a:pt x="4470688" y="2396857"/>
                  </a:lnTo>
                  <a:lnTo>
                    <a:pt x="4471192" y="2396857"/>
                  </a:lnTo>
                  <a:lnTo>
                    <a:pt x="4471319" y="2396857"/>
                  </a:lnTo>
                  <a:lnTo>
                    <a:pt x="4472075" y="2396857"/>
                  </a:lnTo>
                  <a:lnTo>
                    <a:pt x="4472201" y="2396857"/>
                  </a:lnTo>
                  <a:lnTo>
                    <a:pt x="4472327" y="2396857"/>
                  </a:lnTo>
                  <a:lnTo>
                    <a:pt x="4472579" y="2396857"/>
                  </a:lnTo>
                  <a:lnTo>
                    <a:pt x="4472706" y="2396857"/>
                  </a:lnTo>
                  <a:lnTo>
                    <a:pt x="4472832" y="2396857"/>
                  </a:lnTo>
                  <a:lnTo>
                    <a:pt x="4472958" y="2396857"/>
                  </a:lnTo>
                  <a:lnTo>
                    <a:pt x="4473336" y="2396857"/>
                  </a:lnTo>
                  <a:lnTo>
                    <a:pt x="4473714" y="2396857"/>
                  </a:lnTo>
                  <a:lnTo>
                    <a:pt x="4473840" y="2396857"/>
                  </a:lnTo>
                  <a:lnTo>
                    <a:pt x="4473966" y="2396857"/>
                  </a:lnTo>
                  <a:lnTo>
                    <a:pt x="4474471" y="2396857"/>
                  </a:lnTo>
                  <a:lnTo>
                    <a:pt x="4474723" y="2396857"/>
                  </a:lnTo>
                  <a:lnTo>
                    <a:pt x="4474975" y="2396857"/>
                  </a:lnTo>
                  <a:lnTo>
                    <a:pt x="4475101" y="2396857"/>
                  </a:lnTo>
                  <a:lnTo>
                    <a:pt x="4475353" y="2396857"/>
                  </a:lnTo>
                  <a:lnTo>
                    <a:pt x="4475606" y="2396857"/>
                  </a:lnTo>
                  <a:lnTo>
                    <a:pt x="4476362" y="2396857"/>
                  </a:lnTo>
                  <a:lnTo>
                    <a:pt x="4476488" y="2396857"/>
                  </a:lnTo>
                  <a:lnTo>
                    <a:pt x="4476740" y="2396857"/>
                  </a:lnTo>
                  <a:lnTo>
                    <a:pt x="4476866" y="2396857"/>
                  </a:lnTo>
                  <a:lnTo>
                    <a:pt x="4477119" y="2396857"/>
                  </a:lnTo>
                  <a:lnTo>
                    <a:pt x="4477245" y="2396857"/>
                  </a:lnTo>
                  <a:lnTo>
                    <a:pt x="4477497" y="2396857"/>
                  </a:lnTo>
                  <a:lnTo>
                    <a:pt x="4477623" y="2396857"/>
                  </a:lnTo>
                  <a:lnTo>
                    <a:pt x="4477749" y="2396857"/>
                  </a:lnTo>
                  <a:lnTo>
                    <a:pt x="4478379" y="2396857"/>
                  </a:lnTo>
                  <a:lnTo>
                    <a:pt x="4478632" y="2396857"/>
                  </a:lnTo>
                  <a:lnTo>
                    <a:pt x="4478758" y="2396857"/>
                  </a:lnTo>
                  <a:lnTo>
                    <a:pt x="4478884" y="2396857"/>
                  </a:lnTo>
                  <a:lnTo>
                    <a:pt x="4479010" y="2396857"/>
                  </a:lnTo>
                  <a:lnTo>
                    <a:pt x="4479136" y="2396857"/>
                  </a:lnTo>
                  <a:lnTo>
                    <a:pt x="4479262" y="2396857"/>
                  </a:lnTo>
                  <a:lnTo>
                    <a:pt x="4479766" y="2396857"/>
                  </a:lnTo>
                  <a:lnTo>
                    <a:pt x="4479893" y="2396857"/>
                  </a:lnTo>
                  <a:lnTo>
                    <a:pt x="4480019" y="2396857"/>
                  </a:lnTo>
                  <a:lnTo>
                    <a:pt x="4480397" y="2396857"/>
                  </a:lnTo>
                  <a:lnTo>
                    <a:pt x="4480901" y="2396857"/>
                  </a:lnTo>
                  <a:lnTo>
                    <a:pt x="4481027" y="2396857"/>
                  </a:lnTo>
                  <a:lnTo>
                    <a:pt x="4481153" y="2396857"/>
                  </a:lnTo>
                  <a:lnTo>
                    <a:pt x="4481280" y="2396857"/>
                  </a:lnTo>
                  <a:lnTo>
                    <a:pt x="4481406" y="2396857"/>
                  </a:lnTo>
                  <a:lnTo>
                    <a:pt x="4481658" y="2396857"/>
                  </a:lnTo>
                  <a:lnTo>
                    <a:pt x="4481910" y="2396857"/>
                  </a:lnTo>
                  <a:lnTo>
                    <a:pt x="4482162" y="2396857"/>
                  </a:lnTo>
                  <a:lnTo>
                    <a:pt x="4482288" y="2396857"/>
                  </a:lnTo>
                  <a:lnTo>
                    <a:pt x="4482414" y="2396857"/>
                  </a:lnTo>
                  <a:lnTo>
                    <a:pt x="4482540" y="2396857"/>
                  </a:lnTo>
                  <a:lnTo>
                    <a:pt x="4482666" y="2396857"/>
                  </a:lnTo>
                  <a:lnTo>
                    <a:pt x="4482793" y="2396857"/>
                  </a:lnTo>
                  <a:lnTo>
                    <a:pt x="4482919" y="2396857"/>
                  </a:lnTo>
                  <a:lnTo>
                    <a:pt x="4483045" y="2396857"/>
                  </a:lnTo>
                  <a:lnTo>
                    <a:pt x="4483171" y="2396857"/>
                  </a:lnTo>
                  <a:lnTo>
                    <a:pt x="4483675" y="2396857"/>
                  </a:lnTo>
                  <a:lnTo>
                    <a:pt x="4483927" y="2396857"/>
                  </a:lnTo>
                  <a:lnTo>
                    <a:pt x="4484180" y="2396857"/>
                  </a:lnTo>
                  <a:lnTo>
                    <a:pt x="4484558" y="2396857"/>
                  </a:lnTo>
                  <a:lnTo>
                    <a:pt x="4484936" y="2396857"/>
                  </a:lnTo>
                  <a:lnTo>
                    <a:pt x="4485062" y="2396857"/>
                  </a:lnTo>
                  <a:lnTo>
                    <a:pt x="4485314" y="2396857"/>
                  </a:lnTo>
                  <a:lnTo>
                    <a:pt x="4485819" y="2396857"/>
                  </a:lnTo>
                  <a:lnTo>
                    <a:pt x="4486071" y="2396857"/>
                  </a:lnTo>
                  <a:lnTo>
                    <a:pt x="4486449" y="2396857"/>
                  </a:lnTo>
                  <a:lnTo>
                    <a:pt x="4486575" y="2396857"/>
                  </a:lnTo>
                  <a:lnTo>
                    <a:pt x="4486827" y="2396857"/>
                  </a:lnTo>
                  <a:lnTo>
                    <a:pt x="4486953" y="2396857"/>
                  </a:lnTo>
                  <a:lnTo>
                    <a:pt x="4487080" y="2396857"/>
                  </a:lnTo>
                  <a:lnTo>
                    <a:pt x="4487206" y="2396857"/>
                  </a:lnTo>
                  <a:lnTo>
                    <a:pt x="4487458" y="2396857"/>
                  </a:lnTo>
                  <a:lnTo>
                    <a:pt x="4488088" y="2396857"/>
                  </a:lnTo>
                  <a:lnTo>
                    <a:pt x="4488214" y="2396857"/>
                  </a:lnTo>
                  <a:lnTo>
                    <a:pt x="4488466" y="2396857"/>
                  </a:lnTo>
                  <a:lnTo>
                    <a:pt x="4488593" y="2396857"/>
                  </a:lnTo>
                  <a:lnTo>
                    <a:pt x="4489097" y="2396857"/>
                  </a:lnTo>
                  <a:lnTo>
                    <a:pt x="4489223" y="2396857"/>
                  </a:lnTo>
                  <a:lnTo>
                    <a:pt x="4489853" y="2396857"/>
                  </a:lnTo>
                  <a:lnTo>
                    <a:pt x="4489980" y="2396857"/>
                  </a:lnTo>
                  <a:lnTo>
                    <a:pt x="4490358" y="2396857"/>
                  </a:lnTo>
                  <a:lnTo>
                    <a:pt x="4490484" y="2396857"/>
                  </a:lnTo>
                  <a:lnTo>
                    <a:pt x="4490610" y="2396857"/>
                  </a:lnTo>
                  <a:lnTo>
                    <a:pt x="4490736" y="2396857"/>
                  </a:lnTo>
                  <a:lnTo>
                    <a:pt x="4490862" y="2396857"/>
                  </a:lnTo>
                  <a:lnTo>
                    <a:pt x="4490988" y="2396857"/>
                  </a:lnTo>
                  <a:lnTo>
                    <a:pt x="4491240" y="2396857"/>
                  </a:lnTo>
                  <a:lnTo>
                    <a:pt x="4491367" y="2396857"/>
                  </a:lnTo>
                  <a:lnTo>
                    <a:pt x="4491871" y="2396857"/>
                  </a:lnTo>
                  <a:lnTo>
                    <a:pt x="4492123" y="2396857"/>
                  </a:lnTo>
                  <a:lnTo>
                    <a:pt x="4492375" y="2396857"/>
                  </a:lnTo>
                  <a:lnTo>
                    <a:pt x="4492627" y="2396857"/>
                  </a:lnTo>
                  <a:lnTo>
                    <a:pt x="4493258" y="2396857"/>
                  </a:lnTo>
                  <a:lnTo>
                    <a:pt x="4493888" y="2396857"/>
                  </a:lnTo>
                  <a:lnTo>
                    <a:pt x="4494267" y="2396857"/>
                  </a:lnTo>
                  <a:lnTo>
                    <a:pt x="4494393" y="2396857"/>
                  </a:lnTo>
                  <a:lnTo>
                    <a:pt x="4494393" y="2391577"/>
                  </a:lnTo>
                  <a:lnTo>
                    <a:pt x="4494519" y="2391577"/>
                  </a:lnTo>
                  <a:lnTo>
                    <a:pt x="4494645" y="2391577"/>
                  </a:lnTo>
                  <a:lnTo>
                    <a:pt x="4494771" y="2386298"/>
                  </a:lnTo>
                  <a:lnTo>
                    <a:pt x="4495023" y="2386298"/>
                  </a:lnTo>
                  <a:lnTo>
                    <a:pt x="4495527" y="2386298"/>
                  </a:lnTo>
                  <a:lnTo>
                    <a:pt x="4495653" y="2386298"/>
                  </a:lnTo>
                  <a:lnTo>
                    <a:pt x="4495780" y="2386298"/>
                  </a:lnTo>
                  <a:lnTo>
                    <a:pt x="4496032" y="2386298"/>
                  </a:lnTo>
                  <a:lnTo>
                    <a:pt x="4496158" y="2386298"/>
                  </a:lnTo>
                  <a:lnTo>
                    <a:pt x="4496284" y="2386298"/>
                  </a:lnTo>
                  <a:lnTo>
                    <a:pt x="4496410" y="2386298"/>
                  </a:lnTo>
                  <a:lnTo>
                    <a:pt x="4512045" y="2375739"/>
                  </a:lnTo>
                  <a:lnTo>
                    <a:pt x="4512927" y="2370460"/>
                  </a:lnTo>
                  <a:lnTo>
                    <a:pt x="4513054" y="2370460"/>
                  </a:lnTo>
                  <a:lnTo>
                    <a:pt x="4513180" y="2370460"/>
                  </a:lnTo>
                  <a:lnTo>
                    <a:pt x="4513306" y="2370460"/>
                  </a:lnTo>
                  <a:lnTo>
                    <a:pt x="4513684" y="2370460"/>
                  </a:lnTo>
                  <a:lnTo>
                    <a:pt x="4513810" y="2370460"/>
                  </a:lnTo>
                  <a:lnTo>
                    <a:pt x="4513936" y="2370460"/>
                  </a:lnTo>
                  <a:lnTo>
                    <a:pt x="4514062" y="2370460"/>
                  </a:lnTo>
                  <a:lnTo>
                    <a:pt x="4514314" y="2370460"/>
                  </a:lnTo>
                  <a:lnTo>
                    <a:pt x="4515323" y="2370460"/>
                  </a:lnTo>
                  <a:lnTo>
                    <a:pt x="4515701" y="2370460"/>
                  </a:lnTo>
                  <a:lnTo>
                    <a:pt x="4515954" y="2370460"/>
                  </a:lnTo>
                  <a:lnTo>
                    <a:pt x="4516080" y="2370460"/>
                  </a:lnTo>
                  <a:lnTo>
                    <a:pt x="4516206" y="2370460"/>
                  </a:lnTo>
                  <a:lnTo>
                    <a:pt x="4516584" y="2365180"/>
                  </a:lnTo>
                  <a:lnTo>
                    <a:pt x="4516710" y="2365180"/>
                  </a:lnTo>
                  <a:lnTo>
                    <a:pt x="4516836" y="2365180"/>
                  </a:lnTo>
                  <a:lnTo>
                    <a:pt x="4517845" y="2365180"/>
                  </a:lnTo>
                  <a:lnTo>
                    <a:pt x="4517971" y="2365180"/>
                  </a:lnTo>
                  <a:lnTo>
                    <a:pt x="4518097" y="2365180"/>
                  </a:lnTo>
                  <a:lnTo>
                    <a:pt x="4518223" y="2365180"/>
                  </a:lnTo>
                  <a:lnTo>
                    <a:pt x="4518601" y="2365180"/>
                  </a:lnTo>
                  <a:lnTo>
                    <a:pt x="4518728" y="2365180"/>
                  </a:lnTo>
                  <a:lnTo>
                    <a:pt x="4518854" y="2365180"/>
                  </a:lnTo>
                  <a:lnTo>
                    <a:pt x="4518980" y="2365180"/>
                  </a:lnTo>
                  <a:lnTo>
                    <a:pt x="4519106" y="2365180"/>
                  </a:lnTo>
                  <a:lnTo>
                    <a:pt x="4519232" y="2365180"/>
                  </a:lnTo>
                  <a:lnTo>
                    <a:pt x="4519610" y="2365180"/>
                  </a:lnTo>
                  <a:lnTo>
                    <a:pt x="4519736" y="2365180"/>
                  </a:lnTo>
                  <a:lnTo>
                    <a:pt x="4519988" y="2365180"/>
                  </a:lnTo>
                  <a:lnTo>
                    <a:pt x="4520114" y="2365180"/>
                  </a:lnTo>
                  <a:lnTo>
                    <a:pt x="4520367" y="2365180"/>
                  </a:lnTo>
                  <a:lnTo>
                    <a:pt x="4520367" y="2359901"/>
                  </a:lnTo>
                  <a:lnTo>
                    <a:pt x="4520493" y="2359901"/>
                  </a:lnTo>
                  <a:lnTo>
                    <a:pt x="4520619" y="2359901"/>
                  </a:lnTo>
                  <a:lnTo>
                    <a:pt x="4520871" y="2359901"/>
                  </a:lnTo>
                  <a:lnTo>
                    <a:pt x="4520997" y="2359901"/>
                  </a:lnTo>
                  <a:lnTo>
                    <a:pt x="4521123" y="2359901"/>
                  </a:lnTo>
                  <a:lnTo>
                    <a:pt x="4521501" y="2359901"/>
                  </a:lnTo>
                  <a:lnTo>
                    <a:pt x="4521628" y="2359901"/>
                  </a:lnTo>
                  <a:lnTo>
                    <a:pt x="4522510" y="2359901"/>
                  </a:lnTo>
                  <a:lnTo>
                    <a:pt x="4522636" y="2359901"/>
                  </a:lnTo>
                  <a:lnTo>
                    <a:pt x="4523141" y="2359901"/>
                  </a:lnTo>
                  <a:lnTo>
                    <a:pt x="4523645" y="2359901"/>
                  </a:lnTo>
                  <a:lnTo>
                    <a:pt x="4523771" y="2359901"/>
                  </a:lnTo>
                  <a:lnTo>
                    <a:pt x="4523897" y="2359901"/>
                  </a:lnTo>
                  <a:lnTo>
                    <a:pt x="4524023" y="2359901"/>
                  </a:lnTo>
                  <a:lnTo>
                    <a:pt x="4524149" y="2359901"/>
                  </a:lnTo>
                  <a:lnTo>
                    <a:pt x="4524275" y="2359901"/>
                  </a:lnTo>
                  <a:lnTo>
                    <a:pt x="4524528" y="2359901"/>
                  </a:lnTo>
                  <a:lnTo>
                    <a:pt x="4524654" y="2359901"/>
                  </a:lnTo>
                  <a:lnTo>
                    <a:pt x="4524780" y="2359901"/>
                  </a:lnTo>
                  <a:lnTo>
                    <a:pt x="4525284" y="2359901"/>
                  </a:lnTo>
                  <a:lnTo>
                    <a:pt x="4525410" y="2359901"/>
                  </a:lnTo>
                  <a:lnTo>
                    <a:pt x="4525662" y="2359901"/>
                  </a:lnTo>
                  <a:lnTo>
                    <a:pt x="4525788" y="2359901"/>
                  </a:lnTo>
                  <a:lnTo>
                    <a:pt x="4525788" y="2354621"/>
                  </a:lnTo>
                  <a:lnTo>
                    <a:pt x="4526041" y="2354621"/>
                  </a:lnTo>
                  <a:lnTo>
                    <a:pt x="4526167" y="2354621"/>
                  </a:lnTo>
                  <a:lnTo>
                    <a:pt x="4526293" y="2354621"/>
                  </a:lnTo>
                  <a:lnTo>
                    <a:pt x="4526545" y="2354621"/>
                  </a:lnTo>
                  <a:lnTo>
                    <a:pt x="4527175" y="2354621"/>
                  </a:lnTo>
                  <a:lnTo>
                    <a:pt x="4527301" y="2354621"/>
                  </a:lnTo>
                  <a:lnTo>
                    <a:pt x="4527806" y="2354621"/>
                  </a:lnTo>
                  <a:lnTo>
                    <a:pt x="4527932" y="2354621"/>
                  </a:lnTo>
                  <a:lnTo>
                    <a:pt x="4528058" y="2354621"/>
                  </a:lnTo>
                  <a:lnTo>
                    <a:pt x="4528436" y="2354621"/>
                  </a:lnTo>
                  <a:lnTo>
                    <a:pt x="4528815" y="2354621"/>
                  </a:lnTo>
                  <a:lnTo>
                    <a:pt x="4529445" y="2354621"/>
                  </a:lnTo>
                  <a:lnTo>
                    <a:pt x="4529571" y="2354621"/>
                  </a:lnTo>
                  <a:lnTo>
                    <a:pt x="4529823" y="2354621"/>
                  </a:lnTo>
                  <a:lnTo>
                    <a:pt x="4529949" y="2354621"/>
                  </a:lnTo>
                  <a:lnTo>
                    <a:pt x="4530075" y="2354621"/>
                  </a:lnTo>
                  <a:lnTo>
                    <a:pt x="4530201" y="2354621"/>
                  </a:lnTo>
                  <a:lnTo>
                    <a:pt x="4530328" y="2354621"/>
                  </a:lnTo>
                  <a:lnTo>
                    <a:pt x="4530580" y="2354621"/>
                  </a:lnTo>
                  <a:lnTo>
                    <a:pt x="4531210" y="2354621"/>
                  </a:lnTo>
                  <a:lnTo>
                    <a:pt x="4531715" y="2354621"/>
                  </a:lnTo>
                  <a:lnTo>
                    <a:pt x="4531841" y="2354621"/>
                  </a:lnTo>
                  <a:lnTo>
                    <a:pt x="4532093" y="2354621"/>
                  </a:lnTo>
                  <a:lnTo>
                    <a:pt x="4532471" y="2354621"/>
                  </a:lnTo>
                  <a:lnTo>
                    <a:pt x="4532975" y="2354621"/>
                  </a:lnTo>
                  <a:lnTo>
                    <a:pt x="4533354" y="2354621"/>
                  </a:lnTo>
                  <a:lnTo>
                    <a:pt x="4534236" y="2354621"/>
                  </a:lnTo>
                  <a:lnTo>
                    <a:pt x="4534362" y="2354621"/>
                  </a:lnTo>
                  <a:lnTo>
                    <a:pt x="4534615" y="2354621"/>
                  </a:lnTo>
                  <a:lnTo>
                    <a:pt x="4535245" y="2354621"/>
                  </a:lnTo>
                  <a:lnTo>
                    <a:pt x="4535749" y="2354621"/>
                  </a:lnTo>
                  <a:lnTo>
                    <a:pt x="4536128" y="2354621"/>
                  </a:lnTo>
                  <a:lnTo>
                    <a:pt x="4536506" y="2349342"/>
                  </a:lnTo>
                  <a:lnTo>
                    <a:pt x="4536632" y="2349342"/>
                  </a:lnTo>
                  <a:lnTo>
                    <a:pt x="4537136" y="2349342"/>
                  </a:lnTo>
                  <a:lnTo>
                    <a:pt x="4537515" y="2349342"/>
                  </a:lnTo>
                  <a:lnTo>
                    <a:pt x="4537767" y="2349342"/>
                  </a:lnTo>
                  <a:lnTo>
                    <a:pt x="4537893" y="2349342"/>
                  </a:lnTo>
                  <a:lnTo>
                    <a:pt x="4538649" y="2349342"/>
                  </a:lnTo>
                  <a:lnTo>
                    <a:pt x="4538775" y="2349342"/>
                  </a:lnTo>
                  <a:lnTo>
                    <a:pt x="4539280" y="2349342"/>
                  </a:lnTo>
                  <a:lnTo>
                    <a:pt x="4539532" y="2349342"/>
                  </a:lnTo>
                  <a:lnTo>
                    <a:pt x="4539784" y="2349342"/>
                  </a:lnTo>
                  <a:lnTo>
                    <a:pt x="4539910" y="2349342"/>
                  </a:lnTo>
                  <a:lnTo>
                    <a:pt x="4540289" y="2349342"/>
                  </a:lnTo>
                  <a:lnTo>
                    <a:pt x="4540415" y="2349342"/>
                  </a:lnTo>
                  <a:lnTo>
                    <a:pt x="4540667" y="2344063"/>
                  </a:lnTo>
                  <a:lnTo>
                    <a:pt x="4541045" y="2344063"/>
                  </a:lnTo>
                  <a:lnTo>
                    <a:pt x="4541171" y="2344063"/>
                  </a:lnTo>
                  <a:lnTo>
                    <a:pt x="4541297" y="2344063"/>
                  </a:lnTo>
                  <a:lnTo>
                    <a:pt x="4541423" y="2344063"/>
                  </a:lnTo>
                  <a:lnTo>
                    <a:pt x="4541549" y="2344063"/>
                  </a:lnTo>
                  <a:lnTo>
                    <a:pt x="4541675" y="2344063"/>
                  </a:lnTo>
                  <a:lnTo>
                    <a:pt x="4541802" y="2344063"/>
                  </a:lnTo>
                  <a:lnTo>
                    <a:pt x="4541928" y="2344063"/>
                  </a:lnTo>
                  <a:lnTo>
                    <a:pt x="4542054" y="2344063"/>
                  </a:lnTo>
                  <a:lnTo>
                    <a:pt x="4542180" y="2344063"/>
                  </a:lnTo>
                  <a:lnTo>
                    <a:pt x="4542306" y="2344063"/>
                  </a:lnTo>
                  <a:lnTo>
                    <a:pt x="4542432" y="2344063"/>
                  </a:lnTo>
                  <a:lnTo>
                    <a:pt x="4542558" y="2344063"/>
                  </a:lnTo>
                  <a:lnTo>
                    <a:pt x="4542684" y="2344063"/>
                  </a:lnTo>
                  <a:lnTo>
                    <a:pt x="4542810" y="2344063"/>
                  </a:lnTo>
                  <a:lnTo>
                    <a:pt x="4543567" y="2344063"/>
                  </a:lnTo>
                  <a:lnTo>
                    <a:pt x="4543819" y="2344063"/>
                  </a:lnTo>
                  <a:lnTo>
                    <a:pt x="4543945" y="2344063"/>
                  </a:lnTo>
                  <a:lnTo>
                    <a:pt x="4544449" y="2344063"/>
                  </a:lnTo>
                  <a:lnTo>
                    <a:pt x="4544954" y="2344063"/>
                  </a:lnTo>
                  <a:lnTo>
                    <a:pt x="4545710" y="2344063"/>
                  </a:lnTo>
                  <a:lnTo>
                    <a:pt x="4546089" y="2344063"/>
                  </a:lnTo>
                  <a:lnTo>
                    <a:pt x="4546215" y="2344063"/>
                  </a:lnTo>
                  <a:lnTo>
                    <a:pt x="4546845" y="2344063"/>
                  </a:lnTo>
                  <a:lnTo>
                    <a:pt x="4547223" y="2344063"/>
                  </a:lnTo>
                  <a:lnTo>
                    <a:pt x="4547349" y="2344063"/>
                  </a:lnTo>
                  <a:lnTo>
                    <a:pt x="4548106" y="2344063"/>
                  </a:lnTo>
                  <a:lnTo>
                    <a:pt x="4548106" y="2338783"/>
                  </a:lnTo>
                  <a:lnTo>
                    <a:pt x="4548358" y="2338783"/>
                  </a:lnTo>
                  <a:lnTo>
                    <a:pt x="4548736" y="2338783"/>
                  </a:lnTo>
                  <a:lnTo>
                    <a:pt x="4548989" y="2338783"/>
                  </a:lnTo>
                  <a:lnTo>
                    <a:pt x="4549493" y="2338783"/>
                  </a:lnTo>
                  <a:lnTo>
                    <a:pt x="4550754" y="2338783"/>
                  </a:lnTo>
                  <a:lnTo>
                    <a:pt x="4551006" y="2333504"/>
                  </a:lnTo>
                  <a:lnTo>
                    <a:pt x="4551132" y="2333504"/>
                  </a:lnTo>
                  <a:lnTo>
                    <a:pt x="4551384" y="2333504"/>
                  </a:lnTo>
                  <a:lnTo>
                    <a:pt x="4551510" y="2333504"/>
                  </a:lnTo>
                  <a:lnTo>
                    <a:pt x="4552015" y="2333504"/>
                  </a:lnTo>
                  <a:lnTo>
                    <a:pt x="4553149" y="2333504"/>
                  </a:lnTo>
                  <a:lnTo>
                    <a:pt x="4553906" y="2333504"/>
                  </a:lnTo>
                  <a:lnTo>
                    <a:pt x="4554032" y="2333504"/>
                  </a:lnTo>
                  <a:lnTo>
                    <a:pt x="4554536" y="2333504"/>
                  </a:lnTo>
                  <a:lnTo>
                    <a:pt x="4554662" y="2333504"/>
                  </a:lnTo>
                  <a:lnTo>
                    <a:pt x="4555041" y="2333504"/>
                  </a:lnTo>
                  <a:lnTo>
                    <a:pt x="4556428" y="2333504"/>
                  </a:lnTo>
                  <a:lnTo>
                    <a:pt x="4556932" y="2333504"/>
                  </a:lnTo>
                  <a:lnTo>
                    <a:pt x="4557184" y="2333504"/>
                  </a:lnTo>
                  <a:lnTo>
                    <a:pt x="4557310" y="2333504"/>
                  </a:lnTo>
                  <a:lnTo>
                    <a:pt x="4558067" y="2333504"/>
                  </a:lnTo>
                  <a:lnTo>
                    <a:pt x="4558697" y="2333504"/>
                  </a:lnTo>
                  <a:lnTo>
                    <a:pt x="4558949" y="2333504"/>
                  </a:lnTo>
                  <a:lnTo>
                    <a:pt x="4559076" y="2333504"/>
                  </a:lnTo>
                  <a:lnTo>
                    <a:pt x="4559706" y="2333504"/>
                  </a:lnTo>
                  <a:lnTo>
                    <a:pt x="4559958" y="2333504"/>
                  </a:lnTo>
                  <a:lnTo>
                    <a:pt x="4560336" y="2333504"/>
                  </a:lnTo>
                  <a:lnTo>
                    <a:pt x="4560463" y="2333504"/>
                  </a:lnTo>
                  <a:lnTo>
                    <a:pt x="4561345" y="2333504"/>
                  </a:lnTo>
                  <a:lnTo>
                    <a:pt x="4561471" y="2333504"/>
                  </a:lnTo>
                  <a:lnTo>
                    <a:pt x="4561849" y="2333504"/>
                  </a:lnTo>
                  <a:lnTo>
                    <a:pt x="4561976" y="2333504"/>
                  </a:lnTo>
                  <a:lnTo>
                    <a:pt x="4562480" y="2333504"/>
                  </a:lnTo>
                  <a:lnTo>
                    <a:pt x="4562858" y="2333504"/>
                  </a:lnTo>
                  <a:lnTo>
                    <a:pt x="4563110" y="2333504"/>
                  </a:lnTo>
                  <a:lnTo>
                    <a:pt x="4563236" y="2333504"/>
                  </a:lnTo>
                  <a:lnTo>
                    <a:pt x="4563363" y="2333504"/>
                  </a:lnTo>
                  <a:lnTo>
                    <a:pt x="4564245" y="2333504"/>
                  </a:lnTo>
                  <a:lnTo>
                    <a:pt x="4564371" y="2333504"/>
                  </a:lnTo>
                  <a:lnTo>
                    <a:pt x="4564623" y="2333504"/>
                  </a:lnTo>
                  <a:lnTo>
                    <a:pt x="4565254" y="2333504"/>
                  </a:lnTo>
                  <a:lnTo>
                    <a:pt x="4565506" y="2333504"/>
                  </a:lnTo>
                  <a:lnTo>
                    <a:pt x="4565758" y="2333504"/>
                  </a:lnTo>
                  <a:lnTo>
                    <a:pt x="4565758" y="2328224"/>
                  </a:lnTo>
                  <a:lnTo>
                    <a:pt x="4565884" y="2328224"/>
                  </a:lnTo>
                  <a:lnTo>
                    <a:pt x="4566010" y="2328224"/>
                  </a:lnTo>
                  <a:lnTo>
                    <a:pt x="4566136" y="2328224"/>
                  </a:lnTo>
                  <a:lnTo>
                    <a:pt x="4566893" y="2328224"/>
                  </a:lnTo>
                  <a:lnTo>
                    <a:pt x="4567019" y="2328224"/>
                  </a:lnTo>
                  <a:lnTo>
                    <a:pt x="4567145" y="2328224"/>
                  </a:lnTo>
                  <a:lnTo>
                    <a:pt x="4567523" y="2328224"/>
                  </a:lnTo>
                  <a:lnTo>
                    <a:pt x="4568028" y="2328224"/>
                  </a:lnTo>
                  <a:lnTo>
                    <a:pt x="4568154" y="2328224"/>
                  </a:lnTo>
                  <a:lnTo>
                    <a:pt x="4568280" y="2328224"/>
                  </a:lnTo>
                  <a:lnTo>
                    <a:pt x="4568658" y="2328224"/>
                  </a:lnTo>
                  <a:lnTo>
                    <a:pt x="4568784" y="2328224"/>
                  </a:lnTo>
                  <a:lnTo>
                    <a:pt x="4569667" y="2328224"/>
                  </a:lnTo>
                  <a:lnTo>
                    <a:pt x="4569919" y="2328224"/>
                  </a:lnTo>
                  <a:lnTo>
                    <a:pt x="4570171" y="2328224"/>
                  </a:lnTo>
                  <a:lnTo>
                    <a:pt x="4570550" y="2328224"/>
                  </a:lnTo>
                  <a:lnTo>
                    <a:pt x="4570802" y="2328224"/>
                  </a:lnTo>
                  <a:lnTo>
                    <a:pt x="4571306" y="2328224"/>
                  </a:lnTo>
                  <a:lnTo>
                    <a:pt x="4571432" y="2322945"/>
                  </a:lnTo>
                  <a:lnTo>
                    <a:pt x="4571684" y="2322945"/>
                  </a:lnTo>
                  <a:lnTo>
                    <a:pt x="4572063" y="2322945"/>
                  </a:lnTo>
                  <a:lnTo>
                    <a:pt x="4572189" y="2322945"/>
                  </a:lnTo>
                  <a:lnTo>
                    <a:pt x="4572441" y="2322945"/>
                  </a:lnTo>
                  <a:lnTo>
                    <a:pt x="4572693" y="2322945"/>
                  </a:lnTo>
                  <a:lnTo>
                    <a:pt x="4572945" y="2322945"/>
                  </a:lnTo>
                  <a:lnTo>
                    <a:pt x="4573450" y="2322945"/>
                  </a:lnTo>
                  <a:lnTo>
                    <a:pt x="4573702" y="2322945"/>
                  </a:lnTo>
                  <a:lnTo>
                    <a:pt x="4573828" y="2322945"/>
                  </a:lnTo>
                  <a:lnTo>
                    <a:pt x="4573954" y="2322945"/>
                  </a:lnTo>
                  <a:lnTo>
                    <a:pt x="4574332" y="2322945"/>
                  </a:lnTo>
                  <a:lnTo>
                    <a:pt x="4574584" y="2322945"/>
                  </a:lnTo>
                  <a:lnTo>
                    <a:pt x="4574710" y="2322945"/>
                  </a:lnTo>
                  <a:lnTo>
                    <a:pt x="4574963" y="2322945"/>
                  </a:lnTo>
                  <a:lnTo>
                    <a:pt x="4575341" y="2322945"/>
                  </a:lnTo>
                  <a:lnTo>
                    <a:pt x="4575593" y="2322945"/>
                  </a:lnTo>
                  <a:lnTo>
                    <a:pt x="4575719" y="2322945"/>
                  </a:lnTo>
                  <a:lnTo>
                    <a:pt x="4575845" y="2322945"/>
                  </a:lnTo>
                  <a:lnTo>
                    <a:pt x="4576223" y="2322945"/>
                  </a:lnTo>
                  <a:lnTo>
                    <a:pt x="4576476" y="2322945"/>
                  </a:lnTo>
                  <a:lnTo>
                    <a:pt x="4576980" y="2322945"/>
                  </a:lnTo>
                  <a:lnTo>
                    <a:pt x="4577106" y="2322945"/>
                  </a:lnTo>
                  <a:lnTo>
                    <a:pt x="4577484" y="2322945"/>
                  </a:lnTo>
                  <a:lnTo>
                    <a:pt x="4577737" y="2322945"/>
                  </a:lnTo>
                  <a:lnTo>
                    <a:pt x="4577989" y="2322945"/>
                  </a:lnTo>
                  <a:lnTo>
                    <a:pt x="4578997" y="2322945"/>
                  </a:lnTo>
                  <a:lnTo>
                    <a:pt x="4579123" y="2322945"/>
                  </a:lnTo>
                  <a:lnTo>
                    <a:pt x="4579250" y="2322945"/>
                  </a:lnTo>
                  <a:lnTo>
                    <a:pt x="4579502" y="2322945"/>
                  </a:lnTo>
                  <a:lnTo>
                    <a:pt x="4579628" y="2322945"/>
                  </a:lnTo>
                  <a:lnTo>
                    <a:pt x="4579880" y="2322945"/>
                  </a:lnTo>
                  <a:lnTo>
                    <a:pt x="4580132" y="2322945"/>
                  </a:lnTo>
                  <a:lnTo>
                    <a:pt x="4580258" y="2322945"/>
                  </a:lnTo>
                  <a:lnTo>
                    <a:pt x="4580637" y="2322945"/>
                  </a:lnTo>
                  <a:lnTo>
                    <a:pt x="4581141" y="2322945"/>
                  </a:lnTo>
                  <a:lnTo>
                    <a:pt x="4581267" y="2322945"/>
                  </a:lnTo>
                  <a:lnTo>
                    <a:pt x="4581519" y="2317665"/>
                  </a:lnTo>
                  <a:lnTo>
                    <a:pt x="4581771" y="2317665"/>
                  </a:lnTo>
                  <a:lnTo>
                    <a:pt x="4582150" y="2317665"/>
                  </a:lnTo>
                  <a:lnTo>
                    <a:pt x="4582654" y="2317665"/>
                  </a:lnTo>
                  <a:lnTo>
                    <a:pt x="4582780" y="2317665"/>
                  </a:lnTo>
                  <a:lnTo>
                    <a:pt x="4582906" y="2317665"/>
                  </a:lnTo>
                  <a:lnTo>
                    <a:pt x="4583284" y="2317665"/>
                  </a:lnTo>
                  <a:lnTo>
                    <a:pt x="4583537" y="2317665"/>
                  </a:lnTo>
                  <a:lnTo>
                    <a:pt x="4584041" y="2317665"/>
                  </a:lnTo>
                  <a:lnTo>
                    <a:pt x="4584419" y="2317665"/>
                  </a:lnTo>
                  <a:lnTo>
                    <a:pt x="4584924" y="2317665"/>
                  </a:lnTo>
                  <a:lnTo>
                    <a:pt x="4586058" y="2317665"/>
                  </a:lnTo>
                  <a:lnTo>
                    <a:pt x="4586437" y="2317665"/>
                  </a:lnTo>
                  <a:lnTo>
                    <a:pt x="4586689" y="2317665"/>
                  </a:lnTo>
                  <a:lnTo>
                    <a:pt x="4586941" y="2317665"/>
                  </a:lnTo>
                  <a:lnTo>
                    <a:pt x="4587445" y="2317665"/>
                  </a:lnTo>
                  <a:lnTo>
                    <a:pt x="4587571" y="2317665"/>
                  </a:lnTo>
                  <a:lnTo>
                    <a:pt x="4588202" y="2317665"/>
                  </a:lnTo>
                  <a:lnTo>
                    <a:pt x="4589211" y="2317665"/>
                  </a:lnTo>
                  <a:lnTo>
                    <a:pt x="4589715" y="2317665"/>
                  </a:lnTo>
                  <a:lnTo>
                    <a:pt x="4589967" y="2317665"/>
                  </a:lnTo>
                  <a:lnTo>
                    <a:pt x="4590345" y="2317665"/>
                  </a:lnTo>
                  <a:lnTo>
                    <a:pt x="4591102" y="2312386"/>
                  </a:lnTo>
                  <a:lnTo>
                    <a:pt x="4591228" y="2312386"/>
                  </a:lnTo>
                  <a:lnTo>
                    <a:pt x="4591480" y="2312386"/>
                  </a:lnTo>
                  <a:lnTo>
                    <a:pt x="4591732" y="2312386"/>
                  </a:lnTo>
                  <a:lnTo>
                    <a:pt x="4591858" y="2312386"/>
                  </a:lnTo>
                  <a:lnTo>
                    <a:pt x="4591984" y="2312386"/>
                  </a:lnTo>
                  <a:lnTo>
                    <a:pt x="4592741" y="2312386"/>
                  </a:lnTo>
                  <a:lnTo>
                    <a:pt x="4592867" y="2312386"/>
                  </a:lnTo>
                  <a:lnTo>
                    <a:pt x="4592993" y="2312386"/>
                  </a:lnTo>
                  <a:lnTo>
                    <a:pt x="4593119" y="2312386"/>
                  </a:lnTo>
                  <a:lnTo>
                    <a:pt x="4593245" y="2312386"/>
                  </a:lnTo>
                  <a:lnTo>
                    <a:pt x="4593371" y="2312386"/>
                  </a:lnTo>
                  <a:lnTo>
                    <a:pt x="4593497" y="2312386"/>
                  </a:lnTo>
                  <a:lnTo>
                    <a:pt x="4593624" y="2312386"/>
                  </a:lnTo>
                  <a:lnTo>
                    <a:pt x="4593750" y="2312386"/>
                  </a:lnTo>
                  <a:lnTo>
                    <a:pt x="4594884" y="2312386"/>
                  </a:lnTo>
                  <a:lnTo>
                    <a:pt x="4595011" y="2312386"/>
                  </a:lnTo>
                  <a:lnTo>
                    <a:pt x="4595137" y="2312386"/>
                  </a:lnTo>
                  <a:lnTo>
                    <a:pt x="4595263" y="2312386"/>
                  </a:lnTo>
                  <a:lnTo>
                    <a:pt x="4595389" y="2312386"/>
                  </a:lnTo>
                  <a:lnTo>
                    <a:pt x="4595515" y="2312386"/>
                  </a:lnTo>
                  <a:lnTo>
                    <a:pt x="4595641" y="2312386"/>
                  </a:lnTo>
                  <a:lnTo>
                    <a:pt x="4595767" y="2312386"/>
                  </a:lnTo>
                  <a:lnTo>
                    <a:pt x="4596776" y="2312386"/>
                  </a:lnTo>
                  <a:lnTo>
                    <a:pt x="4597028" y="2312386"/>
                  </a:lnTo>
                  <a:lnTo>
                    <a:pt x="4597154" y="2312386"/>
                  </a:lnTo>
                  <a:lnTo>
                    <a:pt x="4597658" y="2312386"/>
                  </a:lnTo>
                  <a:lnTo>
                    <a:pt x="4597784" y="2312386"/>
                  </a:lnTo>
                  <a:lnTo>
                    <a:pt x="4598037" y="2312386"/>
                  </a:lnTo>
                  <a:lnTo>
                    <a:pt x="4598919" y="2312386"/>
                  </a:lnTo>
                  <a:lnTo>
                    <a:pt x="4599045" y="2312386"/>
                  </a:lnTo>
                  <a:lnTo>
                    <a:pt x="4599171" y="2312386"/>
                  </a:lnTo>
                  <a:lnTo>
                    <a:pt x="4599424" y="2312386"/>
                  </a:lnTo>
                  <a:lnTo>
                    <a:pt x="4599550" y="2312386"/>
                  </a:lnTo>
                  <a:lnTo>
                    <a:pt x="4600432" y="2312386"/>
                  </a:lnTo>
                  <a:lnTo>
                    <a:pt x="4601441" y="2312386"/>
                  </a:lnTo>
                  <a:lnTo>
                    <a:pt x="4601567" y="2312386"/>
                  </a:lnTo>
                  <a:lnTo>
                    <a:pt x="4601693" y="2312386"/>
                  </a:lnTo>
                  <a:lnTo>
                    <a:pt x="4601945" y="2312386"/>
                  </a:lnTo>
                  <a:lnTo>
                    <a:pt x="4602071" y="2312386"/>
                  </a:lnTo>
                  <a:lnTo>
                    <a:pt x="4603080" y="2312386"/>
                  </a:lnTo>
                  <a:lnTo>
                    <a:pt x="4603206" y="2312386"/>
                  </a:lnTo>
                  <a:lnTo>
                    <a:pt x="4603711" y="2307107"/>
                  </a:lnTo>
                  <a:lnTo>
                    <a:pt x="4604467" y="2307107"/>
                  </a:lnTo>
                  <a:lnTo>
                    <a:pt x="4604593" y="2307107"/>
                  </a:lnTo>
                  <a:lnTo>
                    <a:pt x="4604719" y="2307107"/>
                  </a:lnTo>
                  <a:lnTo>
                    <a:pt x="4605728" y="2307107"/>
                  </a:lnTo>
                  <a:lnTo>
                    <a:pt x="4605854" y="2307107"/>
                  </a:lnTo>
                  <a:lnTo>
                    <a:pt x="4606106" y="2307107"/>
                  </a:lnTo>
                  <a:lnTo>
                    <a:pt x="4606106" y="2301827"/>
                  </a:lnTo>
                  <a:lnTo>
                    <a:pt x="4606485" y="2301827"/>
                  </a:lnTo>
                  <a:lnTo>
                    <a:pt x="4607241" y="2301827"/>
                  </a:lnTo>
                  <a:lnTo>
                    <a:pt x="4607367" y="2301827"/>
                  </a:lnTo>
                  <a:lnTo>
                    <a:pt x="4607493" y="2301827"/>
                  </a:lnTo>
                  <a:lnTo>
                    <a:pt x="4607619" y="2301827"/>
                  </a:lnTo>
                  <a:lnTo>
                    <a:pt x="4607745" y="2301827"/>
                  </a:lnTo>
                  <a:lnTo>
                    <a:pt x="4607871" y="2301827"/>
                  </a:lnTo>
                  <a:lnTo>
                    <a:pt x="4608250" y="2301827"/>
                  </a:lnTo>
                  <a:lnTo>
                    <a:pt x="4609763" y="2301827"/>
                  </a:lnTo>
                  <a:lnTo>
                    <a:pt x="4610141" y="2301827"/>
                  </a:lnTo>
                  <a:lnTo>
                    <a:pt x="4610267" y="2301827"/>
                  </a:lnTo>
                  <a:lnTo>
                    <a:pt x="4610393" y="2301827"/>
                  </a:lnTo>
                  <a:lnTo>
                    <a:pt x="4610771" y="2301827"/>
                  </a:lnTo>
                  <a:lnTo>
                    <a:pt x="4610898" y="2301827"/>
                  </a:lnTo>
                  <a:lnTo>
                    <a:pt x="4611024" y="2301827"/>
                  </a:lnTo>
                  <a:lnTo>
                    <a:pt x="4611528" y="2301827"/>
                  </a:lnTo>
                  <a:lnTo>
                    <a:pt x="4611906" y="2301827"/>
                  </a:lnTo>
                  <a:lnTo>
                    <a:pt x="4612032" y="2301827"/>
                  </a:lnTo>
                  <a:lnTo>
                    <a:pt x="4612158" y="2301827"/>
                  </a:lnTo>
                  <a:lnTo>
                    <a:pt x="4613293" y="2301827"/>
                  </a:lnTo>
                  <a:lnTo>
                    <a:pt x="4613545" y="2301827"/>
                  </a:lnTo>
                  <a:lnTo>
                    <a:pt x="4613672" y="2301827"/>
                  </a:lnTo>
                  <a:lnTo>
                    <a:pt x="4614050" y="2301827"/>
                  </a:lnTo>
                  <a:lnTo>
                    <a:pt x="4614176" y="2301827"/>
                  </a:lnTo>
                  <a:lnTo>
                    <a:pt x="4614302" y="2301827"/>
                  </a:lnTo>
                  <a:lnTo>
                    <a:pt x="4614806" y="2301827"/>
                  </a:lnTo>
                  <a:lnTo>
                    <a:pt x="4614932" y="2301827"/>
                  </a:lnTo>
                  <a:lnTo>
                    <a:pt x="4615185" y="2301827"/>
                  </a:lnTo>
                  <a:lnTo>
                    <a:pt x="4615563" y="2296548"/>
                  </a:lnTo>
                  <a:lnTo>
                    <a:pt x="4615815" y="2296548"/>
                  </a:lnTo>
                  <a:lnTo>
                    <a:pt x="4616193" y="2296548"/>
                  </a:lnTo>
                  <a:lnTo>
                    <a:pt x="4616319" y="2296548"/>
                  </a:lnTo>
                  <a:lnTo>
                    <a:pt x="4616445" y="2296548"/>
                  </a:lnTo>
                  <a:lnTo>
                    <a:pt x="4616572" y="2296548"/>
                  </a:lnTo>
                  <a:lnTo>
                    <a:pt x="4616698" y="2296548"/>
                  </a:lnTo>
                  <a:lnTo>
                    <a:pt x="4616824" y="2296548"/>
                  </a:lnTo>
                  <a:lnTo>
                    <a:pt x="4617328" y="2296548"/>
                  </a:lnTo>
                  <a:lnTo>
                    <a:pt x="4617706" y="2296548"/>
                  </a:lnTo>
                  <a:lnTo>
                    <a:pt x="4617958" y="2296548"/>
                  </a:lnTo>
                  <a:lnTo>
                    <a:pt x="4618211" y="2296548"/>
                  </a:lnTo>
                  <a:lnTo>
                    <a:pt x="4618337" y="2296548"/>
                  </a:lnTo>
                  <a:lnTo>
                    <a:pt x="4618841" y="2296548"/>
                  </a:lnTo>
                  <a:lnTo>
                    <a:pt x="4619093" y="2296548"/>
                  </a:lnTo>
                  <a:lnTo>
                    <a:pt x="4619345" y="2296548"/>
                  </a:lnTo>
                  <a:lnTo>
                    <a:pt x="4619472" y="2296548"/>
                  </a:lnTo>
                  <a:lnTo>
                    <a:pt x="4620102" y="2296548"/>
                  </a:lnTo>
                  <a:lnTo>
                    <a:pt x="4620228" y="2296548"/>
                  </a:lnTo>
                  <a:lnTo>
                    <a:pt x="4620480" y="2296548"/>
                  </a:lnTo>
                  <a:lnTo>
                    <a:pt x="4620606" y="2296548"/>
                  </a:lnTo>
                  <a:lnTo>
                    <a:pt x="4620858" y="2296548"/>
                  </a:lnTo>
                  <a:lnTo>
                    <a:pt x="4621363" y="2296548"/>
                  </a:lnTo>
                  <a:lnTo>
                    <a:pt x="4621615" y="2296548"/>
                  </a:lnTo>
                  <a:lnTo>
                    <a:pt x="4621867" y="2296548"/>
                  </a:lnTo>
                  <a:lnTo>
                    <a:pt x="4622119" y="2296548"/>
                  </a:lnTo>
                  <a:lnTo>
                    <a:pt x="4622245" y="2296548"/>
                  </a:lnTo>
                  <a:lnTo>
                    <a:pt x="4622876" y="2296548"/>
                  </a:lnTo>
                  <a:lnTo>
                    <a:pt x="4624263" y="2296548"/>
                  </a:lnTo>
                  <a:lnTo>
                    <a:pt x="4624893" y="2296548"/>
                  </a:lnTo>
                  <a:lnTo>
                    <a:pt x="4625019" y="2296548"/>
                  </a:lnTo>
                  <a:lnTo>
                    <a:pt x="4625398" y="2296548"/>
                  </a:lnTo>
                  <a:lnTo>
                    <a:pt x="4625524" y="2296548"/>
                  </a:lnTo>
                  <a:lnTo>
                    <a:pt x="4625776" y="2296548"/>
                  </a:lnTo>
                  <a:lnTo>
                    <a:pt x="4625902" y="2296548"/>
                  </a:lnTo>
                  <a:lnTo>
                    <a:pt x="4626154" y="2296548"/>
                  </a:lnTo>
                  <a:lnTo>
                    <a:pt x="4626280" y="2296548"/>
                  </a:lnTo>
                  <a:lnTo>
                    <a:pt x="4626659" y="2296548"/>
                  </a:lnTo>
                  <a:lnTo>
                    <a:pt x="4626911" y="2296548"/>
                  </a:lnTo>
                  <a:lnTo>
                    <a:pt x="4627037" y="2296548"/>
                  </a:lnTo>
                  <a:lnTo>
                    <a:pt x="4627163" y="2296548"/>
                  </a:lnTo>
                  <a:lnTo>
                    <a:pt x="4627541" y="2296548"/>
                  </a:lnTo>
                  <a:lnTo>
                    <a:pt x="4627667" y="2296548"/>
                  </a:lnTo>
                  <a:lnTo>
                    <a:pt x="4628424" y="2291268"/>
                  </a:lnTo>
                  <a:lnTo>
                    <a:pt x="4628550" y="2291268"/>
                  </a:lnTo>
                  <a:lnTo>
                    <a:pt x="4628676" y="2291268"/>
                  </a:lnTo>
                  <a:lnTo>
                    <a:pt x="4629054" y="2291268"/>
                  </a:lnTo>
                  <a:lnTo>
                    <a:pt x="4629685" y="2291268"/>
                  </a:lnTo>
                  <a:lnTo>
                    <a:pt x="4629811" y="2291268"/>
                  </a:lnTo>
                  <a:lnTo>
                    <a:pt x="4629937" y="2291268"/>
                  </a:lnTo>
                  <a:lnTo>
                    <a:pt x="4630567" y="2291268"/>
                  </a:lnTo>
                  <a:lnTo>
                    <a:pt x="4632206" y="2291268"/>
                  </a:lnTo>
                  <a:lnTo>
                    <a:pt x="4632332" y="2285989"/>
                  </a:lnTo>
                  <a:lnTo>
                    <a:pt x="4632585" y="2285989"/>
                  </a:lnTo>
                  <a:lnTo>
                    <a:pt x="4632711" y="2285989"/>
                  </a:lnTo>
                  <a:lnTo>
                    <a:pt x="4633341" y="2285989"/>
                  </a:lnTo>
                  <a:lnTo>
                    <a:pt x="4633593" y="2285989"/>
                  </a:lnTo>
                  <a:lnTo>
                    <a:pt x="4633972" y="2285989"/>
                  </a:lnTo>
                  <a:lnTo>
                    <a:pt x="4634098" y="2285989"/>
                  </a:lnTo>
                  <a:lnTo>
                    <a:pt x="4634224" y="2285989"/>
                  </a:lnTo>
                  <a:lnTo>
                    <a:pt x="4634350" y="2285989"/>
                  </a:lnTo>
                  <a:lnTo>
                    <a:pt x="4635359" y="2285989"/>
                  </a:lnTo>
                  <a:lnTo>
                    <a:pt x="4635863" y="2285989"/>
                  </a:lnTo>
                  <a:lnTo>
                    <a:pt x="4635989" y="2285989"/>
                  </a:lnTo>
                  <a:lnTo>
                    <a:pt x="4636115" y="2285989"/>
                  </a:lnTo>
                  <a:lnTo>
                    <a:pt x="4636367" y="2285989"/>
                  </a:lnTo>
                  <a:lnTo>
                    <a:pt x="4636619" y="2285989"/>
                  </a:lnTo>
                  <a:lnTo>
                    <a:pt x="4636746" y="2285989"/>
                  </a:lnTo>
                  <a:lnTo>
                    <a:pt x="4636998" y="2285989"/>
                  </a:lnTo>
                  <a:lnTo>
                    <a:pt x="4637502" y="2285989"/>
                  </a:lnTo>
                  <a:lnTo>
                    <a:pt x="4637754" y="2285989"/>
                  </a:lnTo>
                  <a:lnTo>
                    <a:pt x="4638763" y="2285989"/>
                  </a:lnTo>
                  <a:lnTo>
                    <a:pt x="4638889" y="2285989"/>
                  </a:lnTo>
                  <a:lnTo>
                    <a:pt x="4639141" y="2285989"/>
                  </a:lnTo>
                  <a:lnTo>
                    <a:pt x="4639393" y="2285989"/>
                  </a:lnTo>
                  <a:lnTo>
                    <a:pt x="4639519" y="2285989"/>
                  </a:lnTo>
                  <a:lnTo>
                    <a:pt x="4639772" y="2285989"/>
                  </a:lnTo>
                  <a:lnTo>
                    <a:pt x="4640402" y="2285989"/>
                  </a:lnTo>
                  <a:lnTo>
                    <a:pt x="4640654" y="2285989"/>
                  </a:lnTo>
                  <a:lnTo>
                    <a:pt x="4640780" y="2285989"/>
                  </a:lnTo>
                  <a:lnTo>
                    <a:pt x="4640906" y="2285989"/>
                  </a:lnTo>
                  <a:lnTo>
                    <a:pt x="4641285" y="2285989"/>
                  </a:lnTo>
                  <a:lnTo>
                    <a:pt x="4641411" y="2285989"/>
                  </a:lnTo>
                  <a:lnTo>
                    <a:pt x="4641789" y="2285989"/>
                  </a:lnTo>
                  <a:lnTo>
                    <a:pt x="4642293" y="2285989"/>
                  </a:lnTo>
                  <a:lnTo>
                    <a:pt x="4642293" y="2280710"/>
                  </a:lnTo>
                  <a:lnTo>
                    <a:pt x="4642546" y="2280710"/>
                  </a:lnTo>
                  <a:lnTo>
                    <a:pt x="4642672" y="2280710"/>
                  </a:lnTo>
                  <a:lnTo>
                    <a:pt x="4643050" y="2280710"/>
                  </a:lnTo>
                  <a:lnTo>
                    <a:pt x="4643176" y="2280710"/>
                  </a:lnTo>
                  <a:lnTo>
                    <a:pt x="4643554" y="2280710"/>
                  </a:lnTo>
                  <a:lnTo>
                    <a:pt x="4643680" y="2280710"/>
                  </a:lnTo>
                  <a:lnTo>
                    <a:pt x="4644059" y="2280710"/>
                  </a:lnTo>
                  <a:lnTo>
                    <a:pt x="4645319" y="2280710"/>
                  </a:lnTo>
                  <a:lnTo>
                    <a:pt x="4645446" y="2280710"/>
                  </a:lnTo>
                  <a:lnTo>
                    <a:pt x="4645950" y="2280710"/>
                  </a:lnTo>
                  <a:lnTo>
                    <a:pt x="4646202" y="2280710"/>
                  </a:lnTo>
                  <a:lnTo>
                    <a:pt x="4646833" y="2280710"/>
                  </a:lnTo>
                  <a:lnTo>
                    <a:pt x="4647085" y="2280710"/>
                  </a:lnTo>
                  <a:lnTo>
                    <a:pt x="4647463" y="2280710"/>
                  </a:lnTo>
                  <a:lnTo>
                    <a:pt x="4647589" y="2280710"/>
                  </a:lnTo>
                  <a:lnTo>
                    <a:pt x="4647841" y="2280710"/>
                  </a:lnTo>
                  <a:lnTo>
                    <a:pt x="4647967" y="2280710"/>
                  </a:lnTo>
                  <a:lnTo>
                    <a:pt x="4648724" y="2280710"/>
                  </a:lnTo>
                  <a:lnTo>
                    <a:pt x="4648976" y="2280710"/>
                  </a:lnTo>
                  <a:lnTo>
                    <a:pt x="4649354" y="2280710"/>
                  </a:lnTo>
                  <a:lnTo>
                    <a:pt x="4649480" y="2280710"/>
                  </a:lnTo>
                  <a:lnTo>
                    <a:pt x="4649733" y="2275430"/>
                  </a:lnTo>
                  <a:lnTo>
                    <a:pt x="4650111" y="2275430"/>
                  </a:lnTo>
                  <a:lnTo>
                    <a:pt x="4650237" y="2275430"/>
                  </a:lnTo>
                  <a:lnTo>
                    <a:pt x="4650993" y="2275430"/>
                  </a:lnTo>
                  <a:lnTo>
                    <a:pt x="4651876" y="2275430"/>
                  </a:lnTo>
                  <a:lnTo>
                    <a:pt x="4652128" y="2275430"/>
                  </a:lnTo>
                  <a:lnTo>
                    <a:pt x="4652380" y="2275430"/>
                  </a:lnTo>
                  <a:lnTo>
                    <a:pt x="4652506" y="2275430"/>
                  </a:lnTo>
                  <a:lnTo>
                    <a:pt x="4652759" y="2275430"/>
                  </a:lnTo>
                  <a:lnTo>
                    <a:pt x="4653011" y="2275430"/>
                  </a:lnTo>
                  <a:lnTo>
                    <a:pt x="4653137" y="2275430"/>
                  </a:lnTo>
                  <a:lnTo>
                    <a:pt x="4653263" y="2275430"/>
                  </a:lnTo>
                  <a:lnTo>
                    <a:pt x="4653515" y="2275430"/>
                  </a:lnTo>
                  <a:lnTo>
                    <a:pt x="4653767" y="2275430"/>
                  </a:lnTo>
                  <a:lnTo>
                    <a:pt x="4655407" y="2275430"/>
                  </a:lnTo>
                  <a:lnTo>
                    <a:pt x="4655533" y="2275430"/>
                  </a:lnTo>
                  <a:lnTo>
                    <a:pt x="4655785" y="2275430"/>
                  </a:lnTo>
                  <a:lnTo>
                    <a:pt x="4656289" y="2275430"/>
                  </a:lnTo>
                  <a:lnTo>
                    <a:pt x="4656415" y="2275430"/>
                  </a:lnTo>
                  <a:lnTo>
                    <a:pt x="4656541" y="2275430"/>
                  </a:lnTo>
                  <a:lnTo>
                    <a:pt x="4656667" y="2275430"/>
                  </a:lnTo>
                  <a:lnTo>
                    <a:pt x="4657046" y="2275430"/>
                  </a:lnTo>
                  <a:lnTo>
                    <a:pt x="4657172" y="2275430"/>
                  </a:lnTo>
                  <a:lnTo>
                    <a:pt x="4658180" y="2275430"/>
                  </a:lnTo>
                  <a:lnTo>
                    <a:pt x="4658307" y="2275430"/>
                  </a:lnTo>
                  <a:lnTo>
                    <a:pt x="4658937" y="2275430"/>
                  </a:lnTo>
                  <a:lnTo>
                    <a:pt x="4659063" y="2275430"/>
                  </a:lnTo>
                  <a:lnTo>
                    <a:pt x="4659315" y="2275430"/>
                  </a:lnTo>
                  <a:lnTo>
                    <a:pt x="4659315" y="2270151"/>
                  </a:lnTo>
                  <a:lnTo>
                    <a:pt x="4659567" y="2270151"/>
                  </a:lnTo>
                  <a:lnTo>
                    <a:pt x="4660072" y="2270151"/>
                  </a:lnTo>
                  <a:lnTo>
                    <a:pt x="4660198" y="2270151"/>
                  </a:lnTo>
                  <a:lnTo>
                    <a:pt x="4660702" y="2270151"/>
                  </a:lnTo>
                  <a:lnTo>
                    <a:pt x="4660828" y="2270151"/>
                  </a:lnTo>
                  <a:lnTo>
                    <a:pt x="4661207" y="2270151"/>
                  </a:lnTo>
                  <a:lnTo>
                    <a:pt x="4661333" y="2270151"/>
                  </a:lnTo>
                  <a:lnTo>
                    <a:pt x="4661585" y="2270151"/>
                  </a:lnTo>
                  <a:lnTo>
                    <a:pt x="4662089" y="2270151"/>
                  </a:lnTo>
                  <a:lnTo>
                    <a:pt x="4662215" y="2270151"/>
                  </a:lnTo>
                  <a:lnTo>
                    <a:pt x="4662467" y="2270151"/>
                  </a:lnTo>
                  <a:lnTo>
                    <a:pt x="4662593" y="2270151"/>
                  </a:lnTo>
                  <a:lnTo>
                    <a:pt x="4662720" y="2270151"/>
                  </a:lnTo>
                  <a:lnTo>
                    <a:pt x="4662846" y="2270151"/>
                  </a:lnTo>
                  <a:lnTo>
                    <a:pt x="4663224" y="2270151"/>
                  </a:lnTo>
                  <a:lnTo>
                    <a:pt x="4663854" y="2270151"/>
                  </a:lnTo>
                  <a:lnTo>
                    <a:pt x="4663980" y="2270151"/>
                  </a:lnTo>
                  <a:lnTo>
                    <a:pt x="4665367" y="2270151"/>
                  </a:lnTo>
                  <a:lnTo>
                    <a:pt x="4665494" y="2270151"/>
                  </a:lnTo>
                  <a:lnTo>
                    <a:pt x="4665746" y="2270151"/>
                  </a:lnTo>
                  <a:lnTo>
                    <a:pt x="4665872" y="2270151"/>
                  </a:lnTo>
                  <a:lnTo>
                    <a:pt x="4665998" y="2270151"/>
                  </a:lnTo>
                  <a:lnTo>
                    <a:pt x="4666754" y="2259592"/>
                  </a:lnTo>
                  <a:lnTo>
                    <a:pt x="4667133" y="2259592"/>
                  </a:lnTo>
                  <a:lnTo>
                    <a:pt x="4667259" y="2259592"/>
                  </a:lnTo>
                  <a:lnTo>
                    <a:pt x="4667637" y="2254312"/>
                  </a:lnTo>
                  <a:lnTo>
                    <a:pt x="4667763" y="2254312"/>
                  </a:lnTo>
                  <a:lnTo>
                    <a:pt x="4667889" y="2254312"/>
                  </a:lnTo>
                  <a:lnTo>
                    <a:pt x="4668015" y="2254312"/>
                  </a:lnTo>
                  <a:lnTo>
                    <a:pt x="4668141" y="2254312"/>
                  </a:lnTo>
                  <a:lnTo>
                    <a:pt x="4668394" y="2254312"/>
                  </a:lnTo>
                  <a:lnTo>
                    <a:pt x="4668520" y="2254312"/>
                  </a:lnTo>
                  <a:lnTo>
                    <a:pt x="4668646" y="2254312"/>
                  </a:lnTo>
                  <a:lnTo>
                    <a:pt x="4668898" y="2254312"/>
                  </a:lnTo>
                  <a:lnTo>
                    <a:pt x="4669528" y="2254312"/>
                  </a:lnTo>
                  <a:lnTo>
                    <a:pt x="4670159" y="2254312"/>
                  </a:lnTo>
                  <a:lnTo>
                    <a:pt x="4670663" y="2254312"/>
                  </a:lnTo>
                  <a:lnTo>
                    <a:pt x="4670789" y="2254312"/>
                  </a:lnTo>
                  <a:lnTo>
                    <a:pt x="4670915" y="2254312"/>
                  </a:lnTo>
                  <a:lnTo>
                    <a:pt x="4671041" y="2254312"/>
                  </a:lnTo>
                  <a:lnTo>
                    <a:pt x="4671167" y="2254312"/>
                  </a:lnTo>
                  <a:lnTo>
                    <a:pt x="4671294" y="2254312"/>
                  </a:lnTo>
                  <a:lnTo>
                    <a:pt x="4671798" y="2254312"/>
                  </a:lnTo>
                  <a:lnTo>
                    <a:pt x="4672554" y="2254312"/>
                  </a:lnTo>
                  <a:lnTo>
                    <a:pt x="4673185" y="2254312"/>
                  </a:lnTo>
                  <a:lnTo>
                    <a:pt x="4673437" y="2254312"/>
                  </a:lnTo>
                  <a:lnTo>
                    <a:pt x="4673815" y="2254312"/>
                  </a:lnTo>
                  <a:lnTo>
                    <a:pt x="4674446" y="2254312"/>
                  </a:lnTo>
                  <a:lnTo>
                    <a:pt x="4674572" y="2254312"/>
                  </a:lnTo>
                  <a:lnTo>
                    <a:pt x="4674698" y="2254312"/>
                  </a:lnTo>
                  <a:lnTo>
                    <a:pt x="4675707" y="2254312"/>
                  </a:lnTo>
                  <a:lnTo>
                    <a:pt x="4676337" y="2254312"/>
                  </a:lnTo>
                  <a:lnTo>
                    <a:pt x="4676589" y="2254312"/>
                  </a:lnTo>
                  <a:lnTo>
                    <a:pt x="4676967" y="2254312"/>
                  </a:lnTo>
                  <a:lnTo>
                    <a:pt x="4677094" y="2254312"/>
                  </a:lnTo>
                  <a:lnTo>
                    <a:pt x="4677220" y="2254312"/>
                  </a:lnTo>
                  <a:lnTo>
                    <a:pt x="4677472" y="2254312"/>
                  </a:lnTo>
                  <a:lnTo>
                    <a:pt x="4677724" y="2254312"/>
                  </a:lnTo>
                  <a:lnTo>
                    <a:pt x="4677976" y="2254312"/>
                  </a:lnTo>
                  <a:lnTo>
                    <a:pt x="4678102" y="2254312"/>
                  </a:lnTo>
                  <a:lnTo>
                    <a:pt x="4678228" y="2254312"/>
                  </a:lnTo>
                  <a:lnTo>
                    <a:pt x="4678607" y="2254312"/>
                  </a:lnTo>
                  <a:lnTo>
                    <a:pt x="4678859" y="2254312"/>
                  </a:lnTo>
                  <a:lnTo>
                    <a:pt x="4679237" y="2249033"/>
                  </a:lnTo>
                  <a:lnTo>
                    <a:pt x="4679615" y="2249033"/>
                  </a:lnTo>
                  <a:lnTo>
                    <a:pt x="4679741" y="2249033"/>
                  </a:lnTo>
                  <a:lnTo>
                    <a:pt x="4679994" y="2249033"/>
                  </a:lnTo>
                  <a:lnTo>
                    <a:pt x="4680246" y="2249033"/>
                  </a:lnTo>
                  <a:lnTo>
                    <a:pt x="4680372" y="2249033"/>
                  </a:lnTo>
                  <a:lnTo>
                    <a:pt x="4680498" y="2249033"/>
                  </a:lnTo>
                  <a:lnTo>
                    <a:pt x="4680750" y="2243754"/>
                  </a:lnTo>
                  <a:lnTo>
                    <a:pt x="4680876" y="2243754"/>
                  </a:lnTo>
                  <a:lnTo>
                    <a:pt x="4681381" y="2243754"/>
                  </a:lnTo>
                  <a:lnTo>
                    <a:pt x="4681507" y="2243754"/>
                  </a:lnTo>
                  <a:lnTo>
                    <a:pt x="4682011" y="2243754"/>
                  </a:lnTo>
                  <a:lnTo>
                    <a:pt x="4682389" y="2238474"/>
                  </a:lnTo>
                  <a:lnTo>
                    <a:pt x="4682894" y="2238474"/>
                  </a:lnTo>
                  <a:lnTo>
                    <a:pt x="4683020" y="2238474"/>
                  </a:lnTo>
                  <a:lnTo>
                    <a:pt x="4684154" y="2238474"/>
                  </a:lnTo>
                  <a:lnTo>
                    <a:pt x="4684911" y="2238474"/>
                  </a:lnTo>
                  <a:lnTo>
                    <a:pt x="4685037" y="2238474"/>
                  </a:lnTo>
                  <a:lnTo>
                    <a:pt x="4685163" y="2238474"/>
                  </a:lnTo>
                  <a:lnTo>
                    <a:pt x="4685794" y="2238474"/>
                  </a:lnTo>
                  <a:lnTo>
                    <a:pt x="4685920" y="2238474"/>
                  </a:lnTo>
                  <a:lnTo>
                    <a:pt x="4686550" y="2238474"/>
                  </a:lnTo>
                  <a:lnTo>
                    <a:pt x="4687181" y="2238474"/>
                  </a:lnTo>
                  <a:lnTo>
                    <a:pt x="4687307" y="2238474"/>
                  </a:lnTo>
                  <a:lnTo>
                    <a:pt x="4688441" y="2238474"/>
                  </a:lnTo>
                  <a:lnTo>
                    <a:pt x="4688568" y="2238474"/>
                  </a:lnTo>
                  <a:lnTo>
                    <a:pt x="4690459" y="2238474"/>
                  </a:lnTo>
                  <a:lnTo>
                    <a:pt x="4690585" y="2238474"/>
                  </a:lnTo>
                  <a:lnTo>
                    <a:pt x="4690837" y="2238474"/>
                  </a:lnTo>
                  <a:lnTo>
                    <a:pt x="4690963" y="2238474"/>
                  </a:lnTo>
                  <a:lnTo>
                    <a:pt x="4691089" y="2238474"/>
                  </a:lnTo>
                  <a:lnTo>
                    <a:pt x="4691341" y="2238474"/>
                  </a:lnTo>
                  <a:lnTo>
                    <a:pt x="4691846" y="2238474"/>
                  </a:lnTo>
                  <a:lnTo>
                    <a:pt x="4692350" y="2238474"/>
                  </a:lnTo>
                  <a:lnTo>
                    <a:pt x="4692476" y="2238474"/>
                  </a:lnTo>
                  <a:lnTo>
                    <a:pt x="4692728" y="2238474"/>
                  </a:lnTo>
                  <a:lnTo>
                    <a:pt x="4692855" y="2238474"/>
                  </a:lnTo>
                  <a:lnTo>
                    <a:pt x="4693485" y="2238474"/>
                  </a:lnTo>
                  <a:lnTo>
                    <a:pt x="4693611" y="2238474"/>
                  </a:lnTo>
                  <a:lnTo>
                    <a:pt x="4693863" y="2238474"/>
                  </a:lnTo>
                  <a:lnTo>
                    <a:pt x="4693989" y="2238474"/>
                  </a:lnTo>
                  <a:lnTo>
                    <a:pt x="4694241" y="2238474"/>
                  </a:lnTo>
                  <a:lnTo>
                    <a:pt x="4694368" y="2238474"/>
                  </a:lnTo>
                  <a:lnTo>
                    <a:pt x="4694494" y="2238474"/>
                  </a:lnTo>
                  <a:lnTo>
                    <a:pt x="4695250" y="2238474"/>
                  </a:lnTo>
                  <a:lnTo>
                    <a:pt x="4695502" y="2238474"/>
                  </a:lnTo>
                  <a:lnTo>
                    <a:pt x="4696511" y="2238474"/>
                  </a:lnTo>
                  <a:lnTo>
                    <a:pt x="4696889" y="2238474"/>
                  </a:lnTo>
                  <a:lnTo>
                    <a:pt x="4697015" y="2238474"/>
                  </a:lnTo>
                  <a:lnTo>
                    <a:pt x="4697142" y="2238474"/>
                  </a:lnTo>
                  <a:lnTo>
                    <a:pt x="4697520" y="2233195"/>
                  </a:lnTo>
                  <a:lnTo>
                    <a:pt x="4697772" y="2233195"/>
                  </a:lnTo>
                  <a:lnTo>
                    <a:pt x="4698150" y="2227915"/>
                  </a:lnTo>
                  <a:lnTo>
                    <a:pt x="4698276" y="2227915"/>
                  </a:lnTo>
                  <a:lnTo>
                    <a:pt x="4698655" y="2227915"/>
                  </a:lnTo>
                  <a:lnTo>
                    <a:pt x="4699033" y="2227915"/>
                  </a:lnTo>
                  <a:lnTo>
                    <a:pt x="4699663" y="2227915"/>
                  </a:lnTo>
                  <a:lnTo>
                    <a:pt x="4700042" y="2227915"/>
                  </a:lnTo>
                  <a:lnTo>
                    <a:pt x="4700420" y="2227915"/>
                  </a:lnTo>
                  <a:lnTo>
                    <a:pt x="4700546" y="2227915"/>
                  </a:lnTo>
                  <a:lnTo>
                    <a:pt x="4700798" y="2227915"/>
                  </a:lnTo>
                  <a:lnTo>
                    <a:pt x="4701428" y="2227915"/>
                  </a:lnTo>
                  <a:lnTo>
                    <a:pt x="4701681" y="2227915"/>
                  </a:lnTo>
                  <a:lnTo>
                    <a:pt x="4702059" y="2227915"/>
                  </a:lnTo>
                  <a:lnTo>
                    <a:pt x="4702437" y="2227915"/>
                  </a:lnTo>
                  <a:lnTo>
                    <a:pt x="4702942" y="2227915"/>
                  </a:lnTo>
                  <a:lnTo>
                    <a:pt x="4703068" y="2227915"/>
                  </a:lnTo>
                  <a:lnTo>
                    <a:pt x="4704707" y="2227915"/>
                  </a:lnTo>
                  <a:lnTo>
                    <a:pt x="4704833" y="2227915"/>
                  </a:lnTo>
                  <a:lnTo>
                    <a:pt x="4705085" y="2227915"/>
                  </a:lnTo>
                  <a:lnTo>
                    <a:pt x="4705337" y="2227915"/>
                  </a:lnTo>
                  <a:lnTo>
                    <a:pt x="4705715" y="2227915"/>
                  </a:lnTo>
                  <a:lnTo>
                    <a:pt x="4705968" y="2227915"/>
                  </a:lnTo>
                  <a:lnTo>
                    <a:pt x="4706220" y="2227915"/>
                  </a:lnTo>
                  <a:lnTo>
                    <a:pt x="4706724" y="2222636"/>
                  </a:lnTo>
                  <a:lnTo>
                    <a:pt x="4707102" y="2222636"/>
                  </a:lnTo>
                  <a:lnTo>
                    <a:pt x="4708111" y="2222636"/>
                  </a:lnTo>
                  <a:lnTo>
                    <a:pt x="4708363" y="2222636"/>
                  </a:lnTo>
                  <a:lnTo>
                    <a:pt x="4708489" y="2222636"/>
                  </a:lnTo>
                  <a:lnTo>
                    <a:pt x="4708868" y="2222636"/>
                  </a:lnTo>
                  <a:lnTo>
                    <a:pt x="4709246" y="2222636"/>
                  </a:lnTo>
                  <a:lnTo>
                    <a:pt x="4709372" y="2222636"/>
                  </a:lnTo>
                  <a:lnTo>
                    <a:pt x="4710633" y="2222636"/>
                  </a:lnTo>
                  <a:lnTo>
                    <a:pt x="4710885" y="2222636"/>
                  </a:lnTo>
                  <a:lnTo>
                    <a:pt x="4711389" y="2222636"/>
                  </a:lnTo>
                  <a:lnTo>
                    <a:pt x="4712398" y="2222636"/>
                  </a:lnTo>
                  <a:lnTo>
                    <a:pt x="4712524" y="2222636"/>
                  </a:lnTo>
                  <a:lnTo>
                    <a:pt x="4712650" y="2222636"/>
                  </a:lnTo>
                  <a:lnTo>
                    <a:pt x="4712776" y="2222636"/>
                  </a:lnTo>
                  <a:lnTo>
                    <a:pt x="4713029" y="2222636"/>
                  </a:lnTo>
                  <a:lnTo>
                    <a:pt x="4713155" y="2222636"/>
                  </a:lnTo>
                  <a:lnTo>
                    <a:pt x="4713281" y="2222636"/>
                  </a:lnTo>
                  <a:lnTo>
                    <a:pt x="4713407" y="2222636"/>
                  </a:lnTo>
                  <a:lnTo>
                    <a:pt x="4713785" y="2222636"/>
                  </a:lnTo>
                  <a:lnTo>
                    <a:pt x="4714037" y="2222636"/>
                  </a:lnTo>
                  <a:lnTo>
                    <a:pt x="4714163" y="2222636"/>
                  </a:lnTo>
                  <a:lnTo>
                    <a:pt x="4714542" y="2222636"/>
                  </a:lnTo>
                  <a:lnTo>
                    <a:pt x="4715172" y="2222636"/>
                  </a:lnTo>
                  <a:lnTo>
                    <a:pt x="4715298" y="2222636"/>
                  </a:lnTo>
                  <a:lnTo>
                    <a:pt x="4715424" y="2222636"/>
                  </a:lnTo>
                  <a:lnTo>
                    <a:pt x="4716811" y="2222636"/>
                  </a:lnTo>
                  <a:lnTo>
                    <a:pt x="4716937" y="2222636"/>
                  </a:lnTo>
                  <a:lnTo>
                    <a:pt x="4717694" y="2222636"/>
                  </a:lnTo>
                  <a:lnTo>
                    <a:pt x="4717946" y="2222636"/>
                  </a:lnTo>
                  <a:lnTo>
                    <a:pt x="4718198" y="2222636"/>
                  </a:lnTo>
                  <a:lnTo>
                    <a:pt x="4718576" y="2222636"/>
                  </a:lnTo>
                  <a:lnTo>
                    <a:pt x="4719207" y="2222636"/>
                  </a:lnTo>
                  <a:lnTo>
                    <a:pt x="4719459" y="2222636"/>
                  </a:lnTo>
                  <a:lnTo>
                    <a:pt x="4719585" y="2222636"/>
                  </a:lnTo>
                  <a:lnTo>
                    <a:pt x="4719711" y="2222636"/>
                  </a:lnTo>
                  <a:lnTo>
                    <a:pt x="4719963" y="2222636"/>
                  </a:lnTo>
                  <a:lnTo>
                    <a:pt x="4720468" y="2217356"/>
                  </a:lnTo>
                  <a:lnTo>
                    <a:pt x="4720972" y="2217356"/>
                  </a:lnTo>
                  <a:lnTo>
                    <a:pt x="4721350" y="2217356"/>
                  </a:lnTo>
                  <a:lnTo>
                    <a:pt x="4722611" y="2217356"/>
                  </a:lnTo>
                  <a:lnTo>
                    <a:pt x="4722737" y="2217356"/>
                  </a:lnTo>
                  <a:lnTo>
                    <a:pt x="4722863" y="2217356"/>
                  </a:lnTo>
                  <a:lnTo>
                    <a:pt x="4723242" y="2217356"/>
                  </a:lnTo>
                  <a:lnTo>
                    <a:pt x="4723494" y="2217356"/>
                  </a:lnTo>
                  <a:lnTo>
                    <a:pt x="4723998" y="2217356"/>
                  </a:lnTo>
                  <a:lnTo>
                    <a:pt x="4724124" y="2217356"/>
                  </a:lnTo>
                  <a:lnTo>
                    <a:pt x="4724250" y="2217356"/>
                  </a:lnTo>
                  <a:lnTo>
                    <a:pt x="4725133" y="2217356"/>
                  </a:lnTo>
                  <a:lnTo>
                    <a:pt x="4725259" y="2217356"/>
                  </a:lnTo>
                  <a:lnTo>
                    <a:pt x="4725763" y="2217356"/>
                  </a:lnTo>
                  <a:lnTo>
                    <a:pt x="4725889" y="2217356"/>
                  </a:lnTo>
                  <a:lnTo>
                    <a:pt x="4726016" y="2217356"/>
                  </a:lnTo>
                  <a:lnTo>
                    <a:pt x="4726268" y="2217356"/>
                  </a:lnTo>
                  <a:lnTo>
                    <a:pt x="4726520" y="2217356"/>
                  </a:lnTo>
                  <a:lnTo>
                    <a:pt x="4726646" y="2217356"/>
                  </a:lnTo>
                  <a:lnTo>
                    <a:pt x="4726772" y="2217356"/>
                  </a:lnTo>
                  <a:lnTo>
                    <a:pt x="4727655" y="2217356"/>
                  </a:lnTo>
                  <a:lnTo>
                    <a:pt x="4727781" y="2217356"/>
                  </a:lnTo>
                  <a:lnTo>
                    <a:pt x="4727907" y="2217356"/>
                  </a:lnTo>
                  <a:lnTo>
                    <a:pt x="4728033" y="2217356"/>
                  </a:lnTo>
                  <a:lnTo>
                    <a:pt x="4728159" y="2217356"/>
                  </a:lnTo>
                  <a:lnTo>
                    <a:pt x="4728285" y="2217356"/>
                  </a:lnTo>
                  <a:lnTo>
                    <a:pt x="4728411" y="2217356"/>
                  </a:lnTo>
                  <a:lnTo>
                    <a:pt x="4728789" y="2217356"/>
                  </a:lnTo>
                  <a:lnTo>
                    <a:pt x="4730050" y="2217356"/>
                  </a:lnTo>
                  <a:lnTo>
                    <a:pt x="4730176" y="2217356"/>
                  </a:lnTo>
                  <a:lnTo>
                    <a:pt x="4730303" y="2217356"/>
                  </a:lnTo>
                  <a:lnTo>
                    <a:pt x="4730429" y="2217356"/>
                  </a:lnTo>
                  <a:lnTo>
                    <a:pt x="4730555" y="2217356"/>
                  </a:lnTo>
                  <a:lnTo>
                    <a:pt x="4730681" y="2217356"/>
                  </a:lnTo>
                  <a:lnTo>
                    <a:pt x="4731059" y="2217356"/>
                  </a:lnTo>
                  <a:lnTo>
                    <a:pt x="4731816" y="2217356"/>
                  </a:lnTo>
                  <a:lnTo>
                    <a:pt x="4731942" y="2217356"/>
                  </a:lnTo>
                  <a:lnTo>
                    <a:pt x="4732194" y="2217356"/>
                  </a:lnTo>
                  <a:lnTo>
                    <a:pt x="4732824" y="2217356"/>
                  </a:lnTo>
                  <a:lnTo>
                    <a:pt x="4732950" y="2217356"/>
                  </a:lnTo>
                  <a:lnTo>
                    <a:pt x="4733076" y="2217356"/>
                  </a:lnTo>
                  <a:lnTo>
                    <a:pt x="4733329" y="2217356"/>
                  </a:lnTo>
                  <a:lnTo>
                    <a:pt x="4733707" y="2217356"/>
                  </a:lnTo>
                  <a:lnTo>
                    <a:pt x="4734085" y="2217356"/>
                  </a:lnTo>
                  <a:lnTo>
                    <a:pt x="4734590" y="2217356"/>
                  </a:lnTo>
                  <a:lnTo>
                    <a:pt x="4734716" y="2217356"/>
                  </a:lnTo>
                  <a:lnTo>
                    <a:pt x="4735094" y="2217356"/>
                  </a:lnTo>
                  <a:lnTo>
                    <a:pt x="4735220" y="2217356"/>
                  </a:lnTo>
                  <a:lnTo>
                    <a:pt x="4735346" y="2217356"/>
                  </a:lnTo>
                  <a:lnTo>
                    <a:pt x="4735598" y="2217356"/>
                  </a:lnTo>
                  <a:lnTo>
                    <a:pt x="4735724" y="2217356"/>
                  </a:lnTo>
                  <a:lnTo>
                    <a:pt x="4735976" y="2217356"/>
                  </a:lnTo>
                  <a:lnTo>
                    <a:pt x="4736229" y="2217356"/>
                  </a:lnTo>
                  <a:lnTo>
                    <a:pt x="4736355" y="2217356"/>
                  </a:lnTo>
                  <a:lnTo>
                    <a:pt x="4736607" y="2217356"/>
                  </a:lnTo>
                  <a:lnTo>
                    <a:pt x="4737868" y="2217356"/>
                  </a:lnTo>
                  <a:lnTo>
                    <a:pt x="4737994" y="2217356"/>
                  </a:lnTo>
                  <a:lnTo>
                    <a:pt x="4738498" y="2217356"/>
                  </a:lnTo>
                  <a:lnTo>
                    <a:pt x="4738877" y="2217356"/>
                  </a:lnTo>
                  <a:lnTo>
                    <a:pt x="4739507" y="2217356"/>
                  </a:lnTo>
                  <a:lnTo>
                    <a:pt x="4739759" y="2217356"/>
                  </a:lnTo>
                  <a:lnTo>
                    <a:pt x="4740263" y="2217356"/>
                  </a:lnTo>
                  <a:lnTo>
                    <a:pt x="4740390" y="2217356"/>
                  </a:lnTo>
                  <a:lnTo>
                    <a:pt x="4740516" y="2217356"/>
                  </a:lnTo>
                  <a:lnTo>
                    <a:pt x="4740768" y="2217356"/>
                  </a:lnTo>
                  <a:lnTo>
                    <a:pt x="4742785" y="2217356"/>
                  </a:lnTo>
                  <a:lnTo>
                    <a:pt x="4743037" y="2217356"/>
                  </a:lnTo>
                  <a:lnTo>
                    <a:pt x="4743163" y="2217356"/>
                  </a:lnTo>
                  <a:lnTo>
                    <a:pt x="4743668" y="2217356"/>
                  </a:lnTo>
                  <a:lnTo>
                    <a:pt x="4744046" y="2217356"/>
                  </a:lnTo>
                  <a:lnTo>
                    <a:pt x="4744298" y="2217356"/>
                  </a:lnTo>
                  <a:lnTo>
                    <a:pt x="4744424" y="2217356"/>
                  </a:lnTo>
                  <a:lnTo>
                    <a:pt x="4744550" y="2217356"/>
                  </a:lnTo>
                  <a:lnTo>
                    <a:pt x="4744677" y="2217356"/>
                  </a:lnTo>
                  <a:lnTo>
                    <a:pt x="4744929" y="2217356"/>
                  </a:lnTo>
                  <a:lnTo>
                    <a:pt x="4745307" y="2217356"/>
                  </a:lnTo>
                  <a:lnTo>
                    <a:pt x="4745811" y="2217356"/>
                  </a:lnTo>
                  <a:lnTo>
                    <a:pt x="4745937" y="2217356"/>
                  </a:lnTo>
                  <a:lnTo>
                    <a:pt x="4746316" y="2217356"/>
                  </a:lnTo>
                  <a:lnTo>
                    <a:pt x="4746568" y="2217356"/>
                  </a:lnTo>
                  <a:lnTo>
                    <a:pt x="4746694" y="2217356"/>
                  </a:lnTo>
                  <a:lnTo>
                    <a:pt x="4747450" y="2217356"/>
                  </a:lnTo>
                  <a:lnTo>
                    <a:pt x="4747577" y="2217356"/>
                  </a:lnTo>
                  <a:lnTo>
                    <a:pt x="4747703" y="2217356"/>
                  </a:lnTo>
                  <a:lnTo>
                    <a:pt x="4747955" y="2217356"/>
                  </a:lnTo>
                  <a:lnTo>
                    <a:pt x="4748081" y="2217356"/>
                  </a:lnTo>
                  <a:lnTo>
                    <a:pt x="4748711" y="2217356"/>
                  </a:lnTo>
                  <a:lnTo>
                    <a:pt x="4748964" y="2217356"/>
                  </a:lnTo>
                  <a:lnTo>
                    <a:pt x="4749090" y="2217356"/>
                  </a:lnTo>
                  <a:lnTo>
                    <a:pt x="4749216" y="2217356"/>
                  </a:lnTo>
                  <a:lnTo>
                    <a:pt x="4749468" y="2217356"/>
                  </a:lnTo>
                  <a:lnTo>
                    <a:pt x="4749594" y="2217356"/>
                  </a:lnTo>
                  <a:lnTo>
                    <a:pt x="4749972" y="2217356"/>
                  </a:lnTo>
                  <a:lnTo>
                    <a:pt x="4750729" y="2217356"/>
                  </a:lnTo>
                  <a:lnTo>
                    <a:pt x="4751233" y="2217356"/>
                  </a:lnTo>
                  <a:lnTo>
                    <a:pt x="4751359" y="2217356"/>
                  </a:lnTo>
                  <a:lnTo>
                    <a:pt x="4751485" y="2217356"/>
                  </a:lnTo>
                  <a:lnTo>
                    <a:pt x="4752368" y="2217356"/>
                  </a:lnTo>
                  <a:lnTo>
                    <a:pt x="4752620" y="2217356"/>
                  </a:lnTo>
                  <a:lnTo>
                    <a:pt x="4753503" y="2217356"/>
                  </a:lnTo>
                  <a:lnTo>
                    <a:pt x="4753629" y="2217356"/>
                  </a:lnTo>
                  <a:lnTo>
                    <a:pt x="4753755" y="2217356"/>
                  </a:lnTo>
                  <a:lnTo>
                    <a:pt x="4753881" y="2217356"/>
                  </a:lnTo>
                  <a:lnTo>
                    <a:pt x="4754007" y="2217356"/>
                  </a:lnTo>
                  <a:lnTo>
                    <a:pt x="4754385" y="2217356"/>
                  </a:lnTo>
                  <a:lnTo>
                    <a:pt x="4754511" y="2217356"/>
                  </a:lnTo>
                  <a:lnTo>
                    <a:pt x="4754637" y="2217356"/>
                  </a:lnTo>
                  <a:lnTo>
                    <a:pt x="4755646" y="2217356"/>
                  </a:lnTo>
                  <a:lnTo>
                    <a:pt x="4755772" y="2217356"/>
                  </a:lnTo>
                  <a:lnTo>
                    <a:pt x="4756024" y="2217356"/>
                  </a:lnTo>
                  <a:lnTo>
                    <a:pt x="4756655" y="2217356"/>
                  </a:lnTo>
                  <a:lnTo>
                    <a:pt x="4756781" y="2217356"/>
                  </a:lnTo>
                  <a:lnTo>
                    <a:pt x="4756907" y="2217356"/>
                  </a:lnTo>
                  <a:lnTo>
                    <a:pt x="4757285" y="2217356"/>
                  </a:lnTo>
                  <a:lnTo>
                    <a:pt x="4757537" y="2217356"/>
                  </a:lnTo>
                  <a:lnTo>
                    <a:pt x="4758924" y="2217356"/>
                  </a:lnTo>
                  <a:lnTo>
                    <a:pt x="4759303" y="2217356"/>
                  </a:lnTo>
                  <a:lnTo>
                    <a:pt x="4759555" y="2217356"/>
                  </a:lnTo>
                  <a:lnTo>
                    <a:pt x="4759681" y="2217356"/>
                  </a:lnTo>
                  <a:lnTo>
                    <a:pt x="4759807" y="2217356"/>
                  </a:lnTo>
                  <a:lnTo>
                    <a:pt x="4759933" y="2217356"/>
                  </a:lnTo>
                  <a:lnTo>
                    <a:pt x="4760185" y="2217356"/>
                  </a:lnTo>
                  <a:lnTo>
                    <a:pt x="4760311" y="2217356"/>
                  </a:lnTo>
                  <a:lnTo>
                    <a:pt x="4760437" y="2217356"/>
                  </a:lnTo>
                  <a:lnTo>
                    <a:pt x="4760690" y="2217356"/>
                  </a:lnTo>
                  <a:lnTo>
                    <a:pt x="4761320" y="2217356"/>
                  </a:lnTo>
                  <a:lnTo>
                    <a:pt x="4761446" y="2217356"/>
                  </a:lnTo>
                  <a:lnTo>
                    <a:pt x="4761572" y="2217356"/>
                  </a:lnTo>
                  <a:lnTo>
                    <a:pt x="4761698" y="2217356"/>
                  </a:lnTo>
                  <a:lnTo>
                    <a:pt x="4761951" y="2217356"/>
                  </a:lnTo>
                  <a:lnTo>
                    <a:pt x="4762077" y="2217356"/>
                  </a:lnTo>
                  <a:lnTo>
                    <a:pt x="4762707" y="2217356"/>
                  </a:lnTo>
                  <a:lnTo>
                    <a:pt x="4763085" y="2217356"/>
                  </a:lnTo>
                  <a:lnTo>
                    <a:pt x="4763338" y="2217356"/>
                  </a:lnTo>
                  <a:lnTo>
                    <a:pt x="4763590" y="2217356"/>
                  </a:lnTo>
                  <a:lnTo>
                    <a:pt x="4764598" y="2217356"/>
                  </a:lnTo>
                  <a:lnTo>
                    <a:pt x="4764851" y="2217356"/>
                  </a:lnTo>
                  <a:lnTo>
                    <a:pt x="4764977" y="2217356"/>
                  </a:lnTo>
                  <a:lnTo>
                    <a:pt x="4765229" y="2217356"/>
                  </a:lnTo>
                  <a:lnTo>
                    <a:pt x="4765355" y="2217356"/>
                  </a:lnTo>
                  <a:lnTo>
                    <a:pt x="4765481" y="2217356"/>
                  </a:lnTo>
                  <a:lnTo>
                    <a:pt x="4765733" y="2217356"/>
                  </a:lnTo>
                  <a:lnTo>
                    <a:pt x="4765859" y="2217356"/>
                  </a:lnTo>
                  <a:lnTo>
                    <a:pt x="4765985" y="2217356"/>
                  </a:lnTo>
                  <a:lnTo>
                    <a:pt x="4766490" y="2217356"/>
                  </a:lnTo>
                  <a:lnTo>
                    <a:pt x="4766868" y="2217356"/>
                  </a:lnTo>
                  <a:lnTo>
                    <a:pt x="4767246" y="2217356"/>
                  </a:lnTo>
                  <a:lnTo>
                    <a:pt x="4767372" y="2217356"/>
                  </a:lnTo>
                  <a:lnTo>
                    <a:pt x="4767624" y="2217356"/>
                  </a:lnTo>
                  <a:lnTo>
                    <a:pt x="4768003" y="2217356"/>
                  </a:lnTo>
                  <a:lnTo>
                    <a:pt x="4768129" y="2217356"/>
                  </a:lnTo>
                  <a:lnTo>
                    <a:pt x="4768633" y="2217356"/>
                  </a:lnTo>
                  <a:lnTo>
                    <a:pt x="4769390" y="2217356"/>
                  </a:lnTo>
                  <a:lnTo>
                    <a:pt x="4769642" y="2217356"/>
                  </a:lnTo>
                  <a:lnTo>
                    <a:pt x="4772290" y="2217356"/>
                  </a:lnTo>
                  <a:lnTo>
                    <a:pt x="4772794" y="2217356"/>
                  </a:lnTo>
                  <a:lnTo>
                    <a:pt x="4772920" y="2217356"/>
                  </a:lnTo>
                  <a:lnTo>
                    <a:pt x="4773046" y="2217356"/>
                  </a:lnTo>
                  <a:lnTo>
                    <a:pt x="4773172" y="2217356"/>
                  </a:lnTo>
                  <a:lnTo>
                    <a:pt x="4773677" y="2217356"/>
                  </a:lnTo>
                  <a:lnTo>
                    <a:pt x="4773803" y="2217356"/>
                  </a:lnTo>
                  <a:lnTo>
                    <a:pt x="4774055" y="2217356"/>
                  </a:lnTo>
                  <a:lnTo>
                    <a:pt x="4774433" y="2217356"/>
                  </a:lnTo>
                  <a:lnTo>
                    <a:pt x="4774559" y="2217356"/>
                  </a:lnTo>
                  <a:lnTo>
                    <a:pt x="4774811" y="2217356"/>
                  </a:lnTo>
                  <a:lnTo>
                    <a:pt x="4774938" y="2217356"/>
                  </a:lnTo>
                  <a:lnTo>
                    <a:pt x="4775064" y="2217356"/>
                  </a:lnTo>
                  <a:lnTo>
                    <a:pt x="4775190" y="2217356"/>
                  </a:lnTo>
                  <a:lnTo>
                    <a:pt x="4775316" y="2217356"/>
                  </a:lnTo>
                  <a:lnTo>
                    <a:pt x="4775442" y="2217356"/>
                  </a:lnTo>
                  <a:lnTo>
                    <a:pt x="4776577" y="2217356"/>
                  </a:lnTo>
                  <a:lnTo>
                    <a:pt x="4776955" y="2217356"/>
                  </a:lnTo>
                  <a:lnTo>
                    <a:pt x="4777081" y="2212077"/>
                  </a:lnTo>
                  <a:lnTo>
                    <a:pt x="4777207" y="2212077"/>
                  </a:lnTo>
                  <a:lnTo>
                    <a:pt x="4777838" y="2212077"/>
                  </a:lnTo>
                  <a:lnTo>
                    <a:pt x="4778090" y="2212077"/>
                  </a:lnTo>
                  <a:lnTo>
                    <a:pt x="4778720" y="2212077"/>
                  </a:lnTo>
                  <a:lnTo>
                    <a:pt x="4778972" y="2212077"/>
                  </a:lnTo>
                  <a:lnTo>
                    <a:pt x="4779603" y="2212077"/>
                  </a:lnTo>
                  <a:lnTo>
                    <a:pt x="4779729" y="2212077"/>
                  </a:lnTo>
                  <a:lnTo>
                    <a:pt x="4780107" y="2212077"/>
                  </a:lnTo>
                  <a:lnTo>
                    <a:pt x="4780359" y="2212077"/>
                  </a:lnTo>
                  <a:lnTo>
                    <a:pt x="4780485" y="2212077"/>
                  </a:lnTo>
                  <a:lnTo>
                    <a:pt x="4780990" y="2212077"/>
                  </a:lnTo>
                  <a:lnTo>
                    <a:pt x="4781116" y="2212077"/>
                  </a:lnTo>
                  <a:lnTo>
                    <a:pt x="4781494" y="2212077"/>
                  </a:lnTo>
                  <a:lnTo>
                    <a:pt x="4781746" y="2212077"/>
                  </a:lnTo>
                  <a:lnTo>
                    <a:pt x="4781872" y="2206798"/>
                  </a:lnTo>
                  <a:lnTo>
                    <a:pt x="4781998" y="2206798"/>
                  </a:lnTo>
                  <a:lnTo>
                    <a:pt x="4782251" y="2206798"/>
                  </a:lnTo>
                  <a:lnTo>
                    <a:pt x="4782629" y="2206798"/>
                  </a:lnTo>
                  <a:lnTo>
                    <a:pt x="4782755" y="2206798"/>
                  </a:lnTo>
                  <a:lnTo>
                    <a:pt x="4782881" y="2206798"/>
                  </a:lnTo>
                  <a:lnTo>
                    <a:pt x="4783007" y="2206798"/>
                  </a:lnTo>
                  <a:lnTo>
                    <a:pt x="4783133" y="2206798"/>
                  </a:lnTo>
                  <a:lnTo>
                    <a:pt x="4783512" y="2206798"/>
                  </a:lnTo>
                  <a:lnTo>
                    <a:pt x="4783638" y="2206798"/>
                  </a:lnTo>
                  <a:lnTo>
                    <a:pt x="4784016" y="2206798"/>
                  </a:lnTo>
                  <a:lnTo>
                    <a:pt x="4784646" y="2206798"/>
                  </a:lnTo>
                  <a:lnTo>
                    <a:pt x="4784772" y="2206798"/>
                  </a:lnTo>
                  <a:lnTo>
                    <a:pt x="4785403" y="2206798"/>
                  </a:lnTo>
                  <a:lnTo>
                    <a:pt x="4786538" y="2206798"/>
                  </a:lnTo>
                  <a:lnTo>
                    <a:pt x="4786916" y="2206798"/>
                  </a:lnTo>
                  <a:lnTo>
                    <a:pt x="4787546" y="2206798"/>
                  </a:lnTo>
                  <a:lnTo>
                    <a:pt x="4787672" y="2206798"/>
                  </a:lnTo>
                  <a:lnTo>
                    <a:pt x="4787799" y="2206798"/>
                  </a:lnTo>
                  <a:lnTo>
                    <a:pt x="4788051" y="2206798"/>
                  </a:lnTo>
                  <a:lnTo>
                    <a:pt x="4788177" y="2206798"/>
                  </a:lnTo>
                  <a:lnTo>
                    <a:pt x="4788303" y="2206798"/>
                  </a:lnTo>
                  <a:lnTo>
                    <a:pt x="4788429" y="2206798"/>
                  </a:lnTo>
                  <a:lnTo>
                    <a:pt x="4788555" y="2206798"/>
                  </a:lnTo>
                  <a:lnTo>
                    <a:pt x="4789059" y="2206798"/>
                  </a:lnTo>
                  <a:lnTo>
                    <a:pt x="4789690" y="2206798"/>
                  </a:lnTo>
                  <a:lnTo>
                    <a:pt x="4789816" y="2206798"/>
                  </a:lnTo>
                  <a:lnTo>
                    <a:pt x="4790320" y="2206798"/>
                  </a:lnTo>
                  <a:lnTo>
                    <a:pt x="4790446" y="2206798"/>
                  </a:lnTo>
                  <a:lnTo>
                    <a:pt x="4790699" y="2206798"/>
                  </a:lnTo>
                  <a:lnTo>
                    <a:pt x="4791581" y="2206798"/>
                  </a:lnTo>
                  <a:lnTo>
                    <a:pt x="4791707" y="2206798"/>
                  </a:lnTo>
                  <a:lnTo>
                    <a:pt x="4792085" y="2206798"/>
                  </a:lnTo>
                  <a:lnTo>
                    <a:pt x="4792842" y="2206798"/>
                  </a:lnTo>
                  <a:lnTo>
                    <a:pt x="4792968" y="2206798"/>
                  </a:lnTo>
                  <a:lnTo>
                    <a:pt x="4793346" y="2206798"/>
                  </a:lnTo>
                  <a:lnTo>
                    <a:pt x="4793472" y="2206798"/>
                  </a:lnTo>
                  <a:lnTo>
                    <a:pt x="4794607" y="2206798"/>
                  </a:lnTo>
                  <a:lnTo>
                    <a:pt x="4794733" y="2206798"/>
                  </a:lnTo>
                  <a:lnTo>
                    <a:pt x="4794985" y="2206798"/>
                  </a:lnTo>
                  <a:lnTo>
                    <a:pt x="4795112" y="2206798"/>
                  </a:lnTo>
                  <a:lnTo>
                    <a:pt x="4795238" y="2206798"/>
                  </a:lnTo>
                  <a:lnTo>
                    <a:pt x="4795616" y="2206798"/>
                  </a:lnTo>
                  <a:lnTo>
                    <a:pt x="4795742" y="2206798"/>
                  </a:lnTo>
                  <a:lnTo>
                    <a:pt x="4795868" y="2206798"/>
                  </a:lnTo>
                  <a:lnTo>
                    <a:pt x="4796246" y="2206798"/>
                  </a:lnTo>
                  <a:lnTo>
                    <a:pt x="4796372" y="2206798"/>
                  </a:lnTo>
                  <a:lnTo>
                    <a:pt x="4797255" y="2206798"/>
                  </a:lnTo>
                  <a:lnTo>
                    <a:pt x="4797381" y="2206798"/>
                  </a:lnTo>
                  <a:lnTo>
                    <a:pt x="4797507" y="2206798"/>
                  </a:lnTo>
                  <a:lnTo>
                    <a:pt x="4798894" y="2206798"/>
                  </a:lnTo>
                  <a:lnTo>
                    <a:pt x="4799020" y="2206798"/>
                  </a:lnTo>
                  <a:lnTo>
                    <a:pt x="4799272" y="2206798"/>
                  </a:lnTo>
                  <a:lnTo>
                    <a:pt x="4799651" y="2201518"/>
                  </a:lnTo>
                  <a:lnTo>
                    <a:pt x="4799777" y="2201518"/>
                  </a:lnTo>
                  <a:lnTo>
                    <a:pt x="4800155" y="2201518"/>
                  </a:lnTo>
                  <a:lnTo>
                    <a:pt x="4800407" y="2201518"/>
                  </a:lnTo>
                  <a:lnTo>
                    <a:pt x="4800533" y="2201518"/>
                  </a:lnTo>
                  <a:lnTo>
                    <a:pt x="4800659" y="2201518"/>
                  </a:lnTo>
                  <a:lnTo>
                    <a:pt x="4800786" y="2201518"/>
                  </a:lnTo>
                  <a:lnTo>
                    <a:pt x="4800912" y="2201518"/>
                  </a:lnTo>
                  <a:lnTo>
                    <a:pt x="4801038" y="2201518"/>
                  </a:lnTo>
                  <a:lnTo>
                    <a:pt x="4801164" y="2201518"/>
                  </a:lnTo>
                  <a:lnTo>
                    <a:pt x="4801668" y="2196239"/>
                  </a:lnTo>
                  <a:lnTo>
                    <a:pt x="4801920" y="2196239"/>
                  </a:lnTo>
                  <a:lnTo>
                    <a:pt x="4802172" y="2196239"/>
                  </a:lnTo>
                  <a:lnTo>
                    <a:pt x="4802299" y="2196239"/>
                  </a:lnTo>
                  <a:lnTo>
                    <a:pt x="4802425" y="2196239"/>
                  </a:lnTo>
                  <a:lnTo>
                    <a:pt x="4802677" y="2196239"/>
                  </a:lnTo>
                  <a:lnTo>
                    <a:pt x="4802803" y="2196239"/>
                  </a:lnTo>
                  <a:lnTo>
                    <a:pt x="4803433" y="2196239"/>
                  </a:lnTo>
                  <a:lnTo>
                    <a:pt x="4805577" y="2190959"/>
                  </a:lnTo>
                  <a:lnTo>
                    <a:pt x="4805829" y="2190959"/>
                  </a:lnTo>
                  <a:lnTo>
                    <a:pt x="4805955" y="2190959"/>
                  </a:lnTo>
                  <a:lnTo>
                    <a:pt x="4806081" y="2190959"/>
                  </a:lnTo>
                  <a:lnTo>
                    <a:pt x="4806207" y="2190959"/>
                  </a:lnTo>
                  <a:lnTo>
                    <a:pt x="4806333" y="2190959"/>
                  </a:lnTo>
                  <a:lnTo>
                    <a:pt x="4806459" y="2190959"/>
                  </a:lnTo>
                  <a:lnTo>
                    <a:pt x="4806712" y="2190959"/>
                  </a:lnTo>
                  <a:lnTo>
                    <a:pt x="4806964" y="2190959"/>
                  </a:lnTo>
                  <a:lnTo>
                    <a:pt x="4807090" y="2190959"/>
                  </a:lnTo>
                  <a:lnTo>
                    <a:pt x="4807594" y="2190959"/>
                  </a:lnTo>
                  <a:lnTo>
                    <a:pt x="4807720" y="2190959"/>
                  </a:lnTo>
                  <a:lnTo>
                    <a:pt x="4807846" y="2190959"/>
                  </a:lnTo>
                  <a:lnTo>
                    <a:pt x="4808225" y="2190959"/>
                  </a:lnTo>
                  <a:lnTo>
                    <a:pt x="4808981" y="2185680"/>
                  </a:lnTo>
                  <a:lnTo>
                    <a:pt x="4809738" y="2185680"/>
                  </a:lnTo>
                  <a:lnTo>
                    <a:pt x="4809864" y="2185680"/>
                  </a:lnTo>
                  <a:lnTo>
                    <a:pt x="4810116" y="2185680"/>
                  </a:lnTo>
                  <a:lnTo>
                    <a:pt x="4810368" y="2185680"/>
                  </a:lnTo>
                  <a:lnTo>
                    <a:pt x="4810494" y="2185680"/>
                  </a:lnTo>
                  <a:lnTo>
                    <a:pt x="4810873" y="2185680"/>
                  </a:lnTo>
                  <a:lnTo>
                    <a:pt x="4810999" y="2185680"/>
                  </a:lnTo>
                  <a:lnTo>
                    <a:pt x="4811755" y="2185680"/>
                  </a:lnTo>
                  <a:lnTo>
                    <a:pt x="4812133" y="2185680"/>
                  </a:lnTo>
                  <a:lnTo>
                    <a:pt x="4812764" y="2185680"/>
                  </a:lnTo>
                  <a:lnTo>
                    <a:pt x="4813394" y="2185680"/>
                  </a:lnTo>
                  <a:lnTo>
                    <a:pt x="4814025" y="2185680"/>
                  </a:lnTo>
                  <a:lnTo>
                    <a:pt x="4814151" y="2185680"/>
                  </a:lnTo>
                  <a:lnTo>
                    <a:pt x="4814277" y="2185680"/>
                  </a:lnTo>
                  <a:lnTo>
                    <a:pt x="4814403" y="2185680"/>
                  </a:lnTo>
                  <a:lnTo>
                    <a:pt x="4814529" y="2185680"/>
                  </a:lnTo>
                  <a:lnTo>
                    <a:pt x="4815286" y="2185680"/>
                  </a:lnTo>
                  <a:lnTo>
                    <a:pt x="4815664" y="2180401"/>
                  </a:lnTo>
                  <a:lnTo>
                    <a:pt x="4815790" y="2180401"/>
                  </a:lnTo>
                  <a:lnTo>
                    <a:pt x="4815916" y="2180401"/>
                  </a:lnTo>
                  <a:lnTo>
                    <a:pt x="4816042" y="2180401"/>
                  </a:lnTo>
                  <a:lnTo>
                    <a:pt x="4816420" y="2180401"/>
                  </a:lnTo>
                  <a:lnTo>
                    <a:pt x="4817051" y="2180401"/>
                  </a:lnTo>
                  <a:lnTo>
                    <a:pt x="4817303" y="2180401"/>
                  </a:lnTo>
                  <a:lnTo>
                    <a:pt x="4817681" y="2180401"/>
                  </a:lnTo>
                  <a:lnTo>
                    <a:pt x="4817807" y="2180401"/>
                  </a:lnTo>
                  <a:lnTo>
                    <a:pt x="4818186" y="2180401"/>
                  </a:lnTo>
                  <a:lnTo>
                    <a:pt x="4818438" y="2180401"/>
                  </a:lnTo>
                  <a:lnTo>
                    <a:pt x="4818564" y="2180401"/>
                  </a:lnTo>
                  <a:lnTo>
                    <a:pt x="4819446" y="2180401"/>
                  </a:lnTo>
                  <a:lnTo>
                    <a:pt x="4819825" y="2180401"/>
                  </a:lnTo>
                  <a:lnTo>
                    <a:pt x="4819951" y="2180401"/>
                  </a:lnTo>
                  <a:lnTo>
                    <a:pt x="4820077" y="2180401"/>
                  </a:lnTo>
                  <a:lnTo>
                    <a:pt x="4820203" y="2180401"/>
                  </a:lnTo>
                  <a:lnTo>
                    <a:pt x="4820707" y="2180401"/>
                  </a:lnTo>
                  <a:lnTo>
                    <a:pt x="4820833" y="2180401"/>
                  </a:lnTo>
                  <a:lnTo>
                    <a:pt x="4820960" y="2180401"/>
                  </a:lnTo>
                  <a:lnTo>
                    <a:pt x="4822725" y="2180401"/>
                  </a:lnTo>
                  <a:lnTo>
                    <a:pt x="4822977" y="2180401"/>
                  </a:lnTo>
                  <a:lnTo>
                    <a:pt x="4823103" y="2180401"/>
                  </a:lnTo>
                  <a:lnTo>
                    <a:pt x="4823607" y="2180401"/>
                  </a:lnTo>
                  <a:lnTo>
                    <a:pt x="4823860" y="2180401"/>
                  </a:lnTo>
                  <a:lnTo>
                    <a:pt x="4823986" y="2180401"/>
                  </a:lnTo>
                  <a:lnTo>
                    <a:pt x="4824112" y="2180401"/>
                  </a:lnTo>
                  <a:lnTo>
                    <a:pt x="4824994" y="2180401"/>
                  </a:lnTo>
                  <a:lnTo>
                    <a:pt x="4825120" y="2180401"/>
                  </a:lnTo>
                  <a:lnTo>
                    <a:pt x="4825247" y="2180401"/>
                  </a:lnTo>
                  <a:lnTo>
                    <a:pt x="4825373" y="2180401"/>
                  </a:lnTo>
                  <a:lnTo>
                    <a:pt x="4825499" y="2180401"/>
                  </a:lnTo>
                  <a:lnTo>
                    <a:pt x="4825751" y="2180401"/>
                  </a:lnTo>
                  <a:lnTo>
                    <a:pt x="4826129" y="2180401"/>
                  </a:lnTo>
                  <a:lnTo>
                    <a:pt x="4826381" y="2180401"/>
                  </a:lnTo>
                  <a:lnTo>
                    <a:pt x="4827264" y="2180401"/>
                  </a:lnTo>
                  <a:lnTo>
                    <a:pt x="4827894" y="2180401"/>
                  </a:lnTo>
                  <a:lnTo>
                    <a:pt x="4828147" y="2180401"/>
                  </a:lnTo>
                  <a:lnTo>
                    <a:pt x="4828147" y="2175121"/>
                  </a:lnTo>
                  <a:lnTo>
                    <a:pt x="4828273" y="2175121"/>
                  </a:lnTo>
                  <a:lnTo>
                    <a:pt x="4828399" y="2175121"/>
                  </a:lnTo>
                  <a:lnTo>
                    <a:pt x="4828777" y="2175121"/>
                  </a:lnTo>
                  <a:lnTo>
                    <a:pt x="4829029" y="2175121"/>
                  </a:lnTo>
                  <a:lnTo>
                    <a:pt x="4829155" y="2175121"/>
                  </a:lnTo>
                  <a:lnTo>
                    <a:pt x="4830038" y="2175121"/>
                  </a:lnTo>
                  <a:lnTo>
                    <a:pt x="4830164" y="2175121"/>
                  </a:lnTo>
                  <a:lnTo>
                    <a:pt x="4830416" y="2175121"/>
                  </a:lnTo>
                  <a:lnTo>
                    <a:pt x="4830794" y="2175121"/>
                  </a:lnTo>
                  <a:lnTo>
                    <a:pt x="4830920" y="2175121"/>
                  </a:lnTo>
                  <a:lnTo>
                    <a:pt x="4832307" y="2169842"/>
                  </a:lnTo>
                  <a:lnTo>
                    <a:pt x="4832938" y="2169842"/>
                  </a:lnTo>
                  <a:lnTo>
                    <a:pt x="4833064" y="2169842"/>
                  </a:lnTo>
                  <a:lnTo>
                    <a:pt x="4833947" y="2169842"/>
                  </a:lnTo>
                  <a:lnTo>
                    <a:pt x="4834451" y="2169842"/>
                  </a:lnTo>
                  <a:lnTo>
                    <a:pt x="4834577" y="2169842"/>
                  </a:lnTo>
                  <a:lnTo>
                    <a:pt x="4835586" y="2169842"/>
                  </a:lnTo>
                  <a:lnTo>
                    <a:pt x="4835838" y="2169842"/>
                  </a:lnTo>
                  <a:lnTo>
                    <a:pt x="4836594" y="2169842"/>
                  </a:lnTo>
                  <a:lnTo>
                    <a:pt x="4836973" y="2169842"/>
                  </a:lnTo>
                  <a:lnTo>
                    <a:pt x="4837351" y="2169842"/>
                  </a:lnTo>
                  <a:lnTo>
                    <a:pt x="4837855" y="2169842"/>
                  </a:lnTo>
                  <a:lnTo>
                    <a:pt x="4837981" y="2169842"/>
                  </a:lnTo>
                  <a:lnTo>
                    <a:pt x="4838107" y="2169842"/>
                  </a:lnTo>
                  <a:lnTo>
                    <a:pt x="4838360" y="2169842"/>
                  </a:lnTo>
                  <a:lnTo>
                    <a:pt x="4839368" y="2169842"/>
                  </a:lnTo>
                  <a:lnTo>
                    <a:pt x="4839999" y="2169842"/>
                  </a:lnTo>
                  <a:lnTo>
                    <a:pt x="4840377" y="2169842"/>
                  </a:lnTo>
                  <a:lnTo>
                    <a:pt x="4840503" y="2164562"/>
                  </a:lnTo>
                  <a:lnTo>
                    <a:pt x="4841007" y="2164562"/>
                  </a:lnTo>
                  <a:lnTo>
                    <a:pt x="4841386" y="2159283"/>
                  </a:lnTo>
                  <a:lnTo>
                    <a:pt x="4841512" y="2159283"/>
                  </a:lnTo>
                  <a:lnTo>
                    <a:pt x="4842142" y="2159283"/>
                  </a:lnTo>
                  <a:lnTo>
                    <a:pt x="4842647" y="2159283"/>
                  </a:lnTo>
                  <a:lnTo>
                    <a:pt x="4842773" y="2159283"/>
                  </a:lnTo>
                  <a:lnTo>
                    <a:pt x="4842899" y="2159283"/>
                  </a:lnTo>
                  <a:lnTo>
                    <a:pt x="4843151" y="2159283"/>
                  </a:lnTo>
                  <a:lnTo>
                    <a:pt x="4843655" y="2159283"/>
                  </a:lnTo>
                  <a:lnTo>
                    <a:pt x="4843907" y="2159283"/>
                  </a:lnTo>
                  <a:lnTo>
                    <a:pt x="4844034" y="2159283"/>
                  </a:lnTo>
                  <a:lnTo>
                    <a:pt x="4844160" y="2159283"/>
                  </a:lnTo>
                  <a:lnTo>
                    <a:pt x="4844286" y="2159283"/>
                  </a:lnTo>
                  <a:lnTo>
                    <a:pt x="4844790" y="2159283"/>
                  </a:lnTo>
                  <a:lnTo>
                    <a:pt x="4845042" y="2159283"/>
                  </a:lnTo>
                  <a:lnTo>
                    <a:pt x="4845168" y="2159283"/>
                  </a:lnTo>
                  <a:lnTo>
                    <a:pt x="4847564" y="2154003"/>
                  </a:lnTo>
                  <a:lnTo>
                    <a:pt x="4847690" y="2154003"/>
                  </a:lnTo>
                  <a:lnTo>
                    <a:pt x="4847942" y="2154003"/>
                  </a:lnTo>
                  <a:lnTo>
                    <a:pt x="4848321" y="2154003"/>
                  </a:lnTo>
                  <a:lnTo>
                    <a:pt x="4848573" y="2154003"/>
                  </a:lnTo>
                  <a:lnTo>
                    <a:pt x="4849203" y="2154003"/>
                  </a:lnTo>
                  <a:lnTo>
                    <a:pt x="4849329" y="2154003"/>
                  </a:lnTo>
                  <a:lnTo>
                    <a:pt x="4849455" y="2154003"/>
                  </a:lnTo>
                  <a:lnTo>
                    <a:pt x="4849708" y="2154003"/>
                  </a:lnTo>
                  <a:lnTo>
                    <a:pt x="4849834" y="2154003"/>
                  </a:lnTo>
                  <a:lnTo>
                    <a:pt x="4850086" y="2154003"/>
                  </a:lnTo>
                  <a:lnTo>
                    <a:pt x="4850464" y="2154003"/>
                  </a:lnTo>
                  <a:lnTo>
                    <a:pt x="4850590" y="2154003"/>
                  </a:lnTo>
                  <a:lnTo>
                    <a:pt x="4850716" y="2154003"/>
                  </a:lnTo>
                  <a:lnTo>
                    <a:pt x="4850968" y="2148724"/>
                  </a:lnTo>
                  <a:lnTo>
                    <a:pt x="4851094" y="2148724"/>
                  </a:lnTo>
                  <a:lnTo>
                    <a:pt x="4851221" y="2148724"/>
                  </a:lnTo>
                  <a:lnTo>
                    <a:pt x="4851977" y="2148724"/>
                  </a:lnTo>
                  <a:lnTo>
                    <a:pt x="4852355" y="2148724"/>
                  </a:lnTo>
                  <a:lnTo>
                    <a:pt x="4852734" y="2148724"/>
                  </a:lnTo>
                  <a:lnTo>
                    <a:pt x="4852860" y="2148724"/>
                  </a:lnTo>
                  <a:lnTo>
                    <a:pt x="4852986" y="2148724"/>
                  </a:lnTo>
                  <a:lnTo>
                    <a:pt x="4853112" y="2148724"/>
                  </a:lnTo>
                  <a:lnTo>
                    <a:pt x="4853742" y="2148724"/>
                  </a:lnTo>
                  <a:lnTo>
                    <a:pt x="4854247" y="2148724"/>
                  </a:lnTo>
                  <a:lnTo>
                    <a:pt x="4854373" y="2148724"/>
                  </a:lnTo>
                  <a:lnTo>
                    <a:pt x="4854625" y="2148724"/>
                  </a:lnTo>
                  <a:lnTo>
                    <a:pt x="4854751" y="2148724"/>
                  </a:lnTo>
                  <a:lnTo>
                    <a:pt x="4855003" y="2148724"/>
                  </a:lnTo>
                  <a:lnTo>
                    <a:pt x="4855381" y="2148724"/>
                  </a:lnTo>
                  <a:lnTo>
                    <a:pt x="4855634" y="2148724"/>
                  </a:lnTo>
                  <a:lnTo>
                    <a:pt x="4856264" y="2148724"/>
                  </a:lnTo>
                  <a:lnTo>
                    <a:pt x="4856516" y="2148724"/>
                  </a:lnTo>
                  <a:lnTo>
                    <a:pt x="4856768" y="2148724"/>
                  </a:lnTo>
                  <a:lnTo>
                    <a:pt x="4857147" y="2148724"/>
                  </a:lnTo>
                  <a:lnTo>
                    <a:pt x="4857399" y="2148724"/>
                  </a:lnTo>
                  <a:lnTo>
                    <a:pt x="4857525" y="2148724"/>
                  </a:lnTo>
                  <a:lnTo>
                    <a:pt x="4857777" y="2148724"/>
                  </a:lnTo>
                  <a:lnTo>
                    <a:pt x="4859038" y="2143445"/>
                  </a:lnTo>
                  <a:lnTo>
                    <a:pt x="4859164" y="2138165"/>
                  </a:lnTo>
                  <a:lnTo>
                    <a:pt x="4859668" y="2138165"/>
                  </a:lnTo>
                  <a:lnTo>
                    <a:pt x="4860929" y="2138165"/>
                  </a:lnTo>
                  <a:lnTo>
                    <a:pt x="4861181" y="2138165"/>
                  </a:lnTo>
                  <a:lnTo>
                    <a:pt x="4861308" y="2138165"/>
                  </a:lnTo>
                  <a:lnTo>
                    <a:pt x="4861686" y="2138165"/>
                  </a:lnTo>
                  <a:lnTo>
                    <a:pt x="4862190" y="2138165"/>
                  </a:lnTo>
                  <a:lnTo>
                    <a:pt x="4862316" y="2138165"/>
                  </a:lnTo>
                  <a:lnTo>
                    <a:pt x="4862316" y="2132886"/>
                  </a:lnTo>
                  <a:lnTo>
                    <a:pt x="4862821" y="2132886"/>
                  </a:lnTo>
                  <a:lnTo>
                    <a:pt x="4862947" y="2132886"/>
                  </a:lnTo>
                  <a:lnTo>
                    <a:pt x="4863073" y="2132886"/>
                  </a:lnTo>
                  <a:lnTo>
                    <a:pt x="4863199" y="2132886"/>
                  </a:lnTo>
                  <a:lnTo>
                    <a:pt x="4863325" y="2132886"/>
                  </a:lnTo>
                  <a:lnTo>
                    <a:pt x="4863451" y="2132886"/>
                  </a:lnTo>
                  <a:lnTo>
                    <a:pt x="4863955" y="2132886"/>
                  </a:lnTo>
                  <a:lnTo>
                    <a:pt x="4864208" y="2132886"/>
                  </a:lnTo>
                  <a:lnTo>
                    <a:pt x="4864712" y="2132886"/>
                  </a:lnTo>
                  <a:lnTo>
                    <a:pt x="4864964" y="2132886"/>
                  </a:lnTo>
                  <a:lnTo>
                    <a:pt x="4865342" y="2132886"/>
                  </a:lnTo>
                  <a:lnTo>
                    <a:pt x="4865468" y="2132886"/>
                  </a:lnTo>
                  <a:lnTo>
                    <a:pt x="4865595" y="2132886"/>
                  </a:lnTo>
                  <a:lnTo>
                    <a:pt x="4865847" y="2127606"/>
                  </a:lnTo>
                  <a:lnTo>
                    <a:pt x="4865973" y="2127606"/>
                  </a:lnTo>
                  <a:lnTo>
                    <a:pt x="4866225" y="2127606"/>
                  </a:lnTo>
                  <a:lnTo>
                    <a:pt x="4866351" y="2127606"/>
                  </a:lnTo>
                  <a:lnTo>
                    <a:pt x="4866729" y="2127606"/>
                  </a:lnTo>
                  <a:lnTo>
                    <a:pt x="4866855" y="2127606"/>
                  </a:lnTo>
                  <a:lnTo>
                    <a:pt x="4867486" y="2127606"/>
                  </a:lnTo>
                  <a:lnTo>
                    <a:pt x="4867612" y="2127606"/>
                  </a:lnTo>
                  <a:lnTo>
                    <a:pt x="4867738" y="2127606"/>
                  </a:lnTo>
                  <a:lnTo>
                    <a:pt x="4868621" y="2127606"/>
                  </a:lnTo>
                  <a:lnTo>
                    <a:pt x="4869377" y="2127606"/>
                  </a:lnTo>
                  <a:lnTo>
                    <a:pt x="4869755" y="2127606"/>
                  </a:lnTo>
                  <a:lnTo>
                    <a:pt x="4870008" y="2127606"/>
                  </a:lnTo>
                  <a:lnTo>
                    <a:pt x="4870134" y="2127606"/>
                  </a:lnTo>
                  <a:lnTo>
                    <a:pt x="4870638" y="2127606"/>
                  </a:lnTo>
                  <a:lnTo>
                    <a:pt x="4870890" y="2127606"/>
                  </a:lnTo>
                  <a:lnTo>
                    <a:pt x="4871395" y="2127606"/>
                  </a:lnTo>
                  <a:lnTo>
                    <a:pt x="4872151" y="2127606"/>
                  </a:lnTo>
                  <a:lnTo>
                    <a:pt x="4873538" y="2127606"/>
                  </a:lnTo>
                  <a:lnTo>
                    <a:pt x="4873790" y="2127606"/>
                  </a:lnTo>
                  <a:lnTo>
                    <a:pt x="4874042" y="2127606"/>
                  </a:lnTo>
                  <a:lnTo>
                    <a:pt x="4874421" y="2127606"/>
                  </a:lnTo>
                  <a:lnTo>
                    <a:pt x="4874547" y="2127606"/>
                  </a:lnTo>
                  <a:lnTo>
                    <a:pt x="4874799" y="2127606"/>
                  </a:lnTo>
                  <a:lnTo>
                    <a:pt x="4875051" y="2127606"/>
                  </a:lnTo>
                  <a:lnTo>
                    <a:pt x="4875177" y="2127606"/>
                  </a:lnTo>
                  <a:lnTo>
                    <a:pt x="4875429" y="2127606"/>
                  </a:lnTo>
                  <a:lnTo>
                    <a:pt x="4875808" y="2127606"/>
                  </a:lnTo>
                  <a:lnTo>
                    <a:pt x="4876186" y="2127606"/>
                  </a:lnTo>
                  <a:lnTo>
                    <a:pt x="4876690" y="2127606"/>
                  </a:lnTo>
                  <a:lnTo>
                    <a:pt x="4876816" y="2127606"/>
                  </a:lnTo>
                  <a:lnTo>
                    <a:pt x="4876942" y="2127606"/>
                  </a:lnTo>
                  <a:lnTo>
                    <a:pt x="4877069" y="2122327"/>
                  </a:lnTo>
                  <a:lnTo>
                    <a:pt x="4877195" y="2122327"/>
                  </a:lnTo>
                  <a:lnTo>
                    <a:pt x="4877447" y="2122327"/>
                  </a:lnTo>
                  <a:lnTo>
                    <a:pt x="4877825" y="2122327"/>
                  </a:lnTo>
                  <a:lnTo>
                    <a:pt x="4878582" y="2122327"/>
                  </a:lnTo>
                  <a:lnTo>
                    <a:pt x="4878834" y="2122327"/>
                  </a:lnTo>
                  <a:lnTo>
                    <a:pt x="4879086" y="2122327"/>
                  </a:lnTo>
                  <a:lnTo>
                    <a:pt x="4879842" y="2122327"/>
                  </a:lnTo>
                  <a:lnTo>
                    <a:pt x="4879969" y="2122327"/>
                  </a:lnTo>
                  <a:lnTo>
                    <a:pt x="4880599" y="2122327"/>
                  </a:lnTo>
                  <a:lnTo>
                    <a:pt x="4880725" y="2122327"/>
                  </a:lnTo>
                  <a:lnTo>
                    <a:pt x="4880851" y="2122327"/>
                  </a:lnTo>
                  <a:lnTo>
                    <a:pt x="4880977" y="2122327"/>
                  </a:lnTo>
                  <a:lnTo>
                    <a:pt x="4881103" y="2122327"/>
                  </a:lnTo>
                  <a:lnTo>
                    <a:pt x="4881356" y="2122327"/>
                  </a:lnTo>
                  <a:lnTo>
                    <a:pt x="4881734" y="2122327"/>
                  </a:lnTo>
                  <a:lnTo>
                    <a:pt x="4881860" y="2122327"/>
                  </a:lnTo>
                  <a:lnTo>
                    <a:pt x="4882616" y="2122327"/>
                  </a:lnTo>
                  <a:lnTo>
                    <a:pt x="4882869" y="2122327"/>
                  </a:lnTo>
                  <a:lnTo>
                    <a:pt x="4883373" y="2122327"/>
                  </a:lnTo>
                  <a:lnTo>
                    <a:pt x="4883625" y="2122327"/>
                  </a:lnTo>
                  <a:lnTo>
                    <a:pt x="4884129" y="2122327"/>
                  </a:lnTo>
                  <a:lnTo>
                    <a:pt x="4884886" y="2122327"/>
                  </a:lnTo>
                  <a:lnTo>
                    <a:pt x="4886021" y="2122327"/>
                  </a:lnTo>
                  <a:lnTo>
                    <a:pt x="4886273" y="2122327"/>
                  </a:lnTo>
                  <a:lnTo>
                    <a:pt x="4887282" y="2122327"/>
                  </a:lnTo>
                  <a:lnTo>
                    <a:pt x="4887408" y="2122327"/>
                  </a:lnTo>
                  <a:lnTo>
                    <a:pt x="4887660" y="2122327"/>
                  </a:lnTo>
                  <a:lnTo>
                    <a:pt x="4888164" y="2122327"/>
                  </a:lnTo>
                  <a:lnTo>
                    <a:pt x="4888290" y="2122327"/>
                  </a:lnTo>
                  <a:lnTo>
                    <a:pt x="4888416" y="2122327"/>
                  </a:lnTo>
                  <a:lnTo>
                    <a:pt x="4889047" y="2122327"/>
                  </a:lnTo>
                  <a:lnTo>
                    <a:pt x="4889173" y="2122327"/>
                  </a:lnTo>
                  <a:lnTo>
                    <a:pt x="4889551" y="2122327"/>
                  </a:lnTo>
                  <a:lnTo>
                    <a:pt x="4889677" y="2122327"/>
                  </a:lnTo>
                  <a:lnTo>
                    <a:pt x="4890056" y="2122327"/>
                  </a:lnTo>
                  <a:lnTo>
                    <a:pt x="4890182" y="2122327"/>
                  </a:lnTo>
                  <a:lnTo>
                    <a:pt x="4890434" y="2122327"/>
                  </a:lnTo>
                  <a:lnTo>
                    <a:pt x="4890686" y="2122327"/>
                  </a:lnTo>
                  <a:lnTo>
                    <a:pt x="4890938" y="2122327"/>
                  </a:lnTo>
                  <a:lnTo>
                    <a:pt x="4891064" y="2122327"/>
                  </a:lnTo>
                  <a:lnTo>
                    <a:pt x="4891190" y="2122327"/>
                  </a:lnTo>
                  <a:lnTo>
                    <a:pt x="4891316" y="2122327"/>
                  </a:lnTo>
                  <a:lnTo>
                    <a:pt x="4891569" y="2122327"/>
                  </a:lnTo>
                  <a:lnTo>
                    <a:pt x="4891947" y="2117047"/>
                  </a:lnTo>
                  <a:lnTo>
                    <a:pt x="4892577" y="2117047"/>
                  </a:lnTo>
                  <a:lnTo>
                    <a:pt x="4892956" y="2117047"/>
                  </a:lnTo>
                  <a:lnTo>
                    <a:pt x="4893082" y="2117047"/>
                  </a:lnTo>
                  <a:lnTo>
                    <a:pt x="4893334" y="2117047"/>
                  </a:lnTo>
                  <a:lnTo>
                    <a:pt x="4893460" y="2117047"/>
                  </a:lnTo>
                  <a:lnTo>
                    <a:pt x="4893964" y="2117047"/>
                  </a:lnTo>
                  <a:lnTo>
                    <a:pt x="4894721" y="2117047"/>
                  </a:lnTo>
                  <a:lnTo>
                    <a:pt x="4895225" y="2117047"/>
                  </a:lnTo>
                  <a:lnTo>
                    <a:pt x="4895351" y="2117047"/>
                  </a:lnTo>
                  <a:lnTo>
                    <a:pt x="4896486" y="2117047"/>
                  </a:lnTo>
                  <a:lnTo>
                    <a:pt x="4897369" y="2117047"/>
                  </a:lnTo>
                  <a:lnTo>
                    <a:pt x="4897495" y="2117047"/>
                  </a:lnTo>
                  <a:lnTo>
                    <a:pt x="4897621" y="2117047"/>
                  </a:lnTo>
                  <a:lnTo>
                    <a:pt x="4898882" y="2117047"/>
                  </a:lnTo>
                  <a:lnTo>
                    <a:pt x="4899008" y="2117047"/>
                  </a:lnTo>
                  <a:lnTo>
                    <a:pt x="4899260" y="2117047"/>
                  </a:lnTo>
                  <a:lnTo>
                    <a:pt x="4899512" y="2117047"/>
                  </a:lnTo>
                  <a:lnTo>
                    <a:pt x="4899638" y="2117047"/>
                  </a:lnTo>
                  <a:lnTo>
                    <a:pt x="4899764" y="2117047"/>
                  </a:lnTo>
                  <a:lnTo>
                    <a:pt x="4899890" y="2117047"/>
                  </a:lnTo>
                  <a:lnTo>
                    <a:pt x="4900143" y="2117047"/>
                  </a:lnTo>
                  <a:lnTo>
                    <a:pt x="4900395" y="2117047"/>
                  </a:lnTo>
                  <a:lnTo>
                    <a:pt x="4900773" y="2117047"/>
                  </a:lnTo>
                  <a:lnTo>
                    <a:pt x="4900899" y="2117047"/>
                  </a:lnTo>
                  <a:lnTo>
                    <a:pt x="4901025" y="2117047"/>
                  </a:lnTo>
                  <a:lnTo>
                    <a:pt x="4901151" y="2117047"/>
                  </a:lnTo>
                  <a:lnTo>
                    <a:pt x="4901277" y="2117047"/>
                  </a:lnTo>
                  <a:lnTo>
                    <a:pt x="4901403" y="2117047"/>
                  </a:lnTo>
                  <a:lnTo>
                    <a:pt x="4905060" y="2111768"/>
                  </a:lnTo>
                  <a:lnTo>
                    <a:pt x="4905186" y="2111768"/>
                  </a:lnTo>
                  <a:lnTo>
                    <a:pt x="4905690" y="2111768"/>
                  </a:lnTo>
                  <a:lnTo>
                    <a:pt x="4905817" y="2111768"/>
                  </a:lnTo>
                  <a:lnTo>
                    <a:pt x="4905817" y="2106489"/>
                  </a:lnTo>
                  <a:lnTo>
                    <a:pt x="4905943" y="2106489"/>
                  </a:lnTo>
                  <a:lnTo>
                    <a:pt x="4906699" y="2106489"/>
                  </a:lnTo>
                  <a:lnTo>
                    <a:pt x="4906825" y="2106489"/>
                  </a:lnTo>
                  <a:lnTo>
                    <a:pt x="4907203" y="2106489"/>
                  </a:lnTo>
                  <a:lnTo>
                    <a:pt x="4907708" y="2106489"/>
                  </a:lnTo>
                  <a:lnTo>
                    <a:pt x="4907960" y="2106489"/>
                  </a:lnTo>
                  <a:lnTo>
                    <a:pt x="4908212" y="2106489"/>
                  </a:lnTo>
                  <a:lnTo>
                    <a:pt x="4908590" y="2106489"/>
                  </a:lnTo>
                  <a:lnTo>
                    <a:pt x="4909221" y="2106489"/>
                  </a:lnTo>
                  <a:lnTo>
                    <a:pt x="4909473" y="2106489"/>
                  </a:lnTo>
                  <a:lnTo>
                    <a:pt x="4909599" y="2106489"/>
                  </a:lnTo>
                  <a:lnTo>
                    <a:pt x="4909725" y="2106489"/>
                  </a:lnTo>
                  <a:lnTo>
                    <a:pt x="4910103" y="2106489"/>
                  </a:lnTo>
                  <a:lnTo>
                    <a:pt x="4910230" y="2106489"/>
                  </a:lnTo>
                  <a:lnTo>
                    <a:pt x="4910734" y="2106489"/>
                  </a:lnTo>
                  <a:lnTo>
                    <a:pt x="4910860" y="2106489"/>
                  </a:lnTo>
                  <a:lnTo>
                    <a:pt x="4910986" y="2106489"/>
                  </a:lnTo>
                  <a:lnTo>
                    <a:pt x="4911869" y="2106489"/>
                  </a:lnTo>
                  <a:lnTo>
                    <a:pt x="4912373" y="2106489"/>
                  </a:lnTo>
                  <a:lnTo>
                    <a:pt x="4912877" y="2106489"/>
                  </a:lnTo>
                  <a:lnTo>
                    <a:pt x="4914012" y="2106489"/>
                  </a:lnTo>
                  <a:lnTo>
                    <a:pt x="4914138" y="2106489"/>
                  </a:lnTo>
                  <a:lnTo>
                    <a:pt x="4914390" y="2106489"/>
                  </a:lnTo>
                  <a:lnTo>
                    <a:pt x="4915021" y="2106489"/>
                  </a:lnTo>
                  <a:lnTo>
                    <a:pt x="4915399" y="2106489"/>
                  </a:lnTo>
                  <a:lnTo>
                    <a:pt x="4915525" y="2106489"/>
                  </a:lnTo>
                  <a:lnTo>
                    <a:pt x="4915777" y="2106489"/>
                  </a:lnTo>
                  <a:lnTo>
                    <a:pt x="4916156" y="2106489"/>
                  </a:lnTo>
                  <a:lnTo>
                    <a:pt x="4916282" y="2106489"/>
                  </a:lnTo>
                  <a:lnTo>
                    <a:pt x="4917164" y="2106489"/>
                  </a:lnTo>
                  <a:lnTo>
                    <a:pt x="4917417" y="2106489"/>
                  </a:lnTo>
                  <a:lnTo>
                    <a:pt x="4917669" y="2106489"/>
                  </a:lnTo>
                  <a:lnTo>
                    <a:pt x="4917795" y="2106489"/>
                  </a:lnTo>
                  <a:lnTo>
                    <a:pt x="4918047" y="2106489"/>
                  </a:lnTo>
                  <a:lnTo>
                    <a:pt x="4918551" y="2106489"/>
                  </a:lnTo>
                  <a:lnTo>
                    <a:pt x="4918677" y="2106489"/>
                  </a:lnTo>
                  <a:lnTo>
                    <a:pt x="4918930" y="2106489"/>
                  </a:lnTo>
                  <a:lnTo>
                    <a:pt x="4919056" y="2106489"/>
                  </a:lnTo>
                  <a:lnTo>
                    <a:pt x="4919308" y="2106489"/>
                  </a:lnTo>
                  <a:lnTo>
                    <a:pt x="4919686" y="2106489"/>
                  </a:lnTo>
                  <a:lnTo>
                    <a:pt x="4920190" y="2106489"/>
                  </a:lnTo>
                  <a:lnTo>
                    <a:pt x="4920317" y="2106489"/>
                  </a:lnTo>
                  <a:lnTo>
                    <a:pt x="4920443" y="2106489"/>
                  </a:lnTo>
                  <a:lnTo>
                    <a:pt x="4920695" y="2106489"/>
                  </a:lnTo>
                  <a:lnTo>
                    <a:pt x="4920821" y="2106489"/>
                  </a:lnTo>
                  <a:lnTo>
                    <a:pt x="4921199" y="2106489"/>
                  </a:lnTo>
                  <a:lnTo>
                    <a:pt x="4921325" y="2106489"/>
                  </a:lnTo>
                  <a:lnTo>
                    <a:pt x="4922460" y="2106489"/>
                  </a:lnTo>
                  <a:lnTo>
                    <a:pt x="4922586" y="2106489"/>
                  </a:lnTo>
                  <a:lnTo>
                    <a:pt x="4922964" y="2106489"/>
                  </a:lnTo>
                  <a:lnTo>
                    <a:pt x="4923217" y="2106489"/>
                  </a:lnTo>
                  <a:lnTo>
                    <a:pt x="4923343" y="2106489"/>
                  </a:lnTo>
                  <a:lnTo>
                    <a:pt x="4923847" y="2106489"/>
                  </a:lnTo>
                  <a:lnTo>
                    <a:pt x="4924225" y="2106489"/>
                  </a:lnTo>
                  <a:lnTo>
                    <a:pt x="4924604" y="2106489"/>
                  </a:lnTo>
                  <a:lnTo>
                    <a:pt x="4924730" y="2106489"/>
                  </a:lnTo>
                  <a:lnTo>
                    <a:pt x="4925108" y="2106489"/>
                  </a:lnTo>
                  <a:lnTo>
                    <a:pt x="4925738" y="2106489"/>
                  </a:lnTo>
                  <a:lnTo>
                    <a:pt x="4925991" y="2106489"/>
                  </a:lnTo>
                  <a:lnTo>
                    <a:pt x="4926243" y="2106489"/>
                  </a:lnTo>
                  <a:lnTo>
                    <a:pt x="4926369" y="2106489"/>
                  </a:lnTo>
                  <a:lnTo>
                    <a:pt x="4926621" y="2106489"/>
                  </a:lnTo>
                  <a:lnTo>
                    <a:pt x="4926999" y="2106489"/>
                  </a:lnTo>
                  <a:lnTo>
                    <a:pt x="4927504" y="2106489"/>
                  </a:lnTo>
                  <a:lnTo>
                    <a:pt x="4927630" y="2106489"/>
                  </a:lnTo>
                  <a:lnTo>
                    <a:pt x="4927756" y="2106489"/>
                  </a:lnTo>
                  <a:lnTo>
                    <a:pt x="4927882" y="2106489"/>
                  </a:lnTo>
                  <a:lnTo>
                    <a:pt x="4928008" y="2106489"/>
                  </a:lnTo>
                  <a:lnTo>
                    <a:pt x="4928260" y="2106489"/>
                  </a:lnTo>
                  <a:lnTo>
                    <a:pt x="4928891" y="2106489"/>
                  </a:lnTo>
                  <a:lnTo>
                    <a:pt x="4929017" y="2106489"/>
                  </a:lnTo>
                  <a:lnTo>
                    <a:pt x="4929143" y="2106489"/>
                  </a:lnTo>
                  <a:lnTo>
                    <a:pt x="4929395" y="2106489"/>
                  </a:lnTo>
                  <a:lnTo>
                    <a:pt x="4929647" y="2106489"/>
                  </a:lnTo>
                  <a:lnTo>
                    <a:pt x="4930656" y="2106489"/>
                  </a:lnTo>
                  <a:lnTo>
                    <a:pt x="4931034" y="2106489"/>
                  </a:lnTo>
                  <a:lnTo>
                    <a:pt x="4931538" y="2106489"/>
                  </a:lnTo>
                  <a:lnTo>
                    <a:pt x="4931664" y="2106489"/>
                  </a:lnTo>
                  <a:lnTo>
                    <a:pt x="4932547" y="2106489"/>
                  </a:lnTo>
                  <a:lnTo>
                    <a:pt x="4933051" y="2106489"/>
                  </a:lnTo>
                  <a:lnTo>
                    <a:pt x="4933051" y="2101209"/>
                  </a:lnTo>
                  <a:lnTo>
                    <a:pt x="4933178" y="2101209"/>
                  </a:lnTo>
                  <a:lnTo>
                    <a:pt x="4933304" y="2101209"/>
                  </a:lnTo>
                  <a:lnTo>
                    <a:pt x="4933682" y="2101209"/>
                  </a:lnTo>
                  <a:lnTo>
                    <a:pt x="4933808" y="2101209"/>
                  </a:lnTo>
                  <a:lnTo>
                    <a:pt x="4933934" y="2101209"/>
                  </a:lnTo>
                  <a:lnTo>
                    <a:pt x="4934438" y="2101209"/>
                  </a:lnTo>
                  <a:lnTo>
                    <a:pt x="4934817" y="2101209"/>
                  </a:lnTo>
                  <a:lnTo>
                    <a:pt x="4935195" y="2101209"/>
                  </a:lnTo>
                  <a:lnTo>
                    <a:pt x="4935573" y="2101209"/>
                  </a:lnTo>
                  <a:lnTo>
                    <a:pt x="4936204" y="2095930"/>
                  </a:lnTo>
                  <a:lnTo>
                    <a:pt x="4936582" y="2095930"/>
                  </a:lnTo>
                  <a:lnTo>
                    <a:pt x="4936708" y="2095930"/>
                  </a:lnTo>
                  <a:lnTo>
                    <a:pt x="4937086" y="2090650"/>
                  </a:lnTo>
                  <a:lnTo>
                    <a:pt x="4937338" y="2090650"/>
                  </a:lnTo>
                  <a:lnTo>
                    <a:pt x="4937465" y="2090650"/>
                  </a:lnTo>
                  <a:lnTo>
                    <a:pt x="4937717" y="2090650"/>
                  </a:lnTo>
                  <a:lnTo>
                    <a:pt x="4937843" y="2090650"/>
                  </a:lnTo>
                  <a:lnTo>
                    <a:pt x="4938095" y="2090650"/>
                  </a:lnTo>
                  <a:lnTo>
                    <a:pt x="4938221" y="2090650"/>
                  </a:lnTo>
                  <a:lnTo>
                    <a:pt x="4940491" y="2090650"/>
                  </a:lnTo>
                  <a:lnTo>
                    <a:pt x="4940617" y="2090650"/>
                  </a:lnTo>
                  <a:lnTo>
                    <a:pt x="4940743" y="2090650"/>
                  </a:lnTo>
                  <a:lnTo>
                    <a:pt x="4940995" y="2090650"/>
                  </a:lnTo>
                  <a:lnTo>
                    <a:pt x="4941247" y="2090650"/>
                  </a:lnTo>
                  <a:lnTo>
                    <a:pt x="4941499" y="2090650"/>
                  </a:lnTo>
                  <a:lnTo>
                    <a:pt x="4941625" y="2090650"/>
                  </a:lnTo>
                  <a:lnTo>
                    <a:pt x="4941751" y="2090650"/>
                  </a:lnTo>
                  <a:lnTo>
                    <a:pt x="4942508" y="2090650"/>
                  </a:lnTo>
                  <a:lnTo>
                    <a:pt x="4942634" y="2090650"/>
                  </a:lnTo>
                  <a:lnTo>
                    <a:pt x="4943012" y="2090650"/>
                  </a:lnTo>
                  <a:lnTo>
                    <a:pt x="4943138" y="2090650"/>
                  </a:lnTo>
                  <a:lnTo>
                    <a:pt x="4943769" y="2090650"/>
                  </a:lnTo>
                  <a:lnTo>
                    <a:pt x="4944021" y="2090650"/>
                  </a:lnTo>
                  <a:lnTo>
                    <a:pt x="4944399" y="2090650"/>
                  </a:lnTo>
                  <a:lnTo>
                    <a:pt x="4944525" y="2090650"/>
                  </a:lnTo>
                  <a:lnTo>
                    <a:pt x="4944651" y="2090650"/>
                  </a:lnTo>
                  <a:lnTo>
                    <a:pt x="4945030" y="2090650"/>
                  </a:lnTo>
                  <a:lnTo>
                    <a:pt x="4946417" y="2090650"/>
                  </a:lnTo>
                  <a:lnTo>
                    <a:pt x="4946543" y="2090650"/>
                  </a:lnTo>
                  <a:lnTo>
                    <a:pt x="4946921" y="2090650"/>
                  </a:lnTo>
                  <a:lnTo>
                    <a:pt x="4947047" y="2090650"/>
                  </a:lnTo>
                  <a:lnTo>
                    <a:pt x="4947173" y="2090650"/>
                  </a:lnTo>
                  <a:lnTo>
                    <a:pt x="4947552" y="2090650"/>
                  </a:lnTo>
                  <a:lnTo>
                    <a:pt x="4947678" y="2090650"/>
                  </a:lnTo>
                  <a:lnTo>
                    <a:pt x="4947804" y="2090650"/>
                  </a:lnTo>
                  <a:lnTo>
                    <a:pt x="4948686" y="2090650"/>
                  </a:lnTo>
                  <a:lnTo>
                    <a:pt x="4949317" y="2090650"/>
                  </a:lnTo>
                  <a:lnTo>
                    <a:pt x="4949569" y="2090650"/>
                  </a:lnTo>
                  <a:lnTo>
                    <a:pt x="4949947" y="2090650"/>
                  </a:lnTo>
                  <a:lnTo>
                    <a:pt x="4950073" y="2090650"/>
                  </a:lnTo>
                  <a:lnTo>
                    <a:pt x="4950325" y="2090650"/>
                  </a:lnTo>
                  <a:lnTo>
                    <a:pt x="4950452" y="2090650"/>
                  </a:lnTo>
                  <a:lnTo>
                    <a:pt x="4950704" y="2090650"/>
                  </a:lnTo>
                  <a:lnTo>
                    <a:pt x="4950830" y="2090650"/>
                  </a:lnTo>
                  <a:lnTo>
                    <a:pt x="4951460" y="2090650"/>
                  </a:lnTo>
                  <a:lnTo>
                    <a:pt x="4951586" y="2090650"/>
                  </a:lnTo>
                  <a:lnTo>
                    <a:pt x="4952217" y="2090650"/>
                  </a:lnTo>
                  <a:lnTo>
                    <a:pt x="4952595" y="2090650"/>
                  </a:lnTo>
                  <a:lnTo>
                    <a:pt x="4953099" y="2090650"/>
                  </a:lnTo>
                  <a:lnTo>
                    <a:pt x="4953225" y="2090650"/>
                  </a:lnTo>
                  <a:lnTo>
                    <a:pt x="4953352" y="2090650"/>
                  </a:lnTo>
                  <a:lnTo>
                    <a:pt x="4953604" y="2090650"/>
                  </a:lnTo>
                  <a:lnTo>
                    <a:pt x="4953982" y="2090650"/>
                  </a:lnTo>
                  <a:lnTo>
                    <a:pt x="4954108" y="2090650"/>
                  </a:lnTo>
                  <a:lnTo>
                    <a:pt x="4954991" y="2090650"/>
                  </a:lnTo>
                  <a:lnTo>
                    <a:pt x="4955243" y="2090650"/>
                  </a:lnTo>
                  <a:lnTo>
                    <a:pt x="4955369" y="2090650"/>
                  </a:lnTo>
                  <a:lnTo>
                    <a:pt x="4955495" y="2090650"/>
                  </a:lnTo>
                  <a:lnTo>
                    <a:pt x="4955747" y="2090650"/>
                  </a:lnTo>
                  <a:lnTo>
                    <a:pt x="4955873" y="2090650"/>
                  </a:lnTo>
                  <a:lnTo>
                    <a:pt x="4955999" y="2090650"/>
                  </a:lnTo>
                  <a:lnTo>
                    <a:pt x="4956252" y="2085371"/>
                  </a:lnTo>
                  <a:lnTo>
                    <a:pt x="4956630" y="2085371"/>
                  </a:lnTo>
                  <a:lnTo>
                    <a:pt x="4957260" y="2085371"/>
                  </a:lnTo>
                  <a:lnTo>
                    <a:pt x="4957386" y="2085371"/>
                  </a:lnTo>
                  <a:lnTo>
                    <a:pt x="4957639" y="2085371"/>
                  </a:lnTo>
                  <a:lnTo>
                    <a:pt x="4957765" y="2085371"/>
                  </a:lnTo>
                  <a:lnTo>
                    <a:pt x="4958017" y="2085371"/>
                  </a:lnTo>
                  <a:lnTo>
                    <a:pt x="4958143" y="2085371"/>
                  </a:lnTo>
                  <a:lnTo>
                    <a:pt x="4958269" y="2085371"/>
                  </a:lnTo>
                  <a:lnTo>
                    <a:pt x="4958647" y="2085371"/>
                  </a:lnTo>
                  <a:lnTo>
                    <a:pt x="4959025" y="2085371"/>
                  </a:lnTo>
                  <a:lnTo>
                    <a:pt x="4959152" y="2085371"/>
                  </a:lnTo>
                  <a:lnTo>
                    <a:pt x="4959278" y="2085371"/>
                  </a:lnTo>
                  <a:lnTo>
                    <a:pt x="4959656" y="2085371"/>
                  </a:lnTo>
                  <a:lnTo>
                    <a:pt x="4960286" y="2085371"/>
                  </a:lnTo>
                  <a:lnTo>
                    <a:pt x="4960665" y="2085371"/>
                  </a:lnTo>
                  <a:lnTo>
                    <a:pt x="4961043" y="2085371"/>
                  </a:lnTo>
                  <a:lnTo>
                    <a:pt x="4961169" y="2085371"/>
                  </a:lnTo>
                  <a:lnTo>
                    <a:pt x="4961295" y="2080092"/>
                  </a:lnTo>
                  <a:lnTo>
                    <a:pt x="4961547" y="2080092"/>
                  </a:lnTo>
                  <a:lnTo>
                    <a:pt x="4961673" y="2080092"/>
                  </a:lnTo>
                  <a:lnTo>
                    <a:pt x="4962052" y="2080092"/>
                  </a:lnTo>
                  <a:lnTo>
                    <a:pt x="4962304" y="2080092"/>
                  </a:lnTo>
                  <a:lnTo>
                    <a:pt x="4962934" y="2080092"/>
                  </a:lnTo>
                  <a:lnTo>
                    <a:pt x="4963060" y="2080092"/>
                  </a:lnTo>
                  <a:lnTo>
                    <a:pt x="4963691" y="2080092"/>
                  </a:lnTo>
                  <a:lnTo>
                    <a:pt x="4963943" y="2080092"/>
                  </a:lnTo>
                  <a:lnTo>
                    <a:pt x="4965204" y="2080092"/>
                  </a:lnTo>
                  <a:lnTo>
                    <a:pt x="4965330" y="2080092"/>
                  </a:lnTo>
                  <a:lnTo>
                    <a:pt x="4965456" y="2080092"/>
                  </a:lnTo>
                  <a:lnTo>
                    <a:pt x="4965834" y="2080092"/>
                  </a:lnTo>
                  <a:lnTo>
                    <a:pt x="4965960" y="2080092"/>
                  </a:lnTo>
                  <a:lnTo>
                    <a:pt x="4966339" y="2080092"/>
                  </a:lnTo>
                  <a:lnTo>
                    <a:pt x="4967095" y="2080092"/>
                  </a:lnTo>
                  <a:lnTo>
                    <a:pt x="4967221" y="2080092"/>
                  </a:lnTo>
                  <a:lnTo>
                    <a:pt x="4967347" y="2080092"/>
                  </a:lnTo>
                  <a:lnTo>
                    <a:pt x="4967978" y="2080092"/>
                  </a:lnTo>
                  <a:lnTo>
                    <a:pt x="4968104" y="2080092"/>
                  </a:lnTo>
                  <a:lnTo>
                    <a:pt x="4968230" y="2080092"/>
                  </a:lnTo>
                  <a:lnTo>
                    <a:pt x="4968356" y="2080092"/>
                  </a:lnTo>
                  <a:lnTo>
                    <a:pt x="4968608" y="2080092"/>
                  </a:lnTo>
                  <a:lnTo>
                    <a:pt x="4968734" y="2080092"/>
                  </a:lnTo>
                  <a:lnTo>
                    <a:pt x="4968860" y="2080092"/>
                  </a:lnTo>
                  <a:lnTo>
                    <a:pt x="4968986" y="2080092"/>
                  </a:lnTo>
                  <a:lnTo>
                    <a:pt x="4969239" y="2080092"/>
                  </a:lnTo>
                  <a:lnTo>
                    <a:pt x="4969617" y="2080092"/>
                  </a:lnTo>
                  <a:lnTo>
                    <a:pt x="4970247" y="2080092"/>
                  </a:lnTo>
                  <a:lnTo>
                    <a:pt x="4970752" y="2080092"/>
                  </a:lnTo>
                  <a:lnTo>
                    <a:pt x="4970878" y="2080092"/>
                  </a:lnTo>
                  <a:lnTo>
                    <a:pt x="4971130" y="2080092"/>
                  </a:lnTo>
                  <a:lnTo>
                    <a:pt x="4971760" y="2080092"/>
                  </a:lnTo>
                  <a:lnTo>
                    <a:pt x="4972013" y="2080092"/>
                  </a:lnTo>
                  <a:lnTo>
                    <a:pt x="4972139" y="2080092"/>
                  </a:lnTo>
                  <a:lnTo>
                    <a:pt x="4972517" y="2080092"/>
                  </a:lnTo>
                  <a:lnTo>
                    <a:pt x="4972643" y="2080092"/>
                  </a:lnTo>
                  <a:lnTo>
                    <a:pt x="4973273" y="2080092"/>
                  </a:lnTo>
                  <a:lnTo>
                    <a:pt x="4973399" y="2080092"/>
                  </a:lnTo>
                  <a:lnTo>
                    <a:pt x="4973652" y="2080092"/>
                  </a:lnTo>
                  <a:lnTo>
                    <a:pt x="4973778" y="2080092"/>
                  </a:lnTo>
                  <a:lnTo>
                    <a:pt x="4973904" y="2080092"/>
                  </a:lnTo>
                  <a:lnTo>
                    <a:pt x="4975165" y="2080092"/>
                  </a:lnTo>
                  <a:lnTo>
                    <a:pt x="4975669" y="2080092"/>
                  </a:lnTo>
                  <a:lnTo>
                    <a:pt x="4976047" y="2080092"/>
                  </a:lnTo>
                  <a:lnTo>
                    <a:pt x="4976426" y="2080092"/>
                  </a:lnTo>
                  <a:lnTo>
                    <a:pt x="4976552" y="2080092"/>
                  </a:lnTo>
                  <a:lnTo>
                    <a:pt x="4976804" y="2080092"/>
                  </a:lnTo>
                  <a:lnTo>
                    <a:pt x="4977056" y="2080092"/>
                  </a:lnTo>
                  <a:lnTo>
                    <a:pt x="4977182" y="2080092"/>
                  </a:lnTo>
                  <a:lnTo>
                    <a:pt x="4977560" y="2080092"/>
                  </a:lnTo>
                  <a:lnTo>
                    <a:pt x="4977813" y="2074812"/>
                  </a:lnTo>
                  <a:lnTo>
                    <a:pt x="4978191" y="2074812"/>
                  </a:lnTo>
                  <a:lnTo>
                    <a:pt x="4978443" y="2074812"/>
                  </a:lnTo>
                  <a:lnTo>
                    <a:pt x="4978821" y="2074812"/>
                  </a:lnTo>
                  <a:lnTo>
                    <a:pt x="4978947" y="2074812"/>
                  </a:lnTo>
                  <a:lnTo>
                    <a:pt x="4979073" y="2074812"/>
                  </a:lnTo>
                  <a:lnTo>
                    <a:pt x="4979830" y="2074812"/>
                  </a:lnTo>
                  <a:lnTo>
                    <a:pt x="4980334" y="2074812"/>
                  </a:lnTo>
                  <a:lnTo>
                    <a:pt x="4980460" y="2074812"/>
                  </a:lnTo>
                  <a:lnTo>
                    <a:pt x="4980586" y="2074812"/>
                  </a:lnTo>
                  <a:lnTo>
                    <a:pt x="4980713" y="2074812"/>
                  </a:lnTo>
                  <a:lnTo>
                    <a:pt x="4983991" y="2069533"/>
                  </a:lnTo>
                  <a:lnTo>
                    <a:pt x="4984369" y="2069533"/>
                  </a:lnTo>
                  <a:lnTo>
                    <a:pt x="4984873" y="2069533"/>
                  </a:lnTo>
                  <a:lnTo>
                    <a:pt x="4985126" y="2069533"/>
                  </a:lnTo>
                  <a:lnTo>
                    <a:pt x="4985378" y="2069533"/>
                  </a:lnTo>
                  <a:lnTo>
                    <a:pt x="4985504" y="2069533"/>
                  </a:lnTo>
                  <a:lnTo>
                    <a:pt x="4986008" y="2069533"/>
                  </a:lnTo>
                  <a:lnTo>
                    <a:pt x="4986134" y="2069533"/>
                  </a:lnTo>
                  <a:lnTo>
                    <a:pt x="4987143" y="2069533"/>
                  </a:lnTo>
                  <a:lnTo>
                    <a:pt x="4987269" y="2069533"/>
                  </a:lnTo>
                  <a:lnTo>
                    <a:pt x="4987900" y="2069533"/>
                  </a:lnTo>
                  <a:lnTo>
                    <a:pt x="4988656" y="2069533"/>
                  </a:lnTo>
                  <a:lnTo>
                    <a:pt x="4988908" y="2069533"/>
                  </a:lnTo>
                  <a:lnTo>
                    <a:pt x="4989413" y="2069533"/>
                  </a:lnTo>
                  <a:lnTo>
                    <a:pt x="4989539" y="2064253"/>
                  </a:lnTo>
                  <a:lnTo>
                    <a:pt x="4989791" y="2064253"/>
                  </a:lnTo>
                  <a:lnTo>
                    <a:pt x="4989917" y="2064253"/>
                  </a:lnTo>
                  <a:lnTo>
                    <a:pt x="4990169" y="2064253"/>
                  </a:lnTo>
                  <a:lnTo>
                    <a:pt x="4990295" y="2064253"/>
                  </a:lnTo>
                  <a:lnTo>
                    <a:pt x="4990547" y="2064253"/>
                  </a:lnTo>
                  <a:lnTo>
                    <a:pt x="4990673" y="2064253"/>
                  </a:lnTo>
                  <a:lnTo>
                    <a:pt x="4990926" y="2064253"/>
                  </a:lnTo>
                  <a:lnTo>
                    <a:pt x="4991304" y="2064253"/>
                  </a:lnTo>
                  <a:lnTo>
                    <a:pt x="4991430" y="2064253"/>
                  </a:lnTo>
                  <a:lnTo>
                    <a:pt x="4991556" y="2064253"/>
                  </a:lnTo>
                  <a:lnTo>
                    <a:pt x="4992691" y="2064253"/>
                  </a:lnTo>
                  <a:lnTo>
                    <a:pt x="4993069" y="2064253"/>
                  </a:lnTo>
                  <a:lnTo>
                    <a:pt x="4993826" y="2064253"/>
                  </a:lnTo>
                  <a:lnTo>
                    <a:pt x="4994582" y="2058974"/>
                  </a:lnTo>
                  <a:lnTo>
                    <a:pt x="4994708" y="2058974"/>
                  </a:lnTo>
                  <a:lnTo>
                    <a:pt x="4994834" y="2058974"/>
                  </a:lnTo>
                  <a:lnTo>
                    <a:pt x="4995339" y="2058974"/>
                  </a:lnTo>
                  <a:lnTo>
                    <a:pt x="4995969" y="2053694"/>
                  </a:lnTo>
                  <a:lnTo>
                    <a:pt x="4996474" y="2053694"/>
                  </a:lnTo>
                  <a:lnTo>
                    <a:pt x="4996600" y="2053694"/>
                  </a:lnTo>
                  <a:lnTo>
                    <a:pt x="4996726" y="2053694"/>
                  </a:lnTo>
                  <a:lnTo>
                    <a:pt x="4996852" y="2053694"/>
                  </a:lnTo>
                  <a:lnTo>
                    <a:pt x="4997608" y="2053694"/>
                  </a:lnTo>
                  <a:lnTo>
                    <a:pt x="4997860" y="2053694"/>
                  </a:lnTo>
                  <a:lnTo>
                    <a:pt x="4998113" y="2053694"/>
                  </a:lnTo>
                  <a:lnTo>
                    <a:pt x="4998239" y="2053694"/>
                  </a:lnTo>
                  <a:lnTo>
                    <a:pt x="4998743" y="2053694"/>
                  </a:lnTo>
                  <a:lnTo>
                    <a:pt x="4999752" y="2053694"/>
                  </a:lnTo>
                  <a:lnTo>
                    <a:pt x="5000130" y="2053694"/>
                  </a:lnTo>
                  <a:lnTo>
                    <a:pt x="5000508" y="2053694"/>
                  </a:lnTo>
                  <a:lnTo>
                    <a:pt x="5000887" y="2053694"/>
                  </a:lnTo>
                  <a:lnTo>
                    <a:pt x="5001265" y="2043136"/>
                  </a:lnTo>
                  <a:lnTo>
                    <a:pt x="5001769" y="2043136"/>
                  </a:lnTo>
                  <a:lnTo>
                    <a:pt x="5002147" y="2043136"/>
                  </a:lnTo>
                  <a:lnTo>
                    <a:pt x="5002400" y="2043136"/>
                  </a:lnTo>
                  <a:lnTo>
                    <a:pt x="5003408" y="2043136"/>
                  </a:lnTo>
                  <a:lnTo>
                    <a:pt x="5004165" y="2043136"/>
                  </a:lnTo>
                  <a:lnTo>
                    <a:pt x="5004291" y="2043136"/>
                  </a:lnTo>
                  <a:lnTo>
                    <a:pt x="5004417" y="2043136"/>
                  </a:lnTo>
                  <a:lnTo>
                    <a:pt x="5004669" y="2043136"/>
                  </a:lnTo>
                  <a:lnTo>
                    <a:pt x="5004795" y="2043136"/>
                  </a:lnTo>
                  <a:lnTo>
                    <a:pt x="5004921" y="2043136"/>
                  </a:lnTo>
                  <a:lnTo>
                    <a:pt x="5005804" y="2043136"/>
                  </a:lnTo>
                  <a:lnTo>
                    <a:pt x="5005930" y="2043136"/>
                  </a:lnTo>
                  <a:lnTo>
                    <a:pt x="5006434" y="2043136"/>
                  </a:lnTo>
                  <a:lnTo>
                    <a:pt x="5006561" y="2043136"/>
                  </a:lnTo>
                  <a:lnTo>
                    <a:pt x="5006687" y="2043136"/>
                  </a:lnTo>
                  <a:lnTo>
                    <a:pt x="5006813" y="2043136"/>
                  </a:lnTo>
                  <a:lnTo>
                    <a:pt x="5007317" y="2043136"/>
                  </a:lnTo>
                  <a:lnTo>
                    <a:pt x="5007443" y="2043136"/>
                  </a:lnTo>
                  <a:lnTo>
                    <a:pt x="5007821" y="2043136"/>
                  </a:lnTo>
                  <a:lnTo>
                    <a:pt x="5008200" y="2043136"/>
                  </a:lnTo>
                  <a:lnTo>
                    <a:pt x="5008578" y="2043136"/>
                  </a:lnTo>
                  <a:lnTo>
                    <a:pt x="5008830" y="2043136"/>
                  </a:lnTo>
                  <a:lnTo>
                    <a:pt x="5008956" y="2043136"/>
                  </a:lnTo>
                  <a:lnTo>
                    <a:pt x="5009461" y="2043136"/>
                  </a:lnTo>
                  <a:lnTo>
                    <a:pt x="5009965" y="2043136"/>
                  </a:lnTo>
                  <a:lnTo>
                    <a:pt x="5010091" y="2043136"/>
                  </a:lnTo>
                  <a:lnTo>
                    <a:pt x="5010217" y="2043136"/>
                  </a:lnTo>
                  <a:lnTo>
                    <a:pt x="5011226" y="2043136"/>
                  </a:lnTo>
                  <a:lnTo>
                    <a:pt x="5011352" y="2043136"/>
                  </a:lnTo>
                  <a:lnTo>
                    <a:pt x="5011856" y="2043136"/>
                  </a:lnTo>
                  <a:lnTo>
                    <a:pt x="5011982" y="2043136"/>
                  </a:lnTo>
                  <a:lnTo>
                    <a:pt x="5012234" y="2043136"/>
                  </a:lnTo>
                  <a:lnTo>
                    <a:pt x="5012613" y="2043136"/>
                  </a:lnTo>
                  <a:lnTo>
                    <a:pt x="5012865" y="2043136"/>
                  </a:lnTo>
                  <a:lnTo>
                    <a:pt x="5012865" y="2037856"/>
                  </a:lnTo>
                  <a:lnTo>
                    <a:pt x="5012991" y="2032577"/>
                  </a:lnTo>
                  <a:lnTo>
                    <a:pt x="5014378" y="2032577"/>
                  </a:lnTo>
                  <a:lnTo>
                    <a:pt x="5014504" y="2032577"/>
                  </a:lnTo>
                  <a:lnTo>
                    <a:pt x="5014630" y="2032577"/>
                  </a:lnTo>
                  <a:lnTo>
                    <a:pt x="5014882" y="2032577"/>
                  </a:lnTo>
                  <a:lnTo>
                    <a:pt x="5015008" y="2032577"/>
                  </a:lnTo>
                  <a:lnTo>
                    <a:pt x="5015639" y="2032577"/>
                  </a:lnTo>
                  <a:lnTo>
                    <a:pt x="5015765" y="2032577"/>
                  </a:lnTo>
                  <a:lnTo>
                    <a:pt x="5016017" y="2032577"/>
                  </a:lnTo>
                  <a:lnTo>
                    <a:pt x="5016269" y="2032577"/>
                  </a:lnTo>
                  <a:lnTo>
                    <a:pt x="5016648" y="2032577"/>
                  </a:lnTo>
                  <a:lnTo>
                    <a:pt x="5017278" y="2032577"/>
                  </a:lnTo>
                  <a:lnTo>
                    <a:pt x="5017782" y="2032577"/>
                  </a:lnTo>
                  <a:lnTo>
                    <a:pt x="5018791" y="2032577"/>
                  </a:lnTo>
                  <a:lnTo>
                    <a:pt x="5019043" y="2032577"/>
                  </a:lnTo>
                  <a:lnTo>
                    <a:pt x="5019169" y="2032577"/>
                  </a:lnTo>
                  <a:lnTo>
                    <a:pt x="5019295" y="2032577"/>
                  </a:lnTo>
                  <a:lnTo>
                    <a:pt x="5019548" y="2032577"/>
                  </a:lnTo>
                  <a:lnTo>
                    <a:pt x="5019674" y="2032577"/>
                  </a:lnTo>
                  <a:lnTo>
                    <a:pt x="5020052" y="2032577"/>
                  </a:lnTo>
                  <a:lnTo>
                    <a:pt x="5020178" y="2032577"/>
                  </a:lnTo>
                  <a:lnTo>
                    <a:pt x="5020304" y="2032577"/>
                  </a:lnTo>
                  <a:lnTo>
                    <a:pt x="5020430" y="2032577"/>
                  </a:lnTo>
                  <a:lnTo>
                    <a:pt x="5020556" y="2032577"/>
                  </a:lnTo>
                  <a:lnTo>
                    <a:pt x="5022321" y="2032577"/>
                  </a:lnTo>
                  <a:lnTo>
                    <a:pt x="5022574" y="2032577"/>
                  </a:lnTo>
                  <a:lnTo>
                    <a:pt x="5023078" y="2032577"/>
                  </a:lnTo>
                  <a:lnTo>
                    <a:pt x="5023456" y="2032577"/>
                  </a:lnTo>
                  <a:lnTo>
                    <a:pt x="5023708" y="2032577"/>
                  </a:lnTo>
                  <a:lnTo>
                    <a:pt x="5023961" y="2032577"/>
                  </a:lnTo>
                  <a:lnTo>
                    <a:pt x="5024591" y="2032577"/>
                  </a:lnTo>
                  <a:lnTo>
                    <a:pt x="5025095" y="2032577"/>
                  </a:lnTo>
                  <a:lnTo>
                    <a:pt x="5025348" y="2032577"/>
                  </a:lnTo>
                  <a:lnTo>
                    <a:pt x="5025600" y="2032577"/>
                  </a:lnTo>
                  <a:lnTo>
                    <a:pt x="5025726" y="2027297"/>
                  </a:lnTo>
                  <a:lnTo>
                    <a:pt x="5026104" y="2027297"/>
                  </a:lnTo>
                  <a:lnTo>
                    <a:pt x="5026735" y="2027297"/>
                  </a:lnTo>
                  <a:lnTo>
                    <a:pt x="5026861" y="2027297"/>
                  </a:lnTo>
                  <a:lnTo>
                    <a:pt x="5027743" y="2027297"/>
                  </a:lnTo>
                  <a:lnTo>
                    <a:pt x="5028121" y="2027297"/>
                  </a:lnTo>
                  <a:lnTo>
                    <a:pt x="5028500" y="2027297"/>
                  </a:lnTo>
                  <a:lnTo>
                    <a:pt x="5028752" y="2027297"/>
                  </a:lnTo>
                  <a:lnTo>
                    <a:pt x="5028878" y="2027297"/>
                  </a:lnTo>
                  <a:lnTo>
                    <a:pt x="5029004" y="2027297"/>
                  </a:lnTo>
                  <a:lnTo>
                    <a:pt x="5029130" y="2027297"/>
                  </a:lnTo>
                  <a:lnTo>
                    <a:pt x="5029382" y="2027297"/>
                  </a:lnTo>
                  <a:lnTo>
                    <a:pt x="5030265" y="2027297"/>
                  </a:lnTo>
                  <a:lnTo>
                    <a:pt x="5030769" y="2027297"/>
                  </a:lnTo>
                  <a:lnTo>
                    <a:pt x="5031652" y="2027297"/>
                  </a:lnTo>
                  <a:lnTo>
                    <a:pt x="5031778" y="2027297"/>
                  </a:lnTo>
                  <a:lnTo>
                    <a:pt x="5031904" y="2027297"/>
                  </a:lnTo>
                  <a:lnTo>
                    <a:pt x="5032282" y="2027297"/>
                  </a:lnTo>
                  <a:lnTo>
                    <a:pt x="5032408" y="2027297"/>
                  </a:lnTo>
                  <a:lnTo>
                    <a:pt x="5032913" y="2027297"/>
                  </a:lnTo>
                  <a:lnTo>
                    <a:pt x="5033165" y="2027297"/>
                  </a:lnTo>
                  <a:lnTo>
                    <a:pt x="5033543" y="2027297"/>
                  </a:lnTo>
                  <a:lnTo>
                    <a:pt x="5033669" y="2027297"/>
                  </a:lnTo>
                  <a:lnTo>
                    <a:pt x="5033795" y="2027297"/>
                  </a:lnTo>
                  <a:lnTo>
                    <a:pt x="5035056" y="2027297"/>
                  </a:lnTo>
                  <a:lnTo>
                    <a:pt x="5035182" y="2027297"/>
                  </a:lnTo>
                  <a:lnTo>
                    <a:pt x="5035813" y="2022018"/>
                  </a:lnTo>
                  <a:lnTo>
                    <a:pt x="5036191" y="2022018"/>
                  </a:lnTo>
                  <a:lnTo>
                    <a:pt x="5036317" y="2022018"/>
                  </a:lnTo>
                  <a:lnTo>
                    <a:pt x="5036569" y="2022018"/>
                  </a:lnTo>
                  <a:lnTo>
                    <a:pt x="5036695" y="2022018"/>
                  </a:lnTo>
                  <a:lnTo>
                    <a:pt x="5036948" y="2022018"/>
                  </a:lnTo>
                  <a:lnTo>
                    <a:pt x="5037578" y="2022018"/>
                  </a:lnTo>
                  <a:lnTo>
                    <a:pt x="5038209" y="2022018"/>
                  </a:lnTo>
                  <a:lnTo>
                    <a:pt x="5038461" y="2022018"/>
                  </a:lnTo>
                  <a:lnTo>
                    <a:pt x="5038713" y="2022018"/>
                  </a:lnTo>
                  <a:lnTo>
                    <a:pt x="5038965" y="2022018"/>
                  </a:lnTo>
                  <a:lnTo>
                    <a:pt x="5039217" y="2022018"/>
                  </a:lnTo>
                  <a:lnTo>
                    <a:pt x="5039469" y="2022018"/>
                  </a:lnTo>
                  <a:lnTo>
                    <a:pt x="5039848" y="2022018"/>
                  </a:lnTo>
                  <a:lnTo>
                    <a:pt x="5040226" y="2022018"/>
                  </a:lnTo>
                  <a:lnTo>
                    <a:pt x="5040352" y="2022018"/>
                  </a:lnTo>
                  <a:lnTo>
                    <a:pt x="5042495" y="2022018"/>
                  </a:lnTo>
                  <a:lnTo>
                    <a:pt x="5042622" y="2022018"/>
                  </a:lnTo>
                  <a:lnTo>
                    <a:pt x="5042748" y="2022018"/>
                  </a:lnTo>
                  <a:lnTo>
                    <a:pt x="5043252" y="2022018"/>
                  </a:lnTo>
                  <a:lnTo>
                    <a:pt x="5043378" y="2022018"/>
                  </a:lnTo>
                  <a:lnTo>
                    <a:pt x="5043882" y="2022018"/>
                  </a:lnTo>
                  <a:lnTo>
                    <a:pt x="5044009" y="2022018"/>
                  </a:lnTo>
                  <a:lnTo>
                    <a:pt x="5044135" y="2022018"/>
                  </a:lnTo>
                  <a:lnTo>
                    <a:pt x="5044261" y="2022018"/>
                  </a:lnTo>
                  <a:lnTo>
                    <a:pt x="5044639" y="2022018"/>
                  </a:lnTo>
                  <a:lnTo>
                    <a:pt x="5044765" y="2022018"/>
                  </a:lnTo>
                  <a:lnTo>
                    <a:pt x="5045143" y="2022018"/>
                  </a:lnTo>
                  <a:lnTo>
                    <a:pt x="5045269" y="2022018"/>
                  </a:lnTo>
                  <a:lnTo>
                    <a:pt x="5045396" y="2016738"/>
                  </a:lnTo>
                  <a:lnTo>
                    <a:pt x="5045522" y="2016738"/>
                  </a:lnTo>
                  <a:lnTo>
                    <a:pt x="5045900" y="2016738"/>
                  </a:lnTo>
                  <a:lnTo>
                    <a:pt x="5046026" y="2016738"/>
                  </a:lnTo>
                  <a:lnTo>
                    <a:pt x="5046909" y="2011459"/>
                  </a:lnTo>
                  <a:lnTo>
                    <a:pt x="5047287" y="2011459"/>
                  </a:lnTo>
                  <a:lnTo>
                    <a:pt x="5047413" y="2011459"/>
                  </a:lnTo>
                  <a:lnTo>
                    <a:pt x="5047665" y="2006180"/>
                  </a:lnTo>
                  <a:lnTo>
                    <a:pt x="5048169" y="2006180"/>
                  </a:lnTo>
                  <a:lnTo>
                    <a:pt x="5048296" y="2006180"/>
                  </a:lnTo>
                  <a:lnTo>
                    <a:pt x="5048422" y="2006180"/>
                  </a:lnTo>
                  <a:lnTo>
                    <a:pt x="5048674" y="2006180"/>
                  </a:lnTo>
                  <a:lnTo>
                    <a:pt x="5048800" y="2006180"/>
                  </a:lnTo>
                  <a:lnTo>
                    <a:pt x="5049052" y="2006180"/>
                  </a:lnTo>
                  <a:lnTo>
                    <a:pt x="5049430" y="2006180"/>
                  </a:lnTo>
                  <a:lnTo>
                    <a:pt x="5049556" y="2006180"/>
                  </a:lnTo>
                  <a:lnTo>
                    <a:pt x="5049935" y="2006180"/>
                  </a:lnTo>
                  <a:lnTo>
                    <a:pt x="5050817" y="2006180"/>
                  </a:lnTo>
                  <a:lnTo>
                    <a:pt x="5050943" y="2006180"/>
                  </a:lnTo>
                  <a:lnTo>
                    <a:pt x="5051069" y="2006180"/>
                  </a:lnTo>
                  <a:lnTo>
                    <a:pt x="5051322" y="2006180"/>
                  </a:lnTo>
                  <a:lnTo>
                    <a:pt x="5052709" y="2006180"/>
                  </a:lnTo>
                  <a:lnTo>
                    <a:pt x="5053339" y="2006180"/>
                  </a:lnTo>
                  <a:lnTo>
                    <a:pt x="5053969" y="2006180"/>
                  </a:lnTo>
                  <a:lnTo>
                    <a:pt x="5054096" y="2006180"/>
                  </a:lnTo>
                  <a:lnTo>
                    <a:pt x="5054348" y="2006180"/>
                  </a:lnTo>
                  <a:lnTo>
                    <a:pt x="5054852" y="2006180"/>
                  </a:lnTo>
                  <a:lnTo>
                    <a:pt x="5055104" y="2006180"/>
                  </a:lnTo>
                  <a:lnTo>
                    <a:pt x="5055230" y="2006180"/>
                  </a:lnTo>
                  <a:lnTo>
                    <a:pt x="5055356" y="2006180"/>
                  </a:lnTo>
                  <a:lnTo>
                    <a:pt x="5056491" y="2006180"/>
                  </a:lnTo>
                  <a:lnTo>
                    <a:pt x="5056617" y="2006180"/>
                  </a:lnTo>
                  <a:lnTo>
                    <a:pt x="5056743" y="2006180"/>
                  </a:lnTo>
                  <a:lnTo>
                    <a:pt x="5057374" y="2006180"/>
                  </a:lnTo>
                  <a:lnTo>
                    <a:pt x="5057626" y="2006180"/>
                  </a:lnTo>
                  <a:lnTo>
                    <a:pt x="5057878" y="2006180"/>
                  </a:lnTo>
                  <a:lnTo>
                    <a:pt x="5058004" y="2006180"/>
                  </a:lnTo>
                  <a:lnTo>
                    <a:pt x="5058130" y="2006180"/>
                  </a:lnTo>
                  <a:lnTo>
                    <a:pt x="5059013" y="2006180"/>
                  </a:lnTo>
                  <a:lnTo>
                    <a:pt x="5059139" y="2006180"/>
                  </a:lnTo>
                  <a:lnTo>
                    <a:pt x="5059265" y="2006180"/>
                  </a:lnTo>
                  <a:lnTo>
                    <a:pt x="5059517" y="2006180"/>
                  </a:lnTo>
                  <a:lnTo>
                    <a:pt x="5059896" y="2006180"/>
                  </a:lnTo>
                  <a:lnTo>
                    <a:pt x="5060274" y="2006180"/>
                  </a:lnTo>
                  <a:lnTo>
                    <a:pt x="5060778" y="2006180"/>
                  </a:lnTo>
                  <a:lnTo>
                    <a:pt x="5061030" y="2006180"/>
                  </a:lnTo>
                  <a:lnTo>
                    <a:pt x="5061156" y="2006180"/>
                  </a:lnTo>
                  <a:lnTo>
                    <a:pt x="5061283" y="2006180"/>
                  </a:lnTo>
                  <a:lnTo>
                    <a:pt x="5061661" y="2006180"/>
                  </a:lnTo>
                  <a:lnTo>
                    <a:pt x="5061787" y="2006180"/>
                  </a:lnTo>
                  <a:lnTo>
                    <a:pt x="5063552" y="2000900"/>
                  </a:lnTo>
                  <a:lnTo>
                    <a:pt x="5063678" y="2000900"/>
                  </a:lnTo>
                  <a:lnTo>
                    <a:pt x="5063804" y="2000900"/>
                  </a:lnTo>
                  <a:lnTo>
                    <a:pt x="5064687" y="2000900"/>
                  </a:lnTo>
                  <a:lnTo>
                    <a:pt x="5064939" y="2000900"/>
                  </a:lnTo>
                  <a:lnTo>
                    <a:pt x="5065191" y="2000900"/>
                  </a:lnTo>
                  <a:lnTo>
                    <a:pt x="5065570" y="2000900"/>
                  </a:lnTo>
                  <a:lnTo>
                    <a:pt x="5065696" y="2000900"/>
                  </a:lnTo>
                  <a:lnTo>
                    <a:pt x="5065822" y="2000900"/>
                  </a:lnTo>
                  <a:lnTo>
                    <a:pt x="5066326" y="2000900"/>
                  </a:lnTo>
                  <a:lnTo>
                    <a:pt x="5066578" y="2000900"/>
                  </a:lnTo>
                  <a:lnTo>
                    <a:pt x="5067461" y="2000900"/>
                  </a:lnTo>
                  <a:lnTo>
                    <a:pt x="5067713" y="2000900"/>
                  </a:lnTo>
                  <a:lnTo>
                    <a:pt x="5067839" y="2000900"/>
                  </a:lnTo>
                  <a:lnTo>
                    <a:pt x="5067965" y="2000900"/>
                  </a:lnTo>
                  <a:lnTo>
                    <a:pt x="5068091" y="2000900"/>
                  </a:lnTo>
                  <a:lnTo>
                    <a:pt x="5068217" y="1995621"/>
                  </a:lnTo>
                  <a:lnTo>
                    <a:pt x="5068596" y="1995621"/>
                  </a:lnTo>
                  <a:lnTo>
                    <a:pt x="5069100" y="1995621"/>
                  </a:lnTo>
                  <a:lnTo>
                    <a:pt x="5069226" y="1995621"/>
                  </a:lnTo>
                  <a:lnTo>
                    <a:pt x="5069730" y="1995621"/>
                  </a:lnTo>
                  <a:lnTo>
                    <a:pt x="5070235" y="1995621"/>
                  </a:lnTo>
                  <a:lnTo>
                    <a:pt x="5070487" y="1995621"/>
                  </a:lnTo>
                  <a:lnTo>
                    <a:pt x="5070739" y="1995621"/>
                  </a:lnTo>
                  <a:lnTo>
                    <a:pt x="5070865" y="1995621"/>
                  </a:lnTo>
                  <a:lnTo>
                    <a:pt x="5071370" y="1995621"/>
                  </a:lnTo>
                  <a:lnTo>
                    <a:pt x="5072252" y="1995621"/>
                  </a:lnTo>
                  <a:lnTo>
                    <a:pt x="5073009" y="1995621"/>
                  </a:lnTo>
                  <a:lnTo>
                    <a:pt x="5073135" y="1995621"/>
                  </a:lnTo>
                  <a:lnTo>
                    <a:pt x="5073387" y="1995621"/>
                  </a:lnTo>
                  <a:lnTo>
                    <a:pt x="5073639" y="1995621"/>
                  </a:lnTo>
                  <a:lnTo>
                    <a:pt x="5073891" y="1995621"/>
                  </a:lnTo>
                  <a:lnTo>
                    <a:pt x="5074017" y="1995621"/>
                  </a:lnTo>
                  <a:lnTo>
                    <a:pt x="5074143" y="1995621"/>
                  </a:lnTo>
                  <a:lnTo>
                    <a:pt x="5074522" y="1995621"/>
                  </a:lnTo>
                  <a:lnTo>
                    <a:pt x="5074648" y="1995621"/>
                  </a:lnTo>
                  <a:lnTo>
                    <a:pt x="5075026" y="1995621"/>
                  </a:lnTo>
                  <a:lnTo>
                    <a:pt x="5076287" y="1995621"/>
                  </a:lnTo>
                  <a:lnTo>
                    <a:pt x="5076413" y="1995621"/>
                  </a:lnTo>
                  <a:lnTo>
                    <a:pt x="5076791" y="1995621"/>
                  </a:lnTo>
                  <a:lnTo>
                    <a:pt x="5076917" y="1995621"/>
                  </a:lnTo>
                  <a:lnTo>
                    <a:pt x="5077170" y="1995621"/>
                  </a:lnTo>
                  <a:lnTo>
                    <a:pt x="5077674" y="1995621"/>
                  </a:lnTo>
                  <a:lnTo>
                    <a:pt x="5077926" y="1995621"/>
                  </a:lnTo>
                  <a:lnTo>
                    <a:pt x="5078683" y="1995621"/>
                  </a:lnTo>
                  <a:lnTo>
                    <a:pt x="5078809" y="1995621"/>
                  </a:lnTo>
                  <a:lnTo>
                    <a:pt x="5078935" y="1995621"/>
                  </a:lnTo>
                  <a:lnTo>
                    <a:pt x="5079061" y="1995621"/>
                  </a:lnTo>
                  <a:lnTo>
                    <a:pt x="5079439" y="1990341"/>
                  </a:lnTo>
                  <a:lnTo>
                    <a:pt x="5079565" y="1990341"/>
                  </a:lnTo>
                  <a:lnTo>
                    <a:pt x="5079691" y="1990341"/>
                  </a:lnTo>
                  <a:lnTo>
                    <a:pt x="5080070" y="1990341"/>
                  </a:lnTo>
                  <a:lnTo>
                    <a:pt x="5080952" y="1990341"/>
                  </a:lnTo>
                  <a:lnTo>
                    <a:pt x="5081078" y="1990341"/>
                  </a:lnTo>
                  <a:lnTo>
                    <a:pt x="5081457" y="1990341"/>
                  </a:lnTo>
                  <a:lnTo>
                    <a:pt x="5081961" y="1990341"/>
                  </a:lnTo>
                  <a:lnTo>
                    <a:pt x="5082717" y="1990341"/>
                  </a:lnTo>
                  <a:lnTo>
                    <a:pt x="5082970" y="1990341"/>
                  </a:lnTo>
                  <a:lnTo>
                    <a:pt x="5084104" y="1985062"/>
                  </a:lnTo>
                  <a:lnTo>
                    <a:pt x="5084230" y="1985062"/>
                  </a:lnTo>
                  <a:lnTo>
                    <a:pt x="5084357" y="1985062"/>
                  </a:lnTo>
                  <a:lnTo>
                    <a:pt x="5084483" y="1985062"/>
                  </a:lnTo>
                  <a:lnTo>
                    <a:pt x="5084609" y="1985062"/>
                  </a:lnTo>
                  <a:lnTo>
                    <a:pt x="5084735" y="1985062"/>
                  </a:lnTo>
                  <a:lnTo>
                    <a:pt x="5084987" y="1985062"/>
                  </a:lnTo>
                  <a:lnTo>
                    <a:pt x="5085744" y="1985062"/>
                  </a:lnTo>
                  <a:lnTo>
                    <a:pt x="5085996" y="1985062"/>
                  </a:lnTo>
                  <a:lnTo>
                    <a:pt x="5086500" y="1985062"/>
                  </a:lnTo>
                  <a:lnTo>
                    <a:pt x="5086626" y="1985062"/>
                  </a:lnTo>
                  <a:lnTo>
                    <a:pt x="5086752" y="1985062"/>
                  </a:lnTo>
                  <a:lnTo>
                    <a:pt x="5086878" y="1985062"/>
                  </a:lnTo>
                  <a:lnTo>
                    <a:pt x="5087257" y="1985062"/>
                  </a:lnTo>
                  <a:lnTo>
                    <a:pt x="5088139" y="1985062"/>
                  </a:lnTo>
                  <a:lnTo>
                    <a:pt x="5088517" y="1985062"/>
                  </a:lnTo>
                  <a:lnTo>
                    <a:pt x="5088644" y="1985062"/>
                  </a:lnTo>
                  <a:lnTo>
                    <a:pt x="5088770" y="1985062"/>
                  </a:lnTo>
                  <a:lnTo>
                    <a:pt x="5088896" y="1985062"/>
                  </a:lnTo>
                  <a:lnTo>
                    <a:pt x="5089274" y="1985062"/>
                  </a:lnTo>
                  <a:lnTo>
                    <a:pt x="5090283" y="1985062"/>
                  </a:lnTo>
                  <a:lnTo>
                    <a:pt x="5090409" y="1985062"/>
                  </a:lnTo>
                  <a:lnTo>
                    <a:pt x="5090535" y="1985062"/>
                  </a:lnTo>
                  <a:lnTo>
                    <a:pt x="5090913" y="1985062"/>
                  </a:lnTo>
                  <a:lnTo>
                    <a:pt x="5091417" y="1985062"/>
                  </a:lnTo>
                  <a:lnTo>
                    <a:pt x="5091544" y="1985062"/>
                  </a:lnTo>
                  <a:lnTo>
                    <a:pt x="5092426" y="1985062"/>
                  </a:lnTo>
                  <a:lnTo>
                    <a:pt x="5092678" y="1985062"/>
                  </a:lnTo>
                  <a:lnTo>
                    <a:pt x="5092931" y="1985062"/>
                  </a:lnTo>
                  <a:lnTo>
                    <a:pt x="5093057" y="1985062"/>
                  </a:lnTo>
                  <a:lnTo>
                    <a:pt x="5093309" y="1985062"/>
                  </a:lnTo>
                  <a:lnTo>
                    <a:pt x="5093561" y="1985062"/>
                  </a:lnTo>
                  <a:lnTo>
                    <a:pt x="5094065" y="1985062"/>
                  </a:lnTo>
                  <a:lnTo>
                    <a:pt x="5094317" y="1985062"/>
                  </a:lnTo>
                  <a:lnTo>
                    <a:pt x="5094444" y="1985062"/>
                  </a:lnTo>
                  <a:lnTo>
                    <a:pt x="5095326" y="1985062"/>
                  </a:lnTo>
                  <a:lnTo>
                    <a:pt x="5095452" y="1985062"/>
                  </a:lnTo>
                  <a:lnTo>
                    <a:pt x="5095578" y="1985062"/>
                  </a:lnTo>
                  <a:lnTo>
                    <a:pt x="5096209" y="1985062"/>
                  </a:lnTo>
                  <a:lnTo>
                    <a:pt x="5096335" y="1985062"/>
                  </a:lnTo>
                  <a:lnTo>
                    <a:pt x="5096335" y="1979782"/>
                  </a:lnTo>
                  <a:lnTo>
                    <a:pt x="5096461" y="1979782"/>
                  </a:lnTo>
                  <a:lnTo>
                    <a:pt x="5097218" y="1979782"/>
                  </a:lnTo>
                  <a:lnTo>
                    <a:pt x="5097344" y="1979782"/>
                  </a:lnTo>
                  <a:lnTo>
                    <a:pt x="5097848" y="1979782"/>
                  </a:lnTo>
                  <a:lnTo>
                    <a:pt x="5098100" y="1979782"/>
                  </a:lnTo>
                  <a:lnTo>
                    <a:pt x="5098226" y="1979782"/>
                  </a:lnTo>
                  <a:lnTo>
                    <a:pt x="5098604" y="1979782"/>
                  </a:lnTo>
                  <a:lnTo>
                    <a:pt x="5098731" y="1979782"/>
                  </a:lnTo>
                  <a:lnTo>
                    <a:pt x="5099109" y="1979782"/>
                  </a:lnTo>
                  <a:lnTo>
                    <a:pt x="5099613" y="1974503"/>
                  </a:lnTo>
                  <a:lnTo>
                    <a:pt x="5099739" y="1974503"/>
                  </a:lnTo>
                  <a:lnTo>
                    <a:pt x="5099865" y="1974503"/>
                  </a:lnTo>
                  <a:lnTo>
                    <a:pt x="5099991" y="1974503"/>
                  </a:lnTo>
                  <a:lnTo>
                    <a:pt x="5100622" y="1969224"/>
                  </a:lnTo>
                  <a:lnTo>
                    <a:pt x="5100874" y="1969224"/>
                  </a:lnTo>
                  <a:lnTo>
                    <a:pt x="5101378" y="1969224"/>
                  </a:lnTo>
                  <a:lnTo>
                    <a:pt x="5101631" y="1969224"/>
                  </a:lnTo>
                  <a:lnTo>
                    <a:pt x="5101757" y="1969224"/>
                  </a:lnTo>
                  <a:lnTo>
                    <a:pt x="5102009" y="1969224"/>
                  </a:lnTo>
                  <a:lnTo>
                    <a:pt x="5102135" y="1969224"/>
                  </a:lnTo>
                  <a:lnTo>
                    <a:pt x="5102639" y="1969224"/>
                  </a:lnTo>
                  <a:lnTo>
                    <a:pt x="5103270" y="1969224"/>
                  </a:lnTo>
                  <a:lnTo>
                    <a:pt x="5103648" y="1969224"/>
                  </a:lnTo>
                  <a:lnTo>
                    <a:pt x="5103900" y="1963944"/>
                  </a:lnTo>
                  <a:lnTo>
                    <a:pt x="5104278" y="1963944"/>
                  </a:lnTo>
                  <a:lnTo>
                    <a:pt x="5104405" y="1963944"/>
                  </a:lnTo>
                  <a:lnTo>
                    <a:pt x="5104531" y="1963944"/>
                  </a:lnTo>
                  <a:lnTo>
                    <a:pt x="5104657" y="1963944"/>
                  </a:lnTo>
                  <a:lnTo>
                    <a:pt x="5104783" y="1963944"/>
                  </a:lnTo>
                  <a:lnTo>
                    <a:pt x="5104909" y="1963944"/>
                  </a:lnTo>
                  <a:lnTo>
                    <a:pt x="5105035" y="1963944"/>
                  </a:lnTo>
                  <a:lnTo>
                    <a:pt x="5105161" y="1963944"/>
                  </a:lnTo>
                  <a:lnTo>
                    <a:pt x="5105287" y="1963944"/>
                  </a:lnTo>
                  <a:lnTo>
                    <a:pt x="5105413" y="1963944"/>
                  </a:lnTo>
                  <a:lnTo>
                    <a:pt x="5105791" y="1963944"/>
                  </a:lnTo>
                  <a:lnTo>
                    <a:pt x="5106296" y="1963944"/>
                  </a:lnTo>
                  <a:lnTo>
                    <a:pt x="5106422" y="1963944"/>
                  </a:lnTo>
                  <a:lnTo>
                    <a:pt x="5106926" y="1963944"/>
                  </a:lnTo>
                  <a:lnTo>
                    <a:pt x="5107178" y="1963944"/>
                  </a:lnTo>
                  <a:lnTo>
                    <a:pt x="5107557" y="1963944"/>
                  </a:lnTo>
                  <a:lnTo>
                    <a:pt x="5107683" y="1963944"/>
                  </a:lnTo>
                  <a:lnTo>
                    <a:pt x="5107809" y="1963944"/>
                  </a:lnTo>
                  <a:lnTo>
                    <a:pt x="5107935" y="1963944"/>
                  </a:lnTo>
                  <a:lnTo>
                    <a:pt x="5108313" y="1963944"/>
                  </a:lnTo>
                  <a:lnTo>
                    <a:pt x="5108439" y="1963944"/>
                  </a:lnTo>
                  <a:lnTo>
                    <a:pt x="5108565" y="1963944"/>
                  </a:lnTo>
                  <a:lnTo>
                    <a:pt x="5108691" y="1963944"/>
                  </a:lnTo>
                  <a:lnTo>
                    <a:pt x="5108691" y="1958665"/>
                  </a:lnTo>
                  <a:lnTo>
                    <a:pt x="5108818" y="1958665"/>
                  </a:lnTo>
                  <a:lnTo>
                    <a:pt x="5108944" y="1958665"/>
                  </a:lnTo>
                  <a:lnTo>
                    <a:pt x="5109070" y="1958665"/>
                  </a:lnTo>
                  <a:lnTo>
                    <a:pt x="5109448" y="1958665"/>
                  </a:lnTo>
                  <a:lnTo>
                    <a:pt x="5109826" y="1958665"/>
                  </a:lnTo>
                  <a:lnTo>
                    <a:pt x="5114492" y="1953385"/>
                  </a:lnTo>
                  <a:lnTo>
                    <a:pt x="5114744" y="1948106"/>
                  </a:lnTo>
                  <a:lnTo>
                    <a:pt x="5114870" y="1948106"/>
                  </a:lnTo>
                  <a:lnTo>
                    <a:pt x="5114996" y="1948106"/>
                  </a:lnTo>
                  <a:lnTo>
                    <a:pt x="5115374" y="1948106"/>
                  </a:lnTo>
                  <a:lnTo>
                    <a:pt x="5115500" y="1948106"/>
                  </a:lnTo>
                  <a:lnTo>
                    <a:pt x="5115626" y="1948106"/>
                  </a:lnTo>
                  <a:lnTo>
                    <a:pt x="5116005" y="1948106"/>
                  </a:lnTo>
                  <a:lnTo>
                    <a:pt x="5116257" y="1948106"/>
                  </a:lnTo>
                  <a:lnTo>
                    <a:pt x="5116635" y="1948106"/>
                  </a:lnTo>
                  <a:lnTo>
                    <a:pt x="5116761" y="1948106"/>
                  </a:lnTo>
                  <a:lnTo>
                    <a:pt x="5116887" y="1948106"/>
                  </a:lnTo>
                  <a:lnTo>
                    <a:pt x="5117770" y="1948106"/>
                  </a:lnTo>
                  <a:lnTo>
                    <a:pt x="5117896" y="1948106"/>
                  </a:lnTo>
                  <a:lnTo>
                    <a:pt x="5118022" y="1948106"/>
                  </a:lnTo>
                  <a:lnTo>
                    <a:pt x="5118274" y="1948106"/>
                  </a:lnTo>
                  <a:lnTo>
                    <a:pt x="5118526" y="1948106"/>
                  </a:lnTo>
                  <a:lnTo>
                    <a:pt x="5118652" y="1948106"/>
                  </a:lnTo>
                  <a:lnTo>
                    <a:pt x="5119157" y="1948106"/>
                  </a:lnTo>
                  <a:lnTo>
                    <a:pt x="5119409" y="1948106"/>
                  </a:lnTo>
                  <a:lnTo>
                    <a:pt x="5120039" y="1948106"/>
                  </a:lnTo>
                  <a:lnTo>
                    <a:pt x="5120165" y="1948106"/>
                  </a:lnTo>
                  <a:lnTo>
                    <a:pt x="5120544" y="1948106"/>
                  </a:lnTo>
                  <a:lnTo>
                    <a:pt x="5120670" y="1948106"/>
                  </a:lnTo>
                  <a:lnTo>
                    <a:pt x="5120922" y="1948106"/>
                  </a:lnTo>
                  <a:lnTo>
                    <a:pt x="5121048" y="1948106"/>
                  </a:lnTo>
                  <a:lnTo>
                    <a:pt x="5121174" y="1948106"/>
                  </a:lnTo>
                  <a:lnTo>
                    <a:pt x="5121300" y="1948106"/>
                  </a:lnTo>
                  <a:lnTo>
                    <a:pt x="5121552" y="1948106"/>
                  </a:lnTo>
                  <a:lnTo>
                    <a:pt x="5121679" y="1948106"/>
                  </a:lnTo>
                  <a:lnTo>
                    <a:pt x="5122561" y="1948106"/>
                  </a:lnTo>
                  <a:lnTo>
                    <a:pt x="5122813" y="1948106"/>
                  </a:lnTo>
                  <a:lnTo>
                    <a:pt x="5124074" y="1948106"/>
                  </a:lnTo>
                  <a:lnTo>
                    <a:pt x="5124579" y="1948106"/>
                  </a:lnTo>
                  <a:lnTo>
                    <a:pt x="5124705" y="1948106"/>
                  </a:lnTo>
                  <a:lnTo>
                    <a:pt x="5125335" y="1948106"/>
                  </a:lnTo>
                  <a:lnTo>
                    <a:pt x="5125713" y="1948106"/>
                  </a:lnTo>
                  <a:lnTo>
                    <a:pt x="5125839" y="1948106"/>
                  </a:lnTo>
                  <a:lnTo>
                    <a:pt x="5126470" y="1948106"/>
                  </a:lnTo>
                  <a:lnTo>
                    <a:pt x="5126596" y="1948106"/>
                  </a:lnTo>
                  <a:lnTo>
                    <a:pt x="5126722" y="1942827"/>
                  </a:lnTo>
                  <a:lnTo>
                    <a:pt x="5127479" y="1942827"/>
                  </a:lnTo>
                  <a:lnTo>
                    <a:pt x="5127731" y="1942827"/>
                  </a:lnTo>
                  <a:lnTo>
                    <a:pt x="5127983" y="1937547"/>
                  </a:lnTo>
                  <a:lnTo>
                    <a:pt x="5128866" y="1937547"/>
                  </a:lnTo>
                  <a:lnTo>
                    <a:pt x="5128992" y="1937547"/>
                  </a:lnTo>
                  <a:lnTo>
                    <a:pt x="5129370" y="1937547"/>
                  </a:lnTo>
                  <a:lnTo>
                    <a:pt x="5130126" y="1937547"/>
                  </a:lnTo>
                  <a:lnTo>
                    <a:pt x="5130631" y="1937547"/>
                  </a:lnTo>
                  <a:lnTo>
                    <a:pt x="5130757" y="1937547"/>
                  </a:lnTo>
                  <a:lnTo>
                    <a:pt x="5131387" y="1937547"/>
                  </a:lnTo>
                  <a:lnTo>
                    <a:pt x="5131513" y="1937547"/>
                  </a:lnTo>
                  <a:lnTo>
                    <a:pt x="5132018" y="1937547"/>
                  </a:lnTo>
                  <a:lnTo>
                    <a:pt x="5132144" y="1937547"/>
                  </a:lnTo>
                  <a:lnTo>
                    <a:pt x="5132648" y="1937547"/>
                  </a:lnTo>
                  <a:lnTo>
                    <a:pt x="5133026" y="1937547"/>
                  </a:lnTo>
                  <a:lnTo>
                    <a:pt x="5133152" y="1937547"/>
                  </a:lnTo>
                  <a:lnTo>
                    <a:pt x="5133279" y="1937547"/>
                  </a:lnTo>
                  <a:lnTo>
                    <a:pt x="5133405" y="1937547"/>
                  </a:lnTo>
                  <a:lnTo>
                    <a:pt x="5133657" y="1937547"/>
                  </a:lnTo>
                  <a:lnTo>
                    <a:pt x="5133783" y="1937547"/>
                  </a:lnTo>
                  <a:lnTo>
                    <a:pt x="5134539" y="1937547"/>
                  </a:lnTo>
                  <a:lnTo>
                    <a:pt x="5134792" y="1937547"/>
                  </a:lnTo>
                  <a:lnTo>
                    <a:pt x="5134918" y="1937547"/>
                  </a:lnTo>
                  <a:lnTo>
                    <a:pt x="5135044" y="1937547"/>
                  </a:lnTo>
                  <a:lnTo>
                    <a:pt x="5135170" y="1937547"/>
                  </a:lnTo>
                  <a:lnTo>
                    <a:pt x="5135422" y="1937547"/>
                  </a:lnTo>
                  <a:lnTo>
                    <a:pt x="5135800" y="1937547"/>
                  </a:lnTo>
                  <a:lnTo>
                    <a:pt x="5136179" y="1937547"/>
                  </a:lnTo>
                  <a:lnTo>
                    <a:pt x="5137061" y="1937547"/>
                  </a:lnTo>
                  <a:lnTo>
                    <a:pt x="5137187" y="1937547"/>
                  </a:lnTo>
                  <a:lnTo>
                    <a:pt x="5137439" y="1937547"/>
                  </a:lnTo>
                  <a:lnTo>
                    <a:pt x="5137566" y="1937547"/>
                  </a:lnTo>
                  <a:lnTo>
                    <a:pt x="5137692" y="1937547"/>
                  </a:lnTo>
                  <a:lnTo>
                    <a:pt x="5137818" y="1937547"/>
                  </a:lnTo>
                  <a:lnTo>
                    <a:pt x="5138196" y="1937547"/>
                  </a:lnTo>
                  <a:lnTo>
                    <a:pt x="5138322" y="1937547"/>
                  </a:lnTo>
                  <a:lnTo>
                    <a:pt x="5138700" y="1937547"/>
                  </a:lnTo>
                  <a:lnTo>
                    <a:pt x="5138826" y="1937547"/>
                  </a:lnTo>
                  <a:lnTo>
                    <a:pt x="5138953" y="1937547"/>
                  </a:lnTo>
                  <a:lnTo>
                    <a:pt x="5139079" y="1937547"/>
                  </a:lnTo>
                  <a:lnTo>
                    <a:pt x="5140592" y="1937547"/>
                  </a:lnTo>
                  <a:lnTo>
                    <a:pt x="5141222" y="1937547"/>
                  </a:lnTo>
                  <a:lnTo>
                    <a:pt x="5141348" y="1937547"/>
                  </a:lnTo>
                  <a:lnTo>
                    <a:pt x="5141600" y="1932268"/>
                  </a:lnTo>
                  <a:lnTo>
                    <a:pt x="5142231" y="1932268"/>
                  </a:lnTo>
                  <a:lnTo>
                    <a:pt x="5142735" y="1932268"/>
                  </a:lnTo>
                  <a:lnTo>
                    <a:pt x="5143239" y="1932268"/>
                  </a:lnTo>
                  <a:lnTo>
                    <a:pt x="5143618" y="1932268"/>
                  </a:lnTo>
                  <a:lnTo>
                    <a:pt x="5143744" y="1932268"/>
                  </a:lnTo>
                  <a:lnTo>
                    <a:pt x="5143870" y="1932268"/>
                  </a:lnTo>
                  <a:lnTo>
                    <a:pt x="5143996" y="1932268"/>
                  </a:lnTo>
                  <a:lnTo>
                    <a:pt x="5144248" y="1932268"/>
                  </a:lnTo>
                  <a:lnTo>
                    <a:pt x="5144753" y="1932268"/>
                  </a:lnTo>
                  <a:lnTo>
                    <a:pt x="5145005" y="1932268"/>
                  </a:lnTo>
                  <a:lnTo>
                    <a:pt x="5145635" y="1932268"/>
                  </a:lnTo>
                  <a:lnTo>
                    <a:pt x="5145887" y="1932268"/>
                  </a:lnTo>
                  <a:lnTo>
                    <a:pt x="5146013" y="1926988"/>
                  </a:lnTo>
                  <a:lnTo>
                    <a:pt x="5146392" y="1926988"/>
                  </a:lnTo>
                  <a:lnTo>
                    <a:pt x="5146644" y="1926988"/>
                  </a:lnTo>
                  <a:lnTo>
                    <a:pt x="5147653" y="1926988"/>
                  </a:lnTo>
                  <a:lnTo>
                    <a:pt x="5147779" y="1926988"/>
                  </a:lnTo>
                  <a:lnTo>
                    <a:pt x="5147905" y="1926988"/>
                  </a:lnTo>
                  <a:lnTo>
                    <a:pt x="5148283" y="1921709"/>
                  </a:lnTo>
                  <a:lnTo>
                    <a:pt x="5148409" y="1921709"/>
                  </a:lnTo>
                  <a:lnTo>
                    <a:pt x="5148535" y="1921709"/>
                  </a:lnTo>
                  <a:lnTo>
                    <a:pt x="5148913" y="1921709"/>
                  </a:lnTo>
                  <a:lnTo>
                    <a:pt x="5149040" y="1921709"/>
                  </a:lnTo>
                  <a:lnTo>
                    <a:pt x="5149670" y="1921709"/>
                  </a:lnTo>
                  <a:lnTo>
                    <a:pt x="5149922" y="1921709"/>
                  </a:lnTo>
                  <a:lnTo>
                    <a:pt x="5150048" y="1921709"/>
                  </a:lnTo>
                  <a:lnTo>
                    <a:pt x="5150300" y="1921709"/>
                  </a:lnTo>
                  <a:lnTo>
                    <a:pt x="5150805" y="1921709"/>
                  </a:lnTo>
                  <a:lnTo>
                    <a:pt x="5151183" y="1921709"/>
                  </a:lnTo>
                  <a:lnTo>
                    <a:pt x="5152066" y="1921709"/>
                  </a:lnTo>
                  <a:lnTo>
                    <a:pt x="5152192" y="1921709"/>
                  </a:lnTo>
                  <a:lnTo>
                    <a:pt x="5152318" y="1921709"/>
                  </a:lnTo>
                  <a:lnTo>
                    <a:pt x="5152570" y="1921709"/>
                  </a:lnTo>
                  <a:lnTo>
                    <a:pt x="5152696" y="1921709"/>
                  </a:lnTo>
                  <a:lnTo>
                    <a:pt x="5153074" y="1921709"/>
                  </a:lnTo>
                  <a:lnTo>
                    <a:pt x="5153200" y="1921709"/>
                  </a:lnTo>
                  <a:lnTo>
                    <a:pt x="5153453" y="1921709"/>
                  </a:lnTo>
                  <a:lnTo>
                    <a:pt x="5155722" y="1921709"/>
                  </a:lnTo>
                  <a:lnTo>
                    <a:pt x="5156227" y="1916429"/>
                  </a:lnTo>
                  <a:lnTo>
                    <a:pt x="5156479" y="1916429"/>
                  </a:lnTo>
                  <a:lnTo>
                    <a:pt x="5156731" y="1916429"/>
                  </a:lnTo>
                  <a:lnTo>
                    <a:pt x="5157235" y="1916429"/>
                  </a:lnTo>
                  <a:lnTo>
                    <a:pt x="5157613" y="1916429"/>
                  </a:lnTo>
                  <a:lnTo>
                    <a:pt x="5157992" y="1916429"/>
                  </a:lnTo>
                  <a:lnTo>
                    <a:pt x="5158496" y="1916429"/>
                  </a:lnTo>
                  <a:lnTo>
                    <a:pt x="5159127" y="1916429"/>
                  </a:lnTo>
                  <a:lnTo>
                    <a:pt x="5159505" y="1916429"/>
                  </a:lnTo>
                  <a:lnTo>
                    <a:pt x="5159631" y="1916429"/>
                  </a:lnTo>
                  <a:lnTo>
                    <a:pt x="5159757" y="1916429"/>
                  </a:lnTo>
                  <a:lnTo>
                    <a:pt x="5159883" y="1916429"/>
                  </a:lnTo>
                  <a:lnTo>
                    <a:pt x="5160009" y="1916429"/>
                  </a:lnTo>
                  <a:lnTo>
                    <a:pt x="5160513" y="1916429"/>
                  </a:lnTo>
                  <a:lnTo>
                    <a:pt x="5161648" y="1916429"/>
                  </a:lnTo>
                  <a:lnTo>
                    <a:pt x="5161900" y="1916429"/>
                  </a:lnTo>
                  <a:lnTo>
                    <a:pt x="5162153" y="1916429"/>
                  </a:lnTo>
                  <a:lnTo>
                    <a:pt x="5162279" y="1916429"/>
                  </a:lnTo>
                  <a:lnTo>
                    <a:pt x="5162405" y="1916429"/>
                  </a:lnTo>
                  <a:lnTo>
                    <a:pt x="5162783" y="1911150"/>
                  </a:lnTo>
                  <a:lnTo>
                    <a:pt x="5163035" y="1911150"/>
                  </a:lnTo>
                  <a:lnTo>
                    <a:pt x="5164044" y="1911150"/>
                  </a:lnTo>
                  <a:lnTo>
                    <a:pt x="5164170" y="1911150"/>
                  </a:lnTo>
                  <a:lnTo>
                    <a:pt x="5164548" y="1911150"/>
                  </a:lnTo>
                  <a:lnTo>
                    <a:pt x="5164674" y="1911150"/>
                  </a:lnTo>
                  <a:lnTo>
                    <a:pt x="5164927" y="1911150"/>
                  </a:lnTo>
                  <a:lnTo>
                    <a:pt x="5165053" y="1911150"/>
                  </a:lnTo>
                  <a:lnTo>
                    <a:pt x="5165179" y="1911150"/>
                  </a:lnTo>
                  <a:lnTo>
                    <a:pt x="5165431" y="1905871"/>
                  </a:lnTo>
                  <a:lnTo>
                    <a:pt x="5165935" y="1905871"/>
                  </a:lnTo>
                  <a:lnTo>
                    <a:pt x="5166566" y="1905871"/>
                  </a:lnTo>
                  <a:lnTo>
                    <a:pt x="5166692" y="1905871"/>
                  </a:lnTo>
                  <a:lnTo>
                    <a:pt x="5166818" y="1905871"/>
                  </a:lnTo>
                  <a:lnTo>
                    <a:pt x="5166944" y="1905871"/>
                  </a:lnTo>
                  <a:lnTo>
                    <a:pt x="5167196" y="1905871"/>
                  </a:lnTo>
                  <a:lnTo>
                    <a:pt x="5167322" y="1905871"/>
                  </a:lnTo>
                  <a:lnTo>
                    <a:pt x="5167700" y="1905871"/>
                  </a:lnTo>
                  <a:lnTo>
                    <a:pt x="5167827" y="1905871"/>
                  </a:lnTo>
                  <a:lnTo>
                    <a:pt x="5167953" y="1905871"/>
                  </a:lnTo>
                  <a:lnTo>
                    <a:pt x="5168079" y="1905871"/>
                  </a:lnTo>
                  <a:lnTo>
                    <a:pt x="5168331" y="1905871"/>
                  </a:lnTo>
                  <a:lnTo>
                    <a:pt x="5168583" y="1905871"/>
                  </a:lnTo>
                  <a:lnTo>
                    <a:pt x="5169087" y="1905871"/>
                  </a:lnTo>
                  <a:lnTo>
                    <a:pt x="5169466" y="1905871"/>
                  </a:lnTo>
                  <a:lnTo>
                    <a:pt x="5171357" y="1905871"/>
                  </a:lnTo>
                  <a:lnTo>
                    <a:pt x="5171609" y="1905871"/>
                  </a:lnTo>
                  <a:lnTo>
                    <a:pt x="5171861" y="1905871"/>
                  </a:lnTo>
                  <a:lnTo>
                    <a:pt x="5172366" y="1905871"/>
                  </a:lnTo>
                  <a:lnTo>
                    <a:pt x="5172492" y="1905871"/>
                  </a:lnTo>
                  <a:lnTo>
                    <a:pt x="5172618" y="1905871"/>
                  </a:lnTo>
                  <a:lnTo>
                    <a:pt x="5172744" y="1905871"/>
                  </a:lnTo>
                  <a:lnTo>
                    <a:pt x="5173122" y="1905871"/>
                  </a:lnTo>
                  <a:lnTo>
                    <a:pt x="5173501" y="1900591"/>
                  </a:lnTo>
                  <a:lnTo>
                    <a:pt x="5174131" y="1900591"/>
                  </a:lnTo>
                  <a:lnTo>
                    <a:pt x="5174383" y="1900591"/>
                  </a:lnTo>
                  <a:lnTo>
                    <a:pt x="5174887" y="1900591"/>
                  </a:lnTo>
                  <a:lnTo>
                    <a:pt x="5175014" y="1900591"/>
                  </a:lnTo>
                  <a:lnTo>
                    <a:pt x="5175140" y="1900591"/>
                  </a:lnTo>
                  <a:lnTo>
                    <a:pt x="5175518" y="1900591"/>
                  </a:lnTo>
                  <a:lnTo>
                    <a:pt x="5175644" y="1900591"/>
                  </a:lnTo>
                  <a:lnTo>
                    <a:pt x="5176401" y="1900591"/>
                  </a:lnTo>
                  <a:lnTo>
                    <a:pt x="5176653" y="1900591"/>
                  </a:lnTo>
                  <a:lnTo>
                    <a:pt x="5177661" y="1895312"/>
                  </a:lnTo>
                  <a:lnTo>
                    <a:pt x="5177914" y="1895312"/>
                  </a:lnTo>
                  <a:lnTo>
                    <a:pt x="5178166" y="1895312"/>
                  </a:lnTo>
                  <a:lnTo>
                    <a:pt x="5178418" y="1895312"/>
                  </a:lnTo>
                  <a:lnTo>
                    <a:pt x="5178796" y="1895312"/>
                  </a:lnTo>
                  <a:lnTo>
                    <a:pt x="5178922" y="1895312"/>
                  </a:lnTo>
                  <a:lnTo>
                    <a:pt x="5179174" y="1895312"/>
                  </a:lnTo>
                  <a:lnTo>
                    <a:pt x="5179427" y="1895312"/>
                  </a:lnTo>
                  <a:lnTo>
                    <a:pt x="5179553" y="1895312"/>
                  </a:lnTo>
                  <a:lnTo>
                    <a:pt x="5179805" y="1895312"/>
                  </a:lnTo>
                  <a:lnTo>
                    <a:pt x="5180057" y="1895312"/>
                  </a:lnTo>
                  <a:lnTo>
                    <a:pt x="5180183" y="1895312"/>
                  </a:lnTo>
                  <a:lnTo>
                    <a:pt x="5180309" y="1895312"/>
                  </a:lnTo>
                  <a:lnTo>
                    <a:pt x="5180435" y="1895312"/>
                  </a:lnTo>
                  <a:lnTo>
                    <a:pt x="5180561" y="1895312"/>
                  </a:lnTo>
                  <a:lnTo>
                    <a:pt x="5180688" y="1895312"/>
                  </a:lnTo>
                  <a:lnTo>
                    <a:pt x="5181318" y="1890032"/>
                  </a:lnTo>
                  <a:lnTo>
                    <a:pt x="5181444" y="1890032"/>
                  </a:lnTo>
                  <a:lnTo>
                    <a:pt x="5181696" y="1890032"/>
                  </a:lnTo>
                  <a:lnTo>
                    <a:pt x="5181822" y="1890032"/>
                  </a:lnTo>
                  <a:lnTo>
                    <a:pt x="5182201" y="1890032"/>
                  </a:lnTo>
                  <a:lnTo>
                    <a:pt x="5182327" y="1890032"/>
                  </a:lnTo>
                  <a:lnTo>
                    <a:pt x="5182831" y="1890032"/>
                  </a:lnTo>
                  <a:lnTo>
                    <a:pt x="5183461" y="1890032"/>
                  </a:lnTo>
                  <a:lnTo>
                    <a:pt x="5183588" y="1890032"/>
                  </a:lnTo>
                  <a:lnTo>
                    <a:pt x="5183714" y="1890032"/>
                  </a:lnTo>
                  <a:lnTo>
                    <a:pt x="5183840" y="1890032"/>
                  </a:lnTo>
                  <a:lnTo>
                    <a:pt x="5184092" y="1890032"/>
                  </a:lnTo>
                  <a:lnTo>
                    <a:pt x="5185857" y="1890032"/>
                  </a:lnTo>
                  <a:lnTo>
                    <a:pt x="5185983" y="1890032"/>
                  </a:lnTo>
                  <a:lnTo>
                    <a:pt x="5186235" y="1890032"/>
                  </a:lnTo>
                  <a:lnTo>
                    <a:pt x="5186740" y="1890032"/>
                  </a:lnTo>
                  <a:lnTo>
                    <a:pt x="5186866" y="1890032"/>
                  </a:lnTo>
                  <a:lnTo>
                    <a:pt x="5187496" y="1890032"/>
                  </a:lnTo>
                  <a:lnTo>
                    <a:pt x="5187748" y="1890032"/>
                  </a:lnTo>
                  <a:lnTo>
                    <a:pt x="5187875" y="1890032"/>
                  </a:lnTo>
                  <a:lnTo>
                    <a:pt x="5188631" y="1890032"/>
                  </a:lnTo>
                  <a:lnTo>
                    <a:pt x="5188757" y="1890032"/>
                  </a:lnTo>
                  <a:lnTo>
                    <a:pt x="5189009" y="1890032"/>
                  </a:lnTo>
                  <a:lnTo>
                    <a:pt x="5189261" y="1890032"/>
                  </a:lnTo>
                  <a:lnTo>
                    <a:pt x="5189261" y="1884753"/>
                  </a:lnTo>
                  <a:lnTo>
                    <a:pt x="5189388" y="1884753"/>
                  </a:lnTo>
                  <a:lnTo>
                    <a:pt x="5190144" y="1884753"/>
                  </a:lnTo>
                  <a:lnTo>
                    <a:pt x="5190522" y="1884753"/>
                  </a:lnTo>
                  <a:lnTo>
                    <a:pt x="5190648" y="1884753"/>
                  </a:lnTo>
                  <a:lnTo>
                    <a:pt x="5190775" y="1884753"/>
                  </a:lnTo>
                  <a:lnTo>
                    <a:pt x="5191531" y="1884753"/>
                  </a:lnTo>
                  <a:lnTo>
                    <a:pt x="5192288" y="1884753"/>
                  </a:lnTo>
                  <a:lnTo>
                    <a:pt x="5192414" y="1884753"/>
                  </a:lnTo>
                  <a:lnTo>
                    <a:pt x="5192540" y="1884753"/>
                  </a:lnTo>
                  <a:lnTo>
                    <a:pt x="5192666" y="1884753"/>
                  </a:lnTo>
                  <a:lnTo>
                    <a:pt x="5192792" y="1884753"/>
                  </a:lnTo>
                  <a:lnTo>
                    <a:pt x="5193548" y="1884753"/>
                  </a:lnTo>
                  <a:lnTo>
                    <a:pt x="5193675" y="1884753"/>
                  </a:lnTo>
                  <a:lnTo>
                    <a:pt x="5193927" y="1884753"/>
                  </a:lnTo>
                  <a:lnTo>
                    <a:pt x="5194179" y="1884753"/>
                  </a:lnTo>
                  <a:lnTo>
                    <a:pt x="5194305" y="1884753"/>
                  </a:lnTo>
                  <a:lnTo>
                    <a:pt x="5194431" y="1884753"/>
                  </a:lnTo>
                  <a:lnTo>
                    <a:pt x="5194935" y="1884753"/>
                  </a:lnTo>
                  <a:lnTo>
                    <a:pt x="5195062" y="1884753"/>
                  </a:lnTo>
                  <a:lnTo>
                    <a:pt x="5195692" y="1884753"/>
                  </a:lnTo>
                  <a:lnTo>
                    <a:pt x="5196196" y="1884753"/>
                  </a:lnTo>
                  <a:lnTo>
                    <a:pt x="5197079" y="1884753"/>
                  </a:lnTo>
                  <a:lnTo>
                    <a:pt x="5197331" y="1884753"/>
                  </a:lnTo>
                  <a:lnTo>
                    <a:pt x="5197962" y="1884753"/>
                  </a:lnTo>
                  <a:lnTo>
                    <a:pt x="5198214" y="1884753"/>
                  </a:lnTo>
                  <a:lnTo>
                    <a:pt x="5198340" y="1884753"/>
                  </a:lnTo>
                  <a:lnTo>
                    <a:pt x="5198592" y="1884753"/>
                  </a:lnTo>
                  <a:lnTo>
                    <a:pt x="5198718" y="1884753"/>
                  </a:lnTo>
                  <a:lnTo>
                    <a:pt x="5199096" y="1884753"/>
                  </a:lnTo>
                  <a:lnTo>
                    <a:pt x="5199222" y="1884753"/>
                  </a:lnTo>
                  <a:lnTo>
                    <a:pt x="5199853" y="1884753"/>
                  </a:lnTo>
                  <a:lnTo>
                    <a:pt x="5200357" y="1879473"/>
                  </a:lnTo>
                  <a:lnTo>
                    <a:pt x="5200988" y="1879473"/>
                  </a:lnTo>
                  <a:lnTo>
                    <a:pt x="5201114" y="1879473"/>
                  </a:lnTo>
                  <a:lnTo>
                    <a:pt x="5201492" y="1879473"/>
                  </a:lnTo>
                  <a:lnTo>
                    <a:pt x="5202122" y="1879473"/>
                  </a:lnTo>
                  <a:lnTo>
                    <a:pt x="5202248" y="1879473"/>
                  </a:lnTo>
                  <a:lnTo>
                    <a:pt x="5202501" y="1879473"/>
                  </a:lnTo>
                  <a:lnTo>
                    <a:pt x="5203005" y="1879473"/>
                  </a:lnTo>
                  <a:lnTo>
                    <a:pt x="5203131" y="1879473"/>
                  </a:lnTo>
                  <a:lnTo>
                    <a:pt x="5203383" y="1879473"/>
                  </a:lnTo>
                  <a:lnTo>
                    <a:pt x="5205527" y="1874194"/>
                  </a:lnTo>
                  <a:lnTo>
                    <a:pt x="5206157" y="1874194"/>
                  </a:lnTo>
                  <a:lnTo>
                    <a:pt x="5206283" y="1874194"/>
                  </a:lnTo>
                  <a:lnTo>
                    <a:pt x="5206535" y="1874194"/>
                  </a:lnTo>
                  <a:lnTo>
                    <a:pt x="5206662" y="1874194"/>
                  </a:lnTo>
                  <a:lnTo>
                    <a:pt x="5206914" y="1874194"/>
                  </a:lnTo>
                  <a:lnTo>
                    <a:pt x="5207040" y="1874194"/>
                  </a:lnTo>
                  <a:lnTo>
                    <a:pt x="5207166" y="1874194"/>
                  </a:lnTo>
                  <a:lnTo>
                    <a:pt x="5207796" y="1874194"/>
                  </a:lnTo>
                  <a:lnTo>
                    <a:pt x="5208049" y="1874194"/>
                  </a:lnTo>
                  <a:lnTo>
                    <a:pt x="5208301" y="1874194"/>
                  </a:lnTo>
                  <a:lnTo>
                    <a:pt x="5208427" y="1874194"/>
                  </a:lnTo>
                  <a:lnTo>
                    <a:pt x="5208805" y="1874194"/>
                  </a:lnTo>
                  <a:lnTo>
                    <a:pt x="5209309" y="1874194"/>
                  </a:lnTo>
                  <a:lnTo>
                    <a:pt x="5209435" y="1874194"/>
                  </a:lnTo>
                  <a:lnTo>
                    <a:pt x="5210066" y="1874194"/>
                  </a:lnTo>
                  <a:lnTo>
                    <a:pt x="5210192" y="1874194"/>
                  </a:lnTo>
                  <a:lnTo>
                    <a:pt x="5210949" y="1874194"/>
                  </a:lnTo>
                  <a:lnTo>
                    <a:pt x="5211579" y="1874194"/>
                  </a:lnTo>
                  <a:lnTo>
                    <a:pt x="5211957" y="1874194"/>
                  </a:lnTo>
                  <a:lnTo>
                    <a:pt x="5212209" y="1874194"/>
                  </a:lnTo>
                  <a:lnTo>
                    <a:pt x="5213218" y="1874194"/>
                  </a:lnTo>
                  <a:lnTo>
                    <a:pt x="5213470" y="1874194"/>
                  </a:lnTo>
                  <a:lnTo>
                    <a:pt x="5213596" y="1874194"/>
                  </a:lnTo>
                  <a:lnTo>
                    <a:pt x="5213722" y="1874194"/>
                  </a:lnTo>
                  <a:lnTo>
                    <a:pt x="5213849" y="1874194"/>
                  </a:lnTo>
                  <a:lnTo>
                    <a:pt x="5214227" y="1874194"/>
                  </a:lnTo>
                  <a:lnTo>
                    <a:pt x="5214353" y="1874194"/>
                  </a:lnTo>
                  <a:lnTo>
                    <a:pt x="5214605" y="1874194"/>
                  </a:lnTo>
                  <a:lnTo>
                    <a:pt x="5214983" y="1874194"/>
                  </a:lnTo>
                  <a:lnTo>
                    <a:pt x="5215488" y="1874194"/>
                  </a:lnTo>
                  <a:lnTo>
                    <a:pt x="5216244" y="1874194"/>
                  </a:lnTo>
                  <a:lnTo>
                    <a:pt x="5216244" y="1868915"/>
                  </a:lnTo>
                  <a:lnTo>
                    <a:pt x="5216370" y="1868915"/>
                  </a:lnTo>
                  <a:lnTo>
                    <a:pt x="5216622" y="1868915"/>
                  </a:lnTo>
                  <a:lnTo>
                    <a:pt x="5217001" y="1868915"/>
                  </a:lnTo>
                  <a:lnTo>
                    <a:pt x="5217127" y="1868915"/>
                  </a:lnTo>
                  <a:lnTo>
                    <a:pt x="5218009" y="1868915"/>
                  </a:lnTo>
                  <a:lnTo>
                    <a:pt x="5218136" y="1868915"/>
                  </a:lnTo>
                  <a:lnTo>
                    <a:pt x="5218262" y="1868915"/>
                  </a:lnTo>
                  <a:lnTo>
                    <a:pt x="5218388" y="1868915"/>
                  </a:lnTo>
                  <a:lnTo>
                    <a:pt x="5219144" y="1868915"/>
                  </a:lnTo>
                  <a:lnTo>
                    <a:pt x="5219270" y="1868915"/>
                  </a:lnTo>
                  <a:lnTo>
                    <a:pt x="5219523" y="1868915"/>
                  </a:lnTo>
                  <a:lnTo>
                    <a:pt x="5219649" y="1868915"/>
                  </a:lnTo>
                  <a:lnTo>
                    <a:pt x="5219775" y="1868915"/>
                  </a:lnTo>
                  <a:lnTo>
                    <a:pt x="5220153" y="1868915"/>
                  </a:lnTo>
                  <a:lnTo>
                    <a:pt x="5220405" y="1868915"/>
                  </a:lnTo>
                  <a:lnTo>
                    <a:pt x="5220657" y="1868915"/>
                  </a:lnTo>
                  <a:lnTo>
                    <a:pt x="5221162" y="1863635"/>
                  </a:lnTo>
                  <a:lnTo>
                    <a:pt x="5221288" y="1863635"/>
                  </a:lnTo>
                  <a:lnTo>
                    <a:pt x="5221666" y="1863635"/>
                  </a:lnTo>
                  <a:lnTo>
                    <a:pt x="5221918" y="1863635"/>
                  </a:lnTo>
                  <a:lnTo>
                    <a:pt x="5222423" y="1863635"/>
                  </a:lnTo>
                  <a:lnTo>
                    <a:pt x="5222675" y="1863635"/>
                  </a:lnTo>
                  <a:lnTo>
                    <a:pt x="5222801" y="1863635"/>
                  </a:lnTo>
                  <a:lnTo>
                    <a:pt x="5222927" y="1863635"/>
                  </a:lnTo>
                  <a:lnTo>
                    <a:pt x="5223809" y="1863635"/>
                  </a:lnTo>
                  <a:lnTo>
                    <a:pt x="5223936" y="1863635"/>
                  </a:lnTo>
                  <a:lnTo>
                    <a:pt x="5224062" y="1863635"/>
                  </a:lnTo>
                  <a:lnTo>
                    <a:pt x="5224314" y="1863635"/>
                  </a:lnTo>
                  <a:lnTo>
                    <a:pt x="5224566" y="1863635"/>
                  </a:lnTo>
                  <a:lnTo>
                    <a:pt x="5225196" y="1863635"/>
                  </a:lnTo>
                  <a:lnTo>
                    <a:pt x="5226331" y="1863635"/>
                  </a:lnTo>
                  <a:lnTo>
                    <a:pt x="5226836" y="1863635"/>
                  </a:lnTo>
                  <a:lnTo>
                    <a:pt x="5227088" y="1863635"/>
                  </a:lnTo>
                  <a:lnTo>
                    <a:pt x="5227214" y="1863635"/>
                  </a:lnTo>
                  <a:lnTo>
                    <a:pt x="5227340" y="1863635"/>
                  </a:lnTo>
                  <a:lnTo>
                    <a:pt x="5227466" y="1863635"/>
                  </a:lnTo>
                  <a:lnTo>
                    <a:pt x="5227718" y="1863635"/>
                  </a:lnTo>
                  <a:lnTo>
                    <a:pt x="5227844" y="1863635"/>
                  </a:lnTo>
                  <a:lnTo>
                    <a:pt x="5228349" y="1863635"/>
                  </a:lnTo>
                  <a:lnTo>
                    <a:pt x="5228853" y="1863635"/>
                  </a:lnTo>
                  <a:lnTo>
                    <a:pt x="5229105" y="1863635"/>
                  </a:lnTo>
                  <a:lnTo>
                    <a:pt x="5229610" y="1863635"/>
                  </a:lnTo>
                  <a:lnTo>
                    <a:pt x="5229736" y="1863635"/>
                  </a:lnTo>
                  <a:lnTo>
                    <a:pt x="5230492" y="1863635"/>
                  </a:lnTo>
                  <a:lnTo>
                    <a:pt x="5230996" y="1863635"/>
                  </a:lnTo>
                  <a:lnTo>
                    <a:pt x="5231249" y="1863635"/>
                  </a:lnTo>
                  <a:lnTo>
                    <a:pt x="5231375" y="1863635"/>
                  </a:lnTo>
                  <a:lnTo>
                    <a:pt x="5231627" y="1863635"/>
                  </a:lnTo>
                  <a:lnTo>
                    <a:pt x="5232131" y="1863635"/>
                  </a:lnTo>
                  <a:lnTo>
                    <a:pt x="5232510" y="1863635"/>
                  </a:lnTo>
                  <a:lnTo>
                    <a:pt x="5232888" y="1863635"/>
                  </a:lnTo>
                  <a:lnTo>
                    <a:pt x="5233266" y="1863635"/>
                  </a:lnTo>
                  <a:lnTo>
                    <a:pt x="5233518" y="1863635"/>
                  </a:lnTo>
                  <a:lnTo>
                    <a:pt x="5233896" y="1863635"/>
                  </a:lnTo>
                  <a:lnTo>
                    <a:pt x="5234023" y="1863635"/>
                  </a:lnTo>
                  <a:lnTo>
                    <a:pt x="5234653" y="1863635"/>
                  </a:lnTo>
                  <a:lnTo>
                    <a:pt x="5234779" y="1863635"/>
                  </a:lnTo>
                  <a:lnTo>
                    <a:pt x="5235410" y="1863635"/>
                  </a:lnTo>
                  <a:lnTo>
                    <a:pt x="5235914" y="1863635"/>
                  </a:lnTo>
                  <a:lnTo>
                    <a:pt x="5236040" y="1863635"/>
                  </a:lnTo>
                  <a:lnTo>
                    <a:pt x="5236292" y="1863635"/>
                  </a:lnTo>
                  <a:lnTo>
                    <a:pt x="5236544" y="1863635"/>
                  </a:lnTo>
                  <a:lnTo>
                    <a:pt x="5236670" y="1863635"/>
                  </a:lnTo>
                  <a:lnTo>
                    <a:pt x="5237175" y="1863635"/>
                  </a:lnTo>
                  <a:lnTo>
                    <a:pt x="5237427" y="1863635"/>
                  </a:lnTo>
                  <a:lnTo>
                    <a:pt x="5237553" y="1863635"/>
                  </a:lnTo>
                  <a:lnTo>
                    <a:pt x="5237679" y="1863635"/>
                  </a:lnTo>
                  <a:lnTo>
                    <a:pt x="5237805" y="1863635"/>
                  </a:lnTo>
                  <a:lnTo>
                    <a:pt x="5238183" y="1863635"/>
                  </a:lnTo>
                  <a:lnTo>
                    <a:pt x="5238310" y="1863635"/>
                  </a:lnTo>
                  <a:lnTo>
                    <a:pt x="5238436" y="1863635"/>
                  </a:lnTo>
                  <a:lnTo>
                    <a:pt x="5238562" y="1863635"/>
                  </a:lnTo>
                  <a:lnTo>
                    <a:pt x="5238688" y="1863635"/>
                  </a:lnTo>
                  <a:lnTo>
                    <a:pt x="5238814" y="1863635"/>
                  </a:lnTo>
                  <a:lnTo>
                    <a:pt x="5241462" y="1863635"/>
                  </a:lnTo>
                  <a:lnTo>
                    <a:pt x="5241588" y="1863635"/>
                  </a:lnTo>
                  <a:lnTo>
                    <a:pt x="5242344" y="1863635"/>
                  </a:lnTo>
                  <a:lnTo>
                    <a:pt x="5242597" y="1863635"/>
                  </a:lnTo>
                  <a:lnTo>
                    <a:pt x="5242975" y="1863635"/>
                  </a:lnTo>
                  <a:lnTo>
                    <a:pt x="5243101" y="1863635"/>
                  </a:lnTo>
                  <a:lnTo>
                    <a:pt x="5243353" y="1863635"/>
                  </a:lnTo>
                  <a:lnTo>
                    <a:pt x="5243605" y="1863635"/>
                  </a:lnTo>
                  <a:lnTo>
                    <a:pt x="5243731" y="1863635"/>
                  </a:lnTo>
                  <a:lnTo>
                    <a:pt x="5243984" y="1863635"/>
                  </a:lnTo>
                  <a:lnTo>
                    <a:pt x="5244110" y="1863635"/>
                  </a:lnTo>
                  <a:lnTo>
                    <a:pt x="5244236" y="1863635"/>
                  </a:lnTo>
                  <a:lnTo>
                    <a:pt x="5244362" y="1863635"/>
                  </a:lnTo>
                  <a:lnTo>
                    <a:pt x="5244488" y="1863635"/>
                  </a:lnTo>
                  <a:lnTo>
                    <a:pt x="5244740" y="1863635"/>
                  </a:lnTo>
                  <a:lnTo>
                    <a:pt x="5245370" y="1863635"/>
                  </a:lnTo>
                  <a:lnTo>
                    <a:pt x="5245497" y="1863635"/>
                  </a:lnTo>
                  <a:lnTo>
                    <a:pt x="5245623" y="1863635"/>
                  </a:lnTo>
                  <a:lnTo>
                    <a:pt x="5246001" y="1863635"/>
                  </a:lnTo>
                  <a:lnTo>
                    <a:pt x="5246379" y="1863635"/>
                  </a:lnTo>
                  <a:lnTo>
                    <a:pt x="5246505" y="1863635"/>
                  </a:lnTo>
                  <a:lnTo>
                    <a:pt x="5246757" y="1863635"/>
                  </a:lnTo>
                  <a:lnTo>
                    <a:pt x="5247010" y="1863635"/>
                  </a:lnTo>
                  <a:lnTo>
                    <a:pt x="5247136" y="1863635"/>
                  </a:lnTo>
                  <a:lnTo>
                    <a:pt x="5247262" y="1863635"/>
                  </a:lnTo>
                  <a:lnTo>
                    <a:pt x="5247766" y="1863635"/>
                  </a:lnTo>
                  <a:lnTo>
                    <a:pt x="5248144" y="1863635"/>
                  </a:lnTo>
                  <a:lnTo>
                    <a:pt x="5248775" y="1863635"/>
                  </a:lnTo>
                  <a:lnTo>
                    <a:pt x="5249657" y="1863635"/>
                  </a:lnTo>
                  <a:lnTo>
                    <a:pt x="5250036" y="1863635"/>
                  </a:lnTo>
                  <a:lnTo>
                    <a:pt x="5250414" y="1863635"/>
                  </a:lnTo>
                  <a:lnTo>
                    <a:pt x="5250540" y="1863635"/>
                  </a:lnTo>
                  <a:lnTo>
                    <a:pt x="5251423" y="1863635"/>
                  </a:lnTo>
                  <a:lnTo>
                    <a:pt x="5251549" y="1863635"/>
                  </a:lnTo>
                  <a:lnTo>
                    <a:pt x="5251927" y="1863635"/>
                  </a:lnTo>
                  <a:lnTo>
                    <a:pt x="5252053" y="1863635"/>
                  </a:lnTo>
                  <a:lnTo>
                    <a:pt x="5252557" y="1863635"/>
                  </a:lnTo>
                  <a:lnTo>
                    <a:pt x="5252810" y="1863635"/>
                  </a:lnTo>
                  <a:lnTo>
                    <a:pt x="5253188" y="1863635"/>
                  </a:lnTo>
                  <a:lnTo>
                    <a:pt x="5253818" y="1863635"/>
                  </a:lnTo>
                  <a:lnTo>
                    <a:pt x="5253944" y="1863635"/>
                  </a:lnTo>
                  <a:lnTo>
                    <a:pt x="5254197" y="1863635"/>
                  </a:lnTo>
                  <a:lnTo>
                    <a:pt x="5254449" y="1863635"/>
                  </a:lnTo>
                  <a:lnTo>
                    <a:pt x="5254575" y="1863635"/>
                  </a:lnTo>
                  <a:lnTo>
                    <a:pt x="5254827" y="1863635"/>
                  </a:lnTo>
                  <a:lnTo>
                    <a:pt x="5255584" y="1863635"/>
                  </a:lnTo>
                  <a:lnTo>
                    <a:pt x="5256214" y="1858356"/>
                  </a:lnTo>
                  <a:lnTo>
                    <a:pt x="5256718" y="1858356"/>
                  </a:lnTo>
                  <a:lnTo>
                    <a:pt x="5256844" y="1858356"/>
                  </a:lnTo>
                  <a:lnTo>
                    <a:pt x="5256971" y="1858356"/>
                  </a:lnTo>
                  <a:lnTo>
                    <a:pt x="5257097" y="1858356"/>
                  </a:lnTo>
                  <a:lnTo>
                    <a:pt x="5257223" y="1858356"/>
                  </a:lnTo>
                  <a:lnTo>
                    <a:pt x="5257475" y="1853076"/>
                  </a:lnTo>
                  <a:lnTo>
                    <a:pt x="5257601" y="1853076"/>
                  </a:lnTo>
                  <a:lnTo>
                    <a:pt x="5257727" y="1853076"/>
                  </a:lnTo>
                  <a:lnTo>
                    <a:pt x="5257853" y="1853076"/>
                  </a:lnTo>
                  <a:lnTo>
                    <a:pt x="5258231" y="1853076"/>
                  </a:lnTo>
                  <a:lnTo>
                    <a:pt x="5258357" y="1853076"/>
                  </a:lnTo>
                  <a:lnTo>
                    <a:pt x="5258610" y="1853076"/>
                  </a:lnTo>
                  <a:lnTo>
                    <a:pt x="5259240" y="1853076"/>
                  </a:lnTo>
                  <a:lnTo>
                    <a:pt x="5259366" y="1853076"/>
                  </a:lnTo>
                  <a:lnTo>
                    <a:pt x="5259618" y="1853076"/>
                  </a:lnTo>
                  <a:lnTo>
                    <a:pt x="5259744" y="1853076"/>
                  </a:lnTo>
                  <a:lnTo>
                    <a:pt x="5259997" y="1853076"/>
                  </a:lnTo>
                  <a:lnTo>
                    <a:pt x="5260249" y="1853076"/>
                  </a:lnTo>
                  <a:lnTo>
                    <a:pt x="5260375" y="1853076"/>
                  </a:lnTo>
                  <a:lnTo>
                    <a:pt x="5260879" y="1853076"/>
                  </a:lnTo>
                  <a:lnTo>
                    <a:pt x="5261005" y="1853076"/>
                  </a:lnTo>
                  <a:lnTo>
                    <a:pt x="5261384" y="1853076"/>
                  </a:lnTo>
                  <a:lnTo>
                    <a:pt x="5261636" y="1853076"/>
                  </a:lnTo>
                  <a:lnTo>
                    <a:pt x="5262266" y="1853076"/>
                  </a:lnTo>
                  <a:lnTo>
                    <a:pt x="5262518" y="1853076"/>
                  </a:lnTo>
                  <a:lnTo>
                    <a:pt x="5262644" y="1853076"/>
                  </a:lnTo>
                  <a:lnTo>
                    <a:pt x="5262771" y="1853076"/>
                  </a:lnTo>
                  <a:lnTo>
                    <a:pt x="5263275" y="1853076"/>
                  </a:lnTo>
                  <a:lnTo>
                    <a:pt x="5263779" y="1853076"/>
                  </a:lnTo>
                  <a:lnTo>
                    <a:pt x="5263905" y="1853076"/>
                  </a:lnTo>
                  <a:lnTo>
                    <a:pt x="5264031" y="1853076"/>
                  </a:lnTo>
                  <a:lnTo>
                    <a:pt x="5264158" y="1853076"/>
                  </a:lnTo>
                  <a:lnTo>
                    <a:pt x="5264284" y="1853076"/>
                  </a:lnTo>
                  <a:lnTo>
                    <a:pt x="5264536" y="1853076"/>
                  </a:lnTo>
                  <a:lnTo>
                    <a:pt x="5264788" y="1853076"/>
                  </a:lnTo>
                  <a:lnTo>
                    <a:pt x="5265292" y="1853076"/>
                  </a:lnTo>
                  <a:lnTo>
                    <a:pt x="5265418" y="1853076"/>
                  </a:lnTo>
                  <a:lnTo>
                    <a:pt x="5265923" y="1853076"/>
                  </a:lnTo>
                  <a:lnTo>
                    <a:pt x="5266049" y="1853076"/>
                  </a:lnTo>
                  <a:lnTo>
                    <a:pt x="5266427" y="1853076"/>
                  </a:lnTo>
                  <a:lnTo>
                    <a:pt x="5266553" y="1853076"/>
                  </a:lnTo>
                  <a:lnTo>
                    <a:pt x="5266679" y="1853076"/>
                  </a:lnTo>
                  <a:lnTo>
                    <a:pt x="5266931" y="1853076"/>
                  </a:lnTo>
                  <a:lnTo>
                    <a:pt x="5267058" y="1853076"/>
                  </a:lnTo>
                  <a:lnTo>
                    <a:pt x="5268066" y="1853076"/>
                  </a:lnTo>
                  <a:lnTo>
                    <a:pt x="5268444" y="1853076"/>
                  </a:lnTo>
                  <a:lnTo>
                    <a:pt x="5268571" y="1853076"/>
                  </a:lnTo>
                  <a:lnTo>
                    <a:pt x="5268697" y="1853076"/>
                  </a:lnTo>
                  <a:lnTo>
                    <a:pt x="5269075" y="1853076"/>
                  </a:lnTo>
                  <a:lnTo>
                    <a:pt x="5269201" y="1853076"/>
                  </a:lnTo>
                  <a:lnTo>
                    <a:pt x="5269327" y="1853076"/>
                  </a:lnTo>
                  <a:lnTo>
                    <a:pt x="5269453" y="1853076"/>
                  </a:lnTo>
                  <a:lnTo>
                    <a:pt x="5269958" y="1853076"/>
                  </a:lnTo>
                  <a:lnTo>
                    <a:pt x="5270210" y="1853076"/>
                  </a:lnTo>
                  <a:lnTo>
                    <a:pt x="5270336" y="1853076"/>
                  </a:lnTo>
                  <a:lnTo>
                    <a:pt x="5270588" y="1853076"/>
                  </a:lnTo>
                  <a:lnTo>
                    <a:pt x="5271597" y="1853076"/>
                  </a:lnTo>
                  <a:lnTo>
                    <a:pt x="5271723" y="1853076"/>
                  </a:lnTo>
                  <a:lnTo>
                    <a:pt x="5272227" y="1853076"/>
                  </a:lnTo>
                  <a:lnTo>
                    <a:pt x="5272353" y="1853076"/>
                  </a:lnTo>
                  <a:lnTo>
                    <a:pt x="5272858" y="1853076"/>
                  </a:lnTo>
                  <a:lnTo>
                    <a:pt x="5273110" y="1853076"/>
                  </a:lnTo>
                  <a:lnTo>
                    <a:pt x="5273362" y="1853076"/>
                  </a:lnTo>
                  <a:lnTo>
                    <a:pt x="5273488" y="1853076"/>
                  </a:lnTo>
                  <a:lnTo>
                    <a:pt x="5274623" y="1853076"/>
                  </a:lnTo>
                  <a:lnTo>
                    <a:pt x="5274875" y="1853076"/>
                  </a:lnTo>
                  <a:lnTo>
                    <a:pt x="5275505" y="1853076"/>
                  </a:lnTo>
                  <a:lnTo>
                    <a:pt x="5276262" y="1847797"/>
                  </a:lnTo>
                  <a:lnTo>
                    <a:pt x="5276262" y="1842518"/>
                  </a:lnTo>
                  <a:lnTo>
                    <a:pt x="5276388" y="1842518"/>
                  </a:lnTo>
                  <a:lnTo>
                    <a:pt x="5276514" y="1842518"/>
                  </a:lnTo>
                  <a:lnTo>
                    <a:pt x="5276640" y="1842518"/>
                  </a:lnTo>
                  <a:lnTo>
                    <a:pt x="5278027" y="1842518"/>
                  </a:lnTo>
                  <a:lnTo>
                    <a:pt x="5278153" y="1842518"/>
                  </a:lnTo>
                  <a:lnTo>
                    <a:pt x="5278405" y="1842518"/>
                  </a:lnTo>
                  <a:lnTo>
                    <a:pt x="5278910" y="1842518"/>
                  </a:lnTo>
                  <a:lnTo>
                    <a:pt x="5279162" y="1842518"/>
                  </a:lnTo>
                  <a:lnTo>
                    <a:pt x="5279792" y="1842518"/>
                  </a:lnTo>
                  <a:lnTo>
                    <a:pt x="5279918" y="1842518"/>
                  </a:lnTo>
                  <a:lnTo>
                    <a:pt x="5280423" y="1842518"/>
                  </a:lnTo>
                  <a:lnTo>
                    <a:pt x="5280675" y="1842518"/>
                  </a:lnTo>
                  <a:lnTo>
                    <a:pt x="5280801" y="1842518"/>
                  </a:lnTo>
                  <a:lnTo>
                    <a:pt x="5280927" y="1842518"/>
                  </a:lnTo>
                  <a:lnTo>
                    <a:pt x="5281684" y="1842518"/>
                  </a:lnTo>
                  <a:lnTo>
                    <a:pt x="5281810" y="1842518"/>
                  </a:lnTo>
                  <a:lnTo>
                    <a:pt x="5282188" y="1842518"/>
                  </a:lnTo>
                  <a:lnTo>
                    <a:pt x="5282566" y="1842518"/>
                  </a:lnTo>
                  <a:lnTo>
                    <a:pt x="5282818" y="1842518"/>
                  </a:lnTo>
                  <a:lnTo>
                    <a:pt x="5283449" y="1842518"/>
                  </a:lnTo>
                  <a:lnTo>
                    <a:pt x="5283827" y="1842518"/>
                  </a:lnTo>
                  <a:lnTo>
                    <a:pt x="5284079" y="1842518"/>
                  </a:lnTo>
                  <a:lnTo>
                    <a:pt x="5284836" y="1842518"/>
                  </a:lnTo>
                  <a:lnTo>
                    <a:pt x="5285214" y="1842518"/>
                  </a:lnTo>
                  <a:lnTo>
                    <a:pt x="5285971" y="1842518"/>
                  </a:lnTo>
                  <a:lnTo>
                    <a:pt x="5286097" y="1842518"/>
                  </a:lnTo>
                  <a:lnTo>
                    <a:pt x="5286349" y="1842518"/>
                  </a:lnTo>
                  <a:lnTo>
                    <a:pt x="5286475" y="1842518"/>
                  </a:lnTo>
                  <a:lnTo>
                    <a:pt x="5286601" y="1842518"/>
                  </a:lnTo>
                  <a:lnTo>
                    <a:pt x="5286727" y="1842518"/>
                  </a:lnTo>
                  <a:lnTo>
                    <a:pt x="5287232" y="1842518"/>
                  </a:lnTo>
                  <a:lnTo>
                    <a:pt x="5287358" y="1842518"/>
                  </a:lnTo>
                  <a:lnTo>
                    <a:pt x="5287736" y="1842518"/>
                  </a:lnTo>
                  <a:lnTo>
                    <a:pt x="5287988" y="1842518"/>
                  </a:lnTo>
                  <a:lnTo>
                    <a:pt x="5288240" y="1842518"/>
                  </a:lnTo>
                  <a:lnTo>
                    <a:pt x="5288366" y="1842518"/>
                  </a:lnTo>
                  <a:lnTo>
                    <a:pt x="5289123" y="1842518"/>
                  </a:lnTo>
                  <a:lnTo>
                    <a:pt x="5289375" y="1842518"/>
                  </a:lnTo>
                  <a:lnTo>
                    <a:pt x="5289501" y="1842518"/>
                  </a:lnTo>
                  <a:lnTo>
                    <a:pt x="5289753" y="1842518"/>
                  </a:lnTo>
                  <a:lnTo>
                    <a:pt x="5290762" y="1842518"/>
                  </a:lnTo>
                  <a:lnTo>
                    <a:pt x="5291014" y="1842518"/>
                  </a:lnTo>
                  <a:lnTo>
                    <a:pt x="5291392" y="1842518"/>
                  </a:lnTo>
                  <a:lnTo>
                    <a:pt x="5291519" y="1842518"/>
                  </a:lnTo>
                  <a:lnTo>
                    <a:pt x="5292149" y="1842518"/>
                  </a:lnTo>
                  <a:lnTo>
                    <a:pt x="5292401" y="1837238"/>
                  </a:lnTo>
                  <a:lnTo>
                    <a:pt x="5293410" y="1837238"/>
                  </a:lnTo>
                  <a:lnTo>
                    <a:pt x="5293536" y="1837238"/>
                  </a:lnTo>
                  <a:lnTo>
                    <a:pt x="5293662" y="1837238"/>
                  </a:lnTo>
                  <a:lnTo>
                    <a:pt x="5293662" y="1831959"/>
                  </a:lnTo>
                  <a:lnTo>
                    <a:pt x="5293788" y="1831959"/>
                  </a:lnTo>
                  <a:lnTo>
                    <a:pt x="5294292" y="1831959"/>
                  </a:lnTo>
                  <a:lnTo>
                    <a:pt x="5295175" y="1831959"/>
                  </a:lnTo>
                  <a:lnTo>
                    <a:pt x="5295427" y="1831959"/>
                  </a:lnTo>
                  <a:lnTo>
                    <a:pt x="5295553" y="1831959"/>
                  </a:lnTo>
                  <a:lnTo>
                    <a:pt x="5295806" y="1831959"/>
                  </a:lnTo>
                  <a:lnTo>
                    <a:pt x="5296688" y="1831959"/>
                  </a:lnTo>
                  <a:lnTo>
                    <a:pt x="5296814" y="1831959"/>
                  </a:lnTo>
                  <a:lnTo>
                    <a:pt x="5296940" y="1831959"/>
                  </a:lnTo>
                  <a:lnTo>
                    <a:pt x="5297319" y="1831959"/>
                  </a:lnTo>
                  <a:lnTo>
                    <a:pt x="5298075" y="1831959"/>
                  </a:lnTo>
                  <a:lnTo>
                    <a:pt x="5298201" y="1831959"/>
                  </a:lnTo>
                  <a:lnTo>
                    <a:pt x="5298327" y="1831959"/>
                  </a:lnTo>
                  <a:lnTo>
                    <a:pt x="5298832" y="1831959"/>
                  </a:lnTo>
                  <a:lnTo>
                    <a:pt x="5298958" y="1831959"/>
                  </a:lnTo>
                  <a:lnTo>
                    <a:pt x="5299336" y="1831959"/>
                  </a:lnTo>
                  <a:lnTo>
                    <a:pt x="5299462" y="1831959"/>
                  </a:lnTo>
                  <a:lnTo>
                    <a:pt x="5299714" y="1831959"/>
                  </a:lnTo>
                  <a:lnTo>
                    <a:pt x="5300092" y="1831959"/>
                  </a:lnTo>
                  <a:lnTo>
                    <a:pt x="5300219" y="1831959"/>
                  </a:lnTo>
                  <a:lnTo>
                    <a:pt x="5300723" y="1831959"/>
                  </a:lnTo>
                  <a:lnTo>
                    <a:pt x="5300975" y="1831959"/>
                  </a:lnTo>
                  <a:lnTo>
                    <a:pt x="5301101" y="1831959"/>
                  </a:lnTo>
                  <a:lnTo>
                    <a:pt x="5301479" y="1831959"/>
                  </a:lnTo>
                  <a:lnTo>
                    <a:pt x="5302236" y="1831959"/>
                  </a:lnTo>
                  <a:lnTo>
                    <a:pt x="5302362" y="1831959"/>
                  </a:lnTo>
                  <a:lnTo>
                    <a:pt x="5302488" y="1831959"/>
                  </a:lnTo>
                  <a:lnTo>
                    <a:pt x="5302740" y="1831959"/>
                  </a:lnTo>
                  <a:lnTo>
                    <a:pt x="5302993" y="1831959"/>
                  </a:lnTo>
                  <a:lnTo>
                    <a:pt x="5303119" y="1831959"/>
                  </a:lnTo>
                  <a:lnTo>
                    <a:pt x="5303371" y="1831959"/>
                  </a:lnTo>
                  <a:lnTo>
                    <a:pt x="5304001" y="1831959"/>
                  </a:lnTo>
                  <a:lnTo>
                    <a:pt x="5304379" y="1831959"/>
                  </a:lnTo>
                  <a:lnTo>
                    <a:pt x="5304506" y="1831959"/>
                  </a:lnTo>
                  <a:lnTo>
                    <a:pt x="5304758" y="1831959"/>
                  </a:lnTo>
                  <a:lnTo>
                    <a:pt x="5305010" y="1826679"/>
                  </a:lnTo>
                  <a:lnTo>
                    <a:pt x="5305262" y="1826679"/>
                  </a:lnTo>
                  <a:lnTo>
                    <a:pt x="5305893" y="1826679"/>
                  </a:lnTo>
                  <a:lnTo>
                    <a:pt x="5306271" y="1826679"/>
                  </a:lnTo>
                  <a:lnTo>
                    <a:pt x="5306397" y="1826679"/>
                  </a:lnTo>
                  <a:lnTo>
                    <a:pt x="5306649" y="1826679"/>
                  </a:lnTo>
                  <a:lnTo>
                    <a:pt x="5307279" y="1826679"/>
                  </a:lnTo>
                  <a:lnTo>
                    <a:pt x="5308288" y="1826679"/>
                  </a:lnTo>
                  <a:lnTo>
                    <a:pt x="5308414" y="1826679"/>
                  </a:lnTo>
                  <a:lnTo>
                    <a:pt x="5308540" y="1826679"/>
                  </a:lnTo>
                  <a:lnTo>
                    <a:pt x="5308919" y="1826679"/>
                  </a:lnTo>
                  <a:lnTo>
                    <a:pt x="5309045" y="1826679"/>
                  </a:lnTo>
                  <a:lnTo>
                    <a:pt x="5310306" y="1826679"/>
                  </a:lnTo>
                  <a:lnTo>
                    <a:pt x="5310558" y="1826679"/>
                  </a:lnTo>
                  <a:lnTo>
                    <a:pt x="5311819" y="1826679"/>
                  </a:lnTo>
                  <a:lnTo>
                    <a:pt x="5311945" y="1826679"/>
                  </a:lnTo>
                  <a:lnTo>
                    <a:pt x="5312449" y="1826679"/>
                  </a:lnTo>
                  <a:lnTo>
                    <a:pt x="5312701" y="1826679"/>
                  </a:lnTo>
                  <a:lnTo>
                    <a:pt x="5313332" y="1826679"/>
                  </a:lnTo>
                  <a:lnTo>
                    <a:pt x="5313458" y="1826679"/>
                  </a:lnTo>
                  <a:lnTo>
                    <a:pt x="5313584" y="1826679"/>
                  </a:lnTo>
                  <a:lnTo>
                    <a:pt x="5313710" y="1826679"/>
                  </a:lnTo>
                  <a:lnTo>
                    <a:pt x="5313962" y="1826679"/>
                  </a:lnTo>
                  <a:lnTo>
                    <a:pt x="5314340" y="1826679"/>
                  </a:lnTo>
                  <a:lnTo>
                    <a:pt x="5314845" y="1826679"/>
                  </a:lnTo>
                  <a:lnTo>
                    <a:pt x="5314971" y="1826679"/>
                  </a:lnTo>
                  <a:lnTo>
                    <a:pt x="5315349" y="1826679"/>
                  </a:lnTo>
                  <a:lnTo>
                    <a:pt x="5315601" y="1826679"/>
                  </a:lnTo>
                  <a:lnTo>
                    <a:pt x="5315727" y="1826679"/>
                  </a:lnTo>
                  <a:lnTo>
                    <a:pt x="5315853" y="1826679"/>
                  </a:lnTo>
                  <a:lnTo>
                    <a:pt x="5316232" y="1826679"/>
                  </a:lnTo>
                  <a:lnTo>
                    <a:pt x="5316358" y="1826679"/>
                  </a:lnTo>
                  <a:lnTo>
                    <a:pt x="5316862" y="1826679"/>
                  </a:lnTo>
                  <a:lnTo>
                    <a:pt x="5316988" y="1826679"/>
                  </a:lnTo>
                  <a:lnTo>
                    <a:pt x="5317114" y="1826679"/>
                  </a:lnTo>
                  <a:lnTo>
                    <a:pt x="5317240" y="1826679"/>
                  </a:lnTo>
                  <a:lnTo>
                    <a:pt x="5317366" y="1826679"/>
                  </a:lnTo>
                  <a:lnTo>
                    <a:pt x="5317619" y="1821400"/>
                  </a:lnTo>
                  <a:lnTo>
                    <a:pt x="5317997" y="1821400"/>
                  </a:lnTo>
                  <a:lnTo>
                    <a:pt x="5318123" y="1821400"/>
                  </a:lnTo>
                  <a:lnTo>
                    <a:pt x="5318249" y="1821400"/>
                  </a:lnTo>
                  <a:lnTo>
                    <a:pt x="5318501" y="1821400"/>
                  </a:lnTo>
                  <a:lnTo>
                    <a:pt x="5318753" y="1821400"/>
                  </a:lnTo>
                  <a:lnTo>
                    <a:pt x="5319132" y="1821400"/>
                  </a:lnTo>
                  <a:lnTo>
                    <a:pt x="5319510" y="1821400"/>
                  </a:lnTo>
                  <a:lnTo>
                    <a:pt x="5319762" y="1821400"/>
                  </a:lnTo>
                  <a:lnTo>
                    <a:pt x="5320140" y="1821400"/>
                  </a:lnTo>
                  <a:lnTo>
                    <a:pt x="5320645" y="1821400"/>
                  </a:lnTo>
                  <a:lnTo>
                    <a:pt x="5320771" y="1821400"/>
                  </a:lnTo>
                  <a:lnTo>
                    <a:pt x="5321023" y="1821400"/>
                  </a:lnTo>
                  <a:lnTo>
                    <a:pt x="5321149" y="1821400"/>
                  </a:lnTo>
                  <a:lnTo>
                    <a:pt x="5321527" y="1821400"/>
                  </a:lnTo>
                  <a:lnTo>
                    <a:pt x="5321653" y="1821400"/>
                  </a:lnTo>
                  <a:lnTo>
                    <a:pt x="5321780" y="1821400"/>
                  </a:lnTo>
                  <a:lnTo>
                    <a:pt x="5321906" y="1821400"/>
                  </a:lnTo>
                  <a:lnTo>
                    <a:pt x="5322410" y="1821400"/>
                  </a:lnTo>
                  <a:lnTo>
                    <a:pt x="5322410" y="1816120"/>
                  </a:lnTo>
                  <a:lnTo>
                    <a:pt x="5329471" y="1810841"/>
                  </a:lnTo>
                  <a:lnTo>
                    <a:pt x="5329597" y="1810841"/>
                  </a:lnTo>
                  <a:lnTo>
                    <a:pt x="5329975" y="1810841"/>
                  </a:lnTo>
                  <a:lnTo>
                    <a:pt x="5330354" y="1810841"/>
                  </a:lnTo>
                  <a:lnTo>
                    <a:pt x="5331110" y="1810841"/>
                  </a:lnTo>
                  <a:lnTo>
                    <a:pt x="5331614" y="1810841"/>
                  </a:lnTo>
                  <a:lnTo>
                    <a:pt x="5331740" y="1810841"/>
                  </a:lnTo>
                  <a:lnTo>
                    <a:pt x="5331867" y="1810841"/>
                  </a:lnTo>
                  <a:lnTo>
                    <a:pt x="5332119" y="1810841"/>
                  </a:lnTo>
                  <a:lnTo>
                    <a:pt x="5332371" y="1810841"/>
                  </a:lnTo>
                  <a:lnTo>
                    <a:pt x="5332497" y="1810841"/>
                  </a:lnTo>
                  <a:lnTo>
                    <a:pt x="5332623" y="1810841"/>
                  </a:lnTo>
                  <a:lnTo>
                    <a:pt x="5333127" y="1810841"/>
                  </a:lnTo>
                  <a:lnTo>
                    <a:pt x="5333254" y="1810841"/>
                  </a:lnTo>
                  <a:lnTo>
                    <a:pt x="5333380" y="1810841"/>
                  </a:lnTo>
                  <a:lnTo>
                    <a:pt x="5334010" y="1810841"/>
                  </a:lnTo>
                  <a:lnTo>
                    <a:pt x="5334262" y="1810841"/>
                  </a:lnTo>
                  <a:lnTo>
                    <a:pt x="5334514" y="1810841"/>
                  </a:lnTo>
                  <a:lnTo>
                    <a:pt x="5334640" y="1810841"/>
                  </a:lnTo>
                  <a:lnTo>
                    <a:pt x="5334767" y="1810841"/>
                  </a:lnTo>
                  <a:lnTo>
                    <a:pt x="5335145" y="1810841"/>
                  </a:lnTo>
                  <a:lnTo>
                    <a:pt x="5335145" y="1805562"/>
                  </a:lnTo>
                  <a:lnTo>
                    <a:pt x="5335271" y="1805562"/>
                  </a:lnTo>
                  <a:lnTo>
                    <a:pt x="5335397" y="1805562"/>
                  </a:lnTo>
                  <a:lnTo>
                    <a:pt x="5335901" y="1805562"/>
                  </a:lnTo>
                  <a:lnTo>
                    <a:pt x="5336027" y="1805562"/>
                  </a:lnTo>
                  <a:lnTo>
                    <a:pt x="5336154" y="1805562"/>
                  </a:lnTo>
                  <a:lnTo>
                    <a:pt x="5336280" y="1805562"/>
                  </a:lnTo>
                  <a:lnTo>
                    <a:pt x="5336406" y="1805562"/>
                  </a:lnTo>
                  <a:lnTo>
                    <a:pt x="5336784" y="1805562"/>
                  </a:lnTo>
                  <a:lnTo>
                    <a:pt x="5337036" y="1805562"/>
                  </a:lnTo>
                  <a:lnTo>
                    <a:pt x="5337162" y="1805562"/>
                  </a:lnTo>
                  <a:lnTo>
                    <a:pt x="5337667" y="1805562"/>
                  </a:lnTo>
                  <a:lnTo>
                    <a:pt x="5338297" y="1805562"/>
                  </a:lnTo>
                  <a:lnTo>
                    <a:pt x="5338423" y="1805562"/>
                  </a:lnTo>
                  <a:lnTo>
                    <a:pt x="5338549" y="1805562"/>
                  </a:lnTo>
                  <a:lnTo>
                    <a:pt x="5339054" y="1805562"/>
                  </a:lnTo>
                  <a:lnTo>
                    <a:pt x="5339936" y="1805562"/>
                  </a:lnTo>
                  <a:lnTo>
                    <a:pt x="5340188" y="1805562"/>
                  </a:lnTo>
                  <a:lnTo>
                    <a:pt x="5340314" y="1805562"/>
                  </a:lnTo>
                  <a:lnTo>
                    <a:pt x="5340441" y="1805562"/>
                  </a:lnTo>
                  <a:lnTo>
                    <a:pt x="5340819" y="1805562"/>
                  </a:lnTo>
                  <a:lnTo>
                    <a:pt x="5341323" y="1805562"/>
                  </a:lnTo>
                  <a:lnTo>
                    <a:pt x="5341449" y="1805562"/>
                  </a:lnTo>
                  <a:lnTo>
                    <a:pt x="5341575" y="1805562"/>
                  </a:lnTo>
                  <a:lnTo>
                    <a:pt x="5342962" y="1805562"/>
                  </a:lnTo>
                  <a:lnTo>
                    <a:pt x="5343088" y="1805562"/>
                  </a:lnTo>
                  <a:lnTo>
                    <a:pt x="5343214" y="1805562"/>
                  </a:lnTo>
                  <a:lnTo>
                    <a:pt x="5343593" y="1805562"/>
                  </a:lnTo>
                  <a:lnTo>
                    <a:pt x="5344475" y="1805562"/>
                  </a:lnTo>
                  <a:lnTo>
                    <a:pt x="5344728" y="1805562"/>
                  </a:lnTo>
                  <a:lnTo>
                    <a:pt x="5345232" y="1800282"/>
                  </a:lnTo>
                  <a:lnTo>
                    <a:pt x="5345358" y="1800282"/>
                  </a:lnTo>
                  <a:lnTo>
                    <a:pt x="5345736" y="1800282"/>
                  </a:lnTo>
                  <a:lnTo>
                    <a:pt x="5345862" y="1800282"/>
                  </a:lnTo>
                  <a:lnTo>
                    <a:pt x="5345988" y="1800282"/>
                  </a:lnTo>
                  <a:lnTo>
                    <a:pt x="5346114" y="1800282"/>
                  </a:lnTo>
                  <a:lnTo>
                    <a:pt x="5346367" y="1800282"/>
                  </a:lnTo>
                  <a:lnTo>
                    <a:pt x="5347123" y="1795003"/>
                  </a:lnTo>
                  <a:lnTo>
                    <a:pt x="5347249" y="1795003"/>
                  </a:lnTo>
                  <a:lnTo>
                    <a:pt x="5347501" y="1795003"/>
                  </a:lnTo>
                  <a:lnTo>
                    <a:pt x="5347628" y="1795003"/>
                  </a:lnTo>
                  <a:lnTo>
                    <a:pt x="5347880" y="1795003"/>
                  </a:lnTo>
                  <a:lnTo>
                    <a:pt x="5348636" y="1795003"/>
                  </a:lnTo>
                  <a:lnTo>
                    <a:pt x="5349014" y="1795003"/>
                  </a:lnTo>
                  <a:lnTo>
                    <a:pt x="5349393" y="1795003"/>
                  </a:lnTo>
                  <a:lnTo>
                    <a:pt x="5349519" y="1795003"/>
                  </a:lnTo>
                  <a:lnTo>
                    <a:pt x="5350780" y="1795003"/>
                  </a:lnTo>
                  <a:lnTo>
                    <a:pt x="5351158" y="1795003"/>
                  </a:lnTo>
                  <a:lnTo>
                    <a:pt x="5351284" y="1795003"/>
                  </a:lnTo>
                  <a:lnTo>
                    <a:pt x="5351662" y="1795003"/>
                  </a:lnTo>
                  <a:lnTo>
                    <a:pt x="5352041" y="1795003"/>
                  </a:lnTo>
                  <a:lnTo>
                    <a:pt x="5352167" y="1795003"/>
                  </a:lnTo>
                  <a:lnTo>
                    <a:pt x="5352923" y="1795003"/>
                  </a:lnTo>
                  <a:lnTo>
                    <a:pt x="5353301" y="1795003"/>
                  </a:lnTo>
                  <a:lnTo>
                    <a:pt x="5353554" y="1795003"/>
                  </a:lnTo>
                  <a:lnTo>
                    <a:pt x="5353806" y="1795003"/>
                  </a:lnTo>
                  <a:lnTo>
                    <a:pt x="5353932" y="1795003"/>
                  </a:lnTo>
                  <a:lnTo>
                    <a:pt x="5354058" y="1795003"/>
                  </a:lnTo>
                  <a:lnTo>
                    <a:pt x="5354941" y="1795003"/>
                  </a:lnTo>
                  <a:lnTo>
                    <a:pt x="5355067" y="1795003"/>
                  </a:lnTo>
                  <a:lnTo>
                    <a:pt x="5355571" y="1795003"/>
                  </a:lnTo>
                  <a:lnTo>
                    <a:pt x="5356075" y="1795003"/>
                  </a:lnTo>
                  <a:lnTo>
                    <a:pt x="5356201" y="1795003"/>
                  </a:lnTo>
                  <a:lnTo>
                    <a:pt x="5356328" y="1795003"/>
                  </a:lnTo>
                  <a:lnTo>
                    <a:pt x="5356832" y="1795003"/>
                  </a:lnTo>
                  <a:lnTo>
                    <a:pt x="5356958" y="1795003"/>
                  </a:lnTo>
                  <a:lnTo>
                    <a:pt x="5358219" y="1789723"/>
                  </a:lnTo>
                  <a:lnTo>
                    <a:pt x="5358471" y="1789723"/>
                  </a:lnTo>
                  <a:lnTo>
                    <a:pt x="5359101" y="1789723"/>
                  </a:lnTo>
                  <a:lnTo>
                    <a:pt x="5359228" y="1789723"/>
                  </a:lnTo>
                  <a:lnTo>
                    <a:pt x="5359732" y="1784444"/>
                  </a:lnTo>
                  <a:lnTo>
                    <a:pt x="5360488" y="1784444"/>
                  </a:lnTo>
                  <a:lnTo>
                    <a:pt x="5360615" y="1784444"/>
                  </a:lnTo>
                  <a:lnTo>
                    <a:pt x="5361245" y="1784444"/>
                  </a:lnTo>
                  <a:lnTo>
                    <a:pt x="5361371" y="1784444"/>
                  </a:lnTo>
                  <a:lnTo>
                    <a:pt x="5361497" y="1784444"/>
                  </a:lnTo>
                  <a:lnTo>
                    <a:pt x="5361623" y="1784444"/>
                  </a:lnTo>
                  <a:lnTo>
                    <a:pt x="5361749" y="1784444"/>
                  </a:lnTo>
                  <a:lnTo>
                    <a:pt x="5361875" y="1784444"/>
                  </a:lnTo>
                  <a:lnTo>
                    <a:pt x="5362632" y="1784444"/>
                  </a:lnTo>
                  <a:lnTo>
                    <a:pt x="5363262" y="1784444"/>
                  </a:lnTo>
                  <a:lnTo>
                    <a:pt x="5363893" y="1784444"/>
                  </a:lnTo>
                  <a:lnTo>
                    <a:pt x="5364145" y="1784444"/>
                  </a:lnTo>
                  <a:lnTo>
                    <a:pt x="5364649" y="1784444"/>
                  </a:lnTo>
                  <a:lnTo>
                    <a:pt x="5365028" y="1784444"/>
                  </a:lnTo>
                  <a:lnTo>
                    <a:pt x="5365280" y="1784444"/>
                  </a:lnTo>
                  <a:lnTo>
                    <a:pt x="5365784" y="1784444"/>
                  </a:lnTo>
                  <a:lnTo>
                    <a:pt x="5366415" y="1784444"/>
                  </a:lnTo>
                  <a:lnTo>
                    <a:pt x="5366793" y="1784444"/>
                  </a:lnTo>
                  <a:lnTo>
                    <a:pt x="5367045" y="1784444"/>
                  </a:lnTo>
                  <a:lnTo>
                    <a:pt x="5367171" y="1784444"/>
                  </a:lnTo>
                  <a:lnTo>
                    <a:pt x="5368180" y="1773885"/>
                  </a:lnTo>
                  <a:lnTo>
                    <a:pt x="5368306" y="1773885"/>
                  </a:lnTo>
                  <a:lnTo>
                    <a:pt x="5368432" y="1768606"/>
                  </a:lnTo>
                  <a:lnTo>
                    <a:pt x="5369189" y="1768606"/>
                  </a:lnTo>
                  <a:lnTo>
                    <a:pt x="5369819" y="1768606"/>
                  </a:lnTo>
                  <a:lnTo>
                    <a:pt x="5371080" y="1768606"/>
                  </a:lnTo>
                  <a:lnTo>
                    <a:pt x="5371206" y="1768606"/>
                  </a:lnTo>
                  <a:lnTo>
                    <a:pt x="5371332" y="1768606"/>
                  </a:lnTo>
                  <a:lnTo>
                    <a:pt x="5371710" y="1768606"/>
                  </a:lnTo>
                  <a:lnTo>
                    <a:pt x="5371962" y="1768606"/>
                  </a:lnTo>
                  <a:lnTo>
                    <a:pt x="5372341" y="1763326"/>
                  </a:lnTo>
                  <a:lnTo>
                    <a:pt x="5372845" y="1763326"/>
                  </a:lnTo>
                  <a:lnTo>
                    <a:pt x="5373097" y="1763326"/>
                  </a:lnTo>
                  <a:lnTo>
                    <a:pt x="5373475" y="1763326"/>
                  </a:lnTo>
                  <a:lnTo>
                    <a:pt x="5373602" y="1763326"/>
                  </a:lnTo>
                  <a:lnTo>
                    <a:pt x="5373854" y="1763326"/>
                  </a:lnTo>
                  <a:lnTo>
                    <a:pt x="5374484" y="1763326"/>
                  </a:lnTo>
                  <a:lnTo>
                    <a:pt x="5374736" y="1763326"/>
                  </a:lnTo>
                  <a:lnTo>
                    <a:pt x="5375241" y="1763326"/>
                  </a:lnTo>
                  <a:lnTo>
                    <a:pt x="5375745" y="1763326"/>
                  </a:lnTo>
                  <a:lnTo>
                    <a:pt x="5376249" y="1763326"/>
                  </a:lnTo>
                  <a:lnTo>
                    <a:pt x="5376502" y="1763326"/>
                  </a:lnTo>
                  <a:lnTo>
                    <a:pt x="5376628" y="1763326"/>
                  </a:lnTo>
                  <a:lnTo>
                    <a:pt x="5377510" y="1763326"/>
                  </a:lnTo>
                  <a:lnTo>
                    <a:pt x="5378015" y="1763326"/>
                  </a:lnTo>
                  <a:lnTo>
                    <a:pt x="5378141" y="1763326"/>
                  </a:lnTo>
                  <a:lnTo>
                    <a:pt x="5378267" y="1763326"/>
                  </a:lnTo>
                  <a:lnTo>
                    <a:pt x="5378393" y="1763326"/>
                  </a:lnTo>
                  <a:lnTo>
                    <a:pt x="5378645" y="1763326"/>
                  </a:lnTo>
                  <a:lnTo>
                    <a:pt x="5378771" y="1763326"/>
                  </a:lnTo>
                  <a:lnTo>
                    <a:pt x="5378897" y="1763326"/>
                  </a:lnTo>
                  <a:lnTo>
                    <a:pt x="5379276" y="1763326"/>
                  </a:lnTo>
                  <a:lnTo>
                    <a:pt x="5379402" y="1763326"/>
                  </a:lnTo>
                  <a:lnTo>
                    <a:pt x="5380662" y="1763326"/>
                  </a:lnTo>
                  <a:lnTo>
                    <a:pt x="5381167" y="1763326"/>
                  </a:lnTo>
                  <a:lnTo>
                    <a:pt x="5381293" y="1763326"/>
                  </a:lnTo>
                  <a:lnTo>
                    <a:pt x="5381419" y="1763326"/>
                  </a:lnTo>
                  <a:lnTo>
                    <a:pt x="5381797" y="1763326"/>
                  </a:lnTo>
                  <a:lnTo>
                    <a:pt x="5382428" y="1763326"/>
                  </a:lnTo>
                  <a:lnTo>
                    <a:pt x="5382554" y="1763326"/>
                  </a:lnTo>
                  <a:lnTo>
                    <a:pt x="5383058" y="1763326"/>
                  </a:lnTo>
                  <a:lnTo>
                    <a:pt x="5383184" y="1763326"/>
                  </a:lnTo>
                  <a:lnTo>
                    <a:pt x="5383941" y="1763326"/>
                  </a:lnTo>
                  <a:lnTo>
                    <a:pt x="5384067" y="1763326"/>
                  </a:lnTo>
                  <a:lnTo>
                    <a:pt x="5384571" y="1763326"/>
                  </a:lnTo>
                  <a:lnTo>
                    <a:pt x="5384697" y="1763326"/>
                  </a:lnTo>
                  <a:lnTo>
                    <a:pt x="5384949" y="1763326"/>
                  </a:lnTo>
                  <a:lnTo>
                    <a:pt x="5385202" y="1763326"/>
                  </a:lnTo>
                  <a:lnTo>
                    <a:pt x="5385706" y="1763326"/>
                  </a:lnTo>
                  <a:lnTo>
                    <a:pt x="5385832" y="1763326"/>
                  </a:lnTo>
                  <a:lnTo>
                    <a:pt x="5386336" y="1763326"/>
                  </a:lnTo>
                  <a:lnTo>
                    <a:pt x="5386463" y="1763326"/>
                  </a:lnTo>
                  <a:lnTo>
                    <a:pt x="5386589" y="1763326"/>
                  </a:lnTo>
                  <a:lnTo>
                    <a:pt x="5386967" y="1763326"/>
                  </a:lnTo>
                  <a:lnTo>
                    <a:pt x="5387849" y="1763326"/>
                  </a:lnTo>
                  <a:lnTo>
                    <a:pt x="5387976" y="1763326"/>
                  </a:lnTo>
                  <a:lnTo>
                    <a:pt x="5388102" y="1763326"/>
                  </a:lnTo>
                  <a:lnTo>
                    <a:pt x="5388228" y="1763326"/>
                  </a:lnTo>
                  <a:lnTo>
                    <a:pt x="5388480" y="1763326"/>
                  </a:lnTo>
                  <a:lnTo>
                    <a:pt x="5390371" y="1758047"/>
                  </a:lnTo>
                  <a:lnTo>
                    <a:pt x="5390623" y="1758047"/>
                  </a:lnTo>
                  <a:lnTo>
                    <a:pt x="5390749" y="1758047"/>
                  </a:lnTo>
                  <a:lnTo>
                    <a:pt x="5391254" y="1758047"/>
                  </a:lnTo>
                  <a:lnTo>
                    <a:pt x="5391506" y="1758047"/>
                  </a:lnTo>
                  <a:lnTo>
                    <a:pt x="5391632" y="1758047"/>
                  </a:lnTo>
                  <a:lnTo>
                    <a:pt x="5391758" y="1758047"/>
                  </a:lnTo>
                  <a:lnTo>
                    <a:pt x="5392136" y="1758047"/>
                  </a:lnTo>
                  <a:lnTo>
                    <a:pt x="5392389" y="1758047"/>
                  </a:lnTo>
                  <a:lnTo>
                    <a:pt x="5393019" y="1758047"/>
                  </a:lnTo>
                  <a:lnTo>
                    <a:pt x="5393397" y="1758047"/>
                  </a:lnTo>
                  <a:lnTo>
                    <a:pt x="5393902" y="1758047"/>
                  </a:lnTo>
                  <a:lnTo>
                    <a:pt x="5393902" y="1752767"/>
                  </a:lnTo>
                  <a:lnTo>
                    <a:pt x="5394028" y="1752767"/>
                  </a:lnTo>
                  <a:lnTo>
                    <a:pt x="5394406" y="1752767"/>
                  </a:lnTo>
                  <a:lnTo>
                    <a:pt x="5395036" y="1752767"/>
                  </a:lnTo>
                  <a:lnTo>
                    <a:pt x="5396045" y="1752767"/>
                  </a:lnTo>
                  <a:lnTo>
                    <a:pt x="5396423" y="1752767"/>
                  </a:lnTo>
                  <a:lnTo>
                    <a:pt x="5396550" y="1752767"/>
                  </a:lnTo>
                  <a:lnTo>
                    <a:pt x="5397180" y="1752767"/>
                  </a:lnTo>
                  <a:lnTo>
                    <a:pt x="5397432" y="1752767"/>
                  </a:lnTo>
                  <a:lnTo>
                    <a:pt x="5397558" y="1752767"/>
                  </a:lnTo>
                  <a:lnTo>
                    <a:pt x="5397810" y="1752767"/>
                  </a:lnTo>
                  <a:lnTo>
                    <a:pt x="5398693" y="1752767"/>
                  </a:lnTo>
                  <a:lnTo>
                    <a:pt x="5398819" y="1752767"/>
                  </a:lnTo>
                  <a:lnTo>
                    <a:pt x="5398945" y="1752767"/>
                  </a:lnTo>
                  <a:lnTo>
                    <a:pt x="5398945" y="1747488"/>
                  </a:lnTo>
                  <a:lnTo>
                    <a:pt x="5399071" y="1747488"/>
                  </a:lnTo>
                  <a:lnTo>
                    <a:pt x="5399197" y="1747488"/>
                  </a:lnTo>
                  <a:lnTo>
                    <a:pt x="5399450" y="1747488"/>
                  </a:lnTo>
                  <a:lnTo>
                    <a:pt x="5399828" y="1747488"/>
                  </a:lnTo>
                  <a:lnTo>
                    <a:pt x="5400206" y="1747488"/>
                  </a:lnTo>
                  <a:lnTo>
                    <a:pt x="5400584" y="1747488"/>
                  </a:lnTo>
                  <a:lnTo>
                    <a:pt x="5400710" y="1747488"/>
                  </a:lnTo>
                  <a:lnTo>
                    <a:pt x="5401593" y="1747488"/>
                  </a:lnTo>
                  <a:lnTo>
                    <a:pt x="5401719" y="1747488"/>
                  </a:lnTo>
                  <a:lnTo>
                    <a:pt x="5401845" y="1747488"/>
                  </a:lnTo>
                  <a:lnTo>
                    <a:pt x="5402223" y="1747488"/>
                  </a:lnTo>
                  <a:lnTo>
                    <a:pt x="5402728" y="1747488"/>
                  </a:lnTo>
                  <a:lnTo>
                    <a:pt x="5402980" y="1747488"/>
                  </a:lnTo>
                  <a:lnTo>
                    <a:pt x="5403737" y="1747488"/>
                  </a:lnTo>
                  <a:lnTo>
                    <a:pt x="5403863" y="1747488"/>
                  </a:lnTo>
                  <a:lnTo>
                    <a:pt x="5404241" y="1747488"/>
                  </a:lnTo>
                  <a:lnTo>
                    <a:pt x="5404871" y="1747488"/>
                  </a:lnTo>
                  <a:lnTo>
                    <a:pt x="5404997" y="1747488"/>
                  </a:lnTo>
                  <a:lnTo>
                    <a:pt x="5405376" y="1747488"/>
                  </a:lnTo>
                  <a:lnTo>
                    <a:pt x="5405502" y="1747488"/>
                  </a:lnTo>
                  <a:lnTo>
                    <a:pt x="5405628" y="1747488"/>
                  </a:lnTo>
                  <a:lnTo>
                    <a:pt x="5405754" y="1747488"/>
                  </a:lnTo>
                  <a:lnTo>
                    <a:pt x="5407393" y="1742209"/>
                  </a:lnTo>
                  <a:lnTo>
                    <a:pt x="5407897" y="1742209"/>
                  </a:lnTo>
                  <a:lnTo>
                    <a:pt x="5408276" y="1742209"/>
                  </a:lnTo>
                  <a:lnTo>
                    <a:pt x="5408402" y="1742209"/>
                  </a:lnTo>
                  <a:lnTo>
                    <a:pt x="5408654" y="1742209"/>
                  </a:lnTo>
                  <a:lnTo>
                    <a:pt x="5408780" y="1742209"/>
                  </a:lnTo>
                  <a:lnTo>
                    <a:pt x="5408906" y="1742209"/>
                  </a:lnTo>
                  <a:lnTo>
                    <a:pt x="5409032" y="1742209"/>
                  </a:lnTo>
                  <a:lnTo>
                    <a:pt x="5409284" y="1742209"/>
                  </a:lnTo>
                  <a:lnTo>
                    <a:pt x="5410041" y="1742209"/>
                  </a:lnTo>
                  <a:lnTo>
                    <a:pt x="5410293" y="1742209"/>
                  </a:lnTo>
                  <a:lnTo>
                    <a:pt x="5410419" y="1742209"/>
                  </a:lnTo>
                  <a:lnTo>
                    <a:pt x="5410797" y="1742209"/>
                  </a:lnTo>
                  <a:lnTo>
                    <a:pt x="5411554" y="1742209"/>
                  </a:lnTo>
                  <a:lnTo>
                    <a:pt x="5412058" y="1742209"/>
                  </a:lnTo>
                  <a:lnTo>
                    <a:pt x="5412184" y="1742209"/>
                  </a:lnTo>
                  <a:lnTo>
                    <a:pt x="5412563" y="1742209"/>
                  </a:lnTo>
                  <a:lnTo>
                    <a:pt x="5412689" y="1742209"/>
                  </a:lnTo>
                  <a:lnTo>
                    <a:pt x="5412941" y="1742209"/>
                  </a:lnTo>
                  <a:lnTo>
                    <a:pt x="5413319" y="1742209"/>
                  </a:lnTo>
                  <a:lnTo>
                    <a:pt x="5413571" y="1742209"/>
                  </a:lnTo>
                  <a:lnTo>
                    <a:pt x="5413571" y="1736929"/>
                  </a:lnTo>
                  <a:lnTo>
                    <a:pt x="5413824" y="1736929"/>
                  </a:lnTo>
                  <a:lnTo>
                    <a:pt x="5413950" y="1736929"/>
                  </a:lnTo>
                  <a:lnTo>
                    <a:pt x="5414202" y="1736929"/>
                  </a:lnTo>
                  <a:lnTo>
                    <a:pt x="5414958" y="1736929"/>
                  </a:lnTo>
                  <a:lnTo>
                    <a:pt x="5415589" y="1736929"/>
                  </a:lnTo>
                  <a:lnTo>
                    <a:pt x="5416093" y="1736929"/>
                  </a:lnTo>
                  <a:lnTo>
                    <a:pt x="5416219" y="1736929"/>
                  </a:lnTo>
                  <a:lnTo>
                    <a:pt x="5417102" y="1736929"/>
                  </a:lnTo>
                  <a:lnTo>
                    <a:pt x="5417228" y="1736929"/>
                  </a:lnTo>
                  <a:lnTo>
                    <a:pt x="5417858" y="1736929"/>
                  </a:lnTo>
                  <a:lnTo>
                    <a:pt x="5418110" y="1736929"/>
                  </a:lnTo>
                  <a:lnTo>
                    <a:pt x="5418237" y="1736929"/>
                  </a:lnTo>
                  <a:lnTo>
                    <a:pt x="5418741" y="1736929"/>
                  </a:lnTo>
                  <a:lnTo>
                    <a:pt x="5419245" y="1736929"/>
                  </a:lnTo>
                  <a:lnTo>
                    <a:pt x="5419750" y="1736929"/>
                  </a:lnTo>
                  <a:lnTo>
                    <a:pt x="5419876" y="1736929"/>
                  </a:lnTo>
                  <a:lnTo>
                    <a:pt x="5420002" y="1736929"/>
                  </a:lnTo>
                  <a:lnTo>
                    <a:pt x="5420758" y="1736929"/>
                  </a:lnTo>
                  <a:lnTo>
                    <a:pt x="5421263" y="1736929"/>
                  </a:lnTo>
                  <a:lnTo>
                    <a:pt x="5421515" y="1736929"/>
                  </a:lnTo>
                  <a:lnTo>
                    <a:pt x="5422019" y="1736929"/>
                  </a:lnTo>
                  <a:lnTo>
                    <a:pt x="5422524" y="1736929"/>
                  </a:lnTo>
                  <a:lnTo>
                    <a:pt x="5422776" y="1731650"/>
                  </a:lnTo>
                  <a:lnTo>
                    <a:pt x="5423028" y="1731650"/>
                  </a:lnTo>
                  <a:lnTo>
                    <a:pt x="5423154" y="1731650"/>
                  </a:lnTo>
                  <a:lnTo>
                    <a:pt x="5423658" y="1731650"/>
                  </a:lnTo>
                  <a:lnTo>
                    <a:pt x="5424289" y="1731650"/>
                  </a:lnTo>
                  <a:lnTo>
                    <a:pt x="5424541" y="1731650"/>
                  </a:lnTo>
                  <a:lnTo>
                    <a:pt x="5424667" y="1731650"/>
                  </a:lnTo>
                  <a:lnTo>
                    <a:pt x="5425171" y="1731650"/>
                  </a:lnTo>
                  <a:lnTo>
                    <a:pt x="5425297" y="1731650"/>
                  </a:lnTo>
                  <a:lnTo>
                    <a:pt x="5425424" y="1731650"/>
                  </a:lnTo>
                  <a:lnTo>
                    <a:pt x="5425550" y="1731650"/>
                  </a:lnTo>
                  <a:lnTo>
                    <a:pt x="5425928" y="1731650"/>
                  </a:lnTo>
                  <a:lnTo>
                    <a:pt x="5426684" y="1731650"/>
                  </a:lnTo>
                  <a:lnTo>
                    <a:pt x="5426811" y="1731650"/>
                  </a:lnTo>
                  <a:lnTo>
                    <a:pt x="5427441" y="1731650"/>
                  </a:lnTo>
                  <a:lnTo>
                    <a:pt x="5427567" y="1731650"/>
                  </a:lnTo>
                  <a:lnTo>
                    <a:pt x="5427693" y="1731650"/>
                  </a:lnTo>
                  <a:lnTo>
                    <a:pt x="5427819" y="1731650"/>
                  </a:lnTo>
                  <a:lnTo>
                    <a:pt x="5428071" y="1731650"/>
                  </a:lnTo>
                  <a:lnTo>
                    <a:pt x="5428324" y="1731650"/>
                  </a:lnTo>
                  <a:lnTo>
                    <a:pt x="5428450" y="1731650"/>
                  </a:lnTo>
                  <a:lnTo>
                    <a:pt x="5428828" y="1731650"/>
                  </a:lnTo>
                  <a:lnTo>
                    <a:pt x="5429332" y="1731650"/>
                  </a:lnTo>
                  <a:lnTo>
                    <a:pt x="5429458" y="1731650"/>
                  </a:lnTo>
                  <a:lnTo>
                    <a:pt x="5429584" y="1731650"/>
                  </a:lnTo>
                  <a:lnTo>
                    <a:pt x="5429963" y="1726370"/>
                  </a:lnTo>
                  <a:lnTo>
                    <a:pt x="5430089" y="1726370"/>
                  </a:lnTo>
                  <a:lnTo>
                    <a:pt x="5430215" y="1726370"/>
                  </a:lnTo>
                  <a:lnTo>
                    <a:pt x="5430467" y="1726370"/>
                  </a:lnTo>
                  <a:lnTo>
                    <a:pt x="5430593" y="1726370"/>
                  </a:lnTo>
                  <a:lnTo>
                    <a:pt x="5431476" y="1721091"/>
                  </a:lnTo>
                  <a:lnTo>
                    <a:pt x="5431602" y="1721091"/>
                  </a:lnTo>
                  <a:lnTo>
                    <a:pt x="5431602" y="1715811"/>
                  </a:lnTo>
                  <a:lnTo>
                    <a:pt x="5432611" y="1715811"/>
                  </a:lnTo>
                  <a:lnTo>
                    <a:pt x="5432989" y="1715811"/>
                  </a:lnTo>
                  <a:lnTo>
                    <a:pt x="5433241" y="1715811"/>
                  </a:lnTo>
                  <a:lnTo>
                    <a:pt x="5433493" y="1715811"/>
                  </a:lnTo>
                  <a:lnTo>
                    <a:pt x="5433619" y="1715811"/>
                  </a:lnTo>
                  <a:lnTo>
                    <a:pt x="5433745" y="1715811"/>
                  </a:lnTo>
                  <a:lnTo>
                    <a:pt x="5433871" y="1715811"/>
                  </a:lnTo>
                  <a:lnTo>
                    <a:pt x="5433998" y="1715811"/>
                  </a:lnTo>
                  <a:lnTo>
                    <a:pt x="5434250" y="1715811"/>
                  </a:lnTo>
                  <a:lnTo>
                    <a:pt x="5434502" y="1715811"/>
                  </a:lnTo>
                  <a:lnTo>
                    <a:pt x="5434628" y="1715811"/>
                  </a:lnTo>
                  <a:lnTo>
                    <a:pt x="5434754" y="1715811"/>
                  </a:lnTo>
                  <a:lnTo>
                    <a:pt x="5434880" y="1715811"/>
                  </a:lnTo>
                  <a:lnTo>
                    <a:pt x="5437024" y="1710532"/>
                  </a:lnTo>
                  <a:lnTo>
                    <a:pt x="5437150" y="1710532"/>
                  </a:lnTo>
                  <a:lnTo>
                    <a:pt x="5437276" y="1710532"/>
                  </a:lnTo>
                  <a:lnTo>
                    <a:pt x="5437528" y="1710532"/>
                  </a:lnTo>
                  <a:lnTo>
                    <a:pt x="5437654" y="1710532"/>
                  </a:lnTo>
                  <a:lnTo>
                    <a:pt x="5437906" y="1710532"/>
                  </a:lnTo>
                  <a:lnTo>
                    <a:pt x="5438032" y="1710532"/>
                  </a:lnTo>
                  <a:lnTo>
                    <a:pt x="5438285" y="1710532"/>
                  </a:lnTo>
                  <a:lnTo>
                    <a:pt x="5438411" y="1710532"/>
                  </a:lnTo>
                  <a:lnTo>
                    <a:pt x="5438663" y="1710532"/>
                  </a:lnTo>
                  <a:lnTo>
                    <a:pt x="5438789" y="1710532"/>
                  </a:lnTo>
                  <a:lnTo>
                    <a:pt x="5438915" y="1710532"/>
                  </a:lnTo>
                  <a:lnTo>
                    <a:pt x="5439041" y="1710532"/>
                  </a:lnTo>
                  <a:lnTo>
                    <a:pt x="5439167" y="1710532"/>
                  </a:lnTo>
                  <a:lnTo>
                    <a:pt x="5439419" y="1710532"/>
                  </a:lnTo>
                  <a:lnTo>
                    <a:pt x="5440176" y="1710532"/>
                  </a:lnTo>
                  <a:lnTo>
                    <a:pt x="5440428" y="1710532"/>
                  </a:lnTo>
                  <a:lnTo>
                    <a:pt x="5441058" y="1710532"/>
                  </a:lnTo>
                  <a:lnTo>
                    <a:pt x="5441185" y="1710532"/>
                  </a:lnTo>
                  <a:lnTo>
                    <a:pt x="5441311" y="1710532"/>
                  </a:lnTo>
                  <a:lnTo>
                    <a:pt x="5441563" y="1710532"/>
                  </a:lnTo>
                  <a:lnTo>
                    <a:pt x="5441941" y="1710532"/>
                  </a:lnTo>
                  <a:lnTo>
                    <a:pt x="5442067" y="1710532"/>
                  </a:lnTo>
                  <a:lnTo>
                    <a:pt x="5442445" y="1710532"/>
                  </a:lnTo>
                  <a:lnTo>
                    <a:pt x="5442571" y="1710532"/>
                  </a:lnTo>
                  <a:lnTo>
                    <a:pt x="5443328" y="1710532"/>
                  </a:lnTo>
                  <a:lnTo>
                    <a:pt x="5443580" y="1710532"/>
                  </a:lnTo>
                  <a:lnTo>
                    <a:pt x="5444463" y="1710532"/>
                  </a:lnTo>
                  <a:lnTo>
                    <a:pt x="5444589" y="1705253"/>
                  </a:lnTo>
                  <a:lnTo>
                    <a:pt x="5445219" y="1705253"/>
                  </a:lnTo>
                  <a:lnTo>
                    <a:pt x="5445345" y="1705253"/>
                  </a:lnTo>
                  <a:lnTo>
                    <a:pt x="5445850" y="1705253"/>
                  </a:lnTo>
                  <a:lnTo>
                    <a:pt x="5447615" y="1705253"/>
                  </a:lnTo>
                  <a:lnTo>
                    <a:pt x="5447741" y="1705253"/>
                  </a:lnTo>
                  <a:lnTo>
                    <a:pt x="5447993" y="1705253"/>
                  </a:lnTo>
                  <a:lnTo>
                    <a:pt x="5449885" y="1699973"/>
                  </a:lnTo>
                  <a:lnTo>
                    <a:pt x="5450263" y="1699973"/>
                  </a:lnTo>
                  <a:lnTo>
                    <a:pt x="5450389" y="1699973"/>
                  </a:lnTo>
                  <a:lnTo>
                    <a:pt x="5450767" y="1699973"/>
                  </a:lnTo>
                  <a:lnTo>
                    <a:pt x="5450893" y="1699973"/>
                  </a:lnTo>
                  <a:lnTo>
                    <a:pt x="5451524" y="1699973"/>
                  </a:lnTo>
                  <a:lnTo>
                    <a:pt x="5452028" y="1694694"/>
                  </a:lnTo>
                  <a:lnTo>
                    <a:pt x="5452280" y="1694694"/>
                  </a:lnTo>
                  <a:lnTo>
                    <a:pt x="5452406" y="1694694"/>
                  </a:lnTo>
                  <a:lnTo>
                    <a:pt x="5452532" y="1694694"/>
                  </a:lnTo>
                  <a:lnTo>
                    <a:pt x="5453163" y="1694694"/>
                  </a:lnTo>
                  <a:lnTo>
                    <a:pt x="5453919" y="1694694"/>
                  </a:lnTo>
                  <a:lnTo>
                    <a:pt x="5454172" y="1694694"/>
                  </a:lnTo>
                  <a:lnTo>
                    <a:pt x="5454298" y="1694694"/>
                  </a:lnTo>
                  <a:lnTo>
                    <a:pt x="5454424" y="1694694"/>
                  </a:lnTo>
                  <a:lnTo>
                    <a:pt x="5454676" y="1694694"/>
                  </a:lnTo>
                  <a:lnTo>
                    <a:pt x="5454928" y="1694694"/>
                  </a:lnTo>
                  <a:lnTo>
                    <a:pt x="5455054" y="1694694"/>
                  </a:lnTo>
                  <a:lnTo>
                    <a:pt x="5455559" y="1694694"/>
                  </a:lnTo>
                  <a:lnTo>
                    <a:pt x="5455685" y="1694694"/>
                  </a:lnTo>
                  <a:lnTo>
                    <a:pt x="5456063" y="1694694"/>
                  </a:lnTo>
                  <a:lnTo>
                    <a:pt x="5456189" y="1694694"/>
                  </a:lnTo>
                  <a:lnTo>
                    <a:pt x="5456315" y="1694694"/>
                  </a:lnTo>
                  <a:lnTo>
                    <a:pt x="5456693" y="1694694"/>
                  </a:lnTo>
                  <a:lnTo>
                    <a:pt x="5456819" y="1694694"/>
                  </a:lnTo>
                  <a:lnTo>
                    <a:pt x="5457576" y="1694694"/>
                  </a:lnTo>
                  <a:lnTo>
                    <a:pt x="5457828" y="1694694"/>
                  </a:lnTo>
                  <a:lnTo>
                    <a:pt x="5457954" y="1694694"/>
                  </a:lnTo>
                  <a:lnTo>
                    <a:pt x="5458206" y="1694694"/>
                  </a:lnTo>
                  <a:lnTo>
                    <a:pt x="5458332" y="1694694"/>
                  </a:lnTo>
                  <a:lnTo>
                    <a:pt x="5458459" y="1694694"/>
                  </a:lnTo>
                  <a:lnTo>
                    <a:pt x="5458711" y="1694694"/>
                  </a:lnTo>
                  <a:lnTo>
                    <a:pt x="5458963" y="1694694"/>
                  </a:lnTo>
                  <a:lnTo>
                    <a:pt x="5459089" y="1694694"/>
                  </a:lnTo>
                  <a:lnTo>
                    <a:pt x="5459215" y="1694694"/>
                  </a:lnTo>
                  <a:lnTo>
                    <a:pt x="5459846" y="1694694"/>
                  </a:lnTo>
                  <a:lnTo>
                    <a:pt x="5460854" y="1694694"/>
                  </a:lnTo>
                  <a:lnTo>
                    <a:pt x="5460980" y="1694694"/>
                  </a:lnTo>
                  <a:lnTo>
                    <a:pt x="5461106" y="1694694"/>
                  </a:lnTo>
                  <a:lnTo>
                    <a:pt x="5461232" y="1694694"/>
                  </a:lnTo>
                  <a:lnTo>
                    <a:pt x="5461485" y="1694694"/>
                  </a:lnTo>
                  <a:lnTo>
                    <a:pt x="5461863" y="1694694"/>
                  </a:lnTo>
                  <a:lnTo>
                    <a:pt x="5461989" y="1694694"/>
                  </a:lnTo>
                  <a:lnTo>
                    <a:pt x="5462115" y="1694694"/>
                  </a:lnTo>
                  <a:lnTo>
                    <a:pt x="5462367" y="1694694"/>
                  </a:lnTo>
                  <a:lnTo>
                    <a:pt x="5462367" y="1689414"/>
                  </a:lnTo>
                  <a:lnTo>
                    <a:pt x="5463376" y="1689414"/>
                  </a:lnTo>
                  <a:lnTo>
                    <a:pt x="5464259" y="1689414"/>
                  </a:lnTo>
                  <a:lnTo>
                    <a:pt x="5464511" y="1689414"/>
                  </a:lnTo>
                  <a:lnTo>
                    <a:pt x="5465267" y="1684135"/>
                  </a:lnTo>
                  <a:lnTo>
                    <a:pt x="5465393" y="1684135"/>
                  </a:lnTo>
                  <a:lnTo>
                    <a:pt x="5465898" y="1684135"/>
                  </a:lnTo>
                  <a:lnTo>
                    <a:pt x="5466024" y="1684135"/>
                  </a:lnTo>
                  <a:lnTo>
                    <a:pt x="5466528" y="1684135"/>
                  </a:lnTo>
                  <a:lnTo>
                    <a:pt x="5466780" y="1684135"/>
                  </a:lnTo>
                  <a:lnTo>
                    <a:pt x="5467032" y="1684135"/>
                  </a:lnTo>
                  <a:lnTo>
                    <a:pt x="5467159" y="1684135"/>
                  </a:lnTo>
                  <a:lnTo>
                    <a:pt x="5467411" y="1684135"/>
                  </a:lnTo>
                  <a:lnTo>
                    <a:pt x="5467537" y="1684135"/>
                  </a:lnTo>
                  <a:lnTo>
                    <a:pt x="5468041" y="1684135"/>
                  </a:lnTo>
                  <a:lnTo>
                    <a:pt x="5468167" y="1684135"/>
                  </a:lnTo>
                  <a:lnTo>
                    <a:pt x="5468546" y="1684135"/>
                  </a:lnTo>
                  <a:lnTo>
                    <a:pt x="5469050" y="1684135"/>
                  </a:lnTo>
                  <a:lnTo>
                    <a:pt x="5469176" y="1684135"/>
                  </a:lnTo>
                  <a:lnTo>
                    <a:pt x="5469680" y="1684135"/>
                  </a:lnTo>
                  <a:lnTo>
                    <a:pt x="5469933" y="1684135"/>
                  </a:lnTo>
                  <a:lnTo>
                    <a:pt x="5470059" y="1684135"/>
                  </a:lnTo>
                  <a:lnTo>
                    <a:pt x="5471193" y="1684135"/>
                  </a:lnTo>
                  <a:lnTo>
                    <a:pt x="5471950" y="1684135"/>
                  </a:lnTo>
                  <a:lnTo>
                    <a:pt x="5471950" y="1678855"/>
                  </a:lnTo>
                  <a:lnTo>
                    <a:pt x="5472706" y="1678855"/>
                  </a:lnTo>
                  <a:lnTo>
                    <a:pt x="5472833" y="1678855"/>
                  </a:lnTo>
                  <a:lnTo>
                    <a:pt x="5473085" y="1673576"/>
                  </a:lnTo>
                  <a:lnTo>
                    <a:pt x="5473463" y="1673576"/>
                  </a:lnTo>
                  <a:lnTo>
                    <a:pt x="5473589" y="1673576"/>
                  </a:lnTo>
                  <a:lnTo>
                    <a:pt x="5473715" y="1673576"/>
                  </a:lnTo>
                  <a:lnTo>
                    <a:pt x="5474219" y="1673576"/>
                  </a:lnTo>
                  <a:lnTo>
                    <a:pt x="5474724" y="1673576"/>
                  </a:lnTo>
                  <a:lnTo>
                    <a:pt x="5474850" y="1673576"/>
                  </a:lnTo>
                  <a:lnTo>
                    <a:pt x="5475228" y="1673576"/>
                  </a:lnTo>
                  <a:lnTo>
                    <a:pt x="5475354" y="1673576"/>
                  </a:lnTo>
                  <a:lnTo>
                    <a:pt x="5475480" y="1673576"/>
                  </a:lnTo>
                  <a:lnTo>
                    <a:pt x="5475606" y="1673576"/>
                  </a:lnTo>
                  <a:lnTo>
                    <a:pt x="5475859" y="1673576"/>
                  </a:lnTo>
                  <a:lnTo>
                    <a:pt x="5477120" y="1668297"/>
                  </a:lnTo>
                  <a:lnTo>
                    <a:pt x="5477246" y="1668297"/>
                  </a:lnTo>
                  <a:lnTo>
                    <a:pt x="5477624" y="1668297"/>
                  </a:lnTo>
                  <a:lnTo>
                    <a:pt x="5477876" y="1668297"/>
                  </a:lnTo>
                  <a:lnTo>
                    <a:pt x="5478002" y="1668297"/>
                  </a:lnTo>
                  <a:lnTo>
                    <a:pt x="5478128" y="1668297"/>
                  </a:lnTo>
                  <a:lnTo>
                    <a:pt x="5478254" y="1668297"/>
                  </a:lnTo>
                  <a:lnTo>
                    <a:pt x="5478633" y="1668297"/>
                  </a:lnTo>
                  <a:lnTo>
                    <a:pt x="5478759" y="1668297"/>
                  </a:lnTo>
                  <a:lnTo>
                    <a:pt x="5479515" y="1663017"/>
                  </a:lnTo>
                  <a:lnTo>
                    <a:pt x="5479641" y="1663017"/>
                  </a:lnTo>
                  <a:lnTo>
                    <a:pt x="5480020" y="1663017"/>
                  </a:lnTo>
                  <a:lnTo>
                    <a:pt x="5480272" y="1663017"/>
                  </a:lnTo>
                  <a:lnTo>
                    <a:pt x="5480902" y="1663017"/>
                  </a:lnTo>
                  <a:lnTo>
                    <a:pt x="5481280" y="1663017"/>
                  </a:lnTo>
                  <a:lnTo>
                    <a:pt x="5482415" y="1663017"/>
                  </a:lnTo>
                  <a:lnTo>
                    <a:pt x="5483172" y="1663017"/>
                  </a:lnTo>
                  <a:lnTo>
                    <a:pt x="5483676" y="1663017"/>
                  </a:lnTo>
                  <a:lnTo>
                    <a:pt x="5483802" y="1663017"/>
                  </a:lnTo>
                  <a:lnTo>
                    <a:pt x="5483928" y="1663017"/>
                  </a:lnTo>
                  <a:lnTo>
                    <a:pt x="5484433" y="1663017"/>
                  </a:lnTo>
                  <a:lnTo>
                    <a:pt x="5484937" y="1657738"/>
                  </a:lnTo>
                  <a:lnTo>
                    <a:pt x="5485063" y="1657738"/>
                  </a:lnTo>
                  <a:lnTo>
                    <a:pt x="5485315" y="1657738"/>
                  </a:lnTo>
                  <a:lnTo>
                    <a:pt x="5485567" y="1657738"/>
                  </a:lnTo>
                  <a:lnTo>
                    <a:pt x="5485693" y="1657738"/>
                  </a:lnTo>
                  <a:lnTo>
                    <a:pt x="5485820" y="1657738"/>
                  </a:lnTo>
                  <a:lnTo>
                    <a:pt x="5486072" y="1657738"/>
                  </a:lnTo>
                  <a:lnTo>
                    <a:pt x="5486198" y="1657738"/>
                  </a:lnTo>
                  <a:lnTo>
                    <a:pt x="5486576" y="1657738"/>
                  </a:lnTo>
                  <a:lnTo>
                    <a:pt x="5486828" y="1657738"/>
                  </a:lnTo>
                  <a:lnTo>
                    <a:pt x="5486954" y="1657738"/>
                  </a:lnTo>
                  <a:lnTo>
                    <a:pt x="5487080" y="1657738"/>
                  </a:lnTo>
                  <a:lnTo>
                    <a:pt x="5487207" y="1657738"/>
                  </a:lnTo>
                  <a:lnTo>
                    <a:pt x="5487333" y="1657738"/>
                  </a:lnTo>
                  <a:lnTo>
                    <a:pt x="5488593" y="1657738"/>
                  </a:lnTo>
                  <a:lnTo>
                    <a:pt x="5489098" y="1657738"/>
                  </a:lnTo>
                  <a:lnTo>
                    <a:pt x="5489224" y="1657738"/>
                  </a:lnTo>
                  <a:lnTo>
                    <a:pt x="5490611" y="1652458"/>
                  </a:lnTo>
                  <a:lnTo>
                    <a:pt x="5490989" y="1652458"/>
                  </a:lnTo>
                  <a:lnTo>
                    <a:pt x="5491493" y="1652458"/>
                  </a:lnTo>
                  <a:lnTo>
                    <a:pt x="5491620" y="1652458"/>
                  </a:lnTo>
                  <a:lnTo>
                    <a:pt x="5491872" y="1652458"/>
                  </a:lnTo>
                  <a:lnTo>
                    <a:pt x="5491998" y="1652458"/>
                  </a:lnTo>
                  <a:lnTo>
                    <a:pt x="5492250" y="1652458"/>
                  </a:lnTo>
                  <a:lnTo>
                    <a:pt x="5493259" y="1652458"/>
                  </a:lnTo>
                  <a:lnTo>
                    <a:pt x="5493511" y="1652458"/>
                  </a:lnTo>
                  <a:lnTo>
                    <a:pt x="5493889" y="1652458"/>
                  </a:lnTo>
                  <a:lnTo>
                    <a:pt x="5494015" y="1652458"/>
                  </a:lnTo>
                  <a:lnTo>
                    <a:pt x="5494646" y="1652458"/>
                  </a:lnTo>
                  <a:lnTo>
                    <a:pt x="5494772" y="1652458"/>
                  </a:lnTo>
                  <a:lnTo>
                    <a:pt x="5495402" y="1652458"/>
                  </a:lnTo>
                  <a:lnTo>
                    <a:pt x="5495780" y="1652458"/>
                  </a:lnTo>
                  <a:lnTo>
                    <a:pt x="5496033" y="1652458"/>
                  </a:lnTo>
                  <a:lnTo>
                    <a:pt x="5496411" y="1652458"/>
                  </a:lnTo>
                  <a:lnTo>
                    <a:pt x="5496537" y="1652458"/>
                  </a:lnTo>
                  <a:lnTo>
                    <a:pt x="5496663" y="1652458"/>
                  </a:lnTo>
                  <a:lnTo>
                    <a:pt x="5496789" y="1652458"/>
                  </a:lnTo>
                  <a:lnTo>
                    <a:pt x="5496915" y="1652458"/>
                  </a:lnTo>
                  <a:lnTo>
                    <a:pt x="5497041" y="1652458"/>
                  </a:lnTo>
                  <a:lnTo>
                    <a:pt x="5497167" y="1652458"/>
                  </a:lnTo>
                  <a:lnTo>
                    <a:pt x="5497672" y="1647179"/>
                  </a:lnTo>
                  <a:lnTo>
                    <a:pt x="5498050" y="1647179"/>
                  </a:lnTo>
                  <a:lnTo>
                    <a:pt x="5498176" y="1647179"/>
                  </a:lnTo>
                  <a:lnTo>
                    <a:pt x="5498428" y="1647179"/>
                  </a:lnTo>
                  <a:lnTo>
                    <a:pt x="5498680" y="1647179"/>
                  </a:lnTo>
                  <a:lnTo>
                    <a:pt x="5498807" y="1647179"/>
                  </a:lnTo>
                  <a:lnTo>
                    <a:pt x="5498933" y="1647179"/>
                  </a:lnTo>
                  <a:lnTo>
                    <a:pt x="5499059" y="1647179"/>
                  </a:lnTo>
                  <a:lnTo>
                    <a:pt x="5503472" y="1641900"/>
                  </a:lnTo>
                  <a:lnTo>
                    <a:pt x="5503724" y="1641900"/>
                  </a:lnTo>
                  <a:lnTo>
                    <a:pt x="5503850" y="1641900"/>
                  </a:lnTo>
                  <a:lnTo>
                    <a:pt x="5504102" y="1641900"/>
                  </a:lnTo>
                  <a:lnTo>
                    <a:pt x="5504228" y="1641900"/>
                  </a:lnTo>
                  <a:lnTo>
                    <a:pt x="5504607" y="1641900"/>
                  </a:lnTo>
                  <a:lnTo>
                    <a:pt x="5504985" y="1641900"/>
                  </a:lnTo>
                  <a:lnTo>
                    <a:pt x="5505111" y="1641900"/>
                  </a:lnTo>
                  <a:lnTo>
                    <a:pt x="5505237" y="1641900"/>
                  </a:lnTo>
                  <a:lnTo>
                    <a:pt x="5505363" y="1641900"/>
                  </a:lnTo>
                  <a:lnTo>
                    <a:pt x="5505615" y="1641900"/>
                  </a:lnTo>
                  <a:lnTo>
                    <a:pt x="5505741" y="1641900"/>
                  </a:lnTo>
                  <a:lnTo>
                    <a:pt x="5505994" y="1641900"/>
                  </a:lnTo>
                  <a:lnTo>
                    <a:pt x="5506498" y="1641900"/>
                  </a:lnTo>
                  <a:lnTo>
                    <a:pt x="5506750" y="1641900"/>
                  </a:lnTo>
                  <a:lnTo>
                    <a:pt x="5506876" y="1641900"/>
                  </a:lnTo>
                  <a:lnTo>
                    <a:pt x="5507002" y="1641900"/>
                  </a:lnTo>
                  <a:lnTo>
                    <a:pt x="5507128" y="1641900"/>
                  </a:lnTo>
                  <a:lnTo>
                    <a:pt x="5507254" y="1641900"/>
                  </a:lnTo>
                  <a:lnTo>
                    <a:pt x="5507381" y="1641900"/>
                  </a:lnTo>
                  <a:lnTo>
                    <a:pt x="5507507" y="1641900"/>
                  </a:lnTo>
                  <a:lnTo>
                    <a:pt x="5507633" y="1641900"/>
                  </a:lnTo>
                  <a:lnTo>
                    <a:pt x="5507759" y="1641900"/>
                  </a:lnTo>
                  <a:lnTo>
                    <a:pt x="5507885" y="1641900"/>
                  </a:lnTo>
                  <a:lnTo>
                    <a:pt x="5508011" y="1641900"/>
                  </a:lnTo>
                  <a:lnTo>
                    <a:pt x="5508767" y="1641900"/>
                  </a:lnTo>
                  <a:lnTo>
                    <a:pt x="5508894" y="1641900"/>
                  </a:lnTo>
                  <a:lnTo>
                    <a:pt x="5509650" y="1641900"/>
                  </a:lnTo>
                  <a:lnTo>
                    <a:pt x="5509776" y="1641900"/>
                  </a:lnTo>
                  <a:lnTo>
                    <a:pt x="5509902" y="1641900"/>
                  </a:lnTo>
                  <a:lnTo>
                    <a:pt x="5510659" y="1641900"/>
                  </a:lnTo>
                  <a:lnTo>
                    <a:pt x="5510785" y="1641900"/>
                  </a:lnTo>
                  <a:lnTo>
                    <a:pt x="5510911" y="1641900"/>
                  </a:lnTo>
                  <a:lnTo>
                    <a:pt x="5511668" y="1636620"/>
                  </a:lnTo>
                  <a:lnTo>
                    <a:pt x="5511794" y="1636620"/>
                  </a:lnTo>
                  <a:lnTo>
                    <a:pt x="5512172" y="1636620"/>
                  </a:lnTo>
                  <a:lnTo>
                    <a:pt x="5512298" y="1636620"/>
                  </a:lnTo>
                  <a:lnTo>
                    <a:pt x="5512802" y="1636620"/>
                  </a:lnTo>
                  <a:lnTo>
                    <a:pt x="5513307" y="1636620"/>
                  </a:lnTo>
                  <a:lnTo>
                    <a:pt x="5513433" y="1631341"/>
                  </a:lnTo>
                  <a:lnTo>
                    <a:pt x="5513559" y="1631341"/>
                  </a:lnTo>
                  <a:lnTo>
                    <a:pt x="5513811" y="1631341"/>
                  </a:lnTo>
                  <a:lnTo>
                    <a:pt x="5513937" y="1631341"/>
                  </a:lnTo>
                  <a:lnTo>
                    <a:pt x="5514568" y="1631341"/>
                  </a:lnTo>
                  <a:lnTo>
                    <a:pt x="5514694" y="1631341"/>
                  </a:lnTo>
                  <a:lnTo>
                    <a:pt x="5515198" y="1631341"/>
                  </a:lnTo>
                  <a:lnTo>
                    <a:pt x="5515324" y="1631341"/>
                  </a:lnTo>
                  <a:lnTo>
                    <a:pt x="5515450" y="1631341"/>
                  </a:lnTo>
                  <a:lnTo>
                    <a:pt x="5515702" y="1631341"/>
                  </a:lnTo>
                  <a:lnTo>
                    <a:pt x="5516081" y="1631341"/>
                  </a:lnTo>
                  <a:lnTo>
                    <a:pt x="5516711" y="1631341"/>
                  </a:lnTo>
                  <a:lnTo>
                    <a:pt x="5516837" y="1631341"/>
                  </a:lnTo>
                  <a:lnTo>
                    <a:pt x="5517089" y="1631341"/>
                  </a:lnTo>
                  <a:lnTo>
                    <a:pt x="5517215" y="1631341"/>
                  </a:lnTo>
                  <a:lnTo>
                    <a:pt x="5518350" y="1631341"/>
                  </a:lnTo>
                  <a:lnTo>
                    <a:pt x="5518476" y="1631341"/>
                  </a:lnTo>
                  <a:lnTo>
                    <a:pt x="5518855" y="1631341"/>
                  </a:lnTo>
                  <a:lnTo>
                    <a:pt x="5520241" y="1631341"/>
                  </a:lnTo>
                  <a:lnTo>
                    <a:pt x="5520872" y="1631341"/>
                  </a:lnTo>
                  <a:lnTo>
                    <a:pt x="5521502" y="1631341"/>
                  </a:lnTo>
                  <a:lnTo>
                    <a:pt x="5522007" y="1631341"/>
                  </a:lnTo>
                  <a:lnTo>
                    <a:pt x="5522259" y="1626061"/>
                  </a:lnTo>
                  <a:lnTo>
                    <a:pt x="5522637" y="1626061"/>
                  </a:lnTo>
                  <a:lnTo>
                    <a:pt x="5522763" y="1626061"/>
                  </a:lnTo>
                  <a:lnTo>
                    <a:pt x="5522889" y="1620782"/>
                  </a:lnTo>
                  <a:lnTo>
                    <a:pt x="5523394" y="1615502"/>
                  </a:lnTo>
                  <a:lnTo>
                    <a:pt x="5523520" y="1615502"/>
                  </a:lnTo>
                  <a:lnTo>
                    <a:pt x="5524528" y="1615502"/>
                  </a:lnTo>
                  <a:lnTo>
                    <a:pt x="5524655" y="1615502"/>
                  </a:lnTo>
                  <a:lnTo>
                    <a:pt x="5525411" y="1615502"/>
                  </a:lnTo>
                  <a:lnTo>
                    <a:pt x="5525789" y="1615502"/>
                  </a:lnTo>
                  <a:lnTo>
                    <a:pt x="5525915" y="1615502"/>
                  </a:lnTo>
                  <a:lnTo>
                    <a:pt x="5526042" y="1615502"/>
                  </a:lnTo>
                  <a:lnTo>
                    <a:pt x="5526168" y="1615502"/>
                  </a:lnTo>
                  <a:lnTo>
                    <a:pt x="5526294" y="1615502"/>
                  </a:lnTo>
                  <a:lnTo>
                    <a:pt x="5527302" y="1615502"/>
                  </a:lnTo>
                  <a:lnTo>
                    <a:pt x="5527428" y="1615502"/>
                  </a:lnTo>
                  <a:lnTo>
                    <a:pt x="5527555" y="1615502"/>
                  </a:lnTo>
                  <a:lnTo>
                    <a:pt x="5528311" y="1615502"/>
                  </a:lnTo>
                  <a:lnTo>
                    <a:pt x="5528563" y="1615502"/>
                  </a:lnTo>
                  <a:lnTo>
                    <a:pt x="5528815" y="1615502"/>
                  </a:lnTo>
                  <a:lnTo>
                    <a:pt x="5529320" y="1615502"/>
                  </a:lnTo>
                  <a:lnTo>
                    <a:pt x="5529446" y="1615502"/>
                  </a:lnTo>
                  <a:lnTo>
                    <a:pt x="5529950" y="1615502"/>
                  </a:lnTo>
                  <a:lnTo>
                    <a:pt x="5531085" y="1615502"/>
                  </a:lnTo>
                  <a:lnTo>
                    <a:pt x="5531337" y="1615502"/>
                  </a:lnTo>
                  <a:lnTo>
                    <a:pt x="5531715" y="1615502"/>
                  </a:lnTo>
                  <a:lnTo>
                    <a:pt x="5532094" y="1615502"/>
                  </a:lnTo>
                  <a:lnTo>
                    <a:pt x="5532346" y="1615502"/>
                  </a:lnTo>
                  <a:lnTo>
                    <a:pt x="5532598" y="1615502"/>
                  </a:lnTo>
                  <a:lnTo>
                    <a:pt x="5532976" y="1615502"/>
                  </a:lnTo>
                  <a:lnTo>
                    <a:pt x="5533102" y="1615502"/>
                  </a:lnTo>
                  <a:lnTo>
                    <a:pt x="5533355" y="1615502"/>
                  </a:lnTo>
                  <a:lnTo>
                    <a:pt x="5534615" y="1615502"/>
                  </a:lnTo>
                  <a:lnTo>
                    <a:pt x="5534994" y="1615502"/>
                  </a:lnTo>
                  <a:lnTo>
                    <a:pt x="5535120" y="1615502"/>
                  </a:lnTo>
                  <a:lnTo>
                    <a:pt x="5535246" y="1615502"/>
                  </a:lnTo>
                  <a:lnTo>
                    <a:pt x="5535498" y="1615502"/>
                  </a:lnTo>
                  <a:lnTo>
                    <a:pt x="5535624" y="1615502"/>
                  </a:lnTo>
                  <a:lnTo>
                    <a:pt x="5535876" y="1615502"/>
                  </a:lnTo>
                  <a:lnTo>
                    <a:pt x="5536002" y="1615502"/>
                  </a:lnTo>
                  <a:lnTo>
                    <a:pt x="5536507" y="1615502"/>
                  </a:lnTo>
                  <a:lnTo>
                    <a:pt x="5536633" y="1615502"/>
                  </a:lnTo>
                  <a:lnTo>
                    <a:pt x="5537137" y="1615502"/>
                  </a:lnTo>
                  <a:lnTo>
                    <a:pt x="5537263" y="1615502"/>
                  </a:lnTo>
                  <a:lnTo>
                    <a:pt x="5537768" y="1615502"/>
                  </a:lnTo>
                  <a:lnTo>
                    <a:pt x="5538020" y="1615502"/>
                  </a:lnTo>
                  <a:lnTo>
                    <a:pt x="5538272" y="1615502"/>
                  </a:lnTo>
                  <a:lnTo>
                    <a:pt x="5538398" y="1615502"/>
                  </a:lnTo>
                  <a:lnTo>
                    <a:pt x="5538524" y="1615502"/>
                  </a:lnTo>
                  <a:lnTo>
                    <a:pt x="5538650" y="1615502"/>
                  </a:lnTo>
                  <a:lnTo>
                    <a:pt x="5539029" y="1615502"/>
                  </a:lnTo>
                  <a:lnTo>
                    <a:pt x="5539155" y="1615502"/>
                  </a:lnTo>
                  <a:lnTo>
                    <a:pt x="5539407" y="1615502"/>
                  </a:lnTo>
                  <a:lnTo>
                    <a:pt x="5540415" y="1615502"/>
                  </a:lnTo>
                  <a:lnTo>
                    <a:pt x="5540668" y="1615502"/>
                  </a:lnTo>
                  <a:lnTo>
                    <a:pt x="5540920" y="1615502"/>
                  </a:lnTo>
                  <a:lnTo>
                    <a:pt x="5541298" y="1615502"/>
                  </a:lnTo>
                  <a:lnTo>
                    <a:pt x="5542181" y="1615502"/>
                  </a:lnTo>
                  <a:lnTo>
                    <a:pt x="5542307" y="1615502"/>
                  </a:lnTo>
                  <a:lnTo>
                    <a:pt x="5542433" y="1615502"/>
                  </a:lnTo>
                  <a:lnTo>
                    <a:pt x="5542811" y="1615502"/>
                  </a:lnTo>
                  <a:lnTo>
                    <a:pt x="5543063" y="1615502"/>
                  </a:lnTo>
                  <a:lnTo>
                    <a:pt x="5543189" y="1615502"/>
                  </a:lnTo>
                  <a:lnTo>
                    <a:pt x="5543316" y="1615502"/>
                  </a:lnTo>
                  <a:lnTo>
                    <a:pt x="5544576" y="1615502"/>
                  </a:lnTo>
                  <a:lnTo>
                    <a:pt x="5544702" y="1615502"/>
                  </a:lnTo>
                  <a:lnTo>
                    <a:pt x="5544829" y="1615502"/>
                  </a:lnTo>
                  <a:lnTo>
                    <a:pt x="5545207" y="1615502"/>
                  </a:lnTo>
                  <a:lnTo>
                    <a:pt x="5545333" y="1615502"/>
                  </a:lnTo>
                  <a:lnTo>
                    <a:pt x="5545585" y="1615502"/>
                  </a:lnTo>
                  <a:lnTo>
                    <a:pt x="5545837" y="1615502"/>
                  </a:lnTo>
                  <a:lnTo>
                    <a:pt x="5546089" y="1615502"/>
                  </a:lnTo>
                  <a:lnTo>
                    <a:pt x="5546468" y="1615502"/>
                  </a:lnTo>
                  <a:lnTo>
                    <a:pt x="5547350" y="1615502"/>
                  </a:lnTo>
                  <a:lnTo>
                    <a:pt x="5547476" y="1615502"/>
                  </a:lnTo>
                  <a:lnTo>
                    <a:pt x="5547602" y="1615502"/>
                  </a:lnTo>
                  <a:lnTo>
                    <a:pt x="5547729" y="1615502"/>
                  </a:lnTo>
                  <a:lnTo>
                    <a:pt x="5548485" y="1610223"/>
                  </a:lnTo>
                  <a:lnTo>
                    <a:pt x="5548863" y="1610223"/>
                  </a:lnTo>
                  <a:lnTo>
                    <a:pt x="5549368" y="1610223"/>
                  </a:lnTo>
                  <a:lnTo>
                    <a:pt x="5549620" y="1610223"/>
                  </a:lnTo>
                  <a:lnTo>
                    <a:pt x="5550124" y="1610223"/>
                  </a:lnTo>
                  <a:lnTo>
                    <a:pt x="5550376" y="1610223"/>
                  </a:lnTo>
                  <a:lnTo>
                    <a:pt x="5550629" y="1610223"/>
                  </a:lnTo>
                  <a:lnTo>
                    <a:pt x="5551133" y="1610223"/>
                  </a:lnTo>
                  <a:lnTo>
                    <a:pt x="5551637" y="1610223"/>
                  </a:lnTo>
                  <a:lnTo>
                    <a:pt x="5552268" y="1610223"/>
                  </a:lnTo>
                  <a:lnTo>
                    <a:pt x="5552394" y="1610223"/>
                  </a:lnTo>
                  <a:lnTo>
                    <a:pt x="5552772" y="1610223"/>
                  </a:lnTo>
                  <a:lnTo>
                    <a:pt x="5553150" y="1610223"/>
                  </a:lnTo>
                  <a:lnTo>
                    <a:pt x="5553403" y="1610223"/>
                  </a:lnTo>
                  <a:lnTo>
                    <a:pt x="5553529" y="1610223"/>
                  </a:lnTo>
                  <a:lnTo>
                    <a:pt x="5553655" y="1610223"/>
                  </a:lnTo>
                  <a:lnTo>
                    <a:pt x="5553781" y="1610223"/>
                  </a:lnTo>
                  <a:lnTo>
                    <a:pt x="5553907" y="1610223"/>
                  </a:lnTo>
                  <a:lnTo>
                    <a:pt x="5554285" y="1610223"/>
                  </a:lnTo>
                  <a:lnTo>
                    <a:pt x="5554663" y="1610223"/>
                  </a:lnTo>
                  <a:lnTo>
                    <a:pt x="5555798" y="1610223"/>
                  </a:lnTo>
                  <a:lnTo>
                    <a:pt x="5556176" y="1610223"/>
                  </a:lnTo>
                  <a:lnTo>
                    <a:pt x="5556303" y="1610223"/>
                  </a:lnTo>
                  <a:lnTo>
                    <a:pt x="5556429" y="1610223"/>
                  </a:lnTo>
                  <a:lnTo>
                    <a:pt x="5556555" y="1610223"/>
                  </a:lnTo>
                  <a:lnTo>
                    <a:pt x="5556681" y="1610223"/>
                  </a:lnTo>
                  <a:lnTo>
                    <a:pt x="5556807" y="1610223"/>
                  </a:lnTo>
                  <a:lnTo>
                    <a:pt x="5557185" y="1610223"/>
                  </a:lnTo>
                  <a:lnTo>
                    <a:pt x="5557311" y="1610223"/>
                  </a:lnTo>
                  <a:lnTo>
                    <a:pt x="5558698" y="1604944"/>
                  </a:lnTo>
                  <a:lnTo>
                    <a:pt x="5558824" y="1604944"/>
                  </a:lnTo>
                  <a:lnTo>
                    <a:pt x="5559203" y="1604944"/>
                  </a:lnTo>
                  <a:lnTo>
                    <a:pt x="5559329" y="1604944"/>
                  </a:lnTo>
                  <a:lnTo>
                    <a:pt x="5559455" y="1604944"/>
                  </a:lnTo>
                  <a:lnTo>
                    <a:pt x="5560463" y="1604944"/>
                  </a:lnTo>
                  <a:lnTo>
                    <a:pt x="5560716" y="1604944"/>
                  </a:lnTo>
                  <a:lnTo>
                    <a:pt x="5560968" y="1604944"/>
                  </a:lnTo>
                  <a:lnTo>
                    <a:pt x="5561094" y="1604944"/>
                  </a:lnTo>
                  <a:lnTo>
                    <a:pt x="5562103" y="1604944"/>
                  </a:lnTo>
                  <a:lnTo>
                    <a:pt x="5562229" y="1604944"/>
                  </a:lnTo>
                  <a:lnTo>
                    <a:pt x="5562355" y="1604944"/>
                  </a:lnTo>
                  <a:lnTo>
                    <a:pt x="5562481" y="1604944"/>
                  </a:lnTo>
                  <a:lnTo>
                    <a:pt x="5562859" y="1604944"/>
                  </a:lnTo>
                  <a:lnTo>
                    <a:pt x="5563994" y="1604944"/>
                  </a:lnTo>
                  <a:lnTo>
                    <a:pt x="5564120" y="1604944"/>
                  </a:lnTo>
                  <a:lnTo>
                    <a:pt x="5564246" y="1604944"/>
                  </a:lnTo>
                  <a:lnTo>
                    <a:pt x="5564372" y="1604944"/>
                  </a:lnTo>
                  <a:lnTo>
                    <a:pt x="5565003" y="1604944"/>
                  </a:lnTo>
                  <a:lnTo>
                    <a:pt x="5565129" y="1604944"/>
                  </a:lnTo>
                  <a:lnTo>
                    <a:pt x="5565255" y="1604944"/>
                  </a:lnTo>
                  <a:lnTo>
                    <a:pt x="5565507" y="1604944"/>
                  </a:lnTo>
                  <a:lnTo>
                    <a:pt x="5565633" y="1604944"/>
                  </a:lnTo>
                  <a:lnTo>
                    <a:pt x="5565759" y="1604944"/>
                  </a:lnTo>
                  <a:lnTo>
                    <a:pt x="5566137" y="1604944"/>
                  </a:lnTo>
                  <a:lnTo>
                    <a:pt x="5566263" y="1604944"/>
                  </a:lnTo>
                  <a:lnTo>
                    <a:pt x="5566516" y="1604944"/>
                  </a:lnTo>
                  <a:lnTo>
                    <a:pt x="5567777" y="1604944"/>
                  </a:lnTo>
                  <a:lnTo>
                    <a:pt x="5568155" y="1604944"/>
                  </a:lnTo>
                  <a:lnTo>
                    <a:pt x="5568785" y="1604944"/>
                  </a:lnTo>
                  <a:lnTo>
                    <a:pt x="5568911" y="1604944"/>
                  </a:lnTo>
                  <a:lnTo>
                    <a:pt x="5569920" y="1604944"/>
                  </a:lnTo>
                  <a:lnTo>
                    <a:pt x="5570046" y="1604944"/>
                  </a:lnTo>
                  <a:lnTo>
                    <a:pt x="5570298" y="1604944"/>
                  </a:lnTo>
                  <a:lnTo>
                    <a:pt x="5570424" y="1604944"/>
                  </a:lnTo>
                  <a:lnTo>
                    <a:pt x="5571307" y="1604944"/>
                  </a:lnTo>
                  <a:lnTo>
                    <a:pt x="5571433" y="1604944"/>
                  </a:lnTo>
                  <a:lnTo>
                    <a:pt x="5571559" y="1604944"/>
                  </a:lnTo>
                  <a:lnTo>
                    <a:pt x="5571937" y="1604944"/>
                  </a:lnTo>
                  <a:lnTo>
                    <a:pt x="5572063" y="1604944"/>
                  </a:lnTo>
                  <a:lnTo>
                    <a:pt x="5572063" y="1599664"/>
                  </a:lnTo>
                  <a:lnTo>
                    <a:pt x="5572190" y="1599664"/>
                  </a:lnTo>
                  <a:lnTo>
                    <a:pt x="5572442" y="1599664"/>
                  </a:lnTo>
                  <a:lnTo>
                    <a:pt x="5572568" y="1599664"/>
                  </a:lnTo>
                  <a:lnTo>
                    <a:pt x="5572694" y="1599664"/>
                  </a:lnTo>
                  <a:lnTo>
                    <a:pt x="5572946" y="1599664"/>
                  </a:lnTo>
                  <a:lnTo>
                    <a:pt x="5573198" y="1599664"/>
                  </a:lnTo>
                  <a:lnTo>
                    <a:pt x="5573324" y="1599664"/>
                  </a:lnTo>
                  <a:lnTo>
                    <a:pt x="5573450" y="1599664"/>
                  </a:lnTo>
                  <a:lnTo>
                    <a:pt x="5573703" y="1599664"/>
                  </a:lnTo>
                  <a:lnTo>
                    <a:pt x="5573829" y="1599664"/>
                  </a:lnTo>
                  <a:lnTo>
                    <a:pt x="5573955" y="1599664"/>
                  </a:lnTo>
                  <a:lnTo>
                    <a:pt x="5574333" y="1599664"/>
                  </a:lnTo>
                  <a:lnTo>
                    <a:pt x="5574459" y="1599664"/>
                  </a:lnTo>
                  <a:lnTo>
                    <a:pt x="5577737" y="1594385"/>
                  </a:lnTo>
                  <a:lnTo>
                    <a:pt x="5577990" y="1594385"/>
                  </a:lnTo>
                  <a:lnTo>
                    <a:pt x="5578116" y="1594385"/>
                  </a:lnTo>
                  <a:lnTo>
                    <a:pt x="5579377" y="1594385"/>
                  </a:lnTo>
                  <a:lnTo>
                    <a:pt x="5579881" y="1594385"/>
                  </a:lnTo>
                  <a:lnTo>
                    <a:pt x="5580133" y="1594385"/>
                  </a:lnTo>
                  <a:lnTo>
                    <a:pt x="5580385" y="1594385"/>
                  </a:lnTo>
                  <a:lnTo>
                    <a:pt x="5580637" y="1594385"/>
                  </a:lnTo>
                  <a:lnTo>
                    <a:pt x="5580890" y="1594385"/>
                  </a:lnTo>
                  <a:lnTo>
                    <a:pt x="5581268" y="1594385"/>
                  </a:lnTo>
                  <a:lnTo>
                    <a:pt x="5581520" y="1594385"/>
                  </a:lnTo>
                  <a:lnTo>
                    <a:pt x="5581646" y="1594385"/>
                  </a:lnTo>
                  <a:lnTo>
                    <a:pt x="5582150" y="1594385"/>
                  </a:lnTo>
                  <a:lnTo>
                    <a:pt x="5582277" y="1594385"/>
                  </a:lnTo>
                  <a:lnTo>
                    <a:pt x="5582403" y="1594385"/>
                  </a:lnTo>
                  <a:lnTo>
                    <a:pt x="5582907" y="1594385"/>
                  </a:lnTo>
                  <a:lnTo>
                    <a:pt x="5583033" y="1594385"/>
                  </a:lnTo>
                  <a:lnTo>
                    <a:pt x="5583159" y="1594385"/>
                  </a:lnTo>
                  <a:lnTo>
                    <a:pt x="5583285" y="1594385"/>
                  </a:lnTo>
                  <a:lnTo>
                    <a:pt x="5583411" y="1594385"/>
                  </a:lnTo>
                  <a:lnTo>
                    <a:pt x="5583790" y="1589105"/>
                  </a:lnTo>
                  <a:lnTo>
                    <a:pt x="5583916" y="1589105"/>
                  </a:lnTo>
                  <a:lnTo>
                    <a:pt x="5584672" y="1583826"/>
                  </a:lnTo>
                  <a:lnTo>
                    <a:pt x="5585303" y="1583826"/>
                  </a:lnTo>
                  <a:lnTo>
                    <a:pt x="5585555" y="1583826"/>
                  </a:lnTo>
                  <a:lnTo>
                    <a:pt x="5586311" y="1583826"/>
                  </a:lnTo>
                  <a:lnTo>
                    <a:pt x="5586437" y="1583826"/>
                  </a:lnTo>
                  <a:lnTo>
                    <a:pt x="5586564" y="1583826"/>
                  </a:lnTo>
                  <a:lnTo>
                    <a:pt x="5587320" y="1583826"/>
                  </a:lnTo>
                  <a:lnTo>
                    <a:pt x="5587698" y="1583826"/>
                  </a:lnTo>
                  <a:lnTo>
                    <a:pt x="5587824" y="1583826"/>
                  </a:lnTo>
                  <a:lnTo>
                    <a:pt x="5588203" y="1583826"/>
                  </a:lnTo>
                  <a:lnTo>
                    <a:pt x="5588329" y="1583826"/>
                  </a:lnTo>
                  <a:lnTo>
                    <a:pt x="5588581" y="1583826"/>
                  </a:lnTo>
                  <a:lnTo>
                    <a:pt x="5588707" y="1583826"/>
                  </a:lnTo>
                  <a:lnTo>
                    <a:pt x="5589085" y="1583826"/>
                  </a:lnTo>
                  <a:lnTo>
                    <a:pt x="5589842" y="1578546"/>
                  </a:lnTo>
                  <a:lnTo>
                    <a:pt x="5589968" y="1578546"/>
                  </a:lnTo>
                  <a:lnTo>
                    <a:pt x="5590220" y="1578546"/>
                  </a:lnTo>
                  <a:lnTo>
                    <a:pt x="5590346" y="1578546"/>
                  </a:lnTo>
                  <a:lnTo>
                    <a:pt x="5590472" y="1578546"/>
                  </a:lnTo>
                  <a:lnTo>
                    <a:pt x="5590598" y="1578546"/>
                  </a:lnTo>
                  <a:lnTo>
                    <a:pt x="5591607" y="1578546"/>
                  </a:lnTo>
                  <a:lnTo>
                    <a:pt x="5591733" y="1578546"/>
                  </a:lnTo>
                  <a:lnTo>
                    <a:pt x="5591859" y="1578546"/>
                  </a:lnTo>
                  <a:lnTo>
                    <a:pt x="5591985" y="1578546"/>
                  </a:lnTo>
                  <a:lnTo>
                    <a:pt x="5592111" y="1573267"/>
                  </a:lnTo>
                  <a:lnTo>
                    <a:pt x="5592237" y="1573267"/>
                  </a:lnTo>
                  <a:lnTo>
                    <a:pt x="5592742" y="1573267"/>
                  </a:lnTo>
                  <a:lnTo>
                    <a:pt x="5593120" y="1573267"/>
                  </a:lnTo>
                  <a:lnTo>
                    <a:pt x="5593624" y="1573267"/>
                  </a:lnTo>
                  <a:lnTo>
                    <a:pt x="5593751" y="1573267"/>
                  </a:lnTo>
                  <a:lnTo>
                    <a:pt x="5594003" y="1573267"/>
                  </a:lnTo>
                  <a:lnTo>
                    <a:pt x="5594129" y="1573267"/>
                  </a:lnTo>
                  <a:lnTo>
                    <a:pt x="5594633" y="1573267"/>
                  </a:lnTo>
                  <a:lnTo>
                    <a:pt x="5595011" y="1573267"/>
                  </a:lnTo>
                  <a:lnTo>
                    <a:pt x="5595138" y="1573267"/>
                  </a:lnTo>
                  <a:lnTo>
                    <a:pt x="5595390" y="1573267"/>
                  </a:lnTo>
                  <a:lnTo>
                    <a:pt x="5595516" y="1573267"/>
                  </a:lnTo>
                  <a:lnTo>
                    <a:pt x="5596524" y="1573267"/>
                  </a:lnTo>
                  <a:lnTo>
                    <a:pt x="5596651" y="1573267"/>
                  </a:lnTo>
                  <a:lnTo>
                    <a:pt x="5596903" y="1573267"/>
                  </a:lnTo>
                  <a:lnTo>
                    <a:pt x="5597029" y="1573267"/>
                  </a:lnTo>
                  <a:lnTo>
                    <a:pt x="5597281" y="1573267"/>
                  </a:lnTo>
                  <a:lnTo>
                    <a:pt x="5597407" y="1573267"/>
                  </a:lnTo>
                  <a:lnTo>
                    <a:pt x="5597785" y="1573267"/>
                  </a:lnTo>
                  <a:lnTo>
                    <a:pt x="5598290" y="1573267"/>
                  </a:lnTo>
                  <a:lnTo>
                    <a:pt x="5598416" y="1573267"/>
                  </a:lnTo>
                  <a:lnTo>
                    <a:pt x="5598542" y="1573267"/>
                  </a:lnTo>
                  <a:lnTo>
                    <a:pt x="5599046" y="1573267"/>
                  </a:lnTo>
                  <a:lnTo>
                    <a:pt x="5599172" y="1573267"/>
                  </a:lnTo>
                  <a:lnTo>
                    <a:pt x="5599551" y="1573267"/>
                  </a:lnTo>
                  <a:lnTo>
                    <a:pt x="5600559" y="1567988"/>
                  </a:lnTo>
                  <a:lnTo>
                    <a:pt x="5601190" y="1567988"/>
                  </a:lnTo>
                  <a:lnTo>
                    <a:pt x="5601316" y="1567988"/>
                  </a:lnTo>
                  <a:lnTo>
                    <a:pt x="5601694" y="1567988"/>
                  </a:lnTo>
                  <a:lnTo>
                    <a:pt x="5601820" y="1567988"/>
                  </a:lnTo>
                  <a:lnTo>
                    <a:pt x="5601946" y="1567988"/>
                  </a:lnTo>
                  <a:lnTo>
                    <a:pt x="5602451" y="1567988"/>
                  </a:lnTo>
                  <a:lnTo>
                    <a:pt x="5602829" y="1567988"/>
                  </a:lnTo>
                  <a:lnTo>
                    <a:pt x="5602955" y="1567988"/>
                  </a:lnTo>
                  <a:lnTo>
                    <a:pt x="5603585" y="1567988"/>
                  </a:lnTo>
                  <a:lnTo>
                    <a:pt x="5603711" y="1567988"/>
                  </a:lnTo>
                  <a:lnTo>
                    <a:pt x="5603838" y="1567988"/>
                  </a:lnTo>
                  <a:lnTo>
                    <a:pt x="5604342" y="1567988"/>
                  </a:lnTo>
                  <a:lnTo>
                    <a:pt x="5605225" y="1567988"/>
                  </a:lnTo>
                  <a:lnTo>
                    <a:pt x="5605351" y="1567988"/>
                  </a:lnTo>
                  <a:lnTo>
                    <a:pt x="5605729" y="1567988"/>
                  </a:lnTo>
                  <a:lnTo>
                    <a:pt x="5605981" y="1567988"/>
                  </a:lnTo>
                  <a:lnTo>
                    <a:pt x="5606990" y="1567988"/>
                  </a:lnTo>
                  <a:lnTo>
                    <a:pt x="5607116" y="1567988"/>
                  </a:lnTo>
                  <a:lnTo>
                    <a:pt x="5607494" y="1567988"/>
                  </a:lnTo>
                  <a:lnTo>
                    <a:pt x="5607998" y="1562708"/>
                  </a:lnTo>
                  <a:lnTo>
                    <a:pt x="5608377" y="1562708"/>
                  </a:lnTo>
                  <a:lnTo>
                    <a:pt x="5608755" y="1562708"/>
                  </a:lnTo>
                  <a:lnTo>
                    <a:pt x="5609007" y="1562708"/>
                  </a:lnTo>
                  <a:lnTo>
                    <a:pt x="5609133" y="1562708"/>
                  </a:lnTo>
                  <a:lnTo>
                    <a:pt x="5609259" y="1562708"/>
                  </a:lnTo>
                  <a:lnTo>
                    <a:pt x="5609385" y="1562708"/>
                  </a:lnTo>
                  <a:lnTo>
                    <a:pt x="5609512" y="1562708"/>
                  </a:lnTo>
                  <a:lnTo>
                    <a:pt x="5609638" y="1562708"/>
                  </a:lnTo>
                  <a:lnTo>
                    <a:pt x="5609764" y="1562708"/>
                  </a:lnTo>
                  <a:lnTo>
                    <a:pt x="5610016" y="1562708"/>
                  </a:lnTo>
                  <a:lnTo>
                    <a:pt x="5610142" y="1562708"/>
                  </a:lnTo>
                  <a:lnTo>
                    <a:pt x="5610394" y="1562708"/>
                  </a:lnTo>
                  <a:lnTo>
                    <a:pt x="5611277" y="1562708"/>
                  </a:lnTo>
                  <a:lnTo>
                    <a:pt x="5611529" y="1562708"/>
                  </a:lnTo>
                  <a:lnTo>
                    <a:pt x="5611781" y="1562708"/>
                  </a:lnTo>
                  <a:lnTo>
                    <a:pt x="5612790" y="1557429"/>
                  </a:lnTo>
                  <a:lnTo>
                    <a:pt x="5613168" y="1557429"/>
                  </a:lnTo>
                  <a:lnTo>
                    <a:pt x="5613672" y="1557429"/>
                  </a:lnTo>
                  <a:lnTo>
                    <a:pt x="5614177" y="1557429"/>
                  </a:lnTo>
                  <a:lnTo>
                    <a:pt x="5614303" y="1557429"/>
                  </a:lnTo>
                  <a:lnTo>
                    <a:pt x="5614429" y="1557429"/>
                  </a:lnTo>
                  <a:lnTo>
                    <a:pt x="5614681" y="1557429"/>
                  </a:lnTo>
                  <a:lnTo>
                    <a:pt x="5615185" y="1552149"/>
                  </a:lnTo>
                  <a:lnTo>
                    <a:pt x="5615438" y="1552149"/>
                  </a:lnTo>
                  <a:lnTo>
                    <a:pt x="5615564" y="1552149"/>
                  </a:lnTo>
                  <a:lnTo>
                    <a:pt x="5615816" y="1552149"/>
                  </a:lnTo>
                  <a:lnTo>
                    <a:pt x="5615942" y="1552149"/>
                  </a:lnTo>
                  <a:lnTo>
                    <a:pt x="5616068" y="1552149"/>
                  </a:lnTo>
                  <a:lnTo>
                    <a:pt x="5616194" y="1552149"/>
                  </a:lnTo>
                  <a:lnTo>
                    <a:pt x="5616320" y="1552149"/>
                  </a:lnTo>
                  <a:lnTo>
                    <a:pt x="5616446" y="1552149"/>
                  </a:lnTo>
                  <a:lnTo>
                    <a:pt x="5616825" y="1552149"/>
                  </a:lnTo>
                  <a:lnTo>
                    <a:pt x="5619220" y="1546870"/>
                  </a:lnTo>
                  <a:lnTo>
                    <a:pt x="5619346" y="1546870"/>
                  </a:lnTo>
                  <a:lnTo>
                    <a:pt x="5619599" y="1546870"/>
                  </a:lnTo>
                  <a:lnTo>
                    <a:pt x="5620355" y="1546870"/>
                  </a:lnTo>
                  <a:lnTo>
                    <a:pt x="5620481" y="1546870"/>
                  </a:lnTo>
                  <a:lnTo>
                    <a:pt x="5620607" y="1546870"/>
                  </a:lnTo>
                  <a:lnTo>
                    <a:pt x="5620733" y="1546870"/>
                  </a:lnTo>
                  <a:lnTo>
                    <a:pt x="5620859" y="1546870"/>
                  </a:lnTo>
                  <a:lnTo>
                    <a:pt x="5621364" y="1546870"/>
                  </a:lnTo>
                  <a:lnTo>
                    <a:pt x="5621490" y="1546870"/>
                  </a:lnTo>
                  <a:lnTo>
                    <a:pt x="5621868" y="1546870"/>
                  </a:lnTo>
                  <a:lnTo>
                    <a:pt x="5622246" y="1546870"/>
                  </a:lnTo>
                  <a:lnTo>
                    <a:pt x="5622625" y="1546870"/>
                  </a:lnTo>
                  <a:lnTo>
                    <a:pt x="5622877" y="1546870"/>
                  </a:lnTo>
                  <a:lnTo>
                    <a:pt x="5623003" y="1546870"/>
                  </a:lnTo>
                  <a:lnTo>
                    <a:pt x="5623255" y="1546870"/>
                  </a:lnTo>
                  <a:lnTo>
                    <a:pt x="5623381" y="1546870"/>
                  </a:lnTo>
                  <a:lnTo>
                    <a:pt x="5623885" y="1546870"/>
                  </a:lnTo>
                  <a:lnTo>
                    <a:pt x="5624012" y="1546870"/>
                  </a:lnTo>
                  <a:lnTo>
                    <a:pt x="5624264" y="1546870"/>
                  </a:lnTo>
                  <a:lnTo>
                    <a:pt x="5624768" y="1546870"/>
                  </a:lnTo>
                  <a:lnTo>
                    <a:pt x="5625146" y="1546870"/>
                  </a:lnTo>
                  <a:lnTo>
                    <a:pt x="5625525" y="1546870"/>
                  </a:lnTo>
                  <a:lnTo>
                    <a:pt x="5625777" y="1546870"/>
                  </a:lnTo>
                  <a:lnTo>
                    <a:pt x="5627290" y="1546870"/>
                  </a:lnTo>
                  <a:lnTo>
                    <a:pt x="5627920" y="1546870"/>
                  </a:lnTo>
                  <a:lnTo>
                    <a:pt x="5628425" y="1546870"/>
                  </a:lnTo>
                  <a:lnTo>
                    <a:pt x="5629307" y="1546870"/>
                  </a:lnTo>
                  <a:lnTo>
                    <a:pt x="5629433" y="1546870"/>
                  </a:lnTo>
                  <a:lnTo>
                    <a:pt x="5629559" y="1546870"/>
                  </a:lnTo>
                  <a:lnTo>
                    <a:pt x="5629686" y="1546870"/>
                  </a:lnTo>
                  <a:lnTo>
                    <a:pt x="5629938" y="1546870"/>
                  </a:lnTo>
                  <a:lnTo>
                    <a:pt x="5630190" y="1546870"/>
                  </a:lnTo>
                  <a:lnTo>
                    <a:pt x="5630694" y="1546870"/>
                  </a:lnTo>
                  <a:lnTo>
                    <a:pt x="5630820" y="1546870"/>
                  </a:lnTo>
                  <a:lnTo>
                    <a:pt x="5631072" y="1546870"/>
                  </a:lnTo>
                  <a:lnTo>
                    <a:pt x="5632081" y="1546870"/>
                  </a:lnTo>
                  <a:lnTo>
                    <a:pt x="5632838" y="1546870"/>
                  </a:lnTo>
                  <a:lnTo>
                    <a:pt x="5633468" y="1546870"/>
                  </a:lnTo>
                  <a:lnTo>
                    <a:pt x="5633594" y="1546870"/>
                  </a:lnTo>
                  <a:lnTo>
                    <a:pt x="5633973" y="1546870"/>
                  </a:lnTo>
                  <a:lnTo>
                    <a:pt x="5634099" y="1546870"/>
                  </a:lnTo>
                  <a:lnTo>
                    <a:pt x="5634855" y="1546870"/>
                  </a:lnTo>
                  <a:lnTo>
                    <a:pt x="5635359" y="1546870"/>
                  </a:lnTo>
                  <a:lnTo>
                    <a:pt x="5635486" y="1541591"/>
                  </a:lnTo>
                  <a:lnTo>
                    <a:pt x="5635738" y="1541591"/>
                  </a:lnTo>
                  <a:lnTo>
                    <a:pt x="5635864" y="1541591"/>
                  </a:lnTo>
                  <a:lnTo>
                    <a:pt x="5636116" y="1541591"/>
                  </a:lnTo>
                  <a:lnTo>
                    <a:pt x="5636116" y="1536311"/>
                  </a:lnTo>
                  <a:lnTo>
                    <a:pt x="5637503" y="1531032"/>
                  </a:lnTo>
                  <a:lnTo>
                    <a:pt x="5637881" y="1531032"/>
                  </a:lnTo>
                  <a:lnTo>
                    <a:pt x="5638007" y="1531032"/>
                  </a:lnTo>
                  <a:lnTo>
                    <a:pt x="5638133" y="1531032"/>
                  </a:lnTo>
                  <a:lnTo>
                    <a:pt x="5638259" y="1531032"/>
                  </a:lnTo>
                  <a:lnTo>
                    <a:pt x="5638386" y="1531032"/>
                  </a:lnTo>
                  <a:lnTo>
                    <a:pt x="5638512" y="1531032"/>
                  </a:lnTo>
                  <a:lnTo>
                    <a:pt x="5638638" y="1531032"/>
                  </a:lnTo>
                  <a:lnTo>
                    <a:pt x="5638764" y="1531032"/>
                  </a:lnTo>
                  <a:lnTo>
                    <a:pt x="5638890" y="1531032"/>
                  </a:lnTo>
                  <a:lnTo>
                    <a:pt x="5639142" y="1525752"/>
                  </a:lnTo>
                  <a:lnTo>
                    <a:pt x="5639394" y="1525752"/>
                  </a:lnTo>
                  <a:lnTo>
                    <a:pt x="5639773" y="1525752"/>
                  </a:lnTo>
                  <a:lnTo>
                    <a:pt x="5639899" y="1525752"/>
                  </a:lnTo>
                  <a:lnTo>
                    <a:pt x="5640151" y="1525752"/>
                  </a:lnTo>
                  <a:lnTo>
                    <a:pt x="5640403" y="1525752"/>
                  </a:lnTo>
                  <a:lnTo>
                    <a:pt x="5641412" y="1525752"/>
                  </a:lnTo>
                  <a:lnTo>
                    <a:pt x="5641538" y="1525752"/>
                  </a:lnTo>
                  <a:lnTo>
                    <a:pt x="5642294" y="1525752"/>
                  </a:lnTo>
                  <a:lnTo>
                    <a:pt x="5642420" y="1525752"/>
                  </a:lnTo>
                  <a:lnTo>
                    <a:pt x="5642546" y="1525752"/>
                  </a:lnTo>
                  <a:lnTo>
                    <a:pt x="5642925" y="1525752"/>
                  </a:lnTo>
                  <a:lnTo>
                    <a:pt x="5643177" y="1525752"/>
                  </a:lnTo>
                  <a:lnTo>
                    <a:pt x="5643429" y="1525752"/>
                  </a:lnTo>
                  <a:lnTo>
                    <a:pt x="5644060" y="1525752"/>
                  </a:lnTo>
                  <a:lnTo>
                    <a:pt x="5644186" y="1525752"/>
                  </a:lnTo>
                  <a:lnTo>
                    <a:pt x="5645320" y="1525752"/>
                  </a:lnTo>
                  <a:lnTo>
                    <a:pt x="5645951" y="1525752"/>
                  </a:lnTo>
                  <a:lnTo>
                    <a:pt x="5646203" y="1525752"/>
                  </a:lnTo>
                  <a:lnTo>
                    <a:pt x="5646455" y="1525752"/>
                  </a:lnTo>
                  <a:lnTo>
                    <a:pt x="5646707" y="1525752"/>
                  </a:lnTo>
                  <a:lnTo>
                    <a:pt x="5646833" y="1525752"/>
                  </a:lnTo>
                  <a:lnTo>
                    <a:pt x="5647212" y="1525752"/>
                  </a:lnTo>
                  <a:lnTo>
                    <a:pt x="5647338" y="1525752"/>
                  </a:lnTo>
                  <a:lnTo>
                    <a:pt x="5647968" y="1525752"/>
                  </a:lnTo>
                  <a:lnTo>
                    <a:pt x="5648094" y="1525752"/>
                  </a:lnTo>
                  <a:lnTo>
                    <a:pt x="5648599" y="1525752"/>
                  </a:lnTo>
                  <a:lnTo>
                    <a:pt x="5648725" y="1525752"/>
                  </a:lnTo>
                  <a:lnTo>
                    <a:pt x="5648725" y="1520473"/>
                  </a:lnTo>
                  <a:lnTo>
                    <a:pt x="5649103" y="1520473"/>
                  </a:lnTo>
                  <a:lnTo>
                    <a:pt x="5651247" y="1520473"/>
                  </a:lnTo>
                  <a:lnTo>
                    <a:pt x="5651625" y="1520473"/>
                  </a:lnTo>
                  <a:lnTo>
                    <a:pt x="5651877" y="1520473"/>
                  </a:lnTo>
                  <a:lnTo>
                    <a:pt x="5652255" y="1520473"/>
                  </a:lnTo>
                  <a:lnTo>
                    <a:pt x="5652507" y="1520473"/>
                  </a:lnTo>
                  <a:lnTo>
                    <a:pt x="5652760" y="1520473"/>
                  </a:lnTo>
                  <a:lnTo>
                    <a:pt x="5652886" y="1520473"/>
                  </a:lnTo>
                  <a:lnTo>
                    <a:pt x="5653012" y="1520473"/>
                  </a:lnTo>
                  <a:lnTo>
                    <a:pt x="5653390" y="1520473"/>
                  </a:lnTo>
                  <a:lnTo>
                    <a:pt x="5653516" y="1520473"/>
                  </a:lnTo>
                  <a:lnTo>
                    <a:pt x="5653894" y="1520473"/>
                  </a:lnTo>
                  <a:lnTo>
                    <a:pt x="5655155" y="1520473"/>
                  </a:lnTo>
                  <a:lnTo>
                    <a:pt x="5655407" y="1520473"/>
                  </a:lnTo>
                  <a:lnTo>
                    <a:pt x="5655786" y="1520473"/>
                  </a:lnTo>
                  <a:lnTo>
                    <a:pt x="5655912" y="1520473"/>
                  </a:lnTo>
                  <a:lnTo>
                    <a:pt x="5656164" y="1520473"/>
                  </a:lnTo>
                  <a:lnTo>
                    <a:pt x="5656290" y="1520473"/>
                  </a:lnTo>
                  <a:lnTo>
                    <a:pt x="5656416" y="1520473"/>
                  </a:lnTo>
                  <a:lnTo>
                    <a:pt x="5656542" y="1520473"/>
                  </a:lnTo>
                  <a:lnTo>
                    <a:pt x="5656920" y="1520473"/>
                  </a:lnTo>
                  <a:lnTo>
                    <a:pt x="5657173" y="1520473"/>
                  </a:lnTo>
                  <a:lnTo>
                    <a:pt x="5657551" y="1515193"/>
                  </a:lnTo>
                  <a:lnTo>
                    <a:pt x="5657677" y="1515193"/>
                  </a:lnTo>
                  <a:lnTo>
                    <a:pt x="5657803" y="1515193"/>
                  </a:lnTo>
                  <a:lnTo>
                    <a:pt x="5658560" y="1515193"/>
                  </a:lnTo>
                  <a:lnTo>
                    <a:pt x="5658686" y="1515193"/>
                  </a:lnTo>
                  <a:lnTo>
                    <a:pt x="5659820" y="1515193"/>
                  </a:lnTo>
                  <a:lnTo>
                    <a:pt x="5660073" y="1515193"/>
                  </a:lnTo>
                  <a:lnTo>
                    <a:pt x="5661460" y="1515193"/>
                  </a:lnTo>
                  <a:lnTo>
                    <a:pt x="5661838" y="1515193"/>
                  </a:lnTo>
                  <a:lnTo>
                    <a:pt x="5661964" y="1515193"/>
                  </a:lnTo>
                  <a:lnTo>
                    <a:pt x="5662216" y="1515193"/>
                  </a:lnTo>
                  <a:lnTo>
                    <a:pt x="5662468" y="1515193"/>
                  </a:lnTo>
                  <a:lnTo>
                    <a:pt x="5662594" y="1515193"/>
                  </a:lnTo>
                  <a:lnTo>
                    <a:pt x="5662720" y="1515193"/>
                  </a:lnTo>
                  <a:lnTo>
                    <a:pt x="5662847" y="1515193"/>
                  </a:lnTo>
                  <a:lnTo>
                    <a:pt x="5663603" y="1515193"/>
                  </a:lnTo>
                  <a:lnTo>
                    <a:pt x="5664107" y="1515193"/>
                  </a:lnTo>
                  <a:lnTo>
                    <a:pt x="5664360" y="1515193"/>
                  </a:lnTo>
                  <a:lnTo>
                    <a:pt x="5664738" y="1515193"/>
                  </a:lnTo>
                  <a:lnTo>
                    <a:pt x="5664864" y="1515193"/>
                  </a:lnTo>
                  <a:lnTo>
                    <a:pt x="5664990" y="1515193"/>
                  </a:lnTo>
                  <a:lnTo>
                    <a:pt x="5665368" y="1515193"/>
                  </a:lnTo>
                  <a:lnTo>
                    <a:pt x="5665620" y="1515193"/>
                  </a:lnTo>
                  <a:lnTo>
                    <a:pt x="5665999" y="1515193"/>
                  </a:lnTo>
                  <a:lnTo>
                    <a:pt x="5666125" y="1515193"/>
                  </a:lnTo>
                  <a:lnTo>
                    <a:pt x="5666125" y="1509914"/>
                  </a:lnTo>
                  <a:lnTo>
                    <a:pt x="5666377" y="1509914"/>
                  </a:lnTo>
                  <a:lnTo>
                    <a:pt x="5666629" y="1509914"/>
                  </a:lnTo>
                  <a:lnTo>
                    <a:pt x="5667007" y="1509914"/>
                  </a:lnTo>
                  <a:lnTo>
                    <a:pt x="5667134" y="1509914"/>
                  </a:lnTo>
                  <a:lnTo>
                    <a:pt x="5667260" y="1509914"/>
                  </a:lnTo>
                  <a:lnTo>
                    <a:pt x="5669277" y="1504635"/>
                  </a:lnTo>
                  <a:lnTo>
                    <a:pt x="5669529" y="1504635"/>
                  </a:lnTo>
                  <a:lnTo>
                    <a:pt x="5669781" y="1504635"/>
                  </a:lnTo>
                  <a:lnTo>
                    <a:pt x="5669907" y="1504635"/>
                  </a:lnTo>
                  <a:lnTo>
                    <a:pt x="5670034" y="1504635"/>
                  </a:lnTo>
                  <a:lnTo>
                    <a:pt x="5670412" y="1504635"/>
                  </a:lnTo>
                  <a:lnTo>
                    <a:pt x="5670538" y="1504635"/>
                  </a:lnTo>
                  <a:lnTo>
                    <a:pt x="5670664" y="1504635"/>
                  </a:lnTo>
                  <a:lnTo>
                    <a:pt x="5670790" y="1504635"/>
                  </a:lnTo>
                  <a:lnTo>
                    <a:pt x="5671042" y="1504635"/>
                  </a:lnTo>
                  <a:lnTo>
                    <a:pt x="5671547" y="1504635"/>
                  </a:lnTo>
                  <a:lnTo>
                    <a:pt x="5671673" y="1504635"/>
                  </a:lnTo>
                  <a:lnTo>
                    <a:pt x="5671799" y="1504635"/>
                  </a:lnTo>
                  <a:lnTo>
                    <a:pt x="5672807" y="1504635"/>
                  </a:lnTo>
                  <a:lnTo>
                    <a:pt x="5673186" y="1499355"/>
                  </a:lnTo>
                  <a:lnTo>
                    <a:pt x="5673438" y="1499355"/>
                  </a:lnTo>
                  <a:lnTo>
                    <a:pt x="5673564" y="1499355"/>
                  </a:lnTo>
                  <a:lnTo>
                    <a:pt x="5673690" y="1499355"/>
                  </a:lnTo>
                  <a:lnTo>
                    <a:pt x="5673816" y="1499355"/>
                  </a:lnTo>
                  <a:lnTo>
                    <a:pt x="5673942" y="1499355"/>
                  </a:lnTo>
                  <a:lnTo>
                    <a:pt x="5675329" y="1499355"/>
                  </a:lnTo>
                  <a:lnTo>
                    <a:pt x="5675960" y="1499355"/>
                  </a:lnTo>
                  <a:lnTo>
                    <a:pt x="5676464" y="1499355"/>
                  </a:lnTo>
                  <a:lnTo>
                    <a:pt x="5676590" y="1499355"/>
                  </a:lnTo>
                  <a:lnTo>
                    <a:pt x="5676716" y="1499355"/>
                  </a:lnTo>
                  <a:lnTo>
                    <a:pt x="5676968" y="1499355"/>
                  </a:lnTo>
                  <a:lnTo>
                    <a:pt x="5677599" y="1499355"/>
                  </a:lnTo>
                  <a:lnTo>
                    <a:pt x="5677725" y="1499355"/>
                  </a:lnTo>
                  <a:lnTo>
                    <a:pt x="5678481" y="1499355"/>
                  </a:lnTo>
                  <a:lnTo>
                    <a:pt x="5678608" y="1499355"/>
                  </a:lnTo>
                  <a:lnTo>
                    <a:pt x="5678986" y="1499355"/>
                  </a:lnTo>
                  <a:lnTo>
                    <a:pt x="5679994" y="1499355"/>
                  </a:lnTo>
                  <a:lnTo>
                    <a:pt x="5680247" y="1499355"/>
                  </a:lnTo>
                  <a:lnTo>
                    <a:pt x="5680373" y="1499355"/>
                  </a:lnTo>
                  <a:lnTo>
                    <a:pt x="5680499" y="1499355"/>
                  </a:lnTo>
                  <a:lnTo>
                    <a:pt x="5680625" y="1499355"/>
                  </a:lnTo>
                  <a:lnTo>
                    <a:pt x="5681129" y="1499355"/>
                  </a:lnTo>
                  <a:lnTo>
                    <a:pt x="5681508" y="1499355"/>
                  </a:lnTo>
                  <a:lnTo>
                    <a:pt x="5681886" y="1499355"/>
                  </a:lnTo>
                  <a:lnTo>
                    <a:pt x="5682012" y="1499355"/>
                  </a:lnTo>
                  <a:lnTo>
                    <a:pt x="5682894" y="1499355"/>
                  </a:lnTo>
                  <a:lnTo>
                    <a:pt x="5683399" y="1499355"/>
                  </a:lnTo>
                  <a:lnTo>
                    <a:pt x="5684155" y="1499355"/>
                  </a:lnTo>
                  <a:lnTo>
                    <a:pt x="5684534" y="1499355"/>
                  </a:lnTo>
                  <a:lnTo>
                    <a:pt x="5685038" y="1499355"/>
                  </a:lnTo>
                  <a:lnTo>
                    <a:pt x="5685290" y="1499355"/>
                  </a:lnTo>
                  <a:lnTo>
                    <a:pt x="5685542" y="1499355"/>
                  </a:lnTo>
                  <a:lnTo>
                    <a:pt x="5685795" y="1499355"/>
                  </a:lnTo>
                  <a:lnTo>
                    <a:pt x="5686173" y="1494076"/>
                  </a:lnTo>
                  <a:lnTo>
                    <a:pt x="5686425" y="1494076"/>
                  </a:lnTo>
                  <a:lnTo>
                    <a:pt x="5687686" y="1494076"/>
                  </a:lnTo>
                  <a:lnTo>
                    <a:pt x="5687812" y="1494076"/>
                  </a:lnTo>
                  <a:lnTo>
                    <a:pt x="5687938" y="1494076"/>
                  </a:lnTo>
                  <a:lnTo>
                    <a:pt x="5688568" y="1494076"/>
                  </a:lnTo>
                  <a:lnTo>
                    <a:pt x="5688695" y="1494076"/>
                  </a:lnTo>
                  <a:lnTo>
                    <a:pt x="5688821" y="1494076"/>
                  </a:lnTo>
                  <a:lnTo>
                    <a:pt x="5689577" y="1494076"/>
                  </a:lnTo>
                  <a:lnTo>
                    <a:pt x="5689703" y="1494076"/>
                  </a:lnTo>
                  <a:lnTo>
                    <a:pt x="5689829" y="1494076"/>
                  </a:lnTo>
                  <a:lnTo>
                    <a:pt x="5690081" y="1494076"/>
                  </a:lnTo>
                  <a:lnTo>
                    <a:pt x="5691090" y="1494076"/>
                  </a:lnTo>
                  <a:lnTo>
                    <a:pt x="5691216" y="1494076"/>
                  </a:lnTo>
                  <a:lnTo>
                    <a:pt x="5691342" y="1494076"/>
                  </a:lnTo>
                  <a:lnTo>
                    <a:pt x="5692351" y="1494076"/>
                  </a:lnTo>
                  <a:lnTo>
                    <a:pt x="5692477" y="1494076"/>
                  </a:lnTo>
                  <a:lnTo>
                    <a:pt x="5692855" y="1494076"/>
                  </a:lnTo>
                  <a:lnTo>
                    <a:pt x="5693486" y="1494076"/>
                  </a:lnTo>
                  <a:lnTo>
                    <a:pt x="5693612" y="1494076"/>
                  </a:lnTo>
                  <a:lnTo>
                    <a:pt x="5693738" y="1494076"/>
                  </a:lnTo>
                  <a:lnTo>
                    <a:pt x="5695377" y="1494076"/>
                  </a:lnTo>
                  <a:lnTo>
                    <a:pt x="5695629" y="1494076"/>
                  </a:lnTo>
                  <a:lnTo>
                    <a:pt x="5695882" y="1494076"/>
                  </a:lnTo>
                  <a:lnTo>
                    <a:pt x="5696008" y="1494076"/>
                  </a:lnTo>
                  <a:lnTo>
                    <a:pt x="5696512" y="1494076"/>
                  </a:lnTo>
                  <a:lnTo>
                    <a:pt x="5696638" y="1494076"/>
                  </a:lnTo>
                  <a:lnTo>
                    <a:pt x="5696764" y="1494076"/>
                  </a:lnTo>
                  <a:lnTo>
                    <a:pt x="5696890" y="1494076"/>
                  </a:lnTo>
                  <a:lnTo>
                    <a:pt x="5697142" y="1494076"/>
                  </a:lnTo>
                  <a:lnTo>
                    <a:pt x="5697268" y="1494076"/>
                  </a:lnTo>
                  <a:lnTo>
                    <a:pt x="5697521" y="1494076"/>
                  </a:lnTo>
                  <a:lnTo>
                    <a:pt x="5698655" y="1494076"/>
                  </a:lnTo>
                  <a:lnTo>
                    <a:pt x="5698782" y="1494076"/>
                  </a:lnTo>
                  <a:lnTo>
                    <a:pt x="5699160" y="1494076"/>
                  </a:lnTo>
                  <a:lnTo>
                    <a:pt x="5699286" y="1494076"/>
                  </a:lnTo>
                  <a:lnTo>
                    <a:pt x="5699412" y="1494076"/>
                  </a:lnTo>
                  <a:lnTo>
                    <a:pt x="5699664" y="1494076"/>
                  </a:lnTo>
                  <a:lnTo>
                    <a:pt x="5699790" y="1494076"/>
                  </a:lnTo>
                  <a:lnTo>
                    <a:pt x="5700168" y="1494076"/>
                  </a:lnTo>
                  <a:lnTo>
                    <a:pt x="5700421" y="1494076"/>
                  </a:lnTo>
                  <a:lnTo>
                    <a:pt x="5700925" y="1494076"/>
                  </a:lnTo>
                  <a:lnTo>
                    <a:pt x="5701934" y="1494076"/>
                  </a:lnTo>
                  <a:lnTo>
                    <a:pt x="5702060" y="1494076"/>
                  </a:lnTo>
                  <a:lnTo>
                    <a:pt x="5702438" y="1494076"/>
                  </a:lnTo>
                  <a:lnTo>
                    <a:pt x="5702816" y="1494076"/>
                  </a:lnTo>
                  <a:lnTo>
                    <a:pt x="5703195" y="1494076"/>
                  </a:lnTo>
                  <a:lnTo>
                    <a:pt x="5703321" y="1494076"/>
                  </a:lnTo>
                  <a:lnTo>
                    <a:pt x="5703699" y="1494076"/>
                  </a:lnTo>
                  <a:lnTo>
                    <a:pt x="5703951" y="1494076"/>
                  </a:lnTo>
                  <a:lnTo>
                    <a:pt x="5704455" y="1494076"/>
                  </a:lnTo>
                  <a:lnTo>
                    <a:pt x="5704582" y="1494076"/>
                  </a:lnTo>
                  <a:lnTo>
                    <a:pt x="5704708" y="1488796"/>
                  </a:lnTo>
                  <a:lnTo>
                    <a:pt x="5706347" y="1488796"/>
                  </a:lnTo>
                  <a:lnTo>
                    <a:pt x="5706473" y="1488796"/>
                  </a:lnTo>
                  <a:lnTo>
                    <a:pt x="5706599" y="1488796"/>
                  </a:lnTo>
                  <a:lnTo>
                    <a:pt x="5706977" y="1488796"/>
                  </a:lnTo>
                  <a:lnTo>
                    <a:pt x="5707103" y="1488796"/>
                  </a:lnTo>
                  <a:lnTo>
                    <a:pt x="5707355" y="1488796"/>
                  </a:lnTo>
                  <a:lnTo>
                    <a:pt x="5707734" y="1488796"/>
                  </a:lnTo>
                  <a:lnTo>
                    <a:pt x="5707860" y="1488796"/>
                  </a:lnTo>
                  <a:lnTo>
                    <a:pt x="5708238" y="1488796"/>
                  </a:lnTo>
                  <a:lnTo>
                    <a:pt x="5708616" y="1488796"/>
                  </a:lnTo>
                  <a:lnTo>
                    <a:pt x="5708742" y="1488796"/>
                  </a:lnTo>
                  <a:lnTo>
                    <a:pt x="5708995" y="1488796"/>
                  </a:lnTo>
                  <a:lnTo>
                    <a:pt x="5709121" y="1488796"/>
                  </a:lnTo>
                  <a:lnTo>
                    <a:pt x="5709751" y="1488796"/>
                  </a:lnTo>
                  <a:lnTo>
                    <a:pt x="5709751" y="1483517"/>
                  </a:lnTo>
                  <a:lnTo>
                    <a:pt x="5710508" y="1483517"/>
                  </a:lnTo>
                  <a:lnTo>
                    <a:pt x="5711264" y="1483517"/>
                  </a:lnTo>
                  <a:lnTo>
                    <a:pt x="5711390" y="1483517"/>
                  </a:lnTo>
                  <a:lnTo>
                    <a:pt x="5711516" y="1483517"/>
                  </a:lnTo>
                  <a:lnTo>
                    <a:pt x="5711769" y="1483517"/>
                  </a:lnTo>
                  <a:lnTo>
                    <a:pt x="5711895" y="1483517"/>
                  </a:lnTo>
                  <a:lnTo>
                    <a:pt x="5712399" y="1483517"/>
                  </a:lnTo>
                  <a:lnTo>
                    <a:pt x="5713156" y="1483517"/>
                  </a:lnTo>
                  <a:lnTo>
                    <a:pt x="5713282" y="1483517"/>
                  </a:lnTo>
                  <a:lnTo>
                    <a:pt x="5713408" y="1483517"/>
                  </a:lnTo>
                  <a:lnTo>
                    <a:pt x="5713786" y="1483517"/>
                  </a:lnTo>
                  <a:lnTo>
                    <a:pt x="5714038" y="1483517"/>
                  </a:lnTo>
                  <a:lnTo>
                    <a:pt x="5714164" y="1483517"/>
                  </a:lnTo>
                  <a:lnTo>
                    <a:pt x="5714416" y="1483517"/>
                  </a:lnTo>
                  <a:lnTo>
                    <a:pt x="5714542" y="1483517"/>
                  </a:lnTo>
                  <a:lnTo>
                    <a:pt x="5714669" y="1483517"/>
                  </a:lnTo>
                  <a:lnTo>
                    <a:pt x="5714795" y="1483517"/>
                  </a:lnTo>
                  <a:lnTo>
                    <a:pt x="5715299" y="1483517"/>
                  </a:lnTo>
                  <a:lnTo>
                    <a:pt x="5715425" y="1483517"/>
                  </a:lnTo>
                  <a:lnTo>
                    <a:pt x="5716560" y="1483517"/>
                  </a:lnTo>
                  <a:lnTo>
                    <a:pt x="5716686" y="1483517"/>
                  </a:lnTo>
                  <a:lnTo>
                    <a:pt x="5716812" y="1483517"/>
                  </a:lnTo>
                  <a:lnTo>
                    <a:pt x="5717569" y="1483517"/>
                  </a:lnTo>
                  <a:lnTo>
                    <a:pt x="5718577" y="1483517"/>
                  </a:lnTo>
                  <a:lnTo>
                    <a:pt x="5718703" y="1483517"/>
                  </a:lnTo>
                  <a:lnTo>
                    <a:pt x="5718829" y="1483517"/>
                  </a:lnTo>
                  <a:lnTo>
                    <a:pt x="5719334" y="1483517"/>
                  </a:lnTo>
                  <a:lnTo>
                    <a:pt x="5719460" y="1483517"/>
                  </a:lnTo>
                  <a:lnTo>
                    <a:pt x="5720216" y="1478237"/>
                  </a:lnTo>
                  <a:lnTo>
                    <a:pt x="5720343" y="1478237"/>
                  </a:lnTo>
                  <a:lnTo>
                    <a:pt x="5720469" y="1478237"/>
                  </a:lnTo>
                  <a:lnTo>
                    <a:pt x="5720847" y="1478237"/>
                  </a:lnTo>
                  <a:lnTo>
                    <a:pt x="5720973" y="1478237"/>
                  </a:lnTo>
                  <a:lnTo>
                    <a:pt x="5721099" y="1478237"/>
                  </a:lnTo>
                  <a:lnTo>
                    <a:pt x="5721225" y="1478237"/>
                  </a:lnTo>
                  <a:lnTo>
                    <a:pt x="5721351" y="1478237"/>
                  </a:lnTo>
                  <a:lnTo>
                    <a:pt x="5721477" y="1478237"/>
                  </a:lnTo>
                  <a:lnTo>
                    <a:pt x="5721729" y="1478237"/>
                  </a:lnTo>
                  <a:lnTo>
                    <a:pt x="5722864" y="1478237"/>
                  </a:lnTo>
                  <a:lnTo>
                    <a:pt x="5723369" y="1478237"/>
                  </a:lnTo>
                  <a:lnTo>
                    <a:pt x="5724503" y="1478237"/>
                  </a:lnTo>
                  <a:lnTo>
                    <a:pt x="5724882" y="1478237"/>
                  </a:lnTo>
                  <a:lnTo>
                    <a:pt x="5725386" y="1478237"/>
                  </a:lnTo>
                  <a:lnTo>
                    <a:pt x="5726269" y="1478237"/>
                  </a:lnTo>
                  <a:lnTo>
                    <a:pt x="5726395" y="1478237"/>
                  </a:lnTo>
                  <a:lnTo>
                    <a:pt x="5726899" y="1478237"/>
                  </a:lnTo>
                  <a:lnTo>
                    <a:pt x="5727025" y="1478237"/>
                  </a:lnTo>
                  <a:lnTo>
                    <a:pt x="5727151" y="1478237"/>
                  </a:lnTo>
                  <a:lnTo>
                    <a:pt x="5727277" y="1478237"/>
                  </a:lnTo>
                  <a:lnTo>
                    <a:pt x="5728538" y="1478237"/>
                  </a:lnTo>
                  <a:lnTo>
                    <a:pt x="5728916" y="1478237"/>
                  </a:lnTo>
                  <a:lnTo>
                    <a:pt x="5729043" y="1478237"/>
                  </a:lnTo>
                  <a:lnTo>
                    <a:pt x="5729169" y="1478237"/>
                  </a:lnTo>
                  <a:lnTo>
                    <a:pt x="5730051" y="1478237"/>
                  </a:lnTo>
                  <a:lnTo>
                    <a:pt x="5730303" y="1478237"/>
                  </a:lnTo>
                  <a:lnTo>
                    <a:pt x="5730430" y="1478237"/>
                  </a:lnTo>
                  <a:lnTo>
                    <a:pt x="5730934" y="1478237"/>
                  </a:lnTo>
                  <a:lnTo>
                    <a:pt x="5731186" y="1478237"/>
                  </a:lnTo>
                  <a:lnTo>
                    <a:pt x="5731690" y="1478237"/>
                  </a:lnTo>
                  <a:lnTo>
                    <a:pt x="5732069" y="1472958"/>
                  </a:lnTo>
                  <a:lnTo>
                    <a:pt x="5732573" y="1472958"/>
                  </a:lnTo>
                  <a:lnTo>
                    <a:pt x="5732699" y="1472958"/>
                  </a:lnTo>
                  <a:lnTo>
                    <a:pt x="5732825" y="1472958"/>
                  </a:lnTo>
                  <a:lnTo>
                    <a:pt x="5732951" y="1467679"/>
                  </a:lnTo>
                  <a:lnTo>
                    <a:pt x="5733203" y="1467679"/>
                  </a:lnTo>
                  <a:lnTo>
                    <a:pt x="5733456" y="1467679"/>
                  </a:lnTo>
                  <a:lnTo>
                    <a:pt x="5733582" y="1467679"/>
                  </a:lnTo>
                  <a:lnTo>
                    <a:pt x="5733708" y="1467679"/>
                  </a:lnTo>
                  <a:lnTo>
                    <a:pt x="5734212" y="1467679"/>
                  </a:lnTo>
                  <a:lnTo>
                    <a:pt x="5734464" y="1467679"/>
                  </a:lnTo>
                  <a:lnTo>
                    <a:pt x="5734590" y="1467679"/>
                  </a:lnTo>
                  <a:lnTo>
                    <a:pt x="5734717" y="1467679"/>
                  </a:lnTo>
                  <a:lnTo>
                    <a:pt x="5734843" y="1467679"/>
                  </a:lnTo>
                  <a:lnTo>
                    <a:pt x="5735221" y="1467679"/>
                  </a:lnTo>
                  <a:lnTo>
                    <a:pt x="5735347" y="1467679"/>
                  </a:lnTo>
                  <a:lnTo>
                    <a:pt x="5735473" y="1467679"/>
                  </a:lnTo>
                  <a:lnTo>
                    <a:pt x="5735599" y="1467679"/>
                  </a:lnTo>
                  <a:lnTo>
                    <a:pt x="5736356" y="1462399"/>
                  </a:lnTo>
                  <a:lnTo>
                    <a:pt x="5736860" y="1462399"/>
                  </a:lnTo>
                  <a:lnTo>
                    <a:pt x="5737617" y="1462399"/>
                  </a:lnTo>
                  <a:lnTo>
                    <a:pt x="5737743" y="1462399"/>
                  </a:lnTo>
                  <a:lnTo>
                    <a:pt x="5738373" y="1462399"/>
                  </a:lnTo>
                  <a:lnTo>
                    <a:pt x="5738499" y="1462399"/>
                  </a:lnTo>
                  <a:lnTo>
                    <a:pt x="5738625" y="1462399"/>
                  </a:lnTo>
                  <a:lnTo>
                    <a:pt x="5738751" y="1462399"/>
                  </a:lnTo>
                  <a:lnTo>
                    <a:pt x="5738877" y="1462399"/>
                  </a:lnTo>
                  <a:lnTo>
                    <a:pt x="5739382" y="1462399"/>
                  </a:lnTo>
                  <a:lnTo>
                    <a:pt x="5739760" y="1462399"/>
                  </a:lnTo>
                  <a:lnTo>
                    <a:pt x="5740012" y="1462399"/>
                  </a:lnTo>
                  <a:lnTo>
                    <a:pt x="5740138" y="1462399"/>
                  </a:lnTo>
                  <a:lnTo>
                    <a:pt x="5740264" y="1462399"/>
                  </a:lnTo>
                  <a:lnTo>
                    <a:pt x="5740390" y="1462399"/>
                  </a:lnTo>
                  <a:lnTo>
                    <a:pt x="5740517" y="1457120"/>
                  </a:lnTo>
                  <a:lnTo>
                    <a:pt x="5740895" y="1457120"/>
                  </a:lnTo>
                  <a:lnTo>
                    <a:pt x="5741147" y="1457120"/>
                  </a:lnTo>
                  <a:lnTo>
                    <a:pt x="5741525" y="1457120"/>
                  </a:lnTo>
                  <a:lnTo>
                    <a:pt x="5741651" y="1457120"/>
                  </a:lnTo>
                  <a:lnTo>
                    <a:pt x="5741904" y="1457120"/>
                  </a:lnTo>
                  <a:lnTo>
                    <a:pt x="5742156" y="1457120"/>
                  </a:lnTo>
                  <a:lnTo>
                    <a:pt x="5742408" y="1457120"/>
                  </a:lnTo>
                  <a:lnTo>
                    <a:pt x="5742534" y="1457120"/>
                  </a:lnTo>
                  <a:lnTo>
                    <a:pt x="5742786" y="1451840"/>
                  </a:lnTo>
                  <a:lnTo>
                    <a:pt x="5743164" y="1451840"/>
                  </a:lnTo>
                  <a:lnTo>
                    <a:pt x="5743795" y="1451840"/>
                  </a:lnTo>
                  <a:lnTo>
                    <a:pt x="5744173" y="1451840"/>
                  </a:lnTo>
                  <a:lnTo>
                    <a:pt x="5744677" y="1451840"/>
                  </a:lnTo>
                  <a:lnTo>
                    <a:pt x="5744804" y="1451840"/>
                  </a:lnTo>
                  <a:lnTo>
                    <a:pt x="5745056" y="1451840"/>
                  </a:lnTo>
                  <a:lnTo>
                    <a:pt x="5745182" y="1451840"/>
                  </a:lnTo>
                  <a:lnTo>
                    <a:pt x="5745560" y="1451840"/>
                  </a:lnTo>
                  <a:lnTo>
                    <a:pt x="5746190" y="1446561"/>
                  </a:lnTo>
                  <a:lnTo>
                    <a:pt x="5746317" y="1446561"/>
                  </a:lnTo>
                  <a:lnTo>
                    <a:pt x="5747073" y="1446561"/>
                  </a:lnTo>
                  <a:lnTo>
                    <a:pt x="5747451" y="1446561"/>
                  </a:lnTo>
                  <a:lnTo>
                    <a:pt x="5747704" y="1446561"/>
                  </a:lnTo>
                  <a:lnTo>
                    <a:pt x="5747956" y="1446561"/>
                  </a:lnTo>
                  <a:lnTo>
                    <a:pt x="5748082" y="1446561"/>
                  </a:lnTo>
                  <a:lnTo>
                    <a:pt x="5749469" y="1441282"/>
                  </a:lnTo>
                  <a:lnTo>
                    <a:pt x="5750604" y="1441282"/>
                  </a:lnTo>
                  <a:lnTo>
                    <a:pt x="5750730" y="1441282"/>
                  </a:lnTo>
                  <a:lnTo>
                    <a:pt x="5750856" y="1441282"/>
                  </a:lnTo>
                  <a:lnTo>
                    <a:pt x="5751991" y="1441282"/>
                  </a:lnTo>
                  <a:lnTo>
                    <a:pt x="5752117" y="1441282"/>
                  </a:lnTo>
                  <a:lnTo>
                    <a:pt x="5752369" y="1441282"/>
                  </a:lnTo>
                  <a:lnTo>
                    <a:pt x="5752495" y="1441282"/>
                  </a:lnTo>
                  <a:lnTo>
                    <a:pt x="5753630" y="1441282"/>
                  </a:lnTo>
                  <a:lnTo>
                    <a:pt x="5754260" y="1441282"/>
                  </a:lnTo>
                  <a:lnTo>
                    <a:pt x="5754638" y="1441282"/>
                  </a:lnTo>
                  <a:lnTo>
                    <a:pt x="5754764" y="1441282"/>
                  </a:lnTo>
                  <a:lnTo>
                    <a:pt x="5755647" y="1441282"/>
                  </a:lnTo>
                  <a:lnTo>
                    <a:pt x="5756404" y="1441282"/>
                  </a:lnTo>
                  <a:lnTo>
                    <a:pt x="5757034" y="1441282"/>
                  </a:lnTo>
                  <a:lnTo>
                    <a:pt x="5757791" y="1436002"/>
                  </a:lnTo>
                  <a:lnTo>
                    <a:pt x="5758295" y="1430723"/>
                  </a:lnTo>
                  <a:lnTo>
                    <a:pt x="5758421" y="1430723"/>
                  </a:lnTo>
                  <a:lnTo>
                    <a:pt x="5758799" y="1430723"/>
                  </a:lnTo>
                  <a:lnTo>
                    <a:pt x="5758925" y="1430723"/>
                  </a:lnTo>
                  <a:lnTo>
                    <a:pt x="5759051" y="1430723"/>
                  </a:lnTo>
                  <a:lnTo>
                    <a:pt x="5759556" y="1425443"/>
                  </a:lnTo>
                  <a:lnTo>
                    <a:pt x="5760186" y="1425443"/>
                  </a:lnTo>
                  <a:lnTo>
                    <a:pt x="5760438" y="1425443"/>
                  </a:lnTo>
                  <a:lnTo>
                    <a:pt x="5761069" y="1425443"/>
                  </a:lnTo>
                  <a:lnTo>
                    <a:pt x="5761321" y="1425443"/>
                  </a:lnTo>
                  <a:lnTo>
                    <a:pt x="5762204" y="1425443"/>
                  </a:lnTo>
                  <a:lnTo>
                    <a:pt x="5762582" y="1425443"/>
                  </a:lnTo>
                  <a:lnTo>
                    <a:pt x="5762708" y="1425443"/>
                  </a:lnTo>
                  <a:lnTo>
                    <a:pt x="5763086" y="1425443"/>
                  </a:lnTo>
                  <a:lnTo>
                    <a:pt x="5763212" y="1425443"/>
                  </a:lnTo>
                  <a:lnTo>
                    <a:pt x="5763338" y="1425443"/>
                  </a:lnTo>
                  <a:lnTo>
                    <a:pt x="5763591" y="1425443"/>
                  </a:lnTo>
                  <a:lnTo>
                    <a:pt x="5763717" y="1425443"/>
                  </a:lnTo>
                  <a:lnTo>
                    <a:pt x="5763843" y="1425443"/>
                  </a:lnTo>
                  <a:lnTo>
                    <a:pt x="5764347" y="1425443"/>
                  </a:lnTo>
                  <a:lnTo>
                    <a:pt x="5764473" y="1425443"/>
                  </a:lnTo>
                  <a:lnTo>
                    <a:pt x="5764725" y="1425443"/>
                  </a:lnTo>
                  <a:lnTo>
                    <a:pt x="5764851" y="1425443"/>
                  </a:lnTo>
                  <a:lnTo>
                    <a:pt x="5764978" y="1425443"/>
                  </a:lnTo>
                  <a:lnTo>
                    <a:pt x="5765104" y="1425443"/>
                  </a:lnTo>
                  <a:lnTo>
                    <a:pt x="5765986" y="1425443"/>
                  </a:lnTo>
                  <a:lnTo>
                    <a:pt x="5766112" y="1425443"/>
                  </a:lnTo>
                  <a:lnTo>
                    <a:pt x="5766617" y="1425443"/>
                  </a:lnTo>
                  <a:lnTo>
                    <a:pt x="5766995" y="1425443"/>
                  </a:lnTo>
                  <a:lnTo>
                    <a:pt x="5767121" y="1425443"/>
                  </a:lnTo>
                  <a:lnTo>
                    <a:pt x="5767373" y="1425443"/>
                  </a:lnTo>
                  <a:lnTo>
                    <a:pt x="5767625" y="1425443"/>
                  </a:lnTo>
                  <a:lnTo>
                    <a:pt x="5767751" y="1425443"/>
                  </a:lnTo>
                  <a:lnTo>
                    <a:pt x="5767878" y="1425443"/>
                  </a:lnTo>
                  <a:lnTo>
                    <a:pt x="5768256" y="1425443"/>
                  </a:lnTo>
                  <a:lnTo>
                    <a:pt x="5768382" y="1425443"/>
                  </a:lnTo>
                  <a:lnTo>
                    <a:pt x="5768634" y="1425443"/>
                  </a:lnTo>
                  <a:lnTo>
                    <a:pt x="5769012" y="1425443"/>
                  </a:lnTo>
                  <a:lnTo>
                    <a:pt x="5769138" y="1425443"/>
                  </a:lnTo>
                  <a:lnTo>
                    <a:pt x="5769265" y="1425443"/>
                  </a:lnTo>
                  <a:lnTo>
                    <a:pt x="5769391" y="1425443"/>
                  </a:lnTo>
                  <a:lnTo>
                    <a:pt x="5769643" y="1425443"/>
                  </a:lnTo>
                  <a:lnTo>
                    <a:pt x="5769769" y="1425443"/>
                  </a:lnTo>
                  <a:lnTo>
                    <a:pt x="5769895" y="1425443"/>
                  </a:lnTo>
                  <a:lnTo>
                    <a:pt x="5770021" y="1425443"/>
                  </a:lnTo>
                  <a:lnTo>
                    <a:pt x="5770147" y="1425443"/>
                  </a:lnTo>
                  <a:lnTo>
                    <a:pt x="5770399" y="1425443"/>
                  </a:lnTo>
                  <a:lnTo>
                    <a:pt x="5770651" y="1425443"/>
                  </a:lnTo>
                  <a:lnTo>
                    <a:pt x="5770778" y="1425443"/>
                  </a:lnTo>
                  <a:lnTo>
                    <a:pt x="5771156" y="1425443"/>
                  </a:lnTo>
                  <a:lnTo>
                    <a:pt x="5771282" y="1425443"/>
                  </a:lnTo>
                  <a:lnTo>
                    <a:pt x="5771408" y="1425443"/>
                  </a:lnTo>
                  <a:lnTo>
                    <a:pt x="5771660" y="1425443"/>
                  </a:lnTo>
                  <a:lnTo>
                    <a:pt x="5782882" y="1414884"/>
                  </a:lnTo>
                  <a:lnTo>
                    <a:pt x="5783008" y="1414884"/>
                  </a:lnTo>
                  <a:lnTo>
                    <a:pt x="5783134" y="1414884"/>
                  </a:lnTo>
                  <a:lnTo>
                    <a:pt x="5783891" y="1414884"/>
                  </a:lnTo>
                  <a:lnTo>
                    <a:pt x="5784017" y="1414884"/>
                  </a:lnTo>
                  <a:lnTo>
                    <a:pt x="5784647" y="1414884"/>
                  </a:lnTo>
                  <a:lnTo>
                    <a:pt x="5784899" y="1414884"/>
                  </a:lnTo>
                  <a:lnTo>
                    <a:pt x="5785152" y="1414884"/>
                  </a:lnTo>
                  <a:lnTo>
                    <a:pt x="5785152" y="1409605"/>
                  </a:lnTo>
                  <a:lnTo>
                    <a:pt x="5785530" y="1409605"/>
                  </a:lnTo>
                  <a:lnTo>
                    <a:pt x="5786034" y="1409605"/>
                  </a:lnTo>
                  <a:lnTo>
                    <a:pt x="5786160" y="1409605"/>
                  </a:lnTo>
                  <a:lnTo>
                    <a:pt x="5786286" y="1409605"/>
                  </a:lnTo>
                  <a:lnTo>
                    <a:pt x="5787421" y="1404326"/>
                  </a:lnTo>
                  <a:lnTo>
                    <a:pt x="5787547" y="1404326"/>
                  </a:lnTo>
                  <a:lnTo>
                    <a:pt x="5788430" y="1404326"/>
                  </a:lnTo>
                  <a:lnTo>
                    <a:pt x="5788934" y="1404326"/>
                  </a:lnTo>
                  <a:lnTo>
                    <a:pt x="5789691" y="1404326"/>
                  </a:lnTo>
                  <a:lnTo>
                    <a:pt x="5789817" y="1404326"/>
                  </a:lnTo>
                  <a:lnTo>
                    <a:pt x="5790321" y="1404326"/>
                  </a:lnTo>
                  <a:lnTo>
                    <a:pt x="5790573" y="1404326"/>
                  </a:lnTo>
                  <a:lnTo>
                    <a:pt x="5790699" y="1404326"/>
                  </a:lnTo>
                  <a:lnTo>
                    <a:pt x="5791204" y="1404326"/>
                  </a:lnTo>
                  <a:lnTo>
                    <a:pt x="5791456" y="1404326"/>
                  </a:lnTo>
                  <a:lnTo>
                    <a:pt x="5791960" y="1404326"/>
                  </a:lnTo>
                  <a:lnTo>
                    <a:pt x="5792212" y="1404326"/>
                  </a:lnTo>
                  <a:lnTo>
                    <a:pt x="5792717" y="1404326"/>
                  </a:lnTo>
                  <a:lnTo>
                    <a:pt x="5792969" y="1404326"/>
                  </a:lnTo>
                  <a:lnTo>
                    <a:pt x="5793095" y="1404326"/>
                  </a:lnTo>
                  <a:lnTo>
                    <a:pt x="5793726" y="1404326"/>
                  </a:lnTo>
                  <a:lnTo>
                    <a:pt x="5794230" y="1404326"/>
                  </a:lnTo>
                  <a:lnTo>
                    <a:pt x="5794482" y="1404326"/>
                  </a:lnTo>
                  <a:lnTo>
                    <a:pt x="5794608" y="1404326"/>
                  </a:lnTo>
                  <a:lnTo>
                    <a:pt x="5794734" y="1404326"/>
                  </a:lnTo>
                  <a:lnTo>
                    <a:pt x="5794860" y="1404326"/>
                  </a:lnTo>
                  <a:lnTo>
                    <a:pt x="5795112" y="1404326"/>
                  </a:lnTo>
                  <a:lnTo>
                    <a:pt x="5795239" y="1404326"/>
                  </a:lnTo>
                  <a:lnTo>
                    <a:pt x="5795365" y="1404326"/>
                  </a:lnTo>
                  <a:lnTo>
                    <a:pt x="5795743" y="1404326"/>
                  </a:lnTo>
                  <a:lnTo>
                    <a:pt x="5795869" y="1404326"/>
                  </a:lnTo>
                  <a:lnTo>
                    <a:pt x="5796499" y="1404326"/>
                  </a:lnTo>
                  <a:lnTo>
                    <a:pt x="5796626" y="1404326"/>
                  </a:lnTo>
                  <a:lnTo>
                    <a:pt x="5796752" y="1404326"/>
                  </a:lnTo>
                  <a:lnTo>
                    <a:pt x="5797004" y="1404326"/>
                  </a:lnTo>
                  <a:lnTo>
                    <a:pt x="5797130" y="1404326"/>
                  </a:lnTo>
                  <a:lnTo>
                    <a:pt x="5797256" y="1404326"/>
                  </a:lnTo>
                  <a:lnTo>
                    <a:pt x="5797382" y="1404326"/>
                  </a:lnTo>
                  <a:lnTo>
                    <a:pt x="5797634" y="1404326"/>
                  </a:lnTo>
                  <a:lnTo>
                    <a:pt x="5798265" y="1404326"/>
                  </a:lnTo>
                  <a:lnTo>
                    <a:pt x="5798391" y="1404326"/>
                  </a:lnTo>
                  <a:lnTo>
                    <a:pt x="5798643" y="1404326"/>
                  </a:lnTo>
                  <a:lnTo>
                    <a:pt x="5798895" y="1404326"/>
                  </a:lnTo>
                  <a:lnTo>
                    <a:pt x="5799021" y="1404326"/>
                  </a:lnTo>
                  <a:lnTo>
                    <a:pt x="5799399" y="1404326"/>
                  </a:lnTo>
                  <a:lnTo>
                    <a:pt x="5799526" y="1404326"/>
                  </a:lnTo>
                  <a:lnTo>
                    <a:pt x="5799652" y="1404326"/>
                  </a:lnTo>
                  <a:lnTo>
                    <a:pt x="5799904" y="1404326"/>
                  </a:lnTo>
                  <a:lnTo>
                    <a:pt x="5800408" y="1404326"/>
                  </a:lnTo>
                  <a:lnTo>
                    <a:pt x="5801417" y="1404326"/>
                  </a:lnTo>
                  <a:lnTo>
                    <a:pt x="5801669" y="1399046"/>
                  </a:lnTo>
                  <a:lnTo>
                    <a:pt x="5801921" y="1399046"/>
                  </a:lnTo>
                  <a:lnTo>
                    <a:pt x="5802047" y="1399046"/>
                  </a:lnTo>
                  <a:lnTo>
                    <a:pt x="5802930" y="1399046"/>
                  </a:lnTo>
                  <a:lnTo>
                    <a:pt x="5803308" y="1399046"/>
                  </a:lnTo>
                  <a:lnTo>
                    <a:pt x="5803560" y="1399046"/>
                  </a:lnTo>
                  <a:lnTo>
                    <a:pt x="5803686" y="1399046"/>
                  </a:lnTo>
                  <a:lnTo>
                    <a:pt x="5804569" y="1393767"/>
                  </a:lnTo>
                  <a:lnTo>
                    <a:pt x="5804695" y="1393767"/>
                  </a:lnTo>
                  <a:lnTo>
                    <a:pt x="5805578" y="1393767"/>
                  </a:lnTo>
                  <a:lnTo>
                    <a:pt x="5805956" y="1393767"/>
                  </a:lnTo>
                  <a:lnTo>
                    <a:pt x="5807469" y="1393767"/>
                  </a:lnTo>
                  <a:lnTo>
                    <a:pt x="5807847" y="1393767"/>
                  </a:lnTo>
                  <a:lnTo>
                    <a:pt x="5808100" y="1393767"/>
                  </a:lnTo>
                  <a:lnTo>
                    <a:pt x="5808856" y="1393767"/>
                  </a:lnTo>
                  <a:lnTo>
                    <a:pt x="5809108" y="1393767"/>
                  </a:lnTo>
                  <a:lnTo>
                    <a:pt x="5809486" y="1393767"/>
                  </a:lnTo>
                  <a:lnTo>
                    <a:pt x="5810117" y="1393767"/>
                  </a:lnTo>
                  <a:lnTo>
                    <a:pt x="5810369" y="1393767"/>
                  </a:lnTo>
                  <a:lnTo>
                    <a:pt x="5810747" y="1393767"/>
                  </a:lnTo>
                  <a:lnTo>
                    <a:pt x="5811630" y="1393767"/>
                  </a:lnTo>
                  <a:lnTo>
                    <a:pt x="5812260" y="1393767"/>
                  </a:lnTo>
                  <a:lnTo>
                    <a:pt x="5812765" y="1393767"/>
                  </a:lnTo>
                  <a:lnTo>
                    <a:pt x="5813017" y="1393767"/>
                  </a:lnTo>
                  <a:lnTo>
                    <a:pt x="5813269" y="1393767"/>
                  </a:lnTo>
                  <a:lnTo>
                    <a:pt x="5813773" y="1393767"/>
                  </a:lnTo>
                  <a:lnTo>
                    <a:pt x="5814026" y="1393767"/>
                  </a:lnTo>
                  <a:lnTo>
                    <a:pt x="5814278" y="1393767"/>
                  </a:lnTo>
                  <a:lnTo>
                    <a:pt x="5814404" y="1393767"/>
                  </a:lnTo>
                  <a:lnTo>
                    <a:pt x="5814656" y="1393767"/>
                  </a:lnTo>
                  <a:lnTo>
                    <a:pt x="5815665" y="1388487"/>
                  </a:lnTo>
                  <a:lnTo>
                    <a:pt x="5815791" y="1388487"/>
                  </a:lnTo>
                  <a:lnTo>
                    <a:pt x="5815917" y="1388487"/>
                  </a:lnTo>
                  <a:lnTo>
                    <a:pt x="5816169" y="1388487"/>
                  </a:lnTo>
                  <a:lnTo>
                    <a:pt x="5816421" y="1388487"/>
                  </a:lnTo>
                  <a:lnTo>
                    <a:pt x="5816673" y="1388487"/>
                  </a:lnTo>
                  <a:lnTo>
                    <a:pt x="5817304" y="1388487"/>
                  </a:lnTo>
                  <a:lnTo>
                    <a:pt x="5817430" y="1388487"/>
                  </a:lnTo>
                  <a:lnTo>
                    <a:pt x="5817556" y="1388487"/>
                  </a:lnTo>
                  <a:lnTo>
                    <a:pt x="5817682" y="1388487"/>
                  </a:lnTo>
                  <a:lnTo>
                    <a:pt x="5817808" y="1388487"/>
                  </a:lnTo>
                  <a:lnTo>
                    <a:pt x="5817934" y="1388487"/>
                  </a:lnTo>
                  <a:lnTo>
                    <a:pt x="5818187" y="1383208"/>
                  </a:lnTo>
                  <a:lnTo>
                    <a:pt x="5818313" y="1383208"/>
                  </a:lnTo>
                  <a:lnTo>
                    <a:pt x="5818691" y="1383208"/>
                  </a:lnTo>
                  <a:lnTo>
                    <a:pt x="5818817" y="1383208"/>
                  </a:lnTo>
                  <a:lnTo>
                    <a:pt x="5818943" y="1383208"/>
                  </a:lnTo>
                  <a:lnTo>
                    <a:pt x="5819573" y="1383208"/>
                  </a:lnTo>
                  <a:lnTo>
                    <a:pt x="5819700" y="1383208"/>
                  </a:lnTo>
                  <a:lnTo>
                    <a:pt x="5820456" y="1383208"/>
                  </a:lnTo>
                  <a:lnTo>
                    <a:pt x="5820582" y="1383208"/>
                  </a:lnTo>
                  <a:lnTo>
                    <a:pt x="5821465" y="1383208"/>
                  </a:lnTo>
                  <a:lnTo>
                    <a:pt x="5821591" y="1383208"/>
                  </a:lnTo>
                  <a:lnTo>
                    <a:pt x="5821717" y="1383208"/>
                  </a:lnTo>
                  <a:lnTo>
                    <a:pt x="5821969" y="1383208"/>
                  </a:lnTo>
                  <a:lnTo>
                    <a:pt x="5822095" y="1383208"/>
                  </a:lnTo>
                  <a:lnTo>
                    <a:pt x="5822221" y="1383208"/>
                  </a:lnTo>
                  <a:lnTo>
                    <a:pt x="5822473" y="1383208"/>
                  </a:lnTo>
                  <a:lnTo>
                    <a:pt x="5822726" y="1383208"/>
                  </a:lnTo>
                  <a:lnTo>
                    <a:pt x="5822852" y="1383208"/>
                  </a:lnTo>
                  <a:lnTo>
                    <a:pt x="5823356" y="1383208"/>
                  </a:lnTo>
                  <a:lnTo>
                    <a:pt x="5823734" y="1383208"/>
                  </a:lnTo>
                  <a:lnTo>
                    <a:pt x="5824491" y="1383208"/>
                  </a:lnTo>
                  <a:lnTo>
                    <a:pt x="5824617" y="1383208"/>
                  </a:lnTo>
                  <a:lnTo>
                    <a:pt x="5824869" y="1383208"/>
                  </a:lnTo>
                  <a:lnTo>
                    <a:pt x="5825374" y="1383208"/>
                  </a:lnTo>
                  <a:lnTo>
                    <a:pt x="5825500" y="1383208"/>
                  </a:lnTo>
                  <a:lnTo>
                    <a:pt x="5825878" y="1377928"/>
                  </a:lnTo>
                  <a:lnTo>
                    <a:pt x="5826256" y="1377928"/>
                  </a:lnTo>
                  <a:lnTo>
                    <a:pt x="5826382" y="1377928"/>
                  </a:lnTo>
                  <a:lnTo>
                    <a:pt x="5826508" y="1377928"/>
                  </a:lnTo>
                  <a:lnTo>
                    <a:pt x="5826634" y="1377928"/>
                  </a:lnTo>
                  <a:lnTo>
                    <a:pt x="5826760" y="1377928"/>
                  </a:lnTo>
                  <a:lnTo>
                    <a:pt x="5827643" y="1377928"/>
                  </a:lnTo>
                  <a:lnTo>
                    <a:pt x="5827769" y="1377928"/>
                  </a:lnTo>
                  <a:lnTo>
                    <a:pt x="5827895" y="1377928"/>
                  </a:lnTo>
                  <a:lnTo>
                    <a:pt x="5828147" y="1377928"/>
                  </a:lnTo>
                  <a:lnTo>
                    <a:pt x="5829282" y="1372649"/>
                  </a:lnTo>
                  <a:lnTo>
                    <a:pt x="5829408" y="1372649"/>
                  </a:lnTo>
                  <a:lnTo>
                    <a:pt x="5829913" y="1372649"/>
                  </a:lnTo>
                  <a:lnTo>
                    <a:pt x="5830039" y="1372649"/>
                  </a:lnTo>
                  <a:lnTo>
                    <a:pt x="5830795" y="1372649"/>
                  </a:lnTo>
                  <a:lnTo>
                    <a:pt x="5830921" y="1372649"/>
                  </a:lnTo>
                  <a:lnTo>
                    <a:pt x="5831174" y="1372649"/>
                  </a:lnTo>
                  <a:lnTo>
                    <a:pt x="5831678" y="1372649"/>
                  </a:lnTo>
                  <a:lnTo>
                    <a:pt x="5832560" y="1372649"/>
                  </a:lnTo>
                  <a:lnTo>
                    <a:pt x="5832687" y="1372649"/>
                  </a:lnTo>
                  <a:lnTo>
                    <a:pt x="5833821" y="1372649"/>
                  </a:lnTo>
                  <a:lnTo>
                    <a:pt x="5834200" y="1372649"/>
                  </a:lnTo>
                  <a:lnTo>
                    <a:pt x="5834326" y="1372649"/>
                  </a:lnTo>
                  <a:lnTo>
                    <a:pt x="5834452" y="1372649"/>
                  </a:lnTo>
                  <a:lnTo>
                    <a:pt x="5834578" y="1372649"/>
                  </a:lnTo>
                  <a:lnTo>
                    <a:pt x="5834830" y="1372649"/>
                  </a:lnTo>
                  <a:lnTo>
                    <a:pt x="5835965" y="1372649"/>
                  </a:lnTo>
                  <a:lnTo>
                    <a:pt x="5836091" y="1372649"/>
                  </a:lnTo>
                  <a:lnTo>
                    <a:pt x="5836595" y="1372649"/>
                  </a:lnTo>
                  <a:lnTo>
                    <a:pt x="5836721" y="1372649"/>
                  </a:lnTo>
                  <a:lnTo>
                    <a:pt x="5836847" y="1372649"/>
                  </a:lnTo>
                  <a:lnTo>
                    <a:pt x="5836974" y="1372649"/>
                  </a:lnTo>
                  <a:lnTo>
                    <a:pt x="5837226" y="1372649"/>
                  </a:lnTo>
                  <a:lnTo>
                    <a:pt x="5837604" y="1372649"/>
                  </a:lnTo>
                  <a:lnTo>
                    <a:pt x="5838234" y="1367370"/>
                  </a:lnTo>
                  <a:lnTo>
                    <a:pt x="5838739" y="1367370"/>
                  </a:lnTo>
                  <a:lnTo>
                    <a:pt x="5839369" y="1367370"/>
                  </a:lnTo>
                  <a:lnTo>
                    <a:pt x="5839495" y="1367370"/>
                  </a:lnTo>
                  <a:lnTo>
                    <a:pt x="5839874" y="1367370"/>
                  </a:lnTo>
                  <a:lnTo>
                    <a:pt x="5840000" y="1367370"/>
                  </a:lnTo>
                  <a:lnTo>
                    <a:pt x="5840630" y="1367370"/>
                  </a:lnTo>
                  <a:lnTo>
                    <a:pt x="5840756" y="1367370"/>
                  </a:lnTo>
                  <a:lnTo>
                    <a:pt x="5841387" y="1367370"/>
                  </a:lnTo>
                  <a:lnTo>
                    <a:pt x="5841891" y="1367370"/>
                  </a:lnTo>
                  <a:lnTo>
                    <a:pt x="5842017" y="1367370"/>
                  </a:lnTo>
                  <a:lnTo>
                    <a:pt x="5842521" y="1367370"/>
                  </a:lnTo>
                  <a:lnTo>
                    <a:pt x="5843278" y="1367370"/>
                  </a:lnTo>
                  <a:lnTo>
                    <a:pt x="5843404" y="1367370"/>
                  </a:lnTo>
                  <a:lnTo>
                    <a:pt x="5844034" y="1367370"/>
                  </a:lnTo>
                  <a:lnTo>
                    <a:pt x="5844665" y="1367370"/>
                  </a:lnTo>
                  <a:lnTo>
                    <a:pt x="5844917" y="1367370"/>
                  </a:lnTo>
                  <a:lnTo>
                    <a:pt x="5845295" y="1367370"/>
                  </a:lnTo>
                  <a:lnTo>
                    <a:pt x="5845800" y="1367370"/>
                  </a:lnTo>
                  <a:lnTo>
                    <a:pt x="5845926" y="1367370"/>
                  </a:lnTo>
                  <a:lnTo>
                    <a:pt x="5847061" y="1367370"/>
                  </a:lnTo>
                  <a:lnTo>
                    <a:pt x="5847439" y="1367370"/>
                  </a:lnTo>
                  <a:lnTo>
                    <a:pt x="5847817" y="1367370"/>
                  </a:lnTo>
                  <a:lnTo>
                    <a:pt x="5847943" y="1367370"/>
                  </a:lnTo>
                  <a:lnTo>
                    <a:pt x="5848195" y="1362090"/>
                  </a:lnTo>
                  <a:lnTo>
                    <a:pt x="5848448" y="1362090"/>
                  </a:lnTo>
                  <a:lnTo>
                    <a:pt x="5848826" y="1362090"/>
                  </a:lnTo>
                  <a:lnTo>
                    <a:pt x="5848952" y="1362090"/>
                  </a:lnTo>
                  <a:lnTo>
                    <a:pt x="5849078" y="1362090"/>
                  </a:lnTo>
                  <a:lnTo>
                    <a:pt x="5849204" y="1362090"/>
                  </a:lnTo>
                  <a:lnTo>
                    <a:pt x="5849961" y="1362090"/>
                  </a:lnTo>
                  <a:lnTo>
                    <a:pt x="5850087" y="1362090"/>
                  </a:lnTo>
                  <a:lnTo>
                    <a:pt x="5850339" y="1362090"/>
                  </a:lnTo>
                  <a:lnTo>
                    <a:pt x="5850465" y="1362090"/>
                  </a:lnTo>
                  <a:lnTo>
                    <a:pt x="5850591" y="1362090"/>
                  </a:lnTo>
                  <a:lnTo>
                    <a:pt x="5850717" y="1362090"/>
                  </a:lnTo>
                  <a:lnTo>
                    <a:pt x="5851221" y="1362090"/>
                  </a:lnTo>
                  <a:lnTo>
                    <a:pt x="5851852" y="1362090"/>
                  </a:lnTo>
                  <a:lnTo>
                    <a:pt x="5851978" y="1362090"/>
                  </a:lnTo>
                  <a:lnTo>
                    <a:pt x="5852104" y="1362090"/>
                  </a:lnTo>
                  <a:lnTo>
                    <a:pt x="5852230" y="1362090"/>
                  </a:lnTo>
                  <a:lnTo>
                    <a:pt x="5852356" y="1362090"/>
                  </a:lnTo>
                  <a:lnTo>
                    <a:pt x="5852482" y="1362090"/>
                  </a:lnTo>
                  <a:lnTo>
                    <a:pt x="5853239" y="1356811"/>
                  </a:lnTo>
                  <a:lnTo>
                    <a:pt x="5853365" y="1356811"/>
                  </a:lnTo>
                  <a:lnTo>
                    <a:pt x="5853617" y="1356811"/>
                  </a:lnTo>
                  <a:lnTo>
                    <a:pt x="5853869" y="1356811"/>
                  </a:lnTo>
                  <a:lnTo>
                    <a:pt x="5853995" y="1356811"/>
                  </a:lnTo>
                  <a:lnTo>
                    <a:pt x="5855004" y="1356811"/>
                  </a:lnTo>
                  <a:lnTo>
                    <a:pt x="5856013" y="1356811"/>
                  </a:lnTo>
                  <a:lnTo>
                    <a:pt x="5856139" y="1356811"/>
                  </a:lnTo>
                  <a:lnTo>
                    <a:pt x="5856265" y="1356811"/>
                  </a:lnTo>
                  <a:lnTo>
                    <a:pt x="5856895" y="1356811"/>
                  </a:lnTo>
                  <a:lnTo>
                    <a:pt x="5857021" y="1356811"/>
                  </a:lnTo>
                  <a:lnTo>
                    <a:pt x="5857274" y="1356811"/>
                  </a:lnTo>
                  <a:lnTo>
                    <a:pt x="5858030" y="1356811"/>
                  </a:lnTo>
                  <a:lnTo>
                    <a:pt x="5858282" y="1356811"/>
                  </a:lnTo>
                  <a:lnTo>
                    <a:pt x="5858408" y="1356811"/>
                  </a:lnTo>
                  <a:lnTo>
                    <a:pt x="5858535" y="1356811"/>
                  </a:lnTo>
                  <a:lnTo>
                    <a:pt x="5858661" y="1356811"/>
                  </a:lnTo>
                  <a:lnTo>
                    <a:pt x="5859291" y="1356811"/>
                  </a:lnTo>
                  <a:lnTo>
                    <a:pt x="5859543" y="1356811"/>
                  </a:lnTo>
                  <a:lnTo>
                    <a:pt x="5859922" y="1351531"/>
                  </a:lnTo>
                  <a:lnTo>
                    <a:pt x="5860174" y="1351531"/>
                  </a:lnTo>
                  <a:lnTo>
                    <a:pt x="5860552" y="1351531"/>
                  </a:lnTo>
                  <a:lnTo>
                    <a:pt x="5860804" y="1351531"/>
                  </a:lnTo>
                  <a:lnTo>
                    <a:pt x="5860930" y="1351531"/>
                  </a:lnTo>
                  <a:lnTo>
                    <a:pt x="5861056" y="1351531"/>
                  </a:lnTo>
                  <a:lnTo>
                    <a:pt x="5862191" y="1351531"/>
                  </a:lnTo>
                  <a:lnTo>
                    <a:pt x="5862317" y="1351531"/>
                  </a:lnTo>
                  <a:lnTo>
                    <a:pt x="5862569" y="1351531"/>
                  </a:lnTo>
                  <a:lnTo>
                    <a:pt x="5862695" y="1351531"/>
                  </a:lnTo>
                  <a:lnTo>
                    <a:pt x="5862948" y="1351531"/>
                  </a:lnTo>
                  <a:lnTo>
                    <a:pt x="5863326" y="1351531"/>
                  </a:lnTo>
                  <a:lnTo>
                    <a:pt x="5864713" y="1340973"/>
                  </a:lnTo>
                  <a:lnTo>
                    <a:pt x="5864965" y="1340973"/>
                  </a:lnTo>
                  <a:lnTo>
                    <a:pt x="5865091" y="1340973"/>
                  </a:lnTo>
                  <a:lnTo>
                    <a:pt x="5865217" y="1340973"/>
                  </a:lnTo>
                  <a:lnTo>
                    <a:pt x="5865343" y="1340973"/>
                  </a:lnTo>
                  <a:lnTo>
                    <a:pt x="5865469" y="1340973"/>
                  </a:lnTo>
                  <a:lnTo>
                    <a:pt x="5865974" y="1340973"/>
                  </a:lnTo>
                  <a:lnTo>
                    <a:pt x="5866478" y="1340973"/>
                  </a:lnTo>
                  <a:lnTo>
                    <a:pt x="5867613" y="1340973"/>
                  </a:lnTo>
                  <a:lnTo>
                    <a:pt x="5867739" y="1340973"/>
                  </a:lnTo>
                  <a:lnTo>
                    <a:pt x="5867865" y="1340973"/>
                  </a:lnTo>
                  <a:lnTo>
                    <a:pt x="5868369" y="1340973"/>
                  </a:lnTo>
                  <a:lnTo>
                    <a:pt x="5868622" y="1340973"/>
                  </a:lnTo>
                  <a:lnTo>
                    <a:pt x="5868874" y="1340973"/>
                  </a:lnTo>
                  <a:lnTo>
                    <a:pt x="5869378" y="1335693"/>
                  </a:lnTo>
                  <a:lnTo>
                    <a:pt x="5869630" y="1335693"/>
                  </a:lnTo>
                  <a:lnTo>
                    <a:pt x="5869756" y="1335693"/>
                  </a:lnTo>
                  <a:lnTo>
                    <a:pt x="5870009" y="1335693"/>
                  </a:lnTo>
                  <a:lnTo>
                    <a:pt x="5870135" y="1335693"/>
                  </a:lnTo>
                  <a:lnTo>
                    <a:pt x="5870513" y="1335693"/>
                  </a:lnTo>
                  <a:lnTo>
                    <a:pt x="5870765" y="1335693"/>
                  </a:lnTo>
                  <a:lnTo>
                    <a:pt x="5871017" y="1335693"/>
                  </a:lnTo>
                  <a:lnTo>
                    <a:pt x="5871774" y="1335693"/>
                  </a:lnTo>
                  <a:lnTo>
                    <a:pt x="5871900" y="1335693"/>
                  </a:lnTo>
                  <a:lnTo>
                    <a:pt x="5872404" y="1335693"/>
                  </a:lnTo>
                  <a:lnTo>
                    <a:pt x="5873161" y="1335693"/>
                  </a:lnTo>
                  <a:lnTo>
                    <a:pt x="5873665" y="1335693"/>
                  </a:lnTo>
                  <a:lnTo>
                    <a:pt x="5874169" y="1335693"/>
                  </a:lnTo>
                  <a:lnTo>
                    <a:pt x="5875430" y="1330414"/>
                  </a:lnTo>
                  <a:lnTo>
                    <a:pt x="5875682" y="1330414"/>
                  </a:lnTo>
                  <a:lnTo>
                    <a:pt x="5876187" y="1330414"/>
                  </a:lnTo>
                  <a:lnTo>
                    <a:pt x="5876313" y="1330414"/>
                  </a:lnTo>
                  <a:lnTo>
                    <a:pt x="5877069" y="1330414"/>
                  </a:lnTo>
                  <a:lnTo>
                    <a:pt x="5877196" y="1330414"/>
                  </a:lnTo>
                  <a:lnTo>
                    <a:pt x="5877448" y="1330414"/>
                  </a:lnTo>
                  <a:lnTo>
                    <a:pt x="5877952" y="1330414"/>
                  </a:lnTo>
                  <a:lnTo>
                    <a:pt x="5878456" y="1330414"/>
                  </a:lnTo>
                  <a:lnTo>
                    <a:pt x="5878709" y="1330414"/>
                  </a:lnTo>
                  <a:lnTo>
                    <a:pt x="5879213" y="1330414"/>
                  </a:lnTo>
                  <a:lnTo>
                    <a:pt x="5879339" y="1330414"/>
                  </a:lnTo>
                  <a:lnTo>
                    <a:pt x="5880600" y="1330414"/>
                  </a:lnTo>
                  <a:lnTo>
                    <a:pt x="5880852" y="1330414"/>
                  </a:lnTo>
                  <a:lnTo>
                    <a:pt x="5880978" y="1330414"/>
                  </a:lnTo>
                  <a:lnTo>
                    <a:pt x="5881356" y="1330414"/>
                  </a:lnTo>
                  <a:lnTo>
                    <a:pt x="5881482" y="1330414"/>
                  </a:lnTo>
                  <a:lnTo>
                    <a:pt x="5881735" y="1330414"/>
                  </a:lnTo>
                  <a:lnTo>
                    <a:pt x="5881861" y="1330414"/>
                  </a:lnTo>
                  <a:lnTo>
                    <a:pt x="5881861" y="1325134"/>
                  </a:lnTo>
                  <a:lnTo>
                    <a:pt x="5882239" y="1325134"/>
                  </a:lnTo>
                  <a:lnTo>
                    <a:pt x="5882617" y="1325134"/>
                  </a:lnTo>
                  <a:lnTo>
                    <a:pt x="5883374" y="1325134"/>
                  </a:lnTo>
                  <a:lnTo>
                    <a:pt x="5883500" y="1325134"/>
                  </a:lnTo>
                  <a:lnTo>
                    <a:pt x="5884130" y="1325134"/>
                  </a:lnTo>
                  <a:lnTo>
                    <a:pt x="5884256" y="1325134"/>
                  </a:lnTo>
                  <a:lnTo>
                    <a:pt x="5884635" y="1325134"/>
                  </a:lnTo>
                  <a:lnTo>
                    <a:pt x="5884761" y="1325134"/>
                  </a:lnTo>
                  <a:lnTo>
                    <a:pt x="5884887" y="1325134"/>
                  </a:lnTo>
                  <a:lnTo>
                    <a:pt x="5885013" y="1325134"/>
                  </a:lnTo>
                  <a:lnTo>
                    <a:pt x="5885265" y="1325134"/>
                  </a:lnTo>
                  <a:lnTo>
                    <a:pt x="5885391" y="1325134"/>
                  </a:lnTo>
                  <a:lnTo>
                    <a:pt x="5886148" y="1325134"/>
                  </a:lnTo>
                  <a:lnTo>
                    <a:pt x="5886526" y="1325134"/>
                  </a:lnTo>
                  <a:lnTo>
                    <a:pt x="5886904" y="1325134"/>
                  </a:lnTo>
                  <a:lnTo>
                    <a:pt x="5887030" y="1325134"/>
                  </a:lnTo>
                  <a:lnTo>
                    <a:pt x="5887030" y="1319855"/>
                  </a:lnTo>
                  <a:lnTo>
                    <a:pt x="5887535" y="1319855"/>
                  </a:lnTo>
                  <a:lnTo>
                    <a:pt x="5887787" y="1314575"/>
                  </a:lnTo>
                  <a:lnTo>
                    <a:pt x="5887913" y="1314575"/>
                  </a:lnTo>
                  <a:lnTo>
                    <a:pt x="5888039" y="1314575"/>
                  </a:lnTo>
                  <a:lnTo>
                    <a:pt x="5888543" y="1314575"/>
                  </a:lnTo>
                  <a:lnTo>
                    <a:pt x="5889300" y="1314575"/>
                  </a:lnTo>
                  <a:lnTo>
                    <a:pt x="5889426" y="1314575"/>
                  </a:lnTo>
                  <a:lnTo>
                    <a:pt x="5889552" y="1314575"/>
                  </a:lnTo>
                  <a:lnTo>
                    <a:pt x="5889804" y="1314575"/>
                  </a:lnTo>
                  <a:lnTo>
                    <a:pt x="5890183" y="1314575"/>
                  </a:lnTo>
                  <a:lnTo>
                    <a:pt x="5890309" y="1314575"/>
                  </a:lnTo>
                  <a:lnTo>
                    <a:pt x="5891065" y="1314575"/>
                  </a:lnTo>
                  <a:lnTo>
                    <a:pt x="5891317" y="1314575"/>
                  </a:lnTo>
                  <a:lnTo>
                    <a:pt x="5891443" y="1314575"/>
                  </a:lnTo>
                  <a:lnTo>
                    <a:pt x="5891570" y="1314575"/>
                  </a:lnTo>
                  <a:lnTo>
                    <a:pt x="5892200" y="1314575"/>
                  </a:lnTo>
                  <a:lnTo>
                    <a:pt x="5892956" y="1314575"/>
                  </a:lnTo>
                  <a:lnTo>
                    <a:pt x="5893083" y="1314575"/>
                  </a:lnTo>
                  <a:lnTo>
                    <a:pt x="5893965" y="1314575"/>
                  </a:lnTo>
                  <a:lnTo>
                    <a:pt x="5894217" y="1314575"/>
                  </a:lnTo>
                  <a:lnTo>
                    <a:pt x="5894722" y="1314575"/>
                  </a:lnTo>
                  <a:lnTo>
                    <a:pt x="5895352" y="1314575"/>
                  </a:lnTo>
                  <a:lnTo>
                    <a:pt x="5895478" y="1314575"/>
                  </a:lnTo>
                  <a:lnTo>
                    <a:pt x="5895604" y="1314575"/>
                  </a:lnTo>
                  <a:lnTo>
                    <a:pt x="5895856" y="1314575"/>
                  </a:lnTo>
                  <a:lnTo>
                    <a:pt x="5896361" y="1314575"/>
                  </a:lnTo>
                  <a:lnTo>
                    <a:pt x="5896487" y="1314575"/>
                  </a:lnTo>
                  <a:lnTo>
                    <a:pt x="5896613" y="1314575"/>
                  </a:lnTo>
                  <a:lnTo>
                    <a:pt x="5896739" y="1314575"/>
                  </a:lnTo>
                  <a:lnTo>
                    <a:pt x="5897117" y="1314575"/>
                  </a:lnTo>
                  <a:lnTo>
                    <a:pt x="5897748" y="1314575"/>
                  </a:lnTo>
                  <a:lnTo>
                    <a:pt x="5897874" y="1314575"/>
                  </a:lnTo>
                  <a:lnTo>
                    <a:pt x="5898126" y="1314575"/>
                  </a:lnTo>
                  <a:lnTo>
                    <a:pt x="5898378" y="1314575"/>
                  </a:lnTo>
                  <a:lnTo>
                    <a:pt x="5898504" y="1314575"/>
                  </a:lnTo>
                  <a:lnTo>
                    <a:pt x="5899387" y="1314575"/>
                  </a:lnTo>
                  <a:lnTo>
                    <a:pt x="5899513" y="1314575"/>
                  </a:lnTo>
                  <a:lnTo>
                    <a:pt x="5899765" y="1314575"/>
                  </a:lnTo>
                  <a:lnTo>
                    <a:pt x="5900522" y="1314575"/>
                  </a:lnTo>
                  <a:lnTo>
                    <a:pt x="5900774" y="1314575"/>
                  </a:lnTo>
                  <a:lnTo>
                    <a:pt x="5901026" y="1314575"/>
                  </a:lnTo>
                  <a:lnTo>
                    <a:pt x="5901278" y="1309296"/>
                  </a:lnTo>
                  <a:lnTo>
                    <a:pt x="5902035" y="1309296"/>
                  </a:lnTo>
                  <a:lnTo>
                    <a:pt x="5902161" y="1309296"/>
                  </a:lnTo>
                  <a:lnTo>
                    <a:pt x="5902665" y="1309296"/>
                  </a:lnTo>
                  <a:lnTo>
                    <a:pt x="5902791" y="1309296"/>
                  </a:lnTo>
                  <a:lnTo>
                    <a:pt x="5902917" y="1309296"/>
                  </a:lnTo>
                  <a:lnTo>
                    <a:pt x="5903170" y="1309296"/>
                  </a:lnTo>
                  <a:lnTo>
                    <a:pt x="5903296" y="1309296"/>
                  </a:lnTo>
                  <a:lnTo>
                    <a:pt x="5903926" y="1309296"/>
                  </a:lnTo>
                  <a:lnTo>
                    <a:pt x="5904430" y="1309296"/>
                  </a:lnTo>
                  <a:lnTo>
                    <a:pt x="5904683" y="1309296"/>
                  </a:lnTo>
                  <a:lnTo>
                    <a:pt x="5904935" y="1309296"/>
                  </a:lnTo>
                  <a:lnTo>
                    <a:pt x="5905187" y="1309296"/>
                  </a:lnTo>
                  <a:lnTo>
                    <a:pt x="5905817" y="1304017"/>
                  </a:lnTo>
                  <a:lnTo>
                    <a:pt x="5905943" y="1304017"/>
                  </a:lnTo>
                  <a:lnTo>
                    <a:pt x="5906196" y="1304017"/>
                  </a:lnTo>
                  <a:lnTo>
                    <a:pt x="5906322" y="1304017"/>
                  </a:lnTo>
                  <a:lnTo>
                    <a:pt x="5906448" y="1304017"/>
                  </a:lnTo>
                  <a:lnTo>
                    <a:pt x="5906952" y="1304017"/>
                  </a:lnTo>
                  <a:lnTo>
                    <a:pt x="5907204" y="1304017"/>
                  </a:lnTo>
                  <a:lnTo>
                    <a:pt x="5907330" y="1304017"/>
                  </a:lnTo>
                  <a:lnTo>
                    <a:pt x="5908213" y="1304017"/>
                  </a:lnTo>
                  <a:lnTo>
                    <a:pt x="5908339" y="1304017"/>
                  </a:lnTo>
                  <a:lnTo>
                    <a:pt x="5908717" y="1304017"/>
                  </a:lnTo>
                  <a:lnTo>
                    <a:pt x="5909222" y="1304017"/>
                  </a:lnTo>
                  <a:lnTo>
                    <a:pt x="5909726" y="1304017"/>
                  </a:lnTo>
                  <a:lnTo>
                    <a:pt x="5909978" y="1304017"/>
                  </a:lnTo>
                  <a:lnTo>
                    <a:pt x="5910483" y="1304017"/>
                  </a:lnTo>
                  <a:lnTo>
                    <a:pt x="5910609" y="1304017"/>
                  </a:lnTo>
                  <a:lnTo>
                    <a:pt x="5911365" y="1304017"/>
                  </a:lnTo>
                  <a:lnTo>
                    <a:pt x="5912626" y="1298737"/>
                  </a:lnTo>
                  <a:lnTo>
                    <a:pt x="5912752" y="1298737"/>
                  </a:lnTo>
                  <a:lnTo>
                    <a:pt x="5912878" y="1298737"/>
                  </a:lnTo>
                  <a:lnTo>
                    <a:pt x="5913004" y="1298737"/>
                  </a:lnTo>
                  <a:lnTo>
                    <a:pt x="5913383" y="1298737"/>
                  </a:lnTo>
                  <a:lnTo>
                    <a:pt x="5913761" y="1298737"/>
                  </a:lnTo>
                  <a:lnTo>
                    <a:pt x="5913887" y="1298737"/>
                  </a:lnTo>
                  <a:lnTo>
                    <a:pt x="5914013" y="1298737"/>
                  </a:lnTo>
                  <a:lnTo>
                    <a:pt x="5914139" y="1298737"/>
                  </a:lnTo>
                  <a:lnTo>
                    <a:pt x="5914517" y="1298737"/>
                  </a:lnTo>
                  <a:lnTo>
                    <a:pt x="5915148" y="1298737"/>
                  </a:lnTo>
                  <a:lnTo>
                    <a:pt x="5915400" y="1298737"/>
                  </a:lnTo>
                  <a:lnTo>
                    <a:pt x="5915652" y="1298737"/>
                  </a:lnTo>
                  <a:lnTo>
                    <a:pt x="5916661" y="1298737"/>
                  </a:lnTo>
                  <a:lnTo>
                    <a:pt x="5916787" y="1298737"/>
                  </a:lnTo>
                  <a:lnTo>
                    <a:pt x="5917165" y="1298737"/>
                  </a:lnTo>
                  <a:lnTo>
                    <a:pt x="5917291" y="1298737"/>
                  </a:lnTo>
                  <a:lnTo>
                    <a:pt x="5917796" y="1298737"/>
                  </a:lnTo>
                  <a:lnTo>
                    <a:pt x="5917922" y="1298737"/>
                  </a:lnTo>
                  <a:lnTo>
                    <a:pt x="5918300" y="1298737"/>
                  </a:lnTo>
                  <a:lnTo>
                    <a:pt x="5918678" y="1298737"/>
                  </a:lnTo>
                  <a:lnTo>
                    <a:pt x="5919813" y="1298737"/>
                  </a:lnTo>
                  <a:lnTo>
                    <a:pt x="5920065" y="1298737"/>
                  </a:lnTo>
                  <a:lnTo>
                    <a:pt x="5920317" y="1298737"/>
                  </a:lnTo>
                  <a:lnTo>
                    <a:pt x="5920444" y="1298737"/>
                  </a:lnTo>
                  <a:lnTo>
                    <a:pt x="5921074" y="1298737"/>
                  </a:lnTo>
                  <a:lnTo>
                    <a:pt x="5921200" y="1298737"/>
                  </a:lnTo>
                  <a:lnTo>
                    <a:pt x="5921452" y="1298737"/>
                  </a:lnTo>
                  <a:lnTo>
                    <a:pt x="5921831" y="1298737"/>
                  </a:lnTo>
                  <a:lnTo>
                    <a:pt x="5922209" y="1298737"/>
                  </a:lnTo>
                  <a:lnTo>
                    <a:pt x="5922713" y="1293458"/>
                  </a:lnTo>
                  <a:lnTo>
                    <a:pt x="5922965" y="1293458"/>
                  </a:lnTo>
                  <a:lnTo>
                    <a:pt x="5923217" y="1293458"/>
                  </a:lnTo>
                  <a:lnTo>
                    <a:pt x="5923596" y="1288178"/>
                  </a:lnTo>
                  <a:lnTo>
                    <a:pt x="5923974" y="1288178"/>
                  </a:lnTo>
                  <a:lnTo>
                    <a:pt x="5925109" y="1288178"/>
                  </a:lnTo>
                  <a:lnTo>
                    <a:pt x="5925235" y="1288178"/>
                  </a:lnTo>
                  <a:lnTo>
                    <a:pt x="5925613" y="1288178"/>
                  </a:lnTo>
                  <a:lnTo>
                    <a:pt x="5926118" y="1288178"/>
                  </a:lnTo>
                  <a:lnTo>
                    <a:pt x="5926622" y="1288178"/>
                  </a:lnTo>
                  <a:lnTo>
                    <a:pt x="5926874" y="1288178"/>
                  </a:lnTo>
                  <a:lnTo>
                    <a:pt x="5927378" y="1288178"/>
                  </a:lnTo>
                  <a:lnTo>
                    <a:pt x="5928765" y="1288178"/>
                  </a:lnTo>
                  <a:lnTo>
                    <a:pt x="5929144" y="1288178"/>
                  </a:lnTo>
                  <a:lnTo>
                    <a:pt x="5929396" y="1288178"/>
                  </a:lnTo>
                  <a:lnTo>
                    <a:pt x="5929522" y="1288178"/>
                  </a:lnTo>
                  <a:lnTo>
                    <a:pt x="5929774" y="1288178"/>
                  </a:lnTo>
                  <a:lnTo>
                    <a:pt x="5929900" y="1288178"/>
                  </a:lnTo>
                  <a:lnTo>
                    <a:pt x="5931035" y="1288178"/>
                  </a:lnTo>
                  <a:lnTo>
                    <a:pt x="5931539" y="1288178"/>
                  </a:lnTo>
                  <a:lnTo>
                    <a:pt x="5932044" y="1277619"/>
                  </a:lnTo>
                  <a:lnTo>
                    <a:pt x="5932170" y="1277619"/>
                  </a:lnTo>
                  <a:lnTo>
                    <a:pt x="5932926" y="1277619"/>
                  </a:lnTo>
                  <a:lnTo>
                    <a:pt x="5933305" y="1277619"/>
                  </a:lnTo>
                  <a:lnTo>
                    <a:pt x="5933809" y="1277619"/>
                  </a:lnTo>
                  <a:lnTo>
                    <a:pt x="5933935" y="1277619"/>
                  </a:lnTo>
                  <a:lnTo>
                    <a:pt x="5934439" y="1277619"/>
                  </a:lnTo>
                  <a:lnTo>
                    <a:pt x="5934818" y="1277619"/>
                  </a:lnTo>
                  <a:lnTo>
                    <a:pt x="5935196" y="1277619"/>
                  </a:lnTo>
                  <a:lnTo>
                    <a:pt x="5936205" y="1277619"/>
                  </a:lnTo>
                  <a:lnTo>
                    <a:pt x="5936331" y="1277619"/>
                  </a:lnTo>
                  <a:lnTo>
                    <a:pt x="5936583" y="1277619"/>
                  </a:lnTo>
                  <a:lnTo>
                    <a:pt x="5937339" y="1277619"/>
                  </a:lnTo>
                  <a:lnTo>
                    <a:pt x="5937844" y="1277619"/>
                  </a:lnTo>
                  <a:lnTo>
                    <a:pt x="5937970" y="1277619"/>
                  </a:lnTo>
                  <a:lnTo>
                    <a:pt x="5938096" y="1277619"/>
                  </a:lnTo>
                  <a:lnTo>
                    <a:pt x="5938474" y="1277619"/>
                  </a:lnTo>
                  <a:lnTo>
                    <a:pt x="5938978" y="1277619"/>
                  </a:lnTo>
                  <a:lnTo>
                    <a:pt x="5939105" y="1277619"/>
                  </a:lnTo>
                  <a:lnTo>
                    <a:pt x="5939357" y="1277619"/>
                  </a:lnTo>
                  <a:lnTo>
                    <a:pt x="5939483" y="1277619"/>
                  </a:lnTo>
                  <a:lnTo>
                    <a:pt x="5939609" y="1277619"/>
                  </a:lnTo>
                  <a:lnTo>
                    <a:pt x="5939861" y="1277619"/>
                  </a:lnTo>
                  <a:lnTo>
                    <a:pt x="5939987" y="1277619"/>
                  </a:lnTo>
                  <a:lnTo>
                    <a:pt x="5940239" y="1277619"/>
                  </a:lnTo>
                  <a:lnTo>
                    <a:pt x="5940239" y="1272340"/>
                  </a:lnTo>
                  <a:lnTo>
                    <a:pt x="5941500" y="1272340"/>
                  </a:lnTo>
                  <a:lnTo>
                    <a:pt x="5942131" y="1272340"/>
                  </a:lnTo>
                  <a:lnTo>
                    <a:pt x="5942257" y="1272340"/>
                  </a:lnTo>
                  <a:lnTo>
                    <a:pt x="5942383" y="1272340"/>
                  </a:lnTo>
                  <a:lnTo>
                    <a:pt x="5942509" y="1272340"/>
                  </a:lnTo>
                  <a:lnTo>
                    <a:pt x="5942635" y="1272340"/>
                  </a:lnTo>
                  <a:lnTo>
                    <a:pt x="5942761" y="1272340"/>
                  </a:lnTo>
                  <a:lnTo>
                    <a:pt x="5944400" y="1272340"/>
                  </a:lnTo>
                  <a:lnTo>
                    <a:pt x="5944778" y="1272340"/>
                  </a:lnTo>
                  <a:lnTo>
                    <a:pt x="5944905" y="1272340"/>
                  </a:lnTo>
                  <a:lnTo>
                    <a:pt x="5945409" y="1272340"/>
                  </a:lnTo>
                  <a:lnTo>
                    <a:pt x="5945535" y="1272340"/>
                  </a:lnTo>
                  <a:lnTo>
                    <a:pt x="5945787" y="1272340"/>
                  </a:lnTo>
                  <a:lnTo>
                    <a:pt x="5945913" y="1272340"/>
                  </a:lnTo>
                  <a:lnTo>
                    <a:pt x="5946039" y="1272340"/>
                  </a:lnTo>
                  <a:lnTo>
                    <a:pt x="5946165" y="1272340"/>
                  </a:lnTo>
                  <a:lnTo>
                    <a:pt x="5946796" y="1272340"/>
                  </a:lnTo>
                  <a:lnTo>
                    <a:pt x="5947300" y="1272340"/>
                  </a:lnTo>
                  <a:lnTo>
                    <a:pt x="5947552" y="1272340"/>
                  </a:lnTo>
                  <a:lnTo>
                    <a:pt x="5948057" y="1272340"/>
                  </a:lnTo>
                  <a:lnTo>
                    <a:pt x="5948813" y="1272340"/>
                  </a:lnTo>
                  <a:lnTo>
                    <a:pt x="5949065" y="1272340"/>
                  </a:lnTo>
                  <a:lnTo>
                    <a:pt x="5949948" y="1272340"/>
                  </a:lnTo>
                  <a:lnTo>
                    <a:pt x="5950200" y="1272340"/>
                  </a:lnTo>
                  <a:lnTo>
                    <a:pt x="5950452" y="1267061"/>
                  </a:lnTo>
                  <a:lnTo>
                    <a:pt x="5950579" y="1267061"/>
                  </a:lnTo>
                  <a:lnTo>
                    <a:pt x="5951209" y="1267061"/>
                  </a:lnTo>
                  <a:lnTo>
                    <a:pt x="5951335" y="1267061"/>
                  </a:lnTo>
                  <a:lnTo>
                    <a:pt x="5951587" y="1267061"/>
                  </a:lnTo>
                  <a:lnTo>
                    <a:pt x="5951713" y="1267061"/>
                  </a:lnTo>
                  <a:lnTo>
                    <a:pt x="5952596" y="1267061"/>
                  </a:lnTo>
                  <a:lnTo>
                    <a:pt x="5952722" y="1267061"/>
                  </a:lnTo>
                  <a:lnTo>
                    <a:pt x="5952848" y="1267061"/>
                  </a:lnTo>
                  <a:lnTo>
                    <a:pt x="5953226" y="1267061"/>
                  </a:lnTo>
                  <a:lnTo>
                    <a:pt x="5953479" y="1267061"/>
                  </a:lnTo>
                  <a:lnTo>
                    <a:pt x="5953857" y="1267061"/>
                  </a:lnTo>
                  <a:lnTo>
                    <a:pt x="5954487" y="1267061"/>
                  </a:lnTo>
                  <a:lnTo>
                    <a:pt x="5954613" y="1267061"/>
                  </a:lnTo>
                  <a:lnTo>
                    <a:pt x="5954865" y="1267061"/>
                  </a:lnTo>
                  <a:lnTo>
                    <a:pt x="5955118" y="1267061"/>
                  </a:lnTo>
                  <a:lnTo>
                    <a:pt x="5955622" y="1267061"/>
                  </a:lnTo>
                  <a:lnTo>
                    <a:pt x="5955748" y="1267061"/>
                  </a:lnTo>
                  <a:lnTo>
                    <a:pt x="5955874" y="1267061"/>
                  </a:lnTo>
                  <a:lnTo>
                    <a:pt x="5957009" y="1267061"/>
                  </a:lnTo>
                  <a:lnTo>
                    <a:pt x="5957513" y="1267061"/>
                  </a:lnTo>
                  <a:lnTo>
                    <a:pt x="5958018" y="1267061"/>
                  </a:lnTo>
                  <a:lnTo>
                    <a:pt x="5958144" y="1267061"/>
                  </a:lnTo>
                  <a:lnTo>
                    <a:pt x="5958396" y="1267061"/>
                  </a:lnTo>
                  <a:lnTo>
                    <a:pt x="5958522" y="1267061"/>
                  </a:lnTo>
                  <a:lnTo>
                    <a:pt x="5958648" y="1267061"/>
                  </a:lnTo>
                  <a:lnTo>
                    <a:pt x="5959026" y="1267061"/>
                  </a:lnTo>
                  <a:lnTo>
                    <a:pt x="5959279" y="1267061"/>
                  </a:lnTo>
                  <a:lnTo>
                    <a:pt x="5959909" y="1267061"/>
                  </a:lnTo>
                  <a:lnTo>
                    <a:pt x="5960035" y="1267061"/>
                  </a:lnTo>
                  <a:lnTo>
                    <a:pt x="5960161" y="1267061"/>
                  </a:lnTo>
                  <a:lnTo>
                    <a:pt x="5961170" y="1267061"/>
                  </a:lnTo>
                  <a:lnTo>
                    <a:pt x="5961296" y="1267061"/>
                  </a:lnTo>
                  <a:lnTo>
                    <a:pt x="5962052" y="1267061"/>
                  </a:lnTo>
                  <a:lnTo>
                    <a:pt x="5962179" y="1267061"/>
                  </a:lnTo>
                  <a:lnTo>
                    <a:pt x="5962305" y="1267061"/>
                  </a:lnTo>
                  <a:lnTo>
                    <a:pt x="5962431" y="1267061"/>
                  </a:lnTo>
                  <a:lnTo>
                    <a:pt x="5962809" y="1267061"/>
                  </a:lnTo>
                  <a:lnTo>
                    <a:pt x="5963061" y="1267061"/>
                  </a:lnTo>
                  <a:lnTo>
                    <a:pt x="5963566" y="1267061"/>
                  </a:lnTo>
                  <a:lnTo>
                    <a:pt x="5964952" y="1267061"/>
                  </a:lnTo>
                  <a:lnTo>
                    <a:pt x="5965331" y="1267061"/>
                  </a:lnTo>
                  <a:lnTo>
                    <a:pt x="5965583" y="1267061"/>
                  </a:lnTo>
                  <a:lnTo>
                    <a:pt x="5966213" y="1267061"/>
                  </a:lnTo>
                  <a:lnTo>
                    <a:pt x="5966339" y="1267061"/>
                  </a:lnTo>
                  <a:lnTo>
                    <a:pt x="5966592" y="1267061"/>
                  </a:lnTo>
                  <a:lnTo>
                    <a:pt x="5966718" y="1267061"/>
                  </a:lnTo>
                  <a:lnTo>
                    <a:pt x="5967096" y="1267061"/>
                  </a:lnTo>
                  <a:lnTo>
                    <a:pt x="5967222" y="1267061"/>
                  </a:lnTo>
                  <a:lnTo>
                    <a:pt x="5967348" y="1267061"/>
                  </a:lnTo>
                  <a:lnTo>
                    <a:pt x="5967600" y="1267061"/>
                  </a:lnTo>
                  <a:lnTo>
                    <a:pt x="5967726" y="1267061"/>
                  </a:lnTo>
                  <a:lnTo>
                    <a:pt x="5967853" y="1267061"/>
                  </a:lnTo>
                  <a:lnTo>
                    <a:pt x="5967979" y="1267061"/>
                  </a:lnTo>
                  <a:lnTo>
                    <a:pt x="5968861" y="1267061"/>
                  </a:lnTo>
                  <a:lnTo>
                    <a:pt x="5968987" y="1267061"/>
                  </a:lnTo>
                  <a:lnTo>
                    <a:pt x="5969113" y="1267061"/>
                  </a:lnTo>
                  <a:lnTo>
                    <a:pt x="5969366" y="1267061"/>
                  </a:lnTo>
                  <a:lnTo>
                    <a:pt x="5969618" y="1267061"/>
                  </a:lnTo>
                  <a:lnTo>
                    <a:pt x="5969870" y="1267061"/>
                  </a:lnTo>
                  <a:lnTo>
                    <a:pt x="5970500" y="1267061"/>
                  </a:lnTo>
                  <a:lnTo>
                    <a:pt x="5971257" y="1261781"/>
                  </a:lnTo>
                  <a:lnTo>
                    <a:pt x="5971509" y="1261781"/>
                  </a:lnTo>
                  <a:lnTo>
                    <a:pt x="5971635" y="1261781"/>
                  </a:lnTo>
                  <a:lnTo>
                    <a:pt x="5972770" y="1261781"/>
                  </a:lnTo>
                  <a:lnTo>
                    <a:pt x="5973148" y="1261781"/>
                  </a:lnTo>
                  <a:lnTo>
                    <a:pt x="5973274" y="1261781"/>
                  </a:lnTo>
                  <a:lnTo>
                    <a:pt x="5973400" y="1261781"/>
                  </a:lnTo>
                  <a:lnTo>
                    <a:pt x="5973400" y="1256502"/>
                  </a:lnTo>
                  <a:lnTo>
                    <a:pt x="5973526" y="1256502"/>
                  </a:lnTo>
                  <a:lnTo>
                    <a:pt x="5973653" y="1256502"/>
                  </a:lnTo>
                  <a:lnTo>
                    <a:pt x="5975418" y="1256502"/>
                  </a:lnTo>
                  <a:lnTo>
                    <a:pt x="5975544" y="1256502"/>
                  </a:lnTo>
                  <a:lnTo>
                    <a:pt x="5976048" y="1256502"/>
                  </a:lnTo>
                  <a:lnTo>
                    <a:pt x="5976300" y="1256502"/>
                  </a:lnTo>
                  <a:lnTo>
                    <a:pt x="5976426" y="1256502"/>
                  </a:lnTo>
                  <a:lnTo>
                    <a:pt x="5976931" y="1256502"/>
                  </a:lnTo>
                  <a:lnTo>
                    <a:pt x="5976931" y="1251222"/>
                  </a:lnTo>
                  <a:lnTo>
                    <a:pt x="5977057" y="1251222"/>
                  </a:lnTo>
                  <a:lnTo>
                    <a:pt x="5977309" y="1251222"/>
                  </a:lnTo>
                  <a:lnTo>
                    <a:pt x="5977435" y="1251222"/>
                  </a:lnTo>
                  <a:lnTo>
                    <a:pt x="5977813" y="1251222"/>
                  </a:lnTo>
                  <a:lnTo>
                    <a:pt x="5978066" y="1251222"/>
                  </a:lnTo>
                  <a:lnTo>
                    <a:pt x="5978192" y="1251222"/>
                  </a:lnTo>
                  <a:lnTo>
                    <a:pt x="5978570" y="1251222"/>
                  </a:lnTo>
                  <a:lnTo>
                    <a:pt x="5978822" y="1251222"/>
                  </a:lnTo>
                  <a:lnTo>
                    <a:pt x="5978948" y="1251222"/>
                  </a:lnTo>
                  <a:lnTo>
                    <a:pt x="5979579" y="1251222"/>
                  </a:lnTo>
                  <a:lnTo>
                    <a:pt x="5979705" y="1251222"/>
                  </a:lnTo>
                  <a:lnTo>
                    <a:pt x="5980083" y="1251222"/>
                  </a:lnTo>
                  <a:lnTo>
                    <a:pt x="5980335" y="1251222"/>
                  </a:lnTo>
                  <a:lnTo>
                    <a:pt x="5980587" y="1251222"/>
                  </a:lnTo>
                  <a:lnTo>
                    <a:pt x="5980713" y="1251222"/>
                  </a:lnTo>
                  <a:lnTo>
                    <a:pt x="5981218" y="1251222"/>
                  </a:lnTo>
                  <a:lnTo>
                    <a:pt x="5981470" y="1251222"/>
                  </a:lnTo>
                  <a:lnTo>
                    <a:pt x="5981974" y="1245943"/>
                  </a:lnTo>
                  <a:lnTo>
                    <a:pt x="5982100" y="1245943"/>
                  </a:lnTo>
                  <a:lnTo>
                    <a:pt x="5982605" y="1245943"/>
                  </a:lnTo>
                  <a:lnTo>
                    <a:pt x="5982857" y="1245943"/>
                  </a:lnTo>
                  <a:lnTo>
                    <a:pt x="5983992" y="1245943"/>
                  </a:lnTo>
                  <a:lnTo>
                    <a:pt x="5984622" y="1245943"/>
                  </a:lnTo>
                  <a:lnTo>
                    <a:pt x="5984748" y="1245943"/>
                  </a:lnTo>
                  <a:lnTo>
                    <a:pt x="5984874" y="1245943"/>
                  </a:lnTo>
                  <a:lnTo>
                    <a:pt x="5985000" y="1245943"/>
                  </a:lnTo>
                  <a:lnTo>
                    <a:pt x="5985127" y="1245943"/>
                  </a:lnTo>
                  <a:lnTo>
                    <a:pt x="5985253" y="1245943"/>
                  </a:lnTo>
                  <a:lnTo>
                    <a:pt x="5985379" y="1245943"/>
                  </a:lnTo>
                  <a:lnTo>
                    <a:pt x="5985757" y="1245943"/>
                  </a:lnTo>
                  <a:lnTo>
                    <a:pt x="5985883" y="1245943"/>
                  </a:lnTo>
                  <a:lnTo>
                    <a:pt x="5986387" y="1245943"/>
                  </a:lnTo>
                  <a:lnTo>
                    <a:pt x="5986513" y="1245943"/>
                  </a:lnTo>
                  <a:lnTo>
                    <a:pt x="5986640" y="1245943"/>
                  </a:lnTo>
                  <a:lnTo>
                    <a:pt x="5986892" y="1245943"/>
                  </a:lnTo>
                  <a:lnTo>
                    <a:pt x="5987018" y="1245943"/>
                  </a:lnTo>
                  <a:lnTo>
                    <a:pt x="5987144" y="1245943"/>
                  </a:lnTo>
                  <a:lnTo>
                    <a:pt x="5987270" y="1245943"/>
                  </a:lnTo>
                  <a:lnTo>
                    <a:pt x="5989287" y="1245943"/>
                  </a:lnTo>
                  <a:lnTo>
                    <a:pt x="5989413" y="1245943"/>
                  </a:lnTo>
                  <a:lnTo>
                    <a:pt x="5990296" y="1245943"/>
                  </a:lnTo>
                  <a:lnTo>
                    <a:pt x="5990422" y="1245943"/>
                  </a:lnTo>
                  <a:lnTo>
                    <a:pt x="5990548" y="1245943"/>
                  </a:lnTo>
                  <a:lnTo>
                    <a:pt x="5991431" y="1245943"/>
                  </a:lnTo>
                  <a:lnTo>
                    <a:pt x="5991557" y="1245943"/>
                  </a:lnTo>
                  <a:lnTo>
                    <a:pt x="5991683" y="1245943"/>
                  </a:lnTo>
                  <a:lnTo>
                    <a:pt x="5991809" y="1245943"/>
                  </a:lnTo>
                  <a:lnTo>
                    <a:pt x="5992818" y="1245943"/>
                  </a:lnTo>
                  <a:lnTo>
                    <a:pt x="5992944" y="1245943"/>
                  </a:lnTo>
                  <a:lnTo>
                    <a:pt x="5993070" y="1245943"/>
                  </a:lnTo>
                  <a:lnTo>
                    <a:pt x="5993322" y="1245943"/>
                  </a:lnTo>
                  <a:lnTo>
                    <a:pt x="5993700" y="1245943"/>
                  </a:lnTo>
                  <a:lnTo>
                    <a:pt x="5994079" y="1245943"/>
                  </a:lnTo>
                  <a:lnTo>
                    <a:pt x="5994205" y="1245943"/>
                  </a:lnTo>
                  <a:lnTo>
                    <a:pt x="5994331" y="1245943"/>
                  </a:lnTo>
                  <a:lnTo>
                    <a:pt x="5994457" y="1245943"/>
                  </a:lnTo>
                  <a:lnTo>
                    <a:pt x="5994583" y="1245943"/>
                  </a:lnTo>
                  <a:lnTo>
                    <a:pt x="5994835" y="1245943"/>
                  </a:lnTo>
                  <a:lnTo>
                    <a:pt x="5995087" y="1245943"/>
                  </a:lnTo>
                  <a:lnTo>
                    <a:pt x="5995718" y="1245943"/>
                  </a:lnTo>
                  <a:lnTo>
                    <a:pt x="5996474" y="1240664"/>
                  </a:lnTo>
                  <a:lnTo>
                    <a:pt x="5996727" y="1240664"/>
                  </a:lnTo>
                  <a:lnTo>
                    <a:pt x="5997105" y="1240664"/>
                  </a:lnTo>
                  <a:lnTo>
                    <a:pt x="5997357" y="1240664"/>
                  </a:lnTo>
                  <a:lnTo>
                    <a:pt x="5997987" y="1240664"/>
                  </a:lnTo>
                  <a:lnTo>
                    <a:pt x="5998492" y="1240664"/>
                  </a:lnTo>
                  <a:lnTo>
                    <a:pt x="5998618" y="1240664"/>
                  </a:lnTo>
                  <a:lnTo>
                    <a:pt x="5998744" y="1240664"/>
                  </a:lnTo>
                  <a:lnTo>
                    <a:pt x="5998870" y="1235384"/>
                  </a:lnTo>
                  <a:lnTo>
                    <a:pt x="5998996" y="1235384"/>
                  </a:lnTo>
                  <a:lnTo>
                    <a:pt x="5999122" y="1235384"/>
                  </a:lnTo>
                  <a:lnTo>
                    <a:pt x="5999248" y="1235384"/>
                  </a:lnTo>
                  <a:lnTo>
                    <a:pt x="5999753" y="1235384"/>
                  </a:lnTo>
                  <a:lnTo>
                    <a:pt x="6000257" y="1235384"/>
                  </a:lnTo>
                  <a:lnTo>
                    <a:pt x="6000635" y="1235384"/>
                  </a:lnTo>
                  <a:lnTo>
                    <a:pt x="6001014" y="1235384"/>
                  </a:lnTo>
                  <a:lnTo>
                    <a:pt x="6001518" y="1235384"/>
                  </a:lnTo>
                  <a:lnTo>
                    <a:pt x="6001770" y="1235384"/>
                  </a:lnTo>
                  <a:lnTo>
                    <a:pt x="6002148" y="1235384"/>
                  </a:lnTo>
                  <a:lnTo>
                    <a:pt x="6002274" y="1235384"/>
                  </a:lnTo>
                  <a:lnTo>
                    <a:pt x="6002905" y="1235384"/>
                  </a:lnTo>
                  <a:lnTo>
                    <a:pt x="6003535" y="1235384"/>
                  </a:lnTo>
                  <a:lnTo>
                    <a:pt x="6003661" y="1235384"/>
                  </a:lnTo>
                  <a:lnTo>
                    <a:pt x="6003914" y="1235384"/>
                  </a:lnTo>
                  <a:lnTo>
                    <a:pt x="6004166" y="1235384"/>
                  </a:lnTo>
                  <a:lnTo>
                    <a:pt x="6004292" y="1235384"/>
                  </a:lnTo>
                  <a:lnTo>
                    <a:pt x="6005931" y="1235384"/>
                  </a:lnTo>
                  <a:lnTo>
                    <a:pt x="6006814" y="1235384"/>
                  </a:lnTo>
                  <a:lnTo>
                    <a:pt x="6006940" y="1235384"/>
                  </a:lnTo>
                  <a:lnTo>
                    <a:pt x="6007066" y="1235384"/>
                  </a:lnTo>
                  <a:lnTo>
                    <a:pt x="6007570" y="1235384"/>
                  </a:lnTo>
                  <a:lnTo>
                    <a:pt x="6008201" y="1235384"/>
                  </a:lnTo>
                  <a:lnTo>
                    <a:pt x="6008327" y="1235384"/>
                  </a:lnTo>
                  <a:lnTo>
                    <a:pt x="6008831" y="1235384"/>
                  </a:lnTo>
                  <a:lnTo>
                    <a:pt x="6008957" y="1235384"/>
                  </a:lnTo>
                  <a:lnTo>
                    <a:pt x="6009083" y="1235384"/>
                  </a:lnTo>
                  <a:lnTo>
                    <a:pt x="6009461" y="1235384"/>
                  </a:lnTo>
                  <a:lnTo>
                    <a:pt x="6010848" y="1230105"/>
                  </a:lnTo>
                  <a:lnTo>
                    <a:pt x="6010974" y="1230105"/>
                  </a:lnTo>
                  <a:lnTo>
                    <a:pt x="6011101" y="1230105"/>
                  </a:lnTo>
                  <a:lnTo>
                    <a:pt x="6011353" y="1230105"/>
                  </a:lnTo>
                  <a:lnTo>
                    <a:pt x="6011479" y="1230105"/>
                  </a:lnTo>
                  <a:lnTo>
                    <a:pt x="6011605" y="1230105"/>
                  </a:lnTo>
                  <a:lnTo>
                    <a:pt x="6011857" y="1230105"/>
                  </a:lnTo>
                  <a:lnTo>
                    <a:pt x="6012235" y="1230105"/>
                  </a:lnTo>
                  <a:lnTo>
                    <a:pt x="6012992" y="1230105"/>
                  </a:lnTo>
                  <a:lnTo>
                    <a:pt x="6013118" y="1230105"/>
                  </a:lnTo>
                  <a:lnTo>
                    <a:pt x="6014379" y="1230105"/>
                  </a:lnTo>
                  <a:lnTo>
                    <a:pt x="6014505" y="1230105"/>
                  </a:lnTo>
                  <a:lnTo>
                    <a:pt x="6014757" y="1230105"/>
                  </a:lnTo>
                  <a:lnTo>
                    <a:pt x="6015135" y="1230105"/>
                  </a:lnTo>
                  <a:lnTo>
                    <a:pt x="6015766" y="1230105"/>
                  </a:lnTo>
                  <a:lnTo>
                    <a:pt x="6016901" y="1230105"/>
                  </a:lnTo>
                  <a:lnTo>
                    <a:pt x="6017027" y="1230105"/>
                  </a:lnTo>
                  <a:lnTo>
                    <a:pt x="6017153" y="1230105"/>
                  </a:lnTo>
                  <a:lnTo>
                    <a:pt x="6017279" y="1230105"/>
                  </a:lnTo>
                  <a:lnTo>
                    <a:pt x="6017531" y="1230105"/>
                  </a:lnTo>
                  <a:lnTo>
                    <a:pt x="6018035" y="1230105"/>
                  </a:lnTo>
                  <a:lnTo>
                    <a:pt x="6018540" y="1230105"/>
                  </a:lnTo>
                  <a:lnTo>
                    <a:pt x="6019044" y="1230105"/>
                  </a:lnTo>
                  <a:lnTo>
                    <a:pt x="6020179" y="1230105"/>
                  </a:lnTo>
                  <a:lnTo>
                    <a:pt x="6020305" y="1224825"/>
                  </a:lnTo>
                  <a:lnTo>
                    <a:pt x="6020431" y="1224825"/>
                  </a:lnTo>
                  <a:lnTo>
                    <a:pt x="6020557" y="1224825"/>
                  </a:lnTo>
                  <a:lnTo>
                    <a:pt x="6021188" y="1224825"/>
                  </a:lnTo>
                  <a:lnTo>
                    <a:pt x="6021314" y="1224825"/>
                  </a:lnTo>
                  <a:lnTo>
                    <a:pt x="6021440" y="1224825"/>
                  </a:lnTo>
                  <a:lnTo>
                    <a:pt x="6022322" y="1224825"/>
                  </a:lnTo>
                  <a:lnTo>
                    <a:pt x="6022448" y="1224825"/>
                  </a:lnTo>
                  <a:lnTo>
                    <a:pt x="6022575" y="1224825"/>
                  </a:lnTo>
                  <a:lnTo>
                    <a:pt x="6022701" y="1224825"/>
                  </a:lnTo>
                  <a:lnTo>
                    <a:pt x="6022827" y="1224825"/>
                  </a:lnTo>
                  <a:lnTo>
                    <a:pt x="6023835" y="1224825"/>
                  </a:lnTo>
                  <a:lnTo>
                    <a:pt x="6024718" y="1224825"/>
                  </a:lnTo>
                  <a:lnTo>
                    <a:pt x="6024844" y="1224825"/>
                  </a:lnTo>
                  <a:lnTo>
                    <a:pt x="6025096" y="1224825"/>
                  </a:lnTo>
                  <a:lnTo>
                    <a:pt x="6025348" y="1224825"/>
                  </a:lnTo>
                  <a:lnTo>
                    <a:pt x="6025475" y="1224825"/>
                  </a:lnTo>
                  <a:lnTo>
                    <a:pt x="6026231" y="1224825"/>
                  </a:lnTo>
                  <a:lnTo>
                    <a:pt x="6026609" y="1224825"/>
                  </a:lnTo>
                  <a:lnTo>
                    <a:pt x="6026735" y="1224825"/>
                  </a:lnTo>
                  <a:lnTo>
                    <a:pt x="6026988" y="1224825"/>
                  </a:lnTo>
                  <a:lnTo>
                    <a:pt x="6027366" y="1224825"/>
                  </a:lnTo>
                  <a:lnTo>
                    <a:pt x="6027492" y="1224825"/>
                  </a:lnTo>
                  <a:lnTo>
                    <a:pt x="6027618" y="1224825"/>
                  </a:lnTo>
                  <a:lnTo>
                    <a:pt x="6028248" y="1219546"/>
                  </a:lnTo>
                  <a:lnTo>
                    <a:pt x="6028501" y="1219546"/>
                  </a:lnTo>
                  <a:lnTo>
                    <a:pt x="6028627" y="1219546"/>
                  </a:lnTo>
                  <a:lnTo>
                    <a:pt x="6028879" y="1219546"/>
                  </a:lnTo>
                  <a:lnTo>
                    <a:pt x="6029131" y="1219546"/>
                  </a:lnTo>
                  <a:lnTo>
                    <a:pt x="6029762" y="1219546"/>
                  </a:lnTo>
                  <a:lnTo>
                    <a:pt x="6030140" y="1219546"/>
                  </a:lnTo>
                  <a:lnTo>
                    <a:pt x="6030644" y="1219546"/>
                  </a:lnTo>
                  <a:lnTo>
                    <a:pt x="6030770" y="1219546"/>
                  </a:lnTo>
                  <a:lnTo>
                    <a:pt x="6031022" y="1219546"/>
                  </a:lnTo>
                  <a:lnTo>
                    <a:pt x="6031148" y="1219546"/>
                  </a:lnTo>
                  <a:lnTo>
                    <a:pt x="6031527" y="1219546"/>
                  </a:lnTo>
                  <a:lnTo>
                    <a:pt x="6031653" y="1219546"/>
                  </a:lnTo>
                  <a:lnTo>
                    <a:pt x="6032031" y="1219546"/>
                  </a:lnTo>
                  <a:lnTo>
                    <a:pt x="6032535" y="1219546"/>
                  </a:lnTo>
                  <a:lnTo>
                    <a:pt x="6032662" y="1219546"/>
                  </a:lnTo>
                  <a:lnTo>
                    <a:pt x="6033670" y="1219546"/>
                  </a:lnTo>
                  <a:lnTo>
                    <a:pt x="6034175" y="1219546"/>
                  </a:lnTo>
                  <a:lnTo>
                    <a:pt x="6034301" y="1219546"/>
                  </a:lnTo>
                  <a:lnTo>
                    <a:pt x="6034427" y="1219546"/>
                  </a:lnTo>
                  <a:lnTo>
                    <a:pt x="6034679" y="1219546"/>
                  </a:lnTo>
                  <a:lnTo>
                    <a:pt x="6034931" y="1219546"/>
                  </a:lnTo>
                  <a:lnTo>
                    <a:pt x="6035057" y="1219546"/>
                  </a:lnTo>
                  <a:lnTo>
                    <a:pt x="6035183" y="1219546"/>
                  </a:lnTo>
                  <a:lnTo>
                    <a:pt x="6035309" y="1219546"/>
                  </a:lnTo>
                  <a:lnTo>
                    <a:pt x="6035435" y="1219546"/>
                  </a:lnTo>
                  <a:lnTo>
                    <a:pt x="6035562" y="1219546"/>
                  </a:lnTo>
                  <a:lnTo>
                    <a:pt x="6035688" y="1219546"/>
                  </a:lnTo>
                  <a:lnTo>
                    <a:pt x="6035814" y="1219546"/>
                  </a:lnTo>
                  <a:lnTo>
                    <a:pt x="6037201" y="1219546"/>
                  </a:lnTo>
                  <a:lnTo>
                    <a:pt x="6037327" y="1219546"/>
                  </a:lnTo>
                  <a:lnTo>
                    <a:pt x="6037705" y="1219546"/>
                  </a:lnTo>
                  <a:lnTo>
                    <a:pt x="6037957" y="1219546"/>
                  </a:lnTo>
                  <a:lnTo>
                    <a:pt x="6038209" y="1219546"/>
                  </a:lnTo>
                  <a:lnTo>
                    <a:pt x="6038335" y="1219546"/>
                  </a:lnTo>
                  <a:lnTo>
                    <a:pt x="6038588" y="1219546"/>
                  </a:lnTo>
                  <a:lnTo>
                    <a:pt x="6038714" y="1219546"/>
                  </a:lnTo>
                  <a:lnTo>
                    <a:pt x="6039722" y="1219546"/>
                  </a:lnTo>
                  <a:lnTo>
                    <a:pt x="6040101" y="1219546"/>
                  </a:lnTo>
                  <a:lnTo>
                    <a:pt x="6040353" y="1219546"/>
                  </a:lnTo>
                  <a:lnTo>
                    <a:pt x="6040731" y="1219546"/>
                  </a:lnTo>
                  <a:lnTo>
                    <a:pt x="6040983" y="1219546"/>
                  </a:lnTo>
                  <a:lnTo>
                    <a:pt x="6041109" y="1219546"/>
                  </a:lnTo>
                  <a:lnTo>
                    <a:pt x="6041488" y="1219546"/>
                  </a:lnTo>
                  <a:lnTo>
                    <a:pt x="6042244" y="1219546"/>
                  </a:lnTo>
                  <a:lnTo>
                    <a:pt x="6043127" y="1219546"/>
                  </a:lnTo>
                  <a:lnTo>
                    <a:pt x="6043757" y="1219546"/>
                  </a:lnTo>
                  <a:lnTo>
                    <a:pt x="6043883" y="1219546"/>
                  </a:lnTo>
                  <a:lnTo>
                    <a:pt x="6044262" y="1219546"/>
                  </a:lnTo>
                  <a:lnTo>
                    <a:pt x="6044388" y="1219546"/>
                  </a:lnTo>
                  <a:lnTo>
                    <a:pt x="6044640" y="1219546"/>
                  </a:lnTo>
                  <a:lnTo>
                    <a:pt x="6044892" y="1219546"/>
                  </a:lnTo>
                  <a:lnTo>
                    <a:pt x="6045018" y="1219546"/>
                  </a:lnTo>
                  <a:lnTo>
                    <a:pt x="6046153" y="1219546"/>
                  </a:lnTo>
                  <a:lnTo>
                    <a:pt x="6046783" y="1219546"/>
                  </a:lnTo>
                  <a:lnTo>
                    <a:pt x="6046909" y="1219546"/>
                  </a:lnTo>
                  <a:lnTo>
                    <a:pt x="6047036" y="1219546"/>
                  </a:lnTo>
                  <a:lnTo>
                    <a:pt x="6047162" y="1219546"/>
                  </a:lnTo>
                  <a:lnTo>
                    <a:pt x="6047288" y="1219546"/>
                  </a:lnTo>
                  <a:lnTo>
                    <a:pt x="6047540" y="1219546"/>
                  </a:lnTo>
                  <a:lnTo>
                    <a:pt x="6047792" y="1219546"/>
                  </a:lnTo>
                  <a:lnTo>
                    <a:pt x="6048549" y="1214266"/>
                  </a:lnTo>
                  <a:lnTo>
                    <a:pt x="6048675" y="1214266"/>
                  </a:lnTo>
                  <a:lnTo>
                    <a:pt x="6048801" y="1214266"/>
                  </a:lnTo>
                  <a:lnTo>
                    <a:pt x="6048927" y="1214266"/>
                  </a:lnTo>
                  <a:lnTo>
                    <a:pt x="6049053" y="1214266"/>
                  </a:lnTo>
                  <a:lnTo>
                    <a:pt x="6049809" y="1214266"/>
                  </a:lnTo>
                  <a:lnTo>
                    <a:pt x="6049936" y="1214266"/>
                  </a:lnTo>
                  <a:lnTo>
                    <a:pt x="6050188" y="1214266"/>
                  </a:lnTo>
                  <a:lnTo>
                    <a:pt x="6050314" y="1214266"/>
                  </a:lnTo>
                  <a:lnTo>
                    <a:pt x="6050566" y="1214266"/>
                  </a:lnTo>
                  <a:lnTo>
                    <a:pt x="6051070" y="1214266"/>
                  </a:lnTo>
                  <a:lnTo>
                    <a:pt x="6051575" y="1208987"/>
                  </a:lnTo>
                  <a:lnTo>
                    <a:pt x="6051701" y="1208987"/>
                  </a:lnTo>
                  <a:lnTo>
                    <a:pt x="6051827" y="1208987"/>
                  </a:lnTo>
                  <a:lnTo>
                    <a:pt x="6051953" y="1208987"/>
                  </a:lnTo>
                  <a:lnTo>
                    <a:pt x="6052583" y="1208987"/>
                  </a:lnTo>
                  <a:lnTo>
                    <a:pt x="6052962" y="1208987"/>
                  </a:lnTo>
                  <a:lnTo>
                    <a:pt x="6053088" y="1208987"/>
                  </a:lnTo>
                  <a:lnTo>
                    <a:pt x="6053340" y="1208987"/>
                  </a:lnTo>
                  <a:lnTo>
                    <a:pt x="6053466" y="1208987"/>
                  </a:lnTo>
                  <a:lnTo>
                    <a:pt x="6053592" y="1208987"/>
                  </a:lnTo>
                  <a:lnTo>
                    <a:pt x="6053844" y="1208987"/>
                  </a:lnTo>
                  <a:lnTo>
                    <a:pt x="6054096" y="1208987"/>
                  </a:lnTo>
                  <a:lnTo>
                    <a:pt x="6054727" y="1208987"/>
                  </a:lnTo>
                  <a:lnTo>
                    <a:pt x="6054853" y="1208987"/>
                  </a:lnTo>
                  <a:lnTo>
                    <a:pt x="6054979" y="1208987"/>
                  </a:lnTo>
                  <a:lnTo>
                    <a:pt x="6055105" y="1208987"/>
                  </a:lnTo>
                  <a:lnTo>
                    <a:pt x="6055862" y="1203708"/>
                  </a:lnTo>
                  <a:lnTo>
                    <a:pt x="6056366" y="1203708"/>
                  </a:lnTo>
                  <a:lnTo>
                    <a:pt x="6056492" y="1203708"/>
                  </a:lnTo>
                  <a:lnTo>
                    <a:pt x="6057123" y="1203708"/>
                  </a:lnTo>
                  <a:lnTo>
                    <a:pt x="6057249" y="1203708"/>
                  </a:lnTo>
                  <a:lnTo>
                    <a:pt x="6057249" y="1198428"/>
                  </a:lnTo>
                  <a:lnTo>
                    <a:pt x="6058383" y="1198428"/>
                  </a:lnTo>
                  <a:lnTo>
                    <a:pt x="6058888" y="1198428"/>
                  </a:lnTo>
                  <a:lnTo>
                    <a:pt x="6059014" y="1198428"/>
                  </a:lnTo>
                  <a:lnTo>
                    <a:pt x="6059392" y="1198428"/>
                  </a:lnTo>
                  <a:lnTo>
                    <a:pt x="6059518" y="1198428"/>
                  </a:lnTo>
                  <a:lnTo>
                    <a:pt x="6060023" y="1198428"/>
                  </a:lnTo>
                  <a:lnTo>
                    <a:pt x="6060149" y="1198428"/>
                  </a:lnTo>
                  <a:lnTo>
                    <a:pt x="6060905" y="1198428"/>
                  </a:lnTo>
                  <a:lnTo>
                    <a:pt x="6061283" y="1198428"/>
                  </a:lnTo>
                  <a:lnTo>
                    <a:pt x="6061536" y="1198428"/>
                  </a:lnTo>
                  <a:lnTo>
                    <a:pt x="6061788" y="1193149"/>
                  </a:lnTo>
                  <a:lnTo>
                    <a:pt x="6061914" y="1193149"/>
                  </a:lnTo>
                  <a:lnTo>
                    <a:pt x="6062166" y="1193149"/>
                  </a:lnTo>
                  <a:lnTo>
                    <a:pt x="6062418" y="1193149"/>
                  </a:lnTo>
                  <a:lnTo>
                    <a:pt x="6062544" y="1193149"/>
                  </a:lnTo>
                  <a:lnTo>
                    <a:pt x="6062796" y="1193149"/>
                  </a:lnTo>
                  <a:lnTo>
                    <a:pt x="6062923" y="1193149"/>
                  </a:lnTo>
                  <a:lnTo>
                    <a:pt x="6063049" y="1193149"/>
                  </a:lnTo>
                  <a:lnTo>
                    <a:pt x="6063175" y="1193149"/>
                  </a:lnTo>
                  <a:lnTo>
                    <a:pt x="6063301" y="1193149"/>
                  </a:lnTo>
                  <a:lnTo>
                    <a:pt x="6063553" y="1193149"/>
                  </a:lnTo>
                  <a:lnTo>
                    <a:pt x="6063805" y="1193149"/>
                  </a:lnTo>
                  <a:lnTo>
                    <a:pt x="6064310" y="1193149"/>
                  </a:lnTo>
                  <a:lnTo>
                    <a:pt x="6064688" y="1193149"/>
                  </a:lnTo>
                  <a:lnTo>
                    <a:pt x="6064814" y="1193149"/>
                  </a:lnTo>
                  <a:lnTo>
                    <a:pt x="6065192" y="1193149"/>
                  </a:lnTo>
                  <a:lnTo>
                    <a:pt x="6065570" y="1193149"/>
                  </a:lnTo>
                  <a:lnTo>
                    <a:pt x="6065697" y="1193149"/>
                  </a:lnTo>
                  <a:lnTo>
                    <a:pt x="6065949" y="1193149"/>
                  </a:lnTo>
                  <a:lnTo>
                    <a:pt x="6066075" y="1193149"/>
                  </a:lnTo>
                  <a:lnTo>
                    <a:pt x="6066327" y="1193149"/>
                  </a:lnTo>
                  <a:lnTo>
                    <a:pt x="6066453" y="1193149"/>
                  </a:lnTo>
                  <a:lnTo>
                    <a:pt x="6070866" y="1182590"/>
                  </a:lnTo>
                  <a:lnTo>
                    <a:pt x="6071118" y="1182590"/>
                  </a:lnTo>
                  <a:lnTo>
                    <a:pt x="6071497" y="1177310"/>
                  </a:lnTo>
                  <a:lnTo>
                    <a:pt x="6071875" y="1177310"/>
                  </a:lnTo>
                  <a:lnTo>
                    <a:pt x="6072253" y="1177310"/>
                  </a:lnTo>
                  <a:lnTo>
                    <a:pt x="6072757" y="1177310"/>
                  </a:lnTo>
                  <a:lnTo>
                    <a:pt x="6073010" y="1177310"/>
                  </a:lnTo>
                  <a:lnTo>
                    <a:pt x="6073514" y="1177310"/>
                  </a:lnTo>
                  <a:lnTo>
                    <a:pt x="6073766" y="1177310"/>
                  </a:lnTo>
                  <a:lnTo>
                    <a:pt x="6073892" y="1177310"/>
                  </a:lnTo>
                  <a:lnTo>
                    <a:pt x="6074018" y="1177310"/>
                  </a:lnTo>
                  <a:lnTo>
                    <a:pt x="6074144" y="1177310"/>
                  </a:lnTo>
                  <a:lnTo>
                    <a:pt x="6074397" y="1177310"/>
                  </a:lnTo>
                  <a:lnTo>
                    <a:pt x="6074523" y="1177310"/>
                  </a:lnTo>
                  <a:lnTo>
                    <a:pt x="6074649" y="1177310"/>
                  </a:lnTo>
                  <a:lnTo>
                    <a:pt x="6074901" y="1177310"/>
                  </a:lnTo>
                  <a:lnTo>
                    <a:pt x="6075153" y="1177310"/>
                  </a:lnTo>
                  <a:lnTo>
                    <a:pt x="6075657" y="1177310"/>
                  </a:lnTo>
                  <a:lnTo>
                    <a:pt x="6076036" y="1177310"/>
                  </a:lnTo>
                  <a:lnTo>
                    <a:pt x="6076414" y="1177310"/>
                  </a:lnTo>
                  <a:lnTo>
                    <a:pt x="6076918" y="1177310"/>
                  </a:lnTo>
                  <a:lnTo>
                    <a:pt x="6077297" y="1177310"/>
                  </a:lnTo>
                  <a:lnTo>
                    <a:pt x="6078053" y="1177310"/>
                  </a:lnTo>
                  <a:lnTo>
                    <a:pt x="6078431" y="1177310"/>
                  </a:lnTo>
                  <a:lnTo>
                    <a:pt x="6078557" y="1177310"/>
                  </a:lnTo>
                  <a:lnTo>
                    <a:pt x="6078936" y="1177310"/>
                  </a:lnTo>
                  <a:lnTo>
                    <a:pt x="6079566" y="1177310"/>
                  </a:lnTo>
                  <a:lnTo>
                    <a:pt x="6079692" y="1177310"/>
                  </a:lnTo>
                  <a:lnTo>
                    <a:pt x="6080070" y="1177310"/>
                  </a:lnTo>
                  <a:lnTo>
                    <a:pt x="6081331" y="1177310"/>
                  </a:lnTo>
                  <a:lnTo>
                    <a:pt x="6081710" y="1177310"/>
                  </a:lnTo>
                  <a:lnTo>
                    <a:pt x="6081962" y="1177310"/>
                  </a:lnTo>
                  <a:lnTo>
                    <a:pt x="6082340" y="1177310"/>
                  </a:lnTo>
                  <a:lnTo>
                    <a:pt x="6082844" y="1177310"/>
                  </a:lnTo>
                  <a:lnTo>
                    <a:pt x="6083223" y="1177310"/>
                  </a:lnTo>
                  <a:lnTo>
                    <a:pt x="6083979" y="1177310"/>
                  </a:lnTo>
                  <a:lnTo>
                    <a:pt x="6084231" y="1177310"/>
                  </a:lnTo>
                  <a:lnTo>
                    <a:pt x="6084357" y="1172031"/>
                  </a:lnTo>
                  <a:lnTo>
                    <a:pt x="6084484" y="1172031"/>
                  </a:lnTo>
                  <a:lnTo>
                    <a:pt x="6084988" y="1172031"/>
                  </a:lnTo>
                  <a:lnTo>
                    <a:pt x="6085492" y="1172031"/>
                  </a:lnTo>
                  <a:lnTo>
                    <a:pt x="6085618" y="1172031"/>
                  </a:lnTo>
                  <a:lnTo>
                    <a:pt x="6085744" y="1172031"/>
                  </a:lnTo>
                  <a:lnTo>
                    <a:pt x="6085871" y="1172031"/>
                  </a:lnTo>
                  <a:lnTo>
                    <a:pt x="6086123" y="1172031"/>
                  </a:lnTo>
                  <a:lnTo>
                    <a:pt x="6086249" y="1172031"/>
                  </a:lnTo>
                  <a:lnTo>
                    <a:pt x="6086501" y="1172031"/>
                  </a:lnTo>
                  <a:lnTo>
                    <a:pt x="6086627" y="1172031"/>
                  </a:lnTo>
                  <a:lnTo>
                    <a:pt x="6086753" y="1172031"/>
                  </a:lnTo>
                  <a:lnTo>
                    <a:pt x="6087005" y="1172031"/>
                  </a:lnTo>
                  <a:lnTo>
                    <a:pt x="6087510" y="1172031"/>
                  </a:lnTo>
                  <a:lnTo>
                    <a:pt x="6088014" y="1166752"/>
                  </a:lnTo>
                  <a:lnTo>
                    <a:pt x="6088266" y="1166752"/>
                  </a:lnTo>
                  <a:lnTo>
                    <a:pt x="6088392" y="1166752"/>
                  </a:lnTo>
                  <a:lnTo>
                    <a:pt x="6088644" y="1166752"/>
                  </a:lnTo>
                  <a:lnTo>
                    <a:pt x="6088771" y="1166752"/>
                  </a:lnTo>
                  <a:lnTo>
                    <a:pt x="6088897" y="1166752"/>
                  </a:lnTo>
                  <a:lnTo>
                    <a:pt x="6089023" y="1166752"/>
                  </a:lnTo>
                  <a:lnTo>
                    <a:pt x="6089905" y="1166752"/>
                  </a:lnTo>
                  <a:lnTo>
                    <a:pt x="6090031" y="1166752"/>
                  </a:lnTo>
                  <a:lnTo>
                    <a:pt x="6090157" y="1166752"/>
                  </a:lnTo>
                  <a:lnTo>
                    <a:pt x="6090662" y="1166752"/>
                  </a:lnTo>
                  <a:lnTo>
                    <a:pt x="6090788" y="1166752"/>
                  </a:lnTo>
                  <a:lnTo>
                    <a:pt x="6091797" y="1166752"/>
                  </a:lnTo>
                  <a:lnTo>
                    <a:pt x="6092175" y="1166752"/>
                  </a:lnTo>
                  <a:lnTo>
                    <a:pt x="6092553" y="1166752"/>
                  </a:lnTo>
                  <a:lnTo>
                    <a:pt x="6094192" y="1166752"/>
                  </a:lnTo>
                  <a:lnTo>
                    <a:pt x="6094318" y="1166752"/>
                  </a:lnTo>
                  <a:lnTo>
                    <a:pt x="6094444" y="1166752"/>
                  </a:lnTo>
                  <a:lnTo>
                    <a:pt x="6094571" y="1166752"/>
                  </a:lnTo>
                  <a:lnTo>
                    <a:pt x="6095075" y="1166752"/>
                  </a:lnTo>
                  <a:lnTo>
                    <a:pt x="6095201" y="1166752"/>
                  </a:lnTo>
                  <a:lnTo>
                    <a:pt x="6095327" y="1166752"/>
                  </a:lnTo>
                  <a:lnTo>
                    <a:pt x="6095453" y="1166752"/>
                  </a:lnTo>
                  <a:lnTo>
                    <a:pt x="6095579" y="1166752"/>
                  </a:lnTo>
                  <a:lnTo>
                    <a:pt x="6095705" y="1166752"/>
                  </a:lnTo>
                  <a:lnTo>
                    <a:pt x="6096462" y="1166752"/>
                  </a:lnTo>
                  <a:lnTo>
                    <a:pt x="6097344" y="1166752"/>
                  </a:lnTo>
                  <a:lnTo>
                    <a:pt x="6097723" y="1166752"/>
                  </a:lnTo>
                  <a:lnTo>
                    <a:pt x="6097849" y="1166752"/>
                  </a:lnTo>
                  <a:lnTo>
                    <a:pt x="6097975" y="1166752"/>
                  </a:lnTo>
                  <a:lnTo>
                    <a:pt x="6098605" y="1166752"/>
                  </a:lnTo>
                  <a:lnTo>
                    <a:pt x="6098731" y="1166752"/>
                  </a:lnTo>
                  <a:lnTo>
                    <a:pt x="6098984" y="1166752"/>
                  </a:lnTo>
                  <a:lnTo>
                    <a:pt x="6099236" y="1166752"/>
                  </a:lnTo>
                  <a:lnTo>
                    <a:pt x="6099362" y="1166752"/>
                  </a:lnTo>
                  <a:lnTo>
                    <a:pt x="6099488" y="1166752"/>
                  </a:lnTo>
                  <a:lnTo>
                    <a:pt x="6099866" y="1166752"/>
                  </a:lnTo>
                  <a:lnTo>
                    <a:pt x="6100497" y="1166752"/>
                  </a:lnTo>
                  <a:lnTo>
                    <a:pt x="6100623" y="1166752"/>
                  </a:lnTo>
                  <a:lnTo>
                    <a:pt x="6102010" y="1166752"/>
                  </a:lnTo>
                  <a:lnTo>
                    <a:pt x="6102262" y="1166752"/>
                  </a:lnTo>
                  <a:lnTo>
                    <a:pt x="6102388" y="1166752"/>
                  </a:lnTo>
                  <a:lnTo>
                    <a:pt x="6102514" y="1166752"/>
                  </a:lnTo>
                  <a:lnTo>
                    <a:pt x="6103397" y="1166752"/>
                  </a:lnTo>
                  <a:lnTo>
                    <a:pt x="6103775" y="1166752"/>
                  </a:lnTo>
                  <a:lnTo>
                    <a:pt x="6104027" y="1166752"/>
                  </a:lnTo>
                  <a:lnTo>
                    <a:pt x="6104405" y="1166752"/>
                  </a:lnTo>
                  <a:lnTo>
                    <a:pt x="6104531" y="1166752"/>
                  </a:lnTo>
                  <a:lnTo>
                    <a:pt x="6105540" y="1166752"/>
                  </a:lnTo>
                  <a:lnTo>
                    <a:pt x="6105666" y="1166752"/>
                  </a:lnTo>
                  <a:lnTo>
                    <a:pt x="6106297" y="1161472"/>
                  </a:lnTo>
                  <a:lnTo>
                    <a:pt x="6106423" y="1161472"/>
                  </a:lnTo>
                  <a:lnTo>
                    <a:pt x="6106549" y="1161472"/>
                  </a:lnTo>
                  <a:lnTo>
                    <a:pt x="6107558" y="1161472"/>
                  </a:lnTo>
                  <a:lnTo>
                    <a:pt x="6108440" y="1161472"/>
                  </a:lnTo>
                  <a:lnTo>
                    <a:pt x="6108566" y="1161472"/>
                  </a:lnTo>
                  <a:lnTo>
                    <a:pt x="6108692" y="1161472"/>
                  </a:lnTo>
                  <a:lnTo>
                    <a:pt x="6109449" y="1161472"/>
                  </a:lnTo>
                  <a:lnTo>
                    <a:pt x="6109701" y="1161472"/>
                  </a:lnTo>
                  <a:lnTo>
                    <a:pt x="6110836" y="1161472"/>
                  </a:lnTo>
                  <a:lnTo>
                    <a:pt x="6111214" y="1161472"/>
                  </a:lnTo>
                  <a:lnTo>
                    <a:pt x="6111466" y="1161472"/>
                  </a:lnTo>
                  <a:lnTo>
                    <a:pt x="6111466" y="1156193"/>
                  </a:lnTo>
                  <a:lnTo>
                    <a:pt x="6111718" y="1156193"/>
                  </a:lnTo>
                  <a:lnTo>
                    <a:pt x="6111845" y="1156193"/>
                  </a:lnTo>
                  <a:lnTo>
                    <a:pt x="6111971" y="1156193"/>
                  </a:lnTo>
                  <a:lnTo>
                    <a:pt x="6112097" y="1156193"/>
                  </a:lnTo>
                  <a:lnTo>
                    <a:pt x="6112349" y="1156193"/>
                  </a:lnTo>
                  <a:lnTo>
                    <a:pt x="6112601" y="1156193"/>
                  </a:lnTo>
                  <a:lnTo>
                    <a:pt x="6112727" y="1156193"/>
                  </a:lnTo>
                  <a:lnTo>
                    <a:pt x="6112853" y="1156193"/>
                  </a:lnTo>
                  <a:lnTo>
                    <a:pt x="6113358" y="1156193"/>
                  </a:lnTo>
                  <a:lnTo>
                    <a:pt x="6113484" y="1156193"/>
                  </a:lnTo>
                  <a:lnTo>
                    <a:pt x="6113862" y="1156193"/>
                  </a:lnTo>
                  <a:lnTo>
                    <a:pt x="6113988" y="1156193"/>
                  </a:lnTo>
                  <a:lnTo>
                    <a:pt x="6114745" y="1156193"/>
                  </a:lnTo>
                  <a:lnTo>
                    <a:pt x="6114997" y="1156193"/>
                  </a:lnTo>
                  <a:lnTo>
                    <a:pt x="6115375" y="1156193"/>
                  </a:lnTo>
                  <a:lnTo>
                    <a:pt x="6115627" y="1156193"/>
                  </a:lnTo>
                  <a:lnTo>
                    <a:pt x="6115879" y="1156193"/>
                  </a:lnTo>
                  <a:lnTo>
                    <a:pt x="6116258" y="1156193"/>
                  </a:lnTo>
                  <a:lnTo>
                    <a:pt x="6116636" y="1156193"/>
                  </a:lnTo>
                  <a:lnTo>
                    <a:pt x="6117266" y="1156193"/>
                  </a:lnTo>
                  <a:lnTo>
                    <a:pt x="6118779" y="1156193"/>
                  </a:lnTo>
                  <a:lnTo>
                    <a:pt x="6119662" y="1156193"/>
                  </a:lnTo>
                  <a:lnTo>
                    <a:pt x="6120166" y="1156193"/>
                  </a:lnTo>
                  <a:lnTo>
                    <a:pt x="6120292" y="1156193"/>
                  </a:lnTo>
                  <a:lnTo>
                    <a:pt x="6120419" y="1156193"/>
                  </a:lnTo>
                  <a:lnTo>
                    <a:pt x="6120545" y="1156193"/>
                  </a:lnTo>
                  <a:lnTo>
                    <a:pt x="6120671" y="1156193"/>
                  </a:lnTo>
                  <a:lnTo>
                    <a:pt x="6121805" y="1156193"/>
                  </a:lnTo>
                  <a:lnTo>
                    <a:pt x="6122058" y="1156193"/>
                  </a:lnTo>
                  <a:lnTo>
                    <a:pt x="6122310" y="1156193"/>
                  </a:lnTo>
                  <a:lnTo>
                    <a:pt x="6122688" y="1156193"/>
                  </a:lnTo>
                  <a:lnTo>
                    <a:pt x="6122814" y="1156193"/>
                  </a:lnTo>
                  <a:lnTo>
                    <a:pt x="6122940" y="1156193"/>
                  </a:lnTo>
                  <a:lnTo>
                    <a:pt x="6123192" y="1156193"/>
                  </a:lnTo>
                  <a:lnTo>
                    <a:pt x="6123697" y="1156193"/>
                  </a:lnTo>
                  <a:lnTo>
                    <a:pt x="6123823" y="1156193"/>
                  </a:lnTo>
                  <a:lnTo>
                    <a:pt x="6124075" y="1156193"/>
                  </a:lnTo>
                  <a:lnTo>
                    <a:pt x="6124958" y="1156193"/>
                  </a:lnTo>
                  <a:lnTo>
                    <a:pt x="6125084" y="1156193"/>
                  </a:lnTo>
                  <a:lnTo>
                    <a:pt x="6126345" y="1156193"/>
                  </a:lnTo>
                  <a:lnTo>
                    <a:pt x="6126597" y="1156193"/>
                  </a:lnTo>
                  <a:lnTo>
                    <a:pt x="6126723" y="1156193"/>
                  </a:lnTo>
                  <a:lnTo>
                    <a:pt x="6126849" y="1156193"/>
                  </a:lnTo>
                  <a:lnTo>
                    <a:pt x="6127227" y="1156193"/>
                  </a:lnTo>
                  <a:lnTo>
                    <a:pt x="6127858" y="1156193"/>
                  </a:lnTo>
                  <a:lnTo>
                    <a:pt x="6127984" y="1156193"/>
                  </a:lnTo>
                  <a:lnTo>
                    <a:pt x="6128488" y="1156193"/>
                  </a:lnTo>
                  <a:lnTo>
                    <a:pt x="6128614" y="1156193"/>
                  </a:lnTo>
                  <a:lnTo>
                    <a:pt x="6129371" y="1156193"/>
                  </a:lnTo>
                  <a:lnTo>
                    <a:pt x="6129497" y="1156193"/>
                  </a:lnTo>
                  <a:lnTo>
                    <a:pt x="6129749" y="1156193"/>
                  </a:lnTo>
                  <a:lnTo>
                    <a:pt x="6129875" y="1156193"/>
                  </a:lnTo>
                  <a:lnTo>
                    <a:pt x="6130001" y="1156193"/>
                  </a:lnTo>
                  <a:lnTo>
                    <a:pt x="6130127" y="1156193"/>
                  </a:lnTo>
                  <a:lnTo>
                    <a:pt x="6130253" y="1156193"/>
                  </a:lnTo>
                  <a:lnTo>
                    <a:pt x="6130758" y="1156193"/>
                  </a:lnTo>
                  <a:lnTo>
                    <a:pt x="6131640" y="1156193"/>
                  </a:lnTo>
                  <a:lnTo>
                    <a:pt x="6131893" y="1156193"/>
                  </a:lnTo>
                  <a:lnTo>
                    <a:pt x="6132271" y="1156193"/>
                  </a:lnTo>
                  <a:lnTo>
                    <a:pt x="6132523" y="1156193"/>
                  </a:lnTo>
                  <a:lnTo>
                    <a:pt x="6132649" y="1156193"/>
                  </a:lnTo>
                  <a:lnTo>
                    <a:pt x="6132901" y="1156193"/>
                  </a:lnTo>
                  <a:lnTo>
                    <a:pt x="6133153" y="1156193"/>
                  </a:lnTo>
                  <a:lnTo>
                    <a:pt x="6133279" y="1156193"/>
                  </a:lnTo>
                  <a:lnTo>
                    <a:pt x="6133910" y="1156193"/>
                  </a:lnTo>
                  <a:lnTo>
                    <a:pt x="6134036" y="1156193"/>
                  </a:lnTo>
                  <a:lnTo>
                    <a:pt x="6134162" y="1156193"/>
                  </a:lnTo>
                  <a:lnTo>
                    <a:pt x="6134288" y="1150913"/>
                  </a:lnTo>
                  <a:lnTo>
                    <a:pt x="6134666" y="1150913"/>
                  </a:lnTo>
                  <a:lnTo>
                    <a:pt x="6134919" y="1150913"/>
                  </a:lnTo>
                  <a:lnTo>
                    <a:pt x="6135171" y="1150913"/>
                  </a:lnTo>
                  <a:lnTo>
                    <a:pt x="6135423" y="1150913"/>
                  </a:lnTo>
                  <a:lnTo>
                    <a:pt x="6135801" y="1150913"/>
                  </a:lnTo>
                  <a:lnTo>
                    <a:pt x="6136558" y="1150913"/>
                  </a:lnTo>
                  <a:lnTo>
                    <a:pt x="6136684" y="1150913"/>
                  </a:lnTo>
                  <a:lnTo>
                    <a:pt x="6137693" y="1150913"/>
                  </a:lnTo>
                  <a:lnTo>
                    <a:pt x="6137819" y="1150913"/>
                  </a:lnTo>
                  <a:lnTo>
                    <a:pt x="6137945" y="1150913"/>
                  </a:lnTo>
                  <a:lnTo>
                    <a:pt x="6138323" y="1150913"/>
                  </a:lnTo>
                  <a:lnTo>
                    <a:pt x="6138575" y="1150913"/>
                  </a:lnTo>
                  <a:lnTo>
                    <a:pt x="6138827" y="1150913"/>
                  </a:lnTo>
                  <a:lnTo>
                    <a:pt x="6139458" y="1150913"/>
                  </a:lnTo>
                  <a:lnTo>
                    <a:pt x="6139710" y="1150913"/>
                  </a:lnTo>
                  <a:lnTo>
                    <a:pt x="6139836" y="1150913"/>
                  </a:lnTo>
                  <a:lnTo>
                    <a:pt x="6139962" y="1150913"/>
                  </a:lnTo>
                  <a:lnTo>
                    <a:pt x="6140340" y="1150913"/>
                  </a:lnTo>
                  <a:lnTo>
                    <a:pt x="6140593" y="1150913"/>
                  </a:lnTo>
                  <a:lnTo>
                    <a:pt x="6141223" y="1150913"/>
                  </a:lnTo>
                  <a:lnTo>
                    <a:pt x="6141980" y="1150913"/>
                  </a:lnTo>
                  <a:lnTo>
                    <a:pt x="6142484" y="1150913"/>
                  </a:lnTo>
                  <a:lnTo>
                    <a:pt x="6142610" y="1150913"/>
                  </a:lnTo>
                  <a:lnTo>
                    <a:pt x="6142862" y="1150913"/>
                  </a:lnTo>
                  <a:lnTo>
                    <a:pt x="6142988" y="1150913"/>
                  </a:lnTo>
                  <a:lnTo>
                    <a:pt x="6143493" y="1150913"/>
                  </a:lnTo>
                  <a:lnTo>
                    <a:pt x="6143745" y="1150913"/>
                  </a:lnTo>
                  <a:lnTo>
                    <a:pt x="6143871" y="1150913"/>
                  </a:lnTo>
                  <a:lnTo>
                    <a:pt x="6143997" y="1150913"/>
                  </a:lnTo>
                  <a:lnTo>
                    <a:pt x="6146266" y="1124516"/>
                  </a:lnTo>
                  <a:lnTo>
                    <a:pt x="6146645" y="1124516"/>
                  </a:lnTo>
                  <a:lnTo>
                    <a:pt x="6146771" y="1124516"/>
                  </a:lnTo>
                  <a:lnTo>
                    <a:pt x="6147149" y="1124516"/>
                  </a:lnTo>
                  <a:lnTo>
                    <a:pt x="6147653" y="1124516"/>
                  </a:lnTo>
                  <a:lnTo>
                    <a:pt x="6147780" y="1124516"/>
                  </a:lnTo>
                  <a:lnTo>
                    <a:pt x="6147906" y="1124516"/>
                  </a:lnTo>
                  <a:lnTo>
                    <a:pt x="6148032" y="1124516"/>
                  </a:lnTo>
                  <a:lnTo>
                    <a:pt x="6148158" y="1124516"/>
                  </a:lnTo>
                  <a:lnTo>
                    <a:pt x="6148284" y="1124516"/>
                  </a:lnTo>
                  <a:lnTo>
                    <a:pt x="6148662" y="1124516"/>
                  </a:lnTo>
                  <a:lnTo>
                    <a:pt x="6148914" y="1124516"/>
                  </a:lnTo>
                  <a:lnTo>
                    <a:pt x="6149419" y="1124516"/>
                  </a:lnTo>
                  <a:lnTo>
                    <a:pt x="6149545" y="1124516"/>
                  </a:lnTo>
                  <a:lnTo>
                    <a:pt x="6149671" y="1124516"/>
                  </a:lnTo>
                  <a:lnTo>
                    <a:pt x="6149923" y="1124516"/>
                  </a:lnTo>
                  <a:lnTo>
                    <a:pt x="6150175" y="1124516"/>
                  </a:lnTo>
                  <a:lnTo>
                    <a:pt x="6150806" y="1119237"/>
                  </a:lnTo>
                  <a:lnTo>
                    <a:pt x="6150932" y="1119237"/>
                  </a:lnTo>
                  <a:lnTo>
                    <a:pt x="6151310" y="1119237"/>
                  </a:lnTo>
                  <a:lnTo>
                    <a:pt x="6151436" y="1119237"/>
                  </a:lnTo>
                  <a:lnTo>
                    <a:pt x="6151562" y="1119237"/>
                  </a:lnTo>
                  <a:lnTo>
                    <a:pt x="6151688" y="1119237"/>
                  </a:lnTo>
                  <a:lnTo>
                    <a:pt x="6151814" y="1119237"/>
                  </a:lnTo>
                  <a:lnTo>
                    <a:pt x="6153201" y="1119237"/>
                  </a:lnTo>
                  <a:lnTo>
                    <a:pt x="6153327" y="1119237"/>
                  </a:lnTo>
                  <a:lnTo>
                    <a:pt x="6153453" y="1119237"/>
                  </a:lnTo>
                  <a:lnTo>
                    <a:pt x="6153958" y="1119237"/>
                  </a:lnTo>
                  <a:lnTo>
                    <a:pt x="6154084" y="1119237"/>
                  </a:lnTo>
                  <a:lnTo>
                    <a:pt x="6154714" y="1119237"/>
                  </a:lnTo>
                  <a:lnTo>
                    <a:pt x="6154840" y="1119237"/>
                  </a:lnTo>
                  <a:lnTo>
                    <a:pt x="6155093" y="1119237"/>
                  </a:lnTo>
                  <a:lnTo>
                    <a:pt x="6155471" y="1119237"/>
                  </a:lnTo>
                  <a:lnTo>
                    <a:pt x="6155849" y="1119237"/>
                  </a:lnTo>
                  <a:lnTo>
                    <a:pt x="6156101" y="1119237"/>
                  </a:lnTo>
                  <a:lnTo>
                    <a:pt x="6156480" y="1119237"/>
                  </a:lnTo>
                  <a:lnTo>
                    <a:pt x="6156858" y="1119237"/>
                  </a:lnTo>
                  <a:lnTo>
                    <a:pt x="6157236" y="1119237"/>
                  </a:lnTo>
                  <a:lnTo>
                    <a:pt x="6158245" y="1119237"/>
                  </a:lnTo>
                  <a:lnTo>
                    <a:pt x="6158371" y="1119237"/>
                  </a:lnTo>
                  <a:lnTo>
                    <a:pt x="6158623" y="1119237"/>
                  </a:lnTo>
                  <a:lnTo>
                    <a:pt x="6159127" y="1119237"/>
                  </a:lnTo>
                  <a:lnTo>
                    <a:pt x="6160640" y="1119237"/>
                  </a:lnTo>
                  <a:lnTo>
                    <a:pt x="6160767" y="1119237"/>
                  </a:lnTo>
                  <a:lnTo>
                    <a:pt x="6160893" y="1119237"/>
                  </a:lnTo>
                  <a:lnTo>
                    <a:pt x="6161019" y="1119237"/>
                  </a:lnTo>
                  <a:lnTo>
                    <a:pt x="6161145" y="1119237"/>
                  </a:lnTo>
                  <a:lnTo>
                    <a:pt x="6161271" y="1119237"/>
                  </a:lnTo>
                  <a:lnTo>
                    <a:pt x="6161649" y="1119237"/>
                  </a:lnTo>
                  <a:lnTo>
                    <a:pt x="6161775" y="1119237"/>
                  </a:lnTo>
                  <a:lnTo>
                    <a:pt x="6161901" y="1119237"/>
                  </a:lnTo>
                  <a:lnTo>
                    <a:pt x="6162406" y="1119237"/>
                  </a:lnTo>
                  <a:lnTo>
                    <a:pt x="6163036" y="1119237"/>
                  </a:lnTo>
                  <a:lnTo>
                    <a:pt x="6163162" y="1119237"/>
                  </a:lnTo>
                  <a:lnTo>
                    <a:pt x="6163288" y="1119237"/>
                  </a:lnTo>
                  <a:lnTo>
                    <a:pt x="6163919" y="1119237"/>
                  </a:lnTo>
                  <a:lnTo>
                    <a:pt x="6164045" y="1119237"/>
                  </a:lnTo>
                  <a:lnTo>
                    <a:pt x="6164171" y="1119237"/>
                  </a:lnTo>
                  <a:lnTo>
                    <a:pt x="6165180" y="1119237"/>
                  </a:lnTo>
                  <a:lnTo>
                    <a:pt x="6166314" y="1119237"/>
                  </a:lnTo>
                  <a:lnTo>
                    <a:pt x="6166441" y="1119237"/>
                  </a:lnTo>
                  <a:lnTo>
                    <a:pt x="6166693" y="1119237"/>
                  </a:lnTo>
                  <a:lnTo>
                    <a:pt x="6166945" y="1119237"/>
                  </a:lnTo>
                  <a:lnTo>
                    <a:pt x="6167071" y="1119237"/>
                  </a:lnTo>
                  <a:lnTo>
                    <a:pt x="6167827" y="1119237"/>
                  </a:lnTo>
                  <a:lnTo>
                    <a:pt x="6168080" y="1119237"/>
                  </a:lnTo>
                  <a:lnTo>
                    <a:pt x="6168710" y="1119237"/>
                  </a:lnTo>
                  <a:lnTo>
                    <a:pt x="6169088" y="1119237"/>
                  </a:lnTo>
                  <a:lnTo>
                    <a:pt x="6169341" y="1119237"/>
                  </a:lnTo>
                  <a:lnTo>
                    <a:pt x="6169845" y="1119237"/>
                  </a:lnTo>
                  <a:lnTo>
                    <a:pt x="6169971" y="1119237"/>
                  </a:lnTo>
                  <a:lnTo>
                    <a:pt x="6170349" y="1119237"/>
                  </a:lnTo>
                  <a:lnTo>
                    <a:pt x="6170727" y="1119237"/>
                  </a:lnTo>
                  <a:lnTo>
                    <a:pt x="6171106" y="1119237"/>
                  </a:lnTo>
                  <a:lnTo>
                    <a:pt x="6171232" y="1119237"/>
                  </a:lnTo>
                  <a:lnTo>
                    <a:pt x="6171484" y="1119237"/>
                  </a:lnTo>
                  <a:lnTo>
                    <a:pt x="6171736" y="1119237"/>
                  </a:lnTo>
                  <a:lnTo>
                    <a:pt x="6171988" y="1119237"/>
                  </a:lnTo>
                  <a:lnTo>
                    <a:pt x="6172241" y="1119237"/>
                  </a:lnTo>
                  <a:lnTo>
                    <a:pt x="6172493" y="1119237"/>
                  </a:lnTo>
                  <a:lnTo>
                    <a:pt x="6172745" y="1119237"/>
                  </a:lnTo>
                  <a:lnTo>
                    <a:pt x="6172871" y="1119237"/>
                  </a:lnTo>
                  <a:lnTo>
                    <a:pt x="6173375" y="1119237"/>
                  </a:lnTo>
                  <a:lnTo>
                    <a:pt x="6173880" y="1119237"/>
                  </a:lnTo>
                  <a:lnTo>
                    <a:pt x="6174258" y="1119237"/>
                  </a:lnTo>
                  <a:lnTo>
                    <a:pt x="6174510" y="1119237"/>
                  </a:lnTo>
                  <a:lnTo>
                    <a:pt x="6174636" y="1119237"/>
                  </a:lnTo>
                  <a:lnTo>
                    <a:pt x="6174762" y="1119237"/>
                  </a:lnTo>
                  <a:lnTo>
                    <a:pt x="6174888" y="1119237"/>
                  </a:lnTo>
                  <a:lnTo>
                    <a:pt x="6175141" y="1119237"/>
                  </a:lnTo>
                  <a:lnTo>
                    <a:pt x="6176023" y="1119237"/>
                  </a:lnTo>
                  <a:lnTo>
                    <a:pt x="6176149" y="1119237"/>
                  </a:lnTo>
                  <a:lnTo>
                    <a:pt x="6176654" y="1119237"/>
                  </a:lnTo>
                  <a:lnTo>
                    <a:pt x="6177032" y="1119237"/>
                  </a:lnTo>
                  <a:lnTo>
                    <a:pt x="6177410" y="1119237"/>
                  </a:lnTo>
                  <a:lnTo>
                    <a:pt x="6177788" y="1119237"/>
                  </a:lnTo>
                  <a:lnTo>
                    <a:pt x="6178167" y="1119237"/>
                  </a:lnTo>
                  <a:lnTo>
                    <a:pt x="6178293" y="1119237"/>
                  </a:lnTo>
                  <a:lnTo>
                    <a:pt x="6178419" y="1119237"/>
                  </a:lnTo>
                  <a:lnTo>
                    <a:pt x="6178671" y="1119237"/>
                  </a:lnTo>
                  <a:lnTo>
                    <a:pt x="6180941" y="1113957"/>
                  </a:lnTo>
                  <a:lnTo>
                    <a:pt x="6181067" y="1113957"/>
                  </a:lnTo>
                  <a:lnTo>
                    <a:pt x="6181193" y="1113957"/>
                  </a:lnTo>
                  <a:lnTo>
                    <a:pt x="6181319" y="1113957"/>
                  </a:lnTo>
                  <a:lnTo>
                    <a:pt x="6181571" y="1113957"/>
                  </a:lnTo>
                  <a:lnTo>
                    <a:pt x="6181697" y="1113957"/>
                  </a:lnTo>
                  <a:lnTo>
                    <a:pt x="6182075" y="1113957"/>
                  </a:lnTo>
                  <a:lnTo>
                    <a:pt x="6182580" y="1113957"/>
                  </a:lnTo>
                  <a:lnTo>
                    <a:pt x="6182706" y="1113957"/>
                  </a:lnTo>
                  <a:lnTo>
                    <a:pt x="6182958" y="1113957"/>
                  </a:lnTo>
                  <a:lnTo>
                    <a:pt x="6183084" y="1113957"/>
                  </a:lnTo>
                  <a:lnTo>
                    <a:pt x="6183588" y="1113957"/>
                  </a:lnTo>
                  <a:lnTo>
                    <a:pt x="6183841" y="1113957"/>
                  </a:lnTo>
                  <a:lnTo>
                    <a:pt x="6184471" y="1113957"/>
                  </a:lnTo>
                  <a:lnTo>
                    <a:pt x="6184975" y="1113957"/>
                  </a:lnTo>
                  <a:lnTo>
                    <a:pt x="6185101" y="1113957"/>
                  </a:lnTo>
                  <a:lnTo>
                    <a:pt x="6185606" y="1113957"/>
                  </a:lnTo>
                  <a:lnTo>
                    <a:pt x="6185732" y="1113957"/>
                  </a:lnTo>
                  <a:lnTo>
                    <a:pt x="6185984" y="1113957"/>
                  </a:lnTo>
                  <a:lnTo>
                    <a:pt x="6186236" y="1113957"/>
                  </a:lnTo>
                  <a:lnTo>
                    <a:pt x="6186362" y="1113957"/>
                  </a:lnTo>
                  <a:lnTo>
                    <a:pt x="6186993" y="1113957"/>
                  </a:lnTo>
                  <a:lnTo>
                    <a:pt x="6187245" y="1108678"/>
                  </a:lnTo>
                  <a:lnTo>
                    <a:pt x="6187371" y="1108678"/>
                  </a:lnTo>
                  <a:lnTo>
                    <a:pt x="6187623" y="1108678"/>
                  </a:lnTo>
                  <a:lnTo>
                    <a:pt x="6187875" y="1108678"/>
                  </a:lnTo>
                  <a:lnTo>
                    <a:pt x="6188380" y="1108678"/>
                  </a:lnTo>
                  <a:lnTo>
                    <a:pt x="6189262" y="1108678"/>
                  </a:lnTo>
                  <a:lnTo>
                    <a:pt x="6189641" y="1108678"/>
                  </a:lnTo>
                  <a:lnTo>
                    <a:pt x="6189767" y="1108678"/>
                  </a:lnTo>
                  <a:lnTo>
                    <a:pt x="6190019" y="1108678"/>
                  </a:lnTo>
                  <a:lnTo>
                    <a:pt x="6191028" y="1108678"/>
                  </a:lnTo>
                  <a:lnTo>
                    <a:pt x="6191658" y="1108678"/>
                  </a:lnTo>
                  <a:lnTo>
                    <a:pt x="6191910" y="1108678"/>
                  </a:lnTo>
                  <a:lnTo>
                    <a:pt x="6192288" y="1108678"/>
                  </a:lnTo>
                  <a:lnTo>
                    <a:pt x="6192415" y="1108678"/>
                  </a:lnTo>
                  <a:lnTo>
                    <a:pt x="6192541" y="1108678"/>
                  </a:lnTo>
                  <a:lnTo>
                    <a:pt x="6193297" y="1108678"/>
                  </a:lnTo>
                  <a:lnTo>
                    <a:pt x="6193549" y="1108678"/>
                  </a:lnTo>
                  <a:lnTo>
                    <a:pt x="6193675" y="1108678"/>
                  </a:lnTo>
                  <a:lnTo>
                    <a:pt x="6193928" y="1108678"/>
                  </a:lnTo>
                  <a:lnTo>
                    <a:pt x="6194054" y="1108678"/>
                  </a:lnTo>
                  <a:lnTo>
                    <a:pt x="6194432" y="1098119"/>
                  </a:lnTo>
                  <a:lnTo>
                    <a:pt x="6194810" y="1098119"/>
                  </a:lnTo>
                  <a:lnTo>
                    <a:pt x="6195188" y="1098119"/>
                  </a:lnTo>
                  <a:lnTo>
                    <a:pt x="6195315" y="1098119"/>
                  </a:lnTo>
                  <a:lnTo>
                    <a:pt x="6195819" y="1098119"/>
                  </a:lnTo>
                  <a:lnTo>
                    <a:pt x="6196197" y="1098119"/>
                  </a:lnTo>
                  <a:lnTo>
                    <a:pt x="6196702" y="1098119"/>
                  </a:lnTo>
                  <a:lnTo>
                    <a:pt x="6196828" y="1098119"/>
                  </a:lnTo>
                  <a:lnTo>
                    <a:pt x="6196954" y="1098119"/>
                  </a:lnTo>
                  <a:lnTo>
                    <a:pt x="6198719" y="1098119"/>
                  </a:lnTo>
                  <a:lnTo>
                    <a:pt x="6199097" y="1098119"/>
                  </a:lnTo>
                  <a:lnTo>
                    <a:pt x="6199349" y="1098119"/>
                  </a:lnTo>
                  <a:lnTo>
                    <a:pt x="6199475" y="1098119"/>
                  </a:lnTo>
                  <a:lnTo>
                    <a:pt x="6199602" y="1098119"/>
                  </a:lnTo>
                  <a:lnTo>
                    <a:pt x="6199980" y="1092840"/>
                  </a:lnTo>
                  <a:lnTo>
                    <a:pt x="6200232" y="1092840"/>
                  </a:lnTo>
                  <a:lnTo>
                    <a:pt x="6200610" y="1092840"/>
                  </a:lnTo>
                  <a:lnTo>
                    <a:pt x="6200736" y="1092840"/>
                  </a:lnTo>
                  <a:lnTo>
                    <a:pt x="6201619" y="1092840"/>
                  </a:lnTo>
                  <a:lnTo>
                    <a:pt x="6201745" y="1092840"/>
                  </a:lnTo>
                  <a:lnTo>
                    <a:pt x="6202123" y="1092840"/>
                  </a:lnTo>
                  <a:lnTo>
                    <a:pt x="6202754" y="1092840"/>
                  </a:lnTo>
                  <a:lnTo>
                    <a:pt x="6203384" y="1087560"/>
                  </a:lnTo>
                  <a:lnTo>
                    <a:pt x="6203510" y="1087560"/>
                  </a:lnTo>
                  <a:lnTo>
                    <a:pt x="6204519" y="1087560"/>
                  </a:lnTo>
                  <a:lnTo>
                    <a:pt x="6204645" y="1087560"/>
                  </a:lnTo>
                  <a:lnTo>
                    <a:pt x="6204771" y="1087560"/>
                  </a:lnTo>
                  <a:lnTo>
                    <a:pt x="6206032" y="1087560"/>
                  </a:lnTo>
                  <a:lnTo>
                    <a:pt x="6206410" y="1082281"/>
                  </a:lnTo>
                  <a:lnTo>
                    <a:pt x="6206662" y="1082281"/>
                  </a:lnTo>
                  <a:lnTo>
                    <a:pt x="6206915" y="1082281"/>
                  </a:lnTo>
                  <a:lnTo>
                    <a:pt x="6207041" y="1082281"/>
                  </a:lnTo>
                  <a:lnTo>
                    <a:pt x="6207167" y="1082281"/>
                  </a:lnTo>
                  <a:lnTo>
                    <a:pt x="6207293" y="1082281"/>
                  </a:lnTo>
                  <a:lnTo>
                    <a:pt x="6207419" y="1082281"/>
                  </a:lnTo>
                  <a:lnTo>
                    <a:pt x="6207671" y="1082281"/>
                  </a:lnTo>
                  <a:lnTo>
                    <a:pt x="6208049" y="1082281"/>
                  </a:lnTo>
                  <a:lnTo>
                    <a:pt x="6208680" y="1082281"/>
                  </a:lnTo>
                  <a:lnTo>
                    <a:pt x="6209310" y="1082281"/>
                  </a:lnTo>
                  <a:lnTo>
                    <a:pt x="6209689" y="1082281"/>
                  </a:lnTo>
                  <a:lnTo>
                    <a:pt x="6209815" y="1082281"/>
                  </a:lnTo>
                  <a:lnTo>
                    <a:pt x="6210067" y="1082281"/>
                  </a:lnTo>
                  <a:lnTo>
                    <a:pt x="6210319" y="1082281"/>
                  </a:lnTo>
                  <a:lnTo>
                    <a:pt x="6211076" y="1082281"/>
                  </a:lnTo>
                  <a:lnTo>
                    <a:pt x="6211202" y="1082281"/>
                  </a:lnTo>
                  <a:lnTo>
                    <a:pt x="6211580" y="1082281"/>
                  </a:lnTo>
                  <a:lnTo>
                    <a:pt x="6211832" y="1082281"/>
                  </a:lnTo>
                  <a:lnTo>
                    <a:pt x="6211958" y="1082281"/>
                  </a:lnTo>
                  <a:lnTo>
                    <a:pt x="6212084" y="1082281"/>
                  </a:lnTo>
                  <a:lnTo>
                    <a:pt x="6212715" y="1082281"/>
                  </a:lnTo>
                  <a:lnTo>
                    <a:pt x="6212967" y="1082281"/>
                  </a:lnTo>
                  <a:lnTo>
                    <a:pt x="6213093" y="1082281"/>
                  </a:lnTo>
                  <a:lnTo>
                    <a:pt x="6213345" y="1082281"/>
                  </a:lnTo>
                  <a:lnTo>
                    <a:pt x="6213471" y="1082281"/>
                  </a:lnTo>
                  <a:lnTo>
                    <a:pt x="6213597" y="1082281"/>
                  </a:lnTo>
                  <a:lnTo>
                    <a:pt x="6214102" y="1082281"/>
                  </a:lnTo>
                  <a:lnTo>
                    <a:pt x="6214606" y="1082281"/>
                  </a:lnTo>
                  <a:lnTo>
                    <a:pt x="6214858" y="1082281"/>
                  </a:lnTo>
                  <a:lnTo>
                    <a:pt x="6214984" y="1082281"/>
                  </a:lnTo>
                  <a:lnTo>
                    <a:pt x="6215110" y="1082281"/>
                  </a:lnTo>
                  <a:lnTo>
                    <a:pt x="6216371" y="1082281"/>
                  </a:lnTo>
                  <a:lnTo>
                    <a:pt x="6216749" y="1082281"/>
                  </a:lnTo>
                  <a:lnTo>
                    <a:pt x="6217254" y="1082281"/>
                  </a:lnTo>
                  <a:lnTo>
                    <a:pt x="6217506" y="1082281"/>
                  </a:lnTo>
                  <a:lnTo>
                    <a:pt x="6217758" y="1082281"/>
                  </a:lnTo>
                  <a:lnTo>
                    <a:pt x="6217884" y="1082281"/>
                  </a:lnTo>
                  <a:lnTo>
                    <a:pt x="6219019" y="1082281"/>
                  </a:lnTo>
                  <a:lnTo>
                    <a:pt x="6219523" y="1082281"/>
                  </a:lnTo>
                  <a:lnTo>
                    <a:pt x="6219902" y="1082281"/>
                  </a:lnTo>
                  <a:lnTo>
                    <a:pt x="6220154" y="1082281"/>
                  </a:lnTo>
                  <a:lnTo>
                    <a:pt x="6220532" y="1082281"/>
                  </a:lnTo>
                  <a:lnTo>
                    <a:pt x="6220784" y="1082281"/>
                  </a:lnTo>
                  <a:lnTo>
                    <a:pt x="6221289" y="1082281"/>
                  </a:lnTo>
                  <a:lnTo>
                    <a:pt x="6221541" y="1082281"/>
                  </a:lnTo>
                  <a:lnTo>
                    <a:pt x="6222297" y="1082281"/>
                  </a:lnTo>
                  <a:lnTo>
                    <a:pt x="6222423" y="1082281"/>
                  </a:lnTo>
                  <a:lnTo>
                    <a:pt x="6223306" y="1082281"/>
                  </a:lnTo>
                  <a:lnTo>
                    <a:pt x="6223432" y="1082281"/>
                  </a:lnTo>
                  <a:lnTo>
                    <a:pt x="6224441" y="1082281"/>
                  </a:lnTo>
                  <a:lnTo>
                    <a:pt x="6224945" y="1082281"/>
                  </a:lnTo>
                  <a:lnTo>
                    <a:pt x="6225450" y="1082281"/>
                  </a:lnTo>
                  <a:lnTo>
                    <a:pt x="6225702" y="1082281"/>
                  </a:lnTo>
                  <a:lnTo>
                    <a:pt x="6226710" y="1082281"/>
                  </a:lnTo>
                  <a:lnTo>
                    <a:pt x="6226836" y="1082281"/>
                  </a:lnTo>
                  <a:lnTo>
                    <a:pt x="6226963" y="1082281"/>
                  </a:lnTo>
                  <a:lnTo>
                    <a:pt x="6227089" y="1082281"/>
                  </a:lnTo>
                  <a:lnTo>
                    <a:pt x="6227215" y="1082281"/>
                  </a:lnTo>
                  <a:lnTo>
                    <a:pt x="6227593" y="1082281"/>
                  </a:lnTo>
                  <a:lnTo>
                    <a:pt x="6227719" y="1082281"/>
                  </a:lnTo>
                  <a:lnTo>
                    <a:pt x="6228223" y="1082281"/>
                  </a:lnTo>
                  <a:lnTo>
                    <a:pt x="6228602" y="1082281"/>
                  </a:lnTo>
                  <a:lnTo>
                    <a:pt x="6229358" y="1082281"/>
                  </a:lnTo>
                  <a:lnTo>
                    <a:pt x="6230619" y="1082281"/>
                  </a:lnTo>
                  <a:lnTo>
                    <a:pt x="6230745" y="1082281"/>
                  </a:lnTo>
                  <a:lnTo>
                    <a:pt x="6230871" y="1082281"/>
                  </a:lnTo>
                  <a:lnTo>
                    <a:pt x="6231123" y="1082281"/>
                  </a:lnTo>
                  <a:lnTo>
                    <a:pt x="6231250" y="1082281"/>
                  </a:lnTo>
                  <a:lnTo>
                    <a:pt x="6231502" y="1082281"/>
                  </a:lnTo>
                  <a:lnTo>
                    <a:pt x="6231628" y="1082281"/>
                  </a:lnTo>
                  <a:lnTo>
                    <a:pt x="6232258" y="1077001"/>
                  </a:lnTo>
                  <a:lnTo>
                    <a:pt x="6233393" y="1071722"/>
                  </a:lnTo>
                  <a:lnTo>
                    <a:pt x="6233771" y="1071722"/>
                  </a:lnTo>
                  <a:lnTo>
                    <a:pt x="6233897" y="1071722"/>
                  </a:lnTo>
                  <a:lnTo>
                    <a:pt x="6234150" y="1071722"/>
                  </a:lnTo>
                  <a:lnTo>
                    <a:pt x="6234276" y="1071722"/>
                  </a:lnTo>
                  <a:lnTo>
                    <a:pt x="6235410" y="1071722"/>
                  </a:lnTo>
                  <a:lnTo>
                    <a:pt x="6235915" y="1071722"/>
                  </a:lnTo>
                  <a:lnTo>
                    <a:pt x="6236041" y="1071722"/>
                  </a:lnTo>
                  <a:lnTo>
                    <a:pt x="6236293" y="1071722"/>
                  </a:lnTo>
                  <a:lnTo>
                    <a:pt x="6236797" y="1071722"/>
                  </a:lnTo>
                  <a:lnTo>
                    <a:pt x="6237176" y="1071722"/>
                  </a:lnTo>
                  <a:lnTo>
                    <a:pt x="6237554" y="1071722"/>
                  </a:lnTo>
                  <a:lnTo>
                    <a:pt x="6237806" y="1071722"/>
                  </a:lnTo>
                  <a:lnTo>
                    <a:pt x="6238058" y="1071722"/>
                  </a:lnTo>
                  <a:lnTo>
                    <a:pt x="6238310" y="1071722"/>
                  </a:lnTo>
                  <a:lnTo>
                    <a:pt x="6238437" y="1071722"/>
                  </a:lnTo>
                  <a:lnTo>
                    <a:pt x="6239067" y="1071722"/>
                  </a:lnTo>
                  <a:lnTo>
                    <a:pt x="6239319" y="1071722"/>
                  </a:lnTo>
                  <a:lnTo>
                    <a:pt x="6239571" y="1071722"/>
                  </a:lnTo>
                  <a:lnTo>
                    <a:pt x="6239697" y="1071722"/>
                  </a:lnTo>
                  <a:lnTo>
                    <a:pt x="6239824" y="1071722"/>
                  </a:lnTo>
                  <a:lnTo>
                    <a:pt x="6240076" y="1071722"/>
                  </a:lnTo>
                  <a:lnTo>
                    <a:pt x="6240202" y="1071722"/>
                  </a:lnTo>
                  <a:lnTo>
                    <a:pt x="6240580" y="1071722"/>
                  </a:lnTo>
                  <a:lnTo>
                    <a:pt x="6241337" y="1071722"/>
                  </a:lnTo>
                  <a:lnTo>
                    <a:pt x="6242093" y="1071722"/>
                  </a:lnTo>
                  <a:lnTo>
                    <a:pt x="6242219" y="1071722"/>
                  </a:lnTo>
                  <a:lnTo>
                    <a:pt x="6242471" y="1071722"/>
                  </a:lnTo>
                  <a:lnTo>
                    <a:pt x="6242724" y="1071722"/>
                  </a:lnTo>
                  <a:lnTo>
                    <a:pt x="6242850" y="1071722"/>
                  </a:lnTo>
                  <a:lnTo>
                    <a:pt x="6243102" y="1071722"/>
                  </a:lnTo>
                  <a:lnTo>
                    <a:pt x="6243480" y="1071722"/>
                  </a:lnTo>
                  <a:lnTo>
                    <a:pt x="6243732" y="1071722"/>
                  </a:lnTo>
                  <a:lnTo>
                    <a:pt x="6243858" y="1071722"/>
                  </a:lnTo>
                  <a:lnTo>
                    <a:pt x="6243984" y="1071722"/>
                  </a:lnTo>
                  <a:lnTo>
                    <a:pt x="6244110" y="1071722"/>
                  </a:lnTo>
                  <a:lnTo>
                    <a:pt x="6245119" y="1071722"/>
                  </a:lnTo>
                  <a:lnTo>
                    <a:pt x="6245497" y="1071722"/>
                  </a:lnTo>
                  <a:lnTo>
                    <a:pt x="6245624" y="1071722"/>
                  </a:lnTo>
                  <a:lnTo>
                    <a:pt x="6246002" y="1071722"/>
                  </a:lnTo>
                  <a:lnTo>
                    <a:pt x="6246506" y="1071722"/>
                  </a:lnTo>
                  <a:lnTo>
                    <a:pt x="6246632" y="1071722"/>
                  </a:lnTo>
                  <a:lnTo>
                    <a:pt x="6246758" y="1071722"/>
                  </a:lnTo>
                  <a:lnTo>
                    <a:pt x="6246884" y="1071722"/>
                  </a:lnTo>
                  <a:lnTo>
                    <a:pt x="6247263" y="1071722"/>
                  </a:lnTo>
                  <a:lnTo>
                    <a:pt x="6247515" y="1071722"/>
                  </a:lnTo>
                  <a:lnTo>
                    <a:pt x="6247641" y="1071722"/>
                  </a:lnTo>
                  <a:lnTo>
                    <a:pt x="6247767" y="1071722"/>
                  </a:lnTo>
                  <a:lnTo>
                    <a:pt x="6248145" y="1071722"/>
                  </a:lnTo>
                  <a:lnTo>
                    <a:pt x="6248524" y="1071722"/>
                  </a:lnTo>
                  <a:lnTo>
                    <a:pt x="6248650" y="1071722"/>
                  </a:lnTo>
                  <a:lnTo>
                    <a:pt x="6248776" y="1071722"/>
                  </a:lnTo>
                  <a:lnTo>
                    <a:pt x="6249406" y="1071722"/>
                  </a:lnTo>
                  <a:lnTo>
                    <a:pt x="6249532" y="1071722"/>
                  </a:lnTo>
                  <a:lnTo>
                    <a:pt x="6249658" y="1071722"/>
                  </a:lnTo>
                  <a:lnTo>
                    <a:pt x="6250793" y="1071722"/>
                  </a:lnTo>
                  <a:lnTo>
                    <a:pt x="6251171" y="1071722"/>
                  </a:lnTo>
                  <a:lnTo>
                    <a:pt x="6251424" y="1071722"/>
                  </a:lnTo>
                  <a:lnTo>
                    <a:pt x="6251802" y="1071722"/>
                  </a:lnTo>
                  <a:lnTo>
                    <a:pt x="6251928" y="1071722"/>
                  </a:lnTo>
                  <a:lnTo>
                    <a:pt x="6253315" y="1071722"/>
                  </a:lnTo>
                  <a:lnTo>
                    <a:pt x="6253693" y="1071722"/>
                  </a:lnTo>
                  <a:lnTo>
                    <a:pt x="6253819" y="1071722"/>
                  </a:lnTo>
                  <a:lnTo>
                    <a:pt x="6253819" y="1066443"/>
                  </a:lnTo>
                  <a:lnTo>
                    <a:pt x="6253945" y="1066443"/>
                  </a:lnTo>
                  <a:lnTo>
                    <a:pt x="6254702" y="1066443"/>
                  </a:lnTo>
                  <a:lnTo>
                    <a:pt x="6255080" y="1066443"/>
                  </a:lnTo>
                  <a:lnTo>
                    <a:pt x="6255332" y="1066443"/>
                  </a:lnTo>
                  <a:lnTo>
                    <a:pt x="6255837" y="1066443"/>
                  </a:lnTo>
                  <a:lnTo>
                    <a:pt x="6256215" y="1066443"/>
                  </a:lnTo>
                  <a:lnTo>
                    <a:pt x="6256971" y="1066443"/>
                  </a:lnTo>
                  <a:lnTo>
                    <a:pt x="6257350" y="1066443"/>
                  </a:lnTo>
                  <a:lnTo>
                    <a:pt x="6257980" y="1066443"/>
                  </a:lnTo>
                  <a:lnTo>
                    <a:pt x="6258106" y="1066443"/>
                  </a:lnTo>
                  <a:lnTo>
                    <a:pt x="6258484" y="1066443"/>
                  </a:lnTo>
                  <a:lnTo>
                    <a:pt x="6258863" y="1066443"/>
                  </a:lnTo>
                  <a:lnTo>
                    <a:pt x="6258989" y="1066443"/>
                  </a:lnTo>
                  <a:lnTo>
                    <a:pt x="6259241" y="1066443"/>
                  </a:lnTo>
                  <a:lnTo>
                    <a:pt x="6259367" y="1066443"/>
                  </a:lnTo>
                  <a:lnTo>
                    <a:pt x="6259619" y="1066443"/>
                  </a:lnTo>
                  <a:lnTo>
                    <a:pt x="6259745" y="1066443"/>
                  </a:lnTo>
                  <a:lnTo>
                    <a:pt x="6259871" y="1066443"/>
                  </a:lnTo>
                  <a:lnTo>
                    <a:pt x="6260124" y="1066443"/>
                  </a:lnTo>
                  <a:lnTo>
                    <a:pt x="6260502" y="1066443"/>
                  </a:lnTo>
                  <a:lnTo>
                    <a:pt x="6260754" y="1066443"/>
                  </a:lnTo>
                  <a:lnTo>
                    <a:pt x="6260880" y="1066443"/>
                  </a:lnTo>
                  <a:lnTo>
                    <a:pt x="6261132" y="1066443"/>
                  </a:lnTo>
                  <a:lnTo>
                    <a:pt x="6261258" y="1066443"/>
                  </a:lnTo>
                  <a:lnTo>
                    <a:pt x="6261384" y="1066443"/>
                  </a:lnTo>
                  <a:lnTo>
                    <a:pt x="6261511" y="1066443"/>
                  </a:lnTo>
                  <a:lnTo>
                    <a:pt x="6261637" y="1066443"/>
                  </a:lnTo>
                  <a:lnTo>
                    <a:pt x="6262015" y="1066443"/>
                  </a:lnTo>
                  <a:lnTo>
                    <a:pt x="6262771" y="1066443"/>
                  </a:lnTo>
                  <a:lnTo>
                    <a:pt x="6263024" y="1066443"/>
                  </a:lnTo>
                  <a:lnTo>
                    <a:pt x="6263150" y="1066443"/>
                  </a:lnTo>
                  <a:lnTo>
                    <a:pt x="6263528" y="1066443"/>
                  </a:lnTo>
                  <a:lnTo>
                    <a:pt x="6263654" y="1066443"/>
                  </a:lnTo>
                  <a:lnTo>
                    <a:pt x="6264032" y="1066443"/>
                  </a:lnTo>
                  <a:lnTo>
                    <a:pt x="6264411" y="1066443"/>
                  </a:lnTo>
                  <a:lnTo>
                    <a:pt x="6264537" y="1066443"/>
                  </a:lnTo>
                  <a:lnTo>
                    <a:pt x="6264663" y="1066443"/>
                  </a:lnTo>
                  <a:lnTo>
                    <a:pt x="6264789" y="1066443"/>
                  </a:lnTo>
                  <a:lnTo>
                    <a:pt x="6265419" y="1066443"/>
                  </a:lnTo>
                  <a:lnTo>
                    <a:pt x="6265545" y="1066443"/>
                  </a:lnTo>
                  <a:lnTo>
                    <a:pt x="6265671" y="1066443"/>
                  </a:lnTo>
                  <a:lnTo>
                    <a:pt x="6265798" y="1066443"/>
                  </a:lnTo>
                  <a:lnTo>
                    <a:pt x="6272228" y="1061163"/>
                  </a:lnTo>
                  <a:lnTo>
                    <a:pt x="6272354" y="1061163"/>
                  </a:lnTo>
                  <a:lnTo>
                    <a:pt x="6272858" y="1061163"/>
                  </a:lnTo>
                  <a:lnTo>
                    <a:pt x="6272985" y="1061163"/>
                  </a:lnTo>
                  <a:lnTo>
                    <a:pt x="6273993" y="1061163"/>
                  </a:lnTo>
                  <a:lnTo>
                    <a:pt x="6274119" y="1061163"/>
                  </a:lnTo>
                  <a:lnTo>
                    <a:pt x="6274245" y="1061163"/>
                  </a:lnTo>
                  <a:lnTo>
                    <a:pt x="6274372" y="1061163"/>
                  </a:lnTo>
                  <a:lnTo>
                    <a:pt x="6274498" y="1061163"/>
                  </a:lnTo>
                  <a:lnTo>
                    <a:pt x="6274624" y="1061163"/>
                  </a:lnTo>
                  <a:lnTo>
                    <a:pt x="6274876" y="1061163"/>
                  </a:lnTo>
                  <a:lnTo>
                    <a:pt x="6275128" y="1061163"/>
                  </a:lnTo>
                  <a:lnTo>
                    <a:pt x="6275254" y="1061163"/>
                  </a:lnTo>
                  <a:lnTo>
                    <a:pt x="6275380" y="1061163"/>
                  </a:lnTo>
                  <a:lnTo>
                    <a:pt x="6275506" y="1061163"/>
                  </a:lnTo>
                  <a:lnTo>
                    <a:pt x="6275632" y="1061163"/>
                  </a:lnTo>
                  <a:lnTo>
                    <a:pt x="6275758" y="1061163"/>
                  </a:lnTo>
                  <a:lnTo>
                    <a:pt x="6276011" y="1061163"/>
                  </a:lnTo>
                  <a:lnTo>
                    <a:pt x="6276515" y="1061163"/>
                  </a:lnTo>
                  <a:lnTo>
                    <a:pt x="6276641" y="1061163"/>
                  </a:lnTo>
                  <a:lnTo>
                    <a:pt x="6276767" y="1061163"/>
                  </a:lnTo>
                  <a:lnTo>
                    <a:pt x="6277145" y="1061163"/>
                  </a:lnTo>
                  <a:lnTo>
                    <a:pt x="6277272" y="1061163"/>
                  </a:lnTo>
                  <a:lnTo>
                    <a:pt x="6277398" y="1061163"/>
                  </a:lnTo>
                  <a:lnTo>
                    <a:pt x="6277524" y="1061163"/>
                  </a:lnTo>
                  <a:lnTo>
                    <a:pt x="6278280" y="1061163"/>
                  </a:lnTo>
                  <a:lnTo>
                    <a:pt x="6279289" y="1061163"/>
                  </a:lnTo>
                  <a:lnTo>
                    <a:pt x="6279667" y="1061163"/>
                  </a:lnTo>
                  <a:lnTo>
                    <a:pt x="6280298" y="1061163"/>
                  </a:lnTo>
                  <a:lnTo>
                    <a:pt x="6280676" y="1061163"/>
                  </a:lnTo>
                  <a:lnTo>
                    <a:pt x="6281180" y="1061163"/>
                  </a:lnTo>
                  <a:lnTo>
                    <a:pt x="6281306" y="1061163"/>
                  </a:lnTo>
                  <a:lnTo>
                    <a:pt x="6281432" y="1061163"/>
                  </a:lnTo>
                  <a:lnTo>
                    <a:pt x="6281559" y="1061163"/>
                  </a:lnTo>
                  <a:lnTo>
                    <a:pt x="6281811" y="1061163"/>
                  </a:lnTo>
                  <a:lnTo>
                    <a:pt x="6282189" y="1061163"/>
                  </a:lnTo>
                  <a:lnTo>
                    <a:pt x="6282441" y="1061163"/>
                  </a:lnTo>
                  <a:lnTo>
                    <a:pt x="6282693" y="1061163"/>
                  </a:lnTo>
                  <a:lnTo>
                    <a:pt x="6283198" y="1061163"/>
                  </a:lnTo>
                  <a:lnTo>
                    <a:pt x="6283702" y="1061163"/>
                  </a:lnTo>
                  <a:lnTo>
                    <a:pt x="6283828" y="1061163"/>
                  </a:lnTo>
                  <a:lnTo>
                    <a:pt x="6284459" y="1061163"/>
                  </a:lnTo>
                  <a:lnTo>
                    <a:pt x="6284585" y="1061163"/>
                  </a:lnTo>
                  <a:lnTo>
                    <a:pt x="6284837" y="1061163"/>
                  </a:lnTo>
                  <a:lnTo>
                    <a:pt x="6285089" y="1061163"/>
                  </a:lnTo>
                  <a:lnTo>
                    <a:pt x="6285215" y="1061163"/>
                  </a:lnTo>
                  <a:lnTo>
                    <a:pt x="6286224" y="1061163"/>
                  </a:lnTo>
                  <a:lnTo>
                    <a:pt x="6286350" y="1061163"/>
                  </a:lnTo>
                  <a:lnTo>
                    <a:pt x="6286476" y="1061163"/>
                  </a:lnTo>
                  <a:lnTo>
                    <a:pt x="6286602" y="1061163"/>
                  </a:lnTo>
                  <a:lnTo>
                    <a:pt x="6287611" y="1061163"/>
                  </a:lnTo>
                  <a:lnTo>
                    <a:pt x="6287989" y="1061163"/>
                  </a:lnTo>
                  <a:lnTo>
                    <a:pt x="6288115" y="1061163"/>
                  </a:lnTo>
                  <a:lnTo>
                    <a:pt x="6289124" y="1061163"/>
                  </a:lnTo>
                  <a:lnTo>
                    <a:pt x="6289376" y="1061163"/>
                  </a:lnTo>
                  <a:lnTo>
                    <a:pt x="6290259" y="1061163"/>
                  </a:lnTo>
                  <a:lnTo>
                    <a:pt x="6290385" y="1061163"/>
                  </a:lnTo>
                  <a:lnTo>
                    <a:pt x="6290511" y="1061163"/>
                  </a:lnTo>
                  <a:lnTo>
                    <a:pt x="6290637" y="1061163"/>
                  </a:lnTo>
                  <a:lnTo>
                    <a:pt x="6290889" y="1061163"/>
                  </a:lnTo>
                  <a:lnTo>
                    <a:pt x="6291015" y="1061163"/>
                  </a:lnTo>
                  <a:lnTo>
                    <a:pt x="6291141" y="1055884"/>
                  </a:lnTo>
                  <a:lnTo>
                    <a:pt x="6291267" y="1055884"/>
                  </a:lnTo>
                  <a:lnTo>
                    <a:pt x="6291393" y="1055884"/>
                  </a:lnTo>
                  <a:lnTo>
                    <a:pt x="6291519" y="1055884"/>
                  </a:lnTo>
                  <a:lnTo>
                    <a:pt x="6291772" y="1055884"/>
                  </a:lnTo>
                  <a:lnTo>
                    <a:pt x="6292528" y="1055884"/>
                  </a:lnTo>
                  <a:lnTo>
                    <a:pt x="6292780" y="1055884"/>
                  </a:lnTo>
                  <a:lnTo>
                    <a:pt x="6292906" y="1055884"/>
                  </a:lnTo>
                  <a:lnTo>
                    <a:pt x="6293032" y="1055884"/>
                  </a:lnTo>
                  <a:lnTo>
                    <a:pt x="6293159" y="1055884"/>
                  </a:lnTo>
                  <a:lnTo>
                    <a:pt x="6293285" y="1055884"/>
                  </a:lnTo>
                  <a:lnTo>
                    <a:pt x="6293537" y="1055884"/>
                  </a:lnTo>
                  <a:lnTo>
                    <a:pt x="6293789" y="1055884"/>
                  </a:lnTo>
                  <a:lnTo>
                    <a:pt x="6294041" y="1055884"/>
                  </a:lnTo>
                  <a:lnTo>
                    <a:pt x="6294167" y="1055884"/>
                  </a:lnTo>
                  <a:lnTo>
                    <a:pt x="6294293" y="1055884"/>
                  </a:lnTo>
                  <a:lnTo>
                    <a:pt x="6294546" y="1055884"/>
                  </a:lnTo>
                  <a:lnTo>
                    <a:pt x="6294672" y="1055884"/>
                  </a:lnTo>
                  <a:lnTo>
                    <a:pt x="6294924" y="1055884"/>
                  </a:lnTo>
                  <a:lnTo>
                    <a:pt x="6295176" y="1055884"/>
                  </a:lnTo>
                  <a:lnTo>
                    <a:pt x="6295302" y="1055884"/>
                  </a:lnTo>
                  <a:lnTo>
                    <a:pt x="6295680" y="1055884"/>
                  </a:lnTo>
                  <a:lnTo>
                    <a:pt x="6296185" y="1055884"/>
                  </a:lnTo>
                  <a:lnTo>
                    <a:pt x="6296437" y="1055884"/>
                  </a:lnTo>
                  <a:lnTo>
                    <a:pt x="6296941" y="1055884"/>
                  </a:lnTo>
                  <a:lnTo>
                    <a:pt x="6297067" y="1055884"/>
                  </a:lnTo>
                  <a:lnTo>
                    <a:pt x="6297319" y="1055884"/>
                  </a:lnTo>
                  <a:lnTo>
                    <a:pt x="6297446" y="1055884"/>
                  </a:lnTo>
                  <a:lnTo>
                    <a:pt x="6297950" y="1055884"/>
                  </a:lnTo>
                  <a:lnTo>
                    <a:pt x="6298580" y="1055884"/>
                  </a:lnTo>
                  <a:lnTo>
                    <a:pt x="6299337" y="1055884"/>
                  </a:lnTo>
                  <a:lnTo>
                    <a:pt x="6299715" y="1055884"/>
                  </a:lnTo>
                  <a:lnTo>
                    <a:pt x="6299841" y="1055884"/>
                  </a:lnTo>
                  <a:lnTo>
                    <a:pt x="6300346" y="1055884"/>
                  </a:lnTo>
                  <a:lnTo>
                    <a:pt x="6300346" y="1050604"/>
                  </a:lnTo>
                  <a:lnTo>
                    <a:pt x="6300598" y="1050604"/>
                  </a:lnTo>
                  <a:lnTo>
                    <a:pt x="6301102" y="1050604"/>
                  </a:lnTo>
                  <a:lnTo>
                    <a:pt x="6301733" y="1050604"/>
                  </a:lnTo>
                  <a:lnTo>
                    <a:pt x="6301985" y="1050604"/>
                  </a:lnTo>
                  <a:lnTo>
                    <a:pt x="6302237" y="1050604"/>
                  </a:lnTo>
                  <a:lnTo>
                    <a:pt x="6302489" y="1050604"/>
                  </a:lnTo>
                  <a:lnTo>
                    <a:pt x="6302615" y="1050604"/>
                  </a:lnTo>
                  <a:lnTo>
                    <a:pt x="6302993" y="1050604"/>
                  </a:lnTo>
                  <a:lnTo>
                    <a:pt x="6303624" y="1050604"/>
                  </a:lnTo>
                  <a:lnTo>
                    <a:pt x="6303750" y="1050604"/>
                  </a:lnTo>
                  <a:lnTo>
                    <a:pt x="6304128" y="1050604"/>
                  </a:lnTo>
                  <a:lnTo>
                    <a:pt x="6305389" y="1045325"/>
                  </a:lnTo>
                  <a:lnTo>
                    <a:pt x="6305515" y="1045325"/>
                  </a:lnTo>
                  <a:lnTo>
                    <a:pt x="6306272" y="1045325"/>
                  </a:lnTo>
                  <a:lnTo>
                    <a:pt x="6306398" y="1045325"/>
                  </a:lnTo>
                  <a:lnTo>
                    <a:pt x="6306650" y="1045325"/>
                  </a:lnTo>
                  <a:lnTo>
                    <a:pt x="6306776" y="1045325"/>
                  </a:lnTo>
                  <a:lnTo>
                    <a:pt x="6306902" y="1045325"/>
                  </a:lnTo>
                  <a:lnTo>
                    <a:pt x="6307028" y="1045325"/>
                  </a:lnTo>
                  <a:lnTo>
                    <a:pt x="6307280" y="1045325"/>
                  </a:lnTo>
                  <a:lnTo>
                    <a:pt x="6307406" y="1045325"/>
                  </a:lnTo>
                  <a:lnTo>
                    <a:pt x="6308541" y="1040046"/>
                  </a:lnTo>
                  <a:lnTo>
                    <a:pt x="6308667" y="1040046"/>
                  </a:lnTo>
                  <a:lnTo>
                    <a:pt x="6308920" y="1040046"/>
                  </a:lnTo>
                  <a:lnTo>
                    <a:pt x="6309046" y="1040046"/>
                  </a:lnTo>
                  <a:lnTo>
                    <a:pt x="6309172" y="1040046"/>
                  </a:lnTo>
                  <a:lnTo>
                    <a:pt x="6309298" y="1040046"/>
                  </a:lnTo>
                  <a:lnTo>
                    <a:pt x="6309676" y="1040046"/>
                  </a:lnTo>
                  <a:lnTo>
                    <a:pt x="6309802" y="1040046"/>
                  </a:lnTo>
                  <a:lnTo>
                    <a:pt x="6310054" y="1040046"/>
                  </a:lnTo>
                  <a:lnTo>
                    <a:pt x="6310306" y="1040046"/>
                  </a:lnTo>
                  <a:lnTo>
                    <a:pt x="6310937" y="1040046"/>
                  </a:lnTo>
                  <a:lnTo>
                    <a:pt x="6311189" y="1040046"/>
                  </a:lnTo>
                  <a:lnTo>
                    <a:pt x="6311441" y="1040046"/>
                  </a:lnTo>
                  <a:lnTo>
                    <a:pt x="6311567" y="1040046"/>
                  </a:lnTo>
                  <a:lnTo>
                    <a:pt x="6311693" y="1040046"/>
                  </a:lnTo>
                  <a:lnTo>
                    <a:pt x="6311820" y="1040046"/>
                  </a:lnTo>
                  <a:lnTo>
                    <a:pt x="6311946" y="1040046"/>
                  </a:lnTo>
                  <a:lnTo>
                    <a:pt x="6312324" y="1040046"/>
                  </a:lnTo>
                  <a:lnTo>
                    <a:pt x="6313585" y="1034766"/>
                  </a:lnTo>
                  <a:lnTo>
                    <a:pt x="6313711" y="1034766"/>
                  </a:lnTo>
                  <a:lnTo>
                    <a:pt x="6313963" y="1034766"/>
                  </a:lnTo>
                  <a:lnTo>
                    <a:pt x="6314089" y="1034766"/>
                  </a:lnTo>
                  <a:lnTo>
                    <a:pt x="6314341" y="1034766"/>
                  </a:lnTo>
                  <a:lnTo>
                    <a:pt x="6315224" y="1034766"/>
                  </a:lnTo>
                  <a:lnTo>
                    <a:pt x="6315602" y="1034766"/>
                  </a:lnTo>
                  <a:lnTo>
                    <a:pt x="6315980" y="1034766"/>
                  </a:lnTo>
                  <a:lnTo>
                    <a:pt x="6316107" y="1034766"/>
                  </a:lnTo>
                  <a:lnTo>
                    <a:pt x="6316485" y="1034766"/>
                  </a:lnTo>
                  <a:lnTo>
                    <a:pt x="6316737" y="1034766"/>
                  </a:lnTo>
                  <a:lnTo>
                    <a:pt x="6316863" y="1034766"/>
                  </a:lnTo>
                  <a:lnTo>
                    <a:pt x="6317620" y="1034766"/>
                  </a:lnTo>
                  <a:lnTo>
                    <a:pt x="6317872" y="1034766"/>
                  </a:lnTo>
                  <a:lnTo>
                    <a:pt x="6317998" y="1034766"/>
                  </a:lnTo>
                  <a:lnTo>
                    <a:pt x="6318376" y="1034766"/>
                  </a:lnTo>
                  <a:lnTo>
                    <a:pt x="6318628" y="1034766"/>
                  </a:lnTo>
                  <a:lnTo>
                    <a:pt x="6318754" y="1034766"/>
                  </a:lnTo>
                  <a:lnTo>
                    <a:pt x="6319007" y="1034766"/>
                  </a:lnTo>
                  <a:lnTo>
                    <a:pt x="6319763" y="1034766"/>
                  </a:lnTo>
                  <a:lnTo>
                    <a:pt x="6319889" y="1034766"/>
                  </a:lnTo>
                  <a:lnTo>
                    <a:pt x="6320015" y="1034766"/>
                  </a:lnTo>
                  <a:lnTo>
                    <a:pt x="6320141" y="1034766"/>
                  </a:lnTo>
                  <a:lnTo>
                    <a:pt x="6320267" y="1034766"/>
                  </a:lnTo>
                  <a:lnTo>
                    <a:pt x="6320520" y="1034766"/>
                  </a:lnTo>
                  <a:lnTo>
                    <a:pt x="6320646" y="1034766"/>
                  </a:lnTo>
                  <a:lnTo>
                    <a:pt x="6321654" y="1034766"/>
                  </a:lnTo>
                  <a:lnTo>
                    <a:pt x="6321780" y="1034766"/>
                  </a:lnTo>
                  <a:lnTo>
                    <a:pt x="6321907" y="1034766"/>
                  </a:lnTo>
                  <a:lnTo>
                    <a:pt x="6322033" y="1034766"/>
                  </a:lnTo>
                  <a:lnTo>
                    <a:pt x="6322159" y="1034766"/>
                  </a:lnTo>
                  <a:lnTo>
                    <a:pt x="6323294" y="1034766"/>
                  </a:lnTo>
                  <a:lnTo>
                    <a:pt x="6323546" y="1034766"/>
                  </a:lnTo>
                  <a:lnTo>
                    <a:pt x="6323798" y="1034766"/>
                  </a:lnTo>
                  <a:lnTo>
                    <a:pt x="6324302" y="1034766"/>
                  </a:lnTo>
                  <a:lnTo>
                    <a:pt x="6324680" y="1034766"/>
                  </a:lnTo>
                  <a:lnTo>
                    <a:pt x="6324807" y="1034766"/>
                  </a:lnTo>
                  <a:lnTo>
                    <a:pt x="6325815" y="1034766"/>
                  </a:lnTo>
                  <a:lnTo>
                    <a:pt x="6325941" y="1034766"/>
                  </a:lnTo>
                  <a:lnTo>
                    <a:pt x="6326698" y="1034766"/>
                  </a:lnTo>
                  <a:lnTo>
                    <a:pt x="6326824" y="1034766"/>
                  </a:lnTo>
                  <a:lnTo>
                    <a:pt x="6326950" y="1034766"/>
                  </a:lnTo>
                  <a:lnTo>
                    <a:pt x="6327202" y="1034766"/>
                  </a:lnTo>
                  <a:lnTo>
                    <a:pt x="6327328" y="1034766"/>
                  </a:lnTo>
                  <a:lnTo>
                    <a:pt x="6327454" y="1034766"/>
                  </a:lnTo>
                  <a:lnTo>
                    <a:pt x="6328211" y="1034766"/>
                  </a:lnTo>
                  <a:lnTo>
                    <a:pt x="6328337" y="1034766"/>
                  </a:lnTo>
                  <a:lnTo>
                    <a:pt x="6328463" y="1034766"/>
                  </a:lnTo>
                  <a:lnTo>
                    <a:pt x="6328967" y="1034766"/>
                  </a:lnTo>
                  <a:lnTo>
                    <a:pt x="6329094" y="1034766"/>
                  </a:lnTo>
                  <a:lnTo>
                    <a:pt x="6329346" y="1034766"/>
                  </a:lnTo>
                  <a:lnTo>
                    <a:pt x="6329472" y="1034766"/>
                  </a:lnTo>
                  <a:lnTo>
                    <a:pt x="6330733" y="1034766"/>
                  </a:lnTo>
                  <a:lnTo>
                    <a:pt x="6330985" y="1029487"/>
                  </a:lnTo>
                  <a:lnTo>
                    <a:pt x="6331111" y="1029487"/>
                  </a:lnTo>
                  <a:lnTo>
                    <a:pt x="6331237" y="1029487"/>
                  </a:lnTo>
                  <a:lnTo>
                    <a:pt x="6331363" y="1029487"/>
                  </a:lnTo>
                  <a:lnTo>
                    <a:pt x="6331489" y="1024207"/>
                  </a:lnTo>
                  <a:lnTo>
                    <a:pt x="6331867" y="1024207"/>
                  </a:lnTo>
                  <a:lnTo>
                    <a:pt x="6331994" y="1024207"/>
                  </a:lnTo>
                  <a:lnTo>
                    <a:pt x="6332750" y="1024207"/>
                  </a:lnTo>
                  <a:lnTo>
                    <a:pt x="6333002" y="1024207"/>
                  </a:lnTo>
                  <a:lnTo>
                    <a:pt x="6333254" y="1024207"/>
                  </a:lnTo>
                  <a:lnTo>
                    <a:pt x="6334137" y="1024207"/>
                  </a:lnTo>
                  <a:lnTo>
                    <a:pt x="6334263" y="1024207"/>
                  </a:lnTo>
                  <a:lnTo>
                    <a:pt x="6334389" y="1024207"/>
                  </a:lnTo>
                  <a:lnTo>
                    <a:pt x="6334641" y="1024207"/>
                  </a:lnTo>
                  <a:lnTo>
                    <a:pt x="6335146" y="1018928"/>
                  </a:lnTo>
                  <a:lnTo>
                    <a:pt x="6335272" y="1018928"/>
                  </a:lnTo>
                  <a:lnTo>
                    <a:pt x="6335650" y="1018928"/>
                  </a:lnTo>
                  <a:lnTo>
                    <a:pt x="6335776" y="1018928"/>
                  </a:lnTo>
                  <a:lnTo>
                    <a:pt x="6336407" y="1018928"/>
                  </a:lnTo>
                  <a:lnTo>
                    <a:pt x="6337794" y="1018928"/>
                  </a:lnTo>
                  <a:lnTo>
                    <a:pt x="6338046" y="1018928"/>
                  </a:lnTo>
                  <a:lnTo>
                    <a:pt x="6338172" y="1018928"/>
                  </a:lnTo>
                  <a:lnTo>
                    <a:pt x="6338298" y="1018928"/>
                  </a:lnTo>
                  <a:lnTo>
                    <a:pt x="6338676" y="1018928"/>
                  </a:lnTo>
                  <a:lnTo>
                    <a:pt x="6338928" y="1018928"/>
                  </a:lnTo>
                  <a:lnTo>
                    <a:pt x="6339181" y="1018928"/>
                  </a:lnTo>
                  <a:lnTo>
                    <a:pt x="6339433" y="1018928"/>
                  </a:lnTo>
                  <a:lnTo>
                    <a:pt x="6339559" y="1018928"/>
                  </a:lnTo>
                  <a:lnTo>
                    <a:pt x="6340063" y="1018928"/>
                  </a:lnTo>
                  <a:lnTo>
                    <a:pt x="6340189" y="1018928"/>
                  </a:lnTo>
                  <a:lnTo>
                    <a:pt x="6340315" y="1018928"/>
                  </a:lnTo>
                  <a:lnTo>
                    <a:pt x="6340441" y="1018928"/>
                  </a:lnTo>
                  <a:lnTo>
                    <a:pt x="6340568" y="1018928"/>
                  </a:lnTo>
                  <a:lnTo>
                    <a:pt x="6340946" y="1018928"/>
                  </a:lnTo>
                  <a:lnTo>
                    <a:pt x="6342207" y="1018928"/>
                  </a:lnTo>
                  <a:lnTo>
                    <a:pt x="6342459" y="1018928"/>
                  </a:lnTo>
                  <a:lnTo>
                    <a:pt x="6342711" y="1018928"/>
                  </a:lnTo>
                  <a:lnTo>
                    <a:pt x="6343089" y="1018928"/>
                  </a:lnTo>
                  <a:lnTo>
                    <a:pt x="6343215" y="1018928"/>
                  </a:lnTo>
                  <a:lnTo>
                    <a:pt x="6343341" y="1018928"/>
                  </a:lnTo>
                  <a:lnTo>
                    <a:pt x="6343468" y="1018928"/>
                  </a:lnTo>
                  <a:lnTo>
                    <a:pt x="6343594" y="1018928"/>
                  </a:lnTo>
                  <a:lnTo>
                    <a:pt x="6343720" y="1018928"/>
                  </a:lnTo>
                  <a:lnTo>
                    <a:pt x="6343846" y="1018928"/>
                  </a:lnTo>
                  <a:lnTo>
                    <a:pt x="6343972" y="1018928"/>
                  </a:lnTo>
                  <a:lnTo>
                    <a:pt x="6344098" y="1018928"/>
                  </a:lnTo>
                  <a:lnTo>
                    <a:pt x="6344224" y="1018928"/>
                  </a:lnTo>
                  <a:lnTo>
                    <a:pt x="6345359" y="1018928"/>
                  </a:lnTo>
                  <a:lnTo>
                    <a:pt x="6345485" y="1018928"/>
                  </a:lnTo>
                  <a:lnTo>
                    <a:pt x="6345611" y="1018928"/>
                  </a:lnTo>
                  <a:lnTo>
                    <a:pt x="6345863" y="1018928"/>
                  </a:lnTo>
                  <a:lnTo>
                    <a:pt x="6345989" y="1018928"/>
                  </a:lnTo>
                  <a:lnTo>
                    <a:pt x="6346115" y="1018928"/>
                  </a:lnTo>
                  <a:lnTo>
                    <a:pt x="6346241" y="1018928"/>
                  </a:lnTo>
                  <a:lnTo>
                    <a:pt x="6346494" y="1018928"/>
                  </a:lnTo>
                  <a:lnTo>
                    <a:pt x="6346620" y="1018928"/>
                  </a:lnTo>
                  <a:lnTo>
                    <a:pt x="6346746" y="1018928"/>
                  </a:lnTo>
                  <a:lnTo>
                    <a:pt x="6347376" y="1018928"/>
                  </a:lnTo>
                  <a:lnTo>
                    <a:pt x="6347502" y="1018928"/>
                  </a:lnTo>
                  <a:lnTo>
                    <a:pt x="6347881" y="1018928"/>
                  </a:lnTo>
                  <a:lnTo>
                    <a:pt x="6348889" y="1018928"/>
                  </a:lnTo>
                  <a:lnTo>
                    <a:pt x="6349015" y="1018928"/>
                  </a:lnTo>
                  <a:lnTo>
                    <a:pt x="6349394" y="1018928"/>
                  </a:lnTo>
                  <a:lnTo>
                    <a:pt x="6349520" y="1018928"/>
                  </a:lnTo>
                  <a:lnTo>
                    <a:pt x="6349646" y="1018928"/>
                  </a:lnTo>
                  <a:lnTo>
                    <a:pt x="6349772" y="1018928"/>
                  </a:lnTo>
                  <a:lnTo>
                    <a:pt x="6350150" y="1018928"/>
                  </a:lnTo>
                  <a:lnTo>
                    <a:pt x="6350655" y="1018928"/>
                  </a:lnTo>
                  <a:lnTo>
                    <a:pt x="6350781" y="1018928"/>
                  </a:lnTo>
                  <a:lnTo>
                    <a:pt x="6351159" y="1018928"/>
                  </a:lnTo>
                  <a:lnTo>
                    <a:pt x="6351915" y="1018928"/>
                  </a:lnTo>
                  <a:lnTo>
                    <a:pt x="6352041" y="1018928"/>
                  </a:lnTo>
                  <a:lnTo>
                    <a:pt x="6352168" y="1018928"/>
                  </a:lnTo>
                  <a:lnTo>
                    <a:pt x="6352294" y="1018928"/>
                  </a:lnTo>
                  <a:lnTo>
                    <a:pt x="6353933" y="1013648"/>
                  </a:lnTo>
                  <a:lnTo>
                    <a:pt x="6354437" y="1013648"/>
                  </a:lnTo>
                  <a:lnTo>
                    <a:pt x="6354815" y="1013648"/>
                  </a:lnTo>
                  <a:lnTo>
                    <a:pt x="6354941" y="1013648"/>
                  </a:lnTo>
                  <a:lnTo>
                    <a:pt x="6355068" y="1013648"/>
                  </a:lnTo>
                  <a:lnTo>
                    <a:pt x="6355950" y="1013648"/>
                  </a:lnTo>
                  <a:lnTo>
                    <a:pt x="6356202" y="1013648"/>
                  </a:lnTo>
                  <a:lnTo>
                    <a:pt x="6356328" y="1008369"/>
                  </a:lnTo>
                  <a:lnTo>
                    <a:pt x="6356455" y="1008369"/>
                  </a:lnTo>
                  <a:lnTo>
                    <a:pt x="6356581" y="1008369"/>
                  </a:lnTo>
                  <a:lnTo>
                    <a:pt x="6357211" y="1008369"/>
                  </a:lnTo>
                  <a:lnTo>
                    <a:pt x="6357337" y="1008369"/>
                  </a:lnTo>
                  <a:lnTo>
                    <a:pt x="6357589" y="1008369"/>
                  </a:lnTo>
                  <a:lnTo>
                    <a:pt x="6358346" y="1008369"/>
                  </a:lnTo>
                  <a:lnTo>
                    <a:pt x="6358472" y="1008369"/>
                  </a:lnTo>
                  <a:lnTo>
                    <a:pt x="6358598" y="1008369"/>
                  </a:lnTo>
                  <a:lnTo>
                    <a:pt x="6358850" y="1008369"/>
                  </a:lnTo>
                  <a:lnTo>
                    <a:pt x="6358976" y="1008369"/>
                  </a:lnTo>
                  <a:lnTo>
                    <a:pt x="6359355" y="1008369"/>
                  </a:lnTo>
                  <a:lnTo>
                    <a:pt x="6359481" y="1008369"/>
                  </a:lnTo>
                  <a:lnTo>
                    <a:pt x="6360868" y="1003090"/>
                  </a:lnTo>
                  <a:lnTo>
                    <a:pt x="6360994" y="1003090"/>
                  </a:lnTo>
                  <a:lnTo>
                    <a:pt x="6361120" y="1003090"/>
                  </a:lnTo>
                  <a:lnTo>
                    <a:pt x="6362002" y="1003090"/>
                  </a:lnTo>
                  <a:lnTo>
                    <a:pt x="6362128" y="1003090"/>
                  </a:lnTo>
                  <a:lnTo>
                    <a:pt x="6362255" y="1003090"/>
                  </a:lnTo>
                  <a:lnTo>
                    <a:pt x="6363263" y="1003090"/>
                  </a:lnTo>
                  <a:lnTo>
                    <a:pt x="6363389" y="1003090"/>
                  </a:lnTo>
                  <a:lnTo>
                    <a:pt x="6363515" y="1003090"/>
                  </a:lnTo>
                  <a:lnTo>
                    <a:pt x="6363642" y="1003090"/>
                  </a:lnTo>
                  <a:lnTo>
                    <a:pt x="6363768" y="1003090"/>
                  </a:lnTo>
                  <a:lnTo>
                    <a:pt x="6363894" y="1003090"/>
                  </a:lnTo>
                  <a:lnTo>
                    <a:pt x="6364146" y="1003090"/>
                  </a:lnTo>
                  <a:lnTo>
                    <a:pt x="6364398" y="1003090"/>
                  </a:lnTo>
                  <a:lnTo>
                    <a:pt x="6364524" y="1003090"/>
                  </a:lnTo>
                  <a:lnTo>
                    <a:pt x="6365155" y="1003090"/>
                  </a:lnTo>
                  <a:lnTo>
                    <a:pt x="6367676" y="1003090"/>
                  </a:lnTo>
                  <a:lnTo>
                    <a:pt x="6367802" y="1003090"/>
                  </a:lnTo>
                  <a:lnTo>
                    <a:pt x="6367929" y="1003090"/>
                  </a:lnTo>
                  <a:lnTo>
                    <a:pt x="6368307" y="1003090"/>
                  </a:lnTo>
                  <a:lnTo>
                    <a:pt x="6368559" y="1003090"/>
                  </a:lnTo>
                  <a:lnTo>
                    <a:pt x="6368937" y="1003090"/>
                  </a:lnTo>
                  <a:lnTo>
                    <a:pt x="6369568" y="1003090"/>
                  </a:lnTo>
                  <a:lnTo>
                    <a:pt x="6369694" y="1003090"/>
                  </a:lnTo>
                  <a:lnTo>
                    <a:pt x="6369946" y="1003090"/>
                  </a:lnTo>
                  <a:lnTo>
                    <a:pt x="6370072" y="1003090"/>
                  </a:lnTo>
                  <a:lnTo>
                    <a:pt x="6370198" y="1003090"/>
                  </a:lnTo>
                  <a:lnTo>
                    <a:pt x="6370324" y="1003090"/>
                  </a:lnTo>
                  <a:lnTo>
                    <a:pt x="6370955" y="1003090"/>
                  </a:lnTo>
                  <a:lnTo>
                    <a:pt x="6371333" y="1003090"/>
                  </a:lnTo>
                  <a:lnTo>
                    <a:pt x="6371837" y="1003090"/>
                  </a:lnTo>
                  <a:lnTo>
                    <a:pt x="6371963" y="1003090"/>
                  </a:lnTo>
                  <a:lnTo>
                    <a:pt x="6372089" y="1003090"/>
                  </a:lnTo>
                  <a:lnTo>
                    <a:pt x="6373981" y="1003090"/>
                  </a:lnTo>
                  <a:lnTo>
                    <a:pt x="6374611" y="1003090"/>
                  </a:lnTo>
                  <a:lnTo>
                    <a:pt x="6374737" y="1003090"/>
                  </a:lnTo>
                  <a:lnTo>
                    <a:pt x="6374989" y="1003090"/>
                  </a:lnTo>
                  <a:lnTo>
                    <a:pt x="6375116" y="1003090"/>
                  </a:lnTo>
                  <a:lnTo>
                    <a:pt x="6375620" y="1003090"/>
                  </a:lnTo>
                  <a:lnTo>
                    <a:pt x="6376124" y="1003090"/>
                  </a:lnTo>
                  <a:lnTo>
                    <a:pt x="6376502" y="1003090"/>
                  </a:lnTo>
                  <a:lnTo>
                    <a:pt x="6376881" y="1003090"/>
                  </a:lnTo>
                  <a:lnTo>
                    <a:pt x="6377385" y="1003090"/>
                  </a:lnTo>
                  <a:lnTo>
                    <a:pt x="6377511" y="1003090"/>
                  </a:lnTo>
                  <a:lnTo>
                    <a:pt x="6377763" y="1003090"/>
                  </a:lnTo>
                  <a:lnTo>
                    <a:pt x="6378016" y="1003090"/>
                  </a:lnTo>
                  <a:lnTo>
                    <a:pt x="6379150" y="1003090"/>
                  </a:lnTo>
                  <a:lnTo>
                    <a:pt x="6379402" y="1003090"/>
                  </a:lnTo>
                  <a:lnTo>
                    <a:pt x="6379529" y="1003090"/>
                  </a:lnTo>
                  <a:lnTo>
                    <a:pt x="6379655" y="1003090"/>
                  </a:lnTo>
                  <a:lnTo>
                    <a:pt x="6379781" y="1003090"/>
                  </a:lnTo>
                  <a:lnTo>
                    <a:pt x="6379907" y="1003090"/>
                  </a:lnTo>
                  <a:lnTo>
                    <a:pt x="6380285" y="1003090"/>
                  </a:lnTo>
                  <a:lnTo>
                    <a:pt x="6380411" y="1003090"/>
                  </a:lnTo>
                  <a:lnTo>
                    <a:pt x="6380537" y="1003090"/>
                  </a:lnTo>
                  <a:lnTo>
                    <a:pt x="6381924" y="1003090"/>
                  </a:lnTo>
                  <a:lnTo>
                    <a:pt x="6382176" y="1003090"/>
                  </a:lnTo>
                  <a:lnTo>
                    <a:pt x="6382303" y="1003090"/>
                  </a:lnTo>
                  <a:lnTo>
                    <a:pt x="6382555" y="1003090"/>
                  </a:lnTo>
                  <a:lnTo>
                    <a:pt x="6382807" y="1003090"/>
                  </a:lnTo>
                  <a:lnTo>
                    <a:pt x="6382933" y="1003090"/>
                  </a:lnTo>
                  <a:lnTo>
                    <a:pt x="6383059" y="1003090"/>
                  </a:lnTo>
                  <a:lnTo>
                    <a:pt x="6383437" y="1003090"/>
                  </a:lnTo>
                  <a:lnTo>
                    <a:pt x="6383563" y="1003090"/>
                  </a:lnTo>
                  <a:lnTo>
                    <a:pt x="6384950" y="997810"/>
                  </a:lnTo>
                  <a:lnTo>
                    <a:pt x="6385076" y="997810"/>
                  </a:lnTo>
                  <a:lnTo>
                    <a:pt x="6385203" y="997810"/>
                  </a:lnTo>
                  <a:lnTo>
                    <a:pt x="6386211" y="997810"/>
                  </a:lnTo>
                  <a:lnTo>
                    <a:pt x="6386589" y="997810"/>
                  </a:lnTo>
                  <a:lnTo>
                    <a:pt x="6386716" y="997810"/>
                  </a:lnTo>
                  <a:lnTo>
                    <a:pt x="6387094" y="997810"/>
                  </a:lnTo>
                  <a:lnTo>
                    <a:pt x="6387220" y="997810"/>
                  </a:lnTo>
                  <a:lnTo>
                    <a:pt x="6387724" y="997810"/>
                  </a:lnTo>
                  <a:lnTo>
                    <a:pt x="6387850" y="997810"/>
                  </a:lnTo>
                  <a:lnTo>
                    <a:pt x="6388229" y="997810"/>
                  </a:lnTo>
                  <a:lnTo>
                    <a:pt x="6388985" y="997810"/>
                  </a:lnTo>
                  <a:lnTo>
                    <a:pt x="6389237" y="997810"/>
                  </a:lnTo>
                  <a:lnTo>
                    <a:pt x="6389363" y="997810"/>
                  </a:lnTo>
                  <a:lnTo>
                    <a:pt x="6389742" y="997810"/>
                  </a:lnTo>
                  <a:lnTo>
                    <a:pt x="6389868" y="997810"/>
                  </a:lnTo>
                  <a:lnTo>
                    <a:pt x="6390498" y="997810"/>
                  </a:lnTo>
                  <a:lnTo>
                    <a:pt x="6390624" y="997810"/>
                  </a:lnTo>
                  <a:lnTo>
                    <a:pt x="6390876" y="997810"/>
                  </a:lnTo>
                  <a:lnTo>
                    <a:pt x="6391003" y="997810"/>
                  </a:lnTo>
                  <a:lnTo>
                    <a:pt x="6391633" y="997810"/>
                  </a:lnTo>
                  <a:lnTo>
                    <a:pt x="6391759" y="997810"/>
                  </a:lnTo>
                  <a:lnTo>
                    <a:pt x="6392263" y="997810"/>
                  </a:lnTo>
                  <a:lnTo>
                    <a:pt x="6392516" y="997810"/>
                  </a:lnTo>
                  <a:lnTo>
                    <a:pt x="6392642" y="997810"/>
                  </a:lnTo>
                  <a:lnTo>
                    <a:pt x="6392768" y="997810"/>
                  </a:lnTo>
                  <a:lnTo>
                    <a:pt x="6393020" y="997810"/>
                  </a:lnTo>
                  <a:lnTo>
                    <a:pt x="6393398" y="997810"/>
                  </a:lnTo>
                  <a:lnTo>
                    <a:pt x="6394281" y="997810"/>
                  </a:lnTo>
                  <a:lnTo>
                    <a:pt x="6394533" y="987251"/>
                  </a:lnTo>
                  <a:lnTo>
                    <a:pt x="6394659" y="987251"/>
                  </a:lnTo>
                  <a:lnTo>
                    <a:pt x="6395163" y="987251"/>
                  </a:lnTo>
                  <a:lnTo>
                    <a:pt x="6395290" y="987251"/>
                  </a:lnTo>
                  <a:lnTo>
                    <a:pt x="6395416" y="987251"/>
                  </a:lnTo>
                  <a:lnTo>
                    <a:pt x="6395542" y="987251"/>
                  </a:lnTo>
                  <a:lnTo>
                    <a:pt x="6396550" y="987251"/>
                  </a:lnTo>
                  <a:lnTo>
                    <a:pt x="6396676" y="987251"/>
                  </a:lnTo>
                  <a:lnTo>
                    <a:pt x="6396803" y="987251"/>
                  </a:lnTo>
                  <a:lnTo>
                    <a:pt x="6397181" y="987251"/>
                  </a:lnTo>
                  <a:lnTo>
                    <a:pt x="6397307" y="987251"/>
                  </a:lnTo>
                  <a:lnTo>
                    <a:pt x="6398568" y="987251"/>
                  </a:lnTo>
                  <a:lnTo>
                    <a:pt x="6398694" y="987251"/>
                  </a:lnTo>
                  <a:lnTo>
                    <a:pt x="6398820" y="987251"/>
                  </a:lnTo>
                  <a:lnTo>
                    <a:pt x="6399072" y="987251"/>
                  </a:lnTo>
                  <a:lnTo>
                    <a:pt x="6399450" y="987251"/>
                  </a:lnTo>
                  <a:lnTo>
                    <a:pt x="6399577" y="987251"/>
                  </a:lnTo>
                  <a:lnTo>
                    <a:pt x="6399703" y="987251"/>
                  </a:lnTo>
                  <a:lnTo>
                    <a:pt x="6399829" y="987251"/>
                  </a:lnTo>
                  <a:lnTo>
                    <a:pt x="6399955" y="987251"/>
                  </a:lnTo>
                  <a:lnTo>
                    <a:pt x="6400585" y="987251"/>
                  </a:lnTo>
                  <a:lnTo>
                    <a:pt x="6401342" y="987251"/>
                  </a:lnTo>
                  <a:lnTo>
                    <a:pt x="6401468" y="987251"/>
                  </a:lnTo>
                  <a:lnTo>
                    <a:pt x="6401846" y="987251"/>
                  </a:lnTo>
                  <a:lnTo>
                    <a:pt x="6402224" y="987251"/>
                  </a:lnTo>
                  <a:lnTo>
                    <a:pt x="6402603" y="981972"/>
                  </a:lnTo>
                  <a:lnTo>
                    <a:pt x="6402981" y="981972"/>
                  </a:lnTo>
                  <a:lnTo>
                    <a:pt x="6403107" y="981972"/>
                  </a:lnTo>
                  <a:lnTo>
                    <a:pt x="6403485" y="981972"/>
                  </a:lnTo>
                  <a:lnTo>
                    <a:pt x="6404116" y="981972"/>
                  </a:lnTo>
                  <a:lnTo>
                    <a:pt x="6404242" y="981972"/>
                  </a:lnTo>
                  <a:lnTo>
                    <a:pt x="6405503" y="981972"/>
                  </a:lnTo>
                  <a:lnTo>
                    <a:pt x="6406007" y="981972"/>
                  </a:lnTo>
                  <a:lnTo>
                    <a:pt x="6406133" y="981972"/>
                  </a:lnTo>
                  <a:lnTo>
                    <a:pt x="6406259" y="981972"/>
                  </a:lnTo>
                  <a:lnTo>
                    <a:pt x="6406385" y="981972"/>
                  </a:lnTo>
                  <a:lnTo>
                    <a:pt x="6406890" y="981972"/>
                  </a:lnTo>
                  <a:lnTo>
                    <a:pt x="6407394" y="981972"/>
                  </a:lnTo>
                  <a:lnTo>
                    <a:pt x="6407520" y="981972"/>
                  </a:lnTo>
                  <a:lnTo>
                    <a:pt x="6408024" y="981972"/>
                  </a:lnTo>
                  <a:lnTo>
                    <a:pt x="6408150" y="981972"/>
                  </a:lnTo>
                  <a:lnTo>
                    <a:pt x="6408781" y="981972"/>
                  </a:lnTo>
                  <a:lnTo>
                    <a:pt x="6408907" y="981972"/>
                  </a:lnTo>
                  <a:lnTo>
                    <a:pt x="6409285" y="981972"/>
                  </a:lnTo>
                  <a:lnTo>
                    <a:pt x="6409411" y="981972"/>
                  </a:lnTo>
                  <a:lnTo>
                    <a:pt x="6409790" y="981972"/>
                  </a:lnTo>
                  <a:lnTo>
                    <a:pt x="6411807" y="976692"/>
                  </a:lnTo>
                  <a:lnTo>
                    <a:pt x="6411933" y="976692"/>
                  </a:lnTo>
                  <a:lnTo>
                    <a:pt x="6412059" y="976692"/>
                  </a:lnTo>
                  <a:lnTo>
                    <a:pt x="6412311" y="976692"/>
                  </a:lnTo>
                  <a:lnTo>
                    <a:pt x="6412437" y="976692"/>
                  </a:lnTo>
                  <a:lnTo>
                    <a:pt x="6412942" y="976692"/>
                  </a:lnTo>
                  <a:lnTo>
                    <a:pt x="6413068" y="976692"/>
                  </a:lnTo>
                  <a:lnTo>
                    <a:pt x="6413320" y="976692"/>
                  </a:lnTo>
                  <a:lnTo>
                    <a:pt x="6413698" y="976692"/>
                  </a:lnTo>
                  <a:lnTo>
                    <a:pt x="6413824" y="976692"/>
                  </a:lnTo>
                  <a:lnTo>
                    <a:pt x="6414077" y="971413"/>
                  </a:lnTo>
                  <a:lnTo>
                    <a:pt x="6414329" y="971413"/>
                  </a:lnTo>
                  <a:lnTo>
                    <a:pt x="6414455" y="971413"/>
                  </a:lnTo>
                  <a:lnTo>
                    <a:pt x="6414707" y="971413"/>
                  </a:lnTo>
                  <a:lnTo>
                    <a:pt x="6414833" y="971413"/>
                  </a:lnTo>
                  <a:lnTo>
                    <a:pt x="6415211" y="971413"/>
                  </a:lnTo>
                  <a:lnTo>
                    <a:pt x="6415842" y="971413"/>
                  </a:lnTo>
                  <a:lnTo>
                    <a:pt x="6416220" y="971413"/>
                  </a:lnTo>
                  <a:lnTo>
                    <a:pt x="6417607" y="971413"/>
                  </a:lnTo>
                  <a:lnTo>
                    <a:pt x="6418237" y="966134"/>
                  </a:lnTo>
                  <a:lnTo>
                    <a:pt x="6418364" y="966134"/>
                  </a:lnTo>
                  <a:lnTo>
                    <a:pt x="6418490" y="966134"/>
                  </a:lnTo>
                  <a:lnTo>
                    <a:pt x="6418616" y="966134"/>
                  </a:lnTo>
                  <a:lnTo>
                    <a:pt x="6419120" y="966134"/>
                  </a:lnTo>
                  <a:lnTo>
                    <a:pt x="6419498" y="966134"/>
                  </a:lnTo>
                  <a:lnTo>
                    <a:pt x="6419877" y="966134"/>
                  </a:lnTo>
                  <a:lnTo>
                    <a:pt x="6420129" y="966134"/>
                  </a:lnTo>
                  <a:lnTo>
                    <a:pt x="6420255" y="966134"/>
                  </a:lnTo>
                  <a:lnTo>
                    <a:pt x="6420381" y="966134"/>
                  </a:lnTo>
                  <a:lnTo>
                    <a:pt x="6420633" y="966134"/>
                  </a:lnTo>
                  <a:lnTo>
                    <a:pt x="6420759" y="966134"/>
                  </a:lnTo>
                  <a:lnTo>
                    <a:pt x="6420885" y="966134"/>
                  </a:lnTo>
                  <a:lnTo>
                    <a:pt x="6421390" y="966134"/>
                  </a:lnTo>
                  <a:lnTo>
                    <a:pt x="6421894" y="966134"/>
                  </a:lnTo>
                  <a:lnTo>
                    <a:pt x="6422272" y="966134"/>
                  </a:lnTo>
                  <a:lnTo>
                    <a:pt x="6422398" y="966134"/>
                  </a:lnTo>
                  <a:lnTo>
                    <a:pt x="6422651" y="966134"/>
                  </a:lnTo>
                  <a:lnTo>
                    <a:pt x="6422777" y="966134"/>
                  </a:lnTo>
                  <a:lnTo>
                    <a:pt x="6423029" y="966134"/>
                  </a:lnTo>
                  <a:lnTo>
                    <a:pt x="6423281" y="960854"/>
                  </a:lnTo>
                  <a:lnTo>
                    <a:pt x="6424668" y="960854"/>
                  </a:lnTo>
                  <a:lnTo>
                    <a:pt x="6425046" y="960854"/>
                  </a:lnTo>
                  <a:lnTo>
                    <a:pt x="6425172" y="960854"/>
                  </a:lnTo>
                  <a:lnTo>
                    <a:pt x="6425424" y="960854"/>
                  </a:lnTo>
                  <a:lnTo>
                    <a:pt x="6426433" y="960854"/>
                  </a:lnTo>
                  <a:lnTo>
                    <a:pt x="6426559" y="960854"/>
                  </a:lnTo>
                  <a:lnTo>
                    <a:pt x="6427190" y="960854"/>
                  </a:lnTo>
                  <a:lnTo>
                    <a:pt x="6427316" y="960854"/>
                  </a:lnTo>
                  <a:lnTo>
                    <a:pt x="6427442" y="960854"/>
                  </a:lnTo>
                  <a:lnTo>
                    <a:pt x="6427694" y="960854"/>
                  </a:lnTo>
                  <a:lnTo>
                    <a:pt x="6427946" y="960854"/>
                  </a:lnTo>
                  <a:lnTo>
                    <a:pt x="6428324" y="960854"/>
                  </a:lnTo>
                  <a:lnTo>
                    <a:pt x="6428451" y="960854"/>
                  </a:lnTo>
                  <a:lnTo>
                    <a:pt x="6428703" y="960854"/>
                  </a:lnTo>
                  <a:lnTo>
                    <a:pt x="6428829" y="960854"/>
                  </a:lnTo>
                  <a:lnTo>
                    <a:pt x="6428955" y="960854"/>
                  </a:lnTo>
                  <a:lnTo>
                    <a:pt x="6429081" y="960854"/>
                  </a:lnTo>
                  <a:lnTo>
                    <a:pt x="6429207" y="960854"/>
                  </a:lnTo>
                  <a:lnTo>
                    <a:pt x="6430216" y="960854"/>
                  </a:lnTo>
                  <a:lnTo>
                    <a:pt x="6430468" y="960854"/>
                  </a:lnTo>
                  <a:lnTo>
                    <a:pt x="6430594" y="960854"/>
                  </a:lnTo>
                  <a:lnTo>
                    <a:pt x="6431477" y="960854"/>
                  </a:lnTo>
                  <a:lnTo>
                    <a:pt x="6431603" y="960854"/>
                  </a:lnTo>
                  <a:lnTo>
                    <a:pt x="6431729" y="960854"/>
                  </a:lnTo>
                  <a:lnTo>
                    <a:pt x="6431855" y="960854"/>
                  </a:lnTo>
                  <a:lnTo>
                    <a:pt x="6432611" y="960854"/>
                  </a:lnTo>
                  <a:lnTo>
                    <a:pt x="6432738" y="960854"/>
                  </a:lnTo>
                  <a:lnTo>
                    <a:pt x="6432864" y="960854"/>
                  </a:lnTo>
                  <a:lnTo>
                    <a:pt x="6432990" y="960854"/>
                  </a:lnTo>
                  <a:lnTo>
                    <a:pt x="6433116" y="960854"/>
                  </a:lnTo>
                  <a:lnTo>
                    <a:pt x="6433242" y="960854"/>
                  </a:lnTo>
                  <a:lnTo>
                    <a:pt x="6434629" y="960854"/>
                  </a:lnTo>
                  <a:lnTo>
                    <a:pt x="6435007" y="960854"/>
                  </a:lnTo>
                  <a:lnTo>
                    <a:pt x="6435385" y="960854"/>
                  </a:lnTo>
                  <a:lnTo>
                    <a:pt x="6435638" y="960854"/>
                  </a:lnTo>
                  <a:lnTo>
                    <a:pt x="6435764" y="960854"/>
                  </a:lnTo>
                  <a:lnTo>
                    <a:pt x="6436520" y="960854"/>
                  </a:lnTo>
                  <a:lnTo>
                    <a:pt x="6437025" y="960854"/>
                  </a:lnTo>
                  <a:lnTo>
                    <a:pt x="6437529" y="960854"/>
                  </a:lnTo>
                  <a:lnTo>
                    <a:pt x="6437907" y="960854"/>
                  </a:lnTo>
                  <a:lnTo>
                    <a:pt x="6438033" y="960854"/>
                  </a:lnTo>
                  <a:lnTo>
                    <a:pt x="6438285" y="960854"/>
                  </a:lnTo>
                  <a:lnTo>
                    <a:pt x="6438664" y="960854"/>
                  </a:lnTo>
                  <a:lnTo>
                    <a:pt x="6438916" y="960854"/>
                  </a:lnTo>
                  <a:lnTo>
                    <a:pt x="6439042" y="960854"/>
                  </a:lnTo>
                  <a:lnTo>
                    <a:pt x="6439168" y="960854"/>
                  </a:lnTo>
                  <a:lnTo>
                    <a:pt x="6439546" y="960854"/>
                  </a:lnTo>
                  <a:lnTo>
                    <a:pt x="6439798" y="960854"/>
                  </a:lnTo>
                  <a:lnTo>
                    <a:pt x="6439925" y="955575"/>
                  </a:lnTo>
                  <a:lnTo>
                    <a:pt x="6440051" y="955575"/>
                  </a:lnTo>
                  <a:lnTo>
                    <a:pt x="6440177" y="955575"/>
                  </a:lnTo>
                  <a:lnTo>
                    <a:pt x="6440303" y="955575"/>
                  </a:lnTo>
                  <a:lnTo>
                    <a:pt x="6440681" y="955575"/>
                  </a:lnTo>
                  <a:lnTo>
                    <a:pt x="6440807" y="955575"/>
                  </a:lnTo>
                  <a:lnTo>
                    <a:pt x="6440807" y="950295"/>
                  </a:lnTo>
                  <a:lnTo>
                    <a:pt x="6441564" y="950295"/>
                  </a:lnTo>
                  <a:lnTo>
                    <a:pt x="6441690" y="950295"/>
                  </a:lnTo>
                  <a:lnTo>
                    <a:pt x="6441816" y="950295"/>
                  </a:lnTo>
                  <a:lnTo>
                    <a:pt x="6442572" y="950295"/>
                  </a:lnTo>
                  <a:lnTo>
                    <a:pt x="6443455" y="950295"/>
                  </a:lnTo>
                  <a:lnTo>
                    <a:pt x="6443959" y="950295"/>
                  </a:lnTo>
                  <a:lnTo>
                    <a:pt x="6444085" y="950295"/>
                  </a:lnTo>
                  <a:lnTo>
                    <a:pt x="6444212" y="950295"/>
                  </a:lnTo>
                  <a:lnTo>
                    <a:pt x="6444464" y="950295"/>
                  </a:lnTo>
                  <a:lnTo>
                    <a:pt x="6444716" y="950295"/>
                  </a:lnTo>
                  <a:lnTo>
                    <a:pt x="6445094" y="950295"/>
                  </a:lnTo>
                  <a:lnTo>
                    <a:pt x="6445220" y="950295"/>
                  </a:lnTo>
                  <a:lnTo>
                    <a:pt x="6445977" y="950295"/>
                  </a:lnTo>
                  <a:lnTo>
                    <a:pt x="6446481" y="950295"/>
                  </a:lnTo>
                  <a:lnTo>
                    <a:pt x="6446733" y="939736"/>
                  </a:lnTo>
                  <a:lnTo>
                    <a:pt x="6446985" y="939736"/>
                  </a:lnTo>
                  <a:lnTo>
                    <a:pt x="6447112" y="939736"/>
                  </a:lnTo>
                  <a:lnTo>
                    <a:pt x="6447238" y="939736"/>
                  </a:lnTo>
                  <a:lnTo>
                    <a:pt x="6447742" y="939736"/>
                  </a:lnTo>
                  <a:lnTo>
                    <a:pt x="6448120" y="939736"/>
                  </a:lnTo>
                  <a:lnTo>
                    <a:pt x="6450642" y="923898"/>
                  </a:lnTo>
                  <a:lnTo>
                    <a:pt x="6450768" y="923898"/>
                  </a:lnTo>
                  <a:lnTo>
                    <a:pt x="6450894" y="923898"/>
                  </a:lnTo>
                  <a:lnTo>
                    <a:pt x="6451020" y="923898"/>
                  </a:lnTo>
                  <a:lnTo>
                    <a:pt x="6451651" y="923898"/>
                  </a:lnTo>
                  <a:lnTo>
                    <a:pt x="6451777" y="923898"/>
                  </a:lnTo>
                  <a:lnTo>
                    <a:pt x="6451903" y="923898"/>
                  </a:lnTo>
                  <a:lnTo>
                    <a:pt x="6452155" y="923898"/>
                  </a:lnTo>
                  <a:lnTo>
                    <a:pt x="6452281" y="923898"/>
                  </a:lnTo>
                  <a:lnTo>
                    <a:pt x="6452407" y="923898"/>
                  </a:lnTo>
                  <a:lnTo>
                    <a:pt x="6452533" y="923898"/>
                  </a:lnTo>
                  <a:lnTo>
                    <a:pt x="6452912" y="923898"/>
                  </a:lnTo>
                  <a:lnTo>
                    <a:pt x="6453794" y="923898"/>
                  </a:lnTo>
                  <a:lnTo>
                    <a:pt x="6454551" y="923898"/>
                  </a:lnTo>
                  <a:lnTo>
                    <a:pt x="6454929" y="923898"/>
                  </a:lnTo>
                  <a:lnTo>
                    <a:pt x="6455812" y="923898"/>
                  </a:lnTo>
                  <a:lnTo>
                    <a:pt x="6455938" y="923898"/>
                  </a:lnTo>
                  <a:lnTo>
                    <a:pt x="6456064" y="923898"/>
                  </a:lnTo>
                  <a:lnTo>
                    <a:pt x="6456820" y="923898"/>
                  </a:lnTo>
                  <a:lnTo>
                    <a:pt x="6456946" y="923898"/>
                  </a:lnTo>
                  <a:lnTo>
                    <a:pt x="6457072" y="923898"/>
                  </a:lnTo>
                  <a:lnTo>
                    <a:pt x="6457577" y="923898"/>
                  </a:lnTo>
                  <a:lnTo>
                    <a:pt x="6457829" y="923898"/>
                  </a:lnTo>
                  <a:lnTo>
                    <a:pt x="6457955" y="923898"/>
                  </a:lnTo>
                  <a:lnTo>
                    <a:pt x="6458838" y="923898"/>
                  </a:lnTo>
                  <a:lnTo>
                    <a:pt x="6459090" y="923898"/>
                  </a:lnTo>
                  <a:lnTo>
                    <a:pt x="6459594" y="923898"/>
                  </a:lnTo>
                  <a:lnTo>
                    <a:pt x="6460729" y="923898"/>
                  </a:lnTo>
                  <a:lnTo>
                    <a:pt x="6460855" y="923898"/>
                  </a:lnTo>
                  <a:lnTo>
                    <a:pt x="6461359" y="923898"/>
                  </a:lnTo>
                  <a:lnTo>
                    <a:pt x="6461486" y="923898"/>
                  </a:lnTo>
                  <a:lnTo>
                    <a:pt x="6461612" y="923898"/>
                  </a:lnTo>
                  <a:lnTo>
                    <a:pt x="6461738" y="923898"/>
                  </a:lnTo>
                  <a:lnTo>
                    <a:pt x="6462242" y="923898"/>
                  </a:lnTo>
                  <a:lnTo>
                    <a:pt x="6462368" y="923898"/>
                  </a:lnTo>
                  <a:lnTo>
                    <a:pt x="6462746" y="923898"/>
                  </a:lnTo>
                  <a:lnTo>
                    <a:pt x="6463251" y="923898"/>
                  </a:lnTo>
                  <a:lnTo>
                    <a:pt x="6464764" y="923898"/>
                  </a:lnTo>
                  <a:lnTo>
                    <a:pt x="6465268" y="923898"/>
                  </a:lnTo>
                  <a:lnTo>
                    <a:pt x="6465520" y="923898"/>
                  </a:lnTo>
                  <a:lnTo>
                    <a:pt x="6465646" y="923898"/>
                  </a:lnTo>
                  <a:lnTo>
                    <a:pt x="6465773" y="923898"/>
                  </a:lnTo>
                  <a:lnTo>
                    <a:pt x="6466151" y="923898"/>
                  </a:lnTo>
                  <a:lnTo>
                    <a:pt x="6466403" y="923898"/>
                  </a:lnTo>
                  <a:lnTo>
                    <a:pt x="6466781" y="923898"/>
                  </a:lnTo>
                  <a:lnTo>
                    <a:pt x="6467033" y="923898"/>
                  </a:lnTo>
                  <a:lnTo>
                    <a:pt x="6467790" y="923898"/>
                  </a:lnTo>
                  <a:lnTo>
                    <a:pt x="6467916" y="923898"/>
                  </a:lnTo>
                  <a:lnTo>
                    <a:pt x="6468042" y="923898"/>
                  </a:lnTo>
                  <a:lnTo>
                    <a:pt x="6468168" y="923898"/>
                  </a:lnTo>
                  <a:lnTo>
                    <a:pt x="6468294" y="923898"/>
                  </a:lnTo>
                  <a:lnTo>
                    <a:pt x="6468546" y="923898"/>
                  </a:lnTo>
                  <a:lnTo>
                    <a:pt x="6468925" y="923898"/>
                  </a:lnTo>
                  <a:lnTo>
                    <a:pt x="6469177" y="923898"/>
                  </a:lnTo>
                  <a:lnTo>
                    <a:pt x="6469303" y="923898"/>
                  </a:lnTo>
                  <a:lnTo>
                    <a:pt x="6469807" y="923898"/>
                  </a:lnTo>
                  <a:lnTo>
                    <a:pt x="6470312" y="923898"/>
                  </a:lnTo>
                  <a:lnTo>
                    <a:pt x="6470438" y="923898"/>
                  </a:lnTo>
                  <a:lnTo>
                    <a:pt x="6470816" y="923898"/>
                  </a:lnTo>
                  <a:lnTo>
                    <a:pt x="6470942" y="923898"/>
                  </a:lnTo>
                  <a:lnTo>
                    <a:pt x="6471573" y="923898"/>
                  </a:lnTo>
                  <a:lnTo>
                    <a:pt x="6471699" y="923898"/>
                  </a:lnTo>
                  <a:lnTo>
                    <a:pt x="6471951" y="923898"/>
                  </a:lnTo>
                  <a:lnTo>
                    <a:pt x="6473086" y="923898"/>
                  </a:lnTo>
                  <a:lnTo>
                    <a:pt x="6473338" y="923898"/>
                  </a:lnTo>
                  <a:lnTo>
                    <a:pt x="6473842" y="923898"/>
                  </a:lnTo>
                  <a:lnTo>
                    <a:pt x="6474220" y="923898"/>
                  </a:lnTo>
                  <a:lnTo>
                    <a:pt x="6474346" y="923898"/>
                  </a:lnTo>
                  <a:lnTo>
                    <a:pt x="6475355" y="923898"/>
                  </a:lnTo>
                  <a:lnTo>
                    <a:pt x="6475733" y="923898"/>
                  </a:lnTo>
                  <a:lnTo>
                    <a:pt x="6475860" y="923898"/>
                  </a:lnTo>
                  <a:lnTo>
                    <a:pt x="6475986" y="918619"/>
                  </a:lnTo>
                  <a:lnTo>
                    <a:pt x="6476616" y="918619"/>
                  </a:lnTo>
                  <a:lnTo>
                    <a:pt x="6476994" y="918619"/>
                  </a:lnTo>
                  <a:lnTo>
                    <a:pt x="6477499" y="918619"/>
                  </a:lnTo>
                  <a:lnTo>
                    <a:pt x="6477751" y="918619"/>
                  </a:lnTo>
                  <a:lnTo>
                    <a:pt x="6477877" y="918619"/>
                  </a:lnTo>
                  <a:lnTo>
                    <a:pt x="6478381" y="918619"/>
                  </a:lnTo>
                  <a:lnTo>
                    <a:pt x="6478507" y="918619"/>
                  </a:lnTo>
                  <a:lnTo>
                    <a:pt x="6478760" y="918619"/>
                  </a:lnTo>
                  <a:lnTo>
                    <a:pt x="6479138" y="918619"/>
                  </a:lnTo>
                  <a:lnTo>
                    <a:pt x="6480146" y="918619"/>
                  </a:lnTo>
                  <a:lnTo>
                    <a:pt x="6480651" y="918619"/>
                  </a:lnTo>
                  <a:lnTo>
                    <a:pt x="6481029" y="918619"/>
                  </a:lnTo>
                  <a:lnTo>
                    <a:pt x="6481155" y="918619"/>
                  </a:lnTo>
                  <a:lnTo>
                    <a:pt x="6481281" y="918619"/>
                  </a:lnTo>
                  <a:lnTo>
                    <a:pt x="6481407" y="918619"/>
                  </a:lnTo>
                  <a:lnTo>
                    <a:pt x="6482290" y="918619"/>
                  </a:lnTo>
                  <a:lnTo>
                    <a:pt x="6482416" y="918619"/>
                  </a:lnTo>
                  <a:lnTo>
                    <a:pt x="6483173" y="918619"/>
                  </a:lnTo>
                  <a:lnTo>
                    <a:pt x="6483425" y="918619"/>
                  </a:lnTo>
                  <a:lnTo>
                    <a:pt x="6483929" y="913339"/>
                  </a:lnTo>
                  <a:lnTo>
                    <a:pt x="6484560" y="908060"/>
                  </a:lnTo>
                  <a:lnTo>
                    <a:pt x="6484686" y="908060"/>
                  </a:lnTo>
                  <a:lnTo>
                    <a:pt x="6484812" y="908060"/>
                  </a:lnTo>
                  <a:lnTo>
                    <a:pt x="6485190" y="908060"/>
                  </a:lnTo>
                  <a:lnTo>
                    <a:pt x="6485568" y="908060"/>
                  </a:lnTo>
                  <a:lnTo>
                    <a:pt x="6485694" y="908060"/>
                  </a:lnTo>
                  <a:lnTo>
                    <a:pt x="6485820" y="908060"/>
                  </a:lnTo>
                  <a:lnTo>
                    <a:pt x="6486199" y="908060"/>
                  </a:lnTo>
                  <a:lnTo>
                    <a:pt x="6486955" y="908060"/>
                  </a:lnTo>
                  <a:lnTo>
                    <a:pt x="6487333" y="902781"/>
                  </a:lnTo>
                  <a:lnTo>
                    <a:pt x="6488090" y="902781"/>
                  </a:lnTo>
                  <a:lnTo>
                    <a:pt x="6488216" y="902781"/>
                  </a:lnTo>
                  <a:lnTo>
                    <a:pt x="6488594" y="902781"/>
                  </a:lnTo>
                  <a:lnTo>
                    <a:pt x="6488973" y="897501"/>
                  </a:lnTo>
                  <a:lnTo>
                    <a:pt x="6489099" y="897501"/>
                  </a:lnTo>
                  <a:lnTo>
                    <a:pt x="6489225" y="897501"/>
                  </a:lnTo>
                  <a:lnTo>
                    <a:pt x="6489603" y="892222"/>
                  </a:lnTo>
                  <a:lnTo>
                    <a:pt x="6490234" y="892222"/>
                  </a:lnTo>
                  <a:lnTo>
                    <a:pt x="6490360" y="892222"/>
                  </a:lnTo>
                  <a:lnTo>
                    <a:pt x="6490486" y="892222"/>
                  </a:lnTo>
                  <a:lnTo>
                    <a:pt x="6490990" y="892222"/>
                  </a:lnTo>
                  <a:lnTo>
                    <a:pt x="6491242" y="892222"/>
                  </a:lnTo>
                  <a:lnTo>
                    <a:pt x="6491368" y="892222"/>
                  </a:lnTo>
                  <a:lnTo>
                    <a:pt x="6491494" y="892222"/>
                  </a:lnTo>
                  <a:lnTo>
                    <a:pt x="6491620" y="892222"/>
                  </a:lnTo>
                  <a:lnTo>
                    <a:pt x="6491747" y="892222"/>
                  </a:lnTo>
                  <a:lnTo>
                    <a:pt x="6491873" y="892222"/>
                  </a:lnTo>
                  <a:lnTo>
                    <a:pt x="6492125" y="892222"/>
                  </a:lnTo>
                  <a:lnTo>
                    <a:pt x="6492755" y="892222"/>
                  </a:lnTo>
                  <a:lnTo>
                    <a:pt x="6492881" y="892222"/>
                  </a:lnTo>
                  <a:lnTo>
                    <a:pt x="6493007" y="892222"/>
                  </a:lnTo>
                  <a:lnTo>
                    <a:pt x="6493260" y="892222"/>
                  </a:lnTo>
                  <a:lnTo>
                    <a:pt x="6493890" y="892222"/>
                  </a:lnTo>
                  <a:lnTo>
                    <a:pt x="6494142" y="892222"/>
                  </a:lnTo>
                  <a:lnTo>
                    <a:pt x="6494268" y="892222"/>
                  </a:lnTo>
                  <a:lnTo>
                    <a:pt x="6494394" y="892222"/>
                  </a:lnTo>
                  <a:lnTo>
                    <a:pt x="6495151" y="892222"/>
                  </a:lnTo>
                  <a:lnTo>
                    <a:pt x="6495403" y="892222"/>
                  </a:lnTo>
                  <a:lnTo>
                    <a:pt x="6495529" y="892222"/>
                  </a:lnTo>
                  <a:lnTo>
                    <a:pt x="6495655" y="892222"/>
                  </a:lnTo>
                  <a:lnTo>
                    <a:pt x="6496160" y="892222"/>
                  </a:lnTo>
                  <a:lnTo>
                    <a:pt x="6496412" y="892222"/>
                  </a:lnTo>
                  <a:lnTo>
                    <a:pt x="6496538" y="892222"/>
                  </a:lnTo>
                  <a:lnTo>
                    <a:pt x="6496664" y="892222"/>
                  </a:lnTo>
                  <a:lnTo>
                    <a:pt x="6496916" y="892222"/>
                  </a:lnTo>
                  <a:lnTo>
                    <a:pt x="6497168" y="892222"/>
                  </a:lnTo>
                  <a:lnTo>
                    <a:pt x="6497294" y="892222"/>
                  </a:lnTo>
                  <a:lnTo>
                    <a:pt x="6497421" y="892222"/>
                  </a:lnTo>
                  <a:lnTo>
                    <a:pt x="6497673" y="892222"/>
                  </a:lnTo>
                  <a:lnTo>
                    <a:pt x="6498177" y="892222"/>
                  </a:lnTo>
                  <a:lnTo>
                    <a:pt x="6498681" y="892222"/>
                  </a:lnTo>
                  <a:lnTo>
                    <a:pt x="6498807" y="892222"/>
                  </a:lnTo>
                  <a:lnTo>
                    <a:pt x="6498934" y="892222"/>
                  </a:lnTo>
                  <a:lnTo>
                    <a:pt x="6499312" y="892222"/>
                  </a:lnTo>
                  <a:lnTo>
                    <a:pt x="6499690" y="892222"/>
                  </a:lnTo>
                  <a:lnTo>
                    <a:pt x="6499816" y="892222"/>
                  </a:lnTo>
                  <a:lnTo>
                    <a:pt x="6500321" y="892222"/>
                  </a:lnTo>
                  <a:lnTo>
                    <a:pt x="6500447" y="892222"/>
                  </a:lnTo>
                  <a:lnTo>
                    <a:pt x="6500825" y="892222"/>
                  </a:lnTo>
                  <a:lnTo>
                    <a:pt x="6501329" y="892222"/>
                  </a:lnTo>
                  <a:lnTo>
                    <a:pt x="6501455" y="892222"/>
                  </a:lnTo>
                  <a:lnTo>
                    <a:pt x="6501581" y="892222"/>
                  </a:lnTo>
                  <a:lnTo>
                    <a:pt x="6501834" y="892222"/>
                  </a:lnTo>
                  <a:lnTo>
                    <a:pt x="6501960" y="892222"/>
                  </a:lnTo>
                  <a:lnTo>
                    <a:pt x="6502086" y="892222"/>
                  </a:lnTo>
                  <a:lnTo>
                    <a:pt x="6502212" y="892222"/>
                  </a:lnTo>
                  <a:lnTo>
                    <a:pt x="6502842" y="892222"/>
                  </a:lnTo>
                  <a:lnTo>
                    <a:pt x="6503094" y="892222"/>
                  </a:lnTo>
                  <a:lnTo>
                    <a:pt x="6503473" y="892222"/>
                  </a:lnTo>
                  <a:lnTo>
                    <a:pt x="6503725" y="892222"/>
                  </a:lnTo>
                  <a:lnTo>
                    <a:pt x="6504481" y="892222"/>
                  </a:lnTo>
                  <a:lnTo>
                    <a:pt x="6504607" y="892222"/>
                  </a:lnTo>
                  <a:lnTo>
                    <a:pt x="6505364" y="892222"/>
                  </a:lnTo>
                  <a:lnTo>
                    <a:pt x="6505616" y="892222"/>
                  </a:lnTo>
                  <a:lnTo>
                    <a:pt x="6506121" y="892222"/>
                  </a:lnTo>
                  <a:lnTo>
                    <a:pt x="6506877" y="892222"/>
                  </a:lnTo>
                  <a:lnTo>
                    <a:pt x="6507003" y="892222"/>
                  </a:lnTo>
                  <a:lnTo>
                    <a:pt x="6507508" y="892222"/>
                  </a:lnTo>
                  <a:lnTo>
                    <a:pt x="6507760" y="892222"/>
                  </a:lnTo>
                  <a:lnTo>
                    <a:pt x="6508012" y="892222"/>
                  </a:lnTo>
                  <a:lnTo>
                    <a:pt x="6508390" y="892222"/>
                  </a:lnTo>
                  <a:lnTo>
                    <a:pt x="6508768" y="892222"/>
                  </a:lnTo>
                  <a:lnTo>
                    <a:pt x="6509273" y="892222"/>
                  </a:lnTo>
                  <a:lnTo>
                    <a:pt x="6509525" y="892222"/>
                  </a:lnTo>
                  <a:lnTo>
                    <a:pt x="6509651" y="892222"/>
                  </a:lnTo>
                  <a:lnTo>
                    <a:pt x="6509777" y="892222"/>
                  </a:lnTo>
                  <a:lnTo>
                    <a:pt x="6510408" y="892222"/>
                  </a:lnTo>
                  <a:lnTo>
                    <a:pt x="6511164" y="892222"/>
                  </a:lnTo>
                  <a:lnTo>
                    <a:pt x="6511290" y="892222"/>
                  </a:lnTo>
                  <a:lnTo>
                    <a:pt x="6511416" y="892222"/>
                  </a:lnTo>
                  <a:lnTo>
                    <a:pt x="6511794" y="892222"/>
                  </a:lnTo>
                  <a:lnTo>
                    <a:pt x="6512047" y="892222"/>
                  </a:lnTo>
                  <a:lnTo>
                    <a:pt x="6512173" y="892222"/>
                  </a:lnTo>
                  <a:lnTo>
                    <a:pt x="6512299" y="892222"/>
                  </a:lnTo>
                  <a:lnTo>
                    <a:pt x="6512425" y="892222"/>
                  </a:lnTo>
                  <a:lnTo>
                    <a:pt x="6512551" y="892222"/>
                  </a:lnTo>
                  <a:lnTo>
                    <a:pt x="6512677" y="892222"/>
                  </a:lnTo>
                  <a:lnTo>
                    <a:pt x="6513181" y="892222"/>
                  </a:lnTo>
                  <a:lnTo>
                    <a:pt x="6513686" y="892222"/>
                  </a:lnTo>
                  <a:lnTo>
                    <a:pt x="6514316" y="892222"/>
                  </a:lnTo>
                  <a:lnTo>
                    <a:pt x="6514568" y="892222"/>
                  </a:lnTo>
                  <a:lnTo>
                    <a:pt x="6514695" y="892222"/>
                  </a:lnTo>
                  <a:lnTo>
                    <a:pt x="6515073" y="892222"/>
                  </a:lnTo>
                  <a:lnTo>
                    <a:pt x="6515199" y="892222"/>
                  </a:lnTo>
                  <a:lnTo>
                    <a:pt x="6515325" y="892222"/>
                  </a:lnTo>
                  <a:lnTo>
                    <a:pt x="6515703" y="892222"/>
                  </a:lnTo>
                  <a:lnTo>
                    <a:pt x="6515829" y="892222"/>
                  </a:lnTo>
                  <a:lnTo>
                    <a:pt x="6516081" y="892222"/>
                  </a:lnTo>
                  <a:lnTo>
                    <a:pt x="6516334" y="892222"/>
                  </a:lnTo>
                  <a:lnTo>
                    <a:pt x="6516838" y="892222"/>
                  </a:lnTo>
                  <a:lnTo>
                    <a:pt x="6522512" y="886942"/>
                  </a:lnTo>
                  <a:lnTo>
                    <a:pt x="6522638" y="886942"/>
                  </a:lnTo>
                  <a:lnTo>
                    <a:pt x="6522764" y="886942"/>
                  </a:lnTo>
                  <a:lnTo>
                    <a:pt x="6522890" y="886942"/>
                  </a:lnTo>
                  <a:lnTo>
                    <a:pt x="6523016" y="886942"/>
                  </a:lnTo>
                  <a:lnTo>
                    <a:pt x="6523142" y="886942"/>
                  </a:lnTo>
                  <a:lnTo>
                    <a:pt x="6523268" y="886942"/>
                  </a:lnTo>
                  <a:lnTo>
                    <a:pt x="6523395" y="886942"/>
                  </a:lnTo>
                  <a:lnTo>
                    <a:pt x="6523521" y="886942"/>
                  </a:lnTo>
                  <a:lnTo>
                    <a:pt x="6523647" y="886942"/>
                  </a:lnTo>
                  <a:lnTo>
                    <a:pt x="6523773" y="886942"/>
                  </a:lnTo>
                  <a:lnTo>
                    <a:pt x="6523899" y="886942"/>
                  </a:lnTo>
                  <a:lnTo>
                    <a:pt x="6524025" y="886942"/>
                  </a:lnTo>
                  <a:lnTo>
                    <a:pt x="6524655" y="886942"/>
                  </a:lnTo>
                  <a:lnTo>
                    <a:pt x="6524782" y="886942"/>
                  </a:lnTo>
                  <a:lnTo>
                    <a:pt x="6525034" y="886942"/>
                  </a:lnTo>
                  <a:lnTo>
                    <a:pt x="6525286" y="886942"/>
                  </a:lnTo>
                  <a:lnTo>
                    <a:pt x="6525412" y="886942"/>
                  </a:lnTo>
                  <a:lnTo>
                    <a:pt x="6525538" y="886942"/>
                  </a:lnTo>
                  <a:lnTo>
                    <a:pt x="6525664" y="886942"/>
                  </a:lnTo>
                  <a:lnTo>
                    <a:pt x="6525790" y="886942"/>
                  </a:lnTo>
                  <a:lnTo>
                    <a:pt x="6526421" y="886942"/>
                  </a:lnTo>
                  <a:lnTo>
                    <a:pt x="6526925" y="886942"/>
                  </a:lnTo>
                  <a:lnTo>
                    <a:pt x="6527051" y="886942"/>
                  </a:lnTo>
                  <a:lnTo>
                    <a:pt x="6527555" y="886942"/>
                  </a:lnTo>
                  <a:lnTo>
                    <a:pt x="6527682" y="886942"/>
                  </a:lnTo>
                  <a:lnTo>
                    <a:pt x="6527934" y="886942"/>
                  </a:lnTo>
                  <a:lnTo>
                    <a:pt x="6528060" y="886942"/>
                  </a:lnTo>
                  <a:lnTo>
                    <a:pt x="6528186" y="886942"/>
                  </a:lnTo>
                  <a:lnTo>
                    <a:pt x="6528564" y="886942"/>
                  </a:lnTo>
                  <a:lnTo>
                    <a:pt x="6529068" y="886942"/>
                  </a:lnTo>
                  <a:lnTo>
                    <a:pt x="6529447" y="886942"/>
                  </a:lnTo>
                  <a:lnTo>
                    <a:pt x="6529573" y="886942"/>
                  </a:lnTo>
                  <a:lnTo>
                    <a:pt x="6530329" y="886942"/>
                  </a:lnTo>
                  <a:lnTo>
                    <a:pt x="6530834" y="886942"/>
                  </a:lnTo>
                  <a:lnTo>
                    <a:pt x="6531086" y="886942"/>
                  </a:lnTo>
                  <a:lnTo>
                    <a:pt x="6531590" y="886942"/>
                  </a:lnTo>
                  <a:lnTo>
                    <a:pt x="6532473" y="886942"/>
                  </a:lnTo>
                  <a:lnTo>
                    <a:pt x="6532977" y="886942"/>
                  </a:lnTo>
                  <a:lnTo>
                    <a:pt x="6533229" y="886942"/>
                  </a:lnTo>
                  <a:lnTo>
                    <a:pt x="6533608" y="886942"/>
                  </a:lnTo>
                  <a:lnTo>
                    <a:pt x="6534364" y="886942"/>
                  </a:lnTo>
                  <a:lnTo>
                    <a:pt x="6534869" y="886942"/>
                  </a:lnTo>
                  <a:lnTo>
                    <a:pt x="6534995" y="886942"/>
                  </a:lnTo>
                  <a:lnTo>
                    <a:pt x="6535373" y="881663"/>
                  </a:lnTo>
                  <a:lnTo>
                    <a:pt x="6535499" y="881663"/>
                  </a:lnTo>
                  <a:lnTo>
                    <a:pt x="6536003" y="881663"/>
                  </a:lnTo>
                  <a:lnTo>
                    <a:pt x="6536382" y="881663"/>
                  </a:lnTo>
                  <a:lnTo>
                    <a:pt x="6536382" y="876383"/>
                  </a:lnTo>
                  <a:lnTo>
                    <a:pt x="6536634" y="876383"/>
                  </a:lnTo>
                  <a:lnTo>
                    <a:pt x="6536760" y="876383"/>
                  </a:lnTo>
                  <a:lnTo>
                    <a:pt x="6537138" y="876383"/>
                  </a:lnTo>
                  <a:lnTo>
                    <a:pt x="6537516" y="876383"/>
                  </a:lnTo>
                  <a:lnTo>
                    <a:pt x="6537895" y="876383"/>
                  </a:lnTo>
                  <a:lnTo>
                    <a:pt x="6538273" y="876383"/>
                  </a:lnTo>
                  <a:lnTo>
                    <a:pt x="6538399" y="876383"/>
                  </a:lnTo>
                  <a:lnTo>
                    <a:pt x="6538651" y="876383"/>
                  </a:lnTo>
                  <a:lnTo>
                    <a:pt x="6538777" y="876383"/>
                  </a:lnTo>
                  <a:lnTo>
                    <a:pt x="6539029" y="876383"/>
                  </a:lnTo>
                  <a:lnTo>
                    <a:pt x="6539156" y="876383"/>
                  </a:lnTo>
                  <a:lnTo>
                    <a:pt x="6539408" y="876383"/>
                  </a:lnTo>
                  <a:lnTo>
                    <a:pt x="6539912" y="876383"/>
                  </a:lnTo>
                  <a:lnTo>
                    <a:pt x="6540669" y="876383"/>
                  </a:lnTo>
                  <a:lnTo>
                    <a:pt x="6540795" y="876383"/>
                  </a:lnTo>
                  <a:lnTo>
                    <a:pt x="6541173" y="876383"/>
                  </a:lnTo>
                  <a:lnTo>
                    <a:pt x="6541677" y="876383"/>
                  </a:lnTo>
                  <a:lnTo>
                    <a:pt x="6541803" y="876383"/>
                  </a:lnTo>
                  <a:lnTo>
                    <a:pt x="6542056" y="876383"/>
                  </a:lnTo>
                  <a:lnTo>
                    <a:pt x="6542182" y="876383"/>
                  </a:lnTo>
                  <a:lnTo>
                    <a:pt x="6542812" y="876383"/>
                  </a:lnTo>
                  <a:lnTo>
                    <a:pt x="6543821" y="876383"/>
                  </a:lnTo>
                  <a:lnTo>
                    <a:pt x="6543947" y="876383"/>
                  </a:lnTo>
                  <a:lnTo>
                    <a:pt x="6544073" y="876383"/>
                  </a:lnTo>
                  <a:lnTo>
                    <a:pt x="6544577" y="876383"/>
                  </a:lnTo>
                  <a:lnTo>
                    <a:pt x="6544956" y="876383"/>
                  </a:lnTo>
                  <a:lnTo>
                    <a:pt x="6545712" y="876383"/>
                  </a:lnTo>
                  <a:lnTo>
                    <a:pt x="6546216" y="876383"/>
                  </a:lnTo>
                  <a:lnTo>
                    <a:pt x="6546469" y="876383"/>
                  </a:lnTo>
                  <a:lnTo>
                    <a:pt x="6546847" y="876383"/>
                  </a:lnTo>
                  <a:lnTo>
                    <a:pt x="6547225" y="876383"/>
                  </a:lnTo>
                  <a:lnTo>
                    <a:pt x="6547477" y="876383"/>
                  </a:lnTo>
                  <a:lnTo>
                    <a:pt x="6548864" y="876383"/>
                  </a:lnTo>
                  <a:lnTo>
                    <a:pt x="6549243" y="876383"/>
                  </a:lnTo>
                  <a:lnTo>
                    <a:pt x="6549369" y="876383"/>
                  </a:lnTo>
                  <a:lnTo>
                    <a:pt x="6549495" y="876383"/>
                  </a:lnTo>
                  <a:lnTo>
                    <a:pt x="6549621" y="876383"/>
                  </a:lnTo>
                  <a:lnTo>
                    <a:pt x="6549999" y="876383"/>
                  </a:lnTo>
                  <a:lnTo>
                    <a:pt x="6550251" y="876383"/>
                  </a:lnTo>
                  <a:lnTo>
                    <a:pt x="6551260" y="876383"/>
                  </a:lnTo>
                  <a:lnTo>
                    <a:pt x="6551386" y="876383"/>
                  </a:lnTo>
                  <a:lnTo>
                    <a:pt x="6551638" y="876383"/>
                  </a:lnTo>
                  <a:lnTo>
                    <a:pt x="6551638" y="871104"/>
                  </a:lnTo>
                  <a:lnTo>
                    <a:pt x="6552647" y="871104"/>
                  </a:lnTo>
                  <a:lnTo>
                    <a:pt x="6553025" y="871104"/>
                  </a:lnTo>
                  <a:lnTo>
                    <a:pt x="6553277" y="871104"/>
                  </a:lnTo>
                  <a:lnTo>
                    <a:pt x="6553656" y="871104"/>
                  </a:lnTo>
                  <a:lnTo>
                    <a:pt x="6554916" y="871104"/>
                  </a:lnTo>
                  <a:lnTo>
                    <a:pt x="6555043" y="871104"/>
                  </a:lnTo>
                  <a:lnTo>
                    <a:pt x="6555295" y="871104"/>
                  </a:lnTo>
                  <a:lnTo>
                    <a:pt x="6555421" y="871104"/>
                  </a:lnTo>
                  <a:lnTo>
                    <a:pt x="6555673" y="871104"/>
                  </a:lnTo>
                  <a:lnTo>
                    <a:pt x="6555799" y="871104"/>
                  </a:lnTo>
                  <a:lnTo>
                    <a:pt x="6555925" y="871104"/>
                  </a:lnTo>
                  <a:lnTo>
                    <a:pt x="6556303" y="871104"/>
                  </a:lnTo>
                  <a:lnTo>
                    <a:pt x="6556556" y="871104"/>
                  </a:lnTo>
                  <a:lnTo>
                    <a:pt x="6557186" y="871104"/>
                  </a:lnTo>
                  <a:lnTo>
                    <a:pt x="6557438" y="871104"/>
                  </a:lnTo>
                  <a:lnTo>
                    <a:pt x="6557690" y="871104"/>
                  </a:lnTo>
                  <a:lnTo>
                    <a:pt x="6557943" y="871104"/>
                  </a:lnTo>
                  <a:lnTo>
                    <a:pt x="6558069" y="871104"/>
                  </a:lnTo>
                  <a:lnTo>
                    <a:pt x="6558447" y="871104"/>
                  </a:lnTo>
                  <a:lnTo>
                    <a:pt x="6558573" y="871104"/>
                  </a:lnTo>
                  <a:lnTo>
                    <a:pt x="6559582" y="871104"/>
                  </a:lnTo>
                  <a:lnTo>
                    <a:pt x="6559834" y="871104"/>
                  </a:lnTo>
                  <a:lnTo>
                    <a:pt x="6559960" y="871104"/>
                  </a:lnTo>
                  <a:lnTo>
                    <a:pt x="6560338" y="871104"/>
                  </a:lnTo>
                  <a:lnTo>
                    <a:pt x="6560464" y="871104"/>
                  </a:lnTo>
                  <a:lnTo>
                    <a:pt x="6560590" y="871104"/>
                  </a:lnTo>
                  <a:lnTo>
                    <a:pt x="6560716" y="871104"/>
                  </a:lnTo>
                  <a:lnTo>
                    <a:pt x="6561221" y="871104"/>
                  </a:lnTo>
                  <a:lnTo>
                    <a:pt x="6562356" y="865825"/>
                  </a:lnTo>
                  <a:lnTo>
                    <a:pt x="6562482" y="865825"/>
                  </a:lnTo>
                  <a:lnTo>
                    <a:pt x="6562986" y="865825"/>
                  </a:lnTo>
                  <a:lnTo>
                    <a:pt x="6563617" y="865825"/>
                  </a:lnTo>
                  <a:lnTo>
                    <a:pt x="6564247" y="865825"/>
                  </a:lnTo>
                  <a:lnTo>
                    <a:pt x="6564373" y="865825"/>
                  </a:lnTo>
                  <a:lnTo>
                    <a:pt x="6565003" y="865825"/>
                  </a:lnTo>
                  <a:lnTo>
                    <a:pt x="6565130" y="865825"/>
                  </a:lnTo>
                  <a:lnTo>
                    <a:pt x="6565256" y="865825"/>
                  </a:lnTo>
                  <a:lnTo>
                    <a:pt x="6565634" y="865825"/>
                  </a:lnTo>
                  <a:lnTo>
                    <a:pt x="6566390" y="865825"/>
                  </a:lnTo>
                  <a:lnTo>
                    <a:pt x="6566517" y="865825"/>
                  </a:lnTo>
                  <a:lnTo>
                    <a:pt x="6566643" y="865825"/>
                  </a:lnTo>
                  <a:lnTo>
                    <a:pt x="6566769" y="865825"/>
                  </a:lnTo>
                  <a:lnTo>
                    <a:pt x="6567147" y="865825"/>
                  </a:lnTo>
                  <a:lnTo>
                    <a:pt x="6567273" y="865825"/>
                  </a:lnTo>
                  <a:lnTo>
                    <a:pt x="6567903" y="865825"/>
                  </a:lnTo>
                  <a:lnTo>
                    <a:pt x="6568408" y="865825"/>
                  </a:lnTo>
                  <a:lnTo>
                    <a:pt x="6568534" y="865825"/>
                  </a:lnTo>
                  <a:lnTo>
                    <a:pt x="6569038" y="865825"/>
                  </a:lnTo>
                  <a:lnTo>
                    <a:pt x="6569417" y="855266"/>
                  </a:lnTo>
                  <a:lnTo>
                    <a:pt x="6569543" y="855266"/>
                  </a:lnTo>
                  <a:lnTo>
                    <a:pt x="6570299" y="855266"/>
                  </a:lnTo>
                  <a:lnTo>
                    <a:pt x="6570677" y="855266"/>
                  </a:lnTo>
                  <a:lnTo>
                    <a:pt x="6570803" y="855266"/>
                  </a:lnTo>
                  <a:lnTo>
                    <a:pt x="6571938" y="855266"/>
                  </a:lnTo>
                  <a:lnTo>
                    <a:pt x="6572064" y="855266"/>
                  </a:lnTo>
                  <a:lnTo>
                    <a:pt x="6572190" y="855266"/>
                  </a:lnTo>
                  <a:lnTo>
                    <a:pt x="6572443" y="855266"/>
                  </a:lnTo>
                  <a:lnTo>
                    <a:pt x="6572947" y="855266"/>
                  </a:lnTo>
                  <a:lnTo>
                    <a:pt x="6573073" y="855266"/>
                  </a:lnTo>
                  <a:lnTo>
                    <a:pt x="6573325" y="855266"/>
                  </a:lnTo>
                  <a:lnTo>
                    <a:pt x="6573704" y="855266"/>
                  </a:lnTo>
                  <a:lnTo>
                    <a:pt x="6573830" y="855266"/>
                  </a:lnTo>
                  <a:lnTo>
                    <a:pt x="6574082" y="855266"/>
                  </a:lnTo>
                  <a:lnTo>
                    <a:pt x="6574208" y="855266"/>
                  </a:lnTo>
                  <a:lnTo>
                    <a:pt x="6574964" y="849986"/>
                  </a:lnTo>
                  <a:lnTo>
                    <a:pt x="6575595" y="849986"/>
                  </a:lnTo>
                  <a:lnTo>
                    <a:pt x="6576477" y="849986"/>
                  </a:lnTo>
                  <a:lnTo>
                    <a:pt x="6576604" y="849986"/>
                  </a:lnTo>
                  <a:lnTo>
                    <a:pt x="6576730" y="849986"/>
                  </a:lnTo>
                  <a:lnTo>
                    <a:pt x="6577108" y="844707"/>
                  </a:lnTo>
                  <a:lnTo>
                    <a:pt x="6577234" y="844707"/>
                  </a:lnTo>
                  <a:lnTo>
                    <a:pt x="6577738" y="844707"/>
                  </a:lnTo>
                  <a:lnTo>
                    <a:pt x="6577990" y="844707"/>
                  </a:lnTo>
                  <a:lnTo>
                    <a:pt x="6578117" y="844707"/>
                  </a:lnTo>
                  <a:lnTo>
                    <a:pt x="6578621" y="844707"/>
                  </a:lnTo>
                  <a:lnTo>
                    <a:pt x="6578873" y="844707"/>
                  </a:lnTo>
                  <a:lnTo>
                    <a:pt x="6579125" y="844707"/>
                  </a:lnTo>
                  <a:lnTo>
                    <a:pt x="6579882" y="844707"/>
                  </a:lnTo>
                  <a:lnTo>
                    <a:pt x="6580260" y="844707"/>
                  </a:lnTo>
                  <a:lnTo>
                    <a:pt x="6580512" y="844707"/>
                  </a:lnTo>
                  <a:lnTo>
                    <a:pt x="6580638" y="844707"/>
                  </a:lnTo>
                  <a:lnTo>
                    <a:pt x="6580764" y="844707"/>
                  </a:lnTo>
                  <a:lnTo>
                    <a:pt x="6580891" y="844707"/>
                  </a:lnTo>
                  <a:lnTo>
                    <a:pt x="6581017" y="844707"/>
                  </a:lnTo>
                  <a:lnTo>
                    <a:pt x="6581269" y="844707"/>
                  </a:lnTo>
                  <a:lnTo>
                    <a:pt x="6581521" y="844707"/>
                  </a:lnTo>
                  <a:lnTo>
                    <a:pt x="6582025" y="844707"/>
                  </a:lnTo>
                  <a:lnTo>
                    <a:pt x="6582151" y="839427"/>
                  </a:lnTo>
                  <a:lnTo>
                    <a:pt x="6582908" y="839427"/>
                  </a:lnTo>
                  <a:lnTo>
                    <a:pt x="6583412" y="839427"/>
                  </a:lnTo>
                  <a:lnTo>
                    <a:pt x="6583538" y="839427"/>
                  </a:lnTo>
                  <a:lnTo>
                    <a:pt x="6584295" y="839427"/>
                  </a:lnTo>
                  <a:lnTo>
                    <a:pt x="6584673" y="839427"/>
                  </a:lnTo>
                  <a:lnTo>
                    <a:pt x="6585051" y="839427"/>
                  </a:lnTo>
                  <a:lnTo>
                    <a:pt x="6585430" y="839427"/>
                  </a:lnTo>
                  <a:lnTo>
                    <a:pt x="6585556" y="839427"/>
                  </a:lnTo>
                  <a:lnTo>
                    <a:pt x="6585808" y="839427"/>
                  </a:lnTo>
                  <a:lnTo>
                    <a:pt x="6586312" y="839427"/>
                  </a:lnTo>
                  <a:lnTo>
                    <a:pt x="6586564" y="839427"/>
                  </a:lnTo>
                  <a:lnTo>
                    <a:pt x="6587069" y="839427"/>
                  </a:lnTo>
                  <a:lnTo>
                    <a:pt x="6587195" y="839427"/>
                  </a:lnTo>
                  <a:lnTo>
                    <a:pt x="6587825" y="839427"/>
                  </a:lnTo>
                  <a:lnTo>
                    <a:pt x="6588456" y="839427"/>
                  </a:lnTo>
                  <a:lnTo>
                    <a:pt x="6588582" y="839427"/>
                  </a:lnTo>
                  <a:lnTo>
                    <a:pt x="6588708" y="839427"/>
                  </a:lnTo>
                  <a:lnTo>
                    <a:pt x="6588834" y="839427"/>
                  </a:lnTo>
                  <a:lnTo>
                    <a:pt x="6588960" y="839427"/>
                  </a:lnTo>
                  <a:lnTo>
                    <a:pt x="6589086" y="839427"/>
                  </a:lnTo>
                  <a:lnTo>
                    <a:pt x="6589591" y="839427"/>
                  </a:lnTo>
                  <a:lnTo>
                    <a:pt x="6590473" y="839427"/>
                  </a:lnTo>
                  <a:lnTo>
                    <a:pt x="6590978" y="839427"/>
                  </a:lnTo>
                  <a:lnTo>
                    <a:pt x="6591230" y="839427"/>
                  </a:lnTo>
                  <a:lnTo>
                    <a:pt x="6591356" y="839427"/>
                  </a:lnTo>
                  <a:lnTo>
                    <a:pt x="6591734" y="839427"/>
                  </a:lnTo>
                  <a:lnTo>
                    <a:pt x="6593247" y="834148"/>
                  </a:lnTo>
                  <a:lnTo>
                    <a:pt x="6593373" y="834148"/>
                  </a:lnTo>
                  <a:lnTo>
                    <a:pt x="6593751" y="834148"/>
                  </a:lnTo>
                  <a:lnTo>
                    <a:pt x="6593878" y="834148"/>
                  </a:lnTo>
                  <a:lnTo>
                    <a:pt x="6594760" y="834148"/>
                  </a:lnTo>
                  <a:lnTo>
                    <a:pt x="6594886" y="834148"/>
                  </a:lnTo>
                  <a:lnTo>
                    <a:pt x="6595138" y="834148"/>
                  </a:lnTo>
                  <a:lnTo>
                    <a:pt x="6595391" y="834148"/>
                  </a:lnTo>
                  <a:lnTo>
                    <a:pt x="6595643" y="834148"/>
                  </a:lnTo>
                  <a:lnTo>
                    <a:pt x="6595895" y="834148"/>
                  </a:lnTo>
                  <a:lnTo>
                    <a:pt x="6596273" y="834148"/>
                  </a:lnTo>
                  <a:lnTo>
                    <a:pt x="6596651" y="834148"/>
                  </a:lnTo>
                  <a:lnTo>
                    <a:pt x="6596904" y="834148"/>
                  </a:lnTo>
                  <a:lnTo>
                    <a:pt x="6597156" y="828869"/>
                  </a:lnTo>
                  <a:lnTo>
                    <a:pt x="6597408" y="828869"/>
                  </a:lnTo>
                  <a:lnTo>
                    <a:pt x="6597534" y="828869"/>
                  </a:lnTo>
                  <a:lnTo>
                    <a:pt x="6597660" y="828869"/>
                  </a:lnTo>
                  <a:lnTo>
                    <a:pt x="6597786" y="828869"/>
                  </a:lnTo>
                  <a:lnTo>
                    <a:pt x="6598543" y="828869"/>
                  </a:lnTo>
                  <a:lnTo>
                    <a:pt x="6598669" y="828869"/>
                  </a:lnTo>
                  <a:lnTo>
                    <a:pt x="6598795" y="828869"/>
                  </a:lnTo>
                  <a:lnTo>
                    <a:pt x="6599678" y="828869"/>
                  </a:lnTo>
                  <a:lnTo>
                    <a:pt x="6599930" y="828869"/>
                  </a:lnTo>
                  <a:lnTo>
                    <a:pt x="6600308" y="828869"/>
                  </a:lnTo>
                  <a:lnTo>
                    <a:pt x="6600434" y="828869"/>
                  </a:lnTo>
                  <a:lnTo>
                    <a:pt x="6600560" y="828869"/>
                  </a:lnTo>
                  <a:lnTo>
                    <a:pt x="6600812" y="828869"/>
                  </a:lnTo>
                  <a:lnTo>
                    <a:pt x="6601821" y="828869"/>
                  </a:lnTo>
                  <a:lnTo>
                    <a:pt x="6601947" y="828869"/>
                  </a:lnTo>
                  <a:lnTo>
                    <a:pt x="6602199" y="828869"/>
                  </a:lnTo>
                  <a:lnTo>
                    <a:pt x="6602325" y="828869"/>
                  </a:lnTo>
                  <a:lnTo>
                    <a:pt x="6602578" y="828869"/>
                  </a:lnTo>
                  <a:lnTo>
                    <a:pt x="6603460" y="828869"/>
                  </a:lnTo>
                  <a:lnTo>
                    <a:pt x="6603586" y="828869"/>
                  </a:lnTo>
                  <a:lnTo>
                    <a:pt x="6603712" y="828869"/>
                  </a:lnTo>
                  <a:lnTo>
                    <a:pt x="6604343" y="828869"/>
                  </a:lnTo>
                  <a:lnTo>
                    <a:pt x="6605856" y="823589"/>
                  </a:lnTo>
                  <a:lnTo>
                    <a:pt x="6606108" y="823589"/>
                  </a:lnTo>
                  <a:lnTo>
                    <a:pt x="6606486" y="818310"/>
                  </a:lnTo>
                  <a:lnTo>
                    <a:pt x="6606612" y="818310"/>
                  </a:lnTo>
                  <a:lnTo>
                    <a:pt x="6606738" y="818310"/>
                  </a:lnTo>
                  <a:lnTo>
                    <a:pt x="6606865" y="818310"/>
                  </a:lnTo>
                  <a:lnTo>
                    <a:pt x="6606991" y="818310"/>
                  </a:lnTo>
                  <a:lnTo>
                    <a:pt x="6607243" y="813030"/>
                  </a:lnTo>
                  <a:lnTo>
                    <a:pt x="6607369" y="813030"/>
                  </a:lnTo>
                  <a:lnTo>
                    <a:pt x="6607495" y="813030"/>
                  </a:lnTo>
                  <a:lnTo>
                    <a:pt x="6607621" y="813030"/>
                  </a:lnTo>
                  <a:lnTo>
                    <a:pt x="6607747" y="813030"/>
                  </a:lnTo>
                  <a:lnTo>
                    <a:pt x="6607873" y="813030"/>
                  </a:lnTo>
                  <a:lnTo>
                    <a:pt x="6608125" y="813030"/>
                  </a:lnTo>
                  <a:lnTo>
                    <a:pt x="6608504" y="813030"/>
                  </a:lnTo>
                  <a:lnTo>
                    <a:pt x="6609008" y="813030"/>
                  </a:lnTo>
                  <a:lnTo>
                    <a:pt x="6609260" y="813030"/>
                  </a:lnTo>
                  <a:lnTo>
                    <a:pt x="6609638" y="813030"/>
                  </a:lnTo>
                  <a:lnTo>
                    <a:pt x="6610647" y="813030"/>
                  </a:lnTo>
                  <a:lnTo>
                    <a:pt x="6610773" y="813030"/>
                  </a:lnTo>
                  <a:lnTo>
                    <a:pt x="6611152" y="813030"/>
                  </a:lnTo>
                  <a:lnTo>
                    <a:pt x="6611782" y="813030"/>
                  </a:lnTo>
                  <a:lnTo>
                    <a:pt x="6612034" y="813030"/>
                  </a:lnTo>
                  <a:lnTo>
                    <a:pt x="6612160" y="813030"/>
                  </a:lnTo>
                  <a:lnTo>
                    <a:pt x="6612538" y="813030"/>
                  </a:lnTo>
                  <a:lnTo>
                    <a:pt x="6612791" y="813030"/>
                  </a:lnTo>
                  <a:lnTo>
                    <a:pt x="6613169" y="813030"/>
                  </a:lnTo>
                  <a:lnTo>
                    <a:pt x="6613421" y="813030"/>
                  </a:lnTo>
                  <a:lnTo>
                    <a:pt x="6613925" y="813030"/>
                  </a:lnTo>
                  <a:lnTo>
                    <a:pt x="6614052" y="813030"/>
                  </a:lnTo>
                  <a:lnTo>
                    <a:pt x="6615060" y="813030"/>
                  </a:lnTo>
                  <a:lnTo>
                    <a:pt x="6615439" y="813030"/>
                  </a:lnTo>
                  <a:lnTo>
                    <a:pt x="6615565" y="813030"/>
                  </a:lnTo>
                  <a:lnTo>
                    <a:pt x="6616573" y="813030"/>
                  </a:lnTo>
                  <a:lnTo>
                    <a:pt x="6617078" y="813030"/>
                  </a:lnTo>
                  <a:lnTo>
                    <a:pt x="6617204" y="813030"/>
                  </a:lnTo>
                  <a:lnTo>
                    <a:pt x="6617330" y="813030"/>
                  </a:lnTo>
                  <a:lnTo>
                    <a:pt x="6617582" y="813030"/>
                  </a:lnTo>
                  <a:lnTo>
                    <a:pt x="6618212" y="813030"/>
                  </a:lnTo>
                  <a:lnTo>
                    <a:pt x="6618339" y="813030"/>
                  </a:lnTo>
                  <a:lnTo>
                    <a:pt x="6618969" y="813030"/>
                  </a:lnTo>
                  <a:lnTo>
                    <a:pt x="6619095" y="813030"/>
                  </a:lnTo>
                  <a:lnTo>
                    <a:pt x="6619221" y="813030"/>
                  </a:lnTo>
                  <a:lnTo>
                    <a:pt x="6620230" y="813030"/>
                  </a:lnTo>
                  <a:lnTo>
                    <a:pt x="6620356" y="813030"/>
                  </a:lnTo>
                  <a:lnTo>
                    <a:pt x="6620734" y="813030"/>
                  </a:lnTo>
                  <a:lnTo>
                    <a:pt x="6620986" y="813030"/>
                  </a:lnTo>
                  <a:lnTo>
                    <a:pt x="6621112" y="813030"/>
                  </a:lnTo>
                  <a:lnTo>
                    <a:pt x="6621491" y="813030"/>
                  </a:lnTo>
                  <a:lnTo>
                    <a:pt x="6621617" y="813030"/>
                  </a:lnTo>
                  <a:lnTo>
                    <a:pt x="6621869" y="813030"/>
                  </a:lnTo>
                  <a:lnTo>
                    <a:pt x="6621995" y="813030"/>
                  </a:lnTo>
                  <a:lnTo>
                    <a:pt x="6622752" y="813030"/>
                  </a:lnTo>
                  <a:lnTo>
                    <a:pt x="6622878" y="813030"/>
                  </a:lnTo>
                  <a:lnTo>
                    <a:pt x="6623004" y="813030"/>
                  </a:lnTo>
                  <a:lnTo>
                    <a:pt x="6623634" y="813030"/>
                  </a:lnTo>
                  <a:lnTo>
                    <a:pt x="6623886" y="813030"/>
                  </a:lnTo>
                  <a:lnTo>
                    <a:pt x="6624012" y="813030"/>
                  </a:lnTo>
                  <a:lnTo>
                    <a:pt x="6624391" y="813030"/>
                  </a:lnTo>
                  <a:lnTo>
                    <a:pt x="6624517" y="813030"/>
                  </a:lnTo>
                  <a:lnTo>
                    <a:pt x="6624769" y="807751"/>
                  </a:lnTo>
                  <a:lnTo>
                    <a:pt x="6625021" y="807751"/>
                  </a:lnTo>
                  <a:lnTo>
                    <a:pt x="6625147" y="807751"/>
                  </a:lnTo>
                  <a:lnTo>
                    <a:pt x="6626156" y="807751"/>
                  </a:lnTo>
                  <a:lnTo>
                    <a:pt x="6626408" y="807751"/>
                  </a:lnTo>
                  <a:lnTo>
                    <a:pt x="6626534" y="807751"/>
                  </a:lnTo>
                  <a:lnTo>
                    <a:pt x="6627039" y="807751"/>
                  </a:lnTo>
                  <a:lnTo>
                    <a:pt x="6627165" y="807751"/>
                  </a:lnTo>
                  <a:lnTo>
                    <a:pt x="6627291" y="807751"/>
                  </a:lnTo>
                  <a:lnTo>
                    <a:pt x="6627921" y="807751"/>
                  </a:lnTo>
                  <a:lnTo>
                    <a:pt x="6628678" y="807751"/>
                  </a:lnTo>
                  <a:lnTo>
                    <a:pt x="6629434" y="807751"/>
                  </a:lnTo>
                  <a:lnTo>
                    <a:pt x="6630065" y="807751"/>
                  </a:lnTo>
                  <a:lnTo>
                    <a:pt x="6630191" y="807751"/>
                  </a:lnTo>
                  <a:lnTo>
                    <a:pt x="6630317" y="807751"/>
                  </a:lnTo>
                  <a:lnTo>
                    <a:pt x="6630443" y="807751"/>
                  </a:lnTo>
                  <a:lnTo>
                    <a:pt x="6630947" y="807751"/>
                  </a:lnTo>
                  <a:lnTo>
                    <a:pt x="6631073" y="807751"/>
                  </a:lnTo>
                  <a:lnTo>
                    <a:pt x="6631199" y="807751"/>
                  </a:lnTo>
                  <a:lnTo>
                    <a:pt x="6632082" y="807751"/>
                  </a:lnTo>
                  <a:lnTo>
                    <a:pt x="6632586" y="807751"/>
                  </a:lnTo>
                  <a:lnTo>
                    <a:pt x="6632713" y="807751"/>
                  </a:lnTo>
                  <a:lnTo>
                    <a:pt x="6633091" y="807751"/>
                  </a:lnTo>
                  <a:lnTo>
                    <a:pt x="6633343" y="807751"/>
                  </a:lnTo>
                  <a:lnTo>
                    <a:pt x="6633721" y="807751"/>
                  </a:lnTo>
                  <a:lnTo>
                    <a:pt x="6634099" y="807751"/>
                  </a:lnTo>
                  <a:lnTo>
                    <a:pt x="6634478" y="807751"/>
                  </a:lnTo>
                  <a:lnTo>
                    <a:pt x="6634604" y="807751"/>
                  </a:lnTo>
                  <a:lnTo>
                    <a:pt x="6634982" y="807751"/>
                  </a:lnTo>
                  <a:lnTo>
                    <a:pt x="6635234" y="807751"/>
                  </a:lnTo>
                  <a:lnTo>
                    <a:pt x="6635486" y="807751"/>
                  </a:lnTo>
                  <a:lnTo>
                    <a:pt x="6635613" y="807751"/>
                  </a:lnTo>
                  <a:lnTo>
                    <a:pt x="6635739" y="807751"/>
                  </a:lnTo>
                  <a:lnTo>
                    <a:pt x="6636243" y="807751"/>
                  </a:lnTo>
                  <a:lnTo>
                    <a:pt x="6636369" y="807751"/>
                  </a:lnTo>
                  <a:lnTo>
                    <a:pt x="6636495" y="807751"/>
                  </a:lnTo>
                  <a:lnTo>
                    <a:pt x="6637378" y="807751"/>
                  </a:lnTo>
                  <a:lnTo>
                    <a:pt x="6637630" y="807751"/>
                  </a:lnTo>
                  <a:lnTo>
                    <a:pt x="6637756" y="807751"/>
                  </a:lnTo>
                  <a:lnTo>
                    <a:pt x="6638260" y="807751"/>
                  </a:lnTo>
                  <a:lnTo>
                    <a:pt x="6638513" y="807751"/>
                  </a:lnTo>
                  <a:lnTo>
                    <a:pt x="6638765" y="807751"/>
                  </a:lnTo>
                  <a:lnTo>
                    <a:pt x="6638891" y="807751"/>
                  </a:lnTo>
                  <a:lnTo>
                    <a:pt x="6639773" y="807751"/>
                  </a:lnTo>
                  <a:lnTo>
                    <a:pt x="6640026" y="807751"/>
                  </a:lnTo>
                  <a:lnTo>
                    <a:pt x="6640404" y="807751"/>
                  </a:lnTo>
                  <a:lnTo>
                    <a:pt x="6640782" y="807751"/>
                  </a:lnTo>
                  <a:lnTo>
                    <a:pt x="6640908" y="807751"/>
                  </a:lnTo>
                  <a:lnTo>
                    <a:pt x="6641539" y="807751"/>
                  </a:lnTo>
                  <a:lnTo>
                    <a:pt x="6641791" y="807751"/>
                  </a:lnTo>
                  <a:lnTo>
                    <a:pt x="6642295" y="807751"/>
                  </a:lnTo>
                  <a:lnTo>
                    <a:pt x="6642800" y="802472"/>
                  </a:lnTo>
                  <a:lnTo>
                    <a:pt x="6642926" y="802472"/>
                  </a:lnTo>
                  <a:lnTo>
                    <a:pt x="6643178" y="802472"/>
                  </a:lnTo>
                  <a:lnTo>
                    <a:pt x="6643682" y="802472"/>
                  </a:lnTo>
                  <a:lnTo>
                    <a:pt x="6643808" y="802472"/>
                  </a:lnTo>
                  <a:lnTo>
                    <a:pt x="6644060" y="802472"/>
                  </a:lnTo>
                  <a:lnTo>
                    <a:pt x="6644313" y="802472"/>
                  </a:lnTo>
                  <a:lnTo>
                    <a:pt x="6644943" y="802472"/>
                  </a:lnTo>
                  <a:lnTo>
                    <a:pt x="6645069" y="802472"/>
                  </a:lnTo>
                  <a:lnTo>
                    <a:pt x="6645195" y="802472"/>
                  </a:lnTo>
                  <a:lnTo>
                    <a:pt x="6645573" y="802472"/>
                  </a:lnTo>
                  <a:lnTo>
                    <a:pt x="6645700" y="802472"/>
                  </a:lnTo>
                  <a:lnTo>
                    <a:pt x="6645826" y="802472"/>
                  </a:lnTo>
                  <a:lnTo>
                    <a:pt x="6645952" y="802472"/>
                  </a:lnTo>
                  <a:lnTo>
                    <a:pt x="6646456" y="802472"/>
                  </a:lnTo>
                  <a:lnTo>
                    <a:pt x="6646960" y="802472"/>
                  </a:lnTo>
                  <a:lnTo>
                    <a:pt x="6647213" y="802472"/>
                  </a:lnTo>
                  <a:lnTo>
                    <a:pt x="6647465" y="802472"/>
                  </a:lnTo>
                  <a:lnTo>
                    <a:pt x="6648473" y="802472"/>
                  </a:lnTo>
                  <a:lnTo>
                    <a:pt x="6648600" y="802472"/>
                  </a:lnTo>
                  <a:lnTo>
                    <a:pt x="6648978" y="802472"/>
                  </a:lnTo>
                  <a:lnTo>
                    <a:pt x="6649104" y="802472"/>
                  </a:lnTo>
                  <a:lnTo>
                    <a:pt x="6650113" y="802472"/>
                  </a:lnTo>
                  <a:lnTo>
                    <a:pt x="6650239" y="802472"/>
                  </a:lnTo>
                  <a:lnTo>
                    <a:pt x="6650365" y="802472"/>
                  </a:lnTo>
                  <a:lnTo>
                    <a:pt x="6650491" y="802472"/>
                  </a:lnTo>
                  <a:lnTo>
                    <a:pt x="6650617" y="802472"/>
                  </a:lnTo>
                  <a:lnTo>
                    <a:pt x="6650743" y="802472"/>
                  </a:lnTo>
                  <a:lnTo>
                    <a:pt x="6650869" y="802472"/>
                  </a:lnTo>
                  <a:lnTo>
                    <a:pt x="6651373" y="802472"/>
                  </a:lnTo>
                  <a:lnTo>
                    <a:pt x="6651500" y="802472"/>
                  </a:lnTo>
                  <a:lnTo>
                    <a:pt x="6651626" y="802472"/>
                  </a:lnTo>
                  <a:lnTo>
                    <a:pt x="6651752" y="802472"/>
                  </a:lnTo>
                  <a:lnTo>
                    <a:pt x="6651878" y="802472"/>
                  </a:lnTo>
                  <a:lnTo>
                    <a:pt x="6652256" y="802472"/>
                  </a:lnTo>
                  <a:lnTo>
                    <a:pt x="6652382" y="802472"/>
                  </a:lnTo>
                  <a:lnTo>
                    <a:pt x="6652887" y="802472"/>
                  </a:lnTo>
                  <a:lnTo>
                    <a:pt x="6653391" y="802472"/>
                  </a:lnTo>
                  <a:lnTo>
                    <a:pt x="6653643" y="802472"/>
                  </a:lnTo>
                  <a:lnTo>
                    <a:pt x="6653643" y="797192"/>
                  </a:lnTo>
                  <a:lnTo>
                    <a:pt x="6653769" y="797192"/>
                  </a:lnTo>
                  <a:lnTo>
                    <a:pt x="6654147" y="797192"/>
                  </a:lnTo>
                  <a:lnTo>
                    <a:pt x="6654273" y="797192"/>
                  </a:lnTo>
                  <a:lnTo>
                    <a:pt x="6654526" y="797192"/>
                  </a:lnTo>
                  <a:lnTo>
                    <a:pt x="6654904" y="797192"/>
                  </a:lnTo>
                  <a:lnTo>
                    <a:pt x="6655156" y="797192"/>
                  </a:lnTo>
                  <a:lnTo>
                    <a:pt x="6655282" y="797192"/>
                  </a:lnTo>
                  <a:lnTo>
                    <a:pt x="6655534" y="797192"/>
                  </a:lnTo>
                  <a:lnTo>
                    <a:pt x="6656669" y="797192"/>
                  </a:lnTo>
                  <a:lnTo>
                    <a:pt x="6656795" y="797192"/>
                  </a:lnTo>
                  <a:lnTo>
                    <a:pt x="6657174" y="797192"/>
                  </a:lnTo>
                  <a:lnTo>
                    <a:pt x="6657552" y="797192"/>
                  </a:lnTo>
                  <a:lnTo>
                    <a:pt x="6657804" y="797192"/>
                  </a:lnTo>
                  <a:lnTo>
                    <a:pt x="6657930" y="797192"/>
                  </a:lnTo>
                  <a:lnTo>
                    <a:pt x="6658434" y="797192"/>
                  </a:lnTo>
                  <a:lnTo>
                    <a:pt x="6658813" y="797192"/>
                  </a:lnTo>
                  <a:lnTo>
                    <a:pt x="6659065" y="797192"/>
                  </a:lnTo>
                  <a:lnTo>
                    <a:pt x="6659317" y="797192"/>
                  </a:lnTo>
                  <a:lnTo>
                    <a:pt x="6660074" y="797192"/>
                  </a:lnTo>
                  <a:lnTo>
                    <a:pt x="6660704" y="797192"/>
                  </a:lnTo>
                  <a:lnTo>
                    <a:pt x="6660830" y="797192"/>
                  </a:lnTo>
                  <a:lnTo>
                    <a:pt x="6660956" y="797192"/>
                  </a:lnTo>
                  <a:lnTo>
                    <a:pt x="6661460" y="797192"/>
                  </a:lnTo>
                  <a:lnTo>
                    <a:pt x="6661587" y="797192"/>
                  </a:lnTo>
                  <a:lnTo>
                    <a:pt x="6661713" y="797192"/>
                  </a:lnTo>
                  <a:lnTo>
                    <a:pt x="6661965" y="797192"/>
                  </a:lnTo>
                  <a:lnTo>
                    <a:pt x="6662217" y="797192"/>
                  </a:lnTo>
                  <a:lnTo>
                    <a:pt x="6662974" y="797192"/>
                  </a:lnTo>
                  <a:lnTo>
                    <a:pt x="6663100" y="797192"/>
                  </a:lnTo>
                  <a:lnTo>
                    <a:pt x="6663352" y="797192"/>
                  </a:lnTo>
                  <a:lnTo>
                    <a:pt x="6663478" y="791913"/>
                  </a:lnTo>
                  <a:lnTo>
                    <a:pt x="6663730" y="791913"/>
                  </a:lnTo>
                  <a:lnTo>
                    <a:pt x="6664108" y="791913"/>
                  </a:lnTo>
                  <a:lnTo>
                    <a:pt x="6664234" y="791913"/>
                  </a:lnTo>
                  <a:lnTo>
                    <a:pt x="6664487" y="791913"/>
                  </a:lnTo>
                  <a:lnTo>
                    <a:pt x="6664739" y="791913"/>
                  </a:lnTo>
                  <a:lnTo>
                    <a:pt x="6664865" y="791913"/>
                  </a:lnTo>
                  <a:lnTo>
                    <a:pt x="6665117" y="791913"/>
                  </a:lnTo>
                  <a:lnTo>
                    <a:pt x="6665495" y="791913"/>
                  </a:lnTo>
                  <a:lnTo>
                    <a:pt x="6669278" y="791913"/>
                  </a:lnTo>
                  <a:lnTo>
                    <a:pt x="6669404" y="791913"/>
                  </a:lnTo>
                  <a:lnTo>
                    <a:pt x="6669530" y="791913"/>
                  </a:lnTo>
                  <a:lnTo>
                    <a:pt x="6669656" y="791913"/>
                  </a:lnTo>
                  <a:lnTo>
                    <a:pt x="6669782" y="786633"/>
                  </a:lnTo>
                  <a:lnTo>
                    <a:pt x="6669908" y="786633"/>
                  </a:lnTo>
                  <a:lnTo>
                    <a:pt x="6670161" y="786633"/>
                  </a:lnTo>
                  <a:lnTo>
                    <a:pt x="6670665" y="786633"/>
                  </a:lnTo>
                  <a:lnTo>
                    <a:pt x="6670791" y="786633"/>
                  </a:lnTo>
                  <a:lnTo>
                    <a:pt x="6671043" y="786633"/>
                  </a:lnTo>
                  <a:lnTo>
                    <a:pt x="6671548" y="786633"/>
                  </a:lnTo>
                  <a:lnTo>
                    <a:pt x="6671926" y="786633"/>
                  </a:lnTo>
                  <a:lnTo>
                    <a:pt x="6672430" y="786633"/>
                  </a:lnTo>
                  <a:lnTo>
                    <a:pt x="6672556" y="786633"/>
                  </a:lnTo>
                  <a:lnTo>
                    <a:pt x="6672808" y="786633"/>
                  </a:lnTo>
                  <a:lnTo>
                    <a:pt x="6673187" y="786633"/>
                  </a:lnTo>
                  <a:lnTo>
                    <a:pt x="6673565" y="786633"/>
                  </a:lnTo>
                  <a:lnTo>
                    <a:pt x="6673691" y="786633"/>
                  </a:lnTo>
                  <a:lnTo>
                    <a:pt x="6673943" y="786633"/>
                  </a:lnTo>
                  <a:lnTo>
                    <a:pt x="6674826" y="786633"/>
                  </a:lnTo>
                  <a:lnTo>
                    <a:pt x="6675204" y="786633"/>
                  </a:lnTo>
                  <a:lnTo>
                    <a:pt x="6675330" y="786633"/>
                  </a:lnTo>
                  <a:lnTo>
                    <a:pt x="6675708" y="786633"/>
                  </a:lnTo>
                  <a:lnTo>
                    <a:pt x="6677095" y="786633"/>
                  </a:lnTo>
                  <a:lnTo>
                    <a:pt x="6677221" y="786633"/>
                  </a:lnTo>
                  <a:lnTo>
                    <a:pt x="6677474" y="786633"/>
                  </a:lnTo>
                  <a:lnTo>
                    <a:pt x="6677852" y="786633"/>
                  </a:lnTo>
                  <a:lnTo>
                    <a:pt x="6677978" y="786633"/>
                  </a:lnTo>
                  <a:lnTo>
                    <a:pt x="6678104" y="786633"/>
                  </a:lnTo>
                  <a:lnTo>
                    <a:pt x="6678230" y="786633"/>
                  </a:lnTo>
                  <a:lnTo>
                    <a:pt x="6679365" y="786633"/>
                  </a:lnTo>
                  <a:lnTo>
                    <a:pt x="6679491" y="786633"/>
                  </a:lnTo>
                  <a:lnTo>
                    <a:pt x="6679743" y="786633"/>
                  </a:lnTo>
                  <a:lnTo>
                    <a:pt x="6679869" y="786633"/>
                  </a:lnTo>
                  <a:lnTo>
                    <a:pt x="6680121" y="786633"/>
                  </a:lnTo>
                  <a:lnTo>
                    <a:pt x="6680248" y="786633"/>
                  </a:lnTo>
                  <a:lnTo>
                    <a:pt x="6680500" y="786633"/>
                  </a:lnTo>
                  <a:lnTo>
                    <a:pt x="6681256" y="781354"/>
                  </a:lnTo>
                  <a:lnTo>
                    <a:pt x="6681382" y="781354"/>
                  </a:lnTo>
                  <a:lnTo>
                    <a:pt x="6681761" y="781354"/>
                  </a:lnTo>
                  <a:lnTo>
                    <a:pt x="6682139" y="781354"/>
                  </a:lnTo>
                  <a:lnTo>
                    <a:pt x="6682391" y="781354"/>
                  </a:lnTo>
                  <a:lnTo>
                    <a:pt x="6682517" y="781354"/>
                  </a:lnTo>
                  <a:lnTo>
                    <a:pt x="6682769" y="781354"/>
                  </a:lnTo>
                  <a:lnTo>
                    <a:pt x="6682895" y="781354"/>
                  </a:lnTo>
                  <a:lnTo>
                    <a:pt x="6683148" y="781354"/>
                  </a:lnTo>
                  <a:lnTo>
                    <a:pt x="6683274" y="781354"/>
                  </a:lnTo>
                  <a:lnTo>
                    <a:pt x="6683652" y="781354"/>
                  </a:lnTo>
                  <a:lnTo>
                    <a:pt x="6683778" y="781354"/>
                  </a:lnTo>
                  <a:lnTo>
                    <a:pt x="6684661" y="781354"/>
                  </a:lnTo>
                  <a:lnTo>
                    <a:pt x="6684787" y="781354"/>
                  </a:lnTo>
                  <a:lnTo>
                    <a:pt x="6684913" y="781354"/>
                  </a:lnTo>
                  <a:lnTo>
                    <a:pt x="6685417" y="781354"/>
                  </a:lnTo>
                  <a:lnTo>
                    <a:pt x="6685669" y="781354"/>
                  </a:lnTo>
                  <a:lnTo>
                    <a:pt x="6685795" y="776074"/>
                  </a:lnTo>
                  <a:lnTo>
                    <a:pt x="6686048" y="776074"/>
                  </a:lnTo>
                  <a:lnTo>
                    <a:pt x="6686552" y="776074"/>
                  </a:lnTo>
                  <a:lnTo>
                    <a:pt x="6686678" y="776074"/>
                  </a:lnTo>
                  <a:lnTo>
                    <a:pt x="6687182" y="776074"/>
                  </a:lnTo>
                  <a:lnTo>
                    <a:pt x="6687435" y="776074"/>
                  </a:lnTo>
                  <a:lnTo>
                    <a:pt x="6688822" y="776074"/>
                  </a:lnTo>
                  <a:lnTo>
                    <a:pt x="6688948" y="776074"/>
                  </a:lnTo>
                  <a:lnTo>
                    <a:pt x="6689074" y="776074"/>
                  </a:lnTo>
                  <a:lnTo>
                    <a:pt x="6689200" y="776074"/>
                  </a:lnTo>
                  <a:lnTo>
                    <a:pt x="6689704" y="776074"/>
                  </a:lnTo>
                  <a:lnTo>
                    <a:pt x="6690461" y="776074"/>
                  </a:lnTo>
                  <a:lnTo>
                    <a:pt x="6691091" y="776074"/>
                  </a:lnTo>
                  <a:lnTo>
                    <a:pt x="6691217" y="776074"/>
                  </a:lnTo>
                  <a:lnTo>
                    <a:pt x="6691595" y="776074"/>
                  </a:lnTo>
                  <a:lnTo>
                    <a:pt x="6691848" y="776074"/>
                  </a:lnTo>
                  <a:lnTo>
                    <a:pt x="6692352" y="776074"/>
                  </a:lnTo>
                  <a:lnTo>
                    <a:pt x="6692730" y="776074"/>
                  </a:lnTo>
                  <a:lnTo>
                    <a:pt x="6693361" y="770795"/>
                  </a:lnTo>
                  <a:lnTo>
                    <a:pt x="6693865" y="770795"/>
                  </a:lnTo>
                  <a:lnTo>
                    <a:pt x="6693991" y="770795"/>
                  </a:lnTo>
                  <a:lnTo>
                    <a:pt x="6694369" y="770795"/>
                  </a:lnTo>
                  <a:lnTo>
                    <a:pt x="6694495" y="770795"/>
                  </a:lnTo>
                  <a:lnTo>
                    <a:pt x="6694622" y="770795"/>
                  </a:lnTo>
                  <a:lnTo>
                    <a:pt x="6695000" y="770795"/>
                  </a:lnTo>
                  <a:lnTo>
                    <a:pt x="6695882" y="770795"/>
                  </a:lnTo>
                  <a:lnTo>
                    <a:pt x="6696261" y="770795"/>
                  </a:lnTo>
                  <a:lnTo>
                    <a:pt x="6696513" y="770795"/>
                  </a:lnTo>
                  <a:lnTo>
                    <a:pt x="6696639" y="770795"/>
                  </a:lnTo>
                  <a:lnTo>
                    <a:pt x="6697143" y="765516"/>
                  </a:lnTo>
                  <a:lnTo>
                    <a:pt x="6697522" y="765516"/>
                  </a:lnTo>
                  <a:lnTo>
                    <a:pt x="6698152" y="765516"/>
                  </a:lnTo>
                  <a:lnTo>
                    <a:pt x="6698278" y="765516"/>
                  </a:lnTo>
                  <a:lnTo>
                    <a:pt x="6698530" y="765516"/>
                  </a:lnTo>
                  <a:lnTo>
                    <a:pt x="6698656" y="765516"/>
                  </a:lnTo>
                  <a:lnTo>
                    <a:pt x="6699161" y="765516"/>
                  </a:lnTo>
                  <a:lnTo>
                    <a:pt x="6699287" y="765516"/>
                  </a:lnTo>
                  <a:lnTo>
                    <a:pt x="6699413" y="765516"/>
                  </a:lnTo>
                  <a:lnTo>
                    <a:pt x="6699665" y="765516"/>
                  </a:lnTo>
                  <a:lnTo>
                    <a:pt x="6700548" y="765516"/>
                  </a:lnTo>
                  <a:lnTo>
                    <a:pt x="6700674" y="765516"/>
                  </a:lnTo>
                  <a:lnTo>
                    <a:pt x="6701304" y="765516"/>
                  </a:lnTo>
                  <a:lnTo>
                    <a:pt x="6701556" y="765516"/>
                  </a:lnTo>
                  <a:lnTo>
                    <a:pt x="6701682" y="765516"/>
                  </a:lnTo>
                  <a:lnTo>
                    <a:pt x="6701935" y="765516"/>
                  </a:lnTo>
                  <a:lnTo>
                    <a:pt x="6702061" y="765516"/>
                  </a:lnTo>
                  <a:lnTo>
                    <a:pt x="6702565" y="765516"/>
                  </a:lnTo>
                  <a:lnTo>
                    <a:pt x="6703322" y="765516"/>
                  </a:lnTo>
                  <a:lnTo>
                    <a:pt x="6703574" y="765516"/>
                  </a:lnTo>
                  <a:lnTo>
                    <a:pt x="6705465" y="765516"/>
                  </a:lnTo>
                  <a:lnTo>
                    <a:pt x="6705969" y="765516"/>
                  </a:lnTo>
                  <a:lnTo>
                    <a:pt x="6706852" y="765516"/>
                  </a:lnTo>
                  <a:lnTo>
                    <a:pt x="6707104" y="765516"/>
                  </a:lnTo>
                  <a:lnTo>
                    <a:pt x="6707356" y="765516"/>
                  </a:lnTo>
                  <a:lnTo>
                    <a:pt x="6707609" y="765516"/>
                  </a:lnTo>
                  <a:lnTo>
                    <a:pt x="6707735" y="765516"/>
                  </a:lnTo>
                  <a:lnTo>
                    <a:pt x="6707861" y="765516"/>
                  </a:lnTo>
                  <a:lnTo>
                    <a:pt x="6708239" y="765516"/>
                  </a:lnTo>
                  <a:lnTo>
                    <a:pt x="6708365" y="765516"/>
                  </a:lnTo>
                  <a:lnTo>
                    <a:pt x="6708743" y="765516"/>
                  </a:lnTo>
                  <a:lnTo>
                    <a:pt x="6709500" y="765516"/>
                  </a:lnTo>
                  <a:lnTo>
                    <a:pt x="6710004" y="765516"/>
                  </a:lnTo>
                  <a:lnTo>
                    <a:pt x="6710130" y="765516"/>
                  </a:lnTo>
                  <a:lnTo>
                    <a:pt x="6710382" y="765516"/>
                  </a:lnTo>
                  <a:lnTo>
                    <a:pt x="6711013" y="765516"/>
                  </a:lnTo>
                  <a:lnTo>
                    <a:pt x="6711643" y="765516"/>
                  </a:lnTo>
                  <a:lnTo>
                    <a:pt x="6712904" y="765516"/>
                  </a:lnTo>
                  <a:lnTo>
                    <a:pt x="6713030" y="765516"/>
                  </a:lnTo>
                  <a:lnTo>
                    <a:pt x="6713156" y="765516"/>
                  </a:lnTo>
                  <a:lnTo>
                    <a:pt x="6713283" y="765516"/>
                  </a:lnTo>
                  <a:lnTo>
                    <a:pt x="6714165" y="765516"/>
                  </a:lnTo>
                  <a:lnTo>
                    <a:pt x="6714417" y="765516"/>
                  </a:lnTo>
                  <a:lnTo>
                    <a:pt x="6715048" y="765516"/>
                  </a:lnTo>
                  <a:lnTo>
                    <a:pt x="6715174" y="765516"/>
                  </a:lnTo>
                  <a:lnTo>
                    <a:pt x="6715426" y="765516"/>
                  </a:lnTo>
                  <a:lnTo>
                    <a:pt x="6716183" y="765516"/>
                  </a:lnTo>
                  <a:lnTo>
                    <a:pt x="6716309" y="765516"/>
                  </a:lnTo>
                  <a:lnTo>
                    <a:pt x="6716561" y="765516"/>
                  </a:lnTo>
                  <a:lnTo>
                    <a:pt x="6717191" y="765516"/>
                  </a:lnTo>
                  <a:lnTo>
                    <a:pt x="6717696" y="765516"/>
                  </a:lnTo>
                  <a:lnTo>
                    <a:pt x="6717822" y="765516"/>
                  </a:lnTo>
                  <a:lnTo>
                    <a:pt x="6718452" y="765516"/>
                  </a:lnTo>
                  <a:lnTo>
                    <a:pt x="6718956" y="765516"/>
                  </a:lnTo>
                  <a:lnTo>
                    <a:pt x="6719461" y="765516"/>
                  </a:lnTo>
                  <a:lnTo>
                    <a:pt x="6719587" y="765516"/>
                  </a:lnTo>
                  <a:lnTo>
                    <a:pt x="6719713" y="765516"/>
                  </a:lnTo>
                  <a:lnTo>
                    <a:pt x="6720091" y="765516"/>
                  </a:lnTo>
                  <a:lnTo>
                    <a:pt x="6720343" y="765516"/>
                  </a:lnTo>
                  <a:lnTo>
                    <a:pt x="6720596" y="765516"/>
                  </a:lnTo>
                  <a:lnTo>
                    <a:pt x="6720848" y="765516"/>
                  </a:lnTo>
                  <a:lnTo>
                    <a:pt x="6720974" y="765516"/>
                  </a:lnTo>
                  <a:lnTo>
                    <a:pt x="6721983" y="765516"/>
                  </a:lnTo>
                  <a:lnTo>
                    <a:pt x="6722487" y="765516"/>
                  </a:lnTo>
                  <a:lnTo>
                    <a:pt x="6722613" y="765516"/>
                  </a:lnTo>
                  <a:lnTo>
                    <a:pt x="6722991" y="765516"/>
                  </a:lnTo>
                  <a:lnTo>
                    <a:pt x="6723370" y="765516"/>
                  </a:lnTo>
                  <a:lnTo>
                    <a:pt x="6723496" y="765516"/>
                  </a:lnTo>
                  <a:lnTo>
                    <a:pt x="6723622" y="765516"/>
                  </a:lnTo>
                  <a:lnTo>
                    <a:pt x="6723748" y="765516"/>
                  </a:lnTo>
                  <a:lnTo>
                    <a:pt x="6724126" y="760236"/>
                  </a:lnTo>
                  <a:lnTo>
                    <a:pt x="6724252" y="760236"/>
                  </a:lnTo>
                  <a:lnTo>
                    <a:pt x="6724378" y="760236"/>
                  </a:lnTo>
                  <a:lnTo>
                    <a:pt x="6724883" y="760236"/>
                  </a:lnTo>
                  <a:lnTo>
                    <a:pt x="6725387" y="760236"/>
                  </a:lnTo>
                  <a:lnTo>
                    <a:pt x="6725639" y="760236"/>
                  </a:lnTo>
                  <a:lnTo>
                    <a:pt x="6726017" y="760236"/>
                  </a:lnTo>
                  <a:lnTo>
                    <a:pt x="6726396" y="760236"/>
                  </a:lnTo>
                  <a:lnTo>
                    <a:pt x="6726522" y="760236"/>
                  </a:lnTo>
                  <a:lnTo>
                    <a:pt x="6727026" y="760236"/>
                  </a:lnTo>
                  <a:lnTo>
                    <a:pt x="6727152" y="760236"/>
                  </a:lnTo>
                  <a:lnTo>
                    <a:pt x="6727404" y="760236"/>
                  </a:lnTo>
                  <a:lnTo>
                    <a:pt x="6727530" y="760236"/>
                  </a:lnTo>
                  <a:lnTo>
                    <a:pt x="6727783" y="760236"/>
                  </a:lnTo>
                  <a:lnTo>
                    <a:pt x="6728917" y="760236"/>
                  </a:lnTo>
                  <a:lnTo>
                    <a:pt x="6729043" y="760236"/>
                  </a:lnTo>
                  <a:lnTo>
                    <a:pt x="6729170" y="760236"/>
                  </a:lnTo>
                  <a:lnTo>
                    <a:pt x="6729674" y="760236"/>
                  </a:lnTo>
                  <a:lnTo>
                    <a:pt x="6730178" y="754957"/>
                  </a:lnTo>
                  <a:lnTo>
                    <a:pt x="6730304" y="754957"/>
                  </a:lnTo>
                  <a:lnTo>
                    <a:pt x="6730683" y="754957"/>
                  </a:lnTo>
                  <a:lnTo>
                    <a:pt x="6730809" y="754957"/>
                  </a:lnTo>
                  <a:lnTo>
                    <a:pt x="6731943" y="754957"/>
                  </a:lnTo>
                  <a:lnTo>
                    <a:pt x="6732322" y="754957"/>
                  </a:lnTo>
                  <a:lnTo>
                    <a:pt x="6732448" y="754957"/>
                  </a:lnTo>
                  <a:lnTo>
                    <a:pt x="6732574" y="754957"/>
                  </a:lnTo>
                  <a:lnTo>
                    <a:pt x="6733204" y="754957"/>
                  </a:lnTo>
                  <a:lnTo>
                    <a:pt x="6733457" y="754957"/>
                  </a:lnTo>
                  <a:lnTo>
                    <a:pt x="6733709" y="754957"/>
                  </a:lnTo>
                  <a:lnTo>
                    <a:pt x="6733961" y="754957"/>
                  </a:lnTo>
                  <a:lnTo>
                    <a:pt x="6734087" y="754957"/>
                  </a:lnTo>
                  <a:lnTo>
                    <a:pt x="6734213" y="754957"/>
                  </a:lnTo>
                  <a:lnTo>
                    <a:pt x="6734465" y="749677"/>
                  </a:lnTo>
                  <a:lnTo>
                    <a:pt x="6734717" y="749677"/>
                  </a:lnTo>
                  <a:lnTo>
                    <a:pt x="6734843" y="749677"/>
                  </a:lnTo>
                  <a:lnTo>
                    <a:pt x="6735222" y="749677"/>
                  </a:lnTo>
                  <a:lnTo>
                    <a:pt x="6735348" y="749677"/>
                  </a:lnTo>
                  <a:lnTo>
                    <a:pt x="6735474" y="749677"/>
                  </a:lnTo>
                  <a:lnTo>
                    <a:pt x="6735978" y="749677"/>
                  </a:lnTo>
                  <a:lnTo>
                    <a:pt x="6736230" y="749677"/>
                  </a:lnTo>
                  <a:lnTo>
                    <a:pt x="6736230" y="744398"/>
                  </a:lnTo>
                  <a:lnTo>
                    <a:pt x="6736735" y="744398"/>
                  </a:lnTo>
                  <a:lnTo>
                    <a:pt x="6736861" y="744398"/>
                  </a:lnTo>
                  <a:lnTo>
                    <a:pt x="6736987" y="744398"/>
                  </a:lnTo>
                  <a:lnTo>
                    <a:pt x="6736987" y="739118"/>
                  </a:lnTo>
                  <a:lnTo>
                    <a:pt x="6737365" y="739118"/>
                  </a:lnTo>
                  <a:lnTo>
                    <a:pt x="6738752" y="739118"/>
                  </a:lnTo>
                  <a:lnTo>
                    <a:pt x="6738878" y="739118"/>
                  </a:lnTo>
                  <a:lnTo>
                    <a:pt x="6739004" y="739118"/>
                  </a:lnTo>
                  <a:lnTo>
                    <a:pt x="6739257" y="739118"/>
                  </a:lnTo>
                  <a:lnTo>
                    <a:pt x="6739383" y="739118"/>
                  </a:lnTo>
                  <a:lnTo>
                    <a:pt x="6739635" y="739118"/>
                  </a:lnTo>
                  <a:lnTo>
                    <a:pt x="6739887" y="739118"/>
                  </a:lnTo>
                  <a:lnTo>
                    <a:pt x="6740517" y="739118"/>
                  </a:lnTo>
                  <a:lnTo>
                    <a:pt x="6741526" y="739118"/>
                  </a:lnTo>
                  <a:lnTo>
                    <a:pt x="6741904" y="739118"/>
                  </a:lnTo>
                  <a:lnTo>
                    <a:pt x="6742030" y="739118"/>
                  </a:lnTo>
                  <a:lnTo>
                    <a:pt x="6742283" y="739118"/>
                  </a:lnTo>
                  <a:lnTo>
                    <a:pt x="6742409" y="739118"/>
                  </a:lnTo>
                  <a:lnTo>
                    <a:pt x="6742535" y="739118"/>
                  </a:lnTo>
                  <a:lnTo>
                    <a:pt x="6743544" y="739118"/>
                  </a:lnTo>
                  <a:lnTo>
                    <a:pt x="6743670" y="739118"/>
                  </a:lnTo>
                  <a:lnTo>
                    <a:pt x="6744174" y="739118"/>
                  </a:lnTo>
                  <a:lnTo>
                    <a:pt x="6744300" y="739118"/>
                  </a:lnTo>
                  <a:lnTo>
                    <a:pt x="6744552" y="739118"/>
                  </a:lnTo>
                  <a:lnTo>
                    <a:pt x="6744678" y="739118"/>
                  </a:lnTo>
                  <a:lnTo>
                    <a:pt x="6744804" y="739118"/>
                  </a:lnTo>
                  <a:lnTo>
                    <a:pt x="6744930" y="739118"/>
                  </a:lnTo>
                  <a:lnTo>
                    <a:pt x="6745435" y="739118"/>
                  </a:lnTo>
                  <a:lnTo>
                    <a:pt x="6745687" y="739118"/>
                  </a:lnTo>
                  <a:lnTo>
                    <a:pt x="6746065" y="739118"/>
                  </a:lnTo>
                  <a:lnTo>
                    <a:pt x="6746317" y="739118"/>
                  </a:lnTo>
                  <a:lnTo>
                    <a:pt x="6746696" y="739118"/>
                  </a:lnTo>
                  <a:lnTo>
                    <a:pt x="6747578" y="739118"/>
                  </a:lnTo>
                  <a:lnTo>
                    <a:pt x="6747704" y="739118"/>
                  </a:lnTo>
                  <a:lnTo>
                    <a:pt x="6747831" y="739118"/>
                  </a:lnTo>
                  <a:lnTo>
                    <a:pt x="6747957" y="739118"/>
                  </a:lnTo>
                  <a:lnTo>
                    <a:pt x="6748335" y="739118"/>
                  </a:lnTo>
                  <a:lnTo>
                    <a:pt x="6748587" y="739118"/>
                  </a:lnTo>
                  <a:lnTo>
                    <a:pt x="6749596" y="739118"/>
                  </a:lnTo>
                  <a:lnTo>
                    <a:pt x="6750352" y="739118"/>
                  </a:lnTo>
                  <a:lnTo>
                    <a:pt x="6750478" y="739118"/>
                  </a:lnTo>
                  <a:lnTo>
                    <a:pt x="6750983" y="739118"/>
                  </a:lnTo>
                  <a:lnTo>
                    <a:pt x="6751109" y="739118"/>
                  </a:lnTo>
                  <a:lnTo>
                    <a:pt x="6751361" y="739118"/>
                  </a:lnTo>
                  <a:lnTo>
                    <a:pt x="6752496" y="739118"/>
                  </a:lnTo>
                  <a:lnTo>
                    <a:pt x="6752622" y="739118"/>
                  </a:lnTo>
                  <a:lnTo>
                    <a:pt x="6752874" y="739118"/>
                  </a:lnTo>
                  <a:lnTo>
                    <a:pt x="6753126" y="739118"/>
                  </a:lnTo>
                  <a:lnTo>
                    <a:pt x="6753757" y="739118"/>
                  </a:lnTo>
                  <a:lnTo>
                    <a:pt x="6753883" y="739118"/>
                  </a:lnTo>
                  <a:lnTo>
                    <a:pt x="6754135" y="739118"/>
                  </a:lnTo>
                  <a:lnTo>
                    <a:pt x="6754513" y="739118"/>
                  </a:lnTo>
                  <a:lnTo>
                    <a:pt x="6754765" y="739118"/>
                  </a:lnTo>
                  <a:lnTo>
                    <a:pt x="6755144" y="739118"/>
                  </a:lnTo>
                  <a:lnTo>
                    <a:pt x="6755396" y="739118"/>
                  </a:lnTo>
                  <a:lnTo>
                    <a:pt x="6756152" y="739118"/>
                  </a:lnTo>
                  <a:lnTo>
                    <a:pt x="6756657" y="739118"/>
                  </a:lnTo>
                  <a:lnTo>
                    <a:pt x="6756909" y="739118"/>
                  </a:lnTo>
                  <a:lnTo>
                    <a:pt x="6757665" y="739118"/>
                  </a:lnTo>
                  <a:lnTo>
                    <a:pt x="6757791" y="739118"/>
                  </a:lnTo>
                  <a:lnTo>
                    <a:pt x="6758044" y="739118"/>
                  </a:lnTo>
                  <a:lnTo>
                    <a:pt x="6758674" y="739118"/>
                  </a:lnTo>
                  <a:lnTo>
                    <a:pt x="6758800" y="739118"/>
                  </a:lnTo>
                  <a:lnTo>
                    <a:pt x="6759431" y="739118"/>
                  </a:lnTo>
                  <a:lnTo>
                    <a:pt x="6759935" y="739118"/>
                  </a:lnTo>
                  <a:lnTo>
                    <a:pt x="6760313" y="739118"/>
                  </a:lnTo>
                  <a:lnTo>
                    <a:pt x="6760565" y="739118"/>
                  </a:lnTo>
                  <a:lnTo>
                    <a:pt x="6761826" y="739118"/>
                  </a:lnTo>
                  <a:lnTo>
                    <a:pt x="6762457" y="739118"/>
                  </a:lnTo>
                  <a:lnTo>
                    <a:pt x="6763087" y="739118"/>
                  </a:lnTo>
                  <a:lnTo>
                    <a:pt x="6763339" y="739118"/>
                  </a:lnTo>
                  <a:lnTo>
                    <a:pt x="6764222" y="739118"/>
                  </a:lnTo>
                  <a:lnTo>
                    <a:pt x="6764474" y="739118"/>
                  </a:lnTo>
                  <a:lnTo>
                    <a:pt x="6764852" y="739118"/>
                  </a:lnTo>
                  <a:lnTo>
                    <a:pt x="6764978" y="739118"/>
                  </a:lnTo>
                  <a:lnTo>
                    <a:pt x="6765483" y="739118"/>
                  </a:lnTo>
                  <a:lnTo>
                    <a:pt x="6765609" y="739118"/>
                  </a:lnTo>
                  <a:lnTo>
                    <a:pt x="6765735" y="739118"/>
                  </a:lnTo>
                  <a:lnTo>
                    <a:pt x="6766113" y="739118"/>
                  </a:lnTo>
                  <a:lnTo>
                    <a:pt x="6766618" y="739118"/>
                  </a:lnTo>
                  <a:lnTo>
                    <a:pt x="6767248" y="739118"/>
                  </a:lnTo>
                  <a:lnTo>
                    <a:pt x="6767752" y="739118"/>
                  </a:lnTo>
                  <a:lnTo>
                    <a:pt x="6768005" y="739118"/>
                  </a:lnTo>
                  <a:lnTo>
                    <a:pt x="6768761" y="739118"/>
                  </a:lnTo>
                  <a:lnTo>
                    <a:pt x="6768887" y="739118"/>
                  </a:lnTo>
                  <a:lnTo>
                    <a:pt x="6769013" y="739118"/>
                  </a:lnTo>
                  <a:lnTo>
                    <a:pt x="6769391" y="739118"/>
                  </a:lnTo>
                  <a:lnTo>
                    <a:pt x="6769896" y="739118"/>
                  </a:lnTo>
                  <a:lnTo>
                    <a:pt x="6770022" y="739118"/>
                  </a:lnTo>
                  <a:lnTo>
                    <a:pt x="6770148" y="739118"/>
                  </a:lnTo>
                  <a:lnTo>
                    <a:pt x="6770905" y="739118"/>
                  </a:lnTo>
                  <a:lnTo>
                    <a:pt x="6771031" y="739118"/>
                  </a:lnTo>
                  <a:lnTo>
                    <a:pt x="6773805" y="739118"/>
                  </a:lnTo>
                  <a:lnTo>
                    <a:pt x="6773931" y="739118"/>
                  </a:lnTo>
                  <a:lnTo>
                    <a:pt x="6774687" y="739118"/>
                  </a:lnTo>
                  <a:lnTo>
                    <a:pt x="6774813" y="739118"/>
                  </a:lnTo>
                  <a:lnTo>
                    <a:pt x="6775065" y="739118"/>
                  </a:lnTo>
                  <a:lnTo>
                    <a:pt x="6775822" y="739118"/>
                  </a:lnTo>
                  <a:lnTo>
                    <a:pt x="6775948" y="739118"/>
                  </a:lnTo>
                  <a:lnTo>
                    <a:pt x="6776200" y="739118"/>
                  </a:lnTo>
                  <a:lnTo>
                    <a:pt x="6776452" y="739118"/>
                  </a:lnTo>
                  <a:lnTo>
                    <a:pt x="6776957" y="739118"/>
                  </a:lnTo>
                  <a:lnTo>
                    <a:pt x="6777209" y="739118"/>
                  </a:lnTo>
                  <a:lnTo>
                    <a:pt x="6777461" y="739118"/>
                  </a:lnTo>
                  <a:lnTo>
                    <a:pt x="6777713" y="739118"/>
                  </a:lnTo>
                  <a:lnTo>
                    <a:pt x="6777839" y="739118"/>
                  </a:lnTo>
                  <a:lnTo>
                    <a:pt x="6778218" y="739118"/>
                  </a:lnTo>
                  <a:lnTo>
                    <a:pt x="6778344" y="739118"/>
                  </a:lnTo>
                  <a:lnTo>
                    <a:pt x="6778470" y="739118"/>
                  </a:lnTo>
                  <a:lnTo>
                    <a:pt x="6778974" y="739118"/>
                  </a:lnTo>
                  <a:lnTo>
                    <a:pt x="6779226" y="739118"/>
                  </a:lnTo>
                  <a:lnTo>
                    <a:pt x="6779226" y="733839"/>
                  </a:lnTo>
                  <a:lnTo>
                    <a:pt x="6779479" y="733839"/>
                  </a:lnTo>
                  <a:lnTo>
                    <a:pt x="6779605" y="733839"/>
                  </a:lnTo>
                  <a:lnTo>
                    <a:pt x="6779857" y="733839"/>
                  </a:lnTo>
                  <a:lnTo>
                    <a:pt x="6779983" y="733839"/>
                  </a:lnTo>
                  <a:lnTo>
                    <a:pt x="6780235" y="733839"/>
                  </a:lnTo>
                  <a:lnTo>
                    <a:pt x="6781370" y="733839"/>
                  </a:lnTo>
                  <a:lnTo>
                    <a:pt x="6782757" y="733839"/>
                  </a:lnTo>
                  <a:lnTo>
                    <a:pt x="6782883" y="733839"/>
                  </a:lnTo>
                  <a:lnTo>
                    <a:pt x="6783261" y="733839"/>
                  </a:lnTo>
                  <a:lnTo>
                    <a:pt x="6784018" y="728560"/>
                  </a:lnTo>
                  <a:lnTo>
                    <a:pt x="6784144" y="728560"/>
                  </a:lnTo>
                  <a:lnTo>
                    <a:pt x="6784270" y="728560"/>
                  </a:lnTo>
                  <a:lnTo>
                    <a:pt x="6784900" y="728560"/>
                  </a:lnTo>
                  <a:lnTo>
                    <a:pt x="6785152" y="728560"/>
                  </a:lnTo>
                  <a:lnTo>
                    <a:pt x="6785279" y="728560"/>
                  </a:lnTo>
                  <a:lnTo>
                    <a:pt x="6785657" y="728560"/>
                  </a:lnTo>
                  <a:lnTo>
                    <a:pt x="6785909" y="728560"/>
                  </a:lnTo>
                  <a:lnTo>
                    <a:pt x="6786035" y="728560"/>
                  </a:lnTo>
                  <a:lnTo>
                    <a:pt x="6786287" y="728560"/>
                  </a:lnTo>
                  <a:lnTo>
                    <a:pt x="6786792" y="728560"/>
                  </a:lnTo>
                  <a:lnTo>
                    <a:pt x="6787170" y="728560"/>
                  </a:lnTo>
                  <a:lnTo>
                    <a:pt x="6787296" y="728560"/>
                  </a:lnTo>
                  <a:lnTo>
                    <a:pt x="6787422" y="728560"/>
                  </a:lnTo>
                  <a:lnTo>
                    <a:pt x="6788052" y="728560"/>
                  </a:lnTo>
                  <a:lnTo>
                    <a:pt x="6788305" y="728560"/>
                  </a:lnTo>
                  <a:lnTo>
                    <a:pt x="6788809" y="728560"/>
                  </a:lnTo>
                  <a:lnTo>
                    <a:pt x="6789439" y="728560"/>
                  </a:lnTo>
                  <a:lnTo>
                    <a:pt x="6789692" y="728560"/>
                  </a:lnTo>
                  <a:lnTo>
                    <a:pt x="6789818" y="728560"/>
                  </a:lnTo>
                  <a:lnTo>
                    <a:pt x="6789944" y="728560"/>
                  </a:lnTo>
                  <a:lnTo>
                    <a:pt x="6790070" y="728560"/>
                  </a:lnTo>
                  <a:lnTo>
                    <a:pt x="6790448" y="728560"/>
                  </a:lnTo>
                  <a:lnTo>
                    <a:pt x="6791457" y="728560"/>
                  </a:lnTo>
                  <a:lnTo>
                    <a:pt x="6791961" y="728560"/>
                  </a:lnTo>
                  <a:lnTo>
                    <a:pt x="6792213" y="728560"/>
                  </a:lnTo>
                  <a:lnTo>
                    <a:pt x="6792592" y="728560"/>
                  </a:lnTo>
                  <a:lnTo>
                    <a:pt x="6792970" y="728560"/>
                  </a:lnTo>
                  <a:lnTo>
                    <a:pt x="6793096" y="728560"/>
                  </a:lnTo>
                  <a:lnTo>
                    <a:pt x="6793979" y="728560"/>
                  </a:lnTo>
                  <a:lnTo>
                    <a:pt x="6794735" y="728560"/>
                  </a:lnTo>
                  <a:lnTo>
                    <a:pt x="6794861" y="728560"/>
                  </a:lnTo>
                  <a:lnTo>
                    <a:pt x="6795366" y="728560"/>
                  </a:lnTo>
                  <a:lnTo>
                    <a:pt x="6795492" y="728560"/>
                  </a:lnTo>
                  <a:lnTo>
                    <a:pt x="6795744" y="728560"/>
                  </a:lnTo>
                  <a:lnTo>
                    <a:pt x="6795870" y="728560"/>
                  </a:lnTo>
                  <a:lnTo>
                    <a:pt x="6796374" y="728560"/>
                  </a:lnTo>
                  <a:lnTo>
                    <a:pt x="6796626" y="728560"/>
                  </a:lnTo>
                  <a:lnTo>
                    <a:pt x="6796753" y="728560"/>
                  </a:lnTo>
                  <a:lnTo>
                    <a:pt x="6796879" y="728560"/>
                  </a:lnTo>
                  <a:lnTo>
                    <a:pt x="6797005" y="728560"/>
                  </a:lnTo>
                  <a:lnTo>
                    <a:pt x="6797257" y="728560"/>
                  </a:lnTo>
                  <a:lnTo>
                    <a:pt x="6797635" y="728560"/>
                  </a:lnTo>
                  <a:lnTo>
                    <a:pt x="6797887" y="728560"/>
                  </a:lnTo>
                  <a:lnTo>
                    <a:pt x="6798013" y="728560"/>
                  </a:lnTo>
                  <a:lnTo>
                    <a:pt x="6798644" y="728560"/>
                  </a:lnTo>
                  <a:lnTo>
                    <a:pt x="6800031" y="728560"/>
                  </a:lnTo>
                  <a:lnTo>
                    <a:pt x="6800283" y="728560"/>
                  </a:lnTo>
                  <a:lnTo>
                    <a:pt x="6800661" y="728560"/>
                  </a:lnTo>
                  <a:lnTo>
                    <a:pt x="6800787" y="728560"/>
                  </a:lnTo>
                  <a:lnTo>
                    <a:pt x="6800913" y="728560"/>
                  </a:lnTo>
                  <a:lnTo>
                    <a:pt x="6801292" y="728560"/>
                  </a:lnTo>
                  <a:lnTo>
                    <a:pt x="6801418" y="728560"/>
                  </a:lnTo>
                  <a:lnTo>
                    <a:pt x="6802426" y="728560"/>
                  </a:lnTo>
                  <a:lnTo>
                    <a:pt x="6802553" y="728560"/>
                  </a:lnTo>
                  <a:lnTo>
                    <a:pt x="6802805" y="728560"/>
                  </a:lnTo>
                  <a:lnTo>
                    <a:pt x="6803057" y="728560"/>
                  </a:lnTo>
                  <a:lnTo>
                    <a:pt x="6803183" y="728560"/>
                  </a:lnTo>
                  <a:lnTo>
                    <a:pt x="6803561" y="728560"/>
                  </a:lnTo>
                  <a:lnTo>
                    <a:pt x="6803813" y="728560"/>
                  </a:lnTo>
                  <a:lnTo>
                    <a:pt x="6803940" y="728560"/>
                  </a:lnTo>
                  <a:lnTo>
                    <a:pt x="6804444" y="723280"/>
                  </a:lnTo>
                  <a:lnTo>
                    <a:pt x="6805326" y="723280"/>
                  </a:lnTo>
                  <a:lnTo>
                    <a:pt x="6805453" y="723280"/>
                  </a:lnTo>
                  <a:lnTo>
                    <a:pt x="6805957" y="723280"/>
                  </a:lnTo>
                  <a:lnTo>
                    <a:pt x="6806335" y="723280"/>
                  </a:lnTo>
                  <a:lnTo>
                    <a:pt x="6806966" y="723280"/>
                  </a:lnTo>
                  <a:lnTo>
                    <a:pt x="6807218" y="723280"/>
                  </a:lnTo>
                  <a:lnTo>
                    <a:pt x="6807596" y="723280"/>
                  </a:lnTo>
                  <a:lnTo>
                    <a:pt x="6807722" y="723280"/>
                  </a:lnTo>
                  <a:lnTo>
                    <a:pt x="6807848" y="723280"/>
                  </a:lnTo>
                  <a:lnTo>
                    <a:pt x="6808100" y="723280"/>
                  </a:lnTo>
                  <a:lnTo>
                    <a:pt x="6808226" y="723280"/>
                  </a:lnTo>
                  <a:lnTo>
                    <a:pt x="6808353" y="723280"/>
                  </a:lnTo>
                  <a:lnTo>
                    <a:pt x="6808353" y="718001"/>
                  </a:lnTo>
                  <a:lnTo>
                    <a:pt x="6809866" y="718001"/>
                  </a:lnTo>
                  <a:lnTo>
                    <a:pt x="6809992" y="718001"/>
                  </a:lnTo>
                  <a:lnTo>
                    <a:pt x="6810118" y="718001"/>
                  </a:lnTo>
                  <a:lnTo>
                    <a:pt x="6810748" y="718001"/>
                  </a:lnTo>
                  <a:lnTo>
                    <a:pt x="6810874" y="718001"/>
                  </a:lnTo>
                  <a:lnTo>
                    <a:pt x="6811000" y="718001"/>
                  </a:lnTo>
                  <a:lnTo>
                    <a:pt x="6811253" y="718001"/>
                  </a:lnTo>
                  <a:lnTo>
                    <a:pt x="6811379" y="718001"/>
                  </a:lnTo>
                  <a:lnTo>
                    <a:pt x="6811883" y="718001"/>
                  </a:lnTo>
                  <a:lnTo>
                    <a:pt x="6812387" y="718001"/>
                  </a:lnTo>
                  <a:lnTo>
                    <a:pt x="6812766" y="718001"/>
                  </a:lnTo>
                  <a:lnTo>
                    <a:pt x="6812892" y="718001"/>
                  </a:lnTo>
                  <a:lnTo>
                    <a:pt x="6813144" y="718001"/>
                  </a:lnTo>
                  <a:lnTo>
                    <a:pt x="6813648" y="718001"/>
                  </a:lnTo>
                  <a:lnTo>
                    <a:pt x="6813774" y="718001"/>
                  </a:lnTo>
                  <a:lnTo>
                    <a:pt x="6813900" y="718001"/>
                  </a:lnTo>
                  <a:lnTo>
                    <a:pt x="6814153" y="718001"/>
                  </a:lnTo>
                  <a:lnTo>
                    <a:pt x="6814279" y="718001"/>
                  </a:lnTo>
                  <a:lnTo>
                    <a:pt x="6814531" y="718001"/>
                  </a:lnTo>
                  <a:lnTo>
                    <a:pt x="6814657" y="718001"/>
                  </a:lnTo>
                  <a:lnTo>
                    <a:pt x="6814783" y="718001"/>
                  </a:lnTo>
                  <a:lnTo>
                    <a:pt x="6815161" y="718001"/>
                  </a:lnTo>
                  <a:lnTo>
                    <a:pt x="6815666" y="718001"/>
                  </a:lnTo>
                  <a:lnTo>
                    <a:pt x="6815918" y="718001"/>
                  </a:lnTo>
                  <a:lnTo>
                    <a:pt x="6816044" y="718001"/>
                  </a:lnTo>
                  <a:lnTo>
                    <a:pt x="6816296" y="718001"/>
                  </a:lnTo>
                  <a:lnTo>
                    <a:pt x="6816422" y="718001"/>
                  </a:lnTo>
                  <a:lnTo>
                    <a:pt x="6817053" y="718001"/>
                  </a:lnTo>
                  <a:lnTo>
                    <a:pt x="6817179" y="718001"/>
                  </a:lnTo>
                  <a:lnTo>
                    <a:pt x="6817683" y="718001"/>
                  </a:lnTo>
                  <a:lnTo>
                    <a:pt x="6818061" y="718001"/>
                  </a:lnTo>
                  <a:lnTo>
                    <a:pt x="6818440" y="718001"/>
                  </a:lnTo>
                  <a:lnTo>
                    <a:pt x="6818566" y="718001"/>
                  </a:lnTo>
                  <a:lnTo>
                    <a:pt x="6818692" y="718001"/>
                  </a:lnTo>
                  <a:lnTo>
                    <a:pt x="6819070" y="718001"/>
                  </a:lnTo>
                  <a:lnTo>
                    <a:pt x="6819196" y="718001"/>
                  </a:lnTo>
                  <a:lnTo>
                    <a:pt x="6819322" y="718001"/>
                  </a:lnTo>
                  <a:lnTo>
                    <a:pt x="6819574" y="718001"/>
                  </a:lnTo>
                  <a:lnTo>
                    <a:pt x="6820457" y="718001"/>
                  </a:lnTo>
                  <a:lnTo>
                    <a:pt x="6821087" y="718001"/>
                  </a:lnTo>
                  <a:lnTo>
                    <a:pt x="6821592" y="718001"/>
                  </a:lnTo>
                  <a:lnTo>
                    <a:pt x="6821844" y="718001"/>
                  </a:lnTo>
                  <a:lnTo>
                    <a:pt x="6822600" y="718001"/>
                  </a:lnTo>
                  <a:lnTo>
                    <a:pt x="6822979" y="718001"/>
                  </a:lnTo>
                  <a:lnTo>
                    <a:pt x="6823483" y="718001"/>
                  </a:lnTo>
                  <a:lnTo>
                    <a:pt x="6823609" y="718001"/>
                  </a:lnTo>
                  <a:lnTo>
                    <a:pt x="6823987" y="718001"/>
                  </a:lnTo>
                  <a:lnTo>
                    <a:pt x="6824366" y="718001"/>
                  </a:lnTo>
                  <a:lnTo>
                    <a:pt x="6825374" y="718001"/>
                  </a:lnTo>
                  <a:lnTo>
                    <a:pt x="6827014" y="712721"/>
                  </a:lnTo>
                  <a:lnTo>
                    <a:pt x="6827392" y="712721"/>
                  </a:lnTo>
                  <a:lnTo>
                    <a:pt x="6827518" y="712721"/>
                  </a:lnTo>
                  <a:lnTo>
                    <a:pt x="6828400" y="712721"/>
                  </a:lnTo>
                  <a:lnTo>
                    <a:pt x="6829157" y="707442"/>
                  </a:lnTo>
                  <a:lnTo>
                    <a:pt x="6829409" y="707442"/>
                  </a:lnTo>
                  <a:lnTo>
                    <a:pt x="6829914" y="707442"/>
                  </a:lnTo>
                  <a:lnTo>
                    <a:pt x="6830166" y="707442"/>
                  </a:lnTo>
                  <a:lnTo>
                    <a:pt x="6830670" y="707442"/>
                  </a:lnTo>
                  <a:lnTo>
                    <a:pt x="6830796" y="707442"/>
                  </a:lnTo>
                  <a:lnTo>
                    <a:pt x="6830922" y="707442"/>
                  </a:lnTo>
                  <a:lnTo>
                    <a:pt x="6831301" y="707442"/>
                  </a:lnTo>
                  <a:lnTo>
                    <a:pt x="6831427" y="707442"/>
                  </a:lnTo>
                  <a:lnTo>
                    <a:pt x="6831553" y="707442"/>
                  </a:lnTo>
                  <a:lnTo>
                    <a:pt x="6831679" y="707442"/>
                  </a:lnTo>
                  <a:lnTo>
                    <a:pt x="6832183" y="707442"/>
                  </a:lnTo>
                  <a:lnTo>
                    <a:pt x="6832561" y="707442"/>
                  </a:lnTo>
                  <a:lnTo>
                    <a:pt x="6833318" y="707442"/>
                  </a:lnTo>
                  <a:lnTo>
                    <a:pt x="6833444" y="707442"/>
                  </a:lnTo>
                  <a:lnTo>
                    <a:pt x="6833570" y="707442"/>
                  </a:lnTo>
                  <a:lnTo>
                    <a:pt x="6834201" y="707442"/>
                  </a:lnTo>
                  <a:lnTo>
                    <a:pt x="6834327" y="707442"/>
                  </a:lnTo>
                  <a:lnTo>
                    <a:pt x="6834705" y="707442"/>
                  </a:lnTo>
                  <a:lnTo>
                    <a:pt x="6835335" y="707442"/>
                  </a:lnTo>
                  <a:lnTo>
                    <a:pt x="6835840" y="702163"/>
                  </a:lnTo>
                  <a:lnTo>
                    <a:pt x="6835966" y="702163"/>
                  </a:lnTo>
                  <a:lnTo>
                    <a:pt x="6836974" y="702163"/>
                  </a:lnTo>
                  <a:lnTo>
                    <a:pt x="6837101" y="702163"/>
                  </a:lnTo>
                  <a:lnTo>
                    <a:pt x="6837605" y="702163"/>
                  </a:lnTo>
                  <a:lnTo>
                    <a:pt x="6838614" y="696883"/>
                  </a:lnTo>
                  <a:lnTo>
                    <a:pt x="6838866" y="696883"/>
                  </a:lnTo>
                  <a:lnTo>
                    <a:pt x="6838992" y="691604"/>
                  </a:lnTo>
                  <a:lnTo>
                    <a:pt x="6839370" y="691604"/>
                  </a:lnTo>
                  <a:lnTo>
                    <a:pt x="6839496" y="691604"/>
                  </a:lnTo>
                  <a:lnTo>
                    <a:pt x="6839622" y="691604"/>
                  </a:lnTo>
                  <a:lnTo>
                    <a:pt x="6840379" y="686324"/>
                  </a:lnTo>
                  <a:lnTo>
                    <a:pt x="6840505" y="686324"/>
                  </a:lnTo>
                  <a:lnTo>
                    <a:pt x="6840757" y="686324"/>
                  </a:lnTo>
                  <a:lnTo>
                    <a:pt x="6840883" y="686324"/>
                  </a:lnTo>
                  <a:lnTo>
                    <a:pt x="6841009" y="686324"/>
                  </a:lnTo>
                  <a:lnTo>
                    <a:pt x="6841135" y="686324"/>
                  </a:lnTo>
                  <a:lnTo>
                    <a:pt x="6841261" y="686324"/>
                  </a:lnTo>
                  <a:lnTo>
                    <a:pt x="6841388" y="686324"/>
                  </a:lnTo>
                  <a:lnTo>
                    <a:pt x="6841766" y="686324"/>
                  </a:lnTo>
                  <a:lnTo>
                    <a:pt x="6842018" y="686324"/>
                  </a:lnTo>
                  <a:lnTo>
                    <a:pt x="6842144" y="686324"/>
                  </a:lnTo>
                  <a:lnTo>
                    <a:pt x="6842270" y="686324"/>
                  </a:lnTo>
                  <a:lnTo>
                    <a:pt x="6842774" y="686324"/>
                  </a:lnTo>
                  <a:lnTo>
                    <a:pt x="6842901" y="686324"/>
                  </a:lnTo>
                  <a:lnTo>
                    <a:pt x="6843153" y="686324"/>
                  </a:lnTo>
                  <a:lnTo>
                    <a:pt x="6844414" y="686324"/>
                  </a:lnTo>
                  <a:lnTo>
                    <a:pt x="6845296" y="686324"/>
                  </a:lnTo>
                  <a:lnTo>
                    <a:pt x="6845927" y="686324"/>
                  </a:lnTo>
                  <a:lnTo>
                    <a:pt x="6846053" y="686324"/>
                  </a:lnTo>
                  <a:lnTo>
                    <a:pt x="6846179" y="686324"/>
                  </a:lnTo>
                  <a:lnTo>
                    <a:pt x="6846431" y="686324"/>
                  </a:lnTo>
                  <a:lnTo>
                    <a:pt x="6846809" y="686324"/>
                  </a:lnTo>
                  <a:lnTo>
                    <a:pt x="6847061" y="686324"/>
                  </a:lnTo>
                  <a:lnTo>
                    <a:pt x="6847314" y="686324"/>
                  </a:lnTo>
                  <a:lnTo>
                    <a:pt x="6847440" y="686324"/>
                  </a:lnTo>
                  <a:lnTo>
                    <a:pt x="6847692" y="686324"/>
                  </a:lnTo>
                  <a:lnTo>
                    <a:pt x="6847692" y="681045"/>
                  </a:lnTo>
                  <a:lnTo>
                    <a:pt x="6847818" y="681045"/>
                  </a:lnTo>
                  <a:lnTo>
                    <a:pt x="6848448" y="681045"/>
                  </a:lnTo>
                  <a:lnTo>
                    <a:pt x="6848575" y="681045"/>
                  </a:lnTo>
                  <a:lnTo>
                    <a:pt x="6848953" y="681045"/>
                  </a:lnTo>
                  <a:lnTo>
                    <a:pt x="6852231" y="681045"/>
                  </a:lnTo>
                  <a:lnTo>
                    <a:pt x="6852483" y="681045"/>
                  </a:lnTo>
                  <a:lnTo>
                    <a:pt x="6853114" y="681045"/>
                  </a:lnTo>
                  <a:lnTo>
                    <a:pt x="6853492" y="681045"/>
                  </a:lnTo>
                  <a:lnTo>
                    <a:pt x="6853618" y="681045"/>
                  </a:lnTo>
                  <a:lnTo>
                    <a:pt x="6853744" y="681045"/>
                  </a:lnTo>
                  <a:lnTo>
                    <a:pt x="6853996" y="681045"/>
                  </a:lnTo>
                  <a:lnTo>
                    <a:pt x="6854122" y="681045"/>
                  </a:lnTo>
                  <a:lnTo>
                    <a:pt x="6854248" y="681045"/>
                  </a:lnTo>
                  <a:lnTo>
                    <a:pt x="6854375" y="681045"/>
                  </a:lnTo>
                  <a:lnTo>
                    <a:pt x="6854879" y="681045"/>
                  </a:lnTo>
                  <a:lnTo>
                    <a:pt x="6855005" y="681045"/>
                  </a:lnTo>
                  <a:lnTo>
                    <a:pt x="6855257" y="681045"/>
                  </a:lnTo>
                  <a:lnTo>
                    <a:pt x="6855383" y="681045"/>
                  </a:lnTo>
                  <a:lnTo>
                    <a:pt x="6855509" y="681045"/>
                  </a:lnTo>
                  <a:lnTo>
                    <a:pt x="6856518" y="681045"/>
                  </a:lnTo>
                  <a:lnTo>
                    <a:pt x="6856770" y="681045"/>
                  </a:lnTo>
                  <a:lnTo>
                    <a:pt x="6857148" y="681045"/>
                  </a:lnTo>
                  <a:lnTo>
                    <a:pt x="6858283" y="681045"/>
                  </a:lnTo>
                  <a:lnTo>
                    <a:pt x="6858914" y="681045"/>
                  </a:lnTo>
                  <a:lnTo>
                    <a:pt x="6859040" y="681045"/>
                  </a:lnTo>
                  <a:lnTo>
                    <a:pt x="6859418" y="681045"/>
                  </a:lnTo>
                  <a:lnTo>
                    <a:pt x="6859796" y="681045"/>
                  </a:lnTo>
                  <a:lnTo>
                    <a:pt x="6860175" y="681045"/>
                  </a:lnTo>
                  <a:lnTo>
                    <a:pt x="6860553" y="681045"/>
                  </a:lnTo>
                  <a:lnTo>
                    <a:pt x="6860679" y="681045"/>
                  </a:lnTo>
                  <a:lnTo>
                    <a:pt x="6860805" y="681045"/>
                  </a:lnTo>
                  <a:lnTo>
                    <a:pt x="6861183" y="681045"/>
                  </a:lnTo>
                  <a:lnTo>
                    <a:pt x="6861435" y="681045"/>
                  </a:lnTo>
                  <a:lnTo>
                    <a:pt x="6862570" y="681045"/>
                  </a:lnTo>
                  <a:lnTo>
                    <a:pt x="6862696" y="681045"/>
                  </a:lnTo>
                  <a:lnTo>
                    <a:pt x="6862822" y="681045"/>
                  </a:lnTo>
                  <a:lnTo>
                    <a:pt x="6862949" y="681045"/>
                  </a:lnTo>
                  <a:lnTo>
                    <a:pt x="6863453" y="681045"/>
                  </a:lnTo>
                  <a:lnTo>
                    <a:pt x="6863705" y="681045"/>
                  </a:lnTo>
                  <a:lnTo>
                    <a:pt x="6863831" y="681045"/>
                  </a:lnTo>
                  <a:lnTo>
                    <a:pt x="6865218" y="681045"/>
                  </a:lnTo>
                  <a:lnTo>
                    <a:pt x="6865344" y="681045"/>
                  </a:lnTo>
                  <a:lnTo>
                    <a:pt x="6865470" y="681045"/>
                  </a:lnTo>
                  <a:lnTo>
                    <a:pt x="6865596" y="681045"/>
                  </a:lnTo>
                  <a:lnTo>
                    <a:pt x="6866101" y="681045"/>
                  </a:lnTo>
                  <a:lnTo>
                    <a:pt x="6866479" y="681045"/>
                  </a:lnTo>
                  <a:lnTo>
                    <a:pt x="6866731" y="681045"/>
                  </a:lnTo>
                  <a:lnTo>
                    <a:pt x="6866857" y="681045"/>
                  </a:lnTo>
                  <a:lnTo>
                    <a:pt x="6866983" y="681045"/>
                  </a:lnTo>
                  <a:lnTo>
                    <a:pt x="6867362" y="681045"/>
                  </a:lnTo>
                  <a:lnTo>
                    <a:pt x="6867488" y="681045"/>
                  </a:lnTo>
                  <a:lnTo>
                    <a:pt x="6867614" y="681045"/>
                  </a:lnTo>
                  <a:lnTo>
                    <a:pt x="6868622" y="681045"/>
                  </a:lnTo>
                  <a:lnTo>
                    <a:pt x="6868749" y="681045"/>
                  </a:lnTo>
                  <a:lnTo>
                    <a:pt x="6868875" y="681045"/>
                  </a:lnTo>
                  <a:lnTo>
                    <a:pt x="6869001" y="681045"/>
                  </a:lnTo>
                  <a:lnTo>
                    <a:pt x="6869127" y="681045"/>
                  </a:lnTo>
                  <a:lnTo>
                    <a:pt x="6869253" y="681045"/>
                  </a:lnTo>
                  <a:lnTo>
                    <a:pt x="6870262" y="681045"/>
                  </a:lnTo>
                  <a:lnTo>
                    <a:pt x="6870388" y="681045"/>
                  </a:lnTo>
                  <a:lnTo>
                    <a:pt x="6870514" y="681045"/>
                  </a:lnTo>
                  <a:lnTo>
                    <a:pt x="6870640" y="681045"/>
                  </a:lnTo>
                  <a:lnTo>
                    <a:pt x="6870766" y="681045"/>
                  </a:lnTo>
                  <a:lnTo>
                    <a:pt x="6870892" y="681045"/>
                  </a:lnTo>
                  <a:lnTo>
                    <a:pt x="6871018" y="681045"/>
                  </a:lnTo>
                  <a:lnTo>
                    <a:pt x="6871144" y="681045"/>
                  </a:lnTo>
                  <a:lnTo>
                    <a:pt x="6871396" y="675765"/>
                  </a:lnTo>
                  <a:lnTo>
                    <a:pt x="6871522" y="675765"/>
                  </a:lnTo>
                  <a:lnTo>
                    <a:pt x="6871649" y="675765"/>
                  </a:lnTo>
                  <a:lnTo>
                    <a:pt x="6872153" y="675765"/>
                  </a:lnTo>
                  <a:lnTo>
                    <a:pt x="6872657" y="675765"/>
                  </a:lnTo>
                  <a:lnTo>
                    <a:pt x="6872783" y="675765"/>
                  </a:lnTo>
                  <a:lnTo>
                    <a:pt x="6872909" y="675765"/>
                  </a:lnTo>
                  <a:lnTo>
                    <a:pt x="6873036" y="675765"/>
                  </a:lnTo>
                  <a:lnTo>
                    <a:pt x="6873288" y="675765"/>
                  </a:lnTo>
                  <a:lnTo>
                    <a:pt x="6873540" y="675765"/>
                  </a:lnTo>
                  <a:lnTo>
                    <a:pt x="6874044" y="675765"/>
                  </a:lnTo>
                  <a:lnTo>
                    <a:pt x="6874170" y="675765"/>
                  </a:lnTo>
                  <a:lnTo>
                    <a:pt x="6874801" y="675765"/>
                  </a:lnTo>
                  <a:lnTo>
                    <a:pt x="6875179" y="675765"/>
                  </a:lnTo>
                  <a:lnTo>
                    <a:pt x="6875305" y="675765"/>
                  </a:lnTo>
                  <a:lnTo>
                    <a:pt x="6875431" y="675765"/>
                  </a:lnTo>
                  <a:lnTo>
                    <a:pt x="6875683" y="675765"/>
                  </a:lnTo>
                  <a:lnTo>
                    <a:pt x="6875936" y="675765"/>
                  </a:lnTo>
                  <a:lnTo>
                    <a:pt x="6876188" y="675765"/>
                  </a:lnTo>
                  <a:lnTo>
                    <a:pt x="6876314" y="675765"/>
                  </a:lnTo>
                  <a:lnTo>
                    <a:pt x="6876440" y="675765"/>
                  </a:lnTo>
                  <a:lnTo>
                    <a:pt x="6877322" y="675765"/>
                  </a:lnTo>
                  <a:lnTo>
                    <a:pt x="6877449" y="675765"/>
                  </a:lnTo>
                  <a:lnTo>
                    <a:pt x="6877575" y="675765"/>
                  </a:lnTo>
                  <a:lnTo>
                    <a:pt x="6877827" y="675765"/>
                  </a:lnTo>
                  <a:lnTo>
                    <a:pt x="6878457" y="675765"/>
                  </a:lnTo>
                  <a:lnTo>
                    <a:pt x="6878583" y="675765"/>
                  </a:lnTo>
                  <a:lnTo>
                    <a:pt x="6878962" y="675765"/>
                  </a:lnTo>
                  <a:lnTo>
                    <a:pt x="6879088" y="675765"/>
                  </a:lnTo>
                  <a:lnTo>
                    <a:pt x="6879718" y="675765"/>
                  </a:lnTo>
                  <a:lnTo>
                    <a:pt x="6879844" y="675765"/>
                  </a:lnTo>
                  <a:lnTo>
                    <a:pt x="6880349" y="675765"/>
                  </a:lnTo>
                  <a:lnTo>
                    <a:pt x="6880475" y="675765"/>
                  </a:lnTo>
                  <a:lnTo>
                    <a:pt x="6880853" y="675765"/>
                  </a:lnTo>
                  <a:lnTo>
                    <a:pt x="6880979" y="675765"/>
                  </a:lnTo>
                  <a:lnTo>
                    <a:pt x="6881862" y="675765"/>
                  </a:lnTo>
                  <a:lnTo>
                    <a:pt x="6882240" y="675765"/>
                  </a:lnTo>
                  <a:lnTo>
                    <a:pt x="6882366" y="675765"/>
                  </a:lnTo>
                  <a:lnTo>
                    <a:pt x="6882492" y="675765"/>
                  </a:lnTo>
                  <a:lnTo>
                    <a:pt x="6882618" y="675765"/>
                  </a:lnTo>
                  <a:lnTo>
                    <a:pt x="6883249" y="675765"/>
                  </a:lnTo>
                  <a:lnTo>
                    <a:pt x="6883753" y="675765"/>
                  </a:lnTo>
                  <a:lnTo>
                    <a:pt x="6884636" y="675765"/>
                  </a:lnTo>
                  <a:lnTo>
                    <a:pt x="6885014" y="675765"/>
                  </a:lnTo>
                  <a:lnTo>
                    <a:pt x="6885266" y="675765"/>
                  </a:lnTo>
                  <a:lnTo>
                    <a:pt x="6885392" y="675765"/>
                  </a:lnTo>
                  <a:lnTo>
                    <a:pt x="6885518" y="675765"/>
                  </a:lnTo>
                  <a:lnTo>
                    <a:pt x="6886149" y="675765"/>
                  </a:lnTo>
                  <a:lnTo>
                    <a:pt x="6886401" y="675765"/>
                  </a:lnTo>
                  <a:lnTo>
                    <a:pt x="6886905" y="675765"/>
                  </a:lnTo>
                  <a:lnTo>
                    <a:pt x="6887031" y="675765"/>
                  </a:lnTo>
                  <a:lnTo>
                    <a:pt x="6887410" y="675765"/>
                  </a:lnTo>
                  <a:lnTo>
                    <a:pt x="6888040" y="675765"/>
                  </a:lnTo>
                  <a:lnTo>
                    <a:pt x="6888166" y="675765"/>
                  </a:lnTo>
                  <a:lnTo>
                    <a:pt x="6888292" y="675765"/>
                  </a:lnTo>
                  <a:lnTo>
                    <a:pt x="6888544" y="675765"/>
                  </a:lnTo>
                  <a:lnTo>
                    <a:pt x="6888796" y="675765"/>
                  </a:lnTo>
                  <a:lnTo>
                    <a:pt x="6889679" y="675765"/>
                  </a:lnTo>
                  <a:lnTo>
                    <a:pt x="6889931" y="675765"/>
                  </a:lnTo>
                  <a:lnTo>
                    <a:pt x="6890310" y="675765"/>
                  </a:lnTo>
                  <a:lnTo>
                    <a:pt x="6890436" y="675765"/>
                  </a:lnTo>
                  <a:lnTo>
                    <a:pt x="6890814" y="675765"/>
                  </a:lnTo>
                  <a:lnTo>
                    <a:pt x="6891066" y="675765"/>
                  </a:lnTo>
                  <a:lnTo>
                    <a:pt x="6892201" y="675765"/>
                  </a:lnTo>
                  <a:lnTo>
                    <a:pt x="6892957" y="675765"/>
                  </a:lnTo>
                  <a:lnTo>
                    <a:pt x="6893462" y="675765"/>
                  </a:lnTo>
                  <a:lnTo>
                    <a:pt x="6893588" y="675765"/>
                  </a:lnTo>
                  <a:lnTo>
                    <a:pt x="6893966" y="675765"/>
                  </a:lnTo>
                  <a:lnTo>
                    <a:pt x="6894596" y="675765"/>
                  </a:lnTo>
                  <a:lnTo>
                    <a:pt x="6895857" y="675765"/>
                  </a:lnTo>
                  <a:lnTo>
                    <a:pt x="6895983" y="675765"/>
                  </a:lnTo>
                  <a:lnTo>
                    <a:pt x="6896110" y="675765"/>
                  </a:lnTo>
                  <a:lnTo>
                    <a:pt x="6896488" y="675765"/>
                  </a:lnTo>
                  <a:lnTo>
                    <a:pt x="6896740" y="675765"/>
                  </a:lnTo>
                  <a:lnTo>
                    <a:pt x="6896866" y="675765"/>
                  </a:lnTo>
                  <a:lnTo>
                    <a:pt x="6896992" y="675765"/>
                  </a:lnTo>
                  <a:lnTo>
                    <a:pt x="6897244" y="675765"/>
                  </a:lnTo>
                  <a:lnTo>
                    <a:pt x="6897497" y="675765"/>
                  </a:lnTo>
                  <a:lnTo>
                    <a:pt x="6897623" y="675765"/>
                  </a:lnTo>
                  <a:lnTo>
                    <a:pt x="6897749" y="675765"/>
                  </a:lnTo>
                  <a:lnTo>
                    <a:pt x="6898001" y="675765"/>
                  </a:lnTo>
                  <a:lnTo>
                    <a:pt x="6898253" y="675765"/>
                  </a:lnTo>
                  <a:lnTo>
                    <a:pt x="6898631" y="675765"/>
                  </a:lnTo>
                  <a:lnTo>
                    <a:pt x="6899262" y="675765"/>
                  </a:lnTo>
                  <a:lnTo>
                    <a:pt x="6899514" y="675765"/>
                  </a:lnTo>
                  <a:lnTo>
                    <a:pt x="6899640" y="675765"/>
                  </a:lnTo>
                  <a:lnTo>
                    <a:pt x="6901531" y="675765"/>
                  </a:lnTo>
                  <a:lnTo>
                    <a:pt x="6901783" y="675765"/>
                  </a:lnTo>
                  <a:lnTo>
                    <a:pt x="6901910" y="675765"/>
                  </a:lnTo>
                  <a:lnTo>
                    <a:pt x="6902288" y="675765"/>
                  </a:lnTo>
                  <a:lnTo>
                    <a:pt x="6902666" y="675765"/>
                  </a:lnTo>
                  <a:lnTo>
                    <a:pt x="6903549" y="675765"/>
                  </a:lnTo>
                  <a:lnTo>
                    <a:pt x="6903801" y="675765"/>
                  </a:lnTo>
                  <a:lnTo>
                    <a:pt x="6904053" y="675765"/>
                  </a:lnTo>
                  <a:lnTo>
                    <a:pt x="6904179" y="675765"/>
                  </a:lnTo>
                  <a:lnTo>
                    <a:pt x="6904684" y="675765"/>
                  </a:lnTo>
                  <a:lnTo>
                    <a:pt x="6904936" y="675765"/>
                  </a:lnTo>
                  <a:lnTo>
                    <a:pt x="6905188" y="675765"/>
                  </a:lnTo>
                  <a:lnTo>
                    <a:pt x="6905314" y="675765"/>
                  </a:lnTo>
                  <a:lnTo>
                    <a:pt x="6905440" y="675765"/>
                  </a:lnTo>
                  <a:lnTo>
                    <a:pt x="6905566" y="675765"/>
                  </a:lnTo>
                  <a:lnTo>
                    <a:pt x="6905818" y="675765"/>
                  </a:lnTo>
                  <a:lnTo>
                    <a:pt x="6908466" y="670486"/>
                  </a:lnTo>
                  <a:lnTo>
                    <a:pt x="6908718" y="665207"/>
                  </a:lnTo>
                  <a:lnTo>
                    <a:pt x="6909223" y="665207"/>
                  </a:lnTo>
                  <a:lnTo>
                    <a:pt x="6909349" y="665207"/>
                  </a:lnTo>
                  <a:lnTo>
                    <a:pt x="6909601" y="665207"/>
                  </a:lnTo>
                  <a:lnTo>
                    <a:pt x="6909727" y="665207"/>
                  </a:lnTo>
                  <a:lnTo>
                    <a:pt x="6910357" y="665207"/>
                  </a:lnTo>
                  <a:lnTo>
                    <a:pt x="6910736" y="665207"/>
                  </a:lnTo>
                  <a:lnTo>
                    <a:pt x="6910862" y="665207"/>
                  </a:lnTo>
                  <a:lnTo>
                    <a:pt x="6910988" y="665207"/>
                  </a:lnTo>
                  <a:lnTo>
                    <a:pt x="6911240" y="665207"/>
                  </a:lnTo>
                  <a:lnTo>
                    <a:pt x="6911492" y="665207"/>
                  </a:lnTo>
                  <a:lnTo>
                    <a:pt x="6911618" y="665207"/>
                  </a:lnTo>
                  <a:lnTo>
                    <a:pt x="6912501" y="665207"/>
                  </a:lnTo>
                  <a:lnTo>
                    <a:pt x="6912627" y="665207"/>
                  </a:lnTo>
                  <a:lnTo>
                    <a:pt x="6913762" y="665207"/>
                  </a:lnTo>
                  <a:lnTo>
                    <a:pt x="6913888" y="665207"/>
                  </a:lnTo>
                  <a:lnTo>
                    <a:pt x="6914014" y="665207"/>
                  </a:lnTo>
                  <a:lnTo>
                    <a:pt x="6914392" y="665207"/>
                  </a:lnTo>
                  <a:lnTo>
                    <a:pt x="6914897" y="665207"/>
                  </a:lnTo>
                  <a:lnTo>
                    <a:pt x="6915275" y="665207"/>
                  </a:lnTo>
                  <a:lnTo>
                    <a:pt x="6915401" y="665207"/>
                  </a:lnTo>
                  <a:lnTo>
                    <a:pt x="6915653" y="665207"/>
                  </a:lnTo>
                  <a:lnTo>
                    <a:pt x="6915905" y="665207"/>
                  </a:lnTo>
                  <a:lnTo>
                    <a:pt x="6916157" y="665207"/>
                  </a:lnTo>
                  <a:lnTo>
                    <a:pt x="6916536" y="665207"/>
                  </a:lnTo>
                  <a:lnTo>
                    <a:pt x="6916662" y="665207"/>
                  </a:lnTo>
                  <a:lnTo>
                    <a:pt x="6917040" y="665207"/>
                  </a:lnTo>
                  <a:lnTo>
                    <a:pt x="6917292" y="665207"/>
                  </a:lnTo>
                  <a:lnTo>
                    <a:pt x="6917923" y="665207"/>
                  </a:lnTo>
                  <a:lnTo>
                    <a:pt x="6918553" y="665207"/>
                  </a:lnTo>
                  <a:lnTo>
                    <a:pt x="6918679" y="665207"/>
                  </a:lnTo>
                  <a:lnTo>
                    <a:pt x="6918805" y="665207"/>
                  </a:lnTo>
                  <a:lnTo>
                    <a:pt x="6920192" y="665207"/>
                  </a:lnTo>
                  <a:lnTo>
                    <a:pt x="6920318" y="665207"/>
                  </a:lnTo>
                  <a:lnTo>
                    <a:pt x="6920444" y="665207"/>
                  </a:lnTo>
                  <a:lnTo>
                    <a:pt x="6920697" y="665207"/>
                  </a:lnTo>
                  <a:lnTo>
                    <a:pt x="6922336" y="665207"/>
                  </a:lnTo>
                  <a:lnTo>
                    <a:pt x="6922588" y="665207"/>
                  </a:lnTo>
                  <a:lnTo>
                    <a:pt x="6923344" y="665207"/>
                  </a:lnTo>
                  <a:lnTo>
                    <a:pt x="6923471" y="665207"/>
                  </a:lnTo>
                  <a:lnTo>
                    <a:pt x="6923597" y="665207"/>
                  </a:lnTo>
                  <a:lnTo>
                    <a:pt x="6923723" y="665207"/>
                  </a:lnTo>
                  <a:lnTo>
                    <a:pt x="6923849" y="665207"/>
                  </a:lnTo>
                  <a:lnTo>
                    <a:pt x="6924101" y="665207"/>
                  </a:lnTo>
                  <a:lnTo>
                    <a:pt x="6924353" y="665207"/>
                  </a:lnTo>
                  <a:lnTo>
                    <a:pt x="6924479" y="665207"/>
                  </a:lnTo>
                  <a:lnTo>
                    <a:pt x="6924605" y="665207"/>
                  </a:lnTo>
                  <a:lnTo>
                    <a:pt x="6924858" y="665207"/>
                  </a:lnTo>
                  <a:lnTo>
                    <a:pt x="6925740" y="665207"/>
                  </a:lnTo>
                  <a:lnTo>
                    <a:pt x="6925866" y="665207"/>
                  </a:lnTo>
                  <a:lnTo>
                    <a:pt x="6926118" y="665207"/>
                  </a:lnTo>
                  <a:lnTo>
                    <a:pt x="6926623" y="665207"/>
                  </a:lnTo>
                  <a:lnTo>
                    <a:pt x="6926749" y="665207"/>
                  </a:lnTo>
                  <a:lnTo>
                    <a:pt x="6926875" y="665207"/>
                  </a:lnTo>
                  <a:lnTo>
                    <a:pt x="6927001" y="665207"/>
                  </a:lnTo>
                  <a:lnTo>
                    <a:pt x="6927505" y="665207"/>
                  </a:lnTo>
                  <a:lnTo>
                    <a:pt x="6927631" y="665207"/>
                  </a:lnTo>
                  <a:lnTo>
                    <a:pt x="6927758" y="665207"/>
                  </a:lnTo>
                  <a:lnTo>
                    <a:pt x="6927884" y="665207"/>
                  </a:lnTo>
                  <a:lnTo>
                    <a:pt x="6928010" y="665207"/>
                  </a:lnTo>
                  <a:lnTo>
                    <a:pt x="6928136" y="665207"/>
                  </a:lnTo>
                  <a:lnTo>
                    <a:pt x="6928262" y="665207"/>
                  </a:lnTo>
                  <a:lnTo>
                    <a:pt x="6929649" y="659927"/>
                  </a:lnTo>
                  <a:lnTo>
                    <a:pt x="6929901" y="659927"/>
                  </a:lnTo>
                  <a:lnTo>
                    <a:pt x="6930027" y="659927"/>
                  </a:lnTo>
                  <a:lnTo>
                    <a:pt x="6930279" y="659927"/>
                  </a:lnTo>
                  <a:lnTo>
                    <a:pt x="6930531" y="659927"/>
                  </a:lnTo>
                  <a:lnTo>
                    <a:pt x="6930784" y="659927"/>
                  </a:lnTo>
                  <a:lnTo>
                    <a:pt x="6931036" y="659927"/>
                  </a:lnTo>
                  <a:lnTo>
                    <a:pt x="6932297" y="659927"/>
                  </a:lnTo>
                  <a:lnTo>
                    <a:pt x="6932927" y="659927"/>
                  </a:lnTo>
                  <a:lnTo>
                    <a:pt x="6933305" y="659927"/>
                  </a:lnTo>
                  <a:lnTo>
                    <a:pt x="6933431" y="659927"/>
                  </a:lnTo>
                  <a:lnTo>
                    <a:pt x="6933558" y="659927"/>
                  </a:lnTo>
                  <a:lnTo>
                    <a:pt x="6933810" y="659927"/>
                  </a:lnTo>
                  <a:lnTo>
                    <a:pt x="6933936" y="659927"/>
                  </a:lnTo>
                  <a:lnTo>
                    <a:pt x="6934062" y="659927"/>
                  </a:lnTo>
                  <a:lnTo>
                    <a:pt x="6934314" y="659927"/>
                  </a:lnTo>
                  <a:lnTo>
                    <a:pt x="6934945" y="659927"/>
                  </a:lnTo>
                  <a:lnTo>
                    <a:pt x="6935071" y="659927"/>
                  </a:lnTo>
                  <a:lnTo>
                    <a:pt x="6935197" y="659927"/>
                  </a:lnTo>
                  <a:lnTo>
                    <a:pt x="6935827" y="659927"/>
                  </a:lnTo>
                  <a:lnTo>
                    <a:pt x="6936205" y="659927"/>
                  </a:lnTo>
                  <a:lnTo>
                    <a:pt x="6937214" y="659927"/>
                  </a:lnTo>
                  <a:lnTo>
                    <a:pt x="6937340" y="659927"/>
                  </a:lnTo>
                  <a:lnTo>
                    <a:pt x="6937592" y="659927"/>
                  </a:lnTo>
                  <a:lnTo>
                    <a:pt x="6937718" y="659927"/>
                  </a:lnTo>
                  <a:lnTo>
                    <a:pt x="6938475" y="659927"/>
                  </a:lnTo>
                  <a:lnTo>
                    <a:pt x="6938601" y="659927"/>
                  </a:lnTo>
                  <a:lnTo>
                    <a:pt x="6938727" y="659927"/>
                  </a:lnTo>
                  <a:lnTo>
                    <a:pt x="6939232" y="659927"/>
                  </a:lnTo>
                  <a:lnTo>
                    <a:pt x="6939988" y="659927"/>
                  </a:lnTo>
                  <a:lnTo>
                    <a:pt x="6940745" y="659927"/>
                  </a:lnTo>
                  <a:lnTo>
                    <a:pt x="6940997" y="659927"/>
                  </a:lnTo>
                  <a:lnTo>
                    <a:pt x="6941501" y="659927"/>
                  </a:lnTo>
                  <a:lnTo>
                    <a:pt x="6941627" y="659927"/>
                  </a:lnTo>
                  <a:lnTo>
                    <a:pt x="6941879" y="659927"/>
                  </a:lnTo>
                  <a:lnTo>
                    <a:pt x="6942636" y="659927"/>
                  </a:lnTo>
                  <a:lnTo>
                    <a:pt x="6942888" y="659927"/>
                  </a:lnTo>
                  <a:lnTo>
                    <a:pt x="6943771" y="659927"/>
                  </a:lnTo>
                  <a:lnTo>
                    <a:pt x="6943897" y="659927"/>
                  </a:lnTo>
                  <a:lnTo>
                    <a:pt x="6945032" y="659927"/>
                  </a:lnTo>
                  <a:lnTo>
                    <a:pt x="6945410" y="659927"/>
                  </a:lnTo>
                  <a:lnTo>
                    <a:pt x="6945536" y="659927"/>
                  </a:lnTo>
                  <a:lnTo>
                    <a:pt x="6945788" y="659927"/>
                  </a:lnTo>
                  <a:lnTo>
                    <a:pt x="6946292" y="659927"/>
                  </a:lnTo>
                  <a:lnTo>
                    <a:pt x="6946797" y="659927"/>
                  </a:lnTo>
                  <a:lnTo>
                    <a:pt x="6947805" y="659927"/>
                  </a:lnTo>
                  <a:lnTo>
                    <a:pt x="6948184" y="659927"/>
                  </a:lnTo>
                  <a:lnTo>
                    <a:pt x="6948310" y="659927"/>
                  </a:lnTo>
                  <a:lnTo>
                    <a:pt x="6948436" y="659927"/>
                  </a:lnTo>
                  <a:lnTo>
                    <a:pt x="6948940" y="659927"/>
                  </a:lnTo>
                  <a:lnTo>
                    <a:pt x="6949066" y="659927"/>
                  </a:lnTo>
                  <a:lnTo>
                    <a:pt x="6949445" y="659927"/>
                  </a:lnTo>
                  <a:lnTo>
                    <a:pt x="6949571" y="659927"/>
                  </a:lnTo>
                  <a:lnTo>
                    <a:pt x="6949697" y="654648"/>
                  </a:lnTo>
                  <a:lnTo>
                    <a:pt x="6951588" y="654648"/>
                  </a:lnTo>
                  <a:lnTo>
                    <a:pt x="6951714" y="654648"/>
                  </a:lnTo>
                  <a:lnTo>
                    <a:pt x="6951840" y="654648"/>
                  </a:lnTo>
                  <a:lnTo>
                    <a:pt x="6951966" y="654648"/>
                  </a:lnTo>
                  <a:lnTo>
                    <a:pt x="6952597" y="654648"/>
                  </a:lnTo>
                  <a:lnTo>
                    <a:pt x="6953101" y="654648"/>
                  </a:lnTo>
                  <a:lnTo>
                    <a:pt x="6953227" y="654648"/>
                  </a:lnTo>
                  <a:lnTo>
                    <a:pt x="6953858" y="654648"/>
                  </a:lnTo>
                  <a:lnTo>
                    <a:pt x="6954236" y="654648"/>
                  </a:lnTo>
                  <a:lnTo>
                    <a:pt x="6954362" y="654648"/>
                  </a:lnTo>
                  <a:lnTo>
                    <a:pt x="6954488" y="654648"/>
                  </a:lnTo>
                  <a:lnTo>
                    <a:pt x="6954614" y="654648"/>
                  </a:lnTo>
                  <a:lnTo>
                    <a:pt x="6954866" y="654648"/>
                  </a:lnTo>
                  <a:lnTo>
                    <a:pt x="6955119" y="654648"/>
                  </a:lnTo>
                  <a:lnTo>
                    <a:pt x="6955245" y="654648"/>
                  </a:lnTo>
                  <a:lnTo>
                    <a:pt x="6955371" y="654648"/>
                  </a:lnTo>
                  <a:lnTo>
                    <a:pt x="6956632" y="654648"/>
                  </a:lnTo>
                  <a:lnTo>
                    <a:pt x="6957892" y="654648"/>
                  </a:lnTo>
                  <a:lnTo>
                    <a:pt x="6958145" y="654648"/>
                  </a:lnTo>
                  <a:lnTo>
                    <a:pt x="6958901" y="654648"/>
                  </a:lnTo>
                  <a:lnTo>
                    <a:pt x="6959027" y="654648"/>
                  </a:lnTo>
                  <a:lnTo>
                    <a:pt x="6959153" y="654648"/>
                  </a:lnTo>
                  <a:lnTo>
                    <a:pt x="6959406" y="654648"/>
                  </a:lnTo>
                  <a:lnTo>
                    <a:pt x="6959910" y="654648"/>
                  </a:lnTo>
                  <a:lnTo>
                    <a:pt x="6960036" y="654648"/>
                  </a:lnTo>
                  <a:lnTo>
                    <a:pt x="6960162" y="654648"/>
                  </a:lnTo>
                  <a:lnTo>
                    <a:pt x="6960288" y="654648"/>
                  </a:lnTo>
                  <a:lnTo>
                    <a:pt x="6960414" y="654648"/>
                  </a:lnTo>
                  <a:lnTo>
                    <a:pt x="6960666" y="654648"/>
                  </a:lnTo>
                  <a:lnTo>
                    <a:pt x="6960792" y="654648"/>
                  </a:lnTo>
                  <a:lnTo>
                    <a:pt x="6961045" y="654648"/>
                  </a:lnTo>
                  <a:lnTo>
                    <a:pt x="6961171" y="654648"/>
                  </a:lnTo>
                  <a:lnTo>
                    <a:pt x="6961297" y="654648"/>
                  </a:lnTo>
                  <a:lnTo>
                    <a:pt x="6961423" y="654648"/>
                  </a:lnTo>
                  <a:lnTo>
                    <a:pt x="6961549" y="654648"/>
                  </a:lnTo>
                  <a:lnTo>
                    <a:pt x="6961801" y="654648"/>
                  </a:lnTo>
                  <a:lnTo>
                    <a:pt x="6961927" y="654648"/>
                  </a:lnTo>
                  <a:lnTo>
                    <a:pt x="6962306" y="654648"/>
                  </a:lnTo>
                  <a:lnTo>
                    <a:pt x="6962684" y="654648"/>
                  </a:lnTo>
                  <a:lnTo>
                    <a:pt x="6962936" y="654648"/>
                  </a:lnTo>
                  <a:lnTo>
                    <a:pt x="6963062" y="654648"/>
                  </a:lnTo>
                  <a:lnTo>
                    <a:pt x="6963188" y="654648"/>
                  </a:lnTo>
                  <a:lnTo>
                    <a:pt x="6963566" y="654648"/>
                  </a:lnTo>
                  <a:lnTo>
                    <a:pt x="6963693" y="654648"/>
                  </a:lnTo>
                  <a:lnTo>
                    <a:pt x="6964197" y="654648"/>
                  </a:lnTo>
                  <a:lnTo>
                    <a:pt x="6964449" y="654648"/>
                  </a:lnTo>
                  <a:lnTo>
                    <a:pt x="6964827" y="654648"/>
                  </a:lnTo>
                  <a:lnTo>
                    <a:pt x="6965079" y="654648"/>
                  </a:lnTo>
                  <a:lnTo>
                    <a:pt x="6965584" y="654648"/>
                  </a:lnTo>
                  <a:lnTo>
                    <a:pt x="6965710" y="654648"/>
                  </a:lnTo>
                  <a:lnTo>
                    <a:pt x="6966214" y="654648"/>
                  </a:lnTo>
                  <a:lnTo>
                    <a:pt x="6966340" y="654648"/>
                  </a:lnTo>
                  <a:lnTo>
                    <a:pt x="6967223" y="654648"/>
                  </a:lnTo>
                  <a:lnTo>
                    <a:pt x="6967349" y="654648"/>
                  </a:lnTo>
                  <a:lnTo>
                    <a:pt x="6967475" y="654648"/>
                  </a:lnTo>
                  <a:lnTo>
                    <a:pt x="6967979" y="654648"/>
                  </a:lnTo>
                  <a:lnTo>
                    <a:pt x="6969114" y="654648"/>
                  </a:lnTo>
                  <a:lnTo>
                    <a:pt x="6969493" y="654648"/>
                  </a:lnTo>
                  <a:lnTo>
                    <a:pt x="6970501" y="654648"/>
                  </a:lnTo>
                  <a:lnTo>
                    <a:pt x="6970753" y="654648"/>
                  </a:lnTo>
                  <a:lnTo>
                    <a:pt x="6971006" y="654648"/>
                  </a:lnTo>
                  <a:lnTo>
                    <a:pt x="6971258" y="654648"/>
                  </a:lnTo>
                  <a:lnTo>
                    <a:pt x="6971384" y="654648"/>
                  </a:lnTo>
                  <a:lnTo>
                    <a:pt x="6971510" y="654648"/>
                  </a:lnTo>
                  <a:lnTo>
                    <a:pt x="6971636" y="654648"/>
                  </a:lnTo>
                  <a:lnTo>
                    <a:pt x="6971762" y="654648"/>
                  </a:lnTo>
                  <a:lnTo>
                    <a:pt x="6972393" y="654648"/>
                  </a:lnTo>
                  <a:lnTo>
                    <a:pt x="6972771" y="654648"/>
                  </a:lnTo>
                  <a:lnTo>
                    <a:pt x="6973149" y="654648"/>
                  </a:lnTo>
                  <a:lnTo>
                    <a:pt x="6973275" y="654648"/>
                  </a:lnTo>
                  <a:lnTo>
                    <a:pt x="6973906" y="654648"/>
                  </a:lnTo>
                  <a:lnTo>
                    <a:pt x="6974032" y="654648"/>
                  </a:lnTo>
                  <a:lnTo>
                    <a:pt x="6974158" y="654648"/>
                  </a:lnTo>
                  <a:lnTo>
                    <a:pt x="6974788" y="654648"/>
                  </a:lnTo>
                  <a:lnTo>
                    <a:pt x="6975040" y="654648"/>
                  </a:lnTo>
                  <a:lnTo>
                    <a:pt x="6975671" y="654648"/>
                  </a:lnTo>
                  <a:lnTo>
                    <a:pt x="6975797" y="654648"/>
                  </a:lnTo>
                  <a:lnTo>
                    <a:pt x="6976806" y="654648"/>
                  </a:lnTo>
                  <a:lnTo>
                    <a:pt x="6976932" y="654648"/>
                  </a:lnTo>
                  <a:lnTo>
                    <a:pt x="6977058" y="654648"/>
                  </a:lnTo>
                  <a:lnTo>
                    <a:pt x="6977562" y="654648"/>
                  </a:lnTo>
                  <a:lnTo>
                    <a:pt x="6977940" y="654648"/>
                  </a:lnTo>
                  <a:lnTo>
                    <a:pt x="6978319" y="654648"/>
                  </a:lnTo>
                  <a:lnTo>
                    <a:pt x="6978445" y="654648"/>
                  </a:lnTo>
                  <a:lnTo>
                    <a:pt x="6978571" y="654648"/>
                  </a:lnTo>
                  <a:lnTo>
                    <a:pt x="6978823" y="654648"/>
                  </a:lnTo>
                  <a:lnTo>
                    <a:pt x="6978949" y="654648"/>
                  </a:lnTo>
                  <a:lnTo>
                    <a:pt x="6979075" y="654648"/>
                  </a:lnTo>
                  <a:lnTo>
                    <a:pt x="6979201" y="654648"/>
                  </a:lnTo>
                  <a:lnTo>
                    <a:pt x="6980210" y="654648"/>
                  </a:lnTo>
                  <a:lnTo>
                    <a:pt x="6981093" y="654648"/>
                  </a:lnTo>
                  <a:lnTo>
                    <a:pt x="6981723" y="654648"/>
                  </a:lnTo>
                  <a:lnTo>
                    <a:pt x="6982101" y="654648"/>
                  </a:lnTo>
                  <a:lnTo>
                    <a:pt x="6982227" y="654648"/>
                  </a:lnTo>
                  <a:lnTo>
                    <a:pt x="6982480" y="654648"/>
                  </a:lnTo>
                  <a:lnTo>
                    <a:pt x="6982606" y="654648"/>
                  </a:lnTo>
                  <a:lnTo>
                    <a:pt x="6982858" y="654648"/>
                  </a:lnTo>
                  <a:lnTo>
                    <a:pt x="6982984" y="654648"/>
                  </a:lnTo>
                  <a:lnTo>
                    <a:pt x="6983488" y="654648"/>
                  </a:lnTo>
                  <a:lnTo>
                    <a:pt x="6983614" y="654648"/>
                  </a:lnTo>
                  <a:lnTo>
                    <a:pt x="6983740" y="654648"/>
                  </a:lnTo>
                  <a:lnTo>
                    <a:pt x="6984245" y="654648"/>
                  </a:lnTo>
                  <a:lnTo>
                    <a:pt x="6984371" y="654648"/>
                  </a:lnTo>
                  <a:lnTo>
                    <a:pt x="6984497" y="654648"/>
                  </a:lnTo>
                  <a:lnTo>
                    <a:pt x="6984875" y="654648"/>
                  </a:lnTo>
                  <a:lnTo>
                    <a:pt x="6985001" y="654648"/>
                  </a:lnTo>
                  <a:lnTo>
                    <a:pt x="6985253" y="654648"/>
                  </a:lnTo>
                  <a:lnTo>
                    <a:pt x="6986262" y="654648"/>
                  </a:lnTo>
                  <a:lnTo>
                    <a:pt x="6986514" y="654648"/>
                  </a:lnTo>
                  <a:lnTo>
                    <a:pt x="6986640" y="654648"/>
                  </a:lnTo>
                  <a:lnTo>
                    <a:pt x="6986767" y="654648"/>
                  </a:lnTo>
                  <a:lnTo>
                    <a:pt x="6987019" y="654648"/>
                  </a:lnTo>
                  <a:lnTo>
                    <a:pt x="6987397" y="654648"/>
                  </a:lnTo>
                  <a:lnTo>
                    <a:pt x="6988154" y="654648"/>
                  </a:lnTo>
                  <a:lnTo>
                    <a:pt x="6988784" y="654648"/>
                  </a:lnTo>
                  <a:lnTo>
                    <a:pt x="6988910" y="654648"/>
                  </a:lnTo>
                  <a:lnTo>
                    <a:pt x="6989036" y="654648"/>
                  </a:lnTo>
                  <a:lnTo>
                    <a:pt x="6989288" y="654648"/>
                  </a:lnTo>
                  <a:lnTo>
                    <a:pt x="6989919" y="654648"/>
                  </a:lnTo>
                  <a:lnTo>
                    <a:pt x="6990297" y="654648"/>
                  </a:lnTo>
                  <a:lnTo>
                    <a:pt x="6990801" y="654648"/>
                  </a:lnTo>
                  <a:lnTo>
                    <a:pt x="6991810" y="649368"/>
                  </a:lnTo>
                  <a:lnTo>
                    <a:pt x="6992693" y="649368"/>
                  </a:lnTo>
                  <a:lnTo>
                    <a:pt x="6992945" y="649368"/>
                  </a:lnTo>
                  <a:lnTo>
                    <a:pt x="6993449" y="649368"/>
                  </a:lnTo>
                  <a:lnTo>
                    <a:pt x="6994206" y="649368"/>
                  </a:lnTo>
                  <a:lnTo>
                    <a:pt x="6994332" y="649368"/>
                  </a:lnTo>
                  <a:lnTo>
                    <a:pt x="6994584" y="649368"/>
                  </a:lnTo>
                  <a:lnTo>
                    <a:pt x="6994710" y="649368"/>
                  </a:lnTo>
                  <a:lnTo>
                    <a:pt x="6995214" y="649368"/>
                  </a:lnTo>
                  <a:lnTo>
                    <a:pt x="6995593" y="649368"/>
                  </a:lnTo>
                  <a:lnTo>
                    <a:pt x="6995719" y="649368"/>
                  </a:lnTo>
                  <a:lnTo>
                    <a:pt x="6995971" y="649368"/>
                  </a:lnTo>
                  <a:lnTo>
                    <a:pt x="6996223" y="649368"/>
                  </a:lnTo>
                  <a:lnTo>
                    <a:pt x="6996475" y="649368"/>
                  </a:lnTo>
                  <a:lnTo>
                    <a:pt x="6997358" y="649368"/>
                  </a:lnTo>
                  <a:lnTo>
                    <a:pt x="6997484" y="649368"/>
                  </a:lnTo>
                  <a:lnTo>
                    <a:pt x="6997988" y="649368"/>
                  </a:lnTo>
                  <a:lnTo>
                    <a:pt x="6998114" y="649368"/>
                  </a:lnTo>
                  <a:lnTo>
                    <a:pt x="6998493" y="649368"/>
                  </a:lnTo>
                  <a:lnTo>
                    <a:pt x="6998619" y="649368"/>
                  </a:lnTo>
                  <a:lnTo>
                    <a:pt x="6999501" y="649368"/>
                  </a:lnTo>
                  <a:lnTo>
                    <a:pt x="6999627" y="649368"/>
                  </a:lnTo>
                  <a:lnTo>
                    <a:pt x="6999754" y="649368"/>
                  </a:lnTo>
                  <a:lnTo>
                    <a:pt x="6999880" y="649368"/>
                  </a:lnTo>
                  <a:lnTo>
                    <a:pt x="7000006" y="649368"/>
                  </a:lnTo>
                  <a:lnTo>
                    <a:pt x="7000510" y="649368"/>
                  </a:lnTo>
                  <a:lnTo>
                    <a:pt x="7001897" y="644089"/>
                  </a:lnTo>
                  <a:lnTo>
                    <a:pt x="7002654" y="644089"/>
                  </a:lnTo>
                  <a:lnTo>
                    <a:pt x="7002906" y="644089"/>
                  </a:lnTo>
                  <a:lnTo>
                    <a:pt x="7003032" y="644089"/>
                  </a:lnTo>
                  <a:lnTo>
                    <a:pt x="7003158" y="644089"/>
                  </a:lnTo>
                  <a:lnTo>
                    <a:pt x="7003662" y="644089"/>
                  </a:lnTo>
                  <a:lnTo>
                    <a:pt x="7003788" y="644089"/>
                  </a:lnTo>
                  <a:lnTo>
                    <a:pt x="7003914" y="644089"/>
                  </a:lnTo>
                  <a:lnTo>
                    <a:pt x="7004041" y="644089"/>
                  </a:lnTo>
                  <a:lnTo>
                    <a:pt x="7004545" y="644089"/>
                  </a:lnTo>
                  <a:lnTo>
                    <a:pt x="7004671" y="644089"/>
                  </a:lnTo>
                  <a:lnTo>
                    <a:pt x="7004797" y="644089"/>
                  </a:lnTo>
                  <a:lnTo>
                    <a:pt x="7005301" y="644089"/>
                  </a:lnTo>
                  <a:lnTo>
                    <a:pt x="7005680" y="644089"/>
                  </a:lnTo>
                  <a:lnTo>
                    <a:pt x="7005806" y="644089"/>
                  </a:lnTo>
                  <a:lnTo>
                    <a:pt x="7006184" y="644089"/>
                  </a:lnTo>
                  <a:lnTo>
                    <a:pt x="7007193" y="644089"/>
                  </a:lnTo>
                  <a:lnTo>
                    <a:pt x="7007571" y="644089"/>
                  </a:lnTo>
                  <a:lnTo>
                    <a:pt x="7007823" y="644089"/>
                  </a:lnTo>
                  <a:lnTo>
                    <a:pt x="7007949" y="644089"/>
                  </a:lnTo>
                  <a:lnTo>
                    <a:pt x="7008075" y="644089"/>
                  </a:lnTo>
                  <a:lnTo>
                    <a:pt x="7008201" y="644089"/>
                  </a:lnTo>
                  <a:lnTo>
                    <a:pt x="7008328" y="644089"/>
                  </a:lnTo>
                  <a:lnTo>
                    <a:pt x="7008454" y="644089"/>
                  </a:lnTo>
                  <a:lnTo>
                    <a:pt x="7008832" y="644089"/>
                  </a:lnTo>
                  <a:lnTo>
                    <a:pt x="7009841" y="644089"/>
                  </a:lnTo>
                  <a:lnTo>
                    <a:pt x="7010723" y="644089"/>
                  </a:lnTo>
                  <a:lnTo>
                    <a:pt x="7010849" y="644089"/>
                  </a:lnTo>
                  <a:lnTo>
                    <a:pt x="7010975" y="644089"/>
                  </a:lnTo>
                  <a:lnTo>
                    <a:pt x="7011101" y="644089"/>
                  </a:lnTo>
                  <a:lnTo>
                    <a:pt x="7011480" y="644089"/>
                  </a:lnTo>
                  <a:lnTo>
                    <a:pt x="7011732" y="644089"/>
                  </a:lnTo>
                  <a:lnTo>
                    <a:pt x="7011858" y="644089"/>
                  </a:lnTo>
                  <a:lnTo>
                    <a:pt x="7012236" y="644089"/>
                  </a:lnTo>
                  <a:lnTo>
                    <a:pt x="7012741" y="638809"/>
                  </a:lnTo>
                  <a:lnTo>
                    <a:pt x="7013119" y="638809"/>
                  </a:lnTo>
                  <a:lnTo>
                    <a:pt x="7013245" y="638809"/>
                  </a:lnTo>
                  <a:lnTo>
                    <a:pt x="7013623" y="638809"/>
                  </a:lnTo>
                  <a:lnTo>
                    <a:pt x="7013749" y="638809"/>
                  </a:lnTo>
                  <a:lnTo>
                    <a:pt x="7013875" y="638809"/>
                  </a:lnTo>
                  <a:lnTo>
                    <a:pt x="7016019" y="633530"/>
                  </a:lnTo>
                  <a:lnTo>
                    <a:pt x="7016397" y="633530"/>
                  </a:lnTo>
                  <a:lnTo>
                    <a:pt x="7016523" y="633530"/>
                  </a:lnTo>
                  <a:lnTo>
                    <a:pt x="7016775" y="633530"/>
                  </a:lnTo>
                  <a:lnTo>
                    <a:pt x="7017028" y="633530"/>
                  </a:lnTo>
                  <a:lnTo>
                    <a:pt x="7017154" y="633530"/>
                  </a:lnTo>
                  <a:lnTo>
                    <a:pt x="7017280" y="633530"/>
                  </a:lnTo>
                  <a:lnTo>
                    <a:pt x="7017910" y="633530"/>
                  </a:lnTo>
                  <a:lnTo>
                    <a:pt x="7018162" y="633530"/>
                  </a:lnTo>
                  <a:lnTo>
                    <a:pt x="7018288" y="633530"/>
                  </a:lnTo>
                  <a:lnTo>
                    <a:pt x="7018415" y="633530"/>
                  </a:lnTo>
                  <a:lnTo>
                    <a:pt x="7018667" y="633530"/>
                  </a:lnTo>
                  <a:lnTo>
                    <a:pt x="7018793" y="633530"/>
                  </a:lnTo>
                  <a:lnTo>
                    <a:pt x="7019297" y="633530"/>
                  </a:lnTo>
                  <a:lnTo>
                    <a:pt x="7019423" y="633530"/>
                  </a:lnTo>
                  <a:lnTo>
                    <a:pt x="7019549" y="633530"/>
                  </a:lnTo>
                  <a:lnTo>
                    <a:pt x="7020054" y="633530"/>
                  </a:lnTo>
                  <a:lnTo>
                    <a:pt x="7021567" y="633530"/>
                  </a:lnTo>
                  <a:lnTo>
                    <a:pt x="7021693" y="633530"/>
                  </a:lnTo>
                  <a:lnTo>
                    <a:pt x="7021945" y="633530"/>
                  </a:lnTo>
                  <a:lnTo>
                    <a:pt x="7022071" y="633530"/>
                  </a:lnTo>
                  <a:lnTo>
                    <a:pt x="7022323" y="633530"/>
                  </a:lnTo>
                  <a:lnTo>
                    <a:pt x="7022702" y="633530"/>
                  </a:lnTo>
                  <a:lnTo>
                    <a:pt x="7022828" y="633530"/>
                  </a:lnTo>
                  <a:lnTo>
                    <a:pt x="7023080" y="633530"/>
                  </a:lnTo>
                  <a:lnTo>
                    <a:pt x="7023458" y="633530"/>
                  </a:lnTo>
                  <a:lnTo>
                    <a:pt x="7023584" y="633530"/>
                  </a:lnTo>
                  <a:lnTo>
                    <a:pt x="7023836" y="633530"/>
                  </a:lnTo>
                  <a:lnTo>
                    <a:pt x="7025097" y="633530"/>
                  </a:lnTo>
                  <a:lnTo>
                    <a:pt x="7025349" y="633530"/>
                  </a:lnTo>
                  <a:lnTo>
                    <a:pt x="7025475" y="633530"/>
                  </a:lnTo>
                  <a:lnTo>
                    <a:pt x="7025728" y="633530"/>
                  </a:lnTo>
                  <a:lnTo>
                    <a:pt x="7025980" y="633530"/>
                  </a:lnTo>
                  <a:lnTo>
                    <a:pt x="7026106" y="633530"/>
                  </a:lnTo>
                  <a:lnTo>
                    <a:pt x="7028123" y="633530"/>
                  </a:lnTo>
                  <a:lnTo>
                    <a:pt x="7028249" y="633530"/>
                  </a:lnTo>
                  <a:lnTo>
                    <a:pt x="7028502" y="633530"/>
                  </a:lnTo>
                  <a:lnTo>
                    <a:pt x="7028628" y="633530"/>
                  </a:lnTo>
                  <a:lnTo>
                    <a:pt x="7028880" y="633530"/>
                  </a:lnTo>
                  <a:lnTo>
                    <a:pt x="7029132" y="633530"/>
                  </a:lnTo>
                  <a:lnTo>
                    <a:pt x="7029258" y="633530"/>
                  </a:lnTo>
                  <a:lnTo>
                    <a:pt x="7029384" y="633530"/>
                  </a:lnTo>
                  <a:lnTo>
                    <a:pt x="7029510" y="633530"/>
                  </a:lnTo>
                  <a:lnTo>
                    <a:pt x="7030015" y="633530"/>
                  </a:lnTo>
                  <a:lnTo>
                    <a:pt x="7030771" y="633530"/>
                  </a:lnTo>
                  <a:lnTo>
                    <a:pt x="7030897" y="633530"/>
                  </a:lnTo>
                  <a:lnTo>
                    <a:pt x="7031023" y="633530"/>
                  </a:lnTo>
                  <a:lnTo>
                    <a:pt x="7031275" y="633530"/>
                  </a:lnTo>
                  <a:lnTo>
                    <a:pt x="7031402" y="633530"/>
                  </a:lnTo>
                  <a:lnTo>
                    <a:pt x="7031528" y="633530"/>
                  </a:lnTo>
                  <a:lnTo>
                    <a:pt x="7031780" y="633530"/>
                  </a:lnTo>
                  <a:lnTo>
                    <a:pt x="7032536" y="633530"/>
                  </a:lnTo>
                  <a:lnTo>
                    <a:pt x="7032662" y="633530"/>
                  </a:lnTo>
                  <a:lnTo>
                    <a:pt x="7032915" y="633530"/>
                  </a:lnTo>
                  <a:lnTo>
                    <a:pt x="7033041" y="633530"/>
                  </a:lnTo>
                  <a:lnTo>
                    <a:pt x="7033419" y="633530"/>
                  </a:lnTo>
                  <a:lnTo>
                    <a:pt x="7033545" y="633530"/>
                  </a:lnTo>
                  <a:lnTo>
                    <a:pt x="7034175" y="633530"/>
                  </a:lnTo>
                  <a:lnTo>
                    <a:pt x="7034302" y="633530"/>
                  </a:lnTo>
                  <a:lnTo>
                    <a:pt x="7035058" y="633530"/>
                  </a:lnTo>
                  <a:lnTo>
                    <a:pt x="7036067" y="633530"/>
                  </a:lnTo>
                  <a:lnTo>
                    <a:pt x="7036193" y="633530"/>
                  </a:lnTo>
                  <a:lnTo>
                    <a:pt x="7036445" y="633530"/>
                  </a:lnTo>
                  <a:lnTo>
                    <a:pt x="7037076" y="633530"/>
                  </a:lnTo>
                  <a:lnTo>
                    <a:pt x="7037202" y="633530"/>
                  </a:lnTo>
                  <a:lnTo>
                    <a:pt x="7037328" y="633530"/>
                  </a:lnTo>
                  <a:lnTo>
                    <a:pt x="7037580" y="633530"/>
                  </a:lnTo>
                  <a:lnTo>
                    <a:pt x="7037832" y="633530"/>
                  </a:lnTo>
                  <a:lnTo>
                    <a:pt x="7037958" y="633530"/>
                  </a:lnTo>
                  <a:lnTo>
                    <a:pt x="7038210" y="633530"/>
                  </a:lnTo>
                  <a:lnTo>
                    <a:pt x="7038462" y="633530"/>
                  </a:lnTo>
                  <a:lnTo>
                    <a:pt x="7038841" y="633530"/>
                  </a:lnTo>
                  <a:lnTo>
                    <a:pt x="7038967" y="633530"/>
                  </a:lnTo>
                  <a:lnTo>
                    <a:pt x="7039219" y="633530"/>
                  </a:lnTo>
                  <a:lnTo>
                    <a:pt x="7039345" y="633530"/>
                  </a:lnTo>
                  <a:lnTo>
                    <a:pt x="7041741" y="633530"/>
                  </a:lnTo>
                  <a:lnTo>
                    <a:pt x="7041867" y="633530"/>
                  </a:lnTo>
                  <a:lnTo>
                    <a:pt x="7042245" y="633530"/>
                  </a:lnTo>
                  <a:lnTo>
                    <a:pt x="7042497" y="633530"/>
                  </a:lnTo>
                  <a:lnTo>
                    <a:pt x="7043002" y="633530"/>
                  </a:lnTo>
                  <a:lnTo>
                    <a:pt x="7043128" y="633530"/>
                  </a:lnTo>
                  <a:lnTo>
                    <a:pt x="7043128" y="628251"/>
                  </a:lnTo>
                  <a:lnTo>
                    <a:pt x="7043254" y="628251"/>
                  </a:lnTo>
                  <a:lnTo>
                    <a:pt x="7043380" y="628251"/>
                  </a:lnTo>
                  <a:lnTo>
                    <a:pt x="7043506" y="628251"/>
                  </a:lnTo>
                  <a:lnTo>
                    <a:pt x="7043884" y="622971"/>
                  </a:lnTo>
                  <a:lnTo>
                    <a:pt x="7044389" y="622971"/>
                  </a:lnTo>
                  <a:lnTo>
                    <a:pt x="7045271" y="622971"/>
                  </a:lnTo>
                  <a:lnTo>
                    <a:pt x="7045397" y="622971"/>
                  </a:lnTo>
                  <a:lnTo>
                    <a:pt x="7045649" y="622971"/>
                  </a:lnTo>
                  <a:lnTo>
                    <a:pt x="7045776" y="622971"/>
                  </a:lnTo>
                  <a:lnTo>
                    <a:pt x="7046028" y="622971"/>
                  </a:lnTo>
                  <a:lnTo>
                    <a:pt x="7046784" y="622971"/>
                  </a:lnTo>
                  <a:lnTo>
                    <a:pt x="7047289" y="622971"/>
                  </a:lnTo>
                  <a:lnTo>
                    <a:pt x="7047667" y="622971"/>
                  </a:lnTo>
                  <a:lnTo>
                    <a:pt x="7048171" y="622971"/>
                  </a:lnTo>
                  <a:lnTo>
                    <a:pt x="7048423" y="622971"/>
                  </a:lnTo>
                  <a:lnTo>
                    <a:pt x="7048802" y="622971"/>
                  </a:lnTo>
                  <a:lnTo>
                    <a:pt x="7048928" y="622971"/>
                  </a:lnTo>
                  <a:lnTo>
                    <a:pt x="7049054" y="622971"/>
                  </a:lnTo>
                  <a:lnTo>
                    <a:pt x="7049432" y="622971"/>
                  </a:lnTo>
                  <a:lnTo>
                    <a:pt x="7049558" y="622971"/>
                  </a:lnTo>
                  <a:lnTo>
                    <a:pt x="7049936" y="622971"/>
                  </a:lnTo>
                  <a:lnTo>
                    <a:pt x="7050441" y="622971"/>
                  </a:lnTo>
                  <a:lnTo>
                    <a:pt x="7051197" y="622971"/>
                  </a:lnTo>
                  <a:lnTo>
                    <a:pt x="7051449" y="622971"/>
                  </a:lnTo>
                  <a:lnTo>
                    <a:pt x="7052710" y="622971"/>
                  </a:lnTo>
                  <a:lnTo>
                    <a:pt x="7053215" y="622971"/>
                  </a:lnTo>
                  <a:lnTo>
                    <a:pt x="7053341" y="622971"/>
                  </a:lnTo>
                  <a:lnTo>
                    <a:pt x="7053467" y="622971"/>
                  </a:lnTo>
                  <a:lnTo>
                    <a:pt x="7053845" y="622971"/>
                  </a:lnTo>
                  <a:lnTo>
                    <a:pt x="7053971" y="622971"/>
                  </a:lnTo>
                  <a:lnTo>
                    <a:pt x="7054728" y="622971"/>
                  </a:lnTo>
                  <a:lnTo>
                    <a:pt x="7055232" y="622971"/>
                  </a:lnTo>
                  <a:lnTo>
                    <a:pt x="7055484" y="622971"/>
                  </a:lnTo>
                  <a:lnTo>
                    <a:pt x="7055989" y="622971"/>
                  </a:lnTo>
                  <a:lnTo>
                    <a:pt x="7056115" y="622971"/>
                  </a:lnTo>
                  <a:lnTo>
                    <a:pt x="7056241" y="622971"/>
                  </a:lnTo>
                  <a:lnTo>
                    <a:pt x="7056619" y="622971"/>
                  </a:lnTo>
                  <a:lnTo>
                    <a:pt x="7056871" y="622971"/>
                  </a:lnTo>
                  <a:lnTo>
                    <a:pt x="7057628" y="622971"/>
                  </a:lnTo>
                  <a:lnTo>
                    <a:pt x="7057754" y="622971"/>
                  </a:lnTo>
                  <a:lnTo>
                    <a:pt x="7057880" y="622971"/>
                  </a:lnTo>
                  <a:lnTo>
                    <a:pt x="7058384" y="622971"/>
                  </a:lnTo>
                  <a:lnTo>
                    <a:pt x="7058763" y="622971"/>
                  </a:lnTo>
                  <a:lnTo>
                    <a:pt x="7059141" y="622971"/>
                  </a:lnTo>
                  <a:lnTo>
                    <a:pt x="7059897" y="622971"/>
                  </a:lnTo>
                  <a:lnTo>
                    <a:pt x="7060150" y="622971"/>
                  </a:lnTo>
                  <a:lnTo>
                    <a:pt x="7060276" y="622971"/>
                  </a:lnTo>
                  <a:lnTo>
                    <a:pt x="7060402" y="622971"/>
                  </a:lnTo>
                  <a:lnTo>
                    <a:pt x="7060528" y="622971"/>
                  </a:lnTo>
                  <a:lnTo>
                    <a:pt x="7060780" y="622971"/>
                  </a:lnTo>
                  <a:lnTo>
                    <a:pt x="7060906" y="617692"/>
                  </a:lnTo>
                  <a:lnTo>
                    <a:pt x="7061158" y="617692"/>
                  </a:lnTo>
                  <a:lnTo>
                    <a:pt x="7061284" y="617692"/>
                  </a:lnTo>
                  <a:lnTo>
                    <a:pt x="7061410" y="617692"/>
                  </a:lnTo>
                  <a:lnTo>
                    <a:pt x="7063680" y="617692"/>
                  </a:lnTo>
                  <a:lnTo>
                    <a:pt x="7063806" y="617692"/>
                  </a:lnTo>
                  <a:lnTo>
                    <a:pt x="7064058" y="617692"/>
                  </a:lnTo>
                  <a:lnTo>
                    <a:pt x="7064184" y="617692"/>
                  </a:lnTo>
                  <a:lnTo>
                    <a:pt x="7064437" y="617692"/>
                  </a:lnTo>
                  <a:lnTo>
                    <a:pt x="7064563" y="617692"/>
                  </a:lnTo>
                  <a:lnTo>
                    <a:pt x="7064689" y="617692"/>
                  </a:lnTo>
                  <a:lnTo>
                    <a:pt x="7064941" y="617692"/>
                  </a:lnTo>
                  <a:lnTo>
                    <a:pt x="7065193" y="617692"/>
                  </a:lnTo>
                  <a:lnTo>
                    <a:pt x="7065697" y="617692"/>
                  </a:lnTo>
                  <a:lnTo>
                    <a:pt x="7066202" y="617692"/>
                  </a:lnTo>
                  <a:lnTo>
                    <a:pt x="7067210" y="617692"/>
                  </a:lnTo>
                  <a:lnTo>
                    <a:pt x="7067337" y="617692"/>
                  </a:lnTo>
                  <a:lnTo>
                    <a:pt x="7067967" y="617692"/>
                  </a:lnTo>
                  <a:lnTo>
                    <a:pt x="7068093" y="617692"/>
                  </a:lnTo>
                  <a:lnTo>
                    <a:pt x="7068219" y="617692"/>
                  </a:lnTo>
                  <a:lnTo>
                    <a:pt x="7068471" y="617692"/>
                  </a:lnTo>
                  <a:lnTo>
                    <a:pt x="7068597" y="617692"/>
                  </a:lnTo>
                  <a:lnTo>
                    <a:pt x="7068976" y="617692"/>
                  </a:lnTo>
                  <a:lnTo>
                    <a:pt x="7069102" y="617692"/>
                  </a:lnTo>
                  <a:lnTo>
                    <a:pt x="7069354" y="617692"/>
                  </a:lnTo>
                  <a:lnTo>
                    <a:pt x="7069984" y="617692"/>
                  </a:lnTo>
                  <a:lnTo>
                    <a:pt x="7070363" y="617692"/>
                  </a:lnTo>
                  <a:lnTo>
                    <a:pt x="7070489" y="617692"/>
                  </a:lnTo>
                  <a:lnTo>
                    <a:pt x="7070615" y="617692"/>
                  </a:lnTo>
                  <a:lnTo>
                    <a:pt x="7071750" y="617692"/>
                  </a:lnTo>
                  <a:lnTo>
                    <a:pt x="7071876" y="617692"/>
                  </a:lnTo>
                  <a:lnTo>
                    <a:pt x="7072002" y="617692"/>
                  </a:lnTo>
                  <a:lnTo>
                    <a:pt x="7072128" y="617692"/>
                  </a:lnTo>
                  <a:lnTo>
                    <a:pt x="7072506" y="617692"/>
                  </a:lnTo>
                  <a:lnTo>
                    <a:pt x="7072632" y="617692"/>
                  </a:lnTo>
                  <a:lnTo>
                    <a:pt x="7073137" y="612412"/>
                  </a:lnTo>
                  <a:lnTo>
                    <a:pt x="7073767" y="612412"/>
                  </a:lnTo>
                  <a:lnTo>
                    <a:pt x="7074019" y="612412"/>
                  </a:lnTo>
                  <a:lnTo>
                    <a:pt x="7074397" y="612412"/>
                  </a:lnTo>
                  <a:lnTo>
                    <a:pt x="7074524" y="612412"/>
                  </a:lnTo>
                  <a:lnTo>
                    <a:pt x="7074650" y="612412"/>
                  </a:lnTo>
                  <a:lnTo>
                    <a:pt x="7075406" y="612412"/>
                  </a:lnTo>
                  <a:lnTo>
                    <a:pt x="7075532" y="612412"/>
                  </a:lnTo>
                  <a:lnTo>
                    <a:pt x="7075658" y="612412"/>
                  </a:lnTo>
                  <a:lnTo>
                    <a:pt x="7075784" y="612412"/>
                  </a:lnTo>
                  <a:lnTo>
                    <a:pt x="7076163" y="612412"/>
                  </a:lnTo>
                  <a:lnTo>
                    <a:pt x="7076667" y="612412"/>
                  </a:lnTo>
                  <a:lnTo>
                    <a:pt x="7077424" y="612412"/>
                  </a:lnTo>
                  <a:lnTo>
                    <a:pt x="7077550" y="612412"/>
                  </a:lnTo>
                  <a:lnTo>
                    <a:pt x="7077928" y="612412"/>
                  </a:lnTo>
                  <a:lnTo>
                    <a:pt x="7078558" y="612412"/>
                  </a:lnTo>
                  <a:lnTo>
                    <a:pt x="7078684" y="612412"/>
                  </a:lnTo>
                  <a:lnTo>
                    <a:pt x="7078684" y="607133"/>
                  </a:lnTo>
                  <a:lnTo>
                    <a:pt x="7080576" y="607133"/>
                  </a:lnTo>
                  <a:lnTo>
                    <a:pt x="7080702" y="607133"/>
                  </a:lnTo>
                  <a:lnTo>
                    <a:pt x="7081332" y="607133"/>
                  </a:lnTo>
                  <a:lnTo>
                    <a:pt x="7081711" y="607133"/>
                  </a:lnTo>
                  <a:lnTo>
                    <a:pt x="7081837" y="607133"/>
                  </a:lnTo>
                  <a:lnTo>
                    <a:pt x="7082089" y="607133"/>
                  </a:lnTo>
                  <a:lnTo>
                    <a:pt x="7082215" y="607133"/>
                  </a:lnTo>
                  <a:lnTo>
                    <a:pt x="7082467" y="607133"/>
                  </a:lnTo>
                  <a:lnTo>
                    <a:pt x="7082593" y="607133"/>
                  </a:lnTo>
                  <a:lnTo>
                    <a:pt x="7082971" y="607133"/>
                  </a:lnTo>
                  <a:lnTo>
                    <a:pt x="7083224" y="607133"/>
                  </a:lnTo>
                  <a:lnTo>
                    <a:pt x="7083350" y="607133"/>
                  </a:lnTo>
                  <a:lnTo>
                    <a:pt x="7083854" y="607133"/>
                  </a:lnTo>
                  <a:lnTo>
                    <a:pt x="7083980" y="607133"/>
                  </a:lnTo>
                  <a:lnTo>
                    <a:pt x="7084106" y="607133"/>
                  </a:lnTo>
                  <a:lnTo>
                    <a:pt x="7084358" y="607133"/>
                  </a:lnTo>
                  <a:lnTo>
                    <a:pt x="7084484" y="607133"/>
                  </a:lnTo>
                  <a:lnTo>
                    <a:pt x="7084737" y="607133"/>
                  </a:lnTo>
                  <a:lnTo>
                    <a:pt x="7085115" y="607133"/>
                  </a:lnTo>
                  <a:lnTo>
                    <a:pt x="7085871" y="607133"/>
                  </a:lnTo>
                  <a:lnTo>
                    <a:pt x="7085998" y="607133"/>
                  </a:lnTo>
                  <a:lnTo>
                    <a:pt x="7086124" y="607133"/>
                  </a:lnTo>
                  <a:lnTo>
                    <a:pt x="7086250" y="607133"/>
                  </a:lnTo>
                  <a:lnTo>
                    <a:pt x="7086376" y="607133"/>
                  </a:lnTo>
                  <a:lnTo>
                    <a:pt x="7087006" y="607133"/>
                  </a:lnTo>
                  <a:lnTo>
                    <a:pt x="7087763" y="601854"/>
                  </a:lnTo>
                  <a:lnTo>
                    <a:pt x="7087889" y="601854"/>
                  </a:lnTo>
                  <a:lnTo>
                    <a:pt x="7088141" y="601854"/>
                  </a:lnTo>
                  <a:lnTo>
                    <a:pt x="7088267" y="601854"/>
                  </a:lnTo>
                  <a:lnTo>
                    <a:pt x="7088393" y="601854"/>
                  </a:lnTo>
                  <a:lnTo>
                    <a:pt x="7089276" y="601854"/>
                  </a:lnTo>
                  <a:lnTo>
                    <a:pt x="7089402" y="601854"/>
                  </a:lnTo>
                  <a:lnTo>
                    <a:pt x="7089654" y="601854"/>
                  </a:lnTo>
                  <a:lnTo>
                    <a:pt x="7090158" y="601854"/>
                  </a:lnTo>
                  <a:lnTo>
                    <a:pt x="7090284" y="601854"/>
                  </a:lnTo>
                  <a:lnTo>
                    <a:pt x="7090411" y="601854"/>
                  </a:lnTo>
                  <a:lnTo>
                    <a:pt x="7090537" y="601854"/>
                  </a:lnTo>
                  <a:lnTo>
                    <a:pt x="7091041" y="601854"/>
                  </a:lnTo>
                  <a:lnTo>
                    <a:pt x="7091545" y="601854"/>
                  </a:lnTo>
                  <a:lnTo>
                    <a:pt x="7092176" y="601854"/>
                  </a:lnTo>
                  <a:lnTo>
                    <a:pt x="7092806" y="601854"/>
                  </a:lnTo>
                  <a:lnTo>
                    <a:pt x="7092932" y="601854"/>
                  </a:lnTo>
                  <a:lnTo>
                    <a:pt x="7093184" y="601854"/>
                  </a:lnTo>
                  <a:lnTo>
                    <a:pt x="7093311" y="601854"/>
                  </a:lnTo>
                  <a:lnTo>
                    <a:pt x="7093689" y="601854"/>
                  </a:lnTo>
                  <a:lnTo>
                    <a:pt x="7093815" y="601854"/>
                  </a:lnTo>
                  <a:lnTo>
                    <a:pt x="7095580" y="596574"/>
                  </a:lnTo>
                  <a:lnTo>
                    <a:pt x="7095958" y="596574"/>
                  </a:lnTo>
                  <a:lnTo>
                    <a:pt x="7096085" y="596574"/>
                  </a:lnTo>
                  <a:lnTo>
                    <a:pt x="7096337" y="596574"/>
                  </a:lnTo>
                  <a:lnTo>
                    <a:pt x="7096589" y="596574"/>
                  </a:lnTo>
                  <a:lnTo>
                    <a:pt x="7096715" y="596574"/>
                  </a:lnTo>
                  <a:lnTo>
                    <a:pt x="7096841" y="596574"/>
                  </a:lnTo>
                  <a:lnTo>
                    <a:pt x="7097093" y="596574"/>
                  </a:lnTo>
                  <a:lnTo>
                    <a:pt x="7097598" y="596574"/>
                  </a:lnTo>
                  <a:lnTo>
                    <a:pt x="7097976" y="596574"/>
                  </a:lnTo>
                  <a:lnTo>
                    <a:pt x="7099237" y="596574"/>
                  </a:lnTo>
                  <a:lnTo>
                    <a:pt x="7099741" y="596574"/>
                  </a:lnTo>
                  <a:lnTo>
                    <a:pt x="7099993" y="596574"/>
                  </a:lnTo>
                  <a:lnTo>
                    <a:pt x="7100245" y="596574"/>
                  </a:lnTo>
                  <a:lnTo>
                    <a:pt x="7100371" y="596574"/>
                  </a:lnTo>
                  <a:lnTo>
                    <a:pt x="7100750" y="596574"/>
                  </a:lnTo>
                  <a:lnTo>
                    <a:pt x="7100876" y="596574"/>
                  </a:lnTo>
                  <a:lnTo>
                    <a:pt x="7101380" y="596574"/>
                  </a:lnTo>
                  <a:lnTo>
                    <a:pt x="7102011" y="596574"/>
                  </a:lnTo>
                  <a:lnTo>
                    <a:pt x="7102767" y="596574"/>
                  </a:lnTo>
                  <a:lnTo>
                    <a:pt x="7103145" y="596574"/>
                  </a:lnTo>
                  <a:lnTo>
                    <a:pt x="7103650" y="596574"/>
                  </a:lnTo>
                  <a:lnTo>
                    <a:pt x="7104154" y="596574"/>
                  </a:lnTo>
                  <a:lnTo>
                    <a:pt x="7104280" y="596574"/>
                  </a:lnTo>
                  <a:lnTo>
                    <a:pt x="7104532" y="596574"/>
                  </a:lnTo>
                  <a:lnTo>
                    <a:pt x="7104658" y="596574"/>
                  </a:lnTo>
                  <a:lnTo>
                    <a:pt x="7105289" y="596574"/>
                  </a:lnTo>
                  <a:lnTo>
                    <a:pt x="7105415" y="596574"/>
                  </a:lnTo>
                  <a:lnTo>
                    <a:pt x="7105793" y="596574"/>
                  </a:lnTo>
                  <a:lnTo>
                    <a:pt x="7106676" y="596574"/>
                  </a:lnTo>
                  <a:lnTo>
                    <a:pt x="7107306" y="596574"/>
                  </a:lnTo>
                  <a:lnTo>
                    <a:pt x="7107558" y="596574"/>
                  </a:lnTo>
                  <a:lnTo>
                    <a:pt x="7108189" y="596574"/>
                  </a:lnTo>
                  <a:lnTo>
                    <a:pt x="7108693" y="596574"/>
                  </a:lnTo>
                  <a:lnTo>
                    <a:pt x="7108819" y="596574"/>
                  </a:lnTo>
                  <a:lnTo>
                    <a:pt x="7108945" y="596574"/>
                  </a:lnTo>
                  <a:lnTo>
                    <a:pt x="7109072" y="596574"/>
                  </a:lnTo>
                  <a:lnTo>
                    <a:pt x="7109072" y="591295"/>
                  </a:lnTo>
                  <a:lnTo>
                    <a:pt x="7109198" y="591295"/>
                  </a:lnTo>
                  <a:lnTo>
                    <a:pt x="7109450" y="591295"/>
                  </a:lnTo>
                  <a:lnTo>
                    <a:pt x="7109702" y="591295"/>
                  </a:lnTo>
                  <a:lnTo>
                    <a:pt x="7109828" y="591295"/>
                  </a:lnTo>
                  <a:lnTo>
                    <a:pt x="7109954" y="591295"/>
                  </a:lnTo>
                  <a:lnTo>
                    <a:pt x="7110080" y="591295"/>
                  </a:lnTo>
                  <a:lnTo>
                    <a:pt x="7111845" y="591295"/>
                  </a:lnTo>
                  <a:lnTo>
                    <a:pt x="7111972" y="591295"/>
                  </a:lnTo>
                  <a:lnTo>
                    <a:pt x="7112098" y="591295"/>
                  </a:lnTo>
                  <a:lnTo>
                    <a:pt x="7112728" y="591295"/>
                  </a:lnTo>
                  <a:lnTo>
                    <a:pt x="7112980" y="591295"/>
                  </a:lnTo>
                  <a:lnTo>
                    <a:pt x="7113106" y="591295"/>
                  </a:lnTo>
                  <a:lnTo>
                    <a:pt x="7113232" y="591295"/>
                  </a:lnTo>
                  <a:lnTo>
                    <a:pt x="7113359" y="591295"/>
                  </a:lnTo>
                  <a:lnTo>
                    <a:pt x="7113611" y="591295"/>
                  </a:lnTo>
                  <a:lnTo>
                    <a:pt x="7113737" y="591295"/>
                  </a:lnTo>
                  <a:lnTo>
                    <a:pt x="7114115" y="591295"/>
                  </a:lnTo>
                  <a:lnTo>
                    <a:pt x="7114493" y="591295"/>
                  </a:lnTo>
                  <a:lnTo>
                    <a:pt x="7114619" y="591295"/>
                  </a:lnTo>
                  <a:lnTo>
                    <a:pt x="7115124" y="591295"/>
                  </a:lnTo>
                  <a:lnTo>
                    <a:pt x="7115124" y="586015"/>
                  </a:lnTo>
                  <a:lnTo>
                    <a:pt x="7115250" y="586015"/>
                  </a:lnTo>
                  <a:lnTo>
                    <a:pt x="7115502" y="586015"/>
                  </a:lnTo>
                  <a:lnTo>
                    <a:pt x="7115754" y="586015"/>
                  </a:lnTo>
                  <a:lnTo>
                    <a:pt x="7115880" y="586015"/>
                  </a:lnTo>
                  <a:lnTo>
                    <a:pt x="7116763" y="586015"/>
                  </a:lnTo>
                  <a:lnTo>
                    <a:pt x="7116889" y="586015"/>
                  </a:lnTo>
                  <a:lnTo>
                    <a:pt x="7117141" y="586015"/>
                  </a:lnTo>
                  <a:lnTo>
                    <a:pt x="7118150" y="580736"/>
                  </a:lnTo>
                  <a:lnTo>
                    <a:pt x="7118276" y="580736"/>
                  </a:lnTo>
                  <a:lnTo>
                    <a:pt x="7118402" y="580736"/>
                  </a:lnTo>
                  <a:lnTo>
                    <a:pt x="7118906" y="580736"/>
                  </a:lnTo>
                  <a:lnTo>
                    <a:pt x="7119789" y="580736"/>
                  </a:lnTo>
                  <a:lnTo>
                    <a:pt x="7119915" y="580736"/>
                  </a:lnTo>
                  <a:lnTo>
                    <a:pt x="7120041" y="580736"/>
                  </a:lnTo>
                  <a:lnTo>
                    <a:pt x="7120672" y="580736"/>
                  </a:lnTo>
                  <a:lnTo>
                    <a:pt x="7121680" y="580736"/>
                  </a:lnTo>
                  <a:lnTo>
                    <a:pt x="7121932" y="580736"/>
                  </a:lnTo>
                  <a:lnTo>
                    <a:pt x="7122059" y="580736"/>
                  </a:lnTo>
                  <a:lnTo>
                    <a:pt x="7123698" y="580736"/>
                  </a:lnTo>
                  <a:lnTo>
                    <a:pt x="7123950" y="580736"/>
                  </a:lnTo>
                  <a:lnTo>
                    <a:pt x="7124076" y="580736"/>
                  </a:lnTo>
                  <a:lnTo>
                    <a:pt x="7124202" y="580736"/>
                  </a:lnTo>
                  <a:lnTo>
                    <a:pt x="7124328" y="580736"/>
                  </a:lnTo>
                  <a:lnTo>
                    <a:pt x="7124454" y="580736"/>
                  </a:lnTo>
                  <a:lnTo>
                    <a:pt x="7124706" y="580736"/>
                  </a:lnTo>
                  <a:lnTo>
                    <a:pt x="7124832" y="580736"/>
                  </a:lnTo>
                  <a:lnTo>
                    <a:pt x="7124959" y="580736"/>
                  </a:lnTo>
                  <a:lnTo>
                    <a:pt x="7125841" y="580736"/>
                  </a:lnTo>
                  <a:lnTo>
                    <a:pt x="7126219" y="580736"/>
                  </a:lnTo>
                  <a:lnTo>
                    <a:pt x="7126472" y="580736"/>
                  </a:lnTo>
                  <a:lnTo>
                    <a:pt x="7127228" y="580736"/>
                  </a:lnTo>
                  <a:lnTo>
                    <a:pt x="7127733" y="580736"/>
                  </a:lnTo>
                  <a:lnTo>
                    <a:pt x="7127859" y="580736"/>
                  </a:lnTo>
                  <a:lnTo>
                    <a:pt x="7127985" y="580736"/>
                  </a:lnTo>
                  <a:lnTo>
                    <a:pt x="7128489" y="580736"/>
                  </a:lnTo>
                  <a:lnTo>
                    <a:pt x="7128993" y="580736"/>
                  </a:lnTo>
                  <a:lnTo>
                    <a:pt x="7129498" y="580736"/>
                  </a:lnTo>
                  <a:lnTo>
                    <a:pt x="7129750" y="580736"/>
                  </a:lnTo>
                  <a:lnTo>
                    <a:pt x="7130128" y="580736"/>
                  </a:lnTo>
                  <a:lnTo>
                    <a:pt x="7130633" y="580736"/>
                  </a:lnTo>
                  <a:lnTo>
                    <a:pt x="7131893" y="580736"/>
                  </a:lnTo>
                  <a:lnTo>
                    <a:pt x="7132146" y="580736"/>
                  </a:lnTo>
                  <a:lnTo>
                    <a:pt x="7132398" y="580736"/>
                  </a:lnTo>
                  <a:lnTo>
                    <a:pt x="7132650" y="580736"/>
                  </a:lnTo>
                  <a:lnTo>
                    <a:pt x="7133533" y="580736"/>
                  </a:lnTo>
                  <a:lnTo>
                    <a:pt x="7133659" y="580736"/>
                  </a:lnTo>
                  <a:lnTo>
                    <a:pt x="7133911" y="580736"/>
                  </a:lnTo>
                  <a:lnTo>
                    <a:pt x="7134037" y="580736"/>
                  </a:lnTo>
                  <a:lnTo>
                    <a:pt x="7134163" y="580736"/>
                  </a:lnTo>
                  <a:lnTo>
                    <a:pt x="7134667" y="580736"/>
                  </a:lnTo>
                  <a:lnTo>
                    <a:pt x="7135172" y="580736"/>
                  </a:lnTo>
                  <a:lnTo>
                    <a:pt x="7135298" y="580736"/>
                  </a:lnTo>
                  <a:lnTo>
                    <a:pt x="7135676" y="580736"/>
                  </a:lnTo>
                  <a:lnTo>
                    <a:pt x="7135928" y="575456"/>
                  </a:lnTo>
                  <a:lnTo>
                    <a:pt x="7136054" y="575456"/>
                  </a:lnTo>
                  <a:lnTo>
                    <a:pt x="7136180" y="575456"/>
                  </a:lnTo>
                  <a:lnTo>
                    <a:pt x="7136559" y="575456"/>
                  </a:lnTo>
                  <a:lnTo>
                    <a:pt x="7137567" y="575456"/>
                  </a:lnTo>
                  <a:lnTo>
                    <a:pt x="7137693" y="575456"/>
                  </a:lnTo>
                  <a:lnTo>
                    <a:pt x="7138072" y="575456"/>
                  </a:lnTo>
                  <a:lnTo>
                    <a:pt x="7138324" y="575456"/>
                  </a:lnTo>
                  <a:lnTo>
                    <a:pt x="7138450" y="575456"/>
                  </a:lnTo>
                  <a:lnTo>
                    <a:pt x="7138576" y="575456"/>
                  </a:lnTo>
                  <a:lnTo>
                    <a:pt x="7139333" y="575456"/>
                  </a:lnTo>
                  <a:lnTo>
                    <a:pt x="7140720" y="575456"/>
                  </a:lnTo>
                  <a:lnTo>
                    <a:pt x="7140972" y="575456"/>
                  </a:lnTo>
                  <a:lnTo>
                    <a:pt x="7141098" y="575456"/>
                  </a:lnTo>
                  <a:lnTo>
                    <a:pt x="7141224" y="575456"/>
                  </a:lnTo>
                  <a:lnTo>
                    <a:pt x="7141854" y="575456"/>
                  </a:lnTo>
                  <a:lnTo>
                    <a:pt x="7141980" y="575456"/>
                  </a:lnTo>
                  <a:lnTo>
                    <a:pt x="7142106" y="575456"/>
                  </a:lnTo>
                  <a:lnTo>
                    <a:pt x="7142233" y="575456"/>
                  </a:lnTo>
                  <a:lnTo>
                    <a:pt x="7142611" y="575456"/>
                  </a:lnTo>
                  <a:lnTo>
                    <a:pt x="7143620" y="575456"/>
                  </a:lnTo>
                  <a:lnTo>
                    <a:pt x="7143872" y="575456"/>
                  </a:lnTo>
                  <a:lnTo>
                    <a:pt x="7144376" y="575456"/>
                  </a:lnTo>
                  <a:lnTo>
                    <a:pt x="7144502" y="575456"/>
                  </a:lnTo>
                  <a:lnTo>
                    <a:pt x="7144628" y="575456"/>
                  </a:lnTo>
                  <a:lnTo>
                    <a:pt x="7144754" y="575456"/>
                  </a:lnTo>
                  <a:lnTo>
                    <a:pt x="7145385" y="575456"/>
                  </a:lnTo>
                  <a:lnTo>
                    <a:pt x="7145889" y="575456"/>
                  </a:lnTo>
                  <a:lnTo>
                    <a:pt x="7146393" y="575456"/>
                  </a:lnTo>
                  <a:lnTo>
                    <a:pt x="7146646" y="575456"/>
                  </a:lnTo>
                  <a:lnTo>
                    <a:pt x="7147276" y="575456"/>
                  </a:lnTo>
                  <a:lnTo>
                    <a:pt x="7148159" y="575456"/>
                  </a:lnTo>
                  <a:lnTo>
                    <a:pt x="7148411" y="575456"/>
                  </a:lnTo>
                  <a:lnTo>
                    <a:pt x="7148537" y="570177"/>
                  </a:lnTo>
                  <a:lnTo>
                    <a:pt x="7148663" y="570177"/>
                  </a:lnTo>
                  <a:lnTo>
                    <a:pt x="7148789" y="570177"/>
                  </a:lnTo>
                  <a:lnTo>
                    <a:pt x="7149293" y="570177"/>
                  </a:lnTo>
                  <a:lnTo>
                    <a:pt x="7149420" y="570177"/>
                  </a:lnTo>
                  <a:lnTo>
                    <a:pt x="7149924" y="570177"/>
                  </a:lnTo>
                  <a:lnTo>
                    <a:pt x="7150176" y="570177"/>
                  </a:lnTo>
                  <a:lnTo>
                    <a:pt x="7150428" y="570177"/>
                  </a:lnTo>
                  <a:lnTo>
                    <a:pt x="7150554" y="570177"/>
                  </a:lnTo>
                  <a:lnTo>
                    <a:pt x="7150807" y="570177"/>
                  </a:lnTo>
                  <a:lnTo>
                    <a:pt x="7150933" y="570177"/>
                  </a:lnTo>
                  <a:lnTo>
                    <a:pt x="7151185" y="570177"/>
                  </a:lnTo>
                  <a:lnTo>
                    <a:pt x="7151437" y="570177"/>
                  </a:lnTo>
                  <a:lnTo>
                    <a:pt x="7151941" y="570177"/>
                  </a:lnTo>
                  <a:lnTo>
                    <a:pt x="7152067" y="570177"/>
                  </a:lnTo>
                  <a:lnTo>
                    <a:pt x="7152193" y="570177"/>
                  </a:lnTo>
                  <a:lnTo>
                    <a:pt x="7152320" y="570177"/>
                  </a:lnTo>
                  <a:lnTo>
                    <a:pt x="7152698" y="570177"/>
                  </a:lnTo>
                  <a:lnTo>
                    <a:pt x="7152824" y="570177"/>
                  </a:lnTo>
                  <a:lnTo>
                    <a:pt x="7153076" y="570177"/>
                  </a:lnTo>
                  <a:lnTo>
                    <a:pt x="7153328" y="570177"/>
                  </a:lnTo>
                  <a:lnTo>
                    <a:pt x="7153833" y="570177"/>
                  </a:lnTo>
                  <a:lnTo>
                    <a:pt x="7154715" y="570177"/>
                  </a:lnTo>
                  <a:lnTo>
                    <a:pt x="7155094" y="570177"/>
                  </a:lnTo>
                  <a:lnTo>
                    <a:pt x="7155346" y="570177"/>
                  </a:lnTo>
                  <a:lnTo>
                    <a:pt x="7155724" y="570177"/>
                  </a:lnTo>
                  <a:lnTo>
                    <a:pt x="7156102" y="570177"/>
                  </a:lnTo>
                  <a:lnTo>
                    <a:pt x="7156228" y="570177"/>
                  </a:lnTo>
                  <a:lnTo>
                    <a:pt x="7157111" y="570177"/>
                  </a:lnTo>
                  <a:lnTo>
                    <a:pt x="7157363" y="570177"/>
                  </a:lnTo>
                  <a:lnTo>
                    <a:pt x="7157741" y="570177"/>
                  </a:lnTo>
                  <a:lnTo>
                    <a:pt x="7158372" y="570177"/>
                  </a:lnTo>
                  <a:lnTo>
                    <a:pt x="7158498" y="570177"/>
                  </a:lnTo>
                  <a:lnTo>
                    <a:pt x="7158624" y="570177"/>
                  </a:lnTo>
                  <a:lnTo>
                    <a:pt x="7158750" y="570177"/>
                  </a:lnTo>
                  <a:lnTo>
                    <a:pt x="7159002" y="570177"/>
                  </a:lnTo>
                  <a:lnTo>
                    <a:pt x="7159254" y="570177"/>
                  </a:lnTo>
                  <a:lnTo>
                    <a:pt x="7159507" y="570177"/>
                  </a:lnTo>
                  <a:lnTo>
                    <a:pt x="7159633" y="570177"/>
                  </a:lnTo>
                  <a:lnTo>
                    <a:pt x="7159759" y="570177"/>
                  </a:lnTo>
                  <a:lnTo>
                    <a:pt x="7159885" y="570177"/>
                  </a:lnTo>
                  <a:lnTo>
                    <a:pt x="7160011" y="570177"/>
                  </a:lnTo>
                  <a:lnTo>
                    <a:pt x="7160767" y="570177"/>
                  </a:lnTo>
                  <a:lnTo>
                    <a:pt x="7161272" y="570177"/>
                  </a:lnTo>
                  <a:lnTo>
                    <a:pt x="7161650" y="570177"/>
                  </a:lnTo>
                  <a:lnTo>
                    <a:pt x="7161776" y="570177"/>
                  </a:lnTo>
                  <a:lnTo>
                    <a:pt x="7161902" y="570177"/>
                  </a:lnTo>
                  <a:lnTo>
                    <a:pt x="7162154" y="570177"/>
                  </a:lnTo>
                  <a:lnTo>
                    <a:pt x="7163037" y="570177"/>
                  </a:lnTo>
                  <a:lnTo>
                    <a:pt x="7163794" y="570177"/>
                  </a:lnTo>
                  <a:lnTo>
                    <a:pt x="7164046" y="570177"/>
                  </a:lnTo>
                  <a:lnTo>
                    <a:pt x="7164172" y="570177"/>
                  </a:lnTo>
                  <a:lnTo>
                    <a:pt x="7164424" y="570177"/>
                  </a:lnTo>
                  <a:lnTo>
                    <a:pt x="7164550" y="570177"/>
                  </a:lnTo>
                  <a:lnTo>
                    <a:pt x="7165181" y="570177"/>
                  </a:lnTo>
                  <a:lnTo>
                    <a:pt x="7165433" y="570177"/>
                  </a:lnTo>
                  <a:lnTo>
                    <a:pt x="7165559" y="570177"/>
                  </a:lnTo>
                  <a:lnTo>
                    <a:pt x="7165685" y="570177"/>
                  </a:lnTo>
                  <a:lnTo>
                    <a:pt x="7165937" y="570177"/>
                  </a:lnTo>
                  <a:lnTo>
                    <a:pt x="7166567" y="570177"/>
                  </a:lnTo>
                  <a:lnTo>
                    <a:pt x="7166694" y="570177"/>
                  </a:lnTo>
                  <a:lnTo>
                    <a:pt x="7166820" y="570177"/>
                  </a:lnTo>
                  <a:lnTo>
                    <a:pt x="7167576" y="570177"/>
                  </a:lnTo>
                  <a:lnTo>
                    <a:pt x="7167828" y="570177"/>
                  </a:lnTo>
                  <a:lnTo>
                    <a:pt x="7167954" y="570177"/>
                  </a:lnTo>
                  <a:lnTo>
                    <a:pt x="7168333" y="570177"/>
                  </a:lnTo>
                  <a:lnTo>
                    <a:pt x="7168459" y="570177"/>
                  </a:lnTo>
                  <a:lnTo>
                    <a:pt x="7168585" y="570177"/>
                  </a:lnTo>
                  <a:lnTo>
                    <a:pt x="7170098" y="570177"/>
                  </a:lnTo>
                  <a:lnTo>
                    <a:pt x="7170224" y="570177"/>
                  </a:lnTo>
                  <a:lnTo>
                    <a:pt x="7170854" y="570177"/>
                  </a:lnTo>
                  <a:lnTo>
                    <a:pt x="7171485" y="570177"/>
                  </a:lnTo>
                  <a:lnTo>
                    <a:pt x="7171737" y="570177"/>
                  </a:lnTo>
                  <a:lnTo>
                    <a:pt x="7171863" y="570177"/>
                  </a:lnTo>
                  <a:lnTo>
                    <a:pt x="7172115" y="570177"/>
                  </a:lnTo>
                  <a:lnTo>
                    <a:pt x="7172494" y="570177"/>
                  </a:lnTo>
                  <a:lnTo>
                    <a:pt x="7172620" y="570177"/>
                  </a:lnTo>
                  <a:lnTo>
                    <a:pt x="7172746" y="570177"/>
                  </a:lnTo>
                  <a:lnTo>
                    <a:pt x="7173124" y="570177"/>
                  </a:lnTo>
                  <a:lnTo>
                    <a:pt x="7173881" y="564898"/>
                  </a:lnTo>
                  <a:lnTo>
                    <a:pt x="7174259" y="564898"/>
                  </a:lnTo>
                  <a:lnTo>
                    <a:pt x="7174385" y="564898"/>
                  </a:lnTo>
                  <a:lnTo>
                    <a:pt x="7174637" y="564898"/>
                  </a:lnTo>
                  <a:lnTo>
                    <a:pt x="7175141" y="564898"/>
                  </a:lnTo>
                  <a:lnTo>
                    <a:pt x="7175268" y="564898"/>
                  </a:lnTo>
                  <a:lnTo>
                    <a:pt x="7175394" y="564898"/>
                  </a:lnTo>
                  <a:lnTo>
                    <a:pt x="7175772" y="564898"/>
                  </a:lnTo>
                  <a:lnTo>
                    <a:pt x="7176024" y="564898"/>
                  </a:lnTo>
                  <a:lnTo>
                    <a:pt x="7176150" y="564898"/>
                  </a:lnTo>
                  <a:lnTo>
                    <a:pt x="7176276" y="564898"/>
                  </a:lnTo>
                  <a:lnTo>
                    <a:pt x="7176907" y="559618"/>
                  </a:lnTo>
                  <a:lnTo>
                    <a:pt x="7177033" y="559618"/>
                  </a:lnTo>
                  <a:lnTo>
                    <a:pt x="7177159" y="559618"/>
                  </a:lnTo>
                  <a:lnTo>
                    <a:pt x="7177411" y="559618"/>
                  </a:lnTo>
                  <a:lnTo>
                    <a:pt x="7177663" y="559618"/>
                  </a:lnTo>
                  <a:lnTo>
                    <a:pt x="7178041" y="559618"/>
                  </a:lnTo>
                  <a:lnTo>
                    <a:pt x="7178168" y="559618"/>
                  </a:lnTo>
                  <a:lnTo>
                    <a:pt x="7179176" y="559618"/>
                  </a:lnTo>
                  <a:lnTo>
                    <a:pt x="7179428" y="559618"/>
                  </a:lnTo>
                  <a:lnTo>
                    <a:pt x="7179681" y="559618"/>
                  </a:lnTo>
                  <a:lnTo>
                    <a:pt x="7179807" y="559618"/>
                  </a:lnTo>
                  <a:lnTo>
                    <a:pt x="7180311" y="559618"/>
                  </a:lnTo>
                  <a:lnTo>
                    <a:pt x="7180437" y="559618"/>
                  </a:lnTo>
                  <a:lnTo>
                    <a:pt x="7181698" y="559618"/>
                  </a:lnTo>
                  <a:lnTo>
                    <a:pt x="7181824" y="559618"/>
                  </a:lnTo>
                  <a:lnTo>
                    <a:pt x="7181950" y="559618"/>
                  </a:lnTo>
                  <a:lnTo>
                    <a:pt x="7182076" y="559618"/>
                  </a:lnTo>
                  <a:lnTo>
                    <a:pt x="7182455" y="559618"/>
                  </a:lnTo>
                  <a:lnTo>
                    <a:pt x="7182707" y="559618"/>
                  </a:lnTo>
                  <a:lnTo>
                    <a:pt x="7183085" y="559618"/>
                  </a:lnTo>
                  <a:lnTo>
                    <a:pt x="7183211" y="559618"/>
                  </a:lnTo>
                  <a:lnTo>
                    <a:pt x="7183841" y="559618"/>
                  </a:lnTo>
                  <a:lnTo>
                    <a:pt x="7183968" y="559618"/>
                  </a:lnTo>
                  <a:lnTo>
                    <a:pt x="7184094" y="559618"/>
                  </a:lnTo>
                  <a:lnTo>
                    <a:pt x="7185481" y="559618"/>
                  </a:lnTo>
                  <a:lnTo>
                    <a:pt x="7185733" y="559618"/>
                  </a:lnTo>
                  <a:lnTo>
                    <a:pt x="7185859" y="559618"/>
                  </a:lnTo>
                  <a:lnTo>
                    <a:pt x="7186111" y="559618"/>
                  </a:lnTo>
                  <a:lnTo>
                    <a:pt x="7186363" y="559618"/>
                  </a:lnTo>
                  <a:lnTo>
                    <a:pt x="7186615" y="559618"/>
                  </a:lnTo>
                  <a:lnTo>
                    <a:pt x="7186742" y="559618"/>
                  </a:lnTo>
                  <a:lnTo>
                    <a:pt x="7186868" y="559618"/>
                  </a:lnTo>
                  <a:lnTo>
                    <a:pt x="7186994" y="559618"/>
                  </a:lnTo>
                  <a:lnTo>
                    <a:pt x="7187750" y="559618"/>
                  </a:lnTo>
                  <a:lnTo>
                    <a:pt x="7187876" y="559618"/>
                  </a:lnTo>
                  <a:lnTo>
                    <a:pt x="7188002" y="559618"/>
                  </a:lnTo>
                  <a:lnTo>
                    <a:pt x="7188381" y="559618"/>
                  </a:lnTo>
                  <a:lnTo>
                    <a:pt x="7188507" y="559618"/>
                  </a:lnTo>
                  <a:lnTo>
                    <a:pt x="7188885" y="554339"/>
                  </a:lnTo>
                  <a:lnTo>
                    <a:pt x="7189011" y="554339"/>
                  </a:lnTo>
                  <a:lnTo>
                    <a:pt x="7189263" y="554339"/>
                  </a:lnTo>
                  <a:lnTo>
                    <a:pt x="7189389" y="554339"/>
                  </a:lnTo>
                  <a:lnTo>
                    <a:pt x="7189515" y="554339"/>
                  </a:lnTo>
                  <a:lnTo>
                    <a:pt x="7190524" y="554339"/>
                  </a:lnTo>
                  <a:lnTo>
                    <a:pt x="7190902" y="554339"/>
                  </a:lnTo>
                  <a:lnTo>
                    <a:pt x="7191155" y="554339"/>
                  </a:lnTo>
                  <a:lnTo>
                    <a:pt x="7191281" y="554339"/>
                  </a:lnTo>
                  <a:lnTo>
                    <a:pt x="7192920" y="554339"/>
                  </a:lnTo>
                  <a:lnTo>
                    <a:pt x="7193046" y="554339"/>
                  </a:lnTo>
                  <a:lnTo>
                    <a:pt x="7193298" y="554339"/>
                  </a:lnTo>
                  <a:lnTo>
                    <a:pt x="7193424" y="554339"/>
                  </a:lnTo>
                  <a:lnTo>
                    <a:pt x="7193676" y="554339"/>
                  </a:lnTo>
                  <a:lnTo>
                    <a:pt x="7194055" y="554339"/>
                  </a:lnTo>
                  <a:lnTo>
                    <a:pt x="7194181" y="554339"/>
                  </a:lnTo>
                  <a:lnTo>
                    <a:pt x="7194307" y="554339"/>
                  </a:lnTo>
                  <a:lnTo>
                    <a:pt x="7195063" y="554339"/>
                  </a:lnTo>
                  <a:lnTo>
                    <a:pt x="7195442" y="554339"/>
                  </a:lnTo>
                  <a:lnTo>
                    <a:pt x="7195568" y="554339"/>
                  </a:lnTo>
                  <a:lnTo>
                    <a:pt x="7195694" y="554339"/>
                  </a:lnTo>
                  <a:lnTo>
                    <a:pt x="7196198" y="554339"/>
                  </a:lnTo>
                  <a:lnTo>
                    <a:pt x="7196324" y="554339"/>
                  </a:lnTo>
                  <a:lnTo>
                    <a:pt x="7196450" y="554339"/>
                  </a:lnTo>
                  <a:lnTo>
                    <a:pt x="7196576" y="554339"/>
                  </a:lnTo>
                  <a:lnTo>
                    <a:pt x="7196702" y="554339"/>
                  </a:lnTo>
                  <a:lnTo>
                    <a:pt x="7197333" y="554339"/>
                  </a:lnTo>
                  <a:lnTo>
                    <a:pt x="7197585" y="554339"/>
                  </a:lnTo>
                  <a:lnTo>
                    <a:pt x="7198215" y="554339"/>
                  </a:lnTo>
                  <a:lnTo>
                    <a:pt x="7199350" y="554339"/>
                  </a:lnTo>
                  <a:lnTo>
                    <a:pt x="7199476" y="554339"/>
                  </a:lnTo>
                  <a:lnTo>
                    <a:pt x="7199855" y="554339"/>
                  </a:lnTo>
                  <a:lnTo>
                    <a:pt x="7200107" y="554339"/>
                  </a:lnTo>
                  <a:lnTo>
                    <a:pt x="7200989" y="554339"/>
                  </a:lnTo>
                  <a:lnTo>
                    <a:pt x="7201115" y="554339"/>
                  </a:lnTo>
                  <a:lnTo>
                    <a:pt x="7201620" y="554339"/>
                  </a:lnTo>
                  <a:lnTo>
                    <a:pt x="7201746" y="554339"/>
                  </a:lnTo>
                  <a:lnTo>
                    <a:pt x="7201998" y="554339"/>
                  </a:lnTo>
                  <a:lnTo>
                    <a:pt x="7202250" y="554339"/>
                  </a:lnTo>
                  <a:lnTo>
                    <a:pt x="7202629" y="554339"/>
                  </a:lnTo>
                  <a:lnTo>
                    <a:pt x="7203511" y="554339"/>
                  </a:lnTo>
                  <a:lnTo>
                    <a:pt x="7203637" y="554339"/>
                  </a:lnTo>
                  <a:lnTo>
                    <a:pt x="7204016" y="554339"/>
                  </a:lnTo>
                  <a:lnTo>
                    <a:pt x="7204520" y="554339"/>
                  </a:lnTo>
                  <a:lnTo>
                    <a:pt x="7205150" y="554339"/>
                  </a:lnTo>
                  <a:lnTo>
                    <a:pt x="7205781" y="554339"/>
                  </a:lnTo>
                  <a:lnTo>
                    <a:pt x="7205907" y="554339"/>
                  </a:lnTo>
                  <a:lnTo>
                    <a:pt x="7206411" y="554339"/>
                  </a:lnTo>
                  <a:lnTo>
                    <a:pt x="7206537" y="554339"/>
                  </a:lnTo>
                  <a:lnTo>
                    <a:pt x="7206916" y="549059"/>
                  </a:lnTo>
                  <a:lnTo>
                    <a:pt x="7207672" y="549059"/>
                  </a:lnTo>
                  <a:lnTo>
                    <a:pt x="7207798" y="549059"/>
                  </a:lnTo>
                  <a:lnTo>
                    <a:pt x="7208302" y="549059"/>
                  </a:lnTo>
                  <a:lnTo>
                    <a:pt x="7208429" y="549059"/>
                  </a:lnTo>
                  <a:lnTo>
                    <a:pt x="7208555" y="549059"/>
                  </a:lnTo>
                  <a:lnTo>
                    <a:pt x="7208807" y="549059"/>
                  </a:lnTo>
                  <a:lnTo>
                    <a:pt x="7208933" y="549059"/>
                  </a:lnTo>
                  <a:lnTo>
                    <a:pt x="7210068" y="549059"/>
                  </a:lnTo>
                  <a:lnTo>
                    <a:pt x="7210194" y="549059"/>
                  </a:lnTo>
                  <a:lnTo>
                    <a:pt x="7210572" y="549059"/>
                  </a:lnTo>
                  <a:lnTo>
                    <a:pt x="7211076" y="549059"/>
                  </a:lnTo>
                  <a:lnTo>
                    <a:pt x="7211203" y="549059"/>
                  </a:lnTo>
                  <a:lnTo>
                    <a:pt x="7211455" y="549059"/>
                  </a:lnTo>
                  <a:lnTo>
                    <a:pt x="7211581" y="549059"/>
                  </a:lnTo>
                  <a:lnTo>
                    <a:pt x="7211833" y="549059"/>
                  </a:lnTo>
                  <a:lnTo>
                    <a:pt x="7212589" y="549059"/>
                  </a:lnTo>
                  <a:lnTo>
                    <a:pt x="7213220" y="549059"/>
                  </a:lnTo>
                  <a:lnTo>
                    <a:pt x="7213724" y="549059"/>
                  </a:lnTo>
                  <a:lnTo>
                    <a:pt x="7213850" y="549059"/>
                  </a:lnTo>
                  <a:lnTo>
                    <a:pt x="7214229" y="549059"/>
                  </a:lnTo>
                  <a:lnTo>
                    <a:pt x="7214481" y="549059"/>
                  </a:lnTo>
                  <a:lnTo>
                    <a:pt x="7214607" y="549059"/>
                  </a:lnTo>
                  <a:lnTo>
                    <a:pt x="7214733" y="549059"/>
                  </a:lnTo>
                  <a:lnTo>
                    <a:pt x="7215237" y="549059"/>
                  </a:lnTo>
                  <a:lnTo>
                    <a:pt x="7215489" y="549059"/>
                  </a:lnTo>
                  <a:lnTo>
                    <a:pt x="7216120" y="549059"/>
                  </a:lnTo>
                  <a:lnTo>
                    <a:pt x="7216372" y="549059"/>
                  </a:lnTo>
                  <a:lnTo>
                    <a:pt x="7216624" y="549059"/>
                  </a:lnTo>
                  <a:lnTo>
                    <a:pt x="7217003" y="549059"/>
                  </a:lnTo>
                  <a:lnTo>
                    <a:pt x="7217129" y="549059"/>
                  </a:lnTo>
                  <a:lnTo>
                    <a:pt x="7217255" y="549059"/>
                  </a:lnTo>
                  <a:lnTo>
                    <a:pt x="7217633" y="549059"/>
                  </a:lnTo>
                  <a:lnTo>
                    <a:pt x="7217885" y="549059"/>
                  </a:lnTo>
                  <a:lnTo>
                    <a:pt x="7218011" y="549059"/>
                  </a:lnTo>
                  <a:lnTo>
                    <a:pt x="7218263" y="549059"/>
                  </a:lnTo>
                  <a:lnTo>
                    <a:pt x="7218389" y="549059"/>
                  </a:lnTo>
                  <a:lnTo>
                    <a:pt x="7218768" y="549059"/>
                  </a:lnTo>
                  <a:lnTo>
                    <a:pt x="7219272" y="549059"/>
                  </a:lnTo>
                  <a:lnTo>
                    <a:pt x="7219398" y="549059"/>
                  </a:lnTo>
                  <a:lnTo>
                    <a:pt x="7219650" y="549059"/>
                  </a:lnTo>
                  <a:lnTo>
                    <a:pt x="7219776" y="549059"/>
                  </a:lnTo>
                  <a:lnTo>
                    <a:pt x="7220029" y="549059"/>
                  </a:lnTo>
                  <a:lnTo>
                    <a:pt x="7220659" y="549059"/>
                  </a:lnTo>
                  <a:lnTo>
                    <a:pt x="7220785" y="549059"/>
                  </a:lnTo>
                  <a:lnTo>
                    <a:pt x="7220911" y="549059"/>
                  </a:lnTo>
                  <a:lnTo>
                    <a:pt x="7221037" y="549059"/>
                  </a:lnTo>
                  <a:lnTo>
                    <a:pt x="7221416" y="549059"/>
                  </a:lnTo>
                  <a:lnTo>
                    <a:pt x="7221794" y="549059"/>
                  </a:lnTo>
                  <a:lnTo>
                    <a:pt x="7222550" y="549059"/>
                  </a:lnTo>
                  <a:lnTo>
                    <a:pt x="7222676" y="549059"/>
                  </a:lnTo>
                  <a:lnTo>
                    <a:pt x="7222803" y="549059"/>
                  </a:lnTo>
                  <a:lnTo>
                    <a:pt x="7223055" y="549059"/>
                  </a:lnTo>
                  <a:lnTo>
                    <a:pt x="7223307" y="549059"/>
                  </a:lnTo>
                  <a:lnTo>
                    <a:pt x="7223433" y="549059"/>
                  </a:lnTo>
                  <a:lnTo>
                    <a:pt x="7223559" y="549059"/>
                  </a:lnTo>
                  <a:lnTo>
                    <a:pt x="7223685" y="549059"/>
                  </a:lnTo>
                  <a:lnTo>
                    <a:pt x="7223937" y="549059"/>
                  </a:lnTo>
                  <a:lnTo>
                    <a:pt x="7224190" y="549059"/>
                  </a:lnTo>
                  <a:lnTo>
                    <a:pt x="7224442" y="549059"/>
                  </a:lnTo>
                  <a:lnTo>
                    <a:pt x="7224568" y="549059"/>
                  </a:lnTo>
                  <a:lnTo>
                    <a:pt x="7224694" y="549059"/>
                  </a:lnTo>
                  <a:lnTo>
                    <a:pt x="7224820" y="549059"/>
                  </a:lnTo>
                  <a:lnTo>
                    <a:pt x="7225072" y="549059"/>
                  </a:lnTo>
                  <a:lnTo>
                    <a:pt x="7225198" y="549059"/>
                  </a:lnTo>
                  <a:lnTo>
                    <a:pt x="7225324" y="549059"/>
                  </a:lnTo>
                  <a:lnTo>
                    <a:pt x="7225576" y="549059"/>
                  </a:lnTo>
                  <a:lnTo>
                    <a:pt x="7225703" y="549059"/>
                  </a:lnTo>
                  <a:lnTo>
                    <a:pt x="7226207" y="549059"/>
                  </a:lnTo>
                  <a:lnTo>
                    <a:pt x="7226333" y="549059"/>
                  </a:lnTo>
                  <a:lnTo>
                    <a:pt x="7226837" y="549059"/>
                  </a:lnTo>
                  <a:lnTo>
                    <a:pt x="7226963" y="549059"/>
                  </a:lnTo>
                  <a:lnTo>
                    <a:pt x="7227216" y="549059"/>
                  </a:lnTo>
                  <a:lnTo>
                    <a:pt x="7227468" y="549059"/>
                  </a:lnTo>
                  <a:lnTo>
                    <a:pt x="7228224" y="549059"/>
                  </a:lnTo>
                  <a:lnTo>
                    <a:pt x="7228350" y="549059"/>
                  </a:lnTo>
                  <a:lnTo>
                    <a:pt x="7228477" y="549059"/>
                  </a:lnTo>
                  <a:lnTo>
                    <a:pt x="7228603" y="549059"/>
                  </a:lnTo>
                  <a:lnTo>
                    <a:pt x="7229233" y="549059"/>
                  </a:lnTo>
                  <a:lnTo>
                    <a:pt x="7229359" y="549059"/>
                  </a:lnTo>
                  <a:lnTo>
                    <a:pt x="7229863" y="549059"/>
                  </a:lnTo>
                  <a:lnTo>
                    <a:pt x="7230242" y="549059"/>
                  </a:lnTo>
                  <a:lnTo>
                    <a:pt x="7230368" y="549059"/>
                  </a:lnTo>
                  <a:lnTo>
                    <a:pt x="7230494" y="549059"/>
                  </a:lnTo>
                  <a:lnTo>
                    <a:pt x="7230620" y="549059"/>
                  </a:lnTo>
                  <a:lnTo>
                    <a:pt x="7230998" y="549059"/>
                  </a:lnTo>
                  <a:lnTo>
                    <a:pt x="7231124" y="549059"/>
                  </a:lnTo>
                  <a:lnTo>
                    <a:pt x="7231503" y="549059"/>
                  </a:lnTo>
                  <a:lnTo>
                    <a:pt x="7231755" y="549059"/>
                  </a:lnTo>
                  <a:lnTo>
                    <a:pt x="7232133" y="549059"/>
                  </a:lnTo>
                  <a:lnTo>
                    <a:pt x="7233268" y="549059"/>
                  </a:lnTo>
                  <a:lnTo>
                    <a:pt x="7233394" y="549059"/>
                  </a:lnTo>
                  <a:lnTo>
                    <a:pt x="7233772" y="549059"/>
                  </a:lnTo>
                  <a:lnTo>
                    <a:pt x="7233898" y="549059"/>
                  </a:lnTo>
                  <a:lnTo>
                    <a:pt x="7234403" y="549059"/>
                  </a:lnTo>
                  <a:lnTo>
                    <a:pt x="7234781" y="549059"/>
                  </a:lnTo>
                  <a:lnTo>
                    <a:pt x="7234907" y="549059"/>
                  </a:lnTo>
                  <a:lnTo>
                    <a:pt x="7235159" y="549059"/>
                  </a:lnTo>
                  <a:lnTo>
                    <a:pt x="7235411" y="549059"/>
                  </a:lnTo>
                  <a:lnTo>
                    <a:pt x="7236546" y="549059"/>
                  </a:lnTo>
                  <a:lnTo>
                    <a:pt x="7236672" y="549059"/>
                  </a:lnTo>
                  <a:lnTo>
                    <a:pt x="7236798" y="549059"/>
                  </a:lnTo>
                  <a:lnTo>
                    <a:pt x="7236924" y="549059"/>
                  </a:lnTo>
                  <a:lnTo>
                    <a:pt x="7237177" y="549059"/>
                  </a:lnTo>
                  <a:lnTo>
                    <a:pt x="7237429" y="549059"/>
                  </a:lnTo>
                  <a:lnTo>
                    <a:pt x="7238185" y="549059"/>
                  </a:lnTo>
                  <a:lnTo>
                    <a:pt x="7238311" y="549059"/>
                  </a:lnTo>
                  <a:lnTo>
                    <a:pt x="7238690" y="549059"/>
                  </a:lnTo>
                  <a:lnTo>
                    <a:pt x="7239194" y="538500"/>
                  </a:lnTo>
                  <a:lnTo>
                    <a:pt x="7239320" y="538500"/>
                  </a:lnTo>
                  <a:lnTo>
                    <a:pt x="7239446" y="538500"/>
                  </a:lnTo>
                  <a:lnTo>
                    <a:pt x="7240581" y="538500"/>
                  </a:lnTo>
                  <a:lnTo>
                    <a:pt x="7241464" y="538500"/>
                  </a:lnTo>
                  <a:lnTo>
                    <a:pt x="7241842" y="538500"/>
                  </a:lnTo>
                  <a:lnTo>
                    <a:pt x="7241968" y="538500"/>
                  </a:lnTo>
                  <a:lnTo>
                    <a:pt x="7242598" y="538500"/>
                  </a:lnTo>
                  <a:lnTo>
                    <a:pt x="7242724" y="538500"/>
                  </a:lnTo>
                  <a:lnTo>
                    <a:pt x="7242977" y="538500"/>
                  </a:lnTo>
                  <a:lnTo>
                    <a:pt x="7243985" y="538500"/>
                  </a:lnTo>
                  <a:lnTo>
                    <a:pt x="7244490" y="538500"/>
                  </a:lnTo>
                  <a:lnTo>
                    <a:pt x="7244616" y="538500"/>
                  </a:lnTo>
                  <a:lnTo>
                    <a:pt x="7245246" y="538500"/>
                  </a:lnTo>
                  <a:lnTo>
                    <a:pt x="7245372" y="538500"/>
                  </a:lnTo>
                  <a:lnTo>
                    <a:pt x="7245751" y="538500"/>
                  </a:lnTo>
                  <a:lnTo>
                    <a:pt x="7246507" y="538500"/>
                  </a:lnTo>
                  <a:lnTo>
                    <a:pt x="7246885" y="538500"/>
                  </a:lnTo>
                  <a:lnTo>
                    <a:pt x="7247264" y="538500"/>
                  </a:lnTo>
                  <a:lnTo>
                    <a:pt x="7247390" y="538500"/>
                  </a:lnTo>
                  <a:lnTo>
                    <a:pt x="7247642" y="538500"/>
                  </a:lnTo>
                  <a:lnTo>
                    <a:pt x="7248272" y="538500"/>
                  </a:lnTo>
                  <a:lnTo>
                    <a:pt x="7248651" y="538500"/>
                  </a:lnTo>
                  <a:lnTo>
                    <a:pt x="7249407" y="538500"/>
                  </a:lnTo>
                  <a:lnTo>
                    <a:pt x="7249785" y="538500"/>
                  </a:lnTo>
                  <a:lnTo>
                    <a:pt x="7250542" y="538500"/>
                  </a:lnTo>
                  <a:lnTo>
                    <a:pt x="7251172" y="538500"/>
                  </a:lnTo>
                  <a:lnTo>
                    <a:pt x="7251424" y="533221"/>
                  </a:lnTo>
                  <a:lnTo>
                    <a:pt x="7252055" y="533221"/>
                  </a:lnTo>
                  <a:lnTo>
                    <a:pt x="7252811" y="533221"/>
                  </a:lnTo>
                  <a:lnTo>
                    <a:pt x="7253190" y="533221"/>
                  </a:lnTo>
                  <a:lnTo>
                    <a:pt x="7253316" y="533221"/>
                  </a:lnTo>
                  <a:lnTo>
                    <a:pt x="7253694" y="533221"/>
                  </a:lnTo>
                  <a:lnTo>
                    <a:pt x="7254198" y="533221"/>
                  </a:lnTo>
                  <a:lnTo>
                    <a:pt x="7254451" y="533221"/>
                  </a:lnTo>
                  <a:lnTo>
                    <a:pt x="7254577" y="527942"/>
                  </a:lnTo>
                  <a:lnTo>
                    <a:pt x="7254955" y="527942"/>
                  </a:lnTo>
                  <a:lnTo>
                    <a:pt x="7255333" y="522662"/>
                  </a:lnTo>
                  <a:lnTo>
                    <a:pt x="7255711" y="522662"/>
                  </a:lnTo>
                  <a:lnTo>
                    <a:pt x="7255964" y="522662"/>
                  </a:lnTo>
                  <a:lnTo>
                    <a:pt x="7256216" y="522662"/>
                  </a:lnTo>
                  <a:lnTo>
                    <a:pt x="7257098" y="522662"/>
                  </a:lnTo>
                  <a:lnTo>
                    <a:pt x="7257224" y="522662"/>
                  </a:lnTo>
                  <a:lnTo>
                    <a:pt x="7257477" y="522662"/>
                  </a:lnTo>
                  <a:lnTo>
                    <a:pt x="7257603" y="522662"/>
                  </a:lnTo>
                  <a:lnTo>
                    <a:pt x="7257729" y="522662"/>
                  </a:lnTo>
                  <a:lnTo>
                    <a:pt x="7257855" y="522662"/>
                  </a:lnTo>
                  <a:lnTo>
                    <a:pt x="7258107" y="522662"/>
                  </a:lnTo>
                  <a:lnTo>
                    <a:pt x="7258359" y="522662"/>
                  </a:lnTo>
                  <a:lnTo>
                    <a:pt x="7258485" y="522662"/>
                  </a:lnTo>
                  <a:lnTo>
                    <a:pt x="7258611" y="522662"/>
                  </a:lnTo>
                  <a:lnTo>
                    <a:pt x="7258990" y="522662"/>
                  </a:lnTo>
                  <a:lnTo>
                    <a:pt x="7259116" y="522662"/>
                  </a:lnTo>
                  <a:lnTo>
                    <a:pt x="7259368" y="522662"/>
                  </a:lnTo>
                  <a:lnTo>
                    <a:pt x="7259746" y="517383"/>
                  </a:lnTo>
                  <a:lnTo>
                    <a:pt x="7259872" y="517383"/>
                  </a:lnTo>
                  <a:lnTo>
                    <a:pt x="7259998" y="517383"/>
                  </a:lnTo>
                  <a:lnTo>
                    <a:pt x="7260125" y="517383"/>
                  </a:lnTo>
                  <a:lnTo>
                    <a:pt x="7260251" y="517383"/>
                  </a:lnTo>
                  <a:lnTo>
                    <a:pt x="7260377" y="517383"/>
                  </a:lnTo>
                  <a:lnTo>
                    <a:pt x="7260629" y="517383"/>
                  </a:lnTo>
                  <a:lnTo>
                    <a:pt x="7260755" y="517383"/>
                  </a:lnTo>
                  <a:lnTo>
                    <a:pt x="7260881" y="517383"/>
                  </a:lnTo>
                  <a:lnTo>
                    <a:pt x="7261007" y="517383"/>
                  </a:lnTo>
                  <a:lnTo>
                    <a:pt x="7261133" y="517383"/>
                  </a:lnTo>
                  <a:lnTo>
                    <a:pt x="7261511" y="517383"/>
                  </a:lnTo>
                  <a:lnTo>
                    <a:pt x="7261638" y="517383"/>
                  </a:lnTo>
                  <a:lnTo>
                    <a:pt x="7261764" y="517383"/>
                  </a:lnTo>
                  <a:lnTo>
                    <a:pt x="7261890" y="517383"/>
                  </a:lnTo>
                  <a:lnTo>
                    <a:pt x="7262142" y="517383"/>
                  </a:lnTo>
                  <a:lnTo>
                    <a:pt x="7262268" y="517383"/>
                  </a:lnTo>
                  <a:lnTo>
                    <a:pt x="7262646" y="517383"/>
                  </a:lnTo>
                  <a:lnTo>
                    <a:pt x="7263025" y="517383"/>
                  </a:lnTo>
                  <a:lnTo>
                    <a:pt x="7263277" y="512103"/>
                  </a:lnTo>
                  <a:lnTo>
                    <a:pt x="7263529" y="512103"/>
                  </a:lnTo>
                  <a:lnTo>
                    <a:pt x="7263781" y="512103"/>
                  </a:lnTo>
                  <a:lnTo>
                    <a:pt x="7264159" y="512103"/>
                  </a:lnTo>
                  <a:lnTo>
                    <a:pt x="7264285" y="512103"/>
                  </a:lnTo>
                  <a:lnTo>
                    <a:pt x="7264538" y="512103"/>
                  </a:lnTo>
                  <a:lnTo>
                    <a:pt x="7265042" y="512103"/>
                  </a:lnTo>
                  <a:lnTo>
                    <a:pt x="7265168" y="512103"/>
                  </a:lnTo>
                  <a:lnTo>
                    <a:pt x="7265420" y="512103"/>
                  </a:lnTo>
                  <a:lnTo>
                    <a:pt x="7265672" y="512103"/>
                  </a:lnTo>
                  <a:lnTo>
                    <a:pt x="7266177" y="512103"/>
                  </a:lnTo>
                  <a:lnTo>
                    <a:pt x="7266303" y="512103"/>
                  </a:lnTo>
                  <a:lnTo>
                    <a:pt x="7266555" y="512103"/>
                  </a:lnTo>
                  <a:lnTo>
                    <a:pt x="7266933" y="512103"/>
                  </a:lnTo>
                  <a:lnTo>
                    <a:pt x="7267564" y="512103"/>
                  </a:lnTo>
                  <a:lnTo>
                    <a:pt x="7267816" y="512103"/>
                  </a:lnTo>
                  <a:lnTo>
                    <a:pt x="7268194" y="512103"/>
                  </a:lnTo>
                  <a:lnTo>
                    <a:pt x="7268320" y="512103"/>
                  </a:lnTo>
                  <a:lnTo>
                    <a:pt x="7268572" y="512103"/>
                  </a:lnTo>
                  <a:lnTo>
                    <a:pt x="7268698" y="512103"/>
                  </a:lnTo>
                  <a:lnTo>
                    <a:pt x="7269203" y="512103"/>
                  </a:lnTo>
                  <a:lnTo>
                    <a:pt x="7269581" y="512103"/>
                  </a:lnTo>
                  <a:lnTo>
                    <a:pt x="7269959" y="512103"/>
                  </a:lnTo>
                  <a:lnTo>
                    <a:pt x="7270338" y="512103"/>
                  </a:lnTo>
                  <a:lnTo>
                    <a:pt x="7270590" y="512103"/>
                  </a:lnTo>
                  <a:lnTo>
                    <a:pt x="7270716" y="512103"/>
                  </a:lnTo>
                  <a:lnTo>
                    <a:pt x="7270842" y="512103"/>
                  </a:lnTo>
                  <a:lnTo>
                    <a:pt x="7270968" y="512103"/>
                  </a:lnTo>
                  <a:lnTo>
                    <a:pt x="7271094" y="512103"/>
                  </a:lnTo>
                  <a:lnTo>
                    <a:pt x="7271725" y="512103"/>
                  </a:lnTo>
                  <a:lnTo>
                    <a:pt x="7272229" y="512103"/>
                  </a:lnTo>
                  <a:lnTo>
                    <a:pt x="7272355" y="512103"/>
                  </a:lnTo>
                  <a:lnTo>
                    <a:pt x="7272607" y="512103"/>
                  </a:lnTo>
                  <a:lnTo>
                    <a:pt x="7272859" y="512103"/>
                  </a:lnTo>
                  <a:lnTo>
                    <a:pt x="7272985" y="512103"/>
                  </a:lnTo>
                  <a:lnTo>
                    <a:pt x="7273238" y="512103"/>
                  </a:lnTo>
                  <a:lnTo>
                    <a:pt x="7273364" y="512103"/>
                  </a:lnTo>
                  <a:lnTo>
                    <a:pt x="7273490" y="512103"/>
                  </a:lnTo>
                  <a:lnTo>
                    <a:pt x="7273616" y="512103"/>
                  </a:lnTo>
                  <a:lnTo>
                    <a:pt x="7273742" y="512103"/>
                  </a:lnTo>
                  <a:lnTo>
                    <a:pt x="7274246" y="512103"/>
                  </a:lnTo>
                  <a:lnTo>
                    <a:pt x="7274372" y="512103"/>
                  </a:lnTo>
                  <a:lnTo>
                    <a:pt x="7274498" y="512103"/>
                  </a:lnTo>
                  <a:lnTo>
                    <a:pt x="7274625" y="512103"/>
                  </a:lnTo>
                  <a:lnTo>
                    <a:pt x="7274751" y="512103"/>
                  </a:lnTo>
                  <a:lnTo>
                    <a:pt x="7274877" y="512103"/>
                  </a:lnTo>
                  <a:lnTo>
                    <a:pt x="7275381" y="512103"/>
                  </a:lnTo>
                  <a:lnTo>
                    <a:pt x="7275885" y="512103"/>
                  </a:lnTo>
                  <a:lnTo>
                    <a:pt x="7276012" y="512103"/>
                  </a:lnTo>
                  <a:lnTo>
                    <a:pt x="7276516" y="512103"/>
                  </a:lnTo>
                  <a:lnTo>
                    <a:pt x="7276642" y="512103"/>
                  </a:lnTo>
                  <a:lnTo>
                    <a:pt x="7276768" y="512103"/>
                  </a:lnTo>
                  <a:lnTo>
                    <a:pt x="7276894" y="512103"/>
                  </a:lnTo>
                  <a:lnTo>
                    <a:pt x="7277020" y="512103"/>
                  </a:lnTo>
                  <a:lnTo>
                    <a:pt x="7277272" y="512103"/>
                  </a:lnTo>
                  <a:lnTo>
                    <a:pt x="7277399" y="512103"/>
                  </a:lnTo>
                  <a:lnTo>
                    <a:pt x="7277525" y="512103"/>
                  </a:lnTo>
                  <a:lnTo>
                    <a:pt x="7277651" y="512103"/>
                  </a:lnTo>
                  <a:lnTo>
                    <a:pt x="7277777" y="512103"/>
                  </a:lnTo>
                  <a:lnTo>
                    <a:pt x="7278407" y="512103"/>
                  </a:lnTo>
                  <a:lnTo>
                    <a:pt x="7278533" y="512103"/>
                  </a:lnTo>
                  <a:lnTo>
                    <a:pt x="7278785" y="512103"/>
                  </a:lnTo>
                  <a:lnTo>
                    <a:pt x="7278912" y="512103"/>
                  </a:lnTo>
                  <a:lnTo>
                    <a:pt x="7279038" y="512103"/>
                  </a:lnTo>
                  <a:lnTo>
                    <a:pt x="7279164" y="512103"/>
                  </a:lnTo>
                  <a:lnTo>
                    <a:pt x="7279542" y="512103"/>
                  </a:lnTo>
                  <a:lnTo>
                    <a:pt x="7279920" y="512103"/>
                  </a:lnTo>
                  <a:lnTo>
                    <a:pt x="7280046" y="512103"/>
                  </a:lnTo>
                  <a:lnTo>
                    <a:pt x="7280172" y="512103"/>
                  </a:lnTo>
                  <a:lnTo>
                    <a:pt x="7280551" y="512103"/>
                  </a:lnTo>
                  <a:lnTo>
                    <a:pt x="7280677" y="512103"/>
                  </a:lnTo>
                  <a:lnTo>
                    <a:pt x="7280803" y="512103"/>
                  </a:lnTo>
                  <a:lnTo>
                    <a:pt x="7281181" y="512103"/>
                  </a:lnTo>
                  <a:lnTo>
                    <a:pt x="7281307" y="512103"/>
                  </a:lnTo>
                  <a:lnTo>
                    <a:pt x="7281433" y="512103"/>
                  </a:lnTo>
                  <a:lnTo>
                    <a:pt x="7281559" y="512103"/>
                  </a:lnTo>
                  <a:lnTo>
                    <a:pt x="7281685" y="512103"/>
                  </a:lnTo>
                  <a:lnTo>
                    <a:pt x="7281812" y="512103"/>
                  </a:lnTo>
                  <a:lnTo>
                    <a:pt x="7302742" y="501545"/>
                  </a:lnTo>
                  <a:lnTo>
                    <a:pt x="7302994" y="501545"/>
                  </a:lnTo>
                  <a:lnTo>
                    <a:pt x="7303246" y="501545"/>
                  </a:lnTo>
                  <a:lnTo>
                    <a:pt x="7304003" y="501545"/>
                  </a:lnTo>
                  <a:lnTo>
                    <a:pt x="7304129" y="501545"/>
                  </a:lnTo>
                  <a:lnTo>
                    <a:pt x="7304381" y="501545"/>
                  </a:lnTo>
                  <a:lnTo>
                    <a:pt x="7304633" y="501545"/>
                  </a:lnTo>
                  <a:lnTo>
                    <a:pt x="7304760" y="501545"/>
                  </a:lnTo>
                  <a:lnTo>
                    <a:pt x="7304886" y="501545"/>
                  </a:lnTo>
                  <a:lnTo>
                    <a:pt x="7305264" y="501545"/>
                  </a:lnTo>
                  <a:lnTo>
                    <a:pt x="7306146" y="501545"/>
                  </a:lnTo>
                  <a:lnTo>
                    <a:pt x="7306273" y="501545"/>
                  </a:lnTo>
                  <a:lnTo>
                    <a:pt x="7306651" y="501545"/>
                  </a:lnTo>
                  <a:lnTo>
                    <a:pt x="7307029" y="501545"/>
                  </a:lnTo>
                  <a:lnTo>
                    <a:pt x="7307029" y="496265"/>
                  </a:lnTo>
                  <a:lnTo>
                    <a:pt x="7307155" y="496265"/>
                  </a:lnTo>
                  <a:lnTo>
                    <a:pt x="7307281" y="496265"/>
                  </a:lnTo>
                  <a:lnTo>
                    <a:pt x="7307407" y="496265"/>
                  </a:lnTo>
                  <a:lnTo>
                    <a:pt x="7307660" y="496265"/>
                  </a:lnTo>
                  <a:lnTo>
                    <a:pt x="7307912" y="496265"/>
                  </a:lnTo>
                  <a:lnTo>
                    <a:pt x="7308038" y="496265"/>
                  </a:lnTo>
                  <a:lnTo>
                    <a:pt x="7308668" y="496265"/>
                  </a:lnTo>
                  <a:lnTo>
                    <a:pt x="7309046" y="496265"/>
                  </a:lnTo>
                  <a:lnTo>
                    <a:pt x="7309551" y="496265"/>
                  </a:lnTo>
                  <a:lnTo>
                    <a:pt x="7309677" y="496265"/>
                  </a:lnTo>
                  <a:lnTo>
                    <a:pt x="7309803" y="496265"/>
                  </a:lnTo>
                  <a:lnTo>
                    <a:pt x="7310055" y="496265"/>
                  </a:lnTo>
                  <a:lnTo>
                    <a:pt x="7310181" y="496265"/>
                  </a:lnTo>
                  <a:lnTo>
                    <a:pt x="7310812" y="496265"/>
                  </a:lnTo>
                  <a:lnTo>
                    <a:pt x="7311190" y="496265"/>
                  </a:lnTo>
                  <a:lnTo>
                    <a:pt x="7311316" y="496265"/>
                  </a:lnTo>
                  <a:lnTo>
                    <a:pt x="7311568" y="496265"/>
                  </a:lnTo>
                  <a:lnTo>
                    <a:pt x="7311947" y="496265"/>
                  </a:lnTo>
                  <a:lnTo>
                    <a:pt x="7312073" y="496265"/>
                  </a:lnTo>
                  <a:lnTo>
                    <a:pt x="7312199" y="496265"/>
                  </a:lnTo>
                  <a:lnTo>
                    <a:pt x="7312451" y="496265"/>
                  </a:lnTo>
                  <a:lnTo>
                    <a:pt x="7312829" y="496265"/>
                  </a:lnTo>
                  <a:lnTo>
                    <a:pt x="7312955" y="496265"/>
                  </a:lnTo>
                  <a:lnTo>
                    <a:pt x="7313333" y="496265"/>
                  </a:lnTo>
                  <a:lnTo>
                    <a:pt x="7313460" y="496265"/>
                  </a:lnTo>
                  <a:lnTo>
                    <a:pt x="7313586" y="496265"/>
                  </a:lnTo>
                  <a:lnTo>
                    <a:pt x="7313712" y="496265"/>
                  </a:lnTo>
                  <a:lnTo>
                    <a:pt x="7314090" y="496265"/>
                  </a:lnTo>
                  <a:lnTo>
                    <a:pt x="7314342" y="496265"/>
                  </a:lnTo>
                  <a:lnTo>
                    <a:pt x="7314468" y="496265"/>
                  </a:lnTo>
                  <a:lnTo>
                    <a:pt x="7314594" y="496265"/>
                  </a:lnTo>
                  <a:lnTo>
                    <a:pt x="7314847" y="496265"/>
                  </a:lnTo>
                  <a:lnTo>
                    <a:pt x="7315351" y="496265"/>
                  </a:lnTo>
                  <a:lnTo>
                    <a:pt x="7315729" y="496265"/>
                  </a:lnTo>
                  <a:lnTo>
                    <a:pt x="7315855" y="496265"/>
                  </a:lnTo>
                  <a:lnTo>
                    <a:pt x="7315981" y="496265"/>
                  </a:lnTo>
                  <a:lnTo>
                    <a:pt x="7316612" y="496265"/>
                  </a:lnTo>
                  <a:lnTo>
                    <a:pt x="7316864" y="496265"/>
                  </a:lnTo>
                  <a:lnTo>
                    <a:pt x="7317116" y="496265"/>
                  </a:lnTo>
                  <a:lnTo>
                    <a:pt x="7317242" y="496265"/>
                  </a:lnTo>
                  <a:lnTo>
                    <a:pt x="7317368" y="496265"/>
                  </a:lnTo>
                  <a:lnTo>
                    <a:pt x="7317494" y="496265"/>
                  </a:lnTo>
                  <a:lnTo>
                    <a:pt x="7317620" y="496265"/>
                  </a:lnTo>
                  <a:lnTo>
                    <a:pt x="7317999" y="496265"/>
                  </a:lnTo>
                  <a:lnTo>
                    <a:pt x="7318251" y="496265"/>
                  </a:lnTo>
                  <a:lnTo>
                    <a:pt x="7318881" y="496265"/>
                  </a:lnTo>
                  <a:lnTo>
                    <a:pt x="7319007" y="496265"/>
                  </a:lnTo>
                  <a:lnTo>
                    <a:pt x="7319260" y="496265"/>
                  </a:lnTo>
                  <a:lnTo>
                    <a:pt x="7319386" y="496265"/>
                  </a:lnTo>
                  <a:lnTo>
                    <a:pt x="7319890" y="496265"/>
                  </a:lnTo>
                  <a:lnTo>
                    <a:pt x="7320016" y="496265"/>
                  </a:lnTo>
                  <a:lnTo>
                    <a:pt x="7320394" y="496265"/>
                  </a:lnTo>
                  <a:lnTo>
                    <a:pt x="7320520" y="496265"/>
                  </a:lnTo>
                  <a:lnTo>
                    <a:pt x="7320899" y="496265"/>
                  </a:lnTo>
                  <a:lnTo>
                    <a:pt x="7321025" y="496265"/>
                  </a:lnTo>
                  <a:lnTo>
                    <a:pt x="7321151" y="496265"/>
                  </a:lnTo>
                  <a:lnTo>
                    <a:pt x="7321277" y="496265"/>
                  </a:lnTo>
                  <a:lnTo>
                    <a:pt x="7321781" y="496265"/>
                  </a:lnTo>
                  <a:lnTo>
                    <a:pt x="7321907" y="496265"/>
                  </a:lnTo>
                  <a:lnTo>
                    <a:pt x="7322034" y="496265"/>
                  </a:lnTo>
                  <a:lnTo>
                    <a:pt x="7322412" y="496265"/>
                  </a:lnTo>
                  <a:lnTo>
                    <a:pt x="7322412" y="490986"/>
                  </a:lnTo>
                  <a:lnTo>
                    <a:pt x="7322664" y="490986"/>
                  </a:lnTo>
                  <a:lnTo>
                    <a:pt x="7322790" y="490986"/>
                  </a:lnTo>
                  <a:lnTo>
                    <a:pt x="7323042" y="490986"/>
                  </a:lnTo>
                  <a:lnTo>
                    <a:pt x="7323168" y="490986"/>
                  </a:lnTo>
                  <a:lnTo>
                    <a:pt x="7323294" y="490986"/>
                  </a:lnTo>
                  <a:lnTo>
                    <a:pt x="7323420" y="490986"/>
                  </a:lnTo>
                  <a:lnTo>
                    <a:pt x="7323673" y="490986"/>
                  </a:lnTo>
                  <a:lnTo>
                    <a:pt x="7323799" y="490986"/>
                  </a:lnTo>
                  <a:lnTo>
                    <a:pt x="7324051" y="490986"/>
                  </a:lnTo>
                  <a:lnTo>
                    <a:pt x="7324303" y="490986"/>
                  </a:lnTo>
                  <a:lnTo>
                    <a:pt x="7324555" y="490986"/>
                  </a:lnTo>
                  <a:lnTo>
                    <a:pt x="7324807" y="490986"/>
                  </a:lnTo>
                  <a:lnTo>
                    <a:pt x="7324934" y="490986"/>
                  </a:lnTo>
                  <a:lnTo>
                    <a:pt x="7325060" y="490986"/>
                  </a:lnTo>
                  <a:lnTo>
                    <a:pt x="7325564" y="490986"/>
                  </a:lnTo>
                  <a:lnTo>
                    <a:pt x="7325690" y="490986"/>
                  </a:lnTo>
                  <a:lnTo>
                    <a:pt x="7326068" y="490986"/>
                  </a:lnTo>
                  <a:lnTo>
                    <a:pt x="7326320" y="490986"/>
                  </a:lnTo>
                  <a:lnTo>
                    <a:pt x="7326699" y="490986"/>
                  </a:lnTo>
                  <a:lnTo>
                    <a:pt x="7326825" y="490986"/>
                  </a:lnTo>
                  <a:lnTo>
                    <a:pt x="7327077" y="490986"/>
                  </a:lnTo>
                  <a:lnTo>
                    <a:pt x="7327707" y="490986"/>
                  </a:lnTo>
                  <a:lnTo>
                    <a:pt x="7328086" y="490986"/>
                  </a:lnTo>
                  <a:lnTo>
                    <a:pt x="7328212" y="490986"/>
                  </a:lnTo>
                  <a:lnTo>
                    <a:pt x="7328590" y="490986"/>
                  </a:lnTo>
                  <a:lnTo>
                    <a:pt x="7328842" y="490986"/>
                  </a:lnTo>
                  <a:lnTo>
                    <a:pt x="7328968" y="490986"/>
                  </a:lnTo>
                  <a:lnTo>
                    <a:pt x="7329221" y="490986"/>
                  </a:lnTo>
                  <a:lnTo>
                    <a:pt x="7329347" y="490986"/>
                  </a:lnTo>
                  <a:lnTo>
                    <a:pt x="7330103" y="490986"/>
                  </a:lnTo>
                  <a:lnTo>
                    <a:pt x="7331364" y="485706"/>
                  </a:lnTo>
                  <a:lnTo>
                    <a:pt x="7331868" y="485706"/>
                  </a:lnTo>
                  <a:lnTo>
                    <a:pt x="7332499" y="485706"/>
                  </a:lnTo>
                  <a:lnTo>
                    <a:pt x="7332877" y="485706"/>
                  </a:lnTo>
                  <a:lnTo>
                    <a:pt x="7333255" y="485706"/>
                  </a:lnTo>
                  <a:lnTo>
                    <a:pt x="7333507" y="485706"/>
                  </a:lnTo>
                  <a:lnTo>
                    <a:pt x="7334516" y="485706"/>
                  </a:lnTo>
                  <a:lnTo>
                    <a:pt x="7335147" y="485706"/>
                  </a:lnTo>
                  <a:lnTo>
                    <a:pt x="7335273" y="485706"/>
                  </a:lnTo>
                  <a:lnTo>
                    <a:pt x="7335525" y="485706"/>
                  </a:lnTo>
                  <a:lnTo>
                    <a:pt x="7335651" y="485706"/>
                  </a:lnTo>
                  <a:lnTo>
                    <a:pt x="7336029" y="485706"/>
                  </a:lnTo>
                  <a:lnTo>
                    <a:pt x="7336660" y="485706"/>
                  </a:lnTo>
                  <a:lnTo>
                    <a:pt x="7336786" y="485706"/>
                  </a:lnTo>
                  <a:lnTo>
                    <a:pt x="7336912" y="485706"/>
                  </a:lnTo>
                  <a:lnTo>
                    <a:pt x="7337038" y="485706"/>
                  </a:lnTo>
                  <a:lnTo>
                    <a:pt x="7337542" y="485706"/>
                  </a:lnTo>
                  <a:lnTo>
                    <a:pt x="7337794" y="485706"/>
                  </a:lnTo>
                  <a:lnTo>
                    <a:pt x="7338929" y="485706"/>
                  </a:lnTo>
                  <a:lnTo>
                    <a:pt x="7339055" y="485706"/>
                  </a:lnTo>
                  <a:lnTo>
                    <a:pt x="7339686" y="485706"/>
                  </a:lnTo>
                  <a:lnTo>
                    <a:pt x="7339812" y="485706"/>
                  </a:lnTo>
                  <a:lnTo>
                    <a:pt x="7340694" y="485706"/>
                  </a:lnTo>
                  <a:lnTo>
                    <a:pt x="7340821" y="480427"/>
                  </a:lnTo>
                  <a:lnTo>
                    <a:pt x="7341073" y="480427"/>
                  </a:lnTo>
                  <a:lnTo>
                    <a:pt x="7341829" y="480427"/>
                  </a:lnTo>
                  <a:lnTo>
                    <a:pt x="7342081" y="480427"/>
                  </a:lnTo>
                  <a:lnTo>
                    <a:pt x="7342208" y="480427"/>
                  </a:lnTo>
                  <a:lnTo>
                    <a:pt x="7342334" y="480427"/>
                  </a:lnTo>
                  <a:lnTo>
                    <a:pt x="7343090" y="480427"/>
                  </a:lnTo>
                  <a:lnTo>
                    <a:pt x="7343216" y="480427"/>
                  </a:lnTo>
                  <a:lnTo>
                    <a:pt x="7343342" y="480427"/>
                  </a:lnTo>
                  <a:lnTo>
                    <a:pt x="7344099" y="480427"/>
                  </a:lnTo>
                  <a:lnTo>
                    <a:pt x="7344225" y="480427"/>
                  </a:lnTo>
                  <a:lnTo>
                    <a:pt x="7344729" y="480427"/>
                  </a:lnTo>
                  <a:lnTo>
                    <a:pt x="7344981" y="480427"/>
                  </a:lnTo>
                  <a:lnTo>
                    <a:pt x="7345612" y="480427"/>
                  </a:lnTo>
                  <a:lnTo>
                    <a:pt x="7345990" y="480427"/>
                  </a:lnTo>
                  <a:lnTo>
                    <a:pt x="7346116" y="475147"/>
                  </a:lnTo>
                  <a:lnTo>
                    <a:pt x="7346368" y="475147"/>
                  </a:lnTo>
                  <a:lnTo>
                    <a:pt x="7347125" y="475147"/>
                  </a:lnTo>
                  <a:lnTo>
                    <a:pt x="7347251" y="475147"/>
                  </a:lnTo>
                  <a:lnTo>
                    <a:pt x="7347377" y="475147"/>
                  </a:lnTo>
                  <a:lnTo>
                    <a:pt x="7347503" y="475147"/>
                  </a:lnTo>
                  <a:lnTo>
                    <a:pt x="7347629" y="475147"/>
                  </a:lnTo>
                  <a:lnTo>
                    <a:pt x="7347755" y="475147"/>
                  </a:lnTo>
                  <a:lnTo>
                    <a:pt x="7348008" y="475147"/>
                  </a:lnTo>
                  <a:lnTo>
                    <a:pt x="7348134" y="475147"/>
                  </a:lnTo>
                  <a:lnTo>
                    <a:pt x="7348260" y="475147"/>
                  </a:lnTo>
                  <a:lnTo>
                    <a:pt x="7348386" y="475147"/>
                  </a:lnTo>
                  <a:lnTo>
                    <a:pt x="7348512" y="475147"/>
                  </a:lnTo>
                  <a:lnTo>
                    <a:pt x="7348638" y="475147"/>
                  </a:lnTo>
                  <a:lnTo>
                    <a:pt x="7348764" y="475147"/>
                  </a:lnTo>
                  <a:lnTo>
                    <a:pt x="7348890" y="475147"/>
                  </a:lnTo>
                  <a:lnTo>
                    <a:pt x="7349016" y="475147"/>
                  </a:lnTo>
                  <a:lnTo>
                    <a:pt x="7349268" y="475147"/>
                  </a:lnTo>
                  <a:lnTo>
                    <a:pt x="7349395" y="475147"/>
                  </a:lnTo>
                  <a:lnTo>
                    <a:pt x="7349521" y="475147"/>
                  </a:lnTo>
                  <a:lnTo>
                    <a:pt x="7349647" y="475147"/>
                  </a:lnTo>
                  <a:lnTo>
                    <a:pt x="7349773" y="475147"/>
                  </a:lnTo>
                  <a:lnTo>
                    <a:pt x="7349899" y="475147"/>
                  </a:lnTo>
                  <a:lnTo>
                    <a:pt x="7350025" y="475147"/>
                  </a:lnTo>
                  <a:lnTo>
                    <a:pt x="7350277" y="475147"/>
                  </a:lnTo>
                  <a:lnTo>
                    <a:pt x="7350277" y="469868"/>
                  </a:lnTo>
                  <a:lnTo>
                    <a:pt x="7350529" y="469868"/>
                  </a:lnTo>
                  <a:lnTo>
                    <a:pt x="7350655" y="469868"/>
                  </a:lnTo>
                  <a:lnTo>
                    <a:pt x="7350908" y="469868"/>
                  </a:lnTo>
                  <a:lnTo>
                    <a:pt x="7351034" y="469868"/>
                  </a:lnTo>
                  <a:lnTo>
                    <a:pt x="7351412" y="469868"/>
                  </a:lnTo>
                  <a:lnTo>
                    <a:pt x="7351538" y="469868"/>
                  </a:lnTo>
                  <a:lnTo>
                    <a:pt x="7351790" y="469868"/>
                  </a:lnTo>
                  <a:lnTo>
                    <a:pt x="7351916" y="469868"/>
                  </a:lnTo>
                  <a:lnTo>
                    <a:pt x="7352042" y="469868"/>
                  </a:lnTo>
                  <a:lnTo>
                    <a:pt x="7352421" y="469868"/>
                  </a:lnTo>
                  <a:lnTo>
                    <a:pt x="7352925" y="469868"/>
                  </a:lnTo>
                  <a:lnTo>
                    <a:pt x="7353303" y="469868"/>
                  </a:lnTo>
                  <a:lnTo>
                    <a:pt x="7353555" y="469868"/>
                  </a:lnTo>
                  <a:lnTo>
                    <a:pt x="7353808" y="469868"/>
                  </a:lnTo>
                  <a:lnTo>
                    <a:pt x="7354060" y="464589"/>
                  </a:lnTo>
                  <a:lnTo>
                    <a:pt x="7354186" y="464589"/>
                  </a:lnTo>
                  <a:lnTo>
                    <a:pt x="7354312" y="464589"/>
                  </a:lnTo>
                  <a:lnTo>
                    <a:pt x="7354438" y="464589"/>
                  </a:lnTo>
                  <a:lnTo>
                    <a:pt x="7354564" y="464589"/>
                  </a:lnTo>
                  <a:lnTo>
                    <a:pt x="7354690" y="464589"/>
                  </a:lnTo>
                  <a:lnTo>
                    <a:pt x="7354816" y="464589"/>
                  </a:lnTo>
                  <a:lnTo>
                    <a:pt x="7354942" y="464589"/>
                  </a:lnTo>
                  <a:lnTo>
                    <a:pt x="7355068" y="464589"/>
                  </a:lnTo>
                  <a:lnTo>
                    <a:pt x="7355825" y="464589"/>
                  </a:lnTo>
                  <a:lnTo>
                    <a:pt x="7355951" y="464589"/>
                  </a:lnTo>
                  <a:lnTo>
                    <a:pt x="7356708" y="464589"/>
                  </a:lnTo>
                  <a:lnTo>
                    <a:pt x="7357086" y="464589"/>
                  </a:lnTo>
                  <a:lnTo>
                    <a:pt x="7357338" y="464589"/>
                  </a:lnTo>
                  <a:lnTo>
                    <a:pt x="7357464" y="464589"/>
                  </a:lnTo>
                  <a:lnTo>
                    <a:pt x="7357590" y="464589"/>
                  </a:lnTo>
                  <a:lnTo>
                    <a:pt x="7357716" y="464589"/>
                  </a:lnTo>
                  <a:lnTo>
                    <a:pt x="7357968" y="464589"/>
                  </a:lnTo>
                  <a:lnTo>
                    <a:pt x="7358347" y="464589"/>
                  </a:lnTo>
                  <a:lnTo>
                    <a:pt x="7358473" y="464589"/>
                  </a:lnTo>
                  <a:lnTo>
                    <a:pt x="7359229" y="464589"/>
                  </a:lnTo>
                  <a:lnTo>
                    <a:pt x="7360112" y="464589"/>
                  </a:lnTo>
                  <a:lnTo>
                    <a:pt x="7360742" y="464589"/>
                  </a:lnTo>
                  <a:lnTo>
                    <a:pt x="7361247" y="454030"/>
                  </a:lnTo>
                  <a:lnTo>
                    <a:pt x="7361625" y="454030"/>
                  </a:lnTo>
                  <a:lnTo>
                    <a:pt x="7361751" y="454030"/>
                  </a:lnTo>
                  <a:lnTo>
                    <a:pt x="7362003" y="454030"/>
                  </a:lnTo>
                  <a:lnTo>
                    <a:pt x="7362129" y="454030"/>
                  </a:lnTo>
                  <a:lnTo>
                    <a:pt x="7362760" y="454030"/>
                  </a:lnTo>
                  <a:lnTo>
                    <a:pt x="7363264" y="454030"/>
                  </a:lnTo>
                  <a:lnTo>
                    <a:pt x="7363769" y="454030"/>
                  </a:lnTo>
                  <a:lnTo>
                    <a:pt x="7364021" y="454030"/>
                  </a:lnTo>
                  <a:lnTo>
                    <a:pt x="7364525" y="454030"/>
                  </a:lnTo>
                  <a:lnTo>
                    <a:pt x="7364777" y="454030"/>
                  </a:lnTo>
                  <a:lnTo>
                    <a:pt x="7365029" y="454030"/>
                  </a:lnTo>
                  <a:lnTo>
                    <a:pt x="7365282" y="454030"/>
                  </a:lnTo>
                  <a:lnTo>
                    <a:pt x="7365912" y="454030"/>
                  </a:lnTo>
                  <a:lnTo>
                    <a:pt x="7366038" y="454030"/>
                  </a:lnTo>
                  <a:lnTo>
                    <a:pt x="7366164" y="454030"/>
                  </a:lnTo>
                  <a:lnTo>
                    <a:pt x="7366542" y="454030"/>
                  </a:lnTo>
                  <a:lnTo>
                    <a:pt x="7366669" y="454030"/>
                  </a:lnTo>
                  <a:lnTo>
                    <a:pt x="7366921" y="454030"/>
                  </a:lnTo>
                  <a:lnTo>
                    <a:pt x="7367299" y="454030"/>
                  </a:lnTo>
                  <a:lnTo>
                    <a:pt x="7367425" y="448750"/>
                  </a:lnTo>
                  <a:lnTo>
                    <a:pt x="7367803" y="448750"/>
                  </a:lnTo>
                  <a:lnTo>
                    <a:pt x="7368056" y="448750"/>
                  </a:lnTo>
                  <a:lnTo>
                    <a:pt x="7368056" y="443471"/>
                  </a:lnTo>
                  <a:lnTo>
                    <a:pt x="7368434" y="443471"/>
                  </a:lnTo>
                  <a:lnTo>
                    <a:pt x="7368560" y="443471"/>
                  </a:lnTo>
                  <a:lnTo>
                    <a:pt x="7368938" y="443471"/>
                  </a:lnTo>
                  <a:lnTo>
                    <a:pt x="7369064" y="443471"/>
                  </a:lnTo>
                  <a:lnTo>
                    <a:pt x="7369190" y="443471"/>
                  </a:lnTo>
                  <a:lnTo>
                    <a:pt x="7369695" y="443471"/>
                  </a:lnTo>
                  <a:lnTo>
                    <a:pt x="7369821" y="443471"/>
                  </a:lnTo>
                  <a:lnTo>
                    <a:pt x="7370199" y="443471"/>
                  </a:lnTo>
                  <a:lnTo>
                    <a:pt x="7370703" y="443471"/>
                  </a:lnTo>
                  <a:lnTo>
                    <a:pt x="7370829" y="443471"/>
                  </a:lnTo>
                  <a:lnTo>
                    <a:pt x="7370956" y="443471"/>
                  </a:lnTo>
                  <a:lnTo>
                    <a:pt x="7371208" y="443471"/>
                  </a:lnTo>
                  <a:lnTo>
                    <a:pt x="7371334" y="443471"/>
                  </a:lnTo>
                  <a:lnTo>
                    <a:pt x="7371460" y="443471"/>
                  </a:lnTo>
                  <a:lnTo>
                    <a:pt x="7371586" y="443471"/>
                  </a:lnTo>
                  <a:lnTo>
                    <a:pt x="7371712" y="443471"/>
                  </a:lnTo>
                  <a:lnTo>
                    <a:pt x="7371964" y="443471"/>
                  </a:lnTo>
                  <a:lnTo>
                    <a:pt x="7372721" y="443471"/>
                  </a:lnTo>
                  <a:lnTo>
                    <a:pt x="7373225" y="443471"/>
                  </a:lnTo>
                  <a:lnTo>
                    <a:pt x="7373351" y="443471"/>
                  </a:lnTo>
                  <a:lnTo>
                    <a:pt x="7373477" y="443471"/>
                  </a:lnTo>
                  <a:lnTo>
                    <a:pt x="7373603" y="443471"/>
                  </a:lnTo>
                  <a:lnTo>
                    <a:pt x="7373856" y="443471"/>
                  </a:lnTo>
                  <a:lnTo>
                    <a:pt x="7374108" y="443471"/>
                  </a:lnTo>
                  <a:lnTo>
                    <a:pt x="7374486" y="443471"/>
                  </a:lnTo>
                  <a:lnTo>
                    <a:pt x="7375242" y="443471"/>
                  </a:lnTo>
                  <a:lnTo>
                    <a:pt x="7375242" y="438191"/>
                  </a:lnTo>
                  <a:lnTo>
                    <a:pt x="7375369" y="438191"/>
                  </a:lnTo>
                  <a:lnTo>
                    <a:pt x="7375495" y="438191"/>
                  </a:lnTo>
                  <a:lnTo>
                    <a:pt x="7375999" y="438191"/>
                  </a:lnTo>
                  <a:lnTo>
                    <a:pt x="7376125" y="438191"/>
                  </a:lnTo>
                  <a:lnTo>
                    <a:pt x="7376251" y="438191"/>
                  </a:lnTo>
                  <a:lnTo>
                    <a:pt x="7376756" y="438191"/>
                  </a:lnTo>
                  <a:lnTo>
                    <a:pt x="7376882" y="438191"/>
                  </a:lnTo>
                  <a:lnTo>
                    <a:pt x="7377134" y="438191"/>
                  </a:lnTo>
                  <a:lnTo>
                    <a:pt x="7377386" y="438191"/>
                  </a:lnTo>
                  <a:lnTo>
                    <a:pt x="7377764" y="438191"/>
                  </a:lnTo>
                  <a:lnTo>
                    <a:pt x="7377890" y="438191"/>
                  </a:lnTo>
                  <a:lnTo>
                    <a:pt x="7378016" y="438191"/>
                  </a:lnTo>
                  <a:lnTo>
                    <a:pt x="7378269" y="438191"/>
                  </a:lnTo>
                  <a:lnTo>
                    <a:pt x="7378521" y="438191"/>
                  </a:lnTo>
                  <a:lnTo>
                    <a:pt x="7378899" y="438191"/>
                  </a:lnTo>
                  <a:lnTo>
                    <a:pt x="7379529" y="438191"/>
                  </a:lnTo>
                  <a:lnTo>
                    <a:pt x="7379656" y="438191"/>
                  </a:lnTo>
                  <a:lnTo>
                    <a:pt x="7379782" y="438191"/>
                  </a:lnTo>
                  <a:lnTo>
                    <a:pt x="7381043" y="438191"/>
                  </a:lnTo>
                  <a:lnTo>
                    <a:pt x="7381421" y="438191"/>
                  </a:lnTo>
                  <a:lnTo>
                    <a:pt x="7382051" y="432912"/>
                  </a:lnTo>
                  <a:lnTo>
                    <a:pt x="7382303" y="432912"/>
                  </a:lnTo>
                  <a:lnTo>
                    <a:pt x="7382556" y="432912"/>
                  </a:lnTo>
                  <a:lnTo>
                    <a:pt x="7382934" y="432912"/>
                  </a:lnTo>
                  <a:lnTo>
                    <a:pt x="7383186" y="432912"/>
                  </a:lnTo>
                  <a:lnTo>
                    <a:pt x="7383690" y="432912"/>
                  </a:lnTo>
                  <a:lnTo>
                    <a:pt x="7383816" y="432912"/>
                  </a:lnTo>
                  <a:lnTo>
                    <a:pt x="7383943" y="432912"/>
                  </a:lnTo>
                  <a:lnTo>
                    <a:pt x="7384069" y="432912"/>
                  </a:lnTo>
                  <a:lnTo>
                    <a:pt x="7384195" y="432912"/>
                  </a:lnTo>
                  <a:lnTo>
                    <a:pt x="7384825" y="432912"/>
                  </a:lnTo>
                  <a:lnTo>
                    <a:pt x="7385330" y="432912"/>
                  </a:lnTo>
                  <a:lnTo>
                    <a:pt x="7385456" y="432912"/>
                  </a:lnTo>
                  <a:lnTo>
                    <a:pt x="7386338" y="432912"/>
                  </a:lnTo>
                  <a:lnTo>
                    <a:pt x="7386716" y="432912"/>
                  </a:lnTo>
                  <a:lnTo>
                    <a:pt x="7386843" y="432912"/>
                  </a:lnTo>
                  <a:lnTo>
                    <a:pt x="7387095" y="432912"/>
                  </a:lnTo>
                  <a:lnTo>
                    <a:pt x="7387347" y="432912"/>
                  </a:lnTo>
                  <a:lnTo>
                    <a:pt x="7387599" y="432912"/>
                  </a:lnTo>
                  <a:lnTo>
                    <a:pt x="7388482" y="432912"/>
                  </a:lnTo>
                  <a:lnTo>
                    <a:pt x="7388608" y="432912"/>
                  </a:lnTo>
                  <a:lnTo>
                    <a:pt x="7388734" y="432912"/>
                  </a:lnTo>
                  <a:lnTo>
                    <a:pt x="7389112" y="432912"/>
                  </a:lnTo>
                  <a:lnTo>
                    <a:pt x="7389743" y="432912"/>
                  </a:lnTo>
                  <a:lnTo>
                    <a:pt x="7389995" y="432912"/>
                  </a:lnTo>
                  <a:lnTo>
                    <a:pt x="7390121" y="432912"/>
                  </a:lnTo>
                  <a:lnTo>
                    <a:pt x="7390499" y="432912"/>
                  </a:lnTo>
                  <a:lnTo>
                    <a:pt x="7390877" y="432912"/>
                  </a:lnTo>
                  <a:lnTo>
                    <a:pt x="7391003" y="432912"/>
                  </a:lnTo>
                  <a:lnTo>
                    <a:pt x="7391382" y="432912"/>
                  </a:lnTo>
                  <a:lnTo>
                    <a:pt x="7392012" y="432912"/>
                  </a:lnTo>
                  <a:lnTo>
                    <a:pt x="7392138" y="432912"/>
                  </a:lnTo>
                  <a:lnTo>
                    <a:pt x="7393147" y="432912"/>
                  </a:lnTo>
                  <a:lnTo>
                    <a:pt x="7393399" y="432912"/>
                  </a:lnTo>
                  <a:lnTo>
                    <a:pt x="7394534" y="432912"/>
                  </a:lnTo>
                  <a:lnTo>
                    <a:pt x="7394660" y="432912"/>
                  </a:lnTo>
                  <a:lnTo>
                    <a:pt x="7394912" y="432912"/>
                  </a:lnTo>
                  <a:lnTo>
                    <a:pt x="7395164" y="432912"/>
                  </a:lnTo>
                  <a:lnTo>
                    <a:pt x="7395417" y="432912"/>
                  </a:lnTo>
                  <a:lnTo>
                    <a:pt x="7395795" y="432912"/>
                  </a:lnTo>
                  <a:lnTo>
                    <a:pt x="7395921" y="432912"/>
                  </a:lnTo>
                  <a:lnTo>
                    <a:pt x="7396173" y="432912"/>
                  </a:lnTo>
                  <a:lnTo>
                    <a:pt x="7396551" y="432912"/>
                  </a:lnTo>
                  <a:lnTo>
                    <a:pt x="7397056" y="432912"/>
                  </a:lnTo>
                  <a:lnTo>
                    <a:pt x="7397182" y="432912"/>
                  </a:lnTo>
                  <a:lnTo>
                    <a:pt x="7397560" y="432912"/>
                  </a:lnTo>
                  <a:lnTo>
                    <a:pt x="7397938" y="432912"/>
                  </a:lnTo>
                  <a:lnTo>
                    <a:pt x="7398190" y="432912"/>
                  </a:lnTo>
                  <a:lnTo>
                    <a:pt x="7398695" y="432912"/>
                  </a:lnTo>
                  <a:lnTo>
                    <a:pt x="7398947" y="432912"/>
                  </a:lnTo>
                  <a:lnTo>
                    <a:pt x="7399199" y="432912"/>
                  </a:lnTo>
                  <a:lnTo>
                    <a:pt x="7399830" y="432912"/>
                  </a:lnTo>
                  <a:lnTo>
                    <a:pt x="7400082" y="432912"/>
                  </a:lnTo>
                  <a:lnTo>
                    <a:pt x="7400838" y="432912"/>
                  </a:lnTo>
                  <a:lnTo>
                    <a:pt x="7401721" y="432912"/>
                  </a:lnTo>
                  <a:lnTo>
                    <a:pt x="7401847" y="427633"/>
                  </a:lnTo>
                  <a:lnTo>
                    <a:pt x="7402477" y="427633"/>
                  </a:lnTo>
                  <a:lnTo>
                    <a:pt x="7402604" y="427633"/>
                  </a:lnTo>
                  <a:lnTo>
                    <a:pt x="7402856" y="427633"/>
                  </a:lnTo>
                  <a:lnTo>
                    <a:pt x="7402982" y="427633"/>
                  </a:lnTo>
                  <a:lnTo>
                    <a:pt x="7403360" y="427633"/>
                  </a:lnTo>
                  <a:lnTo>
                    <a:pt x="7403864" y="427633"/>
                  </a:lnTo>
                  <a:lnTo>
                    <a:pt x="7404621" y="427633"/>
                  </a:lnTo>
                  <a:lnTo>
                    <a:pt x="7404747" y="427633"/>
                  </a:lnTo>
                  <a:lnTo>
                    <a:pt x="7404999" y="427633"/>
                  </a:lnTo>
                  <a:lnTo>
                    <a:pt x="7405377" y="427633"/>
                  </a:lnTo>
                  <a:lnTo>
                    <a:pt x="7405756" y="427633"/>
                  </a:lnTo>
                  <a:lnTo>
                    <a:pt x="7405882" y="427633"/>
                  </a:lnTo>
                  <a:lnTo>
                    <a:pt x="7406008" y="427633"/>
                  </a:lnTo>
                  <a:lnTo>
                    <a:pt x="7406260" y="427633"/>
                  </a:lnTo>
                  <a:lnTo>
                    <a:pt x="7406386" y="427633"/>
                  </a:lnTo>
                  <a:lnTo>
                    <a:pt x="7406890" y="427633"/>
                  </a:lnTo>
                  <a:lnTo>
                    <a:pt x="7407647" y="427633"/>
                  </a:lnTo>
                  <a:lnTo>
                    <a:pt x="7407773" y="427633"/>
                  </a:lnTo>
                  <a:lnTo>
                    <a:pt x="7407899" y="427633"/>
                  </a:lnTo>
                  <a:lnTo>
                    <a:pt x="7408151" y="427633"/>
                  </a:lnTo>
                  <a:lnTo>
                    <a:pt x="7408277" y="427633"/>
                  </a:lnTo>
                  <a:lnTo>
                    <a:pt x="7408404" y="427633"/>
                  </a:lnTo>
                  <a:lnTo>
                    <a:pt x="7408782" y="427633"/>
                  </a:lnTo>
                  <a:lnTo>
                    <a:pt x="7409160" y="427633"/>
                  </a:lnTo>
                  <a:lnTo>
                    <a:pt x="7410169" y="427633"/>
                  </a:lnTo>
                  <a:lnTo>
                    <a:pt x="7410925" y="427633"/>
                  </a:lnTo>
                  <a:lnTo>
                    <a:pt x="7411051" y="427633"/>
                  </a:lnTo>
                  <a:lnTo>
                    <a:pt x="7411556" y="427633"/>
                  </a:lnTo>
                  <a:lnTo>
                    <a:pt x="7412186" y="427633"/>
                  </a:lnTo>
                  <a:lnTo>
                    <a:pt x="7412312" y="427633"/>
                  </a:lnTo>
                  <a:lnTo>
                    <a:pt x="7412691" y="427633"/>
                  </a:lnTo>
                  <a:lnTo>
                    <a:pt x="7413069" y="427633"/>
                  </a:lnTo>
                  <a:lnTo>
                    <a:pt x="7413321" y="427633"/>
                  </a:lnTo>
                  <a:lnTo>
                    <a:pt x="7413447" y="427633"/>
                  </a:lnTo>
                  <a:lnTo>
                    <a:pt x="7413699" y="427633"/>
                  </a:lnTo>
                  <a:lnTo>
                    <a:pt x="7413825" y="427633"/>
                  </a:lnTo>
                  <a:lnTo>
                    <a:pt x="7413951" y="427633"/>
                  </a:lnTo>
                  <a:lnTo>
                    <a:pt x="7414456" y="427633"/>
                  </a:lnTo>
                  <a:lnTo>
                    <a:pt x="7414582" y="427633"/>
                  </a:lnTo>
                  <a:lnTo>
                    <a:pt x="7414834" y="427633"/>
                  </a:lnTo>
                  <a:lnTo>
                    <a:pt x="7414960" y="427633"/>
                  </a:lnTo>
                  <a:lnTo>
                    <a:pt x="7415464" y="427633"/>
                  </a:lnTo>
                  <a:lnTo>
                    <a:pt x="7416599" y="427633"/>
                  </a:lnTo>
                  <a:lnTo>
                    <a:pt x="7416725" y="427633"/>
                  </a:lnTo>
                  <a:lnTo>
                    <a:pt x="7417230" y="427633"/>
                  </a:lnTo>
                  <a:lnTo>
                    <a:pt x="7417734" y="427633"/>
                  </a:lnTo>
                  <a:lnTo>
                    <a:pt x="7418238" y="427633"/>
                  </a:lnTo>
                  <a:lnTo>
                    <a:pt x="7418617" y="427633"/>
                  </a:lnTo>
                  <a:lnTo>
                    <a:pt x="7418995" y="427633"/>
                  </a:lnTo>
                  <a:lnTo>
                    <a:pt x="7419121" y="427633"/>
                  </a:lnTo>
                  <a:lnTo>
                    <a:pt x="7419373" y="427633"/>
                  </a:lnTo>
                  <a:lnTo>
                    <a:pt x="7419499" y="427633"/>
                  </a:lnTo>
                  <a:lnTo>
                    <a:pt x="7419625" y="427633"/>
                  </a:lnTo>
                  <a:lnTo>
                    <a:pt x="7419878" y="427633"/>
                  </a:lnTo>
                  <a:lnTo>
                    <a:pt x="7420130" y="427633"/>
                  </a:lnTo>
                  <a:lnTo>
                    <a:pt x="7421012" y="427633"/>
                  </a:lnTo>
                  <a:lnTo>
                    <a:pt x="7421138" y="427633"/>
                  </a:lnTo>
                  <a:lnTo>
                    <a:pt x="7421517" y="427633"/>
                  </a:lnTo>
                  <a:lnTo>
                    <a:pt x="7422147" y="427633"/>
                  </a:lnTo>
                  <a:lnTo>
                    <a:pt x="7422273" y="427633"/>
                  </a:lnTo>
                  <a:lnTo>
                    <a:pt x="7422778" y="427633"/>
                  </a:lnTo>
                  <a:lnTo>
                    <a:pt x="7423282" y="427633"/>
                  </a:lnTo>
                  <a:lnTo>
                    <a:pt x="7423534" y="427633"/>
                  </a:lnTo>
                  <a:lnTo>
                    <a:pt x="7424291" y="427633"/>
                  </a:lnTo>
                  <a:lnTo>
                    <a:pt x="7424417" y="427633"/>
                  </a:lnTo>
                  <a:lnTo>
                    <a:pt x="7424543" y="427633"/>
                  </a:lnTo>
                  <a:lnTo>
                    <a:pt x="7424795" y="427633"/>
                  </a:lnTo>
                  <a:lnTo>
                    <a:pt x="7424921" y="427633"/>
                  </a:lnTo>
                  <a:lnTo>
                    <a:pt x="7425047" y="427633"/>
                  </a:lnTo>
                  <a:lnTo>
                    <a:pt x="7425299" y="427633"/>
                  </a:lnTo>
                  <a:lnTo>
                    <a:pt x="7425551" y="427633"/>
                  </a:lnTo>
                  <a:lnTo>
                    <a:pt x="7425804" y="427633"/>
                  </a:lnTo>
                  <a:lnTo>
                    <a:pt x="7426056" y="427633"/>
                  </a:lnTo>
                  <a:lnTo>
                    <a:pt x="7426308" y="427633"/>
                  </a:lnTo>
                  <a:lnTo>
                    <a:pt x="7426434" y="427633"/>
                  </a:lnTo>
                  <a:lnTo>
                    <a:pt x="7426686" y="427633"/>
                  </a:lnTo>
                  <a:lnTo>
                    <a:pt x="7426812" y="427633"/>
                  </a:lnTo>
                  <a:lnTo>
                    <a:pt x="7426938" y="427633"/>
                  </a:lnTo>
                  <a:lnTo>
                    <a:pt x="7427821" y="427633"/>
                  </a:lnTo>
                  <a:lnTo>
                    <a:pt x="7428199" y="427633"/>
                  </a:lnTo>
                  <a:lnTo>
                    <a:pt x="7428830" y="427633"/>
                  </a:lnTo>
                  <a:lnTo>
                    <a:pt x="7429334" y="427633"/>
                  </a:lnTo>
                  <a:lnTo>
                    <a:pt x="7429460" y="427633"/>
                  </a:lnTo>
                  <a:lnTo>
                    <a:pt x="7429712" y="427633"/>
                  </a:lnTo>
                  <a:lnTo>
                    <a:pt x="7430091" y="427633"/>
                  </a:lnTo>
                  <a:lnTo>
                    <a:pt x="7430343" y="427633"/>
                  </a:lnTo>
                  <a:lnTo>
                    <a:pt x="7430469" y="427633"/>
                  </a:lnTo>
                  <a:lnTo>
                    <a:pt x="7430721" y="427633"/>
                  </a:lnTo>
                  <a:lnTo>
                    <a:pt x="7431730" y="427633"/>
                  </a:lnTo>
                  <a:lnTo>
                    <a:pt x="7432234" y="427633"/>
                  </a:lnTo>
                  <a:lnTo>
                    <a:pt x="7432612" y="427633"/>
                  </a:lnTo>
                  <a:lnTo>
                    <a:pt x="7433243" y="427633"/>
                  </a:lnTo>
                  <a:lnTo>
                    <a:pt x="7433243" y="422353"/>
                  </a:lnTo>
                  <a:lnTo>
                    <a:pt x="7433495" y="422353"/>
                  </a:lnTo>
                  <a:lnTo>
                    <a:pt x="7433621" y="422353"/>
                  </a:lnTo>
                  <a:lnTo>
                    <a:pt x="7433747" y="422353"/>
                  </a:lnTo>
                  <a:lnTo>
                    <a:pt x="7433873" y="422353"/>
                  </a:lnTo>
                  <a:lnTo>
                    <a:pt x="7433999" y="422353"/>
                  </a:lnTo>
                  <a:lnTo>
                    <a:pt x="7435260" y="422353"/>
                  </a:lnTo>
                  <a:lnTo>
                    <a:pt x="7435386" y="422353"/>
                  </a:lnTo>
                  <a:lnTo>
                    <a:pt x="7435512" y="422353"/>
                  </a:lnTo>
                  <a:lnTo>
                    <a:pt x="7435638" y="422353"/>
                  </a:lnTo>
                  <a:lnTo>
                    <a:pt x="7436017" y="422353"/>
                  </a:lnTo>
                  <a:lnTo>
                    <a:pt x="7436269" y="422353"/>
                  </a:lnTo>
                  <a:lnTo>
                    <a:pt x="7436395" y="422353"/>
                  </a:lnTo>
                  <a:lnTo>
                    <a:pt x="7436521" y="422353"/>
                  </a:lnTo>
                  <a:lnTo>
                    <a:pt x="7437025" y="422353"/>
                  </a:lnTo>
                  <a:lnTo>
                    <a:pt x="7438160" y="422353"/>
                  </a:lnTo>
                  <a:lnTo>
                    <a:pt x="7438412" y="422353"/>
                  </a:lnTo>
                  <a:lnTo>
                    <a:pt x="7438538" y="422353"/>
                  </a:lnTo>
                  <a:lnTo>
                    <a:pt x="7439295" y="422353"/>
                  </a:lnTo>
                  <a:lnTo>
                    <a:pt x="7439673" y="422353"/>
                  </a:lnTo>
                  <a:lnTo>
                    <a:pt x="7440304" y="422353"/>
                  </a:lnTo>
                  <a:lnTo>
                    <a:pt x="7440682" y="422353"/>
                  </a:lnTo>
                  <a:lnTo>
                    <a:pt x="7440808" y="422353"/>
                  </a:lnTo>
                  <a:lnTo>
                    <a:pt x="7441312" y="422353"/>
                  </a:lnTo>
                  <a:lnTo>
                    <a:pt x="7441438" y="422353"/>
                  </a:lnTo>
                  <a:lnTo>
                    <a:pt x="7441943" y="422353"/>
                  </a:lnTo>
                  <a:lnTo>
                    <a:pt x="7442069" y="422353"/>
                  </a:lnTo>
                  <a:lnTo>
                    <a:pt x="7442195" y="422353"/>
                  </a:lnTo>
                  <a:lnTo>
                    <a:pt x="7442321" y="422353"/>
                  </a:lnTo>
                  <a:lnTo>
                    <a:pt x="7443204" y="422353"/>
                  </a:lnTo>
                  <a:lnTo>
                    <a:pt x="7443834" y="422353"/>
                  </a:lnTo>
                  <a:lnTo>
                    <a:pt x="7443834" y="417074"/>
                  </a:lnTo>
                  <a:lnTo>
                    <a:pt x="7443960" y="417074"/>
                  </a:lnTo>
                  <a:lnTo>
                    <a:pt x="7444339" y="417074"/>
                  </a:lnTo>
                  <a:lnTo>
                    <a:pt x="7445095" y="417074"/>
                  </a:lnTo>
                  <a:lnTo>
                    <a:pt x="7445347" y="417074"/>
                  </a:lnTo>
                  <a:lnTo>
                    <a:pt x="7445599" y="417074"/>
                  </a:lnTo>
                  <a:lnTo>
                    <a:pt x="7446356" y="417074"/>
                  </a:lnTo>
                  <a:lnTo>
                    <a:pt x="7447239" y="417074"/>
                  </a:lnTo>
                  <a:lnTo>
                    <a:pt x="7447365" y="417074"/>
                  </a:lnTo>
                  <a:lnTo>
                    <a:pt x="7447617" y="417074"/>
                  </a:lnTo>
                  <a:lnTo>
                    <a:pt x="7447743" y="417074"/>
                  </a:lnTo>
                  <a:lnTo>
                    <a:pt x="7448121" y="417074"/>
                  </a:lnTo>
                  <a:lnTo>
                    <a:pt x="7448499" y="417074"/>
                  </a:lnTo>
                  <a:lnTo>
                    <a:pt x="7448625" y="417074"/>
                  </a:lnTo>
                  <a:lnTo>
                    <a:pt x="7448878" y="417074"/>
                  </a:lnTo>
                  <a:lnTo>
                    <a:pt x="7449004" y="417074"/>
                  </a:lnTo>
                  <a:lnTo>
                    <a:pt x="7449256" y="417074"/>
                  </a:lnTo>
                  <a:lnTo>
                    <a:pt x="7449382" y="417074"/>
                  </a:lnTo>
                  <a:lnTo>
                    <a:pt x="7449382" y="411794"/>
                  </a:lnTo>
                  <a:lnTo>
                    <a:pt x="7450012" y="411794"/>
                  </a:lnTo>
                  <a:lnTo>
                    <a:pt x="7450139" y="411794"/>
                  </a:lnTo>
                  <a:lnTo>
                    <a:pt x="7450265" y="411794"/>
                  </a:lnTo>
                  <a:lnTo>
                    <a:pt x="7451147" y="411794"/>
                  </a:lnTo>
                  <a:lnTo>
                    <a:pt x="7451273" y="411794"/>
                  </a:lnTo>
                  <a:lnTo>
                    <a:pt x="7451399" y="411794"/>
                  </a:lnTo>
                  <a:lnTo>
                    <a:pt x="7451652" y="411794"/>
                  </a:lnTo>
                  <a:lnTo>
                    <a:pt x="7451778" y="411794"/>
                  </a:lnTo>
                  <a:lnTo>
                    <a:pt x="7452156" y="411794"/>
                  </a:lnTo>
                  <a:lnTo>
                    <a:pt x="7452282" y="411794"/>
                  </a:lnTo>
                  <a:lnTo>
                    <a:pt x="7452660" y="411794"/>
                  </a:lnTo>
                  <a:lnTo>
                    <a:pt x="7453669" y="411794"/>
                  </a:lnTo>
                  <a:lnTo>
                    <a:pt x="7454426" y="411794"/>
                  </a:lnTo>
                  <a:lnTo>
                    <a:pt x="7455056" y="411794"/>
                  </a:lnTo>
                  <a:lnTo>
                    <a:pt x="7455434" y="411794"/>
                  </a:lnTo>
                  <a:lnTo>
                    <a:pt x="7455686" y="411794"/>
                  </a:lnTo>
                  <a:lnTo>
                    <a:pt x="7456065" y="411794"/>
                  </a:lnTo>
                  <a:lnTo>
                    <a:pt x="7456317" y="411794"/>
                  </a:lnTo>
                  <a:lnTo>
                    <a:pt x="7457073" y="411794"/>
                  </a:lnTo>
                  <a:lnTo>
                    <a:pt x="7457326" y="411794"/>
                  </a:lnTo>
                  <a:lnTo>
                    <a:pt x="7457452" y="411794"/>
                  </a:lnTo>
                  <a:lnTo>
                    <a:pt x="7458082" y="406515"/>
                  </a:lnTo>
                  <a:lnTo>
                    <a:pt x="7458208" y="406515"/>
                  </a:lnTo>
                  <a:lnTo>
                    <a:pt x="7458334" y="406515"/>
                  </a:lnTo>
                  <a:lnTo>
                    <a:pt x="7458839" y="406515"/>
                  </a:lnTo>
                  <a:lnTo>
                    <a:pt x="7459217" y="406515"/>
                  </a:lnTo>
                  <a:lnTo>
                    <a:pt x="7459343" y="406515"/>
                  </a:lnTo>
                  <a:lnTo>
                    <a:pt x="7459973" y="406515"/>
                  </a:lnTo>
                  <a:lnTo>
                    <a:pt x="7460099" y="406515"/>
                  </a:lnTo>
                  <a:lnTo>
                    <a:pt x="7460226" y="406515"/>
                  </a:lnTo>
                  <a:lnTo>
                    <a:pt x="7460982" y="406515"/>
                  </a:lnTo>
                  <a:lnTo>
                    <a:pt x="7461360" y="406515"/>
                  </a:lnTo>
                  <a:lnTo>
                    <a:pt x="7461486" y="406515"/>
                  </a:lnTo>
                  <a:lnTo>
                    <a:pt x="7462117" y="406515"/>
                  </a:lnTo>
                  <a:lnTo>
                    <a:pt x="7462243" y="406515"/>
                  </a:lnTo>
                  <a:lnTo>
                    <a:pt x="7462369" y="406515"/>
                  </a:lnTo>
                  <a:lnTo>
                    <a:pt x="7462495" y="406515"/>
                  </a:lnTo>
                  <a:lnTo>
                    <a:pt x="7462621" y="406515"/>
                  </a:lnTo>
                  <a:lnTo>
                    <a:pt x="7462873" y="406515"/>
                  </a:lnTo>
                  <a:lnTo>
                    <a:pt x="7462999" y="406515"/>
                  </a:lnTo>
                  <a:lnTo>
                    <a:pt x="7463378" y="401236"/>
                  </a:lnTo>
                  <a:lnTo>
                    <a:pt x="7464008" y="401236"/>
                  </a:lnTo>
                  <a:lnTo>
                    <a:pt x="7464134" y="401236"/>
                  </a:lnTo>
                  <a:lnTo>
                    <a:pt x="7465017" y="401236"/>
                  </a:lnTo>
                  <a:lnTo>
                    <a:pt x="7465269" y="401236"/>
                  </a:lnTo>
                  <a:lnTo>
                    <a:pt x="7465395" y="401236"/>
                  </a:lnTo>
                  <a:lnTo>
                    <a:pt x="7465521" y="401236"/>
                  </a:lnTo>
                  <a:lnTo>
                    <a:pt x="7466026" y="401236"/>
                  </a:lnTo>
                  <a:lnTo>
                    <a:pt x="7467286" y="401236"/>
                  </a:lnTo>
                  <a:lnTo>
                    <a:pt x="7467539" y="401236"/>
                  </a:lnTo>
                  <a:lnTo>
                    <a:pt x="7467791" y="401236"/>
                  </a:lnTo>
                  <a:lnTo>
                    <a:pt x="7468043" y="401236"/>
                  </a:lnTo>
                  <a:lnTo>
                    <a:pt x="7468547" y="401236"/>
                  </a:lnTo>
                  <a:lnTo>
                    <a:pt x="7468673" y="401236"/>
                  </a:lnTo>
                  <a:lnTo>
                    <a:pt x="7468800" y="401236"/>
                  </a:lnTo>
                  <a:lnTo>
                    <a:pt x="7469178" y="401236"/>
                  </a:lnTo>
                  <a:lnTo>
                    <a:pt x="7469682" y="401236"/>
                  </a:lnTo>
                  <a:lnTo>
                    <a:pt x="7469808" y="401236"/>
                  </a:lnTo>
                  <a:lnTo>
                    <a:pt x="7469934" y="401236"/>
                  </a:lnTo>
                  <a:lnTo>
                    <a:pt x="7470186" y="401236"/>
                  </a:lnTo>
                  <a:lnTo>
                    <a:pt x="7470691" y="401236"/>
                  </a:lnTo>
                  <a:lnTo>
                    <a:pt x="7470943" y="401236"/>
                  </a:lnTo>
                  <a:lnTo>
                    <a:pt x="7471573" y="401236"/>
                  </a:lnTo>
                  <a:lnTo>
                    <a:pt x="7472330" y="401236"/>
                  </a:lnTo>
                  <a:lnTo>
                    <a:pt x="7473591" y="401236"/>
                  </a:lnTo>
                  <a:lnTo>
                    <a:pt x="7473717" y="401236"/>
                  </a:lnTo>
                  <a:lnTo>
                    <a:pt x="7473843" y="401236"/>
                  </a:lnTo>
                  <a:lnTo>
                    <a:pt x="7474095" y="401236"/>
                  </a:lnTo>
                  <a:lnTo>
                    <a:pt x="7474473" y="401236"/>
                  </a:lnTo>
                  <a:lnTo>
                    <a:pt x="7474600" y="401236"/>
                  </a:lnTo>
                  <a:lnTo>
                    <a:pt x="7474852" y="395956"/>
                  </a:lnTo>
                  <a:lnTo>
                    <a:pt x="7474978" y="395956"/>
                  </a:lnTo>
                  <a:lnTo>
                    <a:pt x="7475104" y="395956"/>
                  </a:lnTo>
                  <a:lnTo>
                    <a:pt x="7475230" y="395956"/>
                  </a:lnTo>
                  <a:lnTo>
                    <a:pt x="7476239" y="395956"/>
                  </a:lnTo>
                  <a:lnTo>
                    <a:pt x="7476365" y="395956"/>
                  </a:lnTo>
                  <a:lnTo>
                    <a:pt x="7476491" y="395956"/>
                  </a:lnTo>
                  <a:lnTo>
                    <a:pt x="7476617" y="395956"/>
                  </a:lnTo>
                  <a:lnTo>
                    <a:pt x="7476743" y="395956"/>
                  </a:lnTo>
                  <a:lnTo>
                    <a:pt x="7477247" y="395956"/>
                  </a:lnTo>
                  <a:lnTo>
                    <a:pt x="7477373" y="395956"/>
                  </a:lnTo>
                  <a:lnTo>
                    <a:pt x="7477752" y="395956"/>
                  </a:lnTo>
                  <a:lnTo>
                    <a:pt x="7477878" y="395956"/>
                  </a:lnTo>
                  <a:lnTo>
                    <a:pt x="7478256" y="395956"/>
                  </a:lnTo>
                  <a:lnTo>
                    <a:pt x="7478382" y="395956"/>
                  </a:lnTo>
                  <a:lnTo>
                    <a:pt x="7478508" y="395956"/>
                  </a:lnTo>
                  <a:lnTo>
                    <a:pt x="7479391" y="395956"/>
                  </a:lnTo>
                  <a:lnTo>
                    <a:pt x="7480147" y="390677"/>
                  </a:lnTo>
                  <a:lnTo>
                    <a:pt x="7480400" y="390677"/>
                  </a:lnTo>
                  <a:lnTo>
                    <a:pt x="7480652" y="390677"/>
                  </a:lnTo>
                  <a:lnTo>
                    <a:pt x="7481030" y="390677"/>
                  </a:lnTo>
                  <a:lnTo>
                    <a:pt x="7481787" y="390677"/>
                  </a:lnTo>
                  <a:lnTo>
                    <a:pt x="7482165" y="390677"/>
                  </a:lnTo>
                  <a:lnTo>
                    <a:pt x="7482417" y="390677"/>
                  </a:lnTo>
                  <a:lnTo>
                    <a:pt x="7482543" y="390677"/>
                  </a:lnTo>
                  <a:lnTo>
                    <a:pt x="7482669" y="390677"/>
                  </a:lnTo>
                  <a:lnTo>
                    <a:pt x="7482795" y="390677"/>
                  </a:lnTo>
                  <a:lnTo>
                    <a:pt x="7482921" y="390677"/>
                  </a:lnTo>
                  <a:lnTo>
                    <a:pt x="7483047" y="390677"/>
                  </a:lnTo>
                  <a:lnTo>
                    <a:pt x="7483300" y="390677"/>
                  </a:lnTo>
                  <a:lnTo>
                    <a:pt x="7483804" y="390677"/>
                  </a:lnTo>
                  <a:lnTo>
                    <a:pt x="7484056" y="390677"/>
                  </a:lnTo>
                  <a:lnTo>
                    <a:pt x="7484182" y="390677"/>
                  </a:lnTo>
                  <a:lnTo>
                    <a:pt x="7484308" y="390677"/>
                  </a:lnTo>
                  <a:lnTo>
                    <a:pt x="7484434" y="390677"/>
                  </a:lnTo>
                  <a:lnTo>
                    <a:pt x="7484560" y="390677"/>
                  </a:lnTo>
                  <a:lnTo>
                    <a:pt x="7484687" y="390677"/>
                  </a:lnTo>
                  <a:lnTo>
                    <a:pt x="7485569" y="390677"/>
                  </a:lnTo>
                  <a:lnTo>
                    <a:pt x="7486074" y="385397"/>
                  </a:lnTo>
                  <a:lnTo>
                    <a:pt x="7486326" y="385397"/>
                  </a:lnTo>
                  <a:lnTo>
                    <a:pt x="7486578" y="385397"/>
                  </a:lnTo>
                  <a:lnTo>
                    <a:pt x="7487082" y="385397"/>
                  </a:lnTo>
                  <a:lnTo>
                    <a:pt x="7487460" y="385397"/>
                  </a:lnTo>
                  <a:lnTo>
                    <a:pt x="7487587" y="385397"/>
                  </a:lnTo>
                  <a:lnTo>
                    <a:pt x="7487713" y="385397"/>
                  </a:lnTo>
                  <a:lnTo>
                    <a:pt x="7488217" y="385397"/>
                  </a:lnTo>
                  <a:lnTo>
                    <a:pt x="7488343" y="385397"/>
                  </a:lnTo>
                  <a:lnTo>
                    <a:pt x="7489100" y="385397"/>
                  </a:lnTo>
                  <a:lnTo>
                    <a:pt x="7489604" y="385397"/>
                  </a:lnTo>
                  <a:lnTo>
                    <a:pt x="7489730" y="385397"/>
                  </a:lnTo>
                  <a:lnTo>
                    <a:pt x="7490234" y="385397"/>
                  </a:lnTo>
                  <a:lnTo>
                    <a:pt x="7490487" y="385397"/>
                  </a:lnTo>
                  <a:lnTo>
                    <a:pt x="7490739" y="385397"/>
                  </a:lnTo>
                  <a:lnTo>
                    <a:pt x="7490865" y="385397"/>
                  </a:lnTo>
                  <a:lnTo>
                    <a:pt x="7490991" y="385397"/>
                  </a:lnTo>
                  <a:lnTo>
                    <a:pt x="7491243" y="385397"/>
                  </a:lnTo>
                  <a:lnTo>
                    <a:pt x="7491747" y="380118"/>
                  </a:lnTo>
                  <a:lnTo>
                    <a:pt x="7492126" y="380118"/>
                  </a:lnTo>
                  <a:lnTo>
                    <a:pt x="7492378" y="374838"/>
                  </a:lnTo>
                  <a:lnTo>
                    <a:pt x="7492630" y="374838"/>
                  </a:lnTo>
                  <a:lnTo>
                    <a:pt x="7493387" y="374838"/>
                  </a:lnTo>
                  <a:lnTo>
                    <a:pt x="7494269" y="374838"/>
                  </a:lnTo>
                  <a:lnTo>
                    <a:pt x="7494521" y="374838"/>
                  </a:lnTo>
                  <a:lnTo>
                    <a:pt x="7494647" y="374838"/>
                  </a:lnTo>
                  <a:lnTo>
                    <a:pt x="7495152" y="374838"/>
                  </a:lnTo>
                  <a:lnTo>
                    <a:pt x="7495278" y="374838"/>
                  </a:lnTo>
                  <a:lnTo>
                    <a:pt x="7495530" y="374838"/>
                  </a:lnTo>
                  <a:lnTo>
                    <a:pt x="7495908" y="374838"/>
                  </a:lnTo>
                  <a:lnTo>
                    <a:pt x="7496161" y="374838"/>
                  </a:lnTo>
                  <a:lnTo>
                    <a:pt x="7496539" y="374838"/>
                  </a:lnTo>
                  <a:lnTo>
                    <a:pt x="7497421" y="374838"/>
                  </a:lnTo>
                  <a:lnTo>
                    <a:pt x="7498052" y="374838"/>
                  </a:lnTo>
                  <a:lnTo>
                    <a:pt x="7498430" y="374838"/>
                  </a:lnTo>
                  <a:lnTo>
                    <a:pt x="7499061" y="374838"/>
                  </a:lnTo>
                  <a:lnTo>
                    <a:pt x="7499313" y="374838"/>
                  </a:lnTo>
                  <a:lnTo>
                    <a:pt x="7499817" y="374838"/>
                  </a:lnTo>
                  <a:lnTo>
                    <a:pt x="7499943" y="374838"/>
                  </a:lnTo>
                  <a:lnTo>
                    <a:pt x="7500069" y="374838"/>
                  </a:lnTo>
                  <a:lnTo>
                    <a:pt x="7500447" y="374838"/>
                  </a:lnTo>
                  <a:lnTo>
                    <a:pt x="7500574" y="374838"/>
                  </a:lnTo>
                  <a:lnTo>
                    <a:pt x="7500700" y="374838"/>
                  </a:lnTo>
                  <a:lnTo>
                    <a:pt x="7502087" y="374838"/>
                  </a:lnTo>
                  <a:lnTo>
                    <a:pt x="7502843" y="374838"/>
                  </a:lnTo>
                  <a:lnTo>
                    <a:pt x="7503095" y="374838"/>
                  </a:lnTo>
                  <a:lnTo>
                    <a:pt x="7503726" y="374838"/>
                  </a:lnTo>
                  <a:lnTo>
                    <a:pt x="7503852" y="374838"/>
                  </a:lnTo>
                  <a:lnTo>
                    <a:pt x="7504104" y="374838"/>
                  </a:lnTo>
                  <a:lnTo>
                    <a:pt x="7504230" y="374838"/>
                  </a:lnTo>
                  <a:lnTo>
                    <a:pt x="7504356" y="374838"/>
                  </a:lnTo>
                  <a:lnTo>
                    <a:pt x="7504482" y="374838"/>
                  </a:lnTo>
                  <a:lnTo>
                    <a:pt x="7505113" y="374838"/>
                  </a:lnTo>
                  <a:lnTo>
                    <a:pt x="7505365" y="374838"/>
                  </a:lnTo>
                  <a:lnTo>
                    <a:pt x="7505995" y="374838"/>
                  </a:lnTo>
                  <a:lnTo>
                    <a:pt x="7506121" y="374838"/>
                  </a:lnTo>
                  <a:lnTo>
                    <a:pt x="7506248" y="374838"/>
                  </a:lnTo>
                  <a:lnTo>
                    <a:pt x="7506878" y="374838"/>
                  </a:lnTo>
                  <a:lnTo>
                    <a:pt x="7507508" y="374838"/>
                  </a:lnTo>
                  <a:lnTo>
                    <a:pt x="7507634" y="374838"/>
                  </a:lnTo>
                  <a:lnTo>
                    <a:pt x="7507887" y="374838"/>
                  </a:lnTo>
                  <a:lnTo>
                    <a:pt x="7508013" y="374838"/>
                  </a:lnTo>
                  <a:lnTo>
                    <a:pt x="7508139" y="374838"/>
                  </a:lnTo>
                  <a:lnTo>
                    <a:pt x="7508265" y="374838"/>
                  </a:lnTo>
                  <a:lnTo>
                    <a:pt x="7508643" y="374838"/>
                  </a:lnTo>
                  <a:lnTo>
                    <a:pt x="7508769" y="374838"/>
                  </a:lnTo>
                  <a:lnTo>
                    <a:pt x="7508895" y="374838"/>
                  </a:lnTo>
                  <a:lnTo>
                    <a:pt x="7510156" y="374838"/>
                  </a:lnTo>
                  <a:lnTo>
                    <a:pt x="7510282" y="374838"/>
                  </a:lnTo>
                  <a:lnTo>
                    <a:pt x="7510408" y="374838"/>
                  </a:lnTo>
                  <a:lnTo>
                    <a:pt x="7510661" y="374838"/>
                  </a:lnTo>
                  <a:lnTo>
                    <a:pt x="7510787" y="374838"/>
                  </a:lnTo>
                  <a:lnTo>
                    <a:pt x="7511543" y="374838"/>
                  </a:lnTo>
                  <a:lnTo>
                    <a:pt x="7511669" y="374838"/>
                  </a:lnTo>
                  <a:lnTo>
                    <a:pt x="7512048" y="374838"/>
                  </a:lnTo>
                  <a:lnTo>
                    <a:pt x="7512174" y="374838"/>
                  </a:lnTo>
                  <a:lnTo>
                    <a:pt x="7512426" y="374838"/>
                  </a:lnTo>
                  <a:lnTo>
                    <a:pt x="7512678" y="374838"/>
                  </a:lnTo>
                  <a:lnTo>
                    <a:pt x="7513056" y="374838"/>
                  </a:lnTo>
                  <a:lnTo>
                    <a:pt x="7513182" y="374838"/>
                  </a:lnTo>
                  <a:lnTo>
                    <a:pt x="7513939" y="374838"/>
                  </a:lnTo>
                  <a:lnTo>
                    <a:pt x="7514191" y="374838"/>
                  </a:lnTo>
                  <a:lnTo>
                    <a:pt x="7514317" y="374838"/>
                  </a:lnTo>
                  <a:lnTo>
                    <a:pt x="7514948" y="374838"/>
                  </a:lnTo>
                  <a:lnTo>
                    <a:pt x="7515074" y="374838"/>
                  </a:lnTo>
                  <a:lnTo>
                    <a:pt x="7515200" y="374838"/>
                  </a:lnTo>
                  <a:lnTo>
                    <a:pt x="7515578" y="374838"/>
                  </a:lnTo>
                  <a:lnTo>
                    <a:pt x="7515830" y="374838"/>
                  </a:lnTo>
                  <a:lnTo>
                    <a:pt x="7515956" y="374838"/>
                  </a:lnTo>
                  <a:lnTo>
                    <a:pt x="7516082" y="374838"/>
                  </a:lnTo>
                  <a:lnTo>
                    <a:pt x="7516335" y="374838"/>
                  </a:lnTo>
                  <a:lnTo>
                    <a:pt x="7516461" y="374838"/>
                  </a:lnTo>
                  <a:lnTo>
                    <a:pt x="7517217" y="374838"/>
                  </a:lnTo>
                  <a:lnTo>
                    <a:pt x="7517469" y="374838"/>
                  </a:lnTo>
                  <a:lnTo>
                    <a:pt x="7517595" y="374838"/>
                  </a:lnTo>
                  <a:lnTo>
                    <a:pt x="7519487" y="374838"/>
                  </a:lnTo>
                  <a:lnTo>
                    <a:pt x="7519739" y="374838"/>
                  </a:lnTo>
                  <a:lnTo>
                    <a:pt x="7519991" y="374838"/>
                  </a:lnTo>
                  <a:lnTo>
                    <a:pt x="7520243" y="374838"/>
                  </a:lnTo>
                  <a:lnTo>
                    <a:pt x="7520369" y="374838"/>
                  </a:lnTo>
                  <a:lnTo>
                    <a:pt x="7520874" y="374838"/>
                  </a:lnTo>
                  <a:lnTo>
                    <a:pt x="7521000" y="374838"/>
                  </a:lnTo>
                  <a:lnTo>
                    <a:pt x="7521126" y="374838"/>
                  </a:lnTo>
                  <a:lnTo>
                    <a:pt x="7521252" y="374838"/>
                  </a:lnTo>
                  <a:lnTo>
                    <a:pt x="7521504" y="374838"/>
                  </a:lnTo>
                  <a:lnTo>
                    <a:pt x="7522765" y="374838"/>
                  </a:lnTo>
                  <a:lnTo>
                    <a:pt x="7523017" y="374838"/>
                  </a:lnTo>
                  <a:lnTo>
                    <a:pt x="7523143" y="374838"/>
                  </a:lnTo>
                  <a:lnTo>
                    <a:pt x="7523774" y="374838"/>
                  </a:lnTo>
                  <a:lnTo>
                    <a:pt x="7523900" y="374838"/>
                  </a:lnTo>
                  <a:lnTo>
                    <a:pt x="7524404" y="374838"/>
                  </a:lnTo>
                  <a:lnTo>
                    <a:pt x="7524530" y="374838"/>
                  </a:lnTo>
                  <a:lnTo>
                    <a:pt x="7524656" y="374838"/>
                  </a:lnTo>
                  <a:lnTo>
                    <a:pt x="7524908" y="374838"/>
                  </a:lnTo>
                  <a:lnTo>
                    <a:pt x="7525539" y="374838"/>
                  </a:lnTo>
                  <a:lnTo>
                    <a:pt x="7525665" y="374838"/>
                  </a:lnTo>
                  <a:lnTo>
                    <a:pt x="7526295" y="374838"/>
                  </a:lnTo>
                  <a:lnTo>
                    <a:pt x="7526422" y="374838"/>
                  </a:lnTo>
                  <a:lnTo>
                    <a:pt x="7526548" y="374838"/>
                  </a:lnTo>
                  <a:lnTo>
                    <a:pt x="7527052" y="374838"/>
                  </a:lnTo>
                  <a:lnTo>
                    <a:pt x="7527682" y="374838"/>
                  </a:lnTo>
                  <a:lnTo>
                    <a:pt x="7527935" y="374838"/>
                  </a:lnTo>
                  <a:lnTo>
                    <a:pt x="7528187" y="374838"/>
                  </a:lnTo>
                  <a:lnTo>
                    <a:pt x="7528439" y="374838"/>
                  </a:lnTo>
                  <a:lnTo>
                    <a:pt x="7528565" y="374838"/>
                  </a:lnTo>
                  <a:lnTo>
                    <a:pt x="7528691" y="374838"/>
                  </a:lnTo>
                  <a:lnTo>
                    <a:pt x="7529448" y="374838"/>
                  </a:lnTo>
                  <a:lnTo>
                    <a:pt x="7529574" y="374838"/>
                  </a:lnTo>
                  <a:lnTo>
                    <a:pt x="7529700" y="374838"/>
                  </a:lnTo>
                  <a:lnTo>
                    <a:pt x="7529826" y="374838"/>
                  </a:lnTo>
                  <a:lnTo>
                    <a:pt x="7530204" y="374838"/>
                  </a:lnTo>
                  <a:lnTo>
                    <a:pt x="7530330" y="374838"/>
                  </a:lnTo>
                  <a:lnTo>
                    <a:pt x="7530709" y="374838"/>
                  </a:lnTo>
                  <a:lnTo>
                    <a:pt x="7531339" y="374838"/>
                  </a:lnTo>
                  <a:lnTo>
                    <a:pt x="7531843" y="374838"/>
                  </a:lnTo>
                  <a:lnTo>
                    <a:pt x="7531969" y="374838"/>
                  </a:lnTo>
                  <a:lnTo>
                    <a:pt x="7532095" y="374838"/>
                  </a:lnTo>
                  <a:lnTo>
                    <a:pt x="7532222" y="374838"/>
                  </a:lnTo>
                  <a:lnTo>
                    <a:pt x="7532474" y="374838"/>
                  </a:lnTo>
                  <a:lnTo>
                    <a:pt x="7532726" y="374838"/>
                  </a:lnTo>
                  <a:lnTo>
                    <a:pt x="7533609" y="374838"/>
                  </a:lnTo>
                  <a:lnTo>
                    <a:pt x="7533735" y="374838"/>
                  </a:lnTo>
                  <a:lnTo>
                    <a:pt x="7534113" y="374838"/>
                  </a:lnTo>
                  <a:lnTo>
                    <a:pt x="7534365" y="374838"/>
                  </a:lnTo>
                  <a:lnTo>
                    <a:pt x="7534491" y="374838"/>
                  </a:lnTo>
                  <a:lnTo>
                    <a:pt x="7534869" y="374838"/>
                  </a:lnTo>
                  <a:lnTo>
                    <a:pt x="7534996" y="374838"/>
                  </a:lnTo>
                  <a:lnTo>
                    <a:pt x="7535500" y="374838"/>
                  </a:lnTo>
                  <a:lnTo>
                    <a:pt x="7536887" y="374838"/>
                  </a:lnTo>
                  <a:lnTo>
                    <a:pt x="7537013" y="374838"/>
                  </a:lnTo>
                  <a:lnTo>
                    <a:pt x="7537139" y="374838"/>
                  </a:lnTo>
                  <a:lnTo>
                    <a:pt x="7537391" y="374838"/>
                  </a:lnTo>
                  <a:lnTo>
                    <a:pt x="7537643" y="374838"/>
                  </a:lnTo>
                  <a:lnTo>
                    <a:pt x="7537896" y="374838"/>
                  </a:lnTo>
                  <a:lnTo>
                    <a:pt x="7538400" y="374838"/>
                  </a:lnTo>
                  <a:lnTo>
                    <a:pt x="7538526" y="374838"/>
                  </a:lnTo>
                  <a:lnTo>
                    <a:pt x="7538904" y="374838"/>
                  </a:lnTo>
                  <a:lnTo>
                    <a:pt x="7539030" y="374838"/>
                  </a:lnTo>
                  <a:lnTo>
                    <a:pt x="7539409" y="374838"/>
                  </a:lnTo>
                  <a:lnTo>
                    <a:pt x="7539535" y="374838"/>
                  </a:lnTo>
                  <a:lnTo>
                    <a:pt x="7539787" y="374838"/>
                  </a:lnTo>
                  <a:lnTo>
                    <a:pt x="7539913" y="374838"/>
                  </a:lnTo>
                  <a:lnTo>
                    <a:pt x="7540039" y="374838"/>
                  </a:lnTo>
                  <a:lnTo>
                    <a:pt x="7540165" y="374838"/>
                  </a:lnTo>
                  <a:lnTo>
                    <a:pt x="7541048" y="374838"/>
                  </a:lnTo>
                  <a:lnTo>
                    <a:pt x="7541174" y="374838"/>
                  </a:lnTo>
                  <a:lnTo>
                    <a:pt x="7541426" y="374838"/>
                  </a:lnTo>
                  <a:lnTo>
                    <a:pt x="7541552" y="374838"/>
                  </a:lnTo>
                  <a:lnTo>
                    <a:pt x="7541678" y="374838"/>
                  </a:lnTo>
                  <a:lnTo>
                    <a:pt x="7541930" y="374838"/>
                  </a:lnTo>
                  <a:lnTo>
                    <a:pt x="7542309" y="374838"/>
                  </a:lnTo>
                  <a:lnTo>
                    <a:pt x="7542435" y="374838"/>
                  </a:lnTo>
                  <a:lnTo>
                    <a:pt x="7542561" y="374838"/>
                  </a:lnTo>
                  <a:lnTo>
                    <a:pt x="7542939" y="374838"/>
                  </a:lnTo>
                  <a:lnTo>
                    <a:pt x="7543822" y="374838"/>
                  </a:lnTo>
                  <a:lnTo>
                    <a:pt x="7544200" y="374838"/>
                  </a:lnTo>
                  <a:lnTo>
                    <a:pt x="7544326" y="374838"/>
                  </a:lnTo>
                  <a:lnTo>
                    <a:pt x="7544956" y="374838"/>
                  </a:lnTo>
                  <a:lnTo>
                    <a:pt x="7545083" y="374838"/>
                  </a:lnTo>
                  <a:lnTo>
                    <a:pt x="7545335" y="374838"/>
                  </a:lnTo>
                  <a:lnTo>
                    <a:pt x="7545839" y="374838"/>
                  </a:lnTo>
                  <a:lnTo>
                    <a:pt x="7545965" y="374838"/>
                  </a:lnTo>
                  <a:lnTo>
                    <a:pt x="7546091" y="374838"/>
                  </a:lnTo>
                  <a:lnTo>
                    <a:pt x="7546469" y="374838"/>
                  </a:lnTo>
                  <a:lnTo>
                    <a:pt x="7546596" y="374838"/>
                  </a:lnTo>
                  <a:lnTo>
                    <a:pt x="7547100" y="374838"/>
                  </a:lnTo>
                  <a:lnTo>
                    <a:pt x="7547226" y="374838"/>
                  </a:lnTo>
                  <a:lnTo>
                    <a:pt x="7547604" y="374838"/>
                  </a:lnTo>
                  <a:lnTo>
                    <a:pt x="7547983" y="374838"/>
                  </a:lnTo>
                  <a:lnTo>
                    <a:pt x="7548487" y="374838"/>
                  </a:lnTo>
                  <a:lnTo>
                    <a:pt x="7549117" y="374838"/>
                  </a:lnTo>
                  <a:lnTo>
                    <a:pt x="7549243" y="374838"/>
                  </a:lnTo>
                  <a:lnTo>
                    <a:pt x="7549622" y="374838"/>
                  </a:lnTo>
                  <a:lnTo>
                    <a:pt x="7549748" y="374838"/>
                  </a:lnTo>
                  <a:lnTo>
                    <a:pt x="7550252" y="374838"/>
                  </a:lnTo>
                  <a:lnTo>
                    <a:pt x="7550504" y="374838"/>
                  </a:lnTo>
                  <a:lnTo>
                    <a:pt x="7550630" y="374838"/>
                  </a:lnTo>
                  <a:lnTo>
                    <a:pt x="7551009" y="374838"/>
                  </a:lnTo>
                  <a:lnTo>
                    <a:pt x="7551261" y="374838"/>
                  </a:lnTo>
                  <a:lnTo>
                    <a:pt x="7551387" y="374838"/>
                  </a:lnTo>
                  <a:lnTo>
                    <a:pt x="7551765" y="374838"/>
                  </a:lnTo>
                  <a:lnTo>
                    <a:pt x="7551891" y="374838"/>
                  </a:lnTo>
                  <a:lnTo>
                    <a:pt x="7552522" y="374838"/>
                  </a:lnTo>
                  <a:lnTo>
                    <a:pt x="7552648" y="374838"/>
                  </a:lnTo>
                  <a:lnTo>
                    <a:pt x="7552774" y="374838"/>
                  </a:lnTo>
                  <a:lnTo>
                    <a:pt x="7553278" y="374838"/>
                  </a:lnTo>
                  <a:lnTo>
                    <a:pt x="7553530" y="374838"/>
                  </a:lnTo>
                  <a:lnTo>
                    <a:pt x="7553656" y="374838"/>
                  </a:lnTo>
                  <a:lnTo>
                    <a:pt x="7554287" y="374838"/>
                  </a:lnTo>
                  <a:lnTo>
                    <a:pt x="7554665" y="374838"/>
                  </a:lnTo>
                  <a:lnTo>
                    <a:pt x="7554791" y="374838"/>
                  </a:lnTo>
                  <a:lnTo>
                    <a:pt x="7554917" y="374838"/>
                  </a:lnTo>
                  <a:lnTo>
                    <a:pt x="7555043" y="374838"/>
                  </a:lnTo>
                  <a:lnTo>
                    <a:pt x="7555548" y="374838"/>
                  </a:lnTo>
                  <a:lnTo>
                    <a:pt x="7555674" y="374838"/>
                  </a:lnTo>
                  <a:lnTo>
                    <a:pt x="7555926" y="374838"/>
                  </a:lnTo>
                  <a:lnTo>
                    <a:pt x="7556052" y="374838"/>
                  </a:lnTo>
                  <a:lnTo>
                    <a:pt x="7556178" y="374838"/>
                  </a:lnTo>
                  <a:lnTo>
                    <a:pt x="7556304" y="374838"/>
                  </a:lnTo>
                  <a:lnTo>
                    <a:pt x="7556430" y="374838"/>
                  </a:lnTo>
                  <a:lnTo>
                    <a:pt x="7558070" y="374838"/>
                  </a:lnTo>
                  <a:lnTo>
                    <a:pt x="7558448" y="374838"/>
                  </a:lnTo>
                  <a:lnTo>
                    <a:pt x="7558574" y="374838"/>
                  </a:lnTo>
                  <a:lnTo>
                    <a:pt x="7558700" y="374838"/>
                  </a:lnTo>
                  <a:lnTo>
                    <a:pt x="7558826" y="374838"/>
                  </a:lnTo>
                  <a:lnTo>
                    <a:pt x="7559078" y="374838"/>
                  </a:lnTo>
                  <a:lnTo>
                    <a:pt x="7559330" y="374838"/>
                  </a:lnTo>
                  <a:lnTo>
                    <a:pt x="7559709" y="374838"/>
                  </a:lnTo>
                  <a:lnTo>
                    <a:pt x="7559835" y="374838"/>
                  </a:lnTo>
                  <a:lnTo>
                    <a:pt x="7560465" y="369559"/>
                  </a:lnTo>
                  <a:lnTo>
                    <a:pt x="7560843" y="369559"/>
                  </a:lnTo>
                  <a:lnTo>
                    <a:pt x="7560970" y="369559"/>
                  </a:lnTo>
                  <a:lnTo>
                    <a:pt x="7561600" y="369559"/>
                  </a:lnTo>
                  <a:lnTo>
                    <a:pt x="7561726" y="369559"/>
                  </a:lnTo>
                  <a:lnTo>
                    <a:pt x="7562230" y="369559"/>
                  </a:lnTo>
                  <a:lnTo>
                    <a:pt x="7562357" y="369559"/>
                  </a:lnTo>
                  <a:lnTo>
                    <a:pt x="7562861" y="369559"/>
                  </a:lnTo>
                  <a:lnTo>
                    <a:pt x="7562987" y="369559"/>
                  </a:lnTo>
                  <a:lnTo>
                    <a:pt x="7563113" y="364280"/>
                  </a:lnTo>
                  <a:lnTo>
                    <a:pt x="7563365" y="364280"/>
                  </a:lnTo>
                  <a:lnTo>
                    <a:pt x="7563870" y="364280"/>
                  </a:lnTo>
                  <a:lnTo>
                    <a:pt x="7564248" y="364280"/>
                  </a:lnTo>
                  <a:lnTo>
                    <a:pt x="7564626" y="364280"/>
                  </a:lnTo>
                  <a:lnTo>
                    <a:pt x="7564752" y="364280"/>
                  </a:lnTo>
                  <a:lnTo>
                    <a:pt x="7564878" y="364280"/>
                  </a:lnTo>
                  <a:lnTo>
                    <a:pt x="7565004" y="364280"/>
                  </a:lnTo>
                  <a:lnTo>
                    <a:pt x="7565761" y="364280"/>
                  </a:lnTo>
                  <a:lnTo>
                    <a:pt x="7565887" y="364280"/>
                  </a:lnTo>
                  <a:lnTo>
                    <a:pt x="7566013" y="364280"/>
                  </a:lnTo>
                  <a:lnTo>
                    <a:pt x="7566265" y="364280"/>
                  </a:lnTo>
                  <a:lnTo>
                    <a:pt x="7566517" y="364280"/>
                  </a:lnTo>
                  <a:lnTo>
                    <a:pt x="7566643" y="364280"/>
                  </a:lnTo>
                  <a:lnTo>
                    <a:pt x="7567148" y="364280"/>
                  </a:lnTo>
                  <a:lnTo>
                    <a:pt x="7567274" y="364280"/>
                  </a:lnTo>
                  <a:lnTo>
                    <a:pt x="7567778" y="359000"/>
                  </a:lnTo>
                  <a:lnTo>
                    <a:pt x="7568409" y="359000"/>
                  </a:lnTo>
                  <a:lnTo>
                    <a:pt x="7569417" y="359000"/>
                  </a:lnTo>
                  <a:lnTo>
                    <a:pt x="7569796" y="359000"/>
                  </a:lnTo>
                  <a:lnTo>
                    <a:pt x="7569922" y="359000"/>
                  </a:lnTo>
                  <a:lnTo>
                    <a:pt x="7570930" y="359000"/>
                  </a:lnTo>
                  <a:lnTo>
                    <a:pt x="7571057" y="353721"/>
                  </a:lnTo>
                  <a:lnTo>
                    <a:pt x="7571183" y="353721"/>
                  </a:lnTo>
                  <a:lnTo>
                    <a:pt x="7571687" y="353721"/>
                  </a:lnTo>
                  <a:lnTo>
                    <a:pt x="7571813" y="353721"/>
                  </a:lnTo>
                  <a:lnTo>
                    <a:pt x="7571939" y="353721"/>
                  </a:lnTo>
                  <a:lnTo>
                    <a:pt x="7572065" y="353721"/>
                  </a:lnTo>
                  <a:lnTo>
                    <a:pt x="7572444" y="353721"/>
                  </a:lnTo>
                  <a:lnTo>
                    <a:pt x="7572570" y="353721"/>
                  </a:lnTo>
                  <a:lnTo>
                    <a:pt x="7572822" y="353721"/>
                  </a:lnTo>
                  <a:lnTo>
                    <a:pt x="7572948" y="353721"/>
                  </a:lnTo>
                  <a:lnTo>
                    <a:pt x="7573074" y="353721"/>
                  </a:lnTo>
                  <a:lnTo>
                    <a:pt x="7573326" y="353721"/>
                  </a:lnTo>
                  <a:lnTo>
                    <a:pt x="7573704" y="353721"/>
                  </a:lnTo>
                  <a:lnTo>
                    <a:pt x="7574461" y="353721"/>
                  </a:lnTo>
                  <a:lnTo>
                    <a:pt x="7574713" y="353721"/>
                  </a:lnTo>
                  <a:lnTo>
                    <a:pt x="7574839" y="353721"/>
                  </a:lnTo>
                  <a:lnTo>
                    <a:pt x="7575344" y="353721"/>
                  </a:lnTo>
                  <a:lnTo>
                    <a:pt x="7575470" y="353721"/>
                  </a:lnTo>
                  <a:lnTo>
                    <a:pt x="7575722" y="353721"/>
                  </a:lnTo>
                  <a:lnTo>
                    <a:pt x="7575848" y="353721"/>
                  </a:lnTo>
                  <a:lnTo>
                    <a:pt x="7575974" y="353721"/>
                  </a:lnTo>
                  <a:lnTo>
                    <a:pt x="7576352" y="353721"/>
                  </a:lnTo>
                  <a:lnTo>
                    <a:pt x="7576731" y="353721"/>
                  </a:lnTo>
                  <a:lnTo>
                    <a:pt x="7577361" y="353721"/>
                  </a:lnTo>
                  <a:lnTo>
                    <a:pt x="7577487" y="353721"/>
                  </a:lnTo>
                  <a:lnTo>
                    <a:pt x="7578117" y="353721"/>
                  </a:lnTo>
                  <a:lnTo>
                    <a:pt x="7578496" y="353721"/>
                  </a:lnTo>
                  <a:lnTo>
                    <a:pt x="7578622" y="353721"/>
                  </a:lnTo>
                  <a:lnTo>
                    <a:pt x="7579126" y="353721"/>
                  </a:lnTo>
                  <a:lnTo>
                    <a:pt x="7580009" y="353721"/>
                  </a:lnTo>
                  <a:lnTo>
                    <a:pt x="7580135" y="353721"/>
                  </a:lnTo>
                  <a:lnTo>
                    <a:pt x="7580891" y="353721"/>
                  </a:lnTo>
                  <a:lnTo>
                    <a:pt x="7581017" y="353721"/>
                  </a:lnTo>
                  <a:lnTo>
                    <a:pt x="7581522" y="353721"/>
                  </a:lnTo>
                  <a:lnTo>
                    <a:pt x="7581648" y="353721"/>
                  </a:lnTo>
                  <a:lnTo>
                    <a:pt x="7582026" y="353721"/>
                  </a:lnTo>
                  <a:lnTo>
                    <a:pt x="7582278" y="353721"/>
                  </a:lnTo>
                  <a:lnTo>
                    <a:pt x="7582657" y="353721"/>
                  </a:lnTo>
                  <a:lnTo>
                    <a:pt x="7582783" y="353721"/>
                  </a:lnTo>
                  <a:lnTo>
                    <a:pt x="7582909" y="353721"/>
                  </a:lnTo>
                  <a:lnTo>
                    <a:pt x="7584926" y="353721"/>
                  </a:lnTo>
                  <a:lnTo>
                    <a:pt x="7585178" y="353721"/>
                  </a:lnTo>
                  <a:lnTo>
                    <a:pt x="7585809" y="348441"/>
                  </a:lnTo>
                  <a:lnTo>
                    <a:pt x="7586061" y="348441"/>
                  </a:lnTo>
                  <a:lnTo>
                    <a:pt x="7586313" y="348441"/>
                  </a:lnTo>
                  <a:lnTo>
                    <a:pt x="7586565" y="348441"/>
                  </a:lnTo>
                  <a:lnTo>
                    <a:pt x="7586818" y="348441"/>
                  </a:lnTo>
                  <a:lnTo>
                    <a:pt x="7586944" y="348441"/>
                  </a:lnTo>
                  <a:lnTo>
                    <a:pt x="7587070" y="348441"/>
                  </a:lnTo>
                  <a:lnTo>
                    <a:pt x="7587574" y="348441"/>
                  </a:lnTo>
                  <a:lnTo>
                    <a:pt x="7587700" y="348441"/>
                  </a:lnTo>
                  <a:lnTo>
                    <a:pt x="7587826" y="348441"/>
                  </a:lnTo>
                  <a:lnTo>
                    <a:pt x="7588331" y="348441"/>
                  </a:lnTo>
                  <a:lnTo>
                    <a:pt x="7588457" y="348441"/>
                  </a:lnTo>
                  <a:lnTo>
                    <a:pt x="7588583" y="348441"/>
                  </a:lnTo>
                  <a:lnTo>
                    <a:pt x="7589087" y="348441"/>
                  </a:lnTo>
                  <a:lnTo>
                    <a:pt x="7589213" y="348441"/>
                  </a:lnTo>
                  <a:lnTo>
                    <a:pt x="7589339" y="348441"/>
                  </a:lnTo>
                  <a:lnTo>
                    <a:pt x="7589718" y="348441"/>
                  </a:lnTo>
                  <a:lnTo>
                    <a:pt x="7589844" y="348441"/>
                  </a:lnTo>
                  <a:lnTo>
                    <a:pt x="7590348" y="348441"/>
                  </a:lnTo>
                  <a:lnTo>
                    <a:pt x="7590600" y="348441"/>
                  </a:lnTo>
                  <a:lnTo>
                    <a:pt x="7591104" y="348441"/>
                  </a:lnTo>
                  <a:lnTo>
                    <a:pt x="7591231" y="348441"/>
                  </a:lnTo>
                  <a:lnTo>
                    <a:pt x="7591483" y="348441"/>
                  </a:lnTo>
                  <a:lnTo>
                    <a:pt x="7591609" y="348441"/>
                  </a:lnTo>
                  <a:lnTo>
                    <a:pt x="7591987" y="348441"/>
                  </a:lnTo>
                  <a:lnTo>
                    <a:pt x="7592239" y="348441"/>
                  </a:lnTo>
                  <a:lnTo>
                    <a:pt x="7592365" y="348441"/>
                  </a:lnTo>
                  <a:lnTo>
                    <a:pt x="7592618" y="348441"/>
                  </a:lnTo>
                  <a:lnTo>
                    <a:pt x="7592996" y="348441"/>
                  </a:lnTo>
                  <a:lnTo>
                    <a:pt x="7593122" y="348441"/>
                  </a:lnTo>
                  <a:lnTo>
                    <a:pt x="7593248" y="348441"/>
                  </a:lnTo>
                  <a:lnTo>
                    <a:pt x="7594131" y="348441"/>
                  </a:lnTo>
                  <a:lnTo>
                    <a:pt x="7594635" y="348441"/>
                  </a:lnTo>
                  <a:lnTo>
                    <a:pt x="7594887" y="348441"/>
                  </a:lnTo>
                  <a:lnTo>
                    <a:pt x="7595265" y="348441"/>
                  </a:lnTo>
                  <a:lnTo>
                    <a:pt x="7595391" y="348441"/>
                  </a:lnTo>
                  <a:lnTo>
                    <a:pt x="7595518" y="348441"/>
                  </a:lnTo>
                  <a:lnTo>
                    <a:pt x="7595770" y="348441"/>
                  </a:lnTo>
                  <a:lnTo>
                    <a:pt x="7596148" y="348441"/>
                  </a:lnTo>
                  <a:lnTo>
                    <a:pt x="7596652" y="348441"/>
                  </a:lnTo>
                  <a:lnTo>
                    <a:pt x="7597283" y="348441"/>
                  </a:lnTo>
                  <a:lnTo>
                    <a:pt x="7597409" y="348441"/>
                  </a:lnTo>
                  <a:lnTo>
                    <a:pt x="7597535" y="348441"/>
                  </a:lnTo>
                  <a:lnTo>
                    <a:pt x="7597661" y="348441"/>
                  </a:lnTo>
                  <a:lnTo>
                    <a:pt x="7597787" y="348441"/>
                  </a:lnTo>
                  <a:lnTo>
                    <a:pt x="7597913" y="348441"/>
                  </a:lnTo>
                  <a:lnTo>
                    <a:pt x="7598291" y="348441"/>
                  </a:lnTo>
                  <a:lnTo>
                    <a:pt x="7598670" y="348441"/>
                  </a:lnTo>
                  <a:lnTo>
                    <a:pt x="7598922" y="348441"/>
                  </a:lnTo>
                  <a:lnTo>
                    <a:pt x="7599048" y="348441"/>
                  </a:lnTo>
                  <a:lnTo>
                    <a:pt x="7599678" y="348441"/>
                  </a:lnTo>
                  <a:lnTo>
                    <a:pt x="7599931" y="348441"/>
                  </a:lnTo>
                  <a:lnTo>
                    <a:pt x="7600057" y="348441"/>
                  </a:lnTo>
                  <a:lnTo>
                    <a:pt x="7600309" y="348441"/>
                  </a:lnTo>
                  <a:lnTo>
                    <a:pt x="7600435" y="348441"/>
                  </a:lnTo>
                  <a:lnTo>
                    <a:pt x="7601444" y="348441"/>
                  </a:lnTo>
                  <a:lnTo>
                    <a:pt x="7601570" y="348441"/>
                  </a:lnTo>
                  <a:lnTo>
                    <a:pt x="7601696" y="348441"/>
                  </a:lnTo>
                  <a:lnTo>
                    <a:pt x="7601822" y="348441"/>
                  </a:lnTo>
                  <a:lnTo>
                    <a:pt x="7602326" y="348441"/>
                  </a:lnTo>
                  <a:lnTo>
                    <a:pt x="7602578" y="348441"/>
                  </a:lnTo>
                  <a:lnTo>
                    <a:pt x="7602705" y="348441"/>
                  </a:lnTo>
                  <a:lnTo>
                    <a:pt x="7602957" y="348441"/>
                  </a:lnTo>
                  <a:lnTo>
                    <a:pt x="7603209" y="348441"/>
                  </a:lnTo>
                  <a:lnTo>
                    <a:pt x="7603587" y="348441"/>
                  </a:lnTo>
                  <a:lnTo>
                    <a:pt x="7603839" y="348441"/>
                  </a:lnTo>
                  <a:lnTo>
                    <a:pt x="7603965" y="348441"/>
                  </a:lnTo>
                  <a:lnTo>
                    <a:pt x="7604470" y="348441"/>
                  </a:lnTo>
                  <a:lnTo>
                    <a:pt x="7604596" y="348441"/>
                  </a:lnTo>
                  <a:lnTo>
                    <a:pt x="7605605" y="343162"/>
                  </a:lnTo>
                  <a:lnTo>
                    <a:pt x="7605731" y="343162"/>
                  </a:lnTo>
                  <a:lnTo>
                    <a:pt x="7606361" y="337882"/>
                  </a:lnTo>
                  <a:lnTo>
                    <a:pt x="7606487" y="337882"/>
                  </a:lnTo>
                  <a:lnTo>
                    <a:pt x="7606613" y="337882"/>
                  </a:lnTo>
                  <a:lnTo>
                    <a:pt x="7607118" y="337882"/>
                  </a:lnTo>
                  <a:lnTo>
                    <a:pt x="7607244" y="337882"/>
                  </a:lnTo>
                  <a:lnTo>
                    <a:pt x="7607874" y="337882"/>
                  </a:lnTo>
                  <a:lnTo>
                    <a:pt x="7608000" y="337882"/>
                  </a:lnTo>
                  <a:lnTo>
                    <a:pt x="7608505" y="337882"/>
                  </a:lnTo>
                  <a:lnTo>
                    <a:pt x="7609009" y="337882"/>
                  </a:lnTo>
                  <a:lnTo>
                    <a:pt x="7609261" y="337882"/>
                  </a:lnTo>
                  <a:lnTo>
                    <a:pt x="7609387" y="337882"/>
                  </a:lnTo>
                  <a:lnTo>
                    <a:pt x="7609513" y="337882"/>
                  </a:lnTo>
                  <a:lnTo>
                    <a:pt x="7609639" y="337882"/>
                  </a:lnTo>
                  <a:lnTo>
                    <a:pt x="7610522" y="337882"/>
                  </a:lnTo>
                  <a:lnTo>
                    <a:pt x="7610900" y="337882"/>
                  </a:lnTo>
                  <a:lnTo>
                    <a:pt x="7611026" y="337882"/>
                  </a:lnTo>
                  <a:lnTo>
                    <a:pt x="7611152" y="337882"/>
                  </a:lnTo>
                  <a:lnTo>
                    <a:pt x="7611405" y="337882"/>
                  </a:lnTo>
                  <a:lnTo>
                    <a:pt x="7611657" y="337882"/>
                  </a:lnTo>
                  <a:lnTo>
                    <a:pt x="7612035" y="337882"/>
                  </a:lnTo>
                  <a:lnTo>
                    <a:pt x="7612287" y="337882"/>
                  </a:lnTo>
                  <a:lnTo>
                    <a:pt x="7612413" y="337882"/>
                  </a:lnTo>
                  <a:lnTo>
                    <a:pt x="7612539" y="337882"/>
                  </a:lnTo>
                  <a:lnTo>
                    <a:pt x="7614557" y="337882"/>
                  </a:lnTo>
                  <a:lnTo>
                    <a:pt x="7614809" y="337882"/>
                  </a:lnTo>
                  <a:lnTo>
                    <a:pt x="7615061" y="337882"/>
                  </a:lnTo>
                  <a:lnTo>
                    <a:pt x="7615565" y="337882"/>
                  </a:lnTo>
                  <a:lnTo>
                    <a:pt x="7615818" y="337882"/>
                  </a:lnTo>
                  <a:lnTo>
                    <a:pt x="7615944" y="337882"/>
                  </a:lnTo>
                  <a:lnTo>
                    <a:pt x="7616070" y="337882"/>
                  </a:lnTo>
                  <a:lnTo>
                    <a:pt x="7616196" y="337882"/>
                  </a:lnTo>
                  <a:lnTo>
                    <a:pt x="7616448" y="337882"/>
                  </a:lnTo>
                  <a:lnTo>
                    <a:pt x="7616826" y="337882"/>
                  </a:lnTo>
                  <a:lnTo>
                    <a:pt x="7616952" y="337882"/>
                  </a:lnTo>
                  <a:lnTo>
                    <a:pt x="7617079" y="337882"/>
                  </a:lnTo>
                  <a:lnTo>
                    <a:pt x="7617331" y="337882"/>
                  </a:lnTo>
                  <a:lnTo>
                    <a:pt x="7617583" y="337882"/>
                  </a:lnTo>
                  <a:lnTo>
                    <a:pt x="7618718" y="337882"/>
                  </a:lnTo>
                  <a:lnTo>
                    <a:pt x="7619348" y="337882"/>
                  </a:lnTo>
                  <a:lnTo>
                    <a:pt x="7619979" y="337882"/>
                  </a:lnTo>
                  <a:lnTo>
                    <a:pt x="7620609" y="337882"/>
                  </a:lnTo>
                  <a:lnTo>
                    <a:pt x="7620735" y="337882"/>
                  </a:lnTo>
                  <a:lnTo>
                    <a:pt x="7620861" y="337882"/>
                  </a:lnTo>
                  <a:lnTo>
                    <a:pt x="7621113" y="337882"/>
                  </a:lnTo>
                  <a:lnTo>
                    <a:pt x="7621239" y="337882"/>
                  </a:lnTo>
                  <a:lnTo>
                    <a:pt x="7621492" y="337882"/>
                  </a:lnTo>
                  <a:lnTo>
                    <a:pt x="7621870" y="337882"/>
                  </a:lnTo>
                  <a:lnTo>
                    <a:pt x="7621996" y="337882"/>
                  </a:lnTo>
                  <a:lnTo>
                    <a:pt x="7622374" y="337882"/>
                  </a:lnTo>
                  <a:lnTo>
                    <a:pt x="7622626" y="337882"/>
                  </a:lnTo>
                  <a:lnTo>
                    <a:pt x="7622752" y="337882"/>
                  </a:lnTo>
                  <a:lnTo>
                    <a:pt x="7622879" y="337882"/>
                  </a:lnTo>
                  <a:lnTo>
                    <a:pt x="7623005" y="337882"/>
                  </a:lnTo>
                  <a:lnTo>
                    <a:pt x="7623131" y="337882"/>
                  </a:lnTo>
                  <a:lnTo>
                    <a:pt x="7623635" y="332603"/>
                  </a:lnTo>
                  <a:lnTo>
                    <a:pt x="7623887" y="332603"/>
                  </a:lnTo>
                  <a:lnTo>
                    <a:pt x="7624139" y="332603"/>
                  </a:lnTo>
                  <a:lnTo>
                    <a:pt x="7624266" y="332603"/>
                  </a:lnTo>
                  <a:lnTo>
                    <a:pt x="7624392" y="332603"/>
                  </a:lnTo>
                  <a:lnTo>
                    <a:pt x="7624518" y="332603"/>
                  </a:lnTo>
                  <a:lnTo>
                    <a:pt x="7625274" y="332603"/>
                  </a:lnTo>
                  <a:lnTo>
                    <a:pt x="7625905" y="332603"/>
                  </a:lnTo>
                  <a:lnTo>
                    <a:pt x="7626409" y="332603"/>
                  </a:lnTo>
                  <a:lnTo>
                    <a:pt x="7626535" y="332603"/>
                  </a:lnTo>
                  <a:lnTo>
                    <a:pt x="7626661" y="332603"/>
                  </a:lnTo>
                  <a:lnTo>
                    <a:pt x="7626913" y="332603"/>
                  </a:lnTo>
                  <a:lnTo>
                    <a:pt x="7627039" y="332603"/>
                  </a:lnTo>
                  <a:lnTo>
                    <a:pt x="7627292" y="332603"/>
                  </a:lnTo>
                  <a:lnTo>
                    <a:pt x="7627418" y="332603"/>
                  </a:lnTo>
                  <a:lnTo>
                    <a:pt x="7627670" y="332603"/>
                  </a:lnTo>
                  <a:lnTo>
                    <a:pt x="7628426" y="332603"/>
                  </a:lnTo>
                  <a:lnTo>
                    <a:pt x="7628679" y="332603"/>
                  </a:lnTo>
                  <a:lnTo>
                    <a:pt x="7629309" y="332603"/>
                  </a:lnTo>
                  <a:lnTo>
                    <a:pt x="7629435" y="332603"/>
                  </a:lnTo>
                  <a:lnTo>
                    <a:pt x="7629561" y="332603"/>
                  </a:lnTo>
                  <a:lnTo>
                    <a:pt x="7629687" y="332603"/>
                  </a:lnTo>
                  <a:lnTo>
                    <a:pt x="7629813" y="332603"/>
                  </a:lnTo>
                  <a:lnTo>
                    <a:pt x="7629939" y="332603"/>
                  </a:lnTo>
                  <a:lnTo>
                    <a:pt x="7630822" y="332603"/>
                  </a:lnTo>
                  <a:lnTo>
                    <a:pt x="7630948" y="332603"/>
                  </a:lnTo>
                  <a:lnTo>
                    <a:pt x="7631453" y="332603"/>
                  </a:lnTo>
                  <a:lnTo>
                    <a:pt x="7631831" y="332603"/>
                  </a:lnTo>
                  <a:lnTo>
                    <a:pt x="7631957" y="332603"/>
                  </a:lnTo>
                  <a:lnTo>
                    <a:pt x="7632335" y="332603"/>
                  </a:lnTo>
                  <a:lnTo>
                    <a:pt x="7632461" y="332603"/>
                  </a:lnTo>
                  <a:lnTo>
                    <a:pt x="7632587" y="332603"/>
                  </a:lnTo>
                  <a:lnTo>
                    <a:pt x="7632966" y="332603"/>
                  </a:lnTo>
                  <a:lnTo>
                    <a:pt x="7633218" y="332603"/>
                  </a:lnTo>
                  <a:lnTo>
                    <a:pt x="7633848" y="332603"/>
                  </a:lnTo>
                  <a:lnTo>
                    <a:pt x="7633974" y="332603"/>
                  </a:lnTo>
                  <a:lnTo>
                    <a:pt x="7634857" y="332603"/>
                  </a:lnTo>
                  <a:lnTo>
                    <a:pt x="7635235" y="332603"/>
                  </a:lnTo>
                  <a:lnTo>
                    <a:pt x="7635361" y="332603"/>
                  </a:lnTo>
                  <a:lnTo>
                    <a:pt x="7635613" y="332603"/>
                  </a:lnTo>
                  <a:lnTo>
                    <a:pt x="7635866" y="332603"/>
                  </a:lnTo>
                  <a:lnTo>
                    <a:pt x="7635992" y="332603"/>
                  </a:lnTo>
                  <a:lnTo>
                    <a:pt x="7636244" y="332603"/>
                  </a:lnTo>
                  <a:lnTo>
                    <a:pt x="7636496" y="332603"/>
                  </a:lnTo>
                  <a:lnTo>
                    <a:pt x="7636622" y="332603"/>
                  </a:lnTo>
                  <a:lnTo>
                    <a:pt x="7636748" y="332603"/>
                  </a:lnTo>
                  <a:lnTo>
                    <a:pt x="7636874" y="332603"/>
                  </a:lnTo>
                  <a:lnTo>
                    <a:pt x="7637000" y="332603"/>
                  </a:lnTo>
                  <a:lnTo>
                    <a:pt x="7637126" y="332603"/>
                  </a:lnTo>
                  <a:lnTo>
                    <a:pt x="7637379" y="332603"/>
                  </a:lnTo>
                  <a:lnTo>
                    <a:pt x="7637505" y="332603"/>
                  </a:lnTo>
                  <a:lnTo>
                    <a:pt x="7637757" y="332603"/>
                  </a:lnTo>
                  <a:lnTo>
                    <a:pt x="7637883" y="332603"/>
                  </a:lnTo>
                  <a:lnTo>
                    <a:pt x="7638766" y="332603"/>
                  </a:lnTo>
                  <a:lnTo>
                    <a:pt x="7638892" y="332603"/>
                  </a:lnTo>
                  <a:lnTo>
                    <a:pt x="7639396" y="332603"/>
                  </a:lnTo>
                  <a:lnTo>
                    <a:pt x="7639522" y="332603"/>
                  </a:lnTo>
                  <a:lnTo>
                    <a:pt x="7639774" y="332603"/>
                  </a:lnTo>
                  <a:lnTo>
                    <a:pt x="7640783" y="332603"/>
                  </a:lnTo>
                  <a:lnTo>
                    <a:pt x="7641161" y="332603"/>
                  </a:lnTo>
                  <a:lnTo>
                    <a:pt x="7641413" y="332603"/>
                  </a:lnTo>
                  <a:lnTo>
                    <a:pt x="7641792" y="332603"/>
                  </a:lnTo>
                  <a:lnTo>
                    <a:pt x="7641918" y="332603"/>
                  </a:lnTo>
                  <a:lnTo>
                    <a:pt x="7642044" y="332603"/>
                  </a:lnTo>
                  <a:lnTo>
                    <a:pt x="7642170" y="332603"/>
                  </a:lnTo>
                  <a:lnTo>
                    <a:pt x="7642422" y="332603"/>
                  </a:lnTo>
                  <a:lnTo>
                    <a:pt x="7642674" y="332603"/>
                  </a:lnTo>
                  <a:lnTo>
                    <a:pt x="7642800" y="332603"/>
                  </a:lnTo>
                  <a:lnTo>
                    <a:pt x="7642927" y="332603"/>
                  </a:lnTo>
                  <a:lnTo>
                    <a:pt x="7643179" y="332603"/>
                  </a:lnTo>
                  <a:lnTo>
                    <a:pt x="7643431" y="332603"/>
                  </a:lnTo>
                  <a:lnTo>
                    <a:pt x="7643683" y="332603"/>
                  </a:lnTo>
                  <a:lnTo>
                    <a:pt x="7644061" y="332603"/>
                  </a:lnTo>
                  <a:lnTo>
                    <a:pt x="7644187" y="332603"/>
                  </a:lnTo>
                  <a:lnTo>
                    <a:pt x="7645070" y="332603"/>
                  </a:lnTo>
                  <a:lnTo>
                    <a:pt x="7645196" y="332603"/>
                  </a:lnTo>
                  <a:lnTo>
                    <a:pt x="7645700" y="332603"/>
                  </a:lnTo>
                  <a:lnTo>
                    <a:pt x="7645827" y="332603"/>
                  </a:lnTo>
                  <a:lnTo>
                    <a:pt x="7646205" y="332603"/>
                  </a:lnTo>
                  <a:lnTo>
                    <a:pt x="7646457" y="332603"/>
                  </a:lnTo>
                  <a:lnTo>
                    <a:pt x="7646583" y="332603"/>
                  </a:lnTo>
                  <a:lnTo>
                    <a:pt x="7646835" y="332603"/>
                  </a:lnTo>
                  <a:lnTo>
                    <a:pt x="7647213" y="332603"/>
                  </a:lnTo>
                  <a:lnTo>
                    <a:pt x="7647340" y="332603"/>
                  </a:lnTo>
                  <a:lnTo>
                    <a:pt x="7647466" y="332603"/>
                  </a:lnTo>
                  <a:lnTo>
                    <a:pt x="7647592" y="332603"/>
                  </a:lnTo>
                  <a:lnTo>
                    <a:pt x="7647718" y="332603"/>
                  </a:lnTo>
                  <a:lnTo>
                    <a:pt x="7647844" y="332603"/>
                  </a:lnTo>
                  <a:lnTo>
                    <a:pt x="7648222" y="332603"/>
                  </a:lnTo>
                  <a:lnTo>
                    <a:pt x="7648600" y="332603"/>
                  </a:lnTo>
                  <a:lnTo>
                    <a:pt x="7649483" y="332603"/>
                  </a:lnTo>
                  <a:lnTo>
                    <a:pt x="7649609" y="332603"/>
                  </a:lnTo>
                  <a:lnTo>
                    <a:pt x="7651627" y="332603"/>
                  </a:lnTo>
                  <a:lnTo>
                    <a:pt x="7651879" y="332603"/>
                  </a:lnTo>
                  <a:lnTo>
                    <a:pt x="7652131" y="332603"/>
                  </a:lnTo>
                  <a:lnTo>
                    <a:pt x="7652383" y="332603"/>
                  </a:lnTo>
                  <a:lnTo>
                    <a:pt x="7652635" y="332603"/>
                  </a:lnTo>
                  <a:lnTo>
                    <a:pt x="7652761" y="332603"/>
                  </a:lnTo>
                  <a:lnTo>
                    <a:pt x="7653140" y="332603"/>
                  </a:lnTo>
                  <a:lnTo>
                    <a:pt x="7653770" y="332603"/>
                  </a:lnTo>
                  <a:lnTo>
                    <a:pt x="7653896" y="332603"/>
                  </a:lnTo>
                  <a:lnTo>
                    <a:pt x="7654148" y="332603"/>
                  </a:lnTo>
                  <a:lnTo>
                    <a:pt x="7654274" y="332603"/>
                  </a:lnTo>
                  <a:lnTo>
                    <a:pt x="7654400" y="332603"/>
                  </a:lnTo>
                  <a:lnTo>
                    <a:pt x="7654653" y="332603"/>
                  </a:lnTo>
                  <a:lnTo>
                    <a:pt x="7654905" y="332603"/>
                  </a:lnTo>
                  <a:lnTo>
                    <a:pt x="7655535" y="332603"/>
                  </a:lnTo>
                  <a:lnTo>
                    <a:pt x="7656166" y="332603"/>
                  </a:lnTo>
                  <a:lnTo>
                    <a:pt x="7656544" y="332603"/>
                  </a:lnTo>
                  <a:lnTo>
                    <a:pt x="7657048" y="332603"/>
                  </a:lnTo>
                  <a:lnTo>
                    <a:pt x="7657174" y="332603"/>
                  </a:lnTo>
                  <a:lnTo>
                    <a:pt x="7657427" y="332603"/>
                  </a:lnTo>
                  <a:lnTo>
                    <a:pt x="7657679" y="332603"/>
                  </a:lnTo>
                  <a:lnTo>
                    <a:pt x="7658057" y="332603"/>
                  </a:lnTo>
                  <a:lnTo>
                    <a:pt x="7658183" y="332603"/>
                  </a:lnTo>
                  <a:lnTo>
                    <a:pt x="7658309" y="332603"/>
                  </a:lnTo>
                  <a:lnTo>
                    <a:pt x="7658435" y="332603"/>
                  </a:lnTo>
                  <a:lnTo>
                    <a:pt x="7658561" y="332603"/>
                  </a:lnTo>
                  <a:lnTo>
                    <a:pt x="7658814" y="332603"/>
                  </a:lnTo>
                  <a:lnTo>
                    <a:pt x="7659444" y="332603"/>
                  </a:lnTo>
                  <a:lnTo>
                    <a:pt x="7659570" y="332603"/>
                  </a:lnTo>
                  <a:lnTo>
                    <a:pt x="7659696" y="332603"/>
                  </a:lnTo>
                  <a:lnTo>
                    <a:pt x="7659948" y="332603"/>
                  </a:lnTo>
                  <a:lnTo>
                    <a:pt x="7660074" y="332603"/>
                  </a:lnTo>
                  <a:lnTo>
                    <a:pt x="7660201" y="332603"/>
                  </a:lnTo>
                  <a:lnTo>
                    <a:pt x="7660327" y="332603"/>
                  </a:lnTo>
                  <a:lnTo>
                    <a:pt x="7660831" y="332603"/>
                  </a:lnTo>
                  <a:lnTo>
                    <a:pt x="7661083" y="332603"/>
                  </a:lnTo>
                  <a:lnTo>
                    <a:pt x="7661335" y="332603"/>
                  </a:lnTo>
                  <a:lnTo>
                    <a:pt x="7661587" y="332603"/>
                  </a:lnTo>
                  <a:lnTo>
                    <a:pt x="7661840" y="332603"/>
                  </a:lnTo>
                  <a:lnTo>
                    <a:pt x="7662470" y="332603"/>
                  </a:lnTo>
                  <a:lnTo>
                    <a:pt x="7662596" y="332603"/>
                  </a:lnTo>
                  <a:lnTo>
                    <a:pt x="7663101" y="332603"/>
                  </a:lnTo>
                  <a:lnTo>
                    <a:pt x="7663227" y="332603"/>
                  </a:lnTo>
                  <a:lnTo>
                    <a:pt x="7663479" y="332603"/>
                  </a:lnTo>
                  <a:lnTo>
                    <a:pt x="7663731" y="332603"/>
                  </a:lnTo>
                  <a:lnTo>
                    <a:pt x="7663857" y="332603"/>
                  </a:lnTo>
                  <a:lnTo>
                    <a:pt x="7664992" y="332603"/>
                  </a:lnTo>
                  <a:lnTo>
                    <a:pt x="7665118" y="332603"/>
                  </a:lnTo>
                  <a:lnTo>
                    <a:pt x="7665496" y="332603"/>
                  </a:lnTo>
                  <a:lnTo>
                    <a:pt x="7665622" y="332603"/>
                  </a:lnTo>
                  <a:lnTo>
                    <a:pt x="7665748" y="332603"/>
                  </a:lnTo>
                  <a:lnTo>
                    <a:pt x="7665874" y="332603"/>
                  </a:lnTo>
                  <a:lnTo>
                    <a:pt x="7666001" y="332603"/>
                  </a:lnTo>
                  <a:lnTo>
                    <a:pt x="7666379" y="332603"/>
                  </a:lnTo>
                  <a:lnTo>
                    <a:pt x="7666883" y="332603"/>
                  </a:lnTo>
                  <a:lnTo>
                    <a:pt x="7667135" y="332603"/>
                  </a:lnTo>
                  <a:lnTo>
                    <a:pt x="7667388" y="332603"/>
                  </a:lnTo>
                  <a:lnTo>
                    <a:pt x="7667640" y="332603"/>
                  </a:lnTo>
                  <a:lnTo>
                    <a:pt x="7667766" y="332603"/>
                  </a:lnTo>
                  <a:lnTo>
                    <a:pt x="7668144" y="332603"/>
                  </a:lnTo>
                  <a:lnTo>
                    <a:pt x="7668270" y="332603"/>
                  </a:lnTo>
                  <a:lnTo>
                    <a:pt x="7668396" y="332603"/>
                  </a:lnTo>
                  <a:lnTo>
                    <a:pt x="7668901" y="332603"/>
                  </a:lnTo>
                  <a:lnTo>
                    <a:pt x="7669153" y="327324"/>
                  </a:lnTo>
                  <a:lnTo>
                    <a:pt x="7669279" y="327324"/>
                  </a:lnTo>
                  <a:lnTo>
                    <a:pt x="7669405" y="327324"/>
                  </a:lnTo>
                  <a:lnTo>
                    <a:pt x="7670035" y="327324"/>
                  </a:lnTo>
                  <a:lnTo>
                    <a:pt x="7670161" y="327324"/>
                  </a:lnTo>
                  <a:lnTo>
                    <a:pt x="7670540" y="327324"/>
                  </a:lnTo>
                  <a:lnTo>
                    <a:pt x="7670666" y="327324"/>
                  </a:lnTo>
                  <a:lnTo>
                    <a:pt x="7670792" y="327324"/>
                  </a:lnTo>
                  <a:lnTo>
                    <a:pt x="7671296" y="327324"/>
                  </a:lnTo>
                  <a:lnTo>
                    <a:pt x="7673061" y="327324"/>
                  </a:lnTo>
                  <a:lnTo>
                    <a:pt x="7673440" y="327324"/>
                  </a:lnTo>
                  <a:lnTo>
                    <a:pt x="7673566" y="327324"/>
                  </a:lnTo>
                  <a:lnTo>
                    <a:pt x="7673692" y="327324"/>
                  </a:lnTo>
                  <a:lnTo>
                    <a:pt x="7674070" y="327324"/>
                  </a:lnTo>
                  <a:lnTo>
                    <a:pt x="7674322" y="327324"/>
                  </a:lnTo>
                  <a:lnTo>
                    <a:pt x="7674448" y="327324"/>
                  </a:lnTo>
                  <a:lnTo>
                    <a:pt x="7674701" y="327324"/>
                  </a:lnTo>
                  <a:lnTo>
                    <a:pt x="7674827" y="327324"/>
                  </a:lnTo>
                  <a:lnTo>
                    <a:pt x="7674953" y="327324"/>
                  </a:lnTo>
                  <a:lnTo>
                    <a:pt x="7675331" y="327324"/>
                  </a:lnTo>
                  <a:lnTo>
                    <a:pt x="7676088" y="327324"/>
                  </a:lnTo>
                  <a:lnTo>
                    <a:pt x="7676214" y="327324"/>
                  </a:lnTo>
                  <a:lnTo>
                    <a:pt x="7676340" y="327324"/>
                  </a:lnTo>
                  <a:lnTo>
                    <a:pt x="7676718" y="327324"/>
                  </a:lnTo>
                  <a:lnTo>
                    <a:pt x="7676970" y="327324"/>
                  </a:lnTo>
                  <a:lnTo>
                    <a:pt x="7677096" y="327324"/>
                  </a:lnTo>
                  <a:lnTo>
                    <a:pt x="7677222" y="327324"/>
                  </a:lnTo>
                  <a:lnTo>
                    <a:pt x="7677475" y="327324"/>
                  </a:lnTo>
                  <a:lnTo>
                    <a:pt x="7677727" y="327324"/>
                  </a:lnTo>
                  <a:lnTo>
                    <a:pt x="7678231" y="327324"/>
                  </a:lnTo>
                  <a:lnTo>
                    <a:pt x="7678609" y="327324"/>
                  </a:lnTo>
                  <a:lnTo>
                    <a:pt x="7678861" y="327324"/>
                  </a:lnTo>
                  <a:lnTo>
                    <a:pt x="7679366" y="327324"/>
                  </a:lnTo>
                  <a:lnTo>
                    <a:pt x="7679870" y="327324"/>
                  </a:lnTo>
                  <a:lnTo>
                    <a:pt x="7680248" y="327324"/>
                  </a:lnTo>
                  <a:lnTo>
                    <a:pt x="7680375" y="327324"/>
                  </a:lnTo>
                  <a:lnTo>
                    <a:pt x="7681131" y="327324"/>
                  </a:lnTo>
                  <a:lnTo>
                    <a:pt x="7681509" y="327324"/>
                  </a:lnTo>
                  <a:lnTo>
                    <a:pt x="7681635" y="327324"/>
                  </a:lnTo>
                  <a:lnTo>
                    <a:pt x="7681761" y="327324"/>
                  </a:lnTo>
                  <a:lnTo>
                    <a:pt x="7681888" y="327324"/>
                  </a:lnTo>
                  <a:lnTo>
                    <a:pt x="7682140" y="327324"/>
                  </a:lnTo>
                  <a:lnTo>
                    <a:pt x="7682770" y="327324"/>
                  </a:lnTo>
                  <a:lnTo>
                    <a:pt x="7683022" y="327324"/>
                  </a:lnTo>
                  <a:lnTo>
                    <a:pt x="7683527" y="327324"/>
                  </a:lnTo>
                  <a:lnTo>
                    <a:pt x="7683905" y="327324"/>
                  </a:lnTo>
                  <a:lnTo>
                    <a:pt x="7684157" y="327324"/>
                  </a:lnTo>
                  <a:lnTo>
                    <a:pt x="7684283" y="327324"/>
                  </a:lnTo>
                  <a:lnTo>
                    <a:pt x="7684409" y="327324"/>
                  </a:lnTo>
                  <a:lnTo>
                    <a:pt x="7684535" y="327324"/>
                  </a:lnTo>
                  <a:lnTo>
                    <a:pt x="7684662" y="327324"/>
                  </a:lnTo>
                  <a:lnTo>
                    <a:pt x="7684788" y="327324"/>
                  </a:lnTo>
                  <a:lnTo>
                    <a:pt x="7685040" y="327324"/>
                  </a:lnTo>
                  <a:lnTo>
                    <a:pt x="7686553" y="327324"/>
                  </a:lnTo>
                  <a:lnTo>
                    <a:pt x="7686679" y="327324"/>
                  </a:lnTo>
                  <a:lnTo>
                    <a:pt x="7687057" y="327324"/>
                  </a:lnTo>
                  <a:lnTo>
                    <a:pt x="7687183" y="327324"/>
                  </a:lnTo>
                  <a:lnTo>
                    <a:pt x="7687309" y="327324"/>
                  </a:lnTo>
                  <a:lnTo>
                    <a:pt x="7687688" y="327324"/>
                  </a:lnTo>
                  <a:lnTo>
                    <a:pt x="7687814" y="327324"/>
                  </a:lnTo>
                  <a:lnTo>
                    <a:pt x="7688444" y="322044"/>
                  </a:lnTo>
                  <a:lnTo>
                    <a:pt x="7688570" y="322044"/>
                  </a:lnTo>
                  <a:lnTo>
                    <a:pt x="7688696" y="322044"/>
                  </a:lnTo>
                  <a:lnTo>
                    <a:pt x="7688948" y="322044"/>
                  </a:lnTo>
                  <a:lnTo>
                    <a:pt x="7689201" y="322044"/>
                  </a:lnTo>
                  <a:lnTo>
                    <a:pt x="7689327" y="322044"/>
                  </a:lnTo>
                  <a:lnTo>
                    <a:pt x="7689957" y="322044"/>
                  </a:lnTo>
                  <a:lnTo>
                    <a:pt x="7690335" y="322044"/>
                  </a:lnTo>
                  <a:lnTo>
                    <a:pt x="7690588" y="322044"/>
                  </a:lnTo>
                  <a:lnTo>
                    <a:pt x="7690840" y="322044"/>
                  </a:lnTo>
                  <a:lnTo>
                    <a:pt x="7690966" y="322044"/>
                  </a:lnTo>
                  <a:lnTo>
                    <a:pt x="7691722" y="322044"/>
                  </a:lnTo>
                  <a:lnTo>
                    <a:pt x="7692227" y="322044"/>
                  </a:lnTo>
                  <a:lnTo>
                    <a:pt x="7692857" y="322044"/>
                  </a:lnTo>
                  <a:lnTo>
                    <a:pt x="7693109" y="322044"/>
                  </a:lnTo>
                  <a:lnTo>
                    <a:pt x="7693488" y="322044"/>
                  </a:lnTo>
                  <a:lnTo>
                    <a:pt x="7693614" y="322044"/>
                  </a:lnTo>
                  <a:lnTo>
                    <a:pt x="7693740" y="322044"/>
                  </a:lnTo>
                  <a:lnTo>
                    <a:pt x="7693866" y="322044"/>
                  </a:lnTo>
                  <a:lnTo>
                    <a:pt x="7694244" y="322044"/>
                  </a:lnTo>
                  <a:lnTo>
                    <a:pt x="7694370" y="322044"/>
                  </a:lnTo>
                  <a:lnTo>
                    <a:pt x="7694496" y="322044"/>
                  </a:lnTo>
                  <a:lnTo>
                    <a:pt x="7694749" y="322044"/>
                  </a:lnTo>
                  <a:lnTo>
                    <a:pt x="7694875" y="322044"/>
                  </a:lnTo>
                  <a:lnTo>
                    <a:pt x="7695001" y="322044"/>
                  </a:lnTo>
                  <a:lnTo>
                    <a:pt x="7695127" y="322044"/>
                  </a:lnTo>
                  <a:lnTo>
                    <a:pt x="7695505" y="322044"/>
                  </a:lnTo>
                  <a:lnTo>
                    <a:pt x="7695757" y="322044"/>
                  </a:lnTo>
                  <a:lnTo>
                    <a:pt x="7695883" y="322044"/>
                  </a:lnTo>
                  <a:lnTo>
                    <a:pt x="7696135" y="322044"/>
                  </a:lnTo>
                  <a:lnTo>
                    <a:pt x="7696388" y="322044"/>
                  </a:lnTo>
                  <a:lnTo>
                    <a:pt x="7696514" y="322044"/>
                  </a:lnTo>
                  <a:lnTo>
                    <a:pt x="7696640" y="322044"/>
                  </a:lnTo>
                  <a:lnTo>
                    <a:pt x="7696892" y="322044"/>
                  </a:lnTo>
                  <a:lnTo>
                    <a:pt x="7697018" y="322044"/>
                  </a:lnTo>
                  <a:lnTo>
                    <a:pt x="7700296" y="322044"/>
                  </a:lnTo>
                  <a:lnTo>
                    <a:pt x="7700549" y="316765"/>
                  </a:lnTo>
                  <a:lnTo>
                    <a:pt x="7700801" y="316765"/>
                  </a:lnTo>
                  <a:lnTo>
                    <a:pt x="7701305" y="316765"/>
                  </a:lnTo>
                  <a:lnTo>
                    <a:pt x="7701431" y="316765"/>
                  </a:lnTo>
                  <a:lnTo>
                    <a:pt x="7701557" y="316765"/>
                  </a:lnTo>
                  <a:lnTo>
                    <a:pt x="7701683" y="311485"/>
                  </a:lnTo>
                  <a:lnTo>
                    <a:pt x="7701809" y="311485"/>
                  </a:lnTo>
                  <a:lnTo>
                    <a:pt x="7701936" y="311485"/>
                  </a:lnTo>
                  <a:lnTo>
                    <a:pt x="7702566" y="311485"/>
                  </a:lnTo>
                  <a:lnTo>
                    <a:pt x="7702692" y="311485"/>
                  </a:lnTo>
                  <a:lnTo>
                    <a:pt x="7702818" y="311485"/>
                  </a:lnTo>
                  <a:lnTo>
                    <a:pt x="7703070" y="311485"/>
                  </a:lnTo>
                  <a:lnTo>
                    <a:pt x="7703322" y="311485"/>
                  </a:lnTo>
                  <a:lnTo>
                    <a:pt x="7703449" y="311485"/>
                  </a:lnTo>
                  <a:lnTo>
                    <a:pt x="7703827" y="311485"/>
                  </a:lnTo>
                  <a:lnTo>
                    <a:pt x="7703953" y="311485"/>
                  </a:lnTo>
                  <a:lnTo>
                    <a:pt x="7704331" y="311485"/>
                  </a:lnTo>
                  <a:lnTo>
                    <a:pt x="7704457" y="311485"/>
                  </a:lnTo>
                  <a:lnTo>
                    <a:pt x="7704583" y="311485"/>
                  </a:lnTo>
                  <a:lnTo>
                    <a:pt x="7704962" y="311485"/>
                  </a:lnTo>
                  <a:lnTo>
                    <a:pt x="7705718" y="311485"/>
                  </a:lnTo>
                  <a:lnTo>
                    <a:pt x="7705844" y="311485"/>
                  </a:lnTo>
                  <a:lnTo>
                    <a:pt x="7705970" y="311485"/>
                  </a:lnTo>
                  <a:lnTo>
                    <a:pt x="7706096" y="311485"/>
                  </a:lnTo>
                  <a:lnTo>
                    <a:pt x="7706222" y="311485"/>
                  </a:lnTo>
                  <a:lnTo>
                    <a:pt x="7706475" y="311485"/>
                  </a:lnTo>
                  <a:lnTo>
                    <a:pt x="7706601" y="311485"/>
                  </a:lnTo>
                  <a:lnTo>
                    <a:pt x="7706853" y="311485"/>
                  </a:lnTo>
                  <a:lnTo>
                    <a:pt x="7707105" y="311485"/>
                  </a:lnTo>
                  <a:lnTo>
                    <a:pt x="7707357" y="311485"/>
                  </a:lnTo>
                  <a:lnTo>
                    <a:pt x="7708114" y="311485"/>
                  </a:lnTo>
                  <a:lnTo>
                    <a:pt x="7708366" y="311485"/>
                  </a:lnTo>
                  <a:lnTo>
                    <a:pt x="7708492" y="311485"/>
                  </a:lnTo>
                  <a:lnTo>
                    <a:pt x="7708744" y="311485"/>
                  </a:lnTo>
                  <a:lnTo>
                    <a:pt x="7708870" y="311485"/>
                  </a:lnTo>
                  <a:lnTo>
                    <a:pt x="7709501" y="311485"/>
                  </a:lnTo>
                  <a:lnTo>
                    <a:pt x="7709879" y="311485"/>
                  </a:lnTo>
                  <a:lnTo>
                    <a:pt x="7710509" y="311485"/>
                  </a:lnTo>
                  <a:lnTo>
                    <a:pt x="7710888" y="311485"/>
                  </a:lnTo>
                  <a:lnTo>
                    <a:pt x="7711518" y="306206"/>
                  </a:lnTo>
                  <a:lnTo>
                    <a:pt x="7711644" y="306206"/>
                  </a:lnTo>
                  <a:lnTo>
                    <a:pt x="7712527" y="306206"/>
                  </a:lnTo>
                  <a:lnTo>
                    <a:pt x="7713157" y="306206"/>
                  </a:lnTo>
                  <a:lnTo>
                    <a:pt x="7713409" y="306206"/>
                  </a:lnTo>
                  <a:lnTo>
                    <a:pt x="7713662" y="306206"/>
                  </a:lnTo>
                  <a:lnTo>
                    <a:pt x="7713788" y="306206"/>
                  </a:lnTo>
                  <a:lnTo>
                    <a:pt x="7714040" y="306206"/>
                  </a:lnTo>
                  <a:lnTo>
                    <a:pt x="7714166" y="306206"/>
                  </a:lnTo>
                  <a:lnTo>
                    <a:pt x="7714292" y="306206"/>
                  </a:lnTo>
                  <a:lnTo>
                    <a:pt x="7714796" y="306206"/>
                  </a:lnTo>
                  <a:lnTo>
                    <a:pt x="7714923" y="306206"/>
                  </a:lnTo>
                  <a:lnTo>
                    <a:pt x="7715049" y="306206"/>
                  </a:lnTo>
                  <a:lnTo>
                    <a:pt x="7715301" y="306206"/>
                  </a:lnTo>
                  <a:lnTo>
                    <a:pt x="7715427" y="306206"/>
                  </a:lnTo>
                  <a:lnTo>
                    <a:pt x="7715553" y="306206"/>
                  </a:lnTo>
                  <a:lnTo>
                    <a:pt x="7715679" y="306206"/>
                  </a:lnTo>
                  <a:lnTo>
                    <a:pt x="7715805" y="306206"/>
                  </a:lnTo>
                  <a:lnTo>
                    <a:pt x="7715931" y="306206"/>
                  </a:lnTo>
                  <a:lnTo>
                    <a:pt x="7716057" y="306206"/>
                  </a:lnTo>
                  <a:lnTo>
                    <a:pt x="7716436" y="306206"/>
                  </a:lnTo>
                  <a:lnTo>
                    <a:pt x="7716814" y="306206"/>
                  </a:lnTo>
                  <a:lnTo>
                    <a:pt x="7717696" y="306206"/>
                  </a:lnTo>
                  <a:lnTo>
                    <a:pt x="7717949" y="306206"/>
                  </a:lnTo>
                  <a:lnTo>
                    <a:pt x="7718075" y="306206"/>
                  </a:lnTo>
                  <a:lnTo>
                    <a:pt x="7718453" y="306206"/>
                  </a:lnTo>
                  <a:lnTo>
                    <a:pt x="7718579" y="306206"/>
                  </a:lnTo>
                  <a:lnTo>
                    <a:pt x="7718705" y="306206"/>
                  </a:lnTo>
                  <a:lnTo>
                    <a:pt x="7718831" y="306206"/>
                  </a:lnTo>
                  <a:lnTo>
                    <a:pt x="7719714" y="306206"/>
                  </a:lnTo>
                  <a:lnTo>
                    <a:pt x="7719840" y="306206"/>
                  </a:lnTo>
                  <a:lnTo>
                    <a:pt x="7719966" y="306206"/>
                  </a:lnTo>
                  <a:lnTo>
                    <a:pt x="7720092" y="306206"/>
                  </a:lnTo>
                  <a:lnTo>
                    <a:pt x="7720470" y="306206"/>
                  </a:lnTo>
                  <a:lnTo>
                    <a:pt x="7720723" y="306206"/>
                  </a:lnTo>
                  <a:lnTo>
                    <a:pt x="7721227" y="306206"/>
                  </a:lnTo>
                  <a:lnTo>
                    <a:pt x="7721479" y="306206"/>
                  </a:lnTo>
                  <a:lnTo>
                    <a:pt x="7721731" y="306206"/>
                  </a:lnTo>
                  <a:lnTo>
                    <a:pt x="7722110" y="306206"/>
                  </a:lnTo>
                  <a:lnTo>
                    <a:pt x="7722236" y="306206"/>
                  </a:lnTo>
                  <a:lnTo>
                    <a:pt x="7722740" y="306206"/>
                  </a:lnTo>
                  <a:lnTo>
                    <a:pt x="7722992" y="306206"/>
                  </a:lnTo>
                  <a:lnTo>
                    <a:pt x="7723118" y="306206"/>
                  </a:lnTo>
                  <a:lnTo>
                    <a:pt x="7723370" y="306206"/>
                  </a:lnTo>
                  <a:lnTo>
                    <a:pt x="7723623" y="306206"/>
                  </a:lnTo>
                  <a:lnTo>
                    <a:pt x="7723875" y="306206"/>
                  </a:lnTo>
                  <a:lnTo>
                    <a:pt x="7724127" y="306206"/>
                  </a:lnTo>
                  <a:lnTo>
                    <a:pt x="7724631" y="306206"/>
                  </a:lnTo>
                  <a:lnTo>
                    <a:pt x="7724757" y="306206"/>
                  </a:lnTo>
                  <a:lnTo>
                    <a:pt x="7724883" y="306206"/>
                  </a:lnTo>
                  <a:lnTo>
                    <a:pt x="7725010" y="306206"/>
                  </a:lnTo>
                  <a:lnTo>
                    <a:pt x="7725262" y="306206"/>
                  </a:lnTo>
                  <a:lnTo>
                    <a:pt x="7725388" y="306206"/>
                  </a:lnTo>
                  <a:lnTo>
                    <a:pt x="7726018" y="306206"/>
                  </a:lnTo>
                  <a:lnTo>
                    <a:pt x="7726144" y="306206"/>
                  </a:lnTo>
                  <a:lnTo>
                    <a:pt x="7726649" y="306206"/>
                  </a:lnTo>
                  <a:lnTo>
                    <a:pt x="7726775" y="306206"/>
                  </a:lnTo>
                  <a:lnTo>
                    <a:pt x="7727027" y="306206"/>
                  </a:lnTo>
                  <a:lnTo>
                    <a:pt x="7727279" y="306206"/>
                  </a:lnTo>
                  <a:lnTo>
                    <a:pt x="7727405" y="306206"/>
                  </a:lnTo>
                  <a:lnTo>
                    <a:pt x="7727783" y="306206"/>
                  </a:lnTo>
                  <a:lnTo>
                    <a:pt x="7728288" y="306206"/>
                  </a:lnTo>
                  <a:lnTo>
                    <a:pt x="7729549" y="306206"/>
                  </a:lnTo>
                  <a:lnTo>
                    <a:pt x="7729675" y="306206"/>
                  </a:lnTo>
                  <a:lnTo>
                    <a:pt x="7729927" y="306206"/>
                  </a:lnTo>
                  <a:lnTo>
                    <a:pt x="7730179" y="306206"/>
                  </a:lnTo>
                  <a:lnTo>
                    <a:pt x="7730305" y="306206"/>
                  </a:lnTo>
                  <a:lnTo>
                    <a:pt x="7730557" y="306206"/>
                  </a:lnTo>
                  <a:lnTo>
                    <a:pt x="7730810" y="306206"/>
                  </a:lnTo>
                  <a:lnTo>
                    <a:pt x="7731062" y="306206"/>
                  </a:lnTo>
                  <a:lnTo>
                    <a:pt x="7731188" y="306206"/>
                  </a:lnTo>
                  <a:lnTo>
                    <a:pt x="7731440" y="306206"/>
                  </a:lnTo>
                  <a:lnTo>
                    <a:pt x="7731692" y="306206"/>
                  </a:lnTo>
                  <a:lnTo>
                    <a:pt x="7731944" y="306206"/>
                  </a:lnTo>
                  <a:lnTo>
                    <a:pt x="7732701" y="306206"/>
                  </a:lnTo>
                  <a:lnTo>
                    <a:pt x="7732827" y="306206"/>
                  </a:lnTo>
                  <a:lnTo>
                    <a:pt x="7732953" y="306206"/>
                  </a:lnTo>
                  <a:lnTo>
                    <a:pt x="7733457" y="306206"/>
                  </a:lnTo>
                  <a:lnTo>
                    <a:pt x="7733962" y="306206"/>
                  </a:lnTo>
                  <a:lnTo>
                    <a:pt x="7734088" y="306206"/>
                  </a:lnTo>
                  <a:lnTo>
                    <a:pt x="7734340" y="306206"/>
                  </a:lnTo>
                  <a:lnTo>
                    <a:pt x="7734592" y="306206"/>
                  </a:lnTo>
                  <a:lnTo>
                    <a:pt x="7735475" y="306206"/>
                  </a:lnTo>
                  <a:lnTo>
                    <a:pt x="7735601" y="306206"/>
                  </a:lnTo>
                  <a:lnTo>
                    <a:pt x="7735853" y="306206"/>
                  </a:lnTo>
                  <a:lnTo>
                    <a:pt x="7735979" y="306206"/>
                  </a:lnTo>
                  <a:lnTo>
                    <a:pt x="7736357" y="306206"/>
                  </a:lnTo>
                  <a:lnTo>
                    <a:pt x="7736610" y="306206"/>
                  </a:lnTo>
                  <a:lnTo>
                    <a:pt x="7736736" y="306206"/>
                  </a:lnTo>
                  <a:lnTo>
                    <a:pt x="7736862" y="306206"/>
                  </a:lnTo>
                  <a:lnTo>
                    <a:pt x="7736988" y="306206"/>
                  </a:lnTo>
                  <a:lnTo>
                    <a:pt x="7737114" y="306206"/>
                  </a:lnTo>
                  <a:lnTo>
                    <a:pt x="7737240" y="306206"/>
                  </a:lnTo>
                  <a:lnTo>
                    <a:pt x="7737492" y="306206"/>
                  </a:lnTo>
                  <a:lnTo>
                    <a:pt x="7737618" y="306206"/>
                  </a:lnTo>
                  <a:lnTo>
                    <a:pt x="7738249" y="306206"/>
                  </a:lnTo>
                  <a:lnTo>
                    <a:pt x="7738375" y="306206"/>
                  </a:lnTo>
                  <a:lnTo>
                    <a:pt x="7738753" y="306206"/>
                  </a:lnTo>
                  <a:lnTo>
                    <a:pt x="7738879" y="306206"/>
                  </a:lnTo>
                  <a:lnTo>
                    <a:pt x="7739131" y="306206"/>
                  </a:lnTo>
                  <a:lnTo>
                    <a:pt x="7739257" y="306206"/>
                  </a:lnTo>
                  <a:lnTo>
                    <a:pt x="7739762" y="306206"/>
                  </a:lnTo>
                  <a:lnTo>
                    <a:pt x="7740266" y="306206"/>
                  </a:lnTo>
                  <a:lnTo>
                    <a:pt x="7740770" y="306206"/>
                  </a:lnTo>
                  <a:lnTo>
                    <a:pt x="7741023" y="306206"/>
                  </a:lnTo>
                  <a:lnTo>
                    <a:pt x="7741275" y="306206"/>
                  </a:lnTo>
                  <a:lnTo>
                    <a:pt x="7742157" y="300927"/>
                  </a:lnTo>
                  <a:lnTo>
                    <a:pt x="7742284" y="300927"/>
                  </a:lnTo>
                  <a:lnTo>
                    <a:pt x="7742662" y="300927"/>
                  </a:lnTo>
                  <a:lnTo>
                    <a:pt x="7742914" y="300927"/>
                  </a:lnTo>
                  <a:lnTo>
                    <a:pt x="7743040" y="300927"/>
                  </a:lnTo>
                  <a:lnTo>
                    <a:pt x="7743418" y="300927"/>
                  </a:lnTo>
                  <a:lnTo>
                    <a:pt x="7743544" y="300927"/>
                  </a:lnTo>
                  <a:lnTo>
                    <a:pt x="7743671" y="300927"/>
                  </a:lnTo>
                  <a:lnTo>
                    <a:pt x="7744301" y="300927"/>
                  </a:lnTo>
                  <a:lnTo>
                    <a:pt x="7744427" y="300927"/>
                  </a:lnTo>
                  <a:lnTo>
                    <a:pt x="7744679" y="300927"/>
                  </a:lnTo>
                  <a:lnTo>
                    <a:pt x="7745310" y="300927"/>
                  </a:lnTo>
                  <a:lnTo>
                    <a:pt x="7745562" y="300927"/>
                  </a:lnTo>
                  <a:lnTo>
                    <a:pt x="7746192" y="300927"/>
                  </a:lnTo>
                  <a:lnTo>
                    <a:pt x="7746444" y="300927"/>
                  </a:lnTo>
                  <a:lnTo>
                    <a:pt x="7746571" y="300927"/>
                  </a:lnTo>
                  <a:lnTo>
                    <a:pt x="7747075" y="300927"/>
                  </a:lnTo>
                  <a:lnTo>
                    <a:pt x="7747201" y="300927"/>
                  </a:lnTo>
                  <a:lnTo>
                    <a:pt x="7747579" y="295647"/>
                  </a:lnTo>
                  <a:lnTo>
                    <a:pt x="7747705" y="295647"/>
                  </a:lnTo>
                  <a:lnTo>
                    <a:pt x="7747831" y="295647"/>
                  </a:lnTo>
                  <a:lnTo>
                    <a:pt x="7748336" y="295647"/>
                  </a:lnTo>
                  <a:lnTo>
                    <a:pt x="7748462" y="295647"/>
                  </a:lnTo>
                  <a:lnTo>
                    <a:pt x="7748588" y="295647"/>
                  </a:lnTo>
                  <a:lnTo>
                    <a:pt x="7748714" y="295647"/>
                  </a:lnTo>
                  <a:lnTo>
                    <a:pt x="7749344" y="295647"/>
                  </a:lnTo>
                  <a:lnTo>
                    <a:pt x="7749597" y="295647"/>
                  </a:lnTo>
                  <a:lnTo>
                    <a:pt x="7749723" y="295647"/>
                  </a:lnTo>
                  <a:lnTo>
                    <a:pt x="7749975" y="295647"/>
                  </a:lnTo>
                  <a:lnTo>
                    <a:pt x="7750227" y="295647"/>
                  </a:lnTo>
                  <a:lnTo>
                    <a:pt x="7750479" y="295647"/>
                  </a:lnTo>
                  <a:lnTo>
                    <a:pt x="7750984" y="295647"/>
                  </a:lnTo>
                  <a:lnTo>
                    <a:pt x="7751488" y="295647"/>
                  </a:lnTo>
                  <a:lnTo>
                    <a:pt x="7751866" y="295647"/>
                  </a:lnTo>
                  <a:lnTo>
                    <a:pt x="7752244" y="295647"/>
                  </a:lnTo>
                  <a:lnTo>
                    <a:pt x="7752371" y="295647"/>
                  </a:lnTo>
                  <a:lnTo>
                    <a:pt x="7753001" y="295647"/>
                  </a:lnTo>
                  <a:lnTo>
                    <a:pt x="7753253" y="295647"/>
                  </a:lnTo>
                  <a:lnTo>
                    <a:pt x="7753379" y="295647"/>
                  </a:lnTo>
                  <a:lnTo>
                    <a:pt x="7753505" y="295647"/>
                  </a:lnTo>
                  <a:lnTo>
                    <a:pt x="7753758" y="295647"/>
                  </a:lnTo>
                  <a:lnTo>
                    <a:pt x="7753884" y="295647"/>
                  </a:lnTo>
                  <a:lnTo>
                    <a:pt x="7754010" y="295647"/>
                  </a:lnTo>
                  <a:lnTo>
                    <a:pt x="7754136" y="295647"/>
                  </a:lnTo>
                  <a:lnTo>
                    <a:pt x="7754262" y="295647"/>
                  </a:lnTo>
                  <a:lnTo>
                    <a:pt x="7754514" y="295647"/>
                  </a:lnTo>
                  <a:lnTo>
                    <a:pt x="7754892" y="295647"/>
                  </a:lnTo>
                  <a:lnTo>
                    <a:pt x="7755649" y="295647"/>
                  </a:lnTo>
                  <a:lnTo>
                    <a:pt x="7756153" y="295647"/>
                  </a:lnTo>
                  <a:lnTo>
                    <a:pt x="7756405" y="295647"/>
                  </a:lnTo>
                  <a:lnTo>
                    <a:pt x="7756784" y="295647"/>
                  </a:lnTo>
                  <a:lnTo>
                    <a:pt x="7757414" y="295647"/>
                  </a:lnTo>
                  <a:lnTo>
                    <a:pt x="7757918" y="295647"/>
                  </a:lnTo>
                  <a:lnTo>
                    <a:pt x="7758927" y="295647"/>
                  </a:lnTo>
                  <a:lnTo>
                    <a:pt x="7759684" y="295647"/>
                  </a:lnTo>
                  <a:lnTo>
                    <a:pt x="7760062" y="295647"/>
                  </a:lnTo>
                  <a:lnTo>
                    <a:pt x="7760440" y="295647"/>
                  </a:lnTo>
                  <a:lnTo>
                    <a:pt x="7760692" y="295647"/>
                  </a:lnTo>
                  <a:lnTo>
                    <a:pt x="7760945" y="295647"/>
                  </a:lnTo>
                  <a:lnTo>
                    <a:pt x="7761197" y="295647"/>
                  </a:lnTo>
                  <a:lnTo>
                    <a:pt x="7761323" y="295647"/>
                  </a:lnTo>
                  <a:lnTo>
                    <a:pt x="7761449" y="295647"/>
                  </a:lnTo>
                  <a:lnTo>
                    <a:pt x="7761701" y="295647"/>
                  </a:lnTo>
                  <a:lnTo>
                    <a:pt x="7761827" y="295647"/>
                  </a:lnTo>
                  <a:lnTo>
                    <a:pt x="7762205" y="295647"/>
                  </a:lnTo>
                  <a:lnTo>
                    <a:pt x="7762584" y="295647"/>
                  </a:lnTo>
                  <a:lnTo>
                    <a:pt x="7762710" y="295647"/>
                  </a:lnTo>
                  <a:lnTo>
                    <a:pt x="7763088" y="295647"/>
                  </a:lnTo>
                  <a:lnTo>
                    <a:pt x="7763214" y="295647"/>
                  </a:lnTo>
                  <a:lnTo>
                    <a:pt x="7763340" y="295647"/>
                  </a:lnTo>
                  <a:lnTo>
                    <a:pt x="7763592" y="295647"/>
                  </a:lnTo>
                  <a:lnTo>
                    <a:pt x="7763845" y="295647"/>
                  </a:lnTo>
                  <a:lnTo>
                    <a:pt x="7763971" y="295647"/>
                  </a:lnTo>
                  <a:lnTo>
                    <a:pt x="7767627" y="290368"/>
                  </a:lnTo>
                  <a:lnTo>
                    <a:pt x="7768132" y="290368"/>
                  </a:lnTo>
                  <a:lnTo>
                    <a:pt x="7768636" y="290368"/>
                  </a:lnTo>
                  <a:lnTo>
                    <a:pt x="7769014" y="290368"/>
                  </a:lnTo>
                  <a:lnTo>
                    <a:pt x="7769392" y="290368"/>
                  </a:lnTo>
                  <a:lnTo>
                    <a:pt x="7769771" y="290368"/>
                  </a:lnTo>
                  <a:lnTo>
                    <a:pt x="7769897" y="290368"/>
                  </a:lnTo>
                  <a:lnTo>
                    <a:pt x="7770149" y="290368"/>
                  </a:lnTo>
                  <a:lnTo>
                    <a:pt x="7770527" y="290368"/>
                  </a:lnTo>
                  <a:lnTo>
                    <a:pt x="7770779" y="290368"/>
                  </a:lnTo>
                  <a:lnTo>
                    <a:pt x="7770905" y="290368"/>
                  </a:lnTo>
                  <a:lnTo>
                    <a:pt x="7771032" y="290368"/>
                  </a:lnTo>
                  <a:lnTo>
                    <a:pt x="7771410" y="290368"/>
                  </a:lnTo>
                  <a:lnTo>
                    <a:pt x="7771788" y="290368"/>
                  </a:lnTo>
                  <a:lnTo>
                    <a:pt x="7772040" y="290368"/>
                  </a:lnTo>
                  <a:lnTo>
                    <a:pt x="7772166" y="290368"/>
                  </a:lnTo>
                  <a:lnTo>
                    <a:pt x="7772923" y="290368"/>
                  </a:lnTo>
                  <a:lnTo>
                    <a:pt x="7773049" y="290368"/>
                  </a:lnTo>
                  <a:lnTo>
                    <a:pt x="7773175" y="290368"/>
                  </a:lnTo>
                  <a:lnTo>
                    <a:pt x="7773301" y="290368"/>
                  </a:lnTo>
                  <a:lnTo>
                    <a:pt x="7773427" y="290368"/>
                  </a:lnTo>
                  <a:lnTo>
                    <a:pt x="7773553" y="290368"/>
                  </a:lnTo>
                  <a:lnTo>
                    <a:pt x="7773932" y="290368"/>
                  </a:lnTo>
                  <a:lnTo>
                    <a:pt x="7774436" y="290368"/>
                  </a:lnTo>
                  <a:lnTo>
                    <a:pt x="7774562" y="290368"/>
                  </a:lnTo>
                  <a:lnTo>
                    <a:pt x="7774940" y="290368"/>
                  </a:lnTo>
                  <a:lnTo>
                    <a:pt x="7775192" y="290368"/>
                  </a:lnTo>
                  <a:lnTo>
                    <a:pt x="7775319" y="290368"/>
                  </a:lnTo>
                  <a:lnTo>
                    <a:pt x="7775571" y="290368"/>
                  </a:lnTo>
                  <a:lnTo>
                    <a:pt x="7775697" y="290368"/>
                  </a:lnTo>
                  <a:lnTo>
                    <a:pt x="7776075" y="290368"/>
                  </a:lnTo>
                  <a:lnTo>
                    <a:pt x="7776201" y="290368"/>
                  </a:lnTo>
                  <a:lnTo>
                    <a:pt x="7776453" y="290368"/>
                  </a:lnTo>
                  <a:lnTo>
                    <a:pt x="7776958" y="290368"/>
                  </a:lnTo>
                  <a:lnTo>
                    <a:pt x="7777084" y="290368"/>
                  </a:lnTo>
                  <a:lnTo>
                    <a:pt x="7777210" y="290368"/>
                  </a:lnTo>
                  <a:lnTo>
                    <a:pt x="7777462" y="290368"/>
                  </a:lnTo>
                  <a:lnTo>
                    <a:pt x="7777840" y="290368"/>
                  </a:lnTo>
                  <a:lnTo>
                    <a:pt x="7778092" y="290368"/>
                  </a:lnTo>
                  <a:lnTo>
                    <a:pt x="7778597" y="290368"/>
                  </a:lnTo>
                  <a:lnTo>
                    <a:pt x="7778849" y="290368"/>
                  </a:lnTo>
                  <a:lnTo>
                    <a:pt x="7779353" y="290368"/>
                  </a:lnTo>
                  <a:lnTo>
                    <a:pt x="7779605" y="290368"/>
                  </a:lnTo>
                  <a:lnTo>
                    <a:pt x="7779732" y="290368"/>
                  </a:lnTo>
                  <a:lnTo>
                    <a:pt x="7779858" y="290368"/>
                  </a:lnTo>
                  <a:lnTo>
                    <a:pt x="7780110" y="290368"/>
                  </a:lnTo>
                  <a:lnTo>
                    <a:pt x="7780236" y="290368"/>
                  </a:lnTo>
                  <a:lnTo>
                    <a:pt x="7780362" y="290368"/>
                  </a:lnTo>
                  <a:lnTo>
                    <a:pt x="7780866" y="290368"/>
                  </a:lnTo>
                  <a:lnTo>
                    <a:pt x="7781119" y="290368"/>
                  </a:lnTo>
                  <a:lnTo>
                    <a:pt x="7781497" y="290368"/>
                  </a:lnTo>
                  <a:lnTo>
                    <a:pt x="7781623" y="290368"/>
                  </a:lnTo>
                  <a:lnTo>
                    <a:pt x="7781875" y="290368"/>
                  </a:lnTo>
                  <a:lnTo>
                    <a:pt x="7782001" y="290368"/>
                  </a:lnTo>
                  <a:lnTo>
                    <a:pt x="7782127" y="290368"/>
                  </a:lnTo>
                  <a:lnTo>
                    <a:pt x="7782379" y="290368"/>
                  </a:lnTo>
                  <a:lnTo>
                    <a:pt x="7782632" y="290368"/>
                  </a:lnTo>
                  <a:lnTo>
                    <a:pt x="7782884" y="290368"/>
                  </a:lnTo>
                  <a:lnTo>
                    <a:pt x="7783262" y="290368"/>
                  </a:lnTo>
                  <a:lnTo>
                    <a:pt x="7783388" y="290368"/>
                  </a:lnTo>
                  <a:lnTo>
                    <a:pt x="7783514" y="290368"/>
                  </a:lnTo>
                  <a:lnTo>
                    <a:pt x="7783766" y="290368"/>
                  </a:lnTo>
                  <a:lnTo>
                    <a:pt x="7783892" y="290368"/>
                  </a:lnTo>
                  <a:lnTo>
                    <a:pt x="7784145" y="290368"/>
                  </a:lnTo>
                  <a:lnTo>
                    <a:pt x="7784901" y="290368"/>
                  </a:lnTo>
                  <a:lnTo>
                    <a:pt x="7785153" y="290368"/>
                  </a:lnTo>
                  <a:lnTo>
                    <a:pt x="7785279" y="290368"/>
                  </a:lnTo>
                  <a:lnTo>
                    <a:pt x="7785406" y="290368"/>
                  </a:lnTo>
                  <a:lnTo>
                    <a:pt x="7786414" y="290368"/>
                  </a:lnTo>
                  <a:lnTo>
                    <a:pt x="7786919" y="290368"/>
                  </a:lnTo>
                  <a:lnTo>
                    <a:pt x="7787045" y="290368"/>
                  </a:lnTo>
                  <a:lnTo>
                    <a:pt x="7787297" y="290368"/>
                  </a:lnTo>
                  <a:lnTo>
                    <a:pt x="7787549" y="290368"/>
                  </a:lnTo>
                  <a:lnTo>
                    <a:pt x="7787801" y="290368"/>
                  </a:lnTo>
                  <a:lnTo>
                    <a:pt x="7788306" y="290368"/>
                  </a:lnTo>
                  <a:lnTo>
                    <a:pt x="7788684" y="290368"/>
                  </a:lnTo>
                  <a:lnTo>
                    <a:pt x="7788810" y="290368"/>
                  </a:lnTo>
                  <a:lnTo>
                    <a:pt x="7789062" y="290368"/>
                  </a:lnTo>
                  <a:lnTo>
                    <a:pt x="7789566" y="290368"/>
                  </a:lnTo>
                  <a:lnTo>
                    <a:pt x="7789945" y="290368"/>
                  </a:lnTo>
                  <a:lnTo>
                    <a:pt x="7790071" y="290368"/>
                  </a:lnTo>
                  <a:lnTo>
                    <a:pt x="7790197" y="285088"/>
                  </a:lnTo>
                  <a:lnTo>
                    <a:pt x="7790449" y="285088"/>
                  </a:lnTo>
                  <a:lnTo>
                    <a:pt x="7790575" y="285088"/>
                  </a:lnTo>
                  <a:lnTo>
                    <a:pt x="7790953" y="285088"/>
                  </a:lnTo>
                  <a:lnTo>
                    <a:pt x="7791458" y="285088"/>
                  </a:lnTo>
                  <a:lnTo>
                    <a:pt x="7792214" y="285088"/>
                  </a:lnTo>
                  <a:lnTo>
                    <a:pt x="7792340" y="285088"/>
                  </a:lnTo>
                  <a:lnTo>
                    <a:pt x="7792466" y="285088"/>
                  </a:lnTo>
                  <a:lnTo>
                    <a:pt x="7792593" y="285088"/>
                  </a:lnTo>
                  <a:lnTo>
                    <a:pt x="7792845" y="285088"/>
                  </a:lnTo>
                  <a:lnTo>
                    <a:pt x="7792971" y="285088"/>
                  </a:lnTo>
                  <a:lnTo>
                    <a:pt x="7793097" y="285088"/>
                  </a:lnTo>
                  <a:lnTo>
                    <a:pt x="7793223" y="285088"/>
                  </a:lnTo>
                  <a:lnTo>
                    <a:pt x="7793853" y="285088"/>
                  </a:lnTo>
                  <a:lnTo>
                    <a:pt x="7793979" y="285088"/>
                  </a:lnTo>
                  <a:lnTo>
                    <a:pt x="7794358" y="285088"/>
                  </a:lnTo>
                  <a:lnTo>
                    <a:pt x="7794484" y="285088"/>
                  </a:lnTo>
                  <a:lnTo>
                    <a:pt x="7794610" y="285088"/>
                  </a:lnTo>
                  <a:lnTo>
                    <a:pt x="7794988" y="285088"/>
                  </a:lnTo>
                  <a:lnTo>
                    <a:pt x="7795114" y="285088"/>
                  </a:lnTo>
                  <a:lnTo>
                    <a:pt x="7795240" y="285088"/>
                  </a:lnTo>
                  <a:lnTo>
                    <a:pt x="7795493" y="285088"/>
                  </a:lnTo>
                  <a:lnTo>
                    <a:pt x="7795871" y="285088"/>
                  </a:lnTo>
                  <a:lnTo>
                    <a:pt x="7796123" y="285088"/>
                  </a:lnTo>
                  <a:lnTo>
                    <a:pt x="7796501" y="285088"/>
                  </a:lnTo>
                  <a:lnTo>
                    <a:pt x="7797258" y="285088"/>
                  </a:lnTo>
                  <a:lnTo>
                    <a:pt x="7797384" y="285088"/>
                  </a:lnTo>
                  <a:lnTo>
                    <a:pt x="7797762" y="285088"/>
                  </a:lnTo>
                  <a:lnTo>
                    <a:pt x="7797888" y="285088"/>
                  </a:lnTo>
                  <a:lnTo>
                    <a:pt x="7798014" y="285088"/>
                  </a:lnTo>
                  <a:lnTo>
                    <a:pt x="7798140" y="285088"/>
                  </a:lnTo>
                  <a:lnTo>
                    <a:pt x="7798645" y="285088"/>
                  </a:lnTo>
                  <a:lnTo>
                    <a:pt x="7798771" y="285088"/>
                  </a:lnTo>
                  <a:lnTo>
                    <a:pt x="7799023" y="285088"/>
                  </a:lnTo>
                  <a:lnTo>
                    <a:pt x="7799275" y="279809"/>
                  </a:lnTo>
                  <a:lnTo>
                    <a:pt x="7799401" y="279809"/>
                  </a:lnTo>
                  <a:lnTo>
                    <a:pt x="7800032" y="279809"/>
                  </a:lnTo>
                  <a:lnTo>
                    <a:pt x="7800284" y="279809"/>
                  </a:lnTo>
                  <a:lnTo>
                    <a:pt x="7800536" y="279809"/>
                  </a:lnTo>
                  <a:lnTo>
                    <a:pt x="7800662" y="279809"/>
                  </a:lnTo>
                  <a:lnTo>
                    <a:pt x="7800788" y="279809"/>
                  </a:lnTo>
                  <a:lnTo>
                    <a:pt x="7800914" y="279809"/>
                  </a:lnTo>
                  <a:lnTo>
                    <a:pt x="7802301" y="279809"/>
                  </a:lnTo>
                  <a:lnTo>
                    <a:pt x="7802553" y="279809"/>
                  </a:lnTo>
                  <a:lnTo>
                    <a:pt x="7802680" y="279809"/>
                  </a:lnTo>
                  <a:lnTo>
                    <a:pt x="7802806" y="279809"/>
                  </a:lnTo>
                  <a:lnTo>
                    <a:pt x="7803310" y="279809"/>
                  </a:lnTo>
                  <a:lnTo>
                    <a:pt x="7803688" y="279809"/>
                  </a:lnTo>
                  <a:lnTo>
                    <a:pt x="7803814" y="279809"/>
                  </a:lnTo>
                  <a:lnTo>
                    <a:pt x="7803940" y="279809"/>
                  </a:lnTo>
                  <a:lnTo>
                    <a:pt x="7804066" y="279809"/>
                  </a:lnTo>
                  <a:lnTo>
                    <a:pt x="7804319" y="279809"/>
                  </a:lnTo>
                  <a:lnTo>
                    <a:pt x="7804697" y="279809"/>
                  </a:lnTo>
                  <a:lnTo>
                    <a:pt x="7804949" y="279809"/>
                  </a:lnTo>
                  <a:lnTo>
                    <a:pt x="7805201" y="279809"/>
                  </a:lnTo>
                  <a:lnTo>
                    <a:pt x="7805453" y="279809"/>
                  </a:lnTo>
                  <a:lnTo>
                    <a:pt x="7805580" y="279809"/>
                  </a:lnTo>
                  <a:lnTo>
                    <a:pt x="7805706" y="279809"/>
                  </a:lnTo>
                  <a:lnTo>
                    <a:pt x="7807093" y="279809"/>
                  </a:lnTo>
                  <a:lnTo>
                    <a:pt x="7807219" y="279809"/>
                  </a:lnTo>
                  <a:lnTo>
                    <a:pt x="7807345" y="279809"/>
                  </a:lnTo>
                  <a:lnTo>
                    <a:pt x="7807471" y="279809"/>
                  </a:lnTo>
                  <a:lnTo>
                    <a:pt x="7807597" y="279809"/>
                  </a:lnTo>
                  <a:lnTo>
                    <a:pt x="7807849" y="279809"/>
                  </a:lnTo>
                  <a:lnTo>
                    <a:pt x="7808101" y="279809"/>
                  </a:lnTo>
                  <a:lnTo>
                    <a:pt x="7808353" y="279809"/>
                  </a:lnTo>
                  <a:lnTo>
                    <a:pt x="7808984" y="279809"/>
                  </a:lnTo>
                  <a:lnTo>
                    <a:pt x="7809110" y="279809"/>
                  </a:lnTo>
                  <a:lnTo>
                    <a:pt x="7809488" y="279809"/>
                  </a:lnTo>
                  <a:lnTo>
                    <a:pt x="7809867" y="279809"/>
                  </a:lnTo>
                  <a:lnTo>
                    <a:pt x="7809993" y="279809"/>
                  </a:lnTo>
                  <a:lnTo>
                    <a:pt x="7811001" y="279809"/>
                  </a:lnTo>
                  <a:lnTo>
                    <a:pt x="7811253" y="279809"/>
                  </a:lnTo>
                  <a:lnTo>
                    <a:pt x="7811380" y="279809"/>
                  </a:lnTo>
                  <a:lnTo>
                    <a:pt x="7811632" y="279809"/>
                  </a:lnTo>
                  <a:lnTo>
                    <a:pt x="7812010" y="279809"/>
                  </a:lnTo>
                  <a:lnTo>
                    <a:pt x="7812640" y="279809"/>
                  </a:lnTo>
                  <a:lnTo>
                    <a:pt x="7812767" y="279809"/>
                  </a:lnTo>
                  <a:lnTo>
                    <a:pt x="7812893" y="279809"/>
                  </a:lnTo>
                  <a:lnTo>
                    <a:pt x="7813019" y="279809"/>
                  </a:lnTo>
                  <a:lnTo>
                    <a:pt x="7813523" y="279809"/>
                  </a:lnTo>
                  <a:lnTo>
                    <a:pt x="7814027" y="279809"/>
                  </a:lnTo>
                  <a:lnTo>
                    <a:pt x="7814153" y="279809"/>
                  </a:lnTo>
                  <a:lnTo>
                    <a:pt x="7814280" y="279809"/>
                  </a:lnTo>
                  <a:lnTo>
                    <a:pt x="7814406" y="279809"/>
                  </a:lnTo>
                  <a:lnTo>
                    <a:pt x="7814406" y="274529"/>
                  </a:lnTo>
                  <a:lnTo>
                    <a:pt x="7815036" y="274529"/>
                  </a:lnTo>
                  <a:lnTo>
                    <a:pt x="7815414" y="274529"/>
                  </a:lnTo>
                  <a:lnTo>
                    <a:pt x="7815540" y="274529"/>
                  </a:lnTo>
                  <a:lnTo>
                    <a:pt x="7815667" y="274529"/>
                  </a:lnTo>
                  <a:lnTo>
                    <a:pt x="7815793" y="274529"/>
                  </a:lnTo>
                  <a:lnTo>
                    <a:pt x="7815919" y="274529"/>
                  </a:lnTo>
                  <a:lnTo>
                    <a:pt x="7816045" y="274529"/>
                  </a:lnTo>
                  <a:lnTo>
                    <a:pt x="7816297" y="274529"/>
                  </a:lnTo>
                  <a:lnTo>
                    <a:pt x="7817306" y="274529"/>
                  </a:lnTo>
                  <a:lnTo>
                    <a:pt x="7817432" y="274529"/>
                  </a:lnTo>
                  <a:lnTo>
                    <a:pt x="7817558" y="274529"/>
                  </a:lnTo>
                  <a:lnTo>
                    <a:pt x="7818062" y="274529"/>
                  </a:lnTo>
                  <a:lnTo>
                    <a:pt x="7818314" y="274529"/>
                  </a:lnTo>
                  <a:lnTo>
                    <a:pt x="7818440" y="274529"/>
                  </a:lnTo>
                  <a:lnTo>
                    <a:pt x="7819071" y="274529"/>
                  </a:lnTo>
                  <a:lnTo>
                    <a:pt x="7819197" y="274529"/>
                  </a:lnTo>
                  <a:lnTo>
                    <a:pt x="7819827" y="274529"/>
                  </a:lnTo>
                  <a:lnTo>
                    <a:pt x="7820080" y="274529"/>
                  </a:lnTo>
                  <a:lnTo>
                    <a:pt x="7820332" y="274529"/>
                  </a:lnTo>
                  <a:lnTo>
                    <a:pt x="7820458" y="274529"/>
                  </a:lnTo>
                  <a:lnTo>
                    <a:pt x="7820836" y="274529"/>
                  </a:lnTo>
                  <a:lnTo>
                    <a:pt x="7820962" y="274529"/>
                  </a:lnTo>
                  <a:lnTo>
                    <a:pt x="7821340" y="274529"/>
                  </a:lnTo>
                  <a:lnTo>
                    <a:pt x="7821467" y="274529"/>
                  </a:lnTo>
                  <a:lnTo>
                    <a:pt x="7821593" y="274529"/>
                  </a:lnTo>
                  <a:lnTo>
                    <a:pt x="7822727" y="274529"/>
                  </a:lnTo>
                  <a:lnTo>
                    <a:pt x="7822854" y="274529"/>
                  </a:lnTo>
                  <a:lnTo>
                    <a:pt x="7822980" y="274529"/>
                  </a:lnTo>
                  <a:lnTo>
                    <a:pt x="7823106" y="274529"/>
                  </a:lnTo>
                  <a:lnTo>
                    <a:pt x="7823232" y="274529"/>
                  </a:lnTo>
                  <a:lnTo>
                    <a:pt x="7823736" y="274529"/>
                  </a:lnTo>
                  <a:lnTo>
                    <a:pt x="7823862" y="274529"/>
                  </a:lnTo>
                  <a:lnTo>
                    <a:pt x="7824114" y="274529"/>
                  </a:lnTo>
                  <a:lnTo>
                    <a:pt x="7824240" y="274529"/>
                  </a:lnTo>
                  <a:lnTo>
                    <a:pt x="7824493" y="274529"/>
                  </a:lnTo>
                  <a:lnTo>
                    <a:pt x="7825123" y="274529"/>
                  </a:lnTo>
                  <a:lnTo>
                    <a:pt x="7825627" y="274529"/>
                  </a:lnTo>
                  <a:lnTo>
                    <a:pt x="7825754" y="274529"/>
                  </a:lnTo>
                  <a:lnTo>
                    <a:pt x="7826384" y="274529"/>
                  </a:lnTo>
                  <a:lnTo>
                    <a:pt x="7826510" y="274529"/>
                  </a:lnTo>
                  <a:lnTo>
                    <a:pt x="7826888" y="274529"/>
                  </a:lnTo>
                  <a:lnTo>
                    <a:pt x="7827141" y="274529"/>
                  </a:lnTo>
                  <a:lnTo>
                    <a:pt x="7827267" y="274529"/>
                  </a:lnTo>
                  <a:lnTo>
                    <a:pt x="7827393" y="274529"/>
                  </a:lnTo>
                  <a:lnTo>
                    <a:pt x="7827519" y="274529"/>
                  </a:lnTo>
                  <a:lnTo>
                    <a:pt x="7827645" y="274529"/>
                  </a:lnTo>
                  <a:lnTo>
                    <a:pt x="7827897" y="274529"/>
                  </a:lnTo>
                  <a:lnTo>
                    <a:pt x="7828149" y="274529"/>
                  </a:lnTo>
                  <a:lnTo>
                    <a:pt x="7828401" y="274529"/>
                  </a:lnTo>
                  <a:lnTo>
                    <a:pt x="7828527" y="274529"/>
                  </a:lnTo>
                  <a:lnTo>
                    <a:pt x="7828654" y="274529"/>
                  </a:lnTo>
                  <a:lnTo>
                    <a:pt x="7829032" y="274529"/>
                  </a:lnTo>
                  <a:lnTo>
                    <a:pt x="7829158" y="274529"/>
                  </a:lnTo>
                  <a:lnTo>
                    <a:pt x="7829788" y="274529"/>
                  </a:lnTo>
                  <a:lnTo>
                    <a:pt x="7830167" y="274529"/>
                  </a:lnTo>
                  <a:lnTo>
                    <a:pt x="7831301" y="274529"/>
                  </a:lnTo>
                  <a:lnTo>
                    <a:pt x="7831427" y="274529"/>
                  </a:lnTo>
                  <a:lnTo>
                    <a:pt x="7831932" y="274529"/>
                  </a:lnTo>
                  <a:lnTo>
                    <a:pt x="7832436" y="274529"/>
                  </a:lnTo>
                  <a:lnTo>
                    <a:pt x="7832814" y="274529"/>
                  </a:lnTo>
                  <a:lnTo>
                    <a:pt x="7832941" y="274529"/>
                  </a:lnTo>
                  <a:lnTo>
                    <a:pt x="7833067" y="274529"/>
                  </a:lnTo>
                  <a:lnTo>
                    <a:pt x="7833319" y="274529"/>
                  </a:lnTo>
                  <a:lnTo>
                    <a:pt x="7833445" y="274529"/>
                  </a:lnTo>
                  <a:lnTo>
                    <a:pt x="7833823" y="274529"/>
                  </a:lnTo>
                  <a:lnTo>
                    <a:pt x="7833949" y="274529"/>
                  </a:lnTo>
                  <a:lnTo>
                    <a:pt x="7834075" y="274529"/>
                  </a:lnTo>
                  <a:lnTo>
                    <a:pt x="7834706" y="274529"/>
                  </a:lnTo>
                  <a:lnTo>
                    <a:pt x="7834958" y="274529"/>
                  </a:lnTo>
                  <a:lnTo>
                    <a:pt x="7835462" y="274529"/>
                  </a:lnTo>
                  <a:lnTo>
                    <a:pt x="7836345" y="274529"/>
                  </a:lnTo>
                  <a:lnTo>
                    <a:pt x="7836471" y="274529"/>
                  </a:lnTo>
                  <a:lnTo>
                    <a:pt x="7836597" y="274529"/>
                  </a:lnTo>
                  <a:lnTo>
                    <a:pt x="7836723" y="274529"/>
                  </a:lnTo>
                  <a:lnTo>
                    <a:pt x="7837228" y="274529"/>
                  </a:lnTo>
                  <a:lnTo>
                    <a:pt x="7837354" y="274529"/>
                  </a:lnTo>
                  <a:lnTo>
                    <a:pt x="7837606" y="274529"/>
                  </a:lnTo>
                  <a:lnTo>
                    <a:pt x="7838110" y="274529"/>
                  </a:lnTo>
                  <a:lnTo>
                    <a:pt x="7838362" y="274529"/>
                  </a:lnTo>
                  <a:lnTo>
                    <a:pt x="7839245" y="274529"/>
                  </a:lnTo>
                  <a:lnTo>
                    <a:pt x="7839371" y="274529"/>
                  </a:lnTo>
                  <a:lnTo>
                    <a:pt x="7840128" y="274529"/>
                  </a:lnTo>
                  <a:lnTo>
                    <a:pt x="7840380" y="274529"/>
                  </a:lnTo>
                  <a:lnTo>
                    <a:pt x="7840758" y="274529"/>
                  </a:lnTo>
                  <a:lnTo>
                    <a:pt x="7841767" y="274529"/>
                  </a:lnTo>
                  <a:lnTo>
                    <a:pt x="7841893" y="274529"/>
                  </a:lnTo>
                  <a:lnTo>
                    <a:pt x="7842019" y="274529"/>
                  </a:lnTo>
                  <a:lnTo>
                    <a:pt x="7842271" y="274529"/>
                  </a:lnTo>
                  <a:lnTo>
                    <a:pt x="7842397" y="274529"/>
                  </a:lnTo>
                  <a:lnTo>
                    <a:pt x="7843406" y="274529"/>
                  </a:lnTo>
                  <a:lnTo>
                    <a:pt x="7843658" y="274529"/>
                  </a:lnTo>
                  <a:lnTo>
                    <a:pt x="7844162" y="274529"/>
                  </a:lnTo>
                  <a:lnTo>
                    <a:pt x="7844288" y="274529"/>
                  </a:lnTo>
                  <a:lnTo>
                    <a:pt x="7844541" y="274529"/>
                  </a:lnTo>
                  <a:lnTo>
                    <a:pt x="7844667" y="274529"/>
                  </a:lnTo>
                  <a:lnTo>
                    <a:pt x="7844793" y="274529"/>
                  </a:lnTo>
                  <a:lnTo>
                    <a:pt x="7845045" y="274529"/>
                  </a:lnTo>
                  <a:lnTo>
                    <a:pt x="7845171" y="274529"/>
                  </a:lnTo>
                  <a:lnTo>
                    <a:pt x="7845297" y="274529"/>
                  </a:lnTo>
                  <a:lnTo>
                    <a:pt x="7845549" y="274529"/>
                  </a:lnTo>
                  <a:lnTo>
                    <a:pt x="7845675" y="274529"/>
                  </a:lnTo>
                  <a:lnTo>
                    <a:pt x="7845928" y="274529"/>
                  </a:lnTo>
                  <a:lnTo>
                    <a:pt x="7846180" y="274529"/>
                  </a:lnTo>
                  <a:lnTo>
                    <a:pt x="7846306" y="274529"/>
                  </a:lnTo>
                  <a:lnTo>
                    <a:pt x="7846684" y="274529"/>
                  </a:lnTo>
                  <a:lnTo>
                    <a:pt x="7847441" y="274529"/>
                  </a:lnTo>
                  <a:lnTo>
                    <a:pt x="7847567" y="274529"/>
                  </a:lnTo>
                  <a:lnTo>
                    <a:pt x="7847819" y="269250"/>
                  </a:lnTo>
                  <a:lnTo>
                    <a:pt x="7847945" y="269250"/>
                  </a:lnTo>
                  <a:lnTo>
                    <a:pt x="7848449" y="269250"/>
                  </a:lnTo>
                  <a:lnTo>
                    <a:pt x="7848575" y="269250"/>
                  </a:lnTo>
                  <a:lnTo>
                    <a:pt x="7849206" y="263971"/>
                  </a:lnTo>
                  <a:lnTo>
                    <a:pt x="7849710" y="263971"/>
                  </a:lnTo>
                  <a:lnTo>
                    <a:pt x="7849836" y="263971"/>
                  </a:lnTo>
                  <a:lnTo>
                    <a:pt x="7849962" y="263971"/>
                  </a:lnTo>
                  <a:lnTo>
                    <a:pt x="7850088" y="263971"/>
                  </a:lnTo>
                  <a:lnTo>
                    <a:pt x="7850341" y="263971"/>
                  </a:lnTo>
                  <a:lnTo>
                    <a:pt x="7850719" y="263971"/>
                  </a:lnTo>
                  <a:lnTo>
                    <a:pt x="7850845" y="263971"/>
                  </a:lnTo>
                  <a:lnTo>
                    <a:pt x="7850971" y="263971"/>
                  </a:lnTo>
                  <a:lnTo>
                    <a:pt x="7851349" y="263971"/>
                  </a:lnTo>
                  <a:lnTo>
                    <a:pt x="7851854" y="263971"/>
                  </a:lnTo>
                  <a:lnTo>
                    <a:pt x="7852232" y="263971"/>
                  </a:lnTo>
                  <a:lnTo>
                    <a:pt x="7852358" y="263971"/>
                  </a:lnTo>
                  <a:lnTo>
                    <a:pt x="7852484" y="263971"/>
                  </a:lnTo>
                  <a:lnTo>
                    <a:pt x="7852610" y="263971"/>
                  </a:lnTo>
                  <a:lnTo>
                    <a:pt x="7852736" y="263971"/>
                  </a:lnTo>
                  <a:lnTo>
                    <a:pt x="7852862" y="263971"/>
                  </a:lnTo>
                  <a:lnTo>
                    <a:pt x="7853115" y="263971"/>
                  </a:lnTo>
                  <a:lnTo>
                    <a:pt x="7853241" y="263971"/>
                  </a:lnTo>
                  <a:lnTo>
                    <a:pt x="7853619" y="263971"/>
                  </a:lnTo>
                  <a:lnTo>
                    <a:pt x="7854249" y="263971"/>
                  </a:lnTo>
                  <a:lnTo>
                    <a:pt x="7854754" y="263971"/>
                  </a:lnTo>
                  <a:lnTo>
                    <a:pt x="7854880" y="263971"/>
                  </a:lnTo>
                  <a:lnTo>
                    <a:pt x="7855006" y="263971"/>
                  </a:lnTo>
                  <a:lnTo>
                    <a:pt x="7855132" y="263971"/>
                  </a:lnTo>
                  <a:lnTo>
                    <a:pt x="7855384" y="263971"/>
                  </a:lnTo>
                  <a:lnTo>
                    <a:pt x="7855510" y="263971"/>
                  </a:lnTo>
                  <a:lnTo>
                    <a:pt x="7855636" y="263971"/>
                  </a:lnTo>
                  <a:lnTo>
                    <a:pt x="7855762" y="263971"/>
                  </a:lnTo>
                  <a:lnTo>
                    <a:pt x="7855888" y="263971"/>
                  </a:lnTo>
                  <a:lnTo>
                    <a:pt x="7856015" y="263971"/>
                  </a:lnTo>
                  <a:lnTo>
                    <a:pt x="7859293" y="258691"/>
                  </a:lnTo>
                  <a:lnTo>
                    <a:pt x="7859419" y="258691"/>
                  </a:lnTo>
                  <a:lnTo>
                    <a:pt x="7859545" y="258691"/>
                  </a:lnTo>
                  <a:lnTo>
                    <a:pt x="7859671" y="258691"/>
                  </a:lnTo>
                  <a:lnTo>
                    <a:pt x="7859797" y="258691"/>
                  </a:lnTo>
                  <a:lnTo>
                    <a:pt x="7860049" y="258691"/>
                  </a:lnTo>
                  <a:lnTo>
                    <a:pt x="7860175" y="258691"/>
                  </a:lnTo>
                  <a:lnTo>
                    <a:pt x="7860428" y="258691"/>
                  </a:lnTo>
                  <a:lnTo>
                    <a:pt x="7860680" y="258691"/>
                  </a:lnTo>
                  <a:lnTo>
                    <a:pt x="7860806" y="258691"/>
                  </a:lnTo>
                  <a:lnTo>
                    <a:pt x="7860932" y="258691"/>
                  </a:lnTo>
                  <a:lnTo>
                    <a:pt x="7861184" y="258691"/>
                  </a:lnTo>
                  <a:lnTo>
                    <a:pt x="7861310" y="258691"/>
                  </a:lnTo>
                  <a:lnTo>
                    <a:pt x="7861689" y="258691"/>
                  </a:lnTo>
                  <a:lnTo>
                    <a:pt x="7862319" y="258691"/>
                  </a:lnTo>
                  <a:lnTo>
                    <a:pt x="7862823" y="258691"/>
                  </a:lnTo>
                  <a:lnTo>
                    <a:pt x="7863202" y="258691"/>
                  </a:lnTo>
                  <a:lnTo>
                    <a:pt x="7863328" y="258691"/>
                  </a:lnTo>
                  <a:lnTo>
                    <a:pt x="7863832" y="258691"/>
                  </a:lnTo>
                  <a:lnTo>
                    <a:pt x="7864462" y="258691"/>
                  </a:lnTo>
                  <a:lnTo>
                    <a:pt x="7865219" y="258691"/>
                  </a:lnTo>
                  <a:lnTo>
                    <a:pt x="7865597" y="258691"/>
                  </a:lnTo>
                  <a:lnTo>
                    <a:pt x="7865976" y="258691"/>
                  </a:lnTo>
                  <a:lnTo>
                    <a:pt x="7866228" y="258691"/>
                  </a:lnTo>
                  <a:lnTo>
                    <a:pt x="7866480" y="258691"/>
                  </a:lnTo>
                  <a:lnTo>
                    <a:pt x="7866606" y="258691"/>
                  </a:lnTo>
                  <a:lnTo>
                    <a:pt x="7866732" y="258691"/>
                  </a:lnTo>
                  <a:lnTo>
                    <a:pt x="7867110" y="258691"/>
                  </a:lnTo>
                  <a:lnTo>
                    <a:pt x="7867236" y="258691"/>
                  </a:lnTo>
                  <a:lnTo>
                    <a:pt x="7867362" y="258691"/>
                  </a:lnTo>
                  <a:lnTo>
                    <a:pt x="7867489" y="258691"/>
                  </a:lnTo>
                  <a:lnTo>
                    <a:pt x="7867867" y="253412"/>
                  </a:lnTo>
                  <a:lnTo>
                    <a:pt x="7867993" y="253412"/>
                  </a:lnTo>
                  <a:lnTo>
                    <a:pt x="7868245" y="253412"/>
                  </a:lnTo>
                  <a:lnTo>
                    <a:pt x="7868371" y="253412"/>
                  </a:lnTo>
                  <a:lnTo>
                    <a:pt x="7868876" y="253412"/>
                  </a:lnTo>
                  <a:lnTo>
                    <a:pt x="7869002" y="253412"/>
                  </a:lnTo>
                  <a:lnTo>
                    <a:pt x="7869128" y="253412"/>
                  </a:lnTo>
                  <a:lnTo>
                    <a:pt x="7869254" y="253412"/>
                  </a:lnTo>
                  <a:lnTo>
                    <a:pt x="7869380" y="253412"/>
                  </a:lnTo>
                  <a:lnTo>
                    <a:pt x="7869632" y="253412"/>
                  </a:lnTo>
                  <a:lnTo>
                    <a:pt x="7869884" y="253412"/>
                  </a:lnTo>
                  <a:lnTo>
                    <a:pt x="7870010" y="253412"/>
                  </a:lnTo>
                  <a:lnTo>
                    <a:pt x="7870136" y="253412"/>
                  </a:lnTo>
                  <a:lnTo>
                    <a:pt x="7870262" y="253412"/>
                  </a:lnTo>
                  <a:lnTo>
                    <a:pt x="7870515" y="253412"/>
                  </a:lnTo>
                  <a:lnTo>
                    <a:pt x="7870641" y="253412"/>
                  </a:lnTo>
                  <a:lnTo>
                    <a:pt x="7870767" y="253412"/>
                  </a:lnTo>
                  <a:lnTo>
                    <a:pt x="7871145" y="253412"/>
                  </a:lnTo>
                  <a:lnTo>
                    <a:pt x="7871397" y="253412"/>
                  </a:lnTo>
                  <a:lnTo>
                    <a:pt x="7871523" y="253412"/>
                  </a:lnTo>
                  <a:lnTo>
                    <a:pt x="7873036" y="253412"/>
                  </a:lnTo>
                  <a:lnTo>
                    <a:pt x="7873289" y="253412"/>
                  </a:lnTo>
                  <a:lnTo>
                    <a:pt x="7873541" y="253412"/>
                  </a:lnTo>
                  <a:lnTo>
                    <a:pt x="7874045" y="253412"/>
                  </a:lnTo>
                  <a:lnTo>
                    <a:pt x="7874802" y="253412"/>
                  </a:lnTo>
                  <a:lnTo>
                    <a:pt x="7875432" y="253412"/>
                  </a:lnTo>
                  <a:lnTo>
                    <a:pt x="7875684" y="253412"/>
                  </a:lnTo>
                  <a:lnTo>
                    <a:pt x="7876063" y="253412"/>
                  </a:lnTo>
                  <a:lnTo>
                    <a:pt x="7876189" y="253412"/>
                  </a:lnTo>
                  <a:lnTo>
                    <a:pt x="7876315" y="253412"/>
                  </a:lnTo>
                  <a:lnTo>
                    <a:pt x="7876693" y="253412"/>
                  </a:lnTo>
                  <a:lnTo>
                    <a:pt x="7876819" y="253412"/>
                  </a:lnTo>
                  <a:lnTo>
                    <a:pt x="7877071" y="253412"/>
                  </a:lnTo>
                  <a:lnTo>
                    <a:pt x="7877323" y="253412"/>
                  </a:lnTo>
                  <a:lnTo>
                    <a:pt x="7877449" y="253412"/>
                  </a:lnTo>
                  <a:lnTo>
                    <a:pt x="7877576" y="253412"/>
                  </a:lnTo>
                  <a:lnTo>
                    <a:pt x="7877702" y="253412"/>
                  </a:lnTo>
                  <a:lnTo>
                    <a:pt x="7878458" y="253412"/>
                  </a:lnTo>
                  <a:lnTo>
                    <a:pt x="7878710" y="253412"/>
                  </a:lnTo>
                  <a:lnTo>
                    <a:pt x="7878710" y="248132"/>
                  </a:lnTo>
                  <a:lnTo>
                    <a:pt x="7878836" y="248132"/>
                  </a:lnTo>
                  <a:lnTo>
                    <a:pt x="7879719" y="248132"/>
                  </a:lnTo>
                  <a:lnTo>
                    <a:pt x="7879845" y="248132"/>
                  </a:lnTo>
                  <a:lnTo>
                    <a:pt x="7879971" y="248132"/>
                  </a:lnTo>
                  <a:lnTo>
                    <a:pt x="7880728" y="248132"/>
                  </a:lnTo>
                  <a:lnTo>
                    <a:pt x="7880854" y="248132"/>
                  </a:lnTo>
                  <a:lnTo>
                    <a:pt x="7880980" y="248132"/>
                  </a:lnTo>
                  <a:lnTo>
                    <a:pt x="7881358" y="248132"/>
                  </a:lnTo>
                  <a:lnTo>
                    <a:pt x="7881484" y="248132"/>
                  </a:lnTo>
                  <a:lnTo>
                    <a:pt x="7881863" y="248132"/>
                  </a:lnTo>
                  <a:lnTo>
                    <a:pt x="7882493" y="248132"/>
                  </a:lnTo>
                  <a:lnTo>
                    <a:pt x="7882619" y="248132"/>
                  </a:lnTo>
                  <a:lnTo>
                    <a:pt x="7882871" y="248132"/>
                  </a:lnTo>
                  <a:lnTo>
                    <a:pt x="7882997" y="248132"/>
                  </a:lnTo>
                  <a:lnTo>
                    <a:pt x="7883250" y="248132"/>
                  </a:lnTo>
                  <a:lnTo>
                    <a:pt x="7883628" y="248132"/>
                  </a:lnTo>
                  <a:lnTo>
                    <a:pt x="7883754" y="248132"/>
                  </a:lnTo>
                  <a:lnTo>
                    <a:pt x="7884006" y="248132"/>
                  </a:lnTo>
                  <a:lnTo>
                    <a:pt x="7884132" y="248132"/>
                  </a:lnTo>
                  <a:lnTo>
                    <a:pt x="7884258" y="248132"/>
                  </a:lnTo>
                  <a:lnTo>
                    <a:pt x="7884636" y="248132"/>
                  </a:lnTo>
                  <a:lnTo>
                    <a:pt x="7884763" y="248132"/>
                  </a:lnTo>
                  <a:lnTo>
                    <a:pt x="7885645" y="248132"/>
                  </a:lnTo>
                  <a:lnTo>
                    <a:pt x="7885771" y="248132"/>
                  </a:lnTo>
                  <a:lnTo>
                    <a:pt x="7885897" y="248132"/>
                  </a:lnTo>
                  <a:lnTo>
                    <a:pt x="7886023" y="248132"/>
                  </a:lnTo>
                  <a:lnTo>
                    <a:pt x="7886276" y="248132"/>
                  </a:lnTo>
                  <a:lnTo>
                    <a:pt x="7886402" y="248132"/>
                  </a:lnTo>
                  <a:lnTo>
                    <a:pt x="7886780" y="248132"/>
                  </a:lnTo>
                  <a:lnTo>
                    <a:pt x="7886906" y="248132"/>
                  </a:lnTo>
                  <a:lnTo>
                    <a:pt x="7887158" y="248132"/>
                  </a:lnTo>
                  <a:lnTo>
                    <a:pt x="7887410" y="248132"/>
                  </a:lnTo>
                  <a:lnTo>
                    <a:pt x="7887789" y="248132"/>
                  </a:lnTo>
                  <a:lnTo>
                    <a:pt x="7888167" y="248132"/>
                  </a:lnTo>
                  <a:lnTo>
                    <a:pt x="7888293" y="248132"/>
                  </a:lnTo>
                  <a:lnTo>
                    <a:pt x="7888545" y="248132"/>
                  </a:lnTo>
                  <a:lnTo>
                    <a:pt x="7888797" y="248132"/>
                  </a:lnTo>
                  <a:lnTo>
                    <a:pt x="7889428" y="248132"/>
                  </a:lnTo>
                  <a:lnTo>
                    <a:pt x="7889932" y="242853"/>
                  </a:lnTo>
                  <a:lnTo>
                    <a:pt x="7890310" y="242853"/>
                  </a:lnTo>
                  <a:lnTo>
                    <a:pt x="7890310" y="237573"/>
                  </a:lnTo>
                  <a:lnTo>
                    <a:pt x="7890689" y="237573"/>
                  </a:lnTo>
                  <a:lnTo>
                    <a:pt x="7891067" y="237573"/>
                  </a:lnTo>
                  <a:lnTo>
                    <a:pt x="7891571" y="237573"/>
                  </a:lnTo>
                  <a:lnTo>
                    <a:pt x="7892328" y="237573"/>
                  </a:lnTo>
                  <a:lnTo>
                    <a:pt x="7892454" y="237573"/>
                  </a:lnTo>
                  <a:lnTo>
                    <a:pt x="7892706" y="237573"/>
                  </a:lnTo>
                  <a:lnTo>
                    <a:pt x="7892832" y="237573"/>
                  </a:lnTo>
                  <a:lnTo>
                    <a:pt x="7893084" y="237573"/>
                  </a:lnTo>
                  <a:lnTo>
                    <a:pt x="7893210" y="237573"/>
                  </a:lnTo>
                  <a:lnTo>
                    <a:pt x="7893337" y="237573"/>
                  </a:lnTo>
                  <a:lnTo>
                    <a:pt x="7893463" y="237573"/>
                  </a:lnTo>
                  <a:lnTo>
                    <a:pt x="7893967" y="237573"/>
                  </a:lnTo>
                  <a:lnTo>
                    <a:pt x="7894219" y="237573"/>
                  </a:lnTo>
                  <a:lnTo>
                    <a:pt x="7894471" y="237573"/>
                  </a:lnTo>
                  <a:lnTo>
                    <a:pt x="7894597" y="237573"/>
                  </a:lnTo>
                  <a:lnTo>
                    <a:pt x="7895354" y="237573"/>
                  </a:lnTo>
                  <a:lnTo>
                    <a:pt x="7895732" y="237573"/>
                  </a:lnTo>
                  <a:lnTo>
                    <a:pt x="7895858" y="237573"/>
                  </a:lnTo>
                  <a:lnTo>
                    <a:pt x="7895984" y="237573"/>
                  </a:lnTo>
                  <a:lnTo>
                    <a:pt x="7896110" y="237573"/>
                  </a:lnTo>
                  <a:lnTo>
                    <a:pt x="7896489" y="237573"/>
                  </a:lnTo>
                  <a:lnTo>
                    <a:pt x="7896615" y="237573"/>
                  </a:lnTo>
                  <a:lnTo>
                    <a:pt x="7896741" y="237573"/>
                  </a:lnTo>
                  <a:lnTo>
                    <a:pt x="7897245" y="237573"/>
                  </a:lnTo>
                  <a:lnTo>
                    <a:pt x="7897623" y="237573"/>
                  </a:lnTo>
                  <a:lnTo>
                    <a:pt x="7897876" y="237573"/>
                  </a:lnTo>
                  <a:lnTo>
                    <a:pt x="7898506" y="237573"/>
                  </a:lnTo>
                  <a:lnTo>
                    <a:pt x="7898632" y="237573"/>
                  </a:lnTo>
                  <a:lnTo>
                    <a:pt x="7898758" y="237573"/>
                  </a:lnTo>
                  <a:lnTo>
                    <a:pt x="7899137" y="237573"/>
                  </a:lnTo>
                  <a:lnTo>
                    <a:pt x="7899389" y="237573"/>
                  </a:lnTo>
                  <a:lnTo>
                    <a:pt x="7899767" y="237573"/>
                  </a:lnTo>
                  <a:lnTo>
                    <a:pt x="7899893" y="237573"/>
                  </a:lnTo>
                  <a:lnTo>
                    <a:pt x="7900019" y="237573"/>
                  </a:lnTo>
                  <a:lnTo>
                    <a:pt x="7900271" y="237573"/>
                  </a:lnTo>
                  <a:lnTo>
                    <a:pt x="7900397" y="237573"/>
                  </a:lnTo>
                  <a:lnTo>
                    <a:pt x="7900776" y="237573"/>
                  </a:lnTo>
                  <a:lnTo>
                    <a:pt x="7901028" y="237573"/>
                  </a:lnTo>
                  <a:lnTo>
                    <a:pt x="7901406" y="237573"/>
                  </a:lnTo>
                  <a:lnTo>
                    <a:pt x="7901532" y="237573"/>
                  </a:lnTo>
                  <a:lnTo>
                    <a:pt x="7901658" y="237573"/>
                  </a:lnTo>
                  <a:lnTo>
                    <a:pt x="7902037" y="237573"/>
                  </a:lnTo>
                  <a:lnTo>
                    <a:pt x="7902415" y="237573"/>
                  </a:lnTo>
                  <a:lnTo>
                    <a:pt x="7902667" y="237573"/>
                  </a:lnTo>
                  <a:lnTo>
                    <a:pt x="7902919" y="237573"/>
                  </a:lnTo>
                  <a:lnTo>
                    <a:pt x="7903045" y="237573"/>
                  </a:lnTo>
                  <a:lnTo>
                    <a:pt x="7903171" y="237573"/>
                  </a:lnTo>
                  <a:lnTo>
                    <a:pt x="7903297" y="237573"/>
                  </a:lnTo>
                  <a:lnTo>
                    <a:pt x="7903424" y="237573"/>
                  </a:lnTo>
                  <a:lnTo>
                    <a:pt x="7903550" y="237573"/>
                  </a:lnTo>
                  <a:lnTo>
                    <a:pt x="7903802" y="237573"/>
                  </a:lnTo>
                  <a:lnTo>
                    <a:pt x="7904558" y="237573"/>
                  </a:lnTo>
                  <a:lnTo>
                    <a:pt x="7904684" y="237573"/>
                  </a:lnTo>
                  <a:lnTo>
                    <a:pt x="7904810" y="237573"/>
                  </a:lnTo>
                  <a:lnTo>
                    <a:pt x="7905189" y="237573"/>
                  </a:lnTo>
                  <a:lnTo>
                    <a:pt x="7905441" y="237573"/>
                  </a:lnTo>
                  <a:lnTo>
                    <a:pt x="7905819" y="237573"/>
                  </a:lnTo>
                  <a:lnTo>
                    <a:pt x="7906450" y="237573"/>
                  </a:lnTo>
                  <a:lnTo>
                    <a:pt x="7906828" y="237573"/>
                  </a:lnTo>
                  <a:lnTo>
                    <a:pt x="7907332" y="237573"/>
                  </a:lnTo>
                  <a:lnTo>
                    <a:pt x="7907458" y="237573"/>
                  </a:lnTo>
                  <a:lnTo>
                    <a:pt x="7907711" y="237573"/>
                  </a:lnTo>
                  <a:lnTo>
                    <a:pt x="7907837" y="237573"/>
                  </a:lnTo>
                  <a:lnTo>
                    <a:pt x="7908215" y="237573"/>
                  </a:lnTo>
                  <a:lnTo>
                    <a:pt x="7908467" y="237573"/>
                  </a:lnTo>
                  <a:lnTo>
                    <a:pt x="7908845" y="237573"/>
                  </a:lnTo>
                  <a:lnTo>
                    <a:pt x="7908971" y="237573"/>
                  </a:lnTo>
                  <a:lnTo>
                    <a:pt x="7909224" y="237573"/>
                  </a:lnTo>
                  <a:lnTo>
                    <a:pt x="7909476" y="237573"/>
                  </a:lnTo>
                  <a:lnTo>
                    <a:pt x="7909602" y="237573"/>
                  </a:lnTo>
                  <a:lnTo>
                    <a:pt x="7910232" y="237573"/>
                  </a:lnTo>
                  <a:lnTo>
                    <a:pt x="7910358" y="237573"/>
                  </a:lnTo>
                  <a:lnTo>
                    <a:pt x="7910863" y="237573"/>
                  </a:lnTo>
                  <a:lnTo>
                    <a:pt x="7910989" y="237573"/>
                  </a:lnTo>
                  <a:lnTo>
                    <a:pt x="7911115" y="237573"/>
                  </a:lnTo>
                  <a:lnTo>
                    <a:pt x="7911871" y="237573"/>
                  </a:lnTo>
                  <a:lnTo>
                    <a:pt x="7912124" y="237573"/>
                  </a:lnTo>
                  <a:lnTo>
                    <a:pt x="7912250" y="237573"/>
                  </a:lnTo>
                  <a:lnTo>
                    <a:pt x="7912502" y="237573"/>
                  </a:lnTo>
                  <a:lnTo>
                    <a:pt x="7912628" y="237573"/>
                  </a:lnTo>
                  <a:lnTo>
                    <a:pt x="7912754" y="237573"/>
                  </a:lnTo>
                  <a:lnTo>
                    <a:pt x="7913132" y="237573"/>
                  </a:lnTo>
                  <a:lnTo>
                    <a:pt x="7913258" y="237573"/>
                  </a:lnTo>
                  <a:lnTo>
                    <a:pt x="7913384" y="237573"/>
                  </a:lnTo>
                  <a:lnTo>
                    <a:pt x="7913511" y="237573"/>
                  </a:lnTo>
                  <a:lnTo>
                    <a:pt x="7913637" y="237573"/>
                  </a:lnTo>
                  <a:lnTo>
                    <a:pt x="7913763" y="237573"/>
                  </a:lnTo>
                  <a:lnTo>
                    <a:pt x="7914141" y="237573"/>
                  </a:lnTo>
                  <a:lnTo>
                    <a:pt x="7914267" y="237573"/>
                  </a:lnTo>
                  <a:lnTo>
                    <a:pt x="7914519" y="237573"/>
                  </a:lnTo>
                  <a:lnTo>
                    <a:pt x="7915906" y="232294"/>
                  </a:lnTo>
                  <a:lnTo>
                    <a:pt x="7916032" y="232294"/>
                  </a:lnTo>
                  <a:lnTo>
                    <a:pt x="7916284" y="232294"/>
                  </a:lnTo>
                  <a:lnTo>
                    <a:pt x="7917041" y="232294"/>
                  </a:lnTo>
                  <a:lnTo>
                    <a:pt x="7917167" y="232294"/>
                  </a:lnTo>
                  <a:lnTo>
                    <a:pt x="7917293" y="232294"/>
                  </a:lnTo>
                  <a:lnTo>
                    <a:pt x="7917419" y="232294"/>
                  </a:lnTo>
                  <a:lnTo>
                    <a:pt x="7917798" y="232294"/>
                  </a:lnTo>
                  <a:lnTo>
                    <a:pt x="7918176" y="232294"/>
                  </a:lnTo>
                  <a:lnTo>
                    <a:pt x="7918302" y="232294"/>
                  </a:lnTo>
                  <a:lnTo>
                    <a:pt x="7918428" y="232294"/>
                  </a:lnTo>
                  <a:lnTo>
                    <a:pt x="7918680" y="232294"/>
                  </a:lnTo>
                  <a:lnTo>
                    <a:pt x="7918932" y="232294"/>
                  </a:lnTo>
                  <a:lnTo>
                    <a:pt x="7919437" y="232294"/>
                  </a:lnTo>
                  <a:lnTo>
                    <a:pt x="7920319" y="232294"/>
                  </a:lnTo>
                  <a:lnTo>
                    <a:pt x="7920445" y="232294"/>
                  </a:lnTo>
                  <a:lnTo>
                    <a:pt x="7920950" y="232294"/>
                  </a:lnTo>
                  <a:lnTo>
                    <a:pt x="7921328" y="232294"/>
                  </a:lnTo>
                  <a:lnTo>
                    <a:pt x="7921454" y="232294"/>
                  </a:lnTo>
                  <a:lnTo>
                    <a:pt x="7921580" y="232294"/>
                  </a:lnTo>
                  <a:lnTo>
                    <a:pt x="7921832" y="232294"/>
                  </a:lnTo>
                  <a:lnTo>
                    <a:pt x="7921958" y="232294"/>
                  </a:lnTo>
                  <a:lnTo>
                    <a:pt x="7922084" y="232294"/>
                  </a:lnTo>
                  <a:lnTo>
                    <a:pt x="7922211" y="232294"/>
                  </a:lnTo>
                  <a:lnTo>
                    <a:pt x="7922337" y="232294"/>
                  </a:lnTo>
                  <a:lnTo>
                    <a:pt x="7922715" y="232294"/>
                  </a:lnTo>
                  <a:lnTo>
                    <a:pt x="7922967" y="232294"/>
                  </a:lnTo>
                  <a:lnTo>
                    <a:pt x="7923093" y="232294"/>
                  </a:lnTo>
                  <a:lnTo>
                    <a:pt x="7923471" y="232294"/>
                  </a:lnTo>
                  <a:lnTo>
                    <a:pt x="7923850" y="232294"/>
                  </a:lnTo>
                  <a:lnTo>
                    <a:pt x="7923976" y="232294"/>
                  </a:lnTo>
                  <a:lnTo>
                    <a:pt x="7924354" y="232294"/>
                  </a:lnTo>
                  <a:lnTo>
                    <a:pt x="7924606" y="232294"/>
                  </a:lnTo>
                  <a:lnTo>
                    <a:pt x="7924732" y="232294"/>
                  </a:lnTo>
                  <a:lnTo>
                    <a:pt x="7924858" y="232294"/>
                  </a:lnTo>
                  <a:lnTo>
                    <a:pt x="7925363" y="232294"/>
                  </a:lnTo>
                  <a:lnTo>
                    <a:pt x="7926245" y="232294"/>
                  </a:lnTo>
                  <a:lnTo>
                    <a:pt x="7926371" y="232294"/>
                  </a:lnTo>
                  <a:lnTo>
                    <a:pt x="7926624" y="232294"/>
                  </a:lnTo>
                  <a:lnTo>
                    <a:pt x="7926750" y="232294"/>
                  </a:lnTo>
                  <a:lnTo>
                    <a:pt x="7926876" y="232294"/>
                  </a:lnTo>
                  <a:lnTo>
                    <a:pt x="7927254" y="232294"/>
                  </a:lnTo>
                  <a:lnTo>
                    <a:pt x="7927632" y="232294"/>
                  </a:lnTo>
                  <a:lnTo>
                    <a:pt x="7927758" y="232294"/>
                  </a:lnTo>
                  <a:lnTo>
                    <a:pt x="7927885" y="232294"/>
                  </a:lnTo>
                  <a:lnTo>
                    <a:pt x="7928515" y="227015"/>
                  </a:lnTo>
                  <a:lnTo>
                    <a:pt x="7928641" y="227015"/>
                  </a:lnTo>
                  <a:lnTo>
                    <a:pt x="7928893" y="227015"/>
                  </a:lnTo>
                  <a:lnTo>
                    <a:pt x="7929271" y="227015"/>
                  </a:lnTo>
                  <a:lnTo>
                    <a:pt x="7929524" y="227015"/>
                  </a:lnTo>
                  <a:lnTo>
                    <a:pt x="7929902" y="227015"/>
                  </a:lnTo>
                  <a:lnTo>
                    <a:pt x="7930406" y="227015"/>
                  </a:lnTo>
                  <a:lnTo>
                    <a:pt x="7930532" y="227015"/>
                  </a:lnTo>
                  <a:lnTo>
                    <a:pt x="7930911" y="227015"/>
                  </a:lnTo>
                  <a:lnTo>
                    <a:pt x="7931289" y="227015"/>
                  </a:lnTo>
                  <a:lnTo>
                    <a:pt x="7931541" y="227015"/>
                  </a:lnTo>
                  <a:lnTo>
                    <a:pt x="7931793" y="227015"/>
                  </a:lnTo>
                  <a:lnTo>
                    <a:pt x="7931919" y="227015"/>
                  </a:lnTo>
                  <a:lnTo>
                    <a:pt x="7932676" y="227015"/>
                  </a:lnTo>
                  <a:lnTo>
                    <a:pt x="7933054" y="227015"/>
                  </a:lnTo>
                  <a:lnTo>
                    <a:pt x="7933180" y="227015"/>
                  </a:lnTo>
                  <a:lnTo>
                    <a:pt x="7933306" y="227015"/>
                  </a:lnTo>
                  <a:lnTo>
                    <a:pt x="7933432" y="227015"/>
                  </a:lnTo>
                  <a:lnTo>
                    <a:pt x="7933558" y="227015"/>
                  </a:lnTo>
                  <a:lnTo>
                    <a:pt x="7933811" y="227015"/>
                  </a:lnTo>
                  <a:lnTo>
                    <a:pt x="7934567" y="227015"/>
                  </a:lnTo>
                  <a:lnTo>
                    <a:pt x="7934693" y="227015"/>
                  </a:lnTo>
                  <a:lnTo>
                    <a:pt x="7935198" y="221735"/>
                  </a:lnTo>
                  <a:lnTo>
                    <a:pt x="7935324" y="221735"/>
                  </a:lnTo>
                  <a:lnTo>
                    <a:pt x="7935576" y="221735"/>
                  </a:lnTo>
                  <a:lnTo>
                    <a:pt x="7936080" y="221735"/>
                  </a:lnTo>
                  <a:lnTo>
                    <a:pt x="7936332" y="221735"/>
                  </a:lnTo>
                  <a:lnTo>
                    <a:pt x="7936458" y="221735"/>
                  </a:lnTo>
                  <a:lnTo>
                    <a:pt x="7936837" y="221735"/>
                  </a:lnTo>
                  <a:lnTo>
                    <a:pt x="7937215" y="216456"/>
                  </a:lnTo>
                  <a:lnTo>
                    <a:pt x="7938350" y="216456"/>
                  </a:lnTo>
                  <a:lnTo>
                    <a:pt x="7938728" y="216456"/>
                  </a:lnTo>
                  <a:lnTo>
                    <a:pt x="7938854" y="216456"/>
                  </a:lnTo>
                  <a:lnTo>
                    <a:pt x="7939358" y="216456"/>
                  </a:lnTo>
                  <a:lnTo>
                    <a:pt x="7939611" y="216456"/>
                  </a:lnTo>
                  <a:lnTo>
                    <a:pt x="7939863" y="216456"/>
                  </a:lnTo>
                  <a:lnTo>
                    <a:pt x="7940241" y="216456"/>
                  </a:lnTo>
                  <a:lnTo>
                    <a:pt x="7940619" y="216456"/>
                  </a:lnTo>
                  <a:lnTo>
                    <a:pt x="7940745" y="216456"/>
                  </a:lnTo>
                  <a:lnTo>
                    <a:pt x="7940872" y="216456"/>
                  </a:lnTo>
                  <a:lnTo>
                    <a:pt x="7941124" y="216456"/>
                  </a:lnTo>
                  <a:lnTo>
                    <a:pt x="7941250" y="216456"/>
                  </a:lnTo>
                  <a:lnTo>
                    <a:pt x="7942132" y="216456"/>
                  </a:lnTo>
                  <a:lnTo>
                    <a:pt x="7942259" y="216456"/>
                  </a:lnTo>
                  <a:lnTo>
                    <a:pt x="7942385" y="216456"/>
                  </a:lnTo>
                  <a:lnTo>
                    <a:pt x="7942763" y="216456"/>
                  </a:lnTo>
                  <a:lnTo>
                    <a:pt x="7942889" y="216456"/>
                  </a:lnTo>
                  <a:lnTo>
                    <a:pt x="7943141" y="216456"/>
                  </a:lnTo>
                  <a:lnTo>
                    <a:pt x="7943519" y="216456"/>
                  </a:lnTo>
                  <a:lnTo>
                    <a:pt x="7944402" y="216456"/>
                  </a:lnTo>
                  <a:lnTo>
                    <a:pt x="7944780" y="216456"/>
                  </a:lnTo>
                  <a:lnTo>
                    <a:pt x="7944906" y="216456"/>
                  </a:lnTo>
                  <a:lnTo>
                    <a:pt x="7945032" y="216456"/>
                  </a:lnTo>
                  <a:lnTo>
                    <a:pt x="7945159" y="216456"/>
                  </a:lnTo>
                  <a:lnTo>
                    <a:pt x="7945537" y="216456"/>
                  </a:lnTo>
                  <a:lnTo>
                    <a:pt x="7945663" y="216456"/>
                  </a:lnTo>
                  <a:lnTo>
                    <a:pt x="7946041" y="216456"/>
                  </a:lnTo>
                  <a:lnTo>
                    <a:pt x="7946419" y="216456"/>
                  </a:lnTo>
                  <a:lnTo>
                    <a:pt x="7946545" y="216456"/>
                  </a:lnTo>
                  <a:lnTo>
                    <a:pt x="7946672" y="216456"/>
                  </a:lnTo>
                  <a:lnTo>
                    <a:pt x="7946798" y="216456"/>
                  </a:lnTo>
                  <a:lnTo>
                    <a:pt x="7946924" y="216456"/>
                  </a:lnTo>
                  <a:lnTo>
                    <a:pt x="7947050" y="216456"/>
                  </a:lnTo>
                  <a:lnTo>
                    <a:pt x="7947176" y="216456"/>
                  </a:lnTo>
                  <a:lnTo>
                    <a:pt x="7947302" y="216456"/>
                  </a:lnTo>
                  <a:lnTo>
                    <a:pt x="7947806" y="216456"/>
                  </a:lnTo>
                  <a:lnTo>
                    <a:pt x="7947932" y="216456"/>
                  </a:lnTo>
                  <a:lnTo>
                    <a:pt x="7948563" y="216456"/>
                  </a:lnTo>
                  <a:lnTo>
                    <a:pt x="7948689" y="216456"/>
                  </a:lnTo>
                  <a:lnTo>
                    <a:pt x="7948941" y="216456"/>
                  </a:lnTo>
                  <a:lnTo>
                    <a:pt x="7949193" y="216456"/>
                  </a:lnTo>
                  <a:lnTo>
                    <a:pt x="7949572" y="216456"/>
                  </a:lnTo>
                  <a:lnTo>
                    <a:pt x="7949824" y="216456"/>
                  </a:lnTo>
                  <a:lnTo>
                    <a:pt x="7949950" y="216456"/>
                  </a:lnTo>
                  <a:lnTo>
                    <a:pt x="7951841" y="216456"/>
                  </a:lnTo>
                  <a:lnTo>
                    <a:pt x="7952093" y="216456"/>
                  </a:lnTo>
                  <a:lnTo>
                    <a:pt x="7952219" y="216456"/>
                  </a:lnTo>
                  <a:lnTo>
                    <a:pt x="7952472" y="216456"/>
                  </a:lnTo>
                  <a:lnTo>
                    <a:pt x="7952976" y="216456"/>
                  </a:lnTo>
                  <a:lnTo>
                    <a:pt x="7953354" y="216456"/>
                  </a:lnTo>
                  <a:lnTo>
                    <a:pt x="7953606" y="216456"/>
                  </a:lnTo>
                  <a:lnTo>
                    <a:pt x="7954111" y="216456"/>
                  </a:lnTo>
                  <a:lnTo>
                    <a:pt x="7954489" y="216456"/>
                  </a:lnTo>
                  <a:lnTo>
                    <a:pt x="7954615" y="216456"/>
                  </a:lnTo>
                  <a:lnTo>
                    <a:pt x="7954867" y="216456"/>
                  </a:lnTo>
                  <a:lnTo>
                    <a:pt x="7955119" y="216456"/>
                  </a:lnTo>
                  <a:lnTo>
                    <a:pt x="7955246" y="216456"/>
                  </a:lnTo>
                  <a:lnTo>
                    <a:pt x="7955372" y="216456"/>
                  </a:lnTo>
                  <a:lnTo>
                    <a:pt x="7955750" y="216456"/>
                  </a:lnTo>
                  <a:lnTo>
                    <a:pt x="7955876" y="216456"/>
                  </a:lnTo>
                  <a:lnTo>
                    <a:pt x="7956128" y="216456"/>
                  </a:lnTo>
                  <a:lnTo>
                    <a:pt x="7956506" y="216456"/>
                  </a:lnTo>
                  <a:lnTo>
                    <a:pt x="7956759" y="216456"/>
                  </a:lnTo>
                  <a:lnTo>
                    <a:pt x="7957011" y="216456"/>
                  </a:lnTo>
                  <a:lnTo>
                    <a:pt x="7957767" y="216456"/>
                  </a:lnTo>
                  <a:lnTo>
                    <a:pt x="7957893" y="216456"/>
                  </a:lnTo>
                  <a:lnTo>
                    <a:pt x="7958019" y="216456"/>
                  </a:lnTo>
                  <a:lnTo>
                    <a:pt x="7958272" y="216456"/>
                  </a:lnTo>
                  <a:lnTo>
                    <a:pt x="7958398" y="216456"/>
                  </a:lnTo>
                  <a:lnTo>
                    <a:pt x="7958776" y="216456"/>
                  </a:lnTo>
                  <a:lnTo>
                    <a:pt x="7958902" y="216456"/>
                  </a:lnTo>
                  <a:lnTo>
                    <a:pt x="7959406" y="216456"/>
                  </a:lnTo>
                  <a:lnTo>
                    <a:pt x="7959785" y="216456"/>
                  </a:lnTo>
                  <a:lnTo>
                    <a:pt x="7959911" y="216456"/>
                  </a:lnTo>
                  <a:lnTo>
                    <a:pt x="7960037" y="216456"/>
                  </a:lnTo>
                  <a:lnTo>
                    <a:pt x="7960289" y="216456"/>
                  </a:lnTo>
                  <a:lnTo>
                    <a:pt x="7960793" y="216456"/>
                  </a:lnTo>
                  <a:lnTo>
                    <a:pt x="7960919" y="216456"/>
                  </a:lnTo>
                  <a:lnTo>
                    <a:pt x="7961928" y="216456"/>
                  </a:lnTo>
                  <a:lnTo>
                    <a:pt x="7962180" y="216456"/>
                  </a:lnTo>
                  <a:lnTo>
                    <a:pt x="7962433" y="216456"/>
                  </a:lnTo>
                  <a:lnTo>
                    <a:pt x="7962811" y="216456"/>
                  </a:lnTo>
                  <a:lnTo>
                    <a:pt x="7963063" y="216456"/>
                  </a:lnTo>
                  <a:lnTo>
                    <a:pt x="7963315" y="216456"/>
                  </a:lnTo>
                  <a:lnTo>
                    <a:pt x="7964450" y="216456"/>
                  </a:lnTo>
                  <a:lnTo>
                    <a:pt x="7964576" y="216456"/>
                  </a:lnTo>
                  <a:lnTo>
                    <a:pt x="7964702" y="216456"/>
                  </a:lnTo>
                  <a:lnTo>
                    <a:pt x="7964828" y="216456"/>
                  </a:lnTo>
                  <a:lnTo>
                    <a:pt x="7965206" y="216456"/>
                  </a:lnTo>
                  <a:lnTo>
                    <a:pt x="7965585" y="216456"/>
                  </a:lnTo>
                  <a:lnTo>
                    <a:pt x="7965837" y="216456"/>
                  </a:lnTo>
                  <a:lnTo>
                    <a:pt x="7965963" y="216456"/>
                  </a:lnTo>
                  <a:lnTo>
                    <a:pt x="7966089" y="216456"/>
                  </a:lnTo>
                  <a:lnTo>
                    <a:pt x="7966341" y="216456"/>
                  </a:lnTo>
                  <a:lnTo>
                    <a:pt x="7966467" y="216456"/>
                  </a:lnTo>
                  <a:lnTo>
                    <a:pt x="7966593" y="216456"/>
                  </a:lnTo>
                  <a:lnTo>
                    <a:pt x="7966720" y="216456"/>
                  </a:lnTo>
                  <a:lnTo>
                    <a:pt x="7966846" y="216456"/>
                  </a:lnTo>
                  <a:lnTo>
                    <a:pt x="7967098" y="216456"/>
                  </a:lnTo>
                  <a:lnTo>
                    <a:pt x="7967350" y="216456"/>
                  </a:lnTo>
                  <a:lnTo>
                    <a:pt x="7967602" y="216456"/>
                  </a:lnTo>
                  <a:lnTo>
                    <a:pt x="7967854" y="216456"/>
                  </a:lnTo>
                  <a:lnTo>
                    <a:pt x="7969115" y="216456"/>
                  </a:lnTo>
                  <a:lnTo>
                    <a:pt x="7969241" y="216456"/>
                  </a:lnTo>
                  <a:lnTo>
                    <a:pt x="7969746" y="216456"/>
                  </a:lnTo>
                  <a:lnTo>
                    <a:pt x="7970250" y="216456"/>
                  </a:lnTo>
                  <a:lnTo>
                    <a:pt x="7970376" y="216456"/>
                  </a:lnTo>
                  <a:lnTo>
                    <a:pt x="7970754" y="216456"/>
                  </a:lnTo>
                  <a:lnTo>
                    <a:pt x="7971259" y="216456"/>
                  </a:lnTo>
                  <a:lnTo>
                    <a:pt x="7971637" y="216456"/>
                  </a:lnTo>
                  <a:lnTo>
                    <a:pt x="7971763" y="216456"/>
                  </a:lnTo>
                  <a:lnTo>
                    <a:pt x="7971889" y="216456"/>
                  </a:lnTo>
                  <a:lnTo>
                    <a:pt x="7972267" y="216456"/>
                  </a:lnTo>
                  <a:lnTo>
                    <a:pt x="7972393" y="216456"/>
                  </a:lnTo>
                  <a:lnTo>
                    <a:pt x="7972520" y="216456"/>
                  </a:lnTo>
                  <a:lnTo>
                    <a:pt x="7972646" y="216456"/>
                  </a:lnTo>
                  <a:lnTo>
                    <a:pt x="7972772" y="216456"/>
                  </a:lnTo>
                  <a:lnTo>
                    <a:pt x="7972898" y="216456"/>
                  </a:lnTo>
                  <a:lnTo>
                    <a:pt x="7973024" y="216456"/>
                  </a:lnTo>
                  <a:lnTo>
                    <a:pt x="7973150" y="216456"/>
                  </a:lnTo>
                  <a:lnTo>
                    <a:pt x="7973276" y="216456"/>
                  </a:lnTo>
                  <a:lnTo>
                    <a:pt x="7973654" y="216456"/>
                  </a:lnTo>
                  <a:lnTo>
                    <a:pt x="7973780" y="216456"/>
                  </a:lnTo>
                  <a:lnTo>
                    <a:pt x="7973907" y="216456"/>
                  </a:lnTo>
                  <a:lnTo>
                    <a:pt x="7974411" y="216456"/>
                  </a:lnTo>
                  <a:lnTo>
                    <a:pt x="7974789" y="216456"/>
                  </a:lnTo>
                  <a:lnTo>
                    <a:pt x="7974915" y="216456"/>
                  </a:lnTo>
                  <a:lnTo>
                    <a:pt x="7975420" y="216456"/>
                  </a:lnTo>
                  <a:lnTo>
                    <a:pt x="7975798" y="216456"/>
                  </a:lnTo>
                  <a:lnTo>
                    <a:pt x="7976428" y="216456"/>
                  </a:lnTo>
                  <a:lnTo>
                    <a:pt x="7976680" y="216456"/>
                  </a:lnTo>
                  <a:lnTo>
                    <a:pt x="7976933" y="216456"/>
                  </a:lnTo>
                  <a:lnTo>
                    <a:pt x="7977059" y="216456"/>
                  </a:lnTo>
                  <a:lnTo>
                    <a:pt x="7977563" y="216456"/>
                  </a:lnTo>
                  <a:lnTo>
                    <a:pt x="7977689" y="216456"/>
                  </a:lnTo>
                  <a:lnTo>
                    <a:pt x="7977941" y="216456"/>
                  </a:lnTo>
                  <a:lnTo>
                    <a:pt x="7978824" y="216456"/>
                  </a:lnTo>
                  <a:lnTo>
                    <a:pt x="7978950" y="216456"/>
                  </a:lnTo>
                  <a:lnTo>
                    <a:pt x="7979328" y="216456"/>
                  </a:lnTo>
                  <a:lnTo>
                    <a:pt x="7979707" y="216456"/>
                  </a:lnTo>
                  <a:lnTo>
                    <a:pt x="7980337" y="216456"/>
                  </a:lnTo>
                  <a:lnTo>
                    <a:pt x="7980589" y="216456"/>
                  </a:lnTo>
                  <a:lnTo>
                    <a:pt x="7981472" y="216456"/>
                  </a:lnTo>
                  <a:lnTo>
                    <a:pt x="7981850" y="216456"/>
                  </a:lnTo>
                  <a:lnTo>
                    <a:pt x="7982102" y="216456"/>
                  </a:lnTo>
                  <a:lnTo>
                    <a:pt x="7982228" y="216456"/>
                  </a:lnTo>
                  <a:lnTo>
                    <a:pt x="7982354" y="216456"/>
                  </a:lnTo>
                  <a:lnTo>
                    <a:pt x="7982859" y="216456"/>
                  </a:lnTo>
                  <a:lnTo>
                    <a:pt x="7982985" y="216456"/>
                  </a:lnTo>
                  <a:lnTo>
                    <a:pt x="7983111" y="216456"/>
                  </a:lnTo>
                  <a:lnTo>
                    <a:pt x="7983237" y="216456"/>
                  </a:lnTo>
                  <a:lnTo>
                    <a:pt x="7983363" y="216456"/>
                  </a:lnTo>
                  <a:lnTo>
                    <a:pt x="7983489" y="216456"/>
                  </a:lnTo>
                  <a:lnTo>
                    <a:pt x="7983615" y="216456"/>
                  </a:lnTo>
                  <a:lnTo>
                    <a:pt x="7983741" y="216456"/>
                  </a:lnTo>
                  <a:lnTo>
                    <a:pt x="7983867" y="216456"/>
                  </a:lnTo>
                  <a:lnTo>
                    <a:pt x="7983994" y="216456"/>
                  </a:lnTo>
                  <a:lnTo>
                    <a:pt x="7984246" y="216456"/>
                  </a:lnTo>
                  <a:lnTo>
                    <a:pt x="7984372" y="216456"/>
                  </a:lnTo>
                  <a:lnTo>
                    <a:pt x="7984498" y="216456"/>
                  </a:lnTo>
                  <a:lnTo>
                    <a:pt x="7984624" y="216456"/>
                  </a:lnTo>
                  <a:lnTo>
                    <a:pt x="7984750" y="216456"/>
                  </a:lnTo>
                  <a:lnTo>
                    <a:pt x="7985254" y="216456"/>
                  </a:lnTo>
                  <a:lnTo>
                    <a:pt x="7985380" y="216456"/>
                  </a:lnTo>
                  <a:lnTo>
                    <a:pt x="7985633" y="216456"/>
                  </a:lnTo>
                  <a:lnTo>
                    <a:pt x="7985759" y="216456"/>
                  </a:lnTo>
                  <a:lnTo>
                    <a:pt x="7985885" y="216456"/>
                  </a:lnTo>
                  <a:lnTo>
                    <a:pt x="7986011" y="216456"/>
                  </a:lnTo>
                  <a:lnTo>
                    <a:pt x="7990046" y="216456"/>
                  </a:lnTo>
                  <a:lnTo>
                    <a:pt x="7990172" y="216456"/>
                  </a:lnTo>
                  <a:lnTo>
                    <a:pt x="7990424" y="216456"/>
                  </a:lnTo>
                  <a:lnTo>
                    <a:pt x="7990550" y="216456"/>
                  </a:lnTo>
                  <a:lnTo>
                    <a:pt x="7990676" y="216456"/>
                  </a:lnTo>
                  <a:lnTo>
                    <a:pt x="7990802" y="216456"/>
                  </a:lnTo>
                  <a:lnTo>
                    <a:pt x="7990928" y="216456"/>
                  </a:lnTo>
                  <a:lnTo>
                    <a:pt x="7991181" y="216456"/>
                  </a:lnTo>
                  <a:lnTo>
                    <a:pt x="7991685" y="216456"/>
                  </a:lnTo>
                  <a:lnTo>
                    <a:pt x="7992315" y="216456"/>
                  </a:lnTo>
                  <a:lnTo>
                    <a:pt x="7992441" y="216456"/>
                  </a:lnTo>
                  <a:lnTo>
                    <a:pt x="7992694" y="216456"/>
                  </a:lnTo>
                  <a:lnTo>
                    <a:pt x="7993072" y="216456"/>
                  </a:lnTo>
                  <a:lnTo>
                    <a:pt x="7993198" y="216456"/>
                  </a:lnTo>
                  <a:lnTo>
                    <a:pt x="7993324" y="216456"/>
                  </a:lnTo>
                  <a:lnTo>
                    <a:pt x="7993450" y="216456"/>
                  </a:lnTo>
                  <a:lnTo>
                    <a:pt x="7993576" y="216456"/>
                  </a:lnTo>
                  <a:lnTo>
                    <a:pt x="7993702" y="216456"/>
                  </a:lnTo>
                  <a:lnTo>
                    <a:pt x="7993954" y="216456"/>
                  </a:lnTo>
                  <a:lnTo>
                    <a:pt x="7994333" y="216456"/>
                  </a:lnTo>
                  <a:lnTo>
                    <a:pt x="7994837" y="216456"/>
                  </a:lnTo>
                  <a:lnTo>
                    <a:pt x="7994963" y="216456"/>
                  </a:lnTo>
                  <a:lnTo>
                    <a:pt x="7995341" y="216456"/>
                  </a:lnTo>
                  <a:lnTo>
                    <a:pt x="7995467" y="216456"/>
                  </a:lnTo>
                  <a:lnTo>
                    <a:pt x="7995594" y="216456"/>
                  </a:lnTo>
                  <a:lnTo>
                    <a:pt x="7995720" y="216456"/>
                  </a:lnTo>
                  <a:lnTo>
                    <a:pt x="7995846" y="216456"/>
                  </a:lnTo>
                  <a:lnTo>
                    <a:pt x="7995972" y="216456"/>
                  </a:lnTo>
                  <a:lnTo>
                    <a:pt x="7996098" y="216456"/>
                  </a:lnTo>
                  <a:lnTo>
                    <a:pt x="7996350" y="216456"/>
                  </a:lnTo>
                  <a:lnTo>
                    <a:pt x="7996854" y="216456"/>
                  </a:lnTo>
                  <a:lnTo>
                    <a:pt x="7996981" y="216456"/>
                  </a:lnTo>
                  <a:lnTo>
                    <a:pt x="7997485" y="211176"/>
                  </a:lnTo>
                  <a:lnTo>
                    <a:pt x="7997611" y="211176"/>
                  </a:lnTo>
                  <a:lnTo>
                    <a:pt x="7998115" y="211176"/>
                  </a:lnTo>
                  <a:lnTo>
                    <a:pt x="7998241" y="211176"/>
                  </a:lnTo>
                  <a:lnTo>
                    <a:pt x="7998620" y="211176"/>
                  </a:lnTo>
                  <a:lnTo>
                    <a:pt x="7998998" y="211176"/>
                  </a:lnTo>
                  <a:lnTo>
                    <a:pt x="7999124" y="211176"/>
                  </a:lnTo>
                  <a:lnTo>
                    <a:pt x="7999124" y="205897"/>
                  </a:lnTo>
                  <a:lnTo>
                    <a:pt x="7999376" y="205897"/>
                  </a:lnTo>
                  <a:lnTo>
                    <a:pt x="7999502" y="205897"/>
                  </a:lnTo>
                  <a:lnTo>
                    <a:pt x="7999628" y="205897"/>
                  </a:lnTo>
                  <a:lnTo>
                    <a:pt x="7999754" y="205897"/>
                  </a:lnTo>
                  <a:lnTo>
                    <a:pt x="7999881" y="205897"/>
                  </a:lnTo>
                  <a:lnTo>
                    <a:pt x="8000007" y="205897"/>
                  </a:lnTo>
                  <a:lnTo>
                    <a:pt x="8000385" y="205897"/>
                  </a:lnTo>
                  <a:lnTo>
                    <a:pt x="8000511" y="205897"/>
                  </a:lnTo>
                  <a:lnTo>
                    <a:pt x="8000637" y="205897"/>
                  </a:lnTo>
                  <a:lnTo>
                    <a:pt x="8000889" y="205897"/>
                  </a:lnTo>
                  <a:lnTo>
                    <a:pt x="8001015" y="205897"/>
                  </a:lnTo>
                  <a:lnTo>
                    <a:pt x="8001141" y="205897"/>
                  </a:lnTo>
                  <a:lnTo>
                    <a:pt x="8001520" y="205897"/>
                  </a:lnTo>
                  <a:lnTo>
                    <a:pt x="8001646" y="205897"/>
                  </a:lnTo>
                  <a:lnTo>
                    <a:pt x="8002276" y="205897"/>
                  </a:lnTo>
                  <a:lnTo>
                    <a:pt x="8002402" y="205897"/>
                  </a:lnTo>
                  <a:lnTo>
                    <a:pt x="8002528" y="205897"/>
                  </a:lnTo>
                  <a:lnTo>
                    <a:pt x="8002781" y="205897"/>
                  </a:lnTo>
                  <a:lnTo>
                    <a:pt x="8002907" y="205897"/>
                  </a:lnTo>
                  <a:lnTo>
                    <a:pt x="8003033" y="205897"/>
                  </a:lnTo>
                  <a:lnTo>
                    <a:pt x="8003159" y="205897"/>
                  </a:lnTo>
                  <a:lnTo>
                    <a:pt x="8003411" y="205897"/>
                  </a:lnTo>
                  <a:lnTo>
                    <a:pt x="8003789" y="205897"/>
                  </a:lnTo>
                  <a:lnTo>
                    <a:pt x="8003915" y="205897"/>
                  </a:lnTo>
                  <a:lnTo>
                    <a:pt x="8004168" y="205897"/>
                  </a:lnTo>
                  <a:lnTo>
                    <a:pt x="8004294" y="205897"/>
                  </a:lnTo>
                  <a:lnTo>
                    <a:pt x="8005050" y="205897"/>
                  </a:lnTo>
                  <a:lnTo>
                    <a:pt x="8005302" y="205897"/>
                  </a:lnTo>
                  <a:lnTo>
                    <a:pt x="8005681" y="205897"/>
                  </a:lnTo>
                  <a:lnTo>
                    <a:pt x="8005807" y="205897"/>
                  </a:lnTo>
                  <a:lnTo>
                    <a:pt x="8006437" y="205897"/>
                  </a:lnTo>
                  <a:lnTo>
                    <a:pt x="8006689" y="205897"/>
                  </a:lnTo>
                  <a:lnTo>
                    <a:pt x="8006941" y="205897"/>
                  </a:lnTo>
                  <a:lnTo>
                    <a:pt x="8007068" y="205897"/>
                  </a:lnTo>
                  <a:lnTo>
                    <a:pt x="8007320" y="205897"/>
                  </a:lnTo>
                  <a:lnTo>
                    <a:pt x="8007446" y="205897"/>
                  </a:lnTo>
                  <a:lnTo>
                    <a:pt x="8007572" y="205897"/>
                  </a:lnTo>
                  <a:lnTo>
                    <a:pt x="8007824" y="195338"/>
                  </a:lnTo>
                  <a:lnTo>
                    <a:pt x="8007950" y="195338"/>
                  </a:lnTo>
                  <a:lnTo>
                    <a:pt x="8008076" y="195338"/>
                  </a:lnTo>
                  <a:lnTo>
                    <a:pt x="8008328" y="195338"/>
                  </a:lnTo>
                  <a:lnTo>
                    <a:pt x="8008581" y="190059"/>
                  </a:lnTo>
                  <a:lnTo>
                    <a:pt x="8008707" y="190059"/>
                  </a:lnTo>
                  <a:lnTo>
                    <a:pt x="8008833" y="190059"/>
                  </a:lnTo>
                  <a:lnTo>
                    <a:pt x="8009211" y="190059"/>
                  </a:lnTo>
                  <a:lnTo>
                    <a:pt x="8009337" y="190059"/>
                  </a:lnTo>
                  <a:lnTo>
                    <a:pt x="8009841" y="190059"/>
                  </a:lnTo>
                  <a:lnTo>
                    <a:pt x="8009968" y="190059"/>
                  </a:lnTo>
                  <a:lnTo>
                    <a:pt x="8010094" y="190059"/>
                  </a:lnTo>
                  <a:lnTo>
                    <a:pt x="8010346" y="190059"/>
                  </a:lnTo>
                  <a:lnTo>
                    <a:pt x="8010598" y="190059"/>
                  </a:lnTo>
                  <a:lnTo>
                    <a:pt x="8010850" y="190059"/>
                  </a:lnTo>
                  <a:lnTo>
                    <a:pt x="8011228" y="190059"/>
                  </a:lnTo>
                  <a:lnTo>
                    <a:pt x="8011355" y="190059"/>
                  </a:lnTo>
                  <a:lnTo>
                    <a:pt x="8011481" y="190059"/>
                  </a:lnTo>
                  <a:lnTo>
                    <a:pt x="8011607" y="190059"/>
                  </a:lnTo>
                  <a:lnTo>
                    <a:pt x="8012111" y="190059"/>
                  </a:lnTo>
                  <a:lnTo>
                    <a:pt x="8012363" y="190059"/>
                  </a:lnTo>
                  <a:lnTo>
                    <a:pt x="8012615" y="190059"/>
                  </a:lnTo>
                  <a:lnTo>
                    <a:pt x="8012741" y="190059"/>
                  </a:lnTo>
                  <a:lnTo>
                    <a:pt x="8012994" y="190059"/>
                  </a:lnTo>
                  <a:lnTo>
                    <a:pt x="8013246" y="190059"/>
                  </a:lnTo>
                  <a:lnTo>
                    <a:pt x="8013876" y="190059"/>
                  </a:lnTo>
                  <a:lnTo>
                    <a:pt x="8014128" y="190059"/>
                  </a:lnTo>
                  <a:lnTo>
                    <a:pt x="8014255" y="190059"/>
                  </a:lnTo>
                  <a:lnTo>
                    <a:pt x="8014507" y="190059"/>
                  </a:lnTo>
                  <a:lnTo>
                    <a:pt x="8014633" y="190059"/>
                  </a:lnTo>
                  <a:lnTo>
                    <a:pt x="8015263" y="190059"/>
                  </a:lnTo>
                  <a:lnTo>
                    <a:pt x="8015389" y="190059"/>
                  </a:lnTo>
                  <a:lnTo>
                    <a:pt x="8015768" y="190059"/>
                  </a:lnTo>
                  <a:lnTo>
                    <a:pt x="8016524" y="190059"/>
                  </a:lnTo>
                  <a:lnTo>
                    <a:pt x="8016776" y="190059"/>
                  </a:lnTo>
                  <a:lnTo>
                    <a:pt x="8016902" y="190059"/>
                  </a:lnTo>
                  <a:lnTo>
                    <a:pt x="8017028" y="190059"/>
                  </a:lnTo>
                  <a:lnTo>
                    <a:pt x="8017155" y="190059"/>
                  </a:lnTo>
                  <a:lnTo>
                    <a:pt x="8017281" y="190059"/>
                  </a:lnTo>
                  <a:lnTo>
                    <a:pt x="8017911" y="190059"/>
                  </a:lnTo>
                  <a:lnTo>
                    <a:pt x="8018163" y="190059"/>
                  </a:lnTo>
                  <a:lnTo>
                    <a:pt x="8018415" y="190059"/>
                  </a:lnTo>
                  <a:lnTo>
                    <a:pt x="8018668" y="190059"/>
                  </a:lnTo>
                  <a:lnTo>
                    <a:pt x="8018794" y="190059"/>
                  </a:lnTo>
                  <a:lnTo>
                    <a:pt x="8018920" y="190059"/>
                  </a:lnTo>
                  <a:lnTo>
                    <a:pt x="8019424" y="190059"/>
                  </a:lnTo>
                  <a:lnTo>
                    <a:pt x="8019550" y="190059"/>
                  </a:lnTo>
                  <a:lnTo>
                    <a:pt x="8020055" y="190059"/>
                  </a:lnTo>
                  <a:lnTo>
                    <a:pt x="8020055" y="184779"/>
                  </a:lnTo>
                  <a:lnTo>
                    <a:pt x="8020181" y="184779"/>
                  </a:lnTo>
                  <a:lnTo>
                    <a:pt x="8020559" y="179500"/>
                  </a:lnTo>
                  <a:lnTo>
                    <a:pt x="8020685" y="179500"/>
                  </a:lnTo>
                  <a:lnTo>
                    <a:pt x="8020937" y="179500"/>
                  </a:lnTo>
                  <a:lnTo>
                    <a:pt x="8021315" y="179500"/>
                  </a:lnTo>
                  <a:lnTo>
                    <a:pt x="8022072" y="179500"/>
                  </a:lnTo>
                  <a:lnTo>
                    <a:pt x="8022198" y="179500"/>
                  </a:lnTo>
                  <a:lnTo>
                    <a:pt x="8022324" y="179500"/>
                  </a:lnTo>
                  <a:lnTo>
                    <a:pt x="8022450" y="179500"/>
                  </a:lnTo>
                  <a:lnTo>
                    <a:pt x="8022576" y="179500"/>
                  </a:lnTo>
                  <a:lnTo>
                    <a:pt x="8022702" y="179500"/>
                  </a:lnTo>
                  <a:lnTo>
                    <a:pt x="8023081" y="179500"/>
                  </a:lnTo>
                  <a:lnTo>
                    <a:pt x="8023207" y="179500"/>
                  </a:lnTo>
                  <a:lnTo>
                    <a:pt x="8023459" y="179500"/>
                  </a:lnTo>
                  <a:lnTo>
                    <a:pt x="8023711" y="179500"/>
                  </a:lnTo>
                  <a:lnTo>
                    <a:pt x="8024215" y="179500"/>
                  </a:lnTo>
                  <a:lnTo>
                    <a:pt x="8024468" y="179500"/>
                  </a:lnTo>
                  <a:lnTo>
                    <a:pt x="8024594" y="179500"/>
                  </a:lnTo>
                  <a:lnTo>
                    <a:pt x="8024846" y="179500"/>
                  </a:lnTo>
                  <a:lnTo>
                    <a:pt x="8024972" y="179500"/>
                  </a:lnTo>
                  <a:lnTo>
                    <a:pt x="8025098" y="179500"/>
                  </a:lnTo>
                  <a:lnTo>
                    <a:pt x="8025476" y="179500"/>
                  </a:lnTo>
                  <a:lnTo>
                    <a:pt x="8025602" y="179500"/>
                  </a:lnTo>
                  <a:lnTo>
                    <a:pt x="8025855" y="179500"/>
                  </a:lnTo>
                  <a:lnTo>
                    <a:pt x="8025981" y="179500"/>
                  </a:lnTo>
                  <a:lnTo>
                    <a:pt x="8026359" y="179500"/>
                  </a:lnTo>
                  <a:lnTo>
                    <a:pt x="8027242" y="179500"/>
                  </a:lnTo>
                  <a:lnTo>
                    <a:pt x="8027620" y="179500"/>
                  </a:lnTo>
                  <a:lnTo>
                    <a:pt x="8027746" y="179500"/>
                  </a:lnTo>
                  <a:lnTo>
                    <a:pt x="8027872" y="179500"/>
                  </a:lnTo>
                  <a:lnTo>
                    <a:pt x="8027998" y="179500"/>
                  </a:lnTo>
                  <a:lnTo>
                    <a:pt x="8028124" y="179500"/>
                  </a:lnTo>
                  <a:lnTo>
                    <a:pt x="8028250" y="179500"/>
                  </a:lnTo>
                  <a:lnTo>
                    <a:pt x="8028755" y="179500"/>
                  </a:lnTo>
                  <a:lnTo>
                    <a:pt x="8028881" y="179500"/>
                  </a:lnTo>
                  <a:lnTo>
                    <a:pt x="8029007" y="179500"/>
                  </a:lnTo>
                  <a:lnTo>
                    <a:pt x="8029133" y="179500"/>
                  </a:lnTo>
                  <a:lnTo>
                    <a:pt x="8029259" y="179500"/>
                  </a:lnTo>
                  <a:lnTo>
                    <a:pt x="8029385" y="179500"/>
                  </a:lnTo>
                  <a:lnTo>
                    <a:pt x="8029637" y="179500"/>
                  </a:lnTo>
                  <a:lnTo>
                    <a:pt x="8029763" y="179500"/>
                  </a:lnTo>
                  <a:lnTo>
                    <a:pt x="8029889" y="179500"/>
                  </a:lnTo>
                  <a:lnTo>
                    <a:pt x="8030015" y="179500"/>
                  </a:lnTo>
                  <a:lnTo>
                    <a:pt x="8030394" y="179500"/>
                  </a:lnTo>
                  <a:lnTo>
                    <a:pt x="8031024" y="179500"/>
                  </a:lnTo>
                  <a:lnTo>
                    <a:pt x="8031150" y="179500"/>
                  </a:lnTo>
                  <a:lnTo>
                    <a:pt x="8031402" y="179500"/>
                  </a:lnTo>
                  <a:lnTo>
                    <a:pt x="8031529" y="179500"/>
                  </a:lnTo>
                  <a:lnTo>
                    <a:pt x="8032285" y="179500"/>
                  </a:lnTo>
                  <a:lnTo>
                    <a:pt x="8032411" y="179500"/>
                  </a:lnTo>
                  <a:lnTo>
                    <a:pt x="8032537" y="179500"/>
                  </a:lnTo>
                  <a:lnTo>
                    <a:pt x="8032663" y="179500"/>
                  </a:lnTo>
                  <a:lnTo>
                    <a:pt x="8033042" y="179500"/>
                  </a:lnTo>
                  <a:lnTo>
                    <a:pt x="8033294" y="179500"/>
                  </a:lnTo>
                  <a:lnTo>
                    <a:pt x="8033420" y="179500"/>
                  </a:lnTo>
                  <a:lnTo>
                    <a:pt x="8033546" y="179500"/>
                  </a:lnTo>
                  <a:lnTo>
                    <a:pt x="8033672" y="179500"/>
                  </a:lnTo>
                  <a:lnTo>
                    <a:pt x="8033924" y="179500"/>
                  </a:lnTo>
                  <a:lnTo>
                    <a:pt x="8034050" y="179500"/>
                  </a:lnTo>
                  <a:lnTo>
                    <a:pt x="8034302" y="179500"/>
                  </a:lnTo>
                  <a:lnTo>
                    <a:pt x="8034555" y="179500"/>
                  </a:lnTo>
                  <a:lnTo>
                    <a:pt x="8034681" y="179500"/>
                  </a:lnTo>
                  <a:lnTo>
                    <a:pt x="8034933" y="179500"/>
                  </a:lnTo>
                  <a:lnTo>
                    <a:pt x="8035816" y="179500"/>
                  </a:lnTo>
                  <a:lnTo>
                    <a:pt x="8035942" y="179500"/>
                  </a:lnTo>
                  <a:lnTo>
                    <a:pt x="8036068" y="179500"/>
                  </a:lnTo>
                  <a:lnTo>
                    <a:pt x="8036194" y="179500"/>
                  </a:lnTo>
                  <a:lnTo>
                    <a:pt x="8036320" y="179500"/>
                  </a:lnTo>
                  <a:lnTo>
                    <a:pt x="8036572" y="179500"/>
                  </a:lnTo>
                  <a:lnTo>
                    <a:pt x="8036698" y="179500"/>
                  </a:lnTo>
                  <a:lnTo>
                    <a:pt x="8037202" y="179500"/>
                  </a:lnTo>
                  <a:lnTo>
                    <a:pt x="8037455" y="179500"/>
                  </a:lnTo>
                  <a:lnTo>
                    <a:pt x="8037581" y="179500"/>
                  </a:lnTo>
                  <a:lnTo>
                    <a:pt x="8037707" y="179500"/>
                  </a:lnTo>
                  <a:lnTo>
                    <a:pt x="8037833" y="179500"/>
                  </a:lnTo>
                  <a:lnTo>
                    <a:pt x="8037959" y="179500"/>
                  </a:lnTo>
                  <a:lnTo>
                    <a:pt x="8038085" y="179500"/>
                  </a:lnTo>
                  <a:lnTo>
                    <a:pt x="8038211" y="179500"/>
                  </a:lnTo>
                  <a:lnTo>
                    <a:pt x="8039220" y="179500"/>
                  </a:lnTo>
                  <a:lnTo>
                    <a:pt x="8039346" y="179500"/>
                  </a:lnTo>
                  <a:lnTo>
                    <a:pt x="8039724" y="179500"/>
                  </a:lnTo>
                  <a:lnTo>
                    <a:pt x="8039976" y="179500"/>
                  </a:lnTo>
                  <a:lnTo>
                    <a:pt x="8040103" y="179500"/>
                  </a:lnTo>
                  <a:lnTo>
                    <a:pt x="8040481" y="179500"/>
                  </a:lnTo>
                  <a:lnTo>
                    <a:pt x="8040607" y="179500"/>
                  </a:lnTo>
                  <a:lnTo>
                    <a:pt x="8040733" y="179500"/>
                  </a:lnTo>
                  <a:lnTo>
                    <a:pt x="8040859" y="179500"/>
                  </a:lnTo>
                  <a:lnTo>
                    <a:pt x="8040985" y="179500"/>
                  </a:lnTo>
                  <a:lnTo>
                    <a:pt x="8041868" y="179500"/>
                  </a:lnTo>
                  <a:lnTo>
                    <a:pt x="8042246" y="179500"/>
                  </a:lnTo>
                  <a:lnTo>
                    <a:pt x="8042624" y="179500"/>
                  </a:lnTo>
                  <a:lnTo>
                    <a:pt x="8042750" y="179500"/>
                  </a:lnTo>
                  <a:lnTo>
                    <a:pt x="8043003" y="179500"/>
                  </a:lnTo>
                  <a:lnTo>
                    <a:pt x="8043129" y="179500"/>
                  </a:lnTo>
                  <a:lnTo>
                    <a:pt x="8043255" y="179500"/>
                  </a:lnTo>
                  <a:lnTo>
                    <a:pt x="8043381" y="179500"/>
                  </a:lnTo>
                  <a:lnTo>
                    <a:pt x="8043633" y="179500"/>
                  </a:lnTo>
                  <a:lnTo>
                    <a:pt x="8043885" y="179500"/>
                  </a:lnTo>
                  <a:lnTo>
                    <a:pt x="8044137" y="179500"/>
                  </a:lnTo>
                  <a:lnTo>
                    <a:pt x="8044263" y="179500"/>
                  </a:lnTo>
                  <a:lnTo>
                    <a:pt x="8044894" y="179500"/>
                  </a:lnTo>
                  <a:lnTo>
                    <a:pt x="8045146" y="179500"/>
                  </a:lnTo>
                  <a:lnTo>
                    <a:pt x="8045272" y="179500"/>
                  </a:lnTo>
                  <a:lnTo>
                    <a:pt x="8046029" y="179500"/>
                  </a:lnTo>
                  <a:lnTo>
                    <a:pt x="8046155" y="179500"/>
                  </a:lnTo>
                  <a:lnTo>
                    <a:pt x="8046281" y="179500"/>
                  </a:lnTo>
                  <a:lnTo>
                    <a:pt x="8046407" y="179500"/>
                  </a:lnTo>
                  <a:lnTo>
                    <a:pt x="8046659" y="179500"/>
                  </a:lnTo>
                  <a:lnTo>
                    <a:pt x="8046911" y="174220"/>
                  </a:lnTo>
                  <a:lnTo>
                    <a:pt x="8047163" y="174220"/>
                  </a:lnTo>
                  <a:lnTo>
                    <a:pt x="8047289" y="168941"/>
                  </a:lnTo>
                  <a:lnTo>
                    <a:pt x="8047542" y="168941"/>
                  </a:lnTo>
                  <a:lnTo>
                    <a:pt x="8047668" y="168941"/>
                  </a:lnTo>
                  <a:lnTo>
                    <a:pt x="8047794" y="168941"/>
                  </a:lnTo>
                  <a:lnTo>
                    <a:pt x="8047920" y="168941"/>
                  </a:lnTo>
                  <a:lnTo>
                    <a:pt x="8048676" y="168941"/>
                  </a:lnTo>
                  <a:lnTo>
                    <a:pt x="8048803" y="168941"/>
                  </a:lnTo>
                  <a:lnTo>
                    <a:pt x="8049181" y="168941"/>
                  </a:lnTo>
                  <a:lnTo>
                    <a:pt x="8049307" y="168941"/>
                  </a:lnTo>
                  <a:lnTo>
                    <a:pt x="8049559" y="168941"/>
                  </a:lnTo>
                  <a:lnTo>
                    <a:pt x="8049685" y="168941"/>
                  </a:lnTo>
                  <a:lnTo>
                    <a:pt x="8049937" y="168941"/>
                  </a:lnTo>
                  <a:lnTo>
                    <a:pt x="8050063" y="168941"/>
                  </a:lnTo>
                  <a:lnTo>
                    <a:pt x="8050316" y="168941"/>
                  </a:lnTo>
                  <a:lnTo>
                    <a:pt x="8050442" y="168941"/>
                  </a:lnTo>
                  <a:lnTo>
                    <a:pt x="8050694" y="168941"/>
                  </a:lnTo>
                  <a:lnTo>
                    <a:pt x="8050946" y="168941"/>
                  </a:lnTo>
                  <a:lnTo>
                    <a:pt x="8051198" y="168941"/>
                  </a:lnTo>
                  <a:lnTo>
                    <a:pt x="8051324" y="168941"/>
                  </a:lnTo>
                  <a:lnTo>
                    <a:pt x="8051703" y="168941"/>
                  </a:lnTo>
                  <a:lnTo>
                    <a:pt x="8051829" y="168941"/>
                  </a:lnTo>
                  <a:lnTo>
                    <a:pt x="8051955" y="168941"/>
                  </a:lnTo>
                  <a:lnTo>
                    <a:pt x="8052207" y="168941"/>
                  </a:lnTo>
                  <a:lnTo>
                    <a:pt x="8052459" y="168941"/>
                  </a:lnTo>
                  <a:lnTo>
                    <a:pt x="8053216" y="168941"/>
                  </a:lnTo>
                  <a:lnTo>
                    <a:pt x="8053342" y="168941"/>
                  </a:lnTo>
                  <a:lnTo>
                    <a:pt x="8053468" y="168941"/>
                  </a:lnTo>
                  <a:lnTo>
                    <a:pt x="8053720" y="168941"/>
                  </a:lnTo>
                  <a:lnTo>
                    <a:pt x="8053846" y="168941"/>
                  </a:lnTo>
                  <a:lnTo>
                    <a:pt x="8053972" y="168941"/>
                  </a:lnTo>
                  <a:lnTo>
                    <a:pt x="8054098" y="168941"/>
                  </a:lnTo>
                  <a:lnTo>
                    <a:pt x="8054224" y="168941"/>
                  </a:lnTo>
                  <a:lnTo>
                    <a:pt x="8054350" y="168941"/>
                  </a:lnTo>
                  <a:lnTo>
                    <a:pt x="8054476" y="168941"/>
                  </a:lnTo>
                  <a:lnTo>
                    <a:pt x="8054603" y="168941"/>
                  </a:lnTo>
                  <a:lnTo>
                    <a:pt x="8054729" y="168941"/>
                  </a:lnTo>
                  <a:lnTo>
                    <a:pt x="8054855" y="168941"/>
                  </a:lnTo>
                  <a:lnTo>
                    <a:pt x="8055107" y="168941"/>
                  </a:lnTo>
                  <a:lnTo>
                    <a:pt x="8055359" y="168941"/>
                  </a:lnTo>
                  <a:lnTo>
                    <a:pt x="8056116" y="168941"/>
                  </a:lnTo>
                  <a:lnTo>
                    <a:pt x="8056242" y="168941"/>
                  </a:lnTo>
                  <a:lnTo>
                    <a:pt x="8056368" y="168941"/>
                  </a:lnTo>
                  <a:lnTo>
                    <a:pt x="8056872" y="168941"/>
                  </a:lnTo>
                  <a:lnTo>
                    <a:pt x="8057124" y="168941"/>
                  </a:lnTo>
                  <a:lnTo>
                    <a:pt x="8057755" y="168941"/>
                  </a:lnTo>
                  <a:lnTo>
                    <a:pt x="8058007" y="168941"/>
                  </a:lnTo>
                  <a:lnTo>
                    <a:pt x="8058511" y="168941"/>
                  </a:lnTo>
                  <a:lnTo>
                    <a:pt x="8059016" y="168941"/>
                  </a:lnTo>
                  <a:lnTo>
                    <a:pt x="8059142" y="168941"/>
                  </a:lnTo>
                  <a:lnTo>
                    <a:pt x="8059268" y="168941"/>
                  </a:lnTo>
                  <a:lnTo>
                    <a:pt x="8059394" y="168941"/>
                  </a:lnTo>
                  <a:lnTo>
                    <a:pt x="8059520" y="168941"/>
                  </a:lnTo>
                  <a:lnTo>
                    <a:pt x="8059646" y="168941"/>
                  </a:lnTo>
                  <a:lnTo>
                    <a:pt x="8059772" y="168941"/>
                  </a:lnTo>
                  <a:lnTo>
                    <a:pt x="8059898" y="168941"/>
                  </a:lnTo>
                  <a:lnTo>
                    <a:pt x="8060024" y="168941"/>
                  </a:lnTo>
                  <a:lnTo>
                    <a:pt x="8060150" y="168941"/>
                  </a:lnTo>
                  <a:lnTo>
                    <a:pt x="8060277" y="168941"/>
                  </a:lnTo>
                  <a:lnTo>
                    <a:pt x="8060403" y="168941"/>
                  </a:lnTo>
                  <a:lnTo>
                    <a:pt x="8060655" y="168941"/>
                  </a:lnTo>
                  <a:lnTo>
                    <a:pt x="8061033" y="168941"/>
                  </a:lnTo>
                  <a:lnTo>
                    <a:pt x="8061285" y="168941"/>
                  </a:lnTo>
                  <a:lnTo>
                    <a:pt x="8061790" y="168941"/>
                  </a:lnTo>
                  <a:lnTo>
                    <a:pt x="8061916" y="168941"/>
                  </a:lnTo>
                  <a:lnTo>
                    <a:pt x="8062168" y="168941"/>
                  </a:lnTo>
                  <a:lnTo>
                    <a:pt x="8062546" y="168941"/>
                  </a:lnTo>
                  <a:lnTo>
                    <a:pt x="8062672" y="168941"/>
                  </a:lnTo>
                  <a:lnTo>
                    <a:pt x="8062924" y="168941"/>
                  </a:lnTo>
                  <a:lnTo>
                    <a:pt x="8063555" y="168941"/>
                  </a:lnTo>
                  <a:lnTo>
                    <a:pt x="8063681" y="168941"/>
                  </a:lnTo>
                  <a:lnTo>
                    <a:pt x="8063933" y="168941"/>
                  </a:lnTo>
                  <a:lnTo>
                    <a:pt x="8064185" y="168941"/>
                  </a:lnTo>
                  <a:lnTo>
                    <a:pt x="8064563" y="168941"/>
                  </a:lnTo>
                  <a:lnTo>
                    <a:pt x="8064690" y="168941"/>
                  </a:lnTo>
                  <a:lnTo>
                    <a:pt x="8064690" y="163662"/>
                  </a:lnTo>
                  <a:lnTo>
                    <a:pt x="8064942" y="158382"/>
                  </a:lnTo>
                  <a:lnTo>
                    <a:pt x="8065068" y="158382"/>
                  </a:lnTo>
                  <a:lnTo>
                    <a:pt x="8065320" y="158382"/>
                  </a:lnTo>
                  <a:lnTo>
                    <a:pt x="8065446" y="158382"/>
                  </a:lnTo>
                  <a:lnTo>
                    <a:pt x="8065698" y="158382"/>
                  </a:lnTo>
                  <a:lnTo>
                    <a:pt x="8067842" y="153103"/>
                  </a:lnTo>
                  <a:lnTo>
                    <a:pt x="8068346" y="153103"/>
                  </a:lnTo>
                  <a:lnTo>
                    <a:pt x="8068472" y="153103"/>
                  </a:lnTo>
                  <a:lnTo>
                    <a:pt x="8068724" y="153103"/>
                  </a:lnTo>
                  <a:lnTo>
                    <a:pt x="8068850" y="153103"/>
                  </a:lnTo>
                  <a:lnTo>
                    <a:pt x="8068977" y="153103"/>
                  </a:lnTo>
                  <a:lnTo>
                    <a:pt x="8069103" y="153103"/>
                  </a:lnTo>
                  <a:lnTo>
                    <a:pt x="8069607" y="153103"/>
                  </a:lnTo>
                  <a:lnTo>
                    <a:pt x="8069733" y="153103"/>
                  </a:lnTo>
                  <a:lnTo>
                    <a:pt x="8070111" y="153103"/>
                  </a:lnTo>
                  <a:lnTo>
                    <a:pt x="8070237" y="153103"/>
                  </a:lnTo>
                  <a:lnTo>
                    <a:pt x="8070364" y="153103"/>
                  </a:lnTo>
                  <a:lnTo>
                    <a:pt x="8070490" y="153103"/>
                  </a:lnTo>
                  <a:lnTo>
                    <a:pt x="8070994" y="153103"/>
                  </a:lnTo>
                  <a:lnTo>
                    <a:pt x="8071120" y="153103"/>
                  </a:lnTo>
                  <a:lnTo>
                    <a:pt x="8071372" y="153103"/>
                  </a:lnTo>
                  <a:lnTo>
                    <a:pt x="8072381" y="153103"/>
                  </a:lnTo>
                  <a:lnTo>
                    <a:pt x="8073137" y="153103"/>
                  </a:lnTo>
                  <a:lnTo>
                    <a:pt x="8073768" y="153103"/>
                  </a:lnTo>
                  <a:lnTo>
                    <a:pt x="8073894" y="153103"/>
                  </a:lnTo>
                  <a:lnTo>
                    <a:pt x="8074146" y="153103"/>
                  </a:lnTo>
                  <a:lnTo>
                    <a:pt x="8074272" y="153103"/>
                  </a:lnTo>
                  <a:lnTo>
                    <a:pt x="8074524" y="153103"/>
                  </a:lnTo>
                  <a:lnTo>
                    <a:pt x="8074651" y="153103"/>
                  </a:lnTo>
                  <a:lnTo>
                    <a:pt x="8074777" y="153103"/>
                  </a:lnTo>
                  <a:lnTo>
                    <a:pt x="8074903" y="153103"/>
                  </a:lnTo>
                  <a:lnTo>
                    <a:pt x="8075029" y="153103"/>
                  </a:lnTo>
                  <a:lnTo>
                    <a:pt x="8075155" y="153103"/>
                  </a:lnTo>
                  <a:lnTo>
                    <a:pt x="8075281" y="153103"/>
                  </a:lnTo>
                  <a:lnTo>
                    <a:pt x="8075533" y="153103"/>
                  </a:lnTo>
                  <a:lnTo>
                    <a:pt x="8076037" y="153103"/>
                  </a:lnTo>
                  <a:lnTo>
                    <a:pt x="8076164" y="153103"/>
                  </a:lnTo>
                  <a:lnTo>
                    <a:pt x="8076668" y="153103"/>
                  </a:lnTo>
                  <a:lnTo>
                    <a:pt x="8076794" y="153103"/>
                  </a:lnTo>
                  <a:lnTo>
                    <a:pt x="8076920" y="153103"/>
                  </a:lnTo>
                  <a:lnTo>
                    <a:pt x="8077046" y="153103"/>
                  </a:lnTo>
                  <a:lnTo>
                    <a:pt x="8077929" y="153103"/>
                  </a:lnTo>
                  <a:lnTo>
                    <a:pt x="8078055" y="153103"/>
                  </a:lnTo>
                  <a:lnTo>
                    <a:pt x="8078181" y="153103"/>
                  </a:lnTo>
                  <a:lnTo>
                    <a:pt x="8078433" y="153103"/>
                  </a:lnTo>
                  <a:lnTo>
                    <a:pt x="8078559" y="153103"/>
                  </a:lnTo>
                  <a:lnTo>
                    <a:pt x="8078811" y="153103"/>
                  </a:lnTo>
                  <a:lnTo>
                    <a:pt x="8078937" y="153103"/>
                  </a:lnTo>
                  <a:lnTo>
                    <a:pt x="8079442" y="153103"/>
                  </a:lnTo>
                  <a:lnTo>
                    <a:pt x="8079694" y="153103"/>
                  </a:lnTo>
                  <a:lnTo>
                    <a:pt x="8079946" y="153103"/>
                  </a:lnTo>
                  <a:lnTo>
                    <a:pt x="8080198" y="153103"/>
                  </a:lnTo>
                  <a:lnTo>
                    <a:pt x="8080451" y="153103"/>
                  </a:lnTo>
                  <a:lnTo>
                    <a:pt x="8080577" y="153103"/>
                  </a:lnTo>
                  <a:lnTo>
                    <a:pt x="8080829" y="153103"/>
                  </a:lnTo>
                  <a:lnTo>
                    <a:pt x="8081333" y="153103"/>
                  </a:lnTo>
                  <a:lnTo>
                    <a:pt x="8081711" y="153103"/>
                  </a:lnTo>
                  <a:lnTo>
                    <a:pt x="8081838" y="153103"/>
                  </a:lnTo>
                  <a:lnTo>
                    <a:pt x="8081964" y="153103"/>
                  </a:lnTo>
                  <a:lnTo>
                    <a:pt x="8082090" y="153103"/>
                  </a:lnTo>
                  <a:lnTo>
                    <a:pt x="8082468" y="153103"/>
                  </a:lnTo>
                  <a:lnTo>
                    <a:pt x="8082846" y="153103"/>
                  </a:lnTo>
                  <a:lnTo>
                    <a:pt x="8083224" y="153103"/>
                  </a:lnTo>
                  <a:lnTo>
                    <a:pt x="8083729" y="153103"/>
                  </a:lnTo>
                  <a:lnTo>
                    <a:pt x="8083855" y="153103"/>
                  </a:lnTo>
                  <a:lnTo>
                    <a:pt x="8084107" y="153103"/>
                  </a:lnTo>
                  <a:lnTo>
                    <a:pt x="8084359" y="153103"/>
                  </a:lnTo>
                  <a:lnTo>
                    <a:pt x="8084485" y="153103"/>
                  </a:lnTo>
                  <a:lnTo>
                    <a:pt x="8084485" y="147823"/>
                  </a:lnTo>
                  <a:lnTo>
                    <a:pt x="8084611" y="147823"/>
                  </a:lnTo>
                  <a:lnTo>
                    <a:pt x="8084738" y="147823"/>
                  </a:lnTo>
                  <a:lnTo>
                    <a:pt x="8084864" y="147823"/>
                  </a:lnTo>
                  <a:lnTo>
                    <a:pt x="8085116" y="147823"/>
                  </a:lnTo>
                  <a:lnTo>
                    <a:pt x="8085242" y="147823"/>
                  </a:lnTo>
                  <a:lnTo>
                    <a:pt x="8085746" y="147823"/>
                  </a:lnTo>
                  <a:lnTo>
                    <a:pt x="8085872" y="147823"/>
                  </a:lnTo>
                  <a:lnTo>
                    <a:pt x="8086377" y="147823"/>
                  </a:lnTo>
                  <a:lnTo>
                    <a:pt x="8086503" y="147823"/>
                  </a:lnTo>
                  <a:lnTo>
                    <a:pt x="8087133" y="147823"/>
                  </a:lnTo>
                  <a:lnTo>
                    <a:pt x="8087385" y="147823"/>
                  </a:lnTo>
                  <a:lnTo>
                    <a:pt x="8087638" y="147823"/>
                  </a:lnTo>
                  <a:lnTo>
                    <a:pt x="8087764" y="147823"/>
                  </a:lnTo>
                  <a:lnTo>
                    <a:pt x="8087890" y="147823"/>
                  </a:lnTo>
                  <a:lnTo>
                    <a:pt x="8088016" y="147823"/>
                  </a:lnTo>
                  <a:lnTo>
                    <a:pt x="8088394" y="147823"/>
                  </a:lnTo>
                  <a:lnTo>
                    <a:pt x="8088520" y="147823"/>
                  </a:lnTo>
                  <a:lnTo>
                    <a:pt x="8088646" y="147823"/>
                  </a:lnTo>
                  <a:lnTo>
                    <a:pt x="8088898" y="147823"/>
                  </a:lnTo>
                  <a:lnTo>
                    <a:pt x="8089277" y="147823"/>
                  </a:lnTo>
                  <a:lnTo>
                    <a:pt x="8089403" y="147823"/>
                  </a:lnTo>
                  <a:lnTo>
                    <a:pt x="8089655" y="147823"/>
                  </a:lnTo>
                  <a:lnTo>
                    <a:pt x="8089781" y="147823"/>
                  </a:lnTo>
                  <a:lnTo>
                    <a:pt x="8089907" y="147823"/>
                  </a:lnTo>
                  <a:lnTo>
                    <a:pt x="8090159" y="147823"/>
                  </a:lnTo>
                  <a:lnTo>
                    <a:pt x="8090285" y="147823"/>
                  </a:lnTo>
                  <a:lnTo>
                    <a:pt x="8090664" y="147823"/>
                  </a:lnTo>
                  <a:lnTo>
                    <a:pt x="8090664" y="142544"/>
                  </a:lnTo>
                  <a:lnTo>
                    <a:pt x="8090790" y="142544"/>
                  </a:lnTo>
                  <a:lnTo>
                    <a:pt x="8090916" y="142544"/>
                  </a:lnTo>
                  <a:lnTo>
                    <a:pt x="8091042" y="142544"/>
                  </a:lnTo>
                  <a:lnTo>
                    <a:pt x="8091168" y="142544"/>
                  </a:lnTo>
                  <a:lnTo>
                    <a:pt x="8091294" y="142544"/>
                  </a:lnTo>
                  <a:lnTo>
                    <a:pt x="8091420" y="142544"/>
                  </a:lnTo>
                  <a:lnTo>
                    <a:pt x="8091546" y="142544"/>
                  </a:lnTo>
                  <a:lnTo>
                    <a:pt x="8091672" y="142544"/>
                  </a:lnTo>
                  <a:lnTo>
                    <a:pt x="8092051" y="142544"/>
                  </a:lnTo>
                  <a:lnTo>
                    <a:pt x="8092303" y="142544"/>
                  </a:lnTo>
                  <a:lnTo>
                    <a:pt x="8092807" y="142544"/>
                  </a:lnTo>
                  <a:lnTo>
                    <a:pt x="8093059" y="142544"/>
                  </a:lnTo>
                  <a:lnTo>
                    <a:pt x="8093185" y="142544"/>
                  </a:lnTo>
                  <a:lnTo>
                    <a:pt x="8093311" y="142544"/>
                  </a:lnTo>
                  <a:lnTo>
                    <a:pt x="8093564" y="142544"/>
                  </a:lnTo>
                  <a:lnTo>
                    <a:pt x="8093942" y="142544"/>
                  </a:lnTo>
                  <a:lnTo>
                    <a:pt x="8094194" y="142544"/>
                  </a:lnTo>
                  <a:lnTo>
                    <a:pt x="8094320" y="142544"/>
                  </a:lnTo>
                  <a:lnTo>
                    <a:pt x="8094825" y="142544"/>
                  </a:lnTo>
                  <a:lnTo>
                    <a:pt x="8095077" y="142544"/>
                  </a:lnTo>
                  <a:lnTo>
                    <a:pt x="8095329" y="142544"/>
                  </a:lnTo>
                  <a:lnTo>
                    <a:pt x="8095833" y="142544"/>
                  </a:lnTo>
                  <a:lnTo>
                    <a:pt x="8095959" y="142544"/>
                  </a:lnTo>
                  <a:lnTo>
                    <a:pt x="8096464" y="142544"/>
                  </a:lnTo>
                  <a:lnTo>
                    <a:pt x="8096590" y="142544"/>
                  </a:lnTo>
                  <a:lnTo>
                    <a:pt x="8097094" y="142544"/>
                  </a:lnTo>
                  <a:lnTo>
                    <a:pt x="8098355" y="142544"/>
                  </a:lnTo>
                  <a:lnTo>
                    <a:pt x="8098859" y="142544"/>
                  </a:lnTo>
                  <a:lnTo>
                    <a:pt x="8099112" y="142544"/>
                  </a:lnTo>
                  <a:lnTo>
                    <a:pt x="8099238" y="142544"/>
                  </a:lnTo>
                  <a:lnTo>
                    <a:pt x="8099490" y="142544"/>
                  </a:lnTo>
                  <a:lnTo>
                    <a:pt x="8100120" y="142544"/>
                  </a:lnTo>
                  <a:lnTo>
                    <a:pt x="8100246" y="142544"/>
                  </a:lnTo>
                  <a:lnTo>
                    <a:pt x="8100498" y="142544"/>
                  </a:lnTo>
                  <a:lnTo>
                    <a:pt x="8100877" y="142544"/>
                  </a:lnTo>
                  <a:lnTo>
                    <a:pt x="8101129" y="142544"/>
                  </a:lnTo>
                  <a:lnTo>
                    <a:pt x="8101507" y="142544"/>
                  </a:lnTo>
                  <a:lnTo>
                    <a:pt x="8101759" y="142544"/>
                  </a:lnTo>
                  <a:lnTo>
                    <a:pt x="8102768" y="142544"/>
                  </a:lnTo>
                  <a:lnTo>
                    <a:pt x="8102894" y="142544"/>
                  </a:lnTo>
                  <a:lnTo>
                    <a:pt x="8103020" y="142544"/>
                  </a:lnTo>
                  <a:lnTo>
                    <a:pt x="8103272" y="142544"/>
                  </a:lnTo>
                  <a:lnTo>
                    <a:pt x="8103651" y="142544"/>
                  </a:lnTo>
                  <a:lnTo>
                    <a:pt x="8103903" y="142544"/>
                  </a:lnTo>
                  <a:lnTo>
                    <a:pt x="8104155" y="142544"/>
                  </a:lnTo>
                  <a:lnTo>
                    <a:pt x="8104281" y="142544"/>
                  </a:lnTo>
                  <a:lnTo>
                    <a:pt x="8104407" y="142544"/>
                  </a:lnTo>
                  <a:lnTo>
                    <a:pt x="8104533" y="142544"/>
                  </a:lnTo>
                  <a:lnTo>
                    <a:pt x="8104659" y="142544"/>
                  </a:lnTo>
                  <a:lnTo>
                    <a:pt x="8104785" y="142544"/>
                  </a:lnTo>
                  <a:lnTo>
                    <a:pt x="8104912" y="142544"/>
                  </a:lnTo>
                  <a:lnTo>
                    <a:pt x="8105164" y="142544"/>
                  </a:lnTo>
                  <a:lnTo>
                    <a:pt x="8106046" y="142544"/>
                  </a:lnTo>
                  <a:lnTo>
                    <a:pt x="8106172" y="142544"/>
                  </a:lnTo>
                  <a:lnTo>
                    <a:pt x="8106298" y="142544"/>
                  </a:lnTo>
                  <a:lnTo>
                    <a:pt x="8106677" y="142544"/>
                  </a:lnTo>
                  <a:lnTo>
                    <a:pt x="8107055" y="142544"/>
                  </a:lnTo>
                  <a:lnTo>
                    <a:pt x="8107307" y="142544"/>
                  </a:lnTo>
                  <a:lnTo>
                    <a:pt x="8107559" y="142544"/>
                  </a:lnTo>
                  <a:lnTo>
                    <a:pt x="8108190" y="142544"/>
                  </a:lnTo>
                  <a:lnTo>
                    <a:pt x="8108820" y="142544"/>
                  </a:lnTo>
                  <a:lnTo>
                    <a:pt x="8109072" y="142544"/>
                  </a:lnTo>
                  <a:lnTo>
                    <a:pt x="8109451" y="142544"/>
                  </a:lnTo>
                  <a:lnTo>
                    <a:pt x="8109577" y="142544"/>
                  </a:lnTo>
                  <a:lnTo>
                    <a:pt x="8109703" y="142544"/>
                  </a:lnTo>
                  <a:lnTo>
                    <a:pt x="8109955" y="142544"/>
                  </a:lnTo>
                  <a:lnTo>
                    <a:pt x="8110081" y="142544"/>
                  </a:lnTo>
                  <a:lnTo>
                    <a:pt x="8110207" y="142544"/>
                  </a:lnTo>
                  <a:lnTo>
                    <a:pt x="8110333" y="142544"/>
                  </a:lnTo>
                  <a:lnTo>
                    <a:pt x="8110459" y="142544"/>
                  </a:lnTo>
                  <a:lnTo>
                    <a:pt x="8110712" y="142544"/>
                  </a:lnTo>
                  <a:lnTo>
                    <a:pt x="8110964" y="142544"/>
                  </a:lnTo>
                  <a:lnTo>
                    <a:pt x="8111090" y="142544"/>
                  </a:lnTo>
                  <a:lnTo>
                    <a:pt x="8111216" y="142544"/>
                  </a:lnTo>
                  <a:lnTo>
                    <a:pt x="8111468" y="137264"/>
                  </a:lnTo>
                  <a:lnTo>
                    <a:pt x="8111594" y="137264"/>
                  </a:lnTo>
                  <a:lnTo>
                    <a:pt x="8111972" y="137264"/>
                  </a:lnTo>
                  <a:lnTo>
                    <a:pt x="8112729" y="137264"/>
                  </a:lnTo>
                  <a:lnTo>
                    <a:pt x="8113485" y="137264"/>
                  </a:lnTo>
                  <a:lnTo>
                    <a:pt x="8113990" y="137264"/>
                  </a:lnTo>
                  <a:lnTo>
                    <a:pt x="8114368" y="137264"/>
                  </a:lnTo>
                  <a:lnTo>
                    <a:pt x="8114620" y="137264"/>
                  </a:lnTo>
                  <a:lnTo>
                    <a:pt x="8114746" y="137264"/>
                  </a:lnTo>
                  <a:lnTo>
                    <a:pt x="8114872" y="137264"/>
                  </a:lnTo>
                  <a:lnTo>
                    <a:pt x="8114999" y="137264"/>
                  </a:lnTo>
                  <a:lnTo>
                    <a:pt x="8115125" y="137264"/>
                  </a:lnTo>
                  <a:lnTo>
                    <a:pt x="8115251" y="137264"/>
                  </a:lnTo>
                  <a:lnTo>
                    <a:pt x="8115377" y="137264"/>
                  </a:lnTo>
                  <a:lnTo>
                    <a:pt x="8115755" y="137264"/>
                  </a:lnTo>
                  <a:lnTo>
                    <a:pt x="8116007" y="137264"/>
                  </a:lnTo>
                  <a:lnTo>
                    <a:pt x="8116133" y="137264"/>
                  </a:lnTo>
                  <a:lnTo>
                    <a:pt x="8116259" y="137264"/>
                  </a:lnTo>
                  <a:lnTo>
                    <a:pt x="8117646" y="137264"/>
                  </a:lnTo>
                  <a:lnTo>
                    <a:pt x="8117772" y="137264"/>
                  </a:lnTo>
                  <a:lnTo>
                    <a:pt x="8117899" y="137264"/>
                  </a:lnTo>
                  <a:lnTo>
                    <a:pt x="8118025" y="137264"/>
                  </a:lnTo>
                  <a:lnTo>
                    <a:pt x="8118151" y="137264"/>
                  </a:lnTo>
                  <a:lnTo>
                    <a:pt x="8118403" y="137264"/>
                  </a:lnTo>
                  <a:lnTo>
                    <a:pt x="8118529" y="137264"/>
                  </a:lnTo>
                  <a:lnTo>
                    <a:pt x="8119159" y="137264"/>
                  </a:lnTo>
                  <a:lnTo>
                    <a:pt x="8119286" y="137264"/>
                  </a:lnTo>
                  <a:lnTo>
                    <a:pt x="8119412" y="137264"/>
                  </a:lnTo>
                  <a:lnTo>
                    <a:pt x="8119538" y="137264"/>
                  </a:lnTo>
                  <a:lnTo>
                    <a:pt x="8119664" y="137264"/>
                  </a:lnTo>
                  <a:lnTo>
                    <a:pt x="8119790" y="137264"/>
                  </a:lnTo>
                  <a:lnTo>
                    <a:pt x="8119916" y="137264"/>
                  </a:lnTo>
                  <a:lnTo>
                    <a:pt x="8120042" y="137264"/>
                  </a:lnTo>
                  <a:lnTo>
                    <a:pt x="8120294" y="137264"/>
                  </a:lnTo>
                  <a:lnTo>
                    <a:pt x="8121177" y="137264"/>
                  </a:lnTo>
                  <a:lnTo>
                    <a:pt x="8121303" y="137264"/>
                  </a:lnTo>
                  <a:lnTo>
                    <a:pt x="8122059" y="137264"/>
                  </a:lnTo>
                  <a:lnTo>
                    <a:pt x="8122312" y="137264"/>
                  </a:lnTo>
                  <a:lnTo>
                    <a:pt x="8122438" y="137264"/>
                  </a:lnTo>
                  <a:lnTo>
                    <a:pt x="8122690" y="137264"/>
                  </a:lnTo>
                  <a:lnTo>
                    <a:pt x="8122816" y="137264"/>
                  </a:lnTo>
                  <a:lnTo>
                    <a:pt x="8122942" y="137264"/>
                  </a:lnTo>
                  <a:lnTo>
                    <a:pt x="8123446" y="137264"/>
                  </a:lnTo>
                  <a:lnTo>
                    <a:pt x="8123573" y="137264"/>
                  </a:lnTo>
                  <a:lnTo>
                    <a:pt x="8123825" y="137264"/>
                  </a:lnTo>
                  <a:lnTo>
                    <a:pt x="8124077" y="137264"/>
                  </a:lnTo>
                  <a:lnTo>
                    <a:pt x="8124329" y="137264"/>
                  </a:lnTo>
                  <a:lnTo>
                    <a:pt x="8124455" y="137264"/>
                  </a:lnTo>
                  <a:lnTo>
                    <a:pt x="8124707" y="137264"/>
                  </a:lnTo>
                  <a:lnTo>
                    <a:pt x="8124833" y="137264"/>
                  </a:lnTo>
                  <a:lnTo>
                    <a:pt x="8124959" y="137264"/>
                  </a:lnTo>
                  <a:lnTo>
                    <a:pt x="8125086" y="137264"/>
                  </a:lnTo>
                  <a:lnTo>
                    <a:pt x="8126473" y="137264"/>
                  </a:lnTo>
                  <a:lnTo>
                    <a:pt x="8126725" y="137264"/>
                  </a:lnTo>
                  <a:lnTo>
                    <a:pt x="8126851" y="137264"/>
                  </a:lnTo>
                  <a:lnTo>
                    <a:pt x="8126977" y="137264"/>
                  </a:lnTo>
                  <a:lnTo>
                    <a:pt x="8127103" y="137264"/>
                  </a:lnTo>
                  <a:lnTo>
                    <a:pt x="8127355" y="137264"/>
                  </a:lnTo>
                  <a:lnTo>
                    <a:pt x="8127859" y="137264"/>
                  </a:lnTo>
                  <a:lnTo>
                    <a:pt x="8128112" y="137264"/>
                  </a:lnTo>
                  <a:lnTo>
                    <a:pt x="8128364" y="137264"/>
                  </a:lnTo>
                  <a:lnTo>
                    <a:pt x="8128490" y="137264"/>
                  </a:lnTo>
                  <a:lnTo>
                    <a:pt x="8128742" y="137264"/>
                  </a:lnTo>
                  <a:lnTo>
                    <a:pt x="8128868" y="137264"/>
                  </a:lnTo>
                  <a:lnTo>
                    <a:pt x="8129373" y="137264"/>
                  </a:lnTo>
                  <a:lnTo>
                    <a:pt x="8129499" y="137264"/>
                  </a:lnTo>
                  <a:lnTo>
                    <a:pt x="8130003" y="137264"/>
                  </a:lnTo>
                  <a:lnTo>
                    <a:pt x="8130129" y="137264"/>
                  </a:lnTo>
                  <a:lnTo>
                    <a:pt x="8130633" y="137264"/>
                  </a:lnTo>
                  <a:lnTo>
                    <a:pt x="8130759" y="137264"/>
                  </a:lnTo>
                  <a:lnTo>
                    <a:pt x="8131138" y="137264"/>
                  </a:lnTo>
                  <a:lnTo>
                    <a:pt x="8131516" y="137264"/>
                  </a:lnTo>
                  <a:lnTo>
                    <a:pt x="8131642" y="137264"/>
                  </a:lnTo>
                  <a:lnTo>
                    <a:pt x="8131894" y="137264"/>
                  </a:lnTo>
                  <a:lnTo>
                    <a:pt x="8132020" y="137264"/>
                  </a:lnTo>
                  <a:lnTo>
                    <a:pt x="8132146" y="137264"/>
                  </a:lnTo>
                  <a:lnTo>
                    <a:pt x="8132273" y="137264"/>
                  </a:lnTo>
                  <a:lnTo>
                    <a:pt x="8132399" y="137264"/>
                  </a:lnTo>
                  <a:lnTo>
                    <a:pt x="8132651" y="137264"/>
                  </a:lnTo>
                  <a:lnTo>
                    <a:pt x="8132777" y="137264"/>
                  </a:lnTo>
                  <a:lnTo>
                    <a:pt x="8133029" y="137264"/>
                  </a:lnTo>
                  <a:lnTo>
                    <a:pt x="8133155" y="137264"/>
                  </a:lnTo>
                  <a:lnTo>
                    <a:pt x="8133407" y="137264"/>
                  </a:lnTo>
                  <a:lnTo>
                    <a:pt x="8133533" y="137264"/>
                  </a:lnTo>
                  <a:lnTo>
                    <a:pt x="8133786" y="137264"/>
                  </a:lnTo>
                  <a:lnTo>
                    <a:pt x="8133912" y="137264"/>
                  </a:lnTo>
                  <a:lnTo>
                    <a:pt x="8134290" y="137264"/>
                  </a:lnTo>
                  <a:lnTo>
                    <a:pt x="8134920" y="137264"/>
                  </a:lnTo>
                  <a:lnTo>
                    <a:pt x="8135046" y="137264"/>
                  </a:lnTo>
                  <a:lnTo>
                    <a:pt x="8135425" y="137264"/>
                  </a:lnTo>
                  <a:lnTo>
                    <a:pt x="8135677" y="137264"/>
                  </a:lnTo>
                  <a:lnTo>
                    <a:pt x="8135803" y="137264"/>
                  </a:lnTo>
                  <a:lnTo>
                    <a:pt x="8135929" y="137264"/>
                  </a:lnTo>
                  <a:lnTo>
                    <a:pt x="8136812" y="137264"/>
                  </a:lnTo>
                  <a:lnTo>
                    <a:pt x="8136938" y="137264"/>
                  </a:lnTo>
                  <a:lnTo>
                    <a:pt x="8137064" y="137264"/>
                  </a:lnTo>
                  <a:lnTo>
                    <a:pt x="8137568" y="137264"/>
                  </a:lnTo>
                  <a:lnTo>
                    <a:pt x="8137694" y="137264"/>
                  </a:lnTo>
                  <a:lnTo>
                    <a:pt x="8138073" y="137264"/>
                  </a:lnTo>
                  <a:lnTo>
                    <a:pt x="8138199" y="137264"/>
                  </a:lnTo>
                  <a:lnTo>
                    <a:pt x="8138451" y="137264"/>
                  </a:lnTo>
                  <a:lnTo>
                    <a:pt x="8138577" y="137264"/>
                  </a:lnTo>
                  <a:lnTo>
                    <a:pt x="8138703" y="137264"/>
                  </a:lnTo>
                  <a:lnTo>
                    <a:pt x="8138829" y="137264"/>
                  </a:lnTo>
                  <a:lnTo>
                    <a:pt x="8138955" y="137264"/>
                  </a:lnTo>
                  <a:lnTo>
                    <a:pt x="8139207" y="131985"/>
                  </a:lnTo>
                  <a:lnTo>
                    <a:pt x="8139586" y="131985"/>
                  </a:lnTo>
                  <a:lnTo>
                    <a:pt x="8139838" y="131985"/>
                  </a:lnTo>
                  <a:lnTo>
                    <a:pt x="8140216" y="131985"/>
                  </a:lnTo>
                  <a:lnTo>
                    <a:pt x="8140342" y="131985"/>
                  </a:lnTo>
                  <a:lnTo>
                    <a:pt x="8140594" y="131985"/>
                  </a:lnTo>
                  <a:lnTo>
                    <a:pt x="8141225" y="131985"/>
                  </a:lnTo>
                  <a:lnTo>
                    <a:pt x="8141477" y="131985"/>
                  </a:lnTo>
                  <a:lnTo>
                    <a:pt x="8141855" y="131985"/>
                  </a:lnTo>
                  <a:lnTo>
                    <a:pt x="8141981" y="131985"/>
                  </a:lnTo>
                  <a:lnTo>
                    <a:pt x="8142486" y="131985"/>
                  </a:lnTo>
                  <a:lnTo>
                    <a:pt x="8142612" y="131985"/>
                  </a:lnTo>
                  <a:lnTo>
                    <a:pt x="8142990" y="131985"/>
                  </a:lnTo>
                  <a:lnTo>
                    <a:pt x="8143116" y="131985"/>
                  </a:lnTo>
                  <a:lnTo>
                    <a:pt x="8143494" y="131985"/>
                  </a:lnTo>
                  <a:lnTo>
                    <a:pt x="8143999" y="131985"/>
                  </a:lnTo>
                  <a:lnTo>
                    <a:pt x="8144125" y="131985"/>
                  </a:lnTo>
                  <a:lnTo>
                    <a:pt x="8144503" y="131985"/>
                  </a:lnTo>
                  <a:lnTo>
                    <a:pt x="8144881" y="131985"/>
                  </a:lnTo>
                  <a:lnTo>
                    <a:pt x="8145007" y="131985"/>
                  </a:lnTo>
                  <a:lnTo>
                    <a:pt x="8145260" y="131985"/>
                  </a:lnTo>
                  <a:lnTo>
                    <a:pt x="8145890" y="131985"/>
                  </a:lnTo>
                  <a:lnTo>
                    <a:pt x="8146142" y="131985"/>
                  </a:lnTo>
                  <a:lnTo>
                    <a:pt x="8146394" y="131985"/>
                  </a:lnTo>
                  <a:lnTo>
                    <a:pt x="8146647" y="126706"/>
                  </a:lnTo>
                  <a:lnTo>
                    <a:pt x="8146899" y="126706"/>
                  </a:lnTo>
                  <a:lnTo>
                    <a:pt x="8147529" y="126706"/>
                  </a:lnTo>
                  <a:lnTo>
                    <a:pt x="8147655" y="126706"/>
                  </a:lnTo>
                  <a:lnTo>
                    <a:pt x="8147781" y="126706"/>
                  </a:lnTo>
                  <a:lnTo>
                    <a:pt x="8147907" y="126706"/>
                  </a:lnTo>
                  <a:lnTo>
                    <a:pt x="8148160" y="126706"/>
                  </a:lnTo>
                  <a:lnTo>
                    <a:pt x="8148538" y="126706"/>
                  </a:lnTo>
                  <a:lnTo>
                    <a:pt x="8148916" y="126706"/>
                  </a:lnTo>
                  <a:lnTo>
                    <a:pt x="8149042" y="126706"/>
                  </a:lnTo>
                  <a:lnTo>
                    <a:pt x="8149168" y="126706"/>
                  </a:lnTo>
                  <a:lnTo>
                    <a:pt x="8149294" y="126706"/>
                  </a:lnTo>
                  <a:lnTo>
                    <a:pt x="8149420" y="126706"/>
                  </a:lnTo>
                  <a:lnTo>
                    <a:pt x="8149673" y="126706"/>
                  </a:lnTo>
                  <a:lnTo>
                    <a:pt x="8150177" y="121426"/>
                  </a:lnTo>
                  <a:lnTo>
                    <a:pt x="8150555" y="121426"/>
                  </a:lnTo>
                  <a:lnTo>
                    <a:pt x="8150681" y="121426"/>
                  </a:lnTo>
                  <a:lnTo>
                    <a:pt x="8150934" y="121426"/>
                  </a:lnTo>
                  <a:lnTo>
                    <a:pt x="8151060" y="121426"/>
                  </a:lnTo>
                  <a:lnTo>
                    <a:pt x="8151186" y="121426"/>
                  </a:lnTo>
                  <a:lnTo>
                    <a:pt x="8151438" y="121426"/>
                  </a:lnTo>
                  <a:lnTo>
                    <a:pt x="8151816" y="121426"/>
                  </a:lnTo>
                  <a:lnTo>
                    <a:pt x="8151942" y="121426"/>
                  </a:lnTo>
                  <a:lnTo>
                    <a:pt x="8152068" y="121426"/>
                  </a:lnTo>
                  <a:lnTo>
                    <a:pt x="8152320" y="121426"/>
                  </a:lnTo>
                  <a:lnTo>
                    <a:pt x="8152573" y="121426"/>
                  </a:lnTo>
                  <a:lnTo>
                    <a:pt x="8152699" y="121426"/>
                  </a:lnTo>
                  <a:lnTo>
                    <a:pt x="8153077" y="121426"/>
                  </a:lnTo>
                  <a:lnTo>
                    <a:pt x="8153329" y="121426"/>
                  </a:lnTo>
                  <a:lnTo>
                    <a:pt x="8153707" y="121426"/>
                  </a:lnTo>
                  <a:lnTo>
                    <a:pt x="8153960" y="121426"/>
                  </a:lnTo>
                  <a:lnTo>
                    <a:pt x="8154086" y="121426"/>
                  </a:lnTo>
                  <a:lnTo>
                    <a:pt x="8154338" y="121426"/>
                  </a:lnTo>
                  <a:lnTo>
                    <a:pt x="8154464" y="121426"/>
                  </a:lnTo>
                  <a:lnTo>
                    <a:pt x="8154590" y="121426"/>
                  </a:lnTo>
                  <a:lnTo>
                    <a:pt x="8154716" y="121426"/>
                  </a:lnTo>
                  <a:lnTo>
                    <a:pt x="8154842" y="121426"/>
                  </a:lnTo>
                  <a:lnTo>
                    <a:pt x="8154968" y="121426"/>
                  </a:lnTo>
                  <a:lnTo>
                    <a:pt x="8155094" y="121426"/>
                  </a:lnTo>
                  <a:lnTo>
                    <a:pt x="8155220" y="121426"/>
                  </a:lnTo>
                  <a:lnTo>
                    <a:pt x="8155347" y="121426"/>
                  </a:lnTo>
                  <a:lnTo>
                    <a:pt x="8155725" y="121426"/>
                  </a:lnTo>
                  <a:lnTo>
                    <a:pt x="8155851" y="121426"/>
                  </a:lnTo>
                  <a:lnTo>
                    <a:pt x="8155977" y="121426"/>
                  </a:lnTo>
                  <a:lnTo>
                    <a:pt x="8156229" y="121426"/>
                  </a:lnTo>
                  <a:lnTo>
                    <a:pt x="8156860" y="121426"/>
                  </a:lnTo>
                  <a:lnTo>
                    <a:pt x="8157238" y="121426"/>
                  </a:lnTo>
                  <a:lnTo>
                    <a:pt x="8157364" y="121426"/>
                  </a:lnTo>
                  <a:lnTo>
                    <a:pt x="8157490" y="121426"/>
                  </a:lnTo>
                  <a:lnTo>
                    <a:pt x="8157616" y="121426"/>
                  </a:lnTo>
                  <a:lnTo>
                    <a:pt x="8157742" y="121426"/>
                  </a:lnTo>
                  <a:lnTo>
                    <a:pt x="8157868" y="121426"/>
                  </a:lnTo>
                  <a:lnTo>
                    <a:pt x="8157994" y="121426"/>
                  </a:lnTo>
                  <a:lnTo>
                    <a:pt x="8158121" y="121426"/>
                  </a:lnTo>
                  <a:lnTo>
                    <a:pt x="8158373" y="121426"/>
                  </a:lnTo>
                  <a:lnTo>
                    <a:pt x="8158751" y="121426"/>
                  </a:lnTo>
                  <a:lnTo>
                    <a:pt x="8159003" y="121426"/>
                  </a:lnTo>
                  <a:lnTo>
                    <a:pt x="8159507" y="121426"/>
                  </a:lnTo>
                  <a:lnTo>
                    <a:pt x="8159760" y="121426"/>
                  </a:lnTo>
                  <a:lnTo>
                    <a:pt x="8160138" y="121426"/>
                  </a:lnTo>
                  <a:lnTo>
                    <a:pt x="8160264" y="121426"/>
                  </a:lnTo>
                  <a:lnTo>
                    <a:pt x="8160390" y="121426"/>
                  </a:lnTo>
                  <a:lnTo>
                    <a:pt x="8160516" y="121426"/>
                  </a:lnTo>
                  <a:lnTo>
                    <a:pt x="8160642" y="121426"/>
                  </a:lnTo>
                  <a:lnTo>
                    <a:pt x="8160768" y="121426"/>
                  </a:lnTo>
                  <a:lnTo>
                    <a:pt x="8160894" y="121426"/>
                  </a:lnTo>
                  <a:lnTo>
                    <a:pt x="8161021" y="121426"/>
                  </a:lnTo>
                  <a:lnTo>
                    <a:pt x="8161273" y="121426"/>
                  </a:lnTo>
                  <a:lnTo>
                    <a:pt x="8161525" y="121426"/>
                  </a:lnTo>
                  <a:lnTo>
                    <a:pt x="8161651" y="121426"/>
                  </a:lnTo>
                  <a:lnTo>
                    <a:pt x="8161903" y="121426"/>
                  </a:lnTo>
                  <a:lnTo>
                    <a:pt x="8162155" y="121426"/>
                  </a:lnTo>
                  <a:lnTo>
                    <a:pt x="8162281" y="121426"/>
                  </a:lnTo>
                  <a:lnTo>
                    <a:pt x="8162534" y="121426"/>
                  </a:lnTo>
                  <a:lnTo>
                    <a:pt x="8162660" y="121426"/>
                  </a:lnTo>
                  <a:lnTo>
                    <a:pt x="8162786" y="121426"/>
                  </a:lnTo>
                  <a:lnTo>
                    <a:pt x="8162912" y="121426"/>
                  </a:lnTo>
                  <a:lnTo>
                    <a:pt x="8163038" y="121426"/>
                  </a:lnTo>
                  <a:lnTo>
                    <a:pt x="8163290" y="121426"/>
                  </a:lnTo>
                  <a:lnTo>
                    <a:pt x="8163794" y="121426"/>
                  </a:lnTo>
                  <a:lnTo>
                    <a:pt x="8163921" y="121426"/>
                  </a:lnTo>
                  <a:lnTo>
                    <a:pt x="8164173" y="121426"/>
                  </a:lnTo>
                  <a:lnTo>
                    <a:pt x="8164299" y="121426"/>
                  </a:lnTo>
                  <a:lnTo>
                    <a:pt x="8164803" y="121426"/>
                  </a:lnTo>
                  <a:lnTo>
                    <a:pt x="8165055" y="121426"/>
                  </a:lnTo>
                  <a:lnTo>
                    <a:pt x="8165181" y="121426"/>
                  </a:lnTo>
                  <a:lnTo>
                    <a:pt x="8165686" y="121426"/>
                  </a:lnTo>
                  <a:lnTo>
                    <a:pt x="8165938" y="121426"/>
                  </a:lnTo>
                  <a:lnTo>
                    <a:pt x="8166442" y="121426"/>
                  </a:lnTo>
                  <a:lnTo>
                    <a:pt x="8166694" y="121426"/>
                  </a:lnTo>
                  <a:lnTo>
                    <a:pt x="8170603" y="121426"/>
                  </a:lnTo>
                  <a:lnTo>
                    <a:pt x="8170729" y="121426"/>
                  </a:lnTo>
                  <a:lnTo>
                    <a:pt x="8170981" y="121426"/>
                  </a:lnTo>
                  <a:lnTo>
                    <a:pt x="8171108" y="121426"/>
                  </a:lnTo>
                  <a:lnTo>
                    <a:pt x="8171234" y="121426"/>
                  </a:lnTo>
                  <a:lnTo>
                    <a:pt x="8171738" y="121426"/>
                  </a:lnTo>
                  <a:lnTo>
                    <a:pt x="8171990" y="121426"/>
                  </a:lnTo>
                  <a:lnTo>
                    <a:pt x="8172116" y="121426"/>
                  </a:lnTo>
                  <a:lnTo>
                    <a:pt x="8172242" y="121426"/>
                  </a:lnTo>
                  <a:lnTo>
                    <a:pt x="8172368" y="121426"/>
                  </a:lnTo>
                  <a:lnTo>
                    <a:pt x="8172494" y="121426"/>
                  </a:lnTo>
                  <a:lnTo>
                    <a:pt x="8172621" y="121426"/>
                  </a:lnTo>
                  <a:lnTo>
                    <a:pt x="8172747" y="121426"/>
                  </a:lnTo>
                  <a:lnTo>
                    <a:pt x="8172873" y="121426"/>
                  </a:lnTo>
                  <a:lnTo>
                    <a:pt x="8173125" y="121426"/>
                  </a:lnTo>
                  <a:lnTo>
                    <a:pt x="8173377" y="121426"/>
                  </a:lnTo>
                  <a:lnTo>
                    <a:pt x="8173629" y="121426"/>
                  </a:lnTo>
                  <a:lnTo>
                    <a:pt x="8173881" y="121426"/>
                  </a:lnTo>
                  <a:lnTo>
                    <a:pt x="8174008" y="121426"/>
                  </a:lnTo>
                  <a:lnTo>
                    <a:pt x="8174134" y="121426"/>
                  </a:lnTo>
                  <a:lnTo>
                    <a:pt x="8174512" y="121426"/>
                  </a:lnTo>
                  <a:lnTo>
                    <a:pt x="8174512" y="116147"/>
                  </a:lnTo>
                  <a:lnTo>
                    <a:pt x="8174638" y="116147"/>
                  </a:lnTo>
                  <a:lnTo>
                    <a:pt x="8174764" y="116147"/>
                  </a:lnTo>
                  <a:lnTo>
                    <a:pt x="8174890" y="116147"/>
                  </a:lnTo>
                  <a:lnTo>
                    <a:pt x="8175016" y="116147"/>
                  </a:lnTo>
                  <a:lnTo>
                    <a:pt x="8175268" y="116147"/>
                  </a:lnTo>
                  <a:lnTo>
                    <a:pt x="8175773" y="116147"/>
                  </a:lnTo>
                  <a:lnTo>
                    <a:pt x="8175899" y="116147"/>
                  </a:lnTo>
                  <a:lnTo>
                    <a:pt x="8176025" y="116147"/>
                  </a:lnTo>
                  <a:lnTo>
                    <a:pt x="8176277" y="116147"/>
                  </a:lnTo>
                  <a:lnTo>
                    <a:pt x="8176403" y="116147"/>
                  </a:lnTo>
                  <a:lnTo>
                    <a:pt x="8176781" y="116147"/>
                  </a:lnTo>
                  <a:lnTo>
                    <a:pt x="8176908" y="116147"/>
                  </a:lnTo>
                  <a:lnTo>
                    <a:pt x="8177160" y="116147"/>
                  </a:lnTo>
                  <a:lnTo>
                    <a:pt x="8177412" y="116147"/>
                  </a:lnTo>
                  <a:lnTo>
                    <a:pt x="8177664" y="116147"/>
                  </a:lnTo>
                  <a:lnTo>
                    <a:pt x="8177916" y="116147"/>
                  </a:lnTo>
                  <a:lnTo>
                    <a:pt x="8178295" y="116147"/>
                  </a:lnTo>
                  <a:lnTo>
                    <a:pt x="8178547" y="116147"/>
                  </a:lnTo>
                  <a:lnTo>
                    <a:pt x="8178673" y="116147"/>
                  </a:lnTo>
                  <a:lnTo>
                    <a:pt x="8179177" y="116147"/>
                  </a:lnTo>
                  <a:lnTo>
                    <a:pt x="8179429" y="116147"/>
                  </a:lnTo>
                  <a:lnTo>
                    <a:pt x="8179934" y="116147"/>
                  </a:lnTo>
                  <a:lnTo>
                    <a:pt x="8180186" y="116147"/>
                  </a:lnTo>
                  <a:lnTo>
                    <a:pt x="8180312" y="116147"/>
                  </a:lnTo>
                  <a:lnTo>
                    <a:pt x="8180438" y="116147"/>
                  </a:lnTo>
                  <a:lnTo>
                    <a:pt x="8180690" y="116147"/>
                  </a:lnTo>
                  <a:lnTo>
                    <a:pt x="8180816" y="116147"/>
                  </a:lnTo>
                  <a:lnTo>
                    <a:pt x="8180942" y="116147"/>
                  </a:lnTo>
                  <a:lnTo>
                    <a:pt x="8181447" y="116147"/>
                  </a:lnTo>
                  <a:lnTo>
                    <a:pt x="8181573" y="116147"/>
                  </a:lnTo>
                  <a:lnTo>
                    <a:pt x="8181699" y="116147"/>
                  </a:lnTo>
                  <a:lnTo>
                    <a:pt x="8181825" y="116147"/>
                  </a:lnTo>
                  <a:lnTo>
                    <a:pt x="8181951" y="116147"/>
                  </a:lnTo>
                  <a:lnTo>
                    <a:pt x="8182077" y="116147"/>
                  </a:lnTo>
                  <a:lnTo>
                    <a:pt x="8182203" y="116147"/>
                  </a:lnTo>
                  <a:lnTo>
                    <a:pt x="8182329" y="116147"/>
                  </a:lnTo>
                  <a:lnTo>
                    <a:pt x="8182455" y="116147"/>
                  </a:lnTo>
                  <a:lnTo>
                    <a:pt x="8182582" y="116147"/>
                  </a:lnTo>
                  <a:lnTo>
                    <a:pt x="8182834" y="116147"/>
                  </a:lnTo>
                  <a:lnTo>
                    <a:pt x="8183086" y="116147"/>
                  </a:lnTo>
                  <a:lnTo>
                    <a:pt x="8183212" y="116147"/>
                  </a:lnTo>
                  <a:lnTo>
                    <a:pt x="8183464" y="116147"/>
                  </a:lnTo>
                  <a:lnTo>
                    <a:pt x="8183590" y="116147"/>
                  </a:lnTo>
                  <a:lnTo>
                    <a:pt x="8183716" y="116147"/>
                  </a:lnTo>
                  <a:lnTo>
                    <a:pt x="8183842" y="116147"/>
                  </a:lnTo>
                  <a:lnTo>
                    <a:pt x="8184221" y="116147"/>
                  </a:lnTo>
                  <a:lnTo>
                    <a:pt x="8184473" y="116147"/>
                  </a:lnTo>
                  <a:lnTo>
                    <a:pt x="8184599" y="116147"/>
                  </a:lnTo>
                  <a:lnTo>
                    <a:pt x="8184977" y="116147"/>
                  </a:lnTo>
                  <a:lnTo>
                    <a:pt x="8185229" y="116147"/>
                  </a:lnTo>
                  <a:lnTo>
                    <a:pt x="8185355" y="116147"/>
                  </a:lnTo>
                  <a:lnTo>
                    <a:pt x="8185482" y="116147"/>
                  </a:lnTo>
                  <a:lnTo>
                    <a:pt x="8185734" y="116147"/>
                  </a:lnTo>
                  <a:lnTo>
                    <a:pt x="8185860" y="116147"/>
                  </a:lnTo>
                  <a:lnTo>
                    <a:pt x="8185986" y="116147"/>
                  </a:lnTo>
                  <a:lnTo>
                    <a:pt x="8186238" y="116147"/>
                  </a:lnTo>
                  <a:lnTo>
                    <a:pt x="8186364" y="116147"/>
                  </a:lnTo>
                  <a:lnTo>
                    <a:pt x="8186490" y="116147"/>
                  </a:lnTo>
                  <a:lnTo>
                    <a:pt x="8186616" y="116147"/>
                  </a:lnTo>
                  <a:lnTo>
                    <a:pt x="8186868" y="116147"/>
                  </a:lnTo>
                  <a:lnTo>
                    <a:pt x="8187247" y="116147"/>
                  </a:lnTo>
                  <a:lnTo>
                    <a:pt x="8187373" y="116147"/>
                  </a:lnTo>
                  <a:lnTo>
                    <a:pt x="8187499" y="116147"/>
                  </a:lnTo>
                  <a:lnTo>
                    <a:pt x="8187877" y="116147"/>
                  </a:lnTo>
                  <a:lnTo>
                    <a:pt x="8188003" y="116147"/>
                  </a:lnTo>
                  <a:lnTo>
                    <a:pt x="8188255" y="116147"/>
                  </a:lnTo>
                  <a:lnTo>
                    <a:pt x="8188508" y="116147"/>
                  </a:lnTo>
                  <a:lnTo>
                    <a:pt x="8189138" y="116147"/>
                  </a:lnTo>
                  <a:lnTo>
                    <a:pt x="8189264" y="116147"/>
                  </a:lnTo>
                  <a:lnTo>
                    <a:pt x="8189642" y="116147"/>
                  </a:lnTo>
                  <a:lnTo>
                    <a:pt x="8189895" y="116147"/>
                  </a:lnTo>
                  <a:lnTo>
                    <a:pt x="8190147" y="116147"/>
                  </a:lnTo>
                  <a:lnTo>
                    <a:pt x="8190273" y="116147"/>
                  </a:lnTo>
                  <a:lnTo>
                    <a:pt x="8190399" y="116147"/>
                  </a:lnTo>
                  <a:lnTo>
                    <a:pt x="8190525" y="116147"/>
                  </a:lnTo>
                  <a:lnTo>
                    <a:pt x="8190651" y="116147"/>
                  </a:lnTo>
                  <a:lnTo>
                    <a:pt x="8190777" y="116147"/>
                  </a:lnTo>
                  <a:lnTo>
                    <a:pt x="8190903" y="116147"/>
                  </a:lnTo>
                  <a:lnTo>
                    <a:pt x="8191282" y="116147"/>
                  </a:lnTo>
                  <a:lnTo>
                    <a:pt x="8191408" y="116147"/>
                  </a:lnTo>
                  <a:lnTo>
                    <a:pt x="8191534" y="116147"/>
                  </a:lnTo>
                  <a:lnTo>
                    <a:pt x="8191786" y="116147"/>
                  </a:lnTo>
                  <a:lnTo>
                    <a:pt x="8191912" y="116147"/>
                  </a:lnTo>
                  <a:lnTo>
                    <a:pt x="8192164" y="116147"/>
                  </a:lnTo>
                  <a:lnTo>
                    <a:pt x="8192416" y="116147"/>
                  </a:lnTo>
                  <a:lnTo>
                    <a:pt x="8193047" y="116147"/>
                  </a:lnTo>
                  <a:lnTo>
                    <a:pt x="8193173" y="116147"/>
                  </a:lnTo>
                  <a:lnTo>
                    <a:pt x="8193299" y="116147"/>
                  </a:lnTo>
                  <a:lnTo>
                    <a:pt x="8193425" y="116147"/>
                  </a:lnTo>
                  <a:lnTo>
                    <a:pt x="8194055" y="116147"/>
                  </a:lnTo>
                  <a:lnTo>
                    <a:pt x="8194308" y="116147"/>
                  </a:lnTo>
                  <a:lnTo>
                    <a:pt x="8194434" y="116147"/>
                  </a:lnTo>
                  <a:lnTo>
                    <a:pt x="8194686" y="116147"/>
                  </a:lnTo>
                  <a:lnTo>
                    <a:pt x="8195064" y="116147"/>
                  </a:lnTo>
                  <a:lnTo>
                    <a:pt x="8195569" y="116147"/>
                  </a:lnTo>
                  <a:lnTo>
                    <a:pt x="8195821" y="116147"/>
                  </a:lnTo>
                  <a:lnTo>
                    <a:pt x="8195947" y="116147"/>
                  </a:lnTo>
                  <a:lnTo>
                    <a:pt x="8196199" y="116147"/>
                  </a:lnTo>
                  <a:lnTo>
                    <a:pt x="8196325" y="116147"/>
                  </a:lnTo>
                  <a:lnTo>
                    <a:pt x="8196577" y="116147"/>
                  </a:lnTo>
                  <a:lnTo>
                    <a:pt x="8196703" y="116147"/>
                  </a:lnTo>
                  <a:lnTo>
                    <a:pt x="8197586" y="116147"/>
                  </a:lnTo>
                  <a:lnTo>
                    <a:pt x="8197838" y="116147"/>
                  </a:lnTo>
                  <a:lnTo>
                    <a:pt x="8198216" y="116147"/>
                  </a:lnTo>
                  <a:lnTo>
                    <a:pt x="8198342" y="116147"/>
                  </a:lnTo>
                  <a:lnTo>
                    <a:pt x="8198721" y="116147"/>
                  </a:lnTo>
                  <a:lnTo>
                    <a:pt x="8198847" y="116147"/>
                  </a:lnTo>
                  <a:lnTo>
                    <a:pt x="8199225" y="116147"/>
                  </a:lnTo>
                  <a:lnTo>
                    <a:pt x="8199729" y="116147"/>
                  </a:lnTo>
                  <a:lnTo>
                    <a:pt x="8199856" y="116147"/>
                  </a:lnTo>
                  <a:lnTo>
                    <a:pt x="8200360" y="116147"/>
                  </a:lnTo>
                  <a:lnTo>
                    <a:pt x="8200486" y="116147"/>
                  </a:lnTo>
                  <a:lnTo>
                    <a:pt x="8200612" y="116147"/>
                  </a:lnTo>
                  <a:lnTo>
                    <a:pt x="8200738" y="116147"/>
                  </a:lnTo>
                  <a:lnTo>
                    <a:pt x="8200864" y="116147"/>
                  </a:lnTo>
                  <a:lnTo>
                    <a:pt x="8200990" y="116147"/>
                  </a:lnTo>
                  <a:lnTo>
                    <a:pt x="8201116" y="116147"/>
                  </a:lnTo>
                  <a:lnTo>
                    <a:pt x="8201369" y="116147"/>
                  </a:lnTo>
                  <a:lnTo>
                    <a:pt x="8201621" y="116147"/>
                  </a:lnTo>
                  <a:lnTo>
                    <a:pt x="8201999" y="116147"/>
                  </a:lnTo>
                  <a:lnTo>
                    <a:pt x="8202125" y="116147"/>
                  </a:lnTo>
                  <a:lnTo>
                    <a:pt x="8202251" y="116147"/>
                  </a:lnTo>
                  <a:lnTo>
                    <a:pt x="8202503" y="116147"/>
                  </a:lnTo>
                  <a:lnTo>
                    <a:pt x="8202629" y="116147"/>
                  </a:lnTo>
                  <a:lnTo>
                    <a:pt x="8203134" y="116147"/>
                  </a:lnTo>
                  <a:lnTo>
                    <a:pt x="8203260" y="116147"/>
                  </a:lnTo>
                  <a:lnTo>
                    <a:pt x="8203512" y="116147"/>
                  </a:lnTo>
                  <a:lnTo>
                    <a:pt x="8203638" y="116147"/>
                  </a:lnTo>
                  <a:lnTo>
                    <a:pt x="8203890" y="116147"/>
                  </a:lnTo>
                  <a:lnTo>
                    <a:pt x="8204142" y="116147"/>
                  </a:lnTo>
                  <a:lnTo>
                    <a:pt x="8204269" y="116147"/>
                  </a:lnTo>
                  <a:lnTo>
                    <a:pt x="8204521" y="116147"/>
                  </a:lnTo>
                  <a:lnTo>
                    <a:pt x="8204647" y="116147"/>
                  </a:lnTo>
                  <a:lnTo>
                    <a:pt x="8204773" y="110867"/>
                  </a:lnTo>
                  <a:lnTo>
                    <a:pt x="8204899" y="110867"/>
                  </a:lnTo>
                  <a:lnTo>
                    <a:pt x="8205151" y="110867"/>
                  </a:lnTo>
                  <a:lnTo>
                    <a:pt x="8205277" y="110867"/>
                  </a:lnTo>
                  <a:lnTo>
                    <a:pt x="8205529" y="110867"/>
                  </a:lnTo>
                  <a:lnTo>
                    <a:pt x="8206034" y="110867"/>
                  </a:lnTo>
                  <a:lnTo>
                    <a:pt x="8206412" y="110867"/>
                  </a:lnTo>
                  <a:lnTo>
                    <a:pt x="8206538" y="110867"/>
                  </a:lnTo>
                  <a:lnTo>
                    <a:pt x="8206664" y="110867"/>
                  </a:lnTo>
                  <a:lnTo>
                    <a:pt x="8207043" y="110867"/>
                  </a:lnTo>
                  <a:lnTo>
                    <a:pt x="8207169" y="110867"/>
                  </a:lnTo>
                  <a:lnTo>
                    <a:pt x="8207421" y="110867"/>
                  </a:lnTo>
                  <a:lnTo>
                    <a:pt x="8208051" y="110867"/>
                  </a:lnTo>
                  <a:lnTo>
                    <a:pt x="8208303" y="110867"/>
                  </a:lnTo>
                  <a:lnTo>
                    <a:pt x="8208303" y="105588"/>
                  </a:lnTo>
                  <a:lnTo>
                    <a:pt x="8208429" y="105588"/>
                  </a:lnTo>
                  <a:lnTo>
                    <a:pt x="8208934" y="105588"/>
                  </a:lnTo>
                  <a:lnTo>
                    <a:pt x="8209564" y="105588"/>
                  </a:lnTo>
                  <a:lnTo>
                    <a:pt x="8209816" y="105588"/>
                  </a:lnTo>
                  <a:lnTo>
                    <a:pt x="8210069" y="105588"/>
                  </a:lnTo>
                  <a:lnTo>
                    <a:pt x="8210195" y="105588"/>
                  </a:lnTo>
                  <a:lnTo>
                    <a:pt x="8210447" y="105588"/>
                  </a:lnTo>
                  <a:lnTo>
                    <a:pt x="8210699" y="105588"/>
                  </a:lnTo>
                  <a:lnTo>
                    <a:pt x="8210825" y="105588"/>
                  </a:lnTo>
                  <a:lnTo>
                    <a:pt x="8211203" y="105588"/>
                  </a:lnTo>
                  <a:lnTo>
                    <a:pt x="8211329" y="105588"/>
                  </a:lnTo>
                  <a:lnTo>
                    <a:pt x="8211582" y="105588"/>
                  </a:lnTo>
                  <a:lnTo>
                    <a:pt x="8211708" y="105588"/>
                  </a:lnTo>
                  <a:lnTo>
                    <a:pt x="8212086" y="105588"/>
                  </a:lnTo>
                  <a:lnTo>
                    <a:pt x="8212338" y="105588"/>
                  </a:lnTo>
                  <a:lnTo>
                    <a:pt x="8212590" y="105588"/>
                  </a:lnTo>
                  <a:lnTo>
                    <a:pt x="8212716" y="105588"/>
                  </a:lnTo>
                  <a:lnTo>
                    <a:pt x="8212843" y="105588"/>
                  </a:lnTo>
                  <a:lnTo>
                    <a:pt x="8212969" y="105588"/>
                  </a:lnTo>
                  <a:lnTo>
                    <a:pt x="8212969" y="100309"/>
                  </a:lnTo>
                  <a:lnTo>
                    <a:pt x="8213095" y="100309"/>
                  </a:lnTo>
                  <a:lnTo>
                    <a:pt x="8213221" y="100309"/>
                  </a:lnTo>
                  <a:lnTo>
                    <a:pt x="8213851" y="100309"/>
                  </a:lnTo>
                  <a:lnTo>
                    <a:pt x="8214103" y="100309"/>
                  </a:lnTo>
                  <a:lnTo>
                    <a:pt x="8214482" y="100309"/>
                  </a:lnTo>
                  <a:lnTo>
                    <a:pt x="8214608" y="100309"/>
                  </a:lnTo>
                  <a:lnTo>
                    <a:pt x="8214860" y="100309"/>
                  </a:lnTo>
                  <a:lnTo>
                    <a:pt x="8214986" y="100309"/>
                  </a:lnTo>
                  <a:lnTo>
                    <a:pt x="8215112" y="100309"/>
                  </a:lnTo>
                  <a:lnTo>
                    <a:pt x="8215238" y="100309"/>
                  </a:lnTo>
                  <a:lnTo>
                    <a:pt x="8215490" y="100309"/>
                  </a:lnTo>
                  <a:lnTo>
                    <a:pt x="8215743" y="100309"/>
                  </a:lnTo>
                  <a:lnTo>
                    <a:pt x="8215995" y="100309"/>
                  </a:lnTo>
                  <a:lnTo>
                    <a:pt x="8216247" y="100309"/>
                  </a:lnTo>
                  <a:lnTo>
                    <a:pt x="8216499" y="100309"/>
                  </a:lnTo>
                  <a:lnTo>
                    <a:pt x="8216625" y="100309"/>
                  </a:lnTo>
                  <a:lnTo>
                    <a:pt x="8216751" y="100309"/>
                  </a:lnTo>
                  <a:lnTo>
                    <a:pt x="8216877" y="100309"/>
                  </a:lnTo>
                  <a:lnTo>
                    <a:pt x="8217003" y="100309"/>
                  </a:lnTo>
                  <a:lnTo>
                    <a:pt x="8217130" y="100309"/>
                  </a:lnTo>
                  <a:lnTo>
                    <a:pt x="8217508" y="100309"/>
                  </a:lnTo>
                  <a:lnTo>
                    <a:pt x="8217634" y="100309"/>
                  </a:lnTo>
                  <a:lnTo>
                    <a:pt x="8217760" y="100309"/>
                  </a:lnTo>
                  <a:lnTo>
                    <a:pt x="8218012" y="100309"/>
                  </a:lnTo>
                  <a:lnTo>
                    <a:pt x="8218138" y="100309"/>
                  </a:lnTo>
                  <a:lnTo>
                    <a:pt x="8218264" y="100309"/>
                  </a:lnTo>
                  <a:lnTo>
                    <a:pt x="8219021" y="100309"/>
                  </a:lnTo>
                  <a:lnTo>
                    <a:pt x="8219147" y="100309"/>
                  </a:lnTo>
                  <a:lnTo>
                    <a:pt x="8219399" y="100309"/>
                  </a:lnTo>
                  <a:lnTo>
                    <a:pt x="8219777" y="100309"/>
                  </a:lnTo>
                  <a:lnTo>
                    <a:pt x="8220030" y="100309"/>
                  </a:lnTo>
                  <a:lnTo>
                    <a:pt x="8220156" y="100309"/>
                  </a:lnTo>
                  <a:lnTo>
                    <a:pt x="8220534" y="100309"/>
                  </a:lnTo>
                  <a:lnTo>
                    <a:pt x="8220786" y="100309"/>
                  </a:lnTo>
                  <a:lnTo>
                    <a:pt x="8220912" y="100309"/>
                  </a:lnTo>
                  <a:lnTo>
                    <a:pt x="8221038" y="100309"/>
                  </a:lnTo>
                  <a:lnTo>
                    <a:pt x="8221164" y="100309"/>
                  </a:lnTo>
                  <a:lnTo>
                    <a:pt x="8221290" y="100309"/>
                  </a:lnTo>
                  <a:lnTo>
                    <a:pt x="8221416" y="100309"/>
                  </a:lnTo>
                  <a:lnTo>
                    <a:pt x="8221543" y="100309"/>
                  </a:lnTo>
                  <a:lnTo>
                    <a:pt x="8221669" y="100309"/>
                  </a:lnTo>
                  <a:lnTo>
                    <a:pt x="8221795" y="100309"/>
                  </a:lnTo>
                  <a:lnTo>
                    <a:pt x="8221921" y="100309"/>
                  </a:lnTo>
                  <a:lnTo>
                    <a:pt x="8222047" y="100309"/>
                  </a:lnTo>
                  <a:lnTo>
                    <a:pt x="8222173" y="100309"/>
                  </a:lnTo>
                  <a:lnTo>
                    <a:pt x="8222551" y="100309"/>
                  </a:lnTo>
                  <a:lnTo>
                    <a:pt x="8222677" y="100309"/>
                  </a:lnTo>
                  <a:lnTo>
                    <a:pt x="8222930" y="100309"/>
                  </a:lnTo>
                  <a:lnTo>
                    <a:pt x="8223056" y="100309"/>
                  </a:lnTo>
                  <a:lnTo>
                    <a:pt x="8223308" y="100309"/>
                  </a:lnTo>
                  <a:lnTo>
                    <a:pt x="8223686" y="100309"/>
                  </a:lnTo>
                  <a:lnTo>
                    <a:pt x="8223938" y="100309"/>
                  </a:lnTo>
                  <a:lnTo>
                    <a:pt x="8224064" y="100309"/>
                  </a:lnTo>
                  <a:lnTo>
                    <a:pt x="8224190" y="100309"/>
                  </a:lnTo>
                  <a:lnTo>
                    <a:pt x="8224695" y="95029"/>
                  </a:lnTo>
                  <a:lnTo>
                    <a:pt x="8224821" y="95029"/>
                  </a:lnTo>
                  <a:lnTo>
                    <a:pt x="8224947" y="95029"/>
                  </a:lnTo>
                  <a:lnTo>
                    <a:pt x="8225073" y="95029"/>
                  </a:lnTo>
                  <a:lnTo>
                    <a:pt x="8225199" y="95029"/>
                  </a:lnTo>
                  <a:lnTo>
                    <a:pt x="8225451" y="95029"/>
                  </a:lnTo>
                  <a:lnTo>
                    <a:pt x="8225577" y="95029"/>
                  </a:lnTo>
                  <a:lnTo>
                    <a:pt x="8225703" y="95029"/>
                  </a:lnTo>
                  <a:lnTo>
                    <a:pt x="8225830" y="95029"/>
                  </a:lnTo>
                  <a:lnTo>
                    <a:pt x="8225956" y="95029"/>
                  </a:lnTo>
                  <a:lnTo>
                    <a:pt x="8226460" y="95029"/>
                  </a:lnTo>
                  <a:lnTo>
                    <a:pt x="8226838" y="95029"/>
                  </a:lnTo>
                  <a:lnTo>
                    <a:pt x="8226964" y="95029"/>
                  </a:lnTo>
                  <a:lnTo>
                    <a:pt x="8227217" y="95029"/>
                  </a:lnTo>
                  <a:lnTo>
                    <a:pt x="8227343" y="95029"/>
                  </a:lnTo>
                  <a:lnTo>
                    <a:pt x="8227847" y="95029"/>
                  </a:lnTo>
                  <a:lnTo>
                    <a:pt x="8227973" y="95029"/>
                  </a:lnTo>
                  <a:lnTo>
                    <a:pt x="8228351" y="95029"/>
                  </a:lnTo>
                  <a:lnTo>
                    <a:pt x="8228477" y="95029"/>
                  </a:lnTo>
                  <a:lnTo>
                    <a:pt x="8228856" y="95029"/>
                  </a:lnTo>
                  <a:lnTo>
                    <a:pt x="8229360" y="95029"/>
                  </a:lnTo>
                  <a:lnTo>
                    <a:pt x="8229612" y="95029"/>
                  </a:lnTo>
                  <a:lnTo>
                    <a:pt x="8229864" y="95029"/>
                  </a:lnTo>
                  <a:lnTo>
                    <a:pt x="8230243" y="95029"/>
                  </a:lnTo>
                  <a:lnTo>
                    <a:pt x="8230369" y="95029"/>
                  </a:lnTo>
                  <a:lnTo>
                    <a:pt x="8230621" y="95029"/>
                  </a:lnTo>
                  <a:lnTo>
                    <a:pt x="8230873" y="95029"/>
                  </a:lnTo>
                  <a:lnTo>
                    <a:pt x="8231125" y="95029"/>
                  </a:lnTo>
                  <a:lnTo>
                    <a:pt x="8231251" y="95029"/>
                  </a:lnTo>
                  <a:lnTo>
                    <a:pt x="8231377" y="95029"/>
                  </a:lnTo>
                  <a:lnTo>
                    <a:pt x="8231504" y="95029"/>
                  </a:lnTo>
                  <a:lnTo>
                    <a:pt x="8232008" y="95029"/>
                  </a:lnTo>
                  <a:lnTo>
                    <a:pt x="8232260" y="95029"/>
                  </a:lnTo>
                  <a:lnTo>
                    <a:pt x="8232260" y="89750"/>
                  </a:lnTo>
                  <a:lnTo>
                    <a:pt x="8232764" y="89750"/>
                  </a:lnTo>
                  <a:lnTo>
                    <a:pt x="8232890" y="89750"/>
                  </a:lnTo>
                  <a:lnTo>
                    <a:pt x="8233017" y="89750"/>
                  </a:lnTo>
                  <a:lnTo>
                    <a:pt x="8233143" y="89750"/>
                  </a:lnTo>
                  <a:lnTo>
                    <a:pt x="8233521" y="89750"/>
                  </a:lnTo>
                  <a:lnTo>
                    <a:pt x="8233647" y="89750"/>
                  </a:lnTo>
                  <a:lnTo>
                    <a:pt x="8233773" y="89750"/>
                  </a:lnTo>
                  <a:lnTo>
                    <a:pt x="8233899" y="89750"/>
                  </a:lnTo>
                  <a:lnTo>
                    <a:pt x="8234025" y="89750"/>
                  </a:lnTo>
                  <a:lnTo>
                    <a:pt x="8234151" y="89750"/>
                  </a:lnTo>
                  <a:lnTo>
                    <a:pt x="8234277" y="89750"/>
                  </a:lnTo>
                  <a:lnTo>
                    <a:pt x="8234404" y="89750"/>
                  </a:lnTo>
                  <a:lnTo>
                    <a:pt x="8234530" y="89750"/>
                  </a:lnTo>
                  <a:lnTo>
                    <a:pt x="8234656" y="89750"/>
                  </a:lnTo>
                  <a:lnTo>
                    <a:pt x="8234908" y="89750"/>
                  </a:lnTo>
                  <a:lnTo>
                    <a:pt x="8235034" y="89750"/>
                  </a:lnTo>
                  <a:lnTo>
                    <a:pt x="8235160" y="89750"/>
                  </a:lnTo>
                  <a:lnTo>
                    <a:pt x="8235538" y="89750"/>
                  </a:lnTo>
                  <a:lnTo>
                    <a:pt x="8235664" y="89750"/>
                  </a:lnTo>
                  <a:lnTo>
                    <a:pt x="8236169" y="89750"/>
                  </a:lnTo>
                  <a:lnTo>
                    <a:pt x="8236547" y="89750"/>
                  </a:lnTo>
                  <a:lnTo>
                    <a:pt x="8236673" y="89750"/>
                  </a:lnTo>
                  <a:lnTo>
                    <a:pt x="8236799" y="89750"/>
                  </a:lnTo>
                  <a:lnTo>
                    <a:pt x="8237177" y="89750"/>
                  </a:lnTo>
                  <a:lnTo>
                    <a:pt x="8237682" y="89750"/>
                  </a:lnTo>
                  <a:lnTo>
                    <a:pt x="8237808" y="89750"/>
                  </a:lnTo>
                  <a:lnTo>
                    <a:pt x="8238060" y="89750"/>
                  </a:lnTo>
                  <a:lnTo>
                    <a:pt x="8238312" y="89750"/>
                  </a:lnTo>
                  <a:lnTo>
                    <a:pt x="8238438" y="89750"/>
                  </a:lnTo>
                  <a:lnTo>
                    <a:pt x="8238943" y="89750"/>
                  </a:lnTo>
                  <a:lnTo>
                    <a:pt x="8239195" y="89750"/>
                  </a:lnTo>
                  <a:lnTo>
                    <a:pt x="8239447" y="89750"/>
                  </a:lnTo>
                  <a:lnTo>
                    <a:pt x="8239825" y="89750"/>
                  </a:lnTo>
                  <a:lnTo>
                    <a:pt x="8239951" y="89750"/>
                  </a:lnTo>
                  <a:lnTo>
                    <a:pt x="8240077" y="89750"/>
                  </a:lnTo>
                  <a:lnTo>
                    <a:pt x="8240204" y="89750"/>
                  </a:lnTo>
                  <a:lnTo>
                    <a:pt x="8240330" y="89750"/>
                  </a:lnTo>
                  <a:lnTo>
                    <a:pt x="8240456" y="89750"/>
                  </a:lnTo>
                  <a:lnTo>
                    <a:pt x="8240582" y="89750"/>
                  </a:lnTo>
                  <a:lnTo>
                    <a:pt x="8240708" y="89750"/>
                  </a:lnTo>
                  <a:lnTo>
                    <a:pt x="8240834" y="89750"/>
                  </a:lnTo>
                  <a:lnTo>
                    <a:pt x="8240960" y="89750"/>
                  </a:lnTo>
                  <a:lnTo>
                    <a:pt x="8241086" y="89750"/>
                  </a:lnTo>
                  <a:lnTo>
                    <a:pt x="8241338" y="89750"/>
                  </a:lnTo>
                  <a:lnTo>
                    <a:pt x="8241591" y="89750"/>
                  </a:lnTo>
                  <a:lnTo>
                    <a:pt x="8241969" y="89750"/>
                  </a:lnTo>
                  <a:lnTo>
                    <a:pt x="8242095" y="89750"/>
                  </a:lnTo>
                  <a:lnTo>
                    <a:pt x="8242221" y="89750"/>
                  </a:lnTo>
                  <a:lnTo>
                    <a:pt x="8242347" y="89750"/>
                  </a:lnTo>
                  <a:lnTo>
                    <a:pt x="8242473" y="89750"/>
                  </a:lnTo>
                  <a:lnTo>
                    <a:pt x="8242725" y="89750"/>
                  </a:lnTo>
                  <a:lnTo>
                    <a:pt x="8242977" y="89750"/>
                  </a:lnTo>
                  <a:lnTo>
                    <a:pt x="8243104" y="89750"/>
                  </a:lnTo>
                  <a:lnTo>
                    <a:pt x="8243230" y="89750"/>
                  </a:lnTo>
                  <a:lnTo>
                    <a:pt x="8243860" y="89750"/>
                  </a:lnTo>
                  <a:lnTo>
                    <a:pt x="8243986" y="89750"/>
                  </a:lnTo>
                  <a:lnTo>
                    <a:pt x="8244112" y="89750"/>
                  </a:lnTo>
                  <a:lnTo>
                    <a:pt x="8244238" y="89750"/>
                  </a:lnTo>
                  <a:lnTo>
                    <a:pt x="8244491" y="89750"/>
                  </a:lnTo>
                  <a:lnTo>
                    <a:pt x="8246508" y="89750"/>
                  </a:lnTo>
                  <a:lnTo>
                    <a:pt x="8246634" y="89750"/>
                  </a:lnTo>
                  <a:lnTo>
                    <a:pt x="8246760" y="89750"/>
                  </a:lnTo>
                  <a:lnTo>
                    <a:pt x="8247012" y="89750"/>
                  </a:lnTo>
                  <a:lnTo>
                    <a:pt x="8247264" y="89750"/>
                  </a:lnTo>
                  <a:lnTo>
                    <a:pt x="8247391" y="89750"/>
                  </a:lnTo>
                  <a:lnTo>
                    <a:pt x="8247643" y="89750"/>
                  </a:lnTo>
                  <a:lnTo>
                    <a:pt x="8247769" y="89750"/>
                  </a:lnTo>
                  <a:lnTo>
                    <a:pt x="8248021" y="89750"/>
                  </a:lnTo>
                  <a:lnTo>
                    <a:pt x="8248147" y="89750"/>
                  </a:lnTo>
                  <a:lnTo>
                    <a:pt x="8248273" y="89750"/>
                  </a:lnTo>
                  <a:lnTo>
                    <a:pt x="8248525" y="89750"/>
                  </a:lnTo>
                  <a:lnTo>
                    <a:pt x="8248651" y="89750"/>
                  </a:lnTo>
                  <a:lnTo>
                    <a:pt x="8248778" y="89750"/>
                  </a:lnTo>
                  <a:lnTo>
                    <a:pt x="8249030" y="89750"/>
                  </a:lnTo>
                  <a:lnTo>
                    <a:pt x="8249282" y="89750"/>
                  </a:lnTo>
                  <a:lnTo>
                    <a:pt x="8249534" y="89750"/>
                  </a:lnTo>
                  <a:lnTo>
                    <a:pt x="8249660" y="89750"/>
                  </a:lnTo>
                  <a:lnTo>
                    <a:pt x="8250038" y="89750"/>
                  </a:lnTo>
                  <a:lnTo>
                    <a:pt x="8250164" y="89750"/>
                  </a:lnTo>
                  <a:lnTo>
                    <a:pt x="8250291" y="89750"/>
                  </a:lnTo>
                  <a:lnTo>
                    <a:pt x="8250543" y="89750"/>
                  </a:lnTo>
                  <a:lnTo>
                    <a:pt x="8250669" y="89750"/>
                  </a:lnTo>
                  <a:lnTo>
                    <a:pt x="8250921" y="89750"/>
                  </a:lnTo>
                  <a:lnTo>
                    <a:pt x="8251047" y="89750"/>
                  </a:lnTo>
                  <a:lnTo>
                    <a:pt x="8251173" y="89750"/>
                  </a:lnTo>
                  <a:lnTo>
                    <a:pt x="8251299" y="89750"/>
                  </a:lnTo>
                  <a:lnTo>
                    <a:pt x="8251425" y="89750"/>
                  </a:lnTo>
                  <a:lnTo>
                    <a:pt x="8251551" y="89750"/>
                  </a:lnTo>
                  <a:lnTo>
                    <a:pt x="8251678" y="89750"/>
                  </a:lnTo>
                  <a:lnTo>
                    <a:pt x="8252056" y="89750"/>
                  </a:lnTo>
                  <a:lnTo>
                    <a:pt x="8252182" y="89750"/>
                  </a:lnTo>
                  <a:lnTo>
                    <a:pt x="8252308" y="89750"/>
                  </a:lnTo>
                  <a:lnTo>
                    <a:pt x="8252434" y="89750"/>
                  </a:lnTo>
                  <a:lnTo>
                    <a:pt x="8252560" y="89750"/>
                  </a:lnTo>
                  <a:lnTo>
                    <a:pt x="8252812" y="89750"/>
                  </a:lnTo>
                  <a:lnTo>
                    <a:pt x="8253064" y="89750"/>
                  </a:lnTo>
                  <a:lnTo>
                    <a:pt x="8253191" y="89750"/>
                  </a:lnTo>
                  <a:lnTo>
                    <a:pt x="8253317" y="89750"/>
                  </a:lnTo>
                  <a:lnTo>
                    <a:pt x="8253821" y="89750"/>
                  </a:lnTo>
                  <a:lnTo>
                    <a:pt x="8253947" y="89750"/>
                  </a:lnTo>
                  <a:lnTo>
                    <a:pt x="8254325" y="89750"/>
                  </a:lnTo>
                  <a:lnTo>
                    <a:pt x="8254451" y="89750"/>
                  </a:lnTo>
                  <a:lnTo>
                    <a:pt x="8254704" y="89750"/>
                  </a:lnTo>
                  <a:lnTo>
                    <a:pt x="8255460" y="89750"/>
                  </a:lnTo>
                  <a:lnTo>
                    <a:pt x="8255586" y="89750"/>
                  </a:lnTo>
                  <a:lnTo>
                    <a:pt x="8255586" y="84470"/>
                  </a:lnTo>
                  <a:lnTo>
                    <a:pt x="8255712" y="84470"/>
                  </a:lnTo>
                  <a:lnTo>
                    <a:pt x="8255838" y="84470"/>
                  </a:lnTo>
                  <a:lnTo>
                    <a:pt x="8255965" y="84470"/>
                  </a:lnTo>
                  <a:lnTo>
                    <a:pt x="8256091" y="84470"/>
                  </a:lnTo>
                  <a:lnTo>
                    <a:pt x="8256217" y="84470"/>
                  </a:lnTo>
                  <a:lnTo>
                    <a:pt x="8256343" y="84470"/>
                  </a:lnTo>
                  <a:lnTo>
                    <a:pt x="8256721" y="84470"/>
                  </a:lnTo>
                  <a:lnTo>
                    <a:pt x="8256847" y="84470"/>
                  </a:lnTo>
                  <a:lnTo>
                    <a:pt x="8256973" y="84470"/>
                  </a:lnTo>
                  <a:lnTo>
                    <a:pt x="8257225" y="84470"/>
                  </a:lnTo>
                  <a:lnTo>
                    <a:pt x="8257604" y="84470"/>
                  </a:lnTo>
                  <a:lnTo>
                    <a:pt x="8257730" y="84470"/>
                  </a:lnTo>
                  <a:lnTo>
                    <a:pt x="8257856" y="84470"/>
                  </a:lnTo>
                  <a:lnTo>
                    <a:pt x="8257982" y="84470"/>
                  </a:lnTo>
                  <a:lnTo>
                    <a:pt x="8258108" y="84470"/>
                  </a:lnTo>
                  <a:lnTo>
                    <a:pt x="8258360" y="84470"/>
                  </a:lnTo>
                  <a:lnTo>
                    <a:pt x="8258486" y="84470"/>
                  </a:lnTo>
                  <a:lnTo>
                    <a:pt x="8258612" y="84470"/>
                  </a:lnTo>
                  <a:lnTo>
                    <a:pt x="8258865" y="84470"/>
                  </a:lnTo>
                  <a:lnTo>
                    <a:pt x="8258991" y="84470"/>
                  </a:lnTo>
                  <a:lnTo>
                    <a:pt x="8259117" y="84470"/>
                  </a:lnTo>
                  <a:lnTo>
                    <a:pt x="8259243" y="84470"/>
                  </a:lnTo>
                  <a:lnTo>
                    <a:pt x="8259369" y="84470"/>
                  </a:lnTo>
                  <a:lnTo>
                    <a:pt x="8259495" y="84470"/>
                  </a:lnTo>
                  <a:lnTo>
                    <a:pt x="8259621" y="84470"/>
                  </a:lnTo>
                  <a:lnTo>
                    <a:pt x="8259747" y="84470"/>
                  </a:lnTo>
                  <a:lnTo>
                    <a:pt x="8259873" y="84470"/>
                  </a:lnTo>
                  <a:lnTo>
                    <a:pt x="8260125" y="84470"/>
                  </a:lnTo>
                  <a:lnTo>
                    <a:pt x="8260882" y="84470"/>
                  </a:lnTo>
                  <a:lnTo>
                    <a:pt x="8261134" y="84470"/>
                  </a:lnTo>
                  <a:lnTo>
                    <a:pt x="8261260" y="84470"/>
                  </a:lnTo>
                  <a:lnTo>
                    <a:pt x="8261386" y="84470"/>
                  </a:lnTo>
                  <a:lnTo>
                    <a:pt x="8261512" y="84470"/>
                  </a:lnTo>
                  <a:lnTo>
                    <a:pt x="8261638" y="84470"/>
                  </a:lnTo>
                  <a:lnTo>
                    <a:pt x="8261765" y="84470"/>
                  </a:lnTo>
                  <a:lnTo>
                    <a:pt x="8262143" y="84470"/>
                  </a:lnTo>
                  <a:lnTo>
                    <a:pt x="8262269" y="84470"/>
                  </a:lnTo>
                  <a:lnTo>
                    <a:pt x="8262521" y="84470"/>
                  </a:lnTo>
                  <a:lnTo>
                    <a:pt x="8262647" y="84470"/>
                  </a:lnTo>
                  <a:lnTo>
                    <a:pt x="8262899" y="84470"/>
                  </a:lnTo>
                  <a:lnTo>
                    <a:pt x="8263151" y="84470"/>
                  </a:lnTo>
                  <a:lnTo>
                    <a:pt x="8263278" y="84470"/>
                  </a:lnTo>
                  <a:lnTo>
                    <a:pt x="8263530" y="84470"/>
                  </a:lnTo>
                  <a:lnTo>
                    <a:pt x="8263782" y="84470"/>
                  </a:lnTo>
                  <a:lnTo>
                    <a:pt x="8263908" y="84470"/>
                  </a:lnTo>
                  <a:lnTo>
                    <a:pt x="8264034" y="84470"/>
                  </a:lnTo>
                  <a:lnTo>
                    <a:pt x="8264286" y="84470"/>
                  </a:lnTo>
                  <a:lnTo>
                    <a:pt x="8264412" y="84470"/>
                  </a:lnTo>
                  <a:lnTo>
                    <a:pt x="8264665" y="84470"/>
                  </a:lnTo>
                  <a:lnTo>
                    <a:pt x="8264791" y="84470"/>
                  </a:lnTo>
                  <a:lnTo>
                    <a:pt x="8264917" y="84470"/>
                  </a:lnTo>
                  <a:lnTo>
                    <a:pt x="8265043" y="84470"/>
                  </a:lnTo>
                  <a:lnTo>
                    <a:pt x="8265169" y="84470"/>
                  </a:lnTo>
                  <a:lnTo>
                    <a:pt x="8265295" y="84470"/>
                  </a:lnTo>
                  <a:lnTo>
                    <a:pt x="8265673" y="84470"/>
                  </a:lnTo>
                  <a:lnTo>
                    <a:pt x="8265799" y="84470"/>
                  </a:lnTo>
                  <a:lnTo>
                    <a:pt x="8265925" y="84470"/>
                  </a:lnTo>
                  <a:lnTo>
                    <a:pt x="8266052" y="84470"/>
                  </a:lnTo>
                  <a:lnTo>
                    <a:pt x="8266178" y="84470"/>
                  </a:lnTo>
                  <a:lnTo>
                    <a:pt x="8266304" y="84470"/>
                  </a:lnTo>
                  <a:lnTo>
                    <a:pt x="8266556" y="84470"/>
                  </a:lnTo>
                  <a:lnTo>
                    <a:pt x="8266808" y="84470"/>
                  </a:lnTo>
                  <a:lnTo>
                    <a:pt x="8267186" y="84470"/>
                  </a:lnTo>
                  <a:lnTo>
                    <a:pt x="8267312" y="84470"/>
                  </a:lnTo>
                  <a:lnTo>
                    <a:pt x="8267565" y="84470"/>
                  </a:lnTo>
                  <a:lnTo>
                    <a:pt x="8267817" y="84470"/>
                  </a:lnTo>
                  <a:lnTo>
                    <a:pt x="8267943" y="84470"/>
                  </a:lnTo>
                  <a:lnTo>
                    <a:pt x="8268195" y="84470"/>
                  </a:lnTo>
                  <a:lnTo>
                    <a:pt x="8268321" y="84470"/>
                  </a:lnTo>
                  <a:lnTo>
                    <a:pt x="8268447" y="84470"/>
                  </a:lnTo>
                  <a:lnTo>
                    <a:pt x="8268573" y="84470"/>
                  </a:lnTo>
                  <a:lnTo>
                    <a:pt x="8268699" y="84470"/>
                  </a:lnTo>
                  <a:lnTo>
                    <a:pt x="8268825" y="84470"/>
                  </a:lnTo>
                  <a:lnTo>
                    <a:pt x="8268952" y="84470"/>
                  </a:lnTo>
                  <a:lnTo>
                    <a:pt x="8269204" y="84470"/>
                  </a:lnTo>
                  <a:lnTo>
                    <a:pt x="8269330" y="84470"/>
                  </a:lnTo>
                  <a:lnTo>
                    <a:pt x="8269456" y="84470"/>
                  </a:lnTo>
                  <a:lnTo>
                    <a:pt x="8269834" y="84470"/>
                  </a:lnTo>
                  <a:lnTo>
                    <a:pt x="8269960" y="84470"/>
                  </a:lnTo>
                  <a:lnTo>
                    <a:pt x="8270086" y="84470"/>
                  </a:lnTo>
                  <a:lnTo>
                    <a:pt x="8270338" y="84470"/>
                  </a:lnTo>
                  <a:lnTo>
                    <a:pt x="8270465" y="84470"/>
                  </a:lnTo>
                  <a:lnTo>
                    <a:pt x="8270591" y="84470"/>
                  </a:lnTo>
                  <a:lnTo>
                    <a:pt x="8270717" y="84470"/>
                  </a:lnTo>
                  <a:lnTo>
                    <a:pt x="8270843" y="84470"/>
                  </a:lnTo>
                  <a:lnTo>
                    <a:pt x="8271599" y="84470"/>
                  </a:lnTo>
                  <a:lnTo>
                    <a:pt x="8271978" y="84470"/>
                  </a:lnTo>
                  <a:lnTo>
                    <a:pt x="8272608" y="84470"/>
                  </a:lnTo>
                  <a:lnTo>
                    <a:pt x="8272734" y="84470"/>
                  </a:lnTo>
                  <a:lnTo>
                    <a:pt x="8273112" y="84470"/>
                  </a:lnTo>
                  <a:lnTo>
                    <a:pt x="8273365" y="84470"/>
                  </a:lnTo>
                  <a:lnTo>
                    <a:pt x="8273491" y="84470"/>
                  </a:lnTo>
                  <a:lnTo>
                    <a:pt x="8273743" y="84470"/>
                  </a:lnTo>
                  <a:lnTo>
                    <a:pt x="8274247" y="84470"/>
                  </a:lnTo>
                  <a:lnTo>
                    <a:pt x="8274373" y="84470"/>
                  </a:lnTo>
                  <a:lnTo>
                    <a:pt x="8274499" y="84470"/>
                  </a:lnTo>
                  <a:lnTo>
                    <a:pt x="8274625" y="84470"/>
                  </a:lnTo>
                  <a:lnTo>
                    <a:pt x="8274752" y="84470"/>
                  </a:lnTo>
                  <a:lnTo>
                    <a:pt x="8275130" y="84470"/>
                  </a:lnTo>
                  <a:lnTo>
                    <a:pt x="8275256" y="84470"/>
                  </a:lnTo>
                  <a:lnTo>
                    <a:pt x="8275382" y="84470"/>
                  </a:lnTo>
                  <a:lnTo>
                    <a:pt x="8275508" y="84470"/>
                  </a:lnTo>
                  <a:lnTo>
                    <a:pt x="8275886" y="84470"/>
                  </a:lnTo>
                  <a:lnTo>
                    <a:pt x="8276012" y="84470"/>
                  </a:lnTo>
                  <a:lnTo>
                    <a:pt x="8276265" y="84470"/>
                  </a:lnTo>
                  <a:lnTo>
                    <a:pt x="8277147" y="84470"/>
                  </a:lnTo>
                  <a:lnTo>
                    <a:pt x="8277399" y="84470"/>
                  </a:lnTo>
                  <a:lnTo>
                    <a:pt x="8277778" y="84470"/>
                  </a:lnTo>
                  <a:lnTo>
                    <a:pt x="8277904" y="84470"/>
                  </a:lnTo>
                  <a:lnTo>
                    <a:pt x="8278030" y="84470"/>
                  </a:lnTo>
                  <a:lnTo>
                    <a:pt x="8278156" y="84470"/>
                  </a:lnTo>
                  <a:lnTo>
                    <a:pt x="8278282" y="84470"/>
                  </a:lnTo>
                  <a:lnTo>
                    <a:pt x="8278408" y="84470"/>
                  </a:lnTo>
                  <a:lnTo>
                    <a:pt x="8278786" y="84470"/>
                  </a:lnTo>
                  <a:lnTo>
                    <a:pt x="8278912" y="84470"/>
                  </a:lnTo>
                  <a:lnTo>
                    <a:pt x="8279039" y="84470"/>
                  </a:lnTo>
                  <a:lnTo>
                    <a:pt x="8279165" y="84470"/>
                  </a:lnTo>
                  <a:lnTo>
                    <a:pt x="8279291" y="84470"/>
                  </a:lnTo>
                  <a:lnTo>
                    <a:pt x="8279417" y="84470"/>
                  </a:lnTo>
                  <a:lnTo>
                    <a:pt x="8279543" y="84470"/>
                  </a:lnTo>
                  <a:lnTo>
                    <a:pt x="8279921" y="84470"/>
                  </a:lnTo>
                  <a:lnTo>
                    <a:pt x="8280425" y="84470"/>
                  </a:lnTo>
                  <a:lnTo>
                    <a:pt x="8281056" y="84470"/>
                  </a:lnTo>
                  <a:lnTo>
                    <a:pt x="8281308" y="84470"/>
                  </a:lnTo>
                  <a:lnTo>
                    <a:pt x="8282065" y="84470"/>
                  </a:lnTo>
                  <a:lnTo>
                    <a:pt x="8282191" y="84470"/>
                  </a:lnTo>
                  <a:lnTo>
                    <a:pt x="8282317" y="84470"/>
                  </a:lnTo>
                  <a:lnTo>
                    <a:pt x="8282569" y="84470"/>
                  </a:lnTo>
                  <a:lnTo>
                    <a:pt x="8282695" y="84470"/>
                  </a:lnTo>
                  <a:lnTo>
                    <a:pt x="8282821" y="84470"/>
                  </a:lnTo>
                  <a:lnTo>
                    <a:pt x="8282947" y="84470"/>
                  </a:lnTo>
                  <a:lnTo>
                    <a:pt x="8283073" y="84470"/>
                  </a:lnTo>
                  <a:lnTo>
                    <a:pt x="8283199" y="84470"/>
                  </a:lnTo>
                  <a:lnTo>
                    <a:pt x="8283704" y="84470"/>
                  </a:lnTo>
                  <a:lnTo>
                    <a:pt x="8283830" y="84470"/>
                  </a:lnTo>
                  <a:lnTo>
                    <a:pt x="8283956" y="84470"/>
                  </a:lnTo>
                  <a:lnTo>
                    <a:pt x="8284082" y="84470"/>
                  </a:lnTo>
                  <a:lnTo>
                    <a:pt x="8284208" y="84470"/>
                  </a:lnTo>
                  <a:lnTo>
                    <a:pt x="8284460" y="84470"/>
                  </a:lnTo>
                  <a:lnTo>
                    <a:pt x="8284712" y="84470"/>
                  </a:lnTo>
                  <a:lnTo>
                    <a:pt x="8287108" y="84470"/>
                  </a:lnTo>
                  <a:lnTo>
                    <a:pt x="8287360" y="84470"/>
                  </a:lnTo>
                  <a:lnTo>
                    <a:pt x="8287486" y="84470"/>
                  </a:lnTo>
                  <a:lnTo>
                    <a:pt x="8287739" y="84470"/>
                  </a:lnTo>
                  <a:lnTo>
                    <a:pt x="8287991" y="84470"/>
                  </a:lnTo>
                  <a:lnTo>
                    <a:pt x="8288117" y="84470"/>
                  </a:lnTo>
                  <a:lnTo>
                    <a:pt x="8288369" y="84470"/>
                  </a:lnTo>
                  <a:lnTo>
                    <a:pt x="8288747" y="84470"/>
                  </a:lnTo>
                  <a:lnTo>
                    <a:pt x="8288873" y="84470"/>
                  </a:lnTo>
                  <a:lnTo>
                    <a:pt x="8288999" y="84470"/>
                  </a:lnTo>
                  <a:lnTo>
                    <a:pt x="8289126" y="84470"/>
                  </a:lnTo>
                  <a:lnTo>
                    <a:pt x="8289252" y="84470"/>
                  </a:lnTo>
                  <a:lnTo>
                    <a:pt x="8289504" y="84470"/>
                  </a:lnTo>
                  <a:lnTo>
                    <a:pt x="8289630" y="84470"/>
                  </a:lnTo>
                  <a:lnTo>
                    <a:pt x="8289756" y="84470"/>
                  </a:lnTo>
                  <a:lnTo>
                    <a:pt x="8289882" y="84470"/>
                  </a:lnTo>
                  <a:lnTo>
                    <a:pt x="8290008" y="84470"/>
                  </a:lnTo>
                  <a:lnTo>
                    <a:pt x="8290134" y="84470"/>
                  </a:lnTo>
                  <a:lnTo>
                    <a:pt x="8290386" y="84470"/>
                  </a:lnTo>
                  <a:lnTo>
                    <a:pt x="8290639" y="84470"/>
                  </a:lnTo>
                  <a:lnTo>
                    <a:pt x="8290891" y="84470"/>
                  </a:lnTo>
                  <a:lnTo>
                    <a:pt x="8291017" y="84470"/>
                  </a:lnTo>
                  <a:lnTo>
                    <a:pt x="8291143" y="84470"/>
                  </a:lnTo>
                  <a:lnTo>
                    <a:pt x="8291269" y="84470"/>
                  </a:lnTo>
                  <a:lnTo>
                    <a:pt x="8291521" y="84470"/>
                  </a:lnTo>
                  <a:lnTo>
                    <a:pt x="8291899" y="84470"/>
                  </a:lnTo>
                  <a:lnTo>
                    <a:pt x="8292026" y="84470"/>
                  </a:lnTo>
                  <a:lnTo>
                    <a:pt x="8292152" y="84470"/>
                  </a:lnTo>
                  <a:lnTo>
                    <a:pt x="8292278" y="84470"/>
                  </a:lnTo>
                  <a:lnTo>
                    <a:pt x="8292404" y="84470"/>
                  </a:lnTo>
                  <a:lnTo>
                    <a:pt x="8292530" y="84470"/>
                  </a:lnTo>
                  <a:lnTo>
                    <a:pt x="8292656" y="84470"/>
                  </a:lnTo>
                  <a:lnTo>
                    <a:pt x="8292908" y="84470"/>
                  </a:lnTo>
                  <a:lnTo>
                    <a:pt x="8293034" y="84470"/>
                  </a:lnTo>
                  <a:lnTo>
                    <a:pt x="8293160" y="84470"/>
                  </a:lnTo>
                  <a:lnTo>
                    <a:pt x="8293286" y="84470"/>
                  </a:lnTo>
                  <a:lnTo>
                    <a:pt x="8293791" y="84470"/>
                  </a:lnTo>
                  <a:lnTo>
                    <a:pt x="8293917" y="84470"/>
                  </a:lnTo>
                  <a:lnTo>
                    <a:pt x="8294043" y="84470"/>
                  </a:lnTo>
                  <a:lnTo>
                    <a:pt x="8294169" y="84470"/>
                  </a:lnTo>
                  <a:lnTo>
                    <a:pt x="8294547" y="84470"/>
                  </a:lnTo>
                  <a:lnTo>
                    <a:pt x="8294673" y="84470"/>
                  </a:lnTo>
                  <a:lnTo>
                    <a:pt x="8294799" y="84470"/>
                  </a:lnTo>
                  <a:lnTo>
                    <a:pt x="8294926" y="84470"/>
                  </a:lnTo>
                  <a:lnTo>
                    <a:pt x="8295178" y="84470"/>
                  </a:lnTo>
                  <a:lnTo>
                    <a:pt x="8295430" y="84470"/>
                  </a:lnTo>
                  <a:lnTo>
                    <a:pt x="8295556" y="84470"/>
                  </a:lnTo>
                  <a:lnTo>
                    <a:pt x="8295808" y="79191"/>
                  </a:lnTo>
                  <a:lnTo>
                    <a:pt x="8295934" y="79191"/>
                  </a:lnTo>
                  <a:lnTo>
                    <a:pt x="8296060" y="79191"/>
                  </a:lnTo>
                  <a:lnTo>
                    <a:pt x="8296186" y="79191"/>
                  </a:lnTo>
                  <a:lnTo>
                    <a:pt x="8296439" y="79191"/>
                  </a:lnTo>
                  <a:lnTo>
                    <a:pt x="8296691" y="79191"/>
                  </a:lnTo>
                  <a:lnTo>
                    <a:pt x="8296817" y="79191"/>
                  </a:lnTo>
                  <a:lnTo>
                    <a:pt x="8296943" y="79191"/>
                  </a:lnTo>
                  <a:lnTo>
                    <a:pt x="8297069" y="79191"/>
                  </a:lnTo>
                  <a:lnTo>
                    <a:pt x="8297195" y="79191"/>
                  </a:lnTo>
                  <a:lnTo>
                    <a:pt x="8297447" y="79191"/>
                  </a:lnTo>
                  <a:lnTo>
                    <a:pt x="8298078" y="79191"/>
                  </a:lnTo>
                  <a:lnTo>
                    <a:pt x="8298204" y="79191"/>
                  </a:lnTo>
                  <a:lnTo>
                    <a:pt x="8298330" y="79191"/>
                  </a:lnTo>
                  <a:lnTo>
                    <a:pt x="8298456" y="79191"/>
                  </a:lnTo>
                  <a:lnTo>
                    <a:pt x="8298582" y="79191"/>
                  </a:lnTo>
                  <a:lnTo>
                    <a:pt x="8298960" y="79191"/>
                  </a:lnTo>
                  <a:lnTo>
                    <a:pt x="8299086" y="79191"/>
                  </a:lnTo>
                  <a:lnTo>
                    <a:pt x="8299213" y="79191"/>
                  </a:lnTo>
                  <a:lnTo>
                    <a:pt x="8299465" y="79191"/>
                  </a:lnTo>
                  <a:lnTo>
                    <a:pt x="8299591" y="79191"/>
                  </a:lnTo>
                  <a:lnTo>
                    <a:pt x="8299969" y="79191"/>
                  </a:lnTo>
                  <a:lnTo>
                    <a:pt x="8300095" y="79191"/>
                  </a:lnTo>
                  <a:lnTo>
                    <a:pt x="8300347" y="79191"/>
                  </a:lnTo>
                  <a:lnTo>
                    <a:pt x="8300600" y="79191"/>
                  </a:lnTo>
                  <a:lnTo>
                    <a:pt x="8300726" y="79191"/>
                  </a:lnTo>
                  <a:lnTo>
                    <a:pt x="8300852" y="79191"/>
                  </a:lnTo>
                  <a:lnTo>
                    <a:pt x="8300978" y="79191"/>
                  </a:lnTo>
                  <a:lnTo>
                    <a:pt x="8301230" y="79191"/>
                  </a:lnTo>
                  <a:lnTo>
                    <a:pt x="8301356" y="79191"/>
                  </a:lnTo>
                  <a:lnTo>
                    <a:pt x="8301734" y="79191"/>
                  </a:lnTo>
                  <a:lnTo>
                    <a:pt x="8302239" y="79191"/>
                  </a:lnTo>
                  <a:lnTo>
                    <a:pt x="8302365" y="79191"/>
                  </a:lnTo>
                  <a:lnTo>
                    <a:pt x="8302491" y="79191"/>
                  </a:lnTo>
                  <a:lnTo>
                    <a:pt x="8303247" y="79191"/>
                  </a:lnTo>
                  <a:lnTo>
                    <a:pt x="8303373" y="79191"/>
                  </a:lnTo>
                  <a:lnTo>
                    <a:pt x="8303500" y="79191"/>
                  </a:lnTo>
                  <a:lnTo>
                    <a:pt x="8303626" y="79191"/>
                  </a:lnTo>
                  <a:lnTo>
                    <a:pt x="8303752" y="79191"/>
                  </a:lnTo>
                  <a:lnTo>
                    <a:pt x="8303878" y="79191"/>
                  </a:lnTo>
                  <a:lnTo>
                    <a:pt x="8304004" y="79191"/>
                  </a:lnTo>
                  <a:lnTo>
                    <a:pt x="8304256" y="79191"/>
                  </a:lnTo>
                  <a:lnTo>
                    <a:pt x="8304382" y="79191"/>
                  </a:lnTo>
                  <a:lnTo>
                    <a:pt x="8304886" y="79191"/>
                  </a:lnTo>
                  <a:lnTo>
                    <a:pt x="8304886" y="73911"/>
                  </a:lnTo>
                  <a:lnTo>
                    <a:pt x="8305517" y="73911"/>
                  </a:lnTo>
                  <a:lnTo>
                    <a:pt x="8305643" y="73911"/>
                  </a:lnTo>
                  <a:lnTo>
                    <a:pt x="8305769" y="73911"/>
                  </a:lnTo>
                  <a:lnTo>
                    <a:pt x="8306273" y="73911"/>
                  </a:lnTo>
                  <a:lnTo>
                    <a:pt x="8306400" y="73911"/>
                  </a:lnTo>
                  <a:lnTo>
                    <a:pt x="8306652" y="73911"/>
                  </a:lnTo>
                  <a:lnTo>
                    <a:pt x="8306778" y="73911"/>
                  </a:lnTo>
                  <a:lnTo>
                    <a:pt x="8307156" y="73911"/>
                  </a:lnTo>
                  <a:lnTo>
                    <a:pt x="8307282" y="73911"/>
                  </a:lnTo>
                  <a:lnTo>
                    <a:pt x="8307408" y="73911"/>
                  </a:lnTo>
                  <a:lnTo>
                    <a:pt x="8307534" y="73911"/>
                  </a:lnTo>
                  <a:lnTo>
                    <a:pt x="8307660" y="73911"/>
                  </a:lnTo>
                  <a:lnTo>
                    <a:pt x="8308165" y="73911"/>
                  </a:lnTo>
                  <a:lnTo>
                    <a:pt x="8308291" y="73911"/>
                  </a:lnTo>
                  <a:lnTo>
                    <a:pt x="8308417" y="73911"/>
                  </a:lnTo>
                  <a:lnTo>
                    <a:pt x="8308543" y="73911"/>
                  </a:lnTo>
                  <a:lnTo>
                    <a:pt x="8309047" y="73911"/>
                  </a:lnTo>
                  <a:lnTo>
                    <a:pt x="8309300" y="73911"/>
                  </a:lnTo>
                  <a:lnTo>
                    <a:pt x="8309426" y="73911"/>
                  </a:lnTo>
                  <a:lnTo>
                    <a:pt x="8309678" y="73911"/>
                  </a:lnTo>
                  <a:lnTo>
                    <a:pt x="8309804" y="73911"/>
                  </a:lnTo>
                  <a:lnTo>
                    <a:pt x="8309930" y="73911"/>
                  </a:lnTo>
                  <a:lnTo>
                    <a:pt x="8310056" y="73911"/>
                  </a:lnTo>
                  <a:lnTo>
                    <a:pt x="8310182" y="73911"/>
                  </a:lnTo>
                  <a:lnTo>
                    <a:pt x="8310434" y="73911"/>
                  </a:lnTo>
                  <a:lnTo>
                    <a:pt x="8310560" y="73911"/>
                  </a:lnTo>
                  <a:lnTo>
                    <a:pt x="8310687" y="73911"/>
                  </a:lnTo>
                  <a:lnTo>
                    <a:pt x="8310813" y="73911"/>
                  </a:lnTo>
                  <a:lnTo>
                    <a:pt x="8310939" y="73911"/>
                  </a:lnTo>
                  <a:lnTo>
                    <a:pt x="8311065" y="73911"/>
                  </a:lnTo>
                  <a:lnTo>
                    <a:pt x="8311443" y="73911"/>
                  </a:lnTo>
                  <a:lnTo>
                    <a:pt x="8311695" y="73911"/>
                  </a:lnTo>
                  <a:lnTo>
                    <a:pt x="8311821" y="73911"/>
                  </a:lnTo>
                  <a:lnTo>
                    <a:pt x="8311947" y="73911"/>
                  </a:lnTo>
                  <a:lnTo>
                    <a:pt x="8312326" y="73911"/>
                  </a:lnTo>
                  <a:lnTo>
                    <a:pt x="8312452" y="73911"/>
                  </a:lnTo>
                  <a:lnTo>
                    <a:pt x="8313208" y="73911"/>
                  </a:lnTo>
                  <a:lnTo>
                    <a:pt x="8313334" y="73911"/>
                  </a:lnTo>
                  <a:lnTo>
                    <a:pt x="8313460" y="73911"/>
                  </a:lnTo>
                  <a:lnTo>
                    <a:pt x="8313587" y="73911"/>
                  </a:lnTo>
                  <a:lnTo>
                    <a:pt x="8313839" y="73911"/>
                  </a:lnTo>
                  <a:lnTo>
                    <a:pt x="8313965" y="73911"/>
                  </a:lnTo>
                  <a:lnTo>
                    <a:pt x="8314091" y="73911"/>
                  </a:lnTo>
                  <a:lnTo>
                    <a:pt x="8314217" y="73911"/>
                  </a:lnTo>
                  <a:lnTo>
                    <a:pt x="8314343" y="73911"/>
                  </a:lnTo>
                  <a:lnTo>
                    <a:pt x="8314469" y="73911"/>
                  </a:lnTo>
                  <a:lnTo>
                    <a:pt x="8314595" y="68632"/>
                  </a:lnTo>
                  <a:lnTo>
                    <a:pt x="8314721" y="68632"/>
                  </a:lnTo>
                  <a:lnTo>
                    <a:pt x="8314847" y="68632"/>
                  </a:lnTo>
                  <a:lnTo>
                    <a:pt x="8315226" y="68632"/>
                  </a:lnTo>
                  <a:lnTo>
                    <a:pt x="8315352" y="68632"/>
                  </a:lnTo>
                  <a:lnTo>
                    <a:pt x="8315478" y="68632"/>
                  </a:lnTo>
                  <a:lnTo>
                    <a:pt x="8315604" y="68632"/>
                  </a:lnTo>
                  <a:lnTo>
                    <a:pt x="8316108" y="68632"/>
                  </a:lnTo>
                  <a:lnTo>
                    <a:pt x="8316613" y="68632"/>
                  </a:lnTo>
                  <a:lnTo>
                    <a:pt x="8316739" y="68632"/>
                  </a:lnTo>
                  <a:lnTo>
                    <a:pt x="8316991" y="68632"/>
                  </a:lnTo>
                  <a:lnTo>
                    <a:pt x="8317117" y="68632"/>
                  </a:lnTo>
                  <a:lnTo>
                    <a:pt x="8317243" y="68632"/>
                  </a:lnTo>
                  <a:lnTo>
                    <a:pt x="8317369" y="68632"/>
                  </a:lnTo>
                  <a:lnTo>
                    <a:pt x="8317495" y="68632"/>
                  </a:lnTo>
                  <a:lnTo>
                    <a:pt x="8318000" y="68632"/>
                  </a:lnTo>
                  <a:lnTo>
                    <a:pt x="8318126" y="68632"/>
                  </a:lnTo>
                  <a:lnTo>
                    <a:pt x="8318504" y="68632"/>
                  </a:lnTo>
                  <a:lnTo>
                    <a:pt x="8318630" y="68632"/>
                  </a:lnTo>
                  <a:lnTo>
                    <a:pt x="8318882" y="68632"/>
                  </a:lnTo>
                  <a:lnTo>
                    <a:pt x="8319008" y="68632"/>
                  </a:lnTo>
                  <a:lnTo>
                    <a:pt x="8319134" y="68632"/>
                  </a:lnTo>
                  <a:lnTo>
                    <a:pt x="8319260" y="68632"/>
                  </a:lnTo>
                  <a:lnTo>
                    <a:pt x="8319891" y="68632"/>
                  </a:lnTo>
                  <a:lnTo>
                    <a:pt x="8320017" y="68632"/>
                  </a:lnTo>
                  <a:lnTo>
                    <a:pt x="8320143" y="68632"/>
                  </a:lnTo>
                  <a:lnTo>
                    <a:pt x="8320269" y="68632"/>
                  </a:lnTo>
                  <a:lnTo>
                    <a:pt x="8320395" y="68632"/>
                  </a:lnTo>
                  <a:lnTo>
                    <a:pt x="8320647" y="68632"/>
                  </a:lnTo>
                  <a:lnTo>
                    <a:pt x="8320774" y="68632"/>
                  </a:lnTo>
                  <a:lnTo>
                    <a:pt x="8320900" y="68632"/>
                  </a:lnTo>
                  <a:lnTo>
                    <a:pt x="8321026" y="68632"/>
                  </a:lnTo>
                  <a:lnTo>
                    <a:pt x="8321404" y="68632"/>
                  </a:lnTo>
                  <a:lnTo>
                    <a:pt x="8321530" y="68632"/>
                  </a:lnTo>
                  <a:lnTo>
                    <a:pt x="8321908" y="68632"/>
                  </a:lnTo>
                  <a:lnTo>
                    <a:pt x="8322034" y="68632"/>
                  </a:lnTo>
                  <a:lnTo>
                    <a:pt x="8322161" y="68632"/>
                  </a:lnTo>
                  <a:lnTo>
                    <a:pt x="8322539" y="68632"/>
                  </a:lnTo>
                  <a:lnTo>
                    <a:pt x="8322791" y="68632"/>
                  </a:lnTo>
                  <a:lnTo>
                    <a:pt x="8323043" y="68632"/>
                  </a:lnTo>
                  <a:lnTo>
                    <a:pt x="8323169" y="68632"/>
                  </a:lnTo>
                  <a:lnTo>
                    <a:pt x="8323295" y="68632"/>
                  </a:lnTo>
                  <a:lnTo>
                    <a:pt x="8323421" y="68632"/>
                  </a:lnTo>
                  <a:lnTo>
                    <a:pt x="8323547" y="68632"/>
                  </a:lnTo>
                  <a:lnTo>
                    <a:pt x="8323674" y="68632"/>
                  </a:lnTo>
                  <a:lnTo>
                    <a:pt x="8323926" y="68632"/>
                  </a:lnTo>
                  <a:lnTo>
                    <a:pt x="8324052" y="68632"/>
                  </a:lnTo>
                  <a:lnTo>
                    <a:pt x="8324178" y="68632"/>
                  </a:lnTo>
                  <a:lnTo>
                    <a:pt x="8324304" y="68632"/>
                  </a:lnTo>
                  <a:lnTo>
                    <a:pt x="8324304" y="63353"/>
                  </a:lnTo>
                  <a:lnTo>
                    <a:pt x="8324430" y="63353"/>
                  </a:lnTo>
                  <a:lnTo>
                    <a:pt x="8324556" y="63353"/>
                  </a:lnTo>
                  <a:lnTo>
                    <a:pt x="8324808" y="63353"/>
                  </a:lnTo>
                  <a:lnTo>
                    <a:pt x="8325187" y="63353"/>
                  </a:lnTo>
                  <a:lnTo>
                    <a:pt x="8325313" y="63353"/>
                  </a:lnTo>
                  <a:lnTo>
                    <a:pt x="8325565" y="63353"/>
                  </a:lnTo>
                  <a:lnTo>
                    <a:pt x="8325691" y="63353"/>
                  </a:lnTo>
                  <a:lnTo>
                    <a:pt x="8325943" y="63353"/>
                  </a:lnTo>
                  <a:lnTo>
                    <a:pt x="8326195" y="58073"/>
                  </a:lnTo>
                  <a:lnTo>
                    <a:pt x="8326321" y="58073"/>
                  </a:lnTo>
                  <a:lnTo>
                    <a:pt x="8326447" y="58073"/>
                  </a:lnTo>
                  <a:lnTo>
                    <a:pt x="8326574" y="58073"/>
                  </a:lnTo>
                  <a:lnTo>
                    <a:pt x="8326700" y="58073"/>
                  </a:lnTo>
                  <a:lnTo>
                    <a:pt x="8326826" y="58073"/>
                  </a:lnTo>
                  <a:lnTo>
                    <a:pt x="8327078" y="58073"/>
                  </a:lnTo>
                  <a:lnTo>
                    <a:pt x="8327204" y="58073"/>
                  </a:lnTo>
                  <a:lnTo>
                    <a:pt x="8327582" y="58073"/>
                  </a:lnTo>
                  <a:lnTo>
                    <a:pt x="8327834" y="58073"/>
                  </a:lnTo>
                  <a:lnTo>
                    <a:pt x="8327961" y="58073"/>
                  </a:lnTo>
                  <a:lnTo>
                    <a:pt x="8327961" y="52794"/>
                  </a:lnTo>
                  <a:lnTo>
                    <a:pt x="8328087" y="52794"/>
                  </a:lnTo>
                  <a:lnTo>
                    <a:pt x="8328213" y="52794"/>
                  </a:lnTo>
                  <a:lnTo>
                    <a:pt x="8328339" y="52794"/>
                  </a:lnTo>
                  <a:lnTo>
                    <a:pt x="8328465" y="52794"/>
                  </a:lnTo>
                  <a:lnTo>
                    <a:pt x="8328591" y="52794"/>
                  </a:lnTo>
                  <a:lnTo>
                    <a:pt x="8328717" y="52794"/>
                  </a:lnTo>
                  <a:lnTo>
                    <a:pt x="8328843" y="52794"/>
                  </a:lnTo>
                  <a:lnTo>
                    <a:pt x="8329095" y="52794"/>
                  </a:lnTo>
                  <a:lnTo>
                    <a:pt x="8330230" y="52794"/>
                  </a:lnTo>
                  <a:lnTo>
                    <a:pt x="8330356" y="52794"/>
                  </a:lnTo>
                  <a:lnTo>
                    <a:pt x="8330482" y="52794"/>
                  </a:lnTo>
                  <a:lnTo>
                    <a:pt x="8330734" y="52794"/>
                  </a:lnTo>
                  <a:lnTo>
                    <a:pt x="8330861" y="52794"/>
                  </a:lnTo>
                  <a:lnTo>
                    <a:pt x="8330987" y="52794"/>
                  </a:lnTo>
                  <a:lnTo>
                    <a:pt x="8331113" y="52794"/>
                  </a:lnTo>
                  <a:lnTo>
                    <a:pt x="8331239" y="52794"/>
                  </a:lnTo>
                  <a:lnTo>
                    <a:pt x="8331617" y="52794"/>
                  </a:lnTo>
                  <a:lnTo>
                    <a:pt x="8331869" y="52794"/>
                  </a:lnTo>
                  <a:lnTo>
                    <a:pt x="8331995" y="52794"/>
                  </a:lnTo>
                  <a:lnTo>
                    <a:pt x="8332121" y="52794"/>
                  </a:lnTo>
                  <a:lnTo>
                    <a:pt x="8332248" y="52794"/>
                  </a:lnTo>
                  <a:lnTo>
                    <a:pt x="8332500" y="52794"/>
                  </a:lnTo>
                  <a:lnTo>
                    <a:pt x="8332626" y="52794"/>
                  </a:lnTo>
                  <a:lnTo>
                    <a:pt x="8332752" y="52794"/>
                  </a:lnTo>
                  <a:lnTo>
                    <a:pt x="8333256" y="52794"/>
                  </a:lnTo>
                  <a:lnTo>
                    <a:pt x="8333634" y="52794"/>
                  </a:lnTo>
                  <a:lnTo>
                    <a:pt x="8333761" y="52794"/>
                  </a:lnTo>
                  <a:lnTo>
                    <a:pt x="8334013" y="52794"/>
                  </a:lnTo>
                  <a:lnTo>
                    <a:pt x="8334139" y="52794"/>
                  </a:lnTo>
                  <a:lnTo>
                    <a:pt x="8334643" y="52794"/>
                  </a:lnTo>
                  <a:lnTo>
                    <a:pt x="8334769" y="52794"/>
                  </a:lnTo>
                  <a:lnTo>
                    <a:pt x="8334895" y="52794"/>
                  </a:lnTo>
                  <a:lnTo>
                    <a:pt x="8335400" y="52794"/>
                  </a:lnTo>
                  <a:lnTo>
                    <a:pt x="8335652" y="52794"/>
                  </a:lnTo>
                  <a:lnTo>
                    <a:pt x="8335904" y="52794"/>
                  </a:lnTo>
                  <a:lnTo>
                    <a:pt x="8336030" y="52794"/>
                  </a:lnTo>
                  <a:lnTo>
                    <a:pt x="8336156" y="52794"/>
                  </a:lnTo>
                  <a:lnTo>
                    <a:pt x="8336534" y="52794"/>
                  </a:lnTo>
                  <a:lnTo>
                    <a:pt x="8336661" y="52794"/>
                  </a:lnTo>
                  <a:lnTo>
                    <a:pt x="8336787" y="52794"/>
                  </a:lnTo>
                  <a:lnTo>
                    <a:pt x="8336913" y="52794"/>
                  </a:lnTo>
                  <a:lnTo>
                    <a:pt x="8337039" y="52794"/>
                  </a:lnTo>
                  <a:lnTo>
                    <a:pt x="8337165" y="52794"/>
                  </a:lnTo>
                  <a:lnTo>
                    <a:pt x="8337291" y="52794"/>
                  </a:lnTo>
                  <a:lnTo>
                    <a:pt x="8337417" y="52794"/>
                  </a:lnTo>
                  <a:lnTo>
                    <a:pt x="8337669" y="52794"/>
                  </a:lnTo>
                  <a:lnTo>
                    <a:pt x="8337795" y="52794"/>
                  </a:lnTo>
                  <a:lnTo>
                    <a:pt x="8337921" y="52794"/>
                  </a:lnTo>
                  <a:lnTo>
                    <a:pt x="8338174" y="52794"/>
                  </a:lnTo>
                  <a:lnTo>
                    <a:pt x="8338300" y="52794"/>
                  </a:lnTo>
                  <a:lnTo>
                    <a:pt x="8338552" y="52794"/>
                  </a:lnTo>
                  <a:lnTo>
                    <a:pt x="8338678" y="52794"/>
                  </a:lnTo>
                  <a:lnTo>
                    <a:pt x="8339182" y="52794"/>
                  </a:lnTo>
                  <a:lnTo>
                    <a:pt x="8339561" y="52794"/>
                  </a:lnTo>
                  <a:lnTo>
                    <a:pt x="8339687" y="52794"/>
                  </a:lnTo>
                  <a:lnTo>
                    <a:pt x="8340065" y="52794"/>
                  </a:lnTo>
                  <a:lnTo>
                    <a:pt x="8340191" y="52794"/>
                  </a:lnTo>
                  <a:lnTo>
                    <a:pt x="8340317" y="52794"/>
                  </a:lnTo>
                  <a:lnTo>
                    <a:pt x="8340443" y="47514"/>
                  </a:lnTo>
                  <a:lnTo>
                    <a:pt x="8340569" y="47514"/>
                  </a:lnTo>
                  <a:lnTo>
                    <a:pt x="8340821" y="47514"/>
                  </a:lnTo>
                  <a:lnTo>
                    <a:pt x="8340948" y="47514"/>
                  </a:lnTo>
                  <a:lnTo>
                    <a:pt x="8341074" y="47514"/>
                  </a:lnTo>
                  <a:lnTo>
                    <a:pt x="8341452" y="47514"/>
                  </a:lnTo>
                  <a:lnTo>
                    <a:pt x="8341704" y="47514"/>
                  </a:lnTo>
                  <a:lnTo>
                    <a:pt x="8341956" y="47514"/>
                  </a:lnTo>
                  <a:lnTo>
                    <a:pt x="8342082" y="47514"/>
                  </a:lnTo>
                  <a:lnTo>
                    <a:pt x="8342208" y="47514"/>
                  </a:lnTo>
                  <a:lnTo>
                    <a:pt x="8342335" y="47514"/>
                  </a:lnTo>
                  <a:lnTo>
                    <a:pt x="8342839" y="47514"/>
                  </a:lnTo>
                  <a:lnTo>
                    <a:pt x="8342965" y="47514"/>
                  </a:lnTo>
                  <a:lnTo>
                    <a:pt x="8343091" y="47514"/>
                  </a:lnTo>
                  <a:lnTo>
                    <a:pt x="8343343" y="47514"/>
                  </a:lnTo>
                  <a:lnTo>
                    <a:pt x="8343469" y="47514"/>
                  </a:lnTo>
                  <a:lnTo>
                    <a:pt x="8343595" y="47514"/>
                  </a:lnTo>
                  <a:lnTo>
                    <a:pt x="8343974" y="47514"/>
                  </a:lnTo>
                  <a:lnTo>
                    <a:pt x="8344100" y="47514"/>
                  </a:lnTo>
                  <a:lnTo>
                    <a:pt x="8344226" y="47514"/>
                  </a:lnTo>
                  <a:lnTo>
                    <a:pt x="8344478" y="47514"/>
                  </a:lnTo>
                  <a:lnTo>
                    <a:pt x="8344604" y="47514"/>
                  </a:lnTo>
                  <a:lnTo>
                    <a:pt x="8344856" y="47514"/>
                  </a:lnTo>
                  <a:lnTo>
                    <a:pt x="8345108" y="42235"/>
                  </a:lnTo>
                  <a:lnTo>
                    <a:pt x="8345235" y="42235"/>
                  </a:lnTo>
                  <a:lnTo>
                    <a:pt x="8345361" y="42235"/>
                  </a:lnTo>
                  <a:lnTo>
                    <a:pt x="8345739" y="42235"/>
                  </a:lnTo>
                  <a:lnTo>
                    <a:pt x="8346243" y="42235"/>
                  </a:lnTo>
                  <a:lnTo>
                    <a:pt x="8346748" y="42235"/>
                  </a:lnTo>
                  <a:lnTo>
                    <a:pt x="8347000" y="42235"/>
                  </a:lnTo>
                  <a:lnTo>
                    <a:pt x="8347126" y="42235"/>
                  </a:lnTo>
                  <a:lnTo>
                    <a:pt x="8347252" y="42235"/>
                  </a:lnTo>
                  <a:lnTo>
                    <a:pt x="8347378" y="42235"/>
                  </a:lnTo>
                  <a:lnTo>
                    <a:pt x="8347504" y="42235"/>
                  </a:lnTo>
                  <a:lnTo>
                    <a:pt x="8347630" y="42235"/>
                  </a:lnTo>
                  <a:lnTo>
                    <a:pt x="8348008" y="42235"/>
                  </a:lnTo>
                  <a:lnTo>
                    <a:pt x="8348261" y="42235"/>
                  </a:lnTo>
                  <a:lnTo>
                    <a:pt x="8348513" y="42235"/>
                  </a:lnTo>
                  <a:lnTo>
                    <a:pt x="8348765" y="42235"/>
                  </a:lnTo>
                  <a:lnTo>
                    <a:pt x="8348891" y="42235"/>
                  </a:lnTo>
                  <a:lnTo>
                    <a:pt x="8349017" y="42235"/>
                  </a:lnTo>
                  <a:lnTo>
                    <a:pt x="8349143" y="42235"/>
                  </a:lnTo>
                  <a:lnTo>
                    <a:pt x="8349269" y="42235"/>
                  </a:lnTo>
                  <a:lnTo>
                    <a:pt x="8349395" y="42235"/>
                  </a:lnTo>
                  <a:lnTo>
                    <a:pt x="8349648" y="42235"/>
                  </a:lnTo>
                  <a:lnTo>
                    <a:pt x="8349774" y="42235"/>
                  </a:lnTo>
                  <a:lnTo>
                    <a:pt x="8349900" y="42235"/>
                  </a:lnTo>
                  <a:lnTo>
                    <a:pt x="8350152" y="42235"/>
                  </a:lnTo>
                  <a:lnTo>
                    <a:pt x="8351161" y="42235"/>
                  </a:lnTo>
                  <a:lnTo>
                    <a:pt x="8351287" y="42235"/>
                  </a:lnTo>
                  <a:lnTo>
                    <a:pt x="8351413" y="42235"/>
                  </a:lnTo>
                  <a:lnTo>
                    <a:pt x="8351791" y="42235"/>
                  </a:lnTo>
                  <a:lnTo>
                    <a:pt x="8351917" y="42235"/>
                  </a:lnTo>
                  <a:lnTo>
                    <a:pt x="8352043" y="42235"/>
                  </a:lnTo>
                  <a:lnTo>
                    <a:pt x="8352169" y="42235"/>
                  </a:lnTo>
                  <a:lnTo>
                    <a:pt x="8352295" y="42235"/>
                  </a:lnTo>
                  <a:lnTo>
                    <a:pt x="8352548" y="42235"/>
                  </a:lnTo>
                  <a:lnTo>
                    <a:pt x="8352800" y="42235"/>
                  </a:lnTo>
                  <a:lnTo>
                    <a:pt x="8352926" y="42235"/>
                  </a:lnTo>
                  <a:lnTo>
                    <a:pt x="8353052" y="42235"/>
                  </a:lnTo>
                  <a:lnTo>
                    <a:pt x="8353430" y="42235"/>
                  </a:lnTo>
                  <a:lnTo>
                    <a:pt x="8353556" y="42235"/>
                  </a:lnTo>
                  <a:lnTo>
                    <a:pt x="8353682" y="42235"/>
                  </a:lnTo>
                  <a:lnTo>
                    <a:pt x="8353935" y="42235"/>
                  </a:lnTo>
                  <a:lnTo>
                    <a:pt x="8354061" y="42235"/>
                  </a:lnTo>
                  <a:lnTo>
                    <a:pt x="8354187" y="42235"/>
                  </a:lnTo>
                  <a:lnTo>
                    <a:pt x="8354439" y="42235"/>
                  </a:lnTo>
                  <a:lnTo>
                    <a:pt x="8354565" y="42235"/>
                  </a:lnTo>
                  <a:lnTo>
                    <a:pt x="8354691" y="42235"/>
                  </a:lnTo>
                  <a:lnTo>
                    <a:pt x="8355195" y="42235"/>
                  </a:lnTo>
                  <a:lnTo>
                    <a:pt x="8355322" y="42235"/>
                  </a:lnTo>
                  <a:lnTo>
                    <a:pt x="8355448" y="42235"/>
                  </a:lnTo>
                  <a:lnTo>
                    <a:pt x="8355952" y="42235"/>
                  </a:lnTo>
                  <a:lnTo>
                    <a:pt x="8356078" y="42235"/>
                  </a:lnTo>
                  <a:lnTo>
                    <a:pt x="8356204" y="42235"/>
                  </a:lnTo>
                  <a:lnTo>
                    <a:pt x="8356204" y="36955"/>
                  </a:lnTo>
                  <a:lnTo>
                    <a:pt x="8356330" y="36955"/>
                  </a:lnTo>
                  <a:lnTo>
                    <a:pt x="8356709" y="36955"/>
                  </a:lnTo>
                  <a:lnTo>
                    <a:pt x="8356961" y="36955"/>
                  </a:lnTo>
                  <a:lnTo>
                    <a:pt x="8357087" y="36955"/>
                  </a:lnTo>
                  <a:lnTo>
                    <a:pt x="8357213" y="36955"/>
                  </a:lnTo>
                  <a:lnTo>
                    <a:pt x="8357339" y="36955"/>
                  </a:lnTo>
                  <a:lnTo>
                    <a:pt x="8357465" y="36955"/>
                  </a:lnTo>
                  <a:lnTo>
                    <a:pt x="8357717" y="36955"/>
                  </a:lnTo>
                  <a:lnTo>
                    <a:pt x="8357843" y="36955"/>
                  </a:lnTo>
                  <a:lnTo>
                    <a:pt x="8357969" y="36955"/>
                  </a:lnTo>
                  <a:lnTo>
                    <a:pt x="8358095" y="36955"/>
                  </a:lnTo>
                  <a:lnTo>
                    <a:pt x="8358348" y="36955"/>
                  </a:lnTo>
                  <a:lnTo>
                    <a:pt x="8358474" y="36955"/>
                  </a:lnTo>
                  <a:lnTo>
                    <a:pt x="8358978" y="36955"/>
                  </a:lnTo>
                  <a:lnTo>
                    <a:pt x="8359356" y="36955"/>
                  </a:lnTo>
                  <a:lnTo>
                    <a:pt x="8360113" y="36955"/>
                  </a:lnTo>
                  <a:lnTo>
                    <a:pt x="8360239" y="36955"/>
                  </a:lnTo>
                  <a:lnTo>
                    <a:pt x="8360365" y="36955"/>
                  </a:lnTo>
                  <a:lnTo>
                    <a:pt x="8360491" y="36955"/>
                  </a:lnTo>
                  <a:lnTo>
                    <a:pt x="8360617" y="36955"/>
                  </a:lnTo>
                  <a:lnTo>
                    <a:pt x="8360869" y="36955"/>
                  </a:lnTo>
                  <a:lnTo>
                    <a:pt x="8360995" y="36955"/>
                  </a:lnTo>
                  <a:lnTo>
                    <a:pt x="8361248" y="36955"/>
                  </a:lnTo>
                  <a:lnTo>
                    <a:pt x="8361374" y="36955"/>
                  </a:lnTo>
                  <a:lnTo>
                    <a:pt x="8361626" y="36955"/>
                  </a:lnTo>
                  <a:lnTo>
                    <a:pt x="8361752" y="36955"/>
                  </a:lnTo>
                  <a:lnTo>
                    <a:pt x="8361878" y="36955"/>
                  </a:lnTo>
                  <a:lnTo>
                    <a:pt x="8362004" y="36955"/>
                  </a:lnTo>
                  <a:lnTo>
                    <a:pt x="8362130" y="36955"/>
                  </a:lnTo>
                  <a:lnTo>
                    <a:pt x="8362256" y="36955"/>
                  </a:lnTo>
                  <a:lnTo>
                    <a:pt x="8362509" y="36955"/>
                  </a:lnTo>
                  <a:lnTo>
                    <a:pt x="8362635" y="36955"/>
                  </a:lnTo>
                  <a:lnTo>
                    <a:pt x="8362761" y="36955"/>
                  </a:lnTo>
                  <a:lnTo>
                    <a:pt x="8362887" y="36955"/>
                  </a:lnTo>
                  <a:lnTo>
                    <a:pt x="8363013" y="36955"/>
                  </a:lnTo>
                  <a:lnTo>
                    <a:pt x="8363265" y="36955"/>
                  </a:lnTo>
                  <a:lnTo>
                    <a:pt x="8363517" y="36955"/>
                  </a:lnTo>
                  <a:lnTo>
                    <a:pt x="8363643" y="36955"/>
                  </a:lnTo>
                  <a:lnTo>
                    <a:pt x="8363769" y="36955"/>
                  </a:lnTo>
                  <a:lnTo>
                    <a:pt x="8363896" y="36955"/>
                  </a:lnTo>
                  <a:lnTo>
                    <a:pt x="8363896" y="31676"/>
                  </a:lnTo>
                  <a:lnTo>
                    <a:pt x="8364022" y="31676"/>
                  </a:lnTo>
                  <a:lnTo>
                    <a:pt x="8364148" y="31676"/>
                  </a:lnTo>
                  <a:lnTo>
                    <a:pt x="8364400" y="31676"/>
                  </a:lnTo>
                  <a:lnTo>
                    <a:pt x="8364526" y="31676"/>
                  </a:lnTo>
                  <a:lnTo>
                    <a:pt x="8364778" y="31676"/>
                  </a:lnTo>
                  <a:lnTo>
                    <a:pt x="8364904" y="31676"/>
                  </a:lnTo>
                  <a:lnTo>
                    <a:pt x="8365030" y="31676"/>
                  </a:lnTo>
                  <a:lnTo>
                    <a:pt x="8365156" y="31676"/>
                  </a:lnTo>
                  <a:lnTo>
                    <a:pt x="8365282" y="31676"/>
                  </a:lnTo>
                  <a:lnTo>
                    <a:pt x="8365535" y="31676"/>
                  </a:lnTo>
                  <a:lnTo>
                    <a:pt x="8365661" y="31676"/>
                  </a:lnTo>
                  <a:lnTo>
                    <a:pt x="8365787" y="31676"/>
                  </a:lnTo>
                  <a:lnTo>
                    <a:pt x="8366039" y="31676"/>
                  </a:lnTo>
                  <a:lnTo>
                    <a:pt x="8366291" y="31676"/>
                  </a:lnTo>
                  <a:lnTo>
                    <a:pt x="8366417" y="31676"/>
                  </a:lnTo>
                  <a:lnTo>
                    <a:pt x="8366543" y="31676"/>
                  </a:lnTo>
                  <a:lnTo>
                    <a:pt x="8366922" y="31676"/>
                  </a:lnTo>
                  <a:lnTo>
                    <a:pt x="8367048" y="31676"/>
                  </a:lnTo>
                  <a:lnTo>
                    <a:pt x="8367174" y="31676"/>
                  </a:lnTo>
                  <a:lnTo>
                    <a:pt x="8367300" y="31676"/>
                  </a:lnTo>
                  <a:lnTo>
                    <a:pt x="8367426" y="31676"/>
                  </a:lnTo>
                  <a:lnTo>
                    <a:pt x="8367552" y="31676"/>
                  </a:lnTo>
                  <a:lnTo>
                    <a:pt x="8367678" y="31676"/>
                  </a:lnTo>
                  <a:lnTo>
                    <a:pt x="8367804" y="31676"/>
                  </a:lnTo>
                  <a:lnTo>
                    <a:pt x="8367930" y="31676"/>
                  </a:lnTo>
                  <a:lnTo>
                    <a:pt x="8368056" y="31676"/>
                  </a:lnTo>
                  <a:lnTo>
                    <a:pt x="8368309" y="31676"/>
                  </a:lnTo>
                  <a:lnTo>
                    <a:pt x="8368687" y="31676"/>
                  </a:lnTo>
                  <a:lnTo>
                    <a:pt x="8368813" y="31676"/>
                  </a:lnTo>
                  <a:lnTo>
                    <a:pt x="8369191" y="31676"/>
                  </a:lnTo>
                  <a:lnTo>
                    <a:pt x="8369317" y="31676"/>
                  </a:lnTo>
                  <a:lnTo>
                    <a:pt x="8369443" y="31676"/>
                  </a:lnTo>
                  <a:lnTo>
                    <a:pt x="8369569" y="31676"/>
                  </a:lnTo>
                  <a:lnTo>
                    <a:pt x="8369696" y="31676"/>
                  </a:lnTo>
                  <a:lnTo>
                    <a:pt x="8369822" y="31676"/>
                  </a:lnTo>
                  <a:lnTo>
                    <a:pt x="8369948" y="31676"/>
                  </a:lnTo>
                  <a:lnTo>
                    <a:pt x="8370200" y="31676"/>
                  </a:lnTo>
                  <a:lnTo>
                    <a:pt x="8370578" y="31676"/>
                  </a:lnTo>
                  <a:lnTo>
                    <a:pt x="8370704" y="31676"/>
                  </a:lnTo>
                  <a:lnTo>
                    <a:pt x="8370956" y="31676"/>
                  </a:lnTo>
                  <a:lnTo>
                    <a:pt x="8371082" y="31676"/>
                  </a:lnTo>
                  <a:lnTo>
                    <a:pt x="8371335" y="31676"/>
                  </a:lnTo>
                  <a:lnTo>
                    <a:pt x="8371839" y="31676"/>
                  </a:lnTo>
                  <a:lnTo>
                    <a:pt x="8371965" y="31676"/>
                  </a:lnTo>
                  <a:lnTo>
                    <a:pt x="8372091" y="31676"/>
                  </a:lnTo>
                  <a:lnTo>
                    <a:pt x="8372343" y="31676"/>
                  </a:lnTo>
                  <a:lnTo>
                    <a:pt x="8372469" y="31676"/>
                  </a:lnTo>
                  <a:lnTo>
                    <a:pt x="8372596" y="31676"/>
                  </a:lnTo>
                  <a:lnTo>
                    <a:pt x="8372722" y="31676"/>
                  </a:lnTo>
                  <a:lnTo>
                    <a:pt x="8372848" y="31676"/>
                  </a:lnTo>
                  <a:lnTo>
                    <a:pt x="8373100" y="31676"/>
                  </a:lnTo>
                  <a:lnTo>
                    <a:pt x="8373352" y="31676"/>
                  </a:lnTo>
                  <a:lnTo>
                    <a:pt x="8373478" y="31676"/>
                  </a:lnTo>
                  <a:lnTo>
                    <a:pt x="8373856" y="31676"/>
                  </a:lnTo>
                  <a:lnTo>
                    <a:pt x="8373983" y="31676"/>
                  </a:lnTo>
                  <a:lnTo>
                    <a:pt x="8374109" y="31676"/>
                  </a:lnTo>
                  <a:lnTo>
                    <a:pt x="8374235" y="31676"/>
                  </a:lnTo>
                  <a:lnTo>
                    <a:pt x="8374361" y="31676"/>
                  </a:lnTo>
                  <a:lnTo>
                    <a:pt x="8374487" y="31676"/>
                  </a:lnTo>
                  <a:lnTo>
                    <a:pt x="8374613" y="31676"/>
                  </a:lnTo>
                  <a:lnTo>
                    <a:pt x="8374865" y="31676"/>
                  </a:lnTo>
                  <a:lnTo>
                    <a:pt x="8375369" y="31676"/>
                  </a:lnTo>
                  <a:lnTo>
                    <a:pt x="8375496" y="31676"/>
                  </a:lnTo>
                  <a:lnTo>
                    <a:pt x="8375748" y="31676"/>
                  </a:lnTo>
                  <a:lnTo>
                    <a:pt x="8375874" y="31676"/>
                  </a:lnTo>
                  <a:lnTo>
                    <a:pt x="8376126" y="31676"/>
                  </a:lnTo>
                  <a:lnTo>
                    <a:pt x="8376252" y="31676"/>
                  </a:lnTo>
                  <a:lnTo>
                    <a:pt x="8376504" y="31676"/>
                  </a:lnTo>
                  <a:lnTo>
                    <a:pt x="8376630" y="31676"/>
                  </a:lnTo>
                  <a:lnTo>
                    <a:pt x="8376756" y="31676"/>
                  </a:lnTo>
                  <a:lnTo>
                    <a:pt x="8377135" y="31676"/>
                  </a:lnTo>
                  <a:lnTo>
                    <a:pt x="8377261" y="31676"/>
                  </a:lnTo>
                  <a:lnTo>
                    <a:pt x="8377387" y="31676"/>
                  </a:lnTo>
                  <a:lnTo>
                    <a:pt x="8377513" y="31676"/>
                  </a:lnTo>
                  <a:lnTo>
                    <a:pt x="8377765" y="31676"/>
                  </a:lnTo>
                  <a:lnTo>
                    <a:pt x="8378017" y="31676"/>
                  </a:lnTo>
                  <a:lnTo>
                    <a:pt x="8378269" y="31676"/>
                  </a:lnTo>
                  <a:lnTo>
                    <a:pt x="8378522" y="31676"/>
                  </a:lnTo>
                  <a:lnTo>
                    <a:pt x="8378648" y="31676"/>
                  </a:lnTo>
                  <a:lnTo>
                    <a:pt x="8378774" y="31676"/>
                  </a:lnTo>
                  <a:lnTo>
                    <a:pt x="8379026" y="31676"/>
                  </a:lnTo>
                  <a:lnTo>
                    <a:pt x="8379530" y="31676"/>
                  </a:lnTo>
                  <a:lnTo>
                    <a:pt x="8379656" y="31676"/>
                  </a:lnTo>
                  <a:lnTo>
                    <a:pt x="8379783" y="31676"/>
                  </a:lnTo>
                  <a:lnTo>
                    <a:pt x="8379909" y="31676"/>
                  </a:lnTo>
                  <a:lnTo>
                    <a:pt x="8380161" y="31676"/>
                  </a:lnTo>
                  <a:lnTo>
                    <a:pt x="8380287" y="31676"/>
                  </a:lnTo>
                  <a:lnTo>
                    <a:pt x="8380413" y="31676"/>
                  </a:lnTo>
                  <a:lnTo>
                    <a:pt x="8380539" y="31676"/>
                  </a:lnTo>
                  <a:lnTo>
                    <a:pt x="8380665" y="31676"/>
                  </a:lnTo>
                  <a:lnTo>
                    <a:pt x="8380791" y="31676"/>
                  </a:lnTo>
                  <a:lnTo>
                    <a:pt x="8380917" y="31676"/>
                  </a:lnTo>
                  <a:lnTo>
                    <a:pt x="8381043" y="31676"/>
                  </a:lnTo>
                  <a:lnTo>
                    <a:pt x="8381170" y="31676"/>
                  </a:lnTo>
                  <a:lnTo>
                    <a:pt x="8381800" y="31676"/>
                  </a:lnTo>
                  <a:lnTo>
                    <a:pt x="8381926" y="31676"/>
                  </a:lnTo>
                  <a:lnTo>
                    <a:pt x="8382052" y="31676"/>
                  </a:lnTo>
                  <a:lnTo>
                    <a:pt x="8382178" y="31676"/>
                  </a:lnTo>
                  <a:lnTo>
                    <a:pt x="8382304" y="31676"/>
                  </a:lnTo>
                  <a:lnTo>
                    <a:pt x="8382556" y="31676"/>
                  </a:lnTo>
                  <a:lnTo>
                    <a:pt x="8382809" y="31676"/>
                  </a:lnTo>
                  <a:lnTo>
                    <a:pt x="8382935" y="31676"/>
                  </a:lnTo>
                  <a:lnTo>
                    <a:pt x="8383061" y="31676"/>
                  </a:lnTo>
                  <a:lnTo>
                    <a:pt x="8383313" y="31676"/>
                  </a:lnTo>
                  <a:lnTo>
                    <a:pt x="8383439" y="31676"/>
                  </a:lnTo>
                  <a:lnTo>
                    <a:pt x="8383565" y="31676"/>
                  </a:lnTo>
                  <a:lnTo>
                    <a:pt x="8383691" y="31676"/>
                  </a:lnTo>
                  <a:lnTo>
                    <a:pt x="8384322" y="31676"/>
                  </a:lnTo>
                  <a:lnTo>
                    <a:pt x="8384700" y="31676"/>
                  </a:lnTo>
                  <a:lnTo>
                    <a:pt x="8384826" y="31676"/>
                  </a:lnTo>
                  <a:lnTo>
                    <a:pt x="8384952" y="31676"/>
                  </a:lnTo>
                  <a:lnTo>
                    <a:pt x="8385078" y="31676"/>
                  </a:lnTo>
                  <a:lnTo>
                    <a:pt x="8385204" y="31676"/>
                  </a:lnTo>
                  <a:lnTo>
                    <a:pt x="8385330" y="31676"/>
                  </a:lnTo>
                  <a:lnTo>
                    <a:pt x="8385456" y="31676"/>
                  </a:lnTo>
                  <a:lnTo>
                    <a:pt x="8385835" y="31676"/>
                  </a:lnTo>
                  <a:lnTo>
                    <a:pt x="8385961" y="31676"/>
                  </a:lnTo>
                  <a:lnTo>
                    <a:pt x="8386087" y="31676"/>
                  </a:lnTo>
                  <a:lnTo>
                    <a:pt x="8386213" y="31676"/>
                  </a:lnTo>
                  <a:lnTo>
                    <a:pt x="8386339" y="31676"/>
                  </a:lnTo>
                  <a:lnTo>
                    <a:pt x="8386465" y="31676"/>
                  </a:lnTo>
                  <a:lnTo>
                    <a:pt x="8386591" y="31676"/>
                  </a:lnTo>
                  <a:lnTo>
                    <a:pt x="8386717" y="31676"/>
                  </a:lnTo>
                  <a:lnTo>
                    <a:pt x="8386843" y="31676"/>
                  </a:lnTo>
                  <a:lnTo>
                    <a:pt x="8386970" y="31676"/>
                  </a:lnTo>
                  <a:lnTo>
                    <a:pt x="8387222" y="31676"/>
                  </a:lnTo>
                  <a:lnTo>
                    <a:pt x="8387348" y="31676"/>
                  </a:lnTo>
                  <a:lnTo>
                    <a:pt x="8387474" y="31676"/>
                  </a:lnTo>
                  <a:lnTo>
                    <a:pt x="8387600" y="31676"/>
                  </a:lnTo>
                  <a:lnTo>
                    <a:pt x="8387852" y="31676"/>
                  </a:lnTo>
                  <a:lnTo>
                    <a:pt x="8387978" y="31676"/>
                  </a:lnTo>
                  <a:lnTo>
                    <a:pt x="8388230" y="31676"/>
                  </a:lnTo>
                  <a:lnTo>
                    <a:pt x="8388483" y="31676"/>
                  </a:lnTo>
                  <a:lnTo>
                    <a:pt x="8388609" y="26397"/>
                  </a:lnTo>
                  <a:lnTo>
                    <a:pt x="8389239" y="26397"/>
                  </a:lnTo>
                  <a:lnTo>
                    <a:pt x="8389365" y="26397"/>
                  </a:lnTo>
                  <a:lnTo>
                    <a:pt x="8389491" y="26397"/>
                  </a:lnTo>
                  <a:lnTo>
                    <a:pt x="8389617" y="26397"/>
                  </a:lnTo>
                  <a:lnTo>
                    <a:pt x="8389743" y="26397"/>
                  </a:lnTo>
                  <a:lnTo>
                    <a:pt x="8389996" y="26397"/>
                  </a:lnTo>
                  <a:lnTo>
                    <a:pt x="8390374" y="26397"/>
                  </a:lnTo>
                  <a:lnTo>
                    <a:pt x="8390500" y="26397"/>
                  </a:lnTo>
                  <a:lnTo>
                    <a:pt x="8390626" y="26397"/>
                  </a:lnTo>
                  <a:lnTo>
                    <a:pt x="8390752" y="26397"/>
                  </a:lnTo>
                  <a:lnTo>
                    <a:pt x="8390878" y="26397"/>
                  </a:lnTo>
                  <a:lnTo>
                    <a:pt x="8391004" y="26397"/>
                  </a:lnTo>
                  <a:lnTo>
                    <a:pt x="8391130" y="26397"/>
                  </a:lnTo>
                  <a:lnTo>
                    <a:pt x="8391257" y="26397"/>
                  </a:lnTo>
                  <a:lnTo>
                    <a:pt x="8391383" y="26397"/>
                  </a:lnTo>
                  <a:lnTo>
                    <a:pt x="8391509" y="26397"/>
                  </a:lnTo>
                  <a:lnTo>
                    <a:pt x="8391761" y="26397"/>
                  </a:lnTo>
                  <a:lnTo>
                    <a:pt x="8391887" y="26397"/>
                  </a:lnTo>
                  <a:lnTo>
                    <a:pt x="8392013" y="26397"/>
                  </a:lnTo>
                  <a:lnTo>
                    <a:pt x="8392139" y="26397"/>
                  </a:lnTo>
                  <a:lnTo>
                    <a:pt x="8392265" y="26397"/>
                  </a:lnTo>
                  <a:lnTo>
                    <a:pt x="8392517" y="26397"/>
                  </a:lnTo>
                  <a:lnTo>
                    <a:pt x="8392643" y="26397"/>
                  </a:lnTo>
                  <a:lnTo>
                    <a:pt x="8392770" y="26397"/>
                  </a:lnTo>
                  <a:lnTo>
                    <a:pt x="8393148" y="26397"/>
                  </a:lnTo>
                  <a:lnTo>
                    <a:pt x="8393274" y="26397"/>
                  </a:lnTo>
                  <a:lnTo>
                    <a:pt x="8393526" y="26397"/>
                  </a:lnTo>
                  <a:lnTo>
                    <a:pt x="8393652" y="26397"/>
                  </a:lnTo>
                  <a:lnTo>
                    <a:pt x="8393652" y="21117"/>
                  </a:lnTo>
                  <a:lnTo>
                    <a:pt x="8393778" y="21117"/>
                  </a:lnTo>
                  <a:lnTo>
                    <a:pt x="8393904" y="21117"/>
                  </a:lnTo>
                  <a:lnTo>
                    <a:pt x="8394030" y="21117"/>
                  </a:lnTo>
                  <a:lnTo>
                    <a:pt x="8394157" y="21117"/>
                  </a:lnTo>
                  <a:lnTo>
                    <a:pt x="8394409" y="21117"/>
                  </a:lnTo>
                  <a:lnTo>
                    <a:pt x="8394535" y="21117"/>
                  </a:lnTo>
                  <a:lnTo>
                    <a:pt x="8394661" y="21117"/>
                  </a:lnTo>
                  <a:lnTo>
                    <a:pt x="8394787" y="21117"/>
                  </a:lnTo>
                  <a:lnTo>
                    <a:pt x="8394913" y="21117"/>
                  </a:lnTo>
                  <a:lnTo>
                    <a:pt x="8395165" y="21117"/>
                  </a:lnTo>
                  <a:lnTo>
                    <a:pt x="8395291" y="21117"/>
                  </a:lnTo>
                  <a:lnTo>
                    <a:pt x="8395543" y="21117"/>
                  </a:lnTo>
                  <a:lnTo>
                    <a:pt x="8395670" y="21117"/>
                  </a:lnTo>
                  <a:lnTo>
                    <a:pt x="8395670" y="15838"/>
                  </a:lnTo>
                  <a:lnTo>
                    <a:pt x="8395796" y="15838"/>
                  </a:lnTo>
                  <a:lnTo>
                    <a:pt x="8396048" y="15838"/>
                  </a:lnTo>
                  <a:lnTo>
                    <a:pt x="8396174" y="15838"/>
                  </a:lnTo>
                  <a:lnTo>
                    <a:pt x="8396300" y="15838"/>
                  </a:lnTo>
                  <a:lnTo>
                    <a:pt x="8396426" y="15838"/>
                  </a:lnTo>
                  <a:lnTo>
                    <a:pt x="8396678" y="15838"/>
                  </a:lnTo>
                  <a:lnTo>
                    <a:pt x="8396930" y="15838"/>
                  </a:lnTo>
                  <a:lnTo>
                    <a:pt x="8397057" y="15838"/>
                  </a:lnTo>
                  <a:lnTo>
                    <a:pt x="8397183" y="15838"/>
                  </a:lnTo>
                  <a:lnTo>
                    <a:pt x="8397561" y="15838"/>
                  </a:lnTo>
                  <a:lnTo>
                    <a:pt x="8397687" y="15838"/>
                  </a:lnTo>
                  <a:lnTo>
                    <a:pt x="8397939" y="15838"/>
                  </a:lnTo>
                  <a:lnTo>
                    <a:pt x="8398065" y="15838"/>
                  </a:lnTo>
                  <a:lnTo>
                    <a:pt x="8398191" y="15838"/>
                  </a:lnTo>
                  <a:lnTo>
                    <a:pt x="8398317" y="15838"/>
                  </a:lnTo>
                  <a:lnTo>
                    <a:pt x="8398444" y="15838"/>
                  </a:lnTo>
                  <a:lnTo>
                    <a:pt x="8398570" y="15838"/>
                  </a:lnTo>
                  <a:lnTo>
                    <a:pt x="8398696" y="15838"/>
                  </a:lnTo>
                  <a:lnTo>
                    <a:pt x="8398948" y="15838"/>
                  </a:lnTo>
                  <a:lnTo>
                    <a:pt x="8399200" y="15838"/>
                  </a:lnTo>
                  <a:lnTo>
                    <a:pt x="8399326" y="15838"/>
                  </a:lnTo>
                  <a:lnTo>
                    <a:pt x="8399452" y="15838"/>
                  </a:lnTo>
                  <a:lnTo>
                    <a:pt x="8399578" y="15838"/>
                  </a:lnTo>
                  <a:lnTo>
                    <a:pt x="8399830" y="15838"/>
                  </a:lnTo>
                  <a:lnTo>
                    <a:pt x="8400209" y="15838"/>
                  </a:lnTo>
                  <a:lnTo>
                    <a:pt x="8400461" y="15838"/>
                  </a:lnTo>
                  <a:lnTo>
                    <a:pt x="8400713" y="10558"/>
                  </a:lnTo>
                  <a:lnTo>
                    <a:pt x="8400839" y="10558"/>
                  </a:lnTo>
                  <a:lnTo>
                    <a:pt x="8401217" y="10558"/>
                  </a:lnTo>
                  <a:lnTo>
                    <a:pt x="8401344" y="10558"/>
                  </a:lnTo>
                  <a:lnTo>
                    <a:pt x="8401596" y="10558"/>
                  </a:lnTo>
                  <a:lnTo>
                    <a:pt x="8401848" y="10558"/>
                  </a:lnTo>
                  <a:lnTo>
                    <a:pt x="8401974" y="10558"/>
                  </a:lnTo>
                  <a:lnTo>
                    <a:pt x="8402226" y="10558"/>
                  </a:lnTo>
                  <a:lnTo>
                    <a:pt x="8402478" y="10558"/>
                  </a:lnTo>
                  <a:lnTo>
                    <a:pt x="8402604" y="10558"/>
                  </a:lnTo>
                  <a:lnTo>
                    <a:pt x="8402857" y="10558"/>
                  </a:lnTo>
                  <a:lnTo>
                    <a:pt x="8402983" y="10558"/>
                  </a:lnTo>
                  <a:lnTo>
                    <a:pt x="8403109" y="10558"/>
                  </a:lnTo>
                  <a:lnTo>
                    <a:pt x="8403235" y="10558"/>
                  </a:lnTo>
                  <a:lnTo>
                    <a:pt x="8403361" y="10558"/>
                  </a:lnTo>
                  <a:lnTo>
                    <a:pt x="8403487" y="10558"/>
                  </a:lnTo>
                  <a:lnTo>
                    <a:pt x="8403739" y="10558"/>
                  </a:lnTo>
                  <a:lnTo>
                    <a:pt x="8403865" y="10558"/>
                  </a:lnTo>
                  <a:lnTo>
                    <a:pt x="8403991" y="10558"/>
                  </a:lnTo>
                  <a:lnTo>
                    <a:pt x="8404117" y="10558"/>
                  </a:lnTo>
                  <a:lnTo>
                    <a:pt x="8404622" y="10558"/>
                  </a:lnTo>
                  <a:lnTo>
                    <a:pt x="8404748" y="10558"/>
                  </a:lnTo>
                  <a:lnTo>
                    <a:pt x="8404874" y="10558"/>
                  </a:lnTo>
                  <a:lnTo>
                    <a:pt x="8405000" y="10558"/>
                  </a:lnTo>
                  <a:lnTo>
                    <a:pt x="8405126" y="10558"/>
                  </a:lnTo>
                  <a:lnTo>
                    <a:pt x="8405631" y="10558"/>
                  </a:lnTo>
                  <a:lnTo>
                    <a:pt x="8405757" y="10558"/>
                  </a:lnTo>
                  <a:lnTo>
                    <a:pt x="8405883" y="10558"/>
                  </a:lnTo>
                  <a:lnTo>
                    <a:pt x="8406009" y="10558"/>
                  </a:lnTo>
                  <a:lnTo>
                    <a:pt x="8406135" y="10558"/>
                  </a:lnTo>
                  <a:lnTo>
                    <a:pt x="8406261" y="10558"/>
                  </a:lnTo>
                  <a:lnTo>
                    <a:pt x="8406387" y="10558"/>
                  </a:lnTo>
                  <a:lnTo>
                    <a:pt x="8406513" y="10558"/>
                  </a:lnTo>
                  <a:lnTo>
                    <a:pt x="8406639" y="10558"/>
                  </a:lnTo>
                  <a:lnTo>
                    <a:pt x="8406765" y="10558"/>
                  </a:lnTo>
                  <a:lnTo>
                    <a:pt x="8406891" y="10558"/>
                  </a:lnTo>
                  <a:lnTo>
                    <a:pt x="8407017" y="10558"/>
                  </a:lnTo>
                  <a:lnTo>
                    <a:pt x="8407144" y="10558"/>
                  </a:lnTo>
                  <a:lnTo>
                    <a:pt x="8407396" y="10558"/>
                  </a:lnTo>
                  <a:lnTo>
                    <a:pt x="8407522" y="10558"/>
                  </a:lnTo>
                  <a:lnTo>
                    <a:pt x="8407774" y="10558"/>
                  </a:lnTo>
                  <a:lnTo>
                    <a:pt x="8407900" y="10558"/>
                  </a:lnTo>
                  <a:lnTo>
                    <a:pt x="8408026" y="10558"/>
                  </a:lnTo>
                  <a:lnTo>
                    <a:pt x="8408278" y="10558"/>
                  </a:lnTo>
                  <a:lnTo>
                    <a:pt x="8408531" y="10558"/>
                  </a:lnTo>
                  <a:lnTo>
                    <a:pt x="8408783" y="10558"/>
                  </a:lnTo>
                  <a:lnTo>
                    <a:pt x="8409035" y="10558"/>
                  </a:lnTo>
                  <a:lnTo>
                    <a:pt x="8409287" y="10558"/>
                  </a:lnTo>
                  <a:lnTo>
                    <a:pt x="8409665" y="10558"/>
                  </a:lnTo>
                  <a:lnTo>
                    <a:pt x="8409791" y="10558"/>
                  </a:lnTo>
                  <a:lnTo>
                    <a:pt x="8409917" y="10558"/>
                  </a:lnTo>
                  <a:lnTo>
                    <a:pt x="8410044" y="10558"/>
                  </a:lnTo>
                  <a:lnTo>
                    <a:pt x="8410170" y="10558"/>
                  </a:lnTo>
                  <a:lnTo>
                    <a:pt x="8412691" y="10558"/>
                  </a:lnTo>
                  <a:lnTo>
                    <a:pt x="8412817" y="10558"/>
                  </a:lnTo>
                  <a:lnTo>
                    <a:pt x="8412944" y="10558"/>
                  </a:lnTo>
                  <a:lnTo>
                    <a:pt x="8413070" y="10558"/>
                  </a:lnTo>
                  <a:lnTo>
                    <a:pt x="8413196" y="10558"/>
                  </a:lnTo>
                  <a:lnTo>
                    <a:pt x="8413322" y="10558"/>
                  </a:lnTo>
                  <a:lnTo>
                    <a:pt x="8413700" y="10558"/>
                  </a:lnTo>
                  <a:lnTo>
                    <a:pt x="8413826" y="10558"/>
                  </a:lnTo>
                  <a:lnTo>
                    <a:pt x="8414078" y="10558"/>
                  </a:lnTo>
                  <a:lnTo>
                    <a:pt x="8414204" y="10558"/>
                  </a:lnTo>
                  <a:lnTo>
                    <a:pt x="8414583" y="10558"/>
                  </a:lnTo>
                  <a:lnTo>
                    <a:pt x="8414709" y="10558"/>
                  </a:lnTo>
                  <a:lnTo>
                    <a:pt x="8415087" y="10558"/>
                  </a:lnTo>
                  <a:lnTo>
                    <a:pt x="8415213" y="10558"/>
                  </a:lnTo>
                  <a:lnTo>
                    <a:pt x="8415339" y="10558"/>
                  </a:lnTo>
                  <a:lnTo>
                    <a:pt x="8415465" y="10558"/>
                  </a:lnTo>
                  <a:lnTo>
                    <a:pt x="8415591" y="10558"/>
                  </a:lnTo>
                  <a:lnTo>
                    <a:pt x="8415718" y="10558"/>
                  </a:lnTo>
                  <a:lnTo>
                    <a:pt x="8415844" y="10558"/>
                  </a:lnTo>
                  <a:lnTo>
                    <a:pt x="8415970" y="10558"/>
                  </a:lnTo>
                  <a:lnTo>
                    <a:pt x="8416096" y="10558"/>
                  </a:lnTo>
                  <a:lnTo>
                    <a:pt x="8416222" y="10558"/>
                  </a:lnTo>
                  <a:lnTo>
                    <a:pt x="8416348" y="10558"/>
                  </a:lnTo>
                  <a:lnTo>
                    <a:pt x="8416474" y="10558"/>
                  </a:lnTo>
                  <a:lnTo>
                    <a:pt x="8416726" y="10558"/>
                  </a:lnTo>
                  <a:lnTo>
                    <a:pt x="8416978" y="10558"/>
                  </a:lnTo>
                  <a:lnTo>
                    <a:pt x="8417104" y="10558"/>
                  </a:lnTo>
                  <a:lnTo>
                    <a:pt x="8417357" y="10558"/>
                  </a:lnTo>
                  <a:lnTo>
                    <a:pt x="8417483" y="10558"/>
                  </a:lnTo>
                  <a:lnTo>
                    <a:pt x="8417609" y="10558"/>
                  </a:lnTo>
                  <a:lnTo>
                    <a:pt x="8417735" y="10558"/>
                  </a:lnTo>
                  <a:lnTo>
                    <a:pt x="8417861" y="10558"/>
                  </a:lnTo>
                  <a:lnTo>
                    <a:pt x="8417987" y="10558"/>
                  </a:lnTo>
                  <a:lnTo>
                    <a:pt x="8418239" y="10558"/>
                  </a:lnTo>
                  <a:lnTo>
                    <a:pt x="8418618" y="10558"/>
                  </a:lnTo>
                  <a:lnTo>
                    <a:pt x="8418744" y="10558"/>
                  </a:lnTo>
                  <a:lnTo>
                    <a:pt x="8418870" y="10558"/>
                  </a:lnTo>
                  <a:lnTo>
                    <a:pt x="8418996" y="10558"/>
                  </a:lnTo>
                  <a:lnTo>
                    <a:pt x="8419122" y="10558"/>
                  </a:lnTo>
                  <a:lnTo>
                    <a:pt x="8419248" y="10558"/>
                  </a:lnTo>
                  <a:lnTo>
                    <a:pt x="8419374" y="10558"/>
                  </a:lnTo>
                  <a:lnTo>
                    <a:pt x="8419500" y="10558"/>
                  </a:lnTo>
                  <a:lnTo>
                    <a:pt x="8419626" y="10558"/>
                  </a:lnTo>
                  <a:lnTo>
                    <a:pt x="8419752" y="10558"/>
                  </a:lnTo>
                  <a:lnTo>
                    <a:pt x="8419878" y="10558"/>
                  </a:lnTo>
                  <a:lnTo>
                    <a:pt x="8420131" y="10558"/>
                  </a:lnTo>
                  <a:lnTo>
                    <a:pt x="8420257" y="10558"/>
                  </a:lnTo>
                  <a:lnTo>
                    <a:pt x="8420383" y="10558"/>
                  </a:lnTo>
                  <a:lnTo>
                    <a:pt x="8420509" y="10558"/>
                  </a:lnTo>
                  <a:lnTo>
                    <a:pt x="8420761" y="10558"/>
                  </a:lnTo>
                  <a:lnTo>
                    <a:pt x="8421013" y="10558"/>
                  </a:lnTo>
                  <a:lnTo>
                    <a:pt x="8421139" y="10558"/>
                  </a:lnTo>
                  <a:lnTo>
                    <a:pt x="8421518" y="10558"/>
                  </a:lnTo>
                  <a:lnTo>
                    <a:pt x="8421644" y="10558"/>
                  </a:lnTo>
                  <a:lnTo>
                    <a:pt x="8421770" y="10558"/>
                  </a:lnTo>
                  <a:lnTo>
                    <a:pt x="8422022" y="10558"/>
                  </a:lnTo>
                  <a:lnTo>
                    <a:pt x="8422148" y="10558"/>
                  </a:lnTo>
                  <a:lnTo>
                    <a:pt x="8422274" y="10558"/>
                  </a:lnTo>
                  <a:lnTo>
                    <a:pt x="8422400" y="10558"/>
                  </a:lnTo>
                  <a:lnTo>
                    <a:pt x="8422652" y="10558"/>
                  </a:lnTo>
                  <a:lnTo>
                    <a:pt x="8422778" y="10558"/>
                  </a:lnTo>
                  <a:lnTo>
                    <a:pt x="8422905" y="10558"/>
                  </a:lnTo>
                  <a:lnTo>
                    <a:pt x="8423157" y="10558"/>
                  </a:lnTo>
                  <a:lnTo>
                    <a:pt x="8423409" y="10558"/>
                  </a:lnTo>
                  <a:lnTo>
                    <a:pt x="8423661" y="10558"/>
                  </a:lnTo>
                  <a:lnTo>
                    <a:pt x="8423787" y="10558"/>
                  </a:lnTo>
                  <a:lnTo>
                    <a:pt x="8423913" y="10558"/>
                  </a:lnTo>
                  <a:lnTo>
                    <a:pt x="8424039" y="10558"/>
                  </a:lnTo>
                  <a:lnTo>
                    <a:pt x="8424418" y="10558"/>
                  </a:lnTo>
                  <a:lnTo>
                    <a:pt x="8424544" y="10558"/>
                  </a:lnTo>
                  <a:lnTo>
                    <a:pt x="8424670" y="10558"/>
                  </a:lnTo>
                  <a:lnTo>
                    <a:pt x="8424796" y="10558"/>
                  </a:lnTo>
                  <a:lnTo>
                    <a:pt x="8424922" y="10558"/>
                  </a:lnTo>
                  <a:lnTo>
                    <a:pt x="8425048" y="10558"/>
                  </a:lnTo>
                  <a:lnTo>
                    <a:pt x="8425174" y="10558"/>
                  </a:lnTo>
                  <a:lnTo>
                    <a:pt x="8425300" y="10558"/>
                  </a:lnTo>
                  <a:lnTo>
                    <a:pt x="8425426" y="10558"/>
                  </a:lnTo>
                  <a:lnTo>
                    <a:pt x="8425552" y="10558"/>
                  </a:lnTo>
                  <a:lnTo>
                    <a:pt x="8425678" y="10558"/>
                  </a:lnTo>
                  <a:lnTo>
                    <a:pt x="8425931" y="10558"/>
                  </a:lnTo>
                  <a:lnTo>
                    <a:pt x="8426309" y="10558"/>
                  </a:lnTo>
                  <a:lnTo>
                    <a:pt x="8426435" y="10558"/>
                  </a:lnTo>
                  <a:lnTo>
                    <a:pt x="8426561" y="10558"/>
                  </a:lnTo>
                  <a:lnTo>
                    <a:pt x="8426687" y="10558"/>
                  </a:lnTo>
                  <a:lnTo>
                    <a:pt x="8426813" y="10558"/>
                  </a:lnTo>
                  <a:lnTo>
                    <a:pt x="8426939" y="10558"/>
                  </a:lnTo>
                  <a:lnTo>
                    <a:pt x="8427065" y="10558"/>
                  </a:lnTo>
                  <a:lnTo>
                    <a:pt x="8427318" y="10558"/>
                  </a:lnTo>
                  <a:lnTo>
                    <a:pt x="8427444" y="10558"/>
                  </a:lnTo>
                  <a:lnTo>
                    <a:pt x="8427570" y="10558"/>
                  </a:lnTo>
                  <a:lnTo>
                    <a:pt x="8427696" y="10558"/>
                  </a:lnTo>
                  <a:lnTo>
                    <a:pt x="8427948" y="10558"/>
                  </a:lnTo>
                  <a:lnTo>
                    <a:pt x="8428074" y="10558"/>
                  </a:lnTo>
                  <a:lnTo>
                    <a:pt x="8428326" y="10558"/>
                  </a:lnTo>
                  <a:lnTo>
                    <a:pt x="8428452" y="10558"/>
                  </a:lnTo>
                  <a:lnTo>
                    <a:pt x="8428705" y="10558"/>
                  </a:lnTo>
                  <a:lnTo>
                    <a:pt x="8428831" y="10558"/>
                  </a:lnTo>
                  <a:lnTo>
                    <a:pt x="8428957" y="10558"/>
                  </a:lnTo>
                  <a:lnTo>
                    <a:pt x="8429083" y="10558"/>
                  </a:lnTo>
                  <a:lnTo>
                    <a:pt x="8429335" y="10558"/>
                  </a:lnTo>
                  <a:lnTo>
                    <a:pt x="8429461" y="10558"/>
                  </a:lnTo>
                  <a:lnTo>
                    <a:pt x="8429587" y="10558"/>
                  </a:lnTo>
                  <a:lnTo>
                    <a:pt x="8429713" y="10558"/>
                  </a:lnTo>
                  <a:lnTo>
                    <a:pt x="8429965" y="10558"/>
                  </a:lnTo>
                  <a:lnTo>
                    <a:pt x="8430092" y="10558"/>
                  </a:lnTo>
                  <a:lnTo>
                    <a:pt x="8430218" y="10558"/>
                  </a:lnTo>
                  <a:lnTo>
                    <a:pt x="8430344" y="10558"/>
                  </a:lnTo>
                  <a:lnTo>
                    <a:pt x="8430596" y="10558"/>
                  </a:lnTo>
                  <a:lnTo>
                    <a:pt x="8430722" y="10558"/>
                  </a:lnTo>
                  <a:lnTo>
                    <a:pt x="8430848" y="10558"/>
                  </a:lnTo>
                  <a:lnTo>
                    <a:pt x="8430974" y="10558"/>
                  </a:lnTo>
                  <a:lnTo>
                    <a:pt x="8431226" y="10558"/>
                  </a:lnTo>
                  <a:lnTo>
                    <a:pt x="8431352" y="10558"/>
                  </a:lnTo>
                  <a:lnTo>
                    <a:pt x="8431478" y="10558"/>
                  </a:lnTo>
                  <a:lnTo>
                    <a:pt x="8431605" y="10558"/>
                  </a:lnTo>
                  <a:lnTo>
                    <a:pt x="8431731" y="10558"/>
                  </a:lnTo>
                  <a:lnTo>
                    <a:pt x="8431857" y="10558"/>
                  </a:lnTo>
                  <a:lnTo>
                    <a:pt x="8431983" y="10558"/>
                  </a:lnTo>
                  <a:lnTo>
                    <a:pt x="8432109" y="10558"/>
                  </a:lnTo>
                  <a:lnTo>
                    <a:pt x="8432235" y="10558"/>
                  </a:lnTo>
                  <a:lnTo>
                    <a:pt x="8432361" y="10558"/>
                  </a:lnTo>
                  <a:lnTo>
                    <a:pt x="8432487" y="10558"/>
                  </a:lnTo>
                  <a:lnTo>
                    <a:pt x="8432613" y="10558"/>
                  </a:lnTo>
                  <a:lnTo>
                    <a:pt x="8432739" y="10558"/>
                  </a:lnTo>
                  <a:lnTo>
                    <a:pt x="8432992" y="10558"/>
                  </a:lnTo>
                  <a:lnTo>
                    <a:pt x="8433118" y="10558"/>
                  </a:lnTo>
                  <a:lnTo>
                    <a:pt x="8433370" y="10558"/>
                  </a:lnTo>
                  <a:lnTo>
                    <a:pt x="8433496" y="10558"/>
                  </a:lnTo>
                  <a:lnTo>
                    <a:pt x="8433622" y="10558"/>
                  </a:lnTo>
                  <a:lnTo>
                    <a:pt x="8433748" y="10558"/>
                  </a:lnTo>
                  <a:lnTo>
                    <a:pt x="8433874" y="10558"/>
                  </a:lnTo>
                  <a:lnTo>
                    <a:pt x="8434000" y="10558"/>
                  </a:lnTo>
                  <a:lnTo>
                    <a:pt x="8434126" y="10558"/>
                  </a:lnTo>
                  <a:lnTo>
                    <a:pt x="8434505" y="10558"/>
                  </a:lnTo>
                  <a:lnTo>
                    <a:pt x="8435009" y="10558"/>
                  </a:lnTo>
                  <a:lnTo>
                    <a:pt x="8435135" y="10558"/>
                  </a:lnTo>
                  <a:lnTo>
                    <a:pt x="8435261" y="10558"/>
                  </a:lnTo>
                  <a:lnTo>
                    <a:pt x="8435387" y="10558"/>
                  </a:lnTo>
                  <a:lnTo>
                    <a:pt x="8435513" y="10558"/>
                  </a:lnTo>
                  <a:lnTo>
                    <a:pt x="8435639" y="10558"/>
                  </a:lnTo>
                  <a:lnTo>
                    <a:pt x="8435765" y="10558"/>
                  </a:lnTo>
                  <a:lnTo>
                    <a:pt x="8436018" y="10558"/>
                  </a:lnTo>
                  <a:lnTo>
                    <a:pt x="8436144" y="10558"/>
                  </a:lnTo>
                  <a:lnTo>
                    <a:pt x="8436396" y="10558"/>
                  </a:lnTo>
                  <a:lnTo>
                    <a:pt x="8436522" y="10558"/>
                  </a:lnTo>
                  <a:lnTo>
                    <a:pt x="8436648" y="10558"/>
                  </a:lnTo>
                  <a:lnTo>
                    <a:pt x="8436774" y="10558"/>
                  </a:lnTo>
                  <a:lnTo>
                    <a:pt x="8436900" y="10558"/>
                  </a:lnTo>
                  <a:lnTo>
                    <a:pt x="8437026" y="10558"/>
                  </a:lnTo>
                  <a:lnTo>
                    <a:pt x="8437152" y="10558"/>
                  </a:lnTo>
                  <a:lnTo>
                    <a:pt x="8437278" y="10558"/>
                  </a:lnTo>
                  <a:lnTo>
                    <a:pt x="8437657" y="10558"/>
                  </a:lnTo>
                  <a:lnTo>
                    <a:pt x="8437909" y="10558"/>
                  </a:lnTo>
                  <a:lnTo>
                    <a:pt x="8438161" y="10558"/>
                  </a:lnTo>
                  <a:lnTo>
                    <a:pt x="8438287" y="10558"/>
                  </a:lnTo>
                  <a:lnTo>
                    <a:pt x="8438413" y="10558"/>
                  </a:lnTo>
                  <a:lnTo>
                    <a:pt x="8438539" y="10558"/>
                  </a:lnTo>
                  <a:lnTo>
                    <a:pt x="8438665" y="10558"/>
                  </a:lnTo>
                  <a:lnTo>
                    <a:pt x="8438792" y="10558"/>
                  </a:lnTo>
                  <a:lnTo>
                    <a:pt x="8439170" y="10558"/>
                  </a:lnTo>
                  <a:lnTo>
                    <a:pt x="8439296" y="10558"/>
                  </a:lnTo>
                  <a:lnTo>
                    <a:pt x="8439422" y="10558"/>
                  </a:lnTo>
                  <a:lnTo>
                    <a:pt x="8439548" y="10558"/>
                  </a:lnTo>
                  <a:lnTo>
                    <a:pt x="8439800" y="10558"/>
                  </a:lnTo>
                  <a:lnTo>
                    <a:pt x="8440179" y="10558"/>
                  </a:lnTo>
                  <a:lnTo>
                    <a:pt x="8440305" y="10558"/>
                  </a:lnTo>
                  <a:lnTo>
                    <a:pt x="8440557" y="10558"/>
                  </a:lnTo>
                  <a:lnTo>
                    <a:pt x="8440683" y="10558"/>
                  </a:lnTo>
                  <a:lnTo>
                    <a:pt x="8440809" y="10558"/>
                  </a:lnTo>
                  <a:lnTo>
                    <a:pt x="8441061" y="10558"/>
                  </a:lnTo>
                  <a:lnTo>
                    <a:pt x="8441187" y="10558"/>
                  </a:lnTo>
                  <a:lnTo>
                    <a:pt x="8441313" y="10558"/>
                  </a:lnTo>
                  <a:lnTo>
                    <a:pt x="8441313" y="5279"/>
                  </a:lnTo>
                  <a:lnTo>
                    <a:pt x="8441565" y="5279"/>
                  </a:lnTo>
                  <a:lnTo>
                    <a:pt x="8441818" y="5279"/>
                  </a:lnTo>
                  <a:lnTo>
                    <a:pt x="8442070" y="5279"/>
                  </a:lnTo>
                  <a:lnTo>
                    <a:pt x="8442196" y="5279"/>
                  </a:lnTo>
                  <a:lnTo>
                    <a:pt x="8442322" y="5279"/>
                  </a:lnTo>
                  <a:lnTo>
                    <a:pt x="8442448" y="5279"/>
                  </a:lnTo>
                  <a:lnTo>
                    <a:pt x="8443205" y="5279"/>
                  </a:lnTo>
                  <a:lnTo>
                    <a:pt x="8443331" y="5279"/>
                  </a:lnTo>
                  <a:lnTo>
                    <a:pt x="8443457" y="5279"/>
                  </a:lnTo>
                  <a:lnTo>
                    <a:pt x="8443583" y="5279"/>
                  </a:lnTo>
                  <a:lnTo>
                    <a:pt x="8443835" y="5279"/>
                  </a:lnTo>
                  <a:lnTo>
                    <a:pt x="8443961" y="5279"/>
                  </a:lnTo>
                  <a:lnTo>
                    <a:pt x="8444087" y="5279"/>
                  </a:lnTo>
                  <a:lnTo>
                    <a:pt x="8444339" y="5279"/>
                  </a:lnTo>
                  <a:lnTo>
                    <a:pt x="8444465" y="5279"/>
                  </a:lnTo>
                  <a:lnTo>
                    <a:pt x="8444592" y="5279"/>
                  </a:lnTo>
                  <a:lnTo>
                    <a:pt x="8444844" y="5279"/>
                  </a:lnTo>
                  <a:lnTo>
                    <a:pt x="8444970" y="5279"/>
                  </a:lnTo>
                  <a:lnTo>
                    <a:pt x="8445096" y="5279"/>
                  </a:lnTo>
                  <a:lnTo>
                    <a:pt x="8445222" y="5279"/>
                  </a:lnTo>
                  <a:lnTo>
                    <a:pt x="8445348" y="5279"/>
                  </a:lnTo>
                  <a:lnTo>
                    <a:pt x="8445600" y="5279"/>
                  </a:lnTo>
                  <a:lnTo>
                    <a:pt x="8445726" y="5279"/>
                  </a:lnTo>
                  <a:lnTo>
                    <a:pt x="8445852" y="5279"/>
                  </a:lnTo>
                  <a:lnTo>
                    <a:pt x="8445979" y="5279"/>
                  </a:lnTo>
                  <a:lnTo>
                    <a:pt x="8446231" y="5279"/>
                  </a:lnTo>
                  <a:lnTo>
                    <a:pt x="8446357" y="5279"/>
                  </a:lnTo>
                  <a:lnTo>
                    <a:pt x="8446483" y="5279"/>
                  </a:lnTo>
                  <a:lnTo>
                    <a:pt x="8446609" y="5279"/>
                  </a:lnTo>
                  <a:lnTo>
                    <a:pt x="8446861" y="5279"/>
                  </a:lnTo>
                  <a:lnTo>
                    <a:pt x="8446987" y="5279"/>
                  </a:lnTo>
                  <a:lnTo>
                    <a:pt x="8447492" y="5279"/>
                  </a:lnTo>
                  <a:lnTo>
                    <a:pt x="8447618" y="5279"/>
                  </a:lnTo>
                  <a:lnTo>
                    <a:pt x="8447744" y="5279"/>
                  </a:lnTo>
                  <a:lnTo>
                    <a:pt x="8448248" y="5279"/>
                  </a:lnTo>
                  <a:lnTo>
                    <a:pt x="8448374" y="5279"/>
                  </a:lnTo>
                  <a:lnTo>
                    <a:pt x="8448500" y="5279"/>
                  </a:lnTo>
                  <a:lnTo>
                    <a:pt x="8448626" y="5279"/>
                  </a:lnTo>
                  <a:lnTo>
                    <a:pt x="8448752" y="5279"/>
                  </a:lnTo>
                  <a:lnTo>
                    <a:pt x="8448879" y="5279"/>
                  </a:lnTo>
                  <a:lnTo>
                    <a:pt x="8449005" y="5279"/>
                  </a:lnTo>
                  <a:lnTo>
                    <a:pt x="8449131" y="5279"/>
                  </a:lnTo>
                  <a:lnTo>
                    <a:pt x="8449257" y="5279"/>
                  </a:lnTo>
                  <a:lnTo>
                    <a:pt x="8449383" y="5279"/>
                  </a:lnTo>
                  <a:lnTo>
                    <a:pt x="8449509" y="5279"/>
                  </a:lnTo>
                  <a:lnTo>
                    <a:pt x="8449761" y="5279"/>
                  </a:lnTo>
                  <a:lnTo>
                    <a:pt x="8449887" y="5279"/>
                  </a:lnTo>
                  <a:lnTo>
                    <a:pt x="8450139" y="5279"/>
                  </a:lnTo>
                  <a:lnTo>
                    <a:pt x="8450266" y="5279"/>
                  </a:lnTo>
                  <a:lnTo>
                    <a:pt x="8450518" y="5279"/>
                  </a:lnTo>
                  <a:lnTo>
                    <a:pt x="8450644" y="5279"/>
                  </a:lnTo>
                  <a:lnTo>
                    <a:pt x="8450770" y="5279"/>
                  </a:lnTo>
                  <a:lnTo>
                    <a:pt x="8450896" y="5279"/>
                  </a:lnTo>
                  <a:lnTo>
                    <a:pt x="8451022" y="5279"/>
                  </a:lnTo>
                  <a:lnTo>
                    <a:pt x="8451148" y="5279"/>
                  </a:lnTo>
                  <a:lnTo>
                    <a:pt x="8451274" y="5279"/>
                  </a:lnTo>
                  <a:lnTo>
                    <a:pt x="8451400" y="5279"/>
                  </a:lnTo>
                  <a:lnTo>
                    <a:pt x="8451526" y="5279"/>
                  </a:lnTo>
                  <a:lnTo>
                    <a:pt x="8451652" y="5279"/>
                  </a:lnTo>
                  <a:lnTo>
                    <a:pt x="8451779" y="5279"/>
                  </a:lnTo>
                  <a:lnTo>
                    <a:pt x="8451905" y="5279"/>
                  </a:lnTo>
                  <a:lnTo>
                    <a:pt x="8452031" y="5279"/>
                  </a:lnTo>
                  <a:lnTo>
                    <a:pt x="8452157" y="5279"/>
                  </a:lnTo>
                  <a:lnTo>
                    <a:pt x="8452283" y="5279"/>
                  </a:lnTo>
                  <a:lnTo>
                    <a:pt x="8452409" y="5279"/>
                  </a:lnTo>
                  <a:lnTo>
                    <a:pt x="8452535" y="5279"/>
                  </a:lnTo>
                  <a:lnTo>
                    <a:pt x="8452661" y="5279"/>
                  </a:lnTo>
                  <a:lnTo>
                    <a:pt x="8452787" y="5279"/>
                  </a:lnTo>
                  <a:lnTo>
                    <a:pt x="8452913" y="5279"/>
                  </a:lnTo>
                  <a:lnTo>
                    <a:pt x="8453039" y="5279"/>
                  </a:lnTo>
                  <a:lnTo>
                    <a:pt x="8453166" y="5279"/>
                  </a:lnTo>
                  <a:lnTo>
                    <a:pt x="8453292" y="5279"/>
                  </a:lnTo>
                  <a:lnTo>
                    <a:pt x="8453418" y="5279"/>
                  </a:lnTo>
                  <a:lnTo>
                    <a:pt x="8453544" y="5279"/>
                  </a:lnTo>
                  <a:lnTo>
                    <a:pt x="8453922" y="5279"/>
                  </a:lnTo>
                  <a:lnTo>
                    <a:pt x="8454048" y="5279"/>
                  </a:lnTo>
                  <a:lnTo>
                    <a:pt x="8454174" y="5279"/>
                  </a:lnTo>
                  <a:lnTo>
                    <a:pt x="8454300" y="5279"/>
                  </a:lnTo>
                  <a:lnTo>
                    <a:pt x="8454552" y="5279"/>
                  </a:lnTo>
                  <a:lnTo>
                    <a:pt x="8454805" y="5279"/>
                  </a:lnTo>
                  <a:lnTo>
                    <a:pt x="8454931" y="5279"/>
                  </a:lnTo>
                  <a:lnTo>
                    <a:pt x="8455183" y="5279"/>
                  </a:lnTo>
                  <a:lnTo>
                    <a:pt x="8455435" y="5279"/>
                  </a:lnTo>
                  <a:lnTo>
                    <a:pt x="8455561" y="5279"/>
                  </a:lnTo>
                  <a:lnTo>
                    <a:pt x="8455687" y="5279"/>
                  </a:lnTo>
                  <a:lnTo>
                    <a:pt x="8455813" y="5279"/>
                  </a:lnTo>
                  <a:lnTo>
                    <a:pt x="8455939" y="5279"/>
                  </a:lnTo>
                  <a:lnTo>
                    <a:pt x="8456066" y="5279"/>
                  </a:lnTo>
                  <a:lnTo>
                    <a:pt x="8456192" y="5279"/>
                  </a:lnTo>
                  <a:lnTo>
                    <a:pt x="8456318" y="5279"/>
                  </a:lnTo>
                  <a:lnTo>
                    <a:pt x="8456444" y="5279"/>
                  </a:lnTo>
                  <a:lnTo>
                    <a:pt x="8456696" y="5279"/>
                  </a:lnTo>
                  <a:lnTo>
                    <a:pt x="8456822" y="5279"/>
                  </a:lnTo>
                  <a:lnTo>
                    <a:pt x="8457074" y="5279"/>
                  </a:lnTo>
                  <a:lnTo>
                    <a:pt x="8457200" y="5279"/>
                  </a:lnTo>
                  <a:lnTo>
                    <a:pt x="8457326" y="5279"/>
                  </a:lnTo>
                  <a:lnTo>
                    <a:pt x="8457453" y="5279"/>
                  </a:lnTo>
                  <a:lnTo>
                    <a:pt x="8457579" y="5279"/>
                  </a:lnTo>
                  <a:lnTo>
                    <a:pt x="8457705" y="5279"/>
                  </a:lnTo>
                  <a:lnTo>
                    <a:pt x="8457957" y="5279"/>
                  </a:lnTo>
                  <a:lnTo>
                    <a:pt x="8458083" y="5279"/>
                  </a:lnTo>
                  <a:lnTo>
                    <a:pt x="8458461" y="5279"/>
                  </a:lnTo>
                  <a:lnTo>
                    <a:pt x="8458839" y="5279"/>
                  </a:lnTo>
                  <a:lnTo>
                    <a:pt x="8458966" y="5279"/>
                  </a:lnTo>
                  <a:lnTo>
                    <a:pt x="8459092" y="5279"/>
                  </a:lnTo>
                  <a:lnTo>
                    <a:pt x="8459344" y="5279"/>
                  </a:lnTo>
                  <a:lnTo>
                    <a:pt x="8459470" y="5279"/>
                  </a:lnTo>
                  <a:lnTo>
                    <a:pt x="8459596" y="5279"/>
                  </a:lnTo>
                  <a:lnTo>
                    <a:pt x="8459722" y="5279"/>
                  </a:lnTo>
                  <a:lnTo>
                    <a:pt x="8459848" y="5279"/>
                  </a:lnTo>
                  <a:lnTo>
                    <a:pt x="8459974" y="5279"/>
                  </a:lnTo>
                  <a:lnTo>
                    <a:pt x="8460226" y="5279"/>
                  </a:lnTo>
                  <a:lnTo>
                    <a:pt x="8460353" y="5279"/>
                  </a:lnTo>
                  <a:lnTo>
                    <a:pt x="8460479" y="5279"/>
                  </a:lnTo>
                  <a:lnTo>
                    <a:pt x="8460605" y="5279"/>
                  </a:lnTo>
                  <a:lnTo>
                    <a:pt x="8460731" y="5279"/>
                  </a:lnTo>
                  <a:lnTo>
                    <a:pt x="8460983" y="5279"/>
                  </a:lnTo>
                  <a:lnTo>
                    <a:pt x="8461109" y="5279"/>
                  </a:lnTo>
                  <a:lnTo>
                    <a:pt x="8461235" y="5279"/>
                  </a:lnTo>
                  <a:lnTo>
                    <a:pt x="8461361" y="5279"/>
                  </a:lnTo>
                  <a:lnTo>
                    <a:pt x="8461487" y="5279"/>
                  </a:lnTo>
                  <a:lnTo>
                    <a:pt x="8461613" y="5279"/>
                  </a:lnTo>
                  <a:lnTo>
                    <a:pt x="8461866" y="5279"/>
                  </a:lnTo>
                  <a:lnTo>
                    <a:pt x="8461992" y="5279"/>
                  </a:lnTo>
                  <a:lnTo>
                    <a:pt x="8462118" y="5279"/>
                  </a:lnTo>
                  <a:lnTo>
                    <a:pt x="8462244" y="5279"/>
                  </a:lnTo>
                  <a:lnTo>
                    <a:pt x="8462370" y="5279"/>
                  </a:lnTo>
                  <a:lnTo>
                    <a:pt x="8462622" y="5279"/>
                  </a:lnTo>
                  <a:lnTo>
                    <a:pt x="8462748" y="5279"/>
                  </a:lnTo>
                  <a:lnTo>
                    <a:pt x="8462874" y="5279"/>
                  </a:lnTo>
                  <a:lnTo>
                    <a:pt x="8463126" y="5279"/>
                  </a:lnTo>
                  <a:lnTo>
                    <a:pt x="8463379" y="5279"/>
                  </a:lnTo>
                  <a:lnTo>
                    <a:pt x="8463505" y="5279"/>
                  </a:lnTo>
                  <a:lnTo>
                    <a:pt x="8463631" y="5279"/>
                  </a:lnTo>
                  <a:lnTo>
                    <a:pt x="8463757" y="5279"/>
                  </a:lnTo>
                  <a:lnTo>
                    <a:pt x="8463883" y="5279"/>
                  </a:lnTo>
                  <a:lnTo>
                    <a:pt x="8464135" y="5279"/>
                  </a:lnTo>
                  <a:lnTo>
                    <a:pt x="8464261" y="5279"/>
                  </a:lnTo>
                  <a:lnTo>
                    <a:pt x="8464387" y="5279"/>
                  </a:lnTo>
                  <a:lnTo>
                    <a:pt x="8464640" y="5279"/>
                  </a:lnTo>
                  <a:lnTo>
                    <a:pt x="8464766" y="5279"/>
                  </a:lnTo>
                  <a:lnTo>
                    <a:pt x="8464892" y="5279"/>
                  </a:lnTo>
                  <a:lnTo>
                    <a:pt x="8465018" y="5279"/>
                  </a:lnTo>
                  <a:lnTo>
                    <a:pt x="8465144" y="5279"/>
                  </a:lnTo>
                  <a:lnTo>
                    <a:pt x="8465270" y="5279"/>
                  </a:lnTo>
                  <a:lnTo>
                    <a:pt x="8465522" y="5279"/>
                  </a:lnTo>
                  <a:lnTo>
                    <a:pt x="8465648" y="5279"/>
                  </a:lnTo>
                  <a:lnTo>
                    <a:pt x="8465774" y="5279"/>
                  </a:lnTo>
                  <a:lnTo>
                    <a:pt x="8466026" y="5279"/>
                  </a:lnTo>
                  <a:lnTo>
                    <a:pt x="8466153" y="5279"/>
                  </a:lnTo>
                  <a:lnTo>
                    <a:pt x="8466405" y="5279"/>
                  </a:lnTo>
                  <a:lnTo>
                    <a:pt x="8466531" y="5279"/>
                  </a:lnTo>
                  <a:lnTo>
                    <a:pt x="8466783" y="5279"/>
                  </a:lnTo>
                  <a:lnTo>
                    <a:pt x="8466909" y="5279"/>
                  </a:lnTo>
                  <a:lnTo>
                    <a:pt x="8467161" y="5279"/>
                  </a:lnTo>
                  <a:lnTo>
                    <a:pt x="8467287" y="5279"/>
                  </a:lnTo>
                  <a:lnTo>
                    <a:pt x="8467413" y="5279"/>
                  </a:lnTo>
                  <a:lnTo>
                    <a:pt x="8467540" y="5279"/>
                  </a:lnTo>
                  <a:lnTo>
                    <a:pt x="8467792" y="5279"/>
                  </a:lnTo>
                  <a:lnTo>
                    <a:pt x="8467918" y="5279"/>
                  </a:lnTo>
                  <a:lnTo>
                    <a:pt x="8468044" y="5279"/>
                  </a:lnTo>
                  <a:lnTo>
                    <a:pt x="8468170" y="5279"/>
                  </a:lnTo>
                  <a:lnTo>
                    <a:pt x="8468296" y="5279"/>
                  </a:lnTo>
                  <a:lnTo>
                    <a:pt x="8468548" y="5279"/>
                  </a:lnTo>
                  <a:lnTo>
                    <a:pt x="8468674" y="5279"/>
                  </a:lnTo>
                  <a:lnTo>
                    <a:pt x="8468800" y="5279"/>
                  </a:lnTo>
                  <a:lnTo>
                    <a:pt x="8468926" y="5279"/>
                  </a:lnTo>
                  <a:lnTo>
                    <a:pt x="8469053" y="5279"/>
                  </a:lnTo>
                  <a:lnTo>
                    <a:pt x="8469431" y="5279"/>
                  </a:lnTo>
                  <a:lnTo>
                    <a:pt x="8469557" y="5279"/>
                  </a:lnTo>
                  <a:lnTo>
                    <a:pt x="8469809" y="5279"/>
                  </a:lnTo>
                  <a:lnTo>
                    <a:pt x="8469935" y="5279"/>
                  </a:lnTo>
                  <a:lnTo>
                    <a:pt x="8470061" y="5279"/>
                  </a:lnTo>
                  <a:lnTo>
                    <a:pt x="8470187" y="5279"/>
                  </a:lnTo>
                  <a:lnTo>
                    <a:pt x="8470313" y="5279"/>
                  </a:lnTo>
                  <a:lnTo>
                    <a:pt x="8470440" y="5279"/>
                  </a:lnTo>
                  <a:lnTo>
                    <a:pt x="8470566" y="5279"/>
                  </a:lnTo>
                  <a:lnTo>
                    <a:pt x="8470944" y="5279"/>
                  </a:lnTo>
                  <a:lnTo>
                    <a:pt x="8471070" y="5279"/>
                  </a:lnTo>
                  <a:lnTo>
                    <a:pt x="8471196" y="5279"/>
                  </a:lnTo>
                  <a:lnTo>
                    <a:pt x="8471322" y="5279"/>
                  </a:lnTo>
                  <a:lnTo>
                    <a:pt x="8471448" y="5279"/>
                  </a:lnTo>
                  <a:lnTo>
                    <a:pt x="8471700" y="5279"/>
                  </a:lnTo>
                  <a:lnTo>
                    <a:pt x="8471827" y="5279"/>
                  </a:lnTo>
                  <a:lnTo>
                    <a:pt x="8471953" y="5279"/>
                  </a:lnTo>
                  <a:lnTo>
                    <a:pt x="8472205" y="5279"/>
                  </a:lnTo>
                  <a:lnTo>
                    <a:pt x="8472331" y="5279"/>
                  </a:lnTo>
                  <a:lnTo>
                    <a:pt x="8472457" y="5279"/>
                  </a:lnTo>
                  <a:lnTo>
                    <a:pt x="8472583" y="5279"/>
                  </a:lnTo>
                  <a:lnTo>
                    <a:pt x="8472709" y="5279"/>
                  </a:lnTo>
                  <a:lnTo>
                    <a:pt x="8472961" y="5279"/>
                  </a:lnTo>
                  <a:lnTo>
                    <a:pt x="8473087" y="5279"/>
                  </a:lnTo>
                  <a:lnTo>
                    <a:pt x="8473213" y="5279"/>
                  </a:lnTo>
                  <a:lnTo>
                    <a:pt x="8473340" y="5279"/>
                  </a:lnTo>
                  <a:lnTo>
                    <a:pt x="8473466" y="5279"/>
                  </a:lnTo>
                  <a:lnTo>
                    <a:pt x="8473718" y="5279"/>
                  </a:lnTo>
                  <a:lnTo>
                    <a:pt x="8473844" y="5279"/>
                  </a:lnTo>
                  <a:lnTo>
                    <a:pt x="8474222" y="5279"/>
                  </a:lnTo>
                  <a:lnTo>
                    <a:pt x="8474348" y="5279"/>
                  </a:lnTo>
                  <a:lnTo>
                    <a:pt x="8474474" y="5279"/>
                  </a:lnTo>
                  <a:lnTo>
                    <a:pt x="8474600" y="5279"/>
                  </a:lnTo>
                  <a:lnTo>
                    <a:pt x="8474979" y="5279"/>
                  </a:lnTo>
                  <a:lnTo>
                    <a:pt x="8475105" y="5279"/>
                  </a:lnTo>
                  <a:lnTo>
                    <a:pt x="8475231" y="5279"/>
                  </a:lnTo>
                  <a:lnTo>
                    <a:pt x="8475483" y="5279"/>
                  </a:lnTo>
                  <a:lnTo>
                    <a:pt x="8475735" y="5279"/>
                  </a:lnTo>
                  <a:lnTo>
                    <a:pt x="8475861" y="5279"/>
                  </a:lnTo>
                  <a:lnTo>
                    <a:pt x="8475987" y="5279"/>
                  </a:lnTo>
                  <a:lnTo>
                    <a:pt x="8476113" y="5279"/>
                  </a:lnTo>
                  <a:lnTo>
                    <a:pt x="8476240" y="5279"/>
                  </a:lnTo>
                  <a:lnTo>
                    <a:pt x="8476366" y="5279"/>
                  </a:lnTo>
                  <a:lnTo>
                    <a:pt x="8476492" y="5279"/>
                  </a:lnTo>
                  <a:lnTo>
                    <a:pt x="8476618" y="5279"/>
                  </a:lnTo>
                  <a:lnTo>
                    <a:pt x="8476870" y="5279"/>
                  </a:lnTo>
                  <a:lnTo>
                    <a:pt x="8476996" y="5279"/>
                  </a:lnTo>
                  <a:lnTo>
                    <a:pt x="8477122" y="5279"/>
                  </a:lnTo>
                  <a:lnTo>
                    <a:pt x="8477374" y="5279"/>
                  </a:lnTo>
                  <a:lnTo>
                    <a:pt x="8477500" y="5279"/>
                  </a:lnTo>
                  <a:lnTo>
                    <a:pt x="8477627" y="5279"/>
                  </a:lnTo>
                  <a:lnTo>
                    <a:pt x="8477753" y="5279"/>
                  </a:lnTo>
                  <a:lnTo>
                    <a:pt x="8477879" y="5279"/>
                  </a:lnTo>
                  <a:lnTo>
                    <a:pt x="8478005" y="5279"/>
                  </a:lnTo>
                  <a:lnTo>
                    <a:pt x="8478131" y="5279"/>
                  </a:lnTo>
                  <a:lnTo>
                    <a:pt x="8478257" y="5279"/>
                  </a:lnTo>
                  <a:lnTo>
                    <a:pt x="8478383" y="5279"/>
                  </a:lnTo>
                  <a:lnTo>
                    <a:pt x="8479266" y="5279"/>
                  </a:lnTo>
                  <a:lnTo>
                    <a:pt x="8479392" y="5279"/>
                  </a:lnTo>
                  <a:lnTo>
                    <a:pt x="8479518" y="5279"/>
                  </a:lnTo>
                  <a:lnTo>
                    <a:pt x="8479644" y="5279"/>
                  </a:lnTo>
                  <a:lnTo>
                    <a:pt x="8479770" y="5279"/>
                  </a:lnTo>
                  <a:lnTo>
                    <a:pt x="8479896" y="5279"/>
                  </a:lnTo>
                  <a:lnTo>
                    <a:pt x="8480022" y="5279"/>
                  </a:lnTo>
                  <a:lnTo>
                    <a:pt x="8480148" y="5279"/>
                  </a:lnTo>
                  <a:lnTo>
                    <a:pt x="8480274" y="5279"/>
                  </a:lnTo>
                  <a:lnTo>
                    <a:pt x="8480400" y="5279"/>
                  </a:lnTo>
                  <a:lnTo>
                    <a:pt x="8480527" y="5279"/>
                  </a:lnTo>
                  <a:lnTo>
                    <a:pt x="8480653" y="5279"/>
                  </a:lnTo>
                  <a:lnTo>
                    <a:pt x="8480779" y="5279"/>
                  </a:lnTo>
                  <a:lnTo>
                    <a:pt x="8480905" y="5279"/>
                  </a:lnTo>
                  <a:lnTo>
                    <a:pt x="8481031" y="5279"/>
                  </a:lnTo>
                  <a:lnTo>
                    <a:pt x="8481157" y="5279"/>
                  </a:lnTo>
                  <a:lnTo>
                    <a:pt x="8481283" y="5279"/>
                  </a:lnTo>
                  <a:lnTo>
                    <a:pt x="8481409" y="5279"/>
                  </a:lnTo>
                  <a:lnTo>
                    <a:pt x="8481535" y="5279"/>
                  </a:lnTo>
                  <a:lnTo>
                    <a:pt x="8481787" y="5279"/>
                  </a:lnTo>
                  <a:lnTo>
                    <a:pt x="8482040" y="5279"/>
                  </a:lnTo>
                  <a:lnTo>
                    <a:pt x="8482166" y="5279"/>
                  </a:lnTo>
                  <a:lnTo>
                    <a:pt x="8482292" y="5279"/>
                  </a:lnTo>
                  <a:lnTo>
                    <a:pt x="8482418" y="5279"/>
                  </a:lnTo>
                  <a:lnTo>
                    <a:pt x="8482544" y="5279"/>
                  </a:lnTo>
                  <a:lnTo>
                    <a:pt x="8482670" y="5279"/>
                  </a:lnTo>
                  <a:lnTo>
                    <a:pt x="8482796" y="5279"/>
                  </a:lnTo>
                  <a:lnTo>
                    <a:pt x="8482922" y="5279"/>
                  </a:lnTo>
                  <a:lnTo>
                    <a:pt x="8483048" y="5279"/>
                  </a:lnTo>
                  <a:lnTo>
                    <a:pt x="8483174" y="5279"/>
                  </a:lnTo>
                  <a:lnTo>
                    <a:pt x="8483300" y="5279"/>
                  </a:lnTo>
                  <a:lnTo>
                    <a:pt x="8483427" y="5279"/>
                  </a:lnTo>
                  <a:lnTo>
                    <a:pt x="8483553" y="5279"/>
                  </a:lnTo>
                  <a:lnTo>
                    <a:pt x="8483679" y="0"/>
                  </a:lnTo>
                  <a:lnTo>
                    <a:pt x="8483679" y="0"/>
                  </a:lnTo>
                  <a:lnTo>
                    <a:pt x="8483805" y="0"/>
                  </a:lnTo>
                  <a:lnTo>
                    <a:pt x="8483931" y="0"/>
                  </a:lnTo>
                  <a:lnTo>
                    <a:pt x="8484057" y="0"/>
                  </a:lnTo>
                  <a:lnTo>
                    <a:pt x="8484183" y="0"/>
                  </a:lnTo>
                  <a:lnTo>
                    <a:pt x="8484309" y="0"/>
                  </a:lnTo>
                  <a:lnTo>
                    <a:pt x="8484435" y="0"/>
                  </a:lnTo>
                  <a:lnTo>
                    <a:pt x="8484561" y="0"/>
                  </a:lnTo>
                  <a:lnTo>
                    <a:pt x="8484687" y="0"/>
                  </a:lnTo>
                  <a:lnTo>
                    <a:pt x="8484814" y="0"/>
                  </a:lnTo>
                  <a:lnTo>
                    <a:pt x="8484940" y="0"/>
                  </a:lnTo>
                  <a:lnTo>
                    <a:pt x="8485318" y="0"/>
                  </a:lnTo>
                  <a:lnTo>
                    <a:pt x="8485444" y="0"/>
                  </a:lnTo>
                  <a:lnTo>
                    <a:pt x="8485570" y="0"/>
                  </a:lnTo>
                  <a:lnTo>
                    <a:pt x="8485696" y="0"/>
                  </a:lnTo>
                  <a:lnTo>
                    <a:pt x="8485822" y="0"/>
                  </a:lnTo>
                  <a:lnTo>
                    <a:pt x="8486074" y="0"/>
                  </a:lnTo>
                  <a:lnTo>
                    <a:pt x="8486200" y="0"/>
                  </a:lnTo>
                  <a:lnTo>
                    <a:pt x="8486327" y="0"/>
                  </a:lnTo>
                  <a:lnTo>
                    <a:pt x="8486453" y="0"/>
                  </a:lnTo>
                  <a:lnTo>
                    <a:pt x="8486579" y="0"/>
                  </a:lnTo>
                  <a:lnTo>
                    <a:pt x="8486705" y="0"/>
                  </a:lnTo>
                  <a:lnTo>
                    <a:pt x="8486957" y="0"/>
                  </a:lnTo>
                  <a:lnTo>
                    <a:pt x="8487083" y="0"/>
                  </a:lnTo>
                  <a:lnTo>
                    <a:pt x="8487209" y="0"/>
                  </a:lnTo>
                  <a:lnTo>
                    <a:pt x="8487335" y="0"/>
                  </a:lnTo>
                  <a:lnTo>
                    <a:pt x="8487461" y="0"/>
                  </a:lnTo>
                  <a:lnTo>
                    <a:pt x="8487587" y="0"/>
                  </a:lnTo>
                  <a:lnTo>
                    <a:pt x="8487714" y="0"/>
                  </a:lnTo>
                  <a:lnTo>
                    <a:pt x="8487840" y="0"/>
                  </a:lnTo>
                  <a:lnTo>
                    <a:pt x="8487966" y="0"/>
                  </a:lnTo>
                  <a:lnTo>
                    <a:pt x="8488092" y="0"/>
                  </a:lnTo>
                  <a:lnTo>
                    <a:pt x="8488218" y="0"/>
                  </a:lnTo>
                  <a:lnTo>
                    <a:pt x="8488344" y="0"/>
                  </a:lnTo>
                  <a:lnTo>
                    <a:pt x="8488470" y="0"/>
                  </a:lnTo>
                  <a:lnTo>
                    <a:pt x="8488596" y="0"/>
                  </a:lnTo>
                  <a:lnTo>
                    <a:pt x="8488722" y="0"/>
                  </a:lnTo>
                  <a:lnTo>
                    <a:pt x="8488974" y="0"/>
                  </a:lnTo>
                  <a:lnTo>
                    <a:pt x="8489101" y="0"/>
                  </a:lnTo>
                  <a:lnTo>
                    <a:pt x="8489227" y="0"/>
                  </a:lnTo>
                  <a:lnTo>
                    <a:pt x="8489353" y="0"/>
                  </a:lnTo>
                  <a:lnTo>
                    <a:pt x="8489479" y="0"/>
                  </a:lnTo>
                  <a:lnTo>
                    <a:pt x="8489605" y="0"/>
                  </a:lnTo>
                  <a:lnTo>
                    <a:pt x="8489731" y="0"/>
                  </a:lnTo>
                  <a:lnTo>
                    <a:pt x="8489857" y="0"/>
                  </a:lnTo>
                  <a:lnTo>
                    <a:pt x="8489983" y="0"/>
                  </a:lnTo>
                  <a:lnTo>
                    <a:pt x="8490109" y="0"/>
                  </a:lnTo>
                  <a:lnTo>
                    <a:pt x="8490235" y="0"/>
                  </a:lnTo>
                  <a:lnTo>
                    <a:pt x="8490361" y="0"/>
                  </a:lnTo>
                  <a:lnTo>
                    <a:pt x="8490487" y="0"/>
                  </a:lnTo>
                  <a:lnTo>
                    <a:pt x="8490614" y="0"/>
                  </a:lnTo>
                  <a:lnTo>
                    <a:pt x="8490740" y="0"/>
                  </a:lnTo>
                  <a:lnTo>
                    <a:pt x="8490866" y="0"/>
                  </a:lnTo>
                  <a:lnTo>
                    <a:pt x="8491118" y="0"/>
                  </a:lnTo>
                  <a:lnTo>
                    <a:pt x="8491244" y="0"/>
                  </a:lnTo>
                  <a:lnTo>
                    <a:pt x="8491370" y="0"/>
                  </a:lnTo>
                  <a:lnTo>
                    <a:pt x="8491874" y="0"/>
                  </a:lnTo>
                  <a:lnTo>
                    <a:pt x="8492001" y="0"/>
                  </a:lnTo>
                  <a:lnTo>
                    <a:pt x="8492127" y="0"/>
                  </a:lnTo>
                  <a:lnTo>
                    <a:pt x="8492253" y="0"/>
                  </a:lnTo>
                  <a:lnTo>
                    <a:pt x="8492379" y="0"/>
                  </a:lnTo>
                  <a:lnTo>
                    <a:pt x="8492505" y="0"/>
                  </a:lnTo>
                  <a:lnTo>
                    <a:pt x="8492631" y="0"/>
                  </a:lnTo>
                  <a:lnTo>
                    <a:pt x="8492757" y="0"/>
                  </a:lnTo>
                  <a:lnTo>
                    <a:pt x="8492883" y="0"/>
                  </a:lnTo>
                  <a:lnTo>
                    <a:pt x="8493009" y="0"/>
                  </a:lnTo>
                  <a:lnTo>
                    <a:pt x="8493135" y="0"/>
                  </a:lnTo>
                  <a:lnTo>
                    <a:pt x="8493261" y="0"/>
                  </a:lnTo>
                  <a:lnTo>
                    <a:pt x="8493387" y="0"/>
                  </a:lnTo>
                  <a:lnTo>
                    <a:pt x="8493514" y="0"/>
                  </a:lnTo>
                  <a:lnTo>
                    <a:pt x="8493640" y="0"/>
                  </a:lnTo>
                  <a:lnTo>
                    <a:pt x="8493766" y="0"/>
                  </a:lnTo>
                  <a:lnTo>
                    <a:pt x="8493892" y="0"/>
                  </a:lnTo>
                  <a:lnTo>
                    <a:pt x="8494018" y="0"/>
                  </a:lnTo>
                  <a:lnTo>
                    <a:pt x="8494144" y="0"/>
                  </a:lnTo>
                  <a:lnTo>
                    <a:pt x="8494270" y="0"/>
                  </a:lnTo>
                  <a:lnTo>
                    <a:pt x="8494396" y="0"/>
                  </a:lnTo>
                  <a:lnTo>
                    <a:pt x="8494522" y="0"/>
                  </a:lnTo>
                  <a:lnTo>
                    <a:pt x="8494648" y="0"/>
                  </a:lnTo>
                  <a:lnTo>
                    <a:pt x="8494774" y="0"/>
                  </a:lnTo>
                  <a:lnTo>
                    <a:pt x="8494901" y="0"/>
                  </a:lnTo>
                  <a:lnTo>
                    <a:pt x="8495027" y="0"/>
                  </a:lnTo>
                  <a:lnTo>
                    <a:pt x="8495153" y="0"/>
                  </a:lnTo>
                  <a:lnTo>
                    <a:pt x="8495279" y="0"/>
                  </a:lnTo>
                  <a:lnTo>
                    <a:pt x="8495405" y="0"/>
                  </a:lnTo>
                  <a:lnTo>
                    <a:pt x="8495531" y="0"/>
                  </a:lnTo>
                  <a:lnTo>
                    <a:pt x="8495657" y="0"/>
                  </a:lnTo>
                  <a:lnTo>
                    <a:pt x="8495783" y="0"/>
                  </a:lnTo>
                  <a:lnTo>
                    <a:pt x="8495909" y="0"/>
                  </a:lnTo>
                  <a:lnTo>
                    <a:pt x="8496035" y="0"/>
                  </a:lnTo>
                  <a:lnTo>
                    <a:pt x="8496161" y="0"/>
                  </a:lnTo>
                  <a:lnTo>
                    <a:pt x="8496287" y="0"/>
                  </a:lnTo>
                  <a:lnTo>
                    <a:pt x="8496414" y="0"/>
                  </a:lnTo>
                  <a:lnTo>
                    <a:pt x="8496540" y="0"/>
                  </a:lnTo>
                  <a:lnTo>
                    <a:pt x="8496666" y="0"/>
                  </a:lnTo>
                  <a:lnTo>
                    <a:pt x="8496792" y="0"/>
                  </a:lnTo>
                  <a:lnTo>
                    <a:pt x="8496918" y="0"/>
                  </a:lnTo>
                  <a:lnTo>
                    <a:pt x="8497044" y="0"/>
                  </a:lnTo>
                  <a:lnTo>
                    <a:pt x="8497170" y="0"/>
                  </a:lnTo>
                  <a:lnTo>
                    <a:pt x="8497296" y="0"/>
                  </a:lnTo>
                  <a:lnTo>
                    <a:pt x="8497422" y="0"/>
                  </a:lnTo>
                  <a:lnTo>
                    <a:pt x="8497548" y="0"/>
                  </a:lnTo>
                  <a:lnTo>
                    <a:pt x="8497801" y="0"/>
                  </a:lnTo>
                  <a:lnTo>
                    <a:pt x="8497927" y="0"/>
                  </a:lnTo>
                  <a:lnTo>
                    <a:pt x="8498053" y="0"/>
                  </a:lnTo>
                  <a:lnTo>
                    <a:pt x="8498179" y="0"/>
                  </a:lnTo>
                  <a:lnTo>
                    <a:pt x="8498305" y="0"/>
                  </a:lnTo>
                  <a:lnTo>
                    <a:pt x="8498431" y="0"/>
                  </a:lnTo>
                  <a:lnTo>
                    <a:pt x="8498557" y="0"/>
                  </a:lnTo>
                  <a:lnTo>
                    <a:pt x="8498683" y="0"/>
                  </a:lnTo>
                  <a:lnTo>
                    <a:pt x="8498809" y="0"/>
                  </a:lnTo>
                  <a:lnTo>
                    <a:pt x="8498935" y="0"/>
                  </a:lnTo>
                  <a:lnTo>
                    <a:pt x="8499061" y="0"/>
                  </a:lnTo>
                  <a:lnTo>
                    <a:pt x="8499188" y="0"/>
                  </a:lnTo>
                  <a:lnTo>
                    <a:pt x="8499314" y="0"/>
                  </a:lnTo>
                  <a:lnTo>
                    <a:pt x="8499440" y="0"/>
                  </a:lnTo>
                  <a:lnTo>
                    <a:pt x="8499566" y="0"/>
                  </a:lnTo>
                  <a:lnTo>
                    <a:pt x="8499692" y="0"/>
                  </a:lnTo>
                  <a:lnTo>
                    <a:pt x="8499818" y="0"/>
                  </a:lnTo>
                  <a:lnTo>
                    <a:pt x="8499944" y="0"/>
                  </a:lnTo>
                  <a:lnTo>
                    <a:pt x="8500070" y="0"/>
                  </a:lnTo>
                  <a:lnTo>
                    <a:pt x="8500196" y="0"/>
                  </a:lnTo>
                  <a:lnTo>
                    <a:pt x="8500322" y="0"/>
                  </a:lnTo>
                  <a:lnTo>
                    <a:pt x="8500448" y="0"/>
                  </a:lnTo>
                  <a:lnTo>
                    <a:pt x="8500574" y="0"/>
                  </a:lnTo>
                  <a:lnTo>
                    <a:pt x="8500701" y="0"/>
                  </a:lnTo>
                  <a:lnTo>
                    <a:pt x="8500827" y="0"/>
                  </a:lnTo>
                  <a:lnTo>
                    <a:pt x="8500953" y="0"/>
                  </a:lnTo>
                  <a:lnTo>
                    <a:pt x="8501079" y="0"/>
                  </a:lnTo>
                  <a:lnTo>
                    <a:pt x="8501205" y="0"/>
                  </a:lnTo>
                  <a:lnTo>
                    <a:pt x="8501331" y="0"/>
                  </a:lnTo>
                  <a:lnTo>
                    <a:pt x="8501457" y="0"/>
                  </a:lnTo>
                  <a:lnTo>
                    <a:pt x="8501583" y="0"/>
                  </a:lnTo>
                  <a:lnTo>
                    <a:pt x="8501709" y="0"/>
                  </a:lnTo>
                  <a:lnTo>
                    <a:pt x="8501835" y="0"/>
                  </a:lnTo>
                  <a:lnTo>
                    <a:pt x="8501961" y="0"/>
                  </a:lnTo>
                  <a:lnTo>
                    <a:pt x="8502088" y="0"/>
                  </a:lnTo>
                  <a:lnTo>
                    <a:pt x="8502214" y="0"/>
                  </a:lnTo>
                  <a:lnTo>
                    <a:pt x="8502340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26" y="6340585"/>
                  </a:lnTo>
                  <a:lnTo>
                    <a:pt x="252" y="6340585"/>
                  </a:lnTo>
                  <a:lnTo>
                    <a:pt x="378" y="6340585"/>
                  </a:lnTo>
                  <a:lnTo>
                    <a:pt x="504" y="6340585"/>
                  </a:lnTo>
                  <a:lnTo>
                    <a:pt x="504" y="6335305"/>
                  </a:lnTo>
                  <a:lnTo>
                    <a:pt x="630" y="6335305"/>
                  </a:lnTo>
                  <a:lnTo>
                    <a:pt x="756" y="6335305"/>
                  </a:lnTo>
                  <a:lnTo>
                    <a:pt x="882" y="6335305"/>
                  </a:lnTo>
                  <a:lnTo>
                    <a:pt x="1008" y="6335305"/>
                  </a:lnTo>
                  <a:lnTo>
                    <a:pt x="1134" y="6335305"/>
                  </a:lnTo>
                  <a:lnTo>
                    <a:pt x="1260" y="6335305"/>
                  </a:lnTo>
                  <a:lnTo>
                    <a:pt x="1386" y="6335305"/>
                  </a:lnTo>
                  <a:lnTo>
                    <a:pt x="1513" y="6335305"/>
                  </a:lnTo>
                  <a:lnTo>
                    <a:pt x="1639" y="6335305"/>
                  </a:lnTo>
                  <a:lnTo>
                    <a:pt x="1765" y="6335305"/>
                  </a:lnTo>
                  <a:lnTo>
                    <a:pt x="1891" y="6335305"/>
                  </a:lnTo>
                  <a:lnTo>
                    <a:pt x="1891" y="6330026"/>
                  </a:lnTo>
                  <a:lnTo>
                    <a:pt x="2017" y="6330026"/>
                  </a:lnTo>
                  <a:lnTo>
                    <a:pt x="2143" y="6330026"/>
                  </a:lnTo>
                  <a:lnTo>
                    <a:pt x="2269" y="6330026"/>
                  </a:lnTo>
                  <a:lnTo>
                    <a:pt x="2395" y="6330026"/>
                  </a:lnTo>
                  <a:lnTo>
                    <a:pt x="2521" y="6330026"/>
                  </a:lnTo>
                  <a:lnTo>
                    <a:pt x="2647" y="6330026"/>
                  </a:lnTo>
                  <a:lnTo>
                    <a:pt x="2773" y="6330026"/>
                  </a:lnTo>
                  <a:lnTo>
                    <a:pt x="2900" y="6330026"/>
                  </a:lnTo>
                  <a:lnTo>
                    <a:pt x="3026" y="6330026"/>
                  </a:lnTo>
                  <a:lnTo>
                    <a:pt x="3152" y="6330026"/>
                  </a:lnTo>
                  <a:lnTo>
                    <a:pt x="3278" y="6330026"/>
                  </a:lnTo>
                  <a:lnTo>
                    <a:pt x="3404" y="6330026"/>
                  </a:lnTo>
                  <a:lnTo>
                    <a:pt x="3530" y="6330026"/>
                  </a:lnTo>
                  <a:lnTo>
                    <a:pt x="3656" y="6330026"/>
                  </a:lnTo>
                  <a:lnTo>
                    <a:pt x="3782" y="6330026"/>
                  </a:lnTo>
                  <a:lnTo>
                    <a:pt x="3908" y="6330026"/>
                  </a:lnTo>
                  <a:lnTo>
                    <a:pt x="4034" y="6330026"/>
                  </a:lnTo>
                  <a:lnTo>
                    <a:pt x="4160" y="6330026"/>
                  </a:lnTo>
                  <a:lnTo>
                    <a:pt x="4286" y="6330026"/>
                  </a:lnTo>
                  <a:lnTo>
                    <a:pt x="4413" y="6330026"/>
                  </a:lnTo>
                  <a:lnTo>
                    <a:pt x="4539" y="6330026"/>
                  </a:lnTo>
                  <a:lnTo>
                    <a:pt x="4665" y="6330026"/>
                  </a:lnTo>
                  <a:lnTo>
                    <a:pt x="4791" y="6330026"/>
                  </a:lnTo>
                  <a:lnTo>
                    <a:pt x="4917" y="6330026"/>
                  </a:lnTo>
                  <a:lnTo>
                    <a:pt x="5043" y="6330026"/>
                  </a:lnTo>
                  <a:lnTo>
                    <a:pt x="5169" y="6330026"/>
                  </a:lnTo>
                  <a:lnTo>
                    <a:pt x="5295" y="6330026"/>
                  </a:lnTo>
                  <a:lnTo>
                    <a:pt x="5421" y="6330026"/>
                  </a:lnTo>
                  <a:lnTo>
                    <a:pt x="5547" y="6330026"/>
                  </a:lnTo>
                  <a:lnTo>
                    <a:pt x="5673" y="6330026"/>
                  </a:lnTo>
                  <a:lnTo>
                    <a:pt x="5800" y="6330026"/>
                  </a:lnTo>
                  <a:lnTo>
                    <a:pt x="5926" y="6330026"/>
                  </a:lnTo>
                  <a:lnTo>
                    <a:pt x="6052" y="6330026"/>
                  </a:lnTo>
                  <a:lnTo>
                    <a:pt x="6178" y="6330026"/>
                  </a:lnTo>
                  <a:lnTo>
                    <a:pt x="6304" y="6330026"/>
                  </a:lnTo>
                  <a:lnTo>
                    <a:pt x="6430" y="6330026"/>
                  </a:lnTo>
                  <a:lnTo>
                    <a:pt x="6556" y="6330026"/>
                  </a:lnTo>
                  <a:lnTo>
                    <a:pt x="6682" y="6330026"/>
                  </a:lnTo>
                  <a:lnTo>
                    <a:pt x="6808" y="6330026"/>
                  </a:lnTo>
                  <a:lnTo>
                    <a:pt x="6934" y="6330026"/>
                  </a:lnTo>
                  <a:lnTo>
                    <a:pt x="7060" y="6330026"/>
                  </a:lnTo>
                  <a:lnTo>
                    <a:pt x="7186" y="6330026"/>
                  </a:lnTo>
                  <a:lnTo>
                    <a:pt x="7313" y="6330026"/>
                  </a:lnTo>
                  <a:lnTo>
                    <a:pt x="7439" y="6330026"/>
                  </a:lnTo>
                  <a:lnTo>
                    <a:pt x="7565" y="6330026"/>
                  </a:lnTo>
                  <a:lnTo>
                    <a:pt x="7691" y="6330026"/>
                  </a:lnTo>
                  <a:lnTo>
                    <a:pt x="7817" y="6330026"/>
                  </a:lnTo>
                  <a:lnTo>
                    <a:pt x="7943" y="6330026"/>
                  </a:lnTo>
                  <a:lnTo>
                    <a:pt x="8069" y="6330026"/>
                  </a:lnTo>
                  <a:lnTo>
                    <a:pt x="8195" y="6330026"/>
                  </a:lnTo>
                  <a:lnTo>
                    <a:pt x="8321" y="6330026"/>
                  </a:lnTo>
                  <a:lnTo>
                    <a:pt x="8447" y="6330026"/>
                  </a:lnTo>
                  <a:lnTo>
                    <a:pt x="8573" y="6330026"/>
                  </a:lnTo>
                  <a:lnTo>
                    <a:pt x="8700" y="6330026"/>
                  </a:lnTo>
                  <a:lnTo>
                    <a:pt x="8826" y="6330026"/>
                  </a:lnTo>
                  <a:lnTo>
                    <a:pt x="8952" y="6330026"/>
                  </a:lnTo>
                  <a:lnTo>
                    <a:pt x="9078" y="6330026"/>
                  </a:lnTo>
                  <a:lnTo>
                    <a:pt x="9204" y="6330026"/>
                  </a:lnTo>
                  <a:lnTo>
                    <a:pt x="9330" y="6330026"/>
                  </a:lnTo>
                  <a:lnTo>
                    <a:pt x="9456" y="6330026"/>
                  </a:lnTo>
                  <a:lnTo>
                    <a:pt x="9582" y="6330026"/>
                  </a:lnTo>
                  <a:lnTo>
                    <a:pt x="9708" y="6330026"/>
                  </a:lnTo>
                  <a:lnTo>
                    <a:pt x="9834" y="6330026"/>
                  </a:lnTo>
                  <a:lnTo>
                    <a:pt x="9960" y="6330026"/>
                  </a:lnTo>
                  <a:lnTo>
                    <a:pt x="9960" y="6324746"/>
                  </a:lnTo>
                  <a:lnTo>
                    <a:pt x="10087" y="6324746"/>
                  </a:lnTo>
                  <a:lnTo>
                    <a:pt x="10213" y="6324746"/>
                  </a:lnTo>
                  <a:lnTo>
                    <a:pt x="10339" y="6324746"/>
                  </a:lnTo>
                  <a:lnTo>
                    <a:pt x="10465" y="6324746"/>
                  </a:lnTo>
                  <a:lnTo>
                    <a:pt x="10591" y="6324746"/>
                  </a:lnTo>
                  <a:lnTo>
                    <a:pt x="10717" y="6324746"/>
                  </a:lnTo>
                  <a:lnTo>
                    <a:pt x="10843" y="6324746"/>
                  </a:lnTo>
                  <a:lnTo>
                    <a:pt x="10969" y="6324746"/>
                  </a:lnTo>
                  <a:lnTo>
                    <a:pt x="11095" y="6324746"/>
                  </a:lnTo>
                  <a:lnTo>
                    <a:pt x="11221" y="6324746"/>
                  </a:lnTo>
                  <a:lnTo>
                    <a:pt x="11347" y="6324746"/>
                  </a:lnTo>
                  <a:lnTo>
                    <a:pt x="11473" y="6324746"/>
                  </a:lnTo>
                  <a:lnTo>
                    <a:pt x="11600" y="6324746"/>
                  </a:lnTo>
                  <a:lnTo>
                    <a:pt x="11726" y="6324746"/>
                  </a:lnTo>
                  <a:lnTo>
                    <a:pt x="11852" y="6324746"/>
                  </a:lnTo>
                  <a:lnTo>
                    <a:pt x="11978" y="6324746"/>
                  </a:lnTo>
                  <a:lnTo>
                    <a:pt x="12104" y="6324746"/>
                  </a:lnTo>
                  <a:lnTo>
                    <a:pt x="12230" y="6324746"/>
                  </a:lnTo>
                  <a:lnTo>
                    <a:pt x="12356" y="6324746"/>
                  </a:lnTo>
                  <a:lnTo>
                    <a:pt x="12482" y="6324746"/>
                  </a:lnTo>
                  <a:lnTo>
                    <a:pt x="12608" y="6324746"/>
                  </a:lnTo>
                  <a:lnTo>
                    <a:pt x="12734" y="6324746"/>
                  </a:lnTo>
                  <a:lnTo>
                    <a:pt x="12860" y="6324746"/>
                  </a:lnTo>
                  <a:lnTo>
                    <a:pt x="12987" y="6324746"/>
                  </a:lnTo>
                  <a:lnTo>
                    <a:pt x="13113" y="6324746"/>
                  </a:lnTo>
                  <a:lnTo>
                    <a:pt x="13239" y="6324746"/>
                  </a:lnTo>
                  <a:lnTo>
                    <a:pt x="13365" y="6324746"/>
                  </a:lnTo>
                  <a:lnTo>
                    <a:pt x="13491" y="6324746"/>
                  </a:lnTo>
                  <a:lnTo>
                    <a:pt x="13617" y="6324746"/>
                  </a:lnTo>
                  <a:lnTo>
                    <a:pt x="13743" y="6324746"/>
                  </a:lnTo>
                  <a:lnTo>
                    <a:pt x="13869" y="6324746"/>
                  </a:lnTo>
                  <a:lnTo>
                    <a:pt x="13995" y="6324746"/>
                  </a:lnTo>
                  <a:lnTo>
                    <a:pt x="14121" y="6324746"/>
                  </a:lnTo>
                  <a:lnTo>
                    <a:pt x="14247" y="6324746"/>
                  </a:lnTo>
                  <a:lnTo>
                    <a:pt x="14373" y="6324746"/>
                  </a:lnTo>
                  <a:lnTo>
                    <a:pt x="14500" y="6324746"/>
                  </a:lnTo>
                  <a:lnTo>
                    <a:pt x="14626" y="6324746"/>
                  </a:lnTo>
                  <a:lnTo>
                    <a:pt x="14752" y="6324746"/>
                  </a:lnTo>
                  <a:lnTo>
                    <a:pt x="14878" y="6324746"/>
                  </a:lnTo>
                  <a:lnTo>
                    <a:pt x="15004" y="6324746"/>
                  </a:lnTo>
                  <a:lnTo>
                    <a:pt x="15130" y="6324746"/>
                  </a:lnTo>
                  <a:lnTo>
                    <a:pt x="15256" y="6324746"/>
                  </a:lnTo>
                  <a:lnTo>
                    <a:pt x="15382" y="6324746"/>
                  </a:lnTo>
                  <a:lnTo>
                    <a:pt x="15508" y="6324746"/>
                  </a:lnTo>
                  <a:lnTo>
                    <a:pt x="15634" y="6324746"/>
                  </a:lnTo>
                  <a:lnTo>
                    <a:pt x="15760" y="6324746"/>
                  </a:lnTo>
                  <a:lnTo>
                    <a:pt x="15887" y="6324746"/>
                  </a:lnTo>
                  <a:lnTo>
                    <a:pt x="16013" y="6324746"/>
                  </a:lnTo>
                  <a:lnTo>
                    <a:pt x="16139" y="6324746"/>
                  </a:lnTo>
                  <a:lnTo>
                    <a:pt x="16265" y="6324746"/>
                  </a:lnTo>
                  <a:lnTo>
                    <a:pt x="16391" y="6324746"/>
                  </a:lnTo>
                  <a:lnTo>
                    <a:pt x="16517" y="6324746"/>
                  </a:lnTo>
                  <a:lnTo>
                    <a:pt x="16643" y="6324746"/>
                  </a:lnTo>
                  <a:lnTo>
                    <a:pt x="16769" y="6324746"/>
                  </a:lnTo>
                  <a:lnTo>
                    <a:pt x="16895" y="6324746"/>
                  </a:lnTo>
                  <a:lnTo>
                    <a:pt x="17021" y="6324746"/>
                  </a:lnTo>
                  <a:lnTo>
                    <a:pt x="17147" y="6324746"/>
                  </a:lnTo>
                  <a:lnTo>
                    <a:pt x="17274" y="6324746"/>
                  </a:lnTo>
                  <a:lnTo>
                    <a:pt x="17400" y="6324746"/>
                  </a:lnTo>
                  <a:lnTo>
                    <a:pt x="17526" y="6324746"/>
                  </a:lnTo>
                  <a:lnTo>
                    <a:pt x="17652" y="6324746"/>
                  </a:lnTo>
                  <a:lnTo>
                    <a:pt x="17778" y="6324746"/>
                  </a:lnTo>
                  <a:lnTo>
                    <a:pt x="17904" y="6324746"/>
                  </a:lnTo>
                  <a:lnTo>
                    <a:pt x="18030" y="6324746"/>
                  </a:lnTo>
                  <a:lnTo>
                    <a:pt x="18156" y="6324746"/>
                  </a:lnTo>
                  <a:lnTo>
                    <a:pt x="18282" y="6324746"/>
                  </a:lnTo>
                  <a:lnTo>
                    <a:pt x="18408" y="6324746"/>
                  </a:lnTo>
                  <a:lnTo>
                    <a:pt x="18534" y="6324746"/>
                  </a:lnTo>
                  <a:lnTo>
                    <a:pt x="18660" y="6324746"/>
                  </a:lnTo>
                  <a:lnTo>
                    <a:pt x="18787" y="6324746"/>
                  </a:lnTo>
                  <a:lnTo>
                    <a:pt x="18913" y="6324746"/>
                  </a:lnTo>
                  <a:lnTo>
                    <a:pt x="19039" y="6324746"/>
                  </a:lnTo>
                  <a:lnTo>
                    <a:pt x="19165" y="6324746"/>
                  </a:lnTo>
                  <a:lnTo>
                    <a:pt x="19291" y="6324746"/>
                  </a:lnTo>
                  <a:lnTo>
                    <a:pt x="19417" y="6324746"/>
                  </a:lnTo>
                  <a:lnTo>
                    <a:pt x="19543" y="6324746"/>
                  </a:lnTo>
                  <a:lnTo>
                    <a:pt x="19669" y="6324746"/>
                  </a:lnTo>
                  <a:lnTo>
                    <a:pt x="19795" y="6324746"/>
                  </a:lnTo>
                  <a:lnTo>
                    <a:pt x="19921" y="6324746"/>
                  </a:lnTo>
                  <a:lnTo>
                    <a:pt x="20047" y="6324746"/>
                  </a:lnTo>
                  <a:lnTo>
                    <a:pt x="20174" y="6324746"/>
                  </a:lnTo>
                  <a:lnTo>
                    <a:pt x="20300" y="6324746"/>
                  </a:lnTo>
                  <a:lnTo>
                    <a:pt x="20426" y="6324746"/>
                  </a:lnTo>
                  <a:lnTo>
                    <a:pt x="20552" y="6324746"/>
                  </a:lnTo>
                  <a:lnTo>
                    <a:pt x="20678" y="6324746"/>
                  </a:lnTo>
                  <a:lnTo>
                    <a:pt x="20804" y="6324746"/>
                  </a:lnTo>
                  <a:lnTo>
                    <a:pt x="20930" y="6324746"/>
                  </a:lnTo>
                  <a:lnTo>
                    <a:pt x="21056" y="6324746"/>
                  </a:lnTo>
                  <a:lnTo>
                    <a:pt x="21182" y="6324746"/>
                  </a:lnTo>
                  <a:lnTo>
                    <a:pt x="21308" y="6324746"/>
                  </a:lnTo>
                  <a:lnTo>
                    <a:pt x="21434" y="6324746"/>
                  </a:lnTo>
                  <a:lnTo>
                    <a:pt x="21560" y="6324746"/>
                  </a:lnTo>
                  <a:lnTo>
                    <a:pt x="21687" y="6324746"/>
                  </a:lnTo>
                  <a:lnTo>
                    <a:pt x="21813" y="6324746"/>
                  </a:lnTo>
                  <a:lnTo>
                    <a:pt x="21939" y="6324746"/>
                  </a:lnTo>
                  <a:lnTo>
                    <a:pt x="22065" y="6324746"/>
                  </a:lnTo>
                  <a:lnTo>
                    <a:pt x="22191" y="6324746"/>
                  </a:lnTo>
                  <a:lnTo>
                    <a:pt x="22317" y="6324746"/>
                  </a:lnTo>
                  <a:lnTo>
                    <a:pt x="22443" y="6324746"/>
                  </a:lnTo>
                  <a:lnTo>
                    <a:pt x="22569" y="6324746"/>
                  </a:lnTo>
                  <a:lnTo>
                    <a:pt x="22695" y="6324746"/>
                  </a:lnTo>
                  <a:lnTo>
                    <a:pt x="22821" y="6324746"/>
                  </a:lnTo>
                  <a:lnTo>
                    <a:pt x="22947" y="6324746"/>
                  </a:lnTo>
                  <a:lnTo>
                    <a:pt x="23074" y="6324746"/>
                  </a:lnTo>
                  <a:lnTo>
                    <a:pt x="23200" y="6324746"/>
                  </a:lnTo>
                  <a:lnTo>
                    <a:pt x="23326" y="6324746"/>
                  </a:lnTo>
                  <a:lnTo>
                    <a:pt x="23452" y="6324746"/>
                  </a:lnTo>
                  <a:lnTo>
                    <a:pt x="23578" y="6324746"/>
                  </a:lnTo>
                  <a:lnTo>
                    <a:pt x="23704" y="6324746"/>
                  </a:lnTo>
                  <a:lnTo>
                    <a:pt x="23830" y="6324746"/>
                  </a:lnTo>
                  <a:lnTo>
                    <a:pt x="23956" y="6324746"/>
                  </a:lnTo>
                  <a:lnTo>
                    <a:pt x="24082" y="6324746"/>
                  </a:lnTo>
                  <a:lnTo>
                    <a:pt x="24208" y="6324746"/>
                  </a:lnTo>
                  <a:lnTo>
                    <a:pt x="24334" y="6324746"/>
                  </a:lnTo>
                  <a:lnTo>
                    <a:pt x="24460" y="6324746"/>
                  </a:lnTo>
                  <a:lnTo>
                    <a:pt x="24587" y="6324746"/>
                  </a:lnTo>
                  <a:lnTo>
                    <a:pt x="24713" y="6324746"/>
                  </a:lnTo>
                  <a:lnTo>
                    <a:pt x="24839" y="6324746"/>
                  </a:lnTo>
                  <a:lnTo>
                    <a:pt x="24965" y="6324746"/>
                  </a:lnTo>
                  <a:lnTo>
                    <a:pt x="25091" y="6324746"/>
                  </a:lnTo>
                  <a:lnTo>
                    <a:pt x="25217" y="6324746"/>
                  </a:lnTo>
                  <a:lnTo>
                    <a:pt x="25343" y="6324746"/>
                  </a:lnTo>
                  <a:lnTo>
                    <a:pt x="25469" y="6324746"/>
                  </a:lnTo>
                  <a:lnTo>
                    <a:pt x="25595" y="6324746"/>
                  </a:lnTo>
                  <a:lnTo>
                    <a:pt x="25721" y="6324746"/>
                  </a:lnTo>
                  <a:lnTo>
                    <a:pt x="25847" y="6324746"/>
                  </a:lnTo>
                  <a:lnTo>
                    <a:pt x="25974" y="6324746"/>
                  </a:lnTo>
                  <a:lnTo>
                    <a:pt x="26100" y="6324746"/>
                  </a:lnTo>
                  <a:lnTo>
                    <a:pt x="26226" y="6324746"/>
                  </a:lnTo>
                  <a:lnTo>
                    <a:pt x="26352" y="6324746"/>
                  </a:lnTo>
                  <a:lnTo>
                    <a:pt x="26478" y="6324746"/>
                  </a:lnTo>
                  <a:lnTo>
                    <a:pt x="26604" y="6324746"/>
                  </a:lnTo>
                  <a:lnTo>
                    <a:pt x="26730" y="6324746"/>
                  </a:lnTo>
                  <a:lnTo>
                    <a:pt x="26856" y="6324746"/>
                  </a:lnTo>
                  <a:lnTo>
                    <a:pt x="26982" y="6324746"/>
                  </a:lnTo>
                  <a:lnTo>
                    <a:pt x="27108" y="6324746"/>
                  </a:lnTo>
                  <a:lnTo>
                    <a:pt x="27234" y="6324746"/>
                  </a:lnTo>
                  <a:lnTo>
                    <a:pt x="27361" y="6324746"/>
                  </a:lnTo>
                  <a:lnTo>
                    <a:pt x="27487" y="6324746"/>
                  </a:lnTo>
                  <a:lnTo>
                    <a:pt x="27613" y="6324746"/>
                  </a:lnTo>
                  <a:lnTo>
                    <a:pt x="27739" y="6324746"/>
                  </a:lnTo>
                  <a:lnTo>
                    <a:pt x="27865" y="6324746"/>
                  </a:lnTo>
                  <a:lnTo>
                    <a:pt x="27991" y="6324746"/>
                  </a:lnTo>
                  <a:lnTo>
                    <a:pt x="28117" y="6324746"/>
                  </a:lnTo>
                  <a:lnTo>
                    <a:pt x="28243" y="6324746"/>
                  </a:lnTo>
                  <a:lnTo>
                    <a:pt x="28369" y="6324746"/>
                  </a:lnTo>
                  <a:lnTo>
                    <a:pt x="28495" y="6324746"/>
                  </a:lnTo>
                  <a:lnTo>
                    <a:pt x="28621" y="6324746"/>
                  </a:lnTo>
                  <a:lnTo>
                    <a:pt x="28747" y="6324746"/>
                  </a:lnTo>
                  <a:lnTo>
                    <a:pt x="28874" y="6324746"/>
                  </a:lnTo>
                  <a:lnTo>
                    <a:pt x="29000" y="6324746"/>
                  </a:lnTo>
                  <a:lnTo>
                    <a:pt x="29126" y="6324746"/>
                  </a:lnTo>
                  <a:lnTo>
                    <a:pt x="29252" y="6324746"/>
                  </a:lnTo>
                  <a:lnTo>
                    <a:pt x="29378" y="6324746"/>
                  </a:lnTo>
                  <a:lnTo>
                    <a:pt x="29504" y="6324746"/>
                  </a:lnTo>
                  <a:lnTo>
                    <a:pt x="29630" y="6324746"/>
                  </a:lnTo>
                  <a:lnTo>
                    <a:pt x="29756" y="6324746"/>
                  </a:lnTo>
                  <a:lnTo>
                    <a:pt x="29756" y="6319467"/>
                  </a:lnTo>
                  <a:lnTo>
                    <a:pt x="29882" y="6319467"/>
                  </a:lnTo>
                  <a:lnTo>
                    <a:pt x="30008" y="6319467"/>
                  </a:lnTo>
                  <a:lnTo>
                    <a:pt x="30134" y="6319467"/>
                  </a:lnTo>
                  <a:lnTo>
                    <a:pt x="30261" y="6319467"/>
                  </a:lnTo>
                  <a:lnTo>
                    <a:pt x="30387" y="6319467"/>
                  </a:lnTo>
                  <a:lnTo>
                    <a:pt x="30513" y="6319467"/>
                  </a:lnTo>
                  <a:lnTo>
                    <a:pt x="30639" y="6319467"/>
                  </a:lnTo>
                  <a:lnTo>
                    <a:pt x="30765" y="6319467"/>
                  </a:lnTo>
                  <a:lnTo>
                    <a:pt x="30891" y="6319467"/>
                  </a:lnTo>
                  <a:lnTo>
                    <a:pt x="31017" y="6319467"/>
                  </a:lnTo>
                  <a:lnTo>
                    <a:pt x="31143" y="6319467"/>
                  </a:lnTo>
                  <a:lnTo>
                    <a:pt x="31269" y="6319467"/>
                  </a:lnTo>
                  <a:lnTo>
                    <a:pt x="31395" y="6319467"/>
                  </a:lnTo>
                  <a:lnTo>
                    <a:pt x="31521" y="6319467"/>
                  </a:lnTo>
                  <a:lnTo>
                    <a:pt x="31647" y="6319467"/>
                  </a:lnTo>
                  <a:lnTo>
                    <a:pt x="31774" y="6319467"/>
                  </a:lnTo>
                  <a:lnTo>
                    <a:pt x="31900" y="6319467"/>
                  </a:lnTo>
                  <a:lnTo>
                    <a:pt x="32026" y="6319467"/>
                  </a:lnTo>
                  <a:lnTo>
                    <a:pt x="32152" y="6319467"/>
                  </a:lnTo>
                  <a:lnTo>
                    <a:pt x="32278" y="6319467"/>
                  </a:lnTo>
                  <a:lnTo>
                    <a:pt x="32404" y="6319467"/>
                  </a:lnTo>
                  <a:lnTo>
                    <a:pt x="32530" y="6319467"/>
                  </a:lnTo>
                  <a:lnTo>
                    <a:pt x="32656" y="6319467"/>
                  </a:lnTo>
                  <a:lnTo>
                    <a:pt x="32782" y="6319467"/>
                  </a:lnTo>
                  <a:lnTo>
                    <a:pt x="32908" y="6319467"/>
                  </a:lnTo>
                  <a:lnTo>
                    <a:pt x="33034" y="6319467"/>
                  </a:lnTo>
                  <a:lnTo>
                    <a:pt x="33034" y="6314187"/>
                  </a:lnTo>
                  <a:lnTo>
                    <a:pt x="33161" y="6314187"/>
                  </a:lnTo>
                  <a:lnTo>
                    <a:pt x="33287" y="6314187"/>
                  </a:lnTo>
                  <a:lnTo>
                    <a:pt x="33413" y="6314187"/>
                  </a:lnTo>
                  <a:lnTo>
                    <a:pt x="33539" y="6314187"/>
                  </a:lnTo>
                  <a:lnTo>
                    <a:pt x="33665" y="6314187"/>
                  </a:lnTo>
                  <a:lnTo>
                    <a:pt x="33791" y="6314187"/>
                  </a:lnTo>
                  <a:lnTo>
                    <a:pt x="33917" y="6314187"/>
                  </a:lnTo>
                  <a:lnTo>
                    <a:pt x="34043" y="6314187"/>
                  </a:lnTo>
                  <a:lnTo>
                    <a:pt x="34169" y="6314187"/>
                  </a:lnTo>
                  <a:lnTo>
                    <a:pt x="34295" y="6314187"/>
                  </a:lnTo>
                  <a:lnTo>
                    <a:pt x="34421" y="6314187"/>
                  </a:lnTo>
                  <a:lnTo>
                    <a:pt x="34548" y="6314187"/>
                  </a:lnTo>
                  <a:lnTo>
                    <a:pt x="34674" y="6314187"/>
                  </a:lnTo>
                  <a:lnTo>
                    <a:pt x="34800" y="6314187"/>
                  </a:lnTo>
                  <a:lnTo>
                    <a:pt x="34926" y="6314187"/>
                  </a:lnTo>
                  <a:lnTo>
                    <a:pt x="35052" y="6314187"/>
                  </a:lnTo>
                  <a:lnTo>
                    <a:pt x="35178" y="6314187"/>
                  </a:lnTo>
                  <a:lnTo>
                    <a:pt x="35304" y="6314187"/>
                  </a:lnTo>
                  <a:lnTo>
                    <a:pt x="35430" y="6314187"/>
                  </a:lnTo>
                  <a:lnTo>
                    <a:pt x="35556" y="6314187"/>
                  </a:lnTo>
                  <a:lnTo>
                    <a:pt x="35682" y="6314187"/>
                  </a:lnTo>
                  <a:lnTo>
                    <a:pt x="35808" y="6314187"/>
                  </a:lnTo>
                  <a:lnTo>
                    <a:pt x="35934" y="6314187"/>
                  </a:lnTo>
                  <a:lnTo>
                    <a:pt x="36061" y="6314187"/>
                  </a:lnTo>
                  <a:lnTo>
                    <a:pt x="36187" y="6314187"/>
                  </a:lnTo>
                  <a:lnTo>
                    <a:pt x="36313" y="6314187"/>
                  </a:lnTo>
                  <a:lnTo>
                    <a:pt x="36439" y="6314187"/>
                  </a:lnTo>
                  <a:lnTo>
                    <a:pt x="36565" y="6314187"/>
                  </a:lnTo>
                  <a:lnTo>
                    <a:pt x="36691" y="6314187"/>
                  </a:lnTo>
                  <a:lnTo>
                    <a:pt x="36817" y="6314187"/>
                  </a:lnTo>
                  <a:lnTo>
                    <a:pt x="36943" y="6314187"/>
                  </a:lnTo>
                  <a:lnTo>
                    <a:pt x="37069" y="6314187"/>
                  </a:lnTo>
                  <a:lnTo>
                    <a:pt x="37195" y="6314187"/>
                  </a:lnTo>
                  <a:lnTo>
                    <a:pt x="37321" y="6314187"/>
                  </a:lnTo>
                  <a:lnTo>
                    <a:pt x="37448" y="6314187"/>
                  </a:lnTo>
                  <a:lnTo>
                    <a:pt x="37574" y="6314187"/>
                  </a:lnTo>
                  <a:lnTo>
                    <a:pt x="37700" y="6314187"/>
                  </a:lnTo>
                  <a:lnTo>
                    <a:pt x="37826" y="6314187"/>
                  </a:lnTo>
                  <a:lnTo>
                    <a:pt x="37952" y="6314187"/>
                  </a:lnTo>
                  <a:lnTo>
                    <a:pt x="38078" y="6314187"/>
                  </a:lnTo>
                  <a:lnTo>
                    <a:pt x="38204" y="6314187"/>
                  </a:lnTo>
                  <a:lnTo>
                    <a:pt x="38330" y="6314187"/>
                  </a:lnTo>
                  <a:lnTo>
                    <a:pt x="38456" y="6314187"/>
                  </a:lnTo>
                  <a:lnTo>
                    <a:pt x="38582" y="6314187"/>
                  </a:lnTo>
                  <a:lnTo>
                    <a:pt x="38708" y="6314187"/>
                  </a:lnTo>
                  <a:lnTo>
                    <a:pt x="38708" y="6308908"/>
                  </a:lnTo>
                  <a:lnTo>
                    <a:pt x="38834" y="6308908"/>
                  </a:lnTo>
                  <a:lnTo>
                    <a:pt x="38961" y="6308908"/>
                  </a:lnTo>
                  <a:lnTo>
                    <a:pt x="39087" y="6308908"/>
                  </a:lnTo>
                  <a:lnTo>
                    <a:pt x="39213" y="6308908"/>
                  </a:lnTo>
                  <a:lnTo>
                    <a:pt x="39339" y="6308908"/>
                  </a:lnTo>
                  <a:lnTo>
                    <a:pt x="39465" y="6308908"/>
                  </a:lnTo>
                  <a:lnTo>
                    <a:pt x="39591" y="6308908"/>
                  </a:lnTo>
                  <a:lnTo>
                    <a:pt x="39717" y="6308908"/>
                  </a:lnTo>
                  <a:lnTo>
                    <a:pt x="39843" y="6308908"/>
                  </a:lnTo>
                  <a:lnTo>
                    <a:pt x="39969" y="6308908"/>
                  </a:lnTo>
                  <a:lnTo>
                    <a:pt x="40095" y="6308908"/>
                  </a:lnTo>
                  <a:lnTo>
                    <a:pt x="40221" y="6308908"/>
                  </a:lnTo>
                  <a:lnTo>
                    <a:pt x="40348" y="6308908"/>
                  </a:lnTo>
                  <a:lnTo>
                    <a:pt x="40474" y="6308908"/>
                  </a:lnTo>
                  <a:lnTo>
                    <a:pt x="40600" y="6308908"/>
                  </a:lnTo>
                  <a:lnTo>
                    <a:pt x="40726" y="6308908"/>
                  </a:lnTo>
                  <a:lnTo>
                    <a:pt x="40852" y="6308908"/>
                  </a:lnTo>
                  <a:lnTo>
                    <a:pt x="40978" y="6308908"/>
                  </a:lnTo>
                  <a:lnTo>
                    <a:pt x="41104" y="6308908"/>
                  </a:lnTo>
                  <a:lnTo>
                    <a:pt x="41230" y="6308908"/>
                  </a:lnTo>
                  <a:lnTo>
                    <a:pt x="41356" y="6308908"/>
                  </a:lnTo>
                  <a:lnTo>
                    <a:pt x="41482" y="6308908"/>
                  </a:lnTo>
                  <a:lnTo>
                    <a:pt x="41482" y="6303629"/>
                  </a:lnTo>
                  <a:lnTo>
                    <a:pt x="41608" y="6303629"/>
                  </a:lnTo>
                  <a:lnTo>
                    <a:pt x="41735" y="6303629"/>
                  </a:lnTo>
                  <a:lnTo>
                    <a:pt x="41861" y="6303629"/>
                  </a:lnTo>
                  <a:lnTo>
                    <a:pt x="41987" y="6303629"/>
                  </a:lnTo>
                  <a:lnTo>
                    <a:pt x="42113" y="6303629"/>
                  </a:lnTo>
                  <a:lnTo>
                    <a:pt x="42239" y="6303629"/>
                  </a:lnTo>
                  <a:lnTo>
                    <a:pt x="42365" y="6303629"/>
                  </a:lnTo>
                  <a:lnTo>
                    <a:pt x="42491" y="6303629"/>
                  </a:lnTo>
                  <a:lnTo>
                    <a:pt x="42617" y="6303629"/>
                  </a:lnTo>
                  <a:lnTo>
                    <a:pt x="42743" y="6303629"/>
                  </a:lnTo>
                  <a:lnTo>
                    <a:pt x="42869" y="6303629"/>
                  </a:lnTo>
                  <a:lnTo>
                    <a:pt x="42995" y="6303629"/>
                  </a:lnTo>
                  <a:lnTo>
                    <a:pt x="43121" y="6303629"/>
                  </a:lnTo>
                  <a:lnTo>
                    <a:pt x="43248" y="6303629"/>
                  </a:lnTo>
                  <a:lnTo>
                    <a:pt x="43374" y="6303629"/>
                  </a:lnTo>
                  <a:lnTo>
                    <a:pt x="43500" y="6303629"/>
                  </a:lnTo>
                  <a:lnTo>
                    <a:pt x="43626" y="6303629"/>
                  </a:lnTo>
                  <a:lnTo>
                    <a:pt x="43752" y="6303629"/>
                  </a:lnTo>
                  <a:lnTo>
                    <a:pt x="43878" y="6303629"/>
                  </a:lnTo>
                  <a:lnTo>
                    <a:pt x="44004" y="6303629"/>
                  </a:lnTo>
                  <a:lnTo>
                    <a:pt x="44130" y="6303629"/>
                  </a:lnTo>
                  <a:lnTo>
                    <a:pt x="44256" y="6303629"/>
                  </a:lnTo>
                  <a:lnTo>
                    <a:pt x="44382" y="6303629"/>
                  </a:lnTo>
                  <a:lnTo>
                    <a:pt x="44508" y="6303629"/>
                  </a:lnTo>
                  <a:lnTo>
                    <a:pt x="44635" y="6303629"/>
                  </a:lnTo>
                  <a:lnTo>
                    <a:pt x="44761" y="6303629"/>
                  </a:lnTo>
                  <a:lnTo>
                    <a:pt x="44887" y="6303629"/>
                  </a:lnTo>
                  <a:lnTo>
                    <a:pt x="44887" y="6298349"/>
                  </a:lnTo>
                  <a:lnTo>
                    <a:pt x="45013" y="6298349"/>
                  </a:lnTo>
                  <a:lnTo>
                    <a:pt x="45139" y="6298349"/>
                  </a:lnTo>
                  <a:lnTo>
                    <a:pt x="45265" y="6298349"/>
                  </a:lnTo>
                  <a:lnTo>
                    <a:pt x="45391" y="6298349"/>
                  </a:lnTo>
                  <a:lnTo>
                    <a:pt x="45517" y="6298349"/>
                  </a:lnTo>
                  <a:lnTo>
                    <a:pt x="45643" y="6298349"/>
                  </a:lnTo>
                  <a:lnTo>
                    <a:pt x="45769" y="6298349"/>
                  </a:lnTo>
                  <a:lnTo>
                    <a:pt x="45895" y="6298349"/>
                  </a:lnTo>
                  <a:lnTo>
                    <a:pt x="46021" y="6298349"/>
                  </a:lnTo>
                  <a:lnTo>
                    <a:pt x="46148" y="6298349"/>
                  </a:lnTo>
                  <a:lnTo>
                    <a:pt x="46274" y="6298349"/>
                  </a:lnTo>
                  <a:lnTo>
                    <a:pt x="46400" y="6298349"/>
                  </a:lnTo>
                  <a:lnTo>
                    <a:pt x="46526" y="6298349"/>
                  </a:lnTo>
                  <a:lnTo>
                    <a:pt x="46652" y="6298349"/>
                  </a:lnTo>
                  <a:lnTo>
                    <a:pt x="46778" y="6298349"/>
                  </a:lnTo>
                  <a:lnTo>
                    <a:pt x="46904" y="6298349"/>
                  </a:lnTo>
                  <a:lnTo>
                    <a:pt x="47030" y="6298349"/>
                  </a:lnTo>
                  <a:lnTo>
                    <a:pt x="47156" y="6298349"/>
                  </a:lnTo>
                  <a:lnTo>
                    <a:pt x="47282" y="6298349"/>
                  </a:lnTo>
                  <a:lnTo>
                    <a:pt x="47408" y="6298349"/>
                  </a:lnTo>
                  <a:lnTo>
                    <a:pt x="47535" y="6298349"/>
                  </a:lnTo>
                  <a:lnTo>
                    <a:pt x="47661" y="6298349"/>
                  </a:lnTo>
                  <a:lnTo>
                    <a:pt x="47787" y="6298349"/>
                  </a:lnTo>
                  <a:lnTo>
                    <a:pt x="47913" y="6298349"/>
                  </a:lnTo>
                  <a:lnTo>
                    <a:pt x="48039" y="6298349"/>
                  </a:lnTo>
                  <a:lnTo>
                    <a:pt x="48165" y="6298349"/>
                  </a:lnTo>
                  <a:lnTo>
                    <a:pt x="48291" y="6298349"/>
                  </a:lnTo>
                  <a:lnTo>
                    <a:pt x="48417" y="6298349"/>
                  </a:lnTo>
                  <a:lnTo>
                    <a:pt x="48543" y="6298349"/>
                  </a:lnTo>
                  <a:lnTo>
                    <a:pt x="48669" y="6298349"/>
                  </a:lnTo>
                  <a:lnTo>
                    <a:pt x="48795" y="6298349"/>
                  </a:lnTo>
                  <a:lnTo>
                    <a:pt x="48921" y="6298349"/>
                  </a:lnTo>
                  <a:lnTo>
                    <a:pt x="49048" y="6298349"/>
                  </a:lnTo>
                  <a:lnTo>
                    <a:pt x="49174" y="6298349"/>
                  </a:lnTo>
                  <a:lnTo>
                    <a:pt x="49300" y="6298349"/>
                  </a:lnTo>
                  <a:lnTo>
                    <a:pt x="49426" y="6298349"/>
                  </a:lnTo>
                  <a:lnTo>
                    <a:pt x="49552" y="6298349"/>
                  </a:lnTo>
                  <a:lnTo>
                    <a:pt x="49678" y="6298349"/>
                  </a:lnTo>
                  <a:lnTo>
                    <a:pt x="49804" y="6298349"/>
                  </a:lnTo>
                  <a:lnTo>
                    <a:pt x="49930" y="6298349"/>
                  </a:lnTo>
                  <a:lnTo>
                    <a:pt x="50056" y="6298349"/>
                  </a:lnTo>
                  <a:lnTo>
                    <a:pt x="50182" y="6298349"/>
                  </a:lnTo>
                  <a:lnTo>
                    <a:pt x="50308" y="6298349"/>
                  </a:lnTo>
                  <a:lnTo>
                    <a:pt x="50435" y="6298349"/>
                  </a:lnTo>
                  <a:lnTo>
                    <a:pt x="50561" y="6298349"/>
                  </a:lnTo>
                  <a:lnTo>
                    <a:pt x="50687" y="6298349"/>
                  </a:lnTo>
                  <a:lnTo>
                    <a:pt x="50813" y="6298349"/>
                  </a:lnTo>
                  <a:lnTo>
                    <a:pt x="50939" y="6298349"/>
                  </a:lnTo>
                  <a:lnTo>
                    <a:pt x="51065" y="6298349"/>
                  </a:lnTo>
                  <a:lnTo>
                    <a:pt x="51191" y="6298349"/>
                  </a:lnTo>
                  <a:lnTo>
                    <a:pt x="51317" y="6298349"/>
                  </a:lnTo>
                  <a:lnTo>
                    <a:pt x="51443" y="6298349"/>
                  </a:lnTo>
                  <a:lnTo>
                    <a:pt x="51569" y="6298349"/>
                  </a:lnTo>
                  <a:lnTo>
                    <a:pt x="51695" y="6298349"/>
                  </a:lnTo>
                  <a:lnTo>
                    <a:pt x="51822" y="6298349"/>
                  </a:lnTo>
                  <a:lnTo>
                    <a:pt x="51948" y="6298349"/>
                  </a:lnTo>
                  <a:lnTo>
                    <a:pt x="52074" y="6298349"/>
                  </a:lnTo>
                  <a:lnTo>
                    <a:pt x="52200" y="6298349"/>
                  </a:lnTo>
                  <a:lnTo>
                    <a:pt x="52326" y="6298349"/>
                  </a:lnTo>
                  <a:lnTo>
                    <a:pt x="52326" y="6293070"/>
                  </a:lnTo>
                  <a:lnTo>
                    <a:pt x="52452" y="6293070"/>
                  </a:lnTo>
                  <a:lnTo>
                    <a:pt x="52578" y="6293070"/>
                  </a:lnTo>
                  <a:lnTo>
                    <a:pt x="52704" y="6293070"/>
                  </a:lnTo>
                  <a:lnTo>
                    <a:pt x="52830" y="6293070"/>
                  </a:lnTo>
                  <a:lnTo>
                    <a:pt x="52956" y="6293070"/>
                  </a:lnTo>
                  <a:lnTo>
                    <a:pt x="53082" y="6293070"/>
                  </a:lnTo>
                  <a:lnTo>
                    <a:pt x="53208" y="6293070"/>
                  </a:lnTo>
                  <a:lnTo>
                    <a:pt x="53208" y="6287790"/>
                  </a:lnTo>
                  <a:lnTo>
                    <a:pt x="53335" y="6287790"/>
                  </a:lnTo>
                  <a:lnTo>
                    <a:pt x="53461" y="6287790"/>
                  </a:lnTo>
                  <a:lnTo>
                    <a:pt x="53587" y="6287790"/>
                  </a:lnTo>
                  <a:lnTo>
                    <a:pt x="53713" y="6287790"/>
                  </a:lnTo>
                  <a:lnTo>
                    <a:pt x="53839" y="6287790"/>
                  </a:lnTo>
                  <a:lnTo>
                    <a:pt x="53965" y="6287790"/>
                  </a:lnTo>
                  <a:lnTo>
                    <a:pt x="54091" y="6287790"/>
                  </a:lnTo>
                  <a:lnTo>
                    <a:pt x="54217" y="6287790"/>
                  </a:lnTo>
                  <a:lnTo>
                    <a:pt x="54343" y="6287790"/>
                  </a:lnTo>
                  <a:lnTo>
                    <a:pt x="54469" y="6287790"/>
                  </a:lnTo>
                  <a:lnTo>
                    <a:pt x="54595" y="6287790"/>
                  </a:lnTo>
                  <a:lnTo>
                    <a:pt x="54722" y="6287790"/>
                  </a:lnTo>
                  <a:lnTo>
                    <a:pt x="54848" y="6287790"/>
                  </a:lnTo>
                  <a:lnTo>
                    <a:pt x="54974" y="6287790"/>
                  </a:lnTo>
                  <a:lnTo>
                    <a:pt x="55100" y="6287790"/>
                  </a:lnTo>
                  <a:lnTo>
                    <a:pt x="55226" y="6287790"/>
                  </a:lnTo>
                  <a:lnTo>
                    <a:pt x="55352" y="6287790"/>
                  </a:lnTo>
                  <a:lnTo>
                    <a:pt x="55478" y="6287790"/>
                  </a:lnTo>
                  <a:lnTo>
                    <a:pt x="55604" y="6287790"/>
                  </a:lnTo>
                  <a:lnTo>
                    <a:pt x="55730" y="6287790"/>
                  </a:lnTo>
                  <a:lnTo>
                    <a:pt x="55856" y="6287790"/>
                  </a:lnTo>
                  <a:lnTo>
                    <a:pt x="55982" y="6287790"/>
                  </a:lnTo>
                  <a:lnTo>
                    <a:pt x="56108" y="6287790"/>
                  </a:lnTo>
                  <a:lnTo>
                    <a:pt x="56235" y="6287790"/>
                  </a:lnTo>
                  <a:lnTo>
                    <a:pt x="56361" y="6287790"/>
                  </a:lnTo>
                  <a:lnTo>
                    <a:pt x="56487" y="6287790"/>
                  </a:lnTo>
                  <a:lnTo>
                    <a:pt x="56613" y="6287790"/>
                  </a:lnTo>
                  <a:lnTo>
                    <a:pt x="56739" y="6287790"/>
                  </a:lnTo>
                  <a:lnTo>
                    <a:pt x="56865" y="6287790"/>
                  </a:lnTo>
                  <a:lnTo>
                    <a:pt x="56991" y="6287790"/>
                  </a:lnTo>
                  <a:lnTo>
                    <a:pt x="57117" y="6287790"/>
                  </a:lnTo>
                  <a:lnTo>
                    <a:pt x="57243" y="6287790"/>
                  </a:lnTo>
                  <a:lnTo>
                    <a:pt x="57369" y="6287790"/>
                  </a:lnTo>
                  <a:lnTo>
                    <a:pt x="57495" y="6287790"/>
                  </a:lnTo>
                  <a:lnTo>
                    <a:pt x="57622" y="6287790"/>
                  </a:lnTo>
                  <a:lnTo>
                    <a:pt x="57748" y="6287790"/>
                  </a:lnTo>
                  <a:lnTo>
                    <a:pt x="57874" y="6287790"/>
                  </a:lnTo>
                  <a:lnTo>
                    <a:pt x="58000" y="6287790"/>
                  </a:lnTo>
                  <a:lnTo>
                    <a:pt x="58126" y="6287790"/>
                  </a:lnTo>
                  <a:lnTo>
                    <a:pt x="58252" y="6287790"/>
                  </a:lnTo>
                  <a:lnTo>
                    <a:pt x="58378" y="6287790"/>
                  </a:lnTo>
                  <a:lnTo>
                    <a:pt x="58504" y="6287790"/>
                  </a:lnTo>
                  <a:lnTo>
                    <a:pt x="58630" y="6287790"/>
                  </a:lnTo>
                  <a:lnTo>
                    <a:pt x="58756" y="6287790"/>
                  </a:lnTo>
                  <a:lnTo>
                    <a:pt x="58882" y="6287790"/>
                  </a:lnTo>
                  <a:lnTo>
                    <a:pt x="59009" y="6287790"/>
                  </a:lnTo>
                  <a:lnTo>
                    <a:pt x="59135" y="6287790"/>
                  </a:lnTo>
                  <a:lnTo>
                    <a:pt x="59261" y="6287790"/>
                  </a:lnTo>
                  <a:lnTo>
                    <a:pt x="59387" y="6287790"/>
                  </a:lnTo>
                  <a:lnTo>
                    <a:pt x="59513" y="6287790"/>
                  </a:lnTo>
                  <a:lnTo>
                    <a:pt x="59639" y="6287790"/>
                  </a:lnTo>
                  <a:lnTo>
                    <a:pt x="59765" y="6287790"/>
                  </a:lnTo>
                  <a:lnTo>
                    <a:pt x="59891" y="6287790"/>
                  </a:lnTo>
                  <a:lnTo>
                    <a:pt x="60017" y="6287790"/>
                  </a:lnTo>
                  <a:lnTo>
                    <a:pt x="60143" y="6287790"/>
                  </a:lnTo>
                  <a:lnTo>
                    <a:pt x="60269" y="6287790"/>
                  </a:lnTo>
                  <a:lnTo>
                    <a:pt x="60395" y="6287790"/>
                  </a:lnTo>
                  <a:lnTo>
                    <a:pt x="60522" y="6287790"/>
                  </a:lnTo>
                  <a:lnTo>
                    <a:pt x="60648" y="6287790"/>
                  </a:lnTo>
                  <a:lnTo>
                    <a:pt x="60774" y="6287790"/>
                  </a:lnTo>
                  <a:lnTo>
                    <a:pt x="60900" y="6287790"/>
                  </a:lnTo>
                  <a:lnTo>
                    <a:pt x="61026" y="6287790"/>
                  </a:lnTo>
                  <a:lnTo>
                    <a:pt x="61152" y="6287790"/>
                  </a:lnTo>
                  <a:lnTo>
                    <a:pt x="61278" y="6287790"/>
                  </a:lnTo>
                  <a:lnTo>
                    <a:pt x="61404" y="6287790"/>
                  </a:lnTo>
                  <a:lnTo>
                    <a:pt x="61530" y="6287790"/>
                  </a:lnTo>
                  <a:lnTo>
                    <a:pt x="61656" y="6287790"/>
                  </a:lnTo>
                  <a:lnTo>
                    <a:pt x="61782" y="6287790"/>
                  </a:lnTo>
                  <a:lnTo>
                    <a:pt x="61909" y="6287790"/>
                  </a:lnTo>
                  <a:lnTo>
                    <a:pt x="62035" y="6287790"/>
                  </a:lnTo>
                  <a:lnTo>
                    <a:pt x="62161" y="6287790"/>
                  </a:lnTo>
                  <a:lnTo>
                    <a:pt x="62287" y="6287790"/>
                  </a:lnTo>
                  <a:lnTo>
                    <a:pt x="62413" y="6287790"/>
                  </a:lnTo>
                  <a:lnTo>
                    <a:pt x="62539" y="6287790"/>
                  </a:lnTo>
                  <a:lnTo>
                    <a:pt x="62665" y="6287790"/>
                  </a:lnTo>
                  <a:lnTo>
                    <a:pt x="62791" y="6287790"/>
                  </a:lnTo>
                  <a:lnTo>
                    <a:pt x="62917" y="6287790"/>
                  </a:lnTo>
                  <a:lnTo>
                    <a:pt x="63043" y="6287790"/>
                  </a:lnTo>
                  <a:lnTo>
                    <a:pt x="63169" y="6287790"/>
                  </a:lnTo>
                  <a:lnTo>
                    <a:pt x="63295" y="6287790"/>
                  </a:lnTo>
                  <a:lnTo>
                    <a:pt x="63422" y="6287790"/>
                  </a:lnTo>
                  <a:lnTo>
                    <a:pt x="63548" y="6287790"/>
                  </a:lnTo>
                  <a:lnTo>
                    <a:pt x="63674" y="6287790"/>
                  </a:lnTo>
                  <a:lnTo>
                    <a:pt x="63800" y="6287790"/>
                  </a:lnTo>
                  <a:lnTo>
                    <a:pt x="63926" y="6287790"/>
                  </a:lnTo>
                  <a:lnTo>
                    <a:pt x="64052" y="6287790"/>
                  </a:lnTo>
                  <a:lnTo>
                    <a:pt x="64178" y="6287790"/>
                  </a:lnTo>
                  <a:lnTo>
                    <a:pt x="64304" y="6287790"/>
                  </a:lnTo>
                  <a:lnTo>
                    <a:pt x="64430" y="6287790"/>
                  </a:lnTo>
                  <a:lnTo>
                    <a:pt x="64556" y="6287790"/>
                  </a:lnTo>
                  <a:lnTo>
                    <a:pt x="64682" y="6287790"/>
                  </a:lnTo>
                  <a:lnTo>
                    <a:pt x="64809" y="6287790"/>
                  </a:lnTo>
                  <a:lnTo>
                    <a:pt x="64935" y="6287790"/>
                  </a:lnTo>
                  <a:lnTo>
                    <a:pt x="65061" y="6287790"/>
                  </a:lnTo>
                  <a:lnTo>
                    <a:pt x="65187" y="6287790"/>
                  </a:lnTo>
                  <a:lnTo>
                    <a:pt x="65313" y="6287790"/>
                  </a:lnTo>
                  <a:lnTo>
                    <a:pt x="65439" y="6287790"/>
                  </a:lnTo>
                  <a:lnTo>
                    <a:pt x="65565" y="6287790"/>
                  </a:lnTo>
                  <a:lnTo>
                    <a:pt x="65691" y="6287790"/>
                  </a:lnTo>
                  <a:lnTo>
                    <a:pt x="65817" y="6287790"/>
                  </a:lnTo>
                  <a:lnTo>
                    <a:pt x="65943" y="6287790"/>
                  </a:lnTo>
                  <a:lnTo>
                    <a:pt x="66069" y="6287790"/>
                  </a:lnTo>
                  <a:lnTo>
                    <a:pt x="66195" y="6287790"/>
                  </a:lnTo>
                  <a:lnTo>
                    <a:pt x="66322" y="6287790"/>
                  </a:lnTo>
                  <a:lnTo>
                    <a:pt x="66448" y="6287790"/>
                  </a:lnTo>
                  <a:lnTo>
                    <a:pt x="66448" y="6282511"/>
                  </a:lnTo>
                  <a:lnTo>
                    <a:pt x="66574" y="6282511"/>
                  </a:lnTo>
                  <a:lnTo>
                    <a:pt x="66700" y="6282511"/>
                  </a:lnTo>
                  <a:lnTo>
                    <a:pt x="66826" y="6282511"/>
                  </a:lnTo>
                  <a:lnTo>
                    <a:pt x="66952" y="6282511"/>
                  </a:lnTo>
                  <a:lnTo>
                    <a:pt x="67078" y="6282511"/>
                  </a:lnTo>
                  <a:lnTo>
                    <a:pt x="67204" y="6282511"/>
                  </a:lnTo>
                  <a:lnTo>
                    <a:pt x="67330" y="6282511"/>
                  </a:lnTo>
                  <a:lnTo>
                    <a:pt x="67456" y="6282511"/>
                  </a:lnTo>
                  <a:lnTo>
                    <a:pt x="67582" y="6282511"/>
                  </a:lnTo>
                  <a:lnTo>
                    <a:pt x="67709" y="6282511"/>
                  </a:lnTo>
                  <a:lnTo>
                    <a:pt x="67835" y="6282511"/>
                  </a:lnTo>
                  <a:lnTo>
                    <a:pt x="67961" y="6282511"/>
                  </a:lnTo>
                  <a:lnTo>
                    <a:pt x="68087" y="6282511"/>
                  </a:lnTo>
                  <a:lnTo>
                    <a:pt x="68213" y="6282511"/>
                  </a:lnTo>
                  <a:lnTo>
                    <a:pt x="68339" y="6282511"/>
                  </a:lnTo>
                  <a:lnTo>
                    <a:pt x="68465" y="6282511"/>
                  </a:lnTo>
                  <a:lnTo>
                    <a:pt x="68591" y="6282511"/>
                  </a:lnTo>
                  <a:lnTo>
                    <a:pt x="68717" y="6282511"/>
                  </a:lnTo>
                  <a:lnTo>
                    <a:pt x="68843" y="6282511"/>
                  </a:lnTo>
                  <a:lnTo>
                    <a:pt x="68969" y="6282511"/>
                  </a:lnTo>
                  <a:lnTo>
                    <a:pt x="69096" y="6282511"/>
                  </a:lnTo>
                  <a:lnTo>
                    <a:pt x="69222" y="6282511"/>
                  </a:lnTo>
                  <a:lnTo>
                    <a:pt x="69348" y="6282511"/>
                  </a:lnTo>
                  <a:lnTo>
                    <a:pt x="69474" y="6282511"/>
                  </a:lnTo>
                  <a:lnTo>
                    <a:pt x="69600" y="6282511"/>
                  </a:lnTo>
                  <a:lnTo>
                    <a:pt x="69726" y="6282511"/>
                  </a:lnTo>
                  <a:lnTo>
                    <a:pt x="69852" y="6282511"/>
                  </a:lnTo>
                  <a:lnTo>
                    <a:pt x="69978" y="6282511"/>
                  </a:lnTo>
                  <a:lnTo>
                    <a:pt x="70104" y="6282511"/>
                  </a:lnTo>
                  <a:lnTo>
                    <a:pt x="70230" y="6282511"/>
                  </a:lnTo>
                  <a:lnTo>
                    <a:pt x="70356" y="6282511"/>
                  </a:lnTo>
                  <a:lnTo>
                    <a:pt x="70482" y="6282511"/>
                  </a:lnTo>
                  <a:lnTo>
                    <a:pt x="70609" y="6282511"/>
                  </a:lnTo>
                  <a:lnTo>
                    <a:pt x="70735" y="6282511"/>
                  </a:lnTo>
                  <a:lnTo>
                    <a:pt x="70861" y="6282511"/>
                  </a:lnTo>
                  <a:lnTo>
                    <a:pt x="70987" y="6282511"/>
                  </a:lnTo>
                  <a:lnTo>
                    <a:pt x="71113" y="6282511"/>
                  </a:lnTo>
                  <a:lnTo>
                    <a:pt x="71239" y="6282511"/>
                  </a:lnTo>
                  <a:lnTo>
                    <a:pt x="71365" y="6282511"/>
                  </a:lnTo>
                  <a:lnTo>
                    <a:pt x="71491" y="6282511"/>
                  </a:lnTo>
                  <a:lnTo>
                    <a:pt x="71617" y="6282511"/>
                  </a:lnTo>
                  <a:lnTo>
                    <a:pt x="71743" y="6282511"/>
                  </a:lnTo>
                  <a:lnTo>
                    <a:pt x="71869" y="6282511"/>
                  </a:lnTo>
                  <a:lnTo>
                    <a:pt x="71996" y="6282511"/>
                  </a:lnTo>
                  <a:lnTo>
                    <a:pt x="72122" y="6282511"/>
                  </a:lnTo>
                  <a:lnTo>
                    <a:pt x="72248" y="6282511"/>
                  </a:lnTo>
                  <a:lnTo>
                    <a:pt x="72374" y="6282511"/>
                  </a:lnTo>
                  <a:lnTo>
                    <a:pt x="72500" y="6282511"/>
                  </a:lnTo>
                  <a:lnTo>
                    <a:pt x="72626" y="6282511"/>
                  </a:lnTo>
                  <a:lnTo>
                    <a:pt x="72752" y="6282511"/>
                  </a:lnTo>
                  <a:lnTo>
                    <a:pt x="72878" y="6282511"/>
                  </a:lnTo>
                  <a:lnTo>
                    <a:pt x="73004" y="6282511"/>
                  </a:lnTo>
                  <a:lnTo>
                    <a:pt x="73130" y="6282511"/>
                  </a:lnTo>
                  <a:lnTo>
                    <a:pt x="73256" y="6282511"/>
                  </a:lnTo>
                  <a:lnTo>
                    <a:pt x="73382" y="6282511"/>
                  </a:lnTo>
                  <a:lnTo>
                    <a:pt x="73509" y="6282511"/>
                  </a:lnTo>
                  <a:lnTo>
                    <a:pt x="73635" y="6282511"/>
                  </a:lnTo>
                  <a:lnTo>
                    <a:pt x="73761" y="6282511"/>
                  </a:lnTo>
                  <a:lnTo>
                    <a:pt x="73887" y="6282511"/>
                  </a:lnTo>
                  <a:lnTo>
                    <a:pt x="74013" y="6282511"/>
                  </a:lnTo>
                  <a:lnTo>
                    <a:pt x="74139" y="6282511"/>
                  </a:lnTo>
                  <a:lnTo>
                    <a:pt x="74265" y="6282511"/>
                  </a:lnTo>
                  <a:lnTo>
                    <a:pt x="74391" y="6282511"/>
                  </a:lnTo>
                  <a:lnTo>
                    <a:pt x="74517" y="6282511"/>
                  </a:lnTo>
                  <a:lnTo>
                    <a:pt x="74643" y="6282511"/>
                  </a:lnTo>
                  <a:lnTo>
                    <a:pt x="74769" y="6282511"/>
                  </a:lnTo>
                  <a:lnTo>
                    <a:pt x="74896" y="6282511"/>
                  </a:lnTo>
                  <a:lnTo>
                    <a:pt x="75022" y="6282511"/>
                  </a:lnTo>
                  <a:lnTo>
                    <a:pt x="75148" y="6282511"/>
                  </a:lnTo>
                  <a:lnTo>
                    <a:pt x="75274" y="6282511"/>
                  </a:lnTo>
                  <a:lnTo>
                    <a:pt x="75400" y="6282511"/>
                  </a:lnTo>
                  <a:lnTo>
                    <a:pt x="75526" y="6282511"/>
                  </a:lnTo>
                  <a:lnTo>
                    <a:pt x="75652" y="6282511"/>
                  </a:lnTo>
                  <a:lnTo>
                    <a:pt x="75778" y="6282511"/>
                  </a:lnTo>
                  <a:lnTo>
                    <a:pt x="75904" y="6282511"/>
                  </a:lnTo>
                  <a:lnTo>
                    <a:pt x="76030" y="6282511"/>
                  </a:lnTo>
                  <a:lnTo>
                    <a:pt x="76156" y="6282511"/>
                  </a:lnTo>
                  <a:lnTo>
                    <a:pt x="76283" y="6282511"/>
                  </a:lnTo>
                  <a:lnTo>
                    <a:pt x="76409" y="6282511"/>
                  </a:lnTo>
                  <a:lnTo>
                    <a:pt x="76535" y="6282511"/>
                  </a:lnTo>
                  <a:lnTo>
                    <a:pt x="76661" y="6282511"/>
                  </a:lnTo>
                  <a:lnTo>
                    <a:pt x="76787" y="6282511"/>
                  </a:lnTo>
                  <a:lnTo>
                    <a:pt x="76913" y="6282511"/>
                  </a:lnTo>
                  <a:lnTo>
                    <a:pt x="77039" y="6282511"/>
                  </a:lnTo>
                  <a:lnTo>
                    <a:pt x="77165" y="6282511"/>
                  </a:lnTo>
                  <a:lnTo>
                    <a:pt x="77291" y="6282511"/>
                  </a:lnTo>
                  <a:lnTo>
                    <a:pt x="77417" y="6282511"/>
                  </a:lnTo>
                  <a:lnTo>
                    <a:pt x="77543" y="6282511"/>
                  </a:lnTo>
                  <a:lnTo>
                    <a:pt x="77669" y="6282511"/>
                  </a:lnTo>
                  <a:lnTo>
                    <a:pt x="77796" y="6282511"/>
                  </a:lnTo>
                  <a:lnTo>
                    <a:pt x="77922" y="6282511"/>
                  </a:lnTo>
                  <a:lnTo>
                    <a:pt x="78048" y="6282511"/>
                  </a:lnTo>
                  <a:lnTo>
                    <a:pt x="78174" y="6282511"/>
                  </a:lnTo>
                  <a:lnTo>
                    <a:pt x="78300" y="6282511"/>
                  </a:lnTo>
                  <a:lnTo>
                    <a:pt x="78426" y="6282511"/>
                  </a:lnTo>
                  <a:lnTo>
                    <a:pt x="78552" y="6282511"/>
                  </a:lnTo>
                  <a:lnTo>
                    <a:pt x="78678" y="6282511"/>
                  </a:lnTo>
                  <a:lnTo>
                    <a:pt x="78804" y="6282511"/>
                  </a:lnTo>
                  <a:lnTo>
                    <a:pt x="78930" y="6282511"/>
                  </a:lnTo>
                  <a:lnTo>
                    <a:pt x="79056" y="6282511"/>
                  </a:lnTo>
                  <a:lnTo>
                    <a:pt x="79183" y="6282511"/>
                  </a:lnTo>
                  <a:lnTo>
                    <a:pt x="79309" y="6282511"/>
                  </a:lnTo>
                  <a:lnTo>
                    <a:pt x="79435" y="6282511"/>
                  </a:lnTo>
                  <a:lnTo>
                    <a:pt x="79561" y="6282511"/>
                  </a:lnTo>
                  <a:lnTo>
                    <a:pt x="79687" y="6282511"/>
                  </a:lnTo>
                  <a:lnTo>
                    <a:pt x="79813" y="6282511"/>
                  </a:lnTo>
                  <a:lnTo>
                    <a:pt x="79939" y="6282511"/>
                  </a:lnTo>
                  <a:lnTo>
                    <a:pt x="80065" y="6282511"/>
                  </a:lnTo>
                  <a:lnTo>
                    <a:pt x="80191" y="6282511"/>
                  </a:lnTo>
                  <a:lnTo>
                    <a:pt x="80317" y="6282511"/>
                  </a:lnTo>
                  <a:lnTo>
                    <a:pt x="80443" y="6282511"/>
                  </a:lnTo>
                  <a:lnTo>
                    <a:pt x="80569" y="6282511"/>
                  </a:lnTo>
                  <a:lnTo>
                    <a:pt x="80696" y="6282511"/>
                  </a:lnTo>
                  <a:lnTo>
                    <a:pt x="80822" y="6282511"/>
                  </a:lnTo>
                  <a:lnTo>
                    <a:pt x="80948" y="6282511"/>
                  </a:lnTo>
                  <a:lnTo>
                    <a:pt x="81074" y="6282511"/>
                  </a:lnTo>
                  <a:lnTo>
                    <a:pt x="81200" y="6282511"/>
                  </a:lnTo>
                  <a:lnTo>
                    <a:pt x="81326" y="6282511"/>
                  </a:lnTo>
                  <a:lnTo>
                    <a:pt x="81452" y="6282511"/>
                  </a:lnTo>
                  <a:lnTo>
                    <a:pt x="81578" y="6282511"/>
                  </a:lnTo>
                  <a:lnTo>
                    <a:pt x="81704" y="6282511"/>
                  </a:lnTo>
                  <a:lnTo>
                    <a:pt x="81830" y="6282511"/>
                  </a:lnTo>
                  <a:lnTo>
                    <a:pt x="81956" y="6282511"/>
                  </a:lnTo>
                  <a:lnTo>
                    <a:pt x="82083" y="6282511"/>
                  </a:lnTo>
                  <a:lnTo>
                    <a:pt x="82209" y="6282511"/>
                  </a:lnTo>
                  <a:lnTo>
                    <a:pt x="82335" y="6282511"/>
                  </a:lnTo>
                  <a:lnTo>
                    <a:pt x="82461" y="6282511"/>
                  </a:lnTo>
                  <a:lnTo>
                    <a:pt x="82587" y="6282511"/>
                  </a:lnTo>
                  <a:lnTo>
                    <a:pt x="82713" y="6282511"/>
                  </a:lnTo>
                  <a:lnTo>
                    <a:pt x="82839" y="6282511"/>
                  </a:lnTo>
                  <a:lnTo>
                    <a:pt x="82965" y="6282511"/>
                  </a:lnTo>
                  <a:lnTo>
                    <a:pt x="83091" y="6282511"/>
                  </a:lnTo>
                  <a:lnTo>
                    <a:pt x="83217" y="6282511"/>
                  </a:lnTo>
                  <a:lnTo>
                    <a:pt x="83343" y="6282511"/>
                  </a:lnTo>
                  <a:lnTo>
                    <a:pt x="83470" y="6282511"/>
                  </a:lnTo>
                  <a:lnTo>
                    <a:pt x="83596" y="6282511"/>
                  </a:lnTo>
                  <a:lnTo>
                    <a:pt x="83722" y="6282511"/>
                  </a:lnTo>
                  <a:lnTo>
                    <a:pt x="83848" y="6282511"/>
                  </a:lnTo>
                  <a:lnTo>
                    <a:pt x="83974" y="6282511"/>
                  </a:lnTo>
                  <a:lnTo>
                    <a:pt x="84100" y="6282511"/>
                  </a:lnTo>
                  <a:lnTo>
                    <a:pt x="84226" y="6282511"/>
                  </a:lnTo>
                  <a:lnTo>
                    <a:pt x="84352" y="6282511"/>
                  </a:lnTo>
                  <a:lnTo>
                    <a:pt x="84478" y="6282511"/>
                  </a:lnTo>
                  <a:lnTo>
                    <a:pt x="84604" y="6282511"/>
                  </a:lnTo>
                  <a:lnTo>
                    <a:pt x="84730" y="6282511"/>
                  </a:lnTo>
                  <a:lnTo>
                    <a:pt x="84856" y="6282511"/>
                  </a:lnTo>
                  <a:lnTo>
                    <a:pt x="84983" y="6282511"/>
                  </a:lnTo>
                  <a:lnTo>
                    <a:pt x="85109" y="6282511"/>
                  </a:lnTo>
                  <a:lnTo>
                    <a:pt x="85235" y="6282511"/>
                  </a:lnTo>
                  <a:lnTo>
                    <a:pt x="85361" y="6282511"/>
                  </a:lnTo>
                  <a:lnTo>
                    <a:pt x="85487" y="6282511"/>
                  </a:lnTo>
                  <a:lnTo>
                    <a:pt x="85613" y="6282511"/>
                  </a:lnTo>
                  <a:lnTo>
                    <a:pt x="85739" y="6282511"/>
                  </a:lnTo>
                  <a:lnTo>
                    <a:pt x="85865" y="6282511"/>
                  </a:lnTo>
                  <a:lnTo>
                    <a:pt x="85991" y="6282511"/>
                  </a:lnTo>
                  <a:lnTo>
                    <a:pt x="86117" y="6282511"/>
                  </a:lnTo>
                  <a:lnTo>
                    <a:pt x="86243" y="6282511"/>
                  </a:lnTo>
                  <a:lnTo>
                    <a:pt x="86370" y="6282511"/>
                  </a:lnTo>
                  <a:lnTo>
                    <a:pt x="86496" y="6282511"/>
                  </a:lnTo>
                  <a:lnTo>
                    <a:pt x="86622" y="6282511"/>
                  </a:lnTo>
                  <a:lnTo>
                    <a:pt x="86748" y="6282511"/>
                  </a:lnTo>
                  <a:lnTo>
                    <a:pt x="86874" y="6282511"/>
                  </a:lnTo>
                  <a:lnTo>
                    <a:pt x="87000" y="6282511"/>
                  </a:lnTo>
                  <a:lnTo>
                    <a:pt x="87126" y="6282511"/>
                  </a:lnTo>
                  <a:lnTo>
                    <a:pt x="87252" y="6282511"/>
                  </a:lnTo>
                  <a:lnTo>
                    <a:pt x="87378" y="6282511"/>
                  </a:lnTo>
                  <a:lnTo>
                    <a:pt x="87504" y="6282511"/>
                  </a:lnTo>
                  <a:lnTo>
                    <a:pt x="87630" y="6282511"/>
                  </a:lnTo>
                  <a:lnTo>
                    <a:pt x="87756" y="6282511"/>
                  </a:lnTo>
                  <a:lnTo>
                    <a:pt x="87883" y="6282511"/>
                  </a:lnTo>
                  <a:lnTo>
                    <a:pt x="88009" y="6282511"/>
                  </a:lnTo>
                  <a:lnTo>
                    <a:pt x="88135" y="6282511"/>
                  </a:lnTo>
                  <a:lnTo>
                    <a:pt x="88261" y="6282511"/>
                  </a:lnTo>
                  <a:lnTo>
                    <a:pt x="88387" y="6282511"/>
                  </a:lnTo>
                  <a:lnTo>
                    <a:pt x="88513" y="6282511"/>
                  </a:lnTo>
                  <a:lnTo>
                    <a:pt x="88639" y="6282511"/>
                  </a:lnTo>
                  <a:lnTo>
                    <a:pt x="88765" y="6282511"/>
                  </a:lnTo>
                  <a:lnTo>
                    <a:pt x="88891" y="6282511"/>
                  </a:lnTo>
                  <a:lnTo>
                    <a:pt x="89017" y="6282511"/>
                  </a:lnTo>
                  <a:lnTo>
                    <a:pt x="89143" y="6282511"/>
                  </a:lnTo>
                  <a:lnTo>
                    <a:pt x="89270" y="6282511"/>
                  </a:lnTo>
                  <a:lnTo>
                    <a:pt x="89396" y="6282511"/>
                  </a:lnTo>
                  <a:lnTo>
                    <a:pt x="89522" y="6282511"/>
                  </a:lnTo>
                  <a:lnTo>
                    <a:pt x="89648" y="6282511"/>
                  </a:lnTo>
                  <a:lnTo>
                    <a:pt x="89774" y="6282511"/>
                  </a:lnTo>
                  <a:lnTo>
                    <a:pt x="89900" y="6282511"/>
                  </a:lnTo>
                  <a:lnTo>
                    <a:pt x="90026" y="6282511"/>
                  </a:lnTo>
                  <a:lnTo>
                    <a:pt x="90152" y="6282511"/>
                  </a:lnTo>
                  <a:lnTo>
                    <a:pt x="90278" y="6282511"/>
                  </a:lnTo>
                  <a:lnTo>
                    <a:pt x="90404" y="6282511"/>
                  </a:lnTo>
                  <a:lnTo>
                    <a:pt x="90530" y="6282511"/>
                  </a:lnTo>
                  <a:lnTo>
                    <a:pt x="90656" y="6282511"/>
                  </a:lnTo>
                  <a:lnTo>
                    <a:pt x="90783" y="6282511"/>
                  </a:lnTo>
                  <a:lnTo>
                    <a:pt x="90909" y="6282511"/>
                  </a:lnTo>
                  <a:lnTo>
                    <a:pt x="91035" y="6282511"/>
                  </a:lnTo>
                  <a:lnTo>
                    <a:pt x="91161" y="6282511"/>
                  </a:lnTo>
                  <a:lnTo>
                    <a:pt x="91287" y="6282511"/>
                  </a:lnTo>
                  <a:lnTo>
                    <a:pt x="91413" y="6282511"/>
                  </a:lnTo>
                  <a:lnTo>
                    <a:pt x="91539" y="6282511"/>
                  </a:lnTo>
                  <a:lnTo>
                    <a:pt x="91665" y="6282511"/>
                  </a:lnTo>
                  <a:lnTo>
                    <a:pt x="91791" y="6282511"/>
                  </a:lnTo>
                  <a:lnTo>
                    <a:pt x="91917" y="6282511"/>
                  </a:lnTo>
                  <a:lnTo>
                    <a:pt x="92043" y="6282511"/>
                  </a:lnTo>
                  <a:lnTo>
                    <a:pt x="92170" y="6282511"/>
                  </a:lnTo>
                  <a:lnTo>
                    <a:pt x="92296" y="6282511"/>
                  </a:lnTo>
                  <a:lnTo>
                    <a:pt x="92422" y="6282511"/>
                  </a:lnTo>
                  <a:lnTo>
                    <a:pt x="92548" y="6282511"/>
                  </a:lnTo>
                  <a:lnTo>
                    <a:pt x="92674" y="6282511"/>
                  </a:lnTo>
                  <a:lnTo>
                    <a:pt x="92800" y="6282511"/>
                  </a:lnTo>
                  <a:lnTo>
                    <a:pt x="92926" y="6282511"/>
                  </a:lnTo>
                  <a:lnTo>
                    <a:pt x="93052" y="6282511"/>
                  </a:lnTo>
                  <a:lnTo>
                    <a:pt x="93178" y="6282511"/>
                  </a:lnTo>
                  <a:lnTo>
                    <a:pt x="93304" y="6282511"/>
                  </a:lnTo>
                  <a:lnTo>
                    <a:pt x="93430" y="6282511"/>
                  </a:lnTo>
                  <a:lnTo>
                    <a:pt x="93557" y="6282511"/>
                  </a:lnTo>
                  <a:lnTo>
                    <a:pt x="93683" y="6282511"/>
                  </a:lnTo>
                  <a:lnTo>
                    <a:pt x="93809" y="6282511"/>
                  </a:lnTo>
                  <a:lnTo>
                    <a:pt x="93935" y="6282511"/>
                  </a:lnTo>
                  <a:lnTo>
                    <a:pt x="94061" y="6282511"/>
                  </a:lnTo>
                  <a:lnTo>
                    <a:pt x="94187" y="6282511"/>
                  </a:lnTo>
                  <a:lnTo>
                    <a:pt x="94313" y="6282511"/>
                  </a:lnTo>
                  <a:lnTo>
                    <a:pt x="94439" y="6282511"/>
                  </a:lnTo>
                  <a:lnTo>
                    <a:pt x="94565" y="6282511"/>
                  </a:lnTo>
                  <a:lnTo>
                    <a:pt x="94691" y="6282511"/>
                  </a:lnTo>
                  <a:lnTo>
                    <a:pt x="94817" y="6282511"/>
                  </a:lnTo>
                  <a:lnTo>
                    <a:pt x="94943" y="6282511"/>
                  </a:lnTo>
                  <a:lnTo>
                    <a:pt x="95070" y="6282511"/>
                  </a:lnTo>
                  <a:lnTo>
                    <a:pt x="95196" y="6282511"/>
                  </a:lnTo>
                  <a:lnTo>
                    <a:pt x="95322" y="6282511"/>
                  </a:lnTo>
                  <a:lnTo>
                    <a:pt x="95448" y="6282511"/>
                  </a:lnTo>
                  <a:lnTo>
                    <a:pt x="95574" y="6282511"/>
                  </a:lnTo>
                  <a:lnTo>
                    <a:pt x="95700" y="6282511"/>
                  </a:lnTo>
                  <a:lnTo>
                    <a:pt x="95826" y="6282511"/>
                  </a:lnTo>
                  <a:lnTo>
                    <a:pt x="95826" y="6277231"/>
                  </a:lnTo>
                  <a:lnTo>
                    <a:pt x="95952" y="6277231"/>
                  </a:lnTo>
                  <a:lnTo>
                    <a:pt x="96078" y="6277231"/>
                  </a:lnTo>
                  <a:lnTo>
                    <a:pt x="96078" y="6271952"/>
                  </a:lnTo>
                  <a:lnTo>
                    <a:pt x="96204" y="6271952"/>
                  </a:lnTo>
                  <a:lnTo>
                    <a:pt x="96330" y="6271952"/>
                  </a:lnTo>
                  <a:lnTo>
                    <a:pt x="96457" y="6271952"/>
                  </a:lnTo>
                  <a:lnTo>
                    <a:pt x="96583" y="6271952"/>
                  </a:lnTo>
                  <a:lnTo>
                    <a:pt x="96709" y="6271952"/>
                  </a:lnTo>
                  <a:lnTo>
                    <a:pt x="96835" y="6271952"/>
                  </a:lnTo>
                  <a:lnTo>
                    <a:pt x="96961" y="6271952"/>
                  </a:lnTo>
                  <a:lnTo>
                    <a:pt x="97087" y="6271952"/>
                  </a:lnTo>
                  <a:lnTo>
                    <a:pt x="97213" y="6271952"/>
                  </a:lnTo>
                  <a:lnTo>
                    <a:pt x="97339" y="6271952"/>
                  </a:lnTo>
                  <a:lnTo>
                    <a:pt x="97465" y="6271952"/>
                  </a:lnTo>
                  <a:lnTo>
                    <a:pt x="97591" y="6271952"/>
                  </a:lnTo>
                  <a:lnTo>
                    <a:pt x="97717" y="6271952"/>
                  </a:lnTo>
                  <a:lnTo>
                    <a:pt x="97843" y="6271952"/>
                  </a:lnTo>
                  <a:lnTo>
                    <a:pt x="97970" y="6271952"/>
                  </a:lnTo>
                  <a:lnTo>
                    <a:pt x="98096" y="6271952"/>
                  </a:lnTo>
                  <a:lnTo>
                    <a:pt x="98222" y="6271952"/>
                  </a:lnTo>
                  <a:lnTo>
                    <a:pt x="98348" y="6271952"/>
                  </a:lnTo>
                  <a:lnTo>
                    <a:pt x="98474" y="6271952"/>
                  </a:lnTo>
                  <a:lnTo>
                    <a:pt x="98600" y="6271952"/>
                  </a:lnTo>
                  <a:lnTo>
                    <a:pt x="98726" y="6271952"/>
                  </a:lnTo>
                  <a:lnTo>
                    <a:pt x="98852" y="6271952"/>
                  </a:lnTo>
                  <a:lnTo>
                    <a:pt x="98978" y="6271952"/>
                  </a:lnTo>
                  <a:lnTo>
                    <a:pt x="99104" y="6271952"/>
                  </a:lnTo>
                  <a:lnTo>
                    <a:pt x="99230" y="6271952"/>
                  </a:lnTo>
                  <a:lnTo>
                    <a:pt x="99357" y="6271952"/>
                  </a:lnTo>
                  <a:lnTo>
                    <a:pt x="99483" y="6271952"/>
                  </a:lnTo>
                  <a:lnTo>
                    <a:pt x="99609" y="6271952"/>
                  </a:lnTo>
                  <a:lnTo>
                    <a:pt x="99735" y="6271952"/>
                  </a:lnTo>
                  <a:lnTo>
                    <a:pt x="99861" y="6271952"/>
                  </a:lnTo>
                  <a:lnTo>
                    <a:pt x="99987" y="6271952"/>
                  </a:lnTo>
                  <a:lnTo>
                    <a:pt x="100113" y="6271952"/>
                  </a:lnTo>
                  <a:lnTo>
                    <a:pt x="100239" y="6271952"/>
                  </a:lnTo>
                  <a:lnTo>
                    <a:pt x="100365" y="6271952"/>
                  </a:lnTo>
                  <a:lnTo>
                    <a:pt x="100491" y="6271952"/>
                  </a:lnTo>
                  <a:lnTo>
                    <a:pt x="100617" y="6271952"/>
                  </a:lnTo>
                  <a:lnTo>
                    <a:pt x="100744" y="6271952"/>
                  </a:lnTo>
                  <a:lnTo>
                    <a:pt x="100870" y="6271952"/>
                  </a:lnTo>
                  <a:lnTo>
                    <a:pt x="100996" y="6271952"/>
                  </a:lnTo>
                  <a:lnTo>
                    <a:pt x="101122" y="6271952"/>
                  </a:lnTo>
                  <a:lnTo>
                    <a:pt x="101248" y="6271952"/>
                  </a:lnTo>
                  <a:lnTo>
                    <a:pt x="101374" y="6271952"/>
                  </a:lnTo>
                  <a:lnTo>
                    <a:pt x="101500" y="6271952"/>
                  </a:lnTo>
                  <a:lnTo>
                    <a:pt x="101626" y="6271952"/>
                  </a:lnTo>
                  <a:lnTo>
                    <a:pt x="101752" y="6271952"/>
                  </a:lnTo>
                  <a:lnTo>
                    <a:pt x="101878" y="6271952"/>
                  </a:lnTo>
                  <a:lnTo>
                    <a:pt x="102004" y="6271952"/>
                  </a:lnTo>
                  <a:lnTo>
                    <a:pt x="102130" y="6271952"/>
                  </a:lnTo>
                  <a:lnTo>
                    <a:pt x="102257" y="6271952"/>
                  </a:lnTo>
                  <a:lnTo>
                    <a:pt x="102383" y="6271952"/>
                  </a:lnTo>
                  <a:lnTo>
                    <a:pt x="102509" y="6271952"/>
                  </a:lnTo>
                  <a:lnTo>
                    <a:pt x="102509" y="6266673"/>
                  </a:lnTo>
                  <a:lnTo>
                    <a:pt x="102635" y="6266673"/>
                  </a:lnTo>
                  <a:lnTo>
                    <a:pt x="102761" y="6266673"/>
                  </a:lnTo>
                  <a:lnTo>
                    <a:pt x="102887" y="6266673"/>
                  </a:lnTo>
                  <a:lnTo>
                    <a:pt x="103013" y="6266673"/>
                  </a:lnTo>
                  <a:lnTo>
                    <a:pt x="103139" y="6266673"/>
                  </a:lnTo>
                  <a:lnTo>
                    <a:pt x="103139" y="6261393"/>
                  </a:lnTo>
                  <a:lnTo>
                    <a:pt x="103265" y="6261393"/>
                  </a:lnTo>
                  <a:lnTo>
                    <a:pt x="103391" y="6261393"/>
                  </a:lnTo>
                  <a:lnTo>
                    <a:pt x="103517" y="6261393"/>
                  </a:lnTo>
                  <a:lnTo>
                    <a:pt x="103644" y="6261393"/>
                  </a:lnTo>
                  <a:lnTo>
                    <a:pt x="103770" y="6261393"/>
                  </a:lnTo>
                  <a:lnTo>
                    <a:pt x="103770" y="6256114"/>
                  </a:lnTo>
                  <a:lnTo>
                    <a:pt x="103896" y="6256114"/>
                  </a:lnTo>
                  <a:lnTo>
                    <a:pt x="104022" y="6256114"/>
                  </a:lnTo>
                  <a:lnTo>
                    <a:pt x="104148" y="6256114"/>
                  </a:lnTo>
                  <a:lnTo>
                    <a:pt x="104274" y="6256114"/>
                  </a:lnTo>
                  <a:lnTo>
                    <a:pt x="104400" y="6256114"/>
                  </a:lnTo>
                  <a:lnTo>
                    <a:pt x="104526" y="6256114"/>
                  </a:lnTo>
                  <a:lnTo>
                    <a:pt x="104652" y="6256114"/>
                  </a:lnTo>
                  <a:lnTo>
                    <a:pt x="104778" y="6256114"/>
                  </a:lnTo>
                  <a:lnTo>
                    <a:pt x="104904" y="6256114"/>
                  </a:lnTo>
                  <a:lnTo>
                    <a:pt x="105030" y="6256114"/>
                  </a:lnTo>
                  <a:lnTo>
                    <a:pt x="105157" y="6256114"/>
                  </a:lnTo>
                  <a:lnTo>
                    <a:pt x="105283" y="6256114"/>
                  </a:lnTo>
                  <a:lnTo>
                    <a:pt x="105409" y="6256114"/>
                  </a:lnTo>
                  <a:lnTo>
                    <a:pt x="105535" y="6256114"/>
                  </a:lnTo>
                  <a:lnTo>
                    <a:pt x="105661" y="6256114"/>
                  </a:lnTo>
                  <a:lnTo>
                    <a:pt x="105787" y="6256114"/>
                  </a:lnTo>
                  <a:lnTo>
                    <a:pt x="105913" y="6256114"/>
                  </a:lnTo>
                  <a:lnTo>
                    <a:pt x="106039" y="6256114"/>
                  </a:lnTo>
                  <a:lnTo>
                    <a:pt x="106165" y="6256114"/>
                  </a:lnTo>
                  <a:lnTo>
                    <a:pt x="106165" y="6250834"/>
                  </a:lnTo>
                  <a:lnTo>
                    <a:pt x="106291" y="6250834"/>
                  </a:lnTo>
                  <a:lnTo>
                    <a:pt x="106417" y="6250834"/>
                  </a:lnTo>
                  <a:lnTo>
                    <a:pt x="106544" y="6250834"/>
                  </a:lnTo>
                  <a:lnTo>
                    <a:pt x="106670" y="6250834"/>
                  </a:lnTo>
                  <a:lnTo>
                    <a:pt x="106796" y="6250834"/>
                  </a:lnTo>
                  <a:lnTo>
                    <a:pt x="106922" y="6250834"/>
                  </a:lnTo>
                  <a:lnTo>
                    <a:pt x="107048" y="6250834"/>
                  </a:lnTo>
                  <a:lnTo>
                    <a:pt x="107174" y="6250834"/>
                  </a:lnTo>
                  <a:lnTo>
                    <a:pt x="107300" y="6250834"/>
                  </a:lnTo>
                  <a:lnTo>
                    <a:pt x="107426" y="6250834"/>
                  </a:lnTo>
                  <a:lnTo>
                    <a:pt x="107552" y="6250834"/>
                  </a:lnTo>
                  <a:lnTo>
                    <a:pt x="107678" y="6250834"/>
                  </a:lnTo>
                  <a:lnTo>
                    <a:pt x="107804" y="6250834"/>
                  </a:lnTo>
                  <a:lnTo>
                    <a:pt x="107931" y="6250834"/>
                  </a:lnTo>
                  <a:lnTo>
                    <a:pt x="108057" y="6250834"/>
                  </a:lnTo>
                  <a:lnTo>
                    <a:pt x="108183" y="6250834"/>
                  </a:lnTo>
                  <a:lnTo>
                    <a:pt x="108183" y="6245555"/>
                  </a:lnTo>
                  <a:lnTo>
                    <a:pt x="108309" y="6245555"/>
                  </a:lnTo>
                  <a:lnTo>
                    <a:pt x="108435" y="6245555"/>
                  </a:lnTo>
                  <a:lnTo>
                    <a:pt x="108561" y="6245555"/>
                  </a:lnTo>
                  <a:lnTo>
                    <a:pt x="108687" y="6245555"/>
                  </a:lnTo>
                  <a:lnTo>
                    <a:pt x="108813" y="6245555"/>
                  </a:lnTo>
                  <a:lnTo>
                    <a:pt x="108939" y="6245555"/>
                  </a:lnTo>
                  <a:lnTo>
                    <a:pt x="109065" y="6245555"/>
                  </a:lnTo>
                  <a:lnTo>
                    <a:pt x="109191" y="6245555"/>
                  </a:lnTo>
                  <a:lnTo>
                    <a:pt x="109317" y="6245555"/>
                  </a:lnTo>
                  <a:lnTo>
                    <a:pt x="109444" y="6245555"/>
                  </a:lnTo>
                  <a:lnTo>
                    <a:pt x="109570" y="6245555"/>
                  </a:lnTo>
                  <a:lnTo>
                    <a:pt x="109696" y="6245555"/>
                  </a:lnTo>
                  <a:lnTo>
                    <a:pt x="109822" y="6245555"/>
                  </a:lnTo>
                  <a:lnTo>
                    <a:pt x="109948" y="6245555"/>
                  </a:lnTo>
                  <a:lnTo>
                    <a:pt x="110074" y="6245555"/>
                  </a:lnTo>
                  <a:lnTo>
                    <a:pt x="110200" y="6245555"/>
                  </a:lnTo>
                  <a:lnTo>
                    <a:pt x="110326" y="6245555"/>
                  </a:lnTo>
                  <a:lnTo>
                    <a:pt x="110452" y="6245555"/>
                  </a:lnTo>
                  <a:lnTo>
                    <a:pt x="110578" y="6245555"/>
                  </a:lnTo>
                  <a:lnTo>
                    <a:pt x="110704" y="6245555"/>
                  </a:lnTo>
                  <a:lnTo>
                    <a:pt x="110831" y="6245555"/>
                  </a:lnTo>
                  <a:lnTo>
                    <a:pt x="110957" y="6245555"/>
                  </a:lnTo>
                  <a:lnTo>
                    <a:pt x="111083" y="6245555"/>
                  </a:lnTo>
                  <a:lnTo>
                    <a:pt x="111209" y="6245555"/>
                  </a:lnTo>
                  <a:lnTo>
                    <a:pt x="111335" y="6245555"/>
                  </a:lnTo>
                  <a:lnTo>
                    <a:pt x="111461" y="6245555"/>
                  </a:lnTo>
                  <a:lnTo>
                    <a:pt x="111587" y="6245555"/>
                  </a:lnTo>
                  <a:lnTo>
                    <a:pt x="111713" y="6245555"/>
                  </a:lnTo>
                  <a:lnTo>
                    <a:pt x="111839" y="6245555"/>
                  </a:lnTo>
                  <a:lnTo>
                    <a:pt x="111965" y="6245555"/>
                  </a:lnTo>
                  <a:lnTo>
                    <a:pt x="112091" y="6245555"/>
                  </a:lnTo>
                  <a:lnTo>
                    <a:pt x="112217" y="6245555"/>
                  </a:lnTo>
                  <a:lnTo>
                    <a:pt x="112344" y="6245555"/>
                  </a:lnTo>
                  <a:lnTo>
                    <a:pt x="112470" y="6245555"/>
                  </a:lnTo>
                  <a:lnTo>
                    <a:pt x="112596" y="6245555"/>
                  </a:lnTo>
                  <a:lnTo>
                    <a:pt x="112722" y="6245555"/>
                  </a:lnTo>
                  <a:lnTo>
                    <a:pt x="112848" y="6245555"/>
                  </a:lnTo>
                  <a:lnTo>
                    <a:pt x="112974" y="6245555"/>
                  </a:lnTo>
                  <a:lnTo>
                    <a:pt x="113100" y="6245555"/>
                  </a:lnTo>
                  <a:lnTo>
                    <a:pt x="113226" y="6245555"/>
                  </a:lnTo>
                  <a:lnTo>
                    <a:pt x="113352" y="6245555"/>
                  </a:lnTo>
                  <a:lnTo>
                    <a:pt x="113478" y="6245555"/>
                  </a:lnTo>
                  <a:lnTo>
                    <a:pt x="113604" y="6245555"/>
                  </a:lnTo>
                  <a:lnTo>
                    <a:pt x="113731" y="6245555"/>
                  </a:lnTo>
                  <a:lnTo>
                    <a:pt x="113857" y="6245555"/>
                  </a:lnTo>
                  <a:lnTo>
                    <a:pt x="113983" y="6245555"/>
                  </a:lnTo>
                  <a:lnTo>
                    <a:pt x="114109" y="6245555"/>
                  </a:lnTo>
                  <a:lnTo>
                    <a:pt x="114235" y="6245555"/>
                  </a:lnTo>
                  <a:lnTo>
                    <a:pt x="114361" y="6245555"/>
                  </a:lnTo>
                  <a:lnTo>
                    <a:pt x="114487" y="6245555"/>
                  </a:lnTo>
                  <a:lnTo>
                    <a:pt x="114613" y="6245555"/>
                  </a:lnTo>
                  <a:lnTo>
                    <a:pt x="114739" y="6245555"/>
                  </a:lnTo>
                  <a:lnTo>
                    <a:pt x="114865" y="6245555"/>
                  </a:lnTo>
                  <a:lnTo>
                    <a:pt x="114991" y="6245555"/>
                  </a:lnTo>
                  <a:lnTo>
                    <a:pt x="115117" y="6245555"/>
                  </a:lnTo>
                  <a:lnTo>
                    <a:pt x="115244" y="6245555"/>
                  </a:lnTo>
                  <a:lnTo>
                    <a:pt x="115370" y="6245555"/>
                  </a:lnTo>
                  <a:lnTo>
                    <a:pt x="115496" y="6245555"/>
                  </a:lnTo>
                  <a:lnTo>
                    <a:pt x="115622" y="6245555"/>
                  </a:lnTo>
                  <a:lnTo>
                    <a:pt x="115748" y="6245555"/>
                  </a:lnTo>
                  <a:lnTo>
                    <a:pt x="115874" y="6245555"/>
                  </a:lnTo>
                  <a:lnTo>
                    <a:pt x="116000" y="6245555"/>
                  </a:lnTo>
                  <a:lnTo>
                    <a:pt x="116126" y="6245555"/>
                  </a:lnTo>
                  <a:lnTo>
                    <a:pt x="116252" y="6245555"/>
                  </a:lnTo>
                  <a:lnTo>
                    <a:pt x="116378" y="6245555"/>
                  </a:lnTo>
                  <a:lnTo>
                    <a:pt x="116504" y="6245555"/>
                  </a:lnTo>
                  <a:lnTo>
                    <a:pt x="116631" y="6245555"/>
                  </a:lnTo>
                  <a:lnTo>
                    <a:pt x="116757" y="6245555"/>
                  </a:lnTo>
                  <a:lnTo>
                    <a:pt x="116883" y="6245555"/>
                  </a:lnTo>
                  <a:lnTo>
                    <a:pt x="117009" y="6245555"/>
                  </a:lnTo>
                  <a:lnTo>
                    <a:pt x="117135" y="6245555"/>
                  </a:lnTo>
                  <a:lnTo>
                    <a:pt x="117261" y="6245555"/>
                  </a:lnTo>
                  <a:lnTo>
                    <a:pt x="117387" y="6245555"/>
                  </a:lnTo>
                  <a:lnTo>
                    <a:pt x="117513" y="6245555"/>
                  </a:lnTo>
                  <a:lnTo>
                    <a:pt x="117639" y="6245555"/>
                  </a:lnTo>
                  <a:lnTo>
                    <a:pt x="117765" y="6245555"/>
                  </a:lnTo>
                  <a:lnTo>
                    <a:pt x="117891" y="6245555"/>
                  </a:lnTo>
                  <a:lnTo>
                    <a:pt x="118018" y="6245555"/>
                  </a:lnTo>
                  <a:lnTo>
                    <a:pt x="118144" y="6245555"/>
                  </a:lnTo>
                  <a:lnTo>
                    <a:pt x="118270" y="6245555"/>
                  </a:lnTo>
                  <a:lnTo>
                    <a:pt x="118396" y="6245555"/>
                  </a:lnTo>
                  <a:lnTo>
                    <a:pt x="118522" y="6245555"/>
                  </a:lnTo>
                  <a:lnTo>
                    <a:pt x="118648" y="6245555"/>
                  </a:lnTo>
                  <a:lnTo>
                    <a:pt x="118774" y="6245555"/>
                  </a:lnTo>
                  <a:lnTo>
                    <a:pt x="118900" y="6245555"/>
                  </a:lnTo>
                  <a:lnTo>
                    <a:pt x="119026" y="6245555"/>
                  </a:lnTo>
                  <a:lnTo>
                    <a:pt x="119152" y="6245555"/>
                  </a:lnTo>
                  <a:lnTo>
                    <a:pt x="119278" y="6245555"/>
                  </a:lnTo>
                  <a:lnTo>
                    <a:pt x="119404" y="6245555"/>
                  </a:lnTo>
                  <a:lnTo>
                    <a:pt x="119531" y="6245555"/>
                  </a:lnTo>
                  <a:lnTo>
                    <a:pt x="119657" y="6245555"/>
                  </a:lnTo>
                  <a:lnTo>
                    <a:pt x="119783" y="6245555"/>
                  </a:lnTo>
                  <a:lnTo>
                    <a:pt x="119909" y="6245555"/>
                  </a:lnTo>
                  <a:lnTo>
                    <a:pt x="120035" y="6245555"/>
                  </a:lnTo>
                  <a:lnTo>
                    <a:pt x="120161" y="6245555"/>
                  </a:lnTo>
                  <a:lnTo>
                    <a:pt x="120287" y="6245555"/>
                  </a:lnTo>
                  <a:lnTo>
                    <a:pt x="120413" y="6245555"/>
                  </a:lnTo>
                  <a:lnTo>
                    <a:pt x="120539" y="6245555"/>
                  </a:lnTo>
                  <a:lnTo>
                    <a:pt x="120665" y="6245555"/>
                  </a:lnTo>
                  <a:lnTo>
                    <a:pt x="120791" y="6245555"/>
                  </a:lnTo>
                  <a:lnTo>
                    <a:pt x="120918" y="6245555"/>
                  </a:lnTo>
                  <a:lnTo>
                    <a:pt x="121044" y="6245555"/>
                  </a:lnTo>
                  <a:lnTo>
                    <a:pt x="121170" y="6245555"/>
                  </a:lnTo>
                  <a:lnTo>
                    <a:pt x="121296" y="6245555"/>
                  </a:lnTo>
                  <a:lnTo>
                    <a:pt x="121422" y="6245555"/>
                  </a:lnTo>
                  <a:lnTo>
                    <a:pt x="121548" y="6245555"/>
                  </a:lnTo>
                  <a:lnTo>
                    <a:pt x="121674" y="6245555"/>
                  </a:lnTo>
                  <a:lnTo>
                    <a:pt x="121800" y="6245555"/>
                  </a:lnTo>
                  <a:lnTo>
                    <a:pt x="121926" y="6245555"/>
                  </a:lnTo>
                  <a:lnTo>
                    <a:pt x="122052" y="6245555"/>
                  </a:lnTo>
                  <a:lnTo>
                    <a:pt x="122178" y="6245555"/>
                  </a:lnTo>
                  <a:lnTo>
                    <a:pt x="122304" y="6245555"/>
                  </a:lnTo>
                  <a:lnTo>
                    <a:pt x="122431" y="6245555"/>
                  </a:lnTo>
                  <a:lnTo>
                    <a:pt x="122557" y="6245555"/>
                  </a:lnTo>
                  <a:lnTo>
                    <a:pt x="122683" y="6245555"/>
                  </a:lnTo>
                  <a:lnTo>
                    <a:pt x="122809" y="6245555"/>
                  </a:lnTo>
                  <a:lnTo>
                    <a:pt x="122935" y="6245555"/>
                  </a:lnTo>
                  <a:lnTo>
                    <a:pt x="123061" y="6245555"/>
                  </a:lnTo>
                  <a:lnTo>
                    <a:pt x="123187" y="6245555"/>
                  </a:lnTo>
                  <a:lnTo>
                    <a:pt x="123313" y="6245555"/>
                  </a:lnTo>
                  <a:lnTo>
                    <a:pt x="123439" y="6245555"/>
                  </a:lnTo>
                  <a:lnTo>
                    <a:pt x="123565" y="6245555"/>
                  </a:lnTo>
                  <a:lnTo>
                    <a:pt x="123691" y="6245555"/>
                  </a:lnTo>
                  <a:lnTo>
                    <a:pt x="123818" y="6245555"/>
                  </a:lnTo>
                  <a:lnTo>
                    <a:pt x="123944" y="6245555"/>
                  </a:lnTo>
                  <a:lnTo>
                    <a:pt x="124070" y="6245555"/>
                  </a:lnTo>
                  <a:lnTo>
                    <a:pt x="124196" y="6245555"/>
                  </a:lnTo>
                  <a:lnTo>
                    <a:pt x="124322" y="6245555"/>
                  </a:lnTo>
                  <a:lnTo>
                    <a:pt x="124448" y="6245555"/>
                  </a:lnTo>
                  <a:lnTo>
                    <a:pt x="124574" y="6245555"/>
                  </a:lnTo>
                  <a:lnTo>
                    <a:pt x="124700" y="6245555"/>
                  </a:lnTo>
                  <a:lnTo>
                    <a:pt x="124826" y="6245555"/>
                  </a:lnTo>
                  <a:lnTo>
                    <a:pt x="124952" y="6245555"/>
                  </a:lnTo>
                  <a:lnTo>
                    <a:pt x="125078" y="6245555"/>
                  </a:lnTo>
                  <a:lnTo>
                    <a:pt x="125205" y="6245555"/>
                  </a:lnTo>
                  <a:lnTo>
                    <a:pt x="125331" y="6245555"/>
                  </a:lnTo>
                  <a:lnTo>
                    <a:pt x="125457" y="6245555"/>
                  </a:lnTo>
                  <a:lnTo>
                    <a:pt x="125583" y="6245555"/>
                  </a:lnTo>
                  <a:lnTo>
                    <a:pt x="125709" y="6245555"/>
                  </a:lnTo>
                  <a:lnTo>
                    <a:pt x="125835" y="6245555"/>
                  </a:lnTo>
                  <a:lnTo>
                    <a:pt x="125961" y="6245555"/>
                  </a:lnTo>
                  <a:lnTo>
                    <a:pt x="126087" y="6245555"/>
                  </a:lnTo>
                  <a:lnTo>
                    <a:pt x="126213" y="6245555"/>
                  </a:lnTo>
                  <a:lnTo>
                    <a:pt x="126339" y="6245555"/>
                  </a:lnTo>
                  <a:lnTo>
                    <a:pt x="126465" y="6245555"/>
                  </a:lnTo>
                  <a:lnTo>
                    <a:pt x="126465" y="6240276"/>
                  </a:lnTo>
                  <a:lnTo>
                    <a:pt x="126591" y="6240276"/>
                  </a:lnTo>
                  <a:lnTo>
                    <a:pt x="126718" y="6240276"/>
                  </a:lnTo>
                  <a:lnTo>
                    <a:pt x="126844" y="6240276"/>
                  </a:lnTo>
                  <a:lnTo>
                    <a:pt x="126970" y="6240276"/>
                  </a:lnTo>
                  <a:lnTo>
                    <a:pt x="127096" y="6240276"/>
                  </a:lnTo>
                  <a:lnTo>
                    <a:pt x="127222" y="6240276"/>
                  </a:lnTo>
                  <a:lnTo>
                    <a:pt x="127348" y="6240276"/>
                  </a:lnTo>
                  <a:lnTo>
                    <a:pt x="127474" y="6240276"/>
                  </a:lnTo>
                  <a:lnTo>
                    <a:pt x="127600" y="6240276"/>
                  </a:lnTo>
                  <a:lnTo>
                    <a:pt x="127726" y="6240276"/>
                  </a:lnTo>
                  <a:lnTo>
                    <a:pt x="127852" y="6240276"/>
                  </a:lnTo>
                  <a:lnTo>
                    <a:pt x="127978" y="6240276"/>
                  </a:lnTo>
                  <a:lnTo>
                    <a:pt x="128105" y="6240276"/>
                  </a:lnTo>
                  <a:lnTo>
                    <a:pt x="128231" y="6240276"/>
                  </a:lnTo>
                  <a:lnTo>
                    <a:pt x="128357" y="6240276"/>
                  </a:lnTo>
                  <a:lnTo>
                    <a:pt x="128483" y="6240276"/>
                  </a:lnTo>
                  <a:lnTo>
                    <a:pt x="128609" y="6240276"/>
                  </a:lnTo>
                  <a:lnTo>
                    <a:pt x="128735" y="6240276"/>
                  </a:lnTo>
                  <a:lnTo>
                    <a:pt x="128861" y="6240276"/>
                  </a:lnTo>
                  <a:lnTo>
                    <a:pt x="128987" y="6240276"/>
                  </a:lnTo>
                  <a:lnTo>
                    <a:pt x="129113" y="6240276"/>
                  </a:lnTo>
                  <a:lnTo>
                    <a:pt x="129239" y="6240276"/>
                  </a:lnTo>
                  <a:lnTo>
                    <a:pt x="129365" y="6240276"/>
                  </a:lnTo>
                  <a:lnTo>
                    <a:pt x="129491" y="6240276"/>
                  </a:lnTo>
                  <a:lnTo>
                    <a:pt x="129618" y="6240276"/>
                  </a:lnTo>
                  <a:lnTo>
                    <a:pt x="129744" y="6240276"/>
                  </a:lnTo>
                  <a:lnTo>
                    <a:pt x="129870" y="6240276"/>
                  </a:lnTo>
                  <a:lnTo>
                    <a:pt x="129996" y="6240276"/>
                  </a:lnTo>
                  <a:lnTo>
                    <a:pt x="130122" y="6240276"/>
                  </a:lnTo>
                  <a:lnTo>
                    <a:pt x="130248" y="6240276"/>
                  </a:lnTo>
                  <a:lnTo>
                    <a:pt x="130374" y="6240276"/>
                  </a:lnTo>
                  <a:lnTo>
                    <a:pt x="130500" y="6240276"/>
                  </a:lnTo>
                  <a:lnTo>
                    <a:pt x="130626" y="6240276"/>
                  </a:lnTo>
                  <a:lnTo>
                    <a:pt x="130752" y="6240276"/>
                  </a:lnTo>
                  <a:lnTo>
                    <a:pt x="130878" y="6240276"/>
                  </a:lnTo>
                  <a:lnTo>
                    <a:pt x="131005" y="6240276"/>
                  </a:lnTo>
                  <a:lnTo>
                    <a:pt x="131131" y="6240276"/>
                  </a:lnTo>
                  <a:lnTo>
                    <a:pt x="131257" y="6240276"/>
                  </a:lnTo>
                  <a:lnTo>
                    <a:pt x="131383" y="6240276"/>
                  </a:lnTo>
                  <a:lnTo>
                    <a:pt x="131509" y="6240276"/>
                  </a:lnTo>
                  <a:lnTo>
                    <a:pt x="131635" y="6240276"/>
                  </a:lnTo>
                  <a:lnTo>
                    <a:pt x="131761" y="6240276"/>
                  </a:lnTo>
                  <a:lnTo>
                    <a:pt x="131887" y="6240276"/>
                  </a:lnTo>
                  <a:lnTo>
                    <a:pt x="132013" y="6240276"/>
                  </a:lnTo>
                  <a:lnTo>
                    <a:pt x="132139" y="6240276"/>
                  </a:lnTo>
                  <a:lnTo>
                    <a:pt x="132265" y="6240276"/>
                  </a:lnTo>
                  <a:lnTo>
                    <a:pt x="132391" y="6240276"/>
                  </a:lnTo>
                  <a:lnTo>
                    <a:pt x="132518" y="6240276"/>
                  </a:lnTo>
                  <a:lnTo>
                    <a:pt x="132644" y="6240276"/>
                  </a:lnTo>
                  <a:lnTo>
                    <a:pt x="132770" y="6240276"/>
                  </a:lnTo>
                  <a:lnTo>
                    <a:pt x="132896" y="6240276"/>
                  </a:lnTo>
                  <a:lnTo>
                    <a:pt x="132896" y="6234996"/>
                  </a:lnTo>
                  <a:lnTo>
                    <a:pt x="133022" y="6234996"/>
                  </a:lnTo>
                  <a:lnTo>
                    <a:pt x="133148" y="6234996"/>
                  </a:lnTo>
                  <a:lnTo>
                    <a:pt x="133274" y="6234996"/>
                  </a:lnTo>
                  <a:lnTo>
                    <a:pt x="133400" y="6234996"/>
                  </a:lnTo>
                  <a:lnTo>
                    <a:pt x="133526" y="6234996"/>
                  </a:lnTo>
                  <a:lnTo>
                    <a:pt x="133652" y="6234996"/>
                  </a:lnTo>
                  <a:lnTo>
                    <a:pt x="133778" y="6234996"/>
                  </a:lnTo>
                  <a:lnTo>
                    <a:pt x="133905" y="6234996"/>
                  </a:lnTo>
                  <a:lnTo>
                    <a:pt x="134031" y="6234996"/>
                  </a:lnTo>
                  <a:lnTo>
                    <a:pt x="134157" y="6234996"/>
                  </a:lnTo>
                  <a:lnTo>
                    <a:pt x="134283" y="6234996"/>
                  </a:lnTo>
                  <a:lnTo>
                    <a:pt x="134409" y="6234996"/>
                  </a:lnTo>
                  <a:lnTo>
                    <a:pt x="134535" y="6234996"/>
                  </a:lnTo>
                  <a:lnTo>
                    <a:pt x="134661" y="6234996"/>
                  </a:lnTo>
                  <a:lnTo>
                    <a:pt x="134787" y="6234996"/>
                  </a:lnTo>
                  <a:lnTo>
                    <a:pt x="134913" y="6234996"/>
                  </a:lnTo>
                  <a:lnTo>
                    <a:pt x="135039" y="6234996"/>
                  </a:lnTo>
                  <a:lnTo>
                    <a:pt x="135165" y="6234996"/>
                  </a:lnTo>
                  <a:lnTo>
                    <a:pt x="135292" y="6234996"/>
                  </a:lnTo>
                  <a:lnTo>
                    <a:pt x="135418" y="6234996"/>
                  </a:lnTo>
                  <a:lnTo>
                    <a:pt x="135544" y="6234996"/>
                  </a:lnTo>
                  <a:lnTo>
                    <a:pt x="135670" y="6234996"/>
                  </a:lnTo>
                  <a:lnTo>
                    <a:pt x="135796" y="6234996"/>
                  </a:lnTo>
                  <a:lnTo>
                    <a:pt x="135922" y="6234996"/>
                  </a:lnTo>
                  <a:lnTo>
                    <a:pt x="136048" y="6234996"/>
                  </a:lnTo>
                  <a:lnTo>
                    <a:pt x="136174" y="6234996"/>
                  </a:lnTo>
                  <a:lnTo>
                    <a:pt x="136300" y="6234996"/>
                  </a:lnTo>
                  <a:lnTo>
                    <a:pt x="136426" y="6234996"/>
                  </a:lnTo>
                  <a:lnTo>
                    <a:pt x="136552" y="6234996"/>
                  </a:lnTo>
                  <a:lnTo>
                    <a:pt x="136678" y="6234996"/>
                  </a:lnTo>
                  <a:lnTo>
                    <a:pt x="136805" y="6234996"/>
                  </a:lnTo>
                  <a:lnTo>
                    <a:pt x="136931" y="6234996"/>
                  </a:lnTo>
                  <a:lnTo>
                    <a:pt x="137057" y="6234996"/>
                  </a:lnTo>
                  <a:lnTo>
                    <a:pt x="137183" y="6234996"/>
                  </a:lnTo>
                  <a:lnTo>
                    <a:pt x="137309" y="6234996"/>
                  </a:lnTo>
                  <a:lnTo>
                    <a:pt x="137435" y="6234996"/>
                  </a:lnTo>
                  <a:lnTo>
                    <a:pt x="137561" y="6234996"/>
                  </a:lnTo>
                  <a:lnTo>
                    <a:pt x="137687" y="6234996"/>
                  </a:lnTo>
                  <a:lnTo>
                    <a:pt x="137813" y="6234996"/>
                  </a:lnTo>
                  <a:lnTo>
                    <a:pt x="137939" y="6234996"/>
                  </a:lnTo>
                  <a:lnTo>
                    <a:pt x="138065" y="6234996"/>
                  </a:lnTo>
                  <a:lnTo>
                    <a:pt x="138192" y="6234996"/>
                  </a:lnTo>
                  <a:lnTo>
                    <a:pt x="138318" y="6234996"/>
                  </a:lnTo>
                  <a:lnTo>
                    <a:pt x="138444" y="6234996"/>
                  </a:lnTo>
                  <a:lnTo>
                    <a:pt x="138570" y="6234996"/>
                  </a:lnTo>
                  <a:lnTo>
                    <a:pt x="138696" y="6234996"/>
                  </a:lnTo>
                  <a:lnTo>
                    <a:pt x="138822" y="6234996"/>
                  </a:lnTo>
                  <a:lnTo>
                    <a:pt x="138948" y="6234996"/>
                  </a:lnTo>
                  <a:lnTo>
                    <a:pt x="139074" y="6234996"/>
                  </a:lnTo>
                  <a:lnTo>
                    <a:pt x="139200" y="6234996"/>
                  </a:lnTo>
                  <a:lnTo>
                    <a:pt x="139326" y="6234996"/>
                  </a:lnTo>
                  <a:lnTo>
                    <a:pt x="139452" y="6234996"/>
                  </a:lnTo>
                  <a:lnTo>
                    <a:pt x="139578" y="6234996"/>
                  </a:lnTo>
                  <a:lnTo>
                    <a:pt x="139705" y="6234996"/>
                  </a:lnTo>
                  <a:lnTo>
                    <a:pt x="139831" y="6234996"/>
                  </a:lnTo>
                  <a:lnTo>
                    <a:pt x="139957" y="6234996"/>
                  </a:lnTo>
                  <a:lnTo>
                    <a:pt x="140083" y="6234996"/>
                  </a:lnTo>
                  <a:lnTo>
                    <a:pt x="140209" y="6234996"/>
                  </a:lnTo>
                  <a:lnTo>
                    <a:pt x="140335" y="6234996"/>
                  </a:lnTo>
                  <a:lnTo>
                    <a:pt x="140461" y="6234996"/>
                  </a:lnTo>
                  <a:lnTo>
                    <a:pt x="140587" y="6234996"/>
                  </a:lnTo>
                  <a:lnTo>
                    <a:pt x="140713" y="6234996"/>
                  </a:lnTo>
                  <a:lnTo>
                    <a:pt x="140839" y="6234996"/>
                  </a:lnTo>
                  <a:lnTo>
                    <a:pt x="140965" y="6234996"/>
                  </a:lnTo>
                  <a:lnTo>
                    <a:pt x="141092" y="6234996"/>
                  </a:lnTo>
                  <a:lnTo>
                    <a:pt x="141218" y="6234996"/>
                  </a:lnTo>
                  <a:lnTo>
                    <a:pt x="141344" y="6234996"/>
                  </a:lnTo>
                  <a:lnTo>
                    <a:pt x="141470" y="6234996"/>
                  </a:lnTo>
                  <a:lnTo>
                    <a:pt x="141596" y="6234996"/>
                  </a:lnTo>
                  <a:lnTo>
                    <a:pt x="141722" y="6234996"/>
                  </a:lnTo>
                  <a:lnTo>
                    <a:pt x="141848" y="6234996"/>
                  </a:lnTo>
                  <a:lnTo>
                    <a:pt x="141974" y="6234996"/>
                  </a:lnTo>
                  <a:lnTo>
                    <a:pt x="142100" y="6234996"/>
                  </a:lnTo>
                  <a:lnTo>
                    <a:pt x="142226" y="6234996"/>
                  </a:lnTo>
                  <a:lnTo>
                    <a:pt x="142352" y="6234996"/>
                  </a:lnTo>
                  <a:lnTo>
                    <a:pt x="142479" y="6234996"/>
                  </a:lnTo>
                  <a:lnTo>
                    <a:pt x="142605" y="6234996"/>
                  </a:lnTo>
                  <a:lnTo>
                    <a:pt x="142731" y="6234996"/>
                  </a:lnTo>
                  <a:lnTo>
                    <a:pt x="142857" y="6234996"/>
                  </a:lnTo>
                  <a:lnTo>
                    <a:pt x="142983" y="6234996"/>
                  </a:lnTo>
                  <a:lnTo>
                    <a:pt x="143109" y="6234996"/>
                  </a:lnTo>
                  <a:lnTo>
                    <a:pt x="143235" y="6234996"/>
                  </a:lnTo>
                  <a:lnTo>
                    <a:pt x="143361" y="6234996"/>
                  </a:lnTo>
                  <a:lnTo>
                    <a:pt x="143487" y="6234996"/>
                  </a:lnTo>
                  <a:lnTo>
                    <a:pt x="143613" y="6234996"/>
                  </a:lnTo>
                  <a:lnTo>
                    <a:pt x="143739" y="6234996"/>
                  </a:lnTo>
                  <a:lnTo>
                    <a:pt x="143865" y="6234996"/>
                  </a:lnTo>
                  <a:lnTo>
                    <a:pt x="143992" y="6234996"/>
                  </a:lnTo>
                  <a:lnTo>
                    <a:pt x="144118" y="6234996"/>
                  </a:lnTo>
                  <a:lnTo>
                    <a:pt x="144244" y="6234996"/>
                  </a:lnTo>
                  <a:lnTo>
                    <a:pt x="144370" y="6234996"/>
                  </a:lnTo>
                  <a:lnTo>
                    <a:pt x="144496" y="6234996"/>
                  </a:lnTo>
                  <a:lnTo>
                    <a:pt x="144622" y="6234996"/>
                  </a:lnTo>
                  <a:lnTo>
                    <a:pt x="144748" y="6234996"/>
                  </a:lnTo>
                  <a:lnTo>
                    <a:pt x="144874" y="6234996"/>
                  </a:lnTo>
                  <a:lnTo>
                    <a:pt x="145000" y="6234996"/>
                  </a:lnTo>
                  <a:lnTo>
                    <a:pt x="145126" y="6234996"/>
                  </a:lnTo>
                  <a:lnTo>
                    <a:pt x="145252" y="6234996"/>
                  </a:lnTo>
                  <a:lnTo>
                    <a:pt x="145379" y="6234996"/>
                  </a:lnTo>
                  <a:lnTo>
                    <a:pt x="145505" y="6234996"/>
                  </a:lnTo>
                  <a:lnTo>
                    <a:pt x="145631" y="6234996"/>
                  </a:lnTo>
                  <a:lnTo>
                    <a:pt x="145757" y="6234996"/>
                  </a:lnTo>
                  <a:lnTo>
                    <a:pt x="145883" y="6234996"/>
                  </a:lnTo>
                  <a:lnTo>
                    <a:pt x="146009" y="6234996"/>
                  </a:lnTo>
                  <a:lnTo>
                    <a:pt x="146135" y="6234996"/>
                  </a:lnTo>
                  <a:lnTo>
                    <a:pt x="146261" y="6234996"/>
                  </a:lnTo>
                  <a:lnTo>
                    <a:pt x="146387" y="6234996"/>
                  </a:lnTo>
                  <a:lnTo>
                    <a:pt x="146513" y="6234996"/>
                  </a:lnTo>
                  <a:lnTo>
                    <a:pt x="146639" y="6234996"/>
                  </a:lnTo>
                  <a:lnTo>
                    <a:pt x="146765" y="6234996"/>
                  </a:lnTo>
                  <a:lnTo>
                    <a:pt x="146892" y="6234996"/>
                  </a:lnTo>
                  <a:lnTo>
                    <a:pt x="147018" y="6234996"/>
                  </a:lnTo>
                  <a:lnTo>
                    <a:pt x="147144" y="6234996"/>
                  </a:lnTo>
                  <a:lnTo>
                    <a:pt x="147270" y="6234996"/>
                  </a:lnTo>
                  <a:lnTo>
                    <a:pt x="147396" y="6234996"/>
                  </a:lnTo>
                  <a:lnTo>
                    <a:pt x="147522" y="6234996"/>
                  </a:lnTo>
                  <a:lnTo>
                    <a:pt x="147648" y="6234996"/>
                  </a:lnTo>
                  <a:lnTo>
                    <a:pt x="147774" y="6234996"/>
                  </a:lnTo>
                  <a:lnTo>
                    <a:pt x="147900" y="6234996"/>
                  </a:lnTo>
                  <a:lnTo>
                    <a:pt x="148026" y="6234996"/>
                  </a:lnTo>
                  <a:lnTo>
                    <a:pt x="148152" y="6234996"/>
                  </a:lnTo>
                  <a:lnTo>
                    <a:pt x="148279" y="6234996"/>
                  </a:lnTo>
                  <a:lnTo>
                    <a:pt x="148405" y="6234996"/>
                  </a:lnTo>
                  <a:lnTo>
                    <a:pt x="148531" y="6234996"/>
                  </a:lnTo>
                  <a:lnTo>
                    <a:pt x="148657" y="6234996"/>
                  </a:lnTo>
                  <a:lnTo>
                    <a:pt x="148783" y="6234996"/>
                  </a:lnTo>
                  <a:lnTo>
                    <a:pt x="148909" y="6234996"/>
                  </a:lnTo>
                  <a:lnTo>
                    <a:pt x="149035" y="6234996"/>
                  </a:lnTo>
                  <a:lnTo>
                    <a:pt x="149161" y="6234996"/>
                  </a:lnTo>
                  <a:lnTo>
                    <a:pt x="149287" y="6234996"/>
                  </a:lnTo>
                  <a:lnTo>
                    <a:pt x="149413" y="6234996"/>
                  </a:lnTo>
                  <a:lnTo>
                    <a:pt x="149539" y="6234996"/>
                  </a:lnTo>
                  <a:lnTo>
                    <a:pt x="149666" y="6234996"/>
                  </a:lnTo>
                  <a:lnTo>
                    <a:pt x="149792" y="6234996"/>
                  </a:lnTo>
                  <a:lnTo>
                    <a:pt x="149918" y="6234996"/>
                  </a:lnTo>
                  <a:lnTo>
                    <a:pt x="150044" y="6234996"/>
                  </a:lnTo>
                  <a:lnTo>
                    <a:pt x="150170" y="6234996"/>
                  </a:lnTo>
                  <a:lnTo>
                    <a:pt x="150296" y="6234996"/>
                  </a:lnTo>
                  <a:lnTo>
                    <a:pt x="150422" y="6234996"/>
                  </a:lnTo>
                  <a:lnTo>
                    <a:pt x="150548" y="6234996"/>
                  </a:lnTo>
                  <a:lnTo>
                    <a:pt x="150674" y="6234996"/>
                  </a:lnTo>
                  <a:lnTo>
                    <a:pt x="150800" y="6234996"/>
                  </a:lnTo>
                  <a:lnTo>
                    <a:pt x="150926" y="6234996"/>
                  </a:lnTo>
                  <a:lnTo>
                    <a:pt x="151052" y="6234996"/>
                  </a:lnTo>
                  <a:lnTo>
                    <a:pt x="151179" y="6234996"/>
                  </a:lnTo>
                  <a:lnTo>
                    <a:pt x="151305" y="6234996"/>
                  </a:lnTo>
                  <a:lnTo>
                    <a:pt x="151431" y="6234996"/>
                  </a:lnTo>
                  <a:lnTo>
                    <a:pt x="151557" y="6234996"/>
                  </a:lnTo>
                  <a:lnTo>
                    <a:pt x="151683" y="6234996"/>
                  </a:lnTo>
                  <a:lnTo>
                    <a:pt x="151809" y="6234996"/>
                  </a:lnTo>
                  <a:lnTo>
                    <a:pt x="151935" y="6234996"/>
                  </a:lnTo>
                  <a:lnTo>
                    <a:pt x="152061" y="6234996"/>
                  </a:lnTo>
                  <a:lnTo>
                    <a:pt x="152187" y="6234996"/>
                  </a:lnTo>
                  <a:lnTo>
                    <a:pt x="152313" y="6234996"/>
                  </a:lnTo>
                  <a:lnTo>
                    <a:pt x="152439" y="6234996"/>
                  </a:lnTo>
                  <a:lnTo>
                    <a:pt x="152566" y="6234996"/>
                  </a:lnTo>
                  <a:lnTo>
                    <a:pt x="152692" y="6234996"/>
                  </a:lnTo>
                  <a:lnTo>
                    <a:pt x="152818" y="6234996"/>
                  </a:lnTo>
                  <a:lnTo>
                    <a:pt x="152944" y="6234996"/>
                  </a:lnTo>
                  <a:lnTo>
                    <a:pt x="153070" y="6234996"/>
                  </a:lnTo>
                  <a:lnTo>
                    <a:pt x="153196" y="6234996"/>
                  </a:lnTo>
                  <a:lnTo>
                    <a:pt x="153322" y="6234996"/>
                  </a:lnTo>
                  <a:lnTo>
                    <a:pt x="153448" y="6234996"/>
                  </a:lnTo>
                  <a:lnTo>
                    <a:pt x="153574" y="6234996"/>
                  </a:lnTo>
                  <a:lnTo>
                    <a:pt x="153700" y="6234996"/>
                  </a:lnTo>
                  <a:lnTo>
                    <a:pt x="153826" y="6234996"/>
                  </a:lnTo>
                  <a:lnTo>
                    <a:pt x="153952" y="6234996"/>
                  </a:lnTo>
                  <a:lnTo>
                    <a:pt x="154079" y="6234996"/>
                  </a:lnTo>
                  <a:lnTo>
                    <a:pt x="154205" y="6234996"/>
                  </a:lnTo>
                  <a:lnTo>
                    <a:pt x="154331" y="6234996"/>
                  </a:lnTo>
                  <a:lnTo>
                    <a:pt x="154457" y="6234996"/>
                  </a:lnTo>
                  <a:lnTo>
                    <a:pt x="154583" y="6234996"/>
                  </a:lnTo>
                  <a:lnTo>
                    <a:pt x="154709" y="6234996"/>
                  </a:lnTo>
                  <a:lnTo>
                    <a:pt x="154835" y="6234996"/>
                  </a:lnTo>
                  <a:lnTo>
                    <a:pt x="154961" y="6234996"/>
                  </a:lnTo>
                  <a:lnTo>
                    <a:pt x="155087" y="6234996"/>
                  </a:lnTo>
                  <a:lnTo>
                    <a:pt x="155213" y="6234996"/>
                  </a:lnTo>
                  <a:lnTo>
                    <a:pt x="155339" y="6234996"/>
                  </a:lnTo>
                  <a:lnTo>
                    <a:pt x="155466" y="6234996"/>
                  </a:lnTo>
                  <a:lnTo>
                    <a:pt x="155592" y="6234996"/>
                  </a:lnTo>
                  <a:lnTo>
                    <a:pt x="155718" y="6234996"/>
                  </a:lnTo>
                  <a:lnTo>
                    <a:pt x="155844" y="6234996"/>
                  </a:lnTo>
                  <a:lnTo>
                    <a:pt x="155970" y="6234996"/>
                  </a:lnTo>
                  <a:lnTo>
                    <a:pt x="156096" y="6234996"/>
                  </a:lnTo>
                  <a:lnTo>
                    <a:pt x="156222" y="6234996"/>
                  </a:lnTo>
                  <a:lnTo>
                    <a:pt x="156348" y="6234996"/>
                  </a:lnTo>
                  <a:lnTo>
                    <a:pt x="156474" y="6234996"/>
                  </a:lnTo>
                  <a:lnTo>
                    <a:pt x="156600" y="6234996"/>
                  </a:lnTo>
                  <a:lnTo>
                    <a:pt x="156726" y="6234996"/>
                  </a:lnTo>
                  <a:lnTo>
                    <a:pt x="156852" y="6234996"/>
                  </a:lnTo>
                  <a:lnTo>
                    <a:pt x="156979" y="6234996"/>
                  </a:lnTo>
                  <a:lnTo>
                    <a:pt x="157105" y="6234996"/>
                  </a:lnTo>
                  <a:lnTo>
                    <a:pt x="157231" y="6234996"/>
                  </a:lnTo>
                  <a:lnTo>
                    <a:pt x="157357" y="6234996"/>
                  </a:lnTo>
                  <a:lnTo>
                    <a:pt x="157483" y="6234996"/>
                  </a:lnTo>
                  <a:lnTo>
                    <a:pt x="157609" y="6234996"/>
                  </a:lnTo>
                  <a:lnTo>
                    <a:pt x="157735" y="6234996"/>
                  </a:lnTo>
                  <a:lnTo>
                    <a:pt x="157735" y="6229717"/>
                  </a:lnTo>
                  <a:lnTo>
                    <a:pt x="157861" y="6229717"/>
                  </a:lnTo>
                  <a:lnTo>
                    <a:pt x="157987" y="6229717"/>
                  </a:lnTo>
                  <a:lnTo>
                    <a:pt x="158113" y="6229717"/>
                  </a:lnTo>
                  <a:lnTo>
                    <a:pt x="158239" y="6229717"/>
                  </a:lnTo>
                  <a:lnTo>
                    <a:pt x="158366" y="6229717"/>
                  </a:lnTo>
                  <a:lnTo>
                    <a:pt x="158492" y="6229717"/>
                  </a:lnTo>
                  <a:lnTo>
                    <a:pt x="158618" y="6229717"/>
                  </a:lnTo>
                  <a:lnTo>
                    <a:pt x="158744" y="6229717"/>
                  </a:lnTo>
                  <a:lnTo>
                    <a:pt x="158870" y="6229717"/>
                  </a:lnTo>
                  <a:lnTo>
                    <a:pt x="158996" y="6229717"/>
                  </a:lnTo>
                  <a:lnTo>
                    <a:pt x="159122" y="6229717"/>
                  </a:lnTo>
                  <a:lnTo>
                    <a:pt x="159248" y="6229717"/>
                  </a:lnTo>
                  <a:lnTo>
                    <a:pt x="159374" y="6229717"/>
                  </a:lnTo>
                  <a:lnTo>
                    <a:pt x="159500" y="6229717"/>
                  </a:lnTo>
                  <a:lnTo>
                    <a:pt x="159626" y="6229717"/>
                  </a:lnTo>
                  <a:lnTo>
                    <a:pt x="159753" y="6229717"/>
                  </a:lnTo>
                  <a:lnTo>
                    <a:pt x="159879" y="6229717"/>
                  </a:lnTo>
                  <a:lnTo>
                    <a:pt x="160005" y="6229717"/>
                  </a:lnTo>
                  <a:lnTo>
                    <a:pt x="160131" y="6229717"/>
                  </a:lnTo>
                  <a:lnTo>
                    <a:pt x="160257" y="6229717"/>
                  </a:lnTo>
                  <a:lnTo>
                    <a:pt x="160383" y="6229717"/>
                  </a:lnTo>
                  <a:lnTo>
                    <a:pt x="160509" y="6229717"/>
                  </a:lnTo>
                  <a:lnTo>
                    <a:pt x="160635" y="6229717"/>
                  </a:lnTo>
                  <a:lnTo>
                    <a:pt x="160761" y="6229717"/>
                  </a:lnTo>
                  <a:lnTo>
                    <a:pt x="160887" y="6229717"/>
                  </a:lnTo>
                  <a:lnTo>
                    <a:pt x="161013" y="6229717"/>
                  </a:lnTo>
                  <a:lnTo>
                    <a:pt x="161139" y="6229717"/>
                  </a:lnTo>
                  <a:lnTo>
                    <a:pt x="161266" y="6229717"/>
                  </a:lnTo>
                  <a:lnTo>
                    <a:pt x="161392" y="6229717"/>
                  </a:lnTo>
                  <a:lnTo>
                    <a:pt x="161518" y="6229717"/>
                  </a:lnTo>
                  <a:lnTo>
                    <a:pt x="161644" y="6229717"/>
                  </a:lnTo>
                  <a:lnTo>
                    <a:pt x="161770" y="6229717"/>
                  </a:lnTo>
                  <a:lnTo>
                    <a:pt x="161896" y="6229717"/>
                  </a:lnTo>
                  <a:lnTo>
                    <a:pt x="162022" y="6229717"/>
                  </a:lnTo>
                  <a:lnTo>
                    <a:pt x="162148" y="6229717"/>
                  </a:lnTo>
                  <a:lnTo>
                    <a:pt x="162274" y="6229717"/>
                  </a:lnTo>
                  <a:lnTo>
                    <a:pt x="162400" y="6229717"/>
                  </a:lnTo>
                  <a:lnTo>
                    <a:pt x="162526" y="6229717"/>
                  </a:lnTo>
                  <a:lnTo>
                    <a:pt x="162653" y="6229717"/>
                  </a:lnTo>
                  <a:lnTo>
                    <a:pt x="162779" y="6229717"/>
                  </a:lnTo>
                  <a:lnTo>
                    <a:pt x="162905" y="6229717"/>
                  </a:lnTo>
                  <a:lnTo>
                    <a:pt x="163031" y="6229717"/>
                  </a:lnTo>
                  <a:lnTo>
                    <a:pt x="163157" y="6229717"/>
                  </a:lnTo>
                  <a:lnTo>
                    <a:pt x="163283" y="6229717"/>
                  </a:lnTo>
                  <a:lnTo>
                    <a:pt x="163409" y="6229717"/>
                  </a:lnTo>
                  <a:lnTo>
                    <a:pt x="163535" y="6229717"/>
                  </a:lnTo>
                  <a:lnTo>
                    <a:pt x="163661" y="6229717"/>
                  </a:lnTo>
                  <a:lnTo>
                    <a:pt x="163787" y="6229717"/>
                  </a:lnTo>
                  <a:lnTo>
                    <a:pt x="163913" y="6229717"/>
                  </a:lnTo>
                  <a:lnTo>
                    <a:pt x="164039" y="6229717"/>
                  </a:lnTo>
                  <a:lnTo>
                    <a:pt x="164166" y="6229717"/>
                  </a:lnTo>
                  <a:lnTo>
                    <a:pt x="164292" y="6229717"/>
                  </a:lnTo>
                  <a:lnTo>
                    <a:pt x="164418" y="6229717"/>
                  </a:lnTo>
                  <a:lnTo>
                    <a:pt x="164544" y="6229717"/>
                  </a:lnTo>
                  <a:lnTo>
                    <a:pt x="164670" y="6229717"/>
                  </a:lnTo>
                  <a:lnTo>
                    <a:pt x="164796" y="6229717"/>
                  </a:lnTo>
                  <a:lnTo>
                    <a:pt x="164922" y="6229717"/>
                  </a:lnTo>
                  <a:lnTo>
                    <a:pt x="165048" y="6229717"/>
                  </a:lnTo>
                  <a:lnTo>
                    <a:pt x="165174" y="6229717"/>
                  </a:lnTo>
                  <a:lnTo>
                    <a:pt x="165300" y="6229717"/>
                  </a:lnTo>
                  <a:lnTo>
                    <a:pt x="165426" y="6229717"/>
                  </a:lnTo>
                  <a:lnTo>
                    <a:pt x="165426" y="6224437"/>
                  </a:lnTo>
                  <a:lnTo>
                    <a:pt x="165553" y="6224437"/>
                  </a:lnTo>
                  <a:lnTo>
                    <a:pt x="165679" y="6224437"/>
                  </a:lnTo>
                  <a:lnTo>
                    <a:pt x="165805" y="6224437"/>
                  </a:lnTo>
                  <a:lnTo>
                    <a:pt x="165931" y="6224437"/>
                  </a:lnTo>
                  <a:lnTo>
                    <a:pt x="166057" y="6224437"/>
                  </a:lnTo>
                  <a:lnTo>
                    <a:pt x="166183" y="6224437"/>
                  </a:lnTo>
                  <a:lnTo>
                    <a:pt x="166309" y="6224437"/>
                  </a:lnTo>
                  <a:lnTo>
                    <a:pt x="166435" y="6224437"/>
                  </a:lnTo>
                  <a:lnTo>
                    <a:pt x="166561" y="6224437"/>
                  </a:lnTo>
                  <a:lnTo>
                    <a:pt x="166687" y="6224437"/>
                  </a:lnTo>
                  <a:lnTo>
                    <a:pt x="166813" y="6224437"/>
                  </a:lnTo>
                  <a:lnTo>
                    <a:pt x="166940" y="6224437"/>
                  </a:lnTo>
                  <a:lnTo>
                    <a:pt x="167066" y="6224437"/>
                  </a:lnTo>
                  <a:lnTo>
                    <a:pt x="167192" y="6224437"/>
                  </a:lnTo>
                  <a:lnTo>
                    <a:pt x="167318" y="6224437"/>
                  </a:lnTo>
                  <a:lnTo>
                    <a:pt x="167444" y="6224437"/>
                  </a:lnTo>
                  <a:lnTo>
                    <a:pt x="167570" y="6224437"/>
                  </a:lnTo>
                  <a:lnTo>
                    <a:pt x="167696" y="6224437"/>
                  </a:lnTo>
                  <a:lnTo>
                    <a:pt x="167822" y="6224437"/>
                  </a:lnTo>
                  <a:lnTo>
                    <a:pt x="167948" y="6224437"/>
                  </a:lnTo>
                  <a:lnTo>
                    <a:pt x="168074" y="6224437"/>
                  </a:lnTo>
                  <a:lnTo>
                    <a:pt x="168200" y="6224437"/>
                  </a:lnTo>
                  <a:lnTo>
                    <a:pt x="168326" y="6224437"/>
                  </a:lnTo>
                  <a:lnTo>
                    <a:pt x="168453" y="6224437"/>
                  </a:lnTo>
                  <a:lnTo>
                    <a:pt x="168579" y="6224437"/>
                  </a:lnTo>
                  <a:lnTo>
                    <a:pt x="168705" y="6224437"/>
                  </a:lnTo>
                  <a:lnTo>
                    <a:pt x="168831" y="6224437"/>
                  </a:lnTo>
                  <a:lnTo>
                    <a:pt x="168957" y="6224437"/>
                  </a:lnTo>
                  <a:lnTo>
                    <a:pt x="169083" y="6224437"/>
                  </a:lnTo>
                  <a:lnTo>
                    <a:pt x="169209" y="6224437"/>
                  </a:lnTo>
                  <a:lnTo>
                    <a:pt x="169335" y="6224437"/>
                  </a:lnTo>
                  <a:lnTo>
                    <a:pt x="169461" y="6224437"/>
                  </a:lnTo>
                  <a:lnTo>
                    <a:pt x="169587" y="6224437"/>
                  </a:lnTo>
                  <a:lnTo>
                    <a:pt x="169713" y="6224437"/>
                  </a:lnTo>
                  <a:lnTo>
                    <a:pt x="169840" y="6224437"/>
                  </a:lnTo>
                  <a:lnTo>
                    <a:pt x="169966" y="6224437"/>
                  </a:lnTo>
                  <a:lnTo>
                    <a:pt x="170092" y="6224437"/>
                  </a:lnTo>
                  <a:lnTo>
                    <a:pt x="170218" y="6224437"/>
                  </a:lnTo>
                  <a:lnTo>
                    <a:pt x="170344" y="6224437"/>
                  </a:lnTo>
                  <a:lnTo>
                    <a:pt x="170470" y="6224437"/>
                  </a:lnTo>
                  <a:lnTo>
                    <a:pt x="170596" y="6224437"/>
                  </a:lnTo>
                  <a:lnTo>
                    <a:pt x="170722" y="6224437"/>
                  </a:lnTo>
                  <a:lnTo>
                    <a:pt x="170848" y="6224437"/>
                  </a:lnTo>
                  <a:lnTo>
                    <a:pt x="170974" y="6224437"/>
                  </a:lnTo>
                  <a:lnTo>
                    <a:pt x="171100" y="6224437"/>
                  </a:lnTo>
                  <a:lnTo>
                    <a:pt x="171226" y="6224437"/>
                  </a:lnTo>
                  <a:lnTo>
                    <a:pt x="171353" y="6224437"/>
                  </a:lnTo>
                  <a:lnTo>
                    <a:pt x="171479" y="6224437"/>
                  </a:lnTo>
                  <a:lnTo>
                    <a:pt x="171605" y="6224437"/>
                  </a:lnTo>
                  <a:lnTo>
                    <a:pt x="171731" y="6224437"/>
                  </a:lnTo>
                  <a:lnTo>
                    <a:pt x="171857" y="6224437"/>
                  </a:lnTo>
                  <a:lnTo>
                    <a:pt x="171983" y="6224437"/>
                  </a:lnTo>
                  <a:lnTo>
                    <a:pt x="171983" y="6219158"/>
                  </a:lnTo>
                  <a:lnTo>
                    <a:pt x="172109" y="6219158"/>
                  </a:lnTo>
                  <a:lnTo>
                    <a:pt x="172235" y="6219158"/>
                  </a:lnTo>
                  <a:lnTo>
                    <a:pt x="172361" y="6219158"/>
                  </a:lnTo>
                  <a:lnTo>
                    <a:pt x="172487" y="6219158"/>
                  </a:lnTo>
                  <a:lnTo>
                    <a:pt x="172613" y="6219158"/>
                  </a:lnTo>
                  <a:lnTo>
                    <a:pt x="172740" y="6219158"/>
                  </a:lnTo>
                  <a:lnTo>
                    <a:pt x="172866" y="6219158"/>
                  </a:lnTo>
                  <a:lnTo>
                    <a:pt x="172992" y="6219158"/>
                  </a:lnTo>
                  <a:lnTo>
                    <a:pt x="173118" y="6219158"/>
                  </a:lnTo>
                  <a:lnTo>
                    <a:pt x="173244" y="6219158"/>
                  </a:lnTo>
                  <a:lnTo>
                    <a:pt x="173370" y="6219158"/>
                  </a:lnTo>
                  <a:lnTo>
                    <a:pt x="173496" y="6219158"/>
                  </a:lnTo>
                  <a:lnTo>
                    <a:pt x="173622" y="6219158"/>
                  </a:lnTo>
                  <a:lnTo>
                    <a:pt x="173748" y="6219158"/>
                  </a:lnTo>
                  <a:lnTo>
                    <a:pt x="173874" y="6219158"/>
                  </a:lnTo>
                  <a:lnTo>
                    <a:pt x="174000" y="6219158"/>
                  </a:lnTo>
                  <a:lnTo>
                    <a:pt x="174126" y="6219158"/>
                  </a:lnTo>
                  <a:lnTo>
                    <a:pt x="174253" y="6219158"/>
                  </a:lnTo>
                  <a:lnTo>
                    <a:pt x="174379" y="6219158"/>
                  </a:lnTo>
                  <a:lnTo>
                    <a:pt x="174505" y="6219158"/>
                  </a:lnTo>
                  <a:lnTo>
                    <a:pt x="174631" y="6219158"/>
                  </a:lnTo>
                  <a:lnTo>
                    <a:pt x="174757" y="6219158"/>
                  </a:lnTo>
                  <a:lnTo>
                    <a:pt x="174883" y="6219158"/>
                  </a:lnTo>
                  <a:lnTo>
                    <a:pt x="175009" y="6219158"/>
                  </a:lnTo>
                  <a:lnTo>
                    <a:pt x="175135" y="6219158"/>
                  </a:lnTo>
                  <a:lnTo>
                    <a:pt x="175261" y="6219158"/>
                  </a:lnTo>
                  <a:lnTo>
                    <a:pt x="175387" y="6219158"/>
                  </a:lnTo>
                  <a:lnTo>
                    <a:pt x="175513" y="6219158"/>
                  </a:lnTo>
                  <a:lnTo>
                    <a:pt x="175640" y="6219158"/>
                  </a:lnTo>
                  <a:lnTo>
                    <a:pt x="175766" y="6219158"/>
                  </a:lnTo>
                  <a:lnTo>
                    <a:pt x="175892" y="6219158"/>
                  </a:lnTo>
                  <a:lnTo>
                    <a:pt x="176018" y="6219158"/>
                  </a:lnTo>
                  <a:lnTo>
                    <a:pt x="176144" y="6219158"/>
                  </a:lnTo>
                  <a:lnTo>
                    <a:pt x="176270" y="6219158"/>
                  </a:lnTo>
                  <a:lnTo>
                    <a:pt x="176396" y="6219158"/>
                  </a:lnTo>
                  <a:lnTo>
                    <a:pt x="176522" y="6219158"/>
                  </a:lnTo>
                  <a:lnTo>
                    <a:pt x="176648" y="6219158"/>
                  </a:lnTo>
                  <a:lnTo>
                    <a:pt x="176774" y="6219158"/>
                  </a:lnTo>
                  <a:lnTo>
                    <a:pt x="176900" y="6219158"/>
                  </a:lnTo>
                  <a:lnTo>
                    <a:pt x="177027" y="6219158"/>
                  </a:lnTo>
                  <a:lnTo>
                    <a:pt x="177153" y="6219158"/>
                  </a:lnTo>
                  <a:lnTo>
                    <a:pt x="177279" y="6219158"/>
                  </a:lnTo>
                  <a:lnTo>
                    <a:pt x="177405" y="6219158"/>
                  </a:lnTo>
                  <a:lnTo>
                    <a:pt x="177531" y="6219158"/>
                  </a:lnTo>
                  <a:lnTo>
                    <a:pt x="177657" y="6219158"/>
                  </a:lnTo>
                  <a:lnTo>
                    <a:pt x="177783" y="6219158"/>
                  </a:lnTo>
                  <a:lnTo>
                    <a:pt x="177909" y="6219158"/>
                  </a:lnTo>
                  <a:lnTo>
                    <a:pt x="178035" y="6219158"/>
                  </a:lnTo>
                  <a:lnTo>
                    <a:pt x="178161" y="6219158"/>
                  </a:lnTo>
                  <a:lnTo>
                    <a:pt x="178287" y="6219158"/>
                  </a:lnTo>
                  <a:lnTo>
                    <a:pt x="178413" y="6219158"/>
                  </a:lnTo>
                  <a:lnTo>
                    <a:pt x="178540" y="6219158"/>
                  </a:lnTo>
                  <a:lnTo>
                    <a:pt x="178666" y="6219158"/>
                  </a:lnTo>
                  <a:lnTo>
                    <a:pt x="178666" y="6213878"/>
                  </a:lnTo>
                  <a:lnTo>
                    <a:pt x="178792" y="6213878"/>
                  </a:lnTo>
                  <a:lnTo>
                    <a:pt x="178918" y="6213878"/>
                  </a:lnTo>
                  <a:lnTo>
                    <a:pt x="179044" y="6213878"/>
                  </a:lnTo>
                  <a:lnTo>
                    <a:pt x="179170" y="6213878"/>
                  </a:lnTo>
                  <a:lnTo>
                    <a:pt x="179296" y="6213878"/>
                  </a:lnTo>
                  <a:lnTo>
                    <a:pt x="179422" y="6213878"/>
                  </a:lnTo>
                  <a:lnTo>
                    <a:pt x="179548" y="6213878"/>
                  </a:lnTo>
                  <a:lnTo>
                    <a:pt x="179674" y="6213878"/>
                  </a:lnTo>
                  <a:lnTo>
                    <a:pt x="179800" y="6213878"/>
                  </a:lnTo>
                  <a:lnTo>
                    <a:pt x="179927" y="6213878"/>
                  </a:lnTo>
                  <a:lnTo>
                    <a:pt x="180053" y="6213878"/>
                  </a:lnTo>
                  <a:lnTo>
                    <a:pt x="180179" y="6213878"/>
                  </a:lnTo>
                  <a:lnTo>
                    <a:pt x="180305" y="6213878"/>
                  </a:lnTo>
                  <a:lnTo>
                    <a:pt x="180431" y="6213878"/>
                  </a:lnTo>
                  <a:lnTo>
                    <a:pt x="180557" y="6213878"/>
                  </a:lnTo>
                  <a:lnTo>
                    <a:pt x="180683" y="6213878"/>
                  </a:lnTo>
                  <a:lnTo>
                    <a:pt x="180809" y="6213878"/>
                  </a:lnTo>
                  <a:lnTo>
                    <a:pt x="180935" y="6213878"/>
                  </a:lnTo>
                  <a:lnTo>
                    <a:pt x="181061" y="6213878"/>
                  </a:lnTo>
                  <a:lnTo>
                    <a:pt x="181061" y="6208599"/>
                  </a:lnTo>
                  <a:lnTo>
                    <a:pt x="181187" y="6208599"/>
                  </a:lnTo>
                  <a:lnTo>
                    <a:pt x="181313" y="6208599"/>
                  </a:lnTo>
                  <a:lnTo>
                    <a:pt x="181440" y="6208599"/>
                  </a:lnTo>
                  <a:lnTo>
                    <a:pt x="181566" y="6208599"/>
                  </a:lnTo>
                  <a:lnTo>
                    <a:pt x="181692" y="6208599"/>
                  </a:lnTo>
                  <a:lnTo>
                    <a:pt x="181818" y="6208599"/>
                  </a:lnTo>
                  <a:lnTo>
                    <a:pt x="181944" y="6208599"/>
                  </a:lnTo>
                  <a:lnTo>
                    <a:pt x="182070" y="6208599"/>
                  </a:lnTo>
                  <a:lnTo>
                    <a:pt x="182070" y="6203320"/>
                  </a:lnTo>
                  <a:lnTo>
                    <a:pt x="182196" y="6203320"/>
                  </a:lnTo>
                  <a:lnTo>
                    <a:pt x="182322" y="6203320"/>
                  </a:lnTo>
                  <a:lnTo>
                    <a:pt x="182448" y="6203320"/>
                  </a:lnTo>
                  <a:lnTo>
                    <a:pt x="182574" y="6203320"/>
                  </a:lnTo>
                  <a:lnTo>
                    <a:pt x="182700" y="6203320"/>
                  </a:lnTo>
                  <a:lnTo>
                    <a:pt x="182827" y="6203320"/>
                  </a:lnTo>
                  <a:lnTo>
                    <a:pt x="182953" y="6203320"/>
                  </a:lnTo>
                  <a:lnTo>
                    <a:pt x="183079" y="6203320"/>
                  </a:lnTo>
                  <a:lnTo>
                    <a:pt x="183205" y="6203320"/>
                  </a:lnTo>
                  <a:lnTo>
                    <a:pt x="183331" y="6203320"/>
                  </a:lnTo>
                  <a:lnTo>
                    <a:pt x="183457" y="6203320"/>
                  </a:lnTo>
                  <a:lnTo>
                    <a:pt x="183583" y="6203320"/>
                  </a:lnTo>
                  <a:lnTo>
                    <a:pt x="183709" y="6203320"/>
                  </a:lnTo>
                  <a:lnTo>
                    <a:pt x="183835" y="6203320"/>
                  </a:lnTo>
                  <a:lnTo>
                    <a:pt x="183961" y="6203320"/>
                  </a:lnTo>
                  <a:lnTo>
                    <a:pt x="184087" y="6203320"/>
                  </a:lnTo>
                  <a:lnTo>
                    <a:pt x="184214" y="6203320"/>
                  </a:lnTo>
                  <a:lnTo>
                    <a:pt x="184340" y="6203320"/>
                  </a:lnTo>
                  <a:lnTo>
                    <a:pt x="184466" y="6203320"/>
                  </a:lnTo>
                  <a:lnTo>
                    <a:pt x="184592" y="6203320"/>
                  </a:lnTo>
                  <a:lnTo>
                    <a:pt x="184718" y="6203320"/>
                  </a:lnTo>
                  <a:lnTo>
                    <a:pt x="184844" y="6203320"/>
                  </a:lnTo>
                  <a:lnTo>
                    <a:pt x="184970" y="6203320"/>
                  </a:lnTo>
                  <a:lnTo>
                    <a:pt x="185096" y="6203320"/>
                  </a:lnTo>
                  <a:lnTo>
                    <a:pt x="185222" y="6203320"/>
                  </a:lnTo>
                  <a:lnTo>
                    <a:pt x="185348" y="6203320"/>
                  </a:lnTo>
                  <a:lnTo>
                    <a:pt x="185348" y="6198040"/>
                  </a:lnTo>
                  <a:lnTo>
                    <a:pt x="185474" y="6198040"/>
                  </a:lnTo>
                  <a:lnTo>
                    <a:pt x="185600" y="6198040"/>
                  </a:lnTo>
                  <a:lnTo>
                    <a:pt x="185727" y="6198040"/>
                  </a:lnTo>
                  <a:lnTo>
                    <a:pt x="185853" y="6198040"/>
                  </a:lnTo>
                  <a:lnTo>
                    <a:pt x="185979" y="6198040"/>
                  </a:lnTo>
                  <a:lnTo>
                    <a:pt x="186105" y="6198040"/>
                  </a:lnTo>
                  <a:lnTo>
                    <a:pt x="186231" y="6198040"/>
                  </a:lnTo>
                  <a:lnTo>
                    <a:pt x="186357" y="6198040"/>
                  </a:lnTo>
                  <a:lnTo>
                    <a:pt x="186483" y="6198040"/>
                  </a:lnTo>
                  <a:lnTo>
                    <a:pt x="186609" y="6198040"/>
                  </a:lnTo>
                  <a:lnTo>
                    <a:pt x="186735" y="6198040"/>
                  </a:lnTo>
                  <a:lnTo>
                    <a:pt x="186861" y="6198040"/>
                  </a:lnTo>
                  <a:lnTo>
                    <a:pt x="186987" y="6198040"/>
                  </a:lnTo>
                  <a:lnTo>
                    <a:pt x="187114" y="6198040"/>
                  </a:lnTo>
                  <a:lnTo>
                    <a:pt x="187240" y="6198040"/>
                  </a:lnTo>
                  <a:lnTo>
                    <a:pt x="187366" y="6198040"/>
                  </a:lnTo>
                  <a:lnTo>
                    <a:pt x="187492" y="6198040"/>
                  </a:lnTo>
                  <a:lnTo>
                    <a:pt x="187618" y="6198040"/>
                  </a:lnTo>
                  <a:lnTo>
                    <a:pt x="187744" y="6198040"/>
                  </a:lnTo>
                  <a:lnTo>
                    <a:pt x="187870" y="6198040"/>
                  </a:lnTo>
                  <a:lnTo>
                    <a:pt x="187996" y="6198040"/>
                  </a:lnTo>
                  <a:lnTo>
                    <a:pt x="188122" y="6198040"/>
                  </a:lnTo>
                  <a:lnTo>
                    <a:pt x="188248" y="6198040"/>
                  </a:lnTo>
                  <a:lnTo>
                    <a:pt x="188374" y="6198040"/>
                  </a:lnTo>
                  <a:lnTo>
                    <a:pt x="188500" y="6198040"/>
                  </a:lnTo>
                  <a:lnTo>
                    <a:pt x="188627" y="6198040"/>
                  </a:lnTo>
                  <a:lnTo>
                    <a:pt x="188753" y="6198040"/>
                  </a:lnTo>
                  <a:lnTo>
                    <a:pt x="188879" y="6198040"/>
                  </a:lnTo>
                  <a:lnTo>
                    <a:pt x="189005" y="6198040"/>
                  </a:lnTo>
                  <a:lnTo>
                    <a:pt x="189131" y="6198040"/>
                  </a:lnTo>
                  <a:lnTo>
                    <a:pt x="189257" y="6198040"/>
                  </a:lnTo>
                  <a:lnTo>
                    <a:pt x="189383" y="6198040"/>
                  </a:lnTo>
                  <a:lnTo>
                    <a:pt x="189509" y="6198040"/>
                  </a:lnTo>
                  <a:lnTo>
                    <a:pt x="189635" y="6198040"/>
                  </a:lnTo>
                  <a:lnTo>
                    <a:pt x="189761" y="6198040"/>
                  </a:lnTo>
                  <a:lnTo>
                    <a:pt x="189887" y="6198040"/>
                  </a:lnTo>
                  <a:lnTo>
                    <a:pt x="190014" y="6198040"/>
                  </a:lnTo>
                  <a:lnTo>
                    <a:pt x="190140" y="6198040"/>
                  </a:lnTo>
                  <a:lnTo>
                    <a:pt x="190266" y="6198040"/>
                  </a:lnTo>
                  <a:lnTo>
                    <a:pt x="190392" y="6198040"/>
                  </a:lnTo>
                  <a:lnTo>
                    <a:pt x="190518" y="6198040"/>
                  </a:lnTo>
                  <a:lnTo>
                    <a:pt x="190644" y="6198040"/>
                  </a:lnTo>
                  <a:lnTo>
                    <a:pt x="190770" y="6198040"/>
                  </a:lnTo>
                  <a:lnTo>
                    <a:pt x="190896" y="6198040"/>
                  </a:lnTo>
                  <a:lnTo>
                    <a:pt x="191022" y="6198040"/>
                  </a:lnTo>
                  <a:lnTo>
                    <a:pt x="191148" y="6198040"/>
                  </a:lnTo>
                  <a:lnTo>
                    <a:pt x="191274" y="6198040"/>
                  </a:lnTo>
                  <a:lnTo>
                    <a:pt x="191401" y="6198040"/>
                  </a:lnTo>
                  <a:lnTo>
                    <a:pt x="191527" y="6198040"/>
                  </a:lnTo>
                  <a:lnTo>
                    <a:pt x="191527" y="6192761"/>
                  </a:lnTo>
                  <a:lnTo>
                    <a:pt x="191653" y="6192761"/>
                  </a:lnTo>
                  <a:lnTo>
                    <a:pt x="191779" y="6192761"/>
                  </a:lnTo>
                  <a:lnTo>
                    <a:pt x="191905" y="6192761"/>
                  </a:lnTo>
                  <a:lnTo>
                    <a:pt x="192031" y="6192761"/>
                  </a:lnTo>
                  <a:lnTo>
                    <a:pt x="192157" y="6192761"/>
                  </a:lnTo>
                  <a:lnTo>
                    <a:pt x="192157" y="6187481"/>
                  </a:lnTo>
                  <a:lnTo>
                    <a:pt x="192283" y="6187481"/>
                  </a:lnTo>
                  <a:lnTo>
                    <a:pt x="192409" y="6187481"/>
                  </a:lnTo>
                  <a:lnTo>
                    <a:pt x="192535" y="6187481"/>
                  </a:lnTo>
                  <a:lnTo>
                    <a:pt x="192661" y="6187481"/>
                  </a:lnTo>
                  <a:lnTo>
                    <a:pt x="192787" y="6187481"/>
                  </a:lnTo>
                  <a:lnTo>
                    <a:pt x="192914" y="6187481"/>
                  </a:lnTo>
                  <a:lnTo>
                    <a:pt x="193040" y="6187481"/>
                  </a:lnTo>
                  <a:lnTo>
                    <a:pt x="193166" y="6187481"/>
                  </a:lnTo>
                  <a:lnTo>
                    <a:pt x="193292" y="6187481"/>
                  </a:lnTo>
                  <a:lnTo>
                    <a:pt x="193418" y="6187481"/>
                  </a:lnTo>
                  <a:lnTo>
                    <a:pt x="193544" y="6187481"/>
                  </a:lnTo>
                  <a:lnTo>
                    <a:pt x="193670" y="6187481"/>
                  </a:lnTo>
                  <a:lnTo>
                    <a:pt x="193796" y="6187481"/>
                  </a:lnTo>
                  <a:lnTo>
                    <a:pt x="193922" y="6187481"/>
                  </a:lnTo>
                  <a:lnTo>
                    <a:pt x="194048" y="6187481"/>
                  </a:lnTo>
                  <a:lnTo>
                    <a:pt x="194174" y="6187481"/>
                  </a:lnTo>
                  <a:lnTo>
                    <a:pt x="194301" y="6187481"/>
                  </a:lnTo>
                  <a:lnTo>
                    <a:pt x="194427" y="6187481"/>
                  </a:lnTo>
                  <a:lnTo>
                    <a:pt x="194553" y="6187481"/>
                  </a:lnTo>
                  <a:lnTo>
                    <a:pt x="194679" y="6187481"/>
                  </a:lnTo>
                  <a:lnTo>
                    <a:pt x="194805" y="6187481"/>
                  </a:lnTo>
                  <a:lnTo>
                    <a:pt x="194931" y="6187481"/>
                  </a:lnTo>
                  <a:lnTo>
                    <a:pt x="195057" y="6187481"/>
                  </a:lnTo>
                  <a:lnTo>
                    <a:pt x="195183" y="6187481"/>
                  </a:lnTo>
                  <a:lnTo>
                    <a:pt x="195309" y="6187481"/>
                  </a:lnTo>
                  <a:lnTo>
                    <a:pt x="195435" y="6187481"/>
                  </a:lnTo>
                  <a:lnTo>
                    <a:pt x="195561" y="6187481"/>
                  </a:lnTo>
                  <a:lnTo>
                    <a:pt x="195687" y="6187481"/>
                  </a:lnTo>
                  <a:lnTo>
                    <a:pt x="195814" y="6187481"/>
                  </a:lnTo>
                  <a:lnTo>
                    <a:pt x="195940" y="6187481"/>
                  </a:lnTo>
                  <a:lnTo>
                    <a:pt x="196066" y="6187481"/>
                  </a:lnTo>
                  <a:lnTo>
                    <a:pt x="196192" y="6187481"/>
                  </a:lnTo>
                  <a:lnTo>
                    <a:pt x="196318" y="6187481"/>
                  </a:lnTo>
                  <a:lnTo>
                    <a:pt x="196444" y="6187481"/>
                  </a:lnTo>
                  <a:lnTo>
                    <a:pt x="196570" y="6187481"/>
                  </a:lnTo>
                  <a:lnTo>
                    <a:pt x="196696" y="6187481"/>
                  </a:lnTo>
                  <a:lnTo>
                    <a:pt x="196822" y="6187481"/>
                  </a:lnTo>
                  <a:lnTo>
                    <a:pt x="196948" y="6187481"/>
                  </a:lnTo>
                  <a:lnTo>
                    <a:pt x="197074" y="6187481"/>
                  </a:lnTo>
                  <a:lnTo>
                    <a:pt x="197201" y="6187481"/>
                  </a:lnTo>
                  <a:lnTo>
                    <a:pt x="197327" y="6187481"/>
                  </a:lnTo>
                  <a:lnTo>
                    <a:pt x="197327" y="6182202"/>
                  </a:lnTo>
                  <a:lnTo>
                    <a:pt x="197453" y="6182202"/>
                  </a:lnTo>
                  <a:lnTo>
                    <a:pt x="197579" y="6182202"/>
                  </a:lnTo>
                  <a:lnTo>
                    <a:pt x="197705" y="6182202"/>
                  </a:lnTo>
                  <a:lnTo>
                    <a:pt x="197831" y="6182202"/>
                  </a:lnTo>
                  <a:lnTo>
                    <a:pt x="197957" y="6182202"/>
                  </a:lnTo>
                  <a:lnTo>
                    <a:pt x="198083" y="6182202"/>
                  </a:lnTo>
                  <a:lnTo>
                    <a:pt x="198209" y="6182202"/>
                  </a:lnTo>
                  <a:lnTo>
                    <a:pt x="198335" y="6182202"/>
                  </a:lnTo>
                  <a:lnTo>
                    <a:pt x="198461" y="6182202"/>
                  </a:lnTo>
                  <a:lnTo>
                    <a:pt x="198587" y="6182202"/>
                  </a:lnTo>
                  <a:lnTo>
                    <a:pt x="198714" y="6182202"/>
                  </a:lnTo>
                  <a:lnTo>
                    <a:pt x="198840" y="6182202"/>
                  </a:lnTo>
                  <a:lnTo>
                    <a:pt x="198966" y="6182202"/>
                  </a:lnTo>
                  <a:lnTo>
                    <a:pt x="199092" y="6182202"/>
                  </a:lnTo>
                  <a:lnTo>
                    <a:pt x="199218" y="6182202"/>
                  </a:lnTo>
                  <a:lnTo>
                    <a:pt x="199344" y="6182202"/>
                  </a:lnTo>
                  <a:lnTo>
                    <a:pt x="199470" y="6182202"/>
                  </a:lnTo>
                  <a:lnTo>
                    <a:pt x="199596" y="6182202"/>
                  </a:lnTo>
                  <a:lnTo>
                    <a:pt x="199722" y="6182202"/>
                  </a:lnTo>
                  <a:lnTo>
                    <a:pt x="199848" y="6182202"/>
                  </a:lnTo>
                  <a:lnTo>
                    <a:pt x="199974" y="6182202"/>
                  </a:lnTo>
                  <a:lnTo>
                    <a:pt x="200101" y="6182202"/>
                  </a:lnTo>
                  <a:lnTo>
                    <a:pt x="200227" y="6182202"/>
                  </a:lnTo>
                  <a:lnTo>
                    <a:pt x="200353" y="6182202"/>
                  </a:lnTo>
                  <a:lnTo>
                    <a:pt x="200479" y="6182202"/>
                  </a:lnTo>
                  <a:lnTo>
                    <a:pt x="200605" y="6182202"/>
                  </a:lnTo>
                  <a:lnTo>
                    <a:pt x="200731" y="6182202"/>
                  </a:lnTo>
                  <a:lnTo>
                    <a:pt x="200857" y="6182202"/>
                  </a:lnTo>
                  <a:lnTo>
                    <a:pt x="200983" y="6182202"/>
                  </a:lnTo>
                  <a:lnTo>
                    <a:pt x="201109" y="6182202"/>
                  </a:lnTo>
                  <a:lnTo>
                    <a:pt x="201235" y="6182202"/>
                  </a:lnTo>
                  <a:lnTo>
                    <a:pt x="201361" y="6182202"/>
                  </a:lnTo>
                  <a:lnTo>
                    <a:pt x="201488" y="6182202"/>
                  </a:lnTo>
                  <a:lnTo>
                    <a:pt x="201614" y="6182202"/>
                  </a:lnTo>
                  <a:lnTo>
                    <a:pt x="201740" y="6182202"/>
                  </a:lnTo>
                  <a:lnTo>
                    <a:pt x="201866" y="6182202"/>
                  </a:lnTo>
                  <a:lnTo>
                    <a:pt x="201992" y="6182202"/>
                  </a:lnTo>
                  <a:lnTo>
                    <a:pt x="202118" y="6182202"/>
                  </a:lnTo>
                  <a:lnTo>
                    <a:pt x="202244" y="6182202"/>
                  </a:lnTo>
                  <a:lnTo>
                    <a:pt x="202370" y="6182202"/>
                  </a:lnTo>
                  <a:lnTo>
                    <a:pt x="202496" y="6182202"/>
                  </a:lnTo>
                  <a:lnTo>
                    <a:pt x="202496" y="6176922"/>
                  </a:lnTo>
                  <a:lnTo>
                    <a:pt x="202622" y="6176922"/>
                  </a:lnTo>
                  <a:lnTo>
                    <a:pt x="202748" y="6176922"/>
                  </a:lnTo>
                  <a:lnTo>
                    <a:pt x="202874" y="6176922"/>
                  </a:lnTo>
                  <a:lnTo>
                    <a:pt x="203001" y="6176922"/>
                  </a:lnTo>
                  <a:lnTo>
                    <a:pt x="203127" y="6176922"/>
                  </a:lnTo>
                  <a:lnTo>
                    <a:pt x="203253" y="6176922"/>
                  </a:lnTo>
                  <a:lnTo>
                    <a:pt x="203379" y="6176922"/>
                  </a:lnTo>
                  <a:lnTo>
                    <a:pt x="203505" y="6176922"/>
                  </a:lnTo>
                  <a:lnTo>
                    <a:pt x="203631" y="6176922"/>
                  </a:lnTo>
                  <a:lnTo>
                    <a:pt x="203757" y="6176922"/>
                  </a:lnTo>
                  <a:lnTo>
                    <a:pt x="203883" y="6176922"/>
                  </a:lnTo>
                  <a:lnTo>
                    <a:pt x="204009" y="6176922"/>
                  </a:lnTo>
                  <a:lnTo>
                    <a:pt x="204135" y="6176922"/>
                  </a:lnTo>
                  <a:lnTo>
                    <a:pt x="204261" y="6176922"/>
                  </a:lnTo>
                  <a:lnTo>
                    <a:pt x="204388" y="6176922"/>
                  </a:lnTo>
                  <a:lnTo>
                    <a:pt x="204514" y="6176922"/>
                  </a:lnTo>
                  <a:lnTo>
                    <a:pt x="204640" y="6176922"/>
                  </a:lnTo>
                  <a:lnTo>
                    <a:pt x="204766" y="6176922"/>
                  </a:lnTo>
                  <a:lnTo>
                    <a:pt x="204892" y="6176922"/>
                  </a:lnTo>
                  <a:lnTo>
                    <a:pt x="205018" y="6176922"/>
                  </a:lnTo>
                  <a:lnTo>
                    <a:pt x="205018" y="6171643"/>
                  </a:lnTo>
                  <a:lnTo>
                    <a:pt x="205144" y="6171643"/>
                  </a:lnTo>
                  <a:lnTo>
                    <a:pt x="205270" y="6171643"/>
                  </a:lnTo>
                  <a:lnTo>
                    <a:pt x="205396" y="6171643"/>
                  </a:lnTo>
                  <a:lnTo>
                    <a:pt x="205522" y="6171643"/>
                  </a:lnTo>
                  <a:lnTo>
                    <a:pt x="205648" y="6171643"/>
                  </a:lnTo>
                  <a:lnTo>
                    <a:pt x="205774" y="6171643"/>
                  </a:lnTo>
                  <a:lnTo>
                    <a:pt x="205901" y="6171643"/>
                  </a:lnTo>
                  <a:lnTo>
                    <a:pt x="206027" y="6171643"/>
                  </a:lnTo>
                  <a:lnTo>
                    <a:pt x="206153" y="6171643"/>
                  </a:lnTo>
                  <a:lnTo>
                    <a:pt x="206279" y="6171643"/>
                  </a:lnTo>
                  <a:lnTo>
                    <a:pt x="206405" y="6171643"/>
                  </a:lnTo>
                  <a:lnTo>
                    <a:pt x="206531" y="6171643"/>
                  </a:lnTo>
                  <a:lnTo>
                    <a:pt x="206657" y="6171643"/>
                  </a:lnTo>
                  <a:lnTo>
                    <a:pt x="206783" y="6171643"/>
                  </a:lnTo>
                  <a:lnTo>
                    <a:pt x="206909" y="6171643"/>
                  </a:lnTo>
                  <a:lnTo>
                    <a:pt x="207035" y="6171643"/>
                  </a:lnTo>
                  <a:lnTo>
                    <a:pt x="207161" y="6171643"/>
                  </a:lnTo>
                  <a:lnTo>
                    <a:pt x="207288" y="6171643"/>
                  </a:lnTo>
                  <a:lnTo>
                    <a:pt x="207414" y="6171643"/>
                  </a:lnTo>
                  <a:lnTo>
                    <a:pt x="207540" y="6171643"/>
                  </a:lnTo>
                  <a:lnTo>
                    <a:pt x="207666" y="6171643"/>
                  </a:lnTo>
                  <a:lnTo>
                    <a:pt x="207792" y="6171643"/>
                  </a:lnTo>
                  <a:lnTo>
                    <a:pt x="207918" y="6171643"/>
                  </a:lnTo>
                  <a:lnTo>
                    <a:pt x="208044" y="6171643"/>
                  </a:lnTo>
                  <a:lnTo>
                    <a:pt x="208170" y="6171643"/>
                  </a:lnTo>
                  <a:lnTo>
                    <a:pt x="208296" y="6171643"/>
                  </a:lnTo>
                  <a:lnTo>
                    <a:pt x="208422" y="6171643"/>
                  </a:lnTo>
                  <a:lnTo>
                    <a:pt x="208548" y="6171643"/>
                  </a:lnTo>
                  <a:lnTo>
                    <a:pt x="208675" y="6171643"/>
                  </a:lnTo>
                  <a:lnTo>
                    <a:pt x="208801" y="6171643"/>
                  </a:lnTo>
                  <a:lnTo>
                    <a:pt x="208927" y="6171643"/>
                  </a:lnTo>
                  <a:lnTo>
                    <a:pt x="209053" y="6171643"/>
                  </a:lnTo>
                  <a:lnTo>
                    <a:pt x="209179" y="6171643"/>
                  </a:lnTo>
                  <a:lnTo>
                    <a:pt x="209305" y="6171643"/>
                  </a:lnTo>
                  <a:lnTo>
                    <a:pt x="209431" y="6171643"/>
                  </a:lnTo>
                  <a:lnTo>
                    <a:pt x="209557" y="6171643"/>
                  </a:lnTo>
                  <a:lnTo>
                    <a:pt x="209683" y="6171643"/>
                  </a:lnTo>
                  <a:lnTo>
                    <a:pt x="209809" y="6171643"/>
                  </a:lnTo>
                  <a:lnTo>
                    <a:pt x="209935" y="6171643"/>
                  </a:lnTo>
                  <a:lnTo>
                    <a:pt x="210061" y="6171643"/>
                  </a:lnTo>
                  <a:lnTo>
                    <a:pt x="210188" y="6171643"/>
                  </a:lnTo>
                  <a:lnTo>
                    <a:pt x="210314" y="6171643"/>
                  </a:lnTo>
                  <a:lnTo>
                    <a:pt x="210440" y="6171643"/>
                  </a:lnTo>
                  <a:lnTo>
                    <a:pt x="210566" y="6171643"/>
                  </a:lnTo>
                  <a:lnTo>
                    <a:pt x="210692" y="6171643"/>
                  </a:lnTo>
                  <a:lnTo>
                    <a:pt x="210818" y="6171643"/>
                  </a:lnTo>
                  <a:lnTo>
                    <a:pt x="210944" y="6171643"/>
                  </a:lnTo>
                  <a:lnTo>
                    <a:pt x="211070" y="6171643"/>
                  </a:lnTo>
                  <a:lnTo>
                    <a:pt x="211196" y="6171643"/>
                  </a:lnTo>
                  <a:lnTo>
                    <a:pt x="211322" y="6171643"/>
                  </a:lnTo>
                  <a:lnTo>
                    <a:pt x="211448" y="6171643"/>
                  </a:lnTo>
                  <a:lnTo>
                    <a:pt x="211575" y="6171643"/>
                  </a:lnTo>
                  <a:lnTo>
                    <a:pt x="211701" y="6171643"/>
                  </a:lnTo>
                  <a:lnTo>
                    <a:pt x="211827" y="6171643"/>
                  </a:lnTo>
                  <a:lnTo>
                    <a:pt x="211953" y="6171643"/>
                  </a:lnTo>
                  <a:lnTo>
                    <a:pt x="212079" y="6171643"/>
                  </a:lnTo>
                  <a:lnTo>
                    <a:pt x="212205" y="6171643"/>
                  </a:lnTo>
                  <a:lnTo>
                    <a:pt x="212331" y="6171643"/>
                  </a:lnTo>
                  <a:lnTo>
                    <a:pt x="212457" y="6171643"/>
                  </a:lnTo>
                  <a:lnTo>
                    <a:pt x="212583" y="6171643"/>
                  </a:lnTo>
                  <a:lnTo>
                    <a:pt x="212709" y="6171643"/>
                  </a:lnTo>
                  <a:lnTo>
                    <a:pt x="212835" y="6171643"/>
                  </a:lnTo>
                  <a:lnTo>
                    <a:pt x="212961" y="6171643"/>
                  </a:lnTo>
                  <a:lnTo>
                    <a:pt x="213088" y="6171643"/>
                  </a:lnTo>
                  <a:lnTo>
                    <a:pt x="213214" y="6171643"/>
                  </a:lnTo>
                  <a:lnTo>
                    <a:pt x="213340" y="6171643"/>
                  </a:lnTo>
                  <a:lnTo>
                    <a:pt x="213466" y="6171643"/>
                  </a:lnTo>
                  <a:lnTo>
                    <a:pt x="213592" y="6171643"/>
                  </a:lnTo>
                  <a:lnTo>
                    <a:pt x="213718" y="6171643"/>
                  </a:lnTo>
                  <a:lnTo>
                    <a:pt x="213844" y="6171643"/>
                  </a:lnTo>
                  <a:lnTo>
                    <a:pt x="213844" y="6166364"/>
                  </a:lnTo>
                  <a:lnTo>
                    <a:pt x="213970" y="6166364"/>
                  </a:lnTo>
                  <a:lnTo>
                    <a:pt x="214096" y="6166364"/>
                  </a:lnTo>
                  <a:lnTo>
                    <a:pt x="214222" y="6166364"/>
                  </a:lnTo>
                  <a:lnTo>
                    <a:pt x="214348" y="6166364"/>
                  </a:lnTo>
                  <a:lnTo>
                    <a:pt x="214475" y="6166364"/>
                  </a:lnTo>
                  <a:lnTo>
                    <a:pt x="214601" y="6166364"/>
                  </a:lnTo>
                  <a:lnTo>
                    <a:pt x="214727" y="6166364"/>
                  </a:lnTo>
                  <a:lnTo>
                    <a:pt x="214853" y="6166364"/>
                  </a:lnTo>
                  <a:lnTo>
                    <a:pt x="214979" y="6166364"/>
                  </a:lnTo>
                  <a:lnTo>
                    <a:pt x="215105" y="6166364"/>
                  </a:lnTo>
                  <a:lnTo>
                    <a:pt x="215231" y="6166364"/>
                  </a:lnTo>
                  <a:lnTo>
                    <a:pt x="215357" y="6166364"/>
                  </a:lnTo>
                  <a:lnTo>
                    <a:pt x="215483" y="6166364"/>
                  </a:lnTo>
                  <a:lnTo>
                    <a:pt x="215609" y="6166364"/>
                  </a:lnTo>
                  <a:lnTo>
                    <a:pt x="215735" y="6166364"/>
                  </a:lnTo>
                  <a:lnTo>
                    <a:pt x="215862" y="6166364"/>
                  </a:lnTo>
                  <a:lnTo>
                    <a:pt x="215988" y="6166364"/>
                  </a:lnTo>
                  <a:lnTo>
                    <a:pt x="216114" y="6166364"/>
                  </a:lnTo>
                  <a:lnTo>
                    <a:pt x="216240" y="6166364"/>
                  </a:lnTo>
                  <a:lnTo>
                    <a:pt x="216366" y="6166364"/>
                  </a:lnTo>
                  <a:lnTo>
                    <a:pt x="216492" y="6166364"/>
                  </a:lnTo>
                  <a:lnTo>
                    <a:pt x="216618" y="6166364"/>
                  </a:lnTo>
                  <a:lnTo>
                    <a:pt x="216744" y="6166364"/>
                  </a:lnTo>
                  <a:lnTo>
                    <a:pt x="216870" y="6166364"/>
                  </a:lnTo>
                  <a:lnTo>
                    <a:pt x="216996" y="6166364"/>
                  </a:lnTo>
                  <a:lnTo>
                    <a:pt x="217122" y="6166364"/>
                  </a:lnTo>
                  <a:lnTo>
                    <a:pt x="217248" y="6166364"/>
                  </a:lnTo>
                  <a:lnTo>
                    <a:pt x="217375" y="6166364"/>
                  </a:lnTo>
                  <a:lnTo>
                    <a:pt x="217501" y="6166364"/>
                  </a:lnTo>
                  <a:lnTo>
                    <a:pt x="217501" y="6161084"/>
                  </a:lnTo>
                  <a:lnTo>
                    <a:pt x="217627" y="6161084"/>
                  </a:lnTo>
                  <a:lnTo>
                    <a:pt x="217753" y="6161084"/>
                  </a:lnTo>
                  <a:lnTo>
                    <a:pt x="217879" y="6161084"/>
                  </a:lnTo>
                  <a:lnTo>
                    <a:pt x="218005" y="6161084"/>
                  </a:lnTo>
                  <a:lnTo>
                    <a:pt x="218131" y="6161084"/>
                  </a:lnTo>
                  <a:lnTo>
                    <a:pt x="218257" y="6161084"/>
                  </a:lnTo>
                  <a:lnTo>
                    <a:pt x="218383" y="6161084"/>
                  </a:lnTo>
                  <a:lnTo>
                    <a:pt x="218509" y="6161084"/>
                  </a:lnTo>
                  <a:lnTo>
                    <a:pt x="218635" y="6161084"/>
                  </a:lnTo>
                  <a:lnTo>
                    <a:pt x="218762" y="6161084"/>
                  </a:lnTo>
                  <a:lnTo>
                    <a:pt x="218888" y="6161084"/>
                  </a:lnTo>
                  <a:lnTo>
                    <a:pt x="219014" y="6161084"/>
                  </a:lnTo>
                  <a:lnTo>
                    <a:pt x="219140" y="6161084"/>
                  </a:lnTo>
                  <a:lnTo>
                    <a:pt x="219266" y="6161084"/>
                  </a:lnTo>
                  <a:lnTo>
                    <a:pt x="219392" y="6161084"/>
                  </a:lnTo>
                  <a:lnTo>
                    <a:pt x="219518" y="6161084"/>
                  </a:lnTo>
                  <a:lnTo>
                    <a:pt x="219644" y="6161084"/>
                  </a:lnTo>
                  <a:lnTo>
                    <a:pt x="219770" y="6161084"/>
                  </a:lnTo>
                  <a:lnTo>
                    <a:pt x="219896" y="6161084"/>
                  </a:lnTo>
                  <a:lnTo>
                    <a:pt x="220022" y="6161084"/>
                  </a:lnTo>
                  <a:lnTo>
                    <a:pt x="220148" y="6161084"/>
                  </a:lnTo>
                  <a:lnTo>
                    <a:pt x="220275" y="6161084"/>
                  </a:lnTo>
                  <a:lnTo>
                    <a:pt x="220401" y="6161084"/>
                  </a:lnTo>
                  <a:lnTo>
                    <a:pt x="220527" y="6161084"/>
                  </a:lnTo>
                  <a:lnTo>
                    <a:pt x="220653" y="6161084"/>
                  </a:lnTo>
                  <a:lnTo>
                    <a:pt x="220779" y="6161084"/>
                  </a:lnTo>
                  <a:lnTo>
                    <a:pt x="220905" y="6161084"/>
                  </a:lnTo>
                  <a:lnTo>
                    <a:pt x="221031" y="6161084"/>
                  </a:lnTo>
                  <a:lnTo>
                    <a:pt x="221157" y="6161084"/>
                  </a:lnTo>
                  <a:lnTo>
                    <a:pt x="221283" y="6161084"/>
                  </a:lnTo>
                  <a:lnTo>
                    <a:pt x="221409" y="6161084"/>
                  </a:lnTo>
                  <a:lnTo>
                    <a:pt x="221535" y="6161084"/>
                  </a:lnTo>
                  <a:lnTo>
                    <a:pt x="221662" y="6161084"/>
                  </a:lnTo>
                  <a:lnTo>
                    <a:pt x="221788" y="6161084"/>
                  </a:lnTo>
                  <a:lnTo>
                    <a:pt x="221914" y="6161084"/>
                  </a:lnTo>
                  <a:lnTo>
                    <a:pt x="222040" y="6161084"/>
                  </a:lnTo>
                  <a:lnTo>
                    <a:pt x="222166" y="6161084"/>
                  </a:lnTo>
                  <a:lnTo>
                    <a:pt x="222292" y="6161084"/>
                  </a:lnTo>
                  <a:lnTo>
                    <a:pt x="222418" y="6161084"/>
                  </a:lnTo>
                  <a:lnTo>
                    <a:pt x="222544" y="6161084"/>
                  </a:lnTo>
                  <a:lnTo>
                    <a:pt x="222670" y="6161084"/>
                  </a:lnTo>
                  <a:lnTo>
                    <a:pt x="222796" y="6161084"/>
                  </a:lnTo>
                  <a:lnTo>
                    <a:pt x="222922" y="6161084"/>
                  </a:lnTo>
                  <a:lnTo>
                    <a:pt x="223048" y="6161084"/>
                  </a:lnTo>
                  <a:lnTo>
                    <a:pt x="223175" y="6161084"/>
                  </a:lnTo>
                  <a:lnTo>
                    <a:pt x="223301" y="6161084"/>
                  </a:lnTo>
                  <a:lnTo>
                    <a:pt x="223427" y="6161084"/>
                  </a:lnTo>
                  <a:lnTo>
                    <a:pt x="223553" y="6161084"/>
                  </a:lnTo>
                  <a:lnTo>
                    <a:pt x="223679" y="6161084"/>
                  </a:lnTo>
                  <a:lnTo>
                    <a:pt x="223805" y="6161084"/>
                  </a:lnTo>
                  <a:lnTo>
                    <a:pt x="223931" y="6161084"/>
                  </a:lnTo>
                  <a:lnTo>
                    <a:pt x="224057" y="6161084"/>
                  </a:lnTo>
                  <a:lnTo>
                    <a:pt x="224183" y="6161084"/>
                  </a:lnTo>
                  <a:lnTo>
                    <a:pt x="224309" y="6161084"/>
                  </a:lnTo>
                  <a:lnTo>
                    <a:pt x="224435" y="6161084"/>
                  </a:lnTo>
                  <a:lnTo>
                    <a:pt x="224562" y="6161084"/>
                  </a:lnTo>
                  <a:lnTo>
                    <a:pt x="224688" y="6161084"/>
                  </a:lnTo>
                  <a:lnTo>
                    <a:pt x="224814" y="6161084"/>
                  </a:lnTo>
                  <a:lnTo>
                    <a:pt x="224940" y="6161084"/>
                  </a:lnTo>
                  <a:lnTo>
                    <a:pt x="225066" y="6161084"/>
                  </a:lnTo>
                  <a:lnTo>
                    <a:pt x="225192" y="6161084"/>
                  </a:lnTo>
                  <a:lnTo>
                    <a:pt x="225318" y="6161084"/>
                  </a:lnTo>
                  <a:lnTo>
                    <a:pt x="225444" y="6161084"/>
                  </a:lnTo>
                  <a:lnTo>
                    <a:pt x="225570" y="6161084"/>
                  </a:lnTo>
                  <a:lnTo>
                    <a:pt x="225696" y="6161084"/>
                  </a:lnTo>
                  <a:lnTo>
                    <a:pt x="225822" y="6161084"/>
                  </a:lnTo>
                  <a:lnTo>
                    <a:pt x="225949" y="6161084"/>
                  </a:lnTo>
                  <a:lnTo>
                    <a:pt x="226075" y="6161084"/>
                  </a:lnTo>
                  <a:lnTo>
                    <a:pt x="226201" y="6161084"/>
                  </a:lnTo>
                  <a:lnTo>
                    <a:pt x="226327" y="6161084"/>
                  </a:lnTo>
                  <a:lnTo>
                    <a:pt x="226453" y="6161084"/>
                  </a:lnTo>
                  <a:lnTo>
                    <a:pt x="226579" y="6161084"/>
                  </a:lnTo>
                  <a:lnTo>
                    <a:pt x="226705" y="6161084"/>
                  </a:lnTo>
                  <a:lnTo>
                    <a:pt x="226831" y="6161084"/>
                  </a:lnTo>
                  <a:lnTo>
                    <a:pt x="226957" y="6161084"/>
                  </a:lnTo>
                  <a:lnTo>
                    <a:pt x="227083" y="6161084"/>
                  </a:lnTo>
                  <a:lnTo>
                    <a:pt x="227209" y="6161084"/>
                  </a:lnTo>
                  <a:lnTo>
                    <a:pt x="227335" y="6161084"/>
                  </a:lnTo>
                  <a:lnTo>
                    <a:pt x="227462" y="6161084"/>
                  </a:lnTo>
                  <a:lnTo>
                    <a:pt x="227588" y="6161084"/>
                  </a:lnTo>
                  <a:lnTo>
                    <a:pt x="227714" y="6161084"/>
                  </a:lnTo>
                  <a:lnTo>
                    <a:pt x="227840" y="6161084"/>
                  </a:lnTo>
                  <a:lnTo>
                    <a:pt x="227966" y="6161084"/>
                  </a:lnTo>
                  <a:lnTo>
                    <a:pt x="228092" y="6161084"/>
                  </a:lnTo>
                  <a:lnTo>
                    <a:pt x="228218" y="6161084"/>
                  </a:lnTo>
                  <a:lnTo>
                    <a:pt x="228344" y="6161084"/>
                  </a:lnTo>
                  <a:lnTo>
                    <a:pt x="228470" y="6161084"/>
                  </a:lnTo>
                  <a:lnTo>
                    <a:pt x="228596" y="6161084"/>
                  </a:lnTo>
                  <a:lnTo>
                    <a:pt x="228722" y="6161084"/>
                  </a:lnTo>
                  <a:lnTo>
                    <a:pt x="228849" y="6161084"/>
                  </a:lnTo>
                  <a:lnTo>
                    <a:pt x="228975" y="6161084"/>
                  </a:lnTo>
                  <a:lnTo>
                    <a:pt x="229101" y="6161084"/>
                  </a:lnTo>
                  <a:lnTo>
                    <a:pt x="229227" y="6161084"/>
                  </a:lnTo>
                  <a:lnTo>
                    <a:pt x="229353" y="6161084"/>
                  </a:lnTo>
                  <a:lnTo>
                    <a:pt x="229479" y="6161084"/>
                  </a:lnTo>
                  <a:lnTo>
                    <a:pt x="229605" y="6161084"/>
                  </a:lnTo>
                  <a:lnTo>
                    <a:pt x="229731" y="6161084"/>
                  </a:lnTo>
                  <a:lnTo>
                    <a:pt x="229857" y="6161084"/>
                  </a:lnTo>
                  <a:lnTo>
                    <a:pt x="229983" y="6161084"/>
                  </a:lnTo>
                  <a:lnTo>
                    <a:pt x="230109" y="6161084"/>
                  </a:lnTo>
                  <a:lnTo>
                    <a:pt x="230235" y="6161084"/>
                  </a:lnTo>
                  <a:lnTo>
                    <a:pt x="230362" y="6161084"/>
                  </a:lnTo>
                  <a:lnTo>
                    <a:pt x="230488" y="6161084"/>
                  </a:lnTo>
                  <a:lnTo>
                    <a:pt x="230614" y="6161084"/>
                  </a:lnTo>
                  <a:lnTo>
                    <a:pt x="230740" y="6161084"/>
                  </a:lnTo>
                  <a:lnTo>
                    <a:pt x="230866" y="6161084"/>
                  </a:lnTo>
                  <a:lnTo>
                    <a:pt x="230992" y="6161084"/>
                  </a:lnTo>
                  <a:lnTo>
                    <a:pt x="231118" y="6161084"/>
                  </a:lnTo>
                  <a:lnTo>
                    <a:pt x="231244" y="6161084"/>
                  </a:lnTo>
                  <a:lnTo>
                    <a:pt x="231370" y="6161084"/>
                  </a:lnTo>
                  <a:lnTo>
                    <a:pt x="231496" y="6161084"/>
                  </a:lnTo>
                  <a:lnTo>
                    <a:pt x="231496" y="6155805"/>
                  </a:lnTo>
                  <a:lnTo>
                    <a:pt x="231622" y="6155805"/>
                  </a:lnTo>
                  <a:lnTo>
                    <a:pt x="231749" y="6155805"/>
                  </a:lnTo>
                  <a:lnTo>
                    <a:pt x="231875" y="6155805"/>
                  </a:lnTo>
                  <a:lnTo>
                    <a:pt x="232001" y="6155805"/>
                  </a:lnTo>
                  <a:lnTo>
                    <a:pt x="232127" y="6155805"/>
                  </a:lnTo>
                  <a:lnTo>
                    <a:pt x="232253" y="6155805"/>
                  </a:lnTo>
                  <a:lnTo>
                    <a:pt x="232379" y="6155805"/>
                  </a:lnTo>
                  <a:lnTo>
                    <a:pt x="232505" y="6155805"/>
                  </a:lnTo>
                  <a:lnTo>
                    <a:pt x="232631" y="6155805"/>
                  </a:lnTo>
                  <a:lnTo>
                    <a:pt x="232757" y="6155805"/>
                  </a:lnTo>
                  <a:lnTo>
                    <a:pt x="232883" y="6155805"/>
                  </a:lnTo>
                  <a:lnTo>
                    <a:pt x="233009" y="6155805"/>
                  </a:lnTo>
                  <a:lnTo>
                    <a:pt x="233136" y="6155805"/>
                  </a:lnTo>
                  <a:lnTo>
                    <a:pt x="233262" y="6155805"/>
                  </a:lnTo>
                  <a:lnTo>
                    <a:pt x="233388" y="6155805"/>
                  </a:lnTo>
                  <a:lnTo>
                    <a:pt x="233514" y="6155805"/>
                  </a:lnTo>
                  <a:lnTo>
                    <a:pt x="233640" y="6155805"/>
                  </a:lnTo>
                  <a:lnTo>
                    <a:pt x="233766" y="6155805"/>
                  </a:lnTo>
                  <a:lnTo>
                    <a:pt x="233892" y="6155805"/>
                  </a:lnTo>
                  <a:lnTo>
                    <a:pt x="233892" y="6150525"/>
                  </a:lnTo>
                  <a:lnTo>
                    <a:pt x="234018" y="6150525"/>
                  </a:lnTo>
                  <a:lnTo>
                    <a:pt x="234144" y="6150525"/>
                  </a:lnTo>
                  <a:lnTo>
                    <a:pt x="234270" y="6150525"/>
                  </a:lnTo>
                  <a:lnTo>
                    <a:pt x="234396" y="6150525"/>
                  </a:lnTo>
                  <a:lnTo>
                    <a:pt x="234522" y="6150525"/>
                  </a:lnTo>
                  <a:lnTo>
                    <a:pt x="234649" y="6150525"/>
                  </a:lnTo>
                  <a:lnTo>
                    <a:pt x="234775" y="6150525"/>
                  </a:lnTo>
                  <a:lnTo>
                    <a:pt x="234901" y="6150525"/>
                  </a:lnTo>
                  <a:lnTo>
                    <a:pt x="235027" y="6150525"/>
                  </a:lnTo>
                  <a:lnTo>
                    <a:pt x="235153" y="6150525"/>
                  </a:lnTo>
                  <a:lnTo>
                    <a:pt x="235279" y="6150525"/>
                  </a:lnTo>
                  <a:lnTo>
                    <a:pt x="235405" y="6150525"/>
                  </a:lnTo>
                  <a:lnTo>
                    <a:pt x="235531" y="6150525"/>
                  </a:lnTo>
                  <a:lnTo>
                    <a:pt x="235657" y="6150525"/>
                  </a:lnTo>
                  <a:lnTo>
                    <a:pt x="235783" y="6150525"/>
                  </a:lnTo>
                  <a:lnTo>
                    <a:pt x="235909" y="6150525"/>
                  </a:lnTo>
                  <a:lnTo>
                    <a:pt x="236036" y="6150525"/>
                  </a:lnTo>
                  <a:lnTo>
                    <a:pt x="236162" y="6150525"/>
                  </a:lnTo>
                  <a:lnTo>
                    <a:pt x="236162" y="6145246"/>
                  </a:lnTo>
                  <a:lnTo>
                    <a:pt x="236288" y="6145246"/>
                  </a:lnTo>
                  <a:lnTo>
                    <a:pt x="236414" y="6145246"/>
                  </a:lnTo>
                  <a:lnTo>
                    <a:pt x="236540" y="6145246"/>
                  </a:lnTo>
                  <a:lnTo>
                    <a:pt x="236666" y="6145246"/>
                  </a:lnTo>
                  <a:lnTo>
                    <a:pt x="236792" y="6145246"/>
                  </a:lnTo>
                  <a:lnTo>
                    <a:pt x="236918" y="6145246"/>
                  </a:lnTo>
                  <a:lnTo>
                    <a:pt x="237044" y="6145246"/>
                  </a:lnTo>
                  <a:lnTo>
                    <a:pt x="237170" y="6145246"/>
                  </a:lnTo>
                  <a:lnTo>
                    <a:pt x="237296" y="6145246"/>
                  </a:lnTo>
                  <a:lnTo>
                    <a:pt x="237422" y="6145246"/>
                  </a:lnTo>
                  <a:lnTo>
                    <a:pt x="237549" y="6145246"/>
                  </a:lnTo>
                  <a:lnTo>
                    <a:pt x="237675" y="6145246"/>
                  </a:lnTo>
                  <a:lnTo>
                    <a:pt x="237801" y="6145246"/>
                  </a:lnTo>
                  <a:lnTo>
                    <a:pt x="237927" y="6145246"/>
                  </a:lnTo>
                  <a:lnTo>
                    <a:pt x="238053" y="6145246"/>
                  </a:lnTo>
                  <a:lnTo>
                    <a:pt x="238179" y="6145246"/>
                  </a:lnTo>
                  <a:lnTo>
                    <a:pt x="238305" y="6145246"/>
                  </a:lnTo>
                  <a:lnTo>
                    <a:pt x="238431" y="6145246"/>
                  </a:lnTo>
                  <a:lnTo>
                    <a:pt x="238557" y="6145246"/>
                  </a:lnTo>
                  <a:lnTo>
                    <a:pt x="238683" y="6145246"/>
                  </a:lnTo>
                  <a:lnTo>
                    <a:pt x="238809" y="6145246"/>
                  </a:lnTo>
                  <a:lnTo>
                    <a:pt x="238936" y="6145246"/>
                  </a:lnTo>
                  <a:lnTo>
                    <a:pt x="239062" y="6145246"/>
                  </a:lnTo>
                  <a:lnTo>
                    <a:pt x="239188" y="6145246"/>
                  </a:lnTo>
                  <a:lnTo>
                    <a:pt x="239314" y="6145246"/>
                  </a:lnTo>
                  <a:lnTo>
                    <a:pt x="239440" y="6145246"/>
                  </a:lnTo>
                  <a:lnTo>
                    <a:pt x="239566" y="6145246"/>
                  </a:lnTo>
                  <a:lnTo>
                    <a:pt x="239692" y="6145246"/>
                  </a:lnTo>
                  <a:lnTo>
                    <a:pt x="239818" y="6145246"/>
                  </a:lnTo>
                  <a:lnTo>
                    <a:pt x="239944" y="6145246"/>
                  </a:lnTo>
                  <a:lnTo>
                    <a:pt x="240070" y="6145246"/>
                  </a:lnTo>
                  <a:lnTo>
                    <a:pt x="240196" y="6145246"/>
                  </a:lnTo>
                  <a:lnTo>
                    <a:pt x="240322" y="6145246"/>
                  </a:lnTo>
                  <a:lnTo>
                    <a:pt x="240449" y="6145246"/>
                  </a:lnTo>
                  <a:lnTo>
                    <a:pt x="240575" y="6145246"/>
                  </a:lnTo>
                  <a:lnTo>
                    <a:pt x="240701" y="6145246"/>
                  </a:lnTo>
                  <a:lnTo>
                    <a:pt x="240827" y="6145246"/>
                  </a:lnTo>
                  <a:lnTo>
                    <a:pt x="240953" y="6145246"/>
                  </a:lnTo>
                  <a:lnTo>
                    <a:pt x="241079" y="6145246"/>
                  </a:lnTo>
                  <a:lnTo>
                    <a:pt x="241205" y="6145246"/>
                  </a:lnTo>
                  <a:lnTo>
                    <a:pt x="241331" y="6145246"/>
                  </a:lnTo>
                  <a:lnTo>
                    <a:pt x="241457" y="6145246"/>
                  </a:lnTo>
                  <a:lnTo>
                    <a:pt x="241583" y="6145246"/>
                  </a:lnTo>
                  <a:lnTo>
                    <a:pt x="241709" y="6145246"/>
                  </a:lnTo>
                  <a:lnTo>
                    <a:pt x="241836" y="6145246"/>
                  </a:lnTo>
                  <a:lnTo>
                    <a:pt x="241836" y="6139967"/>
                  </a:lnTo>
                  <a:lnTo>
                    <a:pt x="241962" y="6139967"/>
                  </a:lnTo>
                  <a:lnTo>
                    <a:pt x="242088" y="6139967"/>
                  </a:lnTo>
                  <a:lnTo>
                    <a:pt x="242214" y="6139967"/>
                  </a:lnTo>
                  <a:lnTo>
                    <a:pt x="242340" y="6139967"/>
                  </a:lnTo>
                  <a:lnTo>
                    <a:pt x="242466" y="6139967"/>
                  </a:lnTo>
                  <a:lnTo>
                    <a:pt x="242592" y="6139967"/>
                  </a:lnTo>
                  <a:lnTo>
                    <a:pt x="242718" y="6139967"/>
                  </a:lnTo>
                  <a:lnTo>
                    <a:pt x="242844" y="6139967"/>
                  </a:lnTo>
                  <a:lnTo>
                    <a:pt x="242970" y="6139967"/>
                  </a:lnTo>
                  <a:lnTo>
                    <a:pt x="243096" y="6139967"/>
                  </a:lnTo>
                  <a:lnTo>
                    <a:pt x="243223" y="6139967"/>
                  </a:lnTo>
                  <a:lnTo>
                    <a:pt x="243349" y="6139967"/>
                  </a:lnTo>
                  <a:lnTo>
                    <a:pt x="243475" y="6139967"/>
                  </a:lnTo>
                  <a:lnTo>
                    <a:pt x="243601" y="6139967"/>
                  </a:lnTo>
                  <a:lnTo>
                    <a:pt x="243727" y="6139967"/>
                  </a:lnTo>
                  <a:lnTo>
                    <a:pt x="243853" y="6139967"/>
                  </a:lnTo>
                  <a:lnTo>
                    <a:pt x="243979" y="6139967"/>
                  </a:lnTo>
                  <a:lnTo>
                    <a:pt x="244105" y="6139967"/>
                  </a:lnTo>
                  <a:lnTo>
                    <a:pt x="244231" y="6139967"/>
                  </a:lnTo>
                  <a:lnTo>
                    <a:pt x="244357" y="6139967"/>
                  </a:lnTo>
                  <a:lnTo>
                    <a:pt x="244483" y="6139967"/>
                  </a:lnTo>
                  <a:lnTo>
                    <a:pt x="244609" y="6139967"/>
                  </a:lnTo>
                  <a:lnTo>
                    <a:pt x="244736" y="6139967"/>
                  </a:lnTo>
                  <a:lnTo>
                    <a:pt x="244862" y="6139967"/>
                  </a:lnTo>
                  <a:lnTo>
                    <a:pt x="244988" y="6139967"/>
                  </a:lnTo>
                  <a:lnTo>
                    <a:pt x="245114" y="6139967"/>
                  </a:lnTo>
                  <a:lnTo>
                    <a:pt x="245240" y="6139967"/>
                  </a:lnTo>
                  <a:lnTo>
                    <a:pt x="245366" y="6139967"/>
                  </a:lnTo>
                  <a:lnTo>
                    <a:pt x="245492" y="6139967"/>
                  </a:lnTo>
                  <a:lnTo>
                    <a:pt x="245618" y="6139967"/>
                  </a:lnTo>
                  <a:lnTo>
                    <a:pt x="245744" y="6139967"/>
                  </a:lnTo>
                  <a:lnTo>
                    <a:pt x="245870" y="6139967"/>
                  </a:lnTo>
                  <a:lnTo>
                    <a:pt x="245996" y="6139967"/>
                  </a:lnTo>
                  <a:lnTo>
                    <a:pt x="246123" y="6139967"/>
                  </a:lnTo>
                  <a:lnTo>
                    <a:pt x="246249" y="6139967"/>
                  </a:lnTo>
                  <a:lnTo>
                    <a:pt x="246375" y="6139967"/>
                  </a:lnTo>
                  <a:lnTo>
                    <a:pt x="246501" y="6139967"/>
                  </a:lnTo>
                  <a:lnTo>
                    <a:pt x="246627" y="6139967"/>
                  </a:lnTo>
                  <a:lnTo>
                    <a:pt x="246753" y="6139967"/>
                  </a:lnTo>
                  <a:lnTo>
                    <a:pt x="246879" y="6139967"/>
                  </a:lnTo>
                  <a:lnTo>
                    <a:pt x="247005" y="6139967"/>
                  </a:lnTo>
                  <a:lnTo>
                    <a:pt x="247131" y="6139967"/>
                  </a:lnTo>
                  <a:lnTo>
                    <a:pt x="247257" y="6139967"/>
                  </a:lnTo>
                  <a:lnTo>
                    <a:pt x="247383" y="6139967"/>
                  </a:lnTo>
                  <a:lnTo>
                    <a:pt x="247509" y="6139967"/>
                  </a:lnTo>
                  <a:lnTo>
                    <a:pt x="247636" y="6139967"/>
                  </a:lnTo>
                  <a:lnTo>
                    <a:pt x="247762" y="6139967"/>
                  </a:lnTo>
                  <a:lnTo>
                    <a:pt x="247888" y="6139967"/>
                  </a:lnTo>
                  <a:lnTo>
                    <a:pt x="248014" y="6139967"/>
                  </a:lnTo>
                  <a:lnTo>
                    <a:pt x="248140" y="6139967"/>
                  </a:lnTo>
                  <a:lnTo>
                    <a:pt x="248266" y="6139967"/>
                  </a:lnTo>
                  <a:lnTo>
                    <a:pt x="248392" y="6139967"/>
                  </a:lnTo>
                  <a:lnTo>
                    <a:pt x="248518" y="6139967"/>
                  </a:lnTo>
                  <a:lnTo>
                    <a:pt x="248644" y="6139967"/>
                  </a:lnTo>
                  <a:lnTo>
                    <a:pt x="248770" y="6139967"/>
                  </a:lnTo>
                  <a:lnTo>
                    <a:pt x="248896" y="6139967"/>
                  </a:lnTo>
                  <a:lnTo>
                    <a:pt x="249023" y="6139967"/>
                  </a:lnTo>
                  <a:lnTo>
                    <a:pt x="249023" y="6134687"/>
                  </a:lnTo>
                  <a:lnTo>
                    <a:pt x="249149" y="6134687"/>
                  </a:lnTo>
                  <a:lnTo>
                    <a:pt x="249275" y="6134687"/>
                  </a:lnTo>
                  <a:lnTo>
                    <a:pt x="249401" y="6134687"/>
                  </a:lnTo>
                  <a:lnTo>
                    <a:pt x="249527" y="6134687"/>
                  </a:lnTo>
                  <a:lnTo>
                    <a:pt x="249653" y="6134687"/>
                  </a:lnTo>
                  <a:lnTo>
                    <a:pt x="249779" y="6134687"/>
                  </a:lnTo>
                  <a:lnTo>
                    <a:pt x="249905" y="6134687"/>
                  </a:lnTo>
                  <a:lnTo>
                    <a:pt x="250031" y="6134687"/>
                  </a:lnTo>
                  <a:lnTo>
                    <a:pt x="250157" y="6134687"/>
                  </a:lnTo>
                  <a:lnTo>
                    <a:pt x="250283" y="6134687"/>
                  </a:lnTo>
                  <a:lnTo>
                    <a:pt x="250410" y="6134687"/>
                  </a:lnTo>
                  <a:lnTo>
                    <a:pt x="250536" y="6134687"/>
                  </a:lnTo>
                  <a:lnTo>
                    <a:pt x="250662" y="6134687"/>
                  </a:lnTo>
                  <a:lnTo>
                    <a:pt x="250788" y="6134687"/>
                  </a:lnTo>
                  <a:lnTo>
                    <a:pt x="250914" y="6134687"/>
                  </a:lnTo>
                  <a:lnTo>
                    <a:pt x="251040" y="6134687"/>
                  </a:lnTo>
                  <a:lnTo>
                    <a:pt x="251166" y="6134687"/>
                  </a:lnTo>
                  <a:lnTo>
                    <a:pt x="251292" y="6134687"/>
                  </a:lnTo>
                  <a:lnTo>
                    <a:pt x="251418" y="6134687"/>
                  </a:lnTo>
                  <a:lnTo>
                    <a:pt x="251544" y="6134687"/>
                  </a:lnTo>
                  <a:lnTo>
                    <a:pt x="251670" y="6134687"/>
                  </a:lnTo>
                  <a:lnTo>
                    <a:pt x="251796" y="6134687"/>
                  </a:lnTo>
                  <a:lnTo>
                    <a:pt x="251923" y="6134687"/>
                  </a:lnTo>
                  <a:lnTo>
                    <a:pt x="252049" y="6134687"/>
                  </a:lnTo>
                  <a:lnTo>
                    <a:pt x="252175" y="6134687"/>
                  </a:lnTo>
                  <a:lnTo>
                    <a:pt x="252301" y="6134687"/>
                  </a:lnTo>
                  <a:lnTo>
                    <a:pt x="252427" y="6134687"/>
                  </a:lnTo>
                  <a:lnTo>
                    <a:pt x="252553" y="6134687"/>
                  </a:lnTo>
                  <a:lnTo>
                    <a:pt x="252679" y="6134687"/>
                  </a:lnTo>
                  <a:lnTo>
                    <a:pt x="252805" y="6134687"/>
                  </a:lnTo>
                  <a:lnTo>
                    <a:pt x="252931" y="6134687"/>
                  </a:lnTo>
                  <a:lnTo>
                    <a:pt x="253057" y="6134687"/>
                  </a:lnTo>
                  <a:lnTo>
                    <a:pt x="253183" y="6134687"/>
                  </a:lnTo>
                  <a:lnTo>
                    <a:pt x="253310" y="6134687"/>
                  </a:lnTo>
                  <a:lnTo>
                    <a:pt x="253436" y="6134687"/>
                  </a:lnTo>
                  <a:lnTo>
                    <a:pt x="253436" y="6129408"/>
                  </a:lnTo>
                  <a:lnTo>
                    <a:pt x="253562" y="6129408"/>
                  </a:lnTo>
                  <a:lnTo>
                    <a:pt x="253688" y="6129408"/>
                  </a:lnTo>
                  <a:lnTo>
                    <a:pt x="253814" y="6129408"/>
                  </a:lnTo>
                  <a:lnTo>
                    <a:pt x="253940" y="6129408"/>
                  </a:lnTo>
                  <a:lnTo>
                    <a:pt x="254066" y="6129408"/>
                  </a:lnTo>
                  <a:lnTo>
                    <a:pt x="254192" y="6129408"/>
                  </a:lnTo>
                  <a:lnTo>
                    <a:pt x="254318" y="6129408"/>
                  </a:lnTo>
                  <a:lnTo>
                    <a:pt x="254444" y="6129408"/>
                  </a:lnTo>
                  <a:lnTo>
                    <a:pt x="254570" y="6129408"/>
                  </a:lnTo>
                  <a:lnTo>
                    <a:pt x="254696" y="6129408"/>
                  </a:lnTo>
                  <a:lnTo>
                    <a:pt x="254823" y="6129408"/>
                  </a:lnTo>
                  <a:lnTo>
                    <a:pt x="254949" y="6129408"/>
                  </a:lnTo>
                  <a:lnTo>
                    <a:pt x="255075" y="6129408"/>
                  </a:lnTo>
                  <a:lnTo>
                    <a:pt x="255201" y="6129408"/>
                  </a:lnTo>
                  <a:lnTo>
                    <a:pt x="255327" y="6129408"/>
                  </a:lnTo>
                  <a:lnTo>
                    <a:pt x="255453" y="6129408"/>
                  </a:lnTo>
                  <a:lnTo>
                    <a:pt x="255579" y="6129408"/>
                  </a:lnTo>
                  <a:lnTo>
                    <a:pt x="255705" y="6129408"/>
                  </a:lnTo>
                  <a:lnTo>
                    <a:pt x="255705" y="6124128"/>
                  </a:lnTo>
                  <a:lnTo>
                    <a:pt x="255831" y="6124128"/>
                  </a:lnTo>
                  <a:lnTo>
                    <a:pt x="255957" y="6124128"/>
                  </a:lnTo>
                  <a:lnTo>
                    <a:pt x="256083" y="6124128"/>
                  </a:lnTo>
                  <a:lnTo>
                    <a:pt x="256210" y="6124128"/>
                  </a:lnTo>
                  <a:lnTo>
                    <a:pt x="256336" y="6124128"/>
                  </a:lnTo>
                  <a:lnTo>
                    <a:pt x="256462" y="6124128"/>
                  </a:lnTo>
                  <a:lnTo>
                    <a:pt x="256588" y="6124128"/>
                  </a:lnTo>
                  <a:lnTo>
                    <a:pt x="256714" y="6124128"/>
                  </a:lnTo>
                  <a:lnTo>
                    <a:pt x="256840" y="6124128"/>
                  </a:lnTo>
                  <a:lnTo>
                    <a:pt x="256966" y="6124128"/>
                  </a:lnTo>
                  <a:lnTo>
                    <a:pt x="257092" y="6124128"/>
                  </a:lnTo>
                  <a:lnTo>
                    <a:pt x="257218" y="6124128"/>
                  </a:lnTo>
                  <a:lnTo>
                    <a:pt x="257344" y="6124128"/>
                  </a:lnTo>
                  <a:lnTo>
                    <a:pt x="257470" y="6124128"/>
                  </a:lnTo>
                  <a:lnTo>
                    <a:pt x="257597" y="6124128"/>
                  </a:lnTo>
                  <a:lnTo>
                    <a:pt x="257723" y="6124128"/>
                  </a:lnTo>
                  <a:lnTo>
                    <a:pt x="257849" y="6124128"/>
                  </a:lnTo>
                  <a:lnTo>
                    <a:pt x="257975" y="6124128"/>
                  </a:lnTo>
                  <a:lnTo>
                    <a:pt x="258101" y="6124128"/>
                  </a:lnTo>
                  <a:lnTo>
                    <a:pt x="258227" y="6124128"/>
                  </a:lnTo>
                  <a:lnTo>
                    <a:pt x="258353" y="6124128"/>
                  </a:lnTo>
                  <a:lnTo>
                    <a:pt x="258479" y="6124128"/>
                  </a:lnTo>
                  <a:lnTo>
                    <a:pt x="258605" y="6124128"/>
                  </a:lnTo>
                  <a:lnTo>
                    <a:pt x="258731" y="6124128"/>
                  </a:lnTo>
                  <a:lnTo>
                    <a:pt x="258857" y="6124128"/>
                  </a:lnTo>
                  <a:lnTo>
                    <a:pt x="258983" y="6124128"/>
                  </a:lnTo>
                  <a:lnTo>
                    <a:pt x="259110" y="6124128"/>
                  </a:lnTo>
                  <a:lnTo>
                    <a:pt x="259236" y="6124128"/>
                  </a:lnTo>
                  <a:lnTo>
                    <a:pt x="259362" y="6124128"/>
                  </a:lnTo>
                  <a:lnTo>
                    <a:pt x="259488" y="6124128"/>
                  </a:lnTo>
                  <a:lnTo>
                    <a:pt x="259614" y="6124128"/>
                  </a:lnTo>
                  <a:lnTo>
                    <a:pt x="259740" y="6124128"/>
                  </a:lnTo>
                  <a:lnTo>
                    <a:pt x="259866" y="6124128"/>
                  </a:lnTo>
                  <a:lnTo>
                    <a:pt x="259992" y="6124128"/>
                  </a:lnTo>
                  <a:lnTo>
                    <a:pt x="260118" y="6124128"/>
                  </a:lnTo>
                  <a:lnTo>
                    <a:pt x="260244" y="6124128"/>
                  </a:lnTo>
                  <a:lnTo>
                    <a:pt x="260370" y="6124128"/>
                  </a:lnTo>
                  <a:lnTo>
                    <a:pt x="260497" y="6124128"/>
                  </a:lnTo>
                  <a:lnTo>
                    <a:pt x="260623" y="6124128"/>
                  </a:lnTo>
                  <a:lnTo>
                    <a:pt x="260749" y="6124128"/>
                  </a:lnTo>
                  <a:lnTo>
                    <a:pt x="260875" y="6124128"/>
                  </a:lnTo>
                  <a:lnTo>
                    <a:pt x="261001" y="6124128"/>
                  </a:lnTo>
                  <a:lnTo>
                    <a:pt x="261127" y="6124128"/>
                  </a:lnTo>
                  <a:lnTo>
                    <a:pt x="261253" y="6124128"/>
                  </a:lnTo>
                  <a:lnTo>
                    <a:pt x="261379" y="6124128"/>
                  </a:lnTo>
                  <a:lnTo>
                    <a:pt x="261505" y="6124128"/>
                  </a:lnTo>
                  <a:lnTo>
                    <a:pt x="261631" y="6124128"/>
                  </a:lnTo>
                  <a:lnTo>
                    <a:pt x="261757" y="6124128"/>
                  </a:lnTo>
                  <a:lnTo>
                    <a:pt x="261883" y="6124128"/>
                  </a:lnTo>
                  <a:lnTo>
                    <a:pt x="262010" y="6124128"/>
                  </a:lnTo>
                  <a:lnTo>
                    <a:pt x="262136" y="6124128"/>
                  </a:lnTo>
                  <a:lnTo>
                    <a:pt x="262262" y="6124128"/>
                  </a:lnTo>
                  <a:lnTo>
                    <a:pt x="262388" y="6124128"/>
                  </a:lnTo>
                  <a:lnTo>
                    <a:pt x="262514" y="6124128"/>
                  </a:lnTo>
                  <a:lnTo>
                    <a:pt x="262640" y="6124128"/>
                  </a:lnTo>
                  <a:lnTo>
                    <a:pt x="262766" y="6124128"/>
                  </a:lnTo>
                  <a:lnTo>
                    <a:pt x="262892" y="6124128"/>
                  </a:lnTo>
                  <a:lnTo>
                    <a:pt x="263018" y="6124128"/>
                  </a:lnTo>
                  <a:lnTo>
                    <a:pt x="263144" y="6124128"/>
                  </a:lnTo>
                  <a:lnTo>
                    <a:pt x="263270" y="6124128"/>
                  </a:lnTo>
                  <a:lnTo>
                    <a:pt x="263397" y="6124128"/>
                  </a:lnTo>
                  <a:lnTo>
                    <a:pt x="263523" y="6124128"/>
                  </a:lnTo>
                  <a:lnTo>
                    <a:pt x="263649" y="6124128"/>
                  </a:lnTo>
                  <a:lnTo>
                    <a:pt x="263775" y="6124128"/>
                  </a:lnTo>
                  <a:lnTo>
                    <a:pt x="263901" y="6124128"/>
                  </a:lnTo>
                  <a:lnTo>
                    <a:pt x="264027" y="6124128"/>
                  </a:lnTo>
                  <a:lnTo>
                    <a:pt x="264153" y="6124128"/>
                  </a:lnTo>
                  <a:lnTo>
                    <a:pt x="264279" y="6124128"/>
                  </a:lnTo>
                  <a:lnTo>
                    <a:pt x="264405" y="6124128"/>
                  </a:lnTo>
                  <a:lnTo>
                    <a:pt x="264531" y="6124128"/>
                  </a:lnTo>
                  <a:lnTo>
                    <a:pt x="264657" y="6124128"/>
                  </a:lnTo>
                  <a:lnTo>
                    <a:pt x="264657" y="6118849"/>
                  </a:lnTo>
                  <a:lnTo>
                    <a:pt x="264783" y="6118849"/>
                  </a:lnTo>
                  <a:lnTo>
                    <a:pt x="264910" y="6118849"/>
                  </a:lnTo>
                  <a:lnTo>
                    <a:pt x="265036" y="6118849"/>
                  </a:lnTo>
                  <a:lnTo>
                    <a:pt x="265162" y="6118849"/>
                  </a:lnTo>
                  <a:lnTo>
                    <a:pt x="265288" y="6118849"/>
                  </a:lnTo>
                  <a:lnTo>
                    <a:pt x="265414" y="6118849"/>
                  </a:lnTo>
                  <a:lnTo>
                    <a:pt x="265540" y="6118849"/>
                  </a:lnTo>
                  <a:lnTo>
                    <a:pt x="265666" y="6118849"/>
                  </a:lnTo>
                  <a:lnTo>
                    <a:pt x="265792" y="6118849"/>
                  </a:lnTo>
                  <a:lnTo>
                    <a:pt x="265918" y="6118849"/>
                  </a:lnTo>
                  <a:lnTo>
                    <a:pt x="266044" y="6118849"/>
                  </a:lnTo>
                  <a:lnTo>
                    <a:pt x="266170" y="6118849"/>
                  </a:lnTo>
                  <a:lnTo>
                    <a:pt x="266297" y="6118849"/>
                  </a:lnTo>
                  <a:lnTo>
                    <a:pt x="266423" y="6118849"/>
                  </a:lnTo>
                  <a:lnTo>
                    <a:pt x="266549" y="6118849"/>
                  </a:lnTo>
                  <a:lnTo>
                    <a:pt x="266675" y="6118849"/>
                  </a:lnTo>
                  <a:lnTo>
                    <a:pt x="266801" y="6118849"/>
                  </a:lnTo>
                  <a:lnTo>
                    <a:pt x="266927" y="6118849"/>
                  </a:lnTo>
                  <a:lnTo>
                    <a:pt x="267053" y="6118849"/>
                  </a:lnTo>
                  <a:lnTo>
                    <a:pt x="267179" y="6118849"/>
                  </a:lnTo>
                  <a:lnTo>
                    <a:pt x="267305" y="6118849"/>
                  </a:lnTo>
                  <a:lnTo>
                    <a:pt x="267431" y="6118849"/>
                  </a:lnTo>
                  <a:lnTo>
                    <a:pt x="267557" y="6118849"/>
                  </a:lnTo>
                  <a:lnTo>
                    <a:pt x="267684" y="6118849"/>
                  </a:lnTo>
                  <a:lnTo>
                    <a:pt x="267810" y="6118849"/>
                  </a:lnTo>
                  <a:lnTo>
                    <a:pt x="267936" y="6118849"/>
                  </a:lnTo>
                  <a:lnTo>
                    <a:pt x="268062" y="6118849"/>
                  </a:lnTo>
                  <a:lnTo>
                    <a:pt x="268188" y="6118849"/>
                  </a:lnTo>
                  <a:lnTo>
                    <a:pt x="268314" y="6118849"/>
                  </a:lnTo>
                  <a:lnTo>
                    <a:pt x="268314" y="6113569"/>
                  </a:lnTo>
                  <a:lnTo>
                    <a:pt x="268440" y="6113569"/>
                  </a:lnTo>
                  <a:lnTo>
                    <a:pt x="268566" y="6113569"/>
                  </a:lnTo>
                  <a:lnTo>
                    <a:pt x="268692" y="6113569"/>
                  </a:lnTo>
                  <a:lnTo>
                    <a:pt x="268818" y="6113569"/>
                  </a:lnTo>
                  <a:lnTo>
                    <a:pt x="268944" y="6113569"/>
                  </a:lnTo>
                  <a:lnTo>
                    <a:pt x="269070" y="6113569"/>
                  </a:lnTo>
                  <a:lnTo>
                    <a:pt x="269197" y="6113569"/>
                  </a:lnTo>
                  <a:lnTo>
                    <a:pt x="269323" y="6113569"/>
                  </a:lnTo>
                  <a:lnTo>
                    <a:pt x="269449" y="6113569"/>
                  </a:lnTo>
                  <a:lnTo>
                    <a:pt x="269575" y="6113569"/>
                  </a:lnTo>
                  <a:lnTo>
                    <a:pt x="269701" y="6113569"/>
                  </a:lnTo>
                  <a:lnTo>
                    <a:pt x="269827" y="6113569"/>
                  </a:lnTo>
                  <a:lnTo>
                    <a:pt x="269953" y="6113569"/>
                  </a:lnTo>
                  <a:lnTo>
                    <a:pt x="270079" y="6113569"/>
                  </a:lnTo>
                  <a:lnTo>
                    <a:pt x="270205" y="6113569"/>
                  </a:lnTo>
                  <a:lnTo>
                    <a:pt x="270331" y="6113569"/>
                  </a:lnTo>
                  <a:lnTo>
                    <a:pt x="270457" y="6113569"/>
                  </a:lnTo>
                  <a:lnTo>
                    <a:pt x="270584" y="6113569"/>
                  </a:lnTo>
                  <a:lnTo>
                    <a:pt x="270710" y="6113569"/>
                  </a:lnTo>
                  <a:lnTo>
                    <a:pt x="270836" y="6113569"/>
                  </a:lnTo>
                  <a:lnTo>
                    <a:pt x="270962" y="6113569"/>
                  </a:lnTo>
                  <a:lnTo>
                    <a:pt x="271088" y="6113569"/>
                  </a:lnTo>
                  <a:lnTo>
                    <a:pt x="271214" y="6113569"/>
                  </a:lnTo>
                  <a:lnTo>
                    <a:pt x="271340" y="6113569"/>
                  </a:lnTo>
                  <a:lnTo>
                    <a:pt x="271466" y="6113569"/>
                  </a:lnTo>
                  <a:lnTo>
                    <a:pt x="271592" y="6113569"/>
                  </a:lnTo>
                  <a:lnTo>
                    <a:pt x="271718" y="6113569"/>
                  </a:lnTo>
                  <a:lnTo>
                    <a:pt x="271844" y="6113569"/>
                  </a:lnTo>
                  <a:lnTo>
                    <a:pt x="271970" y="6113569"/>
                  </a:lnTo>
                  <a:lnTo>
                    <a:pt x="272097" y="6113569"/>
                  </a:lnTo>
                  <a:lnTo>
                    <a:pt x="272223" y="6113569"/>
                  </a:lnTo>
                  <a:lnTo>
                    <a:pt x="272349" y="6113569"/>
                  </a:lnTo>
                  <a:lnTo>
                    <a:pt x="272475" y="6113569"/>
                  </a:lnTo>
                  <a:lnTo>
                    <a:pt x="272601" y="6113569"/>
                  </a:lnTo>
                  <a:lnTo>
                    <a:pt x="272601" y="6108290"/>
                  </a:lnTo>
                  <a:lnTo>
                    <a:pt x="272727" y="6108290"/>
                  </a:lnTo>
                  <a:lnTo>
                    <a:pt x="272853" y="6108290"/>
                  </a:lnTo>
                  <a:lnTo>
                    <a:pt x="272979" y="6108290"/>
                  </a:lnTo>
                  <a:lnTo>
                    <a:pt x="273105" y="6108290"/>
                  </a:lnTo>
                  <a:lnTo>
                    <a:pt x="273231" y="6108290"/>
                  </a:lnTo>
                  <a:lnTo>
                    <a:pt x="273357" y="6108290"/>
                  </a:lnTo>
                  <a:lnTo>
                    <a:pt x="273484" y="6108290"/>
                  </a:lnTo>
                  <a:lnTo>
                    <a:pt x="273610" y="6108290"/>
                  </a:lnTo>
                  <a:lnTo>
                    <a:pt x="273736" y="6108290"/>
                  </a:lnTo>
                  <a:lnTo>
                    <a:pt x="273862" y="6108290"/>
                  </a:lnTo>
                  <a:lnTo>
                    <a:pt x="273988" y="6108290"/>
                  </a:lnTo>
                  <a:lnTo>
                    <a:pt x="274114" y="6108290"/>
                  </a:lnTo>
                  <a:lnTo>
                    <a:pt x="274240" y="6108290"/>
                  </a:lnTo>
                  <a:lnTo>
                    <a:pt x="274366" y="6108290"/>
                  </a:lnTo>
                  <a:lnTo>
                    <a:pt x="274492" y="6108290"/>
                  </a:lnTo>
                  <a:lnTo>
                    <a:pt x="274618" y="6108290"/>
                  </a:lnTo>
                  <a:lnTo>
                    <a:pt x="274744" y="6108290"/>
                  </a:lnTo>
                  <a:lnTo>
                    <a:pt x="274744" y="6103011"/>
                  </a:lnTo>
                  <a:lnTo>
                    <a:pt x="274871" y="6103011"/>
                  </a:lnTo>
                  <a:lnTo>
                    <a:pt x="274997" y="6103011"/>
                  </a:lnTo>
                  <a:lnTo>
                    <a:pt x="275123" y="6103011"/>
                  </a:lnTo>
                  <a:lnTo>
                    <a:pt x="275249" y="6103011"/>
                  </a:lnTo>
                  <a:lnTo>
                    <a:pt x="275375" y="6103011"/>
                  </a:lnTo>
                  <a:lnTo>
                    <a:pt x="275501" y="6103011"/>
                  </a:lnTo>
                  <a:lnTo>
                    <a:pt x="275627" y="6103011"/>
                  </a:lnTo>
                  <a:lnTo>
                    <a:pt x="275753" y="6103011"/>
                  </a:lnTo>
                  <a:lnTo>
                    <a:pt x="275879" y="6103011"/>
                  </a:lnTo>
                  <a:lnTo>
                    <a:pt x="276005" y="6103011"/>
                  </a:lnTo>
                  <a:lnTo>
                    <a:pt x="276131" y="6103011"/>
                  </a:lnTo>
                  <a:lnTo>
                    <a:pt x="276257" y="6103011"/>
                  </a:lnTo>
                  <a:lnTo>
                    <a:pt x="276384" y="6103011"/>
                  </a:lnTo>
                  <a:lnTo>
                    <a:pt x="276510" y="6103011"/>
                  </a:lnTo>
                  <a:lnTo>
                    <a:pt x="276636" y="6103011"/>
                  </a:lnTo>
                  <a:lnTo>
                    <a:pt x="276762" y="6103011"/>
                  </a:lnTo>
                  <a:lnTo>
                    <a:pt x="276888" y="6103011"/>
                  </a:lnTo>
                  <a:lnTo>
                    <a:pt x="277014" y="6103011"/>
                  </a:lnTo>
                  <a:lnTo>
                    <a:pt x="277014" y="6097731"/>
                  </a:lnTo>
                  <a:lnTo>
                    <a:pt x="277140" y="6097731"/>
                  </a:lnTo>
                  <a:lnTo>
                    <a:pt x="277266" y="6097731"/>
                  </a:lnTo>
                  <a:lnTo>
                    <a:pt x="277392" y="6097731"/>
                  </a:lnTo>
                  <a:lnTo>
                    <a:pt x="277518" y="6097731"/>
                  </a:lnTo>
                  <a:lnTo>
                    <a:pt x="277644" y="6097731"/>
                  </a:lnTo>
                  <a:lnTo>
                    <a:pt x="277771" y="6097731"/>
                  </a:lnTo>
                  <a:lnTo>
                    <a:pt x="277897" y="6097731"/>
                  </a:lnTo>
                  <a:lnTo>
                    <a:pt x="278023" y="6097731"/>
                  </a:lnTo>
                  <a:lnTo>
                    <a:pt x="278149" y="6097731"/>
                  </a:lnTo>
                  <a:lnTo>
                    <a:pt x="278275" y="6097731"/>
                  </a:lnTo>
                  <a:lnTo>
                    <a:pt x="278401" y="6097731"/>
                  </a:lnTo>
                  <a:lnTo>
                    <a:pt x="278527" y="6097731"/>
                  </a:lnTo>
                  <a:lnTo>
                    <a:pt x="278653" y="6097731"/>
                  </a:lnTo>
                  <a:lnTo>
                    <a:pt x="278779" y="6097731"/>
                  </a:lnTo>
                  <a:lnTo>
                    <a:pt x="278905" y="6097731"/>
                  </a:lnTo>
                  <a:lnTo>
                    <a:pt x="279031" y="6097731"/>
                  </a:lnTo>
                  <a:lnTo>
                    <a:pt x="279157" y="6097731"/>
                  </a:lnTo>
                  <a:lnTo>
                    <a:pt x="279284" y="6097731"/>
                  </a:lnTo>
                  <a:lnTo>
                    <a:pt x="279410" y="6097731"/>
                  </a:lnTo>
                  <a:lnTo>
                    <a:pt x="279536" y="6097731"/>
                  </a:lnTo>
                  <a:lnTo>
                    <a:pt x="279662" y="6097731"/>
                  </a:lnTo>
                  <a:lnTo>
                    <a:pt x="279788" y="6097731"/>
                  </a:lnTo>
                  <a:lnTo>
                    <a:pt x="279914" y="6097731"/>
                  </a:lnTo>
                  <a:lnTo>
                    <a:pt x="280040" y="6097731"/>
                  </a:lnTo>
                  <a:lnTo>
                    <a:pt x="280166" y="6097731"/>
                  </a:lnTo>
                  <a:lnTo>
                    <a:pt x="280292" y="6097731"/>
                  </a:lnTo>
                  <a:lnTo>
                    <a:pt x="280418" y="6097731"/>
                  </a:lnTo>
                  <a:lnTo>
                    <a:pt x="280544" y="6097731"/>
                  </a:lnTo>
                  <a:lnTo>
                    <a:pt x="280671" y="6097731"/>
                  </a:lnTo>
                  <a:lnTo>
                    <a:pt x="280797" y="6097731"/>
                  </a:lnTo>
                  <a:lnTo>
                    <a:pt x="280923" y="6097731"/>
                  </a:lnTo>
                  <a:lnTo>
                    <a:pt x="281049" y="6097731"/>
                  </a:lnTo>
                  <a:lnTo>
                    <a:pt x="281175" y="6097731"/>
                  </a:lnTo>
                  <a:lnTo>
                    <a:pt x="281301" y="6097731"/>
                  </a:lnTo>
                  <a:lnTo>
                    <a:pt x="281427" y="6097731"/>
                  </a:lnTo>
                  <a:lnTo>
                    <a:pt x="281553" y="6097731"/>
                  </a:lnTo>
                  <a:lnTo>
                    <a:pt x="281679" y="6097731"/>
                  </a:lnTo>
                  <a:lnTo>
                    <a:pt x="281805" y="6097731"/>
                  </a:lnTo>
                  <a:lnTo>
                    <a:pt x="281931" y="6097731"/>
                  </a:lnTo>
                  <a:lnTo>
                    <a:pt x="282057" y="6097731"/>
                  </a:lnTo>
                  <a:lnTo>
                    <a:pt x="282184" y="6097731"/>
                  </a:lnTo>
                  <a:lnTo>
                    <a:pt x="282310" y="6097731"/>
                  </a:lnTo>
                  <a:lnTo>
                    <a:pt x="282436" y="6097731"/>
                  </a:lnTo>
                  <a:lnTo>
                    <a:pt x="282562" y="6097731"/>
                  </a:lnTo>
                  <a:lnTo>
                    <a:pt x="282688" y="6097731"/>
                  </a:lnTo>
                  <a:lnTo>
                    <a:pt x="282814" y="6097731"/>
                  </a:lnTo>
                  <a:lnTo>
                    <a:pt x="282940" y="6097731"/>
                  </a:lnTo>
                  <a:lnTo>
                    <a:pt x="283066" y="6097731"/>
                  </a:lnTo>
                  <a:lnTo>
                    <a:pt x="283192" y="6097731"/>
                  </a:lnTo>
                  <a:lnTo>
                    <a:pt x="283318" y="6097731"/>
                  </a:lnTo>
                  <a:lnTo>
                    <a:pt x="283444" y="6097731"/>
                  </a:lnTo>
                  <a:lnTo>
                    <a:pt x="283571" y="6097731"/>
                  </a:lnTo>
                  <a:lnTo>
                    <a:pt x="283697" y="6097731"/>
                  </a:lnTo>
                  <a:lnTo>
                    <a:pt x="283823" y="6097731"/>
                  </a:lnTo>
                  <a:lnTo>
                    <a:pt x="283949" y="6097731"/>
                  </a:lnTo>
                  <a:lnTo>
                    <a:pt x="284075" y="6097731"/>
                  </a:lnTo>
                  <a:lnTo>
                    <a:pt x="284201" y="6097731"/>
                  </a:lnTo>
                  <a:lnTo>
                    <a:pt x="284327" y="6097731"/>
                  </a:lnTo>
                  <a:lnTo>
                    <a:pt x="284453" y="6097731"/>
                  </a:lnTo>
                  <a:lnTo>
                    <a:pt x="284579" y="6097731"/>
                  </a:lnTo>
                  <a:lnTo>
                    <a:pt x="284705" y="6097731"/>
                  </a:lnTo>
                  <a:lnTo>
                    <a:pt x="284831" y="6097731"/>
                  </a:lnTo>
                  <a:lnTo>
                    <a:pt x="284958" y="6097731"/>
                  </a:lnTo>
                  <a:lnTo>
                    <a:pt x="285084" y="6097731"/>
                  </a:lnTo>
                  <a:lnTo>
                    <a:pt x="285210" y="6097731"/>
                  </a:lnTo>
                  <a:lnTo>
                    <a:pt x="285336" y="6097731"/>
                  </a:lnTo>
                  <a:lnTo>
                    <a:pt x="285462" y="6097731"/>
                  </a:lnTo>
                  <a:lnTo>
                    <a:pt x="285588" y="6097731"/>
                  </a:lnTo>
                  <a:lnTo>
                    <a:pt x="285714" y="6097731"/>
                  </a:lnTo>
                  <a:lnTo>
                    <a:pt x="285840" y="6097731"/>
                  </a:lnTo>
                  <a:lnTo>
                    <a:pt x="285966" y="6097731"/>
                  </a:lnTo>
                  <a:lnTo>
                    <a:pt x="286092" y="6097731"/>
                  </a:lnTo>
                  <a:lnTo>
                    <a:pt x="286218" y="6097731"/>
                  </a:lnTo>
                  <a:lnTo>
                    <a:pt x="286344" y="6097731"/>
                  </a:lnTo>
                  <a:lnTo>
                    <a:pt x="286471" y="6097731"/>
                  </a:lnTo>
                  <a:lnTo>
                    <a:pt x="286597" y="6097731"/>
                  </a:lnTo>
                  <a:lnTo>
                    <a:pt x="286723" y="6097731"/>
                  </a:lnTo>
                  <a:lnTo>
                    <a:pt x="286849" y="6097731"/>
                  </a:lnTo>
                  <a:lnTo>
                    <a:pt x="286975" y="6097731"/>
                  </a:lnTo>
                  <a:lnTo>
                    <a:pt x="287101" y="6097731"/>
                  </a:lnTo>
                  <a:lnTo>
                    <a:pt x="287227" y="6097731"/>
                  </a:lnTo>
                  <a:lnTo>
                    <a:pt x="287353" y="6097731"/>
                  </a:lnTo>
                  <a:lnTo>
                    <a:pt x="287479" y="6097731"/>
                  </a:lnTo>
                  <a:lnTo>
                    <a:pt x="287605" y="6097731"/>
                  </a:lnTo>
                  <a:lnTo>
                    <a:pt x="287731" y="6097731"/>
                  </a:lnTo>
                  <a:lnTo>
                    <a:pt x="287858" y="6097731"/>
                  </a:lnTo>
                  <a:lnTo>
                    <a:pt x="287984" y="6097731"/>
                  </a:lnTo>
                  <a:lnTo>
                    <a:pt x="288110" y="6097731"/>
                  </a:lnTo>
                  <a:lnTo>
                    <a:pt x="288236" y="6097731"/>
                  </a:lnTo>
                  <a:lnTo>
                    <a:pt x="288362" y="6097731"/>
                  </a:lnTo>
                  <a:lnTo>
                    <a:pt x="288488" y="6097731"/>
                  </a:lnTo>
                  <a:lnTo>
                    <a:pt x="288614" y="6097731"/>
                  </a:lnTo>
                  <a:lnTo>
                    <a:pt x="288740" y="6097731"/>
                  </a:lnTo>
                  <a:lnTo>
                    <a:pt x="288866" y="6097731"/>
                  </a:lnTo>
                  <a:lnTo>
                    <a:pt x="288992" y="6097731"/>
                  </a:lnTo>
                  <a:lnTo>
                    <a:pt x="289118" y="6097731"/>
                  </a:lnTo>
                  <a:lnTo>
                    <a:pt x="289244" y="6097731"/>
                  </a:lnTo>
                  <a:lnTo>
                    <a:pt x="289371" y="6097731"/>
                  </a:lnTo>
                  <a:lnTo>
                    <a:pt x="289497" y="6097731"/>
                  </a:lnTo>
                  <a:lnTo>
                    <a:pt x="289623" y="6097731"/>
                  </a:lnTo>
                  <a:lnTo>
                    <a:pt x="289749" y="6097731"/>
                  </a:lnTo>
                  <a:lnTo>
                    <a:pt x="289875" y="6097731"/>
                  </a:lnTo>
                  <a:lnTo>
                    <a:pt x="290001" y="6097731"/>
                  </a:lnTo>
                  <a:lnTo>
                    <a:pt x="290127" y="6097731"/>
                  </a:lnTo>
                  <a:lnTo>
                    <a:pt x="290253" y="6097731"/>
                  </a:lnTo>
                  <a:lnTo>
                    <a:pt x="290379" y="6097731"/>
                  </a:lnTo>
                  <a:lnTo>
                    <a:pt x="290505" y="6097731"/>
                  </a:lnTo>
                  <a:lnTo>
                    <a:pt x="290631" y="6097731"/>
                  </a:lnTo>
                  <a:lnTo>
                    <a:pt x="290758" y="6097731"/>
                  </a:lnTo>
                  <a:lnTo>
                    <a:pt x="290884" y="6097731"/>
                  </a:lnTo>
                  <a:lnTo>
                    <a:pt x="291010" y="6097731"/>
                  </a:lnTo>
                  <a:lnTo>
                    <a:pt x="291136" y="6097731"/>
                  </a:lnTo>
                  <a:lnTo>
                    <a:pt x="291262" y="6097731"/>
                  </a:lnTo>
                  <a:lnTo>
                    <a:pt x="291388" y="6097731"/>
                  </a:lnTo>
                  <a:lnTo>
                    <a:pt x="291514" y="6097731"/>
                  </a:lnTo>
                  <a:lnTo>
                    <a:pt x="291640" y="6097731"/>
                  </a:lnTo>
                  <a:lnTo>
                    <a:pt x="291766" y="6097731"/>
                  </a:lnTo>
                  <a:lnTo>
                    <a:pt x="291892" y="6097731"/>
                  </a:lnTo>
                  <a:lnTo>
                    <a:pt x="292018" y="6097731"/>
                  </a:lnTo>
                  <a:lnTo>
                    <a:pt x="292145" y="6097731"/>
                  </a:lnTo>
                  <a:lnTo>
                    <a:pt x="292271" y="6097731"/>
                  </a:lnTo>
                  <a:lnTo>
                    <a:pt x="292397" y="6097731"/>
                  </a:lnTo>
                  <a:lnTo>
                    <a:pt x="292523" y="6097731"/>
                  </a:lnTo>
                  <a:lnTo>
                    <a:pt x="292649" y="6097731"/>
                  </a:lnTo>
                  <a:lnTo>
                    <a:pt x="292775" y="6097731"/>
                  </a:lnTo>
                  <a:lnTo>
                    <a:pt x="292901" y="6097731"/>
                  </a:lnTo>
                  <a:lnTo>
                    <a:pt x="293027" y="6097731"/>
                  </a:lnTo>
                  <a:lnTo>
                    <a:pt x="293153" y="6097731"/>
                  </a:lnTo>
                  <a:lnTo>
                    <a:pt x="293279" y="6097731"/>
                  </a:lnTo>
                  <a:lnTo>
                    <a:pt x="293405" y="6097731"/>
                  </a:lnTo>
                  <a:lnTo>
                    <a:pt x="293531" y="6097731"/>
                  </a:lnTo>
                  <a:lnTo>
                    <a:pt x="293658" y="6097731"/>
                  </a:lnTo>
                  <a:lnTo>
                    <a:pt x="293784" y="6097731"/>
                  </a:lnTo>
                  <a:lnTo>
                    <a:pt x="293910" y="6097731"/>
                  </a:lnTo>
                  <a:lnTo>
                    <a:pt x="294036" y="6097731"/>
                  </a:lnTo>
                  <a:lnTo>
                    <a:pt x="294162" y="6097731"/>
                  </a:lnTo>
                  <a:lnTo>
                    <a:pt x="294288" y="6097731"/>
                  </a:lnTo>
                  <a:lnTo>
                    <a:pt x="294414" y="6097731"/>
                  </a:lnTo>
                  <a:lnTo>
                    <a:pt x="294540" y="6097731"/>
                  </a:lnTo>
                  <a:lnTo>
                    <a:pt x="294666" y="6097731"/>
                  </a:lnTo>
                  <a:lnTo>
                    <a:pt x="294792" y="6097731"/>
                  </a:lnTo>
                  <a:lnTo>
                    <a:pt x="294918" y="6097731"/>
                  </a:lnTo>
                  <a:lnTo>
                    <a:pt x="295045" y="6097731"/>
                  </a:lnTo>
                  <a:lnTo>
                    <a:pt x="295171" y="6097731"/>
                  </a:lnTo>
                  <a:lnTo>
                    <a:pt x="295297" y="6097731"/>
                  </a:lnTo>
                  <a:lnTo>
                    <a:pt x="295423" y="6097731"/>
                  </a:lnTo>
                  <a:lnTo>
                    <a:pt x="295549" y="6097731"/>
                  </a:lnTo>
                  <a:lnTo>
                    <a:pt x="295675" y="6097731"/>
                  </a:lnTo>
                  <a:lnTo>
                    <a:pt x="295801" y="6097731"/>
                  </a:lnTo>
                  <a:lnTo>
                    <a:pt x="295927" y="6097731"/>
                  </a:lnTo>
                  <a:lnTo>
                    <a:pt x="296053" y="6097731"/>
                  </a:lnTo>
                  <a:lnTo>
                    <a:pt x="296179" y="6097731"/>
                  </a:lnTo>
                  <a:lnTo>
                    <a:pt x="296305" y="6097731"/>
                  </a:lnTo>
                  <a:lnTo>
                    <a:pt x="296431" y="6097731"/>
                  </a:lnTo>
                  <a:lnTo>
                    <a:pt x="296558" y="6097731"/>
                  </a:lnTo>
                  <a:lnTo>
                    <a:pt x="296684" y="6097731"/>
                  </a:lnTo>
                  <a:lnTo>
                    <a:pt x="296810" y="6097731"/>
                  </a:lnTo>
                  <a:lnTo>
                    <a:pt x="296936" y="6097731"/>
                  </a:lnTo>
                  <a:lnTo>
                    <a:pt x="297062" y="6097731"/>
                  </a:lnTo>
                  <a:lnTo>
                    <a:pt x="297188" y="6097731"/>
                  </a:lnTo>
                  <a:lnTo>
                    <a:pt x="297188" y="6092452"/>
                  </a:lnTo>
                  <a:lnTo>
                    <a:pt x="297314" y="6092452"/>
                  </a:lnTo>
                  <a:lnTo>
                    <a:pt x="297440" y="6092452"/>
                  </a:lnTo>
                  <a:lnTo>
                    <a:pt x="297566" y="6092452"/>
                  </a:lnTo>
                  <a:lnTo>
                    <a:pt x="297692" y="6092452"/>
                  </a:lnTo>
                  <a:lnTo>
                    <a:pt x="297818" y="6092452"/>
                  </a:lnTo>
                  <a:lnTo>
                    <a:pt x="297818" y="6087172"/>
                  </a:lnTo>
                  <a:lnTo>
                    <a:pt x="297945" y="6087172"/>
                  </a:lnTo>
                  <a:lnTo>
                    <a:pt x="298071" y="6087172"/>
                  </a:lnTo>
                  <a:lnTo>
                    <a:pt x="298197" y="6087172"/>
                  </a:lnTo>
                  <a:lnTo>
                    <a:pt x="298323" y="6087172"/>
                  </a:lnTo>
                  <a:lnTo>
                    <a:pt x="298449" y="6087172"/>
                  </a:lnTo>
                  <a:lnTo>
                    <a:pt x="298575" y="6087172"/>
                  </a:lnTo>
                  <a:lnTo>
                    <a:pt x="298701" y="6087172"/>
                  </a:lnTo>
                  <a:lnTo>
                    <a:pt x="298827" y="6087172"/>
                  </a:lnTo>
                  <a:lnTo>
                    <a:pt x="298953" y="6087172"/>
                  </a:lnTo>
                  <a:lnTo>
                    <a:pt x="299079" y="6087172"/>
                  </a:lnTo>
                  <a:lnTo>
                    <a:pt x="299205" y="6087172"/>
                  </a:lnTo>
                  <a:lnTo>
                    <a:pt x="299332" y="6087172"/>
                  </a:lnTo>
                  <a:lnTo>
                    <a:pt x="299458" y="6087172"/>
                  </a:lnTo>
                  <a:lnTo>
                    <a:pt x="299584" y="6087172"/>
                  </a:lnTo>
                  <a:lnTo>
                    <a:pt x="299710" y="6087172"/>
                  </a:lnTo>
                  <a:lnTo>
                    <a:pt x="299836" y="6087172"/>
                  </a:lnTo>
                  <a:lnTo>
                    <a:pt x="299962" y="6087172"/>
                  </a:lnTo>
                  <a:lnTo>
                    <a:pt x="300088" y="6087172"/>
                  </a:lnTo>
                  <a:lnTo>
                    <a:pt x="300214" y="6087172"/>
                  </a:lnTo>
                  <a:lnTo>
                    <a:pt x="300340" y="6087172"/>
                  </a:lnTo>
                  <a:lnTo>
                    <a:pt x="300466" y="6087172"/>
                  </a:lnTo>
                  <a:lnTo>
                    <a:pt x="300592" y="6087172"/>
                  </a:lnTo>
                  <a:lnTo>
                    <a:pt x="300718" y="6087172"/>
                  </a:lnTo>
                  <a:lnTo>
                    <a:pt x="300845" y="6087172"/>
                  </a:lnTo>
                  <a:lnTo>
                    <a:pt x="300971" y="6087172"/>
                  </a:lnTo>
                  <a:lnTo>
                    <a:pt x="301097" y="6087172"/>
                  </a:lnTo>
                  <a:lnTo>
                    <a:pt x="301223" y="6087172"/>
                  </a:lnTo>
                  <a:lnTo>
                    <a:pt x="301349" y="6087172"/>
                  </a:lnTo>
                  <a:lnTo>
                    <a:pt x="301475" y="6087172"/>
                  </a:lnTo>
                  <a:lnTo>
                    <a:pt x="301601" y="6087172"/>
                  </a:lnTo>
                  <a:lnTo>
                    <a:pt x="301727" y="6087172"/>
                  </a:lnTo>
                  <a:lnTo>
                    <a:pt x="301853" y="6087172"/>
                  </a:lnTo>
                  <a:lnTo>
                    <a:pt x="301979" y="6087172"/>
                  </a:lnTo>
                  <a:lnTo>
                    <a:pt x="302105" y="6087172"/>
                  </a:lnTo>
                  <a:lnTo>
                    <a:pt x="302232" y="6087172"/>
                  </a:lnTo>
                  <a:lnTo>
                    <a:pt x="302358" y="6087172"/>
                  </a:lnTo>
                  <a:lnTo>
                    <a:pt x="302484" y="6087172"/>
                  </a:lnTo>
                  <a:lnTo>
                    <a:pt x="302610" y="6087172"/>
                  </a:lnTo>
                  <a:lnTo>
                    <a:pt x="302736" y="6087172"/>
                  </a:lnTo>
                  <a:lnTo>
                    <a:pt x="302862" y="6087172"/>
                  </a:lnTo>
                  <a:lnTo>
                    <a:pt x="302988" y="6087172"/>
                  </a:lnTo>
                  <a:lnTo>
                    <a:pt x="303114" y="6087172"/>
                  </a:lnTo>
                  <a:lnTo>
                    <a:pt x="303240" y="6087172"/>
                  </a:lnTo>
                  <a:lnTo>
                    <a:pt x="303366" y="6087172"/>
                  </a:lnTo>
                  <a:lnTo>
                    <a:pt x="303492" y="6087172"/>
                  </a:lnTo>
                  <a:lnTo>
                    <a:pt x="303618" y="6087172"/>
                  </a:lnTo>
                  <a:lnTo>
                    <a:pt x="303745" y="6087172"/>
                  </a:lnTo>
                  <a:lnTo>
                    <a:pt x="303871" y="6087172"/>
                  </a:lnTo>
                  <a:lnTo>
                    <a:pt x="303997" y="6087172"/>
                  </a:lnTo>
                  <a:lnTo>
                    <a:pt x="304123" y="6087172"/>
                  </a:lnTo>
                  <a:lnTo>
                    <a:pt x="304249" y="6087172"/>
                  </a:lnTo>
                  <a:lnTo>
                    <a:pt x="304375" y="6087172"/>
                  </a:lnTo>
                  <a:lnTo>
                    <a:pt x="304501" y="6087172"/>
                  </a:lnTo>
                  <a:lnTo>
                    <a:pt x="304627" y="6087172"/>
                  </a:lnTo>
                  <a:lnTo>
                    <a:pt x="304753" y="6087172"/>
                  </a:lnTo>
                  <a:lnTo>
                    <a:pt x="304879" y="6087172"/>
                  </a:lnTo>
                  <a:lnTo>
                    <a:pt x="305005" y="6087172"/>
                  </a:lnTo>
                  <a:lnTo>
                    <a:pt x="305132" y="6087172"/>
                  </a:lnTo>
                  <a:lnTo>
                    <a:pt x="305258" y="6087172"/>
                  </a:lnTo>
                  <a:lnTo>
                    <a:pt x="305384" y="6087172"/>
                  </a:lnTo>
                  <a:lnTo>
                    <a:pt x="305510" y="6087172"/>
                  </a:lnTo>
                  <a:lnTo>
                    <a:pt x="305636" y="6087172"/>
                  </a:lnTo>
                  <a:lnTo>
                    <a:pt x="305762" y="6087172"/>
                  </a:lnTo>
                  <a:lnTo>
                    <a:pt x="305888" y="6087172"/>
                  </a:lnTo>
                  <a:lnTo>
                    <a:pt x="306014" y="6087172"/>
                  </a:lnTo>
                  <a:lnTo>
                    <a:pt x="306140" y="6087172"/>
                  </a:lnTo>
                  <a:lnTo>
                    <a:pt x="306266" y="6087172"/>
                  </a:lnTo>
                  <a:lnTo>
                    <a:pt x="306392" y="6087172"/>
                  </a:lnTo>
                  <a:lnTo>
                    <a:pt x="306518" y="6087172"/>
                  </a:lnTo>
                  <a:lnTo>
                    <a:pt x="306645" y="6087172"/>
                  </a:lnTo>
                  <a:lnTo>
                    <a:pt x="306771" y="6087172"/>
                  </a:lnTo>
                  <a:lnTo>
                    <a:pt x="306897" y="6087172"/>
                  </a:lnTo>
                  <a:lnTo>
                    <a:pt x="307023" y="6087172"/>
                  </a:lnTo>
                  <a:lnTo>
                    <a:pt x="307149" y="6087172"/>
                  </a:lnTo>
                  <a:lnTo>
                    <a:pt x="307275" y="6087172"/>
                  </a:lnTo>
                  <a:lnTo>
                    <a:pt x="307401" y="6087172"/>
                  </a:lnTo>
                  <a:lnTo>
                    <a:pt x="307527" y="6087172"/>
                  </a:lnTo>
                  <a:lnTo>
                    <a:pt x="307653" y="6087172"/>
                  </a:lnTo>
                  <a:lnTo>
                    <a:pt x="307779" y="6087172"/>
                  </a:lnTo>
                  <a:lnTo>
                    <a:pt x="307905" y="6087172"/>
                  </a:lnTo>
                  <a:lnTo>
                    <a:pt x="308032" y="6087172"/>
                  </a:lnTo>
                  <a:lnTo>
                    <a:pt x="308158" y="6087172"/>
                  </a:lnTo>
                  <a:lnTo>
                    <a:pt x="308284" y="6087172"/>
                  </a:lnTo>
                  <a:lnTo>
                    <a:pt x="308410" y="6087172"/>
                  </a:lnTo>
                  <a:lnTo>
                    <a:pt x="308536" y="6087172"/>
                  </a:lnTo>
                  <a:lnTo>
                    <a:pt x="308536" y="6081893"/>
                  </a:lnTo>
                  <a:lnTo>
                    <a:pt x="308662" y="6081893"/>
                  </a:lnTo>
                  <a:lnTo>
                    <a:pt x="308788" y="6081893"/>
                  </a:lnTo>
                  <a:lnTo>
                    <a:pt x="308914" y="6081893"/>
                  </a:lnTo>
                  <a:lnTo>
                    <a:pt x="309040" y="6081893"/>
                  </a:lnTo>
                  <a:lnTo>
                    <a:pt x="309166" y="6081893"/>
                  </a:lnTo>
                  <a:lnTo>
                    <a:pt x="309292" y="6081893"/>
                  </a:lnTo>
                  <a:lnTo>
                    <a:pt x="309419" y="6081893"/>
                  </a:lnTo>
                  <a:lnTo>
                    <a:pt x="309545" y="6081893"/>
                  </a:lnTo>
                  <a:lnTo>
                    <a:pt x="309671" y="6081893"/>
                  </a:lnTo>
                  <a:lnTo>
                    <a:pt x="309797" y="6081893"/>
                  </a:lnTo>
                  <a:lnTo>
                    <a:pt x="309923" y="6081893"/>
                  </a:lnTo>
                  <a:lnTo>
                    <a:pt x="310049" y="6081893"/>
                  </a:lnTo>
                  <a:lnTo>
                    <a:pt x="310175" y="6081893"/>
                  </a:lnTo>
                  <a:lnTo>
                    <a:pt x="310301" y="6081893"/>
                  </a:lnTo>
                  <a:lnTo>
                    <a:pt x="310427" y="6081893"/>
                  </a:lnTo>
                  <a:lnTo>
                    <a:pt x="310553" y="6081893"/>
                  </a:lnTo>
                  <a:lnTo>
                    <a:pt x="310679" y="6081893"/>
                  </a:lnTo>
                  <a:lnTo>
                    <a:pt x="310805" y="6081893"/>
                  </a:lnTo>
                  <a:lnTo>
                    <a:pt x="310932" y="6081893"/>
                  </a:lnTo>
                  <a:lnTo>
                    <a:pt x="311058" y="6081893"/>
                  </a:lnTo>
                  <a:lnTo>
                    <a:pt x="311184" y="6081893"/>
                  </a:lnTo>
                  <a:lnTo>
                    <a:pt x="311310" y="6081893"/>
                  </a:lnTo>
                  <a:lnTo>
                    <a:pt x="311436" y="6081893"/>
                  </a:lnTo>
                  <a:lnTo>
                    <a:pt x="311562" y="6081893"/>
                  </a:lnTo>
                  <a:lnTo>
                    <a:pt x="311688" y="6081893"/>
                  </a:lnTo>
                  <a:lnTo>
                    <a:pt x="311814" y="6081893"/>
                  </a:lnTo>
                  <a:lnTo>
                    <a:pt x="311940" y="6081893"/>
                  </a:lnTo>
                  <a:lnTo>
                    <a:pt x="312066" y="6081893"/>
                  </a:lnTo>
                  <a:lnTo>
                    <a:pt x="312192" y="6081893"/>
                  </a:lnTo>
                  <a:lnTo>
                    <a:pt x="312319" y="6081893"/>
                  </a:lnTo>
                  <a:lnTo>
                    <a:pt x="312445" y="6081893"/>
                  </a:lnTo>
                  <a:lnTo>
                    <a:pt x="312571" y="6081893"/>
                  </a:lnTo>
                  <a:lnTo>
                    <a:pt x="312697" y="6081893"/>
                  </a:lnTo>
                  <a:lnTo>
                    <a:pt x="312823" y="6081893"/>
                  </a:lnTo>
                  <a:lnTo>
                    <a:pt x="312949" y="6081893"/>
                  </a:lnTo>
                  <a:lnTo>
                    <a:pt x="313075" y="6081893"/>
                  </a:lnTo>
                  <a:lnTo>
                    <a:pt x="313201" y="6081893"/>
                  </a:lnTo>
                  <a:lnTo>
                    <a:pt x="313327" y="6081893"/>
                  </a:lnTo>
                  <a:lnTo>
                    <a:pt x="313327" y="6076613"/>
                  </a:lnTo>
                  <a:lnTo>
                    <a:pt x="313453" y="6076613"/>
                  </a:lnTo>
                  <a:lnTo>
                    <a:pt x="313579" y="6076613"/>
                  </a:lnTo>
                  <a:lnTo>
                    <a:pt x="313705" y="6076613"/>
                  </a:lnTo>
                  <a:lnTo>
                    <a:pt x="313832" y="6076613"/>
                  </a:lnTo>
                  <a:lnTo>
                    <a:pt x="313958" y="6076613"/>
                  </a:lnTo>
                  <a:lnTo>
                    <a:pt x="314084" y="6076613"/>
                  </a:lnTo>
                  <a:lnTo>
                    <a:pt x="314210" y="6076613"/>
                  </a:lnTo>
                  <a:lnTo>
                    <a:pt x="314336" y="6076613"/>
                  </a:lnTo>
                  <a:lnTo>
                    <a:pt x="314462" y="6076613"/>
                  </a:lnTo>
                  <a:lnTo>
                    <a:pt x="314588" y="6076613"/>
                  </a:lnTo>
                  <a:lnTo>
                    <a:pt x="314714" y="6076613"/>
                  </a:lnTo>
                  <a:lnTo>
                    <a:pt x="314840" y="6076613"/>
                  </a:lnTo>
                  <a:lnTo>
                    <a:pt x="314966" y="6076613"/>
                  </a:lnTo>
                  <a:lnTo>
                    <a:pt x="315092" y="6076613"/>
                  </a:lnTo>
                  <a:lnTo>
                    <a:pt x="315219" y="6076613"/>
                  </a:lnTo>
                  <a:lnTo>
                    <a:pt x="315345" y="6076613"/>
                  </a:lnTo>
                  <a:lnTo>
                    <a:pt x="315471" y="6076613"/>
                  </a:lnTo>
                  <a:lnTo>
                    <a:pt x="315597" y="6076613"/>
                  </a:lnTo>
                  <a:lnTo>
                    <a:pt x="315723" y="6076613"/>
                  </a:lnTo>
                  <a:lnTo>
                    <a:pt x="315849" y="6076613"/>
                  </a:lnTo>
                  <a:lnTo>
                    <a:pt x="315975" y="6076613"/>
                  </a:lnTo>
                  <a:lnTo>
                    <a:pt x="316101" y="6076613"/>
                  </a:lnTo>
                  <a:lnTo>
                    <a:pt x="316227" y="6076613"/>
                  </a:lnTo>
                  <a:lnTo>
                    <a:pt x="316353" y="6076613"/>
                  </a:lnTo>
                  <a:lnTo>
                    <a:pt x="316479" y="6076613"/>
                  </a:lnTo>
                  <a:lnTo>
                    <a:pt x="316606" y="6076613"/>
                  </a:lnTo>
                  <a:lnTo>
                    <a:pt x="316732" y="6076613"/>
                  </a:lnTo>
                  <a:lnTo>
                    <a:pt x="316858" y="6076613"/>
                  </a:lnTo>
                  <a:lnTo>
                    <a:pt x="316984" y="6076613"/>
                  </a:lnTo>
                  <a:lnTo>
                    <a:pt x="317110" y="6076613"/>
                  </a:lnTo>
                  <a:lnTo>
                    <a:pt x="317236" y="6076613"/>
                  </a:lnTo>
                  <a:lnTo>
                    <a:pt x="317362" y="6076613"/>
                  </a:lnTo>
                  <a:lnTo>
                    <a:pt x="317488" y="6076613"/>
                  </a:lnTo>
                  <a:lnTo>
                    <a:pt x="317614" y="6076613"/>
                  </a:lnTo>
                  <a:lnTo>
                    <a:pt x="317740" y="6076613"/>
                  </a:lnTo>
                  <a:lnTo>
                    <a:pt x="317866" y="6076613"/>
                  </a:lnTo>
                  <a:lnTo>
                    <a:pt x="317992" y="6076613"/>
                  </a:lnTo>
                  <a:lnTo>
                    <a:pt x="318119" y="6076613"/>
                  </a:lnTo>
                  <a:lnTo>
                    <a:pt x="318245" y="6076613"/>
                  </a:lnTo>
                  <a:lnTo>
                    <a:pt x="318371" y="6076613"/>
                  </a:lnTo>
                  <a:lnTo>
                    <a:pt x="318497" y="6076613"/>
                  </a:lnTo>
                  <a:lnTo>
                    <a:pt x="318623" y="6076613"/>
                  </a:lnTo>
                  <a:lnTo>
                    <a:pt x="318749" y="6076613"/>
                  </a:lnTo>
                  <a:lnTo>
                    <a:pt x="318875" y="6076613"/>
                  </a:lnTo>
                  <a:lnTo>
                    <a:pt x="319001" y="6076613"/>
                  </a:lnTo>
                  <a:lnTo>
                    <a:pt x="319127" y="6076613"/>
                  </a:lnTo>
                  <a:lnTo>
                    <a:pt x="319253" y="6076613"/>
                  </a:lnTo>
                  <a:lnTo>
                    <a:pt x="319379" y="6076613"/>
                  </a:lnTo>
                  <a:lnTo>
                    <a:pt x="319506" y="6076613"/>
                  </a:lnTo>
                  <a:lnTo>
                    <a:pt x="319632" y="6076613"/>
                  </a:lnTo>
                  <a:lnTo>
                    <a:pt x="319758" y="6076613"/>
                  </a:lnTo>
                  <a:lnTo>
                    <a:pt x="319884" y="6076613"/>
                  </a:lnTo>
                  <a:lnTo>
                    <a:pt x="320010" y="6076613"/>
                  </a:lnTo>
                  <a:lnTo>
                    <a:pt x="320136" y="6076613"/>
                  </a:lnTo>
                  <a:lnTo>
                    <a:pt x="320262" y="6076613"/>
                  </a:lnTo>
                  <a:lnTo>
                    <a:pt x="320388" y="6076613"/>
                  </a:lnTo>
                  <a:lnTo>
                    <a:pt x="320514" y="6076613"/>
                  </a:lnTo>
                  <a:lnTo>
                    <a:pt x="320640" y="6076613"/>
                  </a:lnTo>
                  <a:lnTo>
                    <a:pt x="320766" y="6076613"/>
                  </a:lnTo>
                  <a:lnTo>
                    <a:pt x="320892" y="6076613"/>
                  </a:lnTo>
                  <a:lnTo>
                    <a:pt x="321019" y="6076613"/>
                  </a:lnTo>
                  <a:lnTo>
                    <a:pt x="321145" y="6076613"/>
                  </a:lnTo>
                  <a:lnTo>
                    <a:pt x="321271" y="6076613"/>
                  </a:lnTo>
                  <a:lnTo>
                    <a:pt x="321397" y="6076613"/>
                  </a:lnTo>
                  <a:lnTo>
                    <a:pt x="321523" y="6076613"/>
                  </a:lnTo>
                  <a:lnTo>
                    <a:pt x="321649" y="6076613"/>
                  </a:lnTo>
                  <a:lnTo>
                    <a:pt x="321775" y="6076613"/>
                  </a:lnTo>
                  <a:lnTo>
                    <a:pt x="321901" y="6076613"/>
                  </a:lnTo>
                  <a:lnTo>
                    <a:pt x="322027" y="6076613"/>
                  </a:lnTo>
                  <a:lnTo>
                    <a:pt x="322153" y="6076613"/>
                  </a:lnTo>
                  <a:lnTo>
                    <a:pt x="322279" y="6076613"/>
                  </a:lnTo>
                  <a:lnTo>
                    <a:pt x="322406" y="6076613"/>
                  </a:lnTo>
                  <a:lnTo>
                    <a:pt x="322532" y="6076613"/>
                  </a:lnTo>
                  <a:lnTo>
                    <a:pt x="322658" y="6076613"/>
                  </a:lnTo>
                  <a:lnTo>
                    <a:pt x="322784" y="6076613"/>
                  </a:lnTo>
                  <a:lnTo>
                    <a:pt x="322910" y="6076613"/>
                  </a:lnTo>
                  <a:lnTo>
                    <a:pt x="323036" y="6076613"/>
                  </a:lnTo>
                  <a:lnTo>
                    <a:pt x="323162" y="6076613"/>
                  </a:lnTo>
                  <a:lnTo>
                    <a:pt x="323288" y="6076613"/>
                  </a:lnTo>
                  <a:lnTo>
                    <a:pt x="323414" y="6076613"/>
                  </a:lnTo>
                  <a:lnTo>
                    <a:pt x="323540" y="6076613"/>
                  </a:lnTo>
                  <a:lnTo>
                    <a:pt x="323666" y="6076613"/>
                  </a:lnTo>
                  <a:lnTo>
                    <a:pt x="323793" y="6076613"/>
                  </a:lnTo>
                  <a:lnTo>
                    <a:pt x="323919" y="6076613"/>
                  </a:lnTo>
                  <a:lnTo>
                    <a:pt x="324045" y="6076613"/>
                  </a:lnTo>
                  <a:lnTo>
                    <a:pt x="324171" y="6076613"/>
                  </a:lnTo>
                  <a:lnTo>
                    <a:pt x="324297" y="6076613"/>
                  </a:lnTo>
                  <a:lnTo>
                    <a:pt x="324423" y="6076613"/>
                  </a:lnTo>
                  <a:lnTo>
                    <a:pt x="324549" y="6076613"/>
                  </a:lnTo>
                  <a:lnTo>
                    <a:pt x="324675" y="6076613"/>
                  </a:lnTo>
                  <a:lnTo>
                    <a:pt x="324801" y="6076613"/>
                  </a:lnTo>
                  <a:lnTo>
                    <a:pt x="324927" y="6076613"/>
                  </a:lnTo>
                  <a:lnTo>
                    <a:pt x="325053" y="6076613"/>
                  </a:lnTo>
                  <a:lnTo>
                    <a:pt x="325179" y="6076613"/>
                  </a:lnTo>
                  <a:lnTo>
                    <a:pt x="325306" y="6076613"/>
                  </a:lnTo>
                  <a:lnTo>
                    <a:pt x="325432" y="6076613"/>
                  </a:lnTo>
                  <a:lnTo>
                    <a:pt x="325558" y="6076613"/>
                  </a:lnTo>
                  <a:lnTo>
                    <a:pt x="325684" y="6076613"/>
                  </a:lnTo>
                  <a:lnTo>
                    <a:pt x="325810" y="6076613"/>
                  </a:lnTo>
                  <a:lnTo>
                    <a:pt x="325936" y="6076613"/>
                  </a:lnTo>
                  <a:lnTo>
                    <a:pt x="326062" y="6076613"/>
                  </a:lnTo>
                  <a:lnTo>
                    <a:pt x="326188" y="6076613"/>
                  </a:lnTo>
                  <a:lnTo>
                    <a:pt x="326314" y="6076613"/>
                  </a:lnTo>
                  <a:lnTo>
                    <a:pt x="326440" y="6076613"/>
                  </a:lnTo>
                  <a:lnTo>
                    <a:pt x="326566" y="6076613"/>
                  </a:lnTo>
                  <a:lnTo>
                    <a:pt x="326693" y="6076613"/>
                  </a:lnTo>
                  <a:lnTo>
                    <a:pt x="326819" y="6076613"/>
                  </a:lnTo>
                  <a:lnTo>
                    <a:pt x="326945" y="6076613"/>
                  </a:lnTo>
                  <a:lnTo>
                    <a:pt x="327071" y="6076613"/>
                  </a:lnTo>
                  <a:lnTo>
                    <a:pt x="327197" y="6076613"/>
                  </a:lnTo>
                  <a:lnTo>
                    <a:pt x="327323" y="6076613"/>
                  </a:lnTo>
                  <a:lnTo>
                    <a:pt x="327449" y="6076613"/>
                  </a:lnTo>
                  <a:lnTo>
                    <a:pt x="327575" y="6076613"/>
                  </a:lnTo>
                  <a:lnTo>
                    <a:pt x="327701" y="6076613"/>
                  </a:lnTo>
                  <a:lnTo>
                    <a:pt x="327827" y="6076613"/>
                  </a:lnTo>
                  <a:lnTo>
                    <a:pt x="327953" y="6076613"/>
                  </a:lnTo>
                  <a:lnTo>
                    <a:pt x="328079" y="6076613"/>
                  </a:lnTo>
                  <a:lnTo>
                    <a:pt x="328206" y="6076613"/>
                  </a:lnTo>
                  <a:lnTo>
                    <a:pt x="328332" y="6076613"/>
                  </a:lnTo>
                  <a:lnTo>
                    <a:pt x="328458" y="6076613"/>
                  </a:lnTo>
                  <a:lnTo>
                    <a:pt x="328584" y="6076613"/>
                  </a:lnTo>
                  <a:lnTo>
                    <a:pt x="328710" y="6076613"/>
                  </a:lnTo>
                  <a:lnTo>
                    <a:pt x="328836" y="6076613"/>
                  </a:lnTo>
                  <a:lnTo>
                    <a:pt x="328962" y="6076613"/>
                  </a:lnTo>
                  <a:lnTo>
                    <a:pt x="329088" y="6076613"/>
                  </a:lnTo>
                  <a:lnTo>
                    <a:pt x="329214" y="6076613"/>
                  </a:lnTo>
                  <a:lnTo>
                    <a:pt x="329340" y="6076613"/>
                  </a:lnTo>
                  <a:lnTo>
                    <a:pt x="329466" y="6076613"/>
                  </a:lnTo>
                  <a:lnTo>
                    <a:pt x="329593" y="6076613"/>
                  </a:lnTo>
                  <a:lnTo>
                    <a:pt x="329719" y="6076613"/>
                  </a:lnTo>
                  <a:lnTo>
                    <a:pt x="329845" y="6076613"/>
                  </a:lnTo>
                  <a:lnTo>
                    <a:pt x="329971" y="6076613"/>
                  </a:lnTo>
                  <a:lnTo>
                    <a:pt x="330097" y="6076613"/>
                  </a:lnTo>
                  <a:lnTo>
                    <a:pt x="330223" y="6076613"/>
                  </a:lnTo>
                  <a:lnTo>
                    <a:pt x="330349" y="6076613"/>
                  </a:lnTo>
                  <a:lnTo>
                    <a:pt x="330475" y="6076613"/>
                  </a:lnTo>
                  <a:lnTo>
                    <a:pt x="330601" y="6076613"/>
                  </a:lnTo>
                  <a:lnTo>
                    <a:pt x="330727" y="6076613"/>
                  </a:lnTo>
                  <a:lnTo>
                    <a:pt x="330853" y="6076613"/>
                  </a:lnTo>
                  <a:lnTo>
                    <a:pt x="330979" y="6076613"/>
                  </a:lnTo>
                  <a:lnTo>
                    <a:pt x="331106" y="6076613"/>
                  </a:lnTo>
                  <a:lnTo>
                    <a:pt x="331232" y="6076613"/>
                  </a:lnTo>
                  <a:lnTo>
                    <a:pt x="331358" y="6076613"/>
                  </a:lnTo>
                  <a:lnTo>
                    <a:pt x="331484" y="6076613"/>
                  </a:lnTo>
                  <a:lnTo>
                    <a:pt x="331610" y="6076613"/>
                  </a:lnTo>
                  <a:lnTo>
                    <a:pt x="331610" y="6071334"/>
                  </a:lnTo>
                  <a:lnTo>
                    <a:pt x="331736" y="6071334"/>
                  </a:lnTo>
                  <a:lnTo>
                    <a:pt x="331862" y="6071334"/>
                  </a:lnTo>
                  <a:lnTo>
                    <a:pt x="331988" y="6071334"/>
                  </a:lnTo>
                  <a:lnTo>
                    <a:pt x="332114" y="6071334"/>
                  </a:lnTo>
                  <a:lnTo>
                    <a:pt x="332240" y="6071334"/>
                  </a:lnTo>
                  <a:lnTo>
                    <a:pt x="332366" y="6071334"/>
                  </a:lnTo>
                  <a:lnTo>
                    <a:pt x="332493" y="6071334"/>
                  </a:lnTo>
                  <a:lnTo>
                    <a:pt x="332619" y="6071334"/>
                  </a:lnTo>
                  <a:lnTo>
                    <a:pt x="332745" y="6071334"/>
                  </a:lnTo>
                  <a:lnTo>
                    <a:pt x="332871" y="6071334"/>
                  </a:lnTo>
                  <a:lnTo>
                    <a:pt x="332871" y="6066055"/>
                  </a:lnTo>
                  <a:lnTo>
                    <a:pt x="332997" y="6066055"/>
                  </a:lnTo>
                  <a:lnTo>
                    <a:pt x="333123" y="6066055"/>
                  </a:lnTo>
                  <a:lnTo>
                    <a:pt x="333249" y="6066055"/>
                  </a:lnTo>
                  <a:lnTo>
                    <a:pt x="333375" y="6066055"/>
                  </a:lnTo>
                  <a:lnTo>
                    <a:pt x="333501" y="6066055"/>
                  </a:lnTo>
                  <a:lnTo>
                    <a:pt x="333627" y="6066055"/>
                  </a:lnTo>
                  <a:lnTo>
                    <a:pt x="333753" y="6066055"/>
                  </a:lnTo>
                  <a:lnTo>
                    <a:pt x="333880" y="6066055"/>
                  </a:lnTo>
                  <a:lnTo>
                    <a:pt x="334006" y="6066055"/>
                  </a:lnTo>
                  <a:lnTo>
                    <a:pt x="334132" y="6066055"/>
                  </a:lnTo>
                  <a:lnTo>
                    <a:pt x="334258" y="6066055"/>
                  </a:lnTo>
                  <a:lnTo>
                    <a:pt x="334384" y="6066055"/>
                  </a:lnTo>
                  <a:lnTo>
                    <a:pt x="334510" y="6066055"/>
                  </a:lnTo>
                  <a:lnTo>
                    <a:pt x="334636" y="6066055"/>
                  </a:lnTo>
                  <a:lnTo>
                    <a:pt x="334762" y="6066055"/>
                  </a:lnTo>
                  <a:lnTo>
                    <a:pt x="334888" y="6066055"/>
                  </a:lnTo>
                  <a:lnTo>
                    <a:pt x="335014" y="6066055"/>
                  </a:lnTo>
                  <a:lnTo>
                    <a:pt x="335140" y="6066055"/>
                  </a:lnTo>
                  <a:lnTo>
                    <a:pt x="335266" y="6066055"/>
                  </a:lnTo>
                  <a:lnTo>
                    <a:pt x="335393" y="6066055"/>
                  </a:lnTo>
                  <a:lnTo>
                    <a:pt x="335519" y="6066055"/>
                  </a:lnTo>
                  <a:lnTo>
                    <a:pt x="335645" y="6066055"/>
                  </a:lnTo>
                  <a:lnTo>
                    <a:pt x="335771" y="6066055"/>
                  </a:lnTo>
                  <a:lnTo>
                    <a:pt x="335897" y="6066055"/>
                  </a:lnTo>
                  <a:lnTo>
                    <a:pt x="336023" y="6066055"/>
                  </a:lnTo>
                  <a:lnTo>
                    <a:pt x="336149" y="6066055"/>
                  </a:lnTo>
                  <a:lnTo>
                    <a:pt x="336275" y="6066055"/>
                  </a:lnTo>
                  <a:lnTo>
                    <a:pt x="336401" y="6066055"/>
                  </a:lnTo>
                  <a:lnTo>
                    <a:pt x="336527" y="6066055"/>
                  </a:lnTo>
                  <a:lnTo>
                    <a:pt x="336653" y="6066055"/>
                  </a:lnTo>
                  <a:lnTo>
                    <a:pt x="336780" y="6066055"/>
                  </a:lnTo>
                  <a:lnTo>
                    <a:pt x="336906" y="6066055"/>
                  </a:lnTo>
                  <a:lnTo>
                    <a:pt x="337032" y="6066055"/>
                  </a:lnTo>
                  <a:lnTo>
                    <a:pt x="337158" y="6066055"/>
                  </a:lnTo>
                  <a:lnTo>
                    <a:pt x="337284" y="6066055"/>
                  </a:lnTo>
                  <a:lnTo>
                    <a:pt x="337410" y="6066055"/>
                  </a:lnTo>
                  <a:lnTo>
                    <a:pt x="337536" y="6066055"/>
                  </a:lnTo>
                  <a:lnTo>
                    <a:pt x="337662" y="6066055"/>
                  </a:lnTo>
                  <a:lnTo>
                    <a:pt x="337788" y="6066055"/>
                  </a:lnTo>
                  <a:lnTo>
                    <a:pt x="337914" y="6066055"/>
                  </a:lnTo>
                  <a:lnTo>
                    <a:pt x="337914" y="6060775"/>
                  </a:lnTo>
                  <a:lnTo>
                    <a:pt x="338040" y="6060775"/>
                  </a:lnTo>
                  <a:lnTo>
                    <a:pt x="338166" y="6060775"/>
                  </a:lnTo>
                  <a:lnTo>
                    <a:pt x="338293" y="6060775"/>
                  </a:lnTo>
                  <a:lnTo>
                    <a:pt x="338419" y="6060775"/>
                  </a:lnTo>
                  <a:lnTo>
                    <a:pt x="338545" y="6060775"/>
                  </a:lnTo>
                  <a:lnTo>
                    <a:pt x="338671" y="6060775"/>
                  </a:lnTo>
                  <a:lnTo>
                    <a:pt x="338797" y="6060775"/>
                  </a:lnTo>
                  <a:lnTo>
                    <a:pt x="338923" y="6060775"/>
                  </a:lnTo>
                  <a:lnTo>
                    <a:pt x="339049" y="6060775"/>
                  </a:lnTo>
                  <a:lnTo>
                    <a:pt x="339175" y="6060775"/>
                  </a:lnTo>
                  <a:lnTo>
                    <a:pt x="339301" y="6060775"/>
                  </a:lnTo>
                  <a:lnTo>
                    <a:pt x="339427" y="6060775"/>
                  </a:lnTo>
                  <a:lnTo>
                    <a:pt x="339553" y="6060775"/>
                  </a:lnTo>
                  <a:lnTo>
                    <a:pt x="339680" y="6060775"/>
                  </a:lnTo>
                  <a:lnTo>
                    <a:pt x="339806" y="6060775"/>
                  </a:lnTo>
                  <a:lnTo>
                    <a:pt x="339932" y="6060775"/>
                  </a:lnTo>
                  <a:lnTo>
                    <a:pt x="340058" y="6060775"/>
                  </a:lnTo>
                  <a:lnTo>
                    <a:pt x="340184" y="6060775"/>
                  </a:lnTo>
                  <a:lnTo>
                    <a:pt x="340310" y="6060775"/>
                  </a:lnTo>
                  <a:lnTo>
                    <a:pt x="340436" y="6060775"/>
                  </a:lnTo>
                  <a:lnTo>
                    <a:pt x="340562" y="6060775"/>
                  </a:lnTo>
                  <a:lnTo>
                    <a:pt x="340688" y="6060775"/>
                  </a:lnTo>
                  <a:lnTo>
                    <a:pt x="340814" y="6060775"/>
                  </a:lnTo>
                  <a:lnTo>
                    <a:pt x="340940" y="6060775"/>
                  </a:lnTo>
                  <a:lnTo>
                    <a:pt x="341067" y="6060775"/>
                  </a:lnTo>
                  <a:lnTo>
                    <a:pt x="341193" y="6060775"/>
                  </a:lnTo>
                  <a:lnTo>
                    <a:pt x="341319" y="6060775"/>
                  </a:lnTo>
                  <a:lnTo>
                    <a:pt x="341445" y="6060775"/>
                  </a:lnTo>
                  <a:lnTo>
                    <a:pt x="341571" y="6060775"/>
                  </a:lnTo>
                  <a:lnTo>
                    <a:pt x="341697" y="6060775"/>
                  </a:lnTo>
                  <a:lnTo>
                    <a:pt x="341823" y="6060775"/>
                  </a:lnTo>
                  <a:lnTo>
                    <a:pt x="341949" y="6060775"/>
                  </a:lnTo>
                  <a:lnTo>
                    <a:pt x="342075" y="6060775"/>
                  </a:lnTo>
                  <a:lnTo>
                    <a:pt x="342201" y="6060775"/>
                  </a:lnTo>
                  <a:lnTo>
                    <a:pt x="342327" y="6060775"/>
                  </a:lnTo>
                  <a:lnTo>
                    <a:pt x="342453" y="6060775"/>
                  </a:lnTo>
                  <a:lnTo>
                    <a:pt x="342580" y="6060775"/>
                  </a:lnTo>
                  <a:lnTo>
                    <a:pt x="342706" y="6060775"/>
                  </a:lnTo>
                  <a:lnTo>
                    <a:pt x="342832" y="6060775"/>
                  </a:lnTo>
                  <a:lnTo>
                    <a:pt x="342958" y="6060775"/>
                  </a:lnTo>
                  <a:lnTo>
                    <a:pt x="343084" y="6060775"/>
                  </a:lnTo>
                  <a:lnTo>
                    <a:pt x="343210" y="6060775"/>
                  </a:lnTo>
                  <a:lnTo>
                    <a:pt x="343336" y="6060775"/>
                  </a:lnTo>
                  <a:lnTo>
                    <a:pt x="343462" y="6060775"/>
                  </a:lnTo>
                  <a:lnTo>
                    <a:pt x="343588" y="6060775"/>
                  </a:lnTo>
                  <a:lnTo>
                    <a:pt x="343714" y="6060775"/>
                  </a:lnTo>
                  <a:lnTo>
                    <a:pt x="343840" y="6060775"/>
                  </a:lnTo>
                  <a:lnTo>
                    <a:pt x="343967" y="6060775"/>
                  </a:lnTo>
                  <a:lnTo>
                    <a:pt x="344093" y="6060775"/>
                  </a:lnTo>
                  <a:lnTo>
                    <a:pt x="344219" y="6060775"/>
                  </a:lnTo>
                  <a:lnTo>
                    <a:pt x="344345" y="6060775"/>
                  </a:lnTo>
                  <a:lnTo>
                    <a:pt x="344471" y="6060775"/>
                  </a:lnTo>
                  <a:lnTo>
                    <a:pt x="344597" y="6060775"/>
                  </a:lnTo>
                  <a:lnTo>
                    <a:pt x="344723" y="6060775"/>
                  </a:lnTo>
                  <a:lnTo>
                    <a:pt x="344849" y="6060775"/>
                  </a:lnTo>
                  <a:lnTo>
                    <a:pt x="344975" y="6060775"/>
                  </a:lnTo>
                  <a:lnTo>
                    <a:pt x="345101" y="6060775"/>
                  </a:lnTo>
                  <a:lnTo>
                    <a:pt x="345227" y="6060775"/>
                  </a:lnTo>
                  <a:lnTo>
                    <a:pt x="345353" y="6060775"/>
                  </a:lnTo>
                  <a:lnTo>
                    <a:pt x="345480" y="6060775"/>
                  </a:lnTo>
                  <a:lnTo>
                    <a:pt x="345606" y="6060775"/>
                  </a:lnTo>
                  <a:lnTo>
                    <a:pt x="345732" y="6060775"/>
                  </a:lnTo>
                  <a:lnTo>
                    <a:pt x="345858" y="6060775"/>
                  </a:lnTo>
                  <a:lnTo>
                    <a:pt x="345984" y="6060775"/>
                  </a:lnTo>
                  <a:lnTo>
                    <a:pt x="346110" y="6060775"/>
                  </a:lnTo>
                  <a:lnTo>
                    <a:pt x="346236" y="6060775"/>
                  </a:lnTo>
                  <a:lnTo>
                    <a:pt x="346362" y="6060775"/>
                  </a:lnTo>
                  <a:lnTo>
                    <a:pt x="346488" y="6060775"/>
                  </a:lnTo>
                  <a:lnTo>
                    <a:pt x="346614" y="6060775"/>
                  </a:lnTo>
                  <a:lnTo>
                    <a:pt x="346740" y="6060775"/>
                  </a:lnTo>
                  <a:lnTo>
                    <a:pt x="346867" y="6060775"/>
                  </a:lnTo>
                  <a:lnTo>
                    <a:pt x="346993" y="6060775"/>
                  </a:lnTo>
                  <a:lnTo>
                    <a:pt x="347119" y="6060775"/>
                  </a:lnTo>
                  <a:lnTo>
                    <a:pt x="347245" y="6060775"/>
                  </a:lnTo>
                  <a:lnTo>
                    <a:pt x="347371" y="6060775"/>
                  </a:lnTo>
                  <a:lnTo>
                    <a:pt x="347497" y="6060775"/>
                  </a:lnTo>
                  <a:lnTo>
                    <a:pt x="347623" y="6060775"/>
                  </a:lnTo>
                  <a:lnTo>
                    <a:pt x="347749" y="6060775"/>
                  </a:lnTo>
                  <a:lnTo>
                    <a:pt x="347875" y="6060775"/>
                  </a:lnTo>
                  <a:lnTo>
                    <a:pt x="348001" y="6060775"/>
                  </a:lnTo>
                  <a:lnTo>
                    <a:pt x="348127" y="6060775"/>
                  </a:lnTo>
                  <a:lnTo>
                    <a:pt x="348253" y="6060775"/>
                  </a:lnTo>
                  <a:lnTo>
                    <a:pt x="348380" y="6060775"/>
                  </a:lnTo>
                  <a:lnTo>
                    <a:pt x="348506" y="6060775"/>
                  </a:lnTo>
                  <a:lnTo>
                    <a:pt x="348632" y="6060775"/>
                  </a:lnTo>
                  <a:lnTo>
                    <a:pt x="348758" y="6060775"/>
                  </a:lnTo>
                  <a:lnTo>
                    <a:pt x="348884" y="6060775"/>
                  </a:lnTo>
                  <a:lnTo>
                    <a:pt x="349010" y="6060775"/>
                  </a:lnTo>
                  <a:lnTo>
                    <a:pt x="349136" y="6060775"/>
                  </a:lnTo>
                  <a:lnTo>
                    <a:pt x="349262" y="6060775"/>
                  </a:lnTo>
                  <a:lnTo>
                    <a:pt x="349388" y="6060775"/>
                  </a:lnTo>
                  <a:lnTo>
                    <a:pt x="349514" y="6060775"/>
                  </a:lnTo>
                  <a:lnTo>
                    <a:pt x="349640" y="6060775"/>
                  </a:lnTo>
                  <a:lnTo>
                    <a:pt x="349767" y="6060775"/>
                  </a:lnTo>
                  <a:lnTo>
                    <a:pt x="349893" y="6060775"/>
                  </a:lnTo>
                  <a:lnTo>
                    <a:pt x="350019" y="6060775"/>
                  </a:lnTo>
                  <a:lnTo>
                    <a:pt x="350145" y="6060775"/>
                  </a:lnTo>
                  <a:lnTo>
                    <a:pt x="350271" y="6060775"/>
                  </a:lnTo>
                  <a:lnTo>
                    <a:pt x="350397" y="6060775"/>
                  </a:lnTo>
                  <a:lnTo>
                    <a:pt x="350523" y="6060775"/>
                  </a:lnTo>
                  <a:lnTo>
                    <a:pt x="350649" y="6060775"/>
                  </a:lnTo>
                  <a:lnTo>
                    <a:pt x="350775" y="6060775"/>
                  </a:lnTo>
                  <a:lnTo>
                    <a:pt x="350901" y="6060775"/>
                  </a:lnTo>
                  <a:lnTo>
                    <a:pt x="351027" y="6060775"/>
                  </a:lnTo>
                  <a:lnTo>
                    <a:pt x="351154" y="6060775"/>
                  </a:lnTo>
                  <a:lnTo>
                    <a:pt x="351280" y="6060775"/>
                  </a:lnTo>
                  <a:lnTo>
                    <a:pt x="351406" y="6060775"/>
                  </a:lnTo>
                  <a:lnTo>
                    <a:pt x="351532" y="6060775"/>
                  </a:lnTo>
                  <a:lnTo>
                    <a:pt x="351658" y="6060775"/>
                  </a:lnTo>
                  <a:lnTo>
                    <a:pt x="351784" y="6060775"/>
                  </a:lnTo>
                  <a:lnTo>
                    <a:pt x="351910" y="6060775"/>
                  </a:lnTo>
                  <a:lnTo>
                    <a:pt x="352036" y="6060775"/>
                  </a:lnTo>
                  <a:lnTo>
                    <a:pt x="352162" y="6060775"/>
                  </a:lnTo>
                  <a:lnTo>
                    <a:pt x="352162" y="6055496"/>
                  </a:lnTo>
                  <a:lnTo>
                    <a:pt x="352288" y="6055496"/>
                  </a:lnTo>
                  <a:lnTo>
                    <a:pt x="352288" y="6050216"/>
                  </a:lnTo>
                  <a:lnTo>
                    <a:pt x="352414" y="6050216"/>
                  </a:lnTo>
                  <a:lnTo>
                    <a:pt x="352540" y="6050216"/>
                  </a:lnTo>
                  <a:lnTo>
                    <a:pt x="352667" y="6050216"/>
                  </a:lnTo>
                  <a:lnTo>
                    <a:pt x="352793" y="6050216"/>
                  </a:lnTo>
                  <a:lnTo>
                    <a:pt x="352919" y="6050216"/>
                  </a:lnTo>
                  <a:lnTo>
                    <a:pt x="353045" y="6050216"/>
                  </a:lnTo>
                  <a:lnTo>
                    <a:pt x="353171" y="6050216"/>
                  </a:lnTo>
                  <a:lnTo>
                    <a:pt x="353297" y="6050216"/>
                  </a:lnTo>
                  <a:lnTo>
                    <a:pt x="353423" y="6050216"/>
                  </a:lnTo>
                  <a:lnTo>
                    <a:pt x="353549" y="6050216"/>
                  </a:lnTo>
                  <a:lnTo>
                    <a:pt x="353675" y="6050216"/>
                  </a:lnTo>
                  <a:lnTo>
                    <a:pt x="353801" y="6050216"/>
                  </a:lnTo>
                  <a:lnTo>
                    <a:pt x="353927" y="6050216"/>
                  </a:lnTo>
                  <a:lnTo>
                    <a:pt x="354054" y="6050216"/>
                  </a:lnTo>
                  <a:lnTo>
                    <a:pt x="354180" y="6050216"/>
                  </a:lnTo>
                  <a:lnTo>
                    <a:pt x="354306" y="6050216"/>
                  </a:lnTo>
                  <a:lnTo>
                    <a:pt x="354432" y="6050216"/>
                  </a:lnTo>
                  <a:lnTo>
                    <a:pt x="354558" y="6050216"/>
                  </a:lnTo>
                  <a:lnTo>
                    <a:pt x="354684" y="6050216"/>
                  </a:lnTo>
                  <a:lnTo>
                    <a:pt x="354810" y="6050216"/>
                  </a:lnTo>
                  <a:lnTo>
                    <a:pt x="354936" y="6050216"/>
                  </a:lnTo>
                  <a:lnTo>
                    <a:pt x="355062" y="6050216"/>
                  </a:lnTo>
                  <a:lnTo>
                    <a:pt x="355062" y="6044937"/>
                  </a:lnTo>
                  <a:lnTo>
                    <a:pt x="355188" y="6044937"/>
                  </a:lnTo>
                  <a:lnTo>
                    <a:pt x="355314" y="6044937"/>
                  </a:lnTo>
                  <a:lnTo>
                    <a:pt x="355440" y="6044937"/>
                  </a:lnTo>
                  <a:lnTo>
                    <a:pt x="355567" y="6044937"/>
                  </a:lnTo>
                  <a:lnTo>
                    <a:pt x="355693" y="6044937"/>
                  </a:lnTo>
                  <a:lnTo>
                    <a:pt x="355819" y="6044937"/>
                  </a:lnTo>
                  <a:lnTo>
                    <a:pt x="355945" y="6044937"/>
                  </a:lnTo>
                  <a:lnTo>
                    <a:pt x="356071" y="6044937"/>
                  </a:lnTo>
                  <a:lnTo>
                    <a:pt x="356197" y="6044937"/>
                  </a:lnTo>
                  <a:lnTo>
                    <a:pt x="356323" y="6044937"/>
                  </a:lnTo>
                  <a:lnTo>
                    <a:pt x="356449" y="6044937"/>
                  </a:lnTo>
                  <a:lnTo>
                    <a:pt x="356575" y="6044937"/>
                  </a:lnTo>
                  <a:lnTo>
                    <a:pt x="356701" y="6044937"/>
                  </a:lnTo>
                  <a:lnTo>
                    <a:pt x="356827" y="6044937"/>
                  </a:lnTo>
                  <a:lnTo>
                    <a:pt x="356954" y="6044937"/>
                  </a:lnTo>
                  <a:lnTo>
                    <a:pt x="357080" y="6044937"/>
                  </a:lnTo>
                  <a:lnTo>
                    <a:pt x="357080" y="6039658"/>
                  </a:lnTo>
                  <a:lnTo>
                    <a:pt x="357206" y="6039658"/>
                  </a:lnTo>
                  <a:lnTo>
                    <a:pt x="357332" y="6039658"/>
                  </a:lnTo>
                  <a:lnTo>
                    <a:pt x="357458" y="6039658"/>
                  </a:lnTo>
                  <a:lnTo>
                    <a:pt x="357584" y="6039658"/>
                  </a:lnTo>
                  <a:lnTo>
                    <a:pt x="357710" y="6039658"/>
                  </a:lnTo>
                  <a:lnTo>
                    <a:pt x="357836" y="6039658"/>
                  </a:lnTo>
                  <a:lnTo>
                    <a:pt x="357962" y="6039658"/>
                  </a:lnTo>
                  <a:lnTo>
                    <a:pt x="357962" y="6034378"/>
                  </a:lnTo>
                  <a:lnTo>
                    <a:pt x="358088" y="6034378"/>
                  </a:lnTo>
                  <a:lnTo>
                    <a:pt x="358214" y="6034378"/>
                  </a:lnTo>
                  <a:lnTo>
                    <a:pt x="358341" y="6034378"/>
                  </a:lnTo>
                  <a:lnTo>
                    <a:pt x="358467" y="6034378"/>
                  </a:lnTo>
                  <a:lnTo>
                    <a:pt x="358593" y="6034378"/>
                  </a:lnTo>
                  <a:lnTo>
                    <a:pt x="358719" y="6034378"/>
                  </a:lnTo>
                  <a:lnTo>
                    <a:pt x="358845" y="6034378"/>
                  </a:lnTo>
                  <a:lnTo>
                    <a:pt x="358971" y="6034378"/>
                  </a:lnTo>
                  <a:lnTo>
                    <a:pt x="359097" y="6034378"/>
                  </a:lnTo>
                  <a:lnTo>
                    <a:pt x="359223" y="6034378"/>
                  </a:lnTo>
                  <a:lnTo>
                    <a:pt x="359349" y="6034378"/>
                  </a:lnTo>
                  <a:lnTo>
                    <a:pt x="359475" y="6034378"/>
                  </a:lnTo>
                  <a:lnTo>
                    <a:pt x="359601" y="6034378"/>
                  </a:lnTo>
                  <a:lnTo>
                    <a:pt x="359727" y="6034378"/>
                  </a:lnTo>
                  <a:lnTo>
                    <a:pt x="359854" y="6034378"/>
                  </a:lnTo>
                  <a:lnTo>
                    <a:pt x="359980" y="6034378"/>
                  </a:lnTo>
                  <a:lnTo>
                    <a:pt x="360106" y="6034378"/>
                  </a:lnTo>
                  <a:lnTo>
                    <a:pt x="360232" y="6034378"/>
                  </a:lnTo>
                  <a:lnTo>
                    <a:pt x="360358" y="6034378"/>
                  </a:lnTo>
                  <a:lnTo>
                    <a:pt x="360484" y="6034378"/>
                  </a:lnTo>
                  <a:lnTo>
                    <a:pt x="360610" y="6034378"/>
                  </a:lnTo>
                  <a:lnTo>
                    <a:pt x="360736" y="6034378"/>
                  </a:lnTo>
                  <a:lnTo>
                    <a:pt x="360862" y="6034378"/>
                  </a:lnTo>
                  <a:lnTo>
                    <a:pt x="360988" y="6034378"/>
                  </a:lnTo>
                  <a:lnTo>
                    <a:pt x="361114" y="6034378"/>
                  </a:lnTo>
                  <a:lnTo>
                    <a:pt x="361241" y="6034378"/>
                  </a:lnTo>
                  <a:lnTo>
                    <a:pt x="361367" y="6034378"/>
                  </a:lnTo>
                  <a:lnTo>
                    <a:pt x="361493" y="6034378"/>
                  </a:lnTo>
                  <a:lnTo>
                    <a:pt x="361619" y="6034378"/>
                  </a:lnTo>
                  <a:lnTo>
                    <a:pt x="361745" y="6034378"/>
                  </a:lnTo>
                  <a:lnTo>
                    <a:pt x="361871" y="6034378"/>
                  </a:lnTo>
                  <a:lnTo>
                    <a:pt x="361997" y="6034378"/>
                  </a:lnTo>
                  <a:lnTo>
                    <a:pt x="362123" y="6034378"/>
                  </a:lnTo>
                  <a:lnTo>
                    <a:pt x="362249" y="6034378"/>
                  </a:lnTo>
                  <a:lnTo>
                    <a:pt x="362375" y="6034378"/>
                  </a:lnTo>
                  <a:lnTo>
                    <a:pt x="362501" y="6034378"/>
                  </a:lnTo>
                  <a:lnTo>
                    <a:pt x="362627" y="6034378"/>
                  </a:lnTo>
                  <a:lnTo>
                    <a:pt x="362754" y="6034378"/>
                  </a:lnTo>
                  <a:lnTo>
                    <a:pt x="362880" y="6034378"/>
                  </a:lnTo>
                  <a:lnTo>
                    <a:pt x="362880" y="6029099"/>
                  </a:lnTo>
                  <a:lnTo>
                    <a:pt x="363006" y="6029099"/>
                  </a:lnTo>
                  <a:lnTo>
                    <a:pt x="363132" y="6029099"/>
                  </a:lnTo>
                  <a:lnTo>
                    <a:pt x="363258" y="6029099"/>
                  </a:lnTo>
                  <a:lnTo>
                    <a:pt x="363384" y="6029099"/>
                  </a:lnTo>
                  <a:lnTo>
                    <a:pt x="363510" y="6029099"/>
                  </a:lnTo>
                  <a:lnTo>
                    <a:pt x="363636" y="6029099"/>
                  </a:lnTo>
                  <a:lnTo>
                    <a:pt x="363762" y="6029099"/>
                  </a:lnTo>
                  <a:lnTo>
                    <a:pt x="363888" y="6029099"/>
                  </a:lnTo>
                  <a:lnTo>
                    <a:pt x="364014" y="6029099"/>
                  </a:lnTo>
                  <a:lnTo>
                    <a:pt x="364141" y="6029099"/>
                  </a:lnTo>
                  <a:lnTo>
                    <a:pt x="364267" y="6029099"/>
                  </a:lnTo>
                  <a:lnTo>
                    <a:pt x="364393" y="6029099"/>
                  </a:lnTo>
                  <a:lnTo>
                    <a:pt x="364393" y="6023819"/>
                  </a:lnTo>
                  <a:lnTo>
                    <a:pt x="364519" y="6023819"/>
                  </a:lnTo>
                  <a:lnTo>
                    <a:pt x="364645" y="6023819"/>
                  </a:lnTo>
                  <a:lnTo>
                    <a:pt x="364771" y="6023819"/>
                  </a:lnTo>
                  <a:lnTo>
                    <a:pt x="364897" y="6023819"/>
                  </a:lnTo>
                  <a:lnTo>
                    <a:pt x="365023" y="6023819"/>
                  </a:lnTo>
                  <a:lnTo>
                    <a:pt x="365149" y="6023819"/>
                  </a:lnTo>
                  <a:lnTo>
                    <a:pt x="365275" y="6023819"/>
                  </a:lnTo>
                  <a:lnTo>
                    <a:pt x="365401" y="6023819"/>
                  </a:lnTo>
                  <a:lnTo>
                    <a:pt x="365528" y="6023819"/>
                  </a:lnTo>
                  <a:lnTo>
                    <a:pt x="365654" y="6023819"/>
                  </a:lnTo>
                  <a:lnTo>
                    <a:pt x="365780" y="6023819"/>
                  </a:lnTo>
                  <a:lnTo>
                    <a:pt x="365906" y="6023819"/>
                  </a:lnTo>
                  <a:lnTo>
                    <a:pt x="366032" y="6023819"/>
                  </a:lnTo>
                  <a:lnTo>
                    <a:pt x="366158" y="6023819"/>
                  </a:lnTo>
                  <a:lnTo>
                    <a:pt x="366284" y="6023819"/>
                  </a:lnTo>
                  <a:lnTo>
                    <a:pt x="366410" y="6023819"/>
                  </a:lnTo>
                  <a:lnTo>
                    <a:pt x="366536" y="6023819"/>
                  </a:lnTo>
                  <a:lnTo>
                    <a:pt x="366662" y="6023819"/>
                  </a:lnTo>
                  <a:lnTo>
                    <a:pt x="366788" y="6023819"/>
                  </a:lnTo>
                  <a:lnTo>
                    <a:pt x="366914" y="6023819"/>
                  </a:lnTo>
                  <a:lnTo>
                    <a:pt x="367041" y="6023819"/>
                  </a:lnTo>
                  <a:lnTo>
                    <a:pt x="367167" y="6023819"/>
                  </a:lnTo>
                  <a:lnTo>
                    <a:pt x="367293" y="6023819"/>
                  </a:lnTo>
                  <a:lnTo>
                    <a:pt x="367419" y="6023819"/>
                  </a:lnTo>
                  <a:lnTo>
                    <a:pt x="367545" y="6023819"/>
                  </a:lnTo>
                  <a:lnTo>
                    <a:pt x="367671" y="6023819"/>
                  </a:lnTo>
                  <a:lnTo>
                    <a:pt x="367797" y="6023819"/>
                  </a:lnTo>
                  <a:lnTo>
                    <a:pt x="367923" y="6023819"/>
                  </a:lnTo>
                  <a:lnTo>
                    <a:pt x="368049" y="6023819"/>
                  </a:lnTo>
                  <a:lnTo>
                    <a:pt x="368175" y="6023819"/>
                  </a:lnTo>
                  <a:lnTo>
                    <a:pt x="368301" y="6023819"/>
                  </a:lnTo>
                  <a:lnTo>
                    <a:pt x="368428" y="6023819"/>
                  </a:lnTo>
                  <a:lnTo>
                    <a:pt x="368554" y="6023819"/>
                  </a:lnTo>
                  <a:lnTo>
                    <a:pt x="368554" y="6018540"/>
                  </a:lnTo>
                  <a:lnTo>
                    <a:pt x="368680" y="6018540"/>
                  </a:lnTo>
                  <a:lnTo>
                    <a:pt x="368806" y="6018540"/>
                  </a:lnTo>
                  <a:lnTo>
                    <a:pt x="368806" y="6013260"/>
                  </a:lnTo>
                  <a:lnTo>
                    <a:pt x="368932" y="6013260"/>
                  </a:lnTo>
                  <a:lnTo>
                    <a:pt x="369058" y="6013260"/>
                  </a:lnTo>
                  <a:lnTo>
                    <a:pt x="369184" y="6013260"/>
                  </a:lnTo>
                  <a:lnTo>
                    <a:pt x="369310" y="6013260"/>
                  </a:lnTo>
                  <a:lnTo>
                    <a:pt x="369436" y="6013260"/>
                  </a:lnTo>
                  <a:lnTo>
                    <a:pt x="369562" y="6013260"/>
                  </a:lnTo>
                  <a:lnTo>
                    <a:pt x="369688" y="6013260"/>
                  </a:lnTo>
                  <a:lnTo>
                    <a:pt x="369814" y="6013260"/>
                  </a:lnTo>
                  <a:lnTo>
                    <a:pt x="369941" y="6013260"/>
                  </a:lnTo>
                  <a:lnTo>
                    <a:pt x="370067" y="6013260"/>
                  </a:lnTo>
                  <a:lnTo>
                    <a:pt x="370193" y="6013260"/>
                  </a:lnTo>
                  <a:lnTo>
                    <a:pt x="370319" y="6013260"/>
                  </a:lnTo>
                  <a:lnTo>
                    <a:pt x="370445" y="6013260"/>
                  </a:lnTo>
                  <a:lnTo>
                    <a:pt x="370571" y="6013260"/>
                  </a:lnTo>
                  <a:lnTo>
                    <a:pt x="370697" y="6013260"/>
                  </a:lnTo>
                  <a:lnTo>
                    <a:pt x="370823" y="6013260"/>
                  </a:lnTo>
                  <a:lnTo>
                    <a:pt x="370949" y="6013260"/>
                  </a:lnTo>
                  <a:lnTo>
                    <a:pt x="371075" y="6013260"/>
                  </a:lnTo>
                  <a:lnTo>
                    <a:pt x="371201" y="6013260"/>
                  </a:lnTo>
                  <a:lnTo>
                    <a:pt x="371328" y="6013260"/>
                  </a:lnTo>
                  <a:lnTo>
                    <a:pt x="371454" y="6013260"/>
                  </a:lnTo>
                  <a:lnTo>
                    <a:pt x="371580" y="6013260"/>
                  </a:lnTo>
                  <a:lnTo>
                    <a:pt x="371706" y="6013260"/>
                  </a:lnTo>
                  <a:lnTo>
                    <a:pt x="371832" y="6013260"/>
                  </a:lnTo>
                  <a:lnTo>
                    <a:pt x="371958" y="6013260"/>
                  </a:lnTo>
                  <a:lnTo>
                    <a:pt x="372084" y="6013260"/>
                  </a:lnTo>
                  <a:lnTo>
                    <a:pt x="372210" y="6013260"/>
                  </a:lnTo>
                  <a:lnTo>
                    <a:pt x="372336" y="6013260"/>
                  </a:lnTo>
                  <a:lnTo>
                    <a:pt x="372462" y="6013260"/>
                  </a:lnTo>
                  <a:lnTo>
                    <a:pt x="372588" y="6013260"/>
                  </a:lnTo>
                  <a:lnTo>
                    <a:pt x="372714" y="6013260"/>
                  </a:lnTo>
                  <a:lnTo>
                    <a:pt x="372841" y="6013260"/>
                  </a:lnTo>
                  <a:lnTo>
                    <a:pt x="372967" y="6013260"/>
                  </a:lnTo>
                  <a:lnTo>
                    <a:pt x="373093" y="6013260"/>
                  </a:lnTo>
                  <a:lnTo>
                    <a:pt x="373219" y="6013260"/>
                  </a:lnTo>
                  <a:lnTo>
                    <a:pt x="373345" y="6013260"/>
                  </a:lnTo>
                  <a:lnTo>
                    <a:pt x="373471" y="6013260"/>
                  </a:lnTo>
                  <a:lnTo>
                    <a:pt x="373597" y="6013260"/>
                  </a:lnTo>
                  <a:lnTo>
                    <a:pt x="373723" y="6013260"/>
                  </a:lnTo>
                  <a:lnTo>
                    <a:pt x="373849" y="6013260"/>
                  </a:lnTo>
                  <a:lnTo>
                    <a:pt x="373975" y="6013260"/>
                  </a:lnTo>
                  <a:lnTo>
                    <a:pt x="374101" y="6013260"/>
                  </a:lnTo>
                  <a:lnTo>
                    <a:pt x="374228" y="6013260"/>
                  </a:lnTo>
                  <a:lnTo>
                    <a:pt x="374354" y="6013260"/>
                  </a:lnTo>
                  <a:lnTo>
                    <a:pt x="374480" y="6013260"/>
                  </a:lnTo>
                  <a:lnTo>
                    <a:pt x="374606" y="6013260"/>
                  </a:lnTo>
                  <a:lnTo>
                    <a:pt x="374732" y="6013260"/>
                  </a:lnTo>
                  <a:lnTo>
                    <a:pt x="374858" y="6013260"/>
                  </a:lnTo>
                  <a:lnTo>
                    <a:pt x="374984" y="6013260"/>
                  </a:lnTo>
                  <a:lnTo>
                    <a:pt x="375110" y="6013260"/>
                  </a:lnTo>
                  <a:lnTo>
                    <a:pt x="375236" y="6013260"/>
                  </a:lnTo>
                  <a:lnTo>
                    <a:pt x="375236" y="6007981"/>
                  </a:lnTo>
                  <a:lnTo>
                    <a:pt x="375362" y="6007981"/>
                  </a:lnTo>
                  <a:lnTo>
                    <a:pt x="375488" y="6007981"/>
                  </a:lnTo>
                  <a:lnTo>
                    <a:pt x="375615" y="6007981"/>
                  </a:lnTo>
                  <a:lnTo>
                    <a:pt x="375741" y="6007981"/>
                  </a:lnTo>
                  <a:lnTo>
                    <a:pt x="375867" y="6007981"/>
                  </a:lnTo>
                  <a:lnTo>
                    <a:pt x="375993" y="6007981"/>
                  </a:lnTo>
                  <a:lnTo>
                    <a:pt x="376119" y="6007981"/>
                  </a:lnTo>
                  <a:lnTo>
                    <a:pt x="376245" y="6007981"/>
                  </a:lnTo>
                  <a:lnTo>
                    <a:pt x="376371" y="6007981"/>
                  </a:lnTo>
                  <a:lnTo>
                    <a:pt x="376497" y="6007981"/>
                  </a:lnTo>
                  <a:lnTo>
                    <a:pt x="376623" y="6007981"/>
                  </a:lnTo>
                  <a:lnTo>
                    <a:pt x="376749" y="6007981"/>
                  </a:lnTo>
                  <a:lnTo>
                    <a:pt x="376875" y="6007981"/>
                  </a:lnTo>
                  <a:lnTo>
                    <a:pt x="377001" y="6007981"/>
                  </a:lnTo>
                  <a:lnTo>
                    <a:pt x="377128" y="6007981"/>
                  </a:lnTo>
                  <a:lnTo>
                    <a:pt x="377254" y="6007981"/>
                  </a:lnTo>
                  <a:lnTo>
                    <a:pt x="377380" y="6007981"/>
                  </a:lnTo>
                  <a:lnTo>
                    <a:pt x="377506" y="6007981"/>
                  </a:lnTo>
                  <a:lnTo>
                    <a:pt x="377632" y="6007981"/>
                  </a:lnTo>
                  <a:lnTo>
                    <a:pt x="377758" y="6007981"/>
                  </a:lnTo>
                  <a:lnTo>
                    <a:pt x="377884" y="6007981"/>
                  </a:lnTo>
                  <a:lnTo>
                    <a:pt x="378010" y="6007981"/>
                  </a:lnTo>
                  <a:lnTo>
                    <a:pt x="378010" y="6002702"/>
                  </a:lnTo>
                  <a:lnTo>
                    <a:pt x="378136" y="6002702"/>
                  </a:lnTo>
                  <a:lnTo>
                    <a:pt x="378262" y="6002702"/>
                  </a:lnTo>
                  <a:lnTo>
                    <a:pt x="378388" y="6002702"/>
                  </a:lnTo>
                  <a:lnTo>
                    <a:pt x="378515" y="6002702"/>
                  </a:lnTo>
                  <a:lnTo>
                    <a:pt x="378641" y="6002702"/>
                  </a:lnTo>
                  <a:lnTo>
                    <a:pt x="378767" y="6002702"/>
                  </a:lnTo>
                  <a:lnTo>
                    <a:pt x="378893" y="6002702"/>
                  </a:lnTo>
                  <a:lnTo>
                    <a:pt x="379019" y="6002702"/>
                  </a:lnTo>
                  <a:lnTo>
                    <a:pt x="379145" y="6002702"/>
                  </a:lnTo>
                  <a:lnTo>
                    <a:pt x="379271" y="6002702"/>
                  </a:lnTo>
                  <a:lnTo>
                    <a:pt x="379397" y="6002702"/>
                  </a:lnTo>
                  <a:lnTo>
                    <a:pt x="379523" y="6002702"/>
                  </a:lnTo>
                  <a:lnTo>
                    <a:pt x="379649" y="6002702"/>
                  </a:lnTo>
                  <a:lnTo>
                    <a:pt x="379775" y="6002702"/>
                  </a:lnTo>
                  <a:lnTo>
                    <a:pt x="379901" y="6002702"/>
                  </a:lnTo>
                  <a:lnTo>
                    <a:pt x="380028" y="6002702"/>
                  </a:lnTo>
                  <a:lnTo>
                    <a:pt x="380154" y="6002702"/>
                  </a:lnTo>
                  <a:lnTo>
                    <a:pt x="380280" y="6002702"/>
                  </a:lnTo>
                  <a:lnTo>
                    <a:pt x="380406" y="6002702"/>
                  </a:lnTo>
                  <a:lnTo>
                    <a:pt x="380532" y="6002702"/>
                  </a:lnTo>
                  <a:lnTo>
                    <a:pt x="380658" y="6002702"/>
                  </a:lnTo>
                  <a:lnTo>
                    <a:pt x="380784" y="6002702"/>
                  </a:lnTo>
                  <a:lnTo>
                    <a:pt x="380910" y="6002702"/>
                  </a:lnTo>
                  <a:lnTo>
                    <a:pt x="381036" y="6002702"/>
                  </a:lnTo>
                  <a:lnTo>
                    <a:pt x="381162" y="6002702"/>
                  </a:lnTo>
                  <a:lnTo>
                    <a:pt x="381288" y="6002702"/>
                  </a:lnTo>
                  <a:lnTo>
                    <a:pt x="381415" y="6002702"/>
                  </a:lnTo>
                  <a:lnTo>
                    <a:pt x="381541" y="6002702"/>
                  </a:lnTo>
                  <a:lnTo>
                    <a:pt x="381667" y="6002702"/>
                  </a:lnTo>
                  <a:lnTo>
                    <a:pt x="381793" y="6002702"/>
                  </a:lnTo>
                  <a:lnTo>
                    <a:pt x="381919" y="6002702"/>
                  </a:lnTo>
                  <a:lnTo>
                    <a:pt x="382045" y="6002702"/>
                  </a:lnTo>
                  <a:lnTo>
                    <a:pt x="382171" y="6002702"/>
                  </a:lnTo>
                  <a:lnTo>
                    <a:pt x="382297" y="6002702"/>
                  </a:lnTo>
                  <a:lnTo>
                    <a:pt x="382423" y="6002702"/>
                  </a:lnTo>
                  <a:lnTo>
                    <a:pt x="382549" y="6002702"/>
                  </a:lnTo>
                  <a:lnTo>
                    <a:pt x="382675" y="6002702"/>
                  </a:lnTo>
                  <a:lnTo>
                    <a:pt x="382802" y="6002702"/>
                  </a:lnTo>
                  <a:lnTo>
                    <a:pt x="382928" y="6002702"/>
                  </a:lnTo>
                  <a:lnTo>
                    <a:pt x="383054" y="6002702"/>
                  </a:lnTo>
                  <a:lnTo>
                    <a:pt x="383180" y="6002702"/>
                  </a:lnTo>
                  <a:lnTo>
                    <a:pt x="383306" y="6002702"/>
                  </a:lnTo>
                  <a:lnTo>
                    <a:pt x="383432" y="6002702"/>
                  </a:lnTo>
                  <a:lnTo>
                    <a:pt x="383558" y="6002702"/>
                  </a:lnTo>
                  <a:lnTo>
                    <a:pt x="383684" y="6002702"/>
                  </a:lnTo>
                  <a:lnTo>
                    <a:pt x="383810" y="6002702"/>
                  </a:lnTo>
                  <a:lnTo>
                    <a:pt x="383936" y="6002702"/>
                  </a:lnTo>
                  <a:lnTo>
                    <a:pt x="384062" y="6002702"/>
                  </a:lnTo>
                  <a:lnTo>
                    <a:pt x="384188" y="6002702"/>
                  </a:lnTo>
                  <a:lnTo>
                    <a:pt x="384315" y="6002702"/>
                  </a:lnTo>
                  <a:lnTo>
                    <a:pt x="384441" y="6002702"/>
                  </a:lnTo>
                  <a:lnTo>
                    <a:pt x="384567" y="6002702"/>
                  </a:lnTo>
                  <a:lnTo>
                    <a:pt x="384693" y="6002702"/>
                  </a:lnTo>
                  <a:lnTo>
                    <a:pt x="384819" y="6002702"/>
                  </a:lnTo>
                  <a:lnTo>
                    <a:pt x="384945" y="6002702"/>
                  </a:lnTo>
                  <a:lnTo>
                    <a:pt x="385071" y="6002702"/>
                  </a:lnTo>
                  <a:lnTo>
                    <a:pt x="385197" y="6002702"/>
                  </a:lnTo>
                  <a:lnTo>
                    <a:pt x="385323" y="6002702"/>
                  </a:lnTo>
                  <a:lnTo>
                    <a:pt x="385449" y="6002702"/>
                  </a:lnTo>
                  <a:lnTo>
                    <a:pt x="385575" y="6002702"/>
                  </a:lnTo>
                  <a:lnTo>
                    <a:pt x="385702" y="6002702"/>
                  </a:lnTo>
                  <a:lnTo>
                    <a:pt x="385828" y="6002702"/>
                  </a:lnTo>
                  <a:lnTo>
                    <a:pt x="385954" y="6002702"/>
                  </a:lnTo>
                  <a:lnTo>
                    <a:pt x="386080" y="6002702"/>
                  </a:lnTo>
                  <a:lnTo>
                    <a:pt x="386206" y="6002702"/>
                  </a:lnTo>
                  <a:lnTo>
                    <a:pt x="386332" y="6002702"/>
                  </a:lnTo>
                  <a:lnTo>
                    <a:pt x="386458" y="6002702"/>
                  </a:lnTo>
                  <a:lnTo>
                    <a:pt x="386584" y="6002702"/>
                  </a:lnTo>
                  <a:lnTo>
                    <a:pt x="386710" y="6002702"/>
                  </a:lnTo>
                  <a:lnTo>
                    <a:pt x="386836" y="6002702"/>
                  </a:lnTo>
                  <a:lnTo>
                    <a:pt x="386962" y="6002702"/>
                  </a:lnTo>
                  <a:lnTo>
                    <a:pt x="387088" y="6002702"/>
                  </a:lnTo>
                  <a:lnTo>
                    <a:pt x="387215" y="6002702"/>
                  </a:lnTo>
                  <a:lnTo>
                    <a:pt x="387341" y="6002702"/>
                  </a:lnTo>
                  <a:lnTo>
                    <a:pt x="387467" y="6002702"/>
                  </a:lnTo>
                  <a:lnTo>
                    <a:pt x="387593" y="6002702"/>
                  </a:lnTo>
                  <a:lnTo>
                    <a:pt x="387719" y="6002702"/>
                  </a:lnTo>
                  <a:lnTo>
                    <a:pt x="387845" y="6002702"/>
                  </a:lnTo>
                  <a:lnTo>
                    <a:pt x="387971" y="6002702"/>
                  </a:lnTo>
                  <a:lnTo>
                    <a:pt x="388097" y="6002702"/>
                  </a:lnTo>
                  <a:lnTo>
                    <a:pt x="388223" y="6002702"/>
                  </a:lnTo>
                  <a:lnTo>
                    <a:pt x="388349" y="6002702"/>
                  </a:lnTo>
                  <a:lnTo>
                    <a:pt x="388475" y="6002702"/>
                  </a:lnTo>
                  <a:lnTo>
                    <a:pt x="388602" y="6002702"/>
                  </a:lnTo>
                  <a:lnTo>
                    <a:pt x="388728" y="6002702"/>
                  </a:lnTo>
                  <a:lnTo>
                    <a:pt x="388854" y="6002702"/>
                  </a:lnTo>
                  <a:lnTo>
                    <a:pt x="388980" y="6002702"/>
                  </a:lnTo>
                  <a:lnTo>
                    <a:pt x="389106" y="6002702"/>
                  </a:lnTo>
                  <a:lnTo>
                    <a:pt x="389232" y="6002702"/>
                  </a:lnTo>
                  <a:lnTo>
                    <a:pt x="389358" y="6002702"/>
                  </a:lnTo>
                  <a:lnTo>
                    <a:pt x="389484" y="6002702"/>
                  </a:lnTo>
                  <a:lnTo>
                    <a:pt x="389610" y="6002702"/>
                  </a:lnTo>
                  <a:lnTo>
                    <a:pt x="389736" y="6002702"/>
                  </a:lnTo>
                  <a:lnTo>
                    <a:pt x="389862" y="6002702"/>
                  </a:lnTo>
                  <a:lnTo>
                    <a:pt x="389989" y="6002702"/>
                  </a:lnTo>
                  <a:lnTo>
                    <a:pt x="390115" y="6002702"/>
                  </a:lnTo>
                  <a:lnTo>
                    <a:pt x="390241" y="6002702"/>
                  </a:lnTo>
                  <a:lnTo>
                    <a:pt x="390367" y="6002702"/>
                  </a:lnTo>
                  <a:lnTo>
                    <a:pt x="390493" y="6002702"/>
                  </a:lnTo>
                  <a:lnTo>
                    <a:pt x="390619" y="6002702"/>
                  </a:lnTo>
                  <a:lnTo>
                    <a:pt x="390745" y="6002702"/>
                  </a:lnTo>
                  <a:lnTo>
                    <a:pt x="390871" y="6002702"/>
                  </a:lnTo>
                  <a:lnTo>
                    <a:pt x="390997" y="6002702"/>
                  </a:lnTo>
                  <a:lnTo>
                    <a:pt x="391123" y="6002702"/>
                  </a:lnTo>
                  <a:lnTo>
                    <a:pt x="391249" y="6002702"/>
                  </a:lnTo>
                  <a:lnTo>
                    <a:pt x="391249" y="5997422"/>
                  </a:lnTo>
                  <a:lnTo>
                    <a:pt x="391375" y="5997422"/>
                  </a:lnTo>
                  <a:lnTo>
                    <a:pt x="391502" y="5997422"/>
                  </a:lnTo>
                  <a:lnTo>
                    <a:pt x="391628" y="5997422"/>
                  </a:lnTo>
                  <a:lnTo>
                    <a:pt x="391754" y="5997422"/>
                  </a:lnTo>
                  <a:lnTo>
                    <a:pt x="391880" y="5997422"/>
                  </a:lnTo>
                  <a:lnTo>
                    <a:pt x="392006" y="5997422"/>
                  </a:lnTo>
                  <a:lnTo>
                    <a:pt x="392132" y="5997422"/>
                  </a:lnTo>
                  <a:lnTo>
                    <a:pt x="392258" y="5997422"/>
                  </a:lnTo>
                  <a:lnTo>
                    <a:pt x="392384" y="5997422"/>
                  </a:lnTo>
                  <a:lnTo>
                    <a:pt x="392510" y="5997422"/>
                  </a:lnTo>
                  <a:lnTo>
                    <a:pt x="392636" y="5997422"/>
                  </a:lnTo>
                  <a:lnTo>
                    <a:pt x="392762" y="5997422"/>
                  </a:lnTo>
                  <a:lnTo>
                    <a:pt x="392889" y="5997422"/>
                  </a:lnTo>
                  <a:lnTo>
                    <a:pt x="393015" y="5997422"/>
                  </a:lnTo>
                  <a:lnTo>
                    <a:pt x="393141" y="5997422"/>
                  </a:lnTo>
                  <a:lnTo>
                    <a:pt x="393267" y="5997422"/>
                  </a:lnTo>
                  <a:lnTo>
                    <a:pt x="393393" y="5997422"/>
                  </a:lnTo>
                  <a:lnTo>
                    <a:pt x="393519" y="5997422"/>
                  </a:lnTo>
                  <a:lnTo>
                    <a:pt x="393645" y="5997422"/>
                  </a:lnTo>
                  <a:lnTo>
                    <a:pt x="393771" y="5997422"/>
                  </a:lnTo>
                  <a:lnTo>
                    <a:pt x="393897" y="5997422"/>
                  </a:lnTo>
                  <a:lnTo>
                    <a:pt x="394023" y="5997422"/>
                  </a:lnTo>
                  <a:lnTo>
                    <a:pt x="394149" y="5997422"/>
                  </a:lnTo>
                  <a:lnTo>
                    <a:pt x="394275" y="5997422"/>
                  </a:lnTo>
                  <a:lnTo>
                    <a:pt x="394402" y="5997422"/>
                  </a:lnTo>
                  <a:lnTo>
                    <a:pt x="394528" y="5997422"/>
                  </a:lnTo>
                  <a:lnTo>
                    <a:pt x="394654" y="5997422"/>
                  </a:lnTo>
                  <a:lnTo>
                    <a:pt x="394780" y="5997422"/>
                  </a:lnTo>
                  <a:lnTo>
                    <a:pt x="394906" y="5997422"/>
                  </a:lnTo>
                  <a:lnTo>
                    <a:pt x="395032" y="5997422"/>
                  </a:lnTo>
                  <a:lnTo>
                    <a:pt x="395158" y="5997422"/>
                  </a:lnTo>
                  <a:lnTo>
                    <a:pt x="395284" y="5997422"/>
                  </a:lnTo>
                  <a:lnTo>
                    <a:pt x="395410" y="5997422"/>
                  </a:lnTo>
                  <a:lnTo>
                    <a:pt x="395536" y="5997422"/>
                  </a:lnTo>
                  <a:lnTo>
                    <a:pt x="395662" y="5997422"/>
                  </a:lnTo>
                  <a:lnTo>
                    <a:pt x="395789" y="5997422"/>
                  </a:lnTo>
                  <a:lnTo>
                    <a:pt x="395789" y="5992143"/>
                  </a:lnTo>
                  <a:lnTo>
                    <a:pt x="395915" y="5992143"/>
                  </a:lnTo>
                  <a:lnTo>
                    <a:pt x="396041" y="5992143"/>
                  </a:lnTo>
                  <a:lnTo>
                    <a:pt x="396167" y="5992143"/>
                  </a:lnTo>
                  <a:lnTo>
                    <a:pt x="396293" y="5992143"/>
                  </a:lnTo>
                  <a:lnTo>
                    <a:pt x="396419" y="5992143"/>
                  </a:lnTo>
                  <a:lnTo>
                    <a:pt x="396545" y="5992143"/>
                  </a:lnTo>
                  <a:lnTo>
                    <a:pt x="396671" y="5992143"/>
                  </a:lnTo>
                  <a:lnTo>
                    <a:pt x="396797" y="5992143"/>
                  </a:lnTo>
                  <a:lnTo>
                    <a:pt x="396923" y="5992143"/>
                  </a:lnTo>
                  <a:lnTo>
                    <a:pt x="397049" y="5992143"/>
                  </a:lnTo>
                  <a:lnTo>
                    <a:pt x="397175" y="5992143"/>
                  </a:lnTo>
                  <a:lnTo>
                    <a:pt x="397302" y="5992143"/>
                  </a:lnTo>
                  <a:lnTo>
                    <a:pt x="397428" y="5992143"/>
                  </a:lnTo>
                  <a:lnTo>
                    <a:pt x="397554" y="5992143"/>
                  </a:lnTo>
                  <a:lnTo>
                    <a:pt x="397680" y="5992143"/>
                  </a:lnTo>
                  <a:lnTo>
                    <a:pt x="397806" y="5992143"/>
                  </a:lnTo>
                  <a:lnTo>
                    <a:pt x="397932" y="5992143"/>
                  </a:lnTo>
                  <a:lnTo>
                    <a:pt x="398058" y="5992143"/>
                  </a:lnTo>
                  <a:lnTo>
                    <a:pt x="398184" y="5992143"/>
                  </a:lnTo>
                  <a:lnTo>
                    <a:pt x="398310" y="5992143"/>
                  </a:lnTo>
                  <a:lnTo>
                    <a:pt x="398436" y="5992143"/>
                  </a:lnTo>
                  <a:lnTo>
                    <a:pt x="398562" y="5992143"/>
                  </a:lnTo>
                  <a:lnTo>
                    <a:pt x="398689" y="5992143"/>
                  </a:lnTo>
                  <a:lnTo>
                    <a:pt x="398815" y="5992143"/>
                  </a:lnTo>
                  <a:lnTo>
                    <a:pt x="398941" y="5992143"/>
                  </a:lnTo>
                  <a:lnTo>
                    <a:pt x="399067" y="5992143"/>
                  </a:lnTo>
                  <a:lnTo>
                    <a:pt x="399193" y="5992143"/>
                  </a:lnTo>
                  <a:lnTo>
                    <a:pt x="399319" y="5992143"/>
                  </a:lnTo>
                  <a:lnTo>
                    <a:pt x="399445" y="5992143"/>
                  </a:lnTo>
                  <a:lnTo>
                    <a:pt x="399571" y="5992143"/>
                  </a:lnTo>
                  <a:lnTo>
                    <a:pt x="399697" y="5992143"/>
                  </a:lnTo>
                  <a:lnTo>
                    <a:pt x="399823" y="5992143"/>
                  </a:lnTo>
                  <a:lnTo>
                    <a:pt x="399949" y="5992143"/>
                  </a:lnTo>
                  <a:lnTo>
                    <a:pt x="400076" y="5992143"/>
                  </a:lnTo>
                  <a:lnTo>
                    <a:pt x="400202" y="5992143"/>
                  </a:lnTo>
                  <a:lnTo>
                    <a:pt x="400328" y="5992143"/>
                  </a:lnTo>
                  <a:lnTo>
                    <a:pt x="400454" y="5992143"/>
                  </a:lnTo>
                  <a:lnTo>
                    <a:pt x="400580" y="5992143"/>
                  </a:lnTo>
                  <a:lnTo>
                    <a:pt x="400706" y="5992143"/>
                  </a:lnTo>
                  <a:lnTo>
                    <a:pt x="400832" y="5992143"/>
                  </a:lnTo>
                  <a:lnTo>
                    <a:pt x="400958" y="5992143"/>
                  </a:lnTo>
                  <a:lnTo>
                    <a:pt x="401084" y="5992143"/>
                  </a:lnTo>
                  <a:lnTo>
                    <a:pt x="401210" y="5992143"/>
                  </a:lnTo>
                  <a:lnTo>
                    <a:pt x="401336" y="5992143"/>
                  </a:lnTo>
                  <a:lnTo>
                    <a:pt x="401462" y="5992143"/>
                  </a:lnTo>
                  <a:lnTo>
                    <a:pt x="401589" y="5992143"/>
                  </a:lnTo>
                  <a:lnTo>
                    <a:pt x="401715" y="5992143"/>
                  </a:lnTo>
                  <a:lnTo>
                    <a:pt x="401841" y="5992143"/>
                  </a:lnTo>
                  <a:lnTo>
                    <a:pt x="401967" y="5992143"/>
                  </a:lnTo>
                  <a:lnTo>
                    <a:pt x="402093" y="5992143"/>
                  </a:lnTo>
                  <a:lnTo>
                    <a:pt x="402219" y="5992143"/>
                  </a:lnTo>
                  <a:lnTo>
                    <a:pt x="402345" y="5992143"/>
                  </a:lnTo>
                  <a:lnTo>
                    <a:pt x="402471" y="5992143"/>
                  </a:lnTo>
                  <a:lnTo>
                    <a:pt x="402597" y="5992143"/>
                  </a:lnTo>
                  <a:lnTo>
                    <a:pt x="402723" y="5992143"/>
                  </a:lnTo>
                  <a:lnTo>
                    <a:pt x="402849" y="5992143"/>
                  </a:lnTo>
                  <a:lnTo>
                    <a:pt x="402976" y="5992143"/>
                  </a:lnTo>
                  <a:lnTo>
                    <a:pt x="403102" y="5992143"/>
                  </a:lnTo>
                  <a:lnTo>
                    <a:pt x="403228" y="5992143"/>
                  </a:lnTo>
                  <a:lnTo>
                    <a:pt x="403354" y="5992143"/>
                  </a:lnTo>
                  <a:lnTo>
                    <a:pt x="403480" y="5992143"/>
                  </a:lnTo>
                  <a:lnTo>
                    <a:pt x="403606" y="5992143"/>
                  </a:lnTo>
                  <a:lnTo>
                    <a:pt x="403732" y="5992143"/>
                  </a:lnTo>
                  <a:lnTo>
                    <a:pt x="403858" y="5992143"/>
                  </a:lnTo>
                  <a:lnTo>
                    <a:pt x="403984" y="5992143"/>
                  </a:lnTo>
                  <a:lnTo>
                    <a:pt x="404110" y="5992143"/>
                  </a:lnTo>
                  <a:lnTo>
                    <a:pt x="404236" y="5992143"/>
                  </a:lnTo>
                  <a:lnTo>
                    <a:pt x="404362" y="5992143"/>
                  </a:lnTo>
                  <a:lnTo>
                    <a:pt x="404489" y="5992143"/>
                  </a:lnTo>
                  <a:lnTo>
                    <a:pt x="404615" y="5992143"/>
                  </a:lnTo>
                  <a:lnTo>
                    <a:pt x="404741" y="5992143"/>
                  </a:lnTo>
                  <a:lnTo>
                    <a:pt x="404867" y="5992143"/>
                  </a:lnTo>
                  <a:lnTo>
                    <a:pt x="404993" y="5992143"/>
                  </a:lnTo>
                  <a:lnTo>
                    <a:pt x="405119" y="5992143"/>
                  </a:lnTo>
                  <a:lnTo>
                    <a:pt x="405245" y="5992143"/>
                  </a:lnTo>
                  <a:lnTo>
                    <a:pt x="405371" y="5992143"/>
                  </a:lnTo>
                  <a:lnTo>
                    <a:pt x="405497" y="5992143"/>
                  </a:lnTo>
                  <a:lnTo>
                    <a:pt x="405623" y="5992143"/>
                  </a:lnTo>
                  <a:lnTo>
                    <a:pt x="405749" y="5992143"/>
                  </a:lnTo>
                  <a:lnTo>
                    <a:pt x="405876" y="5992143"/>
                  </a:lnTo>
                  <a:lnTo>
                    <a:pt x="406002" y="5992143"/>
                  </a:lnTo>
                  <a:lnTo>
                    <a:pt x="406128" y="5992143"/>
                  </a:lnTo>
                  <a:lnTo>
                    <a:pt x="406254" y="5992143"/>
                  </a:lnTo>
                  <a:lnTo>
                    <a:pt x="406380" y="5992143"/>
                  </a:lnTo>
                  <a:lnTo>
                    <a:pt x="406506" y="5992143"/>
                  </a:lnTo>
                  <a:lnTo>
                    <a:pt x="406632" y="5992143"/>
                  </a:lnTo>
                  <a:lnTo>
                    <a:pt x="406758" y="5992143"/>
                  </a:lnTo>
                  <a:lnTo>
                    <a:pt x="406884" y="5992143"/>
                  </a:lnTo>
                  <a:lnTo>
                    <a:pt x="407010" y="5992143"/>
                  </a:lnTo>
                  <a:lnTo>
                    <a:pt x="407136" y="5992143"/>
                  </a:lnTo>
                  <a:lnTo>
                    <a:pt x="407263" y="5992143"/>
                  </a:lnTo>
                  <a:lnTo>
                    <a:pt x="407389" y="5992143"/>
                  </a:lnTo>
                  <a:lnTo>
                    <a:pt x="407515" y="5992143"/>
                  </a:lnTo>
                  <a:lnTo>
                    <a:pt x="407641" y="5992143"/>
                  </a:lnTo>
                  <a:lnTo>
                    <a:pt x="407767" y="5992143"/>
                  </a:lnTo>
                  <a:lnTo>
                    <a:pt x="407893" y="5992143"/>
                  </a:lnTo>
                  <a:lnTo>
                    <a:pt x="408019" y="5992143"/>
                  </a:lnTo>
                  <a:lnTo>
                    <a:pt x="408145" y="5992143"/>
                  </a:lnTo>
                  <a:lnTo>
                    <a:pt x="408271" y="5992143"/>
                  </a:lnTo>
                  <a:lnTo>
                    <a:pt x="408397" y="5992143"/>
                  </a:lnTo>
                  <a:lnTo>
                    <a:pt x="408523" y="5992143"/>
                  </a:lnTo>
                  <a:lnTo>
                    <a:pt x="408649" y="5992143"/>
                  </a:lnTo>
                  <a:lnTo>
                    <a:pt x="408776" y="5992143"/>
                  </a:lnTo>
                  <a:lnTo>
                    <a:pt x="408902" y="5992143"/>
                  </a:lnTo>
                  <a:lnTo>
                    <a:pt x="409028" y="5992143"/>
                  </a:lnTo>
                  <a:lnTo>
                    <a:pt x="409154" y="5992143"/>
                  </a:lnTo>
                  <a:lnTo>
                    <a:pt x="409280" y="5992143"/>
                  </a:lnTo>
                  <a:lnTo>
                    <a:pt x="409406" y="5992143"/>
                  </a:lnTo>
                  <a:lnTo>
                    <a:pt x="409532" y="5992143"/>
                  </a:lnTo>
                  <a:lnTo>
                    <a:pt x="409658" y="5992143"/>
                  </a:lnTo>
                  <a:lnTo>
                    <a:pt x="409784" y="5992143"/>
                  </a:lnTo>
                  <a:lnTo>
                    <a:pt x="409910" y="5992143"/>
                  </a:lnTo>
                  <a:lnTo>
                    <a:pt x="410036" y="5992143"/>
                  </a:lnTo>
                  <a:lnTo>
                    <a:pt x="410163" y="5992143"/>
                  </a:lnTo>
                  <a:lnTo>
                    <a:pt x="410289" y="5992143"/>
                  </a:lnTo>
                  <a:lnTo>
                    <a:pt x="410289" y="5986863"/>
                  </a:lnTo>
                  <a:lnTo>
                    <a:pt x="410415" y="5986863"/>
                  </a:lnTo>
                  <a:lnTo>
                    <a:pt x="410541" y="5986863"/>
                  </a:lnTo>
                  <a:lnTo>
                    <a:pt x="410667" y="5986863"/>
                  </a:lnTo>
                  <a:lnTo>
                    <a:pt x="410793" y="5986863"/>
                  </a:lnTo>
                  <a:lnTo>
                    <a:pt x="410919" y="5986863"/>
                  </a:lnTo>
                  <a:lnTo>
                    <a:pt x="411045" y="5986863"/>
                  </a:lnTo>
                  <a:lnTo>
                    <a:pt x="411171" y="5986863"/>
                  </a:lnTo>
                  <a:lnTo>
                    <a:pt x="411297" y="5986863"/>
                  </a:lnTo>
                  <a:lnTo>
                    <a:pt x="411423" y="5986863"/>
                  </a:lnTo>
                  <a:lnTo>
                    <a:pt x="411549" y="5986863"/>
                  </a:lnTo>
                  <a:lnTo>
                    <a:pt x="411676" y="5986863"/>
                  </a:lnTo>
                  <a:lnTo>
                    <a:pt x="411802" y="5986863"/>
                  </a:lnTo>
                  <a:lnTo>
                    <a:pt x="411928" y="5986863"/>
                  </a:lnTo>
                  <a:lnTo>
                    <a:pt x="412054" y="5986863"/>
                  </a:lnTo>
                  <a:lnTo>
                    <a:pt x="412180" y="5986863"/>
                  </a:lnTo>
                  <a:lnTo>
                    <a:pt x="412306" y="5986863"/>
                  </a:lnTo>
                  <a:lnTo>
                    <a:pt x="412432" y="5986863"/>
                  </a:lnTo>
                  <a:lnTo>
                    <a:pt x="412558" y="5986863"/>
                  </a:lnTo>
                  <a:lnTo>
                    <a:pt x="412684" y="5986863"/>
                  </a:lnTo>
                  <a:lnTo>
                    <a:pt x="412810" y="5986863"/>
                  </a:lnTo>
                  <a:lnTo>
                    <a:pt x="412936" y="5986863"/>
                  </a:lnTo>
                  <a:lnTo>
                    <a:pt x="413063" y="5986863"/>
                  </a:lnTo>
                  <a:lnTo>
                    <a:pt x="413189" y="5986863"/>
                  </a:lnTo>
                  <a:lnTo>
                    <a:pt x="413315" y="5986863"/>
                  </a:lnTo>
                  <a:lnTo>
                    <a:pt x="413441" y="5986863"/>
                  </a:lnTo>
                  <a:lnTo>
                    <a:pt x="413567" y="5986863"/>
                  </a:lnTo>
                  <a:lnTo>
                    <a:pt x="413693" y="5986863"/>
                  </a:lnTo>
                  <a:lnTo>
                    <a:pt x="413819" y="5986863"/>
                  </a:lnTo>
                  <a:lnTo>
                    <a:pt x="413945" y="5986863"/>
                  </a:lnTo>
                  <a:lnTo>
                    <a:pt x="414071" y="5986863"/>
                  </a:lnTo>
                  <a:lnTo>
                    <a:pt x="414197" y="5986863"/>
                  </a:lnTo>
                  <a:lnTo>
                    <a:pt x="414323" y="5986863"/>
                  </a:lnTo>
                  <a:lnTo>
                    <a:pt x="414449" y="5986863"/>
                  </a:lnTo>
                  <a:lnTo>
                    <a:pt x="414576" y="5986863"/>
                  </a:lnTo>
                  <a:lnTo>
                    <a:pt x="414702" y="5986863"/>
                  </a:lnTo>
                  <a:lnTo>
                    <a:pt x="414828" y="5986863"/>
                  </a:lnTo>
                  <a:lnTo>
                    <a:pt x="414954" y="5986863"/>
                  </a:lnTo>
                  <a:lnTo>
                    <a:pt x="415080" y="5986863"/>
                  </a:lnTo>
                  <a:lnTo>
                    <a:pt x="415206" y="5986863"/>
                  </a:lnTo>
                  <a:lnTo>
                    <a:pt x="415332" y="5986863"/>
                  </a:lnTo>
                  <a:lnTo>
                    <a:pt x="415458" y="5986863"/>
                  </a:lnTo>
                  <a:lnTo>
                    <a:pt x="415584" y="5986863"/>
                  </a:lnTo>
                  <a:lnTo>
                    <a:pt x="415710" y="5986863"/>
                  </a:lnTo>
                  <a:lnTo>
                    <a:pt x="415836" y="5986863"/>
                  </a:lnTo>
                  <a:lnTo>
                    <a:pt x="415963" y="5986863"/>
                  </a:lnTo>
                  <a:lnTo>
                    <a:pt x="416089" y="5986863"/>
                  </a:lnTo>
                  <a:lnTo>
                    <a:pt x="416215" y="5986863"/>
                  </a:lnTo>
                  <a:lnTo>
                    <a:pt x="416341" y="5986863"/>
                  </a:lnTo>
                  <a:lnTo>
                    <a:pt x="416341" y="5981584"/>
                  </a:lnTo>
                  <a:lnTo>
                    <a:pt x="416467" y="5981584"/>
                  </a:lnTo>
                  <a:lnTo>
                    <a:pt x="416593" y="5981584"/>
                  </a:lnTo>
                  <a:lnTo>
                    <a:pt x="416719" y="5981584"/>
                  </a:lnTo>
                  <a:lnTo>
                    <a:pt x="416845" y="5981584"/>
                  </a:lnTo>
                  <a:lnTo>
                    <a:pt x="416971" y="5981584"/>
                  </a:lnTo>
                  <a:lnTo>
                    <a:pt x="417097" y="5981584"/>
                  </a:lnTo>
                  <a:lnTo>
                    <a:pt x="417223" y="5981584"/>
                  </a:lnTo>
                  <a:lnTo>
                    <a:pt x="417350" y="5981584"/>
                  </a:lnTo>
                  <a:lnTo>
                    <a:pt x="417476" y="5981584"/>
                  </a:lnTo>
                  <a:lnTo>
                    <a:pt x="417602" y="5981584"/>
                  </a:lnTo>
                  <a:lnTo>
                    <a:pt x="417728" y="5981584"/>
                  </a:lnTo>
                  <a:lnTo>
                    <a:pt x="417854" y="5981584"/>
                  </a:lnTo>
                  <a:lnTo>
                    <a:pt x="417980" y="5981584"/>
                  </a:lnTo>
                  <a:lnTo>
                    <a:pt x="418106" y="5981584"/>
                  </a:lnTo>
                  <a:lnTo>
                    <a:pt x="418232" y="5981584"/>
                  </a:lnTo>
                  <a:lnTo>
                    <a:pt x="418358" y="5981584"/>
                  </a:lnTo>
                  <a:lnTo>
                    <a:pt x="418484" y="5981584"/>
                  </a:lnTo>
                  <a:lnTo>
                    <a:pt x="418610" y="5981584"/>
                  </a:lnTo>
                  <a:lnTo>
                    <a:pt x="418610" y="5976304"/>
                  </a:lnTo>
                  <a:lnTo>
                    <a:pt x="418736" y="5976304"/>
                  </a:lnTo>
                  <a:lnTo>
                    <a:pt x="418863" y="5976304"/>
                  </a:lnTo>
                  <a:lnTo>
                    <a:pt x="418989" y="5976304"/>
                  </a:lnTo>
                  <a:lnTo>
                    <a:pt x="419115" y="5976304"/>
                  </a:lnTo>
                  <a:lnTo>
                    <a:pt x="419241" y="5976304"/>
                  </a:lnTo>
                  <a:lnTo>
                    <a:pt x="419367" y="5976304"/>
                  </a:lnTo>
                  <a:lnTo>
                    <a:pt x="419493" y="5976304"/>
                  </a:lnTo>
                  <a:lnTo>
                    <a:pt x="419619" y="5976304"/>
                  </a:lnTo>
                  <a:lnTo>
                    <a:pt x="419745" y="5976304"/>
                  </a:lnTo>
                  <a:lnTo>
                    <a:pt x="419871" y="5976304"/>
                  </a:lnTo>
                  <a:lnTo>
                    <a:pt x="419997" y="5976304"/>
                  </a:lnTo>
                  <a:lnTo>
                    <a:pt x="420123" y="5976304"/>
                  </a:lnTo>
                  <a:lnTo>
                    <a:pt x="420250" y="5976304"/>
                  </a:lnTo>
                  <a:lnTo>
                    <a:pt x="420376" y="5976304"/>
                  </a:lnTo>
                  <a:lnTo>
                    <a:pt x="420502" y="5976304"/>
                  </a:lnTo>
                  <a:lnTo>
                    <a:pt x="420628" y="5976304"/>
                  </a:lnTo>
                  <a:lnTo>
                    <a:pt x="420754" y="5976304"/>
                  </a:lnTo>
                  <a:lnTo>
                    <a:pt x="420880" y="5976304"/>
                  </a:lnTo>
                  <a:lnTo>
                    <a:pt x="421006" y="5976304"/>
                  </a:lnTo>
                  <a:lnTo>
                    <a:pt x="421132" y="5976304"/>
                  </a:lnTo>
                  <a:lnTo>
                    <a:pt x="421258" y="5976304"/>
                  </a:lnTo>
                  <a:lnTo>
                    <a:pt x="421384" y="5976304"/>
                  </a:lnTo>
                  <a:lnTo>
                    <a:pt x="421510" y="5976304"/>
                  </a:lnTo>
                  <a:lnTo>
                    <a:pt x="421636" y="5976304"/>
                  </a:lnTo>
                  <a:lnTo>
                    <a:pt x="421763" y="5976304"/>
                  </a:lnTo>
                  <a:lnTo>
                    <a:pt x="421889" y="5976304"/>
                  </a:lnTo>
                  <a:lnTo>
                    <a:pt x="422015" y="5976304"/>
                  </a:lnTo>
                  <a:lnTo>
                    <a:pt x="422141" y="5976304"/>
                  </a:lnTo>
                  <a:lnTo>
                    <a:pt x="422267" y="5976304"/>
                  </a:lnTo>
                  <a:lnTo>
                    <a:pt x="422393" y="5976304"/>
                  </a:lnTo>
                  <a:lnTo>
                    <a:pt x="422519" y="5976304"/>
                  </a:lnTo>
                  <a:lnTo>
                    <a:pt x="422645" y="5976304"/>
                  </a:lnTo>
                  <a:lnTo>
                    <a:pt x="422771" y="5976304"/>
                  </a:lnTo>
                  <a:lnTo>
                    <a:pt x="422897" y="5976304"/>
                  </a:lnTo>
                  <a:lnTo>
                    <a:pt x="423023" y="5976304"/>
                  </a:lnTo>
                  <a:lnTo>
                    <a:pt x="423150" y="5976304"/>
                  </a:lnTo>
                  <a:lnTo>
                    <a:pt x="423276" y="5976304"/>
                  </a:lnTo>
                  <a:lnTo>
                    <a:pt x="423402" y="5976304"/>
                  </a:lnTo>
                  <a:lnTo>
                    <a:pt x="423528" y="5976304"/>
                  </a:lnTo>
                  <a:lnTo>
                    <a:pt x="423654" y="5976304"/>
                  </a:lnTo>
                  <a:lnTo>
                    <a:pt x="423780" y="5976304"/>
                  </a:lnTo>
                  <a:lnTo>
                    <a:pt x="423906" y="5976304"/>
                  </a:lnTo>
                  <a:lnTo>
                    <a:pt x="424032" y="5976304"/>
                  </a:lnTo>
                  <a:lnTo>
                    <a:pt x="424158" y="5976304"/>
                  </a:lnTo>
                  <a:lnTo>
                    <a:pt x="424284" y="5976304"/>
                  </a:lnTo>
                  <a:lnTo>
                    <a:pt x="424410" y="5976304"/>
                  </a:lnTo>
                  <a:lnTo>
                    <a:pt x="424537" y="5976304"/>
                  </a:lnTo>
                  <a:lnTo>
                    <a:pt x="424663" y="5976304"/>
                  </a:lnTo>
                  <a:lnTo>
                    <a:pt x="424789" y="5976304"/>
                  </a:lnTo>
                  <a:lnTo>
                    <a:pt x="424915" y="5976304"/>
                  </a:lnTo>
                  <a:lnTo>
                    <a:pt x="425041" y="5976304"/>
                  </a:lnTo>
                  <a:lnTo>
                    <a:pt x="425167" y="5976304"/>
                  </a:lnTo>
                  <a:lnTo>
                    <a:pt x="425293" y="5976304"/>
                  </a:lnTo>
                  <a:lnTo>
                    <a:pt x="425419" y="5976304"/>
                  </a:lnTo>
                  <a:lnTo>
                    <a:pt x="425545" y="5976304"/>
                  </a:lnTo>
                  <a:lnTo>
                    <a:pt x="425671" y="5976304"/>
                  </a:lnTo>
                  <a:lnTo>
                    <a:pt x="425797" y="5976304"/>
                  </a:lnTo>
                  <a:lnTo>
                    <a:pt x="425923" y="5976304"/>
                  </a:lnTo>
                  <a:lnTo>
                    <a:pt x="426050" y="5976304"/>
                  </a:lnTo>
                  <a:lnTo>
                    <a:pt x="426176" y="5976304"/>
                  </a:lnTo>
                  <a:lnTo>
                    <a:pt x="426302" y="5976304"/>
                  </a:lnTo>
                  <a:lnTo>
                    <a:pt x="426428" y="5976304"/>
                  </a:lnTo>
                  <a:lnTo>
                    <a:pt x="426554" y="5976304"/>
                  </a:lnTo>
                  <a:lnTo>
                    <a:pt x="426680" y="5976304"/>
                  </a:lnTo>
                  <a:lnTo>
                    <a:pt x="426806" y="5976304"/>
                  </a:lnTo>
                  <a:lnTo>
                    <a:pt x="426932" y="5976304"/>
                  </a:lnTo>
                  <a:lnTo>
                    <a:pt x="427058" y="5976304"/>
                  </a:lnTo>
                  <a:lnTo>
                    <a:pt x="427184" y="5976304"/>
                  </a:lnTo>
                  <a:lnTo>
                    <a:pt x="427310" y="5976304"/>
                  </a:lnTo>
                  <a:lnTo>
                    <a:pt x="427437" y="5976304"/>
                  </a:lnTo>
                  <a:lnTo>
                    <a:pt x="427563" y="5976304"/>
                  </a:lnTo>
                  <a:lnTo>
                    <a:pt x="427689" y="5976304"/>
                  </a:lnTo>
                  <a:lnTo>
                    <a:pt x="427815" y="5976304"/>
                  </a:lnTo>
                  <a:lnTo>
                    <a:pt x="427941" y="5976304"/>
                  </a:lnTo>
                  <a:lnTo>
                    <a:pt x="428067" y="5976304"/>
                  </a:lnTo>
                  <a:lnTo>
                    <a:pt x="428193" y="5976304"/>
                  </a:lnTo>
                  <a:lnTo>
                    <a:pt x="428319" y="5976304"/>
                  </a:lnTo>
                  <a:lnTo>
                    <a:pt x="428445" y="5976304"/>
                  </a:lnTo>
                  <a:lnTo>
                    <a:pt x="428571" y="5976304"/>
                  </a:lnTo>
                  <a:lnTo>
                    <a:pt x="428697" y="5976304"/>
                  </a:lnTo>
                  <a:lnTo>
                    <a:pt x="428823" y="5976304"/>
                  </a:lnTo>
                  <a:lnTo>
                    <a:pt x="428950" y="5976304"/>
                  </a:lnTo>
                  <a:lnTo>
                    <a:pt x="429076" y="5976304"/>
                  </a:lnTo>
                  <a:lnTo>
                    <a:pt x="429202" y="5976304"/>
                  </a:lnTo>
                  <a:lnTo>
                    <a:pt x="429328" y="5976304"/>
                  </a:lnTo>
                  <a:lnTo>
                    <a:pt x="429454" y="5976304"/>
                  </a:lnTo>
                  <a:lnTo>
                    <a:pt x="429580" y="5976304"/>
                  </a:lnTo>
                  <a:lnTo>
                    <a:pt x="429706" y="5976304"/>
                  </a:lnTo>
                  <a:lnTo>
                    <a:pt x="429706" y="5971025"/>
                  </a:lnTo>
                  <a:lnTo>
                    <a:pt x="429832" y="5971025"/>
                  </a:lnTo>
                  <a:lnTo>
                    <a:pt x="429958" y="5971025"/>
                  </a:lnTo>
                  <a:lnTo>
                    <a:pt x="430084" y="5971025"/>
                  </a:lnTo>
                  <a:lnTo>
                    <a:pt x="430210" y="5971025"/>
                  </a:lnTo>
                  <a:lnTo>
                    <a:pt x="430337" y="5971025"/>
                  </a:lnTo>
                  <a:lnTo>
                    <a:pt x="430463" y="5971025"/>
                  </a:lnTo>
                  <a:lnTo>
                    <a:pt x="430589" y="5971025"/>
                  </a:lnTo>
                  <a:lnTo>
                    <a:pt x="430715" y="5971025"/>
                  </a:lnTo>
                  <a:lnTo>
                    <a:pt x="430841" y="5971025"/>
                  </a:lnTo>
                  <a:lnTo>
                    <a:pt x="430967" y="5971025"/>
                  </a:lnTo>
                  <a:lnTo>
                    <a:pt x="431093" y="5971025"/>
                  </a:lnTo>
                  <a:lnTo>
                    <a:pt x="431219" y="5971025"/>
                  </a:lnTo>
                  <a:lnTo>
                    <a:pt x="431345" y="5971025"/>
                  </a:lnTo>
                  <a:lnTo>
                    <a:pt x="431471" y="5971025"/>
                  </a:lnTo>
                  <a:lnTo>
                    <a:pt x="431597" y="5971025"/>
                  </a:lnTo>
                  <a:lnTo>
                    <a:pt x="431724" y="5971025"/>
                  </a:lnTo>
                  <a:lnTo>
                    <a:pt x="431850" y="5971025"/>
                  </a:lnTo>
                  <a:lnTo>
                    <a:pt x="431976" y="5971025"/>
                  </a:lnTo>
                  <a:lnTo>
                    <a:pt x="432102" y="5971025"/>
                  </a:lnTo>
                  <a:lnTo>
                    <a:pt x="432228" y="5971025"/>
                  </a:lnTo>
                  <a:lnTo>
                    <a:pt x="432354" y="5971025"/>
                  </a:lnTo>
                  <a:lnTo>
                    <a:pt x="432480" y="5971025"/>
                  </a:lnTo>
                  <a:lnTo>
                    <a:pt x="432606" y="5971025"/>
                  </a:lnTo>
                  <a:lnTo>
                    <a:pt x="432732" y="5971025"/>
                  </a:lnTo>
                  <a:lnTo>
                    <a:pt x="432858" y="5971025"/>
                  </a:lnTo>
                  <a:lnTo>
                    <a:pt x="432984" y="5971025"/>
                  </a:lnTo>
                  <a:lnTo>
                    <a:pt x="433110" y="5971025"/>
                  </a:lnTo>
                  <a:lnTo>
                    <a:pt x="433237" y="5971025"/>
                  </a:lnTo>
                  <a:lnTo>
                    <a:pt x="433363" y="5971025"/>
                  </a:lnTo>
                  <a:lnTo>
                    <a:pt x="433489" y="5971025"/>
                  </a:lnTo>
                  <a:lnTo>
                    <a:pt x="433615" y="5971025"/>
                  </a:lnTo>
                  <a:lnTo>
                    <a:pt x="433741" y="5971025"/>
                  </a:lnTo>
                  <a:lnTo>
                    <a:pt x="433867" y="5971025"/>
                  </a:lnTo>
                  <a:lnTo>
                    <a:pt x="433993" y="5971025"/>
                  </a:lnTo>
                  <a:lnTo>
                    <a:pt x="434119" y="5971025"/>
                  </a:lnTo>
                  <a:lnTo>
                    <a:pt x="434245" y="5971025"/>
                  </a:lnTo>
                  <a:lnTo>
                    <a:pt x="434371" y="5971025"/>
                  </a:lnTo>
                  <a:lnTo>
                    <a:pt x="434497" y="5971025"/>
                  </a:lnTo>
                  <a:lnTo>
                    <a:pt x="434624" y="5971025"/>
                  </a:lnTo>
                  <a:lnTo>
                    <a:pt x="434750" y="5971025"/>
                  </a:lnTo>
                  <a:lnTo>
                    <a:pt x="434876" y="5971025"/>
                  </a:lnTo>
                  <a:lnTo>
                    <a:pt x="435002" y="5971025"/>
                  </a:lnTo>
                  <a:lnTo>
                    <a:pt x="435128" y="5971025"/>
                  </a:lnTo>
                  <a:lnTo>
                    <a:pt x="435254" y="5971025"/>
                  </a:lnTo>
                  <a:lnTo>
                    <a:pt x="435380" y="5971025"/>
                  </a:lnTo>
                  <a:lnTo>
                    <a:pt x="435506" y="5971025"/>
                  </a:lnTo>
                  <a:lnTo>
                    <a:pt x="435632" y="5971025"/>
                  </a:lnTo>
                  <a:lnTo>
                    <a:pt x="435758" y="5971025"/>
                  </a:lnTo>
                  <a:lnTo>
                    <a:pt x="435884" y="5971025"/>
                  </a:lnTo>
                  <a:lnTo>
                    <a:pt x="436010" y="5971025"/>
                  </a:lnTo>
                  <a:lnTo>
                    <a:pt x="436137" y="5971025"/>
                  </a:lnTo>
                  <a:lnTo>
                    <a:pt x="436263" y="5971025"/>
                  </a:lnTo>
                  <a:lnTo>
                    <a:pt x="436389" y="5971025"/>
                  </a:lnTo>
                  <a:lnTo>
                    <a:pt x="436515" y="5971025"/>
                  </a:lnTo>
                  <a:lnTo>
                    <a:pt x="436641" y="5971025"/>
                  </a:lnTo>
                  <a:lnTo>
                    <a:pt x="436767" y="5971025"/>
                  </a:lnTo>
                  <a:lnTo>
                    <a:pt x="436893" y="5971025"/>
                  </a:lnTo>
                  <a:lnTo>
                    <a:pt x="437019" y="5971025"/>
                  </a:lnTo>
                  <a:lnTo>
                    <a:pt x="437145" y="5971025"/>
                  </a:lnTo>
                  <a:lnTo>
                    <a:pt x="437271" y="5971025"/>
                  </a:lnTo>
                  <a:lnTo>
                    <a:pt x="437397" y="5971025"/>
                  </a:lnTo>
                  <a:lnTo>
                    <a:pt x="437524" y="5971025"/>
                  </a:lnTo>
                  <a:lnTo>
                    <a:pt x="437650" y="5971025"/>
                  </a:lnTo>
                  <a:lnTo>
                    <a:pt x="437776" y="5971025"/>
                  </a:lnTo>
                  <a:lnTo>
                    <a:pt x="437902" y="5971025"/>
                  </a:lnTo>
                  <a:lnTo>
                    <a:pt x="438028" y="5971025"/>
                  </a:lnTo>
                  <a:lnTo>
                    <a:pt x="438154" y="5971025"/>
                  </a:lnTo>
                  <a:lnTo>
                    <a:pt x="438280" y="5971025"/>
                  </a:lnTo>
                  <a:lnTo>
                    <a:pt x="438406" y="5971025"/>
                  </a:lnTo>
                  <a:lnTo>
                    <a:pt x="438532" y="5971025"/>
                  </a:lnTo>
                  <a:lnTo>
                    <a:pt x="438658" y="5971025"/>
                  </a:lnTo>
                  <a:lnTo>
                    <a:pt x="438784" y="5971025"/>
                  </a:lnTo>
                  <a:lnTo>
                    <a:pt x="438910" y="5971025"/>
                  </a:lnTo>
                  <a:lnTo>
                    <a:pt x="439037" y="5971025"/>
                  </a:lnTo>
                  <a:lnTo>
                    <a:pt x="439037" y="5965746"/>
                  </a:lnTo>
                  <a:lnTo>
                    <a:pt x="439163" y="5965746"/>
                  </a:lnTo>
                  <a:lnTo>
                    <a:pt x="439289" y="5965746"/>
                  </a:lnTo>
                  <a:lnTo>
                    <a:pt x="439415" y="5965746"/>
                  </a:lnTo>
                  <a:lnTo>
                    <a:pt x="439541" y="5965746"/>
                  </a:lnTo>
                  <a:lnTo>
                    <a:pt x="439667" y="5965746"/>
                  </a:lnTo>
                  <a:lnTo>
                    <a:pt x="439793" y="5965746"/>
                  </a:lnTo>
                  <a:lnTo>
                    <a:pt x="439919" y="5965746"/>
                  </a:lnTo>
                  <a:lnTo>
                    <a:pt x="440045" y="5965746"/>
                  </a:lnTo>
                  <a:lnTo>
                    <a:pt x="440171" y="5965746"/>
                  </a:lnTo>
                  <a:lnTo>
                    <a:pt x="440171" y="5960466"/>
                  </a:lnTo>
                  <a:lnTo>
                    <a:pt x="440297" y="5960466"/>
                  </a:lnTo>
                  <a:lnTo>
                    <a:pt x="440424" y="5960466"/>
                  </a:lnTo>
                  <a:lnTo>
                    <a:pt x="440550" y="5960466"/>
                  </a:lnTo>
                  <a:lnTo>
                    <a:pt x="440676" y="5960466"/>
                  </a:lnTo>
                  <a:lnTo>
                    <a:pt x="440802" y="5960466"/>
                  </a:lnTo>
                  <a:lnTo>
                    <a:pt x="440928" y="5960466"/>
                  </a:lnTo>
                  <a:lnTo>
                    <a:pt x="441054" y="5960466"/>
                  </a:lnTo>
                  <a:lnTo>
                    <a:pt x="441180" y="5960466"/>
                  </a:lnTo>
                  <a:lnTo>
                    <a:pt x="441306" y="5960466"/>
                  </a:lnTo>
                  <a:lnTo>
                    <a:pt x="441432" y="5960466"/>
                  </a:lnTo>
                  <a:lnTo>
                    <a:pt x="441558" y="5960466"/>
                  </a:lnTo>
                  <a:lnTo>
                    <a:pt x="441684" y="5960466"/>
                  </a:lnTo>
                  <a:lnTo>
                    <a:pt x="441811" y="5960466"/>
                  </a:lnTo>
                  <a:lnTo>
                    <a:pt x="441937" y="5960466"/>
                  </a:lnTo>
                  <a:lnTo>
                    <a:pt x="442063" y="5960466"/>
                  </a:lnTo>
                  <a:lnTo>
                    <a:pt x="442189" y="5960466"/>
                  </a:lnTo>
                  <a:lnTo>
                    <a:pt x="442315" y="5960466"/>
                  </a:lnTo>
                  <a:lnTo>
                    <a:pt x="442441" y="5960466"/>
                  </a:lnTo>
                  <a:lnTo>
                    <a:pt x="442567" y="5960466"/>
                  </a:lnTo>
                  <a:lnTo>
                    <a:pt x="442693" y="5960466"/>
                  </a:lnTo>
                  <a:lnTo>
                    <a:pt x="442819" y="5960466"/>
                  </a:lnTo>
                  <a:lnTo>
                    <a:pt x="442945" y="5960466"/>
                  </a:lnTo>
                  <a:lnTo>
                    <a:pt x="443071" y="5960466"/>
                  </a:lnTo>
                  <a:lnTo>
                    <a:pt x="443197" y="5960466"/>
                  </a:lnTo>
                  <a:lnTo>
                    <a:pt x="443324" y="5960466"/>
                  </a:lnTo>
                  <a:lnTo>
                    <a:pt x="443450" y="5960466"/>
                  </a:lnTo>
                  <a:lnTo>
                    <a:pt x="443576" y="5960466"/>
                  </a:lnTo>
                  <a:lnTo>
                    <a:pt x="443702" y="5960466"/>
                  </a:lnTo>
                  <a:lnTo>
                    <a:pt x="443828" y="5960466"/>
                  </a:lnTo>
                  <a:lnTo>
                    <a:pt x="443954" y="5960466"/>
                  </a:lnTo>
                  <a:lnTo>
                    <a:pt x="444080" y="5960466"/>
                  </a:lnTo>
                  <a:lnTo>
                    <a:pt x="444080" y="5955187"/>
                  </a:lnTo>
                  <a:lnTo>
                    <a:pt x="444206" y="5955187"/>
                  </a:lnTo>
                  <a:lnTo>
                    <a:pt x="444332" y="5955187"/>
                  </a:lnTo>
                  <a:lnTo>
                    <a:pt x="444458" y="5955187"/>
                  </a:lnTo>
                  <a:lnTo>
                    <a:pt x="444584" y="5955187"/>
                  </a:lnTo>
                  <a:lnTo>
                    <a:pt x="444711" y="5955187"/>
                  </a:lnTo>
                  <a:lnTo>
                    <a:pt x="444837" y="5955187"/>
                  </a:lnTo>
                  <a:lnTo>
                    <a:pt x="444963" y="5955187"/>
                  </a:lnTo>
                  <a:lnTo>
                    <a:pt x="445089" y="5955187"/>
                  </a:lnTo>
                  <a:lnTo>
                    <a:pt x="445215" y="5955187"/>
                  </a:lnTo>
                  <a:lnTo>
                    <a:pt x="445341" y="5955187"/>
                  </a:lnTo>
                  <a:lnTo>
                    <a:pt x="445467" y="5955187"/>
                  </a:lnTo>
                  <a:lnTo>
                    <a:pt x="445593" y="5955187"/>
                  </a:lnTo>
                  <a:lnTo>
                    <a:pt x="445719" y="5955187"/>
                  </a:lnTo>
                  <a:lnTo>
                    <a:pt x="445845" y="5955187"/>
                  </a:lnTo>
                  <a:lnTo>
                    <a:pt x="445971" y="5955187"/>
                  </a:lnTo>
                  <a:lnTo>
                    <a:pt x="446097" y="5955187"/>
                  </a:lnTo>
                  <a:lnTo>
                    <a:pt x="446224" y="5955187"/>
                  </a:lnTo>
                  <a:lnTo>
                    <a:pt x="446350" y="5955187"/>
                  </a:lnTo>
                  <a:lnTo>
                    <a:pt x="446476" y="5955187"/>
                  </a:lnTo>
                  <a:lnTo>
                    <a:pt x="446602" y="5955187"/>
                  </a:lnTo>
                  <a:lnTo>
                    <a:pt x="446728" y="5955187"/>
                  </a:lnTo>
                  <a:lnTo>
                    <a:pt x="446854" y="5955187"/>
                  </a:lnTo>
                  <a:lnTo>
                    <a:pt x="446980" y="5955187"/>
                  </a:lnTo>
                  <a:lnTo>
                    <a:pt x="447106" y="5955187"/>
                  </a:lnTo>
                  <a:lnTo>
                    <a:pt x="447232" y="5955187"/>
                  </a:lnTo>
                  <a:lnTo>
                    <a:pt x="447358" y="5955187"/>
                  </a:lnTo>
                  <a:lnTo>
                    <a:pt x="447484" y="5955187"/>
                  </a:lnTo>
                  <a:lnTo>
                    <a:pt x="447611" y="5955187"/>
                  </a:lnTo>
                  <a:lnTo>
                    <a:pt x="447737" y="5955187"/>
                  </a:lnTo>
                  <a:lnTo>
                    <a:pt x="447863" y="5955187"/>
                  </a:lnTo>
                  <a:lnTo>
                    <a:pt x="447989" y="5955187"/>
                  </a:lnTo>
                  <a:lnTo>
                    <a:pt x="448115" y="5955187"/>
                  </a:lnTo>
                  <a:lnTo>
                    <a:pt x="448241" y="5955187"/>
                  </a:lnTo>
                  <a:lnTo>
                    <a:pt x="448367" y="5955187"/>
                  </a:lnTo>
                  <a:lnTo>
                    <a:pt x="448493" y="5955187"/>
                  </a:lnTo>
                  <a:lnTo>
                    <a:pt x="448619" y="5955187"/>
                  </a:lnTo>
                  <a:lnTo>
                    <a:pt x="448745" y="5955187"/>
                  </a:lnTo>
                  <a:lnTo>
                    <a:pt x="448871" y="5955187"/>
                  </a:lnTo>
                  <a:lnTo>
                    <a:pt x="448998" y="5955187"/>
                  </a:lnTo>
                  <a:lnTo>
                    <a:pt x="449124" y="5955187"/>
                  </a:lnTo>
                  <a:lnTo>
                    <a:pt x="449250" y="5955187"/>
                  </a:lnTo>
                  <a:lnTo>
                    <a:pt x="449376" y="5955187"/>
                  </a:lnTo>
                  <a:lnTo>
                    <a:pt x="449502" y="5955187"/>
                  </a:lnTo>
                  <a:lnTo>
                    <a:pt x="449628" y="5955187"/>
                  </a:lnTo>
                  <a:lnTo>
                    <a:pt x="449754" y="5955187"/>
                  </a:lnTo>
                  <a:lnTo>
                    <a:pt x="449880" y="5955187"/>
                  </a:lnTo>
                  <a:lnTo>
                    <a:pt x="450006" y="5955187"/>
                  </a:lnTo>
                  <a:lnTo>
                    <a:pt x="450132" y="5955187"/>
                  </a:lnTo>
                  <a:lnTo>
                    <a:pt x="450258" y="5955187"/>
                  </a:lnTo>
                  <a:lnTo>
                    <a:pt x="450384" y="5955187"/>
                  </a:lnTo>
                  <a:lnTo>
                    <a:pt x="450511" y="5955187"/>
                  </a:lnTo>
                  <a:lnTo>
                    <a:pt x="450637" y="5955187"/>
                  </a:lnTo>
                  <a:lnTo>
                    <a:pt x="450763" y="5955187"/>
                  </a:lnTo>
                  <a:lnTo>
                    <a:pt x="450889" y="5955187"/>
                  </a:lnTo>
                  <a:lnTo>
                    <a:pt x="451015" y="5955187"/>
                  </a:lnTo>
                  <a:lnTo>
                    <a:pt x="451015" y="5949907"/>
                  </a:lnTo>
                  <a:lnTo>
                    <a:pt x="451141" y="5949907"/>
                  </a:lnTo>
                  <a:lnTo>
                    <a:pt x="451267" y="5949907"/>
                  </a:lnTo>
                  <a:lnTo>
                    <a:pt x="451393" y="5949907"/>
                  </a:lnTo>
                  <a:lnTo>
                    <a:pt x="451519" y="5949907"/>
                  </a:lnTo>
                  <a:lnTo>
                    <a:pt x="451645" y="5949907"/>
                  </a:lnTo>
                  <a:lnTo>
                    <a:pt x="451771" y="5949907"/>
                  </a:lnTo>
                  <a:lnTo>
                    <a:pt x="451898" y="5949907"/>
                  </a:lnTo>
                  <a:lnTo>
                    <a:pt x="452024" y="5949907"/>
                  </a:lnTo>
                  <a:lnTo>
                    <a:pt x="452150" y="5949907"/>
                  </a:lnTo>
                  <a:lnTo>
                    <a:pt x="452276" y="5949907"/>
                  </a:lnTo>
                  <a:lnTo>
                    <a:pt x="452402" y="5949907"/>
                  </a:lnTo>
                  <a:lnTo>
                    <a:pt x="452528" y="5949907"/>
                  </a:lnTo>
                  <a:lnTo>
                    <a:pt x="452654" y="5949907"/>
                  </a:lnTo>
                  <a:lnTo>
                    <a:pt x="452780" y="5949907"/>
                  </a:lnTo>
                  <a:lnTo>
                    <a:pt x="452906" y="5949907"/>
                  </a:lnTo>
                  <a:lnTo>
                    <a:pt x="453032" y="5949907"/>
                  </a:lnTo>
                  <a:lnTo>
                    <a:pt x="453158" y="5949907"/>
                  </a:lnTo>
                  <a:lnTo>
                    <a:pt x="453284" y="5949907"/>
                  </a:lnTo>
                  <a:lnTo>
                    <a:pt x="453411" y="5949907"/>
                  </a:lnTo>
                  <a:lnTo>
                    <a:pt x="453537" y="5949907"/>
                  </a:lnTo>
                  <a:lnTo>
                    <a:pt x="453663" y="5949907"/>
                  </a:lnTo>
                  <a:lnTo>
                    <a:pt x="453789" y="5949907"/>
                  </a:lnTo>
                  <a:lnTo>
                    <a:pt x="453915" y="5949907"/>
                  </a:lnTo>
                  <a:lnTo>
                    <a:pt x="454041" y="5949907"/>
                  </a:lnTo>
                  <a:lnTo>
                    <a:pt x="454167" y="5949907"/>
                  </a:lnTo>
                  <a:lnTo>
                    <a:pt x="454293" y="5949907"/>
                  </a:lnTo>
                  <a:lnTo>
                    <a:pt x="454419" y="5949907"/>
                  </a:lnTo>
                  <a:lnTo>
                    <a:pt x="454545" y="5949907"/>
                  </a:lnTo>
                  <a:lnTo>
                    <a:pt x="454545" y="5944628"/>
                  </a:lnTo>
                  <a:lnTo>
                    <a:pt x="454671" y="5944628"/>
                  </a:lnTo>
                  <a:lnTo>
                    <a:pt x="454798" y="5944628"/>
                  </a:lnTo>
                  <a:lnTo>
                    <a:pt x="454924" y="5944628"/>
                  </a:lnTo>
                  <a:lnTo>
                    <a:pt x="455050" y="5944628"/>
                  </a:lnTo>
                  <a:lnTo>
                    <a:pt x="455176" y="5944628"/>
                  </a:lnTo>
                  <a:lnTo>
                    <a:pt x="455302" y="5944628"/>
                  </a:lnTo>
                  <a:lnTo>
                    <a:pt x="455428" y="5944628"/>
                  </a:lnTo>
                  <a:lnTo>
                    <a:pt x="455554" y="5944628"/>
                  </a:lnTo>
                  <a:lnTo>
                    <a:pt x="455680" y="5944628"/>
                  </a:lnTo>
                  <a:lnTo>
                    <a:pt x="455806" y="5944628"/>
                  </a:lnTo>
                  <a:lnTo>
                    <a:pt x="455932" y="5944628"/>
                  </a:lnTo>
                  <a:lnTo>
                    <a:pt x="456058" y="5944628"/>
                  </a:lnTo>
                  <a:lnTo>
                    <a:pt x="456184" y="5944628"/>
                  </a:lnTo>
                  <a:lnTo>
                    <a:pt x="456311" y="5944628"/>
                  </a:lnTo>
                  <a:lnTo>
                    <a:pt x="456437" y="5944628"/>
                  </a:lnTo>
                  <a:lnTo>
                    <a:pt x="456563" y="5944628"/>
                  </a:lnTo>
                  <a:lnTo>
                    <a:pt x="456689" y="5944628"/>
                  </a:lnTo>
                  <a:lnTo>
                    <a:pt x="456815" y="5944628"/>
                  </a:lnTo>
                  <a:lnTo>
                    <a:pt x="456941" y="5944628"/>
                  </a:lnTo>
                  <a:lnTo>
                    <a:pt x="457067" y="5944628"/>
                  </a:lnTo>
                  <a:lnTo>
                    <a:pt x="457193" y="5944628"/>
                  </a:lnTo>
                  <a:lnTo>
                    <a:pt x="457319" y="5944628"/>
                  </a:lnTo>
                  <a:lnTo>
                    <a:pt x="457445" y="5944628"/>
                  </a:lnTo>
                  <a:lnTo>
                    <a:pt x="457571" y="5944628"/>
                  </a:lnTo>
                  <a:lnTo>
                    <a:pt x="457698" y="5944628"/>
                  </a:lnTo>
                  <a:lnTo>
                    <a:pt x="457824" y="5944628"/>
                  </a:lnTo>
                  <a:lnTo>
                    <a:pt x="457950" y="5944628"/>
                  </a:lnTo>
                  <a:lnTo>
                    <a:pt x="458076" y="5944628"/>
                  </a:lnTo>
                  <a:lnTo>
                    <a:pt x="458202" y="5944628"/>
                  </a:lnTo>
                  <a:lnTo>
                    <a:pt x="458328" y="5944628"/>
                  </a:lnTo>
                  <a:lnTo>
                    <a:pt x="458454" y="5944628"/>
                  </a:lnTo>
                  <a:lnTo>
                    <a:pt x="458580" y="5944628"/>
                  </a:lnTo>
                  <a:lnTo>
                    <a:pt x="458706" y="5944628"/>
                  </a:lnTo>
                  <a:lnTo>
                    <a:pt x="458832" y="5944628"/>
                  </a:lnTo>
                  <a:lnTo>
                    <a:pt x="458958" y="5944628"/>
                  </a:lnTo>
                  <a:lnTo>
                    <a:pt x="459085" y="5944628"/>
                  </a:lnTo>
                  <a:lnTo>
                    <a:pt x="459211" y="5944628"/>
                  </a:lnTo>
                  <a:lnTo>
                    <a:pt x="459337" y="5944628"/>
                  </a:lnTo>
                  <a:lnTo>
                    <a:pt x="459463" y="5944628"/>
                  </a:lnTo>
                  <a:lnTo>
                    <a:pt x="459589" y="5944628"/>
                  </a:lnTo>
                  <a:lnTo>
                    <a:pt x="459715" y="5944628"/>
                  </a:lnTo>
                  <a:lnTo>
                    <a:pt x="459841" y="5944628"/>
                  </a:lnTo>
                  <a:lnTo>
                    <a:pt x="459967" y="5944628"/>
                  </a:lnTo>
                  <a:lnTo>
                    <a:pt x="460093" y="5944628"/>
                  </a:lnTo>
                  <a:lnTo>
                    <a:pt x="460219" y="5944628"/>
                  </a:lnTo>
                  <a:lnTo>
                    <a:pt x="460345" y="5944628"/>
                  </a:lnTo>
                  <a:lnTo>
                    <a:pt x="460471" y="5944628"/>
                  </a:lnTo>
                  <a:lnTo>
                    <a:pt x="460598" y="5944628"/>
                  </a:lnTo>
                  <a:lnTo>
                    <a:pt x="460724" y="5944628"/>
                  </a:lnTo>
                  <a:lnTo>
                    <a:pt x="460850" y="5944628"/>
                  </a:lnTo>
                  <a:lnTo>
                    <a:pt x="460976" y="5944628"/>
                  </a:lnTo>
                  <a:lnTo>
                    <a:pt x="461102" y="5944628"/>
                  </a:lnTo>
                  <a:lnTo>
                    <a:pt x="461228" y="5944628"/>
                  </a:lnTo>
                  <a:lnTo>
                    <a:pt x="461354" y="5944628"/>
                  </a:lnTo>
                  <a:lnTo>
                    <a:pt x="461480" y="5944628"/>
                  </a:lnTo>
                  <a:lnTo>
                    <a:pt x="461606" y="5944628"/>
                  </a:lnTo>
                  <a:lnTo>
                    <a:pt x="461732" y="5944628"/>
                  </a:lnTo>
                  <a:lnTo>
                    <a:pt x="461858" y="5944628"/>
                  </a:lnTo>
                  <a:lnTo>
                    <a:pt x="461985" y="5944628"/>
                  </a:lnTo>
                  <a:lnTo>
                    <a:pt x="462111" y="5944628"/>
                  </a:lnTo>
                  <a:lnTo>
                    <a:pt x="462237" y="5944628"/>
                  </a:lnTo>
                  <a:lnTo>
                    <a:pt x="462363" y="5944628"/>
                  </a:lnTo>
                  <a:lnTo>
                    <a:pt x="462489" y="5944628"/>
                  </a:lnTo>
                  <a:lnTo>
                    <a:pt x="462615" y="5944628"/>
                  </a:lnTo>
                  <a:lnTo>
                    <a:pt x="462741" y="5944628"/>
                  </a:lnTo>
                  <a:lnTo>
                    <a:pt x="462867" y="5944628"/>
                  </a:lnTo>
                  <a:lnTo>
                    <a:pt x="462993" y="5944628"/>
                  </a:lnTo>
                  <a:lnTo>
                    <a:pt x="463119" y="5944628"/>
                  </a:lnTo>
                  <a:lnTo>
                    <a:pt x="463245" y="5944628"/>
                  </a:lnTo>
                  <a:lnTo>
                    <a:pt x="463371" y="5944628"/>
                  </a:lnTo>
                  <a:lnTo>
                    <a:pt x="463498" y="5944628"/>
                  </a:lnTo>
                  <a:lnTo>
                    <a:pt x="463624" y="5944628"/>
                  </a:lnTo>
                  <a:lnTo>
                    <a:pt x="463750" y="5944628"/>
                  </a:lnTo>
                  <a:lnTo>
                    <a:pt x="463876" y="5944628"/>
                  </a:lnTo>
                  <a:lnTo>
                    <a:pt x="464002" y="5944628"/>
                  </a:lnTo>
                  <a:lnTo>
                    <a:pt x="464128" y="5944628"/>
                  </a:lnTo>
                  <a:lnTo>
                    <a:pt x="464254" y="5944628"/>
                  </a:lnTo>
                  <a:lnTo>
                    <a:pt x="464380" y="5944628"/>
                  </a:lnTo>
                  <a:lnTo>
                    <a:pt x="464506" y="5944628"/>
                  </a:lnTo>
                  <a:lnTo>
                    <a:pt x="464632" y="5944628"/>
                  </a:lnTo>
                  <a:lnTo>
                    <a:pt x="464758" y="5944628"/>
                  </a:lnTo>
                  <a:lnTo>
                    <a:pt x="464885" y="5944628"/>
                  </a:lnTo>
                  <a:lnTo>
                    <a:pt x="465011" y="5944628"/>
                  </a:lnTo>
                  <a:lnTo>
                    <a:pt x="465137" y="5944628"/>
                  </a:lnTo>
                  <a:lnTo>
                    <a:pt x="465263" y="5944628"/>
                  </a:lnTo>
                  <a:lnTo>
                    <a:pt x="465389" y="5944628"/>
                  </a:lnTo>
                  <a:lnTo>
                    <a:pt x="465515" y="5944628"/>
                  </a:lnTo>
                  <a:lnTo>
                    <a:pt x="465641" y="5944628"/>
                  </a:lnTo>
                  <a:lnTo>
                    <a:pt x="465767" y="5944628"/>
                  </a:lnTo>
                  <a:lnTo>
                    <a:pt x="465893" y="5944628"/>
                  </a:lnTo>
                  <a:lnTo>
                    <a:pt x="466019" y="5944628"/>
                  </a:lnTo>
                  <a:lnTo>
                    <a:pt x="466145" y="5944628"/>
                  </a:lnTo>
                  <a:lnTo>
                    <a:pt x="466272" y="5944628"/>
                  </a:lnTo>
                  <a:lnTo>
                    <a:pt x="466398" y="5944628"/>
                  </a:lnTo>
                  <a:lnTo>
                    <a:pt x="466524" y="5944628"/>
                  </a:lnTo>
                  <a:lnTo>
                    <a:pt x="466650" y="5944628"/>
                  </a:lnTo>
                  <a:lnTo>
                    <a:pt x="466776" y="5944628"/>
                  </a:lnTo>
                  <a:lnTo>
                    <a:pt x="466902" y="5944628"/>
                  </a:lnTo>
                  <a:lnTo>
                    <a:pt x="467028" y="5944628"/>
                  </a:lnTo>
                  <a:lnTo>
                    <a:pt x="467154" y="5944628"/>
                  </a:lnTo>
                  <a:lnTo>
                    <a:pt x="467280" y="5944628"/>
                  </a:lnTo>
                  <a:lnTo>
                    <a:pt x="467406" y="5944628"/>
                  </a:lnTo>
                  <a:lnTo>
                    <a:pt x="467532" y="5944628"/>
                  </a:lnTo>
                  <a:lnTo>
                    <a:pt x="467658" y="5944628"/>
                  </a:lnTo>
                  <a:lnTo>
                    <a:pt x="467785" y="5944628"/>
                  </a:lnTo>
                  <a:lnTo>
                    <a:pt x="467911" y="5944628"/>
                  </a:lnTo>
                  <a:lnTo>
                    <a:pt x="468037" y="5944628"/>
                  </a:lnTo>
                  <a:lnTo>
                    <a:pt x="468163" y="5944628"/>
                  </a:lnTo>
                  <a:lnTo>
                    <a:pt x="468289" y="5944628"/>
                  </a:lnTo>
                  <a:lnTo>
                    <a:pt x="468415" y="5944628"/>
                  </a:lnTo>
                  <a:lnTo>
                    <a:pt x="468541" y="5944628"/>
                  </a:lnTo>
                  <a:lnTo>
                    <a:pt x="468667" y="5944628"/>
                  </a:lnTo>
                  <a:lnTo>
                    <a:pt x="468793" y="5944628"/>
                  </a:lnTo>
                  <a:lnTo>
                    <a:pt x="468919" y="5944628"/>
                  </a:lnTo>
                  <a:lnTo>
                    <a:pt x="469045" y="5944628"/>
                  </a:lnTo>
                  <a:lnTo>
                    <a:pt x="469172" y="5944628"/>
                  </a:lnTo>
                  <a:lnTo>
                    <a:pt x="469298" y="5944628"/>
                  </a:lnTo>
                  <a:lnTo>
                    <a:pt x="469424" y="5944628"/>
                  </a:lnTo>
                  <a:lnTo>
                    <a:pt x="469550" y="5944628"/>
                  </a:lnTo>
                  <a:lnTo>
                    <a:pt x="469676" y="5944628"/>
                  </a:lnTo>
                  <a:lnTo>
                    <a:pt x="469802" y="5944628"/>
                  </a:lnTo>
                  <a:lnTo>
                    <a:pt x="469928" y="5944628"/>
                  </a:lnTo>
                  <a:lnTo>
                    <a:pt x="470054" y="5944628"/>
                  </a:lnTo>
                  <a:lnTo>
                    <a:pt x="470180" y="5944628"/>
                  </a:lnTo>
                  <a:lnTo>
                    <a:pt x="470306" y="5944628"/>
                  </a:lnTo>
                  <a:lnTo>
                    <a:pt x="470432" y="5944628"/>
                  </a:lnTo>
                  <a:lnTo>
                    <a:pt x="470558" y="5944628"/>
                  </a:lnTo>
                  <a:lnTo>
                    <a:pt x="470685" y="5944628"/>
                  </a:lnTo>
                  <a:lnTo>
                    <a:pt x="470811" y="5944628"/>
                  </a:lnTo>
                  <a:lnTo>
                    <a:pt x="470811" y="5939348"/>
                  </a:lnTo>
                  <a:lnTo>
                    <a:pt x="470937" y="5939348"/>
                  </a:lnTo>
                  <a:lnTo>
                    <a:pt x="471063" y="5939348"/>
                  </a:lnTo>
                  <a:lnTo>
                    <a:pt x="471189" y="5939348"/>
                  </a:lnTo>
                  <a:lnTo>
                    <a:pt x="471315" y="5939348"/>
                  </a:lnTo>
                  <a:lnTo>
                    <a:pt x="471441" y="5939348"/>
                  </a:lnTo>
                  <a:lnTo>
                    <a:pt x="471567" y="5939348"/>
                  </a:lnTo>
                  <a:lnTo>
                    <a:pt x="471693" y="5939348"/>
                  </a:lnTo>
                  <a:lnTo>
                    <a:pt x="471819" y="5939348"/>
                  </a:lnTo>
                  <a:lnTo>
                    <a:pt x="471945" y="5939348"/>
                  </a:lnTo>
                  <a:lnTo>
                    <a:pt x="472072" y="5939348"/>
                  </a:lnTo>
                  <a:lnTo>
                    <a:pt x="472198" y="5939348"/>
                  </a:lnTo>
                  <a:lnTo>
                    <a:pt x="472198" y="5934069"/>
                  </a:lnTo>
                  <a:lnTo>
                    <a:pt x="472324" y="5934069"/>
                  </a:lnTo>
                  <a:lnTo>
                    <a:pt x="472450" y="5934069"/>
                  </a:lnTo>
                  <a:lnTo>
                    <a:pt x="472576" y="5934069"/>
                  </a:lnTo>
                  <a:lnTo>
                    <a:pt x="472702" y="5934069"/>
                  </a:lnTo>
                  <a:lnTo>
                    <a:pt x="472828" y="5934069"/>
                  </a:lnTo>
                  <a:lnTo>
                    <a:pt x="472954" y="5934069"/>
                  </a:lnTo>
                  <a:lnTo>
                    <a:pt x="473080" y="5934069"/>
                  </a:lnTo>
                  <a:lnTo>
                    <a:pt x="473206" y="5934069"/>
                  </a:lnTo>
                  <a:lnTo>
                    <a:pt x="473332" y="5934069"/>
                  </a:lnTo>
                  <a:lnTo>
                    <a:pt x="473459" y="5934069"/>
                  </a:lnTo>
                  <a:lnTo>
                    <a:pt x="473585" y="5934069"/>
                  </a:lnTo>
                  <a:lnTo>
                    <a:pt x="473711" y="5934069"/>
                  </a:lnTo>
                  <a:lnTo>
                    <a:pt x="473837" y="5934069"/>
                  </a:lnTo>
                  <a:lnTo>
                    <a:pt x="473963" y="5934069"/>
                  </a:lnTo>
                  <a:lnTo>
                    <a:pt x="474089" y="5934069"/>
                  </a:lnTo>
                  <a:lnTo>
                    <a:pt x="474215" y="5934069"/>
                  </a:lnTo>
                  <a:lnTo>
                    <a:pt x="474341" y="5934069"/>
                  </a:lnTo>
                  <a:lnTo>
                    <a:pt x="474467" y="5934069"/>
                  </a:lnTo>
                  <a:lnTo>
                    <a:pt x="474593" y="5934069"/>
                  </a:lnTo>
                  <a:lnTo>
                    <a:pt x="474719" y="5934069"/>
                  </a:lnTo>
                  <a:lnTo>
                    <a:pt x="474845" y="5934069"/>
                  </a:lnTo>
                  <a:lnTo>
                    <a:pt x="474972" y="5934069"/>
                  </a:lnTo>
                  <a:lnTo>
                    <a:pt x="475098" y="5934069"/>
                  </a:lnTo>
                  <a:lnTo>
                    <a:pt x="475224" y="5934069"/>
                  </a:lnTo>
                  <a:lnTo>
                    <a:pt x="475350" y="5934069"/>
                  </a:lnTo>
                  <a:lnTo>
                    <a:pt x="475476" y="5934069"/>
                  </a:lnTo>
                  <a:lnTo>
                    <a:pt x="475602" y="5934069"/>
                  </a:lnTo>
                  <a:lnTo>
                    <a:pt x="475728" y="5934069"/>
                  </a:lnTo>
                  <a:lnTo>
                    <a:pt x="475854" y="5934069"/>
                  </a:lnTo>
                  <a:lnTo>
                    <a:pt x="475980" y="5934069"/>
                  </a:lnTo>
                  <a:lnTo>
                    <a:pt x="476106" y="5934069"/>
                  </a:lnTo>
                  <a:lnTo>
                    <a:pt x="476232" y="5934069"/>
                  </a:lnTo>
                  <a:lnTo>
                    <a:pt x="476359" y="5934069"/>
                  </a:lnTo>
                  <a:lnTo>
                    <a:pt x="476485" y="5934069"/>
                  </a:lnTo>
                  <a:lnTo>
                    <a:pt x="476611" y="5934069"/>
                  </a:lnTo>
                  <a:lnTo>
                    <a:pt x="476737" y="5934069"/>
                  </a:lnTo>
                  <a:lnTo>
                    <a:pt x="476863" y="5934069"/>
                  </a:lnTo>
                  <a:lnTo>
                    <a:pt x="476989" y="5934069"/>
                  </a:lnTo>
                  <a:lnTo>
                    <a:pt x="477115" y="5934069"/>
                  </a:lnTo>
                  <a:lnTo>
                    <a:pt x="477241" y="5934069"/>
                  </a:lnTo>
                  <a:lnTo>
                    <a:pt x="477241" y="5928790"/>
                  </a:lnTo>
                  <a:lnTo>
                    <a:pt x="477367" y="5928790"/>
                  </a:lnTo>
                  <a:lnTo>
                    <a:pt x="477493" y="5928790"/>
                  </a:lnTo>
                  <a:lnTo>
                    <a:pt x="477619" y="5928790"/>
                  </a:lnTo>
                  <a:lnTo>
                    <a:pt x="477745" y="5928790"/>
                  </a:lnTo>
                  <a:lnTo>
                    <a:pt x="477872" y="5928790"/>
                  </a:lnTo>
                  <a:lnTo>
                    <a:pt x="477998" y="5928790"/>
                  </a:lnTo>
                  <a:lnTo>
                    <a:pt x="478124" y="5928790"/>
                  </a:lnTo>
                  <a:lnTo>
                    <a:pt x="478250" y="5928790"/>
                  </a:lnTo>
                  <a:lnTo>
                    <a:pt x="478376" y="5928790"/>
                  </a:lnTo>
                  <a:lnTo>
                    <a:pt x="478502" y="5928790"/>
                  </a:lnTo>
                  <a:lnTo>
                    <a:pt x="478628" y="5928790"/>
                  </a:lnTo>
                  <a:lnTo>
                    <a:pt x="478754" y="5928790"/>
                  </a:lnTo>
                  <a:lnTo>
                    <a:pt x="478880" y="5928790"/>
                  </a:lnTo>
                  <a:lnTo>
                    <a:pt x="479006" y="5928790"/>
                  </a:lnTo>
                  <a:lnTo>
                    <a:pt x="479132" y="5928790"/>
                  </a:lnTo>
                  <a:lnTo>
                    <a:pt x="479259" y="5928790"/>
                  </a:lnTo>
                  <a:lnTo>
                    <a:pt x="479385" y="5928790"/>
                  </a:lnTo>
                  <a:lnTo>
                    <a:pt x="479511" y="5928790"/>
                  </a:lnTo>
                  <a:lnTo>
                    <a:pt x="479637" y="5928790"/>
                  </a:lnTo>
                  <a:lnTo>
                    <a:pt x="479763" y="5928790"/>
                  </a:lnTo>
                  <a:lnTo>
                    <a:pt x="479889" y="5928790"/>
                  </a:lnTo>
                  <a:lnTo>
                    <a:pt x="480015" y="5928790"/>
                  </a:lnTo>
                  <a:lnTo>
                    <a:pt x="480141" y="5928790"/>
                  </a:lnTo>
                  <a:lnTo>
                    <a:pt x="480267" y="5928790"/>
                  </a:lnTo>
                  <a:lnTo>
                    <a:pt x="480393" y="5928790"/>
                  </a:lnTo>
                  <a:lnTo>
                    <a:pt x="480519" y="5928790"/>
                  </a:lnTo>
                  <a:lnTo>
                    <a:pt x="480645" y="5928790"/>
                  </a:lnTo>
                  <a:lnTo>
                    <a:pt x="480772" y="5928790"/>
                  </a:lnTo>
                  <a:lnTo>
                    <a:pt x="480898" y="5928790"/>
                  </a:lnTo>
                  <a:lnTo>
                    <a:pt x="481024" y="5928790"/>
                  </a:lnTo>
                  <a:lnTo>
                    <a:pt x="481150" y="5928790"/>
                  </a:lnTo>
                  <a:lnTo>
                    <a:pt x="481276" y="5928790"/>
                  </a:lnTo>
                  <a:lnTo>
                    <a:pt x="481402" y="5928790"/>
                  </a:lnTo>
                  <a:lnTo>
                    <a:pt x="481528" y="5928790"/>
                  </a:lnTo>
                  <a:lnTo>
                    <a:pt x="481654" y="5928790"/>
                  </a:lnTo>
                  <a:lnTo>
                    <a:pt x="481780" y="5928790"/>
                  </a:lnTo>
                  <a:lnTo>
                    <a:pt x="481906" y="5928790"/>
                  </a:lnTo>
                  <a:lnTo>
                    <a:pt x="482032" y="5928790"/>
                  </a:lnTo>
                  <a:lnTo>
                    <a:pt x="482159" y="5928790"/>
                  </a:lnTo>
                  <a:lnTo>
                    <a:pt x="482285" y="5928790"/>
                  </a:lnTo>
                  <a:lnTo>
                    <a:pt x="482411" y="5928790"/>
                  </a:lnTo>
                  <a:lnTo>
                    <a:pt x="482537" y="5928790"/>
                  </a:lnTo>
                  <a:lnTo>
                    <a:pt x="482663" y="5928790"/>
                  </a:lnTo>
                  <a:lnTo>
                    <a:pt x="482789" y="5928790"/>
                  </a:lnTo>
                  <a:lnTo>
                    <a:pt x="482915" y="5928790"/>
                  </a:lnTo>
                  <a:lnTo>
                    <a:pt x="483041" y="5928790"/>
                  </a:lnTo>
                  <a:lnTo>
                    <a:pt x="483041" y="5923510"/>
                  </a:lnTo>
                  <a:lnTo>
                    <a:pt x="483167" y="5923510"/>
                  </a:lnTo>
                  <a:lnTo>
                    <a:pt x="483293" y="5923510"/>
                  </a:lnTo>
                  <a:lnTo>
                    <a:pt x="483419" y="5923510"/>
                  </a:lnTo>
                  <a:lnTo>
                    <a:pt x="483546" y="5923510"/>
                  </a:lnTo>
                  <a:lnTo>
                    <a:pt x="483672" y="5923510"/>
                  </a:lnTo>
                  <a:lnTo>
                    <a:pt x="483798" y="5923510"/>
                  </a:lnTo>
                  <a:lnTo>
                    <a:pt x="483924" y="5923510"/>
                  </a:lnTo>
                  <a:lnTo>
                    <a:pt x="484050" y="5923510"/>
                  </a:lnTo>
                  <a:lnTo>
                    <a:pt x="484176" y="5923510"/>
                  </a:lnTo>
                  <a:lnTo>
                    <a:pt x="484302" y="5923510"/>
                  </a:lnTo>
                  <a:lnTo>
                    <a:pt x="484428" y="5923510"/>
                  </a:lnTo>
                  <a:lnTo>
                    <a:pt x="484554" y="5923510"/>
                  </a:lnTo>
                  <a:lnTo>
                    <a:pt x="484680" y="5923510"/>
                  </a:lnTo>
                  <a:lnTo>
                    <a:pt x="484806" y="5923510"/>
                  </a:lnTo>
                  <a:lnTo>
                    <a:pt x="484932" y="5923510"/>
                  </a:lnTo>
                  <a:lnTo>
                    <a:pt x="485059" y="5923510"/>
                  </a:lnTo>
                  <a:lnTo>
                    <a:pt x="485185" y="5923510"/>
                  </a:lnTo>
                  <a:lnTo>
                    <a:pt x="485311" y="5923510"/>
                  </a:lnTo>
                  <a:lnTo>
                    <a:pt x="485437" y="5923510"/>
                  </a:lnTo>
                  <a:lnTo>
                    <a:pt x="485563" y="5923510"/>
                  </a:lnTo>
                  <a:lnTo>
                    <a:pt x="485689" y="5923510"/>
                  </a:lnTo>
                  <a:lnTo>
                    <a:pt x="485815" y="5923510"/>
                  </a:lnTo>
                  <a:lnTo>
                    <a:pt x="485815" y="5918231"/>
                  </a:lnTo>
                  <a:lnTo>
                    <a:pt x="485941" y="5918231"/>
                  </a:lnTo>
                  <a:lnTo>
                    <a:pt x="486067" y="5918231"/>
                  </a:lnTo>
                  <a:lnTo>
                    <a:pt x="486193" y="5918231"/>
                  </a:lnTo>
                  <a:lnTo>
                    <a:pt x="486319" y="5918231"/>
                  </a:lnTo>
                  <a:lnTo>
                    <a:pt x="486446" y="5918231"/>
                  </a:lnTo>
                  <a:lnTo>
                    <a:pt x="486572" y="5918231"/>
                  </a:lnTo>
                  <a:lnTo>
                    <a:pt x="486698" y="5918231"/>
                  </a:lnTo>
                  <a:lnTo>
                    <a:pt x="486824" y="5918231"/>
                  </a:lnTo>
                  <a:lnTo>
                    <a:pt x="486950" y="5918231"/>
                  </a:lnTo>
                  <a:lnTo>
                    <a:pt x="487076" y="5918231"/>
                  </a:lnTo>
                  <a:lnTo>
                    <a:pt x="487202" y="5918231"/>
                  </a:lnTo>
                  <a:lnTo>
                    <a:pt x="487328" y="5918231"/>
                  </a:lnTo>
                  <a:lnTo>
                    <a:pt x="487454" y="5918231"/>
                  </a:lnTo>
                  <a:lnTo>
                    <a:pt x="487580" y="5918231"/>
                  </a:lnTo>
                  <a:lnTo>
                    <a:pt x="487706" y="5918231"/>
                  </a:lnTo>
                  <a:lnTo>
                    <a:pt x="487832" y="5918231"/>
                  </a:lnTo>
                  <a:lnTo>
                    <a:pt x="487959" y="5918231"/>
                  </a:lnTo>
                  <a:lnTo>
                    <a:pt x="488085" y="5918231"/>
                  </a:lnTo>
                  <a:lnTo>
                    <a:pt x="488211" y="5918231"/>
                  </a:lnTo>
                  <a:lnTo>
                    <a:pt x="488337" y="5918231"/>
                  </a:lnTo>
                  <a:lnTo>
                    <a:pt x="488463" y="5918231"/>
                  </a:lnTo>
                  <a:lnTo>
                    <a:pt x="488589" y="5918231"/>
                  </a:lnTo>
                  <a:lnTo>
                    <a:pt x="488715" y="5918231"/>
                  </a:lnTo>
                  <a:lnTo>
                    <a:pt x="488841" y="5918231"/>
                  </a:lnTo>
                  <a:lnTo>
                    <a:pt x="488967" y="5918231"/>
                  </a:lnTo>
                  <a:lnTo>
                    <a:pt x="489093" y="5918231"/>
                  </a:lnTo>
                  <a:lnTo>
                    <a:pt x="489093" y="5912951"/>
                  </a:lnTo>
                  <a:lnTo>
                    <a:pt x="489219" y="5912951"/>
                  </a:lnTo>
                  <a:lnTo>
                    <a:pt x="489346" y="5912951"/>
                  </a:lnTo>
                  <a:lnTo>
                    <a:pt x="489472" y="5912951"/>
                  </a:lnTo>
                  <a:lnTo>
                    <a:pt x="489598" y="5912951"/>
                  </a:lnTo>
                  <a:lnTo>
                    <a:pt x="489724" y="5912951"/>
                  </a:lnTo>
                  <a:lnTo>
                    <a:pt x="489850" y="5912951"/>
                  </a:lnTo>
                  <a:lnTo>
                    <a:pt x="489976" y="5912951"/>
                  </a:lnTo>
                  <a:lnTo>
                    <a:pt x="490102" y="5912951"/>
                  </a:lnTo>
                  <a:lnTo>
                    <a:pt x="490228" y="5912951"/>
                  </a:lnTo>
                  <a:lnTo>
                    <a:pt x="490354" y="5912951"/>
                  </a:lnTo>
                  <a:lnTo>
                    <a:pt x="490480" y="5912951"/>
                  </a:lnTo>
                  <a:lnTo>
                    <a:pt x="490606" y="5912951"/>
                  </a:lnTo>
                  <a:lnTo>
                    <a:pt x="490733" y="5912951"/>
                  </a:lnTo>
                  <a:lnTo>
                    <a:pt x="490859" y="5912951"/>
                  </a:lnTo>
                  <a:lnTo>
                    <a:pt x="490985" y="5912951"/>
                  </a:lnTo>
                  <a:lnTo>
                    <a:pt x="491111" y="5912951"/>
                  </a:lnTo>
                  <a:lnTo>
                    <a:pt x="491237" y="5912951"/>
                  </a:lnTo>
                  <a:lnTo>
                    <a:pt x="491363" y="5912951"/>
                  </a:lnTo>
                  <a:lnTo>
                    <a:pt x="491489" y="5912951"/>
                  </a:lnTo>
                  <a:lnTo>
                    <a:pt x="491615" y="5912951"/>
                  </a:lnTo>
                  <a:lnTo>
                    <a:pt x="491741" y="5912951"/>
                  </a:lnTo>
                  <a:lnTo>
                    <a:pt x="491867" y="5912951"/>
                  </a:lnTo>
                  <a:lnTo>
                    <a:pt x="491993" y="5912951"/>
                  </a:lnTo>
                  <a:lnTo>
                    <a:pt x="492119" y="5912951"/>
                  </a:lnTo>
                  <a:lnTo>
                    <a:pt x="492246" y="5912951"/>
                  </a:lnTo>
                  <a:lnTo>
                    <a:pt x="492372" y="5912951"/>
                  </a:lnTo>
                  <a:lnTo>
                    <a:pt x="492498" y="5912951"/>
                  </a:lnTo>
                  <a:lnTo>
                    <a:pt x="492624" y="5912951"/>
                  </a:lnTo>
                  <a:lnTo>
                    <a:pt x="492750" y="5912951"/>
                  </a:lnTo>
                  <a:lnTo>
                    <a:pt x="492876" y="5912951"/>
                  </a:lnTo>
                  <a:lnTo>
                    <a:pt x="493002" y="5912951"/>
                  </a:lnTo>
                  <a:lnTo>
                    <a:pt x="493128" y="5912951"/>
                  </a:lnTo>
                  <a:lnTo>
                    <a:pt x="493254" y="5912951"/>
                  </a:lnTo>
                  <a:lnTo>
                    <a:pt x="493380" y="5912951"/>
                  </a:lnTo>
                  <a:lnTo>
                    <a:pt x="493506" y="5912951"/>
                  </a:lnTo>
                  <a:lnTo>
                    <a:pt x="493633" y="5912951"/>
                  </a:lnTo>
                  <a:lnTo>
                    <a:pt x="493759" y="5912951"/>
                  </a:lnTo>
                  <a:lnTo>
                    <a:pt x="493885" y="5912951"/>
                  </a:lnTo>
                  <a:lnTo>
                    <a:pt x="494011" y="5912951"/>
                  </a:lnTo>
                  <a:lnTo>
                    <a:pt x="494137" y="5912951"/>
                  </a:lnTo>
                  <a:lnTo>
                    <a:pt x="494263" y="5912951"/>
                  </a:lnTo>
                  <a:lnTo>
                    <a:pt x="494389" y="5912951"/>
                  </a:lnTo>
                  <a:lnTo>
                    <a:pt x="494515" y="5912951"/>
                  </a:lnTo>
                  <a:lnTo>
                    <a:pt x="494641" y="5912951"/>
                  </a:lnTo>
                  <a:lnTo>
                    <a:pt x="494767" y="5912951"/>
                  </a:lnTo>
                  <a:lnTo>
                    <a:pt x="494893" y="5912951"/>
                  </a:lnTo>
                  <a:lnTo>
                    <a:pt x="495019" y="5912951"/>
                  </a:lnTo>
                  <a:lnTo>
                    <a:pt x="495019" y="5907672"/>
                  </a:lnTo>
                  <a:lnTo>
                    <a:pt x="495146" y="5907672"/>
                  </a:lnTo>
                  <a:lnTo>
                    <a:pt x="495272" y="5907672"/>
                  </a:lnTo>
                  <a:lnTo>
                    <a:pt x="495398" y="5907672"/>
                  </a:lnTo>
                  <a:lnTo>
                    <a:pt x="495524" y="5907672"/>
                  </a:lnTo>
                  <a:lnTo>
                    <a:pt x="495650" y="5907672"/>
                  </a:lnTo>
                  <a:lnTo>
                    <a:pt x="495776" y="5907672"/>
                  </a:lnTo>
                  <a:lnTo>
                    <a:pt x="495902" y="5907672"/>
                  </a:lnTo>
                  <a:lnTo>
                    <a:pt x="496028" y="5907672"/>
                  </a:lnTo>
                  <a:lnTo>
                    <a:pt x="496154" y="5907672"/>
                  </a:lnTo>
                  <a:lnTo>
                    <a:pt x="496280" y="5907672"/>
                  </a:lnTo>
                  <a:lnTo>
                    <a:pt x="496406" y="5907672"/>
                  </a:lnTo>
                  <a:lnTo>
                    <a:pt x="496533" y="5907672"/>
                  </a:lnTo>
                  <a:lnTo>
                    <a:pt x="496659" y="5907672"/>
                  </a:lnTo>
                  <a:lnTo>
                    <a:pt x="496785" y="5907672"/>
                  </a:lnTo>
                  <a:lnTo>
                    <a:pt x="496911" y="5907672"/>
                  </a:lnTo>
                  <a:lnTo>
                    <a:pt x="497037" y="5907672"/>
                  </a:lnTo>
                  <a:lnTo>
                    <a:pt x="497163" y="5907672"/>
                  </a:lnTo>
                  <a:lnTo>
                    <a:pt x="497289" y="5907672"/>
                  </a:lnTo>
                  <a:lnTo>
                    <a:pt x="497415" y="5907672"/>
                  </a:lnTo>
                  <a:lnTo>
                    <a:pt x="497541" y="5907672"/>
                  </a:lnTo>
                  <a:lnTo>
                    <a:pt x="497667" y="5907672"/>
                  </a:lnTo>
                  <a:lnTo>
                    <a:pt x="497793" y="5907672"/>
                  </a:lnTo>
                  <a:lnTo>
                    <a:pt x="497920" y="5907672"/>
                  </a:lnTo>
                  <a:lnTo>
                    <a:pt x="498046" y="5907672"/>
                  </a:lnTo>
                  <a:lnTo>
                    <a:pt x="498172" y="5907672"/>
                  </a:lnTo>
                  <a:lnTo>
                    <a:pt x="498298" y="5907672"/>
                  </a:lnTo>
                  <a:lnTo>
                    <a:pt x="498424" y="5907672"/>
                  </a:lnTo>
                  <a:lnTo>
                    <a:pt x="498550" y="5907672"/>
                  </a:lnTo>
                  <a:lnTo>
                    <a:pt x="498676" y="5907672"/>
                  </a:lnTo>
                  <a:lnTo>
                    <a:pt x="498802" y="5907672"/>
                  </a:lnTo>
                  <a:lnTo>
                    <a:pt x="498928" y="5907672"/>
                  </a:lnTo>
                  <a:lnTo>
                    <a:pt x="499054" y="5907672"/>
                  </a:lnTo>
                  <a:lnTo>
                    <a:pt x="499180" y="5907672"/>
                  </a:lnTo>
                  <a:lnTo>
                    <a:pt x="499306" y="5907672"/>
                  </a:lnTo>
                  <a:lnTo>
                    <a:pt x="499433" y="5907672"/>
                  </a:lnTo>
                  <a:lnTo>
                    <a:pt x="499559" y="5907672"/>
                  </a:lnTo>
                  <a:lnTo>
                    <a:pt x="499685" y="5907672"/>
                  </a:lnTo>
                  <a:lnTo>
                    <a:pt x="499811" y="5907672"/>
                  </a:lnTo>
                  <a:lnTo>
                    <a:pt x="499937" y="5907672"/>
                  </a:lnTo>
                  <a:lnTo>
                    <a:pt x="500063" y="5907672"/>
                  </a:lnTo>
                  <a:lnTo>
                    <a:pt x="500189" y="5907672"/>
                  </a:lnTo>
                  <a:lnTo>
                    <a:pt x="500315" y="5907672"/>
                  </a:lnTo>
                  <a:lnTo>
                    <a:pt x="500441" y="5907672"/>
                  </a:lnTo>
                  <a:lnTo>
                    <a:pt x="500567" y="5907672"/>
                  </a:lnTo>
                  <a:lnTo>
                    <a:pt x="500693" y="5907672"/>
                  </a:lnTo>
                  <a:lnTo>
                    <a:pt x="500820" y="5907672"/>
                  </a:lnTo>
                  <a:lnTo>
                    <a:pt x="500946" y="5907672"/>
                  </a:lnTo>
                  <a:lnTo>
                    <a:pt x="501072" y="5907672"/>
                  </a:lnTo>
                  <a:lnTo>
                    <a:pt x="501198" y="5907672"/>
                  </a:lnTo>
                  <a:lnTo>
                    <a:pt x="501324" y="5907672"/>
                  </a:lnTo>
                  <a:lnTo>
                    <a:pt x="501450" y="5907672"/>
                  </a:lnTo>
                  <a:lnTo>
                    <a:pt x="501576" y="5907672"/>
                  </a:lnTo>
                  <a:lnTo>
                    <a:pt x="501702" y="5907672"/>
                  </a:lnTo>
                  <a:lnTo>
                    <a:pt x="501828" y="5907672"/>
                  </a:lnTo>
                  <a:lnTo>
                    <a:pt x="501954" y="5907672"/>
                  </a:lnTo>
                  <a:lnTo>
                    <a:pt x="502080" y="5907672"/>
                  </a:lnTo>
                  <a:lnTo>
                    <a:pt x="502206" y="5907672"/>
                  </a:lnTo>
                  <a:lnTo>
                    <a:pt x="502333" y="5907672"/>
                  </a:lnTo>
                  <a:lnTo>
                    <a:pt x="502459" y="5907672"/>
                  </a:lnTo>
                  <a:lnTo>
                    <a:pt x="502585" y="5907672"/>
                  </a:lnTo>
                  <a:lnTo>
                    <a:pt x="502711" y="5907672"/>
                  </a:lnTo>
                  <a:lnTo>
                    <a:pt x="502837" y="5907672"/>
                  </a:lnTo>
                  <a:lnTo>
                    <a:pt x="502963" y="5907672"/>
                  </a:lnTo>
                  <a:lnTo>
                    <a:pt x="503089" y="5907672"/>
                  </a:lnTo>
                  <a:lnTo>
                    <a:pt x="503215" y="5907672"/>
                  </a:lnTo>
                  <a:lnTo>
                    <a:pt x="503341" y="5907672"/>
                  </a:lnTo>
                  <a:lnTo>
                    <a:pt x="503467" y="5907672"/>
                  </a:lnTo>
                  <a:lnTo>
                    <a:pt x="503593" y="5907672"/>
                  </a:lnTo>
                  <a:lnTo>
                    <a:pt x="503720" y="5907672"/>
                  </a:lnTo>
                  <a:lnTo>
                    <a:pt x="503846" y="5907672"/>
                  </a:lnTo>
                  <a:lnTo>
                    <a:pt x="503972" y="5907672"/>
                  </a:lnTo>
                  <a:lnTo>
                    <a:pt x="504098" y="5907672"/>
                  </a:lnTo>
                  <a:lnTo>
                    <a:pt x="504098" y="5902393"/>
                  </a:lnTo>
                  <a:lnTo>
                    <a:pt x="504224" y="5902393"/>
                  </a:lnTo>
                  <a:lnTo>
                    <a:pt x="504350" y="5902393"/>
                  </a:lnTo>
                  <a:lnTo>
                    <a:pt x="504476" y="5902393"/>
                  </a:lnTo>
                  <a:lnTo>
                    <a:pt x="504602" y="5902393"/>
                  </a:lnTo>
                  <a:lnTo>
                    <a:pt x="504728" y="5902393"/>
                  </a:lnTo>
                  <a:lnTo>
                    <a:pt x="504854" y="5902393"/>
                  </a:lnTo>
                  <a:lnTo>
                    <a:pt x="504980" y="5902393"/>
                  </a:lnTo>
                  <a:lnTo>
                    <a:pt x="505106" y="5902393"/>
                  </a:lnTo>
                  <a:lnTo>
                    <a:pt x="505233" y="5902393"/>
                  </a:lnTo>
                  <a:lnTo>
                    <a:pt x="505359" y="5902393"/>
                  </a:lnTo>
                  <a:lnTo>
                    <a:pt x="505485" y="5902393"/>
                  </a:lnTo>
                  <a:lnTo>
                    <a:pt x="505611" y="5902393"/>
                  </a:lnTo>
                  <a:lnTo>
                    <a:pt x="505737" y="5902393"/>
                  </a:lnTo>
                  <a:lnTo>
                    <a:pt x="505863" y="5902393"/>
                  </a:lnTo>
                  <a:lnTo>
                    <a:pt x="505989" y="5902393"/>
                  </a:lnTo>
                  <a:lnTo>
                    <a:pt x="506115" y="5902393"/>
                  </a:lnTo>
                  <a:lnTo>
                    <a:pt x="506241" y="5902393"/>
                  </a:lnTo>
                  <a:lnTo>
                    <a:pt x="506367" y="5902393"/>
                  </a:lnTo>
                  <a:lnTo>
                    <a:pt x="506493" y="5902393"/>
                  </a:lnTo>
                  <a:lnTo>
                    <a:pt x="506620" y="5902393"/>
                  </a:lnTo>
                  <a:lnTo>
                    <a:pt x="506746" y="5902393"/>
                  </a:lnTo>
                  <a:lnTo>
                    <a:pt x="506872" y="5902393"/>
                  </a:lnTo>
                  <a:lnTo>
                    <a:pt x="506998" y="5902393"/>
                  </a:lnTo>
                  <a:lnTo>
                    <a:pt x="507124" y="5902393"/>
                  </a:lnTo>
                  <a:lnTo>
                    <a:pt x="507250" y="5902393"/>
                  </a:lnTo>
                  <a:lnTo>
                    <a:pt x="507376" y="5902393"/>
                  </a:lnTo>
                  <a:lnTo>
                    <a:pt x="507502" y="5902393"/>
                  </a:lnTo>
                  <a:lnTo>
                    <a:pt x="507502" y="5897113"/>
                  </a:lnTo>
                  <a:lnTo>
                    <a:pt x="507628" y="5897113"/>
                  </a:lnTo>
                  <a:lnTo>
                    <a:pt x="507754" y="5897113"/>
                  </a:lnTo>
                  <a:lnTo>
                    <a:pt x="507880" y="5897113"/>
                  </a:lnTo>
                  <a:lnTo>
                    <a:pt x="508007" y="5897113"/>
                  </a:lnTo>
                  <a:lnTo>
                    <a:pt x="508133" y="5897113"/>
                  </a:lnTo>
                  <a:lnTo>
                    <a:pt x="508259" y="5897113"/>
                  </a:lnTo>
                  <a:lnTo>
                    <a:pt x="508385" y="5897113"/>
                  </a:lnTo>
                  <a:lnTo>
                    <a:pt x="508511" y="5897113"/>
                  </a:lnTo>
                  <a:lnTo>
                    <a:pt x="508637" y="5897113"/>
                  </a:lnTo>
                  <a:lnTo>
                    <a:pt x="508637" y="5891834"/>
                  </a:lnTo>
                  <a:lnTo>
                    <a:pt x="508763" y="5891834"/>
                  </a:lnTo>
                  <a:lnTo>
                    <a:pt x="508889" y="5891834"/>
                  </a:lnTo>
                  <a:lnTo>
                    <a:pt x="509015" y="5891834"/>
                  </a:lnTo>
                  <a:lnTo>
                    <a:pt x="509141" y="5891834"/>
                  </a:lnTo>
                  <a:lnTo>
                    <a:pt x="509267" y="5891834"/>
                  </a:lnTo>
                  <a:lnTo>
                    <a:pt x="509393" y="5891834"/>
                  </a:lnTo>
                  <a:lnTo>
                    <a:pt x="509520" y="5891834"/>
                  </a:lnTo>
                  <a:lnTo>
                    <a:pt x="509646" y="5891834"/>
                  </a:lnTo>
                  <a:lnTo>
                    <a:pt x="509772" y="5891834"/>
                  </a:lnTo>
                  <a:lnTo>
                    <a:pt x="509898" y="5891834"/>
                  </a:lnTo>
                  <a:lnTo>
                    <a:pt x="510024" y="5891834"/>
                  </a:lnTo>
                  <a:lnTo>
                    <a:pt x="510150" y="5891834"/>
                  </a:lnTo>
                  <a:lnTo>
                    <a:pt x="510276" y="5891834"/>
                  </a:lnTo>
                  <a:lnTo>
                    <a:pt x="510402" y="5891834"/>
                  </a:lnTo>
                  <a:lnTo>
                    <a:pt x="510528" y="5891834"/>
                  </a:lnTo>
                  <a:lnTo>
                    <a:pt x="510654" y="5891834"/>
                  </a:lnTo>
                  <a:lnTo>
                    <a:pt x="510780" y="5891834"/>
                  </a:lnTo>
                  <a:lnTo>
                    <a:pt x="510907" y="5891834"/>
                  </a:lnTo>
                  <a:lnTo>
                    <a:pt x="511033" y="5891834"/>
                  </a:lnTo>
                  <a:lnTo>
                    <a:pt x="511159" y="5891834"/>
                  </a:lnTo>
                  <a:lnTo>
                    <a:pt x="511285" y="5891834"/>
                  </a:lnTo>
                  <a:lnTo>
                    <a:pt x="511411" y="5891834"/>
                  </a:lnTo>
                  <a:lnTo>
                    <a:pt x="511537" y="5891834"/>
                  </a:lnTo>
                  <a:lnTo>
                    <a:pt x="511663" y="5891834"/>
                  </a:lnTo>
                  <a:lnTo>
                    <a:pt x="511789" y="5891834"/>
                  </a:lnTo>
                  <a:lnTo>
                    <a:pt x="511915" y="5891834"/>
                  </a:lnTo>
                  <a:lnTo>
                    <a:pt x="512041" y="5891834"/>
                  </a:lnTo>
                  <a:lnTo>
                    <a:pt x="512167" y="5891834"/>
                  </a:lnTo>
                  <a:lnTo>
                    <a:pt x="512293" y="5891834"/>
                  </a:lnTo>
                  <a:lnTo>
                    <a:pt x="512420" y="5891834"/>
                  </a:lnTo>
                  <a:lnTo>
                    <a:pt x="512546" y="5891834"/>
                  </a:lnTo>
                  <a:lnTo>
                    <a:pt x="512672" y="5891834"/>
                  </a:lnTo>
                  <a:lnTo>
                    <a:pt x="512798" y="5891834"/>
                  </a:lnTo>
                  <a:lnTo>
                    <a:pt x="512924" y="5891834"/>
                  </a:lnTo>
                  <a:lnTo>
                    <a:pt x="513050" y="5891834"/>
                  </a:lnTo>
                  <a:lnTo>
                    <a:pt x="513176" y="5891834"/>
                  </a:lnTo>
                  <a:lnTo>
                    <a:pt x="513302" y="5891834"/>
                  </a:lnTo>
                  <a:lnTo>
                    <a:pt x="513428" y="5891834"/>
                  </a:lnTo>
                  <a:lnTo>
                    <a:pt x="513428" y="5886554"/>
                  </a:lnTo>
                  <a:lnTo>
                    <a:pt x="513554" y="5886554"/>
                  </a:lnTo>
                  <a:lnTo>
                    <a:pt x="513680" y="5886554"/>
                  </a:lnTo>
                  <a:lnTo>
                    <a:pt x="513807" y="5886554"/>
                  </a:lnTo>
                  <a:lnTo>
                    <a:pt x="513933" y="5886554"/>
                  </a:lnTo>
                  <a:lnTo>
                    <a:pt x="514059" y="5886554"/>
                  </a:lnTo>
                  <a:lnTo>
                    <a:pt x="514185" y="5886554"/>
                  </a:lnTo>
                  <a:lnTo>
                    <a:pt x="514311" y="5886554"/>
                  </a:lnTo>
                  <a:lnTo>
                    <a:pt x="514437" y="5886554"/>
                  </a:lnTo>
                  <a:lnTo>
                    <a:pt x="514563" y="5886554"/>
                  </a:lnTo>
                  <a:lnTo>
                    <a:pt x="514689" y="5886554"/>
                  </a:lnTo>
                  <a:lnTo>
                    <a:pt x="514815" y="5886554"/>
                  </a:lnTo>
                  <a:lnTo>
                    <a:pt x="514941" y="5886554"/>
                  </a:lnTo>
                  <a:lnTo>
                    <a:pt x="515067" y="5886554"/>
                  </a:lnTo>
                  <a:lnTo>
                    <a:pt x="515194" y="5886554"/>
                  </a:lnTo>
                  <a:lnTo>
                    <a:pt x="515320" y="5886554"/>
                  </a:lnTo>
                  <a:lnTo>
                    <a:pt x="515446" y="5886554"/>
                  </a:lnTo>
                  <a:lnTo>
                    <a:pt x="515572" y="5886554"/>
                  </a:lnTo>
                  <a:lnTo>
                    <a:pt x="515698" y="5886554"/>
                  </a:lnTo>
                  <a:lnTo>
                    <a:pt x="515824" y="5886554"/>
                  </a:lnTo>
                  <a:lnTo>
                    <a:pt x="515950" y="5886554"/>
                  </a:lnTo>
                  <a:lnTo>
                    <a:pt x="516076" y="5886554"/>
                  </a:lnTo>
                  <a:lnTo>
                    <a:pt x="516202" y="5886554"/>
                  </a:lnTo>
                  <a:lnTo>
                    <a:pt x="516328" y="5886554"/>
                  </a:lnTo>
                  <a:lnTo>
                    <a:pt x="516454" y="5886554"/>
                  </a:lnTo>
                  <a:lnTo>
                    <a:pt x="516580" y="5886554"/>
                  </a:lnTo>
                  <a:lnTo>
                    <a:pt x="516707" y="5886554"/>
                  </a:lnTo>
                  <a:lnTo>
                    <a:pt x="516833" y="5886554"/>
                  </a:lnTo>
                  <a:lnTo>
                    <a:pt x="516959" y="5886554"/>
                  </a:lnTo>
                  <a:lnTo>
                    <a:pt x="517085" y="5886554"/>
                  </a:lnTo>
                  <a:lnTo>
                    <a:pt x="517211" y="5886554"/>
                  </a:lnTo>
                  <a:lnTo>
                    <a:pt x="517337" y="5886554"/>
                  </a:lnTo>
                  <a:lnTo>
                    <a:pt x="517463" y="5886554"/>
                  </a:lnTo>
                  <a:lnTo>
                    <a:pt x="517589" y="5886554"/>
                  </a:lnTo>
                  <a:lnTo>
                    <a:pt x="517715" y="5886554"/>
                  </a:lnTo>
                  <a:lnTo>
                    <a:pt x="517841" y="5886554"/>
                  </a:lnTo>
                  <a:lnTo>
                    <a:pt x="517967" y="5886554"/>
                  </a:lnTo>
                  <a:lnTo>
                    <a:pt x="518094" y="5886554"/>
                  </a:lnTo>
                  <a:lnTo>
                    <a:pt x="518220" y="5886554"/>
                  </a:lnTo>
                  <a:lnTo>
                    <a:pt x="518346" y="5886554"/>
                  </a:lnTo>
                  <a:lnTo>
                    <a:pt x="518472" y="5886554"/>
                  </a:lnTo>
                  <a:lnTo>
                    <a:pt x="518598" y="5886554"/>
                  </a:lnTo>
                  <a:lnTo>
                    <a:pt x="518724" y="5886554"/>
                  </a:lnTo>
                  <a:lnTo>
                    <a:pt x="518850" y="5886554"/>
                  </a:lnTo>
                  <a:lnTo>
                    <a:pt x="518976" y="5886554"/>
                  </a:lnTo>
                  <a:lnTo>
                    <a:pt x="519102" y="5886554"/>
                  </a:lnTo>
                  <a:lnTo>
                    <a:pt x="519228" y="5886554"/>
                  </a:lnTo>
                  <a:lnTo>
                    <a:pt x="519354" y="5886554"/>
                  </a:lnTo>
                  <a:lnTo>
                    <a:pt x="519480" y="5886554"/>
                  </a:lnTo>
                  <a:lnTo>
                    <a:pt x="519607" y="5886554"/>
                  </a:lnTo>
                  <a:lnTo>
                    <a:pt x="519733" y="5886554"/>
                  </a:lnTo>
                  <a:lnTo>
                    <a:pt x="519859" y="5886554"/>
                  </a:lnTo>
                  <a:lnTo>
                    <a:pt x="519985" y="5886554"/>
                  </a:lnTo>
                  <a:lnTo>
                    <a:pt x="520111" y="5886554"/>
                  </a:lnTo>
                  <a:lnTo>
                    <a:pt x="520237" y="5886554"/>
                  </a:lnTo>
                  <a:lnTo>
                    <a:pt x="520363" y="5886554"/>
                  </a:lnTo>
                  <a:lnTo>
                    <a:pt x="520489" y="5886554"/>
                  </a:lnTo>
                  <a:lnTo>
                    <a:pt x="520615" y="5886554"/>
                  </a:lnTo>
                  <a:lnTo>
                    <a:pt x="520741" y="5886554"/>
                  </a:lnTo>
                  <a:lnTo>
                    <a:pt x="520867" y="5886554"/>
                  </a:lnTo>
                  <a:lnTo>
                    <a:pt x="520994" y="5886554"/>
                  </a:lnTo>
                  <a:lnTo>
                    <a:pt x="521120" y="5886554"/>
                  </a:lnTo>
                  <a:lnTo>
                    <a:pt x="521246" y="5886554"/>
                  </a:lnTo>
                  <a:lnTo>
                    <a:pt x="521372" y="5886554"/>
                  </a:lnTo>
                  <a:lnTo>
                    <a:pt x="521498" y="5886554"/>
                  </a:lnTo>
                  <a:lnTo>
                    <a:pt x="521624" y="5886554"/>
                  </a:lnTo>
                  <a:lnTo>
                    <a:pt x="521750" y="5886554"/>
                  </a:lnTo>
                  <a:lnTo>
                    <a:pt x="521876" y="5886554"/>
                  </a:lnTo>
                  <a:lnTo>
                    <a:pt x="522002" y="5886554"/>
                  </a:lnTo>
                  <a:lnTo>
                    <a:pt x="522128" y="5886554"/>
                  </a:lnTo>
                  <a:lnTo>
                    <a:pt x="522254" y="5886554"/>
                  </a:lnTo>
                  <a:lnTo>
                    <a:pt x="522380" y="5886554"/>
                  </a:lnTo>
                  <a:lnTo>
                    <a:pt x="522507" y="5886554"/>
                  </a:lnTo>
                  <a:lnTo>
                    <a:pt x="522633" y="5886554"/>
                  </a:lnTo>
                  <a:lnTo>
                    <a:pt x="522759" y="5886554"/>
                  </a:lnTo>
                  <a:lnTo>
                    <a:pt x="522885" y="5886554"/>
                  </a:lnTo>
                  <a:lnTo>
                    <a:pt x="523011" y="5886554"/>
                  </a:lnTo>
                  <a:lnTo>
                    <a:pt x="523137" y="5886554"/>
                  </a:lnTo>
                  <a:lnTo>
                    <a:pt x="523263" y="5886554"/>
                  </a:lnTo>
                  <a:lnTo>
                    <a:pt x="523389" y="5886554"/>
                  </a:lnTo>
                  <a:lnTo>
                    <a:pt x="523515" y="5886554"/>
                  </a:lnTo>
                  <a:lnTo>
                    <a:pt x="523641" y="5886554"/>
                  </a:lnTo>
                  <a:lnTo>
                    <a:pt x="523767" y="5886554"/>
                  </a:lnTo>
                  <a:lnTo>
                    <a:pt x="523894" y="5886554"/>
                  </a:lnTo>
                  <a:lnTo>
                    <a:pt x="524020" y="5886554"/>
                  </a:lnTo>
                  <a:lnTo>
                    <a:pt x="524146" y="5886554"/>
                  </a:lnTo>
                  <a:lnTo>
                    <a:pt x="524272" y="5886554"/>
                  </a:lnTo>
                  <a:lnTo>
                    <a:pt x="524398" y="5886554"/>
                  </a:lnTo>
                  <a:lnTo>
                    <a:pt x="524524" y="5886554"/>
                  </a:lnTo>
                  <a:lnTo>
                    <a:pt x="524650" y="5886554"/>
                  </a:lnTo>
                  <a:lnTo>
                    <a:pt x="524776" y="5886554"/>
                  </a:lnTo>
                  <a:lnTo>
                    <a:pt x="524902" y="5886554"/>
                  </a:lnTo>
                  <a:lnTo>
                    <a:pt x="525028" y="5886554"/>
                  </a:lnTo>
                  <a:lnTo>
                    <a:pt x="525028" y="5881275"/>
                  </a:lnTo>
                  <a:lnTo>
                    <a:pt x="525154" y="5881275"/>
                  </a:lnTo>
                  <a:lnTo>
                    <a:pt x="525281" y="5881275"/>
                  </a:lnTo>
                  <a:lnTo>
                    <a:pt x="525407" y="5881275"/>
                  </a:lnTo>
                  <a:lnTo>
                    <a:pt x="525533" y="5881275"/>
                  </a:lnTo>
                  <a:lnTo>
                    <a:pt x="525659" y="5881275"/>
                  </a:lnTo>
                  <a:lnTo>
                    <a:pt x="525785" y="5881275"/>
                  </a:lnTo>
                  <a:lnTo>
                    <a:pt x="525911" y="5881275"/>
                  </a:lnTo>
                  <a:lnTo>
                    <a:pt x="526037" y="5881275"/>
                  </a:lnTo>
                  <a:lnTo>
                    <a:pt x="526163" y="5881275"/>
                  </a:lnTo>
                  <a:lnTo>
                    <a:pt x="526289" y="5881275"/>
                  </a:lnTo>
                  <a:lnTo>
                    <a:pt x="526415" y="5881275"/>
                  </a:lnTo>
                  <a:lnTo>
                    <a:pt x="526541" y="5881275"/>
                  </a:lnTo>
                  <a:lnTo>
                    <a:pt x="526667" y="5881275"/>
                  </a:lnTo>
                  <a:lnTo>
                    <a:pt x="526794" y="5881275"/>
                  </a:lnTo>
                  <a:lnTo>
                    <a:pt x="526920" y="5881275"/>
                  </a:lnTo>
                  <a:lnTo>
                    <a:pt x="527046" y="5881275"/>
                  </a:lnTo>
                  <a:lnTo>
                    <a:pt x="527172" y="5881275"/>
                  </a:lnTo>
                  <a:lnTo>
                    <a:pt x="527298" y="5881275"/>
                  </a:lnTo>
                  <a:lnTo>
                    <a:pt x="527424" y="5881275"/>
                  </a:lnTo>
                  <a:lnTo>
                    <a:pt x="527550" y="5881275"/>
                  </a:lnTo>
                  <a:lnTo>
                    <a:pt x="527676" y="5881275"/>
                  </a:lnTo>
                  <a:lnTo>
                    <a:pt x="527676" y="5875995"/>
                  </a:lnTo>
                  <a:lnTo>
                    <a:pt x="527802" y="5875995"/>
                  </a:lnTo>
                  <a:lnTo>
                    <a:pt x="527928" y="5875995"/>
                  </a:lnTo>
                  <a:lnTo>
                    <a:pt x="528054" y="5875995"/>
                  </a:lnTo>
                  <a:lnTo>
                    <a:pt x="528181" y="5875995"/>
                  </a:lnTo>
                  <a:lnTo>
                    <a:pt x="528307" y="5875995"/>
                  </a:lnTo>
                  <a:lnTo>
                    <a:pt x="528433" y="5875995"/>
                  </a:lnTo>
                  <a:lnTo>
                    <a:pt x="528559" y="5875995"/>
                  </a:lnTo>
                  <a:lnTo>
                    <a:pt x="528685" y="5875995"/>
                  </a:lnTo>
                  <a:lnTo>
                    <a:pt x="528811" y="5875995"/>
                  </a:lnTo>
                  <a:lnTo>
                    <a:pt x="528937" y="5875995"/>
                  </a:lnTo>
                  <a:lnTo>
                    <a:pt x="529063" y="5875995"/>
                  </a:lnTo>
                  <a:lnTo>
                    <a:pt x="529189" y="5875995"/>
                  </a:lnTo>
                  <a:lnTo>
                    <a:pt x="529315" y="5875995"/>
                  </a:lnTo>
                  <a:lnTo>
                    <a:pt x="529441" y="5875995"/>
                  </a:lnTo>
                  <a:lnTo>
                    <a:pt x="529567" y="5875995"/>
                  </a:lnTo>
                  <a:lnTo>
                    <a:pt x="529694" y="5875995"/>
                  </a:lnTo>
                  <a:lnTo>
                    <a:pt x="529820" y="5875995"/>
                  </a:lnTo>
                  <a:lnTo>
                    <a:pt x="529946" y="5875995"/>
                  </a:lnTo>
                  <a:lnTo>
                    <a:pt x="530072" y="5875995"/>
                  </a:lnTo>
                  <a:lnTo>
                    <a:pt x="530198" y="5875995"/>
                  </a:lnTo>
                  <a:lnTo>
                    <a:pt x="530324" y="5875995"/>
                  </a:lnTo>
                  <a:lnTo>
                    <a:pt x="530324" y="5870716"/>
                  </a:lnTo>
                  <a:lnTo>
                    <a:pt x="530450" y="5870716"/>
                  </a:lnTo>
                  <a:lnTo>
                    <a:pt x="530576" y="5870716"/>
                  </a:lnTo>
                  <a:lnTo>
                    <a:pt x="530702" y="5870716"/>
                  </a:lnTo>
                  <a:lnTo>
                    <a:pt x="530828" y="5870716"/>
                  </a:lnTo>
                  <a:lnTo>
                    <a:pt x="530954" y="5870716"/>
                  </a:lnTo>
                  <a:lnTo>
                    <a:pt x="531081" y="5870716"/>
                  </a:lnTo>
                  <a:lnTo>
                    <a:pt x="531207" y="5870716"/>
                  </a:lnTo>
                  <a:lnTo>
                    <a:pt x="531333" y="5870716"/>
                  </a:lnTo>
                  <a:lnTo>
                    <a:pt x="531459" y="5870716"/>
                  </a:lnTo>
                  <a:lnTo>
                    <a:pt x="531585" y="5870716"/>
                  </a:lnTo>
                  <a:lnTo>
                    <a:pt x="531711" y="5870716"/>
                  </a:lnTo>
                  <a:lnTo>
                    <a:pt x="531837" y="5870716"/>
                  </a:lnTo>
                  <a:lnTo>
                    <a:pt x="531963" y="5870716"/>
                  </a:lnTo>
                  <a:lnTo>
                    <a:pt x="532089" y="5870716"/>
                  </a:lnTo>
                  <a:lnTo>
                    <a:pt x="532215" y="5870716"/>
                  </a:lnTo>
                  <a:lnTo>
                    <a:pt x="532341" y="5870716"/>
                  </a:lnTo>
                  <a:lnTo>
                    <a:pt x="532468" y="5870716"/>
                  </a:lnTo>
                  <a:lnTo>
                    <a:pt x="532468" y="5865437"/>
                  </a:lnTo>
                  <a:lnTo>
                    <a:pt x="532594" y="5865437"/>
                  </a:lnTo>
                  <a:lnTo>
                    <a:pt x="532720" y="5865437"/>
                  </a:lnTo>
                  <a:lnTo>
                    <a:pt x="532846" y="5865437"/>
                  </a:lnTo>
                  <a:lnTo>
                    <a:pt x="532972" y="5865437"/>
                  </a:lnTo>
                  <a:lnTo>
                    <a:pt x="533098" y="5865437"/>
                  </a:lnTo>
                  <a:lnTo>
                    <a:pt x="533224" y="5865437"/>
                  </a:lnTo>
                  <a:lnTo>
                    <a:pt x="533350" y="5865437"/>
                  </a:lnTo>
                  <a:lnTo>
                    <a:pt x="533476" y="5865437"/>
                  </a:lnTo>
                  <a:lnTo>
                    <a:pt x="533602" y="5865437"/>
                  </a:lnTo>
                  <a:lnTo>
                    <a:pt x="533728" y="5865437"/>
                  </a:lnTo>
                  <a:lnTo>
                    <a:pt x="533854" y="5865437"/>
                  </a:lnTo>
                  <a:lnTo>
                    <a:pt x="533981" y="5865437"/>
                  </a:lnTo>
                  <a:lnTo>
                    <a:pt x="534107" y="5865437"/>
                  </a:lnTo>
                  <a:lnTo>
                    <a:pt x="534233" y="5865437"/>
                  </a:lnTo>
                  <a:lnTo>
                    <a:pt x="534359" y="5865437"/>
                  </a:lnTo>
                  <a:lnTo>
                    <a:pt x="534485" y="5865437"/>
                  </a:lnTo>
                  <a:lnTo>
                    <a:pt x="534611" y="5865437"/>
                  </a:lnTo>
                  <a:lnTo>
                    <a:pt x="534737" y="5865437"/>
                  </a:lnTo>
                  <a:lnTo>
                    <a:pt x="534863" y="5865437"/>
                  </a:lnTo>
                  <a:lnTo>
                    <a:pt x="534989" y="5865437"/>
                  </a:lnTo>
                  <a:lnTo>
                    <a:pt x="535115" y="5865437"/>
                  </a:lnTo>
                  <a:lnTo>
                    <a:pt x="535241" y="5865437"/>
                  </a:lnTo>
                  <a:lnTo>
                    <a:pt x="535368" y="5865437"/>
                  </a:lnTo>
                  <a:lnTo>
                    <a:pt x="535494" y="5865437"/>
                  </a:lnTo>
                  <a:lnTo>
                    <a:pt x="535494" y="5860157"/>
                  </a:lnTo>
                  <a:lnTo>
                    <a:pt x="535620" y="5860157"/>
                  </a:lnTo>
                  <a:lnTo>
                    <a:pt x="535746" y="5860157"/>
                  </a:lnTo>
                  <a:lnTo>
                    <a:pt x="535872" y="5860157"/>
                  </a:lnTo>
                  <a:lnTo>
                    <a:pt x="535998" y="5860157"/>
                  </a:lnTo>
                  <a:lnTo>
                    <a:pt x="536124" y="5860157"/>
                  </a:lnTo>
                  <a:lnTo>
                    <a:pt x="536250" y="5860157"/>
                  </a:lnTo>
                  <a:lnTo>
                    <a:pt x="536376" y="5860157"/>
                  </a:lnTo>
                  <a:lnTo>
                    <a:pt x="536502" y="5860157"/>
                  </a:lnTo>
                  <a:lnTo>
                    <a:pt x="536628" y="5860157"/>
                  </a:lnTo>
                  <a:lnTo>
                    <a:pt x="536754" y="5860157"/>
                  </a:lnTo>
                  <a:lnTo>
                    <a:pt x="536881" y="5860157"/>
                  </a:lnTo>
                  <a:lnTo>
                    <a:pt x="537007" y="5860157"/>
                  </a:lnTo>
                  <a:lnTo>
                    <a:pt x="537133" y="5860157"/>
                  </a:lnTo>
                  <a:lnTo>
                    <a:pt x="537259" y="5860157"/>
                  </a:lnTo>
                  <a:lnTo>
                    <a:pt x="537385" y="5860157"/>
                  </a:lnTo>
                  <a:lnTo>
                    <a:pt x="537511" y="5860157"/>
                  </a:lnTo>
                  <a:lnTo>
                    <a:pt x="537637" y="5860157"/>
                  </a:lnTo>
                  <a:lnTo>
                    <a:pt x="537763" y="5860157"/>
                  </a:lnTo>
                  <a:lnTo>
                    <a:pt x="537889" y="5860157"/>
                  </a:lnTo>
                  <a:lnTo>
                    <a:pt x="538015" y="5860157"/>
                  </a:lnTo>
                  <a:lnTo>
                    <a:pt x="538141" y="5860157"/>
                  </a:lnTo>
                  <a:lnTo>
                    <a:pt x="538268" y="5860157"/>
                  </a:lnTo>
                  <a:lnTo>
                    <a:pt x="538394" y="5860157"/>
                  </a:lnTo>
                  <a:lnTo>
                    <a:pt x="538394" y="5854878"/>
                  </a:lnTo>
                  <a:lnTo>
                    <a:pt x="538520" y="5854878"/>
                  </a:lnTo>
                  <a:lnTo>
                    <a:pt x="538646" y="5854878"/>
                  </a:lnTo>
                  <a:lnTo>
                    <a:pt x="538772" y="5854878"/>
                  </a:lnTo>
                  <a:lnTo>
                    <a:pt x="538898" y="5854878"/>
                  </a:lnTo>
                  <a:lnTo>
                    <a:pt x="539024" y="5854878"/>
                  </a:lnTo>
                  <a:lnTo>
                    <a:pt x="539150" y="5854878"/>
                  </a:lnTo>
                  <a:lnTo>
                    <a:pt x="539276" y="5854878"/>
                  </a:lnTo>
                  <a:lnTo>
                    <a:pt x="539402" y="5854878"/>
                  </a:lnTo>
                  <a:lnTo>
                    <a:pt x="539528" y="5854878"/>
                  </a:lnTo>
                  <a:lnTo>
                    <a:pt x="539655" y="5854878"/>
                  </a:lnTo>
                  <a:lnTo>
                    <a:pt x="539781" y="5854878"/>
                  </a:lnTo>
                  <a:lnTo>
                    <a:pt x="539907" y="5854878"/>
                  </a:lnTo>
                  <a:lnTo>
                    <a:pt x="540033" y="5854878"/>
                  </a:lnTo>
                  <a:lnTo>
                    <a:pt x="540159" y="5854878"/>
                  </a:lnTo>
                  <a:lnTo>
                    <a:pt x="540285" y="5854878"/>
                  </a:lnTo>
                  <a:lnTo>
                    <a:pt x="540411" y="5854878"/>
                  </a:lnTo>
                  <a:lnTo>
                    <a:pt x="540537" y="5854878"/>
                  </a:lnTo>
                  <a:lnTo>
                    <a:pt x="540663" y="5854878"/>
                  </a:lnTo>
                  <a:lnTo>
                    <a:pt x="540789" y="5854878"/>
                  </a:lnTo>
                  <a:lnTo>
                    <a:pt x="540915" y="5854878"/>
                  </a:lnTo>
                  <a:lnTo>
                    <a:pt x="541041" y="5854878"/>
                  </a:lnTo>
                  <a:lnTo>
                    <a:pt x="541168" y="5854878"/>
                  </a:lnTo>
                  <a:lnTo>
                    <a:pt x="541294" y="5854878"/>
                  </a:lnTo>
                  <a:lnTo>
                    <a:pt x="541420" y="5854878"/>
                  </a:lnTo>
                  <a:lnTo>
                    <a:pt x="541546" y="5854878"/>
                  </a:lnTo>
                  <a:lnTo>
                    <a:pt x="541672" y="5854878"/>
                  </a:lnTo>
                  <a:lnTo>
                    <a:pt x="541798" y="5854878"/>
                  </a:lnTo>
                  <a:lnTo>
                    <a:pt x="541924" y="5854878"/>
                  </a:lnTo>
                  <a:lnTo>
                    <a:pt x="542050" y="5854878"/>
                  </a:lnTo>
                  <a:lnTo>
                    <a:pt x="542176" y="5854878"/>
                  </a:lnTo>
                  <a:lnTo>
                    <a:pt x="542302" y="5854878"/>
                  </a:lnTo>
                  <a:lnTo>
                    <a:pt x="542428" y="5854878"/>
                  </a:lnTo>
                  <a:lnTo>
                    <a:pt x="542555" y="5854878"/>
                  </a:lnTo>
                  <a:lnTo>
                    <a:pt x="542681" y="5854878"/>
                  </a:lnTo>
                  <a:lnTo>
                    <a:pt x="542807" y="5854878"/>
                  </a:lnTo>
                  <a:lnTo>
                    <a:pt x="542933" y="5854878"/>
                  </a:lnTo>
                  <a:lnTo>
                    <a:pt x="543059" y="5854878"/>
                  </a:lnTo>
                  <a:lnTo>
                    <a:pt x="543185" y="5854878"/>
                  </a:lnTo>
                  <a:lnTo>
                    <a:pt x="543311" y="5854878"/>
                  </a:lnTo>
                  <a:lnTo>
                    <a:pt x="543437" y="5854878"/>
                  </a:lnTo>
                  <a:lnTo>
                    <a:pt x="543563" y="5854878"/>
                  </a:lnTo>
                  <a:lnTo>
                    <a:pt x="543689" y="5854878"/>
                  </a:lnTo>
                  <a:lnTo>
                    <a:pt x="543815" y="5854878"/>
                  </a:lnTo>
                  <a:lnTo>
                    <a:pt x="543941" y="5854878"/>
                  </a:lnTo>
                  <a:lnTo>
                    <a:pt x="544068" y="5854878"/>
                  </a:lnTo>
                  <a:lnTo>
                    <a:pt x="544194" y="5854878"/>
                  </a:lnTo>
                  <a:lnTo>
                    <a:pt x="544320" y="5854878"/>
                  </a:lnTo>
                  <a:lnTo>
                    <a:pt x="544446" y="5854878"/>
                  </a:lnTo>
                  <a:lnTo>
                    <a:pt x="544572" y="5854878"/>
                  </a:lnTo>
                  <a:lnTo>
                    <a:pt x="544698" y="5854878"/>
                  </a:lnTo>
                  <a:lnTo>
                    <a:pt x="544824" y="5854878"/>
                  </a:lnTo>
                  <a:lnTo>
                    <a:pt x="544950" y="5854878"/>
                  </a:lnTo>
                  <a:lnTo>
                    <a:pt x="545076" y="5854878"/>
                  </a:lnTo>
                  <a:lnTo>
                    <a:pt x="545202" y="5854878"/>
                  </a:lnTo>
                  <a:lnTo>
                    <a:pt x="545328" y="5854878"/>
                  </a:lnTo>
                  <a:lnTo>
                    <a:pt x="545455" y="5854878"/>
                  </a:lnTo>
                  <a:lnTo>
                    <a:pt x="545581" y="5854878"/>
                  </a:lnTo>
                  <a:lnTo>
                    <a:pt x="545707" y="5854878"/>
                  </a:lnTo>
                  <a:lnTo>
                    <a:pt x="545833" y="5854878"/>
                  </a:lnTo>
                  <a:lnTo>
                    <a:pt x="545959" y="5854878"/>
                  </a:lnTo>
                  <a:lnTo>
                    <a:pt x="545959" y="5849598"/>
                  </a:lnTo>
                  <a:lnTo>
                    <a:pt x="546085" y="5849598"/>
                  </a:lnTo>
                  <a:lnTo>
                    <a:pt x="546211" y="5849598"/>
                  </a:lnTo>
                  <a:lnTo>
                    <a:pt x="546337" y="5849598"/>
                  </a:lnTo>
                  <a:lnTo>
                    <a:pt x="546463" y="5849598"/>
                  </a:lnTo>
                  <a:lnTo>
                    <a:pt x="546589" y="5849598"/>
                  </a:lnTo>
                  <a:lnTo>
                    <a:pt x="546715" y="5849598"/>
                  </a:lnTo>
                  <a:lnTo>
                    <a:pt x="546841" y="5849598"/>
                  </a:lnTo>
                  <a:lnTo>
                    <a:pt x="546968" y="5849598"/>
                  </a:lnTo>
                  <a:lnTo>
                    <a:pt x="547094" y="5849598"/>
                  </a:lnTo>
                  <a:lnTo>
                    <a:pt x="547220" y="5849598"/>
                  </a:lnTo>
                  <a:lnTo>
                    <a:pt x="547346" y="5849598"/>
                  </a:lnTo>
                  <a:lnTo>
                    <a:pt x="547472" y="5849598"/>
                  </a:lnTo>
                  <a:lnTo>
                    <a:pt x="547598" y="5849598"/>
                  </a:lnTo>
                  <a:lnTo>
                    <a:pt x="547724" y="5849598"/>
                  </a:lnTo>
                  <a:lnTo>
                    <a:pt x="547850" y="5849598"/>
                  </a:lnTo>
                  <a:lnTo>
                    <a:pt x="547976" y="5849598"/>
                  </a:lnTo>
                  <a:lnTo>
                    <a:pt x="548102" y="5849598"/>
                  </a:lnTo>
                  <a:lnTo>
                    <a:pt x="548228" y="5849598"/>
                  </a:lnTo>
                  <a:lnTo>
                    <a:pt x="548355" y="5849598"/>
                  </a:lnTo>
                  <a:lnTo>
                    <a:pt x="548481" y="5849598"/>
                  </a:lnTo>
                  <a:lnTo>
                    <a:pt x="548607" y="5849598"/>
                  </a:lnTo>
                  <a:lnTo>
                    <a:pt x="548607" y="5844319"/>
                  </a:lnTo>
                  <a:lnTo>
                    <a:pt x="548733" y="5844319"/>
                  </a:lnTo>
                  <a:lnTo>
                    <a:pt x="548859" y="5844319"/>
                  </a:lnTo>
                  <a:lnTo>
                    <a:pt x="548985" y="5844319"/>
                  </a:lnTo>
                  <a:lnTo>
                    <a:pt x="549111" y="5844319"/>
                  </a:lnTo>
                  <a:lnTo>
                    <a:pt x="549237" y="5844319"/>
                  </a:lnTo>
                  <a:lnTo>
                    <a:pt x="549363" y="5844319"/>
                  </a:lnTo>
                  <a:lnTo>
                    <a:pt x="549489" y="5844319"/>
                  </a:lnTo>
                  <a:lnTo>
                    <a:pt x="549615" y="5844319"/>
                  </a:lnTo>
                  <a:lnTo>
                    <a:pt x="549742" y="5844319"/>
                  </a:lnTo>
                  <a:lnTo>
                    <a:pt x="549868" y="5844319"/>
                  </a:lnTo>
                  <a:lnTo>
                    <a:pt x="549994" y="5844319"/>
                  </a:lnTo>
                  <a:lnTo>
                    <a:pt x="550120" y="5844319"/>
                  </a:lnTo>
                  <a:lnTo>
                    <a:pt x="550120" y="5839039"/>
                  </a:lnTo>
                  <a:lnTo>
                    <a:pt x="550246" y="5839039"/>
                  </a:lnTo>
                  <a:lnTo>
                    <a:pt x="550372" y="5839039"/>
                  </a:lnTo>
                  <a:lnTo>
                    <a:pt x="550498" y="5839039"/>
                  </a:lnTo>
                  <a:lnTo>
                    <a:pt x="550624" y="5839039"/>
                  </a:lnTo>
                  <a:lnTo>
                    <a:pt x="550750" y="5839039"/>
                  </a:lnTo>
                  <a:lnTo>
                    <a:pt x="550876" y="5839039"/>
                  </a:lnTo>
                  <a:lnTo>
                    <a:pt x="551002" y="5839039"/>
                  </a:lnTo>
                  <a:lnTo>
                    <a:pt x="551128" y="5839039"/>
                  </a:lnTo>
                  <a:lnTo>
                    <a:pt x="551255" y="5839039"/>
                  </a:lnTo>
                  <a:lnTo>
                    <a:pt x="551381" y="5839039"/>
                  </a:lnTo>
                  <a:lnTo>
                    <a:pt x="551507" y="5839039"/>
                  </a:lnTo>
                  <a:lnTo>
                    <a:pt x="551633" y="5839039"/>
                  </a:lnTo>
                  <a:lnTo>
                    <a:pt x="551759" y="5839039"/>
                  </a:lnTo>
                  <a:lnTo>
                    <a:pt x="551759" y="5833760"/>
                  </a:lnTo>
                  <a:lnTo>
                    <a:pt x="551885" y="5833760"/>
                  </a:lnTo>
                  <a:lnTo>
                    <a:pt x="552011" y="5833760"/>
                  </a:lnTo>
                  <a:lnTo>
                    <a:pt x="552137" y="5833760"/>
                  </a:lnTo>
                  <a:lnTo>
                    <a:pt x="552263" y="5833760"/>
                  </a:lnTo>
                  <a:lnTo>
                    <a:pt x="552389" y="5833760"/>
                  </a:lnTo>
                  <a:lnTo>
                    <a:pt x="552515" y="5833760"/>
                  </a:lnTo>
                  <a:lnTo>
                    <a:pt x="552642" y="5833760"/>
                  </a:lnTo>
                  <a:lnTo>
                    <a:pt x="552768" y="5833760"/>
                  </a:lnTo>
                  <a:lnTo>
                    <a:pt x="552894" y="5833760"/>
                  </a:lnTo>
                  <a:lnTo>
                    <a:pt x="553020" y="5833760"/>
                  </a:lnTo>
                  <a:lnTo>
                    <a:pt x="553146" y="5833760"/>
                  </a:lnTo>
                  <a:lnTo>
                    <a:pt x="553272" y="5833760"/>
                  </a:lnTo>
                  <a:lnTo>
                    <a:pt x="553398" y="5833760"/>
                  </a:lnTo>
                  <a:lnTo>
                    <a:pt x="553524" y="5833760"/>
                  </a:lnTo>
                  <a:lnTo>
                    <a:pt x="553650" y="5833760"/>
                  </a:lnTo>
                  <a:lnTo>
                    <a:pt x="553776" y="5833760"/>
                  </a:lnTo>
                  <a:lnTo>
                    <a:pt x="553902" y="5833760"/>
                  </a:lnTo>
                  <a:lnTo>
                    <a:pt x="554028" y="5833760"/>
                  </a:lnTo>
                  <a:lnTo>
                    <a:pt x="554155" y="5833760"/>
                  </a:lnTo>
                  <a:lnTo>
                    <a:pt x="554281" y="5833760"/>
                  </a:lnTo>
                  <a:lnTo>
                    <a:pt x="554407" y="5833760"/>
                  </a:lnTo>
                  <a:lnTo>
                    <a:pt x="554533" y="5833760"/>
                  </a:lnTo>
                  <a:lnTo>
                    <a:pt x="554659" y="5833760"/>
                  </a:lnTo>
                  <a:lnTo>
                    <a:pt x="554785" y="5833760"/>
                  </a:lnTo>
                  <a:lnTo>
                    <a:pt x="554911" y="5833760"/>
                  </a:lnTo>
                  <a:lnTo>
                    <a:pt x="555037" y="5833760"/>
                  </a:lnTo>
                  <a:lnTo>
                    <a:pt x="555037" y="5828481"/>
                  </a:lnTo>
                  <a:lnTo>
                    <a:pt x="555163" y="5828481"/>
                  </a:lnTo>
                  <a:lnTo>
                    <a:pt x="555289" y="5828481"/>
                  </a:lnTo>
                  <a:lnTo>
                    <a:pt x="555415" y="5828481"/>
                  </a:lnTo>
                  <a:lnTo>
                    <a:pt x="555542" y="5828481"/>
                  </a:lnTo>
                  <a:lnTo>
                    <a:pt x="555668" y="5828481"/>
                  </a:lnTo>
                  <a:lnTo>
                    <a:pt x="555794" y="5828481"/>
                  </a:lnTo>
                  <a:lnTo>
                    <a:pt x="555920" y="5828481"/>
                  </a:lnTo>
                  <a:lnTo>
                    <a:pt x="556046" y="5828481"/>
                  </a:lnTo>
                  <a:lnTo>
                    <a:pt x="556172" y="5828481"/>
                  </a:lnTo>
                  <a:lnTo>
                    <a:pt x="556298" y="5828481"/>
                  </a:lnTo>
                  <a:lnTo>
                    <a:pt x="556424" y="5828481"/>
                  </a:lnTo>
                  <a:lnTo>
                    <a:pt x="556550" y="5828481"/>
                  </a:lnTo>
                  <a:lnTo>
                    <a:pt x="556676" y="5828481"/>
                  </a:lnTo>
                  <a:lnTo>
                    <a:pt x="556802" y="5828481"/>
                  </a:lnTo>
                  <a:lnTo>
                    <a:pt x="556802" y="5823201"/>
                  </a:lnTo>
                  <a:lnTo>
                    <a:pt x="556929" y="5823201"/>
                  </a:lnTo>
                  <a:lnTo>
                    <a:pt x="557055" y="5823201"/>
                  </a:lnTo>
                  <a:lnTo>
                    <a:pt x="557181" y="5823201"/>
                  </a:lnTo>
                  <a:lnTo>
                    <a:pt x="557307" y="5823201"/>
                  </a:lnTo>
                  <a:lnTo>
                    <a:pt x="557433" y="5823201"/>
                  </a:lnTo>
                  <a:lnTo>
                    <a:pt x="557559" y="5823201"/>
                  </a:lnTo>
                  <a:lnTo>
                    <a:pt x="557685" y="5823201"/>
                  </a:lnTo>
                  <a:lnTo>
                    <a:pt x="557811" y="5823201"/>
                  </a:lnTo>
                  <a:lnTo>
                    <a:pt x="557937" y="5823201"/>
                  </a:lnTo>
                  <a:lnTo>
                    <a:pt x="558063" y="5823201"/>
                  </a:lnTo>
                  <a:lnTo>
                    <a:pt x="558189" y="5823201"/>
                  </a:lnTo>
                  <a:lnTo>
                    <a:pt x="558315" y="5823201"/>
                  </a:lnTo>
                  <a:lnTo>
                    <a:pt x="558442" y="5823201"/>
                  </a:lnTo>
                  <a:lnTo>
                    <a:pt x="558568" y="5823201"/>
                  </a:lnTo>
                  <a:lnTo>
                    <a:pt x="558694" y="5823201"/>
                  </a:lnTo>
                  <a:lnTo>
                    <a:pt x="558820" y="5823201"/>
                  </a:lnTo>
                  <a:lnTo>
                    <a:pt x="558946" y="5823201"/>
                  </a:lnTo>
                  <a:lnTo>
                    <a:pt x="559072" y="5823201"/>
                  </a:lnTo>
                  <a:lnTo>
                    <a:pt x="559198" y="5823201"/>
                  </a:lnTo>
                  <a:lnTo>
                    <a:pt x="559324" y="5823201"/>
                  </a:lnTo>
                  <a:lnTo>
                    <a:pt x="559450" y="5823201"/>
                  </a:lnTo>
                  <a:lnTo>
                    <a:pt x="559576" y="5823201"/>
                  </a:lnTo>
                  <a:lnTo>
                    <a:pt x="559702" y="5823201"/>
                  </a:lnTo>
                  <a:lnTo>
                    <a:pt x="559702" y="5817922"/>
                  </a:lnTo>
                  <a:lnTo>
                    <a:pt x="559829" y="5817922"/>
                  </a:lnTo>
                  <a:lnTo>
                    <a:pt x="559955" y="5817922"/>
                  </a:lnTo>
                  <a:lnTo>
                    <a:pt x="560081" y="5817922"/>
                  </a:lnTo>
                  <a:lnTo>
                    <a:pt x="560207" y="5817922"/>
                  </a:lnTo>
                  <a:lnTo>
                    <a:pt x="560333" y="5817922"/>
                  </a:lnTo>
                  <a:lnTo>
                    <a:pt x="560459" y="5817922"/>
                  </a:lnTo>
                  <a:lnTo>
                    <a:pt x="560585" y="5817922"/>
                  </a:lnTo>
                  <a:lnTo>
                    <a:pt x="560711" y="5817922"/>
                  </a:lnTo>
                  <a:lnTo>
                    <a:pt x="560837" y="5817922"/>
                  </a:lnTo>
                  <a:lnTo>
                    <a:pt x="560963" y="5817922"/>
                  </a:lnTo>
                  <a:lnTo>
                    <a:pt x="561089" y="5817922"/>
                  </a:lnTo>
                  <a:lnTo>
                    <a:pt x="561215" y="5817922"/>
                  </a:lnTo>
                  <a:lnTo>
                    <a:pt x="561342" y="5817922"/>
                  </a:lnTo>
                  <a:lnTo>
                    <a:pt x="561468" y="5817922"/>
                  </a:lnTo>
                  <a:lnTo>
                    <a:pt x="561468" y="5812642"/>
                  </a:lnTo>
                  <a:lnTo>
                    <a:pt x="561594" y="5812642"/>
                  </a:lnTo>
                  <a:lnTo>
                    <a:pt x="561720" y="5812642"/>
                  </a:lnTo>
                  <a:lnTo>
                    <a:pt x="561846" y="5812642"/>
                  </a:lnTo>
                  <a:lnTo>
                    <a:pt x="561972" y="5812642"/>
                  </a:lnTo>
                  <a:lnTo>
                    <a:pt x="562098" y="5812642"/>
                  </a:lnTo>
                  <a:lnTo>
                    <a:pt x="562224" y="5812642"/>
                  </a:lnTo>
                  <a:lnTo>
                    <a:pt x="562350" y="5812642"/>
                  </a:lnTo>
                  <a:lnTo>
                    <a:pt x="562476" y="5812642"/>
                  </a:lnTo>
                  <a:lnTo>
                    <a:pt x="562602" y="5812642"/>
                  </a:lnTo>
                  <a:lnTo>
                    <a:pt x="562729" y="5812642"/>
                  </a:lnTo>
                  <a:lnTo>
                    <a:pt x="562855" y="5812642"/>
                  </a:lnTo>
                  <a:lnTo>
                    <a:pt x="562981" y="5812642"/>
                  </a:lnTo>
                  <a:lnTo>
                    <a:pt x="563107" y="5812642"/>
                  </a:lnTo>
                  <a:lnTo>
                    <a:pt x="563233" y="5812642"/>
                  </a:lnTo>
                  <a:lnTo>
                    <a:pt x="563359" y="5812642"/>
                  </a:lnTo>
                  <a:lnTo>
                    <a:pt x="563485" y="5812642"/>
                  </a:lnTo>
                  <a:lnTo>
                    <a:pt x="563611" y="5812642"/>
                  </a:lnTo>
                  <a:lnTo>
                    <a:pt x="563737" y="5812642"/>
                  </a:lnTo>
                  <a:lnTo>
                    <a:pt x="563863" y="5812642"/>
                  </a:lnTo>
                  <a:lnTo>
                    <a:pt x="563863" y="5807363"/>
                  </a:lnTo>
                  <a:lnTo>
                    <a:pt x="563989" y="5807363"/>
                  </a:lnTo>
                  <a:lnTo>
                    <a:pt x="564115" y="5807363"/>
                  </a:lnTo>
                  <a:lnTo>
                    <a:pt x="564242" y="5807363"/>
                  </a:lnTo>
                  <a:lnTo>
                    <a:pt x="564368" y="5807363"/>
                  </a:lnTo>
                  <a:lnTo>
                    <a:pt x="564494" y="5807363"/>
                  </a:lnTo>
                  <a:lnTo>
                    <a:pt x="564620" y="5807363"/>
                  </a:lnTo>
                  <a:lnTo>
                    <a:pt x="564746" y="5807363"/>
                  </a:lnTo>
                  <a:lnTo>
                    <a:pt x="564872" y="5807363"/>
                  </a:lnTo>
                  <a:lnTo>
                    <a:pt x="564998" y="5807363"/>
                  </a:lnTo>
                  <a:lnTo>
                    <a:pt x="565124" y="5807363"/>
                  </a:lnTo>
                  <a:lnTo>
                    <a:pt x="565250" y="5807363"/>
                  </a:lnTo>
                  <a:lnTo>
                    <a:pt x="565376" y="5807363"/>
                  </a:lnTo>
                  <a:lnTo>
                    <a:pt x="565502" y="5807363"/>
                  </a:lnTo>
                  <a:lnTo>
                    <a:pt x="565629" y="5807363"/>
                  </a:lnTo>
                  <a:lnTo>
                    <a:pt x="565755" y="5807363"/>
                  </a:lnTo>
                  <a:lnTo>
                    <a:pt x="565881" y="5807363"/>
                  </a:lnTo>
                  <a:lnTo>
                    <a:pt x="566007" y="5807363"/>
                  </a:lnTo>
                  <a:lnTo>
                    <a:pt x="566133" y="5807363"/>
                  </a:lnTo>
                  <a:lnTo>
                    <a:pt x="566259" y="5807363"/>
                  </a:lnTo>
                  <a:lnTo>
                    <a:pt x="566385" y="5807363"/>
                  </a:lnTo>
                  <a:lnTo>
                    <a:pt x="566511" y="5807363"/>
                  </a:lnTo>
                  <a:lnTo>
                    <a:pt x="566637" y="5807363"/>
                  </a:lnTo>
                  <a:lnTo>
                    <a:pt x="566763" y="5807363"/>
                  </a:lnTo>
                  <a:lnTo>
                    <a:pt x="566889" y="5807363"/>
                  </a:lnTo>
                  <a:lnTo>
                    <a:pt x="567016" y="5807363"/>
                  </a:lnTo>
                  <a:lnTo>
                    <a:pt x="567142" y="5807363"/>
                  </a:lnTo>
                  <a:lnTo>
                    <a:pt x="567268" y="5807363"/>
                  </a:lnTo>
                  <a:lnTo>
                    <a:pt x="567394" y="5807363"/>
                  </a:lnTo>
                  <a:lnTo>
                    <a:pt x="567520" y="5807363"/>
                  </a:lnTo>
                  <a:lnTo>
                    <a:pt x="567646" y="5807363"/>
                  </a:lnTo>
                  <a:lnTo>
                    <a:pt x="567772" y="5807363"/>
                  </a:lnTo>
                  <a:lnTo>
                    <a:pt x="567898" y="5807363"/>
                  </a:lnTo>
                  <a:lnTo>
                    <a:pt x="568024" y="5807363"/>
                  </a:lnTo>
                  <a:lnTo>
                    <a:pt x="568150" y="5807363"/>
                  </a:lnTo>
                  <a:lnTo>
                    <a:pt x="568276" y="5807363"/>
                  </a:lnTo>
                  <a:lnTo>
                    <a:pt x="568402" y="5807363"/>
                  </a:lnTo>
                  <a:lnTo>
                    <a:pt x="568529" y="5807363"/>
                  </a:lnTo>
                  <a:lnTo>
                    <a:pt x="568655" y="5807363"/>
                  </a:lnTo>
                  <a:lnTo>
                    <a:pt x="568781" y="5807363"/>
                  </a:lnTo>
                  <a:lnTo>
                    <a:pt x="568907" y="5807363"/>
                  </a:lnTo>
                  <a:lnTo>
                    <a:pt x="569033" y="5807363"/>
                  </a:lnTo>
                  <a:lnTo>
                    <a:pt x="569159" y="5807363"/>
                  </a:lnTo>
                  <a:lnTo>
                    <a:pt x="569285" y="5807363"/>
                  </a:lnTo>
                  <a:lnTo>
                    <a:pt x="569411" y="5807363"/>
                  </a:lnTo>
                  <a:lnTo>
                    <a:pt x="569537" y="5807363"/>
                  </a:lnTo>
                  <a:lnTo>
                    <a:pt x="569537" y="5802084"/>
                  </a:lnTo>
                  <a:lnTo>
                    <a:pt x="569663" y="5802084"/>
                  </a:lnTo>
                  <a:lnTo>
                    <a:pt x="569789" y="5802084"/>
                  </a:lnTo>
                  <a:lnTo>
                    <a:pt x="569916" y="5802084"/>
                  </a:lnTo>
                  <a:lnTo>
                    <a:pt x="570042" y="5802084"/>
                  </a:lnTo>
                  <a:lnTo>
                    <a:pt x="570168" y="5802084"/>
                  </a:lnTo>
                  <a:lnTo>
                    <a:pt x="570294" y="5802084"/>
                  </a:lnTo>
                  <a:lnTo>
                    <a:pt x="570420" y="5802084"/>
                  </a:lnTo>
                  <a:lnTo>
                    <a:pt x="570546" y="5802084"/>
                  </a:lnTo>
                  <a:lnTo>
                    <a:pt x="570672" y="5802084"/>
                  </a:lnTo>
                  <a:lnTo>
                    <a:pt x="570798" y="5802084"/>
                  </a:lnTo>
                  <a:lnTo>
                    <a:pt x="570924" y="5802084"/>
                  </a:lnTo>
                  <a:lnTo>
                    <a:pt x="571050" y="5802084"/>
                  </a:lnTo>
                  <a:lnTo>
                    <a:pt x="571176" y="5802084"/>
                  </a:lnTo>
                  <a:lnTo>
                    <a:pt x="571302" y="5802084"/>
                  </a:lnTo>
                  <a:lnTo>
                    <a:pt x="571429" y="5802084"/>
                  </a:lnTo>
                  <a:lnTo>
                    <a:pt x="571555" y="5802084"/>
                  </a:lnTo>
                  <a:lnTo>
                    <a:pt x="571681" y="5802084"/>
                  </a:lnTo>
                  <a:lnTo>
                    <a:pt x="571807" y="5802084"/>
                  </a:lnTo>
                  <a:lnTo>
                    <a:pt x="571933" y="5802084"/>
                  </a:lnTo>
                  <a:lnTo>
                    <a:pt x="572059" y="5802084"/>
                  </a:lnTo>
                  <a:lnTo>
                    <a:pt x="572185" y="5802084"/>
                  </a:lnTo>
                  <a:lnTo>
                    <a:pt x="572311" y="5802084"/>
                  </a:lnTo>
                  <a:lnTo>
                    <a:pt x="572437" y="5802084"/>
                  </a:lnTo>
                  <a:lnTo>
                    <a:pt x="572563" y="5802084"/>
                  </a:lnTo>
                  <a:lnTo>
                    <a:pt x="572563" y="5796804"/>
                  </a:lnTo>
                  <a:lnTo>
                    <a:pt x="572689" y="5796804"/>
                  </a:lnTo>
                  <a:lnTo>
                    <a:pt x="572816" y="5796804"/>
                  </a:lnTo>
                  <a:lnTo>
                    <a:pt x="572942" y="5796804"/>
                  </a:lnTo>
                  <a:lnTo>
                    <a:pt x="573068" y="5796804"/>
                  </a:lnTo>
                  <a:lnTo>
                    <a:pt x="573194" y="5796804"/>
                  </a:lnTo>
                  <a:lnTo>
                    <a:pt x="573320" y="5796804"/>
                  </a:lnTo>
                  <a:lnTo>
                    <a:pt x="573446" y="5796804"/>
                  </a:lnTo>
                  <a:lnTo>
                    <a:pt x="573572" y="5796804"/>
                  </a:lnTo>
                  <a:lnTo>
                    <a:pt x="573698" y="5796804"/>
                  </a:lnTo>
                  <a:lnTo>
                    <a:pt x="573824" y="5796804"/>
                  </a:lnTo>
                  <a:lnTo>
                    <a:pt x="573950" y="5796804"/>
                  </a:lnTo>
                  <a:lnTo>
                    <a:pt x="574076" y="5796804"/>
                  </a:lnTo>
                  <a:lnTo>
                    <a:pt x="574203" y="5796804"/>
                  </a:lnTo>
                  <a:lnTo>
                    <a:pt x="574329" y="5796804"/>
                  </a:lnTo>
                  <a:lnTo>
                    <a:pt x="574455" y="5796804"/>
                  </a:lnTo>
                  <a:lnTo>
                    <a:pt x="574581" y="5796804"/>
                  </a:lnTo>
                  <a:lnTo>
                    <a:pt x="574707" y="5796804"/>
                  </a:lnTo>
                  <a:lnTo>
                    <a:pt x="574833" y="5796804"/>
                  </a:lnTo>
                  <a:lnTo>
                    <a:pt x="574959" y="5796804"/>
                  </a:lnTo>
                  <a:lnTo>
                    <a:pt x="575085" y="5796804"/>
                  </a:lnTo>
                  <a:lnTo>
                    <a:pt x="575211" y="5796804"/>
                  </a:lnTo>
                  <a:lnTo>
                    <a:pt x="575337" y="5796804"/>
                  </a:lnTo>
                  <a:lnTo>
                    <a:pt x="575463" y="5796804"/>
                  </a:lnTo>
                  <a:lnTo>
                    <a:pt x="575589" y="5796804"/>
                  </a:lnTo>
                  <a:lnTo>
                    <a:pt x="575716" y="5796804"/>
                  </a:lnTo>
                  <a:lnTo>
                    <a:pt x="575842" y="5796804"/>
                  </a:lnTo>
                  <a:lnTo>
                    <a:pt x="575968" y="5796804"/>
                  </a:lnTo>
                  <a:lnTo>
                    <a:pt x="576094" y="5796804"/>
                  </a:lnTo>
                  <a:lnTo>
                    <a:pt x="576220" y="5796804"/>
                  </a:lnTo>
                  <a:lnTo>
                    <a:pt x="576346" y="5796804"/>
                  </a:lnTo>
                  <a:lnTo>
                    <a:pt x="576472" y="5796804"/>
                  </a:lnTo>
                  <a:lnTo>
                    <a:pt x="576598" y="5796804"/>
                  </a:lnTo>
                  <a:lnTo>
                    <a:pt x="576724" y="5796804"/>
                  </a:lnTo>
                  <a:lnTo>
                    <a:pt x="576850" y="5796804"/>
                  </a:lnTo>
                  <a:lnTo>
                    <a:pt x="576976" y="5796804"/>
                  </a:lnTo>
                  <a:lnTo>
                    <a:pt x="577103" y="5796804"/>
                  </a:lnTo>
                  <a:lnTo>
                    <a:pt x="577229" y="5796804"/>
                  </a:lnTo>
                  <a:lnTo>
                    <a:pt x="577355" y="5796804"/>
                  </a:lnTo>
                  <a:lnTo>
                    <a:pt x="577481" y="5796804"/>
                  </a:lnTo>
                  <a:lnTo>
                    <a:pt x="577607" y="5796804"/>
                  </a:lnTo>
                  <a:lnTo>
                    <a:pt x="577733" y="5796804"/>
                  </a:lnTo>
                  <a:lnTo>
                    <a:pt x="577859" y="5796804"/>
                  </a:lnTo>
                  <a:lnTo>
                    <a:pt x="577985" y="5796804"/>
                  </a:lnTo>
                  <a:lnTo>
                    <a:pt x="578111" y="5796804"/>
                  </a:lnTo>
                  <a:lnTo>
                    <a:pt x="578237" y="5796804"/>
                  </a:lnTo>
                  <a:lnTo>
                    <a:pt x="578363" y="5796804"/>
                  </a:lnTo>
                  <a:lnTo>
                    <a:pt x="578489" y="5796804"/>
                  </a:lnTo>
                  <a:lnTo>
                    <a:pt x="578616" y="5796804"/>
                  </a:lnTo>
                  <a:lnTo>
                    <a:pt x="578742" y="5796804"/>
                  </a:lnTo>
                  <a:lnTo>
                    <a:pt x="578868" y="5796804"/>
                  </a:lnTo>
                  <a:lnTo>
                    <a:pt x="578994" y="5796804"/>
                  </a:lnTo>
                  <a:lnTo>
                    <a:pt x="579120" y="5796804"/>
                  </a:lnTo>
                  <a:lnTo>
                    <a:pt x="579246" y="5796804"/>
                  </a:lnTo>
                  <a:lnTo>
                    <a:pt x="579372" y="5796804"/>
                  </a:lnTo>
                  <a:lnTo>
                    <a:pt x="579498" y="5796804"/>
                  </a:lnTo>
                  <a:lnTo>
                    <a:pt x="579624" y="5796804"/>
                  </a:lnTo>
                  <a:lnTo>
                    <a:pt x="579750" y="5796804"/>
                  </a:lnTo>
                  <a:lnTo>
                    <a:pt x="579876" y="5796804"/>
                  </a:lnTo>
                  <a:lnTo>
                    <a:pt x="580003" y="5796804"/>
                  </a:lnTo>
                  <a:lnTo>
                    <a:pt x="580129" y="5796804"/>
                  </a:lnTo>
                  <a:lnTo>
                    <a:pt x="580255" y="5796804"/>
                  </a:lnTo>
                  <a:lnTo>
                    <a:pt x="580381" y="5796804"/>
                  </a:lnTo>
                  <a:lnTo>
                    <a:pt x="580507" y="5796804"/>
                  </a:lnTo>
                  <a:lnTo>
                    <a:pt x="580633" y="5796804"/>
                  </a:lnTo>
                  <a:lnTo>
                    <a:pt x="580759" y="5796804"/>
                  </a:lnTo>
                  <a:lnTo>
                    <a:pt x="580885" y="5796804"/>
                  </a:lnTo>
                  <a:lnTo>
                    <a:pt x="581011" y="5796804"/>
                  </a:lnTo>
                  <a:lnTo>
                    <a:pt x="581137" y="5796804"/>
                  </a:lnTo>
                  <a:lnTo>
                    <a:pt x="581263" y="5796804"/>
                  </a:lnTo>
                  <a:lnTo>
                    <a:pt x="581390" y="5796804"/>
                  </a:lnTo>
                  <a:lnTo>
                    <a:pt x="581516" y="5796804"/>
                  </a:lnTo>
                  <a:lnTo>
                    <a:pt x="581642" y="5796804"/>
                  </a:lnTo>
                  <a:lnTo>
                    <a:pt x="581768" y="5796804"/>
                  </a:lnTo>
                  <a:lnTo>
                    <a:pt x="581894" y="5796804"/>
                  </a:lnTo>
                  <a:lnTo>
                    <a:pt x="582020" y="5796804"/>
                  </a:lnTo>
                  <a:lnTo>
                    <a:pt x="582146" y="5796804"/>
                  </a:lnTo>
                  <a:lnTo>
                    <a:pt x="582272" y="5796804"/>
                  </a:lnTo>
                  <a:lnTo>
                    <a:pt x="582398" y="5796804"/>
                  </a:lnTo>
                  <a:lnTo>
                    <a:pt x="582524" y="5796804"/>
                  </a:lnTo>
                  <a:lnTo>
                    <a:pt x="582650" y="5796804"/>
                  </a:lnTo>
                  <a:lnTo>
                    <a:pt x="582776" y="5796804"/>
                  </a:lnTo>
                  <a:lnTo>
                    <a:pt x="582903" y="5796804"/>
                  </a:lnTo>
                  <a:lnTo>
                    <a:pt x="583029" y="5796804"/>
                  </a:lnTo>
                  <a:lnTo>
                    <a:pt x="583155" y="5796804"/>
                  </a:lnTo>
                  <a:lnTo>
                    <a:pt x="583281" y="5796804"/>
                  </a:lnTo>
                  <a:lnTo>
                    <a:pt x="583407" y="5796804"/>
                  </a:lnTo>
                  <a:lnTo>
                    <a:pt x="583533" y="5796804"/>
                  </a:lnTo>
                  <a:lnTo>
                    <a:pt x="583659" y="5796804"/>
                  </a:lnTo>
                  <a:lnTo>
                    <a:pt x="583785" y="5796804"/>
                  </a:lnTo>
                  <a:lnTo>
                    <a:pt x="583911" y="5796804"/>
                  </a:lnTo>
                  <a:lnTo>
                    <a:pt x="584037" y="5796804"/>
                  </a:lnTo>
                  <a:lnTo>
                    <a:pt x="584163" y="5796804"/>
                  </a:lnTo>
                  <a:lnTo>
                    <a:pt x="584290" y="5796804"/>
                  </a:lnTo>
                  <a:lnTo>
                    <a:pt x="584416" y="5796804"/>
                  </a:lnTo>
                  <a:lnTo>
                    <a:pt x="584542" y="5796804"/>
                  </a:lnTo>
                  <a:lnTo>
                    <a:pt x="584668" y="5796804"/>
                  </a:lnTo>
                  <a:lnTo>
                    <a:pt x="584794" y="5796804"/>
                  </a:lnTo>
                  <a:lnTo>
                    <a:pt x="584920" y="5796804"/>
                  </a:lnTo>
                  <a:lnTo>
                    <a:pt x="585046" y="5796804"/>
                  </a:lnTo>
                  <a:lnTo>
                    <a:pt x="585172" y="5796804"/>
                  </a:lnTo>
                  <a:lnTo>
                    <a:pt x="585298" y="5796804"/>
                  </a:lnTo>
                  <a:lnTo>
                    <a:pt x="585424" y="5796804"/>
                  </a:lnTo>
                  <a:lnTo>
                    <a:pt x="585550" y="5796804"/>
                  </a:lnTo>
                  <a:lnTo>
                    <a:pt x="585676" y="5796804"/>
                  </a:lnTo>
                  <a:lnTo>
                    <a:pt x="585803" y="5796804"/>
                  </a:lnTo>
                  <a:lnTo>
                    <a:pt x="585929" y="5796804"/>
                  </a:lnTo>
                  <a:lnTo>
                    <a:pt x="586055" y="5796804"/>
                  </a:lnTo>
                  <a:lnTo>
                    <a:pt x="586181" y="5796804"/>
                  </a:lnTo>
                  <a:lnTo>
                    <a:pt x="586307" y="5796804"/>
                  </a:lnTo>
                  <a:lnTo>
                    <a:pt x="586433" y="5796804"/>
                  </a:lnTo>
                  <a:lnTo>
                    <a:pt x="586559" y="5796804"/>
                  </a:lnTo>
                  <a:lnTo>
                    <a:pt x="586685" y="5796804"/>
                  </a:lnTo>
                  <a:lnTo>
                    <a:pt x="586811" y="5796804"/>
                  </a:lnTo>
                  <a:lnTo>
                    <a:pt x="586937" y="5796804"/>
                  </a:lnTo>
                  <a:lnTo>
                    <a:pt x="587063" y="5796804"/>
                  </a:lnTo>
                  <a:lnTo>
                    <a:pt x="587190" y="5796804"/>
                  </a:lnTo>
                  <a:lnTo>
                    <a:pt x="587316" y="5796804"/>
                  </a:lnTo>
                  <a:lnTo>
                    <a:pt x="587442" y="5796804"/>
                  </a:lnTo>
                  <a:lnTo>
                    <a:pt x="587568" y="5796804"/>
                  </a:lnTo>
                  <a:lnTo>
                    <a:pt x="587694" y="5796804"/>
                  </a:lnTo>
                  <a:lnTo>
                    <a:pt x="587820" y="5796804"/>
                  </a:lnTo>
                  <a:lnTo>
                    <a:pt x="587946" y="5796804"/>
                  </a:lnTo>
                  <a:lnTo>
                    <a:pt x="588072" y="5796804"/>
                  </a:lnTo>
                  <a:lnTo>
                    <a:pt x="588198" y="5796804"/>
                  </a:lnTo>
                  <a:lnTo>
                    <a:pt x="588324" y="5796804"/>
                  </a:lnTo>
                  <a:lnTo>
                    <a:pt x="588450" y="5796804"/>
                  </a:lnTo>
                  <a:lnTo>
                    <a:pt x="588576" y="5796804"/>
                  </a:lnTo>
                  <a:lnTo>
                    <a:pt x="588703" y="5796804"/>
                  </a:lnTo>
                  <a:lnTo>
                    <a:pt x="588829" y="5796804"/>
                  </a:lnTo>
                  <a:lnTo>
                    <a:pt x="588955" y="5796804"/>
                  </a:lnTo>
                  <a:lnTo>
                    <a:pt x="589081" y="5796804"/>
                  </a:lnTo>
                  <a:lnTo>
                    <a:pt x="589207" y="5796804"/>
                  </a:lnTo>
                  <a:lnTo>
                    <a:pt x="589333" y="5796804"/>
                  </a:lnTo>
                  <a:lnTo>
                    <a:pt x="589459" y="5796804"/>
                  </a:lnTo>
                  <a:lnTo>
                    <a:pt x="589585" y="5796804"/>
                  </a:lnTo>
                  <a:lnTo>
                    <a:pt x="589711" y="5796804"/>
                  </a:lnTo>
                  <a:lnTo>
                    <a:pt x="589837" y="5796804"/>
                  </a:lnTo>
                  <a:lnTo>
                    <a:pt x="589963" y="5796804"/>
                  </a:lnTo>
                  <a:lnTo>
                    <a:pt x="590090" y="5796804"/>
                  </a:lnTo>
                  <a:lnTo>
                    <a:pt x="590216" y="5796804"/>
                  </a:lnTo>
                  <a:lnTo>
                    <a:pt x="590342" y="5796804"/>
                  </a:lnTo>
                  <a:lnTo>
                    <a:pt x="590468" y="5796804"/>
                  </a:lnTo>
                  <a:lnTo>
                    <a:pt x="590594" y="5796804"/>
                  </a:lnTo>
                  <a:lnTo>
                    <a:pt x="590720" y="5796804"/>
                  </a:lnTo>
                  <a:lnTo>
                    <a:pt x="590846" y="5796804"/>
                  </a:lnTo>
                  <a:lnTo>
                    <a:pt x="590972" y="5796804"/>
                  </a:lnTo>
                  <a:lnTo>
                    <a:pt x="591098" y="5796804"/>
                  </a:lnTo>
                  <a:lnTo>
                    <a:pt x="591224" y="5796804"/>
                  </a:lnTo>
                  <a:lnTo>
                    <a:pt x="591350" y="5796804"/>
                  </a:lnTo>
                  <a:lnTo>
                    <a:pt x="591477" y="5796804"/>
                  </a:lnTo>
                  <a:lnTo>
                    <a:pt x="591603" y="5796804"/>
                  </a:lnTo>
                  <a:lnTo>
                    <a:pt x="591729" y="5796804"/>
                  </a:lnTo>
                  <a:lnTo>
                    <a:pt x="591855" y="5796804"/>
                  </a:lnTo>
                  <a:lnTo>
                    <a:pt x="591981" y="5796804"/>
                  </a:lnTo>
                  <a:lnTo>
                    <a:pt x="592107" y="5796804"/>
                  </a:lnTo>
                  <a:lnTo>
                    <a:pt x="592233" y="5796804"/>
                  </a:lnTo>
                  <a:lnTo>
                    <a:pt x="592359" y="5796804"/>
                  </a:lnTo>
                  <a:lnTo>
                    <a:pt x="592485" y="5796804"/>
                  </a:lnTo>
                  <a:lnTo>
                    <a:pt x="592611" y="5796804"/>
                  </a:lnTo>
                  <a:lnTo>
                    <a:pt x="592737" y="5796804"/>
                  </a:lnTo>
                  <a:lnTo>
                    <a:pt x="592863" y="5796804"/>
                  </a:lnTo>
                  <a:lnTo>
                    <a:pt x="592990" y="5796804"/>
                  </a:lnTo>
                  <a:lnTo>
                    <a:pt x="593116" y="5796804"/>
                  </a:lnTo>
                  <a:lnTo>
                    <a:pt x="593242" y="5796804"/>
                  </a:lnTo>
                  <a:lnTo>
                    <a:pt x="593368" y="5796804"/>
                  </a:lnTo>
                  <a:lnTo>
                    <a:pt x="593494" y="5796804"/>
                  </a:lnTo>
                  <a:lnTo>
                    <a:pt x="593620" y="5796804"/>
                  </a:lnTo>
                  <a:lnTo>
                    <a:pt x="593746" y="5796804"/>
                  </a:lnTo>
                  <a:lnTo>
                    <a:pt x="593872" y="5796804"/>
                  </a:lnTo>
                  <a:lnTo>
                    <a:pt x="593998" y="5796804"/>
                  </a:lnTo>
                  <a:lnTo>
                    <a:pt x="594124" y="5796804"/>
                  </a:lnTo>
                  <a:lnTo>
                    <a:pt x="594250" y="5796804"/>
                  </a:lnTo>
                  <a:lnTo>
                    <a:pt x="594377" y="5796804"/>
                  </a:lnTo>
                  <a:lnTo>
                    <a:pt x="594503" y="5796804"/>
                  </a:lnTo>
                  <a:lnTo>
                    <a:pt x="594629" y="5796804"/>
                  </a:lnTo>
                  <a:lnTo>
                    <a:pt x="594755" y="5796804"/>
                  </a:lnTo>
                  <a:lnTo>
                    <a:pt x="594881" y="5796804"/>
                  </a:lnTo>
                  <a:lnTo>
                    <a:pt x="595007" y="5796804"/>
                  </a:lnTo>
                  <a:lnTo>
                    <a:pt x="595133" y="5796804"/>
                  </a:lnTo>
                  <a:lnTo>
                    <a:pt x="595259" y="5796804"/>
                  </a:lnTo>
                  <a:lnTo>
                    <a:pt x="595385" y="5796804"/>
                  </a:lnTo>
                  <a:lnTo>
                    <a:pt x="595511" y="5796804"/>
                  </a:lnTo>
                  <a:lnTo>
                    <a:pt x="595637" y="5796804"/>
                  </a:lnTo>
                  <a:lnTo>
                    <a:pt x="595763" y="5796804"/>
                  </a:lnTo>
                  <a:lnTo>
                    <a:pt x="595890" y="5796804"/>
                  </a:lnTo>
                  <a:lnTo>
                    <a:pt x="596016" y="5796804"/>
                  </a:lnTo>
                  <a:lnTo>
                    <a:pt x="596142" y="5796804"/>
                  </a:lnTo>
                  <a:lnTo>
                    <a:pt x="596268" y="5796804"/>
                  </a:lnTo>
                  <a:lnTo>
                    <a:pt x="596394" y="5796804"/>
                  </a:lnTo>
                  <a:lnTo>
                    <a:pt x="596520" y="5796804"/>
                  </a:lnTo>
                  <a:lnTo>
                    <a:pt x="596646" y="5796804"/>
                  </a:lnTo>
                  <a:lnTo>
                    <a:pt x="596772" y="5796804"/>
                  </a:lnTo>
                  <a:lnTo>
                    <a:pt x="596898" y="5796804"/>
                  </a:lnTo>
                  <a:lnTo>
                    <a:pt x="597024" y="5796804"/>
                  </a:lnTo>
                  <a:lnTo>
                    <a:pt x="597150" y="5796804"/>
                  </a:lnTo>
                  <a:lnTo>
                    <a:pt x="597277" y="5796804"/>
                  </a:lnTo>
                  <a:lnTo>
                    <a:pt x="597403" y="5796804"/>
                  </a:lnTo>
                  <a:lnTo>
                    <a:pt x="597529" y="5796804"/>
                  </a:lnTo>
                  <a:lnTo>
                    <a:pt x="597655" y="5796804"/>
                  </a:lnTo>
                  <a:lnTo>
                    <a:pt x="597781" y="5796804"/>
                  </a:lnTo>
                  <a:lnTo>
                    <a:pt x="597907" y="5796804"/>
                  </a:lnTo>
                  <a:lnTo>
                    <a:pt x="598033" y="5796804"/>
                  </a:lnTo>
                  <a:lnTo>
                    <a:pt x="598159" y="5796804"/>
                  </a:lnTo>
                  <a:lnTo>
                    <a:pt x="598285" y="5796804"/>
                  </a:lnTo>
                  <a:lnTo>
                    <a:pt x="598411" y="5796804"/>
                  </a:lnTo>
                  <a:lnTo>
                    <a:pt x="598537" y="5796804"/>
                  </a:lnTo>
                  <a:lnTo>
                    <a:pt x="598664" y="5796804"/>
                  </a:lnTo>
                  <a:lnTo>
                    <a:pt x="598790" y="5796804"/>
                  </a:lnTo>
                  <a:lnTo>
                    <a:pt x="598916" y="5796804"/>
                  </a:lnTo>
                  <a:lnTo>
                    <a:pt x="599042" y="5796804"/>
                  </a:lnTo>
                  <a:lnTo>
                    <a:pt x="599168" y="5796804"/>
                  </a:lnTo>
                  <a:lnTo>
                    <a:pt x="599294" y="5796804"/>
                  </a:lnTo>
                  <a:lnTo>
                    <a:pt x="599420" y="5796804"/>
                  </a:lnTo>
                  <a:lnTo>
                    <a:pt x="599546" y="5796804"/>
                  </a:lnTo>
                  <a:lnTo>
                    <a:pt x="599672" y="5796804"/>
                  </a:lnTo>
                  <a:lnTo>
                    <a:pt x="599798" y="5796804"/>
                  </a:lnTo>
                  <a:lnTo>
                    <a:pt x="599924" y="5796804"/>
                  </a:lnTo>
                  <a:lnTo>
                    <a:pt x="600050" y="5796804"/>
                  </a:lnTo>
                  <a:lnTo>
                    <a:pt x="600177" y="5796804"/>
                  </a:lnTo>
                  <a:lnTo>
                    <a:pt x="600303" y="5796804"/>
                  </a:lnTo>
                  <a:lnTo>
                    <a:pt x="600429" y="5796804"/>
                  </a:lnTo>
                  <a:lnTo>
                    <a:pt x="600555" y="5796804"/>
                  </a:lnTo>
                  <a:lnTo>
                    <a:pt x="600681" y="5796804"/>
                  </a:lnTo>
                  <a:lnTo>
                    <a:pt x="600807" y="5796804"/>
                  </a:lnTo>
                  <a:lnTo>
                    <a:pt x="600933" y="5796804"/>
                  </a:lnTo>
                  <a:lnTo>
                    <a:pt x="601059" y="5796804"/>
                  </a:lnTo>
                  <a:lnTo>
                    <a:pt x="601185" y="5796804"/>
                  </a:lnTo>
                  <a:lnTo>
                    <a:pt x="601311" y="5796804"/>
                  </a:lnTo>
                  <a:lnTo>
                    <a:pt x="601437" y="5796804"/>
                  </a:lnTo>
                  <a:lnTo>
                    <a:pt x="601564" y="5796804"/>
                  </a:lnTo>
                  <a:lnTo>
                    <a:pt x="601690" y="5796804"/>
                  </a:lnTo>
                  <a:lnTo>
                    <a:pt x="601816" y="5796804"/>
                  </a:lnTo>
                  <a:lnTo>
                    <a:pt x="601942" y="5796804"/>
                  </a:lnTo>
                  <a:lnTo>
                    <a:pt x="602068" y="5796804"/>
                  </a:lnTo>
                  <a:lnTo>
                    <a:pt x="602194" y="5796804"/>
                  </a:lnTo>
                  <a:lnTo>
                    <a:pt x="602320" y="5796804"/>
                  </a:lnTo>
                  <a:lnTo>
                    <a:pt x="602446" y="5796804"/>
                  </a:lnTo>
                  <a:lnTo>
                    <a:pt x="602572" y="5796804"/>
                  </a:lnTo>
                  <a:lnTo>
                    <a:pt x="602698" y="5796804"/>
                  </a:lnTo>
                  <a:lnTo>
                    <a:pt x="602698" y="5791525"/>
                  </a:lnTo>
                  <a:lnTo>
                    <a:pt x="602824" y="5791525"/>
                  </a:lnTo>
                  <a:lnTo>
                    <a:pt x="602950" y="5791525"/>
                  </a:lnTo>
                  <a:lnTo>
                    <a:pt x="603077" y="5791525"/>
                  </a:lnTo>
                  <a:lnTo>
                    <a:pt x="603203" y="5791525"/>
                  </a:lnTo>
                  <a:lnTo>
                    <a:pt x="603329" y="5791525"/>
                  </a:lnTo>
                  <a:lnTo>
                    <a:pt x="603455" y="5791525"/>
                  </a:lnTo>
                  <a:lnTo>
                    <a:pt x="603581" y="5791525"/>
                  </a:lnTo>
                  <a:lnTo>
                    <a:pt x="603707" y="5791525"/>
                  </a:lnTo>
                  <a:lnTo>
                    <a:pt x="603833" y="5791525"/>
                  </a:lnTo>
                  <a:lnTo>
                    <a:pt x="603959" y="5791525"/>
                  </a:lnTo>
                  <a:lnTo>
                    <a:pt x="604085" y="5791525"/>
                  </a:lnTo>
                  <a:lnTo>
                    <a:pt x="604211" y="5791525"/>
                  </a:lnTo>
                  <a:lnTo>
                    <a:pt x="604337" y="5791525"/>
                  </a:lnTo>
                  <a:lnTo>
                    <a:pt x="604464" y="5791525"/>
                  </a:lnTo>
                  <a:lnTo>
                    <a:pt x="604590" y="5791525"/>
                  </a:lnTo>
                  <a:lnTo>
                    <a:pt x="604716" y="5791525"/>
                  </a:lnTo>
                  <a:lnTo>
                    <a:pt x="604842" y="5791525"/>
                  </a:lnTo>
                  <a:lnTo>
                    <a:pt x="604968" y="5791525"/>
                  </a:lnTo>
                  <a:lnTo>
                    <a:pt x="605094" y="5791525"/>
                  </a:lnTo>
                  <a:lnTo>
                    <a:pt x="605220" y="5791525"/>
                  </a:lnTo>
                  <a:lnTo>
                    <a:pt x="605220" y="5786245"/>
                  </a:lnTo>
                  <a:lnTo>
                    <a:pt x="605346" y="5786245"/>
                  </a:lnTo>
                  <a:lnTo>
                    <a:pt x="605472" y="5786245"/>
                  </a:lnTo>
                  <a:lnTo>
                    <a:pt x="605598" y="5786245"/>
                  </a:lnTo>
                  <a:lnTo>
                    <a:pt x="605724" y="5786245"/>
                  </a:lnTo>
                  <a:lnTo>
                    <a:pt x="605851" y="5786245"/>
                  </a:lnTo>
                  <a:lnTo>
                    <a:pt x="605977" y="5786245"/>
                  </a:lnTo>
                  <a:lnTo>
                    <a:pt x="606103" y="5786245"/>
                  </a:lnTo>
                  <a:lnTo>
                    <a:pt x="606229" y="5786245"/>
                  </a:lnTo>
                  <a:lnTo>
                    <a:pt x="606355" y="5786245"/>
                  </a:lnTo>
                  <a:lnTo>
                    <a:pt x="606481" y="5786245"/>
                  </a:lnTo>
                  <a:lnTo>
                    <a:pt x="606607" y="5786245"/>
                  </a:lnTo>
                  <a:lnTo>
                    <a:pt x="606733" y="5786245"/>
                  </a:lnTo>
                  <a:lnTo>
                    <a:pt x="606859" y="5786245"/>
                  </a:lnTo>
                  <a:lnTo>
                    <a:pt x="606985" y="5786245"/>
                  </a:lnTo>
                  <a:lnTo>
                    <a:pt x="607111" y="5786245"/>
                  </a:lnTo>
                  <a:lnTo>
                    <a:pt x="607237" y="5786245"/>
                  </a:lnTo>
                  <a:lnTo>
                    <a:pt x="607364" y="5786245"/>
                  </a:lnTo>
                  <a:lnTo>
                    <a:pt x="607490" y="5786245"/>
                  </a:lnTo>
                  <a:lnTo>
                    <a:pt x="607616" y="5786245"/>
                  </a:lnTo>
                  <a:lnTo>
                    <a:pt x="607742" y="5786245"/>
                  </a:lnTo>
                  <a:lnTo>
                    <a:pt x="607868" y="5786245"/>
                  </a:lnTo>
                  <a:lnTo>
                    <a:pt x="607994" y="5786245"/>
                  </a:lnTo>
                  <a:lnTo>
                    <a:pt x="608120" y="5786245"/>
                  </a:lnTo>
                  <a:lnTo>
                    <a:pt x="608246" y="5786245"/>
                  </a:lnTo>
                  <a:lnTo>
                    <a:pt x="608372" y="5786245"/>
                  </a:lnTo>
                  <a:lnTo>
                    <a:pt x="608498" y="5786245"/>
                  </a:lnTo>
                  <a:lnTo>
                    <a:pt x="608624" y="5786245"/>
                  </a:lnTo>
                  <a:lnTo>
                    <a:pt x="608751" y="5786245"/>
                  </a:lnTo>
                  <a:lnTo>
                    <a:pt x="608877" y="5786245"/>
                  </a:lnTo>
                  <a:lnTo>
                    <a:pt x="609003" y="5786245"/>
                  </a:lnTo>
                  <a:lnTo>
                    <a:pt x="609129" y="5786245"/>
                  </a:lnTo>
                  <a:lnTo>
                    <a:pt x="609255" y="5786245"/>
                  </a:lnTo>
                  <a:lnTo>
                    <a:pt x="609381" y="5786245"/>
                  </a:lnTo>
                  <a:lnTo>
                    <a:pt x="609507" y="5786245"/>
                  </a:lnTo>
                  <a:lnTo>
                    <a:pt x="609633" y="5786245"/>
                  </a:lnTo>
                  <a:lnTo>
                    <a:pt x="609759" y="5786245"/>
                  </a:lnTo>
                  <a:lnTo>
                    <a:pt x="609885" y="5786245"/>
                  </a:lnTo>
                  <a:lnTo>
                    <a:pt x="610011" y="5786245"/>
                  </a:lnTo>
                  <a:lnTo>
                    <a:pt x="610137" y="5786245"/>
                  </a:lnTo>
                  <a:lnTo>
                    <a:pt x="610264" y="5786245"/>
                  </a:lnTo>
                  <a:lnTo>
                    <a:pt x="610390" y="5786245"/>
                  </a:lnTo>
                  <a:lnTo>
                    <a:pt x="610516" y="5786245"/>
                  </a:lnTo>
                  <a:lnTo>
                    <a:pt x="610516" y="5780966"/>
                  </a:lnTo>
                  <a:lnTo>
                    <a:pt x="610642" y="5780966"/>
                  </a:lnTo>
                  <a:lnTo>
                    <a:pt x="610768" y="5780966"/>
                  </a:lnTo>
                  <a:lnTo>
                    <a:pt x="610894" y="5780966"/>
                  </a:lnTo>
                  <a:lnTo>
                    <a:pt x="611020" y="5780966"/>
                  </a:lnTo>
                  <a:lnTo>
                    <a:pt x="611146" y="5780966"/>
                  </a:lnTo>
                  <a:lnTo>
                    <a:pt x="611272" y="5780966"/>
                  </a:lnTo>
                  <a:lnTo>
                    <a:pt x="611398" y="5780966"/>
                  </a:lnTo>
                  <a:lnTo>
                    <a:pt x="611524" y="5780966"/>
                  </a:lnTo>
                  <a:lnTo>
                    <a:pt x="611651" y="5780966"/>
                  </a:lnTo>
                  <a:lnTo>
                    <a:pt x="611777" y="5780966"/>
                  </a:lnTo>
                  <a:lnTo>
                    <a:pt x="611903" y="5780966"/>
                  </a:lnTo>
                  <a:lnTo>
                    <a:pt x="612029" y="5780966"/>
                  </a:lnTo>
                  <a:lnTo>
                    <a:pt x="612155" y="5780966"/>
                  </a:lnTo>
                  <a:lnTo>
                    <a:pt x="612281" y="5780966"/>
                  </a:lnTo>
                  <a:lnTo>
                    <a:pt x="612407" y="5780966"/>
                  </a:lnTo>
                  <a:lnTo>
                    <a:pt x="612533" y="5780966"/>
                  </a:lnTo>
                  <a:lnTo>
                    <a:pt x="612659" y="5780966"/>
                  </a:lnTo>
                  <a:lnTo>
                    <a:pt x="612785" y="5780966"/>
                  </a:lnTo>
                  <a:lnTo>
                    <a:pt x="612911" y="5780966"/>
                  </a:lnTo>
                  <a:lnTo>
                    <a:pt x="613037" y="5780966"/>
                  </a:lnTo>
                  <a:lnTo>
                    <a:pt x="613164" y="5780966"/>
                  </a:lnTo>
                  <a:lnTo>
                    <a:pt x="613290" y="5780966"/>
                  </a:lnTo>
                  <a:lnTo>
                    <a:pt x="613416" y="5780966"/>
                  </a:lnTo>
                  <a:lnTo>
                    <a:pt x="613542" y="5780966"/>
                  </a:lnTo>
                  <a:lnTo>
                    <a:pt x="613668" y="5780966"/>
                  </a:lnTo>
                  <a:lnTo>
                    <a:pt x="613794" y="5780966"/>
                  </a:lnTo>
                  <a:lnTo>
                    <a:pt x="613920" y="5780966"/>
                  </a:lnTo>
                  <a:lnTo>
                    <a:pt x="613920" y="5775686"/>
                  </a:lnTo>
                  <a:lnTo>
                    <a:pt x="614046" y="5775686"/>
                  </a:lnTo>
                  <a:lnTo>
                    <a:pt x="614172" y="5775686"/>
                  </a:lnTo>
                  <a:lnTo>
                    <a:pt x="614298" y="5775686"/>
                  </a:lnTo>
                  <a:lnTo>
                    <a:pt x="614424" y="5775686"/>
                  </a:lnTo>
                  <a:lnTo>
                    <a:pt x="614551" y="5775686"/>
                  </a:lnTo>
                  <a:lnTo>
                    <a:pt x="614677" y="5775686"/>
                  </a:lnTo>
                  <a:lnTo>
                    <a:pt x="614803" y="5775686"/>
                  </a:lnTo>
                  <a:lnTo>
                    <a:pt x="614929" y="5775686"/>
                  </a:lnTo>
                  <a:lnTo>
                    <a:pt x="615055" y="5775686"/>
                  </a:lnTo>
                  <a:lnTo>
                    <a:pt x="615181" y="5775686"/>
                  </a:lnTo>
                  <a:lnTo>
                    <a:pt x="615307" y="5775686"/>
                  </a:lnTo>
                  <a:lnTo>
                    <a:pt x="615433" y="5775686"/>
                  </a:lnTo>
                  <a:lnTo>
                    <a:pt x="615559" y="5775686"/>
                  </a:lnTo>
                  <a:lnTo>
                    <a:pt x="615685" y="5775686"/>
                  </a:lnTo>
                  <a:lnTo>
                    <a:pt x="615811" y="5775686"/>
                  </a:lnTo>
                  <a:lnTo>
                    <a:pt x="615938" y="5775686"/>
                  </a:lnTo>
                  <a:lnTo>
                    <a:pt x="616064" y="5775686"/>
                  </a:lnTo>
                  <a:lnTo>
                    <a:pt x="616190" y="5775686"/>
                  </a:lnTo>
                  <a:lnTo>
                    <a:pt x="616316" y="5775686"/>
                  </a:lnTo>
                  <a:lnTo>
                    <a:pt x="616442" y="5775686"/>
                  </a:lnTo>
                  <a:lnTo>
                    <a:pt x="616568" y="5775686"/>
                  </a:lnTo>
                  <a:lnTo>
                    <a:pt x="616694" y="5775686"/>
                  </a:lnTo>
                  <a:lnTo>
                    <a:pt x="616820" y="5775686"/>
                  </a:lnTo>
                  <a:lnTo>
                    <a:pt x="616946" y="5775686"/>
                  </a:lnTo>
                  <a:lnTo>
                    <a:pt x="617072" y="5775686"/>
                  </a:lnTo>
                  <a:lnTo>
                    <a:pt x="617198" y="5775686"/>
                  </a:lnTo>
                  <a:lnTo>
                    <a:pt x="617324" y="5775686"/>
                  </a:lnTo>
                  <a:lnTo>
                    <a:pt x="617451" y="5775686"/>
                  </a:lnTo>
                  <a:lnTo>
                    <a:pt x="617577" y="5775686"/>
                  </a:lnTo>
                  <a:lnTo>
                    <a:pt x="617703" y="5775686"/>
                  </a:lnTo>
                  <a:lnTo>
                    <a:pt x="617829" y="5775686"/>
                  </a:lnTo>
                  <a:lnTo>
                    <a:pt x="617955" y="5775686"/>
                  </a:lnTo>
                  <a:lnTo>
                    <a:pt x="618081" y="5775686"/>
                  </a:lnTo>
                  <a:lnTo>
                    <a:pt x="618207" y="5775686"/>
                  </a:lnTo>
                  <a:lnTo>
                    <a:pt x="618333" y="5775686"/>
                  </a:lnTo>
                  <a:lnTo>
                    <a:pt x="618459" y="5775686"/>
                  </a:lnTo>
                  <a:lnTo>
                    <a:pt x="618585" y="5775686"/>
                  </a:lnTo>
                  <a:lnTo>
                    <a:pt x="618711" y="5775686"/>
                  </a:lnTo>
                  <a:lnTo>
                    <a:pt x="618838" y="5775686"/>
                  </a:lnTo>
                  <a:lnTo>
                    <a:pt x="618964" y="5775686"/>
                  </a:lnTo>
                  <a:lnTo>
                    <a:pt x="619090" y="5775686"/>
                  </a:lnTo>
                  <a:lnTo>
                    <a:pt x="619216" y="5775686"/>
                  </a:lnTo>
                  <a:lnTo>
                    <a:pt x="619342" y="5775686"/>
                  </a:lnTo>
                  <a:lnTo>
                    <a:pt x="619468" y="5775686"/>
                  </a:lnTo>
                  <a:lnTo>
                    <a:pt x="619594" y="5775686"/>
                  </a:lnTo>
                  <a:lnTo>
                    <a:pt x="619720" y="5775686"/>
                  </a:lnTo>
                  <a:lnTo>
                    <a:pt x="619846" y="5775686"/>
                  </a:lnTo>
                  <a:lnTo>
                    <a:pt x="619972" y="5775686"/>
                  </a:lnTo>
                  <a:lnTo>
                    <a:pt x="620098" y="5775686"/>
                  </a:lnTo>
                  <a:lnTo>
                    <a:pt x="620224" y="5775686"/>
                  </a:lnTo>
                  <a:lnTo>
                    <a:pt x="620351" y="5775686"/>
                  </a:lnTo>
                  <a:lnTo>
                    <a:pt x="620477" y="5775686"/>
                  </a:lnTo>
                  <a:lnTo>
                    <a:pt x="620603" y="5775686"/>
                  </a:lnTo>
                  <a:lnTo>
                    <a:pt x="620729" y="5775686"/>
                  </a:lnTo>
                  <a:lnTo>
                    <a:pt x="620855" y="5775686"/>
                  </a:lnTo>
                  <a:lnTo>
                    <a:pt x="620981" y="5775686"/>
                  </a:lnTo>
                  <a:lnTo>
                    <a:pt x="621107" y="5775686"/>
                  </a:lnTo>
                  <a:lnTo>
                    <a:pt x="621233" y="5775686"/>
                  </a:lnTo>
                  <a:lnTo>
                    <a:pt x="621359" y="5775686"/>
                  </a:lnTo>
                  <a:lnTo>
                    <a:pt x="621485" y="5775686"/>
                  </a:lnTo>
                  <a:lnTo>
                    <a:pt x="621611" y="5775686"/>
                  </a:lnTo>
                  <a:lnTo>
                    <a:pt x="621738" y="5775686"/>
                  </a:lnTo>
                  <a:lnTo>
                    <a:pt x="621864" y="5775686"/>
                  </a:lnTo>
                  <a:lnTo>
                    <a:pt x="621990" y="5775686"/>
                  </a:lnTo>
                  <a:lnTo>
                    <a:pt x="622116" y="5775686"/>
                  </a:lnTo>
                  <a:lnTo>
                    <a:pt x="622242" y="5775686"/>
                  </a:lnTo>
                  <a:lnTo>
                    <a:pt x="622368" y="5775686"/>
                  </a:lnTo>
                  <a:lnTo>
                    <a:pt x="622494" y="5775686"/>
                  </a:lnTo>
                  <a:lnTo>
                    <a:pt x="622620" y="5775686"/>
                  </a:lnTo>
                  <a:lnTo>
                    <a:pt x="622746" y="5775686"/>
                  </a:lnTo>
                  <a:lnTo>
                    <a:pt x="622872" y="5775686"/>
                  </a:lnTo>
                  <a:lnTo>
                    <a:pt x="622998" y="5775686"/>
                  </a:lnTo>
                  <a:lnTo>
                    <a:pt x="623125" y="5775686"/>
                  </a:lnTo>
                  <a:lnTo>
                    <a:pt x="623251" y="5775686"/>
                  </a:lnTo>
                  <a:lnTo>
                    <a:pt x="623377" y="5775686"/>
                  </a:lnTo>
                  <a:lnTo>
                    <a:pt x="623503" y="5775686"/>
                  </a:lnTo>
                  <a:lnTo>
                    <a:pt x="623629" y="5775686"/>
                  </a:lnTo>
                  <a:lnTo>
                    <a:pt x="623755" y="5775686"/>
                  </a:lnTo>
                  <a:lnTo>
                    <a:pt x="623881" y="5775686"/>
                  </a:lnTo>
                  <a:lnTo>
                    <a:pt x="624007" y="5775686"/>
                  </a:lnTo>
                  <a:lnTo>
                    <a:pt x="624007" y="5770407"/>
                  </a:lnTo>
                  <a:lnTo>
                    <a:pt x="624133" y="5770407"/>
                  </a:lnTo>
                  <a:lnTo>
                    <a:pt x="624259" y="5770407"/>
                  </a:lnTo>
                  <a:lnTo>
                    <a:pt x="624385" y="5770407"/>
                  </a:lnTo>
                  <a:lnTo>
                    <a:pt x="624511" y="5770407"/>
                  </a:lnTo>
                  <a:lnTo>
                    <a:pt x="624638" y="5770407"/>
                  </a:lnTo>
                  <a:lnTo>
                    <a:pt x="624764" y="5770407"/>
                  </a:lnTo>
                  <a:lnTo>
                    <a:pt x="624890" y="5770407"/>
                  </a:lnTo>
                  <a:lnTo>
                    <a:pt x="625016" y="5770407"/>
                  </a:lnTo>
                  <a:lnTo>
                    <a:pt x="625142" y="5770407"/>
                  </a:lnTo>
                  <a:lnTo>
                    <a:pt x="625268" y="5770407"/>
                  </a:lnTo>
                  <a:lnTo>
                    <a:pt x="625394" y="5770407"/>
                  </a:lnTo>
                  <a:lnTo>
                    <a:pt x="625520" y="5770407"/>
                  </a:lnTo>
                  <a:lnTo>
                    <a:pt x="625646" y="5770407"/>
                  </a:lnTo>
                  <a:lnTo>
                    <a:pt x="625772" y="5770407"/>
                  </a:lnTo>
                  <a:lnTo>
                    <a:pt x="625898" y="5770407"/>
                  </a:lnTo>
                  <a:lnTo>
                    <a:pt x="626025" y="5770407"/>
                  </a:lnTo>
                  <a:lnTo>
                    <a:pt x="626151" y="5770407"/>
                  </a:lnTo>
                  <a:lnTo>
                    <a:pt x="626277" y="5770407"/>
                  </a:lnTo>
                  <a:lnTo>
                    <a:pt x="626403" y="5770407"/>
                  </a:lnTo>
                  <a:lnTo>
                    <a:pt x="626529" y="5770407"/>
                  </a:lnTo>
                  <a:lnTo>
                    <a:pt x="626655" y="5770407"/>
                  </a:lnTo>
                  <a:lnTo>
                    <a:pt x="626781" y="5770407"/>
                  </a:lnTo>
                  <a:lnTo>
                    <a:pt x="626907" y="5770407"/>
                  </a:lnTo>
                  <a:lnTo>
                    <a:pt x="627033" y="5770407"/>
                  </a:lnTo>
                  <a:lnTo>
                    <a:pt x="627159" y="5770407"/>
                  </a:lnTo>
                  <a:lnTo>
                    <a:pt x="627285" y="5770407"/>
                  </a:lnTo>
                  <a:lnTo>
                    <a:pt x="627411" y="5770407"/>
                  </a:lnTo>
                  <a:lnTo>
                    <a:pt x="627538" y="5770407"/>
                  </a:lnTo>
                  <a:lnTo>
                    <a:pt x="627664" y="5770407"/>
                  </a:lnTo>
                  <a:lnTo>
                    <a:pt x="627790" y="5770407"/>
                  </a:lnTo>
                  <a:lnTo>
                    <a:pt x="627916" y="5770407"/>
                  </a:lnTo>
                  <a:lnTo>
                    <a:pt x="628042" y="5770407"/>
                  </a:lnTo>
                  <a:lnTo>
                    <a:pt x="628168" y="5770407"/>
                  </a:lnTo>
                  <a:lnTo>
                    <a:pt x="628294" y="5770407"/>
                  </a:lnTo>
                  <a:lnTo>
                    <a:pt x="628420" y="5770407"/>
                  </a:lnTo>
                  <a:lnTo>
                    <a:pt x="628546" y="5770407"/>
                  </a:lnTo>
                  <a:lnTo>
                    <a:pt x="628672" y="5770407"/>
                  </a:lnTo>
                  <a:lnTo>
                    <a:pt x="628798" y="5770407"/>
                  </a:lnTo>
                  <a:lnTo>
                    <a:pt x="628925" y="5770407"/>
                  </a:lnTo>
                  <a:lnTo>
                    <a:pt x="629051" y="5770407"/>
                  </a:lnTo>
                  <a:lnTo>
                    <a:pt x="629177" y="5770407"/>
                  </a:lnTo>
                  <a:lnTo>
                    <a:pt x="629303" y="5770407"/>
                  </a:lnTo>
                  <a:lnTo>
                    <a:pt x="629429" y="5770407"/>
                  </a:lnTo>
                  <a:lnTo>
                    <a:pt x="629555" y="5770407"/>
                  </a:lnTo>
                  <a:lnTo>
                    <a:pt x="629681" y="5770407"/>
                  </a:lnTo>
                  <a:lnTo>
                    <a:pt x="629807" y="5770407"/>
                  </a:lnTo>
                  <a:lnTo>
                    <a:pt x="629933" y="5770407"/>
                  </a:lnTo>
                  <a:lnTo>
                    <a:pt x="630059" y="5770407"/>
                  </a:lnTo>
                  <a:lnTo>
                    <a:pt x="630185" y="5770407"/>
                  </a:lnTo>
                  <a:lnTo>
                    <a:pt x="630311" y="5770407"/>
                  </a:lnTo>
                  <a:lnTo>
                    <a:pt x="630438" y="5770407"/>
                  </a:lnTo>
                  <a:lnTo>
                    <a:pt x="630564" y="5770407"/>
                  </a:lnTo>
                  <a:lnTo>
                    <a:pt x="630690" y="5770407"/>
                  </a:lnTo>
                  <a:lnTo>
                    <a:pt x="630816" y="5770407"/>
                  </a:lnTo>
                  <a:lnTo>
                    <a:pt x="630942" y="5770407"/>
                  </a:lnTo>
                  <a:lnTo>
                    <a:pt x="631068" y="5770407"/>
                  </a:lnTo>
                  <a:lnTo>
                    <a:pt x="631194" y="5770407"/>
                  </a:lnTo>
                  <a:lnTo>
                    <a:pt x="631320" y="5770407"/>
                  </a:lnTo>
                  <a:lnTo>
                    <a:pt x="631446" y="5770407"/>
                  </a:lnTo>
                  <a:lnTo>
                    <a:pt x="631572" y="5770407"/>
                  </a:lnTo>
                  <a:lnTo>
                    <a:pt x="631698" y="5770407"/>
                  </a:lnTo>
                  <a:lnTo>
                    <a:pt x="631825" y="5770407"/>
                  </a:lnTo>
                  <a:lnTo>
                    <a:pt x="631951" y="5770407"/>
                  </a:lnTo>
                  <a:lnTo>
                    <a:pt x="632077" y="5770407"/>
                  </a:lnTo>
                  <a:lnTo>
                    <a:pt x="632203" y="5770407"/>
                  </a:lnTo>
                  <a:lnTo>
                    <a:pt x="632329" y="5770407"/>
                  </a:lnTo>
                  <a:lnTo>
                    <a:pt x="632455" y="5770407"/>
                  </a:lnTo>
                  <a:lnTo>
                    <a:pt x="632581" y="5770407"/>
                  </a:lnTo>
                  <a:lnTo>
                    <a:pt x="632707" y="5770407"/>
                  </a:lnTo>
                  <a:lnTo>
                    <a:pt x="632833" y="5770407"/>
                  </a:lnTo>
                  <a:lnTo>
                    <a:pt x="632959" y="5770407"/>
                  </a:lnTo>
                  <a:lnTo>
                    <a:pt x="633085" y="5770407"/>
                  </a:lnTo>
                  <a:lnTo>
                    <a:pt x="633212" y="5770407"/>
                  </a:lnTo>
                  <a:lnTo>
                    <a:pt x="633338" y="5770407"/>
                  </a:lnTo>
                  <a:lnTo>
                    <a:pt x="633464" y="5770407"/>
                  </a:lnTo>
                  <a:lnTo>
                    <a:pt x="633590" y="5770407"/>
                  </a:lnTo>
                  <a:lnTo>
                    <a:pt x="633716" y="5770407"/>
                  </a:lnTo>
                  <a:lnTo>
                    <a:pt x="633842" y="5770407"/>
                  </a:lnTo>
                  <a:lnTo>
                    <a:pt x="633968" y="5770407"/>
                  </a:lnTo>
                  <a:lnTo>
                    <a:pt x="634094" y="5770407"/>
                  </a:lnTo>
                  <a:lnTo>
                    <a:pt x="634220" y="5770407"/>
                  </a:lnTo>
                  <a:lnTo>
                    <a:pt x="634346" y="5770407"/>
                  </a:lnTo>
                  <a:lnTo>
                    <a:pt x="634472" y="5770407"/>
                  </a:lnTo>
                  <a:lnTo>
                    <a:pt x="634598" y="5770407"/>
                  </a:lnTo>
                  <a:lnTo>
                    <a:pt x="634725" y="5770407"/>
                  </a:lnTo>
                  <a:lnTo>
                    <a:pt x="634851" y="5770407"/>
                  </a:lnTo>
                  <a:lnTo>
                    <a:pt x="634977" y="5770407"/>
                  </a:lnTo>
                  <a:lnTo>
                    <a:pt x="635103" y="5770407"/>
                  </a:lnTo>
                  <a:lnTo>
                    <a:pt x="635229" y="5770407"/>
                  </a:lnTo>
                  <a:lnTo>
                    <a:pt x="635355" y="5770407"/>
                  </a:lnTo>
                  <a:lnTo>
                    <a:pt x="635481" y="5770407"/>
                  </a:lnTo>
                  <a:lnTo>
                    <a:pt x="635607" y="5770407"/>
                  </a:lnTo>
                  <a:lnTo>
                    <a:pt x="635733" y="5770407"/>
                  </a:lnTo>
                  <a:lnTo>
                    <a:pt x="635859" y="5770407"/>
                  </a:lnTo>
                  <a:lnTo>
                    <a:pt x="635985" y="5770407"/>
                  </a:lnTo>
                  <a:lnTo>
                    <a:pt x="635985" y="5765128"/>
                  </a:lnTo>
                  <a:lnTo>
                    <a:pt x="636112" y="5765128"/>
                  </a:lnTo>
                  <a:lnTo>
                    <a:pt x="636238" y="5765128"/>
                  </a:lnTo>
                  <a:lnTo>
                    <a:pt x="636364" y="5765128"/>
                  </a:lnTo>
                  <a:lnTo>
                    <a:pt x="636490" y="5765128"/>
                  </a:lnTo>
                  <a:lnTo>
                    <a:pt x="636616" y="5765128"/>
                  </a:lnTo>
                  <a:lnTo>
                    <a:pt x="636742" y="5765128"/>
                  </a:lnTo>
                  <a:lnTo>
                    <a:pt x="636868" y="5765128"/>
                  </a:lnTo>
                  <a:lnTo>
                    <a:pt x="636994" y="5765128"/>
                  </a:lnTo>
                  <a:lnTo>
                    <a:pt x="637120" y="5765128"/>
                  </a:lnTo>
                  <a:lnTo>
                    <a:pt x="637246" y="5765128"/>
                  </a:lnTo>
                  <a:lnTo>
                    <a:pt x="637372" y="5765128"/>
                  </a:lnTo>
                  <a:lnTo>
                    <a:pt x="637498" y="5765128"/>
                  </a:lnTo>
                  <a:lnTo>
                    <a:pt x="637625" y="5765128"/>
                  </a:lnTo>
                  <a:lnTo>
                    <a:pt x="637751" y="5765128"/>
                  </a:lnTo>
                  <a:lnTo>
                    <a:pt x="637877" y="5765128"/>
                  </a:lnTo>
                  <a:lnTo>
                    <a:pt x="638003" y="5765128"/>
                  </a:lnTo>
                  <a:lnTo>
                    <a:pt x="638129" y="5765128"/>
                  </a:lnTo>
                  <a:lnTo>
                    <a:pt x="638255" y="5765128"/>
                  </a:lnTo>
                  <a:lnTo>
                    <a:pt x="638381" y="5765128"/>
                  </a:lnTo>
                  <a:lnTo>
                    <a:pt x="638507" y="5765128"/>
                  </a:lnTo>
                  <a:lnTo>
                    <a:pt x="638633" y="5765128"/>
                  </a:lnTo>
                  <a:lnTo>
                    <a:pt x="638759" y="5765128"/>
                  </a:lnTo>
                  <a:lnTo>
                    <a:pt x="638885" y="5765128"/>
                  </a:lnTo>
                  <a:lnTo>
                    <a:pt x="639012" y="5765128"/>
                  </a:lnTo>
                  <a:lnTo>
                    <a:pt x="639138" y="5765128"/>
                  </a:lnTo>
                  <a:lnTo>
                    <a:pt x="639264" y="5765128"/>
                  </a:lnTo>
                  <a:lnTo>
                    <a:pt x="639390" y="5765128"/>
                  </a:lnTo>
                  <a:lnTo>
                    <a:pt x="639516" y="5765128"/>
                  </a:lnTo>
                  <a:lnTo>
                    <a:pt x="639642" y="5765128"/>
                  </a:lnTo>
                  <a:lnTo>
                    <a:pt x="639768" y="5765128"/>
                  </a:lnTo>
                  <a:lnTo>
                    <a:pt x="639894" y="5765128"/>
                  </a:lnTo>
                  <a:lnTo>
                    <a:pt x="640020" y="5765128"/>
                  </a:lnTo>
                  <a:lnTo>
                    <a:pt x="640146" y="5765128"/>
                  </a:lnTo>
                  <a:lnTo>
                    <a:pt x="640272" y="5765128"/>
                  </a:lnTo>
                  <a:lnTo>
                    <a:pt x="640399" y="5765128"/>
                  </a:lnTo>
                  <a:lnTo>
                    <a:pt x="640525" y="5765128"/>
                  </a:lnTo>
                  <a:lnTo>
                    <a:pt x="640651" y="5765128"/>
                  </a:lnTo>
                  <a:lnTo>
                    <a:pt x="640777" y="5765128"/>
                  </a:lnTo>
                  <a:lnTo>
                    <a:pt x="640903" y="5765128"/>
                  </a:lnTo>
                  <a:lnTo>
                    <a:pt x="641029" y="5765128"/>
                  </a:lnTo>
                  <a:lnTo>
                    <a:pt x="641155" y="5765128"/>
                  </a:lnTo>
                  <a:lnTo>
                    <a:pt x="641281" y="5765128"/>
                  </a:lnTo>
                  <a:lnTo>
                    <a:pt x="641407" y="5765128"/>
                  </a:lnTo>
                  <a:lnTo>
                    <a:pt x="641533" y="5765128"/>
                  </a:lnTo>
                  <a:lnTo>
                    <a:pt x="641659" y="5765128"/>
                  </a:lnTo>
                  <a:lnTo>
                    <a:pt x="641785" y="5765128"/>
                  </a:lnTo>
                  <a:lnTo>
                    <a:pt x="641912" y="5765128"/>
                  </a:lnTo>
                  <a:lnTo>
                    <a:pt x="642038" y="5765128"/>
                  </a:lnTo>
                  <a:lnTo>
                    <a:pt x="642164" y="5765128"/>
                  </a:lnTo>
                  <a:lnTo>
                    <a:pt x="642290" y="5765128"/>
                  </a:lnTo>
                  <a:lnTo>
                    <a:pt x="642416" y="5765128"/>
                  </a:lnTo>
                  <a:lnTo>
                    <a:pt x="642542" y="5765128"/>
                  </a:lnTo>
                  <a:lnTo>
                    <a:pt x="642668" y="5765128"/>
                  </a:lnTo>
                  <a:lnTo>
                    <a:pt x="642794" y="5765128"/>
                  </a:lnTo>
                  <a:lnTo>
                    <a:pt x="642920" y="5765128"/>
                  </a:lnTo>
                  <a:lnTo>
                    <a:pt x="643046" y="5765128"/>
                  </a:lnTo>
                  <a:lnTo>
                    <a:pt x="643172" y="5765128"/>
                  </a:lnTo>
                  <a:lnTo>
                    <a:pt x="643299" y="5765128"/>
                  </a:lnTo>
                  <a:lnTo>
                    <a:pt x="643425" y="5765128"/>
                  </a:lnTo>
                  <a:lnTo>
                    <a:pt x="643551" y="5765128"/>
                  </a:lnTo>
                  <a:lnTo>
                    <a:pt x="643677" y="5765128"/>
                  </a:lnTo>
                  <a:lnTo>
                    <a:pt x="643677" y="5759848"/>
                  </a:lnTo>
                  <a:lnTo>
                    <a:pt x="643803" y="5759848"/>
                  </a:lnTo>
                  <a:lnTo>
                    <a:pt x="643929" y="5759848"/>
                  </a:lnTo>
                  <a:lnTo>
                    <a:pt x="644055" y="5759848"/>
                  </a:lnTo>
                  <a:lnTo>
                    <a:pt x="644181" y="5759848"/>
                  </a:lnTo>
                  <a:lnTo>
                    <a:pt x="644307" y="5759848"/>
                  </a:lnTo>
                  <a:lnTo>
                    <a:pt x="644433" y="5759848"/>
                  </a:lnTo>
                  <a:lnTo>
                    <a:pt x="644559" y="5759848"/>
                  </a:lnTo>
                  <a:lnTo>
                    <a:pt x="644685" y="5759848"/>
                  </a:lnTo>
                  <a:lnTo>
                    <a:pt x="644812" y="5759848"/>
                  </a:lnTo>
                  <a:lnTo>
                    <a:pt x="644938" y="5759848"/>
                  </a:lnTo>
                  <a:lnTo>
                    <a:pt x="644938" y="5754569"/>
                  </a:lnTo>
                  <a:lnTo>
                    <a:pt x="645064" y="5754569"/>
                  </a:lnTo>
                  <a:lnTo>
                    <a:pt x="645064" y="5749289"/>
                  </a:lnTo>
                  <a:lnTo>
                    <a:pt x="645190" y="5749289"/>
                  </a:lnTo>
                  <a:lnTo>
                    <a:pt x="645316" y="5749289"/>
                  </a:lnTo>
                  <a:lnTo>
                    <a:pt x="645442" y="5749289"/>
                  </a:lnTo>
                  <a:lnTo>
                    <a:pt x="645568" y="5749289"/>
                  </a:lnTo>
                  <a:lnTo>
                    <a:pt x="645694" y="5749289"/>
                  </a:lnTo>
                  <a:lnTo>
                    <a:pt x="645820" y="5749289"/>
                  </a:lnTo>
                  <a:lnTo>
                    <a:pt x="645820" y="5744010"/>
                  </a:lnTo>
                  <a:lnTo>
                    <a:pt x="645946" y="5744010"/>
                  </a:lnTo>
                  <a:lnTo>
                    <a:pt x="646072" y="5744010"/>
                  </a:lnTo>
                  <a:lnTo>
                    <a:pt x="646199" y="5744010"/>
                  </a:lnTo>
                  <a:lnTo>
                    <a:pt x="646325" y="5744010"/>
                  </a:lnTo>
                  <a:lnTo>
                    <a:pt x="646451" y="5744010"/>
                  </a:lnTo>
                  <a:lnTo>
                    <a:pt x="646577" y="5744010"/>
                  </a:lnTo>
                  <a:lnTo>
                    <a:pt x="646703" y="5744010"/>
                  </a:lnTo>
                  <a:lnTo>
                    <a:pt x="646829" y="5744010"/>
                  </a:lnTo>
                  <a:lnTo>
                    <a:pt x="646955" y="5744010"/>
                  </a:lnTo>
                  <a:lnTo>
                    <a:pt x="647081" y="5744010"/>
                  </a:lnTo>
                  <a:lnTo>
                    <a:pt x="647207" y="5744010"/>
                  </a:lnTo>
                  <a:lnTo>
                    <a:pt x="647333" y="5744010"/>
                  </a:lnTo>
                  <a:lnTo>
                    <a:pt x="647459" y="5744010"/>
                  </a:lnTo>
                  <a:lnTo>
                    <a:pt x="647586" y="5744010"/>
                  </a:lnTo>
                  <a:lnTo>
                    <a:pt x="647712" y="5744010"/>
                  </a:lnTo>
                  <a:lnTo>
                    <a:pt x="647838" y="5744010"/>
                  </a:lnTo>
                  <a:lnTo>
                    <a:pt x="647964" y="5744010"/>
                  </a:lnTo>
                  <a:lnTo>
                    <a:pt x="648090" y="5744010"/>
                  </a:lnTo>
                  <a:lnTo>
                    <a:pt x="648216" y="5744010"/>
                  </a:lnTo>
                  <a:lnTo>
                    <a:pt x="648342" y="5744010"/>
                  </a:lnTo>
                  <a:lnTo>
                    <a:pt x="648468" y="5744010"/>
                  </a:lnTo>
                  <a:lnTo>
                    <a:pt x="648594" y="5744010"/>
                  </a:lnTo>
                  <a:lnTo>
                    <a:pt x="648720" y="5744010"/>
                  </a:lnTo>
                  <a:lnTo>
                    <a:pt x="648846" y="5744010"/>
                  </a:lnTo>
                  <a:lnTo>
                    <a:pt x="648972" y="5744010"/>
                  </a:lnTo>
                  <a:lnTo>
                    <a:pt x="649099" y="5744010"/>
                  </a:lnTo>
                  <a:lnTo>
                    <a:pt x="649225" y="5744010"/>
                  </a:lnTo>
                  <a:lnTo>
                    <a:pt x="649351" y="5744010"/>
                  </a:lnTo>
                  <a:lnTo>
                    <a:pt x="649477" y="5744010"/>
                  </a:lnTo>
                  <a:lnTo>
                    <a:pt x="649603" y="5744010"/>
                  </a:lnTo>
                  <a:lnTo>
                    <a:pt x="649729" y="5744010"/>
                  </a:lnTo>
                  <a:lnTo>
                    <a:pt x="649855" y="5744010"/>
                  </a:lnTo>
                  <a:lnTo>
                    <a:pt x="649981" y="5744010"/>
                  </a:lnTo>
                  <a:lnTo>
                    <a:pt x="650107" y="5744010"/>
                  </a:lnTo>
                  <a:lnTo>
                    <a:pt x="650233" y="5744010"/>
                  </a:lnTo>
                  <a:lnTo>
                    <a:pt x="650359" y="5744010"/>
                  </a:lnTo>
                  <a:lnTo>
                    <a:pt x="650486" y="5744010"/>
                  </a:lnTo>
                  <a:lnTo>
                    <a:pt x="650612" y="5744010"/>
                  </a:lnTo>
                  <a:lnTo>
                    <a:pt x="650738" y="5744010"/>
                  </a:lnTo>
                  <a:lnTo>
                    <a:pt x="650864" y="5744010"/>
                  </a:lnTo>
                  <a:lnTo>
                    <a:pt x="650990" y="5744010"/>
                  </a:lnTo>
                  <a:lnTo>
                    <a:pt x="651116" y="5744010"/>
                  </a:lnTo>
                  <a:lnTo>
                    <a:pt x="651242" y="5744010"/>
                  </a:lnTo>
                  <a:lnTo>
                    <a:pt x="651368" y="5744010"/>
                  </a:lnTo>
                  <a:lnTo>
                    <a:pt x="651494" y="5744010"/>
                  </a:lnTo>
                  <a:lnTo>
                    <a:pt x="651620" y="5744010"/>
                  </a:lnTo>
                  <a:lnTo>
                    <a:pt x="651746" y="5744010"/>
                  </a:lnTo>
                  <a:lnTo>
                    <a:pt x="651872" y="5744010"/>
                  </a:lnTo>
                  <a:lnTo>
                    <a:pt x="651999" y="5744010"/>
                  </a:lnTo>
                  <a:lnTo>
                    <a:pt x="652125" y="5744010"/>
                  </a:lnTo>
                  <a:lnTo>
                    <a:pt x="652251" y="5744010"/>
                  </a:lnTo>
                  <a:lnTo>
                    <a:pt x="652251" y="5738730"/>
                  </a:lnTo>
                  <a:lnTo>
                    <a:pt x="652377" y="5738730"/>
                  </a:lnTo>
                  <a:lnTo>
                    <a:pt x="652503" y="5738730"/>
                  </a:lnTo>
                  <a:lnTo>
                    <a:pt x="652629" y="5738730"/>
                  </a:lnTo>
                  <a:lnTo>
                    <a:pt x="652755" y="5738730"/>
                  </a:lnTo>
                  <a:lnTo>
                    <a:pt x="652881" y="5738730"/>
                  </a:lnTo>
                  <a:lnTo>
                    <a:pt x="652881" y="5733451"/>
                  </a:lnTo>
                  <a:lnTo>
                    <a:pt x="653007" y="5733451"/>
                  </a:lnTo>
                  <a:lnTo>
                    <a:pt x="653133" y="5733451"/>
                  </a:lnTo>
                  <a:lnTo>
                    <a:pt x="653259" y="5733451"/>
                  </a:lnTo>
                  <a:lnTo>
                    <a:pt x="653386" y="5733451"/>
                  </a:lnTo>
                  <a:lnTo>
                    <a:pt x="653512" y="5733451"/>
                  </a:lnTo>
                  <a:lnTo>
                    <a:pt x="653512" y="5728172"/>
                  </a:lnTo>
                  <a:lnTo>
                    <a:pt x="653638" y="5728172"/>
                  </a:lnTo>
                  <a:lnTo>
                    <a:pt x="653764" y="5728172"/>
                  </a:lnTo>
                  <a:lnTo>
                    <a:pt x="653890" y="5728172"/>
                  </a:lnTo>
                  <a:lnTo>
                    <a:pt x="654016" y="5728172"/>
                  </a:lnTo>
                  <a:lnTo>
                    <a:pt x="654142" y="5728172"/>
                  </a:lnTo>
                  <a:lnTo>
                    <a:pt x="654268" y="5728172"/>
                  </a:lnTo>
                  <a:lnTo>
                    <a:pt x="654394" y="5728172"/>
                  </a:lnTo>
                  <a:lnTo>
                    <a:pt x="654520" y="5728172"/>
                  </a:lnTo>
                  <a:lnTo>
                    <a:pt x="654646" y="5728172"/>
                  </a:lnTo>
                  <a:lnTo>
                    <a:pt x="654772" y="5728172"/>
                  </a:lnTo>
                  <a:lnTo>
                    <a:pt x="654899" y="5728172"/>
                  </a:lnTo>
                  <a:lnTo>
                    <a:pt x="655025" y="5728172"/>
                  </a:lnTo>
                  <a:lnTo>
                    <a:pt x="655151" y="5728172"/>
                  </a:lnTo>
                  <a:lnTo>
                    <a:pt x="655277" y="5728172"/>
                  </a:lnTo>
                  <a:lnTo>
                    <a:pt x="655403" y="5728172"/>
                  </a:lnTo>
                  <a:lnTo>
                    <a:pt x="655529" y="5728172"/>
                  </a:lnTo>
                  <a:lnTo>
                    <a:pt x="655655" y="5728172"/>
                  </a:lnTo>
                  <a:lnTo>
                    <a:pt x="655781" y="5728172"/>
                  </a:lnTo>
                  <a:lnTo>
                    <a:pt x="655781" y="5722892"/>
                  </a:lnTo>
                  <a:lnTo>
                    <a:pt x="655907" y="5722892"/>
                  </a:lnTo>
                  <a:lnTo>
                    <a:pt x="656033" y="5722892"/>
                  </a:lnTo>
                  <a:lnTo>
                    <a:pt x="656159" y="5722892"/>
                  </a:lnTo>
                  <a:lnTo>
                    <a:pt x="656286" y="5722892"/>
                  </a:lnTo>
                  <a:lnTo>
                    <a:pt x="656412" y="5722892"/>
                  </a:lnTo>
                  <a:lnTo>
                    <a:pt x="656538" y="5722892"/>
                  </a:lnTo>
                  <a:lnTo>
                    <a:pt x="656664" y="5722892"/>
                  </a:lnTo>
                  <a:lnTo>
                    <a:pt x="656790" y="5722892"/>
                  </a:lnTo>
                  <a:lnTo>
                    <a:pt x="656916" y="5722892"/>
                  </a:lnTo>
                  <a:lnTo>
                    <a:pt x="657042" y="5722892"/>
                  </a:lnTo>
                  <a:lnTo>
                    <a:pt x="657168" y="5722892"/>
                  </a:lnTo>
                  <a:lnTo>
                    <a:pt x="657294" y="5722892"/>
                  </a:lnTo>
                  <a:lnTo>
                    <a:pt x="657420" y="5722892"/>
                  </a:lnTo>
                  <a:lnTo>
                    <a:pt x="657546" y="5722892"/>
                  </a:lnTo>
                  <a:lnTo>
                    <a:pt x="657673" y="5722892"/>
                  </a:lnTo>
                  <a:lnTo>
                    <a:pt x="657799" y="5722892"/>
                  </a:lnTo>
                  <a:lnTo>
                    <a:pt x="657925" y="5722892"/>
                  </a:lnTo>
                  <a:lnTo>
                    <a:pt x="658051" y="5722892"/>
                  </a:lnTo>
                  <a:lnTo>
                    <a:pt x="658177" y="5722892"/>
                  </a:lnTo>
                  <a:lnTo>
                    <a:pt x="658303" y="5722892"/>
                  </a:lnTo>
                  <a:lnTo>
                    <a:pt x="658429" y="5722892"/>
                  </a:lnTo>
                  <a:lnTo>
                    <a:pt x="658555" y="5722892"/>
                  </a:lnTo>
                  <a:lnTo>
                    <a:pt x="658681" y="5722892"/>
                  </a:lnTo>
                  <a:lnTo>
                    <a:pt x="658807" y="5722892"/>
                  </a:lnTo>
                  <a:lnTo>
                    <a:pt x="658933" y="5722892"/>
                  </a:lnTo>
                  <a:lnTo>
                    <a:pt x="659059" y="5722892"/>
                  </a:lnTo>
                  <a:lnTo>
                    <a:pt x="659186" y="5722892"/>
                  </a:lnTo>
                  <a:lnTo>
                    <a:pt x="659312" y="5722892"/>
                  </a:lnTo>
                  <a:lnTo>
                    <a:pt x="659438" y="5722892"/>
                  </a:lnTo>
                  <a:lnTo>
                    <a:pt x="659564" y="5722892"/>
                  </a:lnTo>
                  <a:lnTo>
                    <a:pt x="659690" y="5722892"/>
                  </a:lnTo>
                  <a:lnTo>
                    <a:pt x="659816" y="5722892"/>
                  </a:lnTo>
                  <a:lnTo>
                    <a:pt x="659942" y="5722892"/>
                  </a:lnTo>
                  <a:lnTo>
                    <a:pt x="660068" y="5722892"/>
                  </a:lnTo>
                  <a:lnTo>
                    <a:pt x="660194" y="5722892"/>
                  </a:lnTo>
                  <a:lnTo>
                    <a:pt x="660320" y="5722892"/>
                  </a:lnTo>
                  <a:lnTo>
                    <a:pt x="660446" y="5722892"/>
                  </a:lnTo>
                  <a:lnTo>
                    <a:pt x="660573" y="5722892"/>
                  </a:lnTo>
                  <a:lnTo>
                    <a:pt x="660699" y="5722892"/>
                  </a:lnTo>
                  <a:lnTo>
                    <a:pt x="660825" y="5722892"/>
                  </a:lnTo>
                  <a:lnTo>
                    <a:pt x="660951" y="5722892"/>
                  </a:lnTo>
                  <a:lnTo>
                    <a:pt x="661077" y="5722892"/>
                  </a:lnTo>
                  <a:lnTo>
                    <a:pt x="661203" y="5722892"/>
                  </a:lnTo>
                  <a:lnTo>
                    <a:pt x="661329" y="5722892"/>
                  </a:lnTo>
                  <a:lnTo>
                    <a:pt x="661455" y="5722892"/>
                  </a:lnTo>
                  <a:lnTo>
                    <a:pt x="661581" y="5722892"/>
                  </a:lnTo>
                  <a:lnTo>
                    <a:pt x="661707" y="5722892"/>
                  </a:lnTo>
                  <a:lnTo>
                    <a:pt x="661833" y="5722892"/>
                  </a:lnTo>
                  <a:lnTo>
                    <a:pt x="661959" y="5722892"/>
                  </a:lnTo>
                  <a:lnTo>
                    <a:pt x="662086" y="5722892"/>
                  </a:lnTo>
                  <a:lnTo>
                    <a:pt x="662212" y="5722892"/>
                  </a:lnTo>
                  <a:lnTo>
                    <a:pt x="662338" y="5722892"/>
                  </a:lnTo>
                  <a:lnTo>
                    <a:pt x="662464" y="5722892"/>
                  </a:lnTo>
                  <a:lnTo>
                    <a:pt x="662590" y="5722892"/>
                  </a:lnTo>
                  <a:lnTo>
                    <a:pt x="662716" y="5722892"/>
                  </a:lnTo>
                  <a:lnTo>
                    <a:pt x="662842" y="5722892"/>
                  </a:lnTo>
                  <a:lnTo>
                    <a:pt x="662968" y="5722892"/>
                  </a:lnTo>
                  <a:lnTo>
                    <a:pt x="663094" y="5722892"/>
                  </a:lnTo>
                  <a:lnTo>
                    <a:pt x="663220" y="5722892"/>
                  </a:lnTo>
                  <a:lnTo>
                    <a:pt x="663346" y="5722892"/>
                  </a:lnTo>
                  <a:lnTo>
                    <a:pt x="663473" y="5722892"/>
                  </a:lnTo>
                  <a:lnTo>
                    <a:pt x="663599" y="5722892"/>
                  </a:lnTo>
                  <a:lnTo>
                    <a:pt x="663725" y="5722892"/>
                  </a:lnTo>
                  <a:lnTo>
                    <a:pt x="663851" y="5722892"/>
                  </a:lnTo>
                  <a:lnTo>
                    <a:pt x="663977" y="5722892"/>
                  </a:lnTo>
                  <a:lnTo>
                    <a:pt x="664103" y="5722892"/>
                  </a:lnTo>
                  <a:lnTo>
                    <a:pt x="664229" y="5722892"/>
                  </a:lnTo>
                  <a:lnTo>
                    <a:pt x="664355" y="5722892"/>
                  </a:lnTo>
                  <a:lnTo>
                    <a:pt x="664481" y="5722892"/>
                  </a:lnTo>
                  <a:lnTo>
                    <a:pt x="664607" y="5722892"/>
                  </a:lnTo>
                  <a:lnTo>
                    <a:pt x="664733" y="5722892"/>
                  </a:lnTo>
                  <a:lnTo>
                    <a:pt x="664860" y="5722892"/>
                  </a:lnTo>
                  <a:lnTo>
                    <a:pt x="664986" y="5722892"/>
                  </a:lnTo>
                  <a:lnTo>
                    <a:pt x="665112" y="5722892"/>
                  </a:lnTo>
                  <a:lnTo>
                    <a:pt x="665238" y="5722892"/>
                  </a:lnTo>
                  <a:lnTo>
                    <a:pt x="665364" y="5722892"/>
                  </a:lnTo>
                  <a:lnTo>
                    <a:pt x="665490" y="5722892"/>
                  </a:lnTo>
                  <a:lnTo>
                    <a:pt x="665616" y="5722892"/>
                  </a:lnTo>
                  <a:lnTo>
                    <a:pt x="665742" y="5722892"/>
                  </a:lnTo>
                  <a:lnTo>
                    <a:pt x="665868" y="5722892"/>
                  </a:lnTo>
                  <a:lnTo>
                    <a:pt x="665994" y="5722892"/>
                  </a:lnTo>
                  <a:lnTo>
                    <a:pt x="666120" y="5722892"/>
                  </a:lnTo>
                  <a:lnTo>
                    <a:pt x="666246" y="5722892"/>
                  </a:lnTo>
                  <a:lnTo>
                    <a:pt x="666373" y="5722892"/>
                  </a:lnTo>
                  <a:lnTo>
                    <a:pt x="666499" y="5722892"/>
                  </a:lnTo>
                  <a:lnTo>
                    <a:pt x="666625" y="5722892"/>
                  </a:lnTo>
                  <a:lnTo>
                    <a:pt x="666751" y="5722892"/>
                  </a:lnTo>
                  <a:lnTo>
                    <a:pt x="666877" y="5722892"/>
                  </a:lnTo>
                  <a:lnTo>
                    <a:pt x="667003" y="5722892"/>
                  </a:lnTo>
                  <a:lnTo>
                    <a:pt x="667129" y="5722892"/>
                  </a:lnTo>
                  <a:lnTo>
                    <a:pt x="667255" y="5722892"/>
                  </a:lnTo>
                  <a:lnTo>
                    <a:pt x="667381" y="5722892"/>
                  </a:lnTo>
                  <a:lnTo>
                    <a:pt x="667507" y="5722892"/>
                  </a:lnTo>
                  <a:lnTo>
                    <a:pt x="667633" y="5722892"/>
                  </a:lnTo>
                  <a:lnTo>
                    <a:pt x="667760" y="5722892"/>
                  </a:lnTo>
                  <a:lnTo>
                    <a:pt x="667886" y="5722892"/>
                  </a:lnTo>
                  <a:lnTo>
                    <a:pt x="668012" y="5722892"/>
                  </a:lnTo>
                  <a:lnTo>
                    <a:pt x="668138" y="5722892"/>
                  </a:lnTo>
                  <a:lnTo>
                    <a:pt x="668264" y="5722892"/>
                  </a:lnTo>
                  <a:lnTo>
                    <a:pt x="668390" y="5722892"/>
                  </a:lnTo>
                  <a:lnTo>
                    <a:pt x="668390" y="5717613"/>
                  </a:lnTo>
                  <a:lnTo>
                    <a:pt x="668516" y="5717613"/>
                  </a:lnTo>
                  <a:lnTo>
                    <a:pt x="668642" y="5717613"/>
                  </a:lnTo>
                  <a:lnTo>
                    <a:pt x="668768" y="5717613"/>
                  </a:lnTo>
                  <a:lnTo>
                    <a:pt x="668894" y="5717613"/>
                  </a:lnTo>
                  <a:lnTo>
                    <a:pt x="669020" y="5717613"/>
                  </a:lnTo>
                  <a:lnTo>
                    <a:pt x="669146" y="5717613"/>
                  </a:lnTo>
                  <a:lnTo>
                    <a:pt x="669273" y="5717613"/>
                  </a:lnTo>
                  <a:lnTo>
                    <a:pt x="669399" y="5717613"/>
                  </a:lnTo>
                  <a:lnTo>
                    <a:pt x="669525" y="5717613"/>
                  </a:lnTo>
                  <a:lnTo>
                    <a:pt x="669651" y="5717613"/>
                  </a:lnTo>
                  <a:lnTo>
                    <a:pt x="669777" y="5717613"/>
                  </a:lnTo>
                  <a:lnTo>
                    <a:pt x="669903" y="5717613"/>
                  </a:lnTo>
                  <a:lnTo>
                    <a:pt x="670029" y="5717613"/>
                  </a:lnTo>
                  <a:lnTo>
                    <a:pt x="670155" y="5717613"/>
                  </a:lnTo>
                  <a:lnTo>
                    <a:pt x="670281" y="5717613"/>
                  </a:lnTo>
                  <a:lnTo>
                    <a:pt x="670407" y="5717613"/>
                  </a:lnTo>
                  <a:lnTo>
                    <a:pt x="670533" y="5717613"/>
                  </a:lnTo>
                  <a:lnTo>
                    <a:pt x="670660" y="5717613"/>
                  </a:lnTo>
                  <a:lnTo>
                    <a:pt x="670786" y="5717613"/>
                  </a:lnTo>
                  <a:lnTo>
                    <a:pt x="670912" y="5717613"/>
                  </a:lnTo>
                  <a:lnTo>
                    <a:pt x="671038" y="5717613"/>
                  </a:lnTo>
                  <a:lnTo>
                    <a:pt x="671038" y="5712333"/>
                  </a:lnTo>
                  <a:lnTo>
                    <a:pt x="671164" y="5712333"/>
                  </a:lnTo>
                  <a:lnTo>
                    <a:pt x="671290" y="5712333"/>
                  </a:lnTo>
                  <a:lnTo>
                    <a:pt x="671416" y="5712333"/>
                  </a:lnTo>
                  <a:lnTo>
                    <a:pt x="671542" y="5712333"/>
                  </a:lnTo>
                  <a:lnTo>
                    <a:pt x="671668" y="5712333"/>
                  </a:lnTo>
                  <a:lnTo>
                    <a:pt x="671794" y="5712333"/>
                  </a:lnTo>
                  <a:lnTo>
                    <a:pt x="671920" y="5712333"/>
                  </a:lnTo>
                  <a:lnTo>
                    <a:pt x="672046" y="5712333"/>
                  </a:lnTo>
                  <a:lnTo>
                    <a:pt x="672173" y="5712333"/>
                  </a:lnTo>
                  <a:lnTo>
                    <a:pt x="672299" y="5712333"/>
                  </a:lnTo>
                  <a:lnTo>
                    <a:pt x="672425" y="5712333"/>
                  </a:lnTo>
                  <a:lnTo>
                    <a:pt x="672551" y="5712333"/>
                  </a:lnTo>
                  <a:lnTo>
                    <a:pt x="672677" y="5712333"/>
                  </a:lnTo>
                  <a:lnTo>
                    <a:pt x="672803" y="5712333"/>
                  </a:lnTo>
                  <a:lnTo>
                    <a:pt x="672929" y="5712333"/>
                  </a:lnTo>
                  <a:lnTo>
                    <a:pt x="673055" y="5712333"/>
                  </a:lnTo>
                  <a:lnTo>
                    <a:pt x="673181" y="5712333"/>
                  </a:lnTo>
                  <a:lnTo>
                    <a:pt x="673307" y="5712333"/>
                  </a:lnTo>
                  <a:lnTo>
                    <a:pt x="673433" y="5712333"/>
                  </a:lnTo>
                  <a:lnTo>
                    <a:pt x="673560" y="5712333"/>
                  </a:lnTo>
                  <a:lnTo>
                    <a:pt x="673686" y="5712333"/>
                  </a:lnTo>
                  <a:lnTo>
                    <a:pt x="673812" y="5712333"/>
                  </a:lnTo>
                  <a:lnTo>
                    <a:pt x="673938" y="5712333"/>
                  </a:lnTo>
                  <a:lnTo>
                    <a:pt x="674064" y="5712333"/>
                  </a:lnTo>
                  <a:lnTo>
                    <a:pt x="674190" y="5712333"/>
                  </a:lnTo>
                  <a:lnTo>
                    <a:pt x="674316" y="5712333"/>
                  </a:lnTo>
                  <a:lnTo>
                    <a:pt x="674442" y="5712333"/>
                  </a:lnTo>
                  <a:lnTo>
                    <a:pt x="674568" y="5712333"/>
                  </a:lnTo>
                  <a:lnTo>
                    <a:pt x="674694" y="5712333"/>
                  </a:lnTo>
                  <a:lnTo>
                    <a:pt x="674820" y="5712333"/>
                  </a:lnTo>
                  <a:lnTo>
                    <a:pt x="674947" y="5712333"/>
                  </a:lnTo>
                  <a:lnTo>
                    <a:pt x="675073" y="5712333"/>
                  </a:lnTo>
                  <a:lnTo>
                    <a:pt x="675073" y="5707054"/>
                  </a:lnTo>
                  <a:lnTo>
                    <a:pt x="675199" y="5707054"/>
                  </a:lnTo>
                  <a:lnTo>
                    <a:pt x="675325" y="5707054"/>
                  </a:lnTo>
                  <a:lnTo>
                    <a:pt x="675451" y="5707054"/>
                  </a:lnTo>
                  <a:lnTo>
                    <a:pt x="675577" y="5707054"/>
                  </a:lnTo>
                  <a:lnTo>
                    <a:pt x="675703" y="5707054"/>
                  </a:lnTo>
                  <a:lnTo>
                    <a:pt x="675829" y="5707054"/>
                  </a:lnTo>
                  <a:lnTo>
                    <a:pt x="675955" y="5707054"/>
                  </a:lnTo>
                  <a:lnTo>
                    <a:pt x="676081" y="5707054"/>
                  </a:lnTo>
                  <a:lnTo>
                    <a:pt x="676207" y="5707054"/>
                  </a:lnTo>
                  <a:lnTo>
                    <a:pt x="676333" y="5707054"/>
                  </a:lnTo>
                  <a:lnTo>
                    <a:pt x="676460" y="5707054"/>
                  </a:lnTo>
                  <a:lnTo>
                    <a:pt x="676586" y="5707054"/>
                  </a:lnTo>
                  <a:lnTo>
                    <a:pt x="676712" y="5707054"/>
                  </a:lnTo>
                  <a:lnTo>
                    <a:pt x="676838" y="5707054"/>
                  </a:lnTo>
                  <a:lnTo>
                    <a:pt x="676964" y="5707054"/>
                  </a:lnTo>
                  <a:lnTo>
                    <a:pt x="677090" y="5707054"/>
                  </a:lnTo>
                  <a:lnTo>
                    <a:pt x="677216" y="5707054"/>
                  </a:lnTo>
                  <a:lnTo>
                    <a:pt x="677342" y="5707054"/>
                  </a:lnTo>
                  <a:lnTo>
                    <a:pt x="677468" y="5707054"/>
                  </a:lnTo>
                  <a:lnTo>
                    <a:pt x="677594" y="5707054"/>
                  </a:lnTo>
                  <a:lnTo>
                    <a:pt x="677720" y="5707054"/>
                  </a:lnTo>
                  <a:lnTo>
                    <a:pt x="677847" y="5707054"/>
                  </a:lnTo>
                  <a:lnTo>
                    <a:pt x="677973" y="5707054"/>
                  </a:lnTo>
                  <a:lnTo>
                    <a:pt x="678099" y="5707054"/>
                  </a:lnTo>
                  <a:lnTo>
                    <a:pt x="678225" y="5707054"/>
                  </a:lnTo>
                  <a:lnTo>
                    <a:pt x="678351" y="5707054"/>
                  </a:lnTo>
                  <a:lnTo>
                    <a:pt x="678477" y="5707054"/>
                  </a:lnTo>
                  <a:lnTo>
                    <a:pt x="678603" y="5707054"/>
                  </a:lnTo>
                  <a:lnTo>
                    <a:pt x="678729" y="5707054"/>
                  </a:lnTo>
                  <a:lnTo>
                    <a:pt x="678855" y="5707054"/>
                  </a:lnTo>
                  <a:lnTo>
                    <a:pt x="678981" y="5707054"/>
                  </a:lnTo>
                  <a:lnTo>
                    <a:pt x="679107" y="5707054"/>
                  </a:lnTo>
                  <a:lnTo>
                    <a:pt x="679233" y="5707054"/>
                  </a:lnTo>
                  <a:lnTo>
                    <a:pt x="679360" y="5707054"/>
                  </a:lnTo>
                  <a:lnTo>
                    <a:pt x="679486" y="5707054"/>
                  </a:lnTo>
                  <a:lnTo>
                    <a:pt x="679612" y="5707054"/>
                  </a:lnTo>
                  <a:lnTo>
                    <a:pt x="679738" y="5707054"/>
                  </a:lnTo>
                  <a:lnTo>
                    <a:pt x="679864" y="5707054"/>
                  </a:lnTo>
                  <a:lnTo>
                    <a:pt x="679990" y="5707054"/>
                  </a:lnTo>
                  <a:lnTo>
                    <a:pt x="680116" y="5707054"/>
                  </a:lnTo>
                  <a:lnTo>
                    <a:pt x="680242" y="5707054"/>
                  </a:lnTo>
                  <a:lnTo>
                    <a:pt x="680368" y="5707054"/>
                  </a:lnTo>
                  <a:lnTo>
                    <a:pt x="680494" y="5707054"/>
                  </a:lnTo>
                  <a:lnTo>
                    <a:pt x="680620" y="5707054"/>
                  </a:lnTo>
                  <a:lnTo>
                    <a:pt x="680747" y="5707054"/>
                  </a:lnTo>
                  <a:lnTo>
                    <a:pt x="680873" y="5707054"/>
                  </a:lnTo>
                  <a:lnTo>
                    <a:pt x="680999" y="5707054"/>
                  </a:lnTo>
                  <a:lnTo>
                    <a:pt x="681125" y="5707054"/>
                  </a:lnTo>
                  <a:lnTo>
                    <a:pt x="681251" y="5707054"/>
                  </a:lnTo>
                  <a:lnTo>
                    <a:pt x="681377" y="5707054"/>
                  </a:lnTo>
                  <a:lnTo>
                    <a:pt x="681503" y="5707054"/>
                  </a:lnTo>
                  <a:lnTo>
                    <a:pt x="681503" y="5701775"/>
                  </a:lnTo>
                  <a:lnTo>
                    <a:pt x="681629" y="5701775"/>
                  </a:lnTo>
                  <a:lnTo>
                    <a:pt x="681755" y="5701775"/>
                  </a:lnTo>
                  <a:lnTo>
                    <a:pt x="681881" y="5701775"/>
                  </a:lnTo>
                  <a:lnTo>
                    <a:pt x="682007" y="5701775"/>
                  </a:lnTo>
                  <a:lnTo>
                    <a:pt x="682134" y="5701775"/>
                  </a:lnTo>
                  <a:lnTo>
                    <a:pt x="682260" y="5701775"/>
                  </a:lnTo>
                  <a:lnTo>
                    <a:pt x="682386" y="5701775"/>
                  </a:lnTo>
                  <a:lnTo>
                    <a:pt x="682512" y="5701775"/>
                  </a:lnTo>
                  <a:lnTo>
                    <a:pt x="682638" y="5701775"/>
                  </a:lnTo>
                  <a:lnTo>
                    <a:pt x="682764" y="5701775"/>
                  </a:lnTo>
                  <a:lnTo>
                    <a:pt x="682890" y="5701775"/>
                  </a:lnTo>
                  <a:lnTo>
                    <a:pt x="683016" y="5701775"/>
                  </a:lnTo>
                  <a:lnTo>
                    <a:pt x="683142" y="5701775"/>
                  </a:lnTo>
                  <a:lnTo>
                    <a:pt x="683268" y="5701775"/>
                  </a:lnTo>
                  <a:lnTo>
                    <a:pt x="683394" y="5701775"/>
                  </a:lnTo>
                  <a:lnTo>
                    <a:pt x="683520" y="5701775"/>
                  </a:lnTo>
                  <a:lnTo>
                    <a:pt x="683647" y="5701775"/>
                  </a:lnTo>
                  <a:lnTo>
                    <a:pt x="683773" y="5701775"/>
                  </a:lnTo>
                  <a:lnTo>
                    <a:pt x="683899" y="5701775"/>
                  </a:lnTo>
                  <a:lnTo>
                    <a:pt x="684025" y="5701775"/>
                  </a:lnTo>
                  <a:lnTo>
                    <a:pt x="684025" y="5696495"/>
                  </a:lnTo>
                  <a:lnTo>
                    <a:pt x="684025" y="5691216"/>
                  </a:lnTo>
                  <a:lnTo>
                    <a:pt x="684151" y="5691216"/>
                  </a:lnTo>
                  <a:lnTo>
                    <a:pt x="684277" y="5691216"/>
                  </a:lnTo>
                  <a:lnTo>
                    <a:pt x="684403" y="5691216"/>
                  </a:lnTo>
                  <a:lnTo>
                    <a:pt x="684529" y="5691216"/>
                  </a:lnTo>
                  <a:lnTo>
                    <a:pt x="684655" y="5691216"/>
                  </a:lnTo>
                  <a:lnTo>
                    <a:pt x="684781" y="5691216"/>
                  </a:lnTo>
                  <a:lnTo>
                    <a:pt x="684907" y="5691216"/>
                  </a:lnTo>
                  <a:lnTo>
                    <a:pt x="685034" y="5691216"/>
                  </a:lnTo>
                  <a:lnTo>
                    <a:pt x="685160" y="5691216"/>
                  </a:lnTo>
                  <a:lnTo>
                    <a:pt x="685286" y="5691216"/>
                  </a:lnTo>
                  <a:lnTo>
                    <a:pt x="685412" y="5691216"/>
                  </a:lnTo>
                  <a:lnTo>
                    <a:pt x="685538" y="5691216"/>
                  </a:lnTo>
                  <a:lnTo>
                    <a:pt x="685664" y="5691216"/>
                  </a:lnTo>
                  <a:lnTo>
                    <a:pt x="685790" y="5691216"/>
                  </a:lnTo>
                  <a:lnTo>
                    <a:pt x="685916" y="5691216"/>
                  </a:lnTo>
                  <a:lnTo>
                    <a:pt x="686042" y="5691216"/>
                  </a:lnTo>
                  <a:lnTo>
                    <a:pt x="686168" y="5691216"/>
                  </a:lnTo>
                  <a:lnTo>
                    <a:pt x="686294" y="5691216"/>
                  </a:lnTo>
                  <a:lnTo>
                    <a:pt x="686420" y="5691216"/>
                  </a:lnTo>
                  <a:lnTo>
                    <a:pt x="686547" y="5691216"/>
                  </a:lnTo>
                  <a:lnTo>
                    <a:pt x="686547" y="5685936"/>
                  </a:lnTo>
                  <a:lnTo>
                    <a:pt x="686673" y="5685936"/>
                  </a:lnTo>
                  <a:lnTo>
                    <a:pt x="686799" y="5685936"/>
                  </a:lnTo>
                  <a:lnTo>
                    <a:pt x="686925" y="5685936"/>
                  </a:lnTo>
                  <a:lnTo>
                    <a:pt x="687051" y="5685936"/>
                  </a:lnTo>
                  <a:lnTo>
                    <a:pt x="687177" y="5685936"/>
                  </a:lnTo>
                  <a:lnTo>
                    <a:pt x="687303" y="5685936"/>
                  </a:lnTo>
                  <a:lnTo>
                    <a:pt x="687429" y="5685936"/>
                  </a:lnTo>
                  <a:lnTo>
                    <a:pt x="687555" y="5685936"/>
                  </a:lnTo>
                  <a:lnTo>
                    <a:pt x="687681" y="5685936"/>
                  </a:lnTo>
                  <a:lnTo>
                    <a:pt x="687807" y="5685936"/>
                  </a:lnTo>
                  <a:lnTo>
                    <a:pt x="687934" y="5685936"/>
                  </a:lnTo>
                  <a:lnTo>
                    <a:pt x="688060" y="5685936"/>
                  </a:lnTo>
                  <a:lnTo>
                    <a:pt x="688186" y="5685936"/>
                  </a:lnTo>
                  <a:lnTo>
                    <a:pt x="688312" y="5685936"/>
                  </a:lnTo>
                  <a:lnTo>
                    <a:pt x="688438" y="5685936"/>
                  </a:lnTo>
                  <a:lnTo>
                    <a:pt x="688564" y="5685936"/>
                  </a:lnTo>
                  <a:lnTo>
                    <a:pt x="688690" y="5685936"/>
                  </a:lnTo>
                  <a:lnTo>
                    <a:pt x="688816" y="5685936"/>
                  </a:lnTo>
                  <a:lnTo>
                    <a:pt x="688942" y="5685936"/>
                  </a:lnTo>
                  <a:lnTo>
                    <a:pt x="689068" y="5685936"/>
                  </a:lnTo>
                  <a:lnTo>
                    <a:pt x="689194" y="5685936"/>
                  </a:lnTo>
                  <a:lnTo>
                    <a:pt x="689321" y="5685936"/>
                  </a:lnTo>
                  <a:lnTo>
                    <a:pt x="689447" y="5685936"/>
                  </a:lnTo>
                  <a:lnTo>
                    <a:pt x="689573" y="5685936"/>
                  </a:lnTo>
                  <a:lnTo>
                    <a:pt x="689699" y="5685936"/>
                  </a:lnTo>
                  <a:lnTo>
                    <a:pt x="689825" y="5685936"/>
                  </a:lnTo>
                  <a:lnTo>
                    <a:pt x="689825" y="5680657"/>
                  </a:lnTo>
                  <a:lnTo>
                    <a:pt x="689951" y="5680657"/>
                  </a:lnTo>
                  <a:lnTo>
                    <a:pt x="690077" y="5680657"/>
                  </a:lnTo>
                  <a:lnTo>
                    <a:pt x="690203" y="5680657"/>
                  </a:lnTo>
                  <a:lnTo>
                    <a:pt x="690329" y="5680657"/>
                  </a:lnTo>
                  <a:lnTo>
                    <a:pt x="690455" y="5680657"/>
                  </a:lnTo>
                  <a:lnTo>
                    <a:pt x="690581" y="5680657"/>
                  </a:lnTo>
                  <a:lnTo>
                    <a:pt x="690707" y="5680657"/>
                  </a:lnTo>
                  <a:lnTo>
                    <a:pt x="690834" y="5680657"/>
                  </a:lnTo>
                  <a:lnTo>
                    <a:pt x="690960" y="5680657"/>
                  </a:lnTo>
                  <a:lnTo>
                    <a:pt x="691086" y="5680657"/>
                  </a:lnTo>
                  <a:lnTo>
                    <a:pt x="691212" y="5680657"/>
                  </a:lnTo>
                  <a:lnTo>
                    <a:pt x="691338" y="5680657"/>
                  </a:lnTo>
                  <a:lnTo>
                    <a:pt x="691464" y="5680657"/>
                  </a:lnTo>
                  <a:lnTo>
                    <a:pt x="691590" y="5680657"/>
                  </a:lnTo>
                  <a:lnTo>
                    <a:pt x="691716" y="5680657"/>
                  </a:lnTo>
                  <a:lnTo>
                    <a:pt x="691842" y="5680657"/>
                  </a:lnTo>
                  <a:lnTo>
                    <a:pt x="691968" y="5680657"/>
                  </a:lnTo>
                  <a:lnTo>
                    <a:pt x="692094" y="5680657"/>
                  </a:lnTo>
                  <a:lnTo>
                    <a:pt x="692221" y="5680657"/>
                  </a:lnTo>
                  <a:lnTo>
                    <a:pt x="692347" y="5680657"/>
                  </a:lnTo>
                  <a:lnTo>
                    <a:pt x="692473" y="5680657"/>
                  </a:lnTo>
                  <a:lnTo>
                    <a:pt x="692599" y="5680657"/>
                  </a:lnTo>
                  <a:lnTo>
                    <a:pt x="692725" y="5680657"/>
                  </a:lnTo>
                  <a:lnTo>
                    <a:pt x="692851" y="5680657"/>
                  </a:lnTo>
                  <a:lnTo>
                    <a:pt x="692977" y="5680657"/>
                  </a:lnTo>
                  <a:lnTo>
                    <a:pt x="693103" y="5680657"/>
                  </a:lnTo>
                  <a:lnTo>
                    <a:pt x="693229" y="5680657"/>
                  </a:lnTo>
                  <a:lnTo>
                    <a:pt x="693355" y="5680657"/>
                  </a:lnTo>
                  <a:lnTo>
                    <a:pt x="693481" y="5680657"/>
                  </a:lnTo>
                  <a:lnTo>
                    <a:pt x="693607" y="5680657"/>
                  </a:lnTo>
                  <a:lnTo>
                    <a:pt x="693734" y="5680657"/>
                  </a:lnTo>
                  <a:lnTo>
                    <a:pt x="693860" y="5680657"/>
                  </a:lnTo>
                  <a:lnTo>
                    <a:pt x="693986" y="5680657"/>
                  </a:lnTo>
                  <a:lnTo>
                    <a:pt x="694112" y="5680657"/>
                  </a:lnTo>
                  <a:lnTo>
                    <a:pt x="694238" y="5680657"/>
                  </a:lnTo>
                  <a:lnTo>
                    <a:pt x="694364" y="5680657"/>
                  </a:lnTo>
                  <a:lnTo>
                    <a:pt x="694490" y="5680657"/>
                  </a:lnTo>
                  <a:lnTo>
                    <a:pt x="694616" y="5680657"/>
                  </a:lnTo>
                  <a:lnTo>
                    <a:pt x="694742" y="5680657"/>
                  </a:lnTo>
                  <a:lnTo>
                    <a:pt x="694868" y="5680657"/>
                  </a:lnTo>
                  <a:lnTo>
                    <a:pt x="694994" y="5680657"/>
                  </a:lnTo>
                  <a:lnTo>
                    <a:pt x="695121" y="5680657"/>
                  </a:lnTo>
                  <a:lnTo>
                    <a:pt x="695247" y="5680657"/>
                  </a:lnTo>
                  <a:lnTo>
                    <a:pt x="695373" y="5680657"/>
                  </a:lnTo>
                  <a:lnTo>
                    <a:pt x="695499" y="5680657"/>
                  </a:lnTo>
                  <a:lnTo>
                    <a:pt x="695625" y="5680657"/>
                  </a:lnTo>
                  <a:lnTo>
                    <a:pt x="695751" y="5680657"/>
                  </a:lnTo>
                  <a:lnTo>
                    <a:pt x="695877" y="5680657"/>
                  </a:lnTo>
                  <a:lnTo>
                    <a:pt x="696003" y="5680657"/>
                  </a:lnTo>
                  <a:lnTo>
                    <a:pt x="696129" y="5680657"/>
                  </a:lnTo>
                  <a:lnTo>
                    <a:pt x="696255" y="5680657"/>
                  </a:lnTo>
                  <a:lnTo>
                    <a:pt x="696381" y="5680657"/>
                  </a:lnTo>
                  <a:lnTo>
                    <a:pt x="696507" y="5680657"/>
                  </a:lnTo>
                  <a:lnTo>
                    <a:pt x="696634" y="5680657"/>
                  </a:lnTo>
                  <a:lnTo>
                    <a:pt x="696760" y="5680657"/>
                  </a:lnTo>
                  <a:lnTo>
                    <a:pt x="696886" y="5680657"/>
                  </a:lnTo>
                  <a:lnTo>
                    <a:pt x="697012" y="5680657"/>
                  </a:lnTo>
                  <a:lnTo>
                    <a:pt x="697138" y="5680657"/>
                  </a:lnTo>
                  <a:lnTo>
                    <a:pt x="697264" y="5680657"/>
                  </a:lnTo>
                  <a:lnTo>
                    <a:pt x="697390" y="5680657"/>
                  </a:lnTo>
                  <a:lnTo>
                    <a:pt x="697516" y="5680657"/>
                  </a:lnTo>
                  <a:lnTo>
                    <a:pt x="697642" y="5680657"/>
                  </a:lnTo>
                  <a:lnTo>
                    <a:pt x="697768" y="5680657"/>
                  </a:lnTo>
                  <a:lnTo>
                    <a:pt x="697894" y="5680657"/>
                  </a:lnTo>
                  <a:lnTo>
                    <a:pt x="698021" y="5680657"/>
                  </a:lnTo>
                  <a:lnTo>
                    <a:pt x="698147" y="5680657"/>
                  </a:lnTo>
                  <a:lnTo>
                    <a:pt x="698273" y="5680657"/>
                  </a:lnTo>
                  <a:lnTo>
                    <a:pt x="698399" y="5680657"/>
                  </a:lnTo>
                  <a:lnTo>
                    <a:pt x="698525" y="5680657"/>
                  </a:lnTo>
                  <a:lnTo>
                    <a:pt x="698651" y="5680657"/>
                  </a:lnTo>
                  <a:lnTo>
                    <a:pt x="698777" y="5680657"/>
                  </a:lnTo>
                  <a:lnTo>
                    <a:pt x="698903" y="5680657"/>
                  </a:lnTo>
                  <a:lnTo>
                    <a:pt x="699029" y="5680657"/>
                  </a:lnTo>
                  <a:lnTo>
                    <a:pt x="699155" y="5680657"/>
                  </a:lnTo>
                  <a:lnTo>
                    <a:pt x="699281" y="5680657"/>
                  </a:lnTo>
                  <a:lnTo>
                    <a:pt x="699408" y="5680657"/>
                  </a:lnTo>
                  <a:lnTo>
                    <a:pt x="699534" y="5680657"/>
                  </a:lnTo>
                  <a:lnTo>
                    <a:pt x="699660" y="5680657"/>
                  </a:lnTo>
                  <a:lnTo>
                    <a:pt x="699786" y="5680657"/>
                  </a:lnTo>
                  <a:lnTo>
                    <a:pt x="699912" y="5680657"/>
                  </a:lnTo>
                  <a:lnTo>
                    <a:pt x="700038" y="5680657"/>
                  </a:lnTo>
                  <a:lnTo>
                    <a:pt x="700164" y="5680657"/>
                  </a:lnTo>
                  <a:lnTo>
                    <a:pt x="700290" y="5680657"/>
                  </a:lnTo>
                  <a:lnTo>
                    <a:pt x="700416" y="5680657"/>
                  </a:lnTo>
                  <a:lnTo>
                    <a:pt x="700542" y="5680657"/>
                  </a:lnTo>
                  <a:lnTo>
                    <a:pt x="700668" y="5680657"/>
                  </a:lnTo>
                  <a:lnTo>
                    <a:pt x="700794" y="5680657"/>
                  </a:lnTo>
                  <a:lnTo>
                    <a:pt x="700921" y="5680657"/>
                  </a:lnTo>
                  <a:lnTo>
                    <a:pt x="701047" y="5680657"/>
                  </a:lnTo>
                  <a:lnTo>
                    <a:pt x="701173" y="5680657"/>
                  </a:lnTo>
                  <a:lnTo>
                    <a:pt x="701299" y="5680657"/>
                  </a:lnTo>
                  <a:lnTo>
                    <a:pt x="701425" y="5680657"/>
                  </a:lnTo>
                  <a:lnTo>
                    <a:pt x="701551" y="5680657"/>
                  </a:lnTo>
                  <a:lnTo>
                    <a:pt x="701677" y="5680657"/>
                  </a:lnTo>
                  <a:lnTo>
                    <a:pt x="701803" y="5680657"/>
                  </a:lnTo>
                  <a:lnTo>
                    <a:pt x="701929" y="5680657"/>
                  </a:lnTo>
                  <a:lnTo>
                    <a:pt x="701929" y="5675377"/>
                  </a:lnTo>
                  <a:lnTo>
                    <a:pt x="702055" y="5675377"/>
                  </a:lnTo>
                  <a:lnTo>
                    <a:pt x="702181" y="5675377"/>
                  </a:lnTo>
                  <a:lnTo>
                    <a:pt x="702308" y="5675377"/>
                  </a:lnTo>
                  <a:lnTo>
                    <a:pt x="702434" y="5675377"/>
                  </a:lnTo>
                  <a:lnTo>
                    <a:pt x="702560" y="5675377"/>
                  </a:lnTo>
                  <a:lnTo>
                    <a:pt x="702686" y="5675377"/>
                  </a:lnTo>
                  <a:lnTo>
                    <a:pt x="702812" y="5675377"/>
                  </a:lnTo>
                  <a:lnTo>
                    <a:pt x="702938" y="5675377"/>
                  </a:lnTo>
                  <a:lnTo>
                    <a:pt x="703064" y="5675377"/>
                  </a:lnTo>
                  <a:lnTo>
                    <a:pt x="703190" y="5675377"/>
                  </a:lnTo>
                  <a:lnTo>
                    <a:pt x="703316" y="5675377"/>
                  </a:lnTo>
                  <a:lnTo>
                    <a:pt x="703442" y="5675377"/>
                  </a:lnTo>
                  <a:lnTo>
                    <a:pt x="703568" y="5675377"/>
                  </a:lnTo>
                  <a:lnTo>
                    <a:pt x="703694" y="5675377"/>
                  </a:lnTo>
                  <a:lnTo>
                    <a:pt x="703821" y="5675377"/>
                  </a:lnTo>
                  <a:lnTo>
                    <a:pt x="703947" y="5675377"/>
                  </a:lnTo>
                  <a:lnTo>
                    <a:pt x="704073" y="5675377"/>
                  </a:lnTo>
                  <a:lnTo>
                    <a:pt x="704199" y="5675377"/>
                  </a:lnTo>
                  <a:lnTo>
                    <a:pt x="704325" y="5675377"/>
                  </a:lnTo>
                  <a:lnTo>
                    <a:pt x="704451" y="5675377"/>
                  </a:lnTo>
                  <a:lnTo>
                    <a:pt x="704577" y="5675377"/>
                  </a:lnTo>
                  <a:lnTo>
                    <a:pt x="704703" y="5675377"/>
                  </a:lnTo>
                  <a:lnTo>
                    <a:pt x="704829" y="5675377"/>
                  </a:lnTo>
                  <a:lnTo>
                    <a:pt x="704829" y="5670098"/>
                  </a:lnTo>
                  <a:lnTo>
                    <a:pt x="704955" y="5670098"/>
                  </a:lnTo>
                  <a:lnTo>
                    <a:pt x="705081" y="5670098"/>
                  </a:lnTo>
                  <a:lnTo>
                    <a:pt x="705208" y="5670098"/>
                  </a:lnTo>
                  <a:lnTo>
                    <a:pt x="705334" y="5670098"/>
                  </a:lnTo>
                  <a:lnTo>
                    <a:pt x="705460" y="5670098"/>
                  </a:lnTo>
                  <a:lnTo>
                    <a:pt x="705586" y="5670098"/>
                  </a:lnTo>
                  <a:lnTo>
                    <a:pt x="705712" y="5670098"/>
                  </a:lnTo>
                  <a:lnTo>
                    <a:pt x="705838" y="5670098"/>
                  </a:lnTo>
                  <a:lnTo>
                    <a:pt x="705964" y="5670098"/>
                  </a:lnTo>
                  <a:lnTo>
                    <a:pt x="705964" y="5664819"/>
                  </a:lnTo>
                  <a:lnTo>
                    <a:pt x="706090" y="5664819"/>
                  </a:lnTo>
                  <a:lnTo>
                    <a:pt x="706216" y="5664819"/>
                  </a:lnTo>
                  <a:lnTo>
                    <a:pt x="706342" y="5664819"/>
                  </a:lnTo>
                  <a:lnTo>
                    <a:pt x="706468" y="5664819"/>
                  </a:lnTo>
                  <a:lnTo>
                    <a:pt x="706595" y="5664819"/>
                  </a:lnTo>
                  <a:lnTo>
                    <a:pt x="706721" y="5664819"/>
                  </a:lnTo>
                  <a:lnTo>
                    <a:pt x="706847" y="5664819"/>
                  </a:lnTo>
                  <a:lnTo>
                    <a:pt x="706973" y="5664819"/>
                  </a:lnTo>
                  <a:lnTo>
                    <a:pt x="707099" y="5664819"/>
                  </a:lnTo>
                  <a:lnTo>
                    <a:pt x="707225" y="5664819"/>
                  </a:lnTo>
                  <a:lnTo>
                    <a:pt x="707351" y="5664819"/>
                  </a:lnTo>
                  <a:lnTo>
                    <a:pt x="707477" y="5664819"/>
                  </a:lnTo>
                  <a:lnTo>
                    <a:pt x="707603" y="5664819"/>
                  </a:lnTo>
                  <a:lnTo>
                    <a:pt x="707729" y="5664819"/>
                  </a:lnTo>
                  <a:lnTo>
                    <a:pt x="707855" y="5664819"/>
                  </a:lnTo>
                  <a:lnTo>
                    <a:pt x="707981" y="5664819"/>
                  </a:lnTo>
                  <a:lnTo>
                    <a:pt x="708108" y="5664819"/>
                  </a:lnTo>
                  <a:lnTo>
                    <a:pt x="708234" y="5664819"/>
                  </a:lnTo>
                  <a:lnTo>
                    <a:pt x="708360" y="5664819"/>
                  </a:lnTo>
                  <a:lnTo>
                    <a:pt x="708486" y="5664819"/>
                  </a:lnTo>
                  <a:lnTo>
                    <a:pt x="708612" y="5664819"/>
                  </a:lnTo>
                  <a:lnTo>
                    <a:pt x="708738" y="5664819"/>
                  </a:lnTo>
                  <a:lnTo>
                    <a:pt x="708864" y="5664819"/>
                  </a:lnTo>
                  <a:lnTo>
                    <a:pt x="708990" y="5664819"/>
                  </a:lnTo>
                  <a:lnTo>
                    <a:pt x="709116" y="5664819"/>
                  </a:lnTo>
                  <a:lnTo>
                    <a:pt x="709242" y="5664819"/>
                  </a:lnTo>
                  <a:lnTo>
                    <a:pt x="709368" y="5664819"/>
                  </a:lnTo>
                  <a:lnTo>
                    <a:pt x="709495" y="5664819"/>
                  </a:lnTo>
                  <a:lnTo>
                    <a:pt x="709621" y="5664819"/>
                  </a:lnTo>
                  <a:lnTo>
                    <a:pt x="709747" y="5664819"/>
                  </a:lnTo>
                  <a:lnTo>
                    <a:pt x="709873" y="5664819"/>
                  </a:lnTo>
                  <a:lnTo>
                    <a:pt x="709999" y="5664819"/>
                  </a:lnTo>
                  <a:lnTo>
                    <a:pt x="710125" y="5664819"/>
                  </a:lnTo>
                  <a:lnTo>
                    <a:pt x="710251" y="5664819"/>
                  </a:lnTo>
                  <a:lnTo>
                    <a:pt x="710377" y="5664819"/>
                  </a:lnTo>
                  <a:lnTo>
                    <a:pt x="710503" y="5664819"/>
                  </a:lnTo>
                  <a:lnTo>
                    <a:pt x="710629" y="5664819"/>
                  </a:lnTo>
                  <a:lnTo>
                    <a:pt x="710755" y="5664819"/>
                  </a:lnTo>
                  <a:lnTo>
                    <a:pt x="710881" y="5664819"/>
                  </a:lnTo>
                  <a:lnTo>
                    <a:pt x="711008" y="5664819"/>
                  </a:lnTo>
                  <a:lnTo>
                    <a:pt x="711134" y="5664819"/>
                  </a:lnTo>
                  <a:lnTo>
                    <a:pt x="711260" y="5664819"/>
                  </a:lnTo>
                  <a:lnTo>
                    <a:pt x="711386" y="5664819"/>
                  </a:lnTo>
                  <a:lnTo>
                    <a:pt x="711386" y="5659539"/>
                  </a:lnTo>
                  <a:lnTo>
                    <a:pt x="711512" y="5659539"/>
                  </a:lnTo>
                  <a:lnTo>
                    <a:pt x="711638" y="5659539"/>
                  </a:lnTo>
                  <a:lnTo>
                    <a:pt x="711764" y="5659539"/>
                  </a:lnTo>
                  <a:lnTo>
                    <a:pt x="711890" y="5659539"/>
                  </a:lnTo>
                  <a:lnTo>
                    <a:pt x="712016" y="5659539"/>
                  </a:lnTo>
                  <a:lnTo>
                    <a:pt x="712142" y="5659539"/>
                  </a:lnTo>
                  <a:lnTo>
                    <a:pt x="712268" y="5659539"/>
                  </a:lnTo>
                  <a:lnTo>
                    <a:pt x="712395" y="5659539"/>
                  </a:lnTo>
                  <a:lnTo>
                    <a:pt x="712521" y="5659539"/>
                  </a:lnTo>
                  <a:lnTo>
                    <a:pt x="712647" y="5659539"/>
                  </a:lnTo>
                  <a:lnTo>
                    <a:pt x="712773" y="5659539"/>
                  </a:lnTo>
                  <a:lnTo>
                    <a:pt x="712899" y="5659539"/>
                  </a:lnTo>
                  <a:lnTo>
                    <a:pt x="713025" y="5659539"/>
                  </a:lnTo>
                  <a:lnTo>
                    <a:pt x="713151" y="5659539"/>
                  </a:lnTo>
                  <a:lnTo>
                    <a:pt x="713277" y="5659539"/>
                  </a:lnTo>
                  <a:lnTo>
                    <a:pt x="713403" y="5659539"/>
                  </a:lnTo>
                  <a:lnTo>
                    <a:pt x="713529" y="5659539"/>
                  </a:lnTo>
                  <a:lnTo>
                    <a:pt x="713655" y="5659539"/>
                  </a:lnTo>
                  <a:lnTo>
                    <a:pt x="713782" y="5659539"/>
                  </a:lnTo>
                  <a:lnTo>
                    <a:pt x="713908" y="5659539"/>
                  </a:lnTo>
                  <a:lnTo>
                    <a:pt x="714034" y="5659539"/>
                  </a:lnTo>
                  <a:lnTo>
                    <a:pt x="714160" y="5659539"/>
                  </a:lnTo>
                  <a:lnTo>
                    <a:pt x="714286" y="5659539"/>
                  </a:lnTo>
                  <a:lnTo>
                    <a:pt x="714412" y="5659539"/>
                  </a:lnTo>
                  <a:lnTo>
                    <a:pt x="714538" y="5659539"/>
                  </a:lnTo>
                  <a:lnTo>
                    <a:pt x="714664" y="5659539"/>
                  </a:lnTo>
                  <a:lnTo>
                    <a:pt x="714790" y="5659539"/>
                  </a:lnTo>
                  <a:lnTo>
                    <a:pt x="714916" y="5659539"/>
                  </a:lnTo>
                  <a:lnTo>
                    <a:pt x="715042" y="5659539"/>
                  </a:lnTo>
                  <a:lnTo>
                    <a:pt x="715168" y="5659539"/>
                  </a:lnTo>
                  <a:lnTo>
                    <a:pt x="715295" y="5659539"/>
                  </a:lnTo>
                  <a:lnTo>
                    <a:pt x="715421" y="5659539"/>
                  </a:lnTo>
                  <a:lnTo>
                    <a:pt x="715547" y="5659539"/>
                  </a:lnTo>
                  <a:lnTo>
                    <a:pt x="715673" y="5659539"/>
                  </a:lnTo>
                  <a:lnTo>
                    <a:pt x="715799" y="5659539"/>
                  </a:lnTo>
                  <a:lnTo>
                    <a:pt x="715925" y="5659539"/>
                  </a:lnTo>
                  <a:lnTo>
                    <a:pt x="716051" y="5659539"/>
                  </a:lnTo>
                  <a:lnTo>
                    <a:pt x="716177" y="5659539"/>
                  </a:lnTo>
                  <a:lnTo>
                    <a:pt x="716303" y="5659539"/>
                  </a:lnTo>
                  <a:lnTo>
                    <a:pt x="716429" y="5659539"/>
                  </a:lnTo>
                  <a:lnTo>
                    <a:pt x="716555" y="5659539"/>
                  </a:lnTo>
                  <a:lnTo>
                    <a:pt x="716682" y="5659539"/>
                  </a:lnTo>
                  <a:lnTo>
                    <a:pt x="716808" y="5659539"/>
                  </a:lnTo>
                  <a:lnTo>
                    <a:pt x="716934" y="5659539"/>
                  </a:lnTo>
                  <a:lnTo>
                    <a:pt x="717060" y="5659539"/>
                  </a:lnTo>
                  <a:lnTo>
                    <a:pt x="717186" y="5659539"/>
                  </a:lnTo>
                  <a:lnTo>
                    <a:pt x="717312" y="5659539"/>
                  </a:lnTo>
                  <a:lnTo>
                    <a:pt x="717438" y="5659539"/>
                  </a:lnTo>
                  <a:lnTo>
                    <a:pt x="717564" y="5659539"/>
                  </a:lnTo>
                  <a:lnTo>
                    <a:pt x="717690" y="5659539"/>
                  </a:lnTo>
                  <a:lnTo>
                    <a:pt x="717816" y="5659539"/>
                  </a:lnTo>
                  <a:lnTo>
                    <a:pt x="717942" y="5659539"/>
                  </a:lnTo>
                  <a:lnTo>
                    <a:pt x="718068" y="5659539"/>
                  </a:lnTo>
                  <a:lnTo>
                    <a:pt x="718195" y="5659539"/>
                  </a:lnTo>
                  <a:lnTo>
                    <a:pt x="718321" y="5659539"/>
                  </a:lnTo>
                  <a:lnTo>
                    <a:pt x="718447" y="5659539"/>
                  </a:lnTo>
                  <a:lnTo>
                    <a:pt x="718573" y="5659539"/>
                  </a:lnTo>
                  <a:lnTo>
                    <a:pt x="718699" y="5659539"/>
                  </a:lnTo>
                  <a:lnTo>
                    <a:pt x="718825" y="5659539"/>
                  </a:lnTo>
                  <a:lnTo>
                    <a:pt x="718951" y="5659539"/>
                  </a:lnTo>
                  <a:lnTo>
                    <a:pt x="719077" y="5659539"/>
                  </a:lnTo>
                  <a:lnTo>
                    <a:pt x="719203" y="5659539"/>
                  </a:lnTo>
                  <a:lnTo>
                    <a:pt x="719329" y="5659539"/>
                  </a:lnTo>
                  <a:lnTo>
                    <a:pt x="719455" y="5659539"/>
                  </a:lnTo>
                  <a:lnTo>
                    <a:pt x="719582" y="5659539"/>
                  </a:lnTo>
                  <a:lnTo>
                    <a:pt x="719708" y="5659539"/>
                  </a:lnTo>
                  <a:lnTo>
                    <a:pt x="719834" y="5659539"/>
                  </a:lnTo>
                  <a:lnTo>
                    <a:pt x="719960" y="5659539"/>
                  </a:lnTo>
                  <a:lnTo>
                    <a:pt x="720086" y="5659539"/>
                  </a:lnTo>
                  <a:lnTo>
                    <a:pt x="720086" y="5654260"/>
                  </a:lnTo>
                  <a:lnTo>
                    <a:pt x="720212" y="5654260"/>
                  </a:lnTo>
                  <a:lnTo>
                    <a:pt x="720338" y="5654260"/>
                  </a:lnTo>
                  <a:lnTo>
                    <a:pt x="720464" y="5654260"/>
                  </a:lnTo>
                  <a:lnTo>
                    <a:pt x="720590" y="5654260"/>
                  </a:lnTo>
                  <a:lnTo>
                    <a:pt x="720716" y="5654260"/>
                  </a:lnTo>
                  <a:lnTo>
                    <a:pt x="720842" y="5654260"/>
                  </a:lnTo>
                  <a:lnTo>
                    <a:pt x="720968" y="5654260"/>
                  </a:lnTo>
                  <a:lnTo>
                    <a:pt x="721095" y="5654260"/>
                  </a:lnTo>
                  <a:lnTo>
                    <a:pt x="721221" y="5654260"/>
                  </a:lnTo>
                  <a:lnTo>
                    <a:pt x="721347" y="5654260"/>
                  </a:lnTo>
                  <a:lnTo>
                    <a:pt x="721473" y="5654260"/>
                  </a:lnTo>
                  <a:lnTo>
                    <a:pt x="721599" y="5654260"/>
                  </a:lnTo>
                  <a:lnTo>
                    <a:pt x="721725" y="5654260"/>
                  </a:lnTo>
                  <a:lnTo>
                    <a:pt x="721851" y="5654260"/>
                  </a:lnTo>
                  <a:lnTo>
                    <a:pt x="721977" y="5654260"/>
                  </a:lnTo>
                  <a:lnTo>
                    <a:pt x="722103" y="5654260"/>
                  </a:lnTo>
                  <a:lnTo>
                    <a:pt x="722229" y="5654260"/>
                  </a:lnTo>
                  <a:lnTo>
                    <a:pt x="722355" y="5654260"/>
                  </a:lnTo>
                  <a:lnTo>
                    <a:pt x="722482" y="5654260"/>
                  </a:lnTo>
                  <a:lnTo>
                    <a:pt x="722608" y="5654260"/>
                  </a:lnTo>
                  <a:lnTo>
                    <a:pt x="722734" y="5654260"/>
                  </a:lnTo>
                  <a:lnTo>
                    <a:pt x="722860" y="5654260"/>
                  </a:lnTo>
                  <a:lnTo>
                    <a:pt x="722986" y="5654260"/>
                  </a:lnTo>
                  <a:lnTo>
                    <a:pt x="723112" y="5654260"/>
                  </a:lnTo>
                  <a:lnTo>
                    <a:pt x="723238" y="5654260"/>
                  </a:lnTo>
                  <a:lnTo>
                    <a:pt x="723364" y="5654260"/>
                  </a:lnTo>
                  <a:lnTo>
                    <a:pt x="723490" y="5654260"/>
                  </a:lnTo>
                  <a:lnTo>
                    <a:pt x="723616" y="5654260"/>
                  </a:lnTo>
                  <a:lnTo>
                    <a:pt x="723742" y="5654260"/>
                  </a:lnTo>
                  <a:lnTo>
                    <a:pt x="723869" y="5654260"/>
                  </a:lnTo>
                  <a:lnTo>
                    <a:pt x="723995" y="5654260"/>
                  </a:lnTo>
                  <a:lnTo>
                    <a:pt x="723995" y="5648980"/>
                  </a:lnTo>
                  <a:lnTo>
                    <a:pt x="724121" y="5648980"/>
                  </a:lnTo>
                  <a:lnTo>
                    <a:pt x="724247" y="5648980"/>
                  </a:lnTo>
                  <a:lnTo>
                    <a:pt x="724373" y="5648980"/>
                  </a:lnTo>
                  <a:lnTo>
                    <a:pt x="724499" y="5648980"/>
                  </a:lnTo>
                  <a:lnTo>
                    <a:pt x="724625" y="5648980"/>
                  </a:lnTo>
                  <a:lnTo>
                    <a:pt x="724751" y="5648980"/>
                  </a:lnTo>
                  <a:lnTo>
                    <a:pt x="724877" y="5648980"/>
                  </a:lnTo>
                  <a:lnTo>
                    <a:pt x="725003" y="5648980"/>
                  </a:lnTo>
                  <a:lnTo>
                    <a:pt x="725129" y="5648980"/>
                  </a:lnTo>
                  <a:lnTo>
                    <a:pt x="725255" y="5648980"/>
                  </a:lnTo>
                  <a:lnTo>
                    <a:pt x="725382" y="5648980"/>
                  </a:lnTo>
                  <a:lnTo>
                    <a:pt x="725508" y="5648980"/>
                  </a:lnTo>
                  <a:lnTo>
                    <a:pt x="725634" y="5648980"/>
                  </a:lnTo>
                  <a:lnTo>
                    <a:pt x="725760" y="5648980"/>
                  </a:lnTo>
                  <a:lnTo>
                    <a:pt x="725886" y="5648980"/>
                  </a:lnTo>
                  <a:lnTo>
                    <a:pt x="726012" y="5648980"/>
                  </a:lnTo>
                  <a:lnTo>
                    <a:pt x="726138" y="5648980"/>
                  </a:lnTo>
                  <a:lnTo>
                    <a:pt x="726264" y="5648980"/>
                  </a:lnTo>
                  <a:lnTo>
                    <a:pt x="726390" y="5648980"/>
                  </a:lnTo>
                  <a:lnTo>
                    <a:pt x="726516" y="5648980"/>
                  </a:lnTo>
                  <a:lnTo>
                    <a:pt x="726642" y="5648980"/>
                  </a:lnTo>
                  <a:lnTo>
                    <a:pt x="726642" y="5643701"/>
                  </a:lnTo>
                  <a:lnTo>
                    <a:pt x="726769" y="5643701"/>
                  </a:lnTo>
                  <a:lnTo>
                    <a:pt x="726895" y="5643701"/>
                  </a:lnTo>
                  <a:lnTo>
                    <a:pt x="727021" y="5643701"/>
                  </a:lnTo>
                  <a:lnTo>
                    <a:pt x="727147" y="5643701"/>
                  </a:lnTo>
                  <a:lnTo>
                    <a:pt x="727273" y="5643701"/>
                  </a:lnTo>
                  <a:lnTo>
                    <a:pt x="727399" y="5643701"/>
                  </a:lnTo>
                  <a:lnTo>
                    <a:pt x="727525" y="5643701"/>
                  </a:lnTo>
                  <a:lnTo>
                    <a:pt x="727651" y="5643701"/>
                  </a:lnTo>
                  <a:lnTo>
                    <a:pt x="727777" y="5643701"/>
                  </a:lnTo>
                  <a:lnTo>
                    <a:pt x="727903" y="5643701"/>
                  </a:lnTo>
                  <a:lnTo>
                    <a:pt x="728029" y="5643701"/>
                  </a:lnTo>
                  <a:lnTo>
                    <a:pt x="728155" y="5643701"/>
                  </a:lnTo>
                  <a:lnTo>
                    <a:pt x="728282" y="5643701"/>
                  </a:lnTo>
                  <a:lnTo>
                    <a:pt x="728408" y="5643701"/>
                  </a:lnTo>
                  <a:lnTo>
                    <a:pt x="728534" y="5643701"/>
                  </a:lnTo>
                  <a:lnTo>
                    <a:pt x="728660" y="5643701"/>
                  </a:lnTo>
                  <a:lnTo>
                    <a:pt x="728660" y="5638421"/>
                  </a:lnTo>
                  <a:lnTo>
                    <a:pt x="728786" y="5638421"/>
                  </a:lnTo>
                  <a:lnTo>
                    <a:pt x="728912" y="5638421"/>
                  </a:lnTo>
                  <a:lnTo>
                    <a:pt x="729038" y="5638421"/>
                  </a:lnTo>
                  <a:lnTo>
                    <a:pt x="729164" y="5638421"/>
                  </a:lnTo>
                  <a:lnTo>
                    <a:pt x="729290" y="5638421"/>
                  </a:lnTo>
                  <a:lnTo>
                    <a:pt x="729416" y="5638421"/>
                  </a:lnTo>
                  <a:lnTo>
                    <a:pt x="729542" y="5638421"/>
                  </a:lnTo>
                  <a:lnTo>
                    <a:pt x="729669" y="5638421"/>
                  </a:lnTo>
                  <a:lnTo>
                    <a:pt x="729795" y="5638421"/>
                  </a:lnTo>
                  <a:lnTo>
                    <a:pt x="729921" y="5638421"/>
                  </a:lnTo>
                  <a:lnTo>
                    <a:pt x="730047" y="5638421"/>
                  </a:lnTo>
                  <a:lnTo>
                    <a:pt x="730173" y="5638421"/>
                  </a:lnTo>
                  <a:lnTo>
                    <a:pt x="730299" y="5638421"/>
                  </a:lnTo>
                  <a:lnTo>
                    <a:pt x="730425" y="5638421"/>
                  </a:lnTo>
                  <a:lnTo>
                    <a:pt x="730551" y="5638421"/>
                  </a:lnTo>
                  <a:lnTo>
                    <a:pt x="730677" y="5638421"/>
                  </a:lnTo>
                  <a:lnTo>
                    <a:pt x="730803" y="5638421"/>
                  </a:lnTo>
                  <a:lnTo>
                    <a:pt x="730929" y="5638421"/>
                  </a:lnTo>
                  <a:lnTo>
                    <a:pt x="731056" y="5638421"/>
                  </a:lnTo>
                  <a:lnTo>
                    <a:pt x="731182" y="5638421"/>
                  </a:lnTo>
                  <a:lnTo>
                    <a:pt x="731308" y="5638421"/>
                  </a:lnTo>
                  <a:lnTo>
                    <a:pt x="731434" y="5638421"/>
                  </a:lnTo>
                  <a:lnTo>
                    <a:pt x="731560" y="5638421"/>
                  </a:lnTo>
                  <a:lnTo>
                    <a:pt x="731686" y="5638421"/>
                  </a:lnTo>
                  <a:lnTo>
                    <a:pt x="731812" y="5638421"/>
                  </a:lnTo>
                  <a:lnTo>
                    <a:pt x="731812" y="5633142"/>
                  </a:lnTo>
                  <a:lnTo>
                    <a:pt x="731938" y="5633142"/>
                  </a:lnTo>
                  <a:lnTo>
                    <a:pt x="732064" y="5633142"/>
                  </a:lnTo>
                  <a:lnTo>
                    <a:pt x="732190" y="5633142"/>
                  </a:lnTo>
                  <a:lnTo>
                    <a:pt x="732316" y="5633142"/>
                  </a:lnTo>
                  <a:lnTo>
                    <a:pt x="732442" y="5633142"/>
                  </a:lnTo>
                  <a:lnTo>
                    <a:pt x="732569" y="5633142"/>
                  </a:lnTo>
                  <a:lnTo>
                    <a:pt x="732695" y="5633142"/>
                  </a:lnTo>
                  <a:lnTo>
                    <a:pt x="732821" y="5633142"/>
                  </a:lnTo>
                  <a:lnTo>
                    <a:pt x="732947" y="5633142"/>
                  </a:lnTo>
                  <a:lnTo>
                    <a:pt x="733073" y="5633142"/>
                  </a:lnTo>
                  <a:lnTo>
                    <a:pt x="733199" y="5633142"/>
                  </a:lnTo>
                  <a:lnTo>
                    <a:pt x="733325" y="5633142"/>
                  </a:lnTo>
                  <a:lnTo>
                    <a:pt x="733451" y="5633142"/>
                  </a:lnTo>
                  <a:lnTo>
                    <a:pt x="733577" y="5633142"/>
                  </a:lnTo>
                  <a:lnTo>
                    <a:pt x="733703" y="5633142"/>
                  </a:lnTo>
                  <a:lnTo>
                    <a:pt x="733829" y="5633142"/>
                  </a:lnTo>
                  <a:lnTo>
                    <a:pt x="733956" y="5633142"/>
                  </a:lnTo>
                  <a:lnTo>
                    <a:pt x="734082" y="5633142"/>
                  </a:lnTo>
                  <a:lnTo>
                    <a:pt x="734208" y="5633142"/>
                  </a:lnTo>
                  <a:lnTo>
                    <a:pt x="734334" y="5633142"/>
                  </a:lnTo>
                  <a:lnTo>
                    <a:pt x="734460" y="5633142"/>
                  </a:lnTo>
                  <a:lnTo>
                    <a:pt x="734586" y="5633142"/>
                  </a:lnTo>
                  <a:lnTo>
                    <a:pt x="734712" y="5633142"/>
                  </a:lnTo>
                  <a:lnTo>
                    <a:pt x="734838" y="5633142"/>
                  </a:lnTo>
                  <a:lnTo>
                    <a:pt x="734964" y="5633142"/>
                  </a:lnTo>
                  <a:lnTo>
                    <a:pt x="735090" y="5633142"/>
                  </a:lnTo>
                  <a:lnTo>
                    <a:pt x="735216" y="5633142"/>
                  </a:lnTo>
                  <a:lnTo>
                    <a:pt x="735342" y="5633142"/>
                  </a:lnTo>
                  <a:lnTo>
                    <a:pt x="735342" y="5627863"/>
                  </a:lnTo>
                  <a:lnTo>
                    <a:pt x="735469" y="5627863"/>
                  </a:lnTo>
                  <a:lnTo>
                    <a:pt x="735595" y="5627863"/>
                  </a:lnTo>
                  <a:lnTo>
                    <a:pt x="735721" y="5627863"/>
                  </a:lnTo>
                  <a:lnTo>
                    <a:pt x="735847" y="5627863"/>
                  </a:lnTo>
                  <a:lnTo>
                    <a:pt x="735973" y="5627863"/>
                  </a:lnTo>
                  <a:lnTo>
                    <a:pt x="736099" y="5627863"/>
                  </a:lnTo>
                  <a:lnTo>
                    <a:pt x="736225" y="5627863"/>
                  </a:lnTo>
                  <a:lnTo>
                    <a:pt x="736351" y="5627863"/>
                  </a:lnTo>
                  <a:lnTo>
                    <a:pt x="736477" y="5627863"/>
                  </a:lnTo>
                  <a:lnTo>
                    <a:pt x="736603" y="5627863"/>
                  </a:lnTo>
                  <a:lnTo>
                    <a:pt x="736729" y="5627863"/>
                  </a:lnTo>
                  <a:lnTo>
                    <a:pt x="736856" y="5627863"/>
                  </a:lnTo>
                  <a:lnTo>
                    <a:pt x="736982" y="5627863"/>
                  </a:lnTo>
                  <a:lnTo>
                    <a:pt x="737108" y="5627863"/>
                  </a:lnTo>
                  <a:lnTo>
                    <a:pt x="737234" y="5627863"/>
                  </a:lnTo>
                  <a:lnTo>
                    <a:pt x="737360" y="5627863"/>
                  </a:lnTo>
                  <a:lnTo>
                    <a:pt x="737486" y="5627863"/>
                  </a:lnTo>
                  <a:lnTo>
                    <a:pt x="737612" y="5627863"/>
                  </a:lnTo>
                  <a:lnTo>
                    <a:pt x="737738" y="5627863"/>
                  </a:lnTo>
                  <a:lnTo>
                    <a:pt x="737864" y="5627863"/>
                  </a:lnTo>
                  <a:lnTo>
                    <a:pt x="737990" y="5627863"/>
                  </a:lnTo>
                  <a:lnTo>
                    <a:pt x="738116" y="5627863"/>
                  </a:lnTo>
                  <a:lnTo>
                    <a:pt x="738242" y="5627863"/>
                  </a:lnTo>
                  <a:lnTo>
                    <a:pt x="738369" y="5627863"/>
                  </a:lnTo>
                  <a:lnTo>
                    <a:pt x="738495" y="5627863"/>
                  </a:lnTo>
                  <a:lnTo>
                    <a:pt x="738621" y="5627863"/>
                  </a:lnTo>
                  <a:lnTo>
                    <a:pt x="738747" y="5627863"/>
                  </a:lnTo>
                  <a:lnTo>
                    <a:pt x="738873" y="5627863"/>
                  </a:lnTo>
                  <a:lnTo>
                    <a:pt x="738999" y="5627863"/>
                  </a:lnTo>
                  <a:lnTo>
                    <a:pt x="739125" y="5627863"/>
                  </a:lnTo>
                  <a:lnTo>
                    <a:pt x="739251" y="5627863"/>
                  </a:lnTo>
                  <a:lnTo>
                    <a:pt x="739377" y="5627863"/>
                  </a:lnTo>
                  <a:lnTo>
                    <a:pt x="739503" y="5627863"/>
                  </a:lnTo>
                  <a:lnTo>
                    <a:pt x="739629" y="5627863"/>
                  </a:lnTo>
                  <a:lnTo>
                    <a:pt x="739756" y="5627863"/>
                  </a:lnTo>
                  <a:lnTo>
                    <a:pt x="739882" y="5627863"/>
                  </a:lnTo>
                  <a:lnTo>
                    <a:pt x="740008" y="5627863"/>
                  </a:lnTo>
                  <a:lnTo>
                    <a:pt x="740134" y="5627863"/>
                  </a:lnTo>
                  <a:lnTo>
                    <a:pt x="740260" y="5627863"/>
                  </a:lnTo>
                  <a:lnTo>
                    <a:pt x="740386" y="5627863"/>
                  </a:lnTo>
                  <a:lnTo>
                    <a:pt x="740512" y="5627863"/>
                  </a:lnTo>
                  <a:lnTo>
                    <a:pt x="740638" y="5627863"/>
                  </a:lnTo>
                  <a:lnTo>
                    <a:pt x="740764" y="5627863"/>
                  </a:lnTo>
                  <a:lnTo>
                    <a:pt x="740890" y="5627863"/>
                  </a:lnTo>
                  <a:lnTo>
                    <a:pt x="741016" y="5627863"/>
                  </a:lnTo>
                  <a:lnTo>
                    <a:pt x="741143" y="5627863"/>
                  </a:lnTo>
                  <a:lnTo>
                    <a:pt x="741269" y="5627863"/>
                  </a:lnTo>
                  <a:lnTo>
                    <a:pt x="741395" y="5627863"/>
                  </a:lnTo>
                  <a:lnTo>
                    <a:pt x="741521" y="5627863"/>
                  </a:lnTo>
                  <a:lnTo>
                    <a:pt x="741647" y="5627863"/>
                  </a:lnTo>
                  <a:lnTo>
                    <a:pt x="741773" y="5627863"/>
                  </a:lnTo>
                  <a:lnTo>
                    <a:pt x="741899" y="5627863"/>
                  </a:lnTo>
                  <a:lnTo>
                    <a:pt x="742025" y="5627863"/>
                  </a:lnTo>
                  <a:lnTo>
                    <a:pt x="742151" y="5627863"/>
                  </a:lnTo>
                  <a:lnTo>
                    <a:pt x="742277" y="5627863"/>
                  </a:lnTo>
                  <a:lnTo>
                    <a:pt x="742403" y="5627863"/>
                  </a:lnTo>
                  <a:lnTo>
                    <a:pt x="742529" y="5627863"/>
                  </a:lnTo>
                  <a:lnTo>
                    <a:pt x="742656" y="5627863"/>
                  </a:lnTo>
                  <a:lnTo>
                    <a:pt x="742782" y="5627863"/>
                  </a:lnTo>
                  <a:lnTo>
                    <a:pt x="742908" y="5627863"/>
                  </a:lnTo>
                  <a:lnTo>
                    <a:pt x="743034" y="5627863"/>
                  </a:lnTo>
                  <a:lnTo>
                    <a:pt x="743160" y="5627863"/>
                  </a:lnTo>
                  <a:lnTo>
                    <a:pt x="743286" y="5627863"/>
                  </a:lnTo>
                  <a:lnTo>
                    <a:pt x="743412" y="5627863"/>
                  </a:lnTo>
                  <a:lnTo>
                    <a:pt x="743538" y="5627863"/>
                  </a:lnTo>
                  <a:lnTo>
                    <a:pt x="743664" y="5627863"/>
                  </a:lnTo>
                  <a:lnTo>
                    <a:pt x="743790" y="5627863"/>
                  </a:lnTo>
                  <a:lnTo>
                    <a:pt x="743916" y="5627863"/>
                  </a:lnTo>
                  <a:lnTo>
                    <a:pt x="744043" y="5627863"/>
                  </a:lnTo>
                  <a:lnTo>
                    <a:pt x="744169" y="5627863"/>
                  </a:lnTo>
                  <a:lnTo>
                    <a:pt x="744295" y="5627863"/>
                  </a:lnTo>
                  <a:lnTo>
                    <a:pt x="744421" y="5627863"/>
                  </a:lnTo>
                  <a:lnTo>
                    <a:pt x="744547" y="5627863"/>
                  </a:lnTo>
                  <a:lnTo>
                    <a:pt x="744673" y="5627863"/>
                  </a:lnTo>
                  <a:lnTo>
                    <a:pt x="744799" y="5627863"/>
                  </a:lnTo>
                  <a:lnTo>
                    <a:pt x="744925" y="5627863"/>
                  </a:lnTo>
                  <a:lnTo>
                    <a:pt x="745051" y="5627863"/>
                  </a:lnTo>
                  <a:lnTo>
                    <a:pt x="745177" y="5627863"/>
                  </a:lnTo>
                  <a:lnTo>
                    <a:pt x="745303" y="5627863"/>
                  </a:lnTo>
                  <a:lnTo>
                    <a:pt x="745429" y="5627863"/>
                  </a:lnTo>
                  <a:lnTo>
                    <a:pt x="745556" y="5627863"/>
                  </a:lnTo>
                  <a:lnTo>
                    <a:pt x="745682" y="5627863"/>
                  </a:lnTo>
                  <a:lnTo>
                    <a:pt x="745808" y="5627863"/>
                  </a:lnTo>
                  <a:lnTo>
                    <a:pt x="745934" y="5627863"/>
                  </a:lnTo>
                  <a:lnTo>
                    <a:pt x="746060" y="5627863"/>
                  </a:lnTo>
                  <a:lnTo>
                    <a:pt x="746186" y="5627863"/>
                  </a:lnTo>
                  <a:lnTo>
                    <a:pt x="746312" y="5627863"/>
                  </a:lnTo>
                  <a:lnTo>
                    <a:pt x="746438" y="5627863"/>
                  </a:lnTo>
                  <a:lnTo>
                    <a:pt x="746564" y="5627863"/>
                  </a:lnTo>
                  <a:lnTo>
                    <a:pt x="746690" y="5627863"/>
                  </a:lnTo>
                  <a:lnTo>
                    <a:pt x="746816" y="5627863"/>
                  </a:lnTo>
                  <a:lnTo>
                    <a:pt x="746943" y="5627863"/>
                  </a:lnTo>
                  <a:lnTo>
                    <a:pt x="747069" y="5627863"/>
                  </a:lnTo>
                  <a:lnTo>
                    <a:pt x="747195" y="5627863"/>
                  </a:lnTo>
                  <a:lnTo>
                    <a:pt x="747321" y="5627863"/>
                  </a:lnTo>
                  <a:lnTo>
                    <a:pt x="747447" y="5627863"/>
                  </a:lnTo>
                  <a:lnTo>
                    <a:pt x="747573" y="5627863"/>
                  </a:lnTo>
                  <a:lnTo>
                    <a:pt x="747699" y="5627863"/>
                  </a:lnTo>
                  <a:lnTo>
                    <a:pt x="747825" y="5627863"/>
                  </a:lnTo>
                  <a:lnTo>
                    <a:pt x="747951" y="5627863"/>
                  </a:lnTo>
                  <a:lnTo>
                    <a:pt x="748077" y="5627863"/>
                  </a:lnTo>
                  <a:lnTo>
                    <a:pt x="748203" y="5627863"/>
                  </a:lnTo>
                  <a:lnTo>
                    <a:pt x="748330" y="5627863"/>
                  </a:lnTo>
                  <a:lnTo>
                    <a:pt x="748456" y="5627863"/>
                  </a:lnTo>
                  <a:lnTo>
                    <a:pt x="748582" y="5627863"/>
                  </a:lnTo>
                  <a:lnTo>
                    <a:pt x="748708" y="5627863"/>
                  </a:lnTo>
                  <a:lnTo>
                    <a:pt x="748834" y="5627863"/>
                  </a:lnTo>
                  <a:lnTo>
                    <a:pt x="748960" y="5627863"/>
                  </a:lnTo>
                  <a:lnTo>
                    <a:pt x="749086" y="5627863"/>
                  </a:lnTo>
                  <a:lnTo>
                    <a:pt x="749212" y="5627863"/>
                  </a:lnTo>
                  <a:lnTo>
                    <a:pt x="749338" y="5627863"/>
                  </a:lnTo>
                  <a:lnTo>
                    <a:pt x="749464" y="5627863"/>
                  </a:lnTo>
                  <a:lnTo>
                    <a:pt x="749590" y="5627863"/>
                  </a:lnTo>
                  <a:lnTo>
                    <a:pt x="749716" y="5627863"/>
                  </a:lnTo>
                  <a:lnTo>
                    <a:pt x="749843" y="5627863"/>
                  </a:lnTo>
                  <a:lnTo>
                    <a:pt x="749969" y="5627863"/>
                  </a:lnTo>
                  <a:lnTo>
                    <a:pt x="750095" y="5627863"/>
                  </a:lnTo>
                  <a:lnTo>
                    <a:pt x="750221" y="5627863"/>
                  </a:lnTo>
                  <a:lnTo>
                    <a:pt x="750347" y="5627863"/>
                  </a:lnTo>
                  <a:lnTo>
                    <a:pt x="750473" y="5627863"/>
                  </a:lnTo>
                  <a:lnTo>
                    <a:pt x="750599" y="5627863"/>
                  </a:lnTo>
                  <a:lnTo>
                    <a:pt x="750725" y="5627863"/>
                  </a:lnTo>
                  <a:lnTo>
                    <a:pt x="750851" y="5627863"/>
                  </a:lnTo>
                  <a:lnTo>
                    <a:pt x="750977" y="5627863"/>
                  </a:lnTo>
                  <a:lnTo>
                    <a:pt x="751103" y="5627863"/>
                  </a:lnTo>
                  <a:lnTo>
                    <a:pt x="751230" y="5627863"/>
                  </a:lnTo>
                  <a:lnTo>
                    <a:pt x="751356" y="5627863"/>
                  </a:lnTo>
                  <a:lnTo>
                    <a:pt x="751482" y="5627863"/>
                  </a:lnTo>
                  <a:lnTo>
                    <a:pt x="751608" y="5627863"/>
                  </a:lnTo>
                  <a:lnTo>
                    <a:pt x="751734" y="5627863"/>
                  </a:lnTo>
                  <a:lnTo>
                    <a:pt x="751860" y="5627863"/>
                  </a:lnTo>
                  <a:lnTo>
                    <a:pt x="751986" y="5627863"/>
                  </a:lnTo>
                  <a:lnTo>
                    <a:pt x="752112" y="5627863"/>
                  </a:lnTo>
                  <a:lnTo>
                    <a:pt x="752238" y="5627863"/>
                  </a:lnTo>
                  <a:lnTo>
                    <a:pt x="752364" y="5627863"/>
                  </a:lnTo>
                  <a:lnTo>
                    <a:pt x="752490" y="5627863"/>
                  </a:lnTo>
                  <a:lnTo>
                    <a:pt x="752616" y="5627863"/>
                  </a:lnTo>
                  <a:lnTo>
                    <a:pt x="752743" y="5627863"/>
                  </a:lnTo>
                  <a:lnTo>
                    <a:pt x="752869" y="5627863"/>
                  </a:lnTo>
                  <a:lnTo>
                    <a:pt x="752995" y="5627863"/>
                  </a:lnTo>
                  <a:lnTo>
                    <a:pt x="753121" y="5627863"/>
                  </a:lnTo>
                  <a:lnTo>
                    <a:pt x="753247" y="5627863"/>
                  </a:lnTo>
                  <a:lnTo>
                    <a:pt x="753373" y="5627863"/>
                  </a:lnTo>
                  <a:lnTo>
                    <a:pt x="753499" y="5627863"/>
                  </a:lnTo>
                  <a:lnTo>
                    <a:pt x="753625" y="5627863"/>
                  </a:lnTo>
                  <a:lnTo>
                    <a:pt x="753751" y="5627863"/>
                  </a:lnTo>
                  <a:lnTo>
                    <a:pt x="753877" y="5627863"/>
                  </a:lnTo>
                  <a:lnTo>
                    <a:pt x="754003" y="5627863"/>
                  </a:lnTo>
                  <a:lnTo>
                    <a:pt x="754130" y="5627863"/>
                  </a:lnTo>
                  <a:lnTo>
                    <a:pt x="754256" y="5627863"/>
                  </a:lnTo>
                  <a:lnTo>
                    <a:pt x="754382" y="5627863"/>
                  </a:lnTo>
                  <a:lnTo>
                    <a:pt x="754508" y="5627863"/>
                  </a:lnTo>
                  <a:lnTo>
                    <a:pt x="754634" y="5627863"/>
                  </a:lnTo>
                  <a:lnTo>
                    <a:pt x="754760" y="5627863"/>
                  </a:lnTo>
                  <a:lnTo>
                    <a:pt x="754886" y="5627863"/>
                  </a:lnTo>
                  <a:lnTo>
                    <a:pt x="755012" y="5627863"/>
                  </a:lnTo>
                  <a:lnTo>
                    <a:pt x="755138" y="5627863"/>
                  </a:lnTo>
                  <a:lnTo>
                    <a:pt x="755264" y="5627863"/>
                  </a:lnTo>
                  <a:lnTo>
                    <a:pt x="755390" y="5627863"/>
                  </a:lnTo>
                  <a:lnTo>
                    <a:pt x="755517" y="5627863"/>
                  </a:lnTo>
                  <a:lnTo>
                    <a:pt x="755643" y="5627863"/>
                  </a:lnTo>
                  <a:lnTo>
                    <a:pt x="755769" y="5627863"/>
                  </a:lnTo>
                  <a:lnTo>
                    <a:pt x="755895" y="5627863"/>
                  </a:lnTo>
                  <a:lnTo>
                    <a:pt x="756021" y="5627863"/>
                  </a:lnTo>
                  <a:lnTo>
                    <a:pt x="756147" y="5627863"/>
                  </a:lnTo>
                  <a:lnTo>
                    <a:pt x="756147" y="5622583"/>
                  </a:lnTo>
                  <a:lnTo>
                    <a:pt x="756147" y="5617304"/>
                  </a:lnTo>
                  <a:lnTo>
                    <a:pt x="756273" y="5617304"/>
                  </a:lnTo>
                  <a:lnTo>
                    <a:pt x="756399" y="5617304"/>
                  </a:lnTo>
                  <a:lnTo>
                    <a:pt x="756525" y="5617304"/>
                  </a:lnTo>
                  <a:lnTo>
                    <a:pt x="756651" y="5617304"/>
                  </a:lnTo>
                  <a:lnTo>
                    <a:pt x="756777" y="5617304"/>
                  </a:lnTo>
                  <a:lnTo>
                    <a:pt x="756903" y="5617304"/>
                  </a:lnTo>
                  <a:lnTo>
                    <a:pt x="757030" y="5617304"/>
                  </a:lnTo>
                  <a:lnTo>
                    <a:pt x="757156" y="5617304"/>
                  </a:lnTo>
                  <a:lnTo>
                    <a:pt x="757282" y="5617304"/>
                  </a:lnTo>
                  <a:lnTo>
                    <a:pt x="757408" y="5617304"/>
                  </a:lnTo>
                  <a:lnTo>
                    <a:pt x="757534" y="5617304"/>
                  </a:lnTo>
                  <a:lnTo>
                    <a:pt x="757660" y="5617304"/>
                  </a:lnTo>
                  <a:lnTo>
                    <a:pt x="757786" y="5617304"/>
                  </a:lnTo>
                  <a:lnTo>
                    <a:pt x="757912" y="5617304"/>
                  </a:lnTo>
                  <a:lnTo>
                    <a:pt x="758038" y="5617304"/>
                  </a:lnTo>
                  <a:lnTo>
                    <a:pt x="758164" y="5617304"/>
                  </a:lnTo>
                  <a:lnTo>
                    <a:pt x="758290" y="5617304"/>
                  </a:lnTo>
                  <a:lnTo>
                    <a:pt x="758417" y="5617304"/>
                  </a:lnTo>
                  <a:lnTo>
                    <a:pt x="758543" y="5617304"/>
                  </a:lnTo>
                  <a:lnTo>
                    <a:pt x="758669" y="5617304"/>
                  </a:lnTo>
                  <a:lnTo>
                    <a:pt x="758795" y="5617304"/>
                  </a:lnTo>
                  <a:lnTo>
                    <a:pt x="758921" y="5617304"/>
                  </a:lnTo>
                  <a:lnTo>
                    <a:pt x="759047" y="5617304"/>
                  </a:lnTo>
                  <a:lnTo>
                    <a:pt x="759173" y="5617304"/>
                  </a:lnTo>
                  <a:lnTo>
                    <a:pt x="759299" y="5617304"/>
                  </a:lnTo>
                  <a:lnTo>
                    <a:pt x="759425" y="5617304"/>
                  </a:lnTo>
                  <a:lnTo>
                    <a:pt x="759551" y="5617304"/>
                  </a:lnTo>
                  <a:lnTo>
                    <a:pt x="759551" y="5612024"/>
                  </a:lnTo>
                  <a:lnTo>
                    <a:pt x="759677" y="5612024"/>
                  </a:lnTo>
                  <a:lnTo>
                    <a:pt x="759803" y="5612024"/>
                  </a:lnTo>
                  <a:lnTo>
                    <a:pt x="759930" y="5612024"/>
                  </a:lnTo>
                  <a:lnTo>
                    <a:pt x="760056" y="5612024"/>
                  </a:lnTo>
                  <a:lnTo>
                    <a:pt x="760182" y="5612024"/>
                  </a:lnTo>
                  <a:lnTo>
                    <a:pt x="760308" y="5612024"/>
                  </a:lnTo>
                  <a:lnTo>
                    <a:pt x="760434" y="5612024"/>
                  </a:lnTo>
                  <a:lnTo>
                    <a:pt x="760560" y="5612024"/>
                  </a:lnTo>
                  <a:lnTo>
                    <a:pt x="760686" y="5612024"/>
                  </a:lnTo>
                  <a:lnTo>
                    <a:pt x="760812" y="5612024"/>
                  </a:lnTo>
                  <a:lnTo>
                    <a:pt x="760938" y="5612024"/>
                  </a:lnTo>
                  <a:lnTo>
                    <a:pt x="761064" y="5612024"/>
                  </a:lnTo>
                  <a:lnTo>
                    <a:pt x="761190" y="5612024"/>
                  </a:lnTo>
                  <a:lnTo>
                    <a:pt x="761317" y="5612024"/>
                  </a:lnTo>
                  <a:lnTo>
                    <a:pt x="761443" y="5612024"/>
                  </a:lnTo>
                  <a:lnTo>
                    <a:pt x="761569" y="5612024"/>
                  </a:lnTo>
                  <a:lnTo>
                    <a:pt x="761695" y="5612024"/>
                  </a:lnTo>
                  <a:lnTo>
                    <a:pt x="761821" y="5612024"/>
                  </a:lnTo>
                  <a:lnTo>
                    <a:pt x="761947" y="5612024"/>
                  </a:lnTo>
                  <a:lnTo>
                    <a:pt x="762073" y="5612024"/>
                  </a:lnTo>
                  <a:lnTo>
                    <a:pt x="762199" y="5612024"/>
                  </a:lnTo>
                  <a:lnTo>
                    <a:pt x="762325" y="5612024"/>
                  </a:lnTo>
                  <a:lnTo>
                    <a:pt x="762451" y="5612024"/>
                  </a:lnTo>
                  <a:lnTo>
                    <a:pt x="762577" y="5612024"/>
                  </a:lnTo>
                  <a:lnTo>
                    <a:pt x="762703" y="5612024"/>
                  </a:lnTo>
                  <a:lnTo>
                    <a:pt x="762830" y="5612024"/>
                  </a:lnTo>
                  <a:lnTo>
                    <a:pt x="762956" y="5612024"/>
                  </a:lnTo>
                  <a:lnTo>
                    <a:pt x="763082" y="5612024"/>
                  </a:lnTo>
                  <a:lnTo>
                    <a:pt x="763208" y="5612024"/>
                  </a:lnTo>
                  <a:lnTo>
                    <a:pt x="763334" y="5612024"/>
                  </a:lnTo>
                  <a:lnTo>
                    <a:pt x="763334" y="5606745"/>
                  </a:lnTo>
                  <a:lnTo>
                    <a:pt x="763334" y="5601466"/>
                  </a:lnTo>
                  <a:lnTo>
                    <a:pt x="763460" y="5601466"/>
                  </a:lnTo>
                  <a:lnTo>
                    <a:pt x="763460" y="5596186"/>
                  </a:lnTo>
                  <a:lnTo>
                    <a:pt x="763586" y="5596186"/>
                  </a:lnTo>
                  <a:lnTo>
                    <a:pt x="763712" y="5596186"/>
                  </a:lnTo>
                  <a:lnTo>
                    <a:pt x="763838" y="5596186"/>
                  </a:lnTo>
                  <a:lnTo>
                    <a:pt x="763964" y="5596186"/>
                  </a:lnTo>
                  <a:lnTo>
                    <a:pt x="764090" y="5596186"/>
                  </a:lnTo>
                  <a:lnTo>
                    <a:pt x="764217" y="5596186"/>
                  </a:lnTo>
                  <a:lnTo>
                    <a:pt x="764343" y="5596186"/>
                  </a:lnTo>
                  <a:lnTo>
                    <a:pt x="764469" y="5596186"/>
                  </a:lnTo>
                  <a:lnTo>
                    <a:pt x="764469" y="5590907"/>
                  </a:lnTo>
                  <a:lnTo>
                    <a:pt x="764595" y="5590907"/>
                  </a:lnTo>
                  <a:lnTo>
                    <a:pt x="764721" y="5590907"/>
                  </a:lnTo>
                  <a:lnTo>
                    <a:pt x="764847" y="5590907"/>
                  </a:lnTo>
                  <a:lnTo>
                    <a:pt x="764973" y="5590907"/>
                  </a:lnTo>
                  <a:lnTo>
                    <a:pt x="765099" y="5590907"/>
                  </a:lnTo>
                  <a:lnTo>
                    <a:pt x="765225" y="5590907"/>
                  </a:lnTo>
                  <a:lnTo>
                    <a:pt x="765351" y="5590907"/>
                  </a:lnTo>
                  <a:lnTo>
                    <a:pt x="765477" y="5590907"/>
                  </a:lnTo>
                  <a:lnTo>
                    <a:pt x="765604" y="5590907"/>
                  </a:lnTo>
                  <a:lnTo>
                    <a:pt x="765730" y="5590907"/>
                  </a:lnTo>
                  <a:lnTo>
                    <a:pt x="765856" y="5590907"/>
                  </a:lnTo>
                  <a:lnTo>
                    <a:pt x="765982" y="5590907"/>
                  </a:lnTo>
                  <a:lnTo>
                    <a:pt x="766108" y="5590907"/>
                  </a:lnTo>
                  <a:lnTo>
                    <a:pt x="766234" y="5590907"/>
                  </a:lnTo>
                  <a:lnTo>
                    <a:pt x="766360" y="5590907"/>
                  </a:lnTo>
                  <a:lnTo>
                    <a:pt x="766486" y="5590907"/>
                  </a:lnTo>
                  <a:lnTo>
                    <a:pt x="766612" y="5590907"/>
                  </a:lnTo>
                  <a:lnTo>
                    <a:pt x="766738" y="5590907"/>
                  </a:lnTo>
                  <a:lnTo>
                    <a:pt x="766864" y="5590907"/>
                  </a:lnTo>
                  <a:lnTo>
                    <a:pt x="766990" y="5590907"/>
                  </a:lnTo>
                  <a:lnTo>
                    <a:pt x="767117" y="5590907"/>
                  </a:lnTo>
                  <a:lnTo>
                    <a:pt x="767243" y="5590907"/>
                  </a:lnTo>
                  <a:lnTo>
                    <a:pt x="767369" y="5590907"/>
                  </a:lnTo>
                  <a:lnTo>
                    <a:pt x="767495" y="5590907"/>
                  </a:lnTo>
                  <a:lnTo>
                    <a:pt x="767621" y="5590907"/>
                  </a:lnTo>
                  <a:lnTo>
                    <a:pt x="767747" y="5590907"/>
                  </a:lnTo>
                  <a:lnTo>
                    <a:pt x="767873" y="5590907"/>
                  </a:lnTo>
                  <a:lnTo>
                    <a:pt x="767999" y="5590907"/>
                  </a:lnTo>
                  <a:lnTo>
                    <a:pt x="768125" y="5590907"/>
                  </a:lnTo>
                  <a:lnTo>
                    <a:pt x="768251" y="5590907"/>
                  </a:lnTo>
                  <a:lnTo>
                    <a:pt x="768377" y="5590907"/>
                  </a:lnTo>
                  <a:lnTo>
                    <a:pt x="768504" y="5590907"/>
                  </a:lnTo>
                  <a:lnTo>
                    <a:pt x="768630" y="5590907"/>
                  </a:lnTo>
                  <a:lnTo>
                    <a:pt x="768756" y="5590907"/>
                  </a:lnTo>
                  <a:lnTo>
                    <a:pt x="768882" y="5590907"/>
                  </a:lnTo>
                  <a:lnTo>
                    <a:pt x="769008" y="5590907"/>
                  </a:lnTo>
                  <a:lnTo>
                    <a:pt x="769134" y="5590907"/>
                  </a:lnTo>
                  <a:lnTo>
                    <a:pt x="769260" y="5590907"/>
                  </a:lnTo>
                  <a:lnTo>
                    <a:pt x="769386" y="5590907"/>
                  </a:lnTo>
                  <a:lnTo>
                    <a:pt x="769512" y="5590907"/>
                  </a:lnTo>
                  <a:lnTo>
                    <a:pt x="769638" y="5590907"/>
                  </a:lnTo>
                  <a:lnTo>
                    <a:pt x="769764" y="5590907"/>
                  </a:lnTo>
                  <a:lnTo>
                    <a:pt x="769890" y="5590907"/>
                  </a:lnTo>
                  <a:lnTo>
                    <a:pt x="770017" y="5590907"/>
                  </a:lnTo>
                  <a:lnTo>
                    <a:pt x="770143" y="5590907"/>
                  </a:lnTo>
                  <a:lnTo>
                    <a:pt x="770269" y="5590907"/>
                  </a:lnTo>
                  <a:lnTo>
                    <a:pt x="770395" y="5590907"/>
                  </a:lnTo>
                  <a:lnTo>
                    <a:pt x="770521" y="5590907"/>
                  </a:lnTo>
                  <a:lnTo>
                    <a:pt x="770647" y="5590907"/>
                  </a:lnTo>
                  <a:lnTo>
                    <a:pt x="770647" y="5585627"/>
                  </a:lnTo>
                  <a:lnTo>
                    <a:pt x="770773" y="5585627"/>
                  </a:lnTo>
                  <a:lnTo>
                    <a:pt x="770899" y="5585627"/>
                  </a:lnTo>
                  <a:lnTo>
                    <a:pt x="771025" y="5585627"/>
                  </a:lnTo>
                  <a:lnTo>
                    <a:pt x="771151" y="5585627"/>
                  </a:lnTo>
                  <a:lnTo>
                    <a:pt x="771277" y="5585627"/>
                  </a:lnTo>
                  <a:lnTo>
                    <a:pt x="771404" y="5585627"/>
                  </a:lnTo>
                  <a:lnTo>
                    <a:pt x="771404" y="5580348"/>
                  </a:lnTo>
                  <a:lnTo>
                    <a:pt x="771530" y="5580348"/>
                  </a:lnTo>
                  <a:lnTo>
                    <a:pt x="771656" y="5580348"/>
                  </a:lnTo>
                  <a:lnTo>
                    <a:pt x="771782" y="5580348"/>
                  </a:lnTo>
                  <a:lnTo>
                    <a:pt x="771908" y="5580348"/>
                  </a:lnTo>
                  <a:lnTo>
                    <a:pt x="772034" y="5580348"/>
                  </a:lnTo>
                  <a:lnTo>
                    <a:pt x="772160" y="5580348"/>
                  </a:lnTo>
                  <a:lnTo>
                    <a:pt x="772286" y="5580348"/>
                  </a:lnTo>
                  <a:lnTo>
                    <a:pt x="772412" y="5580348"/>
                  </a:lnTo>
                  <a:lnTo>
                    <a:pt x="772538" y="5580348"/>
                  </a:lnTo>
                  <a:lnTo>
                    <a:pt x="772664" y="5580348"/>
                  </a:lnTo>
                  <a:lnTo>
                    <a:pt x="772791" y="5580348"/>
                  </a:lnTo>
                  <a:lnTo>
                    <a:pt x="772917" y="5580348"/>
                  </a:lnTo>
                  <a:lnTo>
                    <a:pt x="773043" y="5580348"/>
                  </a:lnTo>
                  <a:lnTo>
                    <a:pt x="773169" y="5580348"/>
                  </a:lnTo>
                  <a:lnTo>
                    <a:pt x="773295" y="5580348"/>
                  </a:lnTo>
                  <a:lnTo>
                    <a:pt x="773295" y="5575068"/>
                  </a:lnTo>
                  <a:lnTo>
                    <a:pt x="773421" y="5575068"/>
                  </a:lnTo>
                  <a:lnTo>
                    <a:pt x="773547" y="5575068"/>
                  </a:lnTo>
                  <a:lnTo>
                    <a:pt x="773673" y="5575068"/>
                  </a:lnTo>
                  <a:lnTo>
                    <a:pt x="773799" y="5575068"/>
                  </a:lnTo>
                  <a:lnTo>
                    <a:pt x="773925" y="5575068"/>
                  </a:lnTo>
                  <a:lnTo>
                    <a:pt x="774051" y="5575068"/>
                  </a:lnTo>
                  <a:lnTo>
                    <a:pt x="774177" y="5575068"/>
                  </a:lnTo>
                  <a:lnTo>
                    <a:pt x="774304" y="5575068"/>
                  </a:lnTo>
                  <a:lnTo>
                    <a:pt x="774430" y="5575068"/>
                  </a:lnTo>
                  <a:lnTo>
                    <a:pt x="774556" y="5575068"/>
                  </a:lnTo>
                  <a:lnTo>
                    <a:pt x="774682" y="5575068"/>
                  </a:lnTo>
                  <a:lnTo>
                    <a:pt x="774808" y="5575068"/>
                  </a:lnTo>
                  <a:lnTo>
                    <a:pt x="774934" y="5575068"/>
                  </a:lnTo>
                  <a:lnTo>
                    <a:pt x="775060" y="5575068"/>
                  </a:lnTo>
                  <a:lnTo>
                    <a:pt x="775186" y="5575068"/>
                  </a:lnTo>
                  <a:lnTo>
                    <a:pt x="775312" y="5575068"/>
                  </a:lnTo>
                  <a:lnTo>
                    <a:pt x="775438" y="5575068"/>
                  </a:lnTo>
                  <a:lnTo>
                    <a:pt x="775564" y="5575068"/>
                  </a:lnTo>
                  <a:lnTo>
                    <a:pt x="775691" y="5575068"/>
                  </a:lnTo>
                  <a:lnTo>
                    <a:pt x="775817" y="5575068"/>
                  </a:lnTo>
                  <a:lnTo>
                    <a:pt x="775943" y="5575068"/>
                  </a:lnTo>
                  <a:lnTo>
                    <a:pt x="776069" y="5575068"/>
                  </a:lnTo>
                  <a:lnTo>
                    <a:pt x="776195" y="5575068"/>
                  </a:lnTo>
                  <a:lnTo>
                    <a:pt x="776321" y="5575068"/>
                  </a:lnTo>
                  <a:lnTo>
                    <a:pt x="776447" y="5575068"/>
                  </a:lnTo>
                  <a:lnTo>
                    <a:pt x="776573" y="5575068"/>
                  </a:lnTo>
                  <a:lnTo>
                    <a:pt x="776699" y="5575068"/>
                  </a:lnTo>
                  <a:lnTo>
                    <a:pt x="776825" y="5575068"/>
                  </a:lnTo>
                  <a:lnTo>
                    <a:pt x="776951" y="5575068"/>
                  </a:lnTo>
                  <a:lnTo>
                    <a:pt x="777077" y="5575068"/>
                  </a:lnTo>
                  <a:lnTo>
                    <a:pt x="777204" y="5575068"/>
                  </a:lnTo>
                  <a:lnTo>
                    <a:pt x="777330" y="5575068"/>
                  </a:lnTo>
                  <a:lnTo>
                    <a:pt x="777456" y="5575068"/>
                  </a:lnTo>
                  <a:lnTo>
                    <a:pt x="777456" y="5569789"/>
                  </a:lnTo>
                  <a:lnTo>
                    <a:pt x="777582" y="5569789"/>
                  </a:lnTo>
                  <a:lnTo>
                    <a:pt x="777708" y="5569789"/>
                  </a:lnTo>
                  <a:lnTo>
                    <a:pt x="777834" y="5569789"/>
                  </a:lnTo>
                  <a:lnTo>
                    <a:pt x="777960" y="5569789"/>
                  </a:lnTo>
                  <a:lnTo>
                    <a:pt x="778086" y="5569789"/>
                  </a:lnTo>
                  <a:lnTo>
                    <a:pt x="778212" y="5569789"/>
                  </a:lnTo>
                  <a:lnTo>
                    <a:pt x="778338" y="5569789"/>
                  </a:lnTo>
                  <a:lnTo>
                    <a:pt x="778464" y="5569789"/>
                  </a:lnTo>
                  <a:lnTo>
                    <a:pt x="778591" y="5569789"/>
                  </a:lnTo>
                  <a:lnTo>
                    <a:pt x="778717" y="5569789"/>
                  </a:lnTo>
                  <a:lnTo>
                    <a:pt x="778843" y="5569789"/>
                  </a:lnTo>
                  <a:lnTo>
                    <a:pt x="778969" y="5569789"/>
                  </a:lnTo>
                  <a:lnTo>
                    <a:pt x="779095" y="5569789"/>
                  </a:lnTo>
                  <a:lnTo>
                    <a:pt x="779095" y="5564510"/>
                  </a:lnTo>
                  <a:lnTo>
                    <a:pt x="779221" y="5564510"/>
                  </a:lnTo>
                  <a:lnTo>
                    <a:pt x="779347" y="5564510"/>
                  </a:lnTo>
                  <a:lnTo>
                    <a:pt x="779473" y="5564510"/>
                  </a:lnTo>
                  <a:lnTo>
                    <a:pt x="779599" y="5564510"/>
                  </a:lnTo>
                  <a:lnTo>
                    <a:pt x="779725" y="5564510"/>
                  </a:lnTo>
                  <a:lnTo>
                    <a:pt x="779851" y="5564510"/>
                  </a:lnTo>
                  <a:lnTo>
                    <a:pt x="779978" y="5564510"/>
                  </a:lnTo>
                  <a:lnTo>
                    <a:pt x="780104" y="5564510"/>
                  </a:lnTo>
                  <a:lnTo>
                    <a:pt x="780230" y="5564510"/>
                  </a:lnTo>
                  <a:lnTo>
                    <a:pt x="780356" y="5564510"/>
                  </a:lnTo>
                  <a:lnTo>
                    <a:pt x="780482" y="5564510"/>
                  </a:lnTo>
                  <a:lnTo>
                    <a:pt x="780608" y="5564510"/>
                  </a:lnTo>
                  <a:lnTo>
                    <a:pt x="780734" y="5564510"/>
                  </a:lnTo>
                  <a:lnTo>
                    <a:pt x="780860" y="5564510"/>
                  </a:lnTo>
                  <a:lnTo>
                    <a:pt x="780986" y="5564510"/>
                  </a:lnTo>
                  <a:lnTo>
                    <a:pt x="781112" y="5564510"/>
                  </a:lnTo>
                  <a:lnTo>
                    <a:pt x="781238" y="5564510"/>
                  </a:lnTo>
                  <a:lnTo>
                    <a:pt x="781364" y="5564510"/>
                  </a:lnTo>
                  <a:lnTo>
                    <a:pt x="781491" y="5564510"/>
                  </a:lnTo>
                  <a:lnTo>
                    <a:pt x="781617" y="5564510"/>
                  </a:lnTo>
                  <a:lnTo>
                    <a:pt x="781743" y="5564510"/>
                  </a:lnTo>
                  <a:lnTo>
                    <a:pt x="781869" y="5564510"/>
                  </a:lnTo>
                  <a:lnTo>
                    <a:pt x="781995" y="5564510"/>
                  </a:lnTo>
                  <a:lnTo>
                    <a:pt x="782121" y="5564510"/>
                  </a:lnTo>
                  <a:lnTo>
                    <a:pt x="782121" y="5559230"/>
                  </a:lnTo>
                  <a:lnTo>
                    <a:pt x="782247" y="5559230"/>
                  </a:lnTo>
                  <a:lnTo>
                    <a:pt x="782373" y="5559230"/>
                  </a:lnTo>
                  <a:lnTo>
                    <a:pt x="782499" y="5559230"/>
                  </a:lnTo>
                  <a:lnTo>
                    <a:pt x="782625" y="5559230"/>
                  </a:lnTo>
                  <a:lnTo>
                    <a:pt x="782751" y="5559230"/>
                  </a:lnTo>
                  <a:lnTo>
                    <a:pt x="782878" y="5559230"/>
                  </a:lnTo>
                  <a:lnTo>
                    <a:pt x="783004" y="5559230"/>
                  </a:lnTo>
                  <a:lnTo>
                    <a:pt x="783004" y="5553951"/>
                  </a:lnTo>
                  <a:lnTo>
                    <a:pt x="783130" y="5553951"/>
                  </a:lnTo>
                  <a:lnTo>
                    <a:pt x="783256" y="5553951"/>
                  </a:lnTo>
                  <a:lnTo>
                    <a:pt x="783382" y="5553951"/>
                  </a:lnTo>
                  <a:lnTo>
                    <a:pt x="783508" y="5553951"/>
                  </a:lnTo>
                  <a:lnTo>
                    <a:pt x="783634" y="5553951"/>
                  </a:lnTo>
                  <a:lnTo>
                    <a:pt x="783760" y="5553951"/>
                  </a:lnTo>
                  <a:lnTo>
                    <a:pt x="783886" y="5553951"/>
                  </a:lnTo>
                  <a:lnTo>
                    <a:pt x="784012" y="5553951"/>
                  </a:lnTo>
                  <a:lnTo>
                    <a:pt x="784138" y="5553951"/>
                  </a:lnTo>
                  <a:lnTo>
                    <a:pt x="784264" y="5553951"/>
                  </a:lnTo>
                  <a:lnTo>
                    <a:pt x="784391" y="5553951"/>
                  </a:lnTo>
                  <a:lnTo>
                    <a:pt x="784517" y="5553951"/>
                  </a:lnTo>
                  <a:lnTo>
                    <a:pt x="784643" y="5553951"/>
                  </a:lnTo>
                  <a:lnTo>
                    <a:pt x="784769" y="5553951"/>
                  </a:lnTo>
                  <a:lnTo>
                    <a:pt x="784895" y="5553951"/>
                  </a:lnTo>
                  <a:lnTo>
                    <a:pt x="785021" y="5553951"/>
                  </a:lnTo>
                  <a:lnTo>
                    <a:pt x="785147" y="5553951"/>
                  </a:lnTo>
                  <a:lnTo>
                    <a:pt x="785273" y="5553951"/>
                  </a:lnTo>
                  <a:lnTo>
                    <a:pt x="785399" y="5553951"/>
                  </a:lnTo>
                  <a:lnTo>
                    <a:pt x="785525" y="5553951"/>
                  </a:lnTo>
                  <a:lnTo>
                    <a:pt x="785651" y="5553951"/>
                  </a:lnTo>
                  <a:lnTo>
                    <a:pt x="785778" y="5553951"/>
                  </a:lnTo>
                  <a:lnTo>
                    <a:pt x="785904" y="5553951"/>
                  </a:lnTo>
                  <a:lnTo>
                    <a:pt x="786030" y="5553951"/>
                  </a:lnTo>
                  <a:lnTo>
                    <a:pt x="786156" y="5553951"/>
                  </a:lnTo>
                  <a:lnTo>
                    <a:pt x="786282" y="5553951"/>
                  </a:lnTo>
                  <a:lnTo>
                    <a:pt x="786408" y="5553951"/>
                  </a:lnTo>
                  <a:lnTo>
                    <a:pt x="786534" y="5553951"/>
                  </a:lnTo>
                  <a:lnTo>
                    <a:pt x="786660" y="5553951"/>
                  </a:lnTo>
                  <a:lnTo>
                    <a:pt x="786786" y="5553951"/>
                  </a:lnTo>
                  <a:lnTo>
                    <a:pt x="786912" y="5553951"/>
                  </a:lnTo>
                  <a:lnTo>
                    <a:pt x="787038" y="5553951"/>
                  </a:lnTo>
                  <a:lnTo>
                    <a:pt x="787164" y="5553951"/>
                  </a:lnTo>
                  <a:lnTo>
                    <a:pt x="787291" y="5553951"/>
                  </a:lnTo>
                  <a:lnTo>
                    <a:pt x="787417" y="5553951"/>
                  </a:lnTo>
                  <a:lnTo>
                    <a:pt x="787543" y="5553951"/>
                  </a:lnTo>
                  <a:lnTo>
                    <a:pt x="787669" y="5553951"/>
                  </a:lnTo>
                  <a:lnTo>
                    <a:pt x="787795" y="5553951"/>
                  </a:lnTo>
                  <a:lnTo>
                    <a:pt x="787921" y="5553951"/>
                  </a:lnTo>
                  <a:lnTo>
                    <a:pt x="788047" y="5553951"/>
                  </a:lnTo>
                  <a:lnTo>
                    <a:pt x="788173" y="5553951"/>
                  </a:lnTo>
                  <a:lnTo>
                    <a:pt x="788299" y="5553951"/>
                  </a:lnTo>
                  <a:lnTo>
                    <a:pt x="788425" y="5553951"/>
                  </a:lnTo>
                  <a:lnTo>
                    <a:pt x="788425" y="5548671"/>
                  </a:lnTo>
                  <a:lnTo>
                    <a:pt x="788551" y="5548671"/>
                  </a:lnTo>
                  <a:lnTo>
                    <a:pt x="788678" y="5548671"/>
                  </a:lnTo>
                  <a:lnTo>
                    <a:pt x="788804" y="5548671"/>
                  </a:lnTo>
                  <a:lnTo>
                    <a:pt x="788930" y="5548671"/>
                  </a:lnTo>
                  <a:lnTo>
                    <a:pt x="789056" y="5548671"/>
                  </a:lnTo>
                  <a:lnTo>
                    <a:pt x="789182" y="5548671"/>
                  </a:lnTo>
                  <a:lnTo>
                    <a:pt x="789308" y="5548671"/>
                  </a:lnTo>
                  <a:lnTo>
                    <a:pt x="789434" y="5548671"/>
                  </a:lnTo>
                  <a:lnTo>
                    <a:pt x="789560" y="5548671"/>
                  </a:lnTo>
                  <a:lnTo>
                    <a:pt x="789686" y="5548671"/>
                  </a:lnTo>
                  <a:lnTo>
                    <a:pt x="789812" y="5548671"/>
                  </a:lnTo>
                  <a:lnTo>
                    <a:pt x="789938" y="5548671"/>
                  </a:lnTo>
                  <a:lnTo>
                    <a:pt x="790065" y="5548671"/>
                  </a:lnTo>
                  <a:lnTo>
                    <a:pt x="790191" y="5548671"/>
                  </a:lnTo>
                  <a:lnTo>
                    <a:pt x="790191" y="5543392"/>
                  </a:lnTo>
                  <a:lnTo>
                    <a:pt x="790317" y="5543392"/>
                  </a:lnTo>
                  <a:lnTo>
                    <a:pt x="790443" y="5543392"/>
                  </a:lnTo>
                  <a:lnTo>
                    <a:pt x="790569" y="5543392"/>
                  </a:lnTo>
                  <a:lnTo>
                    <a:pt x="790695" y="5543392"/>
                  </a:lnTo>
                  <a:lnTo>
                    <a:pt x="790821" y="5543392"/>
                  </a:lnTo>
                  <a:lnTo>
                    <a:pt x="790947" y="5543392"/>
                  </a:lnTo>
                  <a:lnTo>
                    <a:pt x="791073" y="5543392"/>
                  </a:lnTo>
                  <a:lnTo>
                    <a:pt x="791199" y="5543392"/>
                  </a:lnTo>
                  <a:lnTo>
                    <a:pt x="791325" y="5543392"/>
                  </a:lnTo>
                  <a:lnTo>
                    <a:pt x="791451" y="5543392"/>
                  </a:lnTo>
                  <a:lnTo>
                    <a:pt x="791578" y="5543392"/>
                  </a:lnTo>
                  <a:lnTo>
                    <a:pt x="791704" y="5543392"/>
                  </a:lnTo>
                  <a:lnTo>
                    <a:pt x="791830" y="5543392"/>
                  </a:lnTo>
                  <a:lnTo>
                    <a:pt x="791956" y="5543392"/>
                  </a:lnTo>
                  <a:lnTo>
                    <a:pt x="792082" y="5543392"/>
                  </a:lnTo>
                  <a:lnTo>
                    <a:pt x="792208" y="5543392"/>
                  </a:lnTo>
                  <a:lnTo>
                    <a:pt x="792334" y="5543392"/>
                  </a:lnTo>
                  <a:lnTo>
                    <a:pt x="792460" y="5543392"/>
                  </a:lnTo>
                  <a:lnTo>
                    <a:pt x="792586" y="5543392"/>
                  </a:lnTo>
                  <a:lnTo>
                    <a:pt x="792712" y="5543392"/>
                  </a:lnTo>
                  <a:lnTo>
                    <a:pt x="792838" y="5543392"/>
                  </a:lnTo>
                  <a:lnTo>
                    <a:pt x="792965" y="5543392"/>
                  </a:lnTo>
                  <a:lnTo>
                    <a:pt x="793091" y="5543392"/>
                  </a:lnTo>
                  <a:lnTo>
                    <a:pt x="793217" y="5543392"/>
                  </a:lnTo>
                  <a:lnTo>
                    <a:pt x="793343" y="5543392"/>
                  </a:lnTo>
                  <a:lnTo>
                    <a:pt x="793469" y="5543392"/>
                  </a:lnTo>
                  <a:lnTo>
                    <a:pt x="793595" y="5543392"/>
                  </a:lnTo>
                  <a:lnTo>
                    <a:pt x="793721" y="5543392"/>
                  </a:lnTo>
                  <a:lnTo>
                    <a:pt x="793847" y="5543392"/>
                  </a:lnTo>
                  <a:lnTo>
                    <a:pt x="793973" y="5543392"/>
                  </a:lnTo>
                  <a:lnTo>
                    <a:pt x="794099" y="5543392"/>
                  </a:lnTo>
                  <a:lnTo>
                    <a:pt x="794225" y="5543392"/>
                  </a:lnTo>
                  <a:lnTo>
                    <a:pt x="794351" y="5543392"/>
                  </a:lnTo>
                  <a:lnTo>
                    <a:pt x="794478" y="5543392"/>
                  </a:lnTo>
                  <a:lnTo>
                    <a:pt x="794604" y="5543392"/>
                  </a:lnTo>
                  <a:lnTo>
                    <a:pt x="794604" y="5538112"/>
                  </a:lnTo>
                  <a:lnTo>
                    <a:pt x="794730" y="5538112"/>
                  </a:lnTo>
                  <a:lnTo>
                    <a:pt x="794856" y="5538112"/>
                  </a:lnTo>
                  <a:lnTo>
                    <a:pt x="794982" y="5538112"/>
                  </a:lnTo>
                  <a:lnTo>
                    <a:pt x="795108" y="5538112"/>
                  </a:lnTo>
                  <a:lnTo>
                    <a:pt x="795234" y="5538112"/>
                  </a:lnTo>
                  <a:lnTo>
                    <a:pt x="795360" y="5538112"/>
                  </a:lnTo>
                  <a:lnTo>
                    <a:pt x="795486" y="5538112"/>
                  </a:lnTo>
                  <a:lnTo>
                    <a:pt x="795612" y="5538112"/>
                  </a:lnTo>
                  <a:lnTo>
                    <a:pt x="795738" y="5538112"/>
                  </a:lnTo>
                  <a:lnTo>
                    <a:pt x="795865" y="5538112"/>
                  </a:lnTo>
                  <a:lnTo>
                    <a:pt x="795991" y="5538112"/>
                  </a:lnTo>
                  <a:lnTo>
                    <a:pt x="795991" y="5532833"/>
                  </a:lnTo>
                  <a:lnTo>
                    <a:pt x="796117" y="5532833"/>
                  </a:lnTo>
                  <a:lnTo>
                    <a:pt x="796243" y="5532833"/>
                  </a:lnTo>
                  <a:lnTo>
                    <a:pt x="796369" y="5532833"/>
                  </a:lnTo>
                  <a:lnTo>
                    <a:pt x="796495" y="5532833"/>
                  </a:lnTo>
                  <a:lnTo>
                    <a:pt x="796621" y="5532833"/>
                  </a:lnTo>
                  <a:lnTo>
                    <a:pt x="796747" y="5532833"/>
                  </a:lnTo>
                  <a:lnTo>
                    <a:pt x="796873" y="5532833"/>
                  </a:lnTo>
                  <a:lnTo>
                    <a:pt x="796999" y="5532833"/>
                  </a:lnTo>
                  <a:lnTo>
                    <a:pt x="797125" y="5532833"/>
                  </a:lnTo>
                  <a:lnTo>
                    <a:pt x="797252" y="5532833"/>
                  </a:lnTo>
                  <a:lnTo>
                    <a:pt x="797378" y="5532833"/>
                  </a:lnTo>
                  <a:lnTo>
                    <a:pt x="797504" y="5532833"/>
                  </a:lnTo>
                  <a:lnTo>
                    <a:pt x="797630" y="5532833"/>
                  </a:lnTo>
                  <a:lnTo>
                    <a:pt x="797756" y="5532833"/>
                  </a:lnTo>
                  <a:lnTo>
                    <a:pt x="797882" y="5532833"/>
                  </a:lnTo>
                  <a:lnTo>
                    <a:pt x="798008" y="5532833"/>
                  </a:lnTo>
                  <a:lnTo>
                    <a:pt x="798134" y="5532833"/>
                  </a:lnTo>
                  <a:lnTo>
                    <a:pt x="798260" y="5532833"/>
                  </a:lnTo>
                  <a:lnTo>
                    <a:pt x="798386" y="5532833"/>
                  </a:lnTo>
                  <a:lnTo>
                    <a:pt x="798512" y="5532833"/>
                  </a:lnTo>
                  <a:lnTo>
                    <a:pt x="798638" y="5532833"/>
                  </a:lnTo>
                  <a:lnTo>
                    <a:pt x="798765" y="5532833"/>
                  </a:lnTo>
                  <a:lnTo>
                    <a:pt x="798891" y="5532833"/>
                  </a:lnTo>
                  <a:lnTo>
                    <a:pt x="799017" y="5532833"/>
                  </a:lnTo>
                  <a:lnTo>
                    <a:pt x="799143" y="5532833"/>
                  </a:lnTo>
                  <a:lnTo>
                    <a:pt x="799269" y="5532833"/>
                  </a:lnTo>
                  <a:lnTo>
                    <a:pt x="799395" y="5532833"/>
                  </a:lnTo>
                  <a:lnTo>
                    <a:pt x="799521" y="5532833"/>
                  </a:lnTo>
                  <a:lnTo>
                    <a:pt x="799647" y="5532833"/>
                  </a:lnTo>
                  <a:lnTo>
                    <a:pt x="799773" y="5532833"/>
                  </a:lnTo>
                  <a:lnTo>
                    <a:pt x="799773" y="5527554"/>
                  </a:lnTo>
                  <a:lnTo>
                    <a:pt x="799899" y="5527554"/>
                  </a:lnTo>
                  <a:lnTo>
                    <a:pt x="800025" y="5527554"/>
                  </a:lnTo>
                  <a:lnTo>
                    <a:pt x="800152" y="5527554"/>
                  </a:lnTo>
                  <a:lnTo>
                    <a:pt x="800278" y="5527554"/>
                  </a:lnTo>
                  <a:lnTo>
                    <a:pt x="800404" y="5527554"/>
                  </a:lnTo>
                  <a:lnTo>
                    <a:pt x="800530" y="5527554"/>
                  </a:lnTo>
                  <a:lnTo>
                    <a:pt x="800656" y="5527554"/>
                  </a:lnTo>
                  <a:lnTo>
                    <a:pt x="800782" y="5527554"/>
                  </a:lnTo>
                  <a:lnTo>
                    <a:pt x="800908" y="5527554"/>
                  </a:lnTo>
                  <a:lnTo>
                    <a:pt x="801034" y="5527554"/>
                  </a:lnTo>
                  <a:lnTo>
                    <a:pt x="801160" y="5527554"/>
                  </a:lnTo>
                  <a:lnTo>
                    <a:pt x="801286" y="5527554"/>
                  </a:lnTo>
                  <a:lnTo>
                    <a:pt x="801412" y="5527554"/>
                  </a:lnTo>
                  <a:lnTo>
                    <a:pt x="801538" y="5527554"/>
                  </a:lnTo>
                  <a:lnTo>
                    <a:pt x="801665" y="5527554"/>
                  </a:lnTo>
                  <a:lnTo>
                    <a:pt x="801791" y="5527554"/>
                  </a:lnTo>
                  <a:lnTo>
                    <a:pt x="801917" y="5527554"/>
                  </a:lnTo>
                  <a:lnTo>
                    <a:pt x="802043" y="5527554"/>
                  </a:lnTo>
                  <a:lnTo>
                    <a:pt x="802169" y="5527554"/>
                  </a:lnTo>
                  <a:lnTo>
                    <a:pt x="802295" y="5527554"/>
                  </a:lnTo>
                  <a:lnTo>
                    <a:pt x="802421" y="5527554"/>
                  </a:lnTo>
                  <a:lnTo>
                    <a:pt x="802547" y="5527554"/>
                  </a:lnTo>
                  <a:lnTo>
                    <a:pt x="802673" y="5527554"/>
                  </a:lnTo>
                  <a:lnTo>
                    <a:pt x="802799" y="5527554"/>
                  </a:lnTo>
                  <a:lnTo>
                    <a:pt x="802925" y="5527554"/>
                  </a:lnTo>
                  <a:lnTo>
                    <a:pt x="803052" y="5527554"/>
                  </a:lnTo>
                  <a:lnTo>
                    <a:pt x="803178" y="5527554"/>
                  </a:lnTo>
                  <a:lnTo>
                    <a:pt x="803304" y="5527554"/>
                  </a:lnTo>
                  <a:lnTo>
                    <a:pt x="803430" y="5527554"/>
                  </a:lnTo>
                  <a:lnTo>
                    <a:pt x="803556" y="5527554"/>
                  </a:lnTo>
                  <a:lnTo>
                    <a:pt x="803682" y="5527554"/>
                  </a:lnTo>
                  <a:lnTo>
                    <a:pt x="803808" y="5527554"/>
                  </a:lnTo>
                  <a:lnTo>
                    <a:pt x="803934" y="5527554"/>
                  </a:lnTo>
                  <a:lnTo>
                    <a:pt x="804060" y="5527554"/>
                  </a:lnTo>
                  <a:lnTo>
                    <a:pt x="804186" y="5527554"/>
                  </a:lnTo>
                  <a:lnTo>
                    <a:pt x="804312" y="5527554"/>
                  </a:lnTo>
                  <a:lnTo>
                    <a:pt x="804438" y="5527554"/>
                  </a:lnTo>
                  <a:lnTo>
                    <a:pt x="804565" y="5527554"/>
                  </a:lnTo>
                  <a:lnTo>
                    <a:pt x="804691" y="5527554"/>
                  </a:lnTo>
                  <a:lnTo>
                    <a:pt x="804817" y="5527554"/>
                  </a:lnTo>
                  <a:lnTo>
                    <a:pt x="804943" y="5527554"/>
                  </a:lnTo>
                  <a:lnTo>
                    <a:pt x="805069" y="5527554"/>
                  </a:lnTo>
                  <a:lnTo>
                    <a:pt x="805195" y="5527554"/>
                  </a:lnTo>
                  <a:lnTo>
                    <a:pt x="805321" y="5527554"/>
                  </a:lnTo>
                  <a:lnTo>
                    <a:pt x="805447" y="5527554"/>
                  </a:lnTo>
                  <a:lnTo>
                    <a:pt x="805573" y="5527554"/>
                  </a:lnTo>
                  <a:lnTo>
                    <a:pt x="805699" y="5527554"/>
                  </a:lnTo>
                  <a:lnTo>
                    <a:pt x="805825" y="5527554"/>
                  </a:lnTo>
                  <a:lnTo>
                    <a:pt x="805952" y="5527554"/>
                  </a:lnTo>
                  <a:lnTo>
                    <a:pt x="806078" y="5527554"/>
                  </a:lnTo>
                  <a:lnTo>
                    <a:pt x="806204" y="5527554"/>
                  </a:lnTo>
                  <a:lnTo>
                    <a:pt x="806330" y="5527554"/>
                  </a:lnTo>
                  <a:lnTo>
                    <a:pt x="806456" y="5527554"/>
                  </a:lnTo>
                  <a:lnTo>
                    <a:pt x="806582" y="5527554"/>
                  </a:lnTo>
                  <a:lnTo>
                    <a:pt x="806708" y="5527554"/>
                  </a:lnTo>
                  <a:lnTo>
                    <a:pt x="806834" y="5527554"/>
                  </a:lnTo>
                  <a:lnTo>
                    <a:pt x="806960" y="5527554"/>
                  </a:lnTo>
                  <a:lnTo>
                    <a:pt x="807086" y="5527554"/>
                  </a:lnTo>
                  <a:lnTo>
                    <a:pt x="807212" y="5527554"/>
                  </a:lnTo>
                  <a:lnTo>
                    <a:pt x="807339" y="5527554"/>
                  </a:lnTo>
                  <a:lnTo>
                    <a:pt x="807465" y="5527554"/>
                  </a:lnTo>
                  <a:lnTo>
                    <a:pt x="807591" y="5527554"/>
                  </a:lnTo>
                  <a:lnTo>
                    <a:pt x="807717" y="5527554"/>
                  </a:lnTo>
                  <a:lnTo>
                    <a:pt x="807843" y="5527554"/>
                  </a:lnTo>
                  <a:lnTo>
                    <a:pt x="807969" y="5527554"/>
                  </a:lnTo>
                  <a:lnTo>
                    <a:pt x="808095" y="5527554"/>
                  </a:lnTo>
                  <a:lnTo>
                    <a:pt x="808221" y="5527554"/>
                  </a:lnTo>
                  <a:lnTo>
                    <a:pt x="808347" y="5527554"/>
                  </a:lnTo>
                  <a:lnTo>
                    <a:pt x="808473" y="5527554"/>
                  </a:lnTo>
                  <a:lnTo>
                    <a:pt x="808599" y="5527554"/>
                  </a:lnTo>
                  <a:lnTo>
                    <a:pt x="808725" y="5527554"/>
                  </a:lnTo>
                  <a:lnTo>
                    <a:pt x="808852" y="5527554"/>
                  </a:lnTo>
                  <a:lnTo>
                    <a:pt x="808978" y="5527554"/>
                  </a:lnTo>
                  <a:lnTo>
                    <a:pt x="809104" y="5527554"/>
                  </a:lnTo>
                  <a:lnTo>
                    <a:pt x="809230" y="5527554"/>
                  </a:lnTo>
                  <a:lnTo>
                    <a:pt x="809356" y="5527554"/>
                  </a:lnTo>
                  <a:lnTo>
                    <a:pt x="809482" y="5527554"/>
                  </a:lnTo>
                  <a:lnTo>
                    <a:pt x="809608" y="5527554"/>
                  </a:lnTo>
                  <a:lnTo>
                    <a:pt x="809734" y="5527554"/>
                  </a:lnTo>
                  <a:lnTo>
                    <a:pt x="809860" y="5527554"/>
                  </a:lnTo>
                  <a:lnTo>
                    <a:pt x="809986" y="5527554"/>
                  </a:lnTo>
                  <a:lnTo>
                    <a:pt x="810112" y="5527554"/>
                  </a:lnTo>
                  <a:lnTo>
                    <a:pt x="810239" y="5527554"/>
                  </a:lnTo>
                  <a:lnTo>
                    <a:pt x="810365" y="5527554"/>
                  </a:lnTo>
                  <a:lnTo>
                    <a:pt x="810491" y="5527554"/>
                  </a:lnTo>
                  <a:lnTo>
                    <a:pt x="810617" y="5527554"/>
                  </a:lnTo>
                  <a:lnTo>
                    <a:pt x="810743" y="5527554"/>
                  </a:lnTo>
                  <a:lnTo>
                    <a:pt x="810869" y="5527554"/>
                  </a:lnTo>
                  <a:lnTo>
                    <a:pt x="810995" y="5527554"/>
                  </a:lnTo>
                  <a:lnTo>
                    <a:pt x="811121" y="5527554"/>
                  </a:lnTo>
                  <a:lnTo>
                    <a:pt x="811247" y="5527554"/>
                  </a:lnTo>
                  <a:lnTo>
                    <a:pt x="811373" y="5527554"/>
                  </a:lnTo>
                  <a:lnTo>
                    <a:pt x="811499" y="5527554"/>
                  </a:lnTo>
                  <a:lnTo>
                    <a:pt x="811625" y="5527554"/>
                  </a:lnTo>
                  <a:lnTo>
                    <a:pt x="811752" y="5527554"/>
                  </a:lnTo>
                  <a:lnTo>
                    <a:pt x="811878" y="5527554"/>
                  </a:lnTo>
                  <a:lnTo>
                    <a:pt x="812004" y="5527554"/>
                  </a:lnTo>
                  <a:lnTo>
                    <a:pt x="812130" y="5527554"/>
                  </a:lnTo>
                  <a:lnTo>
                    <a:pt x="812256" y="5527554"/>
                  </a:lnTo>
                  <a:lnTo>
                    <a:pt x="812382" y="5527554"/>
                  </a:lnTo>
                  <a:lnTo>
                    <a:pt x="812508" y="5527554"/>
                  </a:lnTo>
                  <a:lnTo>
                    <a:pt x="812634" y="5527554"/>
                  </a:lnTo>
                  <a:lnTo>
                    <a:pt x="812760" y="5527554"/>
                  </a:lnTo>
                  <a:lnTo>
                    <a:pt x="812886" y="5527554"/>
                  </a:lnTo>
                  <a:lnTo>
                    <a:pt x="813012" y="5527554"/>
                  </a:lnTo>
                  <a:lnTo>
                    <a:pt x="813139" y="5527554"/>
                  </a:lnTo>
                  <a:lnTo>
                    <a:pt x="813265" y="5527554"/>
                  </a:lnTo>
                  <a:lnTo>
                    <a:pt x="813391" y="5527554"/>
                  </a:lnTo>
                  <a:lnTo>
                    <a:pt x="813517" y="5527554"/>
                  </a:lnTo>
                  <a:lnTo>
                    <a:pt x="813643" y="5527554"/>
                  </a:lnTo>
                  <a:lnTo>
                    <a:pt x="813769" y="5527554"/>
                  </a:lnTo>
                  <a:lnTo>
                    <a:pt x="813895" y="5527554"/>
                  </a:lnTo>
                  <a:lnTo>
                    <a:pt x="814021" y="5527554"/>
                  </a:lnTo>
                  <a:lnTo>
                    <a:pt x="814147" y="5527554"/>
                  </a:lnTo>
                  <a:lnTo>
                    <a:pt x="814273" y="5527554"/>
                  </a:lnTo>
                  <a:lnTo>
                    <a:pt x="814399" y="5527554"/>
                  </a:lnTo>
                  <a:lnTo>
                    <a:pt x="814526" y="5527554"/>
                  </a:lnTo>
                  <a:lnTo>
                    <a:pt x="814652" y="5527554"/>
                  </a:lnTo>
                  <a:lnTo>
                    <a:pt x="814778" y="5527554"/>
                  </a:lnTo>
                  <a:lnTo>
                    <a:pt x="814904" y="5527554"/>
                  </a:lnTo>
                  <a:lnTo>
                    <a:pt x="815030" y="5527554"/>
                  </a:lnTo>
                  <a:lnTo>
                    <a:pt x="815156" y="5527554"/>
                  </a:lnTo>
                  <a:lnTo>
                    <a:pt x="815282" y="5527554"/>
                  </a:lnTo>
                  <a:lnTo>
                    <a:pt x="815408" y="5527554"/>
                  </a:lnTo>
                  <a:lnTo>
                    <a:pt x="815534" y="5527554"/>
                  </a:lnTo>
                  <a:lnTo>
                    <a:pt x="815660" y="5527554"/>
                  </a:lnTo>
                  <a:lnTo>
                    <a:pt x="815786" y="5527554"/>
                  </a:lnTo>
                  <a:lnTo>
                    <a:pt x="815912" y="5527554"/>
                  </a:lnTo>
                  <a:lnTo>
                    <a:pt x="816039" y="5527554"/>
                  </a:lnTo>
                  <a:lnTo>
                    <a:pt x="816165" y="5527554"/>
                  </a:lnTo>
                  <a:lnTo>
                    <a:pt x="816291" y="5527554"/>
                  </a:lnTo>
                  <a:lnTo>
                    <a:pt x="816417" y="5527554"/>
                  </a:lnTo>
                  <a:lnTo>
                    <a:pt x="816543" y="5527554"/>
                  </a:lnTo>
                  <a:lnTo>
                    <a:pt x="816669" y="5527554"/>
                  </a:lnTo>
                  <a:lnTo>
                    <a:pt x="816795" y="5527554"/>
                  </a:lnTo>
                  <a:lnTo>
                    <a:pt x="816921" y="5527554"/>
                  </a:lnTo>
                  <a:lnTo>
                    <a:pt x="817047" y="5527554"/>
                  </a:lnTo>
                  <a:lnTo>
                    <a:pt x="817173" y="5527554"/>
                  </a:lnTo>
                  <a:lnTo>
                    <a:pt x="817299" y="5527554"/>
                  </a:lnTo>
                  <a:lnTo>
                    <a:pt x="817426" y="5527554"/>
                  </a:lnTo>
                  <a:lnTo>
                    <a:pt x="817552" y="5527554"/>
                  </a:lnTo>
                  <a:lnTo>
                    <a:pt x="817678" y="5527554"/>
                  </a:lnTo>
                  <a:lnTo>
                    <a:pt x="817804" y="5527554"/>
                  </a:lnTo>
                  <a:lnTo>
                    <a:pt x="817930" y="5527554"/>
                  </a:lnTo>
                  <a:lnTo>
                    <a:pt x="818056" y="5527554"/>
                  </a:lnTo>
                  <a:lnTo>
                    <a:pt x="818182" y="5527554"/>
                  </a:lnTo>
                  <a:lnTo>
                    <a:pt x="818308" y="5527554"/>
                  </a:lnTo>
                  <a:lnTo>
                    <a:pt x="818434" y="5527554"/>
                  </a:lnTo>
                  <a:lnTo>
                    <a:pt x="818560" y="5527554"/>
                  </a:lnTo>
                  <a:lnTo>
                    <a:pt x="818686" y="5527554"/>
                  </a:lnTo>
                  <a:lnTo>
                    <a:pt x="818686" y="5522274"/>
                  </a:lnTo>
                  <a:lnTo>
                    <a:pt x="818812" y="5522274"/>
                  </a:lnTo>
                  <a:lnTo>
                    <a:pt x="818939" y="5522274"/>
                  </a:lnTo>
                  <a:lnTo>
                    <a:pt x="819065" y="5522274"/>
                  </a:lnTo>
                  <a:lnTo>
                    <a:pt x="819191" y="5522274"/>
                  </a:lnTo>
                  <a:lnTo>
                    <a:pt x="819317" y="5522274"/>
                  </a:lnTo>
                  <a:lnTo>
                    <a:pt x="819443" y="5522274"/>
                  </a:lnTo>
                  <a:lnTo>
                    <a:pt x="819569" y="5522274"/>
                  </a:lnTo>
                  <a:lnTo>
                    <a:pt x="819695" y="5522274"/>
                  </a:lnTo>
                  <a:lnTo>
                    <a:pt x="819821" y="5522274"/>
                  </a:lnTo>
                  <a:lnTo>
                    <a:pt x="819947" y="5522274"/>
                  </a:lnTo>
                  <a:lnTo>
                    <a:pt x="820073" y="5522274"/>
                  </a:lnTo>
                  <a:lnTo>
                    <a:pt x="820199" y="5522274"/>
                  </a:lnTo>
                  <a:lnTo>
                    <a:pt x="820326" y="5522274"/>
                  </a:lnTo>
                  <a:lnTo>
                    <a:pt x="820452" y="5522274"/>
                  </a:lnTo>
                  <a:lnTo>
                    <a:pt x="820578" y="5522274"/>
                  </a:lnTo>
                  <a:lnTo>
                    <a:pt x="820704" y="5522274"/>
                  </a:lnTo>
                  <a:lnTo>
                    <a:pt x="820830" y="5522274"/>
                  </a:lnTo>
                  <a:lnTo>
                    <a:pt x="820956" y="5522274"/>
                  </a:lnTo>
                  <a:lnTo>
                    <a:pt x="821082" y="5522274"/>
                  </a:lnTo>
                  <a:lnTo>
                    <a:pt x="821082" y="5516995"/>
                  </a:lnTo>
                  <a:lnTo>
                    <a:pt x="821208" y="5516995"/>
                  </a:lnTo>
                  <a:lnTo>
                    <a:pt x="821334" y="5516995"/>
                  </a:lnTo>
                  <a:lnTo>
                    <a:pt x="821460" y="5516995"/>
                  </a:lnTo>
                  <a:lnTo>
                    <a:pt x="821586" y="5516995"/>
                  </a:lnTo>
                  <a:lnTo>
                    <a:pt x="821713" y="5516995"/>
                  </a:lnTo>
                  <a:lnTo>
                    <a:pt x="821839" y="5516995"/>
                  </a:lnTo>
                  <a:lnTo>
                    <a:pt x="821965" y="5516995"/>
                  </a:lnTo>
                  <a:lnTo>
                    <a:pt x="822091" y="5516995"/>
                  </a:lnTo>
                  <a:lnTo>
                    <a:pt x="822217" y="5516995"/>
                  </a:lnTo>
                  <a:lnTo>
                    <a:pt x="822343" y="5516995"/>
                  </a:lnTo>
                  <a:lnTo>
                    <a:pt x="822469" y="5516995"/>
                  </a:lnTo>
                  <a:lnTo>
                    <a:pt x="822595" y="5516995"/>
                  </a:lnTo>
                  <a:lnTo>
                    <a:pt x="822721" y="5516995"/>
                  </a:lnTo>
                  <a:lnTo>
                    <a:pt x="822847" y="5516995"/>
                  </a:lnTo>
                  <a:lnTo>
                    <a:pt x="822973" y="5516995"/>
                  </a:lnTo>
                  <a:lnTo>
                    <a:pt x="823099" y="5516995"/>
                  </a:lnTo>
                  <a:lnTo>
                    <a:pt x="823226" y="5516995"/>
                  </a:lnTo>
                  <a:lnTo>
                    <a:pt x="823352" y="5516995"/>
                  </a:lnTo>
                  <a:lnTo>
                    <a:pt x="823478" y="5516995"/>
                  </a:lnTo>
                  <a:lnTo>
                    <a:pt x="823604" y="5516995"/>
                  </a:lnTo>
                  <a:lnTo>
                    <a:pt x="823730" y="5516995"/>
                  </a:lnTo>
                  <a:lnTo>
                    <a:pt x="823856" y="5516995"/>
                  </a:lnTo>
                  <a:lnTo>
                    <a:pt x="823982" y="5516995"/>
                  </a:lnTo>
                  <a:lnTo>
                    <a:pt x="824108" y="5516995"/>
                  </a:lnTo>
                  <a:lnTo>
                    <a:pt x="824234" y="5516995"/>
                  </a:lnTo>
                  <a:lnTo>
                    <a:pt x="824360" y="5516995"/>
                  </a:lnTo>
                  <a:lnTo>
                    <a:pt x="824486" y="5516995"/>
                  </a:lnTo>
                  <a:lnTo>
                    <a:pt x="824613" y="5516995"/>
                  </a:lnTo>
                  <a:lnTo>
                    <a:pt x="824739" y="5516995"/>
                  </a:lnTo>
                  <a:lnTo>
                    <a:pt x="824865" y="5516995"/>
                  </a:lnTo>
                  <a:lnTo>
                    <a:pt x="824991" y="5516995"/>
                  </a:lnTo>
                  <a:lnTo>
                    <a:pt x="825117" y="5516995"/>
                  </a:lnTo>
                  <a:lnTo>
                    <a:pt x="825243" y="5516995"/>
                  </a:lnTo>
                  <a:lnTo>
                    <a:pt x="825369" y="5516995"/>
                  </a:lnTo>
                  <a:lnTo>
                    <a:pt x="825495" y="5516995"/>
                  </a:lnTo>
                  <a:lnTo>
                    <a:pt x="825621" y="5516995"/>
                  </a:lnTo>
                  <a:lnTo>
                    <a:pt x="825747" y="5516995"/>
                  </a:lnTo>
                  <a:lnTo>
                    <a:pt x="825873" y="5516995"/>
                  </a:lnTo>
                  <a:lnTo>
                    <a:pt x="825999" y="5516995"/>
                  </a:lnTo>
                  <a:lnTo>
                    <a:pt x="826126" y="5516995"/>
                  </a:lnTo>
                  <a:lnTo>
                    <a:pt x="826252" y="5516995"/>
                  </a:lnTo>
                  <a:lnTo>
                    <a:pt x="826378" y="5516995"/>
                  </a:lnTo>
                  <a:lnTo>
                    <a:pt x="826504" y="5516995"/>
                  </a:lnTo>
                  <a:lnTo>
                    <a:pt x="826630" y="5516995"/>
                  </a:lnTo>
                  <a:lnTo>
                    <a:pt x="826756" y="5516995"/>
                  </a:lnTo>
                  <a:lnTo>
                    <a:pt x="826882" y="5516995"/>
                  </a:lnTo>
                  <a:lnTo>
                    <a:pt x="827008" y="5516995"/>
                  </a:lnTo>
                  <a:lnTo>
                    <a:pt x="827134" y="5516995"/>
                  </a:lnTo>
                  <a:lnTo>
                    <a:pt x="827260" y="5516995"/>
                  </a:lnTo>
                  <a:lnTo>
                    <a:pt x="827386" y="5516995"/>
                  </a:lnTo>
                  <a:lnTo>
                    <a:pt x="827513" y="5516995"/>
                  </a:lnTo>
                  <a:lnTo>
                    <a:pt x="827639" y="5516995"/>
                  </a:lnTo>
                  <a:lnTo>
                    <a:pt x="827765" y="5516995"/>
                  </a:lnTo>
                  <a:lnTo>
                    <a:pt x="827891" y="5516995"/>
                  </a:lnTo>
                  <a:lnTo>
                    <a:pt x="828017" y="5516995"/>
                  </a:lnTo>
                  <a:lnTo>
                    <a:pt x="828143" y="5516995"/>
                  </a:lnTo>
                  <a:lnTo>
                    <a:pt x="828269" y="5516995"/>
                  </a:lnTo>
                  <a:lnTo>
                    <a:pt x="828395" y="5516995"/>
                  </a:lnTo>
                  <a:lnTo>
                    <a:pt x="828521" y="5516995"/>
                  </a:lnTo>
                  <a:lnTo>
                    <a:pt x="828647" y="5516995"/>
                  </a:lnTo>
                  <a:lnTo>
                    <a:pt x="828773" y="5516995"/>
                  </a:lnTo>
                  <a:lnTo>
                    <a:pt x="828899" y="5516995"/>
                  </a:lnTo>
                  <a:lnTo>
                    <a:pt x="829026" y="5516995"/>
                  </a:lnTo>
                  <a:lnTo>
                    <a:pt x="829152" y="5516995"/>
                  </a:lnTo>
                  <a:lnTo>
                    <a:pt x="829278" y="5516995"/>
                  </a:lnTo>
                  <a:lnTo>
                    <a:pt x="829404" y="5516995"/>
                  </a:lnTo>
                  <a:lnTo>
                    <a:pt x="829530" y="5516995"/>
                  </a:lnTo>
                  <a:lnTo>
                    <a:pt x="829656" y="5516995"/>
                  </a:lnTo>
                  <a:lnTo>
                    <a:pt x="829782" y="5516995"/>
                  </a:lnTo>
                  <a:lnTo>
                    <a:pt x="829908" y="5516995"/>
                  </a:lnTo>
                  <a:lnTo>
                    <a:pt x="830034" y="5516995"/>
                  </a:lnTo>
                  <a:lnTo>
                    <a:pt x="830160" y="5516995"/>
                  </a:lnTo>
                  <a:lnTo>
                    <a:pt x="830286" y="5516995"/>
                  </a:lnTo>
                  <a:lnTo>
                    <a:pt x="830413" y="5516995"/>
                  </a:lnTo>
                  <a:lnTo>
                    <a:pt x="830539" y="5516995"/>
                  </a:lnTo>
                  <a:lnTo>
                    <a:pt x="830665" y="5516995"/>
                  </a:lnTo>
                  <a:lnTo>
                    <a:pt x="830791" y="5516995"/>
                  </a:lnTo>
                  <a:lnTo>
                    <a:pt x="830917" y="5516995"/>
                  </a:lnTo>
                  <a:lnTo>
                    <a:pt x="831043" y="5516995"/>
                  </a:lnTo>
                  <a:lnTo>
                    <a:pt x="831169" y="5516995"/>
                  </a:lnTo>
                  <a:lnTo>
                    <a:pt x="831295" y="5516995"/>
                  </a:lnTo>
                  <a:lnTo>
                    <a:pt x="831421" y="5516995"/>
                  </a:lnTo>
                  <a:lnTo>
                    <a:pt x="831547" y="5516995"/>
                  </a:lnTo>
                  <a:lnTo>
                    <a:pt x="831673" y="5516995"/>
                  </a:lnTo>
                  <a:lnTo>
                    <a:pt x="831800" y="5516995"/>
                  </a:lnTo>
                  <a:lnTo>
                    <a:pt x="831926" y="5516995"/>
                  </a:lnTo>
                  <a:lnTo>
                    <a:pt x="832052" y="5516995"/>
                  </a:lnTo>
                  <a:lnTo>
                    <a:pt x="832178" y="5516995"/>
                  </a:lnTo>
                  <a:lnTo>
                    <a:pt x="832304" y="5516995"/>
                  </a:lnTo>
                  <a:lnTo>
                    <a:pt x="832430" y="5516995"/>
                  </a:lnTo>
                  <a:lnTo>
                    <a:pt x="832556" y="5516995"/>
                  </a:lnTo>
                  <a:lnTo>
                    <a:pt x="832682" y="5516995"/>
                  </a:lnTo>
                  <a:lnTo>
                    <a:pt x="832808" y="5516995"/>
                  </a:lnTo>
                  <a:lnTo>
                    <a:pt x="832934" y="5516995"/>
                  </a:lnTo>
                  <a:lnTo>
                    <a:pt x="833060" y="5516995"/>
                  </a:lnTo>
                  <a:lnTo>
                    <a:pt x="833186" y="5516995"/>
                  </a:lnTo>
                  <a:lnTo>
                    <a:pt x="833313" y="5516995"/>
                  </a:lnTo>
                  <a:lnTo>
                    <a:pt x="833439" y="5516995"/>
                  </a:lnTo>
                  <a:lnTo>
                    <a:pt x="833565" y="5516995"/>
                  </a:lnTo>
                  <a:lnTo>
                    <a:pt x="833691" y="5516995"/>
                  </a:lnTo>
                  <a:lnTo>
                    <a:pt x="833817" y="5516995"/>
                  </a:lnTo>
                  <a:lnTo>
                    <a:pt x="833943" y="5516995"/>
                  </a:lnTo>
                  <a:lnTo>
                    <a:pt x="834069" y="5516995"/>
                  </a:lnTo>
                  <a:lnTo>
                    <a:pt x="834195" y="5516995"/>
                  </a:lnTo>
                  <a:lnTo>
                    <a:pt x="834321" y="5516995"/>
                  </a:lnTo>
                  <a:lnTo>
                    <a:pt x="834447" y="5516995"/>
                  </a:lnTo>
                  <a:lnTo>
                    <a:pt x="834573" y="5516995"/>
                  </a:lnTo>
                  <a:lnTo>
                    <a:pt x="834700" y="5516995"/>
                  </a:lnTo>
                  <a:lnTo>
                    <a:pt x="834826" y="5516995"/>
                  </a:lnTo>
                  <a:lnTo>
                    <a:pt x="834952" y="5516995"/>
                  </a:lnTo>
                  <a:lnTo>
                    <a:pt x="835078" y="5516995"/>
                  </a:lnTo>
                  <a:lnTo>
                    <a:pt x="835204" y="5516995"/>
                  </a:lnTo>
                  <a:lnTo>
                    <a:pt x="835330" y="5516995"/>
                  </a:lnTo>
                  <a:lnTo>
                    <a:pt x="835456" y="5516995"/>
                  </a:lnTo>
                  <a:lnTo>
                    <a:pt x="835582" y="5516995"/>
                  </a:lnTo>
                  <a:lnTo>
                    <a:pt x="835708" y="5516995"/>
                  </a:lnTo>
                  <a:lnTo>
                    <a:pt x="835834" y="5516995"/>
                  </a:lnTo>
                  <a:lnTo>
                    <a:pt x="835960" y="5516995"/>
                  </a:lnTo>
                  <a:lnTo>
                    <a:pt x="836086" y="5516995"/>
                  </a:lnTo>
                  <a:lnTo>
                    <a:pt x="836213" y="5516995"/>
                  </a:lnTo>
                  <a:lnTo>
                    <a:pt x="836339" y="5516995"/>
                  </a:lnTo>
                  <a:lnTo>
                    <a:pt x="836465" y="5516995"/>
                  </a:lnTo>
                  <a:lnTo>
                    <a:pt x="836591" y="5516995"/>
                  </a:lnTo>
                  <a:lnTo>
                    <a:pt x="836591" y="5511715"/>
                  </a:lnTo>
                  <a:lnTo>
                    <a:pt x="836717" y="5511715"/>
                  </a:lnTo>
                  <a:lnTo>
                    <a:pt x="836843" y="5511715"/>
                  </a:lnTo>
                  <a:lnTo>
                    <a:pt x="836969" y="5511715"/>
                  </a:lnTo>
                  <a:lnTo>
                    <a:pt x="837095" y="5511715"/>
                  </a:lnTo>
                  <a:lnTo>
                    <a:pt x="837221" y="5511715"/>
                  </a:lnTo>
                  <a:lnTo>
                    <a:pt x="837347" y="5511715"/>
                  </a:lnTo>
                  <a:lnTo>
                    <a:pt x="837473" y="5511715"/>
                  </a:lnTo>
                  <a:lnTo>
                    <a:pt x="837600" y="5511715"/>
                  </a:lnTo>
                  <a:lnTo>
                    <a:pt x="837726" y="5511715"/>
                  </a:lnTo>
                  <a:lnTo>
                    <a:pt x="837852" y="5511715"/>
                  </a:lnTo>
                  <a:lnTo>
                    <a:pt x="837978" y="5511715"/>
                  </a:lnTo>
                  <a:lnTo>
                    <a:pt x="838104" y="5511715"/>
                  </a:lnTo>
                  <a:lnTo>
                    <a:pt x="838230" y="5511715"/>
                  </a:lnTo>
                  <a:lnTo>
                    <a:pt x="838356" y="5511715"/>
                  </a:lnTo>
                  <a:lnTo>
                    <a:pt x="838482" y="5511715"/>
                  </a:lnTo>
                  <a:lnTo>
                    <a:pt x="838608" y="5511715"/>
                  </a:lnTo>
                  <a:lnTo>
                    <a:pt x="838734" y="5511715"/>
                  </a:lnTo>
                  <a:lnTo>
                    <a:pt x="838860" y="5511715"/>
                  </a:lnTo>
                  <a:lnTo>
                    <a:pt x="838987" y="5511715"/>
                  </a:lnTo>
                  <a:lnTo>
                    <a:pt x="839113" y="5511715"/>
                  </a:lnTo>
                  <a:lnTo>
                    <a:pt x="839239" y="5511715"/>
                  </a:lnTo>
                  <a:lnTo>
                    <a:pt x="839365" y="5511715"/>
                  </a:lnTo>
                  <a:lnTo>
                    <a:pt x="839491" y="5511715"/>
                  </a:lnTo>
                  <a:lnTo>
                    <a:pt x="839617" y="5511715"/>
                  </a:lnTo>
                  <a:lnTo>
                    <a:pt x="839743" y="5511715"/>
                  </a:lnTo>
                  <a:lnTo>
                    <a:pt x="839869" y="5511715"/>
                  </a:lnTo>
                  <a:lnTo>
                    <a:pt x="839995" y="5511715"/>
                  </a:lnTo>
                  <a:lnTo>
                    <a:pt x="840121" y="5511715"/>
                  </a:lnTo>
                  <a:lnTo>
                    <a:pt x="840247" y="5511715"/>
                  </a:lnTo>
                  <a:lnTo>
                    <a:pt x="840373" y="5511715"/>
                  </a:lnTo>
                  <a:lnTo>
                    <a:pt x="840500" y="5511715"/>
                  </a:lnTo>
                  <a:lnTo>
                    <a:pt x="840626" y="5511715"/>
                  </a:lnTo>
                  <a:lnTo>
                    <a:pt x="840752" y="5511715"/>
                  </a:lnTo>
                  <a:lnTo>
                    <a:pt x="840878" y="5511715"/>
                  </a:lnTo>
                  <a:lnTo>
                    <a:pt x="841004" y="5511715"/>
                  </a:lnTo>
                  <a:lnTo>
                    <a:pt x="841130" y="5511715"/>
                  </a:lnTo>
                  <a:lnTo>
                    <a:pt x="841256" y="5511715"/>
                  </a:lnTo>
                  <a:lnTo>
                    <a:pt x="841382" y="5511715"/>
                  </a:lnTo>
                  <a:lnTo>
                    <a:pt x="841508" y="5511715"/>
                  </a:lnTo>
                  <a:lnTo>
                    <a:pt x="841634" y="5511715"/>
                  </a:lnTo>
                  <a:lnTo>
                    <a:pt x="841760" y="5511715"/>
                  </a:lnTo>
                  <a:lnTo>
                    <a:pt x="841887" y="5511715"/>
                  </a:lnTo>
                  <a:lnTo>
                    <a:pt x="842013" y="5511715"/>
                  </a:lnTo>
                  <a:lnTo>
                    <a:pt x="842139" y="5511715"/>
                  </a:lnTo>
                  <a:lnTo>
                    <a:pt x="842265" y="5511715"/>
                  </a:lnTo>
                  <a:lnTo>
                    <a:pt x="842391" y="5511715"/>
                  </a:lnTo>
                  <a:lnTo>
                    <a:pt x="842517" y="5511715"/>
                  </a:lnTo>
                  <a:lnTo>
                    <a:pt x="842643" y="5511715"/>
                  </a:lnTo>
                  <a:lnTo>
                    <a:pt x="842769" y="5511715"/>
                  </a:lnTo>
                  <a:lnTo>
                    <a:pt x="842895" y="5511715"/>
                  </a:lnTo>
                  <a:lnTo>
                    <a:pt x="843021" y="5511715"/>
                  </a:lnTo>
                  <a:lnTo>
                    <a:pt x="843147" y="5511715"/>
                  </a:lnTo>
                  <a:lnTo>
                    <a:pt x="843273" y="5511715"/>
                  </a:lnTo>
                  <a:lnTo>
                    <a:pt x="843400" y="5511715"/>
                  </a:lnTo>
                  <a:lnTo>
                    <a:pt x="843526" y="5511715"/>
                  </a:lnTo>
                  <a:lnTo>
                    <a:pt x="843652" y="5511715"/>
                  </a:lnTo>
                  <a:lnTo>
                    <a:pt x="843778" y="5511715"/>
                  </a:lnTo>
                  <a:lnTo>
                    <a:pt x="843904" y="5511715"/>
                  </a:lnTo>
                  <a:lnTo>
                    <a:pt x="844030" y="5511715"/>
                  </a:lnTo>
                  <a:lnTo>
                    <a:pt x="844156" y="5511715"/>
                  </a:lnTo>
                  <a:lnTo>
                    <a:pt x="844282" y="5511715"/>
                  </a:lnTo>
                  <a:lnTo>
                    <a:pt x="844282" y="5506436"/>
                  </a:lnTo>
                  <a:lnTo>
                    <a:pt x="844408" y="5506436"/>
                  </a:lnTo>
                  <a:lnTo>
                    <a:pt x="844534" y="5506436"/>
                  </a:lnTo>
                  <a:lnTo>
                    <a:pt x="844660" y="5506436"/>
                  </a:lnTo>
                  <a:lnTo>
                    <a:pt x="844787" y="5506436"/>
                  </a:lnTo>
                  <a:lnTo>
                    <a:pt x="844913" y="5506436"/>
                  </a:lnTo>
                  <a:lnTo>
                    <a:pt x="845039" y="5506436"/>
                  </a:lnTo>
                  <a:lnTo>
                    <a:pt x="845165" y="5506436"/>
                  </a:lnTo>
                  <a:lnTo>
                    <a:pt x="845291" y="5506436"/>
                  </a:lnTo>
                  <a:lnTo>
                    <a:pt x="845417" y="5506436"/>
                  </a:lnTo>
                  <a:lnTo>
                    <a:pt x="845543" y="5506436"/>
                  </a:lnTo>
                  <a:lnTo>
                    <a:pt x="845669" y="5506436"/>
                  </a:lnTo>
                  <a:lnTo>
                    <a:pt x="845795" y="5506436"/>
                  </a:lnTo>
                  <a:lnTo>
                    <a:pt x="845921" y="5506436"/>
                  </a:lnTo>
                  <a:lnTo>
                    <a:pt x="846047" y="5506436"/>
                  </a:lnTo>
                  <a:lnTo>
                    <a:pt x="846173" y="5506436"/>
                  </a:lnTo>
                  <a:lnTo>
                    <a:pt x="846300" y="5506436"/>
                  </a:lnTo>
                  <a:lnTo>
                    <a:pt x="846426" y="5506436"/>
                  </a:lnTo>
                  <a:lnTo>
                    <a:pt x="846552" y="5506436"/>
                  </a:lnTo>
                  <a:lnTo>
                    <a:pt x="846678" y="5506436"/>
                  </a:lnTo>
                  <a:lnTo>
                    <a:pt x="846804" y="5506436"/>
                  </a:lnTo>
                  <a:lnTo>
                    <a:pt x="846930" y="5506436"/>
                  </a:lnTo>
                  <a:lnTo>
                    <a:pt x="847056" y="5506436"/>
                  </a:lnTo>
                  <a:lnTo>
                    <a:pt x="847182" y="5506436"/>
                  </a:lnTo>
                  <a:lnTo>
                    <a:pt x="847308" y="5506436"/>
                  </a:lnTo>
                  <a:lnTo>
                    <a:pt x="847434" y="5506436"/>
                  </a:lnTo>
                  <a:lnTo>
                    <a:pt x="847560" y="5506436"/>
                  </a:lnTo>
                  <a:lnTo>
                    <a:pt x="847687" y="5506436"/>
                  </a:lnTo>
                  <a:lnTo>
                    <a:pt x="847813" y="5506436"/>
                  </a:lnTo>
                  <a:lnTo>
                    <a:pt x="847939" y="5506436"/>
                  </a:lnTo>
                  <a:lnTo>
                    <a:pt x="848065" y="5506436"/>
                  </a:lnTo>
                  <a:lnTo>
                    <a:pt x="848191" y="5506436"/>
                  </a:lnTo>
                  <a:lnTo>
                    <a:pt x="848317" y="5506436"/>
                  </a:lnTo>
                  <a:lnTo>
                    <a:pt x="848443" y="5506436"/>
                  </a:lnTo>
                  <a:lnTo>
                    <a:pt x="848569" y="5506436"/>
                  </a:lnTo>
                  <a:lnTo>
                    <a:pt x="848695" y="5506436"/>
                  </a:lnTo>
                  <a:lnTo>
                    <a:pt x="848821" y="5506436"/>
                  </a:lnTo>
                  <a:lnTo>
                    <a:pt x="848947" y="5506436"/>
                  </a:lnTo>
                  <a:lnTo>
                    <a:pt x="849074" y="5506436"/>
                  </a:lnTo>
                  <a:lnTo>
                    <a:pt x="849200" y="5506436"/>
                  </a:lnTo>
                  <a:lnTo>
                    <a:pt x="849200" y="5501157"/>
                  </a:lnTo>
                  <a:lnTo>
                    <a:pt x="849326" y="5501157"/>
                  </a:lnTo>
                  <a:lnTo>
                    <a:pt x="849452" y="5501157"/>
                  </a:lnTo>
                  <a:lnTo>
                    <a:pt x="849578" y="5501157"/>
                  </a:lnTo>
                  <a:lnTo>
                    <a:pt x="849704" y="5501157"/>
                  </a:lnTo>
                  <a:lnTo>
                    <a:pt x="849830" y="5501157"/>
                  </a:lnTo>
                  <a:lnTo>
                    <a:pt x="849956" y="5501157"/>
                  </a:lnTo>
                  <a:lnTo>
                    <a:pt x="850082" y="5501157"/>
                  </a:lnTo>
                  <a:lnTo>
                    <a:pt x="850208" y="5501157"/>
                  </a:lnTo>
                  <a:lnTo>
                    <a:pt x="850334" y="5501157"/>
                  </a:lnTo>
                  <a:lnTo>
                    <a:pt x="850460" y="5501157"/>
                  </a:lnTo>
                  <a:lnTo>
                    <a:pt x="850587" y="5501157"/>
                  </a:lnTo>
                  <a:lnTo>
                    <a:pt x="850713" y="5501157"/>
                  </a:lnTo>
                  <a:lnTo>
                    <a:pt x="850839" y="5501157"/>
                  </a:lnTo>
                  <a:lnTo>
                    <a:pt x="850965" y="5501157"/>
                  </a:lnTo>
                  <a:lnTo>
                    <a:pt x="851091" y="5501157"/>
                  </a:lnTo>
                  <a:lnTo>
                    <a:pt x="851217" y="5501157"/>
                  </a:lnTo>
                  <a:lnTo>
                    <a:pt x="851343" y="5501157"/>
                  </a:lnTo>
                  <a:lnTo>
                    <a:pt x="851469" y="5501157"/>
                  </a:lnTo>
                  <a:lnTo>
                    <a:pt x="851595" y="5501157"/>
                  </a:lnTo>
                  <a:lnTo>
                    <a:pt x="851721" y="5501157"/>
                  </a:lnTo>
                  <a:lnTo>
                    <a:pt x="851847" y="5501157"/>
                  </a:lnTo>
                  <a:lnTo>
                    <a:pt x="851974" y="5501157"/>
                  </a:lnTo>
                  <a:lnTo>
                    <a:pt x="852100" y="5501157"/>
                  </a:lnTo>
                  <a:lnTo>
                    <a:pt x="852226" y="5501157"/>
                  </a:lnTo>
                  <a:lnTo>
                    <a:pt x="852352" y="5501157"/>
                  </a:lnTo>
                  <a:lnTo>
                    <a:pt x="852478" y="5501157"/>
                  </a:lnTo>
                  <a:lnTo>
                    <a:pt x="852604" y="5501157"/>
                  </a:lnTo>
                  <a:lnTo>
                    <a:pt x="852730" y="5501157"/>
                  </a:lnTo>
                  <a:lnTo>
                    <a:pt x="852856" y="5501157"/>
                  </a:lnTo>
                  <a:lnTo>
                    <a:pt x="852982" y="5501157"/>
                  </a:lnTo>
                  <a:lnTo>
                    <a:pt x="853108" y="5501157"/>
                  </a:lnTo>
                  <a:lnTo>
                    <a:pt x="853234" y="5501157"/>
                  </a:lnTo>
                  <a:lnTo>
                    <a:pt x="853360" y="5501157"/>
                  </a:lnTo>
                  <a:lnTo>
                    <a:pt x="853487" y="5501157"/>
                  </a:lnTo>
                  <a:lnTo>
                    <a:pt x="853613" y="5501157"/>
                  </a:lnTo>
                  <a:lnTo>
                    <a:pt x="853739" y="5501157"/>
                  </a:lnTo>
                  <a:lnTo>
                    <a:pt x="853865" y="5501157"/>
                  </a:lnTo>
                  <a:lnTo>
                    <a:pt x="853991" y="5501157"/>
                  </a:lnTo>
                  <a:lnTo>
                    <a:pt x="854117" y="5501157"/>
                  </a:lnTo>
                  <a:lnTo>
                    <a:pt x="854243" y="5501157"/>
                  </a:lnTo>
                  <a:lnTo>
                    <a:pt x="854369" y="5501157"/>
                  </a:lnTo>
                  <a:lnTo>
                    <a:pt x="854495" y="5501157"/>
                  </a:lnTo>
                  <a:lnTo>
                    <a:pt x="854621" y="5501157"/>
                  </a:lnTo>
                  <a:lnTo>
                    <a:pt x="854747" y="5501157"/>
                  </a:lnTo>
                  <a:lnTo>
                    <a:pt x="854874" y="5501157"/>
                  </a:lnTo>
                  <a:lnTo>
                    <a:pt x="855000" y="5501157"/>
                  </a:lnTo>
                  <a:lnTo>
                    <a:pt x="855126" y="5501157"/>
                  </a:lnTo>
                  <a:lnTo>
                    <a:pt x="855252" y="5501157"/>
                  </a:lnTo>
                  <a:lnTo>
                    <a:pt x="855378" y="5501157"/>
                  </a:lnTo>
                  <a:lnTo>
                    <a:pt x="855504" y="5501157"/>
                  </a:lnTo>
                  <a:lnTo>
                    <a:pt x="855630" y="5501157"/>
                  </a:lnTo>
                  <a:lnTo>
                    <a:pt x="855756" y="5501157"/>
                  </a:lnTo>
                  <a:lnTo>
                    <a:pt x="855882" y="5501157"/>
                  </a:lnTo>
                  <a:lnTo>
                    <a:pt x="856008" y="5501157"/>
                  </a:lnTo>
                  <a:lnTo>
                    <a:pt x="856134" y="5501157"/>
                  </a:lnTo>
                  <a:lnTo>
                    <a:pt x="856261" y="5501157"/>
                  </a:lnTo>
                  <a:lnTo>
                    <a:pt x="856387" y="5501157"/>
                  </a:lnTo>
                  <a:lnTo>
                    <a:pt x="856513" y="5501157"/>
                  </a:lnTo>
                  <a:lnTo>
                    <a:pt x="856639" y="5501157"/>
                  </a:lnTo>
                  <a:lnTo>
                    <a:pt x="856765" y="5501157"/>
                  </a:lnTo>
                  <a:lnTo>
                    <a:pt x="856891" y="5501157"/>
                  </a:lnTo>
                  <a:lnTo>
                    <a:pt x="857017" y="5501157"/>
                  </a:lnTo>
                  <a:lnTo>
                    <a:pt x="857143" y="5501157"/>
                  </a:lnTo>
                  <a:lnTo>
                    <a:pt x="857269" y="5501157"/>
                  </a:lnTo>
                  <a:lnTo>
                    <a:pt x="857395" y="5501157"/>
                  </a:lnTo>
                  <a:lnTo>
                    <a:pt x="857521" y="5501157"/>
                  </a:lnTo>
                  <a:lnTo>
                    <a:pt x="857647" y="5501157"/>
                  </a:lnTo>
                  <a:lnTo>
                    <a:pt x="857774" y="5501157"/>
                  </a:lnTo>
                  <a:lnTo>
                    <a:pt x="857900" y="5501157"/>
                  </a:lnTo>
                  <a:lnTo>
                    <a:pt x="858026" y="5501157"/>
                  </a:lnTo>
                  <a:lnTo>
                    <a:pt x="858152" y="5501157"/>
                  </a:lnTo>
                  <a:lnTo>
                    <a:pt x="858278" y="5501157"/>
                  </a:lnTo>
                  <a:lnTo>
                    <a:pt x="858404" y="5501157"/>
                  </a:lnTo>
                  <a:lnTo>
                    <a:pt x="858530" y="5501157"/>
                  </a:lnTo>
                  <a:lnTo>
                    <a:pt x="858656" y="5501157"/>
                  </a:lnTo>
                  <a:lnTo>
                    <a:pt x="858782" y="5501157"/>
                  </a:lnTo>
                  <a:lnTo>
                    <a:pt x="858908" y="5501157"/>
                  </a:lnTo>
                  <a:lnTo>
                    <a:pt x="859034" y="5501157"/>
                  </a:lnTo>
                  <a:lnTo>
                    <a:pt x="859161" y="5501157"/>
                  </a:lnTo>
                  <a:lnTo>
                    <a:pt x="859287" y="5501157"/>
                  </a:lnTo>
                  <a:lnTo>
                    <a:pt x="859413" y="5501157"/>
                  </a:lnTo>
                  <a:lnTo>
                    <a:pt x="859539" y="5501157"/>
                  </a:lnTo>
                  <a:lnTo>
                    <a:pt x="859665" y="5501157"/>
                  </a:lnTo>
                  <a:lnTo>
                    <a:pt x="859791" y="5501157"/>
                  </a:lnTo>
                  <a:lnTo>
                    <a:pt x="859917" y="5501157"/>
                  </a:lnTo>
                  <a:lnTo>
                    <a:pt x="860043" y="5501157"/>
                  </a:lnTo>
                  <a:lnTo>
                    <a:pt x="860169" y="5501157"/>
                  </a:lnTo>
                  <a:lnTo>
                    <a:pt x="860295" y="5501157"/>
                  </a:lnTo>
                  <a:lnTo>
                    <a:pt x="860421" y="5501157"/>
                  </a:lnTo>
                  <a:lnTo>
                    <a:pt x="860547" y="5501157"/>
                  </a:lnTo>
                  <a:lnTo>
                    <a:pt x="860547" y="5495877"/>
                  </a:lnTo>
                  <a:lnTo>
                    <a:pt x="860674" y="5495877"/>
                  </a:lnTo>
                  <a:lnTo>
                    <a:pt x="860800" y="5495877"/>
                  </a:lnTo>
                  <a:lnTo>
                    <a:pt x="860926" y="5495877"/>
                  </a:lnTo>
                  <a:lnTo>
                    <a:pt x="861052" y="5495877"/>
                  </a:lnTo>
                  <a:lnTo>
                    <a:pt x="861178" y="5495877"/>
                  </a:lnTo>
                  <a:lnTo>
                    <a:pt x="861304" y="5495877"/>
                  </a:lnTo>
                  <a:lnTo>
                    <a:pt x="861430" y="5495877"/>
                  </a:lnTo>
                  <a:lnTo>
                    <a:pt x="861556" y="5495877"/>
                  </a:lnTo>
                  <a:lnTo>
                    <a:pt x="861682" y="5495877"/>
                  </a:lnTo>
                  <a:lnTo>
                    <a:pt x="861808" y="5495877"/>
                  </a:lnTo>
                  <a:lnTo>
                    <a:pt x="861934" y="5495877"/>
                  </a:lnTo>
                  <a:lnTo>
                    <a:pt x="862061" y="5495877"/>
                  </a:lnTo>
                  <a:lnTo>
                    <a:pt x="862187" y="5495877"/>
                  </a:lnTo>
                  <a:lnTo>
                    <a:pt x="862313" y="5495877"/>
                  </a:lnTo>
                  <a:lnTo>
                    <a:pt x="862439" y="5495877"/>
                  </a:lnTo>
                  <a:lnTo>
                    <a:pt x="862565" y="5495877"/>
                  </a:lnTo>
                  <a:lnTo>
                    <a:pt x="862565" y="5490598"/>
                  </a:lnTo>
                  <a:lnTo>
                    <a:pt x="862691" y="5490598"/>
                  </a:lnTo>
                  <a:lnTo>
                    <a:pt x="862817" y="5490598"/>
                  </a:lnTo>
                  <a:lnTo>
                    <a:pt x="862943" y="5490598"/>
                  </a:lnTo>
                  <a:lnTo>
                    <a:pt x="863069" y="5490598"/>
                  </a:lnTo>
                  <a:lnTo>
                    <a:pt x="863195" y="5490598"/>
                  </a:lnTo>
                  <a:lnTo>
                    <a:pt x="863321" y="5490598"/>
                  </a:lnTo>
                  <a:lnTo>
                    <a:pt x="863448" y="5490598"/>
                  </a:lnTo>
                  <a:lnTo>
                    <a:pt x="863574" y="5490598"/>
                  </a:lnTo>
                  <a:lnTo>
                    <a:pt x="863700" y="5490598"/>
                  </a:lnTo>
                  <a:lnTo>
                    <a:pt x="863826" y="5490598"/>
                  </a:lnTo>
                  <a:lnTo>
                    <a:pt x="863952" y="5490598"/>
                  </a:lnTo>
                  <a:lnTo>
                    <a:pt x="864078" y="5490598"/>
                  </a:lnTo>
                  <a:lnTo>
                    <a:pt x="864204" y="5490598"/>
                  </a:lnTo>
                  <a:lnTo>
                    <a:pt x="864330" y="5490598"/>
                  </a:lnTo>
                  <a:lnTo>
                    <a:pt x="864456" y="5490598"/>
                  </a:lnTo>
                  <a:lnTo>
                    <a:pt x="864582" y="5490598"/>
                  </a:lnTo>
                  <a:lnTo>
                    <a:pt x="864708" y="5490598"/>
                  </a:lnTo>
                  <a:lnTo>
                    <a:pt x="864834" y="5490598"/>
                  </a:lnTo>
                  <a:lnTo>
                    <a:pt x="864961" y="5490598"/>
                  </a:lnTo>
                  <a:lnTo>
                    <a:pt x="865087" y="5490598"/>
                  </a:lnTo>
                  <a:lnTo>
                    <a:pt x="865213" y="5490598"/>
                  </a:lnTo>
                  <a:lnTo>
                    <a:pt x="865339" y="5490598"/>
                  </a:lnTo>
                  <a:lnTo>
                    <a:pt x="865465" y="5490598"/>
                  </a:lnTo>
                  <a:lnTo>
                    <a:pt x="865591" y="5490598"/>
                  </a:lnTo>
                  <a:lnTo>
                    <a:pt x="865717" y="5490598"/>
                  </a:lnTo>
                  <a:lnTo>
                    <a:pt x="865843" y="5490598"/>
                  </a:lnTo>
                  <a:lnTo>
                    <a:pt x="865969" y="5490598"/>
                  </a:lnTo>
                  <a:lnTo>
                    <a:pt x="866095" y="5490598"/>
                  </a:lnTo>
                  <a:lnTo>
                    <a:pt x="866221" y="5490598"/>
                  </a:lnTo>
                  <a:lnTo>
                    <a:pt x="866348" y="5490598"/>
                  </a:lnTo>
                  <a:lnTo>
                    <a:pt x="866474" y="5490598"/>
                  </a:lnTo>
                  <a:lnTo>
                    <a:pt x="866600" y="5490598"/>
                  </a:lnTo>
                  <a:lnTo>
                    <a:pt x="866726" y="5490598"/>
                  </a:lnTo>
                  <a:lnTo>
                    <a:pt x="866852" y="5490598"/>
                  </a:lnTo>
                  <a:lnTo>
                    <a:pt x="866978" y="5490598"/>
                  </a:lnTo>
                  <a:lnTo>
                    <a:pt x="867104" y="5490598"/>
                  </a:lnTo>
                  <a:lnTo>
                    <a:pt x="867230" y="5490598"/>
                  </a:lnTo>
                  <a:lnTo>
                    <a:pt x="867230" y="5485318"/>
                  </a:lnTo>
                  <a:lnTo>
                    <a:pt x="867356" y="5485318"/>
                  </a:lnTo>
                  <a:lnTo>
                    <a:pt x="867482" y="5485318"/>
                  </a:lnTo>
                  <a:lnTo>
                    <a:pt x="867608" y="5485318"/>
                  </a:lnTo>
                  <a:lnTo>
                    <a:pt x="867608" y="5480039"/>
                  </a:lnTo>
                  <a:lnTo>
                    <a:pt x="867734" y="5480039"/>
                  </a:lnTo>
                  <a:lnTo>
                    <a:pt x="867861" y="5480039"/>
                  </a:lnTo>
                  <a:lnTo>
                    <a:pt x="867987" y="5480039"/>
                  </a:lnTo>
                  <a:lnTo>
                    <a:pt x="868113" y="5480039"/>
                  </a:lnTo>
                  <a:lnTo>
                    <a:pt x="868239" y="5480039"/>
                  </a:lnTo>
                  <a:lnTo>
                    <a:pt x="868365" y="5480039"/>
                  </a:lnTo>
                  <a:lnTo>
                    <a:pt x="868491" y="5480039"/>
                  </a:lnTo>
                  <a:lnTo>
                    <a:pt x="868617" y="5480039"/>
                  </a:lnTo>
                  <a:lnTo>
                    <a:pt x="868743" y="5480039"/>
                  </a:lnTo>
                  <a:lnTo>
                    <a:pt x="868869" y="5480039"/>
                  </a:lnTo>
                  <a:lnTo>
                    <a:pt x="868995" y="5480039"/>
                  </a:lnTo>
                  <a:lnTo>
                    <a:pt x="869121" y="5480039"/>
                  </a:lnTo>
                  <a:lnTo>
                    <a:pt x="869248" y="5480039"/>
                  </a:lnTo>
                  <a:lnTo>
                    <a:pt x="869374" y="5480039"/>
                  </a:lnTo>
                  <a:lnTo>
                    <a:pt x="869500" y="5480039"/>
                  </a:lnTo>
                  <a:lnTo>
                    <a:pt x="869626" y="5480039"/>
                  </a:lnTo>
                  <a:lnTo>
                    <a:pt x="869752" y="5480039"/>
                  </a:lnTo>
                  <a:lnTo>
                    <a:pt x="869878" y="5480039"/>
                  </a:lnTo>
                  <a:lnTo>
                    <a:pt x="870004" y="5480039"/>
                  </a:lnTo>
                  <a:lnTo>
                    <a:pt x="870130" y="5480039"/>
                  </a:lnTo>
                  <a:lnTo>
                    <a:pt x="870256" y="5480039"/>
                  </a:lnTo>
                  <a:lnTo>
                    <a:pt x="870382" y="5480039"/>
                  </a:lnTo>
                  <a:lnTo>
                    <a:pt x="870508" y="5480039"/>
                  </a:lnTo>
                  <a:lnTo>
                    <a:pt x="870634" y="5480039"/>
                  </a:lnTo>
                  <a:lnTo>
                    <a:pt x="870761" y="5480039"/>
                  </a:lnTo>
                  <a:lnTo>
                    <a:pt x="870887" y="5480039"/>
                  </a:lnTo>
                  <a:lnTo>
                    <a:pt x="871013" y="5480039"/>
                  </a:lnTo>
                  <a:lnTo>
                    <a:pt x="871139" y="5480039"/>
                  </a:lnTo>
                  <a:lnTo>
                    <a:pt x="871265" y="5480039"/>
                  </a:lnTo>
                  <a:lnTo>
                    <a:pt x="871391" y="5480039"/>
                  </a:lnTo>
                  <a:lnTo>
                    <a:pt x="871517" y="5480039"/>
                  </a:lnTo>
                  <a:lnTo>
                    <a:pt x="871643" y="5480039"/>
                  </a:lnTo>
                  <a:lnTo>
                    <a:pt x="871769" y="5480039"/>
                  </a:lnTo>
                  <a:lnTo>
                    <a:pt x="871895" y="5480039"/>
                  </a:lnTo>
                  <a:lnTo>
                    <a:pt x="872021" y="5480039"/>
                  </a:lnTo>
                  <a:lnTo>
                    <a:pt x="872148" y="5480039"/>
                  </a:lnTo>
                  <a:lnTo>
                    <a:pt x="872148" y="5474759"/>
                  </a:lnTo>
                  <a:lnTo>
                    <a:pt x="872274" y="5474759"/>
                  </a:lnTo>
                  <a:lnTo>
                    <a:pt x="872400" y="5474759"/>
                  </a:lnTo>
                  <a:lnTo>
                    <a:pt x="872526" y="5474759"/>
                  </a:lnTo>
                  <a:lnTo>
                    <a:pt x="872652" y="5474759"/>
                  </a:lnTo>
                  <a:lnTo>
                    <a:pt x="872778" y="5474759"/>
                  </a:lnTo>
                  <a:lnTo>
                    <a:pt x="872904" y="5474759"/>
                  </a:lnTo>
                  <a:lnTo>
                    <a:pt x="873030" y="5474759"/>
                  </a:lnTo>
                  <a:lnTo>
                    <a:pt x="873156" y="5474759"/>
                  </a:lnTo>
                  <a:lnTo>
                    <a:pt x="873282" y="5474759"/>
                  </a:lnTo>
                  <a:lnTo>
                    <a:pt x="873408" y="5474759"/>
                  </a:lnTo>
                  <a:lnTo>
                    <a:pt x="873535" y="5474759"/>
                  </a:lnTo>
                  <a:lnTo>
                    <a:pt x="873661" y="5474759"/>
                  </a:lnTo>
                  <a:lnTo>
                    <a:pt x="873787" y="5474759"/>
                  </a:lnTo>
                  <a:lnTo>
                    <a:pt x="873913" y="5474759"/>
                  </a:lnTo>
                  <a:lnTo>
                    <a:pt x="874039" y="5474759"/>
                  </a:lnTo>
                  <a:lnTo>
                    <a:pt x="874165" y="5474759"/>
                  </a:lnTo>
                  <a:lnTo>
                    <a:pt x="874291" y="5474759"/>
                  </a:lnTo>
                  <a:lnTo>
                    <a:pt x="874417" y="5474759"/>
                  </a:lnTo>
                  <a:lnTo>
                    <a:pt x="874543" y="5474759"/>
                  </a:lnTo>
                  <a:lnTo>
                    <a:pt x="874669" y="5474759"/>
                  </a:lnTo>
                  <a:lnTo>
                    <a:pt x="874795" y="5474759"/>
                  </a:lnTo>
                  <a:lnTo>
                    <a:pt x="874921" y="5474759"/>
                  </a:lnTo>
                  <a:lnTo>
                    <a:pt x="875048" y="5474759"/>
                  </a:lnTo>
                  <a:lnTo>
                    <a:pt x="875174" y="5474759"/>
                  </a:lnTo>
                  <a:lnTo>
                    <a:pt x="875300" y="5474759"/>
                  </a:lnTo>
                  <a:lnTo>
                    <a:pt x="875426" y="5474759"/>
                  </a:lnTo>
                  <a:lnTo>
                    <a:pt x="875552" y="5474759"/>
                  </a:lnTo>
                  <a:lnTo>
                    <a:pt x="875678" y="5474759"/>
                  </a:lnTo>
                  <a:lnTo>
                    <a:pt x="875804" y="5474759"/>
                  </a:lnTo>
                  <a:lnTo>
                    <a:pt x="875930" y="5474759"/>
                  </a:lnTo>
                  <a:lnTo>
                    <a:pt x="876056" y="5474759"/>
                  </a:lnTo>
                  <a:lnTo>
                    <a:pt x="876182" y="5474759"/>
                  </a:lnTo>
                  <a:lnTo>
                    <a:pt x="876308" y="5474759"/>
                  </a:lnTo>
                  <a:lnTo>
                    <a:pt x="876435" y="5474759"/>
                  </a:lnTo>
                  <a:lnTo>
                    <a:pt x="876561" y="5474759"/>
                  </a:lnTo>
                  <a:lnTo>
                    <a:pt x="876687" y="5474759"/>
                  </a:lnTo>
                  <a:lnTo>
                    <a:pt x="876813" y="5474759"/>
                  </a:lnTo>
                  <a:lnTo>
                    <a:pt x="876939" y="5474759"/>
                  </a:lnTo>
                  <a:lnTo>
                    <a:pt x="877065" y="5474759"/>
                  </a:lnTo>
                  <a:lnTo>
                    <a:pt x="877191" y="5474759"/>
                  </a:lnTo>
                  <a:lnTo>
                    <a:pt x="877317" y="5474759"/>
                  </a:lnTo>
                  <a:lnTo>
                    <a:pt x="877443" y="5474759"/>
                  </a:lnTo>
                  <a:lnTo>
                    <a:pt x="877569" y="5474759"/>
                  </a:lnTo>
                  <a:lnTo>
                    <a:pt x="877695" y="5474759"/>
                  </a:lnTo>
                  <a:lnTo>
                    <a:pt x="877821" y="5474759"/>
                  </a:lnTo>
                  <a:lnTo>
                    <a:pt x="877948" y="5474759"/>
                  </a:lnTo>
                  <a:lnTo>
                    <a:pt x="878074" y="5474759"/>
                  </a:lnTo>
                  <a:lnTo>
                    <a:pt x="878200" y="5474759"/>
                  </a:lnTo>
                  <a:lnTo>
                    <a:pt x="878326" y="5474759"/>
                  </a:lnTo>
                  <a:lnTo>
                    <a:pt x="878452" y="5474759"/>
                  </a:lnTo>
                  <a:lnTo>
                    <a:pt x="878578" y="5474759"/>
                  </a:lnTo>
                  <a:lnTo>
                    <a:pt x="878704" y="5474759"/>
                  </a:lnTo>
                  <a:lnTo>
                    <a:pt x="878830" y="5474759"/>
                  </a:lnTo>
                  <a:lnTo>
                    <a:pt x="878956" y="5474759"/>
                  </a:lnTo>
                  <a:lnTo>
                    <a:pt x="879082" y="5474759"/>
                  </a:lnTo>
                  <a:lnTo>
                    <a:pt x="879208" y="5474759"/>
                  </a:lnTo>
                  <a:lnTo>
                    <a:pt x="879335" y="5474759"/>
                  </a:lnTo>
                  <a:lnTo>
                    <a:pt x="879461" y="5474759"/>
                  </a:lnTo>
                  <a:lnTo>
                    <a:pt x="879587" y="5474759"/>
                  </a:lnTo>
                  <a:lnTo>
                    <a:pt x="879713" y="5474759"/>
                  </a:lnTo>
                  <a:lnTo>
                    <a:pt x="879839" y="5474759"/>
                  </a:lnTo>
                  <a:lnTo>
                    <a:pt x="879965" y="5474759"/>
                  </a:lnTo>
                  <a:lnTo>
                    <a:pt x="880091" y="5474759"/>
                  </a:lnTo>
                  <a:lnTo>
                    <a:pt x="880217" y="5474759"/>
                  </a:lnTo>
                  <a:lnTo>
                    <a:pt x="880343" y="5474759"/>
                  </a:lnTo>
                  <a:lnTo>
                    <a:pt x="880469" y="5474759"/>
                  </a:lnTo>
                  <a:lnTo>
                    <a:pt x="880595" y="5474759"/>
                  </a:lnTo>
                  <a:lnTo>
                    <a:pt x="880722" y="5474759"/>
                  </a:lnTo>
                  <a:lnTo>
                    <a:pt x="880848" y="5474759"/>
                  </a:lnTo>
                  <a:lnTo>
                    <a:pt x="880974" y="5474759"/>
                  </a:lnTo>
                  <a:lnTo>
                    <a:pt x="881100" y="5474759"/>
                  </a:lnTo>
                  <a:lnTo>
                    <a:pt x="881226" y="5474759"/>
                  </a:lnTo>
                  <a:lnTo>
                    <a:pt x="881352" y="5474759"/>
                  </a:lnTo>
                  <a:lnTo>
                    <a:pt x="881478" y="5474759"/>
                  </a:lnTo>
                  <a:lnTo>
                    <a:pt x="881604" y="5474759"/>
                  </a:lnTo>
                  <a:lnTo>
                    <a:pt x="881730" y="5474759"/>
                  </a:lnTo>
                  <a:lnTo>
                    <a:pt x="881856" y="5474759"/>
                  </a:lnTo>
                  <a:lnTo>
                    <a:pt x="881982" y="5474759"/>
                  </a:lnTo>
                  <a:lnTo>
                    <a:pt x="882108" y="5474759"/>
                  </a:lnTo>
                  <a:lnTo>
                    <a:pt x="882235" y="5474759"/>
                  </a:lnTo>
                  <a:lnTo>
                    <a:pt x="882361" y="5474759"/>
                  </a:lnTo>
                  <a:lnTo>
                    <a:pt x="882487" y="5474759"/>
                  </a:lnTo>
                  <a:lnTo>
                    <a:pt x="882613" y="5474759"/>
                  </a:lnTo>
                  <a:lnTo>
                    <a:pt x="882739" y="5474759"/>
                  </a:lnTo>
                  <a:lnTo>
                    <a:pt x="882739" y="5469480"/>
                  </a:lnTo>
                  <a:lnTo>
                    <a:pt x="882865" y="5469480"/>
                  </a:lnTo>
                  <a:lnTo>
                    <a:pt x="882991" y="5469480"/>
                  </a:lnTo>
                  <a:lnTo>
                    <a:pt x="883117" y="5469480"/>
                  </a:lnTo>
                  <a:lnTo>
                    <a:pt x="883243" y="5469480"/>
                  </a:lnTo>
                  <a:lnTo>
                    <a:pt x="883369" y="5469480"/>
                  </a:lnTo>
                  <a:lnTo>
                    <a:pt x="883495" y="5469480"/>
                  </a:lnTo>
                  <a:lnTo>
                    <a:pt x="883622" y="5469480"/>
                  </a:lnTo>
                  <a:lnTo>
                    <a:pt x="883748" y="5469480"/>
                  </a:lnTo>
                  <a:lnTo>
                    <a:pt x="883874" y="5469480"/>
                  </a:lnTo>
                  <a:lnTo>
                    <a:pt x="884000" y="5469480"/>
                  </a:lnTo>
                  <a:lnTo>
                    <a:pt x="884126" y="5469480"/>
                  </a:lnTo>
                  <a:lnTo>
                    <a:pt x="884252" y="5469480"/>
                  </a:lnTo>
                  <a:lnTo>
                    <a:pt x="884378" y="5469480"/>
                  </a:lnTo>
                  <a:lnTo>
                    <a:pt x="884504" y="5469480"/>
                  </a:lnTo>
                  <a:lnTo>
                    <a:pt x="884630" y="5469480"/>
                  </a:lnTo>
                  <a:lnTo>
                    <a:pt x="884756" y="5469480"/>
                  </a:lnTo>
                  <a:lnTo>
                    <a:pt x="884882" y="5469480"/>
                  </a:lnTo>
                  <a:lnTo>
                    <a:pt x="885008" y="5469480"/>
                  </a:lnTo>
                  <a:lnTo>
                    <a:pt x="885135" y="5469480"/>
                  </a:lnTo>
                  <a:lnTo>
                    <a:pt x="885261" y="5469480"/>
                  </a:lnTo>
                  <a:lnTo>
                    <a:pt x="885387" y="5469480"/>
                  </a:lnTo>
                  <a:lnTo>
                    <a:pt x="885513" y="5469480"/>
                  </a:lnTo>
                  <a:lnTo>
                    <a:pt x="885639" y="5469480"/>
                  </a:lnTo>
                  <a:lnTo>
                    <a:pt x="885765" y="5469480"/>
                  </a:lnTo>
                  <a:lnTo>
                    <a:pt x="885891" y="5469480"/>
                  </a:lnTo>
                  <a:lnTo>
                    <a:pt x="886017" y="5469480"/>
                  </a:lnTo>
                  <a:lnTo>
                    <a:pt x="886143" y="5469480"/>
                  </a:lnTo>
                  <a:lnTo>
                    <a:pt x="886269" y="5469480"/>
                  </a:lnTo>
                  <a:lnTo>
                    <a:pt x="886395" y="5469480"/>
                  </a:lnTo>
                  <a:lnTo>
                    <a:pt x="886522" y="5469480"/>
                  </a:lnTo>
                  <a:lnTo>
                    <a:pt x="886648" y="5469480"/>
                  </a:lnTo>
                  <a:lnTo>
                    <a:pt x="886774" y="5469480"/>
                  </a:lnTo>
                  <a:lnTo>
                    <a:pt x="886900" y="5469480"/>
                  </a:lnTo>
                  <a:lnTo>
                    <a:pt x="887026" y="5469480"/>
                  </a:lnTo>
                  <a:lnTo>
                    <a:pt x="887152" y="5469480"/>
                  </a:lnTo>
                  <a:lnTo>
                    <a:pt x="887152" y="5464201"/>
                  </a:lnTo>
                  <a:lnTo>
                    <a:pt x="887278" y="5464201"/>
                  </a:lnTo>
                  <a:lnTo>
                    <a:pt x="887404" y="5464201"/>
                  </a:lnTo>
                  <a:lnTo>
                    <a:pt x="887530" y="5464201"/>
                  </a:lnTo>
                  <a:lnTo>
                    <a:pt x="887656" y="5464201"/>
                  </a:lnTo>
                  <a:lnTo>
                    <a:pt x="887782" y="5464201"/>
                  </a:lnTo>
                  <a:lnTo>
                    <a:pt x="887909" y="5464201"/>
                  </a:lnTo>
                  <a:lnTo>
                    <a:pt x="888035" y="5464201"/>
                  </a:lnTo>
                  <a:lnTo>
                    <a:pt x="888161" y="5464201"/>
                  </a:lnTo>
                  <a:lnTo>
                    <a:pt x="888287" y="5464201"/>
                  </a:lnTo>
                  <a:lnTo>
                    <a:pt x="888413" y="5464201"/>
                  </a:lnTo>
                  <a:lnTo>
                    <a:pt x="888539" y="5464201"/>
                  </a:lnTo>
                  <a:lnTo>
                    <a:pt x="888665" y="5464201"/>
                  </a:lnTo>
                  <a:lnTo>
                    <a:pt x="888791" y="5464201"/>
                  </a:lnTo>
                  <a:lnTo>
                    <a:pt x="888917" y="5464201"/>
                  </a:lnTo>
                  <a:lnTo>
                    <a:pt x="889043" y="5464201"/>
                  </a:lnTo>
                  <a:lnTo>
                    <a:pt x="889169" y="5464201"/>
                  </a:lnTo>
                  <a:lnTo>
                    <a:pt x="889295" y="5464201"/>
                  </a:lnTo>
                  <a:lnTo>
                    <a:pt x="889422" y="5464201"/>
                  </a:lnTo>
                  <a:lnTo>
                    <a:pt x="889548" y="5464201"/>
                  </a:lnTo>
                  <a:lnTo>
                    <a:pt x="889674" y="5464201"/>
                  </a:lnTo>
                  <a:lnTo>
                    <a:pt x="889800" y="5464201"/>
                  </a:lnTo>
                  <a:lnTo>
                    <a:pt x="889926" y="5464201"/>
                  </a:lnTo>
                  <a:lnTo>
                    <a:pt x="890052" y="5464201"/>
                  </a:lnTo>
                  <a:lnTo>
                    <a:pt x="890178" y="5464201"/>
                  </a:lnTo>
                  <a:lnTo>
                    <a:pt x="890304" y="5464201"/>
                  </a:lnTo>
                  <a:lnTo>
                    <a:pt x="890430" y="5464201"/>
                  </a:lnTo>
                  <a:lnTo>
                    <a:pt x="890556" y="5464201"/>
                  </a:lnTo>
                  <a:lnTo>
                    <a:pt x="890556" y="5458921"/>
                  </a:lnTo>
                  <a:lnTo>
                    <a:pt x="890682" y="5458921"/>
                  </a:lnTo>
                  <a:lnTo>
                    <a:pt x="890809" y="5458921"/>
                  </a:lnTo>
                  <a:lnTo>
                    <a:pt x="890935" y="5458921"/>
                  </a:lnTo>
                  <a:lnTo>
                    <a:pt x="891061" y="5458921"/>
                  </a:lnTo>
                  <a:lnTo>
                    <a:pt x="891187" y="5458921"/>
                  </a:lnTo>
                  <a:lnTo>
                    <a:pt x="891313" y="5458921"/>
                  </a:lnTo>
                  <a:lnTo>
                    <a:pt x="891439" y="5458921"/>
                  </a:lnTo>
                  <a:lnTo>
                    <a:pt x="891565" y="5458921"/>
                  </a:lnTo>
                  <a:lnTo>
                    <a:pt x="891691" y="5458921"/>
                  </a:lnTo>
                  <a:lnTo>
                    <a:pt x="891817" y="5458921"/>
                  </a:lnTo>
                  <a:lnTo>
                    <a:pt x="891943" y="5458921"/>
                  </a:lnTo>
                  <a:lnTo>
                    <a:pt x="892069" y="5458921"/>
                  </a:lnTo>
                  <a:lnTo>
                    <a:pt x="892195" y="5458921"/>
                  </a:lnTo>
                  <a:lnTo>
                    <a:pt x="892322" y="5458921"/>
                  </a:lnTo>
                  <a:lnTo>
                    <a:pt x="892448" y="5458921"/>
                  </a:lnTo>
                  <a:lnTo>
                    <a:pt x="892574" y="5458921"/>
                  </a:lnTo>
                  <a:lnTo>
                    <a:pt x="892700" y="5458921"/>
                  </a:lnTo>
                  <a:lnTo>
                    <a:pt x="892826" y="5458921"/>
                  </a:lnTo>
                  <a:lnTo>
                    <a:pt x="892952" y="5458921"/>
                  </a:lnTo>
                  <a:lnTo>
                    <a:pt x="893078" y="5458921"/>
                  </a:lnTo>
                  <a:lnTo>
                    <a:pt x="893204" y="5458921"/>
                  </a:lnTo>
                  <a:lnTo>
                    <a:pt x="893330" y="5458921"/>
                  </a:lnTo>
                  <a:lnTo>
                    <a:pt x="893456" y="5458921"/>
                  </a:lnTo>
                  <a:lnTo>
                    <a:pt x="893582" y="5458921"/>
                  </a:lnTo>
                  <a:lnTo>
                    <a:pt x="893709" y="5458921"/>
                  </a:lnTo>
                  <a:lnTo>
                    <a:pt x="893835" y="5458921"/>
                  </a:lnTo>
                  <a:lnTo>
                    <a:pt x="893961" y="5458921"/>
                  </a:lnTo>
                  <a:lnTo>
                    <a:pt x="894087" y="5458921"/>
                  </a:lnTo>
                  <a:lnTo>
                    <a:pt x="894213" y="5458921"/>
                  </a:lnTo>
                  <a:lnTo>
                    <a:pt x="894339" y="5458921"/>
                  </a:lnTo>
                  <a:lnTo>
                    <a:pt x="894465" y="5458921"/>
                  </a:lnTo>
                  <a:lnTo>
                    <a:pt x="894591" y="5458921"/>
                  </a:lnTo>
                  <a:lnTo>
                    <a:pt x="894717" y="5458921"/>
                  </a:lnTo>
                  <a:lnTo>
                    <a:pt x="894843" y="5458921"/>
                  </a:lnTo>
                  <a:lnTo>
                    <a:pt x="894969" y="5458921"/>
                  </a:lnTo>
                  <a:lnTo>
                    <a:pt x="895095" y="5458921"/>
                  </a:lnTo>
                  <a:lnTo>
                    <a:pt x="895222" y="5458921"/>
                  </a:lnTo>
                  <a:lnTo>
                    <a:pt x="895348" y="5458921"/>
                  </a:lnTo>
                  <a:lnTo>
                    <a:pt x="895348" y="5453642"/>
                  </a:lnTo>
                  <a:lnTo>
                    <a:pt x="895474" y="5453642"/>
                  </a:lnTo>
                  <a:lnTo>
                    <a:pt x="895600" y="5453642"/>
                  </a:lnTo>
                  <a:lnTo>
                    <a:pt x="895726" y="5453642"/>
                  </a:lnTo>
                  <a:lnTo>
                    <a:pt x="895852" y="5453642"/>
                  </a:lnTo>
                  <a:lnTo>
                    <a:pt x="895978" y="5453642"/>
                  </a:lnTo>
                  <a:lnTo>
                    <a:pt x="896104" y="5453642"/>
                  </a:lnTo>
                  <a:lnTo>
                    <a:pt x="896230" y="5453642"/>
                  </a:lnTo>
                  <a:lnTo>
                    <a:pt x="896356" y="5453642"/>
                  </a:lnTo>
                  <a:lnTo>
                    <a:pt x="896482" y="5453642"/>
                  </a:lnTo>
                  <a:lnTo>
                    <a:pt x="896609" y="5453642"/>
                  </a:lnTo>
                  <a:lnTo>
                    <a:pt x="896735" y="5453642"/>
                  </a:lnTo>
                  <a:lnTo>
                    <a:pt x="896861" y="5453642"/>
                  </a:lnTo>
                  <a:lnTo>
                    <a:pt x="896987" y="5453642"/>
                  </a:lnTo>
                  <a:lnTo>
                    <a:pt x="897113" y="5453642"/>
                  </a:lnTo>
                  <a:lnTo>
                    <a:pt x="897239" y="5453642"/>
                  </a:lnTo>
                  <a:lnTo>
                    <a:pt x="897365" y="5453642"/>
                  </a:lnTo>
                  <a:lnTo>
                    <a:pt x="897491" y="5453642"/>
                  </a:lnTo>
                  <a:lnTo>
                    <a:pt x="897617" y="5453642"/>
                  </a:lnTo>
                  <a:lnTo>
                    <a:pt x="897743" y="5453642"/>
                  </a:lnTo>
                  <a:lnTo>
                    <a:pt x="897869" y="5453642"/>
                  </a:lnTo>
                  <a:lnTo>
                    <a:pt x="897996" y="5453642"/>
                  </a:lnTo>
                  <a:lnTo>
                    <a:pt x="898122" y="5453642"/>
                  </a:lnTo>
                  <a:lnTo>
                    <a:pt x="898248" y="5453642"/>
                  </a:lnTo>
                  <a:lnTo>
                    <a:pt x="898374" y="5453642"/>
                  </a:lnTo>
                  <a:lnTo>
                    <a:pt x="898500" y="5453642"/>
                  </a:lnTo>
                  <a:lnTo>
                    <a:pt x="898626" y="5453642"/>
                  </a:lnTo>
                  <a:lnTo>
                    <a:pt x="898752" y="5453642"/>
                  </a:lnTo>
                  <a:lnTo>
                    <a:pt x="898878" y="5453642"/>
                  </a:lnTo>
                  <a:lnTo>
                    <a:pt x="899004" y="5453642"/>
                  </a:lnTo>
                  <a:lnTo>
                    <a:pt x="899130" y="5453642"/>
                  </a:lnTo>
                  <a:lnTo>
                    <a:pt x="899256" y="5453642"/>
                  </a:lnTo>
                  <a:lnTo>
                    <a:pt x="899382" y="5453642"/>
                  </a:lnTo>
                  <a:lnTo>
                    <a:pt x="899509" y="5453642"/>
                  </a:lnTo>
                  <a:lnTo>
                    <a:pt x="899635" y="5453642"/>
                  </a:lnTo>
                  <a:lnTo>
                    <a:pt x="899761" y="5453642"/>
                  </a:lnTo>
                  <a:lnTo>
                    <a:pt x="899887" y="5453642"/>
                  </a:lnTo>
                  <a:lnTo>
                    <a:pt x="900013" y="5453642"/>
                  </a:lnTo>
                  <a:lnTo>
                    <a:pt x="900139" y="5453642"/>
                  </a:lnTo>
                  <a:lnTo>
                    <a:pt x="900265" y="5453642"/>
                  </a:lnTo>
                  <a:lnTo>
                    <a:pt x="900391" y="5453642"/>
                  </a:lnTo>
                  <a:lnTo>
                    <a:pt x="900517" y="5453642"/>
                  </a:lnTo>
                  <a:lnTo>
                    <a:pt x="900643" y="5453642"/>
                  </a:lnTo>
                  <a:lnTo>
                    <a:pt x="900769" y="5453642"/>
                  </a:lnTo>
                  <a:lnTo>
                    <a:pt x="900896" y="5453642"/>
                  </a:lnTo>
                  <a:lnTo>
                    <a:pt x="901022" y="5453642"/>
                  </a:lnTo>
                  <a:lnTo>
                    <a:pt x="901148" y="5453642"/>
                  </a:lnTo>
                  <a:lnTo>
                    <a:pt x="901274" y="5453642"/>
                  </a:lnTo>
                  <a:lnTo>
                    <a:pt x="901400" y="5453642"/>
                  </a:lnTo>
                  <a:lnTo>
                    <a:pt x="901526" y="5453642"/>
                  </a:lnTo>
                  <a:lnTo>
                    <a:pt x="901652" y="5453642"/>
                  </a:lnTo>
                  <a:lnTo>
                    <a:pt x="901778" y="5453642"/>
                  </a:lnTo>
                  <a:lnTo>
                    <a:pt x="901904" y="5453642"/>
                  </a:lnTo>
                  <a:lnTo>
                    <a:pt x="902030" y="5453642"/>
                  </a:lnTo>
                  <a:lnTo>
                    <a:pt x="902156" y="5453642"/>
                  </a:lnTo>
                  <a:lnTo>
                    <a:pt x="902282" y="5453642"/>
                  </a:lnTo>
                  <a:lnTo>
                    <a:pt x="902409" y="5453642"/>
                  </a:lnTo>
                  <a:lnTo>
                    <a:pt x="902535" y="5453642"/>
                  </a:lnTo>
                  <a:lnTo>
                    <a:pt x="902661" y="5453642"/>
                  </a:lnTo>
                  <a:lnTo>
                    <a:pt x="902787" y="5453642"/>
                  </a:lnTo>
                  <a:lnTo>
                    <a:pt x="902913" y="5453642"/>
                  </a:lnTo>
                  <a:lnTo>
                    <a:pt x="903039" y="5453642"/>
                  </a:lnTo>
                  <a:lnTo>
                    <a:pt x="903165" y="5453642"/>
                  </a:lnTo>
                  <a:lnTo>
                    <a:pt x="903291" y="5453642"/>
                  </a:lnTo>
                  <a:lnTo>
                    <a:pt x="903417" y="5453642"/>
                  </a:lnTo>
                  <a:lnTo>
                    <a:pt x="903543" y="5453642"/>
                  </a:lnTo>
                  <a:lnTo>
                    <a:pt x="903669" y="5453642"/>
                  </a:lnTo>
                  <a:lnTo>
                    <a:pt x="903796" y="5453642"/>
                  </a:lnTo>
                  <a:lnTo>
                    <a:pt x="903922" y="5453642"/>
                  </a:lnTo>
                  <a:lnTo>
                    <a:pt x="904048" y="5453642"/>
                  </a:lnTo>
                  <a:lnTo>
                    <a:pt x="904174" y="5453642"/>
                  </a:lnTo>
                  <a:lnTo>
                    <a:pt x="904300" y="5453642"/>
                  </a:lnTo>
                  <a:lnTo>
                    <a:pt x="904426" y="5453642"/>
                  </a:lnTo>
                  <a:lnTo>
                    <a:pt x="904552" y="5453642"/>
                  </a:lnTo>
                  <a:lnTo>
                    <a:pt x="904678" y="5453642"/>
                  </a:lnTo>
                  <a:lnTo>
                    <a:pt x="904804" y="5453642"/>
                  </a:lnTo>
                  <a:lnTo>
                    <a:pt x="904930" y="5453642"/>
                  </a:lnTo>
                  <a:lnTo>
                    <a:pt x="905056" y="5453642"/>
                  </a:lnTo>
                  <a:lnTo>
                    <a:pt x="905183" y="5453642"/>
                  </a:lnTo>
                  <a:lnTo>
                    <a:pt x="905309" y="5453642"/>
                  </a:lnTo>
                  <a:lnTo>
                    <a:pt x="905435" y="5453642"/>
                  </a:lnTo>
                  <a:lnTo>
                    <a:pt x="905561" y="5453642"/>
                  </a:lnTo>
                  <a:lnTo>
                    <a:pt x="905687" y="5453642"/>
                  </a:lnTo>
                  <a:lnTo>
                    <a:pt x="905813" y="5453642"/>
                  </a:lnTo>
                  <a:lnTo>
                    <a:pt x="905939" y="5453642"/>
                  </a:lnTo>
                  <a:lnTo>
                    <a:pt x="905939" y="5448362"/>
                  </a:lnTo>
                  <a:lnTo>
                    <a:pt x="905939" y="5443083"/>
                  </a:lnTo>
                  <a:lnTo>
                    <a:pt x="906065" y="5443083"/>
                  </a:lnTo>
                  <a:lnTo>
                    <a:pt x="906191" y="5443083"/>
                  </a:lnTo>
                  <a:lnTo>
                    <a:pt x="906317" y="5443083"/>
                  </a:lnTo>
                  <a:lnTo>
                    <a:pt x="906443" y="5443083"/>
                  </a:lnTo>
                  <a:lnTo>
                    <a:pt x="906569" y="5443083"/>
                  </a:lnTo>
                  <a:lnTo>
                    <a:pt x="906696" y="5443083"/>
                  </a:lnTo>
                  <a:lnTo>
                    <a:pt x="906822" y="5443083"/>
                  </a:lnTo>
                  <a:lnTo>
                    <a:pt x="906948" y="5443083"/>
                  </a:lnTo>
                  <a:lnTo>
                    <a:pt x="907074" y="5443083"/>
                  </a:lnTo>
                  <a:lnTo>
                    <a:pt x="907200" y="5443083"/>
                  </a:lnTo>
                  <a:lnTo>
                    <a:pt x="907326" y="5443083"/>
                  </a:lnTo>
                  <a:lnTo>
                    <a:pt x="907452" y="5443083"/>
                  </a:lnTo>
                  <a:lnTo>
                    <a:pt x="907578" y="5443083"/>
                  </a:lnTo>
                  <a:lnTo>
                    <a:pt x="907704" y="5443083"/>
                  </a:lnTo>
                  <a:lnTo>
                    <a:pt x="907830" y="5443083"/>
                  </a:lnTo>
                  <a:lnTo>
                    <a:pt x="907956" y="5443083"/>
                  </a:lnTo>
                  <a:lnTo>
                    <a:pt x="908083" y="5443083"/>
                  </a:lnTo>
                  <a:lnTo>
                    <a:pt x="908209" y="5443083"/>
                  </a:lnTo>
                  <a:lnTo>
                    <a:pt x="908335" y="5443083"/>
                  </a:lnTo>
                  <a:lnTo>
                    <a:pt x="908461" y="5443083"/>
                  </a:lnTo>
                  <a:lnTo>
                    <a:pt x="908587" y="5443083"/>
                  </a:lnTo>
                  <a:lnTo>
                    <a:pt x="908713" y="5443083"/>
                  </a:lnTo>
                  <a:lnTo>
                    <a:pt x="908839" y="5443083"/>
                  </a:lnTo>
                  <a:lnTo>
                    <a:pt x="908965" y="5443083"/>
                  </a:lnTo>
                  <a:lnTo>
                    <a:pt x="909091" y="5443083"/>
                  </a:lnTo>
                  <a:lnTo>
                    <a:pt x="909217" y="5443083"/>
                  </a:lnTo>
                  <a:lnTo>
                    <a:pt x="909343" y="5443083"/>
                  </a:lnTo>
                  <a:lnTo>
                    <a:pt x="909469" y="5443083"/>
                  </a:lnTo>
                  <a:lnTo>
                    <a:pt x="909596" y="5443083"/>
                  </a:lnTo>
                  <a:lnTo>
                    <a:pt x="909722" y="5443083"/>
                  </a:lnTo>
                  <a:lnTo>
                    <a:pt x="909848" y="5443083"/>
                  </a:lnTo>
                  <a:lnTo>
                    <a:pt x="909974" y="5443083"/>
                  </a:lnTo>
                  <a:lnTo>
                    <a:pt x="910100" y="5443083"/>
                  </a:lnTo>
                  <a:lnTo>
                    <a:pt x="910226" y="5443083"/>
                  </a:lnTo>
                  <a:lnTo>
                    <a:pt x="910352" y="5443083"/>
                  </a:lnTo>
                  <a:lnTo>
                    <a:pt x="910478" y="5443083"/>
                  </a:lnTo>
                  <a:lnTo>
                    <a:pt x="910604" y="5443083"/>
                  </a:lnTo>
                  <a:lnTo>
                    <a:pt x="910730" y="5443083"/>
                  </a:lnTo>
                  <a:lnTo>
                    <a:pt x="910856" y="5443083"/>
                  </a:lnTo>
                  <a:lnTo>
                    <a:pt x="910983" y="5443083"/>
                  </a:lnTo>
                  <a:lnTo>
                    <a:pt x="911109" y="5443083"/>
                  </a:lnTo>
                  <a:lnTo>
                    <a:pt x="911235" y="5443083"/>
                  </a:lnTo>
                  <a:lnTo>
                    <a:pt x="911361" y="5443083"/>
                  </a:lnTo>
                  <a:lnTo>
                    <a:pt x="911487" y="5443083"/>
                  </a:lnTo>
                  <a:lnTo>
                    <a:pt x="911613" y="5443083"/>
                  </a:lnTo>
                  <a:lnTo>
                    <a:pt x="911739" y="5443083"/>
                  </a:lnTo>
                  <a:lnTo>
                    <a:pt x="911865" y="5443083"/>
                  </a:lnTo>
                  <a:lnTo>
                    <a:pt x="911991" y="5443083"/>
                  </a:lnTo>
                  <a:lnTo>
                    <a:pt x="912117" y="5443083"/>
                  </a:lnTo>
                  <a:lnTo>
                    <a:pt x="912243" y="5443083"/>
                  </a:lnTo>
                  <a:lnTo>
                    <a:pt x="912369" y="5443083"/>
                  </a:lnTo>
                  <a:lnTo>
                    <a:pt x="912496" y="5443083"/>
                  </a:lnTo>
                  <a:lnTo>
                    <a:pt x="912622" y="5443083"/>
                  </a:lnTo>
                  <a:lnTo>
                    <a:pt x="912748" y="5443083"/>
                  </a:lnTo>
                  <a:lnTo>
                    <a:pt x="912874" y="5443083"/>
                  </a:lnTo>
                  <a:lnTo>
                    <a:pt x="913000" y="5443083"/>
                  </a:lnTo>
                  <a:lnTo>
                    <a:pt x="913126" y="5443083"/>
                  </a:lnTo>
                  <a:lnTo>
                    <a:pt x="913252" y="5443083"/>
                  </a:lnTo>
                  <a:lnTo>
                    <a:pt x="913378" y="5443083"/>
                  </a:lnTo>
                  <a:lnTo>
                    <a:pt x="913504" y="5443083"/>
                  </a:lnTo>
                  <a:lnTo>
                    <a:pt x="913630" y="5443083"/>
                  </a:lnTo>
                  <a:lnTo>
                    <a:pt x="913756" y="5443083"/>
                  </a:lnTo>
                  <a:lnTo>
                    <a:pt x="913883" y="5443083"/>
                  </a:lnTo>
                  <a:lnTo>
                    <a:pt x="914009" y="5443083"/>
                  </a:lnTo>
                  <a:lnTo>
                    <a:pt x="914135" y="5443083"/>
                  </a:lnTo>
                  <a:lnTo>
                    <a:pt x="914261" y="5443083"/>
                  </a:lnTo>
                  <a:lnTo>
                    <a:pt x="914387" y="5443083"/>
                  </a:lnTo>
                  <a:lnTo>
                    <a:pt x="914513" y="5443083"/>
                  </a:lnTo>
                  <a:lnTo>
                    <a:pt x="914639" y="5443083"/>
                  </a:lnTo>
                  <a:lnTo>
                    <a:pt x="914765" y="5443083"/>
                  </a:lnTo>
                  <a:lnTo>
                    <a:pt x="914891" y="5443083"/>
                  </a:lnTo>
                  <a:lnTo>
                    <a:pt x="915017" y="5443083"/>
                  </a:lnTo>
                  <a:lnTo>
                    <a:pt x="915143" y="5443083"/>
                  </a:lnTo>
                  <a:lnTo>
                    <a:pt x="915270" y="5443083"/>
                  </a:lnTo>
                  <a:lnTo>
                    <a:pt x="915396" y="5443083"/>
                  </a:lnTo>
                  <a:lnTo>
                    <a:pt x="915522" y="5443083"/>
                  </a:lnTo>
                  <a:lnTo>
                    <a:pt x="915648" y="5443083"/>
                  </a:lnTo>
                  <a:lnTo>
                    <a:pt x="915774" y="5443083"/>
                  </a:lnTo>
                  <a:lnTo>
                    <a:pt x="915774" y="5437803"/>
                  </a:lnTo>
                  <a:lnTo>
                    <a:pt x="915900" y="5437803"/>
                  </a:lnTo>
                  <a:lnTo>
                    <a:pt x="916026" y="5437803"/>
                  </a:lnTo>
                  <a:lnTo>
                    <a:pt x="916152" y="5437803"/>
                  </a:lnTo>
                  <a:lnTo>
                    <a:pt x="916278" y="5437803"/>
                  </a:lnTo>
                  <a:lnTo>
                    <a:pt x="916404" y="5437803"/>
                  </a:lnTo>
                  <a:lnTo>
                    <a:pt x="916530" y="5437803"/>
                  </a:lnTo>
                  <a:lnTo>
                    <a:pt x="916656" y="5437803"/>
                  </a:lnTo>
                  <a:lnTo>
                    <a:pt x="916783" y="5437803"/>
                  </a:lnTo>
                  <a:lnTo>
                    <a:pt x="916909" y="5437803"/>
                  </a:lnTo>
                  <a:lnTo>
                    <a:pt x="917035" y="5437803"/>
                  </a:lnTo>
                  <a:lnTo>
                    <a:pt x="917161" y="5437803"/>
                  </a:lnTo>
                  <a:lnTo>
                    <a:pt x="917287" y="5437803"/>
                  </a:lnTo>
                  <a:lnTo>
                    <a:pt x="917413" y="5437803"/>
                  </a:lnTo>
                  <a:lnTo>
                    <a:pt x="917539" y="5437803"/>
                  </a:lnTo>
                  <a:lnTo>
                    <a:pt x="917665" y="5437803"/>
                  </a:lnTo>
                  <a:lnTo>
                    <a:pt x="917791" y="5437803"/>
                  </a:lnTo>
                  <a:lnTo>
                    <a:pt x="917917" y="5437803"/>
                  </a:lnTo>
                  <a:lnTo>
                    <a:pt x="918043" y="5437803"/>
                  </a:lnTo>
                  <a:lnTo>
                    <a:pt x="918170" y="5437803"/>
                  </a:lnTo>
                  <a:lnTo>
                    <a:pt x="918296" y="5437803"/>
                  </a:lnTo>
                  <a:lnTo>
                    <a:pt x="918422" y="5437803"/>
                  </a:lnTo>
                  <a:lnTo>
                    <a:pt x="918422" y="5432524"/>
                  </a:lnTo>
                  <a:lnTo>
                    <a:pt x="918548" y="5432524"/>
                  </a:lnTo>
                  <a:lnTo>
                    <a:pt x="918674" y="5432524"/>
                  </a:lnTo>
                  <a:lnTo>
                    <a:pt x="918800" y="5432524"/>
                  </a:lnTo>
                  <a:lnTo>
                    <a:pt x="918926" y="5432524"/>
                  </a:lnTo>
                  <a:lnTo>
                    <a:pt x="919052" y="5432524"/>
                  </a:lnTo>
                  <a:lnTo>
                    <a:pt x="919178" y="5432524"/>
                  </a:lnTo>
                  <a:lnTo>
                    <a:pt x="919304" y="5432524"/>
                  </a:lnTo>
                  <a:lnTo>
                    <a:pt x="919430" y="5432524"/>
                  </a:lnTo>
                  <a:lnTo>
                    <a:pt x="919556" y="5432524"/>
                  </a:lnTo>
                  <a:lnTo>
                    <a:pt x="919683" y="5432524"/>
                  </a:lnTo>
                  <a:lnTo>
                    <a:pt x="919809" y="5432524"/>
                  </a:lnTo>
                  <a:lnTo>
                    <a:pt x="919935" y="5432524"/>
                  </a:lnTo>
                  <a:lnTo>
                    <a:pt x="920061" y="5432524"/>
                  </a:lnTo>
                  <a:lnTo>
                    <a:pt x="920187" y="5432524"/>
                  </a:lnTo>
                  <a:lnTo>
                    <a:pt x="920313" y="5432524"/>
                  </a:lnTo>
                  <a:lnTo>
                    <a:pt x="920439" y="5432524"/>
                  </a:lnTo>
                  <a:lnTo>
                    <a:pt x="920565" y="5432524"/>
                  </a:lnTo>
                  <a:lnTo>
                    <a:pt x="920691" y="5432524"/>
                  </a:lnTo>
                  <a:lnTo>
                    <a:pt x="920817" y="5432524"/>
                  </a:lnTo>
                  <a:lnTo>
                    <a:pt x="920943" y="5432524"/>
                  </a:lnTo>
                  <a:lnTo>
                    <a:pt x="921070" y="5432524"/>
                  </a:lnTo>
                  <a:lnTo>
                    <a:pt x="921196" y="5432524"/>
                  </a:lnTo>
                  <a:lnTo>
                    <a:pt x="921322" y="5432524"/>
                  </a:lnTo>
                  <a:lnTo>
                    <a:pt x="921448" y="5432524"/>
                  </a:lnTo>
                  <a:lnTo>
                    <a:pt x="921574" y="5432524"/>
                  </a:lnTo>
                  <a:lnTo>
                    <a:pt x="921700" y="5432524"/>
                  </a:lnTo>
                  <a:lnTo>
                    <a:pt x="921826" y="5432524"/>
                  </a:lnTo>
                  <a:lnTo>
                    <a:pt x="921952" y="5432524"/>
                  </a:lnTo>
                  <a:lnTo>
                    <a:pt x="922078" y="5432524"/>
                  </a:lnTo>
                  <a:lnTo>
                    <a:pt x="922204" y="5432524"/>
                  </a:lnTo>
                  <a:lnTo>
                    <a:pt x="922330" y="5432524"/>
                  </a:lnTo>
                  <a:lnTo>
                    <a:pt x="922457" y="5432524"/>
                  </a:lnTo>
                  <a:lnTo>
                    <a:pt x="922583" y="5432524"/>
                  </a:lnTo>
                  <a:lnTo>
                    <a:pt x="922709" y="5432524"/>
                  </a:lnTo>
                  <a:lnTo>
                    <a:pt x="922835" y="5432524"/>
                  </a:lnTo>
                  <a:lnTo>
                    <a:pt x="922961" y="5432524"/>
                  </a:lnTo>
                  <a:lnTo>
                    <a:pt x="923087" y="5432524"/>
                  </a:lnTo>
                  <a:lnTo>
                    <a:pt x="923213" y="5432524"/>
                  </a:lnTo>
                  <a:lnTo>
                    <a:pt x="923339" y="5432524"/>
                  </a:lnTo>
                  <a:lnTo>
                    <a:pt x="923465" y="5432524"/>
                  </a:lnTo>
                  <a:lnTo>
                    <a:pt x="923591" y="5432524"/>
                  </a:lnTo>
                  <a:lnTo>
                    <a:pt x="923717" y="5432524"/>
                  </a:lnTo>
                  <a:lnTo>
                    <a:pt x="923843" y="5432524"/>
                  </a:lnTo>
                  <a:lnTo>
                    <a:pt x="923970" y="5432524"/>
                  </a:lnTo>
                  <a:lnTo>
                    <a:pt x="924096" y="5432524"/>
                  </a:lnTo>
                  <a:lnTo>
                    <a:pt x="924222" y="5432524"/>
                  </a:lnTo>
                  <a:lnTo>
                    <a:pt x="924348" y="5432524"/>
                  </a:lnTo>
                  <a:lnTo>
                    <a:pt x="924474" y="5432524"/>
                  </a:lnTo>
                  <a:lnTo>
                    <a:pt x="924600" y="5432524"/>
                  </a:lnTo>
                  <a:lnTo>
                    <a:pt x="924726" y="5432524"/>
                  </a:lnTo>
                  <a:lnTo>
                    <a:pt x="924852" y="5432524"/>
                  </a:lnTo>
                  <a:lnTo>
                    <a:pt x="924978" y="5432524"/>
                  </a:lnTo>
                  <a:lnTo>
                    <a:pt x="925104" y="5432524"/>
                  </a:lnTo>
                  <a:lnTo>
                    <a:pt x="925230" y="5432524"/>
                  </a:lnTo>
                  <a:lnTo>
                    <a:pt x="925357" y="5432524"/>
                  </a:lnTo>
                  <a:lnTo>
                    <a:pt x="925483" y="5432524"/>
                  </a:lnTo>
                  <a:lnTo>
                    <a:pt x="925609" y="5432524"/>
                  </a:lnTo>
                  <a:lnTo>
                    <a:pt x="925735" y="5432524"/>
                  </a:lnTo>
                  <a:lnTo>
                    <a:pt x="925861" y="5432524"/>
                  </a:lnTo>
                  <a:lnTo>
                    <a:pt x="925987" y="5432524"/>
                  </a:lnTo>
                  <a:lnTo>
                    <a:pt x="926113" y="5432524"/>
                  </a:lnTo>
                  <a:lnTo>
                    <a:pt x="926239" y="5432524"/>
                  </a:lnTo>
                  <a:lnTo>
                    <a:pt x="926365" y="5432524"/>
                  </a:lnTo>
                  <a:lnTo>
                    <a:pt x="926491" y="5432524"/>
                  </a:lnTo>
                  <a:lnTo>
                    <a:pt x="926617" y="5432524"/>
                  </a:lnTo>
                  <a:lnTo>
                    <a:pt x="926743" y="5432524"/>
                  </a:lnTo>
                  <a:lnTo>
                    <a:pt x="926870" y="5432524"/>
                  </a:lnTo>
                  <a:lnTo>
                    <a:pt x="926996" y="5432524"/>
                  </a:lnTo>
                  <a:lnTo>
                    <a:pt x="927122" y="5432524"/>
                  </a:lnTo>
                  <a:lnTo>
                    <a:pt x="927248" y="5432524"/>
                  </a:lnTo>
                  <a:lnTo>
                    <a:pt x="927374" y="5432524"/>
                  </a:lnTo>
                  <a:lnTo>
                    <a:pt x="927500" y="5432524"/>
                  </a:lnTo>
                  <a:lnTo>
                    <a:pt x="927626" y="5432524"/>
                  </a:lnTo>
                  <a:lnTo>
                    <a:pt x="927752" y="5432524"/>
                  </a:lnTo>
                  <a:lnTo>
                    <a:pt x="927878" y="5432524"/>
                  </a:lnTo>
                  <a:lnTo>
                    <a:pt x="928004" y="5432524"/>
                  </a:lnTo>
                  <a:lnTo>
                    <a:pt x="928130" y="5432524"/>
                  </a:lnTo>
                  <a:lnTo>
                    <a:pt x="928257" y="5432524"/>
                  </a:lnTo>
                  <a:lnTo>
                    <a:pt x="928383" y="5432524"/>
                  </a:lnTo>
                  <a:lnTo>
                    <a:pt x="928509" y="5432524"/>
                  </a:lnTo>
                  <a:lnTo>
                    <a:pt x="928635" y="5432524"/>
                  </a:lnTo>
                  <a:lnTo>
                    <a:pt x="928761" y="5432524"/>
                  </a:lnTo>
                  <a:lnTo>
                    <a:pt x="928887" y="5432524"/>
                  </a:lnTo>
                  <a:lnTo>
                    <a:pt x="929013" y="5432524"/>
                  </a:lnTo>
                  <a:lnTo>
                    <a:pt x="929139" y="5432524"/>
                  </a:lnTo>
                  <a:lnTo>
                    <a:pt x="929265" y="5432524"/>
                  </a:lnTo>
                  <a:lnTo>
                    <a:pt x="929391" y="5432524"/>
                  </a:lnTo>
                  <a:lnTo>
                    <a:pt x="929517" y="5432524"/>
                  </a:lnTo>
                  <a:lnTo>
                    <a:pt x="929644" y="5432524"/>
                  </a:lnTo>
                  <a:lnTo>
                    <a:pt x="929770" y="5432524"/>
                  </a:lnTo>
                  <a:lnTo>
                    <a:pt x="929896" y="5432524"/>
                  </a:lnTo>
                  <a:lnTo>
                    <a:pt x="930022" y="5432524"/>
                  </a:lnTo>
                  <a:lnTo>
                    <a:pt x="930148" y="5432524"/>
                  </a:lnTo>
                  <a:lnTo>
                    <a:pt x="930274" y="5432524"/>
                  </a:lnTo>
                  <a:lnTo>
                    <a:pt x="930400" y="5432524"/>
                  </a:lnTo>
                  <a:lnTo>
                    <a:pt x="930526" y="5432524"/>
                  </a:lnTo>
                  <a:lnTo>
                    <a:pt x="930652" y="5432524"/>
                  </a:lnTo>
                  <a:lnTo>
                    <a:pt x="930778" y="5432524"/>
                  </a:lnTo>
                  <a:lnTo>
                    <a:pt x="930904" y="5432524"/>
                  </a:lnTo>
                  <a:lnTo>
                    <a:pt x="931030" y="5432524"/>
                  </a:lnTo>
                  <a:lnTo>
                    <a:pt x="931157" y="5432524"/>
                  </a:lnTo>
                  <a:lnTo>
                    <a:pt x="931283" y="5432524"/>
                  </a:lnTo>
                  <a:lnTo>
                    <a:pt x="931409" y="5432524"/>
                  </a:lnTo>
                  <a:lnTo>
                    <a:pt x="931535" y="5432524"/>
                  </a:lnTo>
                  <a:lnTo>
                    <a:pt x="931661" y="5432524"/>
                  </a:lnTo>
                  <a:lnTo>
                    <a:pt x="931787" y="5432524"/>
                  </a:lnTo>
                  <a:lnTo>
                    <a:pt x="931913" y="5432524"/>
                  </a:lnTo>
                  <a:lnTo>
                    <a:pt x="932039" y="5432524"/>
                  </a:lnTo>
                  <a:lnTo>
                    <a:pt x="932165" y="5432524"/>
                  </a:lnTo>
                  <a:lnTo>
                    <a:pt x="932291" y="5432524"/>
                  </a:lnTo>
                  <a:lnTo>
                    <a:pt x="932417" y="5432524"/>
                  </a:lnTo>
                  <a:lnTo>
                    <a:pt x="932544" y="5432524"/>
                  </a:lnTo>
                  <a:lnTo>
                    <a:pt x="932670" y="5432524"/>
                  </a:lnTo>
                  <a:lnTo>
                    <a:pt x="932796" y="5432524"/>
                  </a:lnTo>
                  <a:lnTo>
                    <a:pt x="932922" y="5432524"/>
                  </a:lnTo>
                  <a:lnTo>
                    <a:pt x="933048" y="5432524"/>
                  </a:lnTo>
                  <a:lnTo>
                    <a:pt x="933174" y="5432524"/>
                  </a:lnTo>
                  <a:lnTo>
                    <a:pt x="933300" y="5432524"/>
                  </a:lnTo>
                  <a:lnTo>
                    <a:pt x="933426" y="5432524"/>
                  </a:lnTo>
                  <a:lnTo>
                    <a:pt x="933552" y="5432524"/>
                  </a:lnTo>
                  <a:lnTo>
                    <a:pt x="933678" y="5432524"/>
                  </a:lnTo>
                  <a:lnTo>
                    <a:pt x="933804" y="5432524"/>
                  </a:lnTo>
                  <a:lnTo>
                    <a:pt x="933930" y="5432524"/>
                  </a:lnTo>
                  <a:lnTo>
                    <a:pt x="934057" y="5432524"/>
                  </a:lnTo>
                  <a:lnTo>
                    <a:pt x="934183" y="5432524"/>
                  </a:lnTo>
                  <a:lnTo>
                    <a:pt x="934309" y="5432524"/>
                  </a:lnTo>
                  <a:lnTo>
                    <a:pt x="934435" y="5432524"/>
                  </a:lnTo>
                  <a:lnTo>
                    <a:pt x="934561" y="5432524"/>
                  </a:lnTo>
                  <a:lnTo>
                    <a:pt x="934687" y="5432524"/>
                  </a:lnTo>
                  <a:lnTo>
                    <a:pt x="934813" y="5432524"/>
                  </a:lnTo>
                  <a:lnTo>
                    <a:pt x="934939" y="5432524"/>
                  </a:lnTo>
                  <a:lnTo>
                    <a:pt x="935065" y="5432524"/>
                  </a:lnTo>
                  <a:lnTo>
                    <a:pt x="935191" y="5432524"/>
                  </a:lnTo>
                  <a:lnTo>
                    <a:pt x="935317" y="5432524"/>
                  </a:lnTo>
                  <a:lnTo>
                    <a:pt x="935444" y="5432524"/>
                  </a:lnTo>
                  <a:lnTo>
                    <a:pt x="935570" y="5432524"/>
                  </a:lnTo>
                  <a:lnTo>
                    <a:pt x="935696" y="5432524"/>
                  </a:lnTo>
                  <a:lnTo>
                    <a:pt x="935822" y="5432524"/>
                  </a:lnTo>
                  <a:lnTo>
                    <a:pt x="935948" y="5432524"/>
                  </a:lnTo>
                  <a:lnTo>
                    <a:pt x="936074" y="5432524"/>
                  </a:lnTo>
                  <a:lnTo>
                    <a:pt x="936200" y="5432524"/>
                  </a:lnTo>
                  <a:lnTo>
                    <a:pt x="936326" y="5432524"/>
                  </a:lnTo>
                  <a:lnTo>
                    <a:pt x="936452" y="5432524"/>
                  </a:lnTo>
                  <a:lnTo>
                    <a:pt x="936578" y="5432524"/>
                  </a:lnTo>
                  <a:lnTo>
                    <a:pt x="936704" y="5432524"/>
                  </a:lnTo>
                  <a:lnTo>
                    <a:pt x="936830" y="5432524"/>
                  </a:lnTo>
                  <a:lnTo>
                    <a:pt x="936957" y="5432524"/>
                  </a:lnTo>
                  <a:lnTo>
                    <a:pt x="937083" y="5432524"/>
                  </a:lnTo>
                  <a:lnTo>
                    <a:pt x="937209" y="5432524"/>
                  </a:lnTo>
                  <a:lnTo>
                    <a:pt x="937335" y="5432524"/>
                  </a:lnTo>
                  <a:lnTo>
                    <a:pt x="937461" y="5432524"/>
                  </a:lnTo>
                  <a:lnTo>
                    <a:pt x="937587" y="5432524"/>
                  </a:lnTo>
                  <a:lnTo>
                    <a:pt x="937713" y="5432524"/>
                  </a:lnTo>
                  <a:lnTo>
                    <a:pt x="937839" y="5432524"/>
                  </a:lnTo>
                  <a:lnTo>
                    <a:pt x="937965" y="5432524"/>
                  </a:lnTo>
                  <a:lnTo>
                    <a:pt x="938091" y="5432524"/>
                  </a:lnTo>
                  <a:lnTo>
                    <a:pt x="938217" y="5432524"/>
                  </a:lnTo>
                  <a:lnTo>
                    <a:pt x="938217" y="5427245"/>
                  </a:lnTo>
                  <a:lnTo>
                    <a:pt x="938344" y="5427245"/>
                  </a:lnTo>
                  <a:lnTo>
                    <a:pt x="938470" y="5427245"/>
                  </a:lnTo>
                  <a:lnTo>
                    <a:pt x="938596" y="5427245"/>
                  </a:lnTo>
                  <a:lnTo>
                    <a:pt x="938722" y="5427245"/>
                  </a:lnTo>
                  <a:lnTo>
                    <a:pt x="938848" y="5427245"/>
                  </a:lnTo>
                  <a:lnTo>
                    <a:pt x="938848" y="5421965"/>
                  </a:lnTo>
                  <a:lnTo>
                    <a:pt x="938974" y="5421965"/>
                  </a:lnTo>
                  <a:lnTo>
                    <a:pt x="939100" y="5421965"/>
                  </a:lnTo>
                  <a:lnTo>
                    <a:pt x="939226" y="5421965"/>
                  </a:lnTo>
                  <a:lnTo>
                    <a:pt x="939352" y="5421965"/>
                  </a:lnTo>
                  <a:lnTo>
                    <a:pt x="939478" y="5421965"/>
                  </a:lnTo>
                  <a:lnTo>
                    <a:pt x="939604" y="5421965"/>
                  </a:lnTo>
                  <a:lnTo>
                    <a:pt x="939731" y="5421965"/>
                  </a:lnTo>
                  <a:lnTo>
                    <a:pt x="939857" y="5421965"/>
                  </a:lnTo>
                  <a:lnTo>
                    <a:pt x="939983" y="5421965"/>
                  </a:lnTo>
                  <a:lnTo>
                    <a:pt x="940109" y="5421965"/>
                  </a:lnTo>
                  <a:lnTo>
                    <a:pt x="940235" y="5421965"/>
                  </a:lnTo>
                  <a:lnTo>
                    <a:pt x="940361" y="5421965"/>
                  </a:lnTo>
                  <a:lnTo>
                    <a:pt x="940487" y="5421965"/>
                  </a:lnTo>
                  <a:lnTo>
                    <a:pt x="940613" y="5421965"/>
                  </a:lnTo>
                  <a:lnTo>
                    <a:pt x="940739" y="5421965"/>
                  </a:lnTo>
                  <a:lnTo>
                    <a:pt x="940865" y="5421965"/>
                  </a:lnTo>
                  <a:lnTo>
                    <a:pt x="940991" y="5421965"/>
                  </a:lnTo>
                  <a:lnTo>
                    <a:pt x="941117" y="5421965"/>
                  </a:lnTo>
                  <a:lnTo>
                    <a:pt x="941244" y="5421965"/>
                  </a:lnTo>
                  <a:lnTo>
                    <a:pt x="941370" y="5421965"/>
                  </a:lnTo>
                  <a:lnTo>
                    <a:pt x="941496" y="5421965"/>
                  </a:lnTo>
                  <a:lnTo>
                    <a:pt x="941622" y="5421965"/>
                  </a:lnTo>
                  <a:lnTo>
                    <a:pt x="941748" y="5421965"/>
                  </a:lnTo>
                  <a:lnTo>
                    <a:pt x="941874" y="5421965"/>
                  </a:lnTo>
                  <a:lnTo>
                    <a:pt x="942000" y="5421965"/>
                  </a:lnTo>
                  <a:lnTo>
                    <a:pt x="942126" y="5421965"/>
                  </a:lnTo>
                  <a:lnTo>
                    <a:pt x="942252" y="5421965"/>
                  </a:lnTo>
                  <a:lnTo>
                    <a:pt x="942378" y="5421965"/>
                  </a:lnTo>
                  <a:lnTo>
                    <a:pt x="942504" y="5421965"/>
                  </a:lnTo>
                  <a:lnTo>
                    <a:pt x="942631" y="5421965"/>
                  </a:lnTo>
                  <a:lnTo>
                    <a:pt x="942757" y="5421965"/>
                  </a:lnTo>
                  <a:lnTo>
                    <a:pt x="942883" y="5421965"/>
                  </a:lnTo>
                  <a:lnTo>
                    <a:pt x="943009" y="5421965"/>
                  </a:lnTo>
                  <a:lnTo>
                    <a:pt x="943135" y="5421965"/>
                  </a:lnTo>
                  <a:lnTo>
                    <a:pt x="943261" y="5421965"/>
                  </a:lnTo>
                  <a:lnTo>
                    <a:pt x="943387" y="5421965"/>
                  </a:lnTo>
                  <a:lnTo>
                    <a:pt x="943513" y="5421965"/>
                  </a:lnTo>
                  <a:lnTo>
                    <a:pt x="943639" y="5421965"/>
                  </a:lnTo>
                  <a:lnTo>
                    <a:pt x="943765" y="5421965"/>
                  </a:lnTo>
                  <a:lnTo>
                    <a:pt x="943891" y="5421965"/>
                  </a:lnTo>
                  <a:lnTo>
                    <a:pt x="944017" y="5421965"/>
                  </a:lnTo>
                  <a:lnTo>
                    <a:pt x="944144" y="5421965"/>
                  </a:lnTo>
                  <a:lnTo>
                    <a:pt x="944270" y="5421965"/>
                  </a:lnTo>
                  <a:lnTo>
                    <a:pt x="944396" y="5421965"/>
                  </a:lnTo>
                  <a:lnTo>
                    <a:pt x="944522" y="5421965"/>
                  </a:lnTo>
                  <a:lnTo>
                    <a:pt x="944648" y="5421965"/>
                  </a:lnTo>
                  <a:lnTo>
                    <a:pt x="944774" y="5421965"/>
                  </a:lnTo>
                  <a:lnTo>
                    <a:pt x="944900" y="5421965"/>
                  </a:lnTo>
                  <a:lnTo>
                    <a:pt x="945026" y="5421965"/>
                  </a:lnTo>
                  <a:lnTo>
                    <a:pt x="945152" y="5421965"/>
                  </a:lnTo>
                  <a:lnTo>
                    <a:pt x="945278" y="5421965"/>
                  </a:lnTo>
                  <a:lnTo>
                    <a:pt x="945404" y="5421965"/>
                  </a:lnTo>
                  <a:lnTo>
                    <a:pt x="945531" y="5421965"/>
                  </a:lnTo>
                  <a:lnTo>
                    <a:pt x="945657" y="5421965"/>
                  </a:lnTo>
                  <a:lnTo>
                    <a:pt x="945783" y="5421965"/>
                  </a:lnTo>
                  <a:lnTo>
                    <a:pt x="945909" y="5421965"/>
                  </a:lnTo>
                  <a:lnTo>
                    <a:pt x="946035" y="5421965"/>
                  </a:lnTo>
                  <a:lnTo>
                    <a:pt x="946161" y="5421965"/>
                  </a:lnTo>
                  <a:lnTo>
                    <a:pt x="946287" y="5421965"/>
                  </a:lnTo>
                  <a:lnTo>
                    <a:pt x="946413" y="5421965"/>
                  </a:lnTo>
                  <a:lnTo>
                    <a:pt x="946539" y="5421965"/>
                  </a:lnTo>
                  <a:lnTo>
                    <a:pt x="946665" y="5421965"/>
                  </a:lnTo>
                  <a:lnTo>
                    <a:pt x="946791" y="5421965"/>
                  </a:lnTo>
                  <a:lnTo>
                    <a:pt x="946918" y="5421965"/>
                  </a:lnTo>
                  <a:lnTo>
                    <a:pt x="947044" y="5421965"/>
                  </a:lnTo>
                  <a:lnTo>
                    <a:pt x="947170" y="5421965"/>
                  </a:lnTo>
                  <a:lnTo>
                    <a:pt x="947296" y="5421965"/>
                  </a:lnTo>
                  <a:lnTo>
                    <a:pt x="947422" y="5421965"/>
                  </a:lnTo>
                  <a:lnTo>
                    <a:pt x="947548" y="5421965"/>
                  </a:lnTo>
                  <a:lnTo>
                    <a:pt x="947674" y="5421965"/>
                  </a:lnTo>
                  <a:lnTo>
                    <a:pt x="947800" y="5421965"/>
                  </a:lnTo>
                  <a:lnTo>
                    <a:pt x="947926" y="5421965"/>
                  </a:lnTo>
                  <a:lnTo>
                    <a:pt x="948052" y="5421965"/>
                  </a:lnTo>
                  <a:lnTo>
                    <a:pt x="948178" y="5421965"/>
                  </a:lnTo>
                  <a:lnTo>
                    <a:pt x="948304" y="5421965"/>
                  </a:lnTo>
                  <a:lnTo>
                    <a:pt x="948431" y="5421965"/>
                  </a:lnTo>
                  <a:lnTo>
                    <a:pt x="948557" y="5421965"/>
                  </a:lnTo>
                  <a:lnTo>
                    <a:pt x="948683" y="5421965"/>
                  </a:lnTo>
                  <a:lnTo>
                    <a:pt x="948683" y="5416686"/>
                  </a:lnTo>
                  <a:lnTo>
                    <a:pt x="948809" y="5416686"/>
                  </a:lnTo>
                  <a:lnTo>
                    <a:pt x="948935" y="5416686"/>
                  </a:lnTo>
                  <a:lnTo>
                    <a:pt x="949061" y="5416686"/>
                  </a:lnTo>
                  <a:lnTo>
                    <a:pt x="949187" y="5416686"/>
                  </a:lnTo>
                  <a:lnTo>
                    <a:pt x="949313" y="5416686"/>
                  </a:lnTo>
                  <a:lnTo>
                    <a:pt x="949439" y="5416686"/>
                  </a:lnTo>
                  <a:lnTo>
                    <a:pt x="949565" y="5416686"/>
                  </a:lnTo>
                  <a:lnTo>
                    <a:pt x="949691" y="5416686"/>
                  </a:lnTo>
                  <a:lnTo>
                    <a:pt x="949818" y="5416686"/>
                  </a:lnTo>
                  <a:lnTo>
                    <a:pt x="949944" y="5416686"/>
                  </a:lnTo>
                  <a:lnTo>
                    <a:pt x="950070" y="5416686"/>
                  </a:lnTo>
                  <a:lnTo>
                    <a:pt x="950196" y="5416686"/>
                  </a:lnTo>
                  <a:lnTo>
                    <a:pt x="950322" y="5416686"/>
                  </a:lnTo>
                  <a:lnTo>
                    <a:pt x="950322" y="5411406"/>
                  </a:lnTo>
                  <a:lnTo>
                    <a:pt x="950448" y="5411406"/>
                  </a:lnTo>
                  <a:lnTo>
                    <a:pt x="950574" y="5411406"/>
                  </a:lnTo>
                  <a:lnTo>
                    <a:pt x="950700" y="5411406"/>
                  </a:lnTo>
                  <a:lnTo>
                    <a:pt x="950826" y="5411406"/>
                  </a:lnTo>
                  <a:lnTo>
                    <a:pt x="950952" y="5411406"/>
                  </a:lnTo>
                  <a:lnTo>
                    <a:pt x="951078" y="5411406"/>
                  </a:lnTo>
                  <a:lnTo>
                    <a:pt x="951078" y="5406127"/>
                  </a:lnTo>
                  <a:lnTo>
                    <a:pt x="951204" y="5406127"/>
                  </a:lnTo>
                  <a:lnTo>
                    <a:pt x="951331" y="5406127"/>
                  </a:lnTo>
                  <a:lnTo>
                    <a:pt x="951457" y="5406127"/>
                  </a:lnTo>
                  <a:lnTo>
                    <a:pt x="951583" y="5406127"/>
                  </a:lnTo>
                  <a:lnTo>
                    <a:pt x="951709" y="5406127"/>
                  </a:lnTo>
                  <a:lnTo>
                    <a:pt x="951835" y="5406127"/>
                  </a:lnTo>
                  <a:lnTo>
                    <a:pt x="951961" y="5406127"/>
                  </a:lnTo>
                  <a:lnTo>
                    <a:pt x="952087" y="5406127"/>
                  </a:lnTo>
                  <a:lnTo>
                    <a:pt x="952213" y="5406127"/>
                  </a:lnTo>
                  <a:lnTo>
                    <a:pt x="952339" y="5406127"/>
                  </a:lnTo>
                  <a:lnTo>
                    <a:pt x="952465" y="5406127"/>
                  </a:lnTo>
                  <a:lnTo>
                    <a:pt x="952591" y="5406127"/>
                  </a:lnTo>
                  <a:lnTo>
                    <a:pt x="952718" y="5406127"/>
                  </a:lnTo>
                  <a:lnTo>
                    <a:pt x="952844" y="5406127"/>
                  </a:lnTo>
                  <a:lnTo>
                    <a:pt x="952970" y="5406127"/>
                  </a:lnTo>
                  <a:lnTo>
                    <a:pt x="953096" y="5406127"/>
                  </a:lnTo>
                  <a:lnTo>
                    <a:pt x="953222" y="5406127"/>
                  </a:lnTo>
                  <a:lnTo>
                    <a:pt x="953348" y="5406127"/>
                  </a:lnTo>
                  <a:lnTo>
                    <a:pt x="953474" y="5406127"/>
                  </a:lnTo>
                  <a:lnTo>
                    <a:pt x="953474" y="5400848"/>
                  </a:lnTo>
                  <a:lnTo>
                    <a:pt x="953600" y="5400848"/>
                  </a:lnTo>
                  <a:lnTo>
                    <a:pt x="953726" y="5400848"/>
                  </a:lnTo>
                  <a:lnTo>
                    <a:pt x="953852" y="5400848"/>
                  </a:lnTo>
                  <a:lnTo>
                    <a:pt x="953978" y="5400848"/>
                  </a:lnTo>
                  <a:lnTo>
                    <a:pt x="954104" y="5400848"/>
                  </a:lnTo>
                  <a:lnTo>
                    <a:pt x="954231" y="5400848"/>
                  </a:lnTo>
                  <a:lnTo>
                    <a:pt x="954357" y="5400848"/>
                  </a:lnTo>
                  <a:lnTo>
                    <a:pt x="954483" y="5400848"/>
                  </a:lnTo>
                  <a:lnTo>
                    <a:pt x="954609" y="5400848"/>
                  </a:lnTo>
                  <a:lnTo>
                    <a:pt x="954735" y="5400848"/>
                  </a:lnTo>
                  <a:lnTo>
                    <a:pt x="954735" y="5395568"/>
                  </a:lnTo>
                  <a:lnTo>
                    <a:pt x="954861" y="5395568"/>
                  </a:lnTo>
                  <a:lnTo>
                    <a:pt x="954987" y="5395568"/>
                  </a:lnTo>
                  <a:lnTo>
                    <a:pt x="955113" y="5395568"/>
                  </a:lnTo>
                  <a:lnTo>
                    <a:pt x="955113" y="5390289"/>
                  </a:lnTo>
                  <a:lnTo>
                    <a:pt x="955239" y="5390289"/>
                  </a:lnTo>
                  <a:lnTo>
                    <a:pt x="955365" y="5390289"/>
                  </a:lnTo>
                  <a:lnTo>
                    <a:pt x="955491" y="5390289"/>
                  </a:lnTo>
                  <a:lnTo>
                    <a:pt x="955618" y="5390289"/>
                  </a:lnTo>
                  <a:lnTo>
                    <a:pt x="955744" y="5390289"/>
                  </a:lnTo>
                  <a:lnTo>
                    <a:pt x="955870" y="5390289"/>
                  </a:lnTo>
                  <a:lnTo>
                    <a:pt x="955996" y="5390289"/>
                  </a:lnTo>
                  <a:lnTo>
                    <a:pt x="956122" y="5390289"/>
                  </a:lnTo>
                  <a:lnTo>
                    <a:pt x="956248" y="5390289"/>
                  </a:lnTo>
                  <a:lnTo>
                    <a:pt x="956374" y="5390289"/>
                  </a:lnTo>
                  <a:lnTo>
                    <a:pt x="956500" y="5390289"/>
                  </a:lnTo>
                  <a:lnTo>
                    <a:pt x="956626" y="5390289"/>
                  </a:lnTo>
                  <a:lnTo>
                    <a:pt x="956752" y="5390289"/>
                  </a:lnTo>
                  <a:lnTo>
                    <a:pt x="956878" y="5390289"/>
                  </a:lnTo>
                  <a:lnTo>
                    <a:pt x="957005" y="5390289"/>
                  </a:lnTo>
                  <a:lnTo>
                    <a:pt x="957131" y="5390289"/>
                  </a:lnTo>
                  <a:lnTo>
                    <a:pt x="957257" y="5390289"/>
                  </a:lnTo>
                  <a:lnTo>
                    <a:pt x="957383" y="5390289"/>
                  </a:lnTo>
                  <a:lnTo>
                    <a:pt x="957509" y="5390289"/>
                  </a:lnTo>
                  <a:lnTo>
                    <a:pt x="957635" y="5390289"/>
                  </a:lnTo>
                  <a:lnTo>
                    <a:pt x="957761" y="5390289"/>
                  </a:lnTo>
                  <a:lnTo>
                    <a:pt x="957887" y="5390289"/>
                  </a:lnTo>
                  <a:lnTo>
                    <a:pt x="958013" y="5390289"/>
                  </a:lnTo>
                  <a:lnTo>
                    <a:pt x="958139" y="5390289"/>
                  </a:lnTo>
                  <a:lnTo>
                    <a:pt x="958265" y="5390289"/>
                  </a:lnTo>
                  <a:lnTo>
                    <a:pt x="958391" y="5390289"/>
                  </a:lnTo>
                  <a:lnTo>
                    <a:pt x="958518" y="5390289"/>
                  </a:lnTo>
                  <a:lnTo>
                    <a:pt x="958644" y="5390289"/>
                  </a:lnTo>
                  <a:lnTo>
                    <a:pt x="958770" y="5390289"/>
                  </a:lnTo>
                  <a:lnTo>
                    <a:pt x="958896" y="5390289"/>
                  </a:lnTo>
                  <a:lnTo>
                    <a:pt x="959022" y="5390289"/>
                  </a:lnTo>
                  <a:lnTo>
                    <a:pt x="959148" y="5390289"/>
                  </a:lnTo>
                  <a:lnTo>
                    <a:pt x="959274" y="5390289"/>
                  </a:lnTo>
                  <a:lnTo>
                    <a:pt x="959400" y="5390289"/>
                  </a:lnTo>
                  <a:lnTo>
                    <a:pt x="959400" y="5385009"/>
                  </a:lnTo>
                  <a:lnTo>
                    <a:pt x="959526" y="5385009"/>
                  </a:lnTo>
                  <a:lnTo>
                    <a:pt x="959652" y="5385009"/>
                  </a:lnTo>
                  <a:lnTo>
                    <a:pt x="959778" y="5385009"/>
                  </a:lnTo>
                  <a:lnTo>
                    <a:pt x="959905" y="5385009"/>
                  </a:lnTo>
                  <a:lnTo>
                    <a:pt x="960031" y="5385009"/>
                  </a:lnTo>
                  <a:lnTo>
                    <a:pt x="960157" y="5385009"/>
                  </a:lnTo>
                  <a:lnTo>
                    <a:pt x="960283" y="5385009"/>
                  </a:lnTo>
                  <a:lnTo>
                    <a:pt x="960409" y="5385009"/>
                  </a:lnTo>
                  <a:lnTo>
                    <a:pt x="960535" y="5385009"/>
                  </a:lnTo>
                  <a:lnTo>
                    <a:pt x="960661" y="5385009"/>
                  </a:lnTo>
                  <a:lnTo>
                    <a:pt x="960787" y="5385009"/>
                  </a:lnTo>
                  <a:lnTo>
                    <a:pt x="960913" y="5385009"/>
                  </a:lnTo>
                  <a:lnTo>
                    <a:pt x="961039" y="5385009"/>
                  </a:lnTo>
                  <a:lnTo>
                    <a:pt x="961165" y="5385009"/>
                  </a:lnTo>
                  <a:lnTo>
                    <a:pt x="961291" y="5385009"/>
                  </a:lnTo>
                  <a:lnTo>
                    <a:pt x="961418" y="5385009"/>
                  </a:lnTo>
                  <a:lnTo>
                    <a:pt x="961544" y="5385009"/>
                  </a:lnTo>
                  <a:lnTo>
                    <a:pt x="961670" y="5385009"/>
                  </a:lnTo>
                  <a:lnTo>
                    <a:pt x="961796" y="5385009"/>
                  </a:lnTo>
                  <a:lnTo>
                    <a:pt x="961922" y="5385009"/>
                  </a:lnTo>
                  <a:lnTo>
                    <a:pt x="962048" y="5385009"/>
                  </a:lnTo>
                  <a:lnTo>
                    <a:pt x="962174" y="5385009"/>
                  </a:lnTo>
                  <a:lnTo>
                    <a:pt x="962300" y="5385009"/>
                  </a:lnTo>
                  <a:lnTo>
                    <a:pt x="962426" y="5385009"/>
                  </a:lnTo>
                  <a:lnTo>
                    <a:pt x="962552" y="5385009"/>
                  </a:lnTo>
                  <a:lnTo>
                    <a:pt x="962678" y="5385009"/>
                  </a:lnTo>
                  <a:lnTo>
                    <a:pt x="962805" y="5385009"/>
                  </a:lnTo>
                  <a:lnTo>
                    <a:pt x="962931" y="5385009"/>
                  </a:lnTo>
                  <a:lnTo>
                    <a:pt x="963057" y="5385009"/>
                  </a:lnTo>
                  <a:lnTo>
                    <a:pt x="963183" y="5385009"/>
                  </a:lnTo>
                  <a:lnTo>
                    <a:pt x="963309" y="5385009"/>
                  </a:lnTo>
                  <a:lnTo>
                    <a:pt x="963435" y="5385009"/>
                  </a:lnTo>
                  <a:lnTo>
                    <a:pt x="963561" y="5385009"/>
                  </a:lnTo>
                  <a:lnTo>
                    <a:pt x="963687" y="5385009"/>
                  </a:lnTo>
                  <a:lnTo>
                    <a:pt x="963813" y="5385009"/>
                  </a:lnTo>
                  <a:lnTo>
                    <a:pt x="963939" y="5385009"/>
                  </a:lnTo>
                  <a:lnTo>
                    <a:pt x="964065" y="5385009"/>
                  </a:lnTo>
                  <a:lnTo>
                    <a:pt x="964192" y="5385009"/>
                  </a:lnTo>
                  <a:lnTo>
                    <a:pt x="964318" y="5385009"/>
                  </a:lnTo>
                  <a:lnTo>
                    <a:pt x="964444" y="5385009"/>
                  </a:lnTo>
                  <a:lnTo>
                    <a:pt x="964570" y="5385009"/>
                  </a:lnTo>
                  <a:lnTo>
                    <a:pt x="964696" y="5385009"/>
                  </a:lnTo>
                  <a:lnTo>
                    <a:pt x="964822" y="5385009"/>
                  </a:lnTo>
                  <a:lnTo>
                    <a:pt x="964948" y="5385009"/>
                  </a:lnTo>
                  <a:lnTo>
                    <a:pt x="965074" y="5385009"/>
                  </a:lnTo>
                  <a:lnTo>
                    <a:pt x="965200" y="5385009"/>
                  </a:lnTo>
                  <a:lnTo>
                    <a:pt x="965326" y="5385009"/>
                  </a:lnTo>
                  <a:lnTo>
                    <a:pt x="965452" y="5385009"/>
                  </a:lnTo>
                  <a:lnTo>
                    <a:pt x="965452" y="5379730"/>
                  </a:lnTo>
                  <a:lnTo>
                    <a:pt x="965578" y="5379730"/>
                  </a:lnTo>
                  <a:lnTo>
                    <a:pt x="965705" y="5379730"/>
                  </a:lnTo>
                  <a:lnTo>
                    <a:pt x="965831" y="5379730"/>
                  </a:lnTo>
                  <a:lnTo>
                    <a:pt x="965957" y="5379730"/>
                  </a:lnTo>
                  <a:lnTo>
                    <a:pt x="966083" y="5379730"/>
                  </a:lnTo>
                  <a:lnTo>
                    <a:pt x="966209" y="5379730"/>
                  </a:lnTo>
                  <a:lnTo>
                    <a:pt x="966335" y="5379730"/>
                  </a:lnTo>
                  <a:lnTo>
                    <a:pt x="966461" y="5379730"/>
                  </a:lnTo>
                  <a:lnTo>
                    <a:pt x="966587" y="5379730"/>
                  </a:lnTo>
                  <a:lnTo>
                    <a:pt x="966713" y="5379730"/>
                  </a:lnTo>
                  <a:lnTo>
                    <a:pt x="966713" y="5374450"/>
                  </a:lnTo>
                  <a:lnTo>
                    <a:pt x="966839" y="5374450"/>
                  </a:lnTo>
                  <a:lnTo>
                    <a:pt x="966965" y="5374450"/>
                  </a:lnTo>
                  <a:lnTo>
                    <a:pt x="967092" y="5374450"/>
                  </a:lnTo>
                  <a:lnTo>
                    <a:pt x="967218" y="5374450"/>
                  </a:lnTo>
                  <a:lnTo>
                    <a:pt x="967344" y="5374450"/>
                  </a:lnTo>
                  <a:lnTo>
                    <a:pt x="967470" y="5374450"/>
                  </a:lnTo>
                  <a:lnTo>
                    <a:pt x="967596" y="5374450"/>
                  </a:lnTo>
                  <a:lnTo>
                    <a:pt x="967722" y="5374450"/>
                  </a:lnTo>
                  <a:lnTo>
                    <a:pt x="967848" y="5374450"/>
                  </a:lnTo>
                  <a:lnTo>
                    <a:pt x="967974" y="5374450"/>
                  </a:lnTo>
                  <a:lnTo>
                    <a:pt x="968100" y="5374450"/>
                  </a:lnTo>
                  <a:lnTo>
                    <a:pt x="968226" y="5374450"/>
                  </a:lnTo>
                  <a:lnTo>
                    <a:pt x="968352" y="5374450"/>
                  </a:lnTo>
                  <a:lnTo>
                    <a:pt x="968478" y="5374450"/>
                  </a:lnTo>
                  <a:lnTo>
                    <a:pt x="968605" y="5374450"/>
                  </a:lnTo>
                  <a:lnTo>
                    <a:pt x="968731" y="5374450"/>
                  </a:lnTo>
                  <a:lnTo>
                    <a:pt x="968857" y="5374450"/>
                  </a:lnTo>
                  <a:lnTo>
                    <a:pt x="968857" y="5369171"/>
                  </a:lnTo>
                  <a:lnTo>
                    <a:pt x="968983" y="5369171"/>
                  </a:lnTo>
                  <a:lnTo>
                    <a:pt x="969109" y="5369171"/>
                  </a:lnTo>
                  <a:lnTo>
                    <a:pt x="969235" y="5369171"/>
                  </a:lnTo>
                  <a:lnTo>
                    <a:pt x="969361" y="5369171"/>
                  </a:lnTo>
                  <a:lnTo>
                    <a:pt x="969487" y="5369171"/>
                  </a:lnTo>
                  <a:lnTo>
                    <a:pt x="969613" y="5369171"/>
                  </a:lnTo>
                  <a:lnTo>
                    <a:pt x="969739" y="5369171"/>
                  </a:lnTo>
                  <a:lnTo>
                    <a:pt x="969865" y="5369171"/>
                  </a:lnTo>
                  <a:lnTo>
                    <a:pt x="969992" y="5369171"/>
                  </a:lnTo>
                  <a:lnTo>
                    <a:pt x="970118" y="5369171"/>
                  </a:lnTo>
                  <a:lnTo>
                    <a:pt x="970244" y="5369171"/>
                  </a:lnTo>
                  <a:lnTo>
                    <a:pt x="970370" y="5369171"/>
                  </a:lnTo>
                  <a:lnTo>
                    <a:pt x="970496" y="5369171"/>
                  </a:lnTo>
                  <a:lnTo>
                    <a:pt x="970622" y="5369171"/>
                  </a:lnTo>
                  <a:lnTo>
                    <a:pt x="970748" y="5369171"/>
                  </a:lnTo>
                  <a:lnTo>
                    <a:pt x="970874" y="5369171"/>
                  </a:lnTo>
                  <a:lnTo>
                    <a:pt x="971000" y="5369171"/>
                  </a:lnTo>
                  <a:lnTo>
                    <a:pt x="971126" y="5369171"/>
                  </a:lnTo>
                  <a:lnTo>
                    <a:pt x="971252" y="5369171"/>
                  </a:lnTo>
                  <a:lnTo>
                    <a:pt x="971379" y="5369171"/>
                  </a:lnTo>
                  <a:lnTo>
                    <a:pt x="971505" y="5369171"/>
                  </a:lnTo>
                  <a:lnTo>
                    <a:pt x="971631" y="5369171"/>
                  </a:lnTo>
                  <a:lnTo>
                    <a:pt x="971757" y="5369171"/>
                  </a:lnTo>
                  <a:lnTo>
                    <a:pt x="971883" y="5369171"/>
                  </a:lnTo>
                  <a:lnTo>
                    <a:pt x="972009" y="5369171"/>
                  </a:lnTo>
                  <a:lnTo>
                    <a:pt x="972135" y="5369171"/>
                  </a:lnTo>
                  <a:lnTo>
                    <a:pt x="972261" y="5369171"/>
                  </a:lnTo>
                  <a:lnTo>
                    <a:pt x="972387" y="5369171"/>
                  </a:lnTo>
                  <a:lnTo>
                    <a:pt x="972513" y="5369171"/>
                  </a:lnTo>
                  <a:lnTo>
                    <a:pt x="972639" y="5369171"/>
                  </a:lnTo>
                  <a:lnTo>
                    <a:pt x="972765" y="5369171"/>
                  </a:lnTo>
                  <a:lnTo>
                    <a:pt x="972892" y="5369171"/>
                  </a:lnTo>
                  <a:lnTo>
                    <a:pt x="973018" y="5369171"/>
                  </a:lnTo>
                  <a:lnTo>
                    <a:pt x="973144" y="5369171"/>
                  </a:lnTo>
                  <a:lnTo>
                    <a:pt x="973270" y="5369171"/>
                  </a:lnTo>
                  <a:lnTo>
                    <a:pt x="973396" y="5369171"/>
                  </a:lnTo>
                  <a:lnTo>
                    <a:pt x="973522" y="5369171"/>
                  </a:lnTo>
                  <a:lnTo>
                    <a:pt x="973648" y="5369171"/>
                  </a:lnTo>
                  <a:lnTo>
                    <a:pt x="973774" y="5369171"/>
                  </a:lnTo>
                  <a:lnTo>
                    <a:pt x="973900" y="5369171"/>
                  </a:lnTo>
                  <a:lnTo>
                    <a:pt x="974026" y="5369171"/>
                  </a:lnTo>
                  <a:lnTo>
                    <a:pt x="974152" y="5369171"/>
                  </a:lnTo>
                  <a:lnTo>
                    <a:pt x="974279" y="5369171"/>
                  </a:lnTo>
                  <a:lnTo>
                    <a:pt x="974405" y="5369171"/>
                  </a:lnTo>
                  <a:lnTo>
                    <a:pt x="974531" y="5369171"/>
                  </a:lnTo>
                  <a:lnTo>
                    <a:pt x="974657" y="5369171"/>
                  </a:lnTo>
                  <a:lnTo>
                    <a:pt x="974783" y="5369171"/>
                  </a:lnTo>
                  <a:lnTo>
                    <a:pt x="974909" y="5369171"/>
                  </a:lnTo>
                  <a:lnTo>
                    <a:pt x="975035" y="5369171"/>
                  </a:lnTo>
                  <a:lnTo>
                    <a:pt x="975161" y="5369171"/>
                  </a:lnTo>
                  <a:lnTo>
                    <a:pt x="975287" y="5369171"/>
                  </a:lnTo>
                  <a:lnTo>
                    <a:pt x="975413" y="5369171"/>
                  </a:lnTo>
                  <a:lnTo>
                    <a:pt x="975539" y="5369171"/>
                  </a:lnTo>
                  <a:lnTo>
                    <a:pt x="975665" y="5369171"/>
                  </a:lnTo>
                  <a:lnTo>
                    <a:pt x="975792" y="5369171"/>
                  </a:lnTo>
                  <a:lnTo>
                    <a:pt x="975918" y="5369171"/>
                  </a:lnTo>
                  <a:lnTo>
                    <a:pt x="976044" y="5369171"/>
                  </a:lnTo>
                  <a:lnTo>
                    <a:pt x="976170" y="5369171"/>
                  </a:lnTo>
                  <a:lnTo>
                    <a:pt x="976296" y="5369171"/>
                  </a:lnTo>
                  <a:lnTo>
                    <a:pt x="976422" y="5369171"/>
                  </a:lnTo>
                  <a:lnTo>
                    <a:pt x="976548" y="5369171"/>
                  </a:lnTo>
                  <a:lnTo>
                    <a:pt x="976674" y="5369171"/>
                  </a:lnTo>
                  <a:lnTo>
                    <a:pt x="976800" y="5369171"/>
                  </a:lnTo>
                  <a:lnTo>
                    <a:pt x="976926" y="5369171"/>
                  </a:lnTo>
                  <a:lnTo>
                    <a:pt x="977052" y="5369171"/>
                  </a:lnTo>
                  <a:lnTo>
                    <a:pt x="977179" y="5369171"/>
                  </a:lnTo>
                  <a:lnTo>
                    <a:pt x="977305" y="5369171"/>
                  </a:lnTo>
                  <a:lnTo>
                    <a:pt x="977431" y="5369171"/>
                  </a:lnTo>
                  <a:lnTo>
                    <a:pt x="977557" y="5369171"/>
                  </a:lnTo>
                  <a:lnTo>
                    <a:pt x="977557" y="5363892"/>
                  </a:lnTo>
                  <a:lnTo>
                    <a:pt x="977683" y="5363892"/>
                  </a:lnTo>
                  <a:lnTo>
                    <a:pt x="977809" y="5363892"/>
                  </a:lnTo>
                  <a:lnTo>
                    <a:pt x="977935" y="5363892"/>
                  </a:lnTo>
                  <a:lnTo>
                    <a:pt x="978061" y="5363892"/>
                  </a:lnTo>
                  <a:lnTo>
                    <a:pt x="978187" y="5363892"/>
                  </a:lnTo>
                  <a:lnTo>
                    <a:pt x="978313" y="5363892"/>
                  </a:lnTo>
                  <a:lnTo>
                    <a:pt x="978439" y="5363892"/>
                  </a:lnTo>
                  <a:lnTo>
                    <a:pt x="978565" y="5363892"/>
                  </a:lnTo>
                  <a:lnTo>
                    <a:pt x="978692" y="5363892"/>
                  </a:lnTo>
                  <a:lnTo>
                    <a:pt x="978818" y="5363892"/>
                  </a:lnTo>
                  <a:lnTo>
                    <a:pt x="978944" y="5363892"/>
                  </a:lnTo>
                  <a:lnTo>
                    <a:pt x="979070" y="5363892"/>
                  </a:lnTo>
                  <a:lnTo>
                    <a:pt x="979196" y="5363892"/>
                  </a:lnTo>
                  <a:lnTo>
                    <a:pt x="979322" y="5363892"/>
                  </a:lnTo>
                  <a:lnTo>
                    <a:pt x="979448" y="5363892"/>
                  </a:lnTo>
                  <a:lnTo>
                    <a:pt x="979574" y="5363892"/>
                  </a:lnTo>
                  <a:lnTo>
                    <a:pt x="979700" y="5363892"/>
                  </a:lnTo>
                  <a:lnTo>
                    <a:pt x="979826" y="5363892"/>
                  </a:lnTo>
                  <a:lnTo>
                    <a:pt x="979952" y="5363892"/>
                  </a:lnTo>
                  <a:lnTo>
                    <a:pt x="980079" y="5363892"/>
                  </a:lnTo>
                  <a:lnTo>
                    <a:pt x="980205" y="5363892"/>
                  </a:lnTo>
                  <a:lnTo>
                    <a:pt x="980331" y="5363892"/>
                  </a:lnTo>
                  <a:lnTo>
                    <a:pt x="980457" y="5363892"/>
                  </a:lnTo>
                  <a:lnTo>
                    <a:pt x="980583" y="5363892"/>
                  </a:lnTo>
                  <a:lnTo>
                    <a:pt x="980709" y="5363892"/>
                  </a:lnTo>
                  <a:lnTo>
                    <a:pt x="980835" y="5363892"/>
                  </a:lnTo>
                  <a:lnTo>
                    <a:pt x="980961" y="5363892"/>
                  </a:lnTo>
                  <a:lnTo>
                    <a:pt x="981087" y="5363892"/>
                  </a:lnTo>
                  <a:lnTo>
                    <a:pt x="981213" y="5363892"/>
                  </a:lnTo>
                  <a:lnTo>
                    <a:pt x="981339" y="5363892"/>
                  </a:lnTo>
                  <a:lnTo>
                    <a:pt x="981466" y="5363892"/>
                  </a:lnTo>
                  <a:lnTo>
                    <a:pt x="981592" y="5363892"/>
                  </a:lnTo>
                  <a:lnTo>
                    <a:pt x="981718" y="5363892"/>
                  </a:lnTo>
                  <a:lnTo>
                    <a:pt x="981844" y="5363892"/>
                  </a:lnTo>
                  <a:lnTo>
                    <a:pt x="981970" y="5363892"/>
                  </a:lnTo>
                  <a:lnTo>
                    <a:pt x="982096" y="5363892"/>
                  </a:lnTo>
                  <a:lnTo>
                    <a:pt x="982222" y="5363892"/>
                  </a:lnTo>
                  <a:lnTo>
                    <a:pt x="982348" y="5363892"/>
                  </a:lnTo>
                  <a:lnTo>
                    <a:pt x="982474" y="5363892"/>
                  </a:lnTo>
                  <a:lnTo>
                    <a:pt x="982600" y="5363892"/>
                  </a:lnTo>
                  <a:lnTo>
                    <a:pt x="982726" y="5363892"/>
                  </a:lnTo>
                  <a:lnTo>
                    <a:pt x="982852" y="5363892"/>
                  </a:lnTo>
                  <a:lnTo>
                    <a:pt x="982979" y="5363892"/>
                  </a:lnTo>
                  <a:lnTo>
                    <a:pt x="982979" y="5358612"/>
                  </a:lnTo>
                  <a:lnTo>
                    <a:pt x="983105" y="5358612"/>
                  </a:lnTo>
                  <a:lnTo>
                    <a:pt x="983231" y="5358612"/>
                  </a:lnTo>
                  <a:lnTo>
                    <a:pt x="983357" y="5358612"/>
                  </a:lnTo>
                  <a:lnTo>
                    <a:pt x="983483" y="5358612"/>
                  </a:lnTo>
                  <a:lnTo>
                    <a:pt x="983609" y="5358612"/>
                  </a:lnTo>
                  <a:lnTo>
                    <a:pt x="983735" y="5358612"/>
                  </a:lnTo>
                  <a:lnTo>
                    <a:pt x="983861" y="5358612"/>
                  </a:lnTo>
                  <a:lnTo>
                    <a:pt x="983987" y="5358612"/>
                  </a:lnTo>
                  <a:lnTo>
                    <a:pt x="984113" y="5358612"/>
                  </a:lnTo>
                  <a:lnTo>
                    <a:pt x="984239" y="5358612"/>
                  </a:lnTo>
                  <a:lnTo>
                    <a:pt x="984366" y="5358612"/>
                  </a:lnTo>
                  <a:lnTo>
                    <a:pt x="984492" y="5358612"/>
                  </a:lnTo>
                  <a:lnTo>
                    <a:pt x="984618" y="5358612"/>
                  </a:lnTo>
                  <a:lnTo>
                    <a:pt x="984744" y="5358612"/>
                  </a:lnTo>
                  <a:lnTo>
                    <a:pt x="984870" y="5358612"/>
                  </a:lnTo>
                  <a:lnTo>
                    <a:pt x="984996" y="5358612"/>
                  </a:lnTo>
                  <a:lnTo>
                    <a:pt x="985122" y="5358612"/>
                  </a:lnTo>
                  <a:lnTo>
                    <a:pt x="985248" y="5358612"/>
                  </a:lnTo>
                  <a:lnTo>
                    <a:pt x="985374" y="5358612"/>
                  </a:lnTo>
                  <a:lnTo>
                    <a:pt x="985500" y="5358612"/>
                  </a:lnTo>
                  <a:lnTo>
                    <a:pt x="985626" y="5358612"/>
                  </a:lnTo>
                  <a:lnTo>
                    <a:pt x="985752" y="5358612"/>
                  </a:lnTo>
                  <a:lnTo>
                    <a:pt x="985879" y="5358612"/>
                  </a:lnTo>
                  <a:lnTo>
                    <a:pt x="986005" y="5358612"/>
                  </a:lnTo>
                  <a:lnTo>
                    <a:pt x="986131" y="5358612"/>
                  </a:lnTo>
                  <a:lnTo>
                    <a:pt x="986257" y="5358612"/>
                  </a:lnTo>
                  <a:lnTo>
                    <a:pt x="986383" y="5358612"/>
                  </a:lnTo>
                  <a:lnTo>
                    <a:pt x="986383" y="5353333"/>
                  </a:lnTo>
                  <a:lnTo>
                    <a:pt x="986509" y="5353333"/>
                  </a:lnTo>
                  <a:lnTo>
                    <a:pt x="986635" y="5353333"/>
                  </a:lnTo>
                  <a:lnTo>
                    <a:pt x="986761" y="5353333"/>
                  </a:lnTo>
                  <a:lnTo>
                    <a:pt x="986887" y="5353333"/>
                  </a:lnTo>
                  <a:lnTo>
                    <a:pt x="987013" y="5353333"/>
                  </a:lnTo>
                  <a:lnTo>
                    <a:pt x="987139" y="5353333"/>
                  </a:lnTo>
                  <a:lnTo>
                    <a:pt x="987266" y="5353333"/>
                  </a:lnTo>
                  <a:lnTo>
                    <a:pt x="987392" y="5353333"/>
                  </a:lnTo>
                  <a:lnTo>
                    <a:pt x="987518" y="5353333"/>
                  </a:lnTo>
                  <a:lnTo>
                    <a:pt x="987644" y="5353333"/>
                  </a:lnTo>
                  <a:lnTo>
                    <a:pt x="987770" y="5353333"/>
                  </a:lnTo>
                  <a:lnTo>
                    <a:pt x="987896" y="5353333"/>
                  </a:lnTo>
                  <a:lnTo>
                    <a:pt x="988022" y="5353333"/>
                  </a:lnTo>
                  <a:lnTo>
                    <a:pt x="988148" y="5353333"/>
                  </a:lnTo>
                  <a:lnTo>
                    <a:pt x="988274" y="5353333"/>
                  </a:lnTo>
                  <a:lnTo>
                    <a:pt x="988400" y="5353333"/>
                  </a:lnTo>
                  <a:lnTo>
                    <a:pt x="988526" y="5353333"/>
                  </a:lnTo>
                  <a:lnTo>
                    <a:pt x="988526" y="5348053"/>
                  </a:lnTo>
                  <a:lnTo>
                    <a:pt x="988653" y="5348053"/>
                  </a:lnTo>
                  <a:lnTo>
                    <a:pt x="988779" y="5348053"/>
                  </a:lnTo>
                  <a:lnTo>
                    <a:pt x="988905" y="5348053"/>
                  </a:lnTo>
                  <a:lnTo>
                    <a:pt x="989031" y="5348053"/>
                  </a:lnTo>
                  <a:lnTo>
                    <a:pt x="989157" y="5348053"/>
                  </a:lnTo>
                  <a:lnTo>
                    <a:pt x="989283" y="5348053"/>
                  </a:lnTo>
                  <a:lnTo>
                    <a:pt x="989409" y="5348053"/>
                  </a:lnTo>
                  <a:lnTo>
                    <a:pt x="989535" y="5348053"/>
                  </a:lnTo>
                  <a:lnTo>
                    <a:pt x="989661" y="5348053"/>
                  </a:lnTo>
                  <a:lnTo>
                    <a:pt x="989787" y="5348053"/>
                  </a:lnTo>
                  <a:lnTo>
                    <a:pt x="989913" y="5348053"/>
                  </a:lnTo>
                  <a:lnTo>
                    <a:pt x="990039" y="5348053"/>
                  </a:lnTo>
                  <a:lnTo>
                    <a:pt x="990166" y="5348053"/>
                  </a:lnTo>
                  <a:lnTo>
                    <a:pt x="990292" y="5348053"/>
                  </a:lnTo>
                  <a:lnTo>
                    <a:pt x="990418" y="5348053"/>
                  </a:lnTo>
                  <a:lnTo>
                    <a:pt x="990544" y="5348053"/>
                  </a:lnTo>
                  <a:lnTo>
                    <a:pt x="990670" y="5348053"/>
                  </a:lnTo>
                  <a:lnTo>
                    <a:pt x="990796" y="5348053"/>
                  </a:lnTo>
                  <a:lnTo>
                    <a:pt x="990922" y="5348053"/>
                  </a:lnTo>
                  <a:lnTo>
                    <a:pt x="991048" y="5348053"/>
                  </a:lnTo>
                  <a:lnTo>
                    <a:pt x="991174" y="5348053"/>
                  </a:lnTo>
                  <a:lnTo>
                    <a:pt x="991300" y="5348053"/>
                  </a:lnTo>
                  <a:lnTo>
                    <a:pt x="991426" y="5348053"/>
                  </a:lnTo>
                  <a:lnTo>
                    <a:pt x="991553" y="5348053"/>
                  </a:lnTo>
                  <a:lnTo>
                    <a:pt x="991679" y="5348053"/>
                  </a:lnTo>
                  <a:lnTo>
                    <a:pt x="991805" y="5348053"/>
                  </a:lnTo>
                  <a:lnTo>
                    <a:pt x="991931" y="5348053"/>
                  </a:lnTo>
                  <a:lnTo>
                    <a:pt x="992057" y="5348053"/>
                  </a:lnTo>
                  <a:lnTo>
                    <a:pt x="992183" y="5348053"/>
                  </a:lnTo>
                  <a:lnTo>
                    <a:pt x="992309" y="5348053"/>
                  </a:lnTo>
                  <a:lnTo>
                    <a:pt x="992435" y="5348053"/>
                  </a:lnTo>
                  <a:lnTo>
                    <a:pt x="992561" y="5348053"/>
                  </a:lnTo>
                  <a:lnTo>
                    <a:pt x="992687" y="5348053"/>
                  </a:lnTo>
                  <a:lnTo>
                    <a:pt x="992813" y="5348053"/>
                  </a:lnTo>
                  <a:lnTo>
                    <a:pt x="992939" y="5348053"/>
                  </a:lnTo>
                  <a:lnTo>
                    <a:pt x="993066" y="5348053"/>
                  </a:lnTo>
                  <a:lnTo>
                    <a:pt x="993192" y="5348053"/>
                  </a:lnTo>
                  <a:lnTo>
                    <a:pt x="993318" y="5348053"/>
                  </a:lnTo>
                  <a:lnTo>
                    <a:pt x="993444" y="5348053"/>
                  </a:lnTo>
                  <a:lnTo>
                    <a:pt x="993570" y="5348053"/>
                  </a:lnTo>
                  <a:lnTo>
                    <a:pt x="993696" y="5348053"/>
                  </a:lnTo>
                  <a:lnTo>
                    <a:pt x="993822" y="5348053"/>
                  </a:lnTo>
                  <a:lnTo>
                    <a:pt x="993948" y="5348053"/>
                  </a:lnTo>
                  <a:lnTo>
                    <a:pt x="994074" y="5348053"/>
                  </a:lnTo>
                  <a:lnTo>
                    <a:pt x="994200" y="5348053"/>
                  </a:lnTo>
                  <a:lnTo>
                    <a:pt x="994326" y="5348053"/>
                  </a:lnTo>
                  <a:lnTo>
                    <a:pt x="994326" y="5342774"/>
                  </a:lnTo>
                  <a:lnTo>
                    <a:pt x="994453" y="5342774"/>
                  </a:lnTo>
                  <a:lnTo>
                    <a:pt x="994579" y="5342774"/>
                  </a:lnTo>
                  <a:lnTo>
                    <a:pt x="994705" y="5342774"/>
                  </a:lnTo>
                  <a:lnTo>
                    <a:pt x="994831" y="5342774"/>
                  </a:lnTo>
                  <a:lnTo>
                    <a:pt x="994957" y="5342774"/>
                  </a:lnTo>
                  <a:lnTo>
                    <a:pt x="995083" y="5342774"/>
                  </a:lnTo>
                  <a:lnTo>
                    <a:pt x="995209" y="5342774"/>
                  </a:lnTo>
                  <a:lnTo>
                    <a:pt x="995335" y="5342774"/>
                  </a:lnTo>
                  <a:lnTo>
                    <a:pt x="995461" y="5342774"/>
                  </a:lnTo>
                  <a:lnTo>
                    <a:pt x="995587" y="5342774"/>
                  </a:lnTo>
                  <a:lnTo>
                    <a:pt x="995713" y="5342774"/>
                  </a:lnTo>
                  <a:lnTo>
                    <a:pt x="995840" y="5342774"/>
                  </a:lnTo>
                  <a:lnTo>
                    <a:pt x="995966" y="5342774"/>
                  </a:lnTo>
                  <a:lnTo>
                    <a:pt x="996092" y="5342774"/>
                  </a:lnTo>
                  <a:lnTo>
                    <a:pt x="996218" y="5342774"/>
                  </a:lnTo>
                  <a:lnTo>
                    <a:pt x="996344" y="5342774"/>
                  </a:lnTo>
                  <a:lnTo>
                    <a:pt x="996470" y="5342774"/>
                  </a:lnTo>
                  <a:lnTo>
                    <a:pt x="996596" y="5342774"/>
                  </a:lnTo>
                  <a:lnTo>
                    <a:pt x="996722" y="5342774"/>
                  </a:lnTo>
                  <a:lnTo>
                    <a:pt x="996848" y="5342774"/>
                  </a:lnTo>
                  <a:lnTo>
                    <a:pt x="996974" y="5342774"/>
                  </a:lnTo>
                  <a:lnTo>
                    <a:pt x="997100" y="5342774"/>
                  </a:lnTo>
                  <a:lnTo>
                    <a:pt x="997226" y="5342774"/>
                  </a:lnTo>
                  <a:lnTo>
                    <a:pt x="997353" y="5342774"/>
                  </a:lnTo>
                  <a:lnTo>
                    <a:pt x="997479" y="5342774"/>
                  </a:lnTo>
                  <a:lnTo>
                    <a:pt x="997605" y="5342774"/>
                  </a:lnTo>
                  <a:lnTo>
                    <a:pt x="997731" y="5342774"/>
                  </a:lnTo>
                  <a:lnTo>
                    <a:pt x="997857" y="5342774"/>
                  </a:lnTo>
                  <a:lnTo>
                    <a:pt x="997983" y="5342774"/>
                  </a:lnTo>
                  <a:lnTo>
                    <a:pt x="998109" y="5342774"/>
                  </a:lnTo>
                  <a:lnTo>
                    <a:pt x="998235" y="5342774"/>
                  </a:lnTo>
                  <a:lnTo>
                    <a:pt x="998361" y="5342774"/>
                  </a:lnTo>
                  <a:lnTo>
                    <a:pt x="998487" y="5342774"/>
                  </a:lnTo>
                  <a:lnTo>
                    <a:pt x="998613" y="5342774"/>
                  </a:lnTo>
                  <a:lnTo>
                    <a:pt x="998740" y="5342774"/>
                  </a:lnTo>
                  <a:lnTo>
                    <a:pt x="998866" y="5342774"/>
                  </a:lnTo>
                  <a:lnTo>
                    <a:pt x="998992" y="5342774"/>
                  </a:lnTo>
                  <a:lnTo>
                    <a:pt x="999118" y="5342774"/>
                  </a:lnTo>
                  <a:lnTo>
                    <a:pt x="999244" y="5342774"/>
                  </a:lnTo>
                  <a:lnTo>
                    <a:pt x="999370" y="5342774"/>
                  </a:lnTo>
                  <a:lnTo>
                    <a:pt x="999496" y="5342774"/>
                  </a:lnTo>
                  <a:lnTo>
                    <a:pt x="999622" y="5342774"/>
                  </a:lnTo>
                  <a:lnTo>
                    <a:pt x="999748" y="5342774"/>
                  </a:lnTo>
                  <a:lnTo>
                    <a:pt x="999874" y="5342774"/>
                  </a:lnTo>
                  <a:lnTo>
                    <a:pt x="1000000" y="5342774"/>
                  </a:lnTo>
                  <a:lnTo>
                    <a:pt x="1000126" y="5342774"/>
                  </a:lnTo>
                  <a:lnTo>
                    <a:pt x="1000253" y="5342774"/>
                  </a:lnTo>
                  <a:lnTo>
                    <a:pt x="1000379" y="5342774"/>
                  </a:lnTo>
                  <a:lnTo>
                    <a:pt x="1000505" y="5342774"/>
                  </a:lnTo>
                  <a:lnTo>
                    <a:pt x="1000631" y="5342774"/>
                  </a:lnTo>
                  <a:lnTo>
                    <a:pt x="1000757" y="5342774"/>
                  </a:lnTo>
                  <a:lnTo>
                    <a:pt x="1000883" y="5342774"/>
                  </a:lnTo>
                  <a:lnTo>
                    <a:pt x="1001009" y="5342774"/>
                  </a:lnTo>
                  <a:lnTo>
                    <a:pt x="1001135" y="5342774"/>
                  </a:lnTo>
                  <a:lnTo>
                    <a:pt x="1001261" y="5342774"/>
                  </a:lnTo>
                  <a:lnTo>
                    <a:pt x="1001387" y="5342774"/>
                  </a:lnTo>
                  <a:lnTo>
                    <a:pt x="1001513" y="5342774"/>
                  </a:lnTo>
                  <a:lnTo>
                    <a:pt x="1001640" y="5342774"/>
                  </a:lnTo>
                  <a:lnTo>
                    <a:pt x="1001766" y="5342774"/>
                  </a:lnTo>
                  <a:lnTo>
                    <a:pt x="1001892" y="5342774"/>
                  </a:lnTo>
                  <a:lnTo>
                    <a:pt x="1002018" y="5342774"/>
                  </a:lnTo>
                  <a:lnTo>
                    <a:pt x="1002144" y="5342774"/>
                  </a:lnTo>
                  <a:lnTo>
                    <a:pt x="1002270" y="5342774"/>
                  </a:lnTo>
                  <a:lnTo>
                    <a:pt x="1002396" y="5342774"/>
                  </a:lnTo>
                  <a:lnTo>
                    <a:pt x="1002522" y="5342774"/>
                  </a:lnTo>
                  <a:lnTo>
                    <a:pt x="1002648" y="5342774"/>
                  </a:lnTo>
                  <a:lnTo>
                    <a:pt x="1002774" y="5342774"/>
                  </a:lnTo>
                  <a:lnTo>
                    <a:pt x="1002900" y="5342774"/>
                  </a:lnTo>
                  <a:lnTo>
                    <a:pt x="1003026" y="5342774"/>
                  </a:lnTo>
                  <a:lnTo>
                    <a:pt x="1003153" y="5342774"/>
                  </a:lnTo>
                  <a:lnTo>
                    <a:pt x="1003279" y="5342774"/>
                  </a:lnTo>
                  <a:lnTo>
                    <a:pt x="1003405" y="5342774"/>
                  </a:lnTo>
                  <a:lnTo>
                    <a:pt x="1003531" y="5342774"/>
                  </a:lnTo>
                  <a:lnTo>
                    <a:pt x="1003657" y="5342774"/>
                  </a:lnTo>
                  <a:lnTo>
                    <a:pt x="1003783" y="5342774"/>
                  </a:lnTo>
                  <a:lnTo>
                    <a:pt x="1003909" y="5342774"/>
                  </a:lnTo>
                  <a:lnTo>
                    <a:pt x="1004035" y="5342774"/>
                  </a:lnTo>
                  <a:lnTo>
                    <a:pt x="1004161" y="5342774"/>
                  </a:lnTo>
                  <a:lnTo>
                    <a:pt x="1004287" y="5342774"/>
                  </a:lnTo>
                  <a:lnTo>
                    <a:pt x="1004413" y="5342774"/>
                  </a:lnTo>
                  <a:lnTo>
                    <a:pt x="1004540" y="5342774"/>
                  </a:lnTo>
                  <a:lnTo>
                    <a:pt x="1004666" y="5342774"/>
                  </a:lnTo>
                  <a:lnTo>
                    <a:pt x="1004792" y="5342774"/>
                  </a:lnTo>
                  <a:lnTo>
                    <a:pt x="1004918" y="5342774"/>
                  </a:lnTo>
                  <a:lnTo>
                    <a:pt x="1005044" y="5342774"/>
                  </a:lnTo>
                  <a:lnTo>
                    <a:pt x="1005170" y="5342774"/>
                  </a:lnTo>
                  <a:lnTo>
                    <a:pt x="1005296" y="5342774"/>
                  </a:lnTo>
                  <a:lnTo>
                    <a:pt x="1005422" y="5342774"/>
                  </a:lnTo>
                  <a:lnTo>
                    <a:pt x="1005548" y="5342774"/>
                  </a:lnTo>
                  <a:lnTo>
                    <a:pt x="1005674" y="5342774"/>
                  </a:lnTo>
                  <a:lnTo>
                    <a:pt x="1005674" y="5337494"/>
                  </a:lnTo>
                  <a:lnTo>
                    <a:pt x="1005800" y="5337494"/>
                  </a:lnTo>
                  <a:lnTo>
                    <a:pt x="1005927" y="5337494"/>
                  </a:lnTo>
                  <a:lnTo>
                    <a:pt x="1006053" y="5337494"/>
                  </a:lnTo>
                  <a:lnTo>
                    <a:pt x="1006179" y="5337494"/>
                  </a:lnTo>
                  <a:lnTo>
                    <a:pt x="1006305" y="5337494"/>
                  </a:lnTo>
                  <a:lnTo>
                    <a:pt x="1006431" y="5337494"/>
                  </a:lnTo>
                  <a:lnTo>
                    <a:pt x="1006557" y="5337494"/>
                  </a:lnTo>
                  <a:lnTo>
                    <a:pt x="1006683" y="5337494"/>
                  </a:lnTo>
                  <a:lnTo>
                    <a:pt x="1006809" y="5337494"/>
                  </a:lnTo>
                  <a:lnTo>
                    <a:pt x="1006935" y="5337494"/>
                  </a:lnTo>
                  <a:lnTo>
                    <a:pt x="1007061" y="5337494"/>
                  </a:lnTo>
                  <a:lnTo>
                    <a:pt x="1007187" y="5337494"/>
                  </a:lnTo>
                  <a:lnTo>
                    <a:pt x="1007313" y="5337494"/>
                  </a:lnTo>
                  <a:lnTo>
                    <a:pt x="1007440" y="5337494"/>
                  </a:lnTo>
                  <a:lnTo>
                    <a:pt x="1007566" y="5337494"/>
                  </a:lnTo>
                  <a:lnTo>
                    <a:pt x="1007692" y="5337494"/>
                  </a:lnTo>
                  <a:lnTo>
                    <a:pt x="1007692" y="5332215"/>
                  </a:lnTo>
                  <a:lnTo>
                    <a:pt x="1007818" y="5332215"/>
                  </a:lnTo>
                  <a:lnTo>
                    <a:pt x="1007944" y="5332215"/>
                  </a:lnTo>
                  <a:lnTo>
                    <a:pt x="1008070" y="5332215"/>
                  </a:lnTo>
                  <a:lnTo>
                    <a:pt x="1008196" y="5332215"/>
                  </a:lnTo>
                  <a:lnTo>
                    <a:pt x="1008322" y="5332215"/>
                  </a:lnTo>
                  <a:lnTo>
                    <a:pt x="1008448" y="5332215"/>
                  </a:lnTo>
                  <a:lnTo>
                    <a:pt x="1008574" y="5332215"/>
                  </a:lnTo>
                  <a:lnTo>
                    <a:pt x="1008700" y="5332215"/>
                  </a:lnTo>
                  <a:lnTo>
                    <a:pt x="1008827" y="5332215"/>
                  </a:lnTo>
                  <a:lnTo>
                    <a:pt x="1008953" y="5332215"/>
                  </a:lnTo>
                  <a:lnTo>
                    <a:pt x="1009079" y="5332215"/>
                  </a:lnTo>
                  <a:lnTo>
                    <a:pt x="1009205" y="5332215"/>
                  </a:lnTo>
                  <a:lnTo>
                    <a:pt x="1009331" y="5332215"/>
                  </a:lnTo>
                  <a:lnTo>
                    <a:pt x="1009331" y="5326936"/>
                  </a:lnTo>
                  <a:lnTo>
                    <a:pt x="1009457" y="5326936"/>
                  </a:lnTo>
                  <a:lnTo>
                    <a:pt x="1009583" y="5326936"/>
                  </a:lnTo>
                  <a:lnTo>
                    <a:pt x="1009709" y="5326936"/>
                  </a:lnTo>
                  <a:lnTo>
                    <a:pt x="1009835" y="5326936"/>
                  </a:lnTo>
                  <a:lnTo>
                    <a:pt x="1009961" y="5326936"/>
                  </a:lnTo>
                  <a:lnTo>
                    <a:pt x="1010087" y="5326936"/>
                  </a:lnTo>
                  <a:lnTo>
                    <a:pt x="1010087" y="5321656"/>
                  </a:lnTo>
                  <a:lnTo>
                    <a:pt x="1010213" y="5321656"/>
                  </a:lnTo>
                  <a:lnTo>
                    <a:pt x="1010340" y="5321656"/>
                  </a:lnTo>
                  <a:lnTo>
                    <a:pt x="1010466" y="5321656"/>
                  </a:lnTo>
                  <a:lnTo>
                    <a:pt x="1010466" y="5316377"/>
                  </a:lnTo>
                  <a:lnTo>
                    <a:pt x="1010592" y="5316377"/>
                  </a:lnTo>
                  <a:lnTo>
                    <a:pt x="1010718" y="5316377"/>
                  </a:lnTo>
                  <a:lnTo>
                    <a:pt x="1010844" y="5316377"/>
                  </a:lnTo>
                  <a:lnTo>
                    <a:pt x="1010970" y="5316377"/>
                  </a:lnTo>
                  <a:lnTo>
                    <a:pt x="1010970" y="5311097"/>
                  </a:lnTo>
                  <a:lnTo>
                    <a:pt x="1011096" y="5311097"/>
                  </a:lnTo>
                  <a:lnTo>
                    <a:pt x="1011222" y="5311097"/>
                  </a:lnTo>
                  <a:lnTo>
                    <a:pt x="1011348" y="5311097"/>
                  </a:lnTo>
                  <a:lnTo>
                    <a:pt x="1011474" y="5311097"/>
                  </a:lnTo>
                  <a:lnTo>
                    <a:pt x="1011600" y="5311097"/>
                  </a:lnTo>
                  <a:lnTo>
                    <a:pt x="1011727" y="5311097"/>
                  </a:lnTo>
                  <a:lnTo>
                    <a:pt x="1011853" y="5311097"/>
                  </a:lnTo>
                  <a:lnTo>
                    <a:pt x="1011979" y="5311097"/>
                  </a:lnTo>
                  <a:lnTo>
                    <a:pt x="1012105" y="5311097"/>
                  </a:lnTo>
                  <a:lnTo>
                    <a:pt x="1012231" y="5311097"/>
                  </a:lnTo>
                  <a:lnTo>
                    <a:pt x="1012357" y="5311097"/>
                  </a:lnTo>
                  <a:lnTo>
                    <a:pt x="1012483" y="5311097"/>
                  </a:lnTo>
                  <a:lnTo>
                    <a:pt x="1012609" y="5311097"/>
                  </a:lnTo>
                  <a:lnTo>
                    <a:pt x="1012735" y="5311097"/>
                  </a:lnTo>
                  <a:lnTo>
                    <a:pt x="1012861" y="5311097"/>
                  </a:lnTo>
                  <a:lnTo>
                    <a:pt x="1012987" y="5311097"/>
                  </a:lnTo>
                  <a:lnTo>
                    <a:pt x="1013114" y="5311097"/>
                  </a:lnTo>
                  <a:lnTo>
                    <a:pt x="1013240" y="5311097"/>
                  </a:lnTo>
                  <a:lnTo>
                    <a:pt x="1013366" y="5311097"/>
                  </a:lnTo>
                  <a:lnTo>
                    <a:pt x="1013492" y="5311097"/>
                  </a:lnTo>
                  <a:lnTo>
                    <a:pt x="1013618" y="5311097"/>
                  </a:lnTo>
                  <a:lnTo>
                    <a:pt x="1013744" y="5311097"/>
                  </a:lnTo>
                  <a:lnTo>
                    <a:pt x="1013870" y="5311097"/>
                  </a:lnTo>
                  <a:lnTo>
                    <a:pt x="1013996" y="5311097"/>
                  </a:lnTo>
                  <a:lnTo>
                    <a:pt x="1014122" y="5311097"/>
                  </a:lnTo>
                  <a:lnTo>
                    <a:pt x="1014248" y="5311097"/>
                  </a:lnTo>
                  <a:lnTo>
                    <a:pt x="1014374" y="5311097"/>
                  </a:lnTo>
                  <a:lnTo>
                    <a:pt x="1014500" y="5311097"/>
                  </a:lnTo>
                  <a:lnTo>
                    <a:pt x="1014627" y="5311097"/>
                  </a:lnTo>
                  <a:lnTo>
                    <a:pt x="1014753" y="5311097"/>
                  </a:lnTo>
                  <a:lnTo>
                    <a:pt x="1014879" y="5311097"/>
                  </a:lnTo>
                  <a:lnTo>
                    <a:pt x="1015005" y="5311097"/>
                  </a:lnTo>
                  <a:lnTo>
                    <a:pt x="1015131" y="5311097"/>
                  </a:lnTo>
                  <a:lnTo>
                    <a:pt x="1015257" y="5311097"/>
                  </a:lnTo>
                  <a:lnTo>
                    <a:pt x="1015383" y="5311097"/>
                  </a:lnTo>
                  <a:lnTo>
                    <a:pt x="1015509" y="5311097"/>
                  </a:lnTo>
                  <a:lnTo>
                    <a:pt x="1015635" y="5311097"/>
                  </a:lnTo>
                  <a:lnTo>
                    <a:pt x="1015761" y="5311097"/>
                  </a:lnTo>
                  <a:lnTo>
                    <a:pt x="1015887" y="5311097"/>
                  </a:lnTo>
                  <a:lnTo>
                    <a:pt x="1016014" y="5311097"/>
                  </a:lnTo>
                  <a:lnTo>
                    <a:pt x="1016140" y="5311097"/>
                  </a:lnTo>
                  <a:lnTo>
                    <a:pt x="1016266" y="5311097"/>
                  </a:lnTo>
                  <a:lnTo>
                    <a:pt x="1016392" y="5311097"/>
                  </a:lnTo>
                  <a:lnTo>
                    <a:pt x="1016518" y="5311097"/>
                  </a:lnTo>
                  <a:lnTo>
                    <a:pt x="1016644" y="5311097"/>
                  </a:lnTo>
                  <a:lnTo>
                    <a:pt x="1016770" y="5311097"/>
                  </a:lnTo>
                  <a:lnTo>
                    <a:pt x="1016896" y="5311097"/>
                  </a:lnTo>
                  <a:lnTo>
                    <a:pt x="1017022" y="5311097"/>
                  </a:lnTo>
                  <a:lnTo>
                    <a:pt x="1017148" y="5311097"/>
                  </a:lnTo>
                  <a:lnTo>
                    <a:pt x="1017274" y="5311097"/>
                  </a:lnTo>
                  <a:lnTo>
                    <a:pt x="1017400" y="5311097"/>
                  </a:lnTo>
                  <a:lnTo>
                    <a:pt x="1017527" y="5311097"/>
                  </a:lnTo>
                  <a:lnTo>
                    <a:pt x="1017653" y="5311097"/>
                  </a:lnTo>
                  <a:lnTo>
                    <a:pt x="1017779" y="5311097"/>
                  </a:lnTo>
                  <a:lnTo>
                    <a:pt x="1017905" y="5311097"/>
                  </a:lnTo>
                  <a:lnTo>
                    <a:pt x="1018031" y="5311097"/>
                  </a:lnTo>
                  <a:lnTo>
                    <a:pt x="1018157" y="5311097"/>
                  </a:lnTo>
                  <a:lnTo>
                    <a:pt x="1018283" y="5311097"/>
                  </a:lnTo>
                  <a:lnTo>
                    <a:pt x="1018409" y="5311097"/>
                  </a:lnTo>
                  <a:lnTo>
                    <a:pt x="1018535" y="5311097"/>
                  </a:lnTo>
                  <a:lnTo>
                    <a:pt x="1018661" y="5311097"/>
                  </a:lnTo>
                  <a:lnTo>
                    <a:pt x="1018787" y="5311097"/>
                  </a:lnTo>
                  <a:lnTo>
                    <a:pt x="1018914" y="5311097"/>
                  </a:lnTo>
                  <a:lnTo>
                    <a:pt x="1019040" y="5311097"/>
                  </a:lnTo>
                  <a:lnTo>
                    <a:pt x="1019166" y="5311097"/>
                  </a:lnTo>
                  <a:lnTo>
                    <a:pt x="1019292" y="5311097"/>
                  </a:lnTo>
                  <a:lnTo>
                    <a:pt x="1019418" y="5311097"/>
                  </a:lnTo>
                  <a:lnTo>
                    <a:pt x="1019544" y="5311097"/>
                  </a:lnTo>
                  <a:lnTo>
                    <a:pt x="1019670" y="5311097"/>
                  </a:lnTo>
                  <a:lnTo>
                    <a:pt x="1019796" y="5311097"/>
                  </a:lnTo>
                  <a:lnTo>
                    <a:pt x="1019922" y="5311097"/>
                  </a:lnTo>
                  <a:lnTo>
                    <a:pt x="1019922" y="5305818"/>
                  </a:lnTo>
                  <a:lnTo>
                    <a:pt x="1020048" y="5305818"/>
                  </a:lnTo>
                  <a:lnTo>
                    <a:pt x="1020174" y="5305818"/>
                  </a:lnTo>
                  <a:lnTo>
                    <a:pt x="1020300" y="5305818"/>
                  </a:lnTo>
                  <a:lnTo>
                    <a:pt x="1020427" y="5305818"/>
                  </a:lnTo>
                  <a:lnTo>
                    <a:pt x="1020553" y="5305818"/>
                  </a:lnTo>
                  <a:lnTo>
                    <a:pt x="1020679" y="5305818"/>
                  </a:lnTo>
                  <a:lnTo>
                    <a:pt x="1020805" y="5305818"/>
                  </a:lnTo>
                  <a:lnTo>
                    <a:pt x="1020931" y="5305818"/>
                  </a:lnTo>
                  <a:lnTo>
                    <a:pt x="1021057" y="5305818"/>
                  </a:lnTo>
                  <a:lnTo>
                    <a:pt x="1021183" y="5305818"/>
                  </a:lnTo>
                  <a:lnTo>
                    <a:pt x="1021309" y="5305818"/>
                  </a:lnTo>
                  <a:lnTo>
                    <a:pt x="1021435" y="5305818"/>
                  </a:lnTo>
                  <a:lnTo>
                    <a:pt x="1021561" y="5305818"/>
                  </a:lnTo>
                  <a:lnTo>
                    <a:pt x="1021687" y="5305818"/>
                  </a:lnTo>
                  <a:lnTo>
                    <a:pt x="1021814" y="5305818"/>
                  </a:lnTo>
                  <a:lnTo>
                    <a:pt x="1021940" y="5305818"/>
                  </a:lnTo>
                  <a:lnTo>
                    <a:pt x="1022066" y="5305818"/>
                  </a:lnTo>
                  <a:lnTo>
                    <a:pt x="1022192" y="5305818"/>
                  </a:lnTo>
                  <a:lnTo>
                    <a:pt x="1022318" y="5305818"/>
                  </a:lnTo>
                  <a:lnTo>
                    <a:pt x="1022444" y="5305818"/>
                  </a:lnTo>
                  <a:lnTo>
                    <a:pt x="1022570" y="5305818"/>
                  </a:lnTo>
                  <a:lnTo>
                    <a:pt x="1022696" y="5305818"/>
                  </a:lnTo>
                  <a:lnTo>
                    <a:pt x="1022822" y="5305818"/>
                  </a:lnTo>
                  <a:lnTo>
                    <a:pt x="1022948" y="5305818"/>
                  </a:lnTo>
                  <a:lnTo>
                    <a:pt x="1023074" y="5305818"/>
                  </a:lnTo>
                  <a:lnTo>
                    <a:pt x="1023201" y="5305818"/>
                  </a:lnTo>
                  <a:lnTo>
                    <a:pt x="1023327" y="5305818"/>
                  </a:lnTo>
                  <a:lnTo>
                    <a:pt x="1023453" y="5305818"/>
                  </a:lnTo>
                  <a:lnTo>
                    <a:pt x="1023579" y="5305818"/>
                  </a:lnTo>
                  <a:lnTo>
                    <a:pt x="1023579" y="5300539"/>
                  </a:lnTo>
                  <a:lnTo>
                    <a:pt x="1023705" y="5300539"/>
                  </a:lnTo>
                  <a:lnTo>
                    <a:pt x="1023831" y="5300539"/>
                  </a:lnTo>
                  <a:lnTo>
                    <a:pt x="1023957" y="5300539"/>
                  </a:lnTo>
                  <a:lnTo>
                    <a:pt x="1024083" y="5300539"/>
                  </a:lnTo>
                  <a:lnTo>
                    <a:pt x="1024209" y="5300539"/>
                  </a:lnTo>
                  <a:lnTo>
                    <a:pt x="1024335" y="5300539"/>
                  </a:lnTo>
                  <a:lnTo>
                    <a:pt x="1024461" y="5300539"/>
                  </a:lnTo>
                  <a:lnTo>
                    <a:pt x="1024587" y="5300539"/>
                  </a:lnTo>
                  <a:lnTo>
                    <a:pt x="1024714" y="5300539"/>
                  </a:lnTo>
                  <a:lnTo>
                    <a:pt x="1024840" y="5300539"/>
                  </a:lnTo>
                  <a:lnTo>
                    <a:pt x="1024966" y="5300539"/>
                  </a:lnTo>
                  <a:lnTo>
                    <a:pt x="1025092" y="5300539"/>
                  </a:lnTo>
                  <a:lnTo>
                    <a:pt x="1025218" y="5300539"/>
                  </a:lnTo>
                  <a:lnTo>
                    <a:pt x="1025344" y="5300539"/>
                  </a:lnTo>
                  <a:lnTo>
                    <a:pt x="1025470" y="5300539"/>
                  </a:lnTo>
                  <a:lnTo>
                    <a:pt x="1025596" y="5300539"/>
                  </a:lnTo>
                  <a:lnTo>
                    <a:pt x="1025722" y="5300539"/>
                  </a:lnTo>
                  <a:lnTo>
                    <a:pt x="1025848" y="5300539"/>
                  </a:lnTo>
                  <a:lnTo>
                    <a:pt x="1025974" y="5300539"/>
                  </a:lnTo>
                  <a:lnTo>
                    <a:pt x="1025974" y="5295259"/>
                  </a:lnTo>
                  <a:lnTo>
                    <a:pt x="1026101" y="5295259"/>
                  </a:lnTo>
                  <a:lnTo>
                    <a:pt x="1026227" y="5295259"/>
                  </a:lnTo>
                  <a:lnTo>
                    <a:pt x="1026353" y="5295259"/>
                  </a:lnTo>
                  <a:lnTo>
                    <a:pt x="1026479" y="5295259"/>
                  </a:lnTo>
                  <a:lnTo>
                    <a:pt x="1026605" y="5295259"/>
                  </a:lnTo>
                  <a:lnTo>
                    <a:pt x="1026731" y="5295259"/>
                  </a:lnTo>
                  <a:lnTo>
                    <a:pt x="1026857" y="5295259"/>
                  </a:lnTo>
                  <a:lnTo>
                    <a:pt x="1026983" y="5295259"/>
                  </a:lnTo>
                  <a:lnTo>
                    <a:pt x="1027109" y="5295259"/>
                  </a:lnTo>
                  <a:lnTo>
                    <a:pt x="1027235" y="5295259"/>
                  </a:lnTo>
                  <a:lnTo>
                    <a:pt x="1027361" y="5295259"/>
                  </a:lnTo>
                  <a:lnTo>
                    <a:pt x="1027487" y="5295259"/>
                  </a:lnTo>
                  <a:lnTo>
                    <a:pt x="1027614" y="5295259"/>
                  </a:lnTo>
                  <a:lnTo>
                    <a:pt x="1027740" y="5295259"/>
                  </a:lnTo>
                  <a:lnTo>
                    <a:pt x="1027866" y="5295259"/>
                  </a:lnTo>
                  <a:lnTo>
                    <a:pt x="1027992" y="5295259"/>
                  </a:lnTo>
                  <a:lnTo>
                    <a:pt x="1028118" y="5295259"/>
                  </a:lnTo>
                  <a:lnTo>
                    <a:pt x="1028244" y="5295259"/>
                  </a:lnTo>
                  <a:lnTo>
                    <a:pt x="1028370" y="5295259"/>
                  </a:lnTo>
                  <a:lnTo>
                    <a:pt x="1028496" y="5295259"/>
                  </a:lnTo>
                  <a:lnTo>
                    <a:pt x="1028622" y="5295259"/>
                  </a:lnTo>
                  <a:lnTo>
                    <a:pt x="1028748" y="5295259"/>
                  </a:lnTo>
                  <a:lnTo>
                    <a:pt x="1028874" y="5295259"/>
                  </a:lnTo>
                  <a:lnTo>
                    <a:pt x="1029001" y="5295259"/>
                  </a:lnTo>
                  <a:lnTo>
                    <a:pt x="1029127" y="5295259"/>
                  </a:lnTo>
                  <a:lnTo>
                    <a:pt x="1029253" y="5295259"/>
                  </a:lnTo>
                  <a:lnTo>
                    <a:pt x="1029379" y="5295259"/>
                  </a:lnTo>
                  <a:lnTo>
                    <a:pt x="1029505" y="5295259"/>
                  </a:lnTo>
                  <a:lnTo>
                    <a:pt x="1029631" y="5295259"/>
                  </a:lnTo>
                  <a:lnTo>
                    <a:pt x="1029757" y="5295259"/>
                  </a:lnTo>
                  <a:lnTo>
                    <a:pt x="1029883" y="5295259"/>
                  </a:lnTo>
                  <a:lnTo>
                    <a:pt x="1030009" y="5295259"/>
                  </a:lnTo>
                  <a:lnTo>
                    <a:pt x="1030135" y="5295259"/>
                  </a:lnTo>
                  <a:lnTo>
                    <a:pt x="1030261" y="5295259"/>
                  </a:lnTo>
                  <a:lnTo>
                    <a:pt x="1030388" y="5295259"/>
                  </a:lnTo>
                  <a:lnTo>
                    <a:pt x="1030514" y="5295259"/>
                  </a:lnTo>
                  <a:lnTo>
                    <a:pt x="1030640" y="5295259"/>
                  </a:lnTo>
                  <a:lnTo>
                    <a:pt x="1030766" y="5295259"/>
                  </a:lnTo>
                  <a:lnTo>
                    <a:pt x="1030892" y="5295259"/>
                  </a:lnTo>
                  <a:lnTo>
                    <a:pt x="1031018" y="5295259"/>
                  </a:lnTo>
                  <a:lnTo>
                    <a:pt x="1031144" y="5295259"/>
                  </a:lnTo>
                  <a:lnTo>
                    <a:pt x="1031270" y="5295259"/>
                  </a:lnTo>
                  <a:lnTo>
                    <a:pt x="1031396" y="5295259"/>
                  </a:lnTo>
                  <a:lnTo>
                    <a:pt x="1031522" y="5295259"/>
                  </a:lnTo>
                  <a:lnTo>
                    <a:pt x="1031648" y="5295259"/>
                  </a:lnTo>
                  <a:lnTo>
                    <a:pt x="1031774" y="5295259"/>
                  </a:lnTo>
                  <a:lnTo>
                    <a:pt x="1031901" y="5295259"/>
                  </a:lnTo>
                  <a:lnTo>
                    <a:pt x="1032027" y="5295259"/>
                  </a:lnTo>
                  <a:lnTo>
                    <a:pt x="1032153" y="5295259"/>
                  </a:lnTo>
                  <a:lnTo>
                    <a:pt x="1032279" y="5295259"/>
                  </a:lnTo>
                  <a:lnTo>
                    <a:pt x="1032405" y="5295259"/>
                  </a:lnTo>
                  <a:lnTo>
                    <a:pt x="1032531" y="5295259"/>
                  </a:lnTo>
                  <a:lnTo>
                    <a:pt x="1032657" y="5295259"/>
                  </a:lnTo>
                  <a:lnTo>
                    <a:pt x="1032783" y="5295259"/>
                  </a:lnTo>
                  <a:lnTo>
                    <a:pt x="1032909" y="5295259"/>
                  </a:lnTo>
                  <a:lnTo>
                    <a:pt x="1033035" y="5295259"/>
                  </a:lnTo>
                  <a:lnTo>
                    <a:pt x="1033161" y="5295259"/>
                  </a:lnTo>
                  <a:lnTo>
                    <a:pt x="1033288" y="5295259"/>
                  </a:lnTo>
                  <a:lnTo>
                    <a:pt x="1033414" y="5295259"/>
                  </a:lnTo>
                  <a:lnTo>
                    <a:pt x="1033540" y="5295259"/>
                  </a:lnTo>
                  <a:lnTo>
                    <a:pt x="1033666" y="5295259"/>
                  </a:lnTo>
                  <a:lnTo>
                    <a:pt x="1033792" y="5295259"/>
                  </a:lnTo>
                  <a:lnTo>
                    <a:pt x="1033918" y="5295259"/>
                  </a:lnTo>
                  <a:lnTo>
                    <a:pt x="1034044" y="5295259"/>
                  </a:lnTo>
                  <a:lnTo>
                    <a:pt x="1034170" y="5295259"/>
                  </a:lnTo>
                  <a:lnTo>
                    <a:pt x="1034296" y="5295259"/>
                  </a:lnTo>
                  <a:lnTo>
                    <a:pt x="1034422" y="5295259"/>
                  </a:lnTo>
                  <a:lnTo>
                    <a:pt x="1034548" y="5295259"/>
                  </a:lnTo>
                  <a:lnTo>
                    <a:pt x="1034674" y="5295259"/>
                  </a:lnTo>
                  <a:lnTo>
                    <a:pt x="1034801" y="5295259"/>
                  </a:lnTo>
                  <a:lnTo>
                    <a:pt x="1034927" y="5295259"/>
                  </a:lnTo>
                  <a:lnTo>
                    <a:pt x="1035053" y="5295259"/>
                  </a:lnTo>
                  <a:lnTo>
                    <a:pt x="1035179" y="5295259"/>
                  </a:lnTo>
                  <a:lnTo>
                    <a:pt x="1035305" y="5295259"/>
                  </a:lnTo>
                  <a:lnTo>
                    <a:pt x="1035431" y="5295259"/>
                  </a:lnTo>
                  <a:lnTo>
                    <a:pt x="1035557" y="5295259"/>
                  </a:lnTo>
                  <a:lnTo>
                    <a:pt x="1035683" y="5295259"/>
                  </a:lnTo>
                  <a:lnTo>
                    <a:pt x="1035809" y="5295259"/>
                  </a:lnTo>
                  <a:lnTo>
                    <a:pt x="1035935" y="5295259"/>
                  </a:lnTo>
                  <a:lnTo>
                    <a:pt x="1036061" y="5295259"/>
                  </a:lnTo>
                  <a:lnTo>
                    <a:pt x="1036188" y="5295259"/>
                  </a:lnTo>
                  <a:lnTo>
                    <a:pt x="1036314" y="5295259"/>
                  </a:lnTo>
                  <a:lnTo>
                    <a:pt x="1036440" y="5295259"/>
                  </a:lnTo>
                  <a:lnTo>
                    <a:pt x="1036566" y="5295259"/>
                  </a:lnTo>
                  <a:lnTo>
                    <a:pt x="1036692" y="5295259"/>
                  </a:lnTo>
                  <a:lnTo>
                    <a:pt x="1036818" y="5295259"/>
                  </a:lnTo>
                  <a:lnTo>
                    <a:pt x="1036944" y="5295259"/>
                  </a:lnTo>
                  <a:lnTo>
                    <a:pt x="1037070" y="5295259"/>
                  </a:lnTo>
                  <a:lnTo>
                    <a:pt x="1037196" y="5295259"/>
                  </a:lnTo>
                  <a:lnTo>
                    <a:pt x="1037322" y="5295259"/>
                  </a:lnTo>
                  <a:lnTo>
                    <a:pt x="1037448" y="5295259"/>
                  </a:lnTo>
                  <a:lnTo>
                    <a:pt x="1037575" y="5295259"/>
                  </a:lnTo>
                  <a:lnTo>
                    <a:pt x="1037701" y="5295259"/>
                  </a:lnTo>
                  <a:lnTo>
                    <a:pt x="1037827" y="5295259"/>
                  </a:lnTo>
                  <a:lnTo>
                    <a:pt x="1037953" y="5295259"/>
                  </a:lnTo>
                  <a:lnTo>
                    <a:pt x="1038079" y="5295259"/>
                  </a:lnTo>
                  <a:lnTo>
                    <a:pt x="1038205" y="5295259"/>
                  </a:lnTo>
                  <a:lnTo>
                    <a:pt x="1038331" y="5295259"/>
                  </a:lnTo>
                  <a:lnTo>
                    <a:pt x="1038457" y="5295259"/>
                  </a:lnTo>
                  <a:lnTo>
                    <a:pt x="1038583" y="5295259"/>
                  </a:lnTo>
                  <a:lnTo>
                    <a:pt x="1038709" y="5295259"/>
                  </a:lnTo>
                  <a:lnTo>
                    <a:pt x="1038835" y="5295259"/>
                  </a:lnTo>
                  <a:lnTo>
                    <a:pt x="1038835" y="5289980"/>
                  </a:lnTo>
                  <a:lnTo>
                    <a:pt x="1038961" y="5289980"/>
                  </a:lnTo>
                  <a:lnTo>
                    <a:pt x="1039088" y="5289980"/>
                  </a:lnTo>
                  <a:lnTo>
                    <a:pt x="1039214" y="5289980"/>
                  </a:lnTo>
                  <a:lnTo>
                    <a:pt x="1039340" y="5289980"/>
                  </a:lnTo>
                  <a:lnTo>
                    <a:pt x="1039466" y="5289980"/>
                  </a:lnTo>
                  <a:lnTo>
                    <a:pt x="1039592" y="5289980"/>
                  </a:lnTo>
                  <a:lnTo>
                    <a:pt x="1039718" y="5289980"/>
                  </a:lnTo>
                  <a:lnTo>
                    <a:pt x="1039844" y="5289980"/>
                  </a:lnTo>
                  <a:lnTo>
                    <a:pt x="1039970" y="5289980"/>
                  </a:lnTo>
                  <a:lnTo>
                    <a:pt x="1040096" y="5289980"/>
                  </a:lnTo>
                  <a:lnTo>
                    <a:pt x="1040222" y="5289980"/>
                  </a:lnTo>
                  <a:lnTo>
                    <a:pt x="1040348" y="5289980"/>
                  </a:lnTo>
                  <a:lnTo>
                    <a:pt x="1040475" y="5289980"/>
                  </a:lnTo>
                  <a:lnTo>
                    <a:pt x="1040601" y="5289980"/>
                  </a:lnTo>
                  <a:lnTo>
                    <a:pt x="1040727" y="5289980"/>
                  </a:lnTo>
                  <a:lnTo>
                    <a:pt x="1040853" y="5289980"/>
                  </a:lnTo>
                  <a:lnTo>
                    <a:pt x="1040979" y="5289980"/>
                  </a:lnTo>
                  <a:lnTo>
                    <a:pt x="1041105" y="5289980"/>
                  </a:lnTo>
                  <a:lnTo>
                    <a:pt x="1041231" y="5289980"/>
                  </a:lnTo>
                  <a:lnTo>
                    <a:pt x="1041357" y="5289980"/>
                  </a:lnTo>
                  <a:lnTo>
                    <a:pt x="1041483" y="5289980"/>
                  </a:lnTo>
                  <a:lnTo>
                    <a:pt x="1041609" y="5289980"/>
                  </a:lnTo>
                  <a:lnTo>
                    <a:pt x="1041735" y="5289980"/>
                  </a:lnTo>
                  <a:lnTo>
                    <a:pt x="1041861" y="5289980"/>
                  </a:lnTo>
                  <a:lnTo>
                    <a:pt x="1041988" y="5289980"/>
                  </a:lnTo>
                  <a:lnTo>
                    <a:pt x="1042114" y="5289980"/>
                  </a:lnTo>
                  <a:lnTo>
                    <a:pt x="1042240" y="5289980"/>
                  </a:lnTo>
                  <a:lnTo>
                    <a:pt x="1042366" y="5289980"/>
                  </a:lnTo>
                  <a:lnTo>
                    <a:pt x="1042492" y="5289980"/>
                  </a:lnTo>
                  <a:lnTo>
                    <a:pt x="1042618" y="5289980"/>
                  </a:lnTo>
                  <a:lnTo>
                    <a:pt x="1042744" y="5289980"/>
                  </a:lnTo>
                  <a:lnTo>
                    <a:pt x="1042870" y="5289980"/>
                  </a:lnTo>
                  <a:lnTo>
                    <a:pt x="1042996" y="5289980"/>
                  </a:lnTo>
                  <a:lnTo>
                    <a:pt x="1043122" y="5289980"/>
                  </a:lnTo>
                  <a:lnTo>
                    <a:pt x="1043248" y="5289980"/>
                  </a:lnTo>
                  <a:lnTo>
                    <a:pt x="1043375" y="5289980"/>
                  </a:lnTo>
                  <a:lnTo>
                    <a:pt x="1043501" y="5289980"/>
                  </a:lnTo>
                  <a:lnTo>
                    <a:pt x="1043627" y="5289980"/>
                  </a:lnTo>
                  <a:lnTo>
                    <a:pt x="1043753" y="5289980"/>
                  </a:lnTo>
                  <a:lnTo>
                    <a:pt x="1043879" y="5289980"/>
                  </a:lnTo>
                  <a:lnTo>
                    <a:pt x="1044005" y="5289980"/>
                  </a:lnTo>
                  <a:lnTo>
                    <a:pt x="1044131" y="5289980"/>
                  </a:lnTo>
                  <a:lnTo>
                    <a:pt x="1044257" y="5289980"/>
                  </a:lnTo>
                  <a:lnTo>
                    <a:pt x="1044383" y="5289980"/>
                  </a:lnTo>
                  <a:lnTo>
                    <a:pt x="1044509" y="5289980"/>
                  </a:lnTo>
                  <a:lnTo>
                    <a:pt x="1044635" y="5289980"/>
                  </a:lnTo>
                  <a:lnTo>
                    <a:pt x="1044761" y="5289980"/>
                  </a:lnTo>
                  <a:lnTo>
                    <a:pt x="1044888" y="5289980"/>
                  </a:lnTo>
                  <a:lnTo>
                    <a:pt x="1045014" y="5289980"/>
                  </a:lnTo>
                  <a:lnTo>
                    <a:pt x="1045140" y="5289980"/>
                  </a:lnTo>
                  <a:lnTo>
                    <a:pt x="1045266" y="5289980"/>
                  </a:lnTo>
                  <a:lnTo>
                    <a:pt x="1045392" y="5289980"/>
                  </a:lnTo>
                  <a:lnTo>
                    <a:pt x="1045518" y="5289980"/>
                  </a:lnTo>
                  <a:lnTo>
                    <a:pt x="1045644" y="5289980"/>
                  </a:lnTo>
                  <a:lnTo>
                    <a:pt x="1045770" y="5289980"/>
                  </a:lnTo>
                  <a:lnTo>
                    <a:pt x="1045896" y="5289980"/>
                  </a:lnTo>
                  <a:lnTo>
                    <a:pt x="1046022" y="5289980"/>
                  </a:lnTo>
                  <a:lnTo>
                    <a:pt x="1046148" y="5289980"/>
                  </a:lnTo>
                  <a:lnTo>
                    <a:pt x="1046275" y="5289980"/>
                  </a:lnTo>
                  <a:lnTo>
                    <a:pt x="1046401" y="5289980"/>
                  </a:lnTo>
                  <a:lnTo>
                    <a:pt x="1046527" y="5289980"/>
                  </a:lnTo>
                  <a:lnTo>
                    <a:pt x="1046653" y="5289980"/>
                  </a:lnTo>
                  <a:lnTo>
                    <a:pt x="1046779" y="5289980"/>
                  </a:lnTo>
                  <a:lnTo>
                    <a:pt x="1046905" y="5289980"/>
                  </a:lnTo>
                  <a:lnTo>
                    <a:pt x="1047031" y="5289980"/>
                  </a:lnTo>
                  <a:lnTo>
                    <a:pt x="1047157" y="5289980"/>
                  </a:lnTo>
                  <a:lnTo>
                    <a:pt x="1047283" y="5289980"/>
                  </a:lnTo>
                  <a:lnTo>
                    <a:pt x="1047409" y="5289980"/>
                  </a:lnTo>
                  <a:lnTo>
                    <a:pt x="1047535" y="5289980"/>
                  </a:lnTo>
                  <a:lnTo>
                    <a:pt x="1047662" y="5289980"/>
                  </a:lnTo>
                  <a:lnTo>
                    <a:pt x="1047788" y="5289980"/>
                  </a:lnTo>
                  <a:lnTo>
                    <a:pt x="1047914" y="5289980"/>
                  </a:lnTo>
                  <a:lnTo>
                    <a:pt x="1048040" y="5289980"/>
                  </a:lnTo>
                  <a:lnTo>
                    <a:pt x="1048166" y="5289980"/>
                  </a:lnTo>
                  <a:lnTo>
                    <a:pt x="1048292" y="5289980"/>
                  </a:lnTo>
                  <a:lnTo>
                    <a:pt x="1048418" y="5289980"/>
                  </a:lnTo>
                  <a:lnTo>
                    <a:pt x="1048544" y="5289980"/>
                  </a:lnTo>
                  <a:lnTo>
                    <a:pt x="1048670" y="5289980"/>
                  </a:lnTo>
                  <a:lnTo>
                    <a:pt x="1048796" y="5289980"/>
                  </a:lnTo>
                  <a:lnTo>
                    <a:pt x="1048922" y="5289980"/>
                  </a:lnTo>
                  <a:lnTo>
                    <a:pt x="1049048" y="5289980"/>
                  </a:lnTo>
                  <a:lnTo>
                    <a:pt x="1049175" y="5289980"/>
                  </a:lnTo>
                  <a:lnTo>
                    <a:pt x="1049175" y="5284700"/>
                  </a:lnTo>
                  <a:lnTo>
                    <a:pt x="1049301" y="5284700"/>
                  </a:lnTo>
                  <a:lnTo>
                    <a:pt x="1049427" y="5284700"/>
                  </a:lnTo>
                  <a:lnTo>
                    <a:pt x="1049553" y="5284700"/>
                  </a:lnTo>
                  <a:lnTo>
                    <a:pt x="1049679" y="5284700"/>
                  </a:lnTo>
                  <a:lnTo>
                    <a:pt x="1049805" y="5284700"/>
                  </a:lnTo>
                  <a:lnTo>
                    <a:pt x="1049931" y="5284700"/>
                  </a:lnTo>
                  <a:lnTo>
                    <a:pt x="1050057" y="5284700"/>
                  </a:lnTo>
                  <a:lnTo>
                    <a:pt x="1050183" y="5284700"/>
                  </a:lnTo>
                  <a:lnTo>
                    <a:pt x="1050309" y="5284700"/>
                  </a:lnTo>
                  <a:lnTo>
                    <a:pt x="1050435" y="5284700"/>
                  </a:lnTo>
                  <a:lnTo>
                    <a:pt x="1050562" y="5284700"/>
                  </a:lnTo>
                  <a:lnTo>
                    <a:pt x="1050688" y="5284700"/>
                  </a:lnTo>
                  <a:lnTo>
                    <a:pt x="1050814" y="5284700"/>
                  </a:lnTo>
                  <a:lnTo>
                    <a:pt x="1050940" y="5284700"/>
                  </a:lnTo>
                  <a:lnTo>
                    <a:pt x="1051066" y="5284700"/>
                  </a:lnTo>
                  <a:lnTo>
                    <a:pt x="1051192" y="5284700"/>
                  </a:lnTo>
                  <a:lnTo>
                    <a:pt x="1051318" y="5284700"/>
                  </a:lnTo>
                  <a:lnTo>
                    <a:pt x="1051444" y="5284700"/>
                  </a:lnTo>
                  <a:lnTo>
                    <a:pt x="1051570" y="5284700"/>
                  </a:lnTo>
                  <a:lnTo>
                    <a:pt x="1051696" y="5284700"/>
                  </a:lnTo>
                  <a:lnTo>
                    <a:pt x="1051822" y="5284700"/>
                  </a:lnTo>
                  <a:lnTo>
                    <a:pt x="1051948" y="5284700"/>
                  </a:lnTo>
                  <a:lnTo>
                    <a:pt x="1052075" y="5284700"/>
                  </a:lnTo>
                  <a:lnTo>
                    <a:pt x="1052201" y="5284700"/>
                  </a:lnTo>
                  <a:lnTo>
                    <a:pt x="1052327" y="5284700"/>
                  </a:lnTo>
                  <a:lnTo>
                    <a:pt x="1052453" y="5284700"/>
                  </a:lnTo>
                  <a:lnTo>
                    <a:pt x="1052579" y="5284700"/>
                  </a:lnTo>
                  <a:lnTo>
                    <a:pt x="1052705" y="5284700"/>
                  </a:lnTo>
                  <a:lnTo>
                    <a:pt x="1052831" y="5284700"/>
                  </a:lnTo>
                  <a:lnTo>
                    <a:pt x="1052957" y="5284700"/>
                  </a:lnTo>
                  <a:lnTo>
                    <a:pt x="1053083" y="5284700"/>
                  </a:lnTo>
                  <a:lnTo>
                    <a:pt x="1053209" y="5284700"/>
                  </a:lnTo>
                  <a:lnTo>
                    <a:pt x="1053335" y="5284700"/>
                  </a:lnTo>
                  <a:lnTo>
                    <a:pt x="1053462" y="5284700"/>
                  </a:lnTo>
                  <a:lnTo>
                    <a:pt x="1053588" y="5284700"/>
                  </a:lnTo>
                  <a:lnTo>
                    <a:pt x="1053714" y="5284700"/>
                  </a:lnTo>
                  <a:lnTo>
                    <a:pt x="1053840" y="5284700"/>
                  </a:lnTo>
                  <a:lnTo>
                    <a:pt x="1053966" y="5284700"/>
                  </a:lnTo>
                  <a:lnTo>
                    <a:pt x="1054092" y="5284700"/>
                  </a:lnTo>
                  <a:lnTo>
                    <a:pt x="1054218" y="5284700"/>
                  </a:lnTo>
                  <a:lnTo>
                    <a:pt x="1054344" y="5284700"/>
                  </a:lnTo>
                  <a:lnTo>
                    <a:pt x="1054470" y="5284700"/>
                  </a:lnTo>
                  <a:lnTo>
                    <a:pt x="1054596" y="5284700"/>
                  </a:lnTo>
                  <a:lnTo>
                    <a:pt x="1054722" y="5284700"/>
                  </a:lnTo>
                  <a:lnTo>
                    <a:pt x="1054849" y="5284700"/>
                  </a:lnTo>
                  <a:lnTo>
                    <a:pt x="1054975" y="5284700"/>
                  </a:lnTo>
                  <a:lnTo>
                    <a:pt x="1055101" y="5284700"/>
                  </a:lnTo>
                  <a:lnTo>
                    <a:pt x="1055227" y="5284700"/>
                  </a:lnTo>
                  <a:lnTo>
                    <a:pt x="1055353" y="5284700"/>
                  </a:lnTo>
                  <a:lnTo>
                    <a:pt x="1055479" y="5284700"/>
                  </a:lnTo>
                  <a:lnTo>
                    <a:pt x="1055605" y="5284700"/>
                  </a:lnTo>
                  <a:lnTo>
                    <a:pt x="1055731" y="5284700"/>
                  </a:lnTo>
                  <a:lnTo>
                    <a:pt x="1055857" y="5284700"/>
                  </a:lnTo>
                  <a:lnTo>
                    <a:pt x="1055983" y="5284700"/>
                  </a:lnTo>
                  <a:lnTo>
                    <a:pt x="1056109" y="5284700"/>
                  </a:lnTo>
                  <a:lnTo>
                    <a:pt x="1056235" y="5284700"/>
                  </a:lnTo>
                  <a:lnTo>
                    <a:pt x="1056362" y="5284700"/>
                  </a:lnTo>
                  <a:lnTo>
                    <a:pt x="1056488" y="5284700"/>
                  </a:lnTo>
                  <a:lnTo>
                    <a:pt x="1056614" y="5284700"/>
                  </a:lnTo>
                  <a:lnTo>
                    <a:pt x="1056740" y="5284700"/>
                  </a:lnTo>
                  <a:lnTo>
                    <a:pt x="1056866" y="5284700"/>
                  </a:lnTo>
                  <a:lnTo>
                    <a:pt x="1056992" y="5284700"/>
                  </a:lnTo>
                  <a:lnTo>
                    <a:pt x="1057118" y="5284700"/>
                  </a:lnTo>
                  <a:lnTo>
                    <a:pt x="1057244" y="5284700"/>
                  </a:lnTo>
                  <a:lnTo>
                    <a:pt x="1057370" y="5284700"/>
                  </a:lnTo>
                  <a:lnTo>
                    <a:pt x="1057496" y="5284700"/>
                  </a:lnTo>
                  <a:lnTo>
                    <a:pt x="1057622" y="5284700"/>
                  </a:lnTo>
                  <a:lnTo>
                    <a:pt x="1057749" y="5284700"/>
                  </a:lnTo>
                  <a:lnTo>
                    <a:pt x="1057875" y="5284700"/>
                  </a:lnTo>
                  <a:lnTo>
                    <a:pt x="1058001" y="5284700"/>
                  </a:lnTo>
                  <a:lnTo>
                    <a:pt x="1058127" y="5284700"/>
                  </a:lnTo>
                  <a:lnTo>
                    <a:pt x="1058253" y="5284700"/>
                  </a:lnTo>
                  <a:lnTo>
                    <a:pt x="1058379" y="5284700"/>
                  </a:lnTo>
                  <a:lnTo>
                    <a:pt x="1058379" y="5279421"/>
                  </a:lnTo>
                  <a:lnTo>
                    <a:pt x="1058505" y="5279421"/>
                  </a:lnTo>
                  <a:lnTo>
                    <a:pt x="1058631" y="5279421"/>
                  </a:lnTo>
                  <a:lnTo>
                    <a:pt x="1058757" y="5279421"/>
                  </a:lnTo>
                  <a:lnTo>
                    <a:pt x="1058883" y="5279421"/>
                  </a:lnTo>
                  <a:lnTo>
                    <a:pt x="1059009" y="5279421"/>
                  </a:lnTo>
                  <a:lnTo>
                    <a:pt x="1059135" y="5279421"/>
                  </a:lnTo>
                  <a:lnTo>
                    <a:pt x="1059262" y="5279421"/>
                  </a:lnTo>
                  <a:lnTo>
                    <a:pt x="1059388" y="5279421"/>
                  </a:lnTo>
                  <a:lnTo>
                    <a:pt x="1059514" y="5279421"/>
                  </a:lnTo>
                  <a:lnTo>
                    <a:pt x="1059640" y="5279421"/>
                  </a:lnTo>
                  <a:lnTo>
                    <a:pt x="1059766" y="5279421"/>
                  </a:lnTo>
                  <a:lnTo>
                    <a:pt x="1059892" y="5279421"/>
                  </a:lnTo>
                  <a:lnTo>
                    <a:pt x="1060018" y="5279421"/>
                  </a:lnTo>
                  <a:lnTo>
                    <a:pt x="1060144" y="5279421"/>
                  </a:lnTo>
                  <a:lnTo>
                    <a:pt x="1060270" y="5279421"/>
                  </a:lnTo>
                  <a:lnTo>
                    <a:pt x="1060396" y="5279421"/>
                  </a:lnTo>
                  <a:lnTo>
                    <a:pt x="1060522" y="5279421"/>
                  </a:lnTo>
                  <a:lnTo>
                    <a:pt x="1060649" y="5279421"/>
                  </a:lnTo>
                  <a:lnTo>
                    <a:pt x="1060775" y="5279421"/>
                  </a:lnTo>
                  <a:lnTo>
                    <a:pt x="1060901" y="5279421"/>
                  </a:lnTo>
                  <a:lnTo>
                    <a:pt x="1061027" y="5279421"/>
                  </a:lnTo>
                  <a:lnTo>
                    <a:pt x="1061153" y="5279421"/>
                  </a:lnTo>
                  <a:lnTo>
                    <a:pt x="1061279" y="5279421"/>
                  </a:lnTo>
                  <a:lnTo>
                    <a:pt x="1061405" y="5279421"/>
                  </a:lnTo>
                  <a:lnTo>
                    <a:pt x="1061531" y="5279421"/>
                  </a:lnTo>
                  <a:lnTo>
                    <a:pt x="1061657" y="5279421"/>
                  </a:lnTo>
                  <a:lnTo>
                    <a:pt x="1061783" y="5279421"/>
                  </a:lnTo>
                  <a:lnTo>
                    <a:pt x="1061909" y="5279421"/>
                  </a:lnTo>
                  <a:lnTo>
                    <a:pt x="1062035" y="5279421"/>
                  </a:lnTo>
                  <a:lnTo>
                    <a:pt x="1062162" y="5279421"/>
                  </a:lnTo>
                  <a:lnTo>
                    <a:pt x="1062288" y="5279421"/>
                  </a:lnTo>
                  <a:lnTo>
                    <a:pt x="1062414" y="5279421"/>
                  </a:lnTo>
                  <a:lnTo>
                    <a:pt x="1062540" y="5279421"/>
                  </a:lnTo>
                  <a:lnTo>
                    <a:pt x="1062666" y="5279421"/>
                  </a:lnTo>
                  <a:lnTo>
                    <a:pt x="1062792" y="5279421"/>
                  </a:lnTo>
                  <a:lnTo>
                    <a:pt x="1062918" y="5279421"/>
                  </a:lnTo>
                  <a:lnTo>
                    <a:pt x="1063044" y="5279421"/>
                  </a:lnTo>
                  <a:lnTo>
                    <a:pt x="1063170" y="5279421"/>
                  </a:lnTo>
                  <a:lnTo>
                    <a:pt x="1063296" y="5279421"/>
                  </a:lnTo>
                  <a:lnTo>
                    <a:pt x="1063422" y="5279421"/>
                  </a:lnTo>
                  <a:lnTo>
                    <a:pt x="1063549" y="5279421"/>
                  </a:lnTo>
                  <a:lnTo>
                    <a:pt x="1063675" y="5279421"/>
                  </a:lnTo>
                  <a:lnTo>
                    <a:pt x="1063801" y="5279421"/>
                  </a:lnTo>
                  <a:lnTo>
                    <a:pt x="1063927" y="5279421"/>
                  </a:lnTo>
                  <a:lnTo>
                    <a:pt x="1064053" y="5279421"/>
                  </a:lnTo>
                  <a:lnTo>
                    <a:pt x="1064179" y="5279421"/>
                  </a:lnTo>
                  <a:lnTo>
                    <a:pt x="1064305" y="5279421"/>
                  </a:lnTo>
                  <a:lnTo>
                    <a:pt x="1064431" y="5279421"/>
                  </a:lnTo>
                  <a:lnTo>
                    <a:pt x="1064557" y="5279421"/>
                  </a:lnTo>
                  <a:lnTo>
                    <a:pt x="1064683" y="5279421"/>
                  </a:lnTo>
                  <a:lnTo>
                    <a:pt x="1064809" y="5279421"/>
                  </a:lnTo>
                  <a:lnTo>
                    <a:pt x="1064936" y="5279421"/>
                  </a:lnTo>
                  <a:lnTo>
                    <a:pt x="1065062" y="5279421"/>
                  </a:lnTo>
                  <a:lnTo>
                    <a:pt x="1065188" y="5279421"/>
                  </a:lnTo>
                  <a:lnTo>
                    <a:pt x="1065314" y="5279421"/>
                  </a:lnTo>
                  <a:lnTo>
                    <a:pt x="1065440" y="5279421"/>
                  </a:lnTo>
                  <a:lnTo>
                    <a:pt x="1065566" y="5279421"/>
                  </a:lnTo>
                  <a:lnTo>
                    <a:pt x="1065692" y="5279421"/>
                  </a:lnTo>
                  <a:lnTo>
                    <a:pt x="1065818" y="5279421"/>
                  </a:lnTo>
                  <a:lnTo>
                    <a:pt x="1065944" y="5279421"/>
                  </a:lnTo>
                  <a:lnTo>
                    <a:pt x="1066070" y="5279421"/>
                  </a:lnTo>
                  <a:lnTo>
                    <a:pt x="1066196" y="5279421"/>
                  </a:lnTo>
                  <a:lnTo>
                    <a:pt x="1066322" y="5279421"/>
                  </a:lnTo>
                  <a:lnTo>
                    <a:pt x="1066449" y="5279421"/>
                  </a:lnTo>
                  <a:lnTo>
                    <a:pt x="1066575" y="5279421"/>
                  </a:lnTo>
                  <a:lnTo>
                    <a:pt x="1066701" y="5279421"/>
                  </a:lnTo>
                  <a:lnTo>
                    <a:pt x="1066827" y="5279421"/>
                  </a:lnTo>
                  <a:lnTo>
                    <a:pt x="1066953" y="5279421"/>
                  </a:lnTo>
                  <a:lnTo>
                    <a:pt x="1067079" y="5279421"/>
                  </a:lnTo>
                  <a:lnTo>
                    <a:pt x="1067205" y="5279421"/>
                  </a:lnTo>
                  <a:lnTo>
                    <a:pt x="1067331" y="5279421"/>
                  </a:lnTo>
                  <a:lnTo>
                    <a:pt x="1067457" y="5279421"/>
                  </a:lnTo>
                  <a:lnTo>
                    <a:pt x="1067583" y="5279421"/>
                  </a:lnTo>
                  <a:lnTo>
                    <a:pt x="1067583" y="5274141"/>
                  </a:lnTo>
                  <a:lnTo>
                    <a:pt x="1067709" y="5274141"/>
                  </a:lnTo>
                  <a:lnTo>
                    <a:pt x="1067836" y="5274141"/>
                  </a:lnTo>
                  <a:lnTo>
                    <a:pt x="1067962" y="5274141"/>
                  </a:lnTo>
                  <a:lnTo>
                    <a:pt x="1068088" y="5274141"/>
                  </a:lnTo>
                  <a:lnTo>
                    <a:pt x="1068214" y="5274141"/>
                  </a:lnTo>
                  <a:lnTo>
                    <a:pt x="1068340" y="5274141"/>
                  </a:lnTo>
                  <a:lnTo>
                    <a:pt x="1068466" y="5274141"/>
                  </a:lnTo>
                  <a:lnTo>
                    <a:pt x="1068592" y="5274141"/>
                  </a:lnTo>
                  <a:lnTo>
                    <a:pt x="1068718" y="5274141"/>
                  </a:lnTo>
                  <a:lnTo>
                    <a:pt x="1068844" y="5274141"/>
                  </a:lnTo>
                  <a:lnTo>
                    <a:pt x="1068970" y="5274141"/>
                  </a:lnTo>
                  <a:lnTo>
                    <a:pt x="1069096" y="5274141"/>
                  </a:lnTo>
                  <a:lnTo>
                    <a:pt x="1069222" y="5274141"/>
                  </a:lnTo>
                  <a:lnTo>
                    <a:pt x="1069349" y="5274141"/>
                  </a:lnTo>
                  <a:lnTo>
                    <a:pt x="1069349" y="5268862"/>
                  </a:lnTo>
                  <a:lnTo>
                    <a:pt x="1069475" y="5268862"/>
                  </a:lnTo>
                  <a:lnTo>
                    <a:pt x="1069601" y="5268862"/>
                  </a:lnTo>
                  <a:lnTo>
                    <a:pt x="1069727" y="5268862"/>
                  </a:lnTo>
                  <a:lnTo>
                    <a:pt x="1069853" y="5268862"/>
                  </a:lnTo>
                  <a:lnTo>
                    <a:pt x="1069979" y="5268862"/>
                  </a:lnTo>
                  <a:lnTo>
                    <a:pt x="1070105" y="5268862"/>
                  </a:lnTo>
                  <a:lnTo>
                    <a:pt x="1070231" y="5268862"/>
                  </a:lnTo>
                  <a:lnTo>
                    <a:pt x="1070357" y="5268862"/>
                  </a:lnTo>
                  <a:lnTo>
                    <a:pt x="1070483" y="5268862"/>
                  </a:lnTo>
                  <a:lnTo>
                    <a:pt x="1070609" y="5268862"/>
                  </a:lnTo>
                  <a:lnTo>
                    <a:pt x="1070736" y="5268862"/>
                  </a:lnTo>
                  <a:lnTo>
                    <a:pt x="1070862" y="5268862"/>
                  </a:lnTo>
                  <a:lnTo>
                    <a:pt x="1070988" y="5268862"/>
                  </a:lnTo>
                  <a:lnTo>
                    <a:pt x="1071114" y="5268862"/>
                  </a:lnTo>
                  <a:lnTo>
                    <a:pt x="1071240" y="5268862"/>
                  </a:lnTo>
                  <a:lnTo>
                    <a:pt x="1071366" y="5268862"/>
                  </a:lnTo>
                  <a:lnTo>
                    <a:pt x="1071492" y="5268862"/>
                  </a:lnTo>
                  <a:lnTo>
                    <a:pt x="1071618" y="5268862"/>
                  </a:lnTo>
                  <a:lnTo>
                    <a:pt x="1071744" y="5268862"/>
                  </a:lnTo>
                  <a:lnTo>
                    <a:pt x="1071870" y="5268862"/>
                  </a:lnTo>
                  <a:lnTo>
                    <a:pt x="1071996" y="5268862"/>
                  </a:lnTo>
                  <a:lnTo>
                    <a:pt x="1072123" y="5268862"/>
                  </a:lnTo>
                  <a:lnTo>
                    <a:pt x="1072249" y="5268862"/>
                  </a:lnTo>
                  <a:lnTo>
                    <a:pt x="1072375" y="5268862"/>
                  </a:lnTo>
                  <a:lnTo>
                    <a:pt x="1072501" y="5268862"/>
                  </a:lnTo>
                  <a:lnTo>
                    <a:pt x="1072627" y="5268862"/>
                  </a:lnTo>
                  <a:lnTo>
                    <a:pt x="1072753" y="5268862"/>
                  </a:lnTo>
                  <a:lnTo>
                    <a:pt x="1072879" y="5268862"/>
                  </a:lnTo>
                  <a:lnTo>
                    <a:pt x="1073005" y="5268862"/>
                  </a:lnTo>
                  <a:lnTo>
                    <a:pt x="1073131" y="5268862"/>
                  </a:lnTo>
                  <a:lnTo>
                    <a:pt x="1073257" y="5268862"/>
                  </a:lnTo>
                  <a:lnTo>
                    <a:pt x="1073383" y="5268862"/>
                  </a:lnTo>
                  <a:lnTo>
                    <a:pt x="1073509" y="5268862"/>
                  </a:lnTo>
                  <a:lnTo>
                    <a:pt x="1073636" y="5268862"/>
                  </a:lnTo>
                  <a:lnTo>
                    <a:pt x="1073762" y="5268862"/>
                  </a:lnTo>
                  <a:lnTo>
                    <a:pt x="1073888" y="5268862"/>
                  </a:lnTo>
                  <a:lnTo>
                    <a:pt x="1074014" y="5268862"/>
                  </a:lnTo>
                  <a:lnTo>
                    <a:pt x="1074140" y="5268862"/>
                  </a:lnTo>
                  <a:lnTo>
                    <a:pt x="1074266" y="5268862"/>
                  </a:lnTo>
                  <a:lnTo>
                    <a:pt x="1074392" y="5268862"/>
                  </a:lnTo>
                  <a:lnTo>
                    <a:pt x="1074518" y="5268862"/>
                  </a:lnTo>
                  <a:lnTo>
                    <a:pt x="1074644" y="5268862"/>
                  </a:lnTo>
                  <a:lnTo>
                    <a:pt x="1074644" y="5263583"/>
                  </a:lnTo>
                  <a:lnTo>
                    <a:pt x="1074770" y="5263583"/>
                  </a:lnTo>
                  <a:lnTo>
                    <a:pt x="1074896" y="5263583"/>
                  </a:lnTo>
                  <a:lnTo>
                    <a:pt x="1075023" y="5263583"/>
                  </a:lnTo>
                  <a:lnTo>
                    <a:pt x="1075149" y="5263583"/>
                  </a:lnTo>
                  <a:lnTo>
                    <a:pt x="1075275" y="5263583"/>
                  </a:lnTo>
                  <a:lnTo>
                    <a:pt x="1075401" y="5263583"/>
                  </a:lnTo>
                  <a:lnTo>
                    <a:pt x="1075527" y="5263583"/>
                  </a:lnTo>
                  <a:lnTo>
                    <a:pt x="1075653" y="5263583"/>
                  </a:lnTo>
                  <a:lnTo>
                    <a:pt x="1075779" y="5263583"/>
                  </a:lnTo>
                  <a:lnTo>
                    <a:pt x="1075905" y="5263583"/>
                  </a:lnTo>
                  <a:lnTo>
                    <a:pt x="1076031" y="5263583"/>
                  </a:lnTo>
                  <a:lnTo>
                    <a:pt x="1076157" y="5263583"/>
                  </a:lnTo>
                  <a:lnTo>
                    <a:pt x="1076283" y="5263583"/>
                  </a:lnTo>
                  <a:lnTo>
                    <a:pt x="1076409" y="5263583"/>
                  </a:lnTo>
                  <a:lnTo>
                    <a:pt x="1076536" y="5263583"/>
                  </a:lnTo>
                  <a:lnTo>
                    <a:pt x="1076662" y="5263583"/>
                  </a:lnTo>
                  <a:lnTo>
                    <a:pt x="1076788" y="5263583"/>
                  </a:lnTo>
                  <a:lnTo>
                    <a:pt x="1076914" y="5263583"/>
                  </a:lnTo>
                  <a:lnTo>
                    <a:pt x="1077040" y="5263583"/>
                  </a:lnTo>
                  <a:lnTo>
                    <a:pt x="1077166" y="5263583"/>
                  </a:lnTo>
                  <a:lnTo>
                    <a:pt x="1077292" y="5263583"/>
                  </a:lnTo>
                  <a:lnTo>
                    <a:pt x="1077418" y="5263583"/>
                  </a:lnTo>
                  <a:lnTo>
                    <a:pt x="1077544" y="5263583"/>
                  </a:lnTo>
                  <a:lnTo>
                    <a:pt x="1077670" y="5263583"/>
                  </a:lnTo>
                  <a:lnTo>
                    <a:pt x="1077796" y="5263583"/>
                  </a:lnTo>
                  <a:lnTo>
                    <a:pt x="1077923" y="5263583"/>
                  </a:lnTo>
                  <a:lnTo>
                    <a:pt x="1078049" y="5263583"/>
                  </a:lnTo>
                  <a:lnTo>
                    <a:pt x="1078175" y="5263583"/>
                  </a:lnTo>
                  <a:lnTo>
                    <a:pt x="1078301" y="5263583"/>
                  </a:lnTo>
                  <a:lnTo>
                    <a:pt x="1078427" y="5263583"/>
                  </a:lnTo>
                  <a:lnTo>
                    <a:pt x="1078553" y="5263583"/>
                  </a:lnTo>
                  <a:lnTo>
                    <a:pt x="1078679" y="5263583"/>
                  </a:lnTo>
                  <a:lnTo>
                    <a:pt x="1078805" y="5263583"/>
                  </a:lnTo>
                  <a:lnTo>
                    <a:pt x="1078931" y="5263583"/>
                  </a:lnTo>
                  <a:lnTo>
                    <a:pt x="1079057" y="5263583"/>
                  </a:lnTo>
                  <a:lnTo>
                    <a:pt x="1079183" y="5263583"/>
                  </a:lnTo>
                  <a:lnTo>
                    <a:pt x="1079310" y="5263583"/>
                  </a:lnTo>
                  <a:lnTo>
                    <a:pt x="1079436" y="5263583"/>
                  </a:lnTo>
                  <a:lnTo>
                    <a:pt x="1079562" y="5263583"/>
                  </a:lnTo>
                  <a:lnTo>
                    <a:pt x="1079688" y="5263583"/>
                  </a:lnTo>
                  <a:lnTo>
                    <a:pt x="1079814" y="5263583"/>
                  </a:lnTo>
                  <a:lnTo>
                    <a:pt x="1079940" y="5263583"/>
                  </a:lnTo>
                  <a:lnTo>
                    <a:pt x="1080066" y="5263583"/>
                  </a:lnTo>
                  <a:lnTo>
                    <a:pt x="1080192" y="5263583"/>
                  </a:lnTo>
                  <a:lnTo>
                    <a:pt x="1080318" y="5263583"/>
                  </a:lnTo>
                  <a:lnTo>
                    <a:pt x="1080444" y="5263583"/>
                  </a:lnTo>
                  <a:lnTo>
                    <a:pt x="1080570" y="5263583"/>
                  </a:lnTo>
                  <a:lnTo>
                    <a:pt x="1080696" y="5263583"/>
                  </a:lnTo>
                  <a:lnTo>
                    <a:pt x="1080823" y="5263583"/>
                  </a:lnTo>
                  <a:lnTo>
                    <a:pt x="1080949" y="5263583"/>
                  </a:lnTo>
                  <a:lnTo>
                    <a:pt x="1081075" y="5263583"/>
                  </a:lnTo>
                  <a:lnTo>
                    <a:pt x="1081201" y="5263583"/>
                  </a:lnTo>
                  <a:lnTo>
                    <a:pt x="1081327" y="5263583"/>
                  </a:lnTo>
                  <a:lnTo>
                    <a:pt x="1081453" y="5263583"/>
                  </a:lnTo>
                  <a:lnTo>
                    <a:pt x="1081579" y="5263583"/>
                  </a:lnTo>
                  <a:lnTo>
                    <a:pt x="1081705" y="5263583"/>
                  </a:lnTo>
                  <a:lnTo>
                    <a:pt x="1081831" y="5263583"/>
                  </a:lnTo>
                  <a:lnTo>
                    <a:pt x="1081831" y="5258303"/>
                  </a:lnTo>
                  <a:lnTo>
                    <a:pt x="1081957" y="5258303"/>
                  </a:lnTo>
                  <a:lnTo>
                    <a:pt x="1082083" y="5258303"/>
                  </a:lnTo>
                  <a:lnTo>
                    <a:pt x="1082210" y="5258303"/>
                  </a:lnTo>
                  <a:lnTo>
                    <a:pt x="1082336" y="5258303"/>
                  </a:lnTo>
                  <a:lnTo>
                    <a:pt x="1082462" y="5258303"/>
                  </a:lnTo>
                  <a:lnTo>
                    <a:pt x="1082462" y="5253024"/>
                  </a:lnTo>
                  <a:lnTo>
                    <a:pt x="1082588" y="5253024"/>
                  </a:lnTo>
                  <a:lnTo>
                    <a:pt x="1082714" y="5253024"/>
                  </a:lnTo>
                  <a:lnTo>
                    <a:pt x="1082840" y="5253024"/>
                  </a:lnTo>
                  <a:lnTo>
                    <a:pt x="1082966" y="5253024"/>
                  </a:lnTo>
                  <a:lnTo>
                    <a:pt x="1083092" y="5253024"/>
                  </a:lnTo>
                  <a:lnTo>
                    <a:pt x="1083218" y="5253024"/>
                  </a:lnTo>
                  <a:lnTo>
                    <a:pt x="1083344" y="5253024"/>
                  </a:lnTo>
                  <a:lnTo>
                    <a:pt x="1083470" y="5253024"/>
                  </a:lnTo>
                  <a:lnTo>
                    <a:pt x="1083596" y="5253024"/>
                  </a:lnTo>
                  <a:lnTo>
                    <a:pt x="1083723" y="5253024"/>
                  </a:lnTo>
                  <a:lnTo>
                    <a:pt x="1083849" y="5253024"/>
                  </a:lnTo>
                  <a:lnTo>
                    <a:pt x="1083975" y="5253024"/>
                  </a:lnTo>
                  <a:lnTo>
                    <a:pt x="1084101" y="5253024"/>
                  </a:lnTo>
                  <a:lnTo>
                    <a:pt x="1084227" y="5253024"/>
                  </a:lnTo>
                  <a:lnTo>
                    <a:pt x="1084353" y="5253024"/>
                  </a:lnTo>
                  <a:lnTo>
                    <a:pt x="1084479" y="5253024"/>
                  </a:lnTo>
                  <a:lnTo>
                    <a:pt x="1084605" y="5253024"/>
                  </a:lnTo>
                  <a:lnTo>
                    <a:pt x="1084731" y="5253024"/>
                  </a:lnTo>
                  <a:lnTo>
                    <a:pt x="1084857" y="5253024"/>
                  </a:lnTo>
                  <a:lnTo>
                    <a:pt x="1084983" y="5253024"/>
                  </a:lnTo>
                  <a:lnTo>
                    <a:pt x="1085110" y="5253024"/>
                  </a:lnTo>
                  <a:lnTo>
                    <a:pt x="1085236" y="5253024"/>
                  </a:lnTo>
                  <a:lnTo>
                    <a:pt x="1085362" y="5253024"/>
                  </a:lnTo>
                  <a:lnTo>
                    <a:pt x="1085488" y="5253024"/>
                  </a:lnTo>
                  <a:lnTo>
                    <a:pt x="1085614" y="5253024"/>
                  </a:lnTo>
                  <a:lnTo>
                    <a:pt x="1085740" y="5253024"/>
                  </a:lnTo>
                  <a:lnTo>
                    <a:pt x="1085740" y="5247744"/>
                  </a:lnTo>
                  <a:lnTo>
                    <a:pt x="1085866" y="5247744"/>
                  </a:lnTo>
                  <a:lnTo>
                    <a:pt x="1085992" y="5247744"/>
                  </a:lnTo>
                  <a:lnTo>
                    <a:pt x="1086118" y="5247744"/>
                  </a:lnTo>
                  <a:lnTo>
                    <a:pt x="1086244" y="5247744"/>
                  </a:lnTo>
                  <a:lnTo>
                    <a:pt x="1086370" y="5247744"/>
                  </a:lnTo>
                  <a:lnTo>
                    <a:pt x="1086496" y="5247744"/>
                  </a:lnTo>
                  <a:lnTo>
                    <a:pt x="1086623" y="5247744"/>
                  </a:lnTo>
                  <a:lnTo>
                    <a:pt x="1086749" y="5247744"/>
                  </a:lnTo>
                  <a:lnTo>
                    <a:pt x="1086875" y="5247744"/>
                  </a:lnTo>
                  <a:lnTo>
                    <a:pt x="1087001" y="5247744"/>
                  </a:lnTo>
                  <a:lnTo>
                    <a:pt x="1087127" y="5247744"/>
                  </a:lnTo>
                  <a:lnTo>
                    <a:pt x="1087253" y="5247744"/>
                  </a:lnTo>
                  <a:lnTo>
                    <a:pt x="1087379" y="5247744"/>
                  </a:lnTo>
                  <a:lnTo>
                    <a:pt x="1087505" y="5247744"/>
                  </a:lnTo>
                  <a:lnTo>
                    <a:pt x="1087631" y="5247744"/>
                  </a:lnTo>
                  <a:lnTo>
                    <a:pt x="1087757" y="5247744"/>
                  </a:lnTo>
                  <a:lnTo>
                    <a:pt x="1087883" y="5247744"/>
                  </a:lnTo>
                  <a:lnTo>
                    <a:pt x="1088010" y="5247744"/>
                  </a:lnTo>
                  <a:lnTo>
                    <a:pt x="1088136" y="5247744"/>
                  </a:lnTo>
                  <a:lnTo>
                    <a:pt x="1088262" y="5247744"/>
                  </a:lnTo>
                  <a:lnTo>
                    <a:pt x="1088388" y="5247744"/>
                  </a:lnTo>
                  <a:lnTo>
                    <a:pt x="1088514" y="5247744"/>
                  </a:lnTo>
                  <a:lnTo>
                    <a:pt x="1088640" y="5247744"/>
                  </a:lnTo>
                  <a:lnTo>
                    <a:pt x="1088766" y="5247744"/>
                  </a:lnTo>
                  <a:lnTo>
                    <a:pt x="1088892" y="5247744"/>
                  </a:lnTo>
                  <a:lnTo>
                    <a:pt x="1089018" y="5247744"/>
                  </a:lnTo>
                  <a:lnTo>
                    <a:pt x="1089144" y="5247744"/>
                  </a:lnTo>
                  <a:lnTo>
                    <a:pt x="1089270" y="5247744"/>
                  </a:lnTo>
                  <a:lnTo>
                    <a:pt x="1089397" y="5247744"/>
                  </a:lnTo>
                  <a:lnTo>
                    <a:pt x="1089523" y="5247744"/>
                  </a:lnTo>
                  <a:lnTo>
                    <a:pt x="1089649" y="5247744"/>
                  </a:lnTo>
                  <a:lnTo>
                    <a:pt x="1089775" y="5247744"/>
                  </a:lnTo>
                  <a:lnTo>
                    <a:pt x="1089901" y="5247744"/>
                  </a:lnTo>
                  <a:lnTo>
                    <a:pt x="1090027" y="5247744"/>
                  </a:lnTo>
                  <a:lnTo>
                    <a:pt x="1090153" y="5247744"/>
                  </a:lnTo>
                  <a:lnTo>
                    <a:pt x="1090279" y="5247744"/>
                  </a:lnTo>
                  <a:lnTo>
                    <a:pt x="1090405" y="5247744"/>
                  </a:lnTo>
                  <a:lnTo>
                    <a:pt x="1090531" y="5247744"/>
                  </a:lnTo>
                  <a:lnTo>
                    <a:pt x="1090657" y="5247744"/>
                  </a:lnTo>
                  <a:lnTo>
                    <a:pt x="1090657" y="5242465"/>
                  </a:lnTo>
                  <a:lnTo>
                    <a:pt x="1090783" y="5242465"/>
                  </a:lnTo>
                  <a:lnTo>
                    <a:pt x="1090910" y="5242465"/>
                  </a:lnTo>
                  <a:lnTo>
                    <a:pt x="1091036" y="5242465"/>
                  </a:lnTo>
                  <a:lnTo>
                    <a:pt x="1091162" y="5242465"/>
                  </a:lnTo>
                  <a:lnTo>
                    <a:pt x="1091288" y="5242465"/>
                  </a:lnTo>
                  <a:lnTo>
                    <a:pt x="1091414" y="5242465"/>
                  </a:lnTo>
                  <a:lnTo>
                    <a:pt x="1091540" y="5242465"/>
                  </a:lnTo>
                  <a:lnTo>
                    <a:pt x="1091666" y="5242465"/>
                  </a:lnTo>
                  <a:lnTo>
                    <a:pt x="1091792" y="5242465"/>
                  </a:lnTo>
                  <a:lnTo>
                    <a:pt x="1091792" y="5237185"/>
                  </a:lnTo>
                  <a:lnTo>
                    <a:pt x="1091918" y="5237185"/>
                  </a:lnTo>
                  <a:lnTo>
                    <a:pt x="1092044" y="5237185"/>
                  </a:lnTo>
                  <a:lnTo>
                    <a:pt x="1092170" y="5237185"/>
                  </a:lnTo>
                  <a:lnTo>
                    <a:pt x="1092297" y="5237185"/>
                  </a:lnTo>
                  <a:lnTo>
                    <a:pt x="1092423" y="5237185"/>
                  </a:lnTo>
                  <a:lnTo>
                    <a:pt x="1092549" y="5237185"/>
                  </a:lnTo>
                  <a:lnTo>
                    <a:pt x="1092675" y="5237185"/>
                  </a:lnTo>
                  <a:lnTo>
                    <a:pt x="1092801" y="5237185"/>
                  </a:lnTo>
                  <a:lnTo>
                    <a:pt x="1092927" y="5237185"/>
                  </a:lnTo>
                  <a:lnTo>
                    <a:pt x="1093053" y="5237185"/>
                  </a:lnTo>
                  <a:lnTo>
                    <a:pt x="1093179" y="5237185"/>
                  </a:lnTo>
                  <a:lnTo>
                    <a:pt x="1093305" y="5237185"/>
                  </a:lnTo>
                  <a:lnTo>
                    <a:pt x="1093431" y="5237185"/>
                  </a:lnTo>
                  <a:lnTo>
                    <a:pt x="1093431" y="5231906"/>
                  </a:lnTo>
                  <a:lnTo>
                    <a:pt x="1093557" y="5231906"/>
                  </a:lnTo>
                  <a:lnTo>
                    <a:pt x="1093683" y="5231906"/>
                  </a:lnTo>
                  <a:lnTo>
                    <a:pt x="1093810" y="5231906"/>
                  </a:lnTo>
                  <a:lnTo>
                    <a:pt x="1093936" y="5231906"/>
                  </a:lnTo>
                  <a:lnTo>
                    <a:pt x="1094062" y="5231906"/>
                  </a:lnTo>
                  <a:lnTo>
                    <a:pt x="1094188" y="5231906"/>
                  </a:lnTo>
                  <a:lnTo>
                    <a:pt x="1094314" y="5231906"/>
                  </a:lnTo>
                  <a:lnTo>
                    <a:pt x="1094440" y="5231906"/>
                  </a:lnTo>
                  <a:lnTo>
                    <a:pt x="1094566" y="5231906"/>
                  </a:lnTo>
                  <a:lnTo>
                    <a:pt x="1094692" y="5231906"/>
                  </a:lnTo>
                  <a:lnTo>
                    <a:pt x="1094818" y="5231906"/>
                  </a:lnTo>
                  <a:lnTo>
                    <a:pt x="1094944" y="5231906"/>
                  </a:lnTo>
                  <a:lnTo>
                    <a:pt x="1095070" y="5231906"/>
                  </a:lnTo>
                  <a:lnTo>
                    <a:pt x="1095197" y="5231906"/>
                  </a:lnTo>
                  <a:lnTo>
                    <a:pt x="1095323" y="5231906"/>
                  </a:lnTo>
                  <a:lnTo>
                    <a:pt x="1095449" y="5231906"/>
                  </a:lnTo>
                  <a:lnTo>
                    <a:pt x="1095575" y="5231906"/>
                  </a:lnTo>
                  <a:lnTo>
                    <a:pt x="1095701" y="5231906"/>
                  </a:lnTo>
                  <a:lnTo>
                    <a:pt x="1095827" y="5231906"/>
                  </a:lnTo>
                  <a:lnTo>
                    <a:pt x="1095953" y="5231906"/>
                  </a:lnTo>
                  <a:lnTo>
                    <a:pt x="1096079" y="5231906"/>
                  </a:lnTo>
                  <a:lnTo>
                    <a:pt x="1096205" y="5231906"/>
                  </a:lnTo>
                  <a:lnTo>
                    <a:pt x="1096331" y="5231906"/>
                  </a:lnTo>
                  <a:lnTo>
                    <a:pt x="1096457" y="5231906"/>
                  </a:lnTo>
                  <a:lnTo>
                    <a:pt x="1096584" y="5231906"/>
                  </a:lnTo>
                  <a:lnTo>
                    <a:pt x="1096710" y="5231906"/>
                  </a:lnTo>
                  <a:lnTo>
                    <a:pt x="1096836" y="5231906"/>
                  </a:lnTo>
                  <a:lnTo>
                    <a:pt x="1096962" y="5231906"/>
                  </a:lnTo>
                  <a:lnTo>
                    <a:pt x="1097088" y="5231906"/>
                  </a:lnTo>
                  <a:lnTo>
                    <a:pt x="1097214" y="5231906"/>
                  </a:lnTo>
                  <a:lnTo>
                    <a:pt x="1097214" y="5226627"/>
                  </a:lnTo>
                  <a:lnTo>
                    <a:pt x="1097340" y="5226627"/>
                  </a:lnTo>
                  <a:lnTo>
                    <a:pt x="1097466" y="5226627"/>
                  </a:lnTo>
                  <a:lnTo>
                    <a:pt x="1097592" y="5226627"/>
                  </a:lnTo>
                  <a:lnTo>
                    <a:pt x="1097718" y="5226627"/>
                  </a:lnTo>
                  <a:lnTo>
                    <a:pt x="1097844" y="5226627"/>
                  </a:lnTo>
                  <a:lnTo>
                    <a:pt x="1097970" y="5226627"/>
                  </a:lnTo>
                  <a:lnTo>
                    <a:pt x="1098097" y="5226627"/>
                  </a:lnTo>
                  <a:lnTo>
                    <a:pt x="1098223" y="5226627"/>
                  </a:lnTo>
                  <a:lnTo>
                    <a:pt x="1098349" y="5226627"/>
                  </a:lnTo>
                  <a:lnTo>
                    <a:pt x="1098475" y="5226627"/>
                  </a:lnTo>
                  <a:lnTo>
                    <a:pt x="1098601" y="5226627"/>
                  </a:lnTo>
                  <a:lnTo>
                    <a:pt x="1098727" y="5226627"/>
                  </a:lnTo>
                  <a:lnTo>
                    <a:pt x="1098853" y="5226627"/>
                  </a:lnTo>
                  <a:lnTo>
                    <a:pt x="1098979" y="5226627"/>
                  </a:lnTo>
                  <a:lnTo>
                    <a:pt x="1099105" y="5226627"/>
                  </a:lnTo>
                  <a:lnTo>
                    <a:pt x="1099231" y="5226627"/>
                  </a:lnTo>
                  <a:lnTo>
                    <a:pt x="1099357" y="5226627"/>
                  </a:lnTo>
                  <a:lnTo>
                    <a:pt x="1099484" y="5226627"/>
                  </a:lnTo>
                  <a:lnTo>
                    <a:pt x="1099610" y="5226627"/>
                  </a:lnTo>
                  <a:lnTo>
                    <a:pt x="1099736" y="5226627"/>
                  </a:lnTo>
                  <a:lnTo>
                    <a:pt x="1099862" y="5226627"/>
                  </a:lnTo>
                  <a:lnTo>
                    <a:pt x="1099988" y="5226627"/>
                  </a:lnTo>
                  <a:lnTo>
                    <a:pt x="1100114" y="5226627"/>
                  </a:lnTo>
                  <a:lnTo>
                    <a:pt x="1100240" y="5226627"/>
                  </a:lnTo>
                  <a:lnTo>
                    <a:pt x="1100366" y="5226627"/>
                  </a:lnTo>
                  <a:lnTo>
                    <a:pt x="1100492" y="5226627"/>
                  </a:lnTo>
                  <a:lnTo>
                    <a:pt x="1100618" y="5226627"/>
                  </a:lnTo>
                  <a:lnTo>
                    <a:pt x="1100744" y="5226627"/>
                  </a:lnTo>
                  <a:lnTo>
                    <a:pt x="1100870" y="5226627"/>
                  </a:lnTo>
                  <a:lnTo>
                    <a:pt x="1100997" y="5226627"/>
                  </a:lnTo>
                  <a:lnTo>
                    <a:pt x="1101123" y="5226627"/>
                  </a:lnTo>
                  <a:lnTo>
                    <a:pt x="1101249" y="5226627"/>
                  </a:lnTo>
                  <a:lnTo>
                    <a:pt x="1101375" y="5226627"/>
                  </a:lnTo>
                  <a:lnTo>
                    <a:pt x="1101501" y="5226627"/>
                  </a:lnTo>
                  <a:lnTo>
                    <a:pt x="1101627" y="5226627"/>
                  </a:lnTo>
                  <a:lnTo>
                    <a:pt x="1101753" y="5226627"/>
                  </a:lnTo>
                  <a:lnTo>
                    <a:pt x="1101879" y="5226627"/>
                  </a:lnTo>
                  <a:lnTo>
                    <a:pt x="1102005" y="5226627"/>
                  </a:lnTo>
                  <a:lnTo>
                    <a:pt x="1102131" y="5226627"/>
                  </a:lnTo>
                  <a:lnTo>
                    <a:pt x="1102131" y="5221347"/>
                  </a:lnTo>
                  <a:lnTo>
                    <a:pt x="1102257" y="5221347"/>
                  </a:lnTo>
                  <a:lnTo>
                    <a:pt x="1102384" y="5221347"/>
                  </a:lnTo>
                  <a:lnTo>
                    <a:pt x="1102510" y="5221347"/>
                  </a:lnTo>
                  <a:lnTo>
                    <a:pt x="1102636" y="5221347"/>
                  </a:lnTo>
                  <a:lnTo>
                    <a:pt x="1102762" y="5221347"/>
                  </a:lnTo>
                  <a:lnTo>
                    <a:pt x="1102888" y="5221347"/>
                  </a:lnTo>
                  <a:lnTo>
                    <a:pt x="1103014" y="5221347"/>
                  </a:lnTo>
                  <a:lnTo>
                    <a:pt x="1103140" y="5221347"/>
                  </a:lnTo>
                  <a:lnTo>
                    <a:pt x="1103266" y="5221347"/>
                  </a:lnTo>
                  <a:lnTo>
                    <a:pt x="1103392" y="5221347"/>
                  </a:lnTo>
                  <a:lnTo>
                    <a:pt x="1103518" y="5221347"/>
                  </a:lnTo>
                  <a:lnTo>
                    <a:pt x="1103644" y="5221347"/>
                  </a:lnTo>
                  <a:lnTo>
                    <a:pt x="1103771" y="5221347"/>
                  </a:lnTo>
                  <a:lnTo>
                    <a:pt x="1103897" y="5221347"/>
                  </a:lnTo>
                  <a:lnTo>
                    <a:pt x="1104023" y="5221347"/>
                  </a:lnTo>
                  <a:lnTo>
                    <a:pt x="1104149" y="5221347"/>
                  </a:lnTo>
                  <a:lnTo>
                    <a:pt x="1104275" y="5221347"/>
                  </a:lnTo>
                  <a:lnTo>
                    <a:pt x="1104401" y="5221347"/>
                  </a:lnTo>
                  <a:lnTo>
                    <a:pt x="1104527" y="5221347"/>
                  </a:lnTo>
                  <a:lnTo>
                    <a:pt x="1104653" y="5221347"/>
                  </a:lnTo>
                  <a:lnTo>
                    <a:pt x="1104779" y="5221347"/>
                  </a:lnTo>
                  <a:lnTo>
                    <a:pt x="1104905" y="5221347"/>
                  </a:lnTo>
                  <a:lnTo>
                    <a:pt x="1105031" y="5221347"/>
                  </a:lnTo>
                  <a:lnTo>
                    <a:pt x="1105157" y="5221347"/>
                  </a:lnTo>
                  <a:lnTo>
                    <a:pt x="1105284" y="5221347"/>
                  </a:lnTo>
                  <a:lnTo>
                    <a:pt x="1105410" y="5221347"/>
                  </a:lnTo>
                  <a:lnTo>
                    <a:pt x="1105536" y="5221347"/>
                  </a:lnTo>
                  <a:lnTo>
                    <a:pt x="1105662" y="5221347"/>
                  </a:lnTo>
                  <a:lnTo>
                    <a:pt x="1105788" y="5221347"/>
                  </a:lnTo>
                  <a:lnTo>
                    <a:pt x="1105914" y="5221347"/>
                  </a:lnTo>
                  <a:lnTo>
                    <a:pt x="1106040" y="5221347"/>
                  </a:lnTo>
                  <a:lnTo>
                    <a:pt x="1106166" y="5221347"/>
                  </a:lnTo>
                  <a:lnTo>
                    <a:pt x="1106292" y="5221347"/>
                  </a:lnTo>
                  <a:lnTo>
                    <a:pt x="1106418" y="5221347"/>
                  </a:lnTo>
                  <a:lnTo>
                    <a:pt x="1106544" y="5221347"/>
                  </a:lnTo>
                  <a:lnTo>
                    <a:pt x="1106671" y="5221347"/>
                  </a:lnTo>
                  <a:lnTo>
                    <a:pt x="1106797" y="5221347"/>
                  </a:lnTo>
                  <a:lnTo>
                    <a:pt x="1106923" y="5221347"/>
                  </a:lnTo>
                  <a:lnTo>
                    <a:pt x="1107049" y="5221347"/>
                  </a:lnTo>
                  <a:lnTo>
                    <a:pt x="1107175" y="5221347"/>
                  </a:lnTo>
                  <a:lnTo>
                    <a:pt x="1107301" y="5221347"/>
                  </a:lnTo>
                  <a:lnTo>
                    <a:pt x="1107427" y="5221347"/>
                  </a:lnTo>
                  <a:lnTo>
                    <a:pt x="1107553" y="5221347"/>
                  </a:lnTo>
                  <a:lnTo>
                    <a:pt x="1107679" y="5221347"/>
                  </a:lnTo>
                  <a:lnTo>
                    <a:pt x="1107805" y="5221347"/>
                  </a:lnTo>
                  <a:lnTo>
                    <a:pt x="1107931" y="5221347"/>
                  </a:lnTo>
                  <a:lnTo>
                    <a:pt x="1108057" y="5221347"/>
                  </a:lnTo>
                  <a:lnTo>
                    <a:pt x="1108184" y="5221347"/>
                  </a:lnTo>
                  <a:lnTo>
                    <a:pt x="1108310" y="5221347"/>
                  </a:lnTo>
                  <a:lnTo>
                    <a:pt x="1108436" y="5221347"/>
                  </a:lnTo>
                  <a:lnTo>
                    <a:pt x="1108562" y="5221347"/>
                  </a:lnTo>
                  <a:lnTo>
                    <a:pt x="1108688" y="5221347"/>
                  </a:lnTo>
                  <a:lnTo>
                    <a:pt x="1108814" y="5221347"/>
                  </a:lnTo>
                  <a:lnTo>
                    <a:pt x="1108940" y="5221347"/>
                  </a:lnTo>
                  <a:lnTo>
                    <a:pt x="1109066" y="5221347"/>
                  </a:lnTo>
                  <a:lnTo>
                    <a:pt x="1109192" y="5221347"/>
                  </a:lnTo>
                  <a:lnTo>
                    <a:pt x="1109318" y="5221347"/>
                  </a:lnTo>
                  <a:lnTo>
                    <a:pt x="1109444" y="5221347"/>
                  </a:lnTo>
                  <a:lnTo>
                    <a:pt x="1109571" y="5221347"/>
                  </a:lnTo>
                  <a:lnTo>
                    <a:pt x="1109697" y="5221347"/>
                  </a:lnTo>
                  <a:lnTo>
                    <a:pt x="1109823" y="5221347"/>
                  </a:lnTo>
                  <a:lnTo>
                    <a:pt x="1109949" y="5221347"/>
                  </a:lnTo>
                  <a:lnTo>
                    <a:pt x="1110075" y="5221347"/>
                  </a:lnTo>
                  <a:lnTo>
                    <a:pt x="1110201" y="5221347"/>
                  </a:lnTo>
                  <a:lnTo>
                    <a:pt x="1110327" y="5221347"/>
                  </a:lnTo>
                  <a:lnTo>
                    <a:pt x="1110453" y="5221347"/>
                  </a:lnTo>
                  <a:lnTo>
                    <a:pt x="1110579" y="5221347"/>
                  </a:lnTo>
                  <a:lnTo>
                    <a:pt x="1110705" y="5221347"/>
                  </a:lnTo>
                  <a:lnTo>
                    <a:pt x="1110831" y="5221347"/>
                  </a:lnTo>
                  <a:lnTo>
                    <a:pt x="1110957" y="5221347"/>
                  </a:lnTo>
                  <a:lnTo>
                    <a:pt x="1111084" y="5221347"/>
                  </a:lnTo>
                  <a:lnTo>
                    <a:pt x="1111210" y="5221347"/>
                  </a:lnTo>
                  <a:lnTo>
                    <a:pt x="1111336" y="5221347"/>
                  </a:lnTo>
                  <a:lnTo>
                    <a:pt x="1111462" y="5221347"/>
                  </a:lnTo>
                  <a:lnTo>
                    <a:pt x="1111588" y="5221347"/>
                  </a:lnTo>
                  <a:lnTo>
                    <a:pt x="1111714" y="5221347"/>
                  </a:lnTo>
                  <a:lnTo>
                    <a:pt x="1111840" y="5221347"/>
                  </a:lnTo>
                  <a:lnTo>
                    <a:pt x="1111966" y="5221347"/>
                  </a:lnTo>
                  <a:lnTo>
                    <a:pt x="1112092" y="5221347"/>
                  </a:lnTo>
                  <a:lnTo>
                    <a:pt x="1112218" y="5221347"/>
                  </a:lnTo>
                  <a:lnTo>
                    <a:pt x="1112344" y="5221347"/>
                  </a:lnTo>
                  <a:lnTo>
                    <a:pt x="1112471" y="5221347"/>
                  </a:lnTo>
                  <a:lnTo>
                    <a:pt x="1112597" y="5221347"/>
                  </a:lnTo>
                  <a:lnTo>
                    <a:pt x="1112723" y="5221347"/>
                  </a:lnTo>
                  <a:lnTo>
                    <a:pt x="1112849" y="5221347"/>
                  </a:lnTo>
                  <a:lnTo>
                    <a:pt x="1112975" y="5221347"/>
                  </a:lnTo>
                  <a:lnTo>
                    <a:pt x="1113101" y="5221347"/>
                  </a:lnTo>
                  <a:lnTo>
                    <a:pt x="1113227" y="5221347"/>
                  </a:lnTo>
                  <a:lnTo>
                    <a:pt x="1113227" y="5216068"/>
                  </a:lnTo>
                  <a:lnTo>
                    <a:pt x="1113353" y="5216068"/>
                  </a:lnTo>
                  <a:lnTo>
                    <a:pt x="1113479" y="5216068"/>
                  </a:lnTo>
                  <a:lnTo>
                    <a:pt x="1113605" y="5216068"/>
                  </a:lnTo>
                  <a:lnTo>
                    <a:pt x="1113731" y="5216068"/>
                  </a:lnTo>
                  <a:lnTo>
                    <a:pt x="1113858" y="5216068"/>
                  </a:lnTo>
                  <a:lnTo>
                    <a:pt x="1113984" y="5216068"/>
                  </a:lnTo>
                  <a:lnTo>
                    <a:pt x="1114110" y="5216068"/>
                  </a:lnTo>
                  <a:lnTo>
                    <a:pt x="1114236" y="5216068"/>
                  </a:lnTo>
                  <a:lnTo>
                    <a:pt x="1114362" y="5216068"/>
                  </a:lnTo>
                  <a:lnTo>
                    <a:pt x="1114362" y="5210788"/>
                  </a:lnTo>
                  <a:lnTo>
                    <a:pt x="1114488" y="5210788"/>
                  </a:lnTo>
                  <a:lnTo>
                    <a:pt x="1114614" y="5210788"/>
                  </a:lnTo>
                  <a:lnTo>
                    <a:pt x="1114740" y="5210788"/>
                  </a:lnTo>
                  <a:lnTo>
                    <a:pt x="1114866" y="5210788"/>
                  </a:lnTo>
                  <a:lnTo>
                    <a:pt x="1114866" y="5205509"/>
                  </a:lnTo>
                  <a:lnTo>
                    <a:pt x="1114992" y="5205509"/>
                  </a:lnTo>
                  <a:lnTo>
                    <a:pt x="1115118" y="5205509"/>
                  </a:lnTo>
                  <a:lnTo>
                    <a:pt x="1115244" y="5205509"/>
                  </a:lnTo>
                  <a:lnTo>
                    <a:pt x="1115371" y="5205509"/>
                  </a:lnTo>
                  <a:lnTo>
                    <a:pt x="1115497" y="5205509"/>
                  </a:lnTo>
                  <a:lnTo>
                    <a:pt x="1115623" y="5205509"/>
                  </a:lnTo>
                  <a:lnTo>
                    <a:pt x="1115623" y="5200230"/>
                  </a:lnTo>
                  <a:lnTo>
                    <a:pt x="1115749" y="5200230"/>
                  </a:lnTo>
                  <a:lnTo>
                    <a:pt x="1115875" y="5200230"/>
                  </a:lnTo>
                  <a:lnTo>
                    <a:pt x="1116001" y="5200230"/>
                  </a:lnTo>
                  <a:lnTo>
                    <a:pt x="1116127" y="5200230"/>
                  </a:lnTo>
                  <a:lnTo>
                    <a:pt x="1116253" y="5200230"/>
                  </a:lnTo>
                  <a:lnTo>
                    <a:pt x="1116379" y="5200230"/>
                  </a:lnTo>
                  <a:lnTo>
                    <a:pt x="1116505" y="5200230"/>
                  </a:lnTo>
                  <a:lnTo>
                    <a:pt x="1116631" y="5200230"/>
                  </a:lnTo>
                  <a:lnTo>
                    <a:pt x="1116758" y="5200230"/>
                  </a:lnTo>
                  <a:lnTo>
                    <a:pt x="1116884" y="5200230"/>
                  </a:lnTo>
                  <a:lnTo>
                    <a:pt x="1117010" y="5200230"/>
                  </a:lnTo>
                  <a:lnTo>
                    <a:pt x="1117136" y="5200230"/>
                  </a:lnTo>
                  <a:lnTo>
                    <a:pt x="1117262" y="5200230"/>
                  </a:lnTo>
                  <a:lnTo>
                    <a:pt x="1117388" y="5200230"/>
                  </a:lnTo>
                  <a:lnTo>
                    <a:pt x="1117514" y="5200230"/>
                  </a:lnTo>
                  <a:lnTo>
                    <a:pt x="1117640" y="5200230"/>
                  </a:lnTo>
                  <a:lnTo>
                    <a:pt x="1117766" y="5200230"/>
                  </a:lnTo>
                  <a:lnTo>
                    <a:pt x="1117892" y="5200230"/>
                  </a:lnTo>
                  <a:lnTo>
                    <a:pt x="1118018" y="5200230"/>
                  </a:lnTo>
                  <a:lnTo>
                    <a:pt x="1118144" y="5200230"/>
                  </a:lnTo>
                  <a:lnTo>
                    <a:pt x="1118271" y="5200230"/>
                  </a:lnTo>
                  <a:lnTo>
                    <a:pt x="1118397" y="5200230"/>
                  </a:lnTo>
                  <a:lnTo>
                    <a:pt x="1118523" y="5200230"/>
                  </a:lnTo>
                  <a:lnTo>
                    <a:pt x="1118649" y="5200230"/>
                  </a:lnTo>
                  <a:lnTo>
                    <a:pt x="1118775" y="5200230"/>
                  </a:lnTo>
                  <a:lnTo>
                    <a:pt x="1118775" y="5194950"/>
                  </a:lnTo>
                  <a:lnTo>
                    <a:pt x="1118901" y="5194950"/>
                  </a:lnTo>
                  <a:lnTo>
                    <a:pt x="1119027" y="5194950"/>
                  </a:lnTo>
                  <a:lnTo>
                    <a:pt x="1119153" y="5194950"/>
                  </a:lnTo>
                  <a:lnTo>
                    <a:pt x="1119279" y="5194950"/>
                  </a:lnTo>
                  <a:lnTo>
                    <a:pt x="1119405" y="5194950"/>
                  </a:lnTo>
                  <a:lnTo>
                    <a:pt x="1119531" y="5194950"/>
                  </a:lnTo>
                  <a:lnTo>
                    <a:pt x="1119658" y="5194950"/>
                  </a:lnTo>
                  <a:lnTo>
                    <a:pt x="1119784" y="5194950"/>
                  </a:lnTo>
                  <a:lnTo>
                    <a:pt x="1119910" y="5194950"/>
                  </a:lnTo>
                  <a:lnTo>
                    <a:pt x="1120036" y="5194950"/>
                  </a:lnTo>
                  <a:lnTo>
                    <a:pt x="1120162" y="5194950"/>
                  </a:lnTo>
                  <a:lnTo>
                    <a:pt x="1120288" y="5194950"/>
                  </a:lnTo>
                  <a:lnTo>
                    <a:pt x="1120414" y="5194950"/>
                  </a:lnTo>
                  <a:lnTo>
                    <a:pt x="1120540" y="5194950"/>
                  </a:lnTo>
                  <a:lnTo>
                    <a:pt x="1120540" y="5189671"/>
                  </a:lnTo>
                  <a:lnTo>
                    <a:pt x="1120666" y="5189671"/>
                  </a:lnTo>
                  <a:lnTo>
                    <a:pt x="1120792" y="5189671"/>
                  </a:lnTo>
                  <a:lnTo>
                    <a:pt x="1120918" y="5189671"/>
                  </a:lnTo>
                  <a:lnTo>
                    <a:pt x="1121045" y="5189671"/>
                  </a:lnTo>
                  <a:lnTo>
                    <a:pt x="1121171" y="5189671"/>
                  </a:lnTo>
                  <a:lnTo>
                    <a:pt x="1121297" y="5189671"/>
                  </a:lnTo>
                  <a:lnTo>
                    <a:pt x="1121423" y="5189671"/>
                  </a:lnTo>
                  <a:lnTo>
                    <a:pt x="1121549" y="5189671"/>
                  </a:lnTo>
                  <a:lnTo>
                    <a:pt x="1121675" y="5189671"/>
                  </a:lnTo>
                  <a:lnTo>
                    <a:pt x="1121801" y="5189671"/>
                  </a:lnTo>
                  <a:lnTo>
                    <a:pt x="1121927" y="5189671"/>
                  </a:lnTo>
                  <a:lnTo>
                    <a:pt x="1122053" y="5189671"/>
                  </a:lnTo>
                  <a:lnTo>
                    <a:pt x="1122179" y="5189671"/>
                  </a:lnTo>
                  <a:lnTo>
                    <a:pt x="1122305" y="5189671"/>
                  </a:lnTo>
                  <a:lnTo>
                    <a:pt x="1122431" y="5189671"/>
                  </a:lnTo>
                  <a:lnTo>
                    <a:pt x="1122558" y="5189671"/>
                  </a:lnTo>
                  <a:lnTo>
                    <a:pt x="1122684" y="5189671"/>
                  </a:lnTo>
                  <a:lnTo>
                    <a:pt x="1122684" y="5184391"/>
                  </a:lnTo>
                  <a:lnTo>
                    <a:pt x="1122810" y="5184391"/>
                  </a:lnTo>
                  <a:lnTo>
                    <a:pt x="1122936" y="5184391"/>
                  </a:lnTo>
                  <a:lnTo>
                    <a:pt x="1122936" y="5179112"/>
                  </a:lnTo>
                  <a:lnTo>
                    <a:pt x="1123062" y="5179112"/>
                  </a:lnTo>
                  <a:lnTo>
                    <a:pt x="1123188" y="5179112"/>
                  </a:lnTo>
                  <a:lnTo>
                    <a:pt x="1123314" y="5179112"/>
                  </a:lnTo>
                  <a:lnTo>
                    <a:pt x="1123440" y="5179112"/>
                  </a:lnTo>
                  <a:lnTo>
                    <a:pt x="1123566" y="5179112"/>
                  </a:lnTo>
                  <a:lnTo>
                    <a:pt x="1123692" y="5179112"/>
                  </a:lnTo>
                  <a:lnTo>
                    <a:pt x="1123818" y="5179112"/>
                  </a:lnTo>
                  <a:lnTo>
                    <a:pt x="1123945" y="5179112"/>
                  </a:lnTo>
                  <a:lnTo>
                    <a:pt x="1124071" y="5179112"/>
                  </a:lnTo>
                  <a:lnTo>
                    <a:pt x="1124197" y="5179112"/>
                  </a:lnTo>
                  <a:lnTo>
                    <a:pt x="1124323" y="5179112"/>
                  </a:lnTo>
                  <a:lnTo>
                    <a:pt x="1124449" y="5179112"/>
                  </a:lnTo>
                  <a:lnTo>
                    <a:pt x="1124575" y="5179112"/>
                  </a:lnTo>
                  <a:lnTo>
                    <a:pt x="1124575" y="5173832"/>
                  </a:lnTo>
                  <a:lnTo>
                    <a:pt x="1124701" y="5173832"/>
                  </a:lnTo>
                  <a:lnTo>
                    <a:pt x="1124827" y="5173832"/>
                  </a:lnTo>
                  <a:lnTo>
                    <a:pt x="1124953" y="5173832"/>
                  </a:lnTo>
                  <a:lnTo>
                    <a:pt x="1125079" y="5173832"/>
                  </a:lnTo>
                  <a:lnTo>
                    <a:pt x="1125205" y="5173832"/>
                  </a:lnTo>
                  <a:lnTo>
                    <a:pt x="1125331" y="5173832"/>
                  </a:lnTo>
                  <a:lnTo>
                    <a:pt x="1125458" y="5173832"/>
                  </a:lnTo>
                  <a:lnTo>
                    <a:pt x="1125584" y="5173832"/>
                  </a:lnTo>
                  <a:lnTo>
                    <a:pt x="1125710" y="5173832"/>
                  </a:lnTo>
                  <a:lnTo>
                    <a:pt x="1125836" y="5173832"/>
                  </a:lnTo>
                  <a:lnTo>
                    <a:pt x="1125962" y="5173832"/>
                  </a:lnTo>
                  <a:lnTo>
                    <a:pt x="1126088" y="5173832"/>
                  </a:lnTo>
                  <a:lnTo>
                    <a:pt x="1126214" y="5173832"/>
                  </a:lnTo>
                  <a:lnTo>
                    <a:pt x="1126340" y="5173832"/>
                  </a:lnTo>
                  <a:lnTo>
                    <a:pt x="1126466" y="5173832"/>
                  </a:lnTo>
                  <a:lnTo>
                    <a:pt x="1126592" y="5173832"/>
                  </a:lnTo>
                  <a:lnTo>
                    <a:pt x="1126718" y="5173832"/>
                  </a:lnTo>
                  <a:lnTo>
                    <a:pt x="1126845" y="5173832"/>
                  </a:lnTo>
                  <a:lnTo>
                    <a:pt x="1126971" y="5173832"/>
                  </a:lnTo>
                  <a:lnTo>
                    <a:pt x="1127097" y="5173832"/>
                  </a:lnTo>
                  <a:lnTo>
                    <a:pt x="1127223" y="5173832"/>
                  </a:lnTo>
                  <a:lnTo>
                    <a:pt x="1127349" y="5173832"/>
                  </a:lnTo>
                  <a:lnTo>
                    <a:pt x="1127475" y="5173832"/>
                  </a:lnTo>
                  <a:lnTo>
                    <a:pt x="1127601" y="5173832"/>
                  </a:lnTo>
                  <a:lnTo>
                    <a:pt x="1127727" y="5173832"/>
                  </a:lnTo>
                  <a:lnTo>
                    <a:pt x="1127853" y="5173832"/>
                  </a:lnTo>
                  <a:lnTo>
                    <a:pt x="1127979" y="5173832"/>
                  </a:lnTo>
                  <a:lnTo>
                    <a:pt x="1128105" y="5173832"/>
                  </a:lnTo>
                  <a:lnTo>
                    <a:pt x="1128231" y="5173832"/>
                  </a:lnTo>
                  <a:lnTo>
                    <a:pt x="1128358" y="5173832"/>
                  </a:lnTo>
                  <a:lnTo>
                    <a:pt x="1128484" y="5173832"/>
                  </a:lnTo>
                  <a:lnTo>
                    <a:pt x="1128610" y="5173832"/>
                  </a:lnTo>
                  <a:lnTo>
                    <a:pt x="1128736" y="5173832"/>
                  </a:lnTo>
                  <a:lnTo>
                    <a:pt x="1128862" y="5173832"/>
                  </a:lnTo>
                  <a:lnTo>
                    <a:pt x="1128988" y="5173832"/>
                  </a:lnTo>
                  <a:lnTo>
                    <a:pt x="1129114" y="5173832"/>
                  </a:lnTo>
                  <a:lnTo>
                    <a:pt x="1129240" y="5173832"/>
                  </a:lnTo>
                  <a:lnTo>
                    <a:pt x="1129366" y="5173832"/>
                  </a:lnTo>
                  <a:lnTo>
                    <a:pt x="1129492" y="5173832"/>
                  </a:lnTo>
                  <a:lnTo>
                    <a:pt x="1129492" y="5168553"/>
                  </a:lnTo>
                  <a:lnTo>
                    <a:pt x="1129618" y="5168553"/>
                  </a:lnTo>
                  <a:lnTo>
                    <a:pt x="1129745" y="5168553"/>
                  </a:lnTo>
                  <a:lnTo>
                    <a:pt x="1129871" y="5168553"/>
                  </a:lnTo>
                  <a:lnTo>
                    <a:pt x="1129997" y="5168553"/>
                  </a:lnTo>
                  <a:lnTo>
                    <a:pt x="1130123" y="5168553"/>
                  </a:lnTo>
                  <a:lnTo>
                    <a:pt x="1130249" y="5168553"/>
                  </a:lnTo>
                  <a:lnTo>
                    <a:pt x="1130375" y="5168553"/>
                  </a:lnTo>
                  <a:lnTo>
                    <a:pt x="1130501" y="5168553"/>
                  </a:lnTo>
                  <a:lnTo>
                    <a:pt x="1130627" y="5168553"/>
                  </a:lnTo>
                  <a:lnTo>
                    <a:pt x="1130753" y="5168553"/>
                  </a:lnTo>
                  <a:lnTo>
                    <a:pt x="1130879" y="5168553"/>
                  </a:lnTo>
                  <a:lnTo>
                    <a:pt x="1131005" y="5168553"/>
                  </a:lnTo>
                  <a:lnTo>
                    <a:pt x="1131132" y="5168553"/>
                  </a:lnTo>
                  <a:lnTo>
                    <a:pt x="1131258" y="5168553"/>
                  </a:lnTo>
                  <a:lnTo>
                    <a:pt x="1131384" y="5168553"/>
                  </a:lnTo>
                  <a:lnTo>
                    <a:pt x="1131510" y="5168553"/>
                  </a:lnTo>
                  <a:lnTo>
                    <a:pt x="1131636" y="5168553"/>
                  </a:lnTo>
                  <a:lnTo>
                    <a:pt x="1131762" y="5168553"/>
                  </a:lnTo>
                  <a:lnTo>
                    <a:pt x="1131888" y="5168553"/>
                  </a:lnTo>
                  <a:lnTo>
                    <a:pt x="1132014" y="5168553"/>
                  </a:lnTo>
                  <a:lnTo>
                    <a:pt x="1132140" y="5168553"/>
                  </a:lnTo>
                  <a:lnTo>
                    <a:pt x="1132266" y="5168553"/>
                  </a:lnTo>
                  <a:lnTo>
                    <a:pt x="1132392" y="5168553"/>
                  </a:lnTo>
                  <a:lnTo>
                    <a:pt x="1132518" y="5168553"/>
                  </a:lnTo>
                  <a:lnTo>
                    <a:pt x="1132645" y="5168553"/>
                  </a:lnTo>
                  <a:lnTo>
                    <a:pt x="1132771" y="5168553"/>
                  </a:lnTo>
                  <a:lnTo>
                    <a:pt x="1132897" y="5168553"/>
                  </a:lnTo>
                  <a:lnTo>
                    <a:pt x="1133023" y="5168553"/>
                  </a:lnTo>
                  <a:lnTo>
                    <a:pt x="1133149" y="5168553"/>
                  </a:lnTo>
                  <a:lnTo>
                    <a:pt x="1133275" y="5168553"/>
                  </a:lnTo>
                  <a:lnTo>
                    <a:pt x="1133401" y="5168553"/>
                  </a:lnTo>
                  <a:lnTo>
                    <a:pt x="1133527" y="5168553"/>
                  </a:lnTo>
                  <a:lnTo>
                    <a:pt x="1133653" y="5168553"/>
                  </a:lnTo>
                  <a:lnTo>
                    <a:pt x="1133779" y="5168553"/>
                  </a:lnTo>
                  <a:lnTo>
                    <a:pt x="1133905" y="5168553"/>
                  </a:lnTo>
                  <a:lnTo>
                    <a:pt x="1134032" y="5168553"/>
                  </a:lnTo>
                  <a:lnTo>
                    <a:pt x="1134158" y="5168553"/>
                  </a:lnTo>
                  <a:lnTo>
                    <a:pt x="1134284" y="5168553"/>
                  </a:lnTo>
                  <a:lnTo>
                    <a:pt x="1134410" y="5168553"/>
                  </a:lnTo>
                  <a:lnTo>
                    <a:pt x="1134536" y="5168553"/>
                  </a:lnTo>
                  <a:lnTo>
                    <a:pt x="1134662" y="5168553"/>
                  </a:lnTo>
                  <a:lnTo>
                    <a:pt x="1134662" y="5163274"/>
                  </a:lnTo>
                  <a:lnTo>
                    <a:pt x="1134788" y="5163274"/>
                  </a:lnTo>
                  <a:lnTo>
                    <a:pt x="1134914" y="5163274"/>
                  </a:lnTo>
                  <a:lnTo>
                    <a:pt x="1135040" y="5163274"/>
                  </a:lnTo>
                  <a:lnTo>
                    <a:pt x="1135166" y="5163274"/>
                  </a:lnTo>
                  <a:lnTo>
                    <a:pt x="1135292" y="5163274"/>
                  </a:lnTo>
                  <a:lnTo>
                    <a:pt x="1135418" y="5163274"/>
                  </a:lnTo>
                  <a:lnTo>
                    <a:pt x="1135545" y="5163274"/>
                  </a:lnTo>
                  <a:lnTo>
                    <a:pt x="1135671" y="5163274"/>
                  </a:lnTo>
                  <a:lnTo>
                    <a:pt x="1135797" y="5163274"/>
                  </a:lnTo>
                  <a:lnTo>
                    <a:pt x="1135923" y="5163274"/>
                  </a:lnTo>
                  <a:lnTo>
                    <a:pt x="1136049" y="5163274"/>
                  </a:lnTo>
                  <a:lnTo>
                    <a:pt x="1136175" y="5163274"/>
                  </a:lnTo>
                  <a:lnTo>
                    <a:pt x="1136301" y="5163274"/>
                  </a:lnTo>
                  <a:lnTo>
                    <a:pt x="1136427" y="5163274"/>
                  </a:lnTo>
                  <a:lnTo>
                    <a:pt x="1136553" y="5163274"/>
                  </a:lnTo>
                  <a:lnTo>
                    <a:pt x="1136679" y="5163274"/>
                  </a:lnTo>
                  <a:lnTo>
                    <a:pt x="1136805" y="5163274"/>
                  </a:lnTo>
                  <a:lnTo>
                    <a:pt x="1136932" y="5163274"/>
                  </a:lnTo>
                  <a:lnTo>
                    <a:pt x="1137058" y="5163274"/>
                  </a:lnTo>
                  <a:lnTo>
                    <a:pt x="1137184" y="5163274"/>
                  </a:lnTo>
                  <a:lnTo>
                    <a:pt x="1137310" y="5163274"/>
                  </a:lnTo>
                  <a:lnTo>
                    <a:pt x="1137436" y="5163274"/>
                  </a:lnTo>
                  <a:lnTo>
                    <a:pt x="1137562" y="5163274"/>
                  </a:lnTo>
                  <a:lnTo>
                    <a:pt x="1137688" y="5163274"/>
                  </a:lnTo>
                  <a:lnTo>
                    <a:pt x="1137814" y="5163274"/>
                  </a:lnTo>
                  <a:lnTo>
                    <a:pt x="1137940" y="5163274"/>
                  </a:lnTo>
                  <a:lnTo>
                    <a:pt x="1138066" y="5163274"/>
                  </a:lnTo>
                  <a:lnTo>
                    <a:pt x="1138192" y="5163274"/>
                  </a:lnTo>
                  <a:lnTo>
                    <a:pt x="1138319" y="5163274"/>
                  </a:lnTo>
                  <a:lnTo>
                    <a:pt x="1138445" y="5163274"/>
                  </a:lnTo>
                  <a:lnTo>
                    <a:pt x="1138571" y="5163274"/>
                  </a:lnTo>
                  <a:lnTo>
                    <a:pt x="1138697" y="5163274"/>
                  </a:lnTo>
                  <a:lnTo>
                    <a:pt x="1138823" y="5163274"/>
                  </a:lnTo>
                  <a:lnTo>
                    <a:pt x="1138949" y="5163274"/>
                  </a:lnTo>
                  <a:lnTo>
                    <a:pt x="1139075" y="5163274"/>
                  </a:lnTo>
                  <a:lnTo>
                    <a:pt x="1139201" y="5163274"/>
                  </a:lnTo>
                  <a:lnTo>
                    <a:pt x="1139327" y="5163274"/>
                  </a:lnTo>
                  <a:lnTo>
                    <a:pt x="1139453" y="5163274"/>
                  </a:lnTo>
                  <a:lnTo>
                    <a:pt x="1139579" y="5163274"/>
                  </a:lnTo>
                  <a:lnTo>
                    <a:pt x="1139705" y="5163274"/>
                  </a:lnTo>
                  <a:lnTo>
                    <a:pt x="1139832" y="5163274"/>
                  </a:lnTo>
                  <a:lnTo>
                    <a:pt x="1139958" y="5163274"/>
                  </a:lnTo>
                  <a:lnTo>
                    <a:pt x="1140084" y="5163274"/>
                  </a:lnTo>
                  <a:lnTo>
                    <a:pt x="1140210" y="5163274"/>
                  </a:lnTo>
                  <a:lnTo>
                    <a:pt x="1140336" y="5163274"/>
                  </a:lnTo>
                  <a:lnTo>
                    <a:pt x="1140462" y="5163274"/>
                  </a:lnTo>
                  <a:lnTo>
                    <a:pt x="1140588" y="5163274"/>
                  </a:lnTo>
                  <a:lnTo>
                    <a:pt x="1140714" y="5163274"/>
                  </a:lnTo>
                  <a:lnTo>
                    <a:pt x="1140840" y="5163274"/>
                  </a:lnTo>
                  <a:lnTo>
                    <a:pt x="1140966" y="5163274"/>
                  </a:lnTo>
                  <a:lnTo>
                    <a:pt x="1141092" y="5163274"/>
                  </a:lnTo>
                  <a:lnTo>
                    <a:pt x="1141219" y="5163274"/>
                  </a:lnTo>
                  <a:lnTo>
                    <a:pt x="1141345" y="5163274"/>
                  </a:lnTo>
                  <a:lnTo>
                    <a:pt x="1141471" y="5163274"/>
                  </a:lnTo>
                  <a:lnTo>
                    <a:pt x="1141597" y="5163274"/>
                  </a:lnTo>
                  <a:lnTo>
                    <a:pt x="1141723" y="5163274"/>
                  </a:lnTo>
                  <a:lnTo>
                    <a:pt x="1141849" y="5163274"/>
                  </a:lnTo>
                  <a:lnTo>
                    <a:pt x="1141975" y="5163274"/>
                  </a:lnTo>
                  <a:lnTo>
                    <a:pt x="1142101" y="5163274"/>
                  </a:lnTo>
                  <a:lnTo>
                    <a:pt x="1142227" y="5163274"/>
                  </a:lnTo>
                  <a:lnTo>
                    <a:pt x="1142353" y="5163274"/>
                  </a:lnTo>
                  <a:lnTo>
                    <a:pt x="1142479" y="5163274"/>
                  </a:lnTo>
                  <a:lnTo>
                    <a:pt x="1142605" y="5163274"/>
                  </a:lnTo>
                  <a:lnTo>
                    <a:pt x="1142732" y="5163274"/>
                  </a:lnTo>
                  <a:lnTo>
                    <a:pt x="1142858" y="5163274"/>
                  </a:lnTo>
                  <a:lnTo>
                    <a:pt x="1142984" y="5163274"/>
                  </a:lnTo>
                  <a:lnTo>
                    <a:pt x="1143110" y="5163274"/>
                  </a:lnTo>
                  <a:lnTo>
                    <a:pt x="1143236" y="5163274"/>
                  </a:lnTo>
                  <a:lnTo>
                    <a:pt x="1143362" y="5163274"/>
                  </a:lnTo>
                  <a:lnTo>
                    <a:pt x="1143488" y="5163274"/>
                  </a:lnTo>
                  <a:lnTo>
                    <a:pt x="1143614" y="5163274"/>
                  </a:lnTo>
                  <a:lnTo>
                    <a:pt x="1143740" y="5163274"/>
                  </a:lnTo>
                  <a:lnTo>
                    <a:pt x="1143866" y="5163274"/>
                  </a:lnTo>
                  <a:lnTo>
                    <a:pt x="1143992" y="5163274"/>
                  </a:lnTo>
                  <a:lnTo>
                    <a:pt x="1143992" y="5157994"/>
                  </a:lnTo>
                  <a:lnTo>
                    <a:pt x="1144119" y="5157994"/>
                  </a:lnTo>
                  <a:lnTo>
                    <a:pt x="1144245" y="5157994"/>
                  </a:lnTo>
                  <a:lnTo>
                    <a:pt x="1144371" y="5157994"/>
                  </a:lnTo>
                  <a:lnTo>
                    <a:pt x="1144497" y="5157994"/>
                  </a:lnTo>
                  <a:lnTo>
                    <a:pt x="1144623" y="5157994"/>
                  </a:lnTo>
                  <a:lnTo>
                    <a:pt x="1144749" y="5157994"/>
                  </a:lnTo>
                  <a:lnTo>
                    <a:pt x="1144875" y="5157994"/>
                  </a:lnTo>
                  <a:lnTo>
                    <a:pt x="1144875" y="5152715"/>
                  </a:lnTo>
                  <a:lnTo>
                    <a:pt x="1145001" y="5152715"/>
                  </a:lnTo>
                  <a:lnTo>
                    <a:pt x="1145127" y="5152715"/>
                  </a:lnTo>
                  <a:lnTo>
                    <a:pt x="1145253" y="5152715"/>
                  </a:lnTo>
                  <a:lnTo>
                    <a:pt x="1145379" y="5152715"/>
                  </a:lnTo>
                  <a:lnTo>
                    <a:pt x="1145506" y="5152715"/>
                  </a:lnTo>
                  <a:lnTo>
                    <a:pt x="1145632" y="5152715"/>
                  </a:lnTo>
                  <a:lnTo>
                    <a:pt x="1145758" y="5152715"/>
                  </a:lnTo>
                  <a:lnTo>
                    <a:pt x="1145884" y="5152715"/>
                  </a:lnTo>
                  <a:lnTo>
                    <a:pt x="1146010" y="5152715"/>
                  </a:lnTo>
                  <a:lnTo>
                    <a:pt x="1146136" y="5152715"/>
                  </a:lnTo>
                  <a:lnTo>
                    <a:pt x="1146136" y="5147435"/>
                  </a:lnTo>
                  <a:lnTo>
                    <a:pt x="1146262" y="5147435"/>
                  </a:lnTo>
                  <a:lnTo>
                    <a:pt x="1146388" y="5147435"/>
                  </a:lnTo>
                  <a:lnTo>
                    <a:pt x="1146514" y="5147435"/>
                  </a:lnTo>
                  <a:lnTo>
                    <a:pt x="1146640" y="5147435"/>
                  </a:lnTo>
                  <a:lnTo>
                    <a:pt x="1146766" y="5147435"/>
                  </a:lnTo>
                  <a:lnTo>
                    <a:pt x="1146892" y="5147435"/>
                  </a:lnTo>
                  <a:lnTo>
                    <a:pt x="1147019" y="5147435"/>
                  </a:lnTo>
                  <a:lnTo>
                    <a:pt x="1147145" y="5147435"/>
                  </a:lnTo>
                  <a:lnTo>
                    <a:pt x="1147271" y="5147435"/>
                  </a:lnTo>
                  <a:lnTo>
                    <a:pt x="1147397" y="5147435"/>
                  </a:lnTo>
                  <a:lnTo>
                    <a:pt x="1147523" y="5147435"/>
                  </a:lnTo>
                  <a:lnTo>
                    <a:pt x="1147649" y="5147435"/>
                  </a:lnTo>
                  <a:lnTo>
                    <a:pt x="1147775" y="5147435"/>
                  </a:lnTo>
                  <a:lnTo>
                    <a:pt x="1147901" y="5147435"/>
                  </a:lnTo>
                  <a:lnTo>
                    <a:pt x="1148027" y="5147435"/>
                  </a:lnTo>
                  <a:lnTo>
                    <a:pt x="1148153" y="5147435"/>
                  </a:lnTo>
                  <a:lnTo>
                    <a:pt x="1148279" y="5147435"/>
                  </a:lnTo>
                  <a:lnTo>
                    <a:pt x="1148406" y="5147435"/>
                  </a:lnTo>
                  <a:lnTo>
                    <a:pt x="1148532" y="5147435"/>
                  </a:lnTo>
                  <a:lnTo>
                    <a:pt x="1148658" y="5147435"/>
                  </a:lnTo>
                  <a:lnTo>
                    <a:pt x="1148784" y="5147435"/>
                  </a:lnTo>
                  <a:lnTo>
                    <a:pt x="1148910" y="5147435"/>
                  </a:lnTo>
                  <a:lnTo>
                    <a:pt x="1149036" y="5147435"/>
                  </a:lnTo>
                  <a:lnTo>
                    <a:pt x="1149162" y="5147435"/>
                  </a:lnTo>
                  <a:lnTo>
                    <a:pt x="1149288" y="5147435"/>
                  </a:lnTo>
                  <a:lnTo>
                    <a:pt x="1149414" y="5147435"/>
                  </a:lnTo>
                  <a:lnTo>
                    <a:pt x="1149540" y="5147435"/>
                  </a:lnTo>
                  <a:lnTo>
                    <a:pt x="1149666" y="5147435"/>
                  </a:lnTo>
                  <a:lnTo>
                    <a:pt x="1149792" y="5147435"/>
                  </a:lnTo>
                  <a:lnTo>
                    <a:pt x="1149919" y="5147435"/>
                  </a:lnTo>
                  <a:lnTo>
                    <a:pt x="1150045" y="5147435"/>
                  </a:lnTo>
                  <a:lnTo>
                    <a:pt x="1150171" y="5147435"/>
                  </a:lnTo>
                  <a:lnTo>
                    <a:pt x="1150297" y="5147435"/>
                  </a:lnTo>
                  <a:lnTo>
                    <a:pt x="1150423" y="5147435"/>
                  </a:lnTo>
                  <a:lnTo>
                    <a:pt x="1150549" y="5147435"/>
                  </a:lnTo>
                  <a:lnTo>
                    <a:pt x="1150675" y="5147435"/>
                  </a:lnTo>
                  <a:lnTo>
                    <a:pt x="1150801" y="5147435"/>
                  </a:lnTo>
                  <a:lnTo>
                    <a:pt x="1150927" y="5147435"/>
                  </a:lnTo>
                  <a:lnTo>
                    <a:pt x="1151053" y="5147435"/>
                  </a:lnTo>
                  <a:lnTo>
                    <a:pt x="1151179" y="5147435"/>
                  </a:lnTo>
                  <a:lnTo>
                    <a:pt x="1151306" y="5147435"/>
                  </a:lnTo>
                  <a:lnTo>
                    <a:pt x="1151432" y="5147435"/>
                  </a:lnTo>
                  <a:lnTo>
                    <a:pt x="1151558" y="5147435"/>
                  </a:lnTo>
                  <a:lnTo>
                    <a:pt x="1151684" y="5147435"/>
                  </a:lnTo>
                  <a:lnTo>
                    <a:pt x="1151810" y="5147435"/>
                  </a:lnTo>
                  <a:lnTo>
                    <a:pt x="1151936" y="5147435"/>
                  </a:lnTo>
                  <a:lnTo>
                    <a:pt x="1152062" y="5147435"/>
                  </a:lnTo>
                  <a:lnTo>
                    <a:pt x="1152188" y="5147435"/>
                  </a:lnTo>
                  <a:lnTo>
                    <a:pt x="1152314" y="5147435"/>
                  </a:lnTo>
                  <a:lnTo>
                    <a:pt x="1152440" y="5147435"/>
                  </a:lnTo>
                  <a:lnTo>
                    <a:pt x="1152566" y="5147435"/>
                  </a:lnTo>
                  <a:lnTo>
                    <a:pt x="1152692" y="5147435"/>
                  </a:lnTo>
                  <a:lnTo>
                    <a:pt x="1152819" y="5147435"/>
                  </a:lnTo>
                  <a:lnTo>
                    <a:pt x="1152945" y="5147435"/>
                  </a:lnTo>
                  <a:lnTo>
                    <a:pt x="1153071" y="5147435"/>
                  </a:lnTo>
                  <a:lnTo>
                    <a:pt x="1153197" y="5147435"/>
                  </a:lnTo>
                  <a:lnTo>
                    <a:pt x="1153323" y="5147435"/>
                  </a:lnTo>
                  <a:lnTo>
                    <a:pt x="1153323" y="5142156"/>
                  </a:lnTo>
                  <a:lnTo>
                    <a:pt x="1153449" y="5142156"/>
                  </a:lnTo>
                  <a:lnTo>
                    <a:pt x="1153575" y="5142156"/>
                  </a:lnTo>
                  <a:lnTo>
                    <a:pt x="1153701" y="5142156"/>
                  </a:lnTo>
                  <a:lnTo>
                    <a:pt x="1153827" y="5142156"/>
                  </a:lnTo>
                  <a:lnTo>
                    <a:pt x="1153953" y="5142156"/>
                  </a:lnTo>
                  <a:lnTo>
                    <a:pt x="1154079" y="5142156"/>
                  </a:lnTo>
                  <a:lnTo>
                    <a:pt x="1154206" y="5142156"/>
                  </a:lnTo>
                  <a:lnTo>
                    <a:pt x="1154332" y="5142156"/>
                  </a:lnTo>
                  <a:lnTo>
                    <a:pt x="1154458" y="5142156"/>
                  </a:lnTo>
                  <a:lnTo>
                    <a:pt x="1154584" y="5142156"/>
                  </a:lnTo>
                  <a:lnTo>
                    <a:pt x="1154710" y="5142156"/>
                  </a:lnTo>
                  <a:lnTo>
                    <a:pt x="1154836" y="5142156"/>
                  </a:lnTo>
                  <a:lnTo>
                    <a:pt x="1154962" y="5142156"/>
                  </a:lnTo>
                  <a:lnTo>
                    <a:pt x="1155088" y="5142156"/>
                  </a:lnTo>
                  <a:lnTo>
                    <a:pt x="1155214" y="5142156"/>
                  </a:lnTo>
                  <a:lnTo>
                    <a:pt x="1155340" y="5142156"/>
                  </a:lnTo>
                  <a:lnTo>
                    <a:pt x="1155466" y="5142156"/>
                  </a:lnTo>
                  <a:lnTo>
                    <a:pt x="1155593" y="5142156"/>
                  </a:lnTo>
                  <a:lnTo>
                    <a:pt x="1155719" y="5142156"/>
                  </a:lnTo>
                  <a:lnTo>
                    <a:pt x="1155845" y="5142156"/>
                  </a:lnTo>
                  <a:lnTo>
                    <a:pt x="1155971" y="5142156"/>
                  </a:lnTo>
                  <a:lnTo>
                    <a:pt x="1156097" y="5142156"/>
                  </a:lnTo>
                  <a:lnTo>
                    <a:pt x="1156223" y="5142156"/>
                  </a:lnTo>
                  <a:lnTo>
                    <a:pt x="1156349" y="5142156"/>
                  </a:lnTo>
                  <a:lnTo>
                    <a:pt x="1156475" y="5142156"/>
                  </a:lnTo>
                  <a:lnTo>
                    <a:pt x="1156601" y="5142156"/>
                  </a:lnTo>
                  <a:lnTo>
                    <a:pt x="1156727" y="5142156"/>
                  </a:lnTo>
                  <a:lnTo>
                    <a:pt x="1156853" y="5142156"/>
                  </a:lnTo>
                  <a:lnTo>
                    <a:pt x="1156979" y="5142156"/>
                  </a:lnTo>
                  <a:lnTo>
                    <a:pt x="1157106" y="5142156"/>
                  </a:lnTo>
                  <a:lnTo>
                    <a:pt x="1157232" y="5142156"/>
                  </a:lnTo>
                  <a:lnTo>
                    <a:pt x="1157358" y="5142156"/>
                  </a:lnTo>
                  <a:lnTo>
                    <a:pt x="1157484" y="5142156"/>
                  </a:lnTo>
                  <a:lnTo>
                    <a:pt x="1157610" y="5142156"/>
                  </a:lnTo>
                  <a:lnTo>
                    <a:pt x="1157736" y="5142156"/>
                  </a:lnTo>
                  <a:lnTo>
                    <a:pt x="1157862" y="5142156"/>
                  </a:lnTo>
                  <a:lnTo>
                    <a:pt x="1157988" y="5142156"/>
                  </a:lnTo>
                  <a:lnTo>
                    <a:pt x="1158114" y="5142156"/>
                  </a:lnTo>
                  <a:lnTo>
                    <a:pt x="1158240" y="5142156"/>
                  </a:lnTo>
                  <a:lnTo>
                    <a:pt x="1158366" y="5142156"/>
                  </a:lnTo>
                  <a:lnTo>
                    <a:pt x="1158493" y="5142156"/>
                  </a:lnTo>
                  <a:lnTo>
                    <a:pt x="1158619" y="5142156"/>
                  </a:lnTo>
                  <a:lnTo>
                    <a:pt x="1158745" y="5142156"/>
                  </a:lnTo>
                  <a:lnTo>
                    <a:pt x="1158871" y="5142156"/>
                  </a:lnTo>
                  <a:lnTo>
                    <a:pt x="1158997" y="5142156"/>
                  </a:lnTo>
                  <a:lnTo>
                    <a:pt x="1159123" y="5142156"/>
                  </a:lnTo>
                  <a:lnTo>
                    <a:pt x="1159249" y="5142156"/>
                  </a:lnTo>
                  <a:lnTo>
                    <a:pt x="1159375" y="5142156"/>
                  </a:lnTo>
                  <a:lnTo>
                    <a:pt x="1159501" y="5142156"/>
                  </a:lnTo>
                  <a:lnTo>
                    <a:pt x="1159627" y="5142156"/>
                  </a:lnTo>
                  <a:lnTo>
                    <a:pt x="1159753" y="5142156"/>
                  </a:lnTo>
                  <a:lnTo>
                    <a:pt x="1159879" y="5142156"/>
                  </a:lnTo>
                  <a:lnTo>
                    <a:pt x="1160006" y="5142156"/>
                  </a:lnTo>
                  <a:lnTo>
                    <a:pt x="1160132" y="5142156"/>
                  </a:lnTo>
                  <a:lnTo>
                    <a:pt x="1160258" y="5142156"/>
                  </a:lnTo>
                  <a:lnTo>
                    <a:pt x="1160384" y="5142156"/>
                  </a:lnTo>
                  <a:lnTo>
                    <a:pt x="1160384" y="5136876"/>
                  </a:lnTo>
                  <a:lnTo>
                    <a:pt x="1160510" y="5136876"/>
                  </a:lnTo>
                  <a:lnTo>
                    <a:pt x="1160636" y="5136876"/>
                  </a:lnTo>
                  <a:lnTo>
                    <a:pt x="1160762" y="5136876"/>
                  </a:lnTo>
                  <a:lnTo>
                    <a:pt x="1160888" y="5136876"/>
                  </a:lnTo>
                  <a:lnTo>
                    <a:pt x="1161014" y="5136876"/>
                  </a:lnTo>
                  <a:lnTo>
                    <a:pt x="1161140" y="5136876"/>
                  </a:lnTo>
                  <a:lnTo>
                    <a:pt x="1161266" y="5136876"/>
                  </a:lnTo>
                  <a:lnTo>
                    <a:pt x="1161393" y="5136876"/>
                  </a:lnTo>
                  <a:lnTo>
                    <a:pt x="1161519" y="5136876"/>
                  </a:lnTo>
                  <a:lnTo>
                    <a:pt x="1161645" y="5136876"/>
                  </a:lnTo>
                  <a:lnTo>
                    <a:pt x="1161771" y="5136876"/>
                  </a:lnTo>
                  <a:lnTo>
                    <a:pt x="1161897" y="5136876"/>
                  </a:lnTo>
                  <a:lnTo>
                    <a:pt x="1162023" y="5136876"/>
                  </a:lnTo>
                  <a:lnTo>
                    <a:pt x="1162149" y="5136876"/>
                  </a:lnTo>
                  <a:lnTo>
                    <a:pt x="1162275" y="5136876"/>
                  </a:lnTo>
                  <a:lnTo>
                    <a:pt x="1162401" y="5136876"/>
                  </a:lnTo>
                  <a:lnTo>
                    <a:pt x="1162527" y="5136876"/>
                  </a:lnTo>
                  <a:lnTo>
                    <a:pt x="1162653" y="5136876"/>
                  </a:lnTo>
                  <a:lnTo>
                    <a:pt x="1162780" y="5136876"/>
                  </a:lnTo>
                  <a:lnTo>
                    <a:pt x="1162906" y="5136876"/>
                  </a:lnTo>
                  <a:lnTo>
                    <a:pt x="1163032" y="5136876"/>
                  </a:lnTo>
                  <a:lnTo>
                    <a:pt x="1163158" y="5136876"/>
                  </a:lnTo>
                  <a:lnTo>
                    <a:pt x="1163158" y="5131597"/>
                  </a:lnTo>
                  <a:lnTo>
                    <a:pt x="1163284" y="5131597"/>
                  </a:lnTo>
                  <a:lnTo>
                    <a:pt x="1163284" y="5126318"/>
                  </a:lnTo>
                  <a:lnTo>
                    <a:pt x="1163410" y="5126318"/>
                  </a:lnTo>
                  <a:lnTo>
                    <a:pt x="1163536" y="5126318"/>
                  </a:lnTo>
                  <a:lnTo>
                    <a:pt x="1163662" y="5126318"/>
                  </a:lnTo>
                  <a:lnTo>
                    <a:pt x="1163788" y="5126318"/>
                  </a:lnTo>
                  <a:lnTo>
                    <a:pt x="1163914" y="5126318"/>
                  </a:lnTo>
                  <a:lnTo>
                    <a:pt x="1164040" y="5126318"/>
                  </a:lnTo>
                  <a:lnTo>
                    <a:pt x="1164166" y="5126318"/>
                  </a:lnTo>
                  <a:lnTo>
                    <a:pt x="1164293" y="5126318"/>
                  </a:lnTo>
                  <a:lnTo>
                    <a:pt x="1164419" y="5126318"/>
                  </a:lnTo>
                  <a:lnTo>
                    <a:pt x="1164545" y="5126318"/>
                  </a:lnTo>
                  <a:lnTo>
                    <a:pt x="1164671" y="5126318"/>
                  </a:lnTo>
                  <a:lnTo>
                    <a:pt x="1164797" y="5126318"/>
                  </a:lnTo>
                  <a:lnTo>
                    <a:pt x="1164923" y="5126318"/>
                  </a:lnTo>
                  <a:lnTo>
                    <a:pt x="1165049" y="5126318"/>
                  </a:lnTo>
                  <a:lnTo>
                    <a:pt x="1165175" y="5126318"/>
                  </a:lnTo>
                  <a:lnTo>
                    <a:pt x="1165301" y="5126318"/>
                  </a:lnTo>
                  <a:lnTo>
                    <a:pt x="1165427" y="5126318"/>
                  </a:lnTo>
                  <a:lnTo>
                    <a:pt x="1165553" y="5126318"/>
                  </a:lnTo>
                  <a:lnTo>
                    <a:pt x="1165680" y="5126318"/>
                  </a:lnTo>
                  <a:lnTo>
                    <a:pt x="1165806" y="5126318"/>
                  </a:lnTo>
                  <a:lnTo>
                    <a:pt x="1165932" y="5126318"/>
                  </a:lnTo>
                  <a:lnTo>
                    <a:pt x="1166058" y="5126318"/>
                  </a:lnTo>
                  <a:lnTo>
                    <a:pt x="1166184" y="5126318"/>
                  </a:lnTo>
                  <a:lnTo>
                    <a:pt x="1166310" y="5126318"/>
                  </a:lnTo>
                  <a:lnTo>
                    <a:pt x="1166436" y="5126318"/>
                  </a:lnTo>
                  <a:lnTo>
                    <a:pt x="1166562" y="5126318"/>
                  </a:lnTo>
                  <a:lnTo>
                    <a:pt x="1166688" y="5126318"/>
                  </a:lnTo>
                  <a:lnTo>
                    <a:pt x="1166814" y="5126318"/>
                  </a:lnTo>
                  <a:lnTo>
                    <a:pt x="1166940" y="5126318"/>
                  </a:lnTo>
                  <a:lnTo>
                    <a:pt x="1167066" y="5126318"/>
                  </a:lnTo>
                  <a:lnTo>
                    <a:pt x="1167066" y="5121038"/>
                  </a:lnTo>
                  <a:lnTo>
                    <a:pt x="1167193" y="5121038"/>
                  </a:lnTo>
                  <a:lnTo>
                    <a:pt x="1167319" y="5121038"/>
                  </a:lnTo>
                  <a:lnTo>
                    <a:pt x="1167445" y="5121038"/>
                  </a:lnTo>
                  <a:lnTo>
                    <a:pt x="1167571" y="5121038"/>
                  </a:lnTo>
                  <a:lnTo>
                    <a:pt x="1167697" y="5121038"/>
                  </a:lnTo>
                  <a:lnTo>
                    <a:pt x="1167823" y="5121038"/>
                  </a:lnTo>
                  <a:lnTo>
                    <a:pt x="1167949" y="5121038"/>
                  </a:lnTo>
                  <a:lnTo>
                    <a:pt x="1168075" y="5121038"/>
                  </a:lnTo>
                  <a:lnTo>
                    <a:pt x="1168201" y="5121038"/>
                  </a:lnTo>
                  <a:lnTo>
                    <a:pt x="1168327" y="5121038"/>
                  </a:lnTo>
                  <a:lnTo>
                    <a:pt x="1168453" y="5121038"/>
                  </a:lnTo>
                  <a:lnTo>
                    <a:pt x="1168580" y="5121038"/>
                  </a:lnTo>
                  <a:lnTo>
                    <a:pt x="1168706" y="5121038"/>
                  </a:lnTo>
                  <a:lnTo>
                    <a:pt x="1168832" y="5121038"/>
                  </a:lnTo>
                  <a:lnTo>
                    <a:pt x="1168832" y="5115759"/>
                  </a:lnTo>
                  <a:lnTo>
                    <a:pt x="1168958" y="5115759"/>
                  </a:lnTo>
                  <a:lnTo>
                    <a:pt x="1169084" y="5115759"/>
                  </a:lnTo>
                  <a:lnTo>
                    <a:pt x="1169210" y="5115759"/>
                  </a:lnTo>
                  <a:lnTo>
                    <a:pt x="1169336" y="5115759"/>
                  </a:lnTo>
                  <a:lnTo>
                    <a:pt x="1169462" y="5115759"/>
                  </a:lnTo>
                  <a:lnTo>
                    <a:pt x="1169588" y="5115759"/>
                  </a:lnTo>
                  <a:lnTo>
                    <a:pt x="1169714" y="5115759"/>
                  </a:lnTo>
                  <a:lnTo>
                    <a:pt x="1169840" y="5115759"/>
                  </a:lnTo>
                  <a:lnTo>
                    <a:pt x="1169967" y="5115759"/>
                  </a:lnTo>
                  <a:lnTo>
                    <a:pt x="1170093" y="5115759"/>
                  </a:lnTo>
                  <a:lnTo>
                    <a:pt x="1170219" y="5115759"/>
                  </a:lnTo>
                  <a:lnTo>
                    <a:pt x="1170345" y="5115759"/>
                  </a:lnTo>
                  <a:lnTo>
                    <a:pt x="1170471" y="5115759"/>
                  </a:lnTo>
                  <a:lnTo>
                    <a:pt x="1170597" y="5115759"/>
                  </a:lnTo>
                  <a:lnTo>
                    <a:pt x="1170723" y="5115759"/>
                  </a:lnTo>
                  <a:lnTo>
                    <a:pt x="1170849" y="5115759"/>
                  </a:lnTo>
                  <a:lnTo>
                    <a:pt x="1170975" y="5115759"/>
                  </a:lnTo>
                  <a:lnTo>
                    <a:pt x="1171101" y="5115759"/>
                  </a:lnTo>
                  <a:lnTo>
                    <a:pt x="1171227" y="5115759"/>
                  </a:lnTo>
                  <a:lnTo>
                    <a:pt x="1171353" y="5115759"/>
                  </a:lnTo>
                  <a:lnTo>
                    <a:pt x="1171353" y="5110479"/>
                  </a:lnTo>
                  <a:lnTo>
                    <a:pt x="1171480" y="5110479"/>
                  </a:lnTo>
                  <a:lnTo>
                    <a:pt x="1171606" y="5110479"/>
                  </a:lnTo>
                  <a:lnTo>
                    <a:pt x="1171732" y="5110479"/>
                  </a:lnTo>
                  <a:lnTo>
                    <a:pt x="1171858" y="5110479"/>
                  </a:lnTo>
                  <a:lnTo>
                    <a:pt x="1171984" y="5110479"/>
                  </a:lnTo>
                  <a:lnTo>
                    <a:pt x="1172110" y="5110479"/>
                  </a:lnTo>
                  <a:lnTo>
                    <a:pt x="1172236" y="5110479"/>
                  </a:lnTo>
                  <a:lnTo>
                    <a:pt x="1172362" y="5110479"/>
                  </a:lnTo>
                  <a:lnTo>
                    <a:pt x="1172488" y="5110479"/>
                  </a:lnTo>
                  <a:lnTo>
                    <a:pt x="1172614" y="5110479"/>
                  </a:lnTo>
                  <a:lnTo>
                    <a:pt x="1172740" y="5110479"/>
                  </a:lnTo>
                  <a:lnTo>
                    <a:pt x="1172867" y="5110479"/>
                  </a:lnTo>
                  <a:lnTo>
                    <a:pt x="1172993" y="5110479"/>
                  </a:lnTo>
                  <a:lnTo>
                    <a:pt x="1172993" y="5105200"/>
                  </a:lnTo>
                  <a:lnTo>
                    <a:pt x="1173119" y="5105200"/>
                  </a:lnTo>
                  <a:lnTo>
                    <a:pt x="1173245" y="5105200"/>
                  </a:lnTo>
                  <a:lnTo>
                    <a:pt x="1173371" y="5105200"/>
                  </a:lnTo>
                  <a:lnTo>
                    <a:pt x="1173497" y="5105200"/>
                  </a:lnTo>
                  <a:lnTo>
                    <a:pt x="1173623" y="5105200"/>
                  </a:lnTo>
                  <a:lnTo>
                    <a:pt x="1173749" y="5105200"/>
                  </a:lnTo>
                  <a:lnTo>
                    <a:pt x="1173875" y="5105200"/>
                  </a:lnTo>
                  <a:lnTo>
                    <a:pt x="1174001" y="5105200"/>
                  </a:lnTo>
                  <a:lnTo>
                    <a:pt x="1174127" y="5105200"/>
                  </a:lnTo>
                  <a:lnTo>
                    <a:pt x="1174253" y="5105200"/>
                  </a:lnTo>
                  <a:lnTo>
                    <a:pt x="1174380" y="5105200"/>
                  </a:lnTo>
                  <a:lnTo>
                    <a:pt x="1174506" y="5105200"/>
                  </a:lnTo>
                  <a:lnTo>
                    <a:pt x="1174632" y="5105200"/>
                  </a:lnTo>
                  <a:lnTo>
                    <a:pt x="1174758" y="5105200"/>
                  </a:lnTo>
                  <a:lnTo>
                    <a:pt x="1174884" y="5105200"/>
                  </a:lnTo>
                  <a:lnTo>
                    <a:pt x="1175010" y="5105200"/>
                  </a:lnTo>
                  <a:lnTo>
                    <a:pt x="1175136" y="5105200"/>
                  </a:lnTo>
                  <a:lnTo>
                    <a:pt x="1175262" y="5105200"/>
                  </a:lnTo>
                  <a:lnTo>
                    <a:pt x="1175388" y="5105200"/>
                  </a:lnTo>
                  <a:lnTo>
                    <a:pt x="1175388" y="5099921"/>
                  </a:lnTo>
                  <a:lnTo>
                    <a:pt x="1175514" y="5099921"/>
                  </a:lnTo>
                  <a:lnTo>
                    <a:pt x="1175640" y="5099921"/>
                  </a:lnTo>
                  <a:lnTo>
                    <a:pt x="1175767" y="5099921"/>
                  </a:lnTo>
                  <a:lnTo>
                    <a:pt x="1175893" y="5099921"/>
                  </a:lnTo>
                  <a:lnTo>
                    <a:pt x="1176019" y="5099921"/>
                  </a:lnTo>
                  <a:lnTo>
                    <a:pt x="1176145" y="5099921"/>
                  </a:lnTo>
                  <a:lnTo>
                    <a:pt x="1176271" y="5099921"/>
                  </a:lnTo>
                  <a:lnTo>
                    <a:pt x="1176397" y="5099921"/>
                  </a:lnTo>
                  <a:lnTo>
                    <a:pt x="1176523" y="5099921"/>
                  </a:lnTo>
                  <a:lnTo>
                    <a:pt x="1176649" y="5099921"/>
                  </a:lnTo>
                  <a:lnTo>
                    <a:pt x="1176775" y="5099921"/>
                  </a:lnTo>
                  <a:lnTo>
                    <a:pt x="1176901" y="5099921"/>
                  </a:lnTo>
                  <a:lnTo>
                    <a:pt x="1177027" y="5099921"/>
                  </a:lnTo>
                  <a:lnTo>
                    <a:pt x="1177153" y="5099921"/>
                  </a:lnTo>
                  <a:lnTo>
                    <a:pt x="1177280" y="5099921"/>
                  </a:lnTo>
                  <a:lnTo>
                    <a:pt x="1177406" y="5099921"/>
                  </a:lnTo>
                  <a:lnTo>
                    <a:pt x="1177532" y="5099921"/>
                  </a:lnTo>
                  <a:lnTo>
                    <a:pt x="1177658" y="5099921"/>
                  </a:lnTo>
                  <a:lnTo>
                    <a:pt x="1177784" y="5099921"/>
                  </a:lnTo>
                  <a:lnTo>
                    <a:pt x="1177910" y="5099921"/>
                  </a:lnTo>
                  <a:lnTo>
                    <a:pt x="1178036" y="5099921"/>
                  </a:lnTo>
                  <a:lnTo>
                    <a:pt x="1178162" y="5099921"/>
                  </a:lnTo>
                  <a:lnTo>
                    <a:pt x="1178288" y="5099921"/>
                  </a:lnTo>
                  <a:lnTo>
                    <a:pt x="1178414" y="5099921"/>
                  </a:lnTo>
                  <a:lnTo>
                    <a:pt x="1178540" y="5099921"/>
                  </a:lnTo>
                  <a:lnTo>
                    <a:pt x="1178667" y="5099921"/>
                  </a:lnTo>
                  <a:lnTo>
                    <a:pt x="1178793" y="5099921"/>
                  </a:lnTo>
                  <a:lnTo>
                    <a:pt x="1178919" y="5099921"/>
                  </a:lnTo>
                  <a:lnTo>
                    <a:pt x="1179045" y="5099921"/>
                  </a:lnTo>
                  <a:lnTo>
                    <a:pt x="1179171" y="5099921"/>
                  </a:lnTo>
                  <a:lnTo>
                    <a:pt x="1179297" y="5099921"/>
                  </a:lnTo>
                  <a:lnTo>
                    <a:pt x="1179423" y="5099921"/>
                  </a:lnTo>
                  <a:lnTo>
                    <a:pt x="1179549" y="5099921"/>
                  </a:lnTo>
                  <a:lnTo>
                    <a:pt x="1179675" y="5099921"/>
                  </a:lnTo>
                  <a:lnTo>
                    <a:pt x="1179801" y="5099921"/>
                  </a:lnTo>
                  <a:lnTo>
                    <a:pt x="1179927" y="5099921"/>
                  </a:lnTo>
                  <a:lnTo>
                    <a:pt x="1180054" y="5099921"/>
                  </a:lnTo>
                  <a:lnTo>
                    <a:pt x="1180180" y="5099921"/>
                  </a:lnTo>
                  <a:lnTo>
                    <a:pt x="1180306" y="5099921"/>
                  </a:lnTo>
                  <a:lnTo>
                    <a:pt x="1180432" y="5099921"/>
                  </a:lnTo>
                  <a:lnTo>
                    <a:pt x="1180558" y="5099921"/>
                  </a:lnTo>
                  <a:lnTo>
                    <a:pt x="1180684" y="5099921"/>
                  </a:lnTo>
                  <a:lnTo>
                    <a:pt x="1180810" y="5099921"/>
                  </a:lnTo>
                  <a:lnTo>
                    <a:pt x="1180936" y="5099921"/>
                  </a:lnTo>
                  <a:lnTo>
                    <a:pt x="1181062" y="5099921"/>
                  </a:lnTo>
                  <a:lnTo>
                    <a:pt x="1181062" y="5094641"/>
                  </a:lnTo>
                  <a:lnTo>
                    <a:pt x="1181188" y="5094641"/>
                  </a:lnTo>
                  <a:lnTo>
                    <a:pt x="1181314" y="5094641"/>
                  </a:lnTo>
                  <a:lnTo>
                    <a:pt x="1181440" y="5094641"/>
                  </a:lnTo>
                  <a:lnTo>
                    <a:pt x="1181567" y="5094641"/>
                  </a:lnTo>
                  <a:lnTo>
                    <a:pt x="1181693" y="5094641"/>
                  </a:lnTo>
                  <a:lnTo>
                    <a:pt x="1181819" y="5094641"/>
                  </a:lnTo>
                  <a:lnTo>
                    <a:pt x="1181945" y="5094641"/>
                  </a:lnTo>
                  <a:lnTo>
                    <a:pt x="1182071" y="5094641"/>
                  </a:lnTo>
                  <a:lnTo>
                    <a:pt x="1182197" y="5094641"/>
                  </a:lnTo>
                  <a:lnTo>
                    <a:pt x="1182323" y="5094641"/>
                  </a:lnTo>
                  <a:lnTo>
                    <a:pt x="1182449" y="5094641"/>
                  </a:lnTo>
                  <a:lnTo>
                    <a:pt x="1182575" y="5094641"/>
                  </a:lnTo>
                  <a:lnTo>
                    <a:pt x="1182701" y="5094641"/>
                  </a:lnTo>
                  <a:lnTo>
                    <a:pt x="1182827" y="5094641"/>
                  </a:lnTo>
                  <a:lnTo>
                    <a:pt x="1182954" y="5094641"/>
                  </a:lnTo>
                  <a:lnTo>
                    <a:pt x="1183080" y="5094641"/>
                  </a:lnTo>
                  <a:lnTo>
                    <a:pt x="1183206" y="5094641"/>
                  </a:lnTo>
                  <a:lnTo>
                    <a:pt x="1183332" y="5094641"/>
                  </a:lnTo>
                  <a:lnTo>
                    <a:pt x="1183458" y="5094641"/>
                  </a:lnTo>
                  <a:lnTo>
                    <a:pt x="1183584" y="5094641"/>
                  </a:lnTo>
                  <a:lnTo>
                    <a:pt x="1183710" y="5094641"/>
                  </a:lnTo>
                  <a:lnTo>
                    <a:pt x="1183836" y="5094641"/>
                  </a:lnTo>
                  <a:lnTo>
                    <a:pt x="1183962" y="5094641"/>
                  </a:lnTo>
                  <a:lnTo>
                    <a:pt x="1184088" y="5094641"/>
                  </a:lnTo>
                  <a:lnTo>
                    <a:pt x="1184214" y="5094641"/>
                  </a:lnTo>
                  <a:lnTo>
                    <a:pt x="1184214" y="5089362"/>
                  </a:lnTo>
                  <a:lnTo>
                    <a:pt x="1184340" y="5089362"/>
                  </a:lnTo>
                  <a:lnTo>
                    <a:pt x="1184467" y="5089362"/>
                  </a:lnTo>
                  <a:lnTo>
                    <a:pt x="1184593" y="5089362"/>
                  </a:lnTo>
                  <a:lnTo>
                    <a:pt x="1184719" y="5089362"/>
                  </a:lnTo>
                  <a:lnTo>
                    <a:pt x="1184719" y="5084082"/>
                  </a:lnTo>
                  <a:lnTo>
                    <a:pt x="1184845" y="5084082"/>
                  </a:lnTo>
                  <a:lnTo>
                    <a:pt x="1184971" y="5084082"/>
                  </a:lnTo>
                  <a:lnTo>
                    <a:pt x="1185097" y="5084082"/>
                  </a:lnTo>
                  <a:lnTo>
                    <a:pt x="1185223" y="5084082"/>
                  </a:lnTo>
                  <a:lnTo>
                    <a:pt x="1185349" y="5084082"/>
                  </a:lnTo>
                  <a:lnTo>
                    <a:pt x="1185475" y="5084082"/>
                  </a:lnTo>
                  <a:lnTo>
                    <a:pt x="1185601" y="5084082"/>
                  </a:lnTo>
                  <a:lnTo>
                    <a:pt x="1185727" y="5084082"/>
                  </a:lnTo>
                  <a:lnTo>
                    <a:pt x="1185854" y="5084082"/>
                  </a:lnTo>
                  <a:lnTo>
                    <a:pt x="1185980" y="5084082"/>
                  </a:lnTo>
                  <a:lnTo>
                    <a:pt x="1186106" y="5084082"/>
                  </a:lnTo>
                  <a:lnTo>
                    <a:pt x="1186232" y="5084082"/>
                  </a:lnTo>
                  <a:lnTo>
                    <a:pt x="1186358" y="5084082"/>
                  </a:lnTo>
                  <a:lnTo>
                    <a:pt x="1186484" y="5084082"/>
                  </a:lnTo>
                  <a:lnTo>
                    <a:pt x="1186610" y="5084082"/>
                  </a:lnTo>
                  <a:lnTo>
                    <a:pt x="1186736" y="5084082"/>
                  </a:lnTo>
                  <a:lnTo>
                    <a:pt x="1186862" y="5084082"/>
                  </a:lnTo>
                  <a:lnTo>
                    <a:pt x="1186988" y="5084082"/>
                  </a:lnTo>
                  <a:lnTo>
                    <a:pt x="1187114" y="5084082"/>
                  </a:lnTo>
                  <a:lnTo>
                    <a:pt x="1187241" y="5084082"/>
                  </a:lnTo>
                  <a:lnTo>
                    <a:pt x="1187367" y="5084082"/>
                  </a:lnTo>
                  <a:lnTo>
                    <a:pt x="1187493" y="5084082"/>
                  </a:lnTo>
                  <a:lnTo>
                    <a:pt x="1187619" y="5084082"/>
                  </a:lnTo>
                  <a:lnTo>
                    <a:pt x="1187745" y="5084082"/>
                  </a:lnTo>
                  <a:lnTo>
                    <a:pt x="1187871" y="5084082"/>
                  </a:lnTo>
                  <a:lnTo>
                    <a:pt x="1187997" y="5084082"/>
                  </a:lnTo>
                  <a:lnTo>
                    <a:pt x="1188123" y="5084082"/>
                  </a:lnTo>
                  <a:lnTo>
                    <a:pt x="1188249" y="5084082"/>
                  </a:lnTo>
                  <a:lnTo>
                    <a:pt x="1188375" y="5084082"/>
                  </a:lnTo>
                  <a:lnTo>
                    <a:pt x="1188501" y="5084082"/>
                  </a:lnTo>
                  <a:lnTo>
                    <a:pt x="1188627" y="5084082"/>
                  </a:lnTo>
                  <a:lnTo>
                    <a:pt x="1188754" y="5084082"/>
                  </a:lnTo>
                  <a:lnTo>
                    <a:pt x="1188880" y="5084082"/>
                  </a:lnTo>
                  <a:lnTo>
                    <a:pt x="1188880" y="5078803"/>
                  </a:lnTo>
                  <a:lnTo>
                    <a:pt x="1189006" y="5078803"/>
                  </a:lnTo>
                  <a:lnTo>
                    <a:pt x="1189132" y="5078803"/>
                  </a:lnTo>
                  <a:lnTo>
                    <a:pt x="1189258" y="5078803"/>
                  </a:lnTo>
                  <a:lnTo>
                    <a:pt x="1189384" y="5078803"/>
                  </a:lnTo>
                  <a:lnTo>
                    <a:pt x="1189510" y="5078803"/>
                  </a:lnTo>
                  <a:lnTo>
                    <a:pt x="1189636" y="5078803"/>
                  </a:lnTo>
                  <a:lnTo>
                    <a:pt x="1189762" y="5078803"/>
                  </a:lnTo>
                  <a:lnTo>
                    <a:pt x="1189888" y="5078803"/>
                  </a:lnTo>
                  <a:lnTo>
                    <a:pt x="1190014" y="5078803"/>
                  </a:lnTo>
                  <a:lnTo>
                    <a:pt x="1190141" y="5078803"/>
                  </a:lnTo>
                  <a:lnTo>
                    <a:pt x="1190267" y="5078803"/>
                  </a:lnTo>
                  <a:lnTo>
                    <a:pt x="1190393" y="5078803"/>
                  </a:lnTo>
                  <a:lnTo>
                    <a:pt x="1190519" y="5078803"/>
                  </a:lnTo>
                  <a:lnTo>
                    <a:pt x="1190645" y="5078803"/>
                  </a:lnTo>
                  <a:lnTo>
                    <a:pt x="1190771" y="5078803"/>
                  </a:lnTo>
                  <a:lnTo>
                    <a:pt x="1190897" y="5078803"/>
                  </a:lnTo>
                  <a:lnTo>
                    <a:pt x="1191023" y="5078803"/>
                  </a:lnTo>
                  <a:lnTo>
                    <a:pt x="1191149" y="5078803"/>
                  </a:lnTo>
                  <a:lnTo>
                    <a:pt x="1191275" y="5078803"/>
                  </a:lnTo>
                  <a:lnTo>
                    <a:pt x="1191401" y="5078803"/>
                  </a:lnTo>
                  <a:lnTo>
                    <a:pt x="1191527" y="5078803"/>
                  </a:lnTo>
                  <a:lnTo>
                    <a:pt x="1191654" y="5078803"/>
                  </a:lnTo>
                  <a:lnTo>
                    <a:pt x="1191780" y="5078803"/>
                  </a:lnTo>
                  <a:lnTo>
                    <a:pt x="1191780" y="5073523"/>
                  </a:lnTo>
                  <a:lnTo>
                    <a:pt x="1191906" y="5073523"/>
                  </a:lnTo>
                  <a:lnTo>
                    <a:pt x="1192032" y="5073523"/>
                  </a:lnTo>
                  <a:lnTo>
                    <a:pt x="1192158" y="5073523"/>
                  </a:lnTo>
                  <a:lnTo>
                    <a:pt x="1192284" y="5073523"/>
                  </a:lnTo>
                  <a:lnTo>
                    <a:pt x="1192410" y="5073523"/>
                  </a:lnTo>
                  <a:lnTo>
                    <a:pt x="1192536" y="5073523"/>
                  </a:lnTo>
                  <a:lnTo>
                    <a:pt x="1192662" y="5073523"/>
                  </a:lnTo>
                  <a:lnTo>
                    <a:pt x="1192788" y="5073523"/>
                  </a:lnTo>
                  <a:lnTo>
                    <a:pt x="1192914" y="5073523"/>
                  </a:lnTo>
                  <a:lnTo>
                    <a:pt x="1193041" y="5073523"/>
                  </a:lnTo>
                  <a:lnTo>
                    <a:pt x="1193167" y="5073523"/>
                  </a:lnTo>
                  <a:lnTo>
                    <a:pt x="1193293" y="5073523"/>
                  </a:lnTo>
                  <a:lnTo>
                    <a:pt x="1193419" y="5073523"/>
                  </a:lnTo>
                  <a:lnTo>
                    <a:pt x="1193545" y="5073523"/>
                  </a:lnTo>
                  <a:lnTo>
                    <a:pt x="1193545" y="5068244"/>
                  </a:lnTo>
                  <a:lnTo>
                    <a:pt x="1193671" y="5068244"/>
                  </a:lnTo>
                  <a:lnTo>
                    <a:pt x="1193797" y="5068244"/>
                  </a:lnTo>
                  <a:lnTo>
                    <a:pt x="1193923" y="5068244"/>
                  </a:lnTo>
                  <a:lnTo>
                    <a:pt x="1194049" y="5068244"/>
                  </a:lnTo>
                  <a:lnTo>
                    <a:pt x="1194175" y="5068244"/>
                  </a:lnTo>
                  <a:lnTo>
                    <a:pt x="1194301" y="5068244"/>
                  </a:lnTo>
                  <a:lnTo>
                    <a:pt x="1194427" y="5068244"/>
                  </a:lnTo>
                  <a:lnTo>
                    <a:pt x="1194554" y="5068244"/>
                  </a:lnTo>
                  <a:lnTo>
                    <a:pt x="1194680" y="5068244"/>
                  </a:lnTo>
                  <a:lnTo>
                    <a:pt x="1194806" y="5068244"/>
                  </a:lnTo>
                  <a:lnTo>
                    <a:pt x="1194932" y="5068244"/>
                  </a:lnTo>
                  <a:lnTo>
                    <a:pt x="1195058" y="5068244"/>
                  </a:lnTo>
                  <a:lnTo>
                    <a:pt x="1195184" y="5068244"/>
                  </a:lnTo>
                  <a:lnTo>
                    <a:pt x="1195310" y="5068244"/>
                  </a:lnTo>
                  <a:lnTo>
                    <a:pt x="1195436" y="5068244"/>
                  </a:lnTo>
                  <a:lnTo>
                    <a:pt x="1195562" y="5068244"/>
                  </a:lnTo>
                  <a:lnTo>
                    <a:pt x="1195688" y="5068244"/>
                  </a:lnTo>
                  <a:lnTo>
                    <a:pt x="1195814" y="5068244"/>
                  </a:lnTo>
                  <a:lnTo>
                    <a:pt x="1195941" y="5068244"/>
                  </a:lnTo>
                  <a:lnTo>
                    <a:pt x="1196067" y="5068244"/>
                  </a:lnTo>
                  <a:lnTo>
                    <a:pt x="1196193" y="5068244"/>
                  </a:lnTo>
                  <a:lnTo>
                    <a:pt x="1196319" y="5068244"/>
                  </a:lnTo>
                  <a:lnTo>
                    <a:pt x="1196445" y="5068244"/>
                  </a:lnTo>
                  <a:lnTo>
                    <a:pt x="1196571" y="5068244"/>
                  </a:lnTo>
                  <a:lnTo>
                    <a:pt x="1196697" y="5068244"/>
                  </a:lnTo>
                  <a:lnTo>
                    <a:pt x="1196823" y="5068244"/>
                  </a:lnTo>
                  <a:lnTo>
                    <a:pt x="1196949" y="5068244"/>
                  </a:lnTo>
                  <a:lnTo>
                    <a:pt x="1197075" y="5068244"/>
                  </a:lnTo>
                  <a:lnTo>
                    <a:pt x="1197201" y="5068244"/>
                  </a:lnTo>
                  <a:lnTo>
                    <a:pt x="1197328" y="5068244"/>
                  </a:lnTo>
                  <a:lnTo>
                    <a:pt x="1197454" y="5068244"/>
                  </a:lnTo>
                  <a:lnTo>
                    <a:pt x="1197580" y="5068244"/>
                  </a:lnTo>
                  <a:lnTo>
                    <a:pt x="1197706" y="5068244"/>
                  </a:lnTo>
                  <a:lnTo>
                    <a:pt x="1197832" y="5068244"/>
                  </a:lnTo>
                  <a:lnTo>
                    <a:pt x="1197958" y="5068244"/>
                  </a:lnTo>
                  <a:lnTo>
                    <a:pt x="1198084" y="5068244"/>
                  </a:lnTo>
                  <a:lnTo>
                    <a:pt x="1198210" y="5068244"/>
                  </a:lnTo>
                  <a:lnTo>
                    <a:pt x="1198336" y="5068244"/>
                  </a:lnTo>
                  <a:lnTo>
                    <a:pt x="1198462" y="5068244"/>
                  </a:lnTo>
                  <a:lnTo>
                    <a:pt x="1198588" y="5068244"/>
                  </a:lnTo>
                  <a:lnTo>
                    <a:pt x="1198714" y="5068244"/>
                  </a:lnTo>
                  <a:lnTo>
                    <a:pt x="1198841" y="5068244"/>
                  </a:lnTo>
                  <a:lnTo>
                    <a:pt x="1198967" y="5068244"/>
                  </a:lnTo>
                  <a:lnTo>
                    <a:pt x="1199093" y="5068244"/>
                  </a:lnTo>
                  <a:lnTo>
                    <a:pt x="1199219" y="5068244"/>
                  </a:lnTo>
                  <a:lnTo>
                    <a:pt x="1199345" y="5068244"/>
                  </a:lnTo>
                  <a:lnTo>
                    <a:pt x="1199471" y="5068244"/>
                  </a:lnTo>
                  <a:lnTo>
                    <a:pt x="1199597" y="5068244"/>
                  </a:lnTo>
                  <a:lnTo>
                    <a:pt x="1199723" y="5068244"/>
                  </a:lnTo>
                  <a:lnTo>
                    <a:pt x="1199849" y="5068244"/>
                  </a:lnTo>
                  <a:lnTo>
                    <a:pt x="1199975" y="5068244"/>
                  </a:lnTo>
                  <a:lnTo>
                    <a:pt x="1200101" y="5068244"/>
                  </a:lnTo>
                  <a:lnTo>
                    <a:pt x="1200101" y="5062965"/>
                  </a:lnTo>
                  <a:lnTo>
                    <a:pt x="1200228" y="5062965"/>
                  </a:lnTo>
                  <a:lnTo>
                    <a:pt x="1200354" y="5062965"/>
                  </a:lnTo>
                  <a:lnTo>
                    <a:pt x="1200480" y="5062965"/>
                  </a:lnTo>
                  <a:lnTo>
                    <a:pt x="1200606" y="5062965"/>
                  </a:lnTo>
                  <a:lnTo>
                    <a:pt x="1200732" y="5062965"/>
                  </a:lnTo>
                  <a:lnTo>
                    <a:pt x="1200858" y="5062965"/>
                  </a:lnTo>
                  <a:lnTo>
                    <a:pt x="1200984" y="5062965"/>
                  </a:lnTo>
                  <a:lnTo>
                    <a:pt x="1201110" y="5062965"/>
                  </a:lnTo>
                  <a:lnTo>
                    <a:pt x="1201236" y="5062965"/>
                  </a:lnTo>
                  <a:lnTo>
                    <a:pt x="1201362" y="5062965"/>
                  </a:lnTo>
                  <a:lnTo>
                    <a:pt x="1201488" y="5062965"/>
                  </a:lnTo>
                  <a:lnTo>
                    <a:pt x="1201614" y="5062965"/>
                  </a:lnTo>
                  <a:lnTo>
                    <a:pt x="1201741" y="5062965"/>
                  </a:lnTo>
                  <a:lnTo>
                    <a:pt x="1201741" y="5057685"/>
                  </a:lnTo>
                  <a:lnTo>
                    <a:pt x="1201867" y="5057685"/>
                  </a:lnTo>
                  <a:lnTo>
                    <a:pt x="1201993" y="5057685"/>
                  </a:lnTo>
                  <a:lnTo>
                    <a:pt x="1202119" y="5057685"/>
                  </a:lnTo>
                  <a:lnTo>
                    <a:pt x="1202245" y="5057685"/>
                  </a:lnTo>
                  <a:lnTo>
                    <a:pt x="1202371" y="5057685"/>
                  </a:lnTo>
                  <a:lnTo>
                    <a:pt x="1202497" y="5057685"/>
                  </a:lnTo>
                  <a:lnTo>
                    <a:pt x="1202623" y="5057685"/>
                  </a:lnTo>
                  <a:lnTo>
                    <a:pt x="1202749" y="5057685"/>
                  </a:lnTo>
                  <a:lnTo>
                    <a:pt x="1202875" y="5057685"/>
                  </a:lnTo>
                  <a:lnTo>
                    <a:pt x="1203001" y="5057685"/>
                  </a:lnTo>
                  <a:lnTo>
                    <a:pt x="1203128" y="5057685"/>
                  </a:lnTo>
                  <a:lnTo>
                    <a:pt x="1203254" y="5057685"/>
                  </a:lnTo>
                  <a:lnTo>
                    <a:pt x="1203380" y="5057685"/>
                  </a:lnTo>
                  <a:lnTo>
                    <a:pt x="1203506" y="5057685"/>
                  </a:lnTo>
                  <a:lnTo>
                    <a:pt x="1203632" y="5057685"/>
                  </a:lnTo>
                  <a:lnTo>
                    <a:pt x="1203758" y="5057685"/>
                  </a:lnTo>
                  <a:lnTo>
                    <a:pt x="1203884" y="5057685"/>
                  </a:lnTo>
                  <a:lnTo>
                    <a:pt x="1204010" y="5057685"/>
                  </a:lnTo>
                  <a:lnTo>
                    <a:pt x="1204136" y="5057685"/>
                  </a:lnTo>
                  <a:lnTo>
                    <a:pt x="1204262" y="5057685"/>
                  </a:lnTo>
                  <a:lnTo>
                    <a:pt x="1204388" y="5057685"/>
                  </a:lnTo>
                  <a:lnTo>
                    <a:pt x="1204515" y="5057685"/>
                  </a:lnTo>
                  <a:lnTo>
                    <a:pt x="1204641" y="5057685"/>
                  </a:lnTo>
                  <a:lnTo>
                    <a:pt x="1204767" y="5057685"/>
                  </a:lnTo>
                  <a:lnTo>
                    <a:pt x="1204893" y="5057685"/>
                  </a:lnTo>
                  <a:lnTo>
                    <a:pt x="1205019" y="5057685"/>
                  </a:lnTo>
                  <a:lnTo>
                    <a:pt x="1205145" y="5057685"/>
                  </a:lnTo>
                  <a:lnTo>
                    <a:pt x="1205271" y="5057685"/>
                  </a:lnTo>
                  <a:lnTo>
                    <a:pt x="1205397" y="5057685"/>
                  </a:lnTo>
                  <a:lnTo>
                    <a:pt x="1205523" y="5057685"/>
                  </a:lnTo>
                  <a:lnTo>
                    <a:pt x="1205649" y="5057685"/>
                  </a:lnTo>
                  <a:lnTo>
                    <a:pt x="1205775" y="5057685"/>
                  </a:lnTo>
                  <a:lnTo>
                    <a:pt x="1205901" y="5057685"/>
                  </a:lnTo>
                  <a:lnTo>
                    <a:pt x="1206028" y="5057685"/>
                  </a:lnTo>
                  <a:lnTo>
                    <a:pt x="1206154" y="5057685"/>
                  </a:lnTo>
                  <a:lnTo>
                    <a:pt x="1206280" y="5057685"/>
                  </a:lnTo>
                  <a:lnTo>
                    <a:pt x="1206406" y="5057685"/>
                  </a:lnTo>
                  <a:lnTo>
                    <a:pt x="1206532" y="5057685"/>
                  </a:lnTo>
                  <a:lnTo>
                    <a:pt x="1206658" y="5057685"/>
                  </a:lnTo>
                  <a:lnTo>
                    <a:pt x="1206784" y="5057685"/>
                  </a:lnTo>
                  <a:lnTo>
                    <a:pt x="1206910" y="5057685"/>
                  </a:lnTo>
                  <a:lnTo>
                    <a:pt x="1207036" y="5057685"/>
                  </a:lnTo>
                  <a:lnTo>
                    <a:pt x="1207162" y="5057685"/>
                  </a:lnTo>
                  <a:lnTo>
                    <a:pt x="1207288" y="5057685"/>
                  </a:lnTo>
                  <a:lnTo>
                    <a:pt x="1207415" y="5057685"/>
                  </a:lnTo>
                  <a:lnTo>
                    <a:pt x="1207541" y="5057685"/>
                  </a:lnTo>
                  <a:lnTo>
                    <a:pt x="1207667" y="5057685"/>
                  </a:lnTo>
                  <a:lnTo>
                    <a:pt x="1207793" y="5057685"/>
                  </a:lnTo>
                  <a:lnTo>
                    <a:pt x="1207919" y="5057685"/>
                  </a:lnTo>
                  <a:lnTo>
                    <a:pt x="1208045" y="5057685"/>
                  </a:lnTo>
                  <a:lnTo>
                    <a:pt x="1208171" y="5057685"/>
                  </a:lnTo>
                  <a:lnTo>
                    <a:pt x="1208297" y="5057685"/>
                  </a:lnTo>
                  <a:lnTo>
                    <a:pt x="1208423" y="5057685"/>
                  </a:lnTo>
                  <a:lnTo>
                    <a:pt x="1208549" y="5057685"/>
                  </a:lnTo>
                  <a:lnTo>
                    <a:pt x="1208675" y="5057685"/>
                  </a:lnTo>
                  <a:lnTo>
                    <a:pt x="1208801" y="5057685"/>
                  </a:lnTo>
                  <a:lnTo>
                    <a:pt x="1208928" y="5057685"/>
                  </a:lnTo>
                  <a:lnTo>
                    <a:pt x="1209054" y="5057685"/>
                  </a:lnTo>
                  <a:lnTo>
                    <a:pt x="1209180" y="5057685"/>
                  </a:lnTo>
                  <a:lnTo>
                    <a:pt x="1209306" y="5057685"/>
                  </a:lnTo>
                  <a:lnTo>
                    <a:pt x="1209432" y="5057685"/>
                  </a:lnTo>
                  <a:lnTo>
                    <a:pt x="1209558" y="5057685"/>
                  </a:lnTo>
                  <a:lnTo>
                    <a:pt x="1209684" y="5057685"/>
                  </a:lnTo>
                  <a:lnTo>
                    <a:pt x="1209810" y="5057685"/>
                  </a:lnTo>
                  <a:lnTo>
                    <a:pt x="1209936" y="5057685"/>
                  </a:lnTo>
                  <a:lnTo>
                    <a:pt x="1210062" y="5057685"/>
                  </a:lnTo>
                  <a:lnTo>
                    <a:pt x="1210188" y="5057685"/>
                  </a:lnTo>
                  <a:lnTo>
                    <a:pt x="1210315" y="5057685"/>
                  </a:lnTo>
                  <a:lnTo>
                    <a:pt x="1210441" y="5057685"/>
                  </a:lnTo>
                  <a:lnTo>
                    <a:pt x="1210567" y="5057685"/>
                  </a:lnTo>
                  <a:lnTo>
                    <a:pt x="1210693" y="5057685"/>
                  </a:lnTo>
                  <a:lnTo>
                    <a:pt x="1210819" y="5057685"/>
                  </a:lnTo>
                  <a:lnTo>
                    <a:pt x="1210945" y="5057685"/>
                  </a:lnTo>
                  <a:lnTo>
                    <a:pt x="1211071" y="5057685"/>
                  </a:lnTo>
                  <a:lnTo>
                    <a:pt x="1211197" y="5057685"/>
                  </a:lnTo>
                  <a:lnTo>
                    <a:pt x="1211323" y="5057685"/>
                  </a:lnTo>
                  <a:lnTo>
                    <a:pt x="1211449" y="5057685"/>
                  </a:lnTo>
                  <a:lnTo>
                    <a:pt x="1211575" y="5057685"/>
                  </a:lnTo>
                  <a:lnTo>
                    <a:pt x="1211702" y="5057685"/>
                  </a:lnTo>
                  <a:lnTo>
                    <a:pt x="1211828" y="5057685"/>
                  </a:lnTo>
                  <a:lnTo>
                    <a:pt x="1211954" y="5057685"/>
                  </a:lnTo>
                  <a:lnTo>
                    <a:pt x="1212080" y="5057685"/>
                  </a:lnTo>
                  <a:lnTo>
                    <a:pt x="1212206" y="5057685"/>
                  </a:lnTo>
                  <a:lnTo>
                    <a:pt x="1212332" y="5057685"/>
                  </a:lnTo>
                  <a:lnTo>
                    <a:pt x="1212458" y="5057685"/>
                  </a:lnTo>
                  <a:lnTo>
                    <a:pt x="1212584" y="5057685"/>
                  </a:lnTo>
                  <a:lnTo>
                    <a:pt x="1212710" y="5057685"/>
                  </a:lnTo>
                  <a:lnTo>
                    <a:pt x="1212836" y="5057685"/>
                  </a:lnTo>
                  <a:lnTo>
                    <a:pt x="1212962" y="5057685"/>
                  </a:lnTo>
                  <a:lnTo>
                    <a:pt x="1213088" y="5057685"/>
                  </a:lnTo>
                  <a:lnTo>
                    <a:pt x="1213215" y="5057685"/>
                  </a:lnTo>
                  <a:lnTo>
                    <a:pt x="1213341" y="5057685"/>
                  </a:lnTo>
                  <a:lnTo>
                    <a:pt x="1213467" y="5057685"/>
                  </a:lnTo>
                  <a:lnTo>
                    <a:pt x="1213593" y="5057685"/>
                  </a:lnTo>
                  <a:lnTo>
                    <a:pt x="1213719" y="5057685"/>
                  </a:lnTo>
                  <a:lnTo>
                    <a:pt x="1213845" y="5057685"/>
                  </a:lnTo>
                  <a:lnTo>
                    <a:pt x="1213971" y="5057685"/>
                  </a:lnTo>
                  <a:lnTo>
                    <a:pt x="1214097" y="5057685"/>
                  </a:lnTo>
                  <a:lnTo>
                    <a:pt x="1214223" y="5057685"/>
                  </a:lnTo>
                  <a:lnTo>
                    <a:pt x="1214349" y="5057685"/>
                  </a:lnTo>
                  <a:lnTo>
                    <a:pt x="1214475" y="5057685"/>
                  </a:lnTo>
                  <a:lnTo>
                    <a:pt x="1214602" y="5057685"/>
                  </a:lnTo>
                  <a:lnTo>
                    <a:pt x="1214728" y="5057685"/>
                  </a:lnTo>
                  <a:lnTo>
                    <a:pt x="1214854" y="5057685"/>
                  </a:lnTo>
                  <a:lnTo>
                    <a:pt x="1214980" y="5057685"/>
                  </a:lnTo>
                  <a:lnTo>
                    <a:pt x="1215106" y="5057685"/>
                  </a:lnTo>
                  <a:lnTo>
                    <a:pt x="1215232" y="5057685"/>
                  </a:lnTo>
                  <a:lnTo>
                    <a:pt x="1215358" y="5057685"/>
                  </a:lnTo>
                  <a:lnTo>
                    <a:pt x="1215484" y="5057685"/>
                  </a:lnTo>
                  <a:lnTo>
                    <a:pt x="1215610" y="5057685"/>
                  </a:lnTo>
                  <a:lnTo>
                    <a:pt x="1215736" y="5057685"/>
                  </a:lnTo>
                  <a:lnTo>
                    <a:pt x="1215862" y="5057685"/>
                  </a:lnTo>
                  <a:lnTo>
                    <a:pt x="1215988" y="5057685"/>
                  </a:lnTo>
                  <a:lnTo>
                    <a:pt x="1216115" y="5057685"/>
                  </a:lnTo>
                  <a:lnTo>
                    <a:pt x="1216241" y="5057685"/>
                  </a:lnTo>
                  <a:lnTo>
                    <a:pt x="1216367" y="5057685"/>
                  </a:lnTo>
                  <a:lnTo>
                    <a:pt x="1216493" y="5057685"/>
                  </a:lnTo>
                  <a:lnTo>
                    <a:pt x="1216493" y="5052406"/>
                  </a:lnTo>
                  <a:lnTo>
                    <a:pt x="1216619" y="5052406"/>
                  </a:lnTo>
                  <a:lnTo>
                    <a:pt x="1216745" y="5052406"/>
                  </a:lnTo>
                  <a:lnTo>
                    <a:pt x="1216871" y="5052406"/>
                  </a:lnTo>
                  <a:lnTo>
                    <a:pt x="1216997" y="5052406"/>
                  </a:lnTo>
                  <a:lnTo>
                    <a:pt x="1217123" y="5052406"/>
                  </a:lnTo>
                  <a:lnTo>
                    <a:pt x="1217249" y="5052406"/>
                  </a:lnTo>
                  <a:lnTo>
                    <a:pt x="1217249" y="5047126"/>
                  </a:lnTo>
                  <a:lnTo>
                    <a:pt x="1217375" y="5047126"/>
                  </a:lnTo>
                  <a:lnTo>
                    <a:pt x="1217502" y="5047126"/>
                  </a:lnTo>
                  <a:lnTo>
                    <a:pt x="1217628" y="5047126"/>
                  </a:lnTo>
                  <a:lnTo>
                    <a:pt x="1217754" y="5047126"/>
                  </a:lnTo>
                  <a:lnTo>
                    <a:pt x="1217880" y="5047126"/>
                  </a:lnTo>
                  <a:lnTo>
                    <a:pt x="1218006" y="5047126"/>
                  </a:lnTo>
                  <a:lnTo>
                    <a:pt x="1218132" y="5047126"/>
                  </a:lnTo>
                  <a:lnTo>
                    <a:pt x="1218258" y="5047126"/>
                  </a:lnTo>
                  <a:lnTo>
                    <a:pt x="1218384" y="5047126"/>
                  </a:lnTo>
                  <a:lnTo>
                    <a:pt x="1218510" y="5047126"/>
                  </a:lnTo>
                  <a:lnTo>
                    <a:pt x="1218636" y="5047126"/>
                  </a:lnTo>
                  <a:lnTo>
                    <a:pt x="1218762" y="5047126"/>
                  </a:lnTo>
                  <a:lnTo>
                    <a:pt x="1218762" y="5041847"/>
                  </a:lnTo>
                  <a:lnTo>
                    <a:pt x="1218888" y="5041847"/>
                  </a:lnTo>
                  <a:lnTo>
                    <a:pt x="1219015" y="5041847"/>
                  </a:lnTo>
                  <a:lnTo>
                    <a:pt x="1219141" y="5041847"/>
                  </a:lnTo>
                  <a:lnTo>
                    <a:pt x="1219267" y="5041847"/>
                  </a:lnTo>
                  <a:lnTo>
                    <a:pt x="1219393" y="5041847"/>
                  </a:lnTo>
                  <a:lnTo>
                    <a:pt x="1219519" y="5041847"/>
                  </a:lnTo>
                  <a:lnTo>
                    <a:pt x="1219645" y="5041847"/>
                  </a:lnTo>
                  <a:lnTo>
                    <a:pt x="1219771" y="5041847"/>
                  </a:lnTo>
                  <a:lnTo>
                    <a:pt x="1219897" y="5041847"/>
                  </a:lnTo>
                  <a:lnTo>
                    <a:pt x="1220023" y="5041847"/>
                  </a:lnTo>
                  <a:lnTo>
                    <a:pt x="1220149" y="5041847"/>
                  </a:lnTo>
                  <a:lnTo>
                    <a:pt x="1220275" y="5041847"/>
                  </a:lnTo>
                  <a:lnTo>
                    <a:pt x="1220402" y="5041847"/>
                  </a:lnTo>
                  <a:lnTo>
                    <a:pt x="1220528" y="5041847"/>
                  </a:lnTo>
                  <a:lnTo>
                    <a:pt x="1220654" y="5041847"/>
                  </a:lnTo>
                  <a:lnTo>
                    <a:pt x="1220780" y="5041847"/>
                  </a:lnTo>
                  <a:lnTo>
                    <a:pt x="1220906" y="5041847"/>
                  </a:lnTo>
                  <a:lnTo>
                    <a:pt x="1221032" y="5041847"/>
                  </a:lnTo>
                  <a:lnTo>
                    <a:pt x="1221158" y="5041847"/>
                  </a:lnTo>
                  <a:lnTo>
                    <a:pt x="1221284" y="5041847"/>
                  </a:lnTo>
                  <a:lnTo>
                    <a:pt x="1221410" y="5041847"/>
                  </a:lnTo>
                  <a:lnTo>
                    <a:pt x="1221536" y="5041847"/>
                  </a:lnTo>
                  <a:lnTo>
                    <a:pt x="1221662" y="5041847"/>
                  </a:lnTo>
                  <a:lnTo>
                    <a:pt x="1221789" y="5041847"/>
                  </a:lnTo>
                  <a:lnTo>
                    <a:pt x="1221915" y="5041847"/>
                  </a:lnTo>
                  <a:lnTo>
                    <a:pt x="1222041" y="5041847"/>
                  </a:lnTo>
                  <a:lnTo>
                    <a:pt x="1222167" y="5041847"/>
                  </a:lnTo>
                  <a:lnTo>
                    <a:pt x="1222293" y="5041847"/>
                  </a:lnTo>
                  <a:lnTo>
                    <a:pt x="1222419" y="5041847"/>
                  </a:lnTo>
                  <a:lnTo>
                    <a:pt x="1222545" y="5041847"/>
                  </a:lnTo>
                  <a:lnTo>
                    <a:pt x="1222671" y="5041847"/>
                  </a:lnTo>
                  <a:lnTo>
                    <a:pt x="1222797" y="5041847"/>
                  </a:lnTo>
                  <a:lnTo>
                    <a:pt x="1222923" y="5041847"/>
                  </a:lnTo>
                  <a:lnTo>
                    <a:pt x="1223049" y="5041847"/>
                  </a:lnTo>
                  <a:lnTo>
                    <a:pt x="1223175" y="5041847"/>
                  </a:lnTo>
                  <a:lnTo>
                    <a:pt x="1223302" y="5041847"/>
                  </a:lnTo>
                  <a:lnTo>
                    <a:pt x="1223428" y="5041847"/>
                  </a:lnTo>
                  <a:lnTo>
                    <a:pt x="1223554" y="5041847"/>
                  </a:lnTo>
                  <a:lnTo>
                    <a:pt x="1223680" y="5041847"/>
                  </a:lnTo>
                  <a:lnTo>
                    <a:pt x="1223680" y="5036567"/>
                  </a:lnTo>
                  <a:lnTo>
                    <a:pt x="1223806" y="5036567"/>
                  </a:lnTo>
                  <a:lnTo>
                    <a:pt x="1223932" y="5036567"/>
                  </a:lnTo>
                  <a:lnTo>
                    <a:pt x="1224058" y="5036567"/>
                  </a:lnTo>
                  <a:lnTo>
                    <a:pt x="1224184" y="5036567"/>
                  </a:lnTo>
                  <a:lnTo>
                    <a:pt x="1224310" y="5036567"/>
                  </a:lnTo>
                  <a:lnTo>
                    <a:pt x="1224436" y="5036567"/>
                  </a:lnTo>
                  <a:lnTo>
                    <a:pt x="1224562" y="5036567"/>
                  </a:lnTo>
                  <a:lnTo>
                    <a:pt x="1224689" y="5036567"/>
                  </a:lnTo>
                  <a:lnTo>
                    <a:pt x="1224815" y="5036567"/>
                  </a:lnTo>
                  <a:lnTo>
                    <a:pt x="1224941" y="5036567"/>
                  </a:lnTo>
                  <a:lnTo>
                    <a:pt x="1225067" y="5036567"/>
                  </a:lnTo>
                  <a:lnTo>
                    <a:pt x="1225193" y="5036567"/>
                  </a:lnTo>
                  <a:lnTo>
                    <a:pt x="1225319" y="5036567"/>
                  </a:lnTo>
                  <a:lnTo>
                    <a:pt x="1225445" y="5036567"/>
                  </a:lnTo>
                  <a:lnTo>
                    <a:pt x="1225571" y="5036567"/>
                  </a:lnTo>
                  <a:lnTo>
                    <a:pt x="1225697" y="5036567"/>
                  </a:lnTo>
                  <a:lnTo>
                    <a:pt x="1225823" y="5036567"/>
                  </a:lnTo>
                  <a:lnTo>
                    <a:pt x="1225949" y="5036567"/>
                  </a:lnTo>
                  <a:lnTo>
                    <a:pt x="1226075" y="5036567"/>
                  </a:lnTo>
                  <a:lnTo>
                    <a:pt x="1226202" y="5036567"/>
                  </a:lnTo>
                  <a:lnTo>
                    <a:pt x="1226328" y="5036567"/>
                  </a:lnTo>
                  <a:lnTo>
                    <a:pt x="1226454" y="5036567"/>
                  </a:lnTo>
                  <a:lnTo>
                    <a:pt x="1226580" y="5036567"/>
                  </a:lnTo>
                  <a:lnTo>
                    <a:pt x="1226706" y="5036567"/>
                  </a:lnTo>
                  <a:lnTo>
                    <a:pt x="1226832" y="5036567"/>
                  </a:lnTo>
                  <a:lnTo>
                    <a:pt x="1226958" y="5036567"/>
                  </a:lnTo>
                  <a:lnTo>
                    <a:pt x="1227084" y="5036567"/>
                  </a:lnTo>
                  <a:lnTo>
                    <a:pt x="1227210" y="5036567"/>
                  </a:lnTo>
                  <a:lnTo>
                    <a:pt x="1227336" y="5036567"/>
                  </a:lnTo>
                  <a:lnTo>
                    <a:pt x="1227462" y="5036567"/>
                  </a:lnTo>
                  <a:lnTo>
                    <a:pt x="1227589" y="5036567"/>
                  </a:lnTo>
                  <a:lnTo>
                    <a:pt x="1227715" y="5036567"/>
                  </a:lnTo>
                  <a:lnTo>
                    <a:pt x="1227841" y="5036567"/>
                  </a:lnTo>
                  <a:lnTo>
                    <a:pt x="1227967" y="5036567"/>
                  </a:lnTo>
                  <a:lnTo>
                    <a:pt x="1228093" y="5036567"/>
                  </a:lnTo>
                  <a:lnTo>
                    <a:pt x="1228219" y="5036567"/>
                  </a:lnTo>
                  <a:lnTo>
                    <a:pt x="1228345" y="5036567"/>
                  </a:lnTo>
                  <a:lnTo>
                    <a:pt x="1228471" y="5036567"/>
                  </a:lnTo>
                  <a:lnTo>
                    <a:pt x="1228597" y="5036567"/>
                  </a:lnTo>
                  <a:lnTo>
                    <a:pt x="1228723" y="5036567"/>
                  </a:lnTo>
                  <a:lnTo>
                    <a:pt x="1228849" y="5036567"/>
                  </a:lnTo>
                  <a:lnTo>
                    <a:pt x="1228976" y="5036567"/>
                  </a:lnTo>
                  <a:lnTo>
                    <a:pt x="1229102" y="5036567"/>
                  </a:lnTo>
                  <a:lnTo>
                    <a:pt x="1229228" y="5036567"/>
                  </a:lnTo>
                  <a:lnTo>
                    <a:pt x="1229354" y="5036567"/>
                  </a:lnTo>
                  <a:lnTo>
                    <a:pt x="1229480" y="5036567"/>
                  </a:lnTo>
                  <a:lnTo>
                    <a:pt x="1229606" y="5036567"/>
                  </a:lnTo>
                  <a:lnTo>
                    <a:pt x="1229732" y="5036567"/>
                  </a:lnTo>
                  <a:lnTo>
                    <a:pt x="1229858" y="5036567"/>
                  </a:lnTo>
                  <a:lnTo>
                    <a:pt x="1229984" y="5036567"/>
                  </a:lnTo>
                  <a:lnTo>
                    <a:pt x="1230110" y="5036567"/>
                  </a:lnTo>
                  <a:lnTo>
                    <a:pt x="1230236" y="5036567"/>
                  </a:lnTo>
                  <a:lnTo>
                    <a:pt x="1230362" y="5036567"/>
                  </a:lnTo>
                  <a:lnTo>
                    <a:pt x="1230362" y="5031288"/>
                  </a:lnTo>
                  <a:lnTo>
                    <a:pt x="1230489" y="5031288"/>
                  </a:lnTo>
                  <a:lnTo>
                    <a:pt x="1230615" y="5031288"/>
                  </a:lnTo>
                  <a:lnTo>
                    <a:pt x="1230741" y="5031288"/>
                  </a:lnTo>
                  <a:lnTo>
                    <a:pt x="1230867" y="5031288"/>
                  </a:lnTo>
                  <a:lnTo>
                    <a:pt x="1230993" y="5031288"/>
                  </a:lnTo>
                  <a:lnTo>
                    <a:pt x="1231119" y="5031288"/>
                  </a:lnTo>
                  <a:lnTo>
                    <a:pt x="1231245" y="5031288"/>
                  </a:lnTo>
                  <a:lnTo>
                    <a:pt x="1231371" y="5031288"/>
                  </a:lnTo>
                  <a:lnTo>
                    <a:pt x="1231497" y="5031288"/>
                  </a:lnTo>
                  <a:lnTo>
                    <a:pt x="1231623" y="5031288"/>
                  </a:lnTo>
                  <a:lnTo>
                    <a:pt x="1231749" y="5031288"/>
                  </a:lnTo>
                  <a:lnTo>
                    <a:pt x="1231876" y="5031288"/>
                  </a:lnTo>
                  <a:lnTo>
                    <a:pt x="1232002" y="5031288"/>
                  </a:lnTo>
                  <a:lnTo>
                    <a:pt x="1232128" y="5031288"/>
                  </a:lnTo>
                  <a:lnTo>
                    <a:pt x="1232254" y="5031288"/>
                  </a:lnTo>
                  <a:lnTo>
                    <a:pt x="1232380" y="5031288"/>
                  </a:lnTo>
                  <a:lnTo>
                    <a:pt x="1232506" y="5031288"/>
                  </a:lnTo>
                  <a:lnTo>
                    <a:pt x="1232632" y="5031288"/>
                  </a:lnTo>
                  <a:lnTo>
                    <a:pt x="1232758" y="5031288"/>
                  </a:lnTo>
                  <a:lnTo>
                    <a:pt x="1232884" y="5031288"/>
                  </a:lnTo>
                  <a:lnTo>
                    <a:pt x="1233010" y="5031288"/>
                  </a:lnTo>
                  <a:lnTo>
                    <a:pt x="1233136" y="5031288"/>
                  </a:lnTo>
                  <a:lnTo>
                    <a:pt x="1233262" y="5031288"/>
                  </a:lnTo>
                  <a:lnTo>
                    <a:pt x="1233389" y="5031288"/>
                  </a:lnTo>
                  <a:lnTo>
                    <a:pt x="1233515" y="5031288"/>
                  </a:lnTo>
                  <a:lnTo>
                    <a:pt x="1233641" y="5031288"/>
                  </a:lnTo>
                  <a:lnTo>
                    <a:pt x="1233767" y="5031288"/>
                  </a:lnTo>
                  <a:lnTo>
                    <a:pt x="1233893" y="5031288"/>
                  </a:lnTo>
                  <a:lnTo>
                    <a:pt x="1234019" y="5031288"/>
                  </a:lnTo>
                  <a:lnTo>
                    <a:pt x="1234145" y="5031288"/>
                  </a:lnTo>
                  <a:lnTo>
                    <a:pt x="1234271" y="5031288"/>
                  </a:lnTo>
                  <a:lnTo>
                    <a:pt x="1234397" y="5031288"/>
                  </a:lnTo>
                  <a:lnTo>
                    <a:pt x="1234523" y="5031288"/>
                  </a:lnTo>
                  <a:lnTo>
                    <a:pt x="1234649" y="5031288"/>
                  </a:lnTo>
                  <a:lnTo>
                    <a:pt x="1234776" y="5031288"/>
                  </a:lnTo>
                  <a:lnTo>
                    <a:pt x="1234902" y="5031288"/>
                  </a:lnTo>
                  <a:lnTo>
                    <a:pt x="1235028" y="5031288"/>
                  </a:lnTo>
                  <a:lnTo>
                    <a:pt x="1235154" y="5031288"/>
                  </a:lnTo>
                  <a:lnTo>
                    <a:pt x="1235280" y="5031288"/>
                  </a:lnTo>
                  <a:lnTo>
                    <a:pt x="1235406" y="5031288"/>
                  </a:lnTo>
                  <a:lnTo>
                    <a:pt x="1235406" y="5026009"/>
                  </a:lnTo>
                  <a:lnTo>
                    <a:pt x="1235532" y="5026009"/>
                  </a:lnTo>
                  <a:lnTo>
                    <a:pt x="1235658" y="5026009"/>
                  </a:lnTo>
                  <a:lnTo>
                    <a:pt x="1235784" y="5026009"/>
                  </a:lnTo>
                  <a:lnTo>
                    <a:pt x="1235910" y="5026009"/>
                  </a:lnTo>
                  <a:lnTo>
                    <a:pt x="1236036" y="5026009"/>
                  </a:lnTo>
                  <a:lnTo>
                    <a:pt x="1236162" y="5026009"/>
                  </a:lnTo>
                  <a:lnTo>
                    <a:pt x="1236289" y="5026009"/>
                  </a:lnTo>
                  <a:lnTo>
                    <a:pt x="1236415" y="5026009"/>
                  </a:lnTo>
                  <a:lnTo>
                    <a:pt x="1236541" y="5026009"/>
                  </a:lnTo>
                  <a:lnTo>
                    <a:pt x="1236667" y="5026009"/>
                  </a:lnTo>
                  <a:lnTo>
                    <a:pt x="1236793" y="5026009"/>
                  </a:lnTo>
                  <a:lnTo>
                    <a:pt x="1236919" y="5026009"/>
                  </a:lnTo>
                  <a:lnTo>
                    <a:pt x="1237045" y="5026009"/>
                  </a:lnTo>
                  <a:lnTo>
                    <a:pt x="1237171" y="5026009"/>
                  </a:lnTo>
                  <a:lnTo>
                    <a:pt x="1237297" y="5026009"/>
                  </a:lnTo>
                  <a:lnTo>
                    <a:pt x="1237423" y="5026009"/>
                  </a:lnTo>
                  <a:lnTo>
                    <a:pt x="1237549" y="5026009"/>
                  </a:lnTo>
                  <a:lnTo>
                    <a:pt x="1237676" y="5026009"/>
                  </a:lnTo>
                  <a:lnTo>
                    <a:pt x="1237802" y="5026009"/>
                  </a:lnTo>
                  <a:lnTo>
                    <a:pt x="1237928" y="5026009"/>
                  </a:lnTo>
                  <a:lnTo>
                    <a:pt x="1238054" y="5026009"/>
                  </a:lnTo>
                  <a:lnTo>
                    <a:pt x="1238180" y="5026009"/>
                  </a:lnTo>
                  <a:lnTo>
                    <a:pt x="1238306" y="5026009"/>
                  </a:lnTo>
                  <a:lnTo>
                    <a:pt x="1238432" y="5026009"/>
                  </a:lnTo>
                  <a:lnTo>
                    <a:pt x="1238558" y="5026009"/>
                  </a:lnTo>
                  <a:lnTo>
                    <a:pt x="1238684" y="5026009"/>
                  </a:lnTo>
                  <a:lnTo>
                    <a:pt x="1238810" y="5026009"/>
                  </a:lnTo>
                  <a:lnTo>
                    <a:pt x="1238936" y="5026009"/>
                  </a:lnTo>
                  <a:lnTo>
                    <a:pt x="1238936" y="5020729"/>
                  </a:lnTo>
                  <a:lnTo>
                    <a:pt x="1238936" y="5015450"/>
                  </a:lnTo>
                  <a:lnTo>
                    <a:pt x="1239063" y="5015450"/>
                  </a:lnTo>
                  <a:lnTo>
                    <a:pt x="1239189" y="5015450"/>
                  </a:lnTo>
                  <a:lnTo>
                    <a:pt x="1239315" y="5015450"/>
                  </a:lnTo>
                  <a:lnTo>
                    <a:pt x="1239441" y="5015450"/>
                  </a:lnTo>
                  <a:lnTo>
                    <a:pt x="1239567" y="5015450"/>
                  </a:lnTo>
                  <a:lnTo>
                    <a:pt x="1239693" y="5015450"/>
                  </a:lnTo>
                  <a:lnTo>
                    <a:pt x="1239819" y="5015450"/>
                  </a:lnTo>
                  <a:lnTo>
                    <a:pt x="1239945" y="5015450"/>
                  </a:lnTo>
                  <a:lnTo>
                    <a:pt x="1240071" y="5015450"/>
                  </a:lnTo>
                  <a:lnTo>
                    <a:pt x="1240197" y="5015450"/>
                  </a:lnTo>
                  <a:lnTo>
                    <a:pt x="1240323" y="5015450"/>
                  </a:lnTo>
                  <a:lnTo>
                    <a:pt x="1240449" y="5015450"/>
                  </a:lnTo>
                  <a:lnTo>
                    <a:pt x="1240576" y="5015450"/>
                  </a:lnTo>
                  <a:lnTo>
                    <a:pt x="1240702" y="5015450"/>
                  </a:lnTo>
                  <a:lnTo>
                    <a:pt x="1240828" y="5015450"/>
                  </a:lnTo>
                  <a:lnTo>
                    <a:pt x="1240954" y="5015450"/>
                  </a:lnTo>
                  <a:lnTo>
                    <a:pt x="1241080" y="5015450"/>
                  </a:lnTo>
                  <a:lnTo>
                    <a:pt x="1241206" y="5015450"/>
                  </a:lnTo>
                  <a:lnTo>
                    <a:pt x="1241332" y="5015450"/>
                  </a:lnTo>
                  <a:lnTo>
                    <a:pt x="1241458" y="5015450"/>
                  </a:lnTo>
                  <a:lnTo>
                    <a:pt x="1241584" y="5015450"/>
                  </a:lnTo>
                  <a:lnTo>
                    <a:pt x="1241710" y="5015450"/>
                  </a:lnTo>
                  <a:lnTo>
                    <a:pt x="1241836" y="5015450"/>
                  </a:lnTo>
                  <a:lnTo>
                    <a:pt x="1241963" y="5015450"/>
                  </a:lnTo>
                  <a:lnTo>
                    <a:pt x="1242089" y="5015450"/>
                  </a:lnTo>
                  <a:lnTo>
                    <a:pt x="1242215" y="5015450"/>
                  </a:lnTo>
                  <a:lnTo>
                    <a:pt x="1242341" y="5015450"/>
                  </a:lnTo>
                  <a:lnTo>
                    <a:pt x="1242467" y="5015450"/>
                  </a:lnTo>
                  <a:lnTo>
                    <a:pt x="1242593" y="5015450"/>
                  </a:lnTo>
                  <a:lnTo>
                    <a:pt x="1242719" y="5015450"/>
                  </a:lnTo>
                  <a:lnTo>
                    <a:pt x="1242845" y="5015450"/>
                  </a:lnTo>
                  <a:lnTo>
                    <a:pt x="1242971" y="5015450"/>
                  </a:lnTo>
                  <a:lnTo>
                    <a:pt x="1243097" y="5015450"/>
                  </a:lnTo>
                  <a:lnTo>
                    <a:pt x="1243223" y="5015450"/>
                  </a:lnTo>
                  <a:lnTo>
                    <a:pt x="1243349" y="5015450"/>
                  </a:lnTo>
                  <a:lnTo>
                    <a:pt x="1243476" y="5015450"/>
                  </a:lnTo>
                  <a:lnTo>
                    <a:pt x="1243602" y="5015450"/>
                  </a:lnTo>
                  <a:lnTo>
                    <a:pt x="1243728" y="5015450"/>
                  </a:lnTo>
                  <a:lnTo>
                    <a:pt x="1243854" y="5015450"/>
                  </a:lnTo>
                  <a:lnTo>
                    <a:pt x="1243980" y="5015450"/>
                  </a:lnTo>
                  <a:lnTo>
                    <a:pt x="1244106" y="5015450"/>
                  </a:lnTo>
                  <a:lnTo>
                    <a:pt x="1244232" y="5015450"/>
                  </a:lnTo>
                  <a:lnTo>
                    <a:pt x="1244358" y="5015450"/>
                  </a:lnTo>
                  <a:lnTo>
                    <a:pt x="1244484" y="5015450"/>
                  </a:lnTo>
                  <a:lnTo>
                    <a:pt x="1244610" y="5015450"/>
                  </a:lnTo>
                  <a:lnTo>
                    <a:pt x="1244736" y="5015450"/>
                  </a:lnTo>
                  <a:lnTo>
                    <a:pt x="1244863" y="5015450"/>
                  </a:lnTo>
                  <a:lnTo>
                    <a:pt x="1244989" y="5015450"/>
                  </a:lnTo>
                  <a:lnTo>
                    <a:pt x="1245115" y="5015450"/>
                  </a:lnTo>
                  <a:lnTo>
                    <a:pt x="1245241" y="5015450"/>
                  </a:lnTo>
                  <a:lnTo>
                    <a:pt x="1245367" y="5015450"/>
                  </a:lnTo>
                  <a:lnTo>
                    <a:pt x="1245493" y="5015450"/>
                  </a:lnTo>
                  <a:lnTo>
                    <a:pt x="1245619" y="5015450"/>
                  </a:lnTo>
                  <a:lnTo>
                    <a:pt x="1245745" y="5015450"/>
                  </a:lnTo>
                  <a:lnTo>
                    <a:pt x="1245871" y="5015450"/>
                  </a:lnTo>
                  <a:lnTo>
                    <a:pt x="1245997" y="5015450"/>
                  </a:lnTo>
                  <a:lnTo>
                    <a:pt x="1246123" y="5015450"/>
                  </a:lnTo>
                  <a:lnTo>
                    <a:pt x="1246250" y="5015450"/>
                  </a:lnTo>
                  <a:lnTo>
                    <a:pt x="1246376" y="5015450"/>
                  </a:lnTo>
                  <a:lnTo>
                    <a:pt x="1246502" y="5015450"/>
                  </a:lnTo>
                  <a:lnTo>
                    <a:pt x="1246628" y="5015450"/>
                  </a:lnTo>
                  <a:lnTo>
                    <a:pt x="1246754" y="5015450"/>
                  </a:lnTo>
                  <a:lnTo>
                    <a:pt x="1246880" y="5015450"/>
                  </a:lnTo>
                  <a:lnTo>
                    <a:pt x="1247006" y="5015450"/>
                  </a:lnTo>
                  <a:lnTo>
                    <a:pt x="1247132" y="5015450"/>
                  </a:lnTo>
                  <a:lnTo>
                    <a:pt x="1247258" y="5015450"/>
                  </a:lnTo>
                  <a:lnTo>
                    <a:pt x="1247384" y="5015450"/>
                  </a:lnTo>
                  <a:lnTo>
                    <a:pt x="1247510" y="5015450"/>
                  </a:lnTo>
                  <a:lnTo>
                    <a:pt x="1247636" y="5015450"/>
                  </a:lnTo>
                  <a:lnTo>
                    <a:pt x="1247763" y="5015450"/>
                  </a:lnTo>
                  <a:lnTo>
                    <a:pt x="1247889" y="5015450"/>
                  </a:lnTo>
                  <a:lnTo>
                    <a:pt x="1248015" y="5015450"/>
                  </a:lnTo>
                  <a:lnTo>
                    <a:pt x="1248141" y="5015450"/>
                  </a:lnTo>
                  <a:lnTo>
                    <a:pt x="1248267" y="5015450"/>
                  </a:lnTo>
                  <a:lnTo>
                    <a:pt x="1248393" y="5015450"/>
                  </a:lnTo>
                  <a:lnTo>
                    <a:pt x="1248519" y="5015450"/>
                  </a:lnTo>
                  <a:lnTo>
                    <a:pt x="1248645" y="5015450"/>
                  </a:lnTo>
                  <a:lnTo>
                    <a:pt x="1248771" y="5015450"/>
                  </a:lnTo>
                  <a:lnTo>
                    <a:pt x="1248897" y="5015450"/>
                  </a:lnTo>
                  <a:lnTo>
                    <a:pt x="1249023" y="5015450"/>
                  </a:lnTo>
                  <a:lnTo>
                    <a:pt x="1249150" y="5015450"/>
                  </a:lnTo>
                  <a:lnTo>
                    <a:pt x="1249276" y="5015450"/>
                  </a:lnTo>
                  <a:lnTo>
                    <a:pt x="1249402" y="5015450"/>
                  </a:lnTo>
                  <a:lnTo>
                    <a:pt x="1249528" y="5015450"/>
                  </a:lnTo>
                  <a:lnTo>
                    <a:pt x="1249654" y="5015450"/>
                  </a:lnTo>
                  <a:lnTo>
                    <a:pt x="1249780" y="5015450"/>
                  </a:lnTo>
                  <a:lnTo>
                    <a:pt x="1249906" y="5015450"/>
                  </a:lnTo>
                  <a:lnTo>
                    <a:pt x="1250032" y="5015450"/>
                  </a:lnTo>
                  <a:lnTo>
                    <a:pt x="1250158" y="5015450"/>
                  </a:lnTo>
                  <a:lnTo>
                    <a:pt x="1250284" y="5015450"/>
                  </a:lnTo>
                  <a:lnTo>
                    <a:pt x="1250410" y="5015450"/>
                  </a:lnTo>
                  <a:lnTo>
                    <a:pt x="1250536" y="5015450"/>
                  </a:lnTo>
                  <a:lnTo>
                    <a:pt x="1250663" y="5015450"/>
                  </a:lnTo>
                  <a:lnTo>
                    <a:pt x="1250789" y="5015450"/>
                  </a:lnTo>
                  <a:lnTo>
                    <a:pt x="1250915" y="5015450"/>
                  </a:lnTo>
                  <a:lnTo>
                    <a:pt x="1251041" y="5015450"/>
                  </a:lnTo>
                  <a:lnTo>
                    <a:pt x="1251167" y="5015450"/>
                  </a:lnTo>
                  <a:lnTo>
                    <a:pt x="1251293" y="5015450"/>
                  </a:lnTo>
                  <a:lnTo>
                    <a:pt x="1251419" y="5015450"/>
                  </a:lnTo>
                  <a:lnTo>
                    <a:pt x="1251545" y="5015450"/>
                  </a:lnTo>
                  <a:lnTo>
                    <a:pt x="1251671" y="5015450"/>
                  </a:lnTo>
                  <a:lnTo>
                    <a:pt x="1251797" y="5015450"/>
                  </a:lnTo>
                  <a:lnTo>
                    <a:pt x="1251923" y="5015450"/>
                  </a:lnTo>
                  <a:lnTo>
                    <a:pt x="1252050" y="5015450"/>
                  </a:lnTo>
                  <a:lnTo>
                    <a:pt x="1252176" y="5015450"/>
                  </a:lnTo>
                  <a:lnTo>
                    <a:pt x="1252302" y="5015450"/>
                  </a:lnTo>
                  <a:lnTo>
                    <a:pt x="1252428" y="5015450"/>
                  </a:lnTo>
                  <a:lnTo>
                    <a:pt x="1252554" y="5015450"/>
                  </a:lnTo>
                  <a:lnTo>
                    <a:pt x="1252554" y="5010170"/>
                  </a:lnTo>
                  <a:lnTo>
                    <a:pt x="1252680" y="5010170"/>
                  </a:lnTo>
                  <a:lnTo>
                    <a:pt x="1252806" y="5010170"/>
                  </a:lnTo>
                  <a:lnTo>
                    <a:pt x="1252932" y="5010170"/>
                  </a:lnTo>
                  <a:lnTo>
                    <a:pt x="1253058" y="5010170"/>
                  </a:lnTo>
                  <a:lnTo>
                    <a:pt x="1253184" y="5010170"/>
                  </a:lnTo>
                  <a:lnTo>
                    <a:pt x="1253310" y="5010170"/>
                  </a:lnTo>
                  <a:lnTo>
                    <a:pt x="1253437" y="5010170"/>
                  </a:lnTo>
                  <a:lnTo>
                    <a:pt x="1253563" y="5010170"/>
                  </a:lnTo>
                  <a:lnTo>
                    <a:pt x="1253689" y="5010170"/>
                  </a:lnTo>
                  <a:lnTo>
                    <a:pt x="1253815" y="5010170"/>
                  </a:lnTo>
                  <a:lnTo>
                    <a:pt x="1253941" y="5010170"/>
                  </a:lnTo>
                  <a:lnTo>
                    <a:pt x="1254067" y="5010170"/>
                  </a:lnTo>
                  <a:lnTo>
                    <a:pt x="1254193" y="5010170"/>
                  </a:lnTo>
                  <a:lnTo>
                    <a:pt x="1254319" y="5010170"/>
                  </a:lnTo>
                  <a:lnTo>
                    <a:pt x="1254445" y="5010170"/>
                  </a:lnTo>
                  <a:lnTo>
                    <a:pt x="1254571" y="5010170"/>
                  </a:lnTo>
                  <a:lnTo>
                    <a:pt x="1254697" y="5010170"/>
                  </a:lnTo>
                  <a:lnTo>
                    <a:pt x="1254823" y="5010170"/>
                  </a:lnTo>
                  <a:lnTo>
                    <a:pt x="1254950" y="5010170"/>
                  </a:lnTo>
                  <a:lnTo>
                    <a:pt x="1255076" y="5010170"/>
                  </a:lnTo>
                  <a:lnTo>
                    <a:pt x="1255202" y="5010170"/>
                  </a:lnTo>
                  <a:lnTo>
                    <a:pt x="1255328" y="5010170"/>
                  </a:lnTo>
                  <a:lnTo>
                    <a:pt x="1255454" y="5010170"/>
                  </a:lnTo>
                  <a:lnTo>
                    <a:pt x="1255580" y="5010170"/>
                  </a:lnTo>
                  <a:lnTo>
                    <a:pt x="1255706" y="5010170"/>
                  </a:lnTo>
                  <a:lnTo>
                    <a:pt x="1255832" y="5010170"/>
                  </a:lnTo>
                  <a:lnTo>
                    <a:pt x="1255958" y="5010170"/>
                  </a:lnTo>
                  <a:lnTo>
                    <a:pt x="1256084" y="5010170"/>
                  </a:lnTo>
                  <a:lnTo>
                    <a:pt x="1256210" y="5010170"/>
                  </a:lnTo>
                  <a:lnTo>
                    <a:pt x="1256337" y="5010170"/>
                  </a:lnTo>
                  <a:lnTo>
                    <a:pt x="1256463" y="5010170"/>
                  </a:lnTo>
                  <a:lnTo>
                    <a:pt x="1256589" y="5010170"/>
                  </a:lnTo>
                  <a:lnTo>
                    <a:pt x="1256715" y="5010170"/>
                  </a:lnTo>
                  <a:lnTo>
                    <a:pt x="1256715" y="5004891"/>
                  </a:lnTo>
                  <a:lnTo>
                    <a:pt x="1256841" y="5004891"/>
                  </a:lnTo>
                  <a:lnTo>
                    <a:pt x="1256967" y="5004891"/>
                  </a:lnTo>
                  <a:lnTo>
                    <a:pt x="1257093" y="5004891"/>
                  </a:lnTo>
                  <a:lnTo>
                    <a:pt x="1257219" y="5004891"/>
                  </a:lnTo>
                  <a:lnTo>
                    <a:pt x="1257345" y="5004891"/>
                  </a:lnTo>
                  <a:lnTo>
                    <a:pt x="1257471" y="5004891"/>
                  </a:lnTo>
                  <a:lnTo>
                    <a:pt x="1257597" y="5004891"/>
                  </a:lnTo>
                  <a:lnTo>
                    <a:pt x="1257723" y="5004891"/>
                  </a:lnTo>
                  <a:lnTo>
                    <a:pt x="1257850" y="5004891"/>
                  </a:lnTo>
                  <a:lnTo>
                    <a:pt x="1257976" y="5004891"/>
                  </a:lnTo>
                  <a:lnTo>
                    <a:pt x="1258102" y="5004891"/>
                  </a:lnTo>
                  <a:lnTo>
                    <a:pt x="1258228" y="5004891"/>
                  </a:lnTo>
                  <a:lnTo>
                    <a:pt x="1258354" y="5004891"/>
                  </a:lnTo>
                  <a:lnTo>
                    <a:pt x="1258480" y="5004891"/>
                  </a:lnTo>
                  <a:lnTo>
                    <a:pt x="1258606" y="5004891"/>
                  </a:lnTo>
                  <a:lnTo>
                    <a:pt x="1258732" y="5004891"/>
                  </a:lnTo>
                  <a:lnTo>
                    <a:pt x="1258858" y="5004891"/>
                  </a:lnTo>
                  <a:lnTo>
                    <a:pt x="1258984" y="5004891"/>
                  </a:lnTo>
                  <a:lnTo>
                    <a:pt x="1259110" y="5004891"/>
                  </a:lnTo>
                  <a:lnTo>
                    <a:pt x="1259237" y="5004891"/>
                  </a:lnTo>
                  <a:lnTo>
                    <a:pt x="1259363" y="5004891"/>
                  </a:lnTo>
                  <a:lnTo>
                    <a:pt x="1259489" y="5004891"/>
                  </a:lnTo>
                  <a:lnTo>
                    <a:pt x="1259615" y="5004891"/>
                  </a:lnTo>
                  <a:lnTo>
                    <a:pt x="1259741" y="5004891"/>
                  </a:lnTo>
                  <a:lnTo>
                    <a:pt x="1259867" y="5004891"/>
                  </a:lnTo>
                  <a:lnTo>
                    <a:pt x="1259993" y="5004891"/>
                  </a:lnTo>
                  <a:lnTo>
                    <a:pt x="1260119" y="5004891"/>
                  </a:lnTo>
                  <a:lnTo>
                    <a:pt x="1260245" y="5004891"/>
                  </a:lnTo>
                  <a:lnTo>
                    <a:pt x="1260371" y="5004891"/>
                  </a:lnTo>
                  <a:lnTo>
                    <a:pt x="1260497" y="5004891"/>
                  </a:lnTo>
                  <a:lnTo>
                    <a:pt x="1260623" y="5004891"/>
                  </a:lnTo>
                  <a:lnTo>
                    <a:pt x="1260750" y="5004891"/>
                  </a:lnTo>
                  <a:lnTo>
                    <a:pt x="1260876" y="5004891"/>
                  </a:lnTo>
                  <a:lnTo>
                    <a:pt x="1261002" y="5004891"/>
                  </a:lnTo>
                  <a:lnTo>
                    <a:pt x="1261128" y="5004891"/>
                  </a:lnTo>
                  <a:lnTo>
                    <a:pt x="1261254" y="5004891"/>
                  </a:lnTo>
                  <a:lnTo>
                    <a:pt x="1261380" y="5004891"/>
                  </a:lnTo>
                  <a:lnTo>
                    <a:pt x="1261506" y="5004891"/>
                  </a:lnTo>
                  <a:lnTo>
                    <a:pt x="1261632" y="5004891"/>
                  </a:lnTo>
                  <a:lnTo>
                    <a:pt x="1261758" y="5004891"/>
                  </a:lnTo>
                  <a:lnTo>
                    <a:pt x="1261884" y="5004891"/>
                  </a:lnTo>
                  <a:lnTo>
                    <a:pt x="1262010" y="5004891"/>
                  </a:lnTo>
                  <a:lnTo>
                    <a:pt x="1262137" y="5004891"/>
                  </a:lnTo>
                  <a:lnTo>
                    <a:pt x="1262263" y="5004891"/>
                  </a:lnTo>
                  <a:lnTo>
                    <a:pt x="1262389" y="5004891"/>
                  </a:lnTo>
                  <a:lnTo>
                    <a:pt x="1262515" y="5004891"/>
                  </a:lnTo>
                  <a:lnTo>
                    <a:pt x="1262641" y="5004891"/>
                  </a:lnTo>
                  <a:lnTo>
                    <a:pt x="1262767" y="5004891"/>
                  </a:lnTo>
                  <a:lnTo>
                    <a:pt x="1262893" y="5004891"/>
                  </a:lnTo>
                  <a:lnTo>
                    <a:pt x="1263019" y="5004891"/>
                  </a:lnTo>
                  <a:lnTo>
                    <a:pt x="1263145" y="5004891"/>
                  </a:lnTo>
                  <a:lnTo>
                    <a:pt x="1263271" y="5004891"/>
                  </a:lnTo>
                  <a:lnTo>
                    <a:pt x="1263397" y="5004891"/>
                  </a:lnTo>
                  <a:lnTo>
                    <a:pt x="1263524" y="5004891"/>
                  </a:lnTo>
                  <a:lnTo>
                    <a:pt x="1263650" y="5004891"/>
                  </a:lnTo>
                  <a:lnTo>
                    <a:pt x="1263776" y="5004891"/>
                  </a:lnTo>
                  <a:lnTo>
                    <a:pt x="1263902" y="5004891"/>
                  </a:lnTo>
                  <a:lnTo>
                    <a:pt x="1264028" y="5004891"/>
                  </a:lnTo>
                  <a:lnTo>
                    <a:pt x="1264154" y="5004891"/>
                  </a:lnTo>
                  <a:lnTo>
                    <a:pt x="1264280" y="5004891"/>
                  </a:lnTo>
                  <a:lnTo>
                    <a:pt x="1264406" y="5004891"/>
                  </a:lnTo>
                  <a:lnTo>
                    <a:pt x="1264532" y="5004891"/>
                  </a:lnTo>
                  <a:lnTo>
                    <a:pt x="1264658" y="5004891"/>
                  </a:lnTo>
                  <a:lnTo>
                    <a:pt x="1264784" y="5004891"/>
                  </a:lnTo>
                  <a:lnTo>
                    <a:pt x="1264910" y="5004891"/>
                  </a:lnTo>
                  <a:lnTo>
                    <a:pt x="1265037" y="5004891"/>
                  </a:lnTo>
                  <a:lnTo>
                    <a:pt x="1265163" y="5004891"/>
                  </a:lnTo>
                  <a:lnTo>
                    <a:pt x="1265289" y="5004891"/>
                  </a:lnTo>
                  <a:lnTo>
                    <a:pt x="1265415" y="5004891"/>
                  </a:lnTo>
                  <a:lnTo>
                    <a:pt x="1265541" y="5004891"/>
                  </a:lnTo>
                  <a:lnTo>
                    <a:pt x="1265667" y="5004891"/>
                  </a:lnTo>
                  <a:lnTo>
                    <a:pt x="1265793" y="5004891"/>
                  </a:lnTo>
                  <a:lnTo>
                    <a:pt x="1265919" y="5004891"/>
                  </a:lnTo>
                  <a:lnTo>
                    <a:pt x="1266045" y="5004891"/>
                  </a:lnTo>
                  <a:lnTo>
                    <a:pt x="1266171" y="5004891"/>
                  </a:lnTo>
                  <a:lnTo>
                    <a:pt x="1266297" y="5004891"/>
                  </a:lnTo>
                  <a:lnTo>
                    <a:pt x="1266424" y="5004891"/>
                  </a:lnTo>
                  <a:lnTo>
                    <a:pt x="1266550" y="5004891"/>
                  </a:lnTo>
                  <a:lnTo>
                    <a:pt x="1266676" y="5004891"/>
                  </a:lnTo>
                  <a:lnTo>
                    <a:pt x="1266802" y="5004891"/>
                  </a:lnTo>
                  <a:lnTo>
                    <a:pt x="1266928" y="5004891"/>
                  </a:lnTo>
                  <a:lnTo>
                    <a:pt x="1267054" y="5004891"/>
                  </a:lnTo>
                  <a:lnTo>
                    <a:pt x="1267180" y="5004891"/>
                  </a:lnTo>
                  <a:lnTo>
                    <a:pt x="1267306" y="5004891"/>
                  </a:lnTo>
                  <a:lnTo>
                    <a:pt x="1267432" y="5004891"/>
                  </a:lnTo>
                  <a:lnTo>
                    <a:pt x="1267558" y="5004891"/>
                  </a:lnTo>
                  <a:lnTo>
                    <a:pt x="1267684" y="5004891"/>
                  </a:lnTo>
                  <a:lnTo>
                    <a:pt x="1267810" y="5004891"/>
                  </a:lnTo>
                  <a:lnTo>
                    <a:pt x="1267937" y="5004891"/>
                  </a:lnTo>
                  <a:lnTo>
                    <a:pt x="1268063" y="5004891"/>
                  </a:lnTo>
                  <a:lnTo>
                    <a:pt x="1268189" y="5004891"/>
                  </a:lnTo>
                  <a:lnTo>
                    <a:pt x="1268315" y="5004891"/>
                  </a:lnTo>
                  <a:lnTo>
                    <a:pt x="1268441" y="5004891"/>
                  </a:lnTo>
                  <a:lnTo>
                    <a:pt x="1268567" y="5004891"/>
                  </a:lnTo>
                  <a:lnTo>
                    <a:pt x="1268693" y="5004891"/>
                  </a:lnTo>
                  <a:lnTo>
                    <a:pt x="1268819" y="5004891"/>
                  </a:lnTo>
                  <a:lnTo>
                    <a:pt x="1268945" y="5004891"/>
                  </a:lnTo>
                  <a:lnTo>
                    <a:pt x="1269071" y="5004891"/>
                  </a:lnTo>
                  <a:lnTo>
                    <a:pt x="1269197" y="5004891"/>
                  </a:lnTo>
                  <a:lnTo>
                    <a:pt x="1269324" y="5004891"/>
                  </a:lnTo>
                  <a:lnTo>
                    <a:pt x="1269450" y="5004891"/>
                  </a:lnTo>
                  <a:lnTo>
                    <a:pt x="1269576" y="5004891"/>
                  </a:lnTo>
                  <a:lnTo>
                    <a:pt x="1269702" y="5004891"/>
                  </a:lnTo>
                  <a:lnTo>
                    <a:pt x="1269828" y="5004891"/>
                  </a:lnTo>
                  <a:lnTo>
                    <a:pt x="1269954" y="5004891"/>
                  </a:lnTo>
                  <a:lnTo>
                    <a:pt x="1270080" y="5004891"/>
                  </a:lnTo>
                  <a:lnTo>
                    <a:pt x="1270206" y="5004891"/>
                  </a:lnTo>
                  <a:lnTo>
                    <a:pt x="1270332" y="5004891"/>
                  </a:lnTo>
                  <a:lnTo>
                    <a:pt x="1270458" y="5004891"/>
                  </a:lnTo>
                  <a:lnTo>
                    <a:pt x="1270584" y="5004891"/>
                  </a:lnTo>
                  <a:lnTo>
                    <a:pt x="1270711" y="5004891"/>
                  </a:lnTo>
                  <a:lnTo>
                    <a:pt x="1270837" y="5004891"/>
                  </a:lnTo>
                  <a:lnTo>
                    <a:pt x="1270963" y="5004891"/>
                  </a:lnTo>
                  <a:lnTo>
                    <a:pt x="1271089" y="5004891"/>
                  </a:lnTo>
                  <a:lnTo>
                    <a:pt x="1271215" y="5004891"/>
                  </a:lnTo>
                  <a:lnTo>
                    <a:pt x="1271341" y="5004891"/>
                  </a:lnTo>
                  <a:lnTo>
                    <a:pt x="1271467" y="5004891"/>
                  </a:lnTo>
                  <a:lnTo>
                    <a:pt x="1271593" y="5004891"/>
                  </a:lnTo>
                  <a:lnTo>
                    <a:pt x="1271719" y="5004891"/>
                  </a:lnTo>
                  <a:lnTo>
                    <a:pt x="1271845" y="5004891"/>
                  </a:lnTo>
                  <a:lnTo>
                    <a:pt x="1271971" y="5004891"/>
                  </a:lnTo>
                  <a:lnTo>
                    <a:pt x="1272097" y="5004891"/>
                  </a:lnTo>
                  <a:lnTo>
                    <a:pt x="1272224" y="5004891"/>
                  </a:lnTo>
                  <a:lnTo>
                    <a:pt x="1272350" y="5004891"/>
                  </a:lnTo>
                  <a:lnTo>
                    <a:pt x="1272476" y="5004891"/>
                  </a:lnTo>
                  <a:lnTo>
                    <a:pt x="1272602" y="5004891"/>
                  </a:lnTo>
                  <a:lnTo>
                    <a:pt x="1272728" y="5004891"/>
                  </a:lnTo>
                  <a:lnTo>
                    <a:pt x="1272854" y="5004891"/>
                  </a:lnTo>
                  <a:lnTo>
                    <a:pt x="1272980" y="5004891"/>
                  </a:lnTo>
                  <a:lnTo>
                    <a:pt x="1273106" y="5004891"/>
                  </a:lnTo>
                  <a:lnTo>
                    <a:pt x="1273232" y="5004891"/>
                  </a:lnTo>
                  <a:lnTo>
                    <a:pt x="1273358" y="5004891"/>
                  </a:lnTo>
                  <a:lnTo>
                    <a:pt x="1273484" y="5004891"/>
                  </a:lnTo>
                  <a:lnTo>
                    <a:pt x="1273611" y="5004891"/>
                  </a:lnTo>
                  <a:lnTo>
                    <a:pt x="1273737" y="5004891"/>
                  </a:lnTo>
                  <a:lnTo>
                    <a:pt x="1273863" y="5004891"/>
                  </a:lnTo>
                  <a:lnTo>
                    <a:pt x="1273989" y="5004891"/>
                  </a:lnTo>
                  <a:lnTo>
                    <a:pt x="1273989" y="4999612"/>
                  </a:lnTo>
                  <a:lnTo>
                    <a:pt x="1274115" y="4999612"/>
                  </a:lnTo>
                  <a:lnTo>
                    <a:pt x="1274241" y="4999612"/>
                  </a:lnTo>
                  <a:lnTo>
                    <a:pt x="1274367" y="4999612"/>
                  </a:lnTo>
                  <a:lnTo>
                    <a:pt x="1274493" y="4999612"/>
                  </a:lnTo>
                  <a:lnTo>
                    <a:pt x="1274619" y="4999612"/>
                  </a:lnTo>
                  <a:lnTo>
                    <a:pt x="1274745" y="4999612"/>
                  </a:lnTo>
                  <a:lnTo>
                    <a:pt x="1274871" y="4999612"/>
                  </a:lnTo>
                  <a:lnTo>
                    <a:pt x="1274997" y="4999612"/>
                  </a:lnTo>
                  <a:lnTo>
                    <a:pt x="1275124" y="4999612"/>
                  </a:lnTo>
                  <a:lnTo>
                    <a:pt x="1275250" y="4999612"/>
                  </a:lnTo>
                  <a:lnTo>
                    <a:pt x="1275376" y="4999612"/>
                  </a:lnTo>
                  <a:lnTo>
                    <a:pt x="1275502" y="4999612"/>
                  </a:lnTo>
                  <a:lnTo>
                    <a:pt x="1275628" y="4999612"/>
                  </a:lnTo>
                  <a:lnTo>
                    <a:pt x="1275754" y="4999612"/>
                  </a:lnTo>
                  <a:lnTo>
                    <a:pt x="1275880" y="4999612"/>
                  </a:lnTo>
                  <a:lnTo>
                    <a:pt x="1276006" y="4999612"/>
                  </a:lnTo>
                  <a:lnTo>
                    <a:pt x="1276132" y="4999612"/>
                  </a:lnTo>
                  <a:lnTo>
                    <a:pt x="1276258" y="4999612"/>
                  </a:lnTo>
                  <a:lnTo>
                    <a:pt x="1276384" y="4999612"/>
                  </a:lnTo>
                  <a:lnTo>
                    <a:pt x="1276511" y="4999612"/>
                  </a:lnTo>
                  <a:lnTo>
                    <a:pt x="1276637" y="4999612"/>
                  </a:lnTo>
                  <a:lnTo>
                    <a:pt x="1276763" y="4999612"/>
                  </a:lnTo>
                  <a:lnTo>
                    <a:pt x="1276889" y="4999612"/>
                  </a:lnTo>
                  <a:lnTo>
                    <a:pt x="1277015" y="4999612"/>
                  </a:lnTo>
                  <a:lnTo>
                    <a:pt x="1277141" y="4999612"/>
                  </a:lnTo>
                  <a:lnTo>
                    <a:pt x="1277267" y="4999612"/>
                  </a:lnTo>
                  <a:lnTo>
                    <a:pt x="1277393" y="4999612"/>
                  </a:lnTo>
                  <a:lnTo>
                    <a:pt x="1277519" y="4999612"/>
                  </a:lnTo>
                  <a:lnTo>
                    <a:pt x="1277645" y="4999612"/>
                  </a:lnTo>
                  <a:lnTo>
                    <a:pt x="1277771" y="4999612"/>
                  </a:lnTo>
                  <a:lnTo>
                    <a:pt x="1277898" y="4999612"/>
                  </a:lnTo>
                  <a:lnTo>
                    <a:pt x="1278024" y="4999612"/>
                  </a:lnTo>
                  <a:lnTo>
                    <a:pt x="1278150" y="4999612"/>
                  </a:lnTo>
                  <a:lnTo>
                    <a:pt x="1278276" y="4999612"/>
                  </a:lnTo>
                  <a:lnTo>
                    <a:pt x="1278402" y="4999612"/>
                  </a:lnTo>
                  <a:lnTo>
                    <a:pt x="1278528" y="4999612"/>
                  </a:lnTo>
                  <a:lnTo>
                    <a:pt x="1278654" y="4999612"/>
                  </a:lnTo>
                  <a:lnTo>
                    <a:pt x="1278780" y="4999612"/>
                  </a:lnTo>
                  <a:lnTo>
                    <a:pt x="1278906" y="4999612"/>
                  </a:lnTo>
                  <a:lnTo>
                    <a:pt x="1279032" y="4999612"/>
                  </a:lnTo>
                  <a:lnTo>
                    <a:pt x="1279158" y="4999612"/>
                  </a:lnTo>
                  <a:lnTo>
                    <a:pt x="1279284" y="4999612"/>
                  </a:lnTo>
                  <a:lnTo>
                    <a:pt x="1279411" y="4999612"/>
                  </a:lnTo>
                  <a:lnTo>
                    <a:pt x="1279537" y="4999612"/>
                  </a:lnTo>
                  <a:lnTo>
                    <a:pt x="1279663" y="4999612"/>
                  </a:lnTo>
                  <a:lnTo>
                    <a:pt x="1279789" y="4999612"/>
                  </a:lnTo>
                  <a:lnTo>
                    <a:pt x="1279915" y="4999612"/>
                  </a:lnTo>
                  <a:lnTo>
                    <a:pt x="1280041" y="4999612"/>
                  </a:lnTo>
                  <a:lnTo>
                    <a:pt x="1280167" y="4999612"/>
                  </a:lnTo>
                  <a:lnTo>
                    <a:pt x="1280293" y="4999612"/>
                  </a:lnTo>
                  <a:lnTo>
                    <a:pt x="1280419" y="4999612"/>
                  </a:lnTo>
                  <a:lnTo>
                    <a:pt x="1280545" y="4999612"/>
                  </a:lnTo>
                  <a:lnTo>
                    <a:pt x="1280671" y="4999612"/>
                  </a:lnTo>
                  <a:lnTo>
                    <a:pt x="1280798" y="4999612"/>
                  </a:lnTo>
                  <a:lnTo>
                    <a:pt x="1280924" y="4999612"/>
                  </a:lnTo>
                  <a:lnTo>
                    <a:pt x="1281050" y="4999612"/>
                  </a:lnTo>
                  <a:lnTo>
                    <a:pt x="1281176" y="4999612"/>
                  </a:lnTo>
                  <a:lnTo>
                    <a:pt x="1281302" y="4999612"/>
                  </a:lnTo>
                  <a:lnTo>
                    <a:pt x="1281428" y="4999612"/>
                  </a:lnTo>
                  <a:lnTo>
                    <a:pt x="1281554" y="4999612"/>
                  </a:lnTo>
                  <a:lnTo>
                    <a:pt x="1281680" y="4999612"/>
                  </a:lnTo>
                  <a:lnTo>
                    <a:pt x="1281806" y="4999612"/>
                  </a:lnTo>
                  <a:lnTo>
                    <a:pt x="1281932" y="4999612"/>
                  </a:lnTo>
                  <a:lnTo>
                    <a:pt x="1282058" y="4999612"/>
                  </a:lnTo>
                  <a:lnTo>
                    <a:pt x="1282184" y="4999612"/>
                  </a:lnTo>
                  <a:lnTo>
                    <a:pt x="1282311" y="4999612"/>
                  </a:lnTo>
                  <a:lnTo>
                    <a:pt x="1282437" y="4999612"/>
                  </a:lnTo>
                  <a:lnTo>
                    <a:pt x="1282563" y="4999612"/>
                  </a:lnTo>
                  <a:lnTo>
                    <a:pt x="1282689" y="4999612"/>
                  </a:lnTo>
                  <a:lnTo>
                    <a:pt x="1282689" y="4994332"/>
                  </a:lnTo>
                  <a:lnTo>
                    <a:pt x="1282815" y="4994332"/>
                  </a:lnTo>
                  <a:lnTo>
                    <a:pt x="1282941" y="4994332"/>
                  </a:lnTo>
                  <a:lnTo>
                    <a:pt x="1283067" y="4994332"/>
                  </a:lnTo>
                  <a:lnTo>
                    <a:pt x="1283193" y="4994332"/>
                  </a:lnTo>
                  <a:lnTo>
                    <a:pt x="1283319" y="4994332"/>
                  </a:lnTo>
                  <a:lnTo>
                    <a:pt x="1283445" y="4994332"/>
                  </a:lnTo>
                  <a:lnTo>
                    <a:pt x="1283571" y="4994332"/>
                  </a:lnTo>
                  <a:lnTo>
                    <a:pt x="1283698" y="4994332"/>
                  </a:lnTo>
                  <a:lnTo>
                    <a:pt x="1283824" y="4994332"/>
                  </a:lnTo>
                  <a:lnTo>
                    <a:pt x="1283950" y="4994332"/>
                  </a:lnTo>
                  <a:lnTo>
                    <a:pt x="1284076" y="4994332"/>
                  </a:lnTo>
                  <a:lnTo>
                    <a:pt x="1284202" y="4994332"/>
                  </a:lnTo>
                  <a:lnTo>
                    <a:pt x="1284328" y="4994332"/>
                  </a:lnTo>
                  <a:lnTo>
                    <a:pt x="1284454" y="4994332"/>
                  </a:lnTo>
                  <a:lnTo>
                    <a:pt x="1284580" y="4994332"/>
                  </a:lnTo>
                  <a:lnTo>
                    <a:pt x="1284706" y="4994332"/>
                  </a:lnTo>
                  <a:lnTo>
                    <a:pt x="1284832" y="4994332"/>
                  </a:lnTo>
                  <a:lnTo>
                    <a:pt x="1284958" y="4994332"/>
                  </a:lnTo>
                  <a:lnTo>
                    <a:pt x="1285084" y="4994332"/>
                  </a:lnTo>
                  <a:lnTo>
                    <a:pt x="1285211" y="4994332"/>
                  </a:lnTo>
                  <a:lnTo>
                    <a:pt x="1285337" y="4994332"/>
                  </a:lnTo>
                  <a:lnTo>
                    <a:pt x="1285337" y="4989053"/>
                  </a:lnTo>
                  <a:lnTo>
                    <a:pt x="1285463" y="4989053"/>
                  </a:lnTo>
                  <a:lnTo>
                    <a:pt x="1285589" y="4989053"/>
                  </a:lnTo>
                  <a:lnTo>
                    <a:pt x="1285715" y="4989053"/>
                  </a:lnTo>
                  <a:lnTo>
                    <a:pt x="1285841" y="4989053"/>
                  </a:lnTo>
                  <a:lnTo>
                    <a:pt x="1285967" y="4989053"/>
                  </a:lnTo>
                  <a:lnTo>
                    <a:pt x="1286093" y="4989053"/>
                  </a:lnTo>
                  <a:lnTo>
                    <a:pt x="1286219" y="4989053"/>
                  </a:lnTo>
                  <a:lnTo>
                    <a:pt x="1286345" y="4989053"/>
                  </a:lnTo>
                  <a:lnTo>
                    <a:pt x="1286345" y="4983773"/>
                  </a:lnTo>
                  <a:lnTo>
                    <a:pt x="1286471" y="4983773"/>
                  </a:lnTo>
                  <a:lnTo>
                    <a:pt x="1286598" y="4983773"/>
                  </a:lnTo>
                  <a:lnTo>
                    <a:pt x="1286724" y="4983773"/>
                  </a:lnTo>
                  <a:lnTo>
                    <a:pt x="1286850" y="4983773"/>
                  </a:lnTo>
                  <a:lnTo>
                    <a:pt x="1286976" y="4983773"/>
                  </a:lnTo>
                  <a:lnTo>
                    <a:pt x="1287102" y="4983773"/>
                  </a:lnTo>
                  <a:lnTo>
                    <a:pt x="1287228" y="4983773"/>
                  </a:lnTo>
                  <a:lnTo>
                    <a:pt x="1287354" y="4983773"/>
                  </a:lnTo>
                  <a:lnTo>
                    <a:pt x="1287480" y="4983773"/>
                  </a:lnTo>
                  <a:lnTo>
                    <a:pt x="1287606" y="4983773"/>
                  </a:lnTo>
                  <a:lnTo>
                    <a:pt x="1287732" y="4983773"/>
                  </a:lnTo>
                  <a:lnTo>
                    <a:pt x="1287858" y="4983773"/>
                  </a:lnTo>
                  <a:lnTo>
                    <a:pt x="1287985" y="4983773"/>
                  </a:lnTo>
                  <a:lnTo>
                    <a:pt x="1288111" y="4983773"/>
                  </a:lnTo>
                  <a:lnTo>
                    <a:pt x="1288237" y="4983773"/>
                  </a:lnTo>
                  <a:lnTo>
                    <a:pt x="1288363" y="4983773"/>
                  </a:lnTo>
                  <a:lnTo>
                    <a:pt x="1288489" y="4983773"/>
                  </a:lnTo>
                  <a:lnTo>
                    <a:pt x="1288615" y="4983773"/>
                  </a:lnTo>
                  <a:lnTo>
                    <a:pt x="1288741" y="4983773"/>
                  </a:lnTo>
                  <a:lnTo>
                    <a:pt x="1288867" y="4983773"/>
                  </a:lnTo>
                  <a:lnTo>
                    <a:pt x="1288993" y="4983773"/>
                  </a:lnTo>
                  <a:lnTo>
                    <a:pt x="1289119" y="4983773"/>
                  </a:lnTo>
                  <a:lnTo>
                    <a:pt x="1289245" y="4983773"/>
                  </a:lnTo>
                  <a:lnTo>
                    <a:pt x="1289371" y="4983773"/>
                  </a:lnTo>
                  <a:lnTo>
                    <a:pt x="1289498" y="4983773"/>
                  </a:lnTo>
                  <a:lnTo>
                    <a:pt x="1289624" y="4983773"/>
                  </a:lnTo>
                  <a:lnTo>
                    <a:pt x="1289750" y="4983773"/>
                  </a:lnTo>
                  <a:lnTo>
                    <a:pt x="1289876" y="4983773"/>
                  </a:lnTo>
                  <a:lnTo>
                    <a:pt x="1289876" y="4978494"/>
                  </a:lnTo>
                  <a:lnTo>
                    <a:pt x="1290002" y="4978494"/>
                  </a:lnTo>
                  <a:lnTo>
                    <a:pt x="1290128" y="4978494"/>
                  </a:lnTo>
                  <a:lnTo>
                    <a:pt x="1290254" y="4978494"/>
                  </a:lnTo>
                  <a:lnTo>
                    <a:pt x="1290380" y="4978494"/>
                  </a:lnTo>
                  <a:lnTo>
                    <a:pt x="1290506" y="4978494"/>
                  </a:lnTo>
                  <a:lnTo>
                    <a:pt x="1290632" y="4978494"/>
                  </a:lnTo>
                  <a:lnTo>
                    <a:pt x="1290758" y="4978494"/>
                  </a:lnTo>
                  <a:lnTo>
                    <a:pt x="1290885" y="4978494"/>
                  </a:lnTo>
                  <a:lnTo>
                    <a:pt x="1291011" y="4978494"/>
                  </a:lnTo>
                  <a:lnTo>
                    <a:pt x="1291137" y="4978494"/>
                  </a:lnTo>
                  <a:lnTo>
                    <a:pt x="1291263" y="4978494"/>
                  </a:lnTo>
                  <a:lnTo>
                    <a:pt x="1291389" y="4978494"/>
                  </a:lnTo>
                  <a:lnTo>
                    <a:pt x="1291515" y="4978494"/>
                  </a:lnTo>
                  <a:lnTo>
                    <a:pt x="1291641" y="4978494"/>
                  </a:lnTo>
                  <a:lnTo>
                    <a:pt x="1291767" y="4978494"/>
                  </a:lnTo>
                  <a:lnTo>
                    <a:pt x="1291893" y="4978494"/>
                  </a:lnTo>
                  <a:lnTo>
                    <a:pt x="1292019" y="4978494"/>
                  </a:lnTo>
                  <a:lnTo>
                    <a:pt x="1292145" y="4978494"/>
                  </a:lnTo>
                  <a:lnTo>
                    <a:pt x="1292271" y="4978494"/>
                  </a:lnTo>
                  <a:lnTo>
                    <a:pt x="1292398" y="4978494"/>
                  </a:lnTo>
                  <a:lnTo>
                    <a:pt x="1292524" y="4978494"/>
                  </a:lnTo>
                  <a:lnTo>
                    <a:pt x="1292650" y="4978494"/>
                  </a:lnTo>
                  <a:lnTo>
                    <a:pt x="1292776" y="4978494"/>
                  </a:lnTo>
                  <a:lnTo>
                    <a:pt x="1292902" y="4978494"/>
                  </a:lnTo>
                  <a:lnTo>
                    <a:pt x="1293028" y="4978494"/>
                  </a:lnTo>
                  <a:lnTo>
                    <a:pt x="1293154" y="4978494"/>
                  </a:lnTo>
                  <a:lnTo>
                    <a:pt x="1293154" y="4973214"/>
                  </a:lnTo>
                  <a:lnTo>
                    <a:pt x="1293280" y="4973214"/>
                  </a:lnTo>
                  <a:lnTo>
                    <a:pt x="1293406" y="4973214"/>
                  </a:lnTo>
                  <a:lnTo>
                    <a:pt x="1293532" y="4973214"/>
                  </a:lnTo>
                  <a:lnTo>
                    <a:pt x="1293658" y="4973214"/>
                  </a:lnTo>
                  <a:lnTo>
                    <a:pt x="1293785" y="4973214"/>
                  </a:lnTo>
                  <a:lnTo>
                    <a:pt x="1293911" y="4973214"/>
                  </a:lnTo>
                  <a:lnTo>
                    <a:pt x="1293911" y="4967935"/>
                  </a:lnTo>
                  <a:lnTo>
                    <a:pt x="1293911" y="4962656"/>
                  </a:lnTo>
                  <a:lnTo>
                    <a:pt x="1294037" y="4962656"/>
                  </a:lnTo>
                  <a:lnTo>
                    <a:pt x="1294163" y="4962656"/>
                  </a:lnTo>
                  <a:lnTo>
                    <a:pt x="1294289" y="4962656"/>
                  </a:lnTo>
                  <a:lnTo>
                    <a:pt x="1294415" y="4962656"/>
                  </a:lnTo>
                  <a:lnTo>
                    <a:pt x="1294541" y="4962656"/>
                  </a:lnTo>
                  <a:lnTo>
                    <a:pt x="1294667" y="4962656"/>
                  </a:lnTo>
                  <a:lnTo>
                    <a:pt x="1294793" y="4962656"/>
                  </a:lnTo>
                  <a:lnTo>
                    <a:pt x="1294919" y="4962656"/>
                  </a:lnTo>
                  <a:lnTo>
                    <a:pt x="1295045" y="4962656"/>
                  </a:lnTo>
                  <a:lnTo>
                    <a:pt x="1295172" y="4962656"/>
                  </a:lnTo>
                  <a:lnTo>
                    <a:pt x="1295298" y="4962656"/>
                  </a:lnTo>
                  <a:lnTo>
                    <a:pt x="1295424" y="4962656"/>
                  </a:lnTo>
                  <a:lnTo>
                    <a:pt x="1295550" y="4962656"/>
                  </a:lnTo>
                  <a:lnTo>
                    <a:pt x="1295676" y="4962656"/>
                  </a:lnTo>
                  <a:lnTo>
                    <a:pt x="1295802" y="4962656"/>
                  </a:lnTo>
                  <a:lnTo>
                    <a:pt x="1295928" y="4962656"/>
                  </a:lnTo>
                  <a:lnTo>
                    <a:pt x="1296054" y="4962656"/>
                  </a:lnTo>
                  <a:lnTo>
                    <a:pt x="1296180" y="4962656"/>
                  </a:lnTo>
                  <a:lnTo>
                    <a:pt x="1296306" y="4962656"/>
                  </a:lnTo>
                  <a:lnTo>
                    <a:pt x="1296432" y="4962656"/>
                  </a:lnTo>
                  <a:lnTo>
                    <a:pt x="1296558" y="4962656"/>
                  </a:lnTo>
                  <a:lnTo>
                    <a:pt x="1296685" y="4962656"/>
                  </a:lnTo>
                  <a:lnTo>
                    <a:pt x="1296811" y="4962656"/>
                  </a:lnTo>
                  <a:lnTo>
                    <a:pt x="1296937" y="4962656"/>
                  </a:lnTo>
                  <a:lnTo>
                    <a:pt x="1297063" y="4962656"/>
                  </a:lnTo>
                  <a:lnTo>
                    <a:pt x="1297189" y="4962656"/>
                  </a:lnTo>
                  <a:lnTo>
                    <a:pt x="1297315" y="4962656"/>
                  </a:lnTo>
                  <a:lnTo>
                    <a:pt x="1297441" y="4962656"/>
                  </a:lnTo>
                  <a:lnTo>
                    <a:pt x="1297567" y="4962656"/>
                  </a:lnTo>
                  <a:lnTo>
                    <a:pt x="1297693" y="4962656"/>
                  </a:lnTo>
                  <a:lnTo>
                    <a:pt x="1297819" y="4962656"/>
                  </a:lnTo>
                  <a:lnTo>
                    <a:pt x="1297945" y="4962656"/>
                  </a:lnTo>
                  <a:lnTo>
                    <a:pt x="1298072" y="4962656"/>
                  </a:lnTo>
                  <a:lnTo>
                    <a:pt x="1298198" y="4962656"/>
                  </a:lnTo>
                  <a:lnTo>
                    <a:pt x="1298324" y="4962656"/>
                  </a:lnTo>
                  <a:lnTo>
                    <a:pt x="1298450" y="4962656"/>
                  </a:lnTo>
                  <a:lnTo>
                    <a:pt x="1298576" y="4962656"/>
                  </a:lnTo>
                  <a:lnTo>
                    <a:pt x="1298702" y="4962656"/>
                  </a:lnTo>
                  <a:lnTo>
                    <a:pt x="1298828" y="4962656"/>
                  </a:lnTo>
                  <a:lnTo>
                    <a:pt x="1298954" y="4962656"/>
                  </a:lnTo>
                  <a:lnTo>
                    <a:pt x="1299080" y="4962656"/>
                  </a:lnTo>
                  <a:lnTo>
                    <a:pt x="1299206" y="4962656"/>
                  </a:lnTo>
                  <a:lnTo>
                    <a:pt x="1299332" y="4962656"/>
                  </a:lnTo>
                  <a:lnTo>
                    <a:pt x="1299458" y="4962656"/>
                  </a:lnTo>
                  <a:lnTo>
                    <a:pt x="1299585" y="4962656"/>
                  </a:lnTo>
                  <a:lnTo>
                    <a:pt x="1299711" y="4962656"/>
                  </a:lnTo>
                  <a:lnTo>
                    <a:pt x="1299837" y="4962656"/>
                  </a:lnTo>
                  <a:lnTo>
                    <a:pt x="1299963" y="4962656"/>
                  </a:lnTo>
                  <a:lnTo>
                    <a:pt x="1300089" y="4962656"/>
                  </a:lnTo>
                  <a:lnTo>
                    <a:pt x="1300215" y="4962656"/>
                  </a:lnTo>
                  <a:lnTo>
                    <a:pt x="1300341" y="4962656"/>
                  </a:lnTo>
                  <a:lnTo>
                    <a:pt x="1300467" y="4962656"/>
                  </a:lnTo>
                  <a:lnTo>
                    <a:pt x="1300593" y="4962656"/>
                  </a:lnTo>
                  <a:lnTo>
                    <a:pt x="1300719" y="4962656"/>
                  </a:lnTo>
                  <a:lnTo>
                    <a:pt x="1300845" y="4962656"/>
                  </a:lnTo>
                  <a:lnTo>
                    <a:pt x="1300972" y="4962656"/>
                  </a:lnTo>
                  <a:lnTo>
                    <a:pt x="1301098" y="4962656"/>
                  </a:lnTo>
                  <a:lnTo>
                    <a:pt x="1301224" y="4962656"/>
                  </a:lnTo>
                  <a:lnTo>
                    <a:pt x="1301350" y="4962656"/>
                  </a:lnTo>
                  <a:lnTo>
                    <a:pt x="1301476" y="4962656"/>
                  </a:lnTo>
                  <a:lnTo>
                    <a:pt x="1301602" y="4962656"/>
                  </a:lnTo>
                  <a:lnTo>
                    <a:pt x="1301728" y="4962656"/>
                  </a:lnTo>
                  <a:lnTo>
                    <a:pt x="1301854" y="4962656"/>
                  </a:lnTo>
                  <a:lnTo>
                    <a:pt x="1301980" y="4962656"/>
                  </a:lnTo>
                  <a:lnTo>
                    <a:pt x="1301980" y="4957376"/>
                  </a:lnTo>
                  <a:lnTo>
                    <a:pt x="1302106" y="4957376"/>
                  </a:lnTo>
                  <a:lnTo>
                    <a:pt x="1302232" y="4957376"/>
                  </a:lnTo>
                  <a:lnTo>
                    <a:pt x="1302358" y="4957376"/>
                  </a:lnTo>
                  <a:lnTo>
                    <a:pt x="1302485" y="4957376"/>
                  </a:lnTo>
                  <a:lnTo>
                    <a:pt x="1302611" y="4957376"/>
                  </a:lnTo>
                  <a:lnTo>
                    <a:pt x="1302737" y="4957376"/>
                  </a:lnTo>
                  <a:lnTo>
                    <a:pt x="1302863" y="4957376"/>
                  </a:lnTo>
                  <a:lnTo>
                    <a:pt x="1302989" y="4957376"/>
                  </a:lnTo>
                  <a:lnTo>
                    <a:pt x="1303115" y="4957376"/>
                  </a:lnTo>
                  <a:lnTo>
                    <a:pt x="1303241" y="4957376"/>
                  </a:lnTo>
                  <a:lnTo>
                    <a:pt x="1303367" y="4957376"/>
                  </a:lnTo>
                  <a:lnTo>
                    <a:pt x="1303493" y="4957376"/>
                  </a:lnTo>
                  <a:lnTo>
                    <a:pt x="1303619" y="4957376"/>
                  </a:lnTo>
                  <a:lnTo>
                    <a:pt x="1303745" y="4957376"/>
                  </a:lnTo>
                  <a:lnTo>
                    <a:pt x="1303872" y="4957376"/>
                  </a:lnTo>
                  <a:lnTo>
                    <a:pt x="1303998" y="4957376"/>
                  </a:lnTo>
                  <a:lnTo>
                    <a:pt x="1304124" y="4957376"/>
                  </a:lnTo>
                  <a:lnTo>
                    <a:pt x="1304250" y="4957376"/>
                  </a:lnTo>
                  <a:lnTo>
                    <a:pt x="1304376" y="4957376"/>
                  </a:lnTo>
                  <a:lnTo>
                    <a:pt x="1304502" y="4957376"/>
                  </a:lnTo>
                  <a:lnTo>
                    <a:pt x="1304628" y="4957376"/>
                  </a:lnTo>
                  <a:lnTo>
                    <a:pt x="1304754" y="4957376"/>
                  </a:lnTo>
                  <a:lnTo>
                    <a:pt x="1304880" y="4957376"/>
                  </a:lnTo>
                  <a:lnTo>
                    <a:pt x="1305006" y="4957376"/>
                  </a:lnTo>
                  <a:lnTo>
                    <a:pt x="1305132" y="4957376"/>
                  </a:lnTo>
                  <a:lnTo>
                    <a:pt x="1305259" y="4957376"/>
                  </a:lnTo>
                  <a:lnTo>
                    <a:pt x="1305385" y="4957376"/>
                  </a:lnTo>
                  <a:lnTo>
                    <a:pt x="1305511" y="4957376"/>
                  </a:lnTo>
                  <a:lnTo>
                    <a:pt x="1305637" y="4957376"/>
                  </a:lnTo>
                  <a:lnTo>
                    <a:pt x="1305763" y="4957376"/>
                  </a:lnTo>
                  <a:lnTo>
                    <a:pt x="1305889" y="4957376"/>
                  </a:lnTo>
                  <a:lnTo>
                    <a:pt x="1306015" y="4957376"/>
                  </a:lnTo>
                  <a:lnTo>
                    <a:pt x="1306141" y="4957376"/>
                  </a:lnTo>
                  <a:lnTo>
                    <a:pt x="1306267" y="4957376"/>
                  </a:lnTo>
                  <a:lnTo>
                    <a:pt x="1306393" y="4957376"/>
                  </a:lnTo>
                  <a:lnTo>
                    <a:pt x="1306519" y="4957376"/>
                  </a:lnTo>
                  <a:lnTo>
                    <a:pt x="1306645" y="4957376"/>
                  </a:lnTo>
                  <a:lnTo>
                    <a:pt x="1306645" y="4952097"/>
                  </a:lnTo>
                  <a:lnTo>
                    <a:pt x="1306772" y="4952097"/>
                  </a:lnTo>
                  <a:lnTo>
                    <a:pt x="1306898" y="4952097"/>
                  </a:lnTo>
                  <a:lnTo>
                    <a:pt x="1307024" y="4952097"/>
                  </a:lnTo>
                  <a:lnTo>
                    <a:pt x="1307150" y="4952097"/>
                  </a:lnTo>
                  <a:lnTo>
                    <a:pt x="1307276" y="4952097"/>
                  </a:lnTo>
                  <a:lnTo>
                    <a:pt x="1307402" y="4952097"/>
                  </a:lnTo>
                  <a:lnTo>
                    <a:pt x="1307528" y="4952097"/>
                  </a:lnTo>
                  <a:lnTo>
                    <a:pt x="1307654" y="4952097"/>
                  </a:lnTo>
                  <a:lnTo>
                    <a:pt x="1307780" y="4952097"/>
                  </a:lnTo>
                  <a:lnTo>
                    <a:pt x="1307906" y="4952097"/>
                  </a:lnTo>
                  <a:lnTo>
                    <a:pt x="1308032" y="4952097"/>
                  </a:lnTo>
                  <a:lnTo>
                    <a:pt x="1308159" y="4952097"/>
                  </a:lnTo>
                  <a:lnTo>
                    <a:pt x="1308285" y="4952097"/>
                  </a:lnTo>
                  <a:lnTo>
                    <a:pt x="1308411" y="4952097"/>
                  </a:lnTo>
                  <a:lnTo>
                    <a:pt x="1308537" y="4952097"/>
                  </a:lnTo>
                  <a:lnTo>
                    <a:pt x="1308663" y="4952097"/>
                  </a:lnTo>
                  <a:lnTo>
                    <a:pt x="1308789" y="4952097"/>
                  </a:lnTo>
                  <a:lnTo>
                    <a:pt x="1308915" y="4952097"/>
                  </a:lnTo>
                  <a:lnTo>
                    <a:pt x="1309041" y="4952097"/>
                  </a:lnTo>
                  <a:lnTo>
                    <a:pt x="1309167" y="4952097"/>
                  </a:lnTo>
                  <a:lnTo>
                    <a:pt x="1309293" y="4952097"/>
                  </a:lnTo>
                  <a:lnTo>
                    <a:pt x="1309419" y="4952097"/>
                  </a:lnTo>
                  <a:lnTo>
                    <a:pt x="1309545" y="4952097"/>
                  </a:lnTo>
                  <a:lnTo>
                    <a:pt x="1309672" y="4952097"/>
                  </a:lnTo>
                  <a:lnTo>
                    <a:pt x="1309798" y="4952097"/>
                  </a:lnTo>
                  <a:lnTo>
                    <a:pt x="1309924" y="4952097"/>
                  </a:lnTo>
                  <a:lnTo>
                    <a:pt x="1310050" y="4952097"/>
                  </a:lnTo>
                  <a:lnTo>
                    <a:pt x="1310176" y="4952097"/>
                  </a:lnTo>
                  <a:lnTo>
                    <a:pt x="1310302" y="4952097"/>
                  </a:lnTo>
                  <a:lnTo>
                    <a:pt x="1310428" y="4952097"/>
                  </a:lnTo>
                  <a:lnTo>
                    <a:pt x="1310554" y="4952097"/>
                  </a:lnTo>
                  <a:lnTo>
                    <a:pt x="1310680" y="4952097"/>
                  </a:lnTo>
                  <a:lnTo>
                    <a:pt x="1310806" y="4952097"/>
                  </a:lnTo>
                  <a:lnTo>
                    <a:pt x="1310932" y="4952097"/>
                  </a:lnTo>
                  <a:lnTo>
                    <a:pt x="1311059" y="4952097"/>
                  </a:lnTo>
                  <a:lnTo>
                    <a:pt x="1311185" y="4952097"/>
                  </a:lnTo>
                  <a:lnTo>
                    <a:pt x="1311311" y="4952097"/>
                  </a:lnTo>
                  <a:lnTo>
                    <a:pt x="1311437" y="4952097"/>
                  </a:lnTo>
                  <a:lnTo>
                    <a:pt x="1311563" y="4952097"/>
                  </a:lnTo>
                  <a:lnTo>
                    <a:pt x="1311689" y="4952097"/>
                  </a:lnTo>
                  <a:lnTo>
                    <a:pt x="1311815" y="4952097"/>
                  </a:lnTo>
                  <a:lnTo>
                    <a:pt x="1311941" y="4952097"/>
                  </a:lnTo>
                  <a:lnTo>
                    <a:pt x="1312067" y="4952097"/>
                  </a:lnTo>
                  <a:lnTo>
                    <a:pt x="1312193" y="4952097"/>
                  </a:lnTo>
                  <a:lnTo>
                    <a:pt x="1312319" y="4952097"/>
                  </a:lnTo>
                  <a:lnTo>
                    <a:pt x="1312446" y="4952097"/>
                  </a:lnTo>
                  <a:lnTo>
                    <a:pt x="1312572" y="4952097"/>
                  </a:lnTo>
                  <a:lnTo>
                    <a:pt x="1312698" y="4952097"/>
                  </a:lnTo>
                  <a:lnTo>
                    <a:pt x="1312824" y="4952097"/>
                  </a:lnTo>
                  <a:lnTo>
                    <a:pt x="1312950" y="4952097"/>
                  </a:lnTo>
                  <a:lnTo>
                    <a:pt x="1313076" y="4952097"/>
                  </a:lnTo>
                  <a:lnTo>
                    <a:pt x="1313202" y="4952097"/>
                  </a:lnTo>
                  <a:lnTo>
                    <a:pt x="1313328" y="4952097"/>
                  </a:lnTo>
                  <a:lnTo>
                    <a:pt x="1313454" y="4952097"/>
                  </a:lnTo>
                  <a:lnTo>
                    <a:pt x="1313580" y="4952097"/>
                  </a:lnTo>
                  <a:lnTo>
                    <a:pt x="1313580" y="4946817"/>
                  </a:lnTo>
                  <a:lnTo>
                    <a:pt x="1313706" y="4946817"/>
                  </a:lnTo>
                  <a:lnTo>
                    <a:pt x="1313832" y="4946817"/>
                  </a:lnTo>
                  <a:lnTo>
                    <a:pt x="1313959" y="4946817"/>
                  </a:lnTo>
                  <a:lnTo>
                    <a:pt x="1314085" y="4946817"/>
                  </a:lnTo>
                  <a:lnTo>
                    <a:pt x="1314211" y="4946817"/>
                  </a:lnTo>
                  <a:lnTo>
                    <a:pt x="1314337" y="4946817"/>
                  </a:lnTo>
                  <a:lnTo>
                    <a:pt x="1314463" y="4946817"/>
                  </a:lnTo>
                  <a:lnTo>
                    <a:pt x="1314589" y="4946817"/>
                  </a:lnTo>
                  <a:lnTo>
                    <a:pt x="1314715" y="4946817"/>
                  </a:lnTo>
                  <a:lnTo>
                    <a:pt x="1314841" y="4946817"/>
                  </a:lnTo>
                  <a:lnTo>
                    <a:pt x="1314967" y="4946817"/>
                  </a:lnTo>
                  <a:lnTo>
                    <a:pt x="1315093" y="4946817"/>
                  </a:lnTo>
                  <a:lnTo>
                    <a:pt x="1315219" y="4946817"/>
                  </a:lnTo>
                  <a:lnTo>
                    <a:pt x="1315346" y="4946817"/>
                  </a:lnTo>
                  <a:lnTo>
                    <a:pt x="1315472" y="4946817"/>
                  </a:lnTo>
                  <a:lnTo>
                    <a:pt x="1315598" y="4946817"/>
                  </a:lnTo>
                  <a:lnTo>
                    <a:pt x="1315724" y="4946817"/>
                  </a:lnTo>
                  <a:lnTo>
                    <a:pt x="1315850" y="4946817"/>
                  </a:lnTo>
                  <a:lnTo>
                    <a:pt x="1315976" y="4946817"/>
                  </a:lnTo>
                  <a:lnTo>
                    <a:pt x="1316102" y="4946817"/>
                  </a:lnTo>
                  <a:lnTo>
                    <a:pt x="1316228" y="4946817"/>
                  </a:lnTo>
                  <a:lnTo>
                    <a:pt x="1316354" y="4946817"/>
                  </a:lnTo>
                  <a:lnTo>
                    <a:pt x="1316480" y="4946817"/>
                  </a:lnTo>
                  <a:lnTo>
                    <a:pt x="1316606" y="4946817"/>
                  </a:lnTo>
                  <a:lnTo>
                    <a:pt x="1316732" y="4946817"/>
                  </a:lnTo>
                  <a:lnTo>
                    <a:pt x="1316859" y="4946817"/>
                  </a:lnTo>
                  <a:lnTo>
                    <a:pt x="1316985" y="4946817"/>
                  </a:lnTo>
                  <a:lnTo>
                    <a:pt x="1317111" y="4946817"/>
                  </a:lnTo>
                  <a:lnTo>
                    <a:pt x="1317237" y="4946817"/>
                  </a:lnTo>
                  <a:lnTo>
                    <a:pt x="1317363" y="4946817"/>
                  </a:lnTo>
                  <a:lnTo>
                    <a:pt x="1317489" y="4946817"/>
                  </a:lnTo>
                  <a:lnTo>
                    <a:pt x="1317615" y="4946817"/>
                  </a:lnTo>
                  <a:lnTo>
                    <a:pt x="1317741" y="4946817"/>
                  </a:lnTo>
                  <a:lnTo>
                    <a:pt x="1317867" y="4946817"/>
                  </a:lnTo>
                  <a:lnTo>
                    <a:pt x="1317993" y="4946817"/>
                  </a:lnTo>
                  <a:lnTo>
                    <a:pt x="1318119" y="4946817"/>
                  </a:lnTo>
                  <a:lnTo>
                    <a:pt x="1318119" y="4941538"/>
                  </a:lnTo>
                  <a:lnTo>
                    <a:pt x="1318246" y="4941538"/>
                  </a:lnTo>
                  <a:lnTo>
                    <a:pt x="1318372" y="4941538"/>
                  </a:lnTo>
                  <a:lnTo>
                    <a:pt x="1318498" y="4941538"/>
                  </a:lnTo>
                  <a:lnTo>
                    <a:pt x="1318624" y="4941538"/>
                  </a:lnTo>
                  <a:lnTo>
                    <a:pt x="1318750" y="4941538"/>
                  </a:lnTo>
                  <a:lnTo>
                    <a:pt x="1318876" y="4941538"/>
                  </a:lnTo>
                  <a:lnTo>
                    <a:pt x="1319002" y="4941538"/>
                  </a:lnTo>
                  <a:lnTo>
                    <a:pt x="1319128" y="4941538"/>
                  </a:lnTo>
                  <a:lnTo>
                    <a:pt x="1319254" y="4941538"/>
                  </a:lnTo>
                  <a:lnTo>
                    <a:pt x="1319380" y="4941538"/>
                  </a:lnTo>
                  <a:lnTo>
                    <a:pt x="1319506" y="4941538"/>
                  </a:lnTo>
                  <a:lnTo>
                    <a:pt x="1319633" y="4941538"/>
                  </a:lnTo>
                  <a:lnTo>
                    <a:pt x="1319759" y="4941538"/>
                  </a:lnTo>
                  <a:lnTo>
                    <a:pt x="1319885" y="4941538"/>
                  </a:lnTo>
                  <a:lnTo>
                    <a:pt x="1320011" y="4941538"/>
                  </a:lnTo>
                  <a:lnTo>
                    <a:pt x="1320137" y="4941538"/>
                  </a:lnTo>
                  <a:lnTo>
                    <a:pt x="1320263" y="4941538"/>
                  </a:lnTo>
                  <a:lnTo>
                    <a:pt x="1320389" y="4941538"/>
                  </a:lnTo>
                  <a:lnTo>
                    <a:pt x="1320515" y="4941538"/>
                  </a:lnTo>
                  <a:lnTo>
                    <a:pt x="1320641" y="4941538"/>
                  </a:lnTo>
                  <a:lnTo>
                    <a:pt x="1320767" y="4941538"/>
                  </a:lnTo>
                  <a:lnTo>
                    <a:pt x="1320893" y="4941538"/>
                  </a:lnTo>
                  <a:lnTo>
                    <a:pt x="1321019" y="4941538"/>
                  </a:lnTo>
                  <a:lnTo>
                    <a:pt x="1321146" y="4941538"/>
                  </a:lnTo>
                  <a:lnTo>
                    <a:pt x="1321272" y="4941538"/>
                  </a:lnTo>
                  <a:lnTo>
                    <a:pt x="1321398" y="4941538"/>
                  </a:lnTo>
                  <a:lnTo>
                    <a:pt x="1321524" y="4941538"/>
                  </a:lnTo>
                  <a:lnTo>
                    <a:pt x="1321650" y="4941538"/>
                  </a:lnTo>
                  <a:lnTo>
                    <a:pt x="1321776" y="4941538"/>
                  </a:lnTo>
                  <a:lnTo>
                    <a:pt x="1321902" y="4941538"/>
                  </a:lnTo>
                  <a:lnTo>
                    <a:pt x="1322028" y="4941538"/>
                  </a:lnTo>
                  <a:lnTo>
                    <a:pt x="1322154" y="4941538"/>
                  </a:lnTo>
                  <a:lnTo>
                    <a:pt x="1322280" y="4941538"/>
                  </a:lnTo>
                  <a:lnTo>
                    <a:pt x="1322406" y="4941538"/>
                  </a:lnTo>
                  <a:lnTo>
                    <a:pt x="1322533" y="4941538"/>
                  </a:lnTo>
                  <a:lnTo>
                    <a:pt x="1322659" y="4941538"/>
                  </a:lnTo>
                  <a:lnTo>
                    <a:pt x="1322785" y="4941538"/>
                  </a:lnTo>
                  <a:lnTo>
                    <a:pt x="1322911" y="4941538"/>
                  </a:lnTo>
                  <a:lnTo>
                    <a:pt x="1323037" y="4941538"/>
                  </a:lnTo>
                  <a:lnTo>
                    <a:pt x="1323163" y="4941538"/>
                  </a:lnTo>
                  <a:lnTo>
                    <a:pt x="1323289" y="4941538"/>
                  </a:lnTo>
                  <a:lnTo>
                    <a:pt x="1323415" y="4941538"/>
                  </a:lnTo>
                  <a:lnTo>
                    <a:pt x="1323541" y="4941538"/>
                  </a:lnTo>
                  <a:lnTo>
                    <a:pt x="1323667" y="4941538"/>
                  </a:lnTo>
                  <a:lnTo>
                    <a:pt x="1323793" y="4941538"/>
                  </a:lnTo>
                  <a:lnTo>
                    <a:pt x="1323919" y="4941538"/>
                  </a:lnTo>
                  <a:lnTo>
                    <a:pt x="1324046" y="4941538"/>
                  </a:lnTo>
                  <a:lnTo>
                    <a:pt x="1324172" y="4941538"/>
                  </a:lnTo>
                  <a:lnTo>
                    <a:pt x="1324298" y="4941538"/>
                  </a:lnTo>
                  <a:lnTo>
                    <a:pt x="1324424" y="4941538"/>
                  </a:lnTo>
                  <a:lnTo>
                    <a:pt x="1324550" y="4941538"/>
                  </a:lnTo>
                  <a:lnTo>
                    <a:pt x="1324676" y="4941538"/>
                  </a:lnTo>
                  <a:lnTo>
                    <a:pt x="1324802" y="4941538"/>
                  </a:lnTo>
                  <a:lnTo>
                    <a:pt x="1324928" y="4941538"/>
                  </a:lnTo>
                  <a:lnTo>
                    <a:pt x="1325054" y="4941538"/>
                  </a:lnTo>
                  <a:lnTo>
                    <a:pt x="1325180" y="4941538"/>
                  </a:lnTo>
                  <a:lnTo>
                    <a:pt x="1325306" y="4941538"/>
                  </a:lnTo>
                  <a:lnTo>
                    <a:pt x="1325433" y="4941538"/>
                  </a:lnTo>
                  <a:lnTo>
                    <a:pt x="1325559" y="4941538"/>
                  </a:lnTo>
                  <a:lnTo>
                    <a:pt x="1325559" y="4936258"/>
                  </a:lnTo>
                  <a:lnTo>
                    <a:pt x="1325685" y="4936258"/>
                  </a:lnTo>
                  <a:lnTo>
                    <a:pt x="1325811" y="4936258"/>
                  </a:lnTo>
                  <a:lnTo>
                    <a:pt x="1325937" y="4936258"/>
                  </a:lnTo>
                  <a:lnTo>
                    <a:pt x="1325937" y="4930979"/>
                  </a:lnTo>
                  <a:lnTo>
                    <a:pt x="1326063" y="4930979"/>
                  </a:lnTo>
                  <a:lnTo>
                    <a:pt x="1326189" y="4930979"/>
                  </a:lnTo>
                  <a:lnTo>
                    <a:pt x="1326189" y="4925700"/>
                  </a:lnTo>
                  <a:lnTo>
                    <a:pt x="1326315" y="4925700"/>
                  </a:lnTo>
                  <a:lnTo>
                    <a:pt x="1326441" y="4925700"/>
                  </a:lnTo>
                  <a:lnTo>
                    <a:pt x="1326567" y="4925700"/>
                  </a:lnTo>
                  <a:lnTo>
                    <a:pt x="1326693" y="4925700"/>
                  </a:lnTo>
                  <a:lnTo>
                    <a:pt x="1326819" y="4925700"/>
                  </a:lnTo>
                  <a:lnTo>
                    <a:pt x="1326946" y="4925700"/>
                  </a:lnTo>
                  <a:lnTo>
                    <a:pt x="1327072" y="4925700"/>
                  </a:lnTo>
                  <a:lnTo>
                    <a:pt x="1327072" y="4920420"/>
                  </a:lnTo>
                  <a:lnTo>
                    <a:pt x="1327198" y="4920420"/>
                  </a:lnTo>
                  <a:lnTo>
                    <a:pt x="1327324" y="4920420"/>
                  </a:lnTo>
                  <a:lnTo>
                    <a:pt x="1327450" y="4920420"/>
                  </a:lnTo>
                  <a:lnTo>
                    <a:pt x="1327576" y="4920420"/>
                  </a:lnTo>
                  <a:lnTo>
                    <a:pt x="1327702" y="4920420"/>
                  </a:lnTo>
                  <a:lnTo>
                    <a:pt x="1327828" y="4920420"/>
                  </a:lnTo>
                  <a:lnTo>
                    <a:pt x="1327954" y="4920420"/>
                  </a:lnTo>
                  <a:lnTo>
                    <a:pt x="1328080" y="4920420"/>
                  </a:lnTo>
                  <a:lnTo>
                    <a:pt x="1328206" y="4920420"/>
                  </a:lnTo>
                  <a:lnTo>
                    <a:pt x="1328206" y="4915141"/>
                  </a:lnTo>
                  <a:lnTo>
                    <a:pt x="1328333" y="4915141"/>
                  </a:lnTo>
                  <a:lnTo>
                    <a:pt x="1328459" y="4915141"/>
                  </a:lnTo>
                  <a:lnTo>
                    <a:pt x="1328585" y="4915141"/>
                  </a:lnTo>
                  <a:lnTo>
                    <a:pt x="1328711" y="4915141"/>
                  </a:lnTo>
                  <a:lnTo>
                    <a:pt x="1328837" y="4915141"/>
                  </a:lnTo>
                  <a:lnTo>
                    <a:pt x="1328963" y="4915141"/>
                  </a:lnTo>
                  <a:lnTo>
                    <a:pt x="1329089" y="4915141"/>
                  </a:lnTo>
                  <a:lnTo>
                    <a:pt x="1329215" y="4915141"/>
                  </a:lnTo>
                  <a:lnTo>
                    <a:pt x="1329341" y="4915141"/>
                  </a:lnTo>
                  <a:lnTo>
                    <a:pt x="1329467" y="4915141"/>
                  </a:lnTo>
                  <a:lnTo>
                    <a:pt x="1329593" y="4915141"/>
                  </a:lnTo>
                  <a:lnTo>
                    <a:pt x="1329720" y="4915141"/>
                  </a:lnTo>
                  <a:lnTo>
                    <a:pt x="1329846" y="4915141"/>
                  </a:lnTo>
                  <a:lnTo>
                    <a:pt x="1329972" y="4915141"/>
                  </a:lnTo>
                  <a:lnTo>
                    <a:pt x="1330098" y="4915141"/>
                  </a:lnTo>
                  <a:lnTo>
                    <a:pt x="1330224" y="4915141"/>
                  </a:lnTo>
                  <a:lnTo>
                    <a:pt x="1330350" y="4915141"/>
                  </a:lnTo>
                  <a:lnTo>
                    <a:pt x="1330476" y="4915141"/>
                  </a:lnTo>
                  <a:lnTo>
                    <a:pt x="1330602" y="4915141"/>
                  </a:lnTo>
                  <a:lnTo>
                    <a:pt x="1330728" y="4915141"/>
                  </a:lnTo>
                  <a:lnTo>
                    <a:pt x="1330854" y="4915141"/>
                  </a:lnTo>
                  <a:lnTo>
                    <a:pt x="1330980" y="4915141"/>
                  </a:lnTo>
                  <a:lnTo>
                    <a:pt x="1331106" y="4915141"/>
                  </a:lnTo>
                  <a:lnTo>
                    <a:pt x="1331233" y="4915141"/>
                  </a:lnTo>
                  <a:lnTo>
                    <a:pt x="1331359" y="4915141"/>
                  </a:lnTo>
                  <a:lnTo>
                    <a:pt x="1331485" y="4915141"/>
                  </a:lnTo>
                  <a:lnTo>
                    <a:pt x="1331611" y="4915141"/>
                  </a:lnTo>
                  <a:lnTo>
                    <a:pt x="1331737" y="4915141"/>
                  </a:lnTo>
                  <a:lnTo>
                    <a:pt x="1331863" y="4915141"/>
                  </a:lnTo>
                  <a:lnTo>
                    <a:pt x="1331989" y="4915141"/>
                  </a:lnTo>
                  <a:lnTo>
                    <a:pt x="1332115" y="4915141"/>
                  </a:lnTo>
                  <a:lnTo>
                    <a:pt x="1332241" y="4915141"/>
                  </a:lnTo>
                  <a:lnTo>
                    <a:pt x="1332367" y="4915141"/>
                  </a:lnTo>
                  <a:lnTo>
                    <a:pt x="1332493" y="4915141"/>
                  </a:lnTo>
                  <a:lnTo>
                    <a:pt x="1332620" y="4915141"/>
                  </a:lnTo>
                  <a:lnTo>
                    <a:pt x="1332746" y="4915141"/>
                  </a:lnTo>
                  <a:lnTo>
                    <a:pt x="1332872" y="4915141"/>
                  </a:lnTo>
                  <a:lnTo>
                    <a:pt x="1332998" y="4915141"/>
                  </a:lnTo>
                  <a:lnTo>
                    <a:pt x="1333124" y="4915141"/>
                  </a:lnTo>
                  <a:lnTo>
                    <a:pt x="1333250" y="4915141"/>
                  </a:lnTo>
                  <a:lnTo>
                    <a:pt x="1333376" y="4915141"/>
                  </a:lnTo>
                  <a:lnTo>
                    <a:pt x="1333502" y="4915141"/>
                  </a:lnTo>
                  <a:lnTo>
                    <a:pt x="1333628" y="4915141"/>
                  </a:lnTo>
                  <a:lnTo>
                    <a:pt x="1333754" y="4915141"/>
                  </a:lnTo>
                  <a:lnTo>
                    <a:pt x="1333880" y="4915141"/>
                  </a:lnTo>
                  <a:lnTo>
                    <a:pt x="1334006" y="4915141"/>
                  </a:lnTo>
                  <a:lnTo>
                    <a:pt x="1334133" y="4915141"/>
                  </a:lnTo>
                  <a:lnTo>
                    <a:pt x="1334259" y="4915141"/>
                  </a:lnTo>
                  <a:lnTo>
                    <a:pt x="1334385" y="4915141"/>
                  </a:lnTo>
                  <a:lnTo>
                    <a:pt x="1334511" y="4915141"/>
                  </a:lnTo>
                  <a:lnTo>
                    <a:pt x="1334637" y="4915141"/>
                  </a:lnTo>
                  <a:lnTo>
                    <a:pt x="1334763" y="4915141"/>
                  </a:lnTo>
                  <a:lnTo>
                    <a:pt x="1334889" y="4915141"/>
                  </a:lnTo>
                  <a:lnTo>
                    <a:pt x="1335015" y="4915141"/>
                  </a:lnTo>
                  <a:lnTo>
                    <a:pt x="1335141" y="4915141"/>
                  </a:lnTo>
                  <a:lnTo>
                    <a:pt x="1335267" y="4915141"/>
                  </a:lnTo>
                  <a:lnTo>
                    <a:pt x="1335393" y="4915141"/>
                  </a:lnTo>
                  <a:lnTo>
                    <a:pt x="1335520" y="4915141"/>
                  </a:lnTo>
                  <a:lnTo>
                    <a:pt x="1335646" y="4915141"/>
                  </a:lnTo>
                  <a:lnTo>
                    <a:pt x="1335772" y="4915141"/>
                  </a:lnTo>
                  <a:lnTo>
                    <a:pt x="1335898" y="4915141"/>
                  </a:lnTo>
                  <a:lnTo>
                    <a:pt x="1336024" y="4915141"/>
                  </a:lnTo>
                  <a:lnTo>
                    <a:pt x="1336150" y="4915141"/>
                  </a:lnTo>
                  <a:lnTo>
                    <a:pt x="1336276" y="4915141"/>
                  </a:lnTo>
                  <a:lnTo>
                    <a:pt x="1336402" y="4915141"/>
                  </a:lnTo>
                  <a:lnTo>
                    <a:pt x="1336528" y="4915141"/>
                  </a:lnTo>
                  <a:lnTo>
                    <a:pt x="1336654" y="4915141"/>
                  </a:lnTo>
                  <a:lnTo>
                    <a:pt x="1336780" y="4915141"/>
                  </a:lnTo>
                  <a:lnTo>
                    <a:pt x="1336907" y="4915141"/>
                  </a:lnTo>
                  <a:lnTo>
                    <a:pt x="1337033" y="4915141"/>
                  </a:lnTo>
                  <a:lnTo>
                    <a:pt x="1337159" y="4915141"/>
                  </a:lnTo>
                  <a:lnTo>
                    <a:pt x="1337285" y="4915141"/>
                  </a:lnTo>
                  <a:lnTo>
                    <a:pt x="1337411" y="4915141"/>
                  </a:lnTo>
                  <a:lnTo>
                    <a:pt x="1337537" y="4915141"/>
                  </a:lnTo>
                  <a:lnTo>
                    <a:pt x="1337663" y="4915141"/>
                  </a:lnTo>
                  <a:lnTo>
                    <a:pt x="1337789" y="4915141"/>
                  </a:lnTo>
                  <a:lnTo>
                    <a:pt x="1337915" y="4915141"/>
                  </a:lnTo>
                  <a:lnTo>
                    <a:pt x="1338041" y="4915141"/>
                  </a:lnTo>
                  <a:lnTo>
                    <a:pt x="1338167" y="4915141"/>
                  </a:lnTo>
                  <a:lnTo>
                    <a:pt x="1338293" y="4915141"/>
                  </a:lnTo>
                  <a:lnTo>
                    <a:pt x="1338420" y="4915141"/>
                  </a:lnTo>
                  <a:lnTo>
                    <a:pt x="1338546" y="4915141"/>
                  </a:lnTo>
                  <a:lnTo>
                    <a:pt x="1338672" y="4915141"/>
                  </a:lnTo>
                  <a:lnTo>
                    <a:pt x="1338798" y="4915141"/>
                  </a:lnTo>
                  <a:lnTo>
                    <a:pt x="1338924" y="4915141"/>
                  </a:lnTo>
                  <a:lnTo>
                    <a:pt x="1339050" y="4915141"/>
                  </a:lnTo>
                  <a:lnTo>
                    <a:pt x="1339176" y="4915141"/>
                  </a:lnTo>
                  <a:lnTo>
                    <a:pt x="1339302" y="4915141"/>
                  </a:lnTo>
                  <a:lnTo>
                    <a:pt x="1339428" y="4915141"/>
                  </a:lnTo>
                  <a:lnTo>
                    <a:pt x="1339554" y="4915141"/>
                  </a:lnTo>
                  <a:lnTo>
                    <a:pt x="1339680" y="4915141"/>
                  </a:lnTo>
                  <a:lnTo>
                    <a:pt x="1339807" y="4915141"/>
                  </a:lnTo>
                  <a:lnTo>
                    <a:pt x="1339933" y="4915141"/>
                  </a:lnTo>
                  <a:lnTo>
                    <a:pt x="1340059" y="4915141"/>
                  </a:lnTo>
                  <a:lnTo>
                    <a:pt x="1340185" y="4915141"/>
                  </a:lnTo>
                  <a:lnTo>
                    <a:pt x="1340311" y="4915141"/>
                  </a:lnTo>
                  <a:lnTo>
                    <a:pt x="1340437" y="4915141"/>
                  </a:lnTo>
                  <a:lnTo>
                    <a:pt x="1340563" y="4915141"/>
                  </a:lnTo>
                  <a:lnTo>
                    <a:pt x="1340689" y="4915141"/>
                  </a:lnTo>
                  <a:lnTo>
                    <a:pt x="1340815" y="4915141"/>
                  </a:lnTo>
                  <a:lnTo>
                    <a:pt x="1340941" y="4915141"/>
                  </a:lnTo>
                  <a:lnTo>
                    <a:pt x="1341067" y="4915141"/>
                  </a:lnTo>
                  <a:lnTo>
                    <a:pt x="1341193" y="4915141"/>
                  </a:lnTo>
                  <a:lnTo>
                    <a:pt x="1341320" y="4915141"/>
                  </a:lnTo>
                  <a:lnTo>
                    <a:pt x="1341446" y="4915141"/>
                  </a:lnTo>
                  <a:lnTo>
                    <a:pt x="1341572" y="4915141"/>
                  </a:lnTo>
                  <a:lnTo>
                    <a:pt x="1341698" y="4915141"/>
                  </a:lnTo>
                  <a:lnTo>
                    <a:pt x="1341824" y="4915141"/>
                  </a:lnTo>
                  <a:lnTo>
                    <a:pt x="1341950" y="4915141"/>
                  </a:lnTo>
                  <a:lnTo>
                    <a:pt x="1342076" y="4915141"/>
                  </a:lnTo>
                  <a:lnTo>
                    <a:pt x="1342202" y="4915141"/>
                  </a:lnTo>
                  <a:lnTo>
                    <a:pt x="1342328" y="4915141"/>
                  </a:lnTo>
                  <a:lnTo>
                    <a:pt x="1342454" y="4915141"/>
                  </a:lnTo>
                  <a:lnTo>
                    <a:pt x="1342580" y="4915141"/>
                  </a:lnTo>
                  <a:lnTo>
                    <a:pt x="1342707" y="4915141"/>
                  </a:lnTo>
                  <a:lnTo>
                    <a:pt x="1342833" y="4915141"/>
                  </a:lnTo>
                  <a:lnTo>
                    <a:pt x="1342959" y="4915141"/>
                  </a:lnTo>
                  <a:lnTo>
                    <a:pt x="1343085" y="4915141"/>
                  </a:lnTo>
                  <a:lnTo>
                    <a:pt x="1343211" y="4915141"/>
                  </a:lnTo>
                  <a:lnTo>
                    <a:pt x="1343337" y="4915141"/>
                  </a:lnTo>
                  <a:lnTo>
                    <a:pt x="1343463" y="4915141"/>
                  </a:lnTo>
                  <a:lnTo>
                    <a:pt x="1343589" y="4915141"/>
                  </a:lnTo>
                  <a:lnTo>
                    <a:pt x="1343715" y="4915141"/>
                  </a:lnTo>
                  <a:lnTo>
                    <a:pt x="1343841" y="4915141"/>
                  </a:lnTo>
                  <a:lnTo>
                    <a:pt x="1343967" y="4915141"/>
                  </a:lnTo>
                  <a:lnTo>
                    <a:pt x="1344093" y="4915141"/>
                  </a:lnTo>
                  <a:lnTo>
                    <a:pt x="1344220" y="4915141"/>
                  </a:lnTo>
                  <a:lnTo>
                    <a:pt x="1344346" y="4915141"/>
                  </a:lnTo>
                  <a:lnTo>
                    <a:pt x="1344472" y="4915141"/>
                  </a:lnTo>
                  <a:lnTo>
                    <a:pt x="1344598" y="4915141"/>
                  </a:lnTo>
                  <a:lnTo>
                    <a:pt x="1344724" y="4915141"/>
                  </a:lnTo>
                  <a:lnTo>
                    <a:pt x="1344850" y="4915141"/>
                  </a:lnTo>
                  <a:lnTo>
                    <a:pt x="1344976" y="4915141"/>
                  </a:lnTo>
                  <a:lnTo>
                    <a:pt x="1345102" y="4915141"/>
                  </a:lnTo>
                  <a:lnTo>
                    <a:pt x="1345228" y="4915141"/>
                  </a:lnTo>
                  <a:lnTo>
                    <a:pt x="1345354" y="4915141"/>
                  </a:lnTo>
                  <a:lnTo>
                    <a:pt x="1345354" y="4909861"/>
                  </a:lnTo>
                  <a:lnTo>
                    <a:pt x="1345480" y="4909861"/>
                  </a:lnTo>
                  <a:lnTo>
                    <a:pt x="1345607" y="4909861"/>
                  </a:lnTo>
                  <a:lnTo>
                    <a:pt x="1345733" y="4909861"/>
                  </a:lnTo>
                  <a:lnTo>
                    <a:pt x="1345859" y="4909861"/>
                  </a:lnTo>
                  <a:lnTo>
                    <a:pt x="1345985" y="4909861"/>
                  </a:lnTo>
                  <a:lnTo>
                    <a:pt x="1346111" y="4909861"/>
                  </a:lnTo>
                  <a:lnTo>
                    <a:pt x="1346237" y="4909861"/>
                  </a:lnTo>
                  <a:lnTo>
                    <a:pt x="1346363" y="4909861"/>
                  </a:lnTo>
                  <a:lnTo>
                    <a:pt x="1346489" y="4909861"/>
                  </a:lnTo>
                  <a:lnTo>
                    <a:pt x="1346615" y="4909861"/>
                  </a:lnTo>
                  <a:lnTo>
                    <a:pt x="1346741" y="4909861"/>
                  </a:lnTo>
                  <a:lnTo>
                    <a:pt x="1346867" y="4909861"/>
                  </a:lnTo>
                  <a:lnTo>
                    <a:pt x="1346994" y="4909861"/>
                  </a:lnTo>
                  <a:lnTo>
                    <a:pt x="1347120" y="4909861"/>
                  </a:lnTo>
                  <a:lnTo>
                    <a:pt x="1347246" y="4909861"/>
                  </a:lnTo>
                  <a:lnTo>
                    <a:pt x="1347372" y="4909861"/>
                  </a:lnTo>
                  <a:lnTo>
                    <a:pt x="1347498" y="4909861"/>
                  </a:lnTo>
                  <a:lnTo>
                    <a:pt x="1347624" y="4909861"/>
                  </a:lnTo>
                  <a:lnTo>
                    <a:pt x="1347750" y="4909861"/>
                  </a:lnTo>
                  <a:lnTo>
                    <a:pt x="1347876" y="4909861"/>
                  </a:lnTo>
                  <a:lnTo>
                    <a:pt x="1348002" y="4909861"/>
                  </a:lnTo>
                  <a:lnTo>
                    <a:pt x="1348128" y="4909861"/>
                  </a:lnTo>
                  <a:lnTo>
                    <a:pt x="1348254" y="4909861"/>
                  </a:lnTo>
                  <a:lnTo>
                    <a:pt x="1348380" y="4909861"/>
                  </a:lnTo>
                  <a:lnTo>
                    <a:pt x="1348507" y="4909861"/>
                  </a:lnTo>
                  <a:lnTo>
                    <a:pt x="1348633" y="4909861"/>
                  </a:lnTo>
                  <a:lnTo>
                    <a:pt x="1348759" y="4909861"/>
                  </a:lnTo>
                  <a:lnTo>
                    <a:pt x="1348885" y="4909861"/>
                  </a:lnTo>
                  <a:lnTo>
                    <a:pt x="1349011" y="4909861"/>
                  </a:lnTo>
                  <a:lnTo>
                    <a:pt x="1349137" y="4909861"/>
                  </a:lnTo>
                  <a:lnTo>
                    <a:pt x="1349263" y="4909861"/>
                  </a:lnTo>
                  <a:lnTo>
                    <a:pt x="1349389" y="4909861"/>
                  </a:lnTo>
                  <a:lnTo>
                    <a:pt x="1349515" y="4909861"/>
                  </a:lnTo>
                  <a:lnTo>
                    <a:pt x="1349641" y="4909861"/>
                  </a:lnTo>
                  <a:lnTo>
                    <a:pt x="1349767" y="4909861"/>
                  </a:lnTo>
                  <a:lnTo>
                    <a:pt x="1349894" y="4909861"/>
                  </a:lnTo>
                  <a:lnTo>
                    <a:pt x="1350020" y="4909861"/>
                  </a:lnTo>
                  <a:lnTo>
                    <a:pt x="1350146" y="4909861"/>
                  </a:lnTo>
                  <a:lnTo>
                    <a:pt x="1350272" y="4909861"/>
                  </a:lnTo>
                  <a:lnTo>
                    <a:pt x="1350398" y="4909861"/>
                  </a:lnTo>
                  <a:lnTo>
                    <a:pt x="1350524" y="4909861"/>
                  </a:lnTo>
                  <a:lnTo>
                    <a:pt x="1350650" y="4909861"/>
                  </a:lnTo>
                  <a:lnTo>
                    <a:pt x="1350776" y="4909861"/>
                  </a:lnTo>
                  <a:lnTo>
                    <a:pt x="1350902" y="4909861"/>
                  </a:lnTo>
                  <a:lnTo>
                    <a:pt x="1351028" y="4909861"/>
                  </a:lnTo>
                  <a:lnTo>
                    <a:pt x="1351154" y="4909861"/>
                  </a:lnTo>
                  <a:lnTo>
                    <a:pt x="1351280" y="4909861"/>
                  </a:lnTo>
                  <a:lnTo>
                    <a:pt x="1351407" y="4909861"/>
                  </a:lnTo>
                  <a:lnTo>
                    <a:pt x="1351533" y="4909861"/>
                  </a:lnTo>
                  <a:lnTo>
                    <a:pt x="1351659" y="4909861"/>
                  </a:lnTo>
                  <a:lnTo>
                    <a:pt x="1351785" y="4909861"/>
                  </a:lnTo>
                  <a:lnTo>
                    <a:pt x="1351911" y="4909861"/>
                  </a:lnTo>
                  <a:lnTo>
                    <a:pt x="1352037" y="4909861"/>
                  </a:lnTo>
                  <a:lnTo>
                    <a:pt x="1352163" y="4909861"/>
                  </a:lnTo>
                  <a:lnTo>
                    <a:pt x="1352289" y="4909861"/>
                  </a:lnTo>
                  <a:lnTo>
                    <a:pt x="1352415" y="4909861"/>
                  </a:lnTo>
                  <a:lnTo>
                    <a:pt x="1352541" y="4909861"/>
                  </a:lnTo>
                  <a:lnTo>
                    <a:pt x="1352667" y="4909861"/>
                  </a:lnTo>
                  <a:lnTo>
                    <a:pt x="1352794" y="4909861"/>
                  </a:lnTo>
                  <a:lnTo>
                    <a:pt x="1352920" y="4909861"/>
                  </a:lnTo>
                  <a:lnTo>
                    <a:pt x="1353046" y="4909861"/>
                  </a:lnTo>
                  <a:lnTo>
                    <a:pt x="1353172" y="4909861"/>
                  </a:lnTo>
                  <a:lnTo>
                    <a:pt x="1353298" y="4909861"/>
                  </a:lnTo>
                  <a:lnTo>
                    <a:pt x="1353424" y="4909861"/>
                  </a:lnTo>
                  <a:lnTo>
                    <a:pt x="1353550" y="4909861"/>
                  </a:lnTo>
                  <a:lnTo>
                    <a:pt x="1353676" y="4909861"/>
                  </a:lnTo>
                  <a:lnTo>
                    <a:pt x="1353802" y="4909861"/>
                  </a:lnTo>
                  <a:lnTo>
                    <a:pt x="1353928" y="4909861"/>
                  </a:lnTo>
                  <a:lnTo>
                    <a:pt x="1354054" y="4909861"/>
                  </a:lnTo>
                  <a:lnTo>
                    <a:pt x="1354054" y="4904582"/>
                  </a:lnTo>
                  <a:lnTo>
                    <a:pt x="1354181" y="4904582"/>
                  </a:lnTo>
                  <a:lnTo>
                    <a:pt x="1354307" y="4904582"/>
                  </a:lnTo>
                  <a:lnTo>
                    <a:pt x="1354433" y="4904582"/>
                  </a:lnTo>
                  <a:lnTo>
                    <a:pt x="1354559" y="4904582"/>
                  </a:lnTo>
                  <a:lnTo>
                    <a:pt x="1354685" y="4904582"/>
                  </a:lnTo>
                  <a:lnTo>
                    <a:pt x="1354811" y="4904582"/>
                  </a:lnTo>
                  <a:lnTo>
                    <a:pt x="1354937" y="4904582"/>
                  </a:lnTo>
                  <a:lnTo>
                    <a:pt x="1355063" y="4904582"/>
                  </a:lnTo>
                  <a:lnTo>
                    <a:pt x="1355189" y="4904582"/>
                  </a:lnTo>
                  <a:lnTo>
                    <a:pt x="1355315" y="4904582"/>
                  </a:lnTo>
                  <a:lnTo>
                    <a:pt x="1355441" y="4904582"/>
                  </a:lnTo>
                  <a:lnTo>
                    <a:pt x="1355567" y="4904582"/>
                  </a:lnTo>
                  <a:lnTo>
                    <a:pt x="1355694" y="4904582"/>
                  </a:lnTo>
                  <a:lnTo>
                    <a:pt x="1355820" y="4904582"/>
                  </a:lnTo>
                  <a:lnTo>
                    <a:pt x="1355946" y="4904582"/>
                  </a:lnTo>
                  <a:lnTo>
                    <a:pt x="1356072" y="4904582"/>
                  </a:lnTo>
                  <a:lnTo>
                    <a:pt x="1356198" y="4904582"/>
                  </a:lnTo>
                  <a:lnTo>
                    <a:pt x="1356324" y="4904582"/>
                  </a:lnTo>
                  <a:lnTo>
                    <a:pt x="1356450" y="4904582"/>
                  </a:lnTo>
                  <a:lnTo>
                    <a:pt x="1356576" y="4904582"/>
                  </a:lnTo>
                  <a:lnTo>
                    <a:pt x="1356702" y="4904582"/>
                  </a:lnTo>
                  <a:lnTo>
                    <a:pt x="1356828" y="4904582"/>
                  </a:lnTo>
                  <a:lnTo>
                    <a:pt x="1356954" y="4904582"/>
                  </a:lnTo>
                  <a:lnTo>
                    <a:pt x="1357081" y="4904582"/>
                  </a:lnTo>
                  <a:lnTo>
                    <a:pt x="1357207" y="4904582"/>
                  </a:lnTo>
                  <a:lnTo>
                    <a:pt x="1357333" y="4904582"/>
                  </a:lnTo>
                  <a:lnTo>
                    <a:pt x="1357459" y="4904582"/>
                  </a:lnTo>
                  <a:lnTo>
                    <a:pt x="1357585" y="4904582"/>
                  </a:lnTo>
                  <a:lnTo>
                    <a:pt x="1357711" y="4904582"/>
                  </a:lnTo>
                  <a:lnTo>
                    <a:pt x="1357837" y="4904582"/>
                  </a:lnTo>
                  <a:lnTo>
                    <a:pt x="1357963" y="4904582"/>
                  </a:lnTo>
                  <a:lnTo>
                    <a:pt x="1358089" y="4904582"/>
                  </a:lnTo>
                  <a:lnTo>
                    <a:pt x="1358215" y="4904582"/>
                  </a:lnTo>
                  <a:lnTo>
                    <a:pt x="1358341" y="4904582"/>
                  </a:lnTo>
                  <a:lnTo>
                    <a:pt x="1358467" y="4904582"/>
                  </a:lnTo>
                  <a:lnTo>
                    <a:pt x="1358594" y="4904582"/>
                  </a:lnTo>
                  <a:lnTo>
                    <a:pt x="1358720" y="4904582"/>
                  </a:lnTo>
                  <a:lnTo>
                    <a:pt x="1358846" y="4904582"/>
                  </a:lnTo>
                  <a:lnTo>
                    <a:pt x="1358972" y="4904582"/>
                  </a:lnTo>
                  <a:lnTo>
                    <a:pt x="1359098" y="4904582"/>
                  </a:lnTo>
                  <a:lnTo>
                    <a:pt x="1359224" y="4904582"/>
                  </a:lnTo>
                  <a:lnTo>
                    <a:pt x="1359350" y="4904582"/>
                  </a:lnTo>
                  <a:lnTo>
                    <a:pt x="1359476" y="4904582"/>
                  </a:lnTo>
                  <a:lnTo>
                    <a:pt x="1359602" y="4904582"/>
                  </a:lnTo>
                  <a:lnTo>
                    <a:pt x="1359728" y="4904582"/>
                  </a:lnTo>
                  <a:lnTo>
                    <a:pt x="1359854" y="4904582"/>
                  </a:lnTo>
                  <a:lnTo>
                    <a:pt x="1359981" y="4904582"/>
                  </a:lnTo>
                  <a:lnTo>
                    <a:pt x="1360107" y="4904582"/>
                  </a:lnTo>
                  <a:lnTo>
                    <a:pt x="1360233" y="4904582"/>
                  </a:lnTo>
                  <a:lnTo>
                    <a:pt x="1360359" y="4904582"/>
                  </a:lnTo>
                  <a:lnTo>
                    <a:pt x="1360485" y="4904582"/>
                  </a:lnTo>
                  <a:lnTo>
                    <a:pt x="1360611" y="4904582"/>
                  </a:lnTo>
                  <a:lnTo>
                    <a:pt x="1360737" y="4904582"/>
                  </a:lnTo>
                  <a:lnTo>
                    <a:pt x="1360863" y="4904582"/>
                  </a:lnTo>
                  <a:lnTo>
                    <a:pt x="1360989" y="4904582"/>
                  </a:lnTo>
                  <a:lnTo>
                    <a:pt x="1361115" y="4904582"/>
                  </a:lnTo>
                  <a:lnTo>
                    <a:pt x="1361241" y="4904582"/>
                  </a:lnTo>
                  <a:lnTo>
                    <a:pt x="1361368" y="4904582"/>
                  </a:lnTo>
                  <a:lnTo>
                    <a:pt x="1361494" y="4904582"/>
                  </a:lnTo>
                  <a:lnTo>
                    <a:pt x="1361620" y="4904582"/>
                  </a:lnTo>
                  <a:lnTo>
                    <a:pt x="1361746" y="4904582"/>
                  </a:lnTo>
                  <a:lnTo>
                    <a:pt x="1361872" y="4904582"/>
                  </a:lnTo>
                  <a:lnTo>
                    <a:pt x="1361998" y="4904582"/>
                  </a:lnTo>
                  <a:lnTo>
                    <a:pt x="1362124" y="4904582"/>
                  </a:lnTo>
                  <a:lnTo>
                    <a:pt x="1362250" y="4904582"/>
                  </a:lnTo>
                  <a:lnTo>
                    <a:pt x="1362376" y="4904582"/>
                  </a:lnTo>
                  <a:lnTo>
                    <a:pt x="1362502" y="4904582"/>
                  </a:lnTo>
                  <a:lnTo>
                    <a:pt x="1362628" y="4904582"/>
                  </a:lnTo>
                  <a:lnTo>
                    <a:pt x="1362754" y="4904582"/>
                  </a:lnTo>
                  <a:lnTo>
                    <a:pt x="1362881" y="4904582"/>
                  </a:lnTo>
                  <a:lnTo>
                    <a:pt x="1363007" y="4904582"/>
                  </a:lnTo>
                  <a:lnTo>
                    <a:pt x="1363133" y="4904582"/>
                  </a:lnTo>
                  <a:lnTo>
                    <a:pt x="1363133" y="4899302"/>
                  </a:lnTo>
                  <a:lnTo>
                    <a:pt x="1363259" y="4899302"/>
                  </a:lnTo>
                  <a:lnTo>
                    <a:pt x="1363259" y="4894023"/>
                  </a:lnTo>
                  <a:lnTo>
                    <a:pt x="1363385" y="4894023"/>
                  </a:lnTo>
                  <a:lnTo>
                    <a:pt x="1363511" y="4894023"/>
                  </a:lnTo>
                  <a:lnTo>
                    <a:pt x="1363637" y="4894023"/>
                  </a:lnTo>
                  <a:lnTo>
                    <a:pt x="1363763" y="4894023"/>
                  </a:lnTo>
                  <a:lnTo>
                    <a:pt x="1363889" y="4894023"/>
                  </a:lnTo>
                  <a:lnTo>
                    <a:pt x="1364015" y="4894023"/>
                  </a:lnTo>
                  <a:lnTo>
                    <a:pt x="1364141" y="4894023"/>
                  </a:lnTo>
                  <a:lnTo>
                    <a:pt x="1364268" y="4894023"/>
                  </a:lnTo>
                  <a:lnTo>
                    <a:pt x="1364394" y="4894023"/>
                  </a:lnTo>
                  <a:lnTo>
                    <a:pt x="1364520" y="4894023"/>
                  </a:lnTo>
                  <a:lnTo>
                    <a:pt x="1364646" y="4894023"/>
                  </a:lnTo>
                  <a:lnTo>
                    <a:pt x="1364772" y="4894023"/>
                  </a:lnTo>
                  <a:lnTo>
                    <a:pt x="1364898" y="4894023"/>
                  </a:lnTo>
                  <a:lnTo>
                    <a:pt x="1365024" y="4894023"/>
                  </a:lnTo>
                  <a:lnTo>
                    <a:pt x="1365150" y="4894023"/>
                  </a:lnTo>
                  <a:lnTo>
                    <a:pt x="1365276" y="4894023"/>
                  </a:lnTo>
                  <a:lnTo>
                    <a:pt x="1365402" y="4894023"/>
                  </a:lnTo>
                  <a:lnTo>
                    <a:pt x="1365528" y="4894023"/>
                  </a:lnTo>
                  <a:lnTo>
                    <a:pt x="1365654" y="4894023"/>
                  </a:lnTo>
                  <a:lnTo>
                    <a:pt x="1365781" y="4894023"/>
                  </a:lnTo>
                  <a:lnTo>
                    <a:pt x="1365907" y="4894023"/>
                  </a:lnTo>
                  <a:lnTo>
                    <a:pt x="1366033" y="4894023"/>
                  </a:lnTo>
                  <a:lnTo>
                    <a:pt x="1366159" y="4894023"/>
                  </a:lnTo>
                  <a:lnTo>
                    <a:pt x="1366285" y="4894023"/>
                  </a:lnTo>
                  <a:lnTo>
                    <a:pt x="1366411" y="4894023"/>
                  </a:lnTo>
                  <a:lnTo>
                    <a:pt x="1366537" y="4894023"/>
                  </a:lnTo>
                  <a:lnTo>
                    <a:pt x="1366663" y="4894023"/>
                  </a:lnTo>
                  <a:lnTo>
                    <a:pt x="1366789" y="4894023"/>
                  </a:lnTo>
                  <a:lnTo>
                    <a:pt x="1366915" y="4894023"/>
                  </a:lnTo>
                  <a:lnTo>
                    <a:pt x="1367041" y="4894023"/>
                  </a:lnTo>
                  <a:lnTo>
                    <a:pt x="1367168" y="4894023"/>
                  </a:lnTo>
                  <a:lnTo>
                    <a:pt x="1367294" y="4894023"/>
                  </a:lnTo>
                  <a:lnTo>
                    <a:pt x="1367420" y="4894023"/>
                  </a:lnTo>
                  <a:lnTo>
                    <a:pt x="1367546" y="4894023"/>
                  </a:lnTo>
                  <a:lnTo>
                    <a:pt x="1367672" y="4894023"/>
                  </a:lnTo>
                  <a:lnTo>
                    <a:pt x="1367798" y="4894023"/>
                  </a:lnTo>
                  <a:lnTo>
                    <a:pt x="1367924" y="4894023"/>
                  </a:lnTo>
                  <a:lnTo>
                    <a:pt x="1368050" y="4894023"/>
                  </a:lnTo>
                  <a:lnTo>
                    <a:pt x="1368176" y="4894023"/>
                  </a:lnTo>
                  <a:lnTo>
                    <a:pt x="1368302" y="4894023"/>
                  </a:lnTo>
                  <a:lnTo>
                    <a:pt x="1368428" y="4894023"/>
                  </a:lnTo>
                  <a:lnTo>
                    <a:pt x="1368554" y="4894023"/>
                  </a:lnTo>
                  <a:lnTo>
                    <a:pt x="1368681" y="4894023"/>
                  </a:lnTo>
                  <a:lnTo>
                    <a:pt x="1368807" y="4894023"/>
                  </a:lnTo>
                  <a:lnTo>
                    <a:pt x="1368933" y="4894023"/>
                  </a:lnTo>
                  <a:lnTo>
                    <a:pt x="1369059" y="4894023"/>
                  </a:lnTo>
                  <a:lnTo>
                    <a:pt x="1369185" y="4894023"/>
                  </a:lnTo>
                  <a:lnTo>
                    <a:pt x="1369185" y="4888744"/>
                  </a:lnTo>
                  <a:lnTo>
                    <a:pt x="1369311" y="4888744"/>
                  </a:lnTo>
                  <a:lnTo>
                    <a:pt x="1369437" y="4888744"/>
                  </a:lnTo>
                  <a:lnTo>
                    <a:pt x="1369563" y="4888744"/>
                  </a:lnTo>
                  <a:lnTo>
                    <a:pt x="1369689" y="4888744"/>
                  </a:lnTo>
                  <a:lnTo>
                    <a:pt x="1369815" y="4888744"/>
                  </a:lnTo>
                  <a:lnTo>
                    <a:pt x="1369941" y="4888744"/>
                  </a:lnTo>
                  <a:lnTo>
                    <a:pt x="1370068" y="4888744"/>
                  </a:lnTo>
                  <a:lnTo>
                    <a:pt x="1370194" y="4888744"/>
                  </a:lnTo>
                  <a:lnTo>
                    <a:pt x="1370320" y="4888744"/>
                  </a:lnTo>
                  <a:lnTo>
                    <a:pt x="1370446" y="4888744"/>
                  </a:lnTo>
                  <a:lnTo>
                    <a:pt x="1370572" y="4888744"/>
                  </a:lnTo>
                  <a:lnTo>
                    <a:pt x="1370698" y="4888744"/>
                  </a:lnTo>
                  <a:lnTo>
                    <a:pt x="1370824" y="4888744"/>
                  </a:lnTo>
                  <a:lnTo>
                    <a:pt x="1370950" y="4888744"/>
                  </a:lnTo>
                  <a:lnTo>
                    <a:pt x="1371076" y="4888744"/>
                  </a:lnTo>
                  <a:lnTo>
                    <a:pt x="1371202" y="4888744"/>
                  </a:lnTo>
                  <a:lnTo>
                    <a:pt x="1371328" y="4888744"/>
                  </a:lnTo>
                  <a:lnTo>
                    <a:pt x="1371455" y="4888744"/>
                  </a:lnTo>
                  <a:lnTo>
                    <a:pt x="1371581" y="4888744"/>
                  </a:lnTo>
                  <a:lnTo>
                    <a:pt x="1371707" y="4888744"/>
                  </a:lnTo>
                  <a:lnTo>
                    <a:pt x="1371833" y="4888744"/>
                  </a:lnTo>
                  <a:lnTo>
                    <a:pt x="1371959" y="4888744"/>
                  </a:lnTo>
                  <a:lnTo>
                    <a:pt x="1372085" y="4888744"/>
                  </a:lnTo>
                  <a:lnTo>
                    <a:pt x="1372211" y="4888744"/>
                  </a:lnTo>
                  <a:lnTo>
                    <a:pt x="1372337" y="4888744"/>
                  </a:lnTo>
                  <a:lnTo>
                    <a:pt x="1372463" y="4888744"/>
                  </a:lnTo>
                  <a:lnTo>
                    <a:pt x="1372589" y="4888744"/>
                  </a:lnTo>
                  <a:lnTo>
                    <a:pt x="1372715" y="4888744"/>
                  </a:lnTo>
                  <a:lnTo>
                    <a:pt x="1372841" y="4888744"/>
                  </a:lnTo>
                  <a:lnTo>
                    <a:pt x="1372968" y="4888744"/>
                  </a:lnTo>
                  <a:lnTo>
                    <a:pt x="1373094" y="4888744"/>
                  </a:lnTo>
                  <a:lnTo>
                    <a:pt x="1373220" y="4888744"/>
                  </a:lnTo>
                  <a:lnTo>
                    <a:pt x="1373346" y="4888744"/>
                  </a:lnTo>
                  <a:lnTo>
                    <a:pt x="1373472" y="4888744"/>
                  </a:lnTo>
                  <a:lnTo>
                    <a:pt x="1373598" y="4888744"/>
                  </a:lnTo>
                  <a:lnTo>
                    <a:pt x="1373724" y="4888744"/>
                  </a:lnTo>
                  <a:lnTo>
                    <a:pt x="1373850" y="4888744"/>
                  </a:lnTo>
                  <a:lnTo>
                    <a:pt x="1373976" y="4888744"/>
                  </a:lnTo>
                  <a:lnTo>
                    <a:pt x="1374102" y="4888744"/>
                  </a:lnTo>
                  <a:lnTo>
                    <a:pt x="1374228" y="4888744"/>
                  </a:lnTo>
                  <a:lnTo>
                    <a:pt x="1374228" y="4883464"/>
                  </a:lnTo>
                  <a:lnTo>
                    <a:pt x="1374355" y="4883464"/>
                  </a:lnTo>
                  <a:lnTo>
                    <a:pt x="1374481" y="4883464"/>
                  </a:lnTo>
                  <a:lnTo>
                    <a:pt x="1374607" y="4883464"/>
                  </a:lnTo>
                  <a:lnTo>
                    <a:pt x="1374733" y="4883464"/>
                  </a:lnTo>
                  <a:lnTo>
                    <a:pt x="1374859" y="4883464"/>
                  </a:lnTo>
                  <a:lnTo>
                    <a:pt x="1374985" y="4883464"/>
                  </a:lnTo>
                  <a:lnTo>
                    <a:pt x="1375111" y="4883464"/>
                  </a:lnTo>
                  <a:lnTo>
                    <a:pt x="1375237" y="4883464"/>
                  </a:lnTo>
                  <a:lnTo>
                    <a:pt x="1375363" y="4883464"/>
                  </a:lnTo>
                  <a:lnTo>
                    <a:pt x="1375489" y="4883464"/>
                  </a:lnTo>
                  <a:lnTo>
                    <a:pt x="1375489" y="4878185"/>
                  </a:lnTo>
                  <a:lnTo>
                    <a:pt x="1375615" y="4878185"/>
                  </a:lnTo>
                  <a:lnTo>
                    <a:pt x="1375741" y="4878185"/>
                  </a:lnTo>
                  <a:lnTo>
                    <a:pt x="1375868" y="4878185"/>
                  </a:lnTo>
                  <a:lnTo>
                    <a:pt x="1375994" y="4878185"/>
                  </a:lnTo>
                  <a:lnTo>
                    <a:pt x="1376120" y="4878185"/>
                  </a:lnTo>
                  <a:lnTo>
                    <a:pt x="1376246" y="4878185"/>
                  </a:lnTo>
                  <a:lnTo>
                    <a:pt x="1376372" y="4878185"/>
                  </a:lnTo>
                  <a:lnTo>
                    <a:pt x="1376498" y="4878185"/>
                  </a:lnTo>
                  <a:lnTo>
                    <a:pt x="1376624" y="4878185"/>
                  </a:lnTo>
                  <a:lnTo>
                    <a:pt x="1376750" y="4878185"/>
                  </a:lnTo>
                  <a:lnTo>
                    <a:pt x="1376876" y="4878185"/>
                  </a:lnTo>
                  <a:lnTo>
                    <a:pt x="1377002" y="4878185"/>
                  </a:lnTo>
                  <a:lnTo>
                    <a:pt x="1377128" y="4878185"/>
                  </a:lnTo>
                  <a:lnTo>
                    <a:pt x="1377255" y="4878185"/>
                  </a:lnTo>
                  <a:lnTo>
                    <a:pt x="1377381" y="4878185"/>
                  </a:lnTo>
                  <a:lnTo>
                    <a:pt x="1377507" y="4878185"/>
                  </a:lnTo>
                  <a:lnTo>
                    <a:pt x="1377633" y="4878185"/>
                  </a:lnTo>
                  <a:lnTo>
                    <a:pt x="1377759" y="4878185"/>
                  </a:lnTo>
                  <a:lnTo>
                    <a:pt x="1377885" y="4878185"/>
                  </a:lnTo>
                  <a:lnTo>
                    <a:pt x="1378011" y="4878185"/>
                  </a:lnTo>
                  <a:lnTo>
                    <a:pt x="1378137" y="4878185"/>
                  </a:lnTo>
                  <a:lnTo>
                    <a:pt x="1378263" y="4878185"/>
                  </a:lnTo>
                  <a:lnTo>
                    <a:pt x="1378263" y="4872905"/>
                  </a:lnTo>
                  <a:lnTo>
                    <a:pt x="1378389" y="4872905"/>
                  </a:lnTo>
                  <a:lnTo>
                    <a:pt x="1378515" y="4872905"/>
                  </a:lnTo>
                  <a:lnTo>
                    <a:pt x="1378642" y="4872905"/>
                  </a:lnTo>
                  <a:lnTo>
                    <a:pt x="1378768" y="4872905"/>
                  </a:lnTo>
                  <a:lnTo>
                    <a:pt x="1378894" y="4872905"/>
                  </a:lnTo>
                  <a:lnTo>
                    <a:pt x="1379020" y="4872905"/>
                  </a:lnTo>
                  <a:lnTo>
                    <a:pt x="1379146" y="4872905"/>
                  </a:lnTo>
                  <a:lnTo>
                    <a:pt x="1379272" y="4872905"/>
                  </a:lnTo>
                  <a:lnTo>
                    <a:pt x="1379398" y="4872905"/>
                  </a:lnTo>
                  <a:lnTo>
                    <a:pt x="1379398" y="4867626"/>
                  </a:lnTo>
                  <a:lnTo>
                    <a:pt x="1379524" y="4867626"/>
                  </a:lnTo>
                  <a:lnTo>
                    <a:pt x="1379650" y="4867626"/>
                  </a:lnTo>
                  <a:lnTo>
                    <a:pt x="1379776" y="4867626"/>
                  </a:lnTo>
                  <a:lnTo>
                    <a:pt x="1379902" y="4867626"/>
                  </a:lnTo>
                  <a:lnTo>
                    <a:pt x="1380028" y="4867626"/>
                  </a:lnTo>
                  <a:lnTo>
                    <a:pt x="1380155" y="4867626"/>
                  </a:lnTo>
                  <a:lnTo>
                    <a:pt x="1380281" y="4867626"/>
                  </a:lnTo>
                  <a:lnTo>
                    <a:pt x="1380407" y="4867626"/>
                  </a:lnTo>
                  <a:lnTo>
                    <a:pt x="1380533" y="4867626"/>
                  </a:lnTo>
                  <a:lnTo>
                    <a:pt x="1380659" y="4867626"/>
                  </a:lnTo>
                  <a:lnTo>
                    <a:pt x="1380785" y="4867626"/>
                  </a:lnTo>
                  <a:lnTo>
                    <a:pt x="1380911" y="4867626"/>
                  </a:lnTo>
                  <a:lnTo>
                    <a:pt x="1381037" y="4867626"/>
                  </a:lnTo>
                  <a:lnTo>
                    <a:pt x="1381163" y="4867626"/>
                  </a:lnTo>
                  <a:lnTo>
                    <a:pt x="1381289" y="4867626"/>
                  </a:lnTo>
                  <a:lnTo>
                    <a:pt x="1381415" y="4867626"/>
                  </a:lnTo>
                  <a:lnTo>
                    <a:pt x="1381542" y="4867626"/>
                  </a:lnTo>
                  <a:lnTo>
                    <a:pt x="1381668" y="4867626"/>
                  </a:lnTo>
                  <a:lnTo>
                    <a:pt x="1381794" y="4867626"/>
                  </a:lnTo>
                  <a:lnTo>
                    <a:pt x="1381920" y="4867626"/>
                  </a:lnTo>
                  <a:lnTo>
                    <a:pt x="1382046" y="4867626"/>
                  </a:lnTo>
                  <a:lnTo>
                    <a:pt x="1382172" y="4867626"/>
                  </a:lnTo>
                  <a:lnTo>
                    <a:pt x="1382298" y="4867626"/>
                  </a:lnTo>
                  <a:lnTo>
                    <a:pt x="1382424" y="4867626"/>
                  </a:lnTo>
                  <a:lnTo>
                    <a:pt x="1382550" y="4867626"/>
                  </a:lnTo>
                  <a:lnTo>
                    <a:pt x="1382676" y="4867626"/>
                  </a:lnTo>
                  <a:lnTo>
                    <a:pt x="1382802" y="4867626"/>
                  </a:lnTo>
                  <a:lnTo>
                    <a:pt x="1382928" y="4867626"/>
                  </a:lnTo>
                  <a:lnTo>
                    <a:pt x="1383055" y="4867626"/>
                  </a:lnTo>
                  <a:lnTo>
                    <a:pt x="1383181" y="4867626"/>
                  </a:lnTo>
                  <a:lnTo>
                    <a:pt x="1383307" y="4867626"/>
                  </a:lnTo>
                  <a:lnTo>
                    <a:pt x="1383307" y="4862347"/>
                  </a:lnTo>
                  <a:lnTo>
                    <a:pt x="1383433" y="4862347"/>
                  </a:lnTo>
                  <a:lnTo>
                    <a:pt x="1383559" y="4862347"/>
                  </a:lnTo>
                  <a:lnTo>
                    <a:pt x="1383685" y="4862347"/>
                  </a:lnTo>
                  <a:lnTo>
                    <a:pt x="1383811" y="4862347"/>
                  </a:lnTo>
                  <a:lnTo>
                    <a:pt x="1383937" y="4862347"/>
                  </a:lnTo>
                  <a:lnTo>
                    <a:pt x="1384063" y="4862347"/>
                  </a:lnTo>
                  <a:lnTo>
                    <a:pt x="1384189" y="4862347"/>
                  </a:lnTo>
                  <a:lnTo>
                    <a:pt x="1384315" y="4862347"/>
                  </a:lnTo>
                  <a:lnTo>
                    <a:pt x="1384442" y="4862347"/>
                  </a:lnTo>
                  <a:lnTo>
                    <a:pt x="1384568" y="4862347"/>
                  </a:lnTo>
                  <a:lnTo>
                    <a:pt x="1384694" y="4862347"/>
                  </a:lnTo>
                  <a:lnTo>
                    <a:pt x="1384820" y="4862347"/>
                  </a:lnTo>
                  <a:lnTo>
                    <a:pt x="1384946" y="4862347"/>
                  </a:lnTo>
                  <a:lnTo>
                    <a:pt x="1385072" y="4862347"/>
                  </a:lnTo>
                  <a:lnTo>
                    <a:pt x="1385198" y="4862347"/>
                  </a:lnTo>
                  <a:lnTo>
                    <a:pt x="1385324" y="4862347"/>
                  </a:lnTo>
                  <a:lnTo>
                    <a:pt x="1385450" y="4862347"/>
                  </a:lnTo>
                  <a:lnTo>
                    <a:pt x="1385576" y="4862347"/>
                  </a:lnTo>
                  <a:lnTo>
                    <a:pt x="1385702" y="4862347"/>
                  </a:lnTo>
                  <a:lnTo>
                    <a:pt x="1385829" y="4862347"/>
                  </a:lnTo>
                  <a:lnTo>
                    <a:pt x="1385955" y="4862347"/>
                  </a:lnTo>
                  <a:lnTo>
                    <a:pt x="1386081" y="4862347"/>
                  </a:lnTo>
                  <a:lnTo>
                    <a:pt x="1386207" y="4862347"/>
                  </a:lnTo>
                  <a:lnTo>
                    <a:pt x="1386333" y="4862347"/>
                  </a:lnTo>
                  <a:lnTo>
                    <a:pt x="1386459" y="4862347"/>
                  </a:lnTo>
                  <a:lnTo>
                    <a:pt x="1386585" y="4862347"/>
                  </a:lnTo>
                  <a:lnTo>
                    <a:pt x="1386711" y="4862347"/>
                  </a:lnTo>
                  <a:lnTo>
                    <a:pt x="1386837" y="4862347"/>
                  </a:lnTo>
                  <a:lnTo>
                    <a:pt x="1386963" y="4862347"/>
                  </a:lnTo>
                  <a:lnTo>
                    <a:pt x="1387089" y="4862347"/>
                  </a:lnTo>
                  <a:lnTo>
                    <a:pt x="1387215" y="4862347"/>
                  </a:lnTo>
                  <a:lnTo>
                    <a:pt x="1387342" y="4862347"/>
                  </a:lnTo>
                  <a:lnTo>
                    <a:pt x="1387468" y="4862347"/>
                  </a:lnTo>
                  <a:lnTo>
                    <a:pt x="1387594" y="4862347"/>
                  </a:lnTo>
                  <a:lnTo>
                    <a:pt x="1387720" y="4862347"/>
                  </a:lnTo>
                  <a:lnTo>
                    <a:pt x="1387846" y="4862347"/>
                  </a:lnTo>
                  <a:lnTo>
                    <a:pt x="1387972" y="4862347"/>
                  </a:lnTo>
                  <a:lnTo>
                    <a:pt x="1388098" y="4862347"/>
                  </a:lnTo>
                  <a:lnTo>
                    <a:pt x="1388224" y="4862347"/>
                  </a:lnTo>
                  <a:lnTo>
                    <a:pt x="1388350" y="4862347"/>
                  </a:lnTo>
                  <a:lnTo>
                    <a:pt x="1388476" y="4862347"/>
                  </a:lnTo>
                  <a:lnTo>
                    <a:pt x="1388602" y="4862347"/>
                  </a:lnTo>
                  <a:lnTo>
                    <a:pt x="1388729" y="4862347"/>
                  </a:lnTo>
                  <a:lnTo>
                    <a:pt x="1388855" y="4862347"/>
                  </a:lnTo>
                  <a:lnTo>
                    <a:pt x="1388981" y="4862347"/>
                  </a:lnTo>
                  <a:lnTo>
                    <a:pt x="1389107" y="4862347"/>
                  </a:lnTo>
                  <a:lnTo>
                    <a:pt x="1389233" y="4862347"/>
                  </a:lnTo>
                  <a:lnTo>
                    <a:pt x="1389359" y="4862347"/>
                  </a:lnTo>
                  <a:lnTo>
                    <a:pt x="1389485" y="4862347"/>
                  </a:lnTo>
                  <a:lnTo>
                    <a:pt x="1389611" y="4862347"/>
                  </a:lnTo>
                  <a:lnTo>
                    <a:pt x="1389737" y="4862347"/>
                  </a:lnTo>
                  <a:lnTo>
                    <a:pt x="1389863" y="4862347"/>
                  </a:lnTo>
                  <a:lnTo>
                    <a:pt x="1389989" y="4862347"/>
                  </a:lnTo>
                  <a:lnTo>
                    <a:pt x="1390115" y="4862347"/>
                  </a:lnTo>
                  <a:lnTo>
                    <a:pt x="1390242" y="4862347"/>
                  </a:lnTo>
                  <a:lnTo>
                    <a:pt x="1390368" y="4862347"/>
                  </a:lnTo>
                  <a:lnTo>
                    <a:pt x="1390494" y="4862347"/>
                  </a:lnTo>
                  <a:lnTo>
                    <a:pt x="1390620" y="4862347"/>
                  </a:lnTo>
                  <a:lnTo>
                    <a:pt x="1390746" y="4862347"/>
                  </a:lnTo>
                  <a:lnTo>
                    <a:pt x="1390872" y="4862347"/>
                  </a:lnTo>
                  <a:lnTo>
                    <a:pt x="1390998" y="4862347"/>
                  </a:lnTo>
                  <a:lnTo>
                    <a:pt x="1391124" y="4862347"/>
                  </a:lnTo>
                  <a:lnTo>
                    <a:pt x="1391250" y="4862347"/>
                  </a:lnTo>
                  <a:lnTo>
                    <a:pt x="1391376" y="4862347"/>
                  </a:lnTo>
                  <a:lnTo>
                    <a:pt x="1391502" y="4862347"/>
                  </a:lnTo>
                  <a:lnTo>
                    <a:pt x="1391629" y="4862347"/>
                  </a:lnTo>
                  <a:lnTo>
                    <a:pt x="1391755" y="4862347"/>
                  </a:lnTo>
                  <a:lnTo>
                    <a:pt x="1391881" y="4862347"/>
                  </a:lnTo>
                  <a:lnTo>
                    <a:pt x="1392007" y="4862347"/>
                  </a:lnTo>
                  <a:lnTo>
                    <a:pt x="1392133" y="4862347"/>
                  </a:lnTo>
                  <a:lnTo>
                    <a:pt x="1392259" y="4862347"/>
                  </a:lnTo>
                  <a:lnTo>
                    <a:pt x="1392385" y="4862347"/>
                  </a:lnTo>
                  <a:lnTo>
                    <a:pt x="1392511" y="4862347"/>
                  </a:lnTo>
                  <a:lnTo>
                    <a:pt x="1392637" y="4862347"/>
                  </a:lnTo>
                  <a:lnTo>
                    <a:pt x="1392763" y="4862347"/>
                  </a:lnTo>
                  <a:lnTo>
                    <a:pt x="1392889" y="4862347"/>
                  </a:lnTo>
                  <a:lnTo>
                    <a:pt x="1393015" y="4862347"/>
                  </a:lnTo>
                  <a:lnTo>
                    <a:pt x="1393142" y="4862347"/>
                  </a:lnTo>
                  <a:lnTo>
                    <a:pt x="1393142" y="4857067"/>
                  </a:lnTo>
                  <a:lnTo>
                    <a:pt x="1393268" y="4857067"/>
                  </a:lnTo>
                  <a:lnTo>
                    <a:pt x="1393394" y="4857067"/>
                  </a:lnTo>
                  <a:lnTo>
                    <a:pt x="1393520" y="4857067"/>
                  </a:lnTo>
                  <a:lnTo>
                    <a:pt x="1393646" y="4857067"/>
                  </a:lnTo>
                  <a:lnTo>
                    <a:pt x="1393772" y="4857067"/>
                  </a:lnTo>
                  <a:lnTo>
                    <a:pt x="1393898" y="4857067"/>
                  </a:lnTo>
                  <a:lnTo>
                    <a:pt x="1394024" y="4857067"/>
                  </a:lnTo>
                  <a:lnTo>
                    <a:pt x="1394150" y="4857067"/>
                  </a:lnTo>
                  <a:lnTo>
                    <a:pt x="1394276" y="4857067"/>
                  </a:lnTo>
                  <a:lnTo>
                    <a:pt x="1394402" y="4857067"/>
                  </a:lnTo>
                  <a:lnTo>
                    <a:pt x="1394529" y="4857067"/>
                  </a:lnTo>
                  <a:lnTo>
                    <a:pt x="1394655" y="4857067"/>
                  </a:lnTo>
                  <a:lnTo>
                    <a:pt x="1394781" y="4857067"/>
                  </a:lnTo>
                  <a:lnTo>
                    <a:pt x="1394907" y="4857067"/>
                  </a:lnTo>
                  <a:lnTo>
                    <a:pt x="1395033" y="4857067"/>
                  </a:lnTo>
                  <a:lnTo>
                    <a:pt x="1395159" y="4857067"/>
                  </a:lnTo>
                  <a:lnTo>
                    <a:pt x="1395285" y="4857067"/>
                  </a:lnTo>
                  <a:lnTo>
                    <a:pt x="1395411" y="4857067"/>
                  </a:lnTo>
                  <a:lnTo>
                    <a:pt x="1395537" y="4857067"/>
                  </a:lnTo>
                  <a:lnTo>
                    <a:pt x="1395663" y="4857067"/>
                  </a:lnTo>
                  <a:lnTo>
                    <a:pt x="1395789" y="4857067"/>
                  </a:lnTo>
                  <a:lnTo>
                    <a:pt x="1395916" y="4857067"/>
                  </a:lnTo>
                  <a:lnTo>
                    <a:pt x="1396042" y="4857067"/>
                  </a:lnTo>
                  <a:lnTo>
                    <a:pt x="1396168" y="4857067"/>
                  </a:lnTo>
                  <a:lnTo>
                    <a:pt x="1396294" y="4857067"/>
                  </a:lnTo>
                  <a:lnTo>
                    <a:pt x="1396420" y="4857067"/>
                  </a:lnTo>
                  <a:lnTo>
                    <a:pt x="1396546" y="4857067"/>
                  </a:lnTo>
                  <a:lnTo>
                    <a:pt x="1396672" y="4857067"/>
                  </a:lnTo>
                  <a:lnTo>
                    <a:pt x="1396798" y="4857067"/>
                  </a:lnTo>
                  <a:lnTo>
                    <a:pt x="1396924" y="4857067"/>
                  </a:lnTo>
                  <a:lnTo>
                    <a:pt x="1397050" y="4857067"/>
                  </a:lnTo>
                  <a:lnTo>
                    <a:pt x="1397176" y="4857067"/>
                  </a:lnTo>
                  <a:lnTo>
                    <a:pt x="1397302" y="4857067"/>
                  </a:lnTo>
                  <a:lnTo>
                    <a:pt x="1397429" y="4857067"/>
                  </a:lnTo>
                  <a:lnTo>
                    <a:pt x="1397555" y="4857067"/>
                  </a:lnTo>
                  <a:lnTo>
                    <a:pt x="1397681" y="4857067"/>
                  </a:lnTo>
                  <a:lnTo>
                    <a:pt x="1397807" y="4857067"/>
                  </a:lnTo>
                  <a:lnTo>
                    <a:pt x="1397933" y="4857067"/>
                  </a:lnTo>
                  <a:lnTo>
                    <a:pt x="1398059" y="4857067"/>
                  </a:lnTo>
                  <a:lnTo>
                    <a:pt x="1398185" y="4857067"/>
                  </a:lnTo>
                  <a:lnTo>
                    <a:pt x="1398311" y="4857067"/>
                  </a:lnTo>
                  <a:lnTo>
                    <a:pt x="1398437" y="4857067"/>
                  </a:lnTo>
                  <a:lnTo>
                    <a:pt x="1398563" y="4857067"/>
                  </a:lnTo>
                  <a:lnTo>
                    <a:pt x="1398689" y="4857067"/>
                  </a:lnTo>
                  <a:lnTo>
                    <a:pt x="1398816" y="4857067"/>
                  </a:lnTo>
                  <a:lnTo>
                    <a:pt x="1398942" y="4857067"/>
                  </a:lnTo>
                  <a:lnTo>
                    <a:pt x="1399068" y="4857067"/>
                  </a:lnTo>
                  <a:lnTo>
                    <a:pt x="1399068" y="4851788"/>
                  </a:lnTo>
                  <a:lnTo>
                    <a:pt x="1399194" y="4851788"/>
                  </a:lnTo>
                  <a:lnTo>
                    <a:pt x="1399320" y="4851788"/>
                  </a:lnTo>
                  <a:lnTo>
                    <a:pt x="1399446" y="4851788"/>
                  </a:lnTo>
                  <a:lnTo>
                    <a:pt x="1399572" y="4851788"/>
                  </a:lnTo>
                  <a:lnTo>
                    <a:pt x="1399698" y="4851788"/>
                  </a:lnTo>
                  <a:lnTo>
                    <a:pt x="1399824" y="4851788"/>
                  </a:lnTo>
                  <a:lnTo>
                    <a:pt x="1399950" y="4851788"/>
                  </a:lnTo>
                  <a:lnTo>
                    <a:pt x="1400076" y="4851788"/>
                  </a:lnTo>
                  <a:lnTo>
                    <a:pt x="1400202" y="4851788"/>
                  </a:lnTo>
                  <a:lnTo>
                    <a:pt x="1400329" y="4851788"/>
                  </a:lnTo>
                  <a:lnTo>
                    <a:pt x="1400455" y="4851788"/>
                  </a:lnTo>
                  <a:lnTo>
                    <a:pt x="1400581" y="4851788"/>
                  </a:lnTo>
                  <a:lnTo>
                    <a:pt x="1400707" y="4851788"/>
                  </a:lnTo>
                  <a:lnTo>
                    <a:pt x="1400833" y="4851788"/>
                  </a:lnTo>
                  <a:lnTo>
                    <a:pt x="1400833" y="4846508"/>
                  </a:lnTo>
                  <a:lnTo>
                    <a:pt x="1400959" y="4846508"/>
                  </a:lnTo>
                  <a:lnTo>
                    <a:pt x="1401085" y="4846508"/>
                  </a:lnTo>
                  <a:lnTo>
                    <a:pt x="1401211" y="4846508"/>
                  </a:lnTo>
                  <a:lnTo>
                    <a:pt x="1401337" y="4846508"/>
                  </a:lnTo>
                  <a:lnTo>
                    <a:pt x="1401463" y="4846508"/>
                  </a:lnTo>
                  <a:lnTo>
                    <a:pt x="1401589" y="4846508"/>
                  </a:lnTo>
                  <a:lnTo>
                    <a:pt x="1401716" y="4846508"/>
                  </a:lnTo>
                  <a:lnTo>
                    <a:pt x="1401842" y="4846508"/>
                  </a:lnTo>
                  <a:lnTo>
                    <a:pt x="1401968" y="4846508"/>
                  </a:lnTo>
                  <a:lnTo>
                    <a:pt x="1402094" y="4846508"/>
                  </a:lnTo>
                  <a:lnTo>
                    <a:pt x="1402220" y="4846508"/>
                  </a:lnTo>
                  <a:lnTo>
                    <a:pt x="1402346" y="4846508"/>
                  </a:lnTo>
                  <a:lnTo>
                    <a:pt x="1402472" y="4846508"/>
                  </a:lnTo>
                  <a:lnTo>
                    <a:pt x="1402598" y="4846508"/>
                  </a:lnTo>
                  <a:lnTo>
                    <a:pt x="1402724" y="4846508"/>
                  </a:lnTo>
                  <a:lnTo>
                    <a:pt x="1402850" y="4846508"/>
                  </a:lnTo>
                  <a:lnTo>
                    <a:pt x="1402976" y="4846508"/>
                  </a:lnTo>
                  <a:lnTo>
                    <a:pt x="1403103" y="4846508"/>
                  </a:lnTo>
                  <a:lnTo>
                    <a:pt x="1403229" y="4846508"/>
                  </a:lnTo>
                  <a:lnTo>
                    <a:pt x="1403355" y="4846508"/>
                  </a:lnTo>
                  <a:lnTo>
                    <a:pt x="1403481" y="4846508"/>
                  </a:lnTo>
                  <a:lnTo>
                    <a:pt x="1403607" y="4846508"/>
                  </a:lnTo>
                  <a:lnTo>
                    <a:pt x="1403733" y="4846508"/>
                  </a:lnTo>
                  <a:lnTo>
                    <a:pt x="1403859" y="4846508"/>
                  </a:lnTo>
                  <a:lnTo>
                    <a:pt x="1403985" y="4846508"/>
                  </a:lnTo>
                  <a:lnTo>
                    <a:pt x="1404111" y="4846508"/>
                  </a:lnTo>
                  <a:lnTo>
                    <a:pt x="1404237" y="4846508"/>
                  </a:lnTo>
                  <a:lnTo>
                    <a:pt x="1404363" y="4846508"/>
                  </a:lnTo>
                  <a:lnTo>
                    <a:pt x="1404489" y="4846508"/>
                  </a:lnTo>
                  <a:lnTo>
                    <a:pt x="1404616" y="4846508"/>
                  </a:lnTo>
                  <a:lnTo>
                    <a:pt x="1404742" y="4846508"/>
                  </a:lnTo>
                  <a:lnTo>
                    <a:pt x="1404868" y="4846508"/>
                  </a:lnTo>
                  <a:lnTo>
                    <a:pt x="1404994" y="4846508"/>
                  </a:lnTo>
                  <a:lnTo>
                    <a:pt x="1405120" y="4846508"/>
                  </a:lnTo>
                  <a:lnTo>
                    <a:pt x="1405246" y="4846508"/>
                  </a:lnTo>
                  <a:lnTo>
                    <a:pt x="1405372" y="4846508"/>
                  </a:lnTo>
                  <a:lnTo>
                    <a:pt x="1405498" y="4846508"/>
                  </a:lnTo>
                  <a:lnTo>
                    <a:pt x="1405624" y="4846508"/>
                  </a:lnTo>
                  <a:lnTo>
                    <a:pt x="1405750" y="4846508"/>
                  </a:lnTo>
                  <a:lnTo>
                    <a:pt x="1405876" y="4846508"/>
                  </a:lnTo>
                  <a:lnTo>
                    <a:pt x="1406003" y="4846508"/>
                  </a:lnTo>
                  <a:lnTo>
                    <a:pt x="1406129" y="4846508"/>
                  </a:lnTo>
                  <a:lnTo>
                    <a:pt x="1406255" y="4846508"/>
                  </a:lnTo>
                  <a:lnTo>
                    <a:pt x="1406381" y="4846508"/>
                  </a:lnTo>
                  <a:lnTo>
                    <a:pt x="1406507" y="4846508"/>
                  </a:lnTo>
                  <a:lnTo>
                    <a:pt x="1406633" y="4846508"/>
                  </a:lnTo>
                  <a:lnTo>
                    <a:pt x="1406759" y="4846508"/>
                  </a:lnTo>
                  <a:lnTo>
                    <a:pt x="1406885" y="4846508"/>
                  </a:lnTo>
                  <a:lnTo>
                    <a:pt x="1407011" y="4846508"/>
                  </a:lnTo>
                  <a:lnTo>
                    <a:pt x="1407137" y="4846508"/>
                  </a:lnTo>
                  <a:lnTo>
                    <a:pt x="1407263" y="4846508"/>
                  </a:lnTo>
                  <a:lnTo>
                    <a:pt x="1407263" y="4841229"/>
                  </a:lnTo>
                  <a:lnTo>
                    <a:pt x="1407389" y="4841229"/>
                  </a:lnTo>
                  <a:lnTo>
                    <a:pt x="1407516" y="4841229"/>
                  </a:lnTo>
                  <a:lnTo>
                    <a:pt x="1407642" y="4841229"/>
                  </a:lnTo>
                  <a:lnTo>
                    <a:pt x="1407768" y="4841229"/>
                  </a:lnTo>
                  <a:lnTo>
                    <a:pt x="1407894" y="4841229"/>
                  </a:lnTo>
                  <a:lnTo>
                    <a:pt x="1407894" y="4835949"/>
                  </a:lnTo>
                  <a:lnTo>
                    <a:pt x="1408020" y="4835949"/>
                  </a:lnTo>
                  <a:lnTo>
                    <a:pt x="1408146" y="4835949"/>
                  </a:lnTo>
                  <a:lnTo>
                    <a:pt x="1408272" y="4835949"/>
                  </a:lnTo>
                  <a:lnTo>
                    <a:pt x="1408398" y="4835949"/>
                  </a:lnTo>
                  <a:lnTo>
                    <a:pt x="1408524" y="4835949"/>
                  </a:lnTo>
                  <a:lnTo>
                    <a:pt x="1408650" y="4835949"/>
                  </a:lnTo>
                  <a:lnTo>
                    <a:pt x="1408776" y="4835949"/>
                  </a:lnTo>
                  <a:lnTo>
                    <a:pt x="1408903" y="4835949"/>
                  </a:lnTo>
                  <a:lnTo>
                    <a:pt x="1409029" y="4835949"/>
                  </a:lnTo>
                  <a:lnTo>
                    <a:pt x="1409155" y="4835949"/>
                  </a:lnTo>
                  <a:lnTo>
                    <a:pt x="1409281" y="4835949"/>
                  </a:lnTo>
                  <a:lnTo>
                    <a:pt x="1409407" y="4835949"/>
                  </a:lnTo>
                  <a:lnTo>
                    <a:pt x="1409533" y="4835949"/>
                  </a:lnTo>
                  <a:lnTo>
                    <a:pt x="1409659" y="4835949"/>
                  </a:lnTo>
                  <a:lnTo>
                    <a:pt x="1409785" y="4835949"/>
                  </a:lnTo>
                  <a:lnTo>
                    <a:pt x="1409911" y="4835949"/>
                  </a:lnTo>
                  <a:lnTo>
                    <a:pt x="1410037" y="4835949"/>
                  </a:lnTo>
                  <a:lnTo>
                    <a:pt x="1410163" y="4835949"/>
                  </a:lnTo>
                  <a:lnTo>
                    <a:pt x="1410289" y="4835949"/>
                  </a:lnTo>
                  <a:lnTo>
                    <a:pt x="1410416" y="4835949"/>
                  </a:lnTo>
                  <a:lnTo>
                    <a:pt x="1410542" y="4835949"/>
                  </a:lnTo>
                  <a:lnTo>
                    <a:pt x="1410668" y="4835949"/>
                  </a:lnTo>
                  <a:lnTo>
                    <a:pt x="1410794" y="4835949"/>
                  </a:lnTo>
                  <a:lnTo>
                    <a:pt x="1410920" y="4835949"/>
                  </a:lnTo>
                  <a:lnTo>
                    <a:pt x="1411046" y="4835949"/>
                  </a:lnTo>
                  <a:lnTo>
                    <a:pt x="1411172" y="4835949"/>
                  </a:lnTo>
                  <a:lnTo>
                    <a:pt x="1411298" y="4835949"/>
                  </a:lnTo>
                  <a:lnTo>
                    <a:pt x="1411424" y="4835949"/>
                  </a:lnTo>
                  <a:lnTo>
                    <a:pt x="1411550" y="4835949"/>
                  </a:lnTo>
                  <a:lnTo>
                    <a:pt x="1411676" y="4835949"/>
                  </a:lnTo>
                  <a:lnTo>
                    <a:pt x="1411803" y="4835949"/>
                  </a:lnTo>
                  <a:lnTo>
                    <a:pt x="1411929" y="4835949"/>
                  </a:lnTo>
                  <a:lnTo>
                    <a:pt x="1412055" y="4835949"/>
                  </a:lnTo>
                  <a:lnTo>
                    <a:pt x="1412181" y="4835949"/>
                  </a:lnTo>
                  <a:lnTo>
                    <a:pt x="1412307" y="4835949"/>
                  </a:lnTo>
                  <a:lnTo>
                    <a:pt x="1412433" y="4835949"/>
                  </a:lnTo>
                  <a:lnTo>
                    <a:pt x="1412559" y="4835949"/>
                  </a:lnTo>
                  <a:lnTo>
                    <a:pt x="1412685" y="4835949"/>
                  </a:lnTo>
                  <a:lnTo>
                    <a:pt x="1412811" y="4835949"/>
                  </a:lnTo>
                  <a:lnTo>
                    <a:pt x="1412937" y="4835949"/>
                  </a:lnTo>
                  <a:lnTo>
                    <a:pt x="1413063" y="4835949"/>
                  </a:lnTo>
                  <a:lnTo>
                    <a:pt x="1413190" y="4835949"/>
                  </a:lnTo>
                  <a:lnTo>
                    <a:pt x="1413316" y="4835949"/>
                  </a:lnTo>
                  <a:lnTo>
                    <a:pt x="1413442" y="4835949"/>
                  </a:lnTo>
                  <a:lnTo>
                    <a:pt x="1413568" y="4835949"/>
                  </a:lnTo>
                  <a:lnTo>
                    <a:pt x="1413694" y="4835949"/>
                  </a:lnTo>
                  <a:lnTo>
                    <a:pt x="1413820" y="4835949"/>
                  </a:lnTo>
                  <a:lnTo>
                    <a:pt x="1413946" y="4835949"/>
                  </a:lnTo>
                  <a:lnTo>
                    <a:pt x="1414072" y="4835949"/>
                  </a:lnTo>
                  <a:lnTo>
                    <a:pt x="1414198" y="4835949"/>
                  </a:lnTo>
                  <a:lnTo>
                    <a:pt x="1414324" y="4835949"/>
                  </a:lnTo>
                  <a:lnTo>
                    <a:pt x="1414450" y="4835949"/>
                  </a:lnTo>
                  <a:lnTo>
                    <a:pt x="1414576" y="4835949"/>
                  </a:lnTo>
                  <a:lnTo>
                    <a:pt x="1414703" y="4835949"/>
                  </a:lnTo>
                  <a:lnTo>
                    <a:pt x="1414829" y="4835949"/>
                  </a:lnTo>
                  <a:lnTo>
                    <a:pt x="1414955" y="4835949"/>
                  </a:lnTo>
                  <a:lnTo>
                    <a:pt x="1415081" y="4835949"/>
                  </a:lnTo>
                  <a:lnTo>
                    <a:pt x="1415207" y="4835949"/>
                  </a:lnTo>
                  <a:lnTo>
                    <a:pt x="1415333" y="4835949"/>
                  </a:lnTo>
                  <a:lnTo>
                    <a:pt x="1415459" y="4835949"/>
                  </a:lnTo>
                  <a:lnTo>
                    <a:pt x="1415585" y="4835949"/>
                  </a:lnTo>
                  <a:lnTo>
                    <a:pt x="1415711" y="4835949"/>
                  </a:lnTo>
                  <a:lnTo>
                    <a:pt x="1415837" y="4835949"/>
                  </a:lnTo>
                  <a:lnTo>
                    <a:pt x="1415837" y="4830670"/>
                  </a:lnTo>
                  <a:lnTo>
                    <a:pt x="1415963" y="4830670"/>
                  </a:lnTo>
                  <a:lnTo>
                    <a:pt x="1416090" y="4830670"/>
                  </a:lnTo>
                  <a:lnTo>
                    <a:pt x="1416216" y="4830670"/>
                  </a:lnTo>
                  <a:lnTo>
                    <a:pt x="1416342" y="4830670"/>
                  </a:lnTo>
                  <a:lnTo>
                    <a:pt x="1416468" y="4830670"/>
                  </a:lnTo>
                  <a:lnTo>
                    <a:pt x="1416594" y="4830670"/>
                  </a:lnTo>
                  <a:lnTo>
                    <a:pt x="1416720" y="4830670"/>
                  </a:lnTo>
                  <a:lnTo>
                    <a:pt x="1416846" y="4830670"/>
                  </a:lnTo>
                  <a:lnTo>
                    <a:pt x="1416972" y="4830670"/>
                  </a:lnTo>
                  <a:lnTo>
                    <a:pt x="1417098" y="4830670"/>
                  </a:lnTo>
                  <a:lnTo>
                    <a:pt x="1417224" y="4830670"/>
                  </a:lnTo>
                  <a:lnTo>
                    <a:pt x="1417350" y="4830670"/>
                  </a:lnTo>
                  <a:lnTo>
                    <a:pt x="1417476" y="4830670"/>
                  </a:lnTo>
                  <a:lnTo>
                    <a:pt x="1417603" y="4830670"/>
                  </a:lnTo>
                  <a:lnTo>
                    <a:pt x="1417729" y="4830670"/>
                  </a:lnTo>
                  <a:lnTo>
                    <a:pt x="1417855" y="4830670"/>
                  </a:lnTo>
                  <a:lnTo>
                    <a:pt x="1417981" y="4830670"/>
                  </a:lnTo>
                  <a:lnTo>
                    <a:pt x="1418107" y="4830670"/>
                  </a:lnTo>
                  <a:lnTo>
                    <a:pt x="1418233" y="4830670"/>
                  </a:lnTo>
                  <a:lnTo>
                    <a:pt x="1418359" y="4830670"/>
                  </a:lnTo>
                  <a:lnTo>
                    <a:pt x="1418485" y="4830670"/>
                  </a:lnTo>
                  <a:lnTo>
                    <a:pt x="1418611" y="4830670"/>
                  </a:lnTo>
                  <a:lnTo>
                    <a:pt x="1418737" y="4830670"/>
                  </a:lnTo>
                  <a:lnTo>
                    <a:pt x="1418863" y="4830670"/>
                  </a:lnTo>
                  <a:lnTo>
                    <a:pt x="1418990" y="4830670"/>
                  </a:lnTo>
                  <a:lnTo>
                    <a:pt x="1418990" y="4825391"/>
                  </a:lnTo>
                  <a:lnTo>
                    <a:pt x="1419116" y="4825391"/>
                  </a:lnTo>
                  <a:lnTo>
                    <a:pt x="1419242" y="4825391"/>
                  </a:lnTo>
                  <a:lnTo>
                    <a:pt x="1419368" y="4825391"/>
                  </a:lnTo>
                  <a:lnTo>
                    <a:pt x="1419494" y="4825391"/>
                  </a:lnTo>
                  <a:lnTo>
                    <a:pt x="1419620" y="4825391"/>
                  </a:lnTo>
                  <a:lnTo>
                    <a:pt x="1419746" y="4825391"/>
                  </a:lnTo>
                  <a:lnTo>
                    <a:pt x="1419872" y="4825391"/>
                  </a:lnTo>
                  <a:lnTo>
                    <a:pt x="1419998" y="4825391"/>
                  </a:lnTo>
                  <a:lnTo>
                    <a:pt x="1420124" y="4825391"/>
                  </a:lnTo>
                  <a:lnTo>
                    <a:pt x="1420250" y="4825391"/>
                  </a:lnTo>
                  <a:lnTo>
                    <a:pt x="1420377" y="4825391"/>
                  </a:lnTo>
                  <a:lnTo>
                    <a:pt x="1420503" y="4825391"/>
                  </a:lnTo>
                  <a:lnTo>
                    <a:pt x="1420629" y="4825391"/>
                  </a:lnTo>
                  <a:lnTo>
                    <a:pt x="1420755" y="4825391"/>
                  </a:lnTo>
                  <a:lnTo>
                    <a:pt x="1420881" y="4825391"/>
                  </a:lnTo>
                  <a:lnTo>
                    <a:pt x="1421007" y="4825391"/>
                  </a:lnTo>
                  <a:lnTo>
                    <a:pt x="1421133" y="4825391"/>
                  </a:lnTo>
                  <a:lnTo>
                    <a:pt x="1421259" y="4825391"/>
                  </a:lnTo>
                  <a:lnTo>
                    <a:pt x="1421385" y="4825391"/>
                  </a:lnTo>
                  <a:lnTo>
                    <a:pt x="1421511" y="4825391"/>
                  </a:lnTo>
                  <a:lnTo>
                    <a:pt x="1421511" y="4820111"/>
                  </a:lnTo>
                  <a:lnTo>
                    <a:pt x="1421637" y="4820111"/>
                  </a:lnTo>
                  <a:lnTo>
                    <a:pt x="1421637" y="4814832"/>
                  </a:lnTo>
                  <a:lnTo>
                    <a:pt x="1421763" y="4814832"/>
                  </a:lnTo>
                  <a:lnTo>
                    <a:pt x="1421890" y="4814832"/>
                  </a:lnTo>
                  <a:lnTo>
                    <a:pt x="1422016" y="4814832"/>
                  </a:lnTo>
                  <a:lnTo>
                    <a:pt x="1422142" y="4814832"/>
                  </a:lnTo>
                  <a:lnTo>
                    <a:pt x="1422268" y="4814832"/>
                  </a:lnTo>
                  <a:lnTo>
                    <a:pt x="1422394" y="4814832"/>
                  </a:lnTo>
                  <a:lnTo>
                    <a:pt x="1422520" y="4814832"/>
                  </a:lnTo>
                  <a:lnTo>
                    <a:pt x="1422646" y="4814832"/>
                  </a:lnTo>
                  <a:lnTo>
                    <a:pt x="1422772" y="4814832"/>
                  </a:lnTo>
                  <a:lnTo>
                    <a:pt x="1422898" y="4814832"/>
                  </a:lnTo>
                  <a:lnTo>
                    <a:pt x="1423024" y="4814832"/>
                  </a:lnTo>
                  <a:lnTo>
                    <a:pt x="1423150" y="4814832"/>
                  </a:lnTo>
                  <a:lnTo>
                    <a:pt x="1423277" y="4814832"/>
                  </a:lnTo>
                  <a:lnTo>
                    <a:pt x="1423403" y="4814832"/>
                  </a:lnTo>
                  <a:lnTo>
                    <a:pt x="1423529" y="4814832"/>
                  </a:lnTo>
                  <a:lnTo>
                    <a:pt x="1423655" y="4814832"/>
                  </a:lnTo>
                  <a:lnTo>
                    <a:pt x="1423781" y="4814832"/>
                  </a:lnTo>
                  <a:lnTo>
                    <a:pt x="1423907" y="4814832"/>
                  </a:lnTo>
                  <a:lnTo>
                    <a:pt x="1424033" y="4814832"/>
                  </a:lnTo>
                  <a:lnTo>
                    <a:pt x="1424159" y="4814832"/>
                  </a:lnTo>
                  <a:lnTo>
                    <a:pt x="1424285" y="4814832"/>
                  </a:lnTo>
                  <a:lnTo>
                    <a:pt x="1424411" y="4814832"/>
                  </a:lnTo>
                  <a:lnTo>
                    <a:pt x="1424537" y="4814832"/>
                  </a:lnTo>
                  <a:lnTo>
                    <a:pt x="1424663" y="4814832"/>
                  </a:lnTo>
                  <a:lnTo>
                    <a:pt x="1424790" y="4814832"/>
                  </a:lnTo>
                  <a:lnTo>
                    <a:pt x="1424916" y="4814832"/>
                  </a:lnTo>
                  <a:lnTo>
                    <a:pt x="1425042" y="4814832"/>
                  </a:lnTo>
                  <a:lnTo>
                    <a:pt x="1425168" y="4814832"/>
                  </a:lnTo>
                  <a:lnTo>
                    <a:pt x="1425294" y="4814832"/>
                  </a:lnTo>
                  <a:lnTo>
                    <a:pt x="1425420" y="4814832"/>
                  </a:lnTo>
                  <a:lnTo>
                    <a:pt x="1425546" y="4814832"/>
                  </a:lnTo>
                  <a:lnTo>
                    <a:pt x="1425672" y="4814832"/>
                  </a:lnTo>
                  <a:lnTo>
                    <a:pt x="1425672" y="4809552"/>
                  </a:lnTo>
                  <a:lnTo>
                    <a:pt x="1425798" y="4809552"/>
                  </a:lnTo>
                  <a:lnTo>
                    <a:pt x="1425924" y="4809552"/>
                  </a:lnTo>
                  <a:lnTo>
                    <a:pt x="1426050" y="4809552"/>
                  </a:lnTo>
                  <a:lnTo>
                    <a:pt x="1426177" y="4809552"/>
                  </a:lnTo>
                  <a:lnTo>
                    <a:pt x="1426303" y="4809552"/>
                  </a:lnTo>
                  <a:lnTo>
                    <a:pt x="1426429" y="4809552"/>
                  </a:lnTo>
                  <a:lnTo>
                    <a:pt x="1426555" y="4809552"/>
                  </a:lnTo>
                  <a:lnTo>
                    <a:pt x="1426681" y="4809552"/>
                  </a:lnTo>
                  <a:lnTo>
                    <a:pt x="1426807" y="4809552"/>
                  </a:lnTo>
                  <a:lnTo>
                    <a:pt x="1426933" y="4809552"/>
                  </a:lnTo>
                  <a:lnTo>
                    <a:pt x="1427059" y="4809552"/>
                  </a:lnTo>
                  <a:lnTo>
                    <a:pt x="1427185" y="4809552"/>
                  </a:lnTo>
                  <a:lnTo>
                    <a:pt x="1427311" y="4809552"/>
                  </a:lnTo>
                  <a:lnTo>
                    <a:pt x="1427437" y="4809552"/>
                  </a:lnTo>
                  <a:lnTo>
                    <a:pt x="1427564" y="4809552"/>
                  </a:lnTo>
                  <a:lnTo>
                    <a:pt x="1427690" y="4809552"/>
                  </a:lnTo>
                  <a:lnTo>
                    <a:pt x="1427816" y="4809552"/>
                  </a:lnTo>
                  <a:lnTo>
                    <a:pt x="1427942" y="4809552"/>
                  </a:lnTo>
                  <a:lnTo>
                    <a:pt x="1428068" y="4809552"/>
                  </a:lnTo>
                  <a:lnTo>
                    <a:pt x="1428194" y="4809552"/>
                  </a:lnTo>
                  <a:lnTo>
                    <a:pt x="1428320" y="4809552"/>
                  </a:lnTo>
                  <a:lnTo>
                    <a:pt x="1428446" y="4809552"/>
                  </a:lnTo>
                  <a:lnTo>
                    <a:pt x="1428572" y="4809552"/>
                  </a:lnTo>
                  <a:lnTo>
                    <a:pt x="1428698" y="4809552"/>
                  </a:lnTo>
                  <a:lnTo>
                    <a:pt x="1428824" y="4809552"/>
                  </a:lnTo>
                  <a:lnTo>
                    <a:pt x="1428950" y="4809552"/>
                  </a:lnTo>
                  <a:lnTo>
                    <a:pt x="1429077" y="4809552"/>
                  </a:lnTo>
                  <a:lnTo>
                    <a:pt x="1429203" y="4809552"/>
                  </a:lnTo>
                  <a:lnTo>
                    <a:pt x="1429329" y="4809552"/>
                  </a:lnTo>
                  <a:lnTo>
                    <a:pt x="1429455" y="4809552"/>
                  </a:lnTo>
                  <a:lnTo>
                    <a:pt x="1429581" y="4809552"/>
                  </a:lnTo>
                  <a:lnTo>
                    <a:pt x="1429707" y="4809552"/>
                  </a:lnTo>
                  <a:lnTo>
                    <a:pt x="1429833" y="4809552"/>
                  </a:lnTo>
                  <a:lnTo>
                    <a:pt x="1429959" y="4809552"/>
                  </a:lnTo>
                  <a:lnTo>
                    <a:pt x="1430085" y="4809552"/>
                  </a:lnTo>
                  <a:lnTo>
                    <a:pt x="1430211" y="4809552"/>
                  </a:lnTo>
                  <a:lnTo>
                    <a:pt x="1430337" y="4809552"/>
                  </a:lnTo>
                  <a:lnTo>
                    <a:pt x="1430464" y="4809552"/>
                  </a:lnTo>
                  <a:lnTo>
                    <a:pt x="1430590" y="4809552"/>
                  </a:lnTo>
                  <a:lnTo>
                    <a:pt x="1430716" y="4809552"/>
                  </a:lnTo>
                  <a:lnTo>
                    <a:pt x="1430842" y="4809552"/>
                  </a:lnTo>
                  <a:lnTo>
                    <a:pt x="1430968" y="4809552"/>
                  </a:lnTo>
                  <a:lnTo>
                    <a:pt x="1431094" y="4809552"/>
                  </a:lnTo>
                  <a:lnTo>
                    <a:pt x="1431220" y="4809552"/>
                  </a:lnTo>
                  <a:lnTo>
                    <a:pt x="1431346" y="4809552"/>
                  </a:lnTo>
                  <a:lnTo>
                    <a:pt x="1431472" y="4809552"/>
                  </a:lnTo>
                  <a:lnTo>
                    <a:pt x="1431598" y="4809552"/>
                  </a:lnTo>
                  <a:lnTo>
                    <a:pt x="1431724" y="4809552"/>
                  </a:lnTo>
                  <a:lnTo>
                    <a:pt x="1431850" y="4809552"/>
                  </a:lnTo>
                  <a:lnTo>
                    <a:pt x="1431977" y="4809552"/>
                  </a:lnTo>
                  <a:lnTo>
                    <a:pt x="1432103" y="4809552"/>
                  </a:lnTo>
                  <a:lnTo>
                    <a:pt x="1432229" y="4809552"/>
                  </a:lnTo>
                  <a:lnTo>
                    <a:pt x="1432355" y="4809552"/>
                  </a:lnTo>
                  <a:lnTo>
                    <a:pt x="1432481" y="4809552"/>
                  </a:lnTo>
                  <a:lnTo>
                    <a:pt x="1432481" y="4804273"/>
                  </a:lnTo>
                  <a:lnTo>
                    <a:pt x="1432607" y="4804273"/>
                  </a:lnTo>
                  <a:lnTo>
                    <a:pt x="1432733" y="4804273"/>
                  </a:lnTo>
                  <a:lnTo>
                    <a:pt x="1432859" y="4804273"/>
                  </a:lnTo>
                  <a:lnTo>
                    <a:pt x="1432985" y="4804273"/>
                  </a:lnTo>
                  <a:lnTo>
                    <a:pt x="1433111" y="4804273"/>
                  </a:lnTo>
                  <a:lnTo>
                    <a:pt x="1433237" y="4804273"/>
                  </a:lnTo>
                  <a:lnTo>
                    <a:pt x="1433364" y="4804273"/>
                  </a:lnTo>
                  <a:lnTo>
                    <a:pt x="1433490" y="4804273"/>
                  </a:lnTo>
                  <a:lnTo>
                    <a:pt x="1433616" y="4804273"/>
                  </a:lnTo>
                  <a:lnTo>
                    <a:pt x="1433742" y="4804273"/>
                  </a:lnTo>
                  <a:lnTo>
                    <a:pt x="1433868" y="4804273"/>
                  </a:lnTo>
                  <a:lnTo>
                    <a:pt x="1433994" y="4804273"/>
                  </a:lnTo>
                  <a:lnTo>
                    <a:pt x="1434120" y="4804273"/>
                  </a:lnTo>
                  <a:lnTo>
                    <a:pt x="1434246" y="4804273"/>
                  </a:lnTo>
                  <a:lnTo>
                    <a:pt x="1434372" y="4804273"/>
                  </a:lnTo>
                  <a:lnTo>
                    <a:pt x="1434498" y="4804273"/>
                  </a:lnTo>
                  <a:lnTo>
                    <a:pt x="1434624" y="4804273"/>
                  </a:lnTo>
                  <a:lnTo>
                    <a:pt x="1434750" y="4804273"/>
                  </a:lnTo>
                  <a:lnTo>
                    <a:pt x="1434877" y="4804273"/>
                  </a:lnTo>
                  <a:lnTo>
                    <a:pt x="1435003" y="4804273"/>
                  </a:lnTo>
                  <a:lnTo>
                    <a:pt x="1435129" y="4804273"/>
                  </a:lnTo>
                  <a:lnTo>
                    <a:pt x="1435255" y="4804273"/>
                  </a:lnTo>
                  <a:lnTo>
                    <a:pt x="1435381" y="4804273"/>
                  </a:lnTo>
                  <a:lnTo>
                    <a:pt x="1435507" y="4804273"/>
                  </a:lnTo>
                  <a:lnTo>
                    <a:pt x="1435633" y="4804273"/>
                  </a:lnTo>
                  <a:lnTo>
                    <a:pt x="1435759" y="4804273"/>
                  </a:lnTo>
                  <a:lnTo>
                    <a:pt x="1435885" y="4804273"/>
                  </a:lnTo>
                  <a:lnTo>
                    <a:pt x="1436011" y="4804273"/>
                  </a:lnTo>
                  <a:lnTo>
                    <a:pt x="1436137" y="4804273"/>
                  </a:lnTo>
                  <a:lnTo>
                    <a:pt x="1436264" y="4804273"/>
                  </a:lnTo>
                  <a:lnTo>
                    <a:pt x="1436390" y="4804273"/>
                  </a:lnTo>
                  <a:lnTo>
                    <a:pt x="1436516" y="4804273"/>
                  </a:lnTo>
                  <a:lnTo>
                    <a:pt x="1436642" y="4804273"/>
                  </a:lnTo>
                  <a:lnTo>
                    <a:pt x="1436768" y="4804273"/>
                  </a:lnTo>
                  <a:lnTo>
                    <a:pt x="1436894" y="4804273"/>
                  </a:lnTo>
                  <a:lnTo>
                    <a:pt x="1437020" y="4804273"/>
                  </a:lnTo>
                  <a:lnTo>
                    <a:pt x="1437146" y="4804273"/>
                  </a:lnTo>
                  <a:lnTo>
                    <a:pt x="1437272" y="4804273"/>
                  </a:lnTo>
                  <a:lnTo>
                    <a:pt x="1437398" y="4804273"/>
                  </a:lnTo>
                  <a:lnTo>
                    <a:pt x="1437524" y="4804273"/>
                  </a:lnTo>
                  <a:lnTo>
                    <a:pt x="1437524" y="4798993"/>
                  </a:lnTo>
                  <a:lnTo>
                    <a:pt x="1437651" y="4798993"/>
                  </a:lnTo>
                  <a:lnTo>
                    <a:pt x="1437777" y="4798993"/>
                  </a:lnTo>
                  <a:lnTo>
                    <a:pt x="1437903" y="4798993"/>
                  </a:lnTo>
                  <a:lnTo>
                    <a:pt x="1438029" y="4798993"/>
                  </a:lnTo>
                  <a:lnTo>
                    <a:pt x="1438155" y="4798993"/>
                  </a:lnTo>
                  <a:lnTo>
                    <a:pt x="1438281" y="4798993"/>
                  </a:lnTo>
                  <a:lnTo>
                    <a:pt x="1438407" y="4798993"/>
                  </a:lnTo>
                  <a:lnTo>
                    <a:pt x="1438533" y="4798993"/>
                  </a:lnTo>
                  <a:lnTo>
                    <a:pt x="1438659" y="4798993"/>
                  </a:lnTo>
                  <a:lnTo>
                    <a:pt x="1438785" y="4798993"/>
                  </a:lnTo>
                  <a:lnTo>
                    <a:pt x="1438911" y="4798993"/>
                  </a:lnTo>
                  <a:lnTo>
                    <a:pt x="1439037" y="4798993"/>
                  </a:lnTo>
                  <a:lnTo>
                    <a:pt x="1439164" y="4798993"/>
                  </a:lnTo>
                  <a:lnTo>
                    <a:pt x="1439290" y="4798993"/>
                  </a:lnTo>
                  <a:lnTo>
                    <a:pt x="1439416" y="4798993"/>
                  </a:lnTo>
                  <a:lnTo>
                    <a:pt x="1439542" y="4798993"/>
                  </a:lnTo>
                  <a:lnTo>
                    <a:pt x="1439668" y="4798993"/>
                  </a:lnTo>
                  <a:lnTo>
                    <a:pt x="1439794" y="4798993"/>
                  </a:lnTo>
                  <a:lnTo>
                    <a:pt x="1439920" y="4798993"/>
                  </a:lnTo>
                  <a:lnTo>
                    <a:pt x="1440046" y="4798993"/>
                  </a:lnTo>
                  <a:lnTo>
                    <a:pt x="1440172" y="4798993"/>
                  </a:lnTo>
                  <a:lnTo>
                    <a:pt x="1440298" y="4798993"/>
                  </a:lnTo>
                  <a:lnTo>
                    <a:pt x="1440424" y="4798993"/>
                  </a:lnTo>
                  <a:lnTo>
                    <a:pt x="1440551" y="4798993"/>
                  </a:lnTo>
                  <a:lnTo>
                    <a:pt x="1440677" y="4798993"/>
                  </a:lnTo>
                  <a:lnTo>
                    <a:pt x="1440803" y="4798993"/>
                  </a:lnTo>
                  <a:lnTo>
                    <a:pt x="1440929" y="4798993"/>
                  </a:lnTo>
                  <a:lnTo>
                    <a:pt x="1441055" y="4798993"/>
                  </a:lnTo>
                  <a:lnTo>
                    <a:pt x="1441181" y="4798993"/>
                  </a:lnTo>
                  <a:lnTo>
                    <a:pt x="1441307" y="4798993"/>
                  </a:lnTo>
                  <a:lnTo>
                    <a:pt x="1441433" y="4798993"/>
                  </a:lnTo>
                  <a:lnTo>
                    <a:pt x="1441559" y="4798993"/>
                  </a:lnTo>
                  <a:lnTo>
                    <a:pt x="1441685" y="4798993"/>
                  </a:lnTo>
                  <a:lnTo>
                    <a:pt x="1441811" y="4798993"/>
                  </a:lnTo>
                  <a:lnTo>
                    <a:pt x="1441937" y="4798993"/>
                  </a:lnTo>
                  <a:lnTo>
                    <a:pt x="1442064" y="4798993"/>
                  </a:lnTo>
                  <a:lnTo>
                    <a:pt x="1442190" y="4798993"/>
                  </a:lnTo>
                  <a:lnTo>
                    <a:pt x="1442316" y="4798993"/>
                  </a:lnTo>
                  <a:lnTo>
                    <a:pt x="1442442" y="4798993"/>
                  </a:lnTo>
                  <a:lnTo>
                    <a:pt x="1442568" y="4798993"/>
                  </a:lnTo>
                  <a:lnTo>
                    <a:pt x="1442694" y="4798993"/>
                  </a:lnTo>
                  <a:lnTo>
                    <a:pt x="1442820" y="4798993"/>
                  </a:lnTo>
                  <a:lnTo>
                    <a:pt x="1442946" y="4798993"/>
                  </a:lnTo>
                  <a:lnTo>
                    <a:pt x="1443072" y="4798993"/>
                  </a:lnTo>
                  <a:lnTo>
                    <a:pt x="1443198" y="4798993"/>
                  </a:lnTo>
                  <a:lnTo>
                    <a:pt x="1443324" y="4798993"/>
                  </a:lnTo>
                  <a:lnTo>
                    <a:pt x="1443451" y="4798993"/>
                  </a:lnTo>
                  <a:lnTo>
                    <a:pt x="1443577" y="4798993"/>
                  </a:lnTo>
                  <a:lnTo>
                    <a:pt x="1443703" y="4798993"/>
                  </a:lnTo>
                  <a:lnTo>
                    <a:pt x="1443829" y="4798993"/>
                  </a:lnTo>
                  <a:lnTo>
                    <a:pt x="1443955" y="4798993"/>
                  </a:lnTo>
                  <a:lnTo>
                    <a:pt x="1444081" y="4798993"/>
                  </a:lnTo>
                  <a:lnTo>
                    <a:pt x="1444207" y="4798993"/>
                  </a:lnTo>
                  <a:lnTo>
                    <a:pt x="1444333" y="4798993"/>
                  </a:lnTo>
                  <a:lnTo>
                    <a:pt x="1444459" y="4798993"/>
                  </a:lnTo>
                  <a:lnTo>
                    <a:pt x="1444585" y="4798993"/>
                  </a:lnTo>
                  <a:lnTo>
                    <a:pt x="1444711" y="4798993"/>
                  </a:lnTo>
                  <a:lnTo>
                    <a:pt x="1444838" y="4798993"/>
                  </a:lnTo>
                  <a:lnTo>
                    <a:pt x="1444964" y="4798993"/>
                  </a:lnTo>
                  <a:lnTo>
                    <a:pt x="1445090" y="4798993"/>
                  </a:lnTo>
                  <a:lnTo>
                    <a:pt x="1445216" y="4798993"/>
                  </a:lnTo>
                  <a:lnTo>
                    <a:pt x="1445342" y="4798993"/>
                  </a:lnTo>
                  <a:lnTo>
                    <a:pt x="1445468" y="4798993"/>
                  </a:lnTo>
                  <a:lnTo>
                    <a:pt x="1445594" y="4798993"/>
                  </a:lnTo>
                  <a:lnTo>
                    <a:pt x="1445720" y="4798993"/>
                  </a:lnTo>
                  <a:lnTo>
                    <a:pt x="1445846" y="4798993"/>
                  </a:lnTo>
                  <a:lnTo>
                    <a:pt x="1445972" y="4798993"/>
                  </a:lnTo>
                  <a:lnTo>
                    <a:pt x="1446098" y="4798993"/>
                  </a:lnTo>
                  <a:lnTo>
                    <a:pt x="1446224" y="4798993"/>
                  </a:lnTo>
                  <a:lnTo>
                    <a:pt x="1446351" y="4798993"/>
                  </a:lnTo>
                  <a:lnTo>
                    <a:pt x="1446477" y="4798993"/>
                  </a:lnTo>
                  <a:lnTo>
                    <a:pt x="1446603" y="4798993"/>
                  </a:lnTo>
                  <a:lnTo>
                    <a:pt x="1446729" y="4798993"/>
                  </a:lnTo>
                  <a:lnTo>
                    <a:pt x="1446855" y="4798993"/>
                  </a:lnTo>
                  <a:lnTo>
                    <a:pt x="1446981" y="4798993"/>
                  </a:lnTo>
                  <a:lnTo>
                    <a:pt x="1447107" y="4798993"/>
                  </a:lnTo>
                  <a:lnTo>
                    <a:pt x="1447233" y="4798993"/>
                  </a:lnTo>
                  <a:lnTo>
                    <a:pt x="1447359" y="4798993"/>
                  </a:lnTo>
                  <a:lnTo>
                    <a:pt x="1447485" y="4798993"/>
                  </a:lnTo>
                  <a:lnTo>
                    <a:pt x="1447611" y="4798993"/>
                  </a:lnTo>
                  <a:lnTo>
                    <a:pt x="1447738" y="4798993"/>
                  </a:lnTo>
                  <a:lnTo>
                    <a:pt x="1447864" y="4798993"/>
                  </a:lnTo>
                  <a:lnTo>
                    <a:pt x="1447990" y="4798993"/>
                  </a:lnTo>
                  <a:lnTo>
                    <a:pt x="1448116" y="4798993"/>
                  </a:lnTo>
                  <a:lnTo>
                    <a:pt x="1448242" y="4798993"/>
                  </a:lnTo>
                  <a:lnTo>
                    <a:pt x="1448368" y="4798993"/>
                  </a:lnTo>
                  <a:lnTo>
                    <a:pt x="1448494" y="4798993"/>
                  </a:lnTo>
                  <a:lnTo>
                    <a:pt x="1448620" y="4798993"/>
                  </a:lnTo>
                  <a:lnTo>
                    <a:pt x="1448746" y="4798993"/>
                  </a:lnTo>
                  <a:lnTo>
                    <a:pt x="1448872" y="4798993"/>
                  </a:lnTo>
                  <a:lnTo>
                    <a:pt x="1448998" y="4798993"/>
                  </a:lnTo>
                  <a:lnTo>
                    <a:pt x="1449124" y="4798993"/>
                  </a:lnTo>
                  <a:lnTo>
                    <a:pt x="1449251" y="4798993"/>
                  </a:lnTo>
                  <a:lnTo>
                    <a:pt x="1449377" y="4798993"/>
                  </a:lnTo>
                  <a:lnTo>
                    <a:pt x="1449503" y="4798993"/>
                  </a:lnTo>
                  <a:lnTo>
                    <a:pt x="1449629" y="4798993"/>
                  </a:lnTo>
                  <a:lnTo>
                    <a:pt x="1449755" y="4798993"/>
                  </a:lnTo>
                  <a:lnTo>
                    <a:pt x="1449881" y="4798993"/>
                  </a:lnTo>
                  <a:lnTo>
                    <a:pt x="1450007" y="4798993"/>
                  </a:lnTo>
                  <a:lnTo>
                    <a:pt x="1450133" y="4798993"/>
                  </a:lnTo>
                  <a:lnTo>
                    <a:pt x="1450259" y="4798993"/>
                  </a:lnTo>
                  <a:lnTo>
                    <a:pt x="1450385" y="4798993"/>
                  </a:lnTo>
                  <a:lnTo>
                    <a:pt x="1450385" y="4793714"/>
                  </a:lnTo>
                  <a:lnTo>
                    <a:pt x="1450511" y="4793714"/>
                  </a:lnTo>
                  <a:lnTo>
                    <a:pt x="1450638" y="4793714"/>
                  </a:lnTo>
                  <a:lnTo>
                    <a:pt x="1450764" y="4793714"/>
                  </a:lnTo>
                  <a:lnTo>
                    <a:pt x="1450890" y="4793714"/>
                  </a:lnTo>
                  <a:lnTo>
                    <a:pt x="1451016" y="4793714"/>
                  </a:lnTo>
                  <a:lnTo>
                    <a:pt x="1451142" y="4793714"/>
                  </a:lnTo>
                  <a:lnTo>
                    <a:pt x="1451268" y="4793714"/>
                  </a:lnTo>
                  <a:lnTo>
                    <a:pt x="1451394" y="4793714"/>
                  </a:lnTo>
                  <a:lnTo>
                    <a:pt x="1451520" y="4793714"/>
                  </a:lnTo>
                  <a:lnTo>
                    <a:pt x="1451646" y="4793714"/>
                  </a:lnTo>
                  <a:lnTo>
                    <a:pt x="1451772" y="4793714"/>
                  </a:lnTo>
                  <a:lnTo>
                    <a:pt x="1451898" y="4793714"/>
                  </a:lnTo>
                  <a:lnTo>
                    <a:pt x="1452025" y="4793714"/>
                  </a:lnTo>
                  <a:lnTo>
                    <a:pt x="1452151" y="4793714"/>
                  </a:lnTo>
                  <a:lnTo>
                    <a:pt x="1452277" y="4793714"/>
                  </a:lnTo>
                  <a:lnTo>
                    <a:pt x="1452403" y="4793714"/>
                  </a:lnTo>
                  <a:lnTo>
                    <a:pt x="1452529" y="4793714"/>
                  </a:lnTo>
                  <a:lnTo>
                    <a:pt x="1452655" y="4793714"/>
                  </a:lnTo>
                  <a:lnTo>
                    <a:pt x="1452781" y="4793714"/>
                  </a:lnTo>
                  <a:lnTo>
                    <a:pt x="1452907" y="4793714"/>
                  </a:lnTo>
                  <a:lnTo>
                    <a:pt x="1453033" y="4793714"/>
                  </a:lnTo>
                  <a:lnTo>
                    <a:pt x="1453159" y="4793714"/>
                  </a:lnTo>
                  <a:lnTo>
                    <a:pt x="1453285" y="4793714"/>
                  </a:lnTo>
                  <a:lnTo>
                    <a:pt x="1453411" y="4793714"/>
                  </a:lnTo>
                  <a:lnTo>
                    <a:pt x="1453538" y="4793714"/>
                  </a:lnTo>
                  <a:lnTo>
                    <a:pt x="1453664" y="4793714"/>
                  </a:lnTo>
                  <a:lnTo>
                    <a:pt x="1453790" y="4793714"/>
                  </a:lnTo>
                  <a:lnTo>
                    <a:pt x="1453916" y="4793714"/>
                  </a:lnTo>
                  <a:lnTo>
                    <a:pt x="1454042" y="4793714"/>
                  </a:lnTo>
                  <a:lnTo>
                    <a:pt x="1454168" y="4793714"/>
                  </a:lnTo>
                  <a:lnTo>
                    <a:pt x="1454294" y="4793714"/>
                  </a:lnTo>
                  <a:lnTo>
                    <a:pt x="1454420" y="4793714"/>
                  </a:lnTo>
                  <a:lnTo>
                    <a:pt x="1454546" y="4793714"/>
                  </a:lnTo>
                  <a:lnTo>
                    <a:pt x="1454672" y="4793714"/>
                  </a:lnTo>
                  <a:lnTo>
                    <a:pt x="1454798" y="4793714"/>
                  </a:lnTo>
                  <a:lnTo>
                    <a:pt x="1454925" y="4793714"/>
                  </a:lnTo>
                  <a:lnTo>
                    <a:pt x="1455051" y="4793714"/>
                  </a:lnTo>
                  <a:lnTo>
                    <a:pt x="1455177" y="4793714"/>
                  </a:lnTo>
                  <a:lnTo>
                    <a:pt x="1455303" y="4793714"/>
                  </a:lnTo>
                  <a:lnTo>
                    <a:pt x="1455429" y="4793714"/>
                  </a:lnTo>
                  <a:lnTo>
                    <a:pt x="1455555" y="4793714"/>
                  </a:lnTo>
                  <a:lnTo>
                    <a:pt x="1455681" y="4793714"/>
                  </a:lnTo>
                  <a:lnTo>
                    <a:pt x="1455807" y="4793714"/>
                  </a:lnTo>
                  <a:lnTo>
                    <a:pt x="1455933" y="4793714"/>
                  </a:lnTo>
                  <a:lnTo>
                    <a:pt x="1456059" y="4793714"/>
                  </a:lnTo>
                  <a:lnTo>
                    <a:pt x="1456059" y="4788435"/>
                  </a:lnTo>
                  <a:lnTo>
                    <a:pt x="1456185" y="4788435"/>
                  </a:lnTo>
                  <a:lnTo>
                    <a:pt x="1456311" y="4788435"/>
                  </a:lnTo>
                  <a:lnTo>
                    <a:pt x="1456438" y="4788435"/>
                  </a:lnTo>
                  <a:lnTo>
                    <a:pt x="1456564" y="4788435"/>
                  </a:lnTo>
                  <a:lnTo>
                    <a:pt x="1456690" y="4788435"/>
                  </a:lnTo>
                  <a:lnTo>
                    <a:pt x="1456816" y="4788435"/>
                  </a:lnTo>
                  <a:lnTo>
                    <a:pt x="1456942" y="4788435"/>
                  </a:lnTo>
                  <a:lnTo>
                    <a:pt x="1457068" y="4788435"/>
                  </a:lnTo>
                  <a:lnTo>
                    <a:pt x="1457194" y="4788435"/>
                  </a:lnTo>
                  <a:lnTo>
                    <a:pt x="1457320" y="4788435"/>
                  </a:lnTo>
                  <a:lnTo>
                    <a:pt x="1457446" y="4788435"/>
                  </a:lnTo>
                  <a:lnTo>
                    <a:pt x="1457446" y="4783155"/>
                  </a:lnTo>
                  <a:lnTo>
                    <a:pt x="1457572" y="4783155"/>
                  </a:lnTo>
                  <a:lnTo>
                    <a:pt x="1457698" y="4783155"/>
                  </a:lnTo>
                  <a:lnTo>
                    <a:pt x="1457825" y="4783155"/>
                  </a:lnTo>
                  <a:lnTo>
                    <a:pt x="1457951" y="4783155"/>
                  </a:lnTo>
                  <a:lnTo>
                    <a:pt x="1458077" y="4783155"/>
                  </a:lnTo>
                  <a:lnTo>
                    <a:pt x="1458203" y="4783155"/>
                  </a:lnTo>
                  <a:lnTo>
                    <a:pt x="1458329" y="4783155"/>
                  </a:lnTo>
                  <a:lnTo>
                    <a:pt x="1458455" y="4783155"/>
                  </a:lnTo>
                  <a:lnTo>
                    <a:pt x="1458581" y="4783155"/>
                  </a:lnTo>
                  <a:lnTo>
                    <a:pt x="1458707" y="4783155"/>
                  </a:lnTo>
                  <a:lnTo>
                    <a:pt x="1458833" y="4783155"/>
                  </a:lnTo>
                  <a:lnTo>
                    <a:pt x="1458959" y="4783155"/>
                  </a:lnTo>
                  <a:lnTo>
                    <a:pt x="1459085" y="4783155"/>
                  </a:lnTo>
                  <a:lnTo>
                    <a:pt x="1459211" y="4783155"/>
                  </a:lnTo>
                  <a:lnTo>
                    <a:pt x="1459338" y="4783155"/>
                  </a:lnTo>
                  <a:lnTo>
                    <a:pt x="1459464" y="4783155"/>
                  </a:lnTo>
                  <a:lnTo>
                    <a:pt x="1459590" y="4783155"/>
                  </a:lnTo>
                  <a:lnTo>
                    <a:pt x="1459716" y="4783155"/>
                  </a:lnTo>
                  <a:lnTo>
                    <a:pt x="1459842" y="4783155"/>
                  </a:lnTo>
                  <a:lnTo>
                    <a:pt x="1459968" y="4783155"/>
                  </a:lnTo>
                  <a:lnTo>
                    <a:pt x="1460094" y="4783155"/>
                  </a:lnTo>
                  <a:lnTo>
                    <a:pt x="1460220" y="4783155"/>
                  </a:lnTo>
                  <a:lnTo>
                    <a:pt x="1460346" y="4783155"/>
                  </a:lnTo>
                  <a:lnTo>
                    <a:pt x="1460472" y="4783155"/>
                  </a:lnTo>
                  <a:lnTo>
                    <a:pt x="1460598" y="4783155"/>
                  </a:lnTo>
                  <a:lnTo>
                    <a:pt x="1460725" y="4783155"/>
                  </a:lnTo>
                  <a:lnTo>
                    <a:pt x="1460851" y="4783155"/>
                  </a:lnTo>
                  <a:lnTo>
                    <a:pt x="1460977" y="4783155"/>
                  </a:lnTo>
                  <a:lnTo>
                    <a:pt x="1461103" y="4783155"/>
                  </a:lnTo>
                  <a:lnTo>
                    <a:pt x="1461229" y="4783155"/>
                  </a:lnTo>
                  <a:lnTo>
                    <a:pt x="1461355" y="4783155"/>
                  </a:lnTo>
                  <a:lnTo>
                    <a:pt x="1461481" y="4783155"/>
                  </a:lnTo>
                  <a:lnTo>
                    <a:pt x="1461607" y="4783155"/>
                  </a:lnTo>
                  <a:lnTo>
                    <a:pt x="1461733" y="4783155"/>
                  </a:lnTo>
                  <a:lnTo>
                    <a:pt x="1461733" y="4777876"/>
                  </a:lnTo>
                  <a:lnTo>
                    <a:pt x="1461859" y="4777876"/>
                  </a:lnTo>
                  <a:lnTo>
                    <a:pt x="1461985" y="4777876"/>
                  </a:lnTo>
                  <a:lnTo>
                    <a:pt x="1462112" y="4777876"/>
                  </a:lnTo>
                  <a:lnTo>
                    <a:pt x="1462238" y="4777876"/>
                  </a:lnTo>
                  <a:lnTo>
                    <a:pt x="1462364" y="4777876"/>
                  </a:lnTo>
                  <a:lnTo>
                    <a:pt x="1462490" y="4777876"/>
                  </a:lnTo>
                  <a:lnTo>
                    <a:pt x="1462616" y="4777876"/>
                  </a:lnTo>
                  <a:lnTo>
                    <a:pt x="1462742" y="4777876"/>
                  </a:lnTo>
                  <a:lnTo>
                    <a:pt x="1462868" y="4777876"/>
                  </a:lnTo>
                  <a:lnTo>
                    <a:pt x="1462994" y="4777876"/>
                  </a:lnTo>
                  <a:lnTo>
                    <a:pt x="1463120" y="4777876"/>
                  </a:lnTo>
                  <a:lnTo>
                    <a:pt x="1463246" y="4777876"/>
                  </a:lnTo>
                  <a:lnTo>
                    <a:pt x="1463372" y="4777876"/>
                  </a:lnTo>
                  <a:lnTo>
                    <a:pt x="1463498" y="4777876"/>
                  </a:lnTo>
                  <a:lnTo>
                    <a:pt x="1463625" y="4777876"/>
                  </a:lnTo>
                  <a:lnTo>
                    <a:pt x="1463751" y="4777876"/>
                  </a:lnTo>
                  <a:lnTo>
                    <a:pt x="1463877" y="4777876"/>
                  </a:lnTo>
                  <a:lnTo>
                    <a:pt x="1464003" y="4777876"/>
                  </a:lnTo>
                  <a:lnTo>
                    <a:pt x="1464129" y="4777876"/>
                  </a:lnTo>
                  <a:lnTo>
                    <a:pt x="1464255" y="4777876"/>
                  </a:lnTo>
                  <a:lnTo>
                    <a:pt x="1464381" y="4777876"/>
                  </a:lnTo>
                  <a:lnTo>
                    <a:pt x="1464507" y="4777876"/>
                  </a:lnTo>
                  <a:lnTo>
                    <a:pt x="1464633" y="4777876"/>
                  </a:lnTo>
                  <a:lnTo>
                    <a:pt x="1464759" y="4777876"/>
                  </a:lnTo>
                  <a:lnTo>
                    <a:pt x="1464885" y="4777876"/>
                  </a:lnTo>
                  <a:lnTo>
                    <a:pt x="1465012" y="4777876"/>
                  </a:lnTo>
                  <a:lnTo>
                    <a:pt x="1465138" y="4777876"/>
                  </a:lnTo>
                  <a:lnTo>
                    <a:pt x="1465264" y="4777876"/>
                  </a:lnTo>
                  <a:lnTo>
                    <a:pt x="1465390" y="4777876"/>
                  </a:lnTo>
                  <a:lnTo>
                    <a:pt x="1465516" y="4777876"/>
                  </a:lnTo>
                  <a:lnTo>
                    <a:pt x="1465642" y="4777876"/>
                  </a:lnTo>
                  <a:lnTo>
                    <a:pt x="1465768" y="4777876"/>
                  </a:lnTo>
                  <a:lnTo>
                    <a:pt x="1465894" y="4777876"/>
                  </a:lnTo>
                  <a:lnTo>
                    <a:pt x="1466020" y="4777876"/>
                  </a:lnTo>
                  <a:lnTo>
                    <a:pt x="1466146" y="4777876"/>
                  </a:lnTo>
                  <a:lnTo>
                    <a:pt x="1466272" y="4777876"/>
                  </a:lnTo>
                  <a:lnTo>
                    <a:pt x="1466398" y="4777876"/>
                  </a:lnTo>
                  <a:lnTo>
                    <a:pt x="1466525" y="4777876"/>
                  </a:lnTo>
                  <a:lnTo>
                    <a:pt x="1466651" y="4777876"/>
                  </a:lnTo>
                  <a:lnTo>
                    <a:pt x="1466777" y="4777876"/>
                  </a:lnTo>
                  <a:lnTo>
                    <a:pt x="1466903" y="4777876"/>
                  </a:lnTo>
                  <a:lnTo>
                    <a:pt x="1467029" y="4777876"/>
                  </a:lnTo>
                  <a:lnTo>
                    <a:pt x="1467155" y="4777876"/>
                  </a:lnTo>
                  <a:lnTo>
                    <a:pt x="1467281" y="4777876"/>
                  </a:lnTo>
                  <a:lnTo>
                    <a:pt x="1467407" y="4777876"/>
                  </a:lnTo>
                  <a:lnTo>
                    <a:pt x="1467533" y="4777876"/>
                  </a:lnTo>
                  <a:lnTo>
                    <a:pt x="1467659" y="4777876"/>
                  </a:lnTo>
                  <a:lnTo>
                    <a:pt x="1467785" y="4777876"/>
                  </a:lnTo>
                  <a:lnTo>
                    <a:pt x="1467912" y="4777876"/>
                  </a:lnTo>
                  <a:lnTo>
                    <a:pt x="1468038" y="4777876"/>
                  </a:lnTo>
                  <a:lnTo>
                    <a:pt x="1468164" y="4777876"/>
                  </a:lnTo>
                  <a:lnTo>
                    <a:pt x="1468290" y="4777876"/>
                  </a:lnTo>
                  <a:lnTo>
                    <a:pt x="1468416" y="4777876"/>
                  </a:lnTo>
                  <a:lnTo>
                    <a:pt x="1468542" y="4777876"/>
                  </a:lnTo>
                  <a:lnTo>
                    <a:pt x="1468668" y="4777876"/>
                  </a:lnTo>
                  <a:lnTo>
                    <a:pt x="1468668" y="4772596"/>
                  </a:lnTo>
                  <a:lnTo>
                    <a:pt x="1468794" y="4772596"/>
                  </a:lnTo>
                  <a:lnTo>
                    <a:pt x="1468920" y="4772596"/>
                  </a:lnTo>
                  <a:lnTo>
                    <a:pt x="1469046" y="4772596"/>
                  </a:lnTo>
                  <a:lnTo>
                    <a:pt x="1469172" y="4772596"/>
                  </a:lnTo>
                  <a:lnTo>
                    <a:pt x="1469299" y="4772596"/>
                  </a:lnTo>
                  <a:lnTo>
                    <a:pt x="1469425" y="4772596"/>
                  </a:lnTo>
                  <a:lnTo>
                    <a:pt x="1469551" y="4772596"/>
                  </a:lnTo>
                  <a:lnTo>
                    <a:pt x="1469677" y="4772596"/>
                  </a:lnTo>
                  <a:lnTo>
                    <a:pt x="1469803" y="4772596"/>
                  </a:lnTo>
                  <a:lnTo>
                    <a:pt x="1469929" y="4772596"/>
                  </a:lnTo>
                  <a:lnTo>
                    <a:pt x="1470055" y="4772596"/>
                  </a:lnTo>
                  <a:lnTo>
                    <a:pt x="1470181" y="4772596"/>
                  </a:lnTo>
                  <a:lnTo>
                    <a:pt x="1470307" y="4772596"/>
                  </a:lnTo>
                  <a:lnTo>
                    <a:pt x="1470433" y="4772596"/>
                  </a:lnTo>
                  <a:lnTo>
                    <a:pt x="1470559" y="4772596"/>
                  </a:lnTo>
                  <a:lnTo>
                    <a:pt x="1470685" y="4772596"/>
                  </a:lnTo>
                  <a:lnTo>
                    <a:pt x="1470812" y="4772596"/>
                  </a:lnTo>
                  <a:lnTo>
                    <a:pt x="1470938" y="4772596"/>
                  </a:lnTo>
                  <a:lnTo>
                    <a:pt x="1471064" y="4772596"/>
                  </a:lnTo>
                  <a:lnTo>
                    <a:pt x="1471190" y="4772596"/>
                  </a:lnTo>
                  <a:lnTo>
                    <a:pt x="1471316" y="4772596"/>
                  </a:lnTo>
                  <a:lnTo>
                    <a:pt x="1471442" y="4772596"/>
                  </a:lnTo>
                  <a:lnTo>
                    <a:pt x="1471568" y="4772596"/>
                  </a:lnTo>
                  <a:lnTo>
                    <a:pt x="1471694" y="4772596"/>
                  </a:lnTo>
                  <a:lnTo>
                    <a:pt x="1471820" y="4772596"/>
                  </a:lnTo>
                  <a:lnTo>
                    <a:pt x="1471946" y="4772596"/>
                  </a:lnTo>
                  <a:lnTo>
                    <a:pt x="1472072" y="4772596"/>
                  </a:lnTo>
                  <a:lnTo>
                    <a:pt x="1472199" y="4772596"/>
                  </a:lnTo>
                  <a:lnTo>
                    <a:pt x="1472325" y="4772596"/>
                  </a:lnTo>
                  <a:lnTo>
                    <a:pt x="1472451" y="4772596"/>
                  </a:lnTo>
                  <a:lnTo>
                    <a:pt x="1472577" y="4772596"/>
                  </a:lnTo>
                  <a:lnTo>
                    <a:pt x="1472703" y="4772596"/>
                  </a:lnTo>
                  <a:lnTo>
                    <a:pt x="1472829" y="4772596"/>
                  </a:lnTo>
                  <a:lnTo>
                    <a:pt x="1472955" y="4772596"/>
                  </a:lnTo>
                  <a:lnTo>
                    <a:pt x="1473081" y="4772596"/>
                  </a:lnTo>
                  <a:lnTo>
                    <a:pt x="1473207" y="4772596"/>
                  </a:lnTo>
                  <a:lnTo>
                    <a:pt x="1473333" y="4772596"/>
                  </a:lnTo>
                  <a:lnTo>
                    <a:pt x="1473459" y="4772596"/>
                  </a:lnTo>
                  <a:lnTo>
                    <a:pt x="1473585" y="4772596"/>
                  </a:lnTo>
                  <a:lnTo>
                    <a:pt x="1473712" y="4772596"/>
                  </a:lnTo>
                  <a:lnTo>
                    <a:pt x="1473838" y="4772596"/>
                  </a:lnTo>
                  <a:lnTo>
                    <a:pt x="1473964" y="4772596"/>
                  </a:lnTo>
                  <a:lnTo>
                    <a:pt x="1474090" y="4772596"/>
                  </a:lnTo>
                  <a:lnTo>
                    <a:pt x="1474216" y="4772596"/>
                  </a:lnTo>
                  <a:lnTo>
                    <a:pt x="1474342" y="4772596"/>
                  </a:lnTo>
                  <a:lnTo>
                    <a:pt x="1474468" y="4772596"/>
                  </a:lnTo>
                  <a:lnTo>
                    <a:pt x="1474594" y="4772596"/>
                  </a:lnTo>
                  <a:lnTo>
                    <a:pt x="1474720" y="4772596"/>
                  </a:lnTo>
                  <a:lnTo>
                    <a:pt x="1474846" y="4772596"/>
                  </a:lnTo>
                  <a:lnTo>
                    <a:pt x="1474972" y="4772596"/>
                  </a:lnTo>
                  <a:lnTo>
                    <a:pt x="1475099" y="4772596"/>
                  </a:lnTo>
                  <a:lnTo>
                    <a:pt x="1475225" y="4772596"/>
                  </a:lnTo>
                  <a:lnTo>
                    <a:pt x="1475351" y="4772596"/>
                  </a:lnTo>
                  <a:lnTo>
                    <a:pt x="1475477" y="4772596"/>
                  </a:lnTo>
                  <a:lnTo>
                    <a:pt x="1475603" y="4772596"/>
                  </a:lnTo>
                  <a:lnTo>
                    <a:pt x="1475729" y="4772596"/>
                  </a:lnTo>
                  <a:lnTo>
                    <a:pt x="1475855" y="4772596"/>
                  </a:lnTo>
                  <a:lnTo>
                    <a:pt x="1475981" y="4772596"/>
                  </a:lnTo>
                  <a:lnTo>
                    <a:pt x="1476107" y="4772596"/>
                  </a:lnTo>
                  <a:lnTo>
                    <a:pt x="1476233" y="4772596"/>
                  </a:lnTo>
                  <a:lnTo>
                    <a:pt x="1476359" y="4772596"/>
                  </a:lnTo>
                  <a:lnTo>
                    <a:pt x="1476485" y="4772596"/>
                  </a:lnTo>
                  <a:lnTo>
                    <a:pt x="1476612" y="4772596"/>
                  </a:lnTo>
                  <a:lnTo>
                    <a:pt x="1476738" y="4772596"/>
                  </a:lnTo>
                  <a:lnTo>
                    <a:pt x="1476738" y="4767317"/>
                  </a:lnTo>
                  <a:lnTo>
                    <a:pt x="1476864" y="4767317"/>
                  </a:lnTo>
                  <a:lnTo>
                    <a:pt x="1476990" y="4767317"/>
                  </a:lnTo>
                  <a:lnTo>
                    <a:pt x="1477116" y="4767317"/>
                  </a:lnTo>
                  <a:lnTo>
                    <a:pt x="1477242" y="4767317"/>
                  </a:lnTo>
                  <a:lnTo>
                    <a:pt x="1477368" y="4767317"/>
                  </a:lnTo>
                  <a:lnTo>
                    <a:pt x="1477494" y="4767317"/>
                  </a:lnTo>
                  <a:lnTo>
                    <a:pt x="1477620" y="4767317"/>
                  </a:lnTo>
                  <a:lnTo>
                    <a:pt x="1477620" y="4762038"/>
                  </a:lnTo>
                  <a:lnTo>
                    <a:pt x="1477746" y="4762038"/>
                  </a:lnTo>
                  <a:lnTo>
                    <a:pt x="1477872" y="4762038"/>
                  </a:lnTo>
                  <a:lnTo>
                    <a:pt x="1477999" y="4762038"/>
                  </a:lnTo>
                  <a:lnTo>
                    <a:pt x="1478125" y="4762038"/>
                  </a:lnTo>
                  <a:lnTo>
                    <a:pt x="1478251" y="4762038"/>
                  </a:lnTo>
                  <a:lnTo>
                    <a:pt x="1478377" y="4762038"/>
                  </a:lnTo>
                  <a:lnTo>
                    <a:pt x="1478503" y="4762038"/>
                  </a:lnTo>
                  <a:lnTo>
                    <a:pt x="1478629" y="4762038"/>
                  </a:lnTo>
                  <a:lnTo>
                    <a:pt x="1478755" y="4762038"/>
                  </a:lnTo>
                  <a:lnTo>
                    <a:pt x="1478881" y="4762038"/>
                  </a:lnTo>
                  <a:lnTo>
                    <a:pt x="1479007" y="4762038"/>
                  </a:lnTo>
                  <a:lnTo>
                    <a:pt x="1479133" y="4762038"/>
                  </a:lnTo>
                  <a:lnTo>
                    <a:pt x="1479259" y="4762038"/>
                  </a:lnTo>
                  <a:lnTo>
                    <a:pt x="1479259" y="4756758"/>
                  </a:lnTo>
                  <a:lnTo>
                    <a:pt x="1479386" y="4756758"/>
                  </a:lnTo>
                  <a:lnTo>
                    <a:pt x="1479512" y="4756758"/>
                  </a:lnTo>
                  <a:lnTo>
                    <a:pt x="1479638" y="4756758"/>
                  </a:lnTo>
                  <a:lnTo>
                    <a:pt x="1479764" y="4756758"/>
                  </a:lnTo>
                  <a:lnTo>
                    <a:pt x="1479890" y="4756758"/>
                  </a:lnTo>
                  <a:lnTo>
                    <a:pt x="1480016" y="4756758"/>
                  </a:lnTo>
                  <a:lnTo>
                    <a:pt x="1480142" y="4756758"/>
                  </a:lnTo>
                  <a:lnTo>
                    <a:pt x="1480268" y="4756758"/>
                  </a:lnTo>
                  <a:lnTo>
                    <a:pt x="1480394" y="4756758"/>
                  </a:lnTo>
                  <a:lnTo>
                    <a:pt x="1480520" y="4756758"/>
                  </a:lnTo>
                  <a:lnTo>
                    <a:pt x="1480646" y="4756758"/>
                  </a:lnTo>
                  <a:lnTo>
                    <a:pt x="1480772" y="4756758"/>
                  </a:lnTo>
                  <a:lnTo>
                    <a:pt x="1480899" y="4756758"/>
                  </a:lnTo>
                  <a:lnTo>
                    <a:pt x="1481025" y="4756758"/>
                  </a:lnTo>
                  <a:lnTo>
                    <a:pt x="1481151" y="4756758"/>
                  </a:lnTo>
                  <a:lnTo>
                    <a:pt x="1481277" y="4756758"/>
                  </a:lnTo>
                  <a:lnTo>
                    <a:pt x="1481403" y="4756758"/>
                  </a:lnTo>
                  <a:lnTo>
                    <a:pt x="1481529" y="4756758"/>
                  </a:lnTo>
                  <a:lnTo>
                    <a:pt x="1481655" y="4756758"/>
                  </a:lnTo>
                  <a:lnTo>
                    <a:pt x="1481781" y="4756758"/>
                  </a:lnTo>
                  <a:lnTo>
                    <a:pt x="1481907" y="4756758"/>
                  </a:lnTo>
                  <a:lnTo>
                    <a:pt x="1482033" y="4756758"/>
                  </a:lnTo>
                  <a:lnTo>
                    <a:pt x="1482159" y="4756758"/>
                  </a:lnTo>
                  <a:lnTo>
                    <a:pt x="1482286" y="4756758"/>
                  </a:lnTo>
                  <a:lnTo>
                    <a:pt x="1482412" y="4756758"/>
                  </a:lnTo>
                  <a:lnTo>
                    <a:pt x="1482538" y="4756758"/>
                  </a:lnTo>
                  <a:lnTo>
                    <a:pt x="1482664" y="4756758"/>
                  </a:lnTo>
                  <a:lnTo>
                    <a:pt x="1482790" y="4756758"/>
                  </a:lnTo>
                  <a:lnTo>
                    <a:pt x="1482916" y="4756758"/>
                  </a:lnTo>
                  <a:lnTo>
                    <a:pt x="1483042" y="4756758"/>
                  </a:lnTo>
                  <a:lnTo>
                    <a:pt x="1483168" y="4756758"/>
                  </a:lnTo>
                  <a:lnTo>
                    <a:pt x="1483294" y="4756758"/>
                  </a:lnTo>
                  <a:lnTo>
                    <a:pt x="1483420" y="4756758"/>
                  </a:lnTo>
                  <a:lnTo>
                    <a:pt x="1483546" y="4756758"/>
                  </a:lnTo>
                  <a:lnTo>
                    <a:pt x="1483672" y="4756758"/>
                  </a:lnTo>
                  <a:lnTo>
                    <a:pt x="1483799" y="4756758"/>
                  </a:lnTo>
                  <a:lnTo>
                    <a:pt x="1483925" y="4756758"/>
                  </a:lnTo>
                  <a:lnTo>
                    <a:pt x="1484051" y="4756758"/>
                  </a:lnTo>
                  <a:lnTo>
                    <a:pt x="1484177" y="4756758"/>
                  </a:lnTo>
                  <a:lnTo>
                    <a:pt x="1484303" y="4756758"/>
                  </a:lnTo>
                  <a:lnTo>
                    <a:pt x="1484429" y="4756758"/>
                  </a:lnTo>
                  <a:lnTo>
                    <a:pt x="1484555" y="4756758"/>
                  </a:lnTo>
                  <a:lnTo>
                    <a:pt x="1484681" y="4756758"/>
                  </a:lnTo>
                  <a:lnTo>
                    <a:pt x="1484807" y="4756758"/>
                  </a:lnTo>
                  <a:lnTo>
                    <a:pt x="1484933" y="4756758"/>
                  </a:lnTo>
                  <a:lnTo>
                    <a:pt x="1485059" y="4756758"/>
                  </a:lnTo>
                  <a:lnTo>
                    <a:pt x="1485186" y="4756758"/>
                  </a:lnTo>
                  <a:lnTo>
                    <a:pt x="1485312" y="4756758"/>
                  </a:lnTo>
                  <a:lnTo>
                    <a:pt x="1485438" y="4756758"/>
                  </a:lnTo>
                  <a:lnTo>
                    <a:pt x="1485564" y="4756758"/>
                  </a:lnTo>
                  <a:lnTo>
                    <a:pt x="1485690" y="4756758"/>
                  </a:lnTo>
                  <a:lnTo>
                    <a:pt x="1485816" y="4756758"/>
                  </a:lnTo>
                  <a:lnTo>
                    <a:pt x="1485942" y="4756758"/>
                  </a:lnTo>
                  <a:lnTo>
                    <a:pt x="1486068" y="4756758"/>
                  </a:lnTo>
                  <a:lnTo>
                    <a:pt x="1486194" y="4756758"/>
                  </a:lnTo>
                  <a:lnTo>
                    <a:pt x="1486320" y="4756758"/>
                  </a:lnTo>
                  <a:lnTo>
                    <a:pt x="1486446" y="4756758"/>
                  </a:lnTo>
                  <a:lnTo>
                    <a:pt x="1486573" y="4756758"/>
                  </a:lnTo>
                  <a:lnTo>
                    <a:pt x="1486699" y="4756758"/>
                  </a:lnTo>
                  <a:lnTo>
                    <a:pt x="1486825" y="4756758"/>
                  </a:lnTo>
                  <a:lnTo>
                    <a:pt x="1486951" y="4756758"/>
                  </a:lnTo>
                  <a:lnTo>
                    <a:pt x="1487077" y="4756758"/>
                  </a:lnTo>
                  <a:lnTo>
                    <a:pt x="1487203" y="4756758"/>
                  </a:lnTo>
                  <a:lnTo>
                    <a:pt x="1487329" y="4756758"/>
                  </a:lnTo>
                  <a:lnTo>
                    <a:pt x="1487455" y="4756758"/>
                  </a:lnTo>
                  <a:lnTo>
                    <a:pt x="1487581" y="4756758"/>
                  </a:lnTo>
                  <a:lnTo>
                    <a:pt x="1487707" y="4756758"/>
                  </a:lnTo>
                  <a:lnTo>
                    <a:pt x="1487833" y="4756758"/>
                  </a:lnTo>
                  <a:lnTo>
                    <a:pt x="1487959" y="4756758"/>
                  </a:lnTo>
                  <a:lnTo>
                    <a:pt x="1488086" y="4756758"/>
                  </a:lnTo>
                  <a:lnTo>
                    <a:pt x="1488212" y="4756758"/>
                  </a:lnTo>
                  <a:lnTo>
                    <a:pt x="1488338" y="4756758"/>
                  </a:lnTo>
                  <a:lnTo>
                    <a:pt x="1488464" y="4756758"/>
                  </a:lnTo>
                  <a:lnTo>
                    <a:pt x="1488590" y="4756758"/>
                  </a:lnTo>
                  <a:lnTo>
                    <a:pt x="1488716" y="4756758"/>
                  </a:lnTo>
                  <a:lnTo>
                    <a:pt x="1488842" y="4756758"/>
                  </a:lnTo>
                  <a:lnTo>
                    <a:pt x="1488968" y="4756758"/>
                  </a:lnTo>
                  <a:lnTo>
                    <a:pt x="1489094" y="4756758"/>
                  </a:lnTo>
                  <a:lnTo>
                    <a:pt x="1489220" y="4756758"/>
                  </a:lnTo>
                  <a:lnTo>
                    <a:pt x="1489346" y="4756758"/>
                  </a:lnTo>
                  <a:lnTo>
                    <a:pt x="1489473" y="4756758"/>
                  </a:lnTo>
                  <a:lnTo>
                    <a:pt x="1489599" y="4756758"/>
                  </a:lnTo>
                  <a:lnTo>
                    <a:pt x="1489725" y="4756758"/>
                  </a:lnTo>
                  <a:lnTo>
                    <a:pt x="1489851" y="4756758"/>
                  </a:lnTo>
                  <a:lnTo>
                    <a:pt x="1489977" y="4756758"/>
                  </a:lnTo>
                  <a:lnTo>
                    <a:pt x="1490103" y="4756758"/>
                  </a:lnTo>
                  <a:lnTo>
                    <a:pt x="1490229" y="4756758"/>
                  </a:lnTo>
                  <a:lnTo>
                    <a:pt x="1490355" y="4756758"/>
                  </a:lnTo>
                  <a:lnTo>
                    <a:pt x="1490481" y="4756758"/>
                  </a:lnTo>
                  <a:lnTo>
                    <a:pt x="1490607" y="4756758"/>
                  </a:lnTo>
                  <a:lnTo>
                    <a:pt x="1490733" y="4756758"/>
                  </a:lnTo>
                  <a:lnTo>
                    <a:pt x="1490859" y="4756758"/>
                  </a:lnTo>
                  <a:lnTo>
                    <a:pt x="1490986" y="4756758"/>
                  </a:lnTo>
                  <a:lnTo>
                    <a:pt x="1491112" y="4756758"/>
                  </a:lnTo>
                  <a:lnTo>
                    <a:pt x="1491238" y="4756758"/>
                  </a:lnTo>
                  <a:lnTo>
                    <a:pt x="1491364" y="4756758"/>
                  </a:lnTo>
                  <a:lnTo>
                    <a:pt x="1491490" y="4756758"/>
                  </a:lnTo>
                  <a:lnTo>
                    <a:pt x="1491616" y="4756758"/>
                  </a:lnTo>
                  <a:lnTo>
                    <a:pt x="1491742" y="4756758"/>
                  </a:lnTo>
                  <a:lnTo>
                    <a:pt x="1491868" y="4756758"/>
                  </a:lnTo>
                  <a:lnTo>
                    <a:pt x="1491994" y="4756758"/>
                  </a:lnTo>
                  <a:lnTo>
                    <a:pt x="1492120" y="4756758"/>
                  </a:lnTo>
                  <a:lnTo>
                    <a:pt x="1492246" y="4756758"/>
                  </a:lnTo>
                  <a:lnTo>
                    <a:pt x="1492373" y="4756758"/>
                  </a:lnTo>
                  <a:lnTo>
                    <a:pt x="1492499" y="4756758"/>
                  </a:lnTo>
                  <a:lnTo>
                    <a:pt x="1492625" y="4756758"/>
                  </a:lnTo>
                  <a:lnTo>
                    <a:pt x="1492751" y="4756758"/>
                  </a:lnTo>
                  <a:lnTo>
                    <a:pt x="1492877" y="4756758"/>
                  </a:lnTo>
                  <a:lnTo>
                    <a:pt x="1493003" y="4756758"/>
                  </a:lnTo>
                  <a:lnTo>
                    <a:pt x="1493129" y="4756758"/>
                  </a:lnTo>
                  <a:lnTo>
                    <a:pt x="1493255" y="4756758"/>
                  </a:lnTo>
                  <a:lnTo>
                    <a:pt x="1493381" y="4756758"/>
                  </a:lnTo>
                  <a:lnTo>
                    <a:pt x="1493507" y="4756758"/>
                  </a:lnTo>
                  <a:lnTo>
                    <a:pt x="1493633" y="4756758"/>
                  </a:lnTo>
                  <a:lnTo>
                    <a:pt x="1493633" y="4751479"/>
                  </a:lnTo>
                  <a:lnTo>
                    <a:pt x="1493760" y="4751479"/>
                  </a:lnTo>
                  <a:lnTo>
                    <a:pt x="1493886" y="4751479"/>
                  </a:lnTo>
                  <a:lnTo>
                    <a:pt x="1494012" y="4751479"/>
                  </a:lnTo>
                  <a:lnTo>
                    <a:pt x="1494138" y="4751479"/>
                  </a:lnTo>
                  <a:lnTo>
                    <a:pt x="1494264" y="4751479"/>
                  </a:lnTo>
                  <a:lnTo>
                    <a:pt x="1494390" y="4751479"/>
                  </a:lnTo>
                  <a:lnTo>
                    <a:pt x="1494516" y="4751479"/>
                  </a:lnTo>
                  <a:lnTo>
                    <a:pt x="1494642" y="4751479"/>
                  </a:lnTo>
                  <a:lnTo>
                    <a:pt x="1494768" y="4751479"/>
                  </a:lnTo>
                  <a:lnTo>
                    <a:pt x="1494894" y="4751479"/>
                  </a:lnTo>
                  <a:lnTo>
                    <a:pt x="1495020" y="4751479"/>
                  </a:lnTo>
                  <a:lnTo>
                    <a:pt x="1495146" y="4751479"/>
                  </a:lnTo>
                  <a:lnTo>
                    <a:pt x="1495273" y="4751479"/>
                  </a:lnTo>
                  <a:lnTo>
                    <a:pt x="1495399" y="4751479"/>
                  </a:lnTo>
                  <a:lnTo>
                    <a:pt x="1495525" y="4751479"/>
                  </a:lnTo>
                  <a:lnTo>
                    <a:pt x="1495651" y="4751479"/>
                  </a:lnTo>
                  <a:lnTo>
                    <a:pt x="1495777" y="4751479"/>
                  </a:lnTo>
                  <a:lnTo>
                    <a:pt x="1495903" y="4751479"/>
                  </a:lnTo>
                  <a:lnTo>
                    <a:pt x="1496029" y="4751479"/>
                  </a:lnTo>
                  <a:lnTo>
                    <a:pt x="1496155" y="4751479"/>
                  </a:lnTo>
                  <a:lnTo>
                    <a:pt x="1496281" y="4751479"/>
                  </a:lnTo>
                  <a:lnTo>
                    <a:pt x="1496281" y="4746199"/>
                  </a:lnTo>
                  <a:lnTo>
                    <a:pt x="1496407" y="4746199"/>
                  </a:lnTo>
                  <a:lnTo>
                    <a:pt x="1496533" y="4746199"/>
                  </a:lnTo>
                  <a:lnTo>
                    <a:pt x="1496660" y="4746199"/>
                  </a:lnTo>
                  <a:lnTo>
                    <a:pt x="1496786" y="4746199"/>
                  </a:lnTo>
                  <a:lnTo>
                    <a:pt x="1496912" y="4746199"/>
                  </a:lnTo>
                  <a:lnTo>
                    <a:pt x="1497038" y="4746199"/>
                  </a:lnTo>
                  <a:lnTo>
                    <a:pt x="1497164" y="4746199"/>
                  </a:lnTo>
                  <a:lnTo>
                    <a:pt x="1497290" y="4746199"/>
                  </a:lnTo>
                  <a:lnTo>
                    <a:pt x="1497416" y="4746199"/>
                  </a:lnTo>
                  <a:lnTo>
                    <a:pt x="1497542" y="4746199"/>
                  </a:lnTo>
                  <a:lnTo>
                    <a:pt x="1497668" y="4746199"/>
                  </a:lnTo>
                  <a:lnTo>
                    <a:pt x="1497794" y="4746199"/>
                  </a:lnTo>
                  <a:lnTo>
                    <a:pt x="1497920" y="4746199"/>
                  </a:lnTo>
                  <a:lnTo>
                    <a:pt x="1498046" y="4746199"/>
                  </a:lnTo>
                  <a:lnTo>
                    <a:pt x="1498173" y="4746199"/>
                  </a:lnTo>
                  <a:lnTo>
                    <a:pt x="1498299" y="4746199"/>
                  </a:lnTo>
                  <a:lnTo>
                    <a:pt x="1498425" y="4746199"/>
                  </a:lnTo>
                  <a:lnTo>
                    <a:pt x="1498551" y="4746199"/>
                  </a:lnTo>
                  <a:lnTo>
                    <a:pt x="1498677" y="4746199"/>
                  </a:lnTo>
                  <a:lnTo>
                    <a:pt x="1498803" y="4746199"/>
                  </a:lnTo>
                  <a:lnTo>
                    <a:pt x="1498929" y="4746199"/>
                  </a:lnTo>
                  <a:lnTo>
                    <a:pt x="1499055" y="4746199"/>
                  </a:lnTo>
                  <a:lnTo>
                    <a:pt x="1499181" y="4746199"/>
                  </a:lnTo>
                  <a:lnTo>
                    <a:pt x="1499307" y="4746199"/>
                  </a:lnTo>
                  <a:lnTo>
                    <a:pt x="1499433" y="4746199"/>
                  </a:lnTo>
                  <a:lnTo>
                    <a:pt x="1499560" y="4746199"/>
                  </a:lnTo>
                  <a:lnTo>
                    <a:pt x="1499686" y="4746199"/>
                  </a:lnTo>
                  <a:lnTo>
                    <a:pt x="1499812" y="4746199"/>
                  </a:lnTo>
                  <a:lnTo>
                    <a:pt x="1499938" y="4746199"/>
                  </a:lnTo>
                  <a:lnTo>
                    <a:pt x="1500064" y="4746199"/>
                  </a:lnTo>
                  <a:lnTo>
                    <a:pt x="1500190" y="4746199"/>
                  </a:lnTo>
                  <a:lnTo>
                    <a:pt x="1500316" y="4746199"/>
                  </a:lnTo>
                  <a:lnTo>
                    <a:pt x="1500442" y="4746199"/>
                  </a:lnTo>
                  <a:lnTo>
                    <a:pt x="1500568" y="4746199"/>
                  </a:lnTo>
                  <a:lnTo>
                    <a:pt x="1500568" y="4740920"/>
                  </a:lnTo>
                  <a:lnTo>
                    <a:pt x="1500694" y="4740920"/>
                  </a:lnTo>
                  <a:lnTo>
                    <a:pt x="1500820" y="4740920"/>
                  </a:lnTo>
                  <a:lnTo>
                    <a:pt x="1500946" y="4740920"/>
                  </a:lnTo>
                  <a:lnTo>
                    <a:pt x="1501073" y="4740920"/>
                  </a:lnTo>
                  <a:lnTo>
                    <a:pt x="1501199" y="4740920"/>
                  </a:lnTo>
                  <a:lnTo>
                    <a:pt x="1501325" y="4740920"/>
                  </a:lnTo>
                  <a:lnTo>
                    <a:pt x="1501451" y="4740920"/>
                  </a:lnTo>
                  <a:lnTo>
                    <a:pt x="1501577" y="4740920"/>
                  </a:lnTo>
                  <a:lnTo>
                    <a:pt x="1501703" y="4740920"/>
                  </a:lnTo>
                  <a:lnTo>
                    <a:pt x="1501829" y="4740920"/>
                  </a:lnTo>
                  <a:lnTo>
                    <a:pt x="1501955" y="4740920"/>
                  </a:lnTo>
                  <a:lnTo>
                    <a:pt x="1502081" y="4740920"/>
                  </a:lnTo>
                  <a:lnTo>
                    <a:pt x="1502207" y="4740920"/>
                  </a:lnTo>
                  <a:lnTo>
                    <a:pt x="1502333" y="4740920"/>
                  </a:lnTo>
                  <a:lnTo>
                    <a:pt x="1502460" y="4740920"/>
                  </a:lnTo>
                  <a:lnTo>
                    <a:pt x="1502586" y="4740920"/>
                  </a:lnTo>
                  <a:lnTo>
                    <a:pt x="1502712" y="4740920"/>
                  </a:lnTo>
                  <a:lnTo>
                    <a:pt x="1502838" y="4740920"/>
                  </a:lnTo>
                  <a:lnTo>
                    <a:pt x="1502964" y="4740920"/>
                  </a:lnTo>
                  <a:lnTo>
                    <a:pt x="1503090" y="4740920"/>
                  </a:lnTo>
                  <a:lnTo>
                    <a:pt x="1503216" y="4740920"/>
                  </a:lnTo>
                  <a:lnTo>
                    <a:pt x="1503342" y="4740920"/>
                  </a:lnTo>
                  <a:lnTo>
                    <a:pt x="1503468" y="4740920"/>
                  </a:lnTo>
                  <a:lnTo>
                    <a:pt x="1503468" y="4735640"/>
                  </a:lnTo>
                  <a:lnTo>
                    <a:pt x="1503594" y="4735640"/>
                  </a:lnTo>
                  <a:lnTo>
                    <a:pt x="1503720" y="4735640"/>
                  </a:lnTo>
                  <a:lnTo>
                    <a:pt x="1503847" y="4735640"/>
                  </a:lnTo>
                  <a:lnTo>
                    <a:pt x="1503973" y="4735640"/>
                  </a:lnTo>
                  <a:lnTo>
                    <a:pt x="1504099" y="4735640"/>
                  </a:lnTo>
                  <a:lnTo>
                    <a:pt x="1504225" y="4735640"/>
                  </a:lnTo>
                  <a:lnTo>
                    <a:pt x="1504351" y="4735640"/>
                  </a:lnTo>
                  <a:lnTo>
                    <a:pt x="1504477" y="4735640"/>
                  </a:lnTo>
                  <a:lnTo>
                    <a:pt x="1504603" y="4735640"/>
                  </a:lnTo>
                  <a:lnTo>
                    <a:pt x="1504729" y="4735640"/>
                  </a:lnTo>
                  <a:lnTo>
                    <a:pt x="1504855" y="4735640"/>
                  </a:lnTo>
                  <a:lnTo>
                    <a:pt x="1504981" y="4735640"/>
                  </a:lnTo>
                  <a:lnTo>
                    <a:pt x="1505107" y="4735640"/>
                  </a:lnTo>
                  <a:lnTo>
                    <a:pt x="1505233" y="4735640"/>
                  </a:lnTo>
                  <a:lnTo>
                    <a:pt x="1505360" y="4735640"/>
                  </a:lnTo>
                  <a:lnTo>
                    <a:pt x="1505486" y="4735640"/>
                  </a:lnTo>
                  <a:lnTo>
                    <a:pt x="1505612" y="4735640"/>
                  </a:lnTo>
                  <a:lnTo>
                    <a:pt x="1505738" y="4735640"/>
                  </a:lnTo>
                  <a:lnTo>
                    <a:pt x="1505864" y="4735640"/>
                  </a:lnTo>
                  <a:lnTo>
                    <a:pt x="1505990" y="4735640"/>
                  </a:lnTo>
                  <a:lnTo>
                    <a:pt x="1506116" y="4735640"/>
                  </a:lnTo>
                  <a:lnTo>
                    <a:pt x="1506242" y="4735640"/>
                  </a:lnTo>
                  <a:lnTo>
                    <a:pt x="1506368" y="4735640"/>
                  </a:lnTo>
                  <a:lnTo>
                    <a:pt x="1506494" y="4735640"/>
                  </a:lnTo>
                  <a:lnTo>
                    <a:pt x="1506620" y="4735640"/>
                  </a:lnTo>
                  <a:lnTo>
                    <a:pt x="1506747" y="4735640"/>
                  </a:lnTo>
                  <a:lnTo>
                    <a:pt x="1506873" y="4735640"/>
                  </a:lnTo>
                  <a:lnTo>
                    <a:pt x="1506999" y="4735640"/>
                  </a:lnTo>
                  <a:lnTo>
                    <a:pt x="1506999" y="4730361"/>
                  </a:lnTo>
                  <a:lnTo>
                    <a:pt x="1507125" y="4730361"/>
                  </a:lnTo>
                  <a:lnTo>
                    <a:pt x="1507251" y="4730361"/>
                  </a:lnTo>
                  <a:lnTo>
                    <a:pt x="1507377" y="4730361"/>
                  </a:lnTo>
                  <a:lnTo>
                    <a:pt x="1507503" y="4730361"/>
                  </a:lnTo>
                  <a:lnTo>
                    <a:pt x="1507629" y="4730361"/>
                  </a:lnTo>
                  <a:lnTo>
                    <a:pt x="1507755" y="4730361"/>
                  </a:lnTo>
                  <a:lnTo>
                    <a:pt x="1507881" y="4730361"/>
                  </a:lnTo>
                  <a:lnTo>
                    <a:pt x="1508007" y="4730361"/>
                  </a:lnTo>
                  <a:lnTo>
                    <a:pt x="1508133" y="4730361"/>
                  </a:lnTo>
                  <a:lnTo>
                    <a:pt x="1508260" y="4730361"/>
                  </a:lnTo>
                  <a:lnTo>
                    <a:pt x="1508386" y="4730361"/>
                  </a:lnTo>
                  <a:lnTo>
                    <a:pt x="1508512" y="4730361"/>
                  </a:lnTo>
                  <a:lnTo>
                    <a:pt x="1508638" y="4730361"/>
                  </a:lnTo>
                  <a:lnTo>
                    <a:pt x="1508764" y="4730361"/>
                  </a:lnTo>
                  <a:lnTo>
                    <a:pt x="1508890" y="4730361"/>
                  </a:lnTo>
                  <a:lnTo>
                    <a:pt x="1509016" y="4730361"/>
                  </a:lnTo>
                  <a:lnTo>
                    <a:pt x="1509142" y="4730361"/>
                  </a:lnTo>
                  <a:lnTo>
                    <a:pt x="1509268" y="4730361"/>
                  </a:lnTo>
                  <a:lnTo>
                    <a:pt x="1509394" y="4730361"/>
                  </a:lnTo>
                  <a:lnTo>
                    <a:pt x="1509520" y="4730361"/>
                  </a:lnTo>
                  <a:lnTo>
                    <a:pt x="1509647" y="4730361"/>
                  </a:lnTo>
                  <a:lnTo>
                    <a:pt x="1509773" y="4730361"/>
                  </a:lnTo>
                  <a:lnTo>
                    <a:pt x="1509899" y="4730361"/>
                  </a:lnTo>
                  <a:lnTo>
                    <a:pt x="1510025" y="4730361"/>
                  </a:lnTo>
                  <a:lnTo>
                    <a:pt x="1510151" y="4730361"/>
                  </a:lnTo>
                  <a:lnTo>
                    <a:pt x="1510277" y="4730361"/>
                  </a:lnTo>
                  <a:lnTo>
                    <a:pt x="1510403" y="4730361"/>
                  </a:lnTo>
                  <a:lnTo>
                    <a:pt x="1510529" y="4730361"/>
                  </a:lnTo>
                  <a:lnTo>
                    <a:pt x="1510655" y="4730361"/>
                  </a:lnTo>
                  <a:lnTo>
                    <a:pt x="1510781" y="4730361"/>
                  </a:lnTo>
                  <a:lnTo>
                    <a:pt x="1510907" y="4730361"/>
                  </a:lnTo>
                  <a:lnTo>
                    <a:pt x="1511034" y="4730361"/>
                  </a:lnTo>
                  <a:lnTo>
                    <a:pt x="1511160" y="4730361"/>
                  </a:lnTo>
                  <a:lnTo>
                    <a:pt x="1511286" y="4730361"/>
                  </a:lnTo>
                  <a:lnTo>
                    <a:pt x="1511412" y="4730361"/>
                  </a:lnTo>
                  <a:lnTo>
                    <a:pt x="1511538" y="4730361"/>
                  </a:lnTo>
                  <a:lnTo>
                    <a:pt x="1511664" y="4730361"/>
                  </a:lnTo>
                  <a:lnTo>
                    <a:pt x="1511790" y="4730361"/>
                  </a:lnTo>
                  <a:lnTo>
                    <a:pt x="1511916" y="4730361"/>
                  </a:lnTo>
                  <a:lnTo>
                    <a:pt x="1512042" y="4730361"/>
                  </a:lnTo>
                  <a:lnTo>
                    <a:pt x="1512168" y="4730361"/>
                  </a:lnTo>
                  <a:lnTo>
                    <a:pt x="1512294" y="4730361"/>
                  </a:lnTo>
                  <a:lnTo>
                    <a:pt x="1512420" y="4730361"/>
                  </a:lnTo>
                  <a:lnTo>
                    <a:pt x="1512547" y="4730361"/>
                  </a:lnTo>
                  <a:lnTo>
                    <a:pt x="1512673" y="4730361"/>
                  </a:lnTo>
                  <a:lnTo>
                    <a:pt x="1512799" y="4730361"/>
                  </a:lnTo>
                  <a:lnTo>
                    <a:pt x="1512925" y="4730361"/>
                  </a:lnTo>
                  <a:lnTo>
                    <a:pt x="1513051" y="4730361"/>
                  </a:lnTo>
                  <a:lnTo>
                    <a:pt x="1513177" y="4730361"/>
                  </a:lnTo>
                  <a:lnTo>
                    <a:pt x="1513303" y="4730361"/>
                  </a:lnTo>
                  <a:lnTo>
                    <a:pt x="1513429" y="4730361"/>
                  </a:lnTo>
                  <a:lnTo>
                    <a:pt x="1513555" y="4730361"/>
                  </a:lnTo>
                  <a:lnTo>
                    <a:pt x="1513681" y="4730361"/>
                  </a:lnTo>
                  <a:lnTo>
                    <a:pt x="1513807" y="4730361"/>
                  </a:lnTo>
                  <a:lnTo>
                    <a:pt x="1513934" y="4730361"/>
                  </a:lnTo>
                  <a:lnTo>
                    <a:pt x="1514060" y="4730361"/>
                  </a:lnTo>
                  <a:lnTo>
                    <a:pt x="1514186" y="4730361"/>
                  </a:lnTo>
                  <a:lnTo>
                    <a:pt x="1514312" y="4730361"/>
                  </a:lnTo>
                  <a:lnTo>
                    <a:pt x="1514438" y="4730361"/>
                  </a:lnTo>
                  <a:lnTo>
                    <a:pt x="1514564" y="4730361"/>
                  </a:lnTo>
                  <a:lnTo>
                    <a:pt x="1514690" y="4730361"/>
                  </a:lnTo>
                  <a:lnTo>
                    <a:pt x="1514816" y="4730361"/>
                  </a:lnTo>
                  <a:lnTo>
                    <a:pt x="1514942" y="4730361"/>
                  </a:lnTo>
                  <a:lnTo>
                    <a:pt x="1515068" y="4730361"/>
                  </a:lnTo>
                  <a:lnTo>
                    <a:pt x="1515194" y="4730361"/>
                  </a:lnTo>
                  <a:lnTo>
                    <a:pt x="1515194" y="4725082"/>
                  </a:lnTo>
                  <a:lnTo>
                    <a:pt x="1515320" y="4725082"/>
                  </a:lnTo>
                  <a:lnTo>
                    <a:pt x="1515447" y="4725082"/>
                  </a:lnTo>
                  <a:lnTo>
                    <a:pt x="1515573" y="4725082"/>
                  </a:lnTo>
                  <a:lnTo>
                    <a:pt x="1515699" y="4725082"/>
                  </a:lnTo>
                  <a:lnTo>
                    <a:pt x="1515825" y="4725082"/>
                  </a:lnTo>
                  <a:lnTo>
                    <a:pt x="1515951" y="4725082"/>
                  </a:lnTo>
                  <a:lnTo>
                    <a:pt x="1516077" y="4725082"/>
                  </a:lnTo>
                  <a:lnTo>
                    <a:pt x="1516203" y="4725082"/>
                  </a:lnTo>
                  <a:lnTo>
                    <a:pt x="1516329" y="4725082"/>
                  </a:lnTo>
                  <a:lnTo>
                    <a:pt x="1516455" y="4725082"/>
                  </a:lnTo>
                  <a:lnTo>
                    <a:pt x="1516581" y="4725082"/>
                  </a:lnTo>
                  <a:lnTo>
                    <a:pt x="1516707" y="4725082"/>
                  </a:lnTo>
                  <a:lnTo>
                    <a:pt x="1516834" y="4725082"/>
                  </a:lnTo>
                  <a:lnTo>
                    <a:pt x="1516960" y="4725082"/>
                  </a:lnTo>
                  <a:lnTo>
                    <a:pt x="1517086" y="4725082"/>
                  </a:lnTo>
                  <a:lnTo>
                    <a:pt x="1517212" y="4725082"/>
                  </a:lnTo>
                  <a:lnTo>
                    <a:pt x="1517338" y="4725082"/>
                  </a:lnTo>
                  <a:lnTo>
                    <a:pt x="1517464" y="4725082"/>
                  </a:lnTo>
                  <a:lnTo>
                    <a:pt x="1517590" y="4725082"/>
                  </a:lnTo>
                  <a:lnTo>
                    <a:pt x="1517716" y="4725082"/>
                  </a:lnTo>
                  <a:lnTo>
                    <a:pt x="1517842" y="4725082"/>
                  </a:lnTo>
                  <a:lnTo>
                    <a:pt x="1517968" y="4725082"/>
                  </a:lnTo>
                  <a:lnTo>
                    <a:pt x="1518094" y="4725082"/>
                  </a:lnTo>
                  <a:lnTo>
                    <a:pt x="1518220" y="4725082"/>
                  </a:lnTo>
                  <a:lnTo>
                    <a:pt x="1518347" y="4725082"/>
                  </a:lnTo>
                  <a:lnTo>
                    <a:pt x="1518473" y="4725082"/>
                  </a:lnTo>
                  <a:lnTo>
                    <a:pt x="1518599" y="4725082"/>
                  </a:lnTo>
                  <a:lnTo>
                    <a:pt x="1518725" y="4725082"/>
                  </a:lnTo>
                  <a:lnTo>
                    <a:pt x="1518851" y="4725082"/>
                  </a:lnTo>
                  <a:lnTo>
                    <a:pt x="1518977" y="4725082"/>
                  </a:lnTo>
                  <a:lnTo>
                    <a:pt x="1519103" y="4725082"/>
                  </a:lnTo>
                  <a:lnTo>
                    <a:pt x="1519229" y="4725082"/>
                  </a:lnTo>
                  <a:lnTo>
                    <a:pt x="1519355" y="4725082"/>
                  </a:lnTo>
                  <a:lnTo>
                    <a:pt x="1519481" y="4725082"/>
                  </a:lnTo>
                  <a:lnTo>
                    <a:pt x="1519607" y="4725082"/>
                  </a:lnTo>
                  <a:lnTo>
                    <a:pt x="1519734" y="4725082"/>
                  </a:lnTo>
                  <a:lnTo>
                    <a:pt x="1519860" y="4725082"/>
                  </a:lnTo>
                  <a:lnTo>
                    <a:pt x="1519986" y="4725082"/>
                  </a:lnTo>
                  <a:lnTo>
                    <a:pt x="1520112" y="4725082"/>
                  </a:lnTo>
                  <a:lnTo>
                    <a:pt x="1520238" y="4725082"/>
                  </a:lnTo>
                  <a:lnTo>
                    <a:pt x="1520364" y="4725082"/>
                  </a:lnTo>
                  <a:lnTo>
                    <a:pt x="1520490" y="4725082"/>
                  </a:lnTo>
                  <a:lnTo>
                    <a:pt x="1520616" y="4725082"/>
                  </a:lnTo>
                  <a:lnTo>
                    <a:pt x="1520616" y="4719802"/>
                  </a:lnTo>
                  <a:lnTo>
                    <a:pt x="1520742" y="4719802"/>
                  </a:lnTo>
                  <a:lnTo>
                    <a:pt x="1520868" y="4719802"/>
                  </a:lnTo>
                  <a:lnTo>
                    <a:pt x="1520994" y="4719802"/>
                  </a:lnTo>
                  <a:lnTo>
                    <a:pt x="1521121" y="4719802"/>
                  </a:lnTo>
                  <a:lnTo>
                    <a:pt x="1521247" y="4719802"/>
                  </a:lnTo>
                  <a:lnTo>
                    <a:pt x="1521373" y="4719802"/>
                  </a:lnTo>
                  <a:lnTo>
                    <a:pt x="1521499" y="4719802"/>
                  </a:lnTo>
                  <a:lnTo>
                    <a:pt x="1521625" y="4719802"/>
                  </a:lnTo>
                  <a:lnTo>
                    <a:pt x="1521751" y="4719802"/>
                  </a:lnTo>
                  <a:lnTo>
                    <a:pt x="1521877" y="4719802"/>
                  </a:lnTo>
                  <a:lnTo>
                    <a:pt x="1522003" y="4719802"/>
                  </a:lnTo>
                  <a:lnTo>
                    <a:pt x="1522129" y="4719802"/>
                  </a:lnTo>
                  <a:lnTo>
                    <a:pt x="1522255" y="4719802"/>
                  </a:lnTo>
                  <a:lnTo>
                    <a:pt x="1522381" y="4719802"/>
                  </a:lnTo>
                  <a:lnTo>
                    <a:pt x="1522507" y="4719802"/>
                  </a:lnTo>
                  <a:lnTo>
                    <a:pt x="1522634" y="4719802"/>
                  </a:lnTo>
                  <a:lnTo>
                    <a:pt x="1522760" y="4719802"/>
                  </a:lnTo>
                  <a:lnTo>
                    <a:pt x="1522886" y="4719802"/>
                  </a:lnTo>
                  <a:lnTo>
                    <a:pt x="1523012" y="4719802"/>
                  </a:lnTo>
                  <a:lnTo>
                    <a:pt x="1523138" y="4719802"/>
                  </a:lnTo>
                  <a:lnTo>
                    <a:pt x="1523264" y="4719802"/>
                  </a:lnTo>
                  <a:lnTo>
                    <a:pt x="1523390" y="4719802"/>
                  </a:lnTo>
                  <a:lnTo>
                    <a:pt x="1523516" y="4719802"/>
                  </a:lnTo>
                  <a:lnTo>
                    <a:pt x="1523642" y="4719802"/>
                  </a:lnTo>
                  <a:lnTo>
                    <a:pt x="1523768" y="4719802"/>
                  </a:lnTo>
                  <a:lnTo>
                    <a:pt x="1523894" y="4719802"/>
                  </a:lnTo>
                  <a:lnTo>
                    <a:pt x="1524021" y="4719802"/>
                  </a:lnTo>
                  <a:lnTo>
                    <a:pt x="1524147" y="4719802"/>
                  </a:lnTo>
                  <a:lnTo>
                    <a:pt x="1524273" y="4719802"/>
                  </a:lnTo>
                  <a:lnTo>
                    <a:pt x="1524399" y="4719802"/>
                  </a:lnTo>
                  <a:lnTo>
                    <a:pt x="1524525" y="4719802"/>
                  </a:lnTo>
                  <a:lnTo>
                    <a:pt x="1524651" y="4719802"/>
                  </a:lnTo>
                  <a:lnTo>
                    <a:pt x="1524777" y="4719802"/>
                  </a:lnTo>
                  <a:lnTo>
                    <a:pt x="1524903" y="4719802"/>
                  </a:lnTo>
                  <a:lnTo>
                    <a:pt x="1525029" y="4719802"/>
                  </a:lnTo>
                  <a:lnTo>
                    <a:pt x="1525155" y="4719802"/>
                  </a:lnTo>
                  <a:lnTo>
                    <a:pt x="1525281" y="4719802"/>
                  </a:lnTo>
                  <a:lnTo>
                    <a:pt x="1525407" y="4719802"/>
                  </a:lnTo>
                  <a:lnTo>
                    <a:pt x="1525534" y="4719802"/>
                  </a:lnTo>
                  <a:lnTo>
                    <a:pt x="1525660" y="4719802"/>
                  </a:lnTo>
                  <a:lnTo>
                    <a:pt x="1525786" y="4719802"/>
                  </a:lnTo>
                  <a:lnTo>
                    <a:pt x="1525912" y="4719802"/>
                  </a:lnTo>
                  <a:lnTo>
                    <a:pt x="1526038" y="4719802"/>
                  </a:lnTo>
                  <a:lnTo>
                    <a:pt x="1526164" y="4719802"/>
                  </a:lnTo>
                  <a:lnTo>
                    <a:pt x="1526290" y="4719802"/>
                  </a:lnTo>
                  <a:lnTo>
                    <a:pt x="1526416" y="4719802"/>
                  </a:lnTo>
                  <a:lnTo>
                    <a:pt x="1526542" y="4719802"/>
                  </a:lnTo>
                  <a:lnTo>
                    <a:pt x="1526668" y="4719802"/>
                  </a:lnTo>
                  <a:lnTo>
                    <a:pt x="1526794" y="4719802"/>
                  </a:lnTo>
                  <a:lnTo>
                    <a:pt x="1526921" y="4719802"/>
                  </a:lnTo>
                  <a:lnTo>
                    <a:pt x="1527047" y="4719802"/>
                  </a:lnTo>
                  <a:lnTo>
                    <a:pt x="1527173" y="4719802"/>
                  </a:lnTo>
                  <a:lnTo>
                    <a:pt x="1527299" y="4719802"/>
                  </a:lnTo>
                  <a:lnTo>
                    <a:pt x="1527425" y="4719802"/>
                  </a:lnTo>
                  <a:lnTo>
                    <a:pt x="1527551" y="4719802"/>
                  </a:lnTo>
                  <a:lnTo>
                    <a:pt x="1527677" y="4719802"/>
                  </a:lnTo>
                  <a:lnTo>
                    <a:pt x="1527803" y="4719802"/>
                  </a:lnTo>
                  <a:lnTo>
                    <a:pt x="1527929" y="4719802"/>
                  </a:lnTo>
                  <a:lnTo>
                    <a:pt x="1528055" y="4719802"/>
                  </a:lnTo>
                  <a:lnTo>
                    <a:pt x="1528181" y="4719802"/>
                  </a:lnTo>
                  <a:lnTo>
                    <a:pt x="1528308" y="4719802"/>
                  </a:lnTo>
                  <a:lnTo>
                    <a:pt x="1528434" y="4719802"/>
                  </a:lnTo>
                  <a:lnTo>
                    <a:pt x="1528560" y="4719802"/>
                  </a:lnTo>
                  <a:lnTo>
                    <a:pt x="1528686" y="4719802"/>
                  </a:lnTo>
                  <a:lnTo>
                    <a:pt x="1528812" y="4719802"/>
                  </a:lnTo>
                  <a:lnTo>
                    <a:pt x="1528938" y="4719802"/>
                  </a:lnTo>
                  <a:lnTo>
                    <a:pt x="1529064" y="4719802"/>
                  </a:lnTo>
                  <a:lnTo>
                    <a:pt x="1529190" y="4719802"/>
                  </a:lnTo>
                  <a:lnTo>
                    <a:pt x="1529316" y="4719802"/>
                  </a:lnTo>
                  <a:lnTo>
                    <a:pt x="1529442" y="4719802"/>
                  </a:lnTo>
                  <a:lnTo>
                    <a:pt x="1529568" y="4719802"/>
                  </a:lnTo>
                  <a:lnTo>
                    <a:pt x="1529694" y="4719802"/>
                  </a:lnTo>
                  <a:lnTo>
                    <a:pt x="1529821" y="4719802"/>
                  </a:lnTo>
                  <a:lnTo>
                    <a:pt x="1529947" y="4719802"/>
                  </a:lnTo>
                  <a:lnTo>
                    <a:pt x="1530073" y="4719802"/>
                  </a:lnTo>
                  <a:lnTo>
                    <a:pt x="1530199" y="4719802"/>
                  </a:lnTo>
                  <a:lnTo>
                    <a:pt x="1530325" y="4719802"/>
                  </a:lnTo>
                  <a:lnTo>
                    <a:pt x="1530325" y="4714523"/>
                  </a:lnTo>
                  <a:lnTo>
                    <a:pt x="1530451" y="4714523"/>
                  </a:lnTo>
                  <a:lnTo>
                    <a:pt x="1530577" y="4714523"/>
                  </a:lnTo>
                  <a:lnTo>
                    <a:pt x="1530703" y="4714523"/>
                  </a:lnTo>
                  <a:lnTo>
                    <a:pt x="1530829" y="4714523"/>
                  </a:lnTo>
                  <a:lnTo>
                    <a:pt x="1530955" y="4714523"/>
                  </a:lnTo>
                  <a:lnTo>
                    <a:pt x="1531081" y="4714523"/>
                  </a:lnTo>
                  <a:lnTo>
                    <a:pt x="1531208" y="4714523"/>
                  </a:lnTo>
                  <a:lnTo>
                    <a:pt x="1531334" y="4714523"/>
                  </a:lnTo>
                  <a:lnTo>
                    <a:pt x="1531460" y="4714523"/>
                  </a:lnTo>
                  <a:lnTo>
                    <a:pt x="1531586" y="4714523"/>
                  </a:lnTo>
                  <a:lnTo>
                    <a:pt x="1531712" y="4714523"/>
                  </a:lnTo>
                  <a:lnTo>
                    <a:pt x="1531838" y="4714523"/>
                  </a:lnTo>
                  <a:lnTo>
                    <a:pt x="1531964" y="4714523"/>
                  </a:lnTo>
                  <a:lnTo>
                    <a:pt x="1532090" y="4714523"/>
                  </a:lnTo>
                  <a:lnTo>
                    <a:pt x="1532216" y="4714523"/>
                  </a:lnTo>
                  <a:lnTo>
                    <a:pt x="1532342" y="4714523"/>
                  </a:lnTo>
                  <a:lnTo>
                    <a:pt x="1532468" y="4714523"/>
                  </a:lnTo>
                  <a:lnTo>
                    <a:pt x="1532594" y="4714523"/>
                  </a:lnTo>
                  <a:lnTo>
                    <a:pt x="1532721" y="4714523"/>
                  </a:lnTo>
                  <a:lnTo>
                    <a:pt x="1532847" y="4714523"/>
                  </a:lnTo>
                  <a:lnTo>
                    <a:pt x="1532973" y="4714523"/>
                  </a:lnTo>
                  <a:lnTo>
                    <a:pt x="1533099" y="4714523"/>
                  </a:lnTo>
                  <a:lnTo>
                    <a:pt x="1533225" y="4714523"/>
                  </a:lnTo>
                  <a:lnTo>
                    <a:pt x="1533351" y="4714523"/>
                  </a:lnTo>
                  <a:lnTo>
                    <a:pt x="1533477" y="4714523"/>
                  </a:lnTo>
                  <a:lnTo>
                    <a:pt x="1533603" y="4714523"/>
                  </a:lnTo>
                  <a:lnTo>
                    <a:pt x="1533729" y="4714523"/>
                  </a:lnTo>
                  <a:lnTo>
                    <a:pt x="1533855" y="4714523"/>
                  </a:lnTo>
                  <a:lnTo>
                    <a:pt x="1533981" y="4714523"/>
                  </a:lnTo>
                  <a:lnTo>
                    <a:pt x="1534108" y="4714523"/>
                  </a:lnTo>
                  <a:lnTo>
                    <a:pt x="1534234" y="4714523"/>
                  </a:lnTo>
                  <a:lnTo>
                    <a:pt x="1534360" y="4714523"/>
                  </a:lnTo>
                  <a:lnTo>
                    <a:pt x="1534360" y="4709243"/>
                  </a:lnTo>
                  <a:lnTo>
                    <a:pt x="1534486" y="4709243"/>
                  </a:lnTo>
                  <a:lnTo>
                    <a:pt x="1534612" y="4709243"/>
                  </a:lnTo>
                  <a:lnTo>
                    <a:pt x="1534738" y="4709243"/>
                  </a:lnTo>
                  <a:lnTo>
                    <a:pt x="1534864" y="4709243"/>
                  </a:lnTo>
                  <a:lnTo>
                    <a:pt x="1534990" y="4709243"/>
                  </a:lnTo>
                  <a:lnTo>
                    <a:pt x="1535116" y="4709243"/>
                  </a:lnTo>
                  <a:lnTo>
                    <a:pt x="1535116" y="4703964"/>
                  </a:lnTo>
                  <a:lnTo>
                    <a:pt x="1535242" y="4703964"/>
                  </a:lnTo>
                  <a:lnTo>
                    <a:pt x="1535368" y="4703964"/>
                  </a:lnTo>
                  <a:lnTo>
                    <a:pt x="1535495" y="4703964"/>
                  </a:lnTo>
                  <a:lnTo>
                    <a:pt x="1535621" y="4703964"/>
                  </a:lnTo>
                  <a:lnTo>
                    <a:pt x="1535747" y="4703964"/>
                  </a:lnTo>
                  <a:lnTo>
                    <a:pt x="1535873" y="4703964"/>
                  </a:lnTo>
                  <a:lnTo>
                    <a:pt x="1535999" y="4703964"/>
                  </a:lnTo>
                  <a:lnTo>
                    <a:pt x="1536125" y="4703964"/>
                  </a:lnTo>
                  <a:lnTo>
                    <a:pt x="1536251" y="4703964"/>
                  </a:lnTo>
                  <a:lnTo>
                    <a:pt x="1536377" y="4703964"/>
                  </a:lnTo>
                  <a:lnTo>
                    <a:pt x="1536503" y="4703964"/>
                  </a:lnTo>
                  <a:lnTo>
                    <a:pt x="1536629" y="4703964"/>
                  </a:lnTo>
                  <a:lnTo>
                    <a:pt x="1536755" y="4703964"/>
                  </a:lnTo>
                  <a:lnTo>
                    <a:pt x="1536881" y="4703964"/>
                  </a:lnTo>
                  <a:lnTo>
                    <a:pt x="1537008" y="4703964"/>
                  </a:lnTo>
                  <a:lnTo>
                    <a:pt x="1537134" y="4703964"/>
                  </a:lnTo>
                  <a:lnTo>
                    <a:pt x="1537260" y="4703964"/>
                  </a:lnTo>
                  <a:lnTo>
                    <a:pt x="1537386" y="4703964"/>
                  </a:lnTo>
                  <a:lnTo>
                    <a:pt x="1537512" y="4703964"/>
                  </a:lnTo>
                  <a:lnTo>
                    <a:pt x="1537638" y="4703964"/>
                  </a:lnTo>
                  <a:lnTo>
                    <a:pt x="1537764" y="4703964"/>
                  </a:lnTo>
                  <a:lnTo>
                    <a:pt x="1537890" y="4703964"/>
                  </a:lnTo>
                  <a:lnTo>
                    <a:pt x="1538016" y="4703964"/>
                  </a:lnTo>
                  <a:lnTo>
                    <a:pt x="1538142" y="4703964"/>
                  </a:lnTo>
                  <a:lnTo>
                    <a:pt x="1538268" y="4703964"/>
                  </a:lnTo>
                  <a:lnTo>
                    <a:pt x="1538395" y="4703964"/>
                  </a:lnTo>
                  <a:lnTo>
                    <a:pt x="1538521" y="4703964"/>
                  </a:lnTo>
                  <a:lnTo>
                    <a:pt x="1538647" y="4703964"/>
                  </a:lnTo>
                  <a:lnTo>
                    <a:pt x="1538773" y="4703964"/>
                  </a:lnTo>
                  <a:lnTo>
                    <a:pt x="1538899" y="4703964"/>
                  </a:lnTo>
                  <a:lnTo>
                    <a:pt x="1539025" y="4703964"/>
                  </a:lnTo>
                  <a:lnTo>
                    <a:pt x="1539151" y="4703964"/>
                  </a:lnTo>
                  <a:lnTo>
                    <a:pt x="1539277" y="4703964"/>
                  </a:lnTo>
                  <a:lnTo>
                    <a:pt x="1539403" y="4703964"/>
                  </a:lnTo>
                  <a:lnTo>
                    <a:pt x="1539529" y="4703964"/>
                  </a:lnTo>
                  <a:lnTo>
                    <a:pt x="1539655" y="4703964"/>
                  </a:lnTo>
                  <a:lnTo>
                    <a:pt x="1539781" y="4703964"/>
                  </a:lnTo>
                  <a:lnTo>
                    <a:pt x="1539908" y="4703964"/>
                  </a:lnTo>
                  <a:lnTo>
                    <a:pt x="1540034" y="4703964"/>
                  </a:lnTo>
                  <a:lnTo>
                    <a:pt x="1540160" y="4703964"/>
                  </a:lnTo>
                  <a:lnTo>
                    <a:pt x="1540286" y="4703964"/>
                  </a:lnTo>
                  <a:lnTo>
                    <a:pt x="1540412" y="4703964"/>
                  </a:lnTo>
                  <a:lnTo>
                    <a:pt x="1540538" y="4703964"/>
                  </a:lnTo>
                  <a:lnTo>
                    <a:pt x="1540664" y="4703964"/>
                  </a:lnTo>
                  <a:lnTo>
                    <a:pt x="1540790" y="4703964"/>
                  </a:lnTo>
                  <a:lnTo>
                    <a:pt x="1540916" y="4703964"/>
                  </a:lnTo>
                  <a:lnTo>
                    <a:pt x="1541042" y="4703964"/>
                  </a:lnTo>
                  <a:lnTo>
                    <a:pt x="1541168" y="4703964"/>
                  </a:lnTo>
                  <a:lnTo>
                    <a:pt x="1541295" y="4703964"/>
                  </a:lnTo>
                  <a:lnTo>
                    <a:pt x="1541421" y="4703964"/>
                  </a:lnTo>
                  <a:lnTo>
                    <a:pt x="1541547" y="4703964"/>
                  </a:lnTo>
                  <a:lnTo>
                    <a:pt x="1541673" y="4703964"/>
                  </a:lnTo>
                  <a:lnTo>
                    <a:pt x="1541799" y="4703964"/>
                  </a:lnTo>
                  <a:lnTo>
                    <a:pt x="1541925" y="4703964"/>
                  </a:lnTo>
                  <a:lnTo>
                    <a:pt x="1542051" y="4703964"/>
                  </a:lnTo>
                  <a:lnTo>
                    <a:pt x="1542177" y="4703964"/>
                  </a:lnTo>
                  <a:lnTo>
                    <a:pt x="1542303" y="4703964"/>
                  </a:lnTo>
                  <a:lnTo>
                    <a:pt x="1542429" y="4703964"/>
                  </a:lnTo>
                  <a:lnTo>
                    <a:pt x="1542555" y="4703964"/>
                  </a:lnTo>
                  <a:lnTo>
                    <a:pt x="1542555" y="4698684"/>
                  </a:lnTo>
                  <a:lnTo>
                    <a:pt x="1542681" y="4698684"/>
                  </a:lnTo>
                  <a:lnTo>
                    <a:pt x="1542808" y="4698684"/>
                  </a:lnTo>
                  <a:lnTo>
                    <a:pt x="1542934" y="4698684"/>
                  </a:lnTo>
                  <a:lnTo>
                    <a:pt x="1543060" y="4698684"/>
                  </a:lnTo>
                  <a:lnTo>
                    <a:pt x="1543186" y="4698684"/>
                  </a:lnTo>
                  <a:lnTo>
                    <a:pt x="1543312" y="4698684"/>
                  </a:lnTo>
                  <a:lnTo>
                    <a:pt x="1543438" y="4698684"/>
                  </a:lnTo>
                  <a:lnTo>
                    <a:pt x="1543564" y="4698684"/>
                  </a:lnTo>
                  <a:lnTo>
                    <a:pt x="1543690" y="4698684"/>
                  </a:lnTo>
                  <a:lnTo>
                    <a:pt x="1543816" y="4698684"/>
                  </a:lnTo>
                  <a:lnTo>
                    <a:pt x="1543942" y="4698684"/>
                  </a:lnTo>
                  <a:lnTo>
                    <a:pt x="1544068" y="4698684"/>
                  </a:lnTo>
                  <a:lnTo>
                    <a:pt x="1544195" y="4698684"/>
                  </a:lnTo>
                  <a:lnTo>
                    <a:pt x="1544321" y="4698684"/>
                  </a:lnTo>
                  <a:lnTo>
                    <a:pt x="1544447" y="4698684"/>
                  </a:lnTo>
                  <a:lnTo>
                    <a:pt x="1544573" y="4698684"/>
                  </a:lnTo>
                  <a:lnTo>
                    <a:pt x="1544699" y="4698684"/>
                  </a:lnTo>
                  <a:lnTo>
                    <a:pt x="1544699" y="4693405"/>
                  </a:lnTo>
                  <a:lnTo>
                    <a:pt x="1544825" y="4693405"/>
                  </a:lnTo>
                  <a:lnTo>
                    <a:pt x="1544951" y="4693405"/>
                  </a:lnTo>
                  <a:lnTo>
                    <a:pt x="1545077" y="4693405"/>
                  </a:lnTo>
                  <a:lnTo>
                    <a:pt x="1545203" y="4693405"/>
                  </a:lnTo>
                  <a:lnTo>
                    <a:pt x="1545329" y="4693405"/>
                  </a:lnTo>
                  <a:lnTo>
                    <a:pt x="1545455" y="4693405"/>
                  </a:lnTo>
                  <a:lnTo>
                    <a:pt x="1545582" y="4693405"/>
                  </a:lnTo>
                  <a:lnTo>
                    <a:pt x="1545708" y="4693405"/>
                  </a:lnTo>
                  <a:lnTo>
                    <a:pt x="1545834" y="4693405"/>
                  </a:lnTo>
                  <a:lnTo>
                    <a:pt x="1545960" y="4693405"/>
                  </a:lnTo>
                  <a:lnTo>
                    <a:pt x="1546086" y="4693405"/>
                  </a:lnTo>
                  <a:lnTo>
                    <a:pt x="1546212" y="4693405"/>
                  </a:lnTo>
                  <a:lnTo>
                    <a:pt x="1546338" y="4693405"/>
                  </a:lnTo>
                  <a:lnTo>
                    <a:pt x="1546464" y="4693405"/>
                  </a:lnTo>
                  <a:lnTo>
                    <a:pt x="1546590" y="4693405"/>
                  </a:lnTo>
                  <a:lnTo>
                    <a:pt x="1546716" y="4693405"/>
                  </a:lnTo>
                  <a:lnTo>
                    <a:pt x="1546842" y="4693405"/>
                  </a:lnTo>
                  <a:lnTo>
                    <a:pt x="1546968" y="4693405"/>
                  </a:lnTo>
                  <a:lnTo>
                    <a:pt x="1547095" y="4693405"/>
                  </a:lnTo>
                  <a:lnTo>
                    <a:pt x="1547221" y="4693405"/>
                  </a:lnTo>
                  <a:lnTo>
                    <a:pt x="1547347" y="4693405"/>
                  </a:lnTo>
                  <a:lnTo>
                    <a:pt x="1547473" y="4693405"/>
                  </a:lnTo>
                  <a:lnTo>
                    <a:pt x="1547599" y="4693405"/>
                  </a:lnTo>
                  <a:lnTo>
                    <a:pt x="1547725" y="4693405"/>
                  </a:lnTo>
                  <a:lnTo>
                    <a:pt x="1547851" y="4693405"/>
                  </a:lnTo>
                  <a:lnTo>
                    <a:pt x="1547977" y="4693405"/>
                  </a:lnTo>
                  <a:lnTo>
                    <a:pt x="1548103" y="4693405"/>
                  </a:lnTo>
                  <a:lnTo>
                    <a:pt x="1548229" y="4693405"/>
                  </a:lnTo>
                  <a:lnTo>
                    <a:pt x="1548355" y="4693405"/>
                  </a:lnTo>
                  <a:lnTo>
                    <a:pt x="1548482" y="4693405"/>
                  </a:lnTo>
                  <a:lnTo>
                    <a:pt x="1548608" y="4693405"/>
                  </a:lnTo>
                  <a:lnTo>
                    <a:pt x="1548734" y="4693405"/>
                  </a:lnTo>
                  <a:lnTo>
                    <a:pt x="1548860" y="4693405"/>
                  </a:lnTo>
                  <a:lnTo>
                    <a:pt x="1548986" y="4693405"/>
                  </a:lnTo>
                  <a:lnTo>
                    <a:pt x="1549112" y="4693405"/>
                  </a:lnTo>
                  <a:lnTo>
                    <a:pt x="1549238" y="4693405"/>
                  </a:lnTo>
                  <a:lnTo>
                    <a:pt x="1549364" y="4693405"/>
                  </a:lnTo>
                  <a:lnTo>
                    <a:pt x="1549490" y="4693405"/>
                  </a:lnTo>
                  <a:lnTo>
                    <a:pt x="1549616" y="4693405"/>
                  </a:lnTo>
                  <a:lnTo>
                    <a:pt x="1549742" y="4693405"/>
                  </a:lnTo>
                  <a:lnTo>
                    <a:pt x="1549868" y="4693405"/>
                  </a:lnTo>
                  <a:lnTo>
                    <a:pt x="1549995" y="4693405"/>
                  </a:lnTo>
                  <a:lnTo>
                    <a:pt x="1550121" y="4693405"/>
                  </a:lnTo>
                  <a:lnTo>
                    <a:pt x="1550247" y="4693405"/>
                  </a:lnTo>
                  <a:lnTo>
                    <a:pt x="1550373" y="4693405"/>
                  </a:lnTo>
                  <a:lnTo>
                    <a:pt x="1550499" y="4693405"/>
                  </a:lnTo>
                  <a:lnTo>
                    <a:pt x="1550625" y="4693405"/>
                  </a:lnTo>
                  <a:lnTo>
                    <a:pt x="1550751" y="4693405"/>
                  </a:lnTo>
                  <a:lnTo>
                    <a:pt x="1550877" y="4693405"/>
                  </a:lnTo>
                  <a:lnTo>
                    <a:pt x="1551003" y="4693405"/>
                  </a:lnTo>
                  <a:lnTo>
                    <a:pt x="1551129" y="4693405"/>
                  </a:lnTo>
                  <a:lnTo>
                    <a:pt x="1551255" y="4693405"/>
                  </a:lnTo>
                  <a:lnTo>
                    <a:pt x="1551382" y="4693405"/>
                  </a:lnTo>
                  <a:lnTo>
                    <a:pt x="1551508" y="4693405"/>
                  </a:lnTo>
                  <a:lnTo>
                    <a:pt x="1551634" y="4693405"/>
                  </a:lnTo>
                  <a:lnTo>
                    <a:pt x="1551760" y="4693405"/>
                  </a:lnTo>
                  <a:lnTo>
                    <a:pt x="1551886" y="4693405"/>
                  </a:lnTo>
                  <a:lnTo>
                    <a:pt x="1552012" y="4693405"/>
                  </a:lnTo>
                  <a:lnTo>
                    <a:pt x="1552138" y="4693405"/>
                  </a:lnTo>
                  <a:lnTo>
                    <a:pt x="1552264" y="4693405"/>
                  </a:lnTo>
                  <a:lnTo>
                    <a:pt x="1552390" y="4693405"/>
                  </a:lnTo>
                  <a:lnTo>
                    <a:pt x="1552516" y="4693405"/>
                  </a:lnTo>
                  <a:lnTo>
                    <a:pt x="1552642" y="4693405"/>
                  </a:lnTo>
                  <a:lnTo>
                    <a:pt x="1552769" y="4693405"/>
                  </a:lnTo>
                  <a:lnTo>
                    <a:pt x="1552895" y="4693405"/>
                  </a:lnTo>
                  <a:lnTo>
                    <a:pt x="1553021" y="4693405"/>
                  </a:lnTo>
                  <a:lnTo>
                    <a:pt x="1553147" y="4693405"/>
                  </a:lnTo>
                  <a:lnTo>
                    <a:pt x="1553273" y="4693405"/>
                  </a:lnTo>
                  <a:lnTo>
                    <a:pt x="1553399" y="4693405"/>
                  </a:lnTo>
                  <a:lnTo>
                    <a:pt x="1553525" y="4693405"/>
                  </a:lnTo>
                  <a:lnTo>
                    <a:pt x="1553651" y="4693405"/>
                  </a:lnTo>
                  <a:lnTo>
                    <a:pt x="1553777" y="4693405"/>
                  </a:lnTo>
                  <a:lnTo>
                    <a:pt x="1553903" y="4693405"/>
                  </a:lnTo>
                  <a:lnTo>
                    <a:pt x="1554029" y="4693405"/>
                  </a:lnTo>
                  <a:lnTo>
                    <a:pt x="1554155" y="4693405"/>
                  </a:lnTo>
                  <a:lnTo>
                    <a:pt x="1554282" y="4693405"/>
                  </a:lnTo>
                  <a:lnTo>
                    <a:pt x="1554408" y="4693405"/>
                  </a:lnTo>
                  <a:lnTo>
                    <a:pt x="1554534" y="4693405"/>
                  </a:lnTo>
                  <a:lnTo>
                    <a:pt x="1554660" y="4693405"/>
                  </a:lnTo>
                  <a:lnTo>
                    <a:pt x="1554786" y="4693405"/>
                  </a:lnTo>
                  <a:lnTo>
                    <a:pt x="1554912" y="4693405"/>
                  </a:lnTo>
                  <a:lnTo>
                    <a:pt x="1555038" y="4693405"/>
                  </a:lnTo>
                  <a:lnTo>
                    <a:pt x="1555164" y="4693405"/>
                  </a:lnTo>
                  <a:lnTo>
                    <a:pt x="1555290" y="4693405"/>
                  </a:lnTo>
                  <a:lnTo>
                    <a:pt x="1555416" y="4693405"/>
                  </a:lnTo>
                  <a:lnTo>
                    <a:pt x="1555542" y="4693405"/>
                  </a:lnTo>
                  <a:lnTo>
                    <a:pt x="1555669" y="4693405"/>
                  </a:lnTo>
                  <a:lnTo>
                    <a:pt x="1555795" y="4693405"/>
                  </a:lnTo>
                  <a:lnTo>
                    <a:pt x="1555921" y="4693405"/>
                  </a:lnTo>
                  <a:lnTo>
                    <a:pt x="1556047" y="4693405"/>
                  </a:lnTo>
                  <a:lnTo>
                    <a:pt x="1556173" y="4693405"/>
                  </a:lnTo>
                  <a:lnTo>
                    <a:pt x="1556299" y="4693405"/>
                  </a:lnTo>
                  <a:lnTo>
                    <a:pt x="1556425" y="4693405"/>
                  </a:lnTo>
                  <a:lnTo>
                    <a:pt x="1556551" y="4693405"/>
                  </a:lnTo>
                  <a:lnTo>
                    <a:pt x="1556677" y="4693405"/>
                  </a:lnTo>
                  <a:lnTo>
                    <a:pt x="1556803" y="4693405"/>
                  </a:lnTo>
                  <a:lnTo>
                    <a:pt x="1556929" y="4693405"/>
                  </a:lnTo>
                  <a:lnTo>
                    <a:pt x="1557055" y="4693405"/>
                  </a:lnTo>
                  <a:lnTo>
                    <a:pt x="1557182" y="4693405"/>
                  </a:lnTo>
                  <a:lnTo>
                    <a:pt x="1557308" y="4693405"/>
                  </a:lnTo>
                  <a:lnTo>
                    <a:pt x="1557434" y="4693405"/>
                  </a:lnTo>
                  <a:lnTo>
                    <a:pt x="1557560" y="4693405"/>
                  </a:lnTo>
                  <a:lnTo>
                    <a:pt x="1557686" y="4693405"/>
                  </a:lnTo>
                  <a:lnTo>
                    <a:pt x="1557812" y="4693405"/>
                  </a:lnTo>
                  <a:lnTo>
                    <a:pt x="1557938" y="4693405"/>
                  </a:lnTo>
                  <a:lnTo>
                    <a:pt x="1558064" y="4693405"/>
                  </a:lnTo>
                  <a:lnTo>
                    <a:pt x="1558190" y="4693405"/>
                  </a:lnTo>
                  <a:lnTo>
                    <a:pt x="1558316" y="4693405"/>
                  </a:lnTo>
                  <a:lnTo>
                    <a:pt x="1558442" y="4693405"/>
                  </a:lnTo>
                  <a:lnTo>
                    <a:pt x="1558569" y="4693405"/>
                  </a:lnTo>
                  <a:lnTo>
                    <a:pt x="1558695" y="4693405"/>
                  </a:lnTo>
                  <a:lnTo>
                    <a:pt x="1558821" y="4693405"/>
                  </a:lnTo>
                  <a:lnTo>
                    <a:pt x="1558947" y="4693405"/>
                  </a:lnTo>
                  <a:lnTo>
                    <a:pt x="1559073" y="4693405"/>
                  </a:lnTo>
                  <a:lnTo>
                    <a:pt x="1559199" y="4693405"/>
                  </a:lnTo>
                  <a:lnTo>
                    <a:pt x="1559325" y="4693405"/>
                  </a:lnTo>
                  <a:lnTo>
                    <a:pt x="1559451" y="4693405"/>
                  </a:lnTo>
                  <a:lnTo>
                    <a:pt x="1559451" y="4688126"/>
                  </a:lnTo>
                  <a:lnTo>
                    <a:pt x="1559577" y="4688126"/>
                  </a:lnTo>
                  <a:lnTo>
                    <a:pt x="1559703" y="4688126"/>
                  </a:lnTo>
                  <a:lnTo>
                    <a:pt x="1559829" y="4688126"/>
                  </a:lnTo>
                  <a:lnTo>
                    <a:pt x="1559956" y="4688126"/>
                  </a:lnTo>
                  <a:lnTo>
                    <a:pt x="1560082" y="4688126"/>
                  </a:lnTo>
                  <a:lnTo>
                    <a:pt x="1560208" y="4688126"/>
                  </a:lnTo>
                  <a:lnTo>
                    <a:pt x="1560334" y="4688126"/>
                  </a:lnTo>
                  <a:lnTo>
                    <a:pt x="1560460" y="4688126"/>
                  </a:lnTo>
                  <a:lnTo>
                    <a:pt x="1560586" y="4688126"/>
                  </a:lnTo>
                  <a:lnTo>
                    <a:pt x="1560712" y="4688126"/>
                  </a:lnTo>
                  <a:lnTo>
                    <a:pt x="1560838" y="4688126"/>
                  </a:lnTo>
                  <a:lnTo>
                    <a:pt x="1560964" y="4688126"/>
                  </a:lnTo>
                  <a:lnTo>
                    <a:pt x="1561090" y="4688126"/>
                  </a:lnTo>
                  <a:lnTo>
                    <a:pt x="1561216" y="4688126"/>
                  </a:lnTo>
                  <a:lnTo>
                    <a:pt x="1561342" y="4688126"/>
                  </a:lnTo>
                  <a:lnTo>
                    <a:pt x="1561469" y="4688126"/>
                  </a:lnTo>
                  <a:lnTo>
                    <a:pt x="1561595" y="4688126"/>
                  </a:lnTo>
                  <a:lnTo>
                    <a:pt x="1561721" y="4688126"/>
                  </a:lnTo>
                  <a:lnTo>
                    <a:pt x="1561847" y="4688126"/>
                  </a:lnTo>
                  <a:lnTo>
                    <a:pt x="1561973" y="4688126"/>
                  </a:lnTo>
                  <a:lnTo>
                    <a:pt x="1562099" y="4688126"/>
                  </a:lnTo>
                  <a:lnTo>
                    <a:pt x="1562225" y="4688126"/>
                  </a:lnTo>
                  <a:lnTo>
                    <a:pt x="1562351" y="4688126"/>
                  </a:lnTo>
                  <a:lnTo>
                    <a:pt x="1562477" y="4688126"/>
                  </a:lnTo>
                  <a:lnTo>
                    <a:pt x="1562603" y="4688126"/>
                  </a:lnTo>
                  <a:lnTo>
                    <a:pt x="1562729" y="4688126"/>
                  </a:lnTo>
                  <a:lnTo>
                    <a:pt x="1562856" y="4688126"/>
                  </a:lnTo>
                  <a:lnTo>
                    <a:pt x="1562982" y="4688126"/>
                  </a:lnTo>
                  <a:lnTo>
                    <a:pt x="1563108" y="4688126"/>
                  </a:lnTo>
                  <a:lnTo>
                    <a:pt x="1563234" y="4688126"/>
                  </a:lnTo>
                  <a:lnTo>
                    <a:pt x="1563360" y="4688126"/>
                  </a:lnTo>
                  <a:lnTo>
                    <a:pt x="1563486" y="4688126"/>
                  </a:lnTo>
                  <a:lnTo>
                    <a:pt x="1563612" y="4688126"/>
                  </a:lnTo>
                  <a:lnTo>
                    <a:pt x="1563738" y="4688126"/>
                  </a:lnTo>
                  <a:lnTo>
                    <a:pt x="1563738" y="4682846"/>
                  </a:lnTo>
                  <a:lnTo>
                    <a:pt x="1563864" y="4682846"/>
                  </a:lnTo>
                  <a:lnTo>
                    <a:pt x="1563990" y="4682846"/>
                  </a:lnTo>
                  <a:lnTo>
                    <a:pt x="1564116" y="4682846"/>
                  </a:lnTo>
                  <a:lnTo>
                    <a:pt x="1564242" y="4682846"/>
                  </a:lnTo>
                  <a:lnTo>
                    <a:pt x="1564242" y="4677567"/>
                  </a:lnTo>
                  <a:lnTo>
                    <a:pt x="1564369" y="4677567"/>
                  </a:lnTo>
                  <a:lnTo>
                    <a:pt x="1564495" y="4677567"/>
                  </a:lnTo>
                  <a:lnTo>
                    <a:pt x="1564621" y="4677567"/>
                  </a:lnTo>
                  <a:lnTo>
                    <a:pt x="1564747" y="4677567"/>
                  </a:lnTo>
                  <a:lnTo>
                    <a:pt x="1564873" y="4677567"/>
                  </a:lnTo>
                  <a:lnTo>
                    <a:pt x="1564999" y="4677567"/>
                  </a:lnTo>
                  <a:lnTo>
                    <a:pt x="1565125" y="4677567"/>
                  </a:lnTo>
                  <a:lnTo>
                    <a:pt x="1565251" y="4677567"/>
                  </a:lnTo>
                  <a:lnTo>
                    <a:pt x="1565377" y="4677567"/>
                  </a:lnTo>
                  <a:lnTo>
                    <a:pt x="1565503" y="4677567"/>
                  </a:lnTo>
                  <a:lnTo>
                    <a:pt x="1565629" y="4677567"/>
                  </a:lnTo>
                  <a:lnTo>
                    <a:pt x="1565756" y="4677567"/>
                  </a:lnTo>
                  <a:lnTo>
                    <a:pt x="1565882" y="4677567"/>
                  </a:lnTo>
                  <a:lnTo>
                    <a:pt x="1566008" y="4677567"/>
                  </a:lnTo>
                  <a:lnTo>
                    <a:pt x="1566134" y="4677567"/>
                  </a:lnTo>
                  <a:lnTo>
                    <a:pt x="1566260" y="4677567"/>
                  </a:lnTo>
                  <a:lnTo>
                    <a:pt x="1566386" y="4677567"/>
                  </a:lnTo>
                  <a:lnTo>
                    <a:pt x="1566512" y="4677567"/>
                  </a:lnTo>
                  <a:lnTo>
                    <a:pt x="1566512" y="4672287"/>
                  </a:lnTo>
                  <a:lnTo>
                    <a:pt x="1566638" y="4672287"/>
                  </a:lnTo>
                  <a:lnTo>
                    <a:pt x="1566764" y="4672287"/>
                  </a:lnTo>
                  <a:lnTo>
                    <a:pt x="1566890" y="4672287"/>
                  </a:lnTo>
                  <a:lnTo>
                    <a:pt x="1567016" y="4672287"/>
                  </a:lnTo>
                  <a:lnTo>
                    <a:pt x="1567142" y="4672287"/>
                  </a:lnTo>
                  <a:lnTo>
                    <a:pt x="1567269" y="4672287"/>
                  </a:lnTo>
                  <a:lnTo>
                    <a:pt x="1567395" y="4672287"/>
                  </a:lnTo>
                  <a:lnTo>
                    <a:pt x="1567521" y="4672287"/>
                  </a:lnTo>
                  <a:lnTo>
                    <a:pt x="1567647" y="4672287"/>
                  </a:lnTo>
                  <a:lnTo>
                    <a:pt x="1567773" y="4672287"/>
                  </a:lnTo>
                  <a:lnTo>
                    <a:pt x="1567899" y="4672287"/>
                  </a:lnTo>
                  <a:lnTo>
                    <a:pt x="1568025" y="4672287"/>
                  </a:lnTo>
                  <a:lnTo>
                    <a:pt x="1568151" y="4672287"/>
                  </a:lnTo>
                  <a:lnTo>
                    <a:pt x="1568277" y="4672287"/>
                  </a:lnTo>
                  <a:lnTo>
                    <a:pt x="1568403" y="4672287"/>
                  </a:lnTo>
                  <a:lnTo>
                    <a:pt x="1568529" y="4672287"/>
                  </a:lnTo>
                  <a:lnTo>
                    <a:pt x="1568656" y="4672287"/>
                  </a:lnTo>
                  <a:lnTo>
                    <a:pt x="1568782" y="4672287"/>
                  </a:lnTo>
                  <a:lnTo>
                    <a:pt x="1568908" y="4672287"/>
                  </a:lnTo>
                  <a:lnTo>
                    <a:pt x="1569034" y="4672287"/>
                  </a:lnTo>
                  <a:lnTo>
                    <a:pt x="1569160" y="4672287"/>
                  </a:lnTo>
                  <a:lnTo>
                    <a:pt x="1569286" y="4672287"/>
                  </a:lnTo>
                  <a:lnTo>
                    <a:pt x="1569412" y="4672287"/>
                  </a:lnTo>
                  <a:lnTo>
                    <a:pt x="1569538" y="4672287"/>
                  </a:lnTo>
                  <a:lnTo>
                    <a:pt x="1569664" y="4672287"/>
                  </a:lnTo>
                  <a:lnTo>
                    <a:pt x="1569790" y="4672287"/>
                  </a:lnTo>
                  <a:lnTo>
                    <a:pt x="1569916" y="4672287"/>
                  </a:lnTo>
                  <a:lnTo>
                    <a:pt x="1570043" y="4672287"/>
                  </a:lnTo>
                  <a:lnTo>
                    <a:pt x="1570169" y="4672287"/>
                  </a:lnTo>
                  <a:lnTo>
                    <a:pt x="1570295" y="4672287"/>
                  </a:lnTo>
                  <a:lnTo>
                    <a:pt x="1570421" y="4672287"/>
                  </a:lnTo>
                  <a:lnTo>
                    <a:pt x="1570547" y="4672287"/>
                  </a:lnTo>
                  <a:lnTo>
                    <a:pt x="1570673" y="4672287"/>
                  </a:lnTo>
                  <a:lnTo>
                    <a:pt x="1570799" y="4672287"/>
                  </a:lnTo>
                  <a:lnTo>
                    <a:pt x="1570925" y="4672287"/>
                  </a:lnTo>
                  <a:lnTo>
                    <a:pt x="1571051" y="4672287"/>
                  </a:lnTo>
                  <a:lnTo>
                    <a:pt x="1571177" y="4672287"/>
                  </a:lnTo>
                  <a:lnTo>
                    <a:pt x="1571303" y="4672287"/>
                  </a:lnTo>
                  <a:lnTo>
                    <a:pt x="1571429" y="4672287"/>
                  </a:lnTo>
                  <a:lnTo>
                    <a:pt x="1571556" y="4672287"/>
                  </a:lnTo>
                  <a:lnTo>
                    <a:pt x="1571682" y="4672287"/>
                  </a:lnTo>
                  <a:lnTo>
                    <a:pt x="1571808" y="4672287"/>
                  </a:lnTo>
                  <a:lnTo>
                    <a:pt x="1571934" y="4672287"/>
                  </a:lnTo>
                  <a:lnTo>
                    <a:pt x="1572060" y="4672287"/>
                  </a:lnTo>
                  <a:lnTo>
                    <a:pt x="1572186" y="4672287"/>
                  </a:lnTo>
                  <a:lnTo>
                    <a:pt x="1572312" y="4672287"/>
                  </a:lnTo>
                  <a:lnTo>
                    <a:pt x="1572438" y="4672287"/>
                  </a:lnTo>
                  <a:lnTo>
                    <a:pt x="1572564" y="4672287"/>
                  </a:lnTo>
                  <a:lnTo>
                    <a:pt x="1572690" y="4672287"/>
                  </a:lnTo>
                  <a:lnTo>
                    <a:pt x="1572816" y="4672287"/>
                  </a:lnTo>
                  <a:lnTo>
                    <a:pt x="1572943" y="4672287"/>
                  </a:lnTo>
                  <a:lnTo>
                    <a:pt x="1573069" y="4672287"/>
                  </a:lnTo>
                  <a:lnTo>
                    <a:pt x="1573195" y="4672287"/>
                  </a:lnTo>
                  <a:lnTo>
                    <a:pt x="1573321" y="4672287"/>
                  </a:lnTo>
                  <a:lnTo>
                    <a:pt x="1573447" y="4672287"/>
                  </a:lnTo>
                  <a:lnTo>
                    <a:pt x="1573573" y="4672287"/>
                  </a:lnTo>
                  <a:lnTo>
                    <a:pt x="1573699" y="4672287"/>
                  </a:lnTo>
                  <a:lnTo>
                    <a:pt x="1573825" y="4672287"/>
                  </a:lnTo>
                  <a:lnTo>
                    <a:pt x="1573951" y="4672287"/>
                  </a:lnTo>
                  <a:lnTo>
                    <a:pt x="1574077" y="4672287"/>
                  </a:lnTo>
                  <a:lnTo>
                    <a:pt x="1574203" y="4672287"/>
                  </a:lnTo>
                  <a:lnTo>
                    <a:pt x="1574329" y="4672287"/>
                  </a:lnTo>
                  <a:lnTo>
                    <a:pt x="1574456" y="4672287"/>
                  </a:lnTo>
                  <a:lnTo>
                    <a:pt x="1574582" y="4672287"/>
                  </a:lnTo>
                  <a:lnTo>
                    <a:pt x="1574708" y="4672287"/>
                  </a:lnTo>
                  <a:lnTo>
                    <a:pt x="1574834" y="4672287"/>
                  </a:lnTo>
                  <a:lnTo>
                    <a:pt x="1574960" y="4672287"/>
                  </a:lnTo>
                  <a:lnTo>
                    <a:pt x="1575086" y="4672287"/>
                  </a:lnTo>
                  <a:lnTo>
                    <a:pt x="1575212" y="4672287"/>
                  </a:lnTo>
                  <a:lnTo>
                    <a:pt x="1575338" y="4672287"/>
                  </a:lnTo>
                  <a:lnTo>
                    <a:pt x="1575464" y="4672287"/>
                  </a:lnTo>
                  <a:lnTo>
                    <a:pt x="1575590" y="4672287"/>
                  </a:lnTo>
                  <a:lnTo>
                    <a:pt x="1575716" y="4672287"/>
                  </a:lnTo>
                  <a:lnTo>
                    <a:pt x="1575843" y="4672287"/>
                  </a:lnTo>
                  <a:lnTo>
                    <a:pt x="1575969" y="4672287"/>
                  </a:lnTo>
                  <a:lnTo>
                    <a:pt x="1576095" y="4672287"/>
                  </a:lnTo>
                  <a:lnTo>
                    <a:pt x="1576221" y="4672287"/>
                  </a:lnTo>
                  <a:lnTo>
                    <a:pt x="1576347" y="4672287"/>
                  </a:lnTo>
                  <a:lnTo>
                    <a:pt x="1576473" y="4672287"/>
                  </a:lnTo>
                  <a:lnTo>
                    <a:pt x="1576599" y="4672287"/>
                  </a:lnTo>
                  <a:lnTo>
                    <a:pt x="1576725" y="4672287"/>
                  </a:lnTo>
                  <a:lnTo>
                    <a:pt x="1576851" y="4672287"/>
                  </a:lnTo>
                  <a:lnTo>
                    <a:pt x="1576977" y="4672287"/>
                  </a:lnTo>
                  <a:lnTo>
                    <a:pt x="1577103" y="4672287"/>
                  </a:lnTo>
                  <a:lnTo>
                    <a:pt x="1577230" y="4672287"/>
                  </a:lnTo>
                  <a:lnTo>
                    <a:pt x="1577356" y="4672287"/>
                  </a:lnTo>
                  <a:lnTo>
                    <a:pt x="1577482" y="4672287"/>
                  </a:lnTo>
                  <a:lnTo>
                    <a:pt x="1577608" y="4672287"/>
                  </a:lnTo>
                  <a:lnTo>
                    <a:pt x="1577734" y="4672287"/>
                  </a:lnTo>
                  <a:lnTo>
                    <a:pt x="1577860" y="4672287"/>
                  </a:lnTo>
                  <a:lnTo>
                    <a:pt x="1577986" y="4672287"/>
                  </a:lnTo>
                  <a:lnTo>
                    <a:pt x="1578112" y="4672287"/>
                  </a:lnTo>
                  <a:lnTo>
                    <a:pt x="1578238" y="4672287"/>
                  </a:lnTo>
                  <a:lnTo>
                    <a:pt x="1578364" y="4672287"/>
                  </a:lnTo>
                  <a:lnTo>
                    <a:pt x="1578490" y="4672287"/>
                  </a:lnTo>
                  <a:lnTo>
                    <a:pt x="1578616" y="4672287"/>
                  </a:lnTo>
                  <a:lnTo>
                    <a:pt x="1578743" y="4672287"/>
                  </a:lnTo>
                  <a:lnTo>
                    <a:pt x="1578869" y="4672287"/>
                  </a:lnTo>
                  <a:lnTo>
                    <a:pt x="1578995" y="4672287"/>
                  </a:lnTo>
                  <a:lnTo>
                    <a:pt x="1579121" y="4672287"/>
                  </a:lnTo>
                  <a:lnTo>
                    <a:pt x="1579247" y="4672287"/>
                  </a:lnTo>
                  <a:lnTo>
                    <a:pt x="1579373" y="4672287"/>
                  </a:lnTo>
                  <a:lnTo>
                    <a:pt x="1579499" y="4672287"/>
                  </a:lnTo>
                  <a:lnTo>
                    <a:pt x="1579625" y="4672287"/>
                  </a:lnTo>
                  <a:lnTo>
                    <a:pt x="1579751" y="4672287"/>
                  </a:lnTo>
                  <a:lnTo>
                    <a:pt x="1579877" y="4672287"/>
                  </a:lnTo>
                  <a:lnTo>
                    <a:pt x="1580003" y="4672287"/>
                  </a:lnTo>
                  <a:lnTo>
                    <a:pt x="1580003" y="4667008"/>
                  </a:lnTo>
                  <a:lnTo>
                    <a:pt x="1580130" y="4667008"/>
                  </a:lnTo>
                  <a:lnTo>
                    <a:pt x="1580256" y="4667008"/>
                  </a:lnTo>
                  <a:lnTo>
                    <a:pt x="1580382" y="4667008"/>
                  </a:lnTo>
                  <a:lnTo>
                    <a:pt x="1580508" y="4667008"/>
                  </a:lnTo>
                  <a:lnTo>
                    <a:pt x="1580634" y="4667008"/>
                  </a:lnTo>
                  <a:lnTo>
                    <a:pt x="1580760" y="4667008"/>
                  </a:lnTo>
                  <a:lnTo>
                    <a:pt x="1580886" y="4667008"/>
                  </a:lnTo>
                  <a:lnTo>
                    <a:pt x="1581012" y="4667008"/>
                  </a:lnTo>
                  <a:lnTo>
                    <a:pt x="1581138" y="4667008"/>
                  </a:lnTo>
                  <a:lnTo>
                    <a:pt x="1581264" y="4667008"/>
                  </a:lnTo>
                  <a:lnTo>
                    <a:pt x="1581390" y="4667008"/>
                  </a:lnTo>
                  <a:lnTo>
                    <a:pt x="1581516" y="4667008"/>
                  </a:lnTo>
                  <a:lnTo>
                    <a:pt x="1581643" y="4667008"/>
                  </a:lnTo>
                  <a:lnTo>
                    <a:pt x="1581769" y="4667008"/>
                  </a:lnTo>
                  <a:lnTo>
                    <a:pt x="1581895" y="4667008"/>
                  </a:lnTo>
                  <a:lnTo>
                    <a:pt x="1582021" y="4667008"/>
                  </a:lnTo>
                  <a:lnTo>
                    <a:pt x="1582147" y="4667008"/>
                  </a:lnTo>
                  <a:lnTo>
                    <a:pt x="1582273" y="4667008"/>
                  </a:lnTo>
                  <a:lnTo>
                    <a:pt x="1582399" y="4667008"/>
                  </a:lnTo>
                  <a:lnTo>
                    <a:pt x="1582525" y="4667008"/>
                  </a:lnTo>
                  <a:lnTo>
                    <a:pt x="1582651" y="4667008"/>
                  </a:lnTo>
                  <a:lnTo>
                    <a:pt x="1582777" y="4667008"/>
                  </a:lnTo>
                  <a:lnTo>
                    <a:pt x="1582903" y="4667008"/>
                  </a:lnTo>
                  <a:lnTo>
                    <a:pt x="1583030" y="4667008"/>
                  </a:lnTo>
                  <a:lnTo>
                    <a:pt x="1583156" y="4667008"/>
                  </a:lnTo>
                  <a:lnTo>
                    <a:pt x="1583282" y="4667008"/>
                  </a:lnTo>
                  <a:lnTo>
                    <a:pt x="1583408" y="4667008"/>
                  </a:lnTo>
                  <a:lnTo>
                    <a:pt x="1583534" y="4667008"/>
                  </a:lnTo>
                  <a:lnTo>
                    <a:pt x="1583660" y="4667008"/>
                  </a:lnTo>
                  <a:lnTo>
                    <a:pt x="1583786" y="4667008"/>
                  </a:lnTo>
                  <a:lnTo>
                    <a:pt x="1583912" y="4667008"/>
                  </a:lnTo>
                  <a:lnTo>
                    <a:pt x="1584038" y="4667008"/>
                  </a:lnTo>
                  <a:lnTo>
                    <a:pt x="1584164" y="4667008"/>
                  </a:lnTo>
                  <a:lnTo>
                    <a:pt x="1584290" y="4667008"/>
                  </a:lnTo>
                  <a:lnTo>
                    <a:pt x="1584416" y="4667008"/>
                  </a:lnTo>
                  <a:lnTo>
                    <a:pt x="1584543" y="4667008"/>
                  </a:lnTo>
                  <a:lnTo>
                    <a:pt x="1584669" y="4667008"/>
                  </a:lnTo>
                  <a:lnTo>
                    <a:pt x="1584795" y="4667008"/>
                  </a:lnTo>
                  <a:lnTo>
                    <a:pt x="1584921" y="4667008"/>
                  </a:lnTo>
                  <a:lnTo>
                    <a:pt x="1585047" y="4667008"/>
                  </a:lnTo>
                  <a:lnTo>
                    <a:pt x="1585173" y="4667008"/>
                  </a:lnTo>
                  <a:lnTo>
                    <a:pt x="1585299" y="4667008"/>
                  </a:lnTo>
                  <a:lnTo>
                    <a:pt x="1585425" y="4667008"/>
                  </a:lnTo>
                  <a:lnTo>
                    <a:pt x="1585551" y="4667008"/>
                  </a:lnTo>
                  <a:lnTo>
                    <a:pt x="1585677" y="4667008"/>
                  </a:lnTo>
                  <a:lnTo>
                    <a:pt x="1585803" y="4667008"/>
                  </a:lnTo>
                  <a:lnTo>
                    <a:pt x="1585930" y="4667008"/>
                  </a:lnTo>
                  <a:lnTo>
                    <a:pt x="1586056" y="4667008"/>
                  </a:lnTo>
                  <a:lnTo>
                    <a:pt x="1586182" y="4667008"/>
                  </a:lnTo>
                  <a:lnTo>
                    <a:pt x="1586308" y="4667008"/>
                  </a:lnTo>
                  <a:lnTo>
                    <a:pt x="1586434" y="4667008"/>
                  </a:lnTo>
                  <a:lnTo>
                    <a:pt x="1586560" y="4667008"/>
                  </a:lnTo>
                  <a:lnTo>
                    <a:pt x="1586686" y="4667008"/>
                  </a:lnTo>
                  <a:lnTo>
                    <a:pt x="1586812" y="4667008"/>
                  </a:lnTo>
                  <a:lnTo>
                    <a:pt x="1586938" y="4667008"/>
                  </a:lnTo>
                  <a:lnTo>
                    <a:pt x="1587064" y="4667008"/>
                  </a:lnTo>
                  <a:lnTo>
                    <a:pt x="1587190" y="4667008"/>
                  </a:lnTo>
                  <a:lnTo>
                    <a:pt x="1587317" y="4667008"/>
                  </a:lnTo>
                  <a:lnTo>
                    <a:pt x="1587443" y="4667008"/>
                  </a:lnTo>
                  <a:lnTo>
                    <a:pt x="1587569" y="4667008"/>
                  </a:lnTo>
                  <a:lnTo>
                    <a:pt x="1587695" y="4667008"/>
                  </a:lnTo>
                  <a:lnTo>
                    <a:pt x="1587821" y="4667008"/>
                  </a:lnTo>
                  <a:lnTo>
                    <a:pt x="1587947" y="4667008"/>
                  </a:lnTo>
                  <a:lnTo>
                    <a:pt x="1588073" y="4667008"/>
                  </a:lnTo>
                  <a:lnTo>
                    <a:pt x="1588199" y="4667008"/>
                  </a:lnTo>
                  <a:lnTo>
                    <a:pt x="1588325" y="4667008"/>
                  </a:lnTo>
                  <a:lnTo>
                    <a:pt x="1588451" y="4667008"/>
                  </a:lnTo>
                  <a:lnTo>
                    <a:pt x="1588577" y="4667008"/>
                  </a:lnTo>
                  <a:lnTo>
                    <a:pt x="1588703" y="4667008"/>
                  </a:lnTo>
                  <a:lnTo>
                    <a:pt x="1588830" y="4667008"/>
                  </a:lnTo>
                  <a:lnTo>
                    <a:pt x="1588956" y="4667008"/>
                  </a:lnTo>
                  <a:lnTo>
                    <a:pt x="1589082" y="4667008"/>
                  </a:lnTo>
                  <a:lnTo>
                    <a:pt x="1589208" y="4667008"/>
                  </a:lnTo>
                  <a:lnTo>
                    <a:pt x="1589334" y="4667008"/>
                  </a:lnTo>
                  <a:lnTo>
                    <a:pt x="1589460" y="4667008"/>
                  </a:lnTo>
                  <a:lnTo>
                    <a:pt x="1589586" y="4667008"/>
                  </a:lnTo>
                  <a:lnTo>
                    <a:pt x="1589712" y="4667008"/>
                  </a:lnTo>
                  <a:lnTo>
                    <a:pt x="1589838" y="4667008"/>
                  </a:lnTo>
                  <a:lnTo>
                    <a:pt x="1589964" y="4667008"/>
                  </a:lnTo>
                  <a:lnTo>
                    <a:pt x="1590090" y="4667008"/>
                  </a:lnTo>
                  <a:lnTo>
                    <a:pt x="1590217" y="4667008"/>
                  </a:lnTo>
                  <a:lnTo>
                    <a:pt x="1590343" y="4667008"/>
                  </a:lnTo>
                  <a:lnTo>
                    <a:pt x="1590469" y="4667008"/>
                  </a:lnTo>
                  <a:lnTo>
                    <a:pt x="1590595" y="4667008"/>
                  </a:lnTo>
                  <a:lnTo>
                    <a:pt x="1590721" y="4667008"/>
                  </a:lnTo>
                  <a:lnTo>
                    <a:pt x="1590847" y="4667008"/>
                  </a:lnTo>
                  <a:lnTo>
                    <a:pt x="1590973" y="4667008"/>
                  </a:lnTo>
                  <a:lnTo>
                    <a:pt x="1591099" y="4667008"/>
                  </a:lnTo>
                  <a:lnTo>
                    <a:pt x="1591225" y="4667008"/>
                  </a:lnTo>
                  <a:lnTo>
                    <a:pt x="1591351" y="4667008"/>
                  </a:lnTo>
                  <a:lnTo>
                    <a:pt x="1591477" y="4667008"/>
                  </a:lnTo>
                  <a:lnTo>
                    <a:pt x="1591603" y="4667008"/>
                  </a:lnTo>
                  <a:lnTo>
                    <a:pt x="1591730" y="4667008"/>
                  </a:lnTo>
                  <a:lnTo>
                    <a:pt x="1591856" y="4667008"/>
                  </a:lnTo>
                  <a:lnTo>
                    <a:pt x="1591982" y="4667008"/>
                  </a:lnTo>
                  <a:lnTo>
                    <a:pt x="1592108" y="4667008"/>
                  </a:lnTo>
                  <a:lnTo>
                    <a:pt x="1592234" y="4667008"/>
                  </a:lnTo>
                  <a:lnTo>
                    <a:pt x="1592360" y="4667008"/>
                  </a:lnTo>
                  <a:lnTo>
                    <a:pt x="1592486" y="4667008"/>
                  </a:lnTo>
                  <a:lnTo>
                    <a:pt x="1592612" y="4667008"/>
                  </a:lnTo>
                  <a:lnTo>
                    <a:pt x="1592738" y="4667008"/>
                  </a:lnTo>
                  <a:lnTo>
                    <a:pt x="1592864" y="4667008"/>
                  </a:lnTo>
                  <a:lnTo>
                    <a:pt x="1592990" y="4667008"/>
                  </a:lnTo>
                  <a:lnTo>
                    <a:pt x="1593117" y="4667008"/>
                  </a:lnTo>
                  <a:lnTo>
                    <a:pt x="1593243" y="4667008"/>
                  </a:lnTo>
                  <a:lnTo>
                    <a:pt x="1593369" y="4667008"/>
                  </a:lnTo>
                  <a:lnTo>
                    <a:pt x="1593495" y="4667008"/>
                  </a:lnTo>
                  <a:lnTo>
                    <a:pt x="1593621" y="4667008"/>
                  </a:lnTo>
                  <a:lnTo>
                    <a:pt x="1593747" y="4667008"/>
                  </a:lnTo>
                  <a:lnTo>
                    <a:pt x="1593873" y="4667008"/>
                  </a:lnTo>
                  <a:lnTo>
                    <a:pt x="1593999" y="4667008"/>
                  </a:lnTo>
                  <a:lnTo>
                    <a:pt x="1594125" y="4667008"/>
                  </a:lnTo>
                  <a:lnTo>
                    <a:pt x="1594251" y="4667008"/>
                  </a:lnTo>
                  <a:lnTo>
                    <a:pt x="1594377" y="4667008"/>
                  </a:lnTo>
                  <a:lnTo>
                    <a:pt x="1594504" y="4667008"/>
                  </a:lnTo>
                  <a:lnTo>
                    <a:pt x="1594630" y="4667008"/>
                  </a:lnTo>
                  <a:lnTo>
                    <a:pt x="1594756" y="4667008"/>
                  </a:lnTo>
                  <a:lnTo>
                    <a:pt x="1594882" y="4667008"/>
                  </a:lnTo>
                  <a:lnTo>
                    <a:pt x="1595008" y="4667008"/>
                  </a:lnTo>
                  <a:lnTo>
                    <a:pt x="1595134" y="4667008"/>
                  </a:lnTo>
                  <a:lnTo>
                    <a:pt x="1595260" y="4667008"/>
                  </a:lnTo>
                  <a:lnTo>
                    <a:pt x="1595386" y="4667008"/>
                  </a:lnTo>
                  <a:lnTo>
                    <a:pt x="1595512" y="4667008"/>
                  </a:lnTo>
                  <a:lnTo>
                    <a:pt x="1595638" y="4667008"/>
                  </a:lnTo>
                  <a:lnTo>
                    <a:pt x="1595764" y="4667008"/>
                  </a:lnTo>
                  <a:lnTo>
                    <a:pt x="1595890" y="4667008"/>
                  </a:lnTo>
                  <a:lnTo>
                    <a:pt x="1596017" y="4667008"/>
                  </a:lnTo>
                  <a:lnTo>
                    <a:pt x="1596143" y="4667008"/>
                  </a:lnTo>
                  <a:lnTo>
                    <a:pt x="1596269" y="4667008"/>
                  </a:lnTo>
                  <a:lnTo>
                    <a:pt x="1596395" y="4667008"/>
                  </a:lnTo>
                  <a:lnTo>
                    <a:pt x="1596521" y="4667008"/>
                  </a:lnTo>
                  <a:lnTo>
                    <a:pt x="1596647" y="4667008"/>
                  </a:lnTo>
                  <a:lnTo>
                    <a:pt x="1596773" y="4667008"/>
                  </a:lnTo>
                  <a:lnTo>
                    <a:pt x="1596899" y="4667008"/>
                  </a:lnTo>
                  <a:lnTo>
                    <a:pt x="1597025" y="4667008"/>
                  </a:lnTo>
                  <a:lnTo>
                    <a:pt x="1597025" y="4661729"/>
                  </a:lnTo>
                  <a:lnTo>
                    <a:pt x="1597151" y="4661729"/>
                  </a:lnTo>
                  <a:lnTo>
                    <a:pt x="1597277" y="4661729"/>
                  </a:lnTo>
                  <a:lnTo>
                    <a:pt x="1597404" y="4661729"/>
                  </a:lnTo>
                  <a:lnTo>
                    <a:pt x="1597530" y="4661729"/>
                  </a:lnTo>
                  <a:lnTo>
                    <a:pt x="1597656" y="4661729"/>
                  </a:lnTo>
                  <a:lnTo>
                    <a:pt x="1597782" y="4661729"/>
                  </a:lnTo>
                  <a:lnTo>
                    <a:pt x="1597908" y="4661729"/>
                  </a:lnTo>
                  <a:lnTo>
                    <a:pt x="1598034" y="4661729"/>
                  </a:lnTo>
                  <a:lnTo>
                    <a:pt x="1598160" y="4661729"/>
                  </a:lnTo>
                  <a:lnTo>
                    <a:pt x="1598286" y="4661729"/>
                  </a:lnTo>
                  <a:lnTo>
                    <a:pt x="1598412" y="4661729"/>
                  </a:lnTo>
                  <a:lnTo>
                    <a:pt x="1598538" y="4661729"/>
                  </a:lnTo>
                  <a:lnTo>
                    <a:pt x="1598664" y="4661729"/>
                  </a:lnTo>
                  <a:lnTo>
                    <a:pt x="1598790" y="4661729"/>
                  </a:lnTo>
                  <a:lnTo>
                    <a:pt x="1598917" y="4661729"/>
                  </a:lnTo>
                  <a:lnTo>
                    <a:pt x="1599043" y="4661729"/>
                  </a:lnTo>
                  <a:lnTo>
                    <a:pt x="1599169" y="4661729"/>
                  </a:lnTo>
                  <a:lnTo>
                    <a:pt x="1599295" y="4661729"/>
                  </a:lnTo>
                  <a:lnTo>
                    <a:pt x="1599421" y="4661729"/>
                  </a:lnTo>
                  <a:lnTo>
                    <a:pt x="1599421" y="4656449"/>
                  </a:lnTo>
                  <a:lnTo>
                    <a:pt x="1599547" y="4656449"/>
                  </a:lnTo>
                  <a:lnTo>
                    <a:pt x="1599673" y="4656449"/>
                  </a:lnTo>
                  <a:lnTo>
                    <a:pt x="1599799" y="4656449"/>
                  </a:lnTo>
                  <a:lnTo>
                    <a:pt x="1599925" y="4656449"/>
                  </a:lnTo>
                  <a:lnTo>
                    <a:pt x="1600051" y="4656449"/>
                  </a:lnTo>
                  <a:lnTo>
                    <a:pt x="1600177" y="4656449"/>
                  </a:lnTo>
                  <a:lnTo>
                    <a:pt x="1600304" y="4656449"/>
                  </a:lnTo>
                  <a:lnTo>
                    <a:pt x="1600430" y="4656449"/>
                  </a:lnTo>
                  <a:lnTo>
                    <a:pt x="1600556" y="4656449"/>
                  </a:lnTo>
                  <a:lnTo>
                    <a:pt x="1600682" y="4656449"/>
                  </a:lnTo>
                  <a:lnTo>
                    <a:pt x="1600808" y="4656449"/>
                  </a:lnTo>
                  <a:lnTo>
                    <a:pt x="1600934" y="4656449"/>
                  </a:lnTo>
                  <a:lnTo>
                    <a:pt x="1600934" y="4651170"/>
                  </a:lnTo>
                  <a:lnTo>
                    <a:pt x="1601060" y="4651170"/>
                  </a:lnTo>
                  <a:lnTo>
                    <a:pt x="1601060" y="4645890"/>
                  </a:lnTo>
                  <a:lnTo>
                    <a:pt x="1601186" y="4645890"/>
                  </a:lnTo>
                  <a:lnTo>
                    <a:pt x="1601312" y="4645890"/>
                  </a:lnTo>
                  <a:lnTo>
                    <a:pt x="1601438" y="4645890"/>
                  </a:lnTo>
                  <a:lnTo>
                    <a:pt x="1601564" y="4645890"/>
                  </a:lnTo>
                  <a:lnTo>
                    <a:pt x="1601564" y="4640611"/>
                  </a:lnTo>
                  <a:lnTo>
                    <a:pt x="1601691" y="4640611"/>
                  </a:lnTo>
                  <a:lnTo>
                    <a:pt x="1601817" y="4640611"/>
                  </a:lnTo>
                  <a:lnTo>
                    <a:pt x="1601943" y="4640611"/>
                  </a:lnTo>
                  <a:lnTo>
                    <a:pt x="1602069" y="4640611"/>
                  </a:lnTo>
                  <a:lnTo>
                    <a:pt x="1602195" y="4640611"/>
                  </a:lnTo>
                  <a:lnTo>
                    <a:pt x="1602321" y="4640611"/>
                  </a:lnTo>
                  <a:lnTo>
                    <a:pt x="1602447" y="4640611"/>
                  </a:lnTo>
                  <a:lnTo>
                    <a:pt x="1602573" y="4640611"/>
                  </a:lnTo>
                  <a:lnTo>
                    <a:pt x="1602699" y="4640611"/>
                  </a:lnTo>
                  <a:lnTo>
                    <a:pt x="1602825" y="4640611"/>
                  </a:lnTo>
                  <a:lnTo>
                    <a:pt x="1602951" y="4640611"/>
                  </a:lnTo>
                  <a:lnTo>
                    <a:pt x="1603077" y="4640611"/>
                  </a:lnTo>
                  <a:lnTo>
                    <a:pt x="1603204" y="4640611"/>
                  </a:lnTo>
                  <a:lnTo>
                    <a:pt x="1603330" y="4640611"/>
                  </a:lnTo>
                  <a:lnTo>
                    <a:pt x="1603456" y="4640611"/>
                  </a:lnTo>
                  <a:lnTo>
                    <a:pt x="1603582" y="4640611"/>
                  </a:lnTo>
                  <a:lnTo>
                    <a:pt x="1603708" y="4640611"/>
                  </a:lnTo>
                  <a:lnTo>
                    <a:pt x="1603834" y="4640611"/>
                  </a:lnTo>
                  <a:lnTo>
                    <a:pt x="1603960" y="4640611"/>
                  </a:lnTo>
                  <a:lnTo>
                    <a:pt x="1604086" y="4640611"/>
                  </a:lnTo>
                  <a:lnTo>
                    <a:pt x="1604212" y="4640611"/>
                  </a:lnTo>
                  <a:lnTo>
                    <a:pt x="1604338" y="4640611"/>
                  </a:lnTo>
                  <a:lnTo>
                    <a:pt x="1604464" y="4640611"/>
                  </a:lnTo>
                  <a:lnTo>
                    <a:pt x="1604591" y="4640611"/>
                  </a:lnTo>
                  <a:lnTo>
                    <a:pt x="1604717" y="4640611"/>
                  </a:lnTo>
                  <a:lnTo>
                    <a:pt x="1604843" y="4640611"/>
                  </a:lnTo>
                  <a:lnTo>
                    <a:pt x="1604969" y="4640611"/>
                  </a:lnTo>
                  <a:lnTo>
                    <a:pt x="1605095" y="4640611"/>
                  </a:lnTo>
                  <a:lnTo>
                    <a:pt x="1605221" y="4640611"/>
                  </a:lnTo>
                  <a:lnTo>
                    <a:pt x="1605347" y="4640611"/>
                  </a:lnTo>
                  <a:lnTo>
                    <a:pt x="1605473" y="4640611"/>
                  </a:lnTo>
                  <a:lnTo>
                    <a:pt x="1605599" y="4640611"/>
                  </a:lnTo>
                  <a:lnTo>
                    <a:pt x="1605725" y="4640611"/>
                  </a:lnTo>
                  <a:lnTo>
                    <a:pt x="1605851" y="4640611"/>
                  </a:lnTo>
                  <a:lnTo>
                    <a:pt x="1605977" y="4640611"/>
                  </a:lnTo>
                  <a:lnTo>
                    <a:pt x="1606104" y="4640611"/>
                  </a:lnTo>
                  <a:lnTo>
                    <a:pt x="1606230" y="4640611"/>
                  </a:lnTo>
                  <a:lnTo>
                    <a:pt x="1606356" y="4640611"/>
                  </a:lnTo>
                  <a:lnTo>
                    <a:pt x="1606482" y="4640611"/>
                  </a:lnTo>
                  <a:lnTo>
                    <a:pt x="1606608" y="4640611"/>
                  </a:lnTo>
                  <a:lnTo>
                    <a:pt x="1606734" y="4640611"/>
                  </a:lnTo>
                  <a:lnTo>
                    <a:pt x="1606860" y="4640611"/>
                  </a:lnTo>
                  <a:lnTo>
                    <a:pt x="1606986" y="4640611"/>
                  </a:lnTo>
                  <a:lnTo>
                    <a:pt x="1607112" y="4640611"/>
                  </a:lnTo>
                  <a:lnTo>
                    <a:pt x="1607238" y="4640611"/>
                  </a:lnTo>
                  <a:lnTo>
                    <a:pt x="1607364" y="4640611"/>
                  </a:lnTo>
                  <a:lnTo>
                    <a:pt x="1607491" y="4640611"/>
                  </a:lnTo>
                  <a:lnTo>
                    <a:pt x="1607617" y="4640611"/>
                  </a:lnTo>
                  <a:lnTo>
                    <a:pt x="1607743" y="4640611"/>
                  </a:lnTo>
                  <a:lnTo>
                    <a:pt x="1607869" y="4640611"/>
                  </a:lnTo>
                  <a:lnTo>
                    <a:pt x="1607995" y="4640611"/>
                  </a:lnTo>
                  <a:lnTo>
                    <a:pt x="1608121" y="4640611"/>
                  </a:lnTo>
                  <a:lnTo>
                    <a:pt x="1608247" y="4640611"/>
                  </a:lnTo>
                  <a:lnTo>
                    <a:pt x="1608373" y="4640611"/>
                  </a:lnTo>
                  <a:lnTo>
                    <a:pt x="1608499" y="4640611"/>
                  </a:lnTo>
                  <a:lnTo>
                    <a:pt x="1608625" y="4640611"/>
                  </a:lnTo>
                  <a:lnTo>
                    <a:pt x="1608751" y="4640611"/>
                  </a:lnTo>
                  <a:lnTo>
                    <a:pt x="1608877" y="4640611"/>
                  </a:lnTo>
                  <a:lnTo>
                    <a:pt x="1609004" y="4640611"/>
                  </a:lnTo>
                  <a:lnTo>
                    <a:pt x="1609130" y="4640611"/>
                  </a:lnTo>
                  <a:lnTo>
                    <a:pt x="1609256" y="4640611"/>
                  </a:lnTo>
                  <a:lnTo>
                    <a:pt x="1609382" y="4640611"/>
                  </a:lnTo>
                  <a:lnTo>
                    <a:pt x="1609508" y="4640611"/>
                  </a:lnTo>
                  <a:lnTo>
                    <a:pt x="1609634" y="4640611"/>
                  </a:lnTo>
                  <a:lnTo>
                    <a:pt x="1609760" y="4640611"/>
                  </a:lnTo>
                  <a:lnTo>
                    <a:pt x="1609886" y="4640611"/>
                  </a:lnTo>
                  <a:lnTo>
                    <a:pt x="1610012" y="4640611"/>
                  </a:lnTo>
                  <a:lnTo>
                    <a:pt x="1610138" y="4640611"/>
                  </a:lnTo>
                  <a:lnTo>
                    <a:pt x="1610264" y="4640611"/>
                  </a:lnTo>
                  <a:lnTo>
                    <a:pt x="1610391" y="4640611"/>
                  </a:lnTo>
                  <a:lnTo>
                    <a:pt x="1610517" y="4640611"/>
                  </a:lnTo>
                  <a:lnTo>
                    <a:pt x="1610643" y="4640611"/>
                  </a:lnTo>
                  <a:lnTo>
                    <a:pt x="1610769" y="4640611"/>
                  </a:lnTo>
                  <a:lnTo>
                    <a:pt x="1610895" y="4640611"/>
                  </a:lnTo>
                  <a:lnTo>
                    <a:pt x="1611021" y="4640611"/>
                  </a:lnTo>
                  <a:lnTo>
                    <a:pt x="1611147" y="4640611"/>
                  </a:lnTo>
                  <a:lnTo>
                    <a:pt x="1611273" y="4640611"/>
                  </a:lnTo>
                  <a:lnTo>
                    <a:pt x="1611399" y="4640611"/>
                  </a:lnTo>
                  <a:lnTo>
                    <a:pt x="1611525" y="4640611"/>
                  </a:lnTo>
                  <a:lnTo>
                    <a:pt x="1611651" y="4640611"/>
                  </a:lnTo>
                  <a:lnTo>
                    <a:pt x="1611778" y="4640611"/>
                  </a:lnTo>
                  <a:lnTo>
                    <a:pt x="1611904" y="4640611"/>
                  </a:lnTo>
                  <a:lnTo>
                    <a:pt x="1612030" y="4640611"/>
                  </a:lnTo>
                  <a:lnTo>
                    <a:pt x="1612156" y="4640611"/>
                  </a:lnTo>
                  <a:lnTo>
                    <a:pt x="1612282" y="4640611"/>
                  </a:lnTo>
                  <a:lnTo>
                    <a:pt x="1612408" y="4640611"/>
                  </a:lnTo>
                  <a:lnTo>
                    <a:pt x="1612534" y="4640611"/>
                  </a:lnTo>
                  <a:lnTo>
                    <a:pt x="1612660" y="4640611"/>
                  </a:lnTo>
                  <a:lnTo>
                    <a:pt x="1612786" y="4640611"/>
                  </a:lnTo>
                  <a:lnTo>
                    <a:pt x="1612912" y="4640611"/>
                  </a:lnTo>
                  <a:lnTo>
                    <a:pt x="1613038" y="4640611"/>
                  </a:lnTo>
                  <a:lnTo>
                    <a:pt x="1613164" y="4640611"/>
                  </a:lnTo>
                  <a:lnTo>
                    <a:pt x="1613291" y="4640611"/>
                  </a:lnTo>
                  <a:lnTo>
                    <a:pt x="1613417" y="4640611"/>
                  </a:lnTo>
                  <a:lnTo>
                    <a:pt x="1613543" y="4640611"/>
                  </a:lnTo>
                  <a:lnTo>
                    <a:pt x="1613669" y="4640611"/>
                  </a:lnTo>
                  <a:lnTo>
                    <a:pt x="1613795" y="4640611"/>
                  </a:lnTo>
                  <a:lnTo>
                    <a:pt x="1613921" y="4640611"/>
                  </a:lnTo>
                  <a:lnTo>
                    <a:pt x="1614047" y="4640611"/>
                  </a:lnTo>
                  <a:lnTo>
                    <a:pt x="1614173" y="4640611"/>
                  </a:lnTo>
                  <a:lnTo>
                    <a:pt x="1614299" y="4640611"/>
                  </a:lnTo>
                  <a:lnTo>
                    <a:pt x="1614425" y="4640611"/>
                  </a:lnTo>
                  <a:lnTo>
                    <a:pt x="1614551" y="4640611"/>
                  </a:lnTo>
                  <a:lnTo>
                    <a:pt x="1614678" y="4640611"/>
                  </a:lnTo>
                  <a:lnTo>
                    <a:pt x="1614804" y="4640611"/>
                  </a:lnTo>
                  <a:lnTo>
                    <a:pt x="1614930" y="4640611"/>
                  </a:lnTo>
                  <a:lnTo>
                    <a:pt x="1615056" y="4640611"/>
                  </a:lnTo>
                  <a:lnTo>
                    <a:pt x="1615182" y="4640611"/>
                  </a:lnTo>
                  <a:lnTo>
                    <a:pt x="1615308" y="4640611"/>
                  </a:lnTo>
                  <a:lnTo>
                    <a:pt x="1615434" y="4640611"/>
                  </a:lnTo>
                  <a:lnTo>
                    <a:pt x="1615560" y="4640611"/>
                  </a:lnTo>
                  <a:lnTo>
                    <a:pt x="1615686" y="4640611"/>
                  </a:lnTo>
                  <a:lnTo>
                    <a:pt x="1615812" y="4640611"/>
                  </a:lnTo>
                  <a:lnTo>
                    <a:pt x="1615938" y="4640611"/>
                  </a:lnTo>
                  <a:lnTo>
                    <a:pt x="1616064" y="4640611"/>
                  </a:lnTo>
                  <a:lnTo>
                    <a:pt x="1616191" y="4640611"/>
                  </a:lnTo>
                  <a:lnTo>
                    <a:pt x="1616317" y="4640611"/>
                  </a:lnTo>
                  <a:lnTo>
                    <a:pt x="1616443" y="4640611"/>
                  </a:lnTo>
                  <a:lnTo>
                    <a:pt x="1616569" y="4640611"/>
                  </a:lnTo>
                  <a:lnTo>
                    <a:pt x="1616695" y="4640611"/>
                  </a:lnTo>
                  <a:lnTo>
                    <a:pt x="1616821" y="4640611"/>
                  </a:lnTo>
                  <a:lnTo>
                    <a:pt x="1616947" y="4640611"/>
                  </a:lnTo>
                  <a:lnTo>
                    <a:pt x="1617073" y="4640611"/>
                  </a:lnTo>
                  <a:lnTo>
                    <a:pt x="1617199" y="4640611"/>
                  </a:lnTo>
                  <a:lnTo>
                    <a:pt x="1617325" y="4640611"/>
                  </a:lnTo>
                  <a:lnTo>
                    <a:pt x="1617451" y="4640611"/>
                  </a:lnTo>
                  <a:lnTo>
                    <a:pt x="1617578" y="4640611"/>
                  </a:lnTo>
                  <a:lnTo>
                    <a:pt x="1617704" y="4640611"/>
                  </a:lnTo>
                  <a:lnTo>
                    <a:pt x="1617830" y="4640611"/>
                  </a:lnTo>
                  <a:lnTo>
                    <a:pt x="1617956" y="4640611"/>
                  </a:lnTo>
                  <a:lnTo>
                    <a:pt x="1618082" y="4640611"/>
                  </a:lnTo>
                  <a:lnTo>
                    <a:pt x="1618208" y="4640611"/>
                  </a:lnTo>
                  <a:lnTo>
                    <a:pt x="1618334" y="4640611"/>
                  </a:lnTo>
                  <a:lnTo>
                    <a:pt x="1618460" y="4640611"/>
                  </a:lnTo>
                  <a:lnTo>
                    <a:pt x="1618586" y="4640611"/>
                  </a:lnTo>
                  <a:lnTo>
                    <a:pt x="1618712" y="4640611"/>
                  </a:lnTo>
                  <a:lnTo>
                    <a:pt x="1618838" y="4640611"/>
                  </a:lnTo>
                  <a:lnTo>
                    <a:pt x="1618965" y="4640611"/>
                  </a:lnTo>
                  <a:lnTo>
                    <a:pt x="1619091" y="4640611"/>
                  </a:lnTo>
                  <a:lnTo>
                    <a:pt x="1619217" y="4640611"/>
                  </a:lnTo>
                  <a:lnTo>
                    <a:pt x="1619343" y="4640611"/>
                  </a:lnTo>
                  <a:lnTo>
                    <a:pt x="1619469" y="4640611"/>
                  </a:lnTo>
                  <a:lnTo>
                    <a:pt x="1619595" y="4640611"/>
                  </a:lnTo>
                  <a:lnTo>
                    <a:pt x="1619721" y="4640611"/>
                  </a:lnTo>
                  <a:lnTo>
                    <a:pt x="1619847" y="4640611"/>
                  </a:lnTo>
                  <a:lnTo>
                    <a:pt x="1619973" y="4640611"/>
                  </a:lnTo>
                  <a:lnTo>
                    <a:pt x="1620099" y="4640611"/>
                  </a:lnTo>
                  <a:lnTo>
                    <a:pt x="1620225" y="4640611"/>
                  </a:lnTo>
                  <a:lnTo>
                    <a:pt x="1620351" y="4640611"/>
                  </a:lnTo>
                  <a:lnTo>
                    <a:pt x="1620478" y="4640611"/>
                  </a:lnTo>
                  <a:lnTo>
                    <a:pt x="1620604" y="4640611"/>
                  </a:lnTo>
                  <a:lnTo>
                    <a:pt x="1620730" y="4640611"/>
                  </a:lnTo>
                  <a:lnTo>
                    <a:pt x="1620856" y="4640611"/>
                  </a:lnTo>
                  <a:lnTo>
                    <a:pt x="1620982" y="4640611"/>
                  </a:lnTo>
                  <a:lnTo>
                    <a:pt x="1621108" y="4640611"/>
                  </a:lnTo>
                  <a:lnTo>
                    <a:pt x="1621234" y="4640611"/>
                  </a:lnTo>
                  <a:lnTo>
                    <a:pt x="1621360" y="4640611"/>
                  </a:lnTo>
                  <a:lnTo>
                    <a:pt x="1621486" y="4640611"/>
                  </a:lnTo>
                  <a:lnTo>
                    <a:pt x="1621612" y="4640611"/>
                  </a:lnTo>
                  <a:lnTo>
                    <a:pt x="1621738" y="4640611"/>
                  </a:lnTo>
                  <a:lnTo>
                    <a:pt x="1621865" y="4640611"/>
                  </a:lnTo>
                  <a:lnTo>
                    <a:pt x="1621991" y="4640611"/>
                  </a:lnTo>
                  <a:lnTo>
                    <a:pt x="1622117" y="4640611"/>
                  </a:lnTo>
                  <a:lnTo>
                    <a:pt x="1622243" y="4640611"/>
                  </a:lnTo>
                  <a:lnTo>
                    <a:pt x="1622369" y="4640611"/>
                  </a:lnTo>
                  <a:lnTo>
                    <a:pt x="1622495" y="4640611"/>
                  </a:lnTo>
                  <a:lnTo>
                    <a:pt x="1622621" y="4640611"/>
                  </a:lnTo>
                  <a:lnTo>
                    <a:pt x="1622747" y="4640611"/>
                  </a:lnTo>
                  <a:lnTo>
                    <a:pt x="1622873" y="4640611"/>
                  </a:lnTo>
                  <a:lnTo>
                    <a:pt x="1622999" y="4640611"/>
                  </a:lnTo>
                  <a:lnTo>
                    <a:pt x="1623125" y="4640611"/>
                  </a:lnTo>
                  <a:lnTo>
                    <a:pt x="1623251" y="4640611"/>
                  </a:lnTo>
                  <a:lnTo>
                    <a:pt x="1623378" y="4640611"/>
                  </a:lnTo>
                  <a:lnTo>
                    <a:pt x="1623504" y="4640611"/>
                  </a:lnTo>
                  <a:lnTo>
                    <a:pt x="1623630" y="4640611"/>
                  </a:lnTo>
                  <a:lnTo>
                    <a:pt x="1623756" y="4640611"/>
                  </a:lnTo>
                  <a:lnTo>
                    <a:pt x="1623882" y="4640611"/>
                  </a:lnTo>
                  <a:lnTo>
                    <a:pt x="1624008" y="4640611"/>
                  </a:lnTo>
                  <a:lnTo>
                    <a:pt x="1624134" y="4640611"/>
                  </a:lnTo>
                  <a:lnTo>
                    <a:pt x="1624260" y="4640611"/>
                  </a:lnTo>
                  <a:lnTo>
                    <a:pt x="1624386" y="4640611"/>
                  </a:lnTo>
                  <a:lnTo>
                    <a:pt x="1624512" y="4640611"/>
                  </a:lnTo>
                  <a:lnTo>
                    <a:pt x="1624638" y="4640611"/>
                  </a:lnTo>
                  <a:lnTo>
                    <a:pt x="1624765" y="4640611"/>
                  </a:lnTo>
                  <a:lnTo>
                    <a:pt x="1624891" y="4640611"/>
                  </a:lnTo>
                  <a:lnTo>
                    <a:pt x="1625017" y="4640611"/>
                  </a:lnTo>
                  <a:lnTo>
                    <a:pt x="1625143" y="4640611"/>
                  </a:lnTo>
                  <a:lnTo>
                    <a:pt x="1625269" y="4640611"/>
                  </a:lnTo>
                  <a:lnTo>
                    <a:pt x="1625395" y="4640611"/>
                  </a:lnTo>
                  <a:lnTo>
                    <a:pt x="1625521" y="4640611"/>
                  </a:lnTo>
                  <a:lnTo>
                    <a:pt x="1625647" y="4640611"/>
                  </a:lnTo>
                  <a:lnTo>
                    <a:pt x="1625773" y="4640611"/>
                  </a:lnTo>
                  <a:lnTo>
                    <a:pt x="1625899" y="4640611"/>
                  </a:lnTo>
                  <a:lnTo>
                    <a:pt x="1626025" y="4640611"/>
                  </a:lnTo>
                  <a:lnTo>
                    <a:pt x="1626151" y="4640611"/>
                  </a:lnTo>
                  <a:lnTo>
                    <a:pt x="1626278" y="4640611"/>
                  </a:lnTo>
                  <a:lnTo>
                    <a:pt x="1626404" y="4640611"/>
                  </a:lnTo>
                  <a:lnTo>
                    <a:pt x="1626530" y="4640611"/>
                  </a:lnTo>
                  <a:lnTo>
                    <a:pt x="1626656" y="4640611"/>
                  </a:lnTo>
                  <a:lnTo>
                    <a:pt x="1626782" y="4640611"/>
                  </a:lnTo>
                  <a:lnTo>
                    <a:pt x="1626908" y="4640611"/>
                  </a:lnTo>
                  <a:lnTo>
                    <a:pt x="1627034" y="4640611"/>
                  </a:lnTo>
                  <a:lnTo>
                    <a:pt x="1627160" y="4640611"/>
                  </a:lnTo>
                  <a:lnTo>
                    <a:pt x="1627286" y="4640611"/>
                  </a:lnTo>
                  <a:lnTo>
                    <a:pt x="1627412" y="4640611"/>
                  </a:lnTo>
                  <a:lnTo>
                    <a:pt x="1627538" y="4640611"/>
                  </a:lnTo>
                  <a:lnTo>
                    <a:pt x="1627665" y="4640611"/>
                  </a:lnTo>
                  <a:lnTo>
                    <a:pt x="1627791" y="4640611"/>
                  </a:lnTo>
                  <a:lnTo>
                    <a:pt x="1627917" y="4640611"/>
                  </a:lnTo>
                  <a:lnTo>
                    <a:pt x="1628043" y="4640611"/>
                  </a:lnTo>
                  <a:lnTo>
                    <a:pt x="1628169" y="4640611"/>
                  </a:lnTo>
                  <a:lnTo>
                    <a:pt x="1628295" y="4640611"/>
                  </a:lnTo>
                  <a:lnTo>
                    <a:pt x="1628421" y="4640611"/>
                  </a:lnTo>
                  <a:lnTo>
                    <a:pt x="1628547" y="4640611"/>
                  </a:lnTo>
                  <a:lnTo>
                    <a:pt x="1628673" y="4640611"/>
                  </a:lnTo>
                  <a:lnTo>
                    <a:pt x="1628799" y="4640611"/>
                  </a:lnTo>
                  <a:lnTo>
                    <a:pt x="1628925" y="4640611"/>
                  </a:lnTo>
                  <a:lnTo>
                    <a:pt x="1629052" y="4640611"/>
                  </a:lnTo>
                  <a:lnTo>
                    <a:pt x="1629178" y="4640611"/>
                  </a:lnTo>
                  <a:lnTo>
                    <a:pt x="1629304" y="4640611"/>
                  </a:lnTo>
                  <a:lnTo>
                    <a:pt x="1629430" y="4640611"/>
                  </a:lnTo>
                  <a:lnTo>
                    <a:pt x="1629556" y="4640611"/>
                  </a:lnTo>
                  <a:lnTo>
                    <a:pt x="1629682" y="4640611"/>
                  </a:lnTo>
                  <a:lnTo>
                    <a:pt x="1629808" y="4640611"/>
                  </a:lnTo>
                  <a:lnTo>
                    <a:pt x="1629934" y="4640611"/>
                  </a:lnTo>
                  <a:lnTo>
                    <a:pt x="1630060" y="4640611"/>
                  </a:lnTo>
                  <a:lnTo>
                    <a:pt x="1630186" y="4640611"/>
                  </a:lnTo>
                  <a:lnTo>
                    <a:pt x="1630312" y="4640611"/>
                  </a:lnTo>
                  <a:lnTo>
                    <a:pt x="1630438" y="4640611"/>
                  </a:lnTo>
                  <a:lnTo>
                    <a:pt x="1630565" y="4640611"/>
                  </a:lnTo>
                  <a:lnTo>
                    <a:pt x="1630691" y="4640611"/>
                  </a:lnTo>
                  <a:lnTo>
                    <a:pt x="1630817" y="4640611"/>
                  </a:lnTo>
                  <a:lnTo>
                    <a:pt x="1630943" y="4640611"/>
                  </a:lnTo>
                  <a:lnTo>
                    <a:pt x="1631069" y="4640611"/>
                  </a:lnTo>
                  <a:lnTo>
                    <a:pt x="1631195" y="4640611"/>
                  </a:lnTo>
                  <a:lnTo>
                    <a:pt x="1631321" y="4640611"/>
                  </a:lnTo>
                  <a:lnTo>
                    <a:pt x="1631447" y="4640611"/>
                  </a:lnTo>
                  <a:lnTo>
                    <a:pt x="1631573" y="4640611"/>
                  </a:lnTo>
                  <a:lnTo>
                    <a:pt x="1631699" y="4640611"/>
                  </a:lnTo>
                  <a:lnTo>
                    <a:pt x="1631825" y="4640611"/>
                  </a:lnTo>
                  <a:lnTo>
                    <a:pt x="1631952" y="4640611"/>
                  </a:lnTo>
                  <a:lnTo>
                    <a:pt x="1632078" y="4640611"/>
                  </a:lnTo>
                  <a:lnTo>
                    <a:pt x="1632204" y="4640611"/>
                  </a:lnTo>
                  <a:lnTo>
                    <a:pt x="1632330" y="4640611"/>
                  </a:lnTo>
                  <a:lnTo>
                    <a:pt x="1632456" y="4640611"/>
                  </a:lnTo>
                  <a:lnTo>
                    <a:pt x="1632582" y="4640611"/>
                  </a:lnTo>
                  <a:lnTo>
                    <a:pt x="1632708" y="4640611"/>
                  </a:lnTo>
                  <a:lnTo>
                    <a:pt x="1632834" y="4640611"/>
                  </a:lnTo>
                  <a:lnTo>
                    <a:pt x="1632960" y="4640611"/>
                  </a:lnTo>
                  <a:lnTo>
                    <a:pt x="1633086" y="4640611"/>
                  </a:lnTo>
                  <a:lnTo>
                    <a:pt x="1633212" y="4640611"/>
                  </a:lnTo>
                  <a:lnTo>
                    <a:pt x="1633338" y="4640611"/>
                  </a:lnTo>
                  <a:lnTo>
                    <a:pt x="1633465" y="4640611"/>
                  </a:lnTo>
                  <a:lnTo>
                    <a:pt x="1633591" y="4640611"/>
                  </a:lnTo>
                  <a:lnTo>
                    <a:pt x="1633717" y="4640611"/>
                  </a:lnTo>
                  <a:lnTo>
                    <a:pt x="1633717" y="4635331"/>
                  </a:lnTo>
                  <a:lnTo>
                    <a:pt x="1633843" y="4635331"/>
                  </a:lnTo>
                  <a:lnTo>
                    <a:pt x="1633969" y="4635331"/>
                  </a:lnTo>
                  <a:lnTo>
                    <a:pt x="1634095" y="4635331"/>
                  </a:lnTo>
                  <a:lnTo>
                    <a:pt x="1634221" y="4635331"/>
                  </a:lnTo>
                  <a:lnTo>
                    <a:pt x="1634347" y="4635331"/>
                  </a:lnTo>
                  <a:lnTo>
                    <a:pt x="1634473" y="4635331"/>
                  </a:lnTo>
                  <a:lnTo>
                    <a:pt x="1634599" y="4635331"/>
                  </a:lnTo>
                  <a:lnTo>
                    <a:pt x="1634725" y="4635331"/>
                  </a:lnTo>
                  <a:lnTo>
                    <a:pt x="1634852" y="4635331"/>
                  </a:lnTo>
                  <a:lnTo>
                    <a:pt x="1634978" y="4635331"/>
                  </a:lnTo>
                  <a:lnTo>
                    <a:pt x="1635104" y="4635331"/>
                  </a:lnTo>
                  <a:lnTo>
                    <a:pt x="1635230" y="4635331"/>
                  </a:lnTo>
                  <a:lnTo>
                    <a:pt x="1635356" y="4635331"/>
                  </a:lnTo>
                  <a:lnTo>
                    <a:pt x="1635482" y="4635331"/>
                  </a:lnTo>
                  <a:lnTo>
                    <a:pt x="1635608" y="4635331"/>
                  </a:lnTo>
                  <a:lnTo>
                    <a:pt x="1635734" y="4635331"/>
                  </a:lnTo>
                  <a:lnTo>
                    <a:pt x="1635860" y="4635331"/>
                  </a:lnTo>
                  <a:lnTo>
                    <a:pt x="1635986" y="4635331"/>
                  </a:lnTo>
                  <a:lnTo>
                    <a:pt x="1636112" y="4635331"/>
                  </a:lnTo>
                  <a:lnTo>
                    <a:pt x="1636239" y="4635331"/>
                  </a:lnTo>
                  <a:lnTo>
                    <a:pt x="1636365" y="4635331"/>
                  </a:lnTo>
                  <a:lnTo>
                    <a:pt x="1636491" y="4635331"/>
                  </a:lnTo>
                  <a:lnTo>
                    <a:pt x="1636617" y="4635331"/>
                  </a:lnTo>
                  <a:lnTo>
                    <a:pt x="1636743" y="4635331"/>
                  </a:lnTo>
                  <a:lnTo>
                    <a:pt x="1636869" y="4635331"/>
                  </a:lnTo>
                  <a:lnTo>
                    <a:pt x="1636995" y="4635331"/>
                  </a:lnTo>
                  <a:lnTo>
                    <a:pt x="1637121" y="4635331"/>
                  </a:lnTo>
                  <a:lnTo>
                    <a:pt x="1637247" y="4635331"/>
                  </a:lnTo>
                  <a:lnTo>
                    <a:pt x="1637373" y="4635331"/>
                  </a:lnTo>
                  <a:lnTo>
                    <a:pt x="1637499" y="4635331"/>
                  </a:lnTo>
                  <a:lnTo>
                    <a:pt x="1637625" y="4635331"/>
                  </a:lnTo>
                  <a:lnTo>
                    <a:pt x="1637752" y="4635331"/>
                  </a:lnTo>
                  <a:lnTo>
                    <a:pt x="1637878" y="4635331"/>
                  </a:lnTo>
                  <a:lnTo>
                    <a:pt x="1638004" y="4635331"/>
                  </a:lnTo>
                  <a:lnTo>
                    <a:pt x="1638130" y="4635331"/>
                  </a:lnTo>
                  <a:lnTo>
                    <a:pt x="1638256" y="4635331"/>
                  </a:lnTo>
                  <a:lnTo>
                    <a:pt x="1638382" y="4635331"/>
                  </a:lnTo>
                  <a:lnTo>
                    <a:pt x="1638508" y="4635331"/>
                  </a:lnTo>
                  <a:lnTo>
                    <a:pt x="1638634" y="4635331"/>
                  </a:lnTo>
                  <a:lnTo>
                    <a:pt x="1638760" y="4635331"/>
                  </a:lnTo>
                  <a:lnTo>
                    <a:pt x="1638886" y="4635331"/>
                  </a:lnTo>
                  <a:lnTo>
                    <a:pt x="1639012" y="4635331"/>
                  </a:lnTo>
                  <a:lnTo>
                    <a:pt x="1639139" y="4635331"/>
                  </a:lnTo>
                  <a:lnTo>
                    <a:pt x="1639265" y="4635331"/>
                  </a:lnTo>
                  <a:lnTo>
                    <a:pt x="1639391" y="4635331"/>
                  </a:lnTo>
                  <a:lnTo>
                    <a:pt x="1639517" y="4635331"/>
                  </a:lnTo>
                  <a:lnTo>
                    <a:pt x="1639643" y="4635331"/>
                  </a:lnTo>
                  <a:lnTo>
                    <a:pt x="1639769" y="4635331"/>
                  </a:lnTo>
                  <a:lnTo>
                    <a:pt x="1639895" y="4635331"/>
                  </a:lnTo>
                  <a:lnTo>
                    <a:pt x="1640021" y="4635331"/>
                  </a:lnTo>
                  <a:lnTo>
                    <a:pt x="1640147" y="4635331"/>
                  </a:lnTo>
                  <a:lnTo>
                    <a:pt x="1640273" y="4635331"/>
                  </a:lnTo>
                  <a:lnTo>
                    <a:pt x="1640399" y="4635331"/>
                  </a:lnTo>
                  <a:lnTo>
                    <a:pt x="1640525" y="4635331"/>
                  </a:lnTo>
                  <a:lnTo>
                    <a:pt x="1640652" y="4635331"/>
                  </a:lnTo>
                  <a:lnTo>
                    <a:pt x="1640778" y="4635331"/>
                  </a:lnTo>
                  <a:lnTo>
                    <a:pt x="1640904" y="4635331"/>
                  </a:lnTo>
                  <a:lnTo>
                    <a:pt x="1641030" y="4635331"/>
                  </a:lnTo>
                  <a:lnTo>
                    <a:pt x="1641156" y="4635331"/>
                  </a:lnTo>
                  <a:lnTo>
                    <a:pt x="1641282" y="4635331"/>
                  </a:lnTo>
                  <a:lnTo>
                    <a:pt x="1641408" y="4635331"/>
                  </a:lnTo>
                  <a:lnTo>
                    <a:pt x="1641534" y="4635331"/>
                  </a:lnTo>
                  <a:lnTo>
                    <a:pt x="1641660" y="4635331"/>
                  </a:lnTo>
                  <a:lnTo>
                    <a:pt x="1641786" y="4635331"/>
                  </a:lnTo>
                  <a:lnTo>
                    <a:pt x="1641912" y="4635331"/>
                  </a:lnTo>
                  <a:lnTo>
                    <a:pt x="1642039" y="4635331"/>
                  </a:lnTo>
                  <a:lnTo>
                    <a:pt x="1642165" y="4635331"/>
                  </a:lnTo>
                  <a:lnTo>
                    <a:pt x="1642291" y="4635331"/>
                  </a:lnTo>
                  <a:lnTo>
                    <a:pt x="1642417" y="4635331"/>
                  </a:lnTo>
                  <a:lnTo>
                    <a:pt x="1642543" y="4635331"/>
                  </a:lnTo>
                  <a:lnTo>
                    <a:pt x="1642669" y="4635331"/>
                  </a:lnTo>
                  <a:lnTo>
                    <a:pt x="1642795" y="4635331"/>
                  </a:lnTo>
                  <a:lnTo>
                    <a:pt x="1642921" y="4635331"/>
                  </a:lnTo>
                  <a:lnTo>
                    <a:pt x="1643047" y="4635331"/>
                  </a:lnTo>
                  <a:lnTo>
                    <a:pt x="1643173" y="4635331"/>
                  </a:lnTo>
                  <a:lnTo>
                    <a:pt x="1643299" y="4635331"/>
                  </a:lnTo>
                  <a:lnTo>
                    <a:pt x="1643426" y="4635331"/>
                  </a:lnTo>
                  <a:lnTo>
                    <a:pt x="1643552" y="4635331"/>
                  </a:lnTo>
                  <a:lnTo>
                    <a:pt x="1643678" y="4635331"/>
                  </a:lnTo>
                  <a:lnTo>
                    <a:pt x="1643804" y="4635331"/>
                  </a:lnTo>
                  <a:lnTo>
                    <a:pt x="1643930" y="4635331"/>
                  </a:lnTo>
                  <a:lnTo>
                    <a:pt x="1644056" y="4635331"/>
                  </a:lnTo>
                  <a:lnTo>
                    <a:pt x="1644182" y="4635331"/>
                  </a:lnTo>
                  <a:lnTo>
                    <a:pt x="1644308" y="4635331"/>
                  </a:lnTo>
                  <a:lnTo>
                    <a:pt x="1644434" y="4635331"/>
                  </a:lnTo>
                  <a:lnTo>
                    <a:pt x="1644560" y="4635331"/>
                  </a:lnTo>
                  <a:lnTo>
                    <a:pt x="1644686" y="4635331"/>
                  </a:lnTo>
                  <a:lnTo>
                    <a:pt x="1644812" y="4635331"/>
                  </a:lnTo>
                  <a:lnTo>
                    <a:pt x="1644939" y="4635331"/>
                  </a:lnTo>
                  <a:lnTo>
                    <a:pt x="1644939" y="4630052"/>
                  </a:lnTo>
                  <a:lnTo>
                    <a:pt x="1645065" y="4630052"/>
                  </a:lnTo>
                  <a:lnTo>
                    <a:pt x="1645191" y="4630052"/>
                  </a:lnTo>
                  <a:lnTo>
                    <a:pt x="1645317" y="4630052"/>
                  </a:lnTo>
                  <a:lnTo>
                    <a:pt x="1645443" y="4630052"/>
                  </a:lnTo>
                  <a:lnTo>
                    <a:pt x="1645569" y="4630052"/>
                  </a:lnTo>
                  <a:lnTo>
                    <a:pt x="1645695" y="4630052"/>
                  </a:lnTo>
                  <a:lnTo>
                    <a:pt x="1645821" y="4630052"/>
                  </a:lnTo>
                  <a:lnTo>
                    <a:pt x="1645947" y="4630052"/>
                  </a:lnTo>
                  <a:lnTo>
                    <a:pt x="1646073" y="4630052"/>
                  </a:lnTo>
                  <a:lnTo>
                    <a:pt x="1646199" y="4630052"/>
                  </a:lnTo>
                  <a:lnTo>
                    <a:pt x="1646326" y="4630052"/>
                  </a:lnTo>
                  <a:lnTo>
                    <a:pt x="1646326" y="4624773"/>
                  </a:lnTo>
                  <a:lnTo>
                    <a:pt x="1646452" y="4624773"/>
                  </a:lnTo>
                  <a:lnTo>
                    <a:pt x="1646578" y="4624773"/>
                  </a:lnTo>
                  <a:lnTo>
                    <a:pt x="1646704" y="4624773"/>
                  </a:lnTo>
                  <a:lnTo>
                    <a:pt x="1646830" y="4624773"/>
                  </a:lnTo>
                  <a:lnTo>
                    <a:pt x="1646956" y="4624773"/>
                  </a:lnTo>
                  <a:lnTo>
                    <a:pt x="1647082" y="4624773"/>
                  </a:lnTo>
                  <a:lnTo>
                    <a:pt x="1647208" y="4624773"/>
                  </a:lnTo>
                  <a:lnTo>
                    <a:pt x="1647334" y="4624773"/>
                  </a:lnTo>
                  <a:lnTo>
                    <a:pt x="1647460" y="4624773"/>
                  </a:lnTo>
                  <a:lnTo>
                    <a:pt x="1647586" y="4624773"/>
                  </a:lnTo>
                  <a:lnTo>
                    <a:pt x="1647712" y="4624773"/>
                  </a:lnTo>
                  <a:lnTo>
                    <a:pt x="1647839" y="4624773"/>
                  </a:lnTo>
                  <a:lnTo>
                    <a:pt x="1647965" y="4624773"/>
                  </a:lnTo>
                  <a:lnTo>
                    <a:pt x="1648091" y="4624773"/>
                  </a:lnTo>
                  <a:lnTo>
                    <a:pt x="1648217" y="4624773"/>
                  </a:lnTo>
                  <a:lnTo>
                    <a:pt x="1648343" y="4624773"/>
                  </a:lnTo>
                  <a:lnTo>
                    <a:pt x="1648469" y="4624773"/>
                  </a:lnTo>
                  <a:lnTo>
                    <a:pt x="1648595" y="4624773"/>
                  </a:lnTo>
                  <a:lnTo>
                    <a:pt x="1648721" y="4624773"/>
                  </a:lnTo>
                  <a:lnTo>
                    <a:pt x="1648847" y="4624773"/>
                  </a:lnTo>
                  <a:lnTo>
                    <a:pt x="1648973" y="4624773"/>
                  </a:lnTo>
                  <a:lnTo>
                    <a:pt x="1649099" y="4624773"/>
                  </a:lnTo>
                  <a:lnTo>
                    <a:pt x="1649226" y="4624773"/>
                  </a:lnTo>
                  <a:lnTo>
                    <a:pt x="1649352" y="4624773"/>
                  </a:lnTo>
                  <a:lnTo>
                    <a:pt x="1649478" y="4624773"/>
                  </a:lnTo>
                  <a:lnTo>
                    <a:pt x="1649478" y="4619493"/>
                  </a:lnTo>
                  <a:lnTo>
                    <a:pt x="1649604" y="4619493"/>
                  </a:lnTo>
                  <a:lnTo>
                    <a:pt x="1649730" y="4619493"/>
                  </a:lnTo>
                  <a:lnTo>
                    <a:pt x="1649856" y="4619493"/>
                  </a:lnTo>
                  <a:lnTo>
                    <a:pt x="1649982" y="4619493"/>
                  </a:lnTo>
                  <a:lnTo>
                    <a:pt x="1650108" y="4619493"/>
                  </a:lnTo>
                  <a:lnTo>
                    <a:pt x="1650234" y="4619493"/>
                  </a:lnTo>
                  <a:lnTo>
                    <a:pt x="1650360" y="4619493"/>
                  </a:lnTo>
                  <a:lnTo>
                    <a:pt x="1650486" y="4619493"/>
                  </a:lnTo>
                  <a:lnTo>
                    <a:pt x="1650612" y="4619493"/>
                  </a:lnTo>
                  <a:lnTo>
                    <a:pt x="1650739" y="4619493"/>
                  </a:lnTo>
                  <a:lnTo>
                    <a:pt x="1650739" y="4614214"/>
                  </a:lnTo>
                  <a:lnTo>
                    <a:pt x="1650865" y="4614214"/>
                  </a:lnTo>
                  <a:lnTo>
                    <a:pt x="1650991" y="4614214"/>
                  </a:lnTo>
                  <a:lnTo>
                    <a:pt x="1651117" y="4614214"/>
                  </a:lnTo>
                  <a:lnTo>
                    <a:pt x="1651243" y="4614214"/>
                  </a:lnTo>
                  <a:lnTo>
                    <a:pt x="1651369" y="4614214"/>
                  </a:lnTo>
                  <a:lnTo>
                    <a:pt x="1651495" y="4614214"/>
                  </a:lnTo>
                  <a:lnTo>
                    <a:pt x="1651621" y="4614214"/>
                  </a:lnTo>
                  <a:lnTo>
                    <a:pt x="1651747" y="4614214"/>
                  </a:lnTo>
                  <a:lnTo>
                    <a:pt x="1651873" y="4614214"/>
                  </a:lnTo>
                  <a:lnTo>
                    <a:pt x="1651999" y="4614214"/>
                  </a:lnTo>
                  <a:lnTo>
                    <a:pt x="1652126" y="4614214"/>
                  </a:lnTo>
                  <a:lnTo>
                    <a:pt x="1652252" y="4614214"/>
                  </a:lnTo>
                  <a:lnTo>
                    <a:pt x="1652378" y="4614214"/>
                  </a:lnTo>
                  <a:lnTo>
                    <a:pt x="1652504" y="4614214"/>
                  </a:lnTo>
                  <a:lnTo>
                    <a:pt x="1652630" y="4614214"/>
                  </a:lnTo>
                  <a:lnTo>
                    <a:pt x="1652756" y="4614214"/>
                  </a:lnTo>
                  <a:lnTo>
                    <a:pt x="1652756" y="4608934"/>
                  </a:lnTo>
                  <a:lnTo>
                    <a:pt x="1652882" y="4608934"/>
                  </a:lnTo>
                  <a:lnTo>
                    <a:pt x="1653008" y="4608934"/>
                  </a:lnTo>
                  <a:lnTo>
                    <a:pt x="1653134" y="4608934"/>
                  </a:lnTo>
                  <a:lnTo>
                    <a:pt x="1653260" y="4608934"/>
                  </a:lnTo>
                  <a:lnTo>
                    <a:pt x="1653386" y="4608934"/>
                  </a:lnTo>
                  <a:lnTo>
                    <a:pt x="1653513" y="4608934"/>
                  </a:lnTo>
                  <a:lnTo>
                    <a:pt x="1653639" y="4608934"/>
                  </a:lnTo>
                  <a:lnTo>
                    <a:pt x="1653765" y="4608934"/>
                  </a:lnTo>
                  <a:lnTo>
                    <a:pt x="1653891" y="4608934"/>
                  </a:lnTo>
                  <a:lnTo>
                    <a:pt x="1653891" y="4603655"/>
                  </a:lnTo>
                  <a:lnTo>
                    <a:pt x="1653891" y="4598375"/>
                  </a:lnTo>
                  <a:lnTo>
                    <a:pt x="1654017" y="4598375"/>
                  </a:lnTo>
                  <a:lnTo>
                    <a:pt x="1654143" y="4598375"/>
                  </a:lnTo>
                  <a:lnTo>
                    <a:pt x="1654269" y="4598375"/>
                  </a:lnTo>
                  <a:lnTo>
                    <a:pt x="1654395" y="4598375"/>
                  </a:lnTo>
                  <a:lnTo>
                    <a:pt x="1654521" y="4598375"/>
                  </a:lnTo>
                  <a:lnTo>
                    <a:pt x="1654647" y="4598375"/>
                  </a:lnTo>
                  <a:lnTo>
                    <a:pt x="1654773" y="4598375"/>
                  </a:lnTo>
                  <a:lnTo>
                    <a:pt x="1654899" y="4598375"/>
                  </a:lnTo>
                  <a:lnTo>
                    <a:pt x="1655026" y="4598375"/>
                  </a:lnTo>
                  <a:lnTo>
                    <a:pt x="1655152" y="4598375"/>
                  </a:lnTo>
                  <a:lnTo>
                    <a:pt x="1655278" y="4598375"/>
                  </a:lnTo>
                  <a:lnTo>
                    <a:pt x="1655404" y="4598375"/>
                  </a:lnTo>
                  <a:lnTo>
                    <a:pt x="1655530" y="4598375"/>
                  </a:lnTo>
                  <a:lnTo>
                    <a:pt x="1655656" y="4598375"/>
                  </a:lnTo>
                  <a:lnTo>
                    <a:pt x="1655782" y="4598375"/>
                  </a:lnTo>
                  <a:lnTo>
                    <a:pt x="1655908" y="4598375"/>
                  </a:lnTo>
                  <a:lnTo>
                    <a:pt x="1656034" y="4598375"/>
                  </a:lnTo>
                  <a:lnTo>
                    <a:pt x="1656160" y="4598375"/>
                  </a:lnTo>
                  <a:lnTo>
                    <a:pt x="1656286" y="4598375"/>
                  </a:lnTo>
                  <a:lnTo>
                    <a:pt x="1656413" y="4598375"/>
                  </a:lnTo>
                  <a:lnTo>
                    <a:pt x="1656539" y="4598375"/>
                  </a:lnTo>
                  <a:lnTo>
                    <a:pt x="1656665" y="4598375"/>
                  </a:lnTo>
                  <a:lnTo>
                    <a:pt x="1656791" y="4598375"/>
                  </a:lnTo>
                  <a:lnTo>
                    <a:pt x="1656917" y="4598375"/>
                  </a:lnTo>
                  <a:lnTo>
                    <a:pt x="1657043" y="4598375"/>
                  </a:lnTo>
                  <a:lnTo>
                    <a:pt x="1657169" y="4598375"/>
                  </a:lnTo>
                  <a:lnTo>
                    <a:pt x="1657295" y="4598375"/>
                  </a:lnTo>
                  <a:lnTo>
                    <a:pt x="1657421" y="4598375"/>
                  </a:lnTo>
                  <a:lnTo>
                    <a:pt x="1657547" y="4598375"/>
                  </a:lnTo>
                  <a:lnTo>
                    <a:pt x="1657673" y="4598375"/>
                  </a:lnTo>
                  <a:lnTo>
                    <a:pt x="1657799" y="4598375"/>
                  </a:lnTo>
                  <a:lnTo>
                    <a:pt x="1657926" y="4598375"/>
                  </a:lnTo>
                  <a:lnTo>
                    <a:pt x="1658052" y="4598375"/>
                  </a:lnTo>
                  <a:lnTo>
                    <a:pt x="1658178" y="4598375"/>
                  </a:lnTo>
                  <a:lnTo>
                    <a:pt x="1658304" y="4598375"/>
                  </a:lnTo>
                  <a:lnTo>
                    <a:pt x="1658430" y="4598375"/>
                  </a:lnTo>
                  <a:lnTo>
                    <a:pt x="1658556" y="4598375"/>
                  </a:lnTo>
                  <a:lnTo>
                    <a:pt x="1658682" y="4598375"/>
                  </a:lnTo>
                  <a:lnTo>
                    <a:pt x="1658808" y="4598375"/>
                  </a:lnTo>
                  <a:lnTo>
                    <a:pt x="1658934" y="4598375"/>
                  </a:lnTo>
                  <a:lnTo>
                    <a:pt x="1659060" y="4598375"/>
                  </a:lnTo>
                  <a:lnTo>
                    <a:pt x="1659186" y="4598375"/>
                  </a:lnTo>
                  <a:lnTo>
                    <a:pt x="1659313" y="4598375"/>
                  </a:lnTo>
                  <a:lnTo>
                    <a:pt x="1659439" y="4598375"/>
                  </a:lnTo>
                  <a:lnTo>
                    <a:pt x="1659565" y="4598375"/>
                  </a:lnTo>
                  <a:lnTo>
                    <a:pt x="1659691" y="4598375"/>
                  </a:lnTo>
                  <a:lnTo>
                    <a:pt x="1659817" y="4598375"/>
                  </a:lnTo>
                  <a:lnTo>
                    <a:pt x="1659943" y="4598375"/>
                  </a:lnTo>
                  <a:lnTo>
                    <a:pt x="1660069" y="4598375"/>
                  </a:lnTo>
                  <a:lnTo>
                    <a:pt x="1660195" y="4598375"/>
                  </a:lnTo>
                  <a:lnTo>
                    <a:pt x="1660321" y="4598375"/>
                  </a:lnTo>
                  <a:lnTo>
                    <a:pt x="1660447" y="4598375"/>
                  </a:lnTo>
                  <a:lnTo>
                    <a:pt x="1660573" y="4598375"/>
                  </a:lnTo>
                  <a:lnTo>
                    <a:pt x="1660700" y="4598375"/>
                  </a:lnTo>
                  <a:lnTo>
                    <a:pt x="1660826" y="4598375"/>
                  </a:lnTo>
                  <a:lnTo>
                    <a:pt x="1660952" y="4598375"/>
                  </a:lnTo>
                  <a:lnTo>
                    <a:pt x="1661078" y="4598375"/>
                  </a:lnTo>
                  <a:lnTo>
                    <a:pt x="1661204" y="4598375"/>
                  </a:lnTo>
                  <a:lnTo>
                    <a:pt x="1661330" y="4598375"/>
                  </a:lnTo>
                  <a:lnTo>
                    <a:pt x="1661456" y="4598375"/>
                  </a:lnTo>
                  <a:lnTo>
                    <a:pt x="1661582" y="4598375"/>
                  </a:lnTo>
                  <a:lnTo>
                    <a:pt x="1661708" y="4598375"/>
                  </a:lnTo>
                  <a:lnTo>
                    <a:pt x="1661834" y="4598375"/>
                  </a:lnTo>
                  <a:lnTo>
                    <a:pt x="1661960" y="4598375"/>
                  </a:lnTo>
                  <a:lnTo>
                    <a:pt x="1662086" y="4598375"/>
                  </a:lnTo>
                  <a:lnTo>
                    <a:pt x="1662213" y="4598375"/>
                  </a:lnTo>
                  <a:lnTo>
                    <a:pt x="1662339" y="4598375"/>
                  </a:lnTo>
                  <a:lnTo>
                    <a:pt x="1662465" y="4598375"/>
                  </a:lnTo>
                  <a:lnTo>
                    <a:pt x="1662591" y="4598375"/>
                  </a:lnTo>
                  <a:lnTo>
                    <a:pt x="1662717" y="4598375"/>
                  </a:lnTo>
                  <a:lnTo>
                    <a:pt x="1662843" y="4598375"/>
                  </a:lnTo>
                  <a:lnTo>
                    <a:pt x="1662969" y="4598375"/>
                  </a:lnTo>
                  <a:lnTo>
                    <a:pt x="1663095" y="4598375"/>
                  </a:lnTo>
                  <a:lnTo>
                    <a:pt x="1663221" y="4598375"/>
                  </a:lnTo>
                  <a:lnTo>
                    <a:pt x="1663347" y="4598375"/>
                  </a:lnTo>
                  <a:lnTo>
                    <a:pt x="1663473" y="4598375"/>
                  </a:lnTo>
                  <a:lnTo>
                    <a:pt x="1663600" y="4598375"/>
                  </a:lnTo>
                  <a:lnTo>
                    <a:pt x="1663726" y="4598375"/>
                  </a:lnTo>
                  <a:lnTo>
                    <a:pt x="1663852" y="4598375"/>
                  </a:lnTo>
                  <a:lnTo>
                    <a:pt x="1663978" y="4598375"/>
                  </a:lnTo>
                  <a:lnTo>
                    <a:pt x="1664104" y="4598375"/>
                  </a:lnTo>
                  <a:lnTo>
                    <a:pt x="1664230" y="4598375"/>
                  </a:lnTo>
                  <a:lnTo>
                    <a:pt x="1664356" y="4598375"/>
                  </a:lnTo>
                  <a:lnTo>
                    <a:pt x="1664482" y="4598375"/>
                  </a:lnTo>
                  <a:lnTo>
                    <a:pt x="1664608" y="4598375"/>
                  </a:lnTo>
                  <a:lnTo>
                    <a:pt x="1664734" y="4598375"/>
                  </a:lnTo>
                  <a:lnTo>
                    <a:pt x="1664860" y="4598375"/>
                  </a:lnTo>
                  <a:lnTo>
                    <a:pt x="1664986" y="4598375"/>
                  </a:lnTo>
                  <a:lnTo>
                    <a:pt x="1665113" y="4598375"/>
                  </a:lnTo>
                  <a:lnTo>
                    <a:pt x="1665239" y="4598375"/>
                  </a:lnTo>
                  <a:lnTo>
                    <a:pt x="1665365" y="4598375"/>
                  </a:lnTo>
                  <a:lnTo>
                    <a:pt x="1665491" y="4598375"/>
                  </a:lnTo>
                  <a:lnTo>
                    <a:pt x="1665617" y="4598375"/>
                  </a:lnTo>
                  <a:lnTo>
                    <a:pt x="1665743" y="4598375"/>
                  </a:lnTo>
                  <a:lnTo>
                    <a:pt x="1665869" y="4598375"/>
                  </a:lnTo>
                  <a:lnTo>
                    <a:pt x="1665995" y="4598375"/>
                  </a:lnTo>
                  <a:lnTo>
                    <a:pt x="1666121" y="4598375"/>
                  </a:lnTo>
                  <a:lnTo>
                    <a:pt x="1666247" y="4598375"/>
                  </a:lnTo>
                  <a:lnTo>
                    <a:pt x="1666373" y="4598375"/>
                  </a:lnTo>
                  <a:lnTo>
                    <a:pt x="1666500" y="4598375"/>
                  </a:lnTo>
                  <a:lnTo>
                    <a:pt x="1666626" y="4598375"/>
                  </a:lnTo>
                  <a:lnTo>
                    <a:pt x="1666752" y="4598375"/>
                  </a:lnTo>
                  <a:lnTo>
                    <a:pt x="1666878" y="4598375"/>
                  </a:lnTo>
                  <a:lnTo>
                    <a:pt x="1667004" y="4598375"/>
                  </a:lnTo>
                  <a:lnTo>
                    <a:pt x="1667130" y="4598375"/>
                  </a:lnTo>
                  <a:lnTo>
                    <a:pt x="1667256" y="4598375"/>
                  </a:lnTo>
                  <a:lnTo>
                    <a:pt x="1667382" y="4598375"/>
                  </a:lnTo>
                  <a:lnTo>
                    <a:pt x="1667508" y="4598375"/>
                  </a:lnTo>
                  <a:lnTo>
                    <a:pt x="1667634" y="4598375"/>
                  </a:lnTo>
                  <a:lnTo>
                    <a:pt x="1667760" y="4598375"/>
                  </a:lnTo>
                  <a:lnTo>
                    <a:pt x="1667887" y="4598375"/>
                  </a:lnTo>
                  <a:lnTo>
                    <a:pt x="1668013" y="4598375"/>
                  </a:lnTo>
                  <a:lnTo>
                    <a:pt x="1668139" y="4598375"/>
                  </a:lnTo>
                  <a:lnTo>
                    <a:pt x="1668265" y="4598375"/>
                  </a:lnTo>
                  <a:lnTo>
                    <a:pt x="1668391" y="4598375"/>
                  </a:lnTo>
                  <a:lnTo>
                    <a:pt x="1668517" y="4598375"/>
                  </a:lnTo>
                  <a:lnTo>
                    <a:pt x="1668643" y="4598375"/>
                  </a:lnTo>
                  <a:lnTo>
                    <a:pt x="1668769" y="4598375"/>
                  </a:lnTo>
                  <a:lnTo>
                    <a:pt x="1668895" y="4598375"/>
                  </a:lnTo>
                  <a:lnTo>
                    <a:pt x="1669021" y="4598375"/>
                  </a:lnTo>
                  <a:lnTo>
                    <a:pt x="1669021" y="4593096"/>
                  </a:lnTo>
                  <a:lnTo>
                    <a:pt x="1669147" y="4593096"/>
                  </a:lnTo>
                  <a:lnTo>
                    <a:pt x="1669273" y="4593096"/>
                  </a:lnTo>
                  <a:lnTo>
                    <a:pt x="1669400" y="4593096"/>
                  </a:lnTo>
                  <a:lnTo>
                    <a:pt x="1669526" y="4593096"/>
                  </a:lnTo>
                  <a:lnTo>
                    <a:pt x="1669652" y="4593096"/>
                  </a:lnTo>
                  <a:lnTo>
                    <a:pt x="1669778" y="4593096"/>
                  </a:lnTo>
                  <a:lnTo>
                    <a:pt x="1669904" y="4593096"/>
                  </a:lnTo>
                  <a:lnTo>
                    <a:pt x="1670030" y="4593096"/>
                  </a:lnTo>
                  <a:lnTo>
                    <a:pt x="1670156" y="4593096"/>
                  </a:lnTo>
                  <a:lnTo>
                    <a:pt x="1670282" y="4593096"/>
                  </a:lnTo>
                  <a:lnTo>
                    <a:pt x="1670408" y="4593096"/>
                  </a:lnTo>
                  <a:lnTo>
                    <a:pt x="1670534" y="4593096"/>
                  </a:lnTo>
                  <a:lnTo>
                    <a:pt x="1670660" y="4593096"/>
                  </a:lnTo>
                  <a:lnTo>
                    <a:pt x="1670787" y="4593096"/>
                  </a:lnTo>
                  <a:lnTo>
                    <a:pt x="1670913" y="4593096"/>
                  </a:lnTo>
                  <a:lnTo>
                    <a:pt x="1671039" y="4593096"/>
                  </a:lnTo>
                  <a:lnTo>
                    <a:pt x="1671165" y="4593096"/>
                  </a:lnTo>
                  <a:lnTo>
                    <a:pt x="1671291" y="4593096"/>
                  </a:lnTo>
                  <a:lnTo>
                    <a:pt x="1671417" y="4593096"/>
                  </a:lnTo>
                  <a:lnTo>
                    <a:pt x="1671543" y="4593096"/>
                  </a:lnTo>
                  <a:lnTo>
                    <a:pt x="1671669" y="4593096"/>
                  </a:lnTo>
                  <a:lnTo>
                    <a:pt x="1671795" y="4593096"/>
                  </a:lnTo>
                  <a:lnTo>
                    <a:pt x="1671921" y="4593096"/>
                  </a:lnTo>
                  <a:lnTo>
                    <a:pt x="1672047" y="4593096"/>
                  </a:lnTo>
                  <a:lnTo>
                    <a:pt x="1672173" y="4593096"/>
                  </a:lnTo>
                  <a:lnTo>
                    <a:pt x="1672300" y="4593096"/>
                  </a:lnTo>
                  <a:lnTo>
                    <a:pt x="1672426" y="4593096"/>
                  </a:lnTo>
                  <a:lnTo>
                    <a:pt x="1672552" y="4593096"/>
                  </a:lnTo>
                  <a:lnTo>
                    <a:pt x="1672678" y="4593096"/>
                  </a:lnTo>
                  <a:lnTo>
                    <a:pt x="1672804" y="4593096"/>
                  </a:lnTo>
                  <a:lnTo>
                    <a:pt x="1672930" y="4593096"/>
                  </a:lnTo>
                  <a:lnTo>
                    <a:pt x="1673056" y="4593096"/>
                  </a:lnTo>
                  <a:lnTo>
                    <a:pt x="1673182" y="4593096"/>
                  </a:lnTo>
                  <a:lnTo>
                    <a:pt x="1673308" y="4593096"/>
                  </a:lnTo>
                  <a:lnTo>
                    <a:pt x="1673434" y="4593096"/>
                  </a:lnTo>
                  <a:lnTo>
                    <a:pt x="1673560" y="4593096"/>
                  </a:lnTo>
                  <a:lnTo>
                    <a:pt x="1673687" y="4593096"/>
                  </a:lnTo>
                  <a:lnTo>
                    <a:pt x="1673813" y="4593096"/>
                  </a:lnTo>
                  <a:lnTo>
                    <a:pt x="1673939" y="4593096"/>
                  </a:lnTo>
                  <a:lnTo>
                    <a:pt x="1674065" y="4593096"/>
                  </a:lnTo>
                  <a:lnTo>
                    <a:pt x="1674191" y="4593096"/>
                  </a:lnTo>
                  <a:lnTo>
                    <a:pt x="1674317" y="4593096"/>
                  </a:lnTo>
                  <a:lnTo>
                    <a:pt x="1674443" y="4593096"/>
                  </a:lnTo>
                  <a:lnTo>
                    <a:pt x="1674569" y="4593096"/>
                  </a:lnTo>
                  <a:lnTo>
                    <a:pt x="1674695" y="4593096"/>
                  </a:lnTo>
                  <a:lnTo>
                    <a:pt x="1674821" y="4593096"/>
                  </a:lnTo>
                  <a:lnTo>
                    <a:pt x="1674947" y="4593096"/>
                  </a:lnTo>
                  <a:lnTo>
                    <a:pt x="1675073" y="4593096"/>
                  </a:lnTo>
                  <a:lnTo>
                    <a:pt x="1675200" y="4593096"/>
                  </a:lnTo>
                  <a:lnTo>
                    <a:pt x="1675326" y="4593096"/>
                  </a:lnTo>
                  <a:lnTo>
                    <a:pt x="1675452" y="4593096"/>
                  </a:lnTo>
                  <a:lnTo>
                    <a:pt x="1675578" y="4593096"/>
                  </a:lnTo>
                  <a:lnTo>
                    <a:pt x="1675704" y="4593096"/>
                  </a:lnTo>
                  <a:lnTo>
                    <a:pt x="1675830" y="4593096"/>
                  </a:lnTo>
                  <a:lnTo>
                    <a:pt x="1675956" y="4593096"/>
                  </a:lnTo>
                  <a:lnTo>
                    <a:pt x="1676082" y="4593096"/>
                  </a:lnTo>
                  <a:lnTo>
                    <a:pt x="1676208" y="4593096"/>
                  </a:lnTo>
                  <a:lnTo>
                    <a:pt x="1676334" y="4593096"/>
                  </a:lnTo>
                  <a:lnTo>
                    <a:pt x="1676460" y="4593096"/>
                  </a:lnTo>
                  <a:lnTo>
                    <a:pt x="1676587" y="4593096"/>
                  </a:lnTo>
                  <a:lnTo>
                    <a:pt x="1676713" y="4593096"/>
                  </a:lnTo>
                  <a:lnTo>
                    <a:pt x="1676839" y="4593096"/>
                  </a:lnTo>
                  <a:lnTo>
                    <a:pt x="1676965" y="4593096"/>
                  </a:lnTo>
                  <a:lnTo>
                    <a:pt x="1677091" y="4593096"/>
                  </a:lnTo>
                  <a:lnTo>
                    <a:pt x="1677217" y="4593096"/>
                  </a:lnTo>
                  <a:lnTo>
                    <a:pt x="1677343" y="4593096"/>
                  </a:lnTo>
                  <a:lnTo>
                    <a:pt x="1677469" y="4593096"/>
                  </a:lnTo>
                  <a:lnTo>
                    <a:pt x="1677469" y="4587817"/>
                  </a:lnTo>
                  <a:lnTo>
                    <a:pt x="1677595" y="4587817"/>
                  </a:lnTo>
                  <a:lnTo>
                    <a:pt x="1677721" y="4587817"/>
                  </a:lnTo>
                  <a:lnTo>
                    <a:pt x="1677847" y="4587817"/>
                  </a:lnTo>
                  <a:lnTo>
                    <a:pt x="1677974" y="4587817"/>
                  </a:lnTo>
                  <a:lnTo>
                    <a:pt x="1678100" y="4587817"/>
                  </a:lnTo>
                  <a:lnTo>
                    <a:pt x="1678226" y="4587817"/>
                  </a:lnTo>
                  <a:lnTo>
                    <a:pt x="1678352" y="4587817"/>
                  </a:lnTo>
                  <a:lnTo>
                    <a:pt x="1678478" y="4587817"/>
                  </a:lnTo>
                  <a:lnTo>
                    <a:pt x="1678604" y="4587817"/>
                  </a:lnTo>
                  <a:lnTo>
                    <a:pt x="1678730" y="4587817"/>
                  </a:lnTo>
                  <a:lnTo>
                    <a:pt x="1678856" y="4587817"/>
                  </a:lnTo>
                  <a:lnTo>
                    <a:pt x="1678982" y="4587817"/>
                  </a:lnTo>
                  <a:lnTo>
                    <a:pt x="1679108" y="4587817"/>
                  </a:lnTo>
                  <a:lnTo>
                    <a:pt x="1679234" y="4587817"/>
                  </a:lnTo>
                  <a:lnTo>
                    <a:pt x="1679360" y="4587817"/>
                  </a:lnTo>
                  <a:lnTo>
                    <a:pt x="1679487" y="4587817"/>
                  </a:lnTo>
                  <a:lnTo>
                    <a:pt x="1679613" y="4587817"/>
                  </a:lnTo>
                  <a:lnTo>
                    <a:pt x="1679739" y="4587817"/>
                  </a:lnTo>
                  <a:lnTo>
                    <a:pt x="1679865" y="4587817"/>
                  </a:lnTo>
                  <a:lnTo>
                    <a:pt x="1679991" y="4587817"/>
                  </a:lnTo>
                  <a:lnTo>
                    <a:pt x="1680117" y="4587817"/>
                  </a:lnTo>
                  <a:lnTo>
                    <a:pt x="1680243" y="4587817"/>
                  </a:lnTo>
                  <a:lnTo>
                    <a:pt x="1680369" y="4587817"/>
                  </a:lnTo>
                  <a:lnTo>
                    <a:pt x="1680495" y="4587817"/>
                  </a:lnTo>
                  <a:lnTo>
                    <a:pt x="1680621" y="4587817"/>
                  </a:lnTo>
                  <a:lnTo>
                    <a:pt x="1680747" y="4587817"/>
                  </a:lnTo>
                  <a:lnTo>
                    <a:pt x="1680874" y="4587817"/>
                  </a:lnTo>
                  <a:lnTo>
                    <a:pt x="1681000" y="4587817"/>
                  </a:lnTo>
                  <a:lnTo>
                    <a:pt x="1681126" y="4587817"/>
                  </a:lnTo>
                  <a:lnTo>
                    <a:pt x="1681252" y="4587817"/>
                  </a:lnTo>
                  <a:lnTo>
                    <a:pt x="1681378" y="4587817"/>
                  </a:lnTo>
                  <a:lnTo>
                    <a:pt x="1681504" y="4587817"/>
                  </a:lnTo>
                  <a:lnTo>
                    <a:pt x="1681630" y="4587817"/>
                  </a:lnTo>
                  <a:lnTo>
                    <a:pt x="1681756" y="4587817"/>
                  </a:lnTo>
                  <a:lnTo>
                    <a:pt x="1681882" y="4587817"/>
                  </a:lnTo>
                  <a:lnTo>
                    <a:pt x="1682008" y="4587817"/>
                  </a:lnTo>
                  <a:lnTo>
                    <a:pt x="1682134" y="4587817"/>
                  </a:lnTo>
                  <a:lnTo>
                    <a:pt x="1682260" y="4587817"/>
                  </a:lnTo>
                  <a:lnTo>
                    <a:pt x="1682387" y="4587817"/>
                  </a:lnTo>
                  <a:lnTo>
                    <a:pt x="1682513" y="4587817"/>
                  </a:lnTo>
                  <a:lnTo>
                    <a:pt x="1682513" y="4582537"/>
                  </a:lnTo>
                  <a:lnTo>
                    <a:pt x="1682639" y="4582537"/>
                  </a:lnTo>
                  <a:lnTo>
                    <a:pt x="1682765" y="4582537"/>
                  </a:lnTo>
                  <a:lnTo>
                    <a:pt x="1682891" y="4582537"/>
                  </a:lnTo>
                  <a:lnTo>
                    <a:pt x="1683017" y="4582537"/>
                  </a:lnTo>
                  <a:lnTo>
                    <a:pt x="1683143" y="4582537"/>
                  </a:lnTo>
                  <a:lnTo>
                    <a:pt x="1683269" y="4582537"/>
                  </a:lnTo>
                  <a:lnTo>
                    <a:pt x="1683395" y="4582537"/>
                  </a:lnTo>
                  <a:lnTo>
                    <a:pt x="1683521" y="4582537"/>
                  </a:lnTo>
                  <a:lnTo>
                    <a:pt x="1683647" y="4582537"/>
                  </a:lnTo>
                  <a:lnTo>
                    <a:pt x="1683774" y="4582537"/>
                  </a:lnTo>
                  <a:lnTo>
                    <a:pt x="1683900" y="4582537"/>
                  </a:lnTo>
                  <a:lnTo>
                    <a:pt x="1684026" y="4582537"/>
                  </a:lnTo>
                  <a:lnTo>
                    <a:pt x="1684152" y="4582537"/>
                  </a:lnTo>
                  <a:lnTo>
                    <a:pt x="1684278" y="4582537"/>
                  </a:lnTo>
                  <a:lnTo>
                    <a:pt x="1684404" y="4582537"/>
                  </a:lnTo>
                  <a:lnTo>
                    <a:pt x="1684530" y="4582537"/>
                  </a:lnTo>
                  <a:lnTo>
                    <a:pt x="1684656" y="4582537"/>
                  </a:lnTo>
                  <a:lnTo>
                    <a:pt x="1684782" y="4582537"/>
                  </a:lnTo>
                  <a:lnTo>
                    <a:pt x="1684908" y="4582537"/>
                  </a:lnTo>
                  <a:lnTo>
                    <a:pt x="1685034" y="4582537"/>
                  </a:lnTo>
                  <a:lnTo>
                    <a:pt x="1685034" y="4577258"/>
                  </a:lnTo>
                  <a:lnTo>
                    <a:pt x="1685161" y="4577258"/>
                  </a:lnTo>
                  <a:lnTo>
                    <a:pt x="1685287" y="4577258"/>
                  </a:lnTo>
                  <a:lnTo>
                    <a:pt x="1685413" y="4577258"/>
                  </a:lnTo>
                  <a:lnTo>
                    <a:pt x="1685539" y="4577258"/>
                  </a:lnTo>
                  <a:lnTo>
                    <a:pt x="1685665" y="4577258"/>
                  </a:lnTo>
                  <a:lnTo>
                    <a:pt x="1685791" y="4577258"/>
                  </a:lnTo>
                  <a:lnTo>
                    <a:pt x="1685917" y="4577258"/>
                  </a:lnTo>
                  <a:lnTo>
                    <a:pt x="1686043" y="4577258"/>
                  </a:lnTo>
                  <a:lnTo>
                    <a:pt x="1686169" y="4577258"/>
                  </a:lnTo>
                  <a:lnTo>
                    <a:pt x="1686295" y="4577258"/>
                  </a:lnTo>
                  <a:lnTo>
                    <a:pt x="1686421" y="4577258"/>
                  </a:lnTo>
                  <a:lnTo>
                    <a:pt x="1686547" y="4577258"/>
                  </a:lnTo>
                  <a:lnTo>
                    <a:pt x="1686674" y="4577258"/>
                  </a:lnTo>
                  <a:lnTo>
                    <a:pt x="1686800" y="4577258"/>
                  </a:lnTo>
                  <a:lnTo>
                    <a:pt x="1686926" y="4577258"/>
                  </a:lnTo>
                  <a:lnTo>
                    <a:pt x="1687052" y="4577258"/>
                  </a:lnTo>
                  <a:lnTo>
                    <a:pt x="1687178" y="4577258"/>
                  </a:lnTo>
                  <a:lnTo>
                    <a:pt x="1687304" y="4577258"/>
                  </a:lnTo>
                  <a:lnTo>
                    <a:pt x="1687430" y="4577258"/>
                  </a:lnTo>
                  <a:lnTo>
                    <a:pt x="1687556" y="4577258"/>
                  </a:lnTo>
                  <a:lnTo>
                    <a:pt x="1687682" y="4577258"/>
                  </a:lnTo>
                  <a:lnTo>
                    <a:pt x="1687808" y="4577258"/>
                  </a:lnTo>
                  <a:lnTo>
                    <a:pt x="1687934" y="4577258"/>
                  </a:lnTo>
                  <a:lnTo>
                    <a:pt x="1688061" y="4577258"/>
                  </a:lnTo>
                  <a:lnTo>
                    <a:pt x="1688061" y="4571978"/>
                  </a:lnTo>
                  <a:lnTo>
                    <a:pt x="1688187" y="4571978"/>
                  </a:lnTo>
                  <a:lnTo>
                    <a:pt x="1688313" y="4571978"/>
                  </a:lnTo>
                  <a:lnTo>
                    <a:pt x="1688439" y="4571978"/>
                  </a:lnTo>
                  <a:lnTo>
                    <a:pt x="1688565" y="4571978"/>
                  </a:lnTo>
                  <a:lnTo>
                    <a:pt x="1688691" y="4571978"/>
                  </a:lnTo>
                  <a:lnTo>
                    <a:pt x="1688817" y="4571978"/>
                  </a:lnTo>
                  <a:lnTo>
                    <a:pt x="1688943" y="4571978"/>
                  </a:lnTo>
                  <a:lnTo>
                    <a:pt x="1689069" y="4571978"/>
                  </a:lnTo>
                  <a:lnTo>
                    <a:pt x="1689195" y="4571978"/>
                  </a:lnTo>
                  <a:lnTo>
                    <a:pt x="1689195" y="4566699"/>
                  </a:lnTo>
                  <a:lnTo>
                    <a:pt x="1689321" y="4566699"/>
                  </a:lnTo>
                  <a:lnTo>
                    <a:pt x="1689447" y="4566699"/>
                  </a:lnTo>
                  <a:lnTo>
                    <a:pt x="1689574" y="4566699"/>
                  </a:lnTo>
                  <a:lnTo>
                    <a:pt x="1689700" y="4566699"/>
                  </a:lnTo>
                  <a:lnTo>
                    <a:pt x="1689826" y="4566699"/>
                  </a:lnTo>
                  <a:lnTo>
                    <a:pt x="1689952" y="4566699"/>
                  </a:lnTo>
                  <a:lnTo>
                    <a:pt x="1690078" y="4566699"/>
                  </a:lnTo>
                  <a:lnTo>
                    <a:pt x="1690204" y="4566699"/>
                  </a:lnTo>
                  <a:lnTo>
                    <a:pt x="1690330" y="4566699"/>
                  </a:lnTo>
                  <a:lnTo>
                    <a:pt x="1690456" y="4566699"/>
                  </a:lnTo>
                  <a:lnTo>
                    <a:pt x="1690582" y="4566699"/>
                  </a:lnTo>
                  <a:lnTo>
                    <a:pt x="1690708" y="4566699"/>
                  </a:lnTo>
                  <a:lnTo>
                    <a:pt x="1690834" y="4566699"/>
                  </a:lnTo>
                  <a:lnTo>
                    <a:pt x="1690961" y="4566699"/>
                  </a:lnTo>
                  <a:lnTo>
                    <a:pt x="1691087" y="4566699"/>
                  </a:lnTo>
                  <a:lnTo>
                    <a:pt x="1691213" y="4566699"/>
                  </a:lnTo>
                  <a:lnTo>
                    <a:pt x="1691339" y="4566699"/>
                  </a:lnTo>
                  <a:lnTo>
                    <a:pt x="1691465" y="4566699"/>
                  </a:lnTo>
                  <a:lnTo>
                    <a:pt x="1691591" y="4566699"/>
                  </a:lnTo>
                  <a:lnTo>
                    <a:pt x="1691717" y="4566699"/>
                  </a:lnTo>
                  <a:lnTo>
                    <a:pt x="1691843" y="4566699"/>
                  </a:lnTo>
                  <a:lnTo>
                    <a:pt x="1691969" y="4566699"/>
                  </a:lnTo>
                  <a:lnTo>
                    <a:pt x="1692095" y="4566699"/>
                  </a:lnTo>
                  <a:lnTo>
                    <a:pt x="1692221" y="4566699"/>
                  </a:lnTo>
                  <a:lnTo>
                    <a:pt x="1692347" y="4566699"/>
                  </a:lnTo>
                  <a:lnTo>
                    <a:pt x="1692474" y="4566699"/>
                  </a:lnTo>
                  <a:lnTo>
                    <a:pt x="1692474" y="4561420"/>
                  </a:lnTo>
                  <a:lnTo>
                    <a:pt x="1692600" y="4561420"/>
                  </a:lnTo>
                  <a:lnTo>
                    <a:pt x="1692726" y="4561420"/>
                  </a:lnTo>
                  <a:lnTo>
                    <a:pt x="1692852" y="4561420"/>
                  </a:lnTo>
                  <a:lnTo>
                    <a:pt x="1692978" y="4561420"/>
                  </a:lnTo>
                  <a:lnTo>
                    <a:pt x="1693104" y="4561420"/>
                  </a:lnTo>
                  <a:lnTo>
                    <a:pt x="1693230" y="4561420"/>
                  </a:lnTo>
                  <a:lnTo>
                    <a:pt x="1693356" y="4561420"/>
                  </a:lnTo>
                  <a:lnTo>
                    <a:pt x="1693482" y="4561420"/>
                  </a:lnTo>
                  <a:lnTo>
                    <a:pt x="1693608" y="4561420"/>
                  </a:lnTo>
                  <a:lnTo>
                    <a:pt x="1693734" y="4561420"/>
                  </a:lnTo>
                  <a:lnTo>
                    <a:pt x="1693861" y="4561420"/>
                  </a:lnTo>
                  <a:lnTo>
                    <a:pt x="1693987" y="4561420"/>
                  </a:lnTo>
                  <a:lnTo>
                    <a:pt x="1694113" y="4561420"/>
                  </a:lnTo>
                  <a:lnTo>
                    <a:pt x="1694239" y="4561420"/>
                  </a:lnTo>
                  <a:lnTo>
                    <a:pt x="1694365" y="4561420"/>
                  </a:lnTo>
                  <a:lnTo>
                    <a:pt x="1694491" y="4561420"/>
                  </a:lnTo>
                  <a:lnTo>
                    <a:pt x="1694617" y="4561420"/>
                  </a:lnTo>
                  <a:lnTo>
                    <a:pt x="1694743" y="4561420"/>
                  </a:lnTo>
                  <a:lnTo>
                    <a:pt x="1694869" y="4561420"/>
                  </a:lnTo>
                  <a:lnTo>
                    <a:pt x="1694995" y="4561420"/>
                  </a:lnTo>
                  <a:lnTo>
                    <a:pt x="1695121" y="4561420"/>
                  </a:lnTo>
                  <a:lnTo>
                    <a:pt x="1695248" y="4561420"/>
                  </a:lnTo>
                  <a:lnTo>
                    <a:pt x="1695374" y="4561420"/>
                  </a:lnTo>
                  <a:lnTo>
                    <a:pt x="1695500" y="4561420"/>
                  </a:lnTo>
                  <a:lnTo>
                    <a:pt x="1695626" y="4561420"/>
                  </a:lnTo>
                  <a:lnTo>
                    <a:pt x="1695752" y="4561420"/>
                  </a:lnTo>
                  <a:lnTo>
                    <a:pt x="1695878" y="4561420"/>
                  </a:lnTo>
                  <a:lnTo>
                    <a:pt x="1696004" y="4561420"/>
                  </a:lnTo>
                  <a:lnTo>
                    <a:pt x="1696130" y="4561420"/>
                  </a:lnTo>
                  <a:lnTo>
                    <a:pt x="1696256" y="4561420"/>
                  </a:lnTo>
                  <a:lnTo>
                    <a:pt x="1696382" y="4561420"/>
                  </a:lnTo>
                  <a:lnTo>
                    <a:pt x="1696508" y="4561420"/>
                  </a:lnTo>
                  <a:lnTo>
                    <a:pt x="1696634" y="4561420"/>
                  </a:lnTo>
                  <a:lnTo>
                    <a:pt x="1696761" y="4561420"/>
                  </a:lnTo>
                  <a:lnTo>
                    <a:pt x="1696887" y="4561420"/>
                  </a:lnTo>
                  <a:lnTo>
                    <a:pt x="1697013" y="4561420"/>
                  </a:lnTo>
                  <a:lnTo>
                    <a:pt x="1697139" y="4561420"/>
                  </a:lnTo>
                  <a:lnTo>
                    <a:pt x="1697265" y="4561420"/>
                  </a:lnTo>
                  <a:lnTo>
                    <a:pt x="1697265" y="4556140"/>
                  </a:lnTo>
                  <a:lnTo>
                    <a:pt x="1697391" y="4556140"/>
                  </a:lnTo>
                  <a:lnTo>
                    <a:pt x="1697517" y="4556140"/>
                  </a:lnTo>
                  <a:lnTo>
                    <a:pt x="1697643" y="4556140"/>
                  </a:lnTo>
                  <a:lnTo>
                    <a:pt x="1697769" y="4556140"/>
                  </a:lnTo>
                  <a:lnTo>
                    <a:pt x="1697895" y="4556140"/>
                  </a:lnTo>
                  <a:lnTo>
                    <a:pt x="1698021" y="4556140"/>
                  </a:lnTo>
                  <a:lnTo>
                    <a:pt x="1698148" y="4556140"/>
                  </a:lnTo>
                  <a:lnTo>
                    <a:pt x="1698274" y="4556140"/>
                  </a:lnTo>
                  <a:lnTo>
                    <a:pt x="1698400" y="4556140"/>
                  </a:lnTo>
                  <a:lnTo>
                    <a:pt x="1698526" y="4556140"/>
                  </a:lnTo>
                  <a:lnTo>
                    <a:pt x="1698652" y="4556140"/>
                  </a:lnTo>
                  <a:lnTo>
                    <a:pt x="1698778" y="4556140"/>
                  </a:lnTo>
                  <a:lnTo>
                    <a:pt x="1698904" y="4556140"/>
                  </a:lnTo>
                  <a:lnTo>
                    <a:pt x="1699030" y="4556140"/>
                  </a:lnTo>
                  <a:lnTo>
                    <a:pt x="1699156" y="4556140"/>
                  </a:lnTo>
                  <a:lnTo>
                    <a:pt x="1699282" y="4556140"/>
                  </a:lnTo>
                  <a:lnTo>
                    <a:pt x="1699408" y="4556140"/>
                  </a:lnTo>
                  <a:lnTo>
                    <a:pt x="1699534" y="4556140"/>
                  </a:lnTo>
                  <a:lnTo>
                    <a:pt x="1699661" y="4556140"/>
                  </a:lnTo>
                  <a:lnTo>
                    <a:pt x="1699787" y="4556140"/>
                  </a:lnTo>
                  <a:lnTo>
                    <a:pt x="1699913" y="4556140"/>
                  </a:lnTo>
                  <a:lnTo>
                    <a:pt x="1700039" y="4556140"/>
                  </a:lnTo>
                  <a:lnTo>
                    <a:pt x="1700165" y="4556140"/>
                  </a:lnTo>
                  <a:lnTo>
                    <a:pt x="1700291" y="4556140"/>
                  </a:lnTo>
                  <a:lnTo>
                    <a:pt x="1700417" y="4556140"/>
                  </a:lnTo>
                  <a:lnTo>
                    <a:pt x="1700543" y="4556140"/>
                  </a:lnTo>
                  <a:lnTo>
                    <a:pt x="1700669" y="4556140"/>
                  </a:lnTo>
                  <a:lnTo>
                    <a:pt x="1700795" y="4556140"/>
                  </a:lnTo>
                  <a:lnTo>
                    <a:pt x="1700921" y="4556140"/>
                  </a:lnTo>
                  <a:lnTo>
                    <a:pt x="1701048" y="4556140"/>
                  </a:lnTo>
                  <a:lnTo>
                    <a:pt x="1701174" y="4556140"/>
                  </a:lnTo>
                  <a:lnTo>
                    <a:pt x="1701300" y="4556140"/>
                  </a:lnTo>
                  <a:lnTo>
                    <a:pt x="1701426" y="4556140"/>
                  </a:lnTo>
                  <a:lnTo>
                    <a:pt x="1701552" y="4556140"/>
                  </a:lnTo>
                  <a:lnTo>
                    <a:pt x="1701678" y="4556140"/>
                  </a:lnTo>
                  <a:lnTo>
                    <a:pt x="1701804" y="4556140"/>
                  </a:lnTo>
                  <a:lnTo>
                    <a:pt x="1701930" y="4556140"/>
                  </a:lnTo>
                  <a:lnTo>
                    <a:pt x="1702056" y="4556140"/>
                  </a:lnTo>
                  <a:lnTo>
                    <a:pt x="1702182" y="4556140"/>
                  </a:lnTo>
                  <a:lnTo>
                    <a:pt x="1702308" y="4556140"/>
                  </a:lnTo>
                  <a:lnTo>
                    <a:pt x="1702435" y="4556140"/>
                  </a:lnTo>
                  <a:lnTo>
                    <a:pt x="1702561" y="4556140"/>
                  </a:lnTo>
                  <a:lnTo>
                    <a:pt x="1702687" y="4556140"/>
                  </a:lnTo>
                  <a:lnTo>
                    <a:pt x="1702813" y="4556140"/>
                  </a:lnTo>
                  <a:lnTo>
                    <a:pt x="1702939" y="4556140"/>
                  </a:lnTo>
                  <a:lnTo>
                    <a:pt x="1703065" y="4556140"/>
                  </a:lnTo>
                  <a:lnTo>
                    <a:pt x="1703191" y="4556140"/>
                  </a:lnTo>
                  <a:lnTo>
                    <a:pt x="1703317" y="4556140"/>
                  </a:lnTo>
                  <a:lnTo>
                    <a:pt x="1703443" y="4556140"/>
                  </a:lnTo>
                  <a:lnTo>
                    <a:pt x="1703569" y="4556140"/>
                  </a:lnTo>
                  <a:lnTo>
                    <a:pt x="1703695" y="4556140"/>
                  </a:lnTo>
                  <a:lnTo>
                    <a:pt x="1703821" y="4556140"/>
                  </a:lnTo>
                  <a:lnTo>
                    <a:pt x="1703948" y="4556140"/>
                  </a:lnTo>
                  <a:lnTo>
                    <a:pt x="1704074" y="4556140"/>
                  </a:lnTo>
                  <a:lnTo>
                    <a:pt x="1704200" y="4556140"/>
                  </a:lnTo>
                  <a:lnTo>
                    <a:pt x="1704326" y="4556140"/>
                  </a:lnTo>
                  <a:lnTo>
                    <a:pt x="1704452" y="4556140"/>
                  </a:lnTo>
                  <a:lnTo>
                    <a:pt x="1704578" y="4556140"/>
                  </a:lnTo>
                  <a:lnTo>
                    <a:pt x="1704704" y="4556140"/>
                  </a:lnTo>
                  <a:lnTo>
                    <a:pt x="1704830" y="4556140"/>
                  </a:lnTo>
                  <a:lnTo>
                    <a:pt x="1704956" y="4556140"/>
                  </a:lnTo>
                  <a:lnTo>
                    <a:pt x="1705082" y="4556140"/>
                  </a:lnTo>
                  <a:lnTo>
                    <a:pt x="1705208" y="4556140"/>
                  </a:lnTo>
                  <a:lnTo>
                    <a:pt x="1705335" y="4556140"/>
                  </a:lnTo>
                  <a:lnTo>
                    <a:pt x="1705461" y="4556140"/>
                  </a:lnTo>
                  <a:lnTo>
                    <a:pt x="1705587" y="4556140"/>
                  </a:lnTo>
                  <a:lnTo>
                    <a:pt x="1705713" y="4556140"/>
                  </a:lnTo>
                  <a:lnTo>
                    <a:pt x="1705713" y="4550861"/>
                  </a:lnTo>
                  <a:lnTo>
                    <a:pt x="1705839" y="4550861"/>
                  </a:lnTo>
                  <a:lnTo>
                    <a:pt x="1705965" y="4550861"/>
                  </a:lnTo>
                  <a:lnTo>
                    <a:pt x="1706091" y="4550861"/>
                  </a:lnTo>
                  <a:lnTo>
                    <a:pt x="1706217" y="4550861"/>
                  </a:lnTo>
                  <a:lnTo>
                    <a:pt x="1706343" y="4550861"/>
                  </a:lnTo>
                  <a:lnTo>
                    <a:pt x="1706469" y="4550861"/>
                  </a:lnTo>
                  <a:lnTo>
                    <a:pt x="1706595" y="4550861"/>
                  </a:lnTo>
                  <a:lnTo>
                    <a:pt x="1706721" y="4550861"/>
                  </a:lnTo>
                  <a:lnTo>
                    <a:pt x="1706848" y="4550861"/>
                  </a:lnTo>
                  <a:lnTo>
                    <a:pt x="1706974" y="4550861"/>
                  </a:lnTo>
                  <a:lnTo>
                    <a:pt x="1707100" y="4550861"/>
                  </a:lnTo>
                  <a:lnTo>
                    <a:pt x="1707226" y="4550861"/>
                  </a:lnTo>
                  <a:lnTo>
                    <a:pt x="1707226" y="4545581"/>
                  </a:lnTo>
                  <a:lnTo>
                    <a:pt x="1707352" y="4545581"/>
                  </a:lnTo>
                  <a:lnTo>
                    <a:pt x="1707478" y="4545581"/>
                  </a:lnTo>
                  <a:lnTo>
                    <a:pt x="1707604" y="4545581"/>
                  </a:lnTo>
                  <a:lnTo>
                    <a:pt x="1707730" y="4545581"/>
                  </a:lnTo>
                  <a:lnTo>
                    <a:pt x="1707856" y="4545581"/>
                  </a:lnTo>
                  <a:lnTo>
                    <a:pt x="1707982" y="4545581"/>
                  </a:lnTo>
                  <a:lnTo>
                    <a:pt x="1708108" y="4545581"/>
                  </a:lnTo>
                  <a:lnTo>
                    <a:pt x="1708235" y="4545581"/>
                  </a:lnTo>
                  <a:lnTo>
                    <a:pt x="1708361" y="4545581"/>
                  </a:lnTo>
                  <a:lnTo>
                    <a:pt x="1708487" y="4545581"/>
                  </a:lnTo>
                  <a:lnTo>
                    <a:pt x="1708613" y="4545581"/>
                  </a:lnTo>
                  <a:lnTo>
                    <a:pt x="1708739" y="4545581"/>
                  </a:lnTo>
                  <a:lnTo>
                    <a:pt x="1708865" y="4545581"/>
                  </a:lnTo>
                  <a:lnTo>
                    <a:pt x="1708991" y="4545581"/>
                  </a:lnTo>
                  <a:lnTo>
                    <a:pt x="1709117" y="4545581"/>
                  </a:lnTo>
                  <a:lnTo>
                    <a:pt x="1709243" y="4545581"/>
                  </a:lnTo>
                  <a:lnTo>
                    <a:pt x="1709369" y="4545581"/>
                  </a:lnTo>
                  <a:lnTo>
                    <a:pt x="1709495" y="4545581"/>
                  </a:lnTo>
                  <a:lnTo>
                    <a:pt x="1709622" y="4545581"/>
                  </a:lnTo>
                  <a:lnTo>
                    <a:pt x="1709748" y="4545581"/>
                  </a:lnTo>
                  <a:lnTo>
                    <a:pt x="1709874" y="4545581"/>
                  </a:lnTo>
                  <a:lnTo>
                    <a:pt x="1710000" y="4545581"/>
                  </a:lnTo>
                  <a:lnTo>
                    <a:pt x="1710126" y="4545581"/>
                  </a:lnTo>
                  <a:lnTo>
                    <a:pt x="1710126" y="4540302"/>
                  </a:lnTo>
                  <a:lnTo>
                    <a:pt x="1710252" y="4540302"/>
                  </a:lnTo>
                  <a:lnTo>
                    <a:pt x="1710378" y="4540302"/>
                  </a:lnTo>
                  <a:lnTo>
                    <a:pt x="1710504" y="4540302"/>
                  </a:lnTo>
                  <a:lnTo>
                    <a:pt x="1710630" y="4540302"/>
                  </a:lnTo>
                  <a:lnTo>
                    <a:pt x="1710756" y="4540302"/>
                  </a:lnTo>
                  <a:lnTo>
                    <a:pt x="1710882" y="4540302"/>
                  </a:lnTo>
                  <a:lnTo>
                    <a:pt x="1711008" y="4540302"/>
                  </a:lnTo>
                  <a:lnTo>
                    <a:pt x="1711008" y="4535022"/>
                  </a:lnTo>
                  <a:lnTo>
                    <a:pt x="1711135" y="4535022"/>
                  </a:lnTo>
                  <a:lnTo>
                    <a:pt x="1711261" y="4535022"/>
                  </a:lnTo>
                  <a:lnTo>
                    <a:pt x="1711387" y="4535022"/>
                  </a:lnTo>
                  <a:lnTo>
                    <a:pt x="1711513" y="4535022"/>
                  </a:lnTo>
                  <a:lnTo>
                    <a:pt x="1711639" y="4535022"/>
                  </a:lnTo>
                  <a:lnTo>
                    <a:pt x="1711639" y="4529743"/>
                  </a:lnTo>
                  <a:lnTo>
                    <a:pt x="1711765" y="4529743"/>
                  </a:lnTo>
                  <a:lnTo>
                    <a:pt x="1711891" y="4529743"/>
                  </a:lnTo>
                  <a:lnTo>
                    <a:pt x="1712017" y="4529743"/>
                  </a:lnTo>
                  <a:lnTo>
                    <a:pt x="1712143" y="4529743"/>
                  </a:lnTo>
                  <a:lnTo>
                    <a:pt x="1712269" y="4529743"/>
                  </a:lnTo>
                  <a:lnTo>
                    <a:pt x="1712395" y="4529743"/>
                  </a:lnTo>
                  <a:lnTo>
                    <a:pt x="1712522" y="4529743"/>
                  </a:lnTo>
                  <a:lnTo>
                    <a:pt x="1712648" y="4529743"/>
                  </a:lnTo>
                  <a:lnTo>
                    <a:pt x="1712774" y="4529743"/>
                  </a:lnTo>
                  <a:lnTo>
                    <a:pt x="1712900" y="4529743"/>
                  </a:lnTo>
                  <a:lnTo>
                    <a:pt x="1713026" y="4529743"/>
                  </a:lnTo>
                  <a:lnTo>
                    <a:pt x="1713152" y="4529743"/>
                  </a:lnTo>
                  <a:lnTo>
                    <a:pt x="1713278" y="4529743"/>
                  </a:lnTo>
                  <a:lnTo>
                    <a:pt x="1713404" y="4529743"/>
                  </a:lnTo>
                  <a:lnTo>
                    <a:pt x="1713530" y="4529743"/>
                  </a:lnTo>
                  <a:lnTo>
                    <a:pt x="1713656" y="4529743"/>
                  </a:lnTo>
                  <a:lnTo>
                    <a:pt x="1713782" y="4529743"/>
                  </a:lnTo>
                  <a:lnTo>
                    <a:pt x="1713908" y="4529743"/>
                  </a:lnTo>
                  <a:lnTo>
                    <a:pt x="1714035" y="4529743"/>
                  </a:lnTo>
                  <a:lnTo>
                    <a:pt x="1714161" y="4529743"/>
                  </a:lnTo>
                  <a:lnTo>
                    <a:pt x="1714287" y="4529743"/>
                  </a:lnTo>
                  <a:lnTo>
                    <a:pt x="1714287" y="4524464"/>
                  </a:lnTo>
                  <a:lnTo>
                    <a:pt x="1714413" y="4524464"/>
                  </a:lnTo>
                  <a:lnTo>
                    <a:pt x="1714539" y="4524464"/>
                  </a:lnTo>
                  <a:lnTo>
                    <a:pt x="1714665" y="4524464"/>
                  </a:lnTo>
                  <a:lnTo>
                    <a:pt x="1714791" y="4524464"/>
                  </a:lnTo>
                  <a:lnTo>
                    <a:pt x="1714917" y="4524464"/>
                  </a:lnTo>
                  <a:lnTo>
                    <a:pt x="1715043" y="4524464"/>
                  </a:lnTo>
                  <a:lnTo>
                    <a:pt x="1715169" y="4524464"/>
                  </a:lnTo>
                  <a:lnTo>
                    <a:pt x="1715295" y="4524464"/>
                  </a:lnTo>
                  <a:lnTo>
                    <a:pt x="1715422" y="4524464"/>
                  </a:lnTo>
                  <a:lnTo>
                    <a:pt x="1715548" y="4524464"/>
                  </a:lnTo>
                  <a:lnTo>
                    <a:pt x="1715674" y="4524464"/>
                  </a:lnTo>
                  <a:lnTo>
                    <a:pt x="1715800" y="4524464"/>
                  </a:lnTo>
                  <a:lnTo>
                    <a:pt x="1715926" y="4524464"/>
                  </a:lnTo>
                  <a:lnTo>
                    <a:pt x="1716052" y="4524464"/>
                  </a:lnTo>
                  <a:lnTo>
                    <a:pt x="1716178" y="4524464"/>
                  </a:lnTo>
                  <a:lnTo>
                    <a:pt x="1716304" y="4524464"/>
                  </a:lnTo>
                  <a:lnTo>
                    <a:pt x="1716430" y="4524464"/>
                  </a:lnTo>
                  <a:lnTo>
                    <a:pt x="1716556" y="4524464"/>
                  </a:lnTo>
                  <a:lnTo>
                    <a:pt x="1716682" y="4524464"/>
                  </a:lnTo>
                  <a:lnTo>
                    <a:pt x="1716808" y="4524464"/>
                  </a:lnTo>
                  <a:lnTo>
                    <a:pt x="1716935" y="4524464"/>
                  </a:lnTo>
                  <a:lnTo>
                    <a:pt x="1717061" y="4524464"/>
                  </a:lnTo>
                  <a:lnTo>
                    <a:pt x="1717187" y="4524464"/>
                  </a:lnTo>
                  <a:lnTo>
                    <a:pt x="1717313" y="4524464"/>
                  </a:lnTo>
                  <a:lnTo>
                    <a:pt x="1717439" y="4524464"/>
                  </a:lnTo>
                  <a:lnTo>
                    <a:pt x="1717565" y="4524464"/>
                  </a:lnTo>
                  <a:lnTo>
                    <a:pt x="1717691" y="4524464"/>
                  </a:lnTo>
                  <a:lnTo>
                    <a:pt x="1717817" y="4524464"/>
                  </a:lnTo>
                  <a:lnTo>
                    <a:pt x="1717943" y="4524464"/>
                  </a:lnTo>
                  <a:lnTo>
                    <a:pt x="1718069" y="4524464"/>
                  </a:lnTo>
                  <a:lnTo>
                    <a:pt x="1718195" y="4524464"/>
                  </a:lnTo>
                  <a:lnTo>
                    <a:pt x="1718322" y="4524464"/>
                  </a:lnTo>
                  <a:lnTo>
                    <a:pt x="1718448" y="4524464"/>
                  </a:lnTo>
                  <a:lnTo>
                    <a:pt x="1718574" y="4524464"/>
                  </a:lnTo>
                  <a:lnTo>
                    <a:pt x="1718700" y="4524464"/>
                  </a:lnTo>
                  <a:lnTo>
                    <a:pt x="1718826" y="4524464"/>
                  </a:lnTo>
                  <a:lnTo>
                    <a:pt x="1718952" y="4524464"/>
                  </a:lnTo>
                  <a:lnTo>
                    <a:pt x="1719078" y="4524464"/>
                  </a:lnTo>
                  <a:lnTo>
                    <a:pt x="1719204" y="4524464"/>
                  </a:lnTo>
                  <a:lnTo>
                    <a:pt x="1719330" y="4524464"/>
                  </a:lnTo>
                  <a:lnTo>
                    <a:pt x="1719456" y="4524464"/>
                  </a:lnTo>
                  <a:lnTo>
                    <a:pt x="1719582" y="4524464"/>
                  </a:lnTo>
                  <a:lnTo>
                    <a:pt x="1719709" y="4524464"/>
                  </a:lnTo>
                  <a:lnTo>
                    <a:pt x="1719835" y="4524464"/>
                  </a:lnTo>
                  <a:lnTo>
                    <a:pt x="1719961" y="4524464"/>
                  </a:lnTo>
                  <a:lnTo>
                    <a:pt x="1720087" y="4524464"/>
                  </a:lnTo>
                  <a:lnTo>
                    <a:pt x="1720213" y="4524464"/>
                  </a:lnTo>
                  <a:lnTo>
                    <a:pt x="1720339" y="4524464"/>
                  </a:lnTo>
                  <a:lnTo>
                    <a:pt x="1720465" y="4524464"/>
                  </a:lnTo>
                  <a:lnTo>
                    <a:pt x="1720591" y="4524464"/>
                  </a:lnTo>
                  <a:lnTo>
                    <a:pt x="1720717" y="4524464"/>
                  </a:lnTo>
                  <a:lnTo>
                    <a:pt x="1720843" y="4524464"/>
                  </a:lnTo>
                  <a:lnTo>
                    <a:pt x="1720969" y="4524464"/>
                  </a:lnTo>
                  <a:lnTo>
                    <a:pt x="1721095" y="4524464"/>
                  </a:lnTo>
                  <a:lnTo>
                    <a:pt x="1721222" y="4524464"/>
                  </a:lnTo>
                  <a:lnTo>
                    <a:pt x="1721348" y="4524464"/>
                  </a:lnTo>
                  <a:lnTo>
                    <a:pt x="1721474" y="4524464"/>
                  </a:lnTo>
                  <a:lnTo>
                    <a:pt x="1721600" y="4524464"/>
                  </a:lnTo>
                  <a:lnTo>
                    <a:pt x="1721726" y="4524464"/>
                  </a:lnTo>
                  <a:lnTo>
                    <a:pt x="1721852" y="4524464"/>
                  </a:lnTo>
                  <a:lnTo>
                    <a:pt x="1721978" y="4524464"/>
                  </a:lnTo>
                  <a:lnTo>
                    <a:pt x="1722104" y="4524464"/>
                  </a:lnTo>
                  <a:lnTo>
                    <a:pt x="1722230" y="4524464"/>
                  </a:lnTo>
                  <a:lnTo>
                    <a:pt x="1722356" y="4524464"/>
                  </a:lnTo>
                  <a:lnTo>
                    <a:pt x="1722482" y="4524464"/>
                  </a:lnTo>
                  <a:lnTo>
                    <a:pt x="1722609" y="4524464"/>
                  </a:lnTo>
                  <a:lnTo>
                    <a:pt x="1722735" y="4524464"/>
                  </a:lnTo>
                  <a:lnTo>
                    <a:pt x="1722861" y="4524464"/>
                  </a:lnTo>
                  <a:lnTo>
                    <a:pt x="1722987" y="4524464"/>
                  </a:lnTo>
                  <a:lnTo>
                    <a:pt x="1723113" y="4524464"/>
                  </a:lnTo>
                  <a:lnTo>
                    <a:pt x="1723239" y="4524464"/>
                  </a:lnTo>
                  <a:lnTo>
                    <a:pt x="1723365" y="4524464"/>
                  </a:lnTo>
                  <a:lnTo>
                    <a:pt x="1723491" y="4524464"/>
                  </a:lnTo>
                  <a:lnTo>
                    <a:pt x="1723617" y="4524464"/>
                  </a:lnTo>
                  <a:lnTo>
                    <a:pt x="1723743" y="4524464"/>
                  </a:lnTo>
                  <a:lnTo>
                    <a:pt x="1723869" y="4524464"/>
                  </a:lnTo>
                  <a:lnTo>
                    <a:pt x="1723995" y="4524464"/>
                  </a:lnTo>
                  <a:lnTo>
                    <a:pt x="1724122" y="4524464"/>
                  </a:lnTo>
                  <a:lnTo>
                    <a:pt x="1724248" y="4524464"/>
                  </a:lnTo>
                  <a:lnTo>
                    <a:pt x="1724374" y="4524464"/>
                  </a:lnTo>
                  <a:lnTo>
                    <a:pt x="1724500" y="4524464"/>
                  </a:lnTo>
                  <a:lnTo>
                    <a:pt x="1724626" y="4524464"/>
                  </a:lnTo>
                  <a:lnTo>
                    <a:pt x="1724752" y="4524464"/>
                  </a:lnTo>
                  <a:lnTo>
                    <a:pt x="1724878" y="4524464"/>
                  </a:lnTo>
                  <a:lnTo>
                    <a:pt x="1725004" y="4524464"/>
                  </a:lnTo>
                  <a:lnTo>
                    <a:pt x="1725130" y="4524464"/>
                  </a:lnTo>
                  <a:lnTo>
                    <a:pt x="1725256" y="4524464"/>
                  </a:lnTo>
                  <a:lnTo>
                    <a:pt x="1725382" y="4524464"/>
                  </a:lnTo>
                  <a:lnTo>
                    <a:pt x="1725509" y="4524464"/>
                  </a:lnTo>
                  <a:lnTo>
                    <a:pt x="1725635" y="4524464"/>
                  </a:lnTo>
                  <a:lnTo>
                    <a:pt x="1725761" y="4524464"/>
                  </a:lnTo>
                  <a:lnTo>
                    <a:pt x="1725887" y="4524464"/>
                  </a:lnTo>
                  <a:lnTo>
                    <a:pt x="1726013" y="4524464"/>
                  </a:lnTo>
                  <a:lnTo>
                    <a:pt x="1726139" y="4524464"/>
                  </a:lnTo>
                  <a:lnTo>
                    <a:pt x="1726265" y="4524464"/>
                  </a:lnTo>
                  <a:lnTo>
                    <a:pt x="1726391" y="4524464"/>
                  </a:lnTo>
                  <a:lnTo>
                    <a:pt x="1726517" y="4524464"/>
                  </a:lnTo>
                  <a:lnTo>
                    <a:pt x="1726643" y="4524464"/>
                  </a:lnTo>
                  <a:lnTo>
                    <a:pt x="1726769" y="4524464"/>
                  </a:lnTo>
                  <a:lnTo>
                    <a:pt x="1726769" y="4519184"/>
                  </a:lnTo>
                  <a:lnTo>
                    <a:pt x="1726896" y="4519184"/>
                  </a:lnTo>
                  <a:lnTo>
                    <a:pt x="1727022" y="4519184"/>
                  </a:lnTo>
                  <a:lnTo>
                    <a:pt x="1727148" y="4519184"/>
                  </a:lnTo>
                  <a:lnTo>
                    <a:pt x="1727274" y="4519184"/>
                  </a:lnTo>
                  <a:lnTo>
                    <a:pt x="1727400" y="4519184"/>
                  </a:lnTo>
                  <a:lnTo>
                    <a:pt x="1727526" y="4519184"/>
                  </a:lnTo>
                  <a:lnTo>
                    <a:pt x="1727652" y="4519184"/>
                  </a:lnTo>
                  <a:lnTo>
                    <a:pt x="1727778" y="4519184"/>
                  </a:lnTo>
                  <a:lnTo>
                    <a:pt x="1727904" y="4519184"/>
                  </a:lnTo>
                  <a:lnTo>
                    <a:pt x="1728030" y="4519184"/>
                  </a:lnTo>
                  <a:lnTo>
                    <a:pt x="1728156" y="4519184"/>
                  </a:lnTo>
                  <a:lnTo>
                    <a:pt x="1728282" y="4519184"/>
                  </a:lnTo>
                  <a:lnTo>
                    <a:pt x="1728409" y="4519184"/>
                  </a:lnTo>
                  <a:lnTo>
                    <a:pt x="1728535" y="4519184"/>
                  </a:lnTo>
                  <a:lnTo>
                    <a:pt x="1728661" y="4519184"/>
                  </a:lnTo>
                  <a:lnTo>
                    <a:pt x="1728787" y="4519184"/>
                  </a:lnTo>
                  <a:lnTo>
                    <a:pt x="1728913" y="4519184"/>
                  </a:lnTo>
                  <a:lnTo>
                    <a:pt x="1729039" y="4519184"/>
                  </a:lnTo>
                  <a:lnTo>
                    <a:pt x="1729165" y="4519184"/>
                  </a:lnTo>
                  <a:lnTo>
                    <a:pt x="1729291" y="4519184"/>
                  </a:lnTo>
                  <a:lnTo>
                    <a:pt x="1729417" y="4519184"/>
                  </a:lnTo>
                  <a:lnTo>
                    <a:pt x="1729543" y="4519184"/>
                  </a:lnTo>
                  <a:lnTo>
                    <a:pt x="1729669" y="4519184"/>
                  </a:lnTo>
                  <a:lnTo>
                    <a:pt x="1729796" y="4519184"/>
                  </a:lnTo>
                  <a:lnTo>
                    <a:pt x="1729922" y="4519184"/>
                  </a:lnTo>
                  <a:lnTo>
                    <a:pt x="1730048" y="4519184"/>
                  </a:lnTo>
                  <a:lnTo>
                    <a:pt x="1730174" y="4519184"/>
                  </a:lnTo>
                  <a:lnTo>
                    <a:pt x="1730300" y="4519184"/>
                  </a:lnTo>
                  <a:lnTo>
                    <a:pt x="1730426" y="4519184"/>
                  </a:lnTo>
                  <a:lnTo>
                    <a:pt x="1730552" y="4519184"/>
                  </a:lnTo>
                  <a:lnTo>
                    <a:pt x="1730678" y="4519184"/>
                  </a:lnTo>
                  <a:lnTo>
                    <a:pt x="1730804" y="4519184"/>
                  </a:lnTo>
                  <a:lnTo>
                    <a:pt x="1730930" y="4519184"/>
                  </a:lnTo>
                  <a:lnTo>
                    <a:pt x="1731056" y="4519184"/>
                  </a:lnTo>
                  <a:lnTo>
                    <a:pt x="1731182" y="4519184"/>
                  </a:lnTo>
                  <a:lnTo>
                    <a:pt x="1731309" y="4519184"/>
                  </a:lnTo>
                  <a:lnTo>
                    <a:pt x="1731435" y="4519184"/>
                  </a:lnTo>
                  <a:lnTo>
                    <a:pt x="1731561" y="4519184"/>
                  </a:lnTo>
                  <a:lnTo>
                    <a:pt x="1731687" y="4519184"/>
                  </a:lnTo>
                  <a:lnTo>
                    <a:pt x="1731813" y="4519184"/>
                  </a:lnTo>
                  <a:lnTo>
                    <a:pt x="1731939" y="4519184"/>
                  </a:lnTo>
                  <a:lnTo>
                    <a:pt x="1732065" y="4519184"/>
                  </a:lnTo>
                  <a:lnTo>
                    <a:pt x="1732191" y="4519184"/>
                  </a:lnTo>
                  <a:lnTo>
                    <a:pt x="1732317" y="4519184"/>
                  </a:lnTo>
                  <a:lnTo>
                    <a:pt x="1732443" y="4519184"/>
                  </a:lnTo>
                  <a:lnTo>
                    <a:pt x="1732569" y="4519184"/>
                  </a:lnTo>
                  <a:lnTo>
                    <a:pt x="1732696" y="4519184"/>
                  </a:lnTo>
                  <a:lnTo>
                    <a:pt x="1732822" y="4519184"/>
                  </a:lnTo>
                  <a:lnTo>
                    <a:pt x="1732948" y="4519184"/>
                  </a:lnTo>
                  <a:lnTo>
                    <a:pt x="1733074" y="4519184"/>
                  </a:lnTo>
                  <a:lnTo>
                    <a:pt x="1733200" y="4519184"/>
                  </a:lnTo>
                  <a:lnTo>
                    <a:pt x="1733326" y="4519184"/>
                  </a:lnTo>
                  <a:lnTo>
                    <a:pt x="1733452" y="4519184"/>
                  </a:lnTo>
                  <a:lnTo>
                    <a:pt x="1733578" y="4519184"/>
                  </a:lnTo>
                  <a:lnTo>
                    <a:pt x="1733704" y="4519184"/>
                  </a:lnTo>
                  <a:lnTo>
                    <a:pt x="1733830" y="4519184"/>
                  </a:lnTo>
                  <a:lnTo>
                    <a:pt x="1733830" y="4513905"/>
                  </a:lnTo>
                  <a:lnTo>
                    <a:pt x="1733956" y="4513905"/>
                  </a:lnTo>
                  <a:lnTo>
                    <a:pt x="1734082" y="4513905"/>
                  </a:lnTo>
                  <a:lnTo>
                    <a:pt x="1734209" y="4513905"/>
                  </a:lnTo>
                  <a:lnTo>
                    <a:pt x="1734335" y="4513905"/>
                  </a:lnTo>
                  <a:lnTo>
                    <a:pt x="1734461" y="4513905"/>
                  </a:lnTo>
                  <a:lnTo>
                    <a:pt x="1734587" y="4513905"/>
                  </a:lnTo>
                  <a:lnTo>
                    <a:pt x="1734713" y="4513905"/>
                  </a:lnTo>
                  <a:lnTo>
                    <a:pt x="1734839" y="4513905"/>
                  </a:lnTo>
                  <a:lnTo>
                    <a:pt x="1734965" y="4513905"/>
                  </a:lnTo>
                  <a:lnTo>
                    <a:pt x="1735091" y="4513905"/>
                  </a:lnTo>
                  <a:lnTo>
                    <a:pt x="1735217" y="4513905"/>
                  </a:lnTo>
                  <a:lnTo>
                    <a:pt x="1735343" y="4513905"/>
                  </a:lnTo>
                  <a:lnTo>
                    <a:pt x="1735469" y="4513905"/>
                  </a:lnTo>
                  <a:lnTo>
                    <a:pt x="1735596" y="4513905"/>
                  </a:lnTo>
                  <a:lnTo>
                    <a:pt x="1735722" y="4513905"/>
                  </a:lnTo>
                  <a:lnTo>
                    <a:pt x="1735848" y="4513905"/>
                  </a:lnTo>
                  <a:lnTo>
                    <a:pt x="1735974" y="4513905"/>
                  </a:lnTo>
                  <a:lnTo>
                    <a:pt x="1736100" y="4513905"/>
                  </a:lnTo>
                  <a:lnTo>
                    <a:pt x="1736226" y="4513905"/>
                  </a:lnTo>
                  <a:lnTo>
                    <a:pt x="1736352" y="4513905"/>
                  </a:lnTo>
                  <a:lnTo>
                    <a:pt x="1736478" y="4513905"/>
                  </a:lnTo>
                  <a:lnTo>
                    <a:pt x="1736604" y="4513905"/>
                  </a:lnTo>
                  <a:lnTo>
                    <a:pt x="1736730" y="4513905"/>
                  </a:lnTo>
                  <a:lnTo>
                    <a:pt x="1736856" y="4513905"/>
                  </a:lnTo>
                  <a:lnTo>
                    <a:pt x="1736983" y="4513905"/>
                  </a:lnTo>
                  <a:lnTo>
                    <a:pt x="1737109" y="4513905"/>
                  </a:lnTo>
                  <a:lnTo>
                    <a:pt x="1737235" y="4513905"/>
                  </a:lnTo>
                  <a:lnTo>
                    <a:pt x="1737361" y="4513905"/>
                  </a:lnTo>
                  <a:lnTo>
                    <a:pt x="1737487" y="4513905"/>
                  </a:lnTo>
                  <a:lnTo>
                    <a:pt x="1737613" y="4513905"/>
                  </a:lnTo>
                  <a:lnTo>
                    <a:pt x="1737739" y="4513905"/>
                  </a:lnTo>
                  <a:lnTo>
                    <a:pt x="1737865" y="4513905"/>
                  </a:lnTo>
                  <a:lnTo>
                    <a:pt x="1737991" y="4513905"/>
                  </a:lnTo>
                  <a:lnTo>
                    <a:pt x="1738117" y="4513905"/>
                  </a:lnTo>
                  <a:lnTo>
                    <a:pt x="1738243" y="4513905"/>
                  </a:lnTo>
                  <a:lnTo>
                    <a:pt x="1738369" y="4513905"/>
                  </a:lnTo>
                  <a:lnTo>
                    <a:pt x="1738496" y="4513905"/>
                  </a:lnTo>
                  <a:lnTo>
                    <a:pt x="1738622" y="4513905"/>
                  </a:lnTo>
                  <a:lnTo>
                    <a:pt x="1738748" y="4513905"/>
                  </a:lnTo>
                  <a:lnTo>
                    <a:pt x="1738874" y="4513905"/>
                  </a:lnTo>
                  <a:lnTo>
                    <a:pt x="1739000" y="4513905"/>
                  </a:lnTo>
                  <a:lnTo>
                    <a:pt x="1739126" y="4513905"/>
                  </a:lnTo>
                  <a:lnTo>
                    <a:pt x="1739252" y="4513905"/>
                  </a:lnTo>
                  <a:lnTo>
                    <a:pt x="1739378" y="4513905"/>
                  </a:lnTo>
                  <a:lnTo>
                    <a:pt x="1739504" y="4513905"/>
                  </a:lnTo>
                  <a:lnTo>
                    <a:pt x="1739630" y="4513905"/>
                  </a:lnTo>
                  <a:lnTo>
                    <a:pt x="1739756" y="4513905"/>
                  </a:lnTo>
                  <a:lnTo>
                    <a:pt x="1739883" y="4513905"/>
                  </a:lnTo>
                  <a:lnTo>
                    <a:pt x="1740009" y="4513905"/>
                  </a:lnTo>
                  <a:lnTo>
                    <a:pt x="1740135" y="4513905"/>
                  </a:lnTo>
                  <a:lnTo>
                    <a:pt x="1740261" y="4513905"/>
                  </a:lnTo>
                  <a:lnTo>
                    <a:pt x="1740387" y="4513905"/>
                  </a:lnTo>
                  <a:lnTo>
                    <a:pt x="1740513" y="4513905"/>
                  </a:lnTo>
                  <a:lnTo>
                    <a:pt x="1740639" y="4513905"/>
                  </a:lnTo>
                  <a:lnTo>
                    <a:pt x="1740765" y="4513905"/>
                  </a:lnTo>
                  <a:lnTo>
                    <a:pt x="1740891" y="4513905"/>
                  </a:lnTo>
                  <a:lnTo>
                    <a:pt x="1741017" y="4513905"/>
                  </a:lnTo>
                  <a:lnTo>
                    <a:pt x="1741143" y="4513905"/>
                  </a:lnTo>
                  <a:lnTo>
                    <a:pt x="1741269" y="4513905"/>
                  </a:lnTo>
                  <a:lnTo>
                    <a:pt x="1741396" y="4513905"/>
                  </a:lnTo>
                  <a:lnTo>
                    <a:pt x="1741522" y="4513905"/>
                  </a:lnTo>
                  <a:lnTo>
                    <a:pt x="1741648" y="4513905"/>
                  </a:lnTo>
                  <a:lnTo>
                    <a:pt x="1741774" y="4513905"/>
                  </a:lnTo>
                  <a:lnTo>
                    <a:pt x="1741900" y="4513905"/>
                  </a:lnTo>
                  <a:lnTo>
                    <a:pt x="1742026" y="4513905"/>
                  </a:lnTo>
                  <a:lnTo>
                    <a:pt x="1742152" y="4513905"/>
                  </a:lnTo>
                  <a:lnTo>
                    <a:pt x="1742278" y="4513905"/>
                  </a:lnTo>
                  <a:lnTo>
                    <a:pt x="1742404" y="4513905"/>
                  </a:lnTo>
                  <a:lnTo>
                    <a:pt x="1742530" y="4513905"/>
                  </a:lnTo>
                  <a:lnTo>
                    <a:pt x="1742656" y="4513905"/>
                  </a:lnTo>
                  <a:lnTo>
                    <a:pt x="1742783" y="4513905"/>
                  </a:lnTo>
                  <a:lnTo>
                    <a:pt x="1742909" y="4513905"/>
                  </a:lnTo>
                  <a:lnTo>
                    <a:pt x="1743035" y="4513905"/>
                  </a:lnTo>
                  <a:lnTo>
                    <a:pt x="1743161" y="4513905"/>
                  </a:lnTo>
                  <a:lnTo>
                    <a:pt x="1743161" y="4508625"/>
                  </a:lnTo>
                  <a:lnTo>
                    <a:pt x="1743287" y="4508625"/>
                  </a:lnTo>
                  <a:lnTo>
                    <a:pt x="1743413" y="4508625"/>
                  </a:lnTo>
                  <a:lnTo>
                    <a:pt x="1743539" y="4508625"/>
                  </a:lnTo>
                  <a:lnTo>
                    <a:pt x="1743665" y="4508625"/>
                  </a:lnTo>
                  <a:lnTo>
                    <a:pt x="1743791" y="4508625"/>
                  </a:lnTo>
                  <a:lnTo>
                    <a:pt x="1743917" y="4508625"/>
                  </a:lnTo>
                  <a:lnTo>
                    <a:pt x="1744043" y="4508625"/>
                  </a:lnTo>
                  <a:lnTo>
                    <a:pt x="1744043" y="4503346"/>
                  </a:lnTo>
                  <a:lnTo>
                    <a:pt x="1744170" y="4503346"/>
                  </a:lnTo>
                  <a:lnTo>
                    <a:pt x="1744296" y="4503346"/>
                  </a:lnTo>
                  <a:lnTo>
                    <a:pt x="1744422" y="4503346"/>
                  </a:lnTo>
                  <a:lnTo>
                    <a:pt x="1744422" y="4498066"/>
                  </a:lnTo>
                  <a:lnTo>
                    <a:pt x="1744548" y="4498066"/>
                  </a:lnTo>
                  <a:lnTo>
                    <a:pt x="1744674" y="4498066"/>
                  </a:lnTo>
                  <a:lnTo>
                    <a:pt x="1744800" y="4498066"/>
                  </a:lnTo>
                  <a:lnTo>
                    <a:pt x="1744926" y="4498066"/>
                  </a:lnTo>
                  <a:lnTo>
                    <a:pt x="1745052" y="4498066"/>
                  </a:lnTo>
                  <a:lnTo>
                    <a:pt x="1745178" y="4498066"/>
                  </a:lnTo>
                  <a:lnTo>
                    <a:pt x="1745304" y="4498066"/>
                  </a:lnTo>
                  <a:lnTo>
                    <a:pt x="1745430" y="4498066"/>
                  </a:lnTo>
                  <a:lnTo>
                    <a:pt x="1745556" y="4498066"/>
                  </a:lnTo>
                  <a:lnTo>
                    <a:pt x="1745683" y="4498066"/>
                  </a:lnTo>
                  <a:lnTo>
                    <a:pt x="1745809" y="4498066"/>
                  </a:lnTo>
                  <a:lnTo>
                    <a:pt x="1745935" y="4498066"/>
                  </a:lnTo>
                  <a:lnTo>
                    <a:pt x="1745935" y="4492787"/>
                  </a:lnTo>
                  <a:lnTo>
                    <a:pt x="1746061" y="4492787"/>
                  </a:lnTo>
                  <a:lnTo>
                    <a:pt x="1746187" y="4492787"/>
                  </a:lnTo>
                  <a:lnTo>
                    <a:pt x="1746313" y="4492787"/>
                  </a:lnTo>
                  <a:lnTo>
                    <a:pt x="1746439" y="4492787"/>
                  </a:lnTo>
                  <a:lnTo>
                    <a:pt x="1746565" y="4492787"/>
                  </a:lnTo>
                  <a:lnTo>
                    <a:pt x="1746691" y="4492787"/>
                  </a:lnTo>
                  <a:lnTo>
                    <a:pt x="1746817" y="4492787"/>
                  </a:lnTo>
                  <a:lnTo>
                    <a:pt x="1746943" y="4492787"/>
                  </a:lnTo>
                  <a:lnTo>
                    <a:pt x="1747070" y="4492787"/>
                  </a:lnTo>
                  <a:lnTo>
                    <a:pt x="1747070" y="4487508"/>
                  </a:lnTo>
                  <a:lnTo>
                    <a:pt x="1747196" y="4487508"/>
                  </a:lnTo>
                  <a:lnTo>
                    <a:pt x="1747322" y="4487508"/>
                  </a:lnTo>
                  <a:lnTo>
                    <a:pt x="1747448" y="4487508"/>
                  </a:lnTo>
                  <a:lnTo>
                    <a:pt x="1747574" y="4487508"/>
                  </a:lnTo>
                  <a:lnTo>
                    <a:pt x="1747700" y="4487508"/>
                  </a:lnTo>
                  <a:lnTo>
                    <a:pt x="1747826" y="4487508"/>
                  </a:lnTo>
                  <a:lnTo>
                    <a:pt x="1747952" y="4487508"/>
                  </a:lnTo>
                  <a:lnTo>
                    <a:pt x="1748078" y="4487508"/>
                  </a:lnTo>
                  <a:lnTo>
                    <a:pt x="1748204" y="4487508"/>
                  </a:lnTo>
                  <a:lnTo>
                    <a:pt x="1748330" y="4487508"/>
                  </a:lnTo>
                  <a:lnTo>
                    <a:pt x="1748456" y="4487508"/>
                  </a:lnTo>
                  <a:lnTo>
                    <a:pt x="1748583" y="4487508"/>
                  </a:lnTo>
                  <a:lnTo>
                    <a:pt x="1748709" y="4487508"/>
                  </a:lnTo>
                  <a:lnTo>
                    <a:pt x="1748835" y="4487508"/>
                  </a:lnTo>
                  <a:lnTo>
                    <a:pt x="1748961" y="4487508"/>
                  </a:lnTo>
                  <a:lnTo>
                    <a:pt x="1749087" y="4487508"/>
                  </a:lnTo>
                  <a:lnTo>
                    <a:pt x="1749213" y="4487508"/>
                  </a:lnTo>
                  <a:lnTo>
                    <a:pt x="1749339" y="4487508"/>
                  </a:lnTo>
                  <a:lnTo>
                    <a:pt x="1749465" y="4487508"/>
                  </a:lnTo>
                  <a:lnTo>
                    <a:pt x="1749591" y="4487508"/>
                  </a:lnTo>
                  <a:lnTo>
                    <a:pt x="1749717" y="4487508"/>
                  </a:lnTo>
                  <a:lnTo>
                    <a:pt x="1749843" y="4487508"/>
                  </a:lnTo>
                  <a:lnTo>
                    <a:pt x="1749970" y="4487508"/>
                  </a:lnTo>
                  <a:lnTo>
                    <a:pt x="1750096" y="4487508"/>
                  </a:lnTo>
                  <a:lnTo>
                    <a:pt x="1750222" y="4487508"/>
                  </a:lnTo>
                  <a:lnTo>
                    <a:pt x="1750348" y="4487508"/>
                  </a:lnTo>
                  <a:lnTo>
                    <a:pt x="1750474" y="4487508"/>
                  </a:lnTo>
                  <a:lnTo>
                    <a:pt x="1750600" y="4487508"/>
                  </a:lnTo>
                  <a:lnTo>
                    <a:pt x="1750726" y="4487508"/>
                  </a:lnTo>
                  <a:lnTo>
                    <a:pt x="1750852" y="4487508"/>
                  </a:lnTo>
                  <a:lnTo>
                    <a:pt x="1750978" y="4487508"/>
                  </a:lnTo>
                  <a:lnTo>
                    <a:pt x="1751104" y="4487508"/>
                  </a:lnTo>
                  <a:lnTo>
                    <a:pt x="1751230" y="4487508"/>
                  </a:lnTo>
                  <a:lnTo>
                    <a:pt x="1751357" y="4487508"/>
                  </a:lnTo>
                  <a:lnTo>
                    <a:pt x="1751483" y="4487508"/>
                  </a:lnTo>
                  <a:lnTo>
                    <a:pt x="1751609" y="4487508"/>
                  </a:lnTo>
                  <a:lnTo>
                    <a:pt x="1751735" y="4487508"/>
                  </a:lnTo>
                  <a:lnTo>
                    <a:pt x="1751861" y="4487508"/>
                  </a:lnTo>
                  <a:lnTo>
                    <a:pt x="1751987" y="4487508"/>
                  </a:lnTo>
                  <a:lnTo>
                    <a:pt x="1752113" y="4487508"/>
                  </a:lnTo>
                  <a:lnTo>
                    <a:pt x="1752239" y="4487508"/>
                  </a:lnTo>
                  <a:lnTo>
                    <a:pt x="1752365" y="4487508"/>
                  </a:lnTo>
                  <a:lnTo>
                    <a:pt x="1752491" y="4487508"/>
                  </a:lnTo>
                  <a:lnTo>
                    <a:pt x="1752617" y="4487508"/>
                  </a:lnTo>
                  <a:lnTo>
                    <a:pt x="1752743" y="4487508"/>
                  </a:lnTo>
                  <a:lnTo>
                    <a:pt x="1752870" y="4487508"/>
                  </a:lnTo>
                  <a:lnTo>
                    <a:pt x="1752996" y="4487508"/>
                  </a:lnTo>
                  <a:lnTo>
                    <a:pt x="1753122" y="4487508"/>
                  </a:lnTo>
                  <a:lnTo>
                    <a:pt x="1753248" y="4487508"/>
                  </a:lnTo>
                  <a:lnTo>
                    <a:pt x="1753374" y="4487508"/>
                  </a:lnTo>
                  <a:lnTo>
                    <a:pt x="1753500" y="4487508"/>
                  </a:lnTo>
                  <a:lnTo>
                    <a:pt x="1753626" y="4487508"/>
                  </a:lnTo>
                  <a:lnTo>
                    <a:pt x="1753752" y="4487508"/>
                  </a:lnTo>
                  <a:lnTo>
                    <a:pt x="1753878" y="4487508"/>
                  </a:lnTo>
                  <a:lnTo>
                    <a:pt x="1754004" y="4487508"/>
                  </a:lnTo>
                  <a:lnTo>
                    <a:pt x="1754130" y="4487508"/>
                  </a:lnTo>
                  <a:lnTo>
                    <a:pt x="1754257" y="4487508"/>
                  </a:lnTo>
                  <a:lnTo>
                    <a:pt x="1754383" y="4487508"/>
                  </a:lnTo>
                  <a:lnTo>
                    <a:pt x="1754509" y="4487508"/>
                  </a:lnTo>
                  <a:lnTo>
                    <a:pt x="1754635" y="4487508"/>
                  </a:lnTo>
                  <a:lnTo>
                    <a:pt x="1754761" y="4487508"/>
                  </a:lnTo>
                  <a:lnTo>
                    <a:pt x="1754887" y="4487508"/>
                  </a:lnTo>
                  <a:lnTo>
                    <a:pt x="1755013" y="4487508"/>
                  </a:lnTo>
                  <a:lnTo>
                    <a:pt x="1755139" y="4487508"/>
                  </a:lnTo>
                  <a:lnTo>
                    <a:pt x="1755265" y="4487508"/>
                  </a:lnTo>
                  <a:lnTo>
                    <a:pt x="1755391" y="4487508"/>
                  </a:lnTo>
                  <a:lnTo>
                    <a:pt x="1755517" y="4487508"/>
                  </a:lnTo>
                  <a:lnTo>
                    <a:pt x="1755643" y="4487508"/>
                  </a:lnTo>
                  <a:lnTo>
                    <a:pt x="1755770" y="4487508"/>
                  </a:lnTo>
                  <a:lnTo>
                    <a:pt x="1755896" y="4487508"/>
                  </a:lnTo>
                  <a:lnTo>
                    <a:pt x="1756022" y="4487508"/>
                  </a:lnTo>
                  <a:lnTo>
                    <a:pt x="1756148" y="4487508"/>
                  </a:lnTo>
                  <a:lnTo>
                    <a:pt x="1756274" y="4487508"/>
                  </a:lnTo>
                  <a:lnTo>
                    <a:pt x="1756400" y="4487508"/>
                  </a:lnTo>
                  <a:lnTo>
                    <a:pt x="1756526" y="4487508"/>
                  </a:lnTo>
                  <a:lnTo>
                    <a:pt x="1756652" y="4487508"/>
                  </a:lnTo>
                  <a:lnTo>
                    <a:pt x="1756778" y="4487508"/>
                  </a:lnTo>
                  <a:lnTo>
                    <a:pt x="1756904" y="4487508"/>
                  </a:lnTo>
                  <a:lnTo>
                    <a:pt x="1757030" y="4487508"/>
                  </a:lnTo>
                  <a:lnTo>
                    <a:pt x="1757157" y="4487508"/>
                  </a:lnTo>
                  <a:lnTo>
                    <a:pt x="1757283" y="4487508"/>
                  </a:lnTo>
                  <a:lnTo>
                    <a:pt x="1757409" y="4487508"/>
                  </a:lnTo>
                  <a:lnTo>
                    <a:pt x="1757409" y="4482228"/>
                  </a:lnTo>
                  <a:lnTo>
                    <a:pt x="1757535" y="4482228"/>
                  </a:lnTo>
                  <a:lnTo>
                    <a:pt x="1757661" y="4482228"/>
                  </a:lnTo>
                  <a:lnTo>
                    <a:pt x="1757787" y="4482228"/>
                  </a:lnTo>
                  <a:lnTo>
                    <a:pt x="1757913" y="4482228"/>
                  </a:lnTo>
                  <a:lnTo>
                    <a:pt x="1758039" y="4482228"/>
                  </a:lnTo>
                  <a:lnTo>
                    <a:pt x="1758165" y="4482228"/>
                  </a:lnTo>
                  <a:lnTo>
                    <a:pt x="1758291" y="4482228"/>
                  </a:lnTo>
                  <a:lnTo>
                    <a:pt x="1758417" y="4482228"/>
                  </a:lnTo>
                  <a:lnTo>
                    <a:pt x="1758543" y="4482228"/>
                  </a:lnTo>
                  <a:lnTo>
                    <a:pt x="1758670" y="4482228"/>
                  </a:lnTo>
                  <a:lnTo>
                    <a:pt x="1758796" y="4482228"/>
                  </a:lnTo>
                  <a:lnTo>
                    <a:pt x="1758922" y="4482228"/>
                  </a:lnTo>
                  <a:lnTo>
                    <a:pt x="1759048" y="4482228"/>
                  </a:lnTo>
                  <a:lnTo>
                    <a:pt x="1759174" y="4482228"/>
                  </a:lnTo>
                  <a:lnTo>
                    <a:pt x="1759300" y="4482228"/>
                  </a:lnTo>
                  <a:lnTo>
                    <a:pt x="1759426" y="4482228"/>
                  </a:lnTo>
                  <a:lnTo>
                    <a:pt x="1759552" y="4482228"/>
                  </a:lnTo>
                  <a:lnTo>
                    <a:pt x="1759678" y="4482228"/>
                  </a:lnTo>
                  <a:lnTo>
                    <a:pt x="1759804" y="4482228"/>
                  </a:lnTo>
                  <a:lnTo>
                    <a:pt x="1759930" y="4482228"/>
                  </a:lnTo>
                  <a:lnTo>
                    <a:pt x="1760057" y="4482228"/>
                  </a:lnTo>
                  <a:lnTo>
                    <a:pt x="1760183" y="4482228"/>
                  </a:lnTo>
                  <a:lnTo>
                    <a:pt x="1760309" y="4482228"/>
                  </a:lnTo>
                  <a:lnTo>
                    <a:pt x="1760435" y="4482228"/>
                  </a:lnTo>
                  <a:lnTo>
                    <a:pt x="1760561" y="4482228"/>
                  </a:lnTo>
                  <a:lnTo>
                    <a:pt x="1760687" y="4482228"/>
                  </a:lnTo>
                  <a:lnTo>
                    <a:pt x="1760813" y="4482228"/>
                  </a:lnTo>
                  <a:lnTo>
                    <a:pt x="1760939" y="4482228"/>
                  </a:lnTo>
                  <a:lnTo>
                    <a:pt x="1761065" y="4482228"/>
                  </a:lnTo>
                  <a:lnTo>
                    <a:pt x="1761191" y="4482228"/>
                  </a:lnTo>
                  <a:lnTo>
                    <a:pt x="1761191" y="4476949"/>
                  </a:lnTo>
                  <a:lnTo>
                    <a:pt x="1761317" y="4476949"/>
                  </a:lnTo>
                  <a:lnTo>
                    <a:pt x="1761444" y="4476949"/>
                  </a:lnTo>
                  <a:lnTo>
                    <a:pt x="1761570" y="4476949"/>
                  </a:lnTo>
                  <a:lnTo>
                    <a:pt x="1761696" y="4476949"/>
                  </a:lnTo>
                  <a:lnTo>
                    <a:pt x="1761822" y="4476949"/>
                  </a:lnTo>
                  <a:lnTo>
                    <a:pt x="1761948" y="4476949"/>
                  </a:lnTo>
                  <a:lnTo>
                    <a:pt x="1762074" y="4476949"/>
                  </a:lnTo>
                  <a:lnTo>
                    <a:pt x="1762200" y="4476949"/>
                  </a:lnTo>
                  <a:lnTo>
                    <a:pt x="1762326" y="4476949"/>
                  </a:lnTo>
                  <a:lnTo>
                    <a:pt x="1762452" y="4476949"/>
                  </a:lnTo>
                  <a:lnTo>
                    <a:pt x="1762578" y="4476949"/>
                  </a:lnTo>
                  <a:lnTo>
                    <a:pt x="1762704" y="4476949"/>
                  </a:lnTo>
                  <a:lnTo>
                    <a:pt x="1762830" y="4476949"/>
                  </a:lnTo>
                  <a:lnTo>
                    <a:pt x="1762957" y="4476949"/>
                  </a:lnTo>
                  <a:lnTo>
                    <a:pt x="1763083" y="4476949"/>
                  </a:lnTo>
                  <a:lnTo>
                    <a:pt x="1763209" y="4476949"/>
                  </a:lnTo>
                  <a:lnTo>
                    <a:pt x="1763335" y="4476949"/>
                  </a:lnTo>
                  <a:lnTo>
                    <a:pt x="1763461" y="4476949"/>
                  </a:lnTo>
                  <a:lnTo>
                    <a:pt x="1763587" y="4476949"/>
                  </a:lnTo>
                  <a:lnTo>
                    <a:pt x="1763713" y="4476949"/>
                  </a:lnTo>
                  <a:lnTo>
                    <a:pt x="1763839" y="4476949"/>
                  </a:lnTo>
                  <a:lnTo>
                    <a:pt x="1763965" y="4476949"/>
                  </a:lnTo>
                  <a:lnTo>
                    <a:pt x="1764091" y="4476949"/>
                  </a:lnTo>
                  <a:lnTo>
                    <a:pt x="1764217" y="4476949"/>
                  </a:lnTo>
                  <a:lnTo>
                    <a:pt x="1764344" y="4476949"/>
                  </a:lnTo>
                  <a:lnTo>
                    <a:pt x="1764470" y="4476949"/>
                  </a:lnTo>
                  <a:lnTo>
                    <a:pt x="1764596" y="4476949"/>
                  </a:lnTo>
                  <a:lnTo>
                    <a:pt x="1764722" y="4476949"/>
                  </a:lnTo>
                  <a:lnTo>
                    <a:pt x="1764848" y="4476949"/>
                  </a:lnTo>
                  <a:lnTo>
                    <a:pt x="1764974" y="4476949"/>
                  </a:lnTo>
                  <a:lnTo>
                    <a:pt x="1765100" y="4476949"/>
                  </a:lnTo>
                  <a:lnTo>
                    <a:pt x="1765226" y="4476949"/>
                  </a:lnTo>
                  <a:lnTo>
                    <a:pt x="1765352" y="4476949"/>
                  </a:lnTo>
                  <a:lnTo>
                    <a:pt x="1765478" y="4476949"/>
                  </a:lnTo>
                  <a:lnTo>
                    <a:pt x="1765604" y="4476949"/>
                  </a:lnTo>
                  <a:lnTo>
                    <a:pt x="1765730" y="4476949"/>
                  </a:lnTo>
                  <a:lnTo>
                    <a:pt x="1765730" y="4471669"/>
                  </a:lnTo>
                  <a:lnTo>
                    <a:pt x="1765857" y="4471669"/>
                  </a:lnTo>
                  <a:lnTo>
                    <a:pt x="1765983" y="4471669"/>
                  </a:lnTo>
                  <a:lnTo>
                    <a:pt x="1766109" y="4471669"/>
                  </a:lnTo>
                  <a:lnTo>
                    <a:pt x="1766235" y="4471669"/>
                  </a:lnTo>
                  <a:lnTo>
                    <a:pt x="1766361" y="4471669"/>
                  </a:lnTo>
                  <a:lnTo>
                    <a:pt x="1766487" y="4471669"/>
                  </a:lnTo>
                  <a:lnTo>
                    <a:pt x="1766613" y="4471669"/>
                  </a:lnTo>
                  <a:lnTo>
                    <a:pt x="1766739" y="4471669"/>
                  </a:lnTo>
                  <a:lnTo>
                    <a:pt x="1766865" y="4471669"/>
                  </a:lnTo>
                  <a:lnTo>
                    <a:pt x="1766991" y="4471669"/>
                  </a:lnTo>
                  <a:lnTo>
                    <a:pt x="1767117" y="4471669"/>
                  </a:lnTo>
                  <a:lnTo>
                    <a:pt x="1767244" y="4471669"/>
                  </a:lnTo>
                  <a:lnTo>
                    <a:pt x="1767370" y="4471669"/>
                  </a:lnTo>
                  <a:lnTo>
                    <a:pt x="1767496" y="4471669"/>
                  </a:lnTo>
                  <a:lnTo>
                    <a:pt x="1767622" y="4471669"/>
                  </a:lnTo>
                  <a:lnTo>
                    <a:pt x="1767748" y="4471669"/>
                  </a:lnTo>
                  <a:lnTo>
                    <a:pt x="1767874" y="4471669"/>
                  </a:lnTo>
                  <a:lnTo>
                    <a:pt x="1768000" y="4471669"/>
                  </a:lnTo>
                  <a:lnTo>
                    <a:pt x="1768000" y="4466390"/>
                  </a:lnTo>
                  <a:lnTo>
                    <a:pt x="1768126" y="4466390"/>
                  </a:lnTo>
                  <a:lnTo>
                    <a:pt x="1768252" y="4466390"/>
                  </a:lnTo>
                  <a:lnTo>
                    <a:pt x="1768378" y="4466390"/>
                  </a:lnTo>
                  <a:lnTo>
                    <a:pt x="1768504" y="4466390"/>
                  </a:lnTo>
                  <a:lnTo>
                    <a:pt x="1768631" y="4466390"/>
                  </a:lnTo>
                  <a:lnTo>
                    <a:pt x="1768757" y="4466390"/>
                  </a:lnTo>
                  <a:lnTo>
                    <a:pt x="1768757" y="4461111"/>
                  </a:lnTo>
                  <a:lnTo>
                    <a:pt x="1768883" y="4461111"/>
                  </a:lnTo>
                  <a:lnTo>
                    <a:pt x="1769009" y="4461111"/>
                  </a:lnTo>
                  <a:lnTo>
                    <a:pt x="1769135" y="4461111"/>
                  </a:lnTo>
                  <a:lnTo>
                    <a:pt x="1769261" y="4461111"/>
                  </a:lnTo>
                  <a:lnTo>
                    <a:pt x="1769387" y="4461111"/>
                  </a:lnTo>
                  <a:lnTo>
                    <a:pt x="1769513" y="4461111"/>
                  </a:lnTo>
                  <a:lnTo>
                    <a:pt x="1769639" y="4461111"/>
                  </a:lnTo>
                  <a:lnTo>
                    <a:pt x="1769765" y="4461111"/>
                  </a:lnTo>
                  <a:lnTo>
                    <a:pt x="1769891" y="4461111"/>
                  </a:lnTo>
                  <a:lnTo>
                    <a:pt x="1770017" y="4461111"/>
                  </a:lnTo>
                  <a:lnTo>
                    <a:pt x="1770144" y="4461111"/>
                  </a:lnTo>
                  <a:lnTo>
                    <a:pt x="1770270" y="4461111"/>
                  </a:lnTo>
                  <a:lnTo>
                    <a:pt x="1770396" y="4461111"/>
                  </a:lnTo>
                  <a:lnTo>
                    <a:pt x="1770522" y="4461111"/>
                  </a:lnTo>
                  <a:lnTo>
                    <a:pt x="1770648" y="4461111"/>
                  </a:lnTo>
                  <a:lnTo>
                    <a:pt x="1770774" y="4461111"/>
                  </a:lnTo>
                  <a:lnTo>
                    <a:pt x="1770900" y="4461111"/>
                  </a:lnTo>
                  <a:lnTo>
                    <a:pt x="1771026" y="4461111"/>
                  </a:lnTo>
                  <a:lnTo>
                    <a:pt x="1771152" y="4461111"/>
                  </a:lnTo>
                  <a:lnTo>
                    <a:pt x="1771278" y="4461111"/>
                  </a:lnTo>
                  <a:lnTo>
                    <a:pt x="1771404" y="4461111"/>
                  </a:lnTo>
                  <a:lnTo>
                    <a:pt x="1771531" y="4461111"/>
                  </a:lnTo>
                  <a:lnTo>
                    <a:pt x="1771657" y="4461111"/>
                  </a:lnTo>
                  <a:lnTo>
                    <a:pt x="1771783" y="4461111"/>
                  </a:lnTo>
                  <a:lnTo>
                    <a:pt x="1771909" y="4461111"/>
                  </a:lnTo>
                  <a:lnTo>
                    <a:pt x="1772035" y="4461111"/>
                  </a:lnTo>
                  <a:lnTo>
                    <a:pt x="1772035" y="4455831"/>
                  </a:lnTo>
                  <a:lnTo>
                    <a:pt x="1772161" y="4455831"/>
                  </a:lnTo>
                  <a:lnTo>
                    <a:pt x="1772287" y="4455831"/>
                  </a:lnTo>
                  <a:lnTo>
                    <a:pt x="1772413" y="4455831"/>
                  </a:lnTo>
                  <a:lnTo>
                    <a:pt x="1772539" y="4455831"/>
                  </a:lnTo>
                  <a:lnTo>
                    <a:pt x="1772665" y="4455831"/>
                  </a:lnTo>
                  <a:lnTo>
                    <a:pt x="1772791" y="4455831"/>
                  </a:lnTo>
                  <a:lnTo>
                    <a:pt x="1772917" y="4455831"/>
                  </a:lnTo>
                  <a:lnTo>
                    <a:pt x="1773044" y="4455831"/>
                  </a:lnTo>
                  <a:lnTo>
                    <a:pt x="1773170" y="4455831"/>
                  </a:lnTo>
                  <a:lnTo>
                    <a:pt x="1773296" y="4455831"/>
                  </a:lnTo>
                  <a:lnTo>
                    <a:pt x="1773422" y="4455831"/>
                  </a:lnTo>
                  <a:lnTo>
                    <a:pt x="1773548" y="4455831"/>
                  </a:lnTo>
                  <a:lnTo>
                    <a:pt x="1773674" y="4455831"/>
                  </a:lnTo>
                  <a:lnTo>
                    <a:pt x="1773800" y="4455831"/>
                  </a:lnTo>
                  <a:lnTo>
                    <a:pt x="1773926" y="4455831"/>
                  </a:lnTo>
                  <a:lnTo>
                    <a:pt x="1774052" y="4455831"/>
                  </a:lnTo>
                  <a:lnTo>
                    <a:pt x="1774178" y="4455831"/>
                  </a:lnTo>
                  <a:lnTo>
                    <a:pt x="1774304" y="4455831"/>
                  </a:lnTo>
                  <a:lnTo>
                    <a:pt x="1774431" y="4455831"/>
                  </a:lnTo>
                  <a:lnTo>
                    <a:pt x="1774557" y="4455831"/>
                  </a:lnTo>
                  <a:lnTo>
                    <a:pt x="1774683" y="4455831"/>
                  </a:lnTo>
                  <a:lnTo>
                    <a:pt x="1774809" y="4455831"/>
                  </a:lnTo>
                  <a:lnTo>
                    <a:pt x="1774935" y="4455831"/>
                  </a:lnTo>
                  <a:lnTo>
                    <a:pt x="1775061" y="4455831"/>
                  </a:lnTo>
                  <a:lnTo>
                    <a:pt x="1775187" y="4455831"/>
                  </a:lnTo>
                  <a:lnTo>
                    <a:pt x="1775313" y="4455831"/>
                  </a:lnTo>
                  <a:lnTo>
                    <a:pt x="1775439" y="4455831"/>
                  </a:lnTo>
                  <a:lnTo>
                    <a:pt x="1775565" y="4455831"/>
                  </a:lnTo>
                  <a:lnTo>
                    <a:pt x="1775691" y="4455831"/>
                  </a:lnTo>
                  <a:lnTo>
                    <a:pt x="1775818" y="4455831"/>
                  </a:lnTo>
                  <a:lnTo>
                    <a:pt x="1775944" y="4455831"/>
                  </a:lnTo>
                  <a:lnTo>
                    <a:pt x="1776070" y="4455831"/>
                  </a:lnTo>
                  <a:lnTo>
                    <a:pt x="1776070" y="4450552"/>
                  </a:lnTo>
                  <a:lnTo>
                    <a:pt x="1776196" y="4450552"/>
                  </a:lnTo>
                  <a:lnTo>
                    <a:pt x="1776322" y="4450552"/>
                  </a:lnTo>
                  <a:lnTo>
                    <a:pt x="1776448" y="4450552"/>
                  </a:lnTo>
                  <a:lnTo>
                    <a:pt x="1776574" y="4450552"/>
                  </a:lnTo>
                  <a:lnTo>
                    <a:pt x="1776700" y="4450552"/>
                  </a:lnTo>
                  <a:lnTo>
                    <a:pt x="1776826" y="4450552"/>
                  </a:lnTo>
                  <a:lnTo>
                    <a:pt x="1776952" y="4450552"/>
                  </a:lnTo>
                  <a:lnTo>
                    <a:pt x="1777078" y="4450552"/>
                  </a:lnTo>
                  <a:lnTo>
                    <a:pt x="1777204" y="4450552"/>
                  </a:lnTo>
                  <a:lnTo>
                    <a:pt x="1777331" y="4450552"/>
                  </a:lnTo>
                  <a:lnTo>
                    <a:pt x="1777457" y="4450552"/>
                  </a:lnTo>
                  <a:lnTo>
                    <a:pt x="1777583" y="4450552"/>
                  </a:lnTo>
                  <a:lnTo>
                    <a:pt x="1777709" y="4450552"/>
                  </a:lnTo>
                  <a:lnTo>
                    <a:pt x="1777835" y="4450552"/>
                  </a:lnTo>
                  <a:lnTo>
                    <a:pt x="1777961" y="4450552"/>
                  </a:lnTo>
                  <a:lnTo>
                    <a:pt x="1778087" y="4450552"/>
                  </a:lnTo>
                  <a:lnTo>
                    <a:pt x="1778213" y="4450552"/>
                  </a:lnTo>
                  <a:lnTo>
                    <a:pt x="1778339" y="4450552"/>
                  </a:lnTo>
                  <a:lnTo>
                    <a:pt x="1778465" y="4450552"/>
                  </a:lnTo>
                  <a:lnTo>
                    <a:pt x="1778591" y="4450552"/>
                  </a:lnTo>
                  <a:lnTo>
                    <a:pt x="1778718" y="4450552"/>
                  </a:lnTo>
                  <a:lnTo>
                    <a:pt x="1778844" y="4450552"/>
                  </a:lnTo>
                  <a:lnTo>
                    <a:pt x="1778970" y="4450552"/>
                  </a:lnTo>
                  <a:lnTo>
                    <a:pt x="1779096" y="4450552"/>
                  </a:lnTo>
                  <a:lnTo>
                    <a:pt x="1779222" y="4450552"/>
                  </a:lnTo>
                  <a:lnTo>
                    <a:pt x="1779348" y="4450552"/>
                  </a:lnTo>
                  <a:lnTo>
                    <a:pt x="1779474" y="4450552"/>
                  </a:lnTo>
                  <a:lnTo>
                    <a:pt x="1779600" y="4450552"/>
                  </a:lnTo>
                  <a:lnTo>
                    <a:pt x="1779726" y="4450552"/>
                  </a:lnTo>
                  <a:lnTo>
                    <a:pt x="1779852" y="4450552"/>
                  </a:lnTo>
                  <a:lnTo>
                    <a:pt x="1779978" y="4450552"/>
                  </a:lnTo>
                  <a:lnTo>
                    <a:pt x="1780104" y="4450552"/>
                  </a:lnTo>
                  <a:lnTo>
                    <a:pt x="1780231" y="4450552"/>
                  </a:lnTo>
                  <a:lnTo>
                    <a:pt x="1780357" y="4450552"/>
                  </a:lnTo>
                  <a:lnTo>
                    <a:pt x="1780483" y="4450552"/>
                  </a:lnTo>
                  <a:lnTo>
                    <a:pt x="1780609" y="4450552"/>
                  </a:lnTo>
                  <a:lnTo>
                    <a:pt x="1780735" y="4450552"/>
                  </a:lnTo>
                  <a:lnTo>
                    <a:pt x="1780861" y="4450552"/>
                  </a:lnTo>
                  <a:lnTo>
                    <a:pt x="1780987" y="4450552"/>
                  </a:lnTo>
                  <a:lnTo>
                    <a:pt x="1781113" y="4450552"/>
                  </a:lnTo>
                  <a:lnTo>
                    <a:pt x="1781239" y="4450552"/>
                  </a:lnTo>
                  <a:lnTo>
                    <a:pt x="1781365" y="4450552"/>
                  </a:lnTo>
                  <a:lnTo>
                    <a:pt x="1781491" y="4450552"/>
                  </a:lnTo>
                  <a:lnTo>
                    <a:pt x="1781618" y="4450552"/>
                  </a:lnTo>
                  <a:lnTo>
                    <a:pt x="1781744" y="4450552"/>
                  </a:lnTo>
                  <a:lnTo>
                    <a:pt x="1781870" y="4450552"/>
                  </a:lnTo>
                  <a:lnTo>
                    <a:pt x="1781996" y="4450552"/>
                  </a:lnTo>
                  <a:lnTo>
                    <a:pt x="1782122" y="4450552"/>
                  </a:lnTo>
                  <a:lnTo>
                    <a:pt x="1782248" y="4450552"/>
                  </a:lnTo>
                  <a:lnTo>
                    <a:pt x="1782374" y="4450552"/>
                  </a:lnTo>
                  <a:lnTo>
                    <a:pt x="1782500" y="4450552"/>
                  </a:lnTo>
                  <a:lnTo>
                    <a:pt x="1782626" y="4450552"/>
                  </a:lnTo>
                  <a:lnTo>
                    <a:pt x="1782752" y="4450552"/>
                  </a:lnTo>
                  <a:lnTo>
                    <a:pt x="1782878" y="4450552"/>
                  </a:lnTo>
                  <a:lnTo>
                    <a:pt x="1783004" y="4450552"/>
                  </a:lnTo>
                  <a:lnTo>
                    <a:pt x="1783131" y="4450552"/>
                  </a:lnTo>
                  <a:lnTo>
                    <a:pt x="1783257" y="4450552"/>
                  </a:lnTo>
                  <a:lnTo>
                    <a:pt x="1783383" y="4450552"/>
                  </a:lnTo>
                  <a:lnTo>
                    <a:pt x="1783509" y="4450552"/>
                  </a:lnTo>
                  <a:lnTo>
                    <a:pt x="1783635" y="4450552"/>
                  </a:lnTo>
                  <a:lnTo>
                    <a:pt x="1783761" y="4450552"/>
                  </a:lnTo>
                  <a:lnTo>
                    <a:pt x="1783887" y="4450552"/>
                  </a:lnTo>
                  <a:lnTo>
                    <a:pt x="1784013" y="4450552"/>
                  </a:lnTo>
                  <a:lnTo>
                    <a:pt x="1784139" y="4450552"/>
                  </a:lnTo>
                  <a:lnTo>
                    <a:pt x="1784265" y="4450552"/>
                  </a:lnTo>
                  <a:lnTo>
                    <a:pt x="1784391" y="4450552"/>
                  </a:lnTo>
                  <a:lnTo>
                    <a:pt x="1784518" y="4450552"/>
                  </a:lnTo>
                  <a:lnTo>
                    <a:pt x="1784644" y="4450552"/>
                  </a:lnTo>
                  <a:lnTo>
                    <a:pt x="1784770" y="4450552"/>
                  </a:lnTo>
                  <a:lnTo>
                    <a:pt x="1784896" y="4450552"/>
                  </a:lnTo>
                  <a:lnTo>
                    <a:pt x="1785022" y="4450552"/>
                  </a:lnTo>
                  <a:lnTo>
                    <a:pt x="1785148" y="4450552"/>
                  </a:lnTo>
                  <a:lnTo>
                    <a:pt x="1785274" y="4450552"/>
                  </a:lnTo>
                  <a:lnTo>
                    <a:pt x="1785400" y="4450552"/>
                  </a:lnTo>
                  <a:lnTo>
                    <a:pt x="1785526" y="4450552"/>
                  </a:lnTo>
                  <a:lnTo>
                    <a:pt x="1785652" y="4450552"/>
                  </a:lnTo>
                  <a:lnTo>
                    <a:pt x="1785778" y="4450552"/>
                  </a:lnTo>
                  <a:lnTo>
                    <a:pt x="1785905" y="4450552"/>
                  </a:lnTo>
                  <a:lnTo>
                    <a:pt x="1786031" y="4450552"/>
                  </a:lnTo>
                  <a:lnTo>
                    <a:pt x="1786157" y="4450552"/>
                  </a:lnTo>
                  <a:lnTo>
                    <a:pt x="1786283" y="4450552"/>
                  </a:lnTo>
                  <a:lnTo>
                    <a:pt x="1786409" y="4450552"/>
                  </a:lnTo>
                  <a:lnTo>
                    <a:pt x="1786535" y="4450552"/>
                  </a:lnTo>
                  <a:lnTo>
                    <a:pt x="1786661" y="4450552"/>
                  </a:lnTo>
                  <a:lnTo>
                    <a:pt x="1786787" y="4450552"/>
                  </a:lnTo>
                  <a:lnTo>
                    <a:pt x="1786913" y="4450552"/>
                  </a:lnTo>
                  <a:lnTo>
                    <a:pt x="1787039" y="4450552"/>
                  </a:lnTo>
                  <a:lnTo>
                    <a:pt x="1787165" y="4450552"/>
                  </a:lnTo>
                  <a:lnTo>
                    <a:pt x="1787291" y="4450552"/>
                  </a:lnTo>
                  <a:lnTo>
                    <a:pt x="1787418" y="4450552"/>
                  </a:lnTo>
                  <a:lnTo>
                    <a:pt x="1787544" y="4450552"/>
                  </a:lnTo>
                  <a:lnTo>
                    <a:pt x="1787670" y="4450552"/>
                  </a:lnTo>
                  <a:lnTo>
                    <a:pt x="1787796" y="4450552"/>
                  </a:lnTo>
                  <a:lnTo>
                    <a:pt x="1787922" y="4450552"/>
                  </a:lnTo>
                  <a:lnTo>
                    <a:pt x="1788048" y="4450552"/>
                  </a:lnTo>
                  <a:lnTo>
                    <a:pt x="1788174" y="4450552"/>
                  </a:lnTo>
                  <a:lnTo>
                    <a:pt x="1788300" y="4450552"/>
                  </a:lnTo>
                  <a:lnTo>
                    <a:pt x="1788426" y="4450552"/>
                  </a:lnTo>
                  <a:lnTo>
                    <a:pt x="1788552" y="4450552"/>
                  </a:lnTo>
                  <a:lnTo>
                    <a:pt x="1788552" y="4445272"/>
                  </a:lnTo>
                  <a:lnTo>
                    <a:pt x="1788678" y="4445272"/>
                  </a:lnTo>
                  <a:lnTo>
                    <a:pt x="1788805" y="4445272"/>
                  </a:lnTo>
                  <a:lnTo>
                    <a:pt x="1788931" y="4445272"/>
                  </a:lnTo>
                  <a:lnTo>
                    <a:pt x="1789057" y="4445272"/>
                  </a:lnTo>
                  <a:lnTo>
                    <a:pt x="1789183" y="4445272"/>
                  </a:lnTo>
                  <a:lnTo>
                    <a:pt x="1789309" y="4445272"/>
                  </a:lnTo>
                  <a:lnTo>
                    <a:pt x="1789435" y="4445272"/>
                  </a:lnTo>
                  <a:lnTo>
                    <a:pt x="1789561" y="4445272"/>
                  </a:lnTo>
                  <a:lnTo>
                    <a:pt x="1789687" y="4445272"/>
                  </a:lnTo>
                  <a:lnTo>
                    <a:pt x="1789813" y="4445272"/>
                  </a:lnTo>
                  <a:lnTo>
                    <a:pt x="1789939" y="4445272"/>
                  </a:lnTo>
                  <a:lnTo>
                    <a:pt x="1790065" y="4445272"/>
                  </a:lnTo>
                  <a:lnTo>
                    <a:pt x="1790191" y="4445272"/>
                  </a:lnTo>
                  <a:lnTo>
                    <a:pt x="1790318" y="4445272"/>
                  </a:lnTo>
                  <a:lnTo>
                    <a:pt x="1790444" y="4445272"/>
                  </a:lnTo>
                  <a:lnTo>
                    <a:pt x="1790570" y="4445272"/>
                  </a:lnTo>
                  <a:lnTo>
                    <a:pt x="1790696" y="4445272"/>
                  </a:lnTo>
                  <a:lnTo>
                    <a:pt x="1790822" y="4445272"/>
                  </a:lnTo>
                  <a:lnTo>
                    <a:pt x="1790948" y="4445272"/>
                  </a:lnTo>
                  <a:lnTo>
                    <a:pt x="1791074" y="4445272"/>
                  </a:lnTo>
                  <a:lnTo>
                    <a:pt x="1791200" y="4445272"/>
                  </a:lnTo>
                  <a:lnTo>
                    <a:pt x="1791326" y="4445272"/>
                  </a:lnTo>
                  <a:lnTo>
                    <a:pt x="1791452" y="4445272"/>
                  </a:lnTo>
                  <a:lnTo>
                    <a:pt x="1791452" y="4439993"/>
                  </a:lnTo>
                  <a:lnTo>
                    <a:pt x="1791578" y="4439993"/>
                  </a:lnTo>
                  <a:lnTo>
                    <a:pt x="1791705" y="4439993"/>
                  </a:lnTo>
                  <a:lnTo>
                    <a:pt x="1791831" y="4439993"/>
                  </a:lnTo>
                  <a:lnTo>
                    <a:pt x="1791957" y="4439993"/>
                  </a:lnTo>
                  <a:lnTo>
                    <a:pt x="1792083" y="4439993"/>
                  </a:lnTo>
                  <a:lnTo>
                    <a:pt x="1792209" y="4439993"/>
                  </a:lnTo>
                  <a:lnTo>
                    <a:pt x="1792335" y="4439993"/>
                  </a:lnTo>
                  <a:lnTo>
                    <a:pt x="1792461" y="4439993"/>
                  </a:lnTo>
                  <a:lnTo>
                    <a:pt x="1792461" y="4434713"/>
                  </a:lnTo>
                  <a:lnTo>
                    <a:pt x="1792587" y="4434713"/>
                  </a:lnTo>
                  <a:lnTo>
                    <a:pt x="1792713" y="4434713"/>
                  </a:lnTo>
                  <a:lnTo>
                    <a:pt x="1792839" y="4434713"/>
                  </a:lnTo>
                  <a:lnTo>
                    <a:pt x="1792965" y="4434713"/>
                  </a:lnTo>
                  <a:lnTo>
                    <a:pt x="1793092" y="4434713"/>
                  </a:lnTo>
                  <a:lnTo>
                    <a:pt x="1793218" y="4434713"/>
                  </a:lnTo>
                  <a:lnTo>
                    <a:pt x="1793344" y="4434713"/>
                  </a:lnTo>
                  <a:lnTo>
                    <a:pt x="1793470" y="4434713"/>
                  </a:lnTo>
                  <a:lnTo>
                    <a:pt x="1793596" y="4434713"/>
                  </a:lnTo>
                  <a:lnTo>
                    <a:pt x="1793722" y="4434713"/>
                  </a:lnTo>
                  <a:lnTo>
                    <a:pt x="1793848" y="4434713"/>
                  </a:lnTo>
                  <a:lnTo>
                    <a:pt x="1793974" y="4434713"/>
                  </a:lnTo>
                  <a:lnTo>
                    <a:pt x="1794100" y="4434713"/>
                  </a:lnTo>
                  <a:lnTo>
                    <a:pt x="1794226" y="4434713"/>
                  </a:lnTo>
                  <a:lnTo>
                    <a:pt x="1794352" y="4434713"/>
                  </a:lnTo>
                  <a:lnTo>
                    <a:pt x="1794478" y="4434713"/>
                  </a:lnTo>
                  <a:lnTo>
                    <a:pt x="1794605" y="4434713"/>
                  </a:lnTo>
                  <a:lnTo>
                    <a:pt x="1794731" y="4434713"/>
                  </a:lnTo>
                  <a:lnTo>
                    <a:pt x="1794857" y="4434713"/>
                  </a:lnTo>
                  <a:lnTo>
                    <a:pt x="1794983" y="4434713"/>
                  </a:lnTo>
                  <a:lnTo>
                    <a:pt x="1795109" y="4434713"/>
                  </a:lnTo>
                  <a:lnTo>
                    <a:pt x="1795235" y="4434713"/>
                  </a:lnTo>
                  <a:lnTo>
                    <a:pt x="1795361" y="4434713"/>
                  </a:lnTo>
                  <a:lnTo>
                    <a:pt x="1795487" y="4434713"/>
                  </a:lnTo>
                  <a:lnTo>
                    <a:pt x="1795613" y="4434713"/>
                  </a:lnTo>
                  <a:lnTo>
                    <a:pt x="1795739" y="4434713"/>
                  </a:lnTo>
                  <a:lnTo>
                    <a:pt x="1795865" y="4434713"/>
                  </a:lnTo>
                  <a:lnTo>
                    <a:pt x="1795992" y="4434713"/>
                  </a:lnTo>
                  <a:lnTo>
                    <a:pt x="1796118" y="4434713"/>
                  </a:lnTo>
                  <a:lnTo>
                    <a:pt x="1796244" y="4434713"/>
                  </a:lnTo>
                  <a:lnTo>
                    <a:pt x="1796370" y="4434713"/>
                  </a:lnTo>
                  <a:lnTo>
                    <a:pt x="1796496" y="4434713"/>
                  </a:lnTo>
                  <a:lnTo>
                    <a:pt x="1796622" y="4434713"/>
                  </a:lnTo>
                  <a:lnTo>
                    <a:pt x="1796748" y="4434713"/>
                  </a:lnTo>
                  <a:lnTo>
                    <a:pt x="1796874" y="4434713"/>
                  </a:lnTo>
                  <a:lnTo>
                    <a:pt x="1797000" y="4434713"/>
                  </a:lnTo>
                  <a:lnTo>
                    <a:pt x="1797126" y="4434713"/>
                  </a:lnTo>
                  <a:lnTo>
                    <a:pt x="1797252" y="4434713"/>
                  </a:lnTo>
                  <a:lnTo>
                    <a:pt x="1797378" y="4434713"/>
                  </a:lnTo>
                  <a:lnTo>
                    <a:pt x="1797505" y="4434713"/>
                  </a:lnTo>
                  <a:lnTo>
                    <a:pt x="1797631" y="4434713"/>
                  </a:lnTo>
                  <a:lnTo>
                    <a:pt x="1797757" y="4434713"/>
                  </a:lnTo>
                  <a:lnTo>
                    <a:pt x="1797883" y="4434713"/>
                  </a:lnTo>
                  <a:lnTo>
                    <a:pt x="1798009" y="4434713"/>
                  </a:lnTo>
                  <a:lnTo>
                    <a:pt x="1798135" y="4434713"/>
                  </a:lnTo>
                  <a:lnTo>
                    <a:pt x="1798261" y="4434713"/>
                  </a:lnTo>
                  <a:lnTo>
                    <a:pt x="1798387" y="4434713"/>
                  </a:lnTo>
                  <a:lnTo>
                    <a:pt x="1798513" y="4434713"/>
                  </a:lnTo>
                  <a:lnTo>
                    <a:pt x="1798639" y="4434713"/>
                  </a:lnTo>
                  <a:lnTo>
                    <a:pt x="1798765" y="4434713"/>
                  </a:lnTo>
                  <a:lnTo>
                    <a:pt x="1798892" y="4434713"/>
                  </a:lnTo>
                  <a:lnTo>
                    <a:pt x="1799018" y="4434713"/>
                  </a:lnTo>
                  <a:lnTo>
                    <a:pt x="1799144" y="4434713"/>
                  </a:lnTo>
                  <a:lnTo>
                    <a:pt x="1799270" y="4434713"/>
                  </a:lnTo>
                  <a:lnTo>
                    <a:pt x="1799396" y="4434713"/>
                  </a:lnTo>
                  <a:lnTo>
                    <a:pt x="1799522" y="4434713"/>
                  </a:lnTo>
                  <a:lnTo>
                    <a:pt x="1799648" y="4434713"/>
                  </a:lnTo>
                  <a:lnTo>
                    <a:pt x="1799774" y="4434713"/>
                  </a:lnTo>
                  <a:lnTo>
                    <a:pt x="1799900" y="4434713"/>
                  </a:lnTo>
                  <a:lnTo>
                    <a:pt x="1800026" y="4434713"/>
                  </a:lnTo>
                  <a:lnTo>
                    <a:pt x="1800152" y="4434713"/>
                  </a:lnTo>
                  <a:lnTo>
                    <a:pt x="1800152" y="4429434"/>
                  </a:lnTo>
                  <a:lnTo>
                    <a:pt x="1800278" y="4429434"/>
                  </a:lnTo>
                  <a:lnTo>
                    <a:pt x="1800278" y="4424155"/>
                  </a:lnTo>
                  <a:lnTo>
                    <a:pt x="1800405" y="4424155"/>
                  </a:lnTo>
                  <a:lnTo>
                    <a:pt x="1800531" y="4424155"/>
                  </a:lnTo>
                  <a:lnTo>
                    <a:pt x="1800657" y="4424155"/>
                  </a:lnTo>
                  <a:lnTo>
                    <a:pt x="1800783" y="4424155"/>
                  </a:lnTo>
                  <a:lnTo>
                    <a:pt x="1800909" y="4424155"/>
                  </a:lnTo>
                  <a:lnTo>
                    <a:pt x="1801035" y="4424155"/>
                  </a:lnTo>
                  <a:lnTo>
                    <a:pt x="1801161" y="4424155"/>
                  </a:lnTo>
                  <a:lnTo>
                    <a:pt x="1801287" y="4424155"/>
                  </a:lnTo>
                  <a:lnTo>
                    <a:pt x="1801287" y="4418875"/>
                  </a:lnTo>
                  <a:lnTo>
                    <a:pt x="1801413" y="4418875"/>
                  </a:lnTo>
                  <a:lnTo>
                    <a:pt x="1801539" y="4418875"/>
                  </a:lnTo>
                  <a:lnTo>
                    <a:pt x="1801665" y="4418875"/>
                  </a:lnTo>
                  <a:lnTo>
                    <a:pt x="1801792" y="4418875"/>
                  </a:lnTo>
                  <a:lnTo>
                    <a:pt x="1801918" y="4418875"/>
                  </a:lnTo>
                  <a:lnTo>
                    <a:pt x="1802044" y="4418875"/>
                  </a:lnTo>
                  <a:lnTo>
                    <a:pt x="1802170" y="4418875"/>
                  </a:lnTo>
                  <a:lnTo>
                    <a:pt x="1802296" y="4418875"/>
                  </a:lnTo>
                  <a:lnTo>
                    <a:pt x="1802422" y="4418875"/>
                  </a:lnTo>
                  <a:lnTo>
                    <a:pt x="1802548" y="4418875"/>
                  </a:lnTo>
                  <a:lnTo>
                    <a:pt x="1802674" y="4418875"/>
                  </a:lnTo>
                  <a:lnTo>
                    <a:pt x="1802800" y="4418875"/>
                  </a:lnTo>
                  <a:lnTo>
                    <a:pt x="1802926" y="4418875"/>
                  </a:lnTo>
                  <a:lnTo>
                    <a:pt x="1803052" y="4418875"/>
                  </a:lnTo>
                  <a:lnTo>
                    <a:pt x="1803179" y="4418875"/>
                  </a:lnTo>
                  <a:lnTo>
                    <a:pt x="1803305" y="4418875"/>
                  </a:lnTo>
                  <a:lnTo>
                    <a:pt x="1803431" y="4418875"/>
                  </a:lnTo>
                  <a:lnTo>
                    <a:pt x="1803557" y="4418875"/>
                  </a:lnTo>
                  <a:lnTo>
                    <a:pt x="1803683" y="4418875"/>
                  </a:lnTo>
                  <a:lnTo>
                    <a:pt x="1803809" y="4418875"/>
                  </a:lnTo>
                  <a:lnTo>
                    <a:pt x="1803935" y="4418875"/>
                  </a:lnTo>
                  <a:lnTo>
                    <a:pt x="1804061" y="4418875"/>
                  </a:lnTo>
                  <a:lnTo>
                    <a:pt x="1804187" y="4418875"/>
                  </a:lnTo>
                  <a:lnTo>
                    <a:pt x="1804313" y="4418875"/>
                  </a:lnTo>
                  <a:lnTo>
                    <a:pt x="1804439" y="4418875"/>
                  </a:lnTo>
                  <a:lnTo>
                    <a:pt x="1804565" y="4418875"/>
                  </a:lnTo>
                  <a:lnTo>
                    <a:pt x="1804692" y="4418875"/>
                  </a:lnTo>
                  <a:lnTo>
                    <a:pt x="1804818" y="4418875"/>
                  </a:lnTo>
                  <a:lnTo>
                    <a:pt x="1804944" y="4418875"/>
                  </a:lnTo>
                  <a:lnTo>
                    <a:pt x="1805070" y="4418875"/>
                  </a:lnTo>
                  <a:lnTo>
                    <a:pt x="1805196" y="4418875"/>
                  </a:lnTo>
                  <a:lnTo>
                    <a:pt x="1805322" y="4418875"/>
                  </a:lnTo>
                  <a:lnTo>
                    <a:pt x="1805448" y="4418875"/>
                  </a:lnTo>
                  <a:lnTo>
                    <a:pt x="1805574" y="4418875"/>
                  </a:lnTo>
                  <a:lnTo>
                    <a:pt x="1805700" y="4418875"/>
                  </a:lnTo>
                  <a:lnTo>
                    <a:pt x="1805826" y="4418875"/>
                  </a:lnTo>
                  <a:lnTo>
                    <a:pt x="1805952" y="4418875"/>
                  </a:lnTo>
                  <a:lnTo>
                    <a:pt x="1806079" y="4418875"/>
                  </a:lnTo>
                  <a:lnTo>
                    <a:pt x="1806205" y="4418875"/>
                  </a:lnTo>
                  <a:lnTo>
                    <a:pt x="1806331" y="4418875"/>
                  </a:lnTo>
                  <a:lnTo>
                    <a:pt x="1806457" y="4418875"/>
                  </a:lnTo>
                  <a:lnTo>
                    <a:pt x="1806583" y="4418875"/>
                  </a:lnTo>
                  <a:lnTo>
                    <a:pt x="1806709" y="4418875"/>
                  </a:lnTo>
                  <a:lnTo>
                    <a:pt x="1806835" y="4418875"/>
                  </a:lnTo>
                  <a:lnTo>
                    <a:pt x="1806961" y="4418875"/>
                  </a:lnTo>
                  <a:lnTo>
                    <a:pt x="1807087" y="4418875"/>
                  </a:lnTo>
                  <a:lnTo>
                    <a:pt x="1807087" y="4413596"/>
                  </a:lnTo>
                  <a:lnTo>
                    <a:pt x="1807213" y="4413596"/>
                  </a:lnTo>
                  <a:lnTo>
                    <a:pt x="1807339" y="4413596"/>
                  </a:lnTo>
                  <a:lnTo>
                    <a:pt x="1807465" y="4413596"/>
                  </a:lnTo>
                  <a:lnTo>
                    <a:pt x="1807592" y="4413596"/>
                  </a:lnTo>
                  <a:lnTo>
                    <a:pt x="1807718" y="4413596"/>
                  </a:lnTo>
                  <a:lnTo>
                    <a:pt x="1807844" y="4413596"/>
                  </a:lnTo>
                  <a:lnTo>
                    <a:pt x="1807970" y="4413596"/>
                  </a:lnTo>
                  <a:lnTo>
                    <a:pt x="1808096" y="4413596"/>
                  </a:lnTo>
                  <a:lnTo>
                    <a:pt x="1808222" y="4413596"/>
                  </a:lnTo>
                  <a:lnTo>
                    <a:pt x="1808348" y="4413596"/>
                  </a:lnTo>
                  <a:lnTo>
                    <a:pt x="1808474" y="4413596"/>
                  </a:lnTo>
                  <a:lnTo>
                    <a:pt x="1808600" y="4413596"/>
                  </a:lnTo>
                  <a:lnTo>
                    <a:pt x="1808726" y="4413596"/>
                  </a:lnTo>
                  <a:lnTo>
                    <a:pt x="1808852" y="4413596"/>
                  </a:lnTo>
                  <a:lnTo>
                    <a:pt x="1808979" y="4413596"/>
                  </a:lnTo>
                  <a:lnTo>
                    <a:pt x="1809105" y="4413596"/>
                  </a:lnTo>
                  <a:lnTo>
                    <a:pt x="1809231" y="4413596"/>
                  </a:lnTo>
                  <a:lnTo>
                    <a:pt x="1809357" y="4413596"/>
                  </a:lnTo>
                  <a:lnTo>
                    <a:pt x="1809483" y="4413596"/>
                  </a:lnTo>
                  <a:lnTo>
                    <a:pt x="1809609" y="4413596"/>
                  </a:lnTo>
                  <a:lnTo>
                    <a:pt x="1809735" y="4413596"/>
                  </a:lnTo>
                  <a:lnTo>
                    <a:pt x="1809861" y="4413596"/>
                  </a:lnTo>
                  <a:lnTo>
                    <a:pt x="1809987" y="4413596"/>
                  </a:lnTo>
                  <a:lnTo>
                    <a:pt x="1810113" y="4413596"/>
                  </a:lnTo>
                  <a:lnTo>
                    <a:pt x="1810239" y="4413596"/>
                  </a:lnTo>
                  <a:lnTo>
                    <a:pt x="1810366" y="4413596"/>
                  </a:lnTo>
                  <a:lnTo>
                    <a:pt x="1810492" y="4413596"/>
                  </a:lnTo>
                  <a:lnTo>
                    <a:pt x="1810618" y="4413596"/>
                  </a:lnTo>
                  <a:lnTo>
                    <a:pt x="1810744" y="4413596"/>
                  </a:lnTo>
                  <a:lnTo>
                    <a:pt x="1810870" y="4413596"/>
                  </a:lnTo>
                  <a:lnTo>
                    <a:pt x="1810996" y="4413596"/>
                  </a:lnTo>
                  <a:lnTo>
                    <a:pt x="1811122" y="4413596"/>
                  </a:lnTo>
                  <a:lnTo>
                    <a:pt x="1811248" y="4413596"/>
                  </a:lnTo>
                  <a:lnTo>
                    <a:pt x="1811374" y="4413596"/>
                  </a:lnTo>
                  <a:lnTo>
                    <a:pt x="1811500" y="4413596"/>
                  </a:lnTo>
                  <a:lnTo>
                    <a:pt x="1811626" y="4413596"/>
                  </a:lnTo>
                  <a:lnTo>
                    <a:pt x="1811752" y="4413596"/>
                  </a:lnTo>
                  <a:lnTo>
                    <a:pt x="1811879" y="4413596"/>
                  </a:lnTo>
                  <a:lnTo>
                    <a:pt x="1812005" y="4413596"/>
                  </a:lnTo>
                  <a:lnTo>
                    <a:pt x="1812131" y="4413596"/>
                  </a:lnTo>
                  <a:lnTo>
                    <a:pt x="1812257" y="4413596"/>
                  </a:lnTo>
                  <a:lnTo>
                    <a:pt x="1812383" y="4413596"/>
                  </a:lnTo>
                  <a:lnTo>
                    <a:pt x="1812509" y="4413596"/>
                  </a:lnTo>
                  <a:lnTo>
                    <a:pt x="1812635" y="4413596"/>
                  </a:lnTo>
                  <a:lnTo>
                    <a:pt x="1812761" y="4413596"/>
                  </a:lnTo>
                  <a:lnTo>
                    <a:pt x="1812887" y="4413596"/>
                  </a:lnTo>
                  <a:lnTo>
                    <a:pt x="1813013" y="4413596"/>
                  </a:lnTo>
                  <a:lnTo>
                    <a:pt x="1813139" y="4413596"/>
                  </a:lnTo>
                  <a:lnTo>
                    <a:pt x="1813266" y="4413596"/>
                  </a:lnTo>
                  <a:lnTo>
                    <a:pt x="1813392" y="4413596"/>
                  </a:lnTo>
                  <a:lnTo>
                    <a:pt x="1813518" y="4413596"/>
                  </a:lnTo>
                  <a:lnTo>
                    <a:pt x="1813644" y="4413596"/>
                  </a:lnTo>
                  <a:lnTo>
                    <a:pt x="1813770" y="4413596"/>
                  </a:lnTo>
                  <a:lnTo>
                    <a:pt x="1813896" y="4413596"/>
                  </a:lnTo>
                  <a:lnTo>
                    <a:pt x="1814022" y="4413596"/>
                  </a:lnTo>
                  <a:lnTo>
                    <a:pt x="1814148" y="4413596"/>
                  </a:lnTo>
                  <a:lnTo>
                    <a:pt x="1814274" y="4413596"/>
                  </a:lnTo>
                  <a:lnTo>
                    <a:pt x="1814400" y="4413596"/>
                  </a:lnTo>
                  <a:lnTo>
                    <a:pt x="1814526" y="4413596"/>
                  </a:lnTo>
                  <a:lnTo>
                    <a:pt x="1814652" y="4413596"/>
                  </a:lnTo>
                  <a:lnTo>
                    <a:pt x="1814779" y="4413596"/>
                  </a:lnTo>
                  <a:lnTo>
                    <a:pt x="1814905" y="4413596"/>
                  </a:lnTo>
                  <a:lnTo>
                    <a:pt x="1815031" y="4413596"/>
                  </a:lnTo>
                  <a:lnTo>
                    <a:pt x="1815157" y="4413596"/>
                  </a:lnTo>
                  <a:lnTo>
                    <a:pt x="1815283" y="4413596"/>
                  </a:lnTo>
                  <a:lnTo>
                    <a:pt x="1815409" y="4413596"/>
                  </a:lnTo>
                  <a:lnTo>
                    <a:pt x="1815535" y="4413596"/>
                  </a:lnTo>
                  <a:lnTo>
                    <a:pt x="1815661" y="4413596"/>
                  </a:lnTo>
                  <a:lnTo>
                    <a:pt x="1815787" y="4413596"/>
                  </a:lnTo>
                  <a:lnTo>
                    <a:pt x="1815913" y="4413596"/>
                  </a:lnTo>
                  <a:lnTo>
                    <a:pt x="1816039" y="4413596"/>
                  </a:lnTo>
                  <a:lnTo>
                    <a:pt x="1816166" y="4413596"/>
                  </a:lnTo>
                  <a:lnTo>
                    <a:pt x="1816292" y="4413596"/>
                  </a:lnTo>
                  <a:lnTo>
                    <a:pt x="1816418" y="4413596"/>
                  </a:lnTo>
                  <a:lnTo>
                    <a:pt x="1816544" y="4413596"/>
                  </a:lnTo>
                  <a:lnTo>
                    <a:pt x="1816670" y="4413596"/>
                  </a:lnTo>
                  <a:lnTo>
                    <a:pt x="1816796" y="4413596"/>
                  </a:lnTo>
                  <a:lnTo>
                    <a:pt x="1816922" y="4413596"/>
                  </a:lnTo>
                  <a:lnTo>
                    <a:pt x="1817048" y="4413596"/>
                  </a:lnTo>
                  <a:lnTo>
                    <a:pt x="1817174" y="4413596"/>
                  </a:lnTo>
                  <a:lnTo>
                    <a:pt x="1817300" y="4413596"/>
                  </a:lnTo>
                  <a:lnTo>
                    <a:pt x="1817426" y="4413596"/>
                  </a:lnTo>
                  <a:lnTo>
                    <a:pt x="1817553" y="4413596"/>
                  </a:lnTo>
                  <a:lnTo>
                    <a:pt x="1817679" y="4413596"/>
                  </a:lnTo>
                  <a:lnTo>
                    <a:pt x="1817805" y="4413596"/>
                  </a:lnTo>
                  <a:lnTo>
                    <a:pt x="1817931" y="4413596"/>
                  </a:lnTo>
                  <a:lnTo>
                    <a:pt x="1818057" y="4413596"/>
                  </a:lnTo>
                  <a:lnTo>
                    <a:pt x="1818183" y="4413596"/>
                  </a:lnTo>
                  <a:lnTo>
                    <a:pt x="1818309" y="4413596"/>
                  </a:lnTo>
                  <a:lnTo>
                    <a:pt x="1818435" y="4413596"/>
                  </a:lnTo>
                  <a:lnTo>
                    <a:pt x="1818561" y="4413596"/>
                  </a:lnTo>
                  <a:lnTo>
                    <a:pt x="1818687" y="4413596"/>
                  </a:lnTo>
                  <a:lnTo>
                    <a:pt x="1818813" y="4413596"/>
                  </a:lnTo>
                  <a:lnTo>
                    <a:pt x="1818939" y="4413596"/>
                  </a:lnTo>
                  <a:lnTo>
                    <a:pt x="1819066" y="4413596"/>
                  </a:lnTo>
                  <a:lnTo>
                    <a:pt x="1819192" y="4413596"/>
                  </a:lnTo>
                  <a:lnTo>
                    <a:pt x="1819318" y="4413596"/>
                  </a:lnTo>
                  <a:lnTo>
                    <a:pt x="1819444" y="4413596"/>
                  </a:lnTo>
                  <a:lnTo>
                    <a:pt x="1819570" y="4413596"/>
                  </a:lnTo>
                  <a:lnTo>
                    <a:pt x="1819696" y="4413596"/>
                  </a:lnTo>
                  <a:lnTo>
                    <a:pt x="1819822" y="4413596"/>
                  </a:lnTo>
                  <a:lnTo>
                    <a:pt x="1819948" y="4413596"/>
                  </a:lnTo>
                  <a:lnTo>
                    <a:pt x="1820074" y="4413596"/>
                  </a:lnTo>
                  <a:lnTo>
                    <a:pt x="1820200" y="4413596"/>
                  </a:lnTo>
                  <a:lnTo>
                    <a:pt x="1820326" y="4413596"/>
                  </a:lnTo>
                  <a:lnTo>
                    <a:pt x="1820453" y="4413596"/>
                  </a:lnTo>
                  <a:lnTo>
                    <a:pt x="1820579" y="4413596"/>
                  </a:lnTo>
                  <a:lnTo>
                    <a:pt x="1820705" y="4413596"/>
                  </a:lnTo>
                  <a:lnTo>
                    <a:pt x="1820831" y="4413596"/>
                  </a:lnTo>
                  <a:lnTo>
                    <a:pt x="1820957" y="4413596"/>
                  </a:lnTo>
                  <a:lnTo>
                    <a:pt x="1821083" y="4413596"/>
                  </a:lnTo>
                  <a:lnTo>
                    <a:pt x="1821209" y="4413596"/>
                  </a:lnTo>
                  <a:lnTo>
                    <a:pt x="1821335" y="4413596"/>
                  </a:lnTo>
                  <a:lnTo>
                    <a:pt x="1821461" y="4413596"/>
                  </a:lnTo>
                  <a:lnTo>
                    <a:pt x="1821587" y="4413596"/>
                  </a:lnTo>
                  <a:lnTo>
                    <a:pt x="1821713" y="4413596"/>
                  </a:lnTo>
                  <a:lnTo>
                    <a:pt x="1821839" y="4413596"/>
                  </a:lnTo>
                  <a:lnTo>
                    <a:pt x="1821966" y="4413596"/>
                  </a:lnTo>
                  <a:lnTo>
                    <a:pt x="1822092" y="4413596"/>
                  </a:lnTo>
                  <a:lnTo>
                    <a:pt x="1822218" y="4413596"/>
                  </a:lnTo>
                  <a:lnTo>
                    <a:pt x="1822344" y="4413596"/>
                  </a:lnTo>
                  <a:lnTo>
                    <a:pt x="1822470" y="4413596"/>
                  </a:lnTo>
                  <a:lnTo>
                    <a:pt x="1822470" y="4408316"/>
                  </a:lnTo>
                  <a:lnTo>
                    <a:pt x="1822596" y="4408316"/>
                  </a:lnTo>
                  <a:lnTo>
                    <a:pt x="1822722" y="4408316"/>
                  </a:lnTo>
                  <a:lnTo>
                    <a:pt x="1822848" y="4408316"/>
                  </a:lnTo>
                  <a:lnTo>
                    <a:pt x="1822974" y="4408316"/>
                  </a:lnTo>
                  <a:lnTo>
                    <a:pt x="1823100" y="4408316"/>
                  </a:lnTo>
                  <a:lnTo>
                    <a:pt x="1823226" y="4408316"/>
                  </a:lnTo>
                  <a:lnTo>
                    <a:pt x="1823353" y="4408316"/>
                  </a:lnTo>
                  <a:lnTo>
                    <a:pt x="1823479" y="4408316"/>
                  </a:lnTo>
                  <a:lnTo>
                    <a:pt x="1823605" y="4408316"/>
                  </a:lnTo>
                  <a:lnTo>
                    <a:pt x="1823731" y="4408316"/>
                  </a:lnTo>
                  <a:lnTo>
                    <a:pt x="1823857" y="4408316"/>
                  </a:lnTo>
                  <a:lnTo>
                    <a:pt x="1823983" y="4408316"/>
                  </a:lnTo>
                  <a:lnTo>
                    <a:pt x="1824109" y="4408316"/>
                  </a:lnTo>
                  <a:lnTo>
                    <a:pt x="1824235" y="4408316"/>
                  </a:lnTo>
                  <a:lnTo>
                    <a:pt x="1824361" y="4408316"/>
                  </a:lnTo>
                  <a:lnTo>
                    <a:pt x="1824487" y="4408316"/>
                  </a:lnTo>
                  <a:lnTo>
                    <a:pt x="1824613" y="4408316"/>
                  </a:lnTo>
                  <a:lnTo>
                    <a:pt x="1824739" y="4408316"/>
                  </a:lnTo>
                  <a:lnTo>
                    <a:pt x="1824866" y="4408316"/>
                  </a:lnTo>
                  <a:lnTo>
                    <a:pt x="1824992" y="4408316"/>
                  </a:lnTo>
                  <a:lnTo>
                    <a:pt x="1825118" y="4408316"/>
                  </a:lnTo>
                  <a:lnTo>
                    <a:pt x="1825244" y="4408316"/>
                  </a:lnTo>
                  <a:lnTo>
                    <a:pt x="1825370" y="4408316"/>
                  </a:lnTo>
                  <a:lnTo>
                    <a:pt x="1825496" y="4408316"/>
                  </a:lnTo>
                  <a:lnTo>
                    <a:pt x="1825622" y="4408316"/>
                  </a:lnTo>
                  <a:lnTo>
                    <a:pt x="1825748" y="4408316"/>
                  </a:lnTo>
                  <a:lnTo>
                    <a:pt x="1825874" y="4408316"/>
                  </a:lnTo>
                  <a:lnTo>
                    <a:pt x="1826000" y="4408316"/>
                  </a:lnTo>
                  <a:lnTo>
                    <a:pt x="1826000" y="4403037"/>
                  </a:lnTo>
                  <a:lnTo>
                    <a:pt x="1826126" y="4403037"/>
                  </a:lnTo>
                  <a:lnTo>
                    <a:pt x="1826253" y="4403037"/>
                  </a:lnTo>
                  <a:lnTo>
                    <a:pt x="1826379" y="4403037"/>
                  </a:lnTo>
                  <a:lnTo>
                    <a:pt x="1826505" y="4403037"/>
                  </a:lnTo>
                  <a:lnTo>
                    <a:pt x="1826631" y="4403037"/>
                  </a:lnTo>
                  <a:lnTo>
                    <a:pt x="1826757" y="4403037"/>
                  </a:lnTo>
                  <a:lnTo>
                    <a:pt x="1826883" y="4403037"/>
                  </a:lnTo>
                  <a:lnTo>
                    <a:pt x="1827009" y="4403037"/>
                  </a:lnTo>
                  <a:lnTo>
                    <a:pt x="1827135" y="4403037"/>
                  </a:lnTo>
                  <a:lnTo>
                    <a:pt x="1827261" y="4403037"/>
                  </a:lnTo>
                  <a:lnTo>
                    <a:pt x="1827387" y="4403037"/>
                  </a:lnTo>
                  <a:lnTo>
                    <a:pt x="1827513" y="4403037"/>
                  </a:lnTo>
                  <a:lnTo>
                    <a:pt x="1827640" y="4403037"/>
                  </a:lnTo>
                  <a:lnTo>
                    <a:pt x="1827766" y="4403037"/>
                  </a:lnTo>
                  <a:lnTo>
                    <a:pt x="1827892" y="4403037"/>
                  </a:lnTo>
                  <a:lnTo>
                    <a:pt x="1828018" y="4403037"/>
                  </a:lnTo>
                  <a:lnTo>
                    <a:pt x="1828144" y="4403037"/>
                  </a:lnTo>
                  <a:lnTo>
                    <a:pt x="1828270" y="4403037"/>
                  </a:lnTo>
                  <a:lnTo>
                    <a:pt x="1828396" y="4403037"/>
                  </a:lnTo>
                  <a:lnTo>
                    <a:pt x="1828522" y="4403037"/>
                  </a:lnTo>
                  <a:lnTo>
                    <a:pt x="1828522" y="4397757"/>
                  </a:lnTo>
                  <a:lnTo>
                    <a:pt x="1828648" y="4397757"/>
                  </a:lnTo>
                  <a:lnTo>
                    <a:pt x="1828774" y="4397757"/>
                  </a:lnTo>
                  <a:lnTo>
                    <a:pt x="1828900" y="4397757"/>
                  </a:lnTo>
                  <a:lnTo>
                    <a:pt x="1829026" y="4397757"/>
                  </a:lnTo>
                  <a:lnTo>
                    <a:pt x="1829153" y="4397757"/>
                  </a:lnTo>
                  <a:lnTo>
                    <a:pt x="1829279" y="4397757"/>
                  </a:lnTo>
                  <a:lnTo>
                    <a:pt x="1829405" y="4397757"/>
                  </a:lnTo>
                  <a:lnTo>
                    <a:pt x="1829531" y="4397757"/>
                  </a:lnTo>
                  <a:lnTo>
                    <a:pt x="1829657" y="4397757"/>
                  </a:lnTo>
                  <a:lnTo>
                    <a:pt x="1829783" y="4397757"/>
                  </a:lnTo>
                  <a:lnTo>
                    <a:pt x="1829909" y="4397757"/>
                  </a:lnTo>
                  <a:lnTo>
                    <a:pt x="1830035" y="4397757"/>
                  </a:lnTo>
                  <a:lnTo>
                    <a:pt x="1830161" y="4397757"/>
                  </a:lnTo>
                  <a:lnTo>
                    <a:pt x="1830287" y="4397757"/>
                  </a:lnTo>
                  <a:lnTo>
                    <a:pt x="1830413" y="4397757"/>
                  </a:lnTo>
                  <a:lnTo>
                    <a:pt x="1830540" y="4397757"/>
                  </a:lnTo>
                  <a:lnTo>
                    <a:pt x="1830666" y="4397757"/>
                  </a:lnTo>
                  <a:lnTo>
                    <a:pt x="1830792" y="4397757"/>
                  </a:lnTo>
                  <a:lnTo>
                    <a:pt x="1830918" y="4397757"/>
                  </a:lnTo>
                  <a:lnTo>
                    <a:pt x="1831044" y="4397757"/>
                  </a:lnTo>
                  <a:lnTo>
                    <a:pt x="1831170" y="4397757"/>
                  </a:lnTo>
                  <a:lnTo>
                    <a:pt x="1831296" y="4397757"/>
                  </a:lnTo>
                  <a:lnTo>
                    <a:pt x="1831422" y="4397757"/>
                  </a:lnTo>
                  <a:lnTo>
                    <a:pt x="1831548" y="4397757"/>
                  </a:lnTo>
                  <a:lnTo>
                    <a:pt x="1831674" y="4397757"/>
                  </a:lnTo>
                  <a:lnTo>
                    <a:pt x="1831800" y="4397757"/>
                  </a:lnTo>
                  <a:lnTo>
                    <a:pt x="1831926" y="4397757"/>
                  </a:lnTo>
                  <a:lnTo>
                    <a:pt x="1832053" y="4397757"/>
                  </a:lnTo>
                  <a:lnTo>
                    <a:pt x="1832179" y="4397757"/>
                  </a:lnTo>
                  <a:lnTo>
                    <a:pt x="1832305" y="4397757"/>
                  </a:lnTo>
                  <a:lnTo>
                    <a:pt x="1832431" y="4397757"/>
                  </a:lnTo>
                  <a:lnTo>
                    <a:pt x="1832557" y="4397757"/>
                  </a:lnTo>
                  <a:lnTo>
                    <a:pt x="1832683" y="4397757"/>
                  </a:lnTo>
                  <a:lnTo>
                    <a:pt x="1832809" y="4397757"/>
                  </a:lnTo>
                  <a:lnTo>
                    <a:pt x="1832935" y="4397757"/>
                  </a:lnTo>
                  <a:lnTo>
                    <a:pt x="1833061" y="4397757"/>
                  </a:lnTo>
                  <a:lnTo>
                    <a:pt x="1833187" y="4397757"/>
                  </a:lnTo>
                  <a:lnTo>
                    <a:pt x="1833313" y="4397757"/>
                  </a:lnTo>
                  <a:lnTo>
                    <a:pt x="1833440" y="4397757"/>
                  </a:lnTo>
                  <a:lnTo>
                    <a:pt x="1833566" y="4397757"/>
                  </a:lnTo>
                  <a:lnTo>
                    <a:pt x="1833692" y="4397757"/>
                  </a:lnTo>
                  <a:lnTo>
                    <a:pt x="1833818" y="4397757"/>
                  </a:lnTo>
                  <a:lnTo>
                    <a:pt x="1833944" y="4397757"/>
                  </a:lnTo>
                  <a:lnTo>
                    <a:pt x="1834070" y="4397757"/>
                  </a:lnTo>
                  <a:lnTo>
                    <a:pt x="1834196" y="4397757"/>
                  </a:lnTo>
                  <a:lnTo>
                    <a:pt x="1834322" y="4397757"/>
                  </a:lnTo>
                  <a:lnTo>
                    <a:pt x="1834448" y="4397757"/>
                  </a:lnTo>
                  <a:lnTo>
                    <a:pt x="1834574" y="4397757"/>
                  </a:lnTo>
                  <a:lnTo>
                    <a:pt x="1834700" y="4397757"/>
                  </a:lnTo>
                  <a:lnTo>
                    <a:pt x="1834827" y="4397757"/>
                  </a:lnTo>
                  <a:lnTo>
                    <a:pt x="1834953" y="4397757"/>
                  </a:lnTo>
                  <a:lnTo>
                    <a:pt x="1835079" y="4397757"/>
                  </a:lnTo>
                  <a:lnTo>
                    <a:pt x="1835205" y="4397757"/>
                  </a:lnTo>
                  <a:lnTo>
                    <a:pt x="1835331" y="4397757"/>
                  </a:lnTo>
                  <a:lnTo>
                    <a:pt x="1835457" y="4397757"/>
                  </a:lnTo>
                  <a:lnTo>
                    <a:pt x="1835583" y="4397757"/>
                  </a:lnTo>
                  <a:lnTo>
                    <a:pt x="1835709" y="4397757"/>
                  </a:lnTo>
                  <a:lnTo>
                    <a:pt x="1835835" y="4397757"/>
                  </a:lnTo>
                  <a:lnTo>
                    <a:pt x="1835961" y="4397757"/>
                  </a:lnTo>
                  <a:lnTo>
                    <a:pt x="1836087" y="4397757"/>
                  </a:lnTo>
                  <a:lnTo>
                    <a:pt x="1836213" y="4397757"/>
                  </a:lnTo>
                  <a:lnTo>
                    <a:pt x="1836340" y="4397757"/>
                  </a:lnTo>
                  <a:lnTo>
                    <a:pt x="1836466" y="4397757"/>
                  </a:lnTo>
                  <a:lnTo>
                    <a:pt x="1836592" y="4397757"/>
                  </a:lnTo>
                  <a:lnTo>
                    <a:pt x="1836718" y="4397757"/>
                  </a:lnTo>
                  <a:lnTo>
                    <a:pt x="1836844" y="4397757"/>
                  </a:lnTo>
                  <a:lnTo>
                    <a:pt x="1836970" y="4397757"/>
                  </a:lnTo>
                  <a:lnTo>
                    <a:pt x="1837096" y="4397757"/>
                  </a:lnTo>
                  <a:lnTo>
                    <a:pt x="1837222" y="4397757"/>
                  </a:lnTo>
                  <a:lnTo>
                    <a:pt x="1837348" y="4397757"/>
                  </a:lnTo>
                  <a:lnTo>
                    <a:pt x="1837474" y="4397757"/>
                  </a:lnTo>
                  <a:lnTo>
                    <a:pt x="1837600" y="4397757"/>
                  </a:lnTo>
                  <a:lnTo>
                    <a:pt x="1837727" y="4397757"/>
                  </a:lnTo>
                  <a:lnTo>
                    <a:pt x="1837853" y="4397757"/>
                  </a:lnTo>
                  <a:lnTo>
                    <a:pt x="1837979" y="4397757"/>
                  </a:lnTo>
                  <a:lnTo>
                    <a:pt x="1838105" y="4397757"/>
                  </a:lnTo>
                  <a:lnTo>
                    <a:pt x="1838231" y="4397757"/>
                  </a:lnTo>
                  <a:lnTo>
                    <a:pt x="1838357" y="4397757"/>
                  </a:lnTo>
                  <a:lnTo>
                    <a:pt x="1838483" y="4397757"/>
                  </a:lnTo>
                  <a:lnTo>
                    <a:pt x="1838609" y="4397757"/>
                  </a:lnTo>
                  <a:lnTo>
                    <a:pt x="1838735" y="4397757"/>
                  </a:lnTo>
                  <a:lnTo>
                    <a:pt x="1838861" y="4397757"/>
                  </a:lnTo>
                  <a:lnTo>
                    <a:pt x="1838987" y="4397757"/>
                  </a:lnTo>
                  <a:lnTo>
                    <a:pt x="1839113" y="4397757"/>
                  </a:lnTo>
                  <a:lnTo>
                    <a:pt x="1839240" y="4397757"/>
                  </a:lnTo>
                  <a:lnTo>
                    <a:pt x="1839366" y="4397757"/>
                  </a:lnTo>
                  <a:lnTo>
                    <a:pt x="1839492" y="4397757"/>
                  </a:lnTo>
                  <a:lnTo>
                    <a:pt x="1839618" y="4397757"/>
                  </a:lnTo>
                  <a:lnTo>
                    <a:pt x="1839744" y="4397757"/>
                  </a:lnTo>
                  <a:lnTo>
                    <a:pt x="1839870" y="4397757"/>
                  </a:lnTo>
                  <a:lnTo>
                    <a:pt x="1839996" y="4397757"/>
                  </a:lnTo>
                  <a:lnTo>
                    <a:pt x="1840122" y="4397757"/>
                  </a:lnTo>
                  <a:lnTo>
                    <a:pt x="1840248" y="4397757"/>
                  </a:lnTo>
                  <a:lnTo>
                    <a:pt x="1840374" y="4397757"/>
                  </a:lnTo>
                  <a:lnTo>
                    <a:pt x="1840500" y="4397757"/>
                  </a:lnTo>
                  <a:lnTo>
                    <a:pt x="1840627" y="4397757"/>
                  </a:lnTo>
                  <a:lnTo>
                    <a:pt x="1840753" y="4397757"/>
                  </a:lnTo>
                  <a:lnTo>
                    <a:pt x="1840879" y="4397757"/>
                  </a:lnTo>
                  <a:lnTo>
                    <a:pt x="1841005" y="4397757"/>
                  </a:lnTo>
                  <a:lnTo>
                    <a:pt x="1841131" y="4397757"/>
                  </a:lnTo>
                  <a:lnTo>
                    <a:pt x="1841257" y="4397757"/>
                  </a:lnTo>
                  <a:lnTo>
                    <a:pt x="1841383" y="4397757"/>
                  </a:lnTo>
                  <a:lnTo>
                    <a:pt x="1841509" y="4397757"/>
                  </a:lnTo>
                  <a:lnTo>
                    <a:pt x="1841635" y="4397757"/>
                  </a:lnTo>
                  <a:lnTo>
                    <a:pt x="1841761" y="4397757"/>
                  </a:lnTo>
                  <a:lnTo>
                    <a:pt x="1841887" y="4397757"/>
                  </a:lnTo>
                  <a:lnTo>
                    <a:pt x="1842014" y="4397757"/>
                  </a:lnTo>
                  <a:lnTo>
                    <a:pt x="1842140" y="4397757"/>
                  </a:lnTo>
                  <a:lnTo>
                    <a:pt x="1842266" y="4397757"/>
                  </a:lnTo>
                  <a:lnTo>
                    <a:pt x="1842392" y="4397757"/>
                  </a:lnTo>
                  <a:lnTo>
                    <a:pt x="1842518" y="4397757"/>
                  </a:lnTo>
                  <a:lnTo>
                    <a:pt x="1842644" y="4397757"/>
                  </a:lnTo>
                  <a:lnTo>
                    <a:pt x="1842770" y="4397757"/>
                  </a:lnTo>
                  <a:lnTo>
                    <a:pt x="1842896" y="4397757"/>
                  </a:lnTo>
                  <a:lnTo>
                    <a:pt x="1843022" y="4397757"/>
                  </a:lnTo>
                  <a:lnTo>
                    <a:pt x="1843148" y="4397757"/>
                  </a:lnTo>
                  <a:lnTo>
                    <a:pt x="1843274" y="4397757"/>
                  </a:lnTo>
                  <a:lnTo>
                    <a:pt x="1843400" y="4397757"/>
                  </a:lnTo>
                  <a:lnTo>
                    <a:pt x="1843527" y="4397757"/>
                  </a:lnTo>
                  <a:lnTo>
                    <a:pt x="1843653" y="4397757"/>
                  </a:lnTo>
                  <a:lnTo>
                    <a:pt x="1843779" y="4397757"/>
                  </a:lnTo>
                  <a:lnTo>
                    <a:pt x="1843905" y="4397757"/>
                  </a:lnTo>
                  <a:lnTo>
                    <a:pt x="1844031" y="4397757"/>
                  </a:lnTo>
                  <a:lnTo>
                    <a:pt x="1844157" y="4397757"/>
                  </a:lnTo>
                  <a:lnTo>
                    <a:pt x="1844283" y="4397757"/>
                  </a:lnTo>
                  <a:lnTo>
                    <a:pt x="1844409" y="4397757"/>
                  </a:lnTo>
                  <a:lnTo>
                    <a:pt x="1844535" y="4397757"/>
                  </a:lnTo>
                  <a:lnTo>
                    <a:pt x="1844661" y="4397757"/>
                  </a:lnTo>
                  <a:lnTo>
                    <a:pt x="1844787" y="4397757"/>
                  </a:lnTo>
                  <a:lnTo>
                    <a:pt x="1844914" y="4397757"/>
                  </a:lnTo>
                  <a:lnTo>
                    <a:pt x="1845040" y="4397757"/>
                  </a:lnTo>
                  <a:lnTo>
                    <a:pt x="1845166" y="4397757"/>
                  </a:lnTo>
                  <a:lnTo>
                    <a:pt x="1845292" y="4397757"/>
                  </a:lnTo>
                  <a:lnTo>
                    <a:pt x="1845418" y="4397757"/>
                  </a:lnTo>
                  <a:lnTo>
                    <a:pt x="1845418" y="4392478"/>
                  </a:lnTo>
                  <a:lnTo>
                    <a:pt x="1845544" y="4392478"/>
                  </a:lnTo>
                  <a:lnTo>
                    <a:pt x="1845670" y="4392478"/>
                  </a:lnTo>
                  <a:lnTo>
                    <a:pt x="1845796" y="4392478"/>
                  </a:lnTo>
                  <a:lnTo>
                    <a:pt x="1845922" y="4392478"/>
                  </a:lnTo>
                  <a:lnTo>
                    <a:pt x="1846048" y="4392478"/>
                  </a:lnTo>
                  <a:lnTo>
                    <a:pt x="1846174" y="4392478"/>
                  </a:lnTo>
                  <a:lnTo>
                    <a:pt x="1846300" y="4392478"/>
                  </a:lnTo>
                  <a:lnTo>
                    <a:pt x="1846427" y="4392478"/>
                  </a:lnTo>
                  <a:lnTo>
                    <a:pt x="1846553" y="4392478"/>
                  </a:lnTo>
                  <a:lnTo>
                    <a:pt x="1846679" y="4392478"/>
                  </a:lnTo>
                  <a:lnTo>
                    <a:pt x="1846805" y="4392478"/>
                  </a:lnTo>
                  <a:lnTo>
                    <a:pt x="1846931" y="4392478"/>
                  </a:lnTo>
                  <a:lnTo>
                    <a:pt x="1847057" y="4392478"/>
                  </a:lnTo>
                  <a:lnTo>
                    <a:pt x="1847183" y="4392478"/>
                  </a:lnTo>
                  <a:lnTo>
                    <a:pt x="1847309" y="4392478"/>
                  </a:lnTo>
                  <a:lnTo>
                    <a:pt x="1847435" y="4392478"/>
                  </a:lnTo>
                  <a:lnTo>
                    <a:pt x="1847561" y="4392478"/>
                  </a:lnTo>
                  <a:lnTo>
                    <a:pt x="1847687" y="4392478"/>
                  </a:lnTo>
                  <a:lnTo>
                    <a:pt x="1847814" y="4392478"/>
                  </a:lnTo>
                  <a:lnTo>
                    <a:pt x="1847940" y="4392478"/>
                  </a:lnTo>
                  <a:lnTo>
                    <a:pt x="1848066" y="4392478"/>
                  </a:lnTo>
                  <a:lnTo>
                    <a:pt x="1848192" y="4392478"/>
                  </a:lnTo>
                  <a:lnTo>
                    <a:pt x="1848318" y="4392478"/>
                  </a:lnTo>
                  <a:lnTo>
                    <a:pt x="1848444" y="4392478"/>
                  </a:lnTo>
                  <a:lnTo>
                    <a:pt x="1848570" y="4392478"/>
                  </a:lnTo>
                  <a:lnTo>
                    <a:pt x="1848696" y="4392478"/>
                  </a:lnTo>
                  <a:lnTo>
                    <a:pt x="1848822" y="4392478"/>
                  </a:lnTo>
                  <a:lnTo>
                    <a:pt x="1848948" y="4392478"/>
                  </a:lnTo>
                  <a:lnTo>
                    <a:pt x="1849074" y="4392478"/>
                  </a:lnTo>
                  <a:lnTo>
                    <a:pt x="1849200" y="4392478"/>
                  </a:lnTo>
                  <a:lnTo>
                    <a:pt x="1849327" y="4392478"/>
                  </a:lnTo>
                  <a:lnTo>
                    <a:pt x="1849327" y="4387199"/>
                  </a:lnTo>
                  <a:lnTo>
                    <a:pt x="1849453" y="4387199"/>
                  </a:lnTo>
                  <a:lnTo>
                    <a:pt x="1849579" y="4387199"/>
                  </a:lnTo>
                  <a:lnTo>
                    <a:pt x="1849705" y="4387199"/>
                  </a:lnTo>
                  <a:lnTo>
                    <a:pt x="1849831" y="4387199"/>
                  </a:lnTo>
                  <a:lnTo>
                    <a:pt x="1849957" y="4387199"/>
                  </a:lnTo>
                  <a:lnTo>
                    <a:pt x="1850083" y="4387199"/>
                  </a:lnTo>
                  <a:lnTo>
                    <a:pt x="1850209" y="4387199"/>
                  </a:lnTo>
                  <a:lnTo>
                    <a:pt x="1850335" y="4387199"/>
                  </a:lnTo>
                  <a:lnTo>
                    <a:pt x="1850461" y="4387199"/>
                  </a:lnTo>
                  <a:lnTo>
                    <a:pt x="1850587" y="4387199"/>
                  </a:lnTo>
                  <a:lnTo>
                    <a:pt x="1850714" y="4387199"/>
                  </a:lnTo>
                  <a:lnTo>
                    <a:pt x="1850840" y="4387199"/>
                  </a:lnTo>
                  <a:lnTo>
                    <a:pt x="1850966" y="4387199"/>
                  </a:lnTo>
                  <a:lnTo>
                    <a:pt x="1851092" y="4387199"/>
                  </a:lnTo>
                  <a:lnTo>
                    <a:pt x="1851092" y="4381919"/>
                  </a:lnTo>
                  <a:lnTo>
                    <a:pt x="1851218" y="4381919"/>
                  </a:lnTo>
                  <a:lnTo>
                    <a:pt x="1851344" y="4381919"/>
                  </a:lnTo>
                  <a:lnTo>
                    <a:pt x="1851470" y="4381919"/>
                  </a:lnTo>
                  <a:lnTo>
                    <a:pt x="1851596" y="4381919"/>
                  </a:lnTo>
                  <a:lnTo>
                    <a:pt x="1851722" y="4381919"/>
                  </a:lnTo>
                  <a:lnTo>
                    <a:pt x="1851848" y="4381919"/>
                  </a:lnTo>
                  <a:lnTo>
                    <a:pt x="1851974" y="4381919"/>
                  </a:lnTo>
                  <a:lnTo>
                    <a:pt x="1852101" y="4381919"/>
                  </a:lnTo>
                  <a:lnTo>
                    <a:pt x="1852227" y="4381919"/>
                  </a:lnTo>
                  <a:lnTo>
                    <a:pt x="1852353" y="4381919"/>
                  </a:lnTo>
                  <a:lnTo>
                    <a:pt x="1852479" y="4381919"/>
                  </a:lnTo>
                  <a:lnTo>
                    <a:pt x="1852605" y="4381919"/>
                  </a:lnTo>
                  <a:lnTo>
                    <a:pt x="1852731" y="4381919"/>
                  </a:lnTo>
                  <a:lnTo>
                    <a:pt x="1852731" y="4376640"/>
                  </a:lnTo>
                  <a:lnTo>
                    <a:pt x="1852857" y="4376640"/>
                  </a:lnTo>
                  <a:lnTo>
                    <a:pt x="1852983" y="4376640"/>
                  </a:lnTo>
                  <a:lnTo>
                    <a:pt x="1853109" y="4376640"/>
                  </a:lnTo>
                  <a:lnTo>
                    <a:pt x="1853235" y="4376640"/>
                  </a:lnTo>
                  <a:lnTo>
                    <a:pt x="1853361" y="4376640"/>
                  </a:lnTo>
                  <a:lnTo>
                    <a:pt x="1853487" y="4376640"/>
                  </a:lnTo>
                  <a:lnTo>
                    <a:pt x="1853614" y="4376640"/>
                  </a:lnTo>
                  <a:lnTo>
                    <a:pt x="1853740" y="4376640"/>
                  </a:lnTo>
                  <a:lnTo>
                    <a:pt x="1853866" y="4376640"/>
                  </a:lnTo>
                  <a:lnTo>
                    <a:pt x="1853992" y="4376640"/>
                  </a:lnTo>
                  <a:lnTo>
                    <a:pt x="1854118" y="4376640"/>
                  </a:lnTo>
                  <a:lnTo>
                    <a:pt x="1854244" y="4376640"/>
                  </a:lnTo>
                  <a:lnTo>
                    <a:pt x="1854370" y="4376640"/>
                  </a:lnTo>
                  <a:lnTo>
                    <a:pt x="1854496" y="4376640"/>
                  </a:lnTo>
                  <a:lnTo>
                    <a:pt x="1854622" y="4376640"/>
                  </a:lnTo>
                  <a:lnTo>
                    <a:pt x="1854748" y="4376640"/>
                  </a:lnTo>
                  <a:lnTo>
                    <a:pt x="1854874" y="4376640"/>
                  </a:lnTo>
                  <a:lnTo>
                    <a:pt x="1855001" y="4376640"/>
                  </a:lnTo>
                  <a:lnTo>
                    <a:pt x="1855127" y="4376640"/>
                  </a:lnTo>
                  <a:lnTo>
                    <a:pt x="1855253" y="4376640"/>
                  </a:lnTo>
                  <a:lnTo>
                    <a:pt x="1855379" y="4376640"/>
                  </a:lnTo>
                  <a:lnTo>
                    <a:pt x="1855505" y="4376640"/>
                  </a:lnTo>
                  <a:lnTo>
                    <a:pt x="1855631" y="4376640"/>
                  </a:lnTo>
                  <a:lnTo>
                    <a:pt x="1855757" y="4376640"/>
                  </a:lnTo>
                  <a:lnTo>
                    <a:pt x="1855883" y="4376640"/>
                  </a:lnTo>
                  <a:lnTo>
                    <a:pt x="1856009" y="4376640"/>
                  </a:lnTo>
                  <a:lnTo>
                    <a:pt x="1856135" y="4376640"/>
                  </a:lnTo>
                  <a:lnTo>
                    <a:pt x="1856261" y="4376640"/>
                  </a:lnTo>
                  <a:lnTo>
                    <a:pt x="1856387" y="4376640"/>
                  </a:lnTo>
                  <a:lnTo>
                    <a:pt x="1856514" y="4376640"/>
                  </a:lnTo>
                  <a:lnTo>
                    <a:pt x="1856640" y="4376640"/>
                  </a:lnTo>
                  <a:lnTo>
                    <a:pt x="1856766" y="4376640"/>
                  </a:lnTo>
                  <a:lnTo>
                    <a:pt x="1856892" y="4376640"/>
                  </a:lnTo>
                  <a:lnTo>
                    <a:pt x="1857018" y="4376640"/>
                  </a:lnTo>
                  <a:lnTo>
                    <a:pt x="1857144" y="4376640"/>
                  </a:lnTo>
                  <a:lnTo>
                    <a:pt x="1857270" y="4376640"/>
                  </a:lnTo>
                  <a:lnTo>
                    <a:pt x="1857396" y="4376640"/>
                  </a:lnTo>
                  <a:lnTo>
                    <a:pt x="1857522" y="4376640"/>
                  </a:lnTo>
                  <a:lnTo>
                    <a:pt x="1857648" y="4376640"/>
                  </a:lnTo>
                  <a:lnTo>
                    <a:pt x="1857774" y="4376640"/>
                  </a:lnTo>
                  <a:lnTo>
                    <a:pt x="1857901" y="4376640"/>
                  </a:lnTo>
                  <a:lnTo>
                    <a:pt x="1858027" y="4376640"/>
                  </a:lnTo>
                  <a:lnTo>
                    <a:pt x="1858027" y="4371360"/>
                  </a:lnTo>
                  <a:lnTo>
                    <a:pt x="1858153" y="4371360"/>
                  </a:lnTo>
                  <a:lnTo>
                    <a:pt x="1858279" y="4371360"/>
                  </a:lnTo>
                  <a:lnTo>
                    <a:pt x="1858405" y="4371360"/>
                  </a:lnTo>
                  <a:lnTo>
                    <a:pt x="1858531" y="4371360"/>
                  </a:lnTo>
                  <a:lnTo>
                    <a:pt x="1858657" y="4371360"/>
                  </a:lnTo>
                  <a:lnTo>
                    <a:pt x="1858783" y="4371360"/>
                  </a:lnTo>
                  <a:lnTo>
                    <a:pt x="1858909" y="4371360"/>
                  </a:lnTo>
                  <a:lnTo>
                    <a:pt x="1859035" y="4371360"/>
                  </a:lnTo>
                  <a:lnTo>
                    <a:pt x="1859161" y="4371360"/>
                  </a:lnTo>
                  <a:lnTo>
                    <a:pt x="1859288" y="4371360"/>
                  </a:lnTo>
                  <a:lnTo>
                    <a:pt x="1859414" y="4371360"/>
                  </a:lnTo>
                  <a:lnTo>
                    <a:pt x="1859540" y="4371360"/>
                  </a:lnTo>
                  <a:lnTo>
                    <a:pt x="1859666" y="4371360"/>
                  </a:lnTo>
                  <a:lnTo>
                    <a:pt x="1859792" y="4371360"/>
                  </a:lnTo>
                  <a:lnTo>
                    <a:pt x="1859918" y="4371360"/>
                  </a:lnTo>
                  <a:lnTo>
                    <a:pt x="1860044" y="4371360"/>
                  </a:lnTo>
                  <a:lnTo>
                    <a:pt x="1860170" y="4371360"/>
                  </a:lnTo>
                  <a:lnTo>
                    <a:pt x="1860296" y="4371360"/>
                  </a:lnTo>
                  <a:lnTo>
                    <a:pt x="1860422" y="4371360"/>
                  </a:lnTo>
                  <a:lnTo>
                    <a:pt x="1860548" y="4371360"/>
                  </a:lnTo>
                  <a:lnTo>
                    <a:pt x="1860548" y="4366081"/>
                  </a:lnTo>
                  <a:lnTo>
                    <a:pt x="1860674" y="4366081"/>
                  </a:lnTo>
                  <a:lnTo>
                    <a:pt x="1860801" y="4366081"/>
                  </a:lnTo>
                  <a:lnTo>
                    <a:pt x="1860927" y="4366081"/>
                  </a:lnTo>
                  <a:lnTo>
                    <a:pt x="1861053" y="4366081"/>
                  </a:lnTo>
                  <a:lnTo>
                    <a:pt x="1861179" y="4366081"/>
                  </a:lnTo>
                  <a:lnTo>
                    <a:pt x="1861305" y="4366081"/>
                  </a:lnTo>
                  <a:lnTo>
                    <a:pt x="1861431" y="4366081"/>
                  </a:lnTo>
                  <a:lnTo>
                    <a:pt x="1861557" y="4366081"/>
                  </a:lnTo>
                  <a:lnTo>
                    <a:pt x="1861683" y="4366081"/>
                  </a:lnTo>
                  <a:lnTo>
                    <a:pt x="1861809" y="4366081"/>
                  </a:lnTo>
                  <a:lnTo>
                    <a:pt x="1861809" y="4360802"/>
                  </a:lnTo>
                  <a:lnTo>
                    <a:pt x="1861935" y="4360802"/>
                  </a:lnTo>
                  <a:lnTo>
                    <a:pt x="1862061" y="4360802"/>
                  </a:lnTo>
                  <a:lnTo>
                    <a:pt x="1862188" y="4360802"/>
                  </a:lnTo>
                  <a:lnTo>
                    <a:pt x="1862314" y="4360802"/>
                  </a:lnTo>
                  <a:lnTo>
                    <a:pt x="1862440" y="4360802"/>
                  </a:lnTo>
                  <a:lnTo>
                    <a:pt x="1862566" y="4360802"/>
                  </a:lnTo>
                  <a:lnTo>
                    <a:pt x="1862692" y="4360802"/>
                  </a:lnTo>
                  <a:lnTo>
                    <a:pt x="1862818" y="4360802"/>
                  </a:lnTo>
                  <a:lnTo>
                    <a:pt x="1862944" y="4360802"/>
                  </a:lnTo>
                  <a:lnTo>
                    <a:pt x="1863070" y="4360802"/>
                  </a:lnTo>
                  <a:lnTo>
                    <a:pt x="1863196" y="4360802"/>
                  </a:lnTo>
                  <a:lnTo>
                    <a:pt x="1863322" y="4360802"/>
                  </a:lnTo>
                  <a:lnTo>
                    <a:pt x="1863322" y="4355522"/>
                  </a:lnTo>
                  <a:lnTo>
                    <a:pt x="1863448" y="4355522"/>
                  </a:lnTo>
                  <a:lnTo>
                    <a:pt x="1863574" y="4355522"/>
                  </a:lnTo>
                  <a:lnTo>
                    <a:pt x="1863701" y="4355522"/>
                  </a:lnTo>
                  <a:lnTo>
                    <a:pt x="1863827" y="4355522"/>
                  </a:lnTo>
                  <a:lnTo>
                    <a:pt x="1863953" y="4355522"/>
                  </a:lnTo>
                  <a:lnTo>
                    <a:pt x="1864079" y="4355522"/>
                  </a:lnTo>
                  <a:lnTo>
                    <a:pt x="1864205" y="4355522"/>
                  </a:lnTo>
                  <a:lnTo>
                    <a:pt x="1864331" y="4355522"/>
                  </a:lnTo>
                  <a:lnTo>
                    <a:pt x="1864457" y="4355522"/>
                  </a:lnTo>
                  <a:lnTo>
                    <a:pt x="1864583" y="4355522"/>
                  </a:lnTo>
                  <a:lnTo>
                    <a:pt x="1864583" y="4350243"/>
                  </a:lnTo>
                  <a:lnTo>
                    <a:pt x="1864709" y="4350243"/>
                  </a:lnTo>
                  <a:lnTo>
                    <a:pt x="1864835" y="4350243"/>
                  </a:lnTo>
                  <a:lnTo>
                    <a:pt x="1864961" y="4350243"/>
                  </a:lnTo>
                  <a:lnTo>
                    <a:pt x="1865088" y="4350243"/>
                  </a:lnTo>
                  <a:lnTo>
                    <a:pt x="1865214" y="4350243"/>
                  </a:lnTo>
                  <a:lnTo>
                    <a:pt x="1865340" y="4350243"/>
                  </a:lnTo>
                  <a:lnTo>
                    <a:pt x="1865466" y="4350243"/>
                  </a:lnTo>
                  <a:lnTo>
                    <a:pt x="1865592" y="4350243"/>
                  </a:lnTo>
                  <a:lnTo>
                    <a:pt x="1865718" y="4350243"/>
                  </a:lnTo>
                  <a:lnTo>
                    <a:pt x="1865844" y="4350243"/>
                  </a:lnTo>
                  <a:lnTo>
                    <a:pt x="1865970" y="4350243"/>
                  </a:lnTo>
                  <a:lnTo>
                    <a:pt x="1866096" y="4350243"/>
                  </a:lnTo>
                  <a:lnTo>
                    <a:pt x="1866222" y="4350243"/>
                  </a:lnTo>
                  <a:lnTo>
                    <a:pt x="1866348" y="4350243"/>
                  </a:lnTo>
                  <a:lnTo>
                    <a:pt x="1866474" y="4350243"/>
                  </a:lnTo>
                  <a:lnTo>
                    <a:pt x="1866601" y="4350243"/>
                  </a:lnTo>
                  <a:lnTo>
                    <a:pt x="1866727" y="4350243"/>
                  </a:lnTo>
                  <a:lnTo>
                    <a:pt x="1866853" y="4350243"/>
                  </a:lnTo>
                  <a:lnTo>
                    <a:pt x="1866979" y="4350243"/>
                  </a:lnTo>
                  <a:lnTo>
                    <a:pt x="1867105" y="4350243"/>
                  </a:lnTo>
                  <a:lnTo>
                    <a:pt x="1867231" y="4350243"/>
                  </a:lnTo>
                  <a:lnTo>
                    <a:pt x="1867357" y="4350243"/>
                  </a:lnTo>
                  <a:lnTo>
                    <a:pt x="1867483" y="4350243"/>
                  </a:lnTo>
                  <a:lnTo>
                    <a:pt x="1867609" y="4350243"/>
                  </a:lnTo>
                  <a:lnTo>
                    <a:pt x="1867735" y="4350243"/>
                  </a:lnTo>
                  <a:lnTo>
                    <a:pt x="1867861" y="4350243"/>
                  </a:lnTo>
                  <a:lnTo>
                    <a:pt x="1867988" y="4350243"/>
                  </a:lnTo>
                  <a:lnTo>
                    <a:pt x="1868114" y="4350243"/>
                  </a:lnTo>
                  <a:lnTo>
                    <a:pt x="1868240" y="4350243"/>
                  </a:lnTo>
                  <a:lnTo>
                    <a:pt x="1868366" y="4350243"/>
                  </a:lnTo>
                  <a:lnTo>
                    <a:pt x="1868492" y="4350243"/>
                  </a:lnTo>
                  <a:lnTo>
                    <a:pt x="1868618" y="4350243"/>
                  </a:lnTo>
                  <a:lnTo>
                    <a:pt x="1868744" y="4350243"/>
                  </a:lnTo>
                  <a:lnTo>
                    <a:pt x="1868744" y="4344963"/>
                  </a:lnTo>
                  <a:lnTo>
                    <a:pt x="1868870" y="4344963"/>
                  </a:lnTo>
                  <a:lnTo>
                    <a:pt x="1868996" y="4344963"/>
                  </a:lnTo>
                  <a:lnTo>
                    <a:pt x="1869122" y="4344963"/>
                  </a:lnTo>
                  <a:lnTo>
                    <a:pt x="1869248" y="4344963"/>
                  </a:lnTo>
                  <a:lnTo>
                    <a:pt x="1869375" y="4344963"/>
                  </a:lnTo>
                  <a:lnTo>
                    <a:pt x="1869501" y="4344963"/>
                  </a:lnTo>
                  <a:lnTo>
                    <a:pt x="1869627" y="4344963"/>
                  </a:lnTo>
                  <a:lnTo>
                    <a:pt x="1869753" y="4344963"/>
                  </a:lnTo>
                  <a:lnTo>
                    <a:pt x="1869879" y="4344963"/>
                  </a:lnTo>
                  <a:lnTo>
                    <a:pt x="1870005" y="4344963"/>
                  </a:lnTo>
                  <a:lnTo>
                    <a:pt x="1870131" y="4344963"/>
                  </a:lnTo>
                  <a:lnTo>
                    <a:pt x="1870257" y="4344963"/>
                  </a:lnTo>
                  <a:lnTo>
                    <a:pt x="1870383" y="4344963"/>
                  </a:lnTo>
                  <a:lnTo>
                    <a:pt x="1870509" y="4344963"/>
                  </a:lnTo>
                  <a:lnTo>
                    <a:pt x="1870635" y="4344963"/>
                  </a:lnTo>
                  <a:lnTo>
                    <a:pt x="1870761" y="4344963"/>
                  </a:lnTo>
                  <a:lnTo>
                    <a:pt x="1870888" y="4344963"/>
                  </a:lnTo>
                  <a:lnTo>
                    <a:pt x="1871014" y="4344963"/>
                  </a:lnTo>
                  <a:lnTo>
                    <a:pt x="1871140" y="4344963"/>
                  </a:lnTo>
                  <a:lnTo>
                    <a:pt x="1871266" y="4344963"/>
                  </a:lnTo>
                  <a:lnTo>
                    <a:pt x="1871392" y="4344963"/>
                  </a:lnTo>
                  <a:lnTo>
                    <a:pt x="1871518" y="4344963"/>
                  </a:lnTo>
                  <a:lnTo>
                    <a:pt x="1871644" y="4344963"/>
                  </a:lnTo>
                  <a:lnTo>
                    <a:pt x="1871770" y="4344963"/>
                  </a:lnTo>
                  <a:lnTo>
                    <a:pt x="1871896" y="4344963"/>
                  </a:lnTo>
                  <a:lnTo>
                    <a:pt x="1872022" y="4344963"/>
                  </a:lnTo>
                  <a:lnTo>
                    <a:pt x="1872148" y="4344963"/>
                  </a:lnTo>
                  <a:lnTo>
                    <a:pt x="1872275" y="4344963"/>
                  </a:lnTo>
                  <a:lnTo>
                    <a:pt x="1872401" y="4344963"/>
                  </a:lnTo>
                  <a:lnTo>
                    <a:pt x="1872527" y="4344963"/>
                  </a:lnTo>
                  <a:lnTo>
                    <a:pt x="1872653" y="4344963"/>
                  </a:lnTo>
                  <a:lnTo>
                    <a:pt x="1872779" y="4344963"/>
                  </a:lnTo>
                  <a:lnTo>
                    <a:pt x="1872905" y="4344963"/>
                  </a:lnTo>
                  <a:lnTo>
                    <a:pt x="1873031" y="4344963"/>
                  </a:lnTo>
                  <a:lnTo>
                    <a:pt x="1873157" y="4344963"/>
                  </a:lnTo>
                  <a:lnTo>
                    <a:pt x="1873283" y="4344963"/>
                  </a:lnTo>
                  <a:lnTo>
                    <a:pt x="1873409" y="4344963"/>
                  </a:lnTo>
                  <a:lnTo>
                    <a:pt x="1873409" y="4339684"/>
                  </a:lnTo>
                  <a:lnTo>
                    <a:pt x="1873535" y="4339684"/>
                  </a:lnTo>
                  <a:lnTo>
                    <a:pt x="1873661" y="4339684"/>
                  </a:lnTo>
                  <a:lnTo>
                    <a:pt x="1873788" y="4339684"/>
                  </a:lnTo>
                  <a:lnTo>
                    <a:pt x="1873914" y="4339684"/>
                  </a:lnTo>
                  <a:lnTo>
                    <a:pt x="1874040" y="4339684"/>
                  </a:lnTo>
                  <a:lnTo>
                    <a:pt x="1874166" y="4339684"/>
                  </a:lnTo>
                  <a:lnTo>
                    <a:pt x="1874292" y="4339684"/>
                  </a:lnTo>
                  <a:lnTo>
                    <a:pt x="1874418" y="4339684"/>
                  </a:lnTo>
                  <a:lnTo>
                    <a:pt x="1874544" y="4339684"/>
                  </a:lnTo>
                  <a:lnTo>
                    <a:pt x="1874670" y="4339684"/>
                  </a:lnTo>
                  <a:lnTo>
                    <a:pt x="1874796" y="4339684"/>
                  </a:lnTo>
                  <a:lnTo>
                    <a:pt x="1874922" y="4339684"/>
                  </a:lnTo>
                  <a:lnTo>
                    <a:pt x="1874922" y="4334404"/>
                  </a:lnTo>
                  <a:lnTo>
                    <a:pt x="1875048" y="4334404"/>
                  </a:lnTo>
                  <a:lnTo>
                    <a:pt x="1875175" y="4334404"/>
                  </a:lnTo>
                  <a:lnTo>
                    <a:pt x="1875301" y="4334404"/>
                  </a:lnTo>
                  <a:lnTo>
                    <a:pt x="1875427" y="4334404"/>
                  </a:lnTo>
                  <a:lnTo>
                    <a:pt x="1875553" y="4334404"/>
                  </a:lnTo>
                  <a:lnTo>
                    <a:pt x="1875679" y="4334404"/>
                  </a:lnTo>
                  <a:lnTo>
                    <a:pt x="1875805" y="4334404"/>
                  </a:lnTo>
                  <a:lnTo>
                    <a:pt x="1875931" y="4334404"/>
                  </a:lnTo>
                  <a:lnTo>
                    <a:pt x="1876057" y="4334404"/>
                  </a:lnTo>
                  <a:lnTo>
                    <a:pt x="1876183" y="4334404"/>
                  </a:lnTo>
                  <a:lnTo>
                    <a:pt x="1876309" y="4334404"/>
                  </a:lnTo>
                  <a:lnTo>
                    <a:pt x="1876435" y="4334404"/>
                  </a:lnTo>
                  <a:lnTo>
                    <a:pt x="1876562" y="4334404"/>
                  </a:lnTo>
                  <a:lnTo>
                    <a:pt x="1876688" y="4334404"/>
                  </a:lnTo>
                  <a:lnTo>
                    <a:pt x="1876814" y="4334404"/>
                  </a:lnTo>
                  <a:lnTo>
                    <a:pt x="1876940" y="4334404"/>
                  </a:lnTo>
                  <a:lnTo>
                    <a:pt x="1877066" y="4334404"/>
                  </a:lnTo>
                  <a:lnTo>
                    <a:pt x="1877192" y="4334404"/>
                  </a:lnTo>
                  <a:lnTo>
                    <a:pt x="1877318" y="4334404"/>
                  </a:lnTo>
                  <a:lnTo>
                    <a:pt x="1877444" y="4334404"/>
                  </a:lnTo>
                  <a:lnTo>
                    <a:pt x="1877570" y="4334404"/>
                  </a:lnTo>
                  <a:lnTo>
                    <a:pt x="1877696" y="4334404"/>
                  </a:lnTo>
                  <a:lnTo>
                    <a:pt x="1877822" y="4334404"/>
                  </a:lnTo>
                  <a:lnTo>
                    <a:pt x="1877948" y="4334404"/>
                  </a:lnTo>
                  <a:lnTo>
                    <a:pt x="1878075" y="4334404"/>
                  </a:lnTo>
                  <a:lnTo>
                    <a:pt x="1878201" y="4334404"/>
                  </a:lnTo>
                  <a:lnTo>
                    <a:pt x="1878327" y="4334404"/>
                  </a:lnTo>
                  <a:lnTo>
                    <a:pt x="1878453" y="4334404"/>
                  </a:lnTo>
                  <a:lnTo>
                    <a:pt x="1878579" y="4334404"/>
                  </a:lnTo>
                  <a:lnTo>
                    <a:pt x="1878705" y="4334404"/>
                  </a:lnTo>
                  <a:lnTo>
                    <a:pt x="1878831" y="4334404"/>
                  </a:lnTo>
                  <a:lnTo>
                    <a:pt x="1878957" y="4334404"/>
                  </a:lnTo>
                  <a:lnTo>
                    <a:pt x="1879083" y="4334404"/>
                  </a:lnTo>
                  <a:lnTo>
                    <a:pt x="1879209" y="4334404"/>
                  </a:lnTo>
                  <a:lnTo>
                    <a:pt x="1879335" y="4334404"/>
                  </a:lnTo>
                  <a:lnTo>
                    <a:pt x="1879462" y="4334404"/>
                  </a:lnTo>
                  <a:lnTo>
                    <a:pt x="1879588" y="4334404"/>
                  </a:lnTo>
                  <a:lnTo>
                    <a:pt x="1879714" y="4334404"/>
                  </a:lnTo>
                  <a:lnTo>
                    <a:pt x="1879840" y="4334404"/>
                  </a:lnTo>
                  <a:lnTo>
                    <a:pt x="1879966" y="4334404"/>
                  </a:lnTo>
                  <a:lnTo>
                    <a:pt x="1880092" y="4334404"/>
                  </a:lnTo>
                  <a:lnTo>
                    <a:pt x="1880218" y="4334404"/>
                  </a:lnTo>
                  <a:lnTo>
                    <a:pt x="1880344" y="4334404"/>
                  </a:lnTo>
                  <a:lnTo>
                    <a:pt x="1880470" y="4334404"/>
                  </a:lnTo>
                  <a:lnTo>
                    <a:pt x="1880596" y="4334404"/>
                  </a:lnTo>
                  <a:lnTo>
                    <a:pt x="1880722" y="4334404"/>
                  </a:lnTo>
                  <a:lnTo>
                    <a:pt x="1880848" y="4334404"/>
                  </a:lnTo>
                  <a:lnTo>
                    <a:pt x="1880975" y="4334404"/>
                  </a:lnTo>
                  <a:lnTo>
                    <a:pt x="1881101" y="4334404"/>
                  </a:lnTo>
                  <a:lnTo>
                    <a:pt x="1881227" y="4334404"/>
                  </a:lnTo>
                  <a:lnTo>
                    <a:pt x="1881353" y="4334404"/>
                  </a:lnTo>
                  <a:lnTo>
                    <a:pt x="1881479" y="4334404"/>
                  </a:lnTo>
                  <a:lnTo>
                    <a:pt x="1881605" y="4334404"/>
                  </a:lnTo>
                  <a:lnTo>
                    <a:pt x="1881731" y="4334404"/>
                  </a:lnTo>
                  <a:lnTo>
                    <a:pt x="1881857" y="4334404"/>
                  </a:lnTo>
                  <a:lnTo>
                    <a:pt x="1881983" y="4334404"/>
                  </a:lnTo>
                  <a:lnTo>
                    <a:pt x="1882109" y="4334404"/>
                  </a:lnTo>
                  <a:lnTo>
                    <a:pt x="1882235" y="4334404"/>
                  </a:lnTo>
                  <a:lnTo>
                    <a:pt x="1882362" y="4334404"/>
                  </a:lnTo>
                  <a:lnTo>
                    <a:pt x="1882488" y="4334404"/>
                  </a:lnTo>
                  <a:lnTo>
                    <a:pt x="1882488" y="4329125"/>
                  </a:lnTo>
                  <a:lnTo>
                    <a:pt x="1882614" y="4329125"/>
                  </a:lnTo>
                  <a:lnTo>
                    <a:pt x="1882740" y="4329125"/>
                  </a:lnTo>
                  <a:lnTo>
                    <a:pt x="1882866" y="4329125"/>
                  </a:lnTo>
                  <a:lnTo>
                    <a:pt x="1882992" y="4329125"/>
                  </a:lnTo>
                  <a:lnTo>
                    <a:pt x="1883118" y="4329125"/>
                  </a:lnTo>
                  <a:lnTo>
                    <a:pt x="1883244" y="4329125"/>
                  </a:lnTo>
                  <a:lnTo>
                    <a:pt x="1883370" y="4329125"/>
                  </a:lnTo>
                  <a:lnTo>
                    <a:pt x="1883496" y="4329125"/>
                  </a:lnTo>
                  <a:lnTo>
                    <a:pt x="1883622" y="4329125"/>
                  </a:lnTo>
                  <a:lnTo>
                    <a:pt x="1883749" y="4329125"/>
                  </a:lnTo>
                  <a:lnTo>
                    <a:pt x="1883875" y="4329125"/>
                  </a:lnTo>
                  <a:lnTo>
                    <a:pt x="1884001" y="4329125"/>
                  </a:lnTo>
                  <a:lnTo>
                    <a:pt x="1884127" y="4329125"/>
                  </a:lnTo>
                  <a:lnTo>
                    <a:pt x="1884253" y="4329125"/>
                  </a:lnTo>
                  <a:lnTo>
                    <a:pt x="1884379" y="4329125"/>
                  </a:lnTo>
                  <a:lnTo>
                    <a:pt x="1884505" y="4329125"/>
                  </a:lnTo>
                  <a:lnTo>
                    <a:pt x="1884631" y="4329125"/>
                  </a:lnTo>
                  <a:lnTo>
                    <a:pt x="1884757" y="4329125"/>
                  </a:lnTo>
                  <a:lnTo>
                    <a:pt x="1884883" y="4329125"/>
                  </a:lnTo>
                  <a:lnTo>
                    <a:pt x="1885009" y="4329125"/>
                  </a:lnTo>
                  <a:lnTo>
                    <a:pt x="1885135" y="4329125"/>
                  </a:lnTo>
                  <a:lnTo>
                    <a:pt x="1885262" y="4329125"/>
                  </a:lnTo>
                  <a:lnTo>
                    <a:pt x="1885388" y="4329125"/>
                  </a:lnTo>
                  <a:lnTo>
                    <a:pt x="1885514" y="4329125"/>
                  </a:lnTo>
                  <a:lnTo>
                    <a:pt x="1885640" y="4329125"/>
                  </a:lnTo>
                  <a:lnTo>
                    <a:pt x="1885766" y="4329125"/>
                  </a:lnTo>
                  <a:lnTo>
                    <a:pt x="1885766" y="4323846"/>
                  </a:lnTo>
                  <a:lnTo>
                    <a:pt x="1885892" y="4323846"/>
                  </a:lnTo>
                  <a:lnTo>
                    <a:pt x="1886018" y="4323846"/>
                  </a:lnTo>
                  <a:lnTo>
                    <a:pt x="1886144" y="4323846"/>
                  </a:lnTo>
                  <a:lnTo>
                    <a:pt x="1886270" y="4323846"/>
                  </a:lnTo>
                  <a:lnTo>
                    <a:pt x="1886396" y="4323846"/>
                  </a:lnTo>
                  <a:lnTo>
                    <a:pt x="1886522" y="4323846"/>
                  </a:lnTo>
                  <a:lnTo>
                    <a:pt x="1886649" y="4323846"/>
                  </a:lnTo>
                  <a:lnTo>
                    <a:pt x="1886775" y="4323846"/>
                  </a:lnTo>
                  <a:lnTo>
                    <a:pt x="1886901" y="4323846"/>
                  </a:lnTo>
                  <a:lnTo>
                    <a:pt x="1887027" y="4323846"/>
                  </a:lnTo>
                  <a:lnTo>
                    <a:pt x="1887153" y="4323846"/>
                  </a:lnTo>
                  <a:lnTo>
                    <a:pt x="1887279" y="4323846"/>
                  </a:lnTo>
                  <a:lnTo>
                    <a:pt x="1887405" y="4323846"/>
                  </a:lnTo>
                  <a:lnTo>
                    <a:pt x="1887531" y="4323846"/>
                  </a:lnTo>
                  <a:lnTo>
                    <a:pt x="1887657" y="4323846"/>
                  </a:lnTo>
                  <a:lnTo>
                    <a:pt x="1887783" y="4323846"/>
                  </a:lnTo>
                  <a:lnTo>
                    <a:pt x="1887909" y="4323846"/>
                  </a:lnTo>
                  <a:lnTo>
                    <a:pt x="1888035" y="4323846"/>
                  </a:lnTo>
                  <a:lnTo>
                    <a:pt x="1888162" y="4323846"/>
                  </a:lnTo>
                  <a:lnTo>
                    <a:pt x="1888288" y="4323846"/>
                  </a:lnTo>
                  <a:lnTo>
                    <a:pt x="1888414" y="4323846"/>
                  </a:lnTo>
                  <a:lnTo>
                    <a:pt x="1888540" y="4323846"/>
                  </a:lnTo>
                  <a:lnTo>
                    <a:pt x="1888666" y="4323846"/>
                  </a:lnTo>
                  <a:lnTo>
                    <a:pt x="1888792" y="4323846"/>
                  </a:lnTo>
                  <a:lnTo>
                    <a:pt x="1888918" y="4323846"/>
                  </a:lnTo>
                  <a:lnTo>
                    <a:pt x="1889044" y="4323846"/>
                  </a:lnTo>
                  <a:lnTo>
                    <a:pt x="1889170" y="4323846"/>
                  </a:lnTo>
                  <a:lnTo>
                    <a:pt x="1889296" y="4323846"/>
                  </a:lnTo>
                  <a:lnTo>
                    <a:pt x="1889422" y="4323846"/>
                  </a:lnTo>
                  <a:lnTo>
                    <a:pt x="1889549" y="4323846"/>
                  </a:lnTo>
                  <a:lnTo>
                    <a:pt x="1889675" y="4323846"/>
                  </a:lnTo>
                  <a:lnTo>
                    <a:pt x="1889801" y="4323846"/>
                  </a:lnTo>
                  <a:lnTo>
                    <a:pt x="1889801" y="4318566"/>
                  </a:lnTo>
                  <a:lnTo>
                    <a:pt x="1889927" y="4318566"/>
                  </a:lnTo>
                  <a:lnTo>
                    <a:pt x="1890053" y="4318566"/>
                  </a:lnTo>
                  <a:lnTo>
                    <a:pt x="1890179" y="4318566"/>
                  </a:lnTo>
                  <a:lnTo>
                    <a:pt x="1890305" y="4318566"/>
                  </a:lnTo>
                  <a:lnTo>
                    <a:pt x="1890431" y="4318566"/>
                  </a:lnTo>
                  <a:lnTo>
                    <a:pt x="1890557" y="4318566"/>
                  </a:lnTo>
                  <a:lnTo>
                    <a:pt x="1890683" y="4318566"/>
                  </a:lnTo>
                  <a:lnTo>
                    <a:pt x="1890809" y="4318566"/>
                  </a:lnTo>
                  <a:lnTo>
                    <a:pt x="1890935" y="4318566"/>
                  </a:lnTo>
                  <a:lnTo>
                    <a:pt x="1891062" y="4318566"/>
                  </a:lnTo>
                  <a:lnTo>
                    <a:pt x="1891188" y="4318566"/>
                  </a:lnTo>
                  <a:lnTo>
                    <a:pt x="1891314" y="4318566"/>
                  </a:lnTo>
                  <a:lnTo>
                    <a:pt x="1891440" y="4318566"/>
                  </a:lnTo>
                  <a:lnTo>
                    <a:pt x="1891566" y="4318566"/>
                  </a:lnTo>
                  <a:lnTo>
                    <a:pt x="1891692" y="4318566"/>
                  </a:lnTo>
                  <a:lnTo>
                    <a:pt x="1891818" y="4318566"/>
                  </a:lnTo>
                  <a:lnTo>
                    <a:pt x="1891944" y="4318566"/>
                  </a:lnTo>
                  <a:lnTo>
                    <a:pt x="1892070" y="4318566"/>
                  </a:lnTo>
                  <a:lnTo>
                    <a:pt x="1892196" y="4318566"/>
                  </a:lnTo>
                  <a:lnTo>
                    <a:pt x="1892322" y="4318566"/>
                  </a:lnTo>
                  <a:lnTo>
                    <a:pt x="1892449" y="4318566"/>
                  </a:lnTo>
                  <a:lnTo>
                    <a:pt x="1892575" y="4318566"/>
                  </a:lnTo>
                  <a:lnTo>
                    <a:pt x="1892701" y="4318566"/>
                  </a:lnTo>
                  <a:lnTo>
                    <a:pt x="1892827" y="4318566"/>
                  </a:lnTo>
                  <a:lnTo>
                    <a:pt x="1892953" y="4318566"/>
                  </a:lnTo>
                  <a:lnTo>
                    <a:pt x="1893079" y="4318566"/>
                  </a:lnTo>
                  <a:lnTo>
                    <a:pt x="1893205" y="4318566"/>
                  </a:lnTo>
                  <a:lnTo>
                    <a:pt x="1893331" y="4318566"/>
                  </a:lnTo>
                  <a:lnTo>
                    <a:pt x="1893457" y="4318566"/>
                  </a:lnTo>
                  <a:lnTo>
                    <a:pt x="1893583" y="4318566"/>
                  </a:lnTo>
                  <a:lnTo>
                    <a:pt x="1893709" y="4318566"/>
                  </a:lnTo>
                  <a:lnTo>
                    <a:pt x="1893836" y="4318566"/>
                  </a:lnTo>
                  <a:lnTo>
                    <a:pt x="1893962" y="4318566"/>
                  </a:lnTo>
                  <a:lnTo>
                    <a:pt x="1894088" y="4318566"/>
                  </a:lnTo>
                  <a:lnTo>
                    <a:pt x="1894214" y="4318566"/>
                  </a:lnTo>
                  <a:lnTo>
                    <a:pt x="1894340" y="4318566"/>
                  </a:lnTo>
                  <a:lnTo>
                    <a:pt x="1894466" y="4318566"/>
                  </a:lnTo>
                  <a:lnTo>
                    <a:pt x="1894592" y="4318566"/>
                  </a:lnTo>
                  <a:lnTo>
                    <a:pt x="1894718" y="4318566"/>
                  </a:lnTo>
                  <a:lnTo>
                    <a:pt x="1894844" y="4318566"/>
                  </a:lnTo>
                  <a:lnTo>
                    <a:pt x="1894970" y="4318566"/>
                  </a:lnTo>
                  <a:lnTo>
                    <a:pt x="1895096" y="4318566"/>
                  </a:lnTo>
                  <a:lnTo>
                    <a:pt x="1895222" y="4318566"/>
                  </a:lnTo>
                  <a:lnTo>
                    <a:pt x="1895349" y="4318566"/>
                  </a:lnTo>
                  <a:lnTo>
                    <a:pt x="1895475" y="4318566"/>
                  </a:lnTo>
                  <a:lnTo>
                    <a:pt x="1895601" y="4318566"/>
                  </a:lnTo>
                  <a:lnTo>
                    <a:pt x="1895727" y="4318566"/>
                  </a:lnTo>
                  <a:lnTo>
                    <a:pt x="1895853" y="4318566"/>
                  </a:lnTo>
                  <a:lnTo>
                    <a:pt x="1895979" y="4318566"/>
                  </a:lnTo>
                  <a:lnTo>
                    <a:pt x="1896105" y="4318566"/>
                  </a:lnTo>
                  <a:lnTo>
                    <a:pt x="1896231" y="4318566"/>
                  </a:lnTo>
                  <a:lnTo>
                    <a:pt x="1896357" y="4318566"/>
                  </a:lnTo>
                  <a:lnTo>
                    <a:pt x="1896357" y="4313287"/>
                  </a:lnTo>
                  <a:lnTo>
                    <a:pt x="1896357" y="4308007"/>
                  </a:lnTo>
                  <a:lnTo>
                    <a:pt x="1896483" y="4308007"/>
                  </a:lnTo>
                  <a:lnTo>
                    <a:pt x="1896609" y="4308007"/>
                  </a:lnTo>
                  <a:lnTo>
                    <a:pt x="1896736" y="4308007"/>
                  </a:lnTo>
                  <a:lnTo>
                    <a:pt x="1896862" y="4308007"/>
                  </a:lnTo>
                  <a:lnTo>
                    <a:pt x="1896988" y="4308007"/>
                  </a:lnTo>
                  <a:lnTo>
                    <a:pt x="1897114" y="4308007"/>
                  </a:lnTo>
                  <a:lnTo>
                    <a:pt x="1897240" y="4308007"/>
                  </a:lnTo>
                  <a:lnTo>
                    <a:pt x="1897366" y="4308007"/>
                  </a:lnTo>
                  <a:lnTo>
                    <a:pt x="1897492" y="4308007"/>
                  </a:lnTo>
                  <a:lnTo>
                    <a:pt x="1897618" y="4308007"/>
                  </a:lnTo>
                  <a:lnTo>
                    <a:pt x="1897744" y="4308007"/>
                  </a:lnTo>
                  <a:lnTo>
                    <a:pt x="1897870" y="4308007"/>
                  </a:lnTo>
                  <a:lnTo>
                    <a:pt x="1897996" y="4308007"/>
                  </a:lnTo>
                  <a:lnTo>
                    <a:pt x="1898122" y="4308007"/>
                  </a:lnTo>
                  <a:lnTo>
                    <a:pt x="1898249" y="4308007"/>
                  </a:lnTo>
                  <a:lnTo>
                    <a:pt x="1898375" y="4308007"/>
                  </a:lnTo>
                  <a:lnTo>
                    <a:pt x="1898501" y="4308007"/>
                  </a:lnTo>
                  <a:lnTo>
                    <a:pt x="1898627" y="4308007"/>
                  </a:lnTo>
                  <a:lnTo>
                    <a:pt x="1898753" y="4308007"/>
                  </a:lnTo>
                  <a:lnTo>
                    <a:pt x="1898879" y="4308007"/>
                  </a:lnTo>
                  <a:lnTo>
                    <a:pt x="1899005" y="4308007"/>
                  </a:lnTo>
                  <a:lnTo>
                    <a:pt x="1899131" y="4308007"/>
                  </a:lnTo>
                  <a:lnTo>
                    <a:pt x="1899257" y="4308007"/>
                  </a:lnTo>
                  <a:lnTo>
                    <a:pt x="1899383" y="4308007"/>
                  </a:lnTo>
                  <a:lnTo>
                    <a:pt x="1899509" y="4308007"/>
                  </a:lnTo>
                  <a:lnTo>
                    <a:pt x="1899636" y="4308007"/>
                  </a:lnTo>
                  <a:lnTo>
                    <a:pt x="1899762" y="4308007"/>
                  </a:lnTo>
                  <a:lnTo>
                    <a:pt x="1899888" y="4308007"/>
                  </a:lnTo>
                  <a:lnTo>
                    <a:pt x="1899888" y="4302728"/>
                  </a:lnTo>
                  <a:lnTo>
                    <a:pt x="1900014" y="4302728"/>
                  </a:lnTo>
                  <a:lnTo>
                    <a:pt x="1900140" y="4302728"/>
                  </a:lnTo>
                  <a:lnTo>
                    <a:pt x="1900266" y="4302728"/>
                  </a:lnTo>
                  <a:lnTo>
                    <a:pt x="1900392" y="4302728"/>
                  </a:lnTo>
                  <a:lnTo>
                    <a:pt x="1900518" y="4302728"/>
                  </a:lnTo>
                  <a:lnTo>
                    <a:pt x="1900644" y="4302728"/>
                  </a:lnTo>
                  <a:lnTo>
                    <a:pt x="1900770" y="4302728"/>
                  </a:lnTo>
                  <a:lnTo>
                    <a:pt x="1900896" y="4302728"/>
                  </a:lnTo>
                  <a:lnTo>
                    <a:pt x="1901023" y="4302728"/>
                  </a:lnTo>
                  <a:lnTo>
                    <a:pt x="1901149" y="4302728"/>
                  </a:lnTo>
                  <a:lnTo>
                    <a:pt x="1901275" y="4302728"/>
                  </a:lnTo>
                  <a:lnTo>
                    <a:pt x="1901401" y="4302728"/>
                  </a:lnTo>
                  <a:lnTo>
                    <a:pt x="1901527" y="4302728"/>
                  </a:lnTo>
                  <a:lnTo>
                    <a:pt x="1901653" y="4302728"/>
                  </a:lnTo>
                  <a:lnTo>
                    <a:pt x="1901779" y="4302728"/>
                  </a:lnTo>
                  <a:lnTo>
                    <a:pt x="1901905" y="4302728"/>
                  </a:lnTo>
                  <a:lnTo>
                    <a:pt x="1902031" y="4302728"/>
                  </a:lnTo>
                  <a:lnTo>
                    <a:pt x="1902157" y="4302728"/>
                  </a:lnTo>
                  <a:lnTo>
                    <a:pt x="1902283" y="4302728"/>
                  </a:lnTo>
                  <a:lnTo>
                    <a:pt x="1902409" y="4302728"/>
                  </a:lnTo>
                  <a:lnTo>
                    <a:pt x="1902536" y="4302728"/>
                  </a:lnTo>
                  <a:lnTo>
                    <a:pt x="1902662" y="4302728"/>
                  </a:lnTo>
                  <a:lnTo>
                    <a:pt x="1902788" y="4302728"/>
                  </a:lnTo>
                  <a:lnTo>
                    <a:pt x="1902914" y="4302728"/>
                  </a:lnTo>
                  <a:lnTo>
                    <a:pt x="1903040" y="4302728"/>
                  </a:lnTo>
                  <a:lnTo>
                    <a:pt x="1903166" y="4302728"/>
                  </a:lnTo>
                  <a:lnTo>
                    <a:pt x="1903292" y="4302728"/>
                  </a:lnTo>
                  <a:lnTo>
                    <a:pt x="1903418" y="4302728"/>
                  </a:lnTo>
                  <a:lnTo>
                    <a:pt x="1903418" y="4297448"/>
                  </a:lnTo>
                  <a:lnTo>
                    <a:pt x="1903544" y="4297448"/>
                  </a:lnTo>
                  <a:lnTo>
                    <a:pt x="1903670" y="4297448"/>
                  </a:lnTo>
                  <a:lnTo>
                    <a:pt x="1903796" y="4297448"/>
                  </a:lnTo>
                  <a:lnTo>
                    <a:pt x="1903923" y="4297448"/>
                  </a:lnTo>
                  <a:lnTo>
                    <a:pt x="1904049" y="4297448"/>
                  </a:lnTo>
                  <a:lnTo>
                    <a:pt x="1904175" y="4297448"/>
                  </a:lnTo>
                  <a:lnTo>
                    <a:pt x="1904301" y="4297448"/>
                  </a:lnTo>
                  <a:lnTo>
                    <a:pt x="1904427" y="4297448"/>
                  </a:lnTo>
                  <a:lnTo>
                    <a:pt x="1904553" y="4297448"/>
                  </a:lnTo>
                  <a:lnTo>
                    <a:pt x="1904679" y="4297448"/>
                  </a:lnTo>
                  <a:lnTo>
                    <a:pt x="1904805" y="4297448"/>
                  </a:lnTo>
                  <a:lnTo>
                    <a:pt x="1904931" y="4297448"/>
                  </a:lnTo>
                  <a:lnTo>
                    <a:pt x="1905057" y="4297448"/>
                  </a:lnTo>
                  <a:lnTo>
                    <a:pt x="1905183" y="4297448"/>
                  </a:lnTo>
                  <a:lnTo>
                    <a:pt x="1905183" y="4292169"/>
                  </a:lnTo>
                  <a:lnTo>
                    <a:pt x="1905309" y="4292169"/>
                  </a:lnTo>
                  <a:lnTo>
                    <a:pt x="1905436" y="4292169"/>
                  </a:lnTo>
                  <a:lnTo>
                    <a:pt x="1905562" y="4292169"/>
                  </a:lnTo>
                  <a:lnTo>
                    <a:pt x="1905688" y="4292169"/>
                  </a:lnTo>
                  <a:lnTo>
                    <a:pt x="1905814" y="4292169"/>
                  </a:lnTo>
                  <a:lnTo>
                    <a:pt x="1905940" y="4292169"/>
                  </a:lnTo>
                  <a:lnTo>
                    <a:pt x="1905940" y="4286890"/>
                  </a:lnTo>
                  <a:lnTo>
                    <a:pt x="1906066" y="4286890"/>
                  </a:lnTo>
                  <a:lnTo>
                    <a:pt x="1906192" y="4286890"/>
                  </a:lnTo>
                  <a:lnTo>
                    <a:pt x="1906318" y="4286890"/>
                  </a:lnTo>
                  <a:lnTo>
                    <a:pt x="1906444" y="4286890"/>
                  </a:lnTo>
                  <a:lnTo>
                    <a:pt x="1906570" y="4286890"/>
                  </a:lnTo>
                  <a:lnTo>
                    <a:pt x="1906696" y="4286890"/>
                  </a:lnTo>
                  <a:lnTo>
                    <a:pt x="1906823" y="4286890"/>
                  </a:lnTo>
                  <a:lnTo>
                    <a:pt x="1906949" y="4286890"/>
                  </a:lnTo>
                  <a:lnTo>
                    <a:pt x="1907075" y="4286890"/>
                  </a:lnTo>
                  <a:lnTo>
                    <a:pt x="1907201" y="4286890"/>
                  </a:lnTo>
                  <a:lnTo>
                    <a:pt x="1907327" y="4286890"/>
                  </a:lnTo>
                  <a:lnTo>
                    <a:pt x="1907453" y="4286890"/>
                  </a:lnTo>
                  <a:lnTo>
                    <a:pt x="1907579" y="4286890"/>
                  </a:lnTo>
                  <a:lnTo>
                    <a:pt x="1907705" y="4286890"/>
                  </a:lnTo>
                  <a:lnTo>
                    <a:pt x="1907705" y="4281610"/>
                  </a:lnTo>
                  <a:lnTo>
                    <a:pt x="1907831" y="4281610"/>
                  </a:lnTo>
                  <a:lnTo>
                    <a:pt x="1907957" y="4281610"/>
                  </a:lnTo>
                  <a:lnTo>
                    <a:pt x="1908083" y="4281610"/>
                  </a:lnTo>
                  <a:lnTo>
                    <a:pt x="1908209" y="4281610"/>
                  </a:lnTo>
                  <a:lnTo>
                    <a:pt x="1908336" y="4281610"/>
                  </a:lnTo>
                  <a:lnTo>
                    <a:pt x="1908462" y="4281610"/>
                  </a:lnTo>
                  <a:lnTo>
                    <a:pt x="1908588" y="4281610"/>
                  </a:lnTo>
                  <a:lnTo>
                    <a:pt x="1908714" y="4281610"/>
                  </a:lnTo>
                  <a:lnTo>
                    <a:pt x="1908840" y="4281610"/>
                  </a:lnTo>
                  <a:lnTo>
                    <a:pt x="1908966" y="4281610"/>
                  </a:lnTo>
                  <a:lnTo>
                    <a:pt x="1909092" y="4281610"/>
                  </a:lnTo>
                  <a:lnTo>
                    <a:pt x="1909218" y="4281610"/>
                  </a:lnTo>
                  <a:lnTo>
                    <a:pt x="1909344" y="4281610"/>
                  </a:lnTo>
                  <a:lnTo>
                    <a:pt x="1909470" y="4281610"/>
                  </a:lnTo>
                  <a:lnTo>
                    <a:pt x="1909596" y="4281610"/>
                  </a:lnTo>
                  <a:lnTo>
                    <a:pt x="1909723" y="4281610"/>
                  </a:lnTo>
                  <a:lnTo>
                    <a:pt x="1909849" y="4281610"/>
                  </a:lnTo>
                  <a:lnTo>
                    <a:pt x="1909975" y="4281610"/>
                  </a:lnTo>
                  <a:lnTo>
                    <a:pt x="1910101" y="4281610"/>
                  </a:lnTo>
                  <a:lnTo>
                    <a:pt x="1910227" y="4281610"/>
                  </a:lnTo>
                  <a:lnTo>
                    <a:pt x="1910353" y="4281610"/>
                  </a:lnTo>
                  <a:lnTo>
                    <a:pt x="1910479" y="4281610"/>
                  </a:lnTo>
                  <a:lnTo>
                    <a:pt x="1910605" y="4281610"/>
                  </a:lnTo>
                  <a:lnTo>
                    <a:pt x="1910731" y="4281610"/>
                  </a:lnTo>
                  <a:lnTo>
                    <a:pt x="1910857" y="4281610"/>
                  </a:lnTo>
                  <a:lnTo>
                    <a:pt x="1910983" y="4281610"/>
                  </a:lnTo>
                  <a:lnTo>
                    <a:pt x="1911110" y="4281610"/>
                  </a:lnTo>
                  <a:lnTo>
                    <a:pt x="1911236" y="4281610"/>
                  </a:lnTo>
                  <a:lnTo>
                    <a:pt x="1911362" y="4281610"/>
                  </a:lnTo>
                  <a:lnTo>
                    <a:pt x="1911488" y="4281610"/>
                  </a:lnTo>
                  <a:lnTo>
                    <a:pt x="1911614" y="4281610"/>
                  </a:lnTo>
                  <a:lnTo>
                    <a:pt x="1911740" y="4281610"/>
                  </a:lnTo>
                  <a:lnTo>
                    <a:pt x="1911866" y="4281610"/>
                  </a:lnTo>
                  <a:lnTo>
                    <a:pt x="1911992" y="4281610"/>
                  </a:lnTo>
                  <a:lnTo>
                    <a:pt x="1912118" y="4281610"/>
                  </a:lnTo>
                  <a:lnTo>
                    <a:pt x="1912244" y="4281610"/>
                  </a:lnTo>
                  <a:lnTo>
                    <a:pt x="1912370" y="4281610"/>
                  </a:lnTo>
                  <a:lnTo>
                    <a:pt x="1912496" y="4281610"/>
                  </a:lnTo>
                  <a:lnTo>
                    <a:pt x="1912623" y="4281610"/>
                  </a:lnTo>
                  <a:lnTo>
                    <a:pt x="1912749" y="4281610"/>
                  </a:lnTo>
                  <a:lnTo>
                    <a:pt x="1912875" y="4281610"/>
                  </a:lnTo>
                  <a:lnTo>
                    <a:pt x="1913001" y="4281610"/>
                  </a:lnTo>
                  <a:lnTo>
                    <a:pt x="1913127" y="4281610"/>
                  </a:lnTo>
                  <a:lnTo>
                    <a:pt x="1913253" y="4281610"/>
                  </a:lnTo>
                  <a:lnTo>
                    <a:pt x="1913379" y="4281610"/>
                  </a:lnTo>
                  <a:lnTo>
                    <a:pt x="1913505" y="4281610"/>
                  </a:lnTo>
                  <a:lnTo>
                    <a:pt x="1913631" y="4281610"/>
                  </a:lnTo>
                  <a:lnTo>
                    <a:pt x="1913757" y="4281610"/>
                  </a:lnTo>
                  <a:lnTo>
                    <a:pt x="1913883" y="4281610"/>
                  </a:lnTo>
                  <a:lnTo>
                    <a:pt x="1914010" y="4281610"/>
                  </a:lnTo>
                  <a:lnTo>
                    <a:pt x="1914136" y="4281610"/>
                  </a:lnTo>
                  <a:lnTo>
                    <a:pt x="1914262" y="4281610"/>
                  </a:lnTo>
                  <a:lnTo>
                    <a:pt x="1914388" y="4281610"/>
                  </a:lnTo>
                  <a:lnTo>
                    <a:pt x="1914514" y="4281610"/>
                  </a:lnTo>
                  <a:lnTo>
                    <a:pt x="1914640" y="4281610"/>
                  </a:lnTo>
                  <a:lnTo>
                    <a:pt x="1914766" y="4281610"/>
                  </a:lnTo>
                  <a:lnTo>
                    <a:pt x="1914892" y="4281610"/>
                  </a:lnTo>
                  <a:lnTo>
                    <a:pt x="1915018" y="4281610"/>
                  </a:lnTo>
                  <a:lnTo>
                    <a:pt x="1915144" y="4281610"/>
                  </a:lnTo>
                  <a:lnTo>
                    <a:pt x="1915270" y="4281610"/>
                  </a:lnTo>
                  <a:lnTo>
                    <a:pt x="1915396" y="4281610"/>
                  </a:lnTo>
                  <a:lnTo>
                    <a:pt x="1915523" y="4281610"/>
                  </a:lnTo>
                  <a:lnTo>
                    <a:pt x="1915649" y="4281610"/>
                  </a:lnTo>
                  <a:lnTo>
                    <a:pt x="1915775" y="4281610"/>
                  </a:lnTo>
                  <a:lnTo>
                    <a:pt x="1915901" y="4281610"/>
                  </a:lnTo>
                  <a:lnTo>
                    <a:pt x="1916027" y="4281610"/>
                  </a:lnTo>
                  <a:lnTo>
                    <a:pt x="1916153" y="4281610"/>
                  </a:lnTo>
                  <a:lnTo>
                    <a:pt x="1916279" y="4281610"/>
                  </a:lnTo>
                  <a:lnTo>
                    <a:pt x="1916405" y="4281610"/>
                  </a:lnTo>
                  <a:lnTo>
                    <a:pt x="1916531" y="4281610"/>
                  </a:lnTo>
                  <a:lnTo>
                    <a:pt x="1916657" y="4281610"/>
                  </a:lnTo>
                  <a:lnTo>
                    <a:pt x="1916783" y="4281610"/>
                  </a:lnTo>
                  <a:lnTo>
                    <a:pt x="1916910" y="4281610"/>
                  </a:lnTo>
                  <a:lnTo>
                    <a:pt x="1917036" y="4281610"/>
                  </a:lnTo>
                  <a:lnTo>
                    <a:pt x="1917162" y="4281610"/>
                  </a:lnTo>
                  <a:lnTo>
                    <a:pt x="1917288" y="4281610"/>
                  </a:lnTo>
                  <a:lnTo>
                    <a:pt x="1917414" y="4281610"/>
                  </a:lnTo>
                  <a:lnTo>
                    <a:pt x="1917540" y="4281610"/>
                  </a:lnTo>
                  <a:lnTo>
                    <a:pt x="1917666" y="4281610"/>
                  </a:lnTo>
                  <a:lnTo>
                    <a:pt x="1917792" y="4281610"/>
                  </a:lnTo>
                  <a:lnTo>
                    <a:pt x="1917918" y="4281610"/>
                  </a:lnTo>
                  <a:lnTo>
                    <a:pt x="1918044" y="4281610"/>
                  </a:lnTo>
                  <a:lnTo>
                    <a:pt x="1918170" y="4281610"/>
                  </a:lnTo>
                  <a:lnTo>
                    <a:pt x="1918297" y="4281610"/>
                  </a:lnTo>
                  <a:lnTo>
                    <a:pt x="1918423" y="4281610"/>
                  </a:lnTo>
                  <a:lnTo>
                    <a:pt x="1918549" y="4281610"/>
                  </a:lnTo>
                  <a:lnTo>
                    <a:pt x="1918675" y="4281610"/>
                  </a:lnTo>
                  <a:lnTo>
                    <a:pt x="1918801" y="4281610"/>
                  </a:lnTo>
                  <a:lnTo>
                    <a:pt x="1918927" y="4281610"/>
                  </a:lnTo>
                  <a:lnTo>
                    <a:pt x="1919053" y="4281610"/>
                  </a:lnTo>
                  <a:lnTo>
                    <a:pt x="1919179" y="4281610"/>
                  </a:lnTo>
                  <a:lnTo>
                    <a:pt x="1919305" y="4281610"/>
                  </a:lnTo>
                  <a:lnTo>
                    <a:pt x="1919431" y="4281610"/>
                  </a:lnTo>
                  <a:lnTo>
                    <a:pt x="1919557" y="4281610"/>
                  </a:lnTo>
                  <a:lnTo>
                    <a:pt x="1919683" y="4281610"/>
                  </a:lnTo>
                  <a:lnTo>
                    <a:pt x="1919810" y="4281610"/>
                  </a:lnTo>
                  <a:lnTo>
                    <a:pt x="1919936" y="4281610"/>
                  </a:lnTo>
                  <a:lnTo>
                    <a:pt x="1920062" y="4281610"/>
                  </a:lnTo>
                  <a:lnTo>
                    <a:pt x="1920188" y="4281610"/>
                  </a:lnTo>
                  <a:lnTo>
                    <a:pt x="1920314" y="4281610"/>
                  </a:lnTo>
                  <a:lnTo>
                    <a:pt x="1920440" y="4281610"/>
                  </a:lnTo>
                  <a:lnTo>
                    <a:pt x="1920566" y="4281610"/>
                  </a:lnTo>
                  <a:lnTo>
                    <a:pt x="1920692" y="4281610"/>
                  </a:lnTo>
                  <a:lnTo>
                    <a:pt x="1920818" y="4281610"/>
                  </a:lnTo>
                  <a:lnTo>
                    <a:pt x="1920944" y="4281610"/>
                  </a:lnTo>
                  <a:lnTo>
                    <a:pt x="1921070" y="4281610"/>
                  </a:lnTo>
                  <a:lnTo>
                    <a:pt x="1921197" y="4281610"/>
                  </a:lnTo>
                  <a:lnTo>
                    <a:pt x="1921323" y="4281610"/>
                  </a:lnTo>
                  <a:lnTo>
                    <a:pt x="1921449" y="4281610"/>
                  </a:lnTo>
                  <a:lnTo>
                    <a:pt x="1921575" y="4281610"/>
                  </a:lnTo>
                  <a:lnTo>
                    <a:pt x="1921701" y="4281610"/>
                  </a:lnTo>
                  <a:lnTo>
                    <a:pt x="1921827" y="4281610"/>
                  </a:lnTo>
                  <a:lnTo>
                    <a:pt x="1921953" y="4281610"/>
                  </a:lnTo>
                  <a:lnTo>
                    <a:pt x="1922079" y="4281610"/>
                  </a:lnTo>
                  <a:lnTo>
                    <a:pt x="1922205" y="4281610"/>
                  </a:lnTo>
                  <a:lnTo>
                    <a:pt x="1922331" y="4281610"/>
                  </a:lnTo>
                  <a:lnTo>
                    <a:pt x="1922457" y="4281610"/>
                  </a:lnTo>
                  <a:lnTo>
                    <a:pt x="1922583" y="4281610"/>
                  </a:lnTo>
                  <a:lnTo>
                    <a:pt x="1922710" y="4281610"/>
                  </a:lnTo>
                  <a:lnTo>
                    <a:pt x="1922836" y="4281610"/>
                  </a:lnTo>
                  <a:lnTo>
                    <a:pt x="1922962" y="4281610"/>
                  </a:lnTo>
                  <a:lnTo>
                    <a:pt x="1923088" y="4281610"/>
                  </a:lnTo>
                  <a:lnTo>
                    <a:pt x="1923214" y="4281610"/>
                  </a:lnTo>
                  <a:lnTo>
                    <a:pt x="1923340" y="4281610"/>
                  </a:lnTo>
                  <a:lnTo>
                    <a:pt x="1923466" y="4281610"/>
                  </a:lnTo>
                  <a:lnTo>
                    <a:pt x="1923592" y="4281610"/>
                  </a:lnTo>
                  <a:lnTo>
                    <a:pt x="1923718" y="4281610"/>
                  </a:lnTo>
                  <a:lnTo>
                    <a:pt x="1923718" y="4276331"/>
                  </a:lnTo>
                  <a:lnTo>
                    <a:pt x="1923844" y="4276331"/>
                  </a:lnTo>
                  <a:lnTo>
                    <a:pt x="1923970" y="4276331"/>
                  </a:lnTo>
                  <a:lnTo>
                    <a:pt x="1924097" y="4276331"/>
                  </a:lnTo>
                  <a:lnTo>
                    <a:pt x="1924223" y="4276331"/>
                  </a:lnTo>
                  <a:lnTo>
                    <a:pt x="1924349" y="4276331"/>
                  </a:lnTo>
                  <a:lnTo>
                    <a:pt x="1924475" y="4276331"/>
                  </a:lnTo>
                  <a:lnTo>
                    <a:pt x="1924601" y="4276331"/>
                  </a:lnTo>
                  <a:lnTo>
                    <a:pt x="1924727" y="4276331"/>
                  </a:lnTo>
                  <a:lnTo>
                    <a:pt x="1924853" y="4276331"/>
                  </a:lnTo>
                  <a:lnTo>
                    <a:pt x="1924979" y="4276331"/>
                  </a:lnTo>
                  <a:lnTo>
                    <a:pt x="1925105" y="4276331"/>
                  </a:lnTo>
                  <a:lnTo>
                    <a:pt x="1925231" y="4276331"/>
                  </a:lnTo>
                  <a:lnTo>
                    <a:pt x="1925357" y="4276331"/>
                  </a:lnTo>
                  <a:lnTo>
                    <a:pt x="1925484" y="4276331"/>
                  </a:lnTo>
                  <a:lnTo>
                    <a:pt x="1925610" y="4276331"/>
                  </a:lnTo>
                  <a:lnTo>
                    <a:pt x="1925736" y="4276331"/>
                  </a:lnTo>
                  <a:lnTo>
                    <a:pt x="1925862" y="4276331"/>
                  </a:lnTo>
                  <a:lnTo>
                    <a:pt x="1925988" y="4276331"/>
                  </a:lnTo>
                  <a:lnTo>
                    <a:pt x="1926114" y="4276331"/>
                  </a:lnTo>
                  <a:lnTo>
                    <a:pt x="1926240" y="4276331"/>
                  </a:lnTo>
                  <a:lnTo>
                    <a:pt x="1926366" y="4276331"/>
                  </a:lnTo>
                  <a:lnTo>
                    <a:pt x="1926492" y="4276331"/>
                  </a:lnTo>
                  <a:lnTo>
                    <a:pt x="1926618" y="4276331"/>
                  </a:lnTo>
                  <a:lnTo>
                    <a:pt x="1926744" y="4276331"/>
                  </a:lnTo>
                  <a:lnTo>
                    <a:pt x="1926870" y="4276331"/>
                  </a:lnTo>
                  <a:lnTo>
                    <a:pt x="1926997" y="4276331"/>
                  </a:lnTo>
                  <a:lnTo>
                    <a:pt x="1927123" y="4276331"/>
                  </a:lnTo>
                  <a:lnTo>
                    <a:pt x="1927249" y="4276331"/>
                  </a:lnTo>
                  <a:lnTo>
                    <a:pt x="1927375" y="4276331"/>
                  </a:lnTo>
                  <a:lnTo>
                    <a:pt x="1927501" y="4276331"/>
                  </a:lnTo>
                  <a:lnTo>
                    <a:pt x="1927627" y="4276331"/>
                  </a:lnTo>
                  <a:lnTo>
                    <a:pt x="1927753" y="4276331"/>
                  </a:lnTo>
                  <a:lnTo>
                    <a:pt x="1927879" y="4276331"/>
                  </a:lnTo>
                  <a:lnTo>
                    <a:pt x="1928005" y="4276331"/>
                  </a:lnTo>
                  <a:lnTo>
                    <a:pt x="1928131" y="4276331"/>
                  </a:lnTo>
                  <a:lnTo>
                    <a:pt x="1928257" y="4276331"/>
                  </a:lnTo>
                  <a:lnTo>
                    <a:pt x="1928384" y="4276331"/>
                  </a:lnTo>
                  <a:lnTo>
                    <a:pt x="1928510" y="4276331"/>
                  </a:lnTo>
                  <a:lnTo>
                    <a:pt x="1928636" y="4276331"/>
                  </a:lnTo>
                  <a:lnTo>
                    <a:pt x="1928762" y="4276331"/>
                  </a:lnTo>
                  <a:lnTo>
                    <a:pt x="1928888" y="4276331"/>
                  </a:lnTo>
                  <a:lnTo>
                    <a:pt x="1928888" y="4271051"/>
                  </a:lnTo>
                  <a:lnTo>
                    <a:pt x="1929014" y="4271051"/>
                  </a:lnTo>
                  <a:lnTo>
                    <a:pt x="1929140" y="4271051"/>
                  </a:lnTo>
                  <a:lnTo>
                    <a:pt x="1929266" y="4271051"/>
                  </a:lnTo>
                  <a:lnTo>
                    <a:pt x="1929392" y="4271051"/>
                  </a:lnTo>
                  <a:lnTo>
                    <a:pt x="1929518" y="4271051"/>
                  </a:lnTo>
                  <a:lnTo>
                    <a:pt x="1929644" y="4271051"/>
                  </a:lnTo>
                  <a:lnTo>
                    <a:pt x="1929770" y="4271051"/>
                  </a:lnTo>
                  <a:lnTo>
                    <a:pt x="1929897" y="4271051"/>
                  </a:lnTo>
                  <a:lnTo>
                    <a:pt x="1930023" y="4271051"/>
                  </a:lnTo>
                  <a:lnTo>
                    <a:pt x="1930149" y="4271051"/>
                  </a:lnTo>
                  <a:lnTo>
                    <a:pt x="1930275" y="4271051"/>
                  </a:lnTo>
                  <a:lnTo>
                    <a:pt x="1930401" y="4271051"/>
                  </a:lnTo>
                  <a:lnTo>
                    <a:pt x="1930527" y="4271051"/>
                  </a:lnTo>
                  <a:lnTo>
                    <a:pt x="1930653" y="4271051"/>
                  </a:lnTo>
                  <a:lnTo>
                    <a:pt x="1930779" y="4271051"/>
                  </a:lnTo>
                  <a:lnTo>
                    <a:pt x="1930905" y="4271051"/>
                  </a:lnTo>
                  <a:lnTo>
                    <a:pt x="1931031" y="4271051"/>
                  </a:lnTo>
                  <a:lnTo>
                    <a:pt x="1931157" y="4271051"/>
                  </a:lnTo>
                  <a:lnTo>
                    <a:pt x="1931284" y="4271051"/>
                  </a:lnTo>
                  <a:lnTo>
                    <a:pt x="1931410" y="4271051"/>
                  </a:lnTo>
                  <a:lnTo>
                    <a:pt x="1931536" y="4271051"/>
                  </a:lnTo>
                  <a:lnTo>
                    <a:pt x="1931662" y="4271051"/>
                  </a:lnTo>
                  <a:lnTo>
                    <a:pt x="1931788" y="4271051"/>
                  </a:lnTo>
                  <a:lnTo>
                    <a:pt x="1931914" y="4271051"/>
                  </a:lnTo>
                  <a:lnTo>
                    <a:pt x="1932040" y="4271051"/>
                  </a:lnTo>
                  <a:lnTo>
                    <a:pt x="1932166" y="4271051"/>
                  </a:lnTo>
                  <a:lnTo>
                    <a:pt x="1932292" y="4271051"/>
                  </a:lnTo>
                  <a:lnTo>
                    <a:pt x="1932418" y="4271051"/>
                  </a:lnTo>
                  <a:lnTo>
                    <a:pt x="1932544" y="4271051"/>
                  </a:lnTo>
                  <a:lnTo>
                    <a:pt x="1932670" y="4271051"/>
                  </a:lnTo>
                  <a:lnTo>
                    <a:pt x="1932797" y="4271051"/>
                  </a:lnTo>
                  <a:lnTo>
                    <a:pt x="1932923" y="4271051"/>
                  </a:lnTo>
                  <a:lnTo>
                    <a:pt x="1933049" y="4271051"/>
                  </a:lnTo>
                  <a:lnTo>
                    <a:pt x="1933175" y="4271051"/>
                  </a:lnTo>
                  <a:lnTo>
                    <a:pt x="1933301" y="4271051"/>
                  </a:lnTo>
                  <a:lnTo>
                    <a:pt x="1933427" y="4271051"/>
                  </a:lnTo>
                  <a:lnTo>
                    <a:pt x="1933553" y="4271051"/>
                  </a:lnTo>
                  <a:lnTo>
                    <a:pt x="1933679" y="4271051"/>
                  </a:lnTo>
                  <a:lnTo>
                    <a:pt x="1933805" y="4271051"/>
                  </a:lnTo>
                  <a:lnTo>
                    <a:pt x="1933931" y="4271051"/>
                  </a:lnTo>
                  <a:lnTo>
                    <a:pt x="1934057" y="4271051"/>
                  </a:lnTo>
                  <a:lnTo>
                    <a:pt x="1934184" y="4271051"/>
                  </a:lnTo>
                  <a:lnTo>
                    <a:pt x="1934310" y="4271051"/>
                  </a:lnTo>
                  <a:lnTo>
                    <a:pt x="1934436" y="4271051"/>
                  </a:lnTo>
                  <a:lnTo>
                    <a:pt x="1934562" y="4271051"/>
                  </a:lnTo>
                  <a:lnTo>
                    <a:pt x="1934688" y="4271051"/>
                  </a:lnTo>
                  <a:lnTo>
                    <a:pt x="1934814" y="4271051"/>
                  </a:lnTo>
                  <a:lnTo>
                    <a:pt x="1934940" y="4271051"/>
                  </a:lnTo>
                  <a:lnTo>
                    <a:pt x="1935066" y="4271051"/>
                  </a:lnTo>
                  <a:lnTo>
                    <a:pt x="1935192" y="4271051"/>
                  </a:lnTo>
                  <a:lnTo>
                    <a:pt x="1935318" y="4271051"/>
                  </a:lnTo>
                  <a:lnTo>
                    <a:pt x="1935444" y="4271051"/>
                  </a:lnTo>
                  <a:lnTo>
                    <a:pt x="1935571" y="4271051"/>
                  </a:lnTo>
                  <a:lnTo>
                    <a:pt x="1935697" y="4271051"/>
                  </a:lnTo>
                  <a:lnTo>
                    <a:pt x="1935823" y="4271051"/>
                  </a:lnTo>
                  <a:lnTo>
                    <a:pt x="1935949" y="4271051"/>
                  </a:lnTo>
                  <a:lnTo>
                    <a:pt x="1936075" y="4271051"/>
                  </a:lnTo>
                  <a:lnTo>
                    <a:pt x="1936201" y="4271051"/>
                  </a:lnTo>
                  <a:lnTo>
                    <a:pt x="1936327" y="4271051"/>
                  </a:lnTo>
                  <a:lnTo>
                    <a:pt x="1936453" y="4271051"/>
                  </a:lnTo>
                  <a:lnTo>
                    <a:pt x="1936579" y="4271051"/>
                  </a:lnTo>
                  <a:lnTo>
                    <a:pt x="1936705" y="4271051"/>
                  </a:lnTo>
                  <a:lnTo>
                    <a:pt x="1936831" y="4271051"/>
                  </a:lnTo>
                  <a:lnTo>
                    <a:pt x="1936957" y="4271051"/>
                  </a:lnTo>
                  <a:lnTo>
                    <a:pt x="1937084" y="4271051"/>
                  </a:lnTo>
                  <a:lnTo>
                    <a:pt x="1937210" y="4271051"/>
                  </a:lnTo>
                  <a:lnTo>
                    <a:pt x="1937336" y="4271051"/>
                  </a:lnTo>
                  <a:lnTo>
                    <a:pt x="1937462" y="4271051"/>
                  </a:lnTo>
                  <a:lnTo>
                    <a:pt x="1937462" y="4265772"/>
                  </a:lnTo>
                  <a:lnTo>
                    <a:pt x="1937588" y="4265772"/>
                  </a:lnTo>
                  <a:lnTo>
                    <a:pt x="1937714" y="4265772"/>
                  </a:lnTo>
                  <a:lnTo>
                    <a:pt x="1937840" y="4265772"/>
                  </a:lnTo>
                  <a:lnTo>
                    <a:pt x="1937966" y="4265772"/>
                  </a:lnTo>
                  <a:lnTo>
                    <a:pt x="1938092" y="4265772"/>
                  </a:lnTo>
                  <a:lnTo>
                    <a:pt x="1938218" y="4265772"/>
                  </a:lnTo>
                  <a:lnTo>
                    <a:pt x="1938344" y="4265772"/>
                  </a:lnTo>
                  <a:lnTo>
                    <a:pt x="1938471" y="4265772"/>
                  </a:lnTo>
                  <a:lnTo>
                    <a:pt x="1938597" y="4265772"/>
                  </a:lnTo>
                  <a:lnTo>
                    <a:pt x="1938723" y="4265772"/>
                  </a:lnTo>
                  <a:lnTo>
                    <a:pt x="1938849" y="4265772"/>
                  </a:lnTo>
                  <a:lnTo>
                    <a:pt x="1938975" y="4265772"/>
                  </a:lnTo>
                  <a:lnTo>
                    <a:pt x="1938975" y="4260493"/>
                  </a:lnTo>
                  <a:lnTo>
                    <a:pt x="1939101" y="4260493"/>
                  </a:lnTo>
                  <a:lnTo>
                    <a:pt x="1939227" y="4260493"/>
                  </a:lnTo>
                  <a:lnTo>
                    <a:pt x="1939353" y="4260493"/>
                  </a:lnTo>
                  <a:lnTo>
                    <a:pt x="1939479" y="4260493"/>
                  </a:lnTo>
                  <a:lnTo>
                    <a:pt x="1939605" y="4260493"/>
                  </a:lnTo>
                  <a:lnTo>
                    <a:pt x="1939731" y="4260493"/>
                  </a:lnTo>
                  <a:lnTo>
                    <a:pt x="1939857" y="4260493"/>
                  </a:lnTo>
                  <a:lnTo>
                    <a:pt x="1939984" y="4260493"/>
                  </a:lnTo>
                  <a:lnTo>
                    <a:pt x="1940110" y="4260493"/>
                  </a:lnTo>
                  <a:lnTo>
                    <a:pt x="1940236" y="4260493"/>
                  </a:lnTo>
                  <a:lnTo>
                    <a:pt x="1940362" y="4260493"/>
                  </a:lnTo>
                  <a:lnTo>
                    <a:pt x="1940488" y="4260493"/>
                  </a:lnTo>
                  <a:lnTo>
                    <a:pt x="1940614" y="4260493"/>
                  </a:lnTo>
                  <a:lnTo>
                    <a:pt x="1940740" y="4260493"/>
                  </a:lnTo>
                  <a:lnTo>
                    <a:pt x="1940866" y="4260493"/>
                  </a:lnTo>
                  <a:lnTo>
                    <a:pt x="1940992" y="4260493"/>
                  </a:lnTo>
                  <a:lnTo>
                    <a:pt x="1941118" y="4260493"/>
                  </a:lnTo>
                  <a:lnTo>
                    <a:pt x="1941244" y="4260493"/>
                  </a:lnTo>
                  <a:lnTo>
                    <a:pt x="1941244" y="4255213"/>
                  </a:lnTo>
                  <a:lnTo>
                    <a:pt x="1941371" y="4255213"/>
                  </a:lnTo>
                  <a:lnTo>
                    <a:pt x="1941497" y="4255213"/>
                  </a:lnTo>
                  <a:lnTo>
                    <a:pt x="1941623" y="4255213"/>
                  </a:lnTo>
                  <a:lnTo>
                    <a:pt x="1941749" y="4255213"/>
                  </a:lnTo>
                  <a:lnTo>
                    <a:pt x="1941875" y="4255213"/>
                  </a:lnTo>
                  <a:lnTo>
                    <a:pt x="1942001" y="4255213"/>
                  </a:lnTo>
                  <a:lnTo>
                    <a:pt x="1942127" y="4255213"/>
                  </a:lnTo>
                  <a:lnTo>
                    <a:pt x="1942253" y="4255213"/>
                  </a:lnTo>
                  <a:lnTo>
                    <a:pt x="1942379" y="4255213"/>
                  </a:lnTo>
                  <a:lnTo>
                    <a:pt x="1942505" y="4255213"/>
                  </a:lnTo>
                  <a:lnTo>
                    <a:pt x="1942631" y="4255213"/>
                  </a:lnTo>
                  <a:lnTo>
                    <a:pt x="1942758" y="4255213"/>
                  </a:lnTo>
                  <a:lnTo>
                    <a:pt x="1942884" y="4255213"/>
                  </a:lnTo>
                  <a:lnTo>
                    <a:pt x="1943010" y="4255213"/>
                  </a:lnTo>
                  <a:lnTo>
                    <a:pt x="1943010" y="4249934"/>
                  </a:lnTo>
                  <a:lnTo>
                    <a:pt x="1943136" y="4249934"/>
                  </a:lnTo>
                  <a:lnTo>
                    <a:pt x="1943262" y="4249934"/>
                  </a:lnTo>
                  <a:lnTo>
                    <a:pt x="1943388" y="4249934"/>
                  </a:lnTo>
                  <a:lnTo>
                    <a:pt x="1943514" y="4249934"/>
                  </a:lnTo>
                  <a:lnTo>
                    <a:pt x="1943640" y="4249934"/>
                  </a:lnTo>
                  <a:lnTo>
                    <a:pt x="1943766" y="4249934"/>
                  </a:lnTo>
                  <a:lnTo>
                    <a:pt x="1943892" y="4249934"/>
                  </a:lnTo>
                  <a:lnTo>
                    <a:pt x="1944018" y="4249934"/>
                  </a:lnTo>
                  <a:lnTo>
                    <a:pt x="1944144" y="4249934"/>
                  </a:lnTo>
                  <a:lnTo>
                    <a:pt x="1944271" y="4249934"/>
                  </a:lnTo>
                  <a:lnTo>
                    <a:pt x="1944397" y="4249934"/>
                  </a:lnTo>
                  <a:lnTo>
                    <a:pt x="1944523" y="4249934"/>
                  </a:lnTo>
                  <a:lnTo>
                    <a:pt x="1944649" y="4249934"/>
                  </a:lnTo>
                  <a:lnTo>
                    <a:pt x="1944775" y="4249934"/>
                  </a:lnTo>
                  <a:lnTo>
                    <a:pt x="1944901" y="4249934"/>
                  </a:lnTo>
                  <a:lnTo>
                    <a:pt x="1945027" y="4249934"/>
                  </a:lnTo>
                  <a:lnTo>
                    <a:pt x="1945153" y="4249934"/>
                  </a:lnTo>
                  <a:lnTo>
                    <a:pt x="1945279" y="4249934"/>
                  </a:lnTo>
                  <a:lnTo>
                    <a:pt x="1945405" y="4249934"/>
                  </a:lnTo>
                  <a:lnTo>
                    <a:pt x="1945531" y="4249934"/>
                  </a:lnTo>
                  <a:lnTo>
                    <a:pt x="1945658" y="4249934"/>
                  </a:lnTo>
                  <a:lnTo>
                    <a:pt x="1945784" y="4249934"/>
                  </a:lnTo>
                  <a:lnTo>
                    <a:pt x="1945910" y="4249934"/>
                  </a:lnTo>
                  <a:lnTo>
                    <a:pt x="1946036" y="4249934"/>
                  </a:lnTo>
                  <a:lnTo>
                    <a:pt x="1946162" y="4249934"/>
                  </a:lnTo>
                  <a:lnTo>
                    <a:pt x="1946288" y="4249934"/>
                  </a:lnTo>
                  <a:lnTo>
                    <a:pt x="1946414" y="4249934"/>
                  </a:lnTo>
                  <a:lnTo>
                    <a:pt x="1946540" y="4249934"/>
                  </a:lnTo>
                  <a:lnTo>
                    <a:pt x="1946666" y="4249934"/>
                  </a:lnTo>
                  <a:lnTo>
                    <a:pt x="1946792" y="4249934"/>
                  </a:lnTo>
                  <a:lnTo>
                    <a:pt x="1946918" y="4249934"/>
                  </a:lnTo>
                  <a:lnTo>
                    <a:pt x="1947044" y="4249934"/>
                  </a:lnTo>
                  <a:lnTo>
                    <a:pt x="1947171" y="4249934"/>
                  </a:lnTo>
                  <a:lnTo>
                    <a:pt x="1947297" y="4249934"/>
                  </a:lnTo>
                  <a:lnTo>
                    <a:pt x="1947423" y="4249934"/>
                  </a:lnTo>
                  <a:lnTo>
                    <a:pt x="1947549" y="4249934"/>
                  </a:lnTo>
                  <a:lnTo>
                    <a:pt x="1947675" y="4249934"/>
                  </a:lnTo>
                  <a:lnTo>
                    <a:pt x="1947801" y="4249934"/>
                  </a:lnTo>
                  <a:lnTo>
                    <a:pt x="1947927" y="4249934"/>
                  </a:lnTo>
                  <a:lnTo>
                    <a:pt x="1948053" y="4249934"/>
                  </a:lnTo>
                  <a:lnTo>
                    <a:pt x="1948179" y="4249934"/>
                  </a:lnTo>
                  <a:lnTo>
                    <a:pt x="1948305" y="4249934"/>
                  </a:lnTo>
                  <a:lnTo>
                    <a:pt x="1948431" y="4249934"/>
                  </a:lnTo>
                  <a:lnTo>
                    <a:pt x="1948558" y="4249934"/>
                  </a:lnTo>
                  <a:lnTo>
                    <a:pt x="1948684" y="4249934"/>
                  </a:lnTo>
                  <a:lnTo>
                    <a:pt x="1948810" y="4249934"/>
                  </a:lnTo>
                  <a:lnTo>
                    <a:pt x="1948936" y="4249934"/>
                  </a:lnTo>
                  <a:lnTo>
                    <a:pt x="1949062" y="4249934"/>
                  </a:lnTo>
                  <a:lnTo>
                    <a:pt x="1949188" y="4249934"/>
                  </a:lnTo>
                  <a:lnTo>
                    <a:pt x="1949314" y="4249934"/>
                  </a:lnTo>
                  <a:lnTo>
                    <a:pt x="1949440" y="4249934"/>
                  </a:lnTo>
                  <a:lnTo>
                    <a:pt x="1949566" y="4249934"/>
                  </a:lnTo>
                  <a:lnTo>
                    <a:pt x="1949692" y="4249934"/>
                  </a:lnTo>
                  <a:lnTo>
                    <a:pt x="1949818" y="4249934"/>
                  </a:lnTo>
                  <a:lnTo>
                    <a:pt x="1949945" y="4249934"/>
                  </a:lnTo>
                  <a:lnTo>
                    <a:pt x="1950071" y="4249934"/>
                  </a:lnTo>
                  <a:lnTo>
                    <a:pt x="1950197" y="4249934"/>
                  </a:lnTo>
                  <a:lnTo>
                    <a:pt x="1950323" y="4249934"/>
                  </a:lnTo>
                  <a:lnTo>
                    <a:pt x="1950449" y="4249934"/>
                  </a:lnTo>
                  <a:lnTo>
                    <a:pt x="1950575" y="4249934"/>
                  </a:lnTo>
                  <a:lnTo>
                    <a:pt x="1950701" y="4249934"/>
                  </a:lnTo>
                  <a:lnTo>
                    <a:pt x="1950827" y="4249934"/>
                  </a:lnTo>
                  <a:lnTo>
                    <a:pt x="1950953" y="4249934"/>
                  </a:lnTo>
                  <a:lnTo>
                    <a:pt x="1951079" y="4249934"/>
                  </a:lnTo>
                  <a:lnTo>
                    <a:pt x="1951205" y="4249934"/>
                  </a:lnTo>
                  <a:lnTo>
                    <a:pt x="1951331" y="4249934"/>
                  </a:lnTo>
                  <a:lnTo>
                    <a:pt x="1951458" y="4249934"/>
                  </a:lnTo>
                  <a:lnTo>
                    <a:pt x="1951584" y="4249934"/>
                  </a:lnTo>
                  <a:lnTo>
                    <a:pt x="1951710" y="4249934"/>
                  </a:lnTo>
                  <a:lnTo>
                    <a:pt x="1951836" y="4249934"/>
                  </a:lnTo>
                  <a:lnTo>
                    <a:pt x="1951962" y="4249934"/>
                  </a:lnTo>
                  <a:lnTo>
                    <a:pt x="1952088" y="4249934"/>
                  </a:lnTo>
                  <a:lnTo>
                    <a:pt x="1952214" y="4249934"/>
                  </a:lnTo>
                  <a:lnTo>
                    <a:pt x="1952214" y="4244654"/>
                  </a:lnTo>
                  <a:lnTo>
                    <a:pt x="1952340" y="4244654"/>
                  </a:lnTo>
                  <a:lnTo>
                    <a:pt x="1952466" y="4244654"/>
                  </a:lnTo>
                  <a:lnTo>
                    <a:pt x="1952592" y="4244654"/>
                  </a:lnTo>
                  <a:lnTo>
                    <a:pt x="1952718" y="4244654"/>
                  </a:lnTo>
                  <a:lnTo>
                    <a:pt x="1952845" y="4244654"/>
                  </a:lnTo>
                  <a:lnTo>
                    <a:pt x="1952971" y="4244654"/>
                  </a:lnTo>
                  <a:lnTo>
                    <a:pt x="1953097" y="4244654"/>
                  </a:lnTo>
                  <a:lnTo>
                    <a:pt x="1953223" y="4244654"/>
                  </a:lnTo>
                  <a:lnTo>
                    <a:pt x="1953349" y="4244654"/>
                  </a:lnTo>
                  <a:lnTo>
                    <a:pt x="1953475" y="4244654"/>
                  </a:lnTo>
                  <a:lnTo>
                    <a:pt x="1953601" y="4244654"/>
                  </a:lnTo>
                  <a:lnTo>
                    <a:pt x="1953727" y="4244654"/>
                  </a:lnTo>
                  <a:lnTo>
                    <a:pt x="1953853" y="4244654"/>
                  </a:lnTo>
                  <a:lnTo>
                    <a:pt x="1953979" y="4244654"/>
                  </a:lnTo>
                  <a:lnTo>
                    <a:pt x="1954105" y="4244654"/>
                  </a:lnTo>
                  <a:lnTo>
                    <a:pt x="1954231" y="4244654"/>
                  </a:lnTo>
                  <a:lnTo>
                    <a:pt x="1954358" y="4244654"/>
                  </a:lnTo>
                  <a:lnTo>
                    <a:pt x="1954484" y="4244654"/>
                  </a:lnTo>
                  <a:lnTo>
                    <a:pt x="1954610" y="4244654"/>
                  </a:lnTo>
                  <a:lnTo>
                    <a:pt x="1954610" y="4239375"/>
                  </a:lnTo>
                  <a:lnTo>
                    <a:pt x="1954736" y="4239375"/>
                  </a:lnTo>
                  <a:lnTo>
                    <a:pt x="1954862" y="4239375"/>
                  </a:lnTo>
                  <a:lnTo>
                    <a:pt x="1954988" y="4239375"/>
                  </a:lnTo>
                  <a:lnTo>
                    <a:pt x="1955114" y="4239375"/>
                  </a:lnTo>
                  <a:lnTo>
                    <a:pt x="1955240" y="4239375"/>
                  </a:lnTo>
                  <a:lnTo>
                    <a:pt x="1955366" y="4239375"/>
                  </a:lnTo>
                  <a:lnTo>
                    <a:pt x="1955492" y="4239375"/>
                  </a:lnTo>
                  <a:lnTo>
                    <a:pt x="1955618" y="4239375"/>
                  </a:lnTo>
                  <a:lnTo>
                    <a:pt x="1955745" y="4239375"/>
                  </a:lnTo>
                  <a:lnTo>
                    <a:pt x="1955871" y="4239375"/>
                  </a:lnTo>
                  <a:lnTo>
                    <a:pt x="1955997" y="4239375"/>
                  </a:lnTo>
                  <a:lnTo>
                    <a:pt x="1956123" y="4239375"/>
                  </a:lnTo>
                  <a:lnTo>
                    <a:pt x="1956249" y="4239375"/>
                  </a:lnTo>
                  <a:lnTo>
                    <a:pt x="1956375" y="4239375"/>
                  </a:lnTo>
                  <a:lnTo>
                    <a:pt x="1956375" y="4234095"/>
                  </a:lnTo>
                  <a:lnTo>
                    <a:pt x="1956501" y="4234095"/>
                  </a:lnTo>
                  <a:lnTo>
                    <a:pt x="1956627" y="4234095"/>
                  </a:lnTo>
                  <a:lnTo>
                    <a:pt x="1956753" y="4234095"/>
                  </a:lnTo>
                  <a:lnTo>
                    <a:pt x="1956879" y="4234095"/>
                  </a:lnTo>
                  <a:lnTo>
                    <a:pt x="1957005" y="4234095"/>
                  </a:lnTo>
                  <a:lnTo>
                    <a:pt x="1957131" y="4234095"/>
                  </a:lnTo>
                  <a:lnTo>
                    <a:pt x="1957258" y="4234095"/>
                  </a:lnTo>
                  <a:lnTo>
                    <a:pt x="1957384" y="4234095"/>
                  </a:lnTo>
                  <a:lnTo>
                    <a:pt x="1957510" y="4234095"/>
                  </a:lnTo>
                  <a:lnTo>
                    <a:pt x="1957636" y="4234095"/>
                  </a:lnTo>
                  <a:lnTo>
                    <a:pt x="1957762" y="4234095"/>
                  </a:lnTo>
                  <a:lnTo>
                    <a:pt x="1957888" y="4234095"/>
                  </a:lnTo>
                  <a:lnTo>
                    <a:pt x="1958014" y="4234095"/>
                  </a:lnTo>
                  <a:lnTo>
                    <a:pt x="1958140" y="4234095"/>
                  </a:lnTo>
                  <a:lnTo>
                    <a:pt x="1958266" y="4234095"/>
                  </a:lnTo>
                  <a:lnTo>
                    <a:pt x="1958392" y="4234095"/>
                  </a:lnTo>
                  <a:lnTo>
                    <a:pt x="1958518" y="4234095"/>
                  </a:lnTo>
                  <a:lnTo>
                    <a:pt x="1958645" y="4234095"/>
                  </a:lnTo>
                  <a:lnTo>
                    <a:pt x="1958771" y="4234095"/>
                  </a:lnTo>
                  <a:lnTo>
                    <a:pt x="1958897" y="4234095"/>
                  </a:lnTo>
                  <a:lnTo>
                    <a:pt x="1959023" y="4234095"/>
                  </a:lnTo>
                  <a:lnTo>
                    <a:pt x="1959149" y="4234095"/>
                  </a:lnTo>
                  <a:lnTo>
                    <a:pt x="1959275" y="4234095"/>
                  </a:lnTo>
                  <a:lnTo>
                    <a:pt x="1959401" y="4234095"/>
                  </a:lnTo>
                  <a:lnTo>
                    <a:pt x="1959527" y="4234095"/>
                  </a:lnTo>
                  <a:lnTo>
                    <a:pt x="1959653" y="4234095"/>
                  </a:lnTo>
                  <a:lnTo>
                    <a:pt x="1959779" y="4234095"/>
                  </a:lnTo>
                  <a:lnTo>
                    <a:pt x="1959905" y="4234095"/>
                  </a:lnTo>
                  <a:lnTo>
                    <a:pt x="1960032" y="4234095"/>
                  </a:lnTo>
                  <a:lnTo>
                    <a:pt x="1960158" y="4234095"/>
                  </a:lnTo>
                  <a:lnTo>
                    <a:pt x="1960284" y="4234095"/>
                  </a:lnTo>
                  <a:lnTo>
                    <a:pt x="1960410" y="4234095"/>
                  </a:lnTo>
                  <a:lnTo>
                    <a:pt x="1960536" y="4234095"/>
                  </a:lnTo>
                  <a:lnTo>
                    <a:pt x="1960662" y="4234095"/>
                  </a:lnTo>
                  <a:lnTo>
                    <a:pt x="1960788" y="4234095"/>
                  </a:lnTo>
                  <a:lnTo>
                    <a:pt x="1960914" y="4234095"/>
                  </a:lnTo>
                  <a:lnTo>
                    <a:pt x="1961040" y="4234095"/>
                  </a:lnTo>
                  <a:lnTo>
                    <a:pt x="1961166" y="4234095"/>
                  </a:lnTo>
                  <a:lnTo>
                    <a:pt x="1961292" y="4234095"/>
                  </a:lnTo>
                  <a:lnTo>
                    <a:pt x="1961418" y="4234095"/>
                  </a:lnTo>
                  <a:lnTo>
                    <a:pt x="1961545" y="4234095"/>
                  </a:lnTo>
                  <a:lnTo>
                    <a:pt x="1961671" y="4234095"/>
                  </a:lnTo>
                  <a:lnTo>
                    <a:pt x="1961797" y="4234095"/>
                  </a:lnTo>
                  <a:lnTo>
                    <a:pt x="1961923" y="4234095"/>
                  </a:lnTo>
                  <a:lnTo>
                    <a:pt x="1962049" y="4234095"/>
                  </a:lnTo>
                  <a:lnTo>
                    <a:pt x="1962049" y="4228816"/>
                  </a:lnTo>
                  <a:lnTo>
                    <a:pt x="1962175" y="4228816"/>
                  </a:lnTo>
                  <a:lnTo>
                    <a:pt x="1962301" y="4228816"/>
                  </a:lnTo>
                  <a:lnTo>
                    <a:pt x="1962427" y="4228816"/>
                  </a:lnTo>
                  <a:lnTo>
                    <a:pt x="1962553" y="4228816"/>
                  </a:lnTo>
                  <a:lnTo>
                    <a:pt x="1962679" y="4228816"/>
                  </a:lnTo>
                  <a:lnTo>
                    <a:pt x="1962805" y="4228816"/>
                  </a:lnTo>
                  <a:lnTo>
                    <a:pt x="1962932" y="4228816"/>
                  </a:lnTo>
                  <a:lnTo>
                    <a:pt x="1963058" y="4228816"/>
                  </a:lnTo>
                  <a:lnTo>
                    <a:pt x="1963184" y="4228816"/>
                  </a:lnTo>
                  <a:lnTo>
                    <a:pt x="1963310" y="4228816"/>
                  </a:lnTo>
                  <a:lnTo>
                    <a:pt x="1963436" y="4228816"/>
                  </a:lnTo>
                  <a:lnTo>
                    <a:pt x="1963562" y="4228816"/>
                  </a:lnTo>
                  <a:lnTo>
                    <a:pt x="1963688" y="4228816"/>
                  </a:lnTo>
                  <a:lnTo>
                    <a:pt x="1963814" y="4228816"/>
                  </a:lnTo>
                  <a:lnTo>
                    <a:pt x="1963940" y="4228816"/>
                  </a:lnTo>
                  <a:lnTo>
                    <a:pt x="1964066" y="4228816"/>
                  </a:lnTo>
                  <a:lnTo>
                    <a:pt x="1964066" y="4223537"/>
                  </a:lnTo>
                  <a:lnTo>
                    <a:pt x="1964192" y="4223537"/>
                  </a:lnTo>
                  <a:lnTo>
                    <a:pt x="1964318" y="4223537"/>
                  </a:lnTo>
                  <a:lnTo>
                    <a:pt x="1964445" y="4223537"/>
                  </a:lnTo>
                  <a:lnTo>
                    <a:pt x="1964571" y="4223537"/>
                  </a:lnTo>
                  <a:lnTo>
                    <a:pt x="1964697" y="4223537"/>
                  </a:lnTo>
                  <a:lnTo>
                    <a:pt x="1964823" y="4223537"/>
                  </a:lnTo>
                  <a:lnTo>
                    <a:pt x="1964949" y="4223537"/>
                  </a:lnTo>
                  <a:lnTo>
                    <a:pt x="1965075" y="4223537"/>
                  </a:lnTo>
                  <a:lnTo>
                    <a:pt x="1965201" y="4223537"/>
                  </a:lnTo>
                  <a:lnTo>
                    <a:pt x="1965327" y="4223537"/>
                  </a:lnTo>
                  <a:lnTo>
                    <a:pt x="1965453" y="4223537"/>
                  </a:lnTo>
                  <a:lnTo>
                    <a:pt x="1965579" y="4223537"/>
                  </a:lnTo>
                  <a:lnTo>
                    <a:pt x="1965705" y="4223537"/>
                  </a:lnTo>
                  <a:lnTo>
                    <a:pt x="1965832" y="4223537"/>
                  </a:lnTo>
                  <a:lnTo>
                    <a:pt x="1965958" y="4223537"/>
                  </a:lnTo>
                  <a:lnTo>
                    <a:pt x="1966084" y="4223537"/>
                  </a:lnTo>
                  <a:lnTo>
                    <a:pt x="1966210" y="4223537"/>
                  </a:lnTo>
                  <a:lnTo>
                    <a:pt x="1966336" y="4223537"/>
                  </a:lnTo>
                  <a:lnTo>
                    <a:pt x="1966462" y="4223537"/>
                  </a:lnTo>
                  <a:lnTo>
                    <a:pt x="1966588" y="4223537"/>
                  </a:lnTo>
                  <a:lnTo>
                    <a:pt x="1966714" y="4223537"/>
                  </a:lnTo>
                  <a:lnTo>
                    <a:pt x="1966840" y="4223537"/>
                  </a:lnTo>
                  <a:lnTo>
                    <a:pt x="1966966" y="4223537"/>
                  </a:lnTo>
                  <a:lnTo>
                    <a:pt x="1967092" y="4223537"/>
                  </a:lnTo>
                  <a:lnTo>
                    <a:pt x="1967219" y="4223537"/>
                  </a:lnTo>
                  <a:lnTo>
                    <a:pt x="1967345" y="4223537"/>
                  </a:lnTo>
                  <a:lnTo>
                    <a:pt x="1967471" y="4223537"/>
                  </a:lnTo>
                  <a:lnTo>
                    <a:pt x="1967597" y="4223537"/>
                  </a:lnTo>
                  <a:lnTo>
                    <a:pt x="1967723" y="4223537"/>
                  </a:lnTo>
                  <a:lnTo>
                    <a:pt x="1967849" y="4223537"/>
                  </a:lnTo>
                  <a:lnTo>
                    <a:pt x="1967975" y="4223537"/>
                  </a:lnTo>
                  <a:lnTo>
                    <a:pt x="1968101" y="4223537"/>
                  </a:lnTo>
                  <a:lnTo>
                    <a:pt x="1968227" y="4223537"/>
                  </a:lnTo>
                  <a:lnTo>
                    <a:pt x="1968353" y="4223537"/>
                  </a:lnTo>
                  <a:lnTo>
                    <a:pt x="1968479" y="4223537"/>
                  </a:lnTo>
                  <a:lnTo>
                    <a:pt x="1968605" y="4223537"/>
                  </a:lnTo>
                  <a:lnTo>
                    <a:pt x="1968732" y="4223537"/>
                  </a:lnTo>
                  <a:lnTo>
                    <a:pt x="1968858" y="4223537"/>
                  </a:lnTo>
                  <a:lnTo>
                    <a:pt x="1968984" y="4223537"/>
                  </a:lnTo>
                  <a:lnTo>
                    <a:pt x="1969110" y="4223537"/>
                  </a:lnTo>
                  <a:lnTo>
                    <a:pt x="1969236" y="4223537"/>
                  </a:lnTo>
                  <a:lnTo>
                    <a:pt x="1969362" y="4223537"/>
                  </a:lnTo>
                  <a:lnTo>
                    <a:pt x="1969488" y="4223537"/>
                  </a:lnTo>
                  <a:lnTo>
                    <a:pt x="1969614" y="4223537"/>
                  </a:lnTo>
                  <a:lnTo>
                    <a:pt x="1969740" y="4223537"/>
                  </a:lnTo>
                  <a:lnTo>
                    <a:pt x="1969866" y="4223537"/>
                  </a:lnTo>
                  <a:lnTo>
                    <a:pt x="1969992" y="4223537"/>
                  </a:lnTo>
                  <a:lnTo>
                    <a:pt x="1970119" y="4223537"/>
                  </a:lnTo>
                  <a:lnTo>
                    <a:pt x="1970245" y="4223537"/>
                  </a:lnTo>
                  <a:lnTo>
                    <a:pt x="1970371" y="4223537"/>
                  </a:lnTo>
                  <a:lnTo>
                    <a:pt x="1970497" y="4223537"/>
                  </a:lnTo>
                  <a:lnTo>
                    <a:pt x="1970623" y="4223537"/>
                  </a:lnTo>
                  <a:lnTo>
                    <a:pt x="1970749" y="4223537"/>
                  </a:lnTo>
                  <a:lnTo>
                    <a:pt x="1970875" y="4223537"/>
                  </a:lnTo>
                  <a:lnTo>
                    <a:pt x="1971001" y="4223537"/>
                  </a:lnTo>
                  <a:lnTo>
                    <a:pt x="1971127" y="4223537"/>
                  </a:lnTo>
                  <a:lnTo>
                    <a:pt x="1971253" y="4223537"/>
                  </a:lnTo>
                  <a:lnTo>
                    <a:pt x="1971379" y="4223537"/>
                  </a:lnTo>
                  <a:lnTo>
                    <a:pt x="1971505" y="4223537"/>
                  </a:lnTo>
                  <a:lnTo>
                    <a:pt x="1971632" y="4223537"/>
                  </a:lnTo>
                  <a:lnTo>
                    <a:pt x="1971758" y="4223537"/>
                  </a:lnTo>
                  <a:lnTo>
                    <a:pt x="1971884" y="4223537"/>
                  </a:lnTo>
                  <a:lnTo>
                    <a:pt x="1972010" y="4223537"/>
                  </a:lnTo>
                  <a:lnTo>
                    <a:pt x="1972136" y="4223537"/>
                  </a:lnTo>
                  <a:lnTo>
                    <a:pt x="1972262" y="4223537"/>
                  </a:lnTo>
                  <a:lnTo>
                    <a:pt x="1972388" y="4223537"/>
                  </a:lnTo>
                  <a:lnTo>
                    <a:pt x="1972514" y="4223537"/>
                  </a:lnTo>
                  <a:lnTo>
                    <a:pt x="1972640" y="4223537"/>
                  </a:lnTo>
                  <a:lnTo>
                    <a:pt x="1972766" y="4223537"/>
                  </a:lnTo>
                  <a:lnTo>
                    <a:pt x="1972892" y="4223537"/>
                  </a:lnTo>
                  <a:lnTo>
                    <a:pt x="1973019" y="4223537"/>
                  </a:lnTo>
                  <a:lnTo>
                    <a:pt x="1973145" y="4223537"/>
                  </a:lnTo>
                  <a:lnTo>
                    <a:pt x="1973271" y="4223537"/>
                  </a:lnTo>
                  <a:lnTo>
                    <a:pt x="1973397" y="4223537"/>
                  </a:lnTo>
                  <a:lnTo>
                    <a:pt x="1973523" y="4223537"/>
                  </a:lnTo>
                  <a:lnTo>
                    <a:pt x="1973649" y="4223537"/>
                  </a:lnTo>
                  <a:lnTo>
                    <a:pt x="1973775" y="4223537"/>
                  </a:lnTo>
                  <a:lnTo>
                    <a:pt x="1973901" y="4223537"/>
                  </a:lnTo>
                  <a:lnTo>
                    <a:pt x="1974027" y="4223537"/>
                  </a:lnTo>
                  <a:lnTo>
                    <a:pt x="1974027" y="4218257"/>
                  </a:lnTo>
                  <a:lnTo>
                    <a:pt x="1974153" y="4218257"/>
                  </a:lnTo>
                  <a:lnTo>
                    <a:pt x="1974279" y="4218257"/>
                  </a:lnTo>
                  <a:lnTo>
                    <a:pt x="1974405" y="4218257"/>
                  </a:lnTo>
                  <a:lnTo>
                    <a:pt x="1974532" y="4218257"/>
                  </a:lnTo>
                  <a:lnTo>
                    <a:pt x="1974658" y="4218257"/>
                  </a:lnTo>
                  <a:lnTo>
                    <a:pt x="1974784" y="4218257"/>
                  </a:lnTo>
                  <a:lnTo>
                    <a:pt x="1974910" y="4218257"/>
                  </a:lnTo>
                  <a:lnTo>
                    <a:pt x="1975036" y="4218257"/>
                  </a:lnTo>
                  <a:lnTo>
                    <a:pt x="1975162" y="4218257"/>
                  </a:lnTo>
                  <a:lnTo>
                    <a:pt x="1975288" y="4218257"/>
                  </a:lnTo>
                  <a:lnTo>
                    <a:pt x="1975414" y="4218257"/>
                  </a:lnTo>
                  <a:lnTo>
                    <a:pt x="1975540" y="4218257"/>
                  </a:lnTo>
                  <a:lnTo>
                    <a:pt x="1975666" y="4218257"/>
                  </a:lnTo>
                  <a:lnTo>
                    <a:pt x="1975792" y="4218257"/>
                  </a:lnTo>
                  <a:lnTo>
                    <a:pt x="1975919" y="4218257"/>
                  </a:lnTo>
                  <a:lnTo>
                    <a:pt x="1976045" y="4218257"/>
                  </a:lnTo>
                  <a:lnTo>
                    <a:pt x="1976171" y="4218257"/>
                  </a:lnTo>
                  <a:lnTo>
                    <a:pt x="1976297" y="4218257"/>
                  </a:lnTo>
                  <a:lnTo>
                    <a:pt x="1976423" y="4218257"/>
                  </a:lnTo>
                  <a:lnTo>
                    <a:pt x="1976549" y="4218257"/>
                  </a:lnTo>
                  <a:lnTo>
                    <a:pt x="1976675" y="4218257"/>
                  </a:lnTo>
                  <a:lnTo>
                    <a:pt x="1976801" y="4218257"/>
                  </a:lnTo>
                  <a:lnTo>
                    <a:pt x="1976927" y="4218257"/>
                  </a:lnTo>
                  <a:lnTo>
                    <a:pt x="1977053" y="4218257"/>
                  </a:lnTo>
                  <a:lnTo>
                    <a:pt x="1977179" y="4218257"/>
                  </a:lnTo>
                  <a:lnTo>
                    <a:pt x="1977306" y="4218257"/>
                  </a:lnTo>
                  <a:lnTo>
                    <a:pt x="1977432" y="4218257"/>
                  </a:lnTo>
                  <a:lnTo>
                    <a:pt x="1977558" y="4218257"/>
                  </a:lnTo>
                  <a:lnTo>
                    <a:pt x="1977684" y="4218257"/>
                  </a:lnTo>
                  <a:lnTo>
                    <a:pt x="1977810" y="4218257"/>
                  </a:lnTo>
                  <a:lnTo>
                    <a:pt x="1977936" y="4218257"/>
                  </a:lnTo>
                  <a:lnTo>
                    <a:pt x="1978062" y="4218257"/>
                  </a:lnTo>
                  <a:lnTo>
                    <a:pt x="1978188" y="4218257"/>
                  </a:lnTo>
                  <a:lnTo>
                    <a:pt x="1978314" y="4218257"/>
                  </a:lnTo>
                  <a:lnTo>
                    <a:pt x="1978440" y="4218257"/>
                  </a:lnTo>
                  <a:lnTo>
                    <a:pt x="1978566" y="4218257"/>
                  </a:lnTo>
                  <a:lnTo>
                    <a:pt x="1978692" y="4218257"/>
                  </a:lnTo>
                  <a:lnTo>
                    <a:pt x="1978819" y="4218257"/>
                  </a:lnTo>
                  <a:lnTo>
                    <a:pt x="1978945" y="4218257"/>
                  </a:lnTo>
                  <a:lnTo>
                    <a:pt x="1979071" y="4218257"/>
                  </a:lnTo>
                  <a:lnTo>
                    <a:pt x="1979197" y="4218257"/>
                  </a:lnTo>
                  <a:lnTo>
                    <a:pt x="1979323" y="4218257"/>
                  </a:lnTo>
                  <a:lnTo>
                    <a:pt x="1979449" y="4218257"/>
                  </a:lnTo>
                  <a:lnTo>
                    <a:pt x="1979575" y="4218257"/>
                  </a:lnTo>
                  <a:lnTo>
                    <a:pt x="1979701" y="4218257"/>
                  </a:lnTo>
                  <a:lnTo>
                    <a:pt x="1979827" y="4218257"/>
                  </a:lnTo>
                  <a:lnTo>
                    <a:pt x="1979953" y="4218257"/>
                  </a:lnTo>
                  <a:lnTo>
                    <a:pt x="1980079" y="4218257"/>
                  </a:lnTo>
                  <a:lnTo>
                    <a:pt x="1980206" y="4218257"/>
                  </a:lnTo>
                  <a:lnTo>
                    <a:pt x="1980332" y="4218257"/>
                  </a:lnTo>
                  <a:lnTo>
                    <a:pt x="1980458" y="4218257"/>
                  </a:lnTo>
                  <a:lnTo>
                    <a:pt x="1980584" y="4218257"/>
                  </a:lnTo>
                  <a:lnTo>
                    <a:pt x="1980710" y="4218257"/>
                  </a:lnTo>
                  <a:lnTo>
                    <a:pt x="1980836" y="4218257"/>
                  </a:lnTo>
                  <a:lnTo>
                    <a:pt x="1980962" y="4218257"/>
                  </a:lnTo>
                  <a:lnTo>
                    <a:pt x="1981088" y="4218257"/>
                  </a:lnTo>
                  <a:lnTo>
                    <a:pt x="1981214" y="4218257"/>
                  </a:lnTo>
                  <a:lnTo>
                    <a:pt x="1981340" y="4218257"/>
                  </a:lnTo>
                  <a:lnTo>
                    <a:pt x="1981466" y="4218257"/>
                  </a:lnTo>
                  <a:lnTo>
                    <a:pt x="1981592" y="4218257"/>
                  </a:lnTo>
                  <a:lnTo>
                    <a:pt x="1981719" y="4218257"/>
                  </a:lnTo>
                  <a:lnTo>
                    <a:pt x="1981845" y="4218257"/>
                  </a:lnTo>
                  <a:lnTo>
                    <a:pt x="1981971" y="4218257"/>
                  </a:lnTo>
                  <a:lnTo>
                    <a:pt x="1982097" y="4218257"/>
                  </a:lnTo>
                  <a:lnTo>
                    <a:pt x="1982223" y="4218257"/>
                  </a:lnTo>
                  <a:lnTo>
                    <a:pt x="1982349" y="4218257"/>
                  </a:lnTo>
                  <a:lnTo>
                    <a:pt x="1982475" y="4218257"/>
                  </a:lnTo>
                  <a:lnTo>
                    <a:pt x="1982601" y="4218257"/>
                  </a:lnTo>
                  <a:lnTo>
                    <a:pt x="1982727" y="4218257"/>
                  </a:lnTo>
                  <a:lnTo>
                    <a:pt x="1982853" y="4218257"/>
                  </a:lnTo>
                  <a:lnTo>
                    <a:pt x="1982979" y="4218257"/>
                  </a:lnTo>
                  <a:lnTo>
                    <a:pt x="1983106" y="4218257"/>
                  </a:lnTo>
                  <a:lnTo>
                    <a:pt x="1983232" y="4218257"/>
                  </a:lnTo>
                  <a:lnTo>
                    <a:pt x="1983358" y="4218257"/>
                  </a:lnTo>
                  <a:lnTo>
                    <a:pt x="1983484" y="4218257"/>
                  </a:lnTo>
                  <a:lnTo>
                    <a:pt x="1983610" y="4218257"/>
                  </a:lnTo>
                  <a:lnTo>
                    <a:pt x="1983736" y="4218257"/>
                  </a:lnTo>
                  <a:lnTo>
                    <a:pt x="1983862" y="4218257"/>
                  </a:lnTo>
                  <a:lnTo>
                    <a:pt x="1983988" y="4218257"/>
                  </a:lnTo>
                  <a:lnTo>
                    <a:pt x="1984114" y="4218257"/>
                  </a:lnTo>
                  <a:lnTo>
                    <a:pt x="1984240" y="4218257"/>
                  </a:lnTo>
                  <a:lnTo>
                    <a:pt x="1984366" y="4218257"/>
                  </a:lnTo>
                  <a:lnTo>
                    <a:pt x="1984493" y="4218257"/>
                  </a:lnTo>
                  <a:lnTo>
                    <a:pt x="1984619" y="4218257"/>
                  </a:lnTo>
                  <a:lnTo>
                    <a:pt x="1984745" y="4218257"/>
                  </a:lnTo>
                  <a:lnTo>
                    <a:pt x="1984871" y="4218257"/>
                  </a:lnTo>
                  <a:lnTo>
                    <a:pt x="1984997" y="4218257"/>
                  </a:lnTo>
                  <a:lnTo>
                    <a:pt x="1985123" y="4218257"/>
                  </a:lnTo>
                  <a:lnTo>
                    <a:pt x="1985249" y="4218257"/>
                  </a:lnTo>
                  <a:lnTo>
                    <a:pt x="1985375" y="4218257"/>
                  </a:lnTo>
                  <a:lnTo>
                    <a:pt x="1985501" y="4218257"/>
                  </a:lnTo>
                  <a:lnTo>
                    <a:pt x="1985627" y="4218257"/>
                  </a:lnTo>
                  <a:lnTo>
                    <a:pt x="1985753" y="4218257"/>
                  </a:lnTo>
                  <a:lnTo>
                    <a:pt x="1985879" y="4218257"/>
                  </a:lnTo>
                  <a:lnTo>
                    <a:pt x="1985879" y="4212978"/>
                  </a:lnTo>
                  <a:lnTo>
                    <a:pt x="1986006" y="4212978"/>
                  </a:lnTo>
                  <a:lnTo>
                    <a:pt x="1986132" y="4212978"/>
                  </a:lnTo>
                  <a:lnTo>
                    <a:pt x="1986258" y="4212978"/>
                  </a:lnTo>
                  <a:lnTo>
                    <a:pt x="1986384" y="4212978"/>
                  </a:lnTo>
                  <a:lnTo>
                    <a:pt x="1986510" y="4212978"/>
                  </a:lnTo>
                  <a:lnTo>
                    <a:pt x="1986636" y="4212978"/>
                  </a:lnTo>
                  <a:lnTo>
                    <a:pt x="1986762" y="4212978"/>
                  </a:lnTo>
                  <a:lnTo>
                    <a:pt x="1986888" y="4212978"/>
                  </a:lnTo>
                  <a:lnTo>
                    <a:pt x="1987014" y="4212978"/>
                  </a:lnTo>
                  <a:lnTo>
                    <a:pt x="1987140" y="4212978"/>
                  </a:lnTo>
                  <a:lnTo>
                    <a:pt x="1987266" y="4212978"/>
                  </a:lnTo>
                  <a:lnTo>
                    <a:pt x="1987393" y="4212978"/>
                  </a:lnTo>
                  <a:lnTo>
                    <a:pt x="1987519" y="4212978"/>
                  </a:lnTo>
                  <a:lnTo>
                    <a:pt x="1987645" y="4212978"/>
                  </a:lnTo>
                  <a:lnTo>
                    <a:pt x="1987645" y="4207698"/>
                  </a:lnTo>
                  <a:lnTo>
                    <a:pt x="1987771" y="4207698"/>
                  </a:lnTo>
                  <a:lnTo>
                    <a:pt x="1987897" y="4207698"/>
                  </a:lnTo>
                  <a:lnTo>
                    <a:pt x="1988023" y="4207698"/>
                  </a:lnTo>
                  <a:lnTo>
                    <a:pt x="1988149" y="4207698"/>
                  </a:lnTo>
                  <a:lnTo>
                    <a:pt x="1988275" y="4207698"/>
                  </a:lnTo>
                  <a:lnTo>
                    <a:pt x="1988401" y="4207698"/>
                  </a:lnTo>
                  <a:lnTo>
                    <a:pt x="1988527" y="4207698"/>
                  </a:lnTo>
                  <a:lnTo>
                    <a:pt x="1988653" y="4207698"/>
                  </a:lnTo>
                  <a:lnTo>
                    <a:pt x="1988779" y="4207698"/>
                  </a:lnTo>
                  <a:lnTo>
                    <a:pt x="1988906" y="4207698"/>
                  </a:lnTo>
                  <a:lnTo>
                    <a:pt x="1989032" y="4207698"/>
                  </a:lnTo>
                  <a:lnTo>
                    <a:pt x="1989158" y="4207698"/>
                  </a:lnTo>
                  <a:lnTo>
                    <a:pt x="1989284" y="4207698"/>
                  </a:lnTo>
                  <a:lnTo>
                    <a:pt x="1989410" y="4207698"/>
                  </a:lnTo>
                  <a:lnTo>
                    <a:pt x="1989536" y="4207698"/>
                  </a:lnTo>
                  <a:lnTo>
                    <a:pt x="1989662" y="4207698"/>
                  </a:lnTo>
                  <a:lnTo>
                    <a:pt x="1989788" y="4207698"/>
                  </a:lnTo>
                  <a:lnTo>
                    <a:pt x="1989914" y="4207698"/>
                  </a:lnTo>
                  <a:lnTo>
                    <a:pt x="1990040" y="4207698"/>
                  </a:lnTo>
                  <a:lnTo>
                    <a:pt x="1990166" y="4207698"/>
                  </a:lnTo>
                  <a:lnTo>
                    <a:pt x="1990293" y="4207698"/>
                  </a:lnTo>
                  <a:lnTo>
                    <a:pt x="1990419" y="4207698"/>
                  </a:lnTo>
                  <a:lnTo>
                    <a:pt x="1990545" y="4207698"/>
                  </a:lnTo>
                  <a:lnTo>
                    <a:pt x="1990671" y="4207698"/>
                  </a:lnTo>
                  <a:lnTo>
                    <a:pt x="1990797" y="4207698"/>
                  </a:lnTo>
                  <a:lnTo>
                    <a:pt x="1990923" y="4207698"/>
                  </a:lnTo>
                  <a:lnTo>
                    <a:pt x="1991049" y="4207698"/>
                  </a:lnTo>
                  <a:lnTo>
                    <a:pt x="1991175" y="4207698"/>
                  </a:lnTo>
                  <a:lnTo>
                    <a:pt x="1991301" y="4207698"/>
                  </a:lnTo>
                  <a:lnTo>
                    <a:pt x="1991427" y="4207698"/>
                  </a:lnTo>
                  <a:lnTo>
                    <a:pt x="1991553" y="4207698"/>
                  </a:lnTo>
                  <a:lnTo>
                    <a:pt x="1991553" y="4202419"/>
                  </a:lnTo>
                  <a:lnTo>
                    <a:pt x="1991680" y="4202419"/>
                  </a:lnTo>
                  <a:lnTo>
                    <a:pt x="1991806" y="4202419"/>
                  </a:lnTo>
                  <a:lnTo>
                    <a:pt x="1991932" y="4202419"/>
                  </a:lnTo>
                  <a:lnTo>
                    <a:pt x="1992058" y="4202419"/>
                  </a:lnTo>
                  <a:lnTo>
                    <a:pt x="1992184" y="4202419"/>
                  </a:lnTo>
                  <a:lnTo>
                    <a:pt x="1992310" y="4202419"/>
                  </a:lnTo>
                  <a:lnTo>
                    <a:pt x="1992436" y="4202419"/>
                  </a:lnTo>
                  <a:lnTo>
                    <a:pt x="1992562" y="4202419"/>
                  </a:lnTo>
                  <a:lnTo>
                    <a:pt x="1992688" y="4202419"/>
                  </a:lnTo>
                  <a:lnTo>
                    <a:pt x="1992814" y="4202419"/>
                  </a:lnTo>
                  <a:lnTo>
                    <a:pt x="1992940" y="4202419"/>
                  </a:lnTo>
                  <a:lnTo>
                    <a:pt x="1993066" y="4202419"/>
                  </a:lnTo>
                  <a:lnTo>
                    <a:pt x="1993193" y="4202419"/>
                  </a:lnTo>
                  <a:lnTo>
                    <a:pt x="1993319" y="4202419"/>
                  </a:lnTo>
                  <a:lnTo>
                    <a:pt x="1993445" y="4202419"/>
                  </a:lnTo>
                  <a:lnTo>
                    <a:pt x="1993571" y="4202419"/>
                  </a:lnTo>
                  <a:lnTo>
                    <a:pt x="1993697" y="4202419"/>
                  </a:lnTo>
                  <a:lnTo>
                    <a:pt x="1993823" y="4202419"/>
                  </a:lnTo>
                  <a:lnTo>
                    <a:pt x="1993949" y="4202419"/>
                  </a:lnTo>
                  <a:lnTo>
                    <a:pt x="1994075" y="4202419"/>
                  </a:lnTo>
                  <a:lnTo>
                    <a:pt x="1994201" y="4202419"/>
                  </a:lnTo>
                  <a:lnTo>
                    <a:pt x="1994327" y="4202419"/>
                  </a:lnTo>
                  <a:lnTo>
                    <a:pt x="1994453" y="4202419"/>
                  </a:lnTo>
                  <a:lnTo>
                    <a:pt x="1994580" y="4202419"/>
                  </a:lnTo>
                  <a:lnTo>
                    <a:pt x="1994706" y="4202419"/>
                  </a:lnTo>
                  <a:lnTo>
                    <a:pt x="1994832" y="4202419"/>
                  </a:lnTo>
                  <a:lnTo>
                    <a:pt x="1994958" y="4202419"/>
                  </a:lnTo>
                  <a:lnTo>
                    <a:pt x="1995084" y="4202419"/>
                  </a:lnTo>
                  <a:lnTo>
                    <a:pt x="1995210" y="4202419"/>
                  </a:lnTo>
                  <a:lnTo>
                    <a:pt x="1995336" y="4202419"/>
                  </a:lnTo>
                  <a:lnTo>
                    <a:pt x="1995462" y="4202419"/>
                  </a:lnTo>
                  <a:lnTo>
                    <a:pt x="1995588" y="4202419"/>
                  </a:lnTo>
                  <a:lnTo>
                    <a:pt x="1995714" y="4202419"/>
                  </a:lnTo>
                  <a:lnTo>
                    <a:pt x="1995840" y="4202419"/>
                  </a:lnTo>
                  <a:lnTo>
                    <a:pt x="1995966" y="4202419"/>
                  </a:lnTo>
                  <a:lnTo>
                    <a:pt x="1995966" y="4197139"/>
                  </a:lnTo>
                  <a:lnTo>
                    <a:pt x="1996093" y="4197139"/>
                  </a:lnTo>
                  <a:lnTo>
                    <a:pt x="1996219" y="4197139"/>
                  </a:lnTo>
                  <a:lnTo>
                    <a:pt x="1996345" y="4197139"/>
                  </a:lnTo>
                  <a:lnTo>
                    <a:pt x="1996471" y="4197139"/>
                  </a:lnTo>
                  <a:lnTo>
                    <a:pt x="1996597" y="4197139"/>
                  </a:lnTo>
                  <a:lnTo>
                    <a:pt x="1996723" y="4197139"/>
                  </a:lnTo>
                  <a:lnTo>
                    <a:pt x="1996849" y="4197139"/>
                  </a:lnTo>
                  <a:lnTo>
                    <a:pt x="1996975" y="4197139"/>
                  </a:lnTo>
                  <a:lnTo>
                    <a:pt x="1997101" y="4197139"/>
                  </a:lnTo>
                  <a:lnTo>
                    <a:pt x="1997227" y="4197139"/>
                  </a:lnTo>
                  <a:lnTo>
                    <a:pt x="1997353" y="4197139"/>
                  </a:lnTo>
                  <a:lnTo>
                    <a:pt x="1997480" y="4197139"/>
                  </a:lnTo>
                  <a:lnTo>
                    <a:pt x="1997606" y="4197139"/>
                  </a:lnTo>
                  <a:lnTo>
                    <a:pt x="1997732" y="4197139"/>
                  </a:lnTo>
                  <a:lnTo>
                    <a:pt x="1997858" y="4197139"/>
                  </a:lnTo>
                  <a:lnTo>
                    <a:pt x="1997984" y="4197139"/>
                  </a:lnTo>
                  <a:lnTo>
                    <a:pt x="1998110" y="4197139"/>
                  </a:lnTo>
                  <a:lnTo>
                    <a:pt x="1998236" y="4197139"/>
                  </a:lnTo>
                  <a:lnTo>
                    <a:pt x="1998362" y="4197139"/>
                  </a:lnTo>
                  <a:lnTo>
                    <a:pt x="1998488" y="4197139"/>
                  </a:lnTo>
                  <a:lnTo>
                    <a:pt x="1998614" y="4197139"/>
                  </a:lnTo>
                  <a:lnTo>
                    <a:pt x="1998740" y="4197139"/>
                  </a:lnTo>
                  <a:lnTo>
                    <a:pt x="1998866" y="4197139"/>
                  </a:lnTo>
                  <a:lnTo>
                    <a:pt x="1998993" y="4197139"/>
                  </a:lnTo>
                  <a:lnTo>
                    <a:pt x="1999119" y="4197139"/>
                  </a:lnTo>
                  <a:lnTo>
                    <a:pt x="1999245" y="4197139"/>
                  </a:lnTo>
                  <a:lnTo>
                    <a:pt x="1999245" y="4191860"/>
                  </a:lnTo>
                  <a:lnTo>
                    <a:pt x="1999371" y="4191860"/>
                  </a:lnTo>
                  <a:lnTo>
                    <a:pt x="1999497" y="4191860"/>
                  </a:lnTo>
                  <a:lnTo>
                    <a:pt x="1999623" y="4191860"/>
                  </a:lnTo>
                  <a:lnTo>
                    <a:pt x="1999749" y="4191860"/>
                  </a:lnTo>
                  <a:lnTo>
                    <a:pt x="1999875" y="4191860"/>
                  </a:lnTo>
                  <a:lnTo>
                    <a:pt x="2000001" y="4191860"/>
                  </a:lnTo>
                  <a:lnTo>
                    <a:pt x="2000127" y="4191860"/>
                  </a:lnTo>
                  <a:lnTo>
                    <a:pt x="2000253" y="4191860"/>
                  </a:lnTo>
                  <a:lnTo>
                    <a:pt x="2000380" y="4191860"/>
                  </a:lnTo>
                  <a:lnTo>
                    <a:pt x="2000506" y="4191860"/>
                  </a:lnTo>
                  <a:lnTo>
                    <a:pt x="2000632" y="4191860"/>
                  </a:lnTo>
                  <a:lnTo>
                    <a:pt x="2000758" y="4191860"/>
                  </a:lnTo>
                  <a:lnTo>
                    <a:pt x="2000884" y="4191860"/>
                  </a:lnTo>
                  <a:lnTo>
                    <a:pt x="2001010" y="4191860"/>
                  </a:lnTo>
                  <a:lnTo>
                    <a:pt x="2001136" y="4191860"/>
                  </a:lnTo>
                  <a:lnTo>
                    <a:pt x="2001262" y="4191860"/>
                  </a:lnTo>
                  <a:lnTo>
                    <a:pt x="2001388" y="4191860"/>
                  </a:lnTo>
                  <a:lnTo>
                    <a:pt x="2001514" y="4191860"/>
                  </a:lnTo>
                  <a:lnTo>
                    <a:pt x="2001640" y="4191860"/>
                  </a:lnTo>
                  <a:lnTo>
                    <a:pt x="2001767" y="4191860"/>
                  </a:lnTo>
                  <a:lnTo>
                    <a:pt x="2001893" y="4191860"/>
                  </a:lnTo>
                  <a:lnTo>
                    <a:pt x="2002019" y="4191860"/>
                  </a:lnTo>
                  <a:lnTo>
                    <a:pt x="2002145" y="4191860"/>
                  </a:lnTo>
                  <a:lnTo>
                    <a:pt x="2002271" y="4191860"/>
                  </a:lnTo>
                  <a:lnTo>
                    <a:pt x="2002397" y="4191860"/>
                  </a:lnTo>
                  <a:lnTo>
                    <a:pt x="2002523" y="4191860"/>
                  </a:lnTo>
                  <a:lnTo>
                    <a:pt x="2002649" y="4191860"/>
                  </a:lnTo>
                  <a:lnTo>
                    <a:pt x="2002775" y="4191860"/>
                  </a:lnTo>
                  <a:lnTo>
                    <a:pt x="2002901" y="4191860"/>
                  </a:lnTo>
                  <a:lnTo>
                    <a:pt x="2003027" y="4191860"/>
                  </a:lnTo>
                  <a:lnTo>
                    <a:pt x="2003153" y="4191860"/>
                  </a:lnTo>
                  <a:lnTo>
                    <a:pt x="2003280" y="4191860"/>
                  </a:lnTo>
                  <a:lnTo>
                    <a:pt x="2003406" y="4191860"/>
                  </a:lnTo>
                  <a:lnTo>
                    <a:pt x="2003532" y="4191860"/>
                  </a:lnTo>
                  <a:lnTo>
                    <a:pt x="2003658" y="4191860"/>
                  </a:lnTo>
                  <a:lnTo>
                    <a:pt x="2003784" y="4191860"/>
                  </a:lnTo>
                  <a:lnTo>
                    <a:pt x="2003910" y="4191860"/>
                  </a:lnTo>
                  <a:lnTo>
                    <a:pt x="2004036" y="4191860"/>
                  </a:lnTo>
                  <a:lnTo>
                    <a:pt x="2004162" y="4191860"/>
                  </a:lnTo>
                  <a:lnTo>
                    <a:pt x="2004288" y="4191860"/>
                  </a:lnTo>
                  <a:lnTo>
                    <a:pt x="2004414" y="4191860"/>
                  </a:lnTo>
                  <a:lnTo>
                    <a:pt x="2004540" y="4191860"/>
                  </a:lnTo>
                  <a:lnTo>
                    <a:pt x="2004667" y="4191860"/>
                  </a:lnTo>
                  <a:lnTo>
                    <a:pt x="2004793" y="4191860"/>
                  </a:lnTo>
                  <a:lnTo>
                    <a:pt x="2004919" y="4191860"/>
                  </a:lnTo>
                  <a:lnTo>
                    <a:pt x="2005045" y="4191860"/>
                  </a:lnTo>
                  <a:lnTo>
                    <a:pt x="2005171" y="4191860"/>
                  </a:lnTo>
                  <a:lnTo>
                    <a:pt x="2005297" y="4191860"/>
                  </a:lnTo>
                  <a:lnTo>
                    <a:pt x="2005423" y="4191860"/>
                  </a:lnTo>
                  <a:lnTo>
                    <a:pt x="2005549" y="4191860"/>
                  </a:lnTo>
                  <a:lnTo>
                    <a:pt x="2005675" y="4191860"/>
                  </a:lnTo>
                  <a:lnTo>
                    <a:pt x="2005801" y="4191860"/>
                  </a:lnTo>
                  <a:lnTo>
                    <a:pt x="2005927" y="4191860"/>
                  </a:lnTo>
                  <a:lnTo>
                    <a:pt x="2006053" y="4191860"/>
                  </a:lnTo>
                  <a:lnTo>
                    <a:pt x="2006180" y="4191860"/>
                  </a:lnTo>
                  <a:lnTo>
                    <a:pt x="2006306" y="4191860"/>
                  </a:lnTo>
                  <a:lnTo>
                    <a:pt x="2006432" y="4191860"/>
                  </a:lnTo>
                  <a:lnTo>
                    <a:pt x="2006558" y="4191860"/>
                  </a:lnTo>
                  <a:lnTo>
                    <a:pt x="2006684" y="4191860"/>
                  </a:lnTo>
                  <a:lnTo>
                    <a:pt x="2006810" y="4191860"/>
                  </a:lnTo>
                  <a:lnTo>
                    <a:pt x="2006936" y="4191860"/>
                  </a:lnTo>
                  <a:lnTo>
                    <a:pt x="2007062" y="4191860"/>
                  </a:lnTo>
                  <a:lnTo>
                    <a:pt x="2007188" y="4191860"/>
                  </a:lnTo>
                  <a:lnTo>
                    <a:pt x="2007314" y="4191860"/>
                  </a:lnTo>
                  <a:lnTo>
                    <a:pt x="2007440" y="4191860"/>
                  </a:lnTo>
                  <a:lnTo>
                    <a:pt x="2007567" y="4191860"/>
                  </a:lnTo>
                  <a:lnTo>
                    <a:pt x="2007693" y="4191860"/>
                  </a:lnTo>
                  <a:lnTo>
                    <a:pt x="2007819" y="4191860"/>
                  </a:lnTo>
                  <a:lnTo>
                    <a:pt x="2007945" y="4191860"/>
                  </a:lnTo>
                  <a:lnTo>
                    <a:pt x="2008071" y="4191860"/>
                  </a:lnTo>
                  <a:lnTo>
                    <a:pt x="2008197" y="4191860"/>
                  </a:lnTo>
                  <a:lnTo>
                    <a:pt x="2008323" y="4191860"/>
                  </a:lnTo>
                  <a:lnTo>
                    <a:pt x="2008449" y="4191860"/>
                  </a:lnTo>
                  <a:lnTo>
                    <a:pt x="2008575" y="4191860"/>
                  </a:lnTo>
                  <a:lnTo>
                    <a:pt x="2008701" y="4191860"/>
                  </a:lnTo>
                  <a:lnTo>
                    <a:pt x="2008827" y="4191860"/>
                  </a:lnTo>
                  <a:lnTo>
                    <a:pt x="2008954" y="4191860"/>
                  </a:lnTo>
                  <a:lnTo>
                    <a:pt x="2009080" y="4191860"/>
                  </a:lnTo>
                  <a:lnTo>
                    <a:pt x="2009206" y="4191860"/>
                  </a:lnTo>
                  <a:lnTo>
                    <a:pt x="2009332" y="4191860"/>
                  </a:lnTo>
                  <a:lnTo>
                    <a:pt x="2009458" y="4191860"/>
                  </a:lnTo>
                  <a:lnTo>
                    <a:pt x="2009584" y="4191860"/>
                  </a:lnTo>
                  <a:lnTo>
                    <a:pt x="2009584" y="4186581"/>
                  </a:lnTo>
                  <a:lnTo>
                    <a:pt x="2009710" y="4186581"/>
                  </a:lnTo>
                  <a:lnTo>
                    <a:pt x="2009710" y="4181301"/>
                  </a:lnTo>
                  <a:lnTo>
                    <a:pt x="2009836" y="4181301"/>
                  </a:lnTo>
                  <a:lnTo>
                    <a:pt x="2009962" y="4181301"/>
                  </a:lnTo>
                  <a:lnTo>
                    <a:pt x="2010088" y="4181301"/>
                  </a:lnTo>
                  <a:lnTo>
                    <a:pt x="2010214" y="4181301"/>
                  </a:lnTo>
                  <a:lnTo>
                    <a:pt x="2010340" y="4181301"/>
                  </a:lnTo>
                  <a:lnTo>
                    <a:pt x="2010467" y="4181301"/>
                  </a:lnTo>
                  <a:lnTo>
                    <a:pt x="2010593" y="4181301"/>
                  </a:lnTo>
                  <a:lnTo>
                    <a:pt x="2010719" y="4181301"/>
                  </a:lnTo>
                  <a:lnTo>
                    <a:pt x="2010845" y="4181301"/>
                  </a:lnTo>
                  <a:lnTo>
                    <a:pt x="2010971" y="4181301"/>
                  </a:lnTo>
                  <a:lnTo>
                    <a:pt x="2011097" y="4181301"/>
                  </a:lnTo>
                  <a:lnTo>
                    <a:pt x="2011223" y="4181301"/>
                  </a:lnTo>
                  <a:lnTo>
                    <a:pt x="2011349" y="4181301"/>
                  </a:lnTo>
                  <a:lnTo>
                    <a:pt x="2011475" y="4181301"/>
                  </a:lnTo>
                  <a:lnTo>
                    <a:pt x="2011601" y="4181301"/>
                  </a:lnTo>
                  <a:lnTo>
                    <a:pt x="2011727" y="4181301"/>
                  </a:lnTo>
                  <a:lnTo>
                    <a:pt x="2011854" y="4181301"/>
                  </a:lnTo>
                  <a:lnTo>
                    <a:pt x="2011980" y="4181301"/>
                  </a:lnTo>
                  <a:lnTo>
                    <a:pt x="2012106" y="4181301"/>
                  </a:lnTo>
                  <a:lnTo>
                    <a:pt x="2012232" y="4181301"/>
                  </a:lnTo>
                  <a:lnTo>
                    <a:pt x="2012358" y="4181301"/>
                  </a:lnTo>
                  <a:lnTo>
                    <a:pt x="2012484" y="4181301"/>
                  </a:lnTo>
                  <a:lnTo>
                    <a:pt x="2012610" y="4181301"/>
                  </a:lnTo>
                  <a:lnTo>
                    <a:pt x="2012736" y="4181301"/>
                  </a:lnTo>
                  <a:lnTo>
                    <a:pt x="2012862" y="4181301"/>
                  </a:lnTo>
                  <a:lnTo>
                    <a:pt x="2012862" y="4176022"/>
                  </a:lnTo>
                  <a:lnTo>
                    <a:pt x="2012988" y="4176022"/>
                  </a:lnTo>
                  <a:lnTo>
                    <a:pt x="2013114" y="4176022"/>
                  </a:lnTo>
                  <a:lnTo>
                    <a:pt x="2013240" y="4176022"/>
                  </a:lnTo>
                  <a:lnTo>
                    <a:pt x="2013367" y="4176022"/>
                  </a:lnTo>
                  <a:lnTo>
                    <a:pt x="2013493" y="4176022"/>
                  </a:lnTo>
                  <a:lnTo>
                    <a:pt x="2013619" y="4176022"/>
                  </a:lnTo>
                  <a:lnTo>
                    <a:pt x="2013745" y="4176022"/>
                  </a:lnTo>
                  <a:lnTo>
                    <a:pt x="2013871" y="4176022"/>
                  </a:lnTo>
                  <a:lnTo>
                    <a:pt x="2013997" y="4176022"/>
                  </a:lnTo>
                  <a:lnTo>
                    <a:pt x="2014123" y="4176022"/>
                  </a:lnTo>
                  <a:lnTo>
                    <a:pt x="2014249" y="4176022"/>
                  </a:lnTo>
                  <a:lnTo>
                    <a:pt x="2014375" y="4176022"/>
                  </a:lnTo>
                  <a:lnTo>
                    <a:pt x="2014501" y="4176022"/>
                  </a:lnTo>
                  <a:lnTo>
                    <a:pt x="2014627" y="4176022"/>
                  </a:lnTo>
                  <a:lnTo>
                    <a:pt x="2014754" y="4176022"/>
                  </a:lnTo>
                  <a:lnTo>
                    <a:pt x="2014880" y="4176022"/>
                  </a:lnTo>
                  <a:lnTo>
                    <a:pt x="2015006" y="4176022"/>
                  </a:lnTo>
                  <a:lnTo>
                    <a:pt x="2015132" y="4176022"/>
                  </a:lnTo>
                  <a:lnTo>
                    <a:pt x="2015258" y="4176022"/>
                  </a:lnTo>
                  <a:lnTo>
                    <a:pt x="2015384" y="4176022"/>
                  </a:lnTo>
                  <a:lnTo>
                    <a:pt x="2015510" y="4176022"/>
                  </a:lnTo>
                  <a:lnTo>
                    <a:pt x="2015636" y="4176022"/>
                  </a:lnTo>
                  <a:lnTo>
                    <a:pt x="2015762" y="4176022"/>
                  </a:lnTo>
                  <a:lnTo>
                    <a:pt x="2015888" y="4176022"/>
                  </a:lnTo>
                  <a:lnTo>
                    <a:pt x="2016014" y="4176022"/>
                  </a:lnTo>
                  <a:lnTo>
                    <a:pt x="2016140" y="4176022"/>
                  </a:lnTo>
                  <a:lnTo>
                    <a:pt x="2016267" y="4176022"/>
                  </a:lnTo>
                  <a:lnTo>
                    <a:pt x="2016393" y="4176022"/>
                  </a:lnTo>
                  <a:lnTo>
                    <a:pt x="2016519" y="4176022"/>
                  </a:lnTo>
                  <a:lnTo>
                    <a:pt x="2016645" y="4176022"/>
                  </a:lnTo>
                  <a:lnTo>
                    <a:pt x="2016771" y="4176022"/>
                  </a:lnTo>
                  <a:lnTo>
                    <a:pt x="2016897" y="4176022"/>
                  </a:lnTo>
                  <a:lnTo>
                    <a:pt x="2017023" y="4176022"/>
                  </a:lnTo>
                  <a:lnTo>
                    <a:pt x="2017149" y="4176022"/>
                  </a:lnTo>
                  <a:lnTo>
                    <a:pt x="2017275" y="4176022"/>
                  </a:lnTo>
                  <a:lnTo>
                    <a:pt x="2017401" y="4176022"/>
                  </a:lnTo>
                  <a:lnTo>
                    <a:pt x="2017527" y="4176022"/>
                  </a:lnTo>
                  <a:lnTo>
                    <a:pt x="2017654" y="4176022"/>
                  </a:lnTo>
                  <a:lnTo>
                    <a:pt x="2017780" y="4176022"/>
                  </a:lnTo>
                  <a:lnTo>
                    <a:pt x="2017906" y="4176022"/>
                  </a:lnTo>
                  <a:lnTo>
                    <a:pt x="2018032" y="4176022"/>
                  </a:lnTo>
                  <a:lnTo>
                    <a:pt x="2018158" y="4176022"/>
                  </a:lnTo>
                  <a:lnTo>
                    <a:pt x="2018284" y="4176022"/>
                  </a:lnTo>
                  <a:lnTo>
                    <a:pt x="2018410" y="4176022"/>
                  </a:lnTo>
                  <a:lnTo>
                    <a:pt x="2018536" y="4176022"/>
                  </a:lnTo>
                  <a:lnTo>
                    <a:pt x="2018662" y="4176022"/>
                  </a:lnTo>
                  <a:lnTo>
                    <a:pt x="2018788" y="4176022"/>
                  </a:lnTo>
                  <a:lnTo>
                    <a:pt x="2018914" y="4176022"/>
                  </a:lnTo>
                  <a:lnTo>
                    <a:pt x="2019041" y="4176022"/>
                  </a:lnTo>
                  <a:lnTo>
                    <a:pt x="2019167" y="4176022"/>
                  </a:lnTo>
                  <a:lnTo>
                    <a:pt x="2019293" y="4176022"/>
                  </a:lnTo>
                  <a:lnTo>
                    <a:pt x="2019419" y="4176022"/>
                  </a:lnTo>
                  <a:lnTo>
                    <a:pt x="2019545" y="4176022"/>
                  </a:lnTo>
                  <a:lnTo>
                    <a:pt x="2019671" y="4176022"/>
                  </a:lnTo>
                  <a:lnTo>
                    <a:pt x="2019797" y="4176022"/>
                  </a:lnTo>
                  <a:lnTo>
                    <a:pt x="2019923" y="4176022"/>
                  </a:lnTo>
                  <a:lnTo>
                    <a:pt x="2020049" y="4176022"/>
                  </a:lnTo>
                  <a:lnTo>
                    <a:pt x="2020175" y="4176022"/>
                  </a:lnTo>
                  <a:lnTo>
                    <a:pt x="2020301" y="4176022"/>
                  </a:lnTo>
                  <a:lnTo>
                    <a:pt x="2020427" y="4176022"/>
                  </a:lnTo>
                  <a:lnTo>
                    <a:pt x="2020554" y="4176022"/>
                  </a:lnTo>
                  <a:lnTo>
                    <a:pt x="2020680" y="4176022"/>
                  </a:lnTo>
                  <a:lnTo>
                    <a:pt x="2020806" y="4176022"/>
                  </a:lnTo>
                  <a:lnTo>
                    <a:pt x="2020932" y="4176022"/>
                  </a:lnTo>
                  <a:lnTo>
                    <a:pt x="2021058" y="4176022"/>
                  </a:lnTo>
                  <a:lnTo>
                    <a:pt x="2021184" y="4176022"/>
                  </a:lnTo>
                  <a:lnTo>
                    <a:pt x="2021310" y="4176022"/>
                  </a:lnTo>
                  <a:lnTo>
                    <a:pt x="2021310" y="4170742"/>
                  </a:lnTo>
                  <a:lnTo>
                    <a:pt x="2021436" y="4170742"/>
                  </a:lnTo>
                  <a:lnTo>
                    <a:pt x="2021562" y="4170742"/>
                  </a:lnTo>
                  <a:lnTo>
                    <a:pt x="2021688" y="4170742"/>
                  </a:lnTo>
                  <a:lnTo>
                    <a:pt x="2021814" y="4170742"/>
                  </a:lnTo>
                  <a:lnTo>
                    <a:pt x="2021941" y="4170742"/>
                  </a:lnTo>
                  <a:lnTo>
                    <a:pt x="2022067" y="4170742"/>
                  </a:lnTo>
                  <a:lnTo>
                    <a:pt x="2022193" y="4170742"/>
                  </a:lnTo>
                  <a:lnTo>
                    <a:pt x="2022319" y="4170742"/>
                  </a:lnTo>
                  <a:lnTo>
                    <a:pt x="2022445" y="4170742"/>
                  </a:lnTo>
                  <a:lnTo>
                    <a:pt x="2022571" y="4170742"/>
                  </a:lnTo>
                  <a:lnTo>
                    <a:pt x="2022697" y="4170742"/>
                  </a:lnTo>
                  <a:lnTo>
                    <a:pt x="2022823" y="4170742"/>
                  </a:lnTo>
                  <a:lnTo>
                    <a:pt x="2022949" y="4170742"/>
                  </a:lnTo>
                  <a:lnTo>
                    <a:pt x="2023075" y="4170742"/>
                  </a:lnTo>
                  <a:lnTo>
                    <a:pt x="2023201" y="4170742"/>
                  </a:lnTo>
                  <a:lnTo>
                    <a:pt x="2023327" y="4170742"/>
                  </a:lnTo>
                  <a:lnTo>
                    <a:pt x="2023454" y="4170742"/>
                  </a:lnTo>
                  <a:lnTo>
                    <a:pt x="2023580" y="4170742"/>
                  </a:lnTo>
                  <a:lnTo>
                    <a:pt x="2023706" y="4170742"/>
                  </a:lnTo>
                  <a:lnTo>
                    <a:pt x="2023832" y="4170742"/>
                  </a:lnTo>
                  <a:lnTo>
                    <a:pt x="2023958" y="4170742"/>
                  </a:lnTo>
                  <a:lnTo>
                    <a:pt x="2024084" y="4170742"/>
                  </a:lnTo>
                  <a:lnTo>
                    <a:pt x="2024210" y="4170742"/>
                  </a:lnTo>
                  <a:lnTo>
                    <a:pt x="2024336" y="4170742"/>
                  </a:lnTo>
                  <a:lnTo>
                    <a:pt x="2024462" y="4170742"/>
                  </a:lnTo>
                  <a:lnTo>
                    <a:pt x="2024588" y="4170742"/>
                  </a:lnTo>
                  <a:lnTo>
                    <a:pt x="2024714" y="4170742"/>
                  </a:lnTo>
                  <a:lnTo>
                    <a:pt x="2024841" y="4170742"/>
                  </a:lnTo>
                  <a:lnTo>
                    <a:pt x="2024967" y="4170742"/>
                  </a:lnTo>
                  <a:lnTo>
                    <a:pt x="2025093" y="4170742"/>
                  </a:lnTo>
                  <a:lnTo>
                    <a:pt x="2025219" y="4170742"/>
                  </a:lnTo>
                  <a:lnTo>
                    <a:pt x="2025345" y="4170742"/>
                  </a:lnTo>
                  <a:lnTo>
                    <a:pt x="2025471" y="4170742"/>
                  </a:lnTo>
                  <a:lnTo>
                    <a:pt x="2025597" y="4170742"/>
                  </a:lnTo>
                  <a:lnTo>
                    <a:pt x="2025723" y="4170742"/>
                  </a:lnTo>
                  <a:lnTo>
                    <a:pt x="2025849" y="4170742"/>
                  </a:lnTo>
                  <a:lnTo>
                    <a:pt x="2025975" y="4170742"/>
                  </a:lnTo>
                  <a:lnTo>
                    <a:pt x="2026101" y="4170742"/>
                  </a:lnTo>
                  <a:lnTo>
                    <a:pt x="2026228" y="4170742"/>
                  </a:lnTo>
                  <a:lnTo>
                    <a:pt x="2026354" y="4170742"/>
                  </a:lnTo>
                  <a:lnTo>
                    <a:pt x="2026480" y="4170742"/>
                  </a:lnTo>
                  <a:lnTo>
                    <a:pt x="2026606" y="4170742"/>
                  </a:lnTo>
                  <a:lnTo>
                    <a:pt x="2026732" y="4170742"/>
                  </a:lnTo>
                  <a:lnTo>
                    <a:pt x="2026858" y="4170742"/>
                  </a:lnTo>
                  <a:lnTo>
                    <a:pt x="2026984" y="4170742"/>
                  </a:lnTo>
                  <a:lnTo>
                    <a:pt x="2027110" y="4170742"/>
                  </a:lnTo>
                  <a:lnTo>
                    <a:pt x="2027236" y="4170742"/>
                  </a:lnTo>
                  <a:lnTo>
                    <a:pt x="2027362" y="4170742"/>
                  </a:lnTo>
                  <a:lnTo>
                    <a:pt x="2027488" y="4170742"/>
                  </a:lnTo>
                  <a:lnTo>
                    <a:pt x="2027614" y="4170742"/>
                  </a:lnTo>
                  <a:lnTo>
                    <a:pt x="2027741" y="4170742"/>
                  </a:lnTo>
                  <a:lnTo>
                    <a:pt x="2027867" y="4170742"/>
                  </a:lnTo>
                  <a:lnTo>
                    <a:pt x="2027993" y="4170742"/>
                  </a:lnTo>
                  <a:lnTo>
                    <a:pt x="2028119" y="4170742"/>
                  </a:lnTo>
                  <a:lnTo>
                    <a:pt x="2028245" y="4170742"/>
                  </a:lnTo>
                  <a:lnTo>
                    <a:pt x="2028371" y="4170742"/>
                  </a:lnTo>
                  <a:lnTo>
                    <a:pt x="2028497" y="4170742"/>
                  </a:lnTo>
                  <a:lnTo>
                    <a:pt x="2028623" y="4170742"/>
                  </a:lnTo>
                  <a:lnTo>
                    <a:pt x="2028623" y="4165463"/>
                  </a:lnTo>
                  <a:lnTo>
                    <a:pt x="2028749" y="4165463"/>
                  </a:lnTo>
                  <a:lnTo>
                    <a:pt x="2028875" y="4165463"/>
                  </a:lnTo>
                  <a:lnTo>
                    <a:pt x="2029001" y="4165463"/>
                  </a:lnTo>
                  <a:lnTo>
                    <a:pt x="2029128" y="4165463"/>
                  </a:lnTo>
                  <a:lnTo>
                    <a:pt x="2029254" y="4165463"/>
                  </a:lnTo>
                  <a:lnTo>
                    <a:pt x="2029380" y="4165463"/>
                  </a:lnTo>
                  <a:lnTo>
                    <a:pt x="2029506" y="4165463"/>
                  </a:lnTo>
                  <a:lnTo>
                    <a:pt x="2029632" y="4165463"/>
                  </a:lnTo>
                  <a:lnTo>
                    <a:pt x="2029758" y="4165463"/>
                  </a:lnTo>
                  <a:lnTo>
                    <a:pt x="2029884" y="4165463"/>
                  </a:lnTo>
                  <a:lnTo>
                    <a:pt x="2030010" y="4165463"/>
                  </a:lnTo>
                  <a:lnTo>
                    <a:pt x="2030136" y="4165463"/>
                  </a:lnTo>
                  <a:lnTo>
                    <a:pt x="2030262" y="4165463"/>
                  </a:lnTo>
                  <a:lnTo>
                    <a:pt x="2030388" y="4165463"/>
                  </a:lnTo>
                  <a:lnTo>
                    <a:pt x="2030514" y="4165463"/>
                  </a:lnTo>
                  <a:lnTo>
                    <a:pt x="2030641" y="4165463"/>
                  </a:lnTo>
                  <a:lnTo>
                    <a:pt x="2030767" y="4165463"/>
                  </a:lnTo>
                  <a:lnTo>
                    <a:pt x="2030893" y="4165463"/>
                  </a:lnTo>
                  <a:lnTo>
                    <a:pt x="2031019" y="4165463"/>
                  </a:lnTo>
                  <a:lnTo>
                    <a:pt x="2031145" y="4165463"/>
                  </a:lnTo>
                  <a:lnTo>
                    <a:pt x="2031271" y="4165463"/>
                  </a:lnTo>
                  <a:lnTo>
                    <a:pt x="2031397" y="4165463"/>
                  </a:lnTo>
                  <a:lnTo>
                    <a:pt x="2031523" y="4165463"/>
                  </a:lnTo>
                  <a:lnTo>
                    <a:pt x="2031649" y="4165463"/>
                  </a:lnTo>
                  <a:lnTo>
                    <a:pt x="2031649" y="4160184"/>
                  </a:lnTo>
                  <a:lnTo>
                    <a:pt x="2031775" y="4160184"/>
                  </a:lnTo>
                  <a:lnTo>
                    <a:pt x="2031901" y="4160184"/>
                  </a:lnTo>
                  <a:lnTo>
                    <a:pt x="2032028" y="4160184"/>
                  </a:lnTo>
                  <a:lnTo>
                    <a:pt x="2032154" y="4160184"/>
                  </a:lnTo>
                  <a:lnTo>
                    <a:pt x="2032280" y="4160184"/>
                  </a:lnTo>
                  <a:lnTo>
                    <a:pt x="2032406" y="4160184"/>
                  </a:lnTo>
                  <a:lnTo>
                    <a:pt x="2032532" y="4160184"/>
                  </a:lnTo>
                  <a:lnTo>
                    <a:pt x="2032658" y="4160184"/>
                  </a:lnTo>
                  <a:lnTo>
                    <a:pt x="2032784" y="4160184"/>
                  </a:lnTo>
                  <a:lnTo>
                    <a:pt x="2032910" y="4160184"/>
                  </a:lnTo>
                  <a:lnTo>
                    <a:pt x="2033036" y="4160184"/>
                  </a:lnTo>
                  <a:lnTo>
                    <a:pt x="2033162" y="4160184"/>
                  </a:lnTo>
                  <a:lnTo>
                    <a:pt x="2033288" y="4160184"/>
                  </a:lnTo>
                  <a:lnTo>
                    <a:pt x="2033415" y="4160184"/>
                  </a:lnTo>
                  <a:lnTo>
                    <a:pt x="2033541" y="4160184"/>
                  </a:lnTo>
                  <a:lnTo>
                    <a:pt x="2033667" y="4160184"/>
                  </a:lnTo>
                  <a:lnTo>
                    <a:pt x="2033793" y="4160184"/>
                  </a:lnTo>
                  <a:lnTo>
                    <a:pt x="2033919" y="4160184"/>
                  </a:lnTo>
                  <a:lnTo>
                    <a:pt x="2034045" y="4160184"/>
                  </a:lnTo>
                  <a:lnTo>
                    <a:pt x="2034171" y="4160184"/>
                  </a:lnTo>
                  <a:lnTo>
                    <a:pt x="2034297" y="4160184"/>
                  </a:lnTo>
                  <a:lnTo>
                    <a:pt x="2034423" y="4160184"/>
                  </a:lnTo>
                  <a:lnTo>
                    <a:pt x="2034549" y="4160184"/>
                  </a:lnTo>
                  <a:lnTo>
                    <a:pt x="2034675" y="4160184"/>
                  </a:lnTo>
                  <a:lnTo>
                    <a:pt x="2034801" y="4160184"/>
                  </a:lnTo>
                  <a:lnTo>
                    <a:pt x="2034928" y="4160184"/>
                  </a:lnTo>
                  <a:lnTo>
                    <a:pt x="2035054" y="4160184"/>
                  </a:lnTo>
                  <a:lnTo>
                    <a:pt x="2035180" y="4160184"/>
                  </a:lnTo>
                  <a:lnTo>
                    <a:pt x="2035306" y="4160184"/>
                  </a:lnTo>
                  <a:lnTo>
                    <a:pt x="2035432" y="4160184"/>
                  </a:lnTo>
                  <a:lnTo>
                    <a:pt x="2035558" y="4160184"/>
                  </a:lnTo>
                  <a:lnTo>
                    <a:pt x="2035684" y="4160184"/>
                  </a:lnTo>
                  <a:lnTo>
                    <a:pt x="2035810" y="4160184"/>
                  </a:lnTo>
                  <a:lnTo>
                    <a:pt x="2035936" y="4160184"/>
                  </a:lnTo>
                  <a:lnTo>
                    <a:pt x="2036062" y="4160184"/>
                  </a:lnTo>
                  <a:lnTo>
                    <a:pt x="2036188" y="4160184"/>
                  </a:lnTo>
                  <a:lnTo>
                    <a:pt x="2036188" y="4154904"/>
                  </a:lnTo>
                  <a:lnTo>
                    <a:pt x="2036315" y="4154904"/>
                  </a:lnTo>
                  <a:lnTo>
                    <a:pt x="2036441" y="4154904"/>
                  </a:lnTo>
                  <a:lnTo>
                    <a:pt x="2036567" y="4154904"/>
                  </a:lnTo>
                  <a:lnTo>
                    <a:pt x="2036693" y="4154904"/>
                  </a:lnTo>
                  <a:lnTo>
                    <a:pt x="2036819" y="4154904"/>
                  </a:lnTo>
                  <a:lnTo>
                    <a:pt x="2036945" y="4154904"/>
                  </a:lnTo>
                  <a:lnTo>
                    <a:pt x="2037071" y="4154904"/>
                  </a:lnTo>
                  <a:lnTo>
                    <a:pt x="2037197" y="4154904"/>
                  </a:lnTo>
                  <a:lnTo>
                    <a:pt x="2037323" y="4154904"/>
                  </a:lnTo>
                  <a:lnTo>
                    <a:pt x="2037449" y="4154904"/>
                  </a:lnTo>
                  <a:lnTo>
                    <a:pt x="2037575" y="4154904"/>
                  </a:lnTo>
                  <a:lnTo>
                    <a:pt x="2037701" y="4154904"/>
                  </a:lnTo>
                  <a:lnTo>
                    <a:pt x="2037828" y="4154904"/>
                  </a:lnTo>
                  <a:lnTo>
                    <a:pt x="2037954" y="4154904"/>
                  </a:lnTo>
                  <a:lnTo>
                    <a:pt x="2038080" y="4154904"/>
                  </a:lnTo>
                  <a:lnTo>
                    <a:pt x="2038206" y="4154904"/>
                  </a:lnTo>
                  <a:lnTo>
                    <a:pt x="2038332" y="4154904"/>
                  </a:lnTo>
                  <a:lnTo>
                    <a:pt x="2038458" y="4154904"/>
                  </a:lnTo>
                  <a:lnTo>
                    <a:pt x="2038584" y="4154904"/>
                  </a:lnTo>
                  <a:lnTo>
                    <a:pt x="2038710" y="4154904"/>
                  </a:lnTo>
                  <a:lnTo>
                    <a:pt x="2038836" y="4154904"/>
                  </a:lnTo>
                  <a:lnTo>
                    <a:pt x="2038962" y="4154904"/>
                  </a:lnTo>
                  <a:lnTo>
                    <a:pt x="2039088" y="4154904"/>
                  </a:lnTo>
                  <a:lnTo>
                    <a:pt x="2039215" y="4154904"/>
                  </a:lnTo>
                  <a:lnTo>
                    <a:pt x="2039341" y="4154904"/>
                  </a:lnTo>
                  <a:lnTo>
                    <a:pt x="2039467" y="4154904"/>
                  </a:lnTo>
                  <a:lnTo>
                    <a:pt x="2039593" y="4154904"/>
                  </a:lnTo>
                  <a:lnTo>
                    <a:pt x="2039719" y="4154904"/>
                  </a:lnTo>
                  <a:lnTo>
                    <a:pt x="2039845" y="4154904"/>
                  </a:lnTo>
                  <a:lnTo>
                    <a:pt x="2039971" y="4154904"/>
                  </a:lnTo>
                  <a:lnTo>
                    <a:pt x="2040097" y="4154904"/>
                  </a:lnTo>
                  <a:lnTo>
                    <a:pt x="2040223" y="4154904"/>
                  </a:lnTo>
                  <a:lnTo>
                    <a:pt x="2040349" y="4154904"/>
                  </a:lnTo>
                  <a:lnTo>
                    <a:pt x="2040475" y="4154904"/>
                  </a:lnTo>
                  <a:lnTo>
                    <a:pt x="2040601" y="4154904"/>
                  </a:lnTo>
                  <a:lnTo>
                    <a:pt x="2040728" y="4154904"/>
                  </a:lnTo>
                  <a:lnTo>
                    <a:pt x="2040854" y="4154904"/>
                  </a:lnTo>
                  <a:lnTo>
                    <a:pt x="2040980" y="4154904"/>
                  </a:lnTo>
                  <a:lnTo>
                    <a:pt x="2041106" y="4154904"/>
                  </a:lnTo>
                  <a:lnTo>
                    <a:pt x="2041232" y="4154904"/>
                  </a:lnTo>
                  <a:lnTo>
                    <a:pt x="2041358" y="4154904"/>
                  </a:lnTo>
                  <a:lnTo>
                    <a:pt x="2041484" y="4154904"/>
                  </a:lnTo>
                  <a:lnTo>
                    <a:pt x="2041610" y="4154904"/>
                  </a:lnTo>
                  <a:lnTo>
                    <a:pt x="2041736" y="4154904"/>
                  </a:lnTo>
                  <a:lnTo>
                    <a:pt x="2041862" y="4154904"/>
                  </a:lnTo>
                  <a:lnTo>
                    <a:pt x="2041988" y="4154904"/>
                  </a:lnTo>
                  <a:lnTo>
                    <a:pt x="2042115" y="4154904"/>
                  </a:lnTo>
                  <a:lnTo>
                    <a:pt x="2042241" y="4154904"/>
                  </a:lnTo>
                  <a:lnTo>
                    <a:pt x="2042367" y="4154904"/>
                  </a:lnTo>
                  <a:lnTo>
                    <a:pt x="2042493" y="4154904"/>
                  </a:lnTo>
                  <a:lnTo>
                    <a:pt x="2042619" y="4154904"/>
                  </a:lnTo>
                  <a:lnTo>
                    <a:pt x="2042745" y="4154904"/>
                  </a:lnTo>
                  <a:lnTo>
                    <a:pt x="2042871" y="4154904"/>
                  </a:lnTo>
                  <a:lnTo>
                    <a:pt x="2042997" y="4154904"/>
                  </a:lnTo>
                  <a:lnTo>
                    <a:pt x="2043123" y="4154904"/>
                  </a:lnTo>
                  <a:lnTo>
                    <a:pt x="2043249" y="4154904"/>
                  </a:lnTo>
                  <a:lnTo>
                    <a:pt x="2043375" y="4154904"/>
                  </a:lnTo>
                  <a:lnTo>
                    <a:pt x="2043502" y="4154904"/>
                  </a:lnTo>
                  <a:lnTo>
                    <a:pt x="2043628" y="4154904"/>
                  </a:lnTo>
                  <a:lnTo>
                    <a:pt x="2043754" y="4154904"/>
                  </a:lnTo>
                  <a:lnTo>
                    <a:pt x="2043880" y="4154904"/>
                  </a:lnTo>
                  <a:lnTo>
                    <a:pt x="2044006" y="4154904"/>
                  </a:lnTo>
                  <a:lnTo>
                    <a:pt x="2044132" y="4154904"/>
                  </a:lnTo>
                  <a:lnTo>
                    <a:pt x="2044258" y="4154904"/>
                  </a:lnTo>
                  <a:lnTo>
                    <a:pt x="2044384" y="4154904"/>
                  </a:lnTo>
                  <a:lnTo>
                    <a:pt x="2044510" y="4154904"/>
                  </a:lnTo>
                  <a:lnTo>
                    <a:pt x="2044636" y="4154904"/>
                  </a:lnTo>
                  <a:lnTo>
                    <a:pt x="2044762" y="4154904"/>
                  </a:lnTo>
                  <a:lnTo>
                    <a:pt x="2044888" y="4154904"/>
                  </a:lnTo>
                  <a:lnTo>
                    <a:pt x="2045015" y="4154904"/>
                  </a:lnTo>
                  <a:lnTo>
                    <a:pt x="2045141" y="4154904"/>
                  </a:lnTo>
                  <a:lnTo>
                    <a:pt x="2045267" y="4154904"/>
                  </a:lnTo>
                  <a:lnTo>
                    <a:pt x="2045393" y="4154904"/>
                  </a:lnTo>
                  <a:lnTo>
                    <a:pt x="2045519" y="4154904"/>
                  </a:lnTo>
                  <a:lnTo>
                    <a:pt x="2045645" y="4154904"/>
                  </a:lnTo>
                  <a:lnTo>
                    <a:pt x="2045771" y="4154904"/>
                  </a:lnTo>
                  <a:lnTo>
                    <a:pt x="2045897" y="4154904"/>
                  </a:lnTo>
                  <a:lnTo>
                    <a:pt x="2045897" y="4149625"/>
                  </a:lnTo>
                  <a:lnTo>
                    <a:pt x="2046023" y="4149625"/>
                  </a:lnTo>
                  <a:lnTo>
                    <a:pt x="2046149" y="4149625"/>
                  </a:lnTo>
                  <a:lnTo>
                    <a:pt x="2046275" y="4149625"/>
                  </a:lnTo>
                  <a:lnTo>
                    <a:pt x="2046402" y="4149625"/>
                  </a:lnTo>
                  <a:lnTo>
                    <a:pt x="2046528" y="4149625"/>
                  </a:lnTo>
                  <a:lnTo>
                    <a:pt x="2046654" y="4149625"/>
                  </a:lnTo>
                  <a:lnTo>
                    <a:pt x="2046780" y="4149625"/>
                  </a:lnTo>
                  <a:lnTo>
                    <a:pt x="2046906" y="4149625"/>
                  </a:lnTo>
                  <a:lnTo>
                    <a:pt x="2047032" y="4149625"/>
                  </a:lnTo>
                  <a:lnTo>
                    <a:pt x="2047158" y="4149625"/>
                  </a:lnTo>
                  <a:lnTo>
                    <a:pt x="2047284" y="4149625"/>
                  </a:lnTo>
                  <a:lnTo>
                    <a:pt x="2047410" y="4149625"/>
                  </a:lnTo>
                  <a:lnTo>
                    <a:pt x="2047536" y="4149625"/>
                  </a:lnTo>
                  <a:lnTo>
                    <a:pt x="2047662" y="4149625"/>
                  </a:lnTo>
                  <a:lnTo>
                    <a:pt x="2047788" y="4149625"/>
                  </a:lnTo>
                  <a:lnTo>
                    <a:pt x="2047915" y="4149625"/>
                  </a:lnTo>
                  <a:lnTo>
                    <a:pt x="2048041" y="4149625"/>
                  </a:lnTo>
                  <a:lnTo>
                    <a:pt x="2048167" y="4149625"/>
                  </a:lnTo>
                  <a:lnTo>
                    <a:pt x="2048293" y="4149625"/>
                  </a:lnTo>
                  <a:lnTo>
                    <a:pt x="2048419" y="4149625"/>
                  </a:lnTo>
                  <a:lnTo>
                    <a:pt x="2048545" y="4149625"/>
                  </a:lnTo>
                  <a:lnTo>
                    <a:pt x="2048671" y="4149625"/>
                  </a:lnTo>
                  <a:lnTo>
                    <a:pt x="2048797" y="4149625"/>
                  </a:lnTo>
                  <a:lnTo>
                    <a:pt x="2048923" y="4149625"/>
                  </a:lnTo>
                  <a:lnTo>
                    <a:pt x="2049049" y="4149625"/>
                  </a:lnTo>
                  <a:lnTo>
                    <a:pt x="2049175" y="4149625"/>
                  </a:lnTo>
                  <a:lnTo>
                    <a:pt x="2049302" y="4149625"/>
                  </a:lnTo>
                  <a:lnTo>
                    <a:pt x="2049428" y="4149625"/>
                  </a:lnTo>
                  <a:lnTo>
                    <a:pt x="2049554" y="4149625"/>
                  </a:lnTo>
                  <a:lnTo>
                    <a:pt x="2049680" y="4149625"/>
                  </a:lnTo>
                  <a:lnTo>
                    <a:pt x="2049806" y="4149625"/>
                  </a:lnTo>
                  <a:lnTo>
                    <a:pt x="2049932" y="4149625"/>
                  </a:lnTo>
                  <a:lnTo>
                    <a:pt x="2050058" y="4149625"/>
                  </a:lnTo>
                  <a:lnTo>
                    <a:pt x="2050184" y="4149625"/>
                  </a:lnTo>
                  <a:lnTo>
                    <a:pt x="2050310" y="4149625"/>
                  </a:lnTo>
                  <a:lnTo>
                    <a:pt x="2050436" y="4149625"/>
                  </a:lnTo>
                  <a:lnTo>
                    <a:pt x="2050562" y="4149625"/>
                  </a:lnTo>
                  <a:lnTo>
                    <a:pt x="2050689" y="4149625"/>
                  </a:lnTo>
                  <a:lnTo>
                    <a:pt x="2050815" y="4149625"/>
                  </a:lnTo>
                  <a:lnTo>
                    <a:pt x="2050941" y="4149625"/>
                  </a:lnTo>
                  <a:lnTo>
                    <a:pt x="2051067" y="4149625"/>
                  </a:lnTo>
                  <a:lnTo>
                    <a:pt x="2051193" y="4149625"/>
                  </a:lnTo>
                  <a:lnTo>
                    <a:pt x="2051319" y="4149625"/>
                  </a:lnTo>
                  <a:lnTo>
                    <a:pt x="2051445" y="4149625"/>
                  </a:lnTo>
                  <a:lnTo>
                    <a:pt x="2051571" y="4149625"/>
                  </a:lnTo>
                  <a:lnTo>
                    <a:pt x="2051697" y="4149625"/>
                  </a:lnTo>
                  <a:lnTo>
                    <a:pt x="2051823" y="4149625"/>
                  </a:lnTo>
                  <a:lnTo>
                    <a:pt x="2051949" y="4149625"/>
                  </a:lnTo>
                  <a:lnTo>
                    <a:pt x="2052075" y="4149625"/>
                  </a:lnTo>
                  <a:lnTo>
                    <a:pt x="2052202" y="4149625"/>
                  </a:lnTo>
                  <a:lnTo>
                    <a:pt x="2052328" y="4149625"/>
                  </a:lnTo>
                  <a:lnTo>
                    <a:pt x="2052454" y="4149625"/>
                  </a:lnTo>
                  <a:lnTo>
                    <a:pt x="2052580" y="4149625"/>
                  </a:lnTo>
                  <a:lnTo>
                    <a:pt x="2052706" y="4149625"/>
                  </a:lnTo>
                  <a:lnTo>
                    <a:pt x="2052832" y="4149625"/>
                  </a:lnTo>
                  <a:lnTo>
                    <a:pt x="2052958" y="4149625"/>
                  </a:lnTo>
                  <a:lnTo>
                    <a:pt x="2053084" y="4149625"/>
                  </a:lnTo>
                  <a:lnTo>
                    <a:pt x="2053210" y="4149625"/>
                  </a:lnTo>
                  <a:lnTo>
                    <a:pt x="2053336" y="4149625"/>
                  </a:lnTo>
                  <a:lnTo>
                    <a:pt x="2053462" y="4149625"/>
                  </a:lnTo>
                  <a:lnTo>
                    <a:pt x="2053589" y="4149625"/>
                  </a:lnTo>
                  <a:lnTo>
                    <a:pt x="2053715" y="4149625"/>
                  </a:lnTo>
                  <a:lnTo>
                    <a:pt x="2053841" y="4149625"/>
                  </a:lnTo>
                  <a:lnTo>
                    <a:pt x="2053967" y="4149625"/>
                  </a:lnTo>
                  <a:lnTo>
                    <a:pt x="2054093" y="4149625"/>
                  </a:lnTo>
                  <a:lnTo>
                    <a:pt x="2054219" y="4149625"/>
                  </a:lnTo>
                  <a:lnTo>
                    <a:pt x="2054345" y="4149625"/>
                  </a:lnTo>
                  <a:lnTo>
                    <a:pt x="2054471" y="4149625"/>
                  </a:lnTo>
                  <a:lnTo>
                    <a:pt x="2054597" y="4149625"/>
                  </a:lnTo>
                  <a:lnTo>
                    <a:pt x="2054723" y="4149625"/>
                  </a:lnTo>
                  <a:lnTo>
                    <a:pt x="2054849" y="4149625"/>
                  </a:lnTo>
                  <a:lnTo>
                    <a:pt x="2054849" y="4144345"/>
                  </a:lnTo>
                  <a:lnTo>
                    <a:pt x="2054975" y="4144345"/>
                  </a:lnTo>
                  <a:lnTo>
                    <a:pt x="2055102" y="4144345"/>
                  </a:lnTo>
                  <a:lnTo>
                    <a:pt x="2055228" y="4144345"/>
                  </a:lnTo>
                  <a:lnTo>
                    <a:pt x="2055354" y="4144345"/>
                  </a:lnTo>
                  <a:lnTo>
                    <a:pt x="2055480" y="4144345"/>
                  </a:lnTo>
                  <a:lnTo>
                    <a:pt x="2055606" y="4144345"/>
                  </a:lnTo>
                  <a:lnTo>
                    <a:pt x="2055732" y="4144345"/>
                  </a:lnTo>
                  <a:lnTo>
                    <a:pt x="2055858" y="4144345"/>
                  </a:lnTo>
                  <a:lnTo>
                    <a:pt x="2055984" y="4144345"/>
                  </a:lnTo>
                  <a:lnTo>
                    <a:pt x="2056110" y="4144345"/>
                  </a:lnTo>
                  <a:lnTo>
                    <a:pt x="2056236" y="4144345"/>
                  </a:lnTo>
                  <a:lnTo>
                    <a:pt x="2056362" y="4144345"/>
                  </a:lnTo>
                  <a:lnTo>
                    <a:pt x="2056489" y="4144345"/>
                  </a:lnTo>
                  <a:lnTo>
                    <a:pt x="2056615" y="4144345"/>
                  </a:lnTo>
                  <a:lnTo>
                    <a:pt x="2056741" y="4144345"/>
                  </a:lnTo>
                  <a:lnTo>
                    <a:pt x="2056867" y="4144345"/>
                  </a:lnTo>
                  <a:lnTo>
                    <a:pt x="2056993" y="4144345"/>
                  </a:lnTo>
                  <a:lnTo>
                    <a:pt x="2057119" y="4144345"/>
                  </a:lnTo>
                  <a:lnTo>
                    <a:pt x="2057245" y="4144345"/>
                  </a:lnTo>
                  <a:lnTo>
                    <a:pt x="2057371" y="4144345"/>
                  </a:lnTo>
                  <a:lnTo>
                    <a:pt x="2057497" y="4144345"/>
                  </a:lnTo>
                  <a:lnTo>
                    <a:pt x="2057497" y="4139066"/>
                  </a:lnTo>
                  <a:lnTo>
                    <a:pt x="2057623" y="4139066"/>
                  </a:lnTo>
                  <a:lnTo>
                    <a:pt x="2057749" y="4139066"/>
                  </a:lnTo>
                  <a:lnTo>
                    <a:pt x="2057876" y="4139066"/>
                  </a:lnTo>
                  <a:lnTo>
                    <a:pt x="2058002" y="4139066"/>
                  </a:lnTo>
                  <a:lnTo>
                    <a:pt x="2058128" y="4139066"/>
                  </a:lnTo>
                  <a:lnTo>
                    <a:pt x="2058254" y="4139066"/>
                  </a:lnTo>
                  <a:lnTo>
                    <a:pt x="2058380" y="4139066"/>
                  </a:lnTo>
                  <a:lnTo>
                    <a:pt x="2058506" y="4139066"/>
                  </a:lnTo>
                  <a:lnTo>
                    <a:pt x="2058632" y="4139066"/>
                  </a:lnTo>
                  <a:lnTo>
                    <a:pt x="2058758" y="4139066"/>
                  </a:lnTo>
                  <a:lnTo>
                    <a:pt x="2058884" y="4139066"/>
                  </a:lnTo>
                  <a:lnTo>
                    <a:pt x="2059010" y="4139066"/>
                  </a:lnTo>
                  <a:lnTo>
                    <a:pt x="2059136" y="4139066"/>
                  </a:lnTo>
                  <a:lnTo>
                    <a:pt x="2059262" y="4139066"/>
                  </a:lnTo>
                  <a:lnTo>
                    <a:pt x="2059389" y="4139066"/>
                  </a:lnTo>
                  <a:lnTo>
                    <a:pt x="2059515" y="4139066"/>
                  </a:lnTo>
                  <a:lnTo>
                    <a:pt x="2059641" y="4139066"/>
                  </a:lnTo>
                  <a:lnTo>
                    <a:pt x="2059767" y="4139066"/>
                  </a:lnTo>
                  <a:lnTo>
                    <a:pt x="2059893" y="4139066"/>
                  </a:lnTo>
                  <a:lnTo>
                    <a:pt x="2060019" y="4139066"/>
                  </a:lnTo>
                  <a:lnTo>
                    <a:pt x="2060145" y="4139066"/>
                  </a:lnTo>
                  <a:lnTo>
                    <a:pt x="2060271" y="4139066"/>
                  </a:lnTo>
                  <a:lnTo>
                    <a:pt x="2060397" y="4139066"/>
                  </a:lnTo>
                  <a:lnTo>
                    <a:pt x="2060523" y="4139066"/>
                  </a:lnTo>
                  <a:lnTo>
                    <a:pt x="2060649" y="4139066"/>
                  </a:lnTo>
                  <a:lnTo>
                    <a:pt x="2060776" y="4139066"/>
                  </a:lnTo>
                  <a:lnTo>
                    <a:pt x="2060902" y="4139066"/>
                  </a:lnTo>
                  <a:lnTo>
                    <a:pt x="2061028" y="4139066"/>
                  </a:lnTo>
                  <a:lnTo>
                    <a:pt x="2061154" y="4139066"/>
                  </a:lnTo>
                  <a:lnTo>
                    <a:pt x="2061280" y="4139066"/>
                  </a:lnTo>
                  <a:lnTo>
                    <a:pt x="2061406" y="4139066"/>
                  </a:lnTo>
                  <a:lnTo>
                    <a:pt x="2061532" y="4139066"/>
                  </a:lnTo>
                  <a:lnTo>
                    <a:pt x="2061658" y="4139066"/>
                  </a:lnTo>
                  <a:lnTo>
                    <a:pt x="2061784" y="4139066"/>
                  </a:lnTo>
                  <a:lnTo>
                    <a:pt x="2061910" y="4139066"/>
                  </a:lnTo>
                  <a:lnTo>
                    <a:pt x="2062036" y="4139066"/>
                  </a:lnTo>
                  <a:lnTo>
                    <a:pt x="2062162" y="4139066"/>
                  </a:lnTo>
                  <a:lnTo>
                    <a:pt x="2062289" y="4139066"/>
                  </a:lnTo>
                  <a:lnTo>
                    <a:pt x="2062415" y="4139066"/>
                  </a:lnTo>
                  <a:lnTo>
                    <a:pt x="2062541" y="4139066"/>
                  </a:lnTo>
                  <a:lnTo>
                    <a:pt x="2062667" y="4139066"/>
                  </a:lnTo>
                  <a:lnTo>
                    <a:pt x="2062793" y="4139066"/>
                  </a:lnTo>
                  <a:lnTo>
                    <a:pt x="2062919" y="4139066"/>
                  </a:lnTo>
                  <a:lnTo>
                    <a:pt x="2063045" y="4139066"/>
                  </a:lnTo>
                  <a:lnTo>
                    <a:pt x="2063171" y="4139066"/>
                  </a:lnTo>
                  <a:lnTo>
                    <a:pt x="2063297" y="4139066"/>
                  </a:lnTo>
                  <a:lnTo>
                    <a:pt x="2063423" y="4139066"/>
                  </a:lnTo>
                  <a:lnTo>
                    <a:pt x="2063549" y="4139066"/>
                  </a:lnTo>
                  <a:lnTo>
                    <a:pt x="2063676" y="4139066"/>
                  </a:lnTo>
                  <a:lnTo>
                    <a:pt x="2063802" y="4139066"/>
                  </a:lnTo>
                  <a:lnTo>
                    <a:pt x="2063928" y="4139066"/>
                  </a:lnTo>
                  <a:lnTo>
                    <a:pt x="2064054" y="4139066"/>
                  </a:lnTo>
                  <a:lnTo>
                    <a:pt x="2064180" y="4139066"/>
                  </a:lnTo>
                  <a:lnTo>
                    <a:pt x="2064306" y="4139066"/>
                  </a:lnTo>
                  <a:lnTo>
                    <a:pt x="2064432" y="4139066"/>
                  </a:lnTo>
                  <a:lnTo>
                    <a:pt x="2064558" y="4139066"/>
                  </a:lnTo>
                  <a:lnTo>
                    <a:pt x="2064684" y="4139066"/>
                  </a:lnTo>
                  <a:lnTo>
                    <a:pt x="2064810" y="4139066"/>
                  </a:lnTo>
                  <a:lnTo>
                    <a:pt x="2064936" y="4139066"/>
                  </a:lnTo>
                  <a:lnTo>
                    <a:pt x="2065062" y="4139066"/>
                  </a:lnTo>
                  <a:lnTo>
                    <a:pt x="2065189" y="4139066"/>
                  </a:lnTo>
                  <a:lnTo>
                    <a:pt x="2065315" y="4139066"/>
                  </a:lnTo>
                  <a:lnTo>
                    <a:pt x="2065441" y="4139066"/>
                  </a:lnTo>
                  <a:lnTo>
                    <a:pt x="2065567" y="4139066"/>
                  </a:lnTo>
                  <a:lnTo>
                    <a:pt x="2065693" y="4139066"/>
                  </a:lnTo>
                  <a:lnTo>
                    <a:pt x="2065819" y="4139066"/>
                  </a:lnTo>
                  <a:lnTo>
                    <a:pt x="2065945" y="4139066"/>
                  </a:lnTo>
                  <a:lnTo>
                    <a:pt x="2066071" y="4139066"/>
                  </a:lnTo>
                  <a:lnTo>
                    <a:pt x="2066197" y="4139066"/>
                  </a:lnTo>
                  <a:lnTo>
                    <a:pt x="2066323" y="4139066"/>
                  </a:lnTo>
                  <a:lnTo>
                    <a:pt x="2066449" y="4139066"/>
                  </a:lnTo>
                  <a:lnTo>
                    <a:pt x="2066576" y="4139066"/>
                  </a:lnTo>
                  <a:lnTo>
                    <a:pt x="2066702" y="4139066"/>
                  </a:lnTo>
                  <a:lnTo>
                    <a:pt x="2066828" y="4139066"/>
                  </a:lnTo>
                  <a:lnTo>
                    <a:pt x="2066954" y="4139066"/>
                  </a:lnTo>
                  <a:lnTo>
                    <a:pt x="2067080" y="4139066"/>
                  </a:lnTo>
                  <a:lnTo>
                    <a:pt x="2067206" y="4139066"/>
                  </a:lnTo>
                  <a:lnTo>
                    <a:pt x="2067332" y="4139066"/>
                  </a:lnTo>
                  <a:lnTo>
                    <a:pt x="2067458" y="4139066"/>
                  </a:lnTo>
                  <a:lnTo>
                    <a:pt x="2067584" y="4139066"/>
                  </a:lnTo>
                  <a:lnTo>
                    <a:pt x="2067710" y="4139066"/>
                  </a:lnTo>
                  <a:lnTo>
                    <a:pt x="2067836" y="4139066"/>
                  </a:lnTo>
                  <a:lnTo>
                    <a:pt x="2067963" y="4139066"/>
                  </a:lnTo>
                  <a:lnTo>
                    <a:pt x="2068089" y="4139066"/>
                  </a:lnTo>
                  <a:lnTo>
                    <a:pt x="2068215" y="4139066"/>
                  </a:lnTo>
                  <a:lnTo>
                    <a:pt x="2068341" y="4139066"/>
                  </a:lnTo>
                  <a:lnTo>
                    <a:pt x="2068467" y="4139066"/>
                  </a:lnTo>
                  <a:lnTo>
                    <a:pt x="2068593" y="4139066"/>
                  </a:lnTo>
                  <a:lnTo>
                    <a:pt x="2068719" y="4139066"/>
                  </a:lnTo>
                  <a:lnTo>
                    <a:pt x="2068845" y="4139066"/>
                  </a:lnTo>
                  <a:lnTo>
                    <a:pt x="2068971" y="4139066"/>
                  </a:lnTo>
                  <a:lnTo>
                    <a:pt x="2069097" y="4139066"/>
                  </a:lnTo>
                  <a:lnTo>
                    <a:pt x="2069223" y="4139066"/>
                  </a:lnTo>
                  <a:lnTo>
                    <a:pt x="2069349" y="4139066"/>
                  </a:lnTo>
                  <a:lnTo>
                    <a:pt x="2069476" y="4139066"/>
                  </a:lnTo>
                  <a:lnTo>
                    <a:pt x="2069602" y="4139066"/>
                  </a:lnTo>
                  <a:lnTo>
                    <a:pt x="2069728" y="4139066"/>
                  </a:lnTo>
                  <a:lnTo>
                    <a:pt x="2069854" y="4139066"/>
                  </a:lnTo>
                  <a:lnTo>
                    <a:pt x="2069854" y="4133786"/>
                  </a:lnTo>
                  <a:lnTo>
                    <a:pt x="2069980" y="4133786"/>
                  </a:lnTo>
                  <a:lnTo>
                    <a:pt x="2070106" y="4133786"/>
                  </a:lnTo>
                  <a:lnTo>
                    <a:pt x="2070232" y="4133786"/>
                  </a:lnTo>
                  <a:lnTo>
                    <a:pt x="2070358" y="4133786"/>
                  </a:lnTo>
                  <a:lnTo>
                    <a:pt x="2070484" y="4133786"/>
                  </a:lnTo>
                  <a:lnTo>
                    <a:pt x="2070610" y="4133786"/>
                  </a:lnTo>
                  <a:lnTo>
                    <a:pt x="2070736" y="4133786"/>
                  </a:lnTo>
                  <a:lnTo>
                    <a:pt x="2070863" y="4133786"/>
                  </a:lnTo>
                  <a:lnTo>
                    <a:pt x="2070989" y="4133786"/>
                  </a:lnTo>
                  <a:lnTo>
                    <a:pt x="2071115" y="4133786"/>
                  </a:lnTo>
                  <a:lnTo>
                    <a:pt x="2071241" y="4133786"/>
                  </a:lnTo>
                  <a:lnTo>
                    <a:pt x="2071367" y="4133786"/>
                  </a:lnTo>
                  <a:lnTo>
                    <a:pt x="2071493" y="4133786"/>
                  </a:lnTo>
                  <a:lnTo>
                    <a:pt x="2071619" y="4133786"/>
                  </a:lnTo>
                  <a:lnTo>
                    <a:pt x="2071745" y="4133786"/>
                  </a:lnTo>
                  <a:lnTo>
                    <a:pt x="2071871" y="4133786"/>
                  </a:lnTo>
                  <a:lnTo>
                    <a:pt x="2071997" y="4133786"/>
                  </a:lnTo>
                  <a:lnTo>
                    <a:pt x="2072123" y="4133786"/>
                  </a:lnTo>
                  <a:lnTo>
                    <a:pt x="2072249" y="4133786"/>
                  </a:lnTo>
                  <a:lnTo>
                    <a:pt x="2072376" y="4133786"/>
                  </a:lnTo>
                  <a:lnTo>
                    <a:pt x="2072502" y="4133786"/>
                  </a:lnTo>
                  <a:lnTo>
                    <a:pt x="2072628" y="4133786"/>
                  </a:lnTo>
                  <a:lnTo>
                    <a:pt x="2072754" y="4133786"/>
                  </a:lnTo>
                  <a:lnTo>
                    <a:pt x="2072880" y="4133786"/>
                  </a:lnTo>
                  <a:lnTo>
                    <a:pt x="2073006" y="4133786"/>
                  </a:lnTo>
                  <a:lnTo>
                    <a:pt x="2073132" y="4133786"/>
                  </a:lnTo>
                  <a:lnTo>
                    <a:pt x="2073258" y="4133786"/>
                  </a:lnTo>
                  <a:lnTo>
                    <a:pt x="2073384" y="4133786"/>
                  </a:lnTo>
                  <a:lnTo>
                    <a:pt x="2073510" y="4133786"/>
                  </a:lnTo>
                  <a:lnTo>
                    <a:pt x="2073636" y="4133786"/>
                  </a:lnTo>
                  <a:lnTo>
                    <a:pt x="2073763" y="4133786"/>
                  </a:lnTo>
                  <a:lnTo>
                    <a:pt x="2073889" y="4133786"/>
                  </a:lnTo>
                  <a:lnTo>
                    <a:pt x="2074015" y="4133786"/>
                  </a:lnTo>
                  <a:lnTo>
                    <a:pt x="2074141" y="4133786"/>
                  </a:lnTo>
                  <a:lnTo>
                    <a:pt x="2074267" y="4133786"/>
                  </a:lnTo>
                  <a:lnTo>
                    <a:pt x="2074393" y="4133786"/>
                  </a:lnTo>
                  <a:lnTo>
                    <a:pt x="2074519" y="4133786"/>
                  </a:lnTo>
                  <a:lnTo>
                    <a:pt x="2074645" y="4133786"/>
                  </a:lnTo>
                  <a:lnTo>
                    <a:pt x="2074771" y="4133786"/>
                  </a:lnTo>
                  <a:lnTo>
                    <a:pt x="2074897" y="4133786"/>
                  </a:lnTo>
                  <a:lnTo>
                    <a:pt x="2075023" y="4133786"/>
                  </a:lnTo>
                  <a:lnTo>
                    <a:pt x="2075150" y="4133786"/>
                  </a:lnTo>
                  <a:lnTo>
                    <a:pt x="2075150" y="4128507"/>
                  </a:lnTo>
                  <a:lnTo>
                    <a:pt x="2075276" y="4128507"/>
                  </a:lnTo>
                  <a:lnTo>
                    <a:pt x="2075402" y="4128507"/>
                  </a:lnTo>
                  <a:lnTo>
                    <a:pt x="2075528" y="4128507"/>
                  </a:lnTo>
                  <a:lnTo>
                    <a:pt x="2075654" y="4128507"/>
                  </a:lnTo>
                  <a:lnTo>
                    <a:pt x="2075780" y="4128507"/>
                  </a:lnTo>
                  <a:lnTo>
                    <a:pt x="2075906" y="4128507"/>
                  </a:lnTo>
                  <a:lnTo>
                    <a:pt x="2076032" y="4128507"/>
                  </a:lnTo>
                  <a:lnTo>
                    <a:pt x="2076158" y="4128507"/>
                  </a:lnTo>
                  <a:lnTo>
                    <a:pt x="2076284" y="4128507"/>
                  </a:lnTo>
                  <a:lnTo>
                    <a:pt x="2076410" y="4128507"/>
                  </a:lnTo>
                  <a:lnTo>
                    <a:pt x="2076536" y="4128507"/>
                  </a:lnTo>
                  <a:lnTo>
                    <a:pt x="2076663" y="4128507"/>
                  </a:lnTo>
                  <a:lnTo>
                    <a:pt x="2076789" y="4128507"/>
                  </a:lnTo>
                  <a:lnTo>
                    <a:pt x="2076915" y="4128507"/>
                  </a:lnTo>
                  <a:lnTo>
                    <a:pt x="2077041" y="4128507"/>
                  </a:lnTo>
                  <a:lnTo>
                    <a:pt x="2077167" y="4128507"/>
                  </a:lnTo>
                  <a:lnTo>
                    <a:pt x="2077293" y="4128507"/>
                  </a:lnTo>
                  <a:lnTo>
                    <a:pt x="2077419" y="4128507"/>
                  </a:lnTo>
                  <a:lnTo>
                    <a:pt x="2077545" y="4128507"/>
                  </a:lnTo>
                  <a:lnTo>
                    <a:pt x="2077671" y="4128507"/>
                  </a:lnTo>
                  <a:lnTo>
                    <a:pt x="2077797" y="4128507"/>
                  </a:lnTo>
                  <a:lnTo>
                    <a:pt x="2077923" y="4128507"/>
                  </a:lnTo>
                  <a:lnTo>
                    <a:pt x="2078050" y="4128507"/>
                  </a:lnTo>
                  <a:lnTo>
                    <a:pt x="2078176" y="4128507"/>
                  </a:lnTo>
                  <a:lnTo>
                    <a:pt x="2078302" y="4128507"/>
                  </a:lnTo>
                  <a:lnTo>
                    <a:pt x="2078428" y="4128507"/>
                  </a:lnTo>
                  <a:lnTo>
                    <a:pt x="2078554" y="4128507"/>
                  </a:lnTo>
                  <a:lnTo>
                    <a:pt x="2078680" y="4128507"/>
                  </a:lnTo>
                  <a:lnTo>
                    <a:pt x="2078806" y="4128507"/>
                  </a:lnTo>
                  <a:lnTo>
                    <a:pt x="2078932" y="4128507"/>
                  </a:lnTo>
                  <a:lnTo>
                    <a:pt x="2079058" y="4128507"/>
                  </a:lnTo>
                  <a:lnTo>
                    <a:pt x="2079184" y="4128507"/>
                  </a:lnTo>
                  <a:lnTo>
                    <a:pt x="2079310" y="4128507"/>
                  </a:lnTo>
                  <a:lnTo>
                    <a:pt x="2079436" y="4128507"/>
                  </a:lnTo>
                  <a:lnTo>
                    <a:pt x="2079436" y="4123228"/>
                  </a:lnTo>
                  <a:lnTo>
                    <a:pt x="2079563" y="4123228"/>
                  </a:lnTo>
                  <a:lnTo>
                    <a:pt x="2079689" y="4123228"/>
                  </a:lnTo>
                  <a:lnTo>
                    <a:pt x="2079815" y="4123228"/>
                  </a:lnTo>
                  <a:lnTo>
                    <a:pt x="2079941" y="4123228"/>
                  </a:lnTo>
                  <a:lnTo>
                    <a:pt x="2080067" y="4123228"/>
                  </a:lnTo>
                  <a:lnTo>
                    <a:pt x="2080193" y="4123228"/>
                  </a:lnTo>
                  <a:lnTo>
                    <a:pt x="2080319" y="4123228"/>
                  </a:lnTo>
                  <a:lnTo>
                    <a:pt x="2080445" y="4123228"/>
                  </a:lnTo>
                  <a:lnTo>
                    <a:pt x="2080571" y="4123228"/>
                  </a:lnTo>
                  <a:lnTo>
                    <a:pt x="2080697" y="4123228"/>
                  </a:lnTo>
                  <a:lnTo>
                    <a:pt x="2080823" y="4123228"/>
                  </a:lnTo>
                  <a:lnTo>
                    <a:pt x="2080950" y="4123228"/>
                  </a:lnTo>
                  <a:lnTo>
                    <a:pt x="2081076" y="4123228"/>
                  </a:lnTo>
                  <a:lnTo>
                    <a:pt x="2081202" y="4123228"/>
                  </a:lnTo>
                  <a:lnTo>
                    <a:pt x="2081328" y="4123228"/>
                  </a:lnTo>
                  <a:lnTo>
                    <a:pt x="2081454" y="4123228"/>
                  </a:lnTo>
                  <a:lnTo>
                    <a:pt x="2081580" y="4123228"/>
                  </a:lnTo>
                  <a:lnTo>
                    <a:pt x="2081706" y="4123228"/>
                  </a:lnTo>
                  <a:lnTo>
                    <a:pt x="2081832" y="4123228"/>
                  </a:lnTo>
                  <a:lnTo>
                    <a:pt x="2081958" y="4123228"/>
                  </a:lnTo>
                  <a:lnTo>
                    <a:pt x="2082084" y="4123228"/>
                  </a:lnTo>
                  <a:lnTo>
                    <a:pt x="2082210" y="4123228"/>
                  </a:lnTo>
                  <a:lnTo>
                    <a:pt x="2082336" y="4123228"/>
                  </a:lnTo>
                  <a:lnTo>
                    <a:pt x="2082463" y="4123228"/>
                  </a:lnTo>
                  <a:lnTo>
                    <a:pt x="2082589" y="4123228"/>
                  </a:lnTo>
                  <a:lnTo>
                    <a:pt x="2082715" y="4123228"/>
                  </a:lnTo>
                  <a:lnTo>
                    <a:pt x="2082841" y="4123228"/>
                  </a:lnTo>
                  <a:lnTo>
                    <a:pt x="2082967" y="4123228"/>
                  </a:lnTo>
                  <a:lnTo>
                    <a:pt x="2083093" y="4123228"/>
                  </a:lnTo>
                  <a:lnTo>
                    <a:pt x="2083219" y="4123228"/>
                  </a:lnTo>
                  <a:lnTo>
                    <a:pt x="2083345" y="4123228"/>
                  </a:lnTo>
                  <a:lnTo>
                    <a:pt x="2083471" y="4123228"/>
                  </a:lnTo>
                  <a:lnTo>
                    <a:pt x="2083597" y="4123228"/>
                  </a:lnTo>
                  <a:lnTo>
                    <a:pt x="2083723" y="4123228"/>
                  </a:lnTo>
                  <a:lnTo>
                    <a:pt x="2083850" y="4123228"/>
                  </a:lnTo>
                  <a:lnTo>
                    <a:pt x="2083976" y="4123228"/>
                  </a:lnTo>
                  <a:lnTo>
                    <a:pt x="2084102" y="4123228"/>
                  </a:lnTo>
                  <a:lnTo>
                    <a:pt x="2084228" y="4123228"/>
                  </a:lnTo>
                  <a:lnTo>
                    <a:pt x="2084354" y="4123228"/>
                  </a:lnTo>
                  <a:lnTo>
                    <a:pt x="2084480" y="4123228"/>
                  </a:lnTo>
                  <a:lnTo>
                    <a:pt x="2084606" y="4123228"/>
                  </a:lnTo>
                  <a:lnTo>
                    <a:pt x="2084606" y="4117948"/>
                  </a:lnTo>
                  <a:lnTo>
                    <a:pt x="2084732" y="4117948"/>
                  </a:lnTo>
                  <a:lnTo>
                    <a:pt x="2084858" y="4117948"/>
                  </a:lnTo>
                  <a:lnTo>
                    <a:pt x="2084984" y="4117948"/>
                  </a:lnTo>
                  <a:lnTo>
                    <a:pt x="2085110" y="4117948"/>
                  </a:lnTo>
                  <a:lnTo>
                    <a:pt x="2085237" y="4117948"/>
                  </a:lnTo>
                  <a:lnTo>
                    <a:pt x="2085363" y="4117948"/>
                  </a:lnTo>
                  <a:lnTo>
                    <a:pt x="2085489" y="4117948"/>
                  </a:lnTo>
                  <a:lnTo>
                    <a:pt x="2085615" y="4117948"/>
                  </a:lnTo>
                  <a:lnTo>
                    <a:pt x="2085741" y="4117948"/>
                  </a:lnTo>
                  <a:lnTo>
                    <a:pt x="2085867" y="4117948"/>
                  </a:lnTo>
                  <a:lnTo>
                    <a:pt x="2085993" y="4117948"/>
                  </a:lnTo>
                  <a:lnTo>
                    <a:pt x="2086119" y="4117948"/>
                  </a:lnTo>
                  <a:lnTo>
                    <a:pt x="2086245" y="4117948"/>
                  </a:lnTo>
                  <a:lnTo>
                    <a:pt x="2086371" y="4117948"/>
                  </a:lnTo>
                  <a:lnTo>
                    <a:pt x="2086497" y="4117948"/>
                  </a:lnTo>
                  <a:lnTo>
                    <a:pt x="2086623" y="4117948"/>
                  </a:lnTo>
                  <a:lnTo>
                    <a:pt x="2086750" y="4117948"/>
                  </a:lnTo>
                  <a:lnTo>
                    <a:pt x="2086876" y="4117948"/>
                  </a:lnTo>
                  <a:lnTo>
                    <a:pt x="2087002" y="4117948"/>
                  </a:lnTo>
                  <a:lnTo>
                    <a:pt x="2087128" y="4117948"/>
                  </a:lnTo>
                  <a:lnTo>
                    <a:pt x="2087254" y="4117948"/>
                  </a:lnTo>
                  <a:lnTo>
                    <a:pt x="2087380" y="4117948"/>
                  </a:lnTo>
                  <a:lnTo>
                    <a:pt x="2087506" y="4117948"/>
                  </a:lnTo>
                  <a:lnTo>
                    <a:pt x="2087632" y="4117948"/>
                  </a:lnTo>
                  <a:lnTo>
                    <a:pt x="2087758" y="4117948"/>
                  </a:lnTo>
                  <a:lnTo>
                    <a:pt x="2087884" y="4117948"/>
                  </a:lnTo>
                  <a:lnTo>
                    <a:pt x="2088010" y="4117948"/>
                  </a:lnTo>
                  <a:lnTo>
                    <a:pt x="2088137" y="4117948"/>
                  </a:lnTo>
                  <a:lnTo>
                    <a:pt x="2088263" y="4117948"/>
                  </a:lnTo>
                  <a:lnTo>
                    <a:pt x="2088389" y="4117948"/>
                  </a:lnTo>
                  <a:lnTo>
                    <a:pt x="2088515" y="4117948"/>
                  </a:lnTo>
                  <a:lnTo>
                    <a:pt x="2088641" y="4117948"/>
                  </a:lnTo>
                  <a:lnTo>
                    <a:pt x="2088767" y="4117948"/>
                  </a:lnTo>
                  <a:lnTo>
                    <a:pt x="2088893" y="4117948"/>
                  </a:lnTo>
                  <a:lnTo>
                    <a:pt x="2089019" y="4117948"/>
                  </a:lnTo>
                  <a:lnTo>
                    <a:pt x="2089145" y="4117948"/>
                  </a:lnTo>
                  <a:lnTo>
                    <a:pt x="2089271" y="4117948"/>
                  </a:lnTo>
                  <a:lnTo>
                    <a:pt x="2089397" y="4117948"/>
                  </a:lnTo>
                  <a:lnTo>
                    <a:pt x="2089523" y="4117948"/>
                  </a:lnTo>
                  <a:lnTo>
                    <a:pt x="2089650" y="4117948"/>
                  </a:lnTo>
                  <a:lnTo>
                    <a:pt x="2089776" y="4117948"/>
                  </a:lnTo>
                  <a:lnTo>
                    <a:pt x="2089902" y="4117948"/>
                  </a:lnTo>
                  <a:lnTo>
                    <a:pt x="2090028" y="4117948"/>
                  </a:lnTo>
                  <a:lnTo>
                    <a:pt x="2090154" y="4117948"/>
                  </a:lnTo>
                  <a:lnTo>
                    <a:pt x="2090280" y="4117948"/>
                  </a:lnTo>
                  <a:lnTo>
                    <a:pt x="2090406" y="4117948"/>
                  </a:lnTo>
                  <a:lnTo>
                    <a:pt x="2090532" y="4117948"/>
                  </a:lnTo>
                  <a:lnTo>
                    <a:pt x="2090658" y="4117948"/>
                  </a:lnTo>
                  <a:lnTo>
                    <a:pt x="2090784" y="4117948"/>
                  </a:lnTo>
                  <a:lnTo>
                    <a:pt x="2090910" y="4117948"/>
                  </a:lnTo>
                  <a:lnTo>
                    <a:pt x="2091037" y="4117948"/>
                  </a:lnTo>
                  <a:lnTo>
                    <a:pt x="2091163" y="4117948"/>
                  </a:lnTo>
                  <a:lnTo>
                    <a:pt x="2091289" y="4117948"/>
                  </a:lnTo>
                  <a:lnTo>
                    <a:pt x="2091415" y="4117948"/>
                  </a:lnTo>
                  <a:lnTo>
                    <a:pt x="2091541" y="4117948"/>
                  </a:lnTo>
                  <a:lnTo>
                    <a:pt x="2091667" y="4117948"/>
                  </a:lnTo>
                  <a:lnTo>
                    <a:pt x="2091793" y="4117948"/>
                  </a:lnTo>
                  <a:lnTo>
                    <a:pt x="2091919" y="4117948"/>
                  </a:lnTo>
                  <a:lnTo>
                    <a:pt x="2092045" y="4117948"/>
                  </a:lnTo>
                  <a:lnTo>
                    <a:pt x="2092171" y="4117948"/>
                  </a:lnTo>
                  <a:lnTo>
                    <a:pt x="2092297" y="4117948"/>
                  </a:lnTo>
                  <a:lnTo>
                    <a:pt x="2092424" y="4117948"/>
                  </a:lnTo>
                  <a:lnTo>
                    <a:pt x="2092550" y="4117948"/>
                  </a:lnTo>
                  <a:lnTo>
                    <a:pt x="2092676" y="4117948"/>
                  </a:lnTo>
                  <a:lnTo>
                    <a:pt x="2092802" y="4117948"/>
                  </a:lnTo>
                  <a:lnTo>
                    <a:pt x="2092928" y="4117948"/>
                  </a:lnTo>
                  <a:lnTo>
                    <a:pt x="2093054" y="4117948"/>
                  </a:lnTo>
                  <a:lnTo>
                    <a:pt x="2093180" y="4117948"/>
                  </a:lnTo>
                  <a:lnTo>
                    <a:pt x="2093306" y="4117948"/>
                  </a:lnTo>
                  <a:lnTo>
                    <a:pt x="2093432" y="4117948"/>
                  </a:lnTo>
                  <a:lnTo>
                    <a:pt x="2093558" y="4117948"/>
                  </a:lnTo>
                  <a:lnTo>
                    <a:pt x="2093684" y="4117948"/>
                  </a:lnTo>
                  <a:lnTo>
                    <a:pt x="2093810" y="4117948"/>
                  </a:lnTo>
                  <a:lnTo>
                    <a:pt x="2093937" y="4117948"/>
                  </a:lnTo>
                  <a:lnTo>
                    <a:pt x="2094063" y="4117948"/>
                  </a:lnTo>
                  <a:lnTo>
                    <a:pt x="2094189" y="4117948"/>
                  </a:lnTo>
                  <a:lnTo>
                    <a:pt x="2094315" y="4117948"/>
                  </a:lnTo>
                  <a:lnTo>
                    <a:pt x="2094441" y="4117948"/>
                  </a:lnTo>
                  <a:lnTo>
                    <a:pt x="2094567" y="4117948"/>
                  </a:lnTo>
                  <a:lnTo>
                    <a:pt x="2094693" y="4117948"/>
                  </a:lnTo>
                  <a:lnTo>
                    <a:pt x="2094819" y="4117948"/>
                  </a:lnTo>
                  <a:lnTo>
                    <a:pt x="2094945" y="4117948"/>
                  </a:lnTo>
                  <a:lnTo>
                    <a:pt x="2095071" y="4117948"/>
                  </a:lnTo>
                  <a:lnTo>
                    <a:pt x="2095197" y="4117948"/>
                  </a:lnTo>
                  <a:lnTo>
                    <a:pt x="2095324" y="4117948"/>
                  </a:lnTo>
                  <a:lnTo>
                    <a:pt x="2095450" y="4117948"/>
                  </a:lnTo>
                  <a:lnTo>
                    <a:pt x="2095576" y="4117948"/>
                  </a:lnTo>
                  <a:lnTo>
                    <a:pt x="2095702" y="4117948"/>
                  </a:lnTo>
                  <a:lnTo>
                    <a:pt x="2095828" y="4117948"/>
                  </a:lnTo>
                  <a:lnTo>
                    <a:pt x="2095954" y="4117948"/>
                  </a:lnTo>
                  <a:lnTo>
                    <a:pt x="2096080" y="4117948"/>
                  </a:lnTo>
                  <a:lnTo>
                    <a:pt x="2096206" y="4117948"/>
                  </a:lnTo>
                  <a:lnTo>
                    <a:pt x="2096332" y="4117948"/>
                  </a:lnTo>
                  <a:lnTo>
                    <a:pt x="2096458" y="4117948"/>
                  </a:lnTo>
                  <a:lnTo>
                    <a:pt x="2096584" y="4117948"/>
                  </a:lnTo>
                  <a:lnTo>
                    <a:pt x="2096584" y="4112669"/>
                  </a:lnTo>
                  <a:lnTo>
                    <a:pt x="2096710" y="4112669"/>
                  </a:lnTo>
                  <a:lnTo>
                    <a:pt x="2096837" y="4112669"/>
                  </a:lnTo>
                  <a:lnTo>
                    <a:pt x="2096963" y="4112669"/>
                  </a:lnTo>
                  <a:lnTo>
                    <a:pt x="2097089" y="4112669"/>
                  </a:lnTo>
                  <a:lnTo>
                    <a:pt x="2097215" y="4112669"/>
                  </a:lnTo>
                  <a:lnTo>
                    <a:pt x="2097341" y="4112669"/>
                  </a:lnTo>
                  <a:lnTo>
                    <a:pt x="2097467" y="4112669"/>
                  </a:lnTo>
                  <a:lnTo>
                    <a:pt x="2097593" y="4112669"/>
                  </a:lnTo>
                  <a:lnTo>
                    <a:pt x="2097719" y="4112669"/>
                  </a:lnTo>
                  <a:lnTo>
                    <a:pt x="2097845" y="4112669"/>
                  </a:lnTo>
                  <a:lnTo>
                    <a:pt x="2097971" y="4112669"/>
                  </a:lnTo>
                  <a:lnTo>
                    <a:pt x="2098097" y="4112669"/>
                  </a:lnTo>
                  <a:lnTo>
                    <a:pt x="2098224" y="4112669"/>
                  </a:lnTo>
                  <a:lnTo>
                    <a:pt x="2098350" y="4112669"/>
                  </a:lnTo>
                  <a:lnTo>
                    <a:pt x="2098476" y="4112669"/>
                  </a:lnTo>
                  <a:lnTo>
                    <a:pt x="2098602" y="4112669"/>
                  </a:lnTo>
                  <a:lnTo>
                    <a:pt x="2098728" y="4112669"/>
                  </a:lnTo>
                  <a:lnTo>
                    <a:pt x="2098854" y="4112669"/>
                  </a:lnTo>
                  <a:lnTo>
                    <a:pt x="2098980" y="4112669"/>
                  </a:lnTo>
                  <a:lnTo>
                    <a:pt x="2099106" y="4112669"/>
                  </a:lnTo>
                  <a:lnTo>
                    <a:pt x="2099232" y="4112669"/>
                  </a:lnTo>
                  <a:lnTo>
                    <a:pt x="2099358" y="4112669"/>
                  </a:lnTo>
                  <a:lnTo>
                    <a:pt x="2099484" y="4112669"/>
                  </a:lnTo>
                  <a:lnTo>
                    <a:pt x="2099611" y="4112669"/>
                  </a:lnTo>
                  <a:lnTo>
                    <a:pt x="2099737" y="4112669"/>
                  </a:lnTo>
                  <a:lnTo>
                    <a:pt x="2099863" y="4112669"/>
                  </a:lnTo>
                  <a:lnTo>
                    <a:pt x="2099989" y="4112669"/>
                  </a:lnTo>
                  <a:lnTo>
                    <a:pt x="2100115" y="4112669"/>
                  </a:lnTo>
                  <a:lnTo>
                    <a:pt x="2100241" y="4112669"/>
                  </a:lnTo>
                  <a:lnTo>
                    <a:pt x="2100367" y="4112669"/>
                  </a:lnTo>
                  <a:lnTo>
                    <a:pt x="2100493" y="4112669"/>
                  </a:lnTo>
                  <a:lnTo>
                    <a:pt x="2100619" y="4112669"/>
                  </a:lnTo>
                  <a:lnTo>
                    <a:pt x="2100745" y="4112669"/>
                  </a:lnTo>
                  <a:lnTo>
                    <a:pt x="2100871" y="4112669"/>
                  </a:lnTo>
                  <a:lnTo>
                    <a:pt x="2100997" y="4112669"/>
                  </a:lnTo>
                  <a:lnTo>
                    <a:pt x="2101124" y="4112669"/>
                  </a:lnTo>
                  <a:lnTo>
                    <a:pt x="2101250" y="4112669"/>
                  </a:lnTo>
                  <a:lnTo>
                    <a:pt x="2101376" y="4112669"/>
                  </a:lnTo>
                  <a:lnTo>
                    <a:pt x="2101502" y="4112669"/>
                  </a:lnTo>
                  <a:lnTo>
                    <a:pt x="2101628" y="4112669"/>
                  </a:lnTo>
                  <a:lnTo>
                    <a:pt x="2101754" y="4112669"/>
                  </a:lnTo>
                  <a:lnTo>
                    <a:pt x="2101880" y="4112669"/>
                  </a:lnTo>
                  <a:lnTo>
                    <a:pt x="2102006" y="4112669"/>
                  </a:lnTo>
                  <a:lnTo>
                    <a:pt x="2102132" y="4112669"/>
                  </a:lnTo>
                  <a:lnTo>
                    <a:pt x="2102258" y="4112669"/>
                  </a:lnTo>
                  <a:lnTo>
                    <a:pt x="2102384" y="4112669"/>
                  </a:lnTo>
                  <a:lnTo>
                    <a:pt x="2102511" y="4112669"/>
                  </a:lnTo>
                  <a:lnTo>
                    <a:pt x="2102637" y="4112669"/>
                  </a:lnTo>
                  <a:lnTo>
                    <a:pt x="2102763" y="4112669"/>
                  </a:lnTo>
                  <a:lnTo>
                    <a:pt x="2102889" y="4112669"/>
                  </a:lnTo>
                  <a:lnTo>
                    <a:pt x="2103015" y="4112669"/>
                  </a:lnTo>
                  <a:lnTo>
                    <a:pt x="2103141" y="4112669"/>
                  </a:lnTo>
                  <a:lnTo>
                    <a:pt x="2103267" y="4112669"/>
                  </a:lnTo>
                  <a:lnTo>
                    <a:pt x="2103267" y="4107389"/>
                  </a:lnTo>
                  <a:lnTo>
                    <a:pt x="2103393" y="4107389"/>
                  </a:lnTo>
                  <a:lnTo>
                    <a:pt x="2103519" y="4107389"/>
                  </a:lnTo>
                  <a:lnTo>
                    <a:pt x="2103645" y="4107389"/>
                  </a:lnTo>
                  <a:lnTo>
                    <a:pt x="2103771" y="4107389"/>
                  </a:lnTo>
                  <a:lnTo>
                    <a:pt x="2103897" y="4107389"/>
                  </a:lnTo>
                  <a:lnTo>
                    <a:pt x="2104024" y="4107389"/>
                  </a:lnTo>
                  <a:lnTo>
                    <a:pt x="2104150" y="4107389"/>
                  </a:lnTo>
                  <a:lnTo>
                    <a:pt x="2104276" y="4107389"/>
                  </a:lnTo>
                  <a:lnTo>
                    <a:pt x="2104402" y="4107389"/>
                  </a:lnTo>
                  <a:lnTo>
                    <a:pt x="2104528" y="4107389"/>
                  </a:lnTo>
                  <a:lnTo>
                    <a:pt x="2104654" y="4107389"/>
                  </a:lnTo>
                  <a:lnTo>
                    <a:pt x="2104780" y="4107389"/>
                  </a:lnTo>
                  <a:lnTo>
                    <a:pt x="2104906" y="4107389"/>
                  </a:lnTo>
                  <a:lnTo>
                    <a:pt x="2105032" y="4107389"/>
                  </a:lnTo>
                  <a:lnTo>
                    <a:pt x="2105158" y="4107389"/>
                  </a:lnTo>
                  <a:lnTo>
                    <a:pt x="2105284" y="4107389"/>
                  </a:lnTo>
                  <a:lnTo>
                    <a:pt x="2105411" y="4107389"/>
                  </a:lnTo>
                  <a:lnTo>
                    <a:pt x="2105537" y="4107389"/>
                  </a:lnTo>
                  <a:lnTo>
                    <a:pt x="2105537" y="4102110"/>
                  </a:lnTo>
                  <a:lnTo>
                    <a:pt x="2105663" y="4102110"/>
                  </a:lnTo>
                  <a:lnTo>
                    <a:pt x="2105789" y="4102110"/>
                  </a:lnTo>
                  <a:lnTo>
                    <a:pt x="2105915" y="4102110"/>
                  </a:lnTo>
                  <a:lnTo>
                    <a:pt x="2106041" y="4102110"/>
                  </a:lnTo>
                  <a:lnTo>
                    <a:pt x="2106041" y="4096830"/>
                  </a:lnTo>
                  <a:lnTo>
                    <a:pt x="2106167" y="4096830"/>
                  </a:lnTo>
                  <a:lnTo>
                    <a:pt x="2106293" y="4096830"/>
                  </a:lnTo>
                  <a:lnTo>
                    <a:pt x="2106419" y="4096830"/>
                  </a:lnTo>
                  <a:lnTo>
                    <a:pt x="2106545" y="4096830"/>
                  </a:lnTo>
                  <a:lnTo>
                    <a:pt x="2106671" y="4096830"/>
                  </a:lnTo>
                  <a:lnTo>
                    <a:pt x="2106797" y="4096830"/>
                  </a:lnTo>
                  <a:lnTo>
                    <a:pt x="2106924" y="4096830"/>
                  </a:lnTo>
                  <a:lnTo>
                    <a:pt x="2107050" y="4096830"/>
                  </a:lnTo>
                  <a:lnTo>
                    <a:pt x="2107176" y="4096830"/>
                  </a:lnTo>
                  <a:lnTo>
                    <a:pt x="2107302" y="4096830"/>
                  </a:lnTo>
                  <a:lnTo>
                    <a:pt x="2107428" y="4096830"/>
                  </a:lnTo>
                  <a:lnTo>
                    <a:pt x="2107554" y="4096830"/>
                  </a:lnTo>
                  <a:lnTo>
                    <a:pt x="2107680" y="4096830"/>
                  </a:lnTo>
                  <a:lnTo>
                    <a:pt x="2107806" y="4096830"/>
                  </a:lnTo>
                  <a:lnTo>
                    <a:pt x="2107932" y="4096830"/>
                  </a:lnTo>
                  <a:lnTo>
                    <a:pt x="2108058" y="4096830"/>
                  </a:lnTo>
                  <a:lnTo>
                    <a:pt x="2108184" y="4096830"/>
                  </a:lnTo>
                  <a:lnTo>
                    <a:pt x="2108311" y="4096830"/>
                  </a:lnTo>
                  <a:lnTo>
                    <a:pt x="2108437" y="4096830"/>
                  </a:lnTo>
                  <a:lnTo>
                    <a:pt x="2108563" y="4096830"/>
                  </a:lnTo>
                  <a:lnTo>
                    <a:pt x="2108689" y="4096830"/>
                  </a:lnTo>
                  <a:lnTo>
                    <a:pt x="2108815" y="4096830"/>
                  </a:lnTo>
                  <a:lnTo>
                    <a:pt x="2108941" y="4096830"/>
                  </a:lnTo>
                  <a:lnTo>
                    <a:pt x="2109067" y="4096830"/>
                  </a:lnTo>
                  <a:lnTo>
                    <a:pt x="2109193" y="4096830"/>
                  </a:lnTo>
                  <a:lnTo>
                    <a:pt x="2109319" y="4096830"/>
                  </a:lnTo>
                  <a:lnTo>
                    <a:pt x="2109445" y="4096830"/>
                  </a:lnTo>
                  <a:lnTo>
                    <a:pt x="2109571" y="4096830"/>
                  </a:lnTo>
                  <a:lnTo>
                    <a:pt x="2109698" y="4096830"/>
                  </a:lnTo>
                  <a:lnTo>
                    <a:pt x="2109824" y="4096830"/>
                  </a:lnTo>
                  <a:lnTo>
                    <a:pt x="2109950" y="4096830"/>
                  </a:lnTo>
                  <a:lnTo>
                    <a:pt x="2110076" y="4096830"/>
                  </a:lnTo>
                  <a:lnTo>
                    <a:pt x="2110202" y="4096830"/>
                  </a:lnTo>
                  <a:lnTo>
                    <a:pt x="2110202" y="4091551"/>
                  </a:lnTo>
                  <a:lnTo>
                    <a:pt x="2110202" y="4086272"/>
                  </a:lnTo>
                  <a:lnTo>
                    <a:pt x="2110328" y="4086272"/>
                  </a:lnTo>
                  <a:lnTo>
                    <a:pt x="2110454" y="4086272"/>
                  </a:lnTo>
                  <a:lnTo>
                    <a:pt x="2110580" y="4086272"/>
                  </a:lnTo>
                  <a:lnTo>
                    <a:pt x="2110706" y="4086272"/>
                  </a:lnTo>
                  <a:lnTo>
                    <a:pt x="2110832" y="4086272"/>
                  </a:lnTo>
                  <a:lnTo>
                    <a:pt x="2110958" y="4086272"/>
                  </a:lnTo>
                  <a:lnTo>
                    <a:pt x="2111084" y="4086272"/>
                  </a:lnTo>
                  <a:lnTo>
                    <a:pt x="2111211" y="4086272"/>
                  </a:lnTo>
                  <a:lnTo>
                    <a:pt x="2111337" y="4086272"/>
                  </a:lnTo>
                  <a:lnTo>
                    <a:pt x="2111463" y="4086272"/>
                  </a:lnTo>
                  <a:lnTo>
                    <a:pt x="2111589" y="4086272"/>
                  </a:lnTo>
                  <a:lnTo>
                    <a:pt x="2111715" y="4086272"/>
                  </a:lnTo>
                  <a:lnTo>
                    <a:pt x="2111841" y="4086272"/>
                  </a:lnTo>
                  <a:lnTo>
                    <a:pt x="2111967" y="4086272"/>
                  </a:lnTo>
                  <a:lnTo>
                    <a:pt x="2112093" y="4086272"/>
                  </a:lnTo>
                  <a:lnTo>
                    <a:pt x="2112219" y="4086272"/>
                  </a:lnTo>
                  <a:lnTo>
                    <a:pt x="2112345" y="4086272"/>
                  </a:lnTo>
                  <a:lnTo>
                    <a:pt x="2112471" y="4086272"/>
                  </a:lnTo>
                  <a:lnTo>
                    <a:pt x="2112598" y="4086272"/>
                  </a:lnTo>
                  <a:lnTo>
                    <a:pt x="2112724" y="4086272"/>
                  </a:lnTo>
                  <a:lnTo>
                    <a:pt x="2112850" y="4086272"/>
                  </a:lnTo>
                  <a:lnTo>
                    <a:pt x="2112976" y="4086272"/>
                  </a:lnTo>
                  <a:lnTo>
                    <a:pt x="2113102" y="4086272"/>
                  </a:lnTo>
                  <a:lnTo>
                    <a:pt x="2113228" y="4086272"/>
                  </a:lnTo>
                  <a:lnTo>
                    <a:pt x="2113354" y="4086272"/>
                  </a:lnTo>
                  <a:lnTo>
                    <a:pt x="2113480" y="4086272"/>
                  </a:lnTo>
                  <a:lnTo>
                    <a:pt x="2113606" y="4086272"/>
                  </a:lnTo>
                  <a:lnTo>
                    <a:pt x="2113732" y="4086272"/>
                  </a:lnTo>
                  <a:lnTo>
                    <a:pt x="2113858" y="4086272"/>
                  </a:lnTo>
                  <a:lnTo>
                    <a:pt x="2113984" y="4086272"/>
                  </a:lnTo>
                  <a:lnTo>
                    <a:pt x="2114111" y="4086272"/>
                  </a:lnTo>
                  <a:lnTo>
                    <a:pt x="2114237" y="4086272"/>
                  </a:lnTo>
                  <a:lnTo>
                    <a:pt x="2114363" y="4086272"/>
                  </a:lnTo>
                  <a:lnTo>
                    <a:pt x="2114489" y="4086272"/>
                  </a:lnTo>
                  <a:lnTo>
                    <a:pt x="2114615" y="4086272"/>
                  </a:lnTo>
                  <a:lnTo>
                    <a:pt x="2114741" y="4086272"/>
                  </a:lnTo>
                  <a:lnTo>
                    <a:pt x="2114867" y="4086272"/>
                  </a:lnTo>
                  <a:lnTo>
                    <a:pt x="2114993" y="4086272"/>
                  </a:lnTo>
                  <a:lnTo>
                    <a:pt x="2115119" y="4086272"/>
                  </a:lnTo>
                  <a:lnTo>
                    <a:pt x="2115245" y="4086272"/>
                  </a:lnTo>
                  <a:lnTo>
                    <a:pt x="2115371" y="4086272"/>
                  </a:lnTo>
                  <a:lnTo>
                    <a:pt x="2115498" y="4086272"/>
                  </a:lnTo>
                  <a:lnTo>
                    <a:pt x="2115624" y="4086272"/>
                  </a:lnTo>
                  <a:lnTo>
                    <a:pt x="2115750" y="4086272"/>
                  </a:lnTo>
                  <a:lnTo>
                    <a:pt x="2115876" y="4086272"/>
                  </a:lnTo>
                  <a:lnTo>
                    <a:pt x="2116002" y="4086272"/>
                  </a:lnTo>
                  <a:lnTo>
                    <a:pt x="2116128" y="4086272"/>
                  </a:lnTo>
                  <a:lnTo>
                    <a:pt x="2116254" y="4086272"/>
                  </a:lnTo>
                  <a:lnTo>
                    <a:pt x="2116380" y="4086272"/>
                  </a:lnTo>
                  <a:lnTo>
                    <a:pt x="2116506" y="4086272"/>
                  </a:lnTo>
                  <a:lnTo>
                    <a:pt x="2116632" y="4086272"/>
                  </a:lnTo>
                  <a:lnTo>
                    <a:pt x="2116758" y="4086272"/>
                  </a:lnTo>
                  <a:lnTo>
                    <a:pt x="2116885" y="4086272"/>
                  </a:lnTo>
                  <a:lnTo>
                    <a:pt x="2117011" y="4086272"/>
                  </a:lnTo>
                  <a:lnTo>
                    <a:pt x="2117137" y="4086272"/>
                  </a:lnTo>
                  <a:lnTo>
                    <a:pt x="2117263" y="4086272"/>
                  </a:lnTo>
                  <a:lnTo>
                    <a:pt x="2117389" y="4086272"/>
                  </a:lnTo>
                  <a:lnTo>
                    <a:pt x="2117515" y="4086272"/>
                  </a:lnTo>
                  <a:lnTo>
                    <a:pt x="2117641" y="4086272"/>
                  </a:lnTo>
                  <a:lnTo>
                    <a:pt x="2117767" y="4086272"/>
                  </a:lnTo>
                  <a:lnTo>
                    <a:pt x="2117893" y="4086272"/>
                  </a:lnTo>
                  <a:lnTo>
                    <a:pt x="2118019" y="4086272"/>
                  </a:lnTo>
                  <a:lnTo>
                    <a:pt x="2118145" y="4086272"/>
                  </a:lnTo>
                  <a:lnTo>
                    <a:pt x="2118271" y="4086272"/>
                  </a:lnTo>
                  <a:lnTo>
                    <a:pt x="2118398" y="4086272"/>
                  </a:lnTo>
                  <a:lnTo>
                    <a:pt x="2118524" y="4086272"/>
                  </a:lnTo>
                  <a:lnTo>
                    <a:pt x="2118650" y="4086272"/>
                  </a:lnTo>
                  <a:lnTo>
                    <a:pt x="2118776" y="4086272"/>
                  </a:lnTo>
                  <a:lnTo>
                    <a:pt x="2118902" y="4086272"/>
                  </a:lnTo>
                  <a:lnTo>
                    <a:pt x="2119028" y="4086272"/>
                  </a:lnTo>
                  <a:lnTo>
                    <a:pt x="2119154" y="4086272"/>
                  </a:lnTo>
                  <a:lnTo>
                    <a:pt x="2119280" y="4086272"/>
                  </a:lnTo>
                  <a:lnTo>
                    <a:pt x="2119406" y="4086272"/>
                  </a:lnTo>
                  <a:lnTo>
                    <a:pt x="2119532" y="4086272"/>
                  </a:lnTo>
                  <a:lnTo>
                    <a:pt x="2119532" y="4080992"/>
                  </a:lnTo>
                  <a:lnTo>
                    <a:pt x="2119658" y="4080992"/>
                  </a:lnTo>
                  <a:lnTo>
                    <a:pt x="2119785" y="4080992"/>
                  </a:lnTo>
                  <a:lnTo>
                    <a:pt x="2119911" y="4080992"/>
                  </a:lnTo>
                  <a:lnTo>
                    <a:pt x="2120037" y="4080992"/>
                  </a:lnTo>
                  <a:lnTo>
                    <a:pt x="2120163" y="4080992"/>
                  </a:lnTo>
                  <a:lnTo>
                    <a:pt x="2120289" y="4080992"/>
                  </a:lnTo>
                  <a:lnTo>
                    <a:pt x="2120415" y="4080992"/>
                  </a:lnTo>
                  <a:lnTo>
                    <a:pt x="2120541" y="4080992"/>
                  </a:lnTo>
                  <a:lnTo>
                    <a:pt x="2120667" y="4080992"/>
                  </a:lnTo>
                  <a:lnTo>
                    <a:pt x="2120793" y="4080992"/>
                  </a:lnTo>
                  <a:lnTo>
                    <a:pt x="2120919" y="4080992"/>
                  </a:lnTo>
                  <a:lnTo>
                    <a:pt x="2121045" y="4080992"/>
                  </a:lnTo>
                  <a:lnTo>
                    <a:pt x="2121171" y="4080992"/>
                  </a:lnTo>
                  <a:lnTo>
                    <a:pt x="2121298" y="4080992"/>
                  </a:lnTo>
                  <a:lnTo>
                    <a:pt x="2121424" y="4080992"/>
                  </a:lnTo>
                  <a:lnTo>
                    <a:pt x="2121550" y="4080992"/>
                  </a:lnTo>
                  <a:lnTo>
                    <a:pt x="2121676" y="4080992"/>
                  </a:lnTo>
                  <a:lnTo>
                    <a:pt x="2121802" y="4080992"/>
                  </a:lnTo>
                  <a:lnTo>
                    <a:pt x="2121928" y="4080992"/>
                  </a:lnTo>
                  <a:lnTo>
                    <a:pt x="2122054" y="4080992"/>
                  </a:lnTo>
                  <a:lnTo>
                    <a:pt x="2122180" y="4080992"/>
                  </a:lnTo>
                  <a:lnTo>
                    <a:pt x="2122306" y="4080992"/>
                  </a:lnTo>
                  <a:lnTo>
                    <a:pt x="2122432" y="4080992"/>
                  </a:lnTo>
                  <a:lnTo>
                    <a:pt x="2122558" y="4080992"/>
                  </a:lnTo>
                  <a:lnTo>
                    <a:pt x="2122685" y="4080992"/>
                  </a:lnTo>
                  <a:lnTo>
                    <a:pt x="2122811" y="4080992"/>
                  </a:lnTo>
                  <a:lnTo>
                    <a:pt x="2122937" y="4080992"/>
                  </a:lnTo>
                  <a:lnTo>
                    <a:pt x="2123063" y="4080992"/>
                  </a:lnTo>
                  <a:lnTo>
                    <a:pt x="2123189" y="4080992"/>
                  </a:lnTo>
                  <a:lnTo>
                    <a:pt x="2123315" y="4080992"/>
                  </a:lnTo>
                  <a:lnTo>
                    <a:pt x="2123441" y="4080992"/>
                  </a:lnTo>
                  <a:lnTo>
                    <a:pt x="2123567" y="4080992"/>
                  </a:lnTo>
                  <a:lnTo>
                    <a:pt x="2123693" y="4080992"/>
                  </a:lnTo>
                  <a:lnTo>
                    <a:pt x="2123819" y="4080992"/>
                  </a:lnTo>
                  <a:lnTo>
                    <a:pt x="2123945" y="4080992"/>
                  </a:lnTo>
                  <a:lnTo>
                    <a:pt x="2124071" y="4080992"/>
                  </a:lnTo>
                  <a:lnTo>
                    <a:pt x="2124198" y="4080992"/>
                  </a:lnTo>
                  <a:lnTo>
                    <a:pt x="2124324" y="4080992"/>
                  </a:lnTo>
                  <a:lnTo>
                    <a:pt x="2124450" y="4080992"/>
                  </a:lnTo>
                  <a:lnTo>
                    <a:pt x="2124576" y="4080992"/>
                  </a:lnTo>
                  <a:lnTo>
                    <a:pt x="2124702" y="4080992"/>
                  </a:lnTo>
                  <a:lnTo>
                    <a:pt x="2124828" y="4080992"/>
                  </a:lnTo>
                  <a:lnTo>
                    <a:pt x="2124954" y="4080992"/>
                  </a:lnTo>
                  <a:lnTo>
                    <a:pt x="2125080" y="4080992"/>
                  </a:lnTo>
                  <a:lnTo>
                    <a:pt x="2125206" y="4080992"/>
                  </a:lnTo>
                  <a:lnTo>
                    <a:pt x="2125332" y="4080992"/>
                  </a:lnTo>
                  <a:lnTo>
                    <a:pt x="2125458" y="4080992"/>
                  </a:lnTo>
                  <a:lnTo>
                    <a:pt x="2125585" y="4080992"/>
                  </a:lnTo>
                  <a:lnTo>
                    <a:pt x="2125711" y="4080992"/>
                  </a:lnTo>
                  <a:lnTo>
                    <a:pt x="2125837" y="4080992"/>
                  </a:lnTo>
                  <a:lnTo>
                    <a:pt x="2125963" y="4080992"/>
                  </a:lnTo>
                  <a:lnTo>
                    <a:pt x="2126089" y="4080992"/>
                  </a:lnTo>
                  <a:lnTo>
                    <a:pt x="2126215" y="4080992"/>
                  </a:lnTo>
                  <a:lnTo>
                    <a:pt x="2126341" y="4080992"/>
                  </a:lnTo>
                  <a:lnTo>
                    <a:pt x="2126467" y="4080992"/>
                  </a:lnTo>
                  <a:lnTo>
                    <a:pt x="2126593" y="4080992"/>
                  </a:lnTo>
                  <a:lnTo>
                    <a:pt x="2126719" y="4080992"/>
                  </a:lnTo>
                  <a:lnTo>
                    <a:pt x="2126845" y="4080992"/>
                  </a:lnTo>
                  <a:lnTo>
                    <a:pt x="2126972" y="4080992"/>
                  </a:lnTo>
                  <a:lnTo>
                    <a:pt x="2127098" y="4080992"/>
                  </a:lnTo>
                  <a:lnTo>
                    <a:pt x="2127224" y="4080992"/>
                  </a:lnTo>
                  <a:lnTo>
                    <a:pt x="2127350" y="4080992"/>
                  </a:lnTo>
                  <a:lnTo>
                    <a:pt x="2127476" y="4080992"/>
                  </a:lnTo>
                  <a:lnTo>
                    <a:pt x="2127602" y="4080992"/>
                  </a:lnTo>
                  <a:lnTo>
                    <a:pt x="2127728" y="4080992"/>
                  </a:lnTo>
                  <a:lnTo>
                    <a:pt x="2127854" y="4080992"/>
                  </a:lnTo>
                  <a:lnTo>
                    <a:pt x="2127980" y="4080992"/>
                  </a:lnTo>
                  <a:lnTo>
                    <a:pt x="2128106" y="4080992"/>
                  </a:lnTo>
                  <a:lnTo>
                    <a:pt x="2128232" y="4080992"/>
                  </a:lnTo>
                  <a:lnTo>
                    <a:pt x="2128358" y="4080992"/>
                  </a:lnTo>
                  <a:lnTo>
                    <a:pt x="2128485" y="4080992"/>
                  </a:lnTo>
                  <a:lnTo>
                    <a:pt x="2128611" y="4080992"/>
                  </a:lnTo>
                  <a:lnTo>
                    <a:pt x="2128737" y="4080992"/>
                  </a:lnTo>
                  <a:lnTo>
                    <a:pt x="2128863" y="4080992"/>
                  </a:lnTo>
                  <a:lnTo>
                    <a:pt x="2128989" y="4080992"/>
                  </a:lnTo>
                  <a:lnTo>
                    <a:pt x="2129115" y="4080992"/>
                  </a:lnTo>
                  <a:lnTo>
                    <a:pt x="2129241" y="4080992"/>
                  </a:lnTo>
                  <a:lnTo>
                    <a:pt x="2129367" y="4080992"/>
                  </a:lnTo>
                  <a:lnTo>
                    <a:pt x="2129493" y="4080992"/>
                  </a:lnTo>
                  <a:lnTo>
                    <a:pt x="2129619" y="4080992"/>
                  </a:lnTo>
                  <a:lnTo>
                    <a:pt x="2129745" y="4080992"/>
                  </a:lnTo>
                  <a:lnTo>
                    <a:pt x="2129872" y="4080992"/>
                  </a:lnTo>
                  <a:lnTo>
                    <a:pt x="2129998" y="4080992"/>
                  </a:lnTo>
                  <a:lnTo>
                    <a:pt x="2130124" y="4080992"/>
                  </a:lnTo>
                  <a:lnTo>
                    <a:pt x="2130250" y="4080992"/>
                  </a:lnTo>
                  <a:lnTo>
                    <a:pt x="2130376" y="4080992"/>
                  </a:lnTo>
                  <a:lnTo>
                    <a:pt x="2130502" y="4080992"/>
                  </a:lnTo>
                  <a:lnTo>
                    <a:pt x="2130628" y="4080992"/>
                  </a:lnTo>
                  <a:lnTo>
                    <a:pt x="2130754" y="4080992"/>
                  </a:lnTo>
                  <a:lnTo>
                    <a:pt x="2130880" y="4080992"/>
                  </a:lnTo>
                  <a:lnTo>
                    <a:pt x="2131006" y="4080992"/>
                  </a:lnTo>
                  <a:lnTo>
                    <a:pt x="2131132" y="4080992"/>
                  </a:lnTo>
                  <a:lnTo>
                    <a:pt x="2131258" y="4080992"/>
                  </a:lnTo>
                  <a:lnTo>
                    <a:pt x="2131385" y="4080992"/>
                  </a:lnTo>
                  <a:lnTo>
                    <a:pt x="2131511" y="4080992"/>
                  </a:lnTo>
                  <a:lnTo>
                    <a:pt x="2131637" y="4080992"/>
                  </a:lnTo>
                  <a:lnTo>
                    <a:pt x="2131763" y="4080992"/>
                  </a:lnTo>
                  <a:lnTo>
                    <a:pt x="2131889" y="4080992"/>
                  </a:lnTo>
                  <a:lnTo>
                    <a:pt x="2132015" y="4080992"/>
                  </a:lnTo>
                  <a:lnTo>
                    <a:pt x="2132141" y="4080992"/>
                  </a:lnTo>
                  <a:lnTo>
                    <a:pt x="2132267" y="4080992"/>
                  </a:lnTo>
                  <a:lnTo>
                    <a:pt x="2132393" y="4080992"/>
                  </a:lnTo>
                  <a:lnTo>
                    <a:pt x="2132519" y="4080992"/>
                  </a:lnTo>
                  <a:lnTo>
                    <a:pt x="2132645" y="4080992"/>
                  </a:lnTo>
                  <a:lnTo>
                    <a:pt x="2132772" y="4080992"/>
                  </a:lnTo>
                  <a:lnTo>
                    <a:pt x="2132898" y="4080992"/>
                  </a:lnTo>
                  <a:lnTo>
                    <a:pt x="2133024" y="4080992"/>
                  </a:lnTo>
                  <a:lnTo>
                    <a:pt x="2133150" y="4080992"/>
                  </a:lnTo>
                  <a:lnTo>
                    <a:pt x="2133276" y="4080992"/>
                  </a:lnTo>
                  <a:lnTo>
                    <a:pt x="2133402" y="4080992"/>
                  </a:lnTo>
                  <a:lnTo>
                    <a:pt x="2133528" y="4080992"/>
                  </a:lnTo>
                  <a:lnTo>
                    <a:pt x="2133654" y="4080992"/>
                  </a:lnTo>
                  <a:lnTo>
                    <a:pt x="2133780" y="4080992"/>
                  </a:lnTo>
                  <a:lnTo>
                    <a:pt x="2133906" y="4080992"/>
                  </a:lnTo>
                  <a:lnTo>
                    <a:pt x="2134032" y="4080992"/>
                  </a:lnTo>
                  <a:lnTo>
                    <a:pt x="2134159" y="4080992"/>
                  </a:lnTo>
                  <a:lnTo>
                    <a:pt x="2134285" y="4080992"/>
                  </a:lnTo>
                  <a:lnTo>
                    <a:pt x="2134411" y="4080992"/>
                  </a:lnTo>
                  <a:lnTo>
                    <a:pt x="2134537" y="4080992"/>
                  </a:lnTo>
                  <a:lnTo>
                    <a:pt x="2134663" y="4080992"/>
                  </a:lnTo>
                  <a:lnTo>
                    <a:pt x="2134789" y="4080992"/>
                  </a:lnTo>
                  <a:lnTo>
                    <a:pt x="2134915" y="4080992"/>
                  </a:lnTo>
                  <a:lnTo>
                    <a:pt x="2135041" y="4080992"/>
                  </a:lnTo>
                  <a:lnTo>
                    <a:pt x="2135167" y="4080992"/>
                  </a:lnTo>
                  <a:lnTo>
                    <a:pt x="2135293" y="4080992"/>
                  </a:lnTo>
                  <a:lnTo>
                    <a:pt x="2135419" y="4080992"/>
                  </a:lnTo>
                  <a:lnTo>
                    <a:pt x="2135545" y="4080992"/>
                  </a:lnTo>
                  <a:lnTo>
                    <a:pt x="2135672" y="4080992"/>
                  </a:lnTo>
                  <a:lnTo>
                    <a:pt x="2135798" y="4080992"/>
                  </a:lnTo>
                  <a:lnTo>
                    <a:pt x="2135924" y="4080992"/>
                  </a:lnTo>
                  <a:lnTo>
                    <a:pt x="2136050" y="4080992"/>
                  </a:lnTo>
                  <a:lnTo>
                    <a:pt x="2136176" y="4080992"/>
                  </a:lnTo>
                  <a:lnTo>
                    <a:pt x="2136302" y="4080992"/>
                  </a:lnTo>
                  <a:lnTo>
                    <a:pt x="2136428" y="4080992"/>
                  </a:lnTo>
                  <a:lnTo>
                    <a:pt x="2136554" y="4080992"/>
                  </a:lnTo>
                  <a:lnTo>
                    <a:pt x="2136680" y="4080992"/>
                  </a:lnTo>
                  <a:lnTo>
                    <a:pt x="2136806" y="4080992"/>
                  </a:lnTo>
                  <a:lnTo>
                    <a:pt x="2136932" y="4080992"/>
                  </a:lnTo>
                  <a:lnTo>
                    <a:pt x="2137059" y="4080992"/>
                  </a:lnTo>
                  <a:lnTo>
                    <a:pt x="2137185" y="4080992"/>
                  </a:lnTo>
                  <a:lnTo>
                    <a:pt x="2137311" y="4080992"/>
                  </a:lnTo>
                  <a:lnTo>
                    <a:pt x="2137437" y="4080992"/>
                  </a:lnTo>
                  <a:lnTo>
                    <a:pt x="2137563" y="4080992"/>
                  </a:lnTo>
                  <a:lnTo>
                    <a:pt x="2137689" y="4080992"/>
                  </a:lnTo>
                  <a:lnTo>
                    <a:pt x="2137815" y="4080992"/>
                  </a:lnTo>
                  <a:lnTo>
                    <a:pt x="2137941" y="4080992"/>
                  </a:lnTo>
                  <a:lnTo>
                    <a:pt x="2138067" y="4080992"/>
                  </a:lnTo>
                  <a:lnTo>
                    <a:pt x="2138193" y="4080992"/>
                  </a:lnTo>
                  <a:lnTo>
                    <a:pt x="2138319" y="4080992"/>
                  </a:lnTo>
                  <a:lnTo>
                    <a:pt x="2138445" y="4080992"/>
                  </a:lnTo>
                  <a:lnTo>
                    <a:pt x="2138572" y="4080992"/>
                  </a:lnTo>
                  <a:lnTo>
                    <a:pt x="2138698" y="4080992"/>
                  </a:lnTo>
                  <a:lnTo>
                    <a:pt x="2138824" y="4080992"/>
                  </a:lnTo>
                  <a:lnTo>
                    <a:pt x="2138950" y="4080992"/>
                  </a:lnTo>
                  <a:lnTo>
                    <a:pt x="2139076" y="4080992"/>
                  </a:lnTo>
                  <a:lnTo>
                    <a:pt x="2139202" y="4080992"/>
                  </a:lnTo>
                  <a:lnTo>
                    <a:pt x="2139328" y="4080992"/>
                  </a:lnTo>
                  <a:lnTo>
                    <a:pt x="2139454" y="4080992"/>
                  </a:lnTo>
                  <a:lnTo>
                    <a:pt x="2139580" y="4080992"/>
                  </a:lnTo>
                  <a:lnTo>
                    <a:pt x="2139706" y="4080992"/>
                  </a:lnTo>
                  <a:lnTo>
                    <a:pt x="2139832" y="4080992"/>
                  </a:lnTo>
                  <a:lnTo>
                    <a:pt x="2139959" y="4080992"/>
                  </a:lnTo>
                  <a:lnTo>
                    <a:pt x="2140085" y="4080992"/>
                  </a:lnTo>
                  <a:lnTo>
                    <a:pt x="2140211" y="4080992"/>
                  </a:lnTo>
                  <a:lnTo>
                    <a:pt x="2140337" y="4080992"/>
                  </a:lnTo>
                  <a:lnTo>
                    <a:pt x="2140463" y="4080992"/>
                  </a:lnTo>
                  <a:lnTo>
                    <a:pt x="2140589" y="4080992"/>
                  </a:lnTo>
                  <a:lnTo>
                    <a:pt x="2140715" y="4080992"/>
                  </a:lnTo>
                  <a:lnTo>
                    <a:pt x="2140841" y="4080992"/>
                  </a:lnTo>
                  <a:lnTo>
                    <a:pt x="2140967" y="4080992"/>
                  </a:lnTo>
                  <a:lnTo>
                    <a:pt x="2141093" y="4080992"/>
                  </a:lnTo>
                  <a:lnTo>
                    <a:pt x="2141219" y="4080992"/>
                  </a:lnTo>
                  <a:lnTo>
                    <a:pt x="2141346" y="4080992"/>
                  </a:lnTo>
                  <a:lnTo>
                    <a:pt x="2141472" y="4080992"/>
                  </a:lnTo>
                  <a:lnTo>
                    <a:pt x="2141598" y="4080992"/>
                  </a:lnTo>
                  <a:lnTo>
                    <a:pt x="2141724" y="4080992"/>
                  </a:lnTo>
                  <a:lnTo>
                    <a:pt x="2141850" y="4080992"/>
                  </a:lnTo>
                  <a:lnTo>
                    <a:pt x="2141976" y="4080992"/>
                  </a:lnTo>
                  <a:lnTo>
                    <a:pt x="2142102" y="4080992"/>
                  </a:lnTo>
                  <a:lnTo>
                    <a:pt x="2142228" y="4080992"/>
                  </a:lnTo>
                  <a:lnTo>
                    <a:pt x="2142354" y="4080992"/>
                  </a:lnTo>
                  <a:lnTo>
                    <a:pt x="2142480" y="4080992"/>
                  </a:lnTo>
                  <a:lnTo>
                    <a:pt x="2142606" y="4080992"/>
                  </a:lnTo>
                  <a:lnTo>
                    <a:pt x="2142732" y="4080992"/>
                  </a:lnTo>
                  <a:lnTo>
                    <a:pt x="2142859" y="4080992"/>
                  </a:lnTo>
                  <a:lnTo>
                    <a:pt x="2142985" y="4080992"/>
                  </a:lnTo>
                  <a:lnTo>
                    <a:pt x="2143111" y="4080992"/>
                  </a:lnTo>
                  <a:lnTo>
                    <a:pt x="2143237" y="4080992"/>
                  </a:lnTo>
                  <a:lnTo>
                    <a:pt x="2143363" y="4080992"/>
                  </a:lnTo>
                  <a:lnTo>
                    <a:pt x="2143489" y="4080992"/>
                  </a:lnTo>
                  <a:lnTo>
                    <a:pt x="2143615" y="4080992"/>
                  </a:lnTo>
                  <a:lnTo>
                    <a:pt x="2143741" y="4080992"/>
                  </a:lnTo>
                  <a:lnTo>
                    <a:pt x="2143867" y="4080992"/>
                  </a:lnTo>
                  <a:lnTo>
                    <a:pt x="2143993" y="4080992"/>
                  </a:lnTo>
                  <a:lnTo>
                    <a:pt x="2144119" y="4080992"/>
                  </a:lnTo>
                  <a:lnTo>
                    <a:pt x="2144246" y="4080992"/>
                  </a:lnTo>
                  <a:lnTo>
                    <a:pt x="2144372" y="4080992"/>
                  </a:lnTo>
                  <a:lnTo>
                    <a:pt x="2144498" y="4080992"/>
                  </a:lnTo>
                  <a:lnTo>
                    <a:pt x="2144624" y="4080992"/>
                  </a:lnTo>
                  <a:lnTo>
                    <a:pt x="2144750" y="4080992"/>
                  </a:lnTo>
                  <a:lnTo>
                    <a:pt x="2144876" y="4080992"/>
                  </a:lnTo>
                  <a:lnTo>
                    <a:pt x="2145002" y="4080992"/>
                  </a:lnTo>
                  <a:lnTo>
                    <a:pt x="2145128" y="4080992"/>
                  </a:lnTo>
                  <a:lnTo>
                    <a:pt x="2145254" y="4080992"/>
                  </a:lnTo>
                  <a:lnTo>
                    <a:pt x="2145380" y="4080992"/>
                  </a:lnTo>
                  <a:lnTo>
                    <a:pt x="2145506" y="4080992"/>
                  </a:lnTo>
                  <a:lnTo>
                    <a:pt x="2145632" y="4080992"/>
                  </a:lnTo>
                  <a:lnTo>
                    <a:pt x="2145759" y="4080992"/>
                  </a:lnTo>
                  <a:lnTo>
                    <a:pt x="2145885" y="4080992"/>
                  </a:lnTo>
                  <a:lnTo>
                    <a:pt x="2146011" y="4080992"/>
                  </a:lnTo>
                  <a:lnTo>
                    <a:pt x="2146137" y="4080992"/>
                  </a:lnTo>
                  <a:lnTo>
                    <a:pt x="2146263" y="4080992"/>
                  </a:lnTo>
                  <a:lnTo>
                    <a:pt x="2146389" y="4080992"/>
                  </a:lnTo>
                  <a:lnTo>
                    <a:pt x="2146389" y="4075713"/>
                  </a:lnTo>
                  <a:lnTo>
                    <a:pt x="2146515" y="4075713"/>
                  </a:lnTo>
                  <a:lnTo>
                    <a:pt x="2146641" y="4075713"/>
                  </a:lnTo>
                  <a:lnTo>
                    <a:pt x="2146767" y="4075713"/>
                  </a:lnTo>
                  <a:lnTo>
                    <a:pt x="2146893" y="4075713"/>
                  </a:lnTo>
                  <a:lnTo>
                    <a:pt x="2147019" y="4075713"/>
                  </a:lnTo>
                  <a:lnTo>
                    <a:pt x="2147146" y="4075713"/>
                  </a:lnTo>
                  <a:lnTo>
                    <a:pt x="2147272" y="4075713"/>
                  </a:lnTo>
                  <a:lnTo>
                    <a:pt x="2147398" y="4075713"/>
                  </a:lnTo>
                  <a:lnTo>
                    <a:pt x="2147524" y="4075713"/>
                  </a:lnTo>
                  <a:lnTo>
                    <a:pt x="2147650" y="4075713"/>
                  </a:lnTo>
                  <a:lnTo>
                    <a:pt x="2147776" y="4075713"/>
                  </a:lnTo>
                  <a:lnTo>
                    <a:pt x="2147902" y="4075713"/>
                  </a:lnTo>
                  <a:lnTo>
                    <a:pt x="2148028" y="4075713"/>
                  </a:lnTo>
                  <a:lnTo>
                    <a:pt x="2148154" y="4075713"/>
                  </a:lnTo>
                  <a:lnTo>
                    <a:pt x="2148280" y="4075713"/>
                  </a:lnTo>
                  <a:lnTo>
                    <a:pt x="2148406" y="4075713"/>
                  </a:lnTo>
                  <a:lnTo>
                    <a:pt x="2148532" y="4075713"/>
                  </a:lnTo>
                  <a:lnTo>
                    <a:pt x="2148659" y="4075713"/>
                  </a:lnTo>
                  <a:lnTo>
                    <a:pt x="2148785" y="4075713"/>
                  </a:lnTo>
                  <a:lnTo>
                    <a:pt x="2148785" y="4070433"/>
                  </a:lnTo>
                  <a:lnTo>
                    <a:pt x="2148911" y="4070433"/>
                  </a:lnTo>
                  <a:lnTo>
                    <a:pt x="2149037" y="4070433"/>
                  </a:lnTo>
                  <a:lnTo>
                    <a:pt x="2149163" y="4070433"/>
                  </a:lnTo>
                  <a:lnTo>
                    <a:pt x="2149289" y="4070433"/>
                  </a:lnTo>
                  <a:lnTo>
                    <a:pt x="2149415" y="4070433"/>
                  </a:lnTo>
                  <a:lnTo>
                    <a:pt x="2149541" y="4070433"/>
                  </a:lnTo>
                  <a:lnTo>
                    <a:pt x="2149667" y="4070433"/>
                  </a:lnTo>
                  <a:lnTo>
                    <a:pt x="2149793" y="4070433"/>
                  </a:lnTo>
                  <a:lnTo>
                    <a:pt x="2149919" y="4070433"/>
                  </a:lnTo>
                  <a:lnTo>
                    <a:pt x="2150046" y="4070433"/>
                  </a:lnTo>
                  <a:lnTo>
                    <a:pt x="2150172" y="4070433"/>
                  </a:lnTo>
                  <a:lnTo>
                    <a:pt x="2150172" y="4065154"/>
                  </a:lnTo>
                  <a:lnTo>
                    <a:pt x="2150298" y="4065154"/>
                  </a:lnTo>
                  <a:lnTo>
                    <a:pt x="2150424" y="4065154"/>
                  </a:lnTo>
                  <a:lnTo>
                    <a:pt x="2150550" y="4065154"/>
                  </a:lnTo>
                  <a:lnTo>
                    <a:pt x="2150676" y="4065154"/>
                  </a:lnTo>
                  <a:lnTo>
                    <a:pt x="2150802" y="4065154"/>
                  </a:lnTo>
                  <a:lnTo>
                    <a:pt x="2150928" y="4065154"/>
                  </a:lnTo>
                  <a:lnTo>
                    <a:pt x="2151054" y="4065154"/>
                  </a:lnTo>
                  <a:lnTo>
                    <a:pt x="2151180" y="4065154"/>
                  </a:lnTo>
                  <a:lnTo>
                    <a:pt x="2151306" y="4065154"/>
                  </a:lnTo>
                  <a:lnTo>
                    <a:pt x="2151433" y="4065154"/>
                  </a:lnTo>
                  <a:lnTo>
                    <a:pt x="2151559" y="4065154"/>
                  </a:lnTo>
                  <a:lnTo>
                    <a:pt x="2151685" y="4065154"/>
                  </a:lnTo>
                  <a:lnTo>
                    <a:pt x="2151811" y="4065154"/>
                  </a:lnTo>
                  <a:lnTo>
                    <a:pt x="2151937" y="4065154"/>
                  </a:lnTo>
                  <a:lnTo>
                    <a:pt x="2152063" y="4065154"/>
                  </a:lnTo>
                  <a:lnTo>
                    <a:pt x="2152189" y="4065154"/>
                  </a:lnTo>
                  <a:lnTo>
                    <a:pt x="2152315" y="4065154"/>
                  </a:lnTo>
                  <a:lnTo>
                    <a:pt x="2152441" y="4065154"/>
                  </a:lnTo>
                  <a:lnTo>
                    <a:pt x="2152567" y="4065154"/>
                  </a:lnTo>
                  <a:lnTo>
                    <a:pt x="2152693" y="4065154"/>
                  </a:lnTo>
                  <a:lnTo>
                    <a:pt x="2152819" y="4065154"/>
                  </a:lnTo>
                  <a:lnTo>
                    <a:pt x="2152946" y="4065154"/>
                  </a:lnTo>
                  <a:lnTo>
                    <a:pt x="2153072" y="4065154"/>
                  </a:lnTo>
                  <a:lnTo>
                    <a:pt x="2153198" y="4065154"/>
                  </a:lnTo>
                  <a:lnTo>
                    <a:pt x="2153324" y="4065154"/>
                  </a:lnTo>
                  <a:lnTo>
                    <a:pt x="2153450" y="4065154"/>
                  </a:lnTo>
                  <a:lnTo>
                    <a:pt x="2153576" y="4065154"/>
                  </a:lnTo>
                  <a:lnTo>
                    <a:pt x="2153702" y="4065154"/>
                  </a:lnTo>
                  <a:lnTo>
                    <a:pt x="2153828" y="4065154"/>
                  </a:lnTo>
                  <a:lnTo>
                    <a:pt x="2153954" y="4065154"/>
                  </a:lnTo>
                  <a:lnTo>
                    <a:pt x="2154080" y="4065154"/>
                  </a:lnTo>
                  <a:lnTo>
                    <a:pt x="2154206" y="4065154"/>
                  </a:lnTo>
                  <a:lnTo>
                    <a:pt x="2154333" y="4065154"/>
                  </a:lnTo>
                  <a:lnTo>
                    <a:pt x="2154459" y="4065154"/>
                  </a:lnTo>
                  <a:lnTo>
                    <a:pt x="2154585" y="4065154"/>
                  </a:lnTo>
                  <a:lnTo>
                    <a:pt x="2154711" y="4065154"/>
                  </a:lnTo>
                  <a:lnTo>
                    <a:pt x="2154837" y="4065154"/>
                  </a:lnTo>
                  <a:lnTo>
                    <a:pt x="2154963" y="4065154"/>
                  </a:lnTo>
                  <a:lnTo>
                    <a:pt x="2155089" y="4065154"/>
                  </a:lnTo>
                  <a:lnTo>
                    <a:pt x="2155215" y="4065154"/>
                  </a:lnTo>
                  <a:lnTo>
                    <a:pt x="2155341" y="4065154"/>
                  </a:lnTo>
                  <a:lnTo>
                    <a:pt x="2155467" y="4065154"/>
                  </a:lnTo>
                  <a:lnTo>
                    <a:pt x="2155593" y="4065154"/>
                  </a:lnTo>
                  <a:lnTo>
                    <a:pt x="2155719" y="4065154"/>
                  </a:lnTo>
                  <a:lnTo>
                    <a:pt x="2155846" y="4065154"/>
                  </a:lnTo>
                  <a:lnTo>
                    <a:pt x="2155972" y="4065154"/>
                  </a:lnTo>
                  <a:lnTo>
                    <a:pt x="2156098" y="4065154"/>
                  </a:lnTo>
                  <a:lnTo>
                    <a:pt x="2156224" y="4065154"/>
                  </a:lnTo>
                  <a:lnTo>
                    <a:pt x="2156350" y="4065154"/>
                  </a:lnTo>
                  <a:lnTo>
                    <a:pt x="2156476" y="4065154"/>
                  </a:lnTo>
                  <a:lnTo>
                    <a:pt x="2156602" y="4065154"/>
                  </a:lnTo>
                  <a:lnTo>
                    <a:pt x="2156728" y="4065154"/>
                  </a:lnTo>
                  <a:lnTo>
                    <a:pt x="2156854" y="4065154"/>
                  </a:lnTo>
                  <a:lnTo>
                    <a:pt x="2156980" y="4065154"/>
                  </a:lnTo>
                  <a:lnTo>
                    <a:pt x="2157106" y="4065154"/>
                  </a:lnTo>
                  <a:lnTo>
                    <a:pt x="2157233" y="4065154"/>
                  </a:lnTo>
                  <a:lnTo>
                    <a:pt x="2157359" y="4065154"/>
                  </a:lnTo>
                  <a:lnTo>
                    <a:pt x="2157485" y="4065154"/>
                  </a:lnTo>
                  <a:lnTo>
                    <a:pt x="2157611" y="4065154"/>
                  </a:lnTo>
                  <a:lnTo>
                    <a:pt x="2157737" y="4065154"/>
                  </a:lnTo>
                  <a:lnTo>
                    <a:pt x="2157863" y="4065154"/>
                  </a:lnTo>
                  <a:lnTo>
                    <a:pt x="2157989" y="4065154"/>
                  </a:lnTo>
                  <a:lnTo>
                    <a:pt x="2158115" y="4065154"/>
                  </a:lnTo>
                  <a:lnTo>
                    <a:pt x="2158241" y="4065154"/>
                  </a:lnTo>
                  <a:lnTo>
                    <a:pt x="2158367" y="4065154"/>
                  </a:lnTo>
                  <a:lnTo>
                    <a:pt x="2158493" y="4065154"/>
                  </a:lnTo>
                  <a:lnTo>
                    <a:pt x="2158620" y="4065154"/>
                  </a:lnTo>
                  <a:lnTo>
                    <a:pt x="2158746" y="4065154"/>
                  </a:lnTo>
                  <a:lnTo>
                    <a:pt x="2158872" y="4065154"/>
                  </a:lnTo>
                  <a:lnTo>
                    <a:pt x="2158998" y="4065154"/>
                  </a:lnTo>
                  <a:lnTo>
                    <a:pt x="2159124" y="4065154"/>
                  </a:lnTo>
                  <a:lnTo>
                    <a:pt x="2159250" y="4065154"/>
                  </a:lnTo>
                  <a:lnTo>
                    <a:pt x="2159376" y="4065154"/>
                  </a:lnTo>
                  <a:lnTo>
                    <a:pt x="2159502" y="4065154"/>
                  </a:lnTo>
                  <a:lnTo>
                    <a:pt x="2159628" y="4065154"/>
                  </a:lnTo>
                  <a:lnTo>
                    <a:pt x="2159754" y="4065154"/>
                  </a:lnTo>
                  <a:lnTo>
                    <a:pt x="2159880" y="4065154"/>
                  </a:lnTo>
                  <a:lnTo>
                    <a:pt x="2160006" y="4065154"/>
                  </a:lnTo>
                  <a:lnTo>
                    <a:pt x="2160133" y="4065154"/>
                  </a:lnTo>
                  <a:lnTo>
                    <a:pt x="2160259" y="4065154"/>
                  </a:lnTo>
                  <a:lnTo>
                    <a:pt x="2160385" y="4065154"/>
                  </a:lnTo>
                  <a:lnTo>
                    <a:pt x="2160511" y="4065154"/>
                  </a:lnTo>
                  <a:lnTo>
                    <a:pt x="2160637" y="4065154"/>
                  </a:lnTo>
                  <a:lnTo>
                    <a:pt x="2160763" y="4065154"/>
                  </a:lnTo>
                  <a:lnTo>
                    <a:pt x="2160889" y="4065154"/>
                  </a:lnTo>
                  <a:lnTo>
                    <a:pt x="2160889" y="4059875"/>
                  </a:lnTo>
                  <a:lnTo>
                    <a:pt x="2161015" y="4059875"/>
                  </a:lnTo>
                  <a:lnTo>
                    <a:pt x="2161141" y="4059875"/>
                  </a:lnTo>
                  <a:lnTo>
                    <a:pt x="2161267" y="4059875"/>
                  </a:lnTo>
                  <a:lnTo>
                    <a:pt x="2161393" y="4059875"/>
                  </a:lnTo>
                  <a:lnTo>
                    <a:pt x="2161520" y="4059875"/>
                  </a:lnTo>
                  <a:lnTo>
                    <a:pt x="2161646" y="4059875"/>
                  </a:lnTo>
                  <a:lnTo>
                    <a:pt x="2161646" y="4054595"/>
                  </a:lnTo>
                  <a:lnTo>
                    <a:pt x="2161772" y="4054595"/>
                  </a:lnTo>
                  <a:lnTo>
                    <a:pt x="2161898" y="4054595"/>
                  </a:lnTo>
                  <a:lnTo>
                    <a:pt x="2162024" y="4054595"/>
                  </a:lnTo>
                  <a:lnTo>
                    <a:pt x="2162150" y="4054595"/>
                  </a:lnTo>
                  <a:lnTo>
                    <a:pt x="2162276" y="4054595"/>
                  </a:lnTo>
                  <a:lnTo>
                    <a:pt x="2162402" y="4054595"/>
                  </a:lnTo>
                  <a:lnTo>
                    <a:pt x="2162528" y="4054595"/>
                  </a:lnTo>
                  <a:lnTo>
                    <a:pt x="2162654" y="4054595"/>
                  </a:lnTo>
                  <a:lnTo>
                    <a:pt x="2162780" y="4054595"/>
                  </a:lnTo>
                  <a:lnTo>
                    <a:pt x="2162906" y="4054595"/>
                  </a:lnTo>
                  <a:lnTo>
                    <a:pt x="2163033" y="4054595"/>
                  </a:lnTo>
                  <a:lnTo>
                    <a:pt x="2163159" y="4054595"/>
                  </a:lnTo>
                  <a:lnTo>
                    <a:pt x="2163285" y="4054595"/>
                  </a:lnTo>
                  <a:lnTo>
                    <a:pt x="2163411" y="4054595"/>
                  </a:lnTo>
                  <a:lnTo>
                    <a:pt x="2163537" y="4054595"/>
                  </a:lnTo>
                  <a:lnTo>
                    <a:pt x="2163663" y="4054595"/>
                  </a:lnTo>
                  <a:lnTo>
                    <a:pt x="2163789" y="4054595"/>
                  </a:lnTo>
                  <a:lnTo>
                    <a:pt x="2163915" y="4054595"/>
                  </a:lnTo>
                  <a:lnTo>
                    <a:pt x="2163915" y="4049316"/>
                  </a:lnTo>
                  <a:lnTo>
                    <a:pt x="2164041" y="4049316"/>
                  </a:lnTo>
                  <a:lnTo>
                    <a:pt x="2164167" y="4049316"/>
                  </a:lnTo>
                  <a:lnTo>
                    <a:pt x="2164293" y="4049316"/>
                  </a:lnTo>
                  <a:lnTo>
                    <a:pt x="2164420" y="4049316"/>
                  </a:lnTo>
                  <a:lnTo>
                    <a:pt x="2164546" y="4049316"/>
                  </a:lnTo>
                  <a:lnTo>
                    <a:pt x="2164672" y="4049316"/>
                  </a:lnTo>
                  <a:lnTo>
                    <a:pt x="2164798" y="4049316"/>
                  </a:lnTo>
                  <a:lnTo>
                    <a:pt x="2164924" y="4049316"/>
                  </a:lnTo>
                  <a:lnTo>
                    <a:pt x="2165050" y="4049316"/>
                  </a:lnTo>
                  <a:lnTo>
                    <a:pt x="2165176" y="4049316"/>
                  </a:lnTo>
                  <a:lnTo>
                    <a:pt x="2165302" y="4049316"/>
                  </a:lnTo>
                  <a:lnTo>
                    <a:pt x="2165428" y="4049316"/>
                  </a:lnTo>
                  <a:lnTo>
                    <a:pt x="2165554" y="4049316"/>
                  </a:lnTo>
                  <a:lnTo>
                    <a:pt x="2165680" y="4049316"/>
                  </a:lnTo>
                  <a:lnTo>
                    <a:pt x="2165807" y="4049316"/>
                  </a:lnTo>
                  <a:lnTo>
                    <a:pt x="2165933" y="4049316"/>
                  </a:lnTo>
                  <a:lnTo>
                    <a:pt x="2166059" y="4049316"/>
                  </a:lnTo>
                  <a:lnTo>
                    <a:pt x="2166185" y="4049316"/>
                  </a:lnTo>
                  <a:lnTo>
                    <a:pt x="2166311" y="4049316"/>
                  </a:lnTo>
                  <a:lnTo>
                    <a:pt x="2166437" y="4049316"/>
                  </a:lnTo>
                  <a:lnTo>
                    <a:pt x="2166563" y="4049316"/>
                  </a:lnTo>
                  <a:lnTo>
                    <a:pt x="2166689" y="4049316"/>
                  </a:lnTo>
                  <a:lnTo>
                    <a:pt x="2166815" y="4049316"/>
                  </a:lnTo>
                  <a:lnTo>
                    <a:pt x="2166941" y="4049316"/>
                  </a:lnTo>
                  <a:lnTo>
                    <a:pt x="2167067" y="4049316"/>
                  </a:lnTo>
                  <a:lnTo>
                    <a:pt x="2167193" y="4049316"/>
                  </a:lnTo>
                  <a:lnTo>
                    <a:pt x="2167320" y="4049316"/>
                  </a:lnTo>
                  <a:lnTo>
                    <a:pt x="2167446" y="4049316"/>
                  </a:lnTo>
                  <a:lnTo>
                    <a:pt x="2167572" y="4049316"/>
                  </a:lnTo>
                  <a:lnTo>
                    <a:pt x="2167698" y="4049316"/>
                  </a:lnTo>
                  <a:lnTo>
                    <a:pt x="2167824" y="4049316"/>
                  </a:lnTo>
                  <a:lnTo>
                    <a:pt x="2167950" y="4049316"/>
                  </a:lnTo>
                  <a:lnTo>
                    <a:pt x="2168076" y="4049316"/>
                  </a:lnTo>
                  <a:lnTo>
                    <a:pt x="2168202" y="4049316"/>
                  </a:lnTo>
                  <a:lnTo>
                    <a:pt x="2168328" y="4049316"/>
                  </a:lnTo>
                  <a:lnTo>
                    <a:pt x="2168454" y="4049316"/>
                  </a:lnTo>
                  <a:lnTo>
                    <a:pt x="2168580" y="4049316"/>
                  </a:lnTo>
                  <a:lnTo>
                    <a:pt x="2168707" y="4049316"/>
                  </a:lnTo>
                  <a:lnTo>
                    <a:pt x="2168833" y="4049316"/>
                  </a:lnTo>
                  <a:lnTo>
                    <a:pt x="2168959" y="4049316"/>
                  </a:lnTo>
                  <a:lnTo>
                    <a:pt x="2168959" y="4044036"/>
                  </a:lnTo>
                  <a:lnTo>
                    <a:pt x="2168959" y="4038757"/>
                  </a:lnTo>
                  <a:lnTo>
                    <a:pt x="2169085" y="4038757"/>
                  </a:lnTo>
                  <a:lnTo>
                    <a:pt x="2169211" y="4038757"/>
                  </a:lnTo>
                  <a:lnTo>
                    <a:pt x="2169337" y="4038757"/>
                  </a:lnTo>
                  <a:lnTo>
                    <a:pt x="2169463" y="4038757"/>
                  </a:lnTo>
                  <a:lnTo>
                    <a:pt x="2169589" y="4038757"/>
                  </a:lnTo>
                  <a:lnTo>
                    <a:pt x="2169715" y="4038757"/>
                  </a:lnTo>
                  <a:lnTo>
                    <a:pt x="2169841" y="4038757"/>
                  </a:lnTo>
                  <a:lnTo>
                    <a:pt x="2169967" y="4038757"/>
                  </a:lnTo>
                  <a:lnTo>
                    <a:pt x="2170093" y="4038757"/>
                  </a:lnTo>
                  <a:lnTo>
                    <a:pt x="2170220" y="4038757"/>
                  </a:lnTo>
                  <a:lnTo>
                    <a:pt x="2170346" y="4038757"/>
                  </a:lnTo>
                  <a:lnTo>
                    <a:pt x="2170472" y="4038757"/>
                  </a:lnTo>
                  <a:lnTo>
                    <a:pt x="2170598" y="4038757"/>
                  </a:lnTo>
                  <a:lnTo>
                    <a:pt x="2170724" y="4038757"/>
                  </a:lnTo>
                  <a:lnTo>
                    <a:pt x="2170850" y="4038757"/>
                  </a:lnTo>
                  <a:lnTo>
                    <a:pt x="2170976" y="4038757"/>
                  </a:lnTo>
                  <a:lnTo>
                    <a:pt x="2171102" y="4038757"/>
                  </a:lnTo>
                  <a:lnTo>
                    <a:pt x="2171228" y="4038757"/>
                  </a:lnTo>
                  <a:lnTo>
                    <a:pt x="2171354" y="4038757"/>
                  </a:lnTo>
                  <a:lnTo>
                    <a:pt x="2171480" y="4038757"/>
                  </a:lnTo>
                  <a:lnTo>
                    <a:pt x="2171607" y="4038757"/>
                  </a:lnTo>
                  <a:lnTo>
                    <a:pt x="2171733" y="4038757"/>
                  </a:lnTo>
                  <a:lnTo>
                    <a:pt x="2171859" y="4038757"/>
                  </a:lnTo>
                  <a:lnTo>
                    <a:pt x="2171985" y="4038757"/>
                  </a:lnTo>
                  <a:lnTo>
                    <a:pt x="2172111" y="4038757"/>
                  </a:lnTo>
                  <a:lnTo>
                    <a:pt x="2172237" y="4038757"/>
                  </a:lnTo>
                  <a:lnTo>
                    <a:pt x="2172363" y="4038757"/>
                  </a:lnTo>
                  <a:lnTo>
                    <a:pt x="2172489" y="4038757"/>
                  </a:lnTo>
                  <a:lnTo>
                    <a:pt x="2172615" y="4038757"/>
                  </a:lnTo>
                  <a:lnTo>
                    <a:pt x="2172741" y="4038757"/>
                  </a:lnTo>
                  <a:lnTo>
                    <a:pt x="2172867" y="4038757"/>
                  </a:lnTo>
                  <a:lnTo>
                    <a:pt x="2172993" y="4038757"/>
                  </a:lnTo>
                  <a:lnTo>
                    <a:pt x="2173120" y="4038757"/>
                  </a:lnTo>
                  <a:lnTo>
                    <a:pt x="2173246" y="4038757"/>
                  </a:lnTo>
                  <a:lnTo>
                    <a:pt x="2173372" y="4038757"/>
                  </a:lnTo>
                  <a:lnTo>
                    <a:pt x="2173498" y="4038757"/>
                  </a:lnTo>
                  <a:lnTo>
                    <a:pt x="2173498" y="4033477"/>
                  </a:lnTo>
                  <a:lnTo>
                    <a:pt x="2173624" y="4033477"/>
                  </a:lnTo>
                  <a:lnTo>
                    <a:pt x="2173750" y="4033477"/>
                  </a:lnTo>
                  <a:lnTo>
                    <a:pt x="2173876" y="4033477"/>
                  </a:lnTo>
                  <a:lnTo>
                    <a:pt x="2174002" y="4033477"/>
                  </a:lnTo>
                  <a:lnTo>
                    <a:pt x="2174128" y="4033477"/>
                  </a:lnTo>
                  <a:lnTo>
                    <a:pt x="2174254" y="4033477"/>
                  </a:lnTo>
                  <a:lnTo>
                    <a:pt x="2174380" y="4033477"/>
                  </a:lnTo>
                  <a:lnTo>
                    <a:pt x="2174507" y="4033477"/>
                  </a:lnTo>
                  <a:lnTo>
                    <a:pt x="2174633" y="4033477"/>
                  </a:lnTo>
                  <a:lnTo>
                    <a:pt x="2174759" y="4033477"/>
                  </a:lnTo>
                  <a:lnTo>
                    <a:pt x="2174885" y="4033477"/>
                  </a:lnTo>
                  <a:lnTo>
                    <a:pt x="2175011" y="4033477"/>
                  </a:lnTo>
                  <a:lnTo>
                    <a:pt x="2175137" y="4033477"/>
                  </a:lnTo>
                  <a:lnTo>
                    <a:pt x="2175263" y="4033477"/>
                  </a:lnTo>
                  <a:lnTo>
                    <a:pt x="2175389" y="4033477"/>
                  </a:lnTo>
                  <a:lnTo>
                    <a:pt x="2175515" y="4033477"/>
                  </a:lnTo>
                  <a:lnTo>
                    <a:pt x="2175641" y="4033477"/>
                  </a:lnTo>
                  <a:lnTo>
                    <a:pt x="2175767" y="4033477"/>
                  </a:lnTo>
                  <a:lnTo>
                    <a:pt x="2175894" y="4033477"/>
                  </a:lnTo>
                  <a:lnTo>
                    <a:pt x="2176020" y="4033477"/>
                  </a:lnTo>
                  <a:lnTo>
                    <a:pt x="2176146" y="4033477"/>
                  </a:lnTo>
                  <a:lnTo>
                    <a:pt x="2176272" y="4033477"/>
                  </a:lnTo>
                  <a:lnTo>
                    <a:pt x="2176398" y="4033477"/>
                  </a:lnTo>
                  <a:lnTo>
                    <a:pt x="2176524" y="4033477"/>
                  </a:lnTo>
                  <a:lnTo>
                    <a:pt x="2176650" y="4033477"/>
                  </a:lnTo>
                  <a:lnTo>
                    <a:pt x="2176776" y="4033477"/>
                  </a:lnTo>
                  <a:lnTo>
                    <a:pt x="2176902" y="4033477"/>
                  </a:lnTo>
                  <a:lnTo>
                    <a:pt x="2177028" y="4033477"/>
                  </a:lnTo>
                  <a:lnTo>
                    <a:pt x="2177154" y="4033477"/>
                  </a:lnTo>
                  <a:lnTo>
                    <a:pt x="2177154" y="4028198"/>
                  </a:lnTo>
                  <a:lnTo>
                    <a:pt x="2177280" y="4028198"/>
                  </a:lnTo>
                  <a:lnTo>
                    <a:pt x="2177407" y="4028198"/>
                  </a:lnTo>
                  <a:lnTo>
                    <a:pt x="2177533" y="4028198"/>
                  </a:lnTo>
                  <a:lnTo>
                    <a:pt x="2177659" y="4028198"/>
                  </a:lnTo>
                  <a:lnTo>
                    <a:pt x="2177785" y="4028198"/>
                  </a:lnTo>
                  <a:lnTo>
                    <a:pt x="2177911" y="4028198"/>
                  </a:lnTo>
                  <a:lnTo>
                    <a:pt x="2178037" y="4028198"/>
                  </a:lnTo>
                  <a:lnTo>
                    <a:pt x="2178163" y="4028198"/>
                  </a:lnTo>
                  <a:lnTo>
                    <a:pt x="2178289" y="4028198"/>
                  </a:lnTo>
                  <a:lnTo>
                    <a:pt x="2178415" y="4028198"/>
                  </a:lnTo>
                  <a:lnTo>
                    <a:pt x="2178541" y="4028198"/>
                  </a:lnTo>
                  <a:lnTo>
                    <a:pt x="2178667" y="4028198"/>
                  </a:lnTo>
                  <a:lnTo>
                    <a:pt x="2178794" y="4028198"/>
                  </a:lnTo>
                  <a:lnTo>
                    <a:pt x="2178920" y="4028198"/>
                  </a:lnTo>
                  <a:lnTo>
                    <a:pt x="2179046" y="4028198"/>
                  </a:lnTo>
                  <a:lnTo>
                    <a:pt x="2179172" y="4028198"/>
                  </a:lnTo>
                  <a:lnTo>
                    <a:pt x="2179298" y="4028198"/>
                  </a:lnTo>
                  <a:lnTo>
                    <a:pt x="2179424" y="4028198"/>
                  </a:lnTo>
                  <a:lnTo>
                    <a:pt x="2179550" y="4028198"/>
                  </a:lnTo>
                  <a:lnTo>
                    <a:pt x="2179676" y="4028198"/>
                  </a:lnTo>
                  <a:lnTo>
                    <a:pt x="2179802" y="4028198"/>
                  </a:lnTo>
                  <a:lnTo>
                    <a:pt x="2179928" y="4028198"/>
                  </a:lnTo>
                  <a:lnTo>
                    <a:pt x="2180054" y="4028198"/>
                  </a:lnTo>
                  <a:lnTo>
                    <a:pt x="2180180" y="4028198"/>
                  </a:lnTo>
                  <a:lnTo>
                    <a:pt x="2180307" y="4028198"/>
                  </a:lnTo>
                  <a:lnTo>
                    <a:pt x="2180433" y="4028198"/>
                  </a:lnTo>
                  <a:lnTo>
                    <a:pt x="2180433" y="4022919"/>
                  </a:lnTo>
                  <a:lnTo>
                    <a:pt x="2180559" y="4022919"/>
                  </a:lnTo>
                  <a:lnTo>
                    <a:pt x="2180685" y="4022919"/>
                  </a:lnTo>
                  <a:lnTo>
                    <a:pt x="2180811" y="4022919"/>
                  </a:lnTo>
                  <a:lnTo>
                    <a:pt x="2180937" y="4022919"/>
                  </a:lnTo>
                  <a:lnTo>
                    <a:pt x="2181063" y="4022919"/>
                  </a:lnTo>
                  <a:lnTo>
                    <a:pt x="2181189" y="4022919"/>
                  </a:lnTo>
                  <a:lnTo>
                    <a:pt x="2181315" y="4022919"/>
                  </a:lnTo>
                  <a:lnTo>
                    <a:pt x="2181441" y="4022919"/>
                  </a:lnTo>
                  <a:lnTo>
                    <a:pt x="2181567" y="4022919"/>
                  </a:lnTo>
                  <a:lnTo>
                    <a:pt x="2181694" y="4022919"/>
                  </a:lnTo>
                  <a:lnTo>
                    <a:pt x="2181820" y="4022919"/>
                  </a:lnTo>
                  <a:lnTo>
                    <a:pt x="2181946" y="4022919"/>
                  </a:lnTo>
                  <a:lnTo>
                    <a:pt x="2182072" y="4022919"/>
                  </a:lnTo>
                  <a:lnTo>
                    <a:pt x="2182198" y="4022919"/>
                  </a:lnTo>
                  <a:lnTo>
                    <a:pt x="2182324" y="4022919"/>
                  </a:lnTo>
                  <a:lnTo>
                    <a:pt x="2182450" y="4022919"/>
                  </a:lnTo>
                  <a:lnTo>
                    <a:pt x="2182576" y="4022919"/>
                  </a:lnTo>
                  <a:lnTo>
                    <a:pt x="2182702" y="4022919"/>
                  </a:lnTo>
                  <a:lnTo>
                    <a:pt x="2182828" y="4022919"/>
                  </a:lnTo>
                  <a:lnTo>
                    <a:pt x="2182954" y="4022919"/>
                  </a:lnTo>
                  <a:lnTo>
                    <a:pt x="2183081" y="4022919"/>
                  </a:lnTo>
                  <a:lnTo>
                    <a:pt x="2183207" y="4022919"/>
                  </a:lnTo>
                  <a:lnTo>
                    <a:pt x="2183333" y="4022919"/>
                  </a:lnTo>
                  <a:lnTo>
                    <a:pt x="2183459" y="4022919"/>
                  </a:lnTo>
                  <a:lnTo>
                    <a:pt x="2183585" y="4022919"/>
                  </a:lnTo>
                  <a:lnTo>
                    <a:pt x="2183711" y="4022919"/>
                  </a:lnTo>
                  <a:lnTo>
                    <a:pt x="2183837" y="4022919"/>
                  </a:lnTo>
                  <a:lnTo>
                    <a:pt x="2183963" y="4022919"/>
                  </a:lnTo>
                  <a:lnTo>
                    <a:pt x="2184089" y="4022919"/>
                  </a:lnTo>
                  <a:lnTo>
                    <a:pt x="2184215" y="4022919"/>
                  </a:lnTo>
                  <a:lnTo>
                    <a:pt x="2184341" y="4022919"/>
                  </a:lnTo>
                  <a:lnTo>
                    <a:pt x="2184467" y="4022919"/>
                  </a:lnTo>
                  <a:lnTo>
                    <a:pt x="2184594" y="4022919"/>
                  </a:lnTo>
                  <a:lnTo>
                    <a:pt x="2184720" y="4022919"/>
                  </a:lnTo>
                  <a:lnTo>
                    <a:pt x="2184846" y="4022919"/>
                  </a:lnTo>
                  <a:lnTo>
                    <a:pt x="2184972" y="4022919"/>
                  </a:lnTo>
                  <a:lnTo>
                    <a:pt x="2185098" y="4022919"/>
                  </a:lnTo>
                  <a:lnTo>
                    <a:pt x="2185224" y="4022919"/>
                  </a:lnTo>
                  <a:lnTo>
                    <a:pt x="2185350" y="4022919"/>
                  </a:lnTo>
                  <a:lnTo>
                    <a:pt x="2185476" y="4022919"/>
                  </a:lnTo>
                  <a:lnTo>
                    <a:pt x="2185602" y="4022919"/>
                  </a:lnTo>
                  <a:lnTo>
                    <a:pt x="2185728" y="4022919"/>
                  </a:lnTo>
                  <a:lnTo>
                    <a:pt x="2185728" y="4017639"/>
                  </a:lnTo>
                  <a:lnTo>
                    <a:pt x="2185854" y="4017639"/>
                  </a:lnTo>
                  <a:lnTo>
                    <a:pt x="2185981" y="4017639"/>
                  </a:lnTo>
                  <a:lnTo>
                    <a:pt x="2186107" y="4017639"/>
                  </a:lnTo>
                  <a:lnTo>
                    <a:pt x="2186233" y="4017639"/>
                  </a:lnTo>
                  <a:lnTo>
                    <a:pt x="2186359" y="4017639"/>
                  </a:lnTo>
                  <a:lnTo>
                    <a:pt x="2186485" y="4017639"/>
                  </a:lnTo>
                  <a:lnTo>
                    <a:pt x="2186611" y="4017639"/>
                  </a:lnTo>
                  <a:lnTo>
                    <a:pt x="2186737" y="4017639"/>
                  </a:lnTo>
                  <a:lnTo>
                    <a:pt x="2186863" y="4017639"/>
                  </a:lnTo>
                  <a:lnTo>
                    <a:pt x="2186989" y="4017639"/>
                  </a:lnTo>
                  <a:lnTo>
                    <a:pt x="2187115" y="4017639"/>
                  </a:lnTo>
                  <a:lnTo>
                    <a:pt x="2187241" y="4017639"/>
                  </a:lnTo>
                  <a:lnTo>
                    <a:pt x="2187367" y="4017639"/>
                  </a:lnTo>
                  <a:lnTo>
                    <a:pt x="2187494" y="4017639"/>
                  </a:lnTo>
                  <a:lnTo>
                    <a:pt x="2187620" y="4017639"/>
                  </a:lnTo>
                  <a:lnTo>
                    <a:pt x="2187746" y="4017639"/>
                  </a:lnTo>
                  <a:lnTo>
                    <a:pt x="2187872" y="4017639"/>
                  </a:lnTo>
                  <a:lnTo>
                    <a:pt x="2187998" y="4017639"/>
                  </a:lnTo>
                  <a:lnTo>
                    <a:pt x="2188124" y="4017639"/>
                  </a:lnTo>
                  <a:lnTo>
                    <a:pt x="2188250" y="4017639"/>
                  </a:lnTo>
                  <a:lnTo>
                    <a:pt x="2188376" y="4017639"/>
                  </a:lnTo>
                  <a:lnTo>
                    <a:pt x="2188502" y="4017639"/>
                  </a:lnTo>
                  <a:lnTo>
                    <a:pt x="2188502" y="4012360"/>
                  </a:lnTo>
                  <a:lnTo>
                    <a:pt x="2188628" y="4012360"/>
                  </a:lnTo>
                  <a:lnTo>
                    <a:pt x="2188754" y="4012360"/>
                  </a:lnTo>
                  <a:lnTo>
                    <a:pt x="2188881" y="4012360"/>
                  </a:lnTo>
                  <a:lnTo>
                    <a:pt x="2189007" y="4012360"/>
                  </a:lnTo>
                  <a:lnTo>
                    <a:pt x="2189133" y="4012360"/>
                  </a:lnTo>
                  <a:lnTo>
                    <a:pt x="2189259" y="4012360"/>
                  </a:lnTo>
                  <a:lnTo>
                    <a:pt x="2189385" y="4012360"/>
                  </a:lnTo>
                  <a:lnTo>
                    <a:pt x="2189511" y="4012360"/>
                  </a:lnTo>
                  <a:lnTo>
                    <a:pt x="2189637" y="4012360"/>
                  </a:lnTo>
                  <a:lnTo>
                    <a:pt x="2189763" y="4012360"/>
                  </a:lnTo>
                  <a:lnTo>
                    <a:pt x="2189889" y="4012360"/>
                  </a:lnTo>
                  <a:lnTo>
                    <a:pt x="2190015" y="4012360"/>
                  </a:lnTo>
                  <a:lnTo>
                    <a:pt x="2190141" y="4012360"/>
                  </a:lnTo>
                  <a:lnTo>
                    <a:pt x="2190267" y="4012360"/>
                  </a:lnTo>
                  <a:lnTo>
                    <a:pt x="2190394" y="4012360"/>
                  </a:lnTo>
                  <a:lnTo>
                    <a:pt x="2190520" y="4012360"/>
                  </a:lnTo>
                  <a:lnTo>
                    <a:pt x="2190520" y="4007080"/>
                  </a:lnTo>
                  <a:lnTo>
                    <a:pt x="2190646" y="4007080"/>
                  </a:lnTo>
                  <a:lnTo>
                    <a:pt x="2190772" y="4007080"/>
                  </a:lnTo>
                  <a:lnTo>
                    <a:pt x="2190898" y="4007080"/>
                  </a:lnTo>
                  <a:lnTo>
                    <a:pt x="2191024" y="4007080"/>
                  </a:lnTo>
                  <a:lnTo>
                    <a:pt x="2191150" y="4007080"/>
                  </a:lnTo>
                  <a:lnTo>
                    <a:pt x="2191276" y="4007080"/>
                  </a:lnTo>
                  <a:lnTo>
                    <a:pt x="2191402" y="4007080"/>
                  </a:lnTo>
                  <a:lnTo>
                    <a:pt x="2191528" y="4007080"/>
                  </a:lnTo>
                  <a:lnTo>
                    <a:pt x="2191654" y="4007080"/>
                  </a:lnTo>
                  <a:lnTo>
                    <a:pt x="2191781" y="4007080"/>
                  </a:lnTo>
                  <a:lnTo>
                    <a:pt x="2191907" y="4007080"/>
                  </a:lnTo>
                  <a:lnTo>
                    <a:pt x="2192033" y="4007080"/>
                  </a:lnTo>
                  <a:lnTo>
                    <a:pt x="2192159" y="4007080"/>
                  </a:lnTo>
                  <a:lnTo>
                    <a:pt x="2192285" y="4007080"/>
                  </a:lnTo>
                  <a:lnTo>
                    <a:pt x="2192411" y="4007080"/>
                  </a:lnTo>
                  <a:lnTo>
                    <a:pt x="2192537" y="4007080"/>
                  </a:lnTo>
                  <a:lnTo>
                    <a:pt x="2192663" y="4007080"/>
                  </a:lnTo>
                  <a:lnTo>
                    <a:pt x="2192789" y="4007080"/>
                  </a:lnTo>
                  <a:lnTo>
                    <a:pt x="2192915" y="4007080"/>
                  </a:lnTo>
                  <a:lnTo>
                    <a:pt x="2193041" y="4007080"/>
                  </a:lnTo>
                  <a:lnTo>
                    <a:pt x="2193168" y="4007080"/>
                  </a:lnTo>
                  <a:lnTo>
                    <a:pt x="2193294" y="4007080"/>
                  </a:lnTo>
                  <a:lnTo>
                    <a:pt x="2193420" y="4007080"/>
                  </a:lnTo>
                  <a:lnTo>
                    <a:pt x="2193546" y="4007080"/>
                  </a:lnTo>
                  <a:lnTo>
                    <a:pt x="2193672" y="4007080"/>
                  </a:lnTo>
                  <a:lnTo>
                    <a:pt x="2193798" y="4007080"/>
                  </a:lnTo>
                  <a:lnTo>
                    <a:pt x="2193924" y="4007080"/>
                  </a:lnTo>
                  <a:lnTo>
                    <a:pt x="2194050" y="4007080"/>
                  </a:lnTo>
                  <a:lnTo>
                    <a:pt x="2194176" y="4007080"/>
                  </a:lnTo>
                  <a:lnTo>
                    <a:pt x="2194302" y="4007080"/>
                  </a:lnTo>
                  <a:lnTo>
                    <a:pt x="2194428" y="4007080"/>
                  </a:lnTo>
                  <a:lnTo>
                    <a:pt x="2194554" y="4007080"/>
                  </a:lnTo>
                  <a:lnTo>
                    <a:pt x="2194681" y="4007080"/>
                  </a:lnTo>
                  <a:lnTo>
                    <a:pt x="2194807" y="4007080"/>
                  </a:lnTo>
                  <a:lnTo>
                    <a:pt x="2194933" y="4007080"/>
                  </a:lnTo>
                  <a:lnTo>
                    <a:pt x="2195059" y="4007080"/>
                  </a:lnTo>
                  <a:lnTo>
                    <a:pt x="2195185" y="4007080"/>
                  </a:lnTo>
                  <a:lnTo>
                    <a:pt x="2195311" y="4007080"/>
                  </a:lnTo>
                  <a:lnTo>
                    <a:pt x="2195437" y="4007080"/>
                  </a:lnTo>
                  <a:lnTo>
                    <a:pt x="2195563" y="4007080"/>
                  </a:lnTo>
                  <a:lnTo>
                    <a:pt x="2195689" y="4007080"/>
                  </a:lnTo>
                  <a:lnTo>
                    <a:pt x="2195815" y="4007080"/>
                  </a:lnTo>
                  <a:lnTo>
                    <a:pt x="2195941" y="4007080"/>
                  </a:lnTo>
                  <a:lnTo>
                    <a:pt x="2196068" y="4007080"/>
                  </a:lnTo>
                  <a:lnTo>
                    <a:pt x="2196194" y="4007080"/>
                  </a:lnTo>
                  <a:lnTo>
                    <a:pt x="2196320" y="4007080"/>
                  </a:lnTo>
                  <a:lnTo>
                    <a:pt x="2196446" y="4007080"/>
                  </a:lnTo>
                  <a:lnTo>
                    <a:pt x="2196572" y="4007080"/>
                  </a:lnTo>
                  <a:lnTo>
                    <a:pt x="2196698" y="4007080"/>
                  </a:lnTo>
                  <a:lnTo>
                    <a:pt x="2196824" y="4007080"/>
                  </a:lnTo>
                  <a:lnTo>
                    <a:pt x="2196950" y="4007080"/>
                  </a:lnTo>
                  <a:lnTo>
                    <a:pt x="2197076" y="4007080"/>
                  </a:lnTo>
                  <a:lnTo>
                    <a:pt x="2197202" y="4007080"/>
                  </a:lnTo>
                  <a:lnTo>
                    <a:pt x="2197328" y="4007080"/>
                  </a:lnTo>
                  <a:lnTo>
                    <a:pt x="2197454" y="4007080"/>
                  </a:lnTo>
                  <a:lnTo>
                    <a:pt x="2197581" y="4007080"/>
                  </a:lnTo>
                  <a:lnTo>
                    <a:pt x="2197707" y="4007080"/>
                  </a:lnTo>
                  <a:lnTo>
                    <a:pt x="2197833" y="4007080"/>
                  </a:lnTo>
                  <a:lnTo>
                    <a:pt x="2197959" y="4007080"/>
                  </a:lnTo>
                  <a:lnTo>
                    <a:pt x="2198085" y="4007080"/>
                  </a:lnTo>
                  <a:lnTo>
                    <a:pt x="2198211" y="4007080"/>
                  </a:lnTo>
                  <a:lnTo>
                    <a:pt x="2198337" y="4007080"/>
                  </a:lnTo>
                  <a:lnTo>
                    <a:pt x="2198463" y="4007080"/>
                  </a:lnTo>
                  <a:lnTo>
                    <a:pt x="2198589" y="4007080"/>
                  </a:lnTo>
                  <a:lnTo>
                    <a:pt x="2198715" y="4007080"/>
                  </a:lnTo>
                  <a:lnTo>
                    <a:pt x="2198841" y="4007080"/>
                  </a:lnTo>
                  <a:lnTo>
                    <a:pt x="2198968" y="4007080"/>
                  </a:lnTo>
                  <a:lnTo>
                    <a:pt x="2199094" y="4007080"/>
                  </a:lnTo>
                  <a:lnTo>
                    <a:pt x="2199220" y="4007080"/>
                  </a:lnTo>
                  <a:lnTo>
                    <a:pt x="2199346" y="4007080"/>
                  </a:lnTo>
                  <a:lnTo>
                    <a:pt x="2199472" y="4007080"/>
                  </a:lnTo>
                  <a:lnTo>
                    <a:pt x="2199598" y="4007080"/>
                  </a:lnTo>
                  <a:lnTo>
                    <a:pt x="2199724" y="4007080"/>
                  </a:lnTo>
                  <a:lnTo>
                    <a:pt x="2199850" y="4007080"/>
                  </a:lnTo>
                  <a:lnTo>
                    <a:pt x="2199976" y="4007080"/>
                  </a:lnTo>
                  <a:lnTo>
                    <a:pt x="2200102" y="4007080"/>
                  </a:lnTo>
                  <a:lnTo>
                    <a:pt x="2200228" y="4007080"/>
                  </a:lnTo>
                  <a:lnTo>
                    <a:pt x="2200228" y="4001801"/>
                  </a:lnTo>
                  <a:lnTo>
                    <a:pt x="2200355" y="4001801"/>
                  </a:lnTo>
                  <a:lnTo>
                    <a:pt x="2200481" y="4001801"/>
                  </a:lnTo>
                  <a:lnTo>
                    <a:pt x="2200607" y="4001801"/>
                  </a:lnTo>
                  <a:lnTo>
                    <a:pt x="2200733" y="4001801"/>
                  </a:lnTo>
                  <a:lnTo>
                    <a:pt x="2200859" y="4001801"/>
                  </a:lnTo>
                  <a:lnTo>
                    <a:pt x="2200985" y="4001801"/>
                  </a:lnTo>
                  <a:lnTo>
                    <a:pt x="2201111" y="4001801"/>
                  </a:lnTo>
                  <a:lnTo>
                    <a:pt x="2201237" y="4001801"/>
                  </a:lnTo>
                  <a:lnTo>
                    <a:pt x="2201363" y="4001801"/>
                  </a:lnTo>
                  <a:lnTo>
                    <a:pt x="2201489" y="4001801"/>
                  </a:lnTo>
                  <a:lnTo>
                    <a:pt x="2201615" y="4001801"/>
                  </a:lnTo>
                  <a:lnTo>
                    <a:pt x="2201741" y="4001801"/>
                  </a:lnTo>
                  <a:lnTo>
                    <a:pt x="2201868" y="4001801"/>
                  </a:lnTo>
                  <a:lnTo>
                    <a:pt x="2201994" y="4001801"/>
                  </a:lnTo>
                  <a:lnTo>
                    <a:pt x="2202120" y="4001801"/>
                  </a:lnTo>
                  <a:lnTo>
                    <a:pt x="2202246" y="4001801"/>
                  </a:lnTo>
                  <a:lnTo>
                    <a:pt x="2202372" y="4001801"/>
                  </a:lnTo>
                  <a:lnTo>
                    <a:pt x="2202498" y="4001801"/>
                  </a:lnTo>
                  <a:lnTo>
                    <a:pt x="2202624" y="4001801"/>
                  </a:lnTo>
                  <a:lnTo>
                    <a:pt x="2202750" y="4001801"/>
                  </a:lnTo>
                  <a:lnTo>
                    <a:pt x="2202876" y="4001801"/>
                  </a:lnTo>
                  <a:lnTo>
                    <a:pt x="2203002" y="4001801"/>
                  </a:lnTo>
                  <a:lnTo>
                    <a:pt x="2203128" y="4001801"/>
                  </a:lnTo>
                  <a:lnTo>
                    <a:pt x="2203255" y="4001801"/>
                  </a:lnTo>
                  <a:lnTo>
                    <a:pt x="2203381" y="4001801"/>
                  </a:lnTo>
                  <a:lnTo>
                    <a:pt x="2203507" y="4001801"/>
                  </a:lnTo>
                  <a:lnTo>
                    <a:pt x="2203633" y="4001801"/>
                  </a:lnTo>
                  <a:lnTo>
                    <a:pt x="2203759" y="4001801"/>
                  </a:lnTo>
                  <a:lnTo>
                    <a:pt x="2203885" y="4001801"/>
                  </a:lnTo>
                  <a:lnTo>
                    <a:pt x="2204011" y="4001801"/>
                  </a:lnTo>
                  <a:lnTo>
                    <a:pt x="2204137" y="4001801"/>
                  </a:lnTo>
                  <a:lnTo>
                    <a:pt x="2204263" y="4001801"/>
                  </a:lnTo>
                  <a:lnTo>
                    <a:pt x="2204389" y="4001801"/>
                  </a:lnTo>
                  <a:lnTo>
                    <a:pt x="2204515" y="4001801"/>
                  </a:lnTo>
                  <a:lnTo>
                    <a:pt x="2204641" y="4001801"/>
                  </a:lnTo>
                  <a:lnTo>
                    <a:pt x="2204768" y="4001801"/>
                  </a:lnTo>
                  <a:lnTo>
                    <a:pt x="2204894" y="4001801"/>
                  </a:lnTo>
                  <a:lnTo>
                    <a:pt x="2205020" y="4001801"/>
                  </a:lnTo>
                  <a:lnTo>
                    <a:pt x="2205146" y="4001801"/>
                  </a:lnTo>
                  <a:lnTo>
                    <a:pt x="2205272" y="4001801"/>
                  </a:lnTo>
                  <a:lnTo>
                    <a:pt x="2205398" y="4001801"/>
                  </a:lnTo>
                  <a:lnTo>
                    <a:pt x="2205524" y="4001801"/>
                  </a:lnTo>
                  <a:lnTo>
                    <a:pt x="2205650" y="4001801"/>
                  </a:lnTo>
                  <a:lnTo>
                    <a:pt x="2205776" y="4001801"/>
                  </a:lnTo>
                  <a:lnTo>
                    <a:pt x="2205902" y="4001801"/>
                  </a:lnTo>
                  <a:lnTo>
                    <a:pt x="2206028" y="4001801"/>
                  </a:lnTo>
                  <a:lnTo>
                    <a:pt x="2206155" y="4001801"/>
                  </a:lnTo>
                  <a:lnTo>
                    <a:pt x="2206281" y="4001801"/>
                  </a:lnTo>
                  <a:lnTo>
                    <a:pt x="2206407" y="4001801"/>
                  </a:lnTo>
                  <a:lnTo>
                    <a:pt x="2206533" y="4001801"/>
                  </a:lnTo>
                  <a:lnTo>
                    <a:pt x="2206659" y="4001801"/>
                  </a:lnTo>
                  <a:lnTo>
                    <a:pt x="2206785" y="4001801"/>
                  </a:lnTo>
                  <a:lnTo>
                    <a:pt x="2206911" y="4001801"/>
                  </a:lnTo>
                  <a:lnTo>
                    <a:pt x="2207037" y="4001801"/>
                  </a:lnTo>
                  <a:lnTo>
                    <a:pt x="2207163" y="4001801"/>
                  </a:lnTo>
                  <a:lnTo>
                    <a:pt x="2207289" y="4001801"/>
                  </a:lnTo>
                  <a:lnTo>
                    <a:pt x="2207415" y="4001801"/>
                  </a:lnTo>
                  <a:lnTo>
                    <a:pt x="2207542" y="4001801"/>
                  </a:lnTo>
                  <a:lnTo>
                    <a:pt x="2207668" y="4001801"/>
                  </a:lnTo>
                  <a:lnTo>
                    <a:pt x="2207794" y="4001801"/>
                  </a:lnTo>
                  <a:lnTo>
                    <a:pt x="2207920" y="4001801"/>
                  </a:lnTo>
                  <a:lnTo>
                    <a:pt x="2208046" y="4001801"/>
                  </a:lnTo>
                  <a:lnTo>
                    <a:pt x="2208172" y="4001801"/>
                  </a:lnTo>
                  <a:lnTo>
                    <a:pt x="2208298" y="4001801"/>
                  </a:lnTo>
                  <a:lnTo>
                    <a:pt x="2208424" y="4001801"/>
                  </a:lnTo>
                  <a:lnTo>
                    <a:pt x="2208550" y="4001801"/>
                  </a:lnTo>
                  <a:lnTo>
                    <a:pt x="2208676" y="4001801"/>
                  </a:lnTo>
                  <a:lnTo>
                    <a:pt x="2208802" y="4001801"/>
                  </a:lnTo>
                  <a:lnTo>
                    <a:pt x="2208928" y="4001801"/>
                  </a:lnTo>
                  <a:lnTo>
                    <a:pt x="2209055" y="4001801"/>
                  </a:lnTo>
                  <a:lnTo>
                    <a:pt x="2209181" y="4001801"/>
                  </a:lnTo>
                  <a:lnTo>
                    <a:pt x="2209307" y="4001801"/>
                  </a:lnTo>
                  <a:lnTo>
                    <a:pt x="2209433" y="4001801"/>
                  </a:lnTo>
                  <a:lnTo>
                    <a:pt x="2209559" y="4001801"/>
                  </a:lnTo>
                  <a:lnTo>
                    <a:pt x="2209685" y="4001801"/>
                  </a:lnTo>
                  <a:lnTo>
                    <a:pt x="2209811" y="4001801"/>
                  </a:lnTo>
                  <a:lnTo>
                    <a:pt x="2209937" y="4001801"/>
                  </a:lnTo>
                  <a:lnTo>
                    <a:pt x="2210063" y="4001801"/>
                  </a:lnTo>
                  <a:lnTo>
                    <a:pt x="2210189" y="4001801"/>
                  </a:lnTo>
                  <a:lnTo>
                    <a:pt x="2210315" y="4001801"/>
                  </a:lnTo>
                  <a:lnTo>
                    <a:pt x="2210442" y="4001801"/>
                  </a:lnTo>
                  <a:lnTo>
                    <a:pt x="2210568" y="4001801"/>
                  </a:lnTo>
                  <a:lnTo>
                    <a:pt x="2210694" y="4001801"/>
                  </a:lnTo>
                  <a:lnTo>
                    <a:pt x="2210820" y="4001801"/>
                  </a:lnTo>
                  <a:lnTo>
                    <a:pt x="2210946" y="4001801"/>
                  </a:lnTo>
                  <a:lnTo>
                    <a:pt x="2211072" y="4001801"/>
                  </a:lnTo>
                  <a:lnTo>
                    <a:pt x="2211072" y="3996521"/>
                  </a:lnTo>
                  <a:lnTo>
                    <a:pt x="2211198" y="3996521"/>
                  </a:lnTo>
                  <a:lnTo>
                    <a:pt x="2211324" y="3996521"/>
                  </a:lnTo>
                  <a:lnTo>
                    <a:pt x="2211450" y="3996521"/>
                  </a:lnTo>
                  <a:lnTo>
                    <a:pt x="2211576" y="3996521"/>
                  </a:lnTo>
                  <a:lnTo>
                    <a:pt x="2211702" y="3996521"/>
                  </a:lnTo>
                  <a:lnTo>
                    <a:pt x="2211828" y="3996521"/>
                  </a:lnTo>
                  <a:lnTo>
                    <a:pt x="2211955" y="3996521"/>
                  </a:lnTo>
                  <a:lnTo>
                    <a:pt x="2212081" y="3996521"/>
                  </a:lnTo>
                  <a:lnTo>
                    <a:pt x="2212207" y="3996521"/>
                  </a:lnTo>
                  <a:lnTo>
                    <a:pt x="2212333" y="3996521"/>
                  </a:lnTo>
                  <a:lnTo>
                    <a:pt x="2212333" y="3991242"/>
                  </a:lnTo>
                  <a:lnTo>
                    <a:pt x="2212459" y="3991242"/>
                  </a:lnTo>
                  <a:lnTo>
                    <a:pt x="2212585" y="3991242"/>
                  </a:lnTo>
                  <a:lnTo>
                    <a:pt x="2212711" y="3991242"/>
                  </a:lnTo>
                  <a:lnTo>
                    <a:pt x="2212837" y="3991242"/>
                  </a:lnTo>
                  <a:lnTo>
                    <a:pt x="2212963" y="3991242"/>
                  </a:lnTo>
                  <a:lnTo>
                    <a:pt x="2213089" y="3991242"/>
                  </a:lnTo>
                  <a:lnTo>
                    <a:pt x="2213215" y="3991242"/>
                  </a:lnTo>
                  <a:lnTo>
                    <a:pt x="2213342" y="3991242"/>
                  </a:lnTo>
                  <a:lnTo>
                    <a:pt x="2213468" y="3991242"/>
                  </a:lnTo>
                  <a:lnTo>
                    <a:pt x="2213594" y="3991242"/>
                  </a:lnTo>
                  <a:lnTo>
                    <a:pt x="2213720" y="3991242"/>
                  </a:lnTo>
                  <a:lnTo>
                    <a:pt x="2213846" y="3991242"/>
                  </a:lnTo>
                  <a:lnTo>
                    <a:pt x="2213972" y="3991242"/>
                  </a:lnTo>
                  <a:lnTo>
                    <a:pt x="2214098" y="3991242"/>
                  </a:lnTo>
                  <a:lnTo>
                    <a:pt x="2214224" y="3991242"/>
                  </a:lnTo>
                  <a:lnTo>
                    <a:pt x="2214350" y="3991242"/>
                  </a:lnTo>
                  <a:lnTo>
                    <a:pt x="2214476" y="3991242"/>
                  </a:lnTo>
                  <a:lnTo>
                    <a:pt x="2214602" y="3991242"/>
                  </a:lnTo>
                  <a:lnTo>
                    <a:pt x="2214728" y="3991242"/>
                  </a:lnTo>
                  <a:lnTo>
                    <a:pt x="2214855" y="3991242"/>
                  </a:lnTo>
                  <a:lnTo>
                    <a:pt x="2214981" y="3991242"/>
                  </a:lnTo>
                  <a:lnTo>
                    <a:pt x="2215107" y="3991242"/>
                  </a:lnTo>
                  <a:lnTo>
                    <a:pt x="2215233" y="3991242"/>
                  </a:lnTo>
                  <a:lnTo>
                    <a:pt x="2215359" y="3991242"/>
                  </a:lnTo>
                  <a:lnTo>
                    <a:pt x="2215485" y="3991242"/>
                  </a:lnTo>
                  <a:lnTo>
                    <a:pt x="2215611" y="3991242"/>
                  </a:lnTo>
                  <a:lnTo>
                    <a:pt x="2215737" y="3991242"/>
                  </a:lnTo>
                  <a:lnTo>
                    <a:pt x="2215863" y="3991242"/>
                  </a:lnTo>
                  <a:lnTo>
                    <a:pt x="2215989" y="3991242"/>
                  </a:lnTo>
                  <a:lnTo>
                    <a:pt x="2216115" y="3991242"/>
                  </a:lnTo>
                  <a:lnTo>
                    <a:pt x="2216242" y="3991242"/>
                  </a:lnTo>
                  <a:lnTo>
                    <a:pt x="2216368" y="3991242"/>
                  </a:lnTo>
                  <a:lnTo>
                    <a:pt x="2216494" y="3991242"/>
                  </a:lnTo>
                  <a:lnTo>
                    <a:pt x="2216620" y="3991242"/>
                  </a:lnTo>
                  <a:lnTo>
                    <a:pt x="2216746" y="3991242"/>
                  </a:lnTo>
                  <a:lnTo>
                    <a:pt x="2216872" y="3991242"/>
                  </a:lnTo>
                  <a:lnTo>
                    <a:pt x="2216998" y="3991242"/>
                  </a:lnTo>
                  <a:lnTo>
                    <a:pt x="2217124" y="3991242"/>
                  </a:lnTo>
                  <a:lnTo>
                    <a:pt x="2217250" y="3991242"/>
                  </a:lnTo>
                  <a:lnTo>
                    <a:pt x="2217376" y="3991242"/>
                  </a:lnTo>
                  <a:lnTo>
                    <a:pt x="2217502" y="3991242"/>
                  </a:lnTo>
                  <a:lnTo>
                    <a:pt x="2217629" y="3991242"/>
                  </a:lnTo>
                  <a:lnTo>
                    <a:pt x="2217755" y="3991242"/>
                  </a:lnTo>
                  <a:lnTo>
                    <a:pt x="2217881" y="3991242"/>
                  </a:lnTo>
                  <a:lnTo>
                    <a:pt x="2218007" y="3991242"/>
                  </a:lnTo>
                  <a:lnTo>
                    <a:pt x="2218133" y="3991242"/>
                  </a:lnTo>
                  <a:lnTo>
                    <a:pt x="2218259" y="3991242"/>
                  </a:lnTo>
                  <a:lnTo>
                    <a:pt x="2218385" y="3991242"/>
                  </a:lnTo>
                  <a:lnTo>
                    <a:pt x="2218511" y="3991242"/>
                  </a:lnTo>
                  <a:lnTo>
                    <a:pt x="2218637" y="3991242"/>
                  </a:lnTo>
                  <a:lnTo>
                    <a:pt x="2218637" y="3985963"/>
                  </a:lnTo>
                  <a:lnTo>
                    <a:pt x="2218763" y="3985963"/>
                  </a:lnTo>
                  <a:lnTo>
                    <a:pt x="2218889" y="3985963"/>
                  </a:lnTo>
                  <a:lnTo>
                    <a:pt x="2219015" y="3985963"/>
                  </a:lnTo>
                  <a:lnTo>
                    <a:pt x="2219142" y="3985963"/>
                  </a:lnTo>
                  <a:lnTo>
                    <a:pt x="2219268" y="3985963"/>
                  </a:lnTo>
                  <a:lnTo>
                    <a:pt x="2219394" y="3985963"/>
                  </a:lnTo>
                  <a:lnTo>
                    <a:pt x="2219520" y="3985963"/>
                  </a:lnTo>
                  <a:lnTo>
                    <a:pt x="2219646" y="3985963"/>
                  </a:lnTo>
                  <a:lnTo>
                    <a:pt x="2219772" y="3985963"/>
                  </a:lnTo>
                  <a:lnTo>
                    <a:pt x="2219898" y="3985963"/>
                  </a:lnTo>
                  <a:lnTo>
                    <a:pt x="2220024" y="3985963"/>
                  </a:lnTo>
                  <a:lnTo>
                    <a:pt x="2220150" y="3985963"/>
                  </a:lnTo>
                  <a:lnTo>
                    <a:pt x="2220276" y="3985963"/>
                  </a:lnTo>
                  <a:lnTo>
                    <a:pt x="2220402" y="3985963"/>
                  </a:lnTo>
                  <a:lnTo>
                    <a:pt x="2220529" y="3985963"/>
                  </a:lnTo>
                  <a:lnTo>
                    <a:pt x="2220655" y="3985963"/>
                  </a:lnTo>
                  <a:lnTo>
                    <a:pt x="2220781" y="3985963"/>
                  </a:lnTo>
                  <a:lnTo>
                    <a:pt x="2220907" y="3985963"/>
                  </a:lnTo>
                  <a:lnTo>
                    <a:pt x="2221033" y="3985963"/>
                  </a:lnTo>
                  <a:lnTo>
                    <a:pt x="2221159" y="3985963"/>
                  </a:lnTo>
                  <a:lnTo>
                    <a:pt x="2221285" y="3985963"/>
                  </a:lnTo>
                  <a:lnTo>
                    <a:pt x="2221411" y="3985963"/>
                  </a:lnTo>
                  <a:lnTo>
                    <a:pt x="2221537" y="3985963"/>
                  </a:lnTo>
                  <a:lnTo>
                    <a:pt x="2221663" y="3985963"/>
                  </a:lnTo>
                  <a:lnTo>
                    <a:pt x="2221789" y="3985963"/>
                  </a:lnTo>
                  <a:lnTo>
                    <a:pt x="2221915" y="3985963"/>
                  </a:lnTo>
                  <a:lnTo>
                    <a:pt x="2222042" y="3985963"/>
                  </a:lnTo>
                  <a:lnTo>
                    <a:pt x="2222042" y="3980683"/>
                  </a:lnTo>
                  <a:lnTo>
                    <a:pt x="2222168" y="3980683"/>
                  </a:lnTo>
                  <a:lnTo>
                    <a:pt x="2222294" y="3980683"/>
                  </a:lnTo>
                  <a:lnTo>
                    <a:pt x="2222420" y="3980683"/>
                  </a:lnTo>
                  <a:lnTo>
                    <a:pt x="2222546" y="3980683"/>
                  </a:lnTo>
                  <a:lnTo>
                    <a:pt x="2222672" y="3980683"/>
                  </a:lnTo>
                  <a:lnTo>
                    <a:pt x="2222798" y="3980683"/>
                  </a:lnTo>
                  <a:lnTo>
                    <a:pt x="2222924" y="3980683"/>
                  </a:lnTo>
                  <a:lnTo>
                    <a:pt x="2223050" y="3980683"/>
                  </a:lnTo>
                  <a:lnTo>
                    <a:pt x="2223176" y="3980683"/>
                  </a:lnTo>
                  <a:lnTo>
                    <a:pt x="2223302" y="3980683"/>
                  </a:lnTo>
                  <a:lnTo>
                    <a:pt x="2223429" y="3980683"/>
                  </a:lnTo>
                  <a:lnTo>
                    <a:pt x="2223555" y="3980683"/>
                  </a:lnTo>
                  <a:lnTo>
                    <a:pt x="2223681" y="3980683"/>
                  </a:lnTo>
                  <a:lnTo>
                    <a:pt x="2223807" y="3980683"/>
                  </a:lnTo>
                  <a:lnTo>
                    <a:pt x="2223933" y="3980683"/>
                  </a:lnTo>
                  <a:lnTo>
                    <a:pt x="2224059" y="3980683"/>
                  </a:lnTo>
                  <a:lnTo>
                    <a:pt x="2224185" y="3980683"/>
                  </a:lnTo>
                  <a:lnTo>
                    <a:pt x="2224311" y="3980683"/>
                  </a:lnTo>
                  <a:lnTo>
                    <a:pt x="2224437" y="3980683"/>
                  </a:lnTo>
                  <a:lnTo>
                    <a:pt x="2224563" y="3980683"/>
                  </a:lnTo>
                  <a:lnTo>
                    <a:pt x="2224689" y="3980683"/>
                  </a:lnTo>
                  <a:lnTo>
                    <a:pt x="2224816" y="3980683"/>
                  </a:lnTo>
                  <a:lnTo>
                    <a:pt x="2224942" y="3980683"/>
                  </a:lnTo>
                  <a:lnTo>
                    <a:pt x="2225068" y="3980683"/>
                  </a:lnTo>
                  <a:lnTo>
                    <a:pt x="2225194" y="3980683"/>
                  </a:lnTo>
                  <a:lnTo>
                    <a:pt x="2225320" y="3980683"/>
                  </a:lnTo>
                  <a:lnTo>
                    <a:pt x="2225446" y="3980683"/>
                  </a:lnTo>
                  <a:lnTo>
                    <a:pt x="2225572" y="3980683"/>
                  </a:lnTo>
                  <a:lnTo>
                    <a:pt x="2225698" y="3980683"/>
                  </a:lnTo>
                  <a:lnTo>
                    <a:pt x="2225824" y="3980683"/>
                  </a:lnTo>
                  <a:lnTo>
                    <a:pt x="2225950" y="3980683"/>
                  </a:lnTo>
                  <a:lnTo>
                    <a:pt x="2226076" y="3980683"/>
                  </a:lnTo>
                  <a:lnTo>
                    <a:pt x="2226202" y="3980683"/>
                  </a:lnTo>
                  <a:lnTo>
                    <a:pt x="2226329" y="3980683"/>
                  </a:lnTo>
                  <a:lnTo>
                    <a:pt x="2226455" y="3980683"/>
                  </a:lnTo>
                  <a:lnTo>
                    <a:pt x="2226581" y="3980683"/>
                  </a:lnTo>
                  <a:lnTo>
                    <a:pt x="2226707" y="3980683"/>
                  </a:lnTo>
                  <a:lnTo>
                    <a:pt x="2226833" y="3980683"/>
                  </a:lnTo>
                  <a:lnTo>
                    <a:pt x="2226959" y="3980683"/>
                  </a:lnTo>
                  <a:lnTo>
                    <a:pt x="2227085" y="3980683"/>
                  </a:lnTo>
                  <a:lnTo>
                    <a:pt x="2227211" y="3980683"/>
                  </a:lnTo>
                  <a:lnTo>
                    <a:pt x="2227337" y="3980683"/>
                  </a:lnTo>
                  <a:lnTo>
                    <a:pt x="2227463" y="3980683"/>
                  </a:lnTo>
                  <a:lnTo>
                    <a:pt x="2227589" y="3980683"/>
                  </a:lnTo>
                  <a:lnTo>
                    <a:pt x="2227716" y="3980683"/>
                  </a:lnTo>
                  <a:lnTo>
                    <a:pt x="2227842" y="3980683"/>
                  </a:lnTo>
                  <a:lnTo>
                    <a:pt x="2227968" y="3980683"/>
                  </a:lnTo>
                  <a:lnTo>
                    <a:pt x="2228094" y="3980683"/>
                  </a:lnTo>
                  <a:lnTo>
                    <a:pt x="2228220" y="3980683"/>
                  </a:lnTo>
                  <a:lnTo>
                    <a:pt x="2228346" y="3980683"/>
                  </a:lnTo>
                  <a:lnTo>
                    <a:pt x="2228472" y="3980683"/>
                  </a:lnTo>
                  <a:lnTo>
                    <a:pt x="2228598" y="3980683"/>
                  </a:lnTo>
                  <a:lnTo>
                    <a:pt x="2228724" y="3980683"/>
                  </a:lnTo>
                  <a:lnTo>
                    <a:pt x="2228850" y="3980683"/>
                  </a:lnTo>
                  <a:lnTo>
                    <a:pt x="2228976" y="3980683"/>
                  </a:lnTo>
                  <a:lnTo>
                    <a:pt x="2229102" y="3980683"/>
                  </a:lnTo>
                  <a:lnTo>
                    <a:pt x="2229229" y="3980683"/>
                  </a:lnTo>
                  <a:lnTo>
                    <a:pt x="2229355" y="3980683"/>
                  </a:lnTo>
                  <a:lnTo>
                    <a:pt x="2229481" y="3980683"/>
                  </a:lnTo>
                  <a:lnTo>
                    <a:pt x="2229481" y="3975404"/>
                  </a:lnTo>
                  <a:lnTo>
                    <a:pt x="2229607" y="3975404"/>
                  </a:lnTo>
                  <a:lnTo>
                    <a:pt x="2229733" y="3975404"/>
                  </a:lnTo>
                  <a:lnTo>
                    <a:pt x="2229859" y="3975404"/>
                  </a:lnTo>
                  <a:lnTo>
                    <a:pt x="2229985" y="3975404"/>
                  </a:lnTo>
                  <a:lnTo>
                    <a:pt x="2230111" y="3975404"/>
                  </a:lnTo>
                  <a:lnTo>
                    <a:pt x="2230237" y="3975404"/>
                  </a:lnTo>
                  <a:lnTo>
                    <a:pt x="2230363" y="3975404"/>
                  </a:lnTo>
                  <a:lnTo>
                    <a:pt x="2230489" y="3975404"/>
                  </a:lnTo>
                  <a:lnTo>
                    <a:pt x="2230616" y="3975404"/>
                  </a:lnTo>
                  <a:lnTo>
                    <a:pt x="2230742" y="3975404"/>
                  </a:lnTo>
                  <a:lnTo>
                    <a:pt x="2230868" y="3975404"/>
                  </a:lnTo>
                  <a:lnTo>
                    <a:pt x="2230994" y="3975404"/>
                  </a:lnTo>
                  <a:lnTo>
                    <a:pt x="2231120" y="3975404"/>
                  </a:lnTo>
                  <a:lnTo>
                    <a:pt x="2231246" y="3975404"/>
                  </a:lnTo>
                  <a:lnTo>
                    <a:pt x="2231372" y="3975404"/>
                  </a:lnTo>
                  <a:lnTo>
                    <a:pt x="2231498" y="3975404"/>
                  </a:lnTo>
                  <a:lnTo>
                    <a:pt x="2231624" y="3975404"/>
                  </a:lnTo>
                  <a:lnTo>
                    <a:pt x="2231750" y="3975404"/>
                  </a:lnTo>
                  <a:lnTo>
                    <a:pt x="2231876" y="3975404"/>
                  </a:lnTo>
                  <a:lnTo>
                    <a:pt x="2232003" y="3975404"/>
                  </a:lnTo>
                  <a:lnTo>
                    <a:pt x="2232129" y="3975404"/>
                  </a:lnTo>
                  <a:lnTo>
                    <a:pt x="2232255" y="3975404"/>
                  </a:lnTo>
                  <a:lnTo>
                    <a:pt x="2232381" y="3975404"/>
                  </a:lnTo>
                  <a:lnTo>
                    <a:pt x="2232507" y="3975404"/>
                  </a:lnTo>
                  <a:lnTo>
                    <a:pt x="2232633" y="3975404"/>
                  </a:lnTo>
                  <a:lnTo>
                    <a:pt x="2232759" y="3975404"/>
                  </a:lnTo>
                  <a:lnTo>
                    <a:pt x="2232885" y="3975404"/>
                  </a:lnTo>
                  <a:lnTo>
                    <a:pt x="2233011" y="3975404"/>
                  </a:lnTo>
                  <a:lnTo>
                    <a:pt x="2233137" y="3975404"/>
                  </a:lnTo>
                  <a:lnTo>
                    <a:pt x="2233263" y="3975404"/>
                  </a:lnTo>
                  <a:lnTo>
                    <a:pt x="2233389" y="3975404"/>
                  </a:lnTo>
                  <a:lnTo>
                    <a:pt x="2233516" y="3975404"/>
                  </a:lnTo>
                  <a:lnTo>
                    <a:pt x="2233642" y="3975404"/>
                  </a:lnTo>
                  <a:lnTo>
                    <a:pt x="2233768" y="3975404"/>
                  </a:lnTo>
                  <a:lnTo>
                    <a:pt x="2233894" y="3975404"/>
                  </a:lnTo>
                  <a:lnTo>
                    <a:pt x="2234020" y="3975404"/>
                  </a:lnTo>
                  <a:lnTo>
                    <a:pt x="2234146" y="3975404"/>
                  </a:lnTo>
                  <a:lnTo>
                    <a:pt x="2234272" y="3975404"/>
                  </a:lnTo>
                  <a:lnTo>
                    <a:pt x="2234398" y="3975404"/>
                  </a:lnTo>
                  <a:lnTo>
                    <a:pt x="2234524" y="3975404"/>
                  </a:lnTo>
                  <a:lnTo>
                    <a:pt x="2234524" y="3970124"/>
                  </a:lnTo>
                  <a:lnTo>
                    <a:pt x="2234650" y="3970124"/>
                  </a:lnTo>
                  <a:lnTo>
                    <a:pt x="2234776" y="3970124"/>
                  </a:lnTo>
                  <a:lnTo>
                    <a:pt x="2234903" y="3970124"/>
                  </a:lnTo>
                  <a:lnTo>
                    <a:pt x="2235029" y="3970124"/>
                  </a:lnTo>
                  <a:lnTo>
                    <a:pt x="2235155" y="3970124"/>
                  </a:lnTo>
                  <a:lnTo>
                    <a:pt x="2235281" y="3970124"/>
                  </a:lnTo>
                  <a:lnTo>
                    <a:pt x="2235407" y="3970124"/>
                  </a:lnTo>
                  <a:lnTo>
                    <a:pt x="2235533" y="3970124"/>
                  </a:lnTo>
                  <a:lnTo>
                    <a:pt x="2235659" y="3970124"/>
                  </a:lnTo>
                  <a:lnTo>
                    <a:pt x="2235785" y="3970124"/>
                  </a:lnTo>
                  <a:lnTo>
                    <a:pt x="2235911" y="3970124"/>
                  </a:lnTo>
                  <a:lnTo>
                    <a:pt x="2236037" y="3970124"/>
                  </a:lnTo>
                  <a:lnTo>
                    <a:pt x="2236163" y="3970124"/>
                  </a:lnTo>
                  <a:lnTo>
                    <a:pt x="2236289" y="3970124"/>
                  </a:lnTo>
                  <a:lnTo>
                    <a:pt x="2236416" y="3970124"/>
                  </a:lnTo>
                  <a:lnTo>
                    <a:pt x="2236542" y="3970124"/>
                  </a:lnTo>
                  <a:lnTo>
                    <a:pt x="2236668" y="3970124"/>
                  </a:lnTo>
                  <a:lnTo>
                    <a:pt x="2236794" y="3970124"/>
                  </a:lnTo>
                  <a:lnTo>
                    <a:pt x="2236920" y="3970124"/>
                  </a:lnTo>
                  <a:lnTo>
                    <a:pt x="2237046" y="3970124"/>
                  </a:lnTo>
                  <a:lnTo>
                    <a:pt x="2237172" y="3970124"/>
                  </a:lnTo>
                  <a:lnTo>
                    <a:pt x="2237298" y="3970124"/>
                  </a:lnTo>
                  <a:lnTo>
                    <a:pt x="2237424" y="3970124"/>
                  </a:lnTo>
                  <a:lnTo>
                    <a:pt x="2237550" y="3970124"/>
                  </a:lnTo>
                  <a:lnTo>
                    <a:pt x="2237676" y="3970124"/>
                  </a:lnTo>
                  <a:lnTo>
                    <a:pt x="2237803" y="3970124"/>
                  </a:lnTo>
                  <a:lnTo>
                    <a:pt x="2237929" y="3970124"/>
                  </a:lnTo>
                  <a:lnTo>
                    <a:pt x="2238055" y="3970124"/>
                  </a:lnTo>
                  <a:lnTo>
                    <a:pt x="2238181" y="3970124"/>
                  </a:lnTo>
                  <a:lnTo>
                    <a:pt x="2238307" y="3970124"/>
                  </a:lnTo>
                  <a:lnTo>
                    <a:pt x="2238433" y="3970124"/>
                  </a:lnTo>
                  <a:lnTo>
                    <a:pt x="2238559" y="3970124"/>
                  </a:lnTo>
                  <a:lnTo>
                    <a:pt x="2238559" y="3964845"/>
                  </a:lnTo>
                  <a:lnTo>
                    <a:pt x="2238685" y="3964845"/>
                  </a:lnTo>
                  <a:lnTo>
                    <a:pt x="2238811" y="3964845"/>
                  </a:lnTo>
                  <a:lnTo>
                    <a:pt x="2238937" y="3964845"/>
                  </a:lnTo>
                  <a:lnTo>
                    <a:pt x="2239063" y="3964845"/>
                  </a:lnTo>
                  <a:lnTo>
                    <a:pt x="2239189" y="3964845"/>
                  </a:lnTo>
                  <a:lnTo>
                    <a:pt x="2239316" y="3964845"/>
                  </a:lnTo>
                  <a:lnTo>
                    <a:pt x="2239442" y="3964845"/>
                  </a:lnTo>
                  <a:lnTo>
                    <a:pt x="2239568" y="3964845"/>
                  </a:lnTo>
                  <a:lnTo>
                    <a:pt x="2239694" y="3964845"/>
                  </a:lnTo>
                  <a:lnTo>
                    <a:pt x="2239820" y="3964845"/>
                  </a:lnTo>
                  <a:lnTo>
                    <a:pt x="2239946" y="3964845"/>
                  </a:lnTo>
                  <a:lnTo>
                    <a:pt x="2240072" y="3964845"/>
                  </a:lnTo>
                  <a:lnTo>
                    <a:pt x="2240198" y="3964845"/>
                  </a:lnTo>
                  <a:lnTo>
                    <a:pt x="2240324" y="3964845"/>
                  </a:lnTo>
                  <a:lnTo>
                    <a:pt x="2240450" y="3964845"/>
                  </a:lnTo>
                  <a:lnTo>
                    <a:pt x="2240576" y="3964845"/>
                  </a:lnTo>
                  <a:lnTo>
                    <a:pt x="2240703" y="3964845"/>
                  </a:lnTo>
                  <a:lnTo>
                    <a:pt x="2240829" y="3964845"/>
                  </a:lnTo>
                  <a:lnTo>
                    <a:pt x="2240955" y="3964845"/>
                  </a:lnTo>
                  <a:lnTo>
                    <a:pt x="2241081" y="3964845"/>
                  </a:lnTo>
                  <a:lnTo>
                    <a:pt x="2241207" y="3964845"/>
                  </a:lnTo>
                  <a:lnTo>
                    <a:pt x="2241333" y="3964845"/>
                  </a:lnTo>
                  <a:lnTo>
                    <a:pt x="2241459" y="3964845"/>
                  </a:lnTo>
                  <a:lnTo>
                    <a:pt x="2241585" y="3964845"/>
                  </a:lnTo>
                  <a:lnTo>
                    <a:pt x="2241711" y="3964845"/>
                  </a:lnTo>
                  <a:lnTo>
                    <a:pt x="2241837" y="3964845"/>
                  </a:lnTo>
                  <a:lnTo>
                    <a:pt x="2241963" y="3964845"/>
                  </a:lnTo>
                  <a:lnTo>
                    <a:pt x="2242090" y="3964845"/>
                  </a:lnTo>
                  <a:lnTo>
                    <a:pt x="2242216" y="3964845"/>
                  </a:lnTo>
                  <a:lnTo>
                    <a:pt x="2242342" y="3964845"/>
                  </a:lnTo>
                  <a:lnTo>
                    <a:pt x="2242468" y="3964845"/>
                  </a:lnTo>
                  <a:lnTo>
                    <a:pt x="2242594" y="3964845"/>
                  </a:lnTo>
                  <a:lnTo>
                    <a:pt x="2242720" y="3964845"/>
                  </a:lnTo>
                  <a:lnTo>
                    <a:pt x="2242846" y="3964845"/>
                  </a:lnTo>
                  <a:lnTo>
                    <a:pt x="2242972" y="3964845"/>
                  </a:lnTo>
                  <a:lnTo>
                    <a:pt x="2243098" y="3964845"/>
                  </a:lnTo>
                  <a:lnTo>
                    <a:pt x="2243224" y="3964845"/>
                  </a:lnTo>
                  <a:lnTo>
                    <a:pt x="2243350" y="3964845"/>
                  </a:lnTo>
                  <a:lnTo>
                    <a:pt x="2243476" y="3964845"/>
                  </a:lnTo>
                  <a:lnTo>
                    <a:pt x="2243603" y="3964845"/>
                  </a:lnTo>
                  <a:lnTo>
                    <a:pt x="2243729" y="3964845"/>
                  </a:lnTo>
                  <a:lnTo>
                    <a:pt x="2243855" y="3964845"/>
                  </a:lnTo>
                  <a:lnTo>
                    <a:pt x="2243981" y="3964845"/>
                  </a:lnTo>
                  <a:lnTo>
                    <a:pt x="2244107" y="3964845"/>
                  </a:lnTo>
                  <a:lnTo>
                    <a:pt x="2244233" y="3964845"/>
                  </a:lnTo>
                  <a:lnTo>
                    <a:pt x="2244359" y="3964845"/>
                  </a:lnTo>
                  <a:lnTo>
                    <a:pt x="2244485" y="3964845"/>
                  </a:lnTo>
                  <a:lnTo>
                    <a:pt x="2244611" y="3964845"/>
                  </a:lnTo>
                  <a:lnTo>
                    <a:pt x="2244737" y="3964845"/>
                  </a:lnTo>
                  <a:lnTo>
                    <a:pt x="2244863" y="3964845"/>
                  </a:lnTo>
                  <a:lnTo>
                    <a:pt x="2244990" y="3964845"/>
                  </a:lnTo>
                  <a:lnTo>
                    <a:pt x="2245116" y="3964845"/>
                  </a:lnTo>
                  <a:lnTo>
                    <a:pt x="2245242" y="3964845"/>
                  </a:lnTo>
                  <a:lnTo>
                    <a:pt x="2245368" y="3964845"/>
                  </a:lnTo>
                  <a:lnTo>
                    <a:pt x="2245494" y="3964845"/>
                  </a:lnTo>
                  <a:lnTo>
                    <a:pt x="2245620" y="3964845"/>
                  </a:lnTo>
                  <a:lnTo>
                    <a:pt x="2245746" y="3964845"/>
                  </a:lnTo>
                  <a:lnTo>
                    <a:pt x="2245872" y="3964845"/>
                  </a:lnTo>
                  <a:lnTo>
                    <a:pt x="2245998" y="3964845"/>
                  </a:lnTo>
                  <a:lnTo>
                    <a:pt x="2246124" y="3964845"/>
                  </a:lnTo>
                  <a:lnTo>
                    <a:pt x="2246250" y="3964845"/>
                  </a:lnTo>
                  <a:lnTo>
                    <a:pt x="2246376" y="3964845"/>
                  </a:lnTo>
                  <a:lnTo>
                    <a:pt x="2246503" y="3964845"/>
                  </a:lnTo>
                  <a:lnTo>
                    <a:pt x="2246629" y="3964845"/>
                  </a:lnTo>
                  <a:lnTo>
                    <a:pt x="2246755" y="3964845"/>
                  </a:lnTo>
                  <a:lnTo>
                    <a:pt x="2246881" y="3964845"/>
                  </a:lnTo>
                  <a:lnTo>
                    <a:pt x="2247007" y="3964845"/>
                  </a:lnTo>
                  <a:lnTo>
                    <a:pt x="2247133" y="3964845"/>
                  </a:lnTo>
                  <a:lnTo>
                    <a:pt x="2247259" y="3964845"/>
                  </a:lnTo>
                  <a:lnTo>
                    <a:pt x="2247385" y="3964845"/>
                  </a:lnTo>
                  <a:lnTo>
                    <a:pt x="2247511" y="3964845"/>
                  </a:lnTo>
                  <a:lnTo>
                    <a:pt x="2247637" y="3964845"/>
                  </a:lnTo>
                  <a:lnTo>
                    <a:pt x="2247763" y="3964845"/>
                  </a:lnTo>
                  <a:lnTo>
                    <a:pt x="2247890" y="3964845"/>
                  </a:lnTo>
                  <a:lnTo>
                    <a:pt x="2248016" y="3964845"/>
                  </a:lnTo>
                  <a:lnTo>
                    <a:pt x="2248142" y="3964845"/>
                  </a:lnTo>
                  <a:lnTo>
                    <a:pt x="2248268" y="3964845"/>
                  </a:lnTo>
                  <a:lnTo>
                    <a:pt x="2248394" y="3964845"/>
                  </a:lnTo>
                  <a:lnTo>
                    <a:pt x="2248520" y="3964845"/>
                  </a:lnTo>
                  <a:lnTo>
                    <a:pt x="2248646" y="3964845"/>
                  </a:lnTo>
                  <a:lnTo>
                    <a:pt x="2248772" y="3964845"/>
                  </a:lnTo>
                  <a:lnTo>
                    <a:pt x="2248898" y="3964845"/>
                  </a:lnTo>
                  <a:lnTo>
                    <a:pt x="2249024" y="3964845"/>
                  </a:lnTo>
                  <a:lnTo>
                    <a:pt x="2249150" y="3964845"/>
                  </a:lnTo>
                  <a:lnTo>
                    <a:pt x="2249277" y="3964845"/>
                  </a:lnTo>
                  <a:lnTo>
                    <a:pt x="2249403" y="3964845"/>
                  </a:lnTo>
                  <a:lnTo>
                    <a:pt x="2249529" y="3964845"/>
                  </a:lnTo>
                  <a:lnTo>
                    <a:pt x="2249655" y="3964845"/>
                  </a:lnTo>
                  <a:lnTo>
                    <a:pt x="2249781" y="3964845"/>
                  </a:lnTo>
                  <a:lnTo>
                    <a:pt x="2249907" y="3964845"/>
                  </a:lnTo>
                  <a:lnTo>
                    <a:pt x="2250033" y="3964845"/>
                  </a:lnTo>
                  <a:lnTo>
                    <a:pt x="2250159" y="3964845"/>
                  </a:lnTo>
                  <a:lnTo>
                    <a:pt x="2250285" y="3964845"/>
                  </a:lnTo>
                  <a:lnTo>
                    <a:pt x="2250411" y="3964845"/>
                  </a:lnTo>
                  <a:lnTo>
                    <a:pt x="2250537" y="3964845"/>
                  </a:lnTo>
                  <a:lnTo>
                    <a:pt x="2250663" y="3964845"/>
                  </a:lnTo>
                  <a:lnTo>
                    <a:pt x="2250790" y="3964845"/>
                  </a:lnTo>
                  <a:lnTo>
                    <a:pt x="2250916" y="3964845"/>
                  </a:lnTo>
                  <a:lnTo>
                    <a:pt x="2250916" y="3959565"/>
                  </a:lnTo>
                  <a:lnTo>
                    <a:pt x="2251042" y="3959565"/>
                  </a:lnTo>
                  <a:lnTo>
                    <a:pt x="2251168" y="3959565"/>
                  </a:lnTo>
                  <a:lnTo>
                    <a:pt x="2251294" y="3959565"/>
                  </a:lnTo>
                  <a:lnTo>
                    <a:pt x="2251420" y="3959565"/>
                  </a:lnTo>
                  <a:lnTo>
                    <a:pt x="2251546" y="3959565"/>
                  </a:lnTo>
                  <a:lnTo>
                    <a:pt x="2251672" y="3959565"/>
                  </a:lnTo>
                  <a:lnTo>
                    <a:pt x="2251798" y="3959565"/>
                  </a:lnTo>
                  <a:lnTo>
                    <a:pt x="2251924" y="3959565"/>
                  </a:lnTo>
                  <a:lnTo>
                    <a:pt x="2252050" y="3959565"/>
                  </a:lnTo>
                  <a:lnTo>
                    <a:pt x="2252177" y="3959565"/>
                  </a:lnTo>
                  <a:lnTo>
                    <a:pt x="2252303" y="3959565"/>
                  </a:lnTo>
                  <a:lnTo>
                    <a:pt x="2252429" y="3959565"/>
                  </a:lnTo>
                  <a:lnTo>
                    <a:pt x="2252555" y="3959565"/>
                  </a:lnTo>
                  <a:lnTo>
                    <a:pt x="2252681" y="3959565"/>
                  </a:lnTo>
                  <a:lnTo>
                    <a:pt x="2252807" y="3959565"/>
                  </a:lnTo>
                  <a:lnTo>
                    <a:pt x="2252933" y="3959565"/>
                  </a:lnTo>
                  <a:lnTo>
                    <a:pt x="2253059" y="3959565"/>
                  </a:lnTo>
                  <a:lnTo>
                    <a:pt x="2253185" y="3959565"/>
                  </a:lnTo>
                  <a:lnTo>
                    <a:pt x="2253311" y="3959565"/>
                  </a:lnTo>
                  <a:lnTo>
                    <a:pt x="2253437" y="3959565"/>
                  </a:lnTo>
                  <a:lnTo>
                    <a:pt x="2253563" y="3959565"/>
                  </a:lnTo>
                  <a:lnTo>
                    <a:pt x="2253690" y="3959565"/>
                  </a:lnTo>
                  <a:lnTo>
                    <a:pt x="2253816" y="3959565"/>
                  </a:lnTo>
                  <a:lnTo>
                    <a:pt x="2253942" y="3959565"/>
                  </a:lnTo>
                  <a:lnTo>
                    <a:pt x="2254068" y="3959565"/>
                  </a:lnTo>
                  <a:lnTo>
                    <a:pt x="2254194" y="3959565"/>
                  </a:lnTo>
                  <a:lnTo>
                    <a:pt x="2254320" y="3959565"/>
                  </a:lnTo>
                  <a:lnTo>
                    <a:pt x="2254446" y="3959565"/>
                  </a:lnTo>
                  <a:lnTo>
                    <a:pt x="2254572" y="3959565"/>
                  </a:lnTo>
                  <a:lnTo>
                    <a:pt x="2254698" y="3959565"/>
                  </a:lnTo>
                  <a:lnTo>
                    <a:pt x="2254824" y="3959565"/>
                  </a:lnTo>
                  <a:lnTo>
                    <a:pt x="2254950" y="3959565"/>
                  </a:lnTo>
                  <a:lnTo>
                    <a:pt x="2255077" y="3959565"/>
                  </a:lnTo>
                  <a:lnTo>
                    <a:pt x="2255203" y="3959565"/>
                  </a:lnTo>
                  <a:lnTo>
                    <a:pt x="2255329" y="3959565"/>
                  </a:lnTo>
                  <a:lnTo>
                    <a:pt x="2255455" y="3959565"/>
                  </a:lnTo>
                  <a:lnTo>
                    <a:pt x="2255581" y="3959565"/>
                  </a:lnTo>
                  <a:lnTo>
                    <a:pt x="2255707" y="3959565"/>
                  </a:lnTo>
                  <a:lnTo>
                    <a:pt x="2255833" y="3959565"/>
                  </a:lnTo>
                  <a:lnTo>
                    <a:pt x="2255833" y="3954286"/>
                  </a:lnTo>
                  <a:lnTo>
                    <a:pt x="2255959" y="3954286"/>
                  </a:lnTo>
                  <a:lnTo>
                    <a:pt x="2256085" y="3954286"/>
                  </a:lnTo>
                  <a:lnTo>
                    <a:pt x="2256211" y="3954286"/>
                  </a:lnTo>
                  <a:lnTo>
                    <a:pt x="2256337" y="3954286"/>
                  </a:lnTo>
                  <a:lnTo>
                    <a:pt x="2256463" y="3954286"/>
                  </a:lnTo>
                  <a:lnTo>
                    <a:pt x="2256590" y="3954286"/>
                  </a:lnTo>
                  <a:lnTo>
                    <a:pt x="2256716" y="3954286"/>
                  </a:lnTo>
                  <a:lnTo>
                    <a:pt x="2256842" y="3954286"/>
                  </a:lnTo>
                  <a:lnTo>
                    <a:pt x="2256968" y="3954286"/>
                  </a:lnTo>
                  <a:lnTo>
                    <a:pt x="2257094" y="3954286"/>
                  </a:lnTo>
                  <a:lnTo>
                    <a:pt x="2257094" y="3949007"/>
                  </a:lnTo>
                  <a:lnTo>
                    <a:pt x="2257220" y="3949007"/>
                  </a:lnTo>
                  <a:lnTo>
                    <a:pt x="2257346" y="3949007"/>
                  </a:lnTo>
                  <a:lnTo>
                    <a:pt x="2257472" y="3949007"/>
                  </a:lnTo>
                  <a:lnTo>
                    <a:pt x="2257598" y="3949007"/>
                  </a:lnTo>
                  <a:lnTo>
                    <a:pt x="2257724" y="3949007"/>
                  </a:lnTo>
                  <a:lnTo>
                    <a:pt x="2257850" y="3949007"/>
                  </a:lnTo>
                  <a:lnTo>
                    <a:pt x="2257977" y="3949007"/>
                  </a:lnTo>
                  <a:lnTo>
                    <a:pt x="2258103" y="3949007"/>
                  </a:lnTo>
                  <a:lnTo>
                    <a:pt x="2258229" y="3949007"/>
                  </a:lnTo>
                  <a:lnTo>
                    <a:pt x="2258355" y="3949007"/>
                  </a:lnTo>
                  <a:lnTo>
                    <a:pt x="2258481" y="3949007"/>
                  </a:lnTo>
                  <a:lnTo>
                    <a:pt x="2258607" y="3949007"/>
                  </a:lnTo>
                  <a:lnTo>
                    <a:pt x="2258733" y="3949007"/>
                  </a:lnTo>
                  <a:lnTo>
                    <a:pt x="2258859" y="3949007"/>
                  </a:lnTo>
                  <a:lnTo>
                    <a:pt x="2258985" y="3949007"/>
                  </a:lnTo>
                  <a:lnTo>
                    <a:pt x="2259111" y="3949007"/>
                  </a:lnTo>
                  <a:lnTo>
                    <a:pt x="2259237" y="3949007"/>
                  </a:lnTo>
                  <a:lnTo>
                    <a:pt x="2259364" y="3949007"/>
                  </a:lnTo>
                  <a:lnTo>
                    <a:pt x="2259490" y="3949007"/>
                  </a:lnTo>
                  <a:lnTo>
                    <a:pt x="2259616" y="3949007"/>
                  </a:lnTo>
                  <a:lnTo>
                    <a:pt x="2259742" y="3949007"/>
                  </a:lnTo>
                  <a:lnTo>
                    <a:pt x="2259868" y="3949007"/>
                  </a:lnTo>
                  <a:lnTo>
                    <a:pt x="2259994" y="3949007"/>
                  </a:lnTo>
                  <a:lnTo>
                    <a:pt x="2260120" y="3949007"/>
                  </a:lnTo>
                  <a:lnTo>
                    <a:pt x="2260246" y="3949007"/>
                  </a:lnTo>
                  <a:lnTo>
                    <a:pt x="2260372" y="3949007"/>
                  </a:lnTo>
                  <a:lnTo>
                    <a:pt x="2260372" y="3943727"/>
                  </a:lnTo>
                  <a:lnTo>
                    <a:pt x="2260498" y="3943727"/>
                  </a:lnTo>
                  <a:lnTo>
                    <a:pt x="2260624" y="3943727"/>
                  </a:lnTo>
                  <a:lnTo>
                    <a:pt x="2260750" y="3943727"/>
                  </a:lnTo>
                  <a:lnTo>
                    <a:pt x="2260877" y="3943727"/>
                  </a:lnTo>
                  <a:lnTo>
                    <a:pt x="2261003" y="3943727"/>
                  </a:lnTo>
                  <a:lnTo>
                    <a:pt x="2261129" y="3943727"/>
                  </a:lnTo>
                  <a:lnTo>
                    <a:pt x="2261255" y="3943727"/>
                  </a:lnTo>
                  <a:lnTo>
                    <a:pt x="2261381" y="3943727"/>
                  </a:lnTo>
                  <a:lnTo>
                    <a:pt x="2261507" y="3943727"/>
                  </a:lnTo>
                  <a:lnTo>
                    <a:pt x="2261633" y="3943727"/>
                  </a:lnTo>
                  <a:lnTo>
                    <a:pt x="2261759" y="3943727"/>
                  </a:lnTo>
                  <a:lnTo>
                    <a:pt x="2261885" y="3943727"/>
                  </a:lnTo>
                  <a:lnTo>
                    <a:pt x="2262011" y="3943727"/>
                  </a:lnTo>
                  <a:lnTo>
                    <a:pt x="2262137" y="3943727"/>
                  </a:lnTo>
                  <a:lnTo>
                    <a:pt x="2262264" y="3943727"/>
                  </a:lnTo>
                  <a:lnTo>
                    <a:pt x="2262390" y="3943727"/>
                  </a:lnTo>
                  <a:lnTo>
                    <a:pt x="2262516" y="3943727"/>
                  </a:lnTo>
                  <a:lnTo>
                    <a:pt x="2262642" y="3943727"/>
                  </a:lnTo>
                  <a:lnTo>
                    <a:pt x="2262768" y="3943727"/>
                  </a:lnTo>
                  <a:lnTo>
                    <a:pt x="2262768" y="3938448"/>
                  </a:lnTo>
                  <a:lnTo>
                    <a:pt x="2262894" y="3938448"/>
                  </a:lnTo>
                  <a:lnTo>
                    <a:pt x="2263020" y="3938448"/>
                  </a:lnTo>
                  <a:lnTo>
                    <a:pt x="2263146" y="3938448"/>
                  </a:lnTo>
                  <a:lnTo>
                    <a:pt x="2263272" y="3938448"/>
                  </a:lnTo>
                  <a:lnTo>
                    <a:pt x="2263398" y="3938448"/>
                  </a:lnTo>
                  <a:lnTo>
                    <a:pt x="2263524" y="3938448"/>
                  </a:lnTo>
                  <a:lnTo>
                    <a:pt x="2263650" y="3938448"/>
                  </a:lnTo>
                  <a:lnTo>
                    <a:pt x="2263777" y="3938448"/>
                  </a:lnTo>
                  <a:lnTo>
                    <a:pt x="2263903" y="3938448"/>
                  </a:lnTo>
                  <a:lnTo>
                    <a:pt x="2264029" y="3938448"/>
                  </a:lnTo>
                  <a:lnTo>
                    <a:pt x="2264155" y="3938448"/>
                  </a:lnTo>
                  <a:lnTo>
                    <a:pt x="2264281" y="3938448"/>
                  </a:lnTo>
                  <a:lnTo>
                    <a:pt x="2264407" y="3938448"/>
                  </a:lnTo>
                  <a:lnTo>
                    <a:pt x="2264533" y="3938448"/>
                  </a:lnTo>
                  <a:lnTo>
                    <a:pt x="2264659" y="3938448"/>
                  </a:lnTo>
                  <a:lnTo>
                    <a:pt x="2264785" y="3938448"/>
                  </a:lnTo>
                  <a:lnTo>
                    <a:pt x="2264911" y="3938448"/>
                  </a:lnTo>
                  <a:lnTo>
                    <a:pt x="2265037" y="3938448"/>
                  </a:lnTo>
                  <a:lnTo>
                    <a:pt x="2265164" y="3938448"/>
                  </a:lnTo>
                  <a:lnTo>
                    <a:pt x="2265290" y="3938448"/>
                  </a:lnTo>
                  <a:lnTo>
                    <a:pt x="2265416" y="3938448"/>
                  </a:lnTo>
                  <a:lnTo>
                    <a:pt x="2265542" y="3938448"/>
                  </a:lnTo>
                  <a:lnTo>
                    <a:pt x="2265668" y="3938448"/>
                  </a:lnTo>
                  <a:lnTo>
                    <a:pt x="2265794" y="3938448"/>
                  </a:lnTo>
                  <a:lnTo>
                    <a:pt x="2265920" y="3938448"/>
                  </a:lnTo>
                  <a:lnTo>
                    <a:pt x="2266046" y="3938448"/>
                  </a:lnTo>
                  <a:lnTo>
                    <a:pt x="2266172" y="3938448"/>
                  </a:lnTo>
                  <a:lnTo>
                    <a:pt x="2266298" y="3938448"/>
                  </a:lnTo>
                  <a:lnTo>
                    <a:pt x="2266424" y="3938448"/>
                  </a:lnTo>
                  <a:lnTo>
                    <a:pt x="2266551" y="3938448"/>
                  </a:lnTo>
                  <a:lnTo>
                    <a:pt x="2266677" y="3938448"/>
                  </a:lnTo>
                  <a:lnTo>
                    <a:pt x="2266803" y="3938448"/>
                  </a:lnTo>
                  <a:lnTo>
                    <a:pt x="2266929" y="3938448"/>
                  </a:lnTo>
                  <a:lnTo>
                    <a:pt x="2267055" y="3938448"/>
                  </a:lnTo>
                  <a:lnTo>
                    <a:pt x="2267181" y="3938448"/>
                  </a:lnTo>
                  <a:lnTo>
                    <a:pt x="2267307" y="3938448"/>
                  </a:lnTo>
                  <a:lnTo>
                    <a:pt x="2267433" y="3938448"/>
                  </a:lnTo>
                  <a:lnTo>
                    <a:pt x="2267559" y="3938448"/>
                  </a:lnTo>
                  <a:lnTo>
                    <a:pt x="2267685" y="3938448"/>
                  </a:lnTo>
                  <a:lnTo>
                    <a:pt x="2267811" y="3938448"/>
                  </a:lnTo>
                  <a:lnTo>
                    <a:pt x="2267937" y="3938448"/>
                  </a:lnTo>
                  <a:lnTo>
                    <a:pt x="2268064" y="3938448"/>
                  </a:lnTo>
                  <a:lnTo>
                    <a:pt x="2268190" y="3938448"/>
                  </a:lnTo>
                  <a:lnTo>
                    <a:pt x="2268316" y="3938448"/>
                  </a:lnTo>
                  <a:lnTo>
                    <a:pt x="2268442" y="3938448"/>
                  </a:lnTo>
                  <a:lnTo>
                    <a:pt x="2268568" y="3938448"/>
                  </a:lnTo>
                  <a:lnTo>
                    <a:pt x="2268694" y="3938448"/>
                  </a:lnTo>
                  <a:lnTo>
                    <a:pt x="2268820" y="3938448"/>
                  </a:lnTo>
                  <a:lnTo>
                    <a:pt x="2268946" y="3938448"/>
                  </a:lnTo>
                  <a:lnTo>
                    <a:pt x="2269072" y="3938448"/>
                  </a:lnTo>
                  <a:lnTo>
                    <a:pt x="2269198" y="3938448"/>
                  </a:lnTo>
                  <a:lnTo>
                    <a:pt x="2269324" y="3938448"/>
                  </a:lnTo>
                  <a:lnTo>
                    <a:pt x="2269451" y="3938448"/>
                  </a:lnTo>
                  <a:lnTo>
                    <a:pt x="2269451" y="3933168"/>
                  </a:lnTo>
                  <a:lnTo>
                    <a:pt x="2269577" y="3933168"/>
                  </a:lnTo>
                  <a:lnTo>
                    <a:pt x="2269703" y="3933168"/>
                  </a:lnTo>
                  <a:lnTo>
                    <a:pt x="2269829" y="3933168"/>
                  </a:lnTo>
                  <a:lnTo>
                    <a:pt x="2269955" y="3933168"/>
                  </a:lnTo>
                  <a:lnTo>
                    <a:pt x="2270081" y="3933168"/>
                  </a:lnTo>
                  <a:lnTo>
                    <a:pt x="2270081" y="3927889"/>
                  </a:lnTo>
                  <a:lnTo>
                    <a:pt x="2270207" y="3927889"/>
                  </a:lnTo>
                  <a:lnTo>
                    <a:pt x="2270333" y="3927889"/>
                  </a:lnTo>
                  <a:lnTo>
                    <a:pt x="2270333" y="3922610"/>
                  </a:lnTo>
                  <a:lnTo>
                    <a:pt x="2270459" y="3922610"/>
                  </a:lnTo>
                  <a:lnTo>
                    <a:pt x="2270585" y="3922610"/>
                  </a:lnTo>
                  <a:lnTo>
                    <a:pt x="2270711" y="3922610"/>
                  </a:lnTo>
                  <a:lnTo>
                    <a:pt x="2270837" y="3922610"/>
                  </a:lnTo>
                  <a:lnTo>
                    <a:pt x="2270964" y="3922610"/>
                  </a:lnTo>
                  <a:lnTo>
                    <a:pt x="2271090" y="3922610"/>
                  </a:lnTo>
                  <a:lnTo>
                    <a:pt x="2271216" y="3922610"/>
                  </a:lnTo>
                  <a:lnTo>
                    <a:pt x="2271342" y="3922610"/>
                  </a:lnTo>
                  <a:lnTo>
                    <a:pt x="2271468" y="3922610"/>
                  </a:lnTo>
                  <a:lnTo>
                    <a:pt x="2271594" y="3922610"/>
                  </a:lnTo>
                  <a:lnTo>
                    <a:pt x="2271720" y="3922610"/>
                  </a:lnTo>
                  <a:lnTo>
                    <a:pt x="2271846" y="3922610"/>
                  </a:lnTo>
                  <a:lnTo>
                    <a:pt x="2271972" y="3922610"/>
                  </a:lnTo>
                  <a:lnTo>
                    <a:pt x="2272098" y="3922610"/>
                  </a:lnTo>
                  <a:lnTo>
                    <a:pt x="2272224" y="3922610"/>
                  </a:lnTo>
                  <a:lnTo>
                    <a:pt x="2272351" y="3922610"/>
                  </a:lnTo>
                  <a:lnTo>
                    <a:pt x="2272477" y="3922610"/>
                  </a:lnTo>
                  <a:lnTo>
                    <a:pt x="2272603" y="3922610"/>
                  </a:lnTo>
                  <a:lnTo>
                    <a:pt x="2272729" y="3922610"/>
                  </a:lnTo>
                  <a:lnTo>
                    <a:pt x="2272855" y="3922610"/>
                  </a:lnTo>
                  <a:lnTo>
                    <a:pt x="2272981" y="3922610"/>
                  </a:lnTo>
                  <a:lnTo>
                    <a:pt x="2273107" y="3922610"/>
                  </a:lnTo>
                  <a:lnTo>
                    <a:pt x="2273233" y="3922610"/>
                  </a:lnTo>
                  <a:lnTo>
                    <a:pt x="2273359" y="3922610"/>
                  </a:lnTo>
                  <a:lnTo>
                    <a:pt x="2273485" y="3922610"/>
                  </a:lnTo>
                  <a:lnTo>
                    <a:pt x="2273611" y="3922610"/>
                  </a:lnTo>
                  <a:lnTo>
                    <a:pt x="2273738" y="3922610"/>
                  </a:lnTo>
                  <a:lnTo>
                    <a:pt x="2273864" y="3922610"/>
                  </a:lnTo>
                  <a:lnTo>
                    <a:pt x="2273990" y="3922610"/>
                  </a:lnTo>
                  <a:lnTo>
                    <a:pt x="2274116" y="3922610"/>
                  </a:lnTo>
                  <a:lnTo>
                    <a:pt x="2274242" y="3922610"/>
                  </a:lnTo>
                  <a:lnTo>
                    <a:pt x="2274368" y="3922610"/>
                  </a:lnTo>
                  <a:lnTo>
                    <a:pt x="2274494" y="3922610"/>
                  </a:lnTo>
                  <a:lnTo>
                    <a:pt x="2274620" y="3922610"/>
                  </a:lnTo>
                  <a:lnTo>
                    <a:pt x="2274746" y="3922610"/>
                  </a:lnTo>
                  <a:lnTo>
                    <a:pt x="2274872" y="3922610"/>
                  </a:lnTo>
                  <a:lnTo>
                    <a:pt x="2274998" y="3922610"/>
                  </a:lnTo>
                  <a:lnTo>
                    <a:pt x="2275124" y="3922610"/>
                  </a:lnTo>
                  <a:lnTo>
                    <a:pt x="2275251" y="3922610"/>
                  </a:lnTo>
                  <a:lnTo>
                    <a:pt x="2275377" y="3922610"/>
                  </a:lnTo>
                  <a:lnTo>
                    <a:pt x="2275503" y="3922610"/>
                  </a:lnTo>
                  <a:lnTo>
                    <a:pt x="2275629" y="3922610"/>
                  </a:lnTo>
                  <a:lnTo>
                    <a:pt x="2275755" y="3922610"/>
                  </a:lnTo>
                  <a:lnTo>
                    <a:pt x="2275881" y="3922610"/>
                  </a:lnTo>
                  <a:lnTo>
                    <a:pt x="2276007" y="3922610"/>
                  </a:lnTo>
                  <a:lnTo>
                    <a:pt x="2276133" y="3922610"/>
                  </a:lnTo>
                  <a:lnTo>
                    <a:pt x="2276133" y="3917330"/>
                  </a:lnTo>
                  <a:lnTo>
                    <a:pt x="2276259" y="3917330"/>
                  </a:lnTo>
                  <a:lnTo>
                    <a:pt x="2276385" y="3917330"/>
                  </a:lnTo>
                  <a:lnTo>
                    <a:pt x="2276511" y="3917330"/>
                  </a:lnTo>
                  <a:lnTo>
                    <a:pt x="2276638" y="3917330"/>
                  </a:lnTo>
                  <a:lnTo>
                    <a:pt x="2276764" y="3917330"/>
                  </a:lnTo>
                  <a:lnTo>
                    <a:pt x="2276890" y="3917330"/>
                  </a:lnTo>
                  <a:lnTo>
                    <a:pt x="2277016" y="3917330"/>
                  </a:lnTo>
                  <a:lnTo>
                    <a:pt x="2277142" y="3917330"/>
                  </a:lnTo>
                  <a:lnTo>
                    <a:pt x="2277268" y="3917330"/>
                  </a:lnTo>
                  <a:lnTo>
                    <a:pt x="2277394" y="3917330"/>
                  </a:lnTo>
                  <a:lnTo>
                    <a:pt x="2277520" y="3917330"/>
                  </a:lnTo>
                  <a:lnTo>
                    <a:pt x="2277646" y="3917330"/>
                  </a:lnTo>
                  <a:lnTo>
                    <a:pt x="2277772" y="3917330"/>
                  </a:lnTo>
                  <a:lnTo>
                    <a:pt x="2277898" y="3917330"/>
                  </a:lnTo>
                  <a:lnTo>
                    <a:pt x="2278024" y="3917330"/>
                  </a:lnTo>
                  <a:lnTo>
                    <a:pt x="2278151" y="3917330"/>
                  </a:lnTo>
                  <a:lnTo>
                    <a:pt x="2278277" y="3917330"/>
                  </a:lnTo>
                  <a:lnTo>
                    <a:pt x="2278403" y="3917330"/>
                  </a:lnTo>
                  <a:lnTo>
                    <a:pt x="2278529" y="3917330"/>
                  </a:lnTo>
                  <a:lnTo>
                    <a:pt x="2278655" y="3917330"/>
                  </a:lnTo>
                  <a:lnTo>
                    <a:pt x="2278781" y="3917330"/>
                  </a:lnTo>
                  <a:lnTo>
                    <a:pt x="2278781" y="3912051"/>
                  </a:lnTo>
                  <a:lnTo>
                    <a:pt x="2278907" y="3912051"/>
                  </a:lnTo>
                  <a:lnTo>
                    <a:pt x="2279033" y="3912051"/>
                  </a:lnTo>
                  <a:lnTo>
                    <a:pt x="2279159" y="3912051"/>
                  </a:lnTo>
                  <a:lnTo>
                    <a:pt x="2279285" y="3912051"/>
                  </a:lnTo>
                  <a:lnTo>
                    <a:pt x="2279411" y="3912051"/>
                  </a:lnTo>
                  <a:lnTo>
                    <a:pt x="2279538" y="3912051"/>
                  </a:lnTo>
                  <a:lnTo>
                    <a:pt x="2279664" y="3912051"/>
                  </a:lnTo>
                  <a:lnTo>
                    <a:pt x="2279790" y="3912051"/>
                  </a:lnTo>
                  <a:lnTo>
                    <a:pt x="2279916" y="3912051"/>
                  </a:lnTo>
                  <a:lnTo>
                    <a:pt x="2280042" y="3912051"/>
                  </a:lnTo>
                  <a:lnTo>
                    <a:pt x="2280168" y="3912051"/>
                  </a:lnTo>
                  <a:lnTo>
                    <a:pt x="2280294" y="3912051"/>
                  </a:lnTo>
                  <a:lnTo>
                    <a:pt x="2280420" y="3912051"/>
                  </a:lnTo>
                  <a:lnTo>
                    <a:pt x="2280546" y="3912051"/>
                  </a:lnTo>
                  <a:lnTo>
                    <a:pt x="2280672" y="3912051"/>
                  </a:lnTo>
                  <a:lnTo>
                    <a:pt x="2280798" y="3912051"/>
                  </a:lnTo>
                  <a:lnTo>
                    <a:pt x="2280924" y="3912051"/>
                  </a:lnTo>
                  <a:lnTo>
                    <a:pt x="2281051" y="3912051"/>
                  </a:lnTo>
                  <a:lnTo>
                    <a:pt x="2281177" y="3912051"/>
                  </a:lnTo>
                  <a:lnTo>
                    <a:pt x="2281303" y="3912051"/>
                  </a:lnTo>
                  <a:lnTo>
                    <a:pt x="2281429" y="3912051"/>
                  </a:lnTo>
                  <a:lnTo>
                    <a:pt x="2281555" y="3912051"/>
                  </a:lnTo>
                  <a:lnTo>
                    <a:pt x="2281681" y="3912051"/>
                  </a:lnTo>
                  <a:lnTo>
                    <a:pt x="2281807" y="3912051"/>
                  </a:lnTo>
                  <a:lnTo>
                    <a:pt x="2281933" y="3912051"/>
                  </a:lnTo>
                  <a:lnTo>
                    <a:pt x="2282059" y="3912051"/>
                  </a:lnTo>
                  <a:lnTo>
                    <a:pt x="2282185" y="3912051"/>
                  </a:lnTo>
                  <a:lnTo>
                    <a:pt x="2282311" y="3912051"/>
                  </a:lnTo>
                  <a:lnTo>
                    <a:pt x="2282438" y="3912051"/>
                  </a:lnTo>
                  <a:lnTo>
                    <a:pt x="2282564" y="3912051"/>
                  </a:lnTo>
                  <a:lnTo>
                    <a:pt x="2282690" y="3912051"/>
                  </a:lnTo>
                  <a:lnTo>
                    <a:pt x="2282816" y="3912051"/>
                  </a:lnTo>
                  <a:lnTo>
                    <a:pt x="2282942" y="3912051"/>
                  </a:lnTo>
                  <a:lnTo>
                    <a:pt x="2283068" y="3912051"/>
                  </a:lnTo>
                  <a:lnTo>
                    <a:pt x="2283194" y="3912051"/>
                  </a:lnTo>
                  <a:lnTo>
                    <a:pt x="2283320" y="3912051"/>
                  </a:lnTo>
                  <a:lnTo>
                    <a:pt x="2283446" y="3912051"/>
                  </a:lnTo>
                  <a:lnTo>
                    <a:pt x="2283572" y="3912051"/>
                  </a:lnTo>
                  <a:lnTo>
                    <a:pt x="2283698" y="3912051"/>
                  </a:lnTo>
                  <a:lnTo>
                    <a:pt x="2283825" y="3912051"/>
                  </a:lnTo>
                  <a:lnTo>
                    <a:pt x="2283951" y="3912051"/>
                  </a:lnTo>
                  <a:lnTo>
                    <a:pt x="2284077" y="3912051"/>
                  </a:lnTo>
                  <a:lnTo>
                    <a:pt x="2284203" y="3912051"/>
                  </a:lnTo>
                  <a:lnTo>
                    <a:pt x="2284329" y="3912051"/>
                  </a:lnTo>
                  <a:lnTo>
                    <a:pt x="2284455" y="3912051"/>
                  </a:lnTo>
                  <a:lnTo>
                    <a:pt x="2284581" y="3912051"/>
                  </a:lnTo>
                  <a:lnTo>
                    <a:pt x="2284707" y="3912051"/>
                  </a:lnTo>
                  <a:lnTo>
                    <a:pt x="2284833" y="3912051"/>
                  </a:lnTo>
                  <a:lnTo>
                    <a:pt x="2284959" y="3912051"/>
                  </a:lnTo>
                  <a:lnTo>
                    <a:pt x="2285085" y="3912051"/>
                  </a:lnTo>
                  <a:lnTo>
                    <a:pt x="2285211" y="3912051"/>
                  </a:lnTo>
                  <a:lnTo>
                    <a:pt x="2285338" y="3912051"/>
                  </a:lnTo>
                  <a:lnTo>
                    <a:pt x="2285464" y="3912051"/>
                  </a:lnTo>
                  <a:lnTo>
                    <a:pt x="2285590" y="3912051"/>
                  </a:lnTo>
                  <a:lnTo>
                    <a:pt x="2285716" y="3912051"/>
                  </a:lnTo>
                  <a:lnTo>
                    <a:pt x="2285842" y="3912051"/>
                  </a:lnTo>
                  <a:lnTo>
                    <a:pt x="2285968" y="3912051"/>
                  </a:lnTo>
                  <a:lnTo>
                    <a:pt x="2286094" y="3912051"/>
                  </a:lnTo>
                  <a:lnTo>
                    <a:pt x="2286220" y="3912051"/>
                  </a:lnTo>
                  <a:lnTo>
                    <a:pt x="2286346" y="3912051"/>
                  </a:lnTo>
                  <a:lnTo>
                    <a:pt x="2286472" y="3912051"/>
                  </a:lnTo>
                  <a:lnTo>
                    <a:pt x="2286598" y="3912051"/>
                  </a:lnTo>
                  <a:lnTo>
                    <a:pt x="2286725" y="3912051"/>
                  </a:lnTo>
                  <a:lnTo>
                    <a:pt x="2286851" y="3912051"/>
                  </a:lnTo>
                  <a:lnTo>
                    <a:pt x="2286977" y="3912051"/>
                  </a:lnTo>
                  <a:lnTo>
                    <a:pt x="2287103" y="3912051"/>
                  </a:lnTo>
                  <a:lnTo>
                    <a:pt x="2287229" y="3912051"/>
                  </a:lnTo>
                  <a:lnTo>
                    <a:pt x="2287355" y="3912051"/>
                  </a:lnTo>
                  <a:lnTo>
                    <a:pt x="2287481" y="3912051"/>
                  </a:lnTo>
                  <a:lnTo>
                    <a:pt x="2287607" y="3912051"/>
                  </a:lnTo>
                  <a:lnTo>
                    <a:pt x="2287733" y="3912051"/>
                  </a:lnTo>
                  <a:lnTo>
                    <a:pt x="2287859" y="3912051"/>
                  </a:lnTo>
                  <a:lnTo>
                    <a:pt x="2287985" y="3912051"/>
                  </a:lnTo>
                  <a:lnTo>
                    <a:pt x="2288111" y="3912051"/>
                  </a:lnTo>
                  <a:lnTo>
                    <a:pt x="2288238" y="3912051"/>
                  </a:lnTo>
                  <a:lnTo>
                    <a:pt x="2288364" y="3912051"/>
                  </a:lnTo>
                  <a:lnTo>
                    <a:pt x="2288490" y="3912051"/>
                  </a:lnTo>
                  <a:lnTo>
                    <a:pt x="2288616" y="3912051"/>
                  </a:lnTo>
                  <a:lnTo>
                    <a:pt x="2288616" y="3906771"/>
                  </a:lnTo>
                  <a:lnTo>
                    <a:pt x="2288742" y="3906771"/>
                  </a:lnTo>
                  <a:lnTo>
                    <a:pt x="2288868" y="3906771"/>
                  </a:lnTo>
                  <a:lnTo>
                    <a:pt x="2288994" y="3906771"/>
                  </a:lnTo>
                  <a:lnTo>
                    <a:pt x="2289120" y="3906771"/>
                  </a:lnTo>
                  <a:lnTo>
                    <a:pt x="2289246" y="3906771"/>
                  </a:lnTo>
                  <a:lnTo>
                    <a:pt x="2289372" y="3906771"/>
                  </a:lnTo>
                  <a:lnTo>
                    <a:pt x="2289498" y="3906771"/>
                  </a:lnTo>
                  <a:lnTo>
                    <a:pt x="2289625" y="3906771"/>
                  </a:lnTo>
                  <a:lnTo>
                    <a:pt x="2289625" y="3901492"/>
                  </a:lnTo>
                  <a:lnTo>
                    <a:pt x="2289751" y="3901492"/>
                  </a:lnTo>
                  <a:lnTo>
                    <a:pt x="2289877" y="3901492"/>
                  </a:lnTo>
                  <a:lnTo>
                    <a:pt x="2290003" y="3901492"/>
                  </a:lnTo>
                  <a:lnTo>
                    <a:pt x="2290129" y="3901492"/>
                  </a:lnTo>
                  <a:lnTo>
                    <a:pt x="2290255" y="3901492"/>
                  </a:lnTo>
                  <a:lnTo>
                    <a:pt x="2290381" y="3901492"/>
                  </a:lnTo>
                  <a:lnTo>
                    <a:pt x="2290507" y="3901492"/>
                  </a:lnTo>
                  <a:lnTo>
                    <a:pt x="2290633" y="3901492"/>
                  </a:lnTo>
                  <a:lnTo>
                    <a:pt x="2290759" y="3901492"/>
                  </a:lnTo>
                  <a:lnTo>
                    <a:pt x="2290885" y="3901492"/>
                  </a:lnTo>
                  <a:lnTo>
                    <a:pt x="2291012" y="3901492"/>
                  </a:lnTo>
                  <a:lnTo>
                    <a:pt x="2291012" y="3896212"/>
                  </a:lnTo>
                  <a:lnTo>
                    <a:pt x="2291012" y="3890933"/>
                  </a:lnTo>
                  <a:lnTo>
                    <a:pt x="2291138" y="3890933"/>
                  </a:lnTo>
                  <a:lnTo>
                    <a:pt x="2291264" y="3890933"/>
                  </a:lnTo>
                  <a:lnTo>
                    <a:pt x="2291390" y="3890933"/>
                  </a:lnTo>
                  <a:lnTo>
                    <a:pt x="2291516" y="3890933"/>
                  </a:lnTo>
                  <a:lnTo>
                    <a:pt x="2291642" y="3890933"/>
                  </a:lnTo>
                  <a:lnTo>
                    <a:pt x="2291768" y="3890933"/>
                  </a:lnTo>
                  <a:lnTo>
                    <a:pt x="2291894" y="3890933"/>
                  </a:lnTo>
                  <a:lnTo>
                    <a:pt x="2292020" y="3890933"/>
                  </a:lnTo>
                  <a:lnTo>
                    <a:pt x="2292146" y="3890933"/>
                  </a:lnTo>
                  <a:lnTo>
                    <a:pt x="2292272" y="3890933"/>
                  </a:lnTo>
                  <a:lnTo>
                    <a:pt x="2292398" y="3890933"/>
                  </a:lnTo>
                  <a:lnTo>
                    <a:pt x="2292525" y="3890933"/>
                  </a:lnTo>
                  <a:lnTo>
                    <a:pt x="2292651" y="3890933"/>
                  </a:lnTo>
                  <a:lnTo>
                    <a:pt x="2292777" y="3890933"/>
                  </a:lnTo>
                  <a:lnTo>
                    <a:pt x="2292903" y="3890933"/>
                  </a:lnTo>
                  <a:lnTo>
                    <a:pt x="2293029" y="3890933"/>
                  </a:lnTo>
                  <a:lnTo>
                    <a:pt x="2293155" y="3890933"/>
                  </a:lnTo>
                  <a:lnTo>
                    <a:pt x="2293281" y="3890933"/>
                  </a:lnTo>
                  <a:lnTo>
                    <a:pt x="2293407" y="3890933"/>
                  </a:lnTo>
                  <a:lnTo>
                    <a:pt x="2293533" y="3890933"/>
                  </a:lnTo>
                  <a:lnTo>
                    <a:pt x="2293659" y="3890933"/>
                  </a:lnTo>
                  <a:lnTo>
                    <a:pt x="2293785" y="3890933"/>
                  </a:lnTo>
                  <a:lnTo>
                    <a:pt x="2293912" y="3890933"/>
                  </a:lnTo>
                  <a:lnTo>
                    <a:pt x="2294038" y="3890933"/>
                  </a:lnTo>
                  <a:lnTo>
                    <a:pt x="2294164" y="3890933"/>
                  </a:lnTo>
                  <a:lnTo>
                    <a:pt x="2294290" y="3890933"/>
                  </a:lnTo>
                  <a:lnTo>
                    <a:pt x="2294416" y="3890933"/>
                  </a:lnTo>
                  <a:lnTo>
                    <a:pt x="2294542" y="3890933"/>
                  </a:lnTo>
                  <a:lnTo>
                    <a:pt x="2294668" y="3890933"/>
                  </a:lnTo>
                  <a:lnTo>
                    <a:pt x="2294794" y="3890933"/>
                  </a:lnTo>
                  <a:lnTo>
                    <a:pt x="2294920" y="3890933"/>
                  </a:lnTo>
                  <a:lnTo>
                    <a:pt x="2295046" y="3890933"/>
                  </a:lnTo>
                  <a:lnTo>
                    <a:pt x="2295172" y="3890933"/>
                  </a:lnTo>
                  <a:lnTo>
                    <a:pt x="2295298" y="3890933"/>
                  </a:lnTo>
                  <a:lnTo>
                    <a:pt x="2295425" y="3890933"/>
                  </a:lnTo>
                  <a:lnTo>
                    <a:pt x="2295551" y="3890933"/>
                  </a:lnTo>
                  <a:lnTo>
                    <a:pt x="2295677" y="3890933"/>
                  </a:lnTo>
                  <a:lnTo>
                    <a:pt x="2295803" y="3890933"/>
                  </a:lnTo>
                  <a:lnTo>
                    <a:pt x="2295929" y="3890933"/>
                  </a:lnTo>
                  <a:lnTo>
                    <a:pt x="2296055" y="3890933"/>
                  </a:lnTo>
                  <a:lnTo>
                    <a:pt x="2296181" y="3890933"/>
                  </a:lnTo>
                  <a:lnTo>
                    <a:pt x="2296307" y="3890933"/>
                  </a:lnTo>
                  <a:lnTo>
                    <a:pt x="2296433" y="3890933"/>
                  </a:lnTo>
                  <a:lnTo>
                    <a:pt x="2296559" y="3890933"/>
                  </a:lnTo>
                  <a:lnTo>
                    <a:pt x="2296685" y="3890933"/>
                  </a:lnTo>
                  <a:lnTo>
                    <a:pt x="2296812" y="3890933"/>
                  </a:lnTo>
                  <a:lnTo>
                    <a:pt x="2296938" y="3890933"/>
                  </a:lnTo>
                  <a:lnTo>
                    <a:pt x="2297064" y="3890933"/>
                  </a:lnTo>
                  <a:lnTo>
                    <a:pt x="2297190" y="3890933"/>
                  </a:lnTo>
                  <a:lnTo>
                    <a:pt x="2297316" y="3890933"/>
                  </a:lnTo>
                  <a:lnTo>
                    <a:pt x="2297442" y="3890933"/>
                  </a:lnTo>
                  <a:lnTo>
                    <a:pt x="2297568" y="3890933"/>
                  </a:lnTo>
                  <a:lnTo>
                    <a:pt x="2297694" y="3890933"/>
                  </a:lnTo>
                  <a:lnTo>
                    <a:pt x="2297820" y="3890933"/>
                  </a:lnTo>
                  <a:lnTo>
                    <a:pt x="2297946" y="3890933"/>
                  </a:lnTo>
                  <a:lnTo>
                    <a:pt x="2298072" y="3890933"/>
                  </a:lnTo>
                  <a:lnTo>
                    <a:pt x="2298198" y="3890933"/>
                  </a:lnTo>
                  <a:lnTo>
                    <a:pt x="2298325" y="3890933"/>
                  </a:lnTo>
                  <a:lnTo>
                    <a:pt x="2298451" y="3890933"/>
                  </a:lnTo>
                  <a:lnTo>
                    <a:pt x="2298577" y="3890933"/>
                  </a:lnTo>
                  <a:lnTo>
                    <a:pt x="2298703" y="3890933"/>
                  </a:lnTo>
                  <a:lnTo>
                    <a:pt x="2298829" y="3890933"/>
                  </a:lnTo>
                  <a:lnTo>
                    <a:pt x="2298955" y="3890933"/>
                  </a:lnTo>
                  <a:lnTo>
                    <a:pt x="2299081" y="3890933"/>
                  </a:lnTo>
                  <a:lnTo>
                    <a:pt x="2299207" y="3890933"/>
                  </a:lnTo>
                  <a:lnTo>
                    <a:pt x="2299333" y="3890933"/>
                  </a:lnTo>
                  <a:lnTo>
                    <a:pt x="2299459" y="3890933"/>
                  </a:lnTo>
                  <a:lnTo>
                    <a:pt x="2299585" y="3890933"/>
                  </a:lnTo>
                  <a:lnTo>
                    <a:pt x="2299712" y="3890933"/>
                  </a:lnTo>
                  <a:lnTo>
                    <a:pt x="2299838" y="3890933"/>
                  </a:lnTo>
                  <a:lnTo>
                    <a:pt x="2299964" y="3890933"/>
                  </a:lnTo>
                  <a:lnTo>
                    <a:pt x="2300090" y="3890933"/>
                  </a:lnTo>
                  <a:lnTo>
                    <a:pt x="2300216" y="3890933"/>
                  </a:lnTo>
                  <a:lnTo>
                    <a:pt x="2300342" y="3890933"/>
                  </a:lnTo>
                  <a:lnTo>
                    <a:pt x="2300468" y="3890933"/>
                  </a:lnTo>
                  <a:lnTo>
                    <a:pt x="2300594" y="3890933"/>
                  </a:lnTo>
                  <a:lnTo>
                    <a:pt x="2300720" y="3890933"/>
                  </a:lnTo>
                  <a:lnTo>
                    <a:pt x="2300846" y="3890933"/>
                  </a:lnTo>
                  <a:lnTo>
                    <a:pt x="2300972" y="3890933"/>
                  </a:lnTo>
                  <a:lnTo>
                    <a:pt x="2301099" y="3890933"/>
                  </a:lnTo>
                  <a:lnTo>
                    <a:pt x="2301225" y="3890933"/>
                  </a:lnTo>
                  <a:lnTo>
                    <a:pt x="2301351" y="3890933"/>
                  </a:lnTo>
                  <a:lnTo>
                    <a:pt x="2301477" y="3890933"/>
                  </a:lnTo>
                  <a:lnTo>
                    <a:pt x="2301603" y="3890933"/>
                  </a:lnTo>
                  <a:lnTo>
                    <a:pt x="2301729" y="3890933"/>
                  </a:lnTo>
                  <a:lnTo>
                    <a:pt x="2301855" y="3890933"/>
                  </a:lnTo>
                  <a:lnTo>
                    <a:pt x="2301981" y="3890933"/>
                  </a:lnTo>
                  <a:lnTo>
                    <a:pt x="2302107" y="3890933"/>
                  </a:lnTo>
                  <a:lnTo>
                    <a:pt x="2302233" y="3890933"/>
                  </a:lnTo>
                  <a:lnTo>
                    <a:pt x="2302359" y="3890933"/>
                  </a:lnTo>
                  <a:lnTo>
                    <a:pt x="2302485" y="3890933"/>
                  </a:lnTo>
                  <a:lnTo>
                    <a:pt x="2302612" y="3890933"/>
                  </a:lnTo>
                  <a:lnTo>
                    <a:pt x="2302738" y="3890933"/>
                  </a:lnTo>
                  <a:lnTo>
                    <a:pt x="2302864" y="3890933"/>
                  </a:lnTo>
                  <a:lnTo>
                    <a:pt x="2302990" y="3890933"/>
                  </a:lnTo>
                  <a:lnTo>
                    <a:pt x="2303116" y="3890933"/>
                  </a:lnTo>
                  <a:lnTo>
                    <a:pt x="2303242" y="3890933"/>
                  </a:lnTo>
                  <a:lnTo>
                    <a:pt x="2303368" y="3890933"/>
                  </a:lnTo>
                  <a:lnTo>
                    <a:pt x="2303494" y="3890933"/>
                  </a:lnTo>
                  <a:lnTo>
                    <a:pt x="2303620" y="3890933"/>
                  </a:lnTo>
                  <a:lnTo>
                    <a:pt x="2303746" y="3890933"/>
                  </a:lnTo>
                  <a:lnTo>
                    <a:pt x="2303872" y="3890933"/>
                  </a:lnTo>
                  <a:lnTo>
                    <a:pt x="2303999" y="3890933"/>
                  </a:lnTo>
                  <a:lnTo>
                    <a:pt x="2304125" y="3890933"/>
                  </a:lnTo>
                  <a:lnTo>
                    <a:pt x="2304251" y="3890933"/>
                  </a:lnTo>
                  <a:lnTo>
                    <a:pt x="2304377" y="3890933"/>
                  </a:lnTo>
                  <a:lnTo>
                    <a:pt x="2304503" y="3890933"/>
                  </a:lnTo>
                  <a:lnTo>
                    <a:pt x="2304629" y="3890933"/>
                  </a:lnTo>
                  <a:lnTo>
                    <a:pt x="2304755" y="3890933"/>
                  </a:lnTo>
                  <a:lnTo>
                    <a:pt x="2304881" y="3890933"/>
                  </a:lnTo>
                  <a:lnTo>
                    <a:pt x="2305007" y="3890933"/>
                  </a:lnTo>
                  <a:lnTo>
                    <a:pt x="2305133" y="3890933"/>
                  </a:lnTo>
                  <a:lnTo>
                    <a:pt x="2305259" y="3890933"/>
                  </a:lnTo>
                  <a:lnTo>
                    <a:pt x="2305385" y="3890933"/>
                  </a:lnTo>
                  <a:lnTo>
                    <a:pt x="2305512" y="3890933"/>
                  </a:lnTo>
                  <a:lnTo>
                    <a:pt x="2305638" y="3890933"/>
                  </a:lnTo>
                  <a:lnTo>
                    <a:pt x="2305764" y="3890933"/>
                  </a:lnTo>
                  <a:lnTo>
                    <a:pt x="2305890" y="3890933"/>
                  </a:lnTo>
                  <a:lnTo>
                    <a:pt x="2306016" y="3890933"/>
                  </a:lnTo>
                  <a:lnTo>
                    <a:pt x="2306142" y="3890933"/>
                  </a:lnTo>
                  <a:lnTo>
                    <a:pt x="2306268" y="3890933"/>
                  </a:lnTo>
                  <a:lnTo>
                    <a:pt x="2306394" y="3890933"/>
                  </a:lnTo>
                  <a:lnTo>
                    <a:pt x="2306520" y="3890933"/>
                  </a:lnTo>
                  <a:lnTo>
                    <a:pt x="2306646" y="3890933"/>
                  </a:lnTo>
                  <a:lnTo>
                    <a:pt x="2306772" y="3890933"/>
                  </a:lnTo>
                  <a:lnTo>
                    <a:pt x="2306899" y="3890933"/>
                  </a:lnTo>
                  <a:lnTo>
                    <a:pt x="2307025" y="3890933"/>
                  </a:lnTo>
                  <a:lnTo>
                    <a:pt x="2307151" y="3890933"/>
                  </a:lnTo>
                  <a:lnTo>
                    <a:pt x="2307277" y="3890933"/>
                  </a:lnTo>
                  <a:lnTo>
                    <a:pt x="2307403" y="3890933"/>
                  </a:lnTo>
                  <a:lnTo>
                    <a:pt x="2307529" y="3890933"/>
                  </a:lnTo>
                  <a:lnTo>
                    <a:pt x="2307655" y="3890933"/>
                  </a:lnTo>
                  <a:lnTo>
                    <a:pt x="2307781" y="3890933"/>
                  </a:lnTo>
                  <a:lnTo>
                    <a:pt x="2307907" y="3890933"/>
                  </a:lnTo>
                  <a:lnTo>
                    <a:pt x="2308033" y="3890933"/>
                  </a:lnTo>
                  <a:lnTo>
                    <a:pt x="2308159" y="3890933"/>
                  </a:lnTo>
                  <a:lnTo>
                    <a:pt x="2308286" y="3890933"/>
                  </a:lnTo>
                  <a:lnTo>
                    <a:pt x="2308412" y="3890933"/>
                  </a:lnTo>
                  <a:lnTo>
                    <a:pt x="2308538" y="3890933"/>
                  </a:lnTo>
                  <a:lnTo>
                    <a:pt x="2308664" y="3890933"/>
                  </a:lnTo>
                  <a:lnTo>
                    <a:pt x="2308790" y="3890933"/>
                  </a:lnTo>
                  <a:lnTo>
                    <a:pt x="2308916" y="3890933"/>
                  </a:lnTo>
                  <a:lnTo>
                    <a:pt x="2309042" y="3890933"/>
                  </a:lnTo>
                  <a:lnTo>
                    <a:pt x="2309168" y="3890933"/>
                  </a:lnTo>
                  <a:lnTo>
                    <a:pt x="2309168" y="3885654"/>
                  </a:lnTo>
                  <a:lnTo>
                    <a:pt x="2309294" y="3885654"/>
                  </a:lnTo>
                  <a:lnTo>
                    <a:pt x="2309420" y="3885654"/>
                  </a:lnTo>
                  <a:lnTo>
                    <a:pt x="2309546" y="3885654"/>
                  </a:lnTo>
                  <a:lnTo>
                    <a:pt x="2309672" y="3885654"/>
                  </a:lnTo>
                  <a:lnTo>
                    <a:pt x="2309799" y="3885654"/>
                  </a:lnTo>
                  <a:lnTo>
                    <a:pt x="2309925" y="3885654"/>
                  </a:lnTo>
                  <a:lnTo>
                    <a:pt x="2310051" y="3885654"/>
                  </a:lnTo>
                  <a:lnTo>
                    <a:pt x="2310177" y="3885654"/>
                  </a:lnTo>
                  <a:lnTo>
                    <a:pt x="2310303" y="3885654"/>
                  </a:lnTo>
                  <a:lnTo>
                    <a:pt x="2310429" y="3885654"/>
                  </a:lnTo>
                  <a:lnTo>
                    <a:pt x="2310555" y="3885654"/>
                  </a:lnTo>
                  <a:lnTo>
                    <a:pt x="2310681" y="3885654"/>
                  </a:lnTo>
                  <a:lnTo>
                    <a:pt x="2310807" y="3885654"/>
                  </a:lnTo>
                  <a:lnTo>
                    <a:pt x="2310933" y="3885654"/>
                  </a:lnTo>
                  <a:lnTo>
                    <a:pt x="2311059" y="3885654"/>
                  </a:lnTo>
                  <a:lnTo>
                    <a:pt x="2311186" y="3885654"/>
                  </a:lnTo>
                  <a:lnTo>
                    <a:pt x="2311312" y="3885654"/>
                  </a:lnTo>
                  <a:lnTo>
                    <a:pt x="2311438" y="3885654"/>
                  </a:lnTo>
                  <a:lnTo>
                    <a:pt x="2311564" y="3885654"/>
                  </a:lnTo>
                  <a:lnTo>
                    <a:pt x="2311690" y="3885654"/>
                  </a:lnTo>
                  <a:lnTo>
                    <a:pt x="2311816" y="3885654"/>
                  </a:lnTo>
                  <a:lnTo>
                    <a:pt x="2311942" y="3885654"/>
                  </a:lnTo>
                  <a:lnTo>
                    <a:pt x="2312068" y="3885654"/>
                  </a:lnTo>
                  <a:lnTo>
                    <a:pt x="2312194" y="3885654"/>
                  </a:lnTo>
                  <a:lnTo>
                    <a:pt x="2312320" y="3885654"/>
                  </a:lnTo>
                  <a:lnTo>
                    <a:pt x="2312446" y="3885654"/>
                  </a:lnTo>
                  <a:lnTo>
                    <a:pt x="2312572" y="3885654"/>
                  </a:lnTo>
                  <a:lnTo>
                    <a:pt x="2312699" y="3885654"/>
                  </a:lnTo>
                  <a:lnTo>
                    <a:pt x="2312825" y="3885654"/>
                  </a:lnTo>
                  <a:lnTo>
                    <a:pt x="2312951" y="3885654"/>
                  </a:lnTo>
                  <a:lnTo>
                    <a:pt x="2313077" y="3885654"/>
                  </a:lnTo>
                  <a:lnTo>
                    <a:pt x="2313203" y="3885654"/>
                  </a:lnTo>
                  <a:lnTo>
                    <a:pt x="2313329" y="3885654"/>
                  </a:lnTo>
                  <a:lnTo>
                    <a:pt x="2313455" y="3885654"/>
                  </a:lnTo>
                  <a:lnTo>
                    <a:pt x="2313581" y="3885654"/>
                  </a:lnTo>
                  <a:lnTo>
                    <a:pt x="2313707" y="3885654"/>
                  </a:lnTo>
                  <a:lnTo>
                    <a:pt x="2313833" y="3885654"/>
                  </a:lnTo>
                  <a:lnTo>
                    <a:pt x="2313959" y="3885654"/>
                  </a:lnTo>
                  <a:lnTo>
                    <a:pt x="2314086" y="3885654"/>
                  </a:lnTo>
                  <a:lnTo>
                    <a:pt x="2314212" y="3885654"/>
                  </a:lnTo>
                  <a:lnTo>
                    <a:pt x="2314338" y="3885654"/>
                  </a:lnTo>
                  <a:lnTo>
                    <a:pt x="2314464" y="3885654"/>
                  </a:lnTo>
                  <a:lnTo>
                    <a:pt x="2314590" y="3885654"/>
                  </a:lnTo>
                  <a:lnTo>
                    <a:pt x="2314716" y="3885654"/>
                  </a:lnTo>
                  <a:lnTo>
                    <a:pt x="2314842" y="3885654"/>
                  </a:lnTo>
                  <a:lnTo>
                    <a:pt x="2314842" y="3880374"/>
                  </a:lnTo>
                  <a:lnTo>
                    <a:pt x="2314968" y="3880374"/>
                  </a:lnTo>
                  <a:lnTo>
                    <a:pt x="2315094" y="3880374"/>
                  </a:lnTo>
                  <a:lnTo>
                    <a:pt x="2315220" y="3880374"/>
                  </a:lnTo>
                  <a:lnTo>
                    <a:pt x="2315346" y="3880374"/>
                  </a:lnTo>
                  <a:lnTo>
                    <a:pt x="2315473" y="3880374"/>
                  </a:lnTo>
                  <a:lnTo>
                    <a:pt x="2315599" y="3880374"/>
                  </a:lnTo>
                  <a:lnTo>
                    <a:pt x="2315725" y="3880374"/>
                  </a:lnTo>
                  <a:lnTo>
                    <a:pt x="2315851" y="3880374"/>
                  </a:lnTo>
                  <a:lnTo>
                    <a:pt x="2315977" y="3880374"/>
                  </a:lnTo>
                  <a:lnTo>
                    <a:pt x="2316103" y="3880374"/>
                  </a:lnTo>
                  <a:lnTo>
                    <a:pt x="2316229" y="3880374"/>
                  </a:lnTo>
                  <a:lnTo>
                    <a:pt x="2316355" y="3880374"/>
                  </a:lnTo>
                  <a:lnTo>
                    <a:pt x="2316481" y="3880374"/>
                  </a:lnTo>
                  <a:lnTo>
                    <a:pt x="2316607" y="3880374"/>
                  </a:lnTo>
                  <a:lnTo>
                    <a:pt x="2316733" y="3880374"/>
                  </a:lnTo>
                  <a:lnTo>
                    <a:pt x="2316859" y="3880374"/>
                  </a:lnTo>
                  <a:lnTo>
                    <a:pt x="2316986" y="3880374"/>
                  </a:lnTo>
                  <a:lnTo>
                    <a:pt x="2317112" y="3880374"/>
                  </a:lnTo>
                  <a:lnTo>
                    <a:pt x="2317238" y="3880374"/>
                  </a:lnTo>
                  <a:lnTo>
                    <a:pt x="2317364" y="3880374"/>
                  </a:lnTo>
                  <a:lnTo>
                    <a:pt x="2317490" y="3880374"/>
                  </a:lnTo>
                  <a:lnTo>
                    <a:pt x="2317616" y="3880374"/>
                  </a:lnTo>
                  <a:lnTo>
                    <a:pt x="2317742" y="3880374"/>
                  </a:lnTo>
                  <a:lnTo>
                    <a:pt x="2317868" y="3880374"/>
                  </a:lnTo>
                  <a:lnTo>
                    <a:pt x="2317994" y="3880374"/>
                  </a:lnTo>
                  <a:lnTo>
                    <a:pt x="2318120" y="3880374"/>
                  </a:lnTo>
                  <a:lnTo>
                    <a:pt x="2318246" y="3880374"/>
                  </a:lnTo>
                  <a:lnTo>
                    <a:pt x="2318246" y="3875095"/>
                  </a:lnTo>
                  <a:lnTo>
                    <a:pt x="2318373" y="3875095"/>
                  </a:lnTo>
                  <a:lnTo>
                    <a:pt x="2318499" y="3875095"/>
                  </a:lnTo>
                  <a:lnTo>
                    <a:pt x="2318625" y="3875095"/>
                  </a:lnTo>
                  <a:lnTo>
                    <a:pt x="2318751" y="3875095"/>
                  </a:lnTo>
                  <a:lnTo>
                    <a:pt x="2318877" y="3875095"/>
                  </a:lnTo>
                  <a:lnTo>
                    <a:pt x="2319003" y="3875095"/>
                  </a:lnTo>
                  <a:lnTo>
                    <a:pt x="2319129" y="3875095"/>
                  </a:lnTo>
                  <a:lnTo>
                    <a:pt x="2319255" y="3875095"/>
                  </a:lnTo>
                  <a:lnTo>
                    <a:pt x="2319381" y="3875095"/>
                  </a:lnTo>
                  <a:lnTo>
                    <a:pt x="2319507" y="3875095"/>
                  </a:lnTo>
                  <a:lnTo>
                    <a:pt x="2319633" y="3875095"/>
                  </a:lnTo>
                  <a:lnTo>
                    <a:pt x="2319759" y="3875095"/>
                  </a:lnTo>
                  <a:lnTo>
                    <a:pt x="2319886" y="3875095"/>
                  </a:lnTo>
                  <a:lnTo>
                    <a:pt x="2320012" y="3875095"/>
                  </a:lnTo>
                  <a:lnTo>
                    <a:pt x="2320138" y="3875095"/>
                  </a:lnTo>
                  <a:lnTo>
                    <a:pt x="2320264" y="3875095"/>
                  </a:lnTo>
                  <a:lnTo>
                    <a:pt x="2320390" y="3875095"/>
                  </a:lnTo>
                  <a:lnTo>
                    <a:pt x="2320516" y="3875095"/>
                  </a:lnTo>
                  <a:lnTo>
                    <a:pt x="2320642" y="3875095"/>
                  </a:lnTo>
                  <a:lnTo>
                    <a:pt x="2320768" y="3875095"/>
                  </a:lnTo>
                  <a:lnTo>
                    <a:pt x="2320894" y="3875095"/>
                  </a:lnTo>
                  <a:lnTo>
                    <a:pt x="2321020" y="3875095"/>
                  </a:lnTo>
                  <a:lnTo>
                    <a:pt x="2321146" y="3875095"/>
                  </a:lnTo>
                  <a:lnTo>
                    <a:pt x="2321273" y="3875095"/>
                  </a:lnTo>
                  <a:lnTo>
                    <a:pt x="2321399" y="3875095"/>
                  </a:lnTo>
                  <a:lnTo>
                    <a:pt x="2321525" y="3875095"/>
                  </a:lnTo>
                  <a:lnTo>
                    <a:pt x="2321651" y="3875095"/>
                  </a:lnTo>
                  <a:lnTo>
                    <a:pt x="2321777" y="3875095"/>
                  </a:lnTo>
                  <a:lnTo>
                    <a:pt x="2321903" y="3875095"/>
                  </a:lnTo>
                  <a:lnTo>
                    <a:pt x="2322029" y="3875095"/>
                  </a:lnTo>
                  <a:lnTo>
                    <a:pt x="2322155" y="3875095"/>
                  </a:lnTo>
                  <a:lnTo>
                    <a:pt x="2322281" y="3875095"/>
                  </a:lnTo>
                  <a:lnTo>
                    <a:pt x="2322407" y="3875095"/>
                  </a:lnTo>
                  <a:lnTo>
                    <a:pt x="2322533" y="3875095"/>
                  </a:lnTo>
                  <a:lnTo>
                    <a:pt x="2322659" y="3875095"/>
                  </a:lnTo>
                  <a:lnTo>
                    <a:pt x="2322786" y="3875095"/>
                  </a:lnTo>
                  <a:lnTo>
                    <a:pt x="2322912" y="3875095"/>
                  </a:lnTo>
                  <a:lnTo>
                    <a:pt x="2323038" y="3875095"/>
                  </a:lnTo>
                  <a:lnTo>
                    <a:pt x="2323164" y="3875095"/>
                  </a:lnTo>
                  <a:lnTo>
                    <a:pt x="2323290" y="3875095"/>
                  </a:lnTo>
                  <a:lnTo>
                    <a:pt x="2323416" y="3875095"/>
                  </a:lnTo>
                  <a:lnTo>
                    <a:pt x="2323542" y="3875095"/>
                  </a:lnTo>
                  <a:lnTo>
                    <a:pt x="2323542" y="3869815"/>
                  </a:lnTo>
                  <a:lnTo>
                    <a:pt x="2323668" y="3869815"/>
                  </a:lnTo>
                  <a:lnTo>
                    <a:pt x="2323794" y="3869815"/>
                  </a:lnTo>
                  <a:lnTo>
                    <a:pt x="2323920" y="3869815"/>
                  </a:lnTo>
                  <a:lnTo>
                    <a:pt x="2324046" y="3869815"/>
                  </a:lnTo>
                  <a:lnTo>
                    <a:pt x="2324173" y="3869815"/>
                  </a:lnTo>
                  <a:lnTo>
                    <a:pt x="2324299" y="3869815"/>
                  </a:lnTo>
                  <a:lnTo>
                    <a:pt x="2324425" y="3869815"/>
                  </a:lnTo>
                  <a:lnTo>
                    <a:pt x="2324551" y="3869815"/>
                  </a:lnTo>
                  <a:lnTo>
                    <a:pt x="2324677" y="3869815"/>
                  </a:lnTo>
                  <a:lnTo>
                    <a:pt x="2324677" y="3864536"/>
                  </a:lnTo>
                  <a:lnTo>
                    <a:pt x="2324803" y="3864536"/>
                  </a:lnTo>
                  <a:lnTo>
                    <a:pt x="2324929" y="3864536"/>
                  </a:lnTo>
                  <a:lnTo>
                    <a:pt x="2325055" y="3864536"/>
                  </a:lnTo>
                  <a:lnTo>
                    <a:pt x="2325181" y="3864536"/>
                  </a:lnTo>
                  <a:lnTo>
                    <a:pt x="2325307" y="3864536"/>
                  </a:lnTo>
                  <a:lnTo>
                    <a:pt x="2325433" y="3864536"/>
                  </a:lnTo>
                  <a:lnTo>
                    <a:pt x="2325560" y="3864536"/>
                  </a:lnTo>
                  <a:lnTo>
                    <a:pt x="2325686" y="3864536"/>
                  </a:lnTo>
                  <a:lnTo>
                    <a:pt x="2325812" y="3864536"/>
                  </a:lnTo>
                  <a:lnTo>
                    <a:pt x="2325938" y="3864536"/>
                  </a:lnTo>
                  <a:lnTo>
                    <a:pt x="2326064" y="3864536"/>
                  </a:lnTo>
                  <a:lnTo>
                    <a:pt x="2326190" y="3864536"/>
                  </a:lnTo>
                  <a:lnTo>
                    <a:pt x="2326316" y="3864536"/>
                  </a:lnTo>
                  <a:lnTo>
                    <a:pt x="2326442" y="3864536"/>
                  </a:lnTo>
                  <a:lnTo>
                    <a:pt x="2326568" y="3864536"/>
                  </a:lnTo>
                  <a:lnTo>
                    <a:pt x="2326694" y="3864536"/>
                  </a:lnTo>
                  <a:lnTo>
                    <a:pt x="2326820" y="3864536"/>
                  </a:lnTo>
                  <a:lnTo>
                    <a:pt x="2326946" y="3864536"/>
                  </a:lnTo>
                  <a:lnTo>
                    <a:pt x="2327073" y="3864536"/>
                  </a:lnTo>
                  <a:lnTo>
                    <a:pt x="2327199" y="3864536"/>
                  </a:lnTo>
                  <a:lnTo>
                    <a:pt x="2327325" y="3864536"/>
                  </a:lnTo>
                  <a:lnTo>
                    <a:pt x="2327451" y="3864536"/>
                  </a:lnTo>
                  <a:lnTo>
                    <a:pt x="2327577" y="3864536"/>
                  </a:lnTo>
                  <a:lnTo>
                    <a:pt x="2327703" y="3864536"/>
                  </a:lnTo>
                  <a:lnTo>
                    <a:pt x="2327829" y="3864536"/>
                  </a:lnTo>
                  <a:lnTo>
                    <a:pt x="2327955" y="3864536"/>
                  </a:lnTo>
                  <a:lnTo>
                    <a:pt x="2328081" y="3864536"/>
                  </a:lnTo>
                  <a:lnTo>
                    <a:pt x="2328207" y="3864536"/>
                  </a:lnTo>
                  <a:lnTo>
                    <a:pt x="2328333" y="3864536"/>
                  </a:lnTo>
                  <a:lnTo>
                    <a:pt x="2328460" y="3864536"/>
                  </a:lnTo>
                  <a:lnTo>
                    <a:pt x="2328586" y="3864536"/>
                  </a:lnTo>
                  <a:lnTo>
                    <a:pt x="2328712" y="3864536"/>
                  </a:lnTo>
                  <a:lnTo>
                    <a:pt x="2328838" y="3864536"/>
                  </a:lnTo>
                  <a:lnTo>
                    <a:pt x="2328964" y="3864536"/>
                  </a:lnTo>
                  <a:lnTo>
                    <a:pt x="2329090" y="3864536"/>
                  </a:lnTo>
                  <a:lnTo>
                    <a:pt x="2329216" y="3864536"/>
                  </a:lnTo>
                  <a:lnTo>
                    <a:pt x="2329342" y="3864536"/>
                  </a:lnTo>
                  <a:lnTo>
                    <a:pt x="2329468" y="3864536"/>
                  </a:lnTo>
                  <a:lnTo>
                    <a:pt x="2329594" y="3864536"/>
                  </a:lnTo>
                  <a:lnTo>
                    <a:pt x="2329720" y="3864536"/>
                  </a:lnTo>
                  <a:lnTo>
                    <a:pt x="2329846" y="3864536"/>
                  </a:lnTo>
                  <a:lnTo>
                    <a:pt x="2329973" y="3864536"/>
                  </a:lnTo>
                  <a:lnTo>
                    <a:pt x="2330099" y="3864536"/>
                  </a:lnTo>
                  <a:lnTo>
                    <a:pt x="2330225" y="3864536"/>
                  </a:lnTo>
                  <a:lnTo>
                    <a:pt x="2330351" y="3864536"/>
                  </a:lnTo>
                  <a:lnTo>
                    <a:pt x="2330477" y="3864536"/>
                  </a:lnTo>
                  <a:lnTo>
                    <a:pt x="2330603" y="3864536"/>
                  </a:lnTo>
                  <a:lnTo>
                    <a:pt x="2330729" y="3864536"/>
                  </a:lnTo>
                  <a:lnTo>
                    <a:pt x="2330855" y="3864536"/>
                  </a:lnTo>
                  <a:lnTo>
                    <a:pt x="2330981" y="3864536"/>
                  </a:lnTo>
                  <a:lnTo>
                    <a:pt x="2331107" y="3864536"/>
                  </a:lnTo>
                  <a:lnTo>
                    <a:pt x="2331233" y="3864536"/>
                  </a:lnTo>
                  <a:lnTo>
                    <a:pt x="2331360" y="3864536"/>
                  </a:lnTo>
                  <a:lnTo>
                    <a:pt x="2331486" y="3864536"/>
                  </a:lnTo>
                  <a:lnTo>
                    <a:pt x="2331612" y="3864536"/>
                  </a:lnTo>
                  <a:lnTo>
                    <a:pt x="2331738" y="3864536"/>
                  </a:lnTo>
                  <a:lnTo>
                    <a:pt x="2331864" y="3864536"/>
                  </a:lnTo>
                  <a:lnTo>
                    <a:pt x="2331990" y="3864536"/>
                  </a:lnTo>
                  <a:lnTo>
                    <a:pt x="2332116" y="3864536"/>
                  </a:lnTo>
                  <a:lnTo>
                    <a:pt x="2332242" y="3864536"/>
                  </a:lnTo>
                  <a:lnTo>
                    <a:pt x="2332368" y="3864536"/>
                  </a:lnTo>
                  <a:lnTo>
                    <a:pt x="2332494" y="3864536"/>
                  </a:lnTo>
                  <a:lnTo>
                    <a:pt x="2332620" y="3864536"/>
                  </a:lnTo>
                  <a:lnTo>
                    <a:pt x="2332747" y="3864536"/>
                  </a:lnTo>
                  <a:lnTo>
                    <a:pt x="2332873" y="3864536"/>
                  </a:lnTo>
                  <a:lnTo>
                    <a:pt x="2332999" y="3864536"/>
                  </a:lnTo>
                  <a:lnTo>
                    <a:pt x="2333125" y="3864536"/>
                  </a:lnTo>
                  <a:lnTo>
                    <a:pt x="2333251" y="3864536"/>
                  </a:lnTo>
                  <a:lnTo>
                    <a:pt x="2333377" y="3864536"/>
                  </a:lnTo>
                  <a:lnTo>
                    <a:pt x="2333503" y="3864536"/>
                  </a:lnTo>
                  <a:lnTo>
                    <a:pt x="2333503" y="3859256"/>
                  </a:lnTo>
                  <a:lnTo>
                    <a:pt x="2333629" y="3859256"/>
                  </a:lnTo>
                  <a:lnTo>
                    <a:pt x="2333755" y="3859256"/>
                  </a:lnTo>
                  <a:lnTo>
                    <a:pt x="2333881" y="3859256"/>
                  </a:lnTo>
                  <a:lnTo>
                    <a:pt x="2334007" y="3859256"/>
                  </a:lnTo>
                  <a:lnTo>
                    <a:pt x="2334133" y="3859256"/>
                  </a:lnTo>
                  <a:lnTo>
                    <a:pt x="2334260" y="3859256"/>
                  </a:lnTo>
                  <a:lnTo>
                    <a:pt x="2334386" y="3859256"/>
                  </a:lnTo>
                  <a:lnTo>
                    <a:pt x="2334512" y="3859256"/>
                  </a:lnTo>
                  <a:lnTo>
                    <a:pt x="2334638" y="3859256"/>
                  </a:lnTo>
                  <a:lnTo>
                    <a:pt x="2334764" y="3859256"/>
                  </a:lnTo>
                  <a:lnTo>
                    <a:pt x="2334890" y="3859256"/>
                  </a:lnTo>
                  <a:lnTo>
                    <a:pt x="2335016" y="3859256"/>
                  </a:lnTo>
                  <a:lnTo>
                    <a:pt x="2335142" y="3859256"/>
                  </a:lnTo>
                  <a:lnTo>
                    <a:pt x="2335268" y="3859256"/>
                  </a:lnTo>
                  <a:lnTo>
                    <a:pt x="2335394" y="3859256"/>
                  </a:lnTo>
                  <a:lnTo>
                    <a:pt x="2335520" y="3859256"/>
                  </a:lnTo>
                  <a:lnTo>
                    <a:pt x="2335647" y="3859256"/>
                  </a:lnTo>
                  <a:lnTo>
                    <a:pt x="2335773" y="3859256"/>
                  </a:lnTo>
                  <a:lnTo>
                    <a:pt x="2335899" y="3859256"/>
                  </a:lnTo>
                  <a:lnTo>
                    <a:pt x="2336025" y="3859256"/>
                  </a:lnTo>
                  <a:lnTo>
                    <a:pt x="2336151" y="3859256"/>
                  </a:lnTo>
                  <a:lnTo>
                    <a:pt x="2336277" y="3859256"/>
                  </a:lnTo>
                  <a:lnTo>
                    <a:pt x="2336403" y="3859256"/>
                  </a:lnTo>
                  <a:lnTo>
                    <a:pt x="2336529" y="3859256"/>
                  </a:lnTo>
                  <a:lnTo>
                    <a:pt x="2336655" y="3859256"/>
                  </a:lnTo>
                  <a:lnTo>
                    <a:pt x="2336781" y="3859256"/>
                  </a:lnTo>
                  <a:lnTo>
                    <a:pt x="2336907" y="3859256"/>
                  </a:lnTo>
                  <a:lnTo>
                    <a:pt x="2337033" y="3859256"/>
                  </a:lnTo>
                  <a:lnTo>
                    <a:pt x="2337160" y="3859256"/>
                  </a:lnTo>
                  <a:lnTo>
                    <a:pt x="2337286" y="3859256"/>
                  </a:lnTo>
                  <a:lnTo>
                    <a:pt x="2337412" y="3859256"/>
                  </a:lnTo>
                  <a:lnTo>
                    <a:pt x="2337538" y="3859256"/>
                  </a:lnTo>
                  <a:lnTo>
                    <a:pt x="2337664" y="3859256"/>
                  </a:lnTo>
                  <a:lnTo>
                    <a:pt x="2337790" y="3859256"/>
                  </a:lnTo>
                  <a:lnTo>
                    <a:pt x="2337916" y="3859256"/>
                  </a:lnTo>
                  <a:lnTo>
                    <a:pt x="2338042" y="3859256"/>
                  </a:lnTo>
                  <a:lnTo>
                    <a:pt x="2338168" y="3859256"/>
                  </a:lnTo>
                  <a:lnTo>
                    <a:pt x="2338294" y="3859256"/>
                  </a:lnTo>
                  <a:lnTo>
                    <a:pt x="2338420" y="3859256"/>
                  </a:lnTo>
                  <a:lnTo>
                    <a:pt x="2338547" y="3859256"/>
                  </a:lnTo>
                  <a:lnTo>
                    <a:pt x="2338673" y="3859256"/>
                  </a:lnTo>
                  <a:lnTo>
                    <a:pt x="2338799" y="3859256"/>
                  </a:lnTo>
                  <a:lnTo>
                    <a:pt x="2338925" y="3859256"/>
                  </a:lnTo>
                  <a:lnTo>
                    <a:pt x="2338925" y="3853977"/>
                  </a:lnTo>
                  <a:lnTo>
                    <a:pt x="2339051" y="3853977"/>
                  </a:lnTo>
                  <a:lnTo>
                    <a:pt x="2339177" y="3853977"/>
                  </a:lnTo>
                  <a:lnTo>
                    <a:pt x="2339303" y="3853977"/>
                  </a:lnTo>
                  <a:lnTo>
                    <a:pt x="2339429" y="3853977"/>
                  </a:lnTo>
                  <a:lnTo>
                    <a:pt x="2339555" y="3853977"/>
                  </a:lnTo>
                  <a:lnTo>
                    <a:pt x="2339681" y="3853977"/>
                  </a:lnTo>
                  <a:lnTo>
                    <a:pt x="2339807" y="3853977"/>
                  </a:lnTo>
                  <a:lnTo>
                    <a:pt x="2339934" y="3853977"/>
                  </a:lnTo>
                  <a:lnTo>
                    <a:pt x="2340060" y="3853977"/>
                  </a:lnTo>
                  <a:lnTo>
                    <a:pt x="2340186" y="3853977"/>
                  </a:lnTo>
                  <a:lnTo>
                    <a:pt x="2340312" y="3853977"/>
                  </a:lnTo>
                  <a:lnTo>
                    <a:pt x="2340438" y="3853977"/>
                  </a:lnTo>
                  <a:lnTo>
                    <a:pt x="2340564" y="3853977"/>
                  </a:lnTo>
                  <a:lnTo>
                    <a:pt x="2340690" y="3853977"/>
                  </a:lnTo>
                  <a:lnTo>
                    <a:pt x="2340816" y="3853977"/>
                  </a:lnTo>
                  <a:lnTo>
                    <a:pt x="2340942" y="3853977"/>
                  </a:lnTo>
                  <a:lnTo>
                    <a:pt x="2341068" y="3853977"/>
                  </a:lnTo>
                  <a:lnTo>
                    <a:pt x="2341194" y="3853977"/>
                  </a:lnTo>
                  <a:lnTo>
                    <a:pt x="2341320" y="3853977"/>
                  </a:lnTo>
                  <a:lnTo>
                    <a:pt x="2341447" y="3853977"/>
                  </a:lnTo>
                  <a:lnTo>
                    <a:pt x="2341573" y="3853977"/>
                  </a:lnTo>
                  <a:lnTo>
                    <a:pt x="2341699" y="3853977"/>
                  </a:lnTo>
                  <a:lnTo>
                    <a:pt x="2341825" y="3853977"/>
                  </a:lnTo>
                  <a:lnTo>
                    <a:pt x="2341951" y="3853977"/>
                  </a:lnTo>
                  <a:lnTo>
                    <a:pt x="2342077" y="3853977"/>
                  </a:lnTo>
                  <a:lnTo>
                    <a:pt x="2342203" y="3853977"/>
                  </a:lnTo>
                  <a:lnTo>
                    <a:pt x="2342329" y="3853977"/>
                  </a:lnTo>
                  <a:lnTo>
                    <a:pt x="2342455" y="3853977"/>
                  </a:lnTo>
                  <a:lnTo>
                    <a:pt x="2342581" y="3853977"/>
                  </a:lnTo>
                  <a:lnTo>
                    <a:pt x="2342707" y="3853977"/>
                  </a:lnTo>
                  <a:lnTo>
                    <a:pt x="2342834" y="3853977"/>
                  </a:lnTo>
                  <a:lnTo>
                    <a:pt x="2342960" y="3853977"/>
                  </a:lnTo>
                  <a:lnTo>
                    <a:pt x="2343086" y="3853977"/>
                  </a:lnTo>
                  <a:lnTo>
                    <a:pt x="2343212" y="3853977"/>
                  </a:lnTo>
                  <a:lnTo>
                    <a:pt x="2343338" y="3853977"/>
                  </a:lnTo>
                  <a:lnTo>
                    <a:pt x="2343464" y="3853977"/>
                  </a:lnTo>
                  <a:lnTo>
                    <a:pt x="2343590" y="3853977"/>
                  </a:lnTo>
                  <a:lnTo>
                    <a:pt x="2343716" y="3853977"/>
                  </a:lnTo>
                  <a:lnTo>
                    <a:pt x="2343842" y="3853977"/>
                  </a:lnTo>
                  <a:lnTo>
                    <a:pt x="2343968" y="3853977"/>
                  </a:lnTo>
                  <a:lnTo>
                    <a:pt x="2344094" y="3853977"/>
                  </a:lnTo>
                  <a:lnTo>
                    <a:pt x="2344220" y="3853977"/>
                  </a:lnTo>
                  <a:lnTo>
                    <a:pt x="2344347" y="3853977"/>
                  </a:lnTo>
                  <a:lnTo>
                    <a:pt x="2344473" y="3853977"/>
                  </a:lnTo>
                  <a:lnTo>
                    <a:pt x="2344599" y="3853977"/>
                  </a:lnTo>
                  <a:lnTo>
                    <a:pt x="2344725" y="3853977"/>
                  </a:lnTo>
                  <a:lnTo>
                    <a:pt x="2344851" y="3853977"/>
                  </a:lnTo>
                  <a:lnTo>
                    <a:pt x="2344977" y="3853977"/>
                  </a:lnTo>
                  <a:lnTo>
                    <a:pt x="2345103" y="3853977"/>
                  </a:lnTo>
                  <a:lnTo>
                    <a:pt x="2345229" y="3853977"/>
                  </a:lnTo>
                  <a:lnTo>
                    <a:pt x="2345355" y="3853977"/>
                  </a:lnTo>
                  <a:lnTo>
                    <a:pt x="2345481" y="3853977"/>
                  </a:lnTo>
                  <a:lnTo>
                    <a:pt x="2345607" y="3853977"/>
                  </a:lnTo>
                  <a:lnTo>
                    <a:pt x="2345734" y="3853977"/>
                  </a:lnTo>
                  <a:lnTo>
                    <a:pt x="2345860" y="3853977"/>
                  </a:lnTo>
                  <a:lnTo>
                    <a:pt x="2345986" y="3853977"/>
                  </a:lnTo>
                  <a:lnTo>
                    <a:pt x="2346112" y="3853977"/>
                  </a:lnTo>
                  <a:lnTo>
                    <a:pt x="2346238" y="3853977"/>
                  </a:lnTo>
                  <a:lnTo>
                    <a:pt x="2346364" y="3853977"/>
                  </a:lnTo>
                  <a:lnTo>
                    <a:pt x="2346490" y="3853977"/>
                  </a:lnTo>
                  <a:lnTo>
                    <a:pt x="2346616" y="3853977"/>
                  </a:lnTo>
                  <a:lnTo>
                    <a:pt x="2346742" y="3853977"/>
                  </a:lnTo>
                  <a:lnTo>
                    <a:pt x="2346868" y="3853977"/>
                  </a:lnTo>
                  <a:lnTo>
                    <a:pt x="2346994" y="3853977"/>
                  </a:lnTo>
                  <a:lnTo>
                    <a:pt x="2347120" y="3853977"/>
                  </a:lnTo>
                  <a:lnTo>
                    <a:pt x="2347247" y="3853977"/>
                  </a:lnTo>
                  <a:lnTo>
                    <a:pt x="2347373" y="3853977"/>
                  </a:lnTo>
                  <a:lnTo>
                    <a:pt x="2347499" y="3853977"/>
                  </a:lnTo>
                  <a:lnTo>
                    <a:pt x="2347625" y="3853977"/>
                  </a:lnTo>
                  <a:lnTo>
                    <a:pt x="2347751" y="3853977"/>
                  </a:lnTo>
                  <a:lnTo>
                    <a:pt x="2347877" y="3853977"/>
                  </a:lnTo>
                  <a:lnTo>
                    <a:pt x="2348003" y="3853977"/>
                  </a:lnTo>
                  <a:lnTo>
                    <a:pt x="2348003" y="3848698"/>
                  </a:lnTo>
                  <a:lnTo>
                    <a:pt x="2348129" y="3848698"/>
                  </a:lnTo>
                  <a:lnTo>
                    <a:pt x="2348255" y="3848698"/>
                  </a:lnTo>
                  <a:lnTo>
                    <a:pt x="2348381" y="3848698"/>
                  </a:lnTo>
                  <a:lnTo>
                    <a:pt x="2348507" y="3848698"/>
                  </a:lnTo>
                  <a:lnTo>
                    <a:pt x="2348634" y="3848698"/>
                  </a:lnTo>
                  <a:lnTo>
                    <a:pt x="2348760" y="3848698"/>
                  </a:lnTo>
                  <a:lnTo>
                    <a:pt x="2348886" y="3848698"/>
                  </a:lnTo>
                  <a:lnTo>
                    <a:pt x="2349012" y="3848698"/>
                  </a:lnTo>
                  <a:lnTo>
                    <a:pt x="2349138" y="3848698"/>
                  </a:lnTo>
                  <a:lnTo>
                    <a:pt x="2349264" y="3848698"/>
                  </a:lnTo>
                  <a:lnTo>
                    <a:pt x="2349390" y="3848698"/>
                  </a:lnTo>
                  <a:lnTo>
                    <a:pt x="2349516" y="3848698"/>
                  </a:lnTo>
                  <a:lnTo>
                    <a:pt x="2349642" y="3848698"/>
                  </a:lnTo>
                  <a:lnTo>
                    <a:pt x="2349768" y="3848698"/>
                  </a:lnTo>
                  <a:lnTo>
                    <a:pt x="2349894" y="3848698"/>
                  </a:lnTo>
                  <a:lnTo>
                    <a:pt x="2350021" y="3848698"/>
                  </a:lnTo>
                  <a:lnTo>
                    <a:pt x="2350147" y="3848698"/>
                  </a:lnTo>
                  <a:lnTo>
                    <a:pt x="2350273" y="3848698"/>
                  </a:lnTo>
                  <a:lnTo>
                    <a:pt x="2350399" y="3848698"/>
                  </a:lnTo>
                  <a:lnTo>
                    <a:pt x="2350525" y="3848698"/>
                  </a:lnTo>
                  <a:lnTo>
                    <a:pt x="2350651" y="3848698"/>
                  </a:lnTo>
                  <a:lnTo>
                    <a:pt x="2350777" y="3848698"/>
                  </a:lnTo>
                  <a:lnTo>
                    <a:pt x="2350903" y="3848698"/>
                  </a:lnTo>
                  <a:lnTo>
                    <a:pt x="2351029" y="3848698"/>
                  </a:lnTo>
                  <a:lnTo>
                    <a:pt x="2351155" y="3848698"/>
                  </a:lnTo>
                  <a:lnTo>
                    <a:pt x="2351281" y="3848698"/>
                  </a:lnTo>
                  <a:lnTo>
                    <a:pt x="2351407" y="3848698"/>
                  </a:lnTo>
                  <a:lnTo>
                    <a:pt x="2351534" y="3848698"/>
                  </a:lnTo>
                  <a:lnTo>
                    <a:pt x="2351660" y="3848698"/>
                  </a:lnTo>
                  <a:lnTo>
                    <a:pt x="2351786" y="3848698"/>
                  </a:lnTo>
                  <a:lnTo>
                    <a:pt x="2351912" y="3848698"/>
                  </a:lnTo>
                  <a:lnTo>
                    <a:pt x="2352038" y="3848698"/>
                  </a:lnTo>
                  <a:lnTo>
                    <a:pt x="2352164" y="3848698"/>
                  </a:lnTo>
                  <a:lnTo>
                    <a:pt x="2352290" y="3848698"/>
                  </a:lnTo>
                  <a:lnTo>
                    <a:pt x="2352416" y="3848698"/>
                  </a:lnTo>
                  <a:lnTo>
                    <a:pt x="2352542" y="3848698"/>
                  </a:lnTo>
                  <a:lnTo>
                    <a:pt x="2352668" y="3848698"/>
                  </a:lnTo>
                  <a:lnTo>
                    <a:pt x="2352794" y="3848698"/>
                  </a:lnTo>
                  <a:lnTo>
                    <a:pt x="2352921" y="3848698"/>
                  </a:lnTo>
                  <a:lnTo>
                    <a:pt x="2353047" y="3848698"/>
                  </a:lnTo>
                  <a:lnTo>
                    <a:pt x="2353173" y="3848698"/>
                  </a:lnTo>
                  <a:lnTo>
                    <a:pt x="2353299" y="3848698"/>
                  </a:lnTo>
                  <a:lnTo>
                    <a:pt x="2353425" y="3848698"/>
                  </a:lnTo>
                  <a:lnTo>
                    <a:pt x="2353551" y="3848698"/>
                  </a:lnTo>
                  <a:lnTo>
                    <a:pt x="2353677" y="3848698"/>
                  </a:lnTo>
                  <a:lnTo>
                    <a:pt x="2353803" y="3848698"/>
                  </a:lnTo>
                  <a:lnTo>
                    <a:pt x="2353929" y="3848698"/>
                  </a:lnTo>
                  <a:lnTo>
                    <a:pt x="2354055" y="3848698"/>
                  </a:lnTo>
                  <a:lnTo>
                    <a:pt x="2354181" y="3848698"/>
                  </a:lnTo>
                  <a:lnTo>
                    <a:pt x="2354307" y="3848698"/>
                  </a:lnTo>
                  <a:lnTo>
                    <a:pt x="2354434" y="3848698"/>
                  </a:lnTo>
                  <a:lnTo>
                    <a:pt x="2354560" y="3848698"/>
                  </a:lnTo>
                  <a:lnTo>
                    <a:pt x="2354686" y="3848698"/>
                  </a:lnTo>
                  <a:lnTo>
                    <a:pt x="2354812" y="3848698"/>
                  </a:lnTo>
                  <a:lnTo>
                    <a:pt x="2354938" y="3848698"/>
                  </a:lnTo>
                  <a:lnTo>
                    <a:pt x="2355064" y="3848698"/>
                  </a:lnTo>
                  <a:lnTo>
                    <a:pt x="2355190" y="3848698"/>
                  </a:lnTo>
                  <a:lnTo>
                    <a:pt x="2355316" y="3848698"/>
                  </a:lnTo>
                  <a:lnTo>
                    <a:pt x="2355442" y="3848698"/>
                  </a:lnTo>
                  <a:lnTo>
                    <a:pt x="2355568" y="3848698"/>
                  </a:lnTo>
                  <a:lnTo>
                    <a:pt x="2355694" y="3848698"/>
                  </a:lnTo>
                  <a:lnTo>
                    <a:pt x="2355821" y="3848698"/>
                  </a:lnTo>
                  <a:lnTo>
                    <a:pt x="2355821" y="3843418"/>
                  </a:lnTo>
                  <a:lnTo>
                    <a:pt x="2355947" y="3843418"/>
                  </a:lnTo>
                  <a:lnTo>
                    <a:pt x="2356073" y="3843418"/>
                  </a:lnTo>
                  <a:lnTo>
                    <a:pt x="2356199" y="3843418"/>
                  </a:lnTo>
                  <a:lnTo>
                    <a:pt x="2356325" y="3843418"/>
                  </a:lnTo>
                  <a:lnTo>
                    <a:pt x="2356451" y="3843418"/>
                  </a:lnTo>
                  <a:lnTo>
                    <a:pt x="2356577" y="3843418"/>
                  </a:lnTo>
                  <a:lnTo>
                    <a:pt x="2356703" y="3843418"/>
                  </a:lnTo>
                  <a:lnTo>
                    <a:pt x="2356829" y="3843418"/>
                  </a:lnTo>
                  <a:lnTo>
                    <a:pt x="2356955" y="3843418"/>
                  </a:lnTo>
                  <a:lnTo>
                    <a:pt x="2357081" y="3843418"/>
                  </a:lnTo>
                  <a:lnTo>
                    <a:pt x="2357208" y="3843418"/>
                  </a:lnTo>
                  <a:lnTo>
                    <a:pt x="2357334" y="3843418"/>
                  </a:lnTo>
                  <a:lnTo>
                    <a:pt x="2357460" y="3843418"/>
                  </a:lnTo>
                  <a:lnTo>
                    <a:pt x="2357586" y="3843418"/>
                  </a:lnTo>
                  <a:lnTo>
                    <a:pt x="2357712" y="3843418"/>
                  </a:lnTo>
                  <a:lnTo>
                    <a:pt x="2357838" y="3843418"/>
                  </a:lnTo>
                  <a:lnTo>
                    <a:pt x="2357964" y="3843418"/>
                  </a:lnTo>
                  <a:lnTo>
                    <a:pt x="2358090" y="3843418"/>
                  </a:lnTo>
                  <a:lnTo>
                    <a:pt x="2358216" y="3843418"/>
                  </a:lnTo>
                  <a:lnTo>
                    <a:pt x="2358342" y="3843418"/>
                  </a:lnTo>
                  <a:lnTo>
                    <a:pt x="2358468" y="3843418"/>
                  </a:lnTo>
                  <a:lnTo>
                    <a:pt x="2358594" y="3843418"/>
                  </a:lnTo>
                  <a:lnTo>
                    <a:pt x="2358721" y="3843418"/>
                  </a:lnTo>
                  <a:lnTo>
                    <a:pt x="2358847" y="3843418"/>
                  </a:lnTo>
                  <a:lnTo>
                    <a:pt x="2358973" y="3843418"/>
                  </a:lnTo>
                  <a:lnTo>
                    <a:pt x="2359099" y="3843418"/>
                  </a:lnTo>
                  <a:lnTo>
                    <a:pt x="2359225" y="3843418"/>
                  </a:lnTo>
                  <a:lnTo>
                    <a:pt x="2359351" y="3843418"/>
                  </a:lnTo>
                  <a:lnTo>
                    <a:pt x="2359477" y="3843418"/>
                  </a:lnTo>
                  <a:lnTo>
                    <a:pt x="2359603" y="3843418"/>
                  </a:lnTo>
                  <a:lnTo>
                    <a:pt x="2359729" y="3843418"/>
                  </a:lnTo>
                  <a:lnTo>
                    <a:pt x="2359855" y="3843418"/>
                  </a:lnTo>
                  <a:lnTo>
                    <a:pt x="2359981" y="3843418"/>
                  </a:lnTo>
                  <a:lnTo>
                    <a:pt x="2360108" y="3843418"/>
                  </a:lnTo>
                  <a:lnTo>
                    <a:pt x="2360234" y="3843418"/>
                  </a:lnTo>
                  <a:lnTo>
                    <a:pt x="2360360" y="3843418"/>
                  </a:lnTo>
                  <a:lnTo>
                    <a:pt x="2360486" y="3843418"/>
                  </a:lnTo>
                  <a:lnTo>
                    <a:pt x="2360612" y="3843418"/>
                  </a:lnTo>
                  <a:lnTo>
                    <a:pt x="2360738" y="3843418"/>
                  </a:lnTo>
                  <a:lnTo>
                    <a:pt x="2360864" y="3843418"/>
                  </a:lnTo>
                  <a:lnTo>
                    <a:pt x="2360990" y="3843418"/>
                  </a:lnTo>
                  <a:lnTo>
                    <a:pt x="2361116" y="3843418"/>
                  </a:lnTo>
                  <a:lnTo>
                    <a:pt x="2361242" y="3843418"/>
                  </a:lnTo>
                  <a:lnTo>
                    <a:pt x="2361368" y="3843418"/>
                  </a:lnTo>
                  <a:lnTo>
                    <a:pt x="2361494" y="3843418"/>
                  </a:lnTo>
                  <a:lnTo>
                    <a:pt x="2361621" y="3843418"/>
                  </a:lnTo>
                  <a:lnTo>
                    <a:pt x="2361747" y="3843418"/>
                  </a:lnTo>
                  <a:lnTo>
                    <a:pt x="2361873" y="3843418"/>
                  </a:lnTo>
                  <a:lnTo>
                    <a:pt x="2361999" y="3843418"/>
                  </a:lnTo>
                  <a:lnTo>
                    <a:pt x="2362125" y="3843418"/>
                  </a:lnTo>
                  <a:lnTo>
                    <a:pt x="2362251" y="3843418"/>
                  </a:lnTo>
                  <a:lnTo>
                    <a:pt x="2362377" y="3843418"/>
                  </a:lnTo>
                  <a:lnTo>
                    <a:pt x="2362503" y="3843418"/>
                  </a:lnTo>
                  <a:lnTo>
                    <a:pt x="2362629" y="3843418"/>
                  </a:lnTo>
                  <a:lnTo>
                    <a:pt x="2362755" y="3843418"/>
                  </a:lnTo>
                  <a:lnTo>
                    <a:pt x="2362881" y="3843418"/>
                  </a:lnTo>
                  <a:lnTo>
                    <a:pt x="2363008" y="3843418"/>
                  </a:lnTo>
                  <a:lnTo>
                    <a:pt x="2363134" y="3843418"/>
                  </a:lnTo>
                  <a:lnTo>
                    <a:pt x="2363260" y="3843418"/>
                  </a:lnTo>
                  <a:lnTo>
                    <a:pt x="2363386" y="3843418"/>
                  </a:lnTo>
                  <a:lnTo>
                    <a:pt x="2363512" y="3843418"/>
                  </a:lnTo>
                  <a:lnTo>
                    <a:pt x="2363638" y="3843418"/>
                  </a:lnTo>
                  <a:lnTo>
                    <a:pt x="2363638" y="3838139"/>
                  </a:lnTo>
                  <a:lnTo>
                    <a:pt x="2363764" y="3838139"/>
                  </a:lnTo>
                  <a:lnTo>
                    <a:pt x="2363890" y="3838139"/>
                  </a:lnTo>
                  <a:lnTo>
                    <a:pt x="2364016" y="3838139"/>
                  </a:lnTo>
                  <a:lnTo>
                    <a:pt x="2364142" y="3838139"/>
                  </a:lnTo>
                  <a:lnTo>
                    <a:pt x="2364268" y="3838139"/>
                  </a:lnTo>
                  <a:lnTo>
                    <a:pt x="2364394" y="3838139"/>
                  </a:lnTo>
                  <a:lnTo>
                    <a:pt x="2364521" y="3838139"/>
                  </a:lnTo>
                  <a:lnTo>
                    <a:pt x="2364647" y="3838139"/>
                  </a:lnTo>
                  <a:lnTo>
                    <a:pt x="2364773" y="3838139"/>
                  </a:lnTo>
                  <a:lnTo>
                    <a:pt x="2364899" y="3838139"/>
                  </a:lnTo>
                  <a:lnTo>
                    <a:pt x="2365025" y="3838139"/>
                  </a:lnTo>
                  <a:lnTo>
                    <a:pt x="2365151" y="3838139"/>
                  </a:lnTo>
                  <a:lnTo>
                    <a:pt x="2365277" y="3838139"/>
                  </a:lnTo>
                  <a:lnTo>
                    <a:pt x="2365403" y="3838139"/>
                  </a:lnTo>
                  <a:lnTo>
                    <a:pt x="2365529" y="3838139"/>
                  </a:lnTo>
                  <a:lnTo>
                    <a:pt x="2365529" y="3832859"/>
                  </a:lnTo>
                  <a:lnTo>
                    <a:pt x="2365655" y="3832859"/>
                  </a:lnTo>
                  <a:lnTo>
                    <a:pt x="2365781" y="3832859"/>
                  </a:lnTo>
                  <a:lnTo>
                    <a:pt x="2365908" y="3832859"/>
                  </a:lnTo>
                  <a:lnTo>
                    <a:pt x="2366034" y="3832859"/>
                  </a:lnTo>
                  <a:lnTo>
                    <a:pt x="2366160" y="3832859"/>
                  </a:lnTo>
                  <a:lnTo>
                    <a:pt x="2366286" y="3832859"/>
                  </a:lnTo>
                  <a:lnTo>
                    <a:pt x="2366412" y="3832859"/>
                  </a:lnTo>
                  <a:lnTo>
                    <a:pt x="2366538" y="3832859"/>
                  </a:lnTo>
                  <a:lnTo>
                    <a:pt x="2366664" y="3832859"/>
                  </a:lnTo>
                  <a:lnTo>
                    <a:pt x="2366790" y="3832859"/>
                  </a:lnTo>
                  <a:lnTo>
                    <a:pt x="2366916" y="3832859"/>
                  </a:lnTo>
                  <a:lnTo>
                    <a:pt x="2367042" y="3832859"/>
                  </a:lnTo>
                  <a:lnTo>
                    <a:pt x="2367168" y="3832859"/>
                  </a:lnTo>
                  <a:lnTo>
                    <a:pt x="2367295" y="3832859"/>
                  </a:lnTo>
                  <a:lnTo>
                    <a:pt x="2367421" y="3832859"/>
                  </a:lnTo>
                  <a:lnTo>
                    <a:pt x="2367547" y="3832859"/>
                  </a:lnTo>
                  <a:lnTo>
                    <a:pt x="2367673" y="3832859"/>
                  </a:lnTo>
                  <a:lnTo>
                    <a:pt x="2367799" y="3832859"/>
                  </a:lnTo>
                  <a:lnTo>
                    <a:pt x="2367925" y="3832859"/>
                  </a:lnTo>
                  <a:lnTo>
                    <a:pt x="2368051" y="3832859"/>
                  </a:lnTo>
                  <a:lnTo>
                    <a:pt x="2368177" y="3832859"/>
                  </a:lnTo>
                  <a:lnTo>
                    <a:pt x="2368303" y="3832859"/>
                  </a:lnTo>
                  <a:lnTo>
                    <a:pt x="2368429" y="3832859"/>
                  </a:lnTo>
                  <a:lnTo>
                    <a:pt x="2368555" y="3832859"/>
                  </a:lnTo>
                  <a:lnTo>
                    <a:pt x="2368681" y="3832859"/>
                  </a:lnTo>
                  <a:lnTo>
                    <a:pt x="2368808" y="3832859"/>
                  </a:lnTo>
                  <a:lnTo>
                    <a:pt x="2368934" y="3832859"/>
                  </a:lnTo>
                  <a:lnTo>
                    <a:pt x="2369060" y="3832859"/>
                  </a:lnTo>
                  <a:lnTo>
                    <a:pt x="2369186" y="3832859"/>
                  </a:lnTo>
                  <a:lnTo>
                    <a:pt x="2369312" y="3832859"/>
                  </a:lnTo>
                  <a:lnTo>
                    <a:pt x="2369438" y="3832859"/>
                  </a:lnTo>
                  <a:lnTo>
                    <a:pt x="2369564" y="3832859"/>
                  </a:lnTo>
                  <a:lnTo>
                    <a:pt x="2369690" y="3832859"/>
                  </a:lnTo>
                  <a:lnTo>
                    <a:pt x="2369816" y="3832859"/>
                  </a:lnTo>
                  <a:lnTo>
                    <a:pt x="2369942" y="3832859"/>
                  </a:lnTo>
                  <a:lnTo>
                    <a:pt x="2370068" y="3832859"/>
                  </a:lnTo>
                  <a:lnTo>
                    <a:pt x="2370195" y="3832859"/>
                  </a:lnTo>
                  <a:lnTo>
                    <a:pt x="2370321" y="3832859"/>
                  </a:lnTo>
                  <a:lnTo>
                    <a:pt x="2370447" y="3832859"/>
                  </a:lnTo>
                  <a:lnTo>
                    <a:pt x="2370573" y="3832859"/>
                  </a:lnTo>
                  <a:lnTo>
                    <a:pt x="2370699" y="3832859"/>
                  </a:lnTo>
                  <a:lnTo>
                    <a:pt x="2370825" y="3832859"/>
                  </a:lnTo>
                  <a:lnTo>
                    <a:pt x="2370951" y="3832859"/>
                  </a:lnTo>
                  <a:lnTo>
                    <a:pt x="2371077" y="3832859"/>
                  </a:lnTo>
                  <a:lnTo>
                    <a:pt x="2371203" y="3832859"/>
                  </a:lnTo>
                  <a:lnTo>
                    <a:pt x="2371329" y="3832859"/>
                  </a:lnTo>
                  <a:lnTo>
                    <a:pt x="2371455" y="3832859"/>
                  </a:lnTo>
                  <a:lnTo>
                    <a:pt x="2371581" y="3832859"/>
                  </a:lnTo>
                  <a:lnTo>
                    <a:pt x="2371708" y="3832859"/>
                  </a:lnTo>
                  <a:lnTo>
                    <a:pt x="2371834" y="3832859"/>
                  </a:lnTo>
                  <a:lnTo>
                    <a:pt x="2371960" y="3832859"/>
                  </a:lnTo>
                  <a:lnTo>
                    <a:pt x="2372086" y="3832859"/>
                  </a:lnTo>
                  <a:lnTo>
                    <a:pt x="2372212" y="3832859"/>
                  </a:lnTo>
                  <a:lnTo>
                    <a:pt x="2372338" y="3832859"/>
                  </a:lnTo>
                  <a:lnTo>
                    <a:pt x="2372464" y="3832859"/>
                  </a:lnTo>
                  <a:lnTo>
                    <a:pt x="2372590" y="3832859"/>
                  </a:lnTo>
                  <a:lnTo>
                    <a:pt x="2372716" y="3832859"/>
                  </a:lnTo>
                  <a:lnTo>
                    <a:pt x="2372842" y="3832859"/>
                  </a:lnTo>
                  <a:lnTo>
                    <a:pt x="2372968" y="3832859"/>
                  </a:lnTo>
                  <a:lnTo>
                    <a:pt x="2373095" y="3832859"/>
                  </a:lnTo>
                  <a:lnTo>
                    <a:pt x="2373221" y="3832859"/>
                  </a:lnTo>
                  <a:lnTo>
                    <a:pt x="2373347" y="3832859"/>
                  </a:lnTo>
                  <a:lnTo>
                    <a:pt x="2373473" y="3832859"/>
                  </a:lnTo>
                  <a:lnTo>
                    <a:pt x="2373599" y="3832859"/>
                  </a:lnTo>
                  <a:lnTo>
                    <a:pt x="2373725" y="3832859"/>
                  </a:lnTo>
                  <a:lnTo>
                    <a:pt x="2373851" y="3832859"/>
                  </a:lnTo>
                  <a:lnTo>
                    <a:pt x="2373977" y="3832859"/>
                  </a:lnTo>
                  <a:lnTo>
                    <a:pt x="2374103" y="3832859"/>
                  </a:lnTo>
                  <a:lnTo>
                    <a:pt x="2374229" y="3832859"/>
                  </a:lnTo>
                  <a:lnTo>
                    <a:pt x="2374355" y="3832859"/>
                  </a:lnTo>
                  <a:lnTo>
                    <a:pt x="2374482" y="3832859"/>
                  </a:lnTo>
                  <a:lnTo>
                    <a:pt x="2374608" y="3832859"/>
                  </a:lnTo>
                  <a:lnTo>
                    <a:pt x="2374734" y="3832859"/>
                  </a:lnTo>
                  <a:lnTo>
                    <a:pt x="2374860" y="3832859"/>
                  </a:lnTo>
                  <a:lnTo>
                    <a:pt x="2374986" y="3832859"/>
                  </a:lnTo>
                  <a:lnTo>
                    <a:pt x="2375112" y="3832859"/>
                  </a:lnTo>
                  <a:lnTo>
                    <a:pt x="2375238" y="3832859"/>
                  </a:lnTo>
                  <a:lnTo>
                    <a:pt x="2375364" y="3832859"/>
                  </a:lnTo>
                  <a:lnTo>
                    <a:pt x="2375490" y="3832859"/>
                  </a:lnTo>
                  <a:lnTo>
                    <a:pt x="2375616" y="3832859"/>
                  </a:lnTo>
                  <a:lnTo>
                    <a:pt x="2375742" y="3832859"/>
                  </a:lnTo>
                  <a:lnTo>
                    <a:pt x="2375868" y="3832859"/>
                  </a:lnTo>
                  <a:lnTo>
                    <a:pt x="2375995" y="3832859"/>
                  </a:lnTo>
                  <a:lnTo>
                    <a:pt x="2376121" y="3832859"/>
                  </a:lnTo>
                  <a:lnTo>
                    <a:pt x="2376247" y="3832859"/>
                  </a:lnTo>
                  <a:lnTo>
                    <a:pt x="2376373" y="3832859"/>
                  </a:lnTo>
                  <a:lnTo>
                    <a:pt x="2376499" y="3832859"/>
                  </a:lnTo>
                  <a:lnTo>
                    <a:pt x="2376625" y="3832859"/>
                  </a:lnTo>
                  <a:lnTo>
                    <a:pt x="2376751" y="3832859"/>
                  </a:lnTo>
                  <a:lnTo>
                    <a:pt x="2376877" y="3832859"/>
                  </a:lnTo>
                  <a:lnTo>
                    <a:pt x="2377003" y="3832859"/>
                  </a:lnTo>
                  <a:lnTo>
                    <a:pt x="2377003" y="3827580"/>
                  </a:lnTo>
                  <a:lnTo>
                    <a:pt x="2377129" y="3827580"/>
                  </a:lnTo>
                  <a:lnTo>
                    <a:pt x="2377255" y="3827580"/>
                  </a:lnTo>
                  <a:lnTo>
                    <a:pt x="2377382" y="3827580"/>
                  </a:lnTo>
                  <a:lnTo>
                    <a:pt x="2377508" y="3827580"/>
                  </a:lnTo>
                  <a:lnTo>
                    <a:pt x="2377634" y="3827580"/>
                  </a:lnTo>
                  <a:lnTo>
                    <a:pt x="2377760" y="3827580"/>
                  </a:lnTo>
                  <a:lnTo>
                    <a:pt x="2377886" y="3827580"/>
                  </a:lnTo>
                  <a:lnTo>
                    <a:pt x="2378012" y="3827580"/>
                  </a:lnTo>
                  <a:lnTo>
                    <a:pt x="2378012" y="3822301"/>
                  </a:lnTo>
                  <a:lnTo>
                    <a:pt x="2378138" y="3822301"/>
                  </a:lnTo>
                  <a:lnTo>
                    <a:pt x="2378264" y="3822301"/>
                  </a:lnTo>
                  <a:lnTo>
                    <a:pt x="2378390" y="3822301"/>
                  </a:lnTo>
                  <a:lnTo>
                    <a:pt x="2378516" y="3822301"/>
                  </a:lnTo>
                  <a:lnTo>
                    <a:pt x="2378642" y="3822301"/>
                  </a:lnTo>
                  <a:lnTo>
                    <a:pt x="2378768" y="3822301"/>
                  </a:lnTo>
                  <a:lnTo>
                    <a:pt x="2378895" y="3822301"/>
                  </a:lnTo>
                  <a:lnTo>
                    <a:pt x="2379021" y="3822301"/>
                  </a:lnTo>
                  <a:lnTo>
                    <a:pt x="2379147" y="3822301"/>
                  </a:lnTo>
                  <a:lnTo>
                    <a:pt x="2379273" y="3822301"/>
                  </a:lnTo>
                  <a:lnTo>
                    <a:pt x="2379399" y="3822301"/>
                  </a:lnTo>
                  <a:lnTo>
                    <a:pt x="2379525" y="3822301"/>
                  </a:lnTo>
                  <a:lnTo>
                    <a:pt x="2379651" y="3822301"/>
                  </a:lnTo>
                  <a:lnTo>
                    <a:pt x="2379777" y="3822301"/>
                  </a:lnTo>
                  <a:lnTo>
                    <a:pt x="2379903" y="3822301"/>
                  </a:lnTo>
                  <a:lnTo>
                    <a:pt x="2380029" y="3822301"/>
                  </a:lnTo>
                  <a:lnTo>
                    <a:pt x="2380155" y="3822301"/>
                  </a:lnTo>
                  <a:lnTo>
                    <a:pt x="2380282" y="3822301"/>
                  </a:lnTo>
                  <a:lnTo>
                    <a:pt x="2380408" y="3822301"/>
                  </a:lnTo>
                  <a:lnTo>
                    <a:pt x="2380534" y="3822301"/>
                  </a:lnTo>
                  <a:lnTo>
                    <a:pt x="2380660" y="3822301"/>
                  </a:lnTo>
                  <a:lnTo>
                    <a:pt x="2380786" y="3822301"/>
                  </a:lnTo>
                  <a:lnTo>
                    <a:pt x="2380912" y="3822301"/>
                  </a:lnTo>
                  <a:lnTo>
                    <a:pt x="2381038" y="3822301"/>
                  </a:lnTo>
                  <a:lnTo>
                    <a:pt x="2381164" y="3822301"/>
                  </a:lnTo>
                  <a:lnTo>
                    <a:pt x="2381290" y="3822301"/>
                  </a:lnTo>
                  <a:lnTo>
                    <a:pt x="2381416" y="3822301"/>
                  </a:lnTo>
                  <a:lnTo>
                    <a:pt x="2381542" y="3822301"/>
                  </a:lnTo>
                  <a:lnTo>
                    <a:pt x="2381669" y="3822301"/>
                  </a:lnTo>
                  <a:lnTo>
                    <a:pt x="2381795" y="3822301"/>
                  </a:lnTo>
                  <a:lnTo>
                    <a:pt x="2381921" y="3822301"/>
                  </a:lnTo>
                  <a:lnTo>
                    <a:pt x="2382047" y="3822301"/>
                  </a:lnTo>
                  <a:lnTo>
                    <a:pt x="2382173" y="3822301"/>
                  </a:lnTo>
                  <a:lnTo>
                    <a:pt x="2382299" y="3822301"/>
                  </a:lnTo>
                  <a:lnTo>
                    <a:pt x="2382425" y="3822301"/>
                  </a:lnTo>
                  <a:lnTo>
                    <a:pt x="2382551" y="3822301"/>
                  </a:lnTo>
                  <a:lnTo>
                    <a:pt x="2382677" y="3822301"/>
                  </a:lnTo>
                  <a:lnTo>
                    <a:pt x="2382803" y="3822301"/>
                  </a:lnTo>
                  <a:lnTo>
                    <a:pt x="2382929" y="3822301"/>
                  </a:lnTo>
                  <a:lnTo>
                    <a:pt x="2383055" y="3822301"/>
                  </a:lnTo>
                  <a:lnTo>
                    <a:pt x="2383182" y="3822301"/>
                  </a:lnTo>
                  <a:lnTo>
                    <a:pt x="2383308" y="3822301"/>
                  </a:lnTo>
                  <a:lnTo>
                    <a:pt x="2383434" y="3822301"/>
                  </a:lnTo>
                  <a:lnTo>
                    <a:pt x="2383560" y="3822301"/>
                  </a:lnTo>
                  <a:lnTo>
                    <a:pt x="2383686" y="3822301"/>
                  </a:lnTo>
                  <a:lnTo>
                    <a:pt x="2383812" y="3822301"/>
                  </a:lnTo>
                  <a:lnTo>
                    <a:pt x="2383938" y="3822301"/>
                  </a:lnTo>
                  <a:lnTo>
                    <a:pt x="2384064" y="3822301"/>
                  </a:lnTo>
                  <a:lnTo>
                    <a:pt x="2384190" y="3822301"/>
                  </a:lnTo>
                  <a:lnTo>
                    <a:pt x="2384316" y="3822301"/>
                  </a:lnTo>
                  <a:lnTo>
                    <a:pt x="2384442" y="3822301"/>
                  </a:lnTo>
                  <a:lnTo>
                    <a:pt x="2384569" y="3822301"/>
                  </a:lnTo>
                  <a:lnTo>
                    <a:pt x="2384695" y="3822301"/>
                  </a:lnTo>
                  <a:lnTo>
                    <a:pt x="2384821" y="3822301"/>
                  </a:lnTo>
                  <a:lnTo>
                    <a:pt x="2384947" y="3822301"/>
                  </a:lnTo>
                  <a:lnTo>
                    <a:pt x="2385073" y="3822301"/>
                  </a:lnTo>
                  <a:lnTo>
                    <a:pt x="2385199" y="3822301"/>
                  </a:lnTo>
                  <a:lnTo>
                    <a:pt x="2385325" y="3822301"/>
                  </a:lnTo>
                  <a:lnTo>
                    <a:pt x="2385451" y="3822301"/>
                  </a:lnTo>
                  <a:lnTo>
                    <a:pt x="2385577" y="3822301"/>
                  </a:lnTo>
                  <a:lnTo>
                    <a:pt x="2385703" y="3822301"/>
                  </a:lnTo>
                  <a:lnTo>
                    <a:pt x="2385829" y="3822301"/>
                  </a:lnTo>
                  <a:lnTo>
                    <a:pt x="2385955" y="3822301"/>
                  </a:lnTo>
                  <a:lnTo>
                    <a:pt x="2386082" y="3822301"/>
                  </a:lnTo>
                  <a:lnTo>
                    <a:pt x="2386208" y="3822301"/>
                  </a:lnTo>
                  <a:lnTo>
                    <a:pt x="2386334" y="3822301"/>
                  </a:lnTo>
                  <a:lnTo>
                    <a:pt x="2386460" y="3822301"/>
                  </a:lnTo>
                  <a:lnTo>
                    <a:pt x="2386586" y="3822301"/>
                  </a:lnTo>
                  <a:lnTo>
                    <a:pt x="2386712" y="3822301"/>
                  </a:lnTo>
                  <a:lnTo>
                    <a:pt x="2386838" y="3822301"/>
                  </a:lnTo>
                  <a:lnTo>
                    <a:pt x="2386964" y="3822301"/>
                  </a:lnTo>
                  <a:lnTo>
                    <a:pt x="2387090" y="3822301"/>
                  </a:lnTo>
                  <a:lnTo>
                    <a:pt x="2387216" y="3822301"/>
                  </a:lnTo>
                  <a:lnTo>
                    <a:pt x="2387342" y="3822301"/>
                  </a:lnTo>
                  <a:lnTo>
                    <a:pt x="2387469" y="3822301"/>
                  </a:lnTo>
                  <a:lnTo>
                    <a:pt x="2387595" y="3822301"/>
                  </a:lnTo>
                  <a:lnTo>
                    <a:pt x="2387721" y="3822301"/>
                  </a:lnTo>
                  <a:lnTo>
                    <a:pt x="2387847" y="3822301"/>
                  </a:lnTo>
                  <a:lnTo>
                    <a:pt x="2387973" y="3822301"/>
                  </a:lnTo>
                  <a:lnTo>
                    <a:pt x="2388099" y="3822301"/>
                  </a:lnTo>
                  <a:lnTo>
                    <a:pt x="2388225" y="3822301"/>
                  </a:lnTo>
                  <a:lnTo>
                    <a:pt x="2388351" y="3822301"/>
                  </a:lnTo>
                  <a:lnTo>
                    <a:pt x="2388477" y="3822301"/>
                  </a:lnTo>
                  <a:lnTo>
                    <a:pt x="2388603" y="3822301"/>
                  </a:lnTo>
                  <a:lnTo>
                    <a:pt x="2388729" y="3822301"/>
                  </a:lnTo>
                  <a:lnTo>
                    <a:pt x="2388855" y="3822301"/>
                  </a:lnTo>
                  <a:lnTo>
                    <a:pt x="2388982" y="3822301"/>
                  </a:lnTo>
                  <a:lnTo>
                    <a:pt x="2389108" y="3822301"/>
                  </a:lnTo>
                  <a:lnTo>
                    <a:pt x="2389234" y="3822301"/>
                  </a:lnTo>
                  <a:lnTo>
                    <a:pt x="2389360" y="3822301"/>
                  </a:lnTo>
                  <a:lnTo>
                    <a:pt x="2389486" y="3822301"/>
                  </a:lnTo>
                  <a:lnTo>
                    <a:pt x="2389612" y="3822301"/>
                  </a:lnTo>
                  <a:lnTo>
                    <a:pt x="2389738" y="3822301"/>
                  </a:lnTo>
                  <a:lnTo>
                    <a:pt x="2389864" y="3822301"/>
                  </a:lnTo>
                  <a:lnTo>
                    <a:pt x="2389990" y="3822301"/>
                  </a:lnTo>
                  <a:lnTo>
                    <a:pt x="2390116" y="3822301"/>
                  </a:lnTo>
                  <a:lnTo>
                    <a:pt x="2390242" y="3822301"/>
                  </a:lnTo>
                  <a:lnTo>
                    <a:pt x="2390369" y="3822301"/>
                  </a:lnTo>
                  <a:lnTo>
                    <a:pt x="2390495" y="3822301"/>
                  </a:lnTo>
                  <a:lnTo>
                    <a:pt x="2390621" y="3822301"/>
                  </a:lnTo>
                  <a:lnTo>
                    <a:pt x="2390747" y="3822301"/>
                  </a:lnTo>
                  <a:lnTo>
                    <a:pt x="2390873" y="3822301"/>
                  </a:lnTo>
                  <a:lnTo>
                    <a:pt x="2390999" y="3822301"/>
                  </a:lnTo>
                  <a:lnTo>
                    <a:pt x="2391125" y="3822301"/>
                  </a:lnTo>
                  <a:lnTo>
                    <a:pt x="2391251" y="3822301"/>
                  </a:lnTo>
                  <a:lnTo>
                    <a:pt x="2391377" y="3822301"/>
                  </a:lnTo>
                  <a:lnTo>
                    <a:pt x="2391377" y="3817021"/>
                  </a:lnTo>
                  <a:lnTo>
                    <a:pt x="2391503" y="3817021"/>
                  </a:lnTo>
                  <a:lnTo>
                    <a:pt x="2391629" y="3817021"/>
                  </a:lnTo>
                  <a:lnTo>
                    <a:pt x="2391756" y="3817021"/>
                  </a:lnTo>
                  <a:lnTo>
                    <a:pt x="2391882" y="3817021"/>
                  </a:lnTo>
                  <a:lnTo>
                    <a:pt x="2392008" y="3817021"/>
                  </a:lnTo>
                  <a:lnTo>
                    <a:pt x="2392134" y="3817021"/>
                  </a:lnTo>
                  <a:lnTo>
                    <a:pt x="2392260" y="3817021"/>
                  </a:lnTo>
                  <a:lnTo>
                    <a:pt x="2392386" y="3817021"/>
                  </a:lnTo>
                  <a:lnTo>
                    <a:pt x="2392512" y="3817021"/>
                  </a:lnTo>
                  <a:lnTo>
                    <a:pt x="2392638" y="3817021"/>
                  </a:lnTo>
                  <a:lnTo>
                    <a:pt x="2392764" y="3817021"/>
                  </a:lnTo>
                  <a:lnTo>
                    <a:pt x="2392890" y="3817021"/>
                  </a:lnTo>
                  <a:lnTo>
                    <a:pt x="2393016" y="3817021"/>
                  </a:lnTo>
                  <a:lnTo>
                    <a:pt x="2393142" y="3817021"/>
                  </a:lnTo>
                  <a:lnTo>
                    <a:pt x="2393269" y="3817021"/>
                  </a:lnTo>
                  <a:lnTo>
                    <a:pt x="2393395" y="3817021"/>
                  </a:lnTo>
                  <a:lnTo>
                    <a:pt x="2393521" y="3817021"/>
                  </a:lnTo>
                  <a:lnTo>
                    <a:pt x="2393647" y="3817021"/>
                  </a:lnTo>
                  <a:lnTo>
                    <a:pt x="2393773" y="3817021"/>
                  </a:lnTo>
                  <a:lnTo>
                    <a:pt x="2393899" y="3817021"/>
                  </a:lnTo>
                  <a:lnTo>
                    <a:pt x="2394025" y="3817021"/>
                  </a:lnTo>
                  <a:lnTo>
                    <a:pt x="2394151" y="3817021"/>
                  </a:lnTo>
                  <a:lnTo>
                    <a:pt x="2394277" y="3817021"/>
                  </a:lnTo>
                  <a:lnTo>
                    <a:pt x="2394403" y="3817021"/>
                  </a:lnTo>
                  <a:lnTo>
                    <a:pt x="2394529" y="3817021"/>
                  </a:lnTo>
                  <a:lnTo>
                    <a:pt x="2394656" y="3817021"/>
                  </a:lnTo>
                  <a:lnTo>
                    <a:pt x="2394782" y="3817021"/>
                  </a:lnTo>
                  <a:lnTo>
                    <a:pt x="2394908" y="3817021"/>
                  </a:lnTo>
                  <a:lnTo>
                    <a:pt x="2395034" y="3817021"/>
                  </a:lnTo>
                  <a:lnTo>
                    <a:pt x="2395160" y="3817021"/>
                  </a:lnTo>
                  <a:lnTo>
                    <a:pt x="2395286" y="3817021"/>
                  </a:lnTo>
                  <a:lnTo>
                    <a:pt x="2395412" y="3817021"/>
                  </a:lnTo>
                  <a:lnTo>
                    <a:pt x="2395538" y="3817021"/>
                  </a:lnTo>
                  <a:lnTo>
                    <a:pt x="2395664" y="3817021"/>
                  </a:lnTo>
                  <a:lnTo>
                    <a:pt x="2395664" y="3811742"/>
                  </a:lnTo>
                  <a:lnTo>
                    <a:pt x="2395790" y="3811742"/>
                  </a:lnTo>
                  <a:lnTo>
                    <a:pt x="2395916" y="3811742"/>
                  </a:lnTo>
                  <a:lnTo>
                    <a:pt x="2396042" y="3811742"/>
                  </a:lnTo>
                  <a:lnTo>
                    <a:pt x="2396169" y="3811742"/>
                  </a:lnTo>
                  <a:lnTo>
                    <a:pt x="2396295" y="3811742"/>
                  </a:lnTo>
                  <a:lnTo>
                    <a:pt x="2396421" y="3811742"/>
                  </a:lnTo>
                  <a:lnTo>
                    <a:pt x="2396547" y="3811742"/>
                  </a:lnTo>
                  <a:lnTo>
                    <a:pt x="2396673" y="3811742"/>
                  </a:lnTo>
                  <a:lnTo>
                    <a:pt x="2396799" y="3811742"/>
                  </a:lnTo>
                  <a:lnTo>
                    <a:pt x="2396925" y="3811742"/>
                  </a:lnTo>
                  <a:lnTo>
                    <a:pt x="2397051" y="3811742"/>
                  </a:lnTo>
                  <a:lnTo>
                    <a:pt x="2397177" y="3811742"/>
                  </a:lnTo>
                  <a:lnTo>
                    <a:pt x="2397303" y="3811742"/>
                  </a:lnTo>
                  <a:lnTo>
                    <a:pt x="2397429" y="3811742"/>
                  </a:lnTo>
                  <a:lnTo>
                    <a:pt x="2397556" y="3811742"/>
                  </a:lnTo>
                  <a:lnTo>
                    <a:pt x="2397682" y="3811742"/>
                  </a:lnTo>
                  <a:lnTo>
                    <a:pt x="2397808" y="3811742"/>
                  </a:lnTo>
                  <a:lnTo>
                    <a:pt x="2397934" y="3811742"/>
                  </a:lnTo>
                  <a:lnTo>
                    <a:pt x="2398060" y="3811742"/>
                  </a:lnTo>
                  <a:lnTo>
                    <a:pt x="2398186" y="3811742"/>
                  </a:lnTo>
                  <a:lnTo>
                    <a:pt x="2398186" y="3806462"/>
                  </a:lnTo>
                  <a:lnTo>
                    <a:pt x="2398312" y="3806462"/>
                  </a:lnTo>
                  <a:lnTo>
                    <a:pt x="2398438" y="3806462"/>
                  </a:lnTo>
                  <a:lnTo>
                    <a:pt x="2398564" y="3806462"/>
                  </a:lnTo>
                  <a:lnTo>
                    <a:pt x="2398690" y="3806462"/>
                  </a:lnTo>
                  <a:lnTo>
                    <a:pt x="2398816" y="3806462"/>
                  </a:lnTo>
                  <a:lnTo>
                    <a:pt x="2398943" y="3806462"/>
                  </a:lnTo>
                  <a:lnTo>
                    <a:pt x="2399069" y="3806462"/>
                  </a:lnTo>
                  <a:lnTo>
                    <a:pt x="2399195" y="3806462"/>
                  </a:lnTo>
                  <a:lnTo>
                    <a:pt x="2399321" y="3806462"/>
                  </a:lnTo>
                  <a:lnTo>
                    <a:pt x="2399447" y="3806462"/>
                  </a:lnTo>
                  <a:lnTo>
                    <a:pt x="2399573" y="3806462"/>
                  </a:lnTo>
                  <a:lnTo>
                    <a:pt x="2399699" y="3806462"/>
                  </a:lnTo>
                  <a:lnTo>
                    <a:pt x="2399825" y="3806462"/>
                  </a:lnTo>
                  <a:lnTo>
                    <a:pt x="2399951" y="3806462"/>
                  </a:lnTo>
                  <a:lnTo>
                    <a:pt x="2400077" y="3806462"/>
                  </a:lnTo>
                  <a:lnTo>
                    <a:pt x="2400203" y="3806462"/>
                  </a:lnTo>
                  <a:lnTo>
                    <a:pt x="2400329" y="3806462"/>
                  </a:lnTo>
                  <a:lnTo>
                    <a:pt x="2400456" y="3806462"/>
                  </a:lnTo>
                  <a:lnTo>
                    <a:pt x="2400582" y="3806462"/>
                  </a:lnTo>
                  <a:lnTo>
                    <a:pt x="2400708" y="3806462"/>
                  </a:lnTo>
                  <a:lnTo>
                    <a:pt x="2400834" y="3806462"/>
                  </a:lnTo>
                  <a:lnTo>
                    <a:pt x="2400960" y="3806462"/>
                  </a:lnTo>
                  <a:lnTo>
                    <a:pt x="2401086" y="3806462"/>
                  </a:lnTo>
                  <a:lnTo>
                    <a:pt x="2401212" y="3806462"/>
                  </a:lnTo>
                  <a:lnTo>
                    <a:pt x="2401338" y="3806462"/>
                  </a:lnTo>
                  <a:lnTo>
                    <a:pt x="2401464" y="3806462"/>
                  </a:lnTo>
                  <a:lnTo>
                    <a:pt x="2401590" y="3806462"/>
                  </a:lnTo>
                  <a:lnTo>
                    <a:pt x="2401716" y="3806462"/>
                  </a:lnTo>
                  <a:lnTo>
                    <a:pt x="2401843" y="3806462"/>
                  </a:lnTo>
                  <a:lnTo>
                    <a:pt x="2401969" y="3806462"/>
                  </a:lnTo>
                  <a:lnTo>
                    <a:pt x="2402095" y="3806462"/>
                  </a:lnTo>
                  <a:lnTo>
                    <a:pt x="2402221" y="3806462"/>
                  </a:lnTo>
                  <a:lnTo>
                    <a:pt x="2402347" y="3806462"/>
                  </a:lnTo>
                  <a:lnTo>
                    <a:pt x="2402473" y="3806462"/>
                  </a:lnTo>
                  <a:lnTo>
                    <a:pt x="2402599" y="3806462"/>
                  </a:lnTo>
                  <a:lnTo>
                    <a:pt x="2402725" y="3806462"/>
                  </a:lnTo>
                  <a:lnTo>
                    <a:pt x="2402851" y="3806462"/>
                  </a:lnTo>
                  <a:lnTo>
                    <a:pt x="2402977" y="3806462"/>
                  </a:lnTo>
                  <a:lnTo>
                    <a:pt x="2403103" y="3806462"/>
                  </a:lnTo>
                  <a:lnTo>
                    <a:pt x="2403229" y="3806462"/>
                  </a:lnTo>
                  <a:lnTo>
                    <a:pt x="2403356" y="3806462"/>
                  </a:lnTo>
                  <a:lnTo>
                    <a:pt x="2403356" y="3801183"/>
                  </a:lnTo>
                  <a:lnTo>
                    <a:pt x="2403482" y="3801183"/>
                  </a:lnTo>
                  <a:lnTo>
                    <a:pt x="2403482" y="3795903"/>
                  </a:lnTo>
                  <a:lnTo>
                    <a:pt x="2403608" y="3795903"/>
                  </a:lnTo>
                  <a:lnTo>
                    <a:pt x="2403734" y="3795903"/>
                  </a:lnTo>
                  <a:lnTo>
                    <a:pt x="2403860" y="3795903"/>
                  </a:lnTo>
                  <a:lnTo>
                    <a:pt x="2403986" y="3795903"/>
                  </a:lnTo>
                  <a:lnTo>
                    <a:pt x="2404112" y="3795903"/>
                  </a:lnTo>
                  <a:lnTo>
                    <a:pt x="2404238" y="3795903"/>
                  </a:lnTo>
                  <a:lnTo>
                    <a:pt x="2404364" y="3795903"/>
                  </a:lnTo>
                  <a:lnTo>
                    <a:pt x="2404490" y="3795903"/>
                  </a:lnTo>
                  <a:lnTo>
                    <a:pt x="2404616" y="3795903"/>
                  </a:lnTo>
                  <a:lnTo>
                    <a:pt x="2404743" y="3795903"/>
                  </a:lnTo>
                  <a:lnTo>
                    <a:pt x="2404869" y="3795903"/>
                  </a:lnTo>
                  <a:lnTo>
                    <a:pt x="2404995" y="3795903"/>
                  </a:lnTo>
                  <a:lnTo>
                    <a:pt x="2405121" y="3795903"/>
                  </a:lnTo>
                  <a:lnTo>
                    <a:pt x="2405247" y="3795903"/>
                  </a:lnTo>
                  <a:lnTo>
                    <a:pt x="2405373" y="3795903"/>
                  </a:lnTo>
                  <a:lnTo>
                    <a:pt x="2405499" y="3795903"/>
                  </a:lnTo>
                  <a:lnTo>
                    <a:pt x="2405625" y="3795903"/>
                  </a:lnTo>
                  <a:lnTo>
                    <a:pt x="2405751" y="3795903"/>
                  </a:lnTo>
                  <a:lnTo>
                    <a:pt x="2405877" y="3795903"/>
                  </a:lnTo>
                  <a:lnTo>
                    <a:pt x="2406003" y="3795903"/>
                  </a:lnTo>
                  <a:lnTo>
                    <a:pt x="2406129" y="3795903"/>
                  </a:lnTo>
                  <a:lnTo>
                    <a:pt x="2406256" y="3795903"/>
                  </a:lnTo>
                  <a:lnTo>
                    <a:pt x="2406382" y="3795903"/>
                  </a:lnTo>
                  <a:lnTo>
                    <a:pt x="2406508" y="3795903"/>
                  </a:lnTo>
                  <a:lnTo>
                    <a:pt x="2406634" y="3795903"/>
                  </a:lnTo>
                  <a:lnTo>
                    <a:pt x="2406760" y="3795903"/>
                  </a:lnTo>
                  <a:lnTo>
                    <a:pt x="2406886" y="3795903"/>
                  </a:lnTo>
                  <a:lnTo>
                    <a:pt x="2407012" y="3795903"/>
                  </a:lnTo>
                  <a:lnTo>
                    <a:pt x="2407138" y="3795903"/>
                  </a:lnTo>
                  <a:lnTo>
                    <a:pt x="2407264" y="3795903"/>
                  </a:lnTo>
                  <a:lnTo>
                    <a:pt x="2407390" y="3795903"/>
                  </a:lnTo>
                  <a:lnTo>
                    <a:pt x="2407516" y="3795903"/>
                  </a:lnTo>
                  <a:lnTo>
                    <a:pt x="2407643" y="3795903"/>
                  </a:lnTo>
                  <a:lnTo>
                    <a:pt x="2407769" y="3795903"/>
                  </a:lnTo>
                  <a:lnTo>
                    <a:pt x="2407895" y="3795903"/>
                  </a:lnTo>
                  <a:lnTo>
                    <a:pt x="2408021" y="3795903"/>
                  </a:lnTo>
                  <a:lnTo>
                    <a:pt x="2408147" y="3795903"/>
                  </a:lnTo>
                  <a:lnTo>
                    <a:pt x="2408273" y="3795903"/>
                  </a:lnTo>
                  <a:lnTo>
                    <a:pt x="2408399" y="3795903"/>
                  </a:lnTo>
                  <a:lnTo>
                    <a:pt x="2408525" y="3795903"/>
                  </a:lnTo>
                  <a:lnTo>
                    <a:pt x="2408651" y="3795903"/>
                  </a:lnTo>
                  <a:lnTo>
                    <a:pt x="2408777" y="3795903"/>
                  </a:lnTo>
                  <a:lnTo>
                    <a:pt x="2408903" y="3795903"/>
                  </a:lnTo>
                  <a:lnTo>
                    <a:pt x="2409030" y="3795903"/>
                  </a:lnTo>
                  <a:lnTo>
                    <a:pt x="2409156" y="3795903"/>
                  </a:lnTo>
                  <a:lnTo>
                    <a:pt x="2409282" y="3795903"/>
                  </a:lnTo>
                  <a:lnTo>
                    <a:pt x="2409408" y="3795903"/>
                  </a:lnTo>
                  <a:lnTo>
                    <a:pt x="2409534" y="3795903"/>
                  </a:lnTo>
                  <a:lnTo>
                    <a:pt x="2409660" y="3795903"/>
                  </a:lnTo>
                  <a:lnTo>
                    <a:pt x="2409786" y="3795903"/>
                  </a:lnTo>
                  <a:lnTo>
                    <a:pt x="2409912" y="3795903"/>
                  </a:lnTo>
                  <a:lnTo>
                    <a:pt x="2410038" y="3795903"/>
                  </a:lnTo>
                  <a:lnTo>
                    <a:pt x="2410164" y="3795903"/>
                  </a:lnTo>
                  <a:lnTo>
                    <a:pt x="2410290" y="3795903"/>
                  </a:lnTo>
                  <a:lnTo>
                    <a:pt x="2410416" y="3795903"/>
                  </a:lnTo>
                  <a:lnTo>
                    <a:pt x="2410543" y="3795903"/>
                  </a:lnTo>
                  <a:lnTo>
                    <a:pt x="2410669" y="3795903"/>
                  </a:lnTo>
                  <a:lnTo>
                    <a:pt x="2410795" y="3795903"/>
                  </a:lnTo>
                  <a:lnTo>
                    <a:pt x="2410921" y="3795903"/>
                  </a:lnTo>
                  <a:lnTo>
                    <a:pt x="2411047" y="3795903"/>
                  </a:lnTo>
                  <a:lnTo>
                    <a:pt x="2411173" y="3795903"/>
                  </a:lnTo>
                  <a:lnTo>
                    <a:pt x="2411299" y="3795903"/>
                  </a:lnTo>
                  <a:lnTo>
                    <a:pt x="2411299" y="3790624"/>
                  </a:lnTo>
                  <a:lnTo>
                    <a:pt x="2411425" y="3790624"/>
                  </a:lnTo>
                  <a:lnTo>
                    <a:pt x="2411551" y="3790624"/>
                  </a:lnTo>
                  <a:lnTo>
                    <a:pt x="2411677" y="3790624"/>
                  </a:lnTo>
                  <a:lnTo>
                    <a:pt x="2411803" y="3790624"/>
                  </a:lnTo>
                  <a:lnTo>
                    <a:pt x="2411930" y="3790624"/>
                  </a:lnTo>
                  <a:lnTo>
                    <a:pt x="2412056" y="3790624"/>
                  </a:lnTo>
                  <a:lnTo>
                    <a:pt x="2412182" y="3790624"/>
                  </a:lnTo>
                  <a:lnTo>
                    <a:pt x="2412308" y="3790624"/>
                  </a:lnTo>
                  <a:lnTo>
                    <a:pt x="2412434" y="3790624"/>
                  </a:lnTo>
                  <a:lnTo>
                    <a:pt x="2412560" y="3790624"/>
                  </a:lnTo>
                  <a:lnTo>
                    <a:pt x="2412686" y="3790624"/>
                  </a:lnTo>
                  <a:lnTo>
                    <a:pt x="2412812" y="3790624"/>
                  </a:lnTo>
                  <a:lnTo>
                    <a:pt x="2412938" y="3790624"/>
                  </a:lnTo>
                  <a:lnTo>
                    <a:pt x="2413064" y="3790624"/>
                  </a:lnTo>
                  <a:lnTo>
                    <a:pt x="2413190" y="3790624"/>
                  </a:lnTo>
                  <a:lnTo>
                    <a:pt x="2413316" y="3790624"/>
                  </a:lnTo>
                  <a:lnTo>
                    <a:pt x="2413443" y="3790624"/>
                  </a:lnTo>
                  <a:lnTo>
                    <a:pt x="2413569" y="3790624"/>
                  </a:lnTo>
                  <a:lnTo>
                    <a:pt x="2413695" y="3790624"/>
                  </a:lnTo>
                  <a:lnTo>
                    <a:pt x="2413821" y="3790624"/>
                  </a:lnTo>
                  <a:lnTo>
                    <a:pt x="2413947" y="3790624"/>
                  </a:lnTo>
                  <a:lnTo>
                    <a:pt x="2414073" y="3790624"/>
                  </a:lnTo>
                  <a:lnTo>
                    <a:pt x="2414199" y="3790624"/>
                  </a:lnTo>
                  <a:lnTo>
                    <a:pt x="2414325" y="3790624"/>
                  </a:lnTo>
                  <a:lnTo>
                    <a:pt x="2414451" y="3790624"/>
                  </a:lnTo>
                  <a:lnTo>
                    <a:pt x="2414451" y="3785345"/>
                  </a:lnTo>
                  <a:lnTo>
                    <a:pt x="2414577" y="3785345"/>
                  </a:lnTo>
                  <a:lnTo>
                    <a:pt x="2414703" y="3785345"/>
                  </a:lnTo>
                  <a:lnTo>
                    <a:pt x="2414830" y="3785345"/>
                  </a:lnTo>
                  <a:lnTo>
                    <a:pt x="2414956" y="3785345"/>
                  </a:lnTo>
                  <a:lnTo>
                    <a:pt x="2415082" y="3785345"/>
                  </a:lnTo>
                  <a:lnTo>
                    <a:pt x="2415208" y="3785345"/>
                  </a:lnTo>
                  <a:lnTo>
                    <a:pt x="2415334" y="3785345"/>
                  </a:lnTo>
                  <a:lnTo>
                    <a:pt x="2415460" y="3785345"/>
                  </a:lnTo>
                  <a:lnTo>
                    <a:pt x="2415586" y="3785345"/>
                  </a:lnTo>
                  <a:lnTo>
                    <a:pt x="2415712" y="3785345"/>
                  </a:lnTo>
                  <a:lnTo>
                    <a:pt x="2415838" y="3785345"/>
                  </a:lnTo>
                  <a:lnTo>
                    <a:pt x="2415964" y="3785345"/>
                  </a:lnTo>
                  <a:lnTo>
                    <a:pt x="2416090" y="3785345"/>
                  </a:lnTo>
                  <a:lnTo>
                    <a:pt x="2416217" y="3785345"/>
                  </a:lnTo>
                  <a:lnTo>
                    <a:pt x="2416343" y="3785345"/>
                  </a:lnTo>
                  <a:lnTo>
                    <a:pt x="2416469" y="3785345"/>
                  </a:lnTo>
                  <a:lnTo>
                    <a:pt x="2416595" y="3785345"/>
                  </a:lnTo>
                  <a:lnTo>
                    <a:pt x="2416721" y="3785345"/>
                  </a:lnTo>
                  <a:lnTo>
                    <a:pt x="2416847" y="3785345"/>
                  </a:lnTo>
                  <a:lnTo>
                    <a:pt x="2416973" y="3785345"/>
                  </a:lnTo>
                  <a:lnTo>
                    <a:pt x="2417099" y="3785345"/>
                  </a:lnTo>
                  <a:lnTo>
                    <a:pt x="2417225" y="3785345"/>
                  </a:lnTo>
                  <a:lnTo>
                    <a:pt x="2417351" y="3785345"/>
                  </a:lnTo>
                  <a:lnTo>
                    <a:pt x="2417477" y="3785345"/>
                  </a:lnTo>
                  <a:lnTo>
                    <a:pt x="2417603" y="3785345"/>
                  </a:lnTo>
                  <a:lnTo>
                    <a:pt x="2417730" y="3785345"/>
                  </a:lnTo>
                  <a:lnTo>
                    <a:pt x="2417856" y="3785345"/>
                  </a:lnTo>
                  <a:lnTo>
                    <a:pt x="2417982" y="3785345"/>
                  </a:lnTo>
                  <a:lnTo>
                    <a:pt x="2418108" y="3785345"/>
                  </a:lnTo>
                  <a:lnTo>
                    <a:pt x="2418234" y="3785345"/>
                  </a:lnTo>
                  <a:lnTo>
                    <a:pt x="2418360" y="3785345"/>
                  </a:lnTo>
                  <a:lnTo>
                    <a:pt x="2418486" y="3785345"/>
                  </a:lnTo>
                  <a:lnTo>
                    <a:pt x="2418612" y="3785345"/>
                  </a:lnTo>
                  <a:lnTo>
                    <a:pt x="2418738" y="3785345"/>
                  </a:lnTo>
                  <a:lnTo>
                    <a:pt x="2418864" y="3785345"/>
                  </a:lnTo>
                  <a:lnTo>
                    <a:pt x="2418990" y="3785345"/>
                  </a:lnTo>
                  <a:lnTo>
                    <a:pt x="2419117" y="3785345"/>
                  </a:lnTo>
                  <a:lnTo>
                    <a:pt x="2419243" y="3785345"/>
                  </a:lnTo>
                  <a:lnTo>
                    <a:pt x="2419369" y="3785345"/>
                  </a:lnTo>
                  <a:lnTo>
                    <a:pt x="2419495" y="3785345"/>
                  </a:lnTo>
                  <a:lnTo>
                    <a:pt x="2419621" y="3785345"/>
                  </a:lnTo>
                  <a:lnTo>
                    <a:pt x="2419747" y="3785345"/>
                  </a:lnTo>
                  <a:lnTo>
                    <a:pt x="2419873" y="3785345"/>
                  </a:lnTo>
                  <a:lnTo>
                    <a:pt x="2419999" y="3785345"/>
                  </a:lnTo>
                  <a:lnTo>
                    <a:pt x="2420125" y="3785345"/>
                  </a:lnTo>
                  <a:lnTo>
                    <a:pt x="2420251" y="3785345"/>
                  </a:lnTo>
                  <a:lnTo>
                    <a:pt x="2420377" y="3785345"/>
                  </a:lnTo>
                  <a:lnTo>
                    <a:pt x="2420503" y="3785345"/>
                  </a:lnTo>
                  <a:lnTo>
                    <a:pt x="2420630" y="3785345"/>
                  </a:lnTo>
                  <a:lnTo>
                    <a:pt x="2420756" y="3785345"/>
                  </a:lnTo>
                  <a:lnTo>
                    <a:pt x="2420882" y="3785345"/>
                  </a:lnTo>
                  <a:lnTo>
                    <a:pt x="2421008" y="3785345"/>
                  </a:lnTo>
                  <a:lnTo>
                    <a:pt x="2421134" y="3785345"/>
                  </a:lnTo>
                  <a:lnTo>
                    <a:pt x="2421260" y="3785345"/>
                  </a:lnTo>
                  <a:lnTo>
                    <a:pt x="2421386" y="3785345"/>
                  </a:lnTo>
                  <a:lnTo>
                    <a:pt x="2421512" y="3785345"/>
                  </a:lnTo>
                  <a:lnTo>
                    <a:pt x="2421638" y="3785345"/>
                  </a:lnTo>
                  <a:lnTo>
                    <a:pt x="2421764" y="3785345"/>
                  </a:lnTo>
                  <a:lnTo>
                    <a:pt x="2421890" y="3785345"/>
                  </a:lnTo>
                  <a:lnTo>
                    <a:pt x="2422017" y="3785345"/>
                  </a:lnTo>
                  <a:lnTo>
                    <a:pt x="2422143" y="3785345"/>
                  </a:lnTo>
                  <a:lnTo>
                    <a:pt x="2422269" y="3785345"/>
                  </a:lnTo>
                  <a:lnTo>
                    <a:pt x="2422395" y="3785345"/>
                  </a:lnTo>
                  <a:lnTo>
                    <a:pt x="2422521" y="3785345"/>
                  </a:lnTo>
                  <a:lnTo>
                    <a:pt x="2422647" y="3785345"/>
                  </a:lnTo>
                  <a:lnTo>
                    <a:pt x="2422773" y="3785345"/>
                  </a:lnTo>
                  <a:lnTo>
                    <a:pt x="2422899" y="3785345"/>
                  </a:lnTo>
                  <a:lnTo>
                    <a:pt x="2423025" y="3785345"/>
                  </a:lnTo>
                  <a:lnTo>
                    <a:pt x="2423151" y="3785345"/>
                  </a:lnTo>
                  <a:lnTo>
                    <a:pt x="2423277" y="3785345"/>
                  </a:lnTo>
                  <a:lnTo>
                    <a:pt x="2423404" y="3785345"/>
                  </a:lnTo>
                  <a:lnTo>
                    <a:pt x="2423530" y="3785345"/>
                  </a:lnTo>
                  <a:lnTo>
                    <a:pt x="2423656" y="3785345"/>
                  </a:lnTo>
                  <a:lnTo>
                    <a:pt x="2423782" y="3785345"/>
                  </a:lnTo>
                  <a:lnTo>
                    <a:pt x="2423908" y="3785345"/>
                  </a:lnTo>
                  <a:lnTo>
                    <a:pt x="2424034" y="3785345"/>
                  </a:lnTo>
                  <a:lnTo>
                    <a:pt x="2424160" y="3785345"/>
                  </a:lnTo>
                  <a:lnTo>
                    <a:pt x="2424286" y="3785345"/>
                  </a:lnTo>
                  <a:lnTo>
                    <a:pt x="2424412" y="3785345"/>
                  </a:lnTo>
                  <a:lnTo>
                    <a:pt x="2424538" y="3785345"/>
                  </a:lnTo>
                  <a:lnTo>
                    <a:pt x="2424664" y="3785345"/>
                  </a:lnTo>
                  <a:lnTo>
                    <a:pt x="2424790" y="3785345"/>
                  </a:lnTo>
                  <a:lnTo>
                    <a:pt x="2424917" y="3785345"/>
                  </a:lnTo>
                  <a:lnTo>
                    <a:pt x="2425043" y="3785345"/>
                  </a:lnTo>
                  <a:lnTo>
                    <a:pt x="2425169" y="3785345"/>
                  </a:lnTo>
                  <a:lnTo>
                    <a:pt x="2425295" y="3785345"/>
                  </a:lnTo>
                  <a:lnTo>
                    <a:pt x="2425421" y="3785345"/>
                  </a:lnTo>
                  <a:lnTo>
                    <a:pt x="2425547" y="3785345"/>
                  </a:lnTo>
                  <a:lnTo>
                    <a:pt x="2425673" y="3785345"/>
                  </a:lnTo>
                  <a:lnTo>
                    <a:pt x="2425799" y="3785345"/>
                  </a:lnTo>
                  <a:lnTo>
                    <a:pt x="2425925" y="3785345"/>
                  </a:lnTo>
                  <a:lnTo>
                    <a:pt x="2426051" y="3785345"/>
                  </a:lnTo>
                  <a:lnTo>
                    <a:pt x="2426177" y="3785345"/>
                  </a:lnTo>
                  <a:lnTo>
                    <a:pt x="2426304" y="3785345"/>
                  </a:lnTo>
                  <a:lnTo>
                    <a:pt x="2426430" y="3785345"/>
                  </a:lnTo>
                  <a:lnTo>
                    <a:pt x="2426556" y="3785345"/>
                  </a:lnTo>
                  <a:lnTo>
                    <a:pt x="2426682" y="3785345"/>
                  </a:lnTo>
                  <a:lnTo>
                    <a:pt x="2426808" y="3785345"/>
                  </a:lnTo>
                  <a:lnTo>
                    <a:pt x="2426934" y="3785345"/>
                  </a:lnTo>
                  <a:lnTo>
                    <a:pt x="2427060" y="3785345"/>
                  </a:lnTo>
                  <a:lnTo>
                    <a:pt x="2427186" y="3785345"/>
                  </a:lnTo>
                  <a:lnTo>
                    <a:pt x="2427312" y="3785345"/>
                  </a:lnTo>
                  <a:lnTo>
                    <a:pt x="2427438" y="3785345"/>
                  </a:lnTo>
                  <a:lnTo>
                    <a:pt x="2427564" y="3785345"/>
                  </a:lnTo>
                  <a:lnTo>
                    <a:pt x="2427690" y="3785345"/>
                  </a:lnTo>
                  <a:lnTo>
                    <a:pt x="2427817" y="3785345"/>
                  </a:lnTo>
                  <a:lnTo>
                    <a:pt x="2427943" y="3785345"/>
                  </a:lnTo>
                  <a:lnTo>
                    <a:pt x="2428069" y="3785345"/>
                  </a:lnTo>
                  <a:lnTo>
                    <a:pt x="2428195" y="3785345"/>
                  </a:lnTo>
                  <a:lnTo>
                    <a:pt x="2428321" y="3785345"/>
                  </a:lnTo>
                  <a:lnTo>
                    <a:pt x="2428447" y="3785345"/>
                  </a:lnTo>
                  <a:lnTo>
                    <a:pt x="2428573" y="3785345"/>
                  </a:lnTo>
                  <a:lnTo>
                    <a:pt x="2428699" y="3785345"/>
                  </a:lnTo>
                  <a:lnTo>
                    <a:pt x="2428699" y="3780065"/>
                  </a:lnTo>
                  <a:lnTo>
                    <a:pt x="2428825" y="3780065"/>
                  </a:lnTo>
                  <a:lnTo>
                    <a:pt x="2428951" y="3780065"/>
                  </a:lnTo>
                  <a:lnTo>
                    <a:pt x="2429077" y="3780065"/>
                  </a:lnTo>
                  <a:lnTo>
                    <a:pt x="2429204" y="3780065"/>
                  </a:lnTo>
                  <a:lnTo>
                    <a:pt x="2429330" y="3780065"/>
                  </a:lnTo>
                  <a:lnTo>
                    <a:pt x="2429456" y="3780065"/>
                  </a:lnTo>
                  <a:lnTo>
                    <a:pt x="2429582" y="3780065"/>
                  </a:lnTo>
                  <a:lnTo>
                    <a:pt x="2429708" y="3780065"/>
                  </a:lnTo>
                  <a:lnTo>
                    <a:pt x="2429834" y="3780065"/>
                  </a:lnTo>
                  <a:lnTo>
                    <a:pt x="2429960" y="3780065"/>
                  </a:lnTo>
                  <a:lnTo>
                    <a:pt x="2430086" y="3780065"/>
                  </a:lnTo>
                  <a:lnTo>
                    <a:pt x="2430212" y="3780065"/>
                  </a:lnTo>
                  <a:lnTo>
                    <a:pt x="2430338" y="3780065"/>
                  </a:lnTo>
                  <a:lnTo>
                    <a:pt x="2430464" y="3780065"/>
                  </a:lnTo>
                  <a:lnTo>
                    <a:pt x="2430590" y="3780065"/>
                  </a:lnTo>
                  <a:lnTo>
                    <a:pt x="2430717" y="3780065"/>
                  </a:lnTo>
                  <a:lnTo>
                    <a:pt x="2430843" y="3780065"/>
                  </a:lnTo>
                  <a:lnTo>
                    <a:pt x="2430969" y="3780065"/>
                  </a:lnTo>
                  <a:lnTo>
                    <a:pt x="2431095" y="3780065"/>
                  </a:lnTo>
                  <a:lnTo>
                    <a:pt x="2431221" y="3780065"/>
                  </a:lnTo>
                  <a:lnTo>
                    <a:pt x="2431347" y="3780065"/>
                  </a:lnTo>
                  <a:lnTo>
                    <a:pt x="2431473" y="3780065"/>
                  </a:lnTo>
                  <a:lnTo>
                    <a:pt x="2431599" y="3780065"/>
                  </a:lnTo>
                  <a:lnTo>
                    <a:pt x="2431725" y="3780065"/>
                  </a:lnTo>
                  <a:lnTo>
                    <a:pt x="2431851" y="3780065"/>
                  </a:lnTo>
                  <a:lnTo>
                    <a:pt x="2431977" y="3780065"/>
                  </a:lnTo>
                  <a:lnTo>
                    <a:pt x="2432104" y="3780065"/>
                  </a:lnTo>
                  <a:lnTo>
                    <a:pt x="2432230" y="3780065"/>
                  </a:lnTo>
                  <a:lnTo>
                    <a:pt x="2432356" y="3780065"/>
                  </a:lnTo>
                  <a:lnTo>
                    <a:pt x="2432482" y="3780065"/>
                  </a:lnTo>
                  <a:lnTo>
                    <a:pt x="2432482" y="3774786"/>
                  </a:lnTo>
                  <a:lnTo>
                    <a:pt x="2432608" y="3774786"/>
                  </a:lnTo>
                  <a:lnTo>
                    <a:pt x="2432734" y="3774786"/>
                  </a:lnTo>
                  <a:lnTo>
                    <a:pt x="2432860" y="3774786"/>
                  </a:lnTo>
                  <a:lnTo>
                    <a:pt x="2432986" y="3774786"/>
                  </a:lnTo>
                  <a:lnTo>
                    <a:pt x="2433112" y="3774786"/>
                  </a:lnTo>
                  <a:lnTo>
                    <a:pt x="2433238" y="3774786"/>
                  </a:lnTo>
                  <a:lnTo>
                    <a:pt x="2433364" y="3774786"/>
                  </a:lnTo>
                  <a:lnTo>
                    <a:pt x="2433491" y="3774786"/>
                  </a:lnTo>
                  <a:lnTo>
                    <a:pt x="2433617" y="3774786"/>
                  </a:lnTo>
                  <a:lnTo>
                    <a:pt x="2433743" y="3774786"/>
                  </a:lnTo>
                  <a:lnTo>
                    <a:pt x="2433869" y="3774786"/>
                  </a:lnTo>
                  <a:lnTo>
                    <a:pt x="2433995" y="3774786"/>
                  </a:lnTo>
                  <a:lnTo>
                    <a:pt x="2434121" y="3774786"/>
                  </a:lnTo>
                  <a:lnTo>
                    <a:pt x="2434247" y="3774786"/>
                  </a:lnTo>
                  <a:lnTo>
                    <a:pt x="2434373" y="3774786"/>
                  </a:lnTo>
                  <a:lnTo>
                    <a:pt x="2434499" y="3774786"/>
                  </a:lnTo>
                  <a:lnTo>
                    <a:pt x="2434625" y="3774786"/>
                  </a:lnTo>
                  <a:lnTo>
                    <a:pt x="2434751" y="3774786"/>
                  </a:lnTo>
                  <a:lnTo>
                    <a:pt x="2434877" y="3774786"/>
                  </a:lnTo>
                  <a:lnTo>
                    <a:pt x="2435004" y="3774786"/>
                  </a:lnTo>
                  <a:lnTo>
                    <a:pt x="2435130" y="3774786"/>
                  </a:lnTo>
                  <a:lnTo>
                    <a:pt x="2435256" y="3774786"/>
                  </a:lnTo>
                  <a:lnTo>
                    <a:pt x="2435382" y="3774786"/>
                  </a:lnTo>
                  <a:lnTo>
                    <a:pt x="2435508" y="3774786"/>
                  </a:lnTo>
                  <a:lnTo>
                    <a:pt x="2435634" y="3774786"/>
                  </a:lnTo>
                  <a:lnTo>
                    <a:pt x="2435760" y="3774786"/>
                  </a:lnTo>
                  <a:lnTo>
                    <a:pt x="2435886" y="3774786"/>
                  </a:lnTo>
                  <a:lnTo>
                    <a:pt x="2435886" y="3769506"/>
                  </a:lnTo>
                  <a:lnTo>
                    <a:pt x="2436012" y="3769506"/>
                  </a:lnTo>
                  <a:lnTo>
                    <a:pt x="2436138" y="3769506"/>
                  </a:lnTo>
                  <a:lnTo>
                    <a:pt x="2436264" y="3769506"/>
                  </a:lnTo>
                  <a:lnTo>
                    <a:pt x="2436391" y="3769506"/>
                  </a:lnTo>
                  <a:lnTo>
                    <a:pt x="2436517" y="3769506"/>
                  </a:lnTo>
                  <a:lnTo>
                    <a:pt x="2436643" y="3769506"/>
                  </a:lnTo>
                  <a:lnTo>
                    <a:pt x="2436769" y="3769506"/>
                  </a:lnTo>
                  <a:lnTo>
                    <a:pt x="2436895" y="3769506"/>
                  </a:lnTo>
                  <a:lnTo>
                    <a:pt x="2437021" y="3769506"/>
                  </a:lnTo>
                  <a:lnTo>
                    <a:pt x="2437147" y="3769506"/>
                  </a:lnTo>
                  <a:lnTo>
                    <a:pt x="2437273" y="3769506"/>
                  </a:lnTo>
                  <a:lnTo>
                    <a:pt x="2437399" y="3769506"/>
                  </a:lnTo>
                  <a:lnTo>
                    <a:pt x="2437525" y="3769506"/>
                  </a:lnTo>
                  <a:lnTo>
                    <a:pt x="2437651" y="3769506"/>
                  </a:lnTo>
                  <a:lnTo>
                    <a:pt x="2437777" y="3769506"/>
                  </a:lnTo>
                  <a:lnTo>
                    <a:pt x="2437904" y="3769506"/>
                  </a:lnTo>
                  <a:lnTo>
                    <a:pt x="2438030" y="3769506"/>
                  </a:lnTo>
                  <a:lnTo>
                    <a:pt x="2438156" y="3769506"/>
                  </a:lnTo>
                  <a:lnTo>
                    <a:pt x="2438282" y="3769506"/>
                  </a:lnTo>
                  <a:lnTo>
                    <a:pt x="2438408" y="3769506"/>
                  </a:lnTo>
                  <a:lnTo>
                    <a:pt x="2438534" y="3769506"/>
                  </a:lnTo>
                  <a:lnTo>
                    <a:pt x="2438660" y="3769506"/>
                  </a:lnTo>
                  <a:lnTo>
                    <a:pt x="2438786" y="3769506"/>
                  </a:lnTo>
                  <a:lnTo>
                    <a:pt x="2438912" y="3769506"/>
                  </a:lnTo>
                  <a:lnTo>
                    <a:pt x="2439038" y="3769506"/>
                  </a:lnTo>
                  <a:lnTo>
                    <a:pt x="2439164" y="3769506"/>
                  </a:lnTo>
                  <a:lnTo>
                    <a:pt x="2439291" y="3769506"/>
                  </a:lnTo>
                  <a:lnTo>
                    <a:pt x="2439417" y="3769506"/>
                  </a:lnTo>
                  <a:lnTo>
                    <a:pt x="2439543" y="3769506"/>
                  </a:lnTo>
                  <a:lnTo>
                    <a:pt x="2439669" y="3769506"/>
                  </a:lnTo>
                  <a:lnTo>
                    <a:pt x="2439795" y="3769506"/>
                  </a:lnTo>
                  <a:lnTo>
                    <a:pt x="2439921" y="3769506"/>
                  </a:lnTo>
                  <a:lnTo>
                    <a:pt x="2440047" y="3769506"/>
                  </a:lnTo>
                  <a:lnTo>
                    <a:pt x="2440173" y="3769506"/>
                  </a:lnTo>
                  <a:lnTo>
                    <a:pt x="2440299" y="3769506"/>
                  </a:lnTo>
                  <a:lnTo>
                    <a:pt x="2440425" y="3769506"/>
                  </a:lnTo>
                  <a:lnTo>
                    <a:pt x="2440551" y="3769506"/>
                  </a:lnTo>
                  <a:lnTo>
                    <a:pt x="2440678" y="3769506"/>
                  </a:lnTo>
                  <a:lnTo>
                    <a:pt x="2440804" y="3769506"/>
                  </a:lnTo>
                  <a:lnTo>
                    <a:pt x="2440930" y="3769506"/>
                  </a:lnTo>
                  <a:lnTo>
                    <a:pt x="2441056" y="3769506"/>
                  </a:lnTo>
                  <a:lnTo>
                    <a:pt x="2441182" y="3769506"/>
                  </a:lnTo>
                  <a:lnTo>
                    <a:pt x="2441308" y="3769506"/>
                  </a:lnTo>
                  <a:lnTo>
                    <a:pt x="2441434" y="3769506"/>
                  </a:lnTo>
                  <a:lnTo>
                    <a:pt x="2441560" y="3769506"/>
                  </a:lnTo>
                  <a:lnTo>
                    <a:pt x="2441686" y="3769506"/>
                  </a:lnTo>
                  <a:lnTo>
                    <a:pt x="2441812" y="3769506"/>
                  </a:lnTo>
                  <a:lnTo>
                    <a:pt x="2441938" y="3769506"/>
                  </a:lnTo>
                  <a:lnTo>
                    <a:pt x="2442064" y="3769506"/>
                  </a:lnTo>
                  <a:lnTo>
                    <a:pt x="2442191" y="3769506"/>
                  </a:lnTo>
                  <a:lnTo>
                    <a:pt x="2442317" y="3769506"/>
                  </a:lnTo>
                  <a:lnTo>
                    <a:pt x="2442443" y="3769506"/>
                  </a:lnTo>
                  <a:lnTo>
                    <a:pt x="2442569" y="3769506"/>
                  </a:lnTo>
                  <a:lnTo>
                    <a:pt x="2442695" y="3769506"/>
                  </a:lnTo>
                  <a:lnTo>
                    <a:pt x="2442821" y="3769506"/>
                  </a:lnTo>
                  <a:lnTo>
                    <a:pt x="2442947" y="3769506"/>
                  </a:lnTo>
                  <a:lnTo>
                    <a:pt x="2443073" y="3769506"/>
                  </a:lnTo>
                  <a:lnTo>
                    <a:pt x="2443073" y="3764227"/>
                  </a:lnTo>
                  <a:lnTo>
                    <a:pt x="2443199" y="3764227"/>
                  </a:lnTo>
                  <a:lnTo>
                    <a:pt x="2443325" y="3764227"/>
                  </a:lnTo>
                  <a:lnTo>
                    <a:pt x="2443451" y="3764227"/>
                  </a:lnTo>
                  <a:lnTo>
                    <a:pt x="2443578" y="3764227"/>
                  </a:lnTo>
                  <a:lnTo>
                    <a:pt x="2443704" y="3764227"/>
                  </a:lnTo>
                  <a:lnTo>
                    <a:pt x="2443830" y="3764227"/>
                  </a:lnTo>
                  <a:lnTo>
                    <a:pt x="2443956" y="3764227"/>
                  </a:lnTo>
                  <a:lnTo>
                    <a:pt x="2444082" y="3764227"/>
                  </a:lnTo>
                  <a:lnTo>
                    <a:pt x="2444208" y="3764227"/>
                  </a:lnTo>
                  <a:lnTo>
                    <a:pt x="2444334" y="3764227"/>
                  </a:lnTo>
                  <a:lnTo>
                    <a:pt x="2444460" y="3764227"/>
                  </a:lnTo>
                  <a:lnTo>
                    <a:pt x="2444586" y="3764227"/>
                  </a:lnTo>
                  <a:lnTo>
                    <a:pt x="2444712" y="3764227"/>
                  </a:lnTo>
                  <a:lnTo>
                    <a:pt x="2444838" y="3764227"/>
                  </a:lnTo>
                  <a:lnTo>
                    <a:pt x="2444964" y="3764227"/>
                  </a:lnTo>
                  <a:lnTo>
                    <a:pt x="2445091" y="3764227"/>
                  </a:lnTo>
                  <a:lnTo>
                    <a:pt x="2445217" y="3764227"/>
                  </a:lnTo>
                  <a:lnTo>
                    <a:pt x="2445343" y="3764227"/>
                  </a:lnTo>
                  <a:lnTo>
                    <a:pt x="2445469" y="3764227"/>
                  </a:lnTo>
                  <a:lnTo>
                    <a:pt x="2445595" y="3764227"/>
                  </a:lnTo>
                  <a:lnTo>
                    <a:pt x="2445721" y="3764227"/>
                  </a:lnTo>
                  <a:lnTo>
                    <a:pt x="2445847" y="3764227"/>
                  </a:lnTo>
                  <a:lnTo>
                    <a:pt x="2445973" y="3764227"/>
                  </a:lnTo>
                  <a:lnTo>
                    <a:pt x="2446099" y="3764227"/>
                  </a:lnTo>
                  <a:lnTo>
                    <a:pt x="2446225" y="3764227"/>
                  </a:lnTo>
                  <a:lnTo>
                    <a:pt x="2446351" y="3764227"/>
                  </a:lnTo>
                  <a:lnTo>
                    <a:pt x="2446478" y="3764227"/>
                  </a:lnTo>
                  <a:lnTo>
                    <a:pt x="2446604" y="3764227"/>
                  </a:lnTo>
                  <a:lnTo>
                    <a:pt x="2446730" y="3764227"/>
                  </a:lnTo>
                  <a:lnTo>
                    <a:pt x="2446856" y="3764227"/>
                  </a:lnTo>
                  <a:lnTo>
                    <a:pt x="2446856" y="3758947"/>
                  </a:lnTo>
                  <a:lnTo>
                    <a:pt x="2446982" y="3758947"/>
                  </a:lnTo>
                  <a:lnTo>
                    <a:pt x="2447108" y="3758947"/>
                  </a:lnTo>
                  <a:lnTo>
                    <a:pt x="2447234" y="3758947"/>
                  </a:lnTo>
                  <a:lnTo>
                    <a:pt x="2447360" y="3758947"/>
                  </a:lnTo>
                  <a:lnTo>
                    <a:pt x="2447486" y="3758947"/>
                  </a:lnTo>
                  <a:lnTo>
                    <a:pt x="2447612" y="3758947"/>
                  </a:lnTo>
                  <a:lnTo>
                    <a:pt x="2447738" y="3758947"/>
                  </a:lnTo>
                  <a:lnTo>
                    <a:pt x="2447865" y="3758947"/>
                  </a:lnTo>
                  <a:lnTo>
                    <a:pt x="2447991" y="3758947"/>
                  </a:lnTo>
                  <a:lnTo>
                    <a:pt x="2448117" y="3758947"/>
                  </a:lnTo>
                  <a:lnTo>
                    <a:pt x="2448243" y="3758947"/>
                  </a:lnTo>
                  <a:lnTo>
                    <a:pt x="2448369" y="3758947"/>
                  </a:lnTo>
                  <a:lnTo>
                    <a:pt x="2448495" y="3758947"/>
                  </a:lnTo>
                  <a:lnTo>
                    <a:pt x="2448621" y="3758947"/>
                  </a:lnTo>
                  <a:lnTo>
                    <a:pt x="2448747" y="3758947"/>
                  </a:lnTo>
                  <a:lnTo>
                    <a:pt x="2448873" y="3758947"/>
                  </a:lnTo>
                  <a:lnTo>
                    <a:pt x="2448999" y="3758947"/>
                  </a:lnTo>
                  <a:lnTo>
                    <a:pt x="2449125" y="3758947"/>
                  </a:lnTo>
                  <a:lnTo>
                    <a:pt x="2449251" y="3758947"/>
                  </a:lnTo>
                  <a:lnTo>
                    <a:pt x="2449378" y="3758947"/>
                  </a:lnTo>
                  <a:lnTo>
                    <a:pt x="2449504" y="3758947"/>
                  </a:lnTo>
                  <a:lnTo>
                    <a:pt x="2449630" y="3758947"/>
                  </a:lnTo>
                  <a:lnTo>
                    <a:pt x="2449756" y="3758947"/>
                  </a:lnTo>
                  <a:lnTo>
                    <a:pt x="2449882" y="3758947"/>
                  </a:lnTo>
                  <a:lnTo>
                    <a:pt x="2450008" y="3758947"/>
                  </a:lnTo>
                  <a:lnTo>
                    <a:pt x="2450134" y="3758947"/>
                  </a:lnTo>
                  <a:lnTo>
                    <a:pt x="2450260" y="3758947"/>
                  </a:lnTo>
                  <a:lnTo>
                    <a:pt x="2450386" y="3758947"/>
                  </a:lnTo>
                  <a:lnTo>
                    <a:pt x="2450512" y="3758947"/>
                  </a:lnTo>
                  <a:lnTo>
                    <a:pt x="2450638" y="3758947"/>
                  </a:lnTo>
                  <a:lnTo>
                    <a:pt x="2450765" y="3758947"/>
                  </a:lnTo>
                  <a:lnTo>
                    <a:pt x="2450891" y="3758947"/>
                  </a:lnTo>
                  <a:lnTo>
                    <a:pt x="2451017" y="3758947"/>
                  </a:lnTo>
                  <a:lnTo>
                    <a:pt x="2451143" y="3758947"/>
                  </a:lnTo>
                  <a:lnTo>
                    <a:pt x="2451269" y="3758947"/>
                  </a:lnTo>
                  <a:lnTo>
                    <a:pt x="2451395" y="3758947"/>
                  </a:lnTo>
                  <a:lnTo>
                    <a:pt x="2451521" y="3758947"/>
                  </a:lnTo>
                  <a:lnTo>
                    <a:pt x="2451647" y="3758947"/>
                  </a:lnTo>
                  <a:lnTo>
                    <a:pt x="2451773" y="3758947"/>
                  </a:lnTo>
                  <a:lnTo>
                    <a:pt x="2451899" y="3758947"/>
                  </a:lnTo>
                  <a:lnTo>
                    <a:pt x="2452025" y="3758947"/>
                  </a:lnTo>
                  <a:lnTo>
                    <a:pt x="2452151" y="3758947"/>
                  </a:lnTo>
                  <a:lnTo>
                    <a:pt x="2452278" y="3758947"/>
                  </a:lnTo>
                  <a:lnTo>
                    <a:pt x="2452404" y="3758947"/>
                  </a:lnTo>
                  <a:lnTo>
                    <a:pt x="2452530" y="3758947"/>
                  </a:lnTo>
                  <a:lnTo>
                    <a:pt x="2452656" y="3758947"/>
                  </a:lnTo>
                  <a:lnTo>
                    <a:pt x="2452782" y="3758947"/>
                  </a:lnTo>
                  <a:lnTo>
                    <a:pt x="2452782" y="3753668"/>
                  </a:lnTo>
                  <a:lnTo>
                    <a:pt x="2452908" y="3753668"/>
                  </a:lnTo>
                  <a:lnTo>
                    <a:pt x="2453034" y="3753668"/>
                  </a:lnTo>
                  <a:lnTo>
                    <a:pt x="2453160" y="3753668"/>
                  </a:lnTo>
                  <a:lnTo>
                    <a:pt x="2453160" y="3748389"/>
                  </a:lnTo>
                  <a:lnTo>
                    <a:pt x="2453286" y="3748389"/>
                  </a:lnTo>
                  <a:lnTo>
                    <a:pt x="2453412" y="3748389"/>
                  </a:lnTo>
                  <a:lnTo>
                    <a:pt x="2453538" y="3748389"/>
                  </a:lnTo>
                  <a:lnTo>
                    <a:pt x="2453665" y="3748389"/>
                  </a:lnTo>
                  <a:lnTo>
                    <a:pt x="2453791" y="3748389"/>
                  </a:lnTo>
                  <a:lnTo>
                    <a:pt x="2453917" y="3748389"/>
                  </a:lnTo>
                  <a:lnTo>
                    <a:pt x="2454043" y="3748389"/>
                  </a:lnTo>
                  <a:lnTo>
                    <a:pt x="2454169" y="3748389"/>
                  </a:lnTo>
                  <a:lnTo>
                    <a:pt x="2454295" y="3748389"/>
                  </a:lnTo>
                  <a:lnTo>
                    <a:pt x="2454421" y="3748389"/>
                  </a:lnTo>
                  <a:lnTo>
                    <a:pt x="2454547" y="3748389"/>
                  </a:lnTo>
                  <a:lnTo>
                    <a:pt x="2454673" y="3748389"/>
                  </a:lnTo>
                  <a:lnTo>
                    <a:pt x="2454799" y="3748389"/>
                  </a:lnTo>
                  <a:lnTo>
                    <a:pt x="2454925" y="3748389"/>
                  </a:lnTo>
                  <a:lnTo>
                    <a:pt x="2455051" y="3748389"/>
                  </a:lnTo>
                  <a:lnTo>
                    <a:pt x="2455178" y="3748389"/>
                  </a:lnTo>
                  <a:lnTo>
                    <a:pt x="2455304" y="3748389"/>
                  </a:lnTo>
                  <a:lnTo>
                    <a:pt x="2455430" y="3748389"/>
                  </a:lnTo>
                  <a:lnTo>
                    <a:pt x="2455556" y="3748389"/>
                  </a:lnTo>
                  <a:lnTo>
                    <a:pt x="2455682" y="3748389"/>
                  </a:lnTo>
                  <a:lnTo>
                    <a:pt x="2455808" y="3748389"/>
                  </a:lnTo>
                  <a:lnTo>
                    <a:pt x="2455934" y="3748389"/>
                  </a:lnTo>
                  <a:lnTo>
                    <a:pt x="2456060" y="3748389"/>
                  </a:lnTo>
                  <a:lnTo>
                    <a:pt x="2456186" y="3748389"/>
                  </a:lnTo>
                  <a:lnTo>
                    <a:pt x="2456312" y="3748389"/>
                  </a:lnTo>
                  <a:lnTo>
                    <a:pt x="2456438" y="3748389"/>
                  </a:lnTo>
                  <a:lnTo>
                    <a:pt x="2456565" y="3748389"/>
                  </a:lnTo>
                  <a:lnTo>
                    <a:pt x="2456691" y="3748389"/>
                  </a:lnTo>
                  <a:lnTo>
                    <a:pt x="2456817" y="3748389"/>
                  </a:lnTo>
                  <a:lnTo>
                    <a:pt x="2456943" y="3748389"/>
                  </a:lnTo>
                  <a:lnTo>
                    <a:pt x="2457069" y="3748389"/>
                  </a:lnTo>
                  <a:lnTo>
                    <a:pt x="2457195" y="3748389"/>
                  </a:lnTo>
                  <a:lnTo>
                    <a:pt x="2457321" y="3748389"/>
                  </a:lnTo>
                  <a:lnTo>
                    <a:pt x="2457447" y="3748389"/>
                  </a:lnTo>
                  <a:lnTo>
                    <a:pt x="2457573" y="3748389"/>
                  </a:lnTo>
                  <a:lnTo>
                    <a:pt x="2457699" y="3748389"/>
                  </a:lnTo>
                  <a:lnTo>
                    <a:pt x="2457699" y="3743109"/>
                  </a:lnTo>
                  <a:lnTo>
                    <a:pt x="2457825" y="3743109"/>
                  </a:lnTo>
                  <a:lnTo>
                    <a:pt x="2457952" y="3743109"/>
                  </a:lnTo>
                  <a:lnTo>
                    <a:pt x="2458078" y="3743109"/>
                  </a:lnTo>
                  <a:lnTo>
                    <a:pt x="2458204" y="3743109"/>
                  </a:lnTo>
                  <a:lnTo>
                    <a:pt x="2458330" y="3743109"/>
                  </a:lnTo>
                  <a:lnTo>
                    <a:pt x="2458456" y="3743109"/>
                  </a:lnTo>
                  <a:lnTo>
                    <a:pt x="2458582" y="3743109"/>
                  </a:lnTo>
                  <a:lnTo>
                    <a:pt x="2458708" y="3743109"/>
                  </a:lnTo>
                  <a:lnTo>
                    <a:pt x="2458834" y="3743109"/>
                  </a:lnTo>
                  <a:lnTo>
                    <a:pt x="2458960" y="3743109"/>
                  </a:lnTo>
                  <a:lnTo>
                    <a:pt x="2459086" y="3743109"/>
                  </a:lnTo>
                  <a:lnTo>
                    <a:pt x="2459212" y="3743109"/>
                  </a:lnTo>
                  <a:lnTo>
                    <a:pt x="2459338" y="3743109"/>
                  </a:lnTo>
                  <a:lnTo>
                    <a:pt x="2459465" y="3743109"/>
                  </a:lnTo>
                  <a:lnTo>
                    <a:pt x="2459591" y="3743109"/>
                  </a:lnTo>
                  <a:lnTo>
                    <a:pt x="2459717" y="3743109"/>
                  </a:lnTo>
                  <a:lnTo>
                    <a:pt x="2459843" y="3743109"/>
                  </a:lnTo>
                  <a:lnTo>
                    <a:pt x="2459969" y="3743109"/>
                  </a:lnTo>
                  <a:lnTo>
                    <a:pt x="2460095" y="3743109"/>
                  </a:lnTo>
                  <a:lnTo>
                    <a:pt x="2460221" y="3743109"/>
                  </a:lnTo>
                  <a:lnTo>
                    <a:pt x="2460347" y="3743109"/>
                  </a:lnTo>
                  <a:lnTo>
                    <a:pt x="2460473" y="3743109"/>
                  </a:lnTo>
                  <a:lnTo>
                    <a:pt x="2460599" y="3743109"/>
                  </a:lnTo>
                  <a:lnTo>
                    <a:pt x="2460725" y="3743109"/>
                  </a:lnTo>
                  <a:lnTo>
                    <a:pt x="2460852" y="3743109"/>
                  </a:lnTo>
                  <a:lnTo>
                    <a:pt x="2460978" y="3743109"/>
                  </a:lnTo>
                  <a:lnTo>
                    <a:pt x="2461104" y="3743109"/>
                  </a:lnTo>
                  <a:lnTo>
                    <a:pt x="2461230" y="3743109"/>
                  </a:lnTo>
                  <a:lnTo>
                    <a:pt x="2461356" y="3743109"/>
                  </a:lnTo>
                  <a:lnTo>
                    <a:pt x="2461482" y="3743109"/>
                  </a:lnTo>
                  <a:lnTo>
                    <a:pt x="2461608" y="3743109"/>
                  </a:lnTo>
                  <a:lnTo>
                    <a:pt x="2461734" y="3743109"/>
                  </a:lnTo>
                  <a:lnTo>
                    <a:pt x="2461734" y="3737830"/>
                  </a:lnTo>
                  <a:lnTo>
                    <a:pt x="2461860" y="3737830"/>
                  </a:lnTo>
                  <a:lnTo>
                    <a:pt x="2461986" y="3737830"/>
                  </a:lnTo>
                  <a:lnTo>
                    <a:pt x="2461986" y="3732550"/>
                  </a:lnTo>
                  <a:lnTo>
                    <a:pt x="2462112" y="3732550"/>
                  </a:lnTo>
                  <a:lnTo>
                    <a:pt x="2462238" y="3732550"/>
                  </a:lnTo>
                  <a:lnTo>
                    <a:pt x="2462365" y="3732550"/>
                  </a:lnTo>
                  <a:lnTo>
                    <a:pt x="2462491" y="3732550"/>
                  </a:lnTo>
                  <a:lnTo>
                    <a:pt x="2462617" y="3732550"/>
                  </a:lnTo>
                  <a:lnTo>
                    <a:pt x="2462743" y="3732550"/>
                  </a:lnTo>
                  <a:lnTo>
                    <a:pt x="2462869" y="3732550"/>
                  </a:lnTo>
                  <a:lnTo>
                    <a:pt x="2462995" y="3732550"/>
                  </a:lnTo>
                  <a:lnTo>
                    <a:pt x="2463121" y="3732550"/>
                  </a:lnTo>
                  <a:lnTo>
                    <a:pt x="2463247" y="3732550"/>
                  </a:lnTo>
                  <a:lnTo>
                    <a:pt x="2463373" y="3732550"/>
                  </a:lnTo>
                  <a:lnTo>
                    <a:pt x="2463499" y="3732550"/>
                  </a:lnTo>
                  <a:lnTo>
                    <a:pt x="2463625" y="3732550"/>
                  </a:lnTo>
                  <a:lnTo>
                    <a:pt x="2463752" y="3732550"/>
                  </a:lnTo>
                  <a:lnTo>
                    <a:pt x="2463878" y="3732550"/>
                  </a:lnTo>
                  <a:lnTo>
                    <a:pt x="2464004" y="3732550"/>
                  </a:lnTo>
                  <a:lnTo>
                    <a:pt x="2464130" y="3732550"/>
                  </a:lnTo>
                  <a:lnTo>
                    <a:pt x="2464256" y="3732550"/>
                  </a:lnTo>
                  <a:lnTo>
                    <a:pt x="2464256" y="3727271"/>
                  </a:lnTo>
                  <a:lnTo>
                    <a:pt x="2464382" y="3727271"/>
                  </a:lnTo>
                  <a:lnTo>
                    <a:pt x="2464508" y="3727271"/>
                  </a:lnTo>
                  <a:lnTo>
                    <a:pt x="2464634" y="3727271"/>
                  </a:lnTo>
                  <a:lnTo>
                    <a:pt x="2464760" y="3727271"/>
                  </a:lnTo>
                  <a:lnTo>
                    <a:pt x="2464886" y="3727271"/>
                  </a:lnTo>
                  <a:lnTo>
                    <a:pt x="2465012" y="3727271"/>
                  </a:lnTo>
                  <a:lnTo>
                    <a:pt x="2465139" y="3727271"/>
                  </a:lnTo>
                  <a:lnTo>
                    <a:pt x="2465265" y="3727271"/>
                  </a:lnTo>
                  <a:lnTo>
                    <a:pt x="2465391" y="3727271"/>
                  </a:lnTo>
                  <a:lnTo>
                    <a:pt x="2465517" y="3727271"/>
                  </a:lnTo>
                  <a:lnTo>
                    <a:pt x="2465643" y="3727271"/>
                  </a:lnTo>
                  <a:lnTo>
                    <a:pt x="2465769" y="3727271"/>
                  </a:lnTo>
                  <a:lnTo>
                    <a:pt x="2465895" y="3727271"/>
                  </a:lnTo>
                  <a:lnTo>
                    <a:pt x="2466021" y="3727271"/>
                  </a:lnTo>
                  <a:lnTo>
                    <a:pt x="2466147" y="3727271"/>
                  </a:lnTo>
                  <a:lnTo>
                    <a:pt x="2466273" y="3727271"/>
                  </a:lnTo>
                  <a:lnTo>
                    <a:pt x="2466399" y="3727271"/>
                  </a:lnTo>
                  <a:lnTo>
                    <a:pt x="2466525" y="3727271"/>
                  </a:lnTo>
                  <a:lnTo>
                    <a:pt x="2466652" y="3727271"/>
                  </a:lnTo>
                  <a:lnTo>
                    <a:pt x="2466778" y="3727271"/>
                  </a:lnTo>
                  <a:lnTo>
                    <a:pt x="2466904" y="3727271"/>
                  </a:lnTo>
                  <a:lnTo>
                    <a:pt x="2467030" y="3727271"/>
                  </a:lnTo>
                  <a:lnTo>
                    <a:pt x="2467156" y="3727271"/>
                  </a:lnTo>
                  <a:lnTo>
                    <a:pt x="2467282" y="3727271"/>
                  </a:lnTo>
                  <a:lnTo>
                    <a:pt x="2467408" y="3727271"/>
                  </a:lnTo>
                  <a:lnTo>
                    <a:pt x="2467534" y="3727271"/>
                  </a:lnTo>
                  <a:lnTo>
                    <a:pt x="2467660" y="3727271"/>
                  </a:lnTo>
                  <a:lnTo>
                    <a:pt x="2467786" y="3727271"/>
                  </a:lnTo>
                  <a:lnTo>
                    <a:pt x="2467912" y="3727271"/>
                  </a:lnTo>
                  <a:lnTo>
                    <a:pt x="2468039" y="3727271"/>
                  </a:lnTo>
                  <a:lnTo>
                    <a:pt x="2468165" y="3727271"/>
                  </a:lnTo>
                  <a:lnTo>
                    <a:pt x="2468291" y="3727271"/>
                  </a:lnTo>
                  <a:lnTo>
                    <a:pt x="2468417" y="3727271"/>
                  </a:lnTo>
                  <a:lnTo>
                    <a:pt x="2468543" y="3727271"/>
                  </a:lnTo>
                  <a:lnTo>
                    <a:pt x="2468669" y="3727271"/>
                  </a:lnTo>
                  <a:lnTo>
                    <a:pt x="2468795" y="3727271"/>
                  </a:lnTo>
                  <a:lnTo>
                    <a:pt x="2468921" y="3727271"/>
                  </a:lnTo>
                  <a:lnTo>
                    <a:pt x="2469047" y="3727271"/>
                  </a:lnTo>
                  <a:lnTo>
                    <a:pt x="2469173" y="3727271"/>
                  </a:lnTo>
                  <a:lnTo>
                    <a:pt x="2469299" y="3727271"/>
                  </a:lnTo>
                  <a:lnTo>
                    <a:pt x="2469299" y="3721992"/>
                  </a:lnTo>
                  <a:lnTo>
                    <a:pt x="2469425" y="3721992"/>
                  </a:lnTo>
                  <a:lnTo>
                    <a:pt x="2469552" y="3721992"/>
                  </a:lnTo>
                  <a:lnTo>
                    <a:pt x="2469678" y="3721992"/>
                  </a:lnTo>
                  <a:lnTo>
                    <a:pt x="2469804" y="3721992"/>
                  </a:lnTo>
                  <a:lnTo>
                    <a:pt x="2469930" y="3721992"/>
                  </a:lnTo>
                  <a:lnTo>
                    <a:pt x="2470056" y="3721992"/>
                  </a:lnTo>
                  <a:lnTo>
                    <a:pt x="2470182" y="3721992"/>
                  </a:lnTo>
                  <a:lnTo>
                    <a:pt x="2470308" y="3721992"/>
                  </a:lnTo>
                  <a:lnTo>
                    <a:pt x="2470434" y="3721992"/>
                  </a:lnTo>
                  <a:lnTo>
                    <a:pt x="2470560" y="3721992"/>
                  </a:lnTo>
                  <a:lnTo>
                    <a:pt x="2470686" y="3721992"/>
                  </a:lnTo>
                  <a:lnTo>
                    <a:pt x="2470812" y="3721992"/>
                  </a:lnTo>
                  <a:lnTo>
                    <a:pt x="2470939" y="3721992"/>
                  </a:lnTo>
                  <a:lnTo>
                    <a:pt x="2471065" y="3721992"/>
                  </a:lnTo>
                  <a:lnTo>
                    <a:pt x="2471191" y="3721992"/>
                  </a:lnTo>
                  <a:lnTo>
                    <a:pt x="2471317" y="3721992"/>
                  </a:lnTo>
                  <a:lnTo>
                    <a:pt x="2471443" y="3721992"/>
                  </a:lnTo>
                  <a:lnTo>
                    <a:pt x="2471569" y="3721992"/>
                  </a:lnTo>
                  <a:lnTo>
                    <a:pt x="2471695" y="3721992"/>
                  </a:lnTo>
                  <a:lnTo>
                    <a:pt x="2471821" y="3721992"/>
                  </a:lnTo>
                  <a:lnTo>
                    <a:pt x="2471947" y="3721992"/>
                  </a:lnTo>
                  <a:lnTo>
                    <a:pt x="2472073" y="3721992"/>
                  </a:lnTo>
                  <a:lnTo>
                    <a:pt x="2472199" y="3721992"/>
                  </a:lnTo>
                  <a:lnTo>
                    <a:pt x="2472325" y="3721992"/>
                  </a:lnTo>
                  <a:lnTo>
                    <a:pt x="2472452" y="3721992"/>
                  </a:lnTo>
                  <a:lnTo>
                    <a:pt x="2472578" y="3721992"/>
                  </a:lnTo>
                  <a:lnTo>
                    <a:pt x="2472704" y="3721992"/>
                  </a:lnTo>
                  <a:lnTo>
                    <a:pt x="2472830" y="3721992"/>
                  </a:lnTo>
                  <a:lnTo>
                    <a:pt x="2472956" y="3721992"/>
                  </a:lnTo>
                  <a:lnTo>
                    <a:pt x="2473082" y="3721992"/>
                  </a:lnTo>
                  <a:lnTo>
                    <a:pt x="2473208" y="3721992"/>
                  </a:lnTo>
                  <a:lnTo>
                    <a:pt x="2473334" y="3721992"/>
                  </a:lnTo>
                  <a:lnTo>
                    <a:pt x="2473460" y="3721992"/>
                  </a:lnTo>
                  <a:lnTo>
                    <a:pt x="2473586" y="3721992"/>
                  </a:lnTo>
                  <a:lnTo>
                    <a:pt x="2473586" y="3716712"/>
                  </a:lnTo>
                  <a:lnTo>
                    <a:pt x="2473712" y="3716712"/>
                  </a:lnTo>
                  <a:lnTo>
                    <a:pt x="2473839" y="3716712"/>
                  </a:lnTo>
                  <a:lnTo>
                    <a:pt x="2473965" y="3716712"/>
                  </a:lnTo>
                  <a:lnTo>
                    <a:pt x="2474091" y="3716712"/>
                  </a:lnTo>
                  <a:lnTo>
                    <a:pt x="2474217" y="3716712"/>
                  </a:lnTo>
                  <a:lnTo>
                    <a:pt x="2474343" y="3716712"/>
                  </a:lnTo>
                  <a:lnTo>
                    <a:pt x="2474469" y="3716712"/>
                  </a:lnTo>
                  <a:lnTo>
                    <a:pt x="2474595" y="3716712"/>
                  </a:lnTo>
                  <a:lnTo>
                    <a:pt x="2474721" y="3716712"/>
                  </a:lnTo>
                  <a:lnTo>
                    <a:pt x="2474847" y="3716712"/>
                  </a:lnTo>
                  <a:lnTo>
                    <a:pt x="2474973" y="3716712"/>
                  </a:lnTo>
                  <a:lnTo>
                    <a:pt x="2475099" y="3716712"/>
                  </a:lnTo>
                  <a:lnTo>
                    <a:pt x="2475226" y="3716712"/>
                  </a:lnTo>
                  <a:lnTo>
                    <a:pt x="2475352" y="3716712"/>
                  </a:lnTo>
                  <a:lnTo>
                    <a:pt x="2475478" y="3716712"/>
                  </a:lnTo>
                  <a:lnTo>
                    <a:pt x="2475604" y="3716712"/>
                  </a:lnTo>
                  <a:lnTo>
                    <a:pt x="2475730" y="3716712"/>
                  </a:lnTo>
                  <a:lnTo>
                    <a:pt x="2475856" y="3716712"/>
                  </a:lnTo>
                  <a:lnTo>
                    <a:pt x="2475982" y="3716712"/>
                  </a:lnTo>
                  <a:lnTo>
                    <a:pt x="2476108" y="3716712"/>
                  </a:lnTo>
                  <a:lnTo>
                    <a:pt x="2476234" y="3716712"/>
                  </a:lnTo>
                  <a:lnTo>
                    <a:pt x="2476360" y="3716712"/>
                  </a:lnTo>
                  <a:lnTo>
                    <a:pt x="2476486" y="3716712"/>
                  </a:lnTo>
                  <a:lnTo>
                    <a:pt x="2476612" y="3716712"/>
                  </a:lnTo>
                  <a:lnTo>
                    <a:pt x="2476739" y="3716712"/>
                  </a:lnTo>
                  <a:lnTo>
                    <a:pt x="2476865" y="3716712"/>
                  </a:lnTo>
                  <a:lnTo>
                    <a:pt x="2476991" y="3716712"/>
                  </a:lnTo>
                  <a:lnTo>
                    <a:pt x="2477117" y="3716712"/>
                  </a:lnTo>
                  <a:lnTo>
                    <a:pt x="2477243" y="3716712"/>
                  </a:lnTo>
                  <a:lnTo>
                    <a:pt x="2477369" y="3716712"/>
                  </a:lnTo>
                  <a:lnTo>
                    <a:pt x="2477495" y="3716712"/>
                  </a:lnTo>
                  <a:lnTo>
                    <a:pt x="2477621" y="3716712"/>
                  </a:lnTo>
                  <a:lnTo>
                    <a:pt x="2477747" y="3716712"/>
                  </a:lnTo>
                  <a:lnTo>
                    <a:pt x="2477873" y="3716712"/>
                  </a:lnTo>
                  <a:lnTo>
                    <a:pt x="2477999" y="3716712"/>
                  </a:lnTo>
                  <a:lnTo>
                    <a:pt x="2478126" y="3716712"/>
                  </a:lnTo>
                  <a:lnTo>
                    <a:pt x="2478252" y="3716712"/>
                  </a:lnTo>
                  <a:lnTo>
                    <a:pt x="2478378" y="3716712"/>
                  </a:lnTo>
                  <a:lnTo>
                    <a:pt x="2478504" y="3716712"/>
                  </a:lnTo>
                  <a:lnTo>
                    <a:pt x="2478630" y="3716712"/>
                  </a:lnTo>
                  <a:lnTo>
                    <a:pt x="2478756" y="3716712"/>
                  </a:lnTo>
                  <a:lnTo>
                    <a:pt x="2478882" y="3716712"/>
                  </a:lnTo>
                  <a:lnTo>
                    <a:pt x="2479008" y="3716712"/>
                  </a:lnTo>
                  <a:lnTo>
                    <a:pt x="2479134" y="3716712"/>
                  </a:lnTo>
                  <a:lnTo>
                    <a:pt x="2479260" y="3716712"/>
                  </a:lnTo>
                  <a:lnTo>
                    <a:pt x="2479386" y="3716712"/>
                  </a:lnTo>
                  <a:lnTo>
                    <a:pt x="2479512" y="3716712"/>
                  </a:lnTo>
                  <a:lnTo>
                    <a:pt x="2479639" y="3716712"/>
                  </a:lnTo>
                  <a:lnTo>
                    <a:pt x="2479765" y="3716712"/>
                  </a:lnTo>
                  <a:lnTo>
                    <a:pt x="2479891" y="3716712"/>
                  </a:lnTo>
                  <a:lnTo>
                    <a:pt x="2480017" y="3716712"/>
                  </a:lnTo>
                  <a:lnTo>
                    <a:pt x="2480143" y="3716712"/>
                  </a:lnTo>
                  <a:lnTo>
                    <a:pt x="2480269" y="3716712"/>
                  </a:lnTo>
                  <a:lnTo>
                    <a:pt x="2480395" y="3716712"/>
                  </a:lnTo>
                  <a:lnTo>
                    <a:pt x="2480395" y="3711433"/>
                  </a:lnTo>
                  <a:lnTo>
                    <a:pt x="2480521" y="3711433"/>
                  </a:lnTo>
                  <a:lnTo>
                    <a:pt x="2480647" y="3711433"/>
                  </a:lnTo>
                  <a:lnTo>
                    <a:pt x="2480773" y="3711433"/>
                  </a:lnTo>
                  <a:lnTo>
                    <a:pt x="2480899" y="3711433"/>
                  </a:lnTo>
                  <a:lnTo>
                    <a:pt x="2481026" y="3711433"/>
                  </a:lnTo>
                  <a:lnTo>
                    <a:pt x="2481152" y="3711433"/>
                  </a:lnTo>
                  <a:lnTo>
                    <a:pt x="2481278" y="3711433"/>
                  </a:lnTo>
                  <a:lnTo>
                    <a:pt x="2481404" y="3711433"/>
                  </a:lnTo>
                  <a:lnTo>
                    <a:pt x="2481530" y="3711433"/>
                  </a:lnTo>
                  <a:lnTo>
                    <a:pt x="2481656" y="3711433"/>
                  </a:lnTo>
                  <a:lnTo>
                    <a:pt x="2481782" y="3711433"/>
                  </a:lnTo>
                  <a:lnTo>
                    <a:pt x="2481908" y="3711433"/>
                  </a:lnTo>
                  <a:lnTo>
                    <a:pt x="2482034" y="3711433"/>
                  </a:lnTo>
                  <a:lnTo>
                    <a:pt x="2482160" y="3711433"/>
                  </a:lnTo>
                  <a:lnTo>
                    <a:pt x="2482286" y="3711433"/>
                  </a:lnTo>
                  <a:lnTo>
                    <a:pt x="2482413" y="3711433"/>
                  </a:lnTo>
                  <a:lnTo>
                    <a:pt x="2482539" y="3711433"/>
                  </a:lnTo>
                  <a:lnTo>
                    <a:pt x="2482665" y="3711433"/>
                  </a:lnTo>
                  <a:lnTo>
                    <a:pt x="2482791" y="3711433"/>
                  </a:lnTo>
                  <a:lnTo>
                    <a:pt x="2482917" y="3711433"/>
                  </a:lnTo>
                  <a:lnTo>
                    <a:pt x="2483043" y="3711433"/>
                  </a:lnTo>
                  <a:lnTo>
                    <a:pt x="2483169" y="3711433"/>
                  </a:lnTo>
                  <a:lnTo>
                    <a:pt x="2483295" y="3711433"/>
                  </a:lnTo>
                  <a:lnTo>
                    <a:pt x="2483421" y="3711433"/>
                  </a:lnTo>
                  <a:lnTo>
                    <a:pt x="2483547" y="3711433"/>
                  </a:lnTo>
                  <a:lnTo>
                    <a:pt x="2483673" y="3711433"/>
                  </a:lnTo>
                  <a:lnTo>
                    <a:pt x="2483799" y="3711433"/>
                  </a:lnTo>
                  <a:lnTo>
                    <a:pt x="2483926" y="3711433"/>
                  </a:lnTo>
                  <a:lnTo>
                    <a:pt x="2484052" y="3711433"/>
                  </a:lnTo>
                  <a:lnTo>
                    <a:pt x="2484178" y="3711433"/>
                  </a:lnTo>
                  <a:lnTo>
                    <a:pt x="2484304" y="3711433"/>
                  </a:lnTo>
                  <a:lnTo>
                    <a:pt x="2484430" y="3711433"/>
                  </a:lnTo>
                  <a:lnTo>
                    <a:pt x="2484556" y="3711433"/>
                  </a:lnTo>
                  <a:lnTo>
                    <a:pt x="2484682" y="3711433"/>
                  </a:lnTo>
                  <a:lnTo>
                    <a:pt x="2484808" y="3711433"/>
                  </a:lnTo>
                  <a:lnTo>
                    <a:pt x="2484934" y="3711433"/>
                  </a:lnTo>
                  <a:lnTo>
                    <a:pt x="2485060" y="3711433"/>
                  </a:lnTo>
                  <a:lnTo>
                    <a:pt x="2485186" y="3711433"/>
                  </a:lnTo>
                  <a:lnTo>
                    <a:pt x="2485313" y="3711433"/>
                  </a:lnTo>
                  <a:lnTo>
                    <a:pt x="2485439" y="3711433"/>
                  </a:lnTo>
                  <a:lnTo>
                    <a:pt x="2485565" y="3711433"/>
                  </a:lnTo>
                  <a:lnTo>
                    <a:pt x="2485691" y="3711433"/>
                  </a:lnTo>
                  <a:lnTo>
                    <a:pt x="2485817" y="3711433"/>
                  </a:lnTo>
                  <a:lnTo>
                    <a:pt x="2485943" y="3711433"/>
                  </a:lnTo>
                  <a:lnTo>
                    <a:pt x="2486069" y="3711433"/>
                  </a:lnTo>
                  <a:lnTo>
                    <a:pt x="2486195" y="3711433"/>
                  </a:lnTo>
                  <a:lnTo>
                    <a:pt x="2486321" y="3711433"/>
                  </a:lnTo>
                  <a:lnTo>
                    <a:pt x="2486447" y="3711433"/>
                  </a:lnTo>
                  <a:lnTo>
                    <a:pt x="2486573" y="3711433"/>
                  </a:lnTo>
                  <a:lnTo>
                    <a:pt x="2486699" y="3711433"/>
                  </a:lnTo>
                  <a:lnTo>
                    <a:pt x="2486826" y="3711433"/>
                  </a:lnTo>
                  <a:lnTo>
                    <a:pt x="2486952" y="3711433"/>
                  </a:lnTo>
                  <a:lnTo>
                    <a:pt x="2487078" y="3711433"/>
                  </a:lnTo>
                  <a:lnTo>
                    <a:pt x="2487204" y="3711433"/>
                  </a:lnTo>
                  <a:lnTo>
                    <a:pt x="2487330" y="3711433"/>
                  </a:lnTo>
                  <a:lnTo>
                    <a:pt x="2487456" y="3711433"/>
                  </a:lnTo>
                  <a:lnTo>
                    <a:pt x="2487582" y="3711433"/>
                  </a:lnTo>
                  <a:lnTo>
                    <a:pt x="2487708" y="3711433"/>
                  </a:lnTo>
                  <a:lnTo>
                    <a:pt x="2487834" y="3711433"/>
                  </a:lnTo>
                  <a:lnTo>
                    <a:pt x="2487960" y="3711433"/>
                  </a:lnTo>
                  <a:lnTo>
                    <a:pt x="2488086" y="3711433"/>
                  </a:lnTo>
                  <a:lnTo>
                    <a:pt x="2488213" y="3711433"/>
                  </a:lnTo>
                  <a:lnTo>
                    <a:pt x="2488339" y="3711433"/>
                  </a:lnTo>
                  <a:lnTo>
                    <a:pt x="2488465" y="3711433"/>
                  </a:lnTo>
                  <a:lnTo>
                    <a:pt x="2488591" y="3711433"/>
                  </a:lnTo>
                  <a:lnTo>
                    <a:pt x="2488717" y="3711433"/>
                  </a:lnTo>
                  <a:lnTo>
                    <a:pt x="2488843" y="3711433"/>
                  </a:lnTo>
                  <a:lnTo>
                    <a:pt x="2488969" y="3711433"/>
                  </a:lnTo>
                  <a:lnTo>
                    <a:pt x="2489095" y="3711433"/>
                  </a:lnTo>
                  <a:lnTo>
                    <a:pt x="2489221" y="3711433"/>
                  </a:lnTo>
                  <a:lnTo>
                    <a:pt x="2489347" y="3711433"/>
                  </a:lnTo>
                  <a:lnTo>
                    <a:pt x="2489473" y="3711433"/>
                  </a:lnTo>
                  <a:lnTo>
                    <a:pt x="2489600" y="3711433"/>
                  </a:lnTo>
                  <a:lnTo>
                    <a:pt x="2489726" y="3711433"/>
                  </a:lnTo>
                  <a:lnTo>
                    <a:pt x="2489852" y="3711433"/>
                  </a:lnTo>
                  <a:lnTo>
                    <a:pt x="2489978" y="3711433"/>
                  </a:lnTo>
                  <a:lnTo>
                    <a:pt x="2490104" y="3711433"/>
                  </a:lnTo>
                  <a:lnTo>
                    <a:pt x="2490230" y="3711433"/>
                  </a:lnTo>
                  <a:lnTo>
                    <a:pt x="2490356" y="3711433"/>
                  </a:lnTo>
                  <a:lnTo>
                    <a:pt x="2490482" y="3711433"/>
                  </a:lnTo>
                  <a:lnTo>
                    <a:pt x="2490608" y="3711433"/>
                  </a:lnTo>
                  <a:lnTo>
                    <a:pt x="2490734" y="3711433"/>
                  </a:lnTo>
                  <a:lnTo>
                    <a:pt x="2490860" y="3711433"/>
                  </a:lnTo>
                  <a:lnTo>
                    <a:pt x="2490986" y="3711433"/>
                  </a:lnTo>
                  <a:lnTo>
                    <a:pt x="2491113" y="3711433"/>
                  </a:lnTo>
                  <a:lnTo>
                    <a:pt x="2491239" y="3711433"/>
                  </a:lnTo>
                  <a:lnTo>
                    <a:pt x="2491365" y="3711433"/>
                  </a:lnTo>
                  <a:lnTo>
                    <a:pt x="2491491" y="3711433"/>
                  </a:lnTo>
                  <a:lnTo>
                    <a:pt x="2491617" y="3711433"/>
                  </a:lnTo>
                  <a:lnTo>
                    <a:pt x="2491743" y="3711433"/>
                  </a:lnTo>
                  <a:lnTo>
                    <a:pt x="2491869" y="3711433"/>
                  </a:lnTo>
                  <a:lnTo>
                    <a:pt x="2491995" y="3711433"/>
                  </a:lnTo>
                  <a:lnTo>
                    <a:pt x="2492121" y="3711433"/>
                  </a:lnTo>
                  <a:lnTo>
                    <a:pt x="2492247" y="3711433"/>
                  </a:lnTo>
                  <a:lnTo>
                    <a:pt x="2492373" y="3711433"/>
                  </a:lnTo>
                  <a:lnTo>
                    <a:pt x="2492500" y="3711433"/>
                  </a:lnTo>
                  <a:lnTo>
                    <a:pt x="2492626" y="3711433"/>
                  </a:lnTo>
                  <a:lnTo>
                    <a:pt x="2492752" y="3711433"/>
                  </a:lnTo>
                  <a:lnTo>
                    <a:pt x="2492878" y="3711433"/>
                  </a:lnTo>
                  <a:lnTo>
                    <a:pt x="2493004" y="3711433"/>
                  </a:lnTo>
                  <a:lnTo>
                    <a:pt x="2493130" y="3711433"/>
                  </a:lnTo>
                  <a:lnTo>
                    <a:pt x="2493256" y="3711433"/>
                  </a:lnTo>
                  <a:lnTo>
                    <a:pt x="2493382" y="3711433"/>
                  </a:lnTo>
                  <a:lnTo>
                    <a:pt x="2493508" y="3711433"/>
                  </a:lnTo>
                  <a:lnTo>
                    <a:pt x="2493634" y="3711433"/>
                  </a:lnTo>
                  <a:lnTo>
                    <a:pt x="2493760" y="3711433"/>
                  </a:lnTo>
                  <a:lnTo>
                    <a:pt x="2493886" y="3711433"/>
                  </a:lnTo>
                  <a:lnTo>
                    <a:pt x="2494013" y="3711433"/>
                  </a:lnTo>
                  <a:lnTo>
                    <a:pt x="2494139" y="3711433"/>
                  </a:lnTo>
                  <a:lnTo>
                    <a:pt x="2494265" y="3711433"/>
                  </a:lnTo>
                  <a:lnTo>
                    <a:pt x="2494391" y="3711433"/>
                  </a:lnTo>
                  <a:lnTo>
                    <a:pt x="2494517" y="3711433"/>
                  </a:lnTo>
                  <a:lnTo>
                    <a:pt x="2494643" y="3711433"/>
                  </a:lnTo>
                  <a:lnTo>
                    <a:pt x="2494769" y="3711433"/>
                  </a:lnTo>
                  <a:lnTo>
                    <a:pt x="2494895" y="3711433"/>
                  </a:lnTo>
                  <a:lnTo>
                    <a:pt x="2495021" y="3711433"/>
                  </a:lnTo>
                  <a:lnTo>
                    <a:pt x="2495147" y="3711433"/>
                  </a:lnTo>
                  <a:lnTo>
                    <a:pt x="2495273" y="3711433"/>
                  </a:lnTo>
                  <a:lnTo>
                    <a:pt x="2495400" y="3711433"/>
                  </a:lnTo>
                  <a:lnTo>
                    <a:pt x="2495526" y="3711433"/>
                  </a:lnTo>
                  <a:lnTo>
                    <a:pt x="2495652" y="3711433"/>
                  </a:lnTo>
                  <a:lnTo>
                    <a:pt x="2495778" y="3711433"/>
                  </a:lnTo>
                  <a:lnTo>
                    <a:pt x="2495904" y="3711433"/>
                  </a:lnTo>
                  <a:lnTo>
                    <a:pt x="2496030" y="3711433"/>
                  </a:lnTo>
                  <a:lnTo>
                    <a:pt x="2496156" y="3711433"/>
                  </a:lnTo>
                  <a:lnTo>
                    <a:pt x="2496282" y="3711433"/>
                  </a:lnTo>
                  <a:lnTo>
                    <a:pt x="2496408" y="3711433"/>
                  </a:lnTo>
                  <a:lnTo>
                    <a:pt x="2496534" y="3711433"/>
                  </a:lnTo>
                  <a:lnTo>
                    <a:pt x="2496660" y="3711433"/>
                  </a:lnTo>
                  <a:lnTo>
                    <a:pt x="2496786" y="3711433"/>
                  </a:lnTo>
                  <a:lnTo>
                    <a:pt x="2496913" y="3711433"/>
                  </a:lnTo>
                  <a:lnTo>
                    <a:pt x="2497039" y="3711433"/>
                  </a:lnTo>
                  <a:lnTo>
                    <a:pt x="2497165" y="3711433"/>
                  </a:lnTo>
                  <a:lnTo>
                    <a:pt x="2497291" y="3711433"/>
                  </a:lnTo>
                  <a:lnTo>
                    <a:pt x="2497417" y="3711433"/>
                  </a:lnTo>
                  <a:lnTo>
                    <a:pt x="2497543" y="3711433"/>
                  </a:lnTo>
                  <a:lnTo>
                    <a:pt x="2497669" y="3711433"/>
                  </a:lnTo>
                  <a:lnTo>
                    <a:pt x="2497795" y="3711433"/>
                  </a:lnTo>
                  <a:lnTo>
                    <a:pt x="2497921" y="3711433"/>
                  </a:lnTo>
                  <a:lnTo>
                    <a:pt x="2498047" y="3711433"/>
                  </a:lnTo>
                  <a:lnTo>
                    <a:pt x="2498173" y="3711433"/>
                  </a:lnTo>
                  <a:lnTo>
                    <a:pt x="2498300" y="3711433"/>
                  </a:lnTo>
                  <a:lnTo>
                    <a:pt x="2498426" y="3711433"/>
                  </a:lnTo>
                  <a:lnTo>
                    <a:pt x="2498552" y="3711433"/>
                  </a:lnTo>
                  <a:lnTo>
                    <a:pt x="2498678" y="3711433"/>
                  </a:lnTo>
                  <a:lnTo>
                    <a:pt x="2498804" y="3711433"/>
                  </a:lnTo>
                  <a:lnTo>
                    <a:pt x="2498930" y="3711433"/>
                  </a:lnTo>
                  <a:lnTo>
                    <a:pt x="2499056" y="3711433"/>
                  </a:lnTo>
                  <a:lnTo>
                    <a:pt x="2499182" y="3711433"/>
                  </a:lnTo>
                  <a:lnTo>
                    <a:pt x="2499308" y="3711433"/>
                  </a:lnTo>
                  <a:lnTo>
                    <a:pt x="2499434" y="3711433"/>
                  </a:lnTo>
                  <a:lnTo>
                    <a:pt x="2499560" y="3711433"/>
                  </a:lnTo>
                  <a:lnTo>
                    <a:pt x="2499687" y="3711433"/>
                  </a:lnTo>
                  <a:lnTo>
                    <a:pt x="2499813" y="3711433"/>
                  </a:lnTo>
                  <a:lnTo>
                    <a:pt x="2499939" y="3711433"/>
                  </a:lnTo>
                  <a:lnTo>
                    <a:pt x="2500065" y="3711433"/>
                  </a:lnTo>
                  <a:lnTo>
                    <a:pt x="2500191" y="3711433"/>
                  </a:lnTo>
                  <a:lnTo>
                    <a:pt x="2500317" y="3711433"/>
                  </a:lnTo>
                  <a:lnTo>
                    <a:pt x="2500443" y="3711433"/>
                  </a:lnTo>
                  <a:lnTo>
                    <a:pt x="2500569" y="3711433"/>
                  </a:lnTo>
                  <a:lnTo>
                    <a:pt x="2500695" y="3711433"/>
                  </a:lnTo>
                  <a:lnTo>
                    <a:pt x="2500821" y="3711433"/>
                  </a:lnTo>
                  <a:lnTo>
                    <a:pt x="2500947" y="3711433"/>
                  </a:lnTo>
                  <a:lnTo>
                    <a:pt x="2501073" y="3711433"/>
                  </a:lnTo>
                  <a:lnTo>
                    <a:pt x="2501200" y="3711433"/>
                  </a:lnTo>
                  <a:lnTo>
                    <a:pt x="2501326" y="3711433"/>
                  </a:lnTo>
                  <a:lnTo>
                    <a:pt x="2501452" y="3711433"/>
                  </a:lnTo>
                  <a:lnTo>
                    <a:pt x="2501578" y="3711433"/>
                  </a:lnTo>
                  <a:lnTo>
                    <a:pt x="2501704" y="3711433"/>
                  </a:lnTo>
                  <a:lnTo>
                    <a:pt x="2501830" y="3711433"/>
                  </a:lnTo>
                  <a:lnTo>
                    <a:pt x="2501956" y="3711433"/>
                  </a:lnTo>
                  <a:lnTo>
                    <a:pt x="2502082" y="3711433"/>
                  </a:lnTo>
                  <a:lnTo>
                    <a:pt x="2502208" y="3711433"/>
                  </a:lnTo>
                  <a:lnTo>
                    <a:pt x="2502334" y="3711433"/>
                  </a:lnTo>
                  <a:lnTo>
                    <a:pt x="2502460" y="3711433"/>
                  </a:lnTo>
                  <a:lnTo>
                    <a:pt x="2502587" y="3711433"/>
                  </a:lnTo>
                  <a:lnTo>
                    <a:pt x="2502713" y="3711433"/>
                  </a:lnTo>
                  <a:lnTo>
                    <a:pt x="2502839" y="3711433"/>
                  </a:lnTo>
                  <a:lnTo>
                    <a:pt x="2502965" y="3711433"/>
                  </a:lnTo>
                  <a:lnTo>
                    <a:pt x="2502965" y="3706153"/>
                  </a:lnTo>
                  <a:lnTo>
                    <a:pt x="2503091" y="3706153"/>
                  </a:lnTo>
                  <a:lnTo>
                    <a:pt x="2503217" y="3706153"/>
                  </a:lnTo>
                  <a:lnTo>
                    <a:pt x="2503343" y="3706153"/>
                  </a:lnTo>
                  <a:lnTo>
                    <a:pt x="2503469" y="3706153"/>
                  </a:lnTo>
                  <a:lnTo>
                    <a:pt x="2503469" y="3700874"/>
                  </a:lnTo>
                  <a:lnTo>
                    <a:pt x="2503595" y="3700874"/>
                  </a:lnTo>
                  <a:lnTo>
                    <a:pt x="2503721" y="3700874"/>
                  </a:lnTo>
                  <a:lnTo>
                    <a:pt x="2503847" y="3700874"/>
                  </a:lnTo>
                  <a:lnTo>
                    <a:pt x="2503973" y="3700874"/>
                  </a:lnTo>
                  <a:lnTo>
                    <a:pt x="2504100" y="3700874"/>
                  </a:lnTo>
                  <a:lnTo>
                    <a:pt x="2504226" y="3700874"/>
                  </a:lnTo>
                  <a:lnTo>
                    <a:pt x="2504352" y="3700874"/>
                  </a:lnTo>
                  <a:lnTo>
                    <a:pt x="2504478" y="3700874"/>
                  </a:lnTo>
                  <a:lnTo>
                    <a:pt x="2504604" y="3700874"/>
                  </a:lnTo>
                  <a:lnTo>
                    <a:pt x="2504730" y="3700874"/>
                  </a:lnTo>
                  <a:lnTo>
                    <a:pt x="2504730" y="3695594"/>
                  </a:lnTo>
                  <a:lnTo>
                    <a:pt x="2504856" y="3695594"/>
                  </a:lnTo>
                  <a:lnTo>
                    <a:pt x="2504982" y="3695594"/>
                  </a:lnTo>
                  <a:lnTo>
                    <a:pt x="2505108" y="3695594"/>
                  </a:lnTo>
                  <a:lnTo>
                    <a:pt x="2505234" y="3695594"/>
                  </a:lnTo>
                  <a:lnTo>
                    <a:pt x="2505360" y="3695594"/>
                  </a:lnTo>
                  <a:lnTo>
                    <a:pt x="2505487" y="3695594"/>
                  </a:lnTo>
                  <a:lnTo>
                    <a:pt x="2505613" y="3695594"/>
                  </a:lnTo>
                  <a:lnTo>
                    <a:pt x="2505739" y="3695594"/>
                  </a:lnTo>
                  <a:lnTo>
                    <a:pt x="2505865" y="3695594"/>
                  </a:lnTo>
                  <a:lnTo>
                    <a:pt x="2505991" y="3695594"/>
                  </a:lnTo>
                  <a:lnTo>
                    <a:pt x="2506117" y="3695594"/>
                  </a:lnTo>
                  <a:lnTo>
                    <a:pt x="2506243" y="3695594"/>
                  </a:lnTo>
                  <a:lnTo>
                    <a:pt x="2506369" y="3695594"/>
                  </a:lnTo>
                  <a:lnTo>
                    <a:pt x="2506495" y="3695594"/>
                  </a:lnTo>
                  <a:lnTo>
                    <a:pt x="2506621" y="3695594"/>
                  </a:lnTo>
                  <a:lnTo>
                    <a:pt x="2506747" y="3695594"/>
                  </a:lnTo>
                  <a:lnTo>
                    <a:pt x="2506874" y="3695594"/>
                  </a:lnTo>
                  <a:lnTo>
                    <a:pt x="2507000" y="3695594"/>
                  </a:lnTo>
                  <a:lnTo>
                    <a:pt x="2507126" y="3695594"/>
                  </a:lnTo>
                  <a:lnTo>
                    <a:pt x="2507252" y="3695594"/>
                  </a:lnTo>
                  <a:lnTo>
                    <a:pt x="2507378" y="3695594"/>
                  </a:lnTo>
                  <a:lnTo>
                    <a:pt x="2507504" y="3695594"/>
                  </a:lnTo>
                  <a:lnTo>
                    <a:pt x="2507630" y="3695594"/>
                  </a:lnTo>
                  <a:lnTo>
                    <a:pt x="2507756" y="3695594"/>
                  </a:lnTo>
                  <a:lnTo>
                    <a:pt x="2507882" y="3695594"/>
                  </a:lnTo>
                  <a:lnTo>
                    <a:pt x="2508008" y="3695594"/>
                  </a:lnTo>
                  <a:lnTo>
                    <a:pt x="2508134" y="3695594"/>
                  </a:lnTo>
                  <a:lnTo>
                    <a:pt x="2508260" y="3695594"/>
                  </a:lnTo>
                  <a:lnTo>
                    <a:pt x="2508387" y="3695594"/>
                  </a:lnTo>
                  <a:lnTo>
                    <a:pt x="2508513" y="3695594"/>
                  </a:lnTo>
                  <a:lnTo>
                    <a:pt x="2508639" y="3695594"/>
                  </a:lnTo>
                  <a:lnTo>
                    <a:pt x="2508765" y="3695594"/>
                  </a:lnTo>
                  <a:lnTo>
                    <a:pt x="2508891" y="3695594"/>
                  </a:lnTo>
                  <a:lnTo>
                    <a:pt x="2509017" y="3695594"/>
                  </a:lnTo>
                  <a:lnTo>
                    <a:pt x="2509143" y="3695594"/>
                  </a:lnTo>
                  <a:lnTo>
                    <a:pt x="2509269" y="3695594"/>
                  </a:lnTo>
                  <a:lnTo>
                    <a:pt x="2509395" y="3695594"/>
                  </a:lnTo>
                  <a:lnTo>
                    <a:pt x="2509395" y="3690315"/>
                  </a:lnTo>
                  <a:lnTo>
                    <a:pt x="2509521" y="3690315"/>
                  </a:lnTo>
                  <a:lnTo>
                    <a:pt x="2509647" y="3690315"/>
                  </a:lnTo>
                  <a:lnTo>
                    <a:pt x="2509774" y="3690315"/>
                  </a:lnTo>
                  <a:lnTo>
                    <a:pt x="2509900" y="3690315"/>
                  </a:lnTo>
                  <a:lnTo>
                    <a:pt x="2510026" y="3690315"/>
                  </a:lnTo>
                  <a:lnTo>
                    <a:pt x="2510152" y="3690315"/>
                  </a:lnTo>
                  <a:lnTo>
                    <a:pt x="2510278" y="3690315"/>
                  </a:lnTo>
                  <a:lnTo>
                    <a:pt x="2510404" y="3690315"/>
                  </a:lnTo>
                  <a:lnTo>
                    <a:pt x="2510530" y="3690315"/>
                  </a:lnTo>
                  <a:lnTo>
                    <a:pt x="2510656" y="3690315"/>
                  </a:lnTo>
                  <a:lnTo>
                    <a:pt x="2510782" y="3690315"/>
                  </a:lnTo>
                  <a:lnTo>
                    <a:pt x="2510908" y="3690315"/>
                  </a:lnTo>
                  <a:lnTo>
                    <a:pt x="2511034" y="3690315"/>
                  </a:lnTo>
                  <a:lnTo>
                    <a:pt x="2511160" y="3690315"/>
                  </a:lnTo>
                  <a:lnTo>
                    <a:pt x="2511287" y="3690315"/>
                  </a:lnTo>
                  <a:lnTo>
                    <a:pt x="2511413" y="3690315"/>
                  </a:lnTo>
                  <a:lnTo>
                    <a:pt x="2511413" y="3685036"/>
                  </a:lnTo>
                  <a:lnTo>
                    <a:pt x="2511539" y="3685036"/>
                  </a:lnTo>
                  <a:lnTo>
                    <a:pt x="2511665" y="3685036"/>
                  </a:lnTo>
                  <a:lnTo>
                    <a:pt x="2511791" y="3685036"/>
                  </a:lnTo>
                  <a:lnTo>
                    <a:pt x="2511917" y="3685036"/>
                  </a:lnTo>
                  <a:lnTo>
                    <a:pt x="2512043" y="3685036"/>
                  </a:lnTo>
                  <a:lnTo>
                    <a:pt x="2512169" y="3685036"/>
                  </a:lnTo>
                  <a:lnTo>
                    <a:pt x="2512295" y="3685036"/>
                  </a:lnTo>
                  <a:lnTo>
                    <a:pt x="2512421" y="3685036"/>
                  </a:lnTo>
                  <a:lnTo>
                    <a:pt x="2512547" y="3685036"/>
                  </a:lnTo>
                  <a:lnTo>
                    <a:pt x="2512674" y="3685036"/>
                  </a:lnTo>
                  <a:lnTo>
                    <a:pt x="2512800" y="3685036"/>
                  </a:lnTo>
                  <a:lnTo>
                    <a:pt x="2512926" y="3685036"/>
                  </a:lnTo>
                  <a:lnTo>
                    <a:pt x="2513052" y="3685036"/>
                  </a:lnTo>
                  <a:lnTo>
                    <a:pt x="2513178" y="3685036"/>
                  </a:lnTo>
                  <a:lnTo>
                    <a:pt x="2513304" y="3685036"/>
                  </a:lnTo>
                  <a:lnTo>
                    <a:pt x="2513430" y="3685036"/>
                  </a:lnTo>
                  <a:lnTo>
                    <a:pt x="2513556" y="3685036"/>
                  </a:lnTo>
                  <a:lnTo>
                    <a:pt x="2513682" y="3685036"/>
                  </a:lnTo>
                  <a:lnTo>
                    <a:pt x="2513808" y="3685036"/>
                  </a:lnTo>
                  <a:lnTo>
                    <a:pt x="2513934" y="3685036"/>
                  </a:lnTo>
                  <a:lnTo>
                    <a:pt x="2514060" y="3685036"/>
                  </a:lnTo>
                  <a:lnTo>
                    <a:pt x="2514060" y="3679756"/>
                  </a:lnTo>
                  <a:lnTo>
                    <a:pt x="2514187" y="3679756"/>
                  </a:lnTo>
                  <a:lnTo>
                    <a:pt x="2514313" y="3679756"/>
                  </a:lnTo>
                  <a:lnTo>
                    <a:pt x="2514439" y="3679756"/>
                  </a:lnTo>
                  <a:lnTo>
                    <a:pt x="2514565" y="3679756"/>
                  </a:lnTo>
                  <a:lnTo>
                    <a:pt x="2514691" y="3679756"/>
                  </a:lnTo>
                  <a:lnTo>
                    <a:pt x="2514817" y="3679756"/>
                  </a:lnTo>
                  <a:lnTo>
                    <a:pt x="2514943" y="3679756"/>
                  </a:lnTo>
                  <a:lnTo>
                    <a:pt x="2515069" y="3679756"/>
                  </a:lnTo>
                  <a:lnTo>
                    <a:pt x="2515195" y="3679756"/>
                  </a:lnTo>
                  <a:lnTo>
                    <a:pt x="2515321" y="3679756"/>
                  </a:lnTo>
                  <a:lnTo>
                    <a:pt x="2515447" y="3679756"/>
                  </a:lnTo>
                  <a:lnTo>
                    <a:pt x="2515574" y="3679756"/>
                  </a:lnTo>
                  <a:lnTo>
                    <a:pt x="2515700" y="3679756"/>
                  </a:lnTo>
                  <a:lnTo>
                    <a:pt x="2515826" y="3679756"/>
                  </a:lnTo>
                  <a:lnTo>
                    <a:pt x="2515952" y="3679756"/>
                  </a:lnTo>
                  <a:lnTo>
                    <a:pt x="2516078" y="3679756"/>
                  </a:lnTo>
                  <a:lnTo>
                    <a:pt x="2516204" y="3679756"/>
                  </a:lnTo>
                  <a:lnTo>
                    <a:pt x="2516330" y="3679756"/>
                  </a:lnTo>
                  <a:lnTo>
                    <a:pt x="2516456" y="3679756"/>
                  </a:lnTo>
                  <a:lnTo>
                    <a:pt x="2516582" y="3679756"/>
                  </a:lnTo>
                  <a:lnTo>
                    <a:pt x="2516708" y="3679756"/>
                  </a:lnTo>
                  <a:lnTo>
                    <a:pt x="2516834" y="3679756"/>
                  </a:lnTo>
                  <a:lnTo>
                    <a:pt x="2516961" y="3679756"/>
                  </a:lnTo>
                  <a:lnTo>
                    <a:pt x="2517087" y="3679756"/>
                  </a:lnTo>
                  <a:lnTo>
                    <a:pt x="2517213" y="3679756"/>
                  </a:lnTo>
                  <a:lnTo>
                    <a:pt x="2517339" y="3679756"/>
                  </a:lnTo>
                  <a:lnTo>
                    <a:pt x="2517465" y="3679756"/>
                  </a:lnTo>
                  <a:lnTo>
                    <a:pt x="2517591" y="3679756"/>
                  </a:lnTo>
                  <a:lnTo>
                    <a:pt x="2517591" y="3674477"/>
                  </a:lnTo>
                  <a:lnTo>
                    <a:pt x="2517717" y="3674477"/>
                  </a:lnTo>
                  <a:lnTo>
                    <a:pt x="2517843" y="3674477"/>
                  </a:lnTo>
                  <a:lnTo>
                    <a:pt x="2517969" y="3674477"/>
                  </a:lnTo>
                  <a:lnTo>
                    <a:pt x="2518095" y="3674477"/>
                  </a:lnTo>
                  <a:lnTo>
                    <a:pt x="2518221" y="3674477"/>
                  </a:lnTo>
                  <a:lnTo>
                    <a:pt x="2518347" y="3674477"/>
                  </a:lnTo>
                  <a:lnTo>
                    <a:pt x="2518474" y="3674477"/>
                  </a:lnTo>
                  <a:lnTo>
                    <a:pt x="2518600" y="3674477"/>
                  </a:lnTo>
                  <a:lnTo>
                    <a:pt x="2518726" y="3674477"/>
                  </a:lnTo>
                  <a:lnTo>
                    <a:pt x="2518852" y="3674477"/>
                  </a:lnTo>
                  <a:lnTo>
                    <a:pt x="2518852" y="3669197"/>
                  </a:lnTo>
                  <a:lnTo>
                    <a:pt x="2518978" y="3669197"/>
                  </a:lnTo>
                  <a:lnTo>
                    <a:pt x="2519104" y="3669197"/>
                  </a:lnTo>
                  <a:lnTo>
                    <a:pt x="2519230" y="3669197"/>
                  </a:lnTo>
                  <a:lnTo>
                    <a:pt x="2519356" y="3669197"/>
                  </a:lnTo>
                  <a:lnTo>
                    <a:pt x="2519482" y="3669197"/>
                  </a:lnTo>
                  <a:lnTo>
                    <a:pt x="2519608" y="3669197"/>
                  </a:lnTo>
                  <a:lnTo>
                    <a:pt x="2519734" y="3669197"/>
                  </a:lnTo>
                  <a:lnTo>
                    <a:pt x="2519861" y="3669197"/>
                  </a:lnTo>
                  <a:lnTo>
                    <a:pt x="2519987" y="3669197"/>
                  </a:lnTo>
                  <a:lnTo>
                    <a:pt x="2520113" y="3669197"/>
                  </a:lnTo>
                  <a:lnTo>
                    <a:pt x="2520239" y="3669197"/>
                  </a:lnTo>
                  <a:lnTo>
                    <a:pt x="2520365" y="3669197"/>
                  </a:lnTo>
                  <a:lnTo>
                    <a:pt x="2520491" y="3669197"/>
                  </a:lnTo>
                  <a:lnTo>
                    <a:pt x="2520617" y="3669197"/>
                  </a:lnTo>
                  <a:lnTo>
                    <a:pt x="2520743" y="3669197"/>
                  </a:lnTo>
                  <a:lnTo>
                    <a:pt x="2520869" y="3669197"/>
                  </a:lnTo>
                  <a:lnTo>
                    <a:pt x="2520995" y="3669197"/>
                  </a:lnTo>
                  <a:lnTo>
                    <a:pt x="2521121" y="3669197"/>
                  </a:lnTo>
                  <a:lnTo>
                    <a:pt x="2521247" y="3669197"/>
                  </a:lnTo>
                  <a:lnTo>
                    <a:pt x="2521374" y="3669197"/>
                  </a:lnTo>
                  <a:lnTo>
                    <a:pt x="2521500" y="3669197"/>
                  </a:lnTo>
                  <a:lnTo>
                    <a:pt x="2521626" y="3669197"/>
                  </a:lnTo>
                  <a:lnTo>
                    <a:pt x="2521752" y="3669197"/>
                  </a:lnTo>
                  <a:lnTo>
                    <a:pt x="2521878" y="3669197"/>
                  </a:lnTo>
                  <a:lnTo>
                    <a:pt x="2522004" y="3669197"/>
                  </a:lnTo>
                  <a:lnTo>
                    <a:pt x="2522130" y="3669197"/>
                  </a:lnTo>
                  <a:lnTo>
                    <a:pt x="2522256" y="3669197"/>
                  </a:lnTo>
                  <a:lnTo>
                    <a:pt x="2522382" y="3669197"/>
                  </a:lnTo>
                  <a:lnTo>
                    <a:pt x="2522508" y="3669197"/>
                  </a:lnTo>
                  <a:lnTo>
                    <a:pt x="2522634" y="3669197"/>
                  </a:lnTo>
                  <a:lnTo>
                    <a:pt x="2522761" y="3669197"/>
                  </a:lnTo>
                  <a:lnTo>
                    <a:pt x="2522887" y="3669197"/>
                  </a:lnTo>
                  <a:lnTo>
                    <a:pt x="2523013" y="3669197"/>
                  </a:lnTo>
                  <a:lnTo>
                    <a:pt x="2523139" y="3669197"/>
                  </a:lnTo>
                  <a:lnTo>
                    <a:pt x="2523265" y="3669197"/>
                  </a:lnTo>
                  <a:lnTo>
                    <a:pt x="2523391" y="3669197"/>
                  </a:lnTo>
                  <a:lnTo>
                    <a:pt x="2523517" y="3669197"/>
                  </a:lnTo>
                  <a:lnTo>
                    <a:pt x="2523643" y="3669197"/>
                  </a:lnTo>
                  <a:lnTo>
                    <a:pt x="2523769" y="3669197"/>
                  </a:lnTo>
                  <a:lnTo>
                    <a:pt x="2523895" y="3669197"/>
                  </a:lnTo>
                  <a:lnTo>
                    <a:pt x="2524021" y="3669197"/>
                  </a:lnTo>
                  <a:lnTo>
                    <a:pt x="2524148" y="3669197"/>
                  </a:lnTo>
                  <a:lnTo>
                    <a:pt x="2524274" y="3669197"/>
                  </a:lnTo>
                  <a:lnTo>
                    <a:pt x="2524400" y="3669197"/>
                  </a:lnTo>
                  <a:lnTo>
                    <a:pt x="2524526" y="3669197"/>
                  </a:lnTo>
                  <a:lnTo>
                    <a:pt x="2524652" y="3669197"/>
                  </a:lnTo>
                  <a:lnTo>
                    <a:pt x="2524778" y="3669197"/>
                  </a:lnTo>
                  <a:lnTo>
                    <a:pt x="2524904" y="3669197"/>
                  </a:lnTo>
                  <a:lnTo>
                    <a:pt x="2525030" y="3669197"/>
                  </a:lnTo>
                  <a:lnTo>
                    <a:pt x="2525156" y="3669197"/>
                  </a:lnTo>
                  <a:lnTo>
                    <a:pt x="2525282" y="3669197"/>
                  </a:lnTo>
                  <a:lnTo>
                    <a:pt x="2525408" y="3669197"/>
                  </a:lnTo>
                  <a:lnTo>
                    <a:pt x="2525534" y="3669197"/>
                  </a:lnTo>
                  <a:lnTo>
                    <a:pt x="2525661" y="3669197"/>
                  </a:lnTo>
                  <a:lnTo>
                    <a:pt x="2525787" y="3669197"/>
                  </a:lnTo>
                  <a:lnTo>
                    <a:pt x="2525913" y="3669197"/>
                  </a:lnTo>
                  <a:lnTo>
                    <a:pt x="2526039" y="3669197"/>
                  </a:lnTo>
                  <a:lnTo>
                    <a:pt x="2526165" y="3669197"/>
                  </a:lnTo>
                  <a:lnTo>
                    <a:pt x="2526291" y="3669197"/>
                  </a:lnTo>
                  <a:lnTo>
                    <a:pt x="2526417" y="3669197"/>
                  </a:lnTo>
                  <a:lnTo>
                    <a:pt x="2526543" y="3669197"/>
                  </a:lnTo>
                  <a:lnTo>
                    <a:pt x="2526669" y="3669197"/>
                  </a:lnTo>
                  <a:lnTo>
                    <a:pt x="2526795" y="3669197"/>
                  </a:lnTo>
                  <a:lnTo>
                    <a:pt x="2526795" y="3663918"/>
                  </a:lnTo>
                  <a:lnTo>
                    <a:pt x="2526921" y="3663918"/>
                  </a:lnTo>
                  <a:lnTo>
                    <a:pt x="2527048" y="3663918"/>
                  </a:lnTo>
                  <a:lnTo>
                    <a:pt x="2527174" y="3663918"/>
                  </a:lnTo>
                  <a:lnTo>
                    <a:pt x="2527300" y="3663918"/>
                  </a:lnTo>
                  <a:lnTo>
                    <a:pt x="2527426" y="3663918"/>
                  </a:lnTo>
                  <a:lnTo>
                    <a:pt x="2527552" y="3663918"/>
                  </a:lnTo>
                  <a:lnTo>
                    <a:pt x="2527678" y="3663918"/>
                  </a:lnTo>
                  <a:lnTo>
                    <a:pt x="2527804" y="3663918"/>
                  </a:lnTo>
                  <a:lnTo>
                    <a:pt x="2527930" y="3663918"/>
                  </a:lnTo>
                  <a:lnTo>
                    <a:pt x="2528056" y="3663918"/>
                  </a:lnTo>
                  <a:lnTo>
                    <a:pt x="2528182" y="3663918"/>
                  </a:lnTo>
                  <a:lnTo>
                    <a:pt x="2528308" y="3663918"/>
                  </a:lnTo>
                  <a:lnTo>
                    <a:pt x="2528434" y="3663918"/>
                  </a:lnTo>
                  <a:lnTo>
                    <a:pt x="2528561" y="3663918"/>
                  </a:lnTo>
                  <a:lnTo>
                    <a:pt x="2528687" y="3663918"/>
                  </a:lnTo>
                  <a:lnTo>
                    <a:pt x="2528813" y="3663918"/>
                  </a:lnTo>
                  <a:lnTo>
                    <a:pt x="2528939" y="3663918"/>
                  </a:lnTo>
                  <a:lnTo>
                    <a:pt x="2529065" y="3663918"/>
                  </a:lnTo>
                  <a:lnTo>
                    <a:pt x="2529191" y="3663918"/>
                  </a:lnTo>
                  <a:lnTo>
                    <a:pt x="2529317" y="3663918"/>
                  </a:lnTo>
                  <a:lnTo>
                    <a:pt x="2529443" y="3663918"/>
                  </a:lnTo>
                  <a:lnTo>
                    <a:pt x="2529569" y="3663918"/>
                  </a:lnTo>
                  <a:lnTo>
                    <a:pt x="2529695" y="3663918"/>
                  </a:lnTo>
                  <a:lnTo>
                    <a:pt x="2529821" y="3663918"/>
                  </a:lnTo>
                  <a:lnTo>
                    <a:pt x="2529948" y="3663918"/>
                  </a:lnTo>
                  <a:lnTo>
                    <a:pt x="2530074" y="3663918"/>
                  </a:lnTo>
                  <a:lnTo>
                    <a:pt x="2530200" y="3663918"/>
                  </a:lnTo>
                  <a:lnTo>
                    <a:pt x="2530326" y="3663918"/>
                  </a:lnTo>
                  <a:lnTo>
                    <a:pt x="2530452" y="3663918"/>
                  </a:lnTo>
                  <a:lnTo>
                    <a:pt x="2530578" y="3663918"/>
                  </a:lnTo>
                  <a:lnTo>
                    <a:pt x="2530704" y="3663918"/>
                  </a:lnTo>
                  <a:lnTo>
                    <a:pt x="2530830" y="3663918"/>
                  </a:lnTo>
                  <a:lnTo>
                    <a:pt x="2530956" y="3663918"/>
                  </a:lnTo>
                  <a:lnTo>
                    <a:pt x="2531082" y="3663918"/>
                  </a:lnTo>
                  <a:lnTo>
                    <a:pt x="2531208" y="3663918"/>
                  </a:lnTo>
                  <a:lnTo>
                    <a:pt x="2531335" y="3663918"/>
                  </a:lnTo>
                  <a:lnTo>
                    <a:pt x="2531461" y="3663918"/>
                  </a:lnTo>
                  <a:lnTo>
                    <a:pt x="2531587" y="3663918"/>
                  </a:lnTo>
                  <a:lnTo>
                    <a:pt x="2531713" y="3663918"/>
                  </a:lnTo>
                  <a:lnTo>
                    <a:pt x="2531839" y="3663918"/>
                  </a:lnTo>
                  <a:lnTo>
                    <a:pt x="2531965" y="3663918"/>
                  </a:lnTo>
                  <a:lnTo>
                    <a:pt x="2532091" y="3663918"/>
                  </a:lnTo>
                  <a:lnTo>
                    <a:pt x="2532217" y="3663918"/>
                  </a:lnTo>
                  <a:lnTo>
                    <a:pt x="2532343" y="3663918"/>
                  </a:lnTo>
                  <a:lnTo>
                    <a:pt x="2532469" y="3663918"/>
                  </a:lnTo>
                  <a:lnTo>
                    <a:pt x="2532595" y="3663918"/>
                  </a:lnTo>
                  <a:lnTo>
                    <a:pt x="2532721" y="3663918"/>
                  </a:lnTo>
                  <a:lnTo>
                    <a:pt x="2532848" y="3663918"/>
                  </a:lnTo>
                  <a:lnTo>
                    <a:pt x="2532974" y="3663918"/>
                  </a:lnTo>
                  <a:lnTo>
                    <a:pt x="2533100" y="3663918"/>
                  </a:lnTo>
                  <a:lnTo>
                    <a:pt x="2533226" y="3663918"/>
                  </a:lnTo>
                  <a:lnTo>
                    <a:pt x="2533352" y="3663918"/>
                  </a:lnTo>
                  <a:lnTo>
                    <a:pt x="2533478" y="3663918"/>
                  </a:lnTo>
                  <a:lnTo>
                    <a:pt x="2533604" y="3663918"/>
                  </a:lnTo>
                  <a:lnTo>
                    <a:pt x="2533730" y="3663918"/>
                  </a:lnTo>
                  <a:lnTo>
                    <a:pt x="2533856" y="3663918"/>
                  </a:lnTo>
                  <a:lnTo>
                    <a:pt x="2533982" y="3663918"/>
                  </a:lnTo>
                  <a:lnTo>
                    <a:pt x="2534108" y="3663918"/>
                  </a:lnTo>
                  <a:lnTo>
                    <a:pt x="2534235" y="3663918"/>
                  </a:lnTo>
                  <a:lnTo>
                    <a:pt x="2534361" y="3663918"/>
                  </a:lnTo>
                  <a:lnTo>
                    <a:pt x="2534487" y="3663918"/>
                  </a:lnTo>
                  <a:lnTo>
                    <a:pt x="2534613" y="3663918"/>
                  </a:lnTo>
                  <a:lnTo>
                    <a:pt x="2534739" y="3663918"/>
                  </a:lnTo>
                  <a:lnTo>
                    <a:pt x="2534865" y="3663918"/>
                  </a:lnTo>
                  <a:lnTo>
                    <a:pt x="2534991" y="3663918"/>
                  </a:lnTo>
                  <a:lnTo>
                    <a:pt x="2535117" y="3663918"/>
                  </a:lnTo>
                  <a:lnTo>
                    <a:pt x="2535243" y="3663918"/>
                  </a:lnTo>
                  <a:lnTo>
                    <a:pt x="2535369" y="3663918"/>
                  </a:lnTo>
                  <a:lnTo>
                    <a:pt x="2535495" y="3663918"/>
                  </a:lnTo>
                  <a:lnTo>
                    <a:pt x="2535621" y="3663918"/>
                  </a:lnTo>
                  <a:lnTo>
                    <a:pt x="2535748" y="3663918"/>
                  </a:lnTo>
                  <a:lnTo>
                    <a:pt x="2535874" y="3663918"/>
                  </a:lnTo>
                  <a:lnTo>
                    <a:pt x="2535874" y="3658638"/>
                  </a:lnTo>
                  <a:lnTo>
                    <a:pt x="2536000" y="3658638"/>
                  </a:lnTo>
                  <a:lnTo>
                    <a:pt x="2536126" y="3658638"/>
                  </a:lnTo>
                  <a:lnTo>
                    <a:pt x="2536252" y="3658638"/>
                  </a:lnTo>
                  <a:lnTo>
                    <a:pt x="2536378" y="3658638"/>
                  </a:lnTo>
                  <a:lnTo>
                    <a:pt x="2536504" y="3658638"/>
                  </a:lnTo>
                  <a:lnTo>
                    <a:pt x="2536630" y="3658638"/>
                  </a:lnTo>
                  <a:lnTo>
                    <a:pt x="2536756" y="3658638"/>
                  </a:lnTo>
                  <a:lnTo>
                    <a:pt x="2536882" y="3658638"/>
                  </a:lnTo>
                  <a:lnTo>
                    <a:pt x="2537008" y="3658638"/>
                  </a:lnTo>
                  <a:lnTo>
                    <a:pt x="2537135" y="3658638"/>
                  </a:lnTo>
                  <a:lnTo>
                    <a:pt x="2537261" y="3658638"/>
                  </a:lnTo>
                  <a:lnTo>
                    <a:pt x="2537387" y="3658638"/>
                  </a:lnTo>
                  <a:lnTo>
                    <a:pt x="2537387" y="3653359"/>
                  </a:lnTo>
                  <a:lnTo>
                    <a:pt x="2537513" y="3653359"/>
                  </a:lnTo>
                  <a:lnTo>
                    <a:pt x="2537639" y="3653359"/>
                  </a:lnTo>
                  <a:lnTo>
                    <a:pt x="2537765" y="3653359"/>
                  </a:lnTo>
                  <a:lnTo>
                    <a:pt x="2537891" y="3653359"/>
                  </a:lnTo>
                  <a:lnTo>
                    <a:pt x="2538017" y="3653359"/>
                  </a:lnTo>
                  <a:lnTo>
                    <a:pt x="2538017" y="3648080"/>
                  </a:lnTo>
                  <a:lnTo>
                    <a:pt x="2538143" y="3648080"/>
                  </a:lnTo>
                  <a:lnTo>
                    <a:pt x="2538269" y="3648080"/>
                  </a:lnTo>
                  <a:lnTo>
                    <a:pt x="2538395" y="3648080"/>
                  </a:lnTo>
                  <a:lnTo>
                    <a:pt x="2538521" y="3648080"/>
                  </a:lnTo>
                  <a:lnTo>
                    <a:pt x="2538648" y="3648080"/>
                  </a:lnTo>
                  <a:lnTo>
                    <a:pt x="2538774" y="3648080"/>
                  </a:lnTo>
                  <a:lnTo>
                    <a:pt x="2538900" y="3648080"/>
                  </a:lnTo>
                  <a:lnTo>
                    <a:pt x="2539026" y="3648080"/>
                  </a:lnTo>
                  <a:lnTo>
                    <a:pt x="2539152" y="3648080"/>
                  </a:lnTo>
                  <a:lnTo>
                    <a:pt x="2539278" y="3648080"/>
                  </a:lnTo>
                  <a:lnTo>
                    <a:pt x="2539404" y="3648080"/>
                  </a:lnTo>
                  <a:lnTo>
                    <a:pt x="2539530" y="3648080"/>
                  </a:lnTo>
                  <a:lnTo>
                    <a:pt x="2539656" y="3648080"/>
                  </a:lnTo>
                  <a:lnTo>
                    <a:pt x="2539782" y="3648080"/>
                  </a:lnTo>
                  <a:lnTo>
                    <a:pt x="2539908" y="3648080"/>
                  </a:lnTo>
                  <a:lnTo>
                    <a:pt x="2540035" y="3648080"/>
                  </a:lnTo>
                  <a:lnTo>
                    <a:pt x="2540161" y="3648080"/>
                  </a:lnTo>
                  <a:lnTo>
                    <a:pt x="2540287" y="3648080"/>
                  </a:lnTo>
                  <a:lnTo>
                    <a:pt x="2540287" y="3642800"/>
                  </a:lnTo>
                  <a:lnTo>
                    <a:pt x="2540413" y="3642800"/>
                  </a:lnTo>
                  <a:lnTo>
                    <a:pt x="2540539" y="3642800"/>
                  </a:lnTo>
                  <a:lnTo>
                    <a:pt x="2540665" y="3642800"/>
                  </a:lnTo>
                  <a:lnTo>
                    <a:pt x="2540791" y="3642800"/>
                  </a:lnTo>
                  <a:lnTo>
                    <a:pt x="2540917" y="3642800"/>
                  </a:lnTo>
                  <a:lnTo>
                    <a:pt x="2541043" y="3642800"/>
                  </a:lnTo>
                  <a:lnTo>
                    <a:pt x="2541169" y="3642800"/>
                  </a:lnTo>
                  <a:lnTo>
                    <a:pt x="2541295" y="3642800"/>
                  </a:lnTo>
                  <a:lnTo>
                    <a:pt x="2541422" y="3642800"/>
                  </a:lnTo>
                  <a:lnTo>
                    <a:pt x="2541548" y="3642800"/>
                  </a:lnTo>
                  <a:lnTo>
                    <a:pt x="2541674" y="3642800"/>
                  </a:lnTo>
                  <a:lnTo>
                    <a:pt x="2541800" y="3642800"/>
                  </a:lnTo>
                  <a:lnTo>
                    <a:pt x="2541926" y="3642800"/>
                  </a:lnTo>
                  <a:lnTo>
                    <a:pt x="2542052" y="3642800"/>
                  </a:lnTo>
                  <a:lnTo>
                    <a:pt x="2542178" y="3642800"/>
                  </a:lnTo>
                  <a:lnTo>
                    <a:pt x="2542304" y="3642800"/>
                  </a:lnTo>
                  <a:lnTo>
                    <a:pt x="2542430" y="3642800"/>
                  </a:lnTo>
                  <a:lnTo>
                    <a:pt x="2542556" y="3642800"/>
                  </a:lnTo>
                  <a:lnTo>
                    <a:pt x="2542682" y="3642800"/>
                  </a:lnTo>
                  <a:lnTo>
                    <a:pt x="2542808" y="3642800"/>
                  </a:lnTo>
                  <a:lnTo>
                    <a:pt x="2542935" y="3642800"/>
                  </a:lnTo>
                  <a:lnTo>
                    <a:pt x="2543061" y="3642800"/>
                  </a:lnTo>
                  <a:lnTo>
                    <a:pt x="2543187" y="3642800"/>
                  </a:lnTo>
                  <a:lnTo>
                    <a:pt x="2543313" y="3642800"/>
                  </a:lnTo>
                  <a:lnTo>
                    <a:pt x="2543439" y="3642800"/>
                  </a:lnTo>
                  <a:lnTo>
                    <a:pt x="2543565" y="3642800"/>
                  </a:lnTo>
                  <a:lnTo>
                    <a:pt x="2543691" y="3642800"/>
                  </a:lnTo>
                  <a:lnTo>
                    <a:pt x="2543817" y="3642800"/>
                  </a:lnTo>
                  <a:lnTo>
                    <a:pt x="2543943" y="3642800"/>
                  </a:lnTo>
                  <a:lnTo>
                    <a:pt x="2544069" y="3642800"/>
                  </a:lnTo>
                  <a:lnTo>
                    <a:pt x="2544195" y="3642800"/>
                  </a:lnTo>
                  <a:lnTo>
                    <a:pt x="2544322" y="3642800"/>
                  </a:lnTo>
                  <a:lnTo>
                    <a:pt x="2544448" y="3642800"/>
                  </a:lnTo>
                  <a:lnTo>
                    <a:pt x="2544574" y="3642800"/>
                  </a:lnTo>
                  <a:lnTo>
                    <a:pt x="2544700" y="3642800"/>
                  </a:lnTo>
                  <a:lnTo>
                    <a:pt x="2544826" y="3642800"/>
                  </a:lnTo>
                  <a:lnTo>
                    <a:pt x="2544952" y="3642800"/>
                  </a:lnTo>
                  <a:lnTo>
                    <a:pt x="2545078" y="3642800"/>
                  </a:lnTo>
                  <a:lnTo>
                    <a:pt x="2545204" y="3642800"/>
                  </a:lnTo>
                  <a:lnTo>
                    <a:pt x="2545330" y="3642800"/>
                  </a:lnTo>
                  <a:lnTo>
                    <a:pt x="2545456" y="3642800"/>
                  </a:lnTo>
                  <a:lnTo>
                    <a:pt x="2545582" y="3642800"/>
                  </a:lnTo>
                  <a:lnTo>
                    <a:pt x="2545708" y="3642800"/>
                  </a:lnTo>
                  <a:lnTo>
                    <a:pt x="2545835" y="3642800"/>
                  </a:lnTo>
                  <a:lnTo>
                    <a:pt x="2545835" y="3637521"/>
                  </a:lnTo>
                  <a:lnTo>
                    <a:pt x="2545961" y="3637521"/>
                  </a:lnTo>
                  <a:lnTo>
                    <a:pt x="2546087" y="3637521"/>
                  </a:lnTo>
                  <a:lnTo>
                    <a:pt x="2546213" y="3637521"/>
                  </a:lnTo>
                  <a:lnTo>
                    <a:pt x="2546339" y="3637521"/>
                  </a:lnTo>
                  <a:lnTo>
                    <a:pt x="2546465" y="3637521"/>
                  </a:lnTo>
                  <a:lnTo>
                    <a:pt x="2546591" y="3637521"/>
                  </a:lnTo>
                  <a:lnTo>
                    <a:pt x="2546717" y="3637521"/>
                  </a:lnTo>
                  <a:lnTo>
                    <a:pt x="2546843" y="3637521"/>
                  </a:lnTo>
                  <a:lnTo>
                    <a:pt x="2546969" y="3637521"/>
                  </a:lnTo>
                  <a:lnTo>
                    <a:pt x="2547095" y="3637521"/>
                  </a:lnTo>
                  <a:lnTo>
                    <a:pt x="2547222" y="3637521"/>
                  </a:lnTo>
                  <a:lnTo>
                    <a:pt x="2547348" y="3637521"/>
                  </a:lnTo>
                  <a:lnTo>
                    <a:pt x="2547474" y="3637521"/>
                  </a:lnTo>
                  <a:lnTo>
                    <a:pt x="2547600" y="3637521"/>
                  </a:lnTo>
                  <a:lnTo>
                    <a:pt x="2547726" y="3637521"/>
                  </a:lnTo>
                  <a:lnTo>
                    <a:pt x="2547852" y="3637521"/>
                  </a:lnTo>
                  <a:lnTo>
                    <a:pt x="2547978" y="3637521"/>
                  </a:lnTo>
                  <a:lnTo>
                    <a:pt x="2548104" y="3637521"/>
                  </a:lnTo>
                  <a:lnTo>
                    <a:pt x="2548230" y="3637521"/>
                  </a:lnTo>
                  <a:lnTo>
                    <a:pt x="2548356" y="3637521"/>
                  </a:lnTo>
                  <a:lnTo>
                    <a:pt x="2548356" y="3632241"/>
                  </a:lnTo>
                  <a:lnTo>
                    <a:pt x="2548482" y="3632241"/>
                  </a:lnTo>
                  <a:lnTo>
                    <a:pt x="2548609" y="3632241"/>
                  </a:lnTo>
                  <a:lnTo>
                    <a:pt x="2548735" y="3632241"/>
                  </a:lnTo>
                  <a:lnTo>
                    <a:pt x="2548861" y="3632241"/>
                  </a:lnTo>
                  <a:lnTo>
                    <a:pt x="2548987" y="3632241"/>
                  </a:lnTo>
                  <a:lnTo>
                    <a:pt x="2549113" y="3632241"/>
                  </a:lnTo>
                  <a:lnTo>
                    <a:pt x="2549239" y="3632241"/>
                  </a:lnTo>
                  <a:lnTo>
                    <a:pt x="2549365" y="3632241"/>
                  </a:lnTo>
                  <a:lnTo>
                    <a:pt x="2549491" y="3632241"/>
                  </a:lnTo>
                  <a:lnTo>
                    <a:pt x="2549617" y="3632241"/>
                  </a:lnTo>
                  <a:lnTo>
                    <a:pt x="2549743" y="3632241"/>
                  </a:lnTo>
                  <a:lnTo>
                    <a:pt x="2549869" y="3632241"/>
                  </a:lnTo>
                  <a:lnTo>
                    <a:pt x="2549995" y="3632241"/>
                  </a:lnTo>
                  <a:lnTo>
                    <a:pt x="2550122" y="3632241"/>
                  </a:lnTo>
                  <a:lnTo>
                    <a:pt x="2550248" y="3632241"/>
                  </a:lnTo>
                  <a:lnTo>
                    <a:pt x="2550374" y="3632241"/>
                  </a:lnTo>
                  <a:lnTo>
                    <a:pt x="2550500" y="3632241"/>
                  </a:lnTo>
                  <a:lnTo>
                    <a:pt x="2550626" y="3632241"/>
                  </a:lnTo>
                  <a:lnTo>
                    <a:pt x="2550752" y="3632241"/>
                  </a:lnTo>
                  <a:lnTo>
                    <a:pt x="2550878" y="3632241"/>
                  </a:lnTo>
                  <a:lnTo>
                    <a:pt x="2551004" y="3632241"/>
                  </a:lnTo>
                  <a:lnTo>
                    <a:pt x="2551130" y="3632241"/>
                  </a:lnTo>
                  <a:lnTo>
                    <a:pt x="2551256" y="3632241"/>
                  </a:lnTo>
                  <a:lnTo>
                    <a:pt x="2551382" y="3632241"/>
                  </a:lnTo>
                  <a:lnTo>
                    <a:pt x="2551509" y="3632241"/>
                  </a:lnTo>
                  <a:lnTo>
                    <a:pt x="2551635" y="3632241"/>
                  </a:lnTo>
                  <a:lnTo>
                    <a:pt x="2551761" y="3632241"/>
                  </a:lnTo>
                  <a:lnTo>
                    <a:pt x="2551887" y="3632241"/>
                  </a:lnTo>
                  <a:lnTo>
                    <a:pt x="2552013" y="3632241"/>
                  </a:lnTo>
                  <a:lnTo>
                    <a:pt x="2552139" y="3632241"/>
                  </a:lnTo>
                  <a:lnTo>
                    <a:pt x="2552265" y="3632241"/>
                  </a:lnTo>
                  <a:lnTo>
                    <a:pt x="2552391" y="3632241"/>
                  </a:lnTo>
                  <a:lnTo>
                    <a:pt x="2552517" y="3632241"/>
                  </a:lnTo>
                  <a:lnTo>
                    <a:pt x="2552643" y="3632241"/>
                  </a:lnTo>
                  <a:lnTo>
                    <a:pt x="2552769" y="3632241"/>
                  </a:lnTo>
                  <a:lnTo>
                    <a:pt x="2552895" y="3632241"/>
                  </a:lnTo>
                  <a:lnTo>
                    <a:pt x="2553022" y="3632241"/>
                  </a:lnTo>
                  <a:lnTo>
                    <a:pt x="2553148" y="3632241"/>
                  </a:lnTo>
                  <a:lnTo>
                    <a:pt x="2553274" y="3632241"/>
                  </a:lnTo>
                  <a:lnTo>
                    <a:pt x="2553400" y="3632241"/>
                  </a:lnTo>
                  <a:lnTo>
                    <a:pt x="2553526" y="3632241"/>
                  </a:lnTo>
                  <a:lnTo>
                    <a:pt x="2553652" y="3632241"/>
                  </a:lnTo>
                  <a:lnTo>
                    <a:pt x="2553778" y="3632241"/>
                  </a:lnTo>
                  <a:lnTo>
                    <a:pt x="2553904" y="3632241"/>
                  </a:lnTo>
                  <a:lnTo>
                    <a:pt x="2554030" y="3632241"/>
                  </a:lnTo>
                  <a:lnTo>
                    <a:pt x="2554156" y="3632241"/>
                  </a:lnTo>
                  <a:lnTo>
                    <a:pt x="2554282" y="3632241"/>
                  </a:lnTo>
                  <a:lnTo>
                    <a:pt x="2554409" y="3632241"/>
                  </a:lnTo>
                  <a:lnTo>
                    <a:pt x="2554535" y="3632241"/>
                  </a:lnTo>
                  <a:lnTo>
                    <a:pt x="2554661" y="3632241"/>
                  </a:lnTo>
                  <a:lnTo>
                    <a:pt x="2554787" y="3632241"/>
                  </a:lnTo>
                  <a:lnTo>
                    <a:pt x="2554913" y="3632241"/>
                  </a:lnTo>
                  <a:lnTo>
                    <a:pt x="2555039" y="3632241"/>
                  </a:lnTo>
                  <a:lnTo>
                    <a:pt x="2555165" y="3632241"/>
                  </a:lnTo>
                  <a:lnTo>
                    <a:pt x="2555291" y="3632241"/>
                  </a:lnTo>
                  <a:lnTo>
                    <a:pt x="2555417" y="3632241"/>
                  </a:lnTo>
                  <a:lnTo>
                    <a:pt x="2555543" y="3632241"/>
                  </a:lnTo>
                  <a:lnTo>
                    <a:pt x="2555669" y="3632241"/>
                  </a:lnTo>
                  <a:lnTo>
                    <a:pt x="2555796" y="3632241"/>
                  </a:lnTo>
                  <a:lnTo>
                    <a:pt x="2555922" y="3632241"/>
                  </a:lnTo>
                  <a:lnTo>
                    <a:pt x="2556048" y="3632241"/>
                  </a:lnTo>
                  <a:lnTo>
                    <a:pt x="2556174" y="3632241"/>
                  </a:lnTo>
                  <a:lnTo>
                    <a:pt x="2556300" y="3632241"/>
                  </a:lnTo>
                  <a:lnTo>
                    <a:pt x="2556426" y="3632241"/>
                  </a:lnTo>
                  <a:lnTo>
                    <a:pt x="2556552" y="3632241"/>
                  </a:lnTo>
                  <a:lnTo>
                    <a:pt x="2556678" y="3632241"/>
                  </a:lnTo>
                  <a:lnTo>
                    <a:pt x="2556804" y="3632241"/>
                  </a:lnTo>
                  <a:lnTo>
                    <a:pt x="2556930" y="3632241"/>
                  </a:lnTo>
                  <a:lnTo>
                    <a:pt x="2557056" y="3632241"/>
                  </a:lnTo>
                  <a:lnTo>
                    <a:pt x="2557182" y="3632241"/>
                  </a:lnTo>
                  <a:lnTo>
                    <a:pt x="2557309" y="3632241"/>
                  </a:lnTo>
                  <a:lnTo>
                    <a:pt x="2557435" y="3632241"/>
                  </a:lnTo>
                  <a:lnTo>
                    <a:pt x="2557561" y="3632241"/>
                  </a:lnTo>
                  <a:lnTo>
                    <a:pt x="2557687" y="3632241"/>
                  </a:lnTo>
                  <a:lnTo>
                    <a:pt x="2557813" y="3632241"/>
                  </a:lnTo>
                  <a:lnTo>
                    <a:pt x="2557939" y="3632241"/>
                  </a:lnTo>
                  <a:lnTo>
                    <a:pt x="2558065" y="3632241"/>
                  </a:lnTo>
                  <a:lnTo>
                    <a:pt x="2558191" y="3632241"/>
                  </a:lnTo>
                  <a:lnTo>
                    <a:pt x="2558317" y="3632241"/>
                  </a:lnTo>
                  <a:lnTo>
                    <a:pt x="2558443" y="3632241"/>
                  </a:lnTo>
                  <a:lnTo>
                    <a:pt x="2558569" y="3632241"/>
                  </a:lnTo>
                  <a:lnTo>
                    <a:pt x="2558696" y="3632241"/>
                  </a:lnTo>
                  <a:lnTo>
                    <a:pt x="2558822" y="3632241"/>
                  </a:lnTo>
                  <a:lnTo>
                    <a:pt x="2558948" y="3632241"/>
                  </a:lnTo>
                  <a:lnTo>
                    <a:pt x="2559074" y="3632241"/>
                  </a:lnTo>
                  <a:lnTo>
                    <a:pt x="2559200" y="3632241"/>
                  </a:lnTo>
                  <a:lnTo>
                    <a:pt x="2559326" y="3632241"/>
                  </a:lnTo>
                  <a:lnTo>
                    <a:pt x="2559452" y="3632241"/>
                  </a:lnTo>
                  <a:lnTo>
                    <a:pt x="2559578" y="3632241"/>
                  </a:lnTo>
                  <a:lnTo>
                    <a:pt x="2559704" y="3632241"/>
                  </a:lnTo>
                  <a:lnTo>
                    <a:pt x="2559830" y="3632241"/>
                  </a:lnTo>
                  <a:lnTo>
                    <a:pt x="2559956" y="3632241"/>
                  </a:lnTo>
                  <a:lnTo>
                    <a:pt x="2560082" y="3632241"/>
                  </a:lnTo>
                  <a:lnTo>
                    <a:pt x="2560209" y="3632241"/>
                  </a:lnTo>
                  <a:lnTo>
                    <a:pt x="2560335" y="3632241"/>
                  </a:lnTo>
                  <a:lnTo>
                    <a:pt x="2560461" y="3632241"/>
                  </a:lnTo>
                  <a:lnTo>
                    <a:pt x="2560587" y="3632241"/>
                  </a:lnTo>
                  <a:lnTo>
                    <a:pt x="2560713" y="3632241"/>
                  </a:lnTo>
                  <a:lnTo>
                    <a:pt x="2560839" y="3632241"/>
                  </a:lnTo>
                  <a:lnTo>
                    <a:pt x="2560965" y="3632241"/>
                  </a:lnTo>
                  <a:lnTo>
                    <a:pt x="2561091" y="3632241"/>
                  </a:lnTo>
                  <a:lnTo>
                    <a:pt x="2561217" y="3632241"/>
                  </a:lnTo>
                  <a:lnTo>
                    <a:pt x="2561343" y="3632241"/>
                  </a:lnTo>
                  <a:lnTo>
                    <a:pt x="2561469" y="3632241"/>
                  </a:lnTo>
                  <a:lnTo>
                    <a:pt x="2561596" y="3632241"/>
                  </a:lnTo>
                  <a:lnTo>
                    <a:pt x="2561722" y="3632241"/>
                  </a:lnTo>
                  <a:lnTo>
                    <a:pt x="2561848" y="3632241"/>
                  </a:lnTo>
                  <a:lnTo>
                    <a:pt x="2561974" y="3632241"/>
                  </a:lnTo>
                  <a:lnTo>
                    <a:pt x="2562100" y="3632241"/>
                  </a:lnTo>
                  <a:lnTo>
                    <a:pt x="2562226" y="3632241"/>
                  </a:lnTo>
                  <a:lnTo>
                    <a:pt x="2562352" y="3632241"/>
                  </a:lnTo>
                  <a:lnTo>
                    <a:pt x="2562478" y="3632241"/>
                  </a:lnTo>
                  <a:lnTo>
                    <a:pt x="2562604" y="3632241"/>
                  </a:lnTo>
                  <a:lnTo>
                    <a:pt x="2562730" y="3632241"/>
                  </a:lnTo>
                  <a:lnTo>
                    <a:pt x="2562856" y="3632241"/>
                  </a:lnTo>
                  <a:lnTo>
                    <a:pt x="2562982" y="3632241"/>
                  </a:lnTo>
                  <a:lnTo>
                    <a:pt x="2563109" y="3632241"/>
                  </a:lnTo>
                  <a:lnTo>
                    <a:pt x="2563235" y="3632241"/>
                  </a:lnTo>
                  <a:lnTo>
                    <a:pt x="2563361" y="3632241"/>
                  </a:lnTo>
                  <a:lnTo>
                    <a:pt x="2563487" y="3632241"/>
                  </a:lnTo>
                  <a:lnTo>
                    <a:pt x="2563613" y="3632241"/>
                  </a:lnTo>
                  <a:lnTo>
                    <a:pt x="2563739" y="3632241"/>
                  </a:lnTo>
                  <a:lnTo>
                    <a:pt x="2563865" y="3632241"/>
                  </a:lnTo>
                  <a:lnTo>
                    <a:pt x="2563991" y="3632241"/>
                  </a:lnTo>
                  <a:lnTo>
                    <a:pt x="2564117" y="3632241"/>
                  </a:lnTo>
                  <a:lnTo>
                    <a:pt x="2564243" y="3632241"/>
                  </a:lnTo>
                  <a:lnTo>
                    <a:pt x="2564369" y="3632241"/>
                  </a:lnTo>
                  <a:lnTo>
                    <a:pt x="2564496" y="3632241"/>
                  </a:lnTo>
                  <a:lnTo>
                    <a:pt x="2564622" y="3632241"/>
                  </a:lnTo>
                  <a:lnTo>
                    <a:pt x="2564748" y="3632241"/>
                  </a:lnTo>
                  <a:lnTo>
                    <a:pt x="2564874" y="3632241"/>
                  </a:lnTo>
                  <a:lnTo>
                    <a:pt x="2565000" y="3632241"/>
                  </a:lnTo>
                  <a:lnTo>
                    <a:pt x="2565126" y="3632241"/>
                  </a:lnTo>
                  <a:lnTo>
                    <a:pt x="2565252" y="3632241"/>
                  </a:lnTo>
                  <a:lnTo>
                    <a:pt x="2565378" y="3632241"/>
                  </a:lnTo>
                  <a:lnTo>
                    <a:pt x="2565504" y="3632241"/>
                  </a:lnTo>
                  <a:lnTo>
                    <a:pt x="2565630" y="3632241"/>
                  </a:lnTo>
                  <a:lnTo>
                    <a:pt x="2565756" y="3632241"/>
                  </a:lnTo>
                  <a:lnTo>
                    <a:pt x="2565883" y="3632241"/>
                  </a:lnTo>
                  <a:lnTo>
                    <a:pt x="2566009" y="3632241"/>
                  </a:lnTo>
                  <a:lnTo>
                    <a:pt x="2566135" y="3632241"/>
                  </a:lnTo>
                  <a:lnTo>
                    <a:pt x="2566261" y="3632241"/>
                  </a:lnTo>
                  <a:lnTo>
                    <a:pt x="2566387" y="3632241"/>
                  </a:lnTo>
                  <a:lnTo>
                    <a:pt x="2566513" y="3632241"/>
                  </a:lnTo>
                  <a:lnTo>
                    <a:pt x="2566639" y="3632241"/>
                  </a:lnTo>
                  <a:lnTo>
                    <a:pt x="2566765" y="3632241"/>
                  </a:lnTo>
                  <a:lnTo>
                    <a:pt x="2566891" y="3632241"/>
                  </a:lnTo>
                  <a:lnTo>
                    <a:pt x="2567017" y="3632241"/>
                  </a:lnTo>
                  <a:lnTo>
                    <a:pt x="2567143" y="3632241"/>
                  </a:lnTo>
                  <a:lnTo>
                    <a:pt x="2567269" y="3632241"/>
                  </a:lnTo>
                  <a:lnTo>
                    <a:pt x="2567269" y="3626962"/>
                  </a:lnTo>
                  <a:lnTo>
                    <a:pt x="2567396" y="3626962"/>
                  </a:lnTo>
                  <a:lnTo>
                    <a:pt x="2567522" y="3626962"/>
                  </a:lnTo>
                  <a:lnTo>
                    <a:pt x="2567648" y="3626962"/>
                  </a:lnTo>
                  <a:lnTo>
                    <a:pt x="2567774" y="3626962"/>
                  </a:lnTo>
                  <a:lnTo>
                    <a:pt x="2567900" y="3626962"/>
                  </a:lnTo>
                  <a:lnTo>
                    <a:pt x="2568026" y="3626962"/>
                  </a:lnTo>
                  <a:lnTo>
                    <a:pt x="2568152" y="3626962"/>
                  </a:lnTo>
                  <a:lnTo>
                    <a:pt x="2568278" y="3626962"/>
                  </a:lnTo>
                  <a:lnTo>
                    <a:pt x="2568404" y="3626962"/>
                  </a:lnTo>
                  <a:lnTo>
                    <a:pt x="2568530" y="3626962"/>
                  </a:lnTo>
                  <a:lnTo>
                    <a:pt x="2568656" y="3626962"/>
                  </a:lnTo>
                  <a:lnTo>
                    <a:pt x="2568783" y="3626962"/>
                  </a:lnTo>
                  <a:lnTo>
                    <a:pt x="2568909" y="3626962"/>
                  </a:lnTo>
                  <a:lnTo>
                    <a:pt x="2569035" y="3626962"/>
                  </a:lnTo>
                  <a:lnTo>
                    <a:pt x="2569161" y="3626962"/>
                  </a:lnTo>
                  <a:lnTo>
                    <a:pt x="2569287" y="3626962"/>
                  </a:lnTo>
                  <a:lnTo>
                    <a:pt x="2569413" y="3626962"/>
                  </a:lnTo>
                  <a:lnTo>
                    <a:pt x="2569539" y="3626962"/>
                  </a:lnTo>
                  <a:lnTo>
                    <a:pt x="2569665" y="3626962"/>
                  </a:lnTo>
                  <a:lnTo>
                    <a:pt x="2569791" y="3626962"/>
                  </a:lnTo>
                  <a:lnTo>
                    <a:pt x="2569917" y="3626962"/>
                  </a:lnTo>
                  <a:lnTo>
                    <a:pt x="2570043" y="3626962"/>
                  </a:lnTo>
                  <a:lnTo>
                    <a:pt x="2570169" y="3626962"/>
                  </a:lnTo>
                  <a:lnTo>
                    <a:pt x="2570296" y="3626962"/>
                  </a:lnTo>
                  <a:lnTo>
                    <a:pt x="2570422" y="3626962"/>
                  </a:lnTo>
                  <a:lnTo>
                    <a:pt x="2570548" y="3626962"/>
                  </a:lnTo>
                  <a:lnTo>
                    <a:pt x="2570674" y="3626962"/>
                  </a:lnTo>
                  <a:lnTo>
                    <a:pt x="2570800" y="3626962"/>
                  </a:lnTo>
                  <a:lnTo>
                    <a:pt x="2570926" y="3626962"/>
                  </a:lnTo>
                  <a:lnTo>
                    <a:pt x="2571052" y="3626962"/>
                  </a:lnTo>
                  <a:lnTo>
                    <a:pt x="2571178" y="3626962"/>
                  </a:lnTo>
                  <a:lnTo>
                    <a:pt x="2571304" y="3626962"/>
                  </a:lnTo>
                  <a:lnTo>
                    <a:pt x="2571430" y="3626962"/>
                  </a:lnTo>
                  <a:lnTo>
                    <a:pt x="2571556" y="3626962"/>
                  </a:lnTo>
                  <a:lnTo>
                    <a:pt x="2571683" y="3626962"/>
                  </a:lnTo>
                  <a:lnTo>
                    <a:pt x="2571809" y="3626962"/>
                  </a:lnTo>
                  <a:lnTo>
                    <a:pt x="2571935" y="3626962"/>
                  </a:lnTo>
                  <a:lnTo>
                    <a:pt x="2572061" y="3626962"/>
                  </a:lnTo>
                  <a:lnTo>
                    <a:pt x="2572187" y="3626962"/>
                  </a:lnTo>
                  <a:lnTo>
                    <a:pt x="2572313" y="3626962"/>
                  </a:lnTo>
                  <a:lnTo>
                    <a:pt x="2572439" y="3626962"/>
                  </a:lnTo>
                  <a:lnTo>
                    <a:pt x="2572565" y="3626962"/>
                  </a:lnTo>
                  <a:lnTo>
                    <a:pt x="2572691" y="3626962"/>
                  </a:lnTo>
                  <a:lnTo>
                    <a:pt x="2572817" y="3626962"/>
                  </a:lnTo>
                  <a:lnTo>
                    <a:pt x="2572943" y="3626962"/>
                  </a:lnTo>
                  <a:lnTo>
                    <a:pt x="2573070" y="3626962"/>
                  </a:lnTo>
                  <a:lnTo>
                    <a:pt x="2573196" y="3626962"/>
                  </a:lnTo>
                  <a:lnTo>
                    <a:pt x="2573322" y="3626962"/>
                  </a:lnTo>
                  <a:lnTo>
                    <a:pt x="2573448" y="3626962"/>
                  </a:lnTo>
                  <a:lnTo>
                    <a:pt x="2573574" y="3626962"/>
                  </a:lnTo>
                  <a:lnTo>
                    <a:pt x="2573700" y="3626962"/>
                  </a:lnTo>
                  <a:lnTo>
                    <a:pt x="2573826" y="3626962"/>
                  </a:lnTo>
                  <a:lnTo>
                    <a:pt x="2573952" y="3626962"/>
                  </a:lnTo>
                  <a:lnTo>
                    <a:pt x="2574078" y="3626962"/>
                  </a:lnTo>
                  <a:lnTo>
                    <a:pt x="2574204" y="3626962"/>
                  </a:lnTo>
                  <a:lnTo>
                    <a:pt x="2574330" y="3626962"/>
                  </a:lnTo>
                  <a:lnTo>
                    <a:pt x="2574456" y="3626962"/>
                  </a:lnTo>
                  <a:lnTo>
                    <a:pt x="2574583" y="3626962"/>
                  </a:lnTo>
                  <a:lnTo>
                    <a:pt x="2574709" y="3626962"/>
                  </a:lnTo>
                  <a:lnTo>
                    <a:pt x="2574835" y="3626962"/>
                  </a:lnTo>
                  <a:lnTo>
                    <a:pt x="2574961" y="3626962"/>
                  </a:lnTo>
                  <a:lnTo>
                    <a:pt x="2575087" y="3626962"/>
                  </a:lnTo>
                  <a:lnTo>
                    <a:pt x="2575213" y="3626962"/>
                  </a:lnTo>
                  <a:lnTo>
                    <a:pt x="2575339" y="3626962"/>
                  </a:lnTo>
                  <a:lnTo>
                    <a:pt x="2575465" y="3626962"/>
                  </a:lnTo>
                  <a:lnTo>
                    <a:pt x="2575591" y="3626962"/>
                  </a:lnTo>
                  <a:lnTo>
                    <a:pt x="2575717" y="3626962"/>
                  </a:lnTo>
                  <a:lnTo>
                    <a:pt x="2575843" y="3626962"/>
                  </a:lnTo>
                  <a:lnTo>
                    <a:pt x="2575970" y="3626962"/>
                  </a:lnTo>
                  <a:lnTo>
                    <a:pt x="2576096" y="3626962"/>
                  </a:lnTo>
                  <a:lnTo>
                    <a:pt x="2576222" y="3626962"/>
                  </a:lnTo>
                  <a:lnTo>
                    <a:pt x="2576348" y="3626962"/>
                  </a:lnTo>
                  <a:lnTo>
                    <a:pt x="2576474" y="3626962"/>
                  </a:lnTo>
                  <a:lnTo>
                    <a:pt x="2576600" y="3626962"/>
                  </a:lnTo>
                  <a:lnTo>
                    <a:pt x="2576726" y="3626962"/>
                  </a:lnTo>
                  <a:lnTo>
                    <a:pt x="2576852" y="3626962"/>
                  </a:lnTo>
                  <a:lnTo>
                    <a:pt x="2576978" y="3626962"/>
                  </a:lnTo>
                  <a:lnTo>
                    <a:pt x="2577104" y="3626962"/>
                  </a:lnTo>
                  <a:lnTo>
                    <a:pt x="2577230" y="3626962"/>
                  </a:lnTo>
                  <a:lnTo>
                    <a:pt x="2577356" y="3626962"/>
                  </a:lnTo>
                  <a:lnTo>
                    <a:pt x="2577483" y="3626962"/>
                  </a:lnTo>
                  <a:lnTo>
                    <a:pt x="2577609" y="3626962"/>
                  </a:lnTo>
                  <a:lnTo>
                    <a:pt x="2577735" y="3626962"/>
                  </a:lnTo>
                  <a:lnTo>
                    <a:pt x="2577861" y="3626962"/>
                  </a:lnTo>
                  <a:lnTo>
                    <a:pt x="2577987" y="3626962"/>
                  </a:lnTo>
                  <a:lnTo>
                    <a:pt x="2578113" y="3626962"/>
                  </a:lnTo>
                  <a:lnTo>
                    <a:pt x="2578239" y="3626962"/>
                  </a:lnTo>
                  <a:lnTo>
                    <a:pt x="2578365" y="3626962"/>
                  </a:lnTo>
                  <a:lnTo>
                    <a:pt x="2578491" y="3626962"/>
                  </a:lnTo>
                  <a:lnTo>
                    <a:pt x="2578617" y="3626962"/>
                  </a:lnTo>
                  <a:lnTo>
                    <a:pt x="2578743" y="3626962"/>
                  </a:lnTo>
                  <a:lnTo>
                    <a:pt x="2578870" y="3626962"/>
                  </a:lnTo>
                  <a:lnTo>
                    <a:pt x="2578996" y="3626962"/>
                  </a:lnTo>
                  <a:lnTo>
                    <a:pt x="2579122" y="3626962"/>
                  </a:lnTo>
                  <a:lnTo>
                    <a:pt x="2579248" y="3626962"/>
                  </a:lnTo>
                  <a:lnTo>
                    <a:pt x="2579374" y="3626962"/>
                  </a:lnTo>
                  <a:lnTo>
                    <a:pt x="2579500" y="3626962"/>
                  </a:lnTo>
                  <a:lnTo>
                    <a:pt x="2579626" y="3626962"/>
                  </a:lnTo>
                  <a:lnTo>
                    <a:pt x="2579752" y="3626962"/>
                  </a:lnTo>
                  <a:lnTo>
                    <a:pt x="2579878" y="3626962"/>
                  </a:lnTo>
                  <a:lnTo>
                    <a:pt x="2580004" y="3626962"/>
                  </a:lnTo>
                  <a:lnTo>
                    <a:pt x="2580130" y="3626962"/>
                  </a:lnTo>
                  <a:lnTo>
                    <a:pt x="2580256" y="3626962"/>
                  </a:lnTo>
                  <a:lnTo>
                    <a:pt x="2580383" y="3626962"/>
                  </a:lnTo>
                  <a:lnTo>
                    <a:pt x="2580509" y="3626962"/>
                  </a:lnTo>
                  <a:lnTo>
                    <a:pt x="2580635" y="3626962"/>
                  </a:lnTo>
                  <a:lnTo>
                    <a:pt x="2580761" y="3626962"/>
                  </a:lnTo>
                  <a:lnTo>
                    <a:pt x="2580887" y="3626962"/>
                  </a:lnTo>
                  <a:lnTo>
                    <a:pt x="2581013" y="3626962"/>
                  </a:lnTo>
                  <a:lnTo>
                    <a:pt x="2581139" y="3626962"/>
                  </a:lnTo>
                  <a:lnTo>
                    <a:pt x="2581265" y="3626962"/>
                  </a:lnTo>
                  <a:lnTo>
                    <a:pt x="2581391" y="3626962"/>
                  </a:lnTo>
                  <a:lnTo>
                    <a:pt x="2581517" y="3626962"/>
                  </a:lnTo>
                  <a:lnTo>
                    <a:pt x="2581643" y="3626962"/>
                  </a:lnTo>
                  <a:lnTo>
                    <a:pt x="2581770" y="3626962"/>
                  </a:lnTo>
                  <a:lnTo>
                    <a:pt x="2581896" y="3626962"/>
                  </a:lnTo>
                  <a:lnTo>
                    <a:pt x="2582022" y="3626962"/>
                  </a:lnTo>
                  <a:lnTo>
                    <a:pt x="2582148" y="3626962"/>
                  </a:lnTo>
                  <a:lnTo>
                    <a:pt x="2582274" y="3626962"/>
                  </a:lnTo>
                  <a:lnTo>
                    <a:pt x="2582400" y="3626962"/>
                  </a:lnTo>
                  <a:lnTo>
                    <a:pt x="2582526" y="3626962"/>
                  </a:lnTo>
                  <a:lnTo>
                    <a:pt x="2582652" y="3626962"/>
                  </a:lnTo>
                  <a:lnTo>
                    <a:pt x="2582778" y="3626962"/>
                  </a:lnTo>
                  <a:lnTo>
                    <a:pt x="2582904" y="3626962"/>
                  </a:lnTo>
                  <a:lnTo>
                    <a:pt x="2583030" y="3626962"/>
                  </a:lnTo>
                  <a:lnTo>
                    <a:pt x="2583157" y="3626962"/>
                  </a:lnTo>
                  <a:lnTo>
                    <a:pt x="2583157" y="3621683"/>
                  </a:lnTo>
                  <a:lnTo>
                    <a:pt x="2583283" y="3621683"/>
                  </a:lnTo>
                  <a:lnTo>
                    <a:pt x="2583409" y="3621683"/>
                  </a:lnTo>
                  <a:lnTo>
                    <a:pt x="2583535" y="3621683"/>
                  </a:lnTo>
                  <a:lnTo>
                    <a:pt x="2583661" y="3621683"/>
                  </a:lnTo>
                  <a:lnTo>
                    <a:pt x="2583787" y="3621683"/>
                  </a:lnTo>
                  <a:lnTo>
                    <a:pt x="2583913" y="3621683"/>
                  </a:lnTo>
                  <a:lnTo>
                    <a:pt x="2584039" y="3621683"/>
                  </a:lnTo>
                  <a:lnTo>
                    <a:pt x="2584165" y="3621683"/>
                  </a:lnTo>
                  <a:lnTo>
                    <a:pt x="2584291" y="3621683"/>
                  </a:lnTo>
                  <a:lnTo>
                    <a:pt x="2584417" y="3621683"/>
                  </a:lnTo>
                  <a:lnTo>
                    <a:pt x="2584543" y="3621683"/>
                  </a:lnTo>
                  <a:lnTo>
                    <a:pt x="2584670" y="3621683"/>
                  </a:lnTo>
                  <a:lnTo>
                    <a:pt x="2584796" y="3621683"/>
                  </a:lnTo>
                  <a:lnTo>
                    <a:pt x="2584922" y="3621683"/>
                  </a:lnTo>
                  <a:lnTo>
                    <a:pt x="2585048" y="3621683"/>
                  </a:lnTo>
                  <a:lnTo>
                    <a:pt x="2585174" y="3621683"/>
                  </a:lnTo>
                  <a:lnTo>
                    <a:pt x="2585300" y="3621683"/>
                  </a:lnTo>
                  <a:lnTo>
                    <a:pt x="2585426" y="3621683"/>
                  </a:lnTo>
                  <a:lnTo>
                    <a:pt x="2585552" y="3621683"/>
                  </a:lnTo>
                  <a:lnTo>
                    <a:pt x="2585678" y="3621683"/>
                  </a:lnTo>
                  <a:lnTo>
                    <a:pt x="2585804" y="3621683"/>
                  </a:lnTo>
                  <a:lnTo>
                    <a:pt x="2585930" y="3621683"/>
                  </a:lnTo>
                  <a:lnTo>
                    <a:pt x="2586057" y="3621683"/>
                  </a:lnTo>
                  <a:lnTo>
                    <a:pt x="2586183" y="3621683"/>
                  </a:lnTo>
                  <a:lnTo>
                    <a:pt x="2586309" y="3621683"/>
                  </a:lnTo>
                  <a:lnTo>
                    <a:pt x="2586435" y="3621683"/>
                  </a:lnTo>
                  <a:lnTo>
                    <a:pt x="2586561" y="3621683"/>
                  </a:lnTo>
                  <a:lnTo>
                    <a:pt x="2586687" y="3621683"/>
                  </a:lnTo>
                  <a:lnTo>
                    <a:pt x="2586813" y="3621683"/>
                  </a:lnTo>
                  <a:lnTo>
                    <a:pt x="2586939" y="3621683"/>
                  </a:lnTo>
                  <a:lnTo>
                    <a:pt x="2587065" y="3621683"/>
                  </a:lnTo>
                  <a:lnTo>
                    <a:pt x="2587191" y="3621683"/>
                  </a:lnTo>
                  <a:lnTo>
                    <a:pt x="2587317" y="3621683"/>
                  </a:lnTo>
                  <a:lnTo>
                    <a:pt x="2587443" y="3621683"/>
                  </a:lnTo>
                  <a:lnTo>
                    <a:pt x="2587570" y="3621683"/>
                  </a:lnTo>
                  <a:lnTo>
                    <a:pt x="2587696" y="3621683"/>
                  </a:lnTo>
                  <a:lnTo>
                    <a:pt x="2587822" y="3621683"/>
                  </a:lnTo>
                  <a:lnTo>
                    <a:pt x="2587948" y="3621683"/>
                  </a:lnTo>
                  <a:lnTo>
                    <a:pt x="2588074" y="3621683"/>
                  </a:lnTo>
                  <a:lnTo>
                    <a:pt x="2588200" y="3621683"/>
                  </a:lnTo>
                  <a:lnTo>
                    <a:pt x="2588326" y="3621683"/>
                  </a:lnTo>
                  <a:lnTo>
                    <a:pt x="2588452" y="3621683"/>
                  </a:lnTo>
                  <a:lnTo>
                    <a:pt x="2588578" y="3621683"/>
                  </a:lnTo>
                  <a:lnTo>
                    <a:pt x="2588704" y="3621683"/>
                  </a:lnTo>
                  <a:lnTo>
                    <a:pt x="2588830" y="3621683"/>
                  </a:lnTo>
                  <a:lnTo>
                    <a:pt x="2588957" y="3621683"/>
                  </a:lnTo>
                  <a:lnTo>
                    <a:pt x="2589083" y="3621683"/>
                  </a:lnTo>
                  <a:lnTo>
                    <a:pt x="2589209" y="3621683"/>
                  </a:lnTo>
                  <a:lnTo>
                    <a:pt x="2589335" y="3621683"/>
                  </a:lnTo>
                  <a:lnTo>
                    <a:pt x="2589461" y="3621683"/>
                  </a:lnTo>
                  <a:lnTo>
                    <a:pt x="2589587" y="3621683"/>
                  </a:lnTo>
                  <a:lnTo>
                    <a:pt x="2589713" y="3621683"/>
                  </a:lnTo>
                  <a:lnTo>
                    <a:pt x="2589839" y="3621683"/>
                  </a:lnTo>
                  <a:lnTo>
                    <a:pt x="2589839" y="3616403"/>
                  </a:lnTo>
                  <a:lnTo>
                    <a:pt x="2589965" y="3616403"/>
                  </a:lnTo>
                  <a:lnTo>
                    <a:pt x="2590091" y="3616403"/>
                  </a:lnTo>
                  <a:lnTo>
                    <a:pt x="2590217" y="3616403"/>
                  </a:lnTo>
                  <a:lnTo>
                    <a:pt x="2590344" y="3616403"/>
                  </a:lnTo>
                  <a:lnTo>
                    <a:pt x="2590470" y="3616403"/>
                  </a:lnTo>
                  <a:lnTo>
                    <a:pt x="2590596" y="3616403"/>
                  </a:lnTo>
                  <a:lnTo>
                    <a:pt x="2590722" y="3616403"/>
                  </a:lnTo>
                  <a:lnTo>
                    <a:pt x="2590848" y="3616403"/>
                  </a:lnTo>
                  <a:lnTo>
                    <a:pt x="2590974" y="3616403"/>
                  </a:lnTo>
                  <a:lnTo>
                    <a:pt x="2591100" y="3616403"/>
                  </a:lnTo>
                  <a:lnTo>
                    <a:pt x="2591226" y="3616403"/>
                  </a:lnTo>
                  <a:lnTo>
                    <a:pt x="2591352" y="3616403"/>
                  </a:lnTo>
                  <a:lnTo>
                    <a:pt x="2591352" y="3611124"/>
                  </a:lnTo>
                  <a:lnTo>
                    <a:pt x="2591478" y="3611124"/>
                  </a:lnTo>
                  <a:lnTo>
                    <a:pt x="2591604" y="3611124"/>
                  </a:lnTo>
                  <a:lnTo>
                    <a:pt x="2591730" y="3611124"/>
                  </a:lnTo>
                  <a:lnTo>
                    <a:pt x="2591857" y="3611124"/>
                  </a:lnTo>
                  <a:lnTo>
                    <a:pt x="2591983" y="3611124"/>
                  </a:lnTo>
                  <a:lnTo>
                    <a:pt x="2592109" y="3611124"/>
                  </a:lnTo>
                  <a:lnTo>
                    <a:pt x="2592235" y="3611124"/>
                  </a:lnTo>
                  <a:lnTo>
                    <a:pt x="2592361" y="3611124"/>
                  </a:lnTo>
                  <a:lnTo>
                    <a:pt x="2592487" y="3611124"/>
                  </a:lnTo>
                  <a:lnTo>
                    <a:pt x="2592613" y="3611124"/>
                  </a:lnTo>
                  <a:lnTo>
                    <a:pt x="2592739" y="3611124"/>
                  </a:lnTo>
                  <a:lnTo>
                    <a:pt x="2592865" y="3611124"/>
                  </a:lnTo>
                  <a:lnTo>
                    <a:pt x="2592991" y="3611124"/>
                  </a:lnTo>
                  <a:lnTo>
                    <a:pt x="2593117" y="3611124"/>
                  </a:lnTo>
                  <a:lnTo>
                    <a:pt x="2593244" y="3611124"/>
                  </a:lnTo>
                  <a:lnTo>
                    <a:pt x="2593370" y="3611124"/>
                  </a:lnTo>
                  <a:lnTo>
                    <a:pt x="2593496" y="3611124"/>
                  </a:lnTo>
                  <a:lnTo>
                    <a:pt x="2593622" y="3611124"/>
                  </a:lnTo>
                  <a:lnTo>
                    <a:pt x="2593748" y="3611124"/>
                  </a:lnTo>
                  <a:lnTo>
                    <a:pt x="2593874" y="3611124"/>
                  </a:lnTo>
                  <a:lnTo>
                    <a:pt x="2594000" y="3611124"/>
                  </a:lnTo>
                  <a:lnTo>
                    <a:pt x="2594126" y="3611124"/>
                  </a:lnTo>
                  <a:lnTo>
                    <a:pt x="2594252" y="3611124"/>
                  </a:lnTo>
                  <a:lnTo>
                    <a:pt x="2594378" y="3611124"/>
                  </a:lnTo>
                  <a:lnTo>
                    <a:pt x="2594504" y="3611124"/>
                  </a:lnTo>
                  <a:lnTo>
                    <a:pt x="2594630" y="3611124"/>
                  </a:lnTo>
                  <a:lnTo>
                    <a:pt x="2594757" y="3611124"/>
                  </a:lnTo>
                  <a:lnTo>
                    <a:pt x="2594883" y="3611124"/>
                  </a:lnTo>
                  <a:lnTo>
                    <a:pt x="2595009" y="3611124"/>
                  </a:lnTo>
                  <a:lnTo>
                    <a:pt x="2595135" y="3611124"/>
                  </a:lnTo>
                  <a:lnTo>
                    <a:pt x="2595261" y="3611124"/>
                  </a:lnTo>
                  <a:lnTo>
                    <a:pt x="2595387" y="3611124"/>
                  </a:lnTo>
                  <a:lnTo>
                    <a:pt x="2595513" y="3611124"/>
                  </a:lnTo>
                  <a:lnTo>
                    <a:pt x="2595639" y="3611124"/>
                  </a:lnTo>
                  <a:lnTo>
                    <a:pt x="2595765" y="3611124"/>
                  </a:lnTo>
                  <a:lnTo>
                    <a:pt x="2595765" y="3605844"/>
                  </a:lnTo>
                  <a:lnTo>
                    <a:pt x="2595891" y="3605844"/>
                  </a:lnTo>
                  <a:lnTo>
                    <a:pt x="2596017" y="3605844"/>
                  </a:lnTo>
                  <a:lnTo>
                    <a:pt x="2596144" y="3605844"/>
                  </a:lnTo>
                  <a:lnTo>
                    <a:pt x="2596270" y="3605844"/>
                  </a:lnTo>
                  <a:lnTo>
                    <a:pt x="2596396" y="3605844"/>
                  </a:lnTo>
                  <a:lnTo>
                    <a:pt x="2596396" y="3600565"/>
                  </a:lnTo>
                  <a:lnTo>
                    <a:pt x="2596522" y="3600565"/>
                  </a:lnTo>
                  <a:lnTo>
                    <a:pt x="2596648" y="3600565"/>
                  </a:lnTo>
                  <a:lnTo>
                    <a:pt x="2596774" y="3600565"/>
                  </a:lnTo>
                  <a:lnTo>
                    <a:pt x="2596900" y="3600565"/>
                  </a:lnTo>
                  <a:lnTo>
                    <a:pt x="2597026" y="3600565"/>
                  </a:lnTo>
                  <a:lnTo>
                    <a:pt x="2597152" y="3600565"/>
                  </a:lnTo>
                  <a:lnTo>
                    <a:pt x="2597278" y="3600565"/>
                  </a:lnTo>
                  <a:lnTo>
                    <a:pt x="2597278" y="3595285"/>
                  </a:lnTo>
                  <a:lnTo>
                    <a:pt x="2597404" y="3595285"/>
                  </a:lnTo>
                  <a:lnTo>
                    <a:pt x="2597531" y="3595285"/>
                  </a:lnTo>
                  <a:lnTo>
                    <a:pt x="2597657" y="3595285"/>
                  </a:lnTo>
                  <a:lnTo>
                    <a:pt x="2597783" y="3595285"/>
                  </a:lnTo>
                  <a:lnTo>
                    <a:pt x="2597909" y="3595285"/>
                  </a:lnTo>
                  <a:lnTo>
                    <a:pt x="2598035" y="3595285"/>
                  </a:lnTo>
                  <a:lnTo>
                    <a:pt x="2598161" y="3595285"/>
                  </a:lnTo>
                  <a:lnTo>
                    <a:pt x="2598287" y="3595285"/>
                  </a:lnTo>
                  <a:lnTo>
                    <a:pt x="2598413" y="3595285"/>
                  </a:lnTo>
                  <a:lnTo>
                    <a:pt x="2598539" y="3595285"/>
                  </a:lnTo>
                  <a:lnTo>
                    <a:pt x="2598665" y="3595285"/>
                  </a:lnTo>
                  <a:lnTo>
                    <a:pt x="2598791" y="3595285"/>
                  </a:lnTo>
                  <a:lnTo>
                    <a:pt x="2598917" y="3595285"/>
                  </a:lnTo>
                  <a:lnTo>
                    <a:pt x="2599044" y="3595285"/>
                  </a:lnTo>
                  <a:lnTo>
                    <a:pt x="2599170" y="3595285"/>
                  </a:lnTo>
                  <a:lnTo>
                    <a:pt x="2599296" y="3595285"/>
                  </a:lnTo>
                  <a:lnTo>
                    <a:pt x="2599422" y="3595285"/>
                  </a:lnTo>
                  <a:lnTo>
                    <a:pt x="2599548" y="3595285"/>
                  </a:lnTo>
                  <a:lnTo>
                    <a:pt x="2599674" y="3595285"/>
                  </a:lnTo>
                  <a:lnTo>
                    <a:pt x="2599800" y="3595285"/>
                  </a:lnTo>
                  <a:lnTo>
                    <a:pt x="2599926" y="3595285"/>
                  </a:lnTo>
                  <a:lnTo>
                    <a:pt x="2600052" y="3595285"/>
                  </a:lnTo>
                  <a:lnTo>
                    <a:pt x="2600178" y="3595285"/>
                  </a:lnTo>
                  <a:lnTo>
                    <a:pt x="2600304" y="3595285"/>
                  </a:lnTo>
                  <a:lnTo>
                    <a:pt x="2600431" y="3595285"/>
                  </a:lnTo>
                  <a:lnTo>
                    <a:pt x="2600557" y="3595285"/>
                  </a:lnTo>
                  <a:lnTo>
                    <a:pt x="2600683" y="3595285"/>
                  </a:lnTo>
                  <a:lnTo>
                    <a:pt x="2600809" y="3595285"/>
                  </a:lnTo>
                  <a:lnTo>
                    <a:pt x="2600935" y="3595285"/>
                  </a:lnTo>
                  <a:lnTo>
                    <a:pt x="2601061" y="3595285"/>
                  </a:lnTo>
                  <a:lnTo>
                    <a:pt x="2601187" y="3595285"/>
                  </a:lnTo>
                  <a:lnTo>
                    <a:pt x="2601313" y="3595285"/>
                  </a:lnTo>
                  <a:lnTo>
                    <a:pt x="2601439" y="3595285"/>
                  </a:lnTo>
                  <a:lnTo>
                    <a:pt x="2601565" y="3595285"/>
                  </a:lnTo>
                  <a:lnTo>
                    <a:pt x="2601691" y="3595285"/>
                  </a:lnTo>
                  <a:lnTo>
                    <a:pt x="2601817" y="3595285"/>
                  </a:lnTo>
                  <a:lnTo>
                    <a:pt x="2601944" y="3595285"/>
                  </a:lnTo>
                  <a:lnTo>
                    <a:pt x="2602070" y="3595285"/>
                  </a:lnTo>
                  <a:lnTo>
                    <a:pt x="2602196" y="3595285"/>
                  </a:lnTo>
                  <a:lnTo>
                    <a:pt x="2602322" y="3595285"/>
                  </a:lnTo>
                  <a:lnTo>
                    <a:pt x="2602448" y="3595285"/>
                  </a:lnTo>
                  <a:lnTo>
                    <a:pt x="2602574" y="3595285"/>
                  </a:lnTo>
                  <a:lnTo>
                    <a:pt x="2602700" y="3595285"/>
                  </a:lnTo>
                  <a:lnTo>
                    <a:pt x="2602826" y="3595285"/>
                  </a:lnTo>
                  <a:lnTo>
                    <a:pt x="2602952" y="3595285"/>
                  </a:lnTo>
                  <a:lnTo>
                    <a:pt x="2603078" y="3595285"/>
                  </a:lnTo>
                  <a:lnTo>
                    <a:pt x="2603204" y="3595285"/>
                  </a:lnTo>
                  <a:lnTo>
                    <a:pt x="2603331" y="3595285"/>
                  </a:lnTo>
                  <a:lnTo>
                    <a:pt x="2603457" y="3595285"/>
                  </a:lnTo>
                  <a:lnTo>
                    <a:pt x="2603583" y="3595285"/>
                  </a:lnTo>
                  <a:lnTo>
                    <a:pt x="2603709" y="3595285"/>
                  </a:lnTo>
                  <a:lnTo>
                    <a:pt x="2603835" y="3595285"/>
                  </a:lnTo>
                  <a:lnTo>
                    <a:pt x="2603961" y="3595285"/>
                  </a:lnTo>
                  <a:lnTo>
                    <a:pt x="2604087" y="3595285"/>
                  </a:lnTo>
                  <a:lnTo>
                    <a:pt x="2604213" y="3595285"/>
                  </a:lnTo>
                  <a:lnTo>
                    <a:pt x="2604339" y="3595285"/>
                  </a:lnTo>
                  <a:lnTo>
                    <a:pt x="2604465" y="3595285"/>
                  </a:lnTo>
                  <a:lnTo>
                    <a:pt x="2604591" y="3595285"/>
                  </a:lnTo>
                  <a:lnTo>
                    <a:pt x="2604717" y="3595285"/>
                  </a:lnTo>
                  <a:lnTo>
                    <a:pt x="2604844" y="3595285"/>
                  </a:lnTo>
                  <a:lnTo>
                    <a:pt x="2604970" y="3595285"/>
                  </a:lnTo>
                  <a:lnTo>
                    <a:pt x="2605096" y="3595285"/>
                  </a:lnTo>
                  <a:lnTo>
                    <a:pt x="2605222" y="3595285"/>
                  </a:lnTo>
                  <a:lnTo>
                    <a:pt x="2605348" y="3595285"/>
                  </a:lnTo>
                  <a:lnTo>
                    <a:pt x="2605474" y="3595285"/>
                  </a:lnTo>
                  <a:lnTo>
                    <a:pt x="2605600" y="3595285"/>
                  </a:lnTo>
                  <a:lnTo>
                    <a:pt x="2605726" y="3595285"/>
                  </a:lnTo>
                  <a:lnTo>
                    <a:pt x="2605852" y="3595285"/>
                  </a:lnTo>
                  <a:lnTo>
                    <a:pt x="2605978" y="3595285"/>
                  </a:lnTo>
                  <a:lnTo>
                    <a:pt x="2606104" y="3595285"/>
                  </a:lnTo>
                  <a:lnTo>
                    <a:pt x="2606231" y="3595285"/>
                  </a:lnTo>
                  <a:lnTo>
                    <a:pt x="2606357" y="3595285"/>
                  </a:lnTo>
                  <a:lnTo>
                    <a:pt x="2606357" y="3590006"/>
                  </a:lnTo>
                  <a:lnTo>
                    <a:pt x="2606483" y="3590006"/>
                  </a:lnTo>
                  <a:lnTo>
                    <a:pt x="2606609" y="3590006"/>
                  </a:lnTo>
                  <a:lnTo>
                    <a:pt x="2606735" y="3590006"/>
                  </a:lnTo>
                  <a:lnTo>
                    <a:pt x="2606861" y="3590006"/>
                  </a:lnTo>
                  <a:lnTo>
                    <a:pt x="2606987" y="3590006"/>
                  </a:lnTo>
                  <a:lnTo>
                    <a:pt x="2607113" y="3590006"/>
                  </a:lnTo>
                  <a:lnTo>
                    <a:pt x="2607239" y="3590006"/>
                  </a:lnTo>
                  <a:lnTo>
                    <a:pt x="2607365" y="3590006"/>
                  </a:lnTo>
                  <a:lnTo>
                    <a:pt x="2607491" y="3590006"/>
                  </a:lnTo>
                  <a:lnTo>
                    <a:pt x="2607491" y="3584727"/>
                  </a:lnTo>
                  <a:lnTo>
                    <a:pt x="2607618" y="3584727"/>
                  </a:lnTo>
                  <a:lnTo>
                    <a:pt x="2607744" y="3584727"/>
                  </a:lnTo>
                  <a:lnTo>
                    <a:pt x="2607870" y="3584727"/>
                  </a:lnTo>
                  <a:lnTo>
                    <a:pt x="2607996" y="3584727"/>
                  </a:lnTo>
                  <a:lnTo>
                    <a:pt x="2608122" y="3584727"/>
                  </a:lnTo>
                  <a:lnTo>
                    <a:pt x="2608248" y="3584727"/>
                  </a:lnTo>
                  <a:lnTo>
                    <a:pt x="2608374" y="3584727"/>
                  </a:lnTo>
                  <a:lnTo>
                    <a:pt x="2608500" y="3584727"/>
                  </a:lnTo>
                  <a:lnTo>
                    <a:pt x="2608500" y="3579447"/>
                  </a:lnTo>
                  <a:lnTo>
                    <a:pt x="2608626" y="3579447"/>
                  </a:lnTo>
                  <a:lnTo>
                    <a:pt x="2608626" y="3574168"/>
                  </a:lnTo>
                  <a:lnTo>
                    <a:pt x="2608752" y="3574168"/>
                  </a:lnTo>
                  <a:lnTo>
                    <a:pt x="2608878" y="3574168"/>
                  </a:lnTo>
                  <a:lnTo>
                    <a:pt x="2609004" y="3574168"/>
                  </a:lnTo>
                  <a:lnTo>
                    <a:pt x="2609131" y="3574168"/>
                  </a:lnTo>
                  <a:lnTo>
                    <a:pt x="2609257" y="3574168"/>
                  </a:lnTo>
                  <a:lnTo>
                    <a:pt x="2609383" y="3574168"/>
                  </a:lnTo>
                  <a:lnTo>
                    <a:pt x="2609509" y="3574168"/>
                  </a:lnTo>
                  <a:lnTo>
                    <a:pt x="2609635" y="3574168"/>
                  </a:lnTo>
                  <a:lnTo>
                    <a:pt x="2609761" y="3574168"/>
                  </a:lnTo>
                  <a:lnTo>
                    <a:pt x="2609887" y="3574168"/>
                  </a:lnTo>
                  <a:lnTo>
                    <a:pt x="2610013" y="3574168"/>
                  </a:lnTo>
                  <a:lnTo>
                    <a:pt x="2610139" y="3574168"/>
                  </a:lnTo>
                  <a:lnTo>
                    <a:pt x="2610265" y="3574168"/>
                  </a:lnTo>
                  <a:lnTo>
                    <a:pt x="2610391" y="3574168"/>
                  </a:lnTo>
                  <a:lnTo>
                    <a:pt x="2610518" y="3574168"/>
                  </a:lnTo>
                  <a:lnTo>
                    <a:pt x="2610644" y="3574168"/>
                  </a:lnTo>
                  <a:lnTo>
                    <a:pt x="2610770" y="3574168"/>
                  </a:lnTo>
                  <a:lnTo>
                    <a:pt x="2610896" y="3574168"/>
                  </a:lnTo>
                  <a:lnTo>
                    <a:pt x="2611022" y="3574168"/>
                  </a:lnTo>
                  <a:lnTo>
                    <a:pt x="2611148" y="3574168"/>
                  </a:lnTo>
                  <a:lnTo>
                    <a:pt x="2611274" y="3574168"/>
                  </a:lnTo>
                  <a:lnTo>
                    <a:pt x="2611400" y="3574168"/>
                  </a:lnTo>
                  <a:lnTo>
                    <a:pt x="2611526" y="3574168"/>
                  </a:lnTo>
                  <a:lnTo>
                    <a:pt x="2611652" y="3574168"/>
                  </a:lnTo>
                  <a:lnTo>
                    <a:pt x="2611778" y="3574168"/>
                  </a:lnTo>
                  <a:lnTo>
                    <a:pt x="2611904" y="3574168"/>
                  </a:lnTo>
                  <a:lnTo>
                    <a:pt x="2612031" y="3574168"/>
                  </a:lnTo>
                  <a:lnTo>
                    <a:pt x="2612157" y="3574168"/>
                  </a:lnTo>
                  <a:lnTo>
                    <a:pt x="2612283" y="3574168"/>
                  </a:lnTo>
                  <a:lnTo>
                    <a:pt x="2612409" y="3574168"/>
                  </a:lnTo>
                  <a:lnTo>
                    <a:pt x="2612535" y="3574168"/>
                  </a:lnTo>
                  <a:lnTo>
                    <a:pt x="2612661" y="3574168"/>
                  </a:lnTo>
                  <a:lnTo>
                    <a:pt x="2612787" y="3574168"/>
                  </a:lnTo>
                  <a:lnTo>
                    <a:pt x="2612913" y="3574168"/>
                  </a:lnTo>
                  <a:lnTo>
                    <a:pt x="2613039" y="3574168"/>
                  </a:lnTo>
                  <a:lnTo>
                    <a:pt x="2613165" y="3574168"/>
                  </a:lnTo>
                  <a:lnTo>
                    <a:pt x="2613291" y="3574168"/>
                  </a:lnTo>
                  <a:lnTo>
                    <a:pt x="2613418" y="3574168"/>
                  </a:lnTo>
                  <a:lnTo>
                    <a:pt x="2613544" y="3574168"/>
                  </a:lnTo>
                  <a:lnTo>
                    <a:pt x="2613670" y="3574168"/>
                  </a:lnTo>
                  <a:lnTo>
                    <a:pt x="2613796" y="3574168"/>
                  </a:lnTo>
                  <a:lnTo>
                    <a:pt x="2613922" y="3574168"/>
                  </a:lnTo>
                  <a:lnTo>
                    <a:pt x="2614048" y="3574168"/>
                  </a:lnTo>
                  <a:lnTo>
                    <a:pt x="2614174" y="3574168"/>
                  </a:lnTo>
                  <a:lnTo>
                    <a:pt x="2614300" y="3574168"/>
                  </a:lnTo>
                  <a:lnTo>
                    <a:pt x="2614426" y="3574168"/>
                  </a:lnTo>
                  <a:lnTo>
                    <a:pt x="2614552" y="3574168"/>
                  </a:lnTo>
                  <a:lnTo>
                    <a:pt x="2614678" y="3574168"/>
                  </a:lnTo>
                  <a:lnTo>
                    <a:pt x="2614805" y="3574168"/>
                  </a:lnTo>
                  <a:lnTo>
                    <a:pt x="2614931" y="3574168"/>
                  </a:lnTo>
                  <a:lnTo>
                    <a:pt x="2615057" y="3574168"/>
                  </a:lnTo>
                  <a:lnTo>
                    <a:pt x="2615183" y="3574168"/>
                  </a:lnTo>
                  <a:lnTo>
                    <a:pt x="2615309" y="3574168"/>
                  </a:lnTo>
                  <a:lnTo>
                    <a:pt x="2615435" y="3574168"/>
                  </a:lnTo>
                  <a:lnTo>
                    <a:pt x="2615561" y="3574168"/>
                  </a:lnTo>
                  <a:lnTo>
                    <a:pt x="2615687" y="3574168"/>
                  </a:lnTo>
                  <a:lnTo>
                    <a:pt x="2615813" y="3574168"/>
                  </a:lnTo>
                  <a:lnTo>
                    <a:pt x="2615939" y="3574168"/>
                  </a:lnTo>
                  <a:lnTo>
                    <a:pt x="2616065" y="3574168"/>
                  </a:lnTo>
                  <a:lnTo>
                    <a:pt x="2616191" y="3574168"/>
                  </a:lnTo>
                  <a:lnTo>
                    <a:pt x="2616318" y="3574168"/>
                  </a:lnTo>
                  <a:lnTo>
                    <a:pt x="2616444" y="3574168"/>
                  </a:lnTo>
                  <a:lnTo>
                    <a:pt x="2616570" y="3574168"/>
                  </a:lnTo>
                  <a:lnTo>
                    <a:pt x="2616696" y="3574168"/>
                  </a:lnTo>
                  <a:lnTo>
                    <a:pt x="2616822" y="3574168"/>
                  </a:lnTo>
                  <a:lnTo>
                    <a:pt x="2616948" y="3574168"/>
                  </a:lnTo>
                  <a:lnTo>
                    <a:pt x="2617074" y="3574168"/>
                  </a:lnTo>
                  <a:lnTo>
                    <a:pt x="2617200" y="3574168"/>
                  </a:lnTo>
                  <a:lnTo>
                    <a:pt x="2617326" y="3574168"/>
                  </a:lnTo>
                  <a:lnTo>
                    <a:pt x="2617452" y="3574168"/>
                  </a:lnTo>
                  <a:lnTo>
                    <a:pt x="2617578" y="3574168"/>
                  </a:lnTo>
                  <a:lnTo>
                    <a:pt x="2617705" y="3574168"/>
                  </a:lnTo>
                  <a:lnTo>
                    <a:pt x="2617831" y="3574168"/>
                  </a:lnTo>
                  <a:lnTo>
                    <a:pt x="2617957" y="3574168"/>
                  </a:lnTo>
                  <a:lnTo>
                    <a:pt x="2618083" y="3574168"/>
                  </a:lnTo>
                  <a:lnTo>
                    <a:pt x="2618209" y="3574168"/>
                  </a:lnTo>
                  <a:lnTo>
                    <a:pt x="2618209" y="3568888"/>
                  </a:lnTo>
                  <a:lnTo>
                    <a:pt x="2618335" y="3568888"/>
                  </a:lnTo>
                  <a:lnTo>
                    <a:pt x="2618335" y="3563609"/>
                  </a:lnTo>
                  <a:lnTo>
                    <a:pt x="2618461" y="3563609"/>
                  </a:lnTo>
                  <a:lnTo>
                    <a:pt x="2618587" y="3563609"/>
                  </a:lnTo>
                  <a:lnTo>
                    <a:pt x="2618713" y="3563609"/>
                  </a:lnTo>
                  <a:lnTo>
                    <a:pt x="2618839" y="3563609"/>
                  </a:lnTo>
                  <a:lnTo>
                    <a:pt x="2618965" y="3563609"/>
                  </a:lnTo>
                  <a:lnTo>
                    <a:pt x="2619091" y="3563609"/>
                  </a:lnTo>
                  <a:lnTo>
                    <a:pt x="2619218" y="3563609"/>
                  </a:lnTo>
                  <a:lnTo>
                    <a:pt x="2619344" y="3563609"/>
                  </a:lnTo>
                  <a:lnTo>
                    <a:pt x="2619470" y="3563609"/>
                  </a:lnTo>
                  <a:lnTo>
                    <a:pt x="2619596" y="3563609"/>
                  </a:lnTo>
                  <a:lnTo>
                    <a:pt x="2619722" y="3563609"/>
                  </a:lnTo>
                  <a:lnTo>
                    <a:pt x="2619848" y="3563609"/>
                  </a:lnTo>
                  <a:lnTo>
                    <a:pt x="2619974" y="3563609"/>
                  </a:lnTo>
                  <a:lnTo>
                    <a:pt x="2620100" y="3563609"/>
                  </a:lnTo>
                  <a:lnTo>
                    <a:pt x="2620226" y="3563609"/>
                  </a:lnTo>
                  <a:lnTo>
                    <a:pt x="2620352" y="3563609"/>
                  </a:lnTo>
                  <a:lnTo>
                    <a:pt x="2620478" y="3563609"/>
                  </a:lnTo>
                  <a:lnTo>
                    <a:pt x="2620605" y="3563609"/>
                  </a:lnTo>
                  <a:lnTo>
                    <a:pt x="2620731" y="3563609"/>
                  </a:lnTo>
                  <a:lnTo>
                    <a:pt x="2620857" y="3563609"/>
                  </a:lnTo>
                  <a:lnTo>
                    <a:pt x="2620983" y="3563609"/>
                  </a:lnTo>
                  <a:lnTo>
                    <a:pt x="2621109" y="3563609"/>
                  </a:lnTo>
                  <a:lnTo>
                    <a:pt x="2621235" y="3563609"/>
                  </a:lnTo>
                  <a:lnTo>
                    <a:pt x="2621361" y="3563609"/>
                  </a:lnTo>
                  <a:lnTo>
                    <a:pt x="2621487" y="3563609"/>
                  </a:lnTo>
                  <a:lnTo>
                    <a:pt x="2621613" y="3563609"/>
                  </a:lnTo>
                  <a:lnTo>
                    <a:pt x="2621739" y="3563609"/>
                  </a:lnTo>
                  <a:lnTo>
                    <a:pt x="2621865" y="3563609"/>
                  </a:lnTo>
                  <a:lnTo>
                    <a:pt x="2621992" y="3563609"/>
                  </a:lnTo>
                  <a:lnTo>
                    <a:pt x="2622118" y="3563609"/>
                  </a:lnTo>
                  <a:lnTo>
                    <a:pt x="2622244" y="3563609"/>
                  </a:lnTo>
                  <a:lnTo>
                    <a:pt x="2622370" y="3563609"/>
                  </a:lnTo>
                  <a:lnTo>
                    <a:pt x="2622496" y="3563609"/>
                  </a:lnTo>
                  <a:lnTo>
                    <a:pt x="2622622" y="3563609"/>
                  </a:lnTo>
                  <a:lnTo>
                    <a:pt x="2622748" y="3563609"/>
                  </a:lnTo>
                  <a:lnTo>
                    <a:pt x="2622874" y="3563609"/>
                  </a:lnTo>
                  <a:lnTo>
                    <a:pt x="2623000" y="3563609"/>
                  </a:lnTo>
                  <a:lnTo>
                    <a:pt x="2623126" y="3563609"/>
                  </a:lnTo>
                  <a:lnTo>
                    <a:pt x="2623252" y="3563609"/>
                  </a:lnTo>
                  <a:lnTo>
                    <a:pt x="2623378" y="3563609"/>
                  </a:lnTo>
                  <a:lnTo>
                    <a:pt x="2623505" y="3563609"/>
                  </a:lnTo>
                  <a:lnTo>
                    <a:pt x="2623631" y="3563609"/>
                  </a:lnTo>
                  <a:lnTo>
                    <a:pt x="2623757" y="3563609"/>
                  </a:lnTo>
                  <a:lnTo>
                    <a:pt x="2623883" y="3563609"/>
                  </a:lnTo>
                  <a:lnTo>
                    <a:pt x="2624009" y="3563609"/>
                  </a:lnTo>
                  <a:lnTo>
                    <a:pt x="2624135" y="3563609"/>
                  </a:lnTo>
                  <a:lnTo>
                    <a:pt x="2624261" y="3563609"/>
                  </a:lnTo>
                  <a:lnTo>
                    <a:pt x="2624387" y="3563609"/>
                  </a:lnTo>
                  <a:lnTo>
                    <a:pt x="2624513" y="3563609"/>
                  </a:lnTo>
                  <a:lnTo>
                    <a:pt x="2624639" y="3563609"/>
                  </a:lnTo>
                  <a:lnTo>
                    <a:pt x="2624765" y="3563609"/>
                  </a:lnTo>
                  <a:lnTo>
                    <a:pt x="2624892" y="3563609"/>
                  </a:lnTo>
                  <a:lnTo>
                    <a:pt x="2625018" y="3563609"/>
                  </a:lnTo>
                  <a:lnTo>
                    <a:pt x="2625144" y="3563609"/>
                  </a:lnTo>
                  <a:lnTo>
                    <a:pt x="2625270" y="3563609"/>
                  </a:lnTo>
                  <a:lnTo>
                    <a:pt x="2625396" y="3563609"/>
                  </a:lnTo>
                  <a:lnTo>
                    <a:pt x="2625522" y="3563609"/>
                  </a:lnTo>
                  <a:lnTo>
                    <a:pt x="2625648" y="3563609"/>
                  </a:lnTo>
                  <a:lnTo>
                    <a:pt x="2625774" y="3563609"/>
                  </a:lnTo>
                  <a:lnTo>
                    <a:pt x="2625900" y="3563609"/>
                  </a:lnTo>
                  <a:lnTo>
                    <a:pt x="2626026" y="3563609"/>
                  </a:lnTo>
                  <a:lnTo>
                    <a:pt x="2626152" y="3563609"/>
                  </a:lnTo>
                  <a:lnTo>
                    <a:pt x="2626278" y="3563609"/>
                  </a:lnTo>
                  <a:lnTo>
                    <a:pt x="2626405" y="3563609"/>
                  </a:lnTo>
                  <a:lnTo>
                    <a:pt x="2626531" y="3563609"/>
                  </a:lnTo>
                  <a:lnTo>
                    <a:pt x="2626657" y="3563609"/>
                  </a:lnTo>
                  <a:lnTo>
                    <a:pt x="2626783" y="3563609"/>
                  </a:lnTo>
                  <a:lnTo>
                    <a:pt x="2626909" y="3563609"/>
                  </a:lnTo>
                  <a:lnTo>
                    <a:pt x="2626909" y="3558329"/>
                  </a:lnTo>
                  <a:lnTo>
                    <a:pt x="2627035" y="3558329"/>
                  </a:lnTo>
                  <a:lnTo>
                    <a:pt x="2627161" y="3558329"/>
                  </a:lnTo>
                  <a:lnTo>
                    <a:pt x="2627287" y="3558329"/>
                  </a:lnTo>
                  <a:lnTo>
                    <a:pt x="2627413" y="3558329"/>
                  </a:lnTo>
                  <a:lnTo>
                    <a:pt x="2627539" y="3558329"/>
                  </a:lnTo>
                  <a:lnTo>
                    <a:pt x="2627665" y="3558329"/>
                  </a:lnTo>
                  <a:lnTo>
                    <a:pt x="2627792" y="3558329"/>
                  </a:lnTo>
                  <a:lnTo>
                    <a:pt x="2627918" y="3558329"/>
                  </a:lnTo>
                  <a:lnTo>
                    <a:pt x="2628044" y="3558329"/>
                  </a:lnTo>
                  <a:lnTo>
                    <a:pt x="2628170" y="3558329"/>
                  </a:lnTo>
                  <a:lnTo>
                    <a:pt x="2628296" y="3558329"/>
                  </a:lnTo>
                  <a:lnTo>
                    <a:pt x="2628422" y="3558329"/>
                  </a:lnTo>
                  <a:lnTo>
                    <a:pt x="2628548" y="3558329"/>
                  </a:lnTo>
                  <a:lnTo>
                    <a:pt x="2628674" y="3558329"/>
                  </a:lnTo>
                  <a:lnTo>
                    <a:pt x="2628800" y="3558329"/>
                  </a:lnTo>
                  <a:lnTo>
                    <a:pt x="2628926" y="3558329"/>
                  </a:lnTo>
                  <a:lnTo>
                    <a:pt x="2629052" y="3558329"/>
                  </a:lnTo>
                  <a:lnTo>
                    <a:pt x="2629178" y="3558329"/>
                  </a:lnTo>
                  <a:lnTo>
                    <a:pt x="2629305" y="3558329"/>
                  </a:lnTo>
                  <a:lnTo>
                    <a:pt x="2629431" y="3558329"/>
                  </a:lnTo>
                  <a:lnTo>
                    <a:pt x="2629557" y="3558329"/>
                  </a:lnTo>
                  <a:lnTo>
                    <a:pt x="2629683" y="3558329"/>
                  </a:lnTo>
                  <a:lnTo>
                    <a:pt x="2629809" y="3558329"/>
                  </a:lnTo>
                  <a:lnTo>
                    <a:pt x="2629809" y="3553050"/>
                  </a:lnTo>
                  <a:lnTo>
                    <a:pt x="2629935" y="3553050"/>
                  </a:lnTo>
                  <a:lnTo>
                    <a:pt x="2630061" y="3553050"/>
                  </a:lnTo>
                  <a:lnTo>
                    <a:pt x="2630187" y="3553050"/>
                  </a:lnTo>
                  <a:lnTo>
                    <a:pt x="2630313" y="3553050"/>
                  </a:lnTo>
                  <a:lnTo>
                    <a:pt x="2630439" y="3553050"/>
                  </a:lnTo>
                  <a:lnTo>
                    <a:pt x="2630565" y="3553050"/>
                  </a:lnTo>
                  <a:lnTo>
                    <a:pt x="2630692" y="3553050"/>
                  </a:lnTo>
                  <a:lnTo>
                    <a:pt x="2630818" y="3553050"/>
                  </a:lnTo>
                  <a:lnTo>
                    <a:pt x="2630944" y="3553050"/>
                  </a:lnTo>
                  <a:lnTo>
                    <a:pt x="2631070" y="3553050"/>
                  </a:lnTo>
                  <a:lnTo>
                    <a:pt x="2631196" y="3553050"/>
                  </a:lnTo>
                  <a:lnTo>
                    <a:pt x="2631322" y="3553050"/>
                  </a:lnTo>
                  <a:lnTo>
                    <a:pt x="2631448" y="3553050"/>
                  </a:lnTo>
                  <a:lnTo>
                    <a:pt x="2631574" y="3553050"/>
                  </a:lnTo>
                  <a:lnTo>
                    <a:pt x="2631700" y="3553050"/>
                  </a:lnTo>
                  <a:lnTo>
                    <a:pt x="2631826" y="3553050"/>
                  </a:lnTo>
                  <a:lnTo>
                    <a:pt x="2631952" y="3553050"/>
                  </a:lnTo>
                  <a:lnTo>
                    <a:pt x="2632079" y="3553050"/>
                  </a:lnTo>
                  <a:lnTo>
                    <a:pt x="2632205" y="3553050"/>
                  </a:lnTo>
                  <a:lnTo>
                    <a:pt x="2632331" y="3553050"/>
                  </a:lnTo>
                  <a:lnTo>
                    <a:pt x="2632457" y="3553050"/>
                  </a:lnTo>
                  <a:lnTo>
                    <a:pt x="2632583" y="3553050"/>
                  </a:lnTo>
                  <a:lnTo>
                    <a:pt x="2632709" y="3553050"/>
                  </a:lnTo>
                  <a:lnTo>
                    <a:pt x="2632835" y="3553050"/>
                  </a:lnTo>
                  <a:lnTo>
                    <a:pt x="2632961" y="3553050"/>
                  </a:lnTo>
                  <a:lnTo>
                    <a:pt x="2633087" y="3553050"/>
                  </a:lnTo>
                  <a:lnTo>
                    <a:pt x="2633213" y="3553050"/>
                  </a:lnTo>
                  <a:lnTo>
                    <a:pt x="2633339" y="3553050"/>
                  </a:lnTo>
                  <a:lnTo>
                    <a:pt x="2633465" y="3553050"/>
                  </a:lnTo>
                  <a:lnTo>
                    <a:pt x="2633592" y="3553050"/>
                  </a:lnTo>
                  <a:lnTo>
                    <a:pt x="2633718" y="3553050"/>
                  </a:lnTo>
                  <a:lnTo>
                    <a:pt x="2633844" y="3553050"/>
                  </a:lnTo>
                  <a:lnTo>
                    <a:pt x="2633970" y="3553050"/>
                  </a:lnTo>
                  <a:lnTo>
                    <a:pt x="2634096" y="3553050"/>
                  </a:lnTo>
                  <a:lnTo>
                    <a:pt x="2634222" y="3553050"/>
                  </a:lnTo>
                  <a:lnTo>
                    <a:pt x="2634348" y="3553050"/>
                  </a:lnTo>
                  <a:lnTo>
                    <a:pt x="2634474" y="3553050"/>
                  </a:lnTo>
                  <a:lnTo>
                    <a:pt x="2634600" y="3553050"/>
                  </a:lnTo>
                  <a:lnTo>
                    <a:pt x="2634726" y="3553050"/>
                  </a:lnTo>
                  <a:lnTo>
                    <a:pt x="2634852" y="3553050"/>
                  </a:lnTo>
                  <a:lnTo>
                    <a:pt x="2634979" y="3553050"/>
                  </a:lnTo>
                  <a:lnTo>
                    <a:pt x="2635105" y="3553050"/>
                  </a:lnTo>
                  <a:lnTo>
                    <a:pt x="2635231" y="3553050"/>
                  </a:lnTo>
                  <a:lnTo>
                    <a:pt x="2635357" y="3553050"/>
                  </a:lnTo>
                  <a:lnTo>
                    <a:pt x="2635483" y="3553050"/>
                  </a:lnTo>
                  <a:lnTo>
                    <a:pt x="2635609" y="3553050"/>
                  </a:lnTo>
                  <a:lnTo>
                    <a:pt x="2635735" y="3553050"/>
                  </a:lnTo>
                  <a:lnTo>
                    <a:pt x="2635861" y="3553050"/>
                  </a:lnTo>
                  <a:lnTo>
                    <a:pt x="2635987" y="3553050"/>
                  </a:lnTo>
                  <a:lnTo>
                    <a:pt x="2636113" y="3553050"/>
                  </a:lnTo>
                  <a:lnTo>
                    <a:pt x="2636239" y="3553050"/>
                  </a:lnTo>
                  <a:lnTo>
                    <a:pt x="2636365" y="3553050"/>
                  </a:lnTo>
                  <a:lnTo>
                    <a:pt x="2636492" y="3553050"/>
                  </a:lnTo>
                  <a:lnTo>
                    <a:pt x="2636618" y="3553050"/>
                  </a:lnTo>
                  <a:lnTo>
                    <a:pt x="2636744" y="3553050"/>
                  </a:lnTo>
                  <a:lnTo>
                    <a:pt x="2636870" y="3553050"/>
                  </a:lnTo>
                  <a:lnTo>
                    <a:pt x="2636996" y="3553050"/>
                  </a:lnTo>
                  <a:lnTo>
                    <a:pt x="2637122" y="3553050"/>
                  </a:lnTo>
                  <a:lnTo>
                    <a:pt x="2637248" y="3553050"/>
                  </a:lnTo>
                  <a:lnTo>
                    <a:pt x="2637374" y="3553050"/>
                  </a:lnTo>
                  <a:lnTo>
                    <a:pt x="2637500" y="3553050"/>
                  </a:lnTo>
                  <a:lnTo>
                    <a:pt x="2637626" y="3553050"/>
                  </a:lnTo>
                  <a:lnTo>
                    <a:pt x="2637752" y="3553050"/>
                  </a:lnTo>
                  <a:lnTo>
                    <a:pt x="2637879" y="3553050"/>
                  </a:lnTo>
                  <a:lnTo>
                    <a:pt x="2638005" y="3553050"/>
                  </a:lnTo>
                  <a:lnTo>
                    <a:pt x="2638131" y="3553050"/>
                  </a:lnTo>
                  <a:lnTo>
                    <a:pt x="2638257" y="3553050"/>
                  </a:lnTo>
                  <a:lnTo>
                    <a:pt x="2638383" y="3553050"/>
                  </a:lnTo>
                  <a:lnTo>
                    <a:pt x="2638509" y="3553050"/>
                  </a:lnTo>
                  <a:lnTo>
                    <a:pt x="2638635" y="3553050"/>
                  </a:lnTo>
                  <a:lnTo>
                    <a:pt x="2638761" y="3553050"/>
                  </a:lnTo>
                  <a:lnTo>
                    <a:pt x="2638887" y="3553050"/>
                  </a:lnTo>
                  <a:lnTo>
                    <a:pt x="2639013" y="3553050"/>
                  </a:lnTo>
                  <a:lnTo>
                    <a:pt x="2639139" y="3553050"/>
                  </a:lnTo>
                  <a:lnTo>
                    <a:pt x="2639266" y="3553050"/>
                  </a:lnTo>
                  <a:lnTo>
                    <a:pt x="2639392" y="3553050"/>
                  </a:lnTo>
                  <a:lnTo>
                    <a:pt x="2639518" y="3553050"/>
                  </a:lnTo>
                  <a:lnTo>
                    <a:pt x="2639644" y="3553050"/>
                  </a:lnTo>
                  <a:lnTo>
                    <a:pt x="2639770" y="3553050"/>
                  </a:lnTo>
                  <a:lnTo>
                    <a:pt x="2639896" y="3553050"/>
                  </a:lnTo>
                  <a:lnTo>
                    <a:pt x="2640022" y="3553050"/>
                  </a:lnTo>
                  <a:lnTo>
                    <a:pt x="2640148" y="3553050"/>
                  </a:lnTo>
                  <a:lnTo>
                    <a:pt x="2640274" y="3553050"/>
                  </a:lnTo>
                  <a:lnTo>
                    <a:pt x="2640400" y="3553050"/>
                  </a:lnTo>
                  <a:lnTo>
                    <a:pt x="2640526" y="3553050"/>
                  </a:lnTo>
                  <a:lnTo>
                    <a:pt x="2640652" y="3553050"/>
                  </a:lnTo>
                  <a:lnTo>
                    <a:pt x="2640779" y="3553050"/>
                  </a:lnTo>
                  <a:lnTo>
                    <a:pt x="2640905" y="3553050"/>
                  </a:lnTo>
                  <a:lnTo>
                    <a:pt x="2641031" y="3553050"/>
                  </a:lnTo>
                  <a:lnTo>
                    <a:pt x="2641157" y="3553050"/>
                  </a:lnTo>
                  <a:lnTo>
                    <a:pt x="2641283" y="3553050"/>
                  </a:lnTo>
                  <a:lnTo>
                    <a:pt x="2641409" y="3553050"/>
                  </a:lnTo>
                  <a:lnTo>
                    <a:pt x="2641535" y="3553050"/>
                  </a:lnTo>
                  <a:lnTo>
                    <a:pt x="2641661" y="3553050"/>
                  </a:lnTo>
                  <a:lnTo>
                    <a:pt x="2641787" y="3553050"/>
                  </a:lnTo>
                  <a:lnTo>
                    <a:pt x="2641913" y="3553050"/>
                  </a:lnTo>
                  <a:lnTo>
                    <a:pt x="2642039" y="3553050"/>
                  </a:lnTo>
                  <a:lnTo>
                    <a:pt x="2642166" y="3553050"/>
                  </a:lnTo>
                  <a:lnTo>
                    <a:pt x="2642292" y="3553050"/>
                  </a:lnTo>
                  <a:lnTo>
                    <a:pt x="2642418" y="3553050"/>
                  </a:lnTo>
                  <a:lnTo>
                    <a:pt x="2642544" y="3553050"/>
                  </a:lnTo>
                  <a:lnTo>
                    <a:pt x="2642670" y="3553050"/>
                  </a:lnTo>
                  <a:lnTo>
                    <a:pt x="2642796" y="3553050"/>
                  </a:lnTo>
                  <a:lnTo>
                    <a:pt x="2642922" y="3553050"/>
                  </a:lnTo>
                  <a:lnTo>
                    <a:pt x="2643048" y="3553050"/>
                  </a:lnTo>
                  <a:lnTo>
                    <a:pt x="2643174" y="3553050"/>
                  </a:lnTo>
                  <a:lnTo>
                    <a:pt x="2643300" y="3553050"/>
                  </a:lnTo>
                  <a:lnTo>
                    <a:pt x="2643426" y="3553050"/>
                  </a:lnTo>
                  <a:lnTo>
                    <a:pt x="2643552" y="3553050"/>
                  </a:lnTo>
                  <a:lnTo>
                    <a:pt x="2643552" y="3547771"/>
                  </a:lnTo>
                  <a:lnTo>
                    <a:pt x="2643679" y="3547771"/>
                  </a:lnTo>
                  <a:lnTo>
                    <a:pt x="2643805" y="3547771"/>
                  </a:lnTo>
                  <a:lnTo>
                    <a:pt x="2643931" y="3547771"/>
                  </a:lnTo>
                  <a:lnTo>
                    <a:pt x="2644057" y="3547771"/>
                  </a:lnTo>
                  <a:lnTo>
                    <a:pt x="2644183" y="3547771"/>
                  </a:lnTo>
                  <a:lnTo>
                    <a:pt x="2644309" y="3547771"/>
                  </a:lnTo>
                  <a:lnTo>
                    <a:pt x="2644435" y="3547771"/>
                  </a:lnTo>
                  <a:lnTo>
                    <a:pt x="2644561" y="3547771"/>
                  </a:lnTo>
                  <a:lnTo>
                    <a:pt x="2644687" y="3547771"/>
                  </a:lnTo>
                  <a:lnTo>
                    <a:pt x="2644813" y="3547771"/>
                  </a:lnTo>
                  <a:lnTo>
                    <a:pt x="2644939" y="3547771"/>
                  </a:lnTo>
                  <a:lnTo>
                    <a:pt x="2645066" y="3547771"/>
                  </a:lnTo>
                  <a:lnTo>
                    <a:pt x="2645192" y="3547771"/>
                  </a:lnTo>
                  <a:lnTo>
                    <a:pt x="2645318" y="3547771"/>
                  </a:lnTo>
                  <a:lnTo>
                    <a:pt x="2645444" y="3547771"/>
                  </a:lnTo>
                  <a:lnTo>
                    <a:pt x="2645570" y="3547771"/>
                  </a:lnTo>
                  <a:lnTo>
                    <a:pt x="2645696" y="3547771"/>
                  </a:lnTo>
                  <a:lnTo>
                    <a:pt x="2645822" y="3547771"/>
                  </a:lnTo>
                  <a:lnTo>
                    <a:pt x="2645948" y="3547771"/>
                  </a:lnTo>
                  <a:lnTo>
                    <a:pt x="2646074" y="3547771"/>
                  </a:lnTo>
                  <a:lnTo>
                    <a:pt x="2646200" y="3547771"/>
                  </a:lnTo>
                  <a:lnTo>
                    <a:pt x="2646326" y="3547771"/>
                  </a:lnTo>
                  <a:lnTo>
                    <a:pt x="2646452" y="3547771"/>
                  </a:lnTo>
                  <a:lnTo>
                    <a:pt x="2646579" y="3547771"/>
                  </a:lnTo>
                  <a:lnTo>
                    <a:pt x="2646705" y="3547771"/>
                  </a:lnTo>
                  <a:lnTo>
                    <a:pt x="2646831" y="3547771"/>
                  </a:lnTo>
                  <a:lnTo>
                    <a:pt x="2646957" y="3547771"/>
                  </a:lnTo>
                  <a:lnTo>
                    <a:pt x="2647083" y="3547771"/>
                  </a:lnTo>
                  <a:lnTo>
                    <a:pt x="2647209" y="3547771"/>
                  </a:lnTo>
                  <a:lnTo>
                    <a:pt x="2647335" y="3547771"/>
                  </a:lnTo>
                  <a:lnTo>
                    <a:pt x="2647461" y="3547771"/>
                  </a:lnTo>
                  <a:lnTo>
                    <a:pt x="2647587" y="3547771"/>
                  </a:lnTo>
                  <a:lnTo>
                    <a:pt x="2647713" y="3547771"/>
                  </a:lnTo>
                  <a:lnTo>
                    <a:pt x="2647839" y="3547771"/>
                  </a:lnTo>
                  <a:lnTo>
                    <a:pt x="2647966" y="3547771"/>
                  </a:lnTo>
                  <a:lnTo>
                    <a:pt x="2648092" y="3547771"/>
                  </a:lnTo>
                  <a:lnTo>
                    <a:pt x="2648218" y="3547771"/>
                  </a:lnTo>
                  <a:lnTo>
                    <a:pt x="2648344" y="3547771"/>
                  </a:lnTo>
                  <a:lnTo>
                    <a:pt x="2648470" y="3547771"/>
                  </a:lnTo>
                  <a:lnTo>
                    <a:pt x="2648596" y="3547771"/>
                  </a:lnTo>
                  <a:lnTo>
                    <a:pt x="2648722" y="3547771"/>
                  </a:lnTo>
                  <a:lnTo>
                    <a:pt x="2648848" y="3547771"/>
                  </a:lnTo>
                  <a:lnTo>
                    <a:pt x="2648974" y="3547771"/>
                  </a:lnTo>
                  <a:lnTo>
                    <a:pt x="2649100" y="3547771"/>
                  </a:lnTo>
                  <a:lnTo>
                    <a:pt x="2649226" y="3547771"/>
                  </a:lnTo>
                  <a:lnTo>
                    <a:pt x="2649226" y="3542491"/>
                  </a:lnTo>
                  <a:lnTo>
                    <a:pt x="2649353" y="3542491"/>
                  </a:lnTo>
                  <a:lnTo>
                    <a:pt x="2649479" y="3542491"/>
                  </a:lnTo>
                  <a:lnTo>
                    <a:pt x="2649605" y="3542491"/>
                  </a:lnTo>
                  <a:lnTo>
                    <a:pt x="2649731" y="3542491"/>
                  </a:lnTo>
                  <a:lnTo>
                    <a:pt x="2649857" y="3542491"/>
                  </a:lnTo>
                  <a:lnTo>
                    <a:pt x="2649983" y="3542491"/>
                  </a:lnTo>
                  <a:lnTo>
                    <a:pt x="2650109" y="3542491"/>
                  </a:lnTo>
                  <a:lnTo>
                    <a:pt x="2650235" y="3542491"/>
                  </a:lnTo>
                  <a:lnTo>
                    <a:pt x="2650361" y="3542491"/>
                  </a:lnTo>
                  <a:lnTo>
                    <a:pt x="2650487" y="3542491"/>
                  </a:lnTo>
                  <a:lnTo>
                    <a:pt x="2650613" y="3542491"/>
                  </a:lnTo>
                  <a:lnTo>
                    <a:pt x="2650739" y="3542491"/>
                  </a:lnTo>
                  <a:lnTo>
                    <a:pt x="2650866" y="3542491"/>
                  </a:lnTo>
                  <a:lnTo>
                    <a:pt x="2650992" y="3542491"/>
                  </a:lnTo>
                  <a:lnTo>
                    <a:pt x="2651118" y="3542491"/>
                  </a:lnTo>
                  <a:lnTo>
                    <a:pt x="2651244" y="3542491"/>
                  </a:lnTo>
                  <a:lnTo>
                    <a:pt x="2651244" y="3537212"/>
                  </a:lnTo>
                  <a:lnTo>
                    <a:pt x="2651370" y="3537212"/>
                  </a:lnTo>
                  <a:lnTo>
                    <a:pt x="2651496" y="3537212"/>
                  </a:lnTo>
                  <a:lnTo>
                    <a:pt x="2651622" y="3537212"/>
                  </a:lnTo>
                  <a:lnTo>
                    <a:pt x="2651748" y="3537212"/>
                  </a:lnTo>
                  <a:lnTo>
                    <a:pt x="2651874" y="3537212"/>
                  </a:lnTo>
                  <a:lnTo>
                    <a:pt x="2652000" y="3537212"/>
                  </a:lnTo>
                  <a:lnTo>
                    <a:pt x="2652126" y="3537212"/>
                  </a:lnTo>
                  <a:lnTo>
                    <a:pt x="2652253" y="3537212"/>
                  </a:lnTo>
                  <a:lnTo>
                    <a:pt x="2652379" y="3537212"/>
                  </a:lnTo>
                  <a:lnTo>
                    <a:pt x="2652505" y="3537212"/>
                  </a:lnTo>
                  <a:lnTo>
                    <a:pt x="2652631" y="3537212"/>
                  </a:lnTo>
                  <a:lnTo>
                    <a:pt x="2652757" y="3537212"/>
                  </a:lnTo>
                  <a:lnTo>
                    <a:pt x="2652883" y="3537212"/>
                  </a:lnTo>
                  <a:lnTo>
                    <a:pt x="2653009" y="3537212"/>
                  </a:lnTo>
                  <a:lnTo>
                    <a:pt x="2653135" y="3537212"/>
                  </a:lnTo>
                  <a:lnTo>
                    <a:pt x="2653261" y="3537212"/>
                  </a:lnTo>
                  <a:lnTo>
                    <a:pt x="2653387" y="3537212"/>
                  </a:lnTo>
                  <a:lnTo>
                    <a:pt x="2653513" y="3537212"/>
                  </a:lnTo>
                  <a:lnTo>
                    <a:pt x="2653639" y="3537212"/>
                  </a:lnTo>
                  <a:lnTo>
                    <a:pt x="2653766" y="3537212"/>
                  </a:lnTo>
                  <a:lnTo>
                    <a:pt x="2653892" y="3537212"/>
                  </a:lnTo>
                  <a:lnTo>
                    <a:pt x="2654018" y="3537212"/>
                  </a:lnTo>
                  <a:lnTo>
                    <a:pt x="2654144" y="3537212"/>
                  </a:lnTo>
                  <a:lnTo>
                    <a:pt x="2654270" y="3537212"/>
                  </a:lnTo>
                  <a:lnTo>
                    <a:pt x="2654396" y="3537212"/>
                  </a:lnTo>
                  <a:lnTo>
                    <a:pt x="2654522" y="3537212"/>
                  </a:lnTo>
                  <a:lnTo>
                    <a:pt x="2654648" y="3537212"/>
                  </a:lnTo>
                  <a:lnTo>
                    <a:pt x="2654774" y="3537212"/>
                  </a:lnTo>
                  <a:lnTo>
                    <a:pt x="2654900" y="3537212"/>
                  </a:lnTo>
                  <a:lnTo>
                    <a:pt x="2655026" y="3537212"/>
                  </a:lnTo>
                  <a:lnTo>
                    <a:pt x="2655153" y="3537212"/>
                  </a:lnTo>
                  <a:lnTo>
                    <a:pt x="2655279" y="3537212"/>
                  </a:lnTo>
                  <a:lnTo>
                    <a:pt x="2655405" y="3537212"/>
                  </a:lnTo>
                  <a:lnTo>
                    <a:pt x="2655531" y="3537212"/>
                  </a:lnTo>
                  <a:lnTo>
                    <a:pt x="2655657" y="3537212"/>
                  </a:lnTo>
                  <a:lnTo>
                    <a:pt x="2655783" y="3537212"/>
                  </a:lnTo>
                  <a:lnTo>
                    <a:pt x="2655909" y="3537212"/>
                  </a:lnTo>
                  <a:lnTo>
                    <a:pt x="2656035" y="3537212"/>
                  </a:lnTo>
                  <a:lnTo>
                    <a:pt x="2656161" y="3537212"/>
                  </a:lnTo>
                  <a:lnTo>
                    <a:pt x="2656287" y="3537212"/>
                  </a:lnTo>
                  <a:lnTo>
                    <a:pt x="2656413" y="3537212"/>
                  </a:lnTo>
                  <a:lnTo>
                    <a:pt x="2656540" y="3537212"/>
                  </a:lnTo>
                  <a:lnTo>
                    <a:pt x="2656666" y="3537212"/>
                  </a:lnTo>
                  <a:lnTo>
                    <a:pt x="2656792" y="3537212"/>
                  </a:lnTo>
                  <a:lnTo>
                    <a:pt x="2656918" y="3537212"/>
                  </a:lnTo>
                  <a:lnTo>
                    <a:pt x="2657044" y="3537212"/>
                  </a:lnTo>
                  <a:lnTo>
                    <a:pt x="2657170" y="3537212"/>
                  </a:lnTo>
                  <a:lnTo>
                    <a:pt x="2657296" y="3537212"/>
                  </a:lnTo>
                  <a:lnTo>
                    <a:pt x="2657422" y="3537212"/>
                  </a:lnTo>
                  <a:lnTo>
                    <a:pt x="2657548" y="3537212"/>
                  </a:lnTo>
                  <a:lnTo>
                    <a:pt x="2657674" y="3537212"/>
                  </a:lnTo>
                  <a:lnTo>
                    <a:pt x="2657800" y="3537212"/>
                  </a:lnTo>
                  <a:lnTo>
                    <a:pt x="2657926" y="3537212"/>
                  </a:lnTo>
                  <a:lnTo>
                    <a:pt x="2658053" y="3537212"/>
                  </a:lnTo>
                  <a:lnTo>
                    <a:pt x="2658179" y="3537212"/>
                  </a:lnTo>
                  <a:lnTo>
                    <a:pt x="2658305" y="3537212"/>
                  </a:lnTo>
                  <a:lnTo>
                    <a:pt x="2658431" y="3537212"/>
                  </a:lnTo>
                  <a:lnTo>
                    <a:pt x="2658557" y="3537212"/>
                  </a:lnTo>
                  <a:lnTo>
                    <a:pt x="2658683" y="3537212"/>
                  </a:lnTo>
                  <a:lnTo>
                    <a:pt x="2658683" y="3531932"/>
                  </a:lnTo>
                  <a:lnTo>
                    <a:pt x="2658809" y="3531932"/>
                  </a:lnTo>
                  <a:lnTo>
                    <a:pt x="2658935" y="3531932"/>
                  </a:lnTo>
                  <a:lnTo>
                    <a:pt x="2659061" y="3531932"/>
                  </a:lnTo>
                  <a:lnTo>
                    <a:pt x="2659187" y="3531932"/>
                  </a:lnTo>
                  <a:lnTo>
                    <a:pt x="2659313" y="3531932"/>
                  </a:lnTo>
                  <a:lnTo>
                    <a:pt x="2659440" y="3531932"/>
                  </a:lnTo>
                  <a:lnTo>
                    <a:pt x="2659566" y="3531932"/>
                  </a:lnTo>
                  <a:lnTo>
                    <a:pt x="2659692" y="3531932"/>
                  </a:lnTo>
                  <a:lnTo>
                    <a:pt x="2659818" y="3531932"/>
                  </a:lnTo>
                  <a:lnTo>
                    <a:pt x="2659944" y="3531932"/>
                  </a:lnTo>
                  <a:lnTo>
                    <a:pt x="2660070" y="3531932"/>
                  </a:lnTo>
                  <a:lnTo>
                    <a:pt x="2660196" y="3531932"/>
                  </a:lnTo>
                  <a:lnTo>
                    <a:pt x="2660322" y="3531932"/>
                  </a:lnTo>
                  <a:lnTo>
                    <a:pt x="2660448" y="3531932"/>
                  </a:lnTo>
                  <a:lnTo>
                    <a:pt x="2660448" y="3526653"/>
                  </a:lnTo>
                  <a:lnTo>
                    <a:pt x="2660574" y="3526653"/>
                  </a:lnTo>
                  <a:lnTo>
                    <a:pt x="2660700" y="3526653"/>
                  </a:lnTo>
                  <a:lnTo>
                    <a:pt x="2660826" y="3526653"/>
                  </a:lnTo>
                  <a:lnTo>
                    <a:pt x="2660953" y="3526653"/>
                  </a:lnTo>
                  <a:lnTo>
                    <a:pt x="2661079" y="3526653"/>
                  </a:lnTo>
                  <a:lnTo>
                    <a:pt x="2661205" y="3526653"/>
                  </a:lnTo>
                  <a:lnTo>
                    <a:pt x="2661331" y="3526653"/>
                  </a:lnTo>
                  <a:lnTo>
                    <a:pt x="2661457" y="3526653"/>
                  </a:lnTo>
                  <a:lnTo>
                    <a:pt x="2661583" y="3526653"/>
                  </a:lnTo>
                  <a:lnTo>
                    <a:pt x="2661709" y="3526653"/>
                  </a:lnTo>
                  <a:lnTo>
                    <a:pt x="2661835" y="3526653"/>
                  </a:lnTo>
                  <a:lnTo>
                    <a:pt x="2661961" y="3526653"/>
                  </a:lnTo>
                  <a:lnTo>
                    <a:pt x="2662087" y="3526653"/>
                  </a:lnTo>
                  <a:lnTo>
                    <a:pt x="2662213" y="3526653"/>
                  </a:lnTo>
                  <a:lnTo>
                    <a:pt x="2662340" y="3526653"/>
                  </a:lnTo>
                  <a:lnTo>
                    <a:pt x="2662466" y="3526653"/>
                  </a:lnTo>
                  <a:lnTo>
                    <a:pt x="2662592" y="3526653"/>
                  </a:lnTo>
                  <a:lnTo>
                    <a:pt x="2662718" y="3526653"/>
                  </a:lnTo>
                  <a:lnTo>
                    <a:pt x="2662844" y="3526653"/>
                  </a:lnTo>
                  <a:lnTo>
                    <a:pt x="2662970" y="3526653"/>
                  </a:lnTo>
                  <a:lnTo>
                    <a:pt x="2663096" y="3526653"/>
                  </a:lnTo>
                  <a:lnTo>
                    <a:pt x="2663222" y="3526653"/>
                  </a:lnTo>
                  <a:lnTo>
                    <a:pt x="2663348" y="3526653"/>
                  </a:lnTo>
                  <a:lnTo>
                    <a:pt x="2663474" y="3526653"/>
                  </a:lnTo>
                  <a:lnTo>
                    <a:pt x="2663600" y="3526653"/>
                  </a:lnTo>
                  <a:lnTo>
                    <a:pt x="2663727" y="3526653"/>
                  </a:lnTo>
                  <a:lnTo>
                    <a:pt x="2663853" y="3526653"/>
                  </a:lnTo>
                  <a:lnTo>
                    <a:pt x="2663979" y="3526653"/>
                  </a:lnTo>
                  <a:lnTo>
                    <a:pt x="2664105" y="3526653"/>
                  </a:lnTo>
                  <a:lnTo>
                    <a:pt x="2664231" y="3526653"/>
                  </a:lnTo>
                  <a:lnTo>
                    <a:pt x="2664357" y="3526653"/>
                  </a:lnTo>
                  <a:lnTo>
                    <a:pt x="2664483" y="3526653"/>
                  </a:lnTo>
                  <a:lnTo>
                    <a:pt x="2664609" y="3526653"/>
                  </a:lnTo>
                  <a:lnTo>
                    <a:pt x="2664735" y="3526653"/>
                  </a:lnTo>
                  <a:lnTo>
                    <a:pt x="2664861" y="3526653"/>
                  </a:lnTo>
                  <a:lnTo>
                    <a:pt x="2664987" y="3526653"/>
                  </a:lnTo>
                  <a:lnTo>
                    <a:pt x="2665113" y="3526653"/>
                  </a:lnTo>
                  <a:lnTo>
                    <a:pt x="2665240" y="3526653"/>
                  </a:lnTo>
                  <a:lnTo>
                    <a:pt x="2665366" y="3526653"/>
                  </a:lnTo>
                  <a:lnTo>
                    <a:pt x="2665492" y="3526653"/>
                  </a:lnTo>
                  <a:lnTo>
                    <a:pt x="2665618" y="3526653"/>
                  </a:lnTo>
                  <a:lnTo>
                    <a:pt x="2665744" y="3526653"/>
                  </a:lnTo>
                  <a:lnTo>
                    <a:pt x="2665870" y="3526653"/>
                  </a:lnTo>
                  <a:lnTo>
                    <a:pt x="2665996" y="3526653"/>
                  </a:lnTo>
                  <a:lnTo>
                    <a:pt x="2666122" y="3526653"/>
                  </a:lnTo>
                  <a:lnTo>
                    <a:pt x="2666248" y="3526653"/>
                  </a:lnTo>
                  <a:lnTo>
                    <a:pt x="2666374" y="3526653"/>
                  </a:lnTo>
                  <a:lnTo>
                    <a:pt x="2666500" y="3526653"/>
                  </a:lnTo>
                  <a:lnTo>
                    <a:pt x="2666627" y="3526653"/>
                  </a:lnTo>
                  <a:lnTo>
                    <a:pt x="2666753" y="3526653"/>
                  </a:lnTo>
                  <a:lnTo>
                    <a:pt x="2666879" y="3526653"/>
                  </a:lnTo>
                  <a:lnTo>
                    <a:pt x="2667005" y="3526653"/>
                  </a:lnTo>
                  <a:lnTo>
                    <a:pt x="2667131" y="3526653"/>
                  </a:lnTo>
                  <a:lnTo>
                    <a:pt x="2667257" y="3526653"/>
                  </a:lnTo>
                  <a:lnTo>
                    <a:pt x="2667383" y="3526653"/>
                  </a:lnTo>
                  <a:lnTo>
                    <a:pt x="2667509" y="3526653"/>
                  </a:lnTo>
                  <a:lnTo>
                    <a:pt x="2667635" y="3526653"/>
                  </a:lnTo>
                  <a:lnTo>
                    <a:pt x="2667761" y="3526653"/>
                  </a:lnTo>
                  <a:lnTo>
                    <a:pt x="2667887" y="3526653"/>
                  </a:lnTo>
                  <a:lnTo>
                    <a:pt x="2668013" y="3526653"/>
                  </a:lnTo>
                  <a:lnTo>
                    <a:pt x="2668140" y="3526653"/>
                  </a:lnTo>
                  <a:lnTo>
                    <a:pt x="2668266" y="3526653"/>
                  </a:lnTo>
                  <a:lnTo>
                    <a:pt x="2668392" y="3526653"/>
                  </a:lnTo>
                  <a:lnTo>
                    <a:pt x="2668518" y="3526653"/>
                  </a:lnTo>
                  <a:lnTo>
                    <a:pt x="2668644" y="3526653"/>
                  </a:lnTo>
                  <a:lnTo>
                    <a:pt x="2668770" y="3526653"/>
                  </a:lnTo>
                  <a:lnTo>
                    <a:pt x="2668896" y="3526653"/>
                  </a:lnTo>
                  <a:lnTo>
                    <a:pt x="2669022" y="3526653"/>
                  </a:lnTo>
                  <a:lnTo>
                    <a:pt x="2669148" y="3526653"/>
                  </a:lnTo>
                  <a:lnTo>
                    <a:pt x="2669274" y="3526653"/>
                  </a:lnTo>
                  <a:lnTo>
                    <a:pt x="2669400" y="3526653"/>
                  </a:lnTo>
                  <a:lnTo>
                    <a:pt x="2669527" y="3526653"/>
                  </a:lnTo>
                  <a:lnTo>
                    <a:pt x="2669653" y="3526653"/>
                  </a:lnTo>
                  <a:lnTo>
                    <a:pt x="2669779" y="3526653"/>
                  </a:lnTo>
                  <a:lnTo>
                    <a:pt x="2669905" y="3526653"/>
                  </a:lnTo>
                  <a:lnTo>
                    <a:pt x="2670031" y="3526653"/>
                  </a:lnTo>
                  <a:lnTo>
                    <a:pt x="2670157" y="3526653"/>
                  </a:lnTo>
                  <a:lnTo>
                    <a:pt x="2670283" y="3526653"/>
                  </a:lnTo>
                  <a:lnTo>
                    <a:pt x="2670409" y="3526653"/>
                  </a:lnTo>
                  <a:lnTo>
                    <a:pt x="2670535" y="3526653"/>
                  </a:lnTo>
                  <a:lnTo>
                    <a:pt x="2670661" y="3526653"/>
                  </a:lnTo>
                  <a:lnTo>
                    <a:pt x="2670787" y="3526653"/>
                  </a:lnTo>
                  <a:lnTo>
                    <a:pt x="2670913" y="3526653"/>
                  </a:lnTo>
                  <a:lnTo>
                    <a:pt x="2671040" y="3526653"/>
                  </a:lnTo>
                  <a:lnTo>
                    <a:pt x="2671166" y="3526653"/>
                  </a:lnTo>
                  <a:lnTo>
                    <a:pt x="2671292" y="3526653"/>
                  </a:lnTo>
                  <a:lnTo>
                    <a:pt x="2671418" y="3526653"/>
                  </a:lnTo>
                  <a:lnTo>
                    <a:pt x="2671544" y="3526653"/>
                  </a:lnTo>
                  <a:lnTo>
                    <a:pt x="2671670" y="3526653"/>
                  </a:lnTo>
                  <a:lnTo>
                    <a:pt x="2671796" y="3526653"/>
                  </a:lnTo>
                  <a:lnTo>
                    <a:pt x="2671922" y="3526653"/>
                  </a:lnTo>
                  <a:lnTo>
                    <a:pt x="2672048" y="3526653"/>
                  </a:lnTo>
                  <a:lnTo>
                    <a:pt x="2672174" y="3526653"/>
                  </a:lnTo>
                  <a:lnTo>
                    <a:pt x="2672300" y="3526653"/>
                  </a:lnTo>
                  <a:lnTo>
                    <a:pt x="2672427" y="3526653"/>
                  </a:lnTo>
                  <a:lnTo>
                    <a:pt x="2672553" y="3526653"/>
                  </a:lnTo>
                  <a:lnTo>
                    <a:pt x="2672679" y="3526653"/>
                  </a:lnTo>
                  <a:lnTo>
                    <a:pt x="2672805" y="3526653"/>
                  </a:lnTo>
                  <a:lnTo>
                    <a:pt x="2672931" y="3526653"/>
                  </a:lnTo>
                  <a:lnTo>
                    <a:pt x="2673057" y="3526653"/>
                  </a:lnTo>
                  <a:lnTo>
                    <a:pt x="2673183" y="3526653"/>
                  </a:lnTo>
                  <a:lnTo>
                    <a:pt x="2673309" y="3526653"/>
                  </a:lnTo>
                  <a:lnTo>
                    <a:pt x="2673435" y="3526653"/>
                  </a:lnTo>
                  <a:lnTo>
                    <a:pt x="2673561" y="3526653"/>
                  </a:lnTo>
                  <a:lnTo>
                    <a:pt x="2673687" y="3526653"/>
                  </a:lnTo>
                  <a:lnTo>
                    <a:pt x="2673814" y="3526653"/>
                  </a:lnTo>
                  <a:lnTo>
                    <a:pt x="2673940" y="3526653"/>
                  </a:lnTo>
                  <a:lnTo>
                    <a:pt x="2674066" y="3526653"/>
                  </a:lnTo>
                  <a:lnTo>
                    <a:pt x="2674192" y="3526653"/>
                  </a:lnTo>
                  <a:lnTo>
                    <a:pt x="2674318" y="3526653"/>
                  </a:lnTo>
                  <a:lnTo>
                    <a:pt x="2674444" y="3526653"/>
                  </a:lnTo>
                  <a:lnTo>
                    <a:pt x="2674570" y="3526653"/>
                  </a:lnTo>
                  <a:lnTo>
                    <a:pt x="2674696" y="3526653"/>
                  </a:lnTo>
                  <a:lnTo>
                    <a:pt x="2674822" y="3526653"/>
                  </a:lnTo>
                  <a:lnTo>
                    <a:pt x="2674822" y="3521374"/>
                  </a:lnTo>
                  <a:lnTo>
                    <a:pt x="2674948" y="3521374"/>
                  </a:lnTo>
                  <a:lnTo>
                    <a:pt x="2675074" y="3521374"/>
                  </a:lnTo>
                  <a:lnTo>
                    <a:pt x="2675200" y="3521374"/>
                  </a:lnTo>
                  <a:lnTo>
                    <a:pt x="2675327" y="3521374"/>
                  </a:lnTo>
                  <a:lnTo>
                    <a:pt x="2675453" y="3521374"/>
                  </a:lnTo>
                  <a:lnTo>
                    <a:pt x="2675579" y="3521374"/>
                  </a:lnTo>
                  <a:lnTo>
                    <a:pt x="2675705" y="3521374"/>
                  </a:lnTo>
                  <a:lnTo>
                    <a:pt x="2675831" y="3521374"/>
                  </a:lnTo>
                  <a:lnTo>
                    <a:pt x="2675957" y="3521374"/>
                  </a:lnTo>
                  <a:lnTo>
                    <a:pt x="2676083" y="3521374"/>
                  </a:lnTo>
                  <a:lnTo>
                    <a:pt x="2676209" y="3521374"/>
                  </a:lnTo>
                  <a:lnTo>
                    <a:pt x="2676335" y="3521374"/>
                  </a:lnTo>
                  <a:lnTo>
                    <a:pt x="2676461" y="3521374"/>
                  </a:lnTo>
                  <a:lnTo>
                    <a:pt x="2676587" y="3521374"/>
                  </a:lnTo>
                  <a:lnTo>
                    <a:pt x="2676714" y="3521374"/>
                  </a:lnTo>
                  <a:lnTo>
                    <a:pt x="2676840" y="3521374"/>
                  </a:lnTo>
                  <a:lnTo>
                    <a:pt x="2676966" y="3521374"/>
                  </a:lnTo>
                  <a:lnTo>
                    <a:pt x="2677092" y="3521374"/>
                  </a:lnTo>
                  <a:lnTo>
                    <a:pt x="2677218" y="3521374"/>
                  </a:lnTo>
                  <a:lnTo>
                    <a:pt x="2677344" y="3521374"/>
                  </a:lnTo>
                  <a:lnTo>
                    <a:pt x="2677470" y="3521374"/>
                  </a:lnTo>
                  <a:lnTo>
                    <a:pt x="2677596" y="3521374"/>
                  </a:lnTo>
                  <a:lnTo>
                    <a:pt x="2677596" y="3516094"/>
                  </a:lnTo>
                  <a:lnTo>
                    <a:pt x="2677722" y="3516094"/>
                  </a:lnTo>
                  <a:lnTo>
                    <a:pt x="2677848" y="3516094"/>
                  </a:lnTo>
                  <a:lnTo>
                    <a:pt x="2677974" y="3516094"/>
                  </a:lnTo>
                  <a:lnTo>
                    <a:pt x="2678100" y="3516094"/>
                  </a:lnTo>
                  <a:lnTo>
                    <a:pt x="2678227" y="3516094"/>
                  </a:lnTo>
                  <a:lnTo>
                    <a:pt x="2678353" y="3516094"/>
                  </a:lnTo>
                  <a:lnTo>
                    <a:pt x="2678479" y="3516094"/>
                  </a:lnTo>
                  <a:lnTo>
                    <a:pt x="2678605" y="3516094"/>
                  </a:lnTo>
                  <a:lnTo>
                    <a:pt x="2678731" y="3516094"/>
                  </a:lnTo>
                  <a:lnTo>
                    <a:pt x="2678857" y="3516094"/>
                  </a:lnTo>
                  <a:lnTo>
                    <a:pt x="2678983" y="3516094"/>
                  </a:lnTo>
                  <a:lnTo>
                    <a:pt x="2679109" y="3516094"/>
                  </a:lnTo>
                  <a:lnTo>
                    <a:pt x="2679235" y="3516094"/>
                  </a:lnTo>
                  <a:lnTo>
                    <a:pt x="2679361" y="3516094"/>
                  </a:lnTo>
                  <a:lnTo>
                    <a:pt x="2679487" y="3516094"/>
                  </a:lnTo>
                  <a:lnTo>
                    <a:pt x="2679614" y="3516094"/>
                  </a:lnTo>
                  <a:lnTo>
                    <a:pt x="2679740" y="3516094"/>
                  </a:lnTo>
                  <a:lnTo>
                    <a:pt x="2679866" y="3516094"/>
                  </a:lnTo>
                  <a:lnTo>
                    <a:pt x="2679992" y="3516094"/>
                  </a:lnTo>
                  <a:lnTo>
                    <a:pt x="2680118" y="3516094"/>
                  </a:lnTo>
                  <a:lnTo>
                    <a:pt x="2680244" y="3516094"/>
                  </a:lnTo>
                  <a:lnTo>
                    <a:pt x="2680370" y="3516094"/>
                  </a:lnTo>
                  <a:lnTo>
                    <a:pt x="2680496" y="3516094"/>
                  </a:lnTo>
                  <a:lnTo>
                    <a:pt x="2680622" y="3516094"/>
                  </a:lnTo>
                  <a:lnTo>
                    <a:pt x="2680748" y="3516094"/>
                  </a:lnTo>
                  <a:lnTo>
                    <a:pt x="2680874" y="3516094"/>
                  </a:lnTo>
                  <a:lnTo>
                    <a:pt x="2681001" y="3516094"/>
                  </a:lnTo>
                  <a:lnTo>
                    <a:pt x="2681127" y="3516094"/>
                  </a:lnTo>
                  <a:lnTo>
                    <a:pt x="2681253" y="3516094"/>
                  </a:lnTo>
                  <a:lnTo>
                    <a:pt x="2681379" y="3516094"/>
                  </a:lnTo>
                  <a:lnTo>
                    <a:pt x="2681505" y="3516094"/>
                  </a:lnTo>
                  <a:lnTo>
                    <a:pt x="2681631" y="3516094"/>
                  </a:lnTo>
                  <a:lnTo>
                    <a:pt x="2681757" y="3516094"/>
                  </a:lnTo>
                  <a:lnTo>
                    <a:pt x="2681883" y="3516094"/>
                  </a:lnTo>
                  <a:lnTo>
                    <a:pt x="2682009" y="3516094"/>
                  </a:lnTo>
                  <a:lnTo>
                    <a:pt x="2682135" y="3516094"/>
                  </a:lnTo>
                  <a:lnTo>
                    <a:pt x="2682261" y="3516094"/>
                  </a:lnTo>
                  <a:lnTo>
                    <a:pt x="2682387" y="3516094"/>
                  </a:lnTo>
                  <a:lnTo>
                    <a:pt x="2682514" y="3516094"/>
                  </a:lnTo>
                  <a:lnTo>
                    <a:pt x="2682640" y="3516094"/>
                  </a:lnTo>
                  <a:lnTo>
                    <a:pt x="2682766" y="3516094"/>
                  </a:lnTo>
                  <a:lnTo>
                    <a:pt x="2682892" y="3516094"/>
                  </a:lnTo>
                  <a:lnTo>
                    <a:pt x="2683018" y="3516094"/>
                  </a:lnTo>
                  <a:lnTo>
                    <a:pt x="2683144" y="3516094"/>
                  </a:lnTo>
                  <a:lnTo>
                    <a:pt x="2683270" y="3516094"/>
                  </a:lnTo>
                  <a:lnTo>
                    <a:pt x="2683396" y="3516094"/>
                  </a:lnTo>
                  <a:lnTo>
                    <a:pt x="2683522" y="3516094"/>
                  </a:lnTo>
                  <a:lnTo>
                    <a:pt x="2683648" y="3516094"/>
                  </a:lnTo>
                  <a:lnTo>
                    <a:pt x="2683774" y="3516094"/>
                  </a:lnTo>
                  <a:lnTo>
                    <a:pt x="2683901" y="3516094"/>
                  </a:lnTo>
                  <a:lnTo>
                    <a:pt x="2684027" y="3516094"/>
                  </a:lnTo>
                  <a:lnTo>
                    <a:pt x="2684153" y="3516094"/>
                  </a:lnTo>
                  <a:lnTo>
                    <a:pt x="2684279" y="3516094"/>
                  </a:lnTo>
                  <a:lnTo>
                    <a:pt x="2684405" y="3516094"/>
                  </a:lnTo>
                  <a:lnTo>
                    <a:pt x="2684531" y="3516094"/>
                  </a:lnTo>
                  <a:lnTo>
                    <a:pt x="2684657" y="3516094"/>
                  </a:lnTo>
                  <a:lnTo>
                    <a:pt x="2684783" y="3516094"/>
                  </a:lnTo>
                  <a:lnTo>
                    <a:pt x="2684909" y="3516094"/>
                  </a:lnTo>
                  <a:lnTo>
                    <a:pt x="2685035" y="3516094"/>
                  </a:lnTo>
                  <a:lnTo>
                    <a:pt x="2685161" y="3516094"/>
                  </a:lnTo>
                  <a:lnTo>
                    <a:pt x="2685287" y="3516094"/>
                  </a:lnTo>
                  <a:lnTo>
                    <a:pt x="2685414" y="3516094"/>
                  </a:lnTo>
                  <a:lnTo>
                    <a:pt x="2685540" y="3516094"/>
                  </a:lnTo>
                  <a:lnTo>
                    <a:pt x="2685666" y="3516094"/>
                  </a:lnTo>
                  <a:lnTo>
                    <a:pt x="2685792" y="3516094"/>
                  </a:lnTo>
                  <a:lnTo>
                    <a:pt x="2685918" y="3516094"/>
                  </a:lnTo>
                  <a:lnTo>
                    <a:pt x="2686044" y="3516094"/>
                  </a:lnTo>
                  <a:lnTo>
                    <a:pt x="2686170" y="3516094"/>
                  </a:lnTo>
                  <a:lnTo>
                    <a:pt x="2686296" y="3516094"/>
                  </a:lnTo>
                  <a:lnTo>
                    <a:pt x="2686422" y="3516094"/>
                  </a:lnTo>
                  <a:lnTo>
                    <a:pt x="2686548" y="3516094"/>
                  </a:lnTo>
                  <a:lnTo>
                    <a:pt x="2686674" y="3516094"/>
                  </a:lnTo>
                  <a:lnTo>
                    <a:pt x="2686801" y="3516094"/>
                  </a:lnTo>
                  <a:lnTo>
                    <a:pt x="2686927" y="3516094"/>
                  </a:lnTo>
                  <a:lnTo>
                    <a:pt x="2687053" y="3516094"/>
                  </a:lnTo>
                  <a:lnTo>
                    <a:pt x="2687179" y="3516094"/>
                  </a:lnTo>
                  <a:lnTo>
                    <a:pt x="2687305" y="3516094"/>
                  </a:lnTo>
                  <a:lnTo>
                    <a:pt x="2687305" y="3510815"/>
                  </a:lnTo>
                  <a:lnTo>
                    <a:pt x="2687431" y="3510815"/>
                  </a:lnTo>
                  <a:lnTo>
                    <a:pt x="2687557" y="3510815"/>
                  </a:lnTo>
                  <a:lnTo>
                    <a:pt x="2687683" y="3510815"/>
                  </a:lnTo>
                  <a:lnTo>
                    <a:pt x="2687809" y="3510815"/>
                  </a:lnTo>
                  <a:lnTo>
                    <a:pt x="2687935" y="3510815"/>
                  </a:lnTo>
                  <a:lnTo>
                    <a:pt x="2688061" y="3510815"/>
                  </a:lnTo>
                  <a:lnTo>
                    <a:pt x="2688187" y="3510815"/>
                  </a:lnTo>
                  <a:lnTo>
                    <a:pt x="2688314" y="3510815"/>
                  </a:lnTo>
                  <a:lnTo>
                    <a:pt x="2688440" y="3510815"/>
                  </a:lnTo>
                  <a:lnTo>
                    <a:pt x="2688566" y="3510815"/>
                  </a:lnTo>
                  <a:lnTo>
                    <a:pt x="2688692" y="3510815"/>
                  </a:lnTo>
                  <a:lnTo>
                    <a:pt x="2688818" y="3510815"/>
                  </a:lnTo>
                  <a:lnTo>
                    <a:pt x="2688944" y="3510815"/>
                  </a:lnTo>
                  <a:lnTo>
                    <a:pt x="2689070" y="3510815"/>
                  </a:lnTo>
                  <a:lnTo>
                    <a:pt x="2689196" y="3510815"/>
                  </a:lnTo>
                  <a:lnTo>
                    <a:pt x="2689322" y="3510815"/>
                  </a:lnTo>
                  <a:lnTo>
                    <a:pt x="2689448" y="3510815"/>
                  </a:lnTo>
                  <a:lnTo>
                    <a:pt x="2689574" y="3510815"/>
                  </a:lnTo>
                  <a:lnTo>
                    <a:pt x="2689701" y="3510815"/>
                  </a:lnTo>
                  <a:lnTo>
                    <a:pt x="2689827" y="3510815"/>
                  </a:lnTo>
                  <a:lnTo>
                    <a:pt x="2689953" y="3510815"/>
                  </a:lnTo>
                  <a:lnTo>
                    <a:pt x="2690079" y="3510815"/>
                  </a:lnTo>
                  <a:lnTo>
                    <a:pt x="2690205" y="3510815"/>
                  </a:lnTo>
                  <a:lnTo>
                    <a:pt x="2690331" y="3510815"/>
                  </a:lnTo>
                  <a:lnTo>
                    <a:pt x="2690457" y="3510815"/>
                  </a:lnTo>
                  <a:lnTo>
                    <a:pt x="2690583" y="3510815"/>
                  </a:lnTo>
                  <a:lnTo>
                    <a:pt x="2690709" y="3510815"/>
                  </a:lnTo>
                  <a:lnTo>
                    <a:pt x="2690835" y="3510815"/>
                  </a:lnTo>
                  <a:lnTo>
                    <a:pt x="2690961" y="3510815"/>
                  </a:lnTo>
                  <a:lnTo>
                    <a:pt x="2691088" y="3510815"/>
                  </a:lnTo>
                  <a:lnTo>
                    <a:pt x="2691214" y="3510815"/>
                  </a:lnTo>
                  <a:lnTo>
                    <a:pt x="2691340" y="3510815"/>
                  </a:lnTo>
                  <a:lnTo>
                    <a:pt x="2691466" y="3510815"/>
                  </a:lnTo>
                  <a:lnTo>
                    <a:pt x="2691592" y="3510815"/>
                  </a:lnTo>
                  <a:lnTo>
                    <a:pt x="2691718" y="3510815"/>
                  </a:lnTo>
                  <a:lnTo>
                    <a:pt x="2691844" y="3510815"/>
                  </a:lnTo>
                  <a:lnTo>
                    <a:pt x="2691970" y="3510815"/>
                  </a:lnTo>
                  <a:lnTo>
                    <a:pt x="2692096" y="3510815"/>
                  </a:lnTo>
                  <a:lnTo>
                    <a:pt x="2692222" y="3510815"/>
                  </a:lnTo>
                  <a:lnTo>
                    <a:pt x="2692348" y="3510815"/>
                  </a:lnTo>
                  <a:lnTo>
                    <a:pt x="2692474" y="3510815"/>
                  </a:lnTo>
                  <a:lnTo>
                    <a:pt x="2692601" y="3510815"/>
                  </a:lnTo>
                  <a:lnTo>
                    <a:pt x="2692727" y="3510815"/>
                  </a:lnTo>
                  <a:lnTo>
                    <a:pt x="2692853" y="3510815"/>
                  </a:lnTo>
                  <a:lnTo>
                    <a:pt x="2692979" y="3510815"/>
                  </a:lnTo>
                  <a:lnTo>
                    <a:pt x="2693105" y="3510815"/>
                  </a:lnTo>
                  <a:lnTo>
                    <a:pt x="2693231" y="3510815"/>
                  </a:lnTo>
                  <a:lnTo>
                    <a:pt x="2693357" y="3510815"/>
                  </a:lnTo>
                  <a:lnTo>
                    <a:pt x="2693483" y="3510815"/>
                  </a:lnTo>
                  <a:lnTo>
                    <a:pt x="2693609" y="3510815"/>
                  </a:lnTo>
                  <a:lnTo>
                    <a:pt x="2693735" y="3510815"/>
                  </a:lnTo>
                  <a:lnTo>
                    <a:pt x="2693735" y="3505535"/>
                  </a:lnTo>
                  <a:lnTo>
                    <a:pt x="2693861" y="3505535"/>
                  </a:lnTo>
                  <a:lnTo>
                    <a:pt x="2693988" y="3505535"/>
                  </a:lnTo>
                  <a:lnTo>
                    <a:pt x="2694114" y="3505535"/>
                  </a:lnTo>
                  <a:lnTo>
                    <a:pt x="2694240" y="3505535"/>
                  </a:lnTo>
                  <a:lnTo>
                    <a:pt x="2694366" y="3505535"/>
                  </a:lnTo>
                  <a:lnTo>
                    <a:pt x="2694492" y="3505535"/>
                  </a:lnTo>
                  <a:lnTo>
                    <a:pt x="2694618" y="3505535"/>
                  </a:lnTo>
                  <a:lnTo>
                    <a:pt x="2694744" y="3505535"/>
                  </a:lnTo>
                  <a:lnTo>
                    <a:pt x="2694870" y="3505535"/>
                  </a:lnTo>
                  <a:lnTo>
                    <a:pt x="2694996" y="3505535"/>
                  </a:lnTo>
                  <a:lnTo>
                    <a:pt x="2695122" y="3505535"/>
                  </a:lnTo>
                  <a:lnTo>
                    <a:pt x="2695248" y="3505535"/>
                  </a:lnTo>
                  <a:lnTo>
                    <a:pt x="2695374" y="3505535"/>
                  </a:lnTo>
                  <a:lnTo>
                    <a:pt x="2695501" y="3505535"/>
                  </a:lnTo>
                  <a:lnTo>
                    <a:pt x="2695627" y="3505535"/>
                  </a:lnTo>
                  <a:lnTo>
                    <a:pt x="2695753" y="3505535"/>
                  </a:lnTo>
                  <a:lnTo>
                    <a:pt x="2695879" y="3505535"/>
                  </a:lnTo>
                  <a:lnTo>
                    <a:pt x="2696005" y="3505535"/>
                  </a:lnTo>
                  <a:lnTo>
                    <a:pt x="2696131" y="3505535"/>
                  </a:lnTo>
                  <a:lnTo>
                    <a:pt x="2696257" y="3505535"/>
                  </a:lnTo>
                  <a:lnTo>
                    <a:pt x="2696257" y="3500256"/>
                  </a:lnTo>
                  <a:lnTo>
                    <a:pt x="2696383" y="3500256"/>
                  </a:lnTo>
                  <a:lnTo>
                    <a:pt x="2696509" y="3500256"/>
                  </a:lnTo>
                  <a:lnTo>
                    <a:pt x="2696635" y="3500256"/>
                  </a:lnTo>
                  <a:lnTo>
                    <a:pt x="2696761" y="3500256"/>
                  </a:lnTo>
                  <a:lnTo>
                    <a:pt x="2696888" y="3500256"/>
                  </a:lnTo>
                  <a:lnTo>
                    <a:pt x="2697014" y="3500256"/>
                  </a:lnTo>
                  <a:lnTo>
                    <a:pt x="2697140" y="3500256"/>
                  </a:lnTo>
                  <a:lnTo>
                    <a:pt x="2697266" y="3500256"/>
                  </a:lnTo>
                  <a:lnTo>
                    <a:pt x="2697392" y="3500256"/>
                  </a:lnTo>
                  <a:lnTo>
                    <a:pt x="2697518" y="3500256"/>
                  </a:lnTo>
                  <a:lnTo>
                    <a:pt x="2697644" y="3500256"/>
                  </a:lnTo>
                  <a:lnTo>
                    <a:pt x="2697770" y="3500256"/>
                  </a:lnTo>
                  <a:lnTo>
                    <a:pt x="2697896" y="3500256"/>
                  </a:lnTo>
                  <a:lnTo>
                    <a:pt x="2698022" y="3500256"/>
                  </a:lnTo>
                  <a:lnTo>
                    <a:pt x="2698022" y="3494976"/>
                  </a:lnTo>
                  <a:lnTo>
                    <a:pt x="2698148" y="3494976"/>
                  </a:lnTo>
                  <a:lnTo>
                    <a:pt x="2698275" y="3494976"/>
                  </a:lnTo>
                  <a:lnTo>
                    <a:pt x="2698401" y="3494976"/>
                  </a:lnTo>
                  <a:lnTo>
                    <a:pt x="2698527" y="3494976"/>
                  </a:lnTo>
                  <a:lnTo>
                    <a:pt x="2698653" y="3494976"/>
                  </a:lnTo>
                  <a:lnTo>
                    <a:pt x="2698779" y="3494976"/>
                  </a:lnTo>
                  <a:lnTo>
                    <a:pt x="2698905" y="3494976"/>
                  </a:lnTo>
                  <a:lnTo>
                    <a:pt x="2699031" y="3494976"/>
                  </a:lnTo>
                  <a:lnTo>
                    <a:pt x="2699157" y="3494976"/>
                  </a:lnTo>
                  <a:lnTo>
                    <a:pt x="2699283" y="3494976"/>
                  </a:lnTo>
                  <a:lnTo>
                    <a:pt x="2699409" y="3494976"/>
                  </a:lnTo>
                  <a:lnTo>
                    <a:pt x="2699535" y="3494976"/>
                  </a:lnTo>
                  <a:lnTo>
                    <a:pt x="2699661" y="3494976"/>
                  </a:lnTo>
                  <a:lnTo>
                    <a:pt x="2699788" y="3494976"/>
                  </a:lnTo>
                  <a:lnTo>
                    <a:pt x="2699914" y="3494976"/>
                  </a:lnTo>
                  <a:lnTo>
                    <a:pt x="2700040" y="3494976"/>
                  </a:lnTo>
                  <a:lnTo>
                    <a:pt x="2700166" y="3494976"/>
                  </a:lnTo>
                  <a:lnTo>
                    <a:pt x="2700292" y="3494976"/>
                  </a:lnTo>
                  <a:lnTo>
                    <a:pt x="2700418" y="3494976"/>
                  </a:lnTo>
                  <a:lnTo>
                    <a:pt x="2700544" y="3494976"/>
                  </a:lnTo>
                  <a:lnTo>
                    <a:pt x="2700670" y="3494976"/>
                  </a:lnTo>
                  <a:lnTo>
                    <a:pt x="2700796" y="3494976"/>
                  </a:lnTo>
                  <a:lnTo>
                    <a:pt x="2700922" y="3494976"/>
                  </a:lnTo>
                  <a:lnTo>
                    <a:pt x="2701048" y="3494976"/>
                  </a:lnTo>
                  <a:lnTo>
                    <a:pt x="2701175" y="3494976"/>
                  </a:lnTo>
                  <a:lnTo>
                    <a:pt x="2701301" y="3494976"/>
                  </a:lnTo>
                  <a:lnTo>
                    <a:pt x="2701427" y="3494976"/>
                  </a:lnTo>
                  <a:lnTo>
                    <a:pt x="2701553" y="3494976"/>
                  </a:lnTo>
                  <a:lnTo>
                    <a:pt x="2701679" y="3494976"/>
                  </a:lnTo>
                  <a:lnTo>
                    <a:pt x="2701805" y="3494976"/>
                  </a:lnTo>
                  <a:lnTo>
                    <a:pt x="2701931" y="3494976"/>
                  </a:lnTo>
                  <a:lnTo>
                    <a:pt x="2702057" y="3494976"/>
                  </a:lnTo>
                  <a:lnTo>
                    <a:pt x="2702183" y="3494976"/>
                  </a:lnTo>
                  <a:lnTo>
                    <a:pt x="2702309" y="3494976"/>
                  </a:lnTo>
                  <a:lnTo>
                    <a:pt x="2702309" y="3489697"/>
                  </a:lnTo>
                  <a:lnTo>
                    <a:pt x="2702435" y="3489697"/>
                  </a:lnTo>
                  <a:lnTo>
                    <a:pt x="2702561" y="3489697"/>
                  </a:lnTo>
                  <a:lnTo>
                    <a:pt x="2702688" y="3489697"/>
                  </a:lnTo>
                  <a:lnTo>
                    <a:pt x="2702814" y="3489697"/>
                  </a:lnTo>
                  <a:lnTo>
                    <a:pt x="2702940" y="3489697"/>
                  </a:lnTo>
                  <a:lnTo>
                    <a:pt x="2703066" y="3489697"/>
                  </a:lnTo>
                  <a:lnTo>
                    <a:pt x="2703192" y="3489697"/>
                  </a:lnTo>
                  <a:lnTo>
                    <a:pt x="2703318" y="3489697"/>
                  </a:lnTo>
                  <a:lnTo>
                    <a:pt x="2703444" y="3489697"/>
                  </a:lnTo>
                  <a:lnTo>
                    <a:pt x="2703570" y="3489697"/>
                  </a:lnTo>
                  <a:lnTo>
                    <a:pt x="2703696" y="3489697"/>
                  </a:lnTo>
                  <a:lnTo>
                    <a:pt x="2703822" y="3489697"/>
                  </a:lnTo>
                  <a:lnTo>
                    <a:pt x="2703948" y="3489697"/>
                  </a:lnTo>
                  <a:lnTo>
                    <a:pt x="2704075" y="3489697"/>
                  </a:lnTo>
                  <a:lnTo>
                    <a:pt x="2704201" y="3489697"/>
                  </a:lnTo>
                  <a:lnTo>
                    <a:pt x="2704327" y="3489697"/>
                  </a:lnTo>
                  <a:lnTo>
                    <a:pt x="2704453" y="3489697"/>
                  </a:lnTo>
                  <a:lnTo>
                    <a:pt x="2704579" y="3489697"/>
                  </a:lnTo>
                  <a:lnTo>
                    <a:pt x="2704705" y="3489697"/>
                  </a:lnTo>
                  <a:lnTo>
                    <a:pt x="2704831" y="3489697"/>
                  </a:lnTo>
                  <a:lnTo>
                    <a:pt x="2704957" y="3489697"/>
                  </a:lnTo>
                  <a:lnTo>
                    <a:pt x="2705083" y="3489697"/>
                  </a:lnTo>
                  <a:lnTo>
                    <a:pt x="2705209" y="3489697"/>
                  </a:lnTo>
                  <a:lnTo>
                    <a:pt x="2705335" y="3489697"/>
                  </a:lnTo>
                  <a:lnTo>
                    <a:pt x="2705462" y="3489697"/>
                  </a:lnTo>
                  <a:lnTo>
                    <a:pt x="2705588" y="3489697"/>
                  </a:lnTo>
                  <a:lnTo>
                    <a:pt x="2705714" y="3489697"/>
                  </a:lnTo>
                  <a:lnTo>
                    <a:pt x="2705840" y="3489697"/>
                  </a:lnTo>
                  <a:lnTo>
                    <a:pt x="2705966" y="3489697"/>
                  </a:lnTo>
                  <a:lnTo>
                    <a:pt x="2706092" y="3489697"/>
                  </a:lnTo>
                  <a:lnTo>
                    <a:pt x="2706218" y="3489697"/>
                  </a:lnTo>
                  <a:lnTo>
                    <a:pt x="2706344" y="3489697"/>
                  </a:lnTo>
                  <a:lnTo>
                    <a:pt x="2706470" y="3489697"/>
                  </a:lnTo>
                  <a:lnTo>
                    <a:pt x="2706596" y="3489697"/>
                  </a:lnTo>
                  <a:lnTo>
                    <a:pt x="2706722" y="3489697"/>
                  </a:lnTo>
                  <a:lnTo>
                    <a:pt x="2706848" y="3489697"/>
                  </a:lnTo>
                  <a:lnTo>
                    <a:pt x="2706975" y="3489697"/>
                  </a:lnTo>
                  <a:lnTo>
                    <a:pt x="2707101" y="3489697"/>
                  </a:lnTo>
                  <a:lnTo>
                    <a:pt x="2707227" y="3489697"/>
                  </a:lnTo>
                  <a:lnTo>
                    <a:pt x="2707353" y="3489697"/>
                  </a:lnTo>
                  <a:lnTo>
                    <a:pt x="2707479" y="3489697"/>
                  </a:lnTo>
                  <a:lnTo>
                    <a:pt x="2707605" y="3489697"/>
                  </a:lnTo>
                  <a:lnTo>
                    <a:pt x="2707731" y="3489697"/>
                  </a:lnTo>
                  <a:lnTo>
                    <a:pt x="2707857" y="3489697"/>
                  </a:lnTo>
                  <a:lnTo>
                    <a:pt x="2707983" y="3489697"/>
                  </a:lnTo>
                  <a:lnTo>
                    <a:pt x="2708109" y="3489697"/>
                  </a:lnTo>
                  <a:lnTo>
                    <a:pt x="2708235" y="3489697"/>
                  </a:lnTo>
                  <a:lnTo>
                    <a:pt x="2708362" y="3489697"/>
                  </a:lnTo>
                  <a:lnTo>
                    <a:pt x="2708488" y="3489697"/>
                  </a:lnTo>
                  <a:lnTo>
                    <a:pt x="2708614" y="3489697"/>
                  </a:lnTo>
                  <a:lnTo>
                    <a:pt x="2708740" y="3489697"/>
                  </a:lnTo>
                  <a:lnTo>
                    <a:pt x="2708866" y="3489697"/>
                  </a:lnTo>
                  <a:lnTo>
                    <a:pt x="2708992" y="3489697"/>
                  </a:lnTo>
                  <a:lnTo>
                    <a:pt x="2709118" y="3489697"/>
                  </a:lnTo>
                  <a:lnTo>
                    <a:pt x="2709244" y="3489697"/>
                  </a:lnTo>
                  <a:lnTo>
                    <a:pt x="2709370" y="3489697"/>
                  </a:lnTo>
                  <a:lnTo>
                    <a:pt x="2709496" y="3489697"/>
                  </a:lnTo>
                  <a:lnTo>
                    <a:pt x="2709622" y="3489697"/>
                  </a:lnTo>
                  <a:lnTo>
                    <a:pt x="2709748" y="3489697"/>
                  </a:lnTo>
                  <a:lnTo>
                    <a:pt x="2709875" y="3489697"/>
                  </a:lnTo>
                  <a:lnTo>
                    <a:pt x="2709875" y="3484418"/>
                  </a:lnTo>
                  <a:lnTo>
                    <a:pt x="2710001" y="3484418"/>
                  </a:lnTo>
                  <a:lnTo>
                    <a:pt x="2710127" y="3484418"/>
                  </a:lnTo>
                  <a:lnTo>
                    <a:pt x="2710253" y="3484418"/>
                  </a:lnTo>
                  <a:lnTo>
                    <a:pt x="2710379" y="3484418"/>
                  </a:lnTo>
                  <a:lnTo>
                    <a:pt x="2710505" y="3484418"/>
                  </a:lnTo>
                  <a:lnTo>
                    <a:pt x="2710631" y="3484418"/>
                  </a:lnTo>
                  <a:lnTo>
                    <a:pt x="2710757" y="3484418"/>
                  </a:lnTo>
                  <a:lnTo>
                    <a:pt x="2710883" y="3484418"/>
                  </a:lnTo>
                  <a:lnTo>
                    <a:pt x="2711009" y="3484418"/>
                  </a:lnTo>
                  <a:lnTo>
                    <a:pt x="2711135" y="3484418"/>
                  </a:lnTo>
                  <a:lnTo>
                    <a:pt x="2711135" y="3479138"/>
                  </a:lnTo>
                  <a:lnTo>
                    <a:pt x="2711262" y="3479138"/>
                  </a:lnTo>
                  <a:lnTo>
                    <a:pt x="2711388" y="3479138"/>
                  </a:lnTo>
                  <a:lnTo>
                    <a:pt x="2711514" y="3479138"/>
                  </a:lnTo>
                  <a:lnTo>
                    <a:pt x="2711640" y="3479138"/>
                  </a:lnTo>
                  <a:lnTo>
                    <a:pt x="2711766" y="3479138"/>
                  </a:lnTo>
                  <a:lnTo>
                    <a:pt x="2711892" y="3479138"/>
                  </a:lnTo>
                  <a:lnTo>
                    <a:pt x="2712018" y="3479138"/>
                  </a:lnTo>
                  <a:lnTo>
                    <a:pt x="2712144" y="3479138"/>
                  </a:lnTo>
                  <a:lnTo>
                    <a:pt x="2712270" y="3479138"/>
                  </a:lnTo>
                  <a:lnTo>
                    <a:pt x="2712396" y="3479138"/>
                  </a:lnTo>
                  <a:lnTo>
                    <a:pt x="2712396" y="3473859"/>
                  </a:lnTo>
                  <a:lnTo>
                    <a:pt x="2712522" y="3473859"/>
                  </a:lnTo>
                  <a:lnTo>
                    <a:pt x="2712648" y="3473859"/>
                  </a:lnTo>
                  <a:lnTo>
                    <a:pt x="2712775" y="3473859"/>
                  </a:lnTo>
                  <a:lnTo>
                    <a:pt x="2712901" y="3473859"/>
                  </a:lnTo>
                  <a:lnTo>
                    <a:pt x="2713027" y="3473859"/>
                  </a:lnTo>
                  <a:lnTo>
                    <a:pt x="2713153" y="3473859"/>
                  </a:lnTo>
                  <a:lnTo>
                    <a:pt x="2713279" y="3473859"/>
                  </a:lnTo>
                  <a:lnTo>
                    <a:pt x="2713405" y="3473859"/>
                  </a:lnTo>
                  <a:lnTo>
                    <a:pt x="2713531" y="3473859"/>
                  </a:lnTo>
                  <a:lnTo>
                    <a:pt x="2713657" y="3473859"/>
                  </a:lnTo>
                  <a:lnTo>
                    <a:pt x="2713783" y="3473859"/>
                  </a:lnTo>
                  <a:lnTo>
                    <a:pt x="2713909" y="3473859"/>
                  </a:lnTo>
                  <a:lnTo>
                    <a:pt x="2714035" y="3473859"/>
                  </a:lnTo>
                  <a:lnTo>
                    <a:pt x="2714162" y="3473859"/>
                  </a:lnTo>
                  <a:lnTo>
                    <a:pt x="2714288" y="3473859"/>
                  </a:lnTo>
                  <a:lnTo>
                    <a:pt x="2714414" y="3473859"/>
                  </a:lnTo>
                  <a:lnTo>
                    <a:pt x="2714540" y="3473859"/>
                  </a:lnTo>
                  <a:lnTo>
                    <a:pt x="2714666" y="3473859"/>
                  </a:lnTo>
                  <a:lnTo>
                    <a:pt x="2714792" y="3473859"/>
                  </a:lnTo>
                  <a:lnTo>
                    <a:pt x="2714918" y="3473859"/>
                  </a:lnTo>
                  <a:lnTo>
                    <a:pt x="2715044" y="3473859"/>
                  </a:lnTo>
                  <a:lnTo>
                    <a:pt x="2715170" y="3473859"/>
                  </a:lnTo>
                  <a:lnTo>
                    <a:pt x="2715296" y="3473859"/>
                  </a:lnTo>
                  <a:lnTo>
                    <a:pt x="2715422" y="3473859"/>
                  </a:lnTo>
                  <a:lnTo>
                    <a:pt x="2715549" y="3473859"/>
                  </a:lnTo>
                  <a:lnTo>
                    <a:pt x="2715675" y="3473859"/>
                  </a:lnTo>
                  <a:lnTo>
                    <a:pt x="2715801" y="3473859"/>
                  </a:lnTo>
                  <a:lnTo>
                    <a:pt x="2715801" y="3468579"/>
                  </a:lnTo>
                  <a:lnTo>
                    <a:pt x="2715927" y="3468579"/>
                  </a:lnTo>
                  <a:lnTo>
                    <a:pt x="2716053" y="3468579"/>
                  </a:lnTo>
                  <a:lnTo>
                    <a:pt x="2716179" y="3468579"/>
                  </a:lnTo>
                  <a:lnTo>
                    <a:pt x="2716305" y="3468579"/>
                  </a:lnTo>
                  <a:lnTo>
                    <a:pt x="2716431" y="3468579"/>
                  </a:lnTo>
                  <a:lnTo>
                    <a:pt x="2716557" y="3468579"/>
                  </a:lnTo>
                  <a:lnTo>
                    <a:pt x="2716683" y="3468579"/>
                  </a:lnTo>
                  <a:lnTo>
                    <a:pt x="2716809" y="3468579"/>
                  </a:lnTo>
                  <a:lnTo>
                    <a:pt x="2716935" y="3468579"/>
                  </a:lnTo>
                  <a:lnTo>
                    <a:pt x="2717062" y="3468579"/>
                  </a:lnTo>
                  <a:lnTo>
                    <a:pt x="2717188" y="3468579"/>
                  </a:lnTo>
                  <a:lnTo>
                    <a:pt x="2717314" y="3468579"/>
                  </a:lnTo>
                  <a:lnTo>
                    <a:pt x="2717440" y="3468579"/>
                  </a:lnTo>
                  <a:lnTo>
                    <a:pt x="2717566" y="3468579"/>
                  </a:lnTo>
                  <a:lnTo>
                    <a:pt x="2717692" y="3468579"/>
                  </a:lnTo>
                  <a:lnTo>
                    <a:pt x="2717818" y="3468579"/>
                  </a:lnTo>
                  <a:lnTo>
                    <a:pt x="2717944" y="3468579"/>
                  </a:lnTo>
                  <a:lnTo>
                    <a:pt x="2718070" y="3468579"/>
                  </a:lnTo>
                  <a:lnTo>
                    <a:pt x="2718196" y="3468579"/>
                  </a:lnTo>
                  <a:lnTo>
                    <a:pt x="2718322" y="3468579"/>
                  </a:lnTo>
                  <a:lnTo>
                    <a:pt x="2718449" y="3468579"/>
                  </a:lnTo>
                  <a:lnTo>
                    <a:pt x="2718575" y="3468579"/>
                  </a:lnTo>
                  <a:lnTo>
                    <a:pt x="2718701" y="3468579"/>
                  </a:lnTo>
                  <a:lnTo>
                    <a:pt x="2718827" y="3468579"/>
                  </a:lnTo>
                  <a:lnTo>
                    <a:pt x="2718953" y="3468579"/>
                  </a:lnTo>
                  <a:lnTo>
                    <a:pt x="2719079" y="3468579"/>
                  </a:lnTo>
                  <a:lnTo>
                    <a:pt x="2719205" y="3468579"/>
                  </a:lnTo>
                  <a:lnTo>
                    <a:pt x="2719331" y="3468579"/>
                  </a:lnTo>
                  <a:lnTo>
                    <a:pt x="2719457" y="3468579"/>
                  </a:lnTo>
                  <a:lnTo>
                    <a:pt x="2719583" y="3468579"/>
                  </a:lnTo>
                  <a:lnTo>
                    <a:pt x="2719709" y="3468579"/>
                  </a:lnTo>
                  <a:lnTo>
                    <a:pt x="2719835" y="3468579"/>
                  </a:lnTo>
                  <a:lnTo>
                    <a:pt x="2719962" y="3468579"/>
                  </a:lnTo>
                  <a:lnTo>
                    <a:pt x="2720088" y="3468579"/>
                  </a:lnTo>
                  <a:lnTo>
                    <a:pt x="2720214" y="3468579"/>
                  </a:lnTo>
                  <a:lnTo>
                    <a:pt x="2720340" y="3468579"/>
                  </a:lnTo>
                  <a:lnTo>
                    <a:pt x="2720466" y="3468579"/>
                  </a:lnTo>
                  <a:lnTo>
                    <a:pt x="2720592" y="3468579"/>
                  </a:lnTo>
                  <a:lnTo>
                    <a:pt x="2720718" y="3468579"/>
                  </a:lnTo>
                  <a:lnTo>
                    <a:pt x="2720844" y="3468579"/>
                  </a:lnTo>
                  <a:lnTo>
                    <a:pt x="2720844" y="3463300"/>
                  </a:lnTo>
                  <a:lnTo>
                    <a:pt x="2720970" y="3463300"/>
                  </a:lnTo>
                  <a:lnTo>
                    <a:pt x="2721096" y="3463300"/>
                  </a:lnTo>
                  <a:lnTo>
                    <a:pt x="2721222" y="3463300"/>
                  </a:lnTo>
                  <a:lnTo>
                    <a:pt x="2721349" y="3463300"/>
                  </a:lnTo>
                  <a:lnTo>
                    <a:pt x="2721475" y="3463300"/>
                  </a:lnTo>
                  <a:lnTo>
                    <a:pt x="2721601" y="3463300"/>
                  </a:lnTo>
                  <a:lnTo>
                    <a:pt x="2721727" y="3463300"/>
                  </a:lnTo>
                  <a:lnTo>
                    <a:pt x="2721853" y="3463300"/>
                  </a:lnTo>
                  <a:lnTo>
                    <a:pt x="2721979" y="3463300"/>
                  </a:lnTo>
                  <a:lnTo>
                    <a:pt x="2722105" y="3463300"/>
                  </a:lnTo>
                  <a:lnTo>
                    <a:pt x="2722231" y="3463300"/>
                  </a:lnTo>
                  <a:lnTo>
                    <a:pt x="2722357" y="3463300"/>
                  </a:lnTo>
                  <a:lnTo>
                    <a:pt x="2722483" y="3463300"/>
                  </a:lnTo>
                  <a:lnTo>
                    <a:pt x="2722609" y="3463300"/>
                  </a:lnTo>
                  <a:lnTo>
                    <a:pt x="2722736" y="3463300"/>
                  </a:lnTo>
                  <a:lnTo>
                    <a:pt x="2722862" y="3463300"/>
                  </a:lnTo>
                  <a:lnTo>
                    <a:pt x="2722988" y="3463300"/>
                  </a:lnTo>
                  <a:lnTo>
                    <a:pt x="2723114" y="3463300"/>
                  </a:lnTo>
                  <a:lnTo>
                    <a:pt x="2723240" y="3463300"/>
                  </a:lnTo>
                  <a:lnTo>
                    <a:pt x="2723366" y="3463300"/>
                  </a:lnTo>
                  <a:lnTo>
                    <a:pt x="2723492" y="3463300"/>
                  </a:lnTo>
                  <a:lnTo>
                    <a:pt x="2723618" y="3463300"/>
                  </a:lnTo>
                  <a:lnTo>
                    <a:pt x="2723744" y="3463300"/>
                  </a:lnTo>
                  <a:lnTo>
                    <a:pt x="2723870" y="3463300"/>
                  </a:lnTo>
                  <a:lnTo>
                    <a:pt x="2723996" y="3463300"/>
                  </a:lnTo>
                  <a:lnTo>
                    <a:pt x="2724122" y="3463300"/>
                  </a:lnTo>
                  <a:lnTo>
                    <a:pt x="2724249" y="3463300"/>
                  </a:lnTo>
                  <a:lnTo>
                    <a:pt x="2724375" y="3463300"/>
                  </a:lnTo>
                  <a:lnTo>
                    <a:pt x="2724501" y="3463300"/>
                  </a:lnTo>
                  <a:lnTo>
                    <a:pt x="2724627" y="3463300"/>
                  </a:lnTo>
                  <a:lnTo>
                    <a:pt x="2724753" y="3463300"/>
                  </a:lnTo>
                  <a:lnTo>
                    <a:pt x="2724879" y="3463300"/>
                  </a:lnTo>
                  <a:lnTo>
                    <a:pt x="2725005" y="3463300"/>
                  </a:lnTo>
                  <a:lnTo>
                    <a:pt x="2725131" y="3463300"/>
                  </a:lnTo>
                  <a:lnTo>
                    <a:pt x="2725257" y="3463300"/>
                  </a:lnTo>
                  <a:lnTo>
                    <a:pt x="2725383" y="3463300"/>
                  </a:lnTo>
                  <a:lnTo>
                    <a:pt x="2725509" y="3463300"/>
                  </a:lnTo>
                  <a:lnTo>
                    <a:pt x="2725636" y="3463300"/>
                  </a:lnTo>
                  <a:lnTo>
                    <a:pt x="2725762" y="3463300"/>
                  </a:lnTo>
                  <a:lnTo>
                    <a:pt x="2725888" y="3463300"/>
                  </a:lnTo>
                  <a:lnTo>
                    <a:pt x="2726014" y="3463300"/>
                  </a:lnTo>
                  <a:lnTo>
                    <a:pt x="2726140" y="3463300"/>
                  </a:lnTo>
                  <a:lnTo>
                    <a:pt x="2726266" y="3463300"/>
                  </a:lnTo>
                  <a:lnTo>
                    <a:pt x="2726392" y="3463300"/>
                  </a:lnTo>
                  <a:lnTo>
                    <a:pt x="2726518" y="3463300"/>
                  </a:lnTo>
                  <a:lnTo>
                    <a:pt x="2726644" y="3463300"/>
                  </a:lnTo>
                  <a:lnTo>
                    <a:pt x="2726770" y="3463300"/>
                  </a:lnTo>
                  <a:lnTo>
                    <a:pt x="2726896" y="3463300"/>
                  </a:lnTo>
                  <a:lnTo>
                    <a:pt x="2727022" y="3463300"/>
                  </a:lnTo>
                  <a:lnTo>
                    <a:pt x="2727149" y="3463300"/>
                  </a:lnTo>
                  <a:lnTo>
                    <a:pt x="2727275" y="3463300"/>
                  </a:lnTo>
                  <a:lnTo>
                    <a:pt x="2727401" y="3463300"/>
                  </a:lnTo>
                  <a:lnTo>
                    <a:pt x="2727527" y="3463300"/>
                  </a:lnTo>
                  <a:lnTo>
                    <a:pt x="2727653" y="3463300"/>
                  </a:lnTo>
                  <a:lnTo>
                    <a:pt x="2727779" y="3463300"/>
                  </a:lnTo>
                  <a:lnTo>
                    <a:pt x="2727905" y="3463300"/>
                  </a:lnTo>
                  <a:lnTo>
                    <a:pt x="2728031" y="3463300"/>
                  </a:lnTo>
                  <a:lnTo>
                    <a:pt x="2728157" y="3463300"/>
                  </a:lnTo>
                  <a:lnTo>
                    <a:pt x="2728283" y="3463300"/>
                  </a:lnTo>
                  <a:lnTo>
                    <a:pt x="2728409" y="3463300"/>
                  </a:lnTo>
                  <a:lnTo>
                    <a:pt x="2728536" y="3463300"/>
                  </a:lnTo>
                  <a:lnTo>
                    <a:pt x="2728662" y="3463300"/>
                  </a:lnTo>
                  <a:lnTo>
                    <a:pt x="2728788" y="3463300"/>
                  </a:lnTo>
                  <a:lnTo>
                    <a:pt x="2728914" y="3463300"/>
                  </a:lnTo>
                  <a:lnTo>
                    <a:pt x="2729040" y="3463300"/>
                  </a:lnTo>
                  <a:lnTo>
                    <a:pt x="2729166" y="3463300"/>
                  </a:lnTo>
                  <a:lnTo>
                    <a:pt x="2729292" y="3463300"/>
                  </a:lnTo>
                  <a:lnTo>
                    <a:pt x="2729418" y="3463300"/>
                  </a:lnTo>
                  <a:lnTo>
                    <a:pt x="2729544" y="3463300"/>
                  </a:lnTo>
                  <a:lnTo>
                    <a:pt x="2729670" y="3463300"/>
                  </a:lnTo>
                  <a:lnTo>
                    <a:pt x="2729796" y="3463300"/>
                  </a:lnTo>
                  <a:lnTo>
                    <a:pt x="2729923" y="3463300"/>
                  </a:lnTo>
                  <a:lnTo>
                    <a:pt x="2730049" y="3463300"/>
                  </a:lnTo>
                  <a:lnTo>
                    <a:pt x="2730175" y="3463300"/>
                  </a:lnTo>
                  <a:lnTo>
                    <a:pt x="2730301" y="3463300"/>
                  </a:lnTo>
                  <a:lnTo>
                    <a:pt x="2730427" y="3463300"/>
                  </a:lnTo>
                  <a:lnTo>
                    <a:pt x="2730553" y="3463300"/>
                  </a:lnTo>
                  <a:lnTo>
                    <a:pt x="2730679" y="3463300"/>
                  </a:lnTo>
                  <a:lnTo>
                    <a:pt x="2730805" y="3463300"/>
                  </a:lnTo>
                  <a:lnTo>
                    <a:pt x="2730931" y="3463300"/>
                  </a:lnTo>
                  <a:lnTo>
                    <a:pt x="2731057" y="3463300"/>
                  </a:lnTo>
                  <a:lnTo>
                    <a:pt x="2731183" y="3463300"/>
                  </a:lnTo>
                  <a:lnTo>
                    <a:pt x="2731309" y="3463300"/>
                  </a:lnTo>
                  <a:lnTo>
                    <a:pt x="2731436" y="3463300"/>
                  </a:lnTo>
                  <a:lnTo>
                    <a:pt x="2731562" y="3463300"/>
                  </a:lnTo>
                  <a:lnTo>
                    <a:pt x="2731688" y="3463300"/>
                  </a:lnTo>
                  <a:lnTo>
                    <a:pt x="2731814" y="3463300"/>
                  </a:lnTo>
                  <a:lnTo>
                    <a:pt x="2731940" y="3463300"/>
                  </a:lnTo>
                  <a:lnTo>
                    <a:pt x="2732066" y="3463300"/>
                  </a:lnTo>
                  <a:lnTo>
                    <a:pt x="2732192" y="3463300"/>
                  </a:lnTo>
                  <a:lnTo>
                    <a:pt x="2732318" y="3463300"/>
                  </a:lnTo>
                  <a:lnTo>
                    <a:pt x="2732444" y="3463300"/>
                  </a:lnTo>
                  <a:lnTo>
                    <a:pt x="2732570" y="3463300"/>
                  </a:lnTo>
                  <a:lnTo>
                    <a:pt x="2732696" y="3463300"/>
                  </a:lnTo>
                  <a:lnTo>
                    <a:pt x="2732823" y="3463300"/>
                  </a:lnTo>
                  <a:lnTo>
                    <a:pt x="2732823" y="3458020"/>
                  </a:lnTo>
                  <a:lnTo>
                    <a:pt x="2732949" y="3458020"/>
                  </a:lnTo>
                  <a:lnTo>
                    <a:pt x="2733075" y="3458020"/>
                  </a:lnTo>
                  <a:lnTo>
                    <a:pt x="2733201" y="3458020"/>
                  </a:lnTo>
                  <a:lnTo>
                    <a:pt x="2733327" y="3458020"/>
                  </a:lnTo>
                  <a:lnTo>
                    <a:pt x="2733453" y="3458020"/>
                  </a:lnTo>
                  <a:lnTo>
                    <a:pt x="2733579" y="3458020"/>
                  </a:lnTo>
                  <a:lnTo>
                    <a:pt x="2733705" y="3458020"/>
                  </a:lnTo>
                  <a:lnTo>
                    <a:pt x="2733831" y="3458020"/>
                  </a:lnTo>
                  <a:lnTo>
                    <a:pt x="2733957" y="3458020"/>
                  </a:lnTo>
                  <a:lnTo>
                    <a:pt x="2734083" y="3458020"/>
                  </a:lnTo>
                  <a:lnTo>
                    <a:pt x="2734209" y="3458020"/>
                  </a:lnTo>
                  <a:lnTo>
                    <a:pt x="2734336" y="3458020"/>
                  </a:lnTo>
                  <a:lnTo>
                    <a:pt x="2734462" y="3458020"/>
                  </a:lnTo>
                  <a:lnTo>
                    <a:pt x="2734588" y="3458020"/>
                  </a:lnTo>
                  <a:lnTo>
                    <a:pt x="2734714" y="3458020"/>
                  </a:lnTo>
                  <a:lnTo>
                    <a:pt x="2734840" y="3458020"/>
                  </a:lnTo>
                  <a:lnTo>
                    <a:pt x="2734966" y="3458020"/>
                  </a:lnTo>
                  <a:lnTo>
                    <a:pt x="2735092" y="3458020"/>
                  </a:lnTo>
                  <a:lnTo>
                    <a:pt x="2735218" y="3458020"/>
                  </a:lnTo>
                  <a:lnTo>
                    <a:pt x="2735344" y="3458020"/>
                  </a:lnTo>
                  <a:lnTo>
                    <a:pt x="2735470" y="3458020"/>
                  </a:lnTo>
                  <a:lnTo>
                    <a:pt x="2735596" y="3458020"/>
                  </a:lnTo>
                  <a:lnTo>
                    <a:pt x="2735723" y="3458020"/>
                  </a:lnTo>
                  <a:lnTo>
                    <a:pt x="2735849" y="3458020"/>
                  </a:lnTo>
                  <a:lnTo>
                    <a:pt x="2735975" y="3458020"/>
                  </a:lnTo>
                  <a:lnTo>
                    <a:pt x="2736101" y="3458020"/>
                  </a:lnTo>
                  <a:lnTo>
                    <a:pt x="2736227" y="3458020"/>
                  </a:lnTo>
                  <a:lnTo>
                    <a:pt x="2736353" y="3458020"/>
                  </a:lnTo>
                  <a:lnTo>
                    <a:pt x="2736479" y="3458020"/>
                  </a:lnTo>
                  <a:lnTo>
                    <a:pt x="2736605" y="3458020"/>
                  </a:lnTo>
                  <a:lnTo>
                    <a:pt x="2736731" y="3458020"/>
                  </a:lnTo>
                  <a:lnTo>
                    <a:pt x="2736857" y="3458020"/>
                  </a:lnTo>
                  <a:lnTo>
                    <a:pt x="2736983" y="3458020"/>
                  </a:lnTo>
                  <a:lnTo>
                    <a:pt x="2737109" y="3458020"/>
                  </a:lnTo>
                  <a:lnTo>
                    <a:pt x="2737236" y="3458020"/>
                  </a:lnTo>
                  <a:lnTo>
                    <a:pt x="2737362" y="3458020"/>
                  </a:lnTo>
                  <a:lnTo>
                    <a:pt x="2737488" y="3458020"/>
                  </a:lnTo>
                  <a:lnTo>
                    <a:pt x="2737614" y="3458020"/>
                  </a:lnTo>
                  <a:lnTo>
                    <a:pt x="2737740" y="3458020"/>
                  </a:lnTo>
                  <a:lnTo>
                    <a:pt x="2737866" y="3458020"/>
                  </a:lnTo>
                  <a:lnTo>
                    <a:pt x="2737992" y="3458020"/>
                  </a:lnTo>
                  <a:lnTo>
                    <a:pt x="2738118" y="3458020"/>
                  </a:lnTo>
                  <a:lnTo>
                    <a:pt x="2738244" y="3458020"/>
                  </a:lnTo>
                  <a:lnTo>
                    <a:pt x="2738370" y="3458020"/>
                  </a:lnTo>
                  <a:lnTo>
                    <a:pt x="2738496" y="3458020"/>
                  </a:lnTo>
                  <a:lnTo>
                    <a:pt x="2738623" y="3458020"/>
                  </a:lnTo>
                  <a:lnTo>
                    <a:pt x="2738749" y="3458020"/>
                  </a:lnTo>
                  <a:lnTo>
                    <a:pt x="2738875" y="3458020"/>
                  </a:lnTo>
                  <a:lnTo>
                    <a:pt x="2739001" y="3458020"/>
                  </a:lnTo>
                  <a:lnTo>
                    <a:pt x="2739127" y="3458020"/>
                  </a:lnTo>
                  <a:lnTo>
                    <a:pt x="2739253" y="3458020"/>
                  </a:lnTo>
                  <a:lnTo>
                    <a:pt x="2739379" y="3458020"/>
                  </a:lnTo>
                  <a:lnTo>
                    <a:pt x="2739505" y="3458020"/>
                  </a:lnTo>
                  <a:lnTo>
                    <a:pt x="2739505" y="3452741"/>
                  </a:lnTo>
                  <a:lnTo>
                    <a:pt x="2739631" y="3452741"/>
                  </a:lnTo>
                  <a:lnTo>
                    <a:pt x="2739757" y="3452741"/>
                  </a:lnTo>
                  <a:lnTo>
                    <a:pt x="2739883" y="3452741"/>
                  </a:lnTo>
                  <a:lnTo>
                    <a:pt x="2740010" y="3452741"/>
                  </a:lnTo>
                  <a:lnTo>
                    <a:pt x="2740136" y="3452741"/>
                  </a:lnTo>
                  <a:lnTo>
                    <a:pt x="2740262" y="3452741"/>
                  </a:lnTo>
                  <a:lnTo>
                    <a:pt x="2740388" y="3452741"/>
                  </a:lnTo>
                  <a:lnTo>
                    <a:pt x="2740514" y="3452741"/>
                  </a:lnTo>
                  <a:lnTo>
                    <a:pt x="2740640" y="3452741"/>
                  </a:lnTo>
                  <a:lnTo>
                    <a:pt x="2740766" y="3452741"/>
                  </a:lnTo>
                  <a:lnTo>
                    <a:pt x="2740892" y="3452741"/>
                  </a:lnTo>
                  <a:lnTo>
                    <a:pt x="2741018" y="3452741"/>
                  </a:lnTo>
                  <a:lnTo>
                    <a:pt x="2741144" y="3452741"/>
                  </a:lnTo>
                  <a:lnTo>
                    <a:pt x="2741270" y="3452741"/>
                  </a:lnTo>
                  <a:lnTo>
                    <a:pt x="2741396" y="3452741"/>
                  </a:lnTo>
                  <a:lnTo>
                    <a:pt x="2741523" y="3452741"/>
                  </a:lnTo>
                  <a:lnTo>
                    <a:pt x="2741649" y="3452741"/>
                  </a:lnTo>
                  <a:lnTo>
                    <a:pt x="2741775" y="3452741"/>
                  </a:lnTo>
                  <a:lnTo>
                    <a:pt x="2741901" y="3452741"/>
                  </a:lnTo>
                  <a:lnTo>
                    <a:pt x="2742027" y="3452741"/>
                  </a:lnTo>
                  <a:lnTo>
                    <a:pt x="2742153" y="3452741"/>
                  </a:lnTo>
                  <a:lnTo>
                    <a:pt x="2742279" y="3452741"/>
                  </a:lnTo>
                  <a:lnTo>
                    <a:pt x="2742405" y="3452741"/>
                  </a:lnTo>
                  <a:lnTo>
                    <a:pt x="2742531" y="3452741"/>
                  </a:lnTo>
                  <a:lnTo>
                    <a:pt x="2742657" y="3452741"/>
                  </a:lnTo>
                  <a:lnTo>
                    <a:pt x="2742783" y="3452741"/>
                  </a:lnTo>
                  <a:lnTo>
                    <a:pt x="2742910" y="3452741"/>
                  </a:lnTo>
                  <a:lnTo>
                    <a:pt x="2743036" y="3452741"/>
                  </a:lnTo>
                  <a:lnTo>
                    <a:pt x="2743162" y="3452741"/>
                  </a:lnTo>
                  <a:lnTo>
                    <a:pt x="2743288" y="3452741"/>
                  </a:lnTo>
                  <a:lnTo>
                    <a:pt x="2743414" y="3452741"/>
                  </a:lnTo>
                  <a:lnTo>
                    <a:pt x="2743540" y="3452741"/>
                  </a:lnTo>
                  <a:lnTo>
                    <a:pt x="2743666" y="3452741"/>
                  </a:lnTo>
                  <a:lnTo>
                    <a:pt x="2743792" y="3452741"/>
                  </a:lnTo>
                  <a:lnTo>
                    <a:pt x="2743918" y="3452741"/>
                  </a:lnTo>
                  <a:lnTo>
                    <a:pt x="2744044" y="3452741"/>
                  </a:lnTo>
                  <a:lnTo>
                    <a:pt x="2744170" y="3452741"/>
                  </a:lnTo>
                  <a:lnTo>
                    <a:pt x="2744296" y="3452741"/>
                  </a:lnTo>
                  <a:lnTo>
                    <a:pt x="2744423" y="3452741"/>
                  </a:lnTo>
                  <a:lnTo>
                    <a:pt x="2744549" y="3452741"/>
                  </a:lnTo>
                  <a:lnTo>
                    <a:pt x="2744675" y="3452741"/>
                  </a:lnTo>
                  <a:lnTo>
                    <a:pt x="2744801" y="3452741"/>
                  </a:lnTo>
                  <a:lnTo>
                    <a:pt x="2744927" y="3452741"/>
                  </a:lnTo>
                  <a:lnTo>
                    <a:pt x="2744927" y="3447462"/>
                  </a:lnTo>
                  <a:lnTo>
                    <a:pt x="2745053" y="3447462"/>
                  </a:lnTo>
                  <a:lnTo>
                    <a:pt x="2745179" y="3447462"/>
                  </a:lnTo>
                  <a:lnTo>
                    <a:pt x="2745305" y="3447462"/>
                  </a:lnTo>
                  <a:lnTo>
                    <a:pt x="2745431" y="3447462"/>
                  </a:lnTo>
                  <a:lnTo>
                    <a:pt x="2745557" y="3447462"/>
                  </a:lnTo>
                  <a:lnTo>
                    <a:pt x="2745683" y="3447462"/>
                  </a:lnTo>
                  <a:lnTo>
                    <a:pt x="2745810" y="3447462"/>
                  </a:lnTo>
                  <a:lnTo>
                    <a:pt x="2745936" y="3447462"/>
                  </a:lnTo>
                  <a:lnTo>
                    <a:pt x="2746062" y="3447462"/>
                  </a:lnTo>
                  <a:lnTo>
                    <a:pt x="2746188" y="3447462"/>
                  </a:lnTo>
                  <a:lnTo>
                    <a:pt x="2746314" y="3447462"/>
                  </a:lnTo>
                  <a:lnTo>
                    <a:pt x="2746440" y="3447462"/>
                  </a:lnTo>
                  <a:lnTo>
                    <a:pt x="2746566" y="3447462"/>
                  </a:lnTo>
                  <a:lnTo>
                    <a:pt x="2746692" y="3447462"/>
                  </a:lnTo>
                  <a:lnTo>
                    <a:pt x="2746818" y="3447462"/>
                  </a:lnTo>
                  <a:lnTo>
                    <a:pt x="2746944" y="3447462"/>
                  </a:lnTo>
                  <a:lnTo>
                    <a:pt x="2747070" y="3447462"/>
                  </a:lnTo>
                  <a:lnTo>
                    <a:pt x="2747197" y="3447462"/>
                  </a:lnTo>
                  <a:lnTo>
                    <a:pt x="2747323" y="3447462"/>
                  </a:lnTo>
                  <a:lnTo>
                    <a:pt x="2747449" y="3447462"/>
                  </a:lnTo>
                  <a:lnTo>
                    <a:pt x="2747575" y="3447462"/>
                  </a:lnTo>
                  <a:lnTo>
                    <a:pt x="2747701" y="3447462"/>
                  </a:lnTo>
                  <a:lnTo>
                    <a:pt x="2747827" y="3447462"/>
                  </a:lnTo>
                  <a:lnTo>
                    <a:pt x="2747953" y="3447462"/>
                  </a:lnTo>
                  <a:lnTo>
                    <a:pt x="2748079" y="3447462"/>
                  </a:lnTo>
                  <a:lnTo>
                    <a:pt x="2748205" y="3447462"/>
                  </a:lnTo>
                  <a:lnTo>
                    <a:pt x="2748331" y="3447462"/>
                  </a:lnTo>
                  <a:lnTo>
                    <a:pt x="2748457" y="3447462"/>
                  </a:lnTo>
                  <a:lnTo>
                    <a:pt x="2748583" y="3447462"/>
                  </a:lnTo>
                  <a:lnTo>
                    <a:pt x="2748710" y="3447462"/>
                  </a:lnTo>
                  <a:lnTo>
                    <a:pt x="2748836" y="3447462"/>
                  </a:lnTo>
                  <a:lnTo>
                    <a:pt x="2748962" y="3447462"/>
                  </a:lnTo>
                  <a:lnTo>
                    <a:pt x="2749088" y="3447462"/>
                  </a:lnTo>
                  <a:lnTo>
                    <a:pt x="2749214" y="3447462"/>
                  </a:lnTo>
                  <a:lnTo>
                    <a:pt x="2749340" y="3447462"/>
                  </a:lnTo>
                  <a:lnTo>
                    <a:pt x="2749466" y="3447462"/>
                  </a:lnTo>
                  <a:lnTo>
                    <a:pt x="2749592" y="3447462"/>
                  </a:lnTo>
                  <a:lnTo>
                    <a:pt x="2749718" y="3447462"/>
                  </a:lnTo>
                  <a:lnTo>
                    <a:pt x="2749844" y="3447462"/>
                  </a:lnTo>
                  <a:lnTo>
                    <a:pt x="2749970" y="3447462"/>
                  </a:lnTo>
                  <a:lnTo>
                    <a:pt x="2750097" y="3447462"/>
                  </a:lnTo>
                  <a:lnTo>
                    <a:pt x="2750223" y="3447462"/>
                  </a:lnTo>
                  <a:lnTo>
                    <a:pt x="2750349" y="3447462"/>
                  </a:lnTo>
                  <a:lnTo>
                    <a:pt x="2750475" y="3447462"/>
                  </a:lnTo>
                  <a:lnTo>
                    <a:pt x="2750601" y="3447462"/>
                  </a:lnTo>
                  <a:lnTo>
                    <a:pt x="2750727" y="3447462"/>
                  </a:lnTo>
                  <a:lnTo>
                    <a:pt x="2750853" y="3447462"/>
                  </a:lnTo>
                  <a:lnTo>
                    <a:pt x="2750979" y="3447462"/>
                  </a:lnTo>
                  <a:lnTo>
                    <a:pt x="2751105" y="3447462"/>
                  </a:lnTo>
                  <a:lnTo>
                    <a:pt x="2751231" y="3447462"/>
                  </a:lnTo>
                  <a:lnTo>
                    <a:pt x="2751357" y="3447462"/>
                  </a:lnTo>
                  <a:lnTo>
                    <a:pt x="2751483" y="3447462"/>
                  </a:lnTo>
                  <a:lnTo>
                    <a:pt x="2751610" y="3447462"/>
                  </a:lnTo>
                  <a:lnTo>
                    <a:pt x="2751736" y="3447462"/>
                  </a:lnTo>
                  <a:lnTo>
                    <a:pt x="2751862" y="3447462"/>
                  </a:lnTo>
                  <a:lnTo>
                    <a:pt x="2751988" y="3447462"/>
                  </a:lnTo>
                  <a:lnTo>
                    <a:pt x="2752114" y="3447462"/>
                  </a:lnTo>
                  <a:lnTo>
                    <a:pt x="2752240" y="3447462"/>
                  </a:lnTo>
                  <a:lnTo>
                    <a:pt x="2752366" y="3447462"/>
                  </a:lnTo>
                  <a:lnTo>
                    <a:pt x="2752492" y="3447462"/>
                  </a:lnTo>
                  <a:lnTo>
                    <a:pt x="2752618" y="3447462"/>
                  </a:lnTo>
                  <a:lnTo>
                    <a:pt x="2752744" y="3447462"/>
                  </a:lnTo>
                  <a:lnTo>
                    <a:pt x="2752870" y="3447462"/>
                  </a:lnTo>
                  <a:lnTo>
                    <a:pt x="2752997" y="3447462"/>
                  </a:lnTo>
                  <a:lnTo>
                    <a:pt x="2752997" y="3442182"/>
                  </a:lnTo>
                  <a:lnTo>
                    <a:pt x="2753123" y="3442182"/>
                  </a:lnTo>
                  <a:lnTo>
                    <a:pt x="2753249" y="3442182"/>
                  </a:lnTo>
                  <a:lnTo>
                    <a:pt x="2753375" y="3442182"/>
                  </a:lnTo>
                  <a:lnTo>
                    <a:pt x="2753501" y="3442182"/>
                  </a:lnTo>
                  <a:lnTo>
                    <a:pt x="2753627" y="3442182"/>
                  </a:lnTo>
                  <a:lnTo>
                    <a:pt x="2753753" y="3442182"/>
                  </a:lnTo>
                  <a:lnTo>
                    <a:pt x="2753879" y="3442182"/>
                  </a:lnTo>
                  <a:lnTo>
                    <a:pt x="2754005" y="3442182"/>
                  </a:lnTo>
                  <a:lnTo>
                    <a:pt x="2754131" y="3442182"/>
                  </a:lnTo>
                  <a:lnTo>
                    <a:pt x="2754257" y="3442182"/>
                  </a:lnTo>
                  <a:lnTo>
                    <a:pt x="2754383" y="3442182"/>
                  </a:lnTo>
                  <a:lnTo>
                    <a:pt x="2754510" y="3442182"/>
                  </a:lnTo>
                  <a:lnTo>
                    <a:pt x="2754636" y="3442182"/>
                  </a:lnTo>
                  <a:lnTo>
                    <a:pt x="2754762" y="3442182"/>
                  </a:lnTo>
                  <a:lnTo>
                    <a:pt x="2754888" y="3442182"/>
                  </a:lnTo>
                  <a:lnTo>
                    <a:pt x="2755014" y="3442182"/>
                  </a:lnTo>
                  <a:lnTo>
                    <a:pt x="2755140" y="3442182"/>
                  </a:lnTo>
                  <a:lnTo>
                    <a:pt x="2755266" y="3442182"/>
                  </a:lnTo>
                  <a:lnTo>
                    <a:pt x="2755392" y="3442182"/>
                  </a:lnTo>
                  <a:lnTo>
                    <a:pt x="2755518" y="3442182"/>
                  </a:lnTo>
                  <a:lnTo>
                    <a:pt x="2755644" y="3442182"/>
                  </a:lnTo>
                  <a:lnTo>
                    <a:pt x="2755770" y="3442182"/>
                  </a:lnTo>
                  <a:lnTo>
                    <a:pt x="2755897" y="3442182"/>
                  </a:lnTo>
                  <a:lnTo>
                    <a:pt x="2755897" y="3436903"/>
                  </a:lnTo>
                  <a:lnTo>
                    <a:pt x="2756023" y="3436903"/>
                  </a:lnTo>
                  <a:lnTo>
                    <a:pt x="2756149" y="3436903"/>
                  </a:lnTo>
                  <a:lnTo>
                    <a:pt x="2756275" y="3436903"/>
                  </a:lnTo>
                  <a:lnTo>
                    <a:pt x="2756401" y="3436903"/>
                  </a:lnTo>
                  <a:lnTo>
                    <a:pt x="2756527" y="3436903"/>
                  </a:lnTo>
                  <a:lnTo>
                    <a:pt x="2756653" y="3436903"/>
                  </a:lnTo>
                  <a:lnTo>
                    <a:pt x="2756779" y="3436903"/>
                  </a:lnTo>
                  <a:lnTo>
                    <a:pt x="2756779" y="3431623"/>
                  </a:lnTo>
                  <a:lnTo>
                    <a:pt x="2756905" y="3431623"/>
                  </a:lnTo>
                  <a:lnTo>
                    <a:pt x="2757031" y="3431623"/>
                  </a:lnTo>
                  <a:lnTo>
                    <a:pt x="2757157" y="3431623"/>
                  </a:lnTo>
                  <a:lnTo>
                    <a:pt x="2757284" y="3431623"/>
                  </a:lnTo>
                  <a:lnTo>
                    <a:pt x="2757410" y="3431623"/>
                  </a:lnTo>
                  <a:lnTo>
                    <a:pt x="2757536" y="3431623"/>
                  </a:lnTo>
                  <a:lnTo>
                    <a:pt x="2757662" y="3431623"/>
                  </a:lnTo>
                  <a:lnTo>
                    <a:pt x="2757788" y="3431623"/>
                  </a:lnTo>
                  <a:lnTo>
                    <a:pt x="2757914" y="3431623"/>
                  </a:lnTo>
                  <a:lnTo>
                    <a:pt x="2758040" y="3431623"/>
                  </a:lnTo>
                  <a:lnTo>
                    <a:pt x="2758166" y="3431623"/>
                  </a:lnTo>
                  <a:lnTo>
                    <a:pt x="2758292" y="3431623"/>
                  </a:lnTo>
                  <a:lnTo>
                    <a:pt x="2758418" y="3431623"/>
                  </a:lnTo>
                  <a:lnTo>
                    <a:pt x="2758544" y="3431623"/>
                  </a:lnTo>
                  <a:lnTo>
                    <a:pt x="2758544" y="3426344"/>
                  </a:lnTo>
                  <a:lnTo>
                    <a:pt x="2758670" y="3426344"/>
                  </a:lnTo>
                  <a:lnTo>
                    <a:pt x="2758797" y="3426344"/>
                  </a:lnTo>
                  <a:lnTo>
                    <a:pt x="2758797" y="3421065"/>
                  </a:lnTo>
                  <a:lnTo>
                    <a:pt x="2758923" y="3421065"/>
                  </a:lnTo>
                  <a:lnTo>
                    <a:pt x="2759049" y="3421065"/>
                  </a:lnTo>
                  <a:lnTo>
                    <a:pt x="2759175" y="3421065"/>
                  </a:lnTo>
                  <a:lnTo>
                    <a:pt x="2759301" y="3421065"/>
                  </a:lnTo>
                  <a:lnTo>
                    <a:pt x="2759427" y="3421065"/>
                  </a:lnTo>
                  <a:lnTo>
                    <a:pt x="2759553" y="3421065"/>
                  </a:lnTo>
                  <a:lnTo>
                    <a:pt x="2759679" y="3421065"/>
                  </a:lnTo>
                  <a:lnTo>
                    <a:pt x="2759805" y="3421065"/>
                  </a:lnTo>
                  <a:lnTo>
                    <a:pt x="2759931" y="3421065"/>
                  </a:lnTo>
                  <a:lnTo>
                    <a:pt x="2760057" y="3421065"/>
                  </a:lnTo>
                  <a:lnTo>
                    <a:pt x="2760184" y="3421065"/>
                  </a:lnTo>
                  <a:lnTo>
                    <a:pt x="2760310" y="3421065"/>
                  </a:lnTo>
                  <a:lnTo>
                    <a:pt x="2760436" y="3421065"/>
                  </a:lnTo>
                  <a:lnTo>
                    <a:pt x="2760562" y="3421065"/>
                  </a:lnTo>
                  <a:lnTo>
                    <a:pt x="2760688" y="3421065"/>
                  </a:lnTo>
                  <a:lnTo>
                    <a:pt x="2760814" y="3421065"/>
                  </a:lnTo>
                  <a:lnTo>
                    <a:pt x="2760814" y="3415785"/>
                  </a:lnTo>
                  <a:lnTo>
                    <a:pt x="2760940" y="3415785"/>
                  </a:lnTo>
                  <a:lnTo>
                    <a:pt x="2761066" y="3415785"/>
                  </a:lnTo>
                  <a:lnTo>
                    <a:pt x="2761192" y="3415785"/>
                  </a:lnTo>
                  <a:lnTo>
                    <a:pt x="2761318" y="3415785"/>
                  </a:lnTo>
                  <a:lnTo>
                    <a:pt x="2761444" y="3415785"/>
                  </a:lnTo>
                  <a:lnTo>
                    <a:pt x="2761570" y="3415785"/>
                  </a:lnTo>
                  <a:lnTo>
                    <a:pt x="2761697" y="3415785"/>
                  </a:lnTo>
                  <a:lnTo>
                    <a:pt x="2761823" y="3415785"/>
                  </a:lnTo>
                  <a:lnTo>
                    <a:pt x="2761949" y="3415785"/>
                  </a:lnTo>
                  <a:lnTo>
                    <a:pt x="2762075" y="3415785"/>
                  </a:lnTo>
                  <a:lnTo>
                    <a:pt x="2762201" y="3415785"/>
                  </a:lnTo>
                  <a:lnTo>
                    <a:pt x="2762327" y="3415785"/>
                  </a:lnTo>
                  <a:lnTo>
                    <a:pt x="2762327" y="3410506"/>
                  </a:lnTo>
                  <a:lnTo>
                    <a:pt x="2762453" y="3410506"/>
                  </a:lnTo>
                  <a:lnTo>
                    <a:pt x="2762579" y="3410506"/>
                  </a:lnTo>
                  <a:lnTo>
                    <a:pt x="2762705" y="3410506"/>
                  </a:lnTo>
                  <a:lnTo>
                    <a:pt x="2762831" y="3410506"/>
                  </a:lnTo>
                  <a:lnTo>
                    <a:pt x="2762957" y="3410506"/>
                  </a:lnTo>
                  <a:lnTo>
                    <a:pt x="2763084" y="3410506"/>
                  </a:lnTo>
                  <a:lnTo>
                    <a:pt x="2763210" y="3410506"/>
                  </a:lnTo>
                  <a:lnTo>
                    <a:pt x="2763336" y="3410506"/>
                  </a:lnTo>
                  <a:lnTo>
                    <a:pt x="2763462" y="3410506"/>
                  </a:lnTo>
                  <a:lnTo>
                    <a:pt x="2763588" y="3410506"/>
                  </a:lnTo>
                  <a:lnTo>
                    <a:pt x="2763714" y="3410506"/>
                  </a:lnTo>
                  <a:lnTo>
                    <a:pt x="2763840" y="3410506"/>
                  </a:lnTo>
                  <a:lnTo>
                    <a:pt x="2763966" y="3410506"/>
                  </a:lnTo>
                  <a:lnTo>
                    <a:pt x="2764092" y="3410506"/>
                  </a:lnTo>
                  <a:lnTo>
                    <a:pt x="2764218" y="3410506"/>
                  </a:lnTo>
                  <a:lnTo>
                    <a:pt x="2764344" y="3410506"/>
                  </a:lnTo>
                  <a:lnTo>
                    <a:pt x="2764471" y="3410506"/>
                  </a:lnTo>
                  <a:lnTo>
                    <a:pt x="2764597" y="3410506"/>
                  </a:lnTo>
                  <a:lnTo>
                    <a:pt x="2764723" y="3410506"/>
                  </a:lnTo>
                  <a:lnTo>
                    <a:pt x="2764849" y="3410506"/>
                  </a:lnTo>
                  <a:lnTo>
                    <a:pt x="2764975" y="3410506"/>
                  </a:lnTo>
                  <a:lnTo>
                    <a:pt x="2765101" y="3410506"/>
                  </a:lnTo>
                  <a:lnTo>
                    <a:pt x="2765227" y="3410506"/>
                  </a:lnTo>
                  <a:lnTo>
                    <a:pt x="2765353" y="3410506"/>
                  </a:lnTo>
                  <a:lnTo>
                    <a:pt x="2765479" y="3410506"/>
                  </a:lnTo>
                  <a:lnTo>
                    <a:pt x="2765605" y="3410506"/>
                  </a:lnTo>
                  <a:lnTo>
                    <a:pt x="2765605" y="3405226"/>
                  </a:lnTo>
                  <a:lnTo>
                    <a:pt x="2765731" y="3405226"/>
                  </a:lnTo>
                  <a:lnTo>
                    <a:pt x="2765857" y="3405226"/>
                  </a:lnTo>
                  <a:lnTo>
                    <a:pt x="2765984" y="3405226"/>
                  </a:lnTo>
                  <a:lnTo>
                    <a:pt x="2766110" y="3405226"/>
                  </a:lnTo>
                  <a:lnTo>
                    <a:pt x="2766236" y="3405226"/>
                  </a:lnTo>
                  <a:lnTo>
                    <a:pt x="2766362" y="3405226"/>
                  </a:lnTo>
                  <a:lnTo>
                    <a:pt x="2766488" y="3405226"/>
                  </a:lnTo>
                  <a:lnTo>
                    <a:pt x="2766614" y="3405226"/>
                  </a:lnTo>
                  <a:lnTo>
                    <a:pt x="2766740" y="3405226"/>
                  </a:lnTo>
                  <a:lnTo>
                    <a:pt x="2766866" y="3405226"/>
                  </a:lnTo>
                  <a:lnTo>
                    <a:pt x="2766992" y="3405226"/>
                  </a:lnTo>
                  <a:lnTo>
                    <a:pt x="2767118" y="3405226"/>
                  </a:lnTo>
                  <a:lnTo>
                    <a:pt x="2767244" y="3405226"/>
                  </a:lnTo>
                  <a:lnTo>
                    <a:pt x="2767371" y="3405226"/>
                  </a:lnTo>
                  <a:lnTo>
                    <a:pt x="2767497" y="3405226"/>
                  </a:lnTo>
                  <a:lnTo>
                    <a:pt x="2767623" y="3405226"/>
                  </a:lnTo>
                  <a:lnTo>
                    <a:pt x="2767749" y="3405226"/>
                  </a:lnTo>
                  <a:lnTo>
                    <a:pt x="2767875" y="3405226"/>
                  </a:lnTo>
                  <a:lnTo>
                    <a:pt x="2768001" y="3405226"/>
                  </a:lnTo>
                  <a:lnTo>
                    <a:pt x="2768127" y="3405226"/>
                  </a:lnTo>
                  <a:lnTo>
                    <a:pt x="2768253" y="3405226"/>
                  </a:lnTo>
                  <a:lnTo>
                    <a:pt x="2768379" y="3405226"/>
                  </a:lnTo>
                  <a:lnTo>
                    <a:pt x="2768505" y="3405226"/>
                  </a:lnTo>
                  <a:lnTo>
                    <a:pt x="2768631" y="3405226"/>
                  </a:lnTo>
                  <a:lnTo>
                    <a:pt x="2768757" y="3405226"/>
                  </a:lnTo>
                  <a:lnTo>
                    <a:pt x="2768884" y="3405226"/>
                  </a:lnTo>
                  <a:lnTo>
                    <a:pt x="2769010" y="3405226"/>
                  </a:lnTo>
                  <a:lnTo>
                    <a:pt x="2769136" y="3405226"/>
                  </a:lnTo>
                  <a:lnTo>
                    <a:pt x="2769262" y="3405226"/>
                  </a:lnTo>
                  <a:lnTo>
                    <a:pt x="2769388" y="3405226"/>
                  </a:lnTo>
                  <a:lnTo>
                    <a:pt x="2769514" y="3405226"/>
                  </a:lnTo>
                  <a:lnTo>
                    <a:pt x="2769640" y="3405226"/>
                  </a:lnTo>
                  <a:lnTo>
                    <a:pt x="2769766" y="3405226"/>
                  </a:lnTo>
                  <a:lnTo>
                    <a:pt x="2769892" y="3405226"/>
                  </a:lnTo>
                  <a:lnTo>
                    <a:pt x="2770018" y="3405226"/>
                  </a:lnTo>
                  <a:lnTo>
                    <a:pt x="2770144" y="3405226"/>
                  </a:lnTo>
                  <a:lnTo>
                    <a:pt x="2770271" y="3405226"/>
                  </a:lnTo>
                  <a:lnTo>
                    <a:pt x="2770397" y="3405226"/>
                  </a:lnTo>
                  <a:lnTo>
                    <a:pt x="2770523" y="3405226"/>
                  </a:lnTo>
                  <a:lnTo>
                    <a:pt x="2770649" y="3405226"/>
                  </a:lnTo>
                  <a:lnTo>
                    <a:pt x="2770775" y="3405226"/>
                  </a:lnTo>
                  <a:lnTo>
                    <a:pt x="2770901" y="3405226"/>
                  </a:lnTo>
                  <a:lnTo>
                    <a:pt x="2771027" y="3405226"/>
                  </a:lnTo>
                  <a:lnTo>
                    <a:pt x="2771153" y="3405226"/>
                  </a:lnTo>
                  <a:lnTo>
                    <a:pt x="2771279" y="3405226"/>
                  </a:lnTo>
                  <a:lnTo>
                    <a:pt x="2771405" y="3405226"/>
                  </a:lnTo>
                  <a:lnTo>
                    <a:pt x="2771531" y="3405226"/>
                  </a:lnTo>
                  <a:lnTo>
                    <a:pt x="2771658" y="3405226"/>
                  </a:lnTo>
                  <a:lnTo>
                    <a:pt x="2771784" y="3405226"/>
                  </a:lnTo>
                  <a:lnTo>
                    <a:pt x="2771910" y="3405226"/>
                  </a:lnTo>
                  <a:lnTo>
                    <a:pt x="2772036" y="3405226"/>
                  </a:lnTo>
                  <a:lnTo>
                    <a:pt x="2772162" y="3405226"/>
                  </a:lnTo>
                  <a:lnTo>
                    <a:pt x="2772288" y="3405226"/>
                  </a:lnTo>
                  <a:lnTo>
                    <a:pt x="2772414" y="3405226"/>
                  </a:lnTo>
                  <a:lnTo>
                    <a:pt x="2772540" y="3405226"/>
                  </a:lnTo>
                  <a:lnTo>
                    <a:pt x="2772666" y="3405226"/>
                  </a:lnTo>
                  <a:lnTo>
                    <a:pt x="2772792" y="3405226"/>
                  </a:lnTo>
                  <a:lnTo>
                    <a:pt x="2772918" y="3405226"/>
                  </a:lnTo>
                  <a:lnTo>
                    <a:pt x="2773044" y="3405226"/>
                  </a:lnTo>
                  <a:lnTo>
                    <a:pt x="2773171" y="3405226"/>
                  </a:lnTo>
                  <a:lnTo>
                    <a:pt x="2773297" y="3405226"/>
                  </a:lnTo>
                  <a:lnTo>
                    <a:pt x="2773423" y="3405226"/>
                  </a:lnTo>
                  <a:lnTo>
                    <a:pt x="2773549" y="3405226"/>
                  </a:lnTo>
                  <a:lnTo>
                    <a:pt x="2773675" y="3405226"/>
                  </a:lnTo>
                  <a:lnTo>
                    <a:pt x="2773801" y="3405226"/>
                  </a:lnTo>
                  <a:lnTo>
                    <a:pt x="2773927" y="3405226"/>
                  </a:lnTo>
                  <a:lnTo>
                    <a:pt x="2774053" y="3405226"/>
                  </a:lnTo>
                  <a:lnTo>
                    <a:pt x="2774179" y="3405226"/>
                  </a:lnTo>
                  <a:lnTo>
                    <a:pt x="2774305" y="3405226"/>
                  </a:lnTo>
                  <a:lnTo>
                    <a:pt x="2774431" y="3405226"/>
                  </a:lnTo>
                  <a:lnTo>
                    <a:pt x="2774558" y="3405226"/>
                  </a:lnTo>
                  <a:lnTo>
                    <a:pt x="2774684" y="3405226"/>
                  </a:lnTo>
                  <a:lnTo>
                    <a:pt x="2774810" y="3405226"/>
                  </a:lnTo>
                  <a:lnTo>
                    <a:pt x="2774936" y="3405226"/>
                  </a:lnTo>
                  <a:lnTo>
                    <a:pt x="2775062" y="3405226"/>
                  </a:lnTo>
                  <a:lnTo>
                    <a:pt x="2775188" y="3405226"/>
                  </a:lnTo>
                  <a:lnTo>
                    <a:pt x="2775314" y="3405226"/>
                  </a:lnTo>
                  <a:lnTo>
                    <a:pt x="2775440" y="3405226"/>
                  </a:lnTo>
                  <a:lnTo>
                    <a:pt x="2775566" y="3405226"/>
                  </a:lnTo>
                  <a:lnTo>
                    <a:pt x="2775692" y="3405226"/>
                  </a:lnTo>
                  <a:lnTo>
                    <a:pt x="2775818" y="3405226"/>
                  </a:lnTo>
                  <a:lnTo>
                    <a:pt x="2775944" y="3405226"/>
                  </a:lnTo>
                  <a:lnTo>
                    <a:pt x="2776071" y="3405226"/>
                  </a:lnTo>
                  <a:lnTo>
                    <a:pt x="2776197" y="3405226"/>
                  </a:lnTo>
                  <a:lnTo>
                    <a:pt x="2776323" y="3405226"/>
                  </a:lnTo>
                  <a:lnTo>
                    <a:pt x="2776449" y="3405226"/>
                  </a:lnTo>
                  <a:lnTo>
                    <a:pt x="2776575" y="3405226"/>
                  </a:lnTo>
                  <a:lnTo>
                    <a:pt x="2776701" y="3405226"/>
                  </a:lnTo>
                  <a:lnTo>
                    <a:pt x="2776827" y="3405226"/>
                  </a:lnTo>
                  <a:lnTo>
                    <a:pt x="2776953" y="3405226"/>
                  </a:lnTo>
                  <a:lnTo>
                    <a:pt x="2777079" y="3405226"/>
                  </a:lnTo>
                  <a:lnTo>
                    <a:pt x="2777205" y="3405226"/>
                  </a:lnTo>
                  <a:lnTo>
                    <a:pt x="2777331" y="3405226"/>
                  </a:lnTo>
                  <a:lnTo>
                    <a:pt x="2777458" y="3405226"/>
                  </a:lnTo>
                  <a:lnTo>
                    <a:pt x="2777458" y="3399947"/>
                  </a:lnTo>
                  <a:lnTo>
                    <a:pt x="2777584" y="3399947"/>
                  </a:lnTo>
                  <a:lnTo>
                    <a:pt x="2777710" y="3399947"/>
                  </a:lnTo>
                  <a:lnTo>
                    <a:pt x="2777836" y="3399947"/>
                  </a:lnTo>
                  <a:lnTo>
                    <a:pt x="2777962" y="3399947"/>
                  </a:lnTo>
                  <a:lnTo>
                    <a:pt x="2778088" y="3399947"/>
                  </a:lnTo>
                  <a:lnTo>
                    <a:pt x="2778214" y="3399947"/>
                  </a:lnTo>
                  <a:lnTo>
                    <a:pt x="2778214" y="3394667"/>
                  </a:lnTo>
                  <a:lnTo>
                    <a:pt x="2778340" y="3394667"/>
                  </a:lnTo>
                  <a:lnTo>
                    <a:pt x="2778466" y="3394667"/>
                  </a:lnTo>
                  <a:lnTo>
                    <a:pt x="2778592" y="3394667"/>
                  </a:lnTo>
                  <a:lnTo>
                    <a:pt x="2778718" y="3394667"/>
                  </a:lnTo>
                  <a:lnTo>
                    <a:pt x="2778844" y="3394667"/>
                  </a:lnTo>
                  <a:lnTo>
                    <a:pt x="2778971" y="3394667"/>
                  </a:lnTo>
                  <a:lnTo>
                    <a:pt x="2779097" y="3394667"/>
                  </a:lnTo>
                  <a:lnTo>
                    <a:pt x="2779223" y="3394667"/>
                  </a:lnTo>
                  <a:lnTo>
                    <a:pt x="2779349" y="3394667"/>
                  </a:lnTo>
                  <a:lnTo>
                    <a:pt x="2779475" y="3394667"/>
                  </a:lnTo>
                  <a:lnTo>
                    <a:pt x="2779601" y="3394667"/>
                  </a:lnTo>
                  <a:lnTo>
                    <a:pt x="2779727" y="3394667"/>
                  </a:lnTo>
                  <a:lnTo>
                    <a:pt x="2779853" y="3394667"/>
                  </a:lnTo>
                  <a:lnTo>
                    <a:pt x="2779979" y="3394667"/>
                  </a:lnTo>
                  <a:lnTo>
                    <a:pt x="2780105" y="3394667"/>
                  </a:lnTo>
                  <a:lnTo>
                    <a:pt x="2780105" y="3389388"/>
                  </a:lnTo>
                  <a:lnTo>
                    <a:pt x="2780231" y="3389388"/>
                  </a:lnTo>
                  <a:lnTo>
                    <a:pt x="2780358" y="3389388"/>
                  </a:lnTo>
                  <a:lnTo>
                    <a:pt x="2780484" y="3389388"/>
                  </a:lnTo>
                  <a:lnTo>
                    <a:pt x="2780610" y="3389388"/>
                  </a:lnTo>
                  <a:lnTo>
                    <a:pt x="2780736" y="3389388"/>
                  </a:lnTo>
                  <a:lnTo>
                    <a:pt x="2780862" y="3389388"/>
                  </a:lnTo>
                  <a:lnTo>
                    <a:pt x="2780988" y="3389388"/>
                  </a:lnTo>
                  <a:lnTo>
                    <a:pt x="2781114" y="3389388"/>
                  </a:lnTo>
                  <a:lnTo>
                    <a:pt x="2781240" y="3389388"/>
                  </a:lnTo>
                  <a:lnTo>
                    <a:pt x="2781366" y="3389388"/>
                  </a:lnTo>
                  <a:lnTo>
                    <a:pt x="2781492" y="3389388"/>
                  </a:lnTo>
                  <a:lnTo>
                    <a:pt x="2781618" y="3389388"/>
                  </a:lnTo>
                  <a:lnTo>
                    <a:pt x="2781745" y="3389388"/>
                  </a:lnTo>
                  <a:lnTo>
                    <a:pt x="2781871" y="3389388"/>
                  </a:lnTo>
                  <a:lnTo>
                    <a:pt x="2781997" y="3389388"/>
                  </a:lnTo>
                  <a:lnTo>
                    <a:pt x="2782123" y="3389388"/>
                  </a:lnTo>
                  <a:lnTo>
                    <a:pt x="2782249" y="3389388"/>
                  </a:lnTo>
                  <a:lnTo>
                    <a:pt x="2782375" y="3389388"/>
                  </a:lnTo>
                  <a:lnTo>
                    <a:pt x="2782501" y="3389388"/>
                  </a:lnTo>
                  <a:lnTo>
                    <a:pt x="2782627" y="3389388"/>
                  </a:lnTo>
                  <a:lnTo>
                    <a:pt x="2782753" y="3389388"/>
                  </a:lnTo>
                  <a:lnTo>
                    <a:pt x="2782879" y="3389388"/>
                  </a:lnTo>
                  <a:lnTo>
                    <a:pt x="2783005" y="3389388"/>
                  </a:lnTo>
                  <a:lnTo>
                    <a:pt x="2783131" y="3389388"/>
                  </a:lnTo>
                  <a:lnTo>
                    <a:pt x="2783258" y="3389388"/>
                  </a:lnTo>
                  <a:lnTo>
                    <a:pt x="2783384" y="3389388"/>
                  </a:lnTo>
                  <a:lnTo>
                    <a:pt x="2783510" y="3389388"/>
                  </a:lnTo>
                  <a:lnTo>
                    <a:pt x="2783636" y="3389388"/>
                  </a:lnTo>
                  <a:lnTo>
                    <a:pt x="2783762" y="3389388"/>
                  </a:lnTo>
                  <a:lnTo>
                    <a:pt x="2783888" y="3389388"/>
                  </a:lnTo>
                  <a:lnTo>
                    <a:pt x="2784014" y="3389388"/>
                  </a:lnTo>
                  <a:lnTo>
                    <a:pt x="2784140" y="3389388"/>
                  </a:lnTo>
                  <a:lnTo>
                    <a:pt x="2784266" y="3389388"/>
                  </a:lnTo>
                  <a:lnTo>
                    <a:pt x="2784392" y="3389388"/>
                  </a:lnTo>
                  <a:lnTo>
                    <a:pt x="2784518" y="3389388"/>
                  </a:lnTo>
                  <a:lnTo>
                    <a:pt x="2784645" y="3389388"/>
                  </a:lnTo>
                  <a:lnTo>
                    <a:pt x="2784771" y="3389388"/>
                  </a:lnTo>
                  <a:lnTo>
                    <a:pt x="2784897" y="3389388"/>
                  </a:lnTo>
                  <a:lnTo>
                    <a:pt x="2784897" y="3384109"/>
                  </a:lnTo>
                  <a:lnTo>
                    <a:pt x="2785023" y="3384109"/>
                  </a:lnTo>
                  <a:lnTo>
                    <a:pt x="2785149" y="3384109"/>
                  </a:lnTo>
                  <a:lnTo>
                    <a:pt x="2785275" y="3384109"/>
                  </a:lnTo>
                  <a:lnTo>
                    <a:pt x="2785401" y="3384109"/>
                  </a:lnTo>
                  <a:lnTo>
                    <a:pt x="2785527" y="3384109"/>
                  </a:lnTo>
                  <a:lnTo>
                    <a:pt x="2785653" y="3384109"/>
                  </a:lnTo>
                  <a:lnTo>
                    <a:pt x="2785779" y="3384109"/>
                  </a:lnTo>
                  <a:lnTo>
                    <a:pt x="2785905" y="3384109"/>
                  </a:lnTo>
                  <a:lnTo>
                    <a:pt x="2786031" y="3384109"/>
                  </a:lnTo>
                  <a:lnTo>
                    <a:pt x="2786158" y="3384109"/>
                  </a:lnTo>
                  <a:lnTo>
                    <a:pt x="2786284" y="3384109"/>
                  </a:lnTo>
                  <a:lnTo>
                    <a:pt x="2786410" y="3384109"/>
                  </a:lnTo>
                  <a:lnTo>
                    <a:pt x="2786536" y="3384109"/>
                  </a:lnTo>
                  <a:lnTo>
                    <a:pt x="2786662" y="3384109"/>
                  </a:lnTo>
                  <a:lnTo>
                    <a:pt x="2786788" y="3384109"/>
                  </a:lnTo>
                  <a:lnTo>
                    <a:pt x="2786914" y="3384109"/>
                  </a:lnTo>
                  <a:lnTo>
                    <a:pt x="2787040" y="3384109"/>
                  </a:lnTo>
                  <a:lnTo>
                    <a:pt x="2787166" y="3384109"/>
                  </a:lnTo>
                  <a:lnTo>
                    <a:pt x="2787292" y="3384109"/>
                  </a:lnTo>
                  <a:lnTo>
                    <a:pt x="2787418" y="3384109"/>
                  </a:lnTo>
                  <a:lnTo>
                    <a:pt x="2787545" y="3384109"/>
                  </a:lnTo>
                  <a:lnTo>
                    <a:pt x="2787671" y="3384109"/>
                  </a:lnTo>
                  <a:lnTo>
                    <a:pt x="2787797" y="3384109"/>
                  </a:lnTo>
                  <a:lnTo>
                    <a:pt x="2787923" y="3384109"/>
                  </a:lnTo>
                  <a:lnTo>
                    <a:pt x="2788049" y="3384109"/>
                  </a:lnTo>
                  <a:lnTo>
                    <a:pt x="2788175" y="3384109"/>
                  </a:lnTo>
                  <a:lnTo>
                    <a:pt x="2788301" y="3384109"/>
                  </a:lnTo>
                  <a:lnTo>
                    <a:pt x="2788427" y="3384109"/>
                  </a:lnTo>
                  <a:lnTo>
                    <a:pt x="2788553" y="3384109"/>
                  </a:lnTo>
                  <a:lnTo>
                    <a:pt x="2788679" y="3384109"/>
                  </a:lnTo>
                  <a:lnTo>
                    <a:pt x="2788805" y="3384109"/>
                  </a:lnTo>
                  <a:lnTo>
                    <a:pt x="2788932" y="3384109"/>
                  </a:lnTo>
                  <a:lnTo>
                    <a:pt x="2789058" y="3384109"/>
                  </a:lnTo>
                  <a:lnTo>
                    <a:pt x="2789184" y="3384109"/>
                  </a:lnTo>
                  <a:lnTo>
                    <a:pt x="2789310" y="3384109"/>
                  </a:lnTo>
                  <a:lnTo>
                    <a:pt x="2789436" y="3384109"/>
                  </a:lnTo>
                  <a:lnTo>
                    <a:pt x="2789562" y="3384109"/>
                  </a:lnTo>
                  <a:lnTo>
                    <a:pt x="2789688" y="3384109"/>
                  </a:lnTo>
                  <a:lnTo>
                    <a:pt x="2789814" y="3384109"/>
                  </a:lnTo>
                  <a:lnTo>
                    <a:pt x="2789940" y="3384109"/>
                  </a:lnTo>
                  <a:lnTo>
                    <a:pt x="2790066" y="3384109"/>
                  </a:lnTo>
                  <a:lnTo>
                    <a:pt x="2790192" y="3384109"/>
                  </a:lnTo>
                  <a:lnTo>
                    <a:pt x="2790318" y="3384109"/>
                  </a:lnTo>
                  <a:lnTo>
                    <a:pt x="2790445" y="3384109"/>
                  </a:lnTo>
                  <a:lnTo>
                    <a:pt x="2790571" y="3384109"/>
                  </a:lnTo>
                  <a:lnTo>
                    <a:pt x="2790697" y="3384109"/>
                  </a:lnTo>
                  <a:lnTo>
                    <a:pt x="2790823" y="3384109"/>
                  </a:lnTo>
                  <a:lnTo>
                    <a:pt x="2790949" y="3384109"/>
                  </a:lnTo>
                  <a:lnTo>
                    <a:pt x="2791075" y="3384109"/>
                  </a:lnTo>
                  <a:lnTo>
                    <a:pt x="2791201" y="3384109"/>
                  </a:lnTo>
                  <a:lnTo>
                    <a:pt x="2791327" y="3384109"/>
                  </a:lnTo>
                  <a:lnTo>
                    <a:pt x="2791453" y="3384109"/>
                  </a:lnTo>
                  <a:lnTo>
                    <a:pt x="2791579" y="3384109"/>
                  </a:lnTo>
                  <a:lnTo>
                    <a:pt x="2791705" y="3384109"/>
                  </a:lnTo>
                  <a:lnTo>
                    <a:pt x="2791832" y="3384109"/>
                  </a:lnTo>
                  <a:lnTo>
                    <a:pt x="2791958" y="3384109"/>
                  </a:lnTo>
                  <a:lnTo>
                    <a:pt x="2792084" y="3384109"/>
                  </a:lnTo>
                  <a:lnTo>
                    <a:pt x="2792210" y="3384109"/>
                  </a:lnTo>
                  <a:lnTo>
                    <a:pt x="2792336" y="3384109"/>
                  </a:lnTo>
                  <a:lnTo>
                    <a:pt x="2792462" y="3384109"/>
                  </a:lnTo>
                  <a:lnTo>
                    <a:pt x="2792588" y="3384109"/>
                  </a:lnTo>
                  <a:lnTo>
                    <a:pt x="2792714" y="3384109"/>
                  </a:lnTo>
                  <a:lnTo>
                    <a:pt x="2792840" y="3384109"/>
                  </a:lnTo>
                  <a:lnTo>
                    <a:pt x="2792966" y="3384109"/>
                  </a:lnTo>
                  <a:lnTo>
                    <a:pt x="2793092" y="3384109"/>
                  </a:lnTo>
                  <a:lnTo>
                    <a:pt x="2793218" y="3384109"/>
                  </a:lnTo>
                  <a:lnTo>
                    <a:pt x="2793345" y="3384109"/>
                  </a:lnTo>
                  <a:lnTo>
                    <a:pt x="2793471" y="3384109"/>
                  </a:lnTo>
                  <a:lnTo>
                    <a:pt x="2793597" y="3384109"/>
                  </a:lnTo>
                  <a:lnTo>
                    <a:pt x="2793723" y="3384109"/>
                  </a:lnTo>
                  <a:lnTo>
                    <a:pt x="2793849" y="3384109"/>
                  </a:lnTo>
                  <a:lnTo>
                    <a:pt x="2793975" y="3384109"/>
                  </a:lnTo>
                  <a:lnTo>
                    <a:pt x="2794101" y="3384109"/>
                  </a:lnTo>
                  <a:lnTo>
                    <a:pt x="2794227" y="3384109"/>
                  </a:lnTo>
                  <a:lnTo>
                    <a:pt x="2794353" y="3384109"/>
                  </a:lnTo>
                  <a:lnTo>
                    <a:pt x="2794479" y="3384109"/>
                  </a:lnTo>
                  <a:lnTo>
                    <a:pt x="2794605" y="3384109"/>
                  </a:lnTo>
                  <a:lnTo>
                    <a:pt x="2794732" y="3384109"/>
                  </a:lnTo>
                  <a:lnTo>
                    <a:pt x="2794858" y="3384109"/>
                  </a:lnTo>
                  <a:lnTo>
                    <a:pt x="2794984" y="3384109"/>
                  </a:lnTo>
                  <a:lnTo>
                    <a:pt x="2795110" y="3384109"/>
                  </a:lnTo>
                  <a:lnTo>
                    <a:pt x="2795236" y="3384109"/>
                  </a:lnTo>
                  <a:lnTo>
                    <a:pt x="2795362" y="3384109"/>
                  </a:lnTo>
                  <a:lnTo>
                    <a:pt x="2795488" y="3384109"/>
                  </a:lnTo>
                  <a:lnTo>
                    <a:pt x="2795614" y="3384109"/>
                  </a:lnTo>
                  <a:lnTo>
                    <a:pt x="2795740" y="3384109"/>
                  </a:lnTo>
                  <a:lnTo>
                    <a:pt x="2795866" y="3384109"/>
                  </a:lnTo>
                  <a:lnTo>
                    <a:pt x="2795992" y="3384109"/>
                  </a:lnTo>
                  <a:lnTo>
                    <a:pt x="2796118" y="3384109"/>
                  </a:lnTo>
                  <a:lnTo>
                    <a:pt x="2796245" y="3384109"/>
                  </a:lnTo>
                  <a:lnTo>
                    <a:pt x="2796371" y="3384109"/>
                  </a:lnTo>
                  <a:lnTo>
                    <a:pt x="2796497" y="3384109"/>
                  </a:lnTo>
                  <a:lnTo>
                    <a:pt x="2796623" y="3384109"/>
                  </a:lnTo>
                  <a:lnTo>
                    <a:pt x="2796749" y="3384109"/>
                  </a:lnTo>
                  <a:lnTo>
                    <a:pt x="2796875" y="3384109"/>
                  </a:lnTo>
                  <a:lnTo>
                    <a:pt x="2797001" y="3384109"/>
                  </a:lnTo>
                  <a:lnTo>
                    <a:pt x="2797127" y="3384109"/>
                  </a:lnTo>
                  <a:lnTo>
                    <a:pt x="2797253" y="3384109"/>
                  </a:lnTo>
                  <a:lnTo>
                    <a:pt x="2797379" y="3384109"/>
                  </a:lnTo>
                  <a:lnTo>
                    <a:pt x="2797505" y="3384109"/>
                  </a:lnTo>
                  <a:lnTo>
                    <a:pt x="2797632" y="3384109"/>
                  </a:lnTo>
                  <a:lnTo>
                    <a:pt x="2797758" y="3384109"/>
                  </a:lnTo>
                  <a:lnTo>
                    <a:pt x="2797884" y="3384109"/>
                  </a:lnTo>
                  <a:lnTo>
                    <a:pt x="2798010" y="3384109"/>
                  </a:lnTo>
                  <a:lnTo>
                    <a:pt x="2798136" y="3384109"/>
                  </a:lnTo>
                  <a:lnTo>
                    <a:pt x="2798262" y="3384109"/>
                  </a:lnTo>
                  <a:lnTo>
                    <a:pt x="2798388" y="3384109"/>
                  </a:lnTo>
                  <a:lnTo>
                    <a:pt x="2798514" y="3384109"/>
                  </a:lnTo>
                  <a:lnTo>
                    <a:pt x="2798640" y="3384109"/>
                  </a:lnTo>
                  <a:lnTo>
                    <a:pt x="2798766" y="3384109"/>
                  </a:lnTo>
                  <a:lnTo>
                    <a:pt x="2798892" y="3384109"/>
                  </a:lnTo>
                  <a:lnTo>
                    <a:pt x="2799019" y="3384109"/>
                  </a:lnTo>
                  <a:lnTo>
                    <a:pt x="2799145" y="3384109"/>
                  </a:lnTo>
                  <a:lnTo>
                    <a:pt x="2799271" y="3384109"/>
                  </a:lnTo>
                  <a:lnTo>
                    <a:pt x="2799397" y="3384109"/>
                  </a:lnTo>
                  <a:lnTo>
                    <a:pt x="2799523" y="3384109"/>
                  </a:lnTo>
                  <a:lnTo>
                    <a:pt x="2799649" y="3384109"/>
                  </a:lnTo>
                  <a:lnTo>
                    <a:pt x="2799775" y="3384109"/>
                  </a:lnTo>
                  <a:lnTo>
                    <a:pt x="2799901" y="3384109"/>
                  </a:lnTo>
                  <a:lnTo>
                    <a:pt x="2800027" y="3384109"/>
                  </a:lnTo>
                  <a:lnTo>
                    <a:pt x="2800153" y="3384109"/>
                  </a:lnTo>
                  <a:lnTo>
                    <a:pt x="2800279" y="3384109"/>
                  </a:lnTo>
                  <a:lnTo>
                    <a:pt x="2800405" y="3384109"/>
                  </a:lnTo>
                  <a:lnTo>
                    <a:pt x="2800532" y="3384109"/>
                  </a:lnTo>
                  <a:lnTo>
                    <a:pt x="2800658" y="3384109"/>
                  </a:lnTo>
                  <a:lnTo>
                    <a:pt x="2800784" y="3384109"/>
                  </a:lnTo>
                  <a:lnTo>
                    <a:pt x="2800910" y="3384109"/>
                  </a:lnTo>
                  <a:lnTo>
                    <a:pt x="2801036" y="3384109"/>
                  </a:lnTo>
                  <a:lnTo>
                    <a:pt x="2801162" y="3384109"/>
                  </a:lnTo>
                  <a:lnTo>
                    <a:pt x="2801288" y="3384109"/>
                  </a:lnTo>
                  <a:lnTo>
                    <a:pt x="2801414" y="3384109"/>
                  </a:lnTo>
                  <a:lnTo>
                    <a:pt x="2801540" y="3384109"/>
                  </a:lnTo>
                  <a:lnTo>
                    <a:pt x="2801666" y="3384109"/>
                  </a:lnTo>
                  <a:lnTo>
                    <a:pt x="2801792" y="3384109"/>
                  </a:lnTo>
                  <a:lnTo>
                    <a:pt x="2801919" y="3384109"/>
                  </a:lnTo>
                  <a:lnTo>
                    <a:pt x="2802045" y="3384109"/>
                  </a:lnTo>
                  <a:lnTo>
                    <a:pt x="2802171" y="3384109"/>
                  </a:lnTo>
                  <a:lnTo>
                    <a:pt x="2802297" y="3384109"/>
                  </a:lnTo>
                  <a:lnTo>
                    <a:pt x="2802423" y="3384109"/>
                  </a:lnTo>
                  <a:lnTo>
                    <a:pt x="2802549" y="3384109"/>
                  </a:lnTo>
                  <a:lnTo>
                    <a:pt x="2802675" y="3384109"/>
                  </a:lnTo>
                  <a:lnTo>
                    <a:pt x="2802801" y="3384109"/>
                  </a:lnTo>
                  <a:lnTo>
                    <a:pt x="2802927" y="3384109"/>
                  </a:lnTo>
                  <a:lnTo>
                    <a:pt x="2803053" y="3384109"/>
                  </a:lnTo>
                  <a:lnTo>
                    <a:pt x="2803179" y="3384109"/>
                  </a:lnTo>
                  <a:lnTo>
                    <a:pt x="2803305" y="3384109"/>
                  </a:lnTo>
                  <a:lnTo>
                    <a:pt x="2803432" y="3384109"/>
                  </a:lnTo>
                  <a:lnTo>
                    <a:pt x="2803558" y="3384109"/>
                  </a:lnTo>
                  <a:lnTo>
                    <a:pt x="2803684" y="3384109"/>
                  </a:lnTo>
                  <a:lnTo>
                    <a:pt x="2803810" y="3384109"/>
                  </a:lnTo>
                  <a:lnTo>
                    <a:pt x="2803936" y="3384109"/>
                  </a:lnTo>
                  <a:lnTo>
                    <a:pt x="2804062" y="3384109"/>
                  </a:lnTo>
                  <a:lnTo>
                    <a:pt x="2804188" y="3384109"/>
                  </a:lnTo>
                  <a:lnTo>
                    <a:pt x="2804314" y="3384109"/>
                  </a:lnTo>
                  <a:lnTo>
                    <a:pt x="2804440" y="3384109"/>
                  </a:lnTo>
                  <a:lnTo>
                    <a:pt x="2804566" y="3384109"/>
                  </a:lnTo>
                  <a:lnTo>
                    <a:pt x="2804692" y="3384109"/>
                  </a:lnTo>
                  <a:lnTo>
                    <a:pt x="2804819" y="3384109"/>
                  </a:lnTo>
                  <a:lnTo>
                    <a:pt x="2804945" y="3384109"/>
                  </a:lnTo>
                  <a:lnTo>
                    <a:pt x="2805071" y="3384109"/>
                  </a:lnTo>
                  <a:lnTo>
                    <a:pt x="2805197" y="3384109"/>
                  </a:lnTo>
                  <a:lnTo>
                    <a:pt x="2805323" y="3384109"/>
                  </a:lnTo>
                  <a:lnTo>
                    <a:pt x="2805449" y="3384109"/>
                  </a:lnTo>
                  <a:lnTo>
                    <a:pt x="2805575" y="3384109"/>
                  </a:lnTo>
                  <a:lnTo>
                    <a:pt x="2805701" y="3384109"/>
                  </a:lnTo>
                  <a:lnTo>
                    <a:pt x="2805827" y="3384109"/>
                  </a:lnTo>
                  <a:lnTo>
                    <a:pt x="2805953" y="3384109"/>
                  </a:lnTo>
                  <a:lnTo>
                    <a:pt x="2806079" y="3384109"/>
                  </a:lnTo>
                  <a:lnTo>
                    <a:pt x="2806206" y="3384109"/>
                  </a:lnTo>
                  <a:lnTo>
                    <a:pt x="2806332" y="3384109"/>
                  </a:lnTo>
                  <a:lnTo>
                    <a:pt x="2806458" y="3384109"/>
                  </a:lnTo>
                  <a:lnTo>
                    <a:pt x="2806584" y="3384109"/>
                  </a:lnTo>
                  <a:lnTo>
                    <a:pt x="2806710" y="3384109"/>
                  </a:lnTo>
                  <a:lnTo>
                    <a:pt x="2806836" y="3384109"/>
                  </a:lnTo>
                  <a:lnTo>
                    <a:pt x="2806962" y="3384109"/>
                  </a:lnTo>
                  <a:lnTo>
                    <a:pt x="2807088" y="3384109"/>
                  </a:lnTo>
                  <a:lnTo>
                    <a:pt x="2807214" y="3384109"/>
                  </a:lnTo>
                  <a:lnTo>
                    <a:pt x="2807340" y="3384109"/>
                  </a:lnTo>
                  <a:lnTo>
                    <a:pt x="2807466" y="3384109"/>
                  </a:lnTo>
                  <a:lnTo>
                    <a:pt x="2807592" y="3384109"/>
                  </a:lnTo>
                  <a:lnTo>
                    <a:pt x="2807719" y="3384109"/>
                  </a:lnTo>
                  <a:lnTo>
                    <a:pt x="2807845" y="3384109"/>
                  </a:lnTo>
                  <a:lnTo>
                    <a:pt x="2807971" y="3384109"/>
                  </a:lnTo>
                  <a:lnTo>
                    <a:pt x="2808097" y="3384109"/>
                  </a:lnTo>
                  <a:lnTo>
                    <a:pt x="2808223" y="3384109"/>
                  </a:lnTo>
                  <a:lnTo>
                    <a:pt x="2808349" y="3384109"/>
                  </a:lnTo>
                  <a:lnTo>
                    <a:pt x="2808475" y="3384109"/>
                  </a:lnTo>
                  <a:lnTo>
                    <a:pt x="2808601" y="3384109"/>
                  </a:lnTo>
                  <a:lnTo>
                    <a:pt x="2808727" y="3384109"/>
                  </a:lnTo>
                  <a:lnTo>
                    <a:pt x="2808853" y="3384109"/>
                  </a:lnTo>
                  <a:lnTo>
                    <a:pt x="2808979" y="3384109"/>
                  </a:lnTo>
                  <a:lnTo>
                    <a:pt x="2809106" y="3384109"/>
                  </a:lnTo>
                  <a:lnTo>
                    <a:pt x="2809232" y="3384109"/>
                  </a:lnTo>
                  <a:lnTo>
                    <a:pt x="2809358" y="3384109"/>
                  </a:lnTo>
                  <a:lnTo>
                    <a:pt x="2809484" y="3384109"/>
                  </a:lnTo>
                  <a:lnTo>
                    <a:pt x="2809610" y="3384109"/>
                  </a:lnTo>
                  <a:lnTo>
                    <a:pt x="2809736" y="3384109"/>
                  </a:lnTo>
                  <a:lnTo>
                    <a:pt x="2809862" y="3384109"/>
                  </a:lnTo>
                  <a:lnTo>
                    <a:pt x="2809988" y="3384109"/>
                  </a:lnTo>
                  <a:lnTo>
                    <a:pt x="2810114" y="3384109"/>
                  </a:lnTo>
                  <a:lnTo>
                    <a:pt x="2810240" y="3384109"/>
                  </a:lnTo>
                  <a:lnTo>
                    <a:pt x="2810366" y="3384109"/>
                  </a:lnTo>
                  <a:lnTo>
                    <a:pt x="2810492" y="3384109"/>
                  </a:lnTo>
                  <a:lnTo>
                    <a:pt x="2810619" y="3384109"/>
                  </a:lnTo>
                  <a:lnTo>
                    <a:pt x="2810745" y="3384109"/>
                  </a:lnTo>
                  <a:lnTo>
                    <a:pt x="2810871" y="3384109"/>
                  </a:lnTo>
                  <a:lnTo>
                    <a:pt x="2810997" y="3384109"/>
                  </a:lnTo>
                  <a:lnTo>
                    <a:pt x="2811123" y="3384109"/>
                  </a:lnTo>
                  <a:lnTo>
                    <a:pt x="2811249" y="3384109"/>
                  </a:lnTo>
                  <a:lnTo>
                    <a:pt x="2811375" y="3384109"/>
                  </a:lnTo>
                  <a:lnTo>
                    <a:pt x="2811501" y="3384109"/>
                  </a:lnTo>
                  <a:lnTo>
                    <a:pt x="2811627" y="3384109"/>
                  </a:lnTo>
                  <a:lnTo>
                    <a:pt x="2811753" y="3384109"/>
                  </a:lnTo>
                  <a:lnTo>
                    <a:pt x="2811753" y="3378829"/>
                  </a:lnTo>
                  <a:lnTo>
                    <a:pt x="2811879" y="3378829"/>
                  </a:lnTo>
                  <a:lnTo>
                    <a:pt x="2812006" y="3378829"/>
                  </a:lnTo>
                  <a:lnTo>
                    <a:pt x="2812132" y="3378829"/>
                  </a:lnTo>
                  <a:lnTo>
                    <a:pt x="2812258" y="3378829"/>
                  </a:lnTo>
                  <a:lnTo>
                    <a:pt x="2812384" y="3378829"/>
                  </a:lnTo>
                  <a:lnTo>
                    <a:pt x="2812510" y="3378829"/>
                  </a:lnTo>
                  <a:lnTo>
                    <a:pt x="2812636" y="3378829"/>
                  </a:lnTo>
                  <a:lnTo>
                    <a:pt x="2812636" y="3373550"/>
                  </a:lnTo>
                  <a:lnTo>
                    <a:pt x="2812762" y="3373550"/>
                  </a:lnTo>
                  <a:lnTo>
                    <a:pt x="2812888" y="3373550"/>
                  </a:lnTo>
                  <a:lnTo>
                    <a:pt x="2813014" y="3373550"/>
                  </a:lnTo>
                  <a:lnTo>
                    <a:pt x="2813140" y="3373550"/>
                  </a:lnTo>
                  <a:lnTo>
                    <a:pt x="2813266" y="3373550"/>
                  </a:lnTo>
                  <a:lnTo>
                    <a:pt x="2813393" y="3373550"/>
                  </a:lnTo>
                  <a:lnTo>
                    <a:pt x="2813519" y="3373550"/>
                  </a:lnTo>
                  <a:lnTo>
                    <a:pt x="2813645" y="3373550"/>
                  </a:lnTo>
                  <a:lnTo>
                    <a:pt x="2813771" y="3373550"/>
                  </a:lnTo>
                  <a:lnTo>
                    <a:pt x="2813897" y="3373550"/>
                  </a:lnTo>
                  <a:lnTo>
                    <a:pt x="2814023" y="3373550"/>
                  </a:lnTo>
                  <a:lnTo>
                    <a:pt x="2814149" y="3373550"/>
                  </a:lnTo>
                  <a:lnTo>
                    <a:pt x="2814275" y="3373550"/>
                  </a:lnTo>
                  <a:lnTo>
                    <a:pt x="2814401" y="3373550"/>
                  </a:lnTo>
                  <a:lnTo>
                    <a:pt x="2814527" y="3373550"/>
                  </a:lnTo>
                  <a:lnTo>
                    <a:pt x="2814653" y="3373550"/>
                  </a:lnTo>
                  <a:lnTo>
                    <a:pt x="2814779" y="3373550"/>
                  </a:lnTo>
                  <a:lnTo>
                    <a:pt x="2814906" y="3373550"/>
                  </a:lnTo>
                  <a:lnTo>
                    <a:pt x="2815032" y="3373550"/>
                  </a:lnTo>
                  <a:lnTo>
                    <a:pt x="2815158" y="3373550"/>
                  </a:lnTo>
                  <a:lnTo>
                    <a:pt x="2815284" y="3373550"/>
                  </a:lnTo>
                  <a:lnTo>
                    <a:pt x="2815410" y="3373550"/>
                  </a:lnTo>
                  <a:lnTo>
                    <a:pt x="2815536" y="3373550"/>
                  </a:lnTo>
                  <a:lnTo>
                    <a:pt x="2815662" y="3373550"/>
                  </a:lnTo>
                  <a:lnTo>
                    <a:pt x="2815788" y="3373550"/>
                  </a:lnTo>
                  <a:lnTo>
                    <a:pt x="2815914" y="3373550"/>
                  </a:lnTo>
                  <a:lnTo>
                    <a:pt x="2816040" y="3373550"/>
                  </a:lnTo>
                  <a:lnTo>
                    <a:pt x="2816166" y="3373550"/>
                  </a:lnTo>
                  <a:lnTo>
                    <a:pt x="2816293" y="3373550"/>
                  </a:lnTo>
                  <a:lnTo>
                    <a:pt x="2816419" y="3373550"/>
                  </a:lnTo>
                  <a:lnTo>
                    <a:pt x="2816545" y="3373550"/>
                  </a:lnTo>
                  <a:lnTo>
                    <a:pt x="2816671" y="3373550"/>
                  </a:lnTo>
                  <a:lnTo>
                    <a:pt x="2816797" y="3373550"/>
                  </a:lnTo>
                  <a:lnTo>
                    <a:pt x="2816923" y="3373550"/>
                  </a:lnTo>
                  <a:lnTo>
                    <a:pt x="2817049" y="3373550"/>
                  </a:lnTo>
                  <a:lnTo>
                    <a:pt x="2817175" y="3373550"/>
                  </a:lnTo>
                  <a:lnTo>
                    <a:pt x="2817301" y="3373550"/>
                  </a:lnTo>
                  <a:lnTo>
                    <a:pt x="2817427" y="3373550"/>
                  </a:lnTo>
                  <a:lnTo>
                    <a:pt x="2817553" y="3373550"/>
                  </a:lnTo>
                  <a:lnTo>
                    <a:pt x="2817679" y="3373550"/>
                  </a:lnTo>
                  <a:lnTo>
                    <a:pt x="2817806" y="3373550"/>
                  </a:lnTo>
                  <a:lnTo>
                    <a:pt x="2817932" y="3373550"/>
                  </a:lnTo>
                  <a:lnTo>
                    <a:pt x="2818058" y="3373550"/>
                  </a:lnTo>
                  <a:lnTo>
                    <a:pt x="2818184" y="3373550"/>
                  </a:lnTo>
                  <a:lnTo>
                    <a:pt x="2818310" y="3373550"/>
                  </a:lnTo>
                  <a:lnTo>
                    <a:pt x="2818436" y="3373550"/>
                  </a:lnTo>
                  <a:lnTo>
                    <a:pt x="2818562" y="3373550"/>
                  </a:lnTo>
                  <a:lnTo>
                    <a:pt x="2818688" y="3373550"/>
                  </a:lnTo>
                  <a:lnTo>
                    <a:pt x="2818814" y="3373550"/>
                  </a:lnTo>
                  <a:lnTo>
                    <a:pt x="2818940" y="3373550"/>
                  </a:lnTo>
                  <a:lnTo>
                    <a:pt x="2819066" y="3373550"/>
                  </a:lnTo>
                  <a:lnTo>
                    <a:pt x="2819193" y="3373550"/>
                  </a:lnTo>
                  <a:lnTo>
                    <a:pt x="2819319" y="3373550"/>
                  </a:lnTo>
                  <a:lnTo>
                    <a:pt x="2819445" y="3373550"/>
                  </a:lnTo>
                  <a:lnTo>
                    <a:pt x="2819571" y="3373550"/>
                  </a:lnTo>
                  <a:lnTo>
                    <a:pt x="2819697" y="3373550"/>
                  </a:lnTo>
                  <a:lnTo>
                    <a:pt x="2819823" y="3373550"/>
                  </a:lnTo>
                  <a:lnTo>
                    <a:pt x="2819949" y="3373550"/>
                  </a:lnTo>
                  <a:lnTo>
                    <a:pt x="2820075" y="3373550"/>
                  </a:lnTo>
                  <a:lnTo>
                    <a:pt x="2820201" y="3373550"/>
                  </a:lnTo>
                  <a:lnTo>
                    <a:pt x="2820327" y="3373550"/>
                  </a:lnTo>
                  <a:lnTo>
                    <a:pt x="2820453" y="3373550"/>
                  </a:lnTo>
                  <a:lnTo>
                    <a:pt x="2820579" y="3373550"/>
                  </a:lnTo>
                  <a:lnTo>
                    <a:pt x="2820706" y="3373550"/>
                  </a:lnTo>
                  <a:lnTo>
                    <a:pt x="2820832" y="3373550"/>
                  </a:lnTo>
                  <a:lnTo>
                    <a:pt x="2820958" y="3373550"/>
                  </a:lnTo>
                  <a:lnTo>
                    <a:pt x="2821084" y="3373550"/>
                  </a:lnTo>
                  <a:lnTo>
                    <a:pt x="2821210" y="3373550"/>
                  </a:lnTo>
                  <a:lnTo>
                    <a:pt x="2821336" y="3373550"/>
                  </a:lnTo>
                  <a:lnTo>
                    <a:pt x="2821462" y="3373550"/>
                  </a:lnTo>
                  <a:lnTo>
                    <a:pt x="2821588" y="3373550"/>
                  </a:lnTo>
                  <a:lnTo>
                    <a:pt x="2821714" y="3373550"/>
                  </a:lnTo>
                  <a:lnTo>
                    <a:pt x="2821840" y="3373550"/>
                  </a:lnTo>
                  <a:lnTo>
                    <a:pt x="2821966" y="3373550"/>
                  </a:lnTo>
                  <a:lnTo>
                    <a:pt x="2822093" y="3373550"/>
                  </a:lnTo>
                  <a:lnTo>
                    <a:pt x="2822219" y="3373550"/>
                  </a:lnTo>
                  <a:lnTo>
                    <a:pt x="2822345" y="3373550"/>
                  </a:lnTo>
                  <a:lnTo>
                    <a:pt x="2822471" y="3373550"/>
                  </a:lnTo>
                  <a:lnTo>
                    <a:pt x="2822597" y="3373550"/>
                  </a:lnTo>
                  <a:lnTo>
                    <a:pt x="2822723" y="3373550"/>
                  </a:lnTo>
                  <a:lnTo>
                    <a:pt x="2822849" y="3373550"/>
                  </a:lnTo>
                  <a:lnTo>
                    <a:pt x="2822975" y="3373550"/>
                  </a:lnTo>
                  <a:lnTo>
                    <a:pt x="2823101" y="3373550"/>
                  </a:lnTo>
                  <a:lnTo>
                    <a:pt x="2823227" y="3373550"/>
                  </a:lnTo>
                  <a:lnTo>
                    <a:pt x="2823353" y="3373550"/>
                  </a:lnTo>
                  <a:lnTo>
                    <a:pt x="2823480" y="3373550"/>
                  </a:lnTo>
                  <a:lnTo>
                    <a:pt x="2823606" y="3373550"/>
                  </a:lnTo>
                  <a:lnTo>
                    <a:pt x="2823732" y="3373550"/>
                  </a:lnTo>
                  <a:lnTo>
                    <a:pt x="2823858" y="3373550"/>
                  </a:lnTo>
                  <a:lnTo>
                    <a:pt x="2823984" y="3373550"/>
                  </a:lnTo>
                  <a:lnTo>
                    <a:pt x="2824110" y="3373550"/>
                  </a:lnTo>
                  <a:lnTo>
                    <a:pt x="2824236" y="3373550"/>
                  </a:lnTo>
                  <a:lnTo>
                    <a:pt x="2824362" y="3373550"/>
                  </a:lnTo>
                  <a:lnTo>
                    <a:pt x="2824488" y="3373550"/>
                  </a:lnTo>
                  <a:lnTo>
                    <a:pt x="2824614" y="3373550"/>
                  </a:lnTo>
                  <a:lnTo>
                    <a:pt x="2824740" y="3373550"/>
                  </a:lnTo>
                  <a:lnTo>
                    <a:pt x="2824866" y="3373550"/>
                  </a:lnTo>
                  <a:lnTo>
                    <a:pt x="2824993" y="3373550"/>
                  </a:lnTo>
                  <a:lnTo>
                    <a:pt x="2825119" y="3373550"/>
                  </a:lnTo>
                  <a:lnTo>
                    <a:pt x="2825245" y="3373550"/>
                  </a:lnTo>
                  <a:lnTo>
                    <a:pt x="2825371" y="3373550"/>
                  </a:lnTo>
                  <a:lnTo>
                    <a:pt x="2825497" y="3373550"/>
                  </a:lnTo>
                  <a:lnTo>
                    <a:pt x="2825623" y="3373550"/>
                  </a:lnTo>
                  <a:lnTo>
                    <a:pt x="2825749" y="3373550"/>
                  </a:lnTo>
                  <a:lnTo>
                    <a:pt x="2825875" y="3373550"/>
                  </a:lnTo>
                  <a:lnTo>
                    <a:pt x="2826001" y="3373550"/>
                  </a:lnTo>
                  <a:lnTo>
                    <a:pt x="2826127" y="3373550"/>
                  </a:lnTo>
                  <a:lnTo>
                    <a:pt x="2826253" y="3373550"/>
                  </a:lnTo>
                  <a:lnTo>
                    <a:pt x="2826380" y="3373550"/>
                  </a:lnTo>
                  <a:lnTo>
                    <a:pt x="2826506" y="3373550"/>
                  </a:lnTo>
                  <a:lnTo>
                    <a:pt x="2826632" y="3373550"/>
                  </a:lnTo>
                  <a:lnTo>
                    <a:pt x="2826758" y="3373550"/>
                  </a:lnTo>
                  <a:lnTo>
                    <a:pt x="2826884" y="3373550"/>
                  </a:lnTo>
                  <a:lnTo>
                    <a:pt x="2827010" y="3373550"/>
                  </a:lnTo>
                  <a:lnTo>
                    <a:pt x="2827136" y="3373550"/>
                  </a:lnTo>
                  <a:lnTo>
                    <a:pt x="2827262" y="3373550"/>
                  </a:lnTo>
                  <a:lnTo>
                    <a:pt x="2827388" y="3373550"/>
                  </a:lnTo>
                  <a:lnTo>
                    <a:pt x="2827514" y="3373550"/>
                  </a:lnTo>
                  <a:lnTo>
                    <a:pt x="2827640" y="3373550"/>
                  </a:lnTo>
                  <a:lnTo>
                    <a:pt x="2827766" y="3373550"/>
                  </a:lnTo>
                  <a:lnTo>
                    <a:pt x="2827893" y="3373550"/>
                  </a:lnTo>
                  <a:lnTo>
                    <a:pt x="2828019" y="3373550"/>
                  </a:lnTo>
                  <a:lnTo>
                    <a:pt x="2828145" y="3373550"/>
                  </a:lnTo>
                  <a:lnTo>
                    <a:pt x="2828271" y="3373550"/>
                  </a:lnTo>
                  <a:lnTo>
                    <a:pt x="2828397" y="3373550"/>
                  </a:lnTo>
                  <a:lnTo>
                    <a:pt x="2828523" y="3373550"/>
                  </a:lnTo>
                  <a:lnTo>
                    <a:pt x="2828649" y="3373550"/>
                  </a:lnTo>
                  <a:lnTo>
                    <a:pt x="2828775" y="3373550"/>
                  </a:lnTo>
                  <a:lnTo>
                    <a:pt x="2828901" y="3373550"/>
                  </a:lnTo>
                  <a:lnTo>
                    <a:pt x="2829027" y="3373550"/>
                  </a:lnTo>
                  <a:lnTo>
                    <a:pt x="2829153" y="3373550"/>
                  </a:lnTo>
                  <a:lnTo>
                    <a:pt x="2829280" y="3373550"/>
                  </a:lnTo>
                  <a:lnTo>
                    <a:pt x="2829406" y="3373550"/>
                  </a:lnTo>
                  <a:lnTo>
                    <a:pt x="2829532" y="3373550"/>
                  </a:lnTo>
                  <a:lnTo>
                    <a:pt x="2829658" y="3373550"/>
                  </a:lnTo>
                  <a:lnTo>
                    <a:pt x="2829784" y="3373550"/>
                  </a:lnTo>
                  <a:lnTo>
                    <a:pt x="2829910" y="3373550"/>
                  </a:lnTo>
                  <a:lnTo>
                    <a:pt x="2830036" y="3373550"/>
                  </a:lnTo>
                  <a:lnTo>
                    <a:pt x="2830162" y="3373550"/>
                  </a:lnTo>
                  <a:lnTo>
                    <a:pt x="2830288" y="3373550"/>
                  </a:lnTo>
                  <a:lnTo>
                    <a:pt x="2830414" y="3373550"/>
                  </a:lnTo>
                  <a:lnTo>
                    <a:pt x="2830540" y="3373550"/>
                  </a:lnTo>
                  <a:lnTo>
                    <a:pt x="2830667" y="3373550"/>
                  </a:lnTo>
                  <a:lnTo>
                    <a:pt x="2830793" y="3373550"/>
                  </a:lnTo>
                  <a:lnTo>
                    <a:pt x="2830919" y="3373550"/>
                  </a:lnTo>
                  <a:lnTo>
                    <a:pt x="2831045" y="3373550"/>
                  </a:lnTo>
                  <a:lnTo>
                    <a:pt x="2831171" y="3373550"/>
                  </a:lnTo>
                  <a:lnTo>
                    <a:pt x="2831297" y="3373550"/>
                  </a:lnTo>
                  <a:lnTo>
                    <a:pt x="2831423" y="3373550"/>
                  </a:lnTo>
                  <a:lnTo>
                    <a:pt x="2831549" y="3373550"/>
                  </a:lnTo>
                  <a:lnTo>
                    <a:pt x="2831675" y="3373550"/>
                  </a:lnTo>
                  <a:lnTo>
                    <a:pt x="2831675" y="3368270"/>
                  </a:lnTo>
                  <a:lnTo>
                    <a:pt x="2831801" y="3368270"/>
                  </a:lnTo>
                  <a:lnTo>
                    <a:pt x="2831927" y="3368270"/>
                  </a:lnTo>
                  <a:lnTo>
                    <a:pt x="2832053" y="3368270"/>
                  </a:lnTo>
                  <a:lnTo>
                    <a:pt x="2832180" y="3368270"/>
                  </a:lnTo>
                  <a:lnTo>
                    <a:pt x="2832306" y="3368270"/>
                  </a:lnTo>
                  <a:lnTo>
                    <a:pt x="2832432" y="3368270"/>
                  </a:lnTo>
                  <a:lnTo>
                    <a:pt x="2832558" y="3368270"/>
                  </a:lnTo>
                  <a:lnTo>
                    <a:pt x="2832684" y="3368270"/>
                  </a:lnTo>
                  <a:lnTo>
                    <a:pt x="2832810" y="3368270"/>
                  </a:lnTo>
                  <a:lnTo>
                    <a:pt x="2832936" y="3368270"/>
                  </a:lnTo>
                  <a:lnTo>
                    <a:pt x="2833062" y="3368270"/>
                  </a:lnTo>
                  <a:lnTo>
                    <a:pt x="2833188" y="3368270"/>
                  </a:lnTo>
                  <a:lnTo>
                    <a:pt x="2833314" y="3368270"/>
                  </a:lnTo>
                  <a:lnTo>
                    <a:pt x="2833440" y="3368270"/>
                  </a:lnTo>
                  <a:lnTo>
                    <a:pt x="2833440" y="3362991"/>
                  </a:lnTo>
                  <a:lnTo>
                    <a:pt x="2833567" y="3362991"/>
                  </a:lnTo>
                  <a:lnTo>
                    <a:pt x="2833693" y="3362991"/>
                  </a:lnTo>
                  <a:lnTo>
                    <a:pt x="2833693" y="3357711"/>
                  </a:lnTo>
                  <a:lnTo>
                    <a:pt x="2833819" y="3357711"/>
                  </a:lnTo>
                  <a:lnTo>
                    <a:pt x="2833945" y="3357711"/>
                  </a:lnTo>
                  <a:lnTo>
                    <a:pt x="2834071" y="3357711"/>
                  </a:lnTo>
                  <a:lnTo>
                    <a:pt x="2834197" y="3357711"/>
                  </a:lnTo>
                  <a:lnTo>
                    <a:pt x="2834323" y="3357711"/>
                  </a:lnTo>
                  <a:lnTo>
                    <a:pt x="2834449" y="3357711"/>
                  </a:lnTo>
                  <a:lnTo>
                    <a:pt x="2834575" y="3357711"/>
                  </a:lnTo>
                  <a:lnTo>
                    <a:pt x="2834701" y="3357711"/>
                  </a:lnTo>
                  <a:lnTo>
                    <a:pt x="2834827" y="3357711"/>
                  </a:lnTo>
                  <a:lnTo>
                    <a:pt x="2834953" y="3357711"/>
                  </a:lnTo>
                  <a:lnTo>
                    <a:pt x="2835080" y="3357711"/>
                  </a:lnTo>
                  <a:lnTo>
                    <a:pt x="2835206" y="3357711"/>
                  </a:lnTo>
                  <a:lnTo>
                    <a:pt x="2835332" y="3357711"/>
                  </a:lnTo>
                  <a:lnTo>
                    <a:pt x="2835458" y="3357711"/>
                  </a:lnTo>
                  <a:lnTo>
                    <a:pt x="2835584" y="3357711"/>
                  </a:lnTo>
                  <a:lnTo>
                    <a:pt x="2835710" y="3357711"/>
                  </a:lnTo>
                  <a:lnTo>
                    <a:pt x="2835836" y="3357711"/>
                  </a:lnTo>
                  <a:lnTo>
                    <a:pt x="2835962" y="3357711"/>
                  </a:lnTo>
                  <a:lnTo>
                    <a:pt x="2836088" y="3357711"/>
                  </a:lnTo>
                  <a:lnTo>
                    <a:pt x="2836214" y="3357711"/>
                  </a:lnTo>
                  <a:lnTo>
                    <a:pt x="2836340" y="3357711"/>
                  </a:lnTo>
                  <a:lnTo>
                    <a:pt x="2836467" y="3357711"/>
                  </a:lnTo>
                  <a:lnTo>
                    <a:pt x="2836593" y="3357711"/>
                  </a:lnTo>
                  <a:lnTo>
                    <a:pt x="2836719" y="3357711"/>
                  </a:lnTo>
                  <a:lnTo>
                    <a:pt x="2836845" y="3357711"/>
                  </a:lnTo>
                  <a:lnTo>
                    <a:pt x="2836971" y="3357711"/>
                  </a:lnTo>
                  <a:lnTo>
                    <a:pt x="2837097" y="3357711"/>
                  </a:lnTo>
                  <a:lnTo>
                    <a:pt x="2837223" y="3357711"/>
                  </a:lnTo>
                  <a:lnTo>
                    <a:pt x="2837349" y="3357711"/>
                  </a:lnTo>
                  <a:lnTo>
                    <a:pt x="2837475" y="3357711"/>
                  </a:lnTo>
                  <a:lnTo>
                    <a:pt x="2837601" y="3357711"/>
                  </a:lnTo>
                  <a:lnTo>
                    <a:pt x="2837727" y="3357711"/>
                  </a:lnTo>
                  <a:lnTo>
                    <a:pt x="2837854" y="3357711"/>
                  </a:lnTo>
                  <a:lnTo>
                    <a:pt x="2837980" y="3357711"/>
                  </a:lnTo>
                  <a:lnTo>
                    <a:pt x="2838106" y="3357711"/>
                  </a:lnTo>
                  <a:lnTo>
                    <a:pt x="2838232" y="3357711"/>
                  </a:lnTo>
                  <a:lnTo>
                    <a:pt x="2838358" y="3357711"/>
                  </a:lnTo>
                  <a:lnTo>
                    <a:pt x="2838484" y="3357711"/>
                  </a:lnTo>
                  <a:lnTo>
                    <a:pt x="2838610" y="3357711"/>
                  </a:lnTo>
                  <a:lnTo>
                    <a:pt x="2838736" y="3357711"/>
                  </a:lnTo>
                  <a:lnTo>
                    <a:pt x="2838862" y="3357711"/>
                  </a:lnTo>
                  <a:lnTo>
                    <a:pt x="2838988" y="3357711"/>
                  </a:lnTo>
                  <a:lnTo>
                    <a:pt x="2839114" y="3357711"/>
                  </a:lnTo>
                  <a:lnTo>
                    <a:pt x="2839240" y="3357711"/>
                  </a:lnTo>
                  <a:lnTo>
                    <a:pt x="2839367" y="3357711"/>
                  </a:lnTo>
                  <a:lnTo>
                    <a:pt x="2839493" y="3357711"/>
                  </a:lnTo>
                  <a:lnTo>
                    <a:pt x="2839619" y="3357711"/>
                  </a:lnTo>
                  <a:lnTo>
                    <a:pt x="2839745" y="3357711"/>
                  </a:lnTo>
                  <a:lnTo>
                    <a:pt x="2839871" y="3357711"/>
                  </a:lnTo>
                  <a:lnTo>
                    <a:pt x="2839997" y="3357711"/>
                  </a:lnTo>
                  <a:lnTo>
                    <a:pt x="2840123" y="3357711"/>
                  </a:lnTo>
                  <a:lnTo>
                    <a:pt x="2840249" y="3357711"/>
                  </a:lnTo>
                  <a:lnTo>
                    <a:pt x="2840375" y="3357711"/>
                  </a:lnTo>
                  <a:lnTo>
                    <a:pt x="2840501" y="3357711"/>
                  </a:lnTo>
                  <a:lnTo>
                    <a:pt x="2840627" y="3357711"/>
                  </a:lnTo>
                  <a:lnTo>
                    <a:pt x="2840754" y="3357711"/>
                  </a:lnTo>
                  <a:lnTo>
                    <a:pt x="2840880" y="3357711"/>
                  </a:lnTo>
                  <a:lnTo>
                    <a:pt x="2841006" y="3357711"/>
                  </a:lnTo>
                  <a:lnTo>
                    <a:pt x="2841132" y="3357711"/>
                  </a:lnTo>
                  <a:lnTo>
                    <a:pt x="2841258" y="3357711"/>
                  </a:lnTo>
                  <a:lnTo>
                    <a:pt x="2841384" y="3357711"/>
                  </a:lnTo>
                  <a:lnTo>
                    <a:pt x="2841510" y="3357711"/>
                  </a:lnTo>
                  <a:lnTo>
                    <a:pt x="2841636" y="3357711"/>
                  </a:lnTo>
                  <a:lnTo>
                    <a:pt x="2841762" y="3357711"/>
                  </a:lnTo>
                  <a:lnTo>
                    <a:pt x="2841888" y="3357711"/>
                  </a:lnTo>
                  <a:lnTo>
                    <a:pt x="2842014" y="3357711"/>
                  </a:lnTo>
                  <a:lnTo>
                    <a:pt x="2842140" y="3357711"/>
                  </a:lnTo>
                  <a:lnTo>
                    <a:pt x="2842267" y="3357711"/>
                  </a:lnTo>
                  <a:lnTo>
                    <a:pt x="2842393" y="3357711"/>
                  </a:lnTo>
                  <a:lnTo>
                    <a:pt x="2842519" y="3357711"/>
                  </a:lnTo>
                  <a:lnTo>
                    <a:pt x="2842645" y="3357711"/>
                  </a:lnTo>
                  <a:lnTo>
                    <a:pt x="2842771" y="3357711"/>
                  </a:lnTo>
                  <a:lnTo>
                    <a:pt x="2842897" y="3357711"/>
                  </a:lnTo>
                  <a:lnTo>
                    <a:pt x="2843023" y="3357711"/>
                  </a:lnTo>
                  <a:lnTo>
                    <a:pt x="2843149" y="3357711"/>
                  </a:lnTo>
                  <a:lnTo>
                    <a:pt x="2843275" y="3357711"/>
                  </a:lnTo>
                  <a:lnTo>
                    <a:pt x="2843401" y="3357711"/>
                  </a:lnTo>
                  <a:lnTo>
                    <a:pt x="2843527" y="3357711"/>
                  </a:lnTo>
                  <a:lnTo>
                    <a:pt x="2843654" y="3357711"/>
                  </a:lnTo>
                  <a:lnTo>
                    <a:pt x="2843780" y="3357711"/>
                  </a:lnTo>
                  <a:lnTo>
                    <a:pt x="2843906" y="3357711"/>
                  </a:lnTo>
                  <a:lnTo>
                    <a:pt x="2844032" y="3357711"/>
                  </a:lnTo>
                  <a:lnTo>
                    <a:pt x="2844158" y="3357711"/>
                  </a:lnTo>
                  <a:lnTo>
                    <a:pt x="2844284" y="3357711"/>
                  </a:lnTo>
                  <a:lnTo>
                    <a:pt x="2844410" y="3357711"/>
                  </a:lnTo>
                  <a:lnTo>
                    <a:pt x="2844536" y="3357711"/>
                  </a:lnTo>
                  <a:lnTo>
                    <a:pt x="2844662" y="3357711"/>
                  </a:lnTo>
                  <a:lnTo>
                    <a:pt x="2844788" y="3357711"/>
                  </a:lnTo>
                  <a:lnTo>
                    <a:pt x="2844914" y="3357711"/>
                  </a:lnTo>
                  <a:lnTo>
                    <a:pt x="2845040" y="3357711"/>
                  </a:lnTo>
                  <a:lnTo>
                    <a:pt x="2845167" y="3357711"/>
                  </a:lnTo>
                  <a:lnTo>
                    <a:pt x="2845293" y="3357711"/>
                  </a:lnTo>
                  <a:lnTo>
                    <a:pt x="2845419" y="3357711"/>
                  </a:lnTo>
                  <a:lnTo>
                    <a:pt x="2845545" y="3357711"/>
                  </a:lnTo>
                  <a:lnTo>
                    <a:pt x="2845671" y="3357711"/>
                  </a:lnTo>
                  <a:lnTo>
                    <a:pt x="2845797" y="3357711"/>
                  </a:lnTo>
                  <a:lnTo>
                    <a:pt x="2845923" y="3357711"/>
                  </a:lnTo>
                  <a:lnTo>
                    <a:pt x="2846049" y="3357711"/>
                  </a:lnTo>
                  <a:lnTo>
                    <a:pt x="2846175" y="3357711"/>
                  </a:lnTo>
                  <a:lnTo>
                    <a:pt x="2846301" y="3357711"/>
                  </a:lnTo>
                  <a:lnTo>
                    <a:pt x="2846427" y="3357711"/>
                  </a:lnTo>
                  <a:lnTo>
                    <a:pt x="2846554" y="3357711"/>
                  </a:lnTo>
                  <a:lnTo>
                    <a:pt x="2846680" y="3357711"/>
                  </a:lnTo>
                  <a:lnTo>
                    <a:pt x="2846806" y="3357711"/>
                  </a:lnTo>
                  <a:lnTo>
                    <a:pt x="2846932" y="3357711"/>
                  </a:lnTo>
                  <a:lnTo>
                    <a:pt x="2846932" y="3352432"/>
                  </a:lnTo>
                  <a:lnTo>
                    <a:pt x="2847058" y="3352432"/>
                  </a:lnTo>
                  <a:lnTo>
                    <a:pt x="2847184" y="3352432"/>
                  </a:lnTo>
                  <a:lnTo>
                    <a:pt x="2847310" y="3352432"/>
                  </a:lnTo>
                  <a:lnTo>
                    <a:pt x="2847436" y="3352432"/>
                  </a:lnTo>
                  <a:lnTo>
                    <a:pt x="2847562" y="3352432"/>
                  </a:lnTo>
                  <a:lnTo>
                    <a:pt x="2847688" y="3352432"/>
                  </a:lnTo>
                  <a:lnTo>
                    <a:pt x="2847814" y="3352432"/>
                  </a:lnTo>
                  <a:lnTo>
                    <a:pt x="2847941" y="3352432"/>
                  </a:lnTo>
                  <a:lnTo>
                    <a:pt x="2848067" y="3352432"/>
                  </a:lnTo>
                  <a:lnTo>
                    <a:pt x="2848193" y="3352432"/>
                  </a:lnTo>
                  <a:lnTo>
                    <a:pt x="2848319" y="3352432"/>
                  </a:lnTo>
                  <a:lnTo>
                    <a:pt x="2848445" y="3352432"/>
                  </a:lnTo>
                  <a:lnTo>
                    <a:pt x="2848571" y="3352432"/>
                  </a:lnTo>
                  <a:lnTo>
                    <a:pt x="2848697" y="3352432"/>
                  </a:lnTo>
                  <a:lnTo>
                    <a:pt x="2848823" y="3352432"/>
                  </a:lnTo>
                  <a:lnTo>
                    <a:pt x="2848949" y="3352432"/>
                  </a:lnTo>
                  <a:lnTo>
                    <a:pt x="2849075" y="3352432"/>
                  </a:lnTo>
                  <a:lnTo>
                    <a:pt x="2849201" y="3352432"/>
                  </a:lnTo>
                  <a:lnTo>
                    <a:pt x="2849327" y="3352432"/>
                  </a:lnTo>
                  <a:lnTo>
                    <a:pt x="2849454" y="3352432"/>
                  </a:lnTo>
                  <a:lnTo>
                    <a:pt x="2849580" y="3352432"/>
                  </a:lnTo>
                  <a:lnTo>
                    <a:pt x="2849706" y="3352432"/>
                  </a:lnTo>
                  <a:lnTo>
                    <a:pt x="2849832" y="3352432"/>
                  </a:lnTo>
                  <a:lnTo>
                    <a:pt x="2849958" y="3352432"/>
                  </a:lnTo>
                  <a:lnTo>
                    <a:pt x="2850084" y="3352432"/>
                  </a:lnTo>
                  <a:lnTo>
                    <a:pt x="2850210" y="3352432"/>
                  </a:lnTo>
                  <a:lnTo>
                    <a:pt x="2850336" y="3352432"/>
                  </a:lnTo>
                  <a:lnTo>
                    <a:pt x="2850462" y="3352432"/>
                  </a:lnTo>
                  <a:lnTo>
                    <a:pt x="2850588" y="3352432"/>
                  </a:lnTo>
                  <a:lnTo>
                    <a:pt x="2850588" y="3347153"/>
                  </a:lnTo>
                  <a:lnTo>
                    <a:pt x="2850714" y="3347153"/>
                  </a:lnTo>
                  <a:lnTo>
                    <a:pt x="2850841" y="3347153"/>
                  </a:lnTo>
                  <a:lnTo>
                    <a:pt x="2850967" y="3347153"/>
                  </a:lnTo>
                  <a:lnTo>
                    <a:pt x="2851093" y="3347153"/>
                  </a:lnTo>
                  <a:lnTo>
                    <a:pt x="2851219" y="3347153"/>
                  </a:lnTo>
                  <a:lnTo>
                    <a:pt x="2851345" y="3347153"/>
                  </a:lnTo>
                  <a:lnTo>
                    <a:pt x="2851471" y="3347153"/>
                  </a:lnTo>
                  <a:lnTo>
                    <a:pt x="2851597" y="3347153"/>
                  </a:lnTo>
                  <a:lnTo>
                    <a:pt x="2851723" y="3347153"/>
                  </a:lnTo>
                  <a:lnTo>
                    <a:pt x="2851849" y="3347153"/>
                  </a:lnTo>
                  <a:lnTo>
                    <a:pt x="2851975" y="3347153"/>
                  </a:lnTo>
                  <a:lnTo>
                    <a:pt x="2851975" y="3341873"/>
                  </a:lnTo>
                  <a:lnTo>
                    <a:pt x="2852101" y="3341873"/>
                  </a:lnTo>
                  <a:lnTo>
                    <a:pt x="2852227" y="3341873"/>
                  </a:lnTo>
                  <a:lnTo>
                    <a:pt x="2852354" y="3341873"/>
                  </a:lnTo>
                  <a:lnTo>
                    <a:pt x="2852480" y="3341873"/>
                  </a:lnTo>
                  <a:lnTo>
                    <a:pt x="2852606" y="3341873"/>
                  </a:lnTo>
                  <a:lnTo>
                    <a:pt x="2852732" y="3341873"/>
                  </a:lnTo>
                  <a:lnTo>
                    <a:pt x="2852858" y="3341873"/>
                  </a:lnTo>
                  <a:lnTo>
                    <a:pt x="2852984" y="3341873"/>
                  </a:lnTo>
                  <a:lnTo>
                    <a:pt x="2853110" y="3341873"/>
                  </a:lnTo>
                  <a:lnTo>
                    <a:pt x="2853236" y="3341873"/>
                  </a:lnTo>
                  <a:lnTo>
                    <a:pt x="2853362" y="3341873"/>
                  </a:lnTo>
                  <a:lnTo>
                    <a:pt x="2853488" y="3341873"/>
                  </a:lnTo>
                  <a:lnTo>
                    <a:pt x="2853614" y="3341873"/>
                  </a:lnTo>
                  <a:lnTo>
                    <a:pt x="2853741" y="3341873"/>
                  </a:lnTo>
                  <a:lnTo>
                    <a:pt x="2853741" y="3336594"/>
                  </a:lnTo>
                  <a:lnTo>
                    <a:pt x="2853867" y="3336594"/>
                  </a:lnTo>
                  <a:lnTo>
                    <a:pt x="2853993" y="3336594"/>
                  </a:lnTo>
                  <a:lnTo>
                    <a:pt x="2854119" y="3336594"/>
                  </a:lnTo>
                  <a:lnTo>
                    <a:pt x="2854245" y="3336594"/>
                  </a:lnTo>
                  <a:lnTo>
                    <a:pt x="2854371" y="3336594"/>
                  </a:lnTo>
                  <a:lnTo>
                    <a:pt x="2854497" y="3336594"/>
                  </a:lnTo>
                  <a:lnTo>
                    <a:pt x="2854623" y="3336594"/>
                  </a:lnTo>
                  <a:lnTo>
                    <a:pt x="2854749" y="3336594"/>
                  </a:lnTo>
                  <a:lnTo>
                    <a:pt x="2854875" y="3336594"/>
                  </a:lnTo>
                  <a:lnTo>
                    <a:pt x="2855001" y="3336594"/>
                  </a:lnTo>
                  <a:lnTo>
                    <a:pt x="2855128" y="3336594"/>
                  </a:lnTo>
                  <a:lnTo>
                    <a:pt x="2855254" y="3336594"/>
                  </a:lnTo>
                  <a:lnTo>
                    <a:pt x="2855380" y="3336594"/>
                  </a:lnTo>
                  <a:lnTo>
                    <a:pt x="2855506" y="3336594"/>
                  </a:lnTo>
                  <a:lnTo>
                    <a:pt x="2855632" y="3336594"/>
                  </a:lnTo>
                  <a:lnTo>
                    <a:pt x="2855758" y="3336594"/>
                  </a:lnTo>
                  <a:lnTo>
                    <a:pt x="2855884" y="3336594"/>
                  </a:lnTo>
                  <a:lnTo>
                    <a:pt x="2856010" y="3336594"/>
                  </a:lnTo>
                  <a:lnTo>
                    <a:pt x="2856136" y="3336594"/>
                  </a:lnTo>
                  <a:lnTo>
                    <a:pt x="2856262" y="3336594"/>
                  </a:lnTo>
                  <a:lnTo>
                    <a:pt x="2856388" y="3336594"/>
                  </a:lnTo>
                  <a:lnTo>
                    <a:pt x="2856514" y="3336594"/>
                  </a:lnTo>
                  <a:lnTo>
                    <a:pt x="2856641" y="3336594"/>
                  </a:lnTo>
                  <a:lnTo>
                    <a:pt x="2856767" y="3336594"/>
                  </a:lnTo>
                  <a:lnTo>
                    <a:pt x="2856893" y="3336594"/>
                  </a:lnTo>
                  <a:lnTo>
                    <a:pt x="2857019" y="3336594"/>
                  </a:lnTo>
                  <a:lnTo>
                    <a:pt x="2857145" y="3336594"/>
                  </a:lnTo>
                  <a:lnTo>
                    <a:pt x="2857271" y="3336594"/>
                  </a:lnTo>
                  <a:lnTo>
                    <a:pt x="2857397" y="3336594"/>
                  </a:lnTo>
                  <a:lnTo>
                    <a:pt x="2857523" y="3336594"/>
                  </a:lnTo>
                  <a:lnTo>
                    <a:pt x="2857649" y="3336594"/>
                  </a:lnTo>
                  <a:lnTo>
                    <a:pt x="2857775" y="3336594"/>
                  </a:lnTo>
                  <a:lnTo>
                    <a:pt x="2857901" y="3336594"/>
                  </a:lnTo>
                  <a:lnTo>
                    <a:pt x="2858028" y="3336594"/>
                  </a:lnTo>
                  <a:lnTo>
                    <a:pt x="2858154" y="3336594"/>
                  </a:lnTo>
                  <a:lnTo>
                    <a:pt x="2858280" y="3336594"/>
                  </a:lnTo>
                  <a:lnTo>
                    <a:pt x="2858406" y="3336594"/>
                  </a:lnTo>
                  <a:lnTo>
                    <a:pt x="2858532" y="3336594"/>
                  </a:lnTo>
                  <a:lnTo>
                    <a:pt x="2858658" y="3336594"/>
                  </a:lnTo>
                  <a:lnTo>
                    <a:pt x="2858784" y="3336594"/>
                  </a:lnTo>
                  <a:lnTo>
                    <a:pt x="2858910" y="3336594"/>
                  </a:lnTo>
                  <a:lnTo>
                    <a:pt x="2859036" y="3336594"/>
                  </a:lnTo>
                  <a:lnTo>
                    <a:pt x="2859162" y="3336594"/>
                  </a:lnTo>
                  <a:lnTo>
                    <a:pt x="2859288" y="3336594"/>
                  </a:lnTo>
                  <a:lnTo>
                    <a:pt x="2859414" y="3336594"/>
                  </a:lnTo>
                  <a:lnTo>
                    <a:pt x="2859541" y="3336594"/>
                  </a:lnTo>
                  <a:lnTo>
                    <a:pt x="2859667" y="3336594"/>
                  </a:lnTo>
                  <a:lnTo>
                    <a:pt x="2859793" y="3336594"/>
                  </a:lnTo>
                  <a:lnTo>
                    <a:pt x="2859919" y="3336594"/>
                  </a:lnTo>
                  <a:lnTo>
                    <a:pt x="2860045" y="3336594"/>
                  </a:lnTo>
                  <a:lnTo>
                    <a:pt x="2860171" y="3336594"/>
                  </a:lnTo>
                  <a:lnTo>
                    <a:pt x="2860297" y="3336594"/>
                  </a:lnTo>
                  <a:lnTo>
                    <a:pt x="2860423" y="3336594"/>
                  </a:lnTo>
                  <a:lnTo>
                    <a:pt x="2860549" y="3336594"/>
                  </a:lnTo>
                  <a:lnTo>
                    <a:pt x="2860675" y="3336594"/>
                  </a:lnTo>
                  <a:lnTo>
                    <a:pt x="2860801" y="3336594"/>
                  </a:lnTo>
                  <a:lnTo>
                    <a:pt x="2860928" y="3336594"/>
                  </a:lnTo>
                  <a:lnTo>
                    <a:pt x="2861054" y="3336594"/>
                  </a:lnTo>
                  <a:lnTo>
                    <a:pt x="2861180" y="3336594"/>
                  </a:lnTo>
                  <a:lnTo>
                    <a:pt x="2861306" y="3336594"/>
                  </a:lnTo>
                  <a:lnTo>
                    <a:pt x="2861432" y="3336594"/>
                  </a:lnTo>
                  <a:lnTo>
                    <a:pt x="2861558" y="3336594"/>
                  </a:lnTo>
                  <a:lnTo>
                    <a:pt x="2861684" y="3336594"/>
                  </a:lnTo>
                  <a:lnTo>
                    <a:pt x="2861810" y="3336594"/>
                  </a:lnTo>
                  <a:lnTo>
                    <a:pt x="2861936" y="3336594"/>
                  </a:lnTo>
                  <a:lnTo>
                    <a:pt x="2862062" y="3336594"/>
                  </a:lnTo>
                  <a:lnTo>
                    <a:pt x="2862188" y="3336594"/>
                  </a:lnTo>
                  <a:lnTo>
                    <a:pt x="2862314" y="3336594"/>
                  </a:lnTo>
                  <a:lnTo>
                    <a:pt x="2862441" y="3336594"/>
                  </a:lnTo>
                  <a:lnTo>
                    <a:pt x="2862567" y="3336594"/>
                  </a:lnTo>
                  <a:lnTo>
                    <a:pt x="2862693" y="3336594"/>
                  </a:lnTo>
                  <a:lnTo>
                    <a:pt x="2862819" y="3336594"/>
                  </a:lnTo>
                  <a:lnTo>
                    <a:pt x="2862945" y="3336594"/>
                  </a:lnTo>
                  <a:lnTo>
                    <a:pt x="2863071" y="3336594"/>
                  </a:lnTo>
                  <a:lnTo>
                    <a:pt x="2863197" y="3336594"/>
                  </a:lnTo>
                  <a:lnTo>
                    <a:pt x="2863323" y="3336594"/>
                  </a:lnTo>
                  <a:lnTo>
                    <a:pt x="2863449" y="3336594"/>
                  </a:lnTo>
                  <a:lnTo>
                    <a:pt x="2863575" y="3336594"/>
                  </a:lnTo>
                  <a:lnTo>
                    <a:pt x="2863701" y="3336594"/>
                  </a:lnTo>
                  <a:lnTo>
                    <a:pt x="2863828" y="3336594"/>
                  </a:lnTo>
                  <a:lnTo>
                    <a:pt x="2863954" y="3336594"/>
                  </a:lnTo>
                  <a:lnTo>
                    <a:pt x="2864080" y="3336594"/>
                  </a:lnTo>
                  <a:lnTo>
                    <a:pt x="2864206" y="3336594"/>
                  </a:lnTo>
                  <a:lnTo>
                    <a:pt x="2864332" y="3336594"/>
                  </a:lnTo>
                  <a:lnTo>
                    <a:pt x="2864458" y="3336594"/>
                  </a:lnTo>
                  <a:lnTo>
                    <a:pt x="2864584" y="3336594"/>
                  </a:lnTo>
                  <a:lnTo>
                    <a:pt x="2864584" y="3331314"/>
                  </a:lnTo>
                  <a:lnTo>
                    <a:pt x="2864710" y="3331314"/>
                  </a:lnTo>
                  <a:lnTo>
                    <a:pt x="2864836" y="3331314"/>
                  </a:lnTo>
                  <a:lnTo>
                    <a:pt x="2864962" y="3331314"/>
                  </a:lnTo>
                  <a:lnTo>
                    <a:pt x="2865088" y="3331314"/>
                  </a:lnTo>
                  <a:lnTo>
                    <a:pt x="2865215" y="3331314"/>
                  </a:lnTo>
                  <a:lnTo>
                    <a:pt x="2865341" y="3331314"/>
                  </a:lnTo>
                  <a:lnTo>
                    <a:pt x="2865467" y="3331314"/>
                  </a:lnTo>
                  <a:lnTo>
                    <a:pt x="2865593" y="3331314"/>
                  </a:lnTo>
                  <a:lnTo>
                    <a:pt x="2865719" y="3331314"/>
                  </a:lnTo>
                  <a:lnTo>
                    <a:pt x="2865845" y="3331314"/>
                  </a:lnTo>
                  <a:lnTo>
                    <a:pt x="2865971" y="3331314"/>
                  </a:lnTo>
                  <a:lnTo>
                    <a:pt x="2866097" y="3331314"/>
                  </a:lnTo>
                  <a:lnTo>
                    <a:pt x="2866223" y="3331314"/>
                  </a:lnTo>
                  <a:lnTo>
                    <a:pt x="2866223" y="3326035"/>
                  </a:lnTo>
                  <a:lnTo>
                    <a:pt x="2866349" y="3326035"/>
                  </a:lnTo>
                  <a:lnTo>
                    <a:pt x="2866475" y="3326035"/>
                  </a:lnTo>
                  <a:lnTo>
                    <a:pt x="2866601" y="3326035"/>
                  </a:lnTo>
                  <a:lnTo>
                    <a:pt x="2866728" y="3326035"/>
                  </a:lnTo>
                  <a:lnTo>
                    <a:pt x="2866854" y="3326035"/>
                  </a:lnTo>
                  <a:lnTo>
                    <a:pt x="2866980" y="3326035"/>
                  </a:lnTo>
                  <a:lnTo>
                    <a:pt x="2867106" y="3326035"/>
                  </a:lnTo>
                  <a:lnTo>
                    <a:pt x="2867232" y="3326035"/>
                  </a:lnTo>
                  <a:lnTo>
                    <a:pt x="2867358" y="3326035"/>
                  </a:lnTo>
                  <a:lnTo>
                    <a:pt x="2867358" y="3320756"/>
                  </a:lnTo>
                  <a:lnTo>
                    <a:pt x="2867484" y="3320756"/>
                  </a:lnTo>
                  <a:lnTo>
                    <a:pt x="2867610" y="3320756"/>
                  </a:lnTo>
                  <a:lnTo>
                    <a:pt x="2867610" y="3315476"/>
                  </a:lnTo>
                  <a:lnTo>
                    <a:pt x="2867736" y="3315476"/>
                  </a:lnTo>
                  <a:lnTo>
                    <a:pt x="2867862" y="3315476"/>
                  </a:lnTo>
                  <a:lnTo>
                    <a:pt x="2867988" y="3315476"/>
                  </a:lnTo>
                  <a:lnTo>
                    <a:pt x="2868115" y="3315476"/>
                  </a:lnTo>
                  <a:lnTo>
                    <a:pt x="2868241" y="3315476"/>
                  </a:lnTo>
                  <a:lnTo>
                    <a:pt x="2868367" y="3315476"/>
                  </a:lnTo>
                  <a:lnTo>
                    <a:pt x="2868493" y="3315476"/>
                  </a:lnTo>
                  <a:lnTo>
                    <a:pt x="2868619" y="3315476"/>
                  </a:lnTo>
                  <a:lnTo>
                    <a:pt x="2868745" y="3315476"/>
                  </a:lnTo>
                  <a:lnTo>
                    <a:pt x="2868871" y="3315476"/>
                  </a:lnTo>
                  <a:lnTo>
                    <a:pt x="2868997" y="3315476"/>
                  </a:lnTo>
                  <a:lnTo>
                    <a:pt x="2869123" y="3315476"/>
                  </a:lnTo>
                  <a:lnTo>
                    <a:pt x="2869249" y="3315476"/>
                  </a:lnTo>
                  <a:lnTo>
                    <a:pt x="2869375" y="3315476"/>
                  </a:lnTo>
                  <a:lnTo>
                    <a:pt x="2869501" y="3315476"/>
                  </a:lnTo>
                  <a:lnTo>
                    <a:pt x="2869628" y="3315476"/>
                  </a:lnTo>
                  <a:lnTo>
                    <a:pt x="2869754" y="3315476"/>
                  </a:lnTo>
                  <a:lnTo>
                    <a:pt x="2869880" y="3315476"/>
                  </a:lnTo>
                  <a:lnTo>
                    <a:pt x="2870006" y="3315476"/>
                  </a:lnTo>
                  <a:lnTo>
                    <a:pt x="2870132" y="3315476"/>
                  </a:lnTo>
                  <a:lnTo>
                    <a:pt x="2870258" y="3315476"/>
                  </a:lnTo>
                  <a:lnTo>
                    <a:pt x="2870384" y="3315476"/>
                  </a:lnTo>
                  <a:lnTo>
                    <a:pt x="2870510" y="3315476"/>
                  </a:lnTo>
                  <a:lnTo>
                    <a:pt x="2870636" y="3315476"/>
                  </a:lnTo>
                  <a:lnTo>
                    <a:pt x="2870762" y="3315476"/>
                  </a:lnTo>
                  <a:lnTo>
                    <a:pt x="2870888" y="3315476"/>
                  </a:lnTo>
                  <a:lnTo>
                    <a:pt x="2871015" y="3315476"/>
                  </a:lnTo>
                  <a:lnTo>
                    <a:pt x="2871141" y="3315476"/>
                  </a:lnTo>
                  <a:lnTo>
                    <a:pt x="2871267" y="3315476"/>
                  </a:lnTo>
                  <a:lnTo>
                    <a:pt x="2871393" y="3315476"/>
                  </a:lnTo>
                  <a:lnTo>
                    <a:pt x="2871519" y="3315476"/>
                  </a:lnTo>
                  <a:lnTo>
                    <a:pt x="2871645" y="3315476"/>
                  </a:lnTo>
                  <a:lnTo>
                    <a:pt x="2871771" y="3315476"/>
                  </a:lnTo>
                  <a:lnTo>
                    <a:pt x="2871897" y="3315476"/>
                  </a:lnTo>
                  <a:lnTo>
                    <a:pt x="2872023" y="3315476"/>
                  </a:lnTo>
                  <a:lnTo>
                    <a:pt x="2872149" y="3315476"/>
                  </a:lnTo>
                  <a:lnTo>
                    <a:pt x="2872275" y="3315476"/>
                  </a:lnTo>
                  <a:lnTo>
                    <a:pt x="2872402" y="3315476"/>
                  </a:lnTo>
                  <a:lnTo>
                    <a:pt x="2872528" y="3315476"/>
                  </a:lnTo>
                  <a:lnTo>
                    <a:pt x="2872654" y="3315476"/>
                  </a:lnTo>
                  <a:lnTo>
                    <a:pt x="2872780" y="3315476"/>
                  </a:lnTo>
                  <a:lnTo>
                    <a:pt x="2872906" y="3315476"/>
                  </a:lnTo>
                  <a:lnTo>
                    <a:pt x="2872906" y="3310197"/>
                  </a:lnTo>
                  <a:lnTo>
                    <a:pt x="2873032" y="3310197"/>
                  </a:lnTo>
                  <a:lnTo>
                    <a:pt x="2873032" y="3304917"/>
                  </a:lnTo>
                  <a:lnTo>
                    <a:pt x="2873158" y="3304917"/>
                  </a:lnTo>
                  <a:lnTo>
                    <a:pt x="2873284" y="3304917"/>
                  </a:lnTo>
                  <a:lnTo>
                    <a:pt x="2873410" y="3304917"/>
                  </a:lnTo>
                  <a:lnTo>
                    <a:pt x="2873536" y="3304917"/>
                  </a:lnTo>
                  <a:lnTo>
                    <a:pt x="2873662" y="3304917"/>
                  </a:lnTo>
                  <a:lnTo>
                    <a:pt x="2873788" y="3304917"/>
                  </a:lnTo>
                  <a:lnTo>
                    <a:pt x="2873915" y="3304917"/>
                  </a:lnTo>
                  <a:lnTo>
                    <a:pt x="2874041" y="3304917"/>
                  </a:lnTo>
                  <a:lnTo>
                    <a:pt x="2874167" y="3304917"/>
                  </a:lnTo>
                  <a:lnTo>
                    <a:pt x="2874293" y="3304917"/>
                  </a:lnTo>
                  <a:lnTo>
                    <a:pt x="2874419" y="3304917"/>
                  </a:lnTo>
                  <a:lnTo>
                    <a:pt x="2874419" y="3299638"/>
                  </a:lnTo>
                  <a:lnTo>
                    <a:pt x="2874545" y="3299638"/>
                  </a:lnTo>
                  <a:lnTo>
                    <a:pt x="2874671" y="3299638"/>
                  </a:lnTo>
                  <a:lnTo>
                    <a:pt x="2874797" y="3299638"/>
                  </a:lnTo>
                  <a:lnTo>
                    <a:pt x="2874923" y="3299638"/>
                  </a:lnTo>
                  <a:lnTo>
                    <a:pt x="2875049" y="3299638"/>
                  </a:lnTo>
                  <a:lnTo>
                    <a:pt x="2875175" y="3299638"/>
                  </a:lnTo>
                  <a:lnTo>
                    <a:pt x="2875302" y="3299638"/>
                  </a:lnTo>
                  <a:lnTo>
                    <a:pt x="2875428" y="3299638"/>
                  </a:lnTo>
                  <a:lnTo>
                    <a:pt x="2875554" y="3299638"/>
                  </a:lnTo>
                  <a:lnTo>
                    <a:pt x="2875680" y="3299638"/>
                  </a:lnTo>
                  <a:lnTo>
                    <a:pt x="2875806" y="3299638"/>
                  </a:lnTo>
                  <a:lnTo>
                    <a:pt x="2875932" y="3299638"/>
                  </a:lnTo>
                  <a:lnTo>
                    <a:pt x="2876058" y="3299638"/>
                  </a:lnTo>
                  <a:lnTo>
                    <a:pt x="2876184" y="3299638"/>
                  </a:lnTo>
                  <a:lnTo>
                    <a:pt x="2876310" y="3299638"/>
                  </a:lnTo>
                  <a:lnTo>
                    <a:pt x="2876436" y="3299638"/>
                  </a:lnTo>
                  <a:lnTo>
                    <a:pt x="2876562" y="3299638"/>
                  </a:lnTo>
                  <a:lnTo>
                    <a:pt x="2876688" y="3299638"/>
                  </a:lnTo>
                  <a:lnTo>
                    <a:pt x="2876815" y="3299638"/>
                  </a:lnTo>
                  <a:lnTo>
                    <a:pt x="2876941" y="3299638"/>
                  </a:lnTo>
                  <a:lnTo>
                    <a:pt x="2877067" y="3299638"/>
                  </a:lnTo>
                  <a:lnTo>
                    <a:pt x="2877193" y="3299638"/>
                  </a:lnTo>
                  <a:lnTo>
                    <a:pt x="2877319" y="3299638"/>
                  </a:lnTo>
                  <a:lnTo>
                    <a:pt x="2877445" y="3299638"/>
                  </a:lnTo>
                  <a:lnTo>
                    <a:pt x="2877571" y="3299638"/>
                  </a:lnTo>
                  <a:lnTo>
                    <a:pt x="2877697" y="3299638"/>
                  </a:lnTo>
                  <a:lnTo>
                    <a:pt x="2877823" y="3299638"/>
                  </a:lnTo>
                  <a:lnTo>
                    <a:pt x="2877949" y="3299638"/>
                  </a:lnTo>
                  <a:lnTo>
                    <a:pt x="2878075" y="3299638"/>
                  </a:lnTo>
                  <a:lnTo>
                    <a:pt x="2878202" y="3299638"/>
                  </a:lnTo>
                  <a:lnTo>
                    <a:pt x="2878328" y="3299638"/>
                  </a:lnTo>
                  <a:lnTo>
                    <a:pt x="2878454" y="3299638"/>
                  </a:lnTo>
                  <a:lnTo>
                    <a:pt x="2878454" y="3294358"/>
                  </a:lnTo>
                  <a:lnTo>
                    <a:pt x="2878580" y="3294358"/>
                  </a:lnTo>
                  <a:lnTo>
                    <a:pt x="2878706" y="3294358"/>
                  </a:lnTo>
                  <a:lnTo>
                    <a:pt x="2878832" y="3294358"/>
                  </a:lnTo>
                  <a:lnTo>
                    <a:pt x="2878958" y="3294358"/>
                  </a:lnTo>
                  <a:lnTo>
                    <a:pt x="2879084" y="3294358"/>
                  </a:lnTo>
                  <a:lnTo>
                    <a:pt x="2879210" y="3294358"/>
                  </a:lnTo>
                  <a:lnTo>
                    <a:pt x="2879336" y="3294358"/>
                  </a:lnTo>
                  <a:lnTo>
                    <a:pt x="2879462" y="3294358"/>
                  </a:lnTo>
                  <a:lnTo>
                    <a:pt x="2879589" y="3294358"/>
                  </a:lnTo>
                  <a:lnTo>
                    <a:pt x="2879589" y="3289079"/>
                  </a:lnTo>
                  <a:lnTo>
                    <a:pt x="2879715" y="3289079"/>
                  </a:lnTo>
                  <a:lnTo>
                    <a:pt x="2879841" y="3289079"/>
                  </a:lnTo>
                  <a:lnTo>
                    <a:pt x="2879967" y="3289079"/>
                  </a:lnTo>
                  <a:lnTo>
                    <a:pt x="2880093" y="3289079"/>
                  </a:lnTo>
                  <a:lnTo>
                    <a:pt x="2880219" y="3289079"/>
                  </a:lnTo>
                  <a:lnTo>
                    <a:pt x="2880345" y="3289079"/>
                  </a:lnTo>
                  <a:lnTo>
                    <a:pt x="2880471" y="3289079"/>
                  </a:lnTo>
                  <a:lnTo>
                    <a:pt x="2880597" y="3289079"/>
                  </a:lnTo>
                  <a:lnTo>
                    <a:pt x="2880723" y="3289079"/>
                  </a:lnTo>
                  <a:lnTo>
                    <a:pt x="2880849" y="3289079"/>
                  </a:lnTo>
                  <a:lnTo>
                    <a:pt x="2880975" y="3289079"/>
                  </a:lnTo>
                  <a:lnTo>
                    <a:pt x="2881102" y="3289079"/>
                  </a:lnTo>
                  <a:lnTo>
                    <a:pt x="2881228" y="3289079"/>
                  </a:lnTo>
                  <a:lnTo>
                    <a:pt x="2881354" y="3289079"/>
                  </a:lnTo>
                  <a:lnTo>
                    <a:pt x="2881480" y="3289079"/>
                  </a:lnTo>
                  <a:lnTo>
                    <a:pt x="2881606" y="3289079"/>
                  </a:lnTo>
                  <a:lnTo>
                    <a:pt x="2881732" y="3289079"/>
                  </a:lnTo>
                  <a:lnTo>
                    <a:pt x="2881858" y="3289079"/>
                  </a:lnTo>
                  <a:lnTo>
                    <a:pt x="2881984" y="3289079"/>
                  </a:lnTo>
                  <a:lnTo>
                    <a:pt x="2882110" y="3289079"/>
                  </a:lnTo>
                  <a:lnTo>
                    <a:pt x="2882236" y="3289079"/>
                  </a:lnTo>
                  <a:lnTo>
                    <a:pt x="2882362" y="3289079"/>
                  </a:lnTo>
                  <a:lnTo>
                    <a:pt x="2882489" y="3289079"/>
                  </a:lnTo>
                  <a:lnTo>
                    <a:pt x="2882615" y="3289079"/>
                  </a:lnTo>
                  <a:lnTo>
                    <a:pt x="2882741" y="3289079"/>
                  </a:lnTo>
                  <a:lnTo>
                    <a:pt x="2882867" y="3289079"/>
                  </a:lnTo>
                  <a:lnTo>
                    <a:pt x="2882993" y="3289079"/>
                  </a:lnTo>
                  <a:lnTo>
                    <a:pt x="2883119" y="3289079"/>
                  </a:lnTo>
                  <a:lnTo>
                    <a:pt x="2883245" y="3289079"/>
                  </a:lnTo>
                  <a:lnTo>
                    <a:pt x="2883371" y="3289079"/>
                  </a:lnTo>
                  <a:lnTo>
                    <a:pt x="2883497" y="3289079"/>
                  </a:lnTo>
                  <a:lnTo>
                    <a:pt x="2883623" y="3289079"/>
                  </a:lnTo>
                  <a:lnTo>
                    <a:pt x="2883749" y="3289079"/>
                  </a:lnTo>
                  <a:lnTo>
                    <a:pt x="2883875" y="3289079"/>
                  </a:lnTo>
                  <a:lnTo>
                    <a:pt x="2884002" y="3289079"/>
                  </a:lnTo>
                  <a:lnTo>
                    <a:pt x="2884128" y="3289079"/>
                  </a:lnTo>
                  <a:lnTo>
                    <a:pt x="2884254" y="3289079"/>
                  </a:lnTo>
                  <a:lnTo>
                    <a:pt x="2884380" y="3289079"/>
                  </a:lnTo>
                  <a:lnTo>
                    <a:pt x="2884506" y="3289079"/>
                  </a:lnTo>
                  <a:lnTo>
                    <a:pt x="2884632" y="3289079"/>
                  </a:lnTo>
                  <a:lnTo>
                    <a:pt x="2884758" y="3289079"/>
                  </a:lnTo>
                  <a:lnTo>
                    <a:pt x="2884884" y="3289079"/>
                  </a:lnTo>
                  <a:lnTo>
                    <a:pt x="2885010" y="3289079"/>
                  </a:lnTo>
                  <a:lnTo>
                    <a:pt x="2885136" y="3289079"/>
                  </a:lnTo>
                  <a:lnTo>
                    <a:pt x="2885262" y="3289079"/>
                  </a:lnTo>
                  <a:lnTo>
                    <a:pt x="2885389" y="3289079"/>
                  </a:lnTo>
                  <a:lnTo>
                    <a:pt x="2885515" y="3289079"/>
                  </a:lnTo>
                  <a:lnTo>
                    <a:pt x="2885641" y="3289079"/>
                  </a:lnTo>
                  <a:lnTo>
                    <a:pt x="2885767" y="3289079"/>
                  </a:lnTo>
                  <a:lnTo>
                    <a:pt x="2885893" y="3289079"/>
                  </a:lnTo>
                  <a:lnTo>
                    <a:pt x="2886019" y="3289079"/>
                  </a:lnTo>
                  <a:lnTo>
                    <a:pt x="2886145" y="3289079"/>
                  </a:lnTo>
                  <a:lnTo>
                    <a:pt x="2886271" y="3289079"/>
                  </a:lnTo>
                  <a:lnTo>
                    <a:pt x="2886397" y="3289079"/>
                  </a:lnTo>
                  <a:lnTo>
                    <a:pt x="2886523" y="3289079"/>
                  </a:lnTo>
                  <a:lnTo>
                    <a:pt x="2886649" y="3289079"/>
                  </a:lnTo>
                  <a:lnTo>
                    <a:pt x="2886775" y="3289079"/>
                  </a:lnTo>
                  <a:lnTo>
                    <a:pt x="2886902" y="3289079"/>
                  </a:lnTo>
                  <a:lnTo>
                    <a:pt x="2886902" y="3283800"/>
                  </a:lnTo>
                  <a:lnTo>
                    <a:pt x="2887028" y="3283800"/>
                  </a:lnTo>
                  <a:lnTo>
                    <a:pt x="2887154" y="3283800"/>
                  </a:lnTo>
                  <a:lnTo>
                    <a:pt x="2887280" y="3283800"/>
                  </a:lnTo>
                  <a:lnTo>
                    <a:pt x="2887406" y="3283800"/>
                  </a:lnTo>
                  <a:lnTo>
                    <a:pt x="2887532" y="3283800"/>
                  </a:lnTo>
                  <a:lnTo>
                    <a:pt x="2887658" y="3283800"/>
                  </a:lnTo>
                  <a:lnTo>
                    <a:pt x="2887784" y="3283800"/>
                  </a:lnTo>
                  <a:lnTo>
                    <a:pt x="2887910" y="3283800"/>
                  </a:lnTo>
                  <a:lnTo>
                    <a:pt x="2888036" y="3283800"/>
                  </a:lnTo>
                  <a:lnTo>
                    <a:pt x="2888162" y="3283800"/>
                  </a:lnTo>
                  <a:lnTo>
                    <a:pt x="2888289" y="3283800"/>
                  </a:lnTo>
                  <a:lnTo>
                    <a:pt x="2888415" y="3283800"/>
                  </a:lnTo>
                  <a:lnTo>
                    <a:pt x="2888541" y="3283800"/>
                  </a:lnTo>
                  <a:lnTo>
                    <a:pt x="2888667" y="3283800"/>
                  </a:lnTo>
                  <a:lnTo>
                    <a:pt x="2888793" y="3283800"/>
                  </a:lnTo>
                  <a:lnTo>
                    <a:pt x="2888919" y="3283800"/>
                  </a:lnTo>
                  <a:lnTo>
                    <a:pt x="2889045" y="3283800"/>
                  </a:lnTo>
                  <a:lnTo>
                    <a:pt x="2889171" y="3283800"/>
                  </a:lnTo>
                  <a:lnTo>
                    <a:pt x="2889297" y="3283800"/>
                  </a:lnTo>
                  <a:lnTo>
                    <a:pt x="2889423" y="3283800"/>
                  </a:lnTo>
                  <a:lnTo>
                    <a:pt x="2889549" y="3283800"/>
                  </a:lnTo>
                  <a:lnTo>
                    <a:pt x="2889676" y="3283800"/>
                  </a:lnTo>
                  <a:lnTo>
                    <a:pt x="2889802" y="3283800"/>
                  </a:lnTo>
                  <a:lnTo>
                    <a:pt x="2889928" y="3283800"/>
                  </a:lnTo>
                  <a:lnTo>
                    <a:pt x="2890054" y="3283800"/>
                  </a:lnTo>
                  <a:lnTo>
                    <a:pt x="2890180" y="3283800"/>
                  </a:lnTo>
                  <a:lnTo>
                    <a:pt x="2890306" y="3283800"/>
                  </a:lnTo>
                  <a:lnTo>
                    <a:pt x="2890432" y="3283800"/>
                  </a:lnTo>
                  <a:lnTo>
                    <a:pt x="2890558" y="3283800"/>
                  </a:lnTo>
                  <a:lnTo>
                    <a:pt x="2890684" y="3283800"/>
                  </a:lnTo>
                  <a:lnTo>
                    <a:pt x="2890810" y="3283800"/>
                  </a:lnTo>
                  <a:lnTo>
                    <a:pt x="2890936" y="3283800"/>
                  </a:lnTo>
                  <a:lnTo>
                    <a:pt x="2891062" y="3283800"/>
                  </a:lnTo>
                  <a:lnTo>
                    <a:pt x="2891189" y="3283800"/>
                  </a:lnTo>
                  <a:lnTo>
                    <a:pt x="2891315" y="3283800"/>
                  </a:lnTo>
                  <a:lnTo>
                    <a:pt x="2891441" y="3283800"/>
                  </a:lnTo>
                  <a:lnTo>
                    <a:pt x="2891567" y="3283800"/>
                  </a:lnTo>
                  <a:lnTo>
                    <a:pt x="2891693" y="3283800"/>
                  </a:lnTo>
                  <a:lnTo>
                    <a:pt x="2891819" y="3283800"/>
                  </a:lnTo>
                  <a:lnTo>
                    <a:pt x="2891945" y="3283800"/>
                  </a:lnTo>
                  <a:lnTo>
                    <a:pt x="2892071" y="3283800"/>
                  </a:lnTo>
                  <a:lnTo>
                    <a:pt x="2892197" y="3283800"/>
                  </a:lnTo>
                  <a:lnTo>
                    <a:pt x="2892323" y="3283800"/>
                  </a:lnTo>
                  <a:lnTo>
                    <a:pt x="2892449" y="3283800"/>
                  </a:lnTo>
                  <a:lnTo>
                    <a:pt x="2892576" y="3283800"/>
                  </a:lnTo>
                  <a:lnTo>
                    <a:pt x="2892702" y="3283800"/>
                  </a:lnTo>
                  <a:lnTo>
                    <a:pt x="2892828" y="3283800"/>
                  </a:lnTo>
                  <a:lnTo>
                    <a:pt x="2892954" y="3283800"/>
                  </a:lnTo>
                  <a:lnTo>
                    <a:pt x="2893080" y="3283800"/>
                  </a:lnTo>
                  <a:lnTo>
                    <a:pt x="2893206" y="3283800"/>
                  </a:lnTo>
                  <a:lnTo>
                    <a:pt x="2893332" y="3283800"/>
                  </a:lnTo>
                  <a:lnTo>
                    <a:pt x="2893458" y="3283800"/>
                  </a:lnTo>
                  <a:lnTo>
                    <a:pt x="2893584" y="3283800"/>
                  </a:lnTo>
                  <a:lnTo>
                    <a:pt x="2893710" y="3283800"/>
                  </a:lnTo>
                  <a:lnTo>
                    <a:pt x="2893836" y="3283800"/>
                  </a:lnTo>
                  <a:lnTo>
                    <a:pt x="2893962" y="3283800"/>
                  </a:lnTo>
                  <a:lnTo>
                    <a:pt x="2894089" y="3283800"/>
                  </a:lnTo>
                  <a:lnTo>
                    <a:pt x="2894215" y="3283800"/>
                  </a:lnTo>
                  <a:lnTo>
                    <a:pt x="2894341" y="3283800"/>
                  </a:lnTo>
                  <a:lnTo>
                    <a:pt x="2894467" y="3283800"/>
                  </a:lnTo>
                  <a:lnTo>
                    <a:pt x="2894593" y="3283800"/>
                  </a:lnTo>
                  <a:lnTo>
                    <a:pt x="2894719" y="3283800"/>
                  </a:lnTo>
                  <a:lnTo>
                    <a:pt x="2894845" y="3283800"/>
                  </a:lnTo>
                  <a:lnTo>
                    <a:pt x="2894971" y="3283800"/>
                  </a:lnTo>
                  <a:lnTo>
                    <a:pt x="2895097" y="3283800"/>
                  </a:lnTo>
                  <a:lnTo>
                    <a:pt x="2895223" y="3283800"/>
                  </a:lnTo>
                  <a:lnTo>
                    <a:pt x="2895349" y="3283800"/>
                  </a:lnTo>
                  <a:lnTo>
                    <a:pt x="2895476" y="3283800"/>
                  </a:lnTo>
                  <a:lnTo>
                    <a:pt x="2895602" y="3283800"/>
                  </a:lnTo>
                  <a:lnTo>
                    <a:pt x="2895728" y="3283800"/>
                  </a:lnTo>
                  <a:lnTo>
                    <a:pt x="2895854" y="3283800"/>
                  </a:lnTo>
                  <a:lnTo>
                    <a:pt x="2895980" y="3283800"/>
                  </a:lnTo>
                  <a:lnTo>
                    <a:pt x="2896106" y="3283800"/>
                  </a:lnTo>
                  <a:lnTo>
                    <a:pt x="2896232" y="3283800"/>
                  </a:lnTo>
                  <a:lnTo>
                    <a:pt x="2896358" y="3283800"/>
                  </a:lnTo>
                  <a:lnTo>
                    <a:pt x="2896484" y="3283800"/>
                  </a:lnTo>
                  <a:lnTo>
                    <a:pt x="2896610" y="3283800"/>
                  </a:lnTo>
                  <a:lnTo>
                    <a:pt x="2896736" y="3283800"/>
                  </a:lnTo>
                  <a:lnTo>
                    <a:pt x="2896863" y="3283800"/>
                  </a:lnTo>
                  <a:lnTo>
                    <a:pt x="2896989" y="3283800"/>
                  </a:lnTo>
                  <a:lnTo>
                    <a:pt x="2897115" y="3283800"/>
                  </a:lnTo>
                  <a:lnTo>
                    <a:pt x="2897241" y="3283800"/>
                  </a:lnTo>
                  <a:lnTo>
                    <a:pt x="2897367" y="3283800"/>
                  </a:lnTo>
                  <a:lnTo>
                    <a:pt x="2897493" y="3283800"/>
                  </a:lnTo>
                  <a:lnTo>
                    <a:pt x="2897619" y="3283800"/>
                  </a:lnTo>
                  <a:lnTo>
                    <a:pt x="2897745" y="3283800"/>
                  </a:lnTo>
                  <a:lnTo>
                    <a:pt x="2897871" y="3283800"/>
                  </a:lnTo>
                  <a:lnTo>
                    <a:pt x="2897997" y="3283800"/>
                  </a:lnTo>
                  <a:lnTo>
                    <a:pt x="2898123" y="3283800"/>
                  </a:lnTo>
                  <a:lnTo>
                    <a:pt x="2898249" y="3283800"/>
                  </a:lnTo>
                  <a:lnTo>
                    <a:pt x="2898376" y="3283800"/>
                  </a:lnTo>
                  <a:lnTo>
                    <a:pt x="2898502" y="3283800"/>
                  </a:lnTo>
                  <a:lnTo>
                    <a:pt x="2898628" y="3283800"/>
                  </a:lnTo>
                  <a:lnTo>
                    <a:pt x="2898754" y="3283800"/>
                  </a:lnTo>
                  <a:lnTo>
                    <a:pt x="2898880" y="3283800"/>
                  </a:lnTo>
                  <a:lnTo>
                    <a:pt x="2899006" y="3283800"/>
                  </a:lnTo>
                  <a:lnTo>
                    <a:pt x="2899132" y="3283800"/>
                  </a:lnTo>
                  <a:lnTo>
                    <a:pt x="2899258" y="3283800"/>
                  </a:lnTo>
                  <a:lnTo>
                    <a:pt x="2899384" y="3283800"/>
                  </a:lnTo>
                  <a:lnTo>
                    <a:pt x="2899510" y="3283800"/>
                  </a:lnTo>
                  <a:lnTo>
                    <a:pt x="2899636" y="3283800"/>
                  </a:lnTo>
                  <a:lnTo>
                    <a:pt x="2899763" y="3283800"/>
                  </a:lnTo>
                  <a:lnTo>
                    <a:pt x="2899889" y="3283800"/>
                  </a:lnTo>
                  <a:lnTo>
                    <a:pt x="2900015" y="3283800"/>
                  </a:lnTo>
                  <a:lnTo>
                    <a:pt x="2900141" y="3283800"/>
                  </a:lnTo>
                  <a:lnTo>
                    <a:pt x="2900267" y="3283800"/>
                  </a:lnTo>
                  <a:lnTo>
                    <a:pt x="2900393" y="3283800"/>
                  </a:lnTo>
                  <a:lnTo>
                    <a:pt x="2900519" y="3283800"/>
                  </a:lnTo>
                  <a:lnTo>
                    <a:pt x="2900645" y="3283800"/>
                  </a:lnTo>
                  <a:lnTo>
                    <a:pt x="2900771" y="3283800"/>
                  </a:lnTo>
                  <a:lnTo>
                    <a:pt x="2900897" y="3283800"/>
                  </a:lnTo>
                  <a:lnTo>
                    <a:pt x="2901023" y="3283800"/>
                  </a:lnTo>
                  <a:lnTo>
                    <a:pt x="2901149" y="3283800"/>
                  </a:lnTo>
                  <a:lnTo>
                    <a:pt x="2901276" y="3283800"/>
                  </a:lnTo>
                  <a:lnTo>
                    <a:pt x="2901402" y="3283800"/>
                  </a:lnTo>
                  <a:lnTo>
                    <a:pt x="2901528" y="3283800"/>
                  </a:lnTo>
                  <a:lnTo>
                    <a:pt x="2901654" y="3283800"/>
                  </a:lnTo>
                  <a:lnTo>
                    <a:pt x="2901780" y="3283800"/>
                  </a:lnTo>
                  <a:lnTo>
                    <a:pt x="2901906" y="3283800"/>
                  </a:lnTo>
                  <a:lnTo>
                    <a:pt x="2902032" y="3283800"/>
                  </a:lnTo>
                  <a:lnTo>
                    <a:pt x="2902158" y="3283800"/>
                  </a:lnTo>
                  <a:lnTo>
                    <a:pt x="2902284" y="3283800"/>
                  </a:lnTo>
                  <a:lnTo>
                    <a:pt x="2902410" y="3283800"/>
                  </a:lnTo>
                  <a:lnTo>
                    <a:pt x="2902410" y="3278520"/>
                  </a:lnTo>
                  <a:lnTo>
                    <a:pt x="2902536" y="3278520"/>
                  </a:lnTo>
                  <a:lnTo>
                    <a:pt x="2902663" y="3278520"/>
                  </a:lnTo>
                  <a:lnTo>
                    <a:pt x="2902789" y="3278520"/>
                  </a:lnTo>
                  <a:lnTo>
                    <a:pt x="2902915" y="3278520"/>
                  </a:lnTo>
                  <a:lnTo>
                    <a:pt x="2903041" y="3278520"/>
                  </a:lnTo>
                  <a:lnTo>
                    <a:pt x="2903167" y="3278520"/>
                  </a:lnTo>
                  <a:lnTo>
                    <a:pt x="2903293" y="3278520"/>
                  </a:lnTo>
                  <a:lnTo>
                    <a:pt x="2903419" y="3278520"/>
                  </a:lnTo>
                  <a:lnTo>
                    <a:pt x="2903545" y="3278520"/>
                  </a:lnTo>
                  <a:lnTo>
                    <a:pt x="2903545" y="3273241"/>
                  </a:lnTo>
                  <a:lnTo>
                    <a:pt x="2903671" y="3273241"/>
                  </a:lnTo>
                  <a:lnTo>
                    <a:pt x="2903797" y="3273241"/>
                  </a:lnTo>
                  <a:lnTo>
                    <a:pt x="2903923" y="3273241"/>
                  </a:lnTo>
                  <a:lnTo>
                    <a:pt x="2904050" y="3273241"/>
                  </a:lnTo>
                  <a:lnTo>
                    <a:pt x="2904176" y="3273241"/>
                  </a:lnTo>
                  <a:lnTo>
                    <a:pt x="2904302" y="3273241"/>
                  </a:lnTo>
                  <a:lnTo>
                    <a:pt x="2904428" y="3273241"/>
                  </a:lnTo>
                  <a:lnTo>
                    <a:pt x="2904554" y="3273241"/>
                  </a:lnTo>
                  <a:lnTo>
                    <a:pt x="2904680" y="3273241"/>
                  </a:lnTo>
                  <a:lnTo>
                    <a:pt x="2904806" y="3273241"/>
                  </a:lnTo>
                  <a:lnTo>
                    <a:pt x="2904932" y="3273241"/>
                  </a:lnTo>
                  <a:lnTo>
                    <a:pt x="2905058" y="3273241"/>
                  </a:lnTo>
                  <a:lnTo>
                    <a:pt x="2905184" y="3273241"/>
                  </a:lnTo>
                  <a:lnTo>
                    <a:pt x="2905310" y="3273241"/>
                  </a:lnTo>
                  <a:lnTo>
                    <a:pt x="2905436" y="3273241"/>
                  </a:lnTo>
                  <a:lnTo>
                    <a:pt x="2905563" y="3273241"/>
                  </a:lnTo>
                  <a:lnTo>
                    <a:pt x="2905689" y="3273241"/>
                  </a:lnTo>
                  <a:lnTo>
                    <a:pt x="2905815" y="3273241"/>
                  </a:lnTo>
                  <a:lnTo>
                    <a:pt x="2905941" y="3273241"/>
                  </a:lnTo>
                  <a:lnTo>
                    <a:pt x="2906067" y="3273241"/>
                  </a:lnTo>
                  <a:lnTo>
                    <a:pt x="2906193" y="3273241"/>
                  </a:lnTo>
                  <a:lnTo>
                    <a:pt x="2906193" y="3267961"/>
                  </a:lnTo>
                  <a:lnTo>
                    <a:pt x="2906319" y="3267961"/>
                  </a:lnTo>
                  <a:lnTo>
                    <a:pt x="2906445" y="3267961"/>
                  </a:lnTo>
                  <a:lnTo>
                    <a:pt x="2906571" y="3267961"/>
                  </a:lnTo>
                  <a:lnTo>
                    <a:pt x="2906697" y="3267961"/>
                  </a:lnTo>
                  <a:lnTo>
                    <a:pt x="2906823" y="3267961"/>
                  </a:lnTo>
                  <a:lnTo>
                    <a:pt x="2906950" y="3267961"/>
                  </a:lnTo>
                  <a:lnTo>
                    <a:pt x="2907076" y="3267961"/>
                  </a:lnTo>
                  <a:lnTo>
                    <a:pt x="2907202" y="3267961"/>
                  </a:lnTo>
                  <a:lnTo>
                    <a:pt x="2907328" y="3267961"/>
                  </a:lnTo>
                  <a:lnTo>
                    <a:pt x="2907454" y="3267961"/>
                  </a:lnTo>
                  <a:lnTo>
                    <a:pt x="2907580" y="3267961"/>
                  </a:lnTo>
                  <a:lnTo>
                    <a:pt x="2907706" y="3267961"/>
                  </a:lnTo>
                  <a:lnTo>
                    <a:pt x="2907832" y="3267961"/>
                  </a:lnTo>
                  <a:lnTo>
                    <a:pt x="2907958" y="3267961"/>
                  </a:lnTo>
                  <a:lnTo>
                    <a:pt x="2908084" y="3267961"/>
                  </a:lnTo>
                  <a:lnTo>
                    <a:pt x="2908210" y="3267961"/>
                  </a:lnTo>
                  <a:lnTo>
                    <a:pt x="2908336" y="3267961"/>
                  </a:lnTo>
                  <a:lnTo>
                    <a:pt x="2908463" y="3267961"/>
                  </a:lnTo>
                  <a:lnTo>
                    <a:pt x="2908589" y="3267961"/>
                  </a:lnTo>
                  <a:lnTo>
                    <a:pt x="2908715" y="3267961"/>
                  </a:lnTo>
                  <a:lnTo>
                    <a:pt x="2908841" y="3267961"/>
                  </a:lnTo>
                  <a:lnTo>
                    <a:pt x="2908967" y="3267961"/>
                  </a:lnTo>
                  <a:lnTo>
                    <a:pt x="2909093" y="3267961"/>
                  </a:lnTo>
                  <a:lnTo>
                    <a:pt x="2909219" y="3267961"/>
                  </a:lnTo>
                  <a:lnTo>
                    <a:pt x="2909345" y="3267961"/>
                  </a:lnTo>
                  <a:lnTo>
                    <a:pt x="2909471" y="3267961"/>
                  </a:lnTo>
                  <a:lnTo>
                    <a:pt x="2909597" y="3267961"/>
                  </a:lnTo>
                  <a:lnTo>
                    <a:pt x="2909723" y="3267961"/>
                  </a:lnTo>
                  <a:lnTo>
                    <a:pt x="2909850" y="3267961"/>
                  </a:lnTo>
                  <a:lnTo>
                    <a:pt x="2909976" y="3267961"/>
                  </a:lnTo>
                  <a:lnTo>
                    <a:pt x="2910102" y="3267961"/>
                  </a:lnTo>
                  <a:lnTo>
                    <a:pt x="2910228" y="3267961"/>
                  </a:lnTo>
                  <a:lnTo>
                    <a:pt x="2910354" y="3267961"/>
                  </a:lnTo>
                  <a:lnTo>
                    <a:pt x="2910480" y="3267961"/>
                  </a:lnTo>
                  <a:lnTo>
                    <a:pt x="2910606" y="3267961"/>
                  </a:lnTo>
                  <a:lnTo>
                    <a:pt x="2910732" y="3267961"/>
                  </a:lnTo>
                  <a:lnTo>
                    <a:pt x="2910858" y="3267961"/>
                  </a:lnTo>
                  <a:lnTo>
                    <a:pt x="2910984" y="3267961"/>
                  </a:lnTo>
                  <a:lnTo>
                    <a:pt x="2911110" y="3267961"/>
                  </a:lnTo>
                  <a:lnTo>
                    <a:pt x="2911236" y="3267961"/>
                  </a:lnTo>
                  <a:lnTo>
                    <a:pt x="2911363" y="3267961"/>
                  </a:lnTo>
                  <a:lnTo>
                    <a:pt x="2911489" y="3267961"/>
                  </a:lnTo>
                  <a:lnTo>
                    <a:pt x="2911615" y="3267961"/>
                  </a:lnTo>
                  <a:lnTo>
                    <a:pt x="2911741" y="3267961"/>
                  </a:lnTo>
                  <a:lnTo>
                    <a:pt x="2911867" y="3267961"/>
                  </a:lnTo>
                  <a:lnTo>
                    <a:pt x="2911993" y="3267961"/>
                  </a:lnTo>
                  <a:lnTo>
                    <a:pt x="2912119" y="3267961"/>
                  </a:lnTo>
                  <a:lnTo>
                    <a:pt x="2912245" y="3267961"/>
                  </a:lnTo>
                  <a:lnTo>
                    <a:pt x="2912371" y="3267961"/>
                  </a:lnTo>
                  <a:lnTo>
                    <a:pt x="2912497" y="3267961"/>
                  </a:lnTo>
                  <a:lnTo>
                    <a:pt x="2912623" y="3267961"/>
                  </a:lnTo>
                  <a:lnTo>
                    <a:pt x="2912750" y="3267961"/>
                  </a:lnTo>
                  <a:lnTo>
                    <a:pt x="2912876" y="3267961"/>
                  </a:lnTo>
                  <a:lnTo>
                    <a:pt x="2913002" y="3267961"/>
                  </a:lnTo>
                  <a:lnTo>
                    <a:pt x="2913128" y="3267961"/>
                  </a:lnTo>
                  <a:lnTo>
                    <a:pt x="2913254" y="3267961"/>
                  </a:lnTo>
                  <a:lnTo>
                    <a:pt x="2913380" y="3267961"/>
                  </a:lnTo>
                  <a:lnTo>
                    <a:pt x="2913506" y="3267961"/>
                  </a:lnTo>
                  <a:lnTo>
                    <a:pt x="2913632" y="3267961"/>
                  </a:lnTo>
                  <a:lnTo>
                    <a:pt x="2913758" y="3267961"/>
                  </a:lnTo>
                  <a:lnTo>
                    <a:pt x="2913884" y="3267961"/>
                  </a:lnTo>
                  <a:lnTo>
                    <a:pt x="2914010" y="3267961"/>
                  </a:lnTo>
                  <a:lnTo>
                    <a:pt x="2914137" y="3267961"/>
                  </a:lnTo>
                  <a:lnTo>
                    <a:pt x="2914263" y="3267961"/>
                  </a:lnTo>
                  <a:lnTo>
                    <a:pt x="2914389" y="3267961"/>
                  </a:lnTo>
                  <a:lnTo>
                    <a:pt x="2914515" y="3267961"/>
                  </a:lnTo>
                  <a:lnTo>
                    <a:pt x="2914641" y="3267961"/>
                  </a:lnTo>
                  <a:lnTo>
                    <a:pt x="2914767" y="3267961"/>
                  </a:lnTo>
                  <a:lnTo>
                    <a:pt x="2914893" y="3267961"/>
                  </a:lnTo>
                  <a:lnTo>
                    <a:pt x="2915019" y="3267961"/>
                  </a:lnTo>
                  <a:lnTo>
                    <a:pt x="2915145" y="3267961"/>
                  </a:lnTo>
                  <a:lnTo>
                    <a:pt x="2915271" y="3267961"/>
                  </a:lnTo>
                  <a:lnTo>
                    <a:pt x="2915397" y="3267961"/>
                  </a:lnTo>
                  <a:lnTo>
                    <a:pt x="2915523" y="3267961"/>
                  </a:lnTo>
                  <a:lnTo>
                    <a:pt x="2915650" y="3267961"/>
                  </a:lnTo>
                  <a:lnTo>
                    <a:pt x="2915776" y="3267961"/>
                  </a:lnTo>
                  <a:lnTo>
                    <a:pt x="2915902" y="3267961"/>
                  </a:lnTo>
                  <a:lnTo>
                    <a:pt x="2916028" y="3267961"/>
                  </a:lnTo>
                  <a:lnTo>
                    <a:pt x="2916154" y="3267961"/>
                  </a:lnTo>
                  <a:lnTo>
                    <a:pt x="2916280" y="3267961"/>
                  </a:lnTo>
                  <a:lnTo>
                    <a:pt x="2916406" y="3267961"/>
                  </a:lnTo>
                  <a:lnTo>
                    <a:pt x="2916532" y="3267961"/>
                  </a:lnTo>
                  <a:lnTo>
                    <a:pt x="2916658" y="3267961"/>
                  </a:lnTo>
                  <a:lnTo>
                    <a:pt x="2916784" y="3267961"/>
                  </a:lnTo>
                  <a:lnTo>
                    <a:pt x="2916910" y="3267961"/>
                  </a:lnTo>
                  <a:lnTo>
                    <a:pt x="2917037" y="3267961"/>
                  </a:lnTo>
                  <a:lnTo>
                    <a:pt x="2917163" y="3267961"/>
                  </a:lnTo>
                  <a:lnTo>
                    <a:pt x="2917289" y="3267961"/>
                  </a:lnTo>
                  <a:lnTo>
                    <a:pt x="2917415" y="3267961"/>
                  </a:lnTo>
                  <a:lnTo>
                    <a:pt x="2917541" y="3267961"/>
                  </a:lnTo>
                  <a:lnTo>
                    <a:pt x="2917667" y="3267961"/>
                  </a:lnTo>
                  <a:lnTo>
                    <a:pt x="2917793" y="3267961"/>
                  </a:lnTo>
                  <a:lnTo>
                    <a:pt x="2917919" y="3267961"/>
                  </a:lnTo>
                  <a:lnTo>
                    <a:pt x="2918045" y="3267961"/>
                  </a:lnTo>
                  <a:lnTo>
                    <a:pt x="2918171" y="3267961"/>
                  </a:lnTo>
                  <a:lnTo>
                    <a:pt x="2918297" y="3267961"/>
                  </a:lnTo>
                  <a:lnTo>
                    <a:pt x="2918423" y="3267961"/>
                  </a:lnTo>
                  <a:lnTo>
                    <a:pt x="2918550" y="3267961"/>
                  </a:lnTo>
                  <a:lnTo>
                    <a:pt x="2918676" y="3267961"/>
                  </a:lnTo>
                  <a:lnTo>
                    <a:pt x="2918802" y="3267961"/>
                  </a:lnTo>
                  <a:lnTo>
                    <a:pt x="2918928" y="3267961"/>
                  </a:lnTo>
                  <a:lnTo>
                    <a:pt x="2919054" y="3267961"/>
                  </a:lnTo>
                  <a:lnTo>
                    <a:pt x="2919180" y="3267961"/>
                  </a:lnTo>
                  <a:lnTo>
                    <a:pt x="2919306" y="3267961"/>
                  </a:lnTo>
                  <a:lnTo>
                    <a:pt x="2919432" y="3267961"/>
                  </a:lnTo>
                  <a:lnTo>
                    <a:pt x="2919558" y="3267961"/>
                  </a:lnTo>
                  <a:lnTo>
                    <a:pt x="2919684" y="3267961"/>
                  </a:lnTo>
                  <a:lnTo>
                    <a:pt x="2919810" y="3267961"/>
                  </a:lnTo>
                  <a:lnTo>
                    <a:pt x="2919937" y="3267961"/>
                  </a:lnTo>
                  <a:lnTo>
                    <a:pt x="2920063" y="3267961"/>
                  </a:lnTo>
                  <a:lnTo>
                    <a:pt x="2920063" y="3262682"/>
                  </a:lnTo>
                  <a:lnTo>
                    <a:pt x="2920063" y="3257402"/>
                  </a:lnTo>
                  <a:lnTo>
                    <a:pt x="2920189" y="3257402"/>
                  </a:lnTo>
                  <a:lnTo>
                    <a:pt x="2920315" y="3257402"/>
                  </a:lnTo>
                  <a:lnTo>
                    <a:pt x="2920441" y="3257402"/>
                  </a:lnTo>
                  <a:lnTo>
                    <a:pt x="2920567" y="3257402"/>
                  </a:lnTo>
                  <a:lnTo>
                    <a:pt x="2920693" y="3257402"/>
                  </a:lnTo>
                  <a:lnTo>
                    <a:pt x="2920819" y="3257402"/>
                  </a:lnTo>
                  <a:lnTo>
                    <a:pt x="2920945" y="3257402"/>
                  </a:lnTo>
                  <a:lnTo>
                    <a:pt x="2921071" y="3257402"/>
                  </a:lnTo>
                  <a:lnTo>
                    <a:pt x="2921197" y="3257402"/>
                  </a:lnTo>
                  <a:lnTo>
                    <a:pt x="2921324" y="3257402"/>
                  </a:lnTo>
                  <a:lnTo>
                    <a:pt x="2921450" y="3257402"/>
                  </a:lnTo>
                  <a:lnTo>
                    <a:pt x="2921576" y="3257402"/>
                  </a:lnTo>
                  <a:lnTo>
                    <a:pt x="2921702" y="3257402"/>
                  </a:lnTo>
                  <a:lnTo>
                    <a:pt x="2921828" y="3257402"/>
                  </a:lnTo>
                  <a:lnTo>
                    <a:pt x="2921954" y="3257402"/>
                  </a:lnTo>
                  <a:lnTo>
                    <a:pt x="2922080" y="3257402"/>
                  </a:lnTo>
                  <a:lnTo>
                    <a:pt x="2922206" y="3257402"/>
                  </a:lnTo>
                  <a:lnTo>
                    <a:pt x="2922332" y="3257402"/>
                  </a:lnTo>
                  <a:lnTo>
                    <a:pt x="2922458" y="3257402"/>
                  </a:lnTo>
                  <a:lnTo>
                    <a:pt x="2922584" y="3257402"/>
                  </a:lnTo>
                  <a:lnTo>
                    <a:pt x="2922710" y="3257402"/>
                  </a:lnTo>
                  <a:lnTo>
                    <a:pt x="2922837" y="3257402"/>
                  </a:lnTo>
                  <a:lnTo>
                    <a:pt x="2922963" y="3257402"/>
                  </a:lnTo>
                  <a:lnTo>
                    <a:pt x="2923089" y="3257402"/>
                  </a:lnTo>
                  <a:lnTo>
                    <a:pt x="2923215" y="3257402"/>
                  </a:lnTo>
                  <a:lnTo>
                    <a:pt x="2923341" y="3257402"/>
                  </a:lnTo>
                  <a:lnTo>
                    <a:pt x="2923467" y="3257402"/>
                  </a:lnTo>
                  <a:lnTo>
                    <a:pt x="2923593" y="3257402"/>
                  </a:lnTo>
                  <a:lnTo>
                    <a:pt x="2923719" y="3257402"/>
                  </a:lnTo>
                  <a:lnTo>
                    <a:pt x="2923845" y="3257402"/>
                  </a:lnTo>
                  <a:lnTo>
                    <a:pt x="2923971" y="3257402"/>
                  </a:lnTo>
                  <a:lnTo>
                    <a:pt x="2924097" y="3257402"/>
                  </a:lnTo>
                  <a:lnTo>
                    <a:pt x="2924224" y="3257402"/>
                  </a:lnTo>
                  <a:lnTo>
                    <a:pt x="2924350" y="3257402"/>
                  </a:lnTo>
                  <a:lnTo>
                    <a:pt x="2924476" y="3257402"/>
                  </a:lnTo>
                  <a:lnTo>
                    <a:pt x="2924602" y="3257402"/>
                  </a:lnTo>
                  <a:lnTo>
                    <a:pt x="2924728" y="3257402"/>
                  </a:lnTo>
                  <a:lnTo>
                    <a:pt x="2924854" y="3257402"/>
                  </a:lnTo>
                  <a:lnTo>
                    <a:pt x="2924980" y="3257402"/>
                  </a:lnTo>
                  <a:lnTo>
                    <a:pt x="2925106" y="3257402"/>
                  </a:lnTo>
                  <a:lnTo>
                    <a:pt x="2925232" y="3257402"/>
                  </a:lnTo>
                  <a:lnTo>
                    <a:pt x="2925358" y="3257402"/>
                  </a:lnTo>
                  <a:lnTo>
                    <a:pt x="2925484" y="3257402"/>
                  </a:lnTo>
                  <a:lnTo>
                    <a:pt x="2925610" y="3257402"/>
                  </a:lnTo>
                  <a:lnTo>
                    <a:pt x="2925737" y="3257402"/>
                  </a:lnTo>
                  <a:lnTo>
                    <a:pt x="2925863" y="3257402"/>
                  </a:lnTo>
                  <a:lnTo>
                    <a:pt x="2925989" y="3257402"/>
                  </a:lnTo>
                  <a:lnTo>
                    <a:pt x="2926115" y="3257402"/>
                  </a:lnTo>
                  <a:lnTo>
                    <a:pt x="2926241" y="3257402"/>
                  </a:lnTo>
                  <a:lnTo>
                    <a:pt x="2926367" y="3257402"/>
                  </a:lnTo>
                  <a:lnTo>
                    <a:pt x="2926493" y="3257402"/>
                  </a:lnTo>
                  <a:lnTo>
                    <a:pt x="2926619" y="3257402"/>
                  </a:lnTo>
                  <a:lnTo>
                    <a:pt x="2926745" y="3257402"/>
                  </a:lnTo>
                  <a:lnTo>
                    <a:pt x="2926871" y="3257402"/>
                  </a:lnTo>
                  <a:lnTo>
                    <a:pt x="2926997" y="3257402"/>
                  </a:lnTo>
                  <a:lnTo>
                    <a:pt x="2927124" y="3257402"/>
                  </a:lnTo>
                  <a:lnTo>
                    <a:pt x="2927250" y="3257402"/>
                  </a:lnTo>
                  <a:lnTo>
                    <a:pt x="2927376" y="3257402"/>
                  </a:lnTo>
                  <a:lnTo>
                    <a:pt x="2927502" y="3257402"/>
                  </a:lnTo>
                  <a:lnTo>
                    <a:pt x="2927628" y="3257402"/>
                  </a:lnTo>
                  <a:lnTo>
                    <a:pt x="2927754" y="3257402"/>
                  </a:lnTo>
                  <a:lnTo>
                    <a:pt x="2927880" y="3257402"/>
                  </a:lnTo>
                  <a:lnTo>
                    <a:pt x="2928006" y="3257402"/>
                  </a:lnTo>
                  <a:lnTo>
                    <a:pt x="2928132" y="3257402"/>
                  </a:lnTo>
                  <a:lnTo>
                    <a:pt x="2928258" y="3257402"/>
                  </a:lnTo>
                  <a:lnTo>
                    <a:pt x="2928384" y="3257402"/>
                  </a:lnTo>
                  <a:lnTo>
                    <a:pt x="2928510" y="3257402"/>
                  </a:lnTo>
                  <a:lnTo>
                    <a:pt x="2928637" y="3257402"/>
                  </a:lnTo>
                  <a:lnTo>
                    <a:pt x="2928763" y="3257402"/>
                  </a:lnTo>
                  <a:lnTo>
                    <a:pt x="2928889" y="3257402"/>
                  </a:lnTo>
                  <a:lnTo>
                    <a:pt x="2929015" y="3257402"/>
                  </a:lnTo>
                  <a:lnTo>
                    <a:pt x="2929141" y="3257402"/>
                  </a:lnTo>
                  <a:lnTo>
                    <a:pt x="2929267" y="3257402"/>
                  </a:lnTo>
                  <a:lnTo>
                    <a:pt x="2929393" y="3257402"/>
                  </a:lnTo>
                  <a:lnTo>
                    <a:pt x="2929519" y="3257402"/>
                  </a:lnTo>
                  <a:lnTo>
                    <a:pt x="2929645" y="3257402"/>
                  </a:lnTo>
                  <a:lnTo>
                    <a:pt x="2929771" y="3257402"/>
                  </a:lnTo>
                  <a:lnTo>
                    <a:pt x="2929897" y="3257402"/>
                  </a:lnTo>
                  <a:lnTo>
                    <a:pt x="2930024" y="3257402"/>
                  </a:lnTo>
                  <a:lnTo>
                    <a:pt x="2930150" y="3257402"/>
                  </a:lnTo>
                  <a:lnTo>
                    <a:pt x="2930276" y="3257402"/>
                  </a:lnTo>
                  <a:lnTo>
                    <a:pt x="2930402" y="3257402"/>
                  </a:lnTo>
                  <a:lnTo>
                    <a:pt x="2930528" y="3257402"/>
                  </a:lnTo>
                  <a:lnTo>
                    <a:pt x="2930654" y="3257402"/>
                  </a:lnTo>
                  <a:lnTo>
                    <a:pt x="2930780" y="3257402"/>
                  </a:lnTo>
                  <a:lnTo>
                    <a:pt x="2930906" y="3257402"/>
                  </a:lnTo>
                  <a:lnTo>
                    <a:pt x="2931032" y="3257402"/>
                  </a:lnTo>
                  <a:lnTo>
                    <a:pt x="2931158" y="3257402"/>
                  </a:lnTo>
                  <a:lnTo>
                    <a:pt x="2931284" y="3257402"/>
                  </a:lnTo>
                  <a:lnTo>
                    <a:pt x="2931411" y="3257402"/>
                  </a:lnTo>
                  <a:lnTo>
                    <a:pt x="2931537" y="3257402"/>
                  </a:lnTo>
                  <a:lnTo>
                    <a:pt x="2931663" y="3257402"/>
                  </a:lnTo>
                  <a:lnTo>
                    <a:pt x="2931789" y="3257402"/>
                  </a:lnTo>
                  <a:lnTo>
                    <a:pt x="2931915" y="3257402"/>
                  </a:lnTo>
                  <a:lnTo>
                    <a:pt x="2932041" y="3257402"/>
                  </a:lnTo>
                  <a:lnTo>
                    <a:pt x="2932167" y="3257402"/>
                  </a:lnTo>
                  <a:lnTo>
                    <a:pt x="2932293" y="3257402"/>
                  </a:lnTo>
                  <a:lnTo>
                    <a:pt x="2932419" y="3257402"/>
                  </a:lnTo>
                  <a:lnTo>
                    <a:pt x="2932545" y="3257402"/>
                  </a:lnTo>
                  <a:lnTo>
                    <a:pt x="2932671" y="3257402"/>
                  </a:lnTo>
                  <a:lnTo>
                    <a:pt x="2932797" y="3257402"/>
                  </a:lnTo>
                  <a:lnTo>
                    <a:pt x="2932924" y="3257402"/>
                  </a:lnTo>
                  <a:lnTo>
                    <a:pt x="2933050" y="3257402"/>
                  </a:lnTo>
                  <a:lnTo>
                    <a:pt x="2933176" y="3257402"/>
                  </a:lnTo>
                  <a:lnTo>
                    <a:pt x="2933302" y="3257402"/>
                  </a:lnTo>
                  <a:lnTo>
                    <a:pt x="2933428" y="3257402"/>
                  </a:lnTo>
                  <a:lnTo>
                    <a:pt x="2933554" y="3257402"/>
                  </a:lnTo>
                  <a:lnTo>
                    <a:pt x="2933680" y="3257402"/>
                  </a:lnTo>
                  <a:lnTo>
                    <a:pt x="2933806" y="3257402"/>
                  </a:lnTo>
                  <a:lnTo>
                    <a:pt x="2933932" y="3257402"/>
                  </a:lnTo>
                  <a:lnTo>
                    <a:pt x="2934058" y="3257402"/>
                  </a:lnTo>
                  <a:lnTo>
                    <a:pt x="2934184" y="3257402"/>
                  </a:lnTo>
                  <a:lnTo>
                    <a:pt x="2934311" y="3257402"/>
                  </a:lnTo>
                  <a:lnTo>
                    <a:pt x="2934437" y="3257402"/>
                  </a:lnTo>
                  <a:lnTo>
                    <a:pt x="2934563" y="3257402"/>
                  </a:lnTo>
                  <a:lnTo>
                    <a:pt x="2934689" y="3257402"/>
                  </a:lnTo>
                  <a:lnTo>
                    <a:pt x="2934815" y="3257402"/>
                  </a:lnTo>
                  <a:lnTo>
                    <a:pt x="2934941" y="3257402"/>
                  </a:lnTo>
                  <a:lnTo>
                    <a:pt x="2935067" y="3257402"/>
                  </a:lnTo>
                  <a:lnTo>
                    <a:pt x="2935193" y="3257402"/>
                  </a:lnTo>
                  <a:lnTo>
                    <a:pt x="2935319" y="3257402"/>
                  </a:lnTo>
                  <a:lnTo>
                    <a:pt x="2935445" y="3257402"/>
                  </a:lnTo>
                  <a:lnTo>
                    <a:pt x="2935571" y="3257402"/>
                  </a:lnTo>
                  <a:lnTo>
                    <a:pt x="2935697" y="3257402"/>
                  </a:lnTo>
                  <a:lnTo>
                    <a:pt x="2935824" y="3257402"/>
                  </a:lnTo>
                  <a:lnTo>
                    <a:pt x="2935950" y="3257402"/>
                  </a:lnTo>
                  <a:lnTo>
                    <a:pt x="2936076" y="3257402"/>
                  </a:lnTo>
                  <a:lnTo>
                    <a:pt x="2936202" y="3257402"/>
                  </a:lnTo>
                  <a:lnTo>
                    <a:pt x="2936328" y="3257402"/>
                  </a:lnTo>
                  <a:lnTo>
                    <a:pt x="2936454" y="3257402"/>
                  </a:lnTo>
                  <a:lnTo>
                    <a:pt x="2936580" y="3257402"/>
                  </a:lnTo>
                  <a:lnTo>
                    <a:pt x="2936706" y="3257402"/>
                  </a:lnTo>
                  <a:lnTo>
                    <a:pt x="2936832" y="3257402"/>
                  </a:lnTo>
                  <a:lnTo>
                    <a:pt x="2936958" y="3257402"/>
                  </a:lnTo>
                  <a:lnTo>
                    <a:pt x="2937084" y="3257402"/>
                  </a:lnTo>
                  <a:lnTo>
                    <a:pt x="2937211" y="3257402"/>
                  </a:lnTo>
                  <a:lnTo>
                    <a:pt x="2937337" y="3257402"/>
                  </a:lnTo>
                  <a:lnTo>
                    <a:pt x="2937463" y="3257402"/>
                  </a:lnTo>
                  <a:lnTo>
                    <a:pt x="2937589" y="3257402"/>
                  </a:lnTo>
                  <a:lnTo>
                    <a:pt x="2937715" y="3257402"/>
                  </a:lnTo>
                  <a:lnTo>
                    <a:pt x="2937841" y="3257402"/>
                  </a:lnTo>
                  <a:lnTo>
                    <a:pt x="2937967" y="3257402"/>
                  </a:lnTo>
                  <a:lnTo>
                    <a:pt x="2938093" y="3257402"/>
                  </a:lnTo>
                  <a:lnTo>
                    <a:pt x="2938219" y="3257402"/>
                  </a:lnTo>
                  <a:lnTo>
                    <a:pt x="2938345" y="3257402"/>
                  </a:lnTo>
                  <a:lnTo>
                    <a:pt x="2938471" y="3257402"/>
                  </a:lnTo>
                  <a:lnTo>
                    <a:pt x="2938598" y="3257402"/>
                  </a:lnTo>
                  <a:lnTo>
                    <a:pt x="2938598" y="3252123"/>
                  </a:lnTo>
                  <a:lnTo>
                    <a:pt x="2938724" y="3252123"/>
                  </a:lnTo>
                  <a:lnTo>
                    <a:pt x="2938850" y="3252123"/>
                  </a:lnTo>
                  <a:lnTo>
                    <a:pt x="2938976" y="3252123"/>
                  </a:lnTo>
                  <a:lnTo>
                    <a:pt x="2939102" y="3252123"/>
                  </a:lnTo>
                  <a:lnTo>
                    <a:pt x="2939228" y="3252123"/>
                  </a:lnTo>
                  <a:lnTo>
                    <a:pt x="2939354" y="3252123"/>
                  </a:lnTo>
                  <a:lnTo>
                    <a:pt x="2939480" y="3252123"/>
                  </a:lnTo>
                  <a:lnTo>
                    <a:pt x="2939606" y="3252123"/>
                  </a:lnTo>
                  <a:lnTo>
                    <a:pt x="2939732" y="3252123"/>
                  </a:lnTo>
                  <a:lnTo>
                    <a:pt x="2939858" y="3252123"/>
                  </a:lnTo>
                  <a:lnTo>
                    <a:pt x="2939984" y="3252123"/>
                  </a:lnTo>
                  <a:lnTo>
                    <a:pt x="2940111" y="3252123"/>
                  </a:lnTo>
                  <a:lnTo>
                    <a:pt x="2940237" y="3252123"/>
                  </a:lnTo>
                  <a:lnTo>
                    <a:pt x="2940363" y="3252123"/>
                  </a:lnTo>
                  <a:lnTo>
                    <a:pt x="2940489" y="3252123"/>
                  </a:lnTo>
                  <a:lnTo>
                    <a:pt x="2940615" y="3252123"/>
                  </a:lnTo>
                  <a:lnTo>
                    <a:pt x="2940741" y="3252123"/>
                  </a:lnTo>
                  <a:lnTo>
                    <a:pt x="2940867" y="3252123"/>
                  </a:lnTo>
                  <a:lnTo>
                    <a:pt x="2940993" y="3252123"/>
                  </a:lnTo>
                  <a:lnTo>
                    <a:pt x="2941119" y="3252123"/>
                  </a:lnTo>
                  <a:lnTo>
                    <a:pt x="2941245" y="3252123"/>
                  </a:lnTo>
                  <a:lnTo>
                    <a:pt x="2941371" y="3252123"/>
                  </a:lnTo>
                  <a:lnTo>
                    <a:pt x="2941498" y="3252123"/>
                  </a:lnTo>
                  <a:lnTo>
                    <a:pt x="2941624" y="3252123"/>
                  </a:lnTo>
                  <a:lnTo>
                    <a:pt x="2941750" y="3252123"/>
                  </a:lnTo>
                  <a:lnTo>
                    <a:pt x="2941876" y="3252123"/>
                  </a:lnTo>
                  <a:lnTo>
                    <a:pt x="2942002" y="3252123"/>
                  </a:lnTo>
                  <a:lnTo>
                    <a:pt x="2942128" y="3252123"/>
                  </a:lnTo>
                  <a:lnTo>
                    <a:pt x="2942254" y="3252123"/>
                  </a:lnTo>
                  <a:lnTo>
                    <a:pt x="2942380" y="3252123"/>
                  </a:lnTo>
                  <a:lnTo>
                    <a:pt x="2942506" y="3252123"/>
                  </a:lnTo>
                  <a:lnTo>
                    <a:pt x="2942632" y="3252123"/>
                  </a:lnTo>
                  <a:lnTo>
                    <a:pt x="2942758" y="3252123"/>
                  </a:lnTo>
                  <a:lnTo>
                    <a:pt x="2942884" y="3252123"/>
                  </a:lnTo>
                  <a:lnTo>
                    <a:pt x="2943011" y="3252123"/>
                  </a:lnTo>
                  <a:lnTo>
                    <a:pt x="2943137" y="3252123"/>
                  </a:lnTo>
                  <a:lnTo>
                    <a:pt x="2943263" y="3252123"/>
                  </a:lnTo>
                  <a:lnTo>
                    <a:pt x="2943389" y="3252123"/>
                  </a:lnTo>
                  <a:lnTo>
                    <a:pt x="2943515" y="3252123"/>
                  </a:lnTo>
                  <a:lnTo>
                    <a:pt x="2943641" y="3252123"/>
                  </a:lnTo>
                  <a:lnTo>
                    <a:pt x="2943767" y="3252123"/>
                  </a:lnTo>
                  <a:lnTo>
                    <a:pt x="2943893" y="3252123"/>
                  </a:lnTo>
                  <a:lnTo>
                    <a:pt x="2944019" y="3252123"/>
                  </a:lnTo>
                  <a:lnTo>
                    <a:pt x="2944145" y="3252123"/>
                  </a:lnTo>
                  <a:lnTo>
                    <a:pt x="2944271" y="3252123"/>
                  </a:lnTo>
                  <a:lnTo>
                    <a:pt x="2944398" y="3252123"/>
                  </a:lnTo>
                  <a:lnTo>
                    <a:pt x="2944524" y="3252123"/>
                  </a:lnTo>
                  <a:lnTo>
                    <a:pt x="2944650" y="3252123"/>
                  </a:lnTo>
                  <a:lnTo>
                    <a:pt x="2944776" y="3252123"/>
                  </a:lnTo>
                  <a:lnTo>
                    <a:pt x="2944902" y="3252123"/>
                  </a:lnTo>
                  <a:lnTo>
                    <a:pt x="2945028" y="3252123"/>
                  </a:lnTo>
                  <a:lnTo>
                    <a:pt x="2945154" y="3252123"/>
                  </a:lnTo>
                  <a:lnTo>
                    <a:pt x="2945280" y="3252123"/>
                  </a:lnTo>
                  <a:lnTo>
                    <a:pt x="2945406" y="3252123"/>
                  </a:lnTo>
                  <a:lnTo>
                    <a:pt x="2945532" y="3252123"/>
                  </a:lnTo>
                  <a:lnTo>
                    <a:pt x="2945658" y="3252123"/>
                  </a:lnTo>
                  <a:lnTo>
                    <a:pt x="2945785" y="3252123"/>
                  </a:lnTo>
                  <a:lnTo>
                    <a:pt x="2945911" y="3252123"/>
                  </a:lnTo>
                  <a:lnTo>
                    <a:pt x="2946037" y="3252123"/>
                  </a:lnTo>
                  <a:lnTo>
                    <a:pt x="2946163" y="3252123"/>
                  </a:lnTo>
                  <a:lnTo>
                    <a:pt x="2946289" y="3252123"/>
                  </a:lnTo>
                  <a:lnTo>
                    <a:pt x="2946415" y="3252123"/>
                  </a:lnTo>
                  <a:lnTo>
                    <a:pt x="2946541" y="3252123"/>
                  </a:lnTo>
                  <a:lnTo>
                    <a:pt x="2946667" y="3252123"/>
                  </a:lnTo>
                  <a:lnTo>
                    <a:pt x="2946793" y="3252123"/>
                  </a:lnTo>
                  <a:lnTo>
                    <a:pt x="2946919" y="3252123"/>
                  </a:lnTo>
                  <a:lnTo>
                    <a:pt x="2947045" y="3252123"/>
                  </a:lnTo>
                  <a:lnTo>
                    <a:pt x="2947171" y="3252123"/>
                  </a:lnTo>
                  <a:lnTo>
                    <a:pt x="2947298" y="3252123"/>
                  </a:lnTo>
                  <a:lnTo>
                    <a:pt x="2947424" y="3252123"/>
                  </a:lnTo>
                  <a:lnTo>
                    <a:pt x="2947550" y="3252123"/>
                  </a:lnTo>
                  <a:lnTo>
                    <a:pt x="2947676" y="3252123"/>
                  </a:lnTo>
                  <a:lnTo>
                    <a:pt x="2947802" y="3252123"/>
                  </a:lnTo>
                  <a:lnTo>
                    <a:pt x="2947928" y="3252123"/>
                  </a:lnTo>
                  <a:lnTo>
                    <a:pt x="2948054" y="3252123"/>
                  </a:lnTo>
                  <a:lnTo>
                    <a:pt x="2948180" y="3252123"/>
                  </a:lnTo>
                  <a:lnTo>
                    <a:pt x="2948306" y="3252123"/>
                  </a:lnTo>
                  <a:lnTo>
                    <a:pt x="2948432" y="3252123"/>
                  </a:lnTo>
                  <a:lnTo>
                    <a:pt x="2948432" y="3246844"/>
                  </a:lnTo>
                  <a:lnTo>
                    <a:pt x="2948558" y="3246844"/>
                  </a:lnTo>
                  <a:lnTo>
                    <a:pt x="2948685" y="3246844"/>
                  </a:lnTo>
                  <a:lnTo>
                    <a:pt x="2948811" y="3246844"/>
                  </a:lnTo>
                  <a:lnTo>
                    <a:pt x="2948937" y="3246844"/>
                  </a:lnTo>
                  <a:lnTo>
                    <a:pt x="2949063" y="3246844"/>
                  </a:lnTo>
                  <a:lnTo>
                    <a:pt x="2949189" y="3246844"/>
                  </a:lnTo>
                  <a:lnTo>
                    <a:pt x="2949315" y="3246844"/>
                  </a:lnTo>
                  <a:lnTo>
                    <a:pt x="2949441" y="3246844"/>
                  </a:lnTo>
                  <a:lnTo>
                    <a:pt x="2949567" y="3246844"/>
                  </a:lnTo>
                  <a:lnTo>
                    <a:pt x="2949693" y="3246844"/>
                  </a:lnTo>
                  <a:lnTo>
                    <a:pt x="2949819" y="3246844"/>
                  </a:lnTo>
                  <a:lnTo>
                    <a:pt x="2949945" y="3246844"/>
                  </a:lnTo>
                  <a:lnTo>
                    <a:pt x="2950071" y="3246844"/>
                  </a:lnTo>
                  <a:lnTo>
                    <a:pt x="2950198" y="3246844"/>
                  </a:lnTo>
                  <a:lnTo>
                    <a:pt x="2950324" y="3246844"/>
                  </a:lnTo>
                  <a:lnTo>
                    <a:pt x="2950450" y="3246844"/>
                  </a:lnTo>
                  <a:lnTo>
                    <a:pt x="2950576" y="3246844"/>
                  </a:lnTo>
                  <a:lnTo>
                    <a:pt x="2950702" y="3246844"/>
                  </a:lnTo>
                  <a:lnTo>
                    <a:pt x="2950828" y="3246844"/>
                  </a:lnTo>
                  <a:lnTo>
                    <a:pt x="2950954" y="3246844"/>
                  </a:lnTo>
                  <a:lnTo>
                    <a:pt x="2951080" y="3246844"/>
                  </a:lnTo>
                  <a:lnTo>
                    <a:pt x="2951206" y="3246844"/>
                  </a:lnTo>
                  <a:lnTo>
                    <a:pt x="2951332" y="3246844"/>
                  </a:lnTo>
                  <a:lnTo>
                    <a:pt x="2951458" y="3246844"/>
                  </a:lnTo>
                  <a:lnTo>
                    <a:pt x="2951585" y="3246844"/>
                  </a:lnTo>
                  <a:lnTo>
                    <a:pt x="2951711" y="3246844"/>
                  </a:lnTo>
                  <a:lnTo>
                    <a:pt x="2951837" y="3246844"/>
                  </a:lnTo>
                  <a:lnTo>
                    <a:pt x="2951963" y="3246844"/>
                  </a:lnTo>
                  <a:lnTo>
                    <a:pt x="2952089" y="3246844"/>
                  </a:lnTo>
                  <a:lnTo>
                    <a:pt x="2952215" y="3246844"/>
                  </a:lnTo>
                  <a:lnTo>
                    <a:pt x="2952341" y="3246844"/>
                  </a:lnTo>
                  <a:lnTo>
                    <a:pt x="2952467" y="3246844"/>
                  </a:lnTo>
                  <a:lnTo>
                    <a:pt x="2952593" y="3246844"/>
                  </a:lnTo>
                  <a:lnTo>
                    <a:pt x="2952719" y="3246844"/>
                  </a:lnTo>
                  <a:lnTo>
                    <a:pt x="2952845" y="3246844"/>
                  </a:lnTo>
                  <a:lnTo>
                    <a:pt x="2952971" y="3246844"/>
                  </a:lnTo>
                  <a:lnTo>
                    <a:pt x="2953098" y="3246844"/>
                  </a:lnTo>
                  <a:lnTo>
                    <a:pt x="2953224" y="3246844"/>
                  </a:lnTo>
                  <a:lnTo>
                    <a:pt x="2953224" y="3241564"/>
                  </a:lnTo>
                  <a:lnTo>
                    <a:pt x="2953224" y="3236285"/>
                  </a:lnTo>
                  <a:lnTo>
                    <a:pt x="2953350" y="3236285"/>
                  </a:lnTo>
                  <a:lnTo>
                    <a:pt x="2953476" y="3236285"/>
                  </a:lnTo>
                  <a:lnTo>
                    <a:pt x="2953602" y="3236285"/>
                  </a:lnTo>
                  <a:lnTo>
                    <a:pt x="2953728" y="3236285"/>
                  </a:lnTo>
                  <a:lnTo>
                    <a:pt x="2953854" y="3236285"/>
                  </a:lnTo>
                  <a:lnTo>
                    <a:pt x="2953980" y="3236285"/>
                  </a:lnTo>
                  <a:lnTo>
                    <a:pt x="2954106" y="3236285"/>
                  </a:lnTo>
                  <a:lnTo>
                    <a:pt x="2954232" y="3236285"/>
                  </a:lnTo>
                  <a:lnTo>
                    <a:pt x="2954358" y="3236285"/>
                  </a:lnTo>
                  <a:lnTo>
                    <a:pt x="2954485" y="3236285"/>
                  </a:lnTo>
                  <a:lnTo>
                    <a:pt x="2954611" y="3236285"/>
                  </a:lnTo>
                  <a:lnTo>
                    <a:pt x="2954737" y="3236285"/>
                  </a:lnTo>
                  <a:lnTo>
                    <a:pt x="2954863" y="3236285"/>
                  </a:lnTo>
                  <a:lnTo>
                    <a:pt x="2954989" y="3236285"/>
                  </a:lnTo>
                  <a:lnTo>
                    <a:pt x="2955115" y="3236285"/>
                  </a:lnTo>
                  <a:lnTo>
                    <a:pt x="2955241" y="3236285"/>
                  </a:lnTo>
                  <a:lnTo>
                    <a:pt x="2955367" y="3236285"/>
                  </a:lnTo>
                  <a:lnTo>
                    <a:pt x="2955493" y="3236285"/>
                  </a:lnTo>
                  <a:lnTo>
                    <a:pt x="2955619" y="3236285"/>
                  </a:lnTo>
                  <a:lnTo>
                    <a:pt x="2955745" y="3236285"/>
                  </a:lnTo>
                  <a:lnTo>
                    <a:pt x="2955872" y="3236285"/>
                  </a:lnTo>
                  <a:lnTo>
                    <a:pt x="2955998" y="3236285"/>
                  </a:lnTo>
                  <a:lnTo>
                    <a:pt x="2956124" y="3236285"/>
                  </a:lnTo>
                  <a:lnTo>
                    <a:pt x="2956250" y="3236285"/>
                  </a:lnTo>
                  <a:lnTo>
                    <a:pt x="2956376" y="3236285"/>
                  </a:lnTo>
                  <a:lnTo>
                    <a:pt x="2956502" y="3236285"/>
                  </a:lnTo>
                  <a:lnTo>
                    <a:pt x="2956628" y="3236285"/>
                  </a:lnTo>
                  <a:lnTo>
                    <a:pt x="2956754" y="3236285"/>
                  </a:lnTo>
                  <a:lnTo>
                    <a:pt x="2956880" y="3236285"/>
                  </a:lnTo>
                  <a:lnTo>
                    <a:pt x="2957006" y="3236285"/>
                  </a:lnTo>
                  <a:lnTo>
                    <a:pt x="2957132" y="3236285"/>
                  </a:lnTo>
                  <a:lnTo>
                    <a:pt x="2957258" y="3236285"/>
                  </a:lnTo>
                  <a:lnTo>
                    <a:pt x="2957385" y="3236285"/>
                  </a:lnTo>
                  <a:lnTo>
                    <a:pt x="2957511" y="3236285"/>
                  </a:lnTo>
                  <a:lnTo>
                    <a:pt x="2957637" y="3236285"/>
                  </a:lnTo>
                  <a:lnTo>
                    <a:pt x="2957763" y="3236285"/>
                  </a:lnTo>
                  <a:lnTo>
                    <a:pt x="2957889" y="3236285"/>
                  </a:lnTo>
                  <a:lnTo>
                    <a:pt x="2958015" y="3236285"/>
                  </a:lnTo>
                  <a:lnTo>
                    <a:pt x="2958141" y="3236285"/>
                  </a:lnTo>
                  <a:lnTo>
                    <a:pt x="2958267" y="3236285"/>
                  </a:lnTo>
                  <a:lnTo>
                    <a:pt x="2958393" y="3236285"/>
                  </a:lnTo>
                  <a:lnTo>
                    <a:pt x="2958519" y="3236285"/>
                  </a:lnTo>
                  <a:lnTo>
                    <a:pt x="2958645" y="3236285"/>
                  </a:lnTo>
                  <a:lnTo>
                    <a:pt x="2958772" y="3236285"/>
                  </a:lnTo>
                  <a:lnTo>
                    <a:pt x="2958898" y="3236285"/>
                  </a:lnTo>
                  <a:lnTo>
                    <a:pt x="2959024" y="3236285"/>
                  </a:lnTo>
                  <a:lnTo>
                    <a:pt x="2959150" y="3236285"/>
                  </a:lnTo>
                  <a:lnTo>
                    <a:pt x="2959276" y="3236285"/>
                  </a:lnTo>
                  <a:lnTo>
                    <a:pt x="2959402" y="3236285"/>
                  </a:lnTo>
                  <a:lnTo>
                    <a:pt x="2959528" y="3236285"/>
                  </a:lnTo>
                  <a:lnTo>
                    <a:pt x="2959654" y="3236285"/>
                  </a:lnTo>
                  <a:lnTo>
                    <a:pt x="2959780" y="3236285"/>
                  </a:lnTo>
                  <a:lnTo>
                    <a:pt x="2959906" y="3236285"/>
                  </a:lnTo>
                  <a:lnTo>
                    <a:pt x="2960032" y="3236285"/>
                  </a:lnTo>
                  <a:lnTo>
                    <a:pt x="2960158" y="3236285"/>
                  </a:lnTo>
                  <a:lnTo>
                    <a:pt x="2960285" y="3236285"/>
                  </a:lnTo>
                  <a:lnTo>
                    <a:pt x="2960411" y="3236285"/>
                  </a:lnTo>
                  <a:lnTo>
                    <a:pt x="2960537" y="3236285"/>
                  </a:lnTo>
                  <a:lnTo>
                    <a:pt x="2960663" y="3236285"/>
                  </a:lnTo>
                  <a:lnTo>
                    <a:pt x="2960789" y="3236285"/>
                  </a:lnTo>
                  <a:lnTo>
                    <a:pt x="2960915" y="3236285"/>
                  </a:lnTo>
                  <a:lnTo>
                    <a:pt x="2961041" y="3236285"/>
                  </a:lnTo>
                  <a:lnTo>
                    <a:pt x="2961167" y="3236285"/>
                  </a:lnTo>
                  <a:lnTo>
                    <a:pt x="2961293" y="3236285"/>
                  </a:lnTo>
                  <a:lnTo>
                    <a:pt x="2961419" y="3236285"/>
                  </a:lnTo>
                  <a:lnTo>
                    <a:pt x="2961545" y="3236285"/>
                  </a:lnTo>
                  <a:lnTo>
                    <a:pt x="2961672" y="3236285"/>
                  </a:lnTo>
                  <a:lnTo>
                    <a:pt x="2961798" y="3236285"/>
                  </a:lnTo>
                  <a:lnTo>
                    <a:pt x="2961924" y="3236285"/>
                  </a:lnTo>
                  <a:lnTo>
                    <a:pt x="2962050" y="3236285"/>
                  </a:lnTo>
                  <a:lnTo>
                    <a:pt x="2962176" y="3236285"/>
                  </a:lnTo>
                  <a:lnTo>
                    <a:pt x="2962302" y="3236285"/>
                  </a:lnTo>
                  <a:lnTo>
                    <a:pt x="2962428" y="3236285"/>
                  </a:lnTo>
                  <a:lnTo>
                    <a:pt x="2962554" y="3236285"/>
                  </a:lnTo>
                  <a:lnTo>
                    <a:pt x="2962680" y="3236285"/>
                  </a:lnTo>
                  <a:lnTo>
                    <a:pt x="2962806" y="3236285"/>
                  </a:lnTo>
                  <a:lnTo>
                    <a:pt x="2962932" y="3236285"/>
                  </a:lnTo>
                  <a:lnTo>
                    <a:pt x="2963059" y="3236285"/>
                  </a:lnTo>
                  <a:lnTo>
                    <a:pt x="2963185" y="3236285"/>
                  </a:lnTo>
                  <a:lnTo>
                    <a:pt x="2963311" y="3236285"/>
                  </a:lnTo>
                  <a:lnTo>
                    <a:pt x="2963437" y="3236285"/>
                  </a:lnTo>
                  <a:lnTo>
                    <a:pt x="2963563" y="3236285"/>
                  </a:lnTo>
                  <a:lnTo>
                    <a:pt x="2963689" y="3236285"/>
                  </a:lnTo>
                  <a:lnTo>
                    <a:pt x="2963815" y="3236285"/>
                  </a:lnTo>
                  <a:lnTo>
                    <a:pt x="2963941" y="3236285"/>
                  </a:lnTo>
                  <a:lnTo>
                    <a:pt x="2964067" y="3236285"/>
                  </a:lnTo>
                  <a:lnTo>
                    <a:pt x="2964193" y="3236285"/>
                  </a:lnTo>
                  <a:lnTo>
                    <a:pt x="2964193" y="3231005"/>
                  </a:lnTo>
                  <a:lnTo>
                    <a:pt x="2964319" y="3231005"/>
                  </a:lnTo>
                  <a:lnTo>
                    <a:pt x="2964445" y="3231005"/>
                  </a:lnTo>
                  <a:lnTo>
                    <a:pt x="2964572" y="3231005"/>
                  </a:lnTo>
                  <a:lnTo>
                    <a:pt x="2964698" y="3231005"/>
                  </a:lnTo>
                  <a:lnTo>
                    <a:pt x="2964824" y="3231005"/>
                  </a:lnTo>
                  <a:lnTo>
                    <a:pt x="2964950" y="3231005"/>
                  </a:lnTo>
                  <a:lnTo>
                    <a:pt x="2965076" y="3231005"/>
                  </a:lnTo>
                  <a:lnTo>
                    <a:pt x="2965202" y="3231005"/>
                  </a:lnTo>
                  <a:lnTo>
                    <a:pt x="2965328" y="3231005"/>
                  </a:lnTo>
                  <a:lnTo>
                    <a:pt x="2965454" y="3231005"/>
                  </a:lnTo>
                  <a:lnTo>
                    <a:pt x="2965580" y="3231005"/>
                  </a:lnTo>
                  <a:lnTo>
                    <a:pt x="2965706" y="3231005"/>
                  </a:lnTo>
                  <a:lnTo>
                    <a:pt x="2965832" y="3231005"/>
                  </a:lnTo>
                  <a:lnTo>
                    <a:pt x="2965959" y="3231005"/>
                  </a:lnTo>
                  <a:lnTo>
                    <a:pt x="2966085" y="3231005"/>
                  </a:lnTo>
                  <a:lnTo>
                    <a:pt x="2966211" y="3231005"/>
                  </a:lnTo>
                  <a:lnTo>
                    <a:pt x="2966211" y="3225726"/>
                  </a:lnTo>
                  <a:lnTo>
                    <a:pt x="2966337" y="3225726"/>
                  </a:lnTo>
                  <a:lnTo>
                    <a:pt x="2966463" y="3225726"/>
                  </a:lnTo>
                  <a:lnTo>
                    <a:pt x="2966589" y="3225726"/>
                  </a:lnTo>
                  <a:lnTo>
                    <a:pt x="2966715" y="3225726"/>
                  </a:lnTo>
                  <a:lnTo>
                    <a:pt x="2966841" y="3225726"/>
                  </a:lnTo>
                  <a:lnTo>
                    <a:pt x="2966967" y="3225726"/>
                  </a:lnTo>
                  <a:lnTo>
                    <a:pt x="2967093" y="3225726"/>
                  </a:lnTo>
                  <a:lnTo>
                    <a:pt x="2967219" y="3225726"/>
                  </a:lnTo>
                  <a:lnTo>
                    <a:pt x="2967345" y="3225726"/>
                  </a:lnTo>
                  <a:lnTo>
                    <a:pt x="2967472" y="3225726"/>
                  </a:lnTo>
                  <a:lnTo>
                    <a:pt x="2967598" y="3225726"/>
                  </a:lnTo>
                  <a:lnTo>
                    <a:pt x="2967724" y="3225726"/>
                  </a:lnTo>
                  <a:lnTo>
                    <a:pt x="2967850" y="3225726"/>
                  </a:lnTo>
                  <a:lnTo>
                    <a:pt x="2967976" y="3225726"/>
                  </a:lnTo>
                  <a:lnTo>
                    <a:pt x="2968102" y="3225726"/>
                  </a:lnTo>
                  <a:lnTo>
                    <a:pt x="2968228" y="3225726"/>
                  </a:lnTo>
                  <a:lnTo>
                    <a:pt x="2968354" y="3225726"/>
                  </a:lnTo>
                  <a:lnTo>
                    <a:pt x="2968480" y="3225726"/>
                  </a:lnTo>
                  <a:lnTo>
                    <a:pt x="2968606" y="3225726"/>
                  </a:lnTo>
                  <a:lnTo>
                    <a:pt x="2968732" y="3225726"/>
                  </a:lnTo>
                  <a:lnTo>
                    <a:pt x="2968859" y="3225726"/>
                  </a:lnTo>
                  <a:lnTo>
                    <a:pt x="2968985" y="3225726"/>
                  </a:lnTo>
                  <a:lnTo>
                    <a:pt x="2969111" y="3225726"/>
                  </a:lnTo>
                  <a:lnTo>
                    <a:pt x="2969237" y="3225726"/>
                  </a:lnTo>
                  <a:lnTo>
                    <a:pt x="2969363" y="3225726"/>
                  </a:lnTo>
                  <a:lnTo>
                    <a:pt x="2969489" y="3225726"/>
                  </a:lnTo>
                  <a:lnTo>
                    <a:pt x="2969615" y="3225726"/>
                  </a:lnTo>
                  <a:lnTo>
                    <a:pt x="2969741" y="3225726"/>
                  </a:lnTo>
                  <a:lnTo>
                    <a:pt x="2969867" y="3225726"/>
                  </a:lnTo>
                  <a:lnTo>
                    <a:pt x="2969993" y="3225726"/>
                  </a:lnTo>
                  <a:lnTo>
                    <a:pt x="2969993" y="3220447"/>
                  </a:lnTo>
                  <a:lnTo>
                    <a:pt x="2970119" y="3220447"/>
                  </a:lnTo>
                  <a:lnTo>
                    <a:pt x="2970245" y="3220447"/>
                  </a:lnTo>
                  <a:lnTo>
                    <a:pt x="2970372" y="3220447"/>
                  </a:lnTo>
                  <a:lnTo>
                    <a:pt x="2970498" y="3220447"/>
                  </a:lnTo>
                  <a:lnTo>
                    <a:pt x="2970624" y="3220447"/>
                  </a:lnTo>
                  <a:lnTo>
                    <a:pt x="2970750" y="3220447"/>
                  </a:lnTo>
                  <a:lnTo>
                    <a:pt x="2970876" y="3220447"/>
                  </a:lnTo>
                  <a:lnTo>
                    <a:pt x="2971002" y="3220447"/>
                  </a:lnTo>
                  <a:lnTo>
                    <a:pt x="2971128" y="3220447"/>
                  </a:lnTo>
                  <a:lnTo>
                    <a:pt x="2971254" y="3220447"/>
                  </a:lnTo>
                  <a:lnTo>
                    <a:pt x="2971380" y="3220447"/>
                  </a:lnTo>
                  <a:lnTo>
                    <a:pt x="2971506" y="3220447"/>
                  </a:lnTo>
                  <a:lnTo>
                    <a:pt x="2971632" y="3220447"/>
                  </a:lnTo>
                  <a:lnTo>
                    <a:pt x="2971759" y="3220447"/>
                  </a:lnTo>
                  <a:lnTo>
                    <a:pt x="2971885" y="3220447"/>
                  </a:lnTo>
                  <a:lnTo>
                    <a:pt x="2972011" y="3220447"/>
                  </a:lnTo>
                  <a:lnTo>
                    <a:pt x="2972137" y="3220447"/>
                  </a:lnTo>
                  <a:lnTo>
                    <a:pt x="2972263" y="3220447"/>
                  </a:lnTo>
                  <a:lnTo>
                    <a:pt x="2972389" y="3220447"/>
                  </a:lnTo>
                  <a:lnTo>
                    <a:pt x="2972515" y="3220447"/>
                  </a:lnTo>
                  <a:lnTo>
                    <a:pt x="2972641" y="3220447"/>
                  </a:lnTo>
                  <a:lnTo>
                    <a:pt x="2972767" y="3220447"/>
                  </a:lnTo>
                  <a:lnTo>
                    <a:pt x="2972893" y="3220447"/>
                  </a:lnTo>
                  <a:lnTo>
                    <a:pt x="2973019" y="3220447"/>
                  </a:lnTo>
                  <a:lnTo>
                    <a:pt x="2973146" y="3220447"/>
                  </a:lnTo>
                  <a:lnTo>
                    <a:pt x="2973272" y="3220447"/>
                  </a:lnTo>
                  <a:lnTo>
                    <a:pt x="2973398" y="3220447"/>
                  </a:lnTo>
                  <a:lnTo>
                    <a:pt x="2973524" y="3220447"/>
                  </a:lnTo>
                  <a:lnTo>
                    <a:pt x="2973650" y="3220447"/>
                  </a:lnTo>
                  <a:lnTo>
                    <a:pt x="2973776" y="3220447"/>
                  </a:lnTo>
                  <a:lnTo>
                    <a:pt x="2973902" y="3220447"/>
                  </a:lnTo>
                  <a:lnTo>
                    <a:pt x="2974028" y="3220447"/>
                  </a:lnTo>
                  <a:lnTo>
                    <a:pt x="2974154" y="3220447"/>
                  </a:lnTo>
                  <a:lnTo>
                    <a:pt x="2974280" y="3220447"/>
                  </a:lnTo>
                  <a:lnTo>
                    <a:pt x="2974406" y="3220447"/>
                  </a:lnTo>
                  <a:lnTo>
                    <a:pt x="2974532" y="3220447"/>
                  </a:lnTo>
                  <a:lnTo>
                    <a:pt x="2974659" y="3220447"/>
                  </a:lnTo>
                  <a:lnTo>
                    <a:pt x="2974785" y="3220447"/>
                  </a:lnTo>
                  <a:lnTo>
                    <a:pt x="2974911" y="3220447"/>
                  </a:lnTo>
                  <a:lnTo>
                    <a:pt x="2975037" y="3220447"/>
                  </a:lnTo>
                  <a:lnTo>
                    <a:pt x="2975163" y="3220447"/>
                  </a:lnTo>
                  <a:lnTo>
                    <a:pt x="2975289" y="3220447"/>
                  </a:lnTo>
                  <a:lnTo>
                    <a:pt x="2975415" y="3220447"/>
                  </a:lnTo>
                  <a:lnTo>
                    <a:pt x="2975541" y="3220447"/>
                  </a:lnTo>
                  <a:lnTo>
                    <a:pt x="2975667" y="3220447"/>
                  </a:lnTo>
                  <a:lnTo>
                    <a:pt x="2975793" y="3220447"/>
                  </a:lnTo>
                  <a:lnTo>
                    <a:pt x="2975919" y="3220447"/>
                  </a:lnTo>
                  <a:lnTo>
                    <a:pt x="2976046" y="3220447"/>
                  </a:lnTo>
                  <a:lnTo>
                    <a:pt x="2976172" y="3220447"/>
                  </a:lnTo>
                  <a:lnTo>
                    <a:pt x="2976298" y="3220447"/>
                  </a:lnTo>
                  <a:lnTo>
                    <a:pt x="2976424" y="3220447"/>
                  </a:lnTo>
                  <a:lnTo>
                    <a:pt x="2976550" y="3220447"/>
                  </a:lnTo>
                  <a:lnTo>
                    <a:pt x="2976676" y="3220447"/>
                  </a:lnTo>
                  <a:lnTo>
                    <a:pt x="2976802" y="3220447"/>
                  </a:lnTo>
                  <a:lnTo>
                    <a:pt x="2976928" y="3220447"/>
                  </a:lnTo>
                  <a:lnTo>
                    <a:pt x="2977054" y="3220447"/>
                  </a:lnTo>
                  <a:lnTo>
                    <a:pt x="2977180" y="3220447"/>
                  </a:lnTo>
                  <a:lnTo>
                    <a:pt x="2977306" y="3220447"/>
                  </a:lnTo>
                  <a:lnTo>
                    <a:pt x="2977432" y="3220447"/>
                  </a:lnTo>
                  <a:lnTo>
                    <a:pt x="2977559" y="3220447"/>
                  </a:lnTo>
                  <a:lnTo>
                    <a:pt x="2977685" y="3220447"/>
                  </a:lnTo>
                  <a:lnTo>
                    <a:pt x="2977811" y="3220447"/>
                  </a:lnTo>
                  <a:lnTo>
                    <a:pt x="2977937" y="3220447"/>
                  </a:lnTo>
                  <a:lnTo>
                    <a:pt x="2978063" y="3220447"/>
                  </a:lnTo>
                  <a:lnTo>
                    <a:pt x="2978189" y="3220447"/>
                  </a:lnTo>
                  <a:lnTo>
                    <a:pt x="2978315" y="3220447"/>
                  </a:lnTo>
                  <a:lnTo>
                    <a:pt x="2978441" y="3220447"/>
                  </a:lnTo>
                  <a:lnTo>
                    <a:pt x="2978567" y="3220447"/>
                  </a:lnTo>
                  <a:lnTo>
                    <a:pt x="2978693" y="3220447"/>
                  </a:lnTo>
                  <a:lnTo>
                    <a:pt x="2978819" y="3220447"/>
                  </a:lnTo>
                  <a:lnTo>
                    <a:pt x="2978946" y="3220447"/>
                  </a:lnTo>
                  <a:lnTo>
                    <a:pt x="2979072" y="3220447"/>
                  </a:lnTo>
                  <a:lnTo>
                    <a:pt x="2979198" y="3220447"/>
                  </a:lnTo>
                  <a:lnTo>
                    <a:pt x="2979324" y="3220447"/>
                  </a:lnTo>
                  <a:lnTo>
                    <a:pt x="2979450" y="3220447"/>
                  </a:lnTo>
                  <a:lnTo>
                    <a:pt x="2979576" y="3220447"/>
                  </a:lnTo>
                  <a:lnTo>
                    <a:pt x="2979702" y="3220447"/>
                  </a:lnTo>
                  <a:lnTo>
                    <a:pt x="2979828" y="3220447"/>
                  </a:lnTo>
                  <a:lnTo>
                    <a:pt x="2979954" y="3220447"/>
                  </a:lnTo>
                  <a:lnTo>
                    <a:pt x="2980080" y="3220447"/>
                  </a:lnTo>
                  <a:lnTo>
                    <a:pt x="2980206" y="3220447"/>
                  </a:lnTo>
                  <a:lnTo>
                    <a:pt x="2980333" y="3220447"/>
                  </a:lnTo>
                  <a:lnTo>
                    <a:pt x="2980459" y="3220447"/>
                  </a:lnTo>
                  <a:lnTo>
                    <a:pt x="2980585" y="3220447"/>
                  </a:lnTo>
                  <a:lnTo>
                    <a:pt x="2980711" y="3220447"/>
                  </a:lnTo>
                  <a:lnTo>
                    <a:pt x="2980837" y="3220447"/>
                  </a:lnTo>
                  <a:lnTo>
                    <a:pt x="2980963" y="3220447"/>
                  </a:lnTo>
                  <a:lnTo>
                    <a:pt x="2981089" y="3220447"/>
                  </a:lnTo>
                  <a:lnTo>
                    <a:pt x="2981215" y="3220447"/>
                  </a:lnTo>
                  <a:lnTo>
                    <a:pt x="2981341" y="3220447"/>
                  </a:lnTo>
                  <a:lnTo>
                    <a:pt x="2981467" y="3220447"/>
                  </a:lnTo>
                  <a:lnTo>
                    <a:pt x="2981593" y="3220447"/>
                  </a:lnTo>
                  <a:lnTo>
                    <a:pt x="2981719" y="3220447"/>
                  </a:lnTo>
                  <a:lnTo>
                    <a:pt x="2981846" y="3220447"/>
                  </a:lnTo>
                  <a:lnTo>
                    <a:pt x="2981972" y="3220447"/>
                  </a:lnTo>
                  <a:lnTo>
                    <a:pt x="2982098" y="3220447"/>
                  </a:lnTo>
                  <a:lnTo>
                    <a:pt x="2982224" y="3220447"/>
                  </a:lnTo>
                  <a:lnTo>
                    <a:pt x="2982350" y="3220447"/>
                  </a:lnTo>
                  <a:lnTo>
                    <a:pt x="2982476" y="3220447"/>
                  </a:lnTo>
                  <a:lnTo>
                    <a:pt x="2982602" y="3220447"/>
                  </a:lnTo>
                  <a:lnTo>
                    <a:pt x="2982728" y="3220447"/>
                  </a:lnTo>
                  <a:lnTo>
                    <a:pt x="2982854" y="3220447"/>
                  </a:lnTo>
                  <a:lnTo>
                    <a:pt x="2982980" y="3220447"/>
                  </a:lnTo>
                  <a:lnTo>
                    <a:pt x="2983106" y="3220447"/>
                  </a:lnTo>
                  <a:lnTo>
                    <a:pt x="2983233" y="3220447"/>
                  </a:lnTo>
                  <a:lnTo>
                    <a:pt x="2983359" y="3220447"/>
                  </a:lnTo>
                  <a:lnTo>
                    <a:pt x="2983485" y="3220447"/>
                  </a:lnTo>
                  <a:lnTo>
                    <a:pt x="2983611" y="3220447"/>
                  </a:lnTo>
                  <a:lnTo>
                    <a:pt x="2983737" y="3220447"/>
                  </a:lnTo>
                  <a:lnTo>
                    <a:pt x="2983863" y="3220447"/>
                  </a:lnTo>
                  <a:lnTo>
                    <a:pt x="2983989" y="3220447"/>
                  </a:lnTo>
                  <a:lnTo>
                    <a:pt x="2984115" y="3220447"/>
                  </a:lnTo>
                  <a:lnTo>
                    <a:pt x="2984241" y="3220447"/>
                  </a:lnTo>
                  <a:lnTo>
                    <a:pt x="2984367" y="3220447"/>
                  </a:lnTo>
                  <a:lnTo>
                    <a:pt x="2984493" y="3220447"/>
                  </a:lnTo>
                  <a:lnTo>
                    <a:pt x="2984619" y="3220447"/>
                  </a:lnTo>
                  <a:lnTo>
                    <a:pt x="2984746" y="3220447"/>
                  </a:lnTo>
                  <a:lnTo>
                    <a:pt x="2984872" y="3220447"/>
                  </a:lnTo>
                  <a:lnTo>
                    <a:pt x="2984998" y="3220447"/>
                  </a:lnTo>
                  <a:lnTo>
                    <a:pt x="2985124" y="3220447"/>
                  </a:lnTo>
                  <a:lnTo>
                    <a:pt x="2985250" y="3220447"/>
                  </a:lnTo>
                  <a:lnTo>
                    <a:pt x="2985376" y="3220447"/>
                  </a:lnTo>
                  <a:lnTo>
                    <a:pt x="2985502" y="3220447"/>
                  </a:lnTo>
                  <a:lnTo>
                    <a:pt x="2985628" y="3220447"/>
                  </a:lnTo>
                  <a:lnTo>
                    <a:pt x="2985754" y="3220447"/>
                  </a:lnTo>
                  <a:lnTo>
                    <a:pt x="2985880" y="3220447"/>
                  </a:lnTo>
                  <a:lnTo>
                    <a:pt x="2986006" y="3220447"/>
                  </a:lnTo>
                  <a:lnTo>
                    <a:pt x="2986133" y="3220447"/>
                  </a:lnTo>
                  <a:lnTo>
                    <a:pt x="2986259" y="3220447"/>
                  </a:lnTo>
                  <a:lnTo>
                    <a:pt x="2986385" y="3220447"/>
                  </a:lnTo>
                  <a:lnTo>
                    <a:pt x="2986511" y="3220447"/>
                  </a:lnTo>
                  <a:lnTo>
                    <a:pt x="2986637" y="3220447"/>
                  </a:lnTo>
                  <a:lnTo>
                    <a:pt x="2986763" y="3220447"/>
                  </a:lnTo>
                  <a:lnTo>
                    <a:pt x="2986889" y="3220447"/>
                  </a:lnTo>
                  <a:lnTo>
                    <a:pt x="2987015" y="3220447"/>
                  </a:lnTo>
                  <a:lnTo>
                    <a:pt x="2987141" y="3220447"/>
                  </a:lnTo>
                  <a:lnTo>
                    <a:pt x="2987267" y="3220447"/>
                  </a:lnTo>
                  <a:lnTo>
                    <a:pt x="2987393" y="3220447"/>
                  </a:lnTo>
                  <a:lnTo>
                    <a:pt x="2987520" y="3220447"/>
                  </a:lnTo>
                  <a:lnTo>
                    <a:pt x="2987646" y="3220447"/>
                  </a:lnTo>
                  <a:lnTo>
                    <a:pt x="2987772" y="3220447"/>
                  </a:lnTo>
                  <a:lnTo>
                    <a:pt x="2987898" y="3220447"/>
                  </a:lnTo>
                  <a:lnTo>
                    <a:pt x="2988024" y="3220447"/>
                  </a:lnTo>
                  <a:lnTo>
                    <a:pt x="2988150" y="3220447"/>
                  </a:lnTo>
                  <a:lnTo>
                    <a:pt x="2988276" y="3220447"/>
                  </a:lnTo>
                  <a:lnTo>
                    <a:pt x="2988402" y="3220447"/>
                  </a:lnTo>
                  <a:lnTo>
                    <a:pt x="2988528" y="3220447"/>
                  </a:lnTo>
                  <a:lnTo>
                    <a:pt x="2988654" y="3220447"/>
                  </a:lnTo>
                  <a:lnTo>
                    <a:pt x="2988780" y="3220447"/>
                  </a:lnTo>
                  <a:lnTo>
                    <a:pt x="2988906" y="3220447"/>
                  </a:lnTo>
                  <a:lnTo>
                    <a:pt x="2989033" y="3220447"/>
                  </a:lnTo>
                  <a:lnTo>
                    <a:pt x="2989159" y="3220447"/>
                  </a:lnTo>
                  <a:lnTo>
                    <a:pt x="2989285" y="3220447"/>
                  </a:lnTo>
                  <a:lnTo>
                    <a:pt x="2989411" y="3220447"/>
                  </a:lnTo>
                  <a:lnTo>
                    <a:pt x="2989537" y="3220447"/>
                  </a:lnTo>
                  <a:lnTo>
                    <a:pt x="2989663" y="3220447"/>
                  </a:lnTo>
                  <a:lnTo>
                    <a:pt x="2989789" y="3220447"/>
                  </a:lnTo>
                  <a:lnTo>
                    <a:pt x="2989915" y="3220447"/>
                  </a:lnTo>
                  <a:lnTo>
                    <a:pt x="2990041" y="3220447"/>
                  </a:lnTo>
                  <a:lnTo>
                    <a:pt x="2990167" y="3220447"/>
                  </a:lnTo>
                  <a:lnTo>
                    <a:pt x="2990293" y="3220447"/>
                  </a:lnTo>
                  <a:lnTo>
                    <a:pt x="2990420" y="3220447"/>
                  </a:lnTo>
                  <a:lnTo>
                    <a:pt x="2990546" y="3220447"/>
                  </a:lnTo>
                  <a:lnTo>
                    <a:pt x="2990672" y="3220447"/>
                  </a:lnTo>
                  <a:lnTo>
                    <a:pt x="2990798" y="3220447"/>
                  </a:lnTo>
                  <a:lnTo>
                    <a:pt x="2990924" y="3220447"/>
                  </a:lnTo>
                  <a:lnTo>
                    <a:pt x="2991050" y="3220447"/>
                  </a:lnTo>
                  <a:lnTo>
                    <a:pt x="2991050" y="3215167"/>
                  </a:lnTo>
                  <a:lnTo>
                    <a:pt x="2991176" y="3215167"/>
                  </a:lnTo>
                  <a:lnTo>
                    <a:pt x="2991302" y="3215167"/>
                  </a:lnTo>
                  <a:lnTo>
                    <a:pt x="2991428" y="3215167"/>
                  </a:lnTo>
                  <a:lnTo>
                    <a:pt x="2991554" y="3215167"/>
                  </a:lnTo>
                  <a:lnTo>
                    <a:pt x="2991680" y="3215167"/>
                  </a:lnTo>
                  <a:lnTo>
                    <a:pt x="2991806" y="3215167"/>
                  </a:lnTo>
                  <a:lnTo>
                    <a:pt x="2991933" y="3215167"/>
                  </a:lnTo>
                  <a:lnTo>
                    <a:pt x="2992059" y="3215167"/>
                  </a:lnTo>
                  <a:lnTo>
                    <a:pt x="2992185" y="3215167"/>
                  </a:lnTo>
                  <a:lnTo>
                    <a:pt x="2992311" y="3215167"/>
                  </a:lnTo>
                  <a:lnTo>
                    <a:pt x="2992437" y="3215167"/>
                  </a:lnTo>
                  <a:lnTo>
                    <a:pt x="2992563" y="3215167"/>
                  </a:lnTo>
                  <a:lnTo>
                    <a:pt x="2992689" y="3215167"/>
                  </a:lnTo>
                  <a:lnTo>
                    <a:pt x="2992815" y="3215167"/>
                  </a:lnTo>
                  <a:lnTo>
                    <a:pt x="2992941" y="3215167"/>
                  </a:lnTo>
                  <a:lnTo>
                    <a:pt x="2993067" y="3215167"/>
                  </a:lnTo>
                  <a:lnTo>
                    <a:pt x="2993193" y="3215167"/>
                  </a:lnTo>
                  <a:lnTo>
                    <a:pt x="2993320" y="3215167"/>
                  </a:lnTo>
                  <a:lnTo>
                    <a:pt x="2993446" y="3215167"/>
                  </a:lnTo>
                  <a:lnTo>
                    <a:pt x="2993572" y="3215167"/>
                  </a:lnTo>
                  <a:lnTo>
                    <a:pt x="2993698" y="3215167"/>
                  </a:lnTo>
                  <a:lnTo>
                    <a:pt x="2993824" y="3215167"/>
                  </a:lnTo>
                  <a:lnTo>
                    <a:pt x="2993950" y="3215167"/>
                  </a:lnTo>
                  <a:lnTo>
                    <a:pt x="2994076" y="3215167"/>
                  </a:lnTo>
                  <a:lnTo>
                    <a:pt x="2994202" y="3215167"/>
                  </a:lnTo>
                  <a:lnTo>
                    <a:pt x="2994328" y="3215167"/>
                  </a:lnTo>
                  <a:lnTo>
                    <a:pt x="2994454" y="3215167"/>
                  </a:lnTo>
                  <a:lnTo>
                    <a:pt x="2994580" y="3215167"/>
                  </a:lnTo>
                  <a:lnTo>
                    <a:pt x="2994706" y="3215167"/>
                  </a:lnTo>
                  <a:lnTo>
                    <a:pt x="2994833" y="3215167"/>
                  </a:lnTo>
                  <a:lnTo>
                    <a:pt x="2994959" y="3215167"/>
                  </a:lnTo>
                  <a:lnTo>
                    <a:pt x="2995085" y="3215167"/>
                  </a:lnTo>
                  <a:lnTo>
                    <a:pt x="2995085" y="3209888"/>
                  </a:lnTo>
                  <a:lnTo>
                    <a:pt x="2995211" y="3209888"/>
                  </a:lnTo>
                  <a:lnTo>
                    <a:pt x="2995337" y="3209888"/>
                  </a:lnTo>
                  <a:lnTo>
                    <a:pt x="2995463" y="3209888"/>
                  </a:lnTo>
                  <a:lnTo>
                    <a:pt x="2995589" y="3209888"/>
                  </a:lnTo>
                  <a:lnTo>
                    <a:pt x="2995715" y="3209888"/>
                  </a:lnTo>
                  <a:lnTo>
                    <a:pt x="2995841" y="3209888"/>
                  </a:lnTo>
                  <a:lnTo>
                    <a:pt x="2995967" y="3209888"/>
                  </a:lnTo>
                  <a:lnTo>
                    <a:pt x="2996093" y="3209888"/>
                  </a:lnTo>
                  <a:lnTo>
                    <a:pt x="2996220" y="3209888"/>
                  </a:lnTo>
                  <a:lnTo>
                    <a:pt x="2996346" y="3209888"/>
                  </a:lnTo>
                  <a:lnTo>
                    <a:pt x="2996472" y="3209888"/>
                  </a:lnTo>
                  <a:lnTo>
                    <a:pt x="2996598" y="3209888"/>
                  </a:lnTo>
                  <a:lnTo>
                    <a:pt x="2996724" y="3209888"/>
                  </a:lnTo>
                  <a:lnTo>
                    <a:pt x="2996850" y="3209888"/>
                  </a:lnTo>
                  <a:lnTo>
                    <a:pt x="2996976" y="3209888"/>
                  </a:lnTo>
                  <a:lnTo>
                    <a:pt x="2997102" y="3209888"/>
                  </a:lnTo>
                  <a:lnTo>
                    <a:pt x="2997228" y="3209888"/>
                  </a:lnTo>
                  <a:lnTo>
                    <a:pt x="2997354" y="3209888"/>
                  </a:lnTo>
                  <a:lnTo>
                    <a:pt x="2997480" y="3209888"/>
                  </a:lnTo>
                  <a:lnTo>
                    <a:pt x="2997607" y="3209888"/>
                  </a:lnTo>
                  <a:lnTo>
                    <a:pt x="2997733" y="3209888"/>
                  </a:lnTo>
                  <a:lnTo>
                    <a:pt x="2997859" y="3209888"/>
                  </a:lnTo>
                  <a:lnTo>
                    <a:pt x="2997985" y="3209888"/>
                  </a:lnTo>
                  <a:lnTo>
                    <a:pt x="2998111" y="3209888"/>
                  </a:lnTo>
                  <a:lnTo>
                    <a:pt x="2998237" y="3209888"/>
                  </a:lnTo>
                  <a:lnTo>
                    <a:pt x="2998363" y="3209888"/>
                  </a:lnTo>
                  <a:lnTo>
                    <a:pt x="2998489" y="3209888"/>
                  </a:lnTo>
                  <a:lnTo>
                    <a:pt x="2998615" y="3209888"/>
                  </a:lnTo>
                  <a:lnTo>
                    <a:pt x="2998741" y="3209888"/>
                  </a:lnTo>
                  <a:lnTo>
                    <a:pt x="2998867" y="3209888"/>
                  </a:lnTo>
                  <a:lnTo>
                    <a:pt x="2998993" y="3209888"/>
                  </a:lnTo>
                  <a:lnTo>
                    <a:pt x="2999120" y="3209888"/>
                  </a:lnTo>
                  <a:lnTo>
                    <a:pt x="2999246" y="3209888"/>
                  </a:lnTo>
                  <a:lnTo>
                    <a:pt x="2999372" y="3209888"/>
                  </a:lnTo>
                  <a:lnTo>
                    <a:pt x="2999498" y="3209888"/>
                  </a:lnTo>
                  <a:lnTo>
                    <a:pt x="2999624" y="3209888"/>
                  </a:lnTo>
                  <a:lnTo>
                    <a:pt x="2999750" y="3209888"/>
                  </a:lnTo>
                  <a:lnTo>
                    <a:pt x="2999876" y="3209888"/>
                  </a:lnTo>
                  <a:lnTo>
                    <a:pt x="3000002" y="3209888"/>
                  </a:lnTo>
                  <a:lnTo>
                    <a:pt x="3000128" y="3209888"/>
                  </a:lnTo>
                  <a:lnTo>
                    <a:pt x="3000254" y="3209888"/>
                  </a:lnTo>
                  <a:lnTo>
                    <a:pt x="3000380" y="3209888"/>
                  </a:lnTo>
                  <a:lnTo>
                    <a:pt x="3000507" y="3209888"/>
                  </a:lnTo>
                  <a:lnTo>
                    <a:pt x="3000633" y="3209888"/>
                  </a:lnTo>
                  <a:lnTo>
                    <a:pt x="3000759" y="3209888"/>
                  </a:lnTo>
                  <a:lnTo>
                    <a:pt x="3000885" y="3209888"/>
                  </a:lnTo>
                  <a:lnTo>
                    <a:pt x="3000885" y="3204608"/>
                  </a:lnTo>
                  <a:lnTo>
                    <a:pt x="3001011" y="3204608"/>
                  </a:lnTo>
                  <a:lnTo>
                    <a:pt x="3001137" y="3204608"/>
                  </a:lnTo>
                  <a:lnTo>
                    <a:pt x="3001263" y="3204608"/>
                  </a:lnTo>
                  <a:lnTo>
                    <a:pt x="3001389" y="3204608"/>
                  </a:lnTo>
                  <a:lnTo>
                    <a:pt x="3001515" y="3204608"/>
                  </a:lnTo>
                  <a:lnTo>
                    <a:pt x="3001641" y="3204608"/>
                  </a:lnTo>
                  <a:lnTo>
                    <a:pt x="3001767" y="3204608"/>
                  </a:lnTo>
                  <a:lnTo>
                    <a:pt x="3001893" y="3204608"/>
                  </a:lnTo>
                  <a:lnTo>
                    <a:pt x="3002020" y="3204608"/>
                  </a:lnTo>
                  <a:lnTo>
                    <a:pt x="3002146" y="3204608"/>
                  </a:lnTo>
                  <a:lnTo>
                    <a:pt x="3002272" y="3204608"/>
                  </a:lnTo>
                  <a:lnTo>
                    <a:pt x="3002398" y="3204608"/>
                  </a:lnTo>
                  <a:lnTo>
                    <a:pt x="3002524" y="3204608"/>
                  </a:lnTo>
                  <a:lnTo>
                    <a:pt x="3002650" y="3204608"/>
                  </a:lnTo>
                  <a:lnTo>
                    <a:pt x="3002776" y="3204608"/>
                  </a:lnTo>
                  <a:lnTo>
                    <a:pt x="3002902" y="3204608"/>
                  </a:lnTo>
                  <a:lnTo>
                    <a:pt x="3003028" y="3204608"/>
                  </a:lnTo>
                  <a:lnTo>
                    <a:pt x="3003154" y="3204608"/>
                  </a:lnTo>
                  <a:lnTo>
                    <a:pt x="3003280" y="3204608"/>
                  </a:lnTo>
                  <a:lnTo>
                    <a:pt x="3003407" y="3204608"/>
                  </a:lnTo>
                  <a:lnTo>
                    <a:pt x="3003533" y="3204608"/>
                  </a:lnTo>
                  <a:lnTo>
                    <a:pt x="3003659" y="3204608"/>
                  </a:lnTo>
                  <a:lnTo>
                    <a:pt x="3003785" y="3204608"/>
                  </a:lnTo>
                  <a:lnTo>
                    <a:pt x="3003911" y="3204608"/>
                  </a:lnTo>
                  <a:lnTo>
                    <a:pt x="3004037" y="3204608"/>
                  </a:lnTo>
                  <a:lnTo>
                    <a:pt x="3004163" y="3204608"/>
                  </a:lnTo>
                  <a:lnTo>
                    <a:pt x="3004289" y="3204608"/>
                  </a:lnTo>
                  <a:lnTo>
                    <a:pt x="3004415" y="3204608"/>
                  </a:lnTo>
                  <a:lnTo>
                    <a:pt x="3004541" y="3204608"/>
                  </a:lnTo>
                  <a:lnTo>
                    <a:pt x="3004667" y="3204608"/>
                  </a:lnTo>
                  <a:lnTo>
                    <a:pt x="3004794" y="3204608"/>
                  </a:lnTo>
                  <a:lnTo>
                    <a:pt x="3004920" y="3204608"/>
                  </a:lnTo>
                  <a:lnTo>
                    <a:pt x="3005046" y="3204608"/>
                  </a:lnTo>
                  <a:lnTo>
                    <a:pt x="3005172" y="3204608"/>
                  </a:lnTo>
                  <a:lnTo>
                    <a:pt x="3005298" y="3204608"/>
                  </a:lnTo>
                  <a:lnTo>
                    <a:pt x="3005424" y="3204608"/>
                  </a:lnTo>
                  <a:lnTo>
                    <a:pt x="3005550" y="3204608"/>
                  </a:lnTo>
                  <a:lnTo>
                    <a:pt x="3005676" y="3204608"/>
                  </a:lnTo>
                  <a:lnTo>
                    <a:pt x="3005802" y="3204608"/>
                  </a:lnTo>
                  <a:lnTo>
                    <a:pt x="3005928" y="3204608"/>
                  </a:lnTo>
                  <a:lnTo>
                    <a:pt x="3005928" y="3199329"/>
                  </a:lnTo>
                  <a:lnTo>
                    <a:pt x="3006054" y="3199329"/>
                  </a:lnTo>
                  <a:lnTo>
                    <a:pt x="3006180" y="3199329"/>
                  </a:lnTo>
                  <a:lnTo>
                    <a:pt x="3006307" y="3199329"/>
                  </a:lnTo>
                  <a:lnTo>
                    <a:pt x="3006433" y="3199329"/>
                  </a:lnTo>
                  <a:lnTo>
                    <a:pt x="3006433" y="3194049"/>
                  </a:lnTo>
                  <a:lnTo>
                    <a:pt x="3006559" y="3194049"/>
                  </a:lnTo>
                  <a:lnTo>
                    <a:pt x="3006685" y="3194049"/>
                  </a:lnTo>
                  <a:lnTo>
                    <a:pt x="3006811" y="3194049"/>
                  </a:lnTo>
                  <a:lnTo>
                    <a:pt x="3006937" y="3194049"/>
                  </a:lnTo>
                  <a:lnTo>
                    <a:pt x="3007063" y="3194049"/>
                  </a:lnTo>
                  <a:lnTo>
                    <a:pt x="3007189" y="3194049"/>
                  </a:lnTo>
                  <a:lnTo>
                    <a:pt x="3007315" y="3194049"/>
                  </a:lnTo>
                  <a:lnTo>
                    <a:pt x="3007441" y="3194049"/>
                  </a:lnTo>
                  <a:lnTo>
                    <a:pt x="3007567" y="3194049"/>
                  </a:lnTo>
                  <a:lnTo>
                    <a:pt x="3007694" y="3194049"/>
                  </a:lnTo>
                  <a:lnTo>
                    <a:pt x="3007820" y="3194049"/>
                  </a:lnTo>
                  <a:lnTo>
                    <a:pt x="3007946" y="3194049"/>
                  </a:lnTo>
                  <a:lnTo>
                    <a:pt x="3008072" y="3194049"/>
                  </a:lnTo>
                  <a:lnTo>
                    <a:pt x="3008198" y="3194049"/>
                  </a:lnTo>
                  <a:lnTo>
                    <a:pt x="3008324" y="3194049"/>
                  </a:lnTo>
                  <a:lnTo>
                    <a:pt x="3008450" y="3194049"/>
                  </a:lnTo>
                  <a:lnTo>
                    <a:pt x="3008576" y="3194049"/>
                  </a:lnTo>
                  <a:lnTo>
                    <a:pt x="3008702" y="3194049"/>
                  </a:lnTo>
                  <a:lnTo>
                    <a:pt x="3008828" y="3194049"/>
                  </a:lnTo>
                  <a:lnTo>
                    <a:pt x="3008954" y="3194049"/>
                  </a:lnTo>
                  <a:lnTo>
                    <a:pt x="3009080" y="3194049"/>
                  </a:lnTo>
                  <a:lnTo>
                    <a:pt x="3009207" y="3194049"/>
                  </a:lnTo>
                  <a:lnTo>
                    <a:pt x="3009333" y="3194049"/>
                  </a:lnTo>
                  <a:lnTo>
                    <a:pt x="3009459" y="3194049"/>
                  </a:lnTo>
                  <a:lnTo>
                    <a:pt x="3009585" y="3194049"/>
                  </a:lnTo>
                  <a:lnTo>
                    <a:pt x="3009711" y="3194049"/>
                  </a:lnTo>
                  <a:lnTo>
                    <a:pt x="3009837" y="3194049"/>
                  </a:lnTo>
                  <a:lnTo>
                    <a:pt x="3009963" y="3194049"/>
                  </a:lnTo>
                  <a:lnTo>
                    <a:pt x="3010089" y="3194049"/>
                  </a:lnTo>
                  <a:lnTo>
                    <a:pt x="3010215" y="3194049"/>
                  </a:lnTo>
                  <a:lnTo>
                    <a:pt x="3010341" y="3194049"/>
                  </a:lnTo>
                  <a:lnTo>
                    <a:pt x="3010467" y="3194049"/>
                  </a:lnTo>
                  <a:lnTo>
                    <a:pt x="3010594" y="3194049"/>
                  </a:lnTo>
                  <a:lnTo>
                    <a:pt x="3010720" y="3194049"/>
                  </a:lnTo>
                  <a:lnTo>
                    <a:pt x="3010846" y="3194049"/>
                  </a:lnTo>
                  <a:lnTo>
                    <a:pt x="3010972" y="3194049"/>
                  </a:lnTo>
                  <a:lnTo>
                    <a:pt x="3011098" y="3194049"/>
                  </a:lnTo>
                  <a:lnTo>
                    <a:pt x="3011224" y="3194049"/>
                  </a:lnTo>
                  <a:lnTo>
                    <a:pt x="3011350" y="3194049"/>
                  </a:lnTo>
                  <a:lnTo>
                    <a:pt x="3011476" y="3194049"/>
                  </a:lnTo>
                  <a:lnTo>
                    <a:pt x="3011602" y="3194049"/>
                  </a:lnTo>
                  <a:lnTo>
                    <a:pt x="3011728" y="3194049"/>
                  </a:lnTo>
                  <a:lnTo>
                    <a:pt x="3011854" y="3194049"/>
                  </a:lnTo>
                  <a:lnTo>
                    <a:pt x="3011981" y="3194049"/>
                  </a:lnTo>
                  <a:lnTo>
                    <a:pt x="3012107" y="3194049"/>
                  </a:lnTo>
                  <a:lnTo>
                    <a:pt x="3012233" y="3194049"/>
                  </a:lnTo>
                  <a:lnTo>
                    <a:pt x="3012359" y="3194049"/>
                  </a:lnTo>
                  <a:lnTo>
                    <a:pt x="3012485" y="3194049"/>
                  </a:lnTo>
                  <a:lnTo>
                    <a:pt x="3012611" y="3194049"/>
                  </a:lnTo>
                  <a:lnTo>
                    <a:pt x="3012737" y="3194049"/>
                  </a:lnTo>
                  <a:lnTo>
                    <a:pt x="3012863" y="3194049"/>
                  </a:lnTo>
                  <a:lnTo>
                    <a:pt x="3012989" y="3194049"/>
                  </a:lnTo>
                  <a:lnTo>
                    <a:pt x="3013115" y="3194049"/>
                  </a:lnTo>
                  <a:lnTo>
                    <a:pt x="3013241" y="3194049"/>
                  </a:lnTo>
                  <a:lnTo>
                    <a:pt x="3013367" y="3194049"/>
                  </a:lnTo>
                  <a:lnTo>
                    <a:pt x="3013494" y="3194049"/>
                  </a:lnTo>
                  <a:lnTo>
                    <a:pt x="3013620" y="3194049"/>
                  </a:lnTo>
                  <a:lnTo>
                    <a:pt x="3013746" y="3194049"/>
                  </a:lnTo>
                  <a:lnTo>
                    <a:pt x="3013872" y="3194049"/>
                  </a:lnTo>
                  <a:lnTo>
                    <a:pt x="3013998" y="3194049"/>
                  </a:lnTo>
                  <a:lnTo>
                    <a:pt x="3014124" y="3194049"/>
                  </a:lnTo>
                  <a:lnTo>
                    <a:pt x="3014250" y="3194049"/>
                  </a:lnTo>
                  <a:lnTo>
                    <a:pt x="3014376" y="3194049"/>
                  </a:lnTo>
                  <a:lnTo>
                    <a:pt x="3014502" y="3194049"/>
                  </a:lnTo>
                  <a:lnTo>
                    <a:pt x="3014628" y="3194049"/>
                  </a:lnTo>
                  <a:lnTo>
                    <a:pt x="3014754" y="3194049"/>
                  </a:lnTo>
                  <a:lnTo>
                    <a:pt x="3014881" y="3194049"/>
                  </a:lnTo>
                  <a:lnTo>
                    <a:pt x="3015007" y="3194049"/>
                  </a:lnTo>
                  <a:lnTo>
                    <a:pt x="3015133" y="3194049"/>
                  </a:lnTo>
                  <a:lnTo>
                    <a:pt x="3015259" y="3194049"/>
                  </a:lnTo>
                  <a:lnTo>
                    <a:pt x="3015385" y="3194049"/>
                  </a:lnTo>
                  <a:lnTo>
                    <a:pt x="3015511" y="3194049"/>
                  </a:lnTo>
                  <a:lnTo>
                    <a:pt x="3015637" y="3194049"/>
                  </a:lnTo>
                  <a:lnTo>
                    <a:pt x="3015763" y="3194049"/>
                  </a:lnTo>
                  <a:lnTo>
                    <a:pt x="3015889" y="3194049"/>
                  </a:lnTo>
                  <a:lnTo>
                    <a:pt x="3016015" y="3194049"/>
                  </a:lnTo>
                  <a:lnTo>
                    <a:pt x="3016141" y="3194049"/>
                  </a:lnTo>
                  <a:lnTo>
                    <a:pt x="3016267" y="3194049"/>
                  </a:lnTo>
                  <a:lnTo>
                    <a:pt x="3016394" y="3194049"/>
                  </a:lnTo>
                  <a:lnTo>
                    <a:pt x="3016520" y="3194049"/>
                  </a:lnTo>
                  <a:lnTo>
                    <a:pt x="3016646" y="3194049"/>
                  </a:lnTo>
                  <a:lnTo>
                    <a:pt x="3016772" y="3194049"/>
                  </a:lnTo>
                  <a:lnTo>
                    <a:pt x="3016898" y="3194049"/>
                  </a:lnTo>
                  <a:lnTo>
                    <a:pt x="3017024" y="3194049"/>
                  </a:lnTo>
                  <a:lnTo>
                    <a:pt x="3017150" y="3194049"/>
                  </a:lnTo>
                  <a:lnTo>
                    <a:pt x="3017276" y="3194049"/>
                  </a:lnTo>
                  <a:lnTo>
                    <a:pt x="3017402" y="3194049"/>
                  </a:lnTo>
                  <a:lnTo>
                    <a:pt x="3017528" y="3194049"/>
                  </a:lnTo>
                  <a:lnTo>
                    <a:pt x="3017654" y="3194049"/>
                  </a:lnTo>
                  <a:lnTo>
                    <a:pt x="3017781" y="3194049"/>
                  </a:lnTo>
                  <a:lnTo>
                    <a:pt x="3017907" y="3194049"/>
                  </a:lnTo>
                  <a:lnTo>
                    <a:pt x="3018033" y="3194049"/>
                  </a:lnTo>
                  <a:lnTo>
                    <a:pt x="3018159" y="3194049"/>
                  </a:lnTo>
                  <a:lnTo>
                    <a:pt x="3018285" y="3194049"/>
                  </a:lnTo>
                  <a:lnTo>
                    <a:pt x="3018411" y="3194049"/>
                  </a:lnTo>
                  <a:lnTo>
                    <a:pt x="3018537" y="3194049"/>
                  </a:lnTo>
                  <a:lnTo>
                    <a:pt x="3018663" y="3194049"/>
                  </a:lnTo>
                  <a:lnTo>
                    <a:pt x="3018789" y="3194049"/>
                  </a:lnTo>
                  <a:lnTo>
                    <a:pt x="3018915" y="3194049"/>
                  </a:lnTo>
                  <a:lnTo>
                    <a:pt x="3019041" y="3194049"/>
                  </a:lnTo>
                  <a:lnTo>
                    <a:pt x="3019167" y="3194049"/>
                  </a:lnTo>
                  <a:lnTo>
                    <a:pt x="3019294" y="3194049"/>
                  </a:lnTo>
                  <a:lnTo>
                    <a:pt x="3019420" y="3194049"/>
                  </a:lnTo>
                  <a:lnTo>
                    <a:pt x="3019546" y="3194049"/>
                  </a:lnTo>
                  <a:lnTo>
                    <a:pt x="3019672" y="3194049"/>
                  </a:lnTo>
                  <a:lnTo>
                    <a:pt x="3019798" y="3194049"/>
                  </a:lnTo>
                  <a:lnTo>
                    <a:pt x="3019924" y="3194049"/>
                  </a:lnTo>
                  <a:lnTo>
                    <a:pt x="3020050" y="3194049"/>
                  </a:lnTo>
                  <a:lnTo>
                    <a:pt x="3020176" y="3194049"/>
                  </a:lnTo>
                  <a:lnTo>
                    <a:pt x="3020302" y="3194049"/>
                  </a:lnTo>
                  <a:lnTo>
                    <a:pt x="3020428" y="3194049"/>
                  </a:lnTo>
                  <a:lnTo>
                    <a:pt x="3020554" y="3194049"/>
                  </a:lnTo>
                  <a:lnTo>
                    <a:pt x="3020681" y="3194049"/>
                  </a:lnTo>
                  <a:lnTo>
                    <a:pt x="3020807" y="3194049"/>
                  </a:lnTo>
                  <a:lnTo>
                    <a:pt x="3020933" y="3194049"/>
                  </a:lnTo>
                  <a:lnTo>
                    <a:pt x="3021059" y="3194049"/>
                  </a:lnTo>
                  <a:lnTo>
                    <a:pt x="3021185" y="3194049"/>
                  </a:lnTo>
                  <a:lnTo>
                    <a:pt x="3021311" y="3194049"/>
                  </a:lnTo>
                  <a:lnTo>
                    <a:pt x="3021437" y="3194049"/>
                  </a:lnTo>
                  <a:lnTo>
                    <a:pt x="3021563" y="3194049"/>
                  </a:lnTo>
                  <a:lnTo>
                    <a:pt x="3021689" y="3194049"/>
                  </a:lnTo>
                  <a:lnTo>
                    <a:pt x="3021815" y="3194049"/>
                  </a:lnTo>
                  <a:lnTo>
                    <a:pt x="3021941" y="3194049"/>
                  </a:lnTo>
                  <a:lnTo>
                    <a:pt x="3022068" y="3194049"/>
                  </a:lnTo>
                  <a:lnTo>
                    <a:pt x="3022194" y="3194049"/>
                  </a:lnTo>
                  <a:lnTo>
                    <a:pt x="3022320" y="3194049"/>
                  </a:lnTo>
                  <a:lnTo>
                    <a:pt x="3022446" y="3194049"/>
                  </a:lnTo>
                  <a:lnTo>
                    <a:pt x="3022572" y="3194049"/>
                  </a:lnTo>
                  <a:lnTo>
                    <a:pt x="3022698" y="3194049"/>
                  </a:lnTo>
                  <a:lnTo>
                    <a:pt x="3022824" y="3194049"/>
                  </a:lnTo>
                  <a:lnTo>
                    <a:pt x="3022950" y="3194049"/>
                  </a:lnTo>
                  <a:lnTo>
                    <a:pt x="3023076" y="3194049"/>
                  </a:lnTo>
                  <a:lnTo>
                    <a:pt x="3023202" y="3194049"/>
                  </a:lnTo>
                  <a:lnTo>
                    <a:pt x="3023328" y="3194049"/>
                  </a:lnTo>
                  <a:lnTo>
                    <a:pt x="3023454" y="3194049"/>
                  </a:lnTo>
                  <a:lnTo>
                    <a:pt x="3023581" y="3194049"/>
                  </a:lnTo>
                  <a:lnTo>
                    <a:pt x="3023707" y="3194049"/>
                  </a:lnTo>
                  <a:lnTo>
                    <a:pt x="3023833" y="3194049"/>
                  </a:lnTo>
                  <a:lnTo>
                    <a:pt x="3023959" y="3194049"/>
                  </a:lnTo>
                  <a:lnTo>
                    <a:pt x="3024085" y="3194049"/>
                  </a:lnTo>
                  <a:lnTo>
                    <a:pt x="3024211" y="3194049"/>
                  </a:lnTo>
                  <a:lnTo>
                    <a:pt x="3024337" y="3194049"/>
                  </a:lnTo>
                  <a:lnTo>
                    <a:pt x="3024463" y="3194049"/>
                  </a:lnTo>
                  <a:lnTo>
                    <a:pt x="3024589" y="3194049"/>
                  </a:lnTo>
                  <a:lnTo>
                    <a:pt x="3024715" y="3194049"/>
                  </a:lnTo>
                  <a:lnTo>
                    <a:pt x="3024841" y="3194049"/>
                  </a:lnTo>
                  <a:lnTo>
                    <a:pt x="3024968" y="3194049"/>
                  </a:lnTo>
                  <a:lnTo>
                    <a:pt x="3025094" y="3194049"/>
                  </a:lnTo>
                  <a:lnTo>
                    <a:pt x="3025220" y="3194049"/>
                  </a:lnTo>
                  <a:lnTo>
                    <a:pt x="3025346" y="3194049"/>
                  </a:lnTo>
                  <a:lnTo>
                    <a:pt x="3025472" y="3194049"/>
                  </a:lnTo>
                  <a:lnTo>
                    <a:pt x="3025598" y="3194049"/>
                  </a:lnTo>
                  <a:lnTo>
                    <a:pt x="3025724" y="3194049"/>
                  </a:lnTo>
                  <a:lnTo>
                    <a:pt x="3025850" y="3194049"/>
                  </a:lnTo>
                  <a:lnTo>
                    <a:pt x="3025976" y="3194049"/>
                  </a:lnTo>
                  <a:lnTo>
                    <a:pt x="3026102" y="3194049"/>
                  </a:lnTo>
                  <a:lnTo>
                    <a:pt x="3026228" y="3194049"/>
                  </a:lnTo>
                  <a:lnTo>
                    <a:pt x="3026354" y="3194049"/>
                  </a:lnTo>
                  <a:lnTo>
                    <a:pt x="3026481" y="3194049"/>
                  </a:lnTo>
                  <a:lnTo>
                    <a:pt x="3026607" y="3194049"/>
                  </a:lnTo>
                  <a:lnTo>
                    <a:pt x="3026733" y="3194049"/>
                  </a:lnTo>
                  <a:lnTo>
                    <a:pt x="3026859" y="3194049"/>
                  </a:lnTo>
                  <a:lnTo>
                    <a:pt x="3026985" y="3194049"/>
                  </a:lnTo>
                  <a:lnTo>
                    <a:pt x="3027111" y="3194049"/>
                  </a:lnTo>
                  <a:lnTo>
                    <a:pt x="3027237" y="3194049"/>
                  </a:lnTo>
                  <a:lnTo>
                    <a:pt x="3027363" y="3194049"/>
                  </a:lnTo>
                  <a:lnTo>
                    <a:pt x="3027489" y="3194049"/>
                  </a:lnTo>
                  <a:lnTo>
                    <a:pt x="3027615" y="3194049"/>
                  </a:lnTo>
                  <a:lnTo>
                    <a:pt x="3027741" y="3194049"/>
                  </a:lnTo>
                  <a:lnTo>
                    <a:pt x="3027868" y="3194049"/>
                  </a:lnTo>
                  <a:lnTo>
                    <a:pt x="3027994" y="3194049"/>
                  </a:lnTo>
                  <a:lnTo>
                    <a:pt x="3028120" y="3194049"/>
                  </a:lnTo>
                  <a:lnTo>
                    <a:pt x="3028246" y="3194049"/>
                  </a:lnTo>
                  <a:lnTo>
                    <a:pt x="3028372" y="3194049"/>
                  </a:lnTo>
                  <a:lnTo>
                    <a:pt x="3028498" y="3194049"/>
                  </a:lnTo>
                  <a:lnTo>
                    <a:pt x="3028624" y="3194049"/>
                  </a:lnTo>
                  <a:lnTo>
                    <a:pt x="3028750" y="3194049"/>
                  </a:lnTo>
                  <a:lnTo>
                    <a:pt x="3028876" y="3194049"/>
                  </a:lnTo>
                  <a:lnTo>
                    <a:pt x="3029002" y="3194049"/>
                  </a:lnTo>
                  <a:lnTo>
                    <a:pt x="3029128" y="3194049"/>
                  </a:lnTo>
                  <a:lnTo>
                    <a:pt x="3029255" y="3194049"/>
                  </a:lnTo>
                  <a:lnTo>
                    <a:pt x="3029381" y="3194049"/>
                  </a:lnTo>
                  <a:lnTo>
                    <a:pt x="3029507" y="3194049"/>
                  </a:lnTo>
                  <a:lnTo>
                    <a:pt x="3029633" y="3194049"/>
                  </a:lnTo>
                  <a:lnTo>
                    <a:pt x="3029759" y="3194049"/>
                  </a:lnTo>
                  <a:lnTo>
                    <a:pt x="3029885" y="3194049"/>
                  </a:lnTo>
                  <a:lnTo>
                    <a:pt x="3030011" y="3194049"/>
                  </a:lnTo>
                  <a:lnTo>
                    <a:pt x="3030137" y="3194049"/>
                  </a:lnTo>
                  <a:lnTo>
                    <a:pt x="3030263" y="3194049"/>
                  </a:lnTo>
                  <a:lnTo>
                    <a:pt x="3030389" y="3194049"/>
                  </a:lnTo>
                  <a:lnTo>
                    <a:pt x="3030515" y="3194049"/>
                  </a:lnTo>
                  <a:lnTo>
                    <a:pt x="3030641" y="3194049"/>
                  </a:lnTo>
                  <a:lnTo>
                    <a:pt x="3030768" y="3194049"/>
                  </a:lnTo>
                  <a:lnTo>
                    <a:pt x="3030894" y="3194049"/>
                  </a:lnTo>
                  <a:lnTo>
                    <a:pt x="3031020" y="3194049"/>
                  </a:lnTo>
                  <a:lnTo>
                    <a:pt x="3031146" y="3194049"/>
                  </a:lnTo>
                  <a:lnTo>
                    <a:pt x="3031272" y="3194049"/>
                  </a:lnTo>
                  <a:lnTo>
                    <a:pt x="3031398" y="3194049"/>
                  </a:lnTo>
                  <a:lnTo>
                    <a:pt x="3031524" y="3194049"/>
                  </a:lnTo>
                  <a:lnTo>
                    <a:pt x="3031650" y="3194049"/>
                  </a:lnTo>
                  <a:lnTo>
                    <a:pt x="3031776" y="3194049"/>
                  </a:lnTo>
                  <a:lnTo>
                    <a:pt x="3031902" y="3194049"/>
                  </a:lnTo>
                  <a:lnTo>
                    <a:pt x="3032028" y="3194049"/>
                  </a:lnTo>
                  <a:lnTo>
                    <a:pt x="3032155" y="3194049"/>
                  </a:lnTo>
                  <a:lnTo>
                    <a:pt x="3032281" y="3194049"/>
                  </a:lnTo>
                  <a:lnTo>
                    <a:pt x="3032407" y="3194049"/>
                  </a:lnTo>
                  <a:lnTo>
                    <a:pt x="3032533" y="3194049"/>
                  </a:lnTo>
                  <a:lnTo>
                    <a:pt x="3032659" y="3194049"/>
                  </a:lnTo>
                  <a:lnTo>
                    <a:pt x="3032785" y="3194049"/>
                  </a:lnTo>
                  <a:lnTo>
                    <a:pt x="3032911" y="3194049"/>
                  </a:lnTo>
                  <a:lnTo>
                    <a:pt x="3033037" y="3194049"/>
                  </a:lnTo>
                  <a:lnTo>
                    <a:pt x="3033163" y="3194049"/>
                  </a:lnTo>
                  <a:lnTo>
                    <a:pt x="3033289" y="3194049"/>
                  </a:lnTo>
                  <a:lnTo>
                    <a:pt x="3033415" y="3194049"/>
                  </a:lnTo>
                  <a:lnTo>
                    <a:pt x="3033541" y="3194049"/>
                  </a:lnTo>
                  <a:lnTo>
                    <a:pt x="3033668" y="3194049"/>
                  </a:lnTo>
                  <a:lnTo>
                    <a:pt x="3033794" y="3194049"/>
                  </a:lnTo>
                  <a:lnTo>
                    <a:pt x="3033920" y="3194049"/>
                  </a:lnTo>
                  <a:lnTo>
                    <a:pt x="3033920" y="3188770"/>
                  </a:lnTo>
                  <a:lnTo>
                    <a:pt x="3034046" y="3188770"/>
                  </a:lnTo>
                  <a:lnTo>
                    <a:pt x="3034172" y="3188770"/>
                  </a:lnTo>
                  <a:lnTo>
                    <a:pt x="3034298" y="3188770"/>
                  </a:lnTo>
                  <a:lnTo>
                    <a:pt x="3034424" y="3188770"/>
                  </a:lnTo>
                  <a:lnTo>
                    <a:pt x="3034550" y="3188770"/>
                  </a:lnTo>
                  <a:lnTo>
                    <a:pt x="3034676" y="3188770"/>
                  </a:lnTo>
                  <a:lnTo>
                    <a:pt x="3034802" y="3188770"/>
                  </a:lnTo>
                  <a:lnTo>
                    <a:pt x="3034928" y="3188770"/>
                  </a:lnTo>
                  <a:lnTo>
                    <a:pt x="3035055" y="3188770"/>
                  </a:lnTo>
                  <a:lnTo>
                    <a:pt x="3035181" y="3188770"/>
                  </a:lnTo>
                  <a:lnTo>
                    <a:pt x="3035181" y="3183491"/>
                  </a:lnTo>
                  <a:lnTo>
                    <a:pt x="3035307" y="3183491"/>
                  </a:lnTo>
                  <a:lnTo>
                    <a:pt x="3035433" y="3183491"/>
                  </a:lnTo>
                  <a:lnTo>
                    <a:pt x="3035559" y="3183491"/>
                  </a:lnTo>
                  <a:lnTo>
                    <a:pt x="3035685" y="3183491"/>
                  </a:lnTo>
                  <a:lnTo>
                    <a:pt x="3035811" y="3183491"/>
                  </a:lnTo>
                  <a:lnTo>
                    <a:pt x="3035937" y="3183491"/>
                  </a:lnTo>
                  <a:lnTo>
                    <a:pt x="3036063" y="3183491"/>
                  </a:lnTo>
                  <a:lnTo>
                    <a:pt x="3036189" y="3183491"/>
                  </a:lnTo>
                  <a:lnTo>
                    <a:pt x="3036315" y="3183491"/>
                  </a:lnTo>
                  <a:lnTo>
                    <a:pt x="3036441" y="3183491"/>
                  </a:lnTo>
                  <a:lnTo>
                    <a:pt x="3036568" y="3183491"/>
                  </a:lnTo>
                  <a:lnTo>
                    <a:pt x="3036694" y="3183491"/>
                  </a:lnTo>
                  <a:lnTo>
                    <a:pt x="3036820" y="3183491"/>
                  </a:lnTo>
                  <a:lnTo>
                    <a:pt x="3036946" y="3183491"/>
                  </a:lnTo>
                  <a:lnTo>
                    <a:pt x="3037072" y="3183491"/>
                  </a:lnTo>
                  <a:lnTo>
                    <a:pt x="3037198" y="3183491"/>
                  </a:lnTo>
                  <a:lnTo>
                    <a:pt x="3037324" y="3183491"/>
                  </a:lnTo>
                  <a:lnTo>
                    <a:pt x="3037450" y="3183491"/>
                  </a:lnTo>
                  <a:lnTo>
                    <a:pt x="3037576" y="3183491"/>
                  </a:lnTo>
                  <a:lnTo>
                    <a:pt x="3037576" y="3178211"/>
                  </a:lnTo>
                  <a:lnTo>
                    <a:pt x="3037702" y="3178211"/>
                  </a:lnTo>
                  <a:lnTo>
                    <a:pt x="3037828" y="3178211"/>
                  </a:lnTo>
                  <a:lnTo>
                    <a:pt x="3037955" y="3178211"/>
                  </a:lnTo>
                  <a:lnTo>
                    <a:pt x="3038081" y="3178211"/>
                  </a:lnTo>
                  <a:lnTo>
                    <a:pt x="3038207" y="3178211"/>
                  </a:lnTo>
                  <a:lnTo>
                    <a:pt x="3038333" y="3178211"/>
                  </a:lnTo>
                  <a:lnTo>
                    <a:pt x="3038459" y="3178211"/>
                  </a:lnTo>
                  <a:lnTo>
                    <a:pt x="3038585" y="3178211"/>
                  </a:lnTo>
                  <a:lnTo>
                    <a:pt x="3038711" y="3178211"/>
                  </a:lnTo>
                  <a:lnTo>
                    <a:pt x="3038837" y="3178211"/>
                  </a:lnTo>
                  <a:lnTo>
                    <a:pt x="3038963" y="3178211"/>
                  </a:lnTo>
                  <a:lnTo>
                    <a:pt x="3039089" y="3178211"/>
                  </a:lnTo>
                  <a:lnTo>
                    <a:pt x="3039215" y="3178211"/>
                  </a:lnTo>
                  <a:lnTo>
                    <a:pt x="3039342" y="3178211"/>
                  </a:lnTo>
                  <a:lnTo>
                    <a:pt x="3039468" y="3178211"/>
                  </a:lnTo>
                  <a:lnTo>
                    <a:pt x="3039594" y="3178211"/>
                  </a:lnTo>
                  <a:lnTo>
                    <a:pt x="3039720" y="3178211"/>
                  </a:lnTo>
                  <a:lnTo>
                    <a:pt x="3039846" y="3178211"/>
                  </a:lnTo>
                  <a:lnTo>
                    <a:pt x="3039972" y="3178211"/>
                  </a:lnTo>
                  <a:lnTo>
                    <a:pt x="3040098" y="3178211"/>
                  </a:lnTo>
                  <a:lnTo>
                    <a:pt x="3040224" y="3178211"/>
                  </a:lnTo>
                  <a:lnTo>
                    <a:pt x="3040350" y="3178211"/>
                  </a:lnTo>
                  <a:lnTo>
                    <a:pt x="3040476" y="3178211"/>
                  </a:lnTo>
                  <a:lnTo>
                    <a:pt x="3040602" y="3178211"/>
                  </a:lnTo>
                  <a:lnTo>
                    <a:pt x="3040728" y="3178211"/>
                  </a:lnTo>
                  <a:lnTo>
                    <a:pt x="3040855" y="3178211"/>
                  </a:lnTo>
                  <a:lnTo>
                    <a:pt x="3040981" y="3178211"/>
                  </a:lnTo>
                  <a:lnTo>
                    <a:pt x="3041107" y="3178211"/>
                  </a:lnTo>
                  <a:lnTo>
                    <a:pt x="3041233" y="3178211"/>
                  </a:lnTo>
                  <a:lnTo>
                    <a:pt x="3041233" y="3172932"/>
                  </a:lnTo>
                  <a:lnTo>
                    <a:pt x="3041359" y="3172932"/>
                  </a:lnTo>
                  <a:lnTo>
                    <a:pt x="3041359" y="3167652"/>
                  </a:lnTo>
                  <a:lnTo>
                    <a:pt x="3041485" y="3167652"/>
                  </a:lnTo>
                  <a:lnTo>
                    <a:pt x="3041611" y="3167652"/>
                  </a:lnTo>
                  <a:lnTo>
                    <a:pt x="3041737" y="3167652"/>
                  </a:lnTo>
                  <a:lnTo>
                    <a:pt x="3041863" y="3167652"/>
                  </a:lnTo>
                  <a:lnTo>
                    <a:pt x="3041989" y="3167652"/>
                  </a:lnTo>
                  <a:lnTo>
                    <a:pt x="3042115" y="3167652"/>
                  </a:lnTo>
                  <a:lnTo>
                    <a:pt x="3042242" y="3167652"/>
                  </a:lnTo>
                  <a:lnTo>
                    <a:pt x="3042368" y="3167652"/>
                  </a:lnTo>
                  <a:lnTo>
                    <a:pt x="3042494" y="3167652"/>
                  </a:lnTo>
                  <a:lnTo>
                    <a:pt x="3042620" y="3167652"/>
                  </a:lnTo>
                  <a:lnTo>
                    <a:pt x="3042746" y="3167652"/>
                  </a:lnTo>
                  <a:lnTo>
                    <a:pt x="3042872" y="3167652"/>
                  </a:lnTo>
                  <a:lnTo>
                    <a:pt x="3042998" y="3167652"/>
                  </a:lnTo>
                  <a:lnTo>
                    <a:pt x="3043124" y="3167652"/>
                  </a:lnTo>
                  <a:lnTo>
                    <a:pt x="3043250" y="3167652"/>
                  </a:lnTo>
                  <a:lnTo>
                    <a:pt x="3043376" y="3167652"/>
                  </a:lnTo>
                  <a:lnTo>
                    <a:pt x="3043502" y="3167652"/>
                  </a:lnTo>
                  <a:lnTo>
                    <a:pt x="3043628" y="3167652"/>
                  </a:lnTo>
                  <a:lnTo>
                    <a:pt x="3043755" y="3167652"/>
                  </a:lnTo>
                  <a:lnTo>
                    <a:pt x="3043881" y="3167652"/>
                  </a:lnTo>
                  <a:lnTo>
                    <a:pt x="3044007" y="3167652"/>
                  </a:lnTo>
                  <a:lnTo>
                    <a:pt x="3044133" y="3167652"/>
                  </a:lnTo>
                  <a:lnTo>
                    <a:pt x="3044259" y="3167652"/>
                  </a:lnTo>
                  <a:lnTo>
                    <a:pt x="3044385" y="3167652"/>
                  </a:lnTo>
                  <a:lnTo>
                    <a:pt x="3044511" y="3167652"/>
                  </a:lnTo>
                  <a:lnTo>
                    <a:pt x="3044637" y="3167652"/>
                  </a:lnTo>
                  <a:lnTo>
                    <a:pt x="3044763" y="3167652"/>
                  </a:lnTo>
                  <a:lnTo>
                    <a:pt x="3044889" y="3167652"/>
                  </a:lnTo>
                  <a:lnTo>
                    <a:pt x="3045015" y="3167652"/>
                  </a:lnTo>
                  <a:lnTo>
                    <a:pt x="3045142" y="3167652"/>
                  </a:lnTo>
                  <a:lnTo>
                    <a:pt x="3045268" y="3167652"/>
                  </a:lnTo>
                  <a:lnTo>
                    <a:pt x="3045394" y="3167652"/>
                  </a:lnTo>
                  <a:lnTo>
                    <a:pt x="3045520" y="3167652"/>
                  </a:lnTo>
                  <a:lnTo>
                    <a:pt x="3045646" y="3167652"/>
                  </a:lnTo>
                  <a:lnTo>
                    <a:pt x="3045772" y="3167652"/>
                  </a:lnTo>
                  <a:lnTo>
                    <a:pt x="3045898" y="3167652"/>
                  </a:lnTo>
                  <a:lnTo>
                    <a:pt x="3046024" y="3167652"/>
                  </a:lnTo>
                  <a:lnTo>
                    <a:pt x="3046150" y="3167652"/>
                  </a:lnTo>
                  <a:lnTo>
                    <a:pt x="3046276" y="3167652"/>
                  </a:lnTo>
                  <a:lnTo>
                    <a:pt x="3046402" y="3167652"/>
                  </a:lnTo>
                  <a:lnTo>
                    <a:pt x="3046529" y="3167652"/>
                  </a:lnTo>
                  <a:lnTo>
                    <a:pt x="3046655" y="3167652"/>
                  </a:lnTo>
                  <a:lnTo>
                    <a:pt x="3046781" y="3167652"/>
                  </a:lnTo>
                  <a:lnTo>
                    <a:pt x="3046907" y="3167652"/>
                  </a:lnTo>
                  <a:lnTo>
                    <a:pt x="3047033" y="3167652"/>
                  </a:lnTo>
                  <a:lnTo>
                    <a:pt x="3047159" y="3167652"/>
                  </a:lnTo>
                  <a:lnTo>
                    <a:pt x="3047285" y="3167652"/>
                  </a:lnTo>
                  <a:lnTo>
                    <a:pt x="3047411" y="3167652"/>
                  </a:lnTo>
                  <a:lnTo>
                    <a:pt x="3047537" y="3167652"/>
                  </a:lnTo>
                  <a:lnTo>
                    <a:pt x="3047537" y="3162373"/>
                  </a:lnTo>
                  <a:lnTo>
                    <a:pt x="3047663" y="3162373"/>
                  </a:lnTo>
                  <a:lnTo>
                    <a:pt x="3047789" y="3162373"/>
                  </a:lnTo>
                  <a:lnTo>
                    <a:pt x="3047915" y="3162373"/>
                  </a:lnTo>
                  <a:lnTo>
                    <a:pt x="3048042" y="3162373"/>
                  </a:lnTo>
                  <a:lnTo>
                    <a:pt x="3048168" y="3162373"/>
                  </a:lnTo>
                  <a:lnTo>
                    <a:pt x="3048294" y="3162373"/>
                  </a:lnTo>
                  <a:lnTo>
                    <a:pt x="3048420" y="3162373"/>
                  </a:lnTo>
                  <a:lnTo>
                    <a:pt x="3048546" y="3162373"/>
                  </a:lnTo>
                  <a:lnTo>
                    <a:pt x="3048672" y="3162373"/>
                  </a:lnTo>
                  <a:lnTo>
                    <a:pt x="3048798" y="3162373"/>
                  </a:lnTo>
                  <a:lnTo>
                    <a:pt x="3048924" y="3162373"/>
                  </a:lnTo>
                  <a:lnTo>
                    <a:pt x="3049050" y="3162373"/>
                  </a:lnTo>
                  <a:lnTo>
                    <a:pt x="3049176" y="3162373"/>
                  </a:lnTo>
                  <a:lnTo>
                    <a:pt x="3049302" y="3162373"/>
                  </a:lnTo>
                  <a:lnTo>
                    <a:pt x="3049429" y="3162373"/>
                  </a:lnTo>
                  <a:lnTo>
                    <a:pt x="3049555" y="3162373"/>
                  </a:lnTo>
                  <a:lnTo>
                    <a:pt x="3049681" y="3162373"/>
                  </a:lnTo>
                  <a:lnTo>
                    <a:pt x="3049807" y="3162373"/>
                  </a:lnTo>
                  <a:lnTo>
                    <a:pt x="3049933" y="3162373"/>
                  </a:lnTo>
                  <a:lnTo>
                    <a:pt x="3050059" y="3162373"/>
                  </a:lnTo>
                  <a:lnTo>
                    <a:pt x="3050185" y="3162373"/>
                  </a:lnTo>
                  <a:lnTo>
                    <a:pt x="3050311" y="3162373"/>
                  </a:lnTo>
                  <a:lnTo>
                    <a:pt x="3050437" y="3162373"/>
                  </a:lnTo>
                  <a:lnTo>
                    <a:pt x="3050563" y="3162373"/>
                  </a:lnTo>
                  <a:lnTo>
                    <a:pt x="3050689" y="3162373"/>
                  </a:lnTo>
                  <a:lnTo>
                    <a:pt x="3050815" y="3162373"/>
                  </a:lnTo>
                  <a:lnTo>
                    <a:pt x="3050942" y="3162373"/>
                  </a:lnTo>
                  <a:lnTo>
                    <a:pt x="3051068" y="3162373"/>
                  </a:lnTo>
                  <a:lnTo>
                    <a:pt x="3051194" y="3162373"/>
                  </a:lnTo>
                  <a:lnTo>
                    <a:pt x="3051320" y="3162373"/>
                  </a:lnTo>
                  <a:lnTo>
                    <a:pt x="3051446" y="3162373"/>
                  </a:lnTo>
                  <a:lnTo>
                    <a:pt x="3051572" y="3162373"/>
                  </a:lnTo>
                  <a:lnTo>
                    <a:pt x="3051698" y="3162373"/>
                  </a:lnTo>
                  <a:lnTo>
                    <a:pt x="3051824" y="3162373"/>
                  </a:lnTo>
                  <a:lnTo>
                    <a:pt x="3051950" y="3162373"/>
                  </a:lnTo>
                  <a:lnTo>
                    <a:pt x="3052076" y="3162373"/>
                  </a:lnTo>
                  <a:lnTo>
                    <a:pt x="3052202" y="3162373"/>
                  </a:lnTo>
                  <a:lnTo>
                    <a:pt x="3052329" y="3162373"/>
                  </a:lnTo>
                  <a:lnTo>
                    <a:pt x="3052455" y="3162373"/>
                  </a:lnTo>
                  <a:lnTo>
                    <a:pt x="3052581" y="3162373"/>
                  </a:lnTo>
                  <a:lnTo>
                    <a:pt x="3052707" y="3162373"/>
                  </a:lnTo>
                  <a:lnTo>
                    <a:pt x="3052833" y="3162373"/>
                  </a:lnTo>
                  <a:lnTo>
                    <a:pt x="3052959" y="3162373"/>
                  </a:lnTo>
                  <a:lnTo>
                    <a:pt x="3053085" y="3162373"/>
                  </a:lnTo>
                  <a:lnTo>
                    <a:pt x="3053211" y="3162373"/>
                  </a:lnTo>
                  <a:lnTo>
                    <a:pt x="3053337" y="3162373"/>
                  </a:lnTo>
                  <a:lnTo>
                    <a:pt x="3053337" y="3157093"/>
                  </a:lnTo>
                  <a:lnTo>
                    <a:pt x="3053463" y="3157093"/>
                  </a:lnTo>
                  <a:lnTo>
                    <a:pt x="3053589" y="3157093"/>
                  </a:lnTo>
                  <a:lnTo>
                    <a:pt x="3053716" y="3157093"/>
                  </a:lnTo>
                  <a:lnTo>
                    <a:pt x="3053842" y="3157093"/>
                  </a:lnTo>
                  <a:lnTo>
                    <a:pt x="3053968" y="3157093"/>
                  </a:lnTo>
                  <a:lnTo>
                    <a:pt x="3054094" y="3157093"/>
                  </a:lnTo>
                  <a:lnTo>
                    <a:pt x="3054220" y="3157093"/>
                  </a:lnTo>
                  <a:lnTo>
                    <a:pt x="3054346" y="3157093"/>
                  </a:lnTo>
                  <a:lnTo>
                    <a:pt x="3054472" y="3157093"/>
                  </a:lnTo>
                  <a:lnTo>
                    <a:pt x="3054598" y="3157093"/>
                  </a:lnTo>
                  <a:lnTo>
                    <a:pt x="3054724" y="3157093"/>
                  </a:lnTo>
                  <a:lnTo>
                    <a:pt x="3054850" y="3157093"/>
                  </a:lnTo>
                  <a:lnTo>
                    <a:pt x="3054976" y="3157093"/>
                  </a:lnTo>
                  <a:lnTo>
                    <a:pt x="3055102" y="3157093"/>
                  </a:lnTo>
                  <a:lnTo>
                    <a:pt x="3055229" y="3157093"/>
                  </a:lnTo>
                  <a:lnTo>
                    <a:pt x="3055229" y="3151814"/>
                  </a:lnTo>
                  <a:lnTo>
                    <a:pt x="3055355" y="3151814"/>
                  </a:lnTo>
                  <a:lnTo>
                    <a:pt x="3055481" y="3151814"/>
                  </a:lnTo>
                  <a:lnTo>
                    <a:pt x="3055607" y="3151814"/>
                  </a:lnTo>
                  <a:lnTo>
                    <a:pt x="3055733" y="3151814"/>
                  </a:lnTo>
                  <a:lnTo>
                    <a:pt x="3055859" y="3151814"/>
                  </a:lnTo>
                  <a:lnTo>
                    <a:pt x="3055985" y="3151814"/>
                  </a:lnTo>
                  <a:lnTo>
                    <a:pt x="3056111" y="3151814"/>
                  </a:lnTo>
                  <a:lnTo>
                    <a:pt x="3056237" y="3151814"/>
                  </a:lnTo>
                  <a:lnTo>
                    <a:pt x="3056363" y="3151814"/>
                  </a:lnTo>
                  <a:lnTo>
                    <a:pt x="3056489" y="3151814"/>
                  </a:lnTo>
                  <a:lnTo>
                    <a:pt x="3056616" y="3151814"/>
                  </a:lnTo>
                  <a:lnTo>
                    <a:pt x="3056742" y="3151814"/>
                  </a:lnTo>
                  <a:lnTo>
                    <a:pt x="3056868" y="3151814"/>
                  </a:lnTo>
                  <a:lnTo>
                    <a:pt x="3056994" y="3151814"/>
                  </a:lnTo>
                  <a:lnTo>
                    <a:pt x="3057120" y="3151814"/>
                  </a:lnTo>
                  <a:lnTo>
                    <a:pt x="3057246" y="3151814"/>
                  </a:lnTo>
                  <a:lnTo>
                    <a:pt x="3057372" y="3151814"/>
                  </a:lnTo>
                  <a:lnTo>
                    <a:pt x="3057498" y="3151814"/>
                  </a:lnTo>
                  <a:lnTo>
                    <a:pt x="3057624" y="3151814"/>
                  </a:lnTo>
                  <a:lnTo>
                    <a:pt x="3057750" y="3151814"/>
                  </a:lnTo>
                  <a:lnTo>
                    <a:pt x="3057876" y="3151814"/>
                  </a:lnTo>
                  <a:lnTo>
                    <a:pt x="3058002" y="3151814"/>
                  </a:lnTo>
                  <a:lnTo>
                    <a:pt x="3058129" y="3151814"/>
                  </a:lnTo>
                  <a:lnTo>
                    <a:pt x="3058255" y="3151814"/>
                  </a:lnTo>
                  <a:lnTo>
                    <a:pt x="3058381" y="3151814"/>
                  </a:lnTo>
                  <a:lnTo>
                    <a:pt x="3058507" y="3151814"/>
                  </a:lnTo>
                  <a:lnTo>
                    <a:pt x="3058633" y="3151814"/>
                  </a:lnTo>
                  <a:lnTo>
                    <a:pt x="3058759" y="3151814"/>
                  </a:lnTo>
                  <a:lnTo>
                    <a:pt x="3058885" y="3151814"/>
                  </a:lnTo>
                  <a:lnTo>
                    <a:pt x="3059011" y="3151814"/>
                  </a:lnTo>
                  <a:lnTo>
                    <a:pt x="3059137" y="3151814"/>
                  </a:lnTo>
                  <a:lnTo>
                    <a:pt x="3059263" y="3151814"/>
                  </a:lnTo>
                  <a:lnTo>
                    <a:pt x="3059389" y="3151814"/>
                  </a:lnTo>
                  <a:lnTo>
                    <a:pt x="3059516" y="3151814"/>
                  </a:lnTo>
                  <a:lnTo>
                    <a:pt x="3059642" y="3151814"/>
                  </a:lnTo>
                  <a:lnTo>
                    <a:pt x="3059768" y="3151814"/>
                  </a:lnTo>
                  <a:lnTo>
                    <a:pt x="3059894" y="3151814"/>
                  </a:lnTo>
                  <a:lnTo>
                    <a:pt x="3060020" y="3151814"/>
                  </a:lnTo>
                  <a:lnTo>
                    <a:pt x="3060146" y="3151814"/>
                  </a:lnTo>
                  <a:lnTo>
                    <a:pt x="3060272" y="3151814"/>
                  </a:lnTo>
                  <a:lnTo>
                    <a:pt x="3060398" y="3151814"/>
                  </a:lnTo>
                  <a:lnTo>
                    <a:pt x="3060524" y="3151814"/>
                  </a:lnTo>
                  <a:lnTo>
                    <a:pt x="3060650" y="3151814"/>
                  </a:lnTo>
                  <a:lnTo>
                    <a:pt x="3060776" y="3151814"/>
                  </a:lnTo>
                  <a:lnTo>
                    <a:pt x="3060902" y="3151814"/>
                  </a:lnTo>
                  <a:lnTo>
                    <a:pt x="3061029" y="3151814"/>
                  </a:lnTo>
                  <a:lnTo>
                    <a:pt x="3061155" y="3151814"/>
                  </a:lnTo>
                  <a:lnTo>
                    <a:pt x="3061281" y="3151814"/>
                  </a:lnTo>
                  <a:lnTo>
                    <a:pt x="3061407" y="3151814"/>
                  </a:lnTo>
                  <a:lnTo>
                    <a:pt x="3061533" y="3151814"/>
                  </a:lnTo>
                  <a:lnTo>
                    <a:pt x="3061659" y="3151814"/>
                  </a:lnTo>
                  <a:lnTo>
                    <a:pt x="3061785" y="3151814"/>
                  </a:lnTo>
                  <a:lnTo>
                    <a:pt x="3061911" y="3151814"/>
                  </a:lnTo>
                  <a:lnTo>
                    <a:pt x="3062037" y="3151814"/>
                  </a:lnTo>
                  <a:lnTo>
                    <a:pt x="3062163" y="3151814"/>
                  </a:lnTo>
                  <a:lnTo>
                    <a:pt x="3062289" y="3151814"/>
                  </a:lnTo>
                  <a:lnTo>
                    <a:pt x="3062416" y="3151814"/>
                  </a:lnTo>
                  <a:lnTo>
                    <a:pt x="3062542" y="3151814"/>
                  </a:lnTo>
                  <a:lnTo>
                    <a:pt x="3062668" y="3151814"/>
                  </a:lnTo>
                  <a:lnTo>
                    <a:pt x="3062794" y="3151814"/>
                  </a:lnTo>
                  <a:lnTo>
                    <a:pt x="3062920" y="3151814"/>
                  </a:lnTo>
                  <a:lnTo>
                    <a:pt x="3063046" y="3151814"/>
                  </a:lnTo>
                  <a:lnTo>
                    <a:pt x="3063172" y="3151814"/>
                  </a:lnTo>
                  <a:lnTo>
                    <a:pt x="3063298" y="3151814"/>
                  </a:lnTo>
                  <a:lnTo>
                    <a:pt x="3063424" y="3151814"/>
                  </a:lnTo>
                  <a:lnTo>
                    <a:pt x="3063550" y="3151814"/>
                  </a:lnTo>
                  <a:lnTo>
                    <a:pt x="3063676" y="3151814"/>
                  </a:lnTo>
                  <a:lnTo>
                    <a:pt x="3063803" y="3151814"/>
                  </a:lnTo>
                  <a:lnTo>
                    <a:pt x="3063929" y="3151814"/>
                  </a:lnTo>
                  <a:lnTo>
                    <a:pt x="3064055" y="3151814"/>
                  </a:lnTo>
                  <a:lnTo>
                    <a:pt x="3064181" y="3151814"/>
                  </a:lnTo>
                  <a:lnTo>
                    <a:pt x="3064307" y="3151814"/>
                  </a:lnTo>
                  <a:lnTo>
                    <a:pt x="3064433" y="3151814"/>
                  </a:lnTo>
                  <a:lnTo>
                    <a:pt x="3064559" y="3151814"/>
                  </a:lnTo>
                  <a:lnTo>
                    <a:pt x="3064685" y="3151814"/>
                  </a:lnTo>
                  <a:lnTo>
                    <a:pt x="3064811" y="3151814"/>
                  </a:lnTo>
                  <a:lnTo>
                    <a:pt x="3064937" y="3151814"/>
                  </a:lnTo>
                  <a:lnTo>
                    <a:pt x="3065063" y="3151814"/>
                  </a:lnTo>
                  <a:lnTo>
                    <a:pt x="3065189" y="3151814"/>
                  </a:lnTo>
                  <a:lnTo>
                    <a:pt x="3065316" y="3151814"/>
                  </a:lnTo>
                  <a:lnTo>
                    <a:pt x="3065442" y="3151814"/>
                  </a:lnTo>
                  <a:lnTo>
                    <a:pt x="3065568" y="3151814"/>
                  </a:lnTo>
                  <a:lnTo>
                    <a:pt x="3065694" y="3151814"/>
                  </a:lnTo>
                  <a:lnTo>
                    <a:pt x="3065820" y="3151814"/>
                  </a:lnTo>
                  <a:lnTo>
                    <a:pt x="3065946" y="3151814"/>
                  </a:lnTo>
                  <a:lnTo>
                    <a:pt x="3065946" y="3146535"/>
                  </a:lnTo>
                  <a:lnTo>
                    <a:pt x="3066072" y="3146535"/>
                  </a:lnTo>
                  <a:lnTo>
                    <a:pt x="3066198" y="3146535"/>
                  </a:lnTo>
                  <a:lnTo>
                    <a:pt x="3066324" y="3146535"/>
                  </a:lnTo>
                  <a:lnTo>
                    <a:pt x="3066450" y="3146535"/>
                  </a:lnTo>
                  <a:lnTo>
                    <a:pt x="3066576" y="3146535"/>
                  </a:lnTo>
                  <a:lnTo>
                    <a:pt x="3066703" y="3146535"/>
                  </a:lnTo>
                  <a:lnTo>
                    <a:pt x="3066829" y="3146535"/>
                  </a:lnTo>
                  <a:lnTo>
                    <a:pt x="3066955" y="3146535"/>
                  </a:lnTo>
                  <a:lnTo>
                    <a:pt x="3067081" y="3146535"/>
                  </a:lnTo>
                  <a:lnTo>
                    <a:pt x="3067207" y="3146535"/>
                  </a:lnTo>
                  <a:lnTo>
                    <a:pt x="3067333" y="3146535"/>
                  </a:lnTo>
                  <a:lnTo>
                    <a:pt x="3067459" y="3146535"/>
                  </a:lnTo>
                  <a:lnTo>
                    <a:pt x="3067585" y="3146535"/>
                  </a:lnTo>
                  <a:lnTo>
                    <a:pt x="3067711" y="3146535"/>
                  </a:lnTo>
                  <a:lnTo>
                    <a:pt x="3067837" y="3146535"/>
                  </a:lnTo>
                  <a:lnTo>
                    <a:pt x="3067963" y="3146535"/>
                  </a:lnTo>
                  <a:lnTo>
                    <a:pt x="3068089" y="3146535"/>
                  </a:lnTo>
                  <a:lnTo>
                    <a:pt x="3068216" y="3146535"/>
                  </a:lnTo>
                  <a:lnTo>
                    <a:pt x="3068342" y="3146535"/>
                  </a:lnTo>
                  <a:lnTo>
                    <a:pt x="3068468" y="3146535"/>
                  </a:lnTo>
                  <a:lnTo>
                    <a:pt x="3068594" y="3146535"/>
                  </a:lnTo>
                  <a:lnTo>
                    <a:pt x="3068720" y="3146535"/>
                  </a:lnTo>
                  <a:lnTo>
                    <a:pt x="3068846" y="3146535"/>
                  </a:lnTo>
                  <a:lnTo>
                    <a:pt x="3068972" y="3146535"/>
                  </a:lnTo>
                  <a:lnTo>
                    <a:pt x="3069098" y="3146535"/>
                  </a:lnTo>
                  <a:lnTo>
                    <a:pt x="3069224" y="3146535"/>
                  </a:lnTo>
                  <a:lnTo>
                    <a:pt x="3069350" y="3146535"/>
                  </a:lnTo>
                  <a:lnTo>
                    <a:pt x="3069476" y="3146535"/>
                  </a:lnTo>
                  <a:lnTo>
                    <a:pt x="3069603" y="3146535"/>
                  </a:lnTo>
                  <a:lnTo>
                    <a:pt x="3069729" y="3146535"/>
                  </a:lnTo>
                  <a:lnTo>
                    <a:pt x="3069855" y="3146535"/>
                  </a:lnTo>
                  <a:lnTo>
                    <a:pt x="3069981" y="3146535"/>
                  </a:lnTo>
                  <a:lnTo>
                    <a:pt x="3070107" y="3146535"/>
                  </a:lnTo>
                  <a:lnTo>
                    <a:pt x="3070233" y="3146535"/>
                  </a:lnTo>
                  <a:lnTo>
                    <a:pt x="3070359" y="3146535"/>
                  </a:lnTo>
                  <a:lnTo>
                    <a:pt x="3070485" y="3146535"/>
                  </a:lnTo>
                  <a:lnTo>
                    <a:pt x="3070611" y="3146535"/>
                  </a:lnTo>
                  <a:lnTo>
                    <a:pt x="3070737" y="3146535"/>
                  </a:lnTo>
                  <a:lnTo>
                    <a:pt x="3070737" y="3141255"/>
                  </a:lnTo>
                  <a:lnTo>
                    <a:pt x="3070863" y="3141255"/>
                  </a:lnTo>
                  <a:lnTo>
                    <a:pt x="3070990" y="3141255"/>
                  </a:lnTo>
                  <a:lnTo>
                    <a:pt x="3071116" y="3141255"/>
                  </a:lnTo>
                  <a:lnTo>
                    <a:pt x="3071242" y="3141255"/>
                  </a:lnTo>
                  <a:lnTo>
                    <a:pt x="3071368" y="3141255"/>
                  </a:lnTo>
                  <a:lnTo>
                    <a:pt x="3071494" y="3141255"/>
                  </a:lnTo>
                  <a:lnTo>
                    <a:pt x="3071620" y="3141255"/>
                  </a:lnTo>
                  <a:lnTo>
                    <a:pt x="3071746" y="3141255"/>
                  </a:lnTo>
                  <a:lnTo>
                    <a:pt x="3071872" y="3141255"/>
                  </a:lnTo>
                  <a:lnTo>
                    <a:pt x="3071998" y="3141255"/>
                  </a:lnTo>
                  <a:lnTo>
                    <a:pt x="3072124" y="3141255"/>
                  </a:lnTo>
                  <a:lnTo>
                    <a:pt x="3072250" y="3141255"/>
                  </a:lnTo>
                  <a:lnTo>
                    <a:pt x="3072376" y="3141255"/>
                  </a:lnTo>
                  <a:lnTo>
                    <a:pt x="3072503" y="3141255"/>
                  </a:lnTo>
                  <a:lnTo>
                    <a:pt x="3072629" y="3141255"/>
                  </a:lnTo>
                  <a:lnTo>
                    <a:pt x="3072755" y="3141255"/>
                  </a:lnTo>
                  <a:lnTo>
                    <a:pt x="3072881" y="3141255"/>
                  </a:lnTo>
                  <a:lnTo>
                    <a:pt x="3073007" y="3141255"/>
                  </a:lnTo>
                  <a:lnTo>
                    <a:pt x="3073133" y="3141255"/>
                  </a:lnTo>
                  <a:lnTo>
                    <a:pt x="3073259" y="3141255"/>
                  </a:lnTo>
                  <a:lnTo>
                    <a:pt x="3073385" y="3141255"/>
                  </a:lnTo>
                  <a:lnTo>
                    <a:pt x="3073511" y="3141255"/>
                  </a:lnTo>
                  <a:lnTo>
                    <a:pt x="3073637" y="3141255"/>
                  </a:lnTo>
                  <a:lnTo>
                    <a:pt x="3073763" y="3141255"/>
                  </a:lnTo>
                  <a:lnTo>
                    <a:pt x="3073890" y="3141255"/>
                  </a:lnTo>
                  <a:lnTo>
                    <a:pt x="3074016" y="3141255"/>
                  </a:lnTo>
                  <a:lnTo>
                    <a:pt x="3074142" y="3141255"/>
                  </a:lnTo>
                  <a:lnTo>
                    <a:pt x="3074268" y="3141255"/>
                  </a:lnTo>
                  <a:lnTo>
                    <a:pt x="3074394" y="3141255"/>
                  </a:lnTo>
                  <a:lnTo>
                    <a:pt x="3074520" y="3141255"/>
                  </a:lnTo>
                  <a:lnTo>
                    <a:pt x="3074646" y="3141255"/>
                  </a:lnTo>
                  <a:lnTo>
                    <a:pt x="3074772" y="3141255"/>
                  </a:lnTo>
                  <a:lnTo>
                    <a:pt x="3074898" y="3141255"/>
                  </a:lnTo>
                  <a:lnTo>
                    <a:pt x="3075024" y="3141255"/>
                  </a:lnTo>
                  <a:lnTo>
                    <a:pt x="3075150" y="3141255"/>
                  </a:lnTo>
                  <a:lnTo>
                    <a:pt x="3075276" y="3141255"/>
                  </a:lnTo>
                  <a:lnTo>
                    <a:pt x="3075403" y="3141255"/>
                  </a:lnTo>
                  <a:lnTo>
                    <a:pt x="3075529" y="3141255"/>
                  </a:lnTo>
                  <a:lnTo>
                    <a:pt x="3075655" y="3141255"/>
                  </a:lnTo>
                  <a:lnTo>
                    <a:pt x="3075781" y="3141255"/>
                  </a:lnTo>
                  <a:lnTo>
                    <a:pt x="3075907" y="3141255"/>
                  </a:lnTo>
                  <a:lnTo>
                    <a:pt x="3076033" y="3141255"/>
                  </a:lnTo>
                  <a:lnTo>
                    <a:pt x="3076159" y="3141255"/>
                  </a:lnTo>
                  <a:lnTo>
                    <a:pt x="3076285" y="3141255"/>
                  </a:lnTo>
                  <a:lnTo>
                    <a:pt x="3076411" y="3141255"/>
                  </a:lnTo>
                  <a:lnTo>
                    <a:pt x="3076537" y="3141255"/>
                  </a:lnTo>
                  <a:lnTo>
                    <a:pt x="3076663" y="3141255"/>
                  </a:lnTo>
                  <a:lnTo>
                    <a:pt x="3076790" y="3141255"/>
                  </a:lnTo>
                  <a:lnTo>
                    <a:pt x="3076916" y="3141255"/>
                  </a:lnTo>
                  <a:lnTo>
                    <a:pt x="3077042" y="3141255"/>
                  </a:lnTo>
                  <a:lnTo>
                    <a:pt x="3077168" y="3141255"/>
                  </a:lnTo>
                  <a:lnTo>
                    <a:pt x="3077294" y="3141255"/>
                  </a:lnTo>
                  <a:lnTo>
                    <a:pt x="3077420" y="3141255"/>
                  </a:lnTo>
                  <a:lnTo>
                    <a:pt x="3077546" y="3141255"/>
                  </a:lnTo>
                  <a:lnTo>
                    <a:pt x="3077672" y="3141255"/>
                  </a:lnTo>
                  <a:lnTo>
                    <a:pt x="3077798" y="3141255"/>
                  </a:lnTo>
                  <a:lnTo>
                    <a:pt x="3077924" y="3141255"/>
                  </a:lnTo>
                  <a:lnTo>
                    <a:pt x="3078050" y="3141255"/>
                  </a:lnTo>
                  <a:lnTo>
                    <a:pt x="3078176" y="3141255"/>
                  </a:lnTo>
                  <a:lnTo>
                    <a:pt x="3078303" y="3141255"/>
                  </a:lnTo>
                  <a:lnTo>
                    <a:pt x="3078429" y="3141255"/>
                  </a:lnTo>
                  <a:lnTo>
                    <a:pt x="3078555" y="3141255"/>
                  </a:lnTo>
                  <a:lnTo>
                    <a:pt x="3078681" y="3141255"/>
                  </a:lnTo>
                  <a:lnTo>
                    <a:pt x="3078807" y="3141255"/>
                  </a:lnTo>
                  <a:lnTo>
                    <a:pt x="3078933" y="3141255"/>
                  </a:lnTo>
                  <a:lnTo>
                    <a:pt x="3079059" y="3141255"/>
                  </a:lnTo>
                  <a:lnTo>
                    <a:pt x="3079185" y="3141255"/>
                  </a:lnTo>
                  <a:lnTo>
                    <a:pt x="3079311" y="3141255"/>
                  </a:lnTo>
                  <a:lnTo>
                    <a:pt x="3079437" y="3141255"/>
                  </a:lnTo>
                  <a:lnTo>
                    <a:pt x="3079563" y="3141255"/>
                  </a:lnTo>
                  <a:lnTo>
                    <a:pt x="3079690" y="3141255"/>
                  </a:lnTo>
                  <a:lnTo>
                    <a:pt x="3079816" y="3141255"/>
                  </a:lnTo>
                  <a:lnTo>
                    <a:pt x="3079942" y="3141255"/>
                  </a:lnTo>
                  <a:lnTo>
                    <a:pt x="3080068" y="3141255"/>
                  </a:lnTo>
                  <a:lnTo>
                    <a:pt x="3080194" y="3141255"/>
                  </a:lnTo>
                  <a:lnTo>
                    <a:pt x="3080320" y="3141255"/>
                  </a:lnTo>
                  <a:lnTo>
                    <a:pt x="3080446" y="3141255"/>
                  </a:lnTo>
                  <a:lnTo>
                    <a:pt x="3080572" y="3141255"/>
                  </a:lnTo>
                  <a:lnTo>
                    <a:pt x="3080698" y="3141255"/>
                  </a:lnTo>
                  <a:lnTo>
                    <a:pt x="3080824" y="3141255"/>
                  </a:lnTo>
                  <a:lnTo>
                    <a:pt x="3080950" y="3141255"/>
                  </a:lnTo>
                  <a:lnTo>
                    <a:pt x="3081077" y="3141255"/>
                  </a:lnTo>
                  <a:lnTo>
                    <a:pt x="3081203" y="3141255"/>
                  </a:lnTo>
                  <a:lnTo>
                    <a:pt x="3081329" y="3141255"/>
                  </a:lnTo>
                  <a:lnTo>
                    <a:pt x="3081455" y="3141255"/>
                  </a:lnTo>
                  <a:lnTo>
                    <a:pt x="3081581" y="3141255"/>
                  </a:lnTo>
                  <a:lnTo>
                    <a:pt x="3081707" y="3141255"/>
                  </a:lnTo>
                  <a:lnTo>
                    <a:pt x="3081833" y="3141255"/>
                  </a:lnTo>
                  <a:lnTo>
                    <a:pt x="3081959" y="3141255"/>
                  </a:lnTo>
                  <a:lnTo>
                    <a:pt x="3082085" y="3141255"/>
                  </a:lnTo>
                  <a:lnTo>
                    <a:pt x="3082211" y="3141255"/>
                  </a:lnTo>
                  <a:lnTo>
                    <a:pt x="3082337" y="3141255"/>
                  </a:lnTo>
                  <a:lnTo>
                    <a:pt x="3082463" y="3141255"/>
                  </a:lnTo>
                  <a:lnTo>
                    <a:pt x="3082590" y="3141255"/>
                  </a:lnTo>
                  <a:lnTo>
                    <a:pt x="3082716" y="3141255"/>
                  </a:lnTo>
                  <a:lnTo>
                    <a:pt x="3082842" y="3141255"/>
                  </a:lnTo>
                  <a:lnTo>
                    <a:pt x="3082968" y="3141255"/>
                  </a:lnTo>
                  <a:lnTo>
                    <a:pt x="3083094" y="3141255"/>
                  </a:lnTo>
                  <a:lnTo>
                    <a:pt x="3083220" y="3141255"/>
                  </a:lnTo>
                  <a:lnTo>
                    <a:pt x="3083346" y="3141255"/>
                  </a:lnTo>
                  <a:lnTo>
                    <a:pt x="3083472" y="3141255"/>
                  </a:lnTo>
                  <a:lnTo>
                    <a:pt x="3083598" y="3141255"/>
                  </a:lnTo>
                  <a:lnTo>
                    <a:pt x="3083724" y="3141255"/>
                  </a:lnTo>
                  <a:lnTo>
                    <a:pt x="3083850" y="3141255"/>
                  </a:lnTo>
                  <a:lnTo>
                    <a:pt x="3083977" y="3141255"/>
                  </a:lnTo>
                  <a:lnTo>
                    <a:pt x="3084103" y="3141255"/>
                  </a:lnTo>
                  <a:lnTo>
                    <a:pt x="3084229" y="3141255"/>
                  </a:lnTo>
                  <a:lnTo>
                    <a:pt x="3084355" y="3141255"/>
                  </a:lnTo>
                  <a:lnTo>
                    <a:pt x="3084481" y="3141255"/>
                  </a:lnTo>
                  <a:lnTo>
                    <a:pt x="3084607" y="3141255"/>
                  </a:lnTo>
                  <a:lnTo>
                    <a:pt x="3084733" y="3141255"/>
                  </a:lnTo>
                  <a:lnTo>
                    <a:pt x="3084859" y="3141255"/>
                  </a:lnTo>
                  <a:lnTo>
                    <a:pt x="3084985" y="3141255"/>
                  </a:lnTo>
                  <a:lnTo>
                    <a:pt x="3085111" y="3141255"/>
                  </a:lnTo>
                  <a:lnTo>
                    <a:pt x="3085237" y="3141255"/>
                  </a:lnTo>
                  <a:lnTo>
                    <a:pt x="3085363" y="3141255"/>
                  </a:lnTo>
                  <a:lnTo>
                    <a:pt x="3085490" y="3141255"/>
                  </a:lnTo>
                  <a:lnTo>
                    <a:pt x="3085616" y="3141255"/>
                  </a:lnTo>
                  <a:lnTo>
                    <a:pt x="3085742" y="3141255"/>
                  </a:lnTo>
                  <a:lnTo>
                    <a:pt x="3085868" y="3141255"/>
                  </a:lnTo>
                  <a:lnTo>
                    <a:pt x="3085994" y="3141255"/>
                  </a:lnTo>
                  <a:lnTo>
                    <a:pt x="3086120" y="3141255"/>
                  </a:lnTo>
                  <a:lnTo>
                    <a:pt x="3086246" y="3141255"/>
                  </a:lnTo>
                  <a:lnTo>
                    <a:pt x="3086372" y="3141255"/>
                  </a:lnTo>
                  <a:lnTo>
                    <a:pt x="3086498" y="3141255"/>
                  </a:lnTo>
                  <a:lnTo>
                    <a:pt x="3086624" y="3141255"/>
                  </a:lnTo>
                  <a:lnTo>
                    <a:pt x="3086750" y="3141255"/>
                  </a:lnTo>
                  <a:lnTo>
                    <a:pt x="3086877" y="3141255"/>
                  </a:lnTo>
                  <a:lnTo>
                    <a:pt x="3087003" y="3141255"/>
                  </a:lnTo>
                  <a:lnTo>
                    <a:pt x="3087129" y="3141255"/>
                  </a:lnTo>
                  <a:lnTo>
                    <a:pt x="3087129" y="3135976"/>
                  </a:lnTo>
                  <a:lnTo>
                    <a:pt x="3087129" y="3130696"/>
                  </a:lnTo>
                  <a:lnTo>
                    <a:pt x="3087255" y="3130696"/>
                  </a:lnTo>
                  <a:lnTo>
                    <a:pt x="3087381" y="3130696"/>
                  </a:lnTo>
                  <a:lnTo>
                    <a:pt x="3087507" y="3130696"/>
                  </a:lnTo>
                  <a:lnTo>
                    <a:pt x="3087633" y="3130696"/>
                  </a:lnTo>
                  <a:lnTo>
                    <a:pt x="3087633" y="3125417"/>
                  </a:lnTo>
                  <a:lnTo>
                    <a:pt x="3087759" y="3125417"/>
                  </a:lnTo>
                  <a:lnTo>
                    <a:pt x="3087885" y="3125417"/>
                  </a:lnTo>
                  <a:lnTo>
                    <a:pt x="3088011" y="3125417"/>
                  </a:lnTo>
                  <a:lnTo>
                    <a:pt x="3088137" y="3125417"/>
                  </a:lnTo>
                  <a:lnTo>
                    <a:pt x="3088264" y="3125417"/>
                  </a:lnTo>
                  <a:lnTo>
                    <a:pt x="3088390" y="3125417"/>
                  </a:lnTo>
                  <a:lnTo>
                    <a:pt x="3088516" y="3125417"/>
                  </a:lnTo>
                  <a:lnTo>
                    <a:pt x="3088642" y="3125417"/>
                  </a:lnTo>
                  <a:lnTo>
                    <a:pt x="3088768" y="3125417"/>
                  </a:lnTo>
                  <a:lnTo>
                    <a:pt x="3088894" y="3125417"/>
                  </a:lnTo>
                  <a:lnTo>
                    <a:pt x="3089020" y="3125417"/>
                  </a:lnTo>
                  <a:lnTo>
                    <a:pt x="3089146" y="3125417"/>
                  </a:lnTo>
                  <a:lnTo>
                    <a:pt x="3089272" y="3125417"/>
                  </a:lnTo>
                  <a:lnTo>
                    <a:pt x="3089398" y="3125417"/>
                  </a:lnTo>
                  <a:lnTo>
                    <a:pt x="3089524" y="3125417"/>
                  </a:lnTo>
                  <a:lnTo>
                    <a:pt x="3089650" y="3125417"/>
                  </a:lnTo>
                  <a:lnTo>
                    <a:pt x="3089777" y="3125417"/>
                  </a:lnTo>
                  <a:lnTo>
                    <a:pt x="3089903" y="3125417"/>
                  </a:lnTo>
                  <a:lnTo>
                    <a:pt x="3090029" y="3125417"/>
                  </a:lnTo>
                  <a:lnTo>
                    <a:pt x="3090155" y="3125417"/>
                  </a:lnTo>
                  <a:lnTo>
                    <a:pt x="3090281" y="3125417"/>
                  </a:lnTo>
                  <a:lnTo>
                    <a:pt x="3090407" y="3125417"/>
                  </a:lnTo>
                  <a:lnTo>
                    <a:pt x="3090533" y="3125417"/>
                  </a:lnTo>
                  <a:lnTo>
                    <a:pt x="3090659" y="3125417"/>
                  </a:lnTo>
                  <a:lnTo>
                    <a:pt x="3090785" y="3125417"/>
                  </a:lnTo>
                  <a:lnTo>
                    <a:pt x="3090911" y="3125417"/>
                  </a:lnTo>
                  <a:lnTo>
                    <a:pt x="3091037" y="3125417"/>
                  </a:lnTo>
                  <a:lnTo>
                    <a:pt x="3091164" y="3125417"/>
                  </a:lnTo>
                  <a:lnTo>
                    <a:pt x="3091290" y="3125417"/>
                  </a:lnTo>
                  <a:lnTo>
                    <a:pt x="3091416" y="3125417"/>
                  </a:lnTo>
                  <a:lnTo>
                    <a:pt x="3091542" y="3125417"/>
                  </a:lnTo>
                  <a:lnTo>
                    <a:pt x="3091668" y="3125417"/>
                  </a:lnTo>
                  <a:lnTo>
                    <a:pt x="3091794" y="3125417"/>
                  </a:lnTo>
                  <a:lnTo>
                    <a:pt x="3091920" y="3125417"/>
                  </a:lnTo>
                  <a:lnTo>
                    <a:pt x="3092046" y="3125417"/>
                  </a:lnTo>
                  <a:lnTo>
                    <a:pt x="3092172" y="3125417"/>
                  </a:lnTo>
                  <a:lnTo>
                    <a:pt x="3092298" y="3125417"/>
                  </a:lnTo>
                  <a:lnTo>
                    <a:pt x="3092424" y="3125417"/>
                  </a:lnTo>
                  <a:lnTo>
                    <a:pt x="3092550" y="3125417"/>
                  </a:lnTo>
                  <a:lnTo>
                    <a:pt x="3092677" y="3125417"/>
                  </a:lnTo>
                  <a:lnTo>
                    <a:pt x="3092803" y="3125417"/>
                  </a:lnTo>
                  <a:lnTo>
                    <a:pt x="3092929" y="3125417"/>
                  </a:lnTo>
                  <a:lnTo>
                    <a:pt x="3093055" y="3125417"/>
                  </a:lnTo>
                  <a:lnTo>
                    <a:pt x="3093181" y="3125417"/>
                  </a:lnTo>
                  <a:lnTo>
                    <a:pt x="3093307" y="3125417"/>
                  </a:lnTo>
                  <a:lnTo>
                    <a:pt x="3093433" y="3125417"/>
                  </a:lnTo>
                  <a:lnTo>
                    <a:pt x="3093559" y="3125417"/>
                  </a:lnTo>
                  <a:lnTo>
                    <a:pt x="3093685" y="3125417"/>
                  </a:lnTo>
                  <a:lnTo>
                    <a:pt x="3093811" y="3125417"/>
                  </a:lnTo>
                  <a:lnTo>
                    <a:pt x="3093937" y="3125417"/>
                  </a:lnTo>
                  <a:lnTo>
                    <a:pt x="3094064" y="3125417"/>
                  </a:lnTo>
                  <a:lnTo>
                    <a:pt x="3094190" y="3125417"/>
                  </a:lnTo>
                  <a:lnTo>
                    <a:pt x="3094316" y="3125417"/>
                  </a:lnTo>
                  <a:lnTo>
                    <a:pt x="3094442" y="3125417"/>
                  </a:lnTo>
                  <a:lnTo>
                    <a:pt x="3094568" y="3125417"/>
                  </a:lnTo>
                  <a:lnTo>
                    <a:pt x="3094694" y="3125417"/>
                  </a:lnTo>
                  <a:lnTo>
                    <a:pt x="3094820" y="3125417"/>
                  </a:lnTo>
                  <a:lnTo>
                    <a:pt x="3094946" y="3125417"/>
                  </a:lnTo>
                  <a:lnTo>
                    <a:pt x="3095072" y="3125417"/>
                  </a:lnTo>
                  <a:lnTo>
                    <a:pt x="3095198" y="3125417"/>
                  </a:lnTo>
                  <a:lnTo>
                    <a:pt x="3095324" y="3125417"/>
                  </a:lnTo>
                  <a:lnTo>
                    <a:pt x="3095451" y="3125417"/>
                  </a:lnTo>
                  <a:lnTo>
                    <a:pt x="3095577" y="3125417"/>
                  </a:lnTo>
                  <a:lnTo>
                    <a:pt x="3095703" y="3125417"/>
                  </a:lnTo>
                  <a:lnTo>
                    <a:pt x="3095829" y="3125417"/>
                  </a:lnTo>
                  <a:lnTo>
                    <a:pt x="3095955" y="3125417"/>
                  </a:lnTo>
                  <a:lnTo>
                    <a:pt x="3096081" y="3125417"/>
                  </a:lnTo>
                  <a:lnTo>
                    <a:pt x="3096207" y="3125417"/>
                  </a:lnTo>
                  <a:lnTo>
                    <a:pt x="3096333" y="3125417"/>
                  </a:lnTo>
                  <a:lnTo>
                    <a:pt x="3096459" y="3125417"/>
                  </a:lnTo>
                  <a:lnTo>
                    <a:pt x="3096585" y="3125417"/>
                  </a:lnTo>
                  <a:lnTo>
                    <a:pt x="3096711" y="3125417"/>
                  </a:lnTo>
                  <a:lnTo>
                    <a:pt x="3096837" y="3125417"/>
                  </a:lnTo>
                  <a:lnTo>
                    <a:pt x="3096964" y="3125417"/>
                  </a:lnTo>
                  <a:lnTo>
                    <a:pt x="3097090" y="3125417"/>
                  </a:lnTo>
                  <a:lnTo>
                    <a:pt x="3097216" y="3125417"/>
                  </a:lnTo>
                  <a:lnTo>
                    <a:pt x="3097342" y="3125417"/>
                  </a:lnTo>
                  <a:lnTo>
                    <a:pt x="3097468" y="3125417"/>
                  </a:lnTo>
                  <a:lnTo>
                    <a:pt x="3097594" y="3125417"/>
                  </a:lnTo>
                  <a:lnTo>
                    <a:pt x="3097720" y="3125417"/>
                  </a:lnTo>
                  <a:lnTo>
                    <a:pt x="3097846" y="3125417"/>
                  </a:lnTo>
                  <a:lnTo>
                    <a:pt x="3097972" y="3125417"/>
                  </a:lnTo>
                  <a:lnTo>
                    <a:pt x="3098098" y="3125417"/>
                  </a:lnTo>
                  <a:lnTo>
                    <a:pt x="3098224" y="3125417"/>
                  </a:lnTo>
                  <a:lnTo>
                    <a:pt x="3098351" y="3125417"/>
                  </a:lnTo>
                  <a:lnTo>
                    <a:pt x="3098477" y="3125417"/>
                  </a:lnTo>
                  <a:lnTo>
                    <a:pt x="3098603" y="3125417"/>
                  </a:lnTo>
                  <a:lnTo>
                    <a:pt x="3098729" y="3125417"/>
                  </a:lnTo>
                  <a:lnTo>
                    <a:pt x="3098855" y="3125417"/>
                  </a:lnTo>
                  <a:lnTo>
                    <a:pt x="3098981" y="3125417"/>
                  </a:lnTo>
                  <a:lnTo>
                    <a:pt x="3099107" y="3125417"/>
                  </a:lnTo>
                  <a:lnTo>
                    <a:pt x="3099233" y="3125417"/>
                  </a:lnTo>
                  <a:lnTo>
                    <a:pt x="3099359" y="3125417"/>
                  </a:lnTo>
                  <a:lnTo>
                    <a:pt x="3099485" y="3125417"/>
                  </a:lnTo>
                  <a:lnTo>
                    <a:pt x="3099611" y="3125417"/>
                  </a:lnTo>
                  <a:lnTo>
                    <a:pt x="3099737" y="3125417"/>
                  </a:lnTo>
                  <a:lnTo>
                    <a:pt x="3099864" y="3125417"/>
                  </a:lnTo>
                  <a:lnTo>
                    <a:pt x="3099990" y="3125417"/>
                  </a:lnTo>
                  <a:lnTo>
                    <a:pt x="3100116" y="3125417"/>
                  </a:lnTo>
                  <a:lnTo>
                    <a:pt x="3100242" y="3125417"/>
                  </a:lnTo>
                  <a:lnTo>
                    <a:pt x="3100368" y="3125417"/>
                  </a:lnTo>
                  <a:lnTo>
                    <a:pt x="3100494" y="3125417"/>
                  </a:lnTo>
                  <a:lnTo>
                    <a:pt x="3100620" y="3125417"/>
                  </a:lnTo>
                  <a:lnTo>
                    <a:pt x="3100746" y="3125417"/>
                  </a:lnTo>
                  <a:lnTo>
                    <a:pt x="3100872" y="3125417"/>
                  </a:lnTo>
                  <a:lnTo>
                    <a:pt x="3100998" y="3125417"/>
                  </a:lnTo>
                  <a:lnTo>
                    <a:pt x="3101124" y="3125417"/>
                  </a:lnTo>
                  <a:lnTo>
                    <a:pt x="3101251" y="3125417"/>
                  </a:lnTo>
                  <a:lnTo>
                    <a:pt x="3101377" y="3125417"/>
                  </a:lnTo>
                  <a:lnTo>
                    <a:pt x="3101503" y="3125417"/>
                  </a:lnTo>
                  <a:lnTo>
                    <a:pt x="3101629" y="3125417"/>
                  </a:lnTo>
                  <a:lnTo>
                    <a:pt x="3101755" y="3125417"/>
                  </a:lnTo>
                  <a:lnTo>
                    <a:pt x="3101881" y="3125417"/>
                  </a:lnTo>
                  <a:lnTo>
                    <a:pt x="3102007" y="3125417"/>
                  </a:lnTo>
                  <a:lnTo>
                    <a:pt x="3102133" y="3125417"/>
                  </a:lnTo>
                  <a:lnTo>
                    <a:pt x="3102259" y="3125417"/>
                  </a:lnTo>
                  <a:lnTo>
                    <a:pt x="3102385" y="3125417"/>
                  </a:lnTo>
                  <a:lnTo>
                    <a:pt x="3102511" y="3125417"/>
                  </a:lnTo>
                  <a:lnTo>
                    <a:pt x="3102637" y="3125417"/>
                  </a:lnTo>
                  <a:lnTo>
                    <a:pt x="3102764" y="3125417"/>
                  </a:lnTo>
                  <a:lnTo>
                    <a:pt x="3102890" y="3125417"/>
                  </a:lnTo>
                  <a:lnTo>
                    <a:pt x="3102890" y="3120138"/>
                  </a:lnTo>
                  <a:lnTo>
                    <a:pt x="3103016" y="3120138"/>
                  </a:lnTo>
                  <a:lnTo>
                    <a:pt x="3103142" y="3120138"/>
                  </a:lnTo>
                  <a:lnTo>
                    <a:pt x="3103268" y="3120138"/>
                  </a:lnTo>
                  <a:lnTo>
                    <a:pt x="3103394" y="3120138"/>
                  </a:lnTo>
                  <a:lnTo>
                    <a:pt x="3103520" y="3120138"/>
                  </a:lnTo>
                  <a:lnTo>
                    <a:pt x="3103646" y="3120138"/>
                  </a:lnTo>
                  <a:lnTo>
                    <a:pt x="3103772" y="3120138"/>
                  </a:lnTo>
                  <a:lnTo>
                    <a:pt x="3103898" y="3120138"/>
                  </a:lnTo>
                  <a:lnTo>
                    <a:pt x="3104024" y="3120138"/>
                  </a:lnTo>
                  <a:lnTo>
                    <a:pt x="3104151" y="3120138"/>
                  </a:lnTo>
                  <a:lnTo>
                    <a:pt x="3104277" y="3120138"/>
                  </a:lnTo>
                  <a:lnTo>
                    <a:pt x="3104403" y="3120138"/>
                  </a:lnTo>
                  <a:lnTo>
                    <a:pt x="3104529" y="3120138"/>
                  </a:lnTo>
                  <a:lnTo>
                    <a:pt x="3104655" y="3120138"/>
                  </a:lnTo>
                  <a:lnTo>
                    <a:pt x="3104781" y="3120138"/>
                  </a:lnTo>
                  <a:lnTo>
                    <a:pt x="3104907" y="3120138"/>
                  </a:lnTo>
                  <a:lnTo>
                    <a:pt x="3105033" y="3120138"/>
                  </a:lnTo>
                  <a:lnTo>
                    <a:pt x="3105159" y="3120138"/>
                  </a:lnTo>
                  <a:lnTo>
                    <a:pt x="3105285" y="3120138"/>
                  </a:lnTo>
                  <a:lnTo>
                    <a:pt x="3105411" y="3120138"/>
                  </a:lnTo>
                  <a:lnTo>
                    <a:pt x="3105538" y="3120138"/>
                  </a:lnTo>
                  <a:lnTo>
                    <a:pt x="3105664" y="3120138"/>
                  </a:lnTo>
                  <a:lnTo>
                    <a:pt x="3105790" y="3120138"/>
                  </a:lnTo>
                  <a:lnTo>
                    <a:pt x="3105916" y="3120138"/>
                  </a:lnTo>
                  <a:lnTo>
                    <a:pt x="3106042" y="3120138"/>
                  </a:lnTo>
                  <a:lnTo>
                    <a:pt x="3106168" y="3120138"/>
                  </a:lnTo>
                  <a:lnTo>
                    <a:pt x="3106294" y="3120138"/>
                  </a:lnTo>
                  <a:lnTo>
                    <a:pt x="3106420" y="3120138"/>
                  </a:lnTo>
                  <a:lnTo>
                    <a:pt x="3106546" y="3120138"/>
                  </a:lnTo>
                  <a:lnTo>
                    <a:pt x="3106672" y="3120138"/>
                  </a:lnTo>
                  <a:lnTo>
                    <a:pt x="3106798" y="3120138"/>
                  </a:lnTo>
                  <a:lnTo>
                    <a:pt x="3106924" y="3120138"/>
                  </a:lnTo>
                  <a:lnTo>
                    <a:pt x="3107051" y="3120138"/>
                  </a:lnTo>
                  <a:lnTo>
                    <a:pt x="3107177" y="3120138"/>
                  </a:lnTo>
                  <a:lnTo>
                    <a:pt x="3107303" y="3120138"/>
                  </a:lnTo>
                  <a:lnTo>
                    <a:pt x="3107429" y="3120138"/>
                  </a:lnTo>
                  <a:lnTo>
                    <a:pt x="3107555" y="3120138"/>
                  </a:lnTo>
                  <a:lnTo>
                    <a:pt x="3107555" y="3114858"/>
                  </a:lnTo>
                  <a:lnTo>
                    <a:pt x="3107681" y="3114858"/>
                  </a:lnTo>
                  <a:lnTo>
                    <a:pt x="3107807" y="3114858"/>
                  </a:lnTo>
                  <a:lnTo>
                    <a:pt x="3107933" y="3114858"/>
                  </a:lnTo>
                  <a:lnTo>
                    <a:pt x="3108059" y="3114858"/>
                  </a:lnTo>
                  <a:lnTo>
                    <a:pt x="3108185" y="3114858"/>
                  </a:lnTo>
                  <a:lnTo>
                    <a:pt x="3108311" y="3114858"/>
                  </a:lnTo>
                  <a:lnTo>
                    <a:pt x="3108438" y="3114858"/>
                  </a:lnTo>
                  <a:lnTo>
                    <a:pt x="3108564" y="3114858"/>
                  </a:lnTo>
                  <a:lnTo>
                    <a:pt x="3108690" y="3114858"/>
                  </a:lnTo>
                  <a:lnTo>
                    <a:pt x="3108816" y="3114858"/>
                  </a:lnTo>
                  <a:lnTo>
                    <a:pt x="3108942" y="3114858"/>
                  </a:lnTo>
                  <a:lnTo>
                    <a:pt x="3109068" y="3114858"/>
                  </a:lnTo>
                  <a:lnTo>
                    <a:pt x="3109194" y="3114858"/>
                  </a:lnTo>
                  <a:lnTo>
                    <a:pt x="3109320" y="3114858"/>
                  </a:lnTo>
                  <a:lnTo>
                    <a:pt x="3109446" y="3114858"/>
                  </a:lnTo>
                  <a:lnTo>
                    <a:pt x="3109572" y="3114858"/>
                  </a:lnTo>
                  <a:lnTo>
                    <a:pt x="3109698" y="3114858"/>
                  </a:lnTo>
                  <a:lnTo>
                    <a:pt x="3109698" y="3109579"/>
                  </a:lnTo>
                  <a:lnTo>
                    <a:pt x="3109824" y="3109579"/>
                  </a:lnTo>
                  <a:lnTo>
                    <a:pt x="3109951" y="3109579"/>
                  </a:lnTo>
                  <a:lnTo>
                    <a:pt x="3110077" y="3109579"/>
                  </a:lnTo>
                  <a:lnTo>
                    <a:pt x="3110203" y="3109579"/>
                  </a:lnTo>
                  <a:lnTo>
                    <a:pt x="3110329" y="3109579"/>
                  </a:lnTo>
                  <a:lnTo>
                    <a:pt x="3110455" y="3109579"/>
                  </a:lnTo>
                  <a:lnTo>
                    <a:pt x="3110581" y="3109579"/>
                  </a:lnTo>
                  <a:lnTo>
                    <a:pt x="3110707" y="3109579"/>
                  </a:lnTo>
                  <a:lnTo>
                    <a:pt x="3110833" y="3109579"/>
                  </a:lnTo>
                  <a:lnTo>
                    <a:pt x="3110959" y="3109579"/>
                  </a:lnTo>
                  <a:lnTo>
                    <a:pt x="3111085" y="3109579"/>
                  </a:lnTo>
                  <a:lnTo>
                    <a:pt x="3111211" y="3109579"/>
                  </a:lnTo>
                  <a:lnTo>
                    <a:pt x="3111338" y="3109579"/>
                  </a:lnTo>
                  <a:lnTo>
                    <a:pt x="3111464" y="3109579"/>
                  </a:lnTo>
                  <a:lnTo>
                    <a:pt x="3111590" y="3109579"/>
                  </a:lnTo>
                  <a:lnTo>
                    <a:pt x="3111716" y="3109579"/>
                  </a:lnTo>
                  <a:lnTo>
                    <a:pt x="3111842" y="3109579"/>
                  </a:lnTo>
                  <a:lnTo>
                    <a:pt x="3111968" y="3109579"/>
                  </a:lnTo>
                  <a:lnTo>
                    <a:pt x="3112094" y="3109579"/>
                  </a:lnTo>
                  <a:lnTo>
                    <a:pt x="3112220" y="3109579"/>
                  </a:lnTo>
                  <a:lnTo>
                    <a:pt x="3112346" y="3109579"/>
                  </a:lnTo>
                  <a:lnTo>
                    <a:pt x="3112472" y="3109579"/>
                  </a:lnTo>
                  <a:lnTo>
                    <a:pt x="3112598" y="3109579"/>
                  </a:lnTo>
                  <a:lnTo>
                    <a:pt x="3112725" y="3109579"/>
                  </a:lnTo>
                  <a:lnTo>
                    <a:pt x="3112851" y="3109579"/>
                  </a:lnTo>
                  <a:lnTo>
                    <a:pt x="3112977" y="3109579"/>
                  </a:lnTo>
                  <a:lnTo>
                    <a:pt x="3113103" y="3109579"/>
                  </a:lnTo>
                  <a:lnTo>
                    <a:pt x="3113229" y="3109579"/>
                  </a:lnTo>
                  <a:lnTo>
                    <a:pt x="3113355" y="3109579"/>
                  </a:lnTo>
                  <a:lnTo>
                    <a:pt x="3113481" y="3109579"/>
                  </a:lnTo>
                  <a:lnTo>
                    <a:pt x="3113607" y="3109579"/>
                  </a:lnTo>
                  <a:lnTo>
                    <a:pt x="3113733" y="3109579"/>
                  </a:lnTo>
                  <a:lnTo>
                    <a:pt x="3113859" y="3109579"/>
                  </a:lnTo>
                  <a:lnTo>
                    <a:pt x="3113985" y="3109579"/>
                  </a:lnTo>
                  <a:lnTo>
                    <a:pt x="3114111" y="3109579"/>
                  </a:lnTo>
                  <a:lnTo>
                    <a:pt x="3114238" y="3109579"/>
                  </a:lnTo>
                  <a:lnTo>
                    <a:pt x="3114364" y="3109579"/>
                  </a:lnTo>
                  <a:lnTo>
                    <a:pt x="3114490" y="3109579"/>
                  </a:lnTo>
                  <a:lnTo>
                    <a:pt x="3114616" y="3109579"/>
                  </a:lnTo>
                  <a:lnTo>
                    <a:pt x="3114742" y="3109579"/>
                  </a:lnTo>
                  <a:lnTo>
                    <a:pt x="3114868" y="3109579"/>
                  </a:lnTo>
                  <a:lnTo>
                    <a:pt x="3114994" y="3109579"/>
                  </a:lnTo>
                  <a:lnTo>
                    <a:pt x="3115120" y="3109579"/>
                  </a:lnTo>
                  <a:lnTo>
                    <a:pt x="3115246" y="3109579"/>
                  </a:lnTo>
                  <a:lnTo>
                    <a:pt x="3115372" y="3109579"/>
                  </a:lnTo>
                  <a:lnTo>
                    <a:pt x="3115498" y="3109579"/>
                  </a:lnTo>
                  <a:lnTo>
                    <a:pt x="3115625" y="3109579"/>
                  </a:lnTo>
                  <a:lnTo>
                    <a:pt x="3115751" y="3109579"/>
                  </a:lnTo>
                  <a:lnTo>
                    <a:pt x="3115877" y="3109579"/>
                  </a:lnTo>
                  <a:lnTo>
                    <a:pt x="3116003" y="3109579"/>
                  </a:lnTo>
                  <a:lnTo>
                    <a:pt x="3116129" y="3109579"/>
                  </a:lnTo>
                  <a:lnTo>
                    <a:pt x="3116255" y="3109579"/>
                  </a:lnTo>
                  <a:lnTo>
                    <a:pt x="3116381" y="3109579"/>
                  </a:lnTo>
                  <a:lnTo>
                    <a:pt x="3116381" y="3104299"/>
                  </a:lnTo>
                  <a:lnTo>
                    <a:pt x="3116507" y="3104299"/>
                  </a:lnTo>
                  <a:lnTo>
                    <a:pt x="3116633" y="3104299"/>
                  </a:lnTo>
                  <a:lnTo>
                    <a:pt x="3116759" y="3104299"/>
                  </a:lnTo>
                  <a:lnTo>
                    <a:pt x="3116885" y="3104299"/>
                  </a:lnTo>
                  <a:lnTo>
                    <a:pt x="3117011" y="3104299"/>
                  </a:lnTo>
                  <a:lnTo>
                    <a:pt x="3117138" y="3104299"/>
                  </a:lnTo>
                  <a:lnTo>
                    <a:pt x="3117264" y="3104299"/>
                  </a:lnTo>
                  <a:lnTo>
                    <a:pt x="3117390" y="3104299"/>
                  </a:lnTo>
                  <a:lnTo>
                    <a:pt x="3117516" y="3104299"/>
                  </a:lnTo>
                  <a:lnTo>
                    <a:pt x="3117642" y="3104299"/>
                  </a:lnTo>
                  <a:lnTo>
                    <a:pt x="3117642" y="3099020"/>
                  </a:lnTo>
                  <a:lnTo>
                    <a:pt x="3117768" y="3099020"/>
                  </a:lnTo>
                  <a:lnTo>
                    <a:pt x="3117894" y="3099020"/>
                  </a:lnTo>
                  <a:lnTo>
                    <a:pt x="3118020" y="3099020"/>
                  </a:lnTo>
                  <a:lnTo>
                    <a:pt x="3118146" y="3099020"/>
                  </a:lnTo>
                  <a:lnTo>
                    <a:pt x="3118272" y="3099020"/>
                  </a:lnTo>
                  <a:lnTo>
                    <a:pt x="3118398" y="3099020"/>
                  </a:lnTo>
                  <a:lnTo>
                    <a:pt x="3118525" y="3099020"/>
                  </a:lnTo>
                  <a:lnTo>
                    <a:pt x="3118651" y="3099020"/>
                  </a:lnTo>
                  <a:lnTo>
                    <a:pt x="3118777" y="3099020"/>
                  </a:lnTo>
                  <a:lnTo>
                    <a:pt x="3118903" y="3099020"/>
                  </a:lnTo>
                  <a:lnTo>
                    <a:pt x="3119029" y="3099020"/>
                  </a:lnTo>
                  <a:lnTo>
                    <a:pt x="3119155" y="3099020"/>
                  </a:lnTo>
                  <a:lnTo>
                    <a:pt x="3119281" y="3099020"/>
                  </a:lnTo>
                  <a:lnTo>
                    <a:pt x="3119407" y="3099020"/>
                  </a:lnTo>
                  <a:lnTo>
                    <a:pt x="3119533" y="3099020"/>
                  </a:lnTo>
                  <a:lnTo>
                    <a:pt x="3119659" y="3099020"/>
                  </a:lnTo>
                  <a:lnTo>
                    <a:pt x="3119785" y="3099020"/>
                  </a:lnTo>
                  <a:lnTo>
                    <a:pt x="3119912" y="3099020"/>
                  </a:lnTo>
                  <a:lnTo>
                    <a:pt x="3120038" y="3099020"/>
                  </a:lnTo>
                  <a:lnTo>
                    <a:pt x="3120164" y="3099020"/>
                  </a:lnTo>
                  <a:lnTo>
                    <a:pt x="3120290" y="3099020"/>
                  </a:lnTo>
                  <a:lnTo>
                    <a:pt x="3120416" y="3099020"/>
                  </a:lnTo>
                  <a:lnTo>
                    <a:pt x="3120542" y="3099020"/>
                  </a:lnTo>
                  <a:lnTo>
                    <a:pt x="3120668" y="3099020"/>
                  </a:lnTo>
                  <a:lnTo>
                    <a:pt x="3120794" y="3099020"/>
                  </a:lnTo>
                  <a:lnTo>
                    <a:pt x="3120920" y="3099020"/>
                  </a:lnTo>
                  <a:lnTo>
                    <a:pt x="3121046" y="3099020"/>
                  </a:lnTo>
                  <a:lnTo>
                    <a:pt x="3121172" y="3099020"/>
                  </a:lnTo>
                  <a:lnTo>
                    <a:pt x="3121298" y="3099020"/>
                  </a:lnTo>
                  <a:lnTo>
                    <a:pt x="3121425" y="3099020"/>
                  </a:lnTo>
                  <a:lnTo>
                    <a:pt x="3121551" y="3099020"/>
                  </a:lnTo>
                  <a:lnTo>
                    <a:pt x="3121677" y="3099020"/>
                  </a:lnTo>
                  <a:lnTo>
                    <a:pt x="3121803" y="3099020"/>
                  </a:lnTo>
                  <a:lnTo>
                    <a:pt x="3121929" y="3099020"/>
                  </a:lnTo>
                  <a:lnTo>
                    <a:pt x="3122055" y="3099020"/>
                  </a:lnTo>
                  <a:lnTo>
                    <a:pt x="3122181" y="3099020"/>
                  </a:lnTo>
                  <a:lnTo>
                    <a:pt x="3122307" y="3099020"/>
                  </a:lnTo>
                  <a:lnTo>
                    <a:pt x="3122433" y="3099020"/>
                  </a:lnTo>
                  <a:lnTo>
                    <a:pt x="3122559" y="3099020"/>
                  </a:lnTo>
                  <a:lnTo>
                    <a:pt x="3122685" y="3099020"/>
                  </a:lnTo>
                  <a:lnTo>
                    <a:pt x="3122812" y="3099020"/>
                  </a:lnTo>
                  <a:lnTo>
                    <a:pt x="3122938" y="3099020"/>
                  </a:lnTo>
                  <a:lnTo>
                    <a:pt x="3123064" y="3099020"/>
                  </a:lnTo>
                  <a:lnTo>
                    <a:pt x="3123190" y="3099020"/>
                  </a:lnTo>
                  <a:lnTo>
                    <a:pt x="3123316" y="3099020"/>
                  </a:lnTo>
                  <a:lnTo>
                    <a:pt x="3123442" y="3099020"/>
                  </a:lnTo>
                  <a:lnTo>
                    <a:pt x="3123568" y="3099020"/>
                  </a:lnTo>
                  <a:lnTo>
                    <a:pt x="3123694" y="3099020"/>
                  </a:lnTo>
                  <a:lnTo>
                    <a:pt x="3123820" y="3099020"/>
                  </a:lnTo>
                  <a:lnTo>
                    <a:pt x="3123946" y="3099020"/>
                  </a:lnTo>
                  <a:lnTo>
                    <a:pt x="3124072" y="3099020"/>
                  </a:lnTo>
                  <a:lnTo>
                    <a:pt x="3124198" y="3099020"/>
                  </a:lnTo>
                  <a:lnTo>
                    <a:pt x="3124325" y="3099020"/>
                  </a:lnTo>
                  <a:lnTo>
                    <a:pt x="3124451" y="3099020"/>
                  </a:lnTo>
                  <a:lnTo>
                    <a:pt x="3124577" y="3099020"/>
                  </a:lnTo>
                  <a:lnTo>
                    <a:pt x="3124703" y="3099020"/>
                  </a:lnTo>
                  <a:lnTo>
                    <a:pt x="3124829" y="3099020"/>
                  </a:lnTo>
                  <a:lnTo>
                    <a:pt x="3124955" y="3099020"/>
                  </a:lnTo>
                  <a:lnTo>
                    <a:pt x="3125081" y="3099020"/>
                  </a:lnTo>
                  <a:lnTo>
                    <a:pt x="3125207" y="3099020"/>
                  </a:lnTo>
                  <a:lnTo>
                    <a:pt x="3125333" y="3099020"/>
                  </a:lnTo>
                  <a:lnTo>
                    <a:pt x="3125459" y="3099020"/>
                  </a:lnTo>
                  <a:lnTo>
                    <a:pt x="3125459" y="3093740"/>
                  </a:lnTo>
                  <a:lnTo>
                    <a:pt x="3125585" y="3093740"/>
                  </a:lnTo>
                  <a:lnTo>
                    <a:pt x="3125712" y="3093740"/>
                  </a:lnTo>
                  <a:lnTo>
                    <a:pt x="3125838" y="3093740"/>
                  </a:lnTo>
                  <a:lnTo>
                    <a:pt x="3125964" y="3093740"/>
                  </a:lnTo>
                  <a:lnTo>
                    <a:pt x="3125964" y="3088461"/>
                  </a:lnTo>
                  <a:lnTo>
                    <a:pt x="3126090" y="3088461"/>
                  </a:lnTo>
                  <a:lnTo>
                    <a:pt x="3126216" y="3088461"/>
                  </a:lnTo>
                  <a:lnTo>
                    <a:pt x="3126342" y="3088461"/>
                  </a:lnTo>
                  <a:lnTo>
                    <a:pt x="3126468" y="3088461"/>
                  </a:lnTo>
                  <a:lnTo>
                    <a:pt x="3126594" y="3088461"/>
                  </a:lnTo>
                  <a:lnTo>
                    <a:pt x="3126720" y="3088461"/>
                  </a:lnTo>
                  <a:lnTo>
                    <a:pt x="3126846" y="3088461"/>
                  </a:lnTo>
                  <a:lnTo>
                    <a:pt x="3126972" y="3088461"/>
                  </a:lnTo>
                  <a:lnTo>
                    <a:pt x="3127098" y="3088461"/>
                  </a:lnTo>
                  <a:lnTo>
                    <a:pt x="3127225" y="3088461"/>
                  </a:lnTo>
                  <a:lnTo>
                    <a:pt x="3127351" y="3088461"/>
                  </a:lnTo>
                  <a:lnTo>
                    <a:pt x="3127477" y="3088461"/>
                  </a:lnTo>
                  <a:lnTo>
                    <a:pt x="3127603" y="3088461"/>
                  </a:lnTo>
                  <a:lnTo>
                    <a:pt x="3127729" y="3088461"/>
                  </a:lnTo>
                  <a:lnTo>
                    <a:pt x="3127855" y="3088461"/>
                  </a:lnTo>
                  <a:lnTo>
                    <a:pt x="3127981" y="3088461"/>
                  </a:lnTo>
                  <a:lnTo>
                    <a:pt x="3128107" y="3088461"/>
                  </a:lnTo>
                  <a:lnTo>
                    <a:pt x="3128233" y="3088461"/>
                  </a:lnTo>
                  <a:lnTo>
                    <a:pt x="3128359" y="3088461"/>
                  </a:lnTo>
                  <a:lnTo>
                    <a:pt x="3128359" y="3083182"/>
                  </a:lnTo>
                  <a:lnTo>
                    <a:pt x="3128485" y="3083182"/>
                  </a:lnTo>
                  <a:lnTo>
                    <a:pt x="3128612" y="3083182"/>
                  </a:lnTo>
                  <a:lnTo>
                    <a:pt x="3128738" y="3083182"/>
                  </a:lnTo>
                  <a:lnTo>
                    <a:pt x="3128864" y="3083182"/>
                  </a:lnTo>
                  <a:lnTo>
                    <a:pt x="3128990" y="3083182"/>
                  </a:lnTo>
                  <a:lnTo>
                    <a:pt x="3129116" y="3083182"/>
                  </a:lnTo>
                  <a:lnTo>
                    <a:pt x="3129242" y="3083182"/>
                  </a:lnTo>
                  <a:lnTo>
                    <a:pt x="3129368" y="3083182"/>
                  </a:lnTo>
                  <a:lnTo>
                    <a:pt x="3129494" y="3083182"/>
                  </a:lnTo>
                  <a:lnTo>
                    <a:pt x="3129620" y="3083182"/>
                  </a:lnTo>
                  <a:lnTo>
                    <a:pt x="3129746" y="3083182"/>
                  </a:lnTo>
                  <a:lnTo>
                    <a:pt x="3129872" y="3083182"/>
                  </a:lnTo>
                  <a:lnTo>
                    <a:pt x="3129999" y="3083182"/>
                  </a:lnTo>
                  <a:lnTo>
                    <a:pt x="3130125" y="3083182"/>
                  </a:lnTo>
                  <a:lnTo>
                    <a:pt x="3130251" y="3083182"/>
                  </a:lnTo>
                  <a:lnTo>
                    <a:pt x="3130377" y="3083182"/>
                  </a:lnTo>
                  <a:lnTo>
                    <a:pt x="3130503" y="3083182"/>
                  </a:lnTo>
                  <a:lnTo>
                    <a:pt x="3130629" y="3083182"/>
                  </a:lnTo>
                  <a:lnTo>
                    <a:pt x="3130755" y="3083182"/>
                  </a:lnTo>
                  <a:lnTo>
                    <a:pt x="3130881" y="3083182"/>
                  </a:lnTo>
                  <a:lnTo>
                    <a:pt x="3131007" y="3083182"/>
                  </a:lnTo>
                  <a:lnTo>
                    <a:pt x="3131133" y="3083182"/>
                  </a:lnTo>
                  <a:lnTo>
                    <a:pt x="3131259" y="3083182"/>
                  </a:lnTo>
                  <a:lnTo>
                    <a:pt x="3131385" y="3083182"/>
                  </a:lnTo>
                  <a:lnTo>
                    <a:pt x="3131512" y="3083182"/>
                  </a:lnTo>
                  <a:lnTo>
                    <a:pt x="3131638" y="3083182"/>
                  </a:lnTo>
                  <a:lnTo>
                    <a:pt x="3131764" y="3083182"/>
                  </a:lnTo>
                  <a:lnTo>
                    <a:pt x="3131890" y="3083182"/>
                  </a:lnTo>
                  <a:lnTo>
                    <a:pt x="3132016" y="3083182"/>
                  </a:lnTo>
                  <a:lnTo>
                    <a:pt x="3132142" y="3083182"/>
                  </a:lnTo>
                  <a:lnTo>
                    <a:pt x="3132268" y="3083182"/>
                  </a:lnTo>
                  <a:lnTo>
                    <a:pt x="3132394" y="3083182"/>
                  </a:lnTo>
                  <a:lnTo>
                    <a:pt x="3132520" y="3083182"/>
                  </a:lnTo>
                  <a:lnTo>
                    <a:pt x="3132646" y="3083182"/>
                  </a:lnTo>
                  <a:lnTo>
                    <a:pt x="3132772" y="3083182"/>
                  </a:lnTo>
                  <a:lnTo>
                    <a:pt x="3132899" y="3083182"/>
                  </a:lnTo>
                  <a:lnTo>
                    <a:pt x="3133025" y="3083182"/>
                  </a:lnTo>
                  <a:lnTo>
                    <a:pt x="3133151" y="3083182"/>
                  </a:lnTo>
                  <a:lnTo>
                    <a:pt x="3133277" y="3083182"/>
                  </a:lnTo>
                  <a:lnTo>
                    <a:pt x="3133403" y="3083182"/>
                  </a:lnTo>
                  <a:lnTo>
                    <a:pt x="3133529" y="3083182"/>
                  </a:lnTo>
                  <a:lnTo>
                    <a:pt x="3133655" y="3083182"/>
                  </a:lnTo>
                  <a:lnTo>
                    <a:pt x="3133781" y="3083182"/>
                  </a:lnTo>
                  <a:lnTo>
                    <a:pt x="3133907" y="3083182"/>
                  </a:lnTo>
                  <a:lnTo>
                    <a:pt x="3134033" y="3083182"/>
                  </a:lnTo>
                  <a:lnTo>
                    <a:pt x="3134159" y="3083182"/>
                  </a:lnTo>
                  <a:lnTo>
                    <a:pt x="3134285" y="3083182"/>
                  </a:lnTo>
                  <a:lnTo>
                    <a:pt x="3134412" y="3083182"/>
                  </a:lnTo>
                  <a:lnTo>
                    <a:pt x="3134538" y="3083182"/>
                  </a:lnTo>
                  <a:lnTo>
                    <a:pt x="3134664" y="3083182"/>
                  </a:lnTo>
                  <a:lnTo>
                    <a:pt x="3134790" y="3083182"/>
                  </a:lnTo>
                  <a:lnTo>
                    <a:pt x="3134916" y="3083182"/>
                  </a:lnTo>
                  <a:lnTo>
                    <a:pt x="3135042" y="3083182"/>
                  </a:lnTo>
                  <a:lnTo>
                    <a:pt x="3135168" y="3083182"/>
                  </a:lnTo>
                  <a:lnTo>
                    <a:pt x="3135294" y="3083182"/>
                  </a:lnTo>
                  <a:lnTo>
                    <a:pt x="3135420" y="3083182"/>
                  </a:lnTo>
                  <a:lnTo>
                    <a:pt x="3135546" y="3083182"/>
                  </a:lnTo>
                  <a:lnTo>
                    <a:pt x="3135672" y="3083182"/>
                  </a:lnTo>
                  <a:lnTo>
                    <a:pt x="3135799" y="3083182"/>
                  </a:lnTo>
                  <a:lnTo>
                    <a:pt x="3135925" y="3083182"/>
                  </a:lnTo>
                  <a:lnTo>
                    <a:pt x="3136051" y="3083182"/>
                  </a:lnTo>
                  <a:lnTo>
                    <a:pt x="3136177" y="3083182"/>
                  </a:lnTo>
                  <a:lnTo>
                    <a:pt x="3136303" y="3083182"/>
                  </a:lnTo>
                  <a:lnTo>
                    <a:pt x="3136429" y="3083182"/>
                  </a:lnTo>
                  <a:lnTo>
                    <a:pt x="3136555" y="3083182"/>
                  </a:lnTo>
                  <a:lnTo>
                    <a:pt x="3136681" y="3083182"/>
                  </a:lnTo>
                  <a:lnTo>
                    <a:pt x="3136807" y="3083182"/>
                  </a:lnTo>
                  <a:lnTo>
                    <a:pt x="3136933" y="3083182"/>
                  </a:lnTo>
                  <a:lnTo>
                    <a:pt x="3137059" y="3083182"/>
                  </a:lnTo>
                  <a:lnTo>
                    <a:pt x="3137186" y="3083182"/>
                  </a:lnTo>
                  <a:lnTo>
                    <a:pt x="3137312" y="3083182"/>
                  </a:lnTo>
                  <a:lnTo>
                    <a:pt x="3137438" y="3083182"/>
                  </a:lnTo>
                  <a:lnTo>
                    <a:pt x="3137564" y="3083182"/>
                  </a:lnTo>
                  <a:lnTo>
                    <a:pt x="3137690" y="3083182"/>
                  </a:lnTo>
                  <a:lnTo>
                    <a:pt x="3137816" y="3083182"/>
                  </a:lnTo>
                  <a:lnTo>
                    <a:pt x="3137942" y="3083182"/>
                  </a:lnTo>
                  <a:lnTo>
                    <a:pt x="3138068" y="3083182"/>
                  </a:lnTo>
                  <a:lnTo>
                    <a:pt x="3138194" y="3083182"/>
                  </a:lnTo>
                  <a:lnTo>
                    <a:pt x="3138320" y="3083182"/>
                  </a:lnTo>
                  <a:lnTo>
                    <a:pt x="3138446" y="3083182"/>
                  </a:lnTo>
                  <a:lnTo>
                    <a:pt x="3138572" y="3083182"/>
                  </a:lnTo>
                  <a:lnTo>
                    <a:pt x="3138699" y="3083182"/>
                  </a:lnTo>
                  <a:lnTo>
                    <a:pt x="3138825" y="3083182"/>
                  </a:lnTo>
                  <a:lnTo>
                    <a:pt x="3138951" y="3083182"/>
                  </a:lnTo>
                  <a:lnTo>
                    <a:pt x="3139077" y="3083182"/>
                  </a:lnTo>
                  <a:lnTo>
                    <a:pt x="3139203" y="3083182"/>
                  </a:lnTo>
                  <a:lnTo>
                    <a:pt x="3139329" y="3083182"/>
                  </a:lnTo>
                  <a:lnTo>
                    <a:pt x="3139455" y="3083182"/>
                  </a:lnTo>
                  <a:lnTo>
                    <a:pt x="3139581" y="3083182"/>
                  </a:lnTo>
                  <a:lnTo>
                    <a:pt x="3139707" y="3083182"/>
                  </a:lnTo>
                  <a:lnTo>
                    <a:pt x="3139833" y="3083182"/>
                  </a:lnTo>
                  <a:lnTo>
                    <a:pt x="3139959" y="3083182"/>
                  </a:lnTo>
                  <a:lnTo>
                    <a:pt x="3140086" y="3083182"/>
                  </a:lnTo>
                  <a:lnTo>
                    <a:pt x="3140212" y="3083182"/>
                  </a:lnTo>
                  <a:lnTo>
                    <a:pt x="3140212" y="3077902"/>
                  </a:lnTo>
                  <a:lnTo>
                    <a:pt x="3140338" y="3077902"/>
                  </a:lnTo>
                  <a:lnTo>
                    <a:pt x="3140464" y="3077902"/>
                  </a:lnTo>
                  <a:lnTo>
                    <a:pt x="3140590" y="3077902"/>
                  </a:lnTo>
                  <a:lnTo>
                    <a:pt x="3140716" y="3077902"/>
                  </a:lnTo>
                  <a:lnTo>
                    <a:pt x="3140842" y="3077902"/>
                  </a:lnTo>
                  <a:lnTo>
                    <a:pt x="3140968" y="3077902"/>
                  </a:lnTo>
                  <a:lnTo>
                    <a:pt x="3141094" y="3077902"/>
                  </a:lnTo>
                  <a:lnTo>
                    <a:pt x="3141220" y="3077902"/>
                  </a:lnTo>
                  <a:lnTo>
                    <a:pt x="3141346" y="3077902"/>
                  </a:lnTo>
                  <a:lnTo>
                    <a:pt x="3141472" y="3077902"/>
                  </a:lnTo>
                  <a:lnTo>
                    <a:pt x="3141599" y="3077902"/>
                  </a:lnTo>
                  <a:lnTo>
                    <a:pt x="3141725" y="3077902"/>
                  </a:lnTo>
                  <a:lnTo>
                    <a:pt x="3141851" y="3077902"/>
                  </a:lnTo>
                  <a:lnTo>
                    <a:pt x="3141977" y="3077902"/>
                  </a:lnTo>
                  <a:lnTo>
                    <a:pt x="3142103" y="3077902"/>
                  </a:lnTo>
                  <a:lnTo>
                    <a:pt x="3142229" y="3077902"/>
                  </a:lnTo>
                  <a:lnTo>
                    <a:pt x="3142355" y="3077902"/>
                  </a:lnTo>
                  <a:lnTo>
                    <a:pt x="3142481" y="3077902"/>
                  </a:lnTo>
                  <a:lnTo>
                    <a:pt x="3142607" y="3077902"/>
                  </a:lnTo>
                  <a:lnTo>
                    <a:pt x="3142733" y="3077902"/>
                  </a:lnTo>
                  <a:lnTo>
                    <a:pt x="3142859" y="3077902"/>
                  </a:lnTo>
                  <a:lnTo>
                    <a:pt x="3142986" y="3077902"/>
                  </a:lnTo>
                  <a:lnTo>
                    <a:pt x="3143112" y="3077902"/>
                  </a:lnTo>
                  <a:lnTo>
                    <a:pt x="3143238" y="3077902"/>
                  </a:lnTo>
                  <a:lnTo>
                    <a:pt x="3143364" y="3077902"/>
                  </a:lnTo>
                  <a:lnTo>
                    <a:pt x="3143490" y="3077902"/>
                  </a:lnTo>
                  <a:lnTo>
                    <a:pt x="3143616" y="3077902"/>
                  </a:lnTo>
                  <a:lnTo>
                    <a:pt x="3143742" y="3077902"/>
                  </a:lnTo>
                  <a:lnTo>
                    <a:pt x="3143868" y="3077902"/>
                  </a:lnTo>
                  <a:lnTo>
                    <a:pt x="3143994" y="3077902"/>
                  </a:lnTo>
                  <a:lnTo>
                    <a:pt x="3144120" y="3077902"/>
                  </a:lnTo>
                  <a:lnTo>
                    <a:pt x="3144120" y="3072623"/>
                  </a:lnTo>
                  <a:lnTo>
                    <a:pt x="3144246" y="3072623"/>
                  </a:lnTo>
                  <a:lnTo>
                    <a:pt x="3144372" y="3072623"/>
                  </a:lnTo>
                  <a:lnTo>
                    <a:pt x="3144499" y="3072623"/>
                  </a:lnTo>
                  <a:lnTo>
                    <a:pt x="3144625" y="3072623"/>
                  </a:lnTo>
                  <a:lnTo>
                    <a:pt x="3144751" y="3072623"/>
                  </a:lnTo>
                  <a:lnTo>
                    <a:pt x="3144877" y="3072623"/>
                  </a:lnTo>
                  <a:lnTo>
                    <a:pt x="3145003" y="3072623"/>
                  </a:lnTo>
                  <a:lnTo>
                    <a:pt x="3145129" y="3072623"/>
                  </a:lnTo>
                  <a:lnTo>
                    <a:pt x="3145255" y="3072623"/>
                  </a:lnTo>
                  <a:lnTo>
                    <a:pt x="3145381" y="3072623"/>
                  </a:lnTo>
                  <a:lnTo>
                    <a:pt x="3145507" y="3072623"/>
                  </a:lnTo>
                  <a:lnTo>
                    <a:pt x="3145633" y="3072623"/>
                  </a:lnTo>
                  <a:lnTo>
                    <a:pt x="3145759" y="3072623"/>
                  </a:lnTo>
                  <a:lnTo>
                    <a:pt x="3145886" y="3072623"/>
                  </a:lnTo>
                  <a:lnTo>
                    <a:pt x="3146012" y="3072623"/>
                  </a:lnTo>
                  <a:lnTo>
                    <a:pt x="3146138" y="3072623"/>
                  </a:lnTo>
                  <a:lnTo>
                    <a:pt x="3146264" y="3072623"/>
                  </a:lnTo>
                  <a:lnTo>
                    <a:pt x="3146390" y="3072623"/>
                  </a:lnTo>
                  <a:lnTo>
                    <a:pt x="3146516" y="3072623"/>
                  </a:lnTo>
                  <a:lnTo>
                    <a:pt x="3146642" y="3072623"/>
                  </a:lnTo>
                  <a:lnTo>
                    <a:pt x="3146768" y="3072623"/>
                  </a:lnTo>
                  <a:lnTo>
                    <a:pt x="3146894" y="3072623"/>
                  </a:lnTo>
                  <a:lnTo>
                    <a:pt x="3147020" y="3072623"/>
                  </a:lnTo>
                  <a:lnTo>
                    <a:pt x="3147146" y="3072623"/>
                  </a:lnTo>
                  <a:lnTo>
                    <a:pt x="3147273" y="3072623"/>
                  </a:lnTo>
                  <a:lnTo>
                    <a:pt x="3147399" y="3072623"/>
                  </a:lnTo>
                  <a:lnTo>
                    <a:pt x="3147525" y="3072623"/>
                  </a:lnTo>
                  <a:lnTo>
                    <a:pt x="3147651" y="3072623"/>
                  </a:lnTo>
                  <a:lnTo>
                    <a:pt x="3147777" y="3072623"/>
                  </a:lnTo>
                  <a:lnTo>
                    <a:pt x="3147903" y="3072623"/>
                  </a:lnTo>
                  <a:lnTo>
                    <a:pt x="3148029" y="3072623"/>
                  </a:lnTo>
                  <a:lnTo>
                    <a:pt x="3148155" y="3072623"/>
                  </a:lnTo>
                  <a:lnTo>
                    <a:pt x="3148281" y="3072623"/>
                  </a:lnTo>
                  <a:lnTo>
                    <a:pt x="3148407" y="3072623"/>
                  </a:lnTo>
                  <a:lnTo>
                    <a:pt x="3148533" y="3072623"/>
                  </a:lnTo>
                  <a:lnTo>
                    <a:pt x="3148659" y="3072623"/>
                  </a:lnTo>
                  <a:lnTo>
                    <a:pt x="3148786" y="3072623"/>
                  </a:lnTo>
                  <a:lnTo>
                    <a:pt x="3148912" y="3072623"/>
                  </a:lnTo>
                  <a:lnTo>
                    <a:pt x="3149038" y="3072623"/>
                  </a:lnTo>
                  <a:lnTo>
                    <a:pt x="3149164" y="3072623"/>
                  </a:lnTo>
                  <a:lnTo>
                    <a:pt x="3149290" y="3072623"/>
                  </a:lnTo>
                  <a:lnTo>
                    <a:pt x="3149416" y="3072623"/>
                  </a:lnTo>
                  <a:lnTo>
                    <a:pt x="3149542" y="3072623"/>
                  </a:lnTo>
                  <a:lnTo>
                    <a:pt x="3149668" y="3072623"/>
                  </a:lnTo>
                  <a:lnTo>
                    <a:pt x="3149794" y="3072623"/>
                  </a:lnTo>
                  <a:lnTo>
                    <a:pt x="3149920" y="3072623"/>
                  </a:lnTo>
                  <a:lnTo>
                    <a:pt x="3150046" y="3072623"/>
                  </a:lnTo>
                  <a:lnTo>
                    <a:pt x="3150173" y="3072623"/>
                  </a:lnTo>
                  <a:lnTo>
                    <a:pt x="3150299" y="3072623"/>
                  </a:lnTo>
                  <a:lnTo>
                    <a:pt x="3150425" y="3072623"/>
                  </a:lnTo>
                  <a:lnTo>
                    <a:pt x="3150551" y="3072623"/>
                  </a:lnTo>
                  <a:lnTo>
                    <a:pt x="3150677" y="3072623"/>
                  </a:lnTo>
                  <a:lnTo>
                    <a:pt x="3150803" y="3072623"/>
                  </a:lnTo>
                  <a:lnTo>
                    <a:pt x="3150929" y="3072623"/>
                  </a:lnTo>
                  <a:lnTo>
                    <a:pt x="3151055" y="3072623"/>
                  </a:lnTo>
                  <a:lnTo>
                    <a:pt x="3151181" y="3072623"/>
                  </a:lnTo>
                  <a:lnTo>
                    <a:pt x="3151307" y="3072623"/>
                  </a:lnTo>
                  <a:lnTo>
                    <a:pt x="3151433" y="3072623"/>
                  </a:lnTo>
                  <a:lnTo>
                    <a:pt x="3151559" y="3072623"/>
                  </a:lnTo>
                  <a:lnTo>
                    <a:pt x="3151686" y="3072623"/>
                  </a:lnTo>
                  <a:lnTo>
                    <a:pt x="3151812" y="3072623"/>
                  </a:lnTo>
                  <a:lnTo>
                    <a:pt x="3151938" y="3072623"/>
                  </a:lnTo>
                  <a:lnTo>
                    <a:pt x="3152064" y="3072623"/>
                  </a:lnTo>
                  <a:lnTo>
                    <a:pt x="3152190" y="3072623"/>
                  </a:lnTo>
                  <a:lnTo>
                    <a:pt x="3152316" y="3072623"/>
                  </a:lnTo>
                  <a:lnTo>
                    <a:pt x="3152442" y="3072623"/>
                  </a:lnTo>
                  <a:lnTo>
                    <a:pt x="3152568" y="3072623"/>
                  </a:lnTo>
                  <a:lnTo>
                    <a:pt x="3152694" y="3072623"/>
                  </a:lnTo>
                  <a:lnTo>
                    <a:pt x="3152820" y="3072623"/>
                  </a:lnTo>
                  <a:lnTo>
                    <a:pt x="3152946" y="3072623"/>
                  </a:lnTo>
                  <a:lnTo>
                    <a:pt x="3153073" y="3072623"/>
                  </a:lnTo>
                  <a:lnTo>
                    <a:pt x="3153199" y="3072623"/>
                  </a:lnTo>
                  <a:lnTo>
                    <a:pt x="3153325" y="3072623"/>
                  </a:lnTo>
                  <a:lnTo>
                    <a:pt x="3153451" y="3072623"/>
                  </a:lnTo>
                  <a:lnTo>
                    <a:pt x="3153577" y="3072623"/>
                  </a:lnTo>
                  <a:lnTo>
                    <a:pt x="3153703" y="3072623"/>
                  </a:lnTo>
                  <a:lnTo>
                    <a:pt x="3153829" y="3072623"/>
                  </a:lnTo>
                  <a:lnTo>
                    <a:pt x="3153955" y="3072623"/>
                  </a:lnTo>
                  <a:lnTo>
                    <a:pt x="3154081" y="3072623"/>
                  </a:lnTo>
                  <a:lnTo>
                    <a:pt x="3154207" y="3072623"/>
                  </a:lnTo>
                  <a:lnTo>
                    <a:pt x="3154333" y="3072623"/>
                  </a:lnTo>
                  <a:lnTo>
                    <a:pt x="3154460" y="3072623"/>
                  </a:lnTo>
                  <a:lnTo>
                    <a:pt x="3154460" y="3067343"/>
                  </a:lnTo>
                  <a:lnTo>
                    <a:pt x="3154586" y="3067343"/>
                  </a:lnTo>
                  <a:lnTo>
                    <a:pt x="3154712" y="3067343"/>
                  </a:lnTo>
                  <a:lnTo>
                    <a:pt x="3154838" y="3067343"/>
                  </a:lnTo>
                  <a:lnTo>
                    <a:pt x="3154964" y="3067343"/>
                  </a:lnTo>
                  <a:lnTo>
                    <a:pt x="3155090" y="3067343"/>
                  </a:lnTo>
                  <a:lnTo>
                    <a:pt x="3155216" y="3067343"/>
                  </a:lnTo>
                  <a:lnTo>
                    <a:pt x="3155342" y="3067343"/>
                  </a:lnTo>
                  <a:lnTo>
                    <a:pt x="3155468" y="3067343"/>
                  </a:lnTo>
                  <a:lnTo>
                    <a:pt x="3155594" y="3067343"/>
                  </a:lnTo>
                  <a:lnTo>
                    <a:pt x="3155720" y="3067343"/>
                  </a:lnTo>
                  <a:lnTo>
                    <a:pt x="3155846" y="3067343"/>
                  </a:lnTo>
                  <a:lnTo>
                    <a:pt x="3155973" y="3067343"/>
                  </a:lnTo>
                  <a:lnTo>
                    <a:pt x="3156099" y="3067343"/>
                  </a:lnTo>
                  <a:lnTo>
                    <a:pt x="3156225" y="3067343"/>
                  </a:lnTo>
                  <a:lnTo>
                    <a:pt x="3156351" y="3067343"/>
                  </a:lnTo>
                  <a:lnTo>
                    <a:pt x="3156477" y="3067343"/>
                  </a:lnTo>
                  <a:lnTo>
                    <a:pt x="3156603" y="3067343"/>
                  </a:lnTo>
                  <a:lnTo>
                    <a:pt x="3156729" y="3067343"/>
                  </a:lnTo>
                  <a:lnTo>
                    <a:pt x="3156855" y="3067343"/>
                  </a:lnTo>
                  <a:lnTo>
                    <a:pt x="3156981" y="3067343"/>
                  </a:lnTo>
                  <a:lnTo>
                    <a:pt x="3157107" y="3067343"/>
                  </a:lnTo>
                  <a:lnTo>
                    <a:pt x="3157233" y="3067343"/>
                  </a:lnTo>
                  <a:lnTo>
                    <a:pt x="3157360" y="3067343"/>
                  </a:lnTo>
                  <a:lnTo>
                    <a:pt x="3157486" y="3067343"/>
                  </a:lnTo>
                  <a:lnTo>
                    <a:pt x="3157612" y="3067343"/>
                  </a:lnTo>
                  <a:lnTo>
                    <a:pt x="3157738" y="3067343"/>
                  </a:lnTo>
                  <a:lnTo>
                    <a:pt x="3157864" y="3067343"/>
                  </a:lnTo>
                  <a:lnTo>
                    <a:pt x="3157990" y="3067343"/>
                  </a:lnTo>
                  <a:lnTo>
                    <a:pt x="3158116" y="3067343"/>
                  </a:lnTo>
                  <a:lnTo>
                    <a:pt x="3158242" y="3067343"/>
                  </a:lnTo>
                  <a:lnTo>
                    <a:pt x="3158368" y="3067343"/>
                  </a:lnTo>
                  <a:lnTo>
                    <a:pt x="3158494" y="3067343"/>
                  </a:lnTo>
                  <a:lnTo>
                    <a:pt x="3158620" y="3067343"/>
                  </a:lnTo>
                  <a:lnTo>
                    <a:pt x="3158746" y="3067343"/>
                  </a:lnTo>
                  <a:lnTo>
                    <a:pt x="3158873" y="3067343"/>
                  </a:lnTo>
                  <a:lnTo>
                    <a:pt x="3158999" y="3067343"/>
                  </a:lnTo>
                  <a:lnTo>
                    <a:pt x="3159125" y="3067343"/>
                  </a:lnTo>
                  <a:lnTo>
                    <a:pt x="3159251" y="3067343"/>
                  </a:lnTo>
                  <a:lnTo>
                    <a:pt x="3159377" y="3067343"/>
                  </a:lnTo>
                  <a:lnTo>
                    <a:pt x="3159503" y="3067343"/>
                  </a:lnTo>
                  <a:lnTo>
                    <a:pt x="3159629" y="3067343"/>
                  </a:lnTo>
                  <a:lnTo>
                    <a:pt x="3159755" y="3067343"/>
                  </a:lnTo>
                  <a:lnTo>
                    <a:pt x="3159881" y="3067343"/>
                  </a:lnTo>
                  <a:lnTo>
                    <a:pt x="3160007" y="3067343"/>
                  </a:lnTo>
                  <a:lnTo>
                    <a:pt x="3160133" y="3067343"/>
                  </a:lnTo>
                  <a:lnTo>
                    <a:pt x="3160260" y="3067343"/>
                  </a:lnTo>
                  <a:lnTo>
                    <a:pt x="3160386" y="3067343"/>
                  </a:lnTo>
                  <a:lnTo>
                    <a:pt x="3160512" y="3067343"/>
                  </a:lnTo>
                  <a:lnTo>
                    <a:pt x="3160638" y="3067343"/>
                  </a:lnTo>
                  <a:lnTo>
                    <a:pt x="3160764" y="3067343"/>
                  </a:lnTo>
                  <a:lnTo>
                    <a:pt x="3160764" y="3062064"/>
                  </a:lnTo>
                  <a:lnTo>
                    <a:pt x="3160890" y="3062064"/>
                  </a:lnTo>
                  <a:lnTo>
                    <a:pt x="3161016" y="3062064"/>
                  </a:lnTo>
                  <a:lnTo>
                    <a:pt x="3161142" y="3062064"/>
                  </a:lnTo>
                  <a:lnTo>
                    <a:pt x="3161268" y="3062064"/>
                  </a:lnTo>
                  <a:lnTo>
                    <a:pt x="3161394" y="3062064"/>
                  </a:lnTo>
                  <a:lnTo>
                    <a:pt x="3161520" y="3062064"/>
                  </a:lnTo>
                  <a:lnTo>
                    <a:pt x="3161647" y="3062064"/>
                  </a:lnTo>
                  <a:lnTo>
                    <a:pt x="3161773" y="3062064"/>
                  </a:lnTo>
                  <a:lnTo>
                    <a:pt x="3161899" y="3062064"/>
                  </a:lnTo>
                  <a:lnTo>
                    <a:pt x="3162025" y="3062064"/>
                  </a:lnTo>
                  <a:lnTo>
                    <a:pt x="3162151" y="3062064"/>
                  </a:lnTo>
                  <a:lnTo>
                    <a:pt x="3162277" y="3062064"/>
                  </a:lnTo>
                  <a:lnTo>
                    <a:pt x="3162403" y="3062064"/>
                  </a:lnTo>
                  <a:lnTo>
                    <a:pt x="3162529" y="3062064"/>
                  </a:lnTo>
                  <a:lnTo>
                    <a:pt x="3162655" y="3062064"/>
                  </a:lnTo>
                  <a:lnTo>
                    <a:pt x="3162781" y="3062064"/>
                  </a:lnTo>
                  <a:lnTo>
                    <a:pt x="3162907" y="3062064"/>
                  </a:lnTo>
                  <a:lnTo>
                    <a:pt x="3163033" y="3062064"/>
                  </a:lnTo>
                  <a:lnTo>
                    <a:pt x="3163160" y="3062064"/>
                  </a:lnTo>
                  <a:lnTo>
                    <a:pt x="3163286" y="3062064"/>
                  </a:lnTo>
                  <a:lnTo>
                    <a:pt x="3163412" y="3062064"/>
                  </a:lnTo>
                  <a:lnTo>
                    <a:pt x="3163538" y="3062064"/>
                  </a:lnTo>
                  <a:lnTo>
                    <a:pt x="3163664" y="3062064"/>
                  </a:lnTo>
                  <a:lnTo>
                    <a:pt x="3163790" y="3062064"/>
                  </a:lnTo>
                  <a:lnTo>
                    <a:pt x="3163916" y="3062064"/>
                  </a:lnTo>
                  <a:lnTo>
                    <a:pt x="3164042" y="3062064"/>
                  </a:lnTo>
                  <a:lnTo>
                    <a:pt x="3164168" y="3062064"/>
                  </a:lnTo>
                  <a:lnTo>
                    <a:pt x="3164294" y="3062064"/>
                  </a:lnTo>
                  <a:lnTo>
                    <a:pt x="3164420" y="3062064"/>
                  </a:lnTo>
                  <a:lnTo>
                    <a:pt x="3164547" y="3062064"/>
                  </a:lnTo>
                  <a:lnTo>
                    <a:pt x="3164673" y="3062064"/>
                  </a:lnTo>
                  <a:lnTo>
                    <a:pt x="3164799" y="3062064"/>
                  </a:lnTo>
                  <a:lnTo>
                    <a:pt x="3164925" y="3062064"/>
                  </a:lnTo>
                  <a:lnTo>
                    <a:pt x="3165051" y="3062064"/>
                  </a:lnTo>
                  <a:lnTo>
                    <a:pt x="3165177" y="3062064"/>
                  </a:lnTo>
                  <a:lnTo>
                    <a:pt x="3165303" y="3062064"/>
                  </a:lnTo>
                  <a:lnTo>
                    <a:pt x="3165429" y="3062064"/>
                  </a:lnTo>
                  <a:lnTo>
                    <a:pt x="3165555" y="3062064"/>
                  </a:lnTo>
                  <a:lnTo>
                    <a:pt x="3165681" y="3062064"/>
                  </a:lnTo>
                  <a:lnTo>
                    <a:pt x="3165807" y="3062064"/>
                  </a:lnTo>
                  <a:lnTo>
                    <a:pt x="3165933" y="3062064"/>
                  </a:lnTo>
                  <a:lnTo>
                    <a:pt x="3165933" y="3056784"/>
                  </a:lnTo>
                  <a:lnTo>
                    <a:pt x="3166060" y="3056784"/>
                  </a:lnTo>
                  <a:lnTo>
                    <a:pt x="3166186" y="3056784"/>
                  </a:lnTo>
                  <a:lnTo>
                    <a:pt x="3166312" y="3056784"/>
                  </a:lnTo>
                  <a:lnTo>
                    <a:pt x="3166438" y="3056784"/>
                  </a:lnTo>
                  <a:lnTo>
                    <a:pt x="3166564" y="3056784"/>
                  </a:lnTo>
                  <a:lnTo>
                    <a:pt x="3166690" y="3056784"/>
                  </a:lnTo>
                  <a:lnTo>
                    <a:pt x="3166816" y="3056784"/>
                  </a:lnTo>
                  <a:lnTo>
                    <a:pt x="3166942" y="3056784"/>
                  </a:lnTo>
                  <a:lnTo>
                    <a:pt x="3167068" y="3056784"/>
                  </a:lnTo>
                  <a:lnTo>
                    <a:pt x="3167194" y="3056784"/>
                  </a:lnTo>
                  <a:lnTo>
                    <a:pt x="3167320" y="3056784"/>
                  </a:lnTo>
                  <a:lnTo>
                    <a:pt x="3167447" y="3056784"/>
                  </a:lnTo>
                  <a:lnTo>
                    <a:pt x="3167573" y="3056784"/>
                  </a:lnTo>
                  <a:lnTo>
                    <a:pt x="3167699" y="3056784"/>
                  </a:lnTo>
                  <a:lnTo>
                    <a:pt x="3167825" y="3056784"/>
                  </a:lnTo>
                  <a:lnTo>
                    <a:pt x="3167951" y="3056784"/>
                  </a:lnTo>
                  <a:lnTo>
                    <a:pt x="3168077" y="3056784"/>
                  </a:lnTo>
                  <a:lnTo>
                    <a:pt x="3168203" y="3056784"/>
                  </a:lnTo>
                  <a:lnTo>
                    <a:pt x="3168329" y="3056784"/>
                  </a:lnTo>
                  <a:lnTo>
                    <a:pt x="3168455" y="3056784"/>
                  </a:lnTo>
                  <a:lnTo>
                    <a:pt x="3168581" y="3056784"/>
                  </a:lnTo>
                  <a:lnTo>
                    <a:pt x="3168707" y="3056784"/>
                  </a:lnTo>
                  <a:lnTo>
                    <a:pt x="3168833" y="3056784"/>
                  </a:lnTo>
                  <a:lnTo>
                    <a:pt x="3168960" y="3056784"/>
                  </a:lnTo>
                  <a:lnTo>
                    <a:pt x="3169086" y="3056784"/>
                  </a:lnTo>
                  <a:lnTo>
                    <a:pt x="3169212" y="3056784"/>
                  </a:lnTo>
                  <a:lnTo>
                    <a:pt x="3169338" y="3056784"/>
                  </a:lnTo>
                  <a:lnTo>
                    <a:pt x="3169464" y="3056784"/>
                  </a:lnTo>
                  <a:lnTo>
                    <a:pt x="3169590" y="3056784"/>
                  </a:lnTo>
                  <a:lnTo>
                    <a:pt x="3169590" y="3051505"/>
                  </a:lnTo>
                  <a:lnTo>
                    <a:pt x="3169716" y="3051505"/>
                  </a:lnTo>
                  <a:lnTo>
                    <a:pt x="3169842" y="3051505"/>
                  </a:lnTo>
                  <a:lnTo>
                    <a:pt x="3169968" y="3051505"/>
                  </a:lnTo>
                  <a:lnTo>
                    <a:pt x="3170094" y="3051505"/>
                  </a:lnTo>
                  <a:lnTo>
                    <a:pt x="3170220" y="3051505"/>
                  </a:lnTo>
                  <a:lnTo>
                    <a:pt x="3170347" y="3051505"/>
                  </a:lnTo>
                  <a:lnTo>
                    <a:pt x="3170473" y="3051505"/>
                  </a:lnTo>
                  <a:lnTo>
                    <a:pt x="3170599" y="3051505"/>
                  </a:lnTo>
                  <a:lnTo>
                    <a:pt x="3170725" y="3051505"/>
                  </a:lnTo>
                  <a:lnTo>
                    <a:pt x="3170851" y="3051505"/>
                  </a:lnTo>
                  <a:lnTo>
                    <a:pt x="3170851" y="3046226"/>
                  </a:lnTo>
                  <a:lnTo>
                    <a:pt x="3170977" y="3046226"/>
                  </a:lnTo>
                  <a:lnTo>
                    <a:pt x="3171103" y="3046226"/>
                  </a:lnTo>
                  <a:lnTo>
                    <a:pt x="3171229" y="3046226"/>
                  </a:lnTo>
                  <a:lnTo>
                    <a:pt x="3171355" y="3046226"/>
                  </a:lnTo>
                  <a:lnTo>
                    <a:pt x="3171481" y="3046226"/>
                  </a:lnTo>
                  <a:lnTo>
                    <a:pt x="3171481" y="3040946"/>
                  </a:lnTo>
                  <a:lnTo>
                    <a:pt x="3171607" y="3040946"/>
                  </a:lnTo>
                  <a:lnTo>
                    <a:pt x="3171734" y="3040946"/>
                  </a:lnTo>
                  <a:lnTo>
                    <a:pt x="3171860" y="3040946"/>
                  </a:lnTo>
                  <a:lnTo>
                    <a:pt x="3171986" y="3040946"/>
                  </a:lnTo>
                  <a:lnTo>
                    <a:pt x="3172112" y="3040946"/>
                  </a:lnTo>
                  <a:lnTo>
                    <a:pt x="3172238" y="3040946"/>
                  </a:lnTo>
                  <a:lnTo>
                    <a:pt x="3172364" y="3040946"/>
                  </a:lnTo>
                  <a:lnTo>
                    <a:pt x="3172490" y="3040946"/>
                  </a:lnTo>
                  <a:lnTo>
                    <a:pt x="3172616" y="3040946"/>
                  </a:lnTo>
                  <a:lnTo>
                    <a:pt x="3172742" y="3040946"/>
                  </a:lnTo>
                  <a:lnTo>
                    <a:pt x="3172868" y="3040946"/>
                  </a:lnTo>
                  <a:lnTo>
                    <a:pt x="3172994" y="3040946"/>
                  </a:lnTo>
                  <a:lnTo>
                    <a:pt x="3173120" y="3040946"/>
                  </a:lnTo>
                  <a:lnTo>
                    <a:pt x="3173247" y="3040946"/>
                  </a:lnTo>
                  <a:lnTo>
                    <a:pt x="3173373" y="3040946"/>
                  </a:lnTo>
                  <a:lnTo>
                    <a:pt x="3173499" y="3040946"/>
                  </a:lnTo>
                  <a:lnTo>
                    <a:pt x="3173625" y="3040946"/>
                  </a:lnTo>
                  <a:lnTo>
                    <a:pt x="3173751" y="3040946"/>
                  </a:lnTo>
                  <a:lnTo>
                    <a:pt x="3173877" y="3040946"/>
                  </a:lnTo>
                  <a:lnTo>
                    <a:pt x="3174003" y="3040946"/>
                  </a:lnTo>
                  <a:lnTo>
                    <a:pt x="3174129" y="3040946"/>
                  </a:lnTo>
                  <a:lnTo>
                    <a:pt x="3174255" y="3040946"/>
                  </a:lnTo>
                  <a:lnTo>
                    <a:pt x="3174381" y="3040946"/>
                  </a:lnTo>
                  <a:lnTo>
                    <a:pt x="3174507" y="3040946"/>
                  </a:lnTo>
                  <a:lnTo>
                    <a:pt x="3174634" y="3040946"/>
                  </a:lnTo>
                  <a:lnTo>
                    <a:pt x="3174760" y="3040946"/>
                  </a:lnTo>
                  <a:lnTo>
                    <a:pt x="3174886" y="3040946"/>
                  </a:lnTo>
                  <a:lnTo>
                    <a:pt x="3175012" y="3040946"/>
                  </a:lnTo>
                  <a:lnTo>
                    <a:pt x="3175138" y="3040946"/>
                  </a:lnTo>
                  <a:lnTo>
                    <a:pt x="3175264" y="3040946"/>
                  </a:lnTo>
                  <a:lnTo>
                    <a:pt x="3175390" y="3040946"/>
                  </a:lnTo>
                  <a:lnTo>
                    <a:pt x="3175516" y="3040946"/>
                  </a:lnTo>
                  <a:lnTo>
                    <a:pt x="3175642" y="3040946"/>
                  </a:lnTo>
                  <a:lnTo>
                    <a:pt x="3175768" y="3040946"/>
                  </a:lnTo>
                  <a:lnTo>
                    <a:pt x="3175894" y="3040946"/>
                  </a:lnTo>
                  <a:lnTo>
                    <a:pt x="3176020" y="3040946"/>
                  </a:lnTo>
                  <a:lnTo>
                    <a:pt x="3176147" y="3040946"/>
                  </a:lnTo>
                  <a:lnTo>
                    <a:pt x="3176273" y="3040946"/>
                  </a:lnTo>
                  <a:lnTo>
                    <a:pt x="3176399" y="3040946"/>
                  </a:lnTo>
                  <a:lnTo>
                    <a:pt x="3176525" y="3040946"/>
                  </a:lnTo>
                  <a:lnTo>
                    <a:pt x="3176651" y="3040946"/>
                  </a:lnTo>
                  <a:lnTo>
                    <a:pt x="3176651" y="3035667"/>
                  </a:lnTo>
                  <a:lnTo>
                    <a:pt x="3176777" y="3035667"/>
                  </a:lnTo>
                  <a:lnTo>
                    <a:pt x="3176903" y="3035667"/>
                  </a:lnTo>
                  <a:lnTo>
                    <a:pt x="3177029" y="3035667"/>
                  </a:lnTo>
                  <a:lnTo>
                    <a:pt x="3177155" y="3035667"/>
                  </a:lnTo>
                  <a:lnTo>
                    <a:pt x="3177281" y="3035667"/>
                  </a:lnTo>
                  <a:lnTo>
                    <a:pt x="3177407" y="3035667"/>
                  </a:lnTo>
                  <a:lnTo>
                    <a:pt x="3177534" y="3035667"/>
                  </a:lnTo>
                  <a:lnTo>
                    <a:pt x="3177660" y="3035667"/>
                  </a:lnTo>
                  <a:lnTo>
                    <a:pt x="3177786" y="3035667"/>
                  </a:lnTo>
                  <a:lnTo>
                    <a:pt x="3177912" y="3035667"/>
                  </a:lnTo>
                  <a:lnTo>
                    <a:pt x="3178038" y="3035667"/>
                  </a:lnTo>
                  <a:lnTo>
                    <a:pt x="3178164" y="3035667"/>
                  </a:lnTo>
                  <a:lnTo>
                    <a:pt x="3178290" y="3035667"/>
                  </a:lnTo>
                  <a:lnTo>
                    <a:pt x="3178416" y="3035667"/>
                  </a:lnTo>
                  <a:lnTo>
                    <a:pt x="3178542" y="3035667"/>
                  </a:lnTo>
                  <a:lnTo>
                    <a:pt x="3178668" y="3035667"/>
                  </a:lnTo>
                  <a:lnTo>
                    <a:pt x="3178794" y="3035667"/>
                  </a:lnTo>
                  <a:lnTo>
                    <a:pt x="3178921" y="3035667"/>
                  </a:lnTo>
                  <a:lnTo>
                    <a:pt x="3179047" y="3035667"/>
                  </a:lnTo>
                  <a:lnTo>
                    <a:pt x="3179173" y="3035667"/>
                  </a:lnTo>
                  <a:lnTo>
                    <a:pt x="3179299" y="3035667"/>
                  </a:lnTo>
                  <a:lnTo>
                    <a:pt x="3179425" y="3035667"/>
                  </a:lnTo>
                  <a:lnTo>
                    <a:pt x="3179551" y="3035667"/>
                  </a:lnTo>
                  <a:lnTo>
                    <a:pt x="3179677" y="3035667"/>
                  </a:lnTo>
                  <a:lnTo>
                    <a:pt x="3179803" y="3035667"/>
                  </a:lnTo>
                  <a:lnTo>
                    <a:pt x="3179929" y="3035667"/>
                  </a:lnTo>
                  <a:lnTo>
                    <a:pt x="3180055" y="3035667"/>
                  </a:lnTo>
                  <a:lnTo>
                    <a:pt x="3180181" y="3035667"/>
                  </a:lnTo>
                  <a:lnTo>
                    <a:pt x="3180307" y="3035667"/>
                  </a:lnTo>
                  <a:lnTo>
                    <a:pt x="3180434" y="3035667"/>
                  </a:lnTo>
                  <a:lnTo>
                    <a:pt x="3180560" y="3035667"/>
                  </a:lnTo>
                  <a:lnTo>
                    <a:pt x="3180686" y="3035667"/>
                  </a:lnTo>
                  <a:lnTo>
                    <a:pt x="3180812" y="3035667"/>
                  </a:lnTo>
                  <a:lnTo>
                    <a:pt x="3180938" y="3035667"/>
                  </a:lnTo>
                  <a:lnTo>
                    <a:pt x="3181064" y="3035667"/>
                  </a:lnTo>
                  <a:lnTo>
                    <a:pt x="3181190" y="3035667"/>
                  </a:lnTo>
                  <a:lnTo>
                    <a:pt x="3181316" y="3035667"/>
                  </a:lnTo>
                  <a:lnTo>
                    <a:pt x="3181442" y="3035667"/>
                  </a:lnTo>
                  <a:lnTo>
                    <a:pt x="3181568" y="3035667"/>
                  </a:lnTo>
                  <a:lnTo>
                    <a:pt x="3181568" y="3030387"/>
                  </a:lnTo>
                  <a:lnTo>
                    <a:pt x="3181694" y="3030387"/>
                  </a:lnTo>
                  <a:lnTo>
                    <a:pt x="3181821" y="3030387"/>
                  </a:lnTo>
                  <a:lnTo>
                    <a:pt x="3181947" y="3030387"/>
                  </a:lnTo>
                  <a:lnTo>
                    <a:pt x="3182073" y="3030387"/>
                  </a:lnTo>
                  <a:lnTo>
                    <a:pt x="3182199" y="3030387"/>
                  </a:lnTo>
                  <a:lnTo>
                    <a:pt x="3182325" y="3030387"/>
                  </a:lnTo>
                  <a:lnTo>
                    <a:pt x="3182325" y="3025108"/>
                  </a:lnTo>
                  <a:lnTo>
                    <a:pt x="3182451" y="3025108"/>
                  </a:lnTo>
                  <a:lnTo>
                    <a:pt x="3182577" y="3025108"/>
                  </a:lnTo>
                  <a:lnTo>
                    <a:pt x="3182703" y="3025108"/>
                  </a:lnTo>
                  <a:lnTo>
                    <a:pt x="3182829" y="3025108"/>
                  </a:lnTo>
                  <a:lnTo>
                    <a:pt x="3182955" y="3025108"/>
                  </a:lnTo>
                  <a:lnTo>
                    <a:pt x="3183081" y="3025108"/>
                  </a:lnTo>
                  <a:lnTo>
                    <a:pt x="3183207" y="3025108"/>
                  </a:lnTo>
                  <a:lnTo>
                    <a:pt x="3183334" y="3025108"/>
                  </a:lnTo>
                  <a:lnTo>
                    <a:pt x="3183460" y="3025108"/>
                  </a:lnTo>
                  <a:lnTo>
                    <a:pt x="3183586" y="3025108"/>
                  </a:lnTo>
                  <a:lnTo>
                    <a:pt x="3183712" y="3025108"/>
                  </a:lnTo>
                  <a:lnTo>
                    <a:pt x="3183838" y="3025108"/>
                  </a:lnTo>
                  <a:lnTo>
                    <a:pt x="3183964" y="3025108"/>
                  </a:lnTo>
                  <a:lnTo>
                    <a:pt x="3184090" y="3025108"/>
                  </a:lnTo>
                  <a:lnTo>
                    <a:pt x="3184216" y="3025108"/>
                  </a:lnTo>
                  <a:lnTo>
                    <a:pt x="3184342" y="3025108"/>
                  </a:lnTo>
                  <a:lnTo>
                    <a:pt x="3184468" y="3025108"/>
                  </a:lnTo>
                  <a:lnTo>
                    <a:pt x="3184594" y="3025108"/>
                  </a:lnTo>
                  <a:lnTo>
                    <a:pt x="3184721" y="3025108"/>
                  </a:lnTo>
                  <a:lnTo>
                    <a:pt x="3184847" y="3025108"/>
                  </a:lnTo>
                  <a:lnTo>
                    <a:pt x="3184973" y="3025108"/>
                  </a:lnTo>
                  <a:lnTo>
                    <a:pt x="3185099" y="3025108"/>
                  </a:lnTo>
                  <a:lnTo>
                    <a:pt x="3185225" y="3025108"/>
                  </a:lnTo>
                  <a:lnTo>
                    <a:pt x="3185351" y="3025108"/>
                  </a:lnTo>
                  <a:lnTo>
                    <a:pt x="3185477" y="3025108"/>
                  </a:lnTo>
                  <a:lnTo>
                    <a:pt x="3185603" y="3025108"/>
                  </a:lnTo>
                  <a:lnTo>
                    <a:pt x="3185729" y="3025108"/>
                  </a:lnTo>
                  <a:lnTo>
                    <a:pt x="3185855" y="3025108"/>
                  </a:lnTo>
                  <a:lnTo>
                    <a:pt x="3185981" y="3025108"/>
                  </a:lnTo>
                  <a:lnTo>
                    <a:pt x="3186107" y="3025108"/>
                  </a:lnTo>
                  <a:lnTo>
                    <a:pt x="3186234" y="3025108"/>
                  </a:lnTo>
                  <a:lnTo>
                    <a:pt x="3186360" y="3025108"/>
                  </a:lnTo>
                  <a:lnTo>
                    <a:pt x="3186486" y="3025108"/>
                  </a:lnTo>
                  <a:lnTo>
                    <a:pt x="3186612" y="3025108"/>
                  </a:lnTo>
                  <a:lnTo>
                    <a:pt x="3186738" y="3025108"/>
                  </a:lnTo>
                  <a:lnTo>
                    <a:pt x="3186864" y="3025108"/>
                  </a:lnTo>
                  <a:lnTo>
                    <a:pt x="3186990" y="3025108"/>
                  </a:lnTo>
                  <a:lnTo>
                    <a:pt x="3187116" y="3025108"/>
                  </a:lnTo>
                  <a:lnTo>
                    <a:pt x="3187242" y="3025108"/>
                  </a:lnTo>
                  <a:lnTo>
                    <a:pt x="3187368" y="3025108"/>
                  </a:lnTo>
                  <a:lnTo>
                    <a:pt x="3187494" y="3025108"/>
                  </a:lnTo>
                  <a:lnTo>
                    <a:pt x="3187621" y="3025108"/>
                  </a:lnTo>
                  <a:lnTo>
                    <a:pt x="3187747" y="3025108"/>
                  </a:lnTo>
                  <a:lnTo>
                    <a:pt x="3187873" y="3025108"/>
                  </a:lnTo>
                  <a:lnTo>
                    <a:pt x="3187999" y="3025108"/>
                  </a:lnTo>
                  <a:lnTo>
                    <a:pt x="3188125" y="3025108"/>
                  </a:lnTo>
                  <a:lnTo>
                    <a:pt x="3188251" y="3025108"/>
                  </a:lnTo>
                  <a:lnTo>
                    <a:pt x="3188377" y="3025108"/>
                  </a:lnTo>
                  <a:lnTo>
                    <a:pt x="3188503" y="3025108"/>
                  </a:lnTo>
                  <a:lnTo>
                    <a:pt x="3188629" y="3025108"/>
                  </a:lnTo>
                  <a:lnTo>
                    <a:pt x="3188755" y="3025108"/>
                  </a:lnTo>
                  <a:lnTo>
                    <a:pt x="3188881" y="3025108"/>
                  </a:lnTo>
                  <a:lnTo>
                    <a:pt x="3189008" y="3025108"/>
                  </a:lnTo>
                  <a:lnTo>
                    <a:pt x="3189134" y="3025108"/>
                  </a:lnTo>
                  <a:lnTo>
                    <a:pt x="3189260" y="3025108"/>
                  </a:lnTo>
                  <a:lnTo>
                    <a:pt x="3189386" y="3025108"/>
                  </a:lnTo>
                  <a:lnTo>
                    <a:pt x="3189512" y="3025108"/>
                  </a:lnTo>
                  <a:lnTo>
                    <a:pt x="3189638" y="3025108"/>
                  </a:lnTo>
                  <a:lnTo>
                    <a:pt x="3189764" y="3025108"/>
                  </a:lnTo>
                  <a:lnTo>
                    <a:pt x="3189890" y="3025108"/>
                  </a:lnTo>
                  <a:lnTo>
                    <a:pt x="3190016" y="3025108"/>
                  </a:lnTo>
                  <a:lnTo>
                    <a:pt x="3190142" y="3025108"/>
                  </a:lnTo>
                  <a:lnTo>
                    <a:pt x="3190268" y="3025108"/>
                  </a:lnTo>
                  <a:lnTo>
                    <a:pt x="3190394" y="3025108"/>
                  </a:lnTo>
                  <a:lnTo>
                    <a:pt x="3190521" y="3025108"/>
                  </a:lnTo>
                  <a:lnTo>
                    <a:pt x="3190647" y="3025108"/>
                  </a:lnTo>
                  <a:lnTo>
                    <a:pt x="3190773" y="3025108"/>
                  </a:lnTo>
                  <a:lnTo>
                    <a:pt x="3190899" y="3025108"/>
                  </a:lnTo>
                  <a:lnTo>
                    <a:pt x="3191025" y="3025108"/>
                  </a:lnTo>
                  <a:lnTo>
                    <a:pt x="3191151" y="3025108"/>
                  </a:lnTo>
                  <a:lnTo>
                    <a:pt x="3191277" y="3025108"/>
                  </a:lnTo>
                  <a:lnTo>
                    <a:pt x="3191403" y="3025108"/>
                  </a:lnTo>
                  <a:lnTo>
                    <a:pt x="3191529" y="3025108"/>
                  </a:lnTo>
                  <a:lnTo>
                    <a:pt x="3191655" y="3025108"/>
                  </a:lnTo>
                  <a:lnTo>
                    <a:pt x="3191781" y="3025108"/>
                  </a:lnTo>
                  <a:lnTo>
                    <a:pt x="3191908" y="3025108"/>
                  </a:lnTo>
                  <a:lnTo>
                    <a:pt x="3192034" y="3025108"/>
                  </a:lnTo>
                  <a:lnTo>
                    <a:pt x="3192160" y="3025108"/>
                  </a:lnTo>
                  <a:lnTo>
                    <a:pt x="3192286" y="3025108"/>
                  </a:lnTo>
                  <a:lnTo>
                    <a:pt x="3192412" y="3025108"/>
                  </a:lnTo>
                  <a:lnTo>
                    <a:pt x="3192538" y="3025108"/>
                  </a:lnTo>
                  <a:lnTo>
                    <a:pt x="3192664" y="3025108"/>
                  </a:lnTo>
                  <a:lnTo>
                    <a:pt x="3192790" y="3025108"/>
                  </a:lnTo>
                  <a:lnTo>
                    <a:pt x="3192916" y="3025108"/>
                  </a:lnTo>
                  <a:lnTo>
                    <a:pt x="3193042" y="3025108"/>
                  </a:lnTo>
                  <a:lnTo>
                    <a:pt x="3193168" y="3025108"/>
                  </a:lnTo>
                  <a:lnTo>
                    <a:pt x="3193294" y="3025108"/>
                  </a:lnTo>
                  <a:lnTo>
                    <a:pt x="3193421" y="3025108"/>
                  </a:lnTo>
                  <a:lnTo>
                    <a:pt x="3193421" y="3019829"/>
                  </a:lnTo>
                  <a:lnTo>
                    <a:pt x="3193547" y="3019829"/>
                  </a:lnTo>
                  <a:lnTo>
                    <a:pt x="3193673" y="3019829"/>
                  </a:lnTo>
                  <a:lnTo>
                    <a:pt x="3193799" y="3019829"/>
                  </a:lnTo>
                  <a:lnTo>
                    <a:pt x="3193925" y="3019829"/>
                  </a:lnTo>
                  <a:lnTo>
                    <a:pt x="3194051" y="3019829"/>
                  </a:lnTo>
                  <a:lnTo>
                    <a:pt x="3194177" y="3019829"/>
                  </a:lnTo>
                  <a:lnTo>
                    <a:pt x="3194303" y="3019829"/>
                  </a:lnTo>
                  <a:lnTo>
                    <a:pt x="3194429" y="3019829"/>
                  </a:lnTo>
                  <a:lnTo>
                    <a:pt x="3194429" y="3014549"/>
                  </a:lnTo>
                  <a:lnTo>
                    <a:pt x="3194555" y="3014549"/>
                  </a:lnTo>
                  <a:lnTo>
                    <a:pt x="3194681" y="3014549"/>
                  </a:lnTo>
                  <a:lnTo>
                    <a:pt x="3194808" y="3014549"/>
                  </a:lnTo>
                  <a:lnTo>
                    <a:pt x="3194934" y="3014549"/>
                  </a:lnTo>
                  <a:lnTo>
                    <a:pt x="3195060" y="3014549"/>
                  </a:lnTo>
                  <a:lnTo>
                    <a:pt x="3195186" y="3014549"/>
                  </a:lnTo>
                  <a:lnTo>
                    <a:pt x="3195312" y="3014549"/>
                  </a:lnTo>
                  <a:lnTo>
                    <a:pt x="3195438" y="3014549"/>
                  </a:lnTo>
                  <a:lnTo>
                    <a:pt x="3195564" y="3014549"/>
                  </a:lnTo>
                  <a:lnTo>
                    <a:pt x="3195690" y="3014549"/>
                  </a:lnTo>
                  <a:lnTo>
                    <a:pt x="3195816" y="3014549"/>
                  </a:lnTo>
                  <a:lnTo>
                    <a:pt x="3195942" y="3014549"/>
                  </a:lnTo>
                  <a:lnTo>
                    <a:pt x="3196068" y="3014549"/>
                  </a:lnTo>
                  <a:lnTo>
                    <a:pt x="3196195" y="3014549"/>
                  </a:lnTo>
                  <a:lnTo>
                    <a:pt x="3196321" y="3014549"/>
                  </a:lnTo>
                  <a:lnTo>
                    <a:pt x="3196447" y="3014549"/>
                  </a:lnTo>
                  <a:lnTo>
                    <a:pt x="3196573" y="3014549"/>
                  </a:lnTo>
                  <a:lnTo>
                    <a:pt x="3196699" y="3014549"/>
                  </a:lnTo>
                  <a:lnTo>
                    <a:pt x="3196825" y="3014549"/>
                  </a:lnTo>
                  <a:lnTo>
                    <a:pt x="3196951" y="3014549"/>
                  </a:lnTo>
                  <a:lnTo>
                    <a:pt x="3197077" y="3014549"/>
                  </a:lnTo>
                  <a:lnTo>
                    <a:pt x="3197203" y="3014549"/>
                  </a:lnTo>
                  <a:lnTo>
                    <a:pt x="3197329" y="3014549"/>
                  </a:lnTo>
                  <a:lnTo>
                    <a:pt x="3197455" y="3014549"/>
                  </a:lnTo>
                  <a:lnTo>
                    <a:pt x="3197581" y="3014549"/>
                  </a:lnTo>
                  <a:lnTo>
                    <a:pt x="3197708" y="3014549"/>
                  </a:lnTo>
                  <a:lnTo>
                    <a:pt x="3197834" y="3014549"/>
                  </a:lnTo>
                  <a:lnTo>
                    <a:pt x="3197960" y="3014549"/>
                  </a:lnTo>
                  <a:lnTo>
                    <a:pt x="3198086" y="3014549"/>
                  </a:lnTo>
                  <a:lnTo>
                    <a:pt x="3198212" y="3014549"/>
                  </a:lnTo>
                  <a:lnTo>
                    <a:pt x="3198212" y="3009270"/>
                  </a:lnTo>
                  <a:lnTo>
                    <a:pt x="3198338" y="3009270"/>
                  </a:lnTo>
                  <a:lnTo>
                    <a:pt x="3198464" y="3009270"/>
                  </a:lnTo>
                  <a:lnTo>
                    <a:pt x="3198590" y="3009270"/>
                  </a:lnTo>
                  <a:lnTo>
                    <a:pt x="3198716" y="3009270"/>
                  </a:lnTo>
                  <a:lnTo>
                    <a:pt x="3198842" y="3009270"/>
                  </a:lnTo>
                  <a:lnTo>
                    <a:pt x="3198968" y="3009270"/>
                  </a:lnTo>
                  <a:lnTo>
                    <a:pt x="3199095" y="3009270"/>
                  </a:lnTo>
                  <a:lnTo>
                    <a:pt x="3199221" y="3009270"/>
                  </a:lnTo>
                  <a:lnTo>
                    <a:pt x="3199347" y="3009270"/>
                  </a:lnTo>
                  <a:lnTo>
                    <a:pt x="3199473" y="3009270"/>
                  </a:lnTo>
                  <a:lnTo>
                    <a:pt x="3199599" y="3009270"/>
                  </a:lnTo>
                  <a:lnTo>
                    <a:pt x="3199725" y="3009270"/>
                  </a:lnTo>
                  <a:lnTo>
                    <a:pt x="3199851" y="3009270"/>
                  </a:lnTo>
                  <a:lnTo>
                    <a:pt x="3199977" y="3009270"/>
                  </a:lnTo>
                  <a:lnTo>
                    <a:pt x="3200103" y="3009270"/>
                  </a:lnTo>
                  <a:lnTo>
                    <a:pt x="3200229" y="3009270"/>
                  </a:lnTo>
                  <a:lnTo>
                    <a:pt x="3200355" y="3009270"/>
                  </a:lnTo>
                  <a:lnTo>
                    <a:pt x="3200481" y="3009270"/>
                  </a:lnTo>
                  <a:lnTo>
                    <a:pt x="3200608" y="3009270"/>
                  </a:lnTo>
                  <a:lnTo>
                    <a:pt x="3200734" y="3009270"/>
                  </a:lnTo>
                  <a:lnTo>
                    <a:pt x="3200860" y="3009270"/>
                  </a:lnTo>
                  <a:lnTo>
                    <a:pt x="3200986" y="3009270"/>
                  </a:lnTo>
                  <a:lnTo>
                    <a:pt x="3201112" y="3009270"/>
                  </a:lnTo>
                  <a:lnTo>
                    <a:pt x="3201238" y="3009270"/>
                  </a:lnTo>
                  <a:lnTo>
                    <a:pt x="3201364" y="3009270"/>
                  </a:lnTo>
                  <a:lnTo>
                    <a:pt x="3201490" y="3009270"/>
                  </a:lnTo>
                  <a:lnTo>
                    <a:pt x="3201616" y="3009270"/>
                  </a:lnTo>
                  <a:lnTo>
                    <a:pt x="3201742" y="3009270"/>
                  </a:lnTo>
                  <a:lnTo>
                    <a:pt x="3201868" y="3009270"/>
                  </a:lnTo>
                  <a:lnTo>
                    <a:pt x="3201995" y="3009270"/>
                  </a:lnTo>
                  <a:lnTo>
                    <a:pt x="3202121" y="3009270"/>
                  </a:lnTo>
                  <a:lnTo>
                    <a:pt x="3202247" y="3009270"/>
                  </a:lnTo>
                  <a:lnTo>
                    <a:pt x="3202373" y="3009270"/>
                  </a:lnTo>
                  <a:lnTo>
                    <a:pt x="3202499" y="3009270"/>
                  </a:lnTo>
                  <a:lnTo>
                    <a:pt x="3202625" y="3009270"/>
                  </a:lnTo>
                  <a:lnTo>
                    <a:pt x="3202751" y="3009270"/>
                  </a:lnTo>
                  <a:lnTo>
                    <a:pt x="3202877" y="3009270"/>
                  </a:lnTo>
                  <a:lnTo>
                    <a:pt x="3203003" y="3009270"/>
                  </a:lnTo>
                  <a:lnTo>
                    <a:pt x="3203129" y="3009270"/>
                  </a:lnTo>
                  <a:lnTo>
                    <a:pt x="3203255" y="3009270"/>
                  </a:lnTo>
                  <a:lnTo>
                    <a:pt x="3203382" y="3009270"/>
                  </a:lnTo>
                  <a:lnTo>
                    <a:pt x="3203508" y="3009270"/>
                  </a:lnTo>
                  <a:lnTo>
                    <a:pt x="3203634" y="3009270"/>
                  </a:lnTo>
                  <a:lnTo>
                    <a:pt x="3203760" y="3009270"/>
                  </a:lnTo>
                  <a:lnTo>
                    <a:pt x="3203886" y="3009270"/>
                  </a:lnTo>
                  <a:lnTo>
                    <a:pt x="3204012" y="3009270"/>
                  </a:lnTo>
                  <a:lnTo>
                    <a:pt x="3204138" y="3009270"/>
                  </a:lnTo>
                  <a:lnTo>
                    <a:pt x="3204264" y="3009270"/>
                  </a:lnTo>
                  <a:lnTo>
                    <a:pt x="3204390" y="3009270"/>
                  </a:lnTo>
                  <a:lnTo>
                    <a:pt x="3204516" y="3009270"/>
                  </a:lnTo>
                  <a:lnTo>
                    <a:pt x="3204642" y="3009270"/>
                  </a:lnTo>
                  <a:lnTo>
                    <a:pt x="3204768" y="3009270"/>
                  </a:lnTo>
                  <a:lnTo>
                    <a:pt x="3204895" y="3009270"/>
                  </a:lnTo>
                  <a:lnTo>
                    <a:pt x="3205021" y="3009270"/>
                  </a:lnTo>
                  <a:lnTo>
                    <a:pt x="3205147" y="3009270"/>
                  </a:lnTo>
                  <a:lnTo>
                    <a:pt x="3205273" y="3009270"/>
                  </a:lnTo>
                  <a:lnTo>
                    <a:pt x="3205399" y="3009270"/>
                  </a:lnTo>
                  <a:lnTo>
                    <a:pt x="3205525" y="3009270"/>
                  </a:lnTo>
                  <a:lnTo>
                    <a:pt x="3205651" y="3009270"/>
                  </a:lnTo>
                  <a:lnTo>
                    <a:pt x="3205777" y="3009270"/>
                  </a:lnTo>
                  <a:lnTo>
                    <a:pt x="3205903" y="3009270"/>
                  </a:lnTo>
                  <a:lnTo>
                    <a:pt x="3206029" y="3009270"/>
                  </a:lnTo>
                  <a:lnTo>
                    <a:pt x="3206155" y="3009270"/>
                  </a:lnTo>
                  <a:lnTo>
                    <a:pt x="3206282" y="3009270"/>
                  </a:lnTo>
                  <a:lnTo>
                    <a:pt x="3206282" y="3003990"/>
                  </a:lnTo>
                  <a:lnTo>
                    <a:pt x="3206408" y="3003990"/>
                  </a:lnTo>
                  <a:lnTo>
                    <a:pt x="3206534" y="3003990"/>
                  </a:lnTo>
                  <a:lnTo>
                    <a:pt x="3206660" y="3003990"/>
                  </a:lnTo>
                  <a:lnTo>
                    <a:pt x="3206786" y="3003990"/>
                  </a:lnTo>
                  <a:lnTo>
                    <a:pt x="3206912" y="3003990"/>
                  </a:lnTo>
                  <a:lnTo>
                    <a:pt x="3207038" y="3003990"/>
                  </a:lnTo>
                  <a:lnTo>
                    <a:pt x="3207164" y="3003990"/>
                  </a:lnTo>
                  <a:lnTo>
                    <a:pt x="3207290" y="3003990"/>
                  </a:lnTo>
                  <a:lnTo>
                    <a:pt x="3207416" y="3003990"/>
                  </a:lnTo>
                  <a:lnTo>
                    <a:pt x="3207542" y="3003990"/>
                  </a:lnTo>
                  <a:lnTo>
                    <a:pt x="3207668" y="3003990"/>
                  </a:lnTo>
                  <a:lnTo>
                    <a:pt x="3207795" y="3003990"/>
                  </a:lnTo>
                  <a:lnTo>
                    <a:pt x="3207921" y="3003990"/>
                  </a:lnTo>
                  <a:lnTo>
                    <a:pt x="3208047" y="3003990"/>
                  </a:lnTo>
                  <a:lnTo>
                    <a:pt x="3208173" y="3003990"/>
                  </a:lnTo>
                  <a:lnTo>
                    <a:pt x="3208299" y="3003990"/>
                  </a:lnTo>
                  <a:lnTo>
                    <a:pt x="3208425" y="3003990"/>
                  </a:lnTo>
                  <a:lnTo>
                    <a:pt x="3208551" y="3003990"/>
                  </a:lnTo>
                  <a:lnTo>
                    <a:pt x="3208677" y="3003990"/>
                  </a:lnTo>
                  <a:lnTo>
                    <a:pt x="3208803" y="3003990"/>
                  </a:lnTo>
                  <a:lnTo>
                    <a:pt x="3208929" y="3003990"/>
                  </a:lnTo>
                  <a:lnTo>
                    <a:pt x="3209055" y="3003990"/>
                  </a:lnTo>
                  <a:lnTo>
                    <a:pt x="3209182" y="3003990"/>
                  </a:lnTo>
                  <a:lnTo>
                    <a:pt x="3209308" y="3003990"/>
                  </a:lnTo>
                  <a:lnTo>
                    <a:pt x="3209434" y="3003990"/>
                  </a:lnTo>
                  <a:lnTo>
                    <a:pt x="3209560" y="3003990"/>
                  </a:lnTo>
                  <a:lnTo>
                    <a:pt x="3209686" y="3003990"/>
                  </a:lnTo>
                  <a:lnTo>
                    <a:pt x="3209812" y="3003990"/>
                  </a:lnTo>
                  <a:lnTo>
                    <a:pt x="3209938" y="3003990"/>
                  </a:lnTo>
                  <a:lnTo>
                    <a:pt x="3210064" y="3003990"/>
                  </a:lnTo>
                  <a:lnTo>
                    <a:pt x="3210190" y="3003990"/>
                  </a:lnTo>
                  <a:lnTo>
                    <a:pt x="3210316" y="3003990"/>
                  </a:lnTo>
                  <a:lnTo>
                    <a:pt x="3210442" y="3003990"/>
                  </a:lnTo>
                  <a:lnTo>
                    <a:pt x="3210568" y="3003990"/>
                  </a:lnTo>
                  <a:lnTo>
                    <a:pt x="3210695" y="3003990"/>
                  </a:lnTo>
                  <a:lnTo>
                    <a:pt x="3210821" y="3003990"/>
                  </a:lnTo>
                  <a:lnTo>
                    <a:pt x="3210947" y="3003990"/>
                  </a:lnTo>
                  <a:lnTo>
                    <a:pt x="3211073" y="3003990"/>
                  </a:lnTo>
                  <a:lnTo>
                    <a:pt x="3211199" y="3003990"/>
                  </a:lnTo>
                  <a:lnTo>
                    <a:pt x="3211325" y="3003990"/>
                  </a:lnTo>
                  <a:lnTo>
                    <a:pt x="3211325" y="2998711"/>
                  </a:lnTo>
                  <a:lnTo>
                    <a:pt x="3211451" y="2998711"/>
                  </a:lnTo>
                  <a:lnTo>
                    <a:pt x="3211577" y="2998711"/>
                  </a:lnTo>
                  <a:lnTo>
                    <a:pt x="3211703" y="2998711"/>
                  </a:lnTo>
                  <a:lnTo>
                    <a:pt x="3211829" y="2998711"/>
                  </a:lnTo>
                  <a:lnTo>
                    <a:pt x="3211955" y="2998711"/>
                  </a:lnTo>
                  <a:lnTo>
                    <a:pt x="3212082" y="2998711"/>
                  </a:lnTo>
                  <a:lnTo>
                    <a:pt x="3212208" y="2998711"/>
                  </a:lnTo>
                  <a:lnTo>
                    <a:pt x="3212334" y="2998711"/>
                  </a:lnTo>
                  <a:lnTo>
                    <a:pt x="3212460" y="2998711"/>
                  </a:lnTo>
                  <a:lnTo>
                    <a:pt x="3212586" y="2998711"/>
                  </a:lnTo>
                  <a:lnTo>
                    <a:pt x="3212712" y="2998711"/>
                  </a:lnTo>
                  <a:lnTo>
                    <a:pt x="3212838" y="2998711"/>
                  </a:lnTo>
                  <a:lnTo>
                    <a:pt x="3212964" y="2998711"/>
                  </a:lnTo>
                  <a:lnTo>
                    <a:pt x="3213090" y="2998711"/>
                  </a:lnTo>
                  <a:lnTo>
                    <a:pt x="3213216" y="2998711"/>
                  </a:lnTo>
                  <a:lnTo>
                    <a:pt x="3213342" y="2998711"/>
                  </a:lnTo>
                  <a:lnTo>
                    <a:pt x="3213469" y="2998711"/>
                  </a:lnTo>
                  <a:lnTo>
                    <a:pt x="3213595" y="2998711"/>
                  </a:lnTo>
                  <a:lnTo>
                    <a:pt x="3213721" y="2998711"/>
                  </a:lnTo>
                  <a:lnTo>
                    <a:pt x="3213847" y="2998711"/>
                  </a:lnTo>
                  <a:lnTo>
                    <a:pt x="3213973" y="2998711"/>
                  </a:lnTo>
                  <a:lnTo>
                    <a:pt x="3214099" y="2998711"/>
                  </a:lnTo>
                  <a:lnTo>
                    <a:pt x="3214225" y="2998711"/>
                  </a:lnTo>
                  <a:lnTo>
                    <a:pt x="3214351" y="2998711"/>
                  </a:lnTo>
                  <a:lnTo>
                    <a:pt x="3214477" y="2998711"/>
                  </a:lnTo>
                  <a:lnTo>
                    <a:pt x="3214603" y="2998711"/>
                  </a:lnTo>
                  <a:lnTo>
                    <a:pt x="3214729" y="2998711"/>
                  </a:lnTo>
                  <a:lnTo>
                    <a:pt x="3214855" y="2998711"/>
                  </a:lnTo>
                  <a:lnTo>
                    <a:pt x="3214982" y="2998711"/>
                  </a:lnTo>
                  <a:lnTo>
                    <a:pt x="3215108" y="2998711"/>
                  </a:lnTo>
                  <a:lnTo>
                    <a:pt x="3215234" y="2998711"/>
                  </a:lnTo>
                  <a:lnTo>
                    <a:pt x="3215360" y="2998711"/>
                  </a:lnTo>
                  <a:lnTo>
                    <a:pt x="3215486" y="2998711"/>
                  </a:lnTo>
                  <a:lnTo>
                    <a:pt x="3215612" y="2998711"/>
                  </a:lnTo>
                  <a:lnTo>
                    <a:pt x="3215738" y="2998711"/>
                  </a:lnTo>
                  <a:lnTo>
                    <a:pt x="3215864" y="2998711"/>
                  </a:lnTo>
                  <a:lnTo>
                    <a:pt x="3215990" y="2998711"/>
                  </a:lnTo>
                  <a:lnTo>
                    <a:pt x="3216116" y="2998711"/>
                  </a:lnTo>
                  <a:lnTo>
                    <a:pt x="3216242" y="2998711"/>
                  </a:lnTo>
                  <a:lnTo>
                    <a:pt x="3216369" y="2998711"/>
                  </a:lnTo>
                  <a:lnTo>
                    <a:pt x="3216495" y="2998711"/>
                  </a:lnTo>
                  <a:lnTo>
                    <a:pt x="3216621" y="2998711"/>
                  </a:lnTo>
                  <a:lnTo>
                    <a:pt x="3216621" y="2993431"/>
                  </a:lnTo>
                  <a:lnTo>
                    <a:pt x="3216747" y="2993431"/>
                  </a:lnTo>
                  <a:lnTo>
                    <a:pt x="3216873" y="2993431"/>
                  </a:lnTo>
                  <a:lnTo>
                    <a:pt x="3216999" y="2993431"/>
                  </a:lnTo>
                  <a:lnTo>
                    <a:pt x="3217125" y="2993431"/>
                  </a:lnTo>
                  <a:lnTo>
                    <a:pt x="3217251" y="2993431"/>
                  </a:lnTo>
                  <a:lnTo>
                    <a:pt x="3217377" y="2993431"/>
                  </a:lnTo>
                  <a:lnTo>
                    <a:pt x="3217503" y="2993431"/>
                  </a:lnTo>
                  <a:lnTo>
                    <a:pt x="3217629" y="2993431"/>
                  </a:lnTo>
                  <a:lnTo>
                    <a:pt x="3217755" y="2993431"/>
                  </a:lnTo>
                  <a:lnTo>
                    <a:pt x="3217882" y="2993431"/>
                  </a:lnTo>
                  <a:lnTo>
                    <a:pt x="3218008" y="2993431"/>
                  </a:lnTo>
                  <a:lnTo>
                    <a:pt x="3218134" y="2993431"/>
                  </a:lnTo>
                  <a:lnTo>
                    <a:pt x="3218260" y="2993431"/>
                  </a:lnTo>
                  <a:lnTo>
                    <a:pt x="3218386" y="2993431"/>
                  </a:lnTo>
                  <a:lnTo>
                    <a:pt x="3218512" y="2993431"/>
                  </a:lnTo>
                  <a:lnTo>
                    <a:pt x="3218638" y="2993431"/>
                  </a:lnTo>
                  <a:lnTo>
                    <a:pt x="3218764" y="2993431"/>
                  </a:lnTo>
                  <a:lnTo>
                    <a:pt x="3218890" y="2993431"/>
                  </a:lnTo>
                  <a:lnTo>
                    <a:pt x="3219016" y="2993431"/>
                  </a:lnTo>
                  <a:lnTo>
                    <a:pt x="3219142" y="2993431"/>
                  </a:lnTo>
                  <a:lnTo>
                    <a:pt x="3219269" y="2993431"/>
                  </a:lnTo>
                  <a:lnTo>
                    <a:pt x="3219395" y="2993431"/>
                  </a:lnTo>
                  <a:lnTo>
                    <a:pt x="3219521" y="2993431"/>
                  </a:lnTo>
                  <a:lnTo>
                    <a:pt x="3219647" y="2993431"/>
                  </a:lnTo>
                  <a:lnTo>
                    <a:pt x="3219773" y="2993431"/>
                  </a:lnTo>
                  <a:lnTo>
                    <a:pt x="3219773" y="2988152"/>
                  </a:lnTo>
                  <a:lnTo>
                    <a:pt x="3219899" y="2988152"/>
                  </a:lnTo>
                  <a:lnTo>
                    <a:pt x="3220025" y="2988152"/>
                  </a:lnTo>
                  <a:lnTo>
                    <a:pt x="3220151" y="2988152"/>
                  </a:lnTo>
                  <a:lnTo>
                    <a:pt x="3220277" y="2988152"/>
                  </a:lnTo>
                  <a:lnTo>
                    <a:pt x="3220403" y="2988152"/>
                  </a:lnTo>
                  <a:lnTo>
                    <a:pt x="3220529" y="2988152"/>
                  </a:lnTo>
                  <a:lnTo>
                    <a:pt x="3220656" y="2988152"/>
                  </a:lnTo>
                  <a:lnTo>
                    <a:pt x="3220782" y="2988152"/>
                  </a:lnTo>
                  <a:lnTo>
                    <a:pt x="3220908" y="2988152"/>
                  </a:lnTo>
                  <a:lnTo>
                    <a:pt x="3221034" y="2988152"/>
                  </a:lnTo>
                  <a:lnTo>
                    <a:pt x="3221160" y="2988152"/>
                  </a:lnTo>
                  <a:lnTo>
                    <a:pt x="3221286" y="2988152"/>
                  </a:lnTo>
                  <a:lnTo>
                    <a:pt x="3221412" y="2988152"/>
                  </a:lnTo>
                  <a:lnTo>
                    <a:pt x="3221538" y="2988152"/>
                  </a:lnTo>
                  <a:lnTo>
                    <a:pt x="3221664" y="2988152"/>
                  </a:lnTo>
                  <a:lnTo>
                    <a:pt x="3221790" y="2988152"/>
                  </a:lnTo>
                  <a:lnTo>
                    <a:pt x="3221916" y="2988152"/>
                  </a:lnTo>
                  <a:lnTo>
                    <a:pt x="3222042" y="2988152"/>
                  </a:lnTo>
                  <a:lnTo>
                    <a:pt x="3222169" y="2988152"/>
                  </a:lnTo>
                  <a:lnTo>
                    <a:pt x="3222295" y="2988152"/>
                  </a:lnTo>
                  <a:lnTo>
                    <a:pt x="3222421" y="2988152"/>
                  </a:lnTo>
                  <a:lnTo>
                    <a:pt x="3222547" y="2988152"/>
                  </a:lnTo>
                  <a:lnTo>
                    <a:pt x="3222673" y="2988152"/>
                  </a:lnTo>
                  <a:lnTo>
                    <a:pt x="3222799" y="2988152"/>
                  </a:lnTo>
                  <a:lnTo>
                    <a:pt x="3222925" y="2988152"/>
                  </a:lnTo>
                  <a:lnTo>
                    <a:pt x="3223051" y="2988152"/>
                  </a:lnTo>
                  <a:lnTo>
                    <a:pt x="3223177" y="2988152"/>
                  </a:lnTo>
                  <a:lnTo>
                    <a:pt x="3223303" y="2988152"/>
                  </a:lnTo>
                  <a:lnTo>
                    <a:pt x="3223429" y="2988152"/>
                  </a:lnTo>
                  <a:lnTo>
                    <a:pt x="3223556" y="2988152"/>
                  </a:lnTo>
                  <a:lnTo>
                    <a:pt x="3223682" y="2988152"/>
                  </a:lnTo>
                  <a:lnTo>
                    <a:pt x="3223808" y="2988152"/>
                  </a:lnTo>
                  <a:lnTo>
                    <a:pt x="3223934" y="2988152"/>
                  </a:lnTo>
                  <a:lnTo>
                    <a:pt x="3224060" y="2988152"/>
                  </a:lnTo>
                  <a:lnTo>
                    <a:pt x="3224186" y="2988152"/>
                  </a:lnTo>
                  <a:lnTo>
                    <a:pt x="3224312" y="2988152"/>
                  </a:lnTo>
                  <a:lnTo>
                    <a:pt x="3224438" y="2988152"/>
                  </a:lnTo>
                  <a:lnTo>
                    <a:pt x="3224564" y="2988152"/>
                  </a:lnTo>
                  <a:lnTo>
                    <a:pt x="3224690" y="2988152"/>
                  </a:lnTo>
                  <a:lnTo>
                    <a:pt x="3224816" y="2988152"/>
                  </a:lnTo>
                  <a:lnTo>
                    <a:pt x="3224942" y="2988152"/>
                  </a:lnTo>
                  <a:lnTo>
                    <a:pt x="3225069" y="2988152"/>
                  </a:lnTo>
                  <a:lnTo>
                    <a:pt x="3225195" y="2988152"/>
                  </a:lnTo>
                  <a:lnTo>
                    <a:pt x="3225321" y="2988152"/>
                  </a:lnTo>
                  <a:lnTo>
                    <a:pt x="3225447" y="2988152"/>
                  </a:lnTo>
                  <a:lnTo>
                    <a:pt x="3225573" y="2988152"/>
                  </a:lnTo>
                  <a:lnTo>
                    <a:pt x="3225699" y="2988152"/>
                  </a:lnTo>
                  <a:lnTo>
                    <a:pt x="3225825" y="2988152"/>
                  </a:lnTo>
                  <a:lnTo>
                    <a:pt x="3225951" y="2988152"/>
                  </a:lnTo>
                  <a:lnTo>
                    <a:pt x="3226077" y="2988152"/>
                  </a:lnTo>
                  <a:lnTo>
                    <a:pt x="3226203" y="2988152"/>
                  </a:lnTo>
                  <a:lnTo>
                    <a:pt x="3226329" y="2988152"/>
                  </a:lnTo>
                  <a:lnTo>
                    <a:pt x="3226456" y="2988152"/>
                  </a:lnTo>
                  <a:lnTo>
                    <a:pt x="3226582" y="2988152"/>
                  </a:lnTo>
                  <a:lnTo>
                    <a:pt x="3226708" y="2988152"/>
                  </a:lnTo>
                  <a:lnTo>
                    <a:pt x="3226834" y="2988152"/>
                  </a:lnTo>
                  <a:lnTo>
                    <a:pt x="3226960" y="2988152"/>
                  </a:lnTo>
                  <a:lnTo>
                    <a:pt x="3227086" y="2988152"/>
                  </a:lnTo>
                  <a:lnTo>
                    <a:pt x="3227212" y="2988152"/>
                  </a:lnTo>
                  <a:lnTo>
                    <a:pt x="3227338" y="2988152"/>
                  </a:lnTo>
                  <a:lnTo>
                    <a:pt x="3227464" y="2988152"/>
                  </a:lnTo>
                  <a:lnTo>
                    <a:pt x="3227590" y="2988152"/>
                  </a:lnTo>
                  <a:lnTo>
                    <a:pt x="3227716" y="2988152"/>
                  </a:lnTo>
                  <a:lnTo>
                    <a:pt x="3227843" y="2988152"/>
                  </a:lnTo>
                  <a:lnTo>
                    <a:pt x="3227969" y="2988152"/>
                  </a:lnTo>
                  <a:lnTo>
                    <a:pt x="3228095" y="2988152"/>
                  </a:lnTo>
                  <a:lnTo>
                    <a:pt x="3228221" y="2988152"/>
                  </a:lnTo>
                  <a:lnTo>
                    <a:pt x="3228347" y="2988152"/>
                  </a:lnTo>
                  <a:lnTo>
                    <a:pt x="3228473" y="2988152"/>
                  </a:lnTo>
                  <a:lnTo>
                    <a:pt x="3228599" y="2988152"/>
                  </a:lnTo>
                  <a:lnTo>
                    <a:pt x="3228725" y="2988152"/>
                  </a:lnTo>
                  <a:lnTo>
                    <a:pt x="3228851" y="2988152"/>
                  </a:lnTo>
                  <a:lnTo>
                    <a:pt x="3228977" y="2988152"/>
                  </a:lnTo>
                  <a:lnTo>
                    <a:pt x="3229103" y="2988152"/>
                  </a:lnTo>
                  <a:lnTo>
                    <a:pt x="3229229" y="2988152"/>
                  </a:lnTo>
                  <a:lnTo>
                    <a:pt x="3229356" y="2988152"/>
                  </a:lnTo>
                  <a:lnTo>
                    <a:pt x="3229482" y="2988152"/>
                  </a:lnTo>
                  <a:lnTo>
                    <a:pt x="3229608" y="2988152"/>
                  </a:lnTo>
                  <a:lnTo>
                    <a:pt x="3229734" y="2988152"/>
                  </a:lnTo>
                  <a:lnTo>
                    <a:pt x="3229860" y="2988152"/>
                  </a:lnTo>
                  <a:lnTo>
                    <a:pt x="3229986" y="2988152"/>
                  </a:lnTo>
                  <a:lnTo>
                    <a:pt x="3230112" y="2988152"/>
                  </a:lnTo>
                  <a:lnTo>
                    <a:pt x="3230238" y="2988152"/>
                  </a:lnTo>
                  <a:lnTo>
                    <a:pt x="3230364" y="2988152"/>
                  </a:lnTo>
                  <a:lnTo>
                    <a:pt x="3230490" y="2988152"/>
                  </a:lnTo>
                  <a:lnTo>
                    <a:pt x="3230616" y="2988152"/>
                  </a:lnTo>
                  <a:lnTo>
                    <a:pt x="3230743" y="2988152"/>
                  </a:lnTo>
                  <a:lnTo>
                    <a:pt x="3230869" y="2988152"/>
                  </a:lnTo>
                  <a:lnTo>
                    <a:pt x="3230995" y="2988152"/>
                  </a:lnTo>
                  <a:lnTo>
                    <a:pt x="3231121" y="2988152"/>
                  </a:lnTo>
                  <a:lnTo>
                    <a:pt x="3231247" y="2988152"/>
                  </a:lnTo>
                  <a:lnTo>
                    <a:pt x="3231373" y="2988152"/>
                  </a:lnTo>
                  <a:lnTo>
                    <a:pt x="3231499" y="2988152"/>
                  </a:lnTo>
                  <a:lnTo>
                    <a:pt x="3231625" y="2988152"/>
                  </a:lnTo>
                  <a:lnTo>
                    <a:pt x="3231751" y="2988152"/>
                  </a:lnTo>
                  <a:lnTo>
                    <a:pt x="3231877" y="2988152"/>
                  </a:lnTo>
                  <a:lnTo>
                    <a:pt x="3232003" y="2988152"/>
                  </a:lnTo>
                  <a:lnTo>
                    <a:pt x="3232129" y="2988152"/>
                  </a:lnTo>
                  <a:lnTo>
                    <a:pt x="3232256" y="2988152"/>
                  </a:lnTo>
                  <a:lnTo>
                    <a:pt x="3232256" y="2982873"/>
                  </a:lnTo>
                  <a:lnTo>
                    <a:pt x="3232382" y="2982873"/>
                  </a:lnTo>
                  <a:lnTo>
                    <a:pt x="3232508" y="2982873"/>
                  </a:lnTo>
                  <a:lnTo>
                    <a:pt x="3232634" y="2982873"/>
                  </a:lnTo>
                  <a:lnTo>
                    <a:pt x="3232760" y="2982873"/>
                  </a:lnTo>
                  <a:lnTo>
                    <a:pt x="3232886" y="2982873"/>
                  </a:lnTo>
                  <a:lnTo>
                    <a:pt x="3233012" y="2982873"/>
                  </a:lnTo>
                  <a:lnTo>
                    <a:pt x="3233138" y="2982873"/>
                  </a:lnTo>
                  <a:lnTo>
                    <a:pt x="3233264" y="2982873"/>
                  </a:lnTo>
                  <a:lnTo>
                    <a:pt x="3233390" y="2982873"/>
                  </a:lnTo>
                  <a:lnTo>
                    <a:pt x="3233516" y="2982873"/>
                  </a:lnTo>
                  <a:lnTo>
                    <a:pt x="3233643" y="2982873"/>
                  </a:lnTo>
                  <a:lnTo>
                    <a:pt x="3233769" y="2982873"/>
                  </a:lnTo>
                  <a:lnTo>
                    <a:pt x="3233895" y="2982873"/>
                  </a:lnTo>
                  <a:lnTo>
                    <a:pt x="3234021" y="2982873"/>
                  </a:lnTo>
                  <a:lnTo>
                    <a:pt x="3234147" y="2982873"/>
                  </a:lnTo>
                  <a:lnTo>
                    <a:pt x="3234273" y="2982873"/>
                  </a:lnTo>
                  <a:lnTo>
                    <a:pt x="3234399" y="2982873"/>
                  </a:lnTo>
                  <a:lnTo>
                    <a:pt x="3234525" y="2982873"/>
                  </a:lnTo>
                  <a:lnTo>
                    <a:pt x="3234651" y="2982873"/>
                  </a:lnTo>
                  <a:lnTo>
                    <a:pt x="3234777" y="2982873"/>
                  </a:lnTo>
                  <a:lnTo>
                    <a:pt x="3234903" y="2982873"/>
                  </a:lnTo>
                  <a:lnTo>
                    <a:pt x="3235029" y="2982873"/>
                  </a:lnTo>
                  <a:lnTo>
                    <a:pt x="3235156" y="2982873"/>
                  </a:lnTo>
                  <a:lnTo>
                    <a:pt x="3235282" y="2982873"/>
                  </a:lnTo>
                  <a:lnTo>
                    <a:pt x="3235408" y="2982873"/>
                  </a:lnTo>
                  <a:lnTo>
                    <a:pt x="3235534" y="2982873"/>
                  </a:lnTo>
                  <a:lnTo>
                    <a:pt x="3235660" y="2982873"/>
                  </a:lnTo>
                  <a:lnTo>
                    <a:pt x="3235786" y="2982873"/>
                  </a:lnTo>
                  <a:lnTo>
                    <a:pt x="3235912" y="2982873"/>
                  </a:lnTo>
                  <a:lnTo>
                    <a:pt x="3236038" y="2982873"/>
                  </a:lnTo>
                  <a:lnTo>
                    <a:pt x="3236038" y="2977593"/>
                  </a:lnTo>
                  <a:lnTo>
                    <a:pt x="3236164" y="2977593"/>
                  </a:lnTo>
                  <a:lnTo>
                    <a:pt x="3236290" y="2977593"/>
                  </a:lnTo>
                  <a:lnTo>
                    <a:pt x="3236416" y="2977593"/>
                  </a:lnTo>
                  <a:lnTo>
                    <a:pt x="3236543" y="2977593"/>
                  </a:lnTo>
                  <a:lnTo>
                    <a:pt x="3236543" y="2972314"/>
                  </a:lnTo>
                  <a:lnTo>
                    <a:pt x="3236669" y="2972314"/>
                  </a:lnTo>
                  <a:lnTo>
                    <a:pt x="3236795" y="2972314"/>
                  </a:lnTo>
                  <a:lnTo>
                    <a:pt x="3236921" y="2972314"/>
                  </a:lnTo>
                  <a:lnTo>
                    <a:pt x="3237047" y="2972314"/>
                  </a:lnTo>
                  <a:lnTo>
                    <a:pt x="3237173" y="2972314"/>
                  </a:lnTo>
                  <a:lnTo>
                    <a:pt x="3237299" y="2972314"/>
                  </a:lnTo>
                  <a:lnTo>
                    <a:pt x="3237425" y="2972314"/>
                  </a:lnTo>
                  <a:lnTo>
                    <a:pt x="3237551" y="2972314"/>
                  </a:lnTo>
                  <a:lnTo>
                    <a:pt x="3237677" y="2972314"/>
                  </a:lnTo>
                  <a:lnTo>
                    <a:pt x="3237677" y="2967034"/>
                  </a:lnTo>
                  <a:lnTo>
                    <a:pt x="3237803" y="2967034"/>
                  </a:lnTo>
                  <a:lnTo>
                    <a:pt x="3237930" y="2967034"/>
                  </a:lnTo>
                  <a:lnTo>
                    <a:pt x="3238056" y="2967034"/>
                  </a:lnTo>
                  <a:lnTo>
                    <a:pt x="3238182" y="2967034"/>
                  </a:lnTo>
                  <a:lnTo>
                    <a:pt x="3238308" y="2967034"/>
                  </a:lnTo>
                  <a:lnTo>
                    <a:pt x="3238434" y="2967034"/>
                  </a:lnTo>
                  <a:lnTo>
                    <a:pt x="3238560" y="2967034"/>
                  </a:lnTo>
                  <a:lnTo>
                    <a:pt x="3238686" y="2967034"/>
                  </a:lnTo>
                  <a:lnTo>
                    <a:pt x="3238812" y="2967034"/>
                  </a:lnTo>
                  <a:lnTo>
                    <a:pt x="3238812" y="2961755"/>
                  </a:lnTo>
                  <a:lnTo>
                    <a:pt x="3238938" y="2961755"/>
                  </a:lnTo>
                  <a:lnTo>
                    <a:pt x="3239064" y="2961755"/>
                  </a:lnTo>
                  <a:lnTo>
                    <a:pt x="3239190" y="2961755"/>
                  </a:lnTo>
                  <a:lnTo>
                    <a:pt x="3239316" y="2961755"/>
                  </a:lnTo>
                  <a:lnTo>
                    <a:pt x="3239443" y="2961755"/>
                  </a:lnTo>
                  <a:lnTo>
                    <a:pt x="3239569" y="2961755"/>
                  </a:lnTo>
                  <a:lnTo>
                    <a:pt x="3239695" y="2961755"/>
                  </a:lnTo>
                  <a:lnTo>
                    <a:pt x="3239821" y="2961755"/>
                  </a:lnTo>
                  <a:lnTo>
                    <a:pt x="3239947" y="2961755"/>
                  </a:lnTo>
                  <a:lnTo>
                    <a:pt x="3240073" y="2961755"/>
                  </a:lnTo>
                  <a:lnTo>
                    <a:pt x="3240199" y="2961755"/>
                  </a:lnTo>
                  <a:lnTo>
                    <a:pt x="3240325" y="2961755"/>
                  </a:lnTo>
                  <a:lnTo>
                    <a:pt x="3240451" y="2961755"/>
                  </a:lnTo>
                  <a:lnTo>
                    <a:pt x="3240577" y="2961755"/>
                  </a:lnTo>
                  <a:lnTo>
                    <a:pt x="3240703" y="2961755"/>
                  </a:lnTo>
                  <a:lnTo>
                    <a:pt x="3240830" y="2961755"/>
                  </a:lnTo>
                  <a:lnTo>
                    <a:pt x="3240956" y="2961755"/>
                  </a:lnTo>
                  <a:lnTo>
                    <a:pt x="3241082" y="2961755"/>
                  </a:lnTo>
                  <a:lnTo>
                    <a:pt x="3241208" y="2961755"/>
                  </a:lnTo>
                  <a:lnTo>
                    <a:pt x="3241334" y="2961755"/>
                  </a:lnTo>
                  <a:lnTo>
                    <a:pt x="3241460" y="2961755"/>
                  </a:lnTo>
                  <a:lnTo>
                    <a:pt x="3241586" y="2961755"/>
                  </a:lnTo>
                  <a:lnTo>
                    <a:pt x="3241712" y="2961755"/>
                  </a:lnTo>
                  <a:lnTo>
                    <a:pt x="3241838" y="2961755"/>
                  </a:lnTo>
                  <a:lnTo>
                    <a:pt x="3241964" y="2961755"/>
                  </a:lnTo>
                  <a:lnTo>
                    <a:pt x="3242090" y="2961755"/>
                  </a:lnTo>
                  <a:lnTo>
                    <a:pt x="3242216" y="2961755"/>
                  </a:lnTo>
                  <a:lnTo>
                    <a:pt x="3242343" y="2961755"/>
                  </a:lnTo>
                  <a:lnTo>
                    <a:pt x="3242469" y="2961755"/>
                  </a:lnTo>
                  <a:lnTo>
                    <a:pt x="3242595" y="2961755"/>
                  </a:lnTo>
                  <a:lnTo>
                    <a:pt x="3242721" y="2961755"/>
                  </a:lnTo>
                  <a:lnTo>
                    <a:pt x="3242847" y="2961755"/>
                  </a:lnTo>
                  <a:lnTo>
                    <a:pt x="3242973" y="2961755"/>
                  </a:lnTo>
                  <a:lnTo>
                    <a:pt x="3243099" y="2961755"/>
                  </a:lnTo>
                  <a:lnTo>
                    <a:pt x="3243225" y="2961755"/>
                  </a:lnTo>
                  <a:lnTo>
                    <a:pt x="3243351" y="2961755"/>
                  </a:lnTo>
                  <a:lnTo>
                    <a:pt x="3243477" y="2961755"/>
                  </a:lnTo>
                  <a:lnTo>
                    <a:pt x="3243603" y="2961755"/>
                  </a:lnTo>
                  <a:lnTo>
                    <a:pt x="3243730" y="2961755"/>
                  </a:lnTo>
                  <a:lnTo>
                    <a:pt x="3243730" y="2956475"/>
                  </a:lnTo>
                  <a:lnTo>
                    <a:pt x="3243856" y="2956475"/>
                  </a:lnTo>
                  <a:lnTo>
                    <a:pt x="3243982" y="2956475"/>
                  </a:lnTo>
                  <a:lnTo>
                    <a:pt x="3244108" y="2956475"/>
                  </a:lnTo>
                  <a:lnTo>
                    <a:pt x="3244234" y="2956475"/>
                  </a:lnTo>
                  <a:lnTo>
                    <a:pt x="3244360" y="2956475"/>
                  </a:lnTo>
                  <a:lnTo>
                    <a:pt x="3244486" y="2956475"/>
                  </a:lnTo>
                  <a:lnTo>
                    <a:pt x="3244612" y="2956475"/>
                  </a:lnTo>
                  <a:lnTo>
                    <a:pt x="3244738" y="2956475"/>
                  </a:lnTo>
                  <a:lnTo>
                    <a:pt x="3244864" y="2956475"/>
                  </a:lnTo>
                  <a:lnTo>
                    <a:pt x="3244990" y="2956475"/>
                  </a:lnTo>
                  <a:lnTo>
                    <a:pt x="3245117" y="2956475"/>
                  </a:lnTo>
                  <a:lnTo>
                    <a:pt x="3245243" y="2956475"/>
                  </a:lnTo>
                  <a:lnTo>
                    <a:pt x="3245369" y="2956475"/>
                  </a:lnTo>
                  <a:lnTo>
                    <a:pt x="3245495" y="2956475"/>
                  </a:lnTo>
                  <a:lnTo>
                    <a:pt x="3245621" y="2956475"/>
                  </a:lnTo>
                  <a:lnTo>
                    <a:pt x="3245747" y="2956475"/>
                  </a:lnTo>
                  <a:lnTo>
                    <a:pt x="3245873" y="2956475"/>
                  </a:lnTo>
                  <a:lnTo>
                    <a:pt x="3245999" y="2956475"/>
                  </a:lnTo>
                  <a:lnTo>
                    <a:pt x="3246125" y="2956475"/>
                  </a:lnTo>
                  <a:lnTo>
                    <a:pt x="3246251" y="2956475"/>
                  </a:lnTo>
                  <a:lnTo>
                    <a:pt x="3246377" y="2956475"/>
                  </a:lnTo>
                  <a:lnTo>
                    <a:pt x="3246503" y="2956475"/>
                  </a:lnTo>
                  <a:lnTo>
                    <a:pt x="3246630" y="2956475"/>
                  </a:lnTo>
                  <a:lnTo>
                    <a:pt x="3246756" y="2956475"/>
                  </a:lnTo>
                  <a:lnTo>
                    <a:pt x="3246882" y="2956475"/>
                  </a:lnTo>
                  <a:lnTo>
                    <a:pt x="3247008" y="2956475"/>
                  </a:lnTo>
                  <a:lnTo>
                    <a:pt x="3247134" y="2956475"/>
                  </a:lnTo>
                  <a:lnTo>
                    <a:pt x="3247260" y="2956475"/>
                  </a:lnTo>
                  <a:lnTo>
                    <a:pt x="3247386" y="2956475"/>
                  </a:lnTo>
                  <a:lnTo>
                    <a:pt x="3247512" y="2956475"/>
                  </a:lnTo>
                  <a:lnTo>
                    <a:pt x="3247512" y="2951196"/>
                  </a:lnTo>
                  <a:lnTo>
                    <a:pt x="3247638" y="2951196"/>
                  </a:lnTo>
                  <a:lnTo>
                    <a:pt x="3247764" y="2951196"/>
                  </a:lnTo>
                  <a:lnTo>
                    <a:pt x="3247890" y="2951196"/>
                  </a:lnTo>
                  <a:lnTo>
                    <a:pt x="3248017" y="2951196"/>
                  </a:lnTo>
                  <a:lnTo>
                    <a:pt x="3248143" y="2951196"/>
                  </a:lnTo>
                  <a:lnTo>
                    <a:pt x="3248269" y="2951196"/>
                  </a:lnTo>
                  <a:lnTo>
                    <a:pt x="3248395" y="2951196"/>
                  </a:lnTo>
                  <a:lnTo>
                    <a:pt x="3248521" y="2951196"/>
                  </a:lnTo>
                  <a:lnTo>
                    <a:pt x="3248647" y="2951196"/>
                  </a:lnTo>
                  <a:lnTo>
                    <a:pt x="3248773" y="2951196"/>
                  </a:lnTo>
                  <a:lnTo>
                    <a:pt x="3248899" y="2951196"/>
                  </a:lnTo>
                  <a:lnTo>
                    <a:pt x="3249025" y="2951196"/>
                  </a:lnTo>
                  <a:lnTo>
                    <a:pt x="3249151" y="2951196"/>
                  </a:lnTo>
                  <a:lnTo>
                    <a:pt x="3249277" y="2951196"/>
                  </a:lnTo>
                  <a:lnTo>
                    <a:pt x="3249403" y="2951196"/>
                  </a:lnTo>
                  <a:lnTo>
                    <a:pt x="3249403" y="2945917"/>
                  </a:lnTo>
                  <a:lnTo>
                    <a:pt x="3249530" y="2945917"/>
                  </a:lnTo>
                  <a:lnTo>
                    <a:pt x="3249656" y="2945917"/>
                  </a:lnTo>
                  <a:lnTo>
                    <a:pt x="3249782" y="2945917"/>
                  </a:lnTo>
                  <a:lnTo>
                    <a:pt x="3249908" y="2945917"/>
                  </a:lnTo>
                  <a:lnTo>
                    <a:pt x="3250034" y="2945917"/>
                  </a:lnTo>
                  <a:lnTo>
                    <a:pt x="3250160" y="2945917"/>
                  </a:lnTo>
                  <a:lnTo>
                    <a:pt x="3250286" y="2945917"/>
                  </a:lnTo>
                  <a:lnTo>
                    <a:pt x="3250412" y="2945917"/>
                  </a:lnTo>
                  <a:lnTo>
                    <a:pt x="3250538" y="2945917"/>
                  </a:lnTo>
                  <a:lnTo>
                    <a:pt x="3250664" y="2945917"/>
                  </a:lnTo>
                  <a:lnTo>
                    <a:pt x="3250790" y="2945917"/>
                  </a:lnTo>
                  <a:lnTo>
                    <a:pt x="3250917" y="2945917"/>
                  </a:lnTo>
                  <a:lnTo>
                    <a:pt x="3250917" y="2940637"/>
                  </a:lnTo>
                  <a:lnTo>
                    <a:pt x="3251043" y="2940637"/>
                  </a:lnTo>
                  <a:lnTo>
                    <a:pt x="3251169" y="2940637"/>
                  </a:lnTo>
                  <a:lnTo>
                    <a:pt x="3251295" y="2940637"/>
                  </a:lnTo>
                  <a:lnTo>
                    <a:pt x="3251421" y="2940637"/>
                  </a:lnTo>
                  <a:lnTo>
                    <a:pt x="3251547" y="2940637"/>
                  </a:lnTo>
                  <a:lnTo>
                    <a:pt x="3251673" y="2940637"/>
                  </a:lnTo>
                  <a:lnTo>
                    <a:pt x="3251799" y="2940637"/>
                  </a:lnTo>
                  <a:lnTo>
                    <a:pt x="3251925" y="2940637"/>
                  </a:lnTo>
                  <a:lnTo>
                    <a:pt x="3252051" y="2940637"/>
                  </a:lnTo>
                  <a:lnTo>
                    <a:pt x="3252177" y="2940637"/>
                  </a:lnTo>
                  <a:lnTo>
                    <a:pt x="3252303" y="2940637"/>
                  </a:lnTo>
                  <a:lnTo>
                    <a:pt x="3252430" y="2940637"/>
                  </a:lnTo>
                  <a:lnTo>
                    <a:pt x="3252556" y="2940637"/>
                  </a:lnTo>
                  <a:lnTo>
                    <a:pt x="3252682" y="2940637"/>
                  </a:lnTo>
                  <a:lnTo>
                    <a:pt x="3252808" y="2940637"/>
                  </a:lnTo>
                  <a:lnTo>
                    <a:pt x="3252934" y="2940637"/>
                  </a:lnTo>
                  <a:lnTo>
                    <a:pt x="3253060" y="2940637"/>
                  </a:lnTo>
                  <a:lnTo>
                    <a:pt x="3253186" y="2940637"/>
                  </a:lnTo>
                  <a:lnTo>
                    <a:pt x="3253312" y="2940637"/>
                  </a:lnTo>
                  <a:lnTo>
                    <a:pt x="3253438" y="2940637"/>
                  </a:lnTo>
                  <a:lnTo>
                    <a:pt x="3253564" y="2940637"/>
                  </a:lnTo>
                  <a:lnTo>
                    <a:pt x="3253690" y="2940637"/>
                  </a:lnTo>
                  <a:lnTo>
                    <a:pt x="3253817" y="2940637"/>
                  </a:lnTo>
                  <a:lnTo>
                    <a:pt x="3253943" y="2940637"/>
                  </a:lnTo>
                  <a:lnTo>
                    <a:pt x="3254069" y="2940637"/>
                  </a:lnTo>
                  <a:lnTo>
                    <a:pt x="3254195" y="2940637"/>
                  </a:lnTo>
                  <a:lnTo>
                    <a:pt x="3254321" y="2940637"/>
                  </a:lnTo>
                  <a:lnTo>
                    <a:pt x="3254321" y="2935358"/>
                  </a:lnTo>
                  <a:lnTo>
                    <a:pt x="3254447" y="2935358"/>
                  </a:lnTo>
                  <a:lnTo>
                    <a:pt x="3254573" y="2935358"/>
                  </a:lnTo>
                  <a:lnTo>
                    <a:pt x="3254699" y="2935358"/>
                  </a:lnTo>
                  <a:lnTo>
                    <a:pt x="3254825" y="2935358"/>
                  </a:lnTo>
                  <a:lnTo>
                    <a:pt x="3254951" y="2935358"/>
                  </a:lnTo>
                  <a:lnTo>
                    <a:pt x="3255077" y="2935358"/>
                  </a:lnTo>
                  <a:lnTo>
                    <a:pt x="3255204" y="2935358"/>
                  </a:lnTo>
                  <a:lnTo>
                    <a:pt x="3255330" y="2935358"/>
                  </a:lnTo>
                  <a:lnTo>
                    <a:pt x="3255456" y="2935358"/>
                  </a:lnTo>
                  <a:lnTo>
                    <a:pt x="3255582" y="2935358"/>
                  </a:lnTo>
                  <a:lnTo>
                    <a:pt x="3255708" y="2935358"/>
                  </a:lnTo>
                  <a:lnTo>
                    <a:pt x="3255834" y="2935358"/>
                  </a:lnTo>
                  <a:lnTo>
                    <a:pt x="3255960" y="2935358"/>
                  </a:lnTo>
                  <a:lnTo>
                    <a:pt x="3256086" y="2935358"/>
                  </a:lnTo>
                  <a:lnTo>
                    <a:pt x="3256212" y="2935358"/>
                  </a:lnTo>
                  <a:lnTo>
                    <a:pt x="3256338" y="2935358"/>
                  </a:lnTo>
                  <a:lnTo>
                    <a:pt x="3256464" y="2935358"/>
                  </a:lnTo>
                  <a:lnTo>
                    <a:pt x="3256590" y="2935358"/>
                  </a:lnTo>
                  <a:lnTo>
                    <a:pt x="3256717" y="2935358"/>
                  </a:lnTo>
                  <a:lnTo>
                    <a:pt x="3256843" y="2935358"/>
                  </a:lnTo>
                  <a:lnTo>
                    <a:pt x="3256969" y="2935358"/>
                  </a:lnTo>
                  <a:lnTo>
                    <a:pt x="3257095" y="2935358"/>
                  </a:lnTo>
                  <a:lnTo>
                    <a:pt x="3257221" y="2935358"/>
                  </a:lnTo>
                  <a:lnTo>
                    <a:pt x="3257347" y="2935358"/>
                  </a:lnTo>
                  <a:lnTo>
                    <a:pt x="3257473" y="2935358"/>
                  </a:lnTo>
                  <a:lnTo>
                    <a:pt x="3257599" y="2935358"/>
                  </a:lnTo>
                  <a:lnTo>
                    <a:pt x="3257599" y="2930078"/>
                  </a:lnTo>
                  <a:lnTo>
                    <a:pt x="3257725" y="2930078"/>
                  </a:lnTo>
                  <a:lnTo>
                    <a:pt x="3257851" y="2930078"/>
                  </a:lnTo>
                  <a:lnTo>
                    <a:pt x="3257977" y="2930078"/>
                  </a:lnTo>
                  <a:lnTo>
                    <a:pt x="3258104" y="2930078"/>
                  </a:lnTo>
                  <a:lnTo>
                    <a:pt x="3258230" y="2930078"/>
                  </a:lnTo>
                  <a:lnTo>
                    <a:pt x="3258356" y="2930078"/>
                  </a:lnTo>
                  <a:lnTo>
                    <a:pt x="3258482" y="2930078"/>
                  </a:lnTo>
                  <a:lnTo>
                    <a:pt x="3258608" y="2930078"/>
                  </a:lnTo>
                  <a:lnTo>
                    <a:pt x="3258734" y="2930078"/>
                  </a:lnTo>
                  <a:lnTo>
                    <a:pt x="3258860" y="2930078"/>
                  </a:lnTo>
                  <a:lnTo>
                    <a:pt x="3258986" y="2930078"/>
                  </a:lnTo>
                  <a:lnTo>
                    <a:pt x="3259112" y="2930078"/>
                  </a:lnTo>
                  <a:lnTo>
                    <a:pt x="3259238" y="2930078"/>
                  </a:lnTo>
                  <a:lnTo>
                    <a:pt x="3259364" y="2930078"/>
                  </a:lnTo>
                  <a:lnTo>
                    <a:pt x="3259364" y="2924799"/>
                  </a:lnTo>
                  <a:lnTo>
                    <a:pt x="3259490" y="2924799"/>
                  </a:lnTo>
                  <a:lnTo>
                    <a:pt x="3259617" y="2924799"/>
                  </a:lnTo>
                  <a:lnTo>
                    <a:pt x="3259743" y="2924799"/>
                  </a:lnTo>
                  <a:lnTo>
                    <a:pt x="3259869" y="2924799"/>
                  </a:lnTo>
                  <a:lnTo>
                    <a:pt x="3259995" y="2924799"/>
                  </a:lnTo>
                  <a:lnTo>
                    <a:pt x="3260121" y="2924799"/>
                  </a:lnTo>
                  <a:lnTo>
                    <a:pt x="3260247" y="2924799"/>
                  </a:lnTo>
                  <a:lnTo>
                    <a:pt x="3260373" y="2924799"/>
                  </a:lnTo>
                  <a:lnTo>
                    <a:pt x="3260499" y="2924799"/>
                  </a:lnTo>
                  <a:lnTo>
                    <a:pt x="3260625" y="2924799"/>
                  </a:lnTo>
                  <a:lnTo>
                    <a:pt x="3260751" y="2924799"/>
                  </a:lnTo>
                  <a:lnTo>
                    <a:pt x="3260877" y="2924799"/>
                  </a:lnTo>
                  <a:lnTo>
                    <a:pt x="3261004" y="2924799"/>
                  </a:lnTo>
                  <a:lnTo>
                    <a:pt x="3261130" y="2924799"/>
                  </a:lnTo>
                  <a:lnTo>
                    <a:pt x="3261256" y="2924799"/>
                  </a:lnTo>
                  <a:lnTo>
                    <a:pt x="3261382" y="2924799"/>
                  </a:lnTo>
                  <a:lnTo>
                    <a:pt x="3261508" y="2924799"/>
                  </a:lnTo>
                  <a:lnTo>
                    <a:pt x="3261634" y="2924799"/>
                  </a:lnTo>
                  <a:lnTo>
                    <a:pt x="3261760" y="2924799"/>
                  </a:lnTo>
                  <a:lnTo>
                    <a:pt x="3261886" y="2924799"/>
                  </a:lnTo>
                  <a:lnTo>
                    <a:pt x="3262012" y="2924799"/>
                  </a:lnTo>
                  <a:lnTo>
                    <a:pt x="3262138" y="2924799"/>
                  </a:lnTo>
                  <a:lnTo>
                    <a:pt x="3262264" y="2924799"/>
                  </a:lnTo>
                  <a:lnTo>
                    <a:pt x="3262391" y="2924799"/>
                  </a:lnTo>
                  <a:lnTo>
                    <a:pt x="3262517" y="2924799"/>
                  </a:lnTo>
                  <a:lnTo>
                    <a:pt x="3262643" y="2924799"/>
                  </a:lnTo>
                  <a:lnTo>
                    <a:pt x="3262769" y="2924799"/>
                  </a:lnTo>
                  <a:lnTo>
                    <a:pt x="3262895" y="2924799"/>
                  </a:lnTo>
                  <a:lnTo>
                    <a:pt x="3263021" y="2924799"/>
                  </a:lnTo>
                  <a:lnTo>
                    <a:pt x="3263147" y="2924799"/>
                  </a:lnTo>
                  <a:lnTo>
                    <a:pt x="3263273" y="2924799"/>
                  </a:lnTo>
                  <a:lnTo>
                    <a:pt x="3263399" y="2924799"/>
                  </a:lnTo>
                  <a:lnTo>
                    <a:pt x="3263525" y="2924799"/>
                  </a:lnTo>
                  <a:lnTo>
                    <a:pt x="3263651" y="2924799"/>
                  </a:lnTo>
                  <a:lnTo>
                    <a:pt x="3263777" y="2924799"/>
                  </a:lnTo>
                  <a:lnTo>
                    <a:pt x="3263904" y="2924799"/>
                  </a:lnTo>
                  <a:lnTo>
                    <a:pt x="3264030" y="2924799"/>
                  </a:lnTo>
                  <a:lnTo>
                    <a:pt x="3264156" y="2924799"/>
                  </a:lnTo>
                  <a:lnTo>
                    <a:pt x="3264282" y="2924799"/>
                  </a:lnTo>
                  <a:lnTo>
                    <a:pt x="3264408" y="2924799"/>
                  </a:lnTo>
                  <a:lnTo>
                    <a:pt x="3264534" y="2924799"/>
                  </a:lnTo>
                  <a:lnTo>
                    <a:pt x="3264660" y="2924799"/>
                  </a:lnTo>
                  <a:lnTo>
                    <a:pt x="3264786" y="2924799"/>
                  </a:lnTo>
                  <a:lnTo>
                    <a:pt x="3264912" y="2924799"/>
                  </a:lnTo>
                  <a:lnTo>
                    <a:pt x="3265038" y="2924799"/>
                  </a:lnTo>
                  <a:lnTo>
                    <a:pt x="3265164" y="2924799"/>
                  </a:lnTo>
                  <a:lnTo>
                    <a:pt x="3265291" y="2924799"/>
                  </a:lnTo>
                  <a:lnTo>
                    <a:pt x="3265417" y="2924799"/>
                  </a:lnTo>
                  <a:lnTo>
                    <a:pt x="3265543" y="2924799"/>
                  </a:lnTo>
                  <a:lnTo>
                    <a:pt x="3265669" y="2924799"/>
                  </a:lnTo>
                  <a:lnTo>
                    <a:pt x="3265795" y="2924799"/>
                  </a:lnTo>
                  <a:lnTo>
                    <a:pt x="3265921" y="2924799"/>
                  </a:lnTo>
                  <a:lnTo>
                    <a:pt x="3266047" y="2924799"/>
                  </a:lnTo>
                  <a:lnTo>
                    <a:pt x="3266173" y="2924799"/>
                  </a:lnTo>
                  <a:lnTo>
                    <a:pt x="3266299" y="2924799"/>
                  </a:lnTo>
                  <a:lnTo>
                    <a:pt x="3266425" y="2924799"/>
                  </a:lnTo>
                  <a:lnTo>
                    <a:pt x="3266551" y="2924799"/>
                  </a:lnTo>
                  <a:lnTo>
                    <a:pt x="3266677" y="2924799"/>
                  </a:lnTo>
                  <a:lnTo>
                    <a:pt x="3266804" y="2924799"/>
                  </a:lnTo>
                  <a:lnTo>
                    <a:pt x="3266930" y="2924799"/>
                  </a:lnTo>
                  <a:lnTo>
                    <a:pt x="3267056" y="2924799"/>
                  </a:lnTo>
                  <a:lnTo>
                    <a:pt x="3267182" y="2924799"/>
                  </a:lnTo>
                  <a:lnTo>
                    <a:pt x="3267308" y="2924799"/>
                  </a:lnTo>
                  <a:lnTo>
                    <a:pt x="3267434" y="2924799"/>
                  </a:lnTo>
                  <a:lnTo>
                    <a:pt x="3267560" y="2924799"/>
                  </a:lnTo>
                  <a:lnTo>
                    <a:pt x="3267686" y="2924799"/>
                  </a:lnTo>
                  <a:lnTo>
                    <a:pt x="3267812" y="2924799"/>
                  </a:lnTo>
                  <a:lnTo>
                    <a:pt x="3267938" y="2924799"/>
                  </a:lnTo>
                  <a:lnTo>
                    <a:pt x="3268064" y="2924799"/>
                  </a:lnTo>
                  <a:lnTo>
                    <a:pt x="3268191" y="2924799"/>
                  </a:lnTo>
                  <a:lnTo>
                    <a:pt x="3268317" y="2924799"/>
                  </a:lnTo>
                  <a:lnTo>
                    <a:pt x="3268443" y="2924799"/>
                  </a:lnTo>
                  <a:lnTo>
                    <a:pt x="3268569" y="2924799"/>
                  </a:lnTo>
                  <a:lnTo>
                    <a:pt x="3268569" y="2919519"/>
                  </a:lnTo>
                  <a:lnTo>
                    <a:pt x="3268695" y="2919519"/>
                  </a:lnTo>
                  <a:lnTo>
                    <a:pt x="3268821" y="2919519"/>
                  </a:lnTo>
                  <a:lnTo>
                    <a:pt x="3268947" y="2919519"/>
                  </a:lnTo>
                  <a:lnTo>
                    <a:pt x="3269073" y="2919519"/>
                  </a:lnTo>
                  <a:lnTo>
                    <a:pt x="3269199" y="2919519"/>
                  </a:lnTo>
                  <a:lnTo>
                    <a:pt x="3269325" y="2919519"/>
                  </a:lnTo>
                  <a:lnTo>
                    <a:pt x="3269451" y="2919519"/>
                  </a:lnTo>
                  <a:lnTo>
                    <a:pt x="3269578" y="2919519"/>
                  </a:lnTo>
                  <a:lnTo>
                    <a:pt x="3269704" y="2919519"/>
                  </a:lnTo>
                  <a:lnTo>
                    <a:pt x="3269830" y="2919519"/>
                  </a:lnTo>
                  <a:lnTo>
                    <a:pt x="3269830" y="2914240"/>
                  </a:lnTo>
                  <a:lnTo>
                    <a:pt x="3269956" y="2914240"/>
                  </a:lnTo>
                  <a:lnTo>
                    <a:pt x="3270082" y="2914240"/>
                  </a:lnTo>
                  <a:lnTo>
                    <a:pt x="3270208" y="2914240"/>
                  </a:lnTo>
                  <a:lnTo>
                    <a:pt x="3270334" y="2914240"/>
                  </a:lnTo>
                  <a:lnTo>
                    <a:pt x="3270460" y="2914240"/>
                  </a:lnTo>
                  <a:lnTo>
                    <a:pt x="3270586" y="2914240"/>
                  </a:lnTo>
                  <a:lnTo>
                    <a:pt x="3270712" y="2914240"/>
                  </a:lnTo>
                  <a:lnTo>
                    <a:pt x="3270838" y="2914240"/>
                  </a:lnTo>
                  <a:lnTo>
                    <a:pt x="3270964" y="2914240"/>
                  </a:lnTo>
                  <a:lnTo>
                    <a:pt x="3271091" y="2914240"/>
                  </a:lnTo>
                  <a:lnTo>
                    <a:pt x="3271217" y="2914240"/>
                  </a:lnTo>
                  <a:lnTo>
                    <a:pt x="3271343" y="2914240"/>
                  </a:lnTo>
                  <a:lnTo>
                    <a:pt x="3271469" y="2914240"/>
                  </a:lnTo>
                  <a:lnTo>
                    <a:pt x="3271595" y="2914240"/>
                  </a:lnTo>
                  <a:lnTo>
                    <a:pt x="3271721" y="2914240"/>
                  </a:lnTo>
                  <a:lnTo>
                    <a:pt x="3271847" y="2914240"/>
                  </a:lnTo>
                  <a:lnTo>
                    <a:pt x="3271973" y="2914240"/>
                  </a:lnTo>
                  <a:lnTo>
                    <a:pt x="3272099" y="2914240"/>
                  </a:lnTo>
                  <a:lnTo>
                    <a:pt x="3272225" y="2914240"/>
                  </a:lnTo>
                  <a:lnTo>
                    <a:pt x="3272351" y="2914240"/>
                  </a:lnTo>
                  <a:lnTo>
                    <a:pt x="3272478" y="2914240"/>
                  </a:lnTo>
                  <a:lnTo>
                    <a:pt x="3272478" y="2908961"/>
                  </a:lnTo>
                  <a:lnTo>
                    <a:pt x="3272604" y="2908961"/>
                  </a:lnTo>
                  <a:lnTo>
                    <a:pt x="3272730" y="2908961"/>
                  </a:lnTo>
                  <a:lnTo>
                    <a:pt x="3272856" y="2908961"/>
                  </a:lnTo>
                  <a:lnTo>
                    <a:pt x="3272982" y="2908961"/>
                  </a:lnTo>
                  <a:lnTo>
                    <a:pt x="3273108" y="2908961"/>
                  </a:lnTo>
                  <a:lnTo>
                    <a:pt x="3273234" y="2908961"/>
                  </a:lnTo>
                  <a:lnTo>
                    <a:pt x="3273360" y="2908961"/>
                  </a:lnTo>
                  <a:lnTo>
                    <a:pt x="3273486" y="2908961"/>
                  </a:lnTo>
                  <a:lnTo>
                    <a:pt x="3273612" y="2908961"/>
                  </a:lnTo>
                  <a:lnTo>
                    <a:pt x="3273738" y="2908961"/>
                  </a:lnTo>
                  <a:lnTo>
                    <a:pt x="3273864" y="2908961"/>
                  </a:lnTo>
                  <a:lnTo>
                    <a:pt x="3273991" y="2908961"/>
                  </a:lnTo>
                  <a:lnTo>
                    <a:pt x="3274117" y="2908961"/>
                  </a:lnTo>
                  <a:lnTo>
                    <a:pt x="3274243" y="2908961"/>
                  </a:lnTo>
                  <a:lnTo>
                    <a:pt x="3274369" y="2908961"/>
                  </a:lnTo>
                  <a:lnTo>
                    <a:pt x="3274495" y="2908961"/>
                  </a:lnTo>
                  <a:lnTo>
                    <a:pt x="3274621" y="2908961"/>
                  </a:lnTo>
                  <a:lnTo>
                    <a:pt x="3274747" y="2908961"/>
                  </a:lnTo>
                  <a:lnTo>
                    <a:pt x="3274873" y="2908961"/>
                  </a:lnTo>
                  <a:lnTo>
                    <a:pt x="3274999" y="2908961"/>
                  </a:lnTo>
                  <a:lnTo>
                    <a:pt x="3275125" y="2908961"/>
                  </a:lnTo>
                  <a:lnTo>
                    <a:pt x="3275251" y="2908961"/>
                  </a:lnTo>
                  <a:lnTo>
                    <a:pt x="3275378" y="2908961"/>
                  </a:lnTo>
                  <a:lnTo>
                    <a:pt x="3275504" y="2908961"/>
                  </a:lnTo>
                  <a:lnTo>
                    <a:pt x="3275630" y="2908961"/>
                  </a:lnTo>
                  <a:lnTo>
                    <a:pt x="3275756" y="2908961"/>
                  </a:lnTo>
                  <a:lnTo>
                    <a:pt x="3275882" y="2908961"/>
                  </a:lnTo>
                  <a:lnTo>
                    <a:pt x="3276008" y="2908961"/>
                  </a:lnTo>
                  <a:lnTo>
                    <a:pt x="3276134" y="2908961"/>
                  </a:lnTo>
                  <a:lnTo>
                    <a:pt x="3276260" y="2908961"/>
                  </a:lnTo>
                  <a:lnTo>
                    <a:pt x="3276386" y="2908961"/>
                  </a:lnTo>
                  <a:lnTo>
                    <a:pt x="3276512" y="2908961"/>
                  </a:lnTo>
                  <a:lnTo>
                    <a:pt x="3276638" y="2908961"/>
                  </a:lnTo>
                  <a:lnTo>
                    <a:pt x="3276764" y="2908961"/>
                  </a:lnTo>
                  <a:lnTo>
                    <a:pt x="3276891" y="2908961"/>
                  </a:lnTo>
                  <a:lnTo>
                    <a:pt x="3277017" y="2908961"/>
                  </a:lnTo>
                  <a:lnTo>
                    <a:pt x="3277143" y="2908961"/>
                  </a:lnTo>
                  <a:lnTo>
                    <a:pt x="3277269" y="2908961"/>
                  </a:lnTo>
                  <a:lnTo>
                    <a:pt x="3277395" y="2908961"/>
                  </a:lnTo>
                  <a:lnTo>
                    <a:pt x="3277521" y="2908961"/>
                  </a:lnTo>
                  <a:lnTo>
                    <a:pt x="3277647" y="2908961"/>
                  </a:lnTo>
                  <a:lnTo>
                    <a:pt x="3277773" y="2908961"/>
                  </a:lnTo>
                  <a:lnTo>
                    <a:pt x="3277899" y="2908961"/>
                  </a:lnTo>
                  <a:lnTo>
                    <a:pt x="3277899" y="2903681"/>
                  </a:lnTo>
                  <a:lnTo>
                    <a:pt x="3278025" y="2903681"/>
                  </a:lnTo>
                  <a:lnTo>
                    <a:pt x="3278151" y="2903681"/>
                  </a:lnTo>
                  <a:lnTo>
                    <a:pt x="3278278" y="2903681"/>
                  </a:lnTo>
                  <a:lnTo>
                    <a:pt x="3278404" y="2903681"/>
                  </a:lnTo>
                  <a:lnTo>
                    <a:pt x="3278530" y="2903681"/>
                  </a:lnTo>
                  <a:lnTo>
                    <a:pt x="3278656" y="2903681"/>
                  </a:lnTo>
                  <a:lnTo>
                    <a:pt x="3278782" y="2903681"/>
                  </a:lnTo>
                  <a:lnTo>
                    <a:pt x="3278908" y="2903681"/>
                  </a:lnTo>
                  <a:lnTo>
                    <a:pt x="3279034" y="2903681"/>
                  </a:lnTo>
                  <a:lnTo>
                    <a:pt x="3279160" y="2903681"/>
                  </a:lnTo>
                  <a:lnTo>
                    <a:pt x="3279286" y="2903681"/>
                  </a:lnTo>
                  <a:lnTo>
                    <a:pt x="3279412" y="2903681"/>
                  </a:lnTo>
                  <a:lnTo>
                    <a:pt x="3279538" y="2903681"/>
                  </a:lnTo>
                  <a:lnTo>
                    <a:pt x="3279665" y="2903681"/>
                  </a:lnTo>
                  <a:lnTo>
                    <a:pt x="3279791" y="2903681"/>
                  </a:lnTo>
                  <a:lnTo>
                    <a:pt x="3279917" y="2903681"/>
                  </a:lnTo>
                  <a:lnTo>
                    <a:pt x="3280043" y="2903681"/>
                  </a:lnTo>
                  <a:lnTo>
                    <a:pt x="3280169" y="2903681"/>
                  </a:lnTo>
                  <a:lnTo>
                    <a:pt x="3280295" y="2903681"/>
                  </a:lnTo>
                  <a:lnTo>
                    <a:pt x="3280421" y="2903681"/>
                  </a:lnTo>
                  <a:lnTo>
                    <a:pt x="3280547" y="2903681"/>
                  </a:lnTo>
                  <a:lnTo>
                    <a:pt x="3280673" y="2903681"/>
                  </a:lnTo>
                  <a:lnTo>
                    <a:pt x="3280799" y="2903681"/>
                  </a:lnTo>
                  <a:lnTo>
                    <a:pt x="3280925" y="2903681"/>
                  </a:lnTo>
                  <a:lnTo>
                    <a:pt x="3281051" y="2903681"/>
                  </a:lnTo>
                  <a:lnTo>
                    <a:pt x="3281178" y="2903681"/>
                  </a:lnTo>
                  <a:lnTo>
                    <a:pt x="3281304" y="2903681"/>
                  </a:lnTo>
                  <a:lnTo>
                    <a:pt x="3281430" y="2903681"/>
                  </a:lnTo>
                  <a:lnTo>
                    <a:pt x="3281556" y="2903681"/>
                  </a:lnTo>
                  <a:lnTo>
                    <a:pt x="3281682" y="2903681"/>
                  </a:lnTo>
                  <a:lnTo>
                    <a:pt x="3281808" y="2903681"/>
                  </a:lnTo>
                  <a:lnTo>
                    <a:pt x="3281934" y="2903681"/>
                  </a:lnTo>
                  <a:lnTo>
                    <a:pt x="3282060" y="2903681"/>
                  </a:lnTo>
                  <a:lnTo>
                    <a:pt x="3282186" y="2903681"/>
                  </a:lnTo>
                  <a:lnTo>
                    <a:pt x="3282312" y="2903681"/>
                  </a:lnTo>
                  <a:lnTo>
                    <a:pt x="3282438" y="2903681"/>
                  </a:lnTo>
                  <a:lnTo>
                    <a:pt x="3282565" y="2903681"/>
                  </a:lnTo>
                  <a:lnTo>
                    <a:pt x="3282691" y="2903681"/>
                  </a:lnTo>
                  <a:lnTo>
                    <a:pt x="3282817" y="2903681"/>
                  </a:lnTo>
                  <a:lnTo>
                    <a:pt x="3282943" y="2903681"/>
                  </a:lnTo>
                  <a:lnTo>
                    <a:pt x="3283069" y="2903681"/>
                  </a:lnTo>
                  <a:lnTo>
                    <a:pt x="3283195" y="2903681"/>
                  </a:lnTo>
                  <a:lnTo>
                    <a:pt x="3283321" y="2903681"/>
                  </a:lnTo>
                  <a:lnTo>
                    <a:pt x="3283447" y="2903681"/>
                  </a:lnTo>
                  <a:lnTo>
                    <a:pt x="3283573" y="2903681"/>
                  </a:lnTo>
                  <a:lnTo>
                    <a:pt x="3283699" y="2903681"/>
                  </a:lnTo>
                  <a:lnTo>
                    <a:pt x="3283825" y="2903681"/>
                  </a:lnTo>
                  <a:lnTo>
                    <a:pt x="3283951" y="2903681"/>
                  </a:lnTo>
                  <a:lnTo>
                    <a:pt x="3284078" y="2903681"/>
                  </a:lnTo>
                  <a:lnTo>
                    <a:pt x="3284204" y="2903681"/>
                  </a:lnTo>
                  <a:lnTo>
                    <a:pt x="3284330" y="2903681"/>
                  </a:lnTo>
                  <a:lnTo>
                    <a:pt x="3284456" y="2903681"/>
                  </a:lnTo>
                  <a:lnTo>
                    <a:pt x="3284582" y="2903681"/>
                  </a:lnTo>
                  <a:lnTo>
                    <a:pt x="3284708" y="2903681"/>
                  </a:lnTo>
                  <a:lnTo>
                    <a:pt x="3284834" y="2903681"/>
                  </a:lnTo>
                  <a:lnTo>
                    <a:pt x="3284960" y="2903681"/>
                  </a:lnTo>
                  <a:lnTo>
                    <a:pt x="3285086" y="2903681"/>
                  </a:lnTo>
                  <a:lnTo>
                    <a:pt x="3285212" y="2903681"/>
                  </a:lnTo>
                  <a:lnTo>
                    <a:pt x="3285338" y="2903681"/>
                  </a:lnTo>
                  <a:lnTo>
                    <a:pt x="3285465" y="2903681"/>
                  </a:lnTo>
                  <a:lnTo>
                    <a:pt x="3285591" y="2903681"/>
                  </a:lnTo>
                  <a:lnTo>
                    <a:pt x="3285717" y="2903681"/>
                  </a:lnTo>
                  <a:lnTo>
                    <a:pt x="3285843" y="2903681"/>
                  </a:lnTo>
                  <a:lnTo>
                    <a:pt x="3285969" y="2903681"/>
                  </a:lnTo>
                  <a:lnTo>
                    <a:pt x="3286095" y="2903681"/>
                  </a:lnTo>
                  <a:lnTo>
                    <a:pt x="3286221" y="2903681"/>
                  </a:lnTo>
                  <a:lnTo>
                    <a:pt x="3286347" y="2903681"/>
                  </a:lnTo>
                  <a:lnTo>
                    <a:pt x="3286473" y="2903681"/>
                  </a:lnTo>
                  <a:lnTo>
                    <a:pt x="3286599" y="2903681"/>
                  </a:lnTo>
                  <a:lnTo>
                    <a:pt x="3286725" y="2903681"/>
                  </a:lnTo>
                  <a:lnTo>
                    <a:pt x="3286852" y="2903681"/>
                  </a:lnTo>
                  <a:lnTo>
                    <a:pt x="3286978" y="2903681"/>
                  </a:lnTo>
                  <a:lnTo>
                    <a:pt x="3287104" y="2903681"/>
                  </a:lnTo>
                  <a:lnTo>
                    <a:pt x="3287230" y="2903681"/>
                  </a:lnTo>
                  <a:lnTo>
                    <a:pt x="3287356" y="2903681"/>
                  </a:lnTo>
                  <a:lnTo>
                    <a:pt x="3287482" y="2903681"/>
                  </a:lnTo>
                  <a:lnTo>
                    <a:pt x="3287608" y="2903681"/>
                  </a:lnTo>
                  <a:lnTo>
                    <a:pt x="3287734" y="2903681"/>
                  </a:lnTo>
                  <a:lnTo>
                    <a:pt x="3287860" y="2903681"/>
                  </a:lnTo>
                  <a:lnTo>
                    <a:pt x="3287986" y="2903681"/>
                  </a:lnTo>
                  <a:lnTo>
                    <a:pt x="3288112" y="2903681"/>
                  </a:lnTo>
                  <a:lnTo>
                    <a:pt x="3288238" y="2903681"/>
                  </a:lnTo>
                  <a:lnTo>
                    <a:pt x="3288365" y="2903681"/>
                  </a:lnTo>
                  <a:lnTo>
                    <a:pt x="3288491" y="2903681"/>
                  </a:lnTo>
                  <a:lnTo>
                    <a:pt x="3288617" y="2903681"/>
                  </a:lnTo>
                  <a:lnTo>
                    <a:pt x="3288743" y="2903681"/>
                  </a:lnTo>
                  <a:lnTo>
                    <a:pt x="3288869" y="2903681"/>
                  </a:lnTo>
                  <a:lnTo>
                    <a:pt x="3288995" y="2903681"/>
                  </a:lnTo>
                  <a:lnTo>
                    <a:pt x="3289121" y="2903681"/>
                  </a:lnTo>
                  <a:lnTo>
                    <a:pt x="3289247" y="2903681"/>
                  </a:lnTo>
                  <a:lnTo>
                    <a:pt x="3289373" y="2903681"/>
                  </a:lnTo>
                  <a:lnTo>
                    <a:pt x="3289499" y="2903681"/>
                  </a:lnTo>
                  <a:lnTo>
                    <a:pt x="3289625" y="2903681"/>
                  </a:lnTo>
                  <a:lnTo>
                    <a:pt x="3289752" y="2903681"/>
                  </a:lnTo>
                  <a:lnTo>
                    <a:pt x="3289878" y="2903681"/>
                  </a:lnTo>
                  <a:lnTo>
                    <a:pt x="3290004" y="2903681"/>
                  </a:lnTo>
                  <a:lnTo>
                    <a:pt x="3290130" y="2903681"/>
                  </a:lnTo>
                  <a:lnTo>
                    <a:pt x="3290256" y="2903681"/>
                  </a:lnTo>
                  <a:lnTo>
                    <a:pt x="3290382" y="2903681"/>
                  </a:lnTo>
                  <a:lnTo>
                    <a:pt x="3290508" y="2903681"/>
                  </a:lnTo>
                  <a:lnTo>
                    <a:pt x="3290634" y="2903681"/>
                  </a:lnTo>
                  <a:lnTo>
                    <a:pt x="3290760" y="2903681"/>
                  </a:lnTo>
                  <a:lnTo>
                    <a:pt x="3290886" y="2903681"/>
                  </a:lnTo>
                  <a:lnTo>
                    <a:pt x="3291012" y="2903681"/>
                  </a:lnTo>
                  <a:lnTo>
                    <a:pt x="3291012" y="2898402"/>
                  </a:lnTo>
                  <a:lnTo>
                    <a:pt x="3291138" y="2898402"/>
                  </a:lnTo>
                  <a:lnTo>
                    <a:pt x="3291265" y="2898402"/>
                  </a:lnTo>
                  <a:lnTo>
                    <a:pt x="3291391" y="2898402"/>
                  </a:lnTo>
                  <a:lnTo>
                    <a:pt x="3291517" y="2898402"/>
                  </a:lnTo>
                  <a:lnTo>
                    <a:pt x="3291643" y="2898402"/>
                  </a:lnTo>
                  <a:lnTo>
                    <a:pt x="3291769" y="2898402"/>
                  </a:lnTo>
                  <a:lnTo>
                    <a:pt x="3291769" y="2893122"/>
                  </a:lnTo>
                  <a:lnTo>
                    <a:pt x="3291895" y="2893122"/>
                  </a:lnTo>
                  <a:lnTo>
                    <a:pt x="3292021" y="2893122"/>
                  </a:lnTo>
                  <a:lnTo>
                    <a:pt x="3292147" y="2893122"/>
                  </a:lnTo>
                  <a:lnTo>
                    <a:pt x="3292273" y="2893122"/>
                  </a:lnTo>
                  <a:lnTo>
                    <a:pt x="3292399" y="2893122"/>
                  </a:lnTo>
                  <a:lnTo>
                    <a:pt x="3292525" y="2893122"/>
                  </a:lnTo>
                  <a:lnTo>
                    <a:pt x="3292652" y="2893122"/>
                  </a:lnTo>
                  <a:lnTo>
                    <a:pt x="3292778" y="2893122"/>
                  </a:lnTo>
                  <a:lnTo>
                    <a:pt x="3292904" y="2893122"/>
                  </a:lnTo>
                  <a:lnTo>
                    <a:pt x="3293030" y="2893122"/>
                  </a:lnTo>
                  <a:lnTo>
                    <a:pt x="3293156" y="2893122"/>
                  </a:lnTo>
                  <a:lnTo>
                    <a:pt x="3293282" y="2893122"/>
                  </a:lnTo>
                  <a:lnTo>
                    <a:pt x="3293408" y="2893122"/>
                  </a:lnTo>
                  <a:lnTo>
                    <a:pt x="3293534" y="2893122"/>
                  </a:lnTo>
                  <a:lnTo>
                    <a:pt x="3293660" y="2893122"/>
                  </a:lnTo>
                  <a:lnTo>
                    <a:pt x="3293786" y="2893122"/>
                  </a:lnTo>
                  <a:lnTo>
                    <a:pt x="3293912" y="2893122"/>
                  </a:lnTo>
                  <a:lnTo>
                    <a:pt x="3294039" y="2893122"/>
                  </a:lnTo>
                  <a:lnTo>
                    <a:pt x="3294165" y="2893122"/>
                  </a:lnTo>
                  <a:lnTo>
                    <a:pt x="3294291" y="2893122"/>
                  </a:lnTo>
                  <a:lnTo>
                    <a:pt x="3294417" y="2893122"/>
                  </a:lnTo>
                  <a:lnTo>
                    <a:pt x="3294543" y="2893122"/>
                  </a:lnTo>
                  <a:lnTo>
                    <a:pt x="3294669" y="2893122"/>
                  </a:lnTo>
                  <a:lnTo>
                    <a:pt x="3294795" y="2893122"/>
                  </a:lnTo>
                  <a:lnTo>
                    <a:pt x="3294921" y="2893122"/>
                  </a:lnTo>
                  <a:lnTo>
                    <a:pt x="3295047" y="2893122"/>
                  </a:lnTo>
                  <a:lnTo>
                    <a:pt x="3295173" y="2893122"/>
                  </a:lnTo>
                  <a:lnTo>
                    <a:pt x="3295299" y="2893122"/>
                  </a:lnTo>
                  <a:lnTo>
                    <a:pt x="3295425" y="2893122"/>
                  </a:lnTo>
                  <a:lnTo>
                    <a:pt x="3295552" y="2893122"/>
                  </a:lnTo>
                  <a:lnTo>
                    <a:pt x="3295678" y="2893122"/>
                  </a:lnTo>
                  <a:lnTo>
                    <a:pt x="3295804" y="2893122"/>
                  </a:lnTo>
                  <a:lnTo>
                    <a:pt x="3295930" y="2893122"/>
                  </a:lnTo>
                  <a:lnTo>
                    <a:pt x="3296056" y="2893122"/>
                  </a:lnTo>
                  <a:lnTo>
                    <a:pt x="3296182" y="2893122"/>
                  </a:lnTo>
                  <a:lnTo>
                    <a:pt x="3296308" y="2893122"/>
                  </a:lnTo>
                  <a:lnTo>
                    <a:pt x="3296434" y="2893122"/>
                  </a:lnTo>
                  <a:lnTo>
                    <a:pt x="3296560" y="2893122"/>
                  </a:lnTo>
                  <a:lnTo>
                    <a:pt x="3296686" y="2893122"/>
                  </a:lnTo>
                  <a:lnTo>
                    <a:pt x="3296812" y="2893122"/>
                  </a:lnTo>
                  <a:lnTo>
                    <a:pt x="3296939" y="2893122"/>
                  </a:lnTo>
                  <a:lnTo>
                    <a:pt x="3297065" y="2893122"/>
                  </a:lnTo>
                  <a:lnTo>
                    <a:pt x="3297191" y="2893122"/>
                  </a:lnTo>
                  <a:lnTo>
                    <a:pt x="3297317" y="2893122"/>
                  </a:lnTo>
                  <a:lnTo>
                    <a:pt x="3297443" y="2893122"/>
                  </a:lnTo>
                  <a:lnTo>
                    <a:pt x="3297569" y="2893122"/>
                  </a:lnTo>
                  <a:lnTo>
                    <a:pt x="3297695" y="2893122"/>
                  </a:lnTo>
                  <a:lnTo>
                    <a:pt x="3297821" y="2893122"/>
                  </a:lnTo>
                  <a:lnTo>
                    <a:pt x="3297947" y="2893122"/>
                  </a:lnTo>
                  <a:lnTo>
                    <a:pt x="3298073" y="2893122"/>
                  </a:lnTo>
                  <a:lnTo>
                    <a:pt x="3298199" y="2893122"/>
                  </a:lnTo>
                  <a:lnTo>
                    <a:pt x="3298325" y="2893122"/>
                  </a:lnTo>
                  <a:lnTo>
                    <a:pt x="3298452" y="2893122"/>
                  </a:lnTo>
                  <a:lnTo>
                    <a:pt x="3298578" y="2893122"/>
                  </a:lnTo>
                  <a:lnTo>
                    <a:pt x="3298704" y="2893122"/>
                  </a:lnTo>
                  <a:lnTo>
                    <a:pt x="3298830" y="2893122"/>
                  </a:lnTo>
                  <a:lnTo>
                    <a:pt x="3298956" y="2893122"/>
                  </a:lnTo>
                  <a:lnTo>
                    <a:pt x="3299082" y="2893122"/>
                  </a:lnTo>
                  <a:lnTo>
                    <a:pt x="3299208" y="2893122"/>
                  </a:lnTo>
                  <a:lnTo>
                    <a:pt x="3299334" y="2893122"/>
                  </a:lnTo>
                  <a:lnTo>
                    <a:pt x="3299460" y="2893122"/>
                  </a:lnTo>
                  <a:lnTo>
                    <a:pt x="3299586" y="2893122"/>
                  </a:lnTo>
                  <a:lnTo>
                    <a:pt x="3299712" y="2893122"/>
                  </a:lnTo>
                  <a:lnTo>
                    <a:pt x="3299839" y="2893122"/>
                  </a:lnTo>
                  <a:lnTo>
                    <a:pt x="3299965" y="2893122"/>
                  </a:lnTo>
                  <a:lnTo>
                    <a:pt x="3300091" y="2893122"/>
                  </a:lnTo>
                  <a:lnTo>
                    <a:pt x="3300217" y="2893122"/>
                  </a:lnTo>
                  <a:lnTo>
                    <a:pt x="3300343" y="2893122"/>
                  </a:lnTo>
                  <a:lnTo>
                    <a:pt x="3300469" y="2893122"/>
                  </a:lnTo>
                  <a:lnTo>
                    <a:pt x="3300595" y="2893122"/>
                  </a:lnTo>
                  <a:lnTo>
                    <a:pt x="3300721" y="2893122"/>
                  </a:lnTo>
                  <a:lnTo>
                    <a:pt x="3300847" y="2893122"/>
                  </a:lnTo>
                  <a:lnTo>
                    <a:pt x="3300973" y="2893122"/>
                  </a:lnTo>
                  <a:lnTo>
                    <a:pt x="3301099" y="2893122"/>
                  </a:lnTo>
                  <a:lnTo>
                    <a:pt x="3301225" y="2893122"/>
                  </a:lnTo>
                  <a:lnTo>
                    <a:pt x="3301352" y="2893122"/>
                  </a:lnTo>
                  <a:lnTo>
                    <a:pt x="3301478" y="2893122"/>
                  </a:lnTo>
                  <a:lnTo>
                    <a:pt x="3301604" y="2893122"/>
                  </a:lnTo>
                  <a:lnTo>
                    <a:pt x="3301730" y="2893122"/>
                  </a:lnTo>
                  <a:lnTo>
                    <a:pt x="3301856" y="2893122"/>
                  </a:lnTo>
                  <a:lnTo>
                    <a:pt x="3301982" y="2893122"/>
                  </a:lnTo>
                  <a:lnTo>
                    <a:pt x="3302108" y="2893122"/>
                  </a:lnTo>
                  <a:lnTo>
                    <a:pt x="3302234" y="2893122"/>
                  </a:lnTo>
                  <a:lnTo>
                    <a:pt x="3302360" y="2893122"/>
                  </a:lnTo>
                  <a:lnTo>
                    <a:pt x="3302486" y="2893122"/>
                  </a:lnTo>
                  <a:lnTo>
                    <a:pt x="3302612" y="2893122"/>
                  </a:lnTo>
                  <a:lnTo>
                    <a:pt x="3302739" y="2893122"/>
                  </a:lnTo>
                  <a:lnTo>
                    <a:pt x="3302865" y="2893122"/>
                  </a:lnTo>
                  <a:lnTo>
                    <a:pt x="3302991" y="2893122"/>
                  </a:lnTo>
                  <a:lnTo>
                    <a:pt x="3303117" y="2893122"/>
                  </a:lnTo>
                  <a:lnTo>
                    <a:pt x="3303243" y="2893122"/>
                  </a:lnTo>
                  <a:lnTo>
                    <a:pt x="3303369" y="2893122"/>
                  </a:lnTo>
                  <a:lnTo>
                    <a:pt x="3303495" y="2893122"/>
                  </a:lnTo>
                  <a:lnTo>
                    <a:pt x="3303621" y="2893122"/>
                  </a:lnTo>
                  <a:lnTo>
                    <a:pt x="3303747" y="2893122"/>
                  </a:lnTo>
                  <a:lnTo>
                    <a:pt x="3303873" y="2893122"/>
                  </a:lnTo>
                  <a:lnTo>
                    <a:pt x="3303999" y="2893122"/>
                  </a:lnTo>
                  <a:lnTo>
                    <a:pt x="3304126" y="2893122"/>
                  </a:lnTo>
                  <a:lnTo>
                    <a:pt x="3304252" y="2893122"/>
                  </a:lnTo>
                  <a:lnTo>
                    <a:pt x="3304378" y="2893122"/>
                  </a:lnTo>
                  <a:lnTo>
                    <a:pt x="3304504" y="2893122"/>
                  </a:lnTo>
                  <a:lnTo>
                    <a:pt x="3304630" y="2893122"/>
                  </a:lnTo>
                  <a:lnTo>
                    <a:pt x="3304756" y="2893122"/>
                  </a:lnTo>
                  <a:lnTo>
                    <a:pt x="3304882" y="2893122"/>
                  </a:lnTo>
                  <a:lnTo>
                    <a:pt x="3305008" y="2893122"/>
                  </a:lnTo>
                  <a:lnTo>
                    <a:pt x="3305134" y="2893122"/>
                  </a:lnTo>
                  <a:lnTo>
                    <a:pt x="3305260" y="2893122"/>
                  </a:lnTo>
                  <a:lnTo>
                    <a:pt x="3305386" y="2893122"/>
                  </a:lnTo>
                  <a:lnTo>
                    <a:pt x="3305512" y="2893122"/>
                  </a:lnTo>
                  <a:lnTo>
                    <a:pt x="3305639" y="2893122"/>
                  </a:lnTo>
                  <a:lnTo>
                    <a:pt x="3305765" y="2893122"/>
                  </a:lnTo>
                  <a:lnTo>
                    <a:pt x="3305891" y="2893122"/>
                  </a:lnTo>
                  <a:lnTo>
                    <a:pt x="3306017" y="2893122"/>
                  </a:lnTo>
                  <a:lnTo>
                    <a:pt x="3306143" y="2893122"/>
                  </a:lnTo>
                  <a:lnTo>
                    <a:pt x="3306269" y="2893122"/>
                  </a:lnTo>
                  <a:lnTo>
                    <a:pt x="3306395" y="2893122"/>
                  </a:lnTo>
                  <a:lnTo>
                    <a:pt x="3306521" y="2893122"/>
                  </a:lnTo>
                  <a:lnTo>
                    <a:pt x="3306647" y="2893122"/>
                  </a:lnTo>
                  <a:lnTo>
                    <a:pt x="3306773" y="2893122"/>
                  </a:lnTo>
                  <a:lnTo>
                    <a:pt x="3306899" y="2893122"/>
                  </a:lnTo>
                  <a:lnTo>
                    <a:pt x="3307026" y="2893122"/>
                  </a:lnTo>
                  <a:lnTo>
                    <a:pt x="3307152" y="2893122"/>
                  </a:lnTo>
                  <a:lnTo>
                    <a:pt x="3307278" y="2893122"/>
                  </a:lnTo>
                  <a:lnTo>
                    <a:pt x="3307404" y="2893122"/>
                  </a:lnTo>
                  <a:lnTo>
                    <a:pt x="3307530" y="2893122"/>
                  </a:lnTo>
                  <a:lnTo>
                    <a:pt x="3307656" y="2893122"/>
                  </a:lnTo>
                  <a:lnTo>
                    <a:pt x="3307782" y="2893122"/>
                  </a:lnTo>
                  <a:lnTo>
                    <a:pt x="3307908" y="2893122"/>
                  </a:lnTo>
                  <a:lnTo>
                    <a:pt x="3308034" y="2893122"/>
                  </a:lnTo>
                  <a:lnTo>
                    <a:pt x="3308160" y="2893122"/>
                  </a:lnTo>
                  <a:lnTo>
                    <a:pt x="3308286" y="2893122"/>
                  </a:lnTo>
                  <a:lnTo>
                    <a:pt x="3308412" y="2893122"/>
                  </a:lnTo>
                  <a:lnTo>
                    <a:pt x="3308539" y="2893122"/>
                  </a:lnTo>
                  <a:lnTo>
                    <a:pt x="3308665" y="2893122"/>
                  </a:lnTo>
                  <a:lnTo>
                    <a:pt x="3308791" y="2893122"/>
                  </a:lnTo>
                  <a:lnTo>
                    <a:pt x="3308917" y="2893122"/>
                  </a:lnTo>
                  <a:lnTo>
                    <a:pt x="3309043" y="2893122"/>
                  </a:lnTo>
                  <a:lnTo>
                    <a:pt x="3309169" y="2893122"/>
                  </a:lnTo>
                  <a:lnTo>
                    <a:pt x="3309295" y="2893122"/>
                  </a:lnTo>
                  <a:lnTo>
                    <a:pt x="3309421" y="2893122"/>
                  </a:lnTo>
                  <a:lnTo>
                    <a:pt x="3309547" y="2893122"/>
                  </a:lnTo>
                  <a:lnTo>
                    <a:pt x="3309673" y="2893122"/>
                  </a:lnTo>
                  <a:lnTo>
                    <a:pt x="3309799" y="2893122"/>
                  </a:lnTo>
                  <a:lnTo>
                    <a:pt x="3309926" y="2893122"/>
                  </a:lnTo>
                  <a:lnTo>
                    <a:pt x="3310052" y="2893122"/>
                  </a:lnTo>
                  <a:lnTo>
                    <a:pt x="3310178" y="2893122"/>
                  </a:lnTo>
                  <a:lnTo>
                    <a:pt x="3310304" y="2893122"/>
                  </a:lnTo>
                  <a:lnTo>
                    <a:pt x="3310430" y="2893122"/>
                  </a:lnTo>
                  <a:lnTo>
                    <a:pt x="3310556" y="2893122"/>
                  </a:lnTo>
                  <a:lnTo>
                    <a:pt x="3310682" y="2893122"/>
                  </a:lnTo>
                  <a:lnTo>
                    <a:pt x="3310808" y="2893122"/>
                  </a:lnTo>
                  <a:lnTo>
                    <a:pt x="3310934" y="2893122"/>
                  </a:lnTo>
                  <a:lnTo>
                    <a:pt x="3311060" y="2893122"/>
                  </a:lnTo>
                  <a:lnTo>
                    <a:pt x="3311186" y="2893122"/>
                  </a:lnTo>
                  <a:lnTo>
                    <a:pt x="3311313" y="2893122"/>
                  </a:lnTo>
                  <a:lnTo>
                    <a:pt x="3311439" y="2893122"/>
                  </a:lnTo>
                  <a:lnTo>
                    <a:pt x="3311565" y="2893122"/>
                  </a:lnTo>
                  <a:lnTo>
                    <a:pt x="3311691" y="2893122"/>
                  </a:lnTo>
                  <a:lnTo>
                    <a:pt x="3311817" y="2893122"/>
                  </a:lnTo>
                  <a:lnTo>
                    <a:pt x="3311943" y="2893122"/>
                  </a:lnTo>
                  <a:lnTo>
                    <a:pt x="3312069" y="2893122"/>
                  </a:lnTo>
                  <a:lnTo>
                    <a:pt x="3312195" y="2893122"/>
                  </a:lnTo>
                  <a:lnTo>
                    <a:pt x="3312321" y="2893122"/>
                  </a:lnTo>
                  <a:lnTo>
                    <a:pt x="3312447" y="2893122"/>
                  </a:lnTo>
                  <a:lnTo>
                    <a:pt x="3312573" y="2893122"/>
                  </a:lnTo>
                  <a:lnTo>
                    <a:pt x="3312699" y="2893122"/>
                  </a:lnTo>
                  <a:lnTo>
                    <a:pt x="3312826" y="2893122"/>
                  </a:lnTo>
                  <a:lnTo>
                    <a:pt x="3312952" y="2893122"/>
                  </a:lnTo>
                  <a:lnTo>
                    <a:pt x="3313078" y="2893122"/>
                  </a:lnTo>
                  <a:lnTo>
                    <a:pt x="3313204" y="2893122"/>
                  </a:lnTo>
                  <a:lnTo>
                    <a:pt x="3313330" y="2893122"/>
                  </a:lnTo>
                  <a:lnTo>
                    <a:pt x="3313456" y="2893122"/>
                  </a:lnTo>
                  <a:lnTo>
                    <a:pt x="3313582" y="2893122"/>
                  </a:lnTo>
                  <a:lnTo>
                    <a:pt x="3313708" y="2893122"/>
                  </a:lnTo>
                  <a:lnTo>
                    <a:pt x="3313834" y="2893122"/>
                  </a:lnTo>
                  <a:lnTo>
                    <a:pt x="3313960" y="2893122"/>
                  </a:lnTo>
                  <a:lnTo>
                    <a:pt x="3314086" y="2893122"/>
                  </a:lnTo>
                  <a:lnTo>
                    <a:pt x="3314213" y="2893122"/>
                  </a:lnTo>
                  <a:lnTo>
                    <a:pt x="3314339" y="2893122"/>
                  </a:lnTo>
                  <a:lnTo>
                    <a:pt x="3314465" y="2893122"/>
                  </a:lnTo>
                  <a:lnTo>
                    <a:pt x="3314591" y="2893122"/>
                  </a:lnTo>
                  <a:lnTo>
                    <a:pt x="3314717" y="2893122"/>
                  </a:lnTo>
                  <a:lnTo>
                    <a:pt x="3314843" y="2893122"/>
                  </a:lnTo>
                  <a:lnTo>
                    <a:pt x="3314969" y="2893122"/>
                  </a:lnTo>
                  <a:lnTo>
                    <a:pt x="3315095" y="2893122"/>
                  </a:lnTo>
                  <a:lnTo>
                    <a:pt x="3315221" y="2893122"/>
                  </a:lnTo>
                  <a:lnTo>
                    <a:pt x="3315347" y="2893122"/>
                  </a:lnTo>
                  <a:lnTo>
                    <a:pt x="3315473" y="2893122"/>
                  </a:lnTo>
                  <a:lnTo>
                    <a:pt x="3315599" y="2893122"/>
                  </a:lnTo>
                  <a:lnTo>
                    <a:pt x="3315726" y="2893122"/>
                  </a:lnTo>
                  <a:lnTo>
                    <a:pt x="3315852" y="2893122"/>
                  </a:lnTo>
                  <a:lnTo>
                    <a:pt x="3315978" y="2893122"/>
                  </a:lnTo>
                  <a:lnTo>
                    <a:pt x="3316104" y="2893122"/>
                  </a:lnTo>
                  <a:lnTo>
                    <a:pt x="3316230" y="2893122"/>
                  </a:lnTo>
                  <a:lnTo>
                    <a:pt x="3316356" y="2893122"/>
                  </a:lnTo>
                  <a:lnTo>
                    <a:pt x="3316482" y="2893122"/>
                  </a:lnTo>
                  <a:lnTo>
                    <a:pt x="3316608" y="2893122"/>
                  </a:lnTo>
                  <a:lnTo>
                    <a:pt x="3316734" y="2893122"/>
                  </a:lnTo>
                  <a:lnTo>
                    <a:pt x="3316860" y="2893122"/>
                  </a:lnTo>
                  <a:lnTo>
                    <a:pt x="3316986" y="2893122"/>
                  </a:lnTo>
                  <a:lnTo>
                    <a:pt x="3317113" y="2893122"/>
                  </a:lnTo>
                  <a:lnTo>
                    <a:pt x="3317239" y="2893122"/>
                  </a:lnTo>
                  <a:lnTo>
                    <a:pt x="3317365" y="2893122"/>
                  </a:lnTo>
                  <a:lnTo>
                    <a:pt x="3317491" y="2893122"/>
                  </a:lnTo>
                  <a:lnTo>
                    <a:pt x="3317617" y="2893122"/>
                  </a:lnTo>
                  <a:lnTo>
                    <a:pt x="3317743" y="2893122"/>
                  </a:lnTo>
                  <a:lnTo>
                    <a:pt x="3317869" y="2893122"/>
                  </a:lnTo>
                  <a:lnTo>
                    <a:pt x="3317995" y="2893122"/>
                  </a:lnTo>
                  <a:lnTo>
                    <a:pt x="3318121" y="2893122"/>
                  </a:lnTo>
                  <a:lnTo>
                    <a:pt x="3318247" y="2893122"/>
                  </a:lnTo>
                  <a:lnTo>
                    <a:pt x="3318373" y="2893122"/>
                  </a:lnTo>
                  <a:lnTo>
                    <a:pt x="3318499" y="2893122"/>
                  </a:lnTo>
                  <a:lnTo>
                    <a:pt x="3318626" y="2893122"/>
                  </a:lnTo>
                  <a:lnTo>
                    <a:pt x="3318752" y="2893122"/>
                  </a:lnTo>
                  <a:lnTo>
                    <a:pt x="3318878" y="2893122"/>
                  </a:lnTo>
                  <a:lnTo>
                    <a:pt x="3319004" y="2893122"/>
                  </a:lnTo>
                  <a:lnTo>
                    <a:pt x="3319130" y="2893122"/>
                  </a:lnTo>
                  <a:lnTo>
                    <a:pt x="3319256" y="2893122"/>
                  </a:lnTo>
                  <a:lnTo>
                    <a:pt x="3319382" y="2893122"/>
                  </a:lnTo>
                  <a:lnTo>
                    <a:pt x="3319508" y="2893122"/>
                  </a:lnTo>
                  <a:lnTo>
                    <a:pt x="3319634" y="2893122"/>
                  </a:lnTo>
                  <a:lnTo>
                    <a:pt x="3319760" y="2893122"/>
                  </a:lnTo>
                  <a:lnTo>
                    <a:pt x="3319886" y="2893122"/>
                  </a:lnTo>
                  <a:lnTo>
                    <a:pt x="3320013" y="2893122"/>
                  </a:lnTo>
                  <a:lnTo>
                    <a:pt x="3320139" y="2893122"/>
                  </a:lnTo>
                  <a:lnTo>
                    <a:pt x="3320265" y="2893122"/>
                  </a:lnTo>
                  <a:lnTo>
                    <a:pt x="3320391" y="2893122"/>
                  </a:lnTo>
                  <a:lnTo>
                    <a:pt x="3320517" y="2893122"/>
                  </a:lnTo>
                  <a:lnTo>
                    <a:pt x="3320643" y="2893122"/>
                  </a:lnTo>
                  <a:lnTo>
                    <a:pt x="3320769" y="2893122"/>
                  </a:lnTo>
                  <a:lnTo>
                    <a:pt x="3320895" y="2893122"/>
                  </a:lnTo>
                  <a:lnTo>
                    <a:pt x="3321021" y="2893122"/>
                  </a:lnTo>
                  <a:lnTo>
                    <a:pt x="3321147" y="2893122"/>
                  </a:lnTo>
                  <a:lnTo>
                    <a:pt x="3321273" y="2893122"/>
                  </a:lnTo>
                  <a:lnTo>
                    <a:pt x="3321400" y="2893122"/>
                  </a:lnTo>
                  <a:lnTo>
                    <a:pt x="3321526" y="2893122"/>
                  </a:lnTo>
                  <a:lnTo>
                    <a:pt x="3321652" y="2893122"/>
                  </a:lnTo>
                  <a:lnTo>
                    <a:pt x="3321778" y="2893122"/>
                  </a:lnTo>
                  <a:lnTo>
                    <a:pt x="3321904" y="2893122"/>
                  </a:lnTo>
                  <a:lnTo>
                    <a:pt x="3322030" y="2893122"/>
                  </a:lnTo>
                  <a:lnTo>
                    <a:pt x="3322156" y="2893122"/>
                  </a:lnTo>
                  <a:lnTo>
                    <a:pt x="3322282" y="2893122"/>
                  </a:lnTo>
                  <a:lnTo>
                    <a:pt x="3322408" y="2893122"/>
                  </a:lnTo>
                  <a:lnTo>
                    <a:pt x="3322534" y="2893122"/>
                  </a:lnTo>
                  <a:lnTo>
                    <a:pt x="3322660" y="2893122"/>
                  </a:lnTo>
                  <a:lnTo>
                    <a:pt x="3322786" y="2893122"/>
                  </a:lnTo>
                  <a:lnTo>
                    <a:pt x="3322913" y="2893122"/>
                  </a:lnTo>
                  <a:lnTo>
                    <a:pt x="3323039" y="2893122"/>
                  </a:lnTo>
                  <a:lnTo>
                    <a:pt x="3323165" y="2893122"/>
                  </a:lnTo>
                  <a:lnTo>
                    <a:pt x="3323291" y="2893122"/>
                  </a:lnTo>
                  <a:lnTo>
                    <a:pt x="3323417" y="2893122"/>
                  </a:lnTo>
                  <a:lnTo>
                    <a:pt x="3323543" y="2893122"/>
                  </a:lnTo>
                  <a:lnTo>
                    <a:pt x="3323669" y="2893122"/>
                  </a:lnTo>
                  <a:lnTo>
                    <a:pt x="3323795" y="2893122"/>
                  </a:lnTo>
                  <a:lnTo>
                    <a:pt x="3323921" y="2893122"/>
                  </a:lnTo>
                  <a:lnTo>
                    <a:pt x="3324047" y="2893122"/>
                  </a:lnTo>
                  <a:lnTo>
                    <a:pt x="3324173" y="2893122"/>
                  </a:lnTo>
                  <a:lnTo>
                    <a:pt x="3324300" y="2893122"/>
                  </a:lnTo>
                  <a:lnTo>
                    <a:pt x="3324426" y="2893122"/>
                  </a:lnTo>
                  <a:lnTo>
                    <a:pt x="3324552" y="2893122"/>
                  </a:lnTo>
                  <a:lnTo>
                    <a:pt x="3324678" y="2893122"/>
                  </a:lnTo>
                  <a:lnTo>
                    <a:pt x="3324804" y="2893122"/>
                  </a:lnTo>
                  <a:lnTo>
                    <a:pt x="3324930" y="2893122"/>
                  </a:lnTo>
                  <a:lnTo>
                    <a:pt x="3325056" y="2893122"/>
                  </a:lnTo>
                  <a:lnTo>
                    <a:pt x="3325182" y="2893122"/>
                  </a:lnTo>
                  <a:lnTo>
                    <a:pt x="3325308" y="2893122"/>
                  </a:lnTo>
                  <a:lnTo>
                    <a:pt x="3325434" y="2893122"/>
                  </a:lnTo>
                  <a:lnTo>
                    <a:pt x="3325560" y="2893122"/>
                  </a:lnTo>
                  <a:lnTo>
                    <a:pt x="3325686" y="2893122"/>
                  </a:lnTo>
                  <a:lnTo>
                    <a:pt x="3325813" y="2893122"/>
                  </a:lnTo>
                  <a:lnTo>
                    <a:pt x="3325939" y="2893122"/>
                  </a:lnTo>
                  <a:lnTo>
                    <a:pt x="3326065" y="2893122"/>
                  </a:lnTo>
                  <a:lnTo>
                    <a:pt x="3326191" y="2893122"/>
                  </a:lnTo>
                  <a:lnTo>
                    <a:pt x="3326317" y="2893122"/>
                  </a:lnTo>
                  <a:lnTo>
                    <a:pt x="3326443" y="2893122"/>
                  </a:lnTo>
                  <a:lnTo>
                    <a:pt x="3326569" y="2893122"/>
                  </a:lnTo>
                  <a:lnTo>
                    <a:pt x="3326695" y="2893122"/>
                  </a:lnTo>
                  <a:lnTo>
                    <a:pt x="3326821" y="2893122"/>
                  </a:lnTo>
                  <a:lnTo>
                    <a:pt x="3326947" y="2893122"/>
                  </a:lnTo>
                  <a:lnTo>
                    <a:pt x="3327073" y="2893122"/>
                  </a:lnTo>
                  <a:lnTo>
                    <a:pt x="3327200" y="2893122"/>
                  </a:lnTo>
                  <a:lnTo>
                    <a:pt x="3327326" y="2893122"/>
                  </a:lnTo>
                  <a:lnTo>
                    <a:pt x="3327452" y="2893122"/>
                  </a:lnTo>
                  <a:lnTo>
                    <a:pt x="3327578" y="2893122"/>
                  </a:lnTo>
                  <a:lnTo>
                    <a:pt x="3327704" y="2893122"/>
                  </a:lnTo>
                  <a:lnTo>
                    <a:pt x="3327830" y="2893122"/>
                  </a:lnTo>
                  <a:lnTo>
                    <a:pt x="3327956" y="2893122"/>
                  </a:lnTo>
                  <a:lnTo>
                    <a:pt x="3328082" y="2893122"/>
                  </a:lnTo>
                  <a:lnTo>
                    <a:pt x="3328208" y="2893122"/>
                  </a:lnTo>
                  <a:lnTo>
                    <a:pt x="3328334" y="2893122"/>
                  </a:lnTo>
                  <a:lnTo>
                    <a:pt x="3328460" y="2893122"/>
                  </a:lnTo>
                  <a:lnTo>
                    <a:pt x="3328587" y="2893122"/>
                  </a:lnTo>
                  <a:lnTo>
                    <a:pt x="3328713" y="2893122"/>
                  </a:lnTo>
                  <a:lnTo>
                    <a:pt x="3328839" y="2893122"/>
                  </a:lnTo>
                  <a:lnTo>
                    <a:pt x="3328965" y="2893122"/>
                  </a:lnTo>
                  <a:lnTo>
                    <a:pt x="3329091" y="2893122"/>
                  </a:lnTo>
                  <a:lnTo>
                    <a:pt x="3329217" y="2893122"/>
                  </a:lnTo>
                  <a:lnTo>
                    <a:pt x="3329343" y="2893122"/>
                  </a:lnTo>
                  <a:lnTo>
                    <a:pt x="3329469" y="2893122"/>
                  </a:lnTo>
                  <a:lnTo>
                    <a:pt x="3329595" y="2893122"/>
                  </a:lnTo>
                  <a:lnTo>
                    <a:pt x="3329721" y="2893122"/>
                  </a:lnTo>
                  <a:lnTo>
                    <a:pt x="3329847" y="2893122"/>
                  </a:lnTo>
                  <a:lnTo>
                    <a:pt x="3329973" y="2893122"/>
                  </a:lnTo>
                  <a:lnTo>
                    <a:pt x="3330100" y="2893122"/>
                  </a:lnTo>
                  <a:lnTo>
                    <a:pt x="3330226" y="2893122"/>
                  </a:lnTo>
                  <a:lnTo>
                    <a:pt x="3330352" y="2893122"/>
                  </a:lnTo>
                  <a:lnTo>
                    <a:pt x="3330478" y="2893122"/>
                  </a:lnTo>
                  <a:lnTo>
                    <a:pt x="3330604" y="2893122"/>
                  </a:lnTo>
                  <a:lnTo>
                    <a:pt x="3330730" y="2893122"/>
                  </a:lnTo>
                  <a:lnTo>
                    <a:pt x="3330856" y="2893122"/>
                  </a:lnTo>
                  <a:lnTo>
                    <a:pt x="3330982" y="2893122"/>
                  </a:lnTo>
                  <a:lnTo>
                    <a:pt x="3331108" y="2893122"/>
                  </a:lnTo>
                  <a:lnTo>
                    <a:pt x="3331234" y="2893122"/>
                  </a:lnTo>
                  <a:lnTo>
                    <a:pt x="3331360" y="2893122"/>
                  </a:lnTo>
                  <a:lnTo>
                    <a:pt x="3331487" y="2893122"/>
                  </a:lnTo>
                  <a:lnTo>
                    <a:pt x="3331613" y="2893122"/>
                  </a:lnTo>
                  <a:lnTo>
                    <a:pt x="3331739" y="2893122"/>
                  </a:lnTo>
                  <a:lnTo>
                    <a:pt x="3331865" y="2893122"/>
                  </a:lnTo>
                  <a:lnTo>
                    <a:pt x="3331991" y="2893122"/>
                  </a:lnTo>
                  <a:lnTo>
                    <a:pt x="3332117" y="2893122"/>
                  </a:lnTo>
                  <a:lnTo>
                    <a:pt x="3332117" y="2887843"/>
                  </a:lnTo>
                  <a:lnTo>
                    <a:pt x="3332243" y="2887843"/>
                  </a:lnTo>
                  <a:lnTo>
                    <a:pt x="3332369" y="2887843"/>
                  </a:lnTo>
                  <a:lnTo>
                    <a:pt x="3332495" y="2887843"/>
                  </a:lnTo>
                  <a:lnTo>
                    <a:pt x="3332621" y="2887843"/>
                  </a:lnTo>
                  <a:lnTo>
                    <a:pt x="3332747" y="2887843"/>
                  </a:lnTo>
                  <a:lnTo>
                    <a:pt x="3332873" y="2887843"/>
                  </a:lnTo>
                  <a:lnTo>
                    <a:pt x="3333000" y="2887843"/>
                  </a:lnTo>
                  <a:lnTo>
                    <a:pt x="3333126" y="2887843"/>
                  </a:lnTo>
                  <a:lnTo>
                    <a:pt x="3333252" y="2887843"/>
                  </a:lnTo>
                  <a:lnTo>
                    <a:pt x="3333378" y="2887843"/>
                  </a:lnTo>
                  <a:lnTo>
                    <a:pt x="3333504" y="2887843"/>
                  </a:lnTo>
                  <a:lnTo>
                    <a:pt x="3333630" y="2887843"/>
                  </a:lnTo>
                  <a:lnTo>
                    <a:pt x="3333756" y="2887843"/>
                  </a:lnTo>
                  <a:lnTo>
                    <a:pt x="3333882" y="2887843"/>
                  </a:lnTo>
                  <a:lnTo>
                    <a:pt x="3334008" y="2887843"/>
                  </a:lnTo>
                  <a:lnTo>
                    <a:pt x="3334134" y="2887843"/>
                  </a:lnTo>
                  <a:lnTo>
                    <a:pt x="3334260" y="2887843"/>
                  </a:lnTo>
                  <a:lnTo>
                    <a:pt x="3334387" y="2887843"/>
                  </a:lnTo>
                  <a:lnTo>
                    <a:pt x="3334513" y="2887843"/>
                  </a:lnTo>
                  <a:lnTo>
                    <a:pt x="3334639" y="2887843"/>
                  </a:lnTo>
                  <a:lnTo>
                    <a:pt x="3334765" y="2887843"/>
                  </a:lnTo>
                  <a:lnTo>
                    <a:pt x="3334891" y="2887843"/>
                  </a:lnTo>
                  <a:lnTo>
                    <a:pt x="3335017" y="2887843"/>
                  </a:lnTo>
                  <a:lnTo>
                    <a:pt x="3335143" y="2887843"/>
                  </a:lnTo>
                  <a:lnTo>
                    <a:pt x="3335269" y="2887843"/>
                  </a:lnTo>
                  <a:lnTo>
                    <a:pt x="3335395" y="2887843"/>
                  </a:lnTo>
                  <a:lnTo>
                    <a:pt x="3335521" y="2887843"/>
                  </a:lnTo>
                  <a:lnTo>
                    <a:pt x="3335647" y="2887843"/>
                  </a:lnTo>
                  <a:lnTo>
                    <a:pt x="3335774" y="2887843"/>
                  </a:lnTo>
                  <a:lnTo>
                    <a:pt x="3335900" y="2887843"/>
                  </a:lnTo>
                  <a:lnTo>
                    <a:pt x="3336026" y="2887843"/>
                  </a:lnTo>
                  <a:lnTo>
                    <a:pt x="3336152" y="2887843"/>
                  </a:lnTo>
                  <a:lnTo>
                    <a:pt x="3336278" y="2887843"/>
                  </a:lnTo>
                  <a:lnTo>
                    <a:pt x="3336404" y="2887843"/>
                  </a:lnTo>
                  <a:lnTo>
                    <a:pt x="3336530" y="2887843"/>
                  </a:lnTo>
                  <a:lnTo>
                    <a:pt x="3336656" y="2887843"/>
                  </a:lnTo>
                  <a:lnTo>
                    <a:pt x="3336782" y="2887843"/>
                  </a:lnTo>
                  <a:lnTo>
                    <a:pt x="3336908" y="2887843"/>
                  </a:lnTo>
                  <a:lnTo>
                    <a:pt x="3337034" y="2887843"/>
                  </a:lnTo>
                  <a:lnTo>
                    <a:pt x="3337160" y="2887843"/>
                  </a:lnTo>
                  <a:lnTo>
                    <a:pt x="3337287" y="2887843"/>
                  </a:lnTo>
                  <a:lnTo>
                    <a:pt x="3337413" y="2887843"/>
                  </a:lnTo>
                  <a:lnTo>
                    <a:pt x="3337539" y="2887843"/>
                  </a:lnTo>
                  <a:lnTo>
                    <a:pt x="3337539" y="2882564"/>
                  </a:lnTo>
                  <a:lnTo>
                    <a:pt x="3337665" y="2882564"/>
                  </a:lnTo>
                  <a:lnTo>
                    <a:pt x="3337791" y="2882564"/>
                  </a:lnTo>
                  <a:lnTo>
                    <a:pt x="3337917" y="2882564"/>
                  </a:lnTo>
                  <a:lnTo>
                    <a:pt x="3338043" y="2882564"/>
                  </a:lnTo>
                  <a:lnTo>
                    <a:pt x="3338043" y="2877284"/>
                  </a:lnTo>
                  <a:lnTo>
                    <a:pt x="3338169" y="2877284"/>
                  </a:lnTo>
                  <a:lnTo>
                    <a:pt x="3338295" y="2877284"/>
                  </a:lnTo>
                  <a:lnTo>
                    <a:pt x="3338421" y="2877284"/>
                  </a:lnTo>
                  <a:lnTo>
                    <a:pt x="3338547" y="2877284"/>
                  </a:lnTo>
                  <a:lnTo>
                    <a:pt x="3338674" y="2877284"/>
                  </a:lnTo>
                  <a:lnTo>
                    <a:pt x="3338800" y="2877284"/>
                  </a:lnTo>
                  <a:lnTo>
                    <a:pt x="3338926" y="2877284"/>
                  </a:lnTo>
                  <a:lnTo>
                    <a:pt x="3339052" y="2877284"/>
                  </a:lnTo>
                  <a:lnTo>
                    <a:pt x="3339178" y="2877284"/>
                  </a:lnTo>
                  <a:lnTo>
                    <a:pt x="3339304" y="2877284"/>
                  </a:lnTo>
                  <a:lnTo>
                    <a:pt x="3339430" y="2877284"/>
                  </a:lnTo>
                  <a:lnTo>
                    <a:pt x="3339430" y="2872005"/>
                  </a:lnTo>
                  <a:lnTo>
                    <a:pt x="3339556" y="2872005"/>
                  </a:lnTo>
                  <a:lnTo>
                    <a:pt x="3339682" y="2872005"/>
                  </a:lnTo>
                  <a:lnTo>
                    <a:pt x="3339808" y="2872005"/>
                  </a:lnTo>
                  <a:lnTo>
                    <a:pt x="3339934" y="2872005"/>
                  </a:lnTo>
                  <a:lnTo>
                    <a:pt x="3340060" y="2872005"/>
                  </a:lnTo>
                  <a:lnTo>
                    <a:pt x="3340187" y="2872005"/>
                  </a:lnTo>
                  <a:lnTo>
                    <a:pt x="3340313" y="2872005"/>
                  </a:lnTo>
                  <a:lnTo>
                    <a:pt x="3340313" y="2866725"/>
                  </a:lnTo>
                  <a:lnTo>
                    <a:pt x="3340439" y="2866725"/>
                  </a:lnTo>
                  <a:lnTo>
                    <a:pt x="3340565" y="2866725"/>
                  </a:lnTo>
                  <a:lnTo>
                    <a:pt x="3340691" y="2866725"/>
                  </a:lnTo>
                  <a:lnTo>
                    <a:pt x="3340817" y="2866725"/>
                  </a:lnTo>
                  <a:lnTo>
                    <a:pt x="3340943" y="2866725"/>
                  </a:lnTo>
                  <a:lnTo>
                    <a:pt x="3341069" y="2866725"/>
                  </a:lnTo>
                  <a:lnTo>
                    <a:pt x="3341195" y="2866725"/>
                  </a:lnTo>
                  <a:lnTo>
                    <a:pt x="3341321" y="2866725"/>
                  </a:lnTo>
                  <a:lnTo>
                    <a:pt x="3341447" y="2866725"/>
                  </a:lnTo>
                  <a:lnTo>
                    <a:pt x="3341574" y="2866725"/>
                  </a:lnTo>
                  <a:lnTo>
                    <a:pt x="3341700" y="2866725"/>
                  </a:lnTo>
                  <a:lnTo>
                    <a:pt x="3341826" y="2866725"/>
                  </a:lnTo>
                  <a:lnTo>
                    <a:pt x="3341952" y="2866725"/>
                  </a:lnTo>
                  <a:lnTo>
                    <a:pt x="3342078" y="2866725"/>
                  </a:lnTo>
                  <a:lnTo>
                    <a:pt x="3342204" y="2866725"/>
                  </a:lnTo>
                  <a:lnTo>
                    <a:pt x="3342330" y="2866725"/>
                  </a:lnTo>
                  <a:lnTo>
                    <a:pt x="3342456" y="2866725"/>
                  </a:lnTo>
                  <a:lnTo>
                    <a:pt x="3342582" y="2866725"/>
                  </a:lnTo>
                  <a:lnTo>
                    <a:pt x="3342708" y="2866725"/>
                  </a:lnTo>
                  <a:lnTo>
                    <a:pt x="3342834" y="2866725"/>
                  </a:lnTo>
                  <a:lnTo>
                    <a:pt x="3342960" y="2866725"/>
                  </a:lnTo>
                  <a:lnTo>
                    <a:pt x="3343087" y="2866725"/>
                  </a:lnTo>
                  <a:lnTo>
                    <a:pt x="3343213" y="2866725"/>
                  </a:lnTo>
                  <a:lnTo>
                    <a:pt x="3343339" y="2866725"/>
                  </a:lnTo>
                  <a:lnTo>
                    <a:pt x="3343465" y="2866725"/>
                  </a:lnTo>
                  <a:lnTo>
                    <a:pt x="3343591" y="2866725"/>
                  </a:lnTo>
                  <a:lnTo>
                    <a:pt x="3343591" y="2861446"/>
                  </a:lnTo>
                  <a:lnTo>
                    <a:pt x="3343717" y="2861446"/>
                  </a:lnTo>
                  <a:lnTo>
                    <a:pt x="3343843" y="2861446"/>
                  </a:lnTo>
                  <a:lnTo>
                    <a:pt x="3343969" y="2861446"/>
                  </a:lnTo>
                  <a:lnTo>
                    <a:pt x="3344095" y="2861446"/>
                  </a:lnTo>
                  <a:lnTo>
                    <a:pt x="3344221" y="2861446"/>
                  </a:lnTo>
                  <a:lnTo>
                    <a:pt x="3344347" y="2861446"/>
                  </a:lnTo>
                  <a:lnTo>
                    <a:pt x="3344474" y="2861446"/>
                  </a:lnTo>
                  <a:lnTo>
                    <a:pt x="3344600" y="2861446"/>
                  </a:lnTo>
                  <a:lnTo>
                    <a:pt x="3344726" y="2861446"/>
                  </a:lnTo>
                  <a:lnTo>
                    <a:pt x="3344852" y="2861446"/>
                  </a:lnTo>
                  <a:lnTo>
                    <a:pt x="3344978" y="2861446"/>
                  </a:lnTo>
                  <a:lnTo>
                    <a:pt x="3345104" y="2861446"/>
                  </a:lnTo>
                  <a:lnTo>
                    <a:pt x="3345230" y="2861446"/>
                  </a:lnTo>
                  <a:lnTo>
                    <a:pt x="3345356" y="2861446"/>
                  </a:lnTo>
                  <a:lnTo>
                    <a:pt x="3345482" y="2861446"/>
                  </a:lnTo>
                  <a:lnTo>
                    <a:pt x="3345608" y="2861446"/>
                  </a:lnTo>
                  <a:lnTo>
                    <a:pt x="3345734" y="2861446"/>
                  </a:lnTo>
                  <a:lnTo>
                    <a:pt x="3345861" y="2861446"/>
                  </a:lnTo>
                  <a:lnTo>
                    <a:pt x="3345987" y="2861446"/>
                  </a:lnTo>
                  <a:lnTo>
                    <a:pt x="3346113" y="2861446"/>
                  </a:lnTo>
                  <a:lnTo>
                    <a:pt x="3346239" y="2861446"/>
                  </a:lnTo>
                  <a:lnTo>
                    <a:pt x="3346365" y="2861446"/>
                  </a:lnTo>
                  <a:lnTo>
                    <a:pt x="3346491" y="2861446"/>
                  </a:lnTo>
                  <a:lnTo>
                    <a:pt x="3346617" y="2861446"/>
                  </a:lnTo>
                  <a:lnTo>
                    <a:pt x="3346743" y="2861446"/>
                  </a:lnTo>
                  <a:lnTo>
                    <a:pt x="3346869" y="2861446"/>
                  </a:lnTo>
                  <a:lnTo>
                    <a:pt x="3346995" y="2861446"/>
                  </a:lnTo>
                  <a:lnTo>
                    <a:pt x="3347121" y="2861446"/>
                  </a:lnTo>
                  <a:lnTo>
                    <a:pt x="3347247" y="2861446"/>
                  </a:lnTo>
                  <a:lnTo>
                    <a:pt x="3347374" y="2861446"/>
                  </a:lnTo>
                  <a:lnTo>
                    <a:pt x="3347500" y="2861446"/>
                  </a:lnTo>
                  <a:lnTo>
                    <a:pt x="3347626" y="2861446"/>
                  </a:lnTo>
                  <a:lnTo>
                    <a:pt x="3347752" y="2861446"/>
                  </a:lnTo>
                  <a:lnTo>
                    <a:pt x="3347878" y="2861446"/>
                  </a:lnTo>
                  <a:lnTo>
                    <a:pt x="3348004" y="2861446"/>
                  </a:lnTo>
                  <a:lnTo>
                    <a:pt x="3348130" y="2861446"/>
                  </a:lnTo>
                  <a:lnTo>
                    <a:pt x="3348256" y="2861446"/>
                  </a:lnTo>
                  <a:lnTo>
                    <a:pt x="3348382" y="2861446"/>
                  </a:lnTo>
                  <a:lnTo>
                    <a:pt x="3348508" y="2861446"/>
                  </a:lnTo>
                  <a:lnTo>
                    <a:pt x="3348634" y="2861446"/>
                  </a:lnTo>
                  <a:lnTo>
                    <a:pt x="3348761" y="2861446"/>
                  </a:lnTo>
                  <a:lnTo>
                    <a:pt x="3348887" y="2861446"/>
                  </a:lnTo>
                  <a:lnTo>
                    <a:pt x="3349013" y="2861446"/>
                  </a:lnTo>
                  <a:lnTo>
                    <a:pt x="3349139" y="2861446"/>
                  </a:lnTo>
                  <a:lnTo>
                    <a:pt x="3349265" y="2861446"/>
                  </a:lnTo>
                  <a:lnTo>
                    <a:pt x="3349391" y="2861446"/>
                  </a:lnTo>
                  <a:lnTo>
                    <a:pt x="3349517" y="2861446"/>
                  </a:lnTo>
                  <a:lnTo>
                    <a:pt x="3349643" y="2861446"/>
                  </a:lnTo>
                  <a:lnTo>
                    <a:pt x="3349769" y="2861446"/>
                  </a:lnTo>
                  <a:lnTo>
                    <a:pt x="3349895" y="2861446"/>
                  </a:lnTo>
                  <a:lnTo>
                    <a:pt x="3350021" y="2861446"/>
                  </a:lnTo>
                  <a:lnTo>
                    <a:pt x="3350147" y="2861446"/>
                  </a:lnTo>
                  <a:lnTo>
                    <a:pt x="3350274" y="2861446"/>
                  </a:lnTo>
                  <a:lnTo>
                    <a:pt x="3350400" y="2861446"/>
                  </a:lnTo>
                  <a:lnTo>
                    <a:pt x="3350526" y="2861446"/>
                  </a:lnTo>
                  <a:lnTo>
                    <a:pt x="3350652" y="2861446"/>
                  </a:lnTo>
                  <a:lnTo>
                    <a:pt x="3350778" y="2861446"/>
                  </a:lnTo>
                  <a:lnTo>
                    <a:pt x="3350904" y="2861446"/>
                  </a:lnTo>
                  <a:lnTo>
                    <a:pt x="3351030" y="2861446"/>
                  </a:lnTo>
                  <a:lnTo>
                    <a:pt x="3351156" y="2861446"/>
                  </a:lnTo>
                  <a:lnTo>
                    <a:pt x="3351282" y="2861446"/>
                  </a:lnTo>
                  <a:lnTo>
                    <a:pt x="3351408" y="2861446"/>
                  </a:lnTo>
                  <a:lnTo>
                    <a:pt x="3351534" y="2861446"/>
                  </a:lnTo>
                  <a:lnTo>
                    <a:pt x="3351661" y="2861446"/>
                  </a:lnTo>
                  <a:lnTo>
                    <a:pt x="3351787" y="2861446"/>
                  </a:lnTo>
                  <a:lnTo>
                    <a:pt x="3351913" y="2861446"/>
                  </a:lnTo>
                  <a:lnTo>
                    <a:pt x="3352039" y="2861446"/>
                  </a:lnTo>
                  <a:lnTo>
                    <a:pt x="3352165" y="2861446"/>
                  </a:lnTo>
                  <a:lnTo>
                    <a:pt x="3352291" y="2861446"/>
                  </a:lnTo>
                  <a:lnTo>
                    <a:pt x="3352417" y="2861446"/>
                  </a:lnTo>
                  <a:lnTo>
                    <a:pt x="3352543" y="2861446"/>
                  </a:lnTo>
                  <a:lnTo>
                    <a:pt x="3352669" y="2861446"/>
                  </a:lnTo>
                  <a:lnTo>
                    <a:pt x="3352795" y="2861446"/>
                  </a:lnTo>
                  <a:lnTo>
                    <a:pt x="3352921" y="2861446"/>
                  </a:lnTo>
                  <a:lnTo>
                    <a:pt x="3353048" y="2861446"/>
                  </a:lnTo>
                  <a:lnTo>
                    <a:pt x="3353174" y="2861446"/>
                  </a:lnTo>
                  <a:lnTo>
                    <a:pt x="3353300" y="2861446"/>
                  </a:lnTo>
                  <a:lnTo>
                    <a:pt x="3353426" y="2861446"/>
                  </a:lnTo>
                  <a:lnTo>
                    <a:pt x="3353552" y="2861446"/>
                  </a:lnTo>
                  <a:lnTo>
                    <a:pt x="3353678" y="2861446"/>
                  </a:lnTo>
                  <a:lnTo>
                    <a:pt x="3353804" y="2861446"/>
                  </a:lnTo>
                  <a:lnTo>
                    <a:pt x="3353930" y="2861446"/>
                  </a:lnTo>
                  <a:lnTo>
                    <a:pt x="3354056" y="2861446"/>
                  </a:lnTo>
                  <a:lnTo>
                    <a:pt x="3354182" y="2861446"/>
                  </a:lnTo>
                  <a:lnTo>
                    <a:pt x="3354308" y="2861446"/>
                  </a:lnTo>
                  <a:lnTo>
                    <a:pt x="3354434" y="2861446"/>
                  </a:lnTo>
                  <a:lnTo>
                    <a:pt x="3354561" y="2861446"/>
                  </a:lnTo>
                  <a:lnTo>
                    <a:pt x="3354687" y="2861446"/>
                  </a:lnTo>
                  <a:lnTo>
                    <a:pt x="3354813" y="2861446"/>
                  </a:lnTo>
                  <a:lnTo>
                    <a:pt x="3354939" y="2861446"/>
                  </a:lnTo>
                  <a:lnTo>
                    <a:pt x="3355065" y="2861446"/>
                  </a:lnTo>
                  <a:lnTo>
                    <a:pt x="3355191" y="2861446"/>
                  </a:lnTo>
                  <a:lnTo>
                    <a:pt x="3355317" y="2861446"/>
                  </a:lnTo>
                  <a:lnTo>
                    <a:pt x="3355443" y="2861446"/>
                  </a:lnTo>
                  <a:lnTo>
                    <a:pt x="3355569" y="2861446"/>
                  </a:lnTo>
                  <a:lnTo>
                    <a:pt x="3355695" y="2861446"/>
                  </a:lnTo>
                  <a:lnTo>
                    <a:pt x="3355821" y="2861446"/>
                  </a:lnTo>
                  <a:lnTo>
                    <a:pt x="3355948" y="2861446"/>
                  </a:lnTo>
                  <a:lnTo>
                    <a:pt x="3356074" y="2861446"/>
                  </a:lnTo>
                  <a:lnTo>
                    <a:pt x="3356200" y="2861446"/>
                  </a:lnTo>
                  <a:lnTo>
                    <a:pt x="3356326" y="2861446"/>
                  </a:lnTo>
                  <a:lnTo>
                    <a:pt x="3356452" y="2861446"/>
                  </a:lnTo>
                  <a:lnTo>
                    <a:pt x="3356578" y="2861446"/>
                  </a:lnTo>
                  <a:lnTo>
                    <a:pt x="3356704" y="2861446"/>
                  </a:lnTo>
                  <a:lnTo>
                    <a:pt x="3356830" y="2861446"/>
                  </a:lnTo>
                  <a:lnTo>
                    <a:pt x="3356956" y="2861446"/>
                  </a:lnTo>
                  <a:lnTo>
                    <a:pt x="3357082" y="2861446"/>
                  </a:lnTo>
                  <a:lnTo>
                    <a:pt x="3357208" y="2861446"/>
                  </a:lnTo>
                  <a:lnTo>
                    <a:pt x="3357334" y="2861446"/>
                  </a:lnTo>
                  <a:lnTo>
                    <a:pt x="3357461" y="2861446"/>
                  </a:lnTo>
                  <a:lnTo>
                    <a:pt x="3357587" y="2861446"/>
                  </a:lnTo>
                  <a:lnTo>
                    <a:pt x="3357713" y="2861446"/>
                  </a:lnTo>
                  <a:lnTo>
                    <a:pt x="3357839" y="2861446"/>
                  </a:lnTo>
                  <a:lnTo>
                    <a:pt x="3357965" y="2861446"/>
                  </a:lnTo>
                  <a:lnTo>
                    <a:pt x="3358091" y="2861446"/>
                  </a:lnTo>
                  <a:lnTo>
                    <a:pt x="3358217" y="2861446"/>
                  </a:lnTo>
                  <a:lnTo>
                    <a:pt x="3358343" y="2861446"/>
                  </a:lnTo>
                  <a:lnTo>
                    <a:pt x="3358469" y="2861446"/>
                  </a:lnTo>
                  <a:lnTo>
                    <a:pt x="3358595" y="2861446"/>
                  </a:lnTo>
                  <a:lnTo>
                    <a:pt x="3358721" y="2861446"/>
                  </a:lnTo>
                  <a:lnTo>
                    <a:pt x="3358848" y="2861446"/>
                  </a:lnTo>
                  <a:lnTo>
                    <a:pt x="3358974" y="2861446"/>
                  </a:lnTo>
                  <a:lnTo>
                    <a:pt x="3359100" y="2861446"/>
                  </a:lnTo>
                  <a:lnTo>
                    <a:pt x="3359226" y="2861446"/>
                  </a:lnTo>
                  <a:lnTo>
                    <a:pt x="3359352" y="2861446"/>
                  </a:lnTo>
                  <a:lnTo>
                    <a:pt x="3359478" y="2861446"/>
                  </a:lnTo>
                  <a:lnTo>
                    <a:pt x="3359604" y="2861446"/>
                  </a:lnTo>
                  <a:lnTo>
                    <a:pt x="3359730" y="2861446"/>
                  </a:lnTo>
                  <a:lnTo>
                    <a:pt x="3359856" y="2861446"/>
                  </a:lnTo>
                  <a:lnTo>
                    <a:pt x="3359856" y="2856166"/>
                  </a:lnTo>
                  <a:lnTo>
                    <a:pt x="3359982" y="2856166"/>
                  </a:lnTo>
                  <a:lnTo>
                    <a:pt x="3360108" y="2856166"/>
                  </a:lnTo>
                  <a:lnTo>
                    <a:pt x="3360234" y="2856166"/>
                  </a:lnTo>
                  <a:lnTo>
                    <a:pt x="3360361" y="2856166"/>
                  </a:lnTo>
                  <a:lnTo>
                    <a:pt x="3360487" y="2856166"/>
                  </a:lnTo>
                  <a:lnTo>
                    <a:pt x="3360613" y="2856166"/>
                  </a:lnTo>
                  <a:lnTo>
                    <a:pt x="3360739" y="2856166"/>
                  </a:lnTo>
                  <a:lnTo>
                    <a:pt x="3360865" y="2856166"/>
                  </a:lnTo>
                  <a:lnTo>
                    <a:pt x="3360991" y="2856166"/>
                  </a:lnTo>
                  <a:lnTo>
                    <a:pt x="3361117" y="2856166"/>
                  </a:lnTo>
                  <a:lnTo>
                    <a:pt x="3361243" y="2856166"/>
                  </a:lnTo>
                  <a:lnTo>
                    <a:pt x="3361369" y="2856166"/>
                  </a:lnTo>
                  <a:lnTo>
                    <a:pt x="3361495" y="2856166"/>
                  </a:lnTo>
                  <a:lnTo>
                    <a:pt x="3361621" y="2856166"/>
                  </a:lnTo>
                  <a:lnTo>
                    <a:pt x="3361748" y="2856166"/>
                  </a:lnTo>
                  <a:lnTo>
                    <a:pt x="3361874" y="2856166"/>
                  </a:lnTo>
                  <a:lnTo>
                    <a:pt x="3362000" y="2856166"/>
                  </a:lnTo>
                  <a:lnTo>
                    <a:pt x="3362126" y="2856166"/>
                  </a:lnTo>
                  <a:lnTo>
                    <a:pt x="3362252" y="2856166"/>
                  </a:lnTo>
                  <a:lnTo>
                    <a:pt x="3362378" y="2856166"/>
                  </a:lnTo>
                  <a:lnTo>
                    <a:pt x="3362504" y="2856166"/>
                  </a:lnTo>
                  <a:lnTo>
                    <a:pt x="3362630" y="2856166"/>
                  </a:lnTo>
                  <a:lnTo>
                    <a:pt x="3362756" y="2856166"/>
                  </a:lnTo>
                  <a:lnTo>
                    <a:pt x="3362882" y="2856166"/>
                  </a:lnTo>
                  <a:lnTo>
                    <a:pt x="3363008" y="2856166"/>
                  </a:lnTo>
                  <a:lnTo>
                    <a:pt x="3363135" y="2856166"/>
                  </a:lnTo>
                  <a:lnTo>
                    <a:pt x="3363261" y="2856166"/>
                  </a:lnTo>
                  <a:lnTo>
                    <a:pt x="3363387" y="2856166"/>
                  </a:lnTo>
                  <a:lnTo>
                    <a:pt x="3363513" y="2856166"/>
                  </a:lnTo>
                  <a:lnTo>
                    <a:pt x="3363513" y="2850887"/>
                  </a:lnTo>
                  <a:lnTo>
                    <a:pt x="3363639" y="2850887"/>
                  </a:lnTo>
                  <a:lnTo>
                    <a:pt x="3363765" y="2850887"/>
                  </a:lnTo>
                  <a:lnTo>
                    <a:pt x="3363891" y="2850887"/>
                  </a:lnTo>
                  <a:lnTo>
                    <a:pt x="3364017" y="2850887"/>
                  </a:lnTo>
                  <a:lnTo>
                    <a:pt x="3364143" y="2850887"/>
                  </a:lnTo>
                  <a:lnTo>
                    <a:pt x="3364269" y="2850887"/>
                  </a:lnTo>
                  <a:lnTo>
                    <a:pt x="3364395" y="2850887"/>
                  </a:lnTo>
                  <a:lnTo>
                    <a:pt x="3364521" y="2850887"/>
                  </a:lnTo>
                  <a:lnTo>
                    <a:pt x="3364648" y="2850887"/>
                  </a:lnTo>
                  <a:lnTo>
                    <a:pt x="3364774" y="2850887"/>
                  </a:lnTo>
                  <a:lnTo>
                    <a:pt x="3364900" y="2850887"/>
                  </a:lnTo>
                  <a:lnTo>
                    <a:pt x="3365026" y="2850887"/>
                  </a:lnTo>
                  <a:lnTo>
                    <a:pt x="3365152" y="2850887"/>
                  </a:lnTo>
                  <a:lnTo>
                    <a:pt x="3365278" y="2850887"/>
                  </a:lnTo>
                  <a:lnTo>
                    <a:pt x="3365404" y="2850887"/>
                  </a:lnTo>
                  <a:lnTo>
                    <a:pt x="3365530" y="2850887"/>
                  </a:lnTo>
                  <a:lnTo>
                    <a:pt x="3365656" y="2850887"/>
                  </a:lnTo>
                  <a:lnTo>
                    <a:pt x="3365782" y="2850887"/>
                  </a:lnTo>
                  <a:lnTo>
                    <a:pt x="3365908" y="2850887"/>
                  </a:lnTo>
                  <a:lnTo>
                    <a:pt x="3366035" y="2850887"/>
                  </a:lnTo>
                  <a:lnTo>
                    <a:pt x="3366161" y="2850887"/>
                  </a:lnTo>
                  <a:lnTo>
                    <a:pt x="3366287" y="2850887"/>
                  </a:lnTo>
                  <a:lnTo>
                    <a:pt x="3366413" y="2850887"/>
                  </a:lnTo>
                  <a:lnTo>
                    <a:pt x="3366539" y="2850887"/>
                  </a:lnTo>
                  <a:lnTo>
                    <a:pt x="3366665" y="2850887"/>
                  </a:lnTo>
                  <a:lnTo>
                    <a:pt x="3366791" y="2850887"/>
                  </a:lnTo>
                  <a:lnTo>
                    <a:pt x="3366917" y="2850887"/>
                  </a:lnTo>
                  <a:lnTo>
                    <a:pt x="3366917" y="2845608"/>
                  </a:lnTo>
                  <a:lnTo>
                    <a:pt x="3367043" y="2845608"/>
                  </a:lnTo>
                  <a:lnTo>
                    <a:pt x="3367169" y="2845608"/>
                  </a:lnTo>
                  <a:lnTo>
                    <a:pt x="3367295" y="2845608"/>
                  </a:lnTo>
                  <a:lnTo>
                    <a:pt x="3367421" y="2845608"/>
                  </a:lnTo>
                  <a:lnTo>
                    <a:pt x="3367548" y="2845608"/>
                  </a:lnTo>
                  <a:lnTo>
                    <a:pt x="3367674" y="2845608"/>
                  </a:lnTo>
                  <a:lnTo>
                    <a:pt x="3367800" y="2845608"/>
                  </a:lnTo>
                  <a:lnTo>
                    <a:pt x="3367926" y="2845608"/>
                  </a:lnTo>
                  <a:lnTo>
                    <a:pt x="3368052" y="2845608"/>
                  </a:lnTo>
                  <a:lnTo>
                    <a:pt x="3368178" y="2845608"/>
                  </a:lnTo>
                  <a:lnTo>
                    <a:pt x="3368304" y="2845608"/>
                  </a:lnTo>
                  <a:lnTo>
                    <a:pt x="3368430" y="2845608"/>
                  </a:lnTo>
                  <a:lnTo>
                    <a:pt x="3368556" y="2845608"/>
                  </a:lnTo>
                  <a:lnTo>
                    <a:pt x="3368682" y="2845608"/>
                  </a:lnTo>
                  <a:lnTo>
                    <a:pt x="3368808" y="2845608"/>
                  </a:lnTo>
                  <a:lnTo>
                    <a:pt x="3368935" y="2845608"/>
                  </a:lnTo>
                  <a:lnTo>
                    <a:pt x="3369061" y="2845608"/>
                  </a:lnTo>
                  <a:lnTo>
                    <a:pt x="3369187" y="2845608"/>
                  </a:lnTo>
                  <a:lnTo>
                    <a:pt x="3369313" y="2845608"/>
                  </a:lnTo>
                  <a:lnTo>
                    <a:pt x="3369439" y="2845608"/>
                  </a:lnTo>
                  <a:lnTo>
                    <a:pt x="3369565" y="2845608"/>
                  </a:lnTo>
                  <a:lnTo>
                    <a:pt x="3369691" y="2845608"/>
                  </a:lnTo>
                  <a:lnTo>
                    <a:pt x="3369817" y="2845608"/>
                  </a:lnTo>
                  <a:lnTo>
                    <a:pt x="3369943" y="2845608"/>
                  </a:lnTo>
                  <a:lnTo>
                    <a:pt x="3370069" y="2845608"/>
                  </a:lnTo>
                  <a:lnTo>
                    <a:pt x="3370195" y="2845608"/>
                  </a:lnTo>
                  <a:lnTo>
                    <a:pt x="3370322" y="2845608"/>
                  </a:lnTo>
                  <a:lnTo>
                    <a:pt x="3370448" y="2845608"/>
                  </a:lnTo>
                  <a:lnTo>
                    <a:pt x="3370574" y="2845608"/>
                  </a:lnTo>
                  <a:lnTo>
                    <a:pt x="3370700" y="2845608"/>
                  </a:lnTo>
                  <a:lnTo>
                    <a:pt x="3370826" y="2845608"/>
                  </a:lnTo>
                  <a:lnTo>
                    <a:pt x="3370952" y="2845608"/>
                  </a:lnTo>
                  <a:lnTo>
                    <a:pt x="3371078" y="2845608"/>
                  </a:lnTo>
                  <a:lnTo>
                    <a:pt x="3371204" y="2845608"/>
                  </a:lnTo>
                  <a:lnTo>
                    <a:pt x="3371330" y="2845608"/>
                  </a:lnTo>
                  <a:lnTo>
                    <a:pt x="3371456" y="2845608"/>
                  </a:lnTo>
                  <a:lnTo>
                    <a:pt x="3371582" y="2845608"/>
                  </a:lnTo>
                  <a:lnTo>
                    <a:pt x="3371708" y="2845608"/>
                  </a:lnTo>
                  <a:lnTo>
                    <a:pt x="3371835" y="2845608"/>
                  </a:lnTo>
                  <a:lnTo>
                    <a:pt x="3371961" y="2845608"/>
                  </a:lnTo>
                  <a:lnTo>
                    <a:pt x="3372087" y="2845608"/>
                  </a:lnTo>
                  <a:lnTo>
                    <a:pt x="3372213" y="2845608"/>
                  </a:lnTo>
                  <a:lnTo>
                    <a:pt x="3372339" y="2845608"/>
                  </a:lnTo>
                  <a:lnTo>
                    <a:pt x="3372465" y="2845608"/>
                  </a:lnTo>
                  <a:lnTo>
                    <a:pt x="3372591" y="2845608"/>
                  </a:lnTo>
                  <a:lnTo>
                    <a:pt x="3372717" y="2845608"/>
                  </a:lnTo>
                  <a:lnTo>
                    <a:pt x="3372843" y="2845608"/>
                  </a:lnTo>
                  <a:lnTo>
                    <a:pt x="3372969" y="2845608"/>
                  </a:lnTo>
                  <a:lnTo>
                    <a:pt x="3373095" y="2845608"/>
                  </a:lnTo>
                  <a:lnTo>
                    <a:pt x="3373222" y="2845608"/>
                  </a:lnTo>
                  <a:lnTo>
                    <a:pt x="3373348" y="2845608"/>
                  </a:lnTo>
                  <a:lnTo>
                    <a:pt x="3373474" y="2845608"/>
                  </a:lnTo>
                  <a:lnTo>
                    <a:pt x="3373600" y="2845608"/>
                  </a:lnTo>
                  <a:lnTo>
                    <a:pt x="3373726" y="2845608"/>
                  </a:lnTo>
                  <a:lnTo>
                    <a:pt x="3373852" y="2845608"/>
                  </a:lnTo>
                  <a:lnTo>
                    <a:pt x="3373978" y="2845608"/>
                  </a:lnTo>
                  <a:lnTo>
                    <a:pt x="3374104" y="2845608"/>
                  </a:lnTo>
                  <a:lnTo>
                    <a:pt x="3374230" y="2845608"/>
                  </a:lnTo>
                  <a:lnTo>
                    <a:pt x="3374356" y="2845608"/>
                  </a:lnTo>
                  <a:lnTo>
                    <a:pt x="3374482" y="2845608"/>
                  </a:lnTo>
                  <a:lnTo>
                    <a:pt x="3374608" y="2845608"/>
                  </a:lnTo>
                  <a:lnTo>
                    <a:pt x="3374735" y="2845608"/>
                  </a:lnTo>
                  <a:lnTo>
                    <a:pt x="3374861" y="2845608"/>
                  </a:lnTo>
                  <a:lnTo>
                    <a:pt x="3374987" y="2845608"/>
                  </a:lnTo>
                  <a:lnTo>
                    <a:pt x="3374987" y="2840328"/>
                  </a:lnTo>
                  <a:lnTo>
                    <a:pt x="3375113" y="2840328"/>
                  </a:lnTo>
                  <a:lnTo>
                    <a:pt x="3375239" y="2840328"/>
                  </a:lnTo>
                  <a:lnTo>
                    <a:pt x="3375365" y="2840328"/>
                  </a:lnTo>
                  <a:lnTo>
                    <a:pt x="3375491" y="2840328"/>
                  </a:lnTo>
                  <a:lnTo>
                    <a:pt x="3375617" y="2840328"/>
                  </a:lnTo>
                  <a:lnTo>
                    <a:pt x="3375743" y="2840328"/>
                  </a:lnTo>
                  <a:lnTo>
                    <a:pt x="3375869" y="2840328"/>
                  </a:lnTo>
                  <a:lnTo>
                    <a:pt x="3375995" y="2840328"/>
                  </a:lnTo>
                  <a:lnTo>
                    <a:pt x="3376122" y="2840328"/>
                  </a:lnTo>
                  <a:lnTo>
                    <a:pt x="3376248" y="2840328"/>
                  </a:lnTo>
                  <a:lnTo>
                    <a:pt x="3376374" y="2840328"/>
                  </a:lnTo>
                  <a:lnTo>
                    <a:pt x="3376500" y="2840328"/>
                  </a:lnTo>
                  <a:lnTo>
                    <a:pt x="3376626" y="2840328"/>
                  </a:lnTo>
                  <a:lnTo>
                    <a:pt x="3376752" y="2840328"/>
                  </a:lnTo>
                  <a:lnTo>
                    <a:pt x="3376878" y="2840328"/>
                  </a:lnTo>
                  <a:lnTo>
                    <a:pt x="3377004" y="2840328"/>
                  </a:lnTo>
                  <a:lnTo>
                    <a:pt x="3377130" y="2840328"/>
                  </a:lnTo>
                  <a:lnTo>
                    <a:pt x="3377256" y="2840328"/>
                  </a:lnTo>
                  <a:lnTo>
                    <a:pt x="3377382" y="2840328"/>
                  </a:lnTo>
                  <a:lnTo>
                    <a:pt x="3377509" y="2840328"/>
                  </a:lnTo>
                  <a:lnTo>
                    <a:pt x="3377635" y="2840328"/>
                  </a:lnTo>
                  <a:lnTo>
                    <a:pt x="3377761" y="2840328"/>
                  </a:lnTo>
                  <a:lnTo>
                    <a:pt x="3377761" y="2835049"/>
                  </a:lnTo>
                  <a:lnTo>
                    <a:pt x="3377887" y="2835049"/>
                  </a:lnTo>
                  <a:lnTo>
                    <a:pt x="3378013" y="2835049"/>
                  </a:lnTo>
                  <a:lnTo>
                    <a:pt x="3378139" y="2835049"/>
                  </a:lnTo>
                  <a:lnTo>
                    <a:pt x="3378265" y="2835049"/>
                  </a:lnTo>
                  <a:lnTo>
                    <a:pt x="3378391" y="2835049"/>
                  </a:lnTo>
                  <a:lnTo>
                    <a:pt x="3378517" y="2835049"/>
                  </a:lnTo>
                  <a:lnTo>
                    <a:pt x="3378643" y="2835049"/>
                  </a:lnTo>
                  <a:lnTo>
                    <a:pt x="3378769" y="2835049"/>
                  </a:lnTo>
                  <a:lnTo>
                    <a:pt x="3378895" y="2835049"/>
                  </a:lnTo>
                  <a:lnTo>
                    <a:pt x="3379022" y="2835049"/>
                  </a:lnTo>
                  <a:lnTo>
                    <a:pt x="3379148" y="2835049"/>
                  </a:lnTo>
                  <a:lnTo>
                    <a:pt x="3379274" y="2835049"/>
                  </a:lnTo>
                  <a:lnTo>
                    <a:pt x="3379400" y="2835049"/>
                  </a:lnTo>
                  <a:lnTo>
                    <a:pt x="3379526" y="2835049"/>
                  </a:lnTo>
                  <a:lnTo>
                    <a:pt x="3379652" y="2835049"/>
                  </a:lnTo>
                  <a:lnTo>
                    <a:pt x="3379778" y="2835049"/>
                  </a:lnTo>
                  <a:lnTo>
                    <a:pt x="3379904" y="2835049"/>
                  </a:lnTo>
                  <a:lnTo>
                    <a:pt x="3380030" y="2835049"/>
                  </a:lnTo>
                  <a:lnTo>
                    <a:pt x="3380156" y="2835049"/>
                  </a:lnTo>
                  <a:lnTo>
                    <a:pt x="3380282" y="2835049"/>
                  </a:lnTo>
                  <a:lnTo>
                    <a:pt x="3380409" y="2835049"/>
                  </a:lnTo>
                  <a:lnTo>
                    <a:pt x="3380535" y="2835049"/>
                  </a:lnTo>
                  <a:lnTo>
                    <a:pt x="3380661" y="2835049"/>
                  </a:lnTo>
                  <a:lnTo>
                    <a:pt x="3380787" y="2835049"/>
                  </a:lnTo>
                  <a:lnTo>
                    <a:pt x="3380913" y="2835049"/>
                  </a:lnTo>
                  <a:lnTo>
                    <a:pt x="3381039" y="2835049"/>
                  </a:lnTo>
                  <a:lnTo>
                    <a:pt x="3381165" y="2835049"/>
                  </a:lnTo>
                  <a:lnTo>
                    <a:pt x="3381291" y="2835049"/>
                  </a:lnTo>
                  <a:lnTo>
                    <a:pt x="3381417" y="2835049"/>
                  </a:lnTo>
                  <a:lnTo>
                    <a:pt x="3381543" y="2835049"/>
                  </a:lnTo>
                  <a:lnTo>
                    <a:pt x="3381669" y="2835049"/>
                  </a:lnTo>
                  <a:lnTo>
                    <a:pt x="3381795" y="2835049"/>
                  </a:lnTo>
                  <a:lnTo>
                    <a:pt x="3381922" y="2835049"/>
                  </a:lnTo>
                  <a:lnTo>
                    <a:pt x="3382048" y="2835049"/>
                  </a:lnTo>
                  <a:lnTo>
                    <a:pt x="3382174" y="2835049"/>
                  </a:lnTo>
                  <a:lnTo>
                    <a:pt x="3382300" y="2835049"/>
                  </a:lnTo>
                  <a:lnTo>
                    <a:pt x="3382426" y="2835049"/>
                  </a:lnTo>
                  <a:lnTo>
                    <a:pt x="3382552" y="2835049"/>
                  </a:lnTo>
                  <a:lnTo>
                    <a:pt x="3382678" y="2835049"/>
                  </a:lnTo>
                  <a:lnTo>
                    <a:pt x="3382804" y="2835049"/>
                  </a:lnTo>
                  <a:lnTo>
                    <a:pt x="3382930" y="2835049"/>
                  </a:lnTo>
                  <a:lnTo>
                    <a:pt x="3383056" y="2835049"/>
                  </a:lnTo>
                  <a:lnTo>
                    <a:pt x="3383182" y="2835049"/>
                  </a:lnTo>
                  <a:lnTo>
                    <a:pt x="3383309" y="2835049"/>
                  </a:lnTo>
                  <a:lnTo>
                    <a:pt x="3383435" y="2835049"/>
                  </a:lnTo>
                  <a:lnTo>
                    <a:pt x="3383561" y="2835049"/>
                  </a:lnTo>
                  <a:lnTo>
                    <a:pt x="3383687" y="2835049"/>
                  </a:lnTo>
                  <a:lnTo>
                    <a:pt x="3383813" y="2835049"/>
                  </a:lnTo>
                  <a:lnTo>
                    <a:pt x="3383939" y="2835049"/>
                  </a:lnTo>
                  <a:lnTo>
                    <a:pt x="3384065" y="2835049"/>
                  </a:lnTo>
                  <a:lnTo>
                    <a:pt x="3384191" y="2835049"/>
                  </a:lnTo>
                  <a:lnTo>
                    <a:pt x="3384317" y="2835049"/>
                  </a:lnTo>
                  <a:lnTo>
                    <a:pt x="3384443" y="2835049"/>
                  </a:lnTo>
                  <a:lnTo>
                    <a:pt x="3384569" y="2835049"/>
                  </a:lnTo>
                  <a:lnTo>
                    <a:pt x="3384695" y="2835049"/>
                  </a:lnTo>
                  <a:lnTo>
                    <a:pt x="3384822" y="2835049"/>
                  </a:lnTo>
                  <a:lnTo>
                    <a:pt x="3384948" y="2835049"/>
                  </a:lnTo>
                  <a:lnTo>
                    <a:pt x="3385074" y="2835049"/>
                  </a:lnTo>
                  <a:lnTo>
                    <a:pt x="3385200" y="2835049"/>
                  </a:lnTo>
                  <a:lnTo>
                    <a:pt x="3385326" y="2835049"/>
                  </a:lnTo>
                  <a:lnTo>
                    <a:pt x="3385452" y="2835049"/>
                  </a:lnTo>
                  <a:lnTo>
                    <a:pt x="3385578" y="2835049"/>
                  </a:lnTo>
                  <a:lnTo>
                    <a:pt x="3385704" y="2835049"/>
                  </a:lnTo>
                  <a:lnTo>
                    <a:pt x="3385830" y="2835049"/>
                  </a:lnTo>
                  <a:lnTo>
                    <a:pt x="3385956" y="2835049"/>
                  </a:lnTo>
                  <a:lnTo>
                    <a:pt x="3386082" y="2835049"/>
                  </a:lnTo>
                  <a:lnTo>
                    <a:pt x="3386209" y="2835049"/>
                  </a:lnTo>
                  <a:lnTo>
                    <a:pt x="3386335" y="2835049"/>
                  </a:lnTo>
                  <a:lnTo>
                    <a:pt x="3386461" y="2835049"/>
                  </a:lnTo>
                  <a:lnTo>
                    <a:pt x="3386587" y="2835049"/>
                  </a:lnTo>
                  <a:lnTo>
                    <a:pt x="3386713" y="2835049"/>
                  </a:lnTo>
                  <a:lnTo>
                    <a:pt x="3386839" y="2835049"/>
                  </a:lnTo>
                  <a:lnTo>
                    <a:pt x="3386965" y="2835049"/>
                  </a:lnTo>
                  <a:lnTo>
                    <a:pt x="3387091" y="2835049"/>
                  </a:lnTo>
                  <a:lnTo>
                    <a:pt x="3387217" y="2835049"/>
                  </a:lnTo>
                  <a:lnTo>
                    <a:pt x="3387343" y="2835049"/>
                  </a:lnTo>
                  <a:lnTo>
                    <a:pt x="3387469" y="2835049"/>
                  </a:lnTo>
                  <a:lnTo>
                    <a:pt x="3387596" y="2835049"/>
                  </a:lnTo>
                  <a:lnTo>
                    <a:pt x="3387722" y="2835049"/>
                  </a:lnTo>
                  <a:lnTo>
                    <a:pt x="3387848" y="2835049"/>
                  </a:lnTo>
                  <a:lnTo>
                    <a:pt x="3387974" y="2835049"/>
                  </a:lnTo>
                  <a:lnTo>
                    <a:pt x="3388100" y="2835049"/>
                  </a:lnTo>
                  <a:lnTo>
                    <a:pt x="3388226" y="2835049"/>
                  </a:lnTo>
                  <a:lnTo>
                    <a:pt x="3388352" y="2835049"/>
                  </a:lnTo>
                  <a:lnTo>
                    <a:pt x="3388478" y="2835049"/>
                  </a:lnTo>
                  <a:lnTo>
                    <a:pt x="3388604" y="2835049"/>
                  </a:lnTo>
                  <a:lnTo>
                    <a:pt x="3388730" y="2835049"/>
                  </a:lnTo>
                  <a:lnTo>
                    <a:pt x="3388856" y="2835049"/>
                  </a:lnTo>
                  <a:lnTo>
                    <a:pt x="3388982" y="2835049"/>
                  </a:lnTo>
                  <a:lnTo>
                    <a:pt x="3389109" y="2835049"/>
                  </a:lnTo>
                  <a:lnTo>
                    <a:pt x="3389235" y="2835049"/>
                  </a:lnTo>
                  <a:lnTo>
                    <a:pt x="3389361" y="2835049"/>
                  </a:lnTo>
                  <a:lnTo>
                    <a:pt x="3389487" y="2835049"/>
                  </a:lnTo>
                  <a:lnTo>
                    <a:pt x="3389613" y="2835049"/>
                  </a:lnTo>
                  <a:lnTo>
                    <a:pt x="3389739" y="2835049"/>
                  </a:lnTo>
                  <a:lnTo>
                    <a:pt x="3389865" y="2835049"/>
                  </a:lnTo>
                  <a:lnTo>
                    <a:pt x="3389991" y="2835049"/>
                  </a:lnTo>
                  <a:lnTo>
                    <a:pt x="3390117" y="2835049"/>
                  </a:lnTo>
                  <a:lnTo>
                    <a:pt x="3390243" y="2835049"/>
                  </a:lnTo>
                  <a:lnTo>
                    <a:pt x="3390369" y="2835049"/>
                  </a:lnTo>
                  <a:lnTo>
                    <a:pt x="3390496" y="2835049"/>
                  </a:lnTo>
                  <a:lnTo>
                    <a:pt x="3390622" y="2835049"/>
                  </a:lnTo>
                  <a:lnTo>
                    <a:pt x="3390748" y="2835049"/>
                  </a:lnTo>
                  <a:lnTo>
                    <a:pt x="3390874" y="2835049"/>
                  </a:lnTo>
                  <a:lnTo>
                    <a:pt x="3391000" y="2835049"/>
                  </a:lnTo>
                  <a:lnTo>
                    <a:pt x="3391126" y="2835049"/>
                  </a:lnTo>
                  <a:lnTo>
                    <a:pt x="3391252" y="2835049"/>
                  </a:lnTo>
                  <a:lnTo>
                    <a:pt x="3391378" y="2835049"/>
                  </a:lnTo>
                  <a:lnTo>
                    <a:pt x="3391504" y="2835049"/>
                  </a:lnTo>
                  <a:lnTo>
                    <a:pt x="3391630" y="2835049"/>
                  </a:lnTo>
                  <a:lnTo>
                    <a:pt x="3391756" y="2835049"/>
                  </a:lnTo>
                  <a:lnTo>
                    <a:pt x="3391882" y="2835049"/>
                  </a:lnTo>
                  <a:lnTo>
                    <a:pt x="3392009" y="2835049"/>
                  </a:lnTo>
                  <a:lnTo>
                    <a:pt x="3392135" y="2835049"/>
                  </a:lnTo>
                  <a:lnTo>
                    <a:pt x="3392261" y="2835049"/>
                  </a:lnTo>
                  <a:lnTo>
                    <a:pt x="3392387" y="2835049"/>
                  </a:lnTo>
                  <a:lnTo>
                    <a:pt x="3392387" y="2829769"/>
                  </a:lnTo>
                  <a:lnTo>
                    <a:pt x="3392513" y="2829769"/>
                  </a:lnTo>
                  <a:lnTo>
                    <a:pt x="3392639" y="2829769"/>
                  </a:lnTo>
                  <a:lnTo>
                    <a:pt x="3392765" y="2829769"/>
                  </a:lnTo>
                  <a:lnTo>
                    <a:pt x="3392891" y="2829769"/>
                  </a:lnTo>
                  <a:lnTo>
                    <a:pt x="3393017" y="2829769"/>
                  </a:lnTo>
                  <a:lnTo>
                    <a:pt x="3393143" y="2829769"/>
                  </a:lnTo>
                  <a:lnTo>
                    <a:pt x="3393269" y="2829769"/>
                  </a:lnTo>
                  <a:lnTo>
                    <a:pt x="3393396" y="2829769"/>
                  </a:lnTo>
                  <a:lnTo>
                    <a:pt x="3393522" y="2829769"/>
                  </a:lnTo>
                  <a:lnTo>
                    <a:pt x="3393648" y="2829769"/>
                  </a:lnTo>
                  <a:lnTo>
                    <a:pt x="3393774" y="2829769"/>
                  </a:lnTo>
                  <a:lnTo>
                    <a:pt x="3393900" y="2829769"/>
                  </a:lnTo>
                  <a:lnTo>
                    <a:pt x="3394026" y="2829769"/>
                  </a:lnTo>
                  <a:lnTo>
                    <a:pt x="3394152" y="2829769"/>
                  </a:lnTo>
                  <a:lnTo>
                    <a:pt x="3394278" y="2829769"/>
                  </a:lnTo>
                  <a:lnTo>
                    <a:pt x="3394404" y="2829769"/>
                  </a:lnTo>
                  <a:lnTo>
                    <a:pt x="3394530" y="2829769"/>
                  </a:lnTo>
                  <a:lnTo>
                    <a:pt x="3394656" y="2829769"/>
                  </a:lnTo>
                  <a:lnTo>
                    <a:pt x="3394783" y="2829769"/>
                  </a:lnTo>
                  <a:lnTo>
                    <a:pt x="3394909" y="2829769"/>
                  </a:lnTo>
                  <a:lnTo>
                    <a:pt x="3395035" y="2829769"/>
                  </a:lnTo>
                  <a:lnTo>
                    <a:pt x="3395161" y="2829769"/>
                  </a:lnTo>
                  <a:lnTo>
                    <a:pt x="3395287" y="2829769"/>
                  </a:lnTo>
                  <a:lnTo>
                    <a:pt x="3395413" y="2829769"/>
                  </a:lnTo>
                  <a:lnTo>
                    <a:pt x="3395539" y="2829769"/>
                  </a:lnTo>
                  <a:lnTo>
                    <a:pt x="3395665" y="2829769"/>
                  </a:lnTo>
                  <a:lnTo>
                    <a:pt x="3395791" y="2829769"/>
                  </a:lnTo>
                  <a:lnTo>
                    <a:pt x="3395917" y="2829769"/>
                  </a:lnTo>
                  <a:lnTo>
                    <a:pt x="3396043" y="2829769"/>
                  </a:lnTo>
                  <a:lnTo>
                    <a:pt x="3396169" y="2829769"/>
                  </a:lnTo>
                  <a:lnTo>
                    <a:pt x="3396296" y="2829769"/>
                  </a:lnTo>
                  <a:lnTo>
                    <a:pt x="3396422" y="2829769"/>
                  </a:lnTo>
                  <a:lnTo>
                    <a:pt x="3396548" y="2829769"/>
                  </a:lnTo>
                  <a:lnTo>
                    <a:pt x="3396674" y="2829769"/>
                  </a:lnTo>
                  <a:lnTo>
                    <a:pt x="3396800" y="2829769"/>
                  </a:lnTo>
                  <a:lnTo>
                    <a:pt x="3396800" y="2824490"/>
                  </a:lnTo>
                  <a:lnTo>
                    <a:pt x="3396926" y="2824490"/>
                  </a:lnTo>
                  <a:lnTo>
                    <a:pt x="3397052" y="2824490"/>
                  </a:lnTo>
                  <a:lnTo>
                    <a:pt x="3397178" y="2824490"/>
                  </a:lnTo>
                  <a:lnTo>
                    <a:pt x="3397304" y="2824490"/>
                  </a:lnTo>
                  <a:lnTo>
                    <a:pt x="3397430" y="2824490"/>
                  </a:lnTo>
                  <a:lnTo>
                    <a:pt x="3397556" y="2824490"/>
                  </a:lnTo>
                  <a:lnTo>
                    <a:pt x="3397683" y="2824490"/>
                  </a:lnTo>
                  <a:lnTo>
                    <a:pt x="3397683" y="2819210"/>
                  </a:lnTo>
                  <a:lnTo>
                    <a:pt x="3397809" y="2819210"/>
                  </a:lnTo>
                  <a:lnTo>
                    <a:pt x="3397935" y="2819210"/>
                  </a:lnTo>
                  <a:lnTo>
                    <a:pt x="3398061" y="2819210"/>
                  </a:lnTo>
                  <a:lnTo>
                    <a:pt x="3398187" y="2819210"/>
                  </a:lnTo>
                  <a:lnTo>
                    <a:pt x="3398313" y="2819210"/>
                  </a:lnTo>
                  <a:lnTo>
                    <a:pt x="3398439" y="2819210"/>
                  </a:lnTo>
                  <a:lnTo>
                    <a:pt x="3398565" y="2819210"/>
                  </a:lnTo>
                  <a:lnTo>
                    <a:pt x="3398691" y="2819210"/>
                  </a:lnTo>
                  <a:lnTo>
                    <a:pt x="3398817" y="2819210"/>
                  </a:lnTo>
                  <a:lnTo>
                    <a:pt x="3398943" y="2819210"/>
                  </a:lnTo>
                  <a:lnTo>
                    <a:pt x="3399069" y="2819210"/>
                  </a:lnTo>
                  <a:lnTo>
                    <a:pt x="3399196" y="2819210"/>
                  </a:lnTo>
                  <a:lnTo>
                    <a:pt x="3399322" y="2819210"/>
                  </a:lnTo>
                  <a:lnTo>
                    <a:pt x="3399448" y="2819210"/>
                  </a:lnTo>
                  <a:lnTo>
                    <a:pt x="3399574" y="2819210"/>
                  </a:lnTo>
                  <a:lnTo>
                    <a:pt x="3399700" y="2819210"/>
                  </a:lnTo>
                  <a:lnTo>
                    <a:pt x="3399826" y="2819210"/>
                  </a:lnTo>
                  <a:lnTo>
                    <a:pt x="3399952" y="2819210"/>
                  </a:lnTo>
                  <a:lnTo>
                    <a:pt x="3400078" y="2819210"/>
                  </a:lnTo>
                  <a:lnTo>
                    <a:pt x="3400204" y="2819210"/>
                  </a:lnTo>
                  <a:lnTo>
                    <a:pt x="3400330" y="2819210"/>
                  </a:lnTo>
                  <a:lnTo>
                    <a:pt x="3400456" y="2819210"/>
                  </a:lnTo>
                  <a:lnTo>
                    <a:pt x="3400583" y="2819210"/>
                  </a:lnTo>
                  <a:lnTo>
                    <a:pt x="3400709" y="2819210"/>
                  </a:lnTo>
                  <a:lnTo>
                    <a:pt x="3400835" y="2819210"/>
                  </a:lnTo>
                  <a:lnTo>
                    <a:pt x="3400961" y="2819210"/>
                  </a:lnTo>
                  <a:lnTo>
                    <a:pt x="3401087" y="2819210"/>
                  </a:lnTo>
                  <a:lnTo>
                    <a:pt x="3401213" y="2819210"/>
                  </a:lnTo>
                  <a:lnTo>
                    <a:pt x="3401339" y="2819210"/>
                  </a:lnTo>
                  <a:lnTo>
                    <a:pt x="3401465" y="2819210"/>
                  </a:lnTo>
                  <a:lnTo>
                    <a:pt x="3401591" y="2819210"/>
                  </a:lnTo>
                  <a:lnTo>
                    <a:pt x="3401717" y="2819210"/>
                  </a:lnTo>
                  <a:lnTo>
                    <a:pt x="3401843" y="2819210"/>
                  </a:lnTo>
                  <a:lnTo>
                    <a:pt x="3401970" y="2819210"/>
                  </a:lnTo>
                  <a:lnTo>
                    <a:pt x="3402096" y="2819210"/>
                  </a:lnTo>
                  <a:lnTo>
                    <a:pt x="3402222" y="2819210"/>
                  </a:lnTo>
                  <a:lnTo>
                    <a:pt x="3402348" y="2819210"/>
                  </a:lnTo>
                  <a:lnTo>
                    <a:pt x="3402474" y="2819210"/>
                  </a:lnTo>
                  <a:lnTo>
                    <a:pt x="3402600" y="2819210"/>
                  </a:lnTo>
                  <a:lnTo>
                    <a:pt x="3402726" y="2819210"/>
                  </a:lnTo>
                  <a:lnTo>
                    <a:pt x="3402852" y="2819210"/>
                  </a:lnTo>
                  <a:lnTo>
                    <a:pt x="3402978" y="2819210"/>
                  </a:lnTo>
                  <a:lnTo>
                    <a:pt x="3403104" y="2819210"/>
                  </a:lnTo>
                  <a:lnTo>
                    <a:pt x="3403230" y="2819210"/>
                  </a:lnTo>
                  <a:lnTo>
                    <a:pt x="3403356" y="2819210"/>
                  </a:lnTo>
                  <a:lnTo>
                    <a:pt x="3403483" y="2819210"/>
                  </a:lnTo>
                  <a:lnTo>
                    <a:pt x="3403609" y="2819210"/>
                  </a:lnTo>
                  <a:lnTo>
                    <a:pt x="3403735" y="2819210"/>
                  </a:lnTo>
                  <a:lnTo>
                    <a:pt x="3403861" y="2819210"/>
                  </a:lnTo>
                  <a:lnTo>
                    <a:pt x="3403987" y="2819210"/>
                  </a:lnTo>
                  <a:lnTo>
                    <a:pt x="3404113" y="2819210"/>
                  </a:lnTo>
                  <a:lnTo>
                    <a:pt x="3404239" y="2819210"/>
                  </a:lnTo>
                  <a:lnTo>
                    <a:pt x="3404365" y="2819210"/>
                  </a:lnTo>
                  <a:lnTo>
                    <a:pt x="3404491" y="2819210"/>
                  </a:lnTo>
                  <a:lnTo>
                    <a:pt x="3404617" y="2819210"/>
                  </a:lnTo>
                  <a:lnTo>
                    <a:pt x="3404743" y="2819210"/>
                  </a:lnTo>
                  <a:lnTo>
                    <a:pt x="3404870" y="2819210"/>
                  </a:lnTo>
                  <a:lnTo>
                    <a:pt x="3404996" y="2819210"/>
                  </a:lnTo>
                  <a:lnTo>
                    <a:pt x="3405122" y="2819210"/>
                  </a:lnTo>
                  <a:lnTo>
                    <a:pt x="3405248" y="2819210"/>
                  </a:lnTo>
                  <a:lnTo>
                    <a:pt x="3405374" y="2819210"/>
                  </a:lnTo>
                  <a:lnTo>
                    <a:pt x="3405500" y="2819210"/>
                  </a:lnTo>
                  <a:lnTo>
                    <a:pt x="3405626" y="2819210"/>
                  </a:lnTo>
                  <a:lnTo>
                    <a:pt x="3405752" y="2819210"/>
                  </a:lnTo>
                  <a:lnTo>
                    <a:pt x="3405878" y="2819210"/>
                  </a:lnTo>
                  <a:lnTo>
                    <a:pt x="3406004" y="2819210"/>
                  </a:lnTo>
                  <a:lnTo>
                    <a:pt x="3406130" y="2819210"/>
                  </a:lnTo>
                  <a:lnTo>
                    <a:pt x="3406256" y="2819210"/>
                  </a:lnTo>
                  <a:lnTo>
                    <a:pt x="3406383" y="2819210"/>
                  </a:lnTo>
                  <a:lnTo>
                    <a:pt x="3406509" y="2819210"/>
                  </a:lnTo>
                  <a:lnTo>
                    <a:pt x="3406635" y="2819210"/>
                  </a:lnTo>
                  <a:lnTo>
                    <a:pt x="3406761" y="2819210"/>
                  </a:lnTo>
                  <a:lnTo>
                    <a:pt x="3406887" y="2819210"/>
                  </a:lnTo>
                  <a:lnTo>
                    <a:pt x="3407013" y="2819210"/>
                  </a:lnTo>
                  <a:lnTo>
                    <a:pt x="3407139" y="2819210"/>
                  </a:lnTo>
                  <a:lnTo>
                    <a:pt x="3407265" y="2819210"/>
                  </a:lnTo>
                  <a:lnTo>
                    <a:pt x="3407391" y="2819210"/>
                  </a:lnTo>
                  <a:lnTo>
                    <a:pt x="3407517" y="2819210"/>
                  </a:lnTo>
                  <a:lnTo>
                    <a:pt x="3407643" y="2819210"/>
                  </a:lnTo>
                  <a:lnTo>
                    <a:pt x="3407770" y="2819210"/>
                  </a:lnTo>
                  <a:lnTo>
                    <a:pt x="3407896" y="2819210"/>
                  </a:lnTo>
                  <a:lnTo>
                    <a:pt x="3408022" y="2819210"/>
                  </a:lnTo>
                  <a:lnTo>
                    <a:pt x="3408148" y="2819210"/>
                  </a:lnTo>
                  <a:lnTo>
                    <a:pt x="3408274" y="2819210"/>
                  </a:lnTo>
                  <a:lnTo>
                    <a:pt x="3408400" y="2819210"/>
                  </a:lnTo>
                  <a:lnTo>
                    <a:pt x="3408526" y="2819210"/>
                  </a:lnTo>
                  <a:lnTo>
                    <a:pt x="3408652" y="2819210"/>
                  </a:lnTo>
                  <a:lnTo>
                    <a:pt x="3408778" y="2819210"/>
                  </a:lnTo>
                  <a:lnTo>
                    <a:pt x="3408904" y="2819210"/>
                  </a:lnTo>
                  <a:lnTo>
                    <a:pt x="3409030" y="2819210"/>
                  </a:lnTo>
                  <a:lnTo>
                    <a:pt x="3409156" y="2819210"/>
                  </a:lnTo>
                  <a:lnTo>
                    <a:pt x="3409283" y="2819210"/>
                  </a:lnTo>
                  <a:lnTo>
                    <a:pt x="3409409" y="2819210"/>
                  </a:lnTo>
                  <a:lnTo>
                    <a:pt x="3409535" y="2819210"/>
                  </a:lnTo>
                  <a:lnTo>
                    <a:pt x="3409661" y="2819210"/>
                  </a:lnTo>
                  <a:lnTo>
                    <a:pt x="3409787" y="2819210"/>
                  </a:lnTo>
                  <a:lnTo>
                    <a:pt x="3409913" y="2819210"/>
                  </a:lnTo>
                  <a:lnTo>
                    <a:pt x="3410039" y="2819210"/>
                  </a:lnTo>
                  <a:lnTo>
                    <a:pt x="3410165" y="2819210"/>
                  </a:lnTo>
                  <a:lnTo>
                    <a:pt x="3410291" y="2819210"/>
                  </a:lnTo>
                  <a:lnTo>
                    <a:pt x="3410417" y="2819210"/>
                  </a:lnTo>
                  <a:lnTo>
                    <a:pt x="3410543" y="2819210"/>
                  </a:lnTo>
                  <a:lnTo>
                    <a:pt x="3410670" y="2819210"/>
                  </a:lnTo>
                  <a:lnTo>
                    <a:pt x="3410796" y="2819210"/>
                  </a:lnTo>
                  <a:lnTo>
                    <a:pt x="3410922" y="2819210"/>
                  </a:lnTo>
                  <a:lnTo>
                    <a:pt x="3411048" y="2819210"/>
                  </a:lnTo>
                  <a:lnTo>
                    <a:pt x="3411174" y="2819210"/>
                  </a:lnTo>
                  <a:lnTo>
                    <a:pt x="3411300" y="2819210"/>
                  </a:lnTo>
                  <a:lnTo>
                    <a:pt x="3411426" y="2819210"/>
                  </a:lnTo>
                  <a:lnTo>
                    <a:pt x="3411552" y="2819210"/>
                  </a:lnTo>
                  <a:lnTo>
                    <a:pt x="3411678" y="2819210"/>
                  </a:lnTo>
                  <a:lnTo>
                    <a:pt x="3411804" y="2819210"/>
                  </a:lnTo>
                  <a:lnTo>
                    <a:pt x="3411930" y="2819210"/>
                  </a:lnTo>
                  <a:lnTo>
                    <a:pt x="3412057" y="2819210"/>
                  </a:lnTo>
                  <a:lnTo>
                    <a:pt x="3412183" y="2819210"/>
                  </a:lnTo>
                  <a:lnTo>
                    <a:pt x="3412309" y="2819210"/>
                  </a:lnTo>
                  <a:lnTo>
                    <a:pt x="3412435" y="2819210"/>
                  </a:lnTo>
                  <a:lnTo>
                    <a:pt x="3412561" y="2819210"/>
                  </a:lnTo>
                  <a:lnTo>
                    <a:pt x="3412687" y="2819210"/>
                  </a:lnTo>
                  <a:lnTo>
                    <a:pt x="3412813" y="2819210"/>
                  </a:lnTo>
                  <a:lnTo>
                    <a:pt x="3412939" y="2819210"/>
                  </a:lnTo>
                  <a:lnTo>
                    <a:pt x="3413065" y="2819210"/>
                  </a:lnTo>
                  <a:lnTo>
                    <a:pt x="3413191" y="2819210"/>
                  </a:lnTo>
                  <a:lnTo>
                    <a:pt x="3413317" y="2819210"/>
                  </a:lnTo>
                  <a:lnTo>
                    <a:pt x="3413443" y="2819210"/>
                  </a:lnTo>
                  <a:lnTo>
                    <a:pt x="3413570" y="2819210"/>
                  </a:lnTo>
                  <a:lnTo>
                    <a:pt x="3413696" y="2819210"/>
                  </a:lnTo>
                  <a:lnTo>
                    <a:pt x="3413822" y="2819210"/>
                  </a:lnTo>
                  <a:lnTo>
                    <a:pt x="3413948" y="2819210"/>
                  </a:lnTo>
                  <a:lnTo>
                    <a:pt x="3414074" y="2819210"/>
                  </a:lnTo>
                  <a:lnTo>
                    <a:pt x="3414200" y="2819210"/>
                  </a:lnTo>
                  <a:lnTo>
                    <a:pt x="3414326" y="2819210"/>
                  </a:lnTo>
                  <a:lnTo>
                    <a:pt x="3414326" y="2813931"/>
                  </a:lnTo>
                  <a:lnTo>
                    <a:pt x="3414452" y="2813931"/>
                  </a:lnTo>
                  <a:lnTo>
                    <a:pt x="3414578" y="2813931"/>
                  </a:lnTo>
                  <a:lnTo>
                    <a:pt x="3414704" y="2813931"/>
                  </a:lnTo>
                  <a:lnTo>
                    <a:pt x="3414830" y="2813931"/>
                  </a:lnTo>
                  <a:lnTo>
                    <a:pt x="3414957" y="2813931"/>
                  </a:lnTo>
                  <a:lnTo>
                    <a:pt x="3415083" y="2813931"/>
                  </a:lnTo>
                  <a:lnTo>
                    <a:pt x="3415209" y="2813931"/>
                  </a:lnTo>
                  <a:lnTo>
                    <a:pt x="3415335" y="2813931"/>
                  </a:lnTo>
                  <a:lnTo>
                    <a:pt x="3415461" y="2813931"/>
                  </a:lnTo>
                  <a:lnTo>
                    <a:pt x="3415587" y="2813931"/>
                  </a:lnTo>
                  <a:lnTo>
                    <a:pt x="3415713" y="2813931"/>
                  </a:lnTo>
                  <a:lnTo>
                    <a:pt x="3415839" y="2813931"/>
                  </a:lnTo>
                  <a:lnTo>
                    <a:pt x="3415965" y="2813931"/>
                  </a:lnTo>
                  <a:lnTo>
                    <a:pt x="3415965" y="2808652"/>
                  </a:lnTo>
                  <a:lnTo>
                    <a:pt x="3416091" y="2808652"/>
                  </a:lnTo>
                  <a:lnTo>
                    <a:pt x="3416217" y="2808652"/>
                  </a:lnTo>
                  <a:lnTo>
                    <a:pt x="3416343" y="2808652"/>
                  </a:lnTo>
                  <a:lnTo>
                    <a:pt x="3416470" y="2808652"/>
                  </a:lnTo>
                  <a:lnTo>
                    <a:pt x="3416596" y="2808652"/>
                  </a:lnTo>
                  <a:lnTo>
                    <a:pt x="3416722" y="2808652"/>
                  </a:lnTo>
                  <a:lnTo>
                    <a:pt x="3416848" y="2808652"/>
                  </a:lnTo>
                  <a:lnTo>
                    <a:pt x="3416974" y="2808652"/>
                  </a:lnTo>
                  <a:lnTo>
                    <a:pt x="3417100" y="2808652"/>
                  </a:lnTo>
                  <a:lnTo>
                    <a:pt x="3417226" y="2808652"/>
                  </a:lnTo>
                  <a:lnTo>
                    <a:pt x="3417352" y="2808652"/>
                  </a:lnTo>
                  <a:lnTo>
                    <a:pt x="3417478" y="2808652"/>
                  </a:lnTo>
                  <a:lnTo>
                    <a:pt x="3417604" y="2808652"/>
                  </a:lnTo>
                  <a:lnTo>
                    <a:pt x="3417730" y="2808652"/>
                  </a:lnTo>
                  <a:lnTo>
                    <a:pt x="3417857" y="2808652"/>
                  </a:lnTo>
                  <a:lnTo>
                    <a:pt x="3417983" y="2808652"/>
                  </a:lnTo>
                  <a:lnTo>
                    <a:pt x="3418109" y="2808652"/>
                  </a:lnTo>
                  <a:lnTo>
                    <a:pt x="3418235" y="2808652"/>
                  </a:lnTo>
                  <a:lnTo>
                    <a:pt x="3418361" y="2808652"/>
                  </a:lnTo>
                  <a:lnTo>
                    <a:pt x="3418487" y="2808652"/>
                  </a:lnTo>
                  <a:lnTo>
                    <a:pt x="3418613" y="2808652"/>
                  </a:lnTo>
                  <a:lnTo>
                    <a:pt x="3418739" y="2808652"/>
                  </a:lnTo>
                  <a:lnTo>
                    <a:pt x="3418865" y="2808652"/>
                  </a:lnTo>
                  <a:lnTo>
                    <a:pt x="3418991" y="2808652"/>
                  </a:lnTo>
                  <a:lnTo>
                    <a:pt x="3419117" y="2808652"/>
                  </a:lnTo>
                  <a:lnTo>
                    <a:pt x="3419244" y="2808652"/>
                  </a:lnTo>
                  <a:lnTo>
                    <a:pt x="3419370" y="2808652"/>
                  </a:lnTo>
                  <a:lnTo>
                    <a:pt x="3419496" y="2808652"/>
                  </a:lnTo>
                  <a:lnTo>
                    <a:pt x="3419622" y="2808652"/>
                  </a:lnTo>
                  <a:lnTo>
                    <a:pt x="3419748" y="2808652"/>
                  </a:lnTo>
                  <a:lnTo>
                    <a:pt x="3419874" y="2808652"/>
                  </a:lnTo>
                  <a:lnTo>
                    <a:pt x="3420000" y="2808652"/>
                  </a:lnTo>
                  <a:lnTo>
                    <a:pt x="3420126" y="2808652"/>
                  </a:lnTo>
                  <a:lnTo>
                    <a:pt x="3420252" y="2808652"/>
                  </a:lnTo>
                  <a:lnTo>
                    <a:pt x="3420378" y="2808652"/>
                  </a:lnTo>
                  <a:lnTo>
                    <a:pt x="3420504" y="2808652"/>
                  </a:lnTo>
                  <a:lnTo>
                    <a:pt x="3420630" y="2808652"/>
                  </a:lnTo>
                  <a:lnTo>
                    <a:pt x="3420757" y="2808652"/>
                  </a:lnTo>
                  <a:lnTo>
                    <a:pt x="3420883" y="2808652"/>
                  </a:lnTo>
                  <a:lnTo>
                    <a:pt x="3421009" y="2808652"/>
                  </a:lnTo>
                  <a:lnTo>
                    <a:pt x="3421135" y="2808652"/>
                  </a:lnTo>
                  <a:lnTo>
                    <a:pt x="3421261" y="2808652"/>
                  </a:lnTo>
                  <a:lnTo>
                    <a:pt x="3421387" y="2808652"/>
                  </a:lnTo>
                  <a:lnTo>
                    <a:pt x="3421513" y="2808652"/>
                  </a:lnTo>
                  <a:lnTo>
                    <a:pt x="3421639" y="2808652"/>
                  </a:lnTo>
                  <a:lnTo>
                    <a:pt x="3421765" y="2808652"/>
                  </a:lnTo>
                  <a:lnTo>
                    <a:pt x="3421891" y="2808652"/>
                  </a:lnTo>
                  <a:lnTo>
                    <a:pt x="3422017" y="2808652"/>
                  </a:lnTo>
                  <a:lnTo>
                    <a:pt x="3422144" y="2808652"/>
                  </a:lnTo>
                  <a:lnTo>
                    <a:pt x="3422270" y="2808652"/>
                  </a:lnTo>
                  <a:lnTo>
                    <a:pt x="3422396" y="2808652"/>
                  </a:lnTo>
                  <a:lnTo>
                    <a:pt x="3422522" y="2808652"/>
                  </a:lnTo>
                  <a:lnTo>
                    <a:pt x="3422648" y="2808652"/>
                  </a:lnTo>
                  <a:lnTo>
                    <a:pt x="3422774" y="2808652"/>
                  </a:lnTo>
                  <a:lnTo>
                    <a:pt x="3422900" y="2808652"/>
                  </a:lnTo>
                  <a:lnTo>
                    <a:pt x="3423026" y="2808652"/>
                  </a:lnTo>
                  <a:lnTo>
                    <a:pt x="3423152" y="2808652"/>
                  </a:lnTo>
                  <a:lnTo>
                    <a:pt x="3423278" y="2808652"/>
                  </a:lnTo>
                  <a:lnTo>
                    <a:pt x="3423404" y="2808652"/>
                  </a:lnTo>
                  <a:lnTo>
                    <a:pt x="3423530" y="2808652"/>
                  </a:lnTo>
                  <a:lnTo>
                    <a:pt x="3423657" y="2808652"/>
                  </a:lnTo>
                  <a:lnTo>
                    <a:pt x="3423783" y="2808652"/>
                  </a:lnTo>
                  <a:lnTo>
                    <a:pt x="3423909" y="2808652"/>
                  </a:lnTo>
                  <a:lnTo>
                    <a:pt x="3424035" y="2808652"/>
                  </a:lnTo>
                  <a:lnTo>
                    <a:pt x="3424161" y="2808652"/>
                  </a:lnTo>
                  <a:lnTo>
                    <a:pt x="3424287" y="2808652"/>
                  </a:lnTo>
                  <a:lnTo>
                    <a:pt x="3424413" y="2808652"/>
                  </a:lnTo>
                  <a:lnTo>
                    <a:pt x="3424539" y="2808652"/>
                  </a:lnTo>
                  <a:lnTo>
                    <a:pt x="3424665" y="2808652"/>
                  </a:lnTo>
                  <a:lnTo>
                    <a:pt x="3424791" y="2808652"/>
                  </a:lnTo>
                  <a:lnTo>
                    <a:pt x="3424917" y="2808652"/>
                  </a:lnTo>
                  <a:lnTo>
                    <a:pt x="3425044" y="2808652"/>
                  </a:lnTo>
                  <a:lnTo>
                    <a:pt x="3425170" y="2808652"/>
                  </a:lnTo>
                  <a:lnTo>
                    <a:pt x="3425296" y="2808652"/>
                  </a:lnTo>
                  <a:lnTo>
                    <a:pt x="3425422" y="2808652"/>
                  </a:lnTo>
                  <a:lnTo>
                    <a:pt x="3425548" y="2808652"/>
                  </a:lnTo>
                  <a:lnTo>
                    <a:pt x="3425674" y="2808652"/>
                  </a:lnTo>
                  <a:lnTo>
                    <a:pt x="3425800" y="2808652"/>
                  </a:lnTo>
                  <a:lnTo>
                    <a:pt x="3425926" y="2808652"/>
                  </a:lnTo>
                  <a:lnTo>
                    <a:pt x="3426052" y="2808652"/>
                  </a:lnTo>
                  <a:lnTo>
                    <a:pt x="3426178" y="2808652"/>
                  </a:lnTo>
                  <a:lnTo>
                    <a:pt x="3426304" y="2808652"/>
                  </a:lnTo>
                  <a:lnTo>
                    <a:pt x="3426430" y="2808652"/>
                  </a:lnTo>
                  <a:lnTo>
                    <a:pt x="3426557" y="2808652"/>
                  </a:lnTo>
                  <a:lnTo>
                    <a:pt x="3426683" y="2808652"/>
                  </a:lnTo>
                  <a:lnTo>
                    <a:pt x="3426809" y="2808652"/>
                  </a:lnTo>
                  <a:lnTo>
                    <a:pt x="3426935" y="2808652"/>
                  </a:lnTo>
                  <a:lnTo>
                    <a:pt x="3427061" y="2808652"/>
                  </a:lnTo>
                  <a:lnTo>
                    <a:pt x="3427187" y="2808652"/>
                  </a:lnTo>
                  <a:lnTo>
                    <a:pt x="3427313" y="2808652"/>
                  </a:lnTo>
                  <a:lnTo>
                    <a:pt x="3427439" y="2808652"/>
                  </a:lnTo>
                  <a:lnTo>
                    <a:pt x="3427565" y="2808652"/>
                  </a:lnTo>
                  <a:lnTo>
                    <a:pt x="3427691" y="2808652"/>
                  </a:lnTo>
                  <a:lnTo>
                    <a:pt x="3427817" y="2808652"/>
                  </a:lnTo>
                  <a:lnTo>
                    <a:pt x="3427944" y="2808652"/>
                  </a:lnTo>
                  <a:lnTo>
                    <a:pt x="3428070" y="2808652"/>
                  </a:lnTo>
                  <a:lnTo>
                    <a:pt x="3428196" y="2808652"/>
                  </a:lnTo>
                  <a:lnTo>
                    <a:pt x="3428322" y="2808652"/>
                  </a:lnTo>
                  <a:lnTo>
                    <a:pt x="3428448" y="2808652"/>
                  </a:lnTo>
                  <a:lnTo>
                    <a:pt x="3428448" y="2803372"/>
                  </a:lnTo>
                  <a:lnTo>
                    <a:pt x="3428574" y="2803372"/>
                  </a:lnTo>
                  <a:lnTo>
                    <a:pt x="3428700" y="2803372"/>
                  </a:lnTo>
                  <a:lnTo>
                    <a:pt x="3428826" y="2803372"/>
                  </a:lnTo>
                  <a:lnTo>
                    <a:pt x="3428952" y="2803372"/>
                  </a:lnTo>
                  <a:lnTo>
                    <a:pt x="3429078" y="2803372"/>
                  </a:lnTo>
                  <a:lnTo>
                    <a:pt x="3429204" y="2803372"/>
                  </a:lnTo>
                  <a:lnTo>
                    <a:pt x="3429331" y="2803372"/>
                  </a:lnTo>
                  <a:lnTo>
                    <a:pt x="3429457" y="2803372"/>
                  </a:lnTo>
                  <a:lnTo>
                    <a:pt x="3429583" y="2803372"/>
                  </a:lnTo>
                  <a:lnTo>
                    <a:pt x="3429709" y="2803372"/>
                  </a:lnTo>
                  <a:lnTo>
                    <a:pt x="3429835" y="2803372"/>
                  </a:lnTo>
                  <a:lnTo>
                    <a:pt x="3429961" y="2803372"/>
                  </a:lnTo>
                  <a:lnTo>
                    <a:pt x="3430087" y="2803372"/>
                  </a:lnTo>
                  <a:lnTo>
                    <a:pt x="3430213" y="2803372"/>
                  </a:lnTo>
                  <a:lnTo>
                    <a:pt x="3430339" y="2803372"/>
                  </a:lnTo>
                  <a:lnTo>
                    <a:pt x="3430465" y="2803372"/>
                  </a:lnTo>
                  <a:lnTo>
                    <a:pt x="3430591" y="2803372"/>
                  </a:lnTo>
                  <a:lnTo>
                    <a:pt x="3430717" y="2803372"/>
                  </a:lnTo>
                  <a:lnTo>
                    <a:pt x="3430844" y="2803372"/>
                  </a:lnTo>
                  <a:lnTo>
                    <a:pt x="3430970" y="2803372"/>
                  </a:lnTo>
                  <a:lnTo>
                    <a:pt x="3431096" y="2803372"/>
                  </a:lnTo>
                  <a:lnTo>
                    <a:pt x="3431222" y="2803372"/>
                  </a:lnTo>
                  <a:lnTo>
                    <a:pt x="3431348" y="2803372"/>
                  </a:lnTo>
                  <a:lnTo>
                    <a:pt x="3431474" y="2803372"/>
                  </a:lnTo>
                  <a:lnTo>
                    <a:pt x="3431600" y="2803372"/>
                  </a:lnTo>
                  <a:lnTo>
                    <a:pt x="3431726" y="2803372"/>
                  </a:lnTo>
                  <a:lnTo>
                    <a:pt x="3431852" y="2803372"/>
                  </a:lnTo>
                  <a:lnTo>
                    <a:pt x="3431978" y="2803372"/>
                  </a:lnTo>
                  <a:lnTo>
                    <a:pt x="3432104" y="2803372"/>
                  </a:lnTo>
                  <a:lnTo>
                    <a:pt x="3432231" y="2803372"/>
                  </a:lnTo>
                  <a:lnTo>
                    <a:pt x="3432357" y="2803372"/>
                  </a:lnTo>
                  <a:lnTo>
                    <a:pt x="3432483" y="2803372"/>
                  </a:lnTo>
                  <a:lnTo>
                    <a:pt x="3432609" y="2803372"/>
                  </a:lnTo>
                  <a:lnTo>
                    <a:pt x="3432735" y="2803372"/>
                  </a:lnTo>
                  <a:lnTo>
                    <a:pt x="3432861" y="2803372"/>
                  </a:lnTo>
                  <a:lnTo>
                    <a:pt x="3432987" y="2803372"/>
                  </a:lnTo>
                  <a:lnTo>
                    <a:pt x="3433113" y="2803372"/>
                  </a:lnTo>
                  <a:lnTo>
                    <a:pt x="3433239" y="2803372"/>
                  </a:lnTo>
                  <a:lnTo>
                    <a:pt x="3433365" y="2803372"/>
                  </a:lnTo>
                  <a:lnTo>
                    <a:pt x="3433491" y="2803372"/>
                  </a:lnTo>
                  <a:lnTo>
                    <a:pt x="3433617" y="2803372"/>
                  </a:lnTo>
                  <a:lnTo>
                    <a:pt x="3433744" y="2803372"/>
                  </a:lnTo>
                  <a:lnTo>
                    <a:pt x="3433870" y="2803372"/>
                  </a:lnTo>
                  <a:lnTo>
                    <a:pt x="3433996" y="2803372"/>
                  </a:lnTo>
                  <a:lnTo>
                    <a:pt x="3434122" y="2803372"/>
                  </a:lnTo>
                  <a:lnTo>
                    <a:pt x="3434248" y="2803372"/>
                  </a:lnTo>
                  <a:lnTo>
                    <a:pt x="3434374" y="2803372"/>
                  </a:lnTo>
                  <a:lnTo>
                    <a:pt x="3434500" y="2803372"/>
                  </a:lnTo>
                  <a:lnTo>
                    <a:pt x="3434626" y="2803372"/>
                  </a:lnTo>
                  <a:lnTo>
                    <a:pt x="3434752" y="2803372"/>
                  </a:lnTo>
                  <a:lnTo>
                    <a:pt x="3434878" y="2803372"/>
                  </a:lnTo>
                  <a:lnTo>
                    <a:pt x="3435004" y="2803372"/>
                  </a:lnTo>
                  <a:lnTo>
                    <a:pt x="3435131" y="2803372"/>
                  </a:lnTo>
                  <a:lnTo>
                    <a:pt x="3435257" y="2803372"/>
                  </a:lnTo>
                  <a:lnTo>
                    <a:pt x="3435383" y="2803372"/>
                  </a:lnTo>
                  <a:lnTo>
                    <a:pt x="3435509" y="2803372"/>
                  </a:lnTo>
                  <a:lnTo>
                    <a:pt x="3435635" y="2803372"/>
                  </a:lnTo>
                  <a:lnTo>
                    <a:pt x="3435761" y="2803372"/>
                  </a:lnTo>
                  <a:lnTo>
                    <a:pt x="3435887" y="2803372"/>
                  </a:lnTo>
                  <a:lnTo>
                    <a:pt x="3436013" y="2803372"/>
                  </a:lnTo>
                  <a:lnTo>
                    <a:pt x="3436139" y="2803372"/>
                  </a:lnTo>
                  <a:lnTo>
                    <a:pt x="3436265" y="2803372"/>
                  </a:lnTo>
                  <a:lnTo>
                    <a:pt x="3436391" y="2803372"/>
                  </a:lnTo>
                  <a:lnTo>
                    <a:pt x="3436518" y="2803372"/>
                  </a:lnTo>
                  <a:lnTo>
                    <a:pt x="3436644" y="2803372"/>
                  </a:lnTo>
                  <a:lnTo>
                    <a:pt x="3436770" y="2803372"/>
                  </a:lnTo>
                  <a:lnTo>
                    <a:pt x="3436896" y="2803372"/>
                  </a:lnTo>
                  <a:lnTo>
                    <a:pt x="3437022" y="2803372"/>
                  </a:lnTo>
                  <a:lnTo>
                    <a:pt x="3437148" y="2803372"/>
                  </a:lnTo>
                  <a:lnTo>
                    <a:pt x="3437274" y="2803372"/>
                  </a:lnTo>
                  <a:lnTo>
                    <a:pt x="3437400" y="2803372"/>
                  </a:lnTo>
                  <a:lnTo>
                    <a:pt x="3437526" y="2803372"/>
                  </a:lnTo>
                  <a:lnTo>
                    <a:pt x="3437652" y="2803372"/>
                  </a:lnTo>
                  <a:lnTo>
                    <a:pt x="3437778" y="2803372"/>
                  </a:lnTo>
                  <a:lnTo>
                    <a:pt x="3437904" y="2803372"/>
                  </a:lnTo>
                  <a:lnTo>
                    <a:pt x="3438031" y="2803372"/>
                  </a:lnTo>
                  <a:lnTo>
                    <a:pt x="3438157" y="2803372"/>
                  </a:lnTo>
                  <a:lnTo>
                    <a:pt x="3438283" y="2803372"/>
                  </a:lnTo>
                  <a:lnTo>
                    <a:pt x="3438409" y="2803372"/>
                  </a:lnTo>
                  <a:lnTo>
                    <a:pt x="3438535" y="2803372"/>
                  </a:lnTo>
                  <a:lnTo>
                    <a:pt x="3438661" y="2803372"/>
                  </a:lnTo>
                  <a:lnTo>
                    <a:pt x="3438661" y="2798093"/>
                  </a:lnTo>
                  <a:lnTo>
                    <a:pt x="3438661" y="2792813"/>
                  </a:lnTo>
                  <a:lnTo>
                    <a:pt x="3438787" y="2792813"/>
                  </a:lnTo>
                  <a:lnTo>
                    <a:pt x="3438913" y="2792813"/>
                  </a:lnTo>
                  <a:lnTo>
                    <a:pt x="3439039" y="2792813"/>
                  </a:lnTo>
                  <a:lnTo>
                    <a:pt x="3439165" y="2792813"/>
                  </a:lnTo>
                  <a:lnTo>
                    <a:pt x="3439291" y="2792813"/>
                  </a:lnTo>
                  <a:lnTo>
                    <a:pt x="3439418" y="2792813"/>
                  </a:lnTo>
                  <a:lnTo>
                    <a:pt x="3439544" y="2792813"/>
                  </a:lnTo>
                  <a:lnTo>
                    <a:pt x="3439670" y="2792813"/>
                  </a:lnTo>
                  <a:lnTo>
                    <a:pt x="3439796" y="2792813"/>
                  </a:lnTo>
                  <a:lnTo>
                    <a:pt x="3439922" y="2792813"/>
                  </a:lnTo>
                  <a:lnTo>
                    <a:pt x="3440048" y="2792813"/>
                  </a:lnTo>
                  <a:lnTo>
                    <a:pt x="3440174" y="2792813"/>
                  </a:lnTo>
                  <a:lnTo>
                    <a:pt x="3440300" y="2792813"/>
                  </a:lnTo>
                  <a:lnTo>
                    <a:pt x="3440426" y="2792813"/>
                  </a:lnTo>
                  <a:lnTo>
                    <a:pt x="3440552" y="2792813"/>
                  </a:lnTo>
                  <a:lnTo>
                    <a:pt x="3440678" y="2792813"/>
                  </a:lnTo>
                  <a:lnTo>
                    <a:pt x="3440804" y="2792813"/>
                  </a:lnTo>
                  <a:lnTo>
                    <a:pt x="3440931" y="2792813"/>
                  </a:lnTo>
                  <a:lnTo>
                    <a:pt x="3441057" y="2792813"/>
                  </a:lnTo>
                  <a:lnTo>
                    <a:pt x="3441183" y="2792813"/>
                  </a:lnTo>
                  <a:lnTo>
                    <a:pt x="3441309" y="2792813"/>
                  </a:lnTo>
                  <a:lnTo>
                    <a:pt x="3441435" y="2792813"/>
                  </a:lnTo>
                  <a:lnTo>
                    <a:pt x="3441561" y="2792813"/>
                  </a:lnTo>
                  <a:lnTo>
                    <a:pt x="3441687" y="2792813"/>
                  </a:lnTo>
                  <a:lnTo>
                    <a:pt x="3441813" y="2792813"/>
                  </a:lnTo>
                  <a:lnTo>
                    <a:pt x="3441939" y="2792813"/>
                  </a:lnTo>
                  <a:lnTo>
                    <a:pt x="3442065" y="2792813"/>
                  </a:lnTo>
                  <a:lnTo>
                    <a:pt x="3442191" y="2792813"/>
                  </a:lnTo>
                  <a:lnTo>
                    <a:pt x="3442318" y="2792813"/>
                  </a:lnTo>
                  <a:lnTo>
                    <a:pt x="3442444" y="2792813"/>
                  </a:lnTo>
                  <a:lnTo>
                    <a:pt x="3442570" y="2792813"/>
                  </a:lnTo>
                  <a:lnTo>
                    <a:pt x="3442696" y="2792813"/>
                  </a:lnTo>
                  <a:lnTo>
                    <a:pt x="3442822" y="2792813"/>
                  </a:lnTo>
                  <a:lnTo>
                    <a:pt x="3442948" y="2792813"/>
                  </a:lnTo>
                  <a:lnTo>
                    <a:pt x="3443074" y="2792813"/>
                  </a:lnTo>
                  <a:lnTo>
                    <a:pt x="3443200" y="2792813"/>
                  </a:lnTo>
                  <a:lnTo>
                    <a:pt x="3443326" y="2792813"/>
                  </a:lnTo>
                  <a:lnTo>
                    <a:pt x="3443452" y="2792813"/>
                  </a:lnTo>
                  <a:lnTo>
                    <a:pt x="3443578" y="2792813"/>
                  </a:lnTo>
                  <a:lnTo>
                    <a:pt x="3443705" y="2792813"/>
                  </a:lnTo>
                  <a:lnTo>
                    <a:pt x="3443831" y="2792813"/>
                  </a:lnTo>
                  <a:lnTo>
                    <a:pt x="3443957" y="2792813"/>
                  </a:lnTo>
                  <a:lnTo>
                    <a:pt x="3444083" y="2792813"/>
                  </a:lnTo>
                  <a:lnTo>
                    <a:pt x="3444209" y="2792813"/>
                  </a:lnTo>
                  <a:lnTo>
                    <a:pt x="3444335" y="2792813"/>
                  </a:lnTo>
                  <a:lnTo>
                    <a:pt x="3444461" y="2792813"/>
                  </a:lnTo>
                  <a:lnTo>
                    <a:pt x="3444587" y="2792813"/>
                  </a:lnTo>
                  <a:lnTo>
                    <a:pt x="3444713" y="2792813"/>
                  </a:lnTo>
                  <a:lnTo>
                    <a:pt x="3444839" y="2792813"/>
                  </a:lnTo>
                  <a:lnTo>
                    <a:pt x="3444965" y="2792813"/>
                  </a:lnTo>
                  <a:lnTo>
                    <a:pt x="3445091" y="2792813"/>
                  </a:lnTo>
                  <a:lnTo>
                    <a:pt x="3445218" y="2792813"/>
                  </a:lnTo>
                  <a:lnTo>
                    <a:pt x="3445344" y="2792813"/>
                  </a:lnTo>
                  <a:lnTo>
                    <a:pt x="3445470" y="2792813"/>
                  </a:lnTo>
                  <a:lnTo>
                    <a:pt x="3445596" y="2792813"/>
                  </a:lnTo>
                  <a:lnTo>
                    <a:pt x="3445722" y="2792813"/>
                  </a:lnTo>
                  <a:lnTo>
                    <a:pt x="3445848" y="2792813"/>
                  </a:lnTo>
                  <a:lnTo>
                    <a:pt x="3445974" y="2792813"/>
                  </a:lnTo>
                  <a:lnTo>
                    <a:pt x="3446100" y="2792813"/>
                  </a:lnTo>
                  <a:lnTo>
                    <a:pt x="3446226" y="2792813"/>
                  </a:lnTo>
                  <a:lnTo>
                    <a:pt x="3446352" y="2792813"/>
                  </a:lnTo>
                  <a:lnTo>
                    <a:pt x="3446478" y="2792813"/>
                  </a:lnTo>
                  <a:lnTo>
                    <a:pt x="3446605" y="2792813"/>
                  </a:lnTo>
                  <a:lnTo>
                    <a:pt x="3446731" y="2792813"/>
                  </a:lnTo>
                  <a:lnTo>
                    <a:pt x="3446857" y="2792813"/>
                  </a:lnTo>
                  <a:lnTo>
                    <a:pt x="3446983" y="2792813"/>
                  </a:lnTo>
                  <a:lnTo>
                    <a:pt x="3447109" y="2792813"/>
                  </a:lnTo>
                  <a:lnTo>
                    <a:pt x="3447235" y="2792813"/>
                  </a:lnTo>
                  <a:lnTo>
                    <a:pt x="3447361" y="2792813"/>
                  </a:lnTo>
                  <a:lnTo>
                    <a:pt x="3447487" y="2792813"/>
                  </a:lnTo>
                  <a:lnTo>
                    <a:pt x="3447613" y="2792813"/>
                  </a:lnTo>
                  <a:lnTo>
                    <a:pt x="3447739" y="2792813"/>
                  </a:lnTo>
                  <a:lnTo>
                    <a:pt x="3447865" y="2792813"/>
                  </a:lnTo>
                  <a:lnTo>
                    <a:pt x="3447991" y="2792813"/>
                  </a:lnTo>
                  <a:lnTo>
                    <a:pt x="3448118" y="2792813"/>
                  </a:lnTo>
                  <a:lnTo>
                    <a:pt x="3448244" y="2792813"/>
                  </a:lnTo>
                  <a:lnTo>
                    <a:pt x="3448370" y="2792813"/>
                  </a:lnTo>
                  <a:lnTo>
                    <a:pt x="3448496" y="2792813"/>
                  </a:lnTo>
                  <a:lnTo>
                    <a:pt x="3448622" y="2792813"/>
                  </a:lnTo>
                  <a:lnTo>
                    <a:pt x="3448748" y="2792813"/>
                  </a:lnTo>
                  <a:lnTo>
                    <a:pt x="3448874" y="2792813"/>
                  </a:lnTo>
                  <a:lnTo>
                    <a:pt x="3449000" y="2792813"/>
                  </a:lnTo>
                  <a:lnTo>
                    <a:pt x="3449126" y="2792813"/>
                  </a:lnTo>
                  <a:lnTo>
                    <a:pt x="3449252" y="2792813"/>
                  </a:lnTo>
                  <a:lnTo>
                    <a:pt x="3449378" y="2792813"/>
                  </a:lnTo>
                  <a:lnTo>
                    <a:pt x="3449505" y="2792813"/>
                  </a:lnTo>
                  <a:lnTo>
                    <a:pt x="3449631" y="2792813"/>
                  </a:lnTo>
                  <a:lnTo>
                    <a:pt x="3449757" y="2792813"/>
                  </a:lnTo>
                  <a:lnTo>
                    <a:pt x="3449883" y="2792813"/>
                  </a:lnTo>
                  <a:lnTo>
                    <a:pt x="3450009" y="2792813"/>
                  </a:lnTo>
                  <a:lnTo>
                    <a:pt x="3450135" y="2792813"/>
                  </a:lnTo>
                  <a:lnTo>
                    <a:pt x="3450261" y="2792813"/>
                  </a:lnTo>
                  <a:lnTo>
                    <a:pt x="3450387" y="2792813"/>
                  </a:lnTo>
                  <a:lnTo>
                    <a:pt x="3450513" y="2792813"/>
                  </a:lnTo>
                  <a:lnTo>
                    <a:pt x="3450639" y="2792813"/>
                  </a:lnTo>
                  <a:lnTo>
                    <a:pt x="3450765" y="2792813"/>
                  </a:lnTo>
                  <a:lnTo>
                    <a:pt x="3450891" y="2792813"/>
                  </a:lnTo>
                  <a:lnTo>
                    <a:pt x="3451018" y="2792813"/>
                  </a:lnTo>
                  <a:lnTo>
                    <a:pt x="3451144" y="2792813"/>
                  </a:lnTo>
                  <a:lnTo>
                    <a:pt x="3451270" y="2792813"/>
                  </a:lnTo>
                  <a:lnTo>
                    <a:pt x="3451396" y="2792813"/>
                  </a:lnTo>
                  <a:lnTo>
                    <a:pt x="3451522" y="2792813"/>
                  </a:lnTo>
                  <a:lnTo>
                    <a:pt x="3451648" y="2792813"/>
                  </a:lnTo>
                  <a:lnTo>
                    <a:pt x="3451774" y="2792813"/>
                  </a:lnTo>
                  <a:lnTo>
                    <a:pt x="3451900" y="2792813"/>
                  </a:lnTo>
                  <a:lnTo>
                    <a:pt x="3452026" y="2792813"/>
                  </a:lnTo>
                  <a:lnTo>
                    <a:pt x="3452152" y="2792813"/>
                  </a:lnTo>
                  <a:lnTo>
                    <a:pt x="3452278" y="2792813"/>
                  </a:lnTo>
                  <a:lnTo>
                    <a:pt x="3452405" y="2792813"/>
                  </a:lnTo>
                  <a:lnTo>
                    <a:pt x="3452531" y="2792813"/>
                  </a:lnTo>
                  <a:lnTo>
                    <a:pt x="3452657" y="2792813"/>
                  </a:lnTo>
                  <a:lnTo>
                    <a:pt x="3452783" y="2792813"/>
                  </a:lnTo>
                  <a:lnTo>
                    <a:pt x="3452909" y="2792813"/>
                  </a:lnTo>
                  <a:lnTo>
                    <a:pt x="3453035" y="2792813"/>
                  </a:lnTo>
                  <a:lnTo>
                    <a:pt x="3453161" y="2792813"/>
                  </a:lnTo>
                  <a:lnTo>
                    <a:pt x="3453287" y="2792813"/>
                  </a:lnTo>
                  <a:lnTo>
                    <a:pt x="3453413" y="2792813"/>
                  </a:lnTo>
                  <a:lnTo>
                    <a:pt x="3453539" y="2792813"/>
                  </a:lnTo>
                  <a:lnTo>
                    <a:pt x="3453665" y="2792813"/>
                  </a:lnTo>
                  <a:lnTo>
                    <a:pt x="3453792" y="2792813"/>
                  </a:lnTo>
                  <a:lnTo>
                    <a:pt x="3453918" y="2792813"/>
                  </a:lnTo>
                  <a:lnTo>
                    <a:pt x="3454044" y="2792813"/>
                  </a:lnTo>
                  <a:lnTo>
                    <a:pt x="3454170" y="2792813"/>
                  </a:lnTo>
                  <a:lnTo>
                    <a:pt x="3454296" y="2792813"/>
                  </a:lnTo>
                  <a:lnTo>
                    <a:pt x="3454422" y="2792813"/>
                  </a:lnTo>
                  <a:lnTo>
                    <a:pt x="3454548" y="2792813"/>
                  </a:lnTo>
                  <a:lnTo>
                    <a:pt x="3454674" y="2792813"/>
                  </a:lnTo>
                  <a:lnTo>
                    <a:pt x="3454800" y="2792813"/>
                  </a:lnTo>
                  <a:lnTo>
                    <a:pt x="3454926" y="2792813"/>
                  </a:lnTo>
                  <a:lnTo>
                    <a:pt x="3455052" y="2792813"/>
                  </a:lnTo>
                  <a:lnTo>
                    <a:pt x="3455178" y="2792813"/>
                  </a:lnTo>
                  <a:lnTo>
                    <a:pt x="3455305" y="2792813"/>
                  </a:lnTo>
                  <a:lnTo>
                    <a:pt x="3455431" y="2792813"/>
                  </a:lnTo>
                  <a:lnTo>
                    <a:pt x="3455557" y="2792813"/>
                  </a:lnTo>
                  <a:lnTo>
                    <a:pt x="3455683" y="2792813"/>
                  </a:lnTo>
                  <a:lnTo>
                    <a:pt x="3455809" y="2792813"/>
                  </a:lnTo>
                  <a:lnTo>
                    <a:pt x="3455935" y="2792813"/>
                  </a:lnTo>
                  <a:lnTo>
                    <a:pt x="3456061" y="2792813"/>
                  </a:lnTo>
                  <a:lnTo>
                    <a:pt x="3456187" y="2792813"/>
                  </a:lnTo>
                  <a:lnTo>
                    <a:pt x="3456313" y="2792813"/>
                  </a:lnTo>
                  <a:lnTo>
                    <a:pt x="3456439" y="2792813"/>
                  </a:lnTo>
                  <a:lnTo>
                    <a:pt x="3456565" y="2792813"/>
                  </a:lnTo>
                  <a:lnTo>
                    <a:pt x="3456692" y="2792813"/>
                  </a:lnTo>
                  <a:lnTo>
                    <a:pt x="3456818" y="2792813"/>
                  </a:lnTo>
                  <a:lnTo>
                    <a:pt x="3456944" y="2792813"/>
                  </a:lnTo>
                  <a:lnTo>
                    <a:pt x="3457070" y="2792813"/>
                  </a:lnTo>
                  <a:lnTo>
                    <a:pt x="3457196" y="2792813"/>
                  </a:lnTo>
                  <a:lnTo>
                    <a:pt x="3457322" y="2792813"/>
                  </a:lnTo>
                  <a:lnTo>
                    <a:pt x="3457448" y="2792813"/>
                  </a:lnTo>
                  <a:lnTo>
                    <a:pt x="3457574" y="2792813"/>
                  </a:lnTo>
                  <a:lnTo>
                    <a:pt x="3457574" y="2787534"/>
                  </a:lnTo>
                  <a:lnTo>
                    <a:pt x="3457700" y="2787534"/>
                  </a:lnTo>
                  <a:lnTo>
                    <a:pt x="3457826" y="2787534"/>
                  </a:lnTo>
                  <a:lnTo>
                    <a:pt x="3457952" y="2787534"/>
                  </a:lnTo>
                  <a:lnTo>
                    <a:pt x="3458078" y="2787534"/>
                  </a:lnTo>
                  <a:lnTo>
                    <a:pt x="3458205" y="2787534"/>
                  </a:lnTo>
                  <a:lnTo>
                    <a:pt x="3458331" y="2787534"/>
                  </a:lnTo>
                  <a:lnTo>
                    <a:pt x="3458457" y="2787534"/>
                  </a:lnTo>
                  <a:lnTo>
                    <a:pt x="3458583" y="2787534"/>
                  </a:lnTo>
                  <a:lnTo>
                    <a:pt x="3458709" y="2787534"/>
                  </a:lnTo>
                  <a:lnTo>
                    <a:pt x="3458835" y="2787534"/>
                  </a:lnTo>
                  <a:lnTo>
                    <a:pt x="3458961" y="2787534"/>
                  </a:lnTo>
                  <a:lnTo>
                    <a:pt x="3459087" y="2787534"/>
                  </a:lnTo>
                  <a:lnTo>
                    <a:pt x="3459213" y="2787534"/>
                  </a:lnTo>
                  <a:lnTo>
                    <a:pt x="3459339" y="2787534"/>
                  </a:lnTo>
                  <a:lnTo>
                    <a:pt x="3459465" y="2787534"/>
                  </a:lnTo>
                  <a:lnTo>
                    <a:pt x="3459592" y="2787534"/>
                  </a:lnTo>
                  <a:lnTo>
                    <a:pt x="3459718" y="2787534"/>
                  </a:lnTo>
                  <a:lnTo>
                    <a:pt x="3459844" y="2787534"/>
                  </a:lnTo>
                  <a:lnTo>
                    <a:pt x="3459970" y="2787534"/>
                  </a:lnTo>
                  <a:lnTo>
                    <a:pt x="3460096" y="2787534"/>
                  </a:lnTo>
                  <a:lnTo>
                    <a:pt x="3460222" y="2787534"/>
                  </a:lnTo>
                  <a:lnTo>
                    <a:pt x="3460348" y="2787534"/>
                  </a:lnTo>
                  <a:lnTo>
                    <a:pt x="3460474" y="2787534"/>
                  </a:lnTo>
                  <a:lnTo>
                    <a:pt x="3460600" y="2787534"/>
                  </a:lnTo>
                  <a:lnTo>
                    <a:pt x="3460726" y="2787534"/>
                  </a:lnTo>
                  <a:lnTo>
                    <a:pt x="3460852" y="2787534"/>
                  </a:lnTo>
                  <a:lnTo>
                    <a:pt x="3460979" y="2787534"/>
                  </a:lnTo>
                  <a:lnTo>
                    <a:pt x="3461105" y="2787534"/>
                  </a:lnTo>
                  <a:lnTo>
                    <a:pt x="3461231" y="2787534"/>
                  </a:lnTo>
                  <a:lnTo>
                    <a:pt x="3461357" y="2787534"/>
                  </a:lnTo>
                  <a:lnTo>
                    <a:pt x="3461483" y="2787534"/>
                  </a:lnTo>
                  <a:lnTo>
                    <a:pt x="3461609" y="2787534"/>
                  </a:lnTo>
                  <a:lnTo>
                    <a:pt x="3461735" y="2787534"/>
                  </a:lnTo>
                  <a:lnTo>
                    <a:pt x="3461861" y="2787534"/>
                  </a:lnTo>
                  <a:lnTo>
                    <a:pt x="3461987" y="2787534"/>
                  </a:lnTo>
                  <a:lnTo>
                    <a:pt x="3462113" y="2787534"/>
                  </a:lnTo>
                  <a:lnTo>
                    <a:pt x="3462239" y="2787534"/>
                  </a:lnTo>
                  <a:lnTo>
                    <a:pt x="3462365" y="2787534"/>
                  </a:lnTo>
                  <a:lnTo>
                    <a:pt x="3462492" y="2787534"/>
                  </a:lnTo>
                  <a:lnTo>
                    <a:pt x="3462618" y="2787534"/>
                  </a:lnTo>
                  <a:lnTo>
                    <a:pt x="3462744" y="2787534"/>
                  </a:lnTo>
                  <a:lnTo>
                    <a:pt x="3462870" y="2787534"/>
                  </a:lnTo>
                  <a:lnTo>
                    <a:pt x="3462996" y="2787534"/>
                  </a:lnTo>
                  <a:lnTo>
                    <a:pt x="3463122" y="2787534"/>
                  </a:lnTo>
                  <a:lnTo>
                    <a:pt x="3463122" y="2782255"/>
                  </a:lnTo>
                  <a:lnTo>
                    <a:pt x="3463248" y="2782255"/>
                  </a:lnTo>
                  <a:lnTo>
                    <a:pt x="3463374" y="2782255"/>
                  </a:lnTo>
                  <a:lnTo>
                    <a:pt x="3463500" y="2782255"/>
                  </a:lnTo>
                  <a:lnTo>
                    <a:pt x="3463626" y="2782255"/>
                  </a:lnTo>
                  <a:lnTo>
                    <a:pt x="3463752" y="2782255"/>
                  </a:lnTo>
                  <a:lnTo>
                    <a:pt x="3463879" y="2782255"/>
                  </a:lnTo>
                  <a:lnTo>
                    <a:pt x="3464005" y="2782255"/>
                  </a:lnTo>
                  <a:lnTo>
                    <a:pt x="3464131" y="2782255"/>
                  </a:lnTo>
                  <a:lnTo>
                    <a:pt x="3464257" y="2782255"/>
                  </a:lnTo>
                  <a:lnTo>
                    <a:pt x="3464383" y="2782255"/>
                  </a:lnTo>
                  <a:lnTo>
                    <a:pt x="3464509" y="2782255"/>
                  </a:lnTo>
                  <a:lnTo>
                    <a:pt x="3464635" y="2782255"/>
                  </a:lnTo>
                  <a:lnTo>
                    <a:pt x="3464761" y="2782255"/>
                  </a:lnTo>
                  <a:lnTo>
                    <a:pt x="3464887" y="2782255"/>
                  </a:lnTo>
                  <a:lnTo>
                    <a:pt x="3465013" y="2782255"/>
                  </a:lnTo>
                  <a:lnTo>
                    <a:pt x="3465139" y="2782255"/>
                  </a:lnTo>
                  <a:lnTo>
                    <a:pt x="3465265" y="2782255"/>
                  </a:lnTo>
                  <a:lnTo>
                    <a:pt x="3465392" y="2782255"/>
                  </a:lnTo>
                  <a:lnTo>
                    <a:pt x="3465518" y="2782255"/>
                  </a:lnTo>
                  <a:lnTo>
                    <a:pt x="3465644" y="2782255"/>
                  </a:lnTo>
                  <a:lnTo>
                    <a:pt x="3465770" y="2782255"/>
                  </a:lnTo>
                  <a:lnTo>
                    <a:pt x="3465896" y="2782255"/>
                  </a:lnTo>
                  <a:lnTo>
                    <a:pt x="3466022" y="2782255"/>
                  </a:lnTo>
                  <a:lnTo>
                    <a:pt x="3466148" y="2782255"/>
                  </a:lnTo>
                  <a:lnTo>
                    <a:pt x="3466274" y="2782255"/>
                  </a:lnTo>
                  <a:lnTo>
                    <a:pt x="3466400" y="2782255"/>
                  </a:lnTo>
                  <a:lnTo>
                    <a:pt x="3466526" y="2782255"/>
                  </a:lnTo>
                  <a:lnTo>
                    <a:pt x="3466652" y="2782255"/>
                  </a:lnTo>
                  <a:lnTo>
                    <a:pt x="3466779" y="2782255"/>
                  </a:lnTo>
                  <a:lnTo>
                    <a:pt x="3466905" y="2782255"/>
                  </a:lnTo>
                  <a:lnTo>
                    <a:pt x="3467031" y="2782255"/>
                  </a:lnTo>
                  <a:lnTo>
                    <a:pt x="3467157" y="2782255"/>
                  </a:lnTo>
                  <a:lnTo>
                    <a:pt x="3467283" y="2782255"/>
                  </a:lnTo>
                  <a:lnTo>
                    <a:pt x="3467409" y="2782255"/>
                  </a:lnTo>
                  <a:lnTo>
                    <a:pt x="3467535" y="2782255"/>
                  </a:lnTo>
                  <a:lnTo>
                    <a:pt x="3467661" y="2782255"/>
                  </a:lnTo>
                  <a:lnTo>
                    <a:pt x="3467787" y="2782255"/>
                  </a:lnTo>
                  <a:lnTo>
                    <a:pt x="3467913" y="2782255"/>
                  </a:lnTo>
                  <a:lnTo>
                    <a:pt x="3468039" y="2782255"/>
                  </a:lnTo>
                  <a:lnTo>
                    <a:pt x="3468165" y="2782255"/>
                  </a:lnTo>
                  <a:lnTo>
                    <a:pt x="3468292" y="2782255"/>
                  </a:lnTo>
                  <a:lnTo>
                    <a:pt x="3468418" y="2782255"/>
                  </a:lnTo>
                  <a:lnTo>
                    <a:pt x="3468544" y="2782255"/>
                  </a:lnTo>
                  <a:lnTo>
                    <a:pt x="3468670" y="2782255"/>
                  </a:lnTo>
                  <a:lnTo>
                    <a:pt x="3468796" y="2782255"/>
                  </a:lnTo>
                  <a:lnTo>
                    <a:pt x="3468922" y="2782255"/>
                  </a:lnTo>
                  <a:lnTo>
                    <a:pt x="3469048" y="2782255"/>
                  </a:lnTo>
                  <a:lnTo>
                    <a:pt x="3469174" y="2782255"/>
                  </a:lnTo>
                  <a:lnTo>
                    <a:pt x="3469300" y="2782255"/>
                  </a:lnTo>
                  <a:lnTo>
                    <a:pt x="3469426" y="2782255"/>
                  </a:lnTo>
                  <a:lnTo>
                    <a:pt x="3469552" y="2782255"/>
                  </a:lnTo>
                  <a:lnTo>
                    <a:pt x="3469679" y="2782255"/>
                  </a:lnTo>
                  <a:lnTo>
                    <a:pt x="3469805" y="2782255"/>
                  </a:lnTo>
                  <a:lnTo>
                    <a:pt x="3469931" y="2782255"/>
                  </a:lnTo>
                  <a:lnTo>
                    <a:pt x="3470057" y="2782255"/>
                  </a:lnTo>
                  <a:lnTo>
                    <a:pt x="3470183" y="2782255"/>
                  </a:lnTo>
                  <a:lnTo>
                    <a:pt x="3470309" y="2782255"/>
                  </a:lnTo>
                  <a:lnTo>
                    <a:pt x="3470435" y="2782255"/>
                  </a:lnTo>
                  <a:lnTo>
                    <a:pt x="3470561" y="2782255"/>
                  </a:lnTo>
                  <a:lnTo>
                    <a:pt x="3470687" y="2782255"/>
                  </a:lnTo>
                  <a:lnTo>
                    <a:pt x="3470813" y="2782255"/>
                  </a:lnTo>
                  <a:lnTo>
                    <a:pt x="3470939" y="2782255"/>
                  </a:lnTo>
                  <a:lnTo>
                    <a:pt x="3471066" y="2782255"/>
                  </a:lnTo>
                  <a:lnTo>
                    <a:pt x="3471192" y="2782255"/>
                  </a:lnTo>
                  <a:lnTo>
                    <a:pt x="3471318" y="2782255"/>
                  </a:lnTo>
                  <a:lnTo>
                    <a:pt x="3471444" y="2782255"/>
                  </a:lnTo>
                  <a:lnTo>
                    <a:pt x="3471570" y="2782255"/>
                  </a:lnTo>
                  <a:lnTo>
                    <a:pt x="3471696" y="2782255"/>
                  </a:lnTo>
                  <a:lnTo>
                    <a:pt x="3471822" y="2782255"/>
                  </a:lnTo>
                  <a:lnTo>
                    <a:pt x="3471948" y="2782255"/>
                  </a:lnTo>
                  <a:lnTo>
                    <a:pt x="3472074" y="2782255"/>
                  </a:lnTo>
                  <a:lnTo>
                    <a:pt x="3472200" y="2782255"/>
                  </a:lnTo>
                  <a:lnTo>
                    <a:pt x="3472326" y="2782255"/>
                  </a:lnTo>
                  <a:lnTo>
                    <a:pt x="3472452" y="2782255"/>
                  </a:lnTo>
                  <a:lnTo>
                    <a:pt x="3472579" y="2782255"/>
                  </a:lnTo>
                  <a:lnTo>
                    <a:pt x="3472705" y="2782255"/>
                  </a:lnTo>
                  <a:lnTo>
                    <a:pt x="3472831" y="2782255"/>
                  </a:lnTo>
                  <a:lnTo>
                    <a:pt x="3472957" y="2782255"/>
                  </a:lnTo>
                  <a:lnTo>
                    <a:pt x="3473083" y="2782255"/>
                  </a:lnTo>
                  <a:lnTo>
                    <a:pt x="3473209" y="2782255"/>
                  </a:lnTo>
                  <a:lnTo>
                    <a:pt x="3473335" y="2782255"/>
                  </a:lnTo>
                  <a:lnTo>
                    <a:pt x="3473461" y="2782255"/>
                  </a:lnTo>
                  <a:lnTo>
                    <a:pt x="3473587" y="2782255"/>
                  </a:lnTo>
                  <a:lnTo>
                    <a:pt x="3473713" y="2782255"/>
                  </a:lnTo>
                  <a:lnTo>
                    <a:pt x="3473713" y="2776975"/>
                  </a:lnTo>
                  <a:lnTo>
                    <a:pt x="3473839" y="2776975"/>
                  </a:lnTo>
                  <a:lnTo>
                    <a:pt x="3473966" y="2776975"/>
                  </a:lnTo>
                  <a:lnTo>
                    <a:pt x="3474092" y="2776975"/>
                  </a:lnTo>
                  <a:lnTo>
                    <a:pt x="3474218" y="2776975"/>
                  </a:lnTo>
                  <a:lnTo>
                    <a:pt x="3474344" y="2776975"/>
                  </a:lnTo>
                  <a:lnTo>
                    <a:pt x="3474470" y="2776975"/>
                  </a:lnTo>
                  <a:lnTo>
                    <a:pt x="3474596" y="2776975"/>
                  </a:lnTo>
                  <a:lnTo>
                    <a:pt x="3474722" y="2776975"/>
                  </a:lnTo>
                  <a:lnTo>
                    <a:pt x="3474848" y="2776975"/>
                  </a:lnTo>
                  <a:lnTo>
                    <a:pt x="3474974" y="2776975"/>
                  </a:lnTo>
                  <a:lnTo>
                    <a:pt x="3475100" y="2776975"/>
                  </a:lnTo>
                  <a:lnTo>
                    <a:pt x="3475226" y="2776975"/>
                  </a:lnTo>
                  <a:lnTo>
                    <a:pt x="3475352" y="2776975"/>
                  </a:lnTo>
                  <a:lnTo>
                    <a:pt x="3475479" y="2776975"/>
                  </a:lnTo>
                  <a:lnTo>
                    <a:pt x="3475605" y="2776975"/>
                  </a:lnTo>
                  <a:lnTo>
                    <a:pt x="3475731" y="2776975"/>
                  </a:lnTo>
                  <a:lnTo>
                    <a:pt x="3475857" y="2776975"/>
                  </a:lnTo>
                  <a:lnTo>
                    <a:pt x="3475983" y="2776975"/>
                  </a:lnTo>
                  <a:lnTo>
                    <a:pt x="3476109" y="2776975"/>
                  </a:lnTo>
                  <a:lnTo>
                    <a:pt x="3476235" y="2776975"/>
                  </a:lnTo>
                  <a:lnTo>
                    <a:pt x="3476361" y="2776975"/>
                  </a:lnTo>
                  <a:lnTo>
                    <a:pt x="3476487" y="2776975"/>
                  </a:lnTo>
                  <a:lnTo>
                    <a:pt x="3476613" y="2776975"/>
                  </a:lnTo>
                  <a:lnTo>
                    <a:pt x="3476739" y="2776975"/>
                  </a:lnTo>
                  <a:lnTo>
                    <a:pt x="3476866" y="2776975"/>
                  </a:lnTo>
                  <a:lnTo>
                    <a:pt x="3476866" y="2771696"/>
                  </a:lnTo>
                  <a:lnTo>
                    <a:pt x="3476992" y="2771696"/>
                  </a:lnTo>
                  <a:lnTo>
                    <a:pt x="3477118" y="2771696"/>
                  </a:lnTo>
                  <a:lnTo>
                    <a:pt x="3477244" y="2771696"/>
                  </a:lnTo>
                  <a:lnTo>
                    <a:pt x="3477244" y="2766416"/>
                  </a:lnTo>
                  <a:lnTo>
                    <a:pt x="3477370" y="2766416"/>
                  </a:lnTo>
                  <a:lnTo>
                    <a:pt x="3477496" y="2766416"/>
                  </a:lnTo>
                  <a:lnTo>
                    <a:pt x="3477622" y="2766416"/>
                  </a:lnTo>
                  <a:lnTo>
                    <a:pt x="3477748" y="2766416"/>
                  </a:lnTo>
                  <a:lnTo>
                    <a:pt x="3477874" y="2766416"/>
                  </a:lnTo>
                  <a:lnTo>
                    <a:pt x="3478000" y="2766416"/>
                  </a:lnTo>
                  <a:lnTo>
                    <a:pt x="3478126" y="2766416"/>
                  </a:lnTo>
                  <a:lnTo>
                    <a:pt x="3478253" y="2766416"/>
                  </a:lnTo>
                  <a:lnTo>
                    <a:pt x="3478253" y="2761137"/>
                  </a:lnTo>
                  <a:lnTo>
                    <a:pt x="3478379" y="2761137"/>
                  </a:lnTo>
                  <a:lnTo>
                    <a:pt x="3478505" y="2761137"/>
                  </a:lnTo>
                  <a:lnTo>
                    <a:pt x="3478631" y="2761137"/>
                  </a:lnTo>
                  <a:lnTo>
                    <a:pt x="3478757" y="2761137"/>
                  </a:lnTo>
                  <a:lnTo>
                    <a:pt x="3478883" y="2761137"/>
                  </a:lnTo>
                  <a:lnTo>
                    <a:pt x="3479009" y="2761137"/>
                  </a:lnTo>
                  <a:lnTo>
                    <a:pt x="3479135" y="2761137"/>
                  </a:lnTo>
                  <a:lnTo>
                    <a:pt x="3479261" y="2761137"/>
                  </a:lnTo>
                  <a:lnTo>
                    <a:pt x="3479387" y="2761137"/>
                  </a:lnTo>
                  <a:lnTo>
                    <a:pt x="3479513" y="2761137"/>
                  </a:lnTo>
                  <a:lnTo>
                    <a:pt x="3479639" y="2761137"/>
                  </a:lnTo>
                  <a:lnTo>
                    <a:pt x="3479766" y="2761137"/>
                  </a:lnTo>
                  <a:lnTo>
                    <a:pt x="3479892" y="2761137"/>
                  </a:lnTo>
                  <a:lnTo>
                    <a:pt x="3480018" y="2761137"/>
                  </a:lnTo>
                  <a:lnTo>
                    <a:pt x="3480144" y="2761137"/>
                  </a:lnTo>
                  <a:lnTo>
                    <a:pt x="3480270" y="2761137"/>
                  </a:lnTo>
                  <a:lnTo>
                    <a:pt x="3480396" y="2761137"/>
                  </a:lnTo>
                  <a:lnTo>
                    <a:pt x="3480522" y="2761137"/>
                  </a:lnTo>
                  <a:lnTo>
                    <a:pt x="3480648" y="2761137"/>
                  </a:lnTo>
                  <a:lnTo>
                    <a:pt x="3480774" y="2761137"/>
                  </a:lnTo>
                  <a:lnTo>
                    <a:pt x="3480900" y="2761137"/>
                  </a:lnTo>
                  <a:lnTo>
                    <a:pt x="3481026" y="2761137"/>
                  </a:lnTo>
                  <a:lnTo>
                    <a:pt x="3481153" y="2761137"/>
                  </a:lnTo>
                  <a:lnTo>
                    <a:pt x="3481279" y="2761137"/>
                  </a:lnTo>
                  <a:lnTo>
                    <a:pt x="3481405" y="2761137"/>
                  </a:lnTo>
                  <a:lnTo>
                    <a:pt x="3481531" y="2761137"/>
                  </a:lnTo>
                  <a:lnTo>
                    <a:pt x="3481657" y="2761137"/>
                  </a:lnTo>
                  <a:lnTo>
                    <a:pt x="3481783" y="2761137"/>
                  </a:lnTo>
                  <a:lnTo>
                    <a:pt x="3481909" y="2761137"/>
                  </a:lnTo>
                  <a:lnTo>
                    <a:pt x="3482035" y="2761137"/>
                  </a:lnTo>
                  <a:lnTo>
                    <a:pt x="3482161" y="2761137"/>
                  </a:lnTo>
                  <a:lnTo>
                    <a:pt x="3482287" y="2761137"/>
                  </a:lnTo>
                  <a:lnTo>
                    <a:pt x="3482413" y="2761137"/>
                  </a:lnTo>
                  <a:lnTo>
                    <a:pt x="3482539" y="2761137"/>
                  </a:lnTo>
                  <a:lnTo>
                    <a:pt x="3482666" y="2761137"/>
                  </a:lnTo>
                  <a:lnTo>
                    <a:pt x="3482792" y="2761137"/>
                  </a:lnTo>
                  <a:lnTo>
                    <a:pt x="3482918" y="2761137"/>
                  </a:lnTo>
                  <a:lnTo>
                    <a:pt x="3483044" y="2761137"/>
                  </a:lnTo>
                  <a:lnTo>
                    <a:pt x="3483170" y="2761137"/>
                  </a:lnTo>
                  <a:lnTo>
                    <a:pt x="3483296" y="2761137"/>
                  </a:lnTo>
                  <a:lnTo>
                    <a:pt x="3483422" y="2761137"/>
                  </a:lnTo>
                  <a:lnTo>
                    <a:pt x="3483548" y="2761137"/>
                  </a:lnTo>
                  <a:lnTo>
                    <a:pt x="3483548" y="2755857"/>
                  </a:lnTo>
                  <a:lnTo>
                    <a:pt x="3483674" y="2755857"/>
                  </a:lnTo>
                  <a:lnTo>
                    <a:pt x="3483800" y="2755857"/>
                  </a:lnTo>
                  <a:lnTo>
                    <a:pt x="3483926" y="2755857"/>
                  </a:lnTo>
                  <a:lnTo>
                    <a:pt x="3484053" y="2755857"/>
                  </a:lnTo>
                  <a:lnTo>
                    <a:pt x="3484179" y="2755857"/>
                  </a:lnTo>
                  <a:lnTo>
                    <a:pt x="3484305" y="2755857"/>
                  </a:lnTo>
                  <a:lnTo>
                    <a:pt x="3484431" y="2755857"/>
                  </a:lnTo>
                  <a:lnTo>
                    <a:pt x="3484557" y="2755857"/>
                  </a:lnTo>
                  <a:lnTo>
                    <a:pt x="3484683" y="2755857"/>
                  </a:lnTo>
                  <a:lnTo>
                    <a:pt x="3484809" y="2755857"/>
                  </a:lnTo>
                  <a:lnTo>
                    <a:pt x="3484935" y="2755857"/>
                  </a:lnTo>
                  <a:lnTo>
                    <a:pt x="3485061" y="2755857"/>
                  </a:lnTo>
                  <a:lnTo>
                    <a:pt x="3485187" y="2755857"/>
                  </a:lnTo>
                  <a:lnTo>
                    <a:pt x="3485313" y="2755857"/>
                  </a:lnTo>
                  <a:lnTo>
                    <a:pt x="3485440" y="2755857"/>
                  </a:lnTo>
                  <a:lnTo>
                    <a:pt x="3485566" y="2755857"/>
                  </a:lnTo>
                  <a:lnTo>
                    <a:pt x="3485692" y="2755857"/>
                  </a:lnTo>
                  <a:lnTo>
                    <a:pt x="3485818" y="2755857"/>
                  </a:lnTo>
                  <a:lnTo>
                    <a:pt x="3485944" y="2755857"/>
                  </a:lnTo>
                  <a:lnTo>
                    <a:pt x="3486070" y="2755857"/>
                  </a:lnTo>
                  <a:lnTo>
                    <a:pt x="3486196" y="2755857"/>
                  </a:lnTo>
                  <a:lnTo>
                    <a:pt x="3486322" y="2755857"/>
                  </a:lnTo>
                  <a:lnTo>
                    <a:pt x="3486448" y="2755857"/>
                  </a:lnTo>
                  <a:lnTo>
                    <a:pt x="3486574" y="2755857"/>
                  </a:lnTo>
                  <a:lnTo>
                    <a:pt x="3486700" y="2755857"/>
                  </a:lnTo>
                  <a:lnTo>
                    <a:pt x="3486826" y="2755857"/>
                  </a:lnTo>
                  <a:lnTo>
                    <a:pt x="3486953" y="2755857"/>
                  </a:lnTo>
                  <a:lnTo>
                    <a:pt x="3487079" y="2755857"/>
                  </a:lnTo>
                  <a:lnTo>
                    <a:pt x="3487205" y="2755857"/>
                  </a:lnTo>
                  <a:lnTo>
                    <a:pt x="3487331" y="2755857"/>
                  </a:lnTo>
                  <a:lnTo>
                    <a:pt x="3487457" y="2755857"/>
                  </a:lnTo>
                  <a:lnTo>
                    <a:pt x="3487583" y="2755857"/>
                  </a:lnTo>
                  <a:lnTo>
                    <a:pt x="3487709" y="2755857"/>
                  </a:lnTo>
                  <a:lnTo>
                    <a:pt x="3487835" y="2755857"/>
                  </a:lnTo>
                  <a:lnTo>
                    <a:pt x="3487961" y="2755857"/>
                  </a:lnTo>
                  <a:lnTo>
                    <a:pt x="3488087" y="2755857"/>
                  </a:lnTo>
                  <a:lnTo>
                    <a:pt x="3488213" y="2755857"/>
                  </a:lnTo>
                  <a:lnTo>
                    <a:pt x="3488340" y="2755857"/>
                  </a:lnTo>
                  <a:lnTo>
                    <a:pt x="3488466" y="2755857"/>
                  </a:lnTo>
                  <a:lnTo>
                    <a:pt x="3488592" y="2755857"/>
                  </a:lnTo>
                  <a:lnTo>
                    <a:pt x="3488718" y="2755857"/>
                  </a:lnTo>
                  <a:lnTo>
                    <a:pt x="3488844" y="2755857"/>
                  </a:lnTo>
                  <a:lnTo>
                    <a:pt x="3488970" y="2755857"/>
                  </a:lnTo>
                  <a:lnTo>
                    <a:pt x="3489096" y="2755857"/>
                  </a:lnTo>
                  <a:lnTo>
                    <a:pt x="3489222" y="2755857"/>
                  </a:lnTo>
                  <a:lnTo>
                    <a:pt x="3489348" y="2755857"/>
                  </a:lnTo>
                  <a:lnTo>
                    <a:pt x="3489474" y="2755857"/>
                  </a:lnTo>
                  <a:lnTo>
                    <a:pt x="3489600" y="2755857"/>
                  </a:lnTo>
                  <a:lnTo>
                    <a:pt x="3489726" y="2755857"/>
                  </a:lnTo>
                  <a:lnTo>
                    <a:pt x="3489853" y="2755857"/>
                  </a:lnTo>
                  <a:lnTo>
                    <a:pt x="3489979" y="2755857"/>
                  </a:lnTo>
                  <a:lnTo>
                    <a:pt x="3490105" y="2755857"/>
                  </a:lnTo>
                  <a:lnTo>
                    <a:pt x="3490231" y="2755857"/>
                  </a:lnTo>
                  <a:lnTo>
                    <a:pt x="3490357" y="2755857"/>
                  </a:lnTo>
                  <a:lnTo>
                    <a:pt x="3490483" y="2755857"/>
                  </a:lnTo>
                  <a:lnTo>
                    <a:pt x="3490609" y="2755857"/>
                  </a:lnTo>
                  <a:lnTo>
                    <a:pt x="3490735" y="2755857"/>
                  </a:lnTo>
                  <a:lnTo>
                    <a:pt x="3490861" y="2755857"/>
                  </a:lnTo>
                  <a:lnTo>
                    <a:pt x="3490987" y="2755857"/>
                  </a:lnTo>
                  <a:lnTo>
                    <a:pt x="3491113" y="2755857"/>
                  </a:lnTo>
                  <a:lnTo>
                    <a:pt x="3491240" y="2755857"/>
                  </a:lnTo>
                  <a:lnTo>
                    <a:pt x="3491366" y="2755857"/>
                  </a:lnTo>
                  <a:lnTo>
                    <a:pt x="3491492" y="2755857"/>
                  </a:lnTo>
                  <a:lnTo>
                    <a:pt x="3491618" y="2755857"/>
                  </a:lnTo>
                  <a:lnTo>
                    <a:pt x="3491744" y="2755857"/>
                  </a:lnTo>
                  <a:lnTo>
                    <a:pt x="3491870" y="2755857"/>
                  </a:lnTo>
                  <a:lnTo>
                    <a:pt x="3491996" y="2755857"/>
                  </a:lnTo>
                  <a:lnTo>
                    <a:pt x="3492122" y="2755857"/>
                  </a:lnTo>
                  <a:lnTo>
                    <a:pt x="3492248" y="2755857"/>
                  </a:lnTo>
                  <a:lnTo>
                    <a:pt x="3492374" y="2755857"/>
                  </a:lnTo>
                  <a:lnTo>
                    <a:pt x="3492500" y="2755857"/>
                  </a:lnTo>
                  <a:lnTo>
                    <a:pt x="3492626" y="2755857"/>
                  </a:lnTo>
                  <a:lnTo>
                    <a:pt x="3492753" y="2755857"/>
                  </a:lnTo>
                  <a:lnTo>
                    <a:pt x="3492879" y="2755857"/>
                  </a:lnTo>
                  <a:lnTo>
                    <a:pt x="3493005" y="2755857"/>
                  </a:lnTo>
                  <a:lnTo>
                    <a:pt x="3493131" y="2755857"/>
                  </a:lnTo>
                  <a:lnTo>
                    <a:pt x="3493257" y="2755857"/>
                  </a:lnTo>
                  <a:lnTo>
                    <a:pt x="3493383" y="2755857"/>
                  </a:lnTo>
                  <a:lnTo>
                    <a:pt x="3493509" y="2755857"/>
                  </a:lnTo>
                  <a:lnTo>
                    <a:pt x="3493635" y="2755857"/>
                  </a:lnTo>
                  <a:lnTo>
                    <a:pt x="3493761" y="2755857"/>
                  </a:lnTo>
                  <a:lnTo>
                    <a:pt x="3493887" y="2755857"/>
                  </a:lnTo>
                  <a:lnTo>
                    <a:pt x="3494013" y="2755857"/>
                  </a:lnTo>
                  <a:lnTo>
                    <a:pt x="3494140" y="2755857"/>
                  </a:lnTo>
                  <a:lnTo>
                    <a:pt x="3494266" y="2755857"/>
                  </a:lnTo>
                  <a:lnTo>
                    <a:pt x="3494392" y="2755857"/>
                  </a:lnTo>
                  <a:lnTo>
                    <a:pt x="3494518" y="2755857"/>
                  </a:lnTo>
                  <a:lnTo>
                    <a:pt x="3494644" y="2755857"/>
                  </a:lnTo>
                  <a:lnTo>
                    <a:pt x="3494770" y="2755857"/>
                  </a:lnTo>
                  <a:lnTo>
                    <a:pt x="3494896" y="2755857"/>
                  </a:lnTo>
                  <a:lnTo>
                    <a:pt x="3495022" y="2755857"/>
                  </a:lnTo>
                  <a:lnTo>
                    <a:pt x="3495148" y="2755857"/>
                  </a:lnTo>
                  <a:lnTo>
                    <a:pt x="3495274" y="2755857"/>
                  </a:lnTo>
                  <a:lnTo>
                    <a:pt x="3495400" y="2755857"/>
                  </a:lnTo>
                  <a:lnTo>
                    <a:pt x="3495527" y="2755857"/>
                  </a:lnTo>
                  <a:lnTo>
                    <a:pt x="3495653" y="2755857"/>
                  </a:lnTo>
                  <a:lnTo>
                    <a:pt x="3495779" y="2755857"/>
                  </a:lnTo>
                  <a:lnTo>
                    <a:pt x="3495905" y="2755857"/>
                  </a:lnTo>
                  <a:lnTo>
                    <a:pt x="3496031" y="2755857"/>
                  </a:lnTo>
                  <a:lnTo>
                    <a:pt x="3496157" y="2755857"/>
                  </a:lnTo>
                  <a:lnTo>
                    <a:pt x="3496283" y="2755857"/>
                  </a:lnTo>
                  <a:lnTo>
                    <a:pt x="3496409" y="2755857"/>
                  </a:lnTo>
                  <a:lnTo>
                    <a:pt x="3496535" y="2755857"/>
                  </a:lnTo>
                  <a:lnTo>
                    <a:pt x="3496661" y="2755857"/>
                  </a:lnTo>
                  <a:lnTo>
                    <a:pt x="3496787" y="2755857"/>
                  </a:lnTo>
                  <a:lnTo>
                    <a:pt x="3496913" y="2755857"/>
                  </a:lnTo>
                  <a:lnTo>
                    <a:pt x="3497040" y="2755857"/>
                  </a:lnTo>
                  <a:lnTo>
                    <a:pt x="3497166" y="2755857"/>
                  </a:lnTo>
                  <a:lnTo>
                    <a:pt x="3497292" y="2755857"/>
                  </a:lnTo>
                  <a:lnTo>
                    <a:pt x="3497418" y="2755857"/>
                  </a:lnTo>
                  <a:lnTo>
                    <a:pt x="3497544" y="2755857"/>
                  </a:lnTo>
                  <a:lnTo>
                    <a:pt x="3497670" y="2755857"/>
                  </a:lnTo>
                  <a:lnTo>
                    <a:pt x="3497796" y="2755857"/>
                  </a:lnTo>
                  <a:lnTo>
                    <a:pt x="3497922" y="2755857"/>
                  </a:lnTo>
                  <a:lnTo>
                    <a:pt x="3498048" y="2755857"/>
                  </a:lnTo>
                  <a:lnTo>
                    <a:pt x="3498174" y="2755857"/>
                  </a:lnTo>
                  <a:lnTo>
                    <a:pt x="3498300" y="2755857"/>
                  </a:lnTo>
                  <a:lnTo>
                    <a:pt x="3498427" y="2755857"/>
                  </a:lnTo>
                  <a:lnTo>
                    <a:pt x="3498553" y="2755857"/>
                  </a:lnTo>
                  <a:lnTo>
                    <a:pt x="3498679" y="2755857"/>
                  </a:lnTo>
                  <a:lnTo>
                    <a:pt x="3498805" y="2755857"/>
                  </a:lnTo>
                  <a:lnTo>
                    <a:pt x="3498931" y="2755857"/>
                  </a:lnTo>
                  <a:lnTo>
                    <a:pt x="3498931" y="2750578"/>
                  </a:lnTo>
                  <a:lnTo>
                    <a:pt x="3499057" y="2750578"/>
                  </a:lnTo>
                  <a:lnTo>
                    <a:pt x="3499183" y="2750578"/>
                  </a:lnTo>
                  <a:lnTo>
                    <a:pt x="3499309" y="2750578"/>
                  </a:lnTo>
                  <a:lnTo>
                    <a:pt x="3499435" y="2750578"/>
                  </a:lnTo>
                  <a:lnTo>
                    <a:pt x="3499561" y="2750578"/>
                  </a:lnTo>
                  <a:lnTo>
                    <a:pt x="3499687" y="2750578"/>
                  </a:lnTo>
                  <a:lnTo>
                    <a:pt x="3499813" y="2750578"/>
                  </a:lnTo>
                  <a:lnTo>
                    <a:pt x="3499940" y="2750578"/>
                  </a:lnTo>
                  <a:lnTo>
                    <a:pt x="3500066" y="2750578"/>
                  </a:lnTo>
                  <a:lnTo>
                    <a:pt x="3500192" y="2750578"/>
                  </a:lnTo>
                  <a:lnTo>
                    <a:pt x="3500318" y="2750578"/>
                  </a:lnTo>
                  <a:lnTo>
                    <a:pt x="3500444" y="2750578"/>
                  </a:lnTo>
                  <a:lnTo>
                    <a:pt x="3500570" y="2750578"/>
                  </a:lnTo>
                  <a:lnTo>
                    <a:pt x="3500696" y="2750578"/>
                  </a:lnTo>
                  <a:lnTo>
                    <a:pt x="3500822" y="2750578"/>
                  </a:lnTo>
                  <a:lnTo>
                    <a:pt x="3500948" y="2750578"/>
                  </a:lnTo>
                  <a:lnTo>
                    <a:pt x="3501074" y="2750578"/>
                  </a:lnTo>
                  <a:lnTo>
                    <a:pt x="3501200" y="2750578"/>
                  </a:lnTo>
                  <a:lnTo>
                    <a:pt x="3501327" y="2750578"/>
                  </a:lnTo>
                  <a:lnTo>
                    <a:pt x="3501453" y="2750578"/>
                  </a:lnTo>
                  <a:lnTo>
                    <a:pt x="3501579" y="2750578"/>
                  </a:lnTo>
                  <a:lnTo>
                    <a:pt x="3501705" y="2750578"/>
                  </a:lnTo>
                  <a:lnTo>
                    <a:pt x="3501831" y="2750578"/>
                  </a:lnTo>
                  <a:lnTo>
                    <a:pt x="3501957" y="2750578"/>
                  </a:lnTo>
                  <a:lnTo>
                    <a:pt x="3502083" y="2750578"/>
                  </a:lnTo>
                  <a:lnTo>
                    <a:pt x="3502209" y="2750578"/>
                  </a:lnTo>
                  <a:lnTo>
                    <a:pt x="3502335" y="2750578"/>
                  </a:lnTo>
                  <a:lnTo>
                    <a:pt x="3502461" y="2750578"/>
                  </a:lnTo>
                  <a:lnTo>
                    <a:pt x="3502587" y="2750578"/>
                  </a:lnTo>
                  <a:lnTo>
                    <a:pt x="3502714" y="2750578"/>
                  </a:lnTo>
                  <a:lnTo>
                    <a:pt x="3502840" y="2750578"/>
                  </a:lnTo>
                  <a:lnTo>
                    <a:pt x="3502966" y="2750578"/>
                  </a:lnTo>
                  <a:lnTo>
                    <a:pt x="3503092" y="2750578"/>
                  </a:lnTo>
                  <a:lnTo>
                    <a:pt x="3503218" y="2750578"/>
                  </a:lnTo>
                  <a:lnTo>
                    <a:pt x="3503344" y="2750578"/>
                  </a:lnTo>
                  <a:lnTo>
                    <a:pt x="3503470" y="2750578"/>
                  </a:lnTo>
                  <a:lnTo>
                    <a:pt x="3503596" y="2750578"/>
                  </a:lnTo>
                  <a:lnTo>
                    <a:pt x="3503722" y="2750578"/>
                  </a:lnTo>
                  <a:lnTo>
                    <a:pt x="3503848" y="2750578"/>
                  </a:lnTo>
                  <a:lnTo>
                    <a:pt x="3503974" y="2750578"/>
                  </a:lnTo>
                  <a:lnTo>
                    <a:pt x="3504100" y="2750578"/>
                  </a:lnTo>
                  <a:lnTo>
                    <a:pt x="3504227" y="2750578"/>
                  </a:lnTo>
                  <a:lnTo>
                    <a:pt x="3504353" y="2750578"/>
                  </a:lnTo>
                  <a:lnTo>
                    <a:pt x="3504479" y="2750578"/>
                  </a:lnTo>
                  <a:lnTo>
                    <a:pt x="3504605" y="2750578"/>
                  </a:lnTo>
                  <a:lnTo>
                    <a:pt x="3504731" y="2750578"/>
                  </a:lnTo>
                  <a:lnTo>
                    <a:pt x="3504857" y="2750578"/>
                  </a:lnTo>
                  <a:lnTo>
                    <a:pt x="3504983" y="2750578"/>
                  </a:lnTo>
                  <a:lnTo>
                    <a:pt x="3505109" y="2750578"/>
                  </a:lnTo>
                  <a:lnTo>
                    <a:pt x="3505235" y="2750578"/>
                  </a:lnTo>
                  <a:lnTo>
                    <a:pt x="3505361" y="2750578"/>
                  </a:lnTo>
                  <a:lnTo>
                    <a:pt x="3505487" y="2750578"/>
                  </a:lnTo>
                  <a:lnTo>
                    <a:pt x="3505614" y="2750578"/>
                  </a:lnTo>
                  <a:lnTo>
                    <a:pt x="3505740" y="2750578"/>
                  </a:lnTo>
                  <a:lnTo>
                    <a:pt x="3505866" y="2750578"/>
                  </a:lnTo>
                  <a:lnTo>
                    <a:pt x="3505992" y="2750578"/>
                  </a:lnTo>
                  <a:lnTo>
                    <a:pt x="3506118" y="2750578"/>
                  </a:lnTo>
                  <a:lnTo>
                    <a:pt x="3506244" y="2750578"/>
                  </a:lnTo>
                  <a:lnTo>
                    <a:pt x="3506370" y="2750578"/>
                  </a:lnTo>
                  <a:lnTo>
                    <a:pt x="3506496" y="2750578"/>
                  </a:lnTo>
                  <a:lnTo>
                    <a:pt x="3506622" y="2750578"/>
                  </a:lnTo>
                  <a:lnTo>
                    <a:pt x="3506748" y="2750578"/>
                  </a:lnTo>
                  <a:lnTo>
                    <a:pt x="3506874" y="2750578"/>
                  </a:lnTo>
                  <a:lnTo>
                    <a:pt x="3507000" y="2750578"/>
                  </a:lnTo>
                  <a:lnTo>
                    <a:pt x="3507127" y="2750578"/>
                  </a:lnTo>
                  <a:lnTo>
                    <a:pt x="3507253" y="2750578"/>
                  </a:lnTo>
                  <a:lnTo>
                    <a:pt x="3507379" y="2750578"/>
                  </a:lnTo>
                  <a:lnTo>
                    <a:pt x="3507505" y="2750578"/>
                  </a:lnTo>
                  <a:lnTo>
                    <a:pt x="3507631" y="2750578"/>
                  </a:lnTo>
                  <a:lnTo>
                    <a:pt x="3507757" y="2750578"/>
                  </a:lnTo>
                  <a:lnTo>
                    <a:pt x="3507883" y="2750578"/>
                  </a:lnTo>
                  <a:lnTo>
                    <a:pt x="3508009" y="2750578"/>
                  </a:lnTo>
                  <a:lnTo>
                    <a:pt x="3508135" y="2750578"/>
                  </a:lnTo>
                  <a:lnTo>
                    <a:pt x="3508261" y="2750578"/>
                  </a:lnTo>
                  <a:lnTo>
                    <a:pt x="3508387" y="2750578"/>
                  </a:lnTo>
                  <a:lnTo>
                    <a:pt x="3508514" y="2750578"/>
                  </a:lnTo>
                  <a:lnTo>
                    <a:pt x="3508640" y="2750578"/>
                  </a:lnTo>
                  <a:lnTo>
                    <a:pt x="3508766" y="2750578"/>
                  </a:lnTo>
                  <a:lnTo>
                    <a:pt x="3508892" y="2750578"/>
                  </a:lnTo>
                  <a:lnTo>
                    <a:pt x="3509018" y="2750578"/>
                  </a:lnTo>
                  <a:lnTo>
                    <a:pt x="3509144" y="2750578"/>
                  </a:lnTo>
                  <a:lnTo>
                    <a:pt x="3509270" y="2750578"/>
                  </a:lnTo>
                  <a:lnTo>
                    <a:pt x="3509396" y="2750578"/>
                  </a:lnTo>
                  <a:lnTo>
                    <a:pt x="3509522" y="2750578"/>
                  </a:lnTo>
                  <a:lnTo>
                    <a:pt x="3509648" y="2750578"/>
                  </a:lnTo>
                  <a:lnTo>
                    <a:pt x="3509774" y="2750578"/>
                  </a:lnTo>
                  <a:lnTo>
                    <a:pt x="3509901" y="2750578"/>
                  </a:lnTo>
                  <a:lnTo>
                    <a:pt x="3510027" y="2750578"/>
                  </a:lnTo>
                  <a:lnTo>
                    <a:pt x="3510153" y="2750578"/>
                  </a:lnTo>
                  <a:lnTo>
                    <a:pt x="3510279" y="2750578"/>
                  </a:lnTo>
                  <a:lnTo>
                    <a:pt x="3510405" y="2750578"/>
                  </a:lnTo>
                  <a:lnTo>
                    <a:pt x="3510531" y="2750578"/>
                  </a:lnTo>
                  <a:lnTo>
                    <a:pt x="3510657" y="2750578"/>
                  </a:lnTo>
                  <a:lnTo>
                    <a:pt x="3510783" y="2750578"/>
                  </a:lnTo>
                  <a:lnTo>
                    <a:pt x="3510909" y="2750578"/>
                  </a:lnTo>
                  <a:lnTo>
                    <a:pt x="3511035" y="2750578"/>
                  </a:lnTo>
                  <a:lnTo>
                    <a:pt x="3511161" y="2750578"/>
                  </a:lnTo>
                  <a:lnTo>
                    <a:pt x="3511287" y="2750578"/>
                  </a:lnTo>
                  <a:lnTo>
                    <a:pt x="3511414" y="2750578"/>
                  </a:lnTo>
                  <a:lnTo>
                    <a:pt x="3511540" y="2750578"/>
                  </a:lnTo>
                  <a:lnTo>
                    <a:pt x="3511666" y="2750578"/>
                  </a:lnTo>
                  <a:lnTo>
                    <a:pt x="3511792" y="2750578"/>
                  </a:lnTo>
                  <a:lnTo>
                    <a:pt x="3511918" y="2750578"/>
                  </a:lnTo>
                  <a:lnTo>
                    <a:pt x="3512044" y="2750578"/>
                  </a:lnTo>
                  <a:lnTo>
                    <a:pt x="3512170" y="2750578"/>
                  </a:lnTo>
                  <a:lnTo>
                    <a:pt x="3512296" y="2750578"/>
                  </a:lnTo>
                  <a:lnTo>
                    <a:pt x="3512422" y="2750578"/>
                  </a:lnTo>
                  <a:lnTo>
                    <a:pt x="3512548" y="2750578"/>
                  </a:lnTo>
                  <a:lnTo>
                    <a:pt x="3512674" y="2750578"/>
                  </a:lnTo>
                  <a:lnTo>
                    <a:pt x="3512801" y="2750578"/>
                  </a:lnTo>
                  <a:lnTo>
                    <a:pt x="3512927" y="2750578"/>
                  </a:lnTo>
                  <a:lnTo>
                    <a:pt x="3513053" y="2750578"/>
                  </a:lnTo>
                  <a:lnTo>
                    <a:pt x="3513179" y="2750578"/>
                  </a:lnTo>
                  <a:lnTo>
                    <a:pt x="3513305" y="2750578"/>
                  </a:lnTo>
                  <a:lnTo>
                    <a:pt x="3513431" y="2750578"/>
                  </a:lnTo>
                  <a:lnTo>
                    <a:pt x="3513557" y="2750578"/>
                  </a:lnTo>
                  <a:lnTo>
                    <a:pt x="3513683" y="2750578"/>
                  </a:lnTo>
                  <a:lnTo>
                    <a:pt x="3513809" y="2750578"/>
                  </a:lnTo>
                  <a:lnTo>
                    <a:pt x="3513935" y="2750578"/>
                  </a:lnTo>
                  <a:lnTo>
                    <a:pt x="3514061" y="2750578"/>
                  </a:lnTo>
                  <a:lnTo>
                    <a:pt x="3514187" y="2750578"/>
                  </a:lnTo>
                  <a:lnTo>
                    <a:pt x="3514314" y="2750578"/>
                  </a:lnTo>
                  <a:lnTo>
                    <a:pt x="3514440" y="2750578"/>
                  </a:lnTo>
                  <a:lnTo>
                    <a:pt x="3514566" y="2750578"/>
                  </a:lnTo>
                  <a:lnTo>
                    <a:pt x="3514692" y="2750578"/>
                  </a:lnTo>
                  <a:lnTo>
                    <a:pt x="3514818" y="2750578"/>
                  </a:lnTo>
                  <a:lnTo>
                    <a:pt x="3514944" y="2750578"/>
                  </a:lnTo>
                  <a:lnTo>
                    <a:pt x="3515070" y="2750578"/>
                  </a:lnTo>
                  <a:lnTo>
                    <a:pt x="3515196" y="2750578"/>
                  </a:lnTo>
                  <a:lnTo>
                    <a:pt x="3515322" y="2750578"/>
                  </a:lnTo>
                  <a:lnTo>
                    <a:pt x="3515448" y="2750578"/>
                  </a:lnTo>
                  <a:lnTo>
                    <a:pt x="3515574" y="2750578"/>
                  </a:lnTo>
                  <a:lnTo>
                    <a:pt x="3515701" y="2750578"/>
                  </a:lnTo>
                  <a:lnTo>
                    <a:pt x="3515827" y="2750578"/>
                  </a:lnTo>
                  <a:lnTo>
                    <a:pt x="3515953" y="2750578"/>
                  </a:lnTo>
                  <a:lnTo>
                    <a:pt x="3516079" y="2750578"/>
                  </a:lnTo>
                  <a:lnTo>
                    <a:pt x="3516205" y="2750578"/>
                  </a:lnTo>
                  <a:lnTo>
                    <a:pt x="3516331" y="2750578"/>
                  </a:lnTo>
                  <a:lnTo>
                    <a:pt x="3516457" y="2750578"/>
                  </a:lnTo>
                  <a:lnTo>
                    <a:pt x="3516457" y="2745299"/>
                  </a:lnTo>
                  <a:lnTo>
                    <a:pt x="3516583" y="2745299"/>
                  </a:lnTo>
                  <a:lnTo>
                    <a:pt x="3516709" y="2745299"/>
                  </a:lnTo>
                  <a:lnTo>
                    <a:pt x="3516835" y="2745299"/>
                  </a:lnTo>
                  <a:lnTo>
                    <a:pt x="3516961" y="2745299"/>
                  </a:lnTo>
                  <a:lnTo>
                    <a:pt x="3517087" y="2745299"/>
                  </a:lnTo>
                  <a:lnTo>
                    <a:pt x="3517214" y="2745299"/>
                  </a:lnTo>
                  <a:lnTo>
                    <a:pt x="3517340" y="2745299"/>
                  </a:lnTo>
                  <a:lnTo>
                    <a:pt x="3517466" y="2745299"/>
                  </a:lnTo>
                  <a:lnTo>
                    <a:pt x="3517592" y="2745299"/>
                  </a:lnTo>
                  <a:lnTo>
                    <a:pt x="3517718" y="2745299"/>
                  </a:lnTo>
                  <a:lnTo>
                    <a:pt x="3517844" y="2745299"/>
                  </a:lnTo>
                  <a:lnTo>
                    <a:pt x="3517844" y="2740019"/>
                  </a:lnTo>
                  <a:lnTo>
                    <a:pt x="3517970" y="2740019"/>
                  </a:lnTo>
                  <a:lnTo>
                    <a:pt x="3518096" y="2740019"/>
                  </a:lnTo>
                  <a:lnTo>
                    <a:pt x="3518222" y="2740019"/>
                  </a:lnTo>
                  <a:lnTo>
                    <a:pt x="3518348" y="2740019"/>
                  </a:lnTo>
                  <a:lnTo>
                    <a:pt x="3518474" y="2740019"/>
                  </a:lnTo>
                  <a:lnTo>
                    <a:pt x="3518601" y="2740019"/>
                  </a:lnTo>
                  <a:lnTo>
                    <a:pt x="3518727" y="2740019"/>
                  </a:lnTo>
                  <a:lnTo>
                    <a:pt x="3518853" y="2740019"/>
                  </a:lnTo>
                  <a:lnTo>
                    <a:pt x="3518979" y="2740019"/>
                  </a:lnTo>
                  <a:lnTo>
                    <a:pt x="3518979" y="2734740"/>
                  </a:lnTo>
                  <a:lnTo>
                    <a:pt x="3519105" y="2734740"/>
                  </a:lnTo>
                  <a:lnTo>
                    <a:pt x="3519231" y="2734740"/>
                  </a:lnTo>
                  <a:lnTo>
                    <a:pt x="3519357" y="2734740"/>
                  </a:lnTo>
                  <a:lnTo>
                    <a:pt x="3519483" y="2734740"/>
                  </a:lnTo>
                  <a:lnTo>
                    <a:pt x="3519609" y="2734740"/>
                  </a:lnTo>
                  <a:lnTo>
                    <a:pt x="3519735" y="2734740"/>
                  </a:lnTo>
                  <a:lnTo>
                    <a:pt x="3519861" y="2734740"/>
                  </a:lnTo>
                  <a:lnTo>
                    <a:pt x="3519861" y="2729460"/>
                  </a:lnTo>
                  <a:lnTo>
                    <a:pt x="3519988" y="2729460"/>
                  </a:lnTo>
                  <a:lnTo>
                    <a:pt x="3520114" y="2729460"/>
                  </a:lnTo>
                  <a:lnTo>
                    <a:pt x="3520240" y="2729460"/>
                  </a:lnTo>
                  <a:lnTo>
                    <a:pt x="3520366" y="2729460"/>
                  </a:lnTo>
                  <a:lnTo>
                    <a:pt x="3520492" y="2729460"/>
                  </a:lnTo>
                  <a:lnTo>
                    <a:pt x="3520618" y="2729460"/>
                  </a:lnTo>
                  <a:lnTo>
                    <a:pt x="3520744" y="2729460"/>
                  </a:lnTo>
                  <a:lnTo>
                    <a:pt x="3520744" y="2724181"/>
                  </a:lnTo>
                  <a:lnTo>
                    <a:pt x="3520870" y="2724181"/>
                  </a:lnTo>
                  <a:lnTo>
                    <a:pt x="3520996" y="2724181"/>
                  </a:lnTo>
                  <a:lnTo>
                    <a:pt x="3521122" y="2724181"/>
                  </a:lnTo>
                  <a:lnTo>
                    <a:pt x="3521248" y="2724181"/>
                  </a:lnTo>
                  <a:lnTo>
                    <a:pt x="3521374" y="2724181"/>
                  </a:lnTo>
                  <a:lnTo>
                    <a:pt x="3521501" y="2724181"/>
                  </a:lnTo>
                  <a:lnTo>
                    <a:pt x="3521627" y="2724181"/>
                  </a:lnTo>
                  <a:lnTo>
                    <a:pt x="3521753" y="2724181"/>
                  </a:lnTo>
                  <a:lnTo>
                    <a:pt x="3521879" y="2724181"/>
                  </a:lnTo>
                  <a:lnTo>
                    <a:pt x="3522005" y="2724181"/>
                  </a:lnTo>
                  <a:lnTo>
                    <a:pt x="3522131" y="2724181"/>
                  </a:lnTo>
                  <a:lnTo>
                    <a:pt x="3522257" y="2724181"/>
                  </a:lnTo>
                  <a:lnTo>
                    <a:pt x="3522383" y="2724181"/>
                  </a:lnTo>
                  <a:lnTo>
                    <a:pt x="3522509" y="2724181"/>
                  </a:lnTo>
                  <a:lnTo>
                    <a:pt x="3522635" y="2724181"/>
                  </a:lnTo>
                  <a:lnTo>
                    <a:pt x="3522761" y="2724181"/>
                  </a:lnTo>
                  <a:lnTo>
                    <a:pt x="3522888" y="2724181"/>
                  </a:lnTo>
                  <a:lnTo>
                    <a:pt x="3523014" y="2724181"/>
                  </a:lnTo>
                  <a:lnTo>
                    <a:pt x="3523140" y="2724181"/>
                  </a:lnTo>
                  <a:lnTo>
                    <a:pt x="3523266" y="2724181"/>
                  </a:lnTo>
                  <a:lnTo>
                    <a:pt x="3523392" y="2724181"/>
                  </a:lnTo>
                  <a:lnTo>
                    <a:pt x="3523518" y="2724181"/>
                  </a:lnTo>
                  <a:lnTo>
                    <a:pt x="3523644" y="2724181"/>
                  </a:lnTo>
                  <a:lnTo>
                    <a:pt x="3523770" y="2724181"/>
                  </a:lnTo>
                  <a:lnTo>
                    <a:pt x="3523896" y="2724181"/>
                  </a:lnTo>
                  <a:lnTo>
                    <a:pt x="3524022" y="2724181"/>
                  </a:lnTo>
                  <a:lnTo>
                    <a:pt x="3524148" y="2724181"/>
                  </a:lnTo>
                  <a:lnTo>
                    <a:pt x="3524274" y="2724181"/>
                  </a:lnTo>
                  <a:lnTo>
                    <a:pt x="3524401" y="2724181"/>
                  </a:lnTo>
                  <a:lnTo>
                    <a:pt x="3524527" y="2724181"/>
                  </a:lnTo>
                  <a:lnTo>
                    <a:pt x="3524653" y="2724181"/>
                  </a:lnTo>
                  <a:lnTo>
                    <a:pt x="3524779" y="2724181"/>
                  </a:lnTo>
                  <a:lnTo>
                    <a:pt x="3524905" y="2724181"/>
                  </a:lnTo>
                  <a:lnTo>
                    <a:pt x="3525031" y="2724181"/>
                  </a:lnTo>
                  <a:lnTo>
                    <a:pt x="3525157" y="2724181"/>
                  </a:lnTo>
                  <a:lnTo>
                    <a:pt x="3525283" y="2724181"/>
                  </a:lnTo>
                  <a:lnTo>
                    <a:pt x="3525409" y="2724181"/>
                  </a:lnTo>
                  <a:lnTo>
                    <a:pt x="3525535" y="2724181"/>
                  </a:lnTo>
                  <a:lnTo>
                    <a:pt x="3525661" y="2724181"/>
                  </a:lnTo>
                  <a:lnTo>
                    <a:pt x="3525788" y="2724181"/>
                  </a:lnTo>
                  <a:lnTo>
                    <a:pt x="3525788" y="2718901"/>
                  </a:lnTo>
                  <a:lnTo>
                    <a:pt x="3525914" y="2718901"/>
                  </a:lnTo>
                  <a:lnTo>
                    <a:pt x="3526040" y="2718901"/>
                  </a:lnTo>
                  <a:lnTo>
                    <a:pt x="3526166" y="2718901"/>
                  </a:lnTo>
                  <a:lnTo>
                    <a:pt x="3526292" y="2718901"/>
                  </a:lnTo>
                  <a:lnTo>
                    <a:pt x="3526418" y="2718901"/>
                  </a:lnTo>
                  <a:lnTo>
                    <a:pt x="3526544" y="2718901"/>
                  </a:lnTo>
                  <a:lnTo>
                    <a:pt x="3526670" y="2718901"/>
                  </a:lnTo>
                  <a:lnTo>
                    <a:pt x="3526796" y="2718901"/>
                  </a:lnTo>
                  <a:lnTo>
                    <a:pt x="3526922" y="2718901"/>
                  </a:lnTo>
                  <a:lnTo>
                    <a:pt x="3527048" y="2718901"/>
                  </a:lnTo>
                  <a:lnTo>
                    <a:pt x="3527175" y="2718901"/>
                  </a:lnTo>
                  <a:lnTo>
                    <a:pt x="3527301" y="2718901"/>
                  </a:lnTo>
                  <a:lnTo>
                    <a:pt x="3527427" y="2718901"/>
                  </a:lnTo>
                  <a:lnTo>
                    <a:pt x="3527553" y="2718901"/>
                  </a:lnTo>
                  <a:lnTo>
                    <a:pt x="3527679" y="2718901"/>
                  </a:lnTo>
                  <a:lnTo>
                    <a:pt x="3527805" y="2718901"/>
                  </a:lnTo>
                  <a:lnTo>
                    <a:pt x="3527931" y="2718901"/>
                  </a:lnTo>
                  <a:lnTo>
                    <a:pt x="3528057" y="2718901"/>
                  </a:lnTo>
                  <a:lnTo>
                    <a:pt x="3528183" y="2718901"/>
                  </a:lnTo>
                  <a:lnTo>
                    <a:pt x="3528309" y="2718901"/>
                  </a:lnTo>
                  <a:lnTo>
                    <a:pt x="3528435" y="2718901"/>
                  </a:lnTo>
                  <a:lnTo>
                    <a:pt x="3528561" y="2718901"/>
                  </a:lnTo>
                  <a:lnTo>
                    <a:pt x="3528688" y="2718901"/>
                  </a:lnTo>
                  <a:lnTo>
                    <a:pt x="3528814" y="2718901"/>
                  </a:lnTo>
                  <a:lnTo>
                    <a:pt x="3528940" y="2718901"/>
                  </a:lnTo>
                  <a:lnTo>
                    <a:pt x="3529066" y="2718901"/>
                  </a:lnTo>
                  <a:lnTo>
                    <a:pt x="3529192" y="2718901"/>
                  </a:lnTo>
                  <a:lnTo>
                    <a:pt x="3529318" y="2718901"/>
                  </a:lnTo>
                  <a:lnTo>
                    <a:pt x="3529444" y="2718901"/>
                  </a:lnTo>
                  <a:lnTo>
                    <a:pt x="3529570" y="2718901"/>
                  </a:lnTo>
                  <a:lnTo>
                    <a:pt x="3529696" y="2718901"/>
                  </a:lnTo>
                  <a:lnTo>
                    <a:pt x="3529822" y="2718901"/>
                  </a:lnTo>
                  <a:lnTo>
                    <a:pt x="3529948" y="2718901"/>
                  </a:lnTo>
                  <a:lnTo>
                    <a:pt x="3530075" y="2718901"/>
                  </a:lnTo>
                  <a:lnTo>
                    <a:pt x="3530201" y="2718901"/>
                  </a:lnTo>
                  <a:lnTo>
                    <a:pt x="3530327" y="2718901"/>
                  </a:lnTo>
                  <a:lnTo>
                    <a:pt x="3530453" y="2718901"/>
                  </a:lnTo>
                  <a:lnTo>
                    <a:pt x="3530579" y="2718901"/>
                  </a:lnTo>
                  <a:lnTo>
                    <a:pt x="3530705" y="2718901"/>
                  </a:lnTo>
                  <a:lnTo>
                    <a:pt x="3530831" y="2718901"/>
                  </a:lnTo>
                  <a:lnTo>
                    <a:pt x="3530957" y="2718901"/>
                  </a:lnTo>
                  <a:lnTo>
                    <a:pt x="3530957" y="2713622"/>
                  </a:lnTo>
                  <a:lnTo>
                    <a:pt x="3531083" y="2713622"/>
                  </a:lnTo>
                  <a:lnTo>
                    <a:pt x="3531209" y="2713622"/>
                  </a:lnTo>
                  <a:lnTo>
                    <a:pt x="3531335" y="2713622"/>
                  </a:lnTo>
                  <a:lnTo>
                    <a:pt x="3531461" y="2713622"/>
                  </a:lnTo>
                  <a:lnTo>
                    <a:pt x="3531588" y="2713622"/>
                  </a:lnTo>
                  <a:lnTo>
                    <a:pt x="3531714" y="2713622"/>
                  </a:lnTo>
                  <a:lnTo>
                    <a:pt x="3531840" y="2713622"/>
                  </a:lnTo>
                  <a:lnTo>
                    <a:pt x="3531966" y="2713622"/>
                  </a:lnTo>
                  <a:lnTo>
                    <a:pt x="3532092" y="2713622"/>
                  </a:lnTo>
                  <a:lnTo>
                    <a:pt x="3532218" y="2713622"/>
                  </a:lnTo>
                  <a:lnTo>
                    <a:pt x="3532344" y="2713622"/>
                  </a:lnTo>
                  <a:lnTo>
                    <a:pt x="3532470" y="2713622"/>
                  </a:lnTo>
                  <a:lnTo>
                    <a:pt x="3532596" y="2713622"/>
                  </a:lnTo>
                  <a:lnTo>
                    <a:pt x="3532722" y="2713622"/>
                  </a:lnTo>
                  <a:lnTo>
                    <a:pt x="3532848" y="2713622"/>
                  </a:lnTo>
                  <a:lnTo>
                    <a:pt x="3532975" y="2713622"/>
                  </a:lnTo>
                  <a:lnTo>
                    <a:pt x="3533101" y="2713622"/>
                  </a:lnTo>
                  <a:lnTo>
                    <a:pt x="3533227" y="2713622"/>
                  </a:lnTo>
                  <a:lnTo>
                    <a:pt x="3533353" y="2713622"/>
                  </a:lnTo>
                  <a:lnTo>
                    <a:pt x="3533479" y="2713622"/>
                  </a:lnTo>
                  <a:lnTo>
                    <a:pt x="3533605" y="2713622"/>
                  </a:lnTo>
                  <a:lnTo>
                    <a:pt x="3533731" y="2713622"/>
                  </a:lnTo>
                  <a:lnTo>
                    <a:pt x="3533857" y="2713622"/>
                  </a:lnTo>
                  <a:lnTo>
                    <a:pt x="3533983" y="2713622"/>
                  </a:lnTo>
                  <a:lnTo>
                    <a:pt x="3534109" y="2713622"/>
                  </a:lnTo>
                  <a:lnTo>
                    <a:pt x="3534235" y="2713622"/>
                  </a:lnTo>
                  <a:lnTo>
                    <a:pt x="3534361" y="2713622"/>
                  </a:lnTo>
                  <a:lnTo>
                    <a:pt x="3534488" y="2713622"/>
                  </a:lnTo>
                  <a:lnTo>
                    <a:pt x="3534614" y="2713622"/>
                  </a:lnTo>
                  <a:lnTo>
                    <a:pt x="3534740" y="2713622"/>
                  </a:lnTo>
                  <a:lnTo>
                    <a:pt x="3534866" y="2713622"/>
                  </a:lnTo>
                  <a:lnTo>
                    <a:pt x="3534992" y="2713622"/>
                  </a:lnTo>
                  <a:lnTo>
                    <a:pt x="3535118" y="2713622"/>
                  </a:lnTo>
                  <a:lnTo>
                    <a:pt x="3535244" y="2713622"/>
                  </a:lnTo>
                  <a:lnTo>
                    <a:pt x="3535370" y="2713622"/>
                  </a:lnTo>
                  <a:lnTo>
                    <a:pt x="3535496" y="2713622"/>
                  </a:lnTo>
                  <a:lnTo>
                    <a:pt x="3535622" y="2713622"/>
                  </a:lnTo>
                  <a:lnTo>
                    <a:pt x="3535748" y="2713622"/>
                  </a:lnTo>
                  <a:lnTo>
                    <a:pt x="3535875" y="2713622"/>
                  </a:lnTo>
                  <a:lnTo>
                    <a:pt x="3536001" y="2713622"/>
                  </a:lnTo>
                  <a:lnTo>
                    <a:pt x="3536127" y="2713622"/>
                  </a:lnTo>
                  <a:lnTo>
                    <a:pt x="3536253" y="2713622"/>
                  </a:lnTo>
                  <a:lnTo>
                    <a:pt x="3536379" y="2713622"/>
                  </a:lnTo>
                  <a:lnTo>
                    <a:pt x="3536505" y="2713622"/>
                  </a:lnTo>
                  <a:lnTo>
                    <a:pt x="3536631" y="2713622"/>
                  </a:lnTo>
                  <a:lnTo>
                    <a:pt x="3536757" y="2713622"/>
                  </a:lnTo>
                  <a:lnTo>
                    <a:pt x="3536883" y="2713622"/>
                  </a:lnTo>
                  <a:lnTo>
                    <a:pt x="3537009" y="2713622"/>
                  </a:lnTo>
                  <a:lnTo>
                    <a:pt x="3537135" y="2713622"/>
                  </a:lnTo>
                  <a:lnTo>
                    <a:pt x="3537262" y="2713622"/>
                  </a:lnTo>
                  <a:lnTo>
                    <a:pt x="3537388" y="2713622"/>
                  </a:lnTo>
                  <a:lnTo>
                    <a:pt x="3537514" y="2713622"/>
                  </a:lnTo>
                  <a:lnTo>
                    <a:pt x="3537640" y="2713622"/>
                  </a:lnTo>
                  <a:lnTo>
                    <a:pt x="3537766" y="2713622"/>
                  </a:lnTo>
                  <a:lnTo>
                    <a:pt x="3537766" y="2708343"/>
                  </a:lnTo>
                  <a:lnTo>
                    <a:pt x="3537892" y="2708343"/>
                  </a:lnTo>
                  <a:lnTo>
                    <a:pt x="3538018" y="2708343"/>
                  </a:lnTo>
                  <a:lnTo>
                    <a:pt x="3538144" y="2708343"/>
                  </a:lnTo>
                  <a:lnTo>
                    <a:pt x="3538270" y="2708343"/>
                  </a:lnTo>
                  <a:lnTo>
                    <a:pt x="3538396" y="2708343"/>
                  </a:lnTo>
                  <a:lnTo>
                    <a:pt x="3538522" y="2708343"/>
                  </a:lnTo>
                  <a:lnTo>
                    <a:pt x="3538648" y="2708343"/>
                  </a:lnTo>
                  <a:lnTo>
                    <a:pt x="3538775" y="2708343"/>
                  </a:lnTo>
                  <a:lnTo>
                    <a:pt x="3538901" y="2708343"/>
                  </a:lnTo>
                  <a:lnTo>
                    <a:pt x="3539027" y="2708343"/>
                  </a:lnTo>
                  <a:lnTo>
                    <a:pt x="3539153" y="2708343"/>
                  </a:lnTo>
                  <a:lnTo>
                    <a:pt x="3539279" y="2708343"/>
                  </a:lnTo>
                  <a:lnTo>
                    <a:pt x="3539405" y="2708343"/>
                  </a:lnTo>
                  <a:lnTo>
                    <a:pt x="3539531" y="2708343"/>
                  </a:lnTo>
                  <a:lnTo>
                    <a:pt x="3539657" y="2708343"/>
                  </a:lnTo>
                  <a:lnTo>
                    <a:pt x="3539783" y="2708343"/>
                  </a:lnTo>
                  <a:lnTo>
                    <a:pt x="3539909" y="2708343"/>
                  </a:lnTo>
                  <a:lnTo>
                    <a:pt x="3540035" y="2708343"/>
                  </a:lnTo>
                  <a:lnTo>
                    <a:pt x="3540162" y="2708343"/>
                  </a:lnTo>
                  <a:lnTo>
                    <a:pt x="3540288" y="2708343"/>
                  </a:lnTo>
                  <a:lnTo>
                    <a:pt x="3540414" y="2708343"/>
                  </a:lnTo>
                  <a:lnTo>
                    <a:pt x="3540540" y="2708343"/>
                  </a:lnTo>
                  <a:lnTo>
                    <a:pt x="3540666" y="2708343"/>
                  </a:lnTo>
                  <a:lnTo>
                    <a:pt x="3540792" y="2708343"/>
                  </a:lnTo>
                  <a:lnTo>
                    <a:pt x="3540918" y="2708343"/>
                  </a:lnTo>
                  <a:lnTo>
                    <a:pt x="3541044" y="2708343"/>
                  </a:lnTo>
                  <a:lnTo>
                    <a:pt x="3541170" y="2708343"/>
                  </a:lnTo>
                  <a:lnTo>
                    <a:pt x="3541296" y="2708343"/>
                  </a:lnTo>
                  <a:lnTo>
                    <a:pt x="3541422" y="2708343"/>
                  </a:lnTo>
                  <a:lnTo>
                    <a:pt x="3541548" y="2708343"/>
                  </a:lnTo>
                  <a:lnTo>
                    <a:pt x="3541675" y="2708343"/>
                  </a:lnTo>
                  <a:lnTo>
                    <a:pt x="3541801" y="2708343"/>
                  </a:lnTo>
                  <a:lnTo>
                    <a:pt x="3541927" y="2708343"/>
                  </a:lnTo>
                  <a:lnTo>
                    <a:pt x="3542053" y="2708343"/>
                  </a:lnTo>
                  <a:lnTo>
                    <a:pt x="3542179" y="2708343"/>
                  </a:lnTo>
                  <a:lnTo>
                    <a:pt x="3542305" y="2708343"/>
                  </a:lnTo>
                  <a:lnTo>
                    <a:pt x="3542431" y="2708343"/>
                  </a:lnTo>
                  <a:lnTo>
                    <a:pt x="3542557" y="2708343"/>
                  </a:lnTo>
                  <a:lnTo>
                    <a:pt x="3542683" y="2708343"/>
                  </a:lnTo>
                  <a:lnTo>
                    <a:pt x="3542809" y="2708343"/>
                  </a:lnTo>
                  <a:lnTo>
                    <a:pt x="3542935" y="2708343"/>
                  </a:lnTo>
                  <a:lnTo>
                    <a:pt x="3543062" y="2708343"/>
                  </a:lnTo>
                  <a:lnTo>
                    <a:pt x="3543188" y="2708343"/>
                  </a:lnTo>
                  <a:lnTo>
                    <a:pt x="3543314" y="2708343"/>
                  </a:lnTo>
                  <a:lnTo>
                    <a:pt x="3543440" y="2708343"/>
                  </a:lnTo>
                  <a:lnTo>
                    <a:pt x="3543566" y="2708343"/>
                  </a:lnTo>
                  <a:lnTo>
                    <a:pt x="3543692" y="2708343"/>
                  </a:lnTo>
                  <a:lnTo>
                    <a:pt x="3543818" y="2708343"/>
                  </a:lnTo>
                  <a:lnTo>
                    <a:pt x="3543944" y="2708343"/>
                  </a:lnTo>
                  <a:lnTo>
                    <a:pt x="3544070" y="2708343"/>
                  </a:lnTo>
                  <a:lnTo>
                    <a:pt x="3544196" y="2708343"/>
                  </a:lnTo>
                  <a:lnTo>
                    <a:pt x="3544322" y="2708343"/>
                  </a:lnTo>
                  <a:lnTo>
                    <a:pt x="3544449" y="2708343"/>
                  </a:lnTo>
                  <a:lnTo>
                    <a:pt x="3544575" y="2708343"/>
                  </a:lnTo>
                  <a:lnTo>
                    <a:pt x="3544701" y="2708343"/>
                  </a:lnTo>
                  <a:lnTo>
                    <a:pt x="3544827" y="2708343"/>
                  </a:lnTo>
                  <a:lnTo>
                    <a:pt x="3544953" y="2708343"/>
                  </a:lnTo>
                  <a:lnTo>
                    <a:pt x="3545079" y="2708343"/>
                  </a:lnTo>
                  <a:lnTo>
                    <a:pt x="3545205" y="2708343"/>
                  </a:lnTo>
                  <a:lnTo>
                    <a:pt x="3545331" y="2708343"/>
                  </a:lnTo>
                  <a:lnTo>
                    <a:pt x="3545457" y="2708343"/>
                  </a:lnTo>
                  <a:lnTo>
                    <a:pt x="3545583" y="2708343"/>
                  </a:lnTo>
                  <a:lnTo>
                    <a:pt x="3545709" y="2708343"/>
                  </a:lnTo>
                  <a:lnTo>
                    <a:pt x="3545835" y="2708343"/>
                  </a:lnTo>
                  <a:lnTo>
                    <a:pt x="3545962" y="2708343"/>
                  </a:lnTo>
                  <a:lnTo>
                    <a:pt x="3546088" y="2708343"/>
                  </a:lnTo>
                  <a:lnTo>
                    <a:pt x="3546214" y="2708343"/>
                  </a:lnTo>
                  <a:lnTo>
                    <a:pt x="3546340" y="2708343"/>
                  </a:lnTo>
                  <a:lnTo>
                    <a:pt x="3546466" y="2708343"/>
                  </a:lnTo>
                  <a:lnTo>
                    <a:pt x="3546592" y="2708343"/>
                  </a:lnTo>
                  <a:lnTo>
                    <a:pt x="3546718" y="2708343"/>
                  </a:lnTo>
                  <a:lnTo>
                    <a:pt x="3546844" y="2708343"/>
                  </a:lnTo>
                  <a:lnTo>
                    <a:pt x="3546844" y="2703063"/>
                  </a:lnTo>
                  <a:lnTo>
                    <a:pt x="3546970" y="2703063"/>
                  </a:lnTo>
                  <a:lnTo>
                    <a:pt x="3547096" y="2703063"/>
                  </a:lnTo>
                  <a:lnTo>
                    <a:pt x="3547222" y="2703063"/>
                  </a:lnTo>
                  <a:lnTo>
                    <a:pt x="3547349" y="2703063"/>
                  </a:lnTo>
                  <a:lnTo>
                    <a:pt x="3547475" y="2703063"/>
                  </a:lnTo>
                  <a:lnTo>
                    <a:pt x="3547601" y="2703063"/>
                  </a:lnTo>
                  <a:lnTo>
                    <a:pt x="3547727" y="2703063"/>
                  </a:lnTo>
                  <a:lnTo>
                    <a:pt x="3547853" y="2703063"/>
                  </a:lnTo>
                  <a:lnTo>
                    <a:pt x="3547979" y="2703063"/>
                  </a:lnTo>
                  <a:lnTo>
                    <a:pt x="3548105" y="2703063"/>
                  </a:lnTo>
                  <a:lnTo>
                    <a:pt x="3548231" y="2703063"/>
                  </a:lnTo>
                  <a:lnTo>
                    <a:pt x="3548357" y="2703063"/>
                  </a:lnTo>
                  <a:lnTo>
                    <a:pt x="3548483" y="2703063"/>
                  </a:lnTo>
                  <a:lnTo>
                    <a:pt x="3548609" y="2703063"/>
                  </a:lnTo>
                  <a:lnTo>
                    <a:pt x="3548735" y="2703063"/>
                  </a:lnTo>
                  <a:lnTo>
                    <a:pt x="3548862" y="2703063"/>
                  </a:lnTo>
                  <a:lnTo>
                    <a:pt x="3548988" y="2703063"/>
                  </a:lnTo>
                  <a:lnTo>
                    <a:pt x="3549114" y="2703063"/>
                  </a:lnTo>
                  <a:lnTo>
                    <a:pt x="3549240" y="2703063"/>
                  </a:lnTo>
                  <a:lnTo>
                    <a:pt x="3549366" y="2703063"/>
                  </a:lnTo>
                  <a:lnTo>
                    <a:pt x="3549492" y="2703063"/>
                  </a:lnTo>
                  <a:lnTo>
                    <a:pt x="3549618" y="2703063"/>
                  </a:lnTo>
                  <a:lnTo>
                    <a:pt x="3549744" y="2703063"/>
                  </a:lnTo>
                  <a:lnTo>
                    <a:pt x="3549870" y="2703063"/>
                  </a:lnTo>
                  <a:lnTo>
                    <a:pt x="3549996" y="2703063"/>
                  </a:lnTo>
                  <a:lnTo>
                    <a:pt x="3550122" y="2703063"/>
                  </a:lnTo>
                  <a:lnTo>
                    <a:pt x="3550249" y="2703063"/>
                  </a:lnTo>
                  <a:lnTo>
                    <a:pt x="3550375" y="2703063"/>
                  </a:lnTo>
                  <a:lnTo>
                    <a:pt x="3550501" y="2703063"/>
                  </a:lnTo>
                  <a:lnTo>
                    <a:pt x="3550627" y="2703063"/>
                  </a:lnTo>
                  <a:lnTo>
                    <a:pt x="3550753" y="2703063"/>
                  </a:lnTo>
                  <a:lnTo>
                    <a:pt x="3550879" y="2703063"/>
                  </a:lnTo>
                  <a:lnTo>
                    <a:pt x="3551005" y="2703063"/>
                  </a:lnTo>
                  <a:lnTo>
                    <a:pt x="3551131" y="2703063"/>
                  </a:lnTo>
                  <a:lnTo>
                    <a:pt x="3551257" y="2703063"/>
                  </a:lnTo>
                  <a:lnTo>
                    <a:pt x="3551383" y="2703063"/>
                  </a:lnTo>
                  <a:lnTo>
                    <a:pt x="3551509" y="2703063"/>
                  </a:lnTo>
                  <a:lnTo>
                    <a:pt x="3551636" y="2703063"/>
                  </a:lnTo>
                  <a:lnTo>
                    <a:pt x="3551762" y="2703063"/>
                  </a:lnTo>
                  <a:lnTo>
                    <a:pt x="3551888" y="2703063"/>
                  </a:lnTo>
                  <a:lnTo>
                    <a:pt x="3552014" y="2703063"/>
                  </a:lnTo>
                  <a:lnTo>
                    <a:pt x="3552140" y="2703063"/>
                  </a:lnTo>
                  <a:lnTo>
                    <a:pt x="3552266" y="2703063"/>
                  </a:lnTo>
                  <a:lnTo>
                    <a:pt x="3552392" y="2703063"/>
                  </a:lnTo>
                  <a:lnTo>
                    <a:pt x="3552518" y="2703063"/>
                  </a:lnTo>
                  <a:lnTo>
                    <a:pt x="3552644" y="2703063"/>
                  </a:lnTo>
                  <a:lnTo>
                    <a:pt x="3552770" y="2703063"/>
                  </a:lnTo>
                  <a:lnTo>
                    <a:pt x="3552896" y="2703063"/>
                  </a:lnTo>
                  <a:lnTo>
                    <a:pt x="3553022" y="2703063"/>
                  </a:lnTo>
                  <a:lnTo>
                    <a:pt x="3553149" y="2703063"/>
                  </a:lnTo>
                  <a:lnTo>
                    <a:pt x="3553275" y="2703063"/>
                  </a:lnTo>
                  <a:lnTo>
                    <a:pt x="3553401" y="2703063"/>
                  </a:lnTo>
                  <a:lnTo>
                    <a:pt x="3553527" y="2703063"/>
                  </a:lnTo>
                  <a:lnTo>
                    <a:pt x="3553653" y="2703063"/>
                  </a:lnTo>
                  <a:lnTo>
                    <a:pt x="3553779" y="2703063"/>
                  </a:lnTo>
                  <a:lnTo>
                    <a:pt x="3553905" y="2703063"/>
                  </a:lnTo>
                  <a:lnTo>
                    <a:pt x="3554031" y="2703063"/>
                  </a:lnTo>
                  <a:lnTo>
                    <a:pt x="3554157" y="2703063"/>
                  </a:lnTo>
                  <a:lnTo>
                    <a:pt x="3554283" y="2703063"/>
                  </a:lnTo>
                  <a:lnTo>
                    <a:pt x="3554409" y="2703063"/>
                  </a:lnTo>
                  <a:lnTo>
                    <a:pt x="3554536" y="2703063"/>
                  </a:lnTo>
                  <a:lnTo>
                    <a:pt x="3554662" y="2703063"/>
                  </a:lnTo>
                  <a:lnTo>
                    <a:pt x="3554788" y="2703063"/>
                  </a:lnTo>
                  <a:lnTo>
                    <a:pt x="3554914" y="2703063"/>
                  </a:lnTo>
                  <a:lnTo>
                    <a:pt x="3555040" y="2703063"/>
                  </a:lnTo>
                  <a:lnTo>
                    <a:pt x="3555166" y="2703063"/>
                  </a:lnTo>
                  <a:lnTo>
                    <a:pt x="3555292" y="2703063"/>
                  </a:lnTo>
                  <a:lnTo>
                    <a:pt x="3555418" y="2703063"/>
                  </a:lnTo>
                  <a:lnTo>
                    <a:pt x="3555418" y="2697784"/>
                  </a:lnTo>
                  <a:lnTo>
                    <a:pt x="3555544" y="2697784"/>
                  </a:lnTo>
                  <a:lnTo>
                    <a:pt x="3555670" y="2697784"/>
                  </a:lnTo>
                  <a:lnTo>
                    <a:pt x="3555796" y="2697784"/>
                  </a:lnTo>
                  <a:lnTo>
                    <a:pt x="3555922" y="2697784"/>
                  </a:lnTo>
                  <a:lnTo>
                    <a:pt x="3556049" y="2697784"/>
                  </a:lnTo>
                  <a:lnTo>
                    <a:pt x="3556175" y="2697784"/>
                  </a:lnTo>
                  <a:lnTo>
                    <a:pt x="3556301" y="2697784"/>
                  </a:lnTo>
                  <a:lnTo>
                    <a:pt x="3556427" y="2697784"/>
                  </a:lnTo>
                  <a:lnTo>
                    <a:pt x="3556553" y="2697784"/>
                  </a:lnTo>
                  <a:lnTo>
                    <a:pt x="3556679" y="2697784"/>
                  </a:lnTo>
                  <a:lnTo>
                    <a:pt x="3556679" y="2692504"/>
                  </a:lnTo>
                  <a:lnTo>
                    <a:pt x="3556805" y="2692504"/>
                  </a:lnTo>
                  <a:lnTo>
                    <a:pt x="3556931" y="2692504"/>
                  </a:lnTo>
                  <a:lnTo>
                    <a:pt x="3557057" y="2692504"/>
                  </a:lnTo>
                  <a:lnTo>
                    <a:pt x="3557183" y="2692504"/>
                  </a:lnTo>
                  <a:lnTo>
                    <a:pt x="3557309" y="2692504"/>
                  </a:lnTo>
                  <a:lnTo>
                    <a:pt x="3557436" y="2692504"/>
                  </a:lnTo>
                  <a:lnTo>
                    <a:pt x="3557562" y="2692504"/>
                  </a:lnTo>
                  <a:lnTo>
                    <a:pt x="3557688" y="2692504"/>
                  </a:lnTo>
                  <a:lnTo>
                    <a:pt x="3557814" y="2692504"/>
                  </a:lnTo>
                  <a:lnTo>
                    <a:pt x="3557940" y="2692504"/>
                  </a:lnTo>
                  <a:lnTo>
                    <a:pt x="3558066" y="2692504"/>
                  </a:lnTo>
                  <a:lnTo>
                    <a:pt x="3558192" y="2692504"/>
                  </a:lnTo>
                  <a:lnTo>
                    <a:pt x="3558318" y="2692504"/>
                  </a:lnTo>
                  <a:lnTo>
                    <a:pt x="3558444" y="2692504"/>
                  </a:lnTo>
                  <a:lnTo>
                    <a:pt x="3558570" y="2692504"/>
                  </a:lnTo>
                  <a:lnTo>
                    <a:pt x="3558696" y="2692504"/>
                  </a:lnTo>
                  <a:lnTo>
                    <a:pt x="3558696" y="2687225"/>
                  </a:lnTo>
                  <a:lnTo>
                    <a:pt x="3558822" y="2687225"/>
                  </a:lnTo>
                  <a:lnTo>
                    <a:pt x="3558949" y="2687225"/>
                  </a:lnTo>
                  <a:lnTo>
                    <a:pt x="3559075" y="2687225"/>
                  </a:lnTo>
                  <a:lnTo>
                    <a:pt x="3559201" y="2687225"/>
                  </a:lnTo>
                  <a:lnTo>
                    <a:pt x="3559327" y="2687225"/>
                  </a:lnTo>
                  <a:lnTo>
                    <a:pt x="3559453" y="2687225"/>
                  </a:lnTo>
                  <a:lnTo>
                    <a:pt x="3559579" y="2687225"/>
                  </a:lnTo>
                  <a:lnTo>
                    <a:pt x="3559705" y="2687225"/>
                  </a:lnTo>
                  <a:lnTo>
                    <a:pt x="3559831" y="2687225"/>
                  </a:lnTo>
                  <a:lnTo>
                    <a:pt x="3559957" y="2687225"/>
                  </a:lnTo>
                  <a:lnTo>
                    <a:pt x="3560083" y="2687225"/>
                  </a:lnTo>
                  <a:lnTo>
                    <a:pt x="3560209" y="2687225"/>
                  </a:lnTo>
                  <a:lnTo>
                    <a:pt x="3560336" y="2687225"/>
                  </a:lnTo>
                  <a:lnTo>
                    <a:pt x="3560462" y="2687225"/>
                  </a:lnTo>
                  <a:lnTo>
                    <a:pt x="3560588" y="2687225"/>
                  </a:lnTo>
                  <a:lnTo>
                    <a:pt x="3560714" y="2687225"/>
                  </a:lnTo>
                  <a:lnTo>
                    <a:pt x="3560840" y="2687225"/>
                  </a:lnTo>
                  <a:lnTo>
                    <a:pt x="3560966" y="2687225"/>
                  </a:lnTo>
                  <a:lnTo>
                    <a:pt x="3561092" y="2687225"/>
                  </a:lnTo>
                  <a:lnTo>
                    <a:pt x="3561218" y="2687225"/>
                  </a:lnTo>
                  <a:lnTo>
                    <a:pt x="3561344" y="2687225"/>
                  </a:lnTo>
                  <a:lnTo>
                    <a:pt x="3561470" y="2687225"/>
                  </a:lnTo>
                  <a:lnTo>
                    <a:pt x="3561596" y="2687225"/>
                  </a:lnTo>
                  <a:lnTo>
                    <a:pt x="3561723" y="2687225"/>
                  </a:lnTo>
                  <a:lnTo>
                    <a:pt x="3561849" y="2687225"/>
                  </a:lnTo>
                  <a:lnTo>
                    <a:pt x="3561975" y="2687225"/>
                  </a:lnTo>
                  <a:lnTo>
                    <a:pt x="3562101" y="2687225"/>
                  </a:lnTo>
                  <a:lnTo>
                    <a:pt x="3562227" y="2687225"/>
                  </a:lnTo>
                  <a:lnTo>
                    <a:pt x="3562353" y="2687225"/>
                  </a:lnTo>
                  <a:lnTo>
                    <a:pt x="3562479" y="2687225"/>
                  </a:lnTo>
                  <a:lnTo>
                    <a:pt x="3562605" y="2687225"/>
                  </a:lnTo>
                  <a:lnTo>
                    <a:pt x="3562731" y="2687225"/>
                  </a:lnTo>
                  <a:lnTo>
                    <a:pt x="3562857" y="2687225"/>
                  </a:lnTo>
                  <a:lnTo>
                    <a:pt x="3562983" y="2687225"/>
                  </a:lnTo>
                  <a:lnTo>
                    <a:pt x="3563109" y="2687225"/>
                  </a:lnTo>
                  <a:lnTo>
                    <a:pt x="3563236" y="2687225"/>
                  </a:lnTo>
                  <a:lnTo>
                    <a:pt x="3563362" y="2687225"/>
                  </a:lnTo>
                  <a:lnTo>
                    <a:pt x="3563362" y="2681946"/>
                  </a:lnTo>
                  <a:lnTo>
                    <a:pt x="3563488" y="2681946"/>
                  </a:lnTo>
                  <a:lnTo>
                    <a:pt x="3563614" y="2681946"/>
                  </a:lnTo>
                  <a:lnTo>
                    <a:pt x="3563740" y="2681946"/>
                  </a:lnTo>
                  <a:lnTo>
                    <a:pt x="3563866" y="2681946"/>
                  </a:lnTo>
                  <a:lnTo>
                    <a:pt x="3563992" y="2681946"/>
                  </a:lnTo>
                  <a:lnTo>
                    <a:pt x="3564118" y="2681946"/>
                  </a:lnTo>
                  <a:lnTo>
                    <a:pt x="3564244" y="2681946"/>
                  </a:lnTo>
                  <a:lnTo>
                    <a:pt x="3564370" y="2681946"/>
                  </a:lnTo>
                  <a:lnTo>
                    <a:pt x="3564496" y="2681946"/>
                  </a:lnTo>
                  <a:lnTo>
                    <a:pt x="3564623" y="2681946"/>
                  </a:lnTo>
                  <a:lnTo>
                    <a:pt x="3564749" y="2681946"/>
                  </a:lnTo>
                  <a:lnTo>
                    <a:pt x="3564875" y="2681946"/>
                  </a:lnTo>
                  <a:lnTo>
                    <a:pt x="3565001" y="2681946"/>
                  </a:lnTo>
                  <a:lnTo>
                    <a:pt x="3565127" y="2681946"/>
                  </a:lnTo>
                  <a:lnTo>
                    <a:pt x="3565253" y="2681946"/>
                  </a:lnTo>
                  <a:lnTo>
                    <a:pt x="3565379" y="2681946"/>
                  </a:lnTo>
                  <a:lnTo>
                    <a:pt x="3565505" y="2681946"/>
                  </a:lnTo>
                  <a:lnTo>
                    <a:pt x="3565631" y="2681946"/>
                  </a:lnTo>
                  <a:lnTo>
                    <a:pt x="3565757" y="2681946"/>
                  </a:lnTo>
                  <a:lnTo>
                    <a:pt x="3565883" y="2681946"/>
                  </a:lnTo>
                  <a:lnTo>
                    <a:pt x="3566009" y="2681946"/>
                  </a:lnTo>
                  <a:lnTo>
                    <a:pt x="3566136" y="2681946"/>
                  </a:lnTo>
                  <a:lnTo>
                    <a:pt x="3566262" y="2681946"/>
                  </a:lnTo>
                  <a:lnTo>
                    <a:pt x="3566388" y="2681946"/>
                  </a:lnTo>
                  <a:lnTo>
                    <a:pt x="3566514" y="2681946"/>
                  </a:lnTo>
                  <a:lnTo>
                    <a:pt x="3566640" y="2681946"/>
                  </a:lnTo>
                  <a:lnTo>
                    <a:pt x="3566766" y="2681946"/>
                  </a:lnTo>
                  <a:lnTo>
                    <a:pt x="3566766" y="2676666"/>
                  </a:lnTo>
                  <a:lnTo>
                    <a:pt x="3566892" y="2676666"/>
                  </a:lnTo>
                  <a:lnTo>
                    <a:pt x="3567018" y="2676666"/>
                  </a:lnTo>
                  <a:lnTo>
                    <a:pt x="3567144" y="2676666"/>
                  </a:lnTo>
                  <a:lnTo>
                    <a:pt x="3567270" y="2676666"/>
                  </a:lnTo>
                  <a:lnTo>
                    <a:pt x="3567396" y="2676666"/>
                  </a:lnTo>
                  <a:lnTo>
                    <a:pt x="3567523" y="2676666"/>
                  </a:lnTo>
                  <a:lnTo>
                    <a:pt x="3567649" y="2676666"/>
                  </a:lnTo>
                  <a:lnTo>
                    <a:pt x="3567775" y="2676666"/>
                  </a:lnTo>
                  <a:lnTo>
                    <a:pt x="3567901" y="2676666"/>
                  </a:lnTo>
                  <a:lnTo>
                    <a:pt x="3568027" y="2676666"/>
                  </a:lnTo>
                  <a:lnTo>
                    <a:pt x="3568153" y="2676666"/>
                  </a:lnTo>
                  <a:lnTo>
                    <a:pt x="3568279" y="2676666"/>
                  </a:lnTo>
                  <a:lnTo>
                    <a:pt x="3568405" y="2676666"/>
                  </a:lnTo>
                  <a:lnTo>
                    <a:pt x="3568531" y="2676666"/>
                  </a:lnTo>
                  <a:lnTo>
                    <a:pt x="3568657" y="2676666"/>
                  </a:lnTo>
                  <a:lnTo>
                    <a:pt x="3568783" y="2676666"/>
                  </a:lnTo>
                  <a:lnTo>
                    <a:pt x="3568910" y="2676666"/>
                  </a:lnTo>
                  <a:lnTo>
                    <a:pt x="3569036" y="2676666"/>
                  </a:lnTo>
                  <a:lnTo>
                    <a:pt x="3569162" y="2676666"/>
                  </a:lnTo>
                  <a:lnTo>
                    <a:pt x="3569288" y="2676666"/>
                  </a:lnTo>
                  <a:lnTo>
                    <a:pt x="3569414" y="2676666"/>
                  </a:lnTo>
                  <a:lnTo>
                    <a:pt x="3569540" y="2676666"/>
                  </a:lnTo>
                  <a:lnTo>
                    <a:pt x="3569666" y="2676666"/>
                  </a:lnTo>
                  <a:lnTo>
                    <a:pt x="3569792" y="2676666"/>
                  </a:lnTo>
                  <a:lnTo>
                    <a:pt x="3569918" y="2676666"/>
                  </a:lnTo>
                  <a:lnTo>
                    <a:pt x="3570044" y="2676666"/>
                  </a:lnTo>
                  <a:lnTo>
                    <a:pt x="3570170" y="2676666"/>
                  </a:lnTo>
                  <a:lnTo>
                    <a:pt x="3570296" y="2676666"/>
                  </a:lnTo>
                  <a:lnTo>
                    <a:pt x="3570423" y="2676666"/>
                  </a:lnTo>
                  <a:lnTo>
                    <a:pt x="3570549" y="2676666"/>
                  </a:lnTo>
                  <a:lnTo>
                    <a:pt x="3570675" y="2676666"/>
                  </a:lnTo>
                  <a:lnTo>
                    <a:pt x="3570801" y="2676666"/>
                  </a:lnTo>
                  <a:lnTo>
                    <a:pt x="3570927" y="2676666"/>
                  </a:lnTo>
                  <a:lnTo>
                    <a:pt x="3571053" y="2676666"/>
                  </a:lnTo>
                  <a:lnTo>
                    <a:pt x="3571179" y="2676666"/>
                  </a:lnTo>
                  <a:lnTo>
                    <a:pt x="3571305" y="2676666"/>
                  </a:lnTo>
                  <a:lnTo>
                    <a:pt x="3571431" y="2676666"/>
                  </a:lnTo>
                  <a:lnTo>
                    <a:pt x="3571557" y="2676666"/>
                  </a:lnTo>
                  <a:lnTo>
                    <a:pt x="3571683" y="2676666"/>
                  </a:lnTo>
                  <a:lnTo>
                    <a:pt x="3571810" y="2676666"/>
                  </a:lnTo>
                  <a:lnTo>
                    <a:pt x="3571936" y="2676666"/>
                  </a:lnTo>
                  <a:lnTo>
                    <a:pt x="3572062" y="2676666"/>
                  </a:lnTo>
                  <a:lnTo>
                    <a:pt x="3572188" y="2676666"/>
                  </a:lnTo>
                  <a:lnTo>
                    <a:pt x="3572314" y="2676666"/>
                  </a:lnTo>
                  <a:lnTo>
                    <a:pt x="3572440" y="2676666"/>
                  </a:lnTo>
                  <a:lnTo>
                    <a:pt x="3572566" y="2676666"/>
                  </a:lnTo>
                  <a:lnTo>
                    <a:pt x="3572692" y="2676666"/>
                  </a:lnTo>
                  <a:lnTo>
                    <a:pt x="3572818" y="2676666"/>
                  </a:lnTo>
                  <a:lnTo>
                    <a:pt x="3572944" y="2676666"/>
                  </a:lnTo>
                  <a:lnTo>
                    <a:pt x="3573070" y="2676666"/>
                  </a:lnTo>
                  <a:lnTo>
                    <a:pt x="3573196" y="2676666"/>
                  </a:lnTo>
                  <a:lnTo>
                    <a:pt x="3573323" y="2676666"/>
                  </a:lnTo>
                  <a:lnTo>
                    <a:pt x="3573449" y="2676666"/>
                  </a:lnTo>
                  <a:lnTo>
                    <a:pt x="3573575" y="2676666"/>
                  </a:lnTo>
                  <a:lnTo>
                    <a:pt x="3573701" y="2676666"/>
                  </a:lnTo>
                  <a:lnTo>
                    <a:pt x="3573827" y="2676666"/>
                  </a:lnTo>
                  <a:lnTo>
                    <a:pt x="3573953" y="2676666"/>
                  </a:lnTo>
                  <a:lnTo>
                    <a:pt x="3574079" y="2676666"/>
                  </a:lnTo>
                  <a:lnTo>
                    <a:pt x="3574205" y="2676666"/>
                  </a:lnTo>
                  <a:lnTo>
                    <a:pt x="3574331" y="2676666"/>
                  </a:lnTo>
                  <a:lnTo>
                    <a:pt x="3574457" y="2676666"/>
                  </a:lnTo>
                  <a:lnTo>
                    <a:pt x="3574583" y="2676666"/>
                  </a:lnTo>
                  <a:lnTo>
                    <a:pt x="3574710" y="2676666"/>
                  </a:lnTo>
                  <a:lnTo>
                    <a:pt x="3574836" y="2676666"/>
                  </a:lnTo>
                  <a:lnTo>
                    <a:pt x="3574962" y="2676666"/>
                  </a:lnTo>
                  <a:lnTo>
                    <a:pt x="3575088" y="2676666"/>
                  </a:lnTo>
                  <a:lnTo>
                    <a:pt x="3575214" y="2676666"/>
                  </a:lnTo>
                  <a:lnTo>
                    <a:pt x="3575340" y="2676666"/>
                  </a:lnTo>
                  <a:lnTo>
                    <a:pt x="3575466" y="2676666"/>
                  </a:lnTo>
                  <a:lnTo>
                    <a:pt x="3575592" y="2676666"/>
                  </a:lnTo>
                  <a:lnTo>
                    <a:pt x="3575718" y="2676666"/>
                  </a:lnTo>
                  <a:lnTo>
                    <a:pt x="3575844" y="2676666"/>
                  </a:lnTo>
                  <a:lnTo>
                    <a:pt x="3575970" y="2676666"/>
                  </a:lnTo>
                  <a:lnTo>
                    <a:pt x="3576096" y="2676666"/>
                  </a:lnTo>
                  <a:lnTo>
                    <a:pt x="3576223" y="2676666"/>
                  </a:lnTo>
                  <a:lnTo>
                    <a:pt x="3576349" y="2676666"/>
                  </a:lnTo>
                  <a:lnTo>
                    <a:pt x="3576475" y="2676666"/>
                  </a:lnTo>
                  <a:lnTo>
                    <a:pt x="3576601" y="2676666"/>
                  </a:lnTo>
                  <a:lnTo>
                    <a:pt x="3576727" y="2676666"/>
                  </a:lnTo>
                  <a:lnTo>
                    <a:pt x="3576853" y="2676666"/>
                  </a:lnTo>
                  <a:lnTo>
                    <a:pt x="3576979" y="2676666"/>
                  </a:lnTo>
                  <a:lnTo>
                    <a:pt x="3577105" y="2676666"/>
                  </a:lnTo>
                  <a:lnTo>
                    <a:pt x="3577231" y="2676666"/>
                  </a:lnTo>
                  <a:lnTo>
                    <a:pt x="3577357" y="2676666"/>
                  </a:lnTo>
                  <a:lnTo>
                    <a:pt x="3577483" y="2676666"/>
                  </a:lnTo>
                  <a:lnTo>
                    <a:pt x="3577610" y="2676666"/>
                  </a:lnTo>
                  <a:lnTo>
                    <a:pt x="3577736" y="2676666"/>
                  </a:lnTo>
                  <a:lnTo>
                    <a:pt x="3577862" y="2676666"/>
                  </a:lnTo>
                  <a:lnTo>
                    <a:pt x="3577988" y="2676666"/>
                  </a:lnTo>
                  <a:lnTo>
                    <a:pt x="3578114" y="2676666"/>
                  </a:lnTo>
                  <a:lnTo>
                    <a:pt x="3578240" y="2676666"/>
                  </a:lnTo>
                  <a:lnTo>
                    <a:pt x="3578366" y="2676666"/>
                  </a:lnTo>
                  <a:lnTo>
                    <a:pt x="3578492" y="2676666"/>
                  </a:lnTo>
                  <a:lnTo>
                    <a:pt x="3578618" y="2676666"/>
                  </a:lnTo>
                  <a:lnTo>
                    <a:pt x="3578744" y="2676666"/>
                  </a:lnTo>
                  <a:lnTo>
                    <a:pt x="3578870" y="2676666"/>
                  </a:lnTo>
                  <a:lnTo>
                    <a:pt x="3578997" y="2676666"/>
                  </a:lnTo>
                  <a:lnTo>
                    <a:pt x="3579123" y="2676666"/>
                  </a:lnTo>
                  <a:lnTo>
                    <a:pt x="3579123" y="2671387"/>
                  </a:lnTo>
                  <a:lnTo>
                    <a:pt x="3579249" y="2671387"/>
                  </a:lnTo>
                  <a:lnTo>
                    <a:pt x="3579249" y="2666107"/>
                  </a:lnTo>
                  <a:lnTo>
                    <a:pt x="3579375" y="2666107"/>
                  </a:lnTo>
                  <a:lnTo>
                    <a:pt x="3579501" y="2666107"/>
                  </a:lnTo>
                  <a:lnTo>
                    <a:pt x="3579627" y="2666107"/>
                  </a:lnTo>
                  <a:lnTo>
                    <a:pt x="3579753" y="2666107"/>
                  </a:lnTo>
                  <a:lnTo>
                    <a:pt x="3579879" y="2666107"/>
                  </a:lnTo>
                  <a:lnTo>
                    <a:pt x="3580005" y="2666107"/>
                  </a:lnTo>
                  <a:lnTo>
                    <a:pt x="3580005" y="2660828"/>
                  </a:lnTo>
                  <a:lnTo>
                    <a:pt x="3580131" y="2660828"/>
                  </a:lnTo>
                  <a:lnTo>
                    <a:pt x="3580257" y="2660828"/>
                  </a:lnTo>
                  <a:lnTo>
                    <a:pt x="3580383" y="2660828"/>
                  </a:lnTo>
                  <a:lnTo>
                    <a:pt x="3580510" y="2660828"/>
                  </a:lnTo>
                  <a:lnTo>
                    <a:pt x="3580636" y="2660828"/>
                  </a:lnTo>
                  <a:lnTo>
                    <a:pt x="3580762" y="2660828"/>
                  </a:lnTo>
                  <a:lnTo>
                    <a:pt x="3580888" y="2660828"/>
                  </a:lnTo>
                  <a:lnTo>
                    <a:pt x="3581014" y="2660828"/>
                  </a:lnTo>
                  <a:lnTo>
                    <a:pt x="3581014" y="2655548"/>
                  </a:lnTo>
                  <a:lnTo>
                    <a:pt x="3581140" y="2655548"/>
                  </a:lnTo>
                  <a:lnTo>
                    <a:pt x="3581266" y="2655548"/>
                  </a:lnTo>
                  <a:lnTo>
                    <a:pt x="3581392" y="2655548"/>
                  </a:lnTo>
                  <a:lnTo>
                    <a:pt x="3581518" y="2655548"/>
                  </a:lnTo>
                  <a:lnTo>
                    <a:pt x="3581644" y="2655548"/>
                  </a:lnTo>
                  <a:lnTo>
                    <a:pt x="3581770" y="2655548"/>
                  </a:lnTo>
                  <a:lnTo>
                    <a:pt x="3581897" y="2655548"/>
                  </a:lnTo>
                  <a:lnTo>
                    <a:pt x="3582023" y="2655548"/>
                  </a:lnTo>
                  <a:lnTo>
                    <a:pt x="3582149" y="2655548"/>
                  </a:lnTo>
                  <a:lnTo>
                    <a:pt x="3582275" y="2655548"/>
                  </a:lnTo>
                  <a:lnTo>
                    <a:pt x="3582401" y="2655548"/>
                  </a:lnTo>
                  <a:lnTo>
                    <a:pt x="3582527" y="2655548"/>
                  </a:lnTo>
                  <a:lnTo>
                    <a:pt x="3582653" y="2655548"/>
                  </a:lnTo>
                  <a:lnTo>
                    <a:pt x="3582779" y="2655548"/>
                  </a:lnTo>
                  <a:lnTo>
                    <a:pt x="3582905" y="2655548"/>
                  </a:lnTo>
                  <a:lnTo>
                    <a:pt x="3583031" y="2655548"/>
                  </a:lnTo>
                  <a:lnTo>
                    <a:pt x="3583157" y="2655548"/>
                  </a:lnTo>
                  <a:lnTo>
                    <a:pt x="3583283" y="2655548"/>
                  </a:lnTo>
                  <a:lnTo>
                    <a:pt x="3583410" y="2655548"/>
                  </a:lnTo>
                  <a:lnTo>
                    <a:pt x="3583536" y="2655548"/>
                  </a:lnTo>
                  <a:lnTo>
                    <a:pt x="3583662" y="2655548"/>
                  </a:lnTo>
                  <a:lnTo>
                    <a:pt x="3583788" y="2655548"/>
                  </a:lnTo>
                  <a:lnTo>
                    <a:pt x="3583914" y="2655548"/>
                  </a:lnTo>
                  <a:lnTo>
                    <a:pt x="3584040" y="2655548"/>
                  </a:lnTo>
                  <a:lnTo>
                    <a:pt x="3584166" y="2655548"/>
                  </a:lnTo>
                  <a:lnTo>
                    <a:pt x="3584292" y="2655548"/>
                  </a:lnTo>
                  <a:lnTo>
                    <a:pt x="3584418" y="2655548"/>
                  </a:lnTo>
                  <a:lnTo>
                    <a:pt x="3584544" y="2655548"/>
                  </a:lnTo>
                  <a:lnTo>
                    <a:pt x="3584670" y="2655548"/>
                  </a:lnTo>
                  <a:lnTo>
                    <a:pt x="3584797" y="2655548"/>
                  </a:lnTo>
                  <a:lnTo>
                    <a:pt x="3584923" y="2655548"/>
                  </a:lnTo>
                  <a:lnTo>
                    <a:pt x="3585049" y="2655548"/>
                  </a:lnTo>
                  <a:lnTo>
                    <a:pt x="3585175" y="2655548"/>
                  </a:lnTo>
                  <a:lnTo>
                    <a:pt x="3585301" y="2655548"/>
                  </a:lnTo>
                  <a:lnTo>
                    <a:pt x="3585427" y="2655548"/>
                  </a:lnTo>
                  <a:lnTo>
                    <a:pt x="3585553" y="2655548"/>
                  </a:lnTo>
                  <a:lnTo>
                    <a:pt x="3585679" y="2655548"/>
                  </a:lnTo>
                  <a:lnTo>
                    <a:pt x="3585805" y="2655548"/>
                  </a:lnTo>
                  <a:lnTo>
                    <a:pt x="3585931" y="2655548"/>
                  </a:lnTo>
                  <a:lnTo>
                    <a:pt x="3586057" y="2655548"/>
                  </a:lnTo>
                  <a:lnTo>
                    <a:pt x="3586184" y="2655548"/>
                  </a:lnTo>
                  <a:lnTo>
                    <a:pt x="3586310" y="2655548"/>
                  </a:lnTo>
                  <a:lnTo>
                    <a:pt x="3586436" y="2655548"/>
                  </a:lnTo>
                  <a:lnTo>
                    <a:pt x="3586562" y="2655548"/>
                  </a:lnTo>
                  <a:lnTo>
                    <a:pt x="3586688" y="2655548"/>
                  </a:lnTo>
                  <a:lnTo>
                    <a:pt x="3586814" y="2655548"/>
                  </a:lnTo>
                  <a:lnTo>
                    <a:pt x="3586940" y="2655548"/>
                  </a:lnTo>
                  <a:lnTo>
                    <a:pt x="3587066" y="2655548"/>
                  </a:lnTo>
                  <a:lnTo>
                    <a:pt x="3587066" y="2650269"/>
                  </a:lnTo>
                  <a:lnTo>
                    <a:pt x="3587192" y="2650269"/>
                  </a:lnTo>
                  <a:lnTo>
                    <a:pt x="3587318" y="2650269"/>
                  </a:lnTo>
                  <a:lnTo>
                    <a:pt x="3587444" y="2650269"/>
                  </a:lnTo>
                  <a:lnTo>
                    <a:pt x="3587570" y="2650269"/>
                  </a:lnTo>
                  <a:lnTo>
                    <a:pt x="3587697" y="2650269"/>
                  </a:lnTo>
                  <a:lnTo>
                    <a:pt x="3587823" y="2650269"/>
                  </a:lnTo>
                  <a:lnTo>
                    <a:pt x="3587949" y="2650269"/>
                  </a:lnTo>
                  <a:lnTo>
                    <a:pt x="3588075" y="2650269"/>
                  </a:lnTo>
                  <a:lnTo>
                    <a:pt x="3588201" y="2650269"/>
                  </a:lnTo>
                  <a:lnTo>
                    <a:pt x="3588327" y="2650269"/>
                  </a:lnTo>
                  <a:lnTo>
                    <a:pt x="3588453" y="2650269"/>
                  </a:lnTo>
                  <a:lnTo>
                    <a:pt x="3588579" y="2650269"/>
                  </a:lnTo>
                  <a:lnTo>
                    <a:pt x="3588705" y="2650269"/>
                  </a:lnTo>
                  <a:lnTo>
                    <a:pt x="3588831" y="2650269"/>
                  </a:lnTo>
                  <a:lnTo>
                    <a:pt x="3588957" y="2650269"/>
                  </a:lnTo>
                  <a:lnTo>
                    <a:pt x="3589084" y="2650269"/>
                  </a:lnTo>
                  <a:lnTo>
                    <a:pt x="3589210" y="2650269"/>
                  </a:lnTo>
                  <a:lnTo>
                    <a:pt x="3589336" y="2650269"/>
                  </a:lnTo>
                  <a:lnTo>
                    <a:pt x="3589336" y="2644990"/>
                  </a:lnTo>
                  <a:lnTo>
                    <a:pt x="3589462" y="2644990"/>
                  </a:lnTo>
                  <a:lnTo>
                    <a:pt x="3589588" y="2644990"/>
                  </a:lnTo>
                  <a:lnTo>
                    <a:pt x="3589588" y="2639710"/>
                  </a:lnTo>
                  <a:lnTo>
                    <a:pt x="3589714" y="2639710"/>
                  </a:lnTo>
                  <a:lnTo>
                    <a:pt x="3589840" y="2639710"/>
                  </a:lnTo>
                  <a:lnTo>
                    <a:pt x="3589966" y="2639710"/>
                  </a:lnTo>
                  <a:lnTo>
                    <a:pt x="3590092" y="2639710"/>
                  </a:lnTo>
                  <a:lnTo>
                    <a:pt x="3590218" y="2639710"/>
                  </a:lnTo>
                  <a:lnTo>
                    <a:pt x="3590344" y="2639710"/>
                  </a:lnTo>
                  <a:lnTo>
                    <a:pt x="3590470" y="2639710"/>
                  </a:lnTo>
                  <a:lnTo>
                    <a:pt x="3590597" y="2639710"/>
                  </a:lnTo>
                  <a:lnTo>
                    <a:pt x="3590723" y="2639710"/>
                  </a:lnTo>
                  <a:lnTo>
                    <a:pt x="3590849" y="2639710"/>
                  </a:lnTo>
                  <a:lnTo>
                    <a:pt x="3590975" y="2639710"/>
                  </a:lnTo>
                  <a:lnTo>
                    <a:pt x="3591101" y="2639710"/>
                  </a:lnTo>
                  <a:lnTo>
                    <a:pt x="3591227" y="2639710"/>
                  </a:lnTo>
                  <a:lnTo>
                    <a:pt x="3591353" y="2639710"/>
                  </a:lnTo>
                  <a:lnTo>
                    <a:pt x="3591479" y="2639710"/>
                  </a:lnTo>
                  <a:lnTo>
                    <a:pt x="3591605" y="2639710"/>
                  </a:lnTo>
                  <a:lnTo>
                    <a:pt x="3591731" y="2639710"/>
                  </a:lnTo>
                  <a:lnTo>
                    <a:pt x="3591857" y="2639710"/>
                  </a:lnTo>
                  <a:lnTo>
                    <a:pt x="3591984" y="2639710"/>
                  </a:lnTo>
                  <a:lnTo>
                    <a:pt x="3592110" y="2639710"/>
                  </a:lnTo>
                  <a:lnTo>
                    <a:pt x="3592236" y="2639710"/>
                  </a:lnTo>
                  <a:lnTo>
                    <a:pt x="3592362" y="2639710"/>
                  </a:lnTo>
                  <a:lnTo>
                    <a:pt x="3592488" y="2639710"/>
                  </a:lnTo>
                  <a:lnTo>
                    <a:pt x="3592614" y="2639710"/>
                  </a:lnTo>
                  <a:lnTo>
                    <a:pt x="3592740" y="2639710"/>
                  </a:lnTo>
                  <a:lnTo>
                    <a:pt x="3592866" y="2639710"/>
                  </a:lnTo>
                  <a:lnTo>
                    <a:pt x="3592992" y="2639710"/>
                  </a:lnTo>
                  <a:lnTo>
                    <a:pt x="3592992" y="2634431"/>
                  </a:lnTo>
                  <a:lnTo>
                    <a:pt x="3593118" y="2634431"/>
                  </a:lnTo>
                  <a:lnTo>
                    <a:pt x="3593244" y="2634431"/>
                  </a:lnTo>
                  <a:lnTo>
                    <a:pt x="3593371" y="2634431"/>
                  </a:lnTo>
                  <a:lnTo>
                    <a:pt x="3593497" y="2634431"/>
                  </a:lnTo>
                  <a:lnTo>
                    <a:pt x="3593623" y="2634431"/>
                  </a:lnTo>
                  <a:lnTo>
                    <a:pt x="3593749" y="2634431"/>
                  </a:lnTo>
                  <a:lnTo>
                    <a:pt x="3593875" y="2634431"/>
                  </a:lnTo>
                  <a:lnTo>
                    <a:pt x="3594001" y="2634431"/>
                  </a:lnTo>
                  <a:lnTo>
                    <a:pt x="3594127" y="2634431"/>
                  </a:lnTo>
                  <a:lnTo>
                    <a:pt x="3594253" y="2634431"/>
                  </a:lnTo>
                  <a:lnTo>
                    <a:pt x="3594379" y="2634431"/>
                  </a:lnTo>
                  <a:lnTo>
                    <a:pt x="3594505" y="2634431"/>
                  </a:lnTo>
                  <a:lnTo>
                    <a:pt x="3594631" y="2634431"/>
                  </a:lnTo>
                  <a:lnTo>
                    <a:pt x="3594757" y="2634431"/>
                  </a:lnTo>
                  <a:lnTo>
                    <a:pt x="3594884" y="2634431"/>
                  </a:lnTo>
                  <a:lnTo>
                    <a:pt x="3595010" y="2634431"/>
                  </a:lnTo>
                  <a:lnTo>
                    <a:pt x="3595136" y="2634431"/>
                  </a:lnTo>
                  <a:lnTo>
                    <a:pt x="3595262" y="2634431"/>
                  </a:lnTo>
                  <a:lnTo>
                    <a:pt x="3595388" y="2634431"/>
                  </a:lnTo>
                  <a:lnTo>
                    <a:pt x="3595514" y="2634431"/>
                  </a:lnTo>
                  <a:lnTo>
                    <a:pt x="3595640" y="2634431"/>
                  </a:lnTo>
                  <a:lnTo>
                    <a:pt x="3595766" y="2634431"/>
                  </a:lnTo>
                  <a:lnTo>
                    <a:pt x="3595892" y="2634431"/>
                  </a:lnTo>
                  <a:lnTo>
                    <a:pt x="3596018" y="2634431"/>
                  </a:lnTo>
                  <a:lnTo>
                    <a:pt x="3596144" y="2634431"/>
                  </a:lnTo>
                  <a:lnTo>
                    <a:pt x="3596271" y="2634431"/>
                  </a:lnTo>
                  <a:lnTo>
                    <a:pt x="3596397" y="2634431"/>
                  </a:lnTo>
                  <a:lnTo>
                    <a:pt x="3596523" y="2634431"/>
                  </a:lnTo>
                  <a:lnTo>
                    <a:pt x="3596523" y="2629151"/>
                  </a:lnTo>
                  <a:lnTo>
                    <a:pt x="3596649" y="2629151"/>
                  </a:lnTo>
                  <a:lnTo>
                    <a:pt x="3596775" y="2629151"/>
                  </a:lnTo>
                  <a:lnTo>
                    <a:pt x="3596901" y="2629151"/>
                  </a:lnTo>
                  <a:lnTo>
                    <a:pt x="3597027" y="2629151"/>
                  </a:lnTo>
                  <a:lnTo>
                    <a:pt x="3597153" y="2629151"/>
                  </a:lnTo>
                  <a:lnTo>
                    <a:pt x="3597279" y="2629151"/>
                  </a:lnTo>
                  <a:lnTo>
                    <a:pt x="3597405" y="2629151"/>
                  </a:lnTo>
                  <a:lnTo>
                    <a:pt x="3597531" y="2629151"/>
                  </a:lnTo>
                  <a:lnTo>
                    <a:pt x="3597657" y="2629151"/>
                  </a:lnTo>
                  <a:lnTo>
                    <a:pt x="3597784" y="2629151"/>
                  </a:lnTo>
                  <a:lnTo>
                    <a:pt x="3597910" y="2629151"/>
                  </a:lnTo>
                  <a:lnTo>
                    <a:pt x="3598036" y="2629151"/>
                  </a:lnTo>
                  <a:lnTo>
                    <a:pt x="3598162" y="2629151"/>
                  </a:lnTo>
                  <a:lnTo>
                    <a:pt x="3598288" y="2629151"/>
                  </a:lnTo>
                  <a:lnTo>
                    <a:pt x="3598414" y="2629151"/>
                  </a:lnTo>
                  <a:lnTo>
                    <a:pt x="3598540" y="2629151"/>
                  </a:lnTo>
                  <a:lnTo>
                    <a:pt x="3598666" y="2629151"/>
                  </a:lnTo>
                  <a:lnTo>
                    <a:pt x="3598792" y="2629151"/>
                  </a:lnTo>
                  <a:lnTo>
                    <a:pt x="3598918" y="2629151"/>
                  </a:lnTo>
                  <a:lnTo>
                    <a:pt x="3598918" y="2623872"/>
                  </a:lnTo>
                  <a:lnTo>
                    <a:pt x="3599044" y="2623872"/>
                  </a:lnTo>
                  <a:lnTo>
                    <a:pt x="3599171" y="2623872"/>
                  </a:lnTo>
                  <a:lnTo>
                    <a:pt x="3599297" y="2623872"/>
                  </a:lnTo>
                  <a:lnTo>
                    <a:pt x="3599297" y="2618592"/>
                  </a:lnTo>
                  <a:lnTo>
                    <a:pt x="3599423" y="2618592"/>
                  </a:lnTo>
                  <a:lnTo>
                    <a:pt x="3599549" y="2618592"/>
                  </a:lnTo>
                  <a:lnTo>
                    <a:pt x="3599675" y="2618592"/>
                  </a:lnTo>
                  <a:lnTo>
                    <a:pt x="3599801" y="2618592"/>
                  </a:lnTo>
                  <a:lnTo>
                    <a:pt x="3599927" y="2618592"/>
                  </a:lnTo>
                  <a:lnTo>
                    <a:pt x="3600053" y="2618592"/>
                  </a:lnTo>
                  <a:lnTo>
                    <a:pt x="3600179" y="2618592"/>
                  </a:lnTo>
                  <a:lnTo>
                    <a:pt x="3600305" y="2618592"/>
                  </a:lnTo>
                  <a:lnTo>
                    <a:pt x="3600431" y="2618592"/>
                  </a:lnTo>
                  <a:lnTo>
                    <a:pt x="3600557" y="2618592"/>
                  </a:lnTo>
                  <a:lnTo>
                    <a:pt x="3600684" y="2618592"/>
                  </a:lnTo>
                  <a:lnTo>
                    <a:pt x="3600810" y="2618592"/>
                  </a:lnTo>
                  <a:lnTo>
                    <a:pt x="3600936" y="2618592"/>
                  </a:lnTo>
                  <a:lnTo>
                    <a:pt x="3601062" y="2618592"/>
                  </a:lnTo>
                  <a:lnTo>
                    <a:pt x="3601188" y="2618592"/>
                  </a:lnTo>
                  <a:lnTo>
                    <a:pt x="3601314" y="2618592"/>
                  </a:lnTo>
                  <a:lnTo>
                    <a:pt x="3601440" y="2618592"/>
                  </a:lnTo>
                  <a:lnTo>
                    <a:pt x="3601566" y="2618592"/>
                  </a:lnTo>
                  <a:lnTo>
                    <a:pt x="3601692" y="2618592"/>
                  </a:lnTo>
                  <a:lnTo>
                    <a:pt x="3601818" y="2618592"/>
                  </a:lnTo>
                  <a:lnTo>
                    <a:pt x="3601944" y="2618592"/>
                  </a:lnTo>
                  <a:lnTo>
                    <a:pt x="3602071" y="2618592"/>
                  </a:lnTo>
                  <a:lnTo>
                    <a:pt x="3602197" y="2618592"/>
                  </a:lnTo>
                  <a:lnTo>
                    <a:pt x="3602323" y="2618592"/>
                  </a:lnTo>
                  <a:lnTo>
                    <a:pt x="3602449" y="2618592"/>
                  </a:lnTo>
                  <a:lnTo>
                    <a:pt x="3602575" y="2618592"/>
                  </a:lnTo>
                  <a:lnTo>
                    <a:pt x="3602701" y="2618592"/>
                  </a:lnTo>
                  <a:lnTo>
                    <a:pt x="3602827" y="2618592"/>
                  </a:lnTo>
                  <a:lnTo>
                    <a:pt x="3602953" y="2618592"/>
                  </a:lnTo>
                  <a:lnTo>
                    <a:pt x="3603079" y="2618592"/>
                  </a:lnTo>
                  <a:lnTo>
                    <a:pt x="3603205" y="2618592"/>
                  </a:lnTo>
                  <a:lnTo>
                    <a:pt x="3603331" y="2618592"/>
                  </a:lnTo>
                  <a:lnTo>
                    <a:pt x="3603458" y="2618592"/>
                  </a:lnTo>
                  <a:lnTo>
                    <a:pt x="3603584" y="2618592"/>
                  </a:lnTo>
                  <a:lnTo>
                    <a:pt x="3603710" y="2618592"/>
                  </a:lnTo>
                  <a:lnTo>
                    <a:pt x="3603836" y="2618592"/>
                  </a:lnTo>
                  <a:lnTo>
                    <a:pt x="3603962" y="2618592"/>
                  </a:lnTo>
                  <a:lnTo>
                    <a:pt x="3604088" y="2618592"/>
                  </a:lnTo>
                  <a:lnTo>
                    <a:pt x="3604214" y="2618592"/>
                  </a:lnTo>
                  <a:lnTo>
                    <a:pt x="3604340" y="2618592"/>
                  </a:lnTo>
                  <a:lnTo>
                    <a:pt x="3604466" y="2618592"/>
                  </a:lnTo>
                  <a:lnTo>
                    <a:pt x="3604592" y="2618592"/>
                  </a:lnTo>
                  <a:lnTo>
                    <a:pt x="3604718" y="2618592"/>
                  </a:lnTo>
                  <a:lnTo>
                    <a:pt x="3604844" y="2618592"/>
                  </a:lnTo>
                  <a:lnTo>
                    <a:pt x="3604971" y="2618592"/>
                  </a:lnTo>
                  <a:lnTo>
                    <a:pt x="3605097" y="2618592"/>
                  </a:lnTo>
                  <a:lnTo>
                    <a:pt x="3605223" y="2618592"/>
                  </a:lnTo>
                  <a:lnTo>
                    <a:pt x="3605349" y="2618592"/>
                  </a:lnTo>
                  <a:lnTo>
                    <a:pt x="3605475" y="2618592"/>
                  </a:lnTo>
                  <a:lnTo>
                    <a:pt x="3605601" y="2618592"/>
                  </a:lnTo>
                  <a:lnTo>
                    <a:pt x="3605727" y="2618592"/>
                  </a:lnTo>
                  <a:lnTo>
                    <a:pt x="3605853" y="2618592"/>
                  </a:lnTo>
                  <a:lnTo>
                    <a:pt x="3605979" y="2618592"/>
                  </a:lnTo>
                  <a:lnTo>
                    <a:pt x="3606105" y="2618592"/>
                  </a:lnTo>
                  <a:lnTo>
                    <a:pt x="3606231" y="2618592"/>
                  </a:lnTo>
                  <a:lnTo>
                    <a:pt x="3606358" y="2618592"/>
                  </a:lnTo>
                  <a:lnTo>
                    <a:pt x="3606484" y="2618592"/>
                  </a:lnTo>
                  <a:lnTo>
                    <a:pt x="3606610" y="2618592"/>
                  </a:lnTo>
                  <a:lnTo>
                    <a:pt x="3606736" y="2618592"/>
                  </a:lnTo>
                  <a:lnTo>
                    <a:pt x="3606862" y="2618592"/>
                  </a:lnTo>
                  <a:lnTo>
                    <a:pt x="3606988" y="2618592"/>
                  </a:lnTo>
                  <a:lnTo>
                    <a:pt x="3607114" y="2618592"/>
                  </a:lnTo>
                  <a:lnTo>
                    <a:pt x="3607240" y="2618592"/>
                  </a:lnTo>
                  <a:lnTo>
                    <a:pt x="3607366" y="2618592"/>
                  </a:lnTo>
                  <a:lnTo>
                    <a:pt x="3607492" y="2618592"/>
                  </a:lnTo>
                  <a:lnTo>
                    <a:pt x="3607618" y="2618592"/>
                  </a:lnTo>
                  <a:lnTo>
                    <a:pt x="3607744" y="2618592"/>
                  </a:lnTo>
                  <a:lnTo>
                    <a:pt x="3607871" y="2618592"/>
                  </a:lnTo>
                  <a:lnTo>
                    <a:pt x="3607997" y="2618592"/>
                  </a:lnTo>
                  <a:lnTo>
                    <a:pt x="3608123" y="2618592"/>
                  </a:lnTo>
                  <a:lnTo>
                    <a:pt x="3608249" y="2618592"/>
                  </a:lnTo>
                  <a:lnTo>
                    <a:pt x="3608375" y="2618592"/>
                  </a:lnTo>
                  <a:lnTo>
                    <a:pt x="3608501" y="2618592"/>
                  </a:lnTo>
                  <a:lnTo>
                    <a:pt x="3608627" y="2618592"/>
                  </a:lnTo>
                  <a:lnTo>
                    <a:pt x="3608753" y="2618592"/>
                  </a:lnTo>
                  <a:lnTo>
                    <a:pt x="3608879" y="2618592"/>
                  </a:lnTo>
                  <a:lnTo>
                    <a:pt x="3609005" y="2618592"/>
                  </a:lnTo>
                  <a:lnTo>
                    <a:pt x="3609131" y="2618592"/>
                  </a:lnTo>
                  <a:lnTo>
                    <a:pt x="3609258" y="2618592"/>
                  </a:lnTo>
                  <a:lnTo>
                    <a:pt x="3609384" y="2618592"/>
                  </a:lnTo>
                  <a:lnTo>
                    <a:pt x="3609510" y="2618592"/>
                  </a:lnTo>
                  <a:lnTo>
                    <a:pt x="3609636" y="2618592"/>
                  </a:lnTo>
                  <a:lnTo>
                    <a:pt x="3609762" y="2618592"/>
                  </a:lnTo>
                  <a:lnTo>
                    <a:pt x="3609888" y="2618592"/>
                  </a:lnTo>
                  <a:lnTo>
                    <a:pt x="3610014" y="2618592"/>
                  </a:lnTo>
                  <a:lnTo>
                    <a:pt x="3610140" y="2618592"/>
                  </a:lnTo>
                  <a:lnTo>
                    <a:pt x="3610266" y="2618592"/>
                  </a:lnTo>
                  <a:lnTo>
                    <a:pt x="3610392" y="2618592"/>
                  </a:lnTo>
                  <a:lnTo>
                    <a:pt x="3610518" y="2618592"/>
                  </a:lnTo>
                  <a:lnTo>
                    <a:pt x="3610645" y="2618592"/>
                  </a:lnTo>
                  <a:lnTo>
                    <a:pt x="3610771" y="2618592"/>
                  </a:lnTo>
                  <a:lnTo>
                    <a:pt x="3610897" y="2618592"/>
                  </a:lnTo>
                  <a:lnTo>
                    <a:pt x="3611023" y="2618592"/>
                  </a:lnTo>
                  <a:lnTo>
                    <a:pt x="3611149" y="2618592"/>
                  </a:lnTo>
                  <a:lnTo>
                    <a:pt x="3611275" y="2618592"/>
                  </a:lnTo>
                  <a:lnTo>
                    <a:pt x="3611401" y="2618592"/>
                  </a:lnTo>
                  <a:lnTo>
                    <a:pt x="3611527" y="2618592"/>
                  </a:lnTo>
                  <a:lnTo>
                    <a:pt x="3611653" y="2618592"/>
                  </a:lnTo>
                  <a:lnTo>
                    <a:pt x="3611779" y="2618592"/>
                  </a:lnTo>
                  <a:lnTo>
                    <a:pt x="3611905" y="2618592"/>
                  </a:lnTo>
                  <a:lnTo>
                    <a:pt x="3612031" y="2618592"/>
                  </a:lnTo>
                  <a:lnTo>
                    <a:pt x="3612158" y="2618592"/>
                  </a:lnTo>
                  <a:lnTo>
                    <a:pt x="3612284" y="2618592"/>
                  </a:lnTo>
                  <a:lnTo>
                    <a:pt x="3612410" y="2618592"/>
                  </a:lnTo>
                  <a:lnTo>
                    <a:pt x="3612536" y="2618592"/>
                  </a:lnTo>
                  <a:lnTo>
                    <a:pt x="3612662" y="2618592"/>
                  </a:lnTo>
                  <a:lnTo>
                    <a:pt x="3612788" y="2618592"/>
                  </a:lnTo>
                  <a:lnTo>
                    <a:pt x="3612914" y="2618592"/>
                  </a:lnTo>
                  <a:lnTo>
                    <a:pt x="3613040" y="2618592"/>
                  </a:lnTo>
                  <a:lnTo>
                    <a:pt x="3613166" y="2618592"/>
                  </a:lnTo>
                  <a:lnTo>
                    <a:pt x="3613292" y="2618592"/>
                  </a:lnTo>
                  <a:lnTo>
                    <a:pt x="3613418" y="2618592"/>
                  </a:lnTo>
                  <a:lnTo>
                    <a:pt x="3613545" y="2618592"/>
                  </a:lnTo>
                  <a:lnTo>
                    <a:pt x="3613671" y="2618592"/>
                  </a:lnTo>
                  <a:lnTo>
                    <a:pt x="3613797" y="2618592"/>
                  </a:lnTo>
                  <a:lnTo>
                    <a:pt x="3613923" y="2618592"/>
                  </a:lnTo>
                  <a:lnTo>
                    <a:pt x="3614049" y="2618592"/>
                  </a:lnTo>
                  <a:lnTo>
                    <a:pt x="3614175" y="2618592"/>
                  </a:lnTo>
                  <a:lnTo>
                    <a:pt x="3614301" y="2618592"/>
                  </a:lnTo>
                  <a:lnTo>
                    <a:pt x="3614427" y="2618592"/>
                  </a:lnTo>
                  <a:lnTo>
                    <a:pt x="3614553" y="2618592"/>
                  </a:lnTo>
                  <a:lnTo>
                    <a:pt x="3614679" y="2618592"/>
                  </a:lnTo>
                  <a:lnTo>
                    <a:pt x="3614805" y="2618592"/>
                  </a:lnTo>
                  <a:lnTo>
                    <a:pt x="3614931" y="2618592"/>
                  </a:lnTo>
                  <a:lnTo>
                    <a:pt x="3615058" y="2618592"/>
                  </a:lnTo>
                  <a:lnTo>
                    <a:pt x="3615184" y="2618592"/>
                  </a:lnTo>
                  <a:lnTo>
                    <a:pt x="3615310" y="2618592"/>
                  </a:lnTo>
                  <a:lnTo>
                    <a:pt x="3615436" y="2618592"/>
                  </a:lnTo>
                  <a:lnTo>
                    <a:pt x="3615562" y="2618592"/>
                  </a:lnTo>
                  <a:lnTo>
                    <a:pt x="3615688" y="2618592"/>
                  </a:lnTo>
                  <a:lnTo>
                    <a:pt x="3615814" y="2618592"/>
                  </a:lnTo>
                  <a:lnTo>
                    <a:pt x="3615940" y="2618592"/>
                  </a:lnTo>
                  <a:lnTo>
                    <a:pt x="3616066" y="2618592"/>
                  </a:lnTo>
                  <a:lnTo>
                    <a:pt x="3616192" y="2618592"/>
                  </a:lnTo>
                  <a:lnTo>
                    <a:pt x="3616318" y="2618592"/>
                  </a:lnTo>
                  <a:lnTo>
                    <a:pt x="3616445" y="2618592"/>
                  </a:lnTo>
                  <a:lnTo>
                    <a:pt x="3616571" y="2618592"/>
                  </a:lnTo>
                  <a:lnTo>
                    <a:pt x="3616697" y="2618592"/>
                  </a:lnTo>
                  <a:lnTo>
                    <a:pt x="3616823" y="2618592"/>
                  </a:lnTo>
                  <a:lnTo>
                    <a:pt x="3616949" y="2618592"/>
                  </a:lnTo>
                  <a:lnTo>
                    <a:pt x="3617075" y="2618592"/>
                  </a:lnTo>
                  <a:lnTo>
                    <a:pt x="3617201" y="2618592"/>
                  </a:lnTo>
                  <a:lnTo>
                    <a:pt x="3617327" y="2618592"/>
                  </a:lnTo>
                  <a:lnTo>
                    <a:pt x="3617453" y="2618592"/>
                  </a:lnTo>
                  <a:lnTo>
                    <a:pt x="3617579" y="2618592"/>
                  </a:lnTo>
                  <a:lnTo>
                    <a:pt x="3617705" y="2618592"/>
                  </a:lnTo>
                  <a:lnTo>
                    <a:pt x="3617832" y="2618592"/>
                  </a:lnTo>
                  <a:lnTo>
                    <a:pt x="3617958" y="2618592"/>
                  </a:lnTo>
                  <a:lnTo>
                    <a:pt x="3618084" y="2618592"/>
                  </a:lnTo>
                  <a:lnTo>
                    <a:pt x="3618210" y="2618592"/>
                  </a:lnTo>
                  <a:lnTo>
                    <a:pt x="3618336" y="2618592"/>
                  </a:lnTo>
                  <a:lnTo>
                    <a:pt x="3618462" y="2618592"/>
                  </a:lnTo>
                  <a:lnTo>
                    <a:pt x="3618588" y="2618592"/>
                  </a:lnTo>
                  <a:lnTo>
                    <a:pt x="3618588" y="2613313"/>
                  </a:lnTo>
                  <a:lnTo>
                    <a:pt x="3618714" y="2613313"/>
                  </a:lnTo>
                  <a:lnTo>
                    <a:pt x="3618840" y="2613313"/>
                  </a:lnTo>
                  <a:lnTo>
                    <a:pt x="3618966" y="2613313"/>
                  </a:lnTo>
                  <a:lnTo>
                    <a:pt x="3619092" y="2613313"/>
                  </a:lnTo>
                  <a:lnTo>
                    <a:pt x="3619218" y="2613313"/>
                  </a:lnTo>
                  <a:lnTo>
                    <a:pt x="3619345" y="2613313"/>
                  </a:lnTo>
                  <a:lnTo>
                    <a:pt x="3619471" y="2613313"/>
                  </a:lnTo>
                  <a:lnTo>
                    <a:pt x="3619597" y="2613313"/>
                  </a:lnTo>
                  <a:lnTo>
                    <a:pt x="3619723" y="2613313"/>
                  </a:lnTo>
                  <a:lnTo>
                    <a:pt x="3619849" y="2613313"/>
                  </a:lnTo>
                  <a:lnTo>
                    <a:pt x="3619975" y="2613313"/>
                  </a:lnTo>
                  <a:lnTo>
                    <a:pt x="3620101" y="2613313"/>
                  </a:lnTo>
                  <a:lnTo>
                    <a:pt x="3620227" y="2613313"/>
                  </a:lnTo>
                  <a:lnTo>
                    <a:pt x="3620353" y="2613313"/>
                  </a:lnTo>
                  <a:lnTo>
                    <a:pt x="3620479" y="2613313"/>
                  </a:lnTo>
                  <a:lnTo>
                    <a:pt x="3620605" y="2613313"/>
                  </a:lnTo>
                  <a:lnTo>
                    <a:pt x="3620732" y="2613313"/>
                  </a:lnTo>
                  <a:lnTo>
                    <a:pt x="3620858" y="2613313"/>
                  </a:lnTo>
                  <a:lnTo>
                    <a:pt x="3620984" y="2613313"/>
                  </a:lnTo>
                  <a:lnTo>
                    <a:pt x="3621110" y="2613313"/>
                  </a:lnTo>
                  <a:lnTo>
                    <a:pt x="3621236" y="2613313"/>
                  </a:lnTo>
                  <a:lnTo>
                    <a:pt x="3621362" y="2613313"/>
                  </a:lnTo>
                  <a:lnTo>
                    <a:pt x="3621362" y="2608034"/>
                  </a:lnTo>
                  <a:lnTo>
                    <a:pt x="3621488" y="2608034"/>
                  </a:lnTo>
                  <a:lnTo>
                    <a:pt x="3621614" y="2608034"/>
                  </a:lnTo>
                  <a:lnTo>
                    <a:pt x="3621740" y="2608034"/>
                  </a:lnTo>
                  <a:lnTo>
                    <a:pt x="3621866" y="2608034"/>
                  </a:lnTo>
                  <a:lnTo>
                    <a:pt x="3621992" y="2608034"/>
                  </a:lnTo>
                  <a:lnTo>
                    <a:pt x="3622118" y="2608034"/>
                  </a:lnTo>
                  <a:lnTo>
                    <a:pt x="3622245" y="2608034"/>
                  </a:lnTo>
                  <a:lnTo>
                    <a:pt x="3622371" y="2608034"/>
                  </a:lnTo>
                  <a:lnTo>
                    <a:pt x="3622497" y="2608034"/>
                  </a:lnTo>
                  <a:lnTo>
                    <a:pt x="3622623" y="2608034"/>
                  </a:lnTo>
                  <a:lnTo>
                    <a:pt x="3622749" y="2608034"/>
                  </a:lnTo>
                  <a:lnTo>
                    <a:pt x="3622875" y="2608034"/>
                  </a:lnTo>
                  <a:lnTo>
                    <a:pt x="3623001" y="2608034"/>
                  </a:lnTo>
                  <a:lnTo>
                    <a:pt x="3623127" y="2608034"/>
                  </a:lnTo>
                  <a:lnTo>
                    <a:pt x="3623253" y="2608034"/>
                  </a:lnTo>
                  <a:lnTo>
                    <a:pt x="3623379" y="2608034"/>
                  </a:lnTo>
                  <a:lnTo>
                    <a:pt x="3623505" y="2608034"/>
                  </a:lnTo>
                  <a:lnTo>
                    <a:pt x="3623632" y="2608034"/>
                  </a:lnTo>
                  <a:lnTo>
                    <a:pt x="3623758" y="2608034"/>
                  </a:lnTo>
                  <a:lnTo>
                    <a:pt x="3623884" y="2608034"/>
                  </a:lnTo>
                  <a:lnTo>
                    <a:pt x="3624010" y="2608034"/>
                  </a:lnTo>
                  <a:lnTo>
                    <a:pt x="3624136" y="2608034"/>
                  </a:lnTo>
                  <a:lnTo>
                    <a:pt x="3624262" y="2608034"/>
                  </a:lnTo>
                  <a:lnTo>
                    <a:pt x="3624388" y="2608034"/>
                  </a:lnTo>
                  <a:lnTo>
                    <a:pt x="3624514" y="2608034"/>
                  </a:lnTo>
                  <a:lnTo>
                    <a:pt x="3624640" y="2608034"/>
                  </a:lnTo>
                  <a:lnTo>
                    <a:pt x="3624766" y="2608034"/>
                  </a:lnTo>
                  <a:lnTo>
                    <a:pt x="3624892" y="2608034"/>
                  </a:lnTo>
                  <a:lnTo>
                    <a:pt x="3625018" y="2608034"/>
                  </a:lnTo>
                  <a:lnTo>
                    <a:pt x="3625145" y="2608034"/>
                  </a:lnTo>
                  <a:lnTo>
                    <a:pt x="3625271" y="2608034"/>
                  </a:lnTo>
                  <a:lnTo>
                    <a:pt x="3625397" y="2608034"/>
                  </a:lnTo>
                  <a:lnTo>
                    <a:pt x="3625523" y="2608034"/>
                  </a:lnTo>
                  <a:lnTo>
                    <a:pt x="3625649" y="2608034"/>
                  </a:lnTo>
                  <a:lnTo>
                    <a:pt x="3625775" y="2608034"/>
                  </a:lnTo>
                  <a:lnTo>
                    <a:pt x="3625901" y="2608034"/>
                  </a:lnTo>
                  <a:lnTo>
                    <a:pt x="3626027" y="2608034"/>
                  </a:lnTo>
                  <a:lnTo>
                    <a:pt x="3626153" y="2608034"/>
                  </a:lnTo>
                  <a:lnTo>
                    <a:pt x="3626279" y="2608034"/>
                  </a:lnTo>
                  <a:lnTo>
                    <a:pt x="3626405" y="2608034"/>
                  </a:lnTo>
                  <a:lnTo>
                    <a:pt x="3626405" y="2602754"/>
                  </a:lnTo>
                  <a:lnTo>
                    <a:pt x="3626532" y="2602754"/>
                  </a:lnTo>
                  <a:lnTo>
                    <a:pt x="3626658" y="2602754"/>
                  </a:lnTo>
                  <a:lnTo>
                    <a:pt x="3626784" y="2602754"/>
                  </a:lnTo>
                  <a:lnTo>
                    <a:pt x="3626910" y="2602754"/>
                  </a:lnTo>
                  <a:lnTo>
                    <a:pt x="3627036" y="2602754"/>
                  </a:lnTo>
                  <a:lnTo>
                    <a:pt x="3627162" y="2602754"/>
                  </a:lnTo>
                  <a:lnTo>
                    <a:pt x="3627288" y="2602754"/>
                  </a:lnTo>
                  <a:lnTo>
                    <a:pt x="3627414" y="2602754"/>
                  </a:lnTo>
                  <a:lnTo>
                    <a:pt x="3627540" y="2602754"/>
                  </a:lnTo>
                  <a:lnTo>
                    <a:pt x="3627666" y="2602754"/>
                  </a:lnTo>
                  <a:lnTo>
                    <a:pt x="3627792" y="2602754"/>
                  </a:lnTo>
                  <a:lnTo>
                    <a:pt x="3627919" y="2602754"/>
                  </a:lnTo>
                  <a:lnTo>
                    <a:pt x="3628045" y="2602754"/>
                  </a:lnTo>
                  <a:lnTo>
                    <a:pt x="3628171" y="2602754"/>
                  </a:lnTo>
                  <a:lnTo>
                    <a:pt x="3628171" y="2597475"/>
                  </a:lnTo>
                  <a:lnTo>
                    <a:pt x="3628297" y="2597475"/>
                  </a:lnTo>
                  <a:lnTo>
                    <a:pt x="3628423" y="2597475"/>
                  </a:lnTo>
                  <a:lnTo>
                    <a:pt x="3628549" y="2597475"/>
                  </a:lnTo>
                  <a:lnTo>
                    <a:pt x="3628675" y="2597475"/>
                  </a:lnTo>
                  <a:lnTo>
                    <a:pt x="3628801" y="2597475"/>
                  </a:lnTo>
                  <a:lnTo>
                    <a:pt x="3628927" y="2597475"/>
                  </a:lnTo>
                  <a:lnTo>
                    <a:pt x="3629053" y="2597475"/>
                  </a:lnTo>
                  <a:lnTo>
                    <a:pt x="3629179" y="2597475"/>
                  </a:lnTo>
                  <a:lnTo>
                    <a:pt x="3629305" y="2597475"/>
                  </a:lnTo>
                  <a:lnTo>
                    <a:pt x="3629432" y="2597475"/>
                  </a:lnTo>
                  <a:lnTo>
                    <a:pt x="3629558" y="2597475"/>
                  </a:lnTo>
                  <a:lnTo>
                    <a:pt x="3629684" y="2597475"/>
                  </a:lnTo>
                  <a:lnTo>
                    <a:pt x="3629810" y="2597475"/>
                  </a:lnTo>
                  <a:lnTo>
                    <a:pt x="3629936" y="2597475"/>
                  </a:lnTo>
                  <a:lnTo>
                    <a:pt x="3630062" y="2597475"/>
                  </a:lnTo>
                  <a:lnTo>
                    <a:pt x="3630188" y="2597475"/>
                  </a:lnTo>
                  <a:lnTo>
                    <a:pt x="3630314" y="2597475"/>
                  </a:lnTo>
                  <a:lnTo>
                    <a:pt x="3630440" y="2597475"/>
                  </a:lnTo>
                  <a:lnTo>
                    <a:pt x="3630566" y="2597475"/>
                  </a:lnTo>
                  <a:lnTo>
                    <a:pt x="3630692" y="2597475"/>
                  </a:lnTo>
                  <a:lnTo>
                    <a:pt x="3630819" y="2597475"/>
                  </a:lnTo>
                  <a:lnTo>
                    <a:pt x="3630945" y="2597475"/>
                  </a:lnTo>
                  <a:lnTo>
                    <a:pt x="3631071" y="2597475"/>
                  </a:lnTo>
                  <a:lnTo>
                    <a:pt x="3631197" y="2597475"/>
                  </a:lnTo>
                  <a:lnTo>
                    <a:pt x="3631323" y="2597475"/>
                  </a:lnTo>
                  <a:lnTo>
                    <a:pt x="3631449" y="2597475"/>
                  </a:lnTo>
                  <a:lnTo>
                    <a:pt x="3631575" y="2597475"/>
                  </a:lnTo>
                  <a:lnTo>
                    <a:pt x="3631701" y="2597475"/>
                  </a:lnTo>
                  <a:lnTo>
                    <a:pt x="3631827" y="2597475"/>
                  </a:lnTo>
                  <a:lnTo>
                    <a:pt x="3631953" y="2597475"/>
                  </a:lnTo>
                  <a:lnTo>
                    <a:pt x="3631953" y="2592195"/>
                  </a:lnTo>
                  <a:lnTo>
                    <a:pt x="3632079" y="2592195"/>
                  </a:lnTo>
                  <a:lnTo>
                    <a:pt x="3632205" y="2592195"/>
                  </a:lnTo>
                  <a:lnTo>
                    <a:pt x="3632332" y="2592195"/>
                  </a:lnTo>
                  <a:lnTo>
                    <a:pt x="3632458" y="2592195"/>
                  </a:lnTo>
                  <a:lnTo>
                    <a:pt x="3632458" y="2586916"/>
                  </a:lnTo>
                  <a:lnTo>
                    <a:pt x="3632584" y="2586916"/>
                  </a:lnTo>
                  <a:lnTo>
                    <a:pt x="3632710" y="2586916"/>
                  </a:lnTo>
                  <a:lnTo>
                    <a:pt x="3632836" y="2586916"/>
                  </a:lnTo>
                  <a:lnTo>
                    <a:pt x="3632962" y="2586916"/>
                  </a:lnTo>
                  <a:lnTo>
                    <a:pt x="3633088" y="2586916"/>
                  </a:lnTo>
                  <a:lnTo>
                    <a:pt x="3633214" y="2586916"/>
                  </a:lnTo>
                  <a:lnTo>
                    <a:pt x="3633340" y="2586916"/>
                  </a:lnTo>
                  <a:lnTo>
                    <a:pt x="3633466" y="2586916"/>
                  </a:lnTo>
                  <a:lnTo>
                    <a:pt x="3633592" y="2586916"/>
                  </a:lnTo>
                  <a:lnTo>
                    <a:pt x="3633719" y="2586916"/>
                  </a:lnTo>
                  <a:lnTo>
                    <a:pt x="3633845" y="2586916"/>
                  </a:lnTo>
                  <a:lnTo>
                    <a:pt x="3633971" y="2586916"/>
                  </a:lnTo>
                  <a:lnTo>
                    <a:pt x="3634097" y="2586916"/>
                  </a:lnTo>
                  <a:lnTo>
                    <a:pt x="3634223" y="2586916"/>
                  </a:lnTo>
                  <a:lnTo>
                    <a:pt x="3634349" y="2586916"/>
                  </a:lnTo>
                  <a:lnTo>
                    <a:pt x="3634475" y="2586916"/>
                  </a:lnTo>
                  <a:lnTo>
                    <a:pt x="3634601" y="2586916"/>
                  </a:lnTo>
                  <a:lnTo>
                    <a:pt x="3634727" y="2586916"/>
                  </a:lnTo>
                  <a:lnTo>
                    <a:pt x="3634853" y="2586916"/>
                  </a:lnTo>
                  <a:lnTo>
                    <a:pt x="3634979" y="2586916"/>
                  </a:lnTo>
                  <a:lnTo>
                    <a:pt x="3635106" y="2586916"/>
                  </a:lnTo>
                  <a:lnTo>
                    <a:pt x="3635232" y="2586916"/>
                  </a:lnTo>
                  <a:lnTo>
                    <a:pt x="3635358" y="2586916"/>
                  </a:lnTo>
                  <a:lnTo>
                    <a:pt x="3635484" y="2586916"/>
                  </a:lnTo>
                  <a:lnTo>
                    <a:pt x="3635610" y="2586916"/>
                  </a:lnTo>
                  <a:lnTo>
                    <a:pt x="3635736" y="2586916"/>
                  </a:lnTo>
                  <a:lnTo>
                    <a:pt x="3635862" y="2586916"/>
                  </a:lnTo>
                  <a:lnTo>
                    <a:pt x="3635988" y="2586916"/>
                  </a:lnTo>
                  <a:lnTo>
                    <a:pt x="3636114" y="2586916"/>
                  </a:lnTo>
                  <a:lnTo>
                    <a:pt x="3636240" y="2586916"/>
                  </a:lnTo>
                  <a:lnTo>
                    <a:pt x="3636366" y="2586916"/>
                  </a:lnTo>
                  <a:lnTo>
                    <a:pt x="3636492" y="2586916"/>
                  </a:lnTo>
                  <a:lnTo>
                    <a:pt x="3636619" y="2586916"/>
                  </a:lnTo>
                  <a:lnTo>
                    <a:pt x="3636745" y="2586916"/>
                  </a:lnTo>
                  <a:lnTo>
                    <a:pt x="3636871" y="2586916"/>
                  </a:lnTo>
                  <a:lnTo>
                    <a:pt x="3636997" y="2586916"/>
                  </a:lnTo>
                  <a:lnTo>
                    <a:pt x="3637123" y="2586916"/>
                  </a:lnTo>
                  <a:lnTo>
                    <a:pt x="3637249" y="2586916"/>
                  </a:lnTo>
                  <a:lnTo>
                    <a:pt x="3637375" y="2586916"/>
                  </a:lnTo>
                  <a:lnTo>
                    <a:pt x="3637501" y="2586916"/>
                  </a:lnTo>
                  <a:lnTo>
                    <a:pt x="3637627" y="2586916"/>
                  </a:lnTo>
                  <a:lnTo>
                    <a:pt x="3637753" y="2586916"/>
                  </a:lnTo>
                  <a:lnTo>
                    <a:pt x="3637879" y="2586916"/>
                  </a:lnTo>
                  <a:lnTo>
                    <a:pt x="3638006" y="2586916"/>
                  </a:lnTo>
                  <a:lnTo>
                    <a:pt x="3638132" y="2586916"/>
                  </a:lnTo>
                  <a:lnTo>
                    <a:pt x="3638258" y="2586916"/>
                  </a:lnTo>
                  <a:lnTo>
                    <a:pt x="3638384" y="2586916"/>
                  </a:lnTo>
                  <a:lnTo>
                    <a:pt x="3638510" y="2586916"/>
                  </a:lnTo>
                  <a:lnTo>
                    <a:pt x="3638636" y="2586916"/>
                  </a:lnTo>
                  <a:lnTo>
                    <a:pt x="3638762" y="2586916"/>
                  </a:lnTo>
                  <a:lnTo>
                    <a:pt x="3638888" y="2586916"/>
                  </a:lnTo>
                  <a:lnTo>
                    <a:pt x="3639014" y="2586916"/>
                  </a:lnTo>
                  <a:lnTo>
                    <a:pt x="3639140" y="2586916"/>
                  </a:lnTo>
                  <a:lnTo>
                    <a:pt x="3639266" y="2586916"/>
                  </a:lnTo>
                  <a:lnTo>
                    <a:pt x="3639392" y="2586916"/>
                  </a:lnTo>
                  <a:lnTo>
                    <a:pt x="3639519" y="2586916"/>
                  </a:lnTo>
                  <a:lnTo>
                    <a:pt x="3639645" y="2586916"/>
                  </a:lnTo>
                  <a:lnTo>
                    <a:pt x="3639771" y="2586916"/>
                  </a:lnTo>
                  <a:lnTo>
                    <a:pt x="3639897" y="2586916"/>
                  </a:lnTo>
                  <a:lnTo>
                    <a:pt x="3640023" y="2586916"/>
                  </a:lnTo>
                  <a:lnTo>
                    <a:pt x="3640149" y="2586916"/>
                  </a:lnTo>
                  <a:lnTo>
                    <a:pt x="3640275" y="2586916"/>
                  </a:lnTo>
                  <a:lnTo>
                    <a:pt x="3640401" y="2586916"/>
                  </a:lnTo>
                  <a:lnTo>
                    <a:pt x="3640527" y="2586916"/>
                  </a:lnTo>
                  <a:lnTo>
                    <a:pt x="3640653" y="2586916"/>
                  </a:lnTo>
                  <a:lnTo>
                    <a:pt x="3640779" y="2586916"/>
                  </a:lnTo>
                  <a:lnTo>
                    <a:pt x="3640906" y="2586916"/>
                  </a:lnTo>
                  <a:lnTo>
                    <a:pt x="3641032" y="2586916"/>
                  </a:lnTo>
                  <a:lnTo>
                    <a:pt x="3641158" y="2586916"/>
                  </a:lnTo>
                  <a:lnTo>
                    <a:pt x="3641284" y="2586916"/>
                  </a:lnTo>
                  <a:lnTo>
                    <a:pt x="3641410" y="2586916"/>
                  </a:lnTo>
                  <a:lnTo>
                    <a:pt x="3641536" y="2586916"/>
                  </a:lnTo>
                  <a:lnTo>
                    <a:pt x="3641662" y="2586916"/>
                  </a:lnTo>
                  <a:lnTo>
                    <a:pt x="3641788" y="2586916"/>
                  </a:lnTo>
                  <a:lnTo>
                    <a:pt x="3641914" y="2586916"/>
                  </a:lnTo>
                  <a:lnTo>
                    <a:pt x="3642040" y="2586916"/>
                  </a:lnTo>
                  <a:lnTo>
                    <a:pt x="3642166" y="2586916"/>
                  </a:lnTo>
                  <a:lnTo>
                    <a:pt x="3642292" y="2586916"/>
                  </a:lnTo>
                  <a:lnTo>
                    <a:pt x="3642419" y="2586916"/>
                  </a:lnTo>
                  <a:lnTo>
                    <a:pt x="3642545" y="2586916"/>
                  </a:lnTo>
                  <a:lnTo>
                    <a:pt x="3642671" y="2586916"/>
                  </a:lnTo>
                  <a:lnTo>
                    <a:pt x="3642797" y="2586916"/>
                  </a:lnTo>
                  <a:lnTo>
                    <a:pt x="3642923" y="2586916"/>
                  </a:lnTo>
                  <a:lnTo>
                    <a:pt x="3643049" y="2586916"/>
                  </a:lnTo>
                  <a:lnTo>
                    <a:pt x="3643175" y="2586916"/>
                  </a:lnTo>
                  <a:lnTo>
                    <a:pt x="3643301" y="2586916"/>
                  </a:lnTo>
                  <a:lnTo>
                    <a:pt x="3643427" y="2586916"/>
                  </a:lnTo>
                  <a:lnTo>
                    <a:pt x="3643553" y="2586916"/>
                  </a:lnTo>
                  <a:lnTo>
                    <a:pt x="3643679" y="2586916"/>
                  </a:lnTo>
                  <a:lnTo>
                    <a:pt x="3643806" y="2586916"/>
                  </a:lnTo>
                  <a:lnTo>
                    <a:pt x="3643932" y="2586916"/>
                  </a:lnTo>
                  <a:lnTo>
                    <a:pt x="3644058" y="2586916"/>
                  </a:lnTo>
                  <a:lnTo>
                    <a:pt x="3644184" y="2586916"/>
                  </a:lnTo>
                  <a:lnTo>
                    <a:pt x="3644310" y="2586916"/>
                  </a:lnTo>
                  <a:lnTo>
                    <a:pt x="3644436" y="2586916"/>
                  </a:lnTo>
                  <a:lnTo>
                    <a:pt x="3644562" y="2586916"/>
                  </a:lnTo>
                  <a:lnTo>
                    <a:pt x="3644688" y="2586916"/>
                  </a:lnTo>
                  <a:lnTo>
                    <a:pt x="3644814" y="2586916"/>
                  </a:lnTo>
                  <a:lnTo>
                    <a:pt x="3644940" y="2586916"/>
                  </a:lnTo>
                  <a:lnTo>
                    <a:pt x="3645066" y="2586916"/>
                  </a:lnTo>
                  <a:lnTo>
                    <a:pt x="3645193" y="2586916"/>
                  </a:lnTo>
                  <a:lnTo>
                    <a:pt x="3645319" y="2586916"/>
                  </a:lnTo>
                  <a:lnTo>
                    <a:pt x="3645445" y="2586916"/>
                  </a:lnTo>
                  <a:lnTo>
                    <a:pt x="3645571" y="2586916"/>
                  </a:lnTo>
                  <a:lnTo>
                    <a:pt x="3645697" y="2586916"/>
                  </a:lnTo>
                  <a:lnTo>
                    <a:pt x="3645823" y="2586916"/>
                  </a:lnTo>
                  <a:lnTo>
                    <a:pt x="3645949" y="2586916"/>
                  </a:lnTo>
                  <a:lnTo>
                    <a:pt x="3646075" y="2586916"/>
                  </a:lnTo>
                  <a:lnTo>
                    <a:pt x="3646201" y="2586916"/>
                  </a:lnTo>
                  <a:lnTo>
                    <a:pt x="3646327" y="2586916"/>
                  </a:lnTo>
                  <a:lnTo>
                    <a:pt x="3646453" y="2586916"/>
                  </a:lnTo>
                  <a:lnTo>
                    <a:pt x="3646579" y="2586916"/>
                  </a:lnTo>
                  <a:lnTo>
                    <a:pt x="3646706" y="2586916"/>
                  </a:lnTo>
                  <a:lnTo>
                    <a:pt x="3646832" y="2586916"/>
                  </a:lnTo>
                  <a:lnTo>
                    <a:pt x="3646958" y="2586916"/>
                  </a:lnTo>
                  <a:lnTo>
                    <a:pt x="3647084" y="2586916"/>
                  </a:lnTo>
                  <a:lnTo>
                    <a:pt x="3647210" y="2586916"/>
                  </a:lnTo>
                  <a:lnTo>
                    <a:pt x="3647336" y="2586916"/>
                  </a:lnTo>
                  <a:lnTo>
                    <a:pt x="3647462" y="2586916"/>
                  </a:lnTo>
                  <a:lnTo>
                    <a:pt x="3647588" y="2586916"/>
                  </a:lnTo>
                  <a:lnTo>
                    <a:pt x="3647714" y="2586916"/>
                  </a:lnTo>
                  <a:lnTo>
                    <a:pt x="3647840" y="2586916"/>
                  </a:lnTo>
                  <a:lnTo>
                    <a:pt x="3647966" y="2586916"/>
                  </a:lnTo>
                  <a:lnTo>
                    <a:pt x="3648093" y="2586916"/>
                  </a:lnTo>
                  <a:lnTo>
                    <a:pt x="3648219" y="2586916"/>
                  </a:lnTo>
                  <a:lnTo>
                    <a:pt x="3648345" y="2586916"/>
                  </a:lnTo>
                  <a:lnTo>
                    <a:pt x="3648471" y="2586916"/>
                  </a:lnTo>
                  <a:lnTo>
                    <a:pt x="3648597" y="2586916"/>
                  </a:lnTo>
                  <a:lnTo>
                    <a:pt x="3648723" y="2586916"/>
                  </a:lnTo>
                  <a:lnTo>
                    <a:pt x="3648849" y="2586916"/>
                  </a:lnTo>
                  <a:lnTo>
                    <a:pt x="3648975" y="2586916"/>
                  </a:lnTo>
                  <a:lnTo>
                    <a:pt x="3649101" y="2586916"/>
                  </a:lnTo>
                  <a:lnTo>
                    <a:pt x="3649227" y="2586916"/>
                  </a:lnTo>
                  <a:lnTo>
                    <a:pt x="3649353" y="2586916"/>
                  </a:lnTo>
                  <a:lnTo>
                    <a:pt x="3649479" y="2586916"/>
                  </a:lnTo>
                  <a:lnTo>
                    <a:pt x="3649606" y="2586916"/>
                  </a:lnTo>
                  <a:lnTo>
                    <a:pt x="3649732" y="2586916"/>
                  </a:lnTo>
                  <a:lnTo>
                    <a:pt x="3649858" y="2586916"/>
                  </a:lnTo>
                  <a:lnTo>
                    <a:pt x="3649984" y="2586916"/>
                  </a:lnTo>
                  <a:lnTo>
                    <a:pt x="3650110" y="2586916"/>
                  </a:lnTo>
                  <a:lnTo>
                    <a:pt x="3650236" y="2586916"/>
                  </a:lnTo>
                  <a:lnTo>
                    <a:pt x="3650362" y="2586916"/>
                  </a:lnTo>
                  <a:lnTo>
                    <a:pt x="3650488" y="2586916"/>
                  </a:lnTo>
                  <a:lnTo>
                    <a:pt x="3650614" y="2586916"/>
                  </a:lnTo>
                  <a:lnTo>
                    <a:pt x="3650740" y="2586916"/>
                  </a:lnTo>
                  <a:lnTo>
                    <a:pt x="3650866" y="2586916"/>
                  </a:lnTo>
                  <a:lnTo>
                    <a:pt x="3650993" y="2586916"/>
                  </a:lnTo>
                  <a:lnTo>
                    <a:pt x="3651119" y="2586916"/>
                  </a:lnTo>
                  <a:lnTo>
                    <a:pt x="3651245" y="2586916"/>
                  </a:lnTo>
                  <a:lnTo>
                    <a:pt x="3651371" y="2586916"/>
                  </a:lnTo>
                  <a:lnTo>
                    <a:pt x="3651497" y="2586916"/>
                  </a:lnTo>
                  <a:lnTo>
                    <a:pt x="3651623" y="2586916"/>
                  </a:lnTo>
                  <a:lnTo>
                    <a:pt x="3651749" y="2586916"/>
                  </a:lnTo>
                  <a:lnTo>
                    <a:pt x="3651875" y="2586916"/>
                  </a:lnTo>
                  <a:lnTo>
                    <a:pt x="3652001" y="2586916"/>
                  </a:lnTo>
                  <a:lnTo>
                    <a:pt x="3652127" y="2586916"/>
                  </a:lnTo>
                  <a:lnTo>
                    <a:pt x="3652253" y="2586916"/>
                  </a:lnTo>
                  <a:lnTo>
                    <a:pt x="3652380" y="2586916"/>
                  </a:lnTo>
                  <a:lnTo>
                    <a:pt x="3652506" y="2586916"/>
                  </a:lnTo>
                  <a:lnTo>
                    <a:pt x="3652632" y="2586916"/>
                  </a:lnTo>
                  <a:lnTo>
                    <a:pt x="3652758" y="2586916"/>
                  </a:lnTo>
                  <a:lnTo>
                    <a:pt x="3652884" y="2586916"/>
                  </a:lnTo>
                  <a:lnTo>
                    <a:pt x="3653010" y="2586916"/>
                  </a:lnTo>
                  <a:lnTo>
                    <a:pt x="3653136" y="2586916"/>
                  </a:lnTo>
                  <a:lnTo>
                    <a:pt x="3653262" y="2586916"/>
                  </a:lnTo>
                  <a:lnTo>
                    <a:pt x="3653388" y="2586916"/>
                  </a:lnTo>
                  <a:lnTo>
                    <a:pt x="3653514" y="2586916"/>
                  </a:lnTo>
                  <a:lnTo>
                    <a:pt x="3653640" y="2586916"/>
                  </a:lnTo>
                  <a:lnTo>
                    <a:pt x="3653766" y="2586916"/>
                  </a:lnTo>
                  <a:lnTo>
                    <a:pt x="3653893" y="2586916"/>
                  </a:lnTo>
                  <a:lnTo>
                    <a:pt x="3654019" y="2586916"/>
                  </a:lnTo>
                  <a:lnTo>
                    <a:pt x="3654145" y="2586916"/>
                  </a:lnTo>
                  <a:lnTo>
                    <a:pt x="3654271" y="2586916"/>
                  </a:lnTo>
                  <a:lnTo>
                    <a:pt x="3654271" y="2581637"/>
                  </a:lnTo>
                  <a:lnTo>
                    <a:pt x="3654397" y="2581637"/>
                  </a:lnTo>
                  <a:lnTo>
                    <a:pt x="3654523" y="2581637"/>
                  </a:lnTo>
                  <a:lnTo>
                    <a:pt x="3654649" y="2581637"/>
                  </a:lnTo>
                  <a:lnTo>
                    <a:pt x="3654775" y="2581637"/>
                  </a:lnTo>
                  <a:lnTo>
                    <a:pt x="3654901" y="2581637"/>
                  </a:lnTo>
                  <a:lnTo>
                    <a:pt x="3655027" y="2581637"/>
                  </a:lnTo>
                  <a:lnTo>
                    <a:pt x="3655153" y="2581637"/>
                  </a:lnTo>
                  <a:lnTo>
                    <a:pt x="3655280" y="2581637"/>
                  </a:lnTo>
                  <a:lnTo>
                    <a:pt x="3655406" y="2581637"/>
                  </a:lnTo>
                  <a:lnTo>
                    <a:pt x="3655532" y="2581637"/>
                  </a:lnTo>
                  <a:lnTo>
                    <a:pt x="3655658" y="2581637"/>
                  </a:lnTo>
                  <a:lnTo>
                    <a:pt x="3655784" y="2581637"/>
                  </a:lnTo>
                  <a:lnTo>
                    <a:pt x="3655910" y="2581637"/>
                  </a:lnTo>
                  <a:lnTo>
                    <a:pt x="3656036" y="2581637"/>
                  </a:lnTo>
                  <a:lnTo>
                    <a:pt x="3656162" y="2581637"/>
                  </a:lnTo>
                  <a:lnTo>
                    <a:pt x="3656288" y="2581637"/>
                  </a:lnTo>
                  <a:lnTo>
                    <a:pt x="3656414" y="2581637"/>
                  </a:lnTo>
                  <a:lnTo>
                    <a:pt x="3656540" y="2581637"/>
                  </a:lnTo>
                  <a:lnTo>
                    <a:pt x="3656666" y="2581637"/>
                  </a:lnTo>
                  <a:lnTo>
                    <a:pt x="3656793" y="2581637"/>
                  </a:lnTo>
                  <a:lnTo>
                    <a:pt x="3656919" y="2581637"/>
                  </a:lnTo>
                  <a:lnTo>
                    <a:pt x="3657045" y="2581637"/>
                  </a:lnTo>
                  <a:lnTo>
                    <a:pt x="3657171" y="2581637"/>
                  </a:lnTo>
                  <a:lnTo>
                    <a:pt x="3657297" y="2581637"/>
                  </a:lnTo>
                  <a:lnTo>
                    <a:pt x="3657423" y="2581637"/>
                  </a:lnTo>
                  <a:lnTo>
                    <a:pt x="3657549" y="2581637"/>
                  </a:lnTo>
                  <a:lnTo>
                    <a:pt x="3657675" y="2581637"/>
                  </a:lnTo>
                  <a:lnTo>
                    <a:pt x="3657801" y="2581637"/>
                  </a:lnTo>
                  <a:lnTo>
                    <a:pt x="3657927" y="2581637"/>
                  </a:lnTo>
                  <a:lnTo>
                    <a:pt x="3657927" y="2576357"/>
                  </a:lnTo>
                  <a:lnTo>
                    <a:pt x="3658053" y="2576357"/>
                  </a:lnTo>
                  <a:lnTo>
                    <a:pt x="3658180" y="2576357"/>
                  </a:lnTo>
                  <a:lnTo>
                    <a:pt x="3658306" y="2576357"/>
                  </a:lnTo>
                  <a:lnTo>
                    <a:pt x="3658432" y="2576357"/>
                  </a:lnTo>
                  <a:lnTo>
                    <a:pt x="3658558" y="2576357"/>
                  </a:lnTo>
                  <a:lnTo>
                    <a:pt x="3658684" y="2576357"/>
                  </a:lnTo>
                  <a:lnTo>
                    <a:pt x="3658810" y="2576357"/>
                  </a:lnTo>
                  <a:lnTo>
                    <a:pt x="3658936" y="2576357"/>
                  </a:lnTo>
                  <a:lnTo>
                    <a:pt x="3659062" y="2576357"/>
                  </a:lnTo>
                  <a:lnTo>
                    <a:pt x="3659188" y="2576357"/>
                  </a:lnTo>
                  <a:lnTo>
                    <a:pt x="3659314" y="2576357"/>
                  </a:lnTo>
                  <a:lnTo>
                    <a:pt x="3659440" y="2576357"/>
                  </a:lnTo>
                  <a:lnTo>
                    <a:pt x="3659567" y="2576357"/>
                  </a:lnTo>
                  <a:lnTo>
                    <a:pt x="3659693" y="2576357"/>
                  </a:lnTo>
                  <a:lnTo>
                    <a:pt x="3659819" y="2576357"/>
                  </a:lnTo>
                  <a:lnTo>
                    <a:pt x="3659945" y="2576357"/>
                  </a:lnTo>
                  <a:lnTo>
                    <a:pt x="3660071" y="2576357"/>
                  </a:lnTo>
                  <a:lnTo>
                    <a:pt x="3660197" y="2576357"/>
                  </a:lnTo>
                  <a:lnTo>
                    <a:pt x="3660323" y="2576357"/>
                  </a:lnTo>
                  <a:lnTo>
                    <a:pt x="3660449" y="2576357"/>
                  </a:lnTo>
                  <a:lnTo>
                    <a:pt x="3660449" y="2571078"/>
                  </a:lnTo>
                  <a:lnTo>
                    <a:pt x="3660575" y="2571078"/>
                  </a:lnTo>
                  <a:lnTo>
                    <a:pt x="3660701" y="2571078"/>
                  </a:lnTo>
                  <a:lnTo>
                    <a:pt x="3660827" y="2571078"/>
                  </a:lnTo>
                  <a:lnTo>
                    <a:pt x="3660953" y="2571078"/>
                  </a:lnTo>
                  <a:lnTo>
                    <a:pt x="3661080" y="2571078"/>
                  </a:lnTo>
                  <a:lnTo>
                    <a:pt x="3661206" y="2571078"/>
                  </a:lnTo>
                  <a:lnTo>
                    <a:pt x="3661332" y="2571078"/>
                  </a:lnTo>
                  <a:lnTo>
                    <a:pt x="3661458" y="2571078"/>
                  </a:lnTo>
                  <a:lnTo>
                    <a:pt x="3661584" y="2571078"/>
                  </a:lnTo>
                  <a:lnTo>
                    <a:pt x="3661710" y="2571078"/>
                  </a:lnTo>
                  <a:lnTo>
                    <a:pt x="3661836" y="2571078"/>
                  </a:lnTo>
                  <a:lnTo>
                    <a:pt x="3661962" y="2571078"/>
                  </a:lnTo>
                  <a:lnTo>
                    <a:pt x="3662088" y="2571078"/>
                  </a:lnTo>
                  <a:lnTo>
                    <a:pt x="3662214" y="2571078"/>
                  </a:lnTo>
                  <a:lnTo>
                    <a:pt x="3662340" y="2571078"/>
                  </a:lnTo>
                  <a:lnTo>
                    <a:pt x="3662467" y="2571078"/>
                  </a:lnTo>
                  <a:lnTo>
                    <a:pt x="3662593" y="2571078"/>
                  </a:lnTo>
                  <a:lnTo>
                    <a:pt x="3662719" y="2571078"/>
                  </a:lnTo>
                  <a:lnTo>
                    <a:pt x="3662845" y="2571078"/>
                  </a:lnTo>
                  <a:lnTo>
                    <a:pt x="3662971" y="2571078"/>
                  </a:lnTo>
                  <a:lnTo>
                    <a:pt x="3663097" y="2571078"/>
                  </a:lnTo>
                  <a:lnTo>
                    <a:pt x="3663223" y="2571078"/>
                  </a:lnTo>
                  <a:lnTo>
                    <a:pt x="3663349" y="2571078"/>
                  </a:lnTo>
                  <a:lnTo>
                    <a:pt x="3663475" y="2571078"/>
                  </a:lnTo>
                  <a:lnTo>
                    <a:pt x="3663601" y="2571078"/>
                  </a:lnTo>
                  <a:lnTo>
                    <a:pt x="3663727" y="2571078"/>
                  </a:lnTo>
                  <a:lnTo>
                    <a:pt x="3663853" y="2571078"/>
                  </a:lnTo>
                  <a:lnTo>
                    <a:pt x="3663980" y="2571078"/>
                  </a:lnTo>
                  <a:lnTo>
                    <a:pt x="3664106" y="2571078"/>
                  </a:lnTo>
                  <a:lnTo>
                    <a:pt x="3664232" y="2571078"/>
                  </a:lnTo>
                  <a:lnTo>
                    <a:pt x="3664358" y="2571078"/>
                  </a:lnTo>
                  <a:lnTo>
                    <a:pt x="3664484" y="2571078"/>
                  </a:lnTo>
                  <a:lnTo>
                    <a:pt x="3664610" y="2571078"/>
                  </a:lnTo>
                  <a:lnTo>
                    <a:pt x="3664736" y="2571078"/>
                  </a:lnTo>
                  <a:lnTo>
                    <a:pt x="3664862" y="2571078"/>
                  </a:lnTo>
                  <a:lnTo>
                    <a:pt x="3664988" y="2571078"/>
                  </a:lnTo>
                  <a:lnTo>
                    <a:pt x="3665114" y="2571078"/>
                  </a:lnTo>
                  <a:lnTo>
                    <a:pt x="3665240" y="2571078"/>
                  </a:lnTo>
                  <a:lnTo>
                    <a:pt x="3665367" y="2571078"/>
                  </a:lnTo>
                  <a:lnTo>
                    <a:pt x="3665493" y="2571078"/>
                  </a:lnTo>
                  <a:lnTo>
                    <a:pt x="3665619" y="2571078"/>
                  </a:lnTo>
                  <a:lnTo>
                    <a:pt x="3665745" y="2571078"/>
                  </a:lnTo>
                  <a:lnTo>
                    <a:pt x="3665871" y="2571078"/>
                  </a:lnTo>
                  <a:lnTo>
                    <a:pt x="3665997" y="2571078"/>
                  </a:lnTo>
                  <a:lnTo>
                    <a:pt x="3666123" y="2571078"/>
                  </a:lnTo>
                  <a:lnTo>
                    <a:pt x="3666249" y="2571078"/>
                  </a:lnTo>
                  <a:lnTo>
                    <a:pt x="3666375" y="2571078"/>
                  </a:lnTo>
                  <a:lnTo>
                    <a:pt x="3666501" y="2571078"/>
                  </a:lnTo>
                  <a:lnTo>
                    <a:pt x="3666627" y="2571078"/>
                  </a:lnTo>
                  <a:lnTo>
                    <a:pt x="3666753" y="2571078"/>
                  </a:lnTo>
                  <a:lnTo>
                    <a:pt x="3666880" y="2571078"/>
                  </a:lnTo>
                  <a:lnTo>
                    <a:pt x="3667006" y="2571078"/>
                  </a:lnTo>
                  <a:lnTo>
                    <a:pt x="3667132" y="2571078"/>
                  </a:lnTo>
                  <a:lnTo>
                    <a:pt x="3667258" y="2571078"/>
                  </a:lnTo>
                  <a:lnTo>
                    <a:pt x="3667384" y="2571078"/>
                  </a:lnTo>
                  <a:lnTo>
                    <a:pt x="3667510" y="2571078"/>
                  </a:lnTo>
                  <a:lnTo>
                    <a:pt x="3667636" y="2571078"/>
                  </a:lnTo>
                  <a:lnTo>
                    <a:pt x="3667762" y="2571078"/>
                  </a:lnTo>
                  <a:lnTo>
                    <a:pt x="3667888" y="2571078"/>
                  </a:lnTo>
                  <a:lnTo>
                    <a:pt x="3668014" y="2571078"/>
                  </a:lnTo>
                  <a:lnTo>
                    <a:pt x="3668140" y="2571078"/>
                  </a:lnTo>
                  <a:lnTo>
                    <a:pt x="3668267" y="2571078"/>
                  </a:lnTo>
                  <a:lnTo>
                    <a:pt x="3668393" y="2571078"/>
                  </a:lnTo>
                  <a:lnTo>
                    <a:pt x="3668519" y="2571078"/>
                  </a:lnTo>
                  <a:lnTo>
                    <a:pt x="3668645" y="2571078"/>
                  </a:lnTo>
                  <a:lnTo>
                    <a:pt x="3668771" y="2571078"/>
                  </a:lnTo>
                  <a:lnTo>
                    <a:pt x="3668897" y="2571078"/>
                  </a:lnTo>
                  <a:lnTo>
                    <a:pt x="3669023" y="2571078"/>
                  </a:lnTo>
                  <a:lnTo>
                    <a:pt x="3669149" y="2571078"/>
                  </a:lnTo>
                  <a:lnTo>
                    <a:pt x="3669275" y="2571078"/>
                  </a:lnTo>
                  <a:lnTo>
                    <a:pt x="3669401" y="2571078"/>
                  </a:lnTo>
                  <a:lnTo>
                    <a:pt x="3669527" y="2571078"/>
                  </a:lnTo>
                  <a:lnTo>
                    <a:pt x="3669654" y="2571078"/>
                  </a:lnTo>
                  <a:lnTo>
                    <a:pt x="3669780" y="2571078"/>
                  </a:lnTo>
                  <a:lnTo>
                    <a:pt x="3669906" y="2571078"/>
                  </a:lnTo>
                  <a:lnTo>
                    <a:pt x="3670032" y="2571078"/>
                  </a:lnTo>
                  <a:lnTo>
                    <a:pt x="3670158" y="2571078"/>
                  </a:lnTo>
                  <a:lnTo>
                    <a:pt x="3670284" y="2571078"/>
                  </a:lnTo>
                  <a:lnTo>
                    <a:pt x="3670410" y="2571078"/>
                  </a:lnTo>
                  <a:lnTo>
                    <a:pt x="3670536" y="2571078"/>
                  </a:lnTo>
                  <a:lnTo>
                    <a:pt x="3670662" y="2571078"/>
                  </a:lnTo>
                  <a:lnTo>
                    <a:pt x="3670788" y="2571078"/>
                  </a:lnTo>
                  <a:lnTo>
                    <a:pt x="3670914" y="2571078"/>
                  </a:lnTo>
                  <a:lnTo>
                    <a:pt x="3671040" y="2571078"/>
                  </a:lnTo>
                  <a:lnTo>
                    <a:pt x="3671167" y="2571078"/>
                  </a:lnTo>
                  <a:lnTo>
                    <a:pt x="3671293" y="2571078"/>
                  </a:lnTo>
                  <a:lnTo>
                    <a:pt x="3671419" y="2571078"/>
                  </a:lnTo>
                  <a:lnTo>
                    <a:pt x="3671545" y="2571078"/>
                  </a:lnTo>
                  <a:lnTo>
                    <a:pt x="3671671" y="2571078"/>
                  </a:lnTo>
                  <a:lnTo>
                    <a:pt x="3671797" y="2571078"/>
                  </a:lnTo>
                  <a:lnTo>
                    <a:pt x="3671923" y="2571078"/>
                  </a:lnTo>
                  <a:lnTo>
                    <a:pt x="3672049" y="2571078"/>
                  </a:lnTo>
                  <a:lnTo>
                    <a:pt x="3672175" y="2571078"/>
                  </a:lnTo>
                  <a:lnTo>
                    <a:pt x="3672301" y="2571078"/>
                  </a:lnTo>
                  <a:lnTo>
                    <a:pt x="3672427" y="2571078"/>
                  </a:lnTo>
                  <a:lnTo>
                    <a:pt x="3672554" y="2571078"/>
                  </a:lnTo>
                  <a:lnTo>
                    <a:pt x="3672680" y="2571078"/>
                  </a:lnTo>
                  <a:lnTo>
                    <a:pt x="3672806" y="2571078"/>
                  </a:lnTo>
                  <a:lnTo>
                    <a:pt x="3672932" y="2571078"/>
                  </a:lnTo>
                  <a:lnTo>
                    <a:pt x="3673058" y="2571078"/>
                  </a:lnTo>
                  <a:lnTo>
                    <a:pt x="3673184" y="2571078"/>
                  </a:lnTo>
                  <a:lnTo>
                    <a:pt x="3673310" y="2571078"/>
                  </a:lnTo>
                  <a:lnTo>
                    <a:pt x="3673436" y="2571078"/>
                  </a:lnTo>
                  <a:lnTo>
                    <a:pt x="3673562" y="2571078"/>
                  </a:lnTo>
                  <a:lnTo>
                    <a:pt x="3673688" y="2571078"/>
                  </a:lnTo>
                  <a:lnTo>
                    <a:pt x="3673814" y="2571078"/>
                  </a:lnTo>
                  <a:lnTo>
                    <a:pt x="3673940" y="2571078"/>
                  </a:lnTo>
                  <a:lnTo>
                    <a:pt x="3674067" y="2571078"/>
                  </a:lnTo>
                  <a:lnTo>
                    <a:pt x="3674193" y="2571078"/>
                  </a:lnTo>
                  <a:lnTo>
                    <a:pt x="3674319" y="2571078"/>
                  </a:lnTo>
                  <a:lnTo>
                    <a:pt x="3674445" y="2571078"/>
                  </a:lnTo>
                  <a:lnTo>
                    <a:pt x="3674571" y="2571078"/>
                  </a:lnTo>
                  <a:lnTo>
                    <a:pt x="3674697" y="2571078"/>
                  </a:lnTo>
                  <a:lnTo>
                    <a:pt x="3674823" y="2571078"/>
                  </a:lnTo>
                  <a:lnTo>
                    <a:pt x="3674949" y="2571078"/>
                  </a:lnTo>
                  <a:lnTo>
                    <a:pt x="3675075" y="2571078"/>
                  </a:lnTo>
                  <a:lnTo>
                    <a:pt x="3675201" y="2571078"/>
                  </a:lnTo>
                  <a:lnTo>
                    <a:pt x="3675327" y="2571078"/>
                  </a:lnTo>
                  <a:lnTo>
                    <a:pt x="3675454" y="2571078"/>
                  </a:lnTo>
                  <a:lnTo>
                    <a:pt x="3675580" y="2571078"/>
                  </a:lnTo>
                  <a:lnTo>
                    <a:pt x="3675706" y="2571078"/>
                  </a:lnTo>
                  <a:lnTo>
                    <a:pt x="3675832" y="2571078"/>
                  </a:lnTo>
                  <a:lnTo>
                    <a:pt x="3675958" y="2571078"/>
                  </a:lnTo>
                  <a:lnTo>
                    <a:pt x="3676084" y="2571078"/>
                  </a:lnTo>
                  <a:lnTo>
                    <a:pt x="3676210" y="2571078"/>
                  </a:lnTo>
                  <a:lnTo>
                    <a:pt x="3676336" y="2571078"/>
                  </a:lnTo>
                  <a:lnTo>
                    <a:pt x="3676462" y="2571078"/>
                  </a:lnTo>
                  <a:lnTo>
                    <a:pt x="3676588" y="2571078"/>
                  </a:lnTo>
                  <a:lnTo>
                    <a:pt x="3676714" y="2571078"/>
                  </a:lnTo>
                  <a:lnTo>
                    <a:pt x="3676841" y="2571078"/>
                  </a:lnTo>
                  <a:lnTo>
                    <a:pt x="3676967" y="2571078"/>
                  </a:lnTo>
                  <a:lnTo>
                    <a:pt x="3677093" y="2571078"/>
                  </a:lnTo>
                  <a:lnTo>
                    <a:pt x="3677219" y="2571078"/>
                  </a:lnTo>
                  <a:lnTo>
                    <a:pt x="3677345" y="2571078"/>
                  </a:lnTo>
                  <a:lnTo>
                    <a:pt x="3677471" y="2571078"/>
                  </a:lnTo>
                  <a:lnTo>
                    <a:pt x="3677597" y="2571078"/>
                  </a:lnTo>
                  <a:lnTo>
                    <a:pt x="3677723" y="2571078"/>
                  </a:lnTo>
                  <a:lnTo>
                    <a:pt x="3677849" y="2571078"/>
                  </a:lnTo>
                  <a:lnTo>
                    <a:pt x="3677975" y="2571078"/>
                  </a:lnTo>
                  <a:lnTo>
                    <a:pt x="3678101" y="2571078"/>
                  </a:lnTo>
                  <a:lnTo>
                    <a:pt x="3678227" y="2571078"/>
                  </a:lnTo>
                  <a:lnTo>
                    <a:pt x="3678354" y="2571078"/>
                  </a:lnTo>
                  <a:lnTo>
                    <a:pt x="3678480" y="2571078"/>
                  </a:lnTo>
                  <a:lnTo>
                    <a:pt x="3678606" y="2571078"/>
                  </a:lnTo>
                  <a:lnTo>
                    <a:pt x="3678732" y="2571078"/>
                  </a:lnTo>
                  <a:lnTo>
                    <a:pt x="3678858" y="2571078"/>
                  </a:lnTo>
                  <a:lnTo>
                    <a:pt x="3678984" y="2571078"/>
                  </a:lnTo>
                  <a:lnTo>
                    <a:pt x="3679110" y="2571078"/>
                  </a:lnTo>
                  <a:lnTo>
                    <a:pt x="3679236" y="2571078"/>
                  </a:lnTo>
                  <a:lnTo>
                    <a:pt x="3679362" y="2571078"/>
                  </a:lnTo>
                  <a:lnTo>
                    <a:pt x="3679488" y="2571078"/>
                  </a:lnTo>
                  <a:lnTo>
                    <a:pt x="3679614" y="2571078"/>
                  </a:lnTo>
                  <a:lnTo>
                    <a:pt x="3679741" y="2571078"/>
                  </a:lnTo>
                  <a:lnTo>
                    <a:pt x="3679867" y="2571078"/>
                  </a:lnTo>
                  <a:lnTo>
                    <a:pt x="3679993" y="2571078"/>
                  </a:lnTo>
                  <a:lnTo>
                    <a:pt x="3680119" y="2571078"/>
                  </a:lnTo>
                  <a:lnTo>
                    <a:pt x="3680245" y="2571078"/>
                  </a:lnTo>
                  <a:lnTo>
                    <a:pt x="3680371" y="2571078"/>
                  </a:lnTo>
                  <a:lnTo>
                    <a:pt x="3680497" y="2571078"/>
                  </a:lnTo>
                  <a:lnTo>
                    <a:pt x="3680623" y="2571078"/>
                  </a:lnTo>
                  <a:lnTo>
                    <a:pt x="3680749" y="2571078"/>
                  </a:lnTo>
                  <a:lnTo>
                    <a:pt x="3680875" y="2571078"/>
                  </a:lnTo>
                  <a:lnTo>
                    <a:pt x="3680875" y="2565798"/>
                  </a:lnTo>
                  <a:lnTo>
                    <a:pt x="3681001" y="2565798"/>
                  </a:lnTo>
                  <a:lnTo>
                    <a:pt x="3681127" y="2565798"/>
                  </a:lnTo>
                  <a:lnTo>
                    <a:pt x="3681254" y="2565798"/>
                  </a:lnTo>
                  <a:lnTo>
                    <a:pt x="3681380" y="2565798"/>
                  </a:lnTo>
                  <a:lnTo>
                    <a:pt x="3681506" y="2565798"/>
                  </a:lnTo>
                  <a:lnTo>
                    <a:pt x="3681632" y="2565798"/>
                  </a:lnTo>
                  <a:lnTo>
                    <a:pt x="3681758" y="2565798"/>
                  </a:lnTo>
                  <a:lnTo>
                    <a:pt x="3681884" y="2565798"/>
                  </a:lnTo>
                  <a:lnTo>
                    <a:pt x="3682010" y="2565798"/>
                  </a:lnTo>
                  <a:lnTo>
                    <a:pt x="3682136" y="2565798"/>
                  </a:lnTo>
                  <a:lnTo>
                    <a:pt x="3682262" y="2565798"/>
                  </a:lnTo>
                  <a:lnTo>
                    <a:pt x="3682388" y="2565798"/>
                  </a:lnTo>
                  <a:lnTo>
                    <a:pt x="3682514" y="2565798"/>
                  </a:lnTo>
                  <a:lnTo>
                    <a:pt x="3682641" y="2565798"/>
                  </a:lnTo>
                  <a:lnTo>
                    <a:pt x="3682767" y="2565798"/>
                  </a:lnTo>
                  <a:lnTo>
                    <a:pt x="3682893" y="2565798"/>
                  </a:lnTo>
                  <a:lnTo>
                    <a:pt x="3683019" y="2565798"/>
                  </a:lnTo>
                  <a:lnTo>
                    <a:pt x="3683145" y="2565798"/>
                  </a:lnTo>
                  <a:lnTo>
                    <a:pt x="3683271" y="2565798"/>
                  </a:lnTo>
                  <a:lnTo>
                    <a:pt x="3683397" y="2565798"/>
                  </a:lnTo>
                  <a:lnTo>
                    <a:pt x="3683523" y="2565798"/>
                  </a:lnTo>
                  <a:lnTo>
                    <a:pt x="3683649" y="2565798"/>
                  </a:lnTo>
                  <a:lnTo>
                    <a:pt x="3683775" y="2565798"/>
                  </a:lnTo>
                  <a:lnTo>
                    <a:pt x="3683901" y="2565798"/>
                  </a:lnTo>
                  <a:lnTo>
                    <a:pt x="3684028" y="2565798"/>
                  </a:lnTo>
                  <a:lnTo>
                    <a:pt x="3684154" y="2565798"/>
                  </a:lnTo>
                  <a:lnTo>
                    <a:pt x="3684280" y="2565798"/>
                  </a:lnTo>
                  <a:lnTo>
                    <a:pt x="3684406" y="2565798"/>
                  </a:lnTo>
                  <a:lnTo>
                    <a:pt x="3684532" y="2565798"/>
                  </a:lnTo>
                  <a:lnTo>
                    <a:pt x="3684532" y="2560519"/>
                  </a:lnTo>
                  <a:lnTo>
                    <a:pt x="3684658" y="2560519"/>
                  </a:lnTo>
                  <a:lnTo>
                    <a:pt x="3684784" y="2560519"/>
                  </a:lnTo>
                  <a:lnTo>
                    <a:pt x="3684910" y="2560519"/>
                  </a:lnTo>
                  <a:lnTo>
                    <a:pt x="3685036" y="2560519"/>
                  </a:lnTo>
                  <a:lnTo>
                    <a:pt x="3685162" y="2560519"/>
                  </a:lnTo>
                  <a:lnTo>
                    <a:pt x="3685288" y="2560519"/>
                  </a:lnTo>
                  <a:lnTo>
                    <a:pt x="3685414" y="2560519"/>
                  </a:lnTo>
                  <a:lnTo>
                    <a:pt x="3685541" y="2560519"/>
                  </a:lnTo>
                  <a:lnTo>
                    <a:pt x="3685667" y="2560519"/>
                  </a:lnTo>
                  <a:lnTo>
                    <a:pt x="3685793" y="2560519"/>
                  </a:lnTo>
                  <a:lnTo>
                    <a:pt x="3685919" y="2560519"/>
                  </a:lnTo>
                  <a:lnTo>
                    <a:pt x="3686045" y="2560519"/>
                  </a:lnTo>
                  <a:lnTo>
                    <a:pt x="3686171" y="2560519"/>
                  </a:lnTo>
                  <a:lnTo>
                    <a:pt x="3686297" y="2560519"/>
                  </a:lnTo>
                  <a:lnTo>
                    <a:pt x="3686423" y="2560519"/>
                  </a:lnTo>
                  <a:lnTo>
                    <a:pt x="3686549" y="2560519"/>
                  </a:lnTo>
                  <a:lnTo>
                    <a:pt x="3686675" y="2560519"/>
                  </a:lnTo>
                  <a:lnTo>
                    <a:pt x="3686801" y="2560519"/>
                  </a:lnTo>
                  <a:lnTo>
                    <a:pt x="3686928" y="2560519"/>
                  </a:lnTo>
                  <a:lnTo>
                    <a:pt x="3687054" y="2560519"/>
                  </a:lnTo>
                  <a:lnTo>
                    <a:pt x="3687054" y="2555239"/>
                  </a:lnTo>
                  <a:lnTo>
                    <a:pt x="3687180" y="2555239"/>
                  </a:lnTo>
                  <a:lnTo>
                    <a:pt x="3687306" y="2555239"/>
                  </a:lnTo>
                  <a:lnTo>
                    <a:pt x="3687432" y="2555239"/>
                  </a:lnTo>
                  <a:lnTo>
                    <a:pt x="3687558" y="2555239"/>
                  </a:lnTo>
                  <a:lnTo>
                    <a:pt x="3687684" y="2555239"/>
                  </a:lnTo>
                  <a:lnTo>
                    <a:pt x="3687810" y="2555239"/>
                  </a:lnTo>
                  <a:lnTo>
                    <a:pt x="3687936" y="2555239"/>
                  </a:lnTo>
                  <a:lnTo>
                    <a:pt x="3688062" y="2555239"/>
                  </a:lnTo>
                  <a:lnTo>
                    <a:pt x="3688188" y="2555239"/>
                  </a:lnTo>
                  <a:lnTo>
                    <a:pt x="3688314" y="2555239"/>
                  </a:lnTo>
                  <a:lnTo>
                    <a:pt x="3688441" y="2555239"/>
                  </a:lnTo>
                  <a:lnTo>
                    <a:pt x="3688567" y="2555239"/>
                  </a:lnTo>
                  <a:lnTo>
                    <a:pt x="3688693" y="2555239"/>
                  </a:lnTo>
                  <a:lnTo>
                    <a:pt x="3688819" y="2555239"/>
                  </a:lnTo>
                  <a:lnTo>
                    <a:pt x="3688945" y="2555239"/>
                  </a:lnTo>
                  <a:lnTo>
                    <a:pt x="3689071" y="2555239"/>
                  </a:lnTo>
                  <a:lnTo>
                    <a:pt x="3689071" y="2549960"/>
                  </a:lnTo>
                  <a:lnTo>
                    <a:pt x="3689197" y="2549960"/>
                  </a:lnTo>
                  <a:lnTo>
                    <a:pt x="3689323" y="2549960"/>
                  </a:lnTo>
                  <a:lnTo>
                    <a:pt x="3689449" y="2549960"/>
                  </a:lnTo>
                  <a:lnTo>
                    <a:pt x="3689575" y="2549960"/>
                  </a:lnTo>
                  <a:lnTo>
                    <a:pt x="3689701" y="2549960"/>
                  </a:lnTo>
                  <a:lnTo>
                    <a:pt x="3689828" y="2549960"/>
                  </a:lnTo>
                  <a:lnTo>
                    <a:pt x="3689954" y="2549960"/>
                  </a:lnTo>
                  <a:lnTo>
                    <a:pt x="3690080" y="2549960"/>
                  </a:lnTo>
                  <a:lnTo>
                    <a:pt x="3690206" y="2549960"/>
                  </a:lnTo>
                  <a:lnTo>
                    <a:pt x="3690332" y="2549960"/>
                  </a:lnTo>
                  <a:lnTo>
                    <a:pt x="3690458" y="2549960"/>
                  </a:lnTo>
                  <a:lnTo>
                    <a:pt x="3690584" y="2549960"/>
                  </a:lnTo>
                  <a:lnTo>
                    <a:pt x="3690710" y="2549960"/>
                  </a:lnTo>
                  <a:lnTo>
                    <a:pt x="3690836" y="2549960"/>
                  </a:lnTo>
                  <a:lnTo>
                    <a:pt x="3690962" y="2549960"/>
                  </a:lnTo>
                  <a:lnTo>
                    <a:pt x="3691088" y="2549960"/>
                  </a:lnTo>
                  <a:lnTo>
                    <a:pt x="3691214" y="2549960"/>
                  </a:lnTo>
                  <a:lnTo>
                    <a:pt x="3691341" y="2549960"/>
                  </a:lnTo>
                  <a:lnTo>
                    <a:pt x="3691467" y="2549960"/>
                  </a:lnTo>
                  <a:lnTo>
                    <a:pt x="3691467" y="2544681"/>
                  </a:lnTo>
                  <a:lnTo>
                    <a:pt x="3691593" y="2544681"/>
                  </a:lnTo>
                  <a:lnTo>
                    <a:pt x="3691719" y="2544681"/>
                  </a:lnTo>
                  <a:lnTo>
                    <a:pt x="3691845" y="2544681"/>
                  </a:lnTo>
                  <a:lnTo>
                    <a:pt x="3691971" y="2544681"/>
                  </a:lnTo>
                  <a:lnTo>
                    <a:pt x="3692097" y="2544681"/>
                  </a:lnTo>
                  <a:lnTo>
                    <a:pt x="3692223" y="2544681"/>
                  </a:lnTo>
                  <a:lnTo>
                    <a:pt x="3692349" y="2544681"/>
                  </a:lnTo>
                  <a:lnTo>
                    <a:pt x="3692475" y="2544681"/>
                  </a:lnTo>
                  <a:lnTo>
                    <a:pt x="3692601" y="2544681"/>
                  </a:lnTo>
                  <a:lnTo>
                    <a:pt x="3692728" y="2544681"/>
                  </a:lnTo>
                  <a:lnTo>
                    <a:pt x="3692854" y="2544681"/>
                  </a:lnTo>
                  <a:lnTo>
                    <a:pt x="3692980" y="2544681"/>
                  </a:lnTo>
                  <a:lnTo>
                    <a:pt x="3693106" y="2544681"/>
                  </a:lnTo>
                  <a:lnTo>
                    <a:pt x="3693232" y="2544681"/>
                  </a:lnTo>
                  <a:lnTo>
                    <a:pt x="3693358" y="2544681"/>
                  </a:lnTo>
                  <a:lnTo>
                    <a:pt x="3693484" y="2544681"/>
                  </a:lnTo>
                  <a:lnTo>
                    <a:pt x="3693610" y="2544681"/>
                  </a:lnTo>
                  <a:lnTo>
                    <a:pt x="3693736" y="2544681"/>
                  </a:lnTo>
                  <a:lnTo>
                    <a:pt x="3693862" y="2544681"/>
                  </a:lnTo>
                  <a:lnTo>
                    <a:pt x="3693988" y="2544681"/>
                  </a:lnTo>
                  <a:lnTo>
                    <a:pt x="3694115" y="2544681"/>
                  </a:lnTo>
                  <a:lnTo>
                    <a:pt x="3694241" y="2544681"/>
                  </a:lnTo>
                  <a:lnTo>
                    <a:pt x="3694367" y="2544681"/>
                  </a:lnTo>
                  <a:lnTo>
                    <a:pt x="3694493" y="2544681"/>
                  </a:lnTo>
                  <a:lnTo>
                    <a:pt x="3694619" y="2544681"/>
                  </a:lnTo>
                  <a:lnTo>
                    <a:pt x="3694745" y="2544681"/>
                  </a:lnTo>
                  <a:lnTo>
                    <a:pt x="3694871" y="2544681"/>
                  </a:lnTo>
                  <a:lnTo>
                    <a:pt x="3694997" y="2544681"/>
                  </a:lnTo>
                  <a:lnTo>
                    <a:pt x="3695123" y="2544681"/>
                  </a:lnTo>
                  <a:lnTo>
                    <a:pt x="3695249" y="2544681"/>
                  </a:lnTo>
                  <a:lnTo>
                    <a:pt x="3695375" y="2544681"/>
                  </a:lnTo>
                  <a:lnTo>
                    <a:pt x="3695501" y="2544681"/>
                  </a:lnTo>
                  <a:lnTo>
                    <a:pt x="3695628" y="2544681"/>
                  </a:lnTo>
                  <a:lnTo>
                    <a:pt x="3695754" y="2544681"/>
                  </a:lnTo>
                  <a:lnTo>
                    <a:pt x="3695880" y="2544681"/>
                  </a:lnTo>
                  <a:lnTo>
                    <a:pt x="3696006" y="2544681"/>
                  </a:lnTo>
                  <a:lnTo>
                    <a:pt x="3696132" y="2544681"/>
                  </a:lnTo>
                  <a:lnTo>
                    <a:pt x="3696258" y="2544681"/>
                  </a:lnTo>
                  <a:lnTo>
                    <a:pt x="3696384" y="2544681"/>
                  </a:lnTo>
                  <a:lnTo>
                    <a:pt x="3696510" y="2544681"/>
                  </a:lnTo>
                  <a:lnTo>
                    <a:pt x="3696636" y="2544681"/>
                  </a:lnTo>
                  <a:lnTo>
                    <a:pt x="3696762" y="2544681"/>
                  </a:lnTo>
                  <a:lnTo>
                    <a:pt x="3696888" y="2544681"/>
                  </a:lnTo>
                  <a:lnTo>
                    <a:pt x="3697015" y="2544681"/>
                  </a:lnTo>
                  <a:lnTo>
                    <a:pt x="3697141" y="2544681"/>
                  </a:lnTo>
                  <a:lnTo>
                    <a:pt x="3697267" y="2544681"/>
                  </a:lnTo>
                  <a:lnTo>
                    <a:pt x="3697393" y="2544681"/>
                  </a:lnTo>
                  <a:lnTo>
                    <a:pt x="3697519" y="2544681"/>
                  </a:lnTo>
                  <a:lnTo>
                    <a:pt x="3697645" y="2544681"/>
                  </a:lnTo>
                  <a:lnTo>
                    <a:pt x="3697771" y="2544681"/>
                  </a:lnTo>
                  <a:lnTo>
                    <a:pt x="3697897" y="2544681"/>
                  </a:lnTo>
                  <a:lnTo>
                    <a:pt x="3698023" y="2544681"/>
                  </a:lnTo>
                  <a:lnTo>
                    <a:pt x="3698149" y="2544681"/>
                  </a:lnTo>
                  <a:lnTo>
                    <a:pt x="3698275" y="2544681"/>
                  </a:lnTo>
                  <a:lnTo>
                    <a:pt x="3698401" y="2544681"/>
                  </a:lnTo>
                  <a:lnTo>
                    <a:pt x="3698528" y="2544681"/>
                  </a:lnTo>
                  <a:lnTo>
                    <a:pt x="3698654" y="2544681"/>
                  </a:lnTo>
                  <a:lnTo>
                    <a:pt x="3698780" y="2544681"/>
                  </a:lnTo>
                  <a:lnTo>
                    <a:pt x="3698906" y="2544681"/>
                  </a:lnTo>
                  <a:lnTo>
                    <a:pt x="3699032" y="2544681"/>
                  </a:lnTo>
                  <a:lnTo>
                    <a:pt x="3699158" y="2544681"/>
                  </a:lnTo>
                  <a:lnTo>
                    <a:pt x="3699284" y="2544681"/>
                  </a:lnTo>
                  <a:lnTo>
                    <a:pt x="3699410" y="2544681"/>
                  </a:lnTo>
                  <a:lnTo>
                    <a:pt x="3699536" y="2544681"/>
                  </a:lnTo>
                  <a:lnTo>
                    <a:pt x="3699662" y="2544681"/>
                  </a:lnTo>
                  <a:lnTo>
                    <a:pt x="3699788" y="2544681"/>
                  </a:lnTo>
                  <a:lnTo>
                    <a:pt x="3699915" y="2544681"/>
                  </a:lnTo>
                  <a:lnTo>
                    <a:pt x="3700041" y="2544681"/>
                  </a:lnTo>
                  <a:lnTo>
                    <a:pt x="3700167" y="2544681"/>
                  </a:lnTo>
                  <a:lnTo>
                    <a:pt x="3700293" y="2544681"/>
                  </a:lnTo>
                  <a:lnTo>
                    <a:pt x="3700419" y="2544681"/>
                  </a:lnTo>
                  <a:lnTo>
                    <a:pt x="3700545" y="2544681"/>
                  </a:lnTo>
                  <a:lnTo>
                    <a:pt x="3700671" y="2544681"/>
                  </a:lnTo>
                  <a:lnTo>
                    <a:pt x="3700797" y="2544681"/>
                  </a:lnTo>
                  <a:lnTo>
                    <a:pt x="3700923" y="2544681"/>
                  </a:lnTo>
                  <a:lnTo>
                    <a:pt x="3701049" y="2544681"/>
                  </a:lnTo>
                  <a:lnTo>
                    <a:pt x="3701175" y="2544681"/>
                  </a:lnTo>
                  <a:lnTo>
                    <a:pt x="3701302" y="2544681"/>
                  </a:lnTo>
                  <a:lnTo>
                    <a:pt x="3701428" y="2544681"/>
                  </a:lnTo>
                  <a:lnTo>
                    <a:pt x="3701554" y="2544681"/>
                  </a:lnTo>
                  <a:lnTo>
                    <a:pt x="3701680" y="2544681"/>
                  </a:lnTo>
                  <a:lnTo>
                    <a:pt x="3701806" y="2544681"/>
                  </a:lnTo>
                  <a:lnTo>
                    <a:pt x="3701932" y="2544681"/>
                  </a:lnTo>
                  <a:lnTo>
                    <a:pt x="3702058" y="2544681"/>
                  </a:lnTo>
                  <a:lnTo>
                    <a:pt x="3702184" y="2544681"/>
                  </a:lnTo>
                  <a:lnTo>
                    <a:pt x="3702310" y="2544681"/>
                  </a:lnTo>
                  <a:lnTo>
                    <a:pt x="3702436" y="2544681"/>
                  </a:lnTo>
                  <a:lnTo>
                    <a:pt x="3702562" y="2544681"/>
                  </a:lnTo>
                  <a:lnTo>
                    <a:pt x="3702688" y="2544681"/>
                  </a:lnTo>
                  <a:lnTo>
                    <a:pt x="3702815" y="2544681"/>
                  </a:lnTo>
                  <a:lnTo>
                    <a:pt x="3702941" y="2544681"/>
                  </a:lnTo>
                  <a:lnTo>
                    <a:pt x="3703067" y="2544681"/>
                  </a:lnTo>
                  <a:lnTo>
                    <a:pt x="3703193" y="2544681"/>
                  </a:lnTo>
                  <a:lnTo>
                    <a:pt x="3703319" y="2544681"/>
                  </a:lnTo>
                  <a:lnTo>
                    <a:pt x="3703445" y="2544681"/>
                  </a:lnTo>
                  <a:lnTo>
                    <a:pt x="3703571" y="2544681"/>
                  </a:lnTo>
                  <a:lnTo>
                    <a:pt x="3703697" y="2544681"/>
                  </a:lnTo>
                  <a:lnTo>
                    <a:pt x="3703823" y="2544681"/>
                  </a:lnTo>
                  <a:lnTo>
                    <a:pt x="3703949" y="2544681"/>
                  </a:lnTo>
                  <a:lnTo>
                    <a:pt x="3704075" y="2544681"/>
                  </a:lnTo>
                  <a:lnTo>
                    <a:pt x="3704202" y="2544681"/>
                  </a:lnTo>
                  <a:lnTo>
                    <a:pt x="3704328" y="2544681"/>
                  </a:lnTo>
                  <a:lnTo>
                    <a:pt x="3704454" y="2544681"/>
                  </a:lnTo>
                  <a:lnTo>
                    <a:pt x="3704580" y="2544681"/>
                  </a:lnTo>
                  <a:lnTo>
                    <a:pt x="3704706" y="2544681"/>
                  </a:lnTo>
                  <a:lnTo>
                    <a:pt x="3704832" y="2544681"/>
                  </a:lnTo>
                  <a:lnTo>
                    <a:pt x="3704958" y="2544681"/>
                  </a:lnTo>
                  <a:lnTo>
                    <a:pt x="3705084" y="2544681"/>
                  </a:lnTo>
                  <a:lnTo>
                    <a:pt x="3705210" y="2544681"/>
                  </a:lnTo>
                  <a:lnTo>
                    <a:pt x="3705336" y="2544681"/>
                  </a:lnTo>
                  <a:lnTo>
                    <a:pt x="3705462" y="2544681"/>
                  </a:lnTo>
                  <a:lnTo>
                    <a:pt x="3705588" y="2544681"/>
                  </a:lnTo>
                  <a:lnTo>
                    <a:pt x="3705715" y="2544681"/>
                  </a:lnTo>
                  <a:lnTo>
                    <a:pt x="3705841" y="2544681"/>
                  </a:lnTo>
                  <a:lnTo>
                    <a:pt x="3705841" y="2539401"/>
                  </a:lnTo>
                  <a:lnTo>
                    <a:pt x="3705967" y="2539401"/>
                  </a:lnTo>
                  <a:lnTo>
                    <a:pt x="3706093" y="2539401"/>
                  </a:lnTo>
                  <a:lnTo>
                    <a:pt x="3706093" y="2534122"/>
                  </a:lnTo>
                  <a:lnTo>
                    <a:pt x="3706219" y="2534122"/>
                  </a:lnTo>
                  <a:lnTo>
                    <a:pt x="3706345" y="2534122"/>
                  </a:lnTo>
                  <a:lnTo>
                    <a:pt x="3706471" y="2534122"/>
                  </a:lnTo>
                  <a:lnTo>
                    <a:pt x="3706597" y="2534122"/>
                  </a:lnTo>
                  <a:lnTo>
                    <a:pt x="3706723" y="2534122"/>
                  </a:lnTo>
                  <a:lnTo>
                    <a:pt x="3706849" y="2534122"/>
                  </a:lnTo>
                  <a:lnTo>
                    <a:pt x="3706975" y="2534122"/>
                  </a:lnTo>
                  <a:lnTo>
                    <a:pt x="3707102" y="2534122"/>
                  </a:lnTo>
                  <a:lnTo>
                    <a:pt x="3707228" y="2534122"/>
                  </a:lnTo>
                  <a:lnTo>
                    <a:pt x="3707354" y="2534122"/>
                  </a:lnTo>
                  <a:lnTo>
                    <a:pt x="3707480" y="2534122"/>
                  </a:lnTo>
                  <a:lnTo>
                    <a:pt x="3707606" y="2534122"/>
                  </a:lnTo>
                  <a:lnTo>
                    <a:pt x="3707732" y="2534122"/>
                  </a:lnTo>
                  <a:lnTo>
                    <a:pt x="3707858" y="2534122"/>
                  </a:lnTo>
                  <a:lnTo>
                    <a:pt x="3707984" y="2534122"/>
                  </a:lnTo>
                  <a:lnTo>
                    <a:pt x="3708110" y="2534122"/>
                  </a:lnTo>
                  <a:lnTo>
                    <a:pt x="3708236" y="2534122"/>
                  </a:lnTo>
                  <a:lnTo>
                    <a:pt x="3708362" y="2534122"/>
                  </a:lnTo>
                  <a:lnTo>
                    <a:pt x="3708488" y="2534122"/>
                  </a:lnTo>
                  <a:lnTo>
                    <a:pt x="3708488" y="2528842"/>
                  </a:lnTo>
                  <a:lnTo>
                    <a:pt x="3708615" y="2528842"/>
                  </a:lnTo>
                  <a:lnTo>
                    <a:pt x="3708741" y="2528842"/>
                  </a:lnTo>
                  <a:lnTo>
                    <a:pt x="3708867" y="2528842"/>
                  </a:lnTo>
                  <a:lnTo>
                    <a:pt x="3708993" y="2528842"/>
                  </a:lnTo>
                  <a:lnTo>
                    <a:pt x="3709119" y="2528842"/>
                  </a:lnTo>
                  <a:lnTo>
                    <a:pt x="3709245" y="2528842"/>
                  </a:lnTo>
                  <a:lnTo>
                    <a:pt x="3709371" y="2528842"/>
                  </a:lnTo>
                  <a:lnTo>
                    <a:pt x="3709497" y="2528842"/>
                  </a:lnTo>
                  <a:lnTo>
                    <a:pt x="3709623" y="2528842"/>
                  </a:lnTo>
                  <a:lnTo>
                    <a:pt x="3709749" y="2528842"/>
                  </a:lnTo>
                  <a:lnTo>
                    <a:pt x="3709875" y="2528842"/>
                  </a:lnTo>
                  <a:lnTo>
                    <a:pt x="3710002" y="2528842"/>
                  </a:lnTo>
                  <a:lnTo>
                    <a:pt x="3710128" y="2528842"/>
                  </a:lnTo>
                  <a:lnTo>
                    <a:pt x="3710254" y="2528842"/>
                  </a:lnTo>
                  <a:lnTo>
                    <a:pt x="3710380" y="2528842"/>
                  </a:lnTo>
                  <a:lnTo>
                    <a:pt x="3710506" y="2528842"/>
                  </a:lnTo>
                  <a:lnTo>
                    <a:pt x="3710632" y="2528842"/>
                  </a:lnTo>
                  <a:lnTo>
                    <a:pt x="3710758" y="2528842"/>
                  </a:lnTo>
                  <a:lnTo>
                    <a:pt x="3710884" y="2528842"/>
                  </a:lnTo>
                  <a:lnTo>
                    <a:pt x="3711010" y="2528842"/>
                  </a:lnTo>
                  <a:lnTo>
                    <a:pt x="3711136" y="2528842"/>
                  </a:lnTo>
                  <a:lnTo>
                    <a:pt x="3711262" y="2528842"/>
                  </a:lnTo>
                  <a:lnTo>
                    <a:pt x="3711389" y="2528842"/>
                  </a:lnTo>
                  <a:lnTo>
                    <a:pt x="3711515" y="2528842"/>
                  </a:lnTo>
                  <a:lnTo>
                    <a:pt x="3711641" y="2528842"/>
                  </a:lnTo>
                  <a:lnTo>
                    <a:pt x="3711767" y="2528842"/>
                  </a:lnTo>
                  <a:lnTo>
                    <a:pt x="3711893" y="2528842"/>
                  </a:lnTo>
                  <a:lnTo>
                    <a:pt x="3712019" y="2528842"/>
                  </a:lnTo>
                  <a:lnTo>
                    <a:pt x="3712145" y="2528842"/>
                  </a:lnTo>
                  <a:lnTo>
                    <a:pt x="3712271" y="2528842"/>
                  </a:lnTo>
                  <a:lnTo>
                    <a:pt x="3712397" y="2528842"/>
                  </a:lnTo>
                  <a:lnTo>
                    <a:pt x="3712523" y="2528842"/>
                  </a:lnTo>
                  <a:lnTo>
                    <a:pt x="3712649" y="2528842"/>
                  </a:lnTo>
                  <a:lnTo>
                    <a:pt x="3712775" y="2528842"/>
                  </a:lnTo>
                  <a:lnTo>
                    <a:pt x="3712902" y="2528842"/>
                  </a:lnTo>
                  <a:lnTo>
                    <a:pt x="3713028" y="2528842"/>
                  </a:lnTo>
                  <a:lnTo>
                    <a:pt x="3713154" y="2528842"/>
                  </a:lnTo>
                  <a:lnTo>
                    <a:pt x="3713280" y="2528842"/>
                  </a:lnTo>
                  <a:lnTo>
                    <a:pt x="3713406" y="2528842"/>
                  </a:lnTo>
                  <a:lnTo>
                    <a:pt x="3713532" y="2528842"/>
                  </a:lnTo>
                  <a:lnTo>
                    <a:pt x="3713658" y="2528842"/>
                  </a:lnTo>
                  <a:lnTo>
                    <a:pt x="3713784" y="2528842"/>
                  </a:lnTo>
                  <a:lnTo>
                    <a:pt x="3713910" y="2528842"/>
                  </a:lnTo>
                  <a:lnTo>
                    <a:pt x="3714036" y="2528842"/>
                  </a:lnTo>
                  <a:lnTo>
                    <a:pt x="3714162" y="2528842"/>
                  </a:lnTo>
                  <a:lnTo>
                    <a:pt x="3714289" y="2528842"/>
                  </a:lnTo>
                  <a:lnTo>
                    <a:pt x="3714415" y="2528842"/>
                  </a:lnTo>
                  <a:lnTo>
                    <a:pt x="3714541" y="2528842"/>
                  </a:lnTo>
                  <a:lnTo>
                    <a:pt x="3714667" y="2528842"/>
                  </a:lnTo>
                  <a:lnTo>
                    <a:pt x="3714793" y="2528842"/>
                  </a:lnTo>
                  <a:lnTo>
                    <a:pt x="3714919" y="2528842"/>
                  </a:lnTo>
                  <a:lnTo>
                    <a:pt x="3715045" y="2528842"/>
                  </a:lnTo>
                  <a:lnTo>
                    <a:pt x="3715171" y="2528842"/>
                  </a:lnTo>
                  <a:lnTo>
                    <a:pt x="3715297" y="2528842"/>
                  </a:lnTo>
                  <a:lnTo>
                    <a:pt x="3715423" y="2528842"/>
                  </a:lnTo>
                  <a:lnTo>
                    <a:pt x="3715549" y="2528842"/>
                  </a:lnTo>
                  <a:lnTo>
                    <a:pt x="3715675" y="2528842"/>
                  </a:lnTo>
                  <a:lnTo>
                    <a:pt x="3715675" y="2523563"/>
                  </a:lnTo>
                  <a:lnTo>
                    <a:pt x="3715802" y="2523563"/>
                  </a:lnTo>
                  <a:lnTo>
                    <a:pt x="3715928" y="2523563"/>
                  </a:lnTo>
                  <a:lnTo>
                    <a:pt x="3716054" y="2523563"/>
                  </a:lnTo>
                  <a:lnTo>
                    <a:pt x="3716180" y="2523563"/>
                  </a:lnTo>
                  <a:lnTo>
                    <a:pt x="3716306" y="2523563"/>
                  </a:lnTo>
                  <a:lnTo>
                    <a:pt x="3716432" y="2523563"/>
                  </a:lnTo>
                  <a:lnTo>
                    <a:pt x="3716558" y="2523563"/>
                  </a:lnTo>
                  <a:lnTo>
                    <a:pt x="3716684" y="2523563"/>
                  </a:lnTo>
                  <a:lnTo>
                    <a:pt x="3716810" y="2523563"/>
                  </a:lnTo>
                  <a:lnTo>
                    <a:pt x="3716936" y="2523563"/>
                  </a:lnTo>
                  <a:lnTo>
                    <a:pt x="3717062" y="2523563"/>
                  </a:lnTo>
                  <a:lnTo>
                    <a:pt x="3717062" y="2518283"/>
                  </a:lnTo>
                  <a:lnTo>
                    <a:pt x="3717062" y="2513004"/>
                  </a:lnTo>
                  <a:lnTo>
                    <a:pt x="3717189" y="2513004"/>
                  </a:lnTo>
                  <a:lnTo>
                    <a:pt x="3717315" y="2513004"/>
                  </a:lnTo>
                  <a:lnTo>
                    <a:pt x="3717441" y="2513004"/>
                  </a:lnTo>
                  <a:lnTo>
                    <a:pt x="3717567" y="2513004"/>
                  </a:lnTo>
                  <a:lnTo>
                    <a:pt x="3717693" y="2513004"/>
                  </a:lnTo>
                  <a:lnTo>
                    <a:pt x="3717819" y="2513004"/>
                  </a:lnTo>
                  <a:lnTo>
                    <a:pt x="3717945" y="2513004"/>
                  </a:lnTo>
                  <a:lnTo>
                    <a:pt x="3718071" y="2513004"/>
                  </a:lnTo>
                  <a:lnTo>
                    <a:pt x="3718197" y="2513004"/>
                  </a:lnTo>
                  <a:lnTo>
                    <a:pt x="3718323" y="2513004"/>
                  </a:lnTo>
                  <a:lnTo>
                    <a:pt x="3718449" y="2513004"/>
                  </a:lnTo>
                  <a:lnTo>
                    <a:pt x="3718576" y="2513004"/>
                  </a:lnTo>
                  <a:lnTo>
                    <a:pt x="3718702" y="2513004"/>
                  </a:lnTo>
                  <a:lnTo>
                    <a:pt x="3718828" y="2513004"/>
                  </a:lnTo>
                  <a:lnTo>
                    <a:pt x="3718954" y="2513004"/>
                  </a:lnTo>
                  <a:lnTo>
                    <a:pt x="3719080" y="2513004"/>
                  </a:lnTo>
                  <a:lnTo>
                    <a:pt x="3719206" y="2513004"/>
                  </a:lnTo>
                  <a:lnTo>
                    <a:pt x="3719332" y="2513004"/>
                  </a:lnTo>
                  <a:lnTo>
                    <a:pt x="3719458" y="2513004"/>
                  </a:lnTo>
                  <a:lnTo>
                    <a:pt x="3719584" y="2513004"/>
                  </a:lnTo>
                  <a:lnTo>
                    <a:pt x="3719710" y="2513004"/>
                  </a:lnTo>
                  <a:lnTo>
                    <a:pt x="3719836" y="2513004"/>
                  </a:lnTo>
                  <a:lnTo>
                    <a:pt x="3719962" y="2513004"/>
                  </a:lnTo>
                  <a:lnTo>
                    <a:pt x="3720089" y="2513004"/>
                  </a:lnTo>
                  <a:lnTo>
                    <a:pt x="3720215" y="2513004"/>
                  </a:lnTo>
                  <a:lnTo>
                    <a:pt x="3720341" y="2513004"/>
                  </a:lnTo>
                  <a:lnTo>
                    <a:pt x="3720467" y="2513004"/>
                  </a:lnTo>
                  <a:lnTo>
                    <a:pt x="3720593" y="2513004"/>
                  </a:lnTo>
                  <a:lnTo>
                    <a:pt x="3720719" y="2513004"/>
                  </a:lnTo>
                  <a:lnTo>
                    <a:pt x="3720845" y="2513004"/>
                  </a:lnTo>
                  <a:lnTo>
                    <a:pt x="3720971" y="2513004"/>
                  </a:lnTo>
                  <a:lnTo>
                    <a:pt x="3721097" y="2513004"/>
                  </a:lnTo>
                  <a:lnTo>
                    <a:pt x="3721223" y="2513004"/>
                  </a:lnTo>
                  <a:lnTo>
                    <a:pt x="3721349" y="2513004"/>
                  </a:lnTo>
                  <a:lnTo>
                    <a:pt x="3721476" y="2513004"/>
                  </a:lnTo>
                  <a:lnTo>
                    <a:pt x="3721602" y="2513004"/>
                  </a:lnTo>
                  <a:lnTo>
                    <a:pt x="3721728" y="2513004"/>
                  </a:lnTo>
                  <a:lnTo>
                    <a:pt x="3721854" y="2513004"/>
                  </a:lnTo>
                  <a:lnTo>
                    <a:pt x="3721980" y="2513004"/>
                  </a:lnTo>
                  <a:lnTo>
                    <a:pt x="3722106" y="2513004"/>
                  </a:lnTo>
                  <a:lnTo>
                    <a:pt x="3722232" y="2513004"/>
                  </a:lnTo>
                  <a:lnTo>
                    <a:pt x="3722358" y="2513004"/>
                  </a:lnTo>
                  <a:lnTo>
                    <a:pt x="3722484" y="2513004"/>
                  </a:lnTo>
                  <a:lnTo>
                    <a:pt x="3722610" y="2513004"/>
                  </a:lnTo>
                  <a:lnTo>
                    <a:pt x="3722736" y="2513004"/>
                  </a:lnTo>
                  <a:lnTo>
                    <a:pt x="3722862" y="2513004"/>
                  </a:lnTo>
                  <a:lnTo>
                    <a:pt x="3722989" y="2513004"/>
                  </a:lnTo>
                  <a:lnTo>
                    <a:pt x="3723115" y="2513004"/>
                  </a:lnTo>
                  <a:lnTo>
                    <a:pt x="3723241" y="2513004"/>
                  </a:lnTo>
                  <a:lnTo>
                    <a:pt x="3723367" y="2513004"/>
                  </a:lnTo>
                  <a:lnTo>
                    <a:pt x="3723493" y="2513004"/>
                  </a:lnTo>
                  <a:lnTo>
                    <a:pt x="3723619" y="2513004"/>
                  </a:lnTo>
                  <a:lnTo>
                    <a:pt x="3723745" y="2513004"/>
                  </a:lnTo>
                  <a:lnTo>
                    <a:pt x="3723871" y="2513004"/>
                  </a:lnTo>
                  <a:lnTo>
                    <a:pt x="3723997" y="2513004"/>
                  </a:lnTo>
                  <a:lnTo>
                    <a:pt x="3724123" y="2513004"/>
                  </a:lnTo>
                  <a:lnTo>
                    <a:pt x="3724249" y="2513004"/>
                  </a:lnTo>
                  <a:lnTo>
                    <a:pt x="3724376" y="2513004"/>
                  </a:lnTo>
                  <a:lnTo>
                    <a:pt x="3724502" y="2513004"/>
                  </a:lnTo>
                  <a:lnTo>
                    <a:pt x="3724628" y="2513004"/>
                  </a:lnTo>
                  <a:lnTo>
                    <a:pt x="3724754" y="2513004"/>
                  </a:lnTo>
                  <a:lnTo>
                    <a:pt x="3724880" y="2513004"/>
                  </a:lnTo>
                  <a:lnTo>
                    <a:pt x="3725006" y="2513004"/>
                  </a:lnTo>
                  <a:lnTo>
                    <a:pt x="3725132" y="2513004"/>
                  </a:lnTo>
                  <a:lnTo>
                    <a:pt x="3725258" y="2513004"/>
                  </a:lnTo>
                  <a:lnTo>
                    <a:pt x="3725384" y="2513004"/>
                  </a:lnTo>
                  <a:lnTo>
                    <a:pt x="3725510" y="2513004"/>
                  </a:lnTo>
                  <a:lnTo>
                    <a:pt x="3725636" y="2513004"/>
                  </a:lnTo>
                  <a:lnTo>
                    <a:pt x="3725763" y="2513004"/>
                  </a:lnTo>
                  <a:lnTo>
                    <a:pt x="3725889" y="2513004"/>
                  </a:lnTo>
                  <a:lnTo>
                    <a:pt x="3726015" y="2513004"/>
                  </a:lnTo>
                  <a:lnTo>
                    <a:pt x="3726141" y="2513004"/>
                  </a:lnTo>
                  <a:lnTo>
                    <a:pt x="3726267" y="2513004"/>
                  </a:lnTo>
                  <a:lnTo>
                    <a:pt x="3726393" y="2513004"/>
                  </a:lnTo>
                  <a:lnTo>
                    <a:pt x="3726519" y="2513004"/>
                  </a:lnTo>
                  <a:lnTo>
                    <a:pt x="3726645" y="2513004"/>
                  </a:lnTo>
                  <a:lnTo>
                    <a:pt x="3726771" y="2513004"/>
                  </a:lnTo>
                  <a:lnTo>
                    <a:pt x="3726897" y="2513004"/>
                  </a:lnTo>
                  <a:lnTo>
                    <a:pt x="3727023" y="2513004"/>
                  </a:lnTo>
                  <a:lnTo>
                    <a:pt x="3727149" y="2513004"/>
                  </a:lnTo>
                  <a:lnTo>
                    <a:pt x="3727276" y="2513004"/>
                  </a:lnTo>
                  <a:lnTo>
                    <a:pt x="3727402" y="2513004"/>
                  </a:lnTo>
                  <a:lnTo>
                    <a:pt x="3727528" y="2513004"/>
                  </a:lnTo>
                  <a:lnTo>
                    <a:pt x="3727654" y="2513004"/>
                  </a:lnTo>
                  <a:lnTo>
                    <a:pt x="3727780" y="2513004"/>
                  </a:lnTo>
                  <a:lnTo>
                    <a:pt x="3727906" y="2513004"/>
                  </a:lnTo>
                  <a:lnTo>
                    <a:pt x="3728032" y="2513004"/>
                  </a:lnTo>
                  <a:lnTo>
                    <a:pt x="3728158" y="2513004"/>
                  </a:lnTo>
                  <a:lnTo>
                    <a:pt x="3728284" y="2513004"/>
                  </a:lnTo>
                  <a:lnTo>
                    <a:pt x="3728410" y="2513004"/>
                  </a:lnTo>
                  <a:lnTo>
                    <a:pt x="3728536" y="2513004"/>
                  </a:lnTo>
                  <a:lnTo>
                    <a:pt x="3728663" y="2513004"/>
                  </a:lnTo>
                  <a:lnTo>
                    <a:pt x="3728789" y="2513004"/>
                  </a:lnTo>
                  <a:lnTo>
                    <a:pt x="3728915" y="2513004"/>
                  </a:lnTo>
                  <a:lnTo>
                    <a:pt x="3729041" y="2513004"/>
                  </a:lnTo>
                  <a:lnTo>
                    <a:pt x="3729167" y="2513004"/>
                  </a:lnTo>
                  <a:lnTo>
                    <a:pt x="3729293" y="2513004"/>
                  </a:lnTo>
                  <a:lnTo>
                    <a:pt x="3729419" y="2513004"/>
                  </a:lnTo>
                  <a:lnTo>
                    <a:pt x="3729545" y="2513004"/>
                  </a:lnTo>
                  <a:lnTo>
                    <a:pt x="3729671" y="2513004"/>
                  </a:lnTo>
                  <a:lnTo>
                    <a:pt x="3729797" y="2513004"/>
                  </a:lnTo>
                  <a:lnTo>
                    <a:pt x="3729923" y="2513004"/>
                  </a:lnTo>
                  <a:lnTo>
                    <a:pt x="3730049" y="2513004"/>
                  </a:lnTo>
                  <a:lnTo>
                    <a:pt x="3730176" y="2513004"/>
                  </a:lnTo>
                  <a:lnTo>
                    <a:pt x="3730302" y="2513004"/>
                  </a:lnTo>
                  <a:lnTo>
                    <a:pt x="3730302" y="2507725"/>
                  </a:lnTo>
                  <a:lnTo>
                    <a:pt x="3730428" y="2507725"/>
                  </a:lnTo>
                  <a:lnTo>
                    <a:pt x="3730554" y="2507725"/>
                  </a:lnTo>
                  <a:lnTo>
                    <a:pt x="3730680" y="2507725"/>
                  </a:lnTo>
                  <a:lnTo>
                    <a:pt x="3730806" y="2507725"/>
                  </a:lnTo>
                  <a:lnTo>
                    <a:pt x="3730806" y="2502445"/>
                  </a:lnTo>
                  <a:lnTo>
                    <a:pt x="3730932" y="2502445"/>
                  </a:lnTo>
                  <a:lnTo>
                    <a:pt x="3731058" y="2502445"/>
                  </a:lnTo>
                  <a:lnTo>
                    <a:pt x="3731184" y="2502445"/>
                  </a:lnTo>
                  <a:lnTo>
                    <a:pt x="3731310" y="2502445"/>
                  </a:lnTo>
                  <a:lnTo>
                    <a:pt x="3731436" y="2502445"/>
                  </a:lnTo>
                  <a:lnTo>
                    <a:pt x="3731563" y="2502445"/>
                  </a:lnTo>
                  <a:lnTo>
                    <a:pt x="3731689" y="2502445"/>
                  </a:lnTo>
                  <a:lnTo>
                    <a:pt x="3731815" y="2502445"/>
                  </a:lnTo>
                  <a:lnTo>
                    <a:pt x="3731941" y="2502445"/>
                  </a:lnTo>
                  <a:lnTo>
                    <a:pt x="3732067" y="2502445"/>
                  </a:lnTo>
                  <a:lnTo>
                    <a:pt x="3732193" y="2502445"/>
                  </a:lnTo>
                  <a:lnTo>
                    <a:pt x="3732319" y="2502445"/>
                  </a:lnTo>
                  <a:lnTo>
                    <a:pt x="3732445" y="2502445"/>
                  </a:lnTo>
                  <a:lnTo>
                    <a:pt x="3732571" y="2502445"/>
                  </a:lnTo>
                  <a:lnTo>
                    <a:pt x="3732697" y="2502445"/>
                  </a:lnTo>
                  <a:lnTo>
                    <a:pt x="3732823" y="2502445"/>
                  </a:lnTo>
                  <a:lnTo>
                    <a:pt x="3732823" y="2497166"/>
                  </a:lnTo>
                  <a:lnTo>
                    <a:pt x="3732949" y="2497166"/>
                  </a:lnTo>
                  <a:lnTo>
                    <a:pt x="3733076" y="2497166"/>
                  </a:lnTo>
                  <a:lnTo>
                    <a:pt x="3733202" y="2497166"/>
                  </a:lnTo>
                  <a:lnTo>
                    <a:pt x="3733328" y="2497166"/>
                  </a:lnTo>
                  <a:lnTo>
                    <a:pt x="3733454" y="2497166"/>
                  </a:lnTo>
                  <a:lnTo>
                    <a:pt x="3733580" y="2497166"/>
                  </a:lnTo>
                  <a:lnTo>
                    <a:pt x="3733706" y="2497166"/>
                  </a:lnTo>
                  <a:lnTo>
                    <a:pt x="3733832" y="2497166"/>
                  </a:lnTo>
                  <a:lnTo>
                    <a:pt x="3733958" y="2497166"/>
                  </a:lnTo>
                  <a:lnTo>
                    <a:pt x="3734084" y="2497166"/>
                  </a:lnTo>
                  <a:lnTo>
                    <a:pt x="3734210" y="2497166"/>
                  </a:lnTo>
                  <a:lnTo>
                    <a:pt x="3734336" y="2497166"/>
                  </a:lnTo>
                  <a:lnTo>
                    <a:pt x="3734463" y="2497166"/>
                  </a:lnTo>
                  <a:lnTo>
                    <a:pt x="3734589" y="2497166"/>
                  </a:lnTo>
                  <a:lnTo>
                    <a:pt x="3734715" y="2497166"/>
                  </a:lnTo>
                  <a:lnTo>
                    <a:pt x="3734841" y="2497166"/>
                  </a:lnTo>
                  <a:lnTo>
                    <a:pt x="3734967" y="2497166"/>
                  </a:lnTo>
                  <a:lnTo>
                    <a:pt x="3735093" y="2497166"/>
                  </a:lnTo>
                  <a:lnTo>
                    <a:pt x="3735219" y="2497166"/>
                  </a:lnTo>
                  <a:lnTo>
                    <a:pt x="3735345" y="2497166"/>
                  </a:lnTo>
                  <a:lnTo>
                    <a:pt x="3735471" y="2497166"/>
                  </a:lnTo>
                  <a:lnTo>
                    <a:pt x="3735597" y="2497166"/>
                  </a:lnTo>
                  <a:lnTo>
                    <a:pt x="3735723" y="2497166"/>
                  </a:lnTo>
                  <a:lnTo>
                    <a:pt x="3735850" y="2497166"/>
                  </a:lnTo>
                  <a:lnTo>
                    <a:pt x="3735976" y="2497166"/>
                  </a:lnTo>
                  <a:lnTo>
                    <a:pt x="3736102" y="2497166"/>
                  </a:lnTo>
                  <a:lnTo>
                    <a:pt x="3736228" y="2497166"/>
                  </a:lnTo>
                  <a:lnTo>
                    <a:pt x="3736354" y="2497166"/>
                  </a:lnTo>
                  <a:lnTo>
                    <a:pt x="3736480" y="2497166"/>
                  </a:lnTo>
                  <a:lnTo>
                    <a:pt x="3736606" y="2497166"/>
                  </a:lnTo>
                  <a:lnTo>
                    <a:pt x="3736732" y="2497166"/>
                  </a:lnTo>
                  <a:lnTo>
                    <a:pt x="3736858" y="2497166"/>
                  </a:lnTo>
                  <a:lnTo>
                    <a:pt x="3736984" y="2497166"/>
                  </a:lnTo>
                  <a:lnTo>
                    <a:pt x="3737110" y="2497166"/>
                  </a:lnTo>
                  <a:lnTo>
                    <a:pt x="3737236" y="2497166"/>
                  </a:lnTo>
                  <a:lnTo>
                    <a:pt x="3737363" y="2497166"/>
                  </a:lnTo>
                  <a:lnTo>
                    <a:pt x="3737489" y="2497166"/>
                  </a:lnTo>
                  <a:lnTo>
                    <a:pt x="3737615" y="2497166"/>
                  </a:lnTo>
                  <a:lnTo>
                    <a:pt x="3737741" y="2497166"/>
                  </a:lnTo>
                  <a:lnTo>
                    <a:pt x="3737867" y="2497166"/>
                  </a:lnTo>
                  <a:lnTo>
                    <a:pt x="3737993" y="2497166"/>
                  </a:lnTo>
                  <a:lnTo>
                    <a:pt x="3738119" y="2497166"/>
                  </a:lnTo>
                  <a:lnTo>
                    <a:pt x="3738245" y="2497166"/>
                  </a:lnTo>
                  <a:lnTo>
                    <a:pt x="3738371" y="2497166"/>
                  </a:lnTo>
                  <a:lnTo>
                    <a:pt x="3738497" y="2497166"/>
                  </a:lnTo>
                  <a:lnTo>
                    <a:pt x="3738623" y="2497166"/>
                  </a:lnTo>
                  <a:lnTo>
                    <a:pt x="3738750" y="2497166"/>
                  </a:lnTo>
                  <a:lnTo>
                    <a:pt x="3738876" y="2497166"/>
                  </a:lnTo>
                  <a:lnTo>
                    <a:pt x="3739002" y="2497166"/>
                  </a:lnTo>
                  <a:lnTo>
                    <a:pt x="3739128" y="2497166"/>
                  </a:lnTo>
                  <a:lnTo>
                    <a:pt x="3739254" y="2497166"/>
                  </a:lnTo>
                  <a:lnTo>
                    <a:pt x="3739380" y="2497166"/>
                  </a:lnTo>
                  <a:lnTo>
                    <a:pt x="3739506" y="2497166"/>
                  </a:lnTo>
                  <a:lnTo>
                    <a:pt x="3739632" y="2497166"/>
                  </a:lnTo>
                  <a:lnTo>
                    <a:pt x="3739758" y="2497166"/>
                  </a:lnTo>
                  <a:lnTo>
                    <a:pt x="3739884" y="2497166"/>
                  </a:lnTo>
                  <a:lnTo>
                    <a:pt x="3740010" y="2497166"/>
                  </a:lnTo>
                  <a:lnTo>
                    <a:pt x="3740136" y="2497166"/>
                  </a:lnTo>
                  <a:lnTo>
                    <a:pt x="3740263" y="2497166"/>
                  </a:lnTo>
                  <a:lnTo>
                    <a:pt x="3740389" y="2497166"/>
                  </a:lnTo>
                  <a:lnTo>
                    <a:pt x="3740515" y="2497166"/>
                  </a:lnTo>
                  <a:lnTo>
                    <a:pt x="3740515" y="2491886"/>
                  </a:lnTo>
                  <a:lnTo>
                    <a:pt x="3740641" y="2491886"/>
                  </a:lnTo>
                  <a:lnTo>
                    <a:pt x="3740767" y="2491886"/>
                  </a:lnTo>
                  <a:lnTo>
                    <a:pt x="3740893" y="2491886"/>
                  </a:lnTo>
                  <a:lnTo>
                    <a:pt x="3741019" y="2491886"/>
                  </a:lnTo>
                  <a:lnTo>
                    <a:pt x="3741145" y="2491886"/>
                  </a:lnTo>
                  <a:lnTo>
                    <a:pt x="3741271" y="2491886"/>
                  </a:lnTo>
                  <a:lnTo>
                    <a:pt x="3741397" y="2491886"/>
                  </a:lnTo>
                  <a:lnTo>
                    <a:pt x="3741523" y="2491886"/>
                  </a:lnTo>
                  <a:lnTo>
                    <a:pt x="3741650" y="2491886"/>
                  </a:lnTo>
                  <a:lnTo>
                    <a:pt x="3741776" y="2491886"/>
                  </a:lnTo>
                  <a:lnTo>
                    <a:pt x="3741902" y="2491886"/>
                  </a:lnTo>
                  <a:lnTo>
                    <a:pt x="3742028" y="2491886"/>
                  </a:lnTo>
                  <a:lnTo>
                    <a:pt x="3742154" y="2491886"/>
                  </a:lnTo>
                  <a:lnTo>
                    <a:pt x="3742280" y="2491886"/>
                  </a:lnTo>
                  <a:lnTo>
                    <a:pt x="3742406" y="2491886"/>
                  </a:lnTo>
                  <a:lnTo>
                    <a:pt x="3742532" y="2491886"/>
                  </a:lnTo>
                  <a:lnTo>
                    <a:pt x="3742658" y="2491886"/>
                  </a:lnTo>
                  <a:lnTo>
                    <a:pt x="3742784" y="2491886"/>
                  </a:lnTo>
                  <a:lnTo>
                    <a:pt x="3742910" y="2491886"/>
                  </a:lnTo>
                  <a:lnTo>
                    <a:pt x="3743037" y="2491886"/>
                  </a:lnTo>
                  <a:lnTo>
                    <a:pt x="3743163" y="2491886"/>
                  </a:lnTo>
                  <a:lnTo>
                    <a:pt x="3743289" y="2491886"/>
                  </a:lnTo>
                  <a:lnTo>
                    <a:pt x="3743415" y="2491886"/>
                  </a:lnTo>
                  <a:lnTo>
                    <a:pt x="3743541" y="2491886"/>
                  </a:lnTo>
                  <a:lnTo>
                    <a:pt x="3743667" y="2491886"/>
                  </a:lnTo>
                  <a:lnTo>
                    <a:pt x="3743793" y="2491886"/>
                  </a:lnTo>
                  <a:lnTo>
                    <a:pt x="3743919" y="2491886"/>
                  </a:lnTo>
                  <a:lnTo>
                    <a:pt x="3744045" y="2491886"/>
                  </a:lnTo>
                  <a:lnTo>
                    <a:pt x="3744171" y="2491886"/>
                  </a:lnTo>
                  <a:lnTo>
                    <a:pt x="3744297" y="2491886"/>
                  </a:lnTo>
                  <a:lnTo>
                    <a:pt x="3744423" y="2491886"/>
                  </a:lnTo>
                  <a:lnTo>
                    <a:pt x="3744550" y="2491886"/>
                  </a:lnTo>
                  <a:lnTo>
                    <a:pt x="3744676" y="2491886"/>
                  </a:lnTo>
                  <a:lnTo>
                    <a:pt x="3744802" y="2491886"/>
                  </a:lnTo>
                  <a:lnTo>
                    <a:pt x="3744928" y="2491886"/>
                  </a:lnTo>
                  <a:lnTo>
                    <a:pt x="3745054" y="2491886"/>
                  </a:lnTo>
                  <a:lnTo>
                    <a:pt x="3745180" y="2491886"/>
                  </a:lnTo>
                  <a:lnTo>
                    <a:pt x="3745306" y="2491886"/>
                  </a:lnTo>
                  <a:lnTo>
                    <a:pt x="3745432" y="2491886"/>
                  </a:lnTo>
                  <a:lnTo>
                    <a:pt x="3745558" y="2491886"/>
                  </a:lnTo>
                  <a:lnTo>
                    <a:pt x="3745684" y="2491886"/>
                  </a:lnTo>
                  <a:lnTo>
                    <a:pt x="3745810" y="2491886"/>
                  </a:lnTo>
                  <a:lnTo>
                    <a:pt x="3745937" y="2491886"/>
                  </a:lnTo>
                  <a:lnTo>
                    <a:pt x="3746063" y="2491886"/>
                  </a:lnTo>
                  <a:lnTo>
                    <a:pt x="3746189" y="2491886"/>
                  </a:lnTo>
                  <a:lnTo>
                    <a:pt x="3746315" y="2491886"/>
                  </a:lnTo>
                  <a:lnTo>
                    <a:pt x="3746441" y="2491886"/>
                  </a:lnTo>
                  <a:lnTo>
                    <a:pt x="3746567" y="2491886"/>
                  </a:lnTo>
                  <a:lnTo>
                    <a:pt x="3746693" y="2491886"/>
                  </a:lnTo>
                  <a:lnTo>
                    <a:pt x="3746819" y="2491886"/>
                  </a:lnTo>
                  <a:lnTo>
                    <a:pt x="3746945" y="2491886"/>
                  </a:lnTo>
                  <a:lnTo>
                    <a:pt x="3747071" y="2491886"/>
                  </a:lnTo>
                  <a:lnTo>
                    <a:pt x="3747197" y="2491886"/>
                  </a:lnTo>
                  <a:lnTo>
                    <a:pt x="3747323" y="2491886"/>
                  </a:lnTo>
                  <a:lnTo>
                    <a:pt x="3747450" y="2491886"/>
                  </a:lnTo>
                  <a:lnTo>
                    <a:pt x="3747576" y="2491886"/>
                  </a:lnTo>
                  <a:lnTo>
                    <a:pt x="3747702" y="2491886"/>
                  </a:lnTo>
                  <a:lnTo>
                    <a:pt x="3747828" y="2491886"/>
                  </a:lnTo>
                  <a:lnTo>
                    <a:pt x="3747954" y="2491886"/>
                  </a:lnTo>
                  <a:lnTo>
                    <a:pt x="3748080" y="2491886"/>
                  </a:lnTo>
                  <a:lnTo>
                    <a:pt x="3748206" y="2491886"/>
                  </a:lnTo>
                  <a:lnTo>
                    <a:pt x="3748332" y="2491886"/>
                  </a:lnTo>
                  <a:lnTo>
                    <a:pt x="3748458" y="2491886"/>
                  </a:lnTo>
                  <a:lnTo>
                    <a:pt x="3748584" y="2491886"/>
                  </a:lnTo>
                  <a:lnTo>
                    <a:pt x="3748710" y="2491886"/>
                  </a:lnTo>
                  <a:lnTo>
                    <a:pt x="3748837" y="2491886"/>
                  </a:lnTo>
                  <a:lnTo>
                    <a:pt x="3748837" y="2486607"/>
                  </a:lnTo>
                  <a:lnTo>
                    <a:pt x="3748963" y="2486607"/>
                  </a:lnTo>
                  <a:lnTo>
                    <a:pt x="3748963" y="2481328"/>
                  </a:lnTo>
                  <a:lnTo>
                    <a:pt x="3749089" y="2481328"/>
                  </a:lnTo>
                  <a:lnTo>
                    <a:pt x="3749215" y="2481328"/>
                  </a:lnTo>
                  <a:lnTo>
                    <a:pt x="3749341" y="2481328"/>
                  </a:lnTo>
                  <a:lnTo>
                    <a:pt x="3749467" y="2481328"/>
                  </a:lnTo>
                  <a:lnTo>
                    <a:pt x="3749593" y="2481328"/>
                  </a:lnTo>
                  <a:lnTo>
                    <a:pt x="3749719" y="2481328"/>
                  </a:lnTo>
                  <a:lnTo>
                    <a:pt x="3749845" y="2481328"/>
                  </a:lnTo>
                  <a:lnTo>
                    <a:pt x="3749971" y="2481328"/>
                  </a:lnTo>
                  <a:lnTo>
                    <a:pt x="3750097" y="2481328"/>
                  </a:lnTo>
                  <a:lnTo>
                    <a:pt x="3750223" y="2481328"/>
                  </a:lnTo>
                  <a:lnTo>
                    <a:pt x="3750350" y="2481328"/>
                  </a:lnTo>
                  <a:lnTo>
                    <a:pt x="3750476" y="2481328"/>
                  </a:lnTo>
                  <a:lnTo>
                    <a:pt x="3750476" y="2476048"/>
                  </a:lnTo>
                  <a:lnTo>
                    <a:pt x="3750602" y="2476048"/>
                  </a:lnTo>
                  <a:lnTo>
                    <a:pt x="3750728" y="2476048"/>
                  </a:lnTo>
                  <a:lnTo>
                    <a:pt x="3750854" y="2476048"/>
                  </a:lnTo>
                  <a:lnTo>
                    <a:pt x="3750980" y="2476048"/>
                  </a:lnTo>
                  <a:lnTo>
                    <a:pt x="3751106" y="2476048"/>
                  </a:lnTo>
                  <a:lnTo>
                    <a:pt x="3751232" y="2476048"/>
                  </a:lnTo>
                  <a:lnTo>
                    <a:pt x="3751358" y="2476048"/>
                  </a:lnTo>
                  <a:lnTo>
                    <a:pt x="3751484" y="2476048"/>
                  </a:lnTo>
                  <a:lnTo>
                    <a:pt x="3751610" y="2476048"/>
                  </a:lnTo>
                  <a:lnTo>
                    <a:pt x="3751737" y="2476048"/>
                  </a:lnTo>
                  <a:lnTo>
                    <a:pt x="3751863" y="2476048"/>
                  </a:lnTo>
                  <a:lnTo>
                    <a:pt x="3751989" y="2476048"/>
                  </a:lnTo>
                  <a:lnTo>
                    <a:pt x="3751989" y="2470769"/>
                  </a:lnTo>
                  <a:lnTo>
                    <a:pt x="3752115" y="2470769"/>
                  </a:lnTo>
                  <a:lnTo>
                    <a:pt x="3752241" y="2470769"/>
                  </a:lnTo>
                  <a:lnTo>
                    <a:pt x="3752367" y="2470769"/>
                  </a:lnTo>
                  <a:lnTo>
                    <a:pt x="3752493" y="2470769"/>
                  </a:lnTo>
                  <a:lnTo>
                    <a:pt x="3752619" y="2470769"/>
                  </a:lnTo>
                  <a:lnTo>
                    <a:pt x="3752745" y="2470769"/>
                  </a:lnTo>
                  <a:lnTo>
                    <a:pt x="3752871" y="2470769"/>
                  </a:lnTo>
                  <a:lnTo>
                    <a:pt x="3752997" y="2470769"/>
                  </a:lnTo>
                  <a:lnTo>
                    <a:pt x="3753124" y="2470769"/>
                  </a:lnTo>
                  <a:lnTo>
                    <a:pt x="3753250" y="2470769"/>
                  </a:lnTo>
                  <a:lnTo>
                    <a:pt x="3753376" y="2470769"/>
                  </a:lnTo>
                  <a:lnTo>
                    <a:pt x="3753502" y="2470769"/>
                  </a:lnTo>
                  <a:lnTo>
                    <a:pt x="3753628" y="2470769"/>
                  </a:lnTo>
                  <a:lnTo>
                    <a:pt x="3753754" y="2470769"/>
                  </a:lnTo>
                  <a:lnTo>
                    <a:pt x="3753880" y="2470769"/>
                  </a:lnTo>
                  <a:lnTo>
                    <a:pt x="3754006" y="2470769"/>
                  </a:lnTo>
                  <a:lnTo>
                    <a:pt x="3754132" y="2470769"/>
                  </a:lnTo>
                  <a:lnTo>
                    <a:pt x="3754258" y="2470769"/>
                  </a:lnTo>
                  <a:lnTo>
                    <a:pt x="3754384" y="2470769"/>
                  </a:lnTo>
                  <a:lnTo>
                    <a:pt x="3754510" y="2470769"/>
                  </a:lnTo>
                  <a:lnTo>
                    <a:pt x="3754637" y="2470769"/>
                  </a:lnTo>
                  <a:lnTo>
                    <a:pt x="3754763" y="2470769"/>
                  </a:lnTo>
                  <a:lnTo>
                    <a:pt x="3754889" y="2470769"/>
                  </a:lnTo>
                  <a:lnTo>
                    <a:pt x="3755015" y="2470769"/>
                  </a:lnTo>
                  <a:lnTo>
                    <a:pt x="3755141" y="2470769"/>
                  </a:lnTo>
                  <a:lnTo>
                    <a:pt x="3755267" y="2470769"/>
                  </a:lnTo>
                  <a:lnTo>
                    <a:pt x="3755393" y="2470769"/>
                  </a:lnTo>
                  <a:lnTo>
                    <a:pt x="3755519" y="2470769"/>
                  </a:lnTo>
                  <a:lnTo>
                    <a:pt x="3755645" y="2470769"/>
                  </a:lnTo>
                  <a:lnTo>
                    <a:pt x="3755771" y="2470769"/>
                  </a:lnTo>
                  <a:lnTo>
                    <a:pt x="3755897" y="2470769"/>
                  </a:lnTo>
                  <a:lnTo>
                    <a:pt x="3755897" y="2465489"/>
                  </a:lnTo>
                  <a:lnTo>
                    <a:pt x="3756024" y="2465489"/>
                  </a:lnTo>
                  <a:lnTo>
                    <a:pt x="3756150" y="2465489"/>
                  </a:lnTo>
                  <a:lnTo>
                    <a:pt x="3756276" y="2465489"/>
                  </a:lnTo>
                  <a:lnTo>
                    <a:pt x="3756402" y="2465489"/>
                  </a:lnTo>
                  <a:lnTo>
                    <a:pt x="3756528" y="2465489"/>
                  </a:lnTo>
                  <a:lnTo>
                    <a:pt x="3756654" y="2465489"/>
                  </a:lnTo>
                  <a:lnTo>
                    <a:pt x="3756780" y="2465489"/>
                  </a:lnTo>
                  <a:lnTo>
                    <a:pt x="3756906" y="2465489"/>
                  </a:lnTo>
                  <a:lnTo>
                    <a:pt x="3757032" y="2465489"/>
                  </a:lnTo>
                  <a:lnTo>
                    <a:pt x="3757032" y="2460210"/>
                  </a:lnTo>
                  <a:lnTo>
                    <a:pt x="3757158" y="2460210"/>
                  </a:lnTo>
                  <a:lnTo>
                    <a:pt x="3757284" y="2460210"/>
                  </a:lnTo>
                  <a:lnTo>
                    <a:pt x="3757410" y="2460210"/>
                  </a:lnTo>
                  <a:lnTo>
                    <a:pt x="3757537" y="2460210"/>
                  </a:lnTo>
                  <a:lnTo>
                    <a:pt x="3757663" y="2460210"/>
                  </a:lnTo>
                  <a:lnTo>
                    <a:pt x="3757789" y="2460210"/>
                  </a:lnTo>
                  <a:lnTo>
                    <a:pt x="3757915" y="2460210"/>
                  </a:lnTo>
                  <a:lnTo>
                    <a:pt x="3758041" y="2460210"/>
                  </a:lnTo>
                  <a:lnTo>
                    <a:pt x="3758167" y="2460210"/>
                  </a:lnTo>
                  <a:lnTo>
                    <a:pt x="3758293" y="2460210"/>
                  </a:lnTo>
                  <a:lnTo>
                    <a:pt x="3758419" y="2460210"/>
                  </a:lnTo>
                  <a:lnTo>
                    <a:pt x="3758545" y="2460210"/>
                  </a:lnTo>
                  <a:lnTo>
                    <a:pt x="3758545" y="2454930"/>
                  </a:lnTo>
                  <a:lnTo>
                    <a:pt x="3758671" y="2454930"/>
                  </a:lnTo>
                  <a:lnTo>
                    <a:pt x="3758797" y="2454930"/>
                  </a:lnTo>
                  <a:lnTo>
                    <a:pt x="3758924" y="2454930"/>
                  </a:lnTo>
                  <a:lnTo>
                    <a:pt x="3759050" y="2454930"/>
                  </a:lnTo>
                  <a:lnTo>
                    <a:pt x="3759176" y="2454930"/>
                  </a:lnTo>
                  <a:lnTo>
                    <a:pt x="3759302" y="2454930"/>
                  </a:lnTo>
                  <a:lnTo>
                    <a:pt x="3759428" y="2454930"/>
                  </a:lnTo>
                  <a:lnTo>
                    <a:pt x="3759554" y="2454930"/>
                  </a:lnTo>
                  <a:lnTo>
                    <a:pt x="3759680" y="2454930"/>
                  </a:lnTo>
                  <a:lnTo>
                    <a:pt x="3759680" y="2449651"/>
                  </a:lnTo>
                  <a:lnTo>
                    <a:pt x="3759806" y="2449651"/>
                  </a:lnTo>
                  <a:lnTo>
                    <a:pt x="3759932" y="2449651"/>
                  </a:lnTo>
                  <a:lnTo>
                    <a:pt x="3760058" y="2449651"/>
                  </a:lnTo>
                  <a:lnTo>
                    <a:pt x="3760184" y="2449651"/>
                  </a:lnTo>
                  <a:lnTo>
                    <a:pt x="3760311" y="2449651"/>
                  </a:lnTo>
                  <a:lnTo>
                    <a:pt x="3760437" y="2449651"/>
                  </a:lnTo>
                  <a:lnTo>
                    <a:pt x="3760563" y="2449651"/>
                  </a:lnTo>
                  <a:lnTo>
                    <a:pt x="3760689" y="2449651"/>
                  </a:lnTo>
                  <a:lnTo>
                    <a:pt x="3760815" y="2449651"/>
                  </a:lnTo>
                  <a:lnTo>
                    <a:pt x="3760941" y="2449651"/>
                  </a:lnTo>
                  <a:lnTo>
                    <a:pt x="3761067" y="2449651"/>
                  </a:lnTo>
                  <a:lnTo>
                    <a:pt x="3761193" y="2449651"/>
                  </a:lnTo>
                  <a:lnTo>
                    <a:pt x="3761319" y="2449651"/>
                  </a:lnTo>
                  <a:lnTo>
                    <a:pt x="3761445" y="2449651"/>
                  </a:lnTo>
                  <a:lnTo>
                    <a:pt x="3761571" y="2449651"/>
                  </a:lnTo>
                  <a:lnTo>
                    <a:pt x="3761697" y="2449651"/>
                  </a:lnTo>
                  <a:lnTo>
                    <a:pt x="3761824" y="2449651"/>
                  </a:lnTo>
                  <a:lnTo>
                    <a:pt x="3761950" y="2449651"/>
                  </a:lnTo>
                  <a:lnTo>
                    <a:pt x="3762076" y="2449651"/>
                  </a:lnTo>
                  <a:lnTo>
                    <a:pt x="3762202" y="2449651"/>
                  </a:lnTo>
                  <a:lnTo>
                    <a:pt x="3762328" y="2449651"/>
                  </a:lnTo>
                  <a:lnTo>
                    <a:pt x="3762454" y="2449651"/>
                  </a:lnTo>
                  <a:lnTo>
                    <a:pt x="3762580" y="2449651"/>
                  </a:lnTo>
                  <a:lnTo>
                    <a:pt x="3762706" y="2449651"/>
                  </a:lnTo>
                  <a:lnTo>
                    <a:pt x="3762832" y="2449651"/>
                  </a:lnTo>
                  <a:lnTo>
                    <a:pt x="3762958" y="2449651"/>
                  </a:lnTo>
                  <a:lnTo>
                    <a:pt x="3763084" y="2449651"/>
                  </a:lnTo>
                  <a:lnTo>
                    <a:pt x="3763211" y="2449651"/>
                  </a:lnTo>
                  <a:lnTo>
                    <a:pt x="3763337" y="2449651"/>
                  </a:lnTo>
                  <a:lnTo>
                    <a:pt x="3763463" y="2449651"/>
                  </a:lnTo>
                  <a:lnTo>
                    <a:pt x="3763589" y="2449651"/>
                  </a:lnTo>
                  <a:lnTo>
                    <a:pt x="3763715" y="2449651"/>
                  </a:lnTo>
                  <a:lnTo>
                    <a:pt x="3763841" y="2449651"/>
                  </a:lnTo>
                  <a:lnTo>
                    <a:pt x="3763967" y="2449651"/>
                  </a:lnTo>
                  <a:lnTo>
                    <a:pt x="3764093" y="2449651"/>
                  </a:lnTo>
                  <a:lnTo>
                    <a:pt x="3764219" y="2449651"/>
                  </a:lnTo>
                  <a:lnTo>
                    <a:pt x="3764345" y="2449651"/>
                  </a:lnTo>
                  <a:lnTo>
                    <a:pt x="3764471" y="2449651"/>
                  </a:lnTo>
                  <a:lnTo>
                    <a:pt x="3764597" y="2449651"/>
                  </a:lnTo>
                  <a:lnTo>
                    <a:pt x="3764724" y="2449651"/>
                  </a:lnTo>
                  <a:lnTo>
                    <a:pt x="3764850" y="2449651"/>
                  </a:lnTo>
                  <a:lnTo>
                    <a:pt x="3764976" y="2449651"/>
                  </a:lnTo>
                  <a:lnTo>
                    <a:pt x="3765102" y="2449651"/>
                  </a:lnTo>
                  <a:lnTo>
                    <a:pt x="3765228" y="2449651"/>
                  </a:lnTo>
                  <a:lnTo>
                    <a:pt x="3765354" y="2449651"/>
                  </a:lnTo>
                  <a:lnTo>
                    <a:pt x="3765480" y="2449651"/>
                  </a:lnTo>
                  <a:lnTo>
                    <a:pt x="3765606" y="2449651"/>
                  </a:lnTo>
                  <a:lnTo>
                    <a:pt x="3765732" y="2449651"/>
                  </a:lnTo>
                  <a:lnTo>
                    <a:pt x="3765858" y="2449651"/>
                  </a:lnTo>
                  <a:lnTo>
                    <a:pt x="3765984" y="2449651"/>
                  </a:lnTo>
                  <a:lnTo>
                    <a:pt x="3766111" y="2449651"/>
                  </a:lnTo>
                  <a:lnTo>
                    <a:pt x="3766237" y="2449651"/>
                  </a:lnTo>
                  <a:lnTo>
                    <a:pt x="3766363" y="2449651"/>
                  </a:lnTo>
                  <a:lnTo>
                    <a:pt x="3766489" y="2449651"/>
                  </a:lnTo>
                  <a:lnTo>
                    <a:pt x="3766615" y="2449651"/>
                  </a:lnTo>
                  <a:lnTo>
                    <a:pt x="3766741" y="2449651"/>
                  </a:lnTo>
                  <a:lnTo>
                    <a:pt x="3766867" y="2449651"/>
                  </a:lnTo>
                  <a:lnTo>
                    <a:pt x="3766993" y="2449651"/>
                  </a:lnTo>
                  <a:lnTo>
                    <a:pt x="3767119" y="2449651"/>
                  </a:lnTo>
                  <a:lnTo>
                    <a:pt x="3767245" y="2449651"/>
                  </a:lnTo>
                  <a:lnTo>
                    <a:pt x="3767371" y="2449651"/>
                  </a:lnTo>
                  <a:lnTo>
                    <a:pt x="3767498" y="2449651"/>
                  </a:lnTo>
                  <a:lnTo>
                    <a:pt x="3767624" y="2449651"/>
                  </a:lnTo>
                  <a:lnTo>
                    <a:pt x="3767750" y="2449651"/>
                  </a:lnTo>
                  <a:lnTo>
                    <a:pt x="3767876" y="2449651"/>
                  </a:lnTo>
                  <a:lnTo>
                    <a:pt x="3768002" y="2449651"/>
                  </a:lnTo>
                  <a:lnTo>
                    <a:pt x="3768128" y="2449651"/>
                  </a:lnTo>
                  <a:lnTo>
                    <a:pt x="3768254" y="2449651"/>
                  </a:lnTo>
                  <a:lnTo>
                    <a:pt x="3768380" y="2449651"/>
                  </a:lnTo>
                  <a:lnTo>
                    <a:pt x="3768506" y="2449651"/>
                  </a:lnTo>
                  <a:lnTo>
                    <a:pt x="3768632" y="2449651"/>
                  </a:lnTo>
                  <a:lnTo>
                    <a:pt x="3768758" y="2449651"/>
                  </a:lnTo>
                  <a:lnTo>
                    <a:pt x="3768884" y="2449651"/>
                  </a:lnTo>
                  <a:lnTo>
                    <a:pt x="3769011" y="2449651"/>
                  </a:lnTo>
                  <a:lnTo>
                    <a:pt x="3769137" y="2449651"/>
                  </a:lnTo>
                  <a:lnTo>
                    <a:pt x="3769263" y="2449651"/>
                  </a:lnTo>
                  <a:lnTo>
                    <a:pt x="3769389" y="2449651"/>
                  </a:lnTo>
                  <a:lnTo>
                    <a:pt x="3769515" y="2449651"/>
                  </a:lnTo>
                  <a:lnTo>
                    <a:pt x="3769641" y="2449651"/>
                  </a:lnTo>
                  <a:lnTo>
                    <a:pt x="3769767" y="2449651"/>
                  </a:lnTo>
                  <a:lnTo>
                    <a:pt x="3769893" y="2449651"/>
                  </a:lnTo>
                  <a:lnTo>
                    <a:pt x="3770019" y="2449651"/>
                  </a:lnTo>
                  <a:lnTo>
                    <a:pt x="3770145" y="2449651"/>
                  </a:lnTo>
                  <a:lnTo>
                    <a:pt x="3770271" y="2449651"/>
                  </a:lnTo>
                  <a:lnTo>
                    <a:pt x="3770398" y="2449651"/>
                  </a:lnTo>
                  <a:lnTo>
                    <a:pt x="3770524" y="2449651"/>
                  </a:lnTo>
                  <a:lnTo>
                    <a:pt x="3770524" y="2444372"/>
                  </a:lnTo>
                  <a:lnTo>
                    <a:pt x="3770650" y="2444372"/>
                  </a:lnTo>
                  <a:lnTo>
                    <a:pt x="3770776" y="2444372"/>
                  </a:lnTo>
                  <a:lnTo>
                    <a:pt x="3770902" y="2444372"/>
                  </a:lnTo>
                  <a:lnTo>
                    <a:pt x="3771028" y="2444372"/>
                  </a:lnTo>
                  <a:lnTo>
                    <a:pt x="3771154" y="2444372"/>
                  </a:lnTo>
                  <a:lnTo>
                    <a:pt x="3771280" y="2444372"/>
                  </a:lnTo>
                  <a:lnTo>
                    <a:pt x="3771406" y="2444372"/>
                  </a:lnTo>
                  <a:lnTo>
                    <a:pt x="3771532" y="2444372"/>
                  </a:lnTo>
                  <a:lnTo>
                    <a:pt x="3771658" y="2444372"/>
                  </a:lnTo>
                  <a:lnTo>
                    <a:pt x="3771784" y="2444372"/>
                  </a:lnTo>
                  <a:lnTo>
                    <a:pt x="3771911" y="2444372"/>
                  </a:lnTo>
                  <a:lnTo>
                    <a:pt x="3771911" y="2439092"/>
                  </a:lnTo>
                  <a:lnTo>
                    <a:pt x="3772037" y="2439092"/>
                  </a:lnTo>
                  <a:lnTo>
                    <a:pt x="3772163" y="2439092"/>
                  </a:lnTo>
                  <a:lnTo>
                    <a:pt x="3772289" y="2439092"/>
                  </a:lnTo>
                  <a:lnTo>
                    <a:pt x="3772415" y="2439092"/>
                  </a:lnTo>
                  <a:lnTo>
                    <a:pt x="3772541" y="2439092"/>
                  </a:lnTo>
                  <a:lnTo>
                    <a:pt x="3772667" y="2439092"/>
                  </a:lnTo>
                  <a:lnTo>
                    <a:pt x="3772793" y="2439092"/>
                  </a:lnTo>
                  <a:lnTo>
                    <a:pt x="3772919" y="2439092"/>
                  </a:lnTo>
                  <a:lnTo>
                    <a:pt x="3773045" y="2439092"/>
                  </a:lnTo>
                  <a:lnTo>
                    <a:pt x="3773171" y="2439092"/>
                  </a:lnTo>
                  <a:lnTo>
                    <a:pt x="3773298" y="2439092"/>
                  </a:lnTo>
                  <a:lnTo>
                    <a:pt x="3773424" y="2439092"/>
                  </a:lnTo>
                  <a:lnTo>
                    <a:pt x="3773550" y="2439092"/>
                  </a:lnTo>
                  <a:lnTo>
                    <a:pt x="3773676" y="2439092"/>
                  </a:lnTo>
                  <a:lnTo>
                    <a:pt x="3773802" y="2439092"/>
                  </a:lnTo>
                  <a:lnTo>
                    <a:pt x="3773928" y="2439092"/>
                  </a:lnTo>
                  <a:lnTo>
                    <a:pt x="3774054" y="2439092"/>
                  </a:lnTo>
                  <a:lnTo>
                    <a:pt x="3774180" y="2439092"/>
                  </a:lnTo>
                  <a:lnTo>
                    <a:pt x="3774306" y="2439092"/>
                  </a:lnTo>
                  <a:lnTo>
                    <a:pt x="3774432" y="2439092"/>
                  </a:lnTo>
                  <a:lnTo>
                    <a:pt x="3774558" y="2439092"/>
                  </a:lnTo>
                  <a:lnTo>
                    <a:pt x="3774684" y="2439092"/>
                  </a:lnTo>
                  <a:lnTo>
                    <a:pt x="3774811" y="2439092"/>
                  </a:lnTo>
                  <a:lnTo>
                    <a:pt x="3774937" y="2439092"/>
                  </a:lnTo>
                  <a:lnTo>
                    <a:pt x="3775063" y="2439092"/>
                  </a:lnTo>
                  <a:lnTo>
                    <a:pt x="3775189" y="2439092"/>
                  </a:lnTo>
                  <a:lnTo>
                    <a:pt x="3775315" y="2439092"/>
                  </a:lnTo>
                  <a:lnTo>
                    <a:pt x="3775441" y="2439092"/>
                  </a:lnTo>
                  <a:lnTo>
                    <a:pt x="3775567" y="2439092"/>
                  </a:lnTo>
                  <a:lnTo>
                    <a:pt x="3775693" y="2439092"/>
                  </a:lnTo>
                  <a:lnTo>
                    <a:pt x="3775819" y="2439092"/>
                  </a:lnTo>
                  <a:lnTo>
                    <a:pt x="3775945" y="2439092"/>
                  </a:lnTo>
                  <a:lnTo>
                    <a:pt x="3776071" y="2439092"/>
                  </a:lnTo>
                  <a:lnTo>
                    <a:pt x="3776198" y="2439092"/>
                  </a:lnTo>
                  <a:lnTo>
                    <a:pt x="3776324" y="2439092"/>
                  </a:lnTo>
                  <a:lnTo>
                    <a:pt x="3776450" y="2439092"/>
                  </a:lnTo>
                  <a:lnTo>
                    <a:pt x="3776576" y="2439092"/>
                  </a:lnTo>
                  <a:lnTo>
                    <a:pt x="3776702" y="2439092"/>
                  </a:lnTo>
                  <a:lnTo>
                    <a:pt x="3776828" y="2439092"/>
                  </a:lnTo>
                  <a:lnTo>
                    <a:pt x="3776954" y="2439092"/>
                  </a:lnTo>
                  <a:lnTo>
                    <a:pt x="3777080" y="2439092"/>
                  </a:lnTo>
                  <a:lnTo>
                    <a:pt x="3777206" y="2439092"/>
                  </a:lnTo>
                  <a:lnTo>
                    <a:pt x="3777332" y="2439092"/>
                  </a:lnTo>
                  <a:lnTo>
                    <a:pt x="3777458" y="2439092"/>
                  </a:lnTo>
                  <a:lnTo>
                    <a:pt x="3777585" y="2439092"/>
                  </a:lnTo>
                  <a:lnTo>
                    <a:pt x="3777711" y="2439092"/>
                  </a:lnTo>
                  <a:lnTo>
                    <a:pt x="3777837" y="2439092"/>
                  </a:lnTo>
                  <a:lnTo>
                    <a:pt x="3777963" y="2439092"/>
                  </a:lnTo>
                  <a:lnTo>
                    <a:pt x="3778089" y="2439092"/>
                  </a:lnTo>
                  <a:lnTo>
                    <a:pt x="3778215" y="2439092"/>
                  </a:lnTo>
                  <a:lnTo>
                    <a:pt x="3778341" y="2439092"/>
                  </a:lnTo>
                  <a:lnTo>
                    <a:pt x="3778467" y="2439092"/>
                  </a:lnTo>
                  <a:lnTo>
                    <a:pt x="3778593" y="2439092"/>
                  </a:lnTo>
                  <a:lnTo>
                    <a:pt x="3778719" y="2439092"/>
                  </a:lnTo>
                  <a:lnTo>
                    <a:pt x="3778845" y="2439092"/>
                  </a:lnTo>
                  <a:lnTo>
                    <a:pt x="3778971" y="2439092"/>
                  </a:lnTo>
                  <a:lnTo>
                    <a:pt x="3779098" y="2439092"/>
                  </a:lnTo>
                  <a:lnTo>
                    <a:pt x="3779224" y="2439092"/>
                  </a:lnTo>
                  <a:lnTo>
                    <a:pt x="3779350" y="2439092"/>
                  </a:lnTo>
                  <a:lnTo>
                    <a:pt x="3779476" y="2439092"/>
                  </a:lnTo>
                  <a:lnTo>
                    <a:pt x="3779602" y="2439092"/>
                  </a:lnTo>
                  <a:lnTo>
                    <a:pt x="3779728" y="2439092"/>
                  </a:lnTo>
                  <a:lnTo>
                    <a:pt x="3779854" y="2439092"/>
                  </a:lnTo>
                  <a:lnTo>
                    <a:pt x="3779980" y="2439092"/>
                  </a:lnTo>
                  <a:lnTo>
                    <a:pt x="3780106" y="2439092"/>
                  </a:lnTo>
                  <a:lnTo>
                    <a:pt x="3780232" y="2439092"/>
                  </a:lnTo>
                  <a:lnTo>
                    <a:pt x="3780358" y="2439092"/>
                  </a:lnTo>
                  <a:lnTo>
                    <a:pt x="3780485" y="2439092"/>
                  </a:lnTo>
                  <a:lnTo>
                    <a:pt x="3780611" y="2439092"/>
                  </a:lnTo>
                  <a:lnTo>
                    <a:pt x="3780737" y="2439092"/>
                  </a:lnTo>
                  <a:lnTo>
                    <a:pt x="3780863" y="2439092"/>
                  </a:lnTo>
                  <a:lnTo>
                    <a:pt x="3780989" y="2439092"/>
                  </a:lnTo>
                  <a:lnTo>
                    <a:pt x="3781115" y="2439092"/>
                  </a:lnTo>
                  <a:lnTo>
                    <a:pt x="3781241" y="2439092"/>
                  </a:lnTo>
                  <a:lnTo>
                    <a:pt x="3781367" y="2439092"/>
                  </a:lnTo>
                  <a:lnTo>
                    <a:pt x="3781493" y="2439092"/>
                  </a:lnTo>
                  <a:lnTo>
                    <a:pt x="3781619" y="2439092"/>
                  </a:lnTo>
                  <a:lnTo>
                    <a:pt x="3781745" y="2439092"/>
                  </a:lnTo>
                  <a:lnTo>
                    <a:pt x="3781871" y="2439092"/>
                  </a:lnTo>
                  <a:lnTo>
                    <a:pt x="3781998" y="2439092"/>
                  </a:lnTo>
                  <a:lnTo>
                    <a:pt x="3782124" y="2439092"/>
                  </a:lnTo>
                  <a:lnTo>
                    <a:pt x="3782250" y="2439092"/>
                  </a:lnTo>
                  <a:lnTo>
                    <a:pt x="3782376" y="2439092"/>
                  </a:lnTo>
                  <a:lnTo>
                    <a:pt x="3782502" y="2439092"/>
                  </a:lnTo>
                  <a:lnTo>
                    <a:pt x="3782628" y="2439092"/>
                  </a:lnTo>
                  <a:lnTo>
                    <a:pt x="3782754" y="2439092"/>
                  </a:lnTo>
                  <a:lnTo>
                    <a:pt x="3782880" y="2439092"/>
                  </a:lnTo>
                  <a:lnTo>
                    <a:pt x="3783006" y="2439092"/>
                  </a:lnTo>
                  <a:lnTo>
                    <a:pt x="3783132" y="2439092"/>
                  </a:lnTo>
                  <a:lnTo>
                    <a:pt x="3783258" y="2439092"/>
                  </a:lnTo>
                  <a:lnTo>
                    <a:pt x="3783385" y="2439092"/>
                  </a:lnTo>
                  <a:lnTo>
                    <a:pt x="3783511" y="2439092"/>
                  </a:lnTo>
                  <a:lnTo>
                    <a:pt x="3783637" y="2439092"/>
                  </a:lnTo>
                  <a:lnTo>
                    <a:pt x="3783763" y="2439092"/>
                  </a:lnTo>
                  <a:lnTo>
                    <a:pt x="3783889" y="2439092"/>
                  </a:lnTo>
                  <a:lnTo>
                    <a:pt x="3784015" y="2439092"/>
                  </a:lnTo>
                  <a:lnTo>
                    <a:pt x="3784141" y="2439092"/>
                  </a:lnTo>
                  <a:lnTo>
                    <a:pt x="3784267" y="2439092"/>
                  </a:lnTo>
                  <a:lnTo>
                    <a:pt x="3784393" y="2439092"/>
                  </a:lnTo>
                  <a:lnTo>
                    <a:pt x="3784519" y="2439092"/>
                  </a:lnTo>
                  <a:lnTo>
                    <a:pt x="3784645" y="2439092"/>
                  </a:lnTo>
                  <a:lnTo>
                    <a:pt x="3784772" y="2439092"/>
                  </a:lnTo>
                  <a:lnTo>
                    <a:pt x="3784898" y="2439092"/>
                  </a:lnTo>
                  <a:lnTo>
                    <a:pt x="3785024" y="2439092"/>
                  </a:lnTo>
                  <a:lnTo>
                    <a:pt x="3785150" y="2439092"/>
                  </a:lnTo>
                  <a:lnTo>
                    <a:pt x="3785276" y="2439092"/>
                  </a:lnTo>
                  <a:lnTo>
                    <a:pt x="3785402" y="2439092"/>
                  </a:lnTo>
                  <a:lnTo>
                    <a:pt x="3785528" y="2439092"/>
                  </a:lnTo>
                  <a:lnTo>
                    <a:pt x="3785654" y="2439092"/>
                  </a:lnTo>
                  <a:lnTo>
                    <a:pt x="3785780" y="2439092"/>
                  </a:lnTo>
                  <a:lnTo>
                    <a:pt x="3785906" y="2439092"/>
                  </a:lnTo>
                  <a:lnTo>
                    <a:pt x="3786032" y="2439092"/>
                  </a:lnTo>
                  <a:lnTo>
                    <a:pt x="3786158" y="2439092"/>
                  </a:lnTo>
                  <a:lnTo>
                    <a:pt x="3786285" y="2439092"/>
                  </a:lnTo>
                  <a:lnTo>
                    <a:pt x="3786411" y="2439092"/>
                  </a:lnTo>
                  <a:lnTo>
                    <a:pt x="3786537" y="2439092"/>
                  </a:lnTo>
                  <a:lnTo>
                    <a:pt x="3786663" y="2439092"/>
                  </a:lnTo>
                  <a:lnTo>
                    <a:pt x="3786789" y="2439092"/>
                  </a:lnTo>
                  <a:lnTo>
                    <a:pt x="3786915" y="2439092"/>
                  </a:lnTo>
                  <a:lnTo>
                    <a:pt x="3787041" y="2439092"/>
                  </a:lnTo>
                  <a:lnTo>
                    <a:pt x="3787167" y="2439092"/>
                  </a:lnTo>
                  <a:lnTo>
                    <a:pt x="3787293" y="2439092"/>
                  </a:lnTo>
                  <a:lnTo>
                    <a:pt x="3787419" y="2439092"/>
                  </a:lnTo>
                  <a:lnTo>
                    <a:pt x="3787545" y="2439092"/>
                  </a:lnTo>
                  <a:lnTo>
                    <a:pt x="3787672" y="2439092"/>
                  </a:lnTo>
                  <a:lnTo>
                    <a:pt x="3787798" y="2439092"/>
                  </a:lnTo>
                  <a:lnTo>
                    <a:pt x="3787924" y="2439092"/>
                  </a:lnTo>
                  <a:lnTo>
                    <a:pt x="3788050" y="2439092"/>
                  </a:lnTo>
                  <a:lnTo>
                    <a:pt x="3788176" y="2439092"/>
                  </a:lnTo>
                  <a:lnTo>
                    <a:pt x="3788302" y="2439092"/>
                  </a:lnTo>
                  <a:lnTo>
                    <a:pt x="3788428" y="2439092"/>
                  </a:lnTo>
                  <a:lnTo>
                    <a:pt x="3788554" y="2439092"/>
                  </a:lnTo>
                  <a:lnTo>
                    <a:pt x="3788554" y="2433813"/>
                  </a:lnTo>
                  <a:lnTo>
                    <a:pt x="3788680" y="2433813"/>
                  </a:lnTo>
                  <a:lnTo>
                    <a:pt x="3788806" y="2433813"/>
                  </a:lnTo>
                  <a:lnTo>
                    <a:pt x="3788932" y="2433813"/>
                  </a:lnTo>
                  <a:lnTo>
                    <a:pt x="3789058" y="2433813"/>
                  </a:lnTo>
                  <a:lnTo>
                    <a:pt x="3789185" y="2433813"/>
                  </a:lnTo>
                  <a:lnTo>
                    <a:pt x="3789311" y="2433813"/>
                  </a:lnTo>
                  <a:lnTo>
                    <a:pt x="3789311" y="2428533"/>
                  </a:lnTo>
                  <a:lnTo>
                    <a:pt x="3789437" y="2428533"/>
                  </a:lnTo>
                  <a:lnTo>
                    <a:pt x="3789563" y="2428533"/>
                  </a:lnTo>
                  <a:lnTo>
                    <a:pt x="3789689" y="2428533"/>
                  </a:lnTo>
                  <a:lnTo>
                    <a:pt x="3789815" y="2428533"/>
                  </a:lnTo>
                  <a:lnTo>
                    <a:pt x="3789941" y="2428533"/>
                  </a:lnTo>
                  <a:lnTo>
                    <a:pt x="3790067" y="2428533"/>
                  </a:lnTo>
                  <a:lnTo>
                    <a:pt x="3790193" y="2428533"/>
                  </a:lnTo>
                  <a:lnTo>
                    <a:pt x="3790319" y="2428533"/>
                  </a:lnTo>
                  <a:lnTo>
                    <a:pt x="3790445" y="2428533"/>
                  </a:lnTo>
                  <a:lnTo>
                    <a:pt x="3790572" y="2428533"/>
                  </a:lnTo>
                  <a:lnTo>
                    <a:pt x="3790698" y="2428533"/>
                  </a:lnTo>
                  <a:lnTo>
                    <a:pt x="3790824" y="2428533"/>
                  </a:lnTo>
                  <a:lnTo>
                    <a:pt x="3790950" y="2428533"/>
                  </a:lnTo>
                  <a:lnTo>
                    <a:pt x="3791076" y="2428533"/>
                  </a:lnTo>
                  <a:lnTo>
                    <a:pt x="3791202" y="2428533"/>
                  </a:lnTo>
                  <a:lnTo>
                    <a:pt x="3791328" y="2428533"/>
                  </a:lnTo>
                  <a:lnTo>
                    <a:pt x="3791454" y="2428533"/>
                  </a:lnTo>
                  <a:lnTo>
                    <a:pt x="3791580" y="2428533"/>
                  </a:lnTo>
                  <a:lnTo>
                    <a:pt x="3791706" y="2428533"/>
                  </a:lnTo>
                  <a:lnTo>
                    <a:pt x="3791832" y="2428533"/>
                  </a:lnTo>
                  <a:lnTo>
                    <a:pt x="3791959" y="2428533"/>
                  </a:lnTo>
                  <a:lnTo>
                    <a:pt x="3792085" y="2428533"/>
                  </a:lnTo>
                  <a:lnTo>
                    <a:pt x="3792211" y="2428533"/>
                  </a:lnTo>
                  <a:lnTo>
                    <a:pt x="3792337" y="2428533"/>
                  </a:lnTo>
                  <a:lnTo>
                    <a:pt x="3792463" y="2428533"/>
                  </a:lnTo>
                  <a:lnTo>
                    <a:pt x="3792589" y="2428533"/>
                  </a:lnTo>
                  <a:lnTo>
                    <a:pt x="3792715" y="2428533"/>
                  </a:lnTo>
                  <a:lnTo>
                    <a:pt x="3792841" y="2428533"/>
                  </a:lnTo>
                  <a:lnTo>
                    <a:pt x="3792967" y="2428533"/>
                  </a:lnTo>
                  <a:lnTo>
                    <a:pt x="3793093" y="2428533"/>
                  </a:lnTo>
                  <a:lnTo>
                    <a:pt x="3793219" y="2428533"/>
                  </a:lnTo>
                  <a:lnTo>
                    <a:pt x="3793345" y="2428533"/>
                  </a:lnTo>
                  <a:lnTo>
                    <a:pt x="3793472" y="2428533"/>
                  </a:lnTo>
                  <a:lnTo>
                    <a:pt x="3793598" y="2428533"/>
                  </a:lnTo>
                  <a:lnTo>
                    <a:pt x="3793724" y="2428533"/>
                  </a:lnTo>
                  <a:lnTo>
                    <a:pt x="3793850" y="2428533"/>
                  </a:lnTo>
                  <a:lnTo>
                    <a:pt x="3793976" y="2428533"/>
                  </a:lnTo>
                  <a:lnTo>
                    <a:pt x="3794102" y="2428533"/>
                  </a:lnTo>
                  <a:lnTo>
                    <a:pt x="3794228" y="2428533"/>
                  </a:lnTo>
                  <a:lnTo>
                    <a:pt x="3794354" y="2428533"/>
                  </a:lnTo>
                  <a:lnTo>
                    <a:pt x="3794480" y="2428533"/>
                  </a:lnTo>
                  <a:lnTo>
                    <a:pt x="3794606" y="2428533"/>
                  </a:lnTo>
                  <a:lnTo>
                    <a:pt x="3794732" y="2428533"/>
                  </a:lnTo>
                  <a:lnTo>
                    <a:pt x="3794859" y="2428533"/>
                  </a:lnTo>
                  <a:lnTo>
                    <a:pt x="3794985" y="2428533"/>
                  </a:lnTo>
                  <a:lnTo>
                    <a:pt x="3795111" y="2428533"/>
                  </a:lnTo>
                  <a:lnTo>
                    <a:pt x="3795237" y="2428533"/>
                  </a:lnTo>
                  <a:lnTo>
                    <a:pt x="3795363" y="2428533"/>
                  </a:lnTo>
                  <a:lnTo>
                    <a:pt x="3795489" y="2428533"/>
                  </a:lnTo>
                  <a:lnTo>
                    <a:pt x="3795615" y="2428533"/>
                  </a:lnTo>
                  <a:lnTo>
                    <a:pt x="3795741" y="2428533"/>
                  </a:lnTo>
                  <a:lnTo>
                    <a:pt x="3795867" y="2428533"/>
                  </a:lnTo>
                  <a:lnTo>
                    <a:pt x="3795993" y="2428533"/>
                  </a:lnTo>
                  <a:lnTo>
                    <a:pt x="3796119" y="2428533"/>
                  </a:lnTo>
                  <a:lnTo>
                    <a:pt x="3796245" y="2428533"/>
                  </a:lnTo>
                  <a:lnTo>
                    <a:pt x="3796372" y="2428533"/>
                  </a:lnTo>
                  <a:lnTo>
                    <a:pt x="3796498" y="2428533"/>
                  </a:lnTo>
                  <a:lnTo>
                    <a:pt x="3796624" y="2428533"/>
                  </a:lnTo>
                  <a:lnTo>
                    <a:pt x="3796750" y="2428533"/>
                  </a:lnTo>
                  <a:lnTo>
                    <a:pt x="3796876" y="2428533"/>
                  </a:lnTo>
                  <a:lnTo>
                    <a:pt x="3797002" y="2428533"/>
                  </a:lnTo>
                  <a:lnTo>
                    <a:pt x="3797128" y="2428533"/>
                  </a:lnTo>
                  <a:lnTo>
                    <a:pt x="3797254" y="2428533"/>
                  </a:lnTo>
                  <a:lnTo>
                    <a:pt x="3797380" y="2428533"/>
                  </a:lnTo>
                  <a:lnTo>
                    <a:pt x="3797506" y="2428533"/>
                  </a:lnTo>
                  <a:lnTo>
                    <a:pt x="3797632" y="2428533"/>
                  </a:lnTo>
                  <a:lnTo>
                    <a:pt x="3797759" y="2428533"/>
                  </a:lnTo>
                  <a:lnTo>
                    <a:pt x="3797885" y="2428533"/>
                  </a:lnTo>
                  <a:lnTo>
                    <a:pt x="3798011" y="2428533"/>
                  </a:lnTo>
                  <a:lnTo>
                    <a:pt x="3798137" y="2428533"/>
                  </a:lnTo>
                  <a:lnTo>
                    <a:pt x="3798263" y="2428533"/>
                  </a:lnTo>
                  <a:lnTo>
                    <a:pt x="3798389" y="2428533"/>
                  </a:lnTo>
                  <a:lnTo>
                    <a:pt x="3798515" y="2428533"/>
                  </a:lnTo>
                  <a:lnTo>
                    <a:pt x="3798641" y="2428533"/>
                  </a:lnTo>
                  <a:lnTo>
                    <a:pt x="3798767" y="2428533"/>
                  </a:lnTo>
                  <a:lnTo>
                    <a:pt x="3798893" y="2428533"/>
                  </a:lnTo>
                  <a:lnTo>
                    <a:pt x="3799019" y="2428533"/>
                  </a:lnTo>
                  <a:lnTo>
                    <a:pt x="3799145" y="2428533"/>
                  </a:lnTo>
                  <a:lnTo>
                    <a:pt x="3799272" y="2428533"/>
                  </a:lnTo>
                  <a:lnTo>
                    <a:pt x="3799398" y="2428533"/>
                  </a:lnTo>
                  <a:lnTo>
                    <a:pt x="3799524" y="2428533"/>
                  </a:lnTo>
                  <a:lnTo>
                    <a:pt x="3799650" y="2428533"/>
                  </a:lnTo>
                  <a:lnTo>
                    <a:pt x="3799776" y="2428533"/>
                  </a:lnTo>
                  <a:lnTo>
                    <a:pt x="3799902" y="2428533"/>
                  </a:lnTo>
                  <a:lnTo>
                    <a:pt x="3800028" y="2428533"/>
                  </a:lnTo>
                  <a:lnTo>
                    <a:pt x="3800154" y="2428533"/>
                  </a:lnTo>
                  <a:lnTo>
                    <a:pt x="3800280" y="2428533"/>
                  </a:lnTo>
                  <a:lnTo>
                    <a:pt x="3800406" y="2428533"/>
                  </a:lnTo>
                  <a:lnTo>
                    <a:pt x="3800532" y="2428533"/>
                  </a:lnTo>
                  <a:lnTo>
                    <a:pt x="3800659" y="2428533"/>
                  </a:lnTo>
                  <a:lnTo>
                    <a:pt x="3800785" y="2428533"/>
                  </a:lnTo>
                  <a:lnTo>
                    <a:pt x="3800911" y="2428533"/>
                  </a:lnTo>
                  <a:lnTo>
                    <a:pt x="3801037" y="2428533"/>
                  </a:lnTo>
                  <a:lnTo>
                    <a:pt x="3801163" y="2428533"/>
                  </a:lnTo>
                  <a:lnTo>
                    <a:pt x="3801289" y="2428533"/>
                  </a:lnTo>
                  <a:lnTo>
                    <a:pt x="3801415" y="2428533"/>
                  </a:lnTo>
                  <a:lnTo>
                    <a:pt x="3801541" y="2428533"/>
                  </a:lnTo>
                  <a:lnTo>
                    <a:pt x="3801667" y="2428533"/>
                  </a:lnTo>
                  <a:lnTo>
                    <a:pt x="3801793" y="2428533"/>
                  </a:lnTo>
                  <a:lnTo>
                    <a:pt x="3801919" y="2428533"/>
                  </a:lnTo>
                  <a:lnTo>
                    <a:pt x="3802046" y="2428533"/>
                  </a:lnTo>
                  <a:lnTo>
                    <a:pt x="3802172" y="2428533"/>
                  </a:lnTo>
                  <a:lnTo>
                    <a:pt x="3802298" y="2428533"/>
                  </a:lnTo>
                  <a:lnTo>
                    <a:pt x="3802424" y="2428533"/>
                  </a:lnTo>
                  <a:lnTo>
                    <a:pt x="3802550" y="2428533"/>
                  </a:lnTo>
                  <a:lnTo>
                    <a:pt x="3802676" y="2428533"/>
                  </a:lnTo>
                  <a:lnTo>
                    <a:pt x="3802802" y="2428533"/>
                  </a:lnTo>
                  <a:lnTo>
                    <a:pt x="3802928" y="2428533"/>
                  </a:lnTo>
                  <a:lnTo>
                    <a:pt x="3803054" y="2428533"/>
                  </a:lnTo>
                  <a:lnTo>
                    <a:pt x="3803180" y="2428533"/>
                  </a:lnTo>
                  <a:lnTo>
                    <a:pt x="3803306" y="2428533"/>
                  </a:lnTo>
                  <a:lnTo>
                    <a:pt x="3803432" y="2428533"/>
                  </a:lnTo>
                  <a:lnTo>
                    <a:pt x="3803559" y="2428533"/>
                  </a:lnTo>
                  <a:lnTo>
                    <a:pt x="3803685" y="2428533"/>
                  </a:lnTo>
                  <a:lnTo>
                    <a:pt x="3803811" y="2428533"/>
                  </a:lnTo>
                  <a:lnTo>
                    <a:pt x="3803811" y="2423254"/>
                  </a:lnTo>
                  <a:lnTo>
                    <a:pt x="3803937" y="2423254"/>
                  </a:lnTo>
                  <a:lnTo>
                    <a:pt x="3804063" y="2423254"/>
                  </a:lnTo>
                  <a:lnTo>
                    <a:pt x="3804189" y="2423254"/>
                  </a:lnTo>
                  <a:lnTo>
                    <a:pt x="3804315" y="2423254"/>
                  </a:lnTo>
                  <a:lnTo>
                    <a:pt x="3804441" y="2423254"/>
                  </a:lnTo>
                  <a:lnTo>
                    <a:pt x="3804567" y="2423254"/>
                  </a:lnTo>
                  <a:lnTo>
                    <a:pt x="3804693" y="2423254"/>
                  </a:lnTo>
                  <a:lnTo>
                    <a:pt x="3804819" y="2423254"/>
                  </a:lnTo>
                  <a:lnTo>
                    <a:pt x="3804946" y="2423254"/>
                  </a:lnTo>
                  <a:lnTo>
                    <a:pt x="3805072" y="2423254"/>
                  </a:lnTo>
                  <a:lnTo>
                    <a:pt x="3805198" y="2423254"/>
                  </a:lnTo>
                  <a:lnTo>
                    <a:pt x="3805324" y="2423254"/>
                  </a:lnTo>
                  <a:lnTo>
                    <a:pt x="3805450" y="2423254"/>
                  </a:lnTo>
                  <a:lnTo>
                    <a:pt x="3805576" y="2423254"/>
                  </a:lnTo>
                  <a:lnTo>
                    <a:pt x="3805702" y="2423254"/>
                  </a:lnTo>
                  <a:lnTo>
                    <a:pt x="3805828" y="2423254"/>
                  </a:lnTo>
                  <a:lnTo>
                    <a:pt x="3805954" y="2423254"/>
                  </a:lnTo>
                  <a:lnTo>
                    <a:pt x="3806080" y="2423254"/>
                  </a:lnTo>
                  <a:lnTo>
                    <a:pt x="3806206" y="2423254"/>
                  </a:lnTo>
                  <a:lnTo>
                    <a:pt x="3806332" y="2423254"/>
                  </a:lnTo>
                  <a:lnTo>
                    <a:pt x="3806459" y="2423254"/>
                  </a:lnTo>
                  <a:lnTo>
                    <a:pt x="3806585" y="2423254"/>
                  </a:lnTo>
                  <a:lnTo>
                    <a:pt x="3806585" y="2417974"/>
                  </a:lnTo>
                  <a:lnTo>
                    <a:pt x="3806711" y="2417974"/>
                  </a:lnTo>
                  <a:lnTo>
                    <a:pt x="3806837" y="2417974"/>
                  </a:lnTo>
                  <a:lnTo>
                    <a:pt x="3806963" y="2417974"/>
                  </a:lnTo>
                  <a:lnTo>
                    <a:pt x="3807089" y="2417974"/>
                  </a:lnTo>
                  <a:lnTo>
                    <a:pt x="3807215" y="2417974"/>
                  </a:lnTo>
                  <a:lnTo>
                    <a:pt x="3807341" y="2417974"/>
                  </a:lnTo>
                  <a:lnTo>
                    <a:pt x="3807467" y="2417974"/>
                  </a:lnTo>
                  <a:lnTo>
                    <a:pt x="3807593" y="2417974"/>
                  </a:lnTo>
                  <a:lnTo>
                    <a:pt x="3807719" y="2417974"/>
                  </a:lnTo>
                  <a:lnTo>
                    <a:pt x="3807846" y="2417974"/>
                  </a:lnTo>
                  <a:lnTo>
                    <a:pt x="3807972" y="2417974"/>
                  </a:lnTo>
                  <a:lnTo>
                    <a:pt x="3808098" y="2417974"/>
                  </a:lnTo>
                  <a:lnTo>
                    <a:pt x="3808224" y="2417974"/>
                  </a:lnTo>
                  <a:lnTo>
                    <a:pt x="3808350" y="2417974"/>
                  </a:lnTo>
                  <a:lnTo>
                    <a:pt x="3808476" y="2417974"/>
                  </a:lnTo>
                  <a:lnTo>
                    <a:pt x="3808602" y="2417974"/>
                  </a:lnTo>
                  <a:lnTo>
                    <a:pt x="3808728" y="2417974"/>
                  </a:lnTo>
                  <a:lnTo>
                    <a:pt x="3808854" y="2417974"/>
                  </a:lnTo>
                  <a:lnTo>
                    <a:pt x="3808980" y="2417974"/>
                  </a:lnTo>
                  <a:lnTo>
                    <a:pt x="3809106" y="2417974"/>
                  </a:lnTo>
                  <a:lnTo>
                    <a:pt x="3809233" y="2417974"/>
                  </a:lnTo>
                  <a:lnTo>
                    <a:pt x="3809359" y="2417974"/>
                  </a:lnTo>
                  <a:lnTo>
                    <a:pt x="3809485" y="2417974"/>
                  </a:lnTo>
                  <a:lnTo>
                    <a:pt x="3809611" y="2417974"/>
                  </a:lnTo>
                  <a:lnTo>
                    <a:pt x="3809737" y="2417974"/>
                  </a:lnTo>
                  <a:lnTo>
                    <a:pt x="3809863" y="2417974"/>
                  </a:lnTo>
                  <a:lnTo>
                    <a:pt x="3809989" y="2417974"/>
                  </a:lnTo>
                  <a:lnTo>
                    <a:pt x="3810115" y="2417974"/>
                  </a:lnTo>
                  <a:lnTo>
                    <a:pt x="3810241" y="2417974"/>
                  </a:lnTo>
                  <a:lnTo>
                    <a:pt x="3810367" y="2417974"/>
                  </a:lnTo>
                  <a:lnTo>
                    <a:pt x="3810493" y="2417974"/>
                  </a:lnTo>
                  <a:lnTo>
                    <a:pt x="3810619" y="2417974"/>
                  </a:lnTo>
                  <a:lnTo>
                    <a:pt x="3810746" y="2417974"/>
                  </a:lnTo>
                  <a:lnTo>
                    <a:pt x="3810872" y="2417974"/>
                  </a:lnTo>
                  <a:lnTo>
                    <a:pt x="3810998" y="2417974"/>
                  </a:lnTo>
                  <a:lnTo>
                    <a:pt x="3811124" y="2417974"/>
                  </a:lnTo>
                  <a:lnTo>
                    <a:pt x="3811250" y="2417974"/>
                  </a:lnTo>
                  <a:lnTo>
                    <a:pt x="3811376" y="2417974"/>
                  </a:lnTo>
                  <a:lnTo>
                    <a:pt x="3811502" y="2417974"/>
                  </a:lnTo>
                  <a:lnTo>
                    <a:pt x="3811628" y="2417974"/>
                  </a:lnTo>
                  <a:lnTo>
                    <a:pt x="3811754" y="2417974"/>
                  </a:lnTo>
                  <a:lnTo>
                    <a:pt x="3811880" y="2417974"/>
                  </a:lnTo>
                  <a:lnTo>
                    <a:pt x="3812006" y="2417974"/>
                  </a:lnTo>
                  <a:lnTo>
                    <a:pt x="3812133" y="2417974"/>
                  </a:lnTo>
                  <a:lnTo>
                    <a:pt x="3812259" y="2417974"/>
                  </a:lnTo>
                  <a:lnTo>
                    <a:pt x="3812385" y="2417974"/>
                  </a:lnTo>
                  <a:lnTo>
                    <a:pt x="3812511" y="2417974"/>
                  </a:lnTo>
                  <a:lnTo>
                    <a:pt x="3812637" y="2417974"/>
                  </a:lnTo>
                  <a:lnTo>
                    <a:pt x="3812763" y="2417974"/>
                  </a:lnTo>
                  <a:lnTo>
                    <a:pt x="3812889" y="2417974"/>
                  </a:lnTo>
                  <a:lnTo>
                    <a:pt x="3813015" y="2417974"/>
                  </a:lnTo>
                  <a:lnTo>
                    <a:pt x="3813141" y="2417974"/>
                  </a:lnTo>
                  <a:lnTo>
                    <a:pt x="3813267" y="2417974"/>
                  </a:lnTo>
                  <a:lnTo>
                    <a:pt x="3813393" y="2417974"/>
                  </a:lnTo>
                  <a:lnTo>
                    <a:pt x="3813519" y="2417974"/>
                  </a:lnTo>
                  <a:lnTo>
                    <a:pt x="3813646" y="2417974"/>
                  </a:lnTo>
                  <a:lnTo>
                    <a:pt x="3813772" y="2417974"/>
                  </a:lnTo>
                  <a:lnTo>
                    <a:pt x="3813898" y="2417974"/>
                  </a:lnTo>
                  <a:lnTo>
                    <a:pt x="3814024" y="2417974"/>
                  </a:lnTo>
                  <a:lnTo>
                    <a:pt x="3814150" y="2417974"/>
                  </a:lnTo>
                  <a:lnTo>
                    <a:pt x="3814276" y="2417974"/>
                  </a:lnTo>
                  <a:lnTo>
                    <a:pt x="3814402" y="2417974"/>
                  </a:lnTo>
                  <a:lnTo>
                    <a:pt x="3814528" y="2417974"/>
                  </a:lnTo>
                  <a:lnTo>
                    <a:pt x="3814654" y="2417974"/>
                  </a:lnTo>
                  <a:lnTo>
                    <a:pt x="3814780" y="2417974"/>
                  </a:lnTo>
                  <a:lnTo>
                    <a:pt x="3814906" y="2417974"/>
                  </a:lnTo>
                  <a:lnTo>
                    <a:pt x="3815033" y="2417974"/>
                  </a:lnTo>
                  <a:lnTo>
                    <a:pt x="3815159" y="2417974"/>
                  </a:lnTo>
                  <a:lnTo>
                    <a:pt x="3815285" y="2417974"/>
                  </a:lnTo>
                  <a:lnTo>
                    <a:pt x="3815285" y="2412695"/>
                  </a:lnTo>
                  <a:lnTo>
                    <a:pt x="3815411" y="2412695"/>
                  </a:lnTo>
                  <a:lnTo>
                    <a:pt x="3815537" y="2412695"/>
                  </a:lnTo>
                  <a:lnTo>
                    <a:pt x="3815663" y="2412695"/>
                  </a:lnTo>
                  <a:lnTo>
                    <a:pt x="3815789" y="2412695"/>
                  </a:lnTo>
                  <a:lnTo>
                    <a:pt x="3815915" y="2412695"/>
                  </a:lnTo>
                  <a:lnTo>
                    <a:pt x="3816041" y="2412695"/>
                  </a:lnTo>
                  <a:lnTo>
                    <a:pt x="3816167" y="2412695"/>
                  </a:lnTo>
                  <a:lnTo>
                    <a:pt x="3816293" y="2412695"/>
                  </a:lnTo>
                  <a:lnTo>
                    <a:pt x="3816419" y="2412695"/>
                  </a:lnTo>
                  <a:lnTo>
                    <a:pt x="3816546" y="2412695"/>
                  </a:lnTo>
                  <a:lnTo>
                    <a:pt x="3816672" y="2412695"/>
                  </a:lnTo>
                  <a:lnTo>
                    <a:pt x="3816798" y="2412695"/>
                  </a:lnTo>
                  <a:lnTo>
                    <a:pt x="3816924" y="2412695"/>
                  </a:lnTo>
                  <a:lnTo>
                    <a:pt x="3817050" y="2412695"/>
                  </a:lnTo>
                  <a:lnTo>
                    <a:pt x="3817176" y="2412695"/>
                  </a:lnTo>
                  <a:lnTo>
                    <a:pt x="3817302" y="2412695"/>
                  </a:lnTo>
                  <a:lnTo>
                    <a:pt x="3817428" y="2412695"/>
                  </a:lnTo>
                  <a:lnTo>
                    <a:pt x="3817554" y="2412695"/>
                  </a:lnTo>
                  <a:lnTo>
                    <a:pt x="3817680" y="2412695"/>
                  </a:lnTo>
                  <a:lnTo>
                    <a:pt x="3817806" y="2412695"/>
                  </a:lnTo>
                  <a:lnTo>
                    <a:pt x="3817933" y="2412695"/>
                  </a:lnTo>
                  <a:lnTo>
                    <a:pt x="3818059" y="2412695"/>
                  </a:lnTo>
                  <a:lnTo>
                    <a:pt x="3818185" y="2412695"/>
                  </a:lnTo>
                  <a:lnTo>
                    <a:pt x="3818311" y="2412695"/>
                  </a:lnTo>
                  <a:lnTo>
                    <a:pt x="3818437" y="2412695"/>
                  </a:lnTo>
                  <a:lnTo>
                    <a:pt x="3818563" y="2412695"/>
                  </a:lnTo>
                  <a:lnTo>
                    <a:pt x="3818689" y="2412695"/>
                  </a:lnTo>
                  <a:lnTo>
                    <a:pt x="3818815" y="2412695"/>
                  </a:lnTo>
                  <a:lnTo>
                    <a:pt x="3818815" y="2407416"/>
                  </a:lnTo>
                  <a:lnTo>
                    <a:pt x="3818941" y="2407416"/>
                  </a:lnTo>
                  <a:lnTo>
                    <a:pt x="3819067" y="2407416"/>
                  </a:lnTo>
                  <a:lnTo>
                    <a:pt x="3819193" y="2407416"/>
                  </a:lnTo>
                  <a:lnTo>
                    <a:pt x="3819193" y="2402136"/>
                  </a:lnTo>
                  <a:lnTo>
                    <a:pt x="3819320" y="2402136"/>
                  </a:lnTo>
                  <a:lnTo>
                    <a:pt x="3819446" y="2402136"/>
                  </a:lnTo>
                  <a:lnTo>
                    <a:pt x="3819572" y="2402136"/>
                  </a:lnTo>
                  <a:lnTo>
                    <a:pt x="3819698" y="2402136"/>
                  </a:lnTo>
                  <a:lnTo>
                    <a:pt x="3819824" y="2402136"/>
                  </a:lnTo>
                  <a:lnTo>
                    <a:pt x="3819950" y="2402136"/>
                  </a:lnTo>
                  <a:lnTo>
                    <a:pt x="3820076" y="2402136"/>
                  </a:lnTo>
                  <a:lnTo>
                    <a:pt x="3820202" y="2402136"/>
                  </a:lnTo>
                  <a:lnTo>
                    <a:pt x="3820328" y="2402136"/>
                  </a:lnTo>
                  <a:lnTo>
                    <a:pt x="3820328" y="2396857"/>
                  </a:lnTo>
                  <a:lnTo>
                    <a:pt x="3820454" y="2396857"/>
                  </a:lnTo>
                  <a:lnTo>
                    <a:pt x="3820454" y="2391577"/>
                  </a:lnTo>
                  <a:lnTo>
                    <a:pt x="3820580" y="2391577"/>
                  </a:lnTo>
                  <a:lnTo>
                    <a:pt x="3820706" y="2391577"/>
                  </a:lnTo>
                  <a:lnTo>
                    <a:pt x="3820833" y="2391577"/>
                  </a:lnTo>
                  <a:lnTo>
                    <a:pt x="3820959" y="2391577"/>
                  </a:lnTo>
                  <a:lnTo>
                    <a:pt x="3821085" y="2391577"/>
                  </a:lnTo>
                  <a:lnTo>
                    <a:pt x="3821211" y="2391577"/>
                  </a:lnTo>
                  <a:lnTo>
                    <a:pt x="3821337" y="2391577"/>
                  </a:lnTo>
                  <a:lnTo>
                    <a:pt x="3821463" y="2391577"/>
                  </a:lnTo>
                  <a:lnTo>
                    <a:pt x="3821589" y="2391577"/>
                  </a:lnTo>
                  <a:lnTo>
                    <a:pt x="3821715" y="2391577"/>
                  </a:lnTo>
                  <a:lnTo>
                    <a:pt x="3821841" y="2391577"/>
                  </a:lnTo>
                  <a:lnTo>
                    <a:pt x="3821967" y="2391577"/>
                  </a:lnTo>
                  <a:lnTo>
                    <a:pt x="3822093" y="2391577"/>
                  </a:lnTo>
                  <a:lnTo>
                    <a:pt x="3822220" y="2391577"/>
                  </a:lnTo>
                  <a:lnTo>
                    <a:pt x="3822346" y="2391577"/>
                  </a:lnTo>
                  <a:lnTo>
                    <a:pt x="3822472" y="2391577"/>
                  </a:lnTo>
                  <a:lnTo>
                    <a:pt x="3822598" y="2391577"/>
                  </a:lnTo>
                  <a:lnTo>
                    <a:pt x="3822724" y="2391577"/>
                  </a:lnTo>
                  <a:lnTo>
                    <a:pt x="3822850" y="2391577"/>
                  </a:lnTo>
                  <a:lnTo>
                    <a:pt x="3822976" y="2391577"/>
                  </a:lnTo>
                  <a:lnTo>
                    <a:pt x="3823102" y="2391577"/>
                  </a:lnTo>
                  <a:lnTo>
                    <a:pt x="3823228" y="2391577"/>
                  </a:lnTo>
                  <a:lnTo>
                    <a:pt x="3823354" y="2391577"/>
                  </a:lnTo>
                  <a:lnTo>
                    <a:pt x="3823480" y="2391577"/>
                  </a:lnTo>
                  <a:lnTo>
                    <a:pt x="3823606" y="2391577"/>
                  </a:lnTo>
                  <a:lnTo>
                    <a:pt x="3823733" y="2391577"/>
                  </a:lnTo>
                  <a:lnTo>
                    <a:pt x="3823859" y="2391577"/>
                  </a:lnTo>
                  <a:lnTo>
                    <a:pt x="3823985" y="2391577"/>
                  </a:lnTo>
                  <a:lnTo>
                    <a:pt x="3824111" y="2391577"/>
                  </a:lnTo>
                  <a:lnTo>
                    <a:pt x="3824237" y="2391577"/>
                  </a:lnTo>
                  <a:lnTo>
                    <a:pt x="3824363" y="2391577"/>
                  </a:lnTo>
                  <a:lnTo>
                    <a:pt x="3824489" y="2391577"/>
                  </a:lnTo>
                  <a:lnTo>
                    <a:pt x="3824615" y="2391577"/>
                  </a:lnTo>
                  <a:lnTo>
                    <a:pt x="3824741" y="2391577"/>
                  </a:lnTo>
                  <a:lnTo>
                    <a:pt x="3824867" y="2391577"/>
                  </a:lnTo>
                  <a:lnTo>
                    <a:pt x="3824993" y="2391577"/>
                  </a:lnTo>
                  <a:lnTo>
                    <a:pt x="3825120" y="2391577"/>
                  </a:lnTo>
                  <a:lnTo>
                    <a:pt x="3825246" y="2391577"/>
                  </a:lnTo>
                  <a:lnTo>
                    <a:pt x="3825372" y="2391577"/>
                  </a:lnTo>
                  <a:lnTo>
                    <a:pt x="3825498" y="2391577"/>
                  </a:lnTo>
                  <a:lnTo>
                    <a:pt x="3825624" y="2391577"/>
                  </a:lnTo>
                  <a:lnTo>
                    <a:pt x="3825750" y="2391577"/>
                  </a:lnTo>
                  <a:lnTo>
                    <a:pt x="3825876" y="2391577"/>
                  </a:lnTo>
                  <a:lnTo>
                    <a:pt x="3826002" y="2391577"/>
                  </a:lnTo>
                  <a:lnTo>
                    <a:pt x="3826128" y="2391577"/>
                  </a:lnTo>
                  <a:lnTo>
                    <a:pt x="3826254" y="2391577"/>
                  </a:lnTo>
                  <a:lnTo>
                    <a:pt x="3826380" y="2391577"/>
                  </a:lnTo>
                  <a:lnTo>
                    <a:pt x="3826507" y="2391577"/>
                  </a:lnTo>
                  <a:lnTo>
                    <a:pt x="3826633" y="2391577"/>
                  </a:lnTo>
                  <a:lnTo>
                    <a:pt x="3826759" y="2391577"/>
                  </a:lnTo>
                  <a:lnTo>
                    <a:pt x="3826885" y="2391577"/>
                  </a:lnTo>
                  <a:lnTo>
                    <a:pt x="3827011" y="2391577"/>
                  </a:lnTo>
                  <a:lnTo>
                    <a:pt x="3827137" y="2391577"/>
                  </a:lnTo>
                  <a:lnTo>
                    <a:pt x="3827263" y="2391577"/>
                  </a:lnTo>
                  <a:lnTo>
                    <a:pt x="3827389" y="2391577"/>
                  </a:lnTo>
                  <a:lnTo>
                    <a:pt x="3827515" y="2391577"/>
                  </a:lnTo>
                  <a:lnTo>
                    <a:pt x="3827641" y="2391577"/>
                  </a:lnTo>
                  <a:lnTo>
                    <a:pt x="3827767" y="2391577"/>
                  </a:lnTo>
                  <a:lnTo>
                    <a:pt x="3827893" y="2391577"/>
                  </a:lnTo>
                  <a:lnTo>
                    <a:pt x="3828020" y="2391577"/>
                  </a:lnTo>
                  <a:lnTo>
                    <a:pt x="3828146" y="2391577"/>
                  </a:lnTo>
                  <a:lnTo>
                    <a:pt x="3828272" y="2391577"/>
                  </a:lnTo>
                  <a:lnTo>
                    <a:pt x="3828398" y="2391577"/>
                  </a:lnTo>
                  <a:lnTo>
                    <a:pt x="3828398" y="2386298"/>
                  </a:lnTo>
                  <a:lnTo>
                    <a:pt x="3828524" y="2386298"/>
                  </a:lnTo>
                  <a:lnTo>
                    <a:pt x="3828650" y="2386298"/>
                  </a:lnTo>
                  <a:lnTo>
                    <a:pt x="3828776" y="2386298"/>
                  </a:lnTo>
                  <a:lnTo>
                    <a:pt x="3828902" y="2386298"/>
                  </a:lnTo>
                  <a:lnTo>
                    <a:pt x="3829028" y="2386298"/>
                  </a:lnTo>
                  <a:lnTo>
                    <a:pt x="3829154" y="2386298"/>
                  </a:lnTo>
                  <a:lnTo>
                    <a:pt x="3829280" y="2386298"/>
                  </a:lnTo>
                  <a:lnTo>
                    <a:pt x="3829407" y="2386298"/>
                  </a:lnTo>
                  <a:lnTo>
                    <a:pt x="3829533" y="2386298"/>
                  </a:lnTo>
                  <a:lnTo>
                    <a:pt x="3829659" y="2386298"/>
                  </a:lnTo>
                  <a:lnTo>
                    <a:pt x="3829785" y="2386298"/>
                  </a:lnTo>
                  <a:lnTo>
                    <a:pt x="3829911" y="2386298"/>
                  </a:lnTo>
                  <a:lnTo>
                    <a:pt x="3830037" y="2386298"/>
                  </a:lnTo>
                  <a:lnTo>
                    <a:pt x="3830163" y="2386298"/>
                  </a:lnTo>
                  <a:lnTo>
                    <a:pt x="3830289" y="2386298"/>
                  </a:lnTo>
                  <a:lnTo>
                    <a:pt x="3830415" y="2386298"/>
                  </a:lnTo>
                  <a:lnTo>
                    <a:pt x="3830541" y="2386298"/>
                  </a:lnTo>
                  <a:lnTo>
                    <a:pt x="3830667" y="2386298"/>
                  </a:lnTo>
                  <a:lnTo>
                    <a:pt x="3830793" y="2386298"/>
                  </a:lnTo>
                  <a:lnTo>
                    <a:pt x="3830920" y="2386298"/>
                  </a:lnTo>
                  <a:lnTo>
                    <a:pt x="3831046" y="2386298"/>
                  </a:lnTo>
                  <a:lnTo>
                    <a:pt x="3831172" y="2386298"/>
                  </a:lnTo>
                  <a:lnTo>
                    <a:pt x="3831298" y="2386298"/>
                  </a:lnTo>
                  <a:lnTo>
                    <a:pt x="3831424" y="2386298"/>
                  </a:lnTo>
                  <a:lnTo>
                    <a:pt x="3831550" y="2386298"/>
                  </a:lnTo>
                  <a:lnTo>
                    <a:pt x="3831676" y="2386298"/>
                  </a:lnTo>
                  <a:lnTo>
                    <a:pt x="3831802" y="2386298"/>
                  </a:lnTo>
                  <a:lnTo>
                    <a:pt x="3831928" y="2386298"/>
                  </a:lnTo>
                  <a:lnTo>
                    <a:pt x="3832054" y="2386298"/>
                  </a:lnTo>
                  <a:lnTo>
                    <a:pt x="3832180" y="2386298"/>
                  </a:lnTo>
                  <a:lnTo>
                    <a:pt x="3832307" y="2386298"/>
                  </a:lnTo>
                  <a:lnTo>
                    <a:pt x="3832433" y="2386298"/>
                  </a:lnTo>
                  <a:lnTo>
                    <a:pt x="3832559" y="2386298"/>
                  </a:lnTo>
                  <a:lnTo>
                    <a:pt x="3832685" y="2386298"/>
                  </a:lnTo>
                  <a:lnTo>
                    <a:pt x="3832811" y="2386298"/>
                  </a:lnTo>
                  <a:lnTo>
                    <a:pt x="3832811" y="2381019"/>
                  </a:lnTo>
                  <a:lnTo>
                    <a:pt x="3832937" y="2381019"/>
                  </a:lnTo>
                  <a:lnTo>
                    <a:pt x="3833063" y="2381019"/>
                  </a:lnTo>
                  <a:lnTo>
                    <a:pt x="3833189" y="2381019"/>
                  </a:lnTo>
                  <a:lnTo>
                    <a:pt x="3833315" y="2381019"/>
                  </a:lnTo>
                  <a:lnTo>
                    <a:pt x="3833441" y="2381019"/>
                  </a:lnTo>
                  <a:lnTo>
                    <a:pt x="3833567" y="2381019"/>
                  </a:lnTo>
                  <a:lnTo>
                    <a:pt x="3833694" y="2381019"/>
                  </a:lnTo>
                  <a:lnTo>
                    <a:pt x="3833820" y="2381019"/>
                  </a:lnTo>
                  <a:lnTo>
                    <a:pt x="3833946" y="2381019"/>
                  </a:lnTo>
                  <a:lnTo>
                    <a:pt x="3834072" y="2381019"/>
                  </a:lnTo>
                  <a:lnTo>
                    <a:pt x="3834198" y="2381019"/>
                  </a:lnTo>
                  <a:lnTo>
                    <a:pt x="3834324" y="2381019"/>
                  </a:lnTo>
                  <a:lnTo>
                    <a:pt x="3834450" y="2381019"/>
                  </a:lnTo>
                  <a:lnTo>
                    <a:pt x="3834576" y="2381019"/>
                  </a:lnTo>
                  <a:lnTo>
                    <a:pt x="3834702" y="2381019"/>
                  </a:lnTo>
                  <a:lnTo>
                    <a:pt x="3834828" y="2381019"/>
                  </a:lnTo>
                  <a:lnTo>
                    <a:pt x="3834954" y="2381019"/>
                  </a:lnTo>
                  <a:lnTo>
                    <a:pt x="3835080" y="2381019"/>
                  </a:lnTo>
                  <a:lnTo>
                    <a:pt x="3835207" y="2381019"/>
                  </a:lnTo>
                  <a:lnTo>
                    <a:pt x="3835333" y="2381019"/>
                  </a:lnTo>
                  <a:lnTo>
                    <a:pt x="3835459" y="2381019"/>
                  </a:lnTo>
                  <a:lnTo>
                    <a:pt x="3835585" y="2381019"/>
                  </a:lnTo>
                  <a:lnTo>
                    <a:pt x="3835711" y="2381019"/>
                  </a:lnTo>
                  <a:lnTo>
                    <a:pt x="3835837" y="2381019"/>
                  </a:lnTo>
                  <a:lnTo>
                    <a:pt x="3835963" y="2381019"/>
                  </a:lnTo>
                  <a:lnTo>
                    <a:pt x="3836089" y="2381019"/>
                  </a:lnTo>
                  <a:lnTo>
                    <a:pt x="3836215" y="2381019"/>
                  </a:lnTo>
                  <a:lnTo>
                    <a:pt x="3836341" y="2381019"/>
                  </a:lnTo>
                  <a:lnTo>
                    <a:pt x="3836467" y="2381019"/>
                  </a:lnTo>
                  <a:lnTo>
                    <a:pt x="3836594" y="2381019"/>
                  </a:lnTo>
                  <a:lnTo>
                    <a:pt x="3836720" y="2381019"/>
                  </a:lnTo>
                  <a:lnTo>
                    <a:pt x="3836846" y="2381019"/>
                  </a:lnTo>
                  <a:lnTo>
                    <a:pt x="3836972" y="2381019"/>
                  </a:lnTo>
                  <a:lnTo>
                    <a:pt x="3837098" y="2381019"/>
                  </a:lnTo>
                  <a:lnTo>
                    <a:pt x="3837224" y="2381019"/>
                  </a:lnTo>
                  <a:lnTo>
                    <a:pt x="3837350" y="2381019"/>
                  </a:lnTo>
                  <a:lnTo>
                    <a:pt x="3837476" y="2381019"/>
                  </a:lnTo>
                  <a:lnTo>
                    <a:pt x="3837602" y="2381019"/>
                  </a:lnTo>
                  <a:lnTo>
                    <a:pt x="3837728" y="2381019"/>
                  </a:lnTo>
                  <a:lnTo>
                    <a:pt x="3837854" y="2381019"/>
                  </a:lnTo>
                  <a:lnTo>
                    <a:pt x="3837980" y="2381019"/>
                  </a:lnTo>
                  <a:lnTo>
                    <a:pt x="3838107" y="2381019"/>
                  </a:lnTo>
                  <a:lnTo>
                    <a:pt x="3838233" y="2381019"/>
                  </a:lnTo>
                  <a:lnTo>
                    <a:pt x="3838359" y="2381019"/>
                  </a:lnTo>
                  <a:lnTo>
                    <a:pt x="3838485" y="2381019"/>
                  </a:lnTo>
                  <a:lnTo>
                    <a:pt x="3838611" y="2381019"/>
                  </a:lnTo>
                  <a:lnTo>
                    <a:pt x="3838737" y="2381019"/>
                  </a:lnTo>
                  <a:lnTo>
                    <a:pt x="3838863" y="2381019"/>
                  </a:lnTo>
                  <a:lnTo>
                    <a:pt x="3838989" y="2381019"/>
                  </a:lnTo>
                  <a:lnTo>
                    <a:pt x="3839115" y="2381019"/>
                  </a:lnTo>
                  <a:lnTo>
                    <a:pt x="3839241" y="2381019"/>
                  </a:lnTo>
                  <a:lnTo>
                    <a:pt x="3839367" y="2381019"/>
                  </a:lnTo>
                  <a:lnTo>
                    <a:pt x="3839494" y="2381019"/>
                  </a:lnTo>
                  <a:lnTo>
                    <a:pt x="3839620" y="2381019"/>
                  </a:lnTo>
                  <a:lnTo>
                    <a:pt x="3839746" y="2381019"/>
                  </a:lnTo>
                  <a:lnTo>
                    <a:pt x="3839872" y="2381019"/>
                  </a:lnTo>
                  <a:lnTo>
                    <a:pt x="3839998" y="2381019"/>
                  </a:lnTo>
                  <a:lnTo>
                    <a:pt x="3840124" y="2381019"/>
                  </a:lnTo>
                  <a:lnTo>
                    <a:pt x="3840250" y="2381019"/>
                  </a:lnTo>
                  <a:lnTo>
                    <a:pt x="3840376" y="2381019"/>
                  </a:lnTo>
                  <a:lnTo>
                    <a:pt x="3840502" y="2381019"/>
                  </a:lnTo>
                  <a:lnTo>
                    <a:pt x="3840628" y="2381019"/>
                  </a:lnTo>
                  <a:lnTo>
                    <a:pt x="3840754" y="2381019"/>
                  </a:lnTo>
                  <a:lnTo>
                    <a:pt x="3840880" y="2381019"/>
                  </a:lnTo>
                  <a:lnTo>
                    <a:pt x="3841007" y="2381019"/>
                  </a:lnTo>
                  <a:lnTo>
                    <a:pt x="3841133" y="2381019"/>
                  </a:lnTo>
                  <a:lnTo>
                    <a:pt x="3841259" y="2381019"/>
                  </a:lnTo>
                  <a:lnTo>
                    <a:pt x="3841385" y="2381019"/>
                  </a:lnTo>
                  <a:lnTo>
                    <a:pt x="3841511" y="2381019"/>
                  </a:lnTo>
                  <a:lnTo>
                    <a:pt x="3841637" y="2381019"/>
                  </a:lnTo>
                  <a:lnTo>
                    <a:pt x="3841763" y="2381019"/>
                  </a:lnTo>
                  <a:lnTo>
                    <a:pt x="3841889" y="2381019"/>
                  </a:lnTo>
                  <a:lnTo>
                    <a:pt x="3841889" y="2375739"/>
                  </a:lnTo>
                  <a:lnTo>
                    <a:pt x="3842015" y="2375739"/>
                  </a:lnTo>
                  <a:lnTo>
                    <a:pt x="3842141" y="2375739"/>
                  </a:lnTo>
                  <a:lnTo>
                    <a:pt x="3842267" y="2375739"/>
                  </a:lnTo>
                  <a:lnTo>
                    <a:pt x="3842394" y="2375739"/>
                  </a:lnTo>
                  <a:lnTo>
                    <a:pt x="3842520" y="2375739"/>
                  </a:lnTo>
                  <a:lnTo>
                    <a:pt x="3842646" y="2375739"/>
                  </a:lnTo>
                  <a:lnTo>
                    <a:pt x="3842772" y="2375739"/>
                  </a:lnTo>
                  <a:lnTo>
                    <a:pt x="3842898" y="2375739"/>
                  </a:lnTo>
                  <a:lnTo>
                    <a:pt x="3843024" y="2375739"/>
                  </a:lnTo>
                  <a:lnTo>
                    <a:pt x="3843150" y="2375739"/>
                  </a:lnTo>
                  <a:lnTo>
                    <a:pt x="3843276" y="2375739"/>
                  </a:lnTo>
                  <a:lnTo>
                    <a:pt x="3843402" y="2375739"/>
                  </a:lnTo>
                  <a:lnTo>
                    <a:pt x="3843528" y="2375739"/>
                  </a:lnTo>
                  <a:lnTo>
                    <a:pt x="3843654" y="2375739"/>
                  </a:lnTo>
                  <a:lnTo>
                    <a:pt x="3843781" y="2375739"/>
                  </a:lnTo>
                  <a:lnTo>
                    <a:pt x="3843907" y="2375739"/>
                  </a:lnTo>
                  <a:lnTo>
                    <a:pt x="3844033" y="2375739"/>
                  </a:lnTo>
                  <a:lnTo>
                    <a:pt x="3844159" y="2375739"/>
                  </a:lnTo>
                  <a:lnTo>
                    <a:pt x="3844285" y="2375739"/>
                  </a:lnTo>
                  <a:lnTo>
                    <a:pt x="3844411" y="2375739"/>
                  </a:lnTo>
                  <a:lnTo>
                    <a:pt x="3844537" y="2375739"/>
                  </a:lnTo>
                  <a:lnTo>
                    <a:pt x="3844663" y="2375739"/>
                  </a:lnTo>
                  <a:lnTo>
                    <a:pt x="3844663" y="2370460"/>
                  </a:lnTo>
                  <a:lnTo>
                    <a:pt x="3844789" y="2370460"/>
                  </a:lnTo>
                  <a:lnTo>
                    <a:pt x="3844789" y="2365180"/>
                  </a:lnTo>
                  <a:lnTo>
                    <a:pt x="3844915" y="2365180"/>
                  </a:lnTo>
                  <a:lnTo>
                    <a:pt x="3845041" y="2365180"/>
                  </a:lnTo>
                  <a:lnTo>
                    <a:pt x="3845167" y="2365180"/>
                  </a:lnTo>
                  <a:lnTo>
                    <a:pt x="3845294" y="2365180"/>
                  </a:lnTo>
                  <a:lnTo>
                    <a:pt x="3845420" y="2365180"/>
                  </a:lnTo>
                  <a:lnTo>
                    <a:pt x="3845546" y="2365180"/>
                  </a:lnTo>
                  <a:lnTo>
                    <a:pt x="3845672" y="2365180"/>
                  </a:lnTo>
                  <a:lnTo>
                    <a:pt x="3845798" y="2365180"/>
                  </a:lnTo>
                  <a:lnTo>
                    <a:pt x="3845924" y="2365180"/>
                  </a:lnTo>
                  <a:lnTo>
                    <a:pt x="3846050" y="2365180"/>
                  </a:lnTo>
                  <a:lnTo>
                    <a:pt x="3846176" y="2365180"/>
                  </a:lnTo>
                  <a:lnTo>
                    <a:pt x="3846302" y="2365180"/>
                  </a:lnTo>
                  <a:lnTo>
                    <a:pt x="3846428" y="2365180"/>
                  </a:lnTo>
                  <a:lnTo>
                    <a:pt x="3846554" y="2365180"/>
                  </a:lnTo>
                  <a:lnTo>
                    <a:pt x="3846681" y="2365180"/>
                  </a:lnTo>
                  <a:lnTo>
                    <a:pt x="3846807" y="2365180"/>
                  </a:lnTo>
                  <a:lnTo>
                    <a:pt x="3846933" y="2365180"/>
                  </a:lnTo>
                  <a:lnTo>
                    <a:pt x="3847059" y="2365180"/>
                  </a:lnTo>
                  <a:lnTo>
                    <a:pt x="3847185" y="2365180"/>
                  </a:lnTo>
                  <a:lnTo>
                    <a:pt x="3847311" y="2365180"/>
                  </a:lnTo>
                  <a:lnTo>
                    <a:pt x="3847437" y="2365180"/>
                  </a:lnTo>
                  <a:lnTo>
                    <a:pt x="3847563" y="2365180"/>
                  </a:lnTo>
                  <a:lnTo>
                    <a:pt x="3847689" y="2365180"/>
                  </a:lnTo>
                  <a:lnTo>
                    <a:pt x="3847815" y="2365180"/>
                  </a:lnTo>
                  <a:lnTo>
                    <a:pt x="3847941" y="2365180"/>
                  </a:lnTo>
                  <a:lnTo>
                    <a:pt x="3848067" y="2365180"/>
                  </a:lnTo>
                  <a:lnTo>
                    <a:pt x="3848194" y="2365180"/>
                  </a:lnTo>
                  <a:lnTo>
                    <a:pt x="3848320" y="2365180"/>
                  </a:lnTo>
                  <a:lnTo>
                    <a:pt x="3848446" y="2365180"/>
                  </a:lnTo>
                  <a:lnTo>
                    <a:pt x="3848572" y="2365180"/>
                  </a:lnTo>
                  <a:lnTo>
                    <a:pt x="3848698" y="2365180"/>
                  </a:lnTo>
                  <a:lnTo>
                    <a:pt x="3848824" y="2365180"/>
                  </a:lnTo>
                  <a:lnTo>
                    <a:pt x="3848950" y="2365180"/>
                  </a:lnTo>
                  <a:lnTo>
                    <a:pt x="3849076" y="2365180"/>
                  </a:lnTo>
                  <a:lnTo>
                    <a:pt x="3849202" y="2365180"/>
                  </a:lnTo>
                  <a:lnTo>
                    <a:pt x="3849328" y="2365180"/>
                  </a:lnTo>
                  <a:lnTo>
                    <a:pt x="3849454" y="2365180"/>
                  </a:lnTo>
                  <a:lnTo>
                    <a:pt x="3849581" y="2365180"/>
                  </a:lnTo>
                  <a:lnTo>
                    <a:pt x="3849707" y="2365180"/>
                  </a:lnTo>
                  <a:lnTo>
                    <a:pt x="3849833" y="2365180"/>
                  </a:lnTo>
                  <a:lnTo>
                    <a:pt x="3849959" y="2365180"/>
                  </a:lnTo>
                  <a:lnTo>
                    <a:pt x="3850085" y="2365180"/>
                  </a:lnTo>
                  <a:lnTo>
                    <a:pt x="3850211" y="2365180"/>
                  </a:lnTo>
                  <a:lnTo>
                    <a:pt x="3850337" y="2365180"/>
                  </a:lnTo>
                  <a:lnTo>
                    <a:pt x="3850463" y="2365180"/>
                  </a:lnTo>
                  <a:lnTo>
                    <a:pt x="3850589" y="2365180"/>
                  </a:lnTo>
                  <a:lnTo>
                    <a:pt x="3850715" y="2365180"/>
                  </a:lnTo>
                  <a:lnTo>
                    <a:pt x="3850841" y="2365180"/>
                  </a:lnTo>
                  <a:lnTo>
                    <a:pt x="3850968" y="2365180"/>
                  </a:lnTo>
                  <a:lnTo>
                    <a:pt x="3851094" y="2365180"/>
                  </a:lnTo>
                  <a:lnTo>
                    <a:pt x="3851220" y="2365180"/>
                  </a:lnTo>
                  <a:lnTo>
                    <a:pt x="3851346" y="2365180"/>
                  </a:lnTo>
                  <a:lnTo>
                    <a:pt x="3851472" y="2365180"/>
                  </a:lnTo>
                  <a:lnTo>
                    <a:pt x="3851598" y="2365180"/>
                  </a:lnTo>
                  <a:lnTo>
                    <a:pt x="3851724" y="2365180"/>
                  </a:lnTo>
                  <a:lnTo>
                    <a:pt x="3851850" y="2365180"/>
                  </a:lnTo>
                  <a:lnTo>
                    <a:pt x="3851976" y="2365180"/>
                  </a:lnTo>
                  <a:lnTo>
                    <a:pt x="3852102" y="2365180"/>
                  </a:lnTo>
                  <a:lnTo>
                    <a:pt x="3852228" y="2365180"/>
                  </a:lnTo>
                  <a:lnTo>
                    <a:pt x="3852354" y="2365180"/>
                  </a:lnTo>
                  <a:lnTo>
                    <a:pt x="3852481" y="2365180"/>
                  </a:lnTo>
                  <a:lnTo>
                    <a:pt x="3852607" y="2365180"/>
                  </a:lnTo>
                  <a:lnTo>
                    <a:pt x="3852733" y="2365180"/>
                  </a:lnTo>
                  <a:lnTo>
                    <a:pt x="3852859" y="2365180"/>
                  </a:lnTo>
                  <a:lnTo>
                    <a:pt x="3852985" y="2365180"/>
                  </a:lnTo>
                  <a:lnTo>
                    <a:pt x="3853111" y="2365180"/>
                  </a:lnTo>
                  <a:lnTo>
                    <a:pt x="3853237" y="2365180"/>
                  </a:lnTo>
                  <a:lnTo>
                    <a:pt x="3853363" y="2365180"/>
                  </a:lnTo>
                  <a:lnTo>
                    <a:pt x="3853489" y="2365180"/>
                  </a:lnTo>
                  <a:lnTo>
                    <a:pt x="3853615" y="2365180"/>
                  </a:lnTo>
                  <a:lnTo>
                    <a:pt x="3853741" y="2365180"/>
                  </a:lnTo>
                  <a:lnTo>
                    <a:pt x="3853868" y="2365180"/>
                  </a:lnTo>
                  <a:lnTo>
                    <a:pt x="3853994" y="2365180"/>
                  </a:lnTo>
                  <a:lnTo>
                    <a:pt x="3854120" y="2365180"/>
                  </a:lnTo>
                  <a:lnTo>
                    <a:pt x="3854246" y="2365180"/>
                  </a:lnTo>
                  <a:lnTo>
                    <a:pt x="3854372" y="2365180"/>
                  </a:lnTo>
                  <a:lnTo>
                    <a:pt x="3854498" y="2365180"/>
                  </a:lnTo>
                  <a:lnTo>
                    <a:pt x="3854624" y="2365180"/>
                  </a:lnTo>
                  <a:lnTo>
                    <a:pt x="3854750" y="2365180"/>
                  </a:lnTo>
                  <a:lnTo>
                    <a:pt x="3854876" y="2365180"/>
                  </a:lnTo>
                  <a:lnTo>
                    <a:pt x="3855002" y="2365180"/>
                  </a:lnTo>
                  <a:lnTo>
                    <a:pt x="3855128" y="2365180"/>
                  </a:lnTo>
                  <a:lnTo>
                    <a:pt x="3855254" y="2365180"/>
                  </a:lnTo>
                  <a:lnTo>
                    <a:pt x="3855381" y="2365180"/>
                  </a:lnTo>
                  <a:lnTo>
                    <a:pt x="3855507" y="2365180"/>
                  </a:lnTo>
                  <a:lnTo>
                    <a:pt x="3855633" y="2365180"/>
                  </a:lnTo>
                  <a:lnTo>
                    <a:pt x="3855759" y="2365180"/>
                  </a:lnTo>
                  <a:lnTo>
                    <a:pt x="3855885" y="2365180"/>
                  </a:lnTo>
                  <a:lnTo>
                    <a:pt x="3856011" y="2365180"/>
                  </a:lnTo>
                  <a:lnTo>
                    <a:pt x="3856137" y="2365180"/>
                  </a:lnTo>
                  <a:lnTo>
                    <a:pt x="3856263" y="2365180"/>
                  </a:lnTo>
                  <a:lnTo>
                    <a:pt x="3856389" y="2365180"/>
                  </a:lnTo>
                  <a:lnTo>
                    <a:pt x="3856515" y="2365180"/>
                  </a:lnTo>
                  <a:lnTo>
                    <a:pt x="3856641" y="2365180"/>
                  </a:lnTo>
                  <a:lnTo>
                    <a:pt x="3856768" y="2365180"/>
                  </a:lnTo>
                  <a:lnTo>
                    <a:pt x="3856894" y="2365180"/>
                  </a:lnTo>
                  <a:lnTo>
                    <a:pt x="3857020" y="2365180"/>
                  </a:lnTo>
                  <a:lnTo>
                    <a:pt x="3857146" y="2365180"/>
                  </a:lnTo>
                  <a:lnTo>
                    <a:pt x="3857272" y="2365180"/>
                  </a:lnTo>
                  <a:lnTo>
                    <a:pt x="3857398" y="2365180"/>
                  </a:lnTo>
                  <a:lnTo>
                    <a:pt x="3857524" y="2365180"/>
                  </a:lnTo>
                  <a:lnTo>
                    <a:pt x="3857650" y="2365180"/>
                  </a:lnTo>
                  <a:lnTo>
                    <a:pt x="3857776" y="2365180"/>
                  </a:lnTo>
                  <a:lnTo>
                    <a:pt x="3857902" y="2365180"/>
                  </a:lnTo>
                  <a:lnTo>
                    <a:pt x="3858028" y="2365180"/>
                  </a:lnTo>
                  <a:lnTo>
                    <a:pt x="3858154" y="2365180"/>
                  </a:lnTo>
                  <a:lnTo>
                    <a:pt x="3858281" y="2365180"/>
                  </a:lnTo>
                  <a:lnTo>
                    <a:pt x="3858407" y="2365180"/>
                  </a:lnTo>
                  <a:lnTo>
                    <a:pt x="3858533" y="2365180"/>
                  </a:lnTo>
                  <a:lnTo>
                    <a:pt x="3858659" y="2365180"/>
                  </a:lnTo>
                  <a:lnTo>
                    <a:pt x="3858785" y="2365180"/>
                  </a:lnTo>
                  <a:lnTo>
                    <a:pt x="3858911" y="2365180"/>
                  </a:lnTo>
                  <a:lnTo>
                    <a:pt x="3859037" y="2365180"/>
                  </a:lnTo>
                  <a:lnTo>
                    <a:pt x="3859163" y="2365180"/>
                  </a:lnTo>
                  <a:lnTo>
                    <a:pt x="3859289" y="2365180"/>
                  </a:lnTo>
                  <a:lnTo>
                    <a:pt x="3859415" y="2365180"/>
                  </a:lnTo>
                  <a:lnTo>
                    <a:pt x="3859541" y="2365180"/>
                  </a:lnTo>
                  <a:lnTo>
                    <a:pt x="3859668" y="2365180"/>
                  </a:lnTo>
                  <a:lnTo>
                    <a:pt x="3859794" y="2365180"/>
                  </a:lnTo>
                  <a:lnTo>
                    <a:pt x="3859920" y="2365180"/>
                  </a:lnTo>
                  <a:lnTo>
                    <a:pt x="3860046" y="2365180"/>
                  </a:lnTo>
                  <a:lnTo>
                    <a:pt x="3860172" y="2365180"/>
                  </a:lnTo>
                  <a:lnTo>
                    <a:pt x="3860298" y="2365180"/>
                  </a:lnTo>
                  <a:lnTo>
                    <a:pt x="3860424" y="2365180"/>
                  </a:lnTo>
                  <a:lnTo>
                    <a:pt x="3860550" y="2365180"/>
                  </a:lnTo>
                  <a:lnTo>
                    <a:pt x="3860676" y="2365180"/>
                  </a:lnTo>
                  <a:lnTo>
                    <a:pt x="3860802" y="2365180"/>
                  </a:lnTo>
                  <a:lnTo>
                    <a:pt x="3860928" y="2365180"/>
                  </a:lnTo>
                  <a:lnTo>
                    <a:pt x="3861055" y="2365180"/>
                  </a:lnTo>
                  <a:lnTo>
                    <a:pt x="3861181" y="2365180"/>
                  </a:lnTo>
                  <a:lnTo>
                    <a:pt x="3861307" y="2365180"/>
                  </a:lnTo>
                  <a:lnTo>
                    <a:pt x="3861433" y="2365180"/>
                  </a:lnTo>
                  <a:lnTo>
                    <a:pt x="3861559" y="2365180"/>
                  </a:lnTo>
                  <a:lnTo>
                    <a:pt x="3861685" y="2365180"/>
                  </a:lnTo>
                  <a:lnTo>
                    <a:pt x="3861811" y="2365180"/>
                  </a:lnTo>
                  <a:lnTo>
                    <a:pt x="3861937" y="2365180"/>
                  </a:lnTo>
                  <a:lnTo>
                    <a:pt x="3862063" y="2365180"/>
                  </a:lnTo>
                  <a:lnTo>
                    <a:pt x="3862189" y="2365180"/>
                  </a:lnTo>
                  <a:lnTo>
                    <a:pt x="3862315" y="2365180"/>
                  </a:lnTo>
                  <a:lnTo>
                    <a:pt x="3862441" y="2365180"/>
                  </a:lnTo>
                  <a:lnTo>
                    <a:pt x="3862441" y="2359901"/>
                  </a:lnTo>
                  <a:lnTo>
                    <a:pt x="3862568" y="2359901"/>
                  </a:lnTo>
                  <a:lnTo>
                    <a:pt x="3862694" y="2359901"/>
                  </a:lnTo>
                  <a:lnTo>
                    <a:pt x="3862820" y="2359901"/>
                  </a:lnTo>
                  <a:lnTo>
                    <a:pt x="3862946" y="2359901"/>
                  </a:lnTo>
                  <a:lnTo>
                    <a:pt x="3863072" y="2359901"/>
                  </a:lnTo>
                  <a:lnTo>
                    <a:pt x="3863198" y="2359901"/>
                  </a:lnTo>
                  <a:lnTo>
                    <a:pt x="3863324" y="2359901"/>
                  </a:lnTo>
                  <a:lnTo>
                    <a:pt x="3863450" y="2359901"/>
                  </a:lnTo>
                  <a:lnTo>
                    <a:pt x="3863576" y="2359901"/>
                  </a:lnTo>
                  <a:lnTo>
                    <a:pt x="3863702" y="2359901"/>
                  </a:lnTo>
                  <a:lnTo>
                    <a:pt x="3863828" y="2359901"/>
                  </a:lnTo>
                  <a:lnTo>
                    <a:pt x="3863955" y="2359901"/>
                  </a:lnTo>
                  <a:lnTo>
                    <a:pt x="3864081" y="2359901"/>
                  </a:lnTo>
                  <a:lnTo>
                    <a:pt x="3864207" y="2359901"/>
                  </a:lnTo>
                  <a:lnTo>
                    <a:pt x="3864333" y="2359901"/>
                  </a:lnTo>
                  <a:lnTo>
                    <a:pt x="3864459" y="2359901"/>
                  </a:lnTo>
                  <a:lnTo>
                    <a:pt x="3864585" y="2359901"/>
                  </a:lnTo>
                  <a:lnTo>
                    <a:pt x="3864711" y="2359901"/>
                  </a:lnTo>
                  <a:lnTo>
                    <a:pt x="3864837" y="2359901"/>
                  </a:lnTo>
                  <a:lnTo>
                    <a:pt x="3864963" y="2359901"/>
                  </a:lnTo>
                  <a:lnTo>
                    <a:pt x="3865089" y="2359901"/>
                  </a:lnTo>
                  <a:lnTo>
                    <a:pt x="3865215" y="2359901"/>
                  </a:lnTo>
                  <a:lnTo>
                    <a:pt x="3865341" y="2359901"/>
                  </a:lnTo>
                  <a:lnTo>
                    <a:pt x="3865468" y="2359901"/>
                  </a:lnTo>
                  <a:lnTo>
                    <a:pt x="3865594" y="2359901"/>
                  </a:lnTo>
                  <a:lnTo>
                    <a:pt x="3865720" y="2359901"/>
                  </a:lnTo>
                  <a:lnTo>
                    <a:pt x="3865846" y="2359901"/>
                  </a:lnTo>
                  <a:lnTo>
                    <a:pt x="3865846" y="2354621"/>
                  </a:lnTo>
                  <a:lnTo>
                    <a:pt x="3865972" y="2354621"/>
                  </a:lnTo>
                  <a:lnTo>
                    <a:pt x="3866098" y="2354621"/>
                  </a:lnTo>
                  <a:lnTo>
                    <a:pt x="3866224" y="2354621"/>
                  </a:lnTo>
                  <a:lnTo>
                    <a:pt x="3866350" y="2354621"/>
                  </a:lnTo>
                  <a:lnTo>
                    <a:pt x="3866476" y="2354621"/>
                  </a:lnTo>
                  <a:lnTo>
                    <a:pt x="3866602" y="2354621"/>
                  </a:lnTo>
                  <a:lnTo>
                    <a:pt x="3866728" y="2354621"/>
                  </a:lnTo>
                  <a:lnTo>
                    <a:pt x="3866855" y="2354621"/>
                  </a:lnTo>
                  <a:lnTo>
                    <a:pt x="3866981" y="2354621"/>
                  </a:lnTo>
                  <a:lnTo>
                    <a:pt x="3867107" y="2354621"/>
                  </a:lnTo>
                  <a:lnTo>
                    <a:pt x="3867233" y="2354621"/>
                  </a:lnTo>
                  <a:lnTo>
                    <a:pt x="3867359" y="2354621"/>
                  </a:lnTo>
                  <a:lnTo>
                    <a:pt x="3867485" y="2354621"/>
                  </a:lnTo>
                  <a:lnTo>
                    <a:pt x="3867611" y="2354621"/>
                  </a:lnTo>
                  <a:lnTo>
                    <a:pt x="3867737" y="2354621"/>
                  </a:lnTo>
                  <a:lnTo>
                    <a:pt x="3867863" y="2354621"/>
                  </a:lnTo>
                  <a:lnTo>
                    <a:pt x="3867989" y="2354621"/>
                  </a:lnTo>
                  <a:lnTo>
                    <a:pt x="3868115" y="2354621"/>
                  </a:lnTo>
                  <a:lnTo>
                    <a:pt x="3868242" y="2354621"/>
                  </a:lnTo>
                  <a:lnTo>
                    <a:pt x="3868368" y="2354621"/>
                  </a:lnTo>
                  <a:lnTo>
                    <a:pt x="3868494" y="2354621"/>
                  </a:lnTo>
                  <a:lnTo>
                    <a:pt x="3868620" y="2354621"/>
                  </a:lnTo>
                  <a:lnTo>
                    <a:pt x="3868746" y="2354621"/>
                  </a:lnTo>
                  <a:lnTo>
                    <a:pt x="3868872" y="2354621"/>
                  </a:lnTo>
                  <a:lnTo>
                    <a:pt x="3868998" y="2354621"/>
                  </a:lnTo>
                  <a:lnTo>
                    <a:pt x="3869124" y="2354621"/>
                  </a:lnTo>
                  <a:lnTo>
                    <a:pt x="3869250" y="2354621"/>
                  </a:lnTo>
                  <a:lnTo>
                    <a:pt x="3869376" y="2354621"/>
                  </a:lnTo>
                  <a:lnTo>
                    <a:pt x="3869502" y="2354621"/>
                  </a:lnTo>
                  <a:lnTo>
                    <a:pt x="3869502" y="2349342"/>
                  </a:lnTo>
                  <a:lnTo>
                    <a:pt x="3869628" y="2349342"/>
                  </a:lnTo>
                  <a:lnTo>
                    <a:pt x="3869755" y="2349342"/>
                  </a:lnTo>
                  <a:lnTo>
                    <a:pt x="3869881" y="2349342"/>
                  </a:lnTo>
                  <a:lnTo>
                    <a:pt x="3870007" y="2349342"/>
                  </a:lnTo>
                  <a:lnTo>
                    <a:pt x="3870133" y="2349342"/>
                  </a:lnTo>
                  <a:lnTo>
                    <a:pt x="3870259" y="2349342"/>
                  </a:lnTo>
                  <a:lnTo>
                    <a:pt x="3870385" y="2349342"/>
                  </a:lnTo>
                  <a:lnTo>
                    <a:pt x="3870511" y="2349342"/>
                  </a:lnTo>
                  <a:lnTo>
                    <a:pt x="3870637" y="2349342"/>
                  </a:lnTo>
                  <a:lnTo>
                    <a:pt x="3870763" y="2349342"/>
                  </a:lnTo>
                  <a:lnTo>
                    <a:pt x="3870889" y="2349342"/>
                  </a:lnTo>
                  <a:lnTo>
                    <a:pt x="3871015" y="2349342"/>
                  </a:lnTo>
                  <a:lnTo>
                    <a:pt x="3871142" y="2349342"/>
                  </a:lnTo>
                  <a:lnTo>
                    <a:pt x="3871268" y="2349342"/>
                  </a:lnTo>
                  <a:lnTo>
                    <a:pt x="3871394" y="2349342"/>
                  </a:lnTo>
                  <a:lnTo>
                    <a:pt x="3871520" y="2349342"/>
                  </a:lnTo>
                  <a:lnTo>
                    <a:pt x="3871646" y="2349342"/>
                  </a:lnTo>
                  <a:lnTo>
                    <a:pt x="3871772" y="2349342"/>
                  </a:lnTo>
                  <a:lnTo>
                    <a:pt x="3871898" y="2349342"/>
                  </a:lnTo>
                  <a:lnTo>
                    <a:pt x="3872024" y="2349342"/>
                  </a:lnTo>
                  <a:lnTo>
                    <a:pt x="3872150" y="2349342"/>
                  </a:lnTo>
                  <a:lnTo>
                    <a:pt x="3872276" y="2349342"/>
                  </a:lnTo>
                  <a:lnTo>
                    <a:pt x="3872402" y="2349342"/>
                  </a:lnTo>
                  <a:lnTo>
                    <a:pt x="3872528" y="2349342"/>
                  </a:lnTo>
                  <a:lnTo>
                    <a:pt x="3872655" y="2349342"/>
                  </a:lnTo>
                  <a:lnTo>
                    <a:pt x="3872781" y="2349342"/>
                  </a:lnTo>
                  <a:lnTo>
                    <a:pt x="3872907" y="2349342"/>
                  </a:lnTo>
                  <a:lnTo>
                    <a:pt x="3873033" y="2349342"/>
                  </a:lnTo>
                  <a:lnTo>
                    <a:pt x="3873159" y="2349342"/>
                  </a:lnTo>
                  <a:lnTo>
                    <a:pt x="3873285" y="2349342"/>
                  </a:lnTo>
                  <a:lnTo>
                    <a:pt x="3873411" y="2349342"/>
                  </a:lnTo>
                  <a:lnTo>
                    <a:pt x="3873537" y="2349342"/>
                  </a:lnTo>
                  <a:lnTo>
                    <a:pt x="3873663" y="2349342"/>
                  </a:lnTo>
                  <a:lnTo>
                    <a:pt x="3873789" y="2349342"/>
                  </a:lnTo>
                  <a:lnTo>
                    <a:pt x="3873915" y="2349342"/>
                  </a:lnTo>
                  <a:lnTo>
                    <a:pt x="3874042" y="2349342"/>
                  </a:lnTo>
                  <a:lnTo>
                    <a:pt x="3874168" y="2349342"/>
                  </a:lnTo>
                  <a:lnTo>
                    <a:pt x="3874294" y="2349342"/>
                  </a:lnTo>
                  <a:lnTo>
                    <a:pt x="3874420" y="2349342"/>
                  </a:lnTo>
                  <a:lnTo>
                    <a:pt x="3874546" y="2349342"/>
                  </a:lnTo>
                  <a:lnTo>
                    <a:pt x="3874672" y="2349342"/>
                  </a:lnTo>
                  <a:lnTo>
                    <a:pt x="3874798" y="2349342"/>
                  </a:lnTo>
                  <a:lnTo>
                    <a:pt x="3874924" y="2349342"/>
                  </a:lnTo>
                  <a:lnTo>
                    <a:pt x="3875050" y="2349342"/>
                  </a:lnTo>
                  <a:lnTo>
                    <a:pt x="3875176" y="2349342"/>
                  </a:lnTo>
                  <a:lnTo>
                    <a:pt x="3875302" y="2349342"/>
                  </a:lnTo>
                  <a:lnTo>
                    <a:pt x="3875429" y="2349342"/>
                  </a:lnTo>
                  <a:lnTo>
                    <a:pt x="3875555" y="2349342"/>
                  </a:lnTo>
                  <a:lnTo>
                    <a:pt x="3875681" y="2349342"/>
                  </a:lnTo>
                  <a:lnTo>
                    <a:pt x="3875807" y="2349342"/>
                  </a:lnTo>
                  <a:lnTo>
                    <a:pt x="3875933" y="2349342"/>
                  </a:lnTo>
                  <a:lnTo>
                    <a:pt x="3876059" y="2349342"/>
                  </a:lnTo>
                  <a:lnTo>
                    <a:pt x="3876185" y="2349342"/>
                  </a:lnTo>
                  <a:lnTo>
                    <a:pt x="3876311" y="2349342"/>
                  </a:lnTo>
                  <a:lnTo>
                    <a:pt x="3876437" y="2349342"/>
                  </a:lnTo>
                  <a:lnTo>
                    <a:pt x="3876563" y="2349342"/>
                  </a:lnTo>
                  <a:lnTo>
                    <a:pt x="3876689" y="2349342"/>
                  </a:lnTo>
                  <a:lnTo>
                    <a:pt x="3876815" y="2349342"/>
                  </a:lnTo>
                  <a:lnTo>
                    <a:pt x="3876942" y="2349342"/>
                  </a:lnTo>
                  <a:lnTo>
                    <a:pt x="3876942" y="2344063"/>
                  </a:lnTo>
                  <a:lnTo>
                    <a:pt x="3877068" y="2344063"/>
                  </a:lnTo>
                  <a:lnTo>
                    <a:pt x="3877194" y="2344063"/>
                  </a:lnTo>
                  <a:lnTo>
                    <a:pt x="3877320" y="2344063"/>
                  </a:lnTo>
                  <a:lnTo>
                    <a:pt x="3877446" y="2344063"/>
                  </a:lnTo>
                  <a:lnTo>
                    <a:pt x="3877572" y="2344063"/>
                  </a:lnTo>
                  <a:lnTo>
                    <a:pt x="3877698" y="2344063"/>
                  </a:lnTo>
                  <a:lnTo>
                    <a:pt x="3877824" y="2344063"/>
                  </a:lnTo>
                  <a:lnTo>
                    <a:pt x="3877824" y="2338783"/>
                  </a:lnTo>
                  <a:lnTo>
                    <a:pt x="3877950" y="2338783"/>
                  </a:lnTo>
                  <a:lnTo>
                    <a:pt x="3878076" y="2338783"/>
                  </a:lnTo>
                  <a:lnTo>
                    <a:pt x="3878202" y="2338783"/>
                  </a:lnTo>
                  <a:lnTo>
                    <a:pt x="3878329" y="2338783"/>
                  </a:lnTo>
                  <a:lnTo>
                    <a:pt x="3878455" y="2338783"/>
                  </a:lnTo>
                  <a:lnTo>
                    <a:pt x="3878581" y="2338783"/>
                  </a:lnTo>
                  <a:lnTo>
                    <a:pt x="3878707" y="2338783"/>
                  </a:lnTo>
                  <a:lnTo>
                    <a:pt x="3878833" y="2338783"/>
                  </a:lnTo>
                  <a:lnTo>
                    <a:pt x="3878959" y="2338783"/>
                  </a:lnTo>
                  <a:lnTo>
                    <a:pt x="3879085" y="2338783"/>
                  </a:lnTo>
                  <a:lnTo>
                    <a:pt x="3879085" y="2333504"/>
                  </a:lnTo>
                  <a:lnTo>
                    <a:pt x="3879211" y="2333504"/>
                  </a:lnTo>
                  <a:lnTo>
                    <a:pt x="3879337" y="2333504"/>
                  </a:lnTo>
                  <a:lnTo>
                    <a:pt x="3879463" y="2333504"/>
                  </a:lnTo>
                  <a:lnTo>
                    <a:pt x="3879589" y="2333504"/>
                  </a:lnTo>
                  <a:lnTo>
                    <a:pt x="3879715" y="2333504"/>
                  </a:lnTo>
                  <a:lnTo>
                    <a:pt x="3879842" y="2333504"/>
                  </a:lnTo>
                  <a:lnTo>
                    <a:pt x="3879968" y="2333504"/>
                  </a:lnTo>
                  <a:lnTo>
                    <a:pt x="3880094" y="2333504"/>
                  </a:lnTo>
                  <a:lnTo>
                    <a:pt x="3880220" y="2333504"/>
                  </a:lnTo>
                  <a:lnTo>
                    <a:pt x="3880346" y="2333504"/>
                  </a:lnTo>
                  <a:lnTo>
                    <a:pt x="3880472" y="2333504"/>
                  </a:lnTo>
                  <a:lnTo>
                    <a:pt x="3880598" y="2333504"/>
                  </a:lnTo>
                  <a:lnTo>
                    <a:pt x="3880724" y="2333504"/>
                  </a:lnTo>
                  <a:lnTo>
                    <a:pt x="3880850" y="2333504"/>
                  </a:lnTo>
                  <a:lnTo>
                    <a:pt x="3880976" y="2333504"/>
                  </a:lnTo>
                  <a:lnTo>
                    <a:pt x="3881102" y="2333504"/>
                  </a:lnTo>
                  <a:lnTo>
                    <a:pt x="3881229" y="2333504"/>
                  </a:lnTo>
                  <a:lnTo>
                    <a:pt x="3881355" y="2333504"/>
                  </a:lnTo>
                  <a:lnTo>
                    <a:pt x="3881481" y="2333504"/>
                  </a:lnTo>
                  <a:lnTo>
                    <a:pt x="3881607" y="2333504"/>
                  </a:lnTo>
                  <a:lnTo>
                    <a:pt x="3881733" y="2333504"/>
                  </a:lnTo>
                  <a:lnTo>
                    <a:pt x="3881859" y="2333504"/>
                  </a:lnTo>
                  <a:lnTo>
                    <a:pt x="3881985" y="2333504"/>
                  </a:lnTo>
                  <a:lnTo>
                    <a:pt x="3882111" y="2333504"/>
                  </a:lnTo>
                  <a:lnTo>
                    <a:pt x="3882237" y="2333504"/>
                  </a:lnTo>
                  <a:lnTo>
                    <a:pt x="3882363" y="2333504"/>
                  </a:lnTo>
                  <a:lnTo>
                    <a:pt x="3882489" y="2333504"/>
                  </a:lnTo>
                  <a:lnTo>
                    <a:pt x="3882615" y="2333504"/>
                  </a:lnTo>
                  <a:lnTo>
                    <a:pt x="3882742" y="2333504"/>
                  </a:lnTo>
                  <a:lnTo>
                    <a:pt x="3882868" y="2333504"/>
                  </a:lnTo>
                  <a:lnTo>
                    <a:pt x="3882994" y="2333504"/>
                  </a:lnTo>
                  <a:lnTo>
                    <a:pt x="3883120" y="2333504"/>
                  </a:lnTo>
                  <a:lnTo>
                    <a:pt x="3883246" y="2333504"/>
                  </a:lnTo>
                  <a:lnTo>
                    <a:pt x="3883372" y="2333504"/>
                  </a:lnTo>
                  <a:lnTo>
                    <a:pt x="3883498" y="2333504"/>
                  </a:lnTo>
                  <a:lnTo>
                    <a:pt x="3883624" y="2333504"/>
                  </a:lnTo>
                  <a:lnTo>
                    <a:pt x="3883750" y="2333504"/>
                  </a:lnTo>
                  <a:lnTo>
                    <a:pt x="3883876" y="2333504"/>
                  </a:lnTo>
                  <a:lnTo>
                    <a:pt x="3884002" y="2333504"/>
                  </a:lnTo>
                  <a:lnTo>
                    <a:pt x="3884129" y="2333504"/>
                  </a:lnTo>
                  <a:lnTo>
                    <a:pt x="3884255" y="2333504"/>
                  </a:lnTo>
                  <a:lnTo>
                    <a:pt x="3884381" y="2333504"/>
                  </a:lnTo>
                  <a:lnTo>
                    <a:pt x="3884507" y="2333504"/>
                  </a:lnTo>
                  <a:lnTo>
                    <a:pt x="3884633" y="2333504"/>
                  </a:lnTo>
                  <a:lnTo>
                    <a:pt x="3884759" y="2333504"/>
                  </a:lnTo>
                  <a:lnTo>
                    <a:pt x="3884885" y="2333504"/>
                  </a:lnTo>
                  <a:lnTo>
                    <a:pt x="3885011" y="2333504"/>
                  </a:lnTo>
                  <a:lnTo>
                    <a:pt x="3885137" y="2333504"/>
                  </a:lnTo>
                  <a:lnTo>
                    <a:pt x="3885263" y="2333504"/>
                  </a:lnTo>
                  <a:lnTo>
                    <a:pt x="3885389" y="2333504"/>
                  </a:lnTo>
                  <a:lnTo>
                    <a:pt x="3885516" y="2333504"/>
                  </a:lnTo>
                  <a:lnTo>
                    <a:pt x="3885642" y="2333504"/>
                  </a:lnTo>
                  <a:lnTo>
                    <a:pt x="3885768" y="2333504"/>
                  </a:lnTo>
                  <a:lnTo>
                    <a:pt x="3885894" y="2333504"/>
                  </a:lnTo>
                  <a:lnTo>
                    <a:pt x="3886020" y="2333504"/>
                  </a:lnTo>
                  <a:lnTo>
                    <a:pt x="3886146" y="2333504"/>
                  </a:lnTo>
                  <a:lnTo>
                    <a:pt x="3886272" y="2333504"/>
                  </a:lnTo>
                  <a:lnTo>
                    <a:pt x="3886398" y="2333504"/>
                  </a:lnTo>
                  <a:lnTo>
                    <a:pt x="3886398" y="2328224"/>
                  </a:lnTo>
                  <a:lnTo>
                    <a:pt x="3886524" y="2328224"/>
                  </a:lnTo>
                  <a:lnTo>
                    <a:pt x="3886650" y="2328224"/>
                  </a:lnTo>
                  <a:lnTo>
                    <a:pt x="3886776" y="2328224"/>
                  </a:lnTo>
                  <a:lnTo>
                    <a:pt x="3886902" y="2328224"/>
                  </a:lnTo>
                  <a:lnTo>
                    <a:pt x="3887029" y="2328224"/>
                  </a:lnTo>
                  <a:lnTo>
                    <a:pt x="3887155" y="2328224"/>
                  </a:lnTo>
                  <a:lnTo>
                    <a:pt x="3887281" y="2328224"/>
                  </a:lnTo>
                  <a:lnTo>
                    <a:pt x="3887407" y="2328224"/>
                  </a:lnTo>
                  <a:lnTo>
                    <a:pt x="3887533" y="2328224"/>
                  </a:lnTo>
                  <a:lnTo>
                    <a:pt x="3887659" y="2328224"/>
                  </a:lnTo>
                  <a:lnTo>
                    <a:pt x="3887785" y="2328224"/>
                  </a:lnTo>
                  <a:lnTo>
                    <a:pt x="3887911" y="2328224"/>
                  </a:lnTo>
                  <a:lnTo>
                    <a:pt x="3888037" y="2328224"/>
                  </a:lnTo>
                  <a:lnTo>
                    <a:pt x="3888163" y="2328224"/>
                  </a:lnTo>
                  <a:lnTo>
                    <a:pt x="3888289" y="2328224"/>
                  </a:lnTo>
                  <a:lnTo>
                    <a:pt x="3888416" y="2328224"/>
                  </a:lnTo>
                  <a:lnTo>
                    <a:pt x="3888542" y="2328224"/>
                  </a:lnTo>
                  <a:lnTo>
                    <a:pt x="3888668" y="2328224"/>
                  </a:lnTo>
                  <a:lnTo>
                    <a:pt x="3888794" y="2328224"/>
                  </a:lnTo>
                  <a:lnTo>
                    <a:pt x="3888920" y="2328224"/>
                  </a:lnTo>
                  <a:lnTo>
                    <a:pt x="3889046" y="2328224"/>
                  </a:lnTo>
                  <a:lnTo>
                    <a:pt x="3889172" y="2328224"/>
                  </a:lnTo>
                  <a:lnTo>
                    <a:pt x="3889298" y="2328224"/>
                  </a:lnTo>
                  <a:lnTo>
                    <a:pt x="3889424" y="2328224"/>
                  </a:lnTo>
                  <a:lnTo>
                    <a:pt x="3889550" y="2328224"/>
                  </a:lnTo>
                  <a:lnTo>
                    <a:pt x="3889676" y="2328224"/>
                  </a:lnTo>
                  <a:lnTo>
                    <a:pt x="3889802" y="2328224"/>
                  </a:lnTo>
                  <a:lnTo>
                    <a:pt x="3889929" y="2328224"/>
                  </a:lnTo>
                  <a:lnTo>
                    <a:pt x="3890055" y="2328224"/>
                  </a:lnTo>
                  <a:lnTo>
                    <a:pt x="3890181" y="2328224"/>
                  </a:lnTo>
                  <a:lnTo>
                    <a:pt x="3890307" y="2328224"/>
                  </a:lnTo>
                  <a:lnTo>
                    <a:pt x="3890433" y="2328224"/>
                  </a:lnTo>
                  <a:lnTo>
                    <a:pt x="3890559" y="2328224"/>
                  </a:lnTo>
                  <a:lnTo>
                    <a:pt x="3890685" y="2328224"/>
                  </a:lnTo>
                  <a:lnTo>
                    <a:pt x="3890811" y="2328224"/>
                  </a:lnTo>
                  <a:lnTo>
                    <a:pt x="3890937" y="2328224"/>
                  </a:lnTo>
                  <a:lnTo>
                    <a:pt x="3891063" y="2328224"/>
                  </a:lnTo>
                  <a:lnTo>
                    <a:pt x="3891189" y="2328224"/>
                  </a:lnTo>
                  <a:lnTo>
                    <a:pt x="3891316" y="2328224"/>
                  </a:lnTo>
                  <a:lnTo>
                    <a:pt x="3891442" y="2328224"/>
                  </a:lnTo>
                  <a:lnTo>
                    <a:pt x="3891568" y="2328224"/>
                  </a:lnTo>
                  <a:lnTo>
                    <a:pt x="3891694" y="2328224"/>
                  </a:lnTo>
                  <a:lnTo>
                    <a:pt x="3891820" y="2328224"/>
                  </a:lnTo>
                  <a:lnTo>
                    <a:pt x="3891946" y="2328224"/>
                  </a:lnTo>
                  <a:lnTo>
                    <a:pt x="3892072" y="2328224"/>
                  </a:lnTo>
                  <a:lnTo>
                    <a:pt x="3892198" y="2328224"/>
                  </a:lnTo>
                  <a:lnTo>
                    <a:pt x="3892324" y="2328224"/>
                  </a:lnTo>
                  <a:lnTo>
                    <a:pt x="3892450" y="2328224"/>
                  </a:lnTo>
                  <a:lnTo>
                    <a:pt x="3892576" y="2328224"/>
                  </a:lnTo>
                  <a:lnTo>
                    <a:pt x="3892703" y="2328224"/>
                  </a:lnTo>
                  <a:lnTo>
                    <a:pt x="3892829" y="2328224"/>
                  </a:lnTo>
                  <a:lnTo>
                    <a:pt x="3892829" y="2322945"/>
                  </a:lnTo>
                  <a:lnTo>
                    <a:pt x="3892955" y="2322945"/>
                  </a:lnTo>
                  <a:lnTo>
                    <a:pt x="3893081" y="2322945"/>
                  </a:lnTo>
                  <a:lnTo>
                    <a:pt x="3893207" y="2322945"/>
                  </a:lnTo>
                  <a:lnTo>
                    <a:pt x="3893333" y="2322945"/>
                  </a:lnTo>
                  <a:lnTo>
                    <a:pt x="3893333" y="2317665"/>
                  </a:lnTo>
                  <a:lnTo>
                    <a:pt x="3893459" y="2317665"/>
                  </a:lnTo>
                  <a:lnTo>
                    <a:pt x="3893585" y="2317665"/>
                  </a:lnTo>
                  <a:lnTo>
                    <a:pt x="3893711" y="2317665"/>
                  </a:lnTo>
                  <a:lnTo>
                    <a:pt x="3893837" y="2317665"/>
                  </a:lnTo>
                  <a:lnTo>
                    <a:pt x="3893963" y="2317665"/>
                  </a:lnTo>
                  <a:lnTo>
                    <a:pt x="3894089" y="2317665"/>
                  </a:lnTo>
                  <a:lnTo>
                    <a:pt x="3894216" y="2317665"/>
                  </a:lnTo>
                  <a:lnTo>
                    <a:pt x="3894342" y="2317665"/>
                  </a:lnTo>
                  <a:lnTo>
                    <a:pt x="3894468" y="2317665"/>
                  </a:lnTo>
                  <a:lnTo>
                    <a:pt x="3894594" y="2317665"/>
                  </a:lnTo>
                  <a:lnTo>
                    <a:pt x="3894594" y="2312386"/>
                  </a:lnTo>
                  <a:lnTo>
                    <a:pt x="3894720" y="2312386"/>
                  </a:lnTo>
                  <a:lnTo>
                    <a:pt x="3894846" y="2312386"/>
                  </a:lnTo>
                  <a:lnTo>
                    <a:pt x="3894972" y="2312386"/>
                  </a:lnTo>
                  <a:lnTo>
                    <a:pt x="3895098" y="2312386"/>
                  </a:lnTo>
                  <a:lnTo>
                    <a:pt x="3895224" y="2312386"/>
                  </a:lnTo>
                  <a:lnTo>
                    <a:pt x="3895350" y="2312386"/>
                  </a:lnTo>
                  <a:lnTo>
                    <a:pt x="3895476" y="2312386"/>
                  </a:lnTo>
                  <a:lnTo>
                    <a:pt x="3895603" y="2312386"/>
                  </a:lnTo>
                  <a:lnTo>
                    <a:pt x="3895729" y="2312386"/>
                  </a:lnTo>
                  <a:lnTo>
                    <a:pt x="3895855" y="2312386"/>
                  </a:lnTo>
                  <a:lnTo>
                    <a:pt x="3895981" y="2312386"/>
                  </a:lnTo>
                  <a:lnTo>
                    <a:pt x="3896107" y="2312386"/>
                  </a:lnTo>
                  <a:lnTo>
                    <a:pt x="3896233" y="2312386"/>
                  </a:lnTo>
                  <a:lnTo>
                    <a:pt x="3896359" y="2312386"/>
                  </a:lnTo>
                  <a:lnTo>
                    <a:pt x="3896485" y="2312386"/>
                  </a:lnTo>
                  <a:lnTo>
                    <a:pt x="3896611" y="2312386"/>
                  </a:lnTo>
                  <a:lnTo>
                    <a:pt x="3896737" y="2312386"/>
                  </a:lnTo>
                  <a:lnTo>
                    <a:pt x="3896863" y="2312386"/>
                  </a:lnTo>
                  <a:lnTo>
                    <a:pt x="3896989" y="2312386"/>
                  </a:lnTo>
                  <a:lnTo>
                    <a:pt x="3897116" y="2312386"/>
                  </a:lnTo>
                  <a:lnTo>
                    <a:pt x="3897242" y="2312386"/>
                  </a:lnTo>
                  <a:lnTo>
                    <a:pt x="3897368" y="2312386"/>
                  </a:lnTo>
                  <a:lnTo>
                    <a:pt x="3897494" y="2312386"/>
                  </a:lnTo>
                  <a:lnTo>
                    <a:pt x="3897620" y="2312386"/>
                  </a:lnTo>
                  <a:lnTo>
                    <a:pt x="3897746" y="2312386"/>
                  </a:lnTo>
                  <a:lnTo>
                    <a:pt x="3897872" y="2312386"/>
                  </a:lnTo>
                  <a:lnTo>
                    <a:pt x="3897998" y="2312386"/>
                  </a:lnTo>
                  <a:lnTo>
                    <a:pt x="3898124" y="2312386"/>
                  </a:lnTo>
                  <a:lnTo>
                    <a:pt x="3898250" y="2312386"/>
                  </a:lnTo>
                  <a:lnTo>
                    <a:pt x="3898376" y="2312386"/>
                  </a:lnTo>
                  <a:lnTo>
                    <a:pt x="3898503" y="2312386"/>
                  </a:lnTo>
                  <a:lnTo>
                    <a:pt x="3898629" y="2312386"/>
                  </a:lnTo>
                  <a:lnTo>
                    <a:pt x="3898755" y="2312386"/>
                  </a:lnTo>
                  <a:lnTo>
                    <a:pt x="3898881" y="2312386"/>
                  </a:lnTo>
                  <a:lnTo>
                    <a:pt x="3899007" y="2312386"/>
                  </a:lnTo>
                  <a:lnTo>
                    <a:pt x="3899133" y="2312386"/>
                  </a:lnTo>
                  <a:lnTo>
                    <a:pt x="3899259" y="2312386"/>
                  </a:lnTo>
                  <a:lnTo>
                    <a:pt x="3899385" y="2312386"/>
                  </a:lnTo>
                  <a:lnTo>
                    <a:pt x="3899511" y="2312386"/>
                  </a:lnTo>
                  <a:lnTo>
                    <a:pt x="3899637" y="2312386"/>
                  </a:lnTo>
                  <a:lnTo>
                    <a:pt x="3899763" y="2312386"/>
                  </a:lnTo>
                  <a:lnTo>
                    <a:pt x="3899890" y="2312386"/>
                  </a:lnTo>
                  <a:lnTo>
                    <a:pt x="3900016" y="2312386"/>
                  </a:lnTo>
                  <a:lnTo>
                    <a:pt x="3900142" y="2312386"/>
                  </a:lnTo>
                  <a:lnTo>
                    <a:pt x="3900268" y="2312386"/>
                  </a:lnTo>
                  <a:lnTo>
                    <a:pt x="3900394" y="2312386"/>
                  </a:lnTo>
                  <a:lnTo>
                    <a:pt x="3900520" y="2312386"/>
                  </a:lnTo>
                  <a:lnTo>
                    <a:pt x="3900646" y="2312386"/>
                  </a:lnTo>
                  <a:lnTo>
                    <a:pt x="3900772" y="2312386"/>
                  </a:lnTo>
                  <a:lnTo>
                    <a:pt x="3900772" y="2307107"/>
                  </a:lnTo>
                  <a:lnTo>
                    <a:pt x="3900898" y="2307107"/>
                  </a:lnTo>
                  <a:lnTo>
                    <a:pt x="3901024" y="2307107"/>
                  </a:lnTo>
                  <a:lnTo>
                    <a:pt x="3901150" y="2307107"/>
                  </a:lnTo>
                  <a:lnTo>
                    <a:pt x="3901276" y="2307107"/>
                  </a:lnTo>
                  <a:lnTo>
                    <a:pt x="3901403" y="2307107"/>
                  </a:lnTo>
                  <a:lnTo>
                    <a:pt x="3901529" y="2307107"/>
                  </a:lnTo>
                  <a:lnTo>
                    <a:pt x="3901655" y="2307107"/>
                  </a:lnTo>
                  <a:lnTo>
                    <a:pt x="3901781" y="2307107"/>
                  </a:lnTo>
                  <a:lnTo>
                    <a:pt x="3901907" y="2307107"/>
                  </a:lnTo>
                  <a:lnTo>
                    <a:pt x="3902033" y="2307107"/>
                  </a:lnTo>
                  <a:lnTo>
                    <a:pt x="3902159" y="2307107"/>
                  </a:lnTo>
                  <a:lnTo>
                    <a:pt x="3902285" y="2307107"/>
                  </a:lnTo>
                  <a:lnTo>
                    <a:pt x="3902411" y="2307107"/>
                  </a:lnTo>
                  <a:lnTo>
                    <a:pt x="3902537" y="2307107"/>
                  </a:lnTo>
                  <a:lnTo>
                    <a:pt x="3902663" y="2307107"/>
                  </a:lnTo>
                  <a:lnTo>
                    <a:pt x="3902790" y="2307107"/>
                  </a:lnTo>
                  <a:lnTo>
                    <a:pt x="3902916" y="2307107"/>
                  </a:lnTo>
                  <a:lnTo>
                    <a:pt x="3903042" y="2307107"/>
                  </a:lnTo>
                  <a:lnTo>
                    <a:pt x="3903168" y="2307107"/>
                  </a:lnTo>
                  <a:lnTo>
                    <a:pt x="3903294" y="2307107"/>
                  </a:lnTo>
                  <a:lnTo>
                    <a:pt x="3903420" y="2307107"/>
                  </a:lnTo>
                  <a:lnTo>
                    <a:pt x="3903546" y="2307107"/>
                  </a:lnTo>
                  <a:lnTo>
                    <a:pt x="3903672" y="2307107"/>
                  </a:lnTo>
                  <a:lnTo>
                    <a:pt x="3903672" y="2301827"/>
                  </a:lnTo>
                  <a:lnTo>
                    <a:pt x="3903798" y="2301827"/>
                  </a:lnTo>
                  <a:lnTo>
                    <a:pt x="3903924" y="2301827"/>
                  </a:lnTo>
                  <a:lnTo>
                    <a:pt x="3904050" y="2301827"/>
                  </a:lnTo>
                  <a:lnTo>
                    <a:pt x="3904176" y="2301827"/>
                  </a:lnTo>
                  <a:lnTo>
                    <a:pt x="3904303" y="2301827"/>
                  </a:lnTo>
                  <a:lnTo>
                    <a:pt x="3904429" y="2301827"/>
                  </a:lnTo>
                  <a:lnTo>
                    <a:pt x="3904555" y="2301827"/>
                  </a:lnTo>
                  <a:lnTo>
                    <a:pt x="3904681" y="2301827"/>
                  </a:lnTo>
                  <a:lnTo>
                    <a:pt x="3904807" y="2301827"/>
                  </a:lnTo>
                  <a:lnTo>
                    <a:pt x="3904933" y="2301827"/>
                  </a:lnTo>
                  <a:lnTo>
                    <a:pt x="3905059" y="2301827"/>
                  </a:lnTo>
                  <a:lnTo>
                    <a:pt x="3905185" y="2301827"/>
                  </a:lnTo>
                  <a:lnTo>
                    <a:pt x="3905311" y="2301827"/>
                  </a:lnTo>
                  <a:lnTo>
                    <a:pt x="3905437" y="2301827"/>
                  </a:lnTo>
                  <a:lnTo>
                    <a:pt x="3905563" y="2301827"/>
                  </a:lnTo>
                  <a:lnTo>
                    <a:pt x="3905690" y="2301827"/>
                  </a:lnTo>
                  <a:lnTo>
                    <a:pt x="3905816" y="2301827"/>
                  </a:lnTo>
                  <a:lnTo>
                    <a:pt x="3905942" y="2301827"/>
                  </a:lnTo>
                  <a:lnTo>
                    <a:pt x="3906068" y="2301827"/>
                  </a:lnTo>
                  <a:lnTo>
                    <a:pt x="3906194" y="2301827"/>
                  </a:lnTo>
                  <a:lnTo>
                    <a:pt x="3906320" y="2301827"/>
                  </a:lnTo>
                  <a:lnTo>
                    <a:pt x="3906446" y="2301827"/>
                  </a:lnTo>
                  <a:lnTo>
                    <a:pt x="3906572" y="2301827"/>
                  </a:lnTo>
                  <a:lnTo>
                    <a:pt x="3906698" y="2301827"/>
                  </a:lnTo>
                  <a:lnTo>
                    <a:pt x="3906824" y="2301827"/>
                  </a:lnTo>
                  <a:lnTo>
                    <a:pt x="3906950" y="2301827"/>
                  </a:lnTo>
                  <a:lnTo>
                    <a:pt x="3907076" y="2301827"/>
                  </a:lnTo>
                  <a:lnTo>
                    <a:pt x="3907203" y="2301827"/>
                  </a:lnTo>
                  <a:lnTo>
                    <a:pt x="3907329" y="2301827"/>
                  </a:lnTo>
                  <a:lnTo>
                    <a:pt x="3907455" y="2301827"/>
                  </a:lnTo>
                  <a:lnTo>
                    <a:pt x="3907581" y="2301827"/>
                  </a:lnTo>
                  <a:lnTo>
                    <a:pt x="3907707" y="2301827"/>
                  </a:lnTo>
                  <a:lnTo>
                    <a:pt x="3907833" y="2301827"/>
                  </a:lnTo>
                  <a:lnTo>
                    <a:pt x="3907959" y="2301827"/>
                  </a:lnTo>
                  <a:lnTo>
                    <a:pt x="3908085" y="2301827"/>
                  </a:lnTo>
                  <a:lnTo>
                    <a:pt x="3908211" y="2301827"/>
                  </a:lnTo>
                  <a:lnTo>
                    <a:pt x="3908337" y="2301827"/>
                  </a:lnTo>
                  <a:lnTo>
                    <a:pt x="3908463" y="2301827"/>
                  </a:lnTo>
                  <a:lnTo>
                    <a:pt x="3908590" y="2301827"/>
                  </a:lnTo>
                  <a:lnTo>
                    <a:pt x="3908716" y="2301827"/>
                  </a:lnTo>
                  <a:lnTo>
                    <a:pt x="3908842" y="2301827"/>
                  </a:lnTo>
                  <a:lnTo>
                    <a:pt x="3908968" y="2301827"/>
                  </a:lnTo>
                  <a:lnTo>
                    <a:pt x="3909094" y="2301827"/>
                  </a:lnTo>
                  <a:lnTo>
                    <a:pt x="3909220" y="2301827"/>
                  </a:lnTo>
                  <a:lnTo>
                    <a:pt x="3909346" y="2301827"/>
                  </a:lnTo>
                  <a:lnTo>
                    <a:pt x="3909472" y="2301827"/>
                  </a:lnTo>
                  <a:lnTo>
                    <a:pt x="3909598" y="2301827"/>
                  </a:lnTo>
                  <a:lnTo>
                    <a:pt x="3909724" y="2301827"/>
                  </a:lnTo>
                  <a:lnTo>
                    <a:pt x="3909850" y="2301827"/>
                  </a:lnTo>
                  <a:lnTo>
                    <a:pt x="3909977" y="2301827"/>
                  </a:lnTo>
                  <a:lnTo>
                    <a:pt x="3910103" y="2301827"/>
                  </a:lnTo>
                  <a:lnTo>
                    <a:pt x="3910229" y="2301827"/>
                  </a:lnTo>
                  <a:lnTo>
                    <a:pt x="3910355" y="2301827"/>
                  </a:lnTo>
                  <a:lnTo>
                    <a:pt x="3910481" y="2301827"/>
                  </a:lnTo>
                  <a:lnTo>
                    <a:pt x="3910607" y="2301827"/>
                  </a:lnTo>
                  <a:lnTo>
                    <a:pt x="3910733" y="2301827"/>
                  </a:lnTo>
                  <a:lnTo>
                    <a:pt x="3910859" y="2301827"/>
                  </a:lnTo>
                  <a:lnTo>
                    <a:pt x="3910985" y="2301827"/>
                  </a:lnTo>
                  <a:lnTo>
                    <a:pt x="3911111" y="2301827"/>
                  </a:lnTo>
                  <a:lnTo>
                    <a:pt x="3911237" y="2301827"/>
                  </a:lnTo>
                  <a:lnTo>
                    <a:pt x="3911363" y="2301827"/>
                  </a:lnTo>
                  <a:lnTo>
                    <a:pt x="3911490" y="2301827"/>
                  </a:lnTo>
                  <a:lnTo>
                    <a:pt x="3911490" y="2296548"/>
                  </a:lnTo>
                  <a:lnTo>
                    <a:pt x="3911616" y="2296548"/>
                  </a:lnTo>
                  <a:lnTo>
                    <a:pt x="3911742" y="2296548"/>
                  </a:lnTo>
                  <a:lnTo>
                    <a:pt x="3911868" y="2296548"/>
                  </a:lnTo>
                  <a:lnTo>
                    <a:pt x="3911994" y="2296548"/>
                  </a:lnTo>
                  <a:lnTo>
                    <a:pt x="3912120" y="2296548"/>
                  </a:lnTo>
                  <a:lnTo>
                    <a:pt x="3912246" y="2296548"/>
                  </a:lnTo>
                  <a:lnTo>
                    <a:pt x="3912372" y="2296548"/>
                  </a:lnTo>
                  <a:lnTo>
                    <a:pt x="3912498" y="2296548"/>
                  </a:lnTo>
                  <a:lnTo>
                    <a:pt x="3912624" y="2296548"/>
                  </a:lnTo>
                  <a:lnTo>
                    <a:pt x="3912750" y="2296548"/>
                  </a:lnTo>
                  <a:lnTo>
                    <a:pt x="3912877" y="2296548"/>
                  </a:lnTo>
                  <a:lnTo>
                    <a:pt x="3913003" y="2296548"/>
                  </a:lnTo>
                  <a:lnTo>
                    <a:pt x="3913129" y="2296548"/>
                  </a:lnTo>
                  <a:lnTo>
                    <a:pt x="3913255" y="2296548"/>
                  </a:lnTo>
                  <a:lnTo>
                    <a:pt x="3913381" y="2296548"/>
                  </a:lnTo>
                  <a:lnTo>
                    <a:pt x="3913507" y="2296548"/>
                  </a:lnTo>
                  <a:lnTo>
                    <a:pt x="3913633" y="2296548"/>
                  </a:lnTo>
                  <a:lnTo>
                    <a:pt x="3913759" y="2296548"/>
                  </a:lnTo>
                  <a:lnTo>
                    <a:pt x="3913885" y="2296548"/>
                  </a:lnTo>
                  <a:lnTo>
                    <a:pt x="3914011" y="2296548"/>
                  </a:lnTo>
                  <a:lnTo>
                    <a:pt x="3914137" y="2296548"/>
                  </a:lnTo>
                  <a:lnTo>
                    <a:pt x="3914263" y="2296548"/>
                  </a:lnTo>
                  <a:lnTo>
                    <a:pt x="3914390" y="2296548"/>
                  </a:lnTo>
                  <a:lnTo>
                    <a:pt x="3914516" y="2296548"/>
                  </a:lnTo>
                  <a:lnTo>
                    <a:pt x="3914642" y="2296548"/>
                  </a:lnTo>
                  <a:lnTo>
                    <a:pt x="3914768" y="2296548"/>
                  </a:lnTo>
                  <a:lnTo>
                    <a:pt x="3914894" y="2296548"/>
                  </a:lnTo>
                  <a:lnTo>
                    <a:pt x="3915020" y="2296548"/>
                  </a:lnTo>
                  <a:lnTo>
                    <a:pt x="3915146" y="2296548"/>
                  </a:lnTo>
                  <a:lnTo>
                    <a:pt x="3915272" y="2296548"/>
                  </a:lnTo>
                  <a:lnTo>
                    <a:pt x="3915398" y="2296548"/>
                  </a:lnTo>
                  <a:lnTo>
                    <a:pt x="3915524" y="2296548"/>
                  </a:lnTo>
                  <a:lnTo>
                    <a:pt x="3915650" y="2296548"/>
                  </a:lnTo>
                  <a:lnTo>
                    <a:pt x="3915777" y="2296548"/>
                  </a:lnTo>
                  <a:lnTo>
                    <a:pt x="3915903" y="2296548"/>
                  </a:lnTo>
                  <a:lnTo>
                    <a:pt x="3916029" y="2296548"/>
                  </a:lnTo>
                  <a:lnTo>
                    <a:pt x="3916155" y="2296548"/>
                  </a:lnTo>
                  <a:lnTo>
                    <a:pt x="3916281" y="2296548"/>
                  </a:lnTo>
                  <a:lnTo>
                    <a:pt x="3916281" y="2291268"/>
                  </a:lnTo>
                  <a:lnTo>
                    <a:pt x="3916407" y="2291268"/>
                  </a:lnTo>
                  <a:lnTo>
                    <a:pt x="3916533" y="2291268"/>
                  </a:lnTo>
                  <a:lnTo>
                    <a:pt x="3916659" y="2291268"/>
                  </a:lnTo>
                  <a:lnTo>
                    <a:pt x="3916785" y="2291268"/>
                  </a:lnTo>
                  <a:lnTo>
                    <a:pt x="3916911" y="2291268"/>
                  </a:lnTo>
                  <a:lnTo>
                    <a:pt x="3917037" y="2291268"/>
                  </a:lnTo>
                  <a:lnTo>
                    <a:pt x="3917164" y="2291268"/>
                  </a:lnTo>
                  <a:lnTo>
                    <a:pt x="3917290" y="2291268"/>
                  </a:lnTo>
                  <a:lnTo>
                    <a:pt x="3917416" y="2291268"/>
                  </a:lnTo>
                  <a:lnTo>
                    <a:pt x="3917542" y="2291268"/>
                  </a:lnTo>
                  <a:lnTo>
                    <a:pt x="3917668" y="2291268"/>
                  </a:lnTo>
                  <a:lnTo>
                    <a:pt x="3917794" y="2291268"/>
                  </a:lnTo>
                  <a:lnTo>
                    <a:pt x="3917920" y="2291268"/>
                  </a:lnTo>
                  <a:lnTo>
                    <a:pt x="3918046" y="2291268"/>
                  </a:lnTo>
                  <a:lnTo>
                    <a:pt x="3918172" y="2291268"/>
                  </a:lnTo>
                  <a:lnTo>
                    <a:pt x="3918298" y="2291268"/>
                  </a:lnTo>
                  <a:lnTo>
                    <a:pt x="3918424" y="2291268"/>
                  </a:lnTo>
                  <a:lnTo>
                    <a:pt x="3918550" y="2291268"/>
                  </a:lnTo>
                  <a:lnTo>
                    <a:pt x="3918677" y="2291268"/>
                  </a:lnTo>
                  <a:lnTo>
                    <a:pt x="3918803" y="2291268"/>
                  </a:lnTo>
                  <a:lnTo>
                    <a:pt x="3918929" y="2291268"/>
                  </a:lnTo>
                  <a:lnTo>
                    <a:pt x="3919055" y="2291268"/>
                  </a:lnTo>
                  <a:lnTo>
                    <a:pt x="3919181" y="2291268"/>
                  </a:lnTo>
                  <a:lnTo>
                    <a:pt x="3919307" y="2291268"/>
                  </a:lnTo>
                  <a:lnTo>
                    <a:pt x="3919433" y="2291268"/>
                  </a:lnTo>
                  <a:lnTo>
                    <a:pt x="3919559" y="2291268"/>
                  </a:lnTo>
                  <a:lnTo>
                    <a:pt x="3919685" y="2291268"/>
                  </a:lnTo>
                  <a:lnTo>
                    <a:pt x="3919811" y="2291268"/>
                  </a:lnTo>
                  <a:lnTo>
                    <a:pt x="3919937" y="2291268"/>
                  </a:lnTo>
                  <a:lnTo>
                    <a:pt x="3920064" y="2291268"/>
                  </a:lnTo>
                  <a:lnTo>
                    <a:pt x="3920190" y="2291268"/>
                  </a:lnTo>
                  <a:lnTo>
                    <a:pt x="3920316" y="2291268"/>
                  </a:lnTo>
                  <a:lnTo>
                    <a:pt x="3920442" y="2291268"/>
                  </a:lnTo>
                  <a:lnTo>
                    <a:pt x="3920568" y="2291268"/>
                  </a:lnTo>
                  <a:lnTo>
                    <a:pt x="3920694" y="2291268"/>
                  </a:lnTo>
                  <a:lnTo>
                    <a:pt x="3920820" y="2291268"/>
                  </a:lnTo>
                  <a:lnTo>
                    <a:pt x="3920946" y="2291268"/>
                  </a:lnTo>
                  <a:lnTo>
                    <a:pt x="3921072" y="2291268"/>
                  </a:lnTo>
                  <a:lnTo>
                    <a:pt x="3921198" y="2291268"/>
                  </a:lnTo>
                  <a:lnTo>
                    <a:pt x="3921198" y="2285989"/>
                  </a:lnTo>
                  <a:lnTo>
                    <a:pt x="3921324" y="2285989"/>
                  </a:lnTo>
                  <a:lnTo>
                    <a:pt x="3921450" y="2285989"/>
                  </a:lnTo>
                  <a:lnTo>
                    <a:pt x="3921577" y="2285989"/>
                  </a:lnTo>
                  <a:lnTo>
                    <a:pt x="3921703" y="2285989"/>
                  </a:lnTo>
                  <a:lnTo>
                    <a:pt x="3921829" y="2285989"/>
                  </a:lnTo>
                  <a:lnTo>
                    <a:pt x="3921955" y="2285989"/>
                  </a:lnTo>
                  <a:lnTo>
                    <a:pt x="3922081" y="2285989"/>
                  </a:lnTo>
                  <a:lnTo>
                    <a:pt x="3922207" y="2285989"/>
                  </a:lnTo>
                  <a:lnTo>
                    <a:pt x="3922333" y="2285989"/>
                  </a:lnTo>
                  <a:lnTo>
                    <a:pt x="3922459" y="2285989"/>
                  </a:lnTo>
                  <a:lnTo>
                    <a:pt x="3922585" y="2285989"/>
                  </a:lnTo>
                  <a:lnTo>
                    <a:pt x="3922711" y="2285989"/>
                  </a:lnTo>
                  <a:lnTo>
                    <a:pt x="3922837" y="2285989"/>
                  </a:lnTo>
                  <a:lnTo>
                    <a:pt x="3922964" y="2285989"/>
                  </a:lnTo>
                  <a:lnTo>
                    <a:pt x="3923090" y="2285989"/>
                  </a:lnTo>
                  <a:lnTo>
                    <a:pt x="3923216" y="2285989"/>
                  </a:lnTo>
                  <a:lnTo>
                    <a:pt x="3923342" y="2285989"/>
                  </a:lnTo>
                  <a:lnTo>
                    <a:pt x="3923468" y="2285989"/>
                  </a:lnTo>
                  <a:lnTo>
                    <a:pt x="3923594" y="2285989"/>
                  </a:lnTo>
                  <a:lnTo>
                    <a:pt x="3923720" y="2285989"/>
                  </a:lnTo>
                  <a:lnTo>
                    <a:pt x="3923846" y="2285989"/>
                  </a:lnTo>
                  <a:lnTo>
                    <a:pt x="3923972" y="2285989"/>
                  </a:lnTo>
                  <a:lnTo>
                    <a:pt x="3923972" y="2280710"/>
                  </a:lnTo>
                  <a:lnTo>
                    <a:pt x="3924098" y="2280710"/>
                  </a:lnTo>
                  <a:lnTo>
                    <a:pt x="3924224" y="2280710"/>
                  </a:lnTo>
                  <a:lnTo>
                    <a:pt x="3924350" y="2280710"/>
                  </a:lnTo>
                  <a:lnTo>
                    <a:pt x="3924477" y="2280710"/>
                  </a:lnTo>
                  <a:lnTo>
                    <a:pt x="3924603" y="2280710"/>
                  </a:lnTo>
                  <a:lnTo>
                    <a:pt x="3924729" y="2280710"/>
                  </a:lnTo>
                  <a:lnTo>
                    <a:pt x="3924855" y="2280710"/>
                  </a:lnTo>
                  <a:lnTo>
                    <a:pt x="3924981" y="2280710"/>
                  </a:lnTo>
                  <a:lnTo>
                    <a:pt x="3925107" y="2280710"/>
                  </a:lnTo>
                  <a:lnTo>
                    <a:pt x="3925233" y="2280710"/>
                  </a:lnTo>
                  <a:lnTo>
                    <a:pt x="3925359" y="2280710"/>
                  </a:lnTo>
                  <a:lnTo>
                    <a:pt x="3925485" y="2280710"/>
                  </a:lnTo>
                  <a:lnTo>
                    <a:pt x="3925611" y="2280710"/>
                  </a:lnTo>
                  <a:lnTo>
                    <a:pt x="3925737" y="2280710"/>
                  </a:lnTo>
                  <a:lnTo>
                    <a:pt x="3925864" y="2280710"/>
                  </a:lnTo>
                  <a:lnTo>
                    <a:pt x="3925990" y="2280710"/>
                  </a:lnTo>
                  <a:lnTo>
                    <a:pt x="3926116" y="2280710"/>
                  </a:lnTo>
                  <a:lnTo>
                    <a:pt x="3926242" y="2280710"/>
                  </a:lnTo>
                  <a:lnTo>
                    <a:pt x="3926368" y="2280710"/>
                  </a:lnTo>
                  <a:lnTo>
                    <a:pt x="3926494" y="2280710"/>
                  </a:lnTo>
                  <a:lnTo>
                    <a:pt x="3926620" y="2280710"/>
                  </a:lnTo>
                  <a:lnTo>
                    <a:pt x="3926746" y="2280710"/>
                  </a:lnTo>
                  <a:lnTo>
                    <a:pt x="3926872" y="2280710"/>
                  </a:lnTo>
                  <a:lnTo>
                    <a:pt x="3926998" y="2280710"/>
                  </a:lnTo>
                  <a:lnTo>
                    <a:pt x="3927124" y="2280710"/>
                  </a:lnTo>
                  <a:lnTo>
                    <a:pt x="3927251" y="2280710"/>
                  </a:lnTo>
                  <a:lnTo>
                    <a:pt x="3927377" y="2280710"/>
                  </a:lnTo>
                  <a:lnTo>
                    <a:pt x="3927503" y="2280710"/>
                  </a:lnTo>
                  <a:lnTo>
                    <a:pt x="3927629" y="2280710"/>
                  </a:lnTo>
                  <a:lnTo>
                    <a:pt x="3927755" y="2280710"/>
                  </a:lnTo>
                  <a:lnTo>
                    <a:pt x="3927881" y="2280710"/>
                  </a:lnTo>
                  <a:lnTo>
                    <a:pt x="3928007" y="2280710"/>
                  </a:lnTo>
                  <a:lnTo>
                    <a:pt x="3928133" y="2280710"/>
                  </a:lnTo>
                  <a:lnTo>
                    <a:pt x="3928259" y="2280710"/>
                  </a:lnTo>
                  <a:lnTo>
                    <a:pt x="3928385" y="2280710"/>
                  </a:lnTo>
                  <a:lnTo>
                    <a:pt x="3928511" y="2280710"/>
                  </a:lnTo>
                  <a:lnTo>
                    <a:pt x="3928637" y="2280710"/>
                  </a:lnTo>
                  <a:lnTo>
                    <a:pt x="3928764" y="2280710"/>
                  </a:lnTo>
                  <a:lnTo>
                    <a:pt x="3928890" y="2280710"/>
                  </a:lnTo>
                  <a:lnTo>
                    <a:pt x="3929016" y="2280710"/>
                  </a:lnTo>
                  <a:lnTo>
                    <a:pt x="3929142" y="2280710"/>
                  </a:lnTo>
                  <a:lnTo>
                    <a:pt x="3929268" y="2280710"/>
                  </a:lnTo>
                  <a:lnTo>
                    <a:pt x="3929394" y="2280710"/>
                  </a:lnTo>
                  <a:lnTo>
                    <a:pt x="3929520" y="2280710"/>
                  </a:lnTo>
                  <a:lnTo>
                    <a:pt x="3929646" y="2280710"/>
                  </a:lnTo>
                  <a:lnTo>
                    <a:pt x="3929772" y="2280710"/>
                  </a:lnTo>
                  <a:lnTo>
                    <a:pt x="3929898" y="2280710"/>
                  </a:lnTo>
                  <a:lnTo>
                    <a:pt x="3930024" y="2280710"/>
                  </a:lnTo>
                  <a:lnTo>
                    <a:pt x="3930151" y="2280710"/>
                  </a:lnTo>
                  <a:lnTo>
                    <a:pt x="3930277" y="2280710"/>
                  </a:lnTo>
                  <a:lnTo>
                    <a:pt x="3930403" y="2280710"/>
                  </a:lnTo>
                  <a:lnTo>
                    <a:pt x="3930529" y="2280710"/>
                  </a:lnTo>
                  <a:lnTo>
                    <a:pt x="3930655" y="2280710"/>
                  </a:lnTo>
                  <a:lnTo>
                    <a:pt x="3930781" y="2280710"/>
                  </a:lnTo>
                  <a:lnTo>
                    <a:pt x="3930907" y="2280710"/>
                  </a:lnTo>
                  <a:lnTo>
                    <a:pt x="3931033" y="2280710"/>
                  </a:lnTo>
                  <a:lnTo>
                    <a:pt x="3931159" y="2280710"/>
                  </a:lnTo>
                  <a:lnTo>
                    <a:pt x="3931285" y="2280710"/>
                  </a:lnTo>
                  <a:lnTo>
                    <a:pt x="3931411" y="2280710"/>
                  </a:lnTo>
                  <a:lnTo>
                    <a:pt x="3931537" y="2280710"/>
                  </a:lnTo>
                  <a:lnTo>
                    <a:pt x="3931664" y="2280710"/>
                  </a:lnTo>
                  <a:lnTo>
                    <a:pt x="3931790" y="2280710"/>
                  </a:lnTo>
                  <a:lnTo>
                    <a:pt x="3931916" y="2280710"/>
                  </a:lnTo>
                  <a:lnTo>
                    <a:pt x="3932042" y="2280710"/>
                  </a:lnTo>
                  <a:lnTo>
                    <a:pt x="3932168" y="2280710"/>
                  </a:lnTo>
                  <a:lnTo>
                    <a:pt x="3932294" y="2280710"/>
                  </a:lnTo>
                  <a:lnTo>
                    <a:pt x="3932420" y="2280710"/>
                  </a:lnTo>
                  <a:lnTo>
                    <a:pt x="3932546" y="2280710"/>
                  </a:lnTo>
                  <a:lnTo>
                    <a:pt x="3932672" y="2280710"/>
                  </a:lnTo>
                  <a:lnTo>
                    <a:pt x="3932798" y="2280710"/>
                  </a:lnTo>
                  <a:lnTo>
                    <a:pt x="3932924" y="2280710"/>
                  </a:lnTo>
                  <a:lnTo>
                    <a:pt x="3933051" y="2280710"/>
                  </a:lnTo>
                  <a:lnTo>
                    <a:pt x="3933177" y="2280710"/>
                  </a:lnTo>
                  <a:lnTo>
                    <a:pt x="3933303" y="2280710"/>
                  </a:lnTo>
                  <a:lnTo>
                    <a:pt x="3933429" y="2280710"/>
                  </a:lnTo>
                  <a:lnTo>
                    <a:pt x="3933555" y="2280710"/>
                  </a:lnTo>
                  <a:lnTo>
                    <a:pt x="3933681" y="2280710"/>
                  </a:lnTo>
                  <a:lnTo>
                    <a:pt x="3933807" y="2280710"/>
                  </a:lnTo>
                  <a:lnTo>
                    <a:pt x="3933933" y="2280710"/>
                  </a:lnTo>
                  <a:lnTo>
                    <a:pt x="3934059" y="2280710"/>
                  </a:lnTo>
                  <a:lnTo>
                    <a:pt x="3934185" y="2280710"/>
                  </a:lnTo>
                  <a:lnTo>
                    <a:pt x="3934311" y="2280710"/>
                  </a:lnTo>
                  <a:lnTo>
                    <a:pt x="3934438" y="2280710"/>
                  </a:lnTo>
                  <a:lnTo>
                    <a:pt x="3934564" y="2280710"/>
                  </a:lnTo>
                  <a:lnTo>
                    <a:pt x="3934690" y="2280710"/>
                  </a:lnTo>
                  <a:lnTo>
                    <a:pt x="3934816" y="2280710"/>
                  </a:lnTo>
                  <a:lnTo>
                    <a:pt x="3934942" y="2280710"/>
                  </a:lnTo>
                  <a:lnTo>
                    <a:pt x="3935068" y="2280710"/>
                  </a:lnTo>
                  <a:lnTo>
                    <a:pt x="3935194" y="2280710"/>
                  </a:lnTo>
                  <a:lnTo>
                    <a:pt x="3935320" y="2280710"/>
                  </a:lnTo>
                  <a:lnTo>
                    <a:pt x="3935446" y="2280710"/>
                  </a:lnTo>
                  <a:lnTo>
                    <a:pt x="3935572" y="2280710"/>
                  </a:lnTo>
                  <a:lnTo>
                    <a:pt x="3935698" y="2280710"/>
                  </a:lnTo>
                  <a:lnTo>
                    <a:pt x="3935824" y="2280710"/>
                  </a:lnTo>
                  <a:lnTo>
                    <a:pt x="3935951" y="2280710"/>
                  </a:lnTo>
                  <a:lnTo>
                    <a:pt x="3936077" y="2280710"/>
                  </a:lnTo>
                  <a:lnTo>
                    <a:pt x="3936203" y="2280710"/>
                  </a:lnTo>
                  <a:lnTo>
                    <a:pt x="3936329" y="2280710"/>
                  </a:lnTo>
                  <a:lnTo>
                    <a:pt x="3936455" y="2280710"/>
                  </a:lnTo>
                  <a:lnTo>
                    <a:pt x="3936581" y="2280710"/>
                  </a:lnTo>
                  <a:lnTo>
                    <a:pt x="3936707" y="2280710"/>
                  </a:lnTo>
                  <a:lnTo>
                    <a:pt x="3936833" y="2280710"/>
                  </a:lnTo>
                  <a:lnTo>
                    <a:pt x="3936959" y="2280710"/>
                  </a:lnTo>
                  <a:lnTo>
                    <a:pt x="3936959" y="2275430"/>
                  </a:lnTo>
                  <a:lnTo>
                    <a:pt x="3937085" y="2275430"/>
                  </a:lnTo>
                  <a:lnTo>
                    <a:pt x="3937211" y="2275430"/>
                  </a:lnTo>
                  <a:lnTo>
                    <a:pt x="3937338" y="2275430"/>
                  </a:lnTo>
                  <a:lnTo>
                    <a:pt x="3937464" y="2275430"/>
                  </a:lnTo>
                  <a:lnTo>
                    <a:pt x="3937590" y="2275430"/>
                  </a:lnTo>
                  <a:lnTo>
                    <a:pt x="3937716" y="2275430"/>
                  </a:lnTo>
                  <a:lnTo>
                    <a:pt x="3937842" y="2275430"/>
                  </a:lnTo>
                  <a:lnTo>
                    <a:pt x="3937968" y="2275430"/>
                  </a:lnTo>
                  <a:lnTo>
                    <a:pt x="3938094" y="2275430"/>
                  </a:lnTo>
                  <a:lnTo>
                    <a:pt x="3938220" y="2275430"/>
                  </a:lnTo>
                  <a:lnTo>
                    <a:pt x="3938346" y="2275430"/>
                  </a:lnTo>
                  <a:lnTo>
                    <a:pt x="3938472" y="2275430"/>
                  </a:lnTo>
                  <a:lnTo>
                    <a:pt x="3938598" y="2275430"/>
                  </a:lnTo>
                  <a:lnTo>
                    <a:pt x="3938724" y="2275430"/>
                  </a:lnTo>
                  <a:lnTo>
                    <a:pt x="3938851" y="2275430"/>
                  </a:lnTo>
                  <a:lnTo>
                    <a:pt x="3938977" y="2275430"/>
                  </a:lnTo>
                  <a:lnTo>
                    <a:pt x="3939103" y="2275430"/>
                  </a:lnTo>
                  <a:lnTo>
                    <a:pt x="3939229" y="2275430"/>
                  </a:lnTo>
                  <a:lnTo>
                    <a:pt x="3939355" y="2275430"/>
                  </a:lnTo>
                  <a:lnTo>
                    <a:pt x="3939481" y="2275430"/>
                  </a:lnTo>
                  <a:lnTo>
                    <a:pt x="3939607" y="2275430"/>
                  </a:lnTo>
                  <a:lnTo>
                    <a:pt x="3939733" y="2275430"/>
                  </a:lnTo>
                  <a:lnTo>
                    <a:pt x="3939859" y="2275430"/>
                  </a:lnTo>
                  <a:lnTo>
                    <a:pt x="3939985" y="2275430"/>
                  </a:lnTo>
                  <a:lnTo>
                    <a:pt x="3940111" y="2275430"/>
                  </a:lnTo>
                  <a:lnTo>
                    <a:pt x="3940238" y="2275430"/>
                  </a:lnTo>
                  <a:lnTo>
                    <a:pt x="3940364" y="2275430"/>
                  </a:lnTo>
                  <a:lnTo>
                    <a:pt x="3940490" y="2275430"/>
                  </a:lnTo>
                  <a:lnTo>
                    <a:pt x="3940616" y="2275430"/>
                  </a:lnTo>
                  <a:lnTo>
                    <a:pt x="3940742" y="2275430"/>
                  </a:lnTo>
                  <a:lnTo>
                    <a:pt x="3940868" y="2275430"/>
                  </a:lnTo>
                  <a:lnTo>
                    <a:pt x="3940994" y="2275430"/>
                  </a:lnTo>
                  <a:lnTo>
                    <a:pt x="3941120" y="2275430"/>
                  </a:lnTo>
                  <a:lnTo>
                    <a:pt x="3941246" y="2275430"/>
                  </a:lnTo>
                  <a:lnTo>
                    <a:pt x="3941372" y="2275430"/>
                  </a:lnTo>
                  <a:lnTo>
                    <a:pt x="3941498" y="2275430"/>
                  </a:lnTo>
                  <a:lnTo>
                    <a:pt x="3941625" y="2275430"/>
                  </a:lnTo>
                  <a:lnTo>
                    <a:pt x="3941751" y="2275430"/>
                  </a:lnTo>
                  <a:lnTo>
                    <a:pt x="3941877" y="2275430"/>
                  </a:lnTo>
                  <a:lnTo>
                    <a:pt x="3942003" y="2275430"/>
                  </a:lnTo>
                  <a:lnTo>
                    <a:pt x="3942129" y="2275430"/>
                  </a:lnTo>
                  <a:lnTo>
                    <a:pt x="3942255" y="2275430"/>
                  </a:lnTo>
                  <a:lnTo>
                    <a:pt x="3942381" y="2275430"/>
                  </a:lnTo>
                  <a:lnTo>
                    <a:pt x="3942507" y="2275430"/>
                  </a:lnTo>
                  <a:lnTo>
                    <a:pt x="3942633" y="2275430"/>
                  </a:lnTo>
                  <a:lnTo>
                    <a:pt x="3942759" y="2275430"/>
                  </a:lnTo>
                  <a:lnTo>
                    <a:pt x="3942885" y="2275430"/>
                  </a:lnTo>
                  <a:lnTo>
                    <a:pt x="3943011" y="2275430"/>
                  </a:lnTo>
                  <a:lnTo>
                    <a:pt x="3943138" y="2275430"/>
                  </a:lnTo>
                  <a:lnTo>
                    <a:pt x="3943264" y="2275430"/>
                  </a:lnTo>
                  <a:lnTo>
                    <a:pt x="3943390" y="2275430"/>
                  </a:lnTo>
                  <a:lnTo>
                    <a:pt x="3943516" y="2275430"/>
                  </a:lnTo>
                  <a:lnTo>
                    <a:pt x="3943642" y="2275430"/>
                  </a:lnTo>
                  <a:lnTo>
                    <a:pt x="3943768" y="2275430"/>
                  </a:lnTo>
                  <a:lnTo>
                    <a:pt x="3943894" y="2275430"/>
                  </a:lnTo>
                  <a:lnTo>
                    <a:pt x="3944020" y="2275430"/>
                  </a:lnTo>
                  <a:lnTo>
                    <a:pt x="3944146" y="2275430"/>
                  </a:lnTo>
                  <a:lnTo>
                    <a:pt x="3944272" y="2275430"/>
                  </a:lnTo>
                  <a:lnTo>
                    <a:pt x="3944398" y="2275430"/>
                  </a:lnTo>
                  <a:lnTo>
                    <a:pt x="3944525" y="2275430"/>
                  </a:lnTo>
                  <a:lnTo>
                    <a:pt x="3944651" y="2275430"/>
                  </a:lnTo>
                  <a:lnTo>
                    <a:pt x="3944777" y="2275430"/>
                  </a:lnTo>
                  <a:lnTo>
                    <a:pt x="3944903" y="2275430"/>
                  </a:lnTo>
                  <a:lnTo>
                    <a:pt x="3945029" y="2275430"/>
                  </a:lnTo>
                  <a:lnTo>
                    <a:pt x="3945155" y="2275430"/>
                  </a:lnTo>
                  <a:lnTo>
                    <a:pt x="3945281" y="2275430"/>
                  </a:lnTo>
                  <a:lnTo>
                    <a:pt x="3945407" y="2275430"/>
                  </a:lnTo>
                  <a:lnTo>
                    <a:pt x="3945533" y="2275430"/>
                  </a:lnTo>
                  <a:lnTo>
                    <a:pt x="3945659" y="2275430"/>
                  </a:lnTo>
                  <a:lnTo>
                    <a:pt x="3945785" y="2275430"/>
                  </a:lnTo>
                  <a:lnTo>
                    <a:pt x="3945911" y="2275430"/>
                  </a:lnTo>
                  <a:lnTo>
                    <a:pt x="3946038" y="2275430"/>
                  </a:lnTo>
                  <a:lnTo>
                    <a:pt x="3946164" y="2275430"/>
                  </a:lnTo>
                  <a:lnTo>
                    <a:pt x="3946290" y="2275430"/>
                  </a:lnTo>
                  <a:lnTo>
                    <a:pt x="3946416" y="2275430"/>
                  </a:lnTo>
                  <a:lnTo>
                    <a:pt x="3946542" y="2275430"/>
                  </a:lnTo>
                  <a:lnTo>
                    <a:pt x="3946668" y="2275430"/>
                  </a:lnTo>
                  <a:lnTo>
                    <a:pt x="3946794" y="2275430"/>
                  </a:lnTo>
                  <a:lnTo>
                    <a:pt x="3946794" y="2270151"/>
                  </a:lnTo>
                  <a:lnTo>
                    <a:pt x="3946920" y="2270151"/>
                  </a:lnTo>
                  <a:lnTo>
                    <a:pt x="3946920" y="2264871"/>
                  </a:lnTo>
                  <a:lnTo>
                    <a:pt x="3947046" y="2264871"/>
                  </a:lnTo>
                  <a:lnTo>
                    <a:pt x="3947046" y="2259592"/>
                  </a:lnTo>
                  <a:lnTo>
                    <a:pt x="3947172" y="2259592"/>
                  </a:lnTo>
                  <a:lnTo>
                    <a:pt x="3947298" y="2259592"/>
                  </a:lnTo>
                  <a:lnTo>
                    <a:pt x="3947425" y="2259592"/>
                  </a:lnTo>
                  <a:lnTo>
                    <a:pt x="3947551" y="2259592"/>
                  </a:lnTo>
                  <a:lnTo>
                    <a:pt x="3947677" y="2259592"/>
                  </a:lnTo>
                  <a:lnTo>
                    <a:pt x="3947803" y="2259592"/>
                  </a:lnTo>
                  <a:lnTo>
                    <a:pt x="3947929" y="2259592"/>
                  </a:lnTo>
                  <a:lnTo>
                    <a:pt x="3948055" y="2259592"/>
                  </a:lnTo>
                  <a:lnTo>
                    <a:pt x="3948181" y="2259592"/>
                  </a:lnTo>
                  <a:lnTo>
                    <a:pt x="3948307" y="2259592"/>
                  </a:lnTo>
                  <a:lnTo>
                    <a:pt x="3948433" y="2259592"/>
                  </a:lnTo>
                  <a:lnTo>
                    <a:pt x="3948559" y="2259592"/>
                  </a:lnTo>
                  <a:lnTo>
                    <a:pt x="3948685" y="2259592"/>
                  </a:lnTo>
                  <a:lnTo>
                    <a:pt x="3948811" y="2259592"/>
                  </a:lnTo>
                  <a:lnTo>
                    <a:pt x="3948938" y="2259592"/>
                  </a:lnTo>
                  <a:lnTo>
                    <a:pt x="3949064" y="2259592"/>
                  </a:lnTo>
                  <a:lnTo>
                    <a:pt x="3949190" y="2259592"/>
                  </a:lnTo>
                  <a:lnTo>
                    <a:pt x="3949316" y="2259592"/>
                  </a:lnTo>
                  <a:lnTo>
                    <a:pt x="3949442" y="2259592"/>
                  </a:lnTo>
                  <a:lnTo>
                    <a:pt x="3949568" y="2259592"/>
                  </a:lnTo>
                  <a:lnTo>
                    <a:pt x="3949694" y="2259592"/>
                  </a:lnTo>
                  <a:lnTo>
                    <a:pt x="3949820" y="2259592"/>
                  </a:lnTo>
                  <a:lnTo>
                    <a:pt x="3949946" y="2259592"/>
                  </a:lnTo>
                  <a:lnTo>
                    <a:pt x="3950072" y="2259592"/>
                  </a:lnTo>
                  <a:lnTo>
                    <a:pt x="3950198" y="2259592"/>
                  </a:lnTo>
                  <a:lnTo>
                    <a:pt x="3950325" y="2259592"/>
                  </a:lnTo>
                  <a:lnTo>
                    <a:pt x="3950451" y="2259592"/>
                  </a:lnTo>
                  <a:lnTo>
                    <a:pt x="3950577" y="2259592"/>
                  </a:lnTo>
                  <a:lnTo>
                    <a:pt x="3950703" y="2259592"/>
                  </a:lnTo>
                  <a:lnTo>
                    <a:pt x="3950829" y="2259592"/>
                  </a:lnTo>
                  <a:lnTo>
                    <a:pt x="3950955" y="2259592"/>
                  </a:lnTo>
                  <a:lnTo>
                    <a:pt x="3951081" y="2259592"/>
                  </a:lnTo>
                  <a:lnTo>
                    <a:pt x="3951207" y="2259592"/>
                  </a:lnTo>
                  <a:lnTo>
                    <a:pt x="3951333" y="2259592"/>
                  </a:lnTo>
                  <a:lnTo>
                    <a:pt x="3951459" y="2259592"/>
                  </a:lnTo>
                  <a:lnTo>
                    <a:pt x="3951585" y="2259592"/>
                  </a:lnTo>
                  <a:lnTo>
                    <a:pt x="3951712" y="2259592"/>
                  </a:lnTo>
                  <a:lnTo>
                    <a:pt x="3951838" y="2259592"/>
                  </a:lnTo>
                  <a:lnTo>
                    <a:pt x="3951964" y="2259592"/>
                  </a:lnTo>
                  <a:lnTo>
                    <a:pt x="3952090" y="2259592"/>
                  </a:lnTo>
                  <a:lnTo>
                    <a:pt x="3952216" y="2259592"/>
                  </a:lnTo>
                  <a:lnTo>
                    <a:pt x="3952342" y="2259592"/>
                  </a:lnTo>
                  <a:lnTo>
                    <a:pt x="3952468" y="2259592"/>
                  </a:lnTo>
                  <a:lnTo>
                    <a:pt x="3952594" y="2259592"/>
                  </a:lnTo>
                  <a:lnTo>
                    <a:pt x="3952720" y="2259592"/>
                  </a:lnTo>
                  <a:lnTo>
                    <a:pt x="3952846" y="2259592"/>
                  </a:lnTo>
                  <a:lnTo>
                    <a:pt x="3952972" y="2259592"/>
                  </a:lnTo>
                  <a:lnTo>
                    <a:pt x="3953098" y="2259592"/>
                  </a:lnTo>
                  <a:lnTo>
                    <a:pt x="3953225" y="2259592"/>
                  </a:lnTo>
                  <a:lnTo>
                    <a:pt x="3953351" y="2259592"/>
                  </a:lnTo>
                  <a:lnTo>
                    <a:pt x="3953477" y="2259592"/>
                  </a:lnTo>
                  <a:lnTo>
                    <a:pt x="3953603" y="2259592"/>
                  </a:lnTo>
                  <a:lnTo>
                    <a:pt x="3953729" y="2259592"/>
                  </a:lnTo>
                  <a:lnTo>
                    <a:pt x="3953855" y="2259592"/>
                  </a:lnTo>
                  <a:lnTo>
                    <a:pt x="3953981" y="2259592"/>
                  </a:lnTo>
                  <a:lnTo>
                    <a:pt x="3954107" y="2259592"/>
                  </a:lnTo>
                  <a:lnTo>
                    <a:pt x="3954233" y="2259592"/>
                  </a:lnTo>
                  <a:lnTo>
                    <a:pt x="3954359" y="2259592"/>
                  </a:lnTo>
                  <a:lnTo>
                    <a:pt x="3954485" y="2259592"/>
                  </a:lnTo>
                  <a:lnTo>
                    <a:pt x="3954612" y="2259592"/>
                  </a:lnTo>
                  <a:lnTo>
                    <a:pt x="3954738" y="2259592"/>
                  </a:lnTo>
                  <a:lnTo>
                    <a:pt x="3954864" y="2259592"/>
                  </a:lnTo>
                  <a:lnTo>
                    <a:pt x="3954990" y="2259592"/>
                  </a:lnTo>
                  <a:lnTo>
                    <a:pt x="3955116" y="2259592"/>
                  </a:lnTo>
                  <a:lnTo>
                    <a:pt x="3955242" y="2259592"/>
                  </a:lnTo>
                  <a:lnTo>
                    <a:pt x="3955368" y="2259592"/>
                  </a:lnTo>
                  <a:lnTo>
                    <a:pt x="3955494" y="2259592"/>
                  </a:lnTo>
                  <a:lnTo>
                    <a:pt x="3955620" y="2259592"/>
                  </a:lnTo>
                  <a:lnTo>
                    <a:pt x="3955746" y="2259592"/>
                  </a:lnTo>
                  <a:lnTo>
                    <a:pt x="3955872" y="2259592"/>
                  </a:lnTo>
                  <a:lnTo>
                    <a:pt x="3955998" y="2259592"/>
                  </a:lnTo>
                  <a:lnTo>
                    <a:pt x="3956125" y="2259592"/>
                  </a:lnTo>
                  <a:lnTo>
                    <a:pt x="3956251" y="2259592"/>
                  </a:lnTo>
                  <a:lnTo>
                    <a:pt x="3956377" y="2259592"/>
                  </a:lnTo>
                  <a:lnTo>
                    <a:pt x="3956503" y="2259592"/>
                  </a:lnTo>
                  <a:lnTo>
                    <a:pt x="3956629" y="2259592"/>
                  </a:lnTo>
                  <a:lnTo>
                    <a:pt x="3956755" y="2259592"/>
                  </a:lnTo>
                  <a:lnTo>
                    <a:pt x="3956881" y="2259592"/>
                  </a:lnTo>
                  <a:lnTo>
                    <a:pt x="3957007" y="2259592"/>
                  </a:lnTo>
                  <a:lnTo>
                    <a:pt x="3957133" y="2259592"/>
                  </a:lnTo>
                  <a:lnTo>
                    <a:pt x="3957259" y="2259592"/>
                  </a:lnTo>
                  <a:lnTo>
                    <a:pt x="3957385" y="2259592"/>
                  </a:lnTo>
                  <a:lnTo>
                    <a:pt x="3957512" y="2259592"/>
                  </a:lnTo>
                  <a:lnTo>
                    <a:pt x="3957638" y="2259592"/>
                  </a:lnTo>
                  <a:lnTo>
                    <a:pt x="3957764" y="2259592"/>
                  </a:lnTo>
                  <a:lnTo>
                    <a:pt x="3957890" y="2259592"/>
                  </a:lnTo>
                  <a:lnTo>
                    <a:pt x="3958016" y="2259592"/>
                  </a:lnTo>
                  <a:lnTo>
                    <a:pt x="3958142" y="2259592"/>
                  </a:lnTo>
                  <a:lnTo>
                    <a:pt x="3958268" y="2259592"/>
                  </a:lnTo>
                  <a:lnTo>
                    <a:pt x="3958394" y="2259592"/>
                  </a:lnTo>
                  <a:lnTo>
                    <a:pt x="3958520" y="2259592"/>
                  </a:lnTo>
                  <a:lnTo>
                    <a:pt x="3958646" y="2259592"/>
                  </a:lnTo>
                  <a:lnTo>
                    <a:pt x="3958772" y="2259592"/>
                  </a:lnTo>
                  <a:lnTo>
                    <a:pt x="3958899" y="2259592"/>
                  </a:lnTo>
                  <a:lnTo>
                    <a:pt x="3959025" y="2259592"/>
                  </a:lnTo>
                  <a:lnTo>
                    <a:pt x="3959151" y="2259592"/>
                  </a:lnTo>
                  <a:lnTo>
                    <a:pt x="3959277" y="2259592"/>
                  </a:lnTo>
                  <a:lnTo>
                    <a:pt x="3959403" y="2259592"/>
                  </a:lnTo>
                  <a:lnTo>
                    <a:pt x="3959529" y="2259592"/>
                  </a:lnTo>
                  <a:lnTo>
                    <a:pt x="3959529" y="2254312"/>
                  </a:lnTo>
                  <a:lnTo>
                    <a:pt x="3959655" y="2254312"/>
                  </a:lnTo>
                  <a:lnTo>
                    <a:pt x="3959781" y="2254312"/>
                  </a:lnTo>
                  <a:lnTo>
                    <a:pt x="3959907" y="2254312"/>
                  </a:lnTo>
                  <a:lnTo>
                    <a:pt x="3960033" y="2254312"/>
                  </a:lnTo>
                  <a:lnTo>
                    <a:pt x="3960159" y="2254312"/>
                  </a:lnTo>
                  <a:lnTo>
                    <a:pt x="3960285" y="2254312"/>
                  </a:lnTo>
                  <a:lnTo>
                    <a:pt x="3960412" y="2254312"/>
                  </a:lnTo>
                  <a:lnTo>
                    <a:pt x="3960538" y="2254312"/>
                  </a:lnTo>
                  <a:lnTo>
                    <a:pt x="3960664" y="2254312"/>
                  </a:lnTo>
                  <a:lnTo>
                    <a:pt x="3960790" y="2254312"/>
                  </a:lnTo>
                  <a:lnTo>
                    <a:pt x="3960916" y="2254312"/>
                  </a:lnTo>
                  <a:lnTo>
                    <a:pt x="3961042" y="2254312"/>
                  </a:lnTo>
                  <a:lnTo>
                    <a:pt x="3961168" y="2254312"/>
                  </a:lnTo>
                  <a:lnTo>
                    <a:pt x="3961294" y="2254312"/>
                  </a:lnTo>
                  <a:lnTo>
                    <a:pt x="3961420" y="2254312"/>
                  </a:lnTo>
                  <a:lnTo>
                    <a:pt x="3961546" y="2254312"/>
                  </a:lnTo>
                  <a:lnTo>
                    <a:pt x="3961672" y="2254312"/>
                  </a:lnTo>
                  <a:lnTo>
                    <a:pt x="3961799" y="2254312"/>
                  </a:lnTo>
                  <a:lnTo>
                    <a:pt x="3961925" y="2254312"/>
                  </a:lnTo>
                  <a:lnTo>
                    <a:pt x="3962051" y="2254312"/>
                  </a:lnTo>
                  <a:lnTo>
                    <a:pt x="3962177" y="2254312"/>
                  </a:lnTo>
                  <a:lnTo>
                    <a:pt x="3962303" y="2254312"/>
                  </a:lnTo>
                  <a:lnTo>
                    <a:pt x="3962429" y="2254312"/>
                  </a:lnTo>
                  <a:lnTo>
                    <a:pt x="3962555" y="2254312"/>
                  </a:lnTo>
                  <a:lnTo>
                    <a:pt x="3962681" y="2254312"/>
                  </a:lnTo>
                  <a:lnTo>
                    <a:pt x="3962807" y="2254312"/>
                  </a:lnTo>
                  <a:lnTo>
                    <a:pt x="3962933" y="2254312"/>
                  </a:lnTo>
                  <a:lnTo>
                    <a:pt x="3963059" y="2254312"/>
                  </a:lnTo>
                  <a:lnTo>
                    <a:pt x="3963185" y="2254312"/>
                  </a:lnTo>
                  <a:lnTo>
                    <a:pt x="3963312" y="2254312"/>
                  </a:lnTo>
                  <a:lnTo>
                    <a:pt x="3963438" y="2254312"/>
                  </a:lnTo>
                  <a:lnTo>
                    <a:pt x="3963564" y="2254312"/>
                  </a:lnTo>
                  <a:lnTo>
                    <a:pt x="3963690" y="2254312"/>
                  </a:lnTo>
                  <a:lnTo>
                    <a:pt x="3963816" y="2254312"/>
                  </a:lnTo>
                  <a:lnTo>
                    <a:pt x="3963942" y="2254312"/>
                  </a:lnTo>
                  <a:lnTo>
                    <a:pt x="3964068" y="2254312"/>
                  </a:lnTo>
                  <a:lnTo>
                    <a:pt x="3964194" y="2254312"/>
                  </a:lnTo>
                  <a:lnTo>
                    <a:pt x="3964320" y="2254312"/>
                  </a:lnTo>
                  <a:lnTo>
                    <a:pt x="3964446" y="2254312"/>
                  </a:lnTo>
                  <a:lnTo>
                    <a:pt x="3964572" y="2254312"/>
                  </a:lnTo>
                  <a:lnTo>
                    <a:pt x="3964699" y="2254312"/>
                  </a:lnTo>
                  <a:lnTo>
                    <a:pt x="3964825" y="2254312"/>
                  </a:lnTo>
                  <a:lnTo>
                    <a:pt x="3964951" y="2254312"/>
                  </a:lnTo>
                  <a:lnTo>
                    <a:pt x="3965077" y="2254312"/>
                  </a:lnTo>
                  <a:lnTo>
                    <a:pt x="3965203" y="2254312"/>
                  </a:lnTo>
                  <a:lnTo>
                    <a:pt x="3965329" y="2254312"/>
                  </a:lnTo>
                  <a:lnTo>
                    <a:pt x="3965455" y="2254312"/>
                  </a:lnTo>
                  <a:lnTo>
                    <a:pt x="3965581" y="2254312"/>
                  </a:lnTo>
                  <a:lnTo>
                    <a:pt x="3965707" y="2254312"/>
                  </a:lnTo>
                  <a:lnTo>
                    <a:pt x="3965833" y="2254312"/>
                  </a:lnTo>
                  <a:lnTo>
                    <a:pt x="3965959" y="2254312"/>
                  </a:lnTo>
                  <a:lnTo>
                    <a:pt x="3966085" y="2254312"/>
                  </a:lnTo>
                  <a:lnTo>
                    <a:pt x="3966212" y="2254312"/>
                  </a:lnTo>
                  <a:lnTo>
                    <a:pt x="3966338" y="2254312"/>
                  </a:lnTo>
                  <a:lnTo>
                    <a:pt x="3966464" y="2254312"/>
                  </a:lnTo>
                  <a:lnTo>
                    <a:pt x="3966590" y="2254312"/>
                  </a:lnTo>
                  <a:lnTo>
                    <a:pt x="3966716" y="2254312"/>
                  </a:lnTo>
                  <a:lnTo>
                    <a:pt x="3966842" y="2254312"/>
                  </a:lnTo>
                  <a:lnTo>
                    <a:pt x="3966968" y="2254312"/>
                  </a:lnTo>
                  <a:lnTo>
                    <a:pt x="3967094" y="2254312"/>
                  </a:lnTo>
                  <a:lnTo>
                    <a:pt x="3967220" y="2254312"/>
                  </a:lnTo>
                  <a:lnTo>
                    <a:pt x="3967346" y="2254312"/>
                  </a:lnTo>
                  <a:lnTo>
                    <a:pt x="3967472" y="2254312"/>
                  </a:lnTo>
                  <a:lnTo>
                    <a:pt x="3967599" y="2254312"/>
                  </a:lnTo>
                  <a:lnTo>
                    <a:pt x="3967725" y="2254312"/>
                  </a:lnTo>
                  <a:lnTo>
                    <a:pt x="3967851" y="2254312"/>
                  </a:lnTo>
                  <a:lnTo>
                    <a:pt x="3967977" y="2254312"/>
                  </a:lnTo>
                  <a:lnTo>
                    <a:pt x="3968103" y="2254312"/>
                  </a:lnTo>
                  <a:lnTo>
                    <a:pt x="3968229" y="2254312"/>
                  </a:lnTo>
                  <a:lnTo>
                    <a:pt x="3968355" y="2254312"/>
                  </a:lnTo>
                  <a:lnTo>
                    <a:pt x="3968481" y="2254312"/>
                  </a:lnTo>
                  <a:lnTo>
                    <a:pt x="3968607" y="2254312"/>
                  </a:lnTo>
                  <a:lnTo>
                    <a:pt x="3968733" y="2254312"/>
                  </a:lnTo>
                  <a:lnTo>
                    <a:pt x="3968859" y="2254312"/>
                  </a:lnTo>
                  <a:lnTo>
                    <a:pt x="3968986" y="2254312"/>
                  </a:lnTo>
                  <a:lnTo>
                    <a:pt x="3969112" y="2254312"/>
                  </a:lnTo>
                  <a:lnTo>
                    <a:pt x="3969238" y="2254312"/>
                  </a:lnTo>
                  <a:lnTo>
                    <a:pt x="3969364" y="2254312"/>
                  </a:lnTo>
                  <a:lnTo>
                    <a:pt x="3969490" y="2254312"/>
                  </a:lnTo>
                  <a:lnTo>
                    <a:pt x="3969616" y="2254312"/>
                  </a:lnTo>
                  <a:lnTo>
                    <a:pt x="3969742" y="2254312"/>
                  </a:lnTo>
                  <a:lnTo>
                    <a:pt x="3969868" y="2254312"/>
                  </a:lnTo>
                  <a:lnTo>
                    <a:pt x="3969994" y="2254312"/>
                  </a:lnTo>
                  <a:lnTo>
                    <a:pt x="3970120" y="2254312"/>
                  </a:lnTo>
                  <a:lnTo>
                    <a:pt x="3970246" y="2254312"/>
                  </a:lnTo>
                  <a:lnTo>
                    <a:pt x="3970372" y="2254312"/>
                  </a:lnTo>
                  <a:lnTo>
                    <a:pt x="3970499" y="2254312"/>
                  </a:lnTo>
                  <a:lnTo>
                    <a:pt x="3970625" y="2254312"/>
                  </a:lnTo>
                  <a:lnTo>
                    <a:pt x="3970751" y="2254312"/>
                  </a:lnTo>
                  <a:lnTo>
                    <a:pt x="3970877" y="2254312"/>
                  </a:lnTo>
                  <a:lnTo>
                    <a:pt x="3971003" y="2254312"/>
                  </a:lnTo>
                  <a:lnTo>
                    <a:pt x="3971129" y="2254312"/>
                  </a:lnTo>
                  <a:lnTo>
                    <a:pt x="3971255" y="2254312"/>
                  </a:lnTo>
                  <a:lnTo>
                    <a:pt x="3971381" y="2254312"/>
                  </a:lnTo>
                  <a:lnTo>
                    <a:pt x="3971507" y="2254312"/>
                  </a:lnTo>
                  <a:lnTo>
                    <a:pt x="3971633" y="2254312"/>
                  </a:lnTo>
                  <a:lnTo>
                    <a:pt x="3971759" y="2254312"/>
                  </a:lnTo>
                  <a:lnTo>
                    <a:pt x="3971886" y="2254312"/>
                  </a:lnTo>
                  <a:lnTo>
                    <a:pt x="3971886" y="2249033"/>
                  </a:lnTo>
                  <a:lnTo>
                    <a:pt x="3972012" y="2249033"/>
                  </a:lnTo>
                  <a:lnTo>
                    <a:pt x="3972138" y="2249033"/>
                  </a:lnTo>
                  <a:lnTo>
                    <a:pt x="3972264" y="2249033"/>
                  </a:lnTo>
                  <a:lnTo>
                    <a:pt x="3972390" y="2249033"/>
                  </a:lnTo>
                  <a:lnTo>
                    <a:pt x="3972516" y="2249033"/>
                  </a:lnTo>
                  <a:lnTo>
                    <a:pt x="3972642" y="2249033"/>
                  </a:lnTo>
                  <a:lnTo>
                    <a:pt x="3972768" y="2249033"/>
                  </a:lnTo>
                  <a:lnTo>
                    <a:pt x="3972894" y="2249033"/>
                  </a:lnTo>
                  <a:lnTo>
                    <a:pt x="3973020" y="2249033"/>
                  </a:lnTo>
                  <a:lnTo>
                    <a:pt x="3973146" y="2249033"/>
                  </a:lnTo>
                  <a:lnTo>
                    <a:pt x="3973272" y="2249033"/>
                  </a:lnTo>
                  <a:lnTo>
                    <a:pt x="3973399" y="2249033"/>
                  </a:lnTo>
                  <a:lnTo>
                    <a:pt x="3973525" y="2249033"/>
                  </a:lnTo>
                  <a:lnTo>
                    <a:pt x="3973651" y="2249033"/>
                  </a:lnTo>
                  <a:lnTo>
                    <a:pt x="3973777" y="2249033"/>
                  </a:lnTo>
                  <a:lnTo>
                    <a:pt x="3973903" y="2249033"/>
                  </a:lnTo>
                  <a:lnTo>
                    <a:pt x="3974029" y="2249033"/>
                  </a:lnTo>
                  <a:lnTo>
                    <a:pt x="3974155" y="2249033"/>
                  </a:lnTo>
                  <a:lnTo>
                    <a:pt x="3974281" y="2249033"/>
                  </a:lnTo>
                  <a:lnTo>
                    <a:pt x="3974407" y="2249033"/>
                  </a:lnTo>
                  <a:lnTo>
                    <a:pt x="3974533" y="2249033"/>
                  </a:lnTo>
                  <a:lnTo>
                    <a:pt x="3974659" y="2249033"/>
                  </a:lnTo>
                  <a:lnTo>
                    <a:pt x="3974786" y="2249033"/>
                  </a:lnTo>
                  <a:lnTo>
                    <a:pt x="3974912" y="2249033"/>
                  </a:lnTo>
                  <a:lnTo>
                    <a:pt x="3975038" y="2249033"/>
                  </a:lnTo>
                  <a:lnTo>
                    <a:pt x="3975164" y="2249033"/>
                  </a:lnTo>
                  <a:lnTo>
                    <a:pt x="3975290" y="2249033"/>
                  </a:lnTo>
                  <a:lnTo>
                    <a:pt x="3975416" y="2249033"/>
                  </a:lnTo>
                  <a:lnTo>
                    <a:pt x="3975542" y="2249033"/>
                  </a:lnTo>
                  <a:lnTo>
                    <a:pt x="3975668" y="2249033"/>
                  </a:lnTo>
                  <a:lnTo>
                    <a:pt x="3975794" y="2249033"/>
                  </a:lnTo>
                  <a:lnTo>
                    <a:pt x="3975920" y="2249033"/>
                  </a:lnTo>
                  <a:lnTo>
                    <a:pt x="3976046" y="2249033"/>
                  </a:lnTo>
                  <a:lnTo>
                    <a:pt x="3976173" y="2249033"/>
                  </a:lnTo>
                  <a:lnTo>
                    <a:pt x="3976299" y="2249033"/>
                  </a:lnTo>
                  <a:lnTo>
                    <a:pt x="3976425" y="2249033"/>
                  </a:lnTo>
                  <a:lnTo>
                    <a:pt x="3976551" y="2249033"/>
                  </a:lnTo>
                  <a:lnTo>
                    <a:pt x="3976677" y="2249033"/>
                  </a:lnTo>
                  <a:lnTo>
                    <a:pt x="3976803" y="2249033"/>
                  </a:lnTo>
                  <a:lnTo>
                    <a:pt x="3976929" y="2249033"/>
                  </a:lnTo>
                  <a:lnTo>
                    <a:pt x="3977055" y="2249033"/>
                  </a:lnTo>
                  <a:lnTo>
                    <a:pt x="3977181" y="2249033"/>
                  </a:lnTo>
                  <a:lnTo>
                    <a:pt x="3977307" y="2249033"/>
                  </a:lnTo>
                  <a:lnTo>
                    <a:pt x="3977433" y="2249033"/>
                  </a:lnTo>
                  <a:lnTo>
                    <a:pt x="3977559" y="2249033"/>
                  </a:lnTo>
                  <a:lnTo>
                    <a:pt x="3977686" y="2249033"/>
                  </a:lnTo>
                  <a:lnTo>
                    <a:pt x="3977812" y="2249033"/>
                  </a:lnTo>
                  <a:lnTo>
                    <a:pt x="3977938" y="2249033"/>
                  </a:lnTo>
                  <a:lnTo>
                    <a:pt x="3978064" y="2249033"/>
                  </a:lnTo>
                  <a:lnTo>
                    <a:pt x="3978190" y="2249033"/>
                  </a:lnTo>
                  <a:lnTo>
                    <a:pt x="3978316" y="2249033"/>
                  </a:lnTo>
                  <a:lnTo>
                    <a:pt x="3978316" y="2243754"/>
                  </a:lnTo>
                  <a:lnTo>
                    <a:pt x="3978442" y="2243754"/>
                  </a:lnTo>
                  <a:lnTo>
                    <a:pt x="3978442" y="2238474"/>
                  </a:lnTo>
                  <a:lnTo>
                    <a:pt x="3978568" y="2238474"/>
                  </a:lnTo>
                  <a:lnTo>
                    <a:pt x="3978694" y="2238474"/>
                  </a:lnTo>
                  <a:lnTo>
                    <a:pt x="3978820" y="2238474"/>
                  </a:lnTo>
                  <a:lnTo>
                    <a:pt x="3978946" y="2238474"/>
                  </a:lnTo>
                  <a:lnTo>
                    <a:pt x="3979073" y="2238474"/>
                  </a:lnTo>
                  <a:lnTo>
                    <a:pt x="3979199" y="2238474"/>
                  </a:lnTo>
                  <a:lnTo>
                    <a:pt x="3979325" y="2238474"/>
                  </a:lnTo>
                  <a:lnTo>
                    <a:pt x="3979451" y="2238474"/>
                  </a:lnTo>
                  <a:lnTo>
                    <a:pt x="3979577" y="2238474"/>
                  </a:lnTo>
                  <a:lnTo>
                    <a:pt x="3979703" y="2238474"/>
                  </a:lnTo>
                  <a:lnTo>
                    <a:pt x="3979829" y="2238474"/>
                  </a:lnTo>
                  <a:lnTo>
                    <a:pt x="3979955" y="2238474"/>
                  </a:lnTo>
                  <a:lnTo>
                    <a:pt x="3980081" y="2238474"/>
                  </a:lnTo>
                  <a:lnTo>
                    <a:pt x="3980207" y="2238474"/>
                  </a:lnTo>
                  <a:lnTo>
                    <a:pt x="3980333" y="2238474"/>
                  </a:lnTo>
                  <a:lnTo>
                    <a:pt x="3980459" y="2238474"/>
                  </a:lnTo>
                  <a:lnTo>
                    <a:pt x="3980586" y="2238474"/>
                  </a:lnTo>
                  <a:lnTo>
                    <a:pt x="3980712" y="2238474"/>
                  </a:lnTo>
                  <a:lnTo>
                    <a:pt x="3980838" y="2238474"/>
                  </a:lnTo>
                  <a:lnTo>
                    <a:pt x="3980964" y="2238474"/>
                  </a:lnTo>
                  <a:lnTo>
                    <a:pt x="3981090" y="2238474"/>
                  </a:lnTo>
                  <a:lnTo>
                    <a:pt x="3981216" y="2238474"/>
                  </a:lnTo>
                  <a:lnTo>
                    <a:pt x="3981342" y="2238474"/>
                  </a:lnTo>
                  <a:lnTo>
                    <a:pt x="3981468" y="2238474"/>
                  </a:lnTo>
                  <a:lnTo>
                    <a:pt x="3981594" y="2238474"/>
                  </a:lnTo>
                  <a:lnTo>
                    <a:pt x="3981720" y="2238474"/>
                  </a:lnTo>
                  <a:lnTo>
                    <a:pt x="3981846" y="2238474"/>
                  </a:lnTo>
                  <a:lnTo>
                    <a:pt x="3981973" y="2238474"/>
                  </a:lnTo>
                  <a:lnTo>
                    <a:pt x="3982099" y="2238474"/>
                  </a:lnTo>
                  <a:lnTo>
                    <a:pt x="3982225" y="2238474"/>
                  </a:lnTo>
                  <a:lnTo>
                    <a:pt x="3982351" y="2238474"/>
                  </a:lnTo>
                  <a:lnTo>
                    <a:pt x="3982477" y="2238474"/>
                  </a:lnTo>
                  <a:lnTo>
                    <a:pt x="3982603" y="2238474"/>
                  </a:lnTo>
                  <a:lnTo>
                    <a:pt x="3982729" y="2238474"/>
                  </a:lnTo>
                  <a:lnTo>
                    <a:pt x="3982855" y="2238474"/>
                  </a:lnTo>
                  <a:lnTo>
                    <a:pt x="3982981" y="2238474"/>
                  </a:lnTo>
                  <a:lnTo>
                    <a:pt x="3983107" y="2238474"/>
                  </a:lnTo>
                  <a:lnTo>
                    <a:pt x="3983233" y="2238474"/>
                  </a:lnTo>
                  <a:lnTo>
                    <a:pt x="3983360" y="2238474"/>
                  </a:lnTo>
                  <a:lnTo>
                    <a:pt x="3983486" y="2238474"/>
                  </a:lnTo>
                  <a:lnTo>
                    <a:pt x="3983612" y="2238474"/>
                  </a:lnTo>
                  <a:lnTo>
                    <a:pt x="3983738" y="2238474"/>
                  </a:lnTo>
                  <a:lnTo>
                    <a:pt x="3983864" y="2238474"/>
                  </a:lnTo>
                  <a:lnTo>
                    <a:pt x="3983990" y="2238474"/>
                  </a:lnTo>
                  <a:lnTo>
                    <a:pt x="3984116" y="2238474"/>
                  </a:lnTo>
                  <a:lnTo>
                    <a:pt x="3984242" y="2238474"/>
                  </a:lnTo>
                  <a:lnTo>
                    <a:pt x="3984368" y="2238474"/>
                  </a:lnTo>
                  <a:lnTo>
                    <a:pt x="3984494" y="2238474"/>
                  </a:lnTo>
                  <a:lnTo>
                    <a:pt x="3984620" y="2238474"/>
                  </a:lnTo>
                  <a:lnTo>
                    <a:pt x="3984746" y="2238474"/>
                  </a:lnTo>
                  <a:lnTo>
                    <a:pt x="3984873" y="2238474"/>
                  </a:lnTo>
                  <a:lnTo>
                    <a:pt x="3984999" y="2238474"/>
                  </a:lnTo>
                  <a:lnTo>
                    <a:pt x="3985125" y="2238474"/>
                  </a:lnTo>
                  <a:lnTo>
                    <a:pt x="3985251" y="2238474"/>
                  </a:lnTo>
                  <a:lnTo>
                    <a:pt x="3985377" y="2238474"/>
                  </a:lnTo>
                  <a:lnTo>
                    <a:pt x="3985503" y="2238474"/>
                  </a:lnTo>
                  <a:lnTo>
                    <a:pt x="3985629" y="2238474"/>
                  </a:lnTo>
                  <a:lnTo>
                    <a:pt x="3985755" y="2238474"/>
                  </a:lnTo>
                  <a:lnTo>
                    <a:pt x="3985881" y="2238474"/>
                  </a:lnTo>
                  <a:lnTo>
                    <a:pt x="3986007" y="2238474"/>
                  </a:lnTo>
                  <a:lnTo>
                    <a:pt x="3986133" y="2238474"/>
                  </a:lnTo>
                  <a:lnTo>
                    <a:pt x="3986260" y="2238474"/>
                  </a:lnTo>
                  <a:lnTo>
                    <a:pt x="3986386" y="2238474"/>
                  </a:lnTo>
                  <a:lnTo>
                    <a:pt x="3986512" y="2238474"/>
                  </a:lnTo>
                  <a:lnTo>
                    <a:pt x="3986638" y="2238474"/>
                  </a:lnTo>
                  <a:lnTo>
                    <a:pt x="3986764" y="2238474"/>
                  </a:lnTo>
                  <a:lnTo>
                    <a:pt x="3986890" y="2238474"/>
                  </a:lnTo>
                  <a:lnTo>
                    <a:pt x="3987016" y="2238474"/>
                  </a:lnTo>
                  <a:lnTo>
                    <a:pt x="3987142" y="2238474"/>
                  </a:lnTo>
                  <a:lnTo>
                    <a:pt x="3987268" y="2238474"/>
                  </a:lnTo>
                  <a:lnTo>
                    <a:pt x="3987394" y="2238474"/>
                  </a:lnTo>
                  <a:lnTo>
                    <a:pt x="3987520" y="2238474"/>
                  </a:lnTo>
                  <a:lnTo>
                    <a:pt x="3987646" y="2238474"/>
                  </a:lnTo>
                  <a:lnTo>
                    <a:pt x="3987773" y="2238474"/>
                  </a:lnTo>
                  <a:lnTo>
                    <a:pt x="3987899" y="2238474"/>
                  </a:lnTo>
                  <a:lnTo>
                    <a:pt x="3988025" y="2238474"/>
                  </a:lnTo>
                  <a:lnTo>
                    <a:pt x="3988151" y="2238474"/>
                  </a:lnTo>
                  <a:lnTo>
                    <a:pt x="3988277" y="2238474"/>
                  </a:lnTo>
                  <a:lnTo>
                    <a:pt x="3988403" y="2238474"/>
                  </a:lnTo>
                  <a:lnTo>
                    <a:pt x="3988529" y="2238474"/>
                  </a:lnTo>
                  <a:lnTo>
                    <a:pt x="3988655" y="2238474"/>
                  </a:lnTo>
                  <a:lnTo>
                    <a:pt x="3988781" y="2238474"/>
                  </a:lnTo>
                  <a:lnTo>
                    <a:pt x="3988907" y="2238474"/>
                  </a:lnTo>
                  <a:lnTo>
                    <a:pt x="3989033" y="2238474"/>
                  </a:lnTo>
                  <a:lnTo>
                    <a:pt x="3989160" y="2238474"/>
                  </a:lnTo>
                  <a:lnTo>
                    <a:pt x="3989286" y="2238474"/>
                  </a:lnTo>
                  <a:lnTo>
                    <a:pt x="3989412" y="2238474"/>
                  </a:lnTo>
                  <a:lnTo>
                    <a:pt x="3989538" y="2238474"/>
                  </a:lnTo>
                  <a:lnTo>
                    <a:pt x="3989664" y="2238474"/>
                  </a:lnTo>
                  <a:lnTo>
                    <a:pt x="3989790" y="2238474"/>
                  </a:lnTo>
                  <a:lnTo>
                    <a:pt x="3989916" y="2238474"/>
                  </a:lnTo>
                  <a:lnTo>
                    <a:pt x="3990042" y="2238474"/>
                  </a:lnTo>
                  <a:lnTo>
                    <a:pt x="3990168" y="2238474"/>
                  </a:lnTo>
                  <a:lnTo>
                    <a:pt x="3990294" y="2238474"/>
                  </a:lnTo>
                  <a:lnTo>
                    <a:pt x="3990420" y="2238474"/>
                  </a:lnTo>
                  <a:lnTo>
                    <a:pt x="3990546" y="2238474"/>
                  </a:lnTo>
                  <a:lnTo>
                    <a:pt x="3990673" y="2238474"/>
                  </a:lnTo>
                  <a:lnTo>
                    <a:pt x="3990799" y="2238474"/>
                  </a:lnTo>
                  <a:lnTo>
                    <a:pt x="3990925" y="2238474"/>
                  </a:lnTo>
                  <a:lnTo>
                    <a:pt x="3991051" y="2238474"/>
                  </a:lnTo>
                  <a:lnTo>
                    <a:pt x="3991177" y="2238474"/>
                  </a:lnTo>
                  <a:lnTo>
                    <a:pt x="3991303" y="2238474"/>
                  </a:lnTo>
                  <a:lnTo>
                    <a:pt x="3991429" y="2238474"/>
                  </a:lnTo>
                  <a:lnTo>
                    <a:pt x="3991555" y="2238474"/>
                  </a:lnTo>
                  <a:lnTo>
                    <a:pt x="3991681" y="2238474"/>
                  </a:lnTo>
                  <a:lnTo>
                    <a:pt x="3991807" y="2238474"/>
                  </a:lnTo>
                  <a:lnTo>
                    <a:pt x="3991933" y="2238474"/>
                  </a:lnTo>
                  <a:lnTo>
                    <a:pt x="3992060" y="2238474"/>
                  </a:lnTo>
                  <a:lnTo>
                    <a:pt x="3992186" y="2238474"/>
                  </a:lnTo>
                  <a:lnTo>
                    <a:pt x="3992312" y="2238474"/>
                  </a:lnTo>
                  <a:lnTo>
                    <a:pt x="3992438" y="2238474"/>
                  </a:lnTo>
                  <a:lnTo>
                    <a:pt x="3992564" y="2238474"/>
                  </a:lnTo>
                  <a:lnTo>
                    <a:pt x="3992690" y="2238474"/>
                  </a:lnTo>
                  <a:lnTo>
                    <a:pt x="3992816" y="2238474"/>
                  </a:lnTo>
                  <a:lnTo>
                    <a:pt x="3992942" y="2238474"/>
                  </a:lnTo>
                  <a:lnTo>
                    <a:pt x="3993068" y="2238474"/>
                  </a:lnTo>
                  <a:lnTo>
                    <a:pt x="3993194" y="2238474"/>
                  </a:lnTo>
                  <a:lnTo>
                    <a:pt x="3993320" y="2238474"/>
                  </a:lnTo>
                  <a:lnTo>
                    <a:pt x="3993447" y="2238474"/>
                  </a:lnTo>
                  <a:lnTo>
                    <a:pt x="3993573" y="2238474"/>
                  </a:lnTo>
                  <a:lnTo>
                    <a:pt x="3993699" y="2238474"/>
                  </a:lnTo>
                  <a:lnTo>
                    <a:pt x="3993825" y="2238474"/>
                  </a:lnTo>
                  <a:lnTo>
                    <a:pt x="3993951" y="2238474"/>
                  </a:lnTo>
                  <a:lnTo>
                    <a:pt x="3994077" y="2238474"/>
                  </a:lnTo>
                  <a:lnTo>
                    <a:pt x="3994203" y="2238474"/>
                  </a:lnTo>
                  <a:lnTo>
                    <a:pt x="3994329" y="2238474"/>
                  </a:lnTo>
                  <a:lnTo>
                    <a:pt x="3994455" y="2238474"/>
                  </a:lnTo>
                  <a:lnTo>
                    <a:pt x="3994581" y="2238474"/>
                  </a:lnTo>
                  <a:lnTo>
                    <a:pt x="3994707" y="2238474"/>
                  </a:lnTo>
                  <a:lnTo>
                    <a:pt x="3994833" y="2238474"/>
                  </a:lnTo>
                  <a:lnTo>
                    <a:pt x="3994960" y="2238474"/>
                  </a:lnTo>
                  <a:lnTo>
                    <a:pt x="3995086" y="2238474"/>
                  </a:lnTo>
                  <a:lnTo>
                    <a:pt x="3995212" y="2238474"/>
                  </a:lnTo>
                  <a:lnTo>
                    <a:pt x="3995338" y="2238474"/>
                  </a:lnTo>
                  <a:lnTo>
                    <a:pt x="3995464" y="2238474"/>
                  </a:lnTo>
                  <a:lnTo>
                    <a:pt x="3995590" y="2238474"/>
                  </a:lnTo>
                  <a:lnTo>
                    <a:pt x="3995716" y="2238474"/>
                  </a:lnTo>
                  <a:lnTo>
                    <a:pt x="3995842" y="2238474"/>
                  </a:lnTo>
                  <a:lnTo>
                    <a:pt x="3995968" y="2238474"/>
                  </a:lnTo>
                  <a:lnTo>
                    <a:pt x="3996094" y="2238474"/>
                  </a:lnTo>
                  <a:lnTo>
                    <a:pt x="3996220" y="2238474"/>
                  </a:lnTo>
                  <a:lnTo>
                    <a:pt x="3996347" y="2238474"/>
                  </a:lnTo>
                  <a:lnTo>
                    <a:pt x="3996473" y="2238474"/>
                  </a:lnTo>
                  <a:lnTo>
                    <a:pt x="3996599" y="2238474"/>
                  </a:lnTo>
                  <a:lnTo>
                    <a:pt x="3996725" y="2238474"/>
                  </a:lnTo>
                  <a:lnTo>
                    <a:pt x="3996851" y="2238474"/>
                  </a:lnTo>
                  <a:lnTo>
                    <a:pt x="3996977" y="2238474"/>
                  </a:lnTo>
                  <a:lnTo>
                    <a:pt x="3997103" y="2238474"/>
                  </a:lnTo>
                  <a:lnTo>
                    <a:pt x="3997229" y="2238474"/>
                  </a:lnTo>
                  <a:lnTo>
                    <a:pt x="3997355" y="2238474"/>
                  </a:lnTo>
                  <a:lnTo>
                    <a:pt x="3997481" y="2238474"/>
                  </a:lnTo>
                  <a:lnTo>
                    <a:pt x="3997607" y="2238474"/>
                  </a:lnTo>
                  <a:lnTo>
                    <a:pt x="3997733" y="2238474"/>
                  </a:lnTo>
                  <a:lnTo>
                    <a:pt x="3997860" y="2238474"/>
                  </a:lnTo>
                  <a:lnTo>
                    <a:pt x="3997986" y="2238474"/>
                  </a:lnTo>
                  <a:lnTo>
                    <a:pt x="3998112" y="2238474"/>
                  </a:lnTo>
                  <a:lnTo>
                    <a:pt x="3998238" y="2238474"/>
                  </a:lnTo>
                  <a:lnTo>
                    <a:pt x="3998364" y="2238474"/>
                  </a:lnTo>
                  <a:lnTo>
                    <a:pt x="3998490" y="2238474"/>
                  </a:lnTo>
                  <a:lnTo>
                    <a:pt x="3998616" y="2238474"/>
                  </a:lnTo>
                  <a:lnTo>
                    <a:pt x="3998742" y="2238474"/>
                  </a:lnTo>
                  <a:lnTo>
                    <a:pt x="3998868" y="2238474"/>
                  </a:lnTo>
                  <a:lnTo>
                    <a:pt x="3998994" y="2238474"/>
                  </a:lnTo>
                  <a:lnTo>
                    <a:pt x="3999120" y="2238474"/>
                  </a:lnTo>
                  <a:lnTo>
                    <a:pt x="3999247" y="2238474"/>
                  </a:lnTo>
                  <a:lnTo>
                    <a:pt x="3999373" y="2238474"/>
                  </a:lnTo>
                  <a:lnTo>
                    <a:pt x="3999499" y="2238474"/>
                  </a:lnTo>
                  <a:lnTo>
                    <a:pt x="3999625" y="2238474"/>
                  </a:lnTo>
                  <a:lnTo>
                    <a:pt x="3999751" y="2238474"/>
                  </a:lnTo>
                  <a:lnTo>
                    <a:pt x="3999877" y="2238474"/>
                  </a:lnTo>
                  <a:lnTo>
                    <a:pt x="4000003" y="2238474"/>
                  </a:lnTo>
                  <a:lnTo>
                    <a:pt x="4000129" y="2238474"/>
                  </a:lnTo>
                  <a:lnTo>
                    <a:pt x="4000255" y="2238474"/>
                  </a:lnTo>
                  <a:lnTo>
                    <a:pt x="4000381" y="2238474"/>
                  </a:lnTo>
                  <a:lnTo>
                    <a:pt x="4000507" y="2238474"/>
                  </a:lnTo>
                  <a:lnTo>
                    <a:pt x="4000634" y="2238474"/>
                  </a:lnTo>
                  <a:lnTo>
                    <a:pt x="4000760" y="2238474"/>
                  </a:lnTo>
                  <a:lnTo>
                    <a:pt x="4000886" y="2238474"/>
                  </a:lnTo>
                  <a:lnTo>
                    <a:pt x="4001012" y="2238474"/>
                  </a:lnTo>
                  <a:lnTo>
                    <a:pt x="4001138" y="2238474"/>
                  </a:lnTo>
                  <a:lnTo>
                    <a:pt x="4001264" y="2238474"/>
                  </a:lnTo>
                  <a:lnTo>
                    <a:pt x="4001390" y="2238474"/>
                  </a:lnTo>
                  <a:lnTo>
                    <a:pt x="4001516" y="2238474"/>
                  </a:lnTo>
                  <a:lnTo>
                    <a:pt x="4001642" y="2238474"/>
                  </a:lnTo>
                  <a:lnTo>
                    <a:pt x="4001768" y="2238474"/>
                  </a:lnTo>
                  <a:lnTo>
                    <a:pt x="4001894" y="2238474"/>
                  </a:lnTo>
                  <a:lnTo>
                    <a:pt x="4002020" y="2238474"/>
                  </a:lnTo>
                  <a:lnTo>
                    <a:pt x="4002147" y="2238474"/>
                  </a:lnTo>
                  <a:lnTo>
                    <a:pt x="4002273" y="2238474"/>
                  </a:lnTo>
                  <a:lnTo>
                    <a:pt x="4002399" y="2238474"/>
                  </a:lnTo>
                  <a:lnTo>
                    <a:pt x="4002525" y="2238474"/>
                  </a:lnTo>
                  <a:lnTo>
                    <a:pt x="4002651" y="2238474"/>
                  </a:lnTo>
                  <a:lnTo>
                    <a:pt x="4002777" y="2238474"/>
                  </a:lnTo>
                  <a:lnTo>
                    <a:pt x="4002903" y="2238474"/>
                  </a:lnTo>
                  <a:lnTo>
                    <a:pt x="4003029" y="2238474"/>
                  </a:lnTo>
                  <a:lnTo>
                    <a:pt x="4003155" y="2238474"/>
                  </a:lnTo>
                  <a:lnTo>
                    <a:pt x="4003281" y="2238474"/>
                  </a:lnTo>
                  <a:lnTo>
                    <a:pt x="4003407" y="2238474"/>
                  </a:lnTo>
                  <a:lnTo>
                    <a:pt x="4003534" y="2238474"/>
                  </a:lnTo>
                  <a:lnTo>
                    <a:pt x="4003660" y="2238474"/>
                  </a:lnTo>
                  <a:lnTo>
                    <a:pt x="4003786" y="2238474"/>
                  </a:lnTo>
                  <a:lnTo>
                    <a:pt x="4003912" y="2238474"/>
                  </a:lnTo>
                  <a:lnTo>
                    <a:pt x="4004038" y="2238474"/>
                  </a:lnTo>
                  <a:lnTo>
                    <a:pt x="4004164" y="2238474"/>
                  </a:lnTo>
                  <a:lnTo>
                    <a:pt x="4004290" y="2238474"/>
                  </a:lnTo>
                  <a:lnTo>
                    <a:pt x="4004416" y="2238474"/>
                  </a:lnTo>
                  <a:lnTo>
                    <a:pt x="4004542" y="2238474"/>
                  </a:lnTo>
                  <a:lnTo>
                    <a:pt x="4004668" y="2238474"/>
                  </a:lnTo>
                  <a:lnTo>
                    <a:pt x="4004794" y="2238474"/>
                  </a:lnTo>
                  <a:lnTo>
                    <a:pt x="4004920" y="2238474"/>
                  </a:lnTo>
                  <a:lnTo>
                    <a:pt x="4005047" y="2238474"/>
                  </a:lnTo>
                  <a:lnTo>
                    <a:pt x="4005173" y="2238474"/>
                  </a:lnTo>
                  <a:lnTo>
                    <a:pt x="4005299" y="2238474"/>
                  </a:lnTo>
                  <a:lnTo>
                    <a:pt x="4005425" y="2238474"/>
                  </a:lnTo>
                  <a:lnTo>
                    <a:pt x="4005551" y="2238474"/>
                  </a:lnTo>
                  <a:lnTo>
                    <a:pt x="4005677" y="2238474"/>
                  </a:lnTo>
                  <a:lnTo>
                    <a:pt x="4005803" y="2238474"/>
                  </a:lnTo>
                  <a:lnTo>
                    <a:pt x="4005929" y="2238474"/>
                  </a:lnTo>
                  <a:lnTo>
                    <a:pt x="4006055" y="2238474"/>
                  </a:lnTo>
                  <a:lnTo>
                    <a:pt x="4006181" y="2238474"/>
                  </a:lnTo>
                  <a:lnTo>
                    <a:pt x="4006307" y="2238474"/>
                  </a:lnTo>
                  <a:lnTo>
                    <a:pt x="4006434" y="2238474"/>
                  </a:lnTo>
                  <a:lnTo>
                    <a:pt x="4006560" y="2238474"/>
                  </a:lnTo>
                  <a:lnTo>
                    <a:pt x="4006686" y="2238474"/>
                  </a:lnTo>
                  <a:lnTo>
                    <a:pt x="4006812" y="2238474"/>
                  </a:lnTo>
                  <a:lnTo>
                    <a:pt x="4006938" y="2238474"/>
                  </a:lnTo>
                  <a:lnTo>
                    <a:pt x="4007064" y="2238474"/>
                  </a:lnTo>
                  <a:lnTo>
                    <a:pt x="4007190" y="2238474"/>
                  </a:lnTo>
                  <a:lnTo>
                    <a:pt x="4007316" y="2238474"/>
                  </a:lnTo>
                  <a:lnTo>
                    <a:pt x="4007442" y="2238474"/>
                  </a:lnTo>
                  <a:lnTo>
                    <a:pt x="4007568" y="2238474"/>
                  </a:lnTo>
                  <a:lnTo>
                    <a:pt x="4007694" y="2238474"/>
                  </a:lnTo>
                  <a:lnTo>
                    <a:pt x="4007821" y="2238474"/>
                  </a:lnTo>
                  <a:lnTo>
                    <a:pt x="4007947" y="2238474"/>
                  </a:lnTo>
                  <a:lnTo>
                    <a:pt x="4008073" y="2238474"/>
                  </a:lnTo>
                  <a:lnTo>
                    <a:pt x="4008199" y="2238474"/>
                  </a:lnTo>
                  <a:lnTo>
                    <a:pt x="4008325" y="2238474"/>
                  </a:lnTo>
                  <a:lnTo>
                    <a:pt x="4008451" y="2238474"/>
                  </a:lnTo>
                  <a:lnTo>
                    <a:pt x="4008577" y="2238474"/>
                  </a:lnTo>
                  <a:lnTo>
                    <a:pt x="4008703" y="2238474"/>
                  </a:lnTo>
                  <a:lnTo>
                    <a:pt x="4008829" y="2238474"/>
                  </a:lnTo>
                  <a:lnTo>
                    <a:pt x="4008955" y="2238474"/>
                  </a:lnTo>
                  <a:lnTo>
                    <a:pt x="4009081" y="2238474"/>
                  </a:lnTo>
                  <a:lnTo>
                    <a:pt x="4009207" y="2238474"/>
                  </a:lnTo>
                  <a:lnTo>
                    <a:pt x="4009334" y="2238474"/>
                  </a:lnTo>
                  <a:lnTo>
                    <a:pt x="4009460" y="2238474"/>
                  </a:lnTo>
                  <a:lnTo>
                    <a:pt x="4009586" y="2238474"/>
                  </a:lnTo>
                  <a:lnTo>
                    <a:pt x="4009712" y="2238474"/>
                  </a:lnTo>
                  <a:lnTo>
                    <a:pt x="4009838" y="2238474"/>
                  </a:lnTo>
                  <a:lnTo>
                    <a:pt x="4009964" y="2238474"/>
                  </a:lnTo>
                  <a:lnTo>
                    <a:pt x="4010090" y="2238474"/>
                  </a:lnTo>
                  <a:lnTo>
                    <a:pt x="4010216" y="2238474"/>
                  </a:lnTo>
                  <a:lnTo>
                    <a:pt x="4010342" y="2238474"/>
                  </a:lnTo>
                  <a:lnTo>
                    <a:pt x="4010468" y="2238474"/>
                  </a:lnTo>
                  <a:lnTo>
                    <a:pt x="4010594" y="2238474"/>
                  </a:lnTo>
                  <a:lnTo>
                    <a:pt x="4010721" y="2238474"/>
                  </a:lnTo>
                  <a:lnTo>
                    <a:pt x="4010847" y="2238474"/>
                  </a:lnTo>
                  <a:lnTo>
                    <a:pt x="4010973" y="2238474"/>
                  </a:lnTo>
                  <a:lnTo>
                    <a:pt x="4011099" y="2238474"/>
                  </a:lnTo>
                  <a:lnTo>
                    <a:pt x="4011225" y="2238474"/>
                  </a:lnTo>
                  <a:lnTo>
                    <a:pt x="4011351" y="2238474"/>
                  </a:lnTo>
                  <a:lnTo>
                    <a:pt x="4011477" y="2238474"/>
                  </a:lnTo>
                  <a:lnTo>
                    <a:pt x="4011603" y="2238474"/>
                  </a:lnTo>
                  <a:lnTo>
                    <a:pt x="4011729" y="2238474"/>
                  </a:lnTo>
                  <a:lnTo>
                    <a:pt x="4011855" y="2238474"/>
                  </a:lnTo>
                  <a:lnTo>
                    <a:pt x="4011981" y="2238474"/>
                  </a:lnTo>
                  <a:lnTo>
                    <a:pt x="4012107" y="2238474"/>
                  </a:lnTo>
                  <a:lnTo>
                    <a:pt x="4012234" y="2238474"/>
                  </a:lnTo>
                  <a:lnTo>
                    <a:pt x="4012360" y="2238474"/>
                  </a:lnTo>
                  <a:lnTo>
                    <a:pt x="4012486" y="2238474"/>
                  </a:lnTo>
                  <a:lnTo>
                    <a:pt x="4012612" y="2238474"/>
                  </a:lnTo>
                  <a:lnTo>
                    <a:pt x="4012738" y="2238474"/>
                  </a:lnTo>
                  <a:lnTo>
                    <a:pt x="4012864" y="2238474"/>
                  </a:lnTo>
                  <a:lnTo>
                    <a:pt x="4012990" y="2238474"/>
                  </a:lnTo>
                  <a:lnTo>
                    <a:pt x="4013116" y="2238474"/>
                  </a:lnTo>
                  <a:lnTo>
                    <a:pt x="4013242" y="2238474"/>
                  </a:lnTo>
                  <a:lnTo>
                    <a:pt x="4013368" y="2238474"/>
                  </a:lnTo>
                  <a:lnTo>
                    <a:pt x="4013494" y="2238474"/>
                  </a:lnTo>
                  <a:lnTo>
                    <a:pt x="4013621" y="2238474"/>
                  </a:lnTo>
                  <a:lnTo>
                    <a:pt x="4013747" y="2238474"/>
                  </a:lnTo>
                  <a:lnTo>
                    <a:pt x="4013873" y="2238474"/>
                  </a:lnTo>
                  <a:lnTo>
                    <a:pt x="4013999" y="2238474"/>
                  </a:lnTo>
                  <a:lnTo>
                    <a:pt x="4014125" y="2238474"/>
                  </a:lnTo>
                  <a:lnTo>
                    <a:pt x="4014251" y="2238474"/>
                  </a:lnTo>
                  <a:lnTo>
                    <a:pt x="4014377" y="2238474"/>
                  </a:lnTo>
                  <a:lnTo>
                    <a:pt x="4014503" y="2238474"/>
                  </a:lnTo>
                  <a:lnTo>
                    <a:pt x="4014629" y="2238474"/>
                  </a:lnTo>
                  <a:lnTo>
                    <a:pt x="4014755" y="2238474"/>
                  </a:lnTo>
                  <a:lnTo>
                    <a:pt x="4014881" y="2238474"/>
                  </a:lnTo>
                  <a:lnTo>
                    <a:pt x="4014881" y="2233195"/>
                  </a:lnTo>
                  <a:lnTo>
                    <a:pt x="4015007" y="2233195"/>
                  </a:lnTo>
                  <a:lnTo>
                    <a:pt x="4015134" y="2233195"/>
                  </a:lnTo>
                  <a:lnTo>
                    <a:pt x="4015134" y="2227915"/>
                  </a:lnTo>
                  <a:lnTo>
                    <a:pt x="4015260" y="2227915"/>
                  </a:lnTo>
                  <a:lnTo>
                    <a:pt x="4015386" y="2227915"/>
                  </a:lnTo>
                  <a:lnTo>
                    <a:pt x="4015512" y="2227915"/>
                  </a:lnTo>
                  <a:lnTo>
                    <a:pt x="4015638" y="2227915"/>
                  </a:lnTo>
                  <a:lnTo>
                    <a:pt x="4015764" y="2227915"/>
                  </a:lnTo>
                  <a:lnTo>
                    <a:pt x="4015890" y="2227915"/>
                  </a:lnTo>
                  <a:lnTo>
                    <a:pt x="4015890" y="2222636"/>
                  </a:lnTo>
                  <a:lnTo>
                    <a:pt x="4016016" y="2222636"/>
                  </a:lnTo>
                  <a:lnTo>
                    <a:pt x="4016142" y="2222636"/>
                  </a:lnTo>
                  <a:lnTo>
                    <a:pt x="4016268" y="2222636"/>
                  </a:lnTo>
                  <a:lnTo>
                    <a:pt x="4016394" y="2222636"/>
                  </a:lnTo>
                  <a:lnTo>
                    <a:pt x="4016521" y="2222636"/>
                  </a:lnTo>
                  <a:lnTo>
                    <a:pt x="4016647" y="2222636"/>
                  </a:lnTo>
                  <a:lnTo>
                    <a:pt x="4016773" y="2222636"/>
                  </a:lnTo>
                  <a:lnTo>
                    <a:pt x="4016899" y="2222636"/>
                  </a:lnTo>
                  <a:lnTo>
                    <a:pt x="4017025" y="2222636"/>
                  </a:lnTo>
                  <a:lnTo>
                    <a:pt x="4017025" y="2217356"/>
                  </a:lnTo>
                  <a:lnTo>
                    <a:pt x="4017151" y="2217356"/>
                  </a:lnTo>
                  <a:lnTo>
                    <a:pt x="4017277" y="2217356"/>
                  </a:lnTo>
                  <a:lnTo>
                    <a:pt x="4017403" y="2217356"/>
                  </a:lnTo>
                  <a:lnTo>
                    <a:pt x="4017529" y="2217356"/>
                  </a:lnTo>
                  <a:lnTo>
                    <a:pt x="4017655" y="2217356"/>
                  </a:lnTo>
                  <a:lnTo>
                    <a:pt x="4017781" y="2217356"/>
                  </a:lnTo>
                  <a:lnTo>
                    <a:pt x="4017908" y="2217356"/>
                  </a:lnTo>
                  <a:lnTo>
                    <a:pt x="4018034" y="2217356"/>
                  </a:lnTo>
                  <a:lnTo>
                    <a:pt x="4018160" y="2217356"/>
                  </a:lnTo>
                  <a:lnTo>
                    <a:pt x="4018286" y="2217356"/>
                  </a:lnTo>
                  <a:lnTo>
                    <a:pt x="4018412" y="2217356"/>
                  </a:lnTo>
                  <a:lnTo>
                    <a:pt x="4018538" y="2217356"/>
                  </a:lnTo>
                  <a:lnTo>
                    <a:pt x="4018664" y="2217356"/>
                  </a:lnTo>
                  <a:lnTo>
                    <a:pt x="4018790" y="2217356"/>
                  </a:lnTo>
                  <a:lnTo>
                    <a:pt x="4018916" y="2217356"/>
                  </a:lnTo>
                  <a:lnTo>
                    <a:pt x="4019042" y="2217356"/>
                  </a:lnTo>
                  <a:lnTo>
                    <a:pt x="4019168" y="2217356"/>
                  </a:lnTo>
                  <a:lnTo>
                    <a:pt x="4019294" y="2217356"/>
                  </a:lnTo>
                  <a:lnTo>
                    <a:pt x="4019421" y="2217356"/>
                  </a:lnTo>
                  <a:lnTo>
                    <a:pt x="4019547" y="2217356"/>
                  </a:lnTo>
                  <a:lnTo>
                    <a:pt x="4019673" y="2217356"/>
                  </a:lnTo>
                  <a:lnTo>
                    <a:pt x="4019799" y="2217356"/>
                  </a:lnTo>
                  <a:lnTo>
                    <a:pt x="4019925" y="2217356"/>
                  </a:lnTo>
                  <a:lnTo>
                    <a:pt x="4020051" y="2217356"/>
                  </a:lnTo>
                  <a:lnTo>
                    <a:pt x="4020177" y="2217356"/>
                  </a:lnTo>
                  <a:lnTo>
                    <a:pt x="4020303" y="2217356"/>
                  </a:lnTo>
                  <a:lnTo>
                    <a:pt x="4020303" y="2212077"/>
                  </a:lnTo>
                  <a:lnTo>
                    <a:pt x="4020429" y="2212077"/>
                  </a:lnTo>
                  <a:lnTo>
                    <a:pt x="4020555" y="2212077"/>
                  </a:lnTo>
                  <a:lnTo>
                    <a:pt x="4020681" y="2212077"/>
                  </a:lnTo>
                  <a:lnTo>
                    <a:pt x="4020808" y="2212077"/>
                  </a:lnTo>
                  <a:lnTo>
                    <a:pt x="4020934" y="2212077"/>
                  </a:lnTo>
                  <a:lnTo>
                    <a:pt x="4021060" y="2212077"/>
                  </a:lnTo>
                  <a:lnTo>
                    <a:pt x="4021186" y="2212077"/>
                  </a:lnTo>
                  <a:lnTo>
                    <a:pt x="4021312" y="2212077"/>
                  </a:lnTo>
                  <a:lnTo>
                    <a:pt x="4021438" y="2212077"/>
                  </a:lnTo>
                  <a:lnTo>
                    <a:pt x="4021564" y="2212077"/>
                  </a:lnTo>
                  <a:lnTo>
                    <a:pt x="4021690" y="2212077"/>
                  </a:lnTo>
                  <a:lnTo>
                    <a:pt x="4021816" y="2212077"/>
                  </a:lnTo>
                  <a:lnTo>
                    <a:pt x="4021942" y="2212077"/>
                  </a:lnTo>
                  <a:lnTo>
                    <a:pt x="4022068" y="2212077"/>
                  </a:lnTo>
                  <a:lnTo>
                    <a:pt x="4022194" y="2212077"/>
                  </a:lnTo>
                  <a:lnTo>
                    <a:pt x="4022321" y="2212077"/>
                  </a:lnTo>
                  <a:lnTo>
                    <a:pt x="4022447" y="2212077"/>
                  </a:lnTo>
                  <a:lnTo>
                    <a:pt x="4022573" y="2212077"/>
                  </a:lnTo>
                  <a:lnTo>
                    <a:pt x="4022699" y="2212077"/>
                  </a:lnTo>
                  <a:lnTo>
                    <a:pt x="4022825" y="2212077"/>
                  </a:lnTo>
                  <a:lnTo>
                    <a:pt x="4022951" y="2212077"/>
                  </a:lnTo>
                  <a:lnTo>
                    <a:pt x="4023077" y="2212077"/>
                  </a:lnTo>
                  <a:lnTo>
                    <a:pt x="4023203" y="2212077"/>
                  </a:lnTo>
                  <a:lnTo>
                    <a:pt x="4023329" y="2212077"/>
                  </a:lnTo>
                  <a:lnTo>
                    <a:pt x="4023455" y="2212077"/>
                  </a:lnTo>
                  <a:lnTo>
                    <a:pt x="4023581" y="2212077"/>
                  </a:lnTo>
                  <a:lnTo>
                    <a:pt x="4023708" y="2212077"/>
                  </a:lnTo>
                  <a:lnTo>
                    <a:pt x="4023834" y="2212077"/>
                  </a:lnTo>
                  <a:lnTo>
                    <a:pt x="4023960" y="2212077"/>
                  </a:lnTo>
                  <a:lnTo>
                    <a:pt x="4024086" y="2212077"/>
                  </a:lnTo>
                  <a:lnTo>
                    <a:pt x="4024212" y="2212077"/>
                  </a:lnTo>
                  <a:lnTo>
                    <a:pt x="4024338" y="2212077"/>
                  </a:lnTo>
                  <a:lnTo>
                    <a:pt x="4024464" y="2212077"/>
                  </a:lnTo>
                  <a:lnTo>
                    <a:pt x="4024590" y="2212077"/>
                  </a:lnTo>
                  <a:lnTo>
                    <a:pt x="4024716" y="2212077"/>
                  </a:lnTo>
                  <a:lnTo>
                    <a:pt x="4024842" y="2212077"/>
                  </a:lnTo>
                  <a:lnTo>
                    <a:pt x="4024968" y="2212077"/>
                  </a:lnTo>
                  <a:lnTo>
                    <a:pt x="4025095" y="2212077"/>
                  </a:lnTo>
                  <a:lnTo>
                    <a:pt x="4025221" y="2212077"/>
                  </a:lnTo>
                  <a:lnTo>
                    <a:pt x="4025347" y="2212077"/>
                  </a:lnTo>
                  <a:lnTo>
                    <a:pt x="4025473" y="2212077"/>
                  </a:lnTo>
                  <a:lnTo>
                    <a:pt x="4025599" y="2212077"/>
                  </a:lnTo>
                  <a:lnTo>
                    <a:pt x="4025725" y="2212077"/>
                  </a:lnTo>
                  <a:lnTo>
                    <a:pt x="4025851" y="2212077"/>
                  </a:lnTo>
                  <a:lnTo>
                    <a:pt x="4025977" y="2212077"/>
                  </a:lnTo>
                  <a:lnTo>
                    <a:pt x="4026103" y="2212077"/>
                  </a:lnTo>
                  <a:lnTo>
                    <a:pt x="4026229" y="2212077"/>
                  </a:lnTo>
                  <a:lnTo>
                    <a:pt x="4026355" y="2212077"/>
                  </a:lnTo>
                  <a:lnTo>
                    <a:pt x="4026481" y="2212077"/>
                  </a:lnTo>
                  <a:lnTo>
                    <a:pt x="4026608" y="2212077"/>
                  </a:lnTo>
                  <a:lnTo>
                    <a:pt x="4026734" y="2212077"/>
                  </a:lnTo>
                  <a:lnTo>
                    <a:pt x="4026860" y="2212077"/>
                  </a:lnTo>
                  <a:lnTo>
                    <a:pt x="4026986" y="2212077"/>
                  </a:lnTo>
                  <a:lnTo>
                    <a:pt x="4027112" y="2212077"/>
                  </a:lnTo>
                  <a:lnTo>
                    <a:pt x="4027238" y="2212077"/>
                  </a:lnTo>
                  <a:lnTo>
                    <a:pt x="4027364" y="2212077"/>
                  </a:lnTo>
                  <a:lnTo>
                    <a:pt x="4027490" y="2212077"/>
                  </a:lnTo>
                  <a:lnTo>
                    <a:pt x="4027616" y="2212077"/>
                  </a:lnTo>
                  <a:lnTo>
                    <a:pt x="4027742" y="2212077"/>
                  </a:lnTo>
                  <a:lnTo>
                    <a:pt x="4027868" y="2212077"/>
                  </a:lnTo>
                  <a:lnTo>
                    <a:pt x="4027995" y="2212077"/>
                  </a:lnTo>
                  <a:lnTo>
                    <a:pt x="4028121" y="2212077"/>
                  </a:lnTo>
                  <a:lnTo>
                    <a:pt x="4028247" y="2212077"/>
                  </a:lnTo>
                  <a:lnTo>
                    <a:pt x="4028373" y="2212077"/>
                  </a:lnTo>
                  <a:lnTo>
                    <a:pt x="4028499" y="2212077"/>
                  </a:lnTo>
                  <a:lnTo>
                    <a:pt x="4028625" y="2212077"/>
                  </a:lnTo>
                  <a:lnTo>
                    <a:pt x="4028751" y="2212077"/>
                  </a:lnTo>
                  <a:lnTo>
                    <a:pt x="4028877" y="2212077"/>
                  </a:lnTo>
                  <a:lnTo>
                    <a:pt x="4029003" y="2212077"/>
                  </a:lnTo>
                  <a:lnTo>
                    <a:pt x="4029129" y="2212077"/>
                  </a:lnTo>
                  <a:lnTo>
                    <a:pt x="4029255" y="2212077"/>
                  </a:lnTo>
                  <a:lnTo>
                    <a:pt x="4029381" y="2212077"/>
                  </a:lnTo>
                  <a:lnTo>
                    <a:pt x="4029508" y="2212077"/>
                  </a:lnTo>
                  <a:lnTo>
                    <a:pt x="4029634" y="2212077"/>
                  </a:lnTo>
                  <a:lnTo>
                    <a:pt x="4029760" y="2212077"/>
                  </a:lnTo>
                  <a:lnTo>
                    <a:pt x="4029886" y="2212077"/>
                  </a:lnTo>
                  <a:lnTo>
                    <a:pt x="4030012" y="2212077"/>
                  </a:lnTo>
                  <a:lnTo>
                    <a:pt x="4030138" y="2212077"/>
                  </a:lnTo>
                  <a:lnTo>
                    <a:pt x="4030264" y="2212077"/>
                  </a:lnTo>
                  <a:lnTo>
                    <a:pt x="4030390" y="2212077"/>
                  </a:lnTo>
                  <a:lnTo>
                    <a:pt x="4030516" y="2212077"/>
                  </a:lnTo>
                  <a:lnTo>
                    <a:pt x="4030642" y="2212077"/>
                  </a:lnTo>
                  <a:lnTo>
                    <a:pt x="4030768" y="2212077"/>
                  </a:lnTo>
                  <a:lnTo>
                    <a:pt x="4030895" y="2212077"/>
                  </a:lnTo>
                  <a:lnTo>
                    <a:pt x="4031021" y="2212077"/>
                  </a:lnTo>
                  <a:lnTo>
                    <a:pt x="4031147" y="2212077"/>
                  </a:lnTo>
                  <a:lnTo>
                    <a:pt x="4031273" y="2212077"/>
                  </a:lnTo>
                  <a:lnTo>
                    <a:pt x="4031399" y="2212077"/>
                  </a:lnTo>
                  <a:lnTo>
                    <a:pt x="4031525" y="2212077"/>
                  </a:lnTo>
                  <a:lnTo>
                    <a:pt x="4031651" y="2212077"/>
                  </a:lnTo>
                  <a:lnTo>
                    <a:pt x="4031777" y="2212077"/>
                  </a:lnTo>
                  <a:lnTo>
                    <a:pt x="4031903" y="2212077"/>
                  </a:lnTo>
                  <a:lnTo>
                    <a:pt x="4032029" y="2212077"/>
                  </a:lnTo>
                  <a:lnTo>
                    <a:pt x="4032155" y="2212077"/>
                  </a:lnTo>
                  <a:lnTo>
                    <a:pt x="4032281" y="2212077"/>
                  </a:lnTo>
                  <a:lnTo>
                    <a:pt x="4032408" y="2212077"/>
                  </a:lnTo>
                  <a:lnTo>
                    <a:pt x="4032534" y="2212077"/>
                  </a:lnTo>
                  <a:lnTo>
                    <a:pt x="4032660" y="2212077"/>
                  </a:lnTo>
                  <a:lnTo>
                    <a:pt x="4032786" y="2212077"/>
                  </a:lnTo>
                  <a:lnTo>
                    <a:pt x="4032912" y="2212077"/>
                  </a:lnTo>
                  <a:lnTo>
                    <a:pt x="4033038" y="2212077"/>
                  </a:lnTo>
                  <a:lnTo>
                    <a:pt x="4033164" y="2212077"/>
                  </a:lnTo>
                  <a:lnTo>
                    <a:pt x="4033290" y="2212077"/>
                  </a:lnTo>
                  <a:lnTo>
                    <a:pt x="4033416" y="2212077"/>
                  </a:lnTo>
                  <a:lnTo>
                    <a:pt x="4033542" y="2212077"/>
                  </a:lnTo>
                  <a:lnTo>
                    <a:pt x="4033668" y="2212077"/>
                  </a:lnTo>
                  <a:lnTo>
                    <a:pt x="4033795" y="2212077"/>
                  </a:lnTo>
                  <a:lnTo>
                    <a:pt x="4033921" y="2212077"/>
                  </a:lnTo>
                  <a:lnTo>
                    <a:pt x="4034047" y="2212077"/>
                  </a:lnTo>
                  <a:lnTo>
                    <a:pt x="4034173" y="2212077"/>
                  </a:lnTo>
                  <a:lnTo>
                    <a:pt x="4034299" y="2212077"/>
                  </a:lnTo>
                  <a:lnTo>
                    <a:pt x="4034425" y="2212077"/>
                  </a:lnTo>
                  <a:lnTo>
                    <a:pt x="4034551" y="2212077"/>
                  </a:lnTo>
                  <a:lnTo>
                    <a:pt x="4034677" y="2212077"/>
                  </a:lnTo>
                  <a:lnTo>
                    <a:pt x="4034803" y="2212077"/>
                  </a:lnTo>
                  <a:lnTo>
                    <a:pt x="4034929" y="2212077"/>
                  </a:lnTo>
                  <a:lnTo>
                    <a:pt x="4035055" y="2212077"/>
                  </a:lnTo>
                  <a:lnTo>
                    <a:pt x="4035182" y="2212077"/>
                  </a:lnTo>
                  <a:lnTo>
                    <a:pt x="4035308" y="2212077"/>
                  </a:lnTo>
                  <a:lnTo>
                    <a:pt x="4035434" y="2212077"/>
                  </a:lnTo>
                  <a:lnTo>
                    <a:pt x="4035560" y="2212077"/>
                  </a:lnTo>
                  <a:lnTo>
                    <a:pt x="4035686" y="2212077"/>
                  </a:lnTo>
                  <a:lnTo>
                    <a:pt x="4035812" y="2212077"/>
                  </a:lnTo>
                  <a:lnTo>
                    <a:pt x="4035938" y="2212077"/>
                  </a:lnTo>
                  <a:lnTo>
                    <a:pt x="4036064" y="2212077"/>
                  </a:lnTo>
                  <a:lnTo>
                    <a:pt x="4036190" y="2212077"/>
                  </a:lnTo>
                  <a:lnTo>
                    <a:pt x="4036316" y="2212077"/>
                  </a:lnTo>
                  <a:lnTo>
                    <a:pt x="4036442" y="2212077"/>
                  </a:lnTo>
                  <a:lnTo>
                    <a:pt x="4036568" y="2212077"/>
                  </a:lnTo>
                  <a:lnTo>
                    <a:pt x="4036695" y="2212077"/>
                  </a:lnTo>
                  <a:lnTo>
                    <a:pt x="4036821" y="2212077"/>
                  </a:lnTo>
                  <a:lnTo>
                    <a:pt x="4036947" y="2212077"/>
                  </a:lnTo>
                  <a:lnTo>
                    <a:pt x="4037073" y="2212077"/>
                  </a:lnTo>
                  <a:lnTo>
                    <a:pt x="4037199" y="2212077"/>
                  </a:lnTo>
                  <a:lnTo>
                    <a:pt x="4037325" y="2212077"/>
                  </a:lnTo>
                  <a:lnTo>
                    <a:pt x="4037451" y="2212077"/>
                  </a:lnTo>
                  <a:lnTo>
                    <a:pt x="4037577" y="2212077"/>
                  </a:lnTo>
                  <a:lnTo>
                    <a:pt x="4037703" y="2212077"/>
                  </a:lnTo>
                  <a:lnTo>
                    <a:pt x="4037829" y="2212077"/>
                  </a:lnTo>
                  <a:lnTo>
                    <a:pt x="4037955" y="2212077"/>
                  </a:lnTo>
                  <a:lnTo>
                    <a:pt x="4038082" y="2212077"/>
                  </a:lnTo>
                  <a:lnTo>
                    <a:pt x="4038208" y="2212077"/>
                  </a:lnTo>
                  <a:lnTo>
                    <a:pt x="4038334" y="2212077"/>
                  </a:lnTo>
                  <a:lnTo>
                    <a:pt x="4038460" y="2212077"/>
                  </a:lnTo>
                  <a:lnTo>
                    <a:pt x="4038586" y="2212077"/>
                  </a:lnTo>
                  <a:lnTo>
                    <a:pt x="4038712" y="2212077"/>
                  </a:lnTo>
                  <a:lnTo>
                    <a:pt x="4038838" y="2212077"/>
                  </a:lnTo>
                  <a:lnTo>
                    <a:pt x="4038964" y="2212077"/>
                  </a:lnTo>
                  <a:lnTo>
                    <a:pt x="4039090" y="2212077"/>
                  </a:lnTo>
                  <a:lnTo>
                    <a:pt x="4039216" y="2212077"/>
                  </a:lnTo>
                  <a:lnTo>
                    <a:pt x="4039342" y="2212077"/>
                  </a:lnTo>
                  <a:lnTo>
                    <a:pt x="4039468" y="2212077"/>
                  </a:lnTo>
                  <a:lnTo>
                    <a:pt x="4039595" y="2212077"/>
                  </a:lnTo>
                  <a:lnTo>
                    <a:pt x="4039721" y="2212077"/>
                  </a:lnTo>
                  <a:lnTo>
                    <a:pt x="4039847" y="2212077"/>
                  </a:lnTo>
                  <a:lnTo>
                    <a:pt x="4039973" y="2212077"/>
                  </a:lnTo>
                  <a:lnTo>
                    <a:pt x="4040099" y="2212077"/>
                  </a:lnTo>
                  <a:lnTo>
                    <a:pt x="4040225" y="2212077"/>
                  </a:lnTo>
                  <a:lnTo>
                    <a:pt x="4040351" y="2212077"/>
                  </a:lnTo>
                  <a:lnTo>
                    <a:pt x="4040477" y="2212077"/>
                  </a:lnTo>
                  <a:lnTo>
                    <a:pt x="4040603" y="2212077"/>
                  </a:lnTo>
                  <a:lnTo>
                    <a:pt x="4040729" y="2212077"/>
                  </a:lnTo>
                  <a:lnTo>
                    <a:pt x="4040855" y="2212077"/>
                  </a:lnTo>
                  <a:lnTo>
                    <a:pt x="4040982" y="2212077"/>
                  </a:lnTo>
                  <a:lnTo>
                    <a:pt x="4041108" y="2212077"/>
                  </a:lnTo>
                  <a:lnTo>
                    <a:pt x="4041234" y="2212077"/>
                  </a:lnTo>
                  <a:lnTo>
                    <a:pt x="4041360" y="2212077"/>
                  </a:lnTo>
                  <a:lnTo>
                    <a:pt x="4041486" y="2212077"/>
                  </a:lnTo>
                  <a:lnTo>
                    <a:pt x="4041612" y="2212077"/>
                  </a:lnTo>
                  <a:lnTo>
                    <a:pt x="4041738" y="2212077"/>
                  </a:lnTo>
                  <a:lnTo>
                    <a:pt x="4041864" y="2212077"/>
                  </a:lnTo>
                  <a:lnTo>
                    <a:pt x="4041990" y="2212077"/>
                  </a:lnTo>
                  <a:lnTo>
                    <a:pt x="4042116" y="2212077"/>
                  </a:lnTo>
                  <a:lnTo>
                    <a:pt x="4042242" y="2212077"/>
                  </a:lnTo>
                  <a:lnTo>
                    <a:pt x="4042369" y="2212077"/>
                  </a:lnTo>
                  <a:lnTo>
                    <a:pt x="4042495" y="2212077"/>
                  </a:lnTo>
                  <a:lnTo>
                    <a:pt x="4042621" y="2212077"/>
                  </a:lnTo>
                  <a:lnTo>
                    <a:pt x="4042747" y="2212077"/>
                  </a:lnTo>
                  <a:lnTo>
                    <a:pt x="4042873" y="2212077"/>
                  </a:lnTo>
                  <a:lnTo>
                    <a:pt x="4042999" y="2212077"/>
                  </a:lnTo>
                  <a:lnTo>
                    <a:pt x="4043125" y="2212077"/>
                  </a:lnTo>
                  <a:lnTo>
                    <a:pt x="4043251" y="2212077"/>
                  </a:lnTo>
                  <a:lnTo>
                    <a:pt x="4043377" y="2212077"/>
                  </a:lnTo>
                  <a:lnTo>
                    <a:pt x="4043503" y="2212077"/>
                  </a:lnTo>
                  <a:lnTo>
                    <a:pt x="4043629" y="2212077"/>
                  </a:lnTo>
                  <a:lnTo>
                    <a:pt x="4043755" y="2212077"/>
                  </a:lnTo>
                  <a:lnTo>
                    <a:pt x="4043882" y="2212077"/>
                  </a:lnTo>
                  <a:lnTo>
                    <a:pt x="4044008" y="2212077"/>
                  </a:lnTo>
                  <a:lnTo>
                    <a:pt x="4044134" y="2212077"/>
                  </a:lnTo>
                  <a:lnTo>
                    <a:pt x="4044260" y="2212077"/>
                  </a:lnTo>
                  <a:lnTo>
                    <a:pt x="4044386" y="2212077"/>
                  </a:lnTo>
                  <a:lnTo>
                    <a:pt x="4044512" y="2212077"/>
                  </a:lnTo>
                  <a:lnTo>
                    <a:pt x="4044638" y="2212077"/>
                  </a:lnTo>
                  <a:lnTo>
                    <a:pt x="4044638" y="2206798"/>
                  </a:lnTo>
                  <a:lnTo>
                    <a:pt x="4044764" y="2206798"/>
                  </a:lnTo>
                  <a:lnTo>
                    <a:pt x="4044890" y="2206798"/>
                  </a:lnTo>
                  <a:lnTo>
                    <a:pt x="4044890" y="2201518"/>
                  </a:lnTo>
                  <a:lnTo>
                    <a:pt x="4045016" y="2201518"/>
                  </a:lnTo>
                  <a:lnTo>
                    <a:pt x="4045142" y="2201518"/>
                  </a:lnTo>
                  <a:lnTo>
                    <a:pt x="4045269" y="2201518"/>
                  </a:lnTo>
                  <a:lnTo>
                    <a:pt x="4045395" y="2201518"/>
                  </a:lnTo>
                  <a:lnTo>
                    <a:pt x="4045521" y="2201518"/>
                  </a:lnTo>
                  <a:lnTo>
                    <a:pt x="4045647" y="2201518"/>
                  </a:lnTo>
                  <a:lnTo>
                    <a:pt x="4045773" y="2201518"/>
                  </a:lnTo>
                  <a:lnTo>
                    <a:pt x="4045899" y="2201518"/>
                  </a:lnTo>
                  <a:lnTo>
                    <a:pt x="4046025" y="2201518"/>
                  </a:lnTo>
                  <a:lnTo>
                    <a:pt x="4046151" y="2201518"/>
                  </a:lnTo>
                  <a:lnTo>
                    <a:pt x="4046277" y="2201518"/>
                  </a:lnTo>
                  <a:lnTo>
                    <a:pt x="4046403" y="2201518"/>
                  </a:lnTo>
                  <a:lnTo>
                    <a:pt x="4046529" y="2201518"/>
                  </a:lnTo>
                  <a:lnTo>
                    <a:pt x="4046655" y="2201518"/>
                  </a:lnTo>
                  <a:lnTo>
                    <a:pt x="4046782" y="2201518"/>
                  </a:lnTo>
                  <a:lnTo>
                    <a:pt x="4046908" y="2201518"/>
                  </a:lnTo>
                  <a:lnTo>
                    <a:pt x="4047034" y="2201518"/>
                  </a:lnTo>
                  <a:lnTo>
                    <a:pt x="4047160" y="2201518"/>
                  </a:lnTo>
                  <a:lnTo>
                    <a:pt x="4047286" y="2201518"/>
                  </a:lnTo>
                  <a:lnTo>
                    <a:pt x="4047412" y="2201518"/>
                  </a:lnTo>
                  <a:lnTo>
                    <a:pt x="4047538" y="2201518"/>
                  </a:lnTo>
                  <a:lnTo>
                    <a:pt x="4047664" y="2201518"/>
                  </a:lnTo>
                  <a:lnTo>
                    <a:pt x="4047790" y="2201518"/>
                  </a:lnTo>
                  <a:lnTo>
                    <a:pt x="4047916" y="2201518"/>
                  </a:lnTo>
                  <a:lnTo>
                    <a:pt x="4048042" y="2201518"/>
                  </a:lnTo>
                  <a:lnTo>
                    <a:pt x="4048169" y="2201518"/>
                  </a:lnTo>
                  <a:lnTo>
                    <a:pt x="4048295" y="2201518"/>
                  </a:lnTo>
                  <a:lnTo>
                    <a:pt x="4048421" y="2201518"/>
                  </a:lnTo>
                  <a:lnTo>
                    <a:pt x="4048547" y="2201518"/>
                  </a:lnTo>
                  <a:lnTo>
                    <a:pt x="4048673" y="2201518"/>
                  </a:lnTo>
                  <a:lnTo>
                    <a:pt x="4048799" y="2201518"/>
                  </a:lnTo>
                  <a:lnTo>
                    <a:pt x="4048925" y="2201518"/>
                  </a:lnTo>
                  <a:lnTo>
                    <a:pt x="4049051" y="2201518"/>
                  </a:lnTo>
                  <a:lnTo>
                    <a:pt x="4049177" y="2201518"/>
                  </a:lnTo>
                  <a:lnTo>
                    <a:pt x="4049303" y="2201518"/>
                  </a:lnTo>
                  <a:lnTo>
                    <a:pt x="4049429" y="2201518"/>
                  </a:lnTo>
                  <a:lnTo>
                    <a:pt x="4049556" y="2201518"/>
                  </a:lnTo>
                  <a:lnTo>
                    <a:pt x="4049682" y="2201518"/>
                  </a:lnTo>
                  <a:lnTo>
                    <a:pt x="4049808" y="2201518"/>
                  </a:lnTo>
                  <a:lnTo>
                    <a:pt x="4049934" y="2201518"/>
                  </a:lnTo>
                  <a:lnTo>
                    <a:pt x="4050060" y="2201518"/>
                  </a:lnTo>
                  <a:lnTo>
                    <a:pt x="4050186" y="2201518"/>
                  </a:lnTo>
                  <a:lnTo>
                    <a:pt x="4050312" y="2201518"/>
                  </a:lnTo>
                  <a:lnTo>
                    <a:pt x="4050438" y="2201518"/>
                  </a:lnTo>
                  <a:lnTo>
                    <a:pt x="4050564" y="2201518"/>
                  </a:lnTo>
                  <a:lnTo>
                    <a:pt x="4050690" y="2201518"/>
                  </a:lnTo>
                  <a:lnTo>
                    <a:pt x="4050816" y="2201518"/>
                  </a:lnTo>
                  <a:lnTo>
                    <a:pt x="4050942" y="2201518"/>
                  </a:lnTo>
                  <a:lnTo>
                    <a:pt x="4051069" y="2201518"/>
                  </a:lnTo>
                  <a:lnTo>
                    <a:pt x="4051195" y="2201518"/>
                  </a:lnTo>
                  <a:lnTo>
                    <a:pt x="4051321" y="2201518"/>
                  </a:lnTo>
                  <a:lnTo>
                    <a:pt x="4051447" y="2201518"/>
                  </a:lnTo>
                  <a:lnTo>
                    <a:pt x="4051573" y="2201518"/>
                  </a:lnTo>
                  <a:lnTo>
                    <a:pt x="4051699" y="2201518"/>
                  </a:lnTo>
                  <a:lnTo>
                    <a:pt x="4051825" y="2201518"/>
                  </a:lnTo>
                  <a:lnTo>
                    <a:pt x="4051951" y="2201518"/>
                  </a:lnTo>
                  <a:lnTo>
                    <a:pt x="4052077" y="2201518"/>
                  </a:lnTo>
                  <a:lnTo>
                    <a:pt x="4052203" y="2201518"/>
                  </a:lnTo>
                  <a:lnTo>
                    <a:pt x="4052329" y="2201518"/>
                  </a:lnTo>
                  <a:lnTo>
                    <a:pt x="4052456" y="2201518"/>
                  </a:lnTo>
                  <a:lnTo>
                    <a:pt x="4052582" y="2201518"/>
                  </a:lnTo>
                  <a:lnTo>
                    <a:pt x="4052708" y="2201518"/>
                  </a:lnTo>
                  <a:lnTo>
                    <a:pt x="4052834" y="2201518"/>
                  </a:lnTo>
                  <a:lnTo>
                    <a:pt x="4052960" y="2201518"/>
                  </a:lnTo>
                  <a:lnTo>
                    <a:pt x="4053086" y="2201518"/>
                  </a:lnTo>
                  <a:lnTo>
                    <a:pt x="4053212" y="2201518"/>
                  </a:lnTo>
                  <a:lnTo>
                    <a:pt x="4053338" y="2201518"/>
                  </a:lnTo>
                  <a:lnTo>
                    <a:pt x="4053464" y="2201518"/>
                  </a:lnTo>
                  <a:lnTo>
                    <a:pt x="4053590" y="2201518"/>
                  </a:lnTo>
                  <a:lnTo>
                    <a:pt x="4053716" y="2201518"/>
                  </a:lnTo>
                  <a:lnTo>
                    <a:pt x="4053842" y="2201518"/>
                  </a:lnTo>
                  <a:lnTo>
                    <a:pt x="4053969" y="2201518"/>
                  </a:lnTo>
                  <a:lnTo>
                    <a:pt x="4054095" y="2201518"/>
                  </a:lnTo>
                  <a:lnTo>
                    <a:pt x="4054221" y="2201518"/>
                  </a:lnTo>
                  <a:lnTo>
                    <a:pt x="4054347" y="2201518"/>
                  </a:lnTo>
                  <a:lnTo>
                    <a:pt x="4054473" y="2201518"/>
                  </a:lnTo>
                  <a:lnTo>
                    <a:pt x="4054599" y="2201518"/>
                  </a:lnTo>
                  <a:lnTo>
                    <a:pt x="4054599" y="2196239"/>
                  </a:lnTo>
                  <a:lnTo>
                    <a:pt x="4054725" y="2196239"/>
                  </a:lnTo>
                  <a:lnTo>
                    <a:pt x="4054851" y="2196239"/>
                  </a:lnTo>
                  <a:lnTo>
                    <a:pt x="4054977" y="2196239"/>
                  </a:lnTo>
                  <a:lnTo>
                    <a:pt x="4055103" y="2196239"/>
                  </a:lnTo>
                  <a:lnTo>
                    <a:pt x="4055229" y="2196239"/>
                  </a:lnTo>
                  <a:lnTo>
                    <a:pt x="4055356" y="2196239"/>
                  </a:lnTo>
                  <a:lnTo>
                    <a:pt x="4055482" y="2196239"/>
                  </a:lnTo>
                  <a:lnTo>
                    <a:pt x="4055608" y="2196239"/>
                  </a:lnTo>
                  <a:lnTo>
                    <a:pt x="4055734" y="2196239"/>
                  </a:lnTo>
                  <a:lnTo>
                    <a:pt x="4055860" y="2196239"/>
                  </a:lnTo>
                  <a:lnTo>
                    <a:pt x="4055986" y="2196239"/>
                  </a:lnTo>
                  <a:lnTo>
                    <a:pt x="4056112" y="2196239"/>
                  </a:lnTo>
                  <a:lnTo>
                    <a:pt x="4056238" y="2196239"/>
                  </a:lnTo>
                  <a:lnTo>
                    <a:pt x="4056364" y="2196239"/>
                  </a:lnTo>
                  <a:lnTo>
                    <a:pt x="4056490" y="2196239"/>
                  </a:lnTo>
                  <a:lnTo>
                    <a:pt x="4056616" y="2196239"/>
                  </a:lnTo>
                  <a:lnTo>
                    <a:pt x="4056742" y="2196239"/>
                  </a:lnTo>
                  <a:lnTo>
                    <a:pt x="4056869" y="2196239"/>
                  </a:lnTo>
                  <a:lnTo>
                    <a:pt x="4056995" y="2196239"/>
                  </a:lnTo>
                  <a:lnTo>
                    <a:pt x="4057121" y="2196239"/>
                  </a:lnTo>
                  <a:lnTo>
                    <a:pt x="4057247" y="2196239"/>
                  </a:lnTo>
                  <a:lnTo>
                    <a:pt x="4057373" y="2196239"/>
                  </a:lnTo>
                  <a:lnTo>
                    <a:pt x="4057499" y="2196239"/>
                  </a:lnTo>
                  <a:lnTo>
                    <a:pt x="4057625" y="2196239"/>
                  </a:lnTo>
                  <a:lnTo>
                    <a:pt x="4057751" y="2196239"/>
                  </a:lnTo>
                  <a:lnTo>
                    <a:pt x="4057877" y="2196239"/>
                  </a:lnTo>
                  <a:lnTo>
                    <a:pt x="4058003" y="2196239"/>
                  </a:lnTo>
                  <a:lnTo>
                    <a:pt x="4058129" y="2196239"/>
                  </a:lnTo>
                  <a:lnTo>
                    <a:pt x="4058256" y="2196239"/>
                  </a:lnTo>
                  <a:lnTo>
                    <a:pt x="4058382" y="2196239"/>
                  </a:lnTo>
                  <a:lnTo>
                    <a:pt x="4058508" y="2196239"/>
                  </a:lnTo>
                  <a:lnTo>
                    <a:pt x="4058634" y="2196239"/>
                  </a:lnTo>
                  <a:lnTo>
                    <a:pt x="4058760" y="2196239"/>
                  </a:lnTo>
                  <a:lnTo>
                    <a:pt x="4058886" y="2196239"/>
                  </a:lnTo>
                  <a:lnTo>
                    <a:pt x="4059012" y="2196239"/>
                  </a:lnTo>
                  <a:lnTo>
                    <a:pt x="4059138" y="2196239"/>
                  </a:lnTo>
                  <a:lnTo>
                    <a:pt x="4059264" y="2196239"/>
                  </a:lnTo>
                  <a:lnTo>
                    <a:pt x="4059390" y="2196239"/>
                  </a:lnTo>
                  <a:lnTo>
                    <a:pt x="4059516" y="2196239"/>
                  </a:lnTo>
                  <a:lnTo>
                    <a:pt x="4059643" y="2196239"/>
                  </a:lnTo>
                  <a:lnTo>
                    <a:pt x="4059769" y="2196239"/>
                  </a:lnTo>
                  <a:lnTo>
                    <a:pt x="4059895" y="2196239"/>
                  </a:lnTo>
                  <a:lnTo>
                    <a:pt x="4060021" y="2196239"/>
                  </a:lnTo>
                  <a:lnTo>
                    <a:pt x="4060147" y="2196239"/>
                  </a:lnTo>
                  <a:lnTo>
                    <a:pt x="4060273" y="2196239"/>
                  </a:lnTo>
                  <a:lnTo>
                    <a:pt x="4060399" y="2196239"/>
                  </a:lnTo>
                  <a:lnTo>
                    <a:pt x="4060525" y="2196239"/>
                  </a:lnTo>
                  <a:lnTo>
                    <a:pt x="4060651" y="2196239"/>
                  </a:lnTo>
                  <a:lnTo>
                    <a:pt x="4060777" y="2196239"/>
                  </a:lnTo>
                  <a:lnTo>
                    <a:pt x="4060903" y="2196239"/>
                  </a:lnTo>
                  <a:lnTo>
                    <a:pt x="4061029" y="2196239"/>
                  </a:lnTo>
                  <a:lnTo>
                    <a:pt x="4061156" y="2196239"/>
                  </a:lnTo>
                  <a:lnTo>
                    <a:pt x="4061282" y="2196239"/>
                  </a:lnTo>
                  <a:lnTo>
                    <a:pt x="4061408" y="2196239"/>
                  </a:lnTo>
                  <a:lnTo>
                    <a:pt x="4061534" y="2196239"/>
                  </a:lnTo>
                  <a:lnTo>
                    <a:pt x="4061660" y="2196239"/>
                  </a:lnTo>
                  <a:lnTo>
                    <a:pt x="4061786" y="2196239"/>
                  </a:lnTo>
                  <a:lnTo>
                    <a:pt x="4061912" y="2196239"/>
                  </a:lnTo>
                  <a:lnTo>
                    <a:pt x="4062038" y="2196239"/>
                  </a:lnTo>
                  <a:lnTo>
                    <a:pt x="4062164" y="2196239"/>
                  </a:lnTo>
                  <a:lnTo>
                    <a:pt x="4062290" y="2196239"/>
                  </a:lnTo>
                  <a:lnTo>
                    <a:pt x="4062416" y="2196239"/>
                  </a:lnTo>
                  <a:lnTo>
                    <a:pt x="4062543" y="2196239"/>
                  </a:lnTo>
                  <a:lnTo>
                    <a:pt x="4062669" y="2196239"/>
                  </a:lnTo>
                  <a:lnTo>
                    <a:pt x="4062795" y="2196239"/>
                  </a:lnTo>
                  <a:lnTo>
                    <a:pt x="4062921" y="2196239"/>
                  </a:lnTo>
                  <a:lnTo>
                    <a:pt x="4063047" y="2196239"/>
                  </a:lnTo>
                  <a:lnTo>
                    <a:pt x="4063173" y="2196239"/>
                  </a:lnTo>
                  <a:lnTo>
                    <a:pt x="4063299" y="2196239"/>
                  </a:lnTo>
                  <a:lnTo>
                    <a:pt x="4063425" y="2196239"/>
                  </a:lnTo>
                  <a:lnTo>
                    <a:pt x="4063551" y="2196239"/>
                  </a:lnTo>
                  <a:lnTo>
                    <a:pt x="4063677" y="2196239"/>
                  </a:lnTo>
                  <a:lnTo>
                    <a:pt x="4063803" y="2196239"/>
                  </a:lnTo>
                  <a:lnTo>
                    <a:pt x="4063929" y="2196239"/>
                  </a:lnTo>
                  <a:lnTo>
                    <a:pt x="4064056" y="2196239"/>
                  </a:lnTo>
                  <a:lnTo>
                    <a:pt x="4064182" y="2196239"/>
                  </a:lnTo>
                  <a:lnTo>
                    <a:pt x="4064308" y="2196239"/>
                  </a:lnTo>
                  <a:lnTo>
                    <a:pt x="4064434" y="2196239"/>
                  </a:lnTo>
                  <a:lnTo>
                    <a:pt x="4064560" y="2196239"/>
                  </a:lnTo>
                  <a:lnTo>
                    <a:pt x="4064686" y="2196239"/>
                  </a:lnTo>
                  <a:lnTo>
                    <a:pt x="4064812" y="2196239"/>
                  </a:lnTo>
                  <a:lnTo>
                    <a:pt x="4064938" y="2196239"/>
                  </a:lnTo>
                  <a:lnTo>
                    <a:pt x="4065064" y="2196239"/>
                  </a:lnTo>
                  <a:lnTo>
                    <a:pt x="4065190" y="2196239"/>
                  </a:lnTo>
                  <a:lnTo>
                    <a:pt x="4065316" y="2196239"/>
                  </a:lnTo>
                  <a:lnTo>
                    <a:pt x="4065443" y="2196239"/>
                  </a:lnTo>
                  <a:lnTo>
                    <a:pt x="4065569" y="2196239"/>
                  </a:lnTo>
                  <a:lnTo>
                    <a:pt x="4065695" y="2196239"/>
                  </a:lnTo>
                  <a:lnTo>
                    <a:pt x="4065821" y="2196239"/>
                  </a:lnTo>
                  <a:lnTo>
                    <a:pt x="4065947" y="2196239"/>
                  </a:lnTo>
                  <a:lnTo>
                    <a:pt x="4066073" y="2196239"/>
                  </a:lnTo>
                  <a:lnTo>
                    <a:pt x="4066199" y="2196239"/>
                  </a:lnTo>
                  <a:lnTo>
                    <a:pt x="4066325" y="2196239"/>
                  </a:lnTo>
                  <a:lnTo>
                    <a:pt x="4066451" y="2196239"/>
                  </a:lnTo>
                  <a:lnTo>
                    <a:pt x="4066577" y="2196239"/>
                  </a:lnTo>
                  <a:lnTo>
                    <a:pt x="4066703" y="2196239"/>
                  </a:lnTo>
                  <a:lnTo>
                    <a:pt x="4066830" y="2196239"/>
                  </a:lnTo>
                  <a:lnTo>
                    <a:pt x="4066956" y="2196239"/>
                  </a:lnTo>
                  <a:lnTo>
                    <a:pt x="4067082" y="2196239"/>
                  </a:lnTo>
                  <a:lnTo>
                    <a:pt x="4067208" y="2196239"/>
                  </a:lnTo>
                  <a:lnTo>
                    <a:pt x="4067334" y="2196239"/>
                  </a:lnTo>
                  <a:lnTo>
                    <a:pt x="4067460" y="2196239"/>
                  </a:lnTo>
                  <a:lnTo>
                    <a:pt x="4067586" y="2196239"/>
                  </a:lnTo>
                  <a:lnTo>
                    <a:pt x="4067712" y="2196239"/>
                  </a:lnTo>
                  <a:lnTo>
                    <a:pt x="4067838" y="2196239"/>
                  </a:lnTo>
                  <a:lnTo>
                    <a:pt x="4067964" y="2196239"/>
                  </a:lnTo>
                  <a:lnTo>
                    <a:pt x="4068090" y="2196239"/>
                  </a:lnTo>
                  <a:lnTo>
                    <a:pt x="4068216" y="2196239"/>
                  </a:lnTo>
                  <a:lnTo>
                    <a:pt x="4068343" y="2196239"/>
                  </a:lnTo>
                  <a:lnTo>
                    <a:pt x="4068469" y="2196239"/>
                  </a:lnTo>
                  <a:lnTo>
                    <a:pt x="4068595" y="2196239"/>
                  </a:lnTo>
                  <a:lnTo>
                    <a:pt x="4068721" y="2196239"/>
                  </a:lnTo>
                  <a:lnTo>
                    <a:pt x="4068847" y="2196239"/>
                  </a:lnTo>
                  <a:lnTo>
                    <a:pt x="4068973" y="2196239"/>
                  </a:lnTo>
                  <a:lnTo>
                    <a:pt x="4069099" y="2196239"/>
                  </a:lnTo>
                  <a:lnTo>
                    <a:pt x="4069225" y="2196239"/>
                  </a:lnTo>
                  <a:lnTo>
                    <a:pt x="4069351" y="2196239"/>
                  </a:lnTo>
                  <a:lnTo>
                    <a:pt x="4069477" y="2196239"/>
                  </a:lnTo>
                  <a:lnTo>
                    <a:pt x="4069603" y="2196239"/>
                  </a:lnTo>
                  <a:lnTo>
                    <a:pt x="4069730" y="2196239"/>
                  </a:lnTo>
                  <a:lnTo>
                    <a:pt x="4069856" y="2196239"/>
                  </a:lnTo>
                  <a:lnTo>
                    <a:pt x="4069982" y="2196239"/>
                  </a:lnTo>
                  <a:lnTo>
                    <a:pt x="4070108" y="2196239"/>
                  </a:lnTo>
                  <a:lnTo>
                    <a:pt x="4070234" y="2196239"/>
                  </a:lnTo>
                  <a:lnTo>
                    <a:pt x="4070360" y="2196239"/>
                  </a:lnTo>
                  <a:lnTo>
                    <a:pt x="4070486" y="2196239"/>
                  </a:lnTo>
                  <a:lnTo>
                    <a:pt x="4070612" y="2196239"/>
                  </a:lnTo>
                  <a:lnTo>
                    <a:pt x="4070738" y="2196239"/>
                  </a:lnTo>
                  <a:lnTo>
                    <a:pt x="4070864" y="2196239"/>
                  </a:lnTo>
                  <a:lnTo>
                    <a:pt x="4070990" y="2196239"/>
                  </a:lnTo>
                  <a:lnTo>
                    <a:pt x="4071116" y="2196239"/>
                  </a:lnTo>
                  <a:lnTo>
                    <a:pt x="4071243" y="2196239"/>
                  </a:lnTo>
                  <a:lnTo>
                    <a:pt x="4071369" y="2196239"/>
                  </a:lnTo>
                  <a:lnTo>
                    <a:pt x="4071495" y="2196239"/>
                  </a:lnTo>
                  <a:lnTo>
                    <a:pt x="4071621" y="2196239"/>
                  </a:lnTo>
                  <a:lnTo>
                    <a:pt x="4071747" y="2196239"/>
                  </a:lnTo>
                  <a:lnTo>
                    <a:pt x="4071873" y="2196239"/>
                  </a:lnTo>
                  <a:lnTo>
                    <a:pt x="4071999" y="2196239"/>
                  </a:lnTo>
                  <a:lnTo>
                    <a:pt x="4072125" y="2196239"/>
                  </a:lnTo>
                  <a:lnTo>
                    <a:pt x="4072251" y="2196239"/>
                  </a:lnTo>
                  <a:lnTo>
                    <a:pt x="4072377" y="2196239"/>
                  </a:lnTo>
                  <a:lnTo>
                    <a:pt x="4072503" y="2196239"/>
                  </a:lnTo>
                  <a:lnTo>
                    <a:pt x="4072630" y="2196239"/>
                  </a:lnTo>
                  <a:lnTo>
                    <a:pt x="4072756" y="2196239"/>
                  </a:lnTo>
                  <a:lnTo>
                    <a:pt x="4072882" y="2196239"/>
                  </a:lnTo>
                  <a:lnTo>
                    <a:pt x="4073008" y="2196239"/>
                  </a:lnTo>
                  <a:lnTo>
                    <a:pt x="4073134" y="2196239"/>
                  </a:lnTo>
                  <a:lnTo>
                    <a:pt x="4073260" y="2196239"/>
                  </a:lnTo>
                  <a:lnTo>
                    <a:pt x="4073386" y="2196239"/>
                  </a:lnTo>
                  <a:lnTo>
                    <a:pt x="4073512" y="2196239"/>
                  </a:lnTo>
                  <a:lnTo>
                    <a:pt x="4073638" y="2196239"/>
                  </a:lnTo>
                  <a:lnTo>
                    <a:pt x="4073764" y="2196239"/>
                  </a:lnTo>
                  <a:lnTo>
                    <a:pt x="4073890" y="2196239"/>
                  </a:lnTo>
                  <a:lnTo>
                    <a:pt x="4074017" y="2196239"/>
                  </a:lnTo>
                  <a:lnTo>
                    <a:pt x="4074143" y="2196239"/>
                  </a:lnTo>
                  <a:lnTo>
                    <a:pt x="4074269" y="2196239"/>
                  </a:lnTo>
                  <a:lnTo>
                    <a:pt x="4074395" y="2196239"/>
                  </a:lnTo>
                  <a:lnTo>
                    <a:pt x="4074521" y="2196239"/>
                  </a:lnTo>
                  <a:lnTo>
                    <a:pt x="4074647" y="2196239"/>
                  </a:lnTo>
                  <a:lnTo>
                    <a:pt x="4074773" y="2196239"/>
                  </a:lnTo>
                  <a:lnTo>
                    <a:pt x="4074899" y="2196239"/>
                  </a:lnTo>
                  <a:lnTo>
                    <a:pt x="4075025" y="2196239"/>
                  </a:lnTo>
                  <a:lnTo>
                    <a:pt x="4075151" y="2196239"/>
                  </a:lnTo>
                  <a:lnTo>
                    <a:pt x="4075277" y="2196239"/>
                  </a:lnTo>
                  <a:lnTo>
                    <a:pt x="4075403" y="2196239"/>
                  </a:lnTo>
                  <a:lnTo>
                    <a:pt x="4075530" y="2196239"/>
                  </a:lnTo>
                  <a:lnTo>
                    <a:pt x="4075656" y="2196239"/>
                  </a:lnTo>
                  <a:lnTo>
                    <a:pt x="4075782" y="2196239"/>
                  </a:lnTo>
                  <a:lnTo>
                    <a:pt x="4075908" y="2196239"/>
                  </a:lnTo>
                  <a:lnTo>
                    <a:pt x="4076034" y="2196239"/>
                  </a:lnTo>
                  <a:lnTo>
                    <a:pt x="4076160" y="2196239"/>
                  </a:lnTo>
                  <a:lnTo>
                    <a:pt x="4076286" y="2196239"/>
                  </a:lnTo>
                  <a:lnTo>
                    <a:pt x="4076412" y="2196239"/>
                  </a:lnTo>
                  <a:lnTo>
                    <a:pt x="4076538" y="2196239"/>
                  </a:lnTo>
                  <a:lnTo>
                    <a:pt x="4076664" y="2196239"/>
                  </a:lnTo>
                  <a:lnTo>
                    <a:pt x="4076790" y="2196239"/>
                  </a:lnTo>
                  <a:lnTo>
                    <a:pt x="4076917" y="2196239"/>
                  </a:lnTo>
                  <a:lnTo>
                    <a:pt x="4077043" y="2196239"/>
                  </a:lnTo>
                  <a:lnTo>
                    <a:pt x="4077169" y="2196239"/>
                  </a:lnTo>
                  <a:lnTo>
                    <a:pt x="4077295" y="2196239"/>
                  </a:lnTo>
                  <a:lnTo>
                    <a:pt x="4077421" y="2196239"/>
                  </a:lnTo>
                  <a:lnTo>
                    <a:pt x="4077547" y="2196239"/>
                  </a:lnTo>
                  <a:lnTo>
                    <a:pt x="4077673" y="2196239"/>
                  </a:lnTo>
                  <a:lnTo>
                    <a:pt x="4077799" y="2196239"/>
                  </a:lnTo>
                  <a:lnTo>
                    <a:pt x="4077925" y="2196239"/>
                  </a:lnTo>
                  <a:lnTo>
                    <a:pt x="4078051" y="2196239"/>
                  </a:lnTo>
                  <a:lnTo>
                    <a:pt x="4078177" y="2196239"/>
                  </a:lnTo>
                  <a:lnTo>
                    <a:pt x="4078177" y="2190959"/>
                  </a:lnTo>
                  <a:lnTo>
                    <a:pt x="4078303" y="2190959"/>
                  </a:lnTo>
                  <a:lnTo>
                    <a:pt x="4078430" y="2190959"/>
                  </a:lnTo>
                  <a:lnTo>
                    <a:pt x="4078556" y="2190959"/>
                  </a:lnTo>
                  <a:lnTo>
                    <a:pt x="4078682" y="2190959"/>
                  </a:lnTo>
                  <a:lnTo>
                    <a:pt x="4078808" y="2190959"/>
                  </a:lnTo>
                  <a:lnTo>
                    <a:pt x="4078934" y="2190959"/>
                  </a:lnTo>
                  <a:lnTo>
                    <a:pt x="4079060" y="2190959"/>
                  </a:lnTo>
                  <a:lnTo>
                    <a:pt x="4079060" y="2185680"/>
                  </a:lnTo>
                  <a:lnTo>
                    <a:pt x="4079186" y="2185680"/>
                  </a:lnTo>
                  <a:lnTo>
                    <a:pt x="4079312" y="2185680"/>
                  </a:lnTo>
                  <a:lnTo>
                    <a:pt x="4079438" y="2185680"/>
                  </a:lnTo>
                  <a:lnTo>
                    <a:pt x="4079564" y="2185680"/>
                  </a:lnTo>
                  <a:lnTo>
                    <a:pt x="4079690" y="2185680"/>
                  </a:lnTo>
                  <a:lnTo>
                    <a:pt x="4079817" y="2185680"/>
                  </a:lnTo>
                  <a:lnTo>
                    <a:pt x="4079943" y="2185680"/>
                  </a:lnTo>
                  <a:lnTo>
                    <a:pt x="4080069" y="2185680"/>
                  </a:lnTo>
                  <a:lnTo>
                    <a:pt x="4080195" y="2185680"/>
                  </a:lnTo>
                  <a:lnTo>
                    <a:pt x="4080321" y="2185680"/>
                  </a:lnTo>
                  <a:lnTo>
                    <a:pt x="4080447" y="2185680"/>
                  </a:lnTo>
                  <a:lnTo>
                    <a:pt x="4080573" y="2185680"/>
                  </a:lnTo>
                  <a:lnTo>
                    <a:pt x="4080699" y="2185680"/>
                  </a:lnTo>
                  <a:lnTo>
                    <a:pt x="4080825" y="2185680"/>
                  </a:lnTo>
                  <a:lnTo>
                    <a:pt x="4080951" y="2185680"/>
                  </a:lnTo>
                  <a:lnTo>
                    <a:pt x="4081077" y="2185680"/>
                  </a:lnTo>
                  <a:lnTo>
                    <a:pt x="4081203" y="2185680"/>
                  </a:lnTo>
                  <a:lnTo>
                    <a:pt x="4081330" y="2185680"/>
                  </a:lnTo>
                  <a:lnTo>
                    <a:pt x="4081456" y="2185680"/>
                  </a:lnTo>
                  <a:lnTo>
                    <a:pt x="4081582" y="2185680"/>
                  </a:lnTo>
                  <a:lnTo>
                    <a:pt x="4081708" y="2185680"/>
                  </a:lnTo>
                  <a:lnTo>
                    <a:pt x="4081834" y="2185680"/>
                  </a:lnTo>
                  <a:lnTo>
                    <a:pt x="4081960" y="2185680"/>
                  </a:lnTo>
                  <a:lnTo>
                    <a:pt x="4082086" y="2185680"/>
                  </a:lnTo>
                  <a:lnTo>
                    <a:pt x="4082212" y="2185680"/>
                  </a:lnTo>
                  <a:lnTo>
                    <a:pt x="4082338" y="2185680"/>
                  </a:lnTo>
                  <a:lnTo>
                    <a:pt x="4082464" y="2185680"/>
                  </a:lnTo>
                  <a:lnTo>
                    <a:pt x="4082590" y="2185680"/>
                  </a:lnTo>
                  <a:lnTo>
                    <a:pt x="4082717" y="2185680"/>
                  </a:lnTo>
                  <a:lnTo>
                    <a:pt x="4082843" y="2185680"/>
                  </a:lnTo>
                  <a:lnTo>
                    <a:pt x="4082969" y="2185680"/>
                  </a:lnTo>
                  <a:lnTo>
                    <a:pt x="4083095" y="2185680"/>
                  </a:lnTo>
                  <a:lnTo>
                    <a:pt x="4083221" y="2185680"/>
                  </a:lnTo>
                  <a:lnTo>
                    <a:pt x="4083347" y="2185680"/>
                  </a:lnTo>
                  <a:lnTo>
                    <a:pt x="4083473" y="2185680"/>
                  </a:lnTo>
                  <a:lnTo>
                    <a:pt x="4083599" y="2185680"/>
                  </a:lnTo>
                  <a:lnTo>
                    <a:pt x="4083725" y="2185680"/>
                  </a:lnTo>
                  <a:lnTo>
                    <a:pt x="4083851" y="2185680"/>
                  </a:lnTo>
                  <a:lnTo>
                    <a:pt x="4083977" y="2185680"/>
                  </a:lnTo>
                  <a:lnTo>
                    <a:pt x="4084104" y="2185680"/>
                  </a:lnTo>
                  <a:lnTo>
                    <a:pt x="4084230" y="2185680"/>
                  </a:lnTo>
                  <a:lnTo>
                    <a:pt x="4084356" y="2185680"/>
                  </a:lnTo>
                  <a:lnTo>
                    <a:pt x="4084482" y="2185680"/>
                  </a:lnTo>
                  <a:lnTo>
                    <a:pt x="4084608" y="2185680"/>
                  </a:lnTo>
                  <a:lnTo>
                    <a:pt x="4084734" y="2185680"/>
                  </a:lnTo>
                  <a:lnTo>
                    <a:pt x="4084860" y="2185680"/>
                  </a:lnTo>
                  <a:lnTo>
                    <a:pt x="4084986" y="2185680"/>
                  </a:lnTo>
                  <a:lnTo>
                    <a:pt x="4085112" y="2185680"/>
                  </a:lnTo>
                  <a:lnTo>
                    <a:pt x="4085238" y="2185680"/>
                  </a:lnTo>
                  <a:lnTo>
                    <a:pt x="4085364" y="2185680"/>
                  </a:lnTo>
                  <a:lnTo>
                    <a:pt x="4085490" y="2185680"/>
                  </a:lnTo>
                  <a:lnTo>
                    <a:pt x="4085617" y="2185680"/>
                  </a:lnTo>
                  <a:lnTo>
                    <a:pt x="4085743" y="2185680"/>
                  </a:lnTo>
                  <a:lnTo>
                    <a:pt x="4085869" y="2185680"/>
                  </a:lnTo>
                  <a:lnTo>
                    <a:pt x="4085995" y="2185680"/>
                  </a:lnTo>
                  <a:lnTo>
                    <a:pt x="4086121" y="2185680"/>
                  </a:lnTo>
                  <a:lnTo>
                    <a:pt x="4086247" y="2185680"/>
                  </a:lnTo>
                  <a:lnTo>
                    <a:pt x="4086373" y="2185680"/>
                  </a:lnTo>
                  <a:lnTo>
                    <a:pt x="4086499" y="2185680"/>
                  </a:lnTo>
                  <a:lnTo>
                    <a:pt x="4086625" y="2185680"/>
                  </a:lnTo>
                  <a:lnTo>
                    <a:pt x="4086751" y="2185680"/>
                  </a:lnTo>
                  <a:lnTo>
                    <a:pt x="4086877" y="2185680"/>
                  </a:lnTo>
                  <a:lnTo>
                    <a:pt x="4087004" y="2185680"/>
                  </a:lnTo>
                  <a:lnTo>
                    <a:pt x="4087130" y="2185680"/>
                  </a:lnTo>
                  <a:lnTo>
                    <a:pt x="4087256" y="2185680"/>
                  </a:lnTo>
                  <a:lnTo>
                    <a:pt x="4087382" y="2185680"/>
                  </a:lnTo>
                  <a:lnTo>
                    <a:pt x="4087508" y="2185680"/>
                  </a:lnTo>
                  <a:lnTo>
                    <a:pt x="4087634" y="2185680"/>
                  </a:lnTo>
                  <a:lnTo>
                    <a:pt x="4087760" y="2185680"/>
                  </a:lnTo>
                  <a:lnTo>
                    <a:pt x="4087886" y="2185680"/>
                  </a:lnTo>
                  <a:lnTo>
                    <a:pt x="4088012" y="2185680"/>
                  </a:lnTo>
                  <a:lnTo>
                    <a:pt x="4088138" y="2185680"/>
                  </a:lnTo>
                  <a:lnTo>
                    <a:pt x="4088264" y="2185680"/>
                  </a:lnTo>
                  <a:lnTo>
                    <a:pt x="4088390" y="2185680"/>
                  </a:lnTo>
                  <a:lnTo>
                    <a:pt x="4088517" y="2185680"/>
                  </a:lnTo>
                  <a:lnTo>
                    <a:pt x="4088643" y="2185680"/>
                  </a:lnTo>
                  <a:lnTo>
                    <a:pt x="4088769" y="2185680"/>
                  </a:lnTo>
                  <a:lnTo>
                    <a:pt x="4088895" y="2185680"/>
                  </a:lnTo>
                  <a:lnTo>
                    <a:pt x="4089021" y="2185680"/>
                  </a:lnTo>
                  <a:lnTo>
                    <a:pt x="4089147" y="2185680"/>
                  </a:lnTo>
                  <a:lnTo>
                    <a:pt x="4089273" y="2185680"/>
                  </a:lnTo>
                  <a:lnTo>
                    <a:pt x="4089399" y="2185680"/>
                  </a:lnTo>
                  <a:lnTo>
                    <a:pt x="4089525" y="2185680"/>
                  </a:lnTo>
                  <a:lnTo>
                    <a:pt x="4089651" y="2185680"/>
                  </a:lnTo>
                  <a:lnTo>
                    <a:pt x="4089777" y="2185680"/>
                  </a:lnTo>
                  <a:lnTo>
                    <a:pt x="4089904" y="2185680"/>
                  </a:lnTo>
                  <a:lnTo>
                    <a:pt x="4090030" y="2185680"/>
                  </a:lnTo>
                  <a:lnTo>
                    <a:pt x="4090156" y="2185680"/>
                  </a:lnTo>
                  <a:lnTo>
                    <a:pt x="4090282" y="2185680"/>
                  </a:lnTo>
                  <a:lnTo>
                    <a:pt x="4090408" y="2185680"/>
                  </a:lnTo>
                  <a:lnTo>
                    <a:pt x="4090534" y="2185680"/>
                  </a:lnTo>
                  <a:lnTo>
                    <a:pt x="4090660" y="2185680"/>
                  </a:lnTo>
                  <a:lnTo>
                    <a:pt x="4090786" y="2185680"/>
                  </a:lnTo>
                  <a:lnTo>
                    <a:pt x="4090912" y="2185680"/>
                  </a:lnTo>
                  <a:lnTo>
                    <a:pt x="4091038" y="2185680"/>
                  </a:lnTo>
                  <a:lnTo>
                    <a:pt x="4091164" y="2185680"/>
                  </a:lnTo>
                  <a:lnTo>
                    <a:pt x="4091291" y="2185680"/>
                  </a:lnTo>
                  <a:lnTo>
                    <a:pt x="4091417" y="2185680"/>
                  </a:lnTo>
                  <a:lnTo>
                    <a:pt x="4091543" y="2185680"/>
                  </a:lnTo>
                  <a:lnTo>
                    <a:pt x="4091669" y="2185680"/>
                  </a:lnTo>
                  <a:lnTo>
                    <a:pt x="4091795" y="2185680"/>
                  </a:lnTo>
                  <a:lnTo>
                    <a:pt x="4091921" y="2185680"/>
                  </a:lnTo>
                  <a:lnTo>
                    <a:pt x="4092047" y="2185680"/>
                  </a:lnTo>
                  <a:lnTo>
                    <a:pt x="4092173" y="2185680"/>
                  </a:lnTo>
                  <a:lnTo>
                    <a:pt x="4092299" y="2185680"/>
                  </a:lnTo>
                  <a:lnTo>
                    <a:pt x="4092425" y="2185680"/>
                  </a:lnTo>
                  <a:lnTo>
                    <a:pt x="4092551" y="2185680"/>
                  </a:lnTo>
                  <a:lnTo>
                    <a:pt x="4092677" y="2185680"/>
                  </a:lnTo>
                  <a:lnTo>
                    <a:pt x="4092804" y="2185680"/>
                  </a:lnTo>
                  <a:lnTo>
                    <a:pt x="4092930" y="2185680"/>
                  </a:lnTo>
                  <a:lnTo>
                    <a:pt x="4093056" y="2185680"/>
                  </a:lnTo>
                  <a:lnTo>
                    <a:pt x="4093182" y="2185680"/>
                  </a:lnTo>
                  <a:lnTo>
                    <a:pt x="4093308" y="2185680"/>
                  </a:lnTo>
                  <a:lnTo>
                    <a:pt x="4093434" y="2185680"/>
                  </a:lnTo>
                  <a:lnTo>
                    <a:pt x="4093560" y="2185680"/>
                  </a:lnTo>
                  <a:lnTo>
                    <a:pt x="4093686" y="2185680"/>
                  </a:lnTo>
                  <a:lnTo>
                    <a:pt x="4093812" y="2185680"/>
                  </a:lnTo>
                  <a:lnTo>
                    <a:pt x="4093938" y="2185680"/>
                  </a:lnTo>
                  <a:lnTo>
                    <a:pt x="4094064" y="2185680"/>
                  </a:lnTo>
                  <a:lnTo>
                    <a:pt x="4094191" y="2185680"/>
                  </a:lnTo>
                  <a:lnTo>
                    <a:pt x="4094317" y="2185680"/>
                  </a:lnTo>
                  <a:lnTo>
                    <a:pt x="4094443" y="2185680"/>
                  </a:lnTo>
                  <a:lnTo>
                    <a:pt x="4094569" y="2185680"/>
                  </a:lnTo>
                  <a:lnTo>
                    <a:pt x="4094695" y="2185680"/>
                  </a:lnTo>
                  <a:lnTo>
                    <a:pt x="4094821" y="2185680"/>
                  </a:lnTo>
                  <a:lnTo>
                    <a:pt x="4094947" y="2185680"/>
                  </a:lnTo>
                  <a:lnTo>
                    <a:pt x="4095073" y="2185680"/>
                  </a:lnTo>
                  <a:lnTo>
                    <a:pt x="4095199" y="2185680"/>
                  </a:lnTo>
                  <a:lnTo>
                    <a:pt x="4095325" y="2185680"/>
                  </a:lnTo>
                  <a:lnTo>
                    <a:pt x="4095451" y="2185680"/>
                  </a:lnTo>
                  <a:lnTo>
                    <a:pt x="4095577" y="2185680"/>
                  </a:lnTo>
                  <a:lnTo>
                    <a:pt x="4095704" y="2185680"/>
                  </a:lnTo>
                  <a:lnTo>
                    <a:pt x="4095830" y="2185680"/>
                  </a:lnTo>
                  <a:lnTo>
                    <a:pt x="4095956" y="2185680"/>
                  </a:lnTo>
                  <a:lnTo>
                    <a:pt x="4096082" y="2185680"/>
                  </a:lnTo>
                  <a:lnTo>
                    <a:pt x="4096208" y="2185680"/>
                  </a:lnTo>
                  <a:lnTo>
                    <a:pt x="4096334" y="2185680"/>
                  </a:lnTo>
                  <a:lnTo>
                    <a:pt x="4096460" y="2185680"/>
                  </a:lnTo>
                  <a:lnTo>
                    <a:pt x="4096586" y="2185680"/>
                  </a:lnTo>
                  <a:lnTo>
                    <a:pt x="4096712" y="2185680"/>
                  </a:lnTo>
                  <a:lnTo>
                    <a:pt x="4096838" y="2185680"/>
                  </a:lnTo>
                  <a:lnTo>
                    <a:pt x="4096964" y="2185680"/>
                  </a:lnTo>
                  <a:lnTo>
                    <a:pt x="4097091" y="2185680"/>
                  </a:lnTo>
                  <a:lnTo>
                    <a:pt x="4097217" y="2185680"/>
                  </a:lnTo>
                  <a:lnTo>
                    <a:pt x="4097343" y="2185680"/>
                  </a:lnTo>
                  <a:lnTo>
                    <a:pt x="4097469" y="2185680"/>
                  </a:lnTo>
                  <a:lnTo>
                    <a:pt x="4097595" y="2185680"/>
                  </a:lnTo>
                  <a:lnTo>
                    <a:pt x="4097721" y="2185680"/>
                  </a:lnTo>
                  <a:lnTo>
                    <a:pt x="4097847" y="2185680"/>
                  </a:lnTo>
                  <a:lnTo>
                    <a:pt x="4097973" y="2185680"/>
                  </a:lnTo>
                  <a:lnTo>
                    <a:pt x="4098099" y="2185680"/>
                  </a:lnTo>
                  <a:lnTo>
                    <a:pt x="4098225" y="2185680"/>
                  </a:lnTo>
                  <a:lnTo>
                    <a:pt x="4098351" y="2185680"/>
                  </a:lnTo>
                  <a:lnTo>
                    <a:pt x="4098477" y="2185680"/>
                  </a:lnTo>
                  <a:lnTo>
                    <a:pt x="4098604" y="2185680"/>
                  </a:lnTo>
                  <a:lnTo>
                    <a:pt x="4098730" y="2185680"/>
                  </a:lnTo>
                  <a:lnTo>
                    <a:pt x="4098856" y="2185680"/>
                  </a:lnTo>
                  <a:lnTo>
                    <a:pt x="4098982" y="2185680"/>
                  </a:lnTo>
                  <a:lnTo>
                    <a:pt x="4099108" y="2185680"/>
                  </a:lnTo>
                  <a:lnTo>
                    <a:pt x="4099234" y="2185680"/>
                  </a:lnTo>
                  <a:lnTo>
                    <a:pt x="4099360" y="2185680"/>
                  </a:lnTo>
                  <a:lnTo>
                    <a:pt x="4099486" y="2185680"/>
                  </a:lnTo>
                  <a:lnTo>
                    <a:pt x="4099612" y="2185680"/>
                  </a:lnTo>
                  <a:lnTo>
                    <a:pt x="4099738" y="2185680"/>
                  </a:lnTo>
                  <a:lnTo>
                    <a:pt x="4099864" y="2185680"/>
                  </a:lnTo>
                  <a:lnTo>
                    <a:pt x="4099991" y="2185680"/>
                  </a:lnTo>
                  <a:lnTo>
                    <a:pt x="4100117" y="2185680"/>
                  </a:lnTo>
                  <a:lnTo>
                    <a:pt x="4100243" y="2185680"/>
                  </a:lnTo>
                  <a:lnTo>
                    <a:pt x="4100369" y="2185680"/>
                  </a:lnTo>
                  <a:lnTo>
                    <a:pt x="4100495" y="2185680"/>
                  </a:lnTo>
                  <a:lnTo>
                    <a:pt x="4100621" y="2185680"/>
                  </a:lnTo>
                  <a:lnTo>
                    <a:pt x="4100747" y="2185680"/>
                  </a:lnTo>
                  <a:lnTo>
                    <a:pt x="4100873" y="2185680"/>
                  </a:lnTo>
                  <a:lnTo>
                    <a:pt x="4100999" y="2185680"/>
                  </a:lnTo>
                  <a:lnTo>
                    <a:pt x="4101125" y="2185680"/>
                  </a:lnTo>
                  <a:lnTo>
                    <a:pt x="4101251" y="2185680"/>
                  </a:lnTo>
                  <a:lnTo>
                    <a:pt x="4101378" y="2185680"/>
                  </a:lnTo>
                  <a:lnTo>
                    <a:pt x="4101504" y="2185680"/>
                  </a:lnTo>
                  <a:lnTo>
                    <a:pt x="4101630" y="2185680"/>
                  </a:lnTo>
                  <a:lnTo>
                    <a:pt x="4101756" y="2185680"/>
                  </a:lnTo>
                  <a:lnTo>
                    <a:pt x="4101882" y="2185680"/>
                  </a:lnTo>
                  <a:lnTo>
                    <a:pt x="4102008" y="2185680"/>
                  </a:lnTo>
                  <a:lnTo>
                    <a:pt x="4102134" y="2185680"/>
                  </a:lnTo>
                  <a:lnTo>
                    <a:pt x="4102260" y="2185680"/>
                  </a:lnTo>
                  <a:lnTo>
                    <a:pt x="4102386" y="2185680"/>
                  </a:lnTo>
                  <a:lnTo>
                    <a:pt x="4102512" y="2185680"/>
                  </a:lnTo>
                  <a:lnTo>
                    <a:pt x="4102638" y="2185680"/>
                  </a:lnTo>
                  <a:lnTo>
                    <a:pt x="4102764" y="2185680"/>
                  </a:lnTo>
                  <a:lnTo>
                    <a:pt x="4102891" y="2185680"/>
                  </a:lnTo>
                  <a:lnTo>
                    <a:pt x="4103017" y="2185680"/>
                  </a:lnTo>
                  <a:lnTo>
                    <a:pt x="4103143" y="2185680"/>
                  </a:lnTo>
                  <a:lnTo>
                    <a:pt x="4103269" y="2185680"/>
                  </a:lnTo>
                  <a:lnTo>
                    <a:pt x="4103395" y="2185680"/>
                  </a:lnTo>
                  <a:lnTo>
                    <a:pt x="4103521" y="2185680"/>
                  </a:lnTo>
                  <a:lnTo>
                    <a:pt x="4103647" y="2185680"/>
                  </a:lnTo>
                  <a:lnTo>
                    <a:pt x="4103773" y="2185680"/>
                  </a:lnTo>
                  <a:lnTo>
                    <a:pt x="4103899" y="2185680"/>
                  </a:lnTo>
                  <a:lnTo>
                    <a:pt x="4104025" y="2185680"/>
                  </a:lnTo>
                  <a:lnTo>
                    <a:pt x="4104151" y="2185680"/>
                  </a:lnTo>
                  <a:lnTo>
                    <a:pt x="4104278" y="2185680"/>
                  </a:lnTo>
                  <a:lnTo>
                    <a:pt x="4104404" y="2185680"/>
                  </a:lnTo>
                  <a:lnTo>
                    <a:pt x="4104530" y="2185680"/>
                  </a:lnTo>
                  <a:lnTo>
                    <a:pt x="4104656" y="2185680"/>
                  </a:lnTo>
                  <a:lnTo>
                    <a:pt x="4104782" y="2185680"/>
                  </a:lnTo>
                  <a:lnTo>
                    <a:pt x="4104908" y="2185680"/>
                  </a:lnTo>
                  <a:lnTo>
                    <a:pt x="4105034" y="2185680"/>
                  </a:lnTo>
                  <a:lnTo>
                    <a:pt x="4105160" y="2185680"/>
                  </a:lnTo>
                  <a:lnTo>
                    <a:pt x="4105286" y="2185680"/>
                  </a:lnTo>
                  <a:lnTo>
                    <a:pt x="4105412" y="2185680"/>
                  </a:lnTo>
                  <a:lnTo>
                    <a:pt x="4105538" y="2185680"/>
                  </a:lnTo>
                  <a:lnTo>
                    <a:pt x="4105664" y="2185680"/>
                  </a:lnTo>
                  <a:lnTo>
                    <a:pt x="4105791" y="2185680"/>
                  </a:lnTo>
                  <a:lnTo>
                    <a:pt x="4105791" y="2180401"/>
                  </a:lnTo>
                  <a:lnTo>
                    <a:pt x="4105917" y="2180401"/>
                  </a:lnTo>
                  <a:lnTo>
                    <a:pt x="4106043" y="2180401"/>
                  </a:lnTo>
                  <a:lnTo>
                    <a:pt x="4106169" y="2180401"/>
                  </a:lnTo>
                  <a:lnTo>
                    <a:pt x="4106295" y="2180401"/>
                  </a:lnTo>
                  <a:lnTo>
                    <a:pt x="4106421" y="2180401"/>
                  </a:lnTo>
                  <a:lnTo>
                    <a:pt x="4106547" y="2180401"/>
                  </a:lnTo>
                  <a:lnTo>
                    <a:pt x="4106673" y="2180401"/>
                  </a:lnTo>
                  <a:lnTo>
                    <a:pt x="4106799" y="2180401"/>
                  </a:lnTo>
                  <a:lnTo>
                    <a:pt x="4106925" y="2180401"/>
                  </a:lnTo>
                  <a:lnTo>
                    <a:pt x="4107051" y="2180401"/>
                  </a:lnTo>
                  <a:lnTo>
                    <a:pt x="4107178" y="2180401"/>
                  </a:lnTo>
                  <a:lnTo>
                    <a:pt x="4107304" y="2180401"/>
                  </a:lnTo>
                  <a:lnTo>
                    <a:pt x="4107430" y="2180401"/>
                  </a:lnTo>
                  <a:lnTo>
                    <a:pt x="4107556" y="2180401"/>
                  </a:lnTo>
                  <a:lnTo>
                    <a:pt x="4107682" y="2180401"/>
                  </a:lnTo>
                  <a:lnTo>
                    <a:pt x="4107808" y="2180401"/>
                  </a:lnTo>
                  <a:lnTo>
                    <a:pt x="4107934" y="2180401"/>
                  </a:lnTo>
                  <a:lnTo>
                    <a:pt x="4108060" y="2180401"/>
                  </a:lnTo>
                  <a:lnTo>
                    <a:pt x="4108186" y="2180401"/>
                  </a:lnTo>
                  <a:lnTo>
                    <a:pt x="4108312" y="2180401"/>
                  </a:lnTo>
                  <a:lnTo>
                    <a:pt x="4108438" y="2180401"/>
                  </a:lnTo>
                  <a:lnTo>
                    <a:pt x="4108565" y="2180401"/>
                  </a:lnTo>
                  <a:lnTo>
                    <a:pt x="4108691" y="2180401"/>
                  </a:lnTo>
                  <a:lnTo>
                    <a:pt x="4108817" y="2180401"/>
                  </a:lnTo>
                  <a:lnTo>
                    <a:pt x="4108817" y="2175121"/>
                  </a:lnTo>
                  <a:lnTo>
                    <a:pt x="4108943" y="2175121"/>
                  </a:lnTo>
                  <a:lnTo>
                    <a:pt x="4109069" y="2175121"/>
                  </a:lnTo>
                  <a:lnTo>
                    <a:pt x="4109195" y="2175121"/>
                  </a:lnTo>
                  <a:lnTo>
                    <a:pt x="4109321" y="2175121"/>
                  </a:lnTo>
                  <a:lnTo>
                    <a:pt x="4109447" y="2175121"/>
                  </a:lnTo>
                  <a:lnTo>
                    <a:pt x="4109573" y="2175121"/>
                  </a:lnTo>
                  <a:lnTo>
                    <a:pt x="4109699" y="2175121"/>
                  </a:lnTo>
                  <a:lnTo>
                    <a:pt x="4109825" y="2175121"/>
                  </a:lnTo>
                  <a:lnTo>
                    <a:pt x="4109951" y="2175121"/>
                  </a:lnTo>
                  <a:lnTo>
                    <a:pt x="4110078" y="2175121"/>
                  </a:lnTo>
                  <a:lnTo>
                    <a:pt x="4110204" y="2175121"/>
                  </a:lnTo>
                  <a:lnTo>
                    <a:pt x="4110330" y="2175121"/>
                  </a:lnTo>
                  <a:lnTo>
                    <a:pt x="4110456" y="2175121"/>
                  </a:lnTo>
                  <a:lnTo>
                    <a:pt x="4110582" y="2175121"/>
                  </a:lnTo>
                  <a:lnTo>
                    <a:pt x="4110582" y="2169842"/>
                  </a:lnTo>
                  <a:lnTo>
                    <a:pt x="4110708" y="2169842"/>
                  </a:lnTo>
                  <a:lnTo>
                    <a:pt x="4110834" y="2169842"/>
                  </a:lnTo>
                  <a:lnTo>
                    <a:pt x="4110960" y="2169842"/>
                  </a:lnTo>
                  <a:lnTo>
                    <a:pt x="4111086" y="2169842"/>
                  </a:lnTo>
                  <a:lnTo>
                    <a:pt x="4111086" y="2164562"/>
                  </a:lnTo>
                  <a:lnTo>
                    <a:pt x="4111212" y="2164562"/>
                  </a:lnTo>
                  <a:lnTo>
                    <a:pt x="4111338" y="2164562"/>
                  </a:lnTo>
                  <a:lnTo>
                    <a:pt x="4111465" y="2164562"/>
                  </a:lnTo>
                  <a:lnTo>
                    <a:pt x="4111591" y="2164562"/>
                  </a:lnTo>
                  <a:lnTo>
                    <a:pt x="4111717" y="2164562"/>
                  </a:lnTo>
                  <a:lnTo>
                    <a:pt x="4111843" y="2164562"/>
                  </a:lnTo>
                  <a:lnTo>
                    <a:pt x="4111969" y="2164562"/>
                  </a:lnTo>
                  <a:lnTo>
                    <a:pt x="4112095" y="2164562"/>
                  </a:lnTo>
                  <a:lnTo>
                    <a:pt x="4112221" y="2164562"/>
                  </a:lnTo>
                  <a:lnTo>
                    <a:pt x="4112347" y="2164562"/>
                  </a:lnTo>
                  <a:lnTo>
                    <a:pt x="4112473" y="2164562"/>
                  </a:lnTo>
                  <a:lnTo>
                    <a:pt x="4112599" y="2164562"/>
                  </a:lnTo>
                  <a:lnTo>
                    <a:pt x="4112725" y="2164562"/>
                  </a:lnTo>
                  <a:lnTo>
                    <a:pt x="4112851" y="2164562"/>
                  </a:lnTo>
                  <a:lnTo>
                    <a:pt x="4112978" y="2164562"/>
                  </a:lnTo>
                  <a:lnTo>
                    <a:pt x="4113104" y="2164562"/>
                  </a:lnTo>
                  <a:lnTo>
                    <a:pt x="4113230" y="2164562"/>
                  </a:lnTo>
                  <a:lnTo>
                    <a:pt x="4113356" y="2164562"/>
                  </a:lnTo>
                  <a:lnTo>
                    <a:pt x="4113482" y="2164562"/>
                  </a:lnTo>
                  <a:lnTo>
                    <a:pt x="4113608" y="2164562"/>
                  </a:lnTo>
                  <a:lnTo>
                    <a:pt x="4113734" y="2164562"/>
                  </a:lnTo>
                  <a:lnTo>
                    <a:pt x="4113860" y="2164562"/>
                  </a:lnTo>
                  <a:lnTo>
                    <a:pt x="4113986" y="2164562"/>
                  </a:lnTo>
                  <a:lnTo>
                    <a:pt x="4114112" y="2164562"/>
                  </a:lnTo>
                  <a:lnTo>
                    <a:pt x="4114238" y="2164562"/>
                  </a:lnTo>
                  <a:lnTo>
                    <a:pt x="4114365" y="2164562"/>
                  </a:lnTo>
                  <a:lnTo>
                    <a:pt x="4114491" y="2164562"/>
                  </a:lnTo>
                  <a:lnTo>
                    <a:pt x="4114617" y="2164562"/>
                  </a:lnTo>
                  <a:lnTo>
                    <a:pt x="4114743" y="2164562"/>
                  </a:lnTo>
                  <a:lnTo>
                    <a:pt x="4114869" y="2164562"/>
                  </a:lnTo>
                  <a:lnTo>
                    <a:pt x="4114995" y="2164562"/>
                  </a:lnTo>
                  <a:lnTo>
                    <a:pt x="4115121" y="2164562"/>
                  </a:lnTo>
                  <a:lnTo>
                    <a:pt x="4115247" y="2164562"/>
                  </a:lnTo>
                  <a:lnTo>
                    <a:pt x="4115373" y="2164562"/>
                  </a:lnTo>
                  <a:lnTo>
                    <a:pt x="4115499" y="2164562"/>
                  </a:lnTo>
                  <a:lnTo>
                    <a:pt x="4115625" y="2164562"/>
                  </a:lnTo>
                  <a:lnTo>
                    <a:pt x="4115752" y="2164562"/>
                  </a:lnTo>
                  <a:lnTo>
                    <a:pt x="4115878" y="2164562"/>
                  </a:lnTo>
                  <a:lnTo>
                    <a:pt x="4116004" y="2164562"/>
                  </a:lnTo>
                  <a:lnTo>
                    <a:pt x="4116130" y="2164562"/>
                  </a:lnTo>
                  <a:lnTo>
                    <a:pt x="4116256" y="2164562"/>
                  </a:lnTo>
                  <a:lnTo>
                    <a:pt x="4116382" y="2164562"/>
                  </a:lnTo>
                  <a:lnTo>
                    <a:pt x="4116508" y="2164562"/>
                  </a:lnTo>
                  <a:lnTo>
                    <a:pt x="4116634" y="2164562"/>
                  </a:lnTo>
                  <a:lnTo>
                    <a:pt x="4116760" y="2164562"/>
                  </a:lnTo>
                  <a:lnTo>
                    <a:pt x="4116886" y="2164562"/>
                  </a:lnTo>
                  <a:lnTo>
                    <a:pt x="4117012" y="2164562"/>
                  </a:lnTo>
                  <a:lnTo>
                    <a:pt x="4117138" y="2164562"/>
                  </a:lnTo>
                  <a:lnTo>
                    <a:pt x="4117265" y="2164562"/>
                  </a:lnTo>
                  <a:lnTo>
                    <a:pt x="4117391" y="2164562"/>
                  </a:lnTo>
                  <a:lnTo>
                    <a:pt x="4117517" y="2164562"/>
                  </a:lnTo>
                  <a:lnTo>
                    <a:pt x="4117643" y="2164562"/>
                  </a:lnTo>
                  <a:lnTo>
                    <a:pt x="4117769" y="2164562"/>
                  </a:lnTo>
                  <a:lnTo>
                    <a:pt x="4117895" y="2164562"/>
                  </a:lnTo>
                  <a:lnTo>
                    <a:pt x="4118021" y="2164562"/>
                  </a:lnTo>
                  <a:lnTo>
                    <a:pt x="4118147" y="2164562"/>
                  </a:lnTo>
                  <a:lnTo>
                    <a:pt x="4118273" y="2164562"/>
                  </a:lnTo>
                  <a:lnTo>
                    <a:pt x="4118399" y="2164562"/>
                  </a:lnTo>
                  <a:lnTo>
                    <a:pt x="4118525" y="2164562"/>
                  </a:lnTo>
                  <a:lnTo>
                    <a:pt x="4118652" y="2164562"/>
                  </a:lnTo>
                  <a:lnTo>
                    <a:pt x="4118778" y="2164562"/>
                  </a:lnTo>
                  <a:lnTo>
                    <a:pt x="4118904" y="2164562"/>
                  </a:lnTo>
                  <a:lnTo>
                    <a:pt x="4119030" y="2164562"/>
                  </a:lnTo>
                  <a:lnTo>
                    <a:pt x="4119030" y="2159283"/>
                  </a:lnTo>
                  <a:lnTo>
                    <a:pt x="4119156" y="2159283"/>
                  </a:lnTo>
                  <a:lnTo>
                    <a:pt x="4119282" y="2159283"/>
                  </a:lnTo>
                  <a:lnTo>
                    <a:pt x="4119408" y="2159283"/>
                  </a:lnTo>
                  <a:lnTo>
                    <a:pt x="4119534" y="2159283"/>
                  </a:lnTo>
                  <a:lnTo>
                    <a:pt x="4119660" y="2159283"/>
                  </a:lnTo>
                  <a:lnTo>
                    <a:pt x="4119786" y="2159283"/>
                  </a:lnTo>
                  <a:lnTo>
                    <a:pt x="4119912" y="2159283"/>
                  </a:lnTo>
                  <a:lnTo>
                    <a:pt x="4120038" y="2159283"/>
                  </a:lnTo>
                  <a:lnTo>
                    <a:pt x="4120165" y="2159283"/>
                  </a:lnTo>
                  <a:lnTo>
                    <a:pt x="4120291" y="2159283"/>
                  </a:lnTo>
                  <a:lnTo>
                    <a:pt x="4120417" y="2159283"/>
                  </a:lnTo>
                  <a:lnTo>
                    <a:pt x="4120543" y="2159283"/>
                  </a:lnTo>
                  <a:lnTo>
                    <a:pt x="4120669" y="2159283"/>
                  </a:lnTo>
                  <a:lnTo>
                    <a:pt x="4120795" y="2159283"/>
                  </a:lnTo>
                  <a:lnTo>
                    <a:pt x="4120921" y="2159283"/>
                  </a:lnTo>
                  <a:lnTo>
                    <a:pt x="4121047" y="2159283"/>
                  </a:lnTo>
                  <a:lnTo>
                    <a:pt x="4121173" y="2159283"/>
                  </a:lnTo>
                  <a:lnTo>
                    <a:pt x="4121299" y="2159283"/>
                  </a:lnTo>
                  <a:lnTo>
                    <a:pt x="4121425" y="2159283"/>
                  </a:lnTo>
                  <a:lnTo>
                    <a:pt x="4121552" y="2159283"/>
                  </a:lnTo>
                  <a:lnTo>
                    <a:pt x="4121678" y="2159283"/>
                  </a:lnTo>
                  <a:lnTo>
                    <a:pt x="4121804" y="2159283"/>
                  </a:lnTo>
                  <a:lnTo>
                    <a:pt x="4121930" y="2159283"/>
                  </a:lnTo>
                  <a:lnTo>
                    <a:pt x="4122056" y="2159283"/>
                  </a:lnTo>
                  <a:lnTo>
                    <a:pt x="4122182" y="2159283"/>
                  </a:lnTo>
                  <a:lnTo>
                    <a:pt x="4122308" y="2159283"/>
                  </a:lnTo>
                  <a:lnTo>
                    <a:pt x="4122434" y="2159283"/>
                  </a:lnTo>
                  <a:lnTo>
                    <a:pt x="4122560" y="2159283"/>
                  </a:lnTo>
                  <a:lnTo>
                    <a:pt x="4122686" y="2159283"/>
                  </a:lnTo>
                  <a:lnTo>
                    <a:pt x="4122686" y="2154003"/>
                  </a:lnTo>
                  <a:lnTo>
                    <a:pt x="4122812" y="2154003"/>
                  </a:lnTo>
                  <a:lnTo>
                    <a:pt x="4122938" y="2154003"/>
                  </a:lnTo>
                  <a:lnTo>
                    <a:pt x="4123065" y="2154003"/>
                  </a:lnTo>
                  <a:lnTo>
                    <a:pt x="4123191" y="2154003"/>
                  </a:lnTo>
                  <a:lnTo>
                    <a:pt x="4123317" y="2154003"/>
                  </a:lnTo>
                  <a:lnTo>
                    <a:pt x="4123443" y="2154003"/>
                  </a:lnTo>
                  <a:lnTo>
                    <a:pt x="4123569" y="2154003"/>
                  </a:lnTo>
                  <a:lnTo>
                    <a:pt x="4123695" y="2154003"/>
                  </a:lnTo>
                  <a:lnTo>
                    <a:pt x="4123821" y="2154003"/>
                  </a:lnTo>
                  <a:lnTo>
                    <a:pt x="4123947" y="2154003"/>
                  </a:lnTo>
                  <a:lnTo>
                    <a:pt x="4124073" y="2154003"/>
                  </a:lnTo>
                  <a:lnTo>
                    <a:pt x="4124199" y="2154003"/>
                  </a:lnTo>
                  <a:lnTo>
                    <a:pt x="4124325" y="2154003"/>
                  </a:lnTo>
                  <a:lnTo>
                    <a:pt x="4124452" y="2154003"/>
                  </a:lnTo>
                  <a:lnTo>
                    <a:pt x="4124578" y="2154003"/>
                  </a:lnTo>
                  <a:lnTo>
                    <a:pt x="4124704" y="2154003"/>
                  </a:lnTo>
                  <a:lnTo>
                    <a:pt x="4124830" y="2154003"/>
                  </a:lnTo>
                  <a:lnTo>
                    <a:pt x="4124956" y="2154003"/>
                  </a:lnTo>
                  <a:lnTo>
                    <a:pt x="4125082" y="2154003"/>
                  </a:lnTo>
                  <a:lnTo>
                    <a:pt x="4125208" y="2154003"/>
                  </a:lnTo>
                  <a:lnTo>
                    <a:pt x="4125334" y="2154003"/>
                  </a:lnTo>
                  <a:lnTo>
                    <a:pt x="4125460" y="2154003"/>
                  </a:lnTo>
                  <a:lnTo>
                    <a:pt x="4125586" y="2154003"/>
                  </a:lnTo>
                  <a:lnTo>
                    <a:pt x="4125712" y="2154003"/>
                  </a:lnTo>
                  <a:lnTo>
                    <a:pt x="4125839" y="2154003"/>
                  </a:lnTo>
                  <a:lnTo>
                    <a:pt x="4125965" y="2154003"/>
                  </a:lnTo>
                  <a:lnTo>
                    <a:pt x="4126091" y="2154003"/>
                  </a:lnTo>
                  <a:lnTo>
                    <a:pt x="4126217" y="2154003"/>
                  </a:lnTo>
                  <a:lnTo>
                    <a:pt x="4126343" y="2154003"/>
                  </a:lnTo>
                  <a:lnTo>
                    <a:pt x="4126469" y="2154003"/>
                  </a:lnTo>
                  <a:lnTo>
                    <a:pt x="4126595" y="2154003"/>
                  </a:lnTo>
                  <a:lnTo>
                    <a:pt x="4126721" y="2154003"/>
                  </a:lnTo>
                  <a:lnTo>
                    <a:pt x="4126847" y="2154003"/>
                  </a:lnTo>
                  <a:lnTo>
                    <a:pt x="4126973" y="2154003"/>
                  </a:lnTo>
                  <a:lnTo>
                    <a:pt x="4127099" y="2154003"/>
                  </a:lnTo>
                  <a:lnTo>
                    <a:pt x="4127225" y="2154003"/>
                  </a:lnTo>
                  <a:lnTo>
                    <a:pt x="4127352" y="2154003"/>
                  </a:lnTo>
                  <a:lnTo>
                    <a:pt x="4127478" y="2154003"/>
                  </a:lnTo>
                  <a:lnTo>
                    <a:pt x="4127604" y="2154003"/>
                  </a:lnTo>
                  <a:lnTo>
                    <a:pt x="4127730" y="2154003"/>
                  </a:lnTo>
                  <a:lnTo>
                    <a:pt x="4127856" y="2154003"/>
                  </a:lnTo>
                  <a:lnTo>
                    <a:pt x="4127982" y="2154003"/>
                  </a:lnTo>
                  <a:lnTo>
                    <a:pt x="4128108" y="2154003"/>
                  </a:lnTo>
                  <a:lnTo>
                    <a:pt x="4128234" y="2154003"/>
                  </a:lnTo>
                  <a:lnTo>
                    <a:pt x="4128360" y="2154003"/>
                  </a:lnTo>
                  <a:lnTo>
                    <a:pt x="4128486" y="2154003"/>
                  </a:lnTo>
                  <a:lnTo>
                    <a:pt x="4128612" y="2154003"/>
                  </a:lnTo>
                  <a:lnTo>
                    <a:pt x="4128739" y="2154003"/>
                  </a:lnTo>
                  <a:lnTo>
                    <a:pt x="4128865" y="2154003"/>
                  </a:lnTo>
                  <a:lnTo>
                    <a:pt x="4128991" y="2154003"/>
                  </a:lnTo>
                  <a:lnTo>
                    <a:pt x="4129117" y="2154003"/>
                  </a:lnTo>
                  <a:lnTo>
                    <a:pt x="4129243" y="2154003"/>
                  </a:lnTo>
                  <a:lnTo>
                    <a:pt x="4129369" y="2154003"/>
                  </a:lnTo>
                  <a:lnTo>
                    <a:pt x="4129495" y="2154003"/>
                  </a:lnTo>
                  <a:lnTo>
                    <a:pt x="4129621" y="2154003"/>
                  </a:lnTo>
                  <a:lnTo>
                    <a:pt x="4129747" y="2154003"/>
                  </a:lnTo>
                  <a:lnTo>
                    <a:pt x="4129873" y="2154003"/>
                  </a:lnTo>
                  <a:lnTo>
                    <a:pt x="4129999" y="2154003"/>
                  </a:lnTo>
                  <a:lnTo>
                    <a:pt x="4130125" y="2154003"/>
                  </a:lnTo>
                  <a:lnTo>
                    <a:pt x="4130252" y="2154003"/>
                  </a:lnTo>
                  <a:lnTo>
                    <a:pt x="4130378" y="2154003"/>
                  </a:lnTo>
                  <a:lnTo>
                    <a:pt x="4130504" y="2154003"/>
                  </a:lnTo>
                  <a:lnTo>
                    <a:pt x="4130630" y="2154003"/>
                  </a:lnTo>
                  <a:lnTo>
                    <a:pt x="4130756" y="2154003"/>
                  </a:lnTo>
                  <a:lnTo>
                    <a:pt x="4130882" y="2154003"/>
                  </a:lnTo>
                  <a:lnTo>
                    <a:pt x="4131008" y="2154003"/>
                  </a:lnTo>
                  <a:lnTo>
                    <a:pt x="4131134" y="2154003"/>
                  </a:lnTo>
                  <a:lnTo>
                    <a:pt x="4131260" y="2154003"/>
                  </a:lnTo>
                  <a:lnTo>
                    <a:pt x="4131386" y="2154003"/>
                  </a:lnTo>
                  <a:lnTo>
                    <a:pt x="4131512" y="2154003"/>
                  </a:lnTo>
                  <a:lnTo>
                    <a:pt x="4131639" y="2154003"/>
                  </a:lnTo>
                  <a:lnTo>
                    <a:pt x="4131639" y="2148724"/>
                  </a:lnTo>
                  <a:lnTo>
                    <a:pt x="4131765" y="2148724"/>
                  </a:lnTo>
                  <a:lnTo>
                    <a:pt x="4131891" y="2148724"/>
                  </a:lnTo>
                  <a:lnTo>
                    <a:pt x="4132017" y="2148724"/>
                  </a:lnTo>
                  <a:lnTo>
                    <a:pt x="4132143" y="2148724"/>
                  </a:lnTo>
                  <a:lnTo>
                    <a:pt x="4132269" y="2148724"/>
                  </a:lnTo>
                  <a:lnTo>
                    <a:pt x="4132395" y="2148724"/>
                  </a:lnTo>
                  <a:lnTo>
                    <a:pt x="4132521" y="2148724"/>
                  </a:lnTo>
                  <a:lnTo>
                    <a:pt x="4132647" y="2148724"/>
                  </a:lnTo>
                  <a:lnTo>
                    <a:pt x="4132773" y="2148724"/>
                  </a:lnTo>
                  <a:lnTo>
                    <a:pt x="4132899" y="2148724"/>
                  </a:lnTo>
                  <a:lnTo>
                    <a:pt x="4133026" y="2148724"/>
                  </a:lnTo>
                  <a:lnTo>
                    <a:pt x="4133152" y="2148724"/>
                  </a:lnTo>
                  <a:lnTo>
                    <a:pt x="4133278" y="2148724"/>
                  </a:lnTo>
                  <a:lnTo>
                    <a:pt x="4133404" y="2148724"/>
                  </a:lnTo>
                  <a:lnTo>
                    <a:pt x="4133530" y="2148724"/>
                  </a:lnTo>
                  <a:lnTo>
                    <a:pt x="4133656" y="2148724"/>
                  </a:lnTo>
                  <a:lnTo>
                    <a:pt x="4133782" y="2148724"/>
                  </a:lnTo>
                  <a:lnTo>
                    <a:pt x="4133908" y="2148724"/>
                  </a:lnTo>
                  <a:lnTo>
                    <a:pt x="4134034" y="2148724"/>
                  </a:lnTo>
                  <a:lnTo>
                    <a:pt x="4134160" y="2148724"/>
                  </a:lnTo>
                  <a:lnTo>
                    <a:pt x="4134286" y="2148724"/>
                  </a:lnTo>
                  <a:lnTo>
                    <a:pt x="4134412" y="2148724"/>
                  </a:lnTo>
                  <a:lnTo>
                    <a:pt x="4134539" y="2148724"/>
                  </a:lnTo>
                  <a:lnTo>
                    <a:pt x="4134665" y="2148724"/>
                  </a:lnTo>
                  <a:lnTo>
                    <a:pt x="4134791" y="2148724"/>
                  </a:lnTo>
                  <a:lnTo>
                    <a:pt x="4134917" y="2148724"/>
                  </a:lnTo>
                  <a:lnTo>
                    <a:pt x="4135043" y="2148724"/>
                  </a:lnTo>
                  <a:lnTo>
                    <a:pt x="4135169" y="2148724"/>
                  </a:lnTo>
                  <a:lnTo>
                    <a:pt x="4135295" y="2148724"/>
                  </a:lnTo>
                  <a:lnTo>
                    <a:pt x="4135421" y="2148724"/>
                  </a:lnTo>
                  <a:lnTo>
                    <a:pt x="4135547" y="2148724"/>
                  </a:lnTo>
                  <a:lnTo>
                    <a:pt x="4135673" y="2148724"/>
                  </a:lnTo>
                  <a:lnTo>
                    <a:pt x="4135799" y="2148724"/>
                  </a:lnTo>
                  <a:lnTo>
                    <a:pt x="4135926" y="2148724"/>
                  </a:lnTo>
                  <a:lnTo>
                    <a:pt x="4136052" y="2148724"/>
                  </a:lnTo>
                  <a:lnTo>
                    <a:pt x="4136178" y="2148724"/>
                  </a:lnTo>
                  <a:lnTo>
                    <a:pt x="4136304" y="2148724"/>
                  </a:lnTo>
                  <a:lnTo>
                    <a:pt x="4136430" y="2148724"/>
                  </a:lnTo>
                  <a:lnTo>
                    <a:pt x="4136556" y="2148724"/>
                  </a:lnTo>
                  <a:lnTo>
                    <a:pt x="4136682" y="2148724"/>
                  </a:lnTo>
                  <a:lnTo>
                    <a:pt x="4136808" y="2148724"/>
                  </a:lnTo>
                  <a:lnTo>
                    <a:pt x="4136934" y="2148724"/>
                  </a:lnTo>
                  <a:lnTo>
                    <a:pt x="4137060" y="2148724"/>
                  </a:lnTo>
                  <a:lnTo>
                    <a:pt x="4137186" y="2148724"/>
                  </a:lnTo>
                  <a:lnTo>
                    <a:pt x="4137312" y="2148724"/>
                  </a:lnTo>
                  <a:lnTo>
                    <a:pt x="4137439" y="2148724"/>
                  </a:lnTo>
                  <a:lnTo>
                    <a:pt x="4137565" y="2148724"/>
                  </a:lnTo>
                  <a:lnTo>
                    <a:pt x="4137691" y="2148724"/>
                  </a:lnTo>
                  <a:lnTo>
                    <a:pt x="4137817" y="2148724"/>
                  </a:lnTo>
                  <a:lnTo>
                    <a:pt x="4137943" y="2148724"/>
                  </a:lnTo>
                  <a:lnTo>
                    <a:pt x="4138069" y="2148724"/>
                  </a:lnTo>
                  <a:lnTo>
                    <a:pt x="4138195" y="2148724"/>
                  </a:lnTo>
                  <a:lnTo>
                    <a:pt x="4138321" y="2148724"/>
                  </a:lnTo>
                  <a:lnTo>
                    <a:pt x="4138447" y="2148724"/>
                  </a:lnTo>
                  <a:lnTo>
                    <a:pt x="4138573" y="2148724"/>
                  </a:lnTo>
                  <a:lnTo>
                    <a:pt x="4138699" y="2148724"/>
                  </a:lnTo>
                  <a:lnTo>
                    <a:pt x="4138826" y="2148724"/>
                  </a:lnTo>
                  <a:lnTo>
                    <a:pt x="4138952" y="2148724"/>
                  </a:lnTo>
                  <a:lnTo>
                    <a:pt x="4139078" y="2148724"/>
                  </a:lnTo>
                  <a:lnTo>
                    <a:pt x="4139204" y="2148724"/>
                  </a:lnTo>
                  <a:lnTo>
                    <a:pt x="4139330" y="2148724"/>
                  </a:lnTo>
                  <a:lnTo>
                    <a:pt x="4139456" y="2148724"/>
                  </a:lnTo>
                  <a:lnTo>
                    <a:pt x="4139582" y="2148724"/>
                  </a:lnTo>
                  <a:lnTo>
                    <a:pt x="4139708" y="2148724"/>
                  </a:lnTo>
                  <a:lnTo>
                    <a:pt x="4139834" y="2148724"/>
                  </a:lnTo>
                  <a:lnTo>
                    <a:pt x="4139960" y="2148724"/>
                  </a:lnTo>
                  <a:lnTo>
                    <a:pt x="4140086" y="2148724"/>
                  </a:lnTo>
                  <a:lnTo>
                    <a:pt x="4140212" y="2148724"/>
                  </a:lnTo>
                  <a:lnTo>
                    <a:pt x="4140339" y="2148724"/>
                  </a:lnTo>
                  <a:lnTo>
                    <a:pt x="4140465" y="2148724"/>
                  </a:lnTo>
                  <a:lnTo>
                    <a:pt x="4140591" y="2148724"/>
                  </a:lnTo>
                  <a:lnTo>
                    <a:pt x="4140717" y="2148724"/>
                  </a:lnTo>
                  <a:lnTo>
                    <a:pt x="4140843" y="2148724"/>
                  </a:lnTo>
                  <a:lnTo>
                    <a:pt x="4140969" y="2148724"/>
                  </a:lnTo>
                  <a:lnTo>
                    <a:pt x="4141095" y="2148724"/>
                  </a:lnTo>
                  <a:lnTo>
                    <a:pt x="4141221" y="2148724"/>
                  </a:lnTo>
                  <a:lnTo>
                    <a:pt x="4141347" y="2148724"/>
                  </a:lnTo>
                  <a:lnTo>
                    <a:pt x="4141473" y="2148724"/>
                  </a:lnTo>
                  <a:lnTo>
                    <a:pt x="4141599" y="2148724"/>
                  </a:lnTo>
                  <a:lnTo>
                    <a:pt x="4141726" y="2148724"/>
                  </a:lnTo>
                  <a:lnTo>
                    <a:pt x="4141852" y="2148724"/>
                  </a:lnTo>
                  <a:lnTo>
                    <a:pt x="4141978" y="2148724"/>
                  </a:lnTo>
                  <a:lnTo>
                    <a:pt x="4142104" y="2148724"/>
                  </a:lnTo>
                  <a:lnTo>
                    <a:pt x="4142230" y="2148724"/>
                  </a:lnTo>
                  <a:lnTo>
                    <a:pt x="4142356" y="2148724"/>
                  </a:lnTo>
                  <a:lnTo>
                    <a:pt x="4142482" y="2148724"/>
                  </a:lnTo>
                  <a:lnTo>
                    <a:pt x="4142608" y="2148724"/>
                  </a:lnTo>
                  <a:lnTo>
                    <a:pt x="4142734" y="2148724"/>
                  </a:lnTo>
                  <a:lnTo>
                    <a:pt x="4142860" y="2148724"/>
                  </a:lnTo>
                  <a:lnTo>
                    <a:pt x="4142986" y="2148724"/>
                  </a:lnTo>
                  <a:lnTo>
                    <a:pt x="4143113" y="2148724"/>
                  </a:lnTo>
                  <a:lnTo>
                    <a:pt x="4143239" y="2148724"/>
                  </a:lnTo>
                  <a:lnTo>
                    <a:pt x="4143365" y="2148724"/>
                  </a:lnTo>
                  <a:lnTo>
                    <a:pt x="4143491" y="2148724"/>
                  </a:lnTo>
                  <a:lnTo>
                    <a:pt x="4143617" y="2148724"/>
                  </a:lnTo>
                  <a:lnTo>
                    <a:pt x="4143743" y="2148724"/>
                  </a:lnTo>
                  <a:lnTo>
                    <a:pt x="4143869" y="2148724"/>
                  </a:lnTo>
                  <a:lnTo>
                    <a:pt x="4143995" y="2148724"/>
                  </a:lnTo>
                  <a:lnTo>
                    <a:pt x="4144121" y="2148724"/>
                  </a:lnTo>
                  <a:lnTo>
                    <a:pt x="4144247" y="2148724"/>
                  </a:lnTo>
                  <a:lnTo>
                    <a:pt x="4144373" y="2148724"/>
                  </a:lnTo>
                  <a:lnTo>
                    <a:pt x="4144499" y="2148724"/>
                  </a:lnTo>
                  <a:lnTo>
                    <a:pt x="4144626" y="2148724"/>
                  </a:lnTo>
                  <a:lnTo>
                    <a:pt x="4144752" y="2148724"/>
                  </a:lnTo>
                  <a:lnTo>
                    <a:pt x="4144878" y="2148724"/>
                  </a:lnTo>
                  <a:lnTo>
                    <a:pt x="4145004" y="2148724"/>
                  </a:lnTo>
                  <a:lnTo>
                    <a:pt x="4145130" y="2148724"/>
                  </a:lnTo>
                  <a:lnTo>
                    <a:pt x="4145256" y="2148724"/>
                  </a:lnTo>
                  <a:lnTo>
                    <a:pt x="4145382" y="2148724"/>
                  </a:lnTo>
                  <a:lnTo>
                    <a:pt x="4145508" y="2148724"/>
                  </a:lnTo>
                  <a:lnTo>
                    <a:pt x="4145634" y="2148724"/>
                  </a:lnTo>
                  <a:lnTo>
                    <a:pt x="4145760" y="2148724"/>
                  </a:lnTo>
                  <a:lnTo>
                    <a:pt x="4145886" y="2148724"/>
                  </a:lnTo>
                  <a:lnTo>
                    <a:pt x="4146013" y="2148724"/>
                  </a:lnTo>
                  <a:lnTo>
                    <a:pt x="4146139" y="2148724"/>
                  </a:lnTo>
                  <a:lnTo>
                    <a:pt x="4146265" y="2148724"/>
                  </a:lnTo>
                  <a:lnTo>
                    <a:pt x="4146391" y="2148724"/>
                  </a:lnTo>
                  <a:lnTo>
                    <a:pt x="4146517" y="2148724"/>
                  </a:lnTo>
                  <a:lnTo>
                    <a:pt x="4146643" y="2148724"/>
                  </a:lnTo>
                  <a:lnTo>
                    <a:pt x="4146769" y="2148724"/>
                  </a:lnTo>
                  <a:lnTo>
                    <a:pt x="4146895" y="2148724"/>
                  </a:lnTo>
                  <a:lnTo>
                    <a:pt x="4147021" y="2148724"/>
                  </a:lnTo>
                  <a:lnTo>
                    <a:pt x="4147147" y="2148724"/>
                  </a:lnTo>
                  <a:lnTo>
                    <a:pt x="4147273" y="2148724"/>
                  </a:lnTo>
                  <a:lnTo>
                    <a:pt x="4147399" y="2148724"/>
                  </a:lnTo>
                  <a:lnTo>
                    <a:pt x="4147526" y="2148724"/>
                  </a:lnTo>
                  <a:lnTo>
                    <a:pt x="4147652" y="2148724"/>
                  </a:lnTo>
                  <a:lnTo>
                    <a:pt x="4147778" y="2148724"/>
                  </a:lnTo>
                  <a:lnTo>
                    <a:pt x="4147904" y="2148724"/>
                  </a:lnTo>
                  <a:lnTo>
                    <a:pt x="4148030" y="2148724"/>
                  </a:lnTo>
                  <a:lnTo>
                    <a:pt x="4148156" y="2148724"/>
                  </a:lnTo>
                  <a:lnTo>
                    <a:pt x="4148282" y="2148724"/>
                  </a:lnTo>
                  <a:lnTo>
                    <a:pt x="4148408" y="2148724"/>
                  </a:lnTo>
                  <a:lnTo>
                    <a:pt x="4148534" y="2148724"/>
                  </a:lnTo>
                  <a:lnTo>
                    <a:pt x="4148660" y="2148724"/>
                  </a:lnTo>
                  <a:lnTo>
                    <a:pt x="4148786" y="2148724"/>
                  </a:lnTo>
                  <a:lnTo>
                    <a:pt x="4148913" y="2148724"/>
                  </a:lnTo>
                  <a:lnTo>
                    <a:pt x="4149039" y="2148724"/>
                  </a:lnTo>
                  <a:lnTo>
                    <a:pt x="4149165" y="2148724"/>
                  </a:lnTo>
                  <a:lnTo>
                    <a:pt x="4149291" y="2148724"/>
                  </a:lnTo>
                  <a:lnTo>
                    <a:pt x="4149417" y="2148724"/>
                  </a:lnTo>
                  <a:lnTo>
                    <a:pt x="4149543" y="2148724"/>
                  </a:lnTo>
                  <a:lnTo>
                    <a:pt x="4149669" y="2148724"/>
                  </a:lnTo>
                  <a:lnTo>
                    <a:pt x="4149795" y="2148724"/>
                  </a:lnTo>
                  <a:lnTo>
                    <a:pt x="4149921" y="2148724"/>
                  </a:lnTo>
                  <a:lnTo>
                    <a:pt x="4150047" y="2148724"/>
                  </a:lnTo>
                  <a:lnTo>
                    <a:pt x="4150173" y="2148724"/>
                  </a:lnTo>
                  <a:lnTo>
                    <a:pt x="4150300" y="2148724"/>
                  </a:lnTo>
                  <a:lnTo>
                    <a:pt x="4150426" y="2148724"/>
                  </a:lnTo>
                  <a:lnTo>
                    <a:pt x="4150552" y="2148724"/>
                  </a:lnTo>
                  <a:lnTo>
                    <a:pt x="4150678" y="2148724"/>
                  </a:lnTo>
                  <a:lnTo>
                    <a:pt x="4150804" y="2148724"/>
                  </a:lnTo>
                  <a:lnTo>
                    <a:pt x="4150930" y="2148724"/>
                  </a:lnTo>
                  <a:lnTo>
                    <a:pt x="4151056" y="2148724"/>
                  </a:lnTo>
                  <a:lnTo>
                    <a:pt x="4151182" y="2148724"/>
                  </a:lnTo>
                  <a:lnTo>
                    <a:pt x="4151308" y="2148724"/>
                  </a:lnTo>
                  <a:lnTo>
                    <a:pt x="4151434" y="2148724"/>
                  </a:lnTo>
                  <a:lnTo>
                    <a:pt x="4151560" y="2148724"/>
                  </a:lnTo>
                  <a:lnTo>
                    <a:pt x="4151686" y="2148724"/>
                  </a:lnTo>
                  <a:lnTo>
                    <a:pt x="4151813" y="2148724"/>
                  </a:lnTo>
                  <a:lnTo>
                    <a:pt x="4151939" y="2148724"/>
                  </a:lnTo>
                  <a:lnTo>
                    <a:pt x="4152065" y="2148724"/>
                  </a:lnTo>
                  <a:lnTo>
                    <a:pt x="4152191" y="2148724"/>
                  </a:lnTo>
                  <a:lnTo>
                    <a:pt x="4152317" y="2148724"/>
                  </a:lnTo>
                  <a:lnTo>
                    <a:pt x="4152443" y="2148724"/>
                  </a:lnTo>
                  <a:lnTo>
                    <a:pt x="4152569" y="2148724"/>
                  </a:lnTo>
                  <a:lnTo>
                    <a:pt x="4152695" y="2148724"/>
                  </a:lnTo>
                  <a:lnTo>
                    <a:pt x="4152821" y="2148724"/>
                  </a:lnTo>
                  <a:lnTo>
                    <a:pt x="4152947" y="2148724"/>
                  </a:lnTo>
                  <a:lnTo>
                    <a:pt x="4153073" y="2148724"/>
                  </a:lnTo>
                  <a:lnTo>
                    <a:pt x="4153200" y="2148724"/>
                  </a:lnTo>
                  <a:lnTo>
                    <a:pt x="4153326" y="2148724"/>
                  </a:lnTo>
                  <a:lnTo>
                    <a:pt x="4153452" y="2148724"/>
                  </a:lnTo>
                  <a:lnTo>
                    <a:pt x="4153578" y="2148724"/>
                  </a:lnTo>
                  <a:lnTo>
                    <a:pt x="4153704" y="2148724"/>
                  </a:lnTo>
                  <a:lnTo>
                    <a:pt x="4153830" y="2148724"/>
                  </a:lnTo>
                  <a:lnTo>
                    <a:pt x="4153956" y="2148724"/>
                  </a:lnTo>
                  <a:lnTo>
                    <a:pt x="4154082" y="2148724"/>
                  </a:lnTo>
                  <a:lnTo>
                    <a:pt x="4154208" y="2148724"/>
                  </a:lnTo>
                  <a:lnTo>
                    <a:pt x="4154334" y="2148724"/>
                  </a:lnTo>
                  <a:lnTo>
                    <a:pt x="4154460" y="2148724"/>
                  </a:lnTo>
                  <a:lnTo>
                    <a:pt x="4154586" y="2148724"/>
                  </a:lnTo>
                  <a:lnTo>
                    <a:pt x="4154713" y="2148724"/>
                  </a:lnTo>
                  <a:lnTo>
                    <a:pt x="4154839" y="2148724"/>
                  </a:lnTo>
                  <a:lnTo>
                    <a:pt x="4154965" y="2148724"/>
                  </a:lnTo>
                  <a:lnTo>
                    <a:pt x="4155091" y="2148724"/>
                  </a:lnTo>
                  <a:lnTo>
                    <a:pt x="4155217" y="2148724"/>
                  </a:lnTo>
                  <a:lnTo>
                    <a:pt x="4155343" y="2148724"/>
                  </a:lnTo>
                  <a:lnTo>
                    <a:pt x="4155469" y="2148724"/>
                  </a:lnTo>
                  <a:lnTo>
                    <a:pt x="4155595" y="2148724"/>
                  </a:lnTo>
                  <a:lnTo>
                    <a:pt x="4155721" y="2148724"/>
                  </a:lnTo>
                  <a:lnTo>
                    <a:pt x="4155847" y="2148724"/>
                  </a:lnTo>
                  <a:lnTo>
                    <a:pt x="4155973" y="2148724"/>
                  </a:lnTo>
                  <a:lnTo>
                    <a:pt x="4156100" y="2148724"/>
                  </a:lnTo>
                  <a:lnTo>
                    <a:pt x="4156226" y="2148724"/>
                  </a:lnTo>
                  <a:lnTo>
                    <a:pt x="4156352" y="2148724"/>
                  </a:lnTo>
                  <a:lnTo>
                    <a:pt x="4156478" y="2148724"/>
                  </a:lnTo>
                  <a:lnTo>
                    <a:pt x="4156604" y="2148724"/>
                  </a:lnTo>
                  <a:lnTo>
                    <a:pt x="4156604" y="2143445"/>
                  </a:lnTo>
                  <a:lnTo>
                    <a:pt x="4156730" y="2143445"/>
                  </a:lnTo>
                  <a:lnTo>
                    <a:pt x="4156856" y="2143445"/>
                  </a:lnTo>
                  <a:lnTo>
                    <a:pt x="4156982" y="2143445"/>
                  </a:lnTo>
                  <a:lnTo>
                    <a:pt x="4157108" y="2143445"/>
                  </a:lnTo>
                  <a:lnTo>
                    <a:pt x="4157234" y="2143445"/>
                  </a:lnTo>
                  <a:lnTo>
                    <a:pt x="4157360" y="2143445"/>
                  </a:lnTo>
                  <a:lnTo>
                    <a:pt x="4157487" y="2143445"/>
                  </a:lnTo>
                  <a:lnTo>
                    <a:pt x="4157613" y="2143445"/>
                  </a:lnTo>
                  <a:lnTo>
                    <a:pt x="4157739" y="2143445"/>
                  </a:lnTo>
                  <a:lnTo>
                    <a:pt x="4157865" y="2143445"/>
                  </a:lnTo>
                  <a:lnTo>
                    <a:pt x="4157991" y="2143445"/>
                  </a:lnTo>
                  <a:lnTo>
                    <a:pt x="4158117" y="2143445"/>
                  </a:lnTo>
                  <a:lnTo>
                    <a:pt x="4158243" y="2143445"/>
                  </a:lnTo>
                  <a:lnTo>
                    <a:pt x="4158369" y="2143445"/>
                  </a:lnTo>
                  <a:lnTo>
                    <a:pt x="4158495" y="2143445"/>
                  </a:lnTo>
                  <a:lnTo>
                    <a:pt x="4158621" y="2143445"/>
                  </a:lnTo>
                  <a:lnTo>
                    <a:pt x="4158747" y="2143445"/>
                  </a:lnTo>
                  <a:lnTo>
                    <a:pt x="4158873" y="2143445"/>
                  </a:lnTo>
                  <a:lnTo>
                    <a:pt x="4159000" y="2143445"/>
                  </a:lnTo>
                  <a:lnTo>
                    <a:pt x="4159126" y="2143445"/>
                  </a:lnTo>
                  <a:lnTo>
                    <a:pt x="4159252" y="2143445"/>
                  </a:lnTo>
                  <a:lnTo>
                    <a:pt x="4159378" y="2143445"/>
                  </a:lnTo>
                  <a:lnTo>
                    <a:pt x="4159504" y="2143445"/>
                  </a:lnTo>
                  <a:lnTo>
                    <a:pt x="4159630" y="2143445"/>
                  </a:lnTo>
                  <a:lnTo>
                    <a:pt x="4159756" y="2143445"/>
                  </a:lnTo>
                  <a:lnTo>
                    <a:pt x="4159882" y="2143445"/>
                  </a:lnTo>
                  <a:lnTo>
                    <a:pt x="4160008" y="2143445"/>
                  </a:lnTo>
                  <a:lnTo>
                    <a:pt x="4160134" y="2143445"/>
                  </a:lnTo>
                  <a:lnTo>
                    <a:pt x="4160260" y="2143445"/>
                  </a:lnTo>
                  <a:lnTo>
                    <a:pt x="4160387" y="2143445"/>
                  </a:lnTo>
                  <a:lnTo>
                    <a:pt x="4160513" y="2143445"/>
                  </a:lnTo>
                  <a:lnTo>
                    <a:pt x="4160639" y="2143445"/>
                  </a:lnTo>
                  <a:lnTo>
                    <a:pt x="4160765" y="2143445"/>
                  </a:lnTo>
                  <a:lnTo>
                    <a:pt x="4160891" y="2143445"/>
                  </a:lnTo>
                  <a:lnTo>
                    <a:pt x="4161017" y="2143445"/>
                  </a:lnTo>
                  <a:lnTo>
                    <a:pt x="4161143" y="2143445"/>
                  </a:lnTo>
                  <a:lnTo>
                    <a:pt x="4161269" y="2143445"/>
                  </a:lnTo>
                  <a:lnTo>
                    <a:pt x="4161395" y="2143445"/>
                  </a:lnTo>
                  <a:lnTo>
                    <a:pt x="4161521" y="2143445"/>
                  </a:lnTo>
                  <a:lnTo>
                    <a:pt x="4161647" y="2143445"/>
                  </a:lnTo>
                  <a:lnTo>
                    <a:pt x="4161773" y="2143445"/>
                  </a:lnTo>
                  <a:lnTo>
                    <a:pt x="4161900" y="2143445"/>
                  </a:lnTo>
                  <a:lnTo>
                    <a:pt x="4162026" y="2143445"/>
                  </a:lnTo>
                  <a:lnTo>
                    <a:pt x="4162152" y="2143445"/>
                  </a:lnTo>
                  <a:lnTo>
                    <a:pt x="4162278" y="2143445"/>
                  </a:lnTo>
                  <a:lnTo>
                    <a:pt x="4162404" y="2143445"/>
                  </a:lnTo>
                  <a:lnTo>
                    <a:pt x="4162530" y="2143445"/>
                  </a:lnTo>
                  <a:lnTo>
                    <a:pt x="4162656" y="2143445"/>
                  </a:lnTo>
                  <a:lnTo>
                    <a:pt x="4162782" y="2143445"/>
                  </a:lnTo>
                  <a:lnTo>
                    <a:pt x="4162908" y="2143445"/>
                  </a:lnTo>
                  <a:lnTo>
                    <a:pt x="4163034" y="2143445"/>
                  </a:lnTo>
                  <a:lnTo>
                    <a:pt x="4163160" y="2143445"/>
                  </a:lnTo>
                  <a:lnTo>
                    <a:pt x="4163287" y="2143445"/>
                  </a:lnTo>
                  <a:lnTo>
                    <a:pt x="4163287" y="2138165"/>
                  </a:lnTo>
                  <a:lnTo>
                    <a:pt x="4163413" y="2138165"/>
                  </a:lnTo>
                  <a:lnTo>
                    <a:pt x="4163539" y="2138165"/>
                  </a:lnTo>
                  <a:lnTo>
                    <a:pt x="4163665" y="2138165"/>
                  </a:lnTo>
                  <a:lnTo>
                    <a:pt x="4163791" y="2138165"/>
                  </a:lnTo>
                  <a:lnTo>
                    <a:pt x="4163917" y="2138165"/>
                  </a:lnTo>
                  <a:lnTo>
                    <a:pt x="4164043" y="2138165"/>
                  </a:lnTo>
                  <a:lnTo>
                    <a:pt x="4164169" y="2138165"/>
                  </a:lnTo>
                  <a:lnTo>
                    <a:pt x="4164295" y="2138165"/>
                  </a:lnTo>
                  <a:lnTo>
                    <a:pt x="4164295" y="2132886"/>
                  </a:lnTo>
                  <a:lnTo>
                    <a:pt x="4164421" y="2132886"/>
                  </a:lnTo>
                  <a:lnTo>
                    <a:pt x="4164547" y="2132886"/>
                  </a:lnTo>
                  <a:lnTo>
                    <a:pt x="4164673" y="2132886"/>
                  </a:lnTo>
                  <a:lnTo>
                    <a:pt x="4164800" y="2132886"/>
                  </a:lnTo>
                  <a:lnTo>
                    <a:pt x="4164926" y="2132886"/>
                  </a:lnTo>
                  <a:lnTo>
                    <a:pt x="4165052" y="2132886"/>
                  </a:lnTo>
                  <a:lnTo>
                    <a:pt x="4165178" y="2132886"/>
                  </a:lnTo>
                  <a:lnTo>
                    <a:pt x="4165304" y="2132886"/>
                  </a:lnTo>
                  <a:lnTo>
                    <a:pt x="4165430" y="2132886"/>
                  </a:lnTo>
                  <a:lnTo>
                    <a:pt x="4165556" y="2132886"/>
                  </a:lnTo>
                  <a:lnTo>
                    <a:pt x="4165682" y="2132886"/>
                  </a:lnTo>
                  <a:lnTo>
                    <a:pt x="4165808" y="2132886"/>
                  </a:lnTo>
                  <a:lnTo>
                    <a:pt x="4165934" y="2132886"/>
                  </a:lnTo>
                  <a:lnTo>
                    <a:pt x="4166060" y="2132886"/>
                  </a:lnTo>
                  <a:lnTo>
                    <a:pt x="4166187" y="2132886"/>
                  </a:lnTo>
                  <a:lnTo>
                    <a:pt x="4166187" y="2127606"/>
                  </a:lnTo>
                  <a:lnTo>
                    <a:pt x="4166313" y="2127606"/>
                  </a:lnTo>
                  <a:lnTo>
                    <a:pt x="4166439" y="2127606"/>
                  </a:lnTo>
                  <a:lnTo>
                    <a:pt x="4166565" y="2127606"/>
                  </a:lnTo>
                  <a:lnTo>
                    <a:pt x="4166691" y="2127606"/>
                  </a:lnTo>
                  <a:lnTo>
                    <a:pt x="4166817" y="2127606"/>
                  </a:lnTo>
                  <a:lnTo>
                    <a:pt x="4166943" y="2127606"/>
                  </a:lnTo>
                  <a:lnTo>
                    <a:pt x="4167069" y="2127606"/>
                  </a:lnTo>
                  <a:lnTo>
                    <a:pt x="4167195" y="2127606"/>
                  </a:lnTo>
                  <a:lnTo>
                    <a:pt x="4167321" y="2127606"/>
                  </a:lnTo>
                  <a:lnTo>
                    <a:pt x="4167447" y="2127606"/>
                  </a:lnTo>
                  <a:lnTo>
                    <a:pt x="4167574" y="2127606"/>
                  </a:lnTo>
                  <a:lnTo>
                    <a:pt x="4167700" y="2127606"/>
                  </a:lnTo>
                  <a:lnTo>
                    <a:pt x="4167826" y="2127606"/>
                  </a:lnTo>
                  <a:lnTo>
                    <a:pt x="4167952" y="2127606"/>
                  </a:lnTo>
                  <a:lnTo>
                    <a:pt x="4168078" y="2127606"/>
                  </a:lnTo>
                  <a:lnTo>
                    <a:pt x="4168204" y="2127606"/>
                  </a:lnTo>
                  <a:lnTo>
                    <a:pt x="4168330" y="2127606"/>
                  </a:lnTo>
                  <a:lnTo>
                    <a:pt x="4168456" y="2127606"/>
                  </a:lnTo>
                  <a:lnTo>
                    <a:pt x="4168582" y="2127606"/>
                  </a:lnTo>
                  <a:lnTo>
                    <a:pt x="4168708" y="2127606"/>
                  </a:lnTo>
                  <a:lnTo>
                    <a:pt x="4168834" y="2127606"/>
                  </a:lnTo>
                  <a:lnTo>
                    <a:pt x="4168960" y="2127606"/>
                  </a:lnTo>
                  <a:lnTo>
                    <a:pt x="4169087" y="2127606"/>
                  </a:lnTo>
                  <a:lnTo>
                    <a:pt x="4169213" y="2127606"/>
                  </a:lnTo>
                  <a:lnTo>
                    <a:pt x="4169339" y="2127606"/>
                  </a:lnTo>
                  <a:lnTo>
                    <a:pt x="4169465" y="2127606"/>
                  </a:lnTo>
                  <a:lnTo>
                    <a:pt x="4169591" y="2127606"/>
                  </a:lnTo>
                  <a:lnTo>
                    <a:pt x="4169717" y="2127606"/>
                  </a:lnTo>
                  <a:lnTo>
                    <a:pt x="4169843" y="2127606"/>
                  </a:lnTo>
                  <a:lnTo>
                    <a:pt x="4169969" y="2127606"/>
                  </a:lnTo>
                  <a:lnTo>
                    <a:pt x="4170095" y="2127606"/>
                  </a:lnTo>
                  <a:lnTo>
                    <a:pt x="4170221" y="2127606"/>
                  </a:lnTo>
                  <a:lnTo>
                    <a:pt x="4170347" y="2127606"/>
                  </a:lnTo>
                  <a:lnTo>
                    <a:pt x="4170474" y="2127606"/>
                  </a:lnTo>
                  <a:lnTo>
                    <a:pt x="4170600" y="2127606"/>
                  </a:lnTo>
                  <a:lnTo>
                    <a:pt x="4170726" y="2127606"/>
                  </a:lnTo>
                  <a:lnTo>
                    <a:pt x="4170852" y="2127606"/>
                  </a:lnTo>
                  <a:lnTo>
                    <a:pt x="4170978" y="2127606"/>
                  </a:lnTo>
                  <a:lnTo>
                    <a:pt x="4171104" y="2127606"/>
                  </a:lnTo>
                  <a:lnTo>
                    <a:pt x="4171230" y="2127606"/>
                  </a:lnTo>
                  <a:lnTo>
                    <a:pt x="4171356" y="2127606"/>
                  </a:lnTo>
                  <a:lnTo>
                    <a:pt x="4171482" y="2127606"/>
                  </a:lnTo>
                  <a:lnTo>
                    <a:pt x="4171608" y="2127606"/>
                  </a:lnTo>
                  <a:lnTo>
                    <a:pt x="4171734" y="2127606"/>
                  </a:lnTo>
                  <a:lnTo>
                    <a:pt x="4171860" y="2127606"/>
                  </a:lnTo>
                  <a:lnTo>
                    <a:pt x="4171987" y="2127606"/>
                  </a:lnTo>
                  <a:lnTo>
                    <a:pt x="4171987" y="2122327"/>
                  </a:lnTo>
                  <a:lnTo>
                    <a:pt x="4172113" y="2122327"/>
                  </a:lnTo>
                  <a:lnTo>
                    <a:pt x="4172239" y="2122327"/>
                  </a:lnTo>
                  <a:lnTo>
                    <a:pt x="4172365" y="2122327"/>
                  </a:lnTo>
                  <a:lnTo>
                    <a:pt x="4172491" y="2122327"/>
                  </a:lnTo>
                  <a:lnTo>
                    <a:pt x="4172617" y="2122327"/>
                  </a:lnTo>
                  <a:lnTo>
                    <a:pt x="4172743" y="2122327"/>
                  </a:lnTo>
                  <a:lnTo>
                    <a:pt x="4172869" y="2122327"/>
                  </a:lnTo>
                  <a:lnTo>
                    <a:pt x="4172995" y="2122327"/>
                  </a:lnTo>
                  <a:lnTo>
                    <a:pt x="4173121" y="2122327"/>
                  </a:lnTo>
                  <a:lnTo>
                    <a:pt x="4173247" y="2122327"/>
                  </a:lnTo>
                  <a:lnTo>
                    <a:pt x="4173374" y="2122327"/>
                  </a:lnTo>
                  <a:lnTo>
                    <a:pt x="4173500" y="2122327"/>
                  </a:lnTo>
                  <a:lnTo>
                    <a:pt x="4173626" y="2122327"/>
                  </a:lnTo>
                  <a:lnTo>
                    <a:pt x="4173752" y="2122327"/>
                  </a:lnTo>
                  <a:lnTo>
                    <a:pt x="4173878" y="2122327"/>
                  </a:lnTo>
                  <a:lnTo>
                    <a:pt x="4174004" y="2122327"/>
                  </a:lnTo>
                  <a:lnTo>
                    <a:pt x="4174130" y="2122327"/>
                  </a:lnTo>
                  <a:lnTo>
                    <a:pt x="4174256" y="2122327"/>
                  </a:lnTo>
                  <a:lnTo>
                    <a:pt x="4174382" y="2122327"/>
                  </a:lnTo>
                  <a:lnTo>
                    <a:pt x="4174508" y="2122327"/>
                  </a:lnTo>
                  <a:lnTo>
                    <a:pt x="4174508" y="2117047"/>
                  </a:lnTo>
                  <a:lnTo>
                    <a:pt x="4174634" y="2117047"/>
                  </a:lnTo>
                  <a:lnTo>
                    <a:pt x="4174761" y="2117047"/>
                  </a:lnTo>
                  <a:lnTo>
                    <a:pt x="4174887" y="2117047"/>
                  </a:lnTo>
                  <a:lnTo>
                    <a:pt x="4175013" y="2117047"/>
                  </a:lnTo>
                  <a:lnTo>
                    <a:pt x="4175139" y="2117047"/>
                  </a:lnTo>
                  <a:lnTo>
                    <a:pt x="4175265" y="2117047"/>
                  </a:lnTo>
                  <a:lnTo>
                    <a:pt x="4175391" y="2117047"/>
                  </a:lnTo>
                  <a:lnTo>
                    <a:pt x="4175517" y="2117047"/>
                  </a:lnTo>
                  <a:lnTo>
                    <a:pt x="4175643" y="2117047"/>
                  </a:lnTo>
                  <a:lnTo>
                    <a:pt x="4175769" y="2117047"/>
                  </a:lnTo>
                  <a:lnTo>
                    <a:pt x="4175895" y="2117047"/>
                  </a:lnTo>
                  <a:lnTo>
                    <a:pt x="4176021" y="2117047"/>
                  </a:lnTo>
                  <a:lnTo>
                    <a:pt x="4176147" y="2117047"/>
                  </a:lnTo>
                  <a:lnTo>
                    <a:pt x="4176274" y="2117047"/>
                  </a:lnTo>
                  <a:lnTo>
                    <a:pt x="4176400" y="2117047"/>
                  </a:lnTo>
                  <a:lnTo>
                    <a:pt x="4176526" y="2117047"/>
                  </a:lnTo>
                  <a:lnTo>
                    <a:pt x="4176652" y="2117047"/>
                  </a:lnTo>
                  <a:lnTo>
                    <a:pt x="4176778" y="2117047"/>
                  </a:lnTo>
                  <a:lnTo>
                    <a:pt x="4176904" y="2117047"/>
                  </a:lnTo>
                  <a:lnTo>
                    <a:pt x="4177030" y="2117047"/>
                  </a:lnTo>
                  <a:lnTo>
                    <a:pt x="4177156" y="2117047"/>
                  </a:lnTo>
                  <a:lnTo>
                    <a:pt x="4177282" y="2117047"/>
                  </a:lnTo>
                  <a:lnTo>
                    <a:pt x="4177408" y="2117047"/>
                  </a:lnTo>
                  <a:lnTo>
                    <a:pt x="4177534" y="2117047"/>
                  </a:lnTo>
                  <a:lnTo>
                    <a:pt x="4177661" y="2117047"/>
                  </a:lnTo>
                  <a:lnTo>
                    <a:pt x="4177787" y="2117047"/>
                  </a:lnTo>
                  <a:lnTo>
                    <a:pt x="4177913" y="2117047"/>
                  </a:lnTo>
                  <a:lnTo>
                    <a:pt x="4178039" y="2117047"/>
                  </a:lnTo>
                  <a:lnTo>
                    <a:pt x="4178165" y="2117047"/>
                  </a:lnTo>
                  <a:lnTo>
                    <a:pt x="4178291" y="2117047"/>
                  </a:lnTo>
                  <a:lnTo>
                    <a:pt x="4178417" y="2117047"/>
                  </a:lnTo>
                  <a:lnTo>
                    <a:pt x="4178543" y="2117047"/>
                  </a:lnTo>
                  <a:lnTo>
                    <a:pt x="4178669" y="2117047"/>
                  </a:lnTo>
                  <a:lnTo>
                    <a:pt x="4178795" y="2117047"/>
                  </a:lnTo>
                  <a:lnTo>
                    <a:pt x="4178921" y="2117047"/>
                  </a:lnTo>
                  <a:lnTo>
                    <a:pt x="4179047" y="2117047"/>
                  </a:lnTo>
                  <a:lnTo>
                    <a:pt x="4179174" y="2117047"/>
                  </a:lnTo>
                  <a:lnTo>
                    <a:pt x="4179300" y="2117047"/>
                  </a:lnTo>
                  <a:lnTo>
                    <a:pt x="4179426" y="2117047"/>
                  </a:lnTo>
                  <a:lnTo>
                    <a:pt x="4179552" y="2117047"/>
                  </a:lnTo>
                  <a:lnTo>
                    <a:pt x="4179678" y="2117047"/>
                  </a:lnTo>
                  <a:lnTo>
                    <a:pt x="4179804" y="2117047"/>
                  </a:lnTo>
                  <a:lnTo>
                    <a:pt x="4179930" y="2117047"/>
                  </a:lnTo>
                  <a:lnTo>
                    <a:pt x="4180056" y="2117047"/>
                  </a:lnTo>
                  <a:lnTo>
                    <a:pt x="4180182" y="2117047"/>
                  </a:lnTo>
                  <a:lnTo>
                    <a:pt x="4180308" y="2117047"/>
                  </a:lnTo>
                  <a:lnTo>
                    <a:pt x="4180434" y="2117047"/>
                  </a:lnTo>
                  <a:lnTo>
                    <a:pt x="4180561" y="2117047"/>
                  </a:lnTo>
                  <a:lnTo>
                    <a:pt x="4180687" y="2117047"/>
                  </a:lnTo>
                  <a:lnTo>
                    <a:pt x="4180813" y="2117047"/>
                  </a:lnTo>
                  <a:lnTo>
                    <a:pt x="4180939" y="2117047"/>
                  </a:lnTo>
                  <a:lnTo>
                    <a:pt x="4181065" y="2117047"/>
                  </a:lnTo>
                  <a:lnTo>
                    <a:pt x="4181191" y="2117047"/>
                  </a:lnTo>
                  <a:lnTo>
                    <a:pt x="4181317" y="2117047"/>
                  </a:lnTo>
                  <a:lnTo>
                    <a:pt x="4181443" y="2117047"/>
                  </a:lnTo>
                  <a:lnTo>
                    <a:pt x="4181569" y="2117047"/>
                  </a:lnTo>
                  <a:lnTo>
                    <a:pt x="4181695" y="2117047"/>
                  </a:lnTo>
                  <a:lnTo>
                    <a:pt x="4181821" y="2117047"/>
                  </a:lnTo>
                  <a:lnTo>
                    <a:pt x="4181948" y="2117047"/>
                  </a:lnTo>
                  <a:lnTo>
                    <a:pt x="4182074" y="2117047"/>
                  </a:lnTo>
                  <a:lnTo>
                    <a:pt x="4182200" y="2117047"/>
                  </a:lnTo>
                  <a:lnTo>
                    <a:pt x="4182326" y="2117047"/>
                  </a:lnTo>
                  <a:lnTo>
                    <a:pt x="4182452" y="2117047"/>
                  </a:lnTo>
                  <a:lnTo>
                    <a:pt x="4182578" y="2117047"/>
                  </a:lnTo>
                  <a:lnTo>
                    <a:pt x="4182704" y="2117047"/>
                  </a:lnTo>
                  <a:lnTo>
                    <a:pt x="4182830" y="2117047"/>
                  </a:lnTo>
                  <a:lnTo>
                    <a:pt x="4182956" y="2117047"/>
                  </a:lnTo>
                  <a:lnTo>
                    <a:pt x="4183082" y="2117047"/>
                  </a:lnTo>
                  <a:lnTo>
                    <a:pt x="4183208" y="2117047"/>
                  </a:lnTo>
                  <a:lnTo>
                    <a:pt x="4183334" y="2117047"/>
                  </a:lnTo>
                  <a:lnTo>
                    <a:pt x="4183461" y="2117047"/>
                  </a:lnTo>
                  <a:lnTo>
                    <a:pt x="4183587" y="2117047"/>
                  </a:lnTo>
                  <a:lnTo>
                    <a:pt x="4183713" y="2117047"/>
                  </a:lnTo>
                  <a:lnTo>
                    <a:pt x="4183839" y="2117047"/>
                  </a:lnTo>
                  <a:lnTo>
                    <a:pt x="4183965" y="2117047"/>
                  </a:lnTo>
                  <a:lnTo>
                    <a:pt x="4184091" y="2117047"/>
                  </a:lnTo>
                  <a:lnTo>
                    <a:pt x="4184217" y="2117047"/>
                  </a:lnTo>
                  <a:lnTo>
                    <a:pt x="4184343" y="2117047"/>
                  </a:lnTo>
                  <a:lnTo>
                    <a:pt x="4184469" y="2117047"/>
                  </a:lnTo>
                  <a:lnTo>
                    <a:pt x="4184595" y="2117047"/>
                  </a:lnTo>
                  <a:lnTo>
                    <a:pt x="4184721" y="2117047"/>
                  </a:lnTo>
                  <a:lnTo>
                    <a:pt x="4184848" y="2117047"/>
                  </a:lnTo>
                  <a:lnTo>
                    <a:pt x="4184974" y="2117047"/>
                  </a:lnTo>
                  <a:lnTo>
                    <a:pt x="4185100" y="2117047"/>
                  </a:lnTo>
                  <a:lnTo>
                    <a:pt x="4185226" y="2117047"/>
                  </a:lnTo>
                  <a:lnTo>
                    <a:pt x="4185352" y="2117047"/>
                  </a:lnTo>
                  <a:lnTo>
                    <a:pt x="4185478" y="2117047"/>
                  </a:lnTo>
                  <a:lnTo>
                    <a:pt x="4185604" y="2117047"/>
                  </a:lnTo>
                  <a:lnTo>
                    <a:pt x="4185730" y="2117047"/>
                  </a:lnTo>
                  <a:lnTo>
                    <a:pt x="4185856" y="2117047"/>
                  </a:lnTo>
                  <a:lnTo>
                    <a:pt x="4185982" y="2117047"/>
                  </a:lnTo>
                  <a:lnTo>
                    <a:pt x="4186108" y="2117047"/>
                  </a:lnTo>
                  <a:lnTo>
                    <a:pt x="4186234" y="2117047"/>
                  </a:lnTo>
                  <a:lnTo>
                    <a:pt x="4186361" y="2117047"/>
                  </a:lnTo>
                  <a:lnTo>
                    <a:pt x="4186487" y="2117047"/>
                  </a:lnTo>
                  <a:lnTo>
                    <a:pt x="4186613" y="2117047"/>
                  </a:lnTo>
                  <a:lnTo>
                    <a:pt x="4186739" y="2117047"/>
                  </a:lnTo>
                  <a:lnTo>
                    <a:pt x="4186865" y="2117047"/>
                  </a:lnTo>
                  <a:lnTo>
                    <a:pt x="4186991" y="2117047"/>
                  </a:lnTo>
                  <a:lnTo>
                    <a:pt x="4187117" y="2117047"/>
                  </a:lnTo>
                  <a:lnTo>
                    <a:pt x="4187243" y="2117047"/>
                  </a:lnTo>
                  <a:lnTo>
                    <a:pt x="4187369" y="2117047"/>
                  </a:lnTo>
                  <a:lnTo>
                    <a:pt x="4187495" y="2117047"/>
                  </a:lnTo>
                  <a:lnTo>
                    <a:pt x="4187621" y="2117047"/>
                  </a:lnTo>
                  <a:lnTo>
                    <a:pt x="4187748" y="2117047"/>
                  </a:lnTo>
                  <a:lnTo>
                    <a:pt x="4187874" y="2117047"/>
                  </a:lnTo>
                  <a:lnTo>
                    <a:pt x="4188000" y="2117047"/>
                  </a:lnTo>
                  <a:lnTo>
                    <a:pt x="4188126" y="2117047"/>
                  </a:lnTo>
                  <a:lnTo>
                    <a:pt x="4188252" y="2117047"/>
                  </a:lnTo>
                  <a:lnTo>
                    <a:pt x="4188378" y="2117047"/>
                  </a:lnTo>
                  <a:lnTo>
                    <a:pt x="4188504" y="2117047"/>
                  </a:lnTo>
                  <a:lnTo>
                    <a:pt x="4188630" y="2117047"/>
                  </a:lnTo>
                  <a:lnTo>
                    <a:pt x="4188756" y="2117047"/>
                  </a:lnTo>
                  <a:lnTo>
                    <a:pt x="4188882" y="2117047"/>
                  </a:lnTo>
                  <a:lnTo>
                    <a:pt x="4189008" y="2117047"/>
                  </a:lnTo>
                  <a:lnTo>
                    <a:pt x="4189134" y="2117047"/>
                  </a:lnTo>
                  <a:lnTo>
                    <a:pt x="4189261" y="2117047"/>
                  </a:lnTo>
                  <a:lnTo>
                    <a:pt x="4189387" y="2117047"/>
                  </a:lnTo>
                  <a:lnTo>
                    <a:pt x="4189513" y="2117047"/>
                  </a:lnTo>
                  <a:lnTo>
                    <a:pt x="4189639" y="2117047"/>
                  </a:lnTo>
                  <a:lnTo>
                    <a:pt x="4189765" y="2117047"/>
                  </a:lnTo>
                  <a:lnTo>
                    <a:pt x="4189891" y="2117047"/>
                  </a:lnTo>
                  <a:lnTo>
                    <a:pt x="4190017" y="2117047"/>
                  </a:lnTo>
                  <a:lnTo>
                    <a:pt x="4190143" y="2117047"/>
                  </a:lnTo>
                  <a:lnTo>
                    <a:pt x="4190269" y="2117047"/>
                  </a:lnTo>
                  <a:lnTo>
                    <a:pt x="4190395" y="2117047"/>
                  </a:lnTo>
                  <a:lnTo>
                    <a:pt x="4190521" y="2117047"/>
                  </a:lnTo>
                  <a:lnTo>
                    <a:pt x="4190648" y="2117047"/>
                  </a:lnTo>
                  <a:lnTo>
                    <a:pt x="4190774" y="2117047"/>
                  </a:lnTo>
                  <a:lnTo>
                    <a:pt x="4190900" y="2117047"/>
                  </a:lnTo>
                  <a:lnTo>
                    <a:pt x="4191026" y="2117047"/>
                  </a:lnTo>
                  <a:lnTo>
                    <a:pt x="4191152" y="2117047"/>
                  </a:lnTo>
                  <a:lnTo>
                    <a:pt x="4191278" y="2117047"/>
                  </a:lnTo>
                  <a:lnTo>
                    <a:pt x="4191404" y="2117047"/>
                  </a:lnTo>
                  <a:lnTo>
                    <a:pt x="4191530" y="2117047"/>
                  </a:lnTo>
                  <a:lnTo>
                    <a:pt x="4191656" y="2117047"/>
                  </a:lnTo>
                  <a:lnTo>
                    <a:pt x="4191782" y="2117047"/>
                  </a:lnTo>
                  <a:lnTo>
                    <a:pt x="4191908" y="2117047"/>
                  </a:lnTo>
                  <a:lnTo>
                    <a:pt x="4192035" y="2117047"/>
                  </a:lnTo>
                  <a:lnTo>
                    <a:pt x="4192161" y="2117047"/>
                  </a:lnTo>
                  <a:lnTo>
                    <a:pt x="4192287" y="2117047"/>
                  </a:lnTo>
                  <a:lnTo>
                    <a:pt x="4192413" y="2117047"/>
                  </a:lnTo>
                  <a:lnTo>
                    <a:pt x="4192539" y="2117047"/>
                  </a:lnTo>
                  <a:lnTo>
                    <a:pt x="4192665" y="2117047"/>
                  </a:lnTo>
                  <a:lnTo>
                    <a:pt x="4192665" y="2111768"/>
                  </a:lnTo>
                  <a:lnTo>
                    <a:pt x="4192791" y="2111768"/>
                  </a:lnTo>
                  <a:lnTo>
                    <a:pt x="4192917" y="2111768"/>
                  </a:lnTo>
                  <a:lnTo>
                    <a:pt x="4193043" y="2111768"/>
                  </a:lnTo>
                  <a:lnTo>
                    <a:pt x="4193169" y="2111768"/>
                  </a:lnTo>
                  <a:lnTo>
                    <a:pt x="4193295" y="2111768"/>
                  </a:lnTo>
                  <a:lnTo>
                    <a:pt x="4193421" y="2111768"/>
                  </a:lnTo>
                  <a:lnTo>
                    <a:pt x="4193548" y="2111768"/>
                  </a:lnTo>
                  <a:lnTo>
                    <a:pt x="4193674" y="2111768"/>
                  </a:lnTo>
                  <a:lnTo>
                    <a:pt x="4193800" y="2111768"/>
                  </a:lnTo>
                  <a:lnTo>
                    <a:pt x="4193926" y="2111768"/>
                  </a:lnTo>
                  <a:lnTo>
                    <a:pt x="4194052" y="2111768"/>
                  </a:lnTo>
                  <a:lnTo>
                    <a:pt x="4194178" y="2111768"/>
                  </a:lnTo>
                  <a:lnTo>
                    <a:pt x="4194304" y="2111768"/>
                  </a:lnTo>
                  <a:lnTo>
                    <a:pt x="4194430" y="2111768"/>
                  </a:lnTo>
                  <a:lnTo>
                    <a:pt x="4194556" y="2111768"/>
                  </a:lnTo>
                  <a:lnTo>
                    <a:pt x="4194682" y="2111768"/>
                  </a:lnTo>
                  <a:lnTo>
                    <a:pt x="4194808" y="2111768"/>
                  </a:lnTo>
                  <a:lnTo>
                    <a:pt x="4194935" y="2111768"/>
                  </a:lnTo>
                  <a:lnTo>
                    <a:pt x="4195061" y="2111768"/>
                  </a:lnTo>
                  <a:lnTo>
                    <a:pt x="4195187" y="2111768"/>
                  </a:lnTo>
                  <a:lnTo>
                    <a:pt x="4195313" y="2111768"/>
                  </a:lnTo>
                  <a:lnTo>
                    <a:pt x="4195439" y="2111768"/>
                  </a:lnTo>
                  <a:lnTo>
                    <a:pt x="4195565" y="2111768"/>
                  </a:lnTo>
                  <a:lnTo>
                    <a:pt x="4195691" y="2111768"/>
                  </a:lnTo>
                  <a:lnTo>
                    <a:pt x="4195817" y="2111768"/>
                  </a:lnTo>
                  <a:lnTo>
                    <a:pt x="4195943" y="2111768"/>
                  </a:lnTo>
                  <a:lnTo>
                    <a:pt x="4196069" y="2111768"/>
                  </a:lnTo>
                  <a:lnTo>
                    <a:pt x="4196195" y="2111768"/>
                  </a:lnTo>
                  <a:lnTo>
                    <a:pt x="4196321" y="2111768"/>
                  </a:lnTo>
                  <a:lnTo>
                    <a:pt x="4196448" y="2111768"/>
                  </a:lnTo>
                  <a:lnTo>
                    <a:pt x="4196574" y="2111768"/>
                  </a:lnTo>
                  <a:lnTo>
                    <a:pt x="4196700" y="2111768"/>
                  </a:lnTo>
                  <a:lnTo>
                    <a:pt x="4196826" y="2111768"/>
                  </a:lnTo>
                  <a:lnTo>
                    <a:pt x="4196952" y="2111768"/>
                  </a:lnTo>
                  <a:lnTo>
                    <a:pt x="4197078" y="2111768"/>
                  </a:lnTo>
                  <a:lnTo>
                    <a:pt x="4197204" y="2111768"/>
                  </a:lnTo>
                  <a:lnTo>
                    <a:pt x="4197330" y="2111768"/>
                  </a:lnTo>
                  <a:lnTo>
                    <a:pt x="4197456" y="2111768"/>
                  </a:lnTo>
                  <a:lnTo>
                    <a:pt x="4197582" y="2111768"/>
                  </a:lnTo>
                  <a:lnTo>
                    <a:pt x="4197708" y="2111768"/>
                  </a:lnTo>
                  <a:lnTo>
                    <a:pt x="4197835" y="2111768"/>
                  </a:lnTo>
                  <a:lnTo>
                    <a:pt x="4197961" y="2111768"/>
                  </a:lnTo>
                  <a:lnTo>
                    <a:pt x="4198087" y="2111768"/>
                  </a:lnTo>
                  <a:lnTo>
                    <a:pt x="4198213" y="2111768"/>
                  </a:lnTo>
                  <a:lnTo>
                    <a:pt x="4198339" y="2111768"/>
                  </a:lnTo>
                  <a:lnTo>
                    <a:pt x="4198465" y="2111768"/>
                  </a:lnTo>
                  <a:lnTo>
                    <a:pt x="4198591" y="2111768"/>
                  </a:lnTo>
                  <a:lnTo>
                    <a:pt x="4198717" y="2111768"/>
                  </a:lnTo>
                  <a:lnTo>
                    <a:pt x="4198843" y="2111768"/>
                  </a:lnTo>
                  <a:lnTo>
                    <a:pt x="4198969" y="2111768"/>
                  </a:lnTo>
                  <a:lnTo>
                    <a:pt x="4199095" y="2111768"/>
                  </a:lnTo>
                  <a:lnTo>
                    <a:pt x="4199222" y="2111768"/>
                  </a:lnTo>
                  <a:lnTo>
                    <a:pt x="4199348" y="2111768"/>
                  </a:lnTo>
                  <a:lnTo>
                    <a:pt x="4199474" y="2111768"/>
                  </a:lnTo>
                  <a:lnTo>
                    <a:pt x="4199600" y="2111768"/>
                  </a:lnTo>
                  <a:lnTo>
                    <a:pt x="4199726" y="2111768"/>
                  </a:lnTo>
                  <a:lnTo>
                    <a:pt x="4199852" y="2111768"/>
                  </a:lnTo>
                  <a:lnTo>
                    <a:pt x="4199978" y="2111768"/>
                  </a:lnTo>
                  <a:lnTo>
                    <a:pt x="4200104" y="2111768"/>
                  </a:lnTo>
                  <a:lnTo>
                    <a:pt x="4200230" y="2111768"/>
                  </a:lnTo>
                  <a:lnTo>
                    <a:pt x="4200356" y="2111768"/>
                  </a:lnTo>
                  <a:lnTo>
                    <a:pt x="4200482" y="2111768"/>
                  </a:lnTo>
                  <a:lnTo>
                    <a:pt x="4200608" y="2111768"/>
                  </a:lnTo>
                  <a:lnTo>
                    <a:pt x="4200735" y="2111768"/>
                  </a:lnTo>
                  <a:lnTo>
                    <a:pt x="4200861" y="2111768"/>
                  </a:lnTo>
                  <a:lnTo>
                    <a:pt x="4200861" y="2106489"/>
                  </a:lnTo>
                  <a:lnTo>
                    <a:pt x="4200987" y="2106489"/>
                  </a:lnTo>
                  <a:lnTo>
                    <a:pt x="4201113" y="2106489"/>
                  </a:lnTo>
                  <a:lnTo>
                    <a:pt x="4201239" y="2106489"/>
                  </a:lnTo>
                  <a:lnTo>
                    <a:pt x="4201365" y="2106489"/>
                  </a:lnTo>
                  <a:lnTo>
                    <a:pt x="4201491" y="2106489"/>
                  </a:lnTo>
                  <a:lnTo>
                    <a:pt x="4201617" y="2106489"/>
                  </a:lnTo>
                  <a:lnTo>
                    <a:pt x="4201743" y="2106489"/>
                  </a:lnTo>
                  <a:lnTo>
                    <a:pt x="4201869" y="2106489"/>
                  </a:lnTo>
                  <a:lnTo>
                    <a:pt x="4201995" y="2106489"/>
                  </a:lnTo>
                  <a:lnTo>
                    <a:pt x="4202122" y="2106489"/>
                  </a:lnTo>
                  <a:lnTo>
                    <a:pt x="4202248" y="2106489"/>
                  </a:lnTo>
                  <a:lnTo>
                    <a:pt x="4202374" y="2106489"/>
                  </a:lnTo>
                  <a:lnTo>
                    <a:pt x="4202500" y="2106489"/>
                  </a:lnTo>
                  <a:lnTo>
                    <a:pt x="4202626" y="2106489"/>
                  </a:lnTo>
                  <a:lnTo>
                    <a:pt x="4202752" y="2106489"/>
                  </a:lnTo>
                  <a:lnTo>
                    <a:pt x="4202878" y="2106489"/>
                  </a:lnTo>
                  <a:lnTo>
                    <a:pt x="4203004" y="2106489"/>
                  </a:lnTo>
                  <a:lnTo>
                    <a:pt x="4203130" y="2106489"/>
                  </a:lnTo>
                  <a:lnTo>
                    <a:pt x="4203256" y="2106489"/>
                  </a:lnTo>
                  <a:lnTo>
                    <a:pt x="4203382" y="2106489"/>
                  </a:lnTo>
                  <a:lnTo>
                    <a:pt x="4203508" y="2106489"/>
                  </a:lnTo>
                  <a:lnTo>
                    <a:pt x="4203635" y="2106489"/>
                  </a:lnTo>
                  <a:lnTo>
                    <a:pt x="4203761" y="2106489"/>
                  </a:lnTo>
                  <a:lnTo>
                    <a:pt x="4203887" y="2106489"/>
                  </a:lnTo>
                  <a:lnTo>
                    <a:pt x="4204013" y="2106489"/>
                  </a:lnTo>
                  <a:lnTo>
                    <a:pt x="4204139" y="2106489"/>
                  </a:lnTo>
                  <a:lnTo>
                    <a:pt x="4204265" y="2106489"/>
                  </a:lnTo>
                  <a:lnTo>
                    <a:pt x="4204391" y="2106489"/>
                  </a:lnTo>
                  <a:lnTo>
                    <a:pt x="4204517" y="2106489"/>
                  </a:lnTo>
                  <a:lnTo>
                    <a:pt x="4204643" y="2106489"/>
                  </a:lnTo>
                  <a:lnTo>
                    <a:pt x="4204769" y="2106489"/>
                  </a:lnTo>
                  <a:lnTo>
                    <a:pt x="4204895" y="2106489"/>
                  </a:lnTo>
                  <a:lnTo>
                    <a:pt x="4205022" y="2106489"/>
                  </a:lnTo>
                  <a:lnTo>
                    <a:pt x="4205148" y="2106489"/>
                  </a:lnTo>
                  <a:lnTo>
                    <a:pt x="4205274" y="2106489"/>
                  </a:lnTo>
                  <a:lnTo>
                    <a:pt x="4205400" y="2106489"/>
                  </a:lnTo>
                  <a:lnTo>
                    <a:pt x="4205526" y="2106489"/>
                  </a:lnTo>
                  <a:lnTo>
                    <a:pt x="4205652" y="2106489"/>
                  </a:lnTo>
                  <a:lnTo>
                    <a:pt x="4205778" y="2106489"/>
                  </a:lnTo>
                  <a:lnTo>
                    <a:pt x="4205904" y="2106489"/>
                  </a:lnTo>
                  <a:lnTo>
                    <a:pt x="4205904" y="2101209"/>
                  </a:lnTo>
                  <a:lnTo>
                    <a:pt x="4206030" y="2101209"/>
                  </a:lnTo>
                  <a:lnTo>
                    <a:pt x="4206156" y="2101209"/>
                  </a:lnTo>
                  <a:lnTo>
                    <a:pt x="4206282" y="2101209"/>
                  </a:lnTo>
                  <a:lnTo>
                    <a:pt x="4206408" y="2101209"/>
                  </a:lnTo>
                  <a:lnTo>
                    <a:pt x="4206535" y="2101209"/>
                  </a:lnTo>
                  <a:lnTo>
                    <a:pt x="4206661" y="2101209"/>
                  </a:lnTo>
                  <a:lnTo>
                    <a:pt x="4206787" y="2101209"/>
                  </a:lnTo>
                  <a:lnTo>
                    <a:pt x="4206913" y="2101209"/>
                  </a:lnTo>
                  <a:lnTo>
                    <a:pt x="4207039" y="2101209"/>
                  </a:lnTo>
                  <a:lnTo>
                    <a:pt x="4207165" y="2101209"/>
                  </a:lnTo>
                  <a:lnTo>
                    <a:pt x="4207291" y="2101209"/>
                  </a:lnTo>
                  <a:lnTo>
                    <a:pt x="4207417" y="2101209"/>
                  </a:lnTo>
                  <a:lnTo>
                    <a:pt x="4207543" y="2101209"/>
                  </a:lnTo>
                  <a:lnTo>
                    <a:pt x="4207669" y="2101209"/>
                  </a:lnTo>
                  <a:lnTo>
                    <a:pt x="4207795" y="2101209"/>
                  </a:lnTo>
                  <a:lnTo>
                    <a:pt x="4207922" y="2101209"/>
                  </a:lnTo>
                  <a:lnTo>
                    <a:pt x="4208048" y="2101209"/>
                  </a:lnTo>
                  <a:lnTo>
                    <a:pt x="4208174" y="2101209"/>
                  </a:lnTo>
                  <a:lnTo>
                    <a:pt x="4208300" y="2101209"/>
                  </a:lnTo>
                  <a:lnTo>
                    <a:pt x="4208426" y="2101209"/>
                  </a:lnTo>
                  <a:lnTo>
                    <a:pt x="4208552" y="2101209"/>
                  </a:lnTo>
                  <a:lnTo>
                    <a:pt x="4208678" y="2101209"/>
                  </a:lnTo>
                  <a:lnTo>
                    <a:pt x="4208804" y="2101209"/>
                  </a:lnTo>
                  <a:lnTo>
                    <a:pt x="4208930" y="2101209"/>
                  </a:lnTo>
                  <a:lnTo>
                    <a:pt x="4209056" y="2101209"/>
                  </a:lnTo>
                  <a:lnTo>
                    <a:pt x="4209182" y="2101209"/>
                  </a:lnTo>
                  <a:lnTo>
                    <a:pt x="4209309" y="2101209"/>
                  </a:lnTo>
                  <a:lnTo>
                    <a:pt x="4209435" y="2101209"/>
                  </a:lnTo>
                  <a:lnTo>
                    <a:pt x="4209561" y="2101209"/>
                  </a:lnTo>
                  <a:lnTo>
                    <a:pt x="4209687" y="2101209"/>
                  </a:lnTo>
                  <a:lnTo>
                    <a:pt x="4209813" y="2101209"/>
                  </a:lnTo>
                  <a:lnTo>
                    <a:pt x="4209939" y="2101209"/>
                  </a:lnTo>
                  <a:lnTo>
                    <a:pt x="4210065" y="2101209"/>
                  </a:lnTo>
                  <a:lnTo>
                    <a:pt x="4210191" y="2101209"/>
                  </a:lnTo>
                  <a:lnTo>
                    <a:pt x="4210317" y="2101209"/>
                  </a:lnTo>
                  <a:lnTo>
                    <a:pt x="4210443" y="2101209"/>
                  </a:lnTo>
                  <a:lnTo>
                    <a:pt x="4210569" y="2101209"/>
                  </a:lnTo>
                  <a:lnTo>
                    <a:pt x="4210695" y="2101209"/>
                  </a:lnTo>
                  <a:lnTo>
                    <a:pt x="4210822" y="2101209"/>
                  </a:lnTo>
                  <a:lnTo>
                    <a:pt x="4210948" y="2101209"/>
                  </a:lnTo>
                  <a:lnTo>
                    <a:pt x="4211074" y="2101209"/>
                  </a:lnTo>
                  <a:lnTo>
                    <a:pt x="4211200" y="2101209"/>
                  </a:lnTo>
                  <a:lnTo>
                    <a:pt x="4211326" y="2101209"/>
                  </a:lnTo>
                  <a:lnTo>
                    <a:pt x="4211452" y="2101209"/>
                  </a:lnTo>
                  <a:lnTo>
                    <a:pt x="4211452" y="2095930"/>
                  </a:lnTo>
                  <a:lnTo>
                    <a:pt x="4211578" y="2095930"/>
                  </a:lnTo>
                  <a:lnTo>
                    <a:pt x="4211704" y="2095930"/>
                  </a:lnTo>
                  <a:lnTo>
                    <a:pt x="4211830" y="2095930"/>
                  </a:lnTo>
                  <a:lnTo>
                    <a:pt x="4211956" y="2095930"/>
                  </a:lnTo>
                  <a:lnTo>
                    <a:pt x="4212082" y="2095930"/>
                  </a:lnTo>
                  <a:lnTo>
                    <a:pt x="4212209" y="2095930"/>
                  </a:lnTo>
                  <a:lnTo>
                    <a:pt x="4212335" y="2095930"/>
                  </a:lnTo>
                  <a:lnTo>
                    <a:pt x="4212461" y="2095930"/>
                  </a:lnTo>
                  <a:lnTo>
                    <a:pt x="4212587" y="2095930"/>
                  </a:lnTo>
                  <a:lnTo>
                    <a:pt x="4212713" y="2095930"/>
                  </a:lnTo>
                  <a:lnTo>
                    <a:pt x="4212839" y="2095930"/>
                  </a:lnTo>
                  <a:lnTo>
                    <a:pt x="4212965" y="2095930"/>
                  </a:lnTo>
                  <a:lnTo>
                    <a:pt x="4213091" y="2095930"/>
                  </a:lnTo>
                  <a:lnTo>
                    <a:pt x="4213217" y="2095930"/>
                  </a:lnTo>
                  <a:lnTo>
                    <a:pt x="4213343" y="2095930"/>
                  </a:lnTo>
                  <a:lnTo>
                    <a:pt x="4213469" y="2095930"/>
                  </a:lnTo>
                  <a:lnTo>
                    <a:pt x="4213595" y="2095930"/>
                  </a:lnTo>
                  <a:lnTo>
                    <a:pt x="4213722" y="2095930"/>
                  </a:lnTo>
                  <a:lnTo>
                    <a:pt x="4213848" y="2095930"/>
                  </a:lnTo>
                  <a:lnTo>
                    <a:pt x="4213974" y="2095930"/>
                  </a:lnTo>
                  <a:lnTo>
                    <a:pt x="4214100" y="2095930"/>
                  </a:lnTo>
                  <a:lnTo>
                    <a:pt x="4214226" y="2095930"/>
                  </a:lnTo>
                  <a:lnTo>
                    <a:pt x="4214352" y="2095930"/>
                  </a:lnTo>
                  <a:lnTo>
                    <a:pt x="4214478" y="2095930"/>
                  </a:lnTo>
                  <a:lnTo>
                    <a:pt x="4214604" y="2095930"/>
                  </a:lnTo>
                  <a:lnTo>
                    <a:pt x="4214730" y="2095930"/>
                  </a:lnTo>
                  <a:lnTo>
                    <a:pt x="4214856" y="2095930"/>
                  </a:lnTo>
                  <a:lnTo>
                    <a:pt x="4214982" y="2095930"/>
                  </a:lnTo>
                  <a:lnTo>
                    <a:pt x="4215109" y="2095930"/>
                  </a:lnTo>
                  <a:lnTo>
                    <a:pt x="4215235" y="2095930"/>
                  </a:lnTo>
                  <a:lnTo>
                    <a:pt x="4215361" y="2095930"/>
                  </a:lnTo>
                  <a:lnTo>
                    <a:pt x="4215487" y="2095930"/>
                  </a:lnTo>
                  <a:lnTo>
                    <a:pt x="4215613" y="2095930"/>
                  </a:lnTo>
                  <a:lnTo>
                    <a:pt x="4215739" y="2095930"/>
                  </a:lnTo>
                  <a:lnTo>
                    <a:pt x="4215865" y="2095930"/>
                  </a:lnTo>
                  <a:lnTo>
                    <a:pt x="4215991" y="2095930"/>
                  </a:lnTo>
                  <a:lnTo>
                    <a:pt x="4216117" y="2095930"/>
                  </a:lnTo>
                  <a:lnTo>
                    <a:pt x="4216243" y="2095930"/>
                  </a:lnTo>
                  <a:lnTo>
                    <a:pt x="4216369" y="2095930"/>
                  </a:lnTo>
                  <a:lnTo>
                    <a:pt x="4216496" y="2095930"/>
                  </a:lnTo>
                  <a:lnTo>
                    <a:pt x="4216622" y="2095930"/>
                  </a:lnTo>
                  <a:lnTo>
                    <a:pt x="4216748" y="2095930"/>
                  </a:lnTo>
                  <a:lnTo>
                    <a:pt x="4216874" y="2095930"/>
                  </a:lnTo>
                  <a:lnTo>
                    <a:pt x="4217000" y="2095930"/>
                  </a:lnTo>
                  <a:lnTo>
                    <a:pt x="4217126" y="2095930"/>
                  </a:lnTo>
                  <a:lnTo>
                    <a:pt x="4217252" y="2095930"/>
                  </a:lnTo>
                  <a:lnTo>
                    <a:pt x="4217378" y="2095930"/>
                  </a:lnTo>
                  <a:lnTo>
                    <a:pt x="4217504" y="2095930"/>
                  </a:lnTo>
                  <a:lnTo>
                    <a:pt x="4217630" y="2095930"/>
                  </a:lnTo>
                  <a:lnTo>
                    <a:pt x="4217630" y="2090650"/>
                  </a:lnTo>
                  <a:lnTo>
                    <a:pt x="4217756" y="2090650"/>
                  </a:lnTo>
                  <a:lnTo>
                    <a:pt x="4217882" y="2090650"/>
                  </a:lnTo>
                  <a:lnTo>
                    <a:pt x="4218009" y="2090650"/>
                  </a:lnTo>
                  <a:lnTo>
                    <a:pt x="4218135" y="2090650"/>
                  </a:lnTo>
                  <a:lnTo>
                    <a:pt x="4218261" y="2090650"/>
                  </a:lnTo>
                  <a:lnTo>
                    <a:pt x="4218387" y="2090650"/>
                  </a:lnTo>
                  <a:lnTo>
                    <a:pt x="4218513" y="2090650"/>
                  </a:lnTo>
                  <a:lnTo>
                    <a:pt x="4218639" y="2090650"/>
                  </a:lnTo>
                  <a:lnTo>
                    <a:pt x="4218765" y="2090650"/>
                  </a:lnTo>
                  <a:lnTo>
                    <a:pt x="4218891" y="2090650"/>
                  </a:lnTo>
                  <a:lnTo>
                    <a:pt x="4219017" y="2090650"/>
                  </a:lnTo>
                  <a:lnTo>
                    <a:pt x="4219143" y="2090650"/>
                  </a:lnTo>
                  <a:lnTo>
                    <a:pt x="4219269" y="2090650"/>
                  </a:lnTo>
                  <a:lnTo>
                    <a:pt x="4219396" y="2090650"/>
                  </a:lnTo>
                  <a:lnTo>
                    <a:pt x="4219522" y="2090650"/>
                  </a:lnTo>
                  <a:lnTo>
                    <a:pt x="4219648" y="2090650"/>
                  </a:lnTo>
                  <a:lnTo>
                    <a:pt x="4219774" y="2090650"/>
                  </a:lnTo>
                  <a:lnTo>
                    <a:pt x="4219900" y="2090650"/>
                  </a:lnTo>
                  <a:lnTo>
                    <a:pt x="4220026" y="2090650"/>
                  </a:lnTo>
                  <a:lnTo>
                    <a:pt x="4220152" y="2090650"/>
                  </a:lnTo>
                  <a:lnTo>
                    <a:pt x="4220278" y="2090650"/>
                  </a:lnTo>
                  <a:lnTo>
                    <a:pt x="4220278" y="2085371"/>
                  </a:lnTo>
                  <a:lnTo>
                    <a:pt x="4220404" y="2085371"/>
                  </a:lnTo>
                  <a:lnTo>
                    <a:pt x="4220530" y="2085371"/>
                  </a:lnTo>
                  <a:lnTo>
                    <a:pt x="4220656" y="2085371"/>
                  </a:lnTo>
                  <a:lnTo>
                    <a:pt x="4220782" y="2085371"/>
                  </a:lnTo>
                  <a:lnTo>
                    <a:pt x="4220909" y="2085371"/>
                  </a:lnTo>
                  <a:lnTo>
                    <a:pt x="4221035" y="2085371"/>
                  </a:lnTo>
                  <a:lnTo>
                    <a:pt x="4221161" y="2085371"/>
                  </a:lnTo>
                  <a:lnTo>
                    <a:pt x="4221287" y="2085371"/>
                  </a:lnTo>
                  <a:lnTo>
                    <a:pt x="4221413" y="2085371"/>
                  </a:lnTo>
                  <a:lnTo>
                    <a:pt x="4221539" y="2085371"/>
                  </a:lnTo>
                  <a:lnTo>
                    <a:pt x="4221665" y="2085371"/>
                  </a:lnTo>
                  <a:lnTo>
                    <a:pt x="4221791" y="2085371"/>
                  </a:lnTo>
                  <a:lnTo>
                    <a:pt x="4221917" y="2085371"/>
                  </a:lnTo>
                  <a:lnTo>
                    <a:pt x="4222043" y="2085371"/>
                  </a:lnTo>
                  <a:lnTo>
                    <a:pt x="4222169" y="2085371"/>
                  </a:lnTo>
                  <a:lnTo>
                    <a:pt x="4222296" y="2085371"/>
                  </a:lnTo>
                  <a:lnTo>
                    <a:pt x="4222422" y="2085371"/>
                  </a:lnTo>
                  <a:lnTo>
                    <a:pt x="4222548" y="2085371"/>
                  </a:lnTo>
                  <a:lnTo>
                    <a:pt x="4222674" y="2085371"/>
                  </a:lnTo>
                  <a:lnTo>
                    <a:pt x="4222800" y="2085371"/>
                  </a:lnTo>
                  <a:lnTo>
                    <a:pt x="4222926" y="2085371"/>
                  </a:lnTo>
                  <a:lnTo>
                    <a:pt x="4223052" y="2085371"/>
                  </a:lnTo>
                  <a:lnTo>
                    <a:pt x="4223178" y="2085371"/>
                  </a:lnTo>
                  <a:lnTo>
                    <a:pt x="4223304" y="2085371"/>
                  </a:lnTo>
                  <a:lnTo>
                    <a:pt x="4223430" y="2085371"/>
                  </a:lnTo>
                  <a:lnTo>
                    <a:pt x="4223556" y="2085371"/>
                  </a:lnTo>
                  <a:lnTo>
                    <a:pt x="4223683" y="2085371"/>
                  </a:lnTo>
                  <a:lnTo>
                    <a:pt x="4223809" y="2085371"/>
                  </a:lnTo>
                  <a:lnTo>
                    <a:pt x="4223935" y="2085371"/>
                  </a:lnTo>
                  <a:lnTo>
                    <a:pt x="4224061" y="2085371"/>
                  </a:lnTo>
                  <a:lnTo>
                    <a:pt x="4224187" y="2085371"/>
                  </a:lnTo>
                  <a:lnTo>
                    <a:pt x="4224313" y="2085371"/>
                  </a:lnTo>
                  <a:lnTo>
                    <a:pt x="4224439" y="2085371"/>
                  </a:lnTo>
                  <a:lnTo>
                    <a:pt x="4224565" y="2085371"/>
                  </a:lnTo>
                  <a:lnTo>
                    <a:pt x="4224691" y="2085371"/>
                  </a:lnTo>
                  <a:lnTo>
                    <a:pt x="4224817" y="2085371"/>
                  </a:lnTo>
                  <a:lnTo>
                    <a:pt x="4224943" y="2085371"/>
                  </a:lnTo>
                  <a:lnTo>
                    <a:pt x="4225069" y="2085371"/>
                  </a:lnTo>
                  <a:lnTo>
                    <a:pt x="4225196" y="2085371"/>
                  </a:lnTo>
                  <a:lnTo>
                    <a:pt x="4225322" y="2085371"/>
                  </a:lnTo>
                  <a:lnTo>
                    <a:pt x="4225448" y="2085371"/>
                  </a:lnTo>
                  <a:lnTo>
                    <a:pt x="4225574" y="2085371"/>
                  </a:lnTo>
                  <a:lnTo>
                    <a:pt x="4225700" y="2085371"/>
                  </a:lnTo>
                  <a:lnTo>
                    <a:pt x="4225826" y="2085371"/>
                  </a:lnTo>
                  <a:lnTo>
                    <a:pt x="4225952" y="2085371"/>
                  </a:lnTo>
                  <a:lnTo>
                    <a:pt x="4226078" y="2085371"/>
                  </a:lnTo>
                  <a:lnTo>
                    <a:pt x="4226204" y="2085371"/>
                  </a:lnTo>
                  <a:lnTo>
                    <a:pt x="4226330" y="2085371"/>
                  </a:lnTo>
                  <a:lnTo>
                    <a:pt x="4226456" y="2085371"/>
                  </a:lnTo>
                  <a:lnTo>
                    <a:pt x="4226583" y="2085371"/>
                  </a:lnTo>
                  <a:lnTo>
                    <a:pt x="4226709" y="2085371"/>
                  </a:lnTo>
                  <a:lnTo>
                    <a:pt x="4226835" y="2085371"/>
                  </a:lnTo>
                  <a:lnTo>
                    <a:pt x="4226961" y="2085371"/>
                  </a:lnTo>
                  <a:lnTo>
                    <a:pt x="4227087" y="2085371"/>
                  </a:lnTo>
                  <a:lnTo>
                    <a:pt x="4227213" y="2085371"/>
                  </a:lnTo>
                  <a:lnTo>
                    <a:pt x="4227339" y="2085371"/>
                  </a:lnTo>
                  <a:lnTo>
                    <a:pt x="4227465" y="2085371"/>
                  </a:lnTo>
                  <a:lnTo>
                    <a:pt x="4227591" y="2085371"/>
                  </a:lnTo>
                  <a:lnTo>
                    <a:pt x="4227717" y="2085371"/>
                  </a:lnTo>
                  <a:lnTo>
                    <a:pt x="4227843" y="2085371"/>
                  </a:lnTo>
                  <a:lnTo>
                    <a:pt x="4227969" y="2085371"/>
                  </a:lnTo>
                  <a:lnTo>
                    <a:pt x="4228096" y="2085371"/>
                  </a:lnTo>
                  <a:lnTo>
                    <a:pt x="4228222" y="2085371"/>
                  </a:lnTo>
                  <a:lnTo>
                    <a:pt x="4228348" y="2085371"/>
                  </a:lnTo>
                  <a:lnTo>
                    <a:pt x="4228474" y="2085371"/>
                  </a:lnTo>
                  <a:lnTo>
                    <a:pt x="4228600" y="2085371"/>
                  </a:lnTo>
                  <a:lnTo>
                    <a:pt x="4228726" y="2085371"/>
                  </a:lnTo>
                  <a:lnTo>
                    <a:pt x="4228852" y="2085371"/>
                  </a:lnTo>
                  <a:lnTo>
                    <a:pt x="4228978" y="2085371"/>
                  </a:lnTo>
                  <a:lnTo>
                    <a:pt x="4229104" y="2085371"/>
                  </a:lnTo>
                  <a:lnTo>
                    <a:pt x="4229230" y="2085371"/>
                  </a:lnTo>
                  <a:lnTo>
                    <a:pt x="4229356" y="2085371"/>
                  </a:lnTo>
                  <a:lnTo>
                    <a:pt x="4229483" y="2085371"/>
                  </a:lnTo>
                  <a:lnTo>
                    <a:pt x="4229609" y="2085371"/>
                  </a:lnTo>
                  <a:lnTo>
                    <a:pt x="4229735" y="2085371"/>
                  </a:lnTo>
                  <a:lnTo>
                    <a:pt x="4229861" y="2085371"/>
                  </a:lnTo>
                  <a:lnTo>
                    <a:pt x="4229987" y="2085371"/>
                  </a:lnTo>
                  <a:lnTo>
                    <a:pt x="4230113" y="2085371"/>
                  </a:lnTo>
                  <a:lnTo>
                    <a:pt x="4230239" y="2085371"/>
                  </a:lnTo>
                  <a:lnTo>
                    <a:pt x="4230365" y="2085371"/>
                  </a:lnTo>
                  <a:lnTo>
                    <a:pt x="4230491" y="2085371"/>
                  </a:lnTo>
                  <a:lnTo>
                    <a:pt x="4230617" y="2085371"/>
                  </a:lnTo>
                  <a:lnTo>
                    <a:pt x="4230743" y="2085371"/>
                  </a:lnTo>
                  <a:lnTo>
                    <a:pt x="4230869" y="2085371"/>
                  </a:lnTo>
                  <a:lnTo>
                    <a:pt x="4230996" y="2085371"/>
                  </a:lnTo>
                  <a:lnTo>
                    <a:pt x="4231122" y="2085371"/>
                  </a:lnTo>
                  <a:lnTo>
                    <a:pt x="4231248" y="2085371"/>
                  </a:lnTo>
                  <a:lnTo>
                    <a:pt x="4231374" y="2085371"/>
                  </a:lnTo>
                  <a:lnTo>
                    <a:pt x="4231500" y="2085371"/>
                  </a:lnTo>
                  <a:lnTo>
                    <a:pt x="4231626" y="2085371"/>
                  </a:lnTo>
                  <a:lnTo>
                    <a:pt x="4231752" y="2085371"/>
                  </a:lnTo>
                  <a:lnTo>
                    <a:pt x="4231878" y="2085371"/>
                  </a:lnTo>
                  <a:lnTo>
                    <a:pt x="4232004" y="2085371"/>
                  </a:lnTo>
                  <a:lnTo>
                    <a:pt x="4232130" y="2085371"/>
                  </a:lnTo>
                  <a:lnTo>
                    <a:pt x="4232256" y="2085371"/>
                  </a:lnTo>
                  <a:lnTo>
                    <a:pt x="4232383" y="2085371"/>
                  </a:lnTo>
                  <a:lnTo>
                    <a:pt x="4232509" y="2085371"/>
                  </a:lnTo>
                  <a:lnTo>
                    <a:pt x="4232635" y="2085371"/>
                  </a:lnTo>
                  <a:lnTo>
                    <a:pt x="4232761" y="2085371"/>
                  </a:lnTo>
                  <a:lnTo>
                    <a:pt x="4232887" y="2085371"/>
                  </a:lnTo>
                  <a:lnTo>
                    <a:pt x="4233013" y="2085371"/>
                  </a:lnTo>
                  <a:lnTo>
                    <a:pt x="4233139" y="2085371"/>
                  </a:lnTo>
                  <a:lnTo>
                    <a:pt x="4233265" y="2085371"/>
                  </a:lnTo>
                  <a:lnTo>
                    <a:pt x="4233391" y="2085371"/>
                  </a:lnTo>
                  <a:lnTo>
                    <a:pt x="4233517" y="2085371"/>
                  </a:lnTo>
                  <a:lnTo>
                    <a:pt x="4233643" y="2085371"/>
                  </a:lnTo>
                  <a:lnTo>
                    <a:pt x="4233770" y="2085371"/>
                  </a:lnTo>
                  <a:lnTo>
                    <a:pt x="4233896" y="2085371"/>
                  </a:lnTo>
                  <a:lnTo>
                    <a:pt x="4234022" y="2085371"/>
                  </a:lnTo>
                  <a:lnTo>
                    <a:pt x="4234148" y="2085371"/>
                  </a:lnTo>
                  <a:lnTo>
                    <a:pt x="4234274" y="2085371"/>
                  </a:lnTo>
                  <a:lnTo>
                    <a:pt x="4234400" y="2085371"/>
                  </a:lnTo>
                  <a:lnTo>
                    <a:pt x="4234526" y="2085371"/>
                  </a:lnTo>
                  <a:lnTo>
                    <a:pt x="4234652" y="2085371"/>
                  </a:lnTo>
                  <a:lnTo>
                    <a:pt x="4234778" y="2085371"/>
                  </a:lnTo>
                  <a:lnTo>
                    <a:pt x="4234904" y="2085371"/>
                  </a:lnTo>
                  <a:lnTo>
                    <a:pt x="4235030" y="2085371"/>
                  </a:lnTo>
                  <a:lnTo>
                    <a:pt x="4235156" y="2085371"/>
                  </a:lnTo>
                  <a:lnTo>
                    <a:pt x="4235283" y="2085371"/>
                  </a:lnTo>
                  <a:lnTo>
                    <a:pt x="4235409" y="2085371"/>
                  </a:lnTo>
                  <a:lnTo>
                    <a:pt x="4235535" y="2085371"/>
                  </a:lnTo>
                  <a:lnTo>
                    <a:pt x="4235661" y="2085371"/>
                  </a:lnTo>
                  <a:lnTo>
                    <a:pt x="4235787" y="2085371"/>
                  </a:lnTo>
                  <a:lnTo>
                    <a:pt x="4235913" y="2085371"/>
                  </a:lnTo>
                  <a:lnTo>
                    <a:pt x="4236039" y="2085371"/>
                  </a:lnTo>
                  <a:lnTo>
                    <a:pt x="4236165" y="2085371"/>
                  </a:lnTo>
                  <a:lnTo>
                    <a:pt x="4236291" y="2085371"/>
                  </a:lnTo>
                  <a:lnTo>
                    <a:pt x="4236417" y="2085371"/>
                  </a:lnTo>
                  <a:lnTo>
                    <a:pt x="4236543" y="2085371"/>
                  </a:lnTo>
                  <a:lnTo>
                    <a:pt x="4236670" y="2085371"/>
                  </a:lnTo>
                  <a:lnTo>
                    <a:pt x="4236796" y="2085371"/>
                  </a:lnTo>
                  <a:lnTo>
                    <a:pt x="4236922" y="2085371"/>
                  </a:lnTo>
                  <a:lnTo>
                    <a:pt x="4237048" y="2085371"/>
                  </a:lnTo>
                  <a:lnTo>
                    <a:pt x="4237174" y="2085371"/>
                  </a:lnTo>
                  <a:lnTo>
                    <a:pt x="4237300" y="2085371"/>
                  </a:lnTo>
                  <a:lnTo>
                    <a:pt x="4237426" y="2085371"/>
                  </a:lnTo>
                  <a:lnTo>
                    <a:pt x="4237552" y="2085371"/>
                  </a:lnTo>
                  <a:lnTo>
                    <a:pt x="4237678" y="2085371"/>
                  </a:lnTo>
                  <a:lnTo>
                    <a:pt x="4237804" y="2085371"/>
                  </a:lnTo>
                  <a:lnTo>
                    <a:pt x="4237930" y="2085371"/>
                  </a:lnTo>
                  <a:lnTo>
                    <a:pt x="4238056" y="2085371"/>
                  </a:lnTo>
                  <a:lnTo>
                    <a:pt x="4238056" y="2080092"/>
                  </a:lnTo>
                  <a:lnTo>
                    <a:pt x="4238183" y="2080092"/>
                  </a:lnTo>
                  <a:lnTo>
                    <a:pt x="4238309" y="2080092"/>
                  </a:lnTo>
                  <a:lnTo>
                    <a:pt x="4238435" y="2080092"/>
                  </a:lnTo>
                  <a:lnTo>
                    <a:pt x="4238561" y="2080092"/>
                  </a:lnTo>
                  <a:lnTo>
                    <a:pt x="4238687" y="2080092"/>
                  </a:lnTo>
                  <a:lnTo>
                    <a:pt x="4238813" y="2080092"/>
                  </a:lnTo>
                  <a:lnTo>
                    <a:pt x="4238939" y="2080092"/>
                  </a:lnTo>
                  <a:lnTo>
                    <a:pt x="4239065" y="2080092"/>
                  </a:lnTo>
                  <a:lnTo>
                    <a:pt x="4239191" y="2080092"/>
                  </a:lnTo>
                  <a:lnTo>
                    <a:pt x="4239317" y="2080092"/>
                  </a:lnTo>
                  <a:lnTo>
                    <a:pt x="4239443" y="2080092"/>
                  </a:lnTo>
                  <a:lnTo>
                    <a:pt x="4239570" y="2080092"/>
                  </a:lnTo>
                  <a:lnTo>
                    <a:pt x="4239696" y="2080092"/>
                  </a:lnTo>
                  <a:lnTo>
                    <a:pt x="4239822" y="2080092"/>
                  </a:lnTo>
                  <a:lnTo>
                    <a:pt x="4239948" y="2080092"/>
                  </a:lnTo>
                  <a:lnTo>
                    <a:pt x="4240074" y="2080092"/>
                  </a:lnTo>
                  <a:lnTo>
                    <a:pt x="4240200" y="2080092"/>
                  </a:lnTo>
                  <a:lnTo>
                    <a:pt x="4240326" y="2080092"/>
                  </a:lnTo>
                  <a:lnTo>
                    <a:pt x="4240452" y="2080092"/>
                  </a:lnTo>
                  <a:lnTo>
                    <a:pt x="4240578" y="2080092"/>
                  </a:lnTo>
                  <a:lnTo>
                    <a:pt x="4240704" y="2080092"/>
                  </a:lnTo>
                  <a:lnTo>
                    <a:pt x="4240830" y="2080092"/>
                  </a:lnTo>
                  <a:lnTo>
                    <a:pt x="4240957" y="2080092"/>
                  </a:lnTo>
                  <a:lnTo>
                    <a:pt x="4241083" y="2080092"/>
                  </a:lnTo>
                  <a:lnTo>
                    <a:pt x="4241209" y="2080092"/>
                  </a:lnTo>
                  <a:lnTo>
                    <a:pt x="4241335" y="2080092"/>
                  </a:lnTo>
                  <a:lnTo>
                    <a:pt x="4241461" y="2080092"/>
                  </a:lnTo>
                  <a:lnTo>
                    <a:pt x="4241587" y="2080092"/>
                  </a:lnTo>
                  <a:lnTo>
                    <a:pt x="4241713" y="2080092"/>
                  </a:lnTo>
                  <a:lnTo>
                    <a:pt x="4241839" y="2080092"/>
                  </a:lnTo>
                  <a:lnTo>
                    <a:pt x="4241965" y="2080092"/>
                  </a:lnTo>
                  <a:lnTo>
                    <a:pt x="4242091" y="2080092"/>
                  </a:lnTo>
                  <a:lnTo>
                    <a:pt x="4242217" y="2080092"/>
                  </a:lnTo>
                  <a:lnTo>
                    <a:pt x="4242343" y="2080092"/>
                  </a:lnTo>
                  <a:lnTo>
                    <a:pt x="4242470" y="2080092"/>
                  </a:lnTo>
                  <a:lnTo>
                    <a:pt x="4242596" y="2080092"/>
                  </a:lnTo>
                  <a:lnTo>
                    <a:pt x="4242722" y="2080092"/>
                  </a:lnTo>
                  <a:lnTo>
                    <a:pt x="4242848" y="2080092"/>
                  </a:lnTo>
                  <a:lnTo>
                    <a:pt x="4242974" y="2080092"/>
                  </a:lnTo>
                  <a:lnTo>
                    <a:pt x="4242974" y="2074812"/>
                  </a:lnTo>
                  <a:lnTo>
                    <a:pt x="4243100" y="2074812"/>
                  </a:lnTo>
                  <a:lnTo>
                    <a:pt x="4243226" y="2074812"/>
                  </a:lnTo>
                  <a:lnTo>
                    <a:pt x="4243352" y="2074812"/>
                  </a:lnTo>
                  <a:lnTo>
                    <a:pt x="4243478" y="2074812"/>
                  </a:lnTo>
                  <a:lnTo>
                    <a:pt x="4243604" y="2074812"/>
                  </a:lnTo>
                  <a:lnTo>
                    <a:pt x="4243730" y="2074812"/>
                  </a:lnTo>
                  <a:lnTo>
                    <a:pt x="4243857" y="2074812"/>
                  </a:lnTo>
                  <a:lnTo>
                    <a:pt x="4243983" y="2074812"/>
                  </a:lnTo>
                  <a:lnTo>
                    <a:pt x="4244109" y="2074812"/>
                  </a:lnTo>
                  <a:lnTo>
                    <a:pt x="4244235" y="2074812"/>
                  </a:lnTo>
                  <a:lnTo>
                    <a:pt x="4244361" y="2074812"/>
                  </a:lnTo>
                  <a:lnTo>
                    <a:pt x="4244487" y="2074812"/>
                  </a:lnTo>
                  <a:lnTo>
                    <a:pt x="4244613" y="2074812"/>
                  </a:lnTo>
                  <a:lnTo>
                    <a:pt x="4244739" y="2074812"/>
                  </a:lnTo>
                  <a:lnTo>
                    <a:pt x="4244865" y="2074812"/>
                  </a:lnTo>
                  <a:lnTo>
                    <a:pt x="4244991" y="2074812"/>
                  </a:lnTo>
                  <a:lnTo>
                    <a:pt x="4245117" y="2074812"/>
                  </a:lnTo>
                  <a:lnTo>
                    <a:pt x="4245243" y="2074812"/>
                  </a:lnTo>
                  <a:lnTo>
                    <a:pt x="4245370" y="2074812"/>
                  </a:lnTo>
                  <a:lnTo>
                    <a:pt x="4245496" y="2074812"/>
                  </a:lnTo>
                  <a:lnTo>
                    <a:pt x="4245622" y="2074812"/>
                  </a:lnTo>
                  <a:lnTo>
                    <a:pt x="4245748" y="2074812"/>
                  </a:lnTo>
                  <a:lnTo>
                    <a:pt x="4245874" y="2074812"/>
                  </a:lnTo>
                  <a:lnTo>
                    <a:pt x="4246000" y="2074812"/>
                  </a:lnTo>
                  <a:lnTo>
                    <a:pt x="4246126" y="2074812"/>
                  </a:lnTo>
                  <a:lnTo>
                    <a:pt x="4246252" y="2074812"/>
                  </a:lnTo>
                  <a:lnTo>
                    <a:pt x="4246378" y="2074812"/>
                  </a:lnTo>
                  <a:lnTo>
                    <a:pt x="4246504" y="2074812"/>
                  </a:lnTo>
                  <a:lnTo>
                    <a:pt x="4246630" y="2074812"/>
                  </a:lnTo>
                  <a:lnTo>
                    <a:pt x="4246757" y="2074812"/>
                  </a:lnTo>
                  <a:lnTo>
                    <a:pt x="4246883" y="2074812"/>
                  </a:lnTo>
                  <a:lnTo>
                    <a:pt x="4247009" y="2074812"/>
                  </a:lnTo>
                  <a:lnTo>
                    <a:pt x="4247135" y="2074812"/>
                  </a:lnTo>
                  <a:lnTo>
                    <a:pt x="4247261" y="2074812"/>
                  </a:lnTo>
                  <a:lnTo>
                    <a:pt x="4247387" y="2074812"/>
                  </a:lnTo>
                  <a:lnTo>
                    <a:pt x="4247513" y="2074812"/>
                  </a:lnTo>
                  <a:lnTo>
                    <a:pt x="4247639" y="2074812"/>
                  </a:lnTo>
                  <a:lnTo>
                    <a:pt x="4247765" y="2074812"/>
                  </a:lnTo>
                  <a:lnTo>
                    <a:pt x="4247891" y="2074812"/>
                  </a:lnTo>
                  <a:lnTo>
                    <a:pt x="4248017" y="2074812"/>
                  </a:lnTo>
                  <a:lnTo>
                    <a:pt x="4248143" y="2074812"/>
                  </a:lnTo>
                  <a:lnTo>
                    <a:pt x="4248270" y="2074812"/>
                  </a:lnTo>
                  <a:lnTo>
                    <a:pt x="4248396" y="2074812"/>
                  </a:lnTo>
                  <a:lnTo>
                    <a:pt x="4248522" y="2074812"/>
                  </a:lnTo>
                  <a:lnTo>
                    <a:pt x="4248648" y="2074812"/>
                  </a:lnTo>
                  <a:lnTo>
                    <a:pt x="4248774" y="2074812"/>
                  </a:lnTo>
                  <a:lnTo>
                    <a:pt x="4248900" y="2074812"/>
                  </a:lnTo>
                  <a:lnTo>
                    <a:pt x="4249026" y="2074812"/>
                  </a:lnTo>
                  <a:lnTo>
                    <a:pt x="4249152" y="2074812"/>
                  </a:lnTo>
                  <a:lnTo>
                    <a:pt x="4249278" y="2074812"/>
                  </a:lnTo>
                  <a:lnTo>
                    <a:pt x="4249404" y="2074812"/>
                  </a:lnTo>
                  <a:lnTo>
                    <a:pt x="4249530" y="2074812"/>
                  </a:lnTo>
                  <a:lnTo>
                    <a:pt x="4249657" y="2074812"/>
                  </a:lnTo>
                  <a:lnTo>
                    <a:pt x="4249783" y="2074812"/>
                  </a:lnTo>
                  <a:lnTo>
                    <a:pt x="4249909" y="2074812"/>
                  </a:lnTo>
                  <a:lnTo>
                    <a:pt x="4250035" y="2074812"/>
                  </a:lnTo>
                  <a:lnTo>
                    <a:pt x="4250161" y="2074812"/>
                  </a:lnTo>
                  <a:lnTo>
                    <a:pt x="4250287" y="2074812"/>
                  </a:lnTo>
                  <a:lnTo>
                    <a:pt x="4250413" y="2074812"/>
                  </a:lnTo>
                  <a:lnTo>
                    <a:pt x="4250539" y="2074812"/>
                  </a:lnTo>
                  <a:lnTo>
                    <a:pt x="4250665" y="2074812"/>
                  </a:lnTo>
                  <a:lnTo>
                    <a:pt x="4250791" y="2074812"/>
                  </a:lnTo>
                  <a:lnTo>
                    <a:pt x="4250917" y="2074812"/>
                  </a:lnTo>
                  <a:lnTo>
                    <a:pt x="4251044" y="2074812"/>
                  </a:lnTo>
                  <a:lnTo>
                    <a:pt x="4251170" y="2074812"/>
                  </a:lnTo>
                  <a:lnTo>
                    <a:pt x="4251296" y="2074812"/>
                  </a:lnTo>
                  <a:lnTo>
                    <a:pt x="4251422" y="2074812"/>
                  </a:lnTo>
                  <a:lnTo>
                    <a:pt x="4251548" y="2074812"/>
                  </a:lnTo>
                  <a:lnTo>
                    <a:pt x="4251674" y="2074812"/>
                  </a:lnTo>
                  <a:lnTo>
                    <a:pt x="4251800" y="2074812"/>
                  </a:lnTo>
                  <a:lnTo>
                    <a:pt x="4251926" y="2074812"/>
                  </a:lnTo>
                  <a:lnTo>
                    <a:pt x="4252052" y="2074812"/>
                  </a:lnTo>
                  <a:lnTo>
                    <a:pt x="4252178" y="2074812"/>
                  </a:lnTo>
                  <a:lnTo>
                    <a:pt x="4252304" y="2074812"/>
                  </a:lnTo>
                  <a:lnTo>
                    <a:pt x="4252430" y="2074812"/>
                  </a:lnTo>
                  <a:lnTo>
                    <a:pt x="4252557" y="2074812"/>
                  </a:lnTo>
                  <a:lnTo>
                    <a:pt x="4252683" y="2074812"/>
                  </a:lnTo>
                  <a:lnTo>
                    <a:pt x="4252809" y="2074812"/>
                  </a:lnTo>
                  <a:lnTo>
                    <a:pt x="4252935" y="2074812"/>
                  </a:lnTo>
                  <a:lnTo>
                    <a:pt x="4253061" y="2074812"/>
                  </a:lnTo>
                  <a:lnTo>
                    <a:pt x="4253187" y="2074812"/>
                  </a:lnTo>
                  <a:lnTo>
                    <a:pt x="4253313" y="2074812"/>
                  </a:lnTo>
                  <a:lnTo>
                    <a:pt x="4253439" y="2074812"/>
                  </a:lnTo>
                  <a:lnTo>
                    <a:pt x="4253565" y="2074812"/>
                  </a:lnTo>
                  <a:lnTo>
                    <a:pt x="4253691" y="2074812"/>
                  </a:lnTo>
                  <a:lnTo>
                    <a:pt x="4253817" y="2074812"/>
                  </a:lnTo>
                  <a:lnTo>
                    <a:pt x="4253944" y="2074812"/>
                  </a:lnTo>
                  <a:lnTo>
                    <a:pt x="4254070" y="2074812"/>
                  </a:lnTo>
                  <a:lnTo>
                    <a:pt x="4254196" y="2074812"/>
                  </a:lnTo>
                  <a:lnTo>
                    <a:pt x="4254322" y="2074812"/>
                  </a:lnTo>
                  <a:lnTo>
                    <a:pt x="4254448" y="2074812"/>
                  </a:lnTo>
                  <a:lnTo>
                    <a:pt x="4254574" y="2074812"/>
                  </a:lnTo>
                  <a:lnTo>
                    <a:pt x="4254700" y="2074812"/>
                  </a:lnTo>
                  <a:lnTo>
                    <a:pt x="4254826" y="2074812"/>
                  </a:lnTo>
                  <a:lnTo>
                    <a:pt x="4254952" y="2074812"/>
                  </a:lnTo>
                  <a:lnTo>
                    <a:pt x="4255078" y="2074812"/>
                  </a:lnTo>
                  <a:lnTo>
                    <a:pt x="4255204" y="2074812"/>
                  </a:lnTo>
                  <a:lnTo>
                    <a:pt x="4255330" y="2074812"/>
                  </a:lnTo>
                  <a:lnTo>
                    <a:pt x="4255457" y="2074812"/>
                  </a:lnTo>
                  <a:lnTo>
                    <a:pt x="4255583" y="2074812"/>
                  </a:lnTo>
                  <a:lnTo>
                    <a:pt x="4255709" y="2074812"/>
                  </a:lnTo>
                  <a:lnTo>
                    <a:pt x="4255835" y="2074812"/>
                  </a:lnTo>
                  <a:lnTo>
                    <a:pt x="4255961" y="2074812"/>
                  </a:lnTo>
                  <a:lnTo>
                    <a:pt x="4256087" y="2074812"/>
                  </a:lnTo>
                  <a:lnTo>
                    <a:pt x="4256213" y="2074812"/>
                  </a:lnTo>
                  <a:lnTo>
                    <a:pt x="4256339" y="2074812"/>
                  </a:lnTo>
                  <a:lnTo>
                    <a:pt x="4256465" y="2074812"/>
                  </a:lnTo>
                  <a:lnTo>
                    <a:pt x="4256591" y="2074812"/>
                  </a:lnTo>
                  <a:lnTo>
                    <a:pt x="4256717" y="2074812"/>
                  </a:lnTo>
                  <a:lnTo>
                    <a:pt x="4256844" y="2074812"/>
                  </a:lnTo>
                  <a:lnTo>
                    <a:pt x="4256970" y="2074812"/>
                  </a:lnTo>
                  <a:lnTo>
                    <a:pt x="4257096" y="2074812"/>
                  </a:lnTo>
                  <a:lnTo>
                    <a:pt x="4257222" y="2074812"/>
                  </a:lnTo>
                  <a:lnTo>
                    <a:pt x="4257348" y="2074812"/>
                  </a:lnTo>
                  <a:lnTo>
                    <a:pt x="4257474" y="2074812"/>
                  </a:lnTo>
                  <a:lnTo>
                    <a:pt x="4257600" y="2074812"/>
                  </a:lnTo>
                  <a:lnTo>
                    <a:pt x="4257726" y="2074812"/>
                  </a:lnTo>
                  <a:lnTo>
                    <a:pt x="4257852" y="2074812"/>
                  </a:lnTo>
                  <a:lnTo>
                    <a:pt x="4257978" y="2074812"/>
                  </a:lnTo>
                  <a:lnTo>
                    <a:pt x="4258104" y="2074812"/>
                  </a:lnTo>
                  <a:lnTo>
                    <a:pt x="4258231" y="2074812"/>
                  </a:lnTo>
                  <a:lnTo>
                    <a:pt x="4258357" y="2074812"/>
                  </a:lnTo>
                  <a:lnTo>
                    <a:pt x="4258483" y="2074812"/>
                  </a:lnTo>
                  <a:lnTo>
                    <a:pt x="4258609" y="2074812"/>
                  </a:lnTo>
                  <a:lnTo>
                    <a:pt x="4258735" y="2074812"/>
                  </a:lnTo>
                  <a:lnTo>
                    <a:pt x="4258861" y="2074812"/>
                  </a:lnTo>
                  <a:lnTo>
                    <a:pt x="4258987" y="2074812"/>
                  </a:lnTo>
                  <a:lnTo>
                    <a:pt x="4259113" y="2074812"/>
                  </a:lnTo>
                  <a:lnTo>
                    <a:pt x="4259239" y="2074812"/>
                  </a:lnTo>
                  <a:lnTo>
                    <a:pt x="4259365" y="2074812"/>
                  </a:lnTo>
                  <a:lnTo>
                    <a:pt x="4259491" y="2074812"/>
                  </a:lnTo>
                  <a:lnTo>
                    <a:pt x="4259617" y="2074812"/>
                  </a:lnTo>
                  <a:lnTo>
                    <a:pt x="4259744" y="2074812"/>
                  </a:lnTo>
                  <a:lnTo>
                    <a:pt x="4259870" y="2074812"/>
                  </a:lnTo>
                  <a:lnTo>
                    <a:pt x="4259996" y="2074812"/>
                  </a:lnTo>
                  <a:lnTo>
                    <a:pt x="4260122" y="2074812"/>
                  </a:lnTo>
                  <a:lnTo>
                    <a:pt x="4260248" y="2074812"/>
                  </a:lnTo>
                  <a:lnTo>
                    <a:pt x="4260374" y="2074812"/>
                  </a:lnTo>
                  <a:lnTo>
                    <a:pt x="4260500" y="2074812"/>
                  </a:lnTo>
                  <a:lnTo>
                    <a:pt x="4260626" y="2074812"/>
                  </a:lnTo>
                  <a:lnTo>
                    <a:pt x="4260752" y="2074812"/>
                  </a:lnTo>
                  <a:lnTo>
                    <a:pt x="4260878" y="2074812"/>
                  </a:lnTo>
                  <a:lnTo>
                    <a:pt x="4261004" y="2074812"/>
                  </a:lnTo>
                  <a:lnTo>
                    <a:pt x="4261131" y="2074812"/>
                  </a:lnTo>
                  <a:lnTo>
                    <a:pt x="4261257" y="2074812"/>
                  </a:lnTo>
                  <a:lnTo>
                    <a:pt x="4261383" y="2074812"/>
                  </a:lnTo>
                  <a:lnTo>
                    <a:pt x="4261509" y="2074812"/>
                  </a:lnTo>
                  <a:lnTo>
                    <a:pt x="4261635" y="2074812"/>
                  </a:lnTo>
                  <a:lnTo>
                    <a:pt x="4261635" y="2069533"/>
                  </a:lnTo>
                  <a:lnTo>
                    <a:pt x="4261761" y="2069533"/>
                  </a:lnTo>
                  <a:lnTo>
                    <a:pt x="4261887" y="2069533"/>
                  </a:lnTo>
                  <a:lnTo>
                    <a:pt x="4262013" y="2069533"/>
                  </a:lnTo>
                  <a:lnTo>
                    <a:pt x="4262139" y="2069533"/>
                  </a:lnTo>
                  <a:lnTo>
                    <a:pt x="4262265" y="2069533"/>
                  </a:lnTo>
                  <a:lnTo>
                    <a:pt x="4262391" y="2069533"/>
                  </a:lnTo>
                  <a:lnTo>
                    <a:pt x="4262517" y="2069533"/>
                  </a:lnTo>
                  <a:lnTo>
                    <a:pt x="4262644" y="2069533"/>
                  </a:lnTo>
                  <a:lnTo>
                    <a:pt x="4262770" y="2069533"/>
                  </a:lnTo>
                  <a:lnTo>
                    <a:pt x="4262896" y="2069533"/>
                  </a:lnTo>
                  <a:lnTo>
                    <a:pt x="4263022" y="2069533"/>
                  </a:lnTo>
                  <a:lnTo>
                    <a:pt x="4263148" y="2069533"/>
                  </a:lnTo>
                  <a:lnTo>
                    <a:pt x="4263274" y="2069533"/>
                  </a:lnTo>
                  <a:lnTo>
                    <a:pt x="4263400" y="2069533"/>
                  </a:lnTo>
                  <a:lnTo>
                    <a:pt x="4263526" y="2069533"/>
                  </a:lnTo>
                  <a:lnTo>
                    <a:pt x="4263652" y="2069533"/>
                  </a:lnTo>
                  <a:lnTo>
                    <a:pt x="4263778" y="2069533"/>
                  </a:lnTo>
                  <a:lnTo>
                    <a:pt x="4263904" y="2069533"/>
                  </a:lnTo>
                  <a:lnTo>
                    <a:pt x="4264031" y="2069533"/>
                  </a:lnTo>
                  <a:lnTo>
                    <a:pt x="4264157" y="2069533"/>
                  </a:lnTo>
                  <a:lnTo>
                    <a:pt x="4264283" y="2069533"/>
                  </a:lnTo>
                  <a:lnTo>
                    <a:pt x="4264409" y="2069533"/>
                  </a:lnTo>
                  <a:lnTo>
                    <a:pt x="4264535" y="2069533"/>
                  </a:lnTo>
                  <a:lnTo>
                    <a:pt x="4264661" y="2069533"/>
                  </a:lnTo>
                  <a:lnTo>
                    <a:pt x="4264787" y="2069533"/>
                  </a:lnTo>
                  <a:lnTo>
                    <a:pt x="4264913" y="2069533"/>
                  </a:lnTo>
                  <a:lnTo>
                    <a:pt x="4265039" y="2069533"/>
                  </a:lnTo>
                  <a:lnTo>
                    <a:pt x="4265165" y="2069533"/>
                  </a:lnTo>
                  <a:lnTo>
                    <a:pt x="4265291" y="2069533"/>
                  </a:lnTo>
                  <a:lnTo>
                    <a:pt x="4265418" y="2069533"/>
                  </a:lnTo>
                  <a:lnTo>
                    <a:pt x="4265544" y="2069533"/>
                  </a:lnTo>
                  <a:lnTo>
                    <a:pt x="4265670" y="2069533"/>
                  </a:lnTo>
                  <a:lnTo>
                    <a:pt x="4265796" y="2069533"/>
                  </a:lnTo>
                  <a:lnTo>
                    <a:pt x="4265922" y="2069533"/>
                  </a:lnTo>
                  <a:lnTo>
                    <a:pt x="4266048" y="2069533"/>
                  </a:lnTo>
                  <a:lnTo>
                    <a:pt x="4266174" y="2069533"/>
                  </a:lnTo>
                  <a:lnTo>
                    <a:pt x="4266300" y="2069533"/>
                  </a:lnTo>
                  <a:lnTo>
                    <a:pt x="4266426" y="2069533"/>
                  </a:lnTo>
                  <a:lnTo>
                    <a:pt x="4266552" y="2069533"/>
                  </a:lnTo>
                  <a:lnTo>
                    <a:pt x="4266678" y="2069533"/>
                  </a:lnTo>
                  <a:lnTo>
                    <a:pt x="4266804" y="2069533"/>
                  </a:lnTo>
                  <a:lnTo>
                    <a:pt x="4266931" y="2069533"/>
                  </a:lnTo>
                  <a:lnTo>
                    <a:pt x="4267057" y="2069533"/>
                  </a:lnTo>
                  <a:lnTo>
                    <a:pt x="4267183" y="2069533"/>
                  </a:lnTo>
                  <a:lnTo>
                    <a:pt x="4267309" y="2069533"/>
                  </a:lnTo>
                  <a:lnTo>
                    <a:pt x="4267435" y="2069533"/>
                  </a:lnTo>
                  <a:lnTo>
                    <a:pt x="4267561" y="2069533"/>
                  </a:lnTo>
                  <a:lnTo>
                    <a:pt x="4267687" y="2069533"/>
                  </a:lnTo>
                  <a:lnTo>
                    <a:pt x="4267813" y="2069533"/>
                  </a:lnTo>
                  <a:lnTo>
                    <a:pt x="4267939" y="2069533"/>
                  </a:lnTo>
                  <a:lnTo>
                    <a:pt x="4268065" y="2069533"/>
                  </a:lnTo>
                  <a:lnTo>
                    <a:pt x="4268191" y="2069533"/>
                  </a:lnTo>
                  <a:lnTo>
                    <a:pt x="4268318" y="2069533"/>
                  </a:lnTo>
                  <a:lnTo>
                    <a:pt x="4268444" y="2069533"/>
                  </a:lnTo>
                  <a:lnTo>
                    <a:pt x="4268570" y="2069533"/>
                  </a:lnTo>
                  <a:lnTo>
                    <a:pt x="4268696" y="2069533"/>
                  </a:lnTo>
                  <a:lnTo>
                    <a:pt x="4268822" y="2069533"/>
                  </a:lnTo>
                  <a:lnTo>
                    <a:pt x="4268948" y="2069533"/>
                  </a:lnTo>
                  <a:lnTo>
                    <a:pt x="4269074" y="2069533"/>
                  </a:lnTo>
                  <a:lnTo>
                    <a:pt x="4269200" y="2069533"/>
                  </a:lnTo>
                  <a:lnTo>
                    <a:pt x="4269326" y="2069533"/>
                  </a:lnTo>
                  <a:lnTo>
                    <a:pt x="4269452" y="2069533"/>
                  </a:lnTo>
                  <a:lnTo>
                    <a:pt x="4269578" y="2069533"/>
                  </a:lnTo>
                  <a:lnTo>
                    <a:pt x="4269704" y="2069533"/>
                  </a:lnTo>
                  <a:lnTo>
                    <a:pt x="4269831" y="2069533"/>
                  </a:lnTo>
                  <a:lnTo>
                    <a:pt x="4269957" y="2069533"/>
                  </a:lnTo>
                  <a:lnTo>
                    <a:pt x="4270083" y="2069533"/>
                  </a:lnTo>
                  <a:lnTo>
                    <a:pt x="4270209" y="2069533"/>
                  </a:lnTo>
                  <a:lnTo>
                    <a:pt x="4270335" y="2069533"/>
                  </a:lnTo>
                  <a:lnTo>
                    <a:pt x="4270461" y="2069533"/>
                  </a:lnTo>
                  <a:lnTo>
                    <a:pt x="4270587" y="2069533"/>
                  </a:lnTo>
                  <a:lnTo>
                    <a:pt x="4270713" y="2069533"/>
                  </a:lnTo>
                  <a:lnTo>
                    <a:pt x="4270839" y="2069533"/>
                  </a:lnTo>
                  <a:lnTo>
                    <a:pt x="4270965" y="2069533"/>
                  </a:lnTo>
                  <a:lnTo>
                    <a:pt x="4271091" y="2069533"/>
                  </a:lnTo>
                  <a:lnTo>
                    <a:pt x="4271218" y="2069533"/>
                  </a:lnTo>
                  <a:lnTo>
                    <a:pt x="4271344" y="2069533"/>
                  </a:lnTo>
                  <a:lnTo>
                    <a:pt x="4271470" y="2069533"/>
                  </a:lnTo>
                  <a:lnTo>
                    <a:pt x="4271596" y="2069533"/>
                  </a:lnTo>
                  <a:lnTo>
                    <a:pt x="4271722" y="2069533"/>
                  </a:lnTo>
                  <a:lnTo>
                    <a:pt x="4271848" y="2069533"/>
                  </a:lnTo>
                  <a:lnTo>
                    <a:pt x="4271974" y="2069533"/>
                  </a:lnTo>
                  <a:lnTo>
                    <a:pt x="4272100" y="2069533"/>
                  </a:lnTo>
                  <a:lnTo>
                    <a:pt x="4272226" y="2069533"/>
                  </a:lnTo>
                  <a:lnTo>
                    <a:pt x="4272352" y="2069533"/>
                  </a:lnTo>
                  <a:lnTo>
                    <a:pt x="4272478" y="2069533"/>
                  </a:lnTo>
                  <a:lnTo>
                    <a:pt x="4272604" y="2069533"/>
                  </a:lnTo>
                  <a:lnTo>
                    <a:pt x="4272731" y="2069533"/>
                  </a:lnTo>
                  <a:lnTo>
                    <a:pt x="4272857" y="2069533"/>
                  </a:lnTo>
                  <a:lnTo>
                    <a:pt x="4272983" y="2069533"/>
                  </a:lnTo>
                  <a:lnTo>
                    <a:pt x="4273109" y="2069533"/>
                  </a:lnTo>
                  <a:lnTo>
                    <a:pt x="4273235" y="2069533"/>
                  </a:lnTo>
                  <a:lnTo>
                    <a:pt x="4273361" y="2069533"/>
                  </a:lnTo>
                  <a:lnTo>
                    <a:pt x="4273487" y="2069533"/>
                  </a:lnTo>
                  <a:lnTo>
                    <a:pt x="4273613" y="2069533"/>
                  </a:lnTo>
                  <a:lnTo>
                    <a:pt x="4273739" y="2069533"/>
                  </a:lnTo>
                  <a:lnTo>
                    <a:pt x="4273865" y="2069533"/>
                  </a:lnTo>
                  <a:lnTo>
                    <a:pt x="4273991" y="2069533"/>
                  </a:lnTo>
                  <a:lnTo>
                    <a:pt x="4274118" y="2069533"/>
                  </a:lnTo>
                  <a:lnTo>
                    <a:pt x="4274244" y="2069533"/>
                  </a:lnTo>
                  <a:lnTo>
                    <a:pt x="4274370" y="2069533"/>
                  </a:lnTo>
                  <a:lnTo>
                    <a:pt x="4274496" y="2069533"/>
                  </a:lnTo>
                  <a:lnTo>
                    <a:pt x="4274622" y="2069533"/>
                  </a:lnTo>
                  <a:lnTo>
                    <a:pt x="4274748" y="2069533"/>
                  </a:lnTo>
                  <a:lnTo>
                    <a:pt x="4274874" y="2069533"/>
                  </a:lnTo>
                  <a:lnTo>
                    <a:pt x="4275000" y="2069533"/>
                  </a:lnTo>
                  <a:lnTo>
                    <a:pt x="4275126" y="2069533"/>
                  </a:lnTo>
                  <a:lnTo>
                    <a:pt x="4275252" y="2069533"/>
                  </a:lnTo>
                  <a:lnTo>
                    <a:pt x="4275378" y="2069533"/>
                  </a:lnTo>
                  <a:lnTo>
                    <a:pt x="4275505" y="2069533"/>
                  </a:lnTo>
                  <a:lnTo>
                    <a:pt x="4275631" y="2069533"/>
                  </a:lnTo>
                  <a:lnTo>
                    <a:pt x="4275757" y="2069533"/>
                  </a:lnTo>
                  <a:lnTo>
                    <a:pt x="4275883" y="2069533"/>
                  </a:lnTo>
                  <a:lnTo>
                    <a:pt x="4276009" y="2069533"/>
                  </a:lnTo>
                  <a:lnTo>
                    <a:pt x="4276135" y="2069533"/>
                  </a:lnTo>
                  <a:lnTo>
                    <a:pt x="4276261" y="2069533"/>
                  </a:lnTo>
                  <a:lnTo>
                    <a:pt x="4276387" y="2069533"/>
                  </a:lnTo>
                  <a:lnTo>
                    <a:pt x="4276513" y="2069533"/>
                  </a:lnTo>
                  <a:lnTo>
                    <a:pt x="4276639" y="2069533"/>
                  </a:lnTo>
                  <a:lnTo>
                    <a:pt x="4276765" y="2069533"/>
                  </a:lnTo>
                  <a:lnTo>
                    <a:pt x="4276891" y="2069533"/>
                  </a:lnTo>
                  <a:lnTo>
                    <a:pt x="4277018" y="2069533"/>
                  </a:lnTo>
                  <a:lnTo>
                    <a:pt x="4277144" y="2069533"/>
                  </a:lnTo>
                  <a:lnTo>
                    <a:pt x="4277270" y="2069533"/>
                  </a:lnTo>
                  <a:lnTo>
                    <a:pt x="4277396" y="2069533"/>
                  </a:lnTo>
                  <a:lnTo>
                    <a:pt x="4277522" y="2069533"/>
                  </a:lnTo>
                  <a:lnTo>
                    <a:pt x="4277648" y="2069533"/>
                  </a:lnTo>
                  <a:lnTo>
                    <a:pt x="4277774" y="2069533"/>
                  </a:lnTo>
                  <a:lnTo>
                    <a:pt x="4277900" y="2069533"/>
                  </a:lnTo>
                  <a:lnTo>
                    <a:pt x="4278026" y="2069533"/>
                  </a:lnTo>
                  <a:lnTo>
                    <a:pt x="4278152" y="2069533"/>
                  </a:lnTo>
                  <a:lnTo>
                    <a:pt x="4278278" y="2069533"/>
                  </a:lnTo>
                  <a:lnTo>
                    <a:pt x="4278405" y="2069533"/>
                  </a:lnTo>
                  <a:lnTo>
                    <a:pt x="4278531" y="2069533"/>
                  </a:lnTo>
                  <a:lnTo>
                    <a:pt x="4278657" y="2069533"/>
                  </a:lnTo>
                  <a:lnTo>
                    <a:pt x="4278783" y="2069533"/>
                  </a:lnTo>
                  <a:lnTo>
                    <a:pt x="4278909" y="2069533"/>
                  </a:lnTo>
                  <a:lnTo>
                    <a:pt x="4279035" y="2069533"/>
                  </a:lnTo>
                  <a:lnTo>
                    <a:pt x="4279161" y="2069533"/>
                  </a:lnTo>
                  <a:lnTo>
                    <a:pt x="4279287" y="2069533"/>
                  </a:lnTo>
                  <a:lnTo>
                    <a:pt x="4279413" y="2069533"/>
                  </a:lnTo>
                  <a:lnTo>
                    <a:pt x="4279539" y="2069533"/>
                  </a:lnTo>
                  <a:lnTo>
                    <a:pt x="4279665" y="2069533"/>
                  </a:lnTo>
                  <a:lnTo>
                    <a:pt x="4279791" y="2069533"/>
                  </a:lnTo>
                  <a:lnTo>
                    <a:pt x="4279918" y="2069533"/>
                  </a:lnTo>
                  <a:lnTo>
                    <a:pt x="4280044" y="2069533"/>
                  </a:lnTo>
                  <a:lnTo>
                    <a:pt x="4280170" y="2069533"/>
                  </a:lnTo>
                  <a:lnTo>
                    <a:pt x="4280296" y="2069533"/>
                  </a:lnTo>
                  <a:lnTo>
                    <a:pt x="4280422" y="2069533"/>
                  </a:lnTo>
                  <a:lnTo>
                    <a:pt x="4280548" y="2069533"/>
                  </a:lnTo>
                  <a:lnTo>
                    <a:pt x="4280548" y="2064253"/>
                  </a:lnTo>
                  <a:lnTo>
                    <a:pt x="4280674" y="2064253"/>
                  </a:lnTo>
                  <a:lnTo>
                    <a:pt x="4280800" y="2064253"/>
                  </a:lnTo>
                  <a:lnTo>
                    <a:pt x="4280926" y="2064253"/>
                  </a:lnTo>
                  <a:lnTo>
                    <a:pt x="4281052" y="2064253"/>
                  </a:lnTo>
                  <a:lnTo>
                    <a:pt x="4281178" y="2064253"/>
                  </a:lnTo>
                  <a:lnTo>
                    <a:pt x="4281305" y="2064253"/>
                  </a:lnTo>
                  <a:lnTo>
                    <a:pt x="4281431" y="2064253"/>
                  </a:lnTo>
                  <a:lnTo>
                    <a:pt x="4281557" y="2064253"/>
                  </a:lnTo>
                  <a:lnTo>
                    <a:pt x="4281683" y="2064253"/>
                  </a:lnTo>
                  <a:lnTo>
                    <a:pt x="4281809" y="2064253"/>
                  </a:lnTo>
                  <a:lnTo>
                    <a:pt x="4281935" y="2064253"/>
                  </a:lnTo>
                  <a:lnTo>
                    <a:pt x="4282061" y="2064253"/>
                  </a:lnTo>
                  <a:lnTo>
                    <a:pt x="4282187" y="2064253"/>
                  </a:lnTo>
                  <a:lnTo>
                    <a:pt x="4282313" y="2064253"/>
                  </a:lnTo>
                  <a:lnTo>
                    <a:pt x="4282439" y="2064253"/>
                  </a:lnTo>
                  <a:lnTo>
                    <a:pt x="4282565" y="2064253"/>
                  </a:lnTo>
                  <a:lnTo>
                    <a:pt x="4282692" y="2064253"/>
                  </a:lnTo>
                  <a:lnTo>
                    <a:pt x="4282818" y="2064253"/>
                  </a:lnTo>
                  <a:lnTo>
                    <a:pt x="4282944" y="2064253"/>
                  </a:lnTo>
                  <a:lnTo>
                    <a:pt x="4283070" y="2064253"/>
                  </a:lnTo>
                  <a:lnTo>
                    <a:pt x="4283196" y="2064253"/>
                  </a:lnTo>
                  <a:lnTo>
                    <a:pt x="4283322" y="2064253"/>
                  </a:lnTo>
                  <a:lnTo>
                    <a:pt x="4283448" y="2064253"/>
                  </a:lnTo>
                  <a:lnTo>
                    <a:pt x="4283574" y="2064253"/>
                  </a:lnTo>
                  <a:lnTo>
                    <a:pt x="4283700" y="2064253"/>
                  </a:lnTo>
                  <a:lnTo>
                    <a:pt x="4283826" y="2064253"/>
                  </a:lnTo>
                  <a:lnTo>
                    <a:pt x="4283952" y="2064253"/>
                  </a:lnTo>
                  <a:lnTo>
                    <a:pt x="4284078" y="2064253"/>
                  </a:lnTo>
                  <a:lnTo>
                    <a:pt x="4284205" y="2064253"/>
                  </a:lnTo>
                  <a:lnTo>
                    <a:pt x="4284331" y="2064253"/>
                  </a:lnTo>
                  <a:lnTo>
                    <a:pt x="4284457" y="2064253"/>
                  </a:lnTo>
                  <a:lnTo>
                    <a:pt x="4284583" y="2064253"/>
                  </a:lnTo>
                  <a:lnTo>
                    <a:pt x="4284709" y="2064253"/>
                  </a:lnTo>
                  <a:lnTo>
                    <a:pt x="4284835" y="2064253"/>
                  </a:lnTo>
                  <a:lnTo>
                    <a:pt x="4284961" y="2064253"/>
                  </a:lnTo>
                  <a:lnTo>
                    <a:pt x="4285087" y="2064253"/>
                  </a:lnTo>
                  <a:lnTo>
                    <a:pt x="4285213" y="2064253"/>
                  </a:lnTo>
                  <a:lnTo>
                    <a:pt x="4285339" y="2064253"/>
                  </a:lnTo>
                  <a:lnTo>
                    <a:pt x="4285465" y="2064253"/>
                  </a:lnTo>
                  <a:lnTo>
                    <a:pt x="4285592" y="2064253"/>
                  </a:lnTo>
                  <a:lnTo>
                    <a:pt x="4285718" y="2064253"/>
                  </a:lnTo>
                  <a:lnTo>
                    <a:pt x="4285844" y="2064253"/>
                  </a:lnTo>
                  <a:lnTo>
                    <a:pt x="4285970" y="2064253"/>
                  </a:lnTo>
                  <a:lnTo>
                    <a:pt x="4286096" y="2064253"/>
                  </a:lnTo>
                  <a:lnTo>
                    <a:pt x="4286222" y="2064253"/>
                  </a:lnTo>
                  <a:lnTo>
                    <a:pt x="4286348" y="2064253"/>
                  </a:lnTo>
                  <a:lnTo>
                    <a:pt x="4286474" y="2064253"/>
                  </a:lnTo>
                  <a:lnTo>
                    <a:pt x="4286600" y="2064253"/>
                  </a:lnTo>
                  <a:lnTo>
                    <a:pt x="4286726" y="2064253"/>
                  </a:lnTo>
                  <a:lnTo>
                    <a:pt x="4286852" y="2064253"/>
                  </a:lnTo>
                  <a:lnTo>
                    <a:pt x="4286978" y="2064253"/>
                  </a:lnTo>
                  <a:lnTo>
                    <a:pt x="4287105" y="2064253"/>
                  </a:lnTo>
                  <a:lnTo>
                    <a:pt x="4287231" y="2064253"/>
                  </a:lnTo>
                  <a:lnTo>
                    <a:pt x="4287357" y="2064253"/>
                  </a:lnTo>
                  <a:lnTo>
                    <a:pt x="4287483" y="2064253"/>
                  </a:lnTo>
                  <a:lnTo>
                    <a:pt x="4287609" y="2064253"/>
                  </a:lnTo>
                  <a:lnTo>
                    <a:pt x="4287735" y="2064253"/>
                  </a:lnTo>
                  <a:lnTo>
                    <a:pt x="4287861" y="2064253"/>
                  </a:lnTo>
                  <a:lnTo>
                    <a:pt x="4287987" y="2064253"/>
                  </a:lnTo>
                  <a:lnTo>
                    <a:pt x="4288113" y="2064253"/>
                  </a:lnTo>
                  <a:lnTo>
                    <a:pt x="4288239" y="2064253"/>
                  </a:lnTo>
                  <a:lnTo>
                    <a:pt x="4288365" y="2064253"/>
                  </a:lnTo>
                  <a:lnTo>
                    <a:pt x="4288492" y="2064253"/>
                  </a:lnTo>
                  <a:lnTo>
                    <a:pt x="4288618" y="2064253"/>
                  </a:lnTo>
                  <a:lnTo>
                    <a:pt x="4288744" y="2064253"/>
                  </a:lnTo>
                  <a:lnTo>
                    <a:pt x="4288870" y="2064253"/>
                  </a:lnTo>
                  <a:lnTo>
                    <a:pt x="4288996" y="2064253"/>
                  </a:lnTo>
                  <a:lnTo>
                    <a:pt x="4289122" y="2064253"/>
                  </a:lnTo>
                  <a:lnTo>
                    <a:pt x="4289248" y="2064253"/>
                  </a:lnTo>
                  <a:lnTo>
                    <a:pt x="4289374" y="2064253"/>
                  </a:lnTo>
                  <a:lnTo>
                    <a:pt x="4289500" y="2064253"/>
                  </a:lnTo>
                  <a:lnTo>
                    <a:pt x="4289626" y="2064253"/>
                  </a:lnTo>
                  <a:lnTo>
                    <a:pt x="4289752" y="2064253"/>
                  </a:lnTo>
                  <a:lnTo>
                    <a:pt x="4289879" y="2064253"/>
                  </a:lnTo>
                  <a:lnTo>
                    <a:pt x="4290005" y="2064253"/>
                  </a:lnTo>
                  <a:lnTo>
                    <a:pt x="4290131" y="2064253"/>
                  </a:lnTo>
                  <a:lnTo>
                    <a:pt x="4290257" y="2064253"/>
                  </a:lnTo>
                  <a:lnTo>
                    <a:pt x="4290383" y="2064253"/>
                  </a:lnTo>
                  <a:lnTo>
                    <a:pt x="4290509" y="2064253"/>
                  </a:lnTo>
                  <a:lnTo>
                    <a:pt x="4290635" y="2064253"/>
                  </a:lnTo>
                  <a:lnTo>
                    <a:pt x="4290761" y="2064253"/>
                  </a:lnTo>
                  <a:lnTo>
                    <a:pt x="4290887" y="2064253"/>
                  </a:lnTo>
                  <a:lnTo>
                    <a:pt x="4291013" y="2064253"/>
                  </a:lnTo>
                  <a:lnTo>
                    <a:pt x="4291139" y="2064253"/>
                  </a:lnTo>
                  <a:lnTo>
                    <a:pt x="4291265" y="2064253"/>
                  </a:lnTo>
                  <a:lnTo>
                    <a:pt x="4291392" y="2064253"/>
                  </a:lnTo>
                  <a:lnTo>
                    <a:pt x="4291518" y="2064253"/>
                  </a:lnTo>
                  <a:lnTo>
                    <a:pt x="4291644" y="2064253"/>
                  </a:lnTo>
                  <a:lnTo>
                    <a:pt x="4291770" y="2064253"/>
                  </a:lnTo>
                  <a:lnTo>
                    <a:pt x="4291896" y="2064253"/>
                  </a:lnTo>
                  <a:lnTo>
                    <a:pt x="4292022" y="2064253"/>
                  </a:lnTo>
                  <a:lnTo>
                    <a:pt x="4292148" y="2064253"/>
                  </a:lnTo>
                  <a:lnTo>
                    <a:pt x="4292274" y="2064253"/>
                  </a:lnTo>
                  <a:lnTo>
                    <a:pt x="4292400" y="2064253"/>
                  </a:lnTo>
                  <a:lnTo>
                    <a:pt x="4292526" y="2064253"/>
                  </a:lnTo>
                  <a:lnTo>
                    <a:pt x="4292652" y="2064253"/>
                  </a:lnTo>
                  <a:lnTo>
                    <a:pt x="4292779" y="2064253"/>
                  </a:lnTo>
                  <a:lnTo>
                    <a:pt x="4292905" y="2064253"/>
                  </a:lnTo>
                  <a:lnTo>
                    <a:pt x="4293031" y="2064253"/>
                  </a:lnTo>
                  <a:lnTo>
                    <a:pt x="4293157" y="2064253"/>
                  </a:lnTo>
                  <a:lnTo>
                    <a:pt x="4293283" y="2064253"/>
                  </a:lnTo>
                  <a:lnTo>
                    <a:pt x="4293409" y="2064253"/>
                  </a:lnTo>
                  <a:lnTo>
                    <a:pt x="4293535" y="2064253"/>
                  </a:lnTo>
                  <a:lnTo>
                    <a:pt x="4293661" y="2064253"/>
                  </a:lnTo>
                  <a:lnTo>
                    <a:pt x="4293787" y="2064253"/>
                  </a:lnTo>
                  <a:lnTo>
                    <a:pt x="4293913" y="2064253"/>
                  </a:lnTo>
                  <a:lnTo>
                    <a:pt x="4294039" y="2064253"/>
                  </a:lnTo>
                  <a:lnTo>
                    <a:pt x="4294165" y="2064253"/>
                  </a:lnTo>
                  <a:lnTo>
                    <a:pt x="4294292" y="2064253"/>
                  </a:lnTo>
                  <a:lnTo>
                    <a:pt x="4294418" y="2064253"/>
                  </a:lnTo>
                  <a:lnTo>
                    <a:pt x="4294544" y="2064253"/>
                  </a:lnTo>
                  <a:lnTo>
                    <a:pt x="4294670" y="2064253"/>
                  </a:lnTo>
                  <a:lnTo>
                    <a:pt x="4294796" y="2064253"/>
                  </a:lnTo>
                  <a:lnTo>
                    <a:pt x="4294922" y="2064253"/>
                  </a:lnTo>
                  <a:lnTo>
                    <a:pt x="4295048" y="2064253"/>
                  </a:lnTo>
                  <a:lnTo>
                    <a:pt x="4295174" y="2064253"/>
                  </a:lnTo>
                  <a:lnTo>
                    <a:pt x="4295300" y="2064253"/>
                  </a:lnTo>
                  <a:lnTo>
                    <a:pt x="4295426" y="2064253"/>
                  </a:lnTo>
                  <a:lnTo>
                    <a:pt x="4295552" y="2064253"/>
                  </a:lnTo>
                  <a:lnTo>
                    <a:pt x="4295679" y="2064253"/>
                  </a:lnTo>
                  <a:lnTo>
                    <a:pt x="4295805" y="2064253"/>
                  </a:lnTo>
                  <a:lnTo>
                    <a:pt x="4295931" y="2064253"/>
                  </a:lnTo>
                  <a:lnTo>
                    <a:pt x="4296057" y="2064253"/>
                  </a:lnTo>
                  <a:lnTo>
                    <a:pt x="4296183" y="2064253"/>
                  </a:lnTo>
                  <a:lnTo>
                    <a:pt x="4296309" y="2064253"/>
                  </a:lnTo>
                  <a:lnTo>
                    <a:pt x="4296435" y="2064253"/>
                  </a:lnTo>
                  <a:lnTo>
                    <a:pt x="4296561" y="2064253"/>
                  </a:lnTo>
                  <a:lnTo>
                    <a:pt x="4296687" y="2064253"/>
                  </a:lnTo>
                  <a:lnTo>
                    <a:pt x="4296813" y="2064253"/>
                  </a:lnTo>
                  <a:lnTo>
                    <a:pt x="4296939" y="2064253"/>
                  </a:lnTo>
                  <a:lnTo>
                    <a:pt x="4297065" y="2064253"/>
                  </a:lnTo>
                  <a:lnTo>
                    <a:pt x="4297192" y="2064253"/>
                  </a:lnTo>
                  <a:lnTo>
                    <a:pt x="4297318" y="2064253"/>
                  </a:lnTo>
                  <a:lnTo>
                    <a:pt x="4297444" y="2064253"/>
                  </a:lnTo>
                  <a:lnTo>
                    <a:pt x="4297570" y="2064253"/>
                  </a:lnTo>
                  <a:lnTo>
                    <a:pt x="4297696" y="2064253"/>
                  </a:lnTo>
                  <a:lnTo>
                    <a:pt x="4297822" y="2064253"/>
                  </a:lnTo>
                  <a:lnTo>
                    <a:pt x="4297822" y="2058974"/>
                  </a:lnTo>
                  <a:lnTo>
                    <a:pt x="4297948" y="2058974"/>
                  </a:lnTo>
                  <a:lnTo>
                    <a:pt x="4298074" y="2058974"/>
                  </a:lnTo>
                  <a:lnTo>
                    <a:pt x="4298200" y="2058974"/>
                  </a:lnTo>
                  <a:lnTo>
                    <a:pt x="4298326" y="2058974"/>
                  </a:lnTo>
                  <a:lnTo>
                    <a:pt x="4298452" y="2058974"/>
                  </a:lnTo>
                  <a:lnTo>
                    <a:pt x="4298579" y="2058974"/>
                  </a:lnTo>
                  <a:lnTo>
                    <a:pt x="4298705" y="2058974"/>
                  </a:lnTo>
                  <a:lnTo>
                    <a:pt x="4298831" y="2058974"/>
                  </a:lnTo>
                  <a:lnTo>
                    <a:pt x="4298957" y="2058974"/>
                  </a:lnTo>
                  <a:lnTo>
                    <a:pt x="4299083" y="2058974"/>
                  </a:lnTo>
                  <a:lnTo>
                    <a:pt x="4299209" y="2058974"/>
                  </a:lnTo>
                  <a:lnTo>
                    <a:pt x="4299335" y="2058974"/>
                  </a:lnTo>
                  <a:lnTo>
                    <a:pt x="4299461" y="2058974"/>
                  </a:lnTo>
                  <a:lnTo>
                    <a:pt x="4299587" y="2058974"/>
                  </a:lnTo>
                  <a:lnTo>
                    <a:pt x="4299713" y="2058974"/>
                  </a:lnTo>
                  <a:lnTo>
                    <a:pt x="4299839" y="2058974"/>
                  </a:lnTo>
                  <a:lnTo>
                    <a:pt x="4299966" y="2058974"/>
                  </a:lnTo>
                  <a:lnTo>
                    <a:pt x="4300092" y="2058974"/>
                  </a:lnTo>
                  <a:lnTo>
                    <a:pt x="4300218" y="2058974"/>
                  </a:lnTo>
                  <a:lnTo>
                    <a:pt x="4300344" y="2058974"/>
                  </a:lnTo>
                  <a:lnTo>
                    <a:pt x="4300470" y="2058974"/>
                  </a:lnTo>
                  <a:lnTo>
                    <a:pt x="4300596" y="2058974"/>
                  </a:lnTo>
                  <a:lnTo>
                    <a:pt x="4300722" y="2058974"/>
                  </a:lnTo>
                  <a:lnTo>
                    <a:pt x="4300848" y="2058974"/>
                  </a:lnTo>
                  <a:lnTo>
                    <a:pt x="4300974" y="2058974"/>
                  </a:lnTo>
                  <a:lnTo>
                    <a:pt x="4301100" y="2058974"/>
                  </a:lnTo>
                  <a:lnTo>
                    <a:pt x="4301226" y="2058974"/>
                  </a:lnTo>
                  <a:lnTo>
                    <a:pt x="4301352" y="2058974"/>
                  </a:lnTo>
                  <a:lnTo>
                    <a:pt x="4301479" y="2058974"/>
                  </a:lnTo>
                  <a:lnTo>
                    <a:pt x="4301605" y="2058974"/>
                  </a:lnTo>
                  <a:lnTo>
                    <a:pt x="4301731" y="2058974"/>
                  </a:lnTo>
                  <a:lnTo>
                    <a:pt x="4301857" y="2058974"/>
                  </a:lnTo>
                  <a:lnTo>
                    <a:pt x="4301857" y="2053694"/>
                  </a:lnTo>
                  <a:lnTo>
                    <a:pt x="4301983" y="2053694"/>
                  </a:lnTo>
                  <a:lnTo>
                    <a:pt x="4302109" y="2053694"/>
                  </a:lnTo>
                  <a:lnTo>
                    <a:pt x="4302235" y="2053694"/>
                  </a:lnTo>
                  <a:lnTo>
                    <a:pt x="4302361" y="2053694"/>
                  </a:lnTo>
                  <a:lnTo>
                    <a:pt x="4302487" y="2053694"/>
                  </a:lnTo>
                  <a:lnTo>
                    <a:pt x="4302613" y="2053694"/>
                  </a:lnTo>
                  <a:lnTo>
                    <a:pt x="4302739" y="2053694"/>
                  </a:lnTo>
                  <a:lnTo>
                    <a:pt x="4302866" y="2053694"/>
                  </a:lnTo>
                  <a:lnTo>
                    <a:pt x="4302866" y="2048415"/>
                  </a:lnTo>
                  <a:lnTo>
                    <a:pt x="4302992" y="2048415"/>
                  </a:lnTo>
                  <a:lnTo>
                    <a:pt x="4303118" y="2048415"/>
                  </a:lnTo>
                  <a:lnTo>
                    <a:pt x="4303244" y="2048415"/>
                  </a:lnTo>
                  <a:lnTo>
                    <a:pt x="4303370" y="2048415"/>
                  </a:lnTo>
                  <a:lnTo>
                    <a:pt x="4303496" y="2048415"/>
                  </a:lnTo>
                  <a:lnTo>
                    <a:pt x="4303622" y="2048415"/>
                  </a:lnTo>
                  <a:lnTo>
                    <a:pt x="4303748" y="2048415"/>
                  </a:lnTo>
                  <a:lnTo>
                    <a:pt x="4303874" y="2048415"/>
                  </a:lnTo>
                  <a:lnTo>
                    <a:pt x="4304000" y="2048415"/>
                  </a:lnTo>
                  <a:lnTo>
                    <a:pt x="4304126" y="2048415"/>
                  </a:lnTo>
                  <a:lnTo>
                    <a:pt x="4304252" y="2048415"/>
                  </a:lnTo>
                  <a:lnTo>
                    <a:pt x="4304379" y="2048415"/>
                  </a:lnTo>
                  <a:lnTo>
                    <a:pt x="4304505" y="2048415"/>
                  </a:lnTo>
                  <a:lnTo>
                    <a:pt x="4304631" y="2048415"/>
                  </a:lnTo>
                  <a:lnTo>
                    <a:pt x="4304757" y="2048415"/>
                  </a:lnTo>
                  <a:lnTo>
                    <a:pt x="4304883" y="2048415"/>
                  </a:lnTo>
                  <a:lnTo>
                    <a:pt x="4305009" y="2048415"/>
                  </a:lnTo>
                  <a:lnTo>
                    <a:pt x="4305135" y="2048415"/>
                  </a:lnTo>
                  <a:lnTo>
                    <a:pt x="4305261" y="2048415"/>
                  </a:lnTo>
                  <a:lnTo>
                    <a:pt x="4305387" y="2048415"/>
                  </a:lnTo>
                  <a:lnTo>
                    <a:pt x="4305513" y="2048415"/>
                  </a:lnTo>
                  <a:lnTo>
                    <a:pt x="4305639" y="2048415"/>
                  </a:lnTo>
                  <a:lnTo>
                    <a:pt x="4305766" y="2048415"/>
                  </a:lnTo>
                  <a:lnTo>
                    <a:pt x="4305892" y="2048415"/>
                  </a:lnTo>
                  <a:lnTo>
                    <a:pt x="4306018" y="2048415"/>
                  </a:lnTo>
                  <a:lnTo>
                    <a:pt x="4306144" y="2048415"/>
                  </a:lnTo>
                  <a:lnTo>
                    <a:pt x="4306270" y="2048415"/>
                  </a:lnTo>
                  <a:lnTo>
                    <a:pt x="4306396" y="2048415"/>
                  </a:lnTo>
                  <a:lnTo>
                    <a:pt x="4306522" y="2048415"/>
                  </a:lnTo>
                  <a:lnTo>
                    <a:pt x="4306648" y="2048415"/>
                  </a:lnTo>
                  <a:lnTo>
                    <a:pt x="4306774" y="2048415"/>
                  </a:lnTo>
                  <a:lnTo>
                    <a:pt x="4306900" y="2048415"/>
                  </a:lnTo>
                  <a:lnTo>
                    <a:pt x="4307026" y="2048415"/>
                  </a:lnTo>
                  <a:lnTo>
                    <a:pt x="4307153" y="2048415"/>
                  </a:lnTo>
                  <a:lnTo>
                    <a:pt x="4307279" y="2048415"/>
                  </a:lnTo>
                  <a:lnTo>
                    <a:pt x="4307405" y="2048415"/>
                  </a:lnTo>
                  <a:lnTo>
                    <a:pt x="4307531" y="2048415"/>
                  </a:lnTo>
                  <a:lnTo>
                    <a:pt x="4307657" y="2048415"/>
                  </a:lnTo>
                  <a:lnTo>
                    <a:pt x="4307783" y="2048415"/>
                  </a:lnTo>
                  <a:lnTo>
                    <a:pt x="4307909" y="2048415"/>
                  </a:lnTo>
                  <a:lnTo>
                    <a:pt x="4308035" y="2048415"/>
                  </a:lnTo>
                  <a:lnTo>
                    <a:pt x="4308161" y="2048415"/>
                  </a:lnTo>
                  <a:lnTo>
                    <a:pt x="4308287" y="2048415"/>
                  </a:lnTo>
                  <a:lnTo>
                    <a:pt x="4308413" y="2048415"/>
                  </a:lnTo>
                  <a:lnTo>
                    <a:pt x="4308539" y="2048415"/>
                  </a:lnTo>
                  <a:lnTo>
                    <a:pt x="4308666" y="2048415"/>
                  </a:lnTo>
                  <a:lnTo>
                    <a:pt x="4308792" y="2048415"/>
                  </a:lnTo>
                  <a:lnTo>
                    <a:pt x="4308918" y="2048415"/>
                  </a:lnTo>
                  <a:lnTo>
                    <a:pt x="4309044" y="2048415"/>
                  </a:lnTo>
                  <a:lnTo>
                    <a:pt x="4309170" y="2048415"/>
                  </a:lnTo>
                  <a:lnTo>
                    <a:pt x="4309296" y="2048415"/>
                  </a:lnTo>
                  <a:lnTo>
                    <a:pt x="4309296" y="2043136"/>
                  </a:lnTo>
                  <a:lnTo>
                    <a:pt x="4309422" y="2043136"/>
                  </a:lnTo>
                  <a:lnTo>
                    <a:pt x="4309548" y="2043136"/>
                  </a:lnTo>
                  <a:lnTo>
                    <a:pt x="4309674" y="2043136"/>
                  </a:lnTo>
                  <a:lnTo>
                    <a:pt x="4309800" y="2043136"/>
                  </a:lnTo>
                  <a:lnTo>
                    <a:pt x="4309926" y="2043136"/>
                  </a:lnTo>
                  <a:lnTo>
                    <a:pt x="4310053" y="2043136"/>
                  </a:lnTo>
                  <a:lnTo>
                    <a:pt x="4310179" y="2043136"/>
                  </a:lnTo>
                  <a:lnTo>
                    <a:pt x="4310305" y="2043136"/>
                  </a:lnTo>
                  <a:lnTo>
                    <a:pt x="4310431" y="2043136"/>
                  </a:lnTo>
                  <a:lnTo>
                    <a:pt x="4310557" y="2043136"/>
                  </a:lnTo>
                  <a:lnTo>
                    <a:pt x="4310683" y="2043136"/>
                  </a:lnTo>
                  <a:lnTo>
                    <a:pt x="4310809" y="2043136"/>
                  </a:lnTo>
                  <a:lnTo>
                    <a:pt x="4310809" y="2037856"/>
                  </a:lnTo>
                  <a:lnTo>
                    <a:pt x="4310935" y="2037856"/>
                  </a:lnTo>
                  <a:lnTo>
                    <a:pt x="4311061" y="2037856"/>
                  </a:lnTo>
                  <a:lnTo>
                    <a:pt x="4311187" y="2037856"/>
                  </a:lnTo>
                  <a:lnTo>
                    <a:pt x="4311313" y="2037856"/>
                  </a:lnTo>
                  <a:lnTo>
                    <a:pt x="4311439" y="2037856"/>
                  </a:lnTo>
                  <a:lnTo>
                    <a:pt x="4311566" y="2037856"/>
                  </a:lnTo>
                  <a:lnTo>
                    <a:pt x="4311692" y="2037856"/>
                  </a:lnTo>
                  <a:lnTo>
                    <a:pt x="4311818" y="2037856"/>
                  </a:lnTo>
                  <a:lnTo>
                    <a:pt x="4311944" y="2037856"/>
                  </a:lnTo>
                  <a:lnTo>
                    <a:pt x="4312070" y="2037856"/>
                  </a:lnTo>
                  <a:lnTo>
                    <a:pt x="4312196" y="2037856"/>
                  </a:lnTo>
                  <a:lnTo>
                    <a:pt x="4312322" y="2037856"/>
                  </a:lnTo>
                  <a:lnTo>
                    <a:pt x="4312448" y="2037856"/>
                  </a:lnTo>
                  <a:lnTo>
                    <a:pt x="4312574" y="2037856"/>
                  </a:lnTo>
                  <a:lnTo>
                    <a:pt x="4312700" y="2037856"/>
                  </a:lnTo>
                  <a:lnTo>
                    <a:pt x="4312826" y="2037856"/>
                  </a:lnTo>
                  <a:lnTo>
                    <a:pt x="4312953" y="2037856"/>
                  </a:lnTo>
                  <a:lnTo>
                    <a:pt x="4313079" y="2037856"/>
                  </a:lnTo>
                  <a:lnTo>
                    <a:pt x="4313205" y="2037856"/>
                  </a:lnTo>
                  <a:lnTo>
                    <a:pt x="4313331" y="2037856"/>
                  </a:lnTo>
                  <a:lnTo>
                    <a:pt x="4313457" y="2037856"/>
                  </a:lnTo>
                  <a:lnTo>
                    <a:pt x="4313583" y="2037856"/>
                  </a:lnTo>
                  <a:lnTo>
                    <a:pt x="4313709" y="2037856"/>
                  </a:lnTo>
                  <a:lnTo>
                    <a:pt x="4313835" y="2037856"/>
                  </a:lnTo>
                  <a:lnTo>
                    <a:pt x="4313961" y="2037856"/>
                  </a:lnTo>
                  <a:lnTo>
                    <a:pt x="4314087" y="2037856"/>
                  </a:lnTo>
                  <a:lnTo>
                    <a:pt x="4314213" y="2037856"/>
                  </a:lnTo>
                  <a:lnTo>
                    <a:pt x="4314339" y="2037856"/>
                  </a:lnTo>
                  <a:lnTo>
                    <a:pt x="4314466" y="2037856"/>
                  </a:lnTo>
                  <a:lnTo>
                    <a:pt x="4314592" y="2037856"/>
                  </a:lnTo>
                  <a:lnTo>
                    <a:pt x="4314718" y="2037856"/>
                  </a:lnTo>
                  <a:lnTo>
                    <a:pt x="4314844" y="2037856"/>
                  </a:lnTo>
                  <a:lnTo>
                    <a:pt x="4314970" y="2037856"/>
                  </a:lnTo>
                  <a:lnTo>
                    <a:pt x="4315096" y="2037856"/>
                  </a:lnTo>
                  <a:lnTo>
                    <a:pt x="4315222" y="2037856"/>
                  </a:lnTo>
                  <a:lnTo>
                    <a:pt x="4315348" y="2037856"/>
                  </a:lnTo>
                  <a:lnTo>
                    <a:pt x="4315474" y="2037856"/>
                  </a:lnTo>
                  <a:lnTo>
                    <a:pt x="4315600" y="2037856"/>
                  </a:lnTo>
                  <a:lnTo>
                    <a:pt x="4315726" y="2037856"/>
                  </a:lnTo>
                  <a:lnTo>
                    <a:pt x="4315853" y="2037856"/>
                  </a:lnTo>
                  <a:lnTo>
                    <a:pt x="4315979" y="2037856"/>
                  </a:lnTo>
                  <a:lnTo>
                    <a:pt x="4316105" y="2037856"/>
                  </a:lnTo>
                  <a:lnTo>
                    <a:pt x="4316231" y="2037856"/>
                  </a:lnTo>
                  <a:lnTo>
                    <a:pt x="4316357" y="2037856"/>
                  </a:lnTo>
                  <a:lnTo>
                    <a:pt x="4316483" y="2037856"/>
                  </a:lnTo>
                  <a:lnTo>
                    <a:pt x="4316609" y="2037856"/>
                  </a:lnTo>
                  <a:lnTo>
                    <a:pt x="4316735" y="2037856"/>
                  </a:lnTo>
                  <a:lnTo>
                    <a:pt x="4316861" y="2037856"/>
                  </a:lnTo>
                  <a:lnTo>
                    <a:pt x="4316987" y="2037856"/>
                  </a:lnTo>
                  <a:lnTo>
                    <a:pt x="4317113" y="2037856"/>
                  </a:lnTo>
                  <a:lnTo>
                    <a:pt x="4317240" y="2037856"/>
                  </a:lnTo>
                  <a:lnTo>
                    <a:pt x="4317240" y="2032577"/>
                  </a:lnTo>
                  <a:lnTo>
                    <a:pt x="4317366" y="2032577"/>
                  </a:lnTo>
                  <a:lnTo>
                    <a:pt x="4317492" y="2032577"/>
                  </a:lnTo>
                  <a:lnTo>
                    <a:pt x="4317618" y="2032577"/>
                  </a:lnTo>
                  <a:lnTo>
                    <a:pt x="4317618" y="2027297"/>
                  </a:lnTo>
                  <a:lnTo>
                    <a:pt x="4317744" y="2027297"/>
                  </a:lnTo>
                  <a:lnTo>
                    <a:pt x="4317870" y="2027297"/>
                  </a:lnTo>
                  <a:lnTo>
                    <a:pt x="4317996" y="2027297"/>
                  </a:lnTo>
                  <a:lnTo>
                    <a:pt x="4318122" y="2027297"/>
                  </a:lnTo>
                  <a:lnTo>
                    <a:pt x="4318248" y="2027297"/>
                  </a:lnTo>
                  <a:lnTo>
                    <a:pt x="4318374" y="2027297"/>
                  </a:lnTo>
                  <a:lnTo>
                    <a:pt x="4318500" y="2027297"/>
                  </a:lnTo>
                  <a:lnTo>
                    <a:pt x="4318626" y="2027297"/>
                  </a:lnTo>
                  <a:lnTo>
                    <a:pt x="4318753" y="2027297"/>
                  </a:lnTo>
                  <a:lnTo>
                    <a:pt x="4318879" y="2027297"/>
                  </a:lnTo>
                  <a:lnTo>
                    <a:pt x="4319005" y="2027297"/>
                  </a:lnTo>
                  <a:lnTo>
                    <a:pt x="4319131" y="2027297"/>
                  </a:lnTo>
                  <a:lnTo>
                    <a:pt x="4319257" y="2027297"/>
                  </a:lnTo>
                  <a:lnTo>
                    <a:pt x="4319383" y="2027297"/>
                  </a:lnTo>
                  <a:lnTo>
                    <a:pt x="4319509" y="2027297"/>
                  </a:lnTo>
                  <a:lnTo>
                    <a:pt x="4319635" y="2027297"/>
                  </a:lnTo>
                  <a:lnTo>
                    <a:pt x="4319761" y="2027297"/>
                  </a:lnTo>
                  <a:lnTo>
                    <a:pt x="4319887" y="2027297"/>
                  </a:lnTo>
                  <a:lnTo>
                    <a:pt x="4320013" y="2027297"/>
                  </a:lnTo>
                  <a:lnTo>
                    <a:pt x="4320140" y="2027297"/>
                  </a:lnTo>
                  <a:lnTo>
                    <a:pt x="4320266" y="2027297"/>
                  </a:lnTo>
                  <a:lnTo>
                    <a:pt x="4320392" y="2027297"/>
                  </a:lnTo>
                  <a:lnTo>
                    <a:pt x="4320518" y="2027297"/>
                  </a:lnTo>
                  <a:lnTo>
                    <a:pt x="4320644" y="2027297"/>
                  </a:lnTo>
                  <a:lnTo>
                    <a:pt x="4320770" y="2027297"/>
                  </a:lnTo>
                  <a:lnTo>
                    <a:pt x="4320896" y="2027297"/>
                  </a:lnTo>
                  <a:lnTo>
                    <a:pt x="4321022" y="2027297"/>
                  </a:lnTo>
                  <a:lnTo>
                    <a:pt x="4321148" y="2027297"/>
                  </a:lnTo>
                  <a:lnTo>
                    <a:pt x="4321274" y="2027297"/>
                  </a:lnTo>
                  <a:lnTo>
                    <a:pt x="4321400" y="2027297"/>
                  </a:lnTo>
                  <a:lnTo>
                    <a:pt x="4321526" y="2027297"/>
                  </a:lnTo>
                  <a:lnTo>
                    <a:pt x="4321653" y="2027297"/>
                  </a:lnTo>
                  <a:lnTo>
                    <a:pt x="4321779" y="2027297"/>
                  </a:lnTo>
                  <a:lnTo>
                    <a:pt x="4321905" y="2027297"/>
                  </a:lnTo>
                  <a:lnTo>
                    <a:pt x="4322031" y="2027297"/>
                  </a:lnTo>
                  <a:lnTo>
                    <a:pt x="4322157" y="2027297"/>
                  </a:lnTo>
                  <a:lnTo>
                    <a:pt x="4322283" y="2027297"/>
                  </a:lnTo>
                  <a:lnTo>
                    <a:pt x="4322409" y="2027297"/>
                  </a:lnTo>
                  <a:lnTo>
                    <a:pt x="4322535" y="2027297"/>
                  </a:lnTo>
                  <a:lnTo>
                    <a:pt x="4322661" y="2027297"/>
                  </a:lnTo>
                  <a:lnTo>
                    <a:pt x="4322787" y="2027297"/>
                  </a:lnTo>
                  <a:lnTo>
                    <a:pt x="4322913" y="2027297"/>
                  </a:lnTo>
                  <a:lnTo>
                    <a:pt x="4323040" y="2027297"/>
                  </a:lnTo>
                  <a:lnTo>
                    <a:pt x="4323166" y="2027297"/>
                  </a:lnTo>
                  <a:lnTo>
                    <a:pt x="4323292" y="2027297"/>
                  </a:lnTo>
                  <a:lnTo>
                    <a:pt x="4323418" y="2027297"/>
                  </a:lnTo>
                  <a:lnTo>
                    <a:pt x="4323544" y="2027297"/>
                  </a:lnTo>
                  <a:lnTo>
                    <a:pt x="4323670" y="2027297"/>
                  </a:lnTo>
                  <a:lnTo>
                    <a:pt x="4323796" y="2027297"/>
                  </a:lnTo>
                  <a:lnTo>
                    <a:pt x="4323922" y="2027297"/>
                  </a:lnTo>
                  <a:lnTo>
                    <a:pt x="4324048" y="2027297"/>
                  </a:lnTo>
                  <a:lnTo>
                    <a:pt x="4324174" y="2027297"/>
                  </a:lnTo>
                  <a:lnTo>
                    <a:pt x="4324300" y="2027297"/>
                  </a:lnTo>
                  <a:lnTo>
                    <a:pt x="4324427" y="2027297"/>
                  </a:lnTo>
                  <a:lnTo>
                    <a:pt x="4324553" y="2027297"/>
                  </a:lnTo>
                  <a:lnTo>
                    <a:pt x="4324679" y="2027297"/>
                  </a:lnTo>
                  <a:lnTo>
                    <a:pt x="4324805" y="2027297"/>
                  </a:lnTo>
                  <a:lnTo>
                    <a:pt x="4324931" y="2027297"/>
                  </a:lnTo>
                  <a:lnTo>
                    <a:pt x="4325057" y="2027297"/>
                  </a:lnTo>
                  <a:lnTo>
                    <a:pt x="4325183" y="2027297"/>
                  </a:lnTo>
                  <a:lnTo>
                    <a:pt x="4325309" y="2027297"/>
                  </a:lnTo>
                  <a:lnTo>
                    <a:pt x="4325435" y="2027297"/>
                  </a:lnTo>
                  <a:lnTo>
                    <a:pt x="4325561" y="2027297"/>
                  </a:lnTo>
                  <a:lnTo>
                    <a:pt x="4325687" y="2027297"/>
                  </a:lnTo>
                  <a:lnTo>
                    <a:pt x="4325813" y="2027297"/>
                  </a:lnTo>
                  <a:lnTo>
                    <a:pt x="4325940" y="2027297"/>
                  </a:lnTo>
                  <a:lnTo>
                    <a:pt x="4326066" y="2027297"/>
                  </a:lnTo>
                  <a:lnTo>
                    <a:pt x="4326192" y="2027297"/>
                  </a:lnTo>
                  <a:lnTo>
                    <a:pt x="4326318" y="2027297"/>
                  </a:lnTo>
                  <a:lnTo>
                    <a:pt x="4326444" y="2027297"/>
                  </a:lnTo>
                  <a:lnTo>
                    <a:pt x="4326570" y="2027297"/>
                  </a:lnTo>
                  <a:lnTo>
                    <a:pt x="4326696" y="2027297"/>
                  </a:lnTo>
                  <a:lnTo>
                    <a:pt x="4326822" y="2027297"/>
                  </a:lnTo>
                  <a:lnTo>
                    <a:pt x="4326948" y="2027297"/>
                  </a:lnTo>
                  <a:lnTo>
                    <a:pt x="4327074" y="2027297"/>
                  </a:lnTo>
                  <a:lnTo>
                    <a:pt x="4327200" y="2027297"/>
                  </a:lnTo>
                  <a:lnTo>
                    <a:pt x="4327327" y="2027297"/>
                  </a:lnTo>
                  <a:lnTo>
                    <a:pt x="4327453" y="2027297"/>
                  </a:lnTo>
                  <a:lnTo>
                    <a:pt x="4327579" y="2027297"/>
                  </a:lnTo>
                  <a:lnTo>
                    <a:pt x="4327705" y="2027297"/>
                  </a:lnTo>
                  <a:lnTo>
                    <a:pt x="4327831" y="2027297"/>
                  </a:lnTo>
                  <a:lnTo>
                    <a:pt x="4327957" y="2027297"/>
                  </a:lnTo>
                  <a:lnTo>
                    <a:pt x="4328083" y="2027297"/>
                  </a:lnTo>
                  <a:lnTo>
                    <a:pt x="4328209" y="2027297"/>
                  </a:lnTo>
                  <a:lnTo>
                    <a:pt x="4328209" y="2022018"/>
                  </a:lnTo>
                  <a:lnTo>
                    <a:pt x="4328335" y="2022018"/>
                  </a:lnTo>
                  <a:lnTo>
                    <a:pt x="4328461" y="2022018"/>
                  </a:lnTo>
                  <a:lnTo>
                    <a:pt x="4328587" y="2022018"/>
                  </a:lnTo>
                  <a:lnTo>
                    <a:pt x="4328713" y="2022018"/>
                  </a:lnTo>
                  <a:lnTo>
                    <a:pt x="4328840" y="2022018"/>
                  </a:lnTo>
                  <a:lnTo>
                    <a:pt x="4328966" y="2022018"/>
                  </a:lnTo>
                  <a:lnTo>
                    <a:pt x="4329092" y="2022018"/>
                  </a:lnTo>
                  <a:lnTo>
                    <a:pt x="4329218" y="2022018"/>
                  </a:lnTo>
                  <a:lnTo>
                    <a:pt x="4329344" y="2022018"/>
                  </a:lnTo>
                  <a:lnTo>
                    <a:pt x="4329470" y="2022018"/>
                  </a:lnTo>
                  <a:lnTo>
                    <a:pt x="4329596" y="2022018"/>
                  </a:lnTo>
                  <a:lnTo>
                    <a:pt x="4329722" y="2022018"/>
                  </a:lnTo>
                  <a:lnTo>
                    <a:pt x="4329848" y="2022018"/>
                  </a:lnTo>
                  <a:lnTo>
                    <a:pt x="4329974" y="2022018"/>
                  </a:lnTo>
                  <a:lnTo>
                    <a:pt x="4330100" y="2022018"/>
                  </a:lnTo>
                  <a:lnTo>
                    <a:pt x="4330227" y="2022018"/>
                  </a:lnTo>
                  <a:lnTo>
                    <a:pt x="4330353" y="2022018"/>
                  </a:lnTo>
                  <a:lnTo>
                    <a:pt x="4330479" y="2022018"/>
                  </a:lnTo>
                  <a:lnTo>
                    <a:pt x="4330605" y="2022018"/>
                  </a:lnTo>
                  <a:lnTo>
                    <a:pt x="4330731" y="2022018"/>
                  </a:lnTo>
                  <a:lnTo>
                    <a:pt x="4330857" y="2022018"/>
                  </a:lnTo>
                  <a:lnTo>
                    <a:pt x="4330983" y="2022018"/>
                  </a:lnTo>
                  <a:lnTo>
                    <a:pt x="4331109" y="2022018"/>
                  </a:lnTo>
                  <a:lnTo>
                    <a:pt x="4331235" y="2022018"/>
                  </a:lnTo>
                  <a:lnTo>
                    <a:pt x="4331361" y="2022018"/>
                  </a:lnTo>
                  <a:lnTo>
                    <a:pt x="4331487" y="2022018"/>
                  </a:lnTo>
                  <a:lnTo>
                    <a:pt x="4331614" y="2022018"/>
                  </a:lnTo>
                  <a:lnTo>
                    <a:pt x="4331740" y="2022018"/>
                  </a:lnTo>
                  <a:lnTo>
                    <a:pt x="4331866" y="2022018"/>
                  </a:lnTo>
                  <a:lnTo>
                    <a:pt x="4331992" y="2022018"/>
                  </a:lnTo>
                  <a:lnTo>
                    <a:pt x="4332118" y="2022018"/>
                  </a:lnTo>
                  <a:lnTo>
                    <a:pt x="4332244" y="2022018"/>
                  </a:lnTo>
                  <a:lnTo>
                    <a:pt x="4332370" y="2022018"/>
                  </a:lnTo>
                  <a:lnTo>
                    <a:pt x="4332496" y="2022018"/>
                  </a:lnTo>
                  <a:lnTo>
                    <a:pt x="4332622" y="2022018"/>
                  </a:lnTo>
                  <a:lnTo>
                    <a:pt x="4332748" y="2022018"/>
                  </a:lnTo>
                  <a:lnTo>
                    <a:pt x="4332874" y="2022018"/>
                  </a:lnTo>
                  <a:lnTo>
                    <a:pt x="4333000" y="2022018"/>
                  </a:lnTo>
                  <a:lnTo>
                    <a:pt x="4333127" y="2022018"/>
                  </a:lnTo>
                  <a:lnTo>
                    <a:pt x="4333253" y="2022018"/>
                  </a:lnTo>
                  <a:lnTo>
                    <a:pt x="4333379" y="2022018"/>
                  </a:lnTo>
                  <a:lnTo>
                    <a:pt x="4333505" y="2022018"/>
                  </a:lnTo>
                  <a:lnTo>
                    <a:pt x="4333631" y="2022018"/>
                  </a:lnTo>
                  <a:lnTo>
                    <a:pt x="4333757" y="2022018"/>
                  </a:lnTo>
                  <a:lnTo>
                    <a:pt x="4333883" y="2022018"/>
                  </a:lnTo>
                  <a:lnTo>
                    <a:pt x="4334009" y="2022018"/>
                  </a:lnTo>
                  <a:lnTo>
                    <a:pt x="4334135" y="2022018"/>
                  </a:lnTo>
                  <a:lnTo>
                    <a:pt x="4334261" y="2022018"/>
                  </a:lnTo>
                  <a:lnTo>
                    <a:pt x="4334387" y="2022018"/>
                  </a:lnTo>
                  <a:lnTo>
                    <a:pt x="4334514" y="2022018"/>
                  </a:lnTo>
                  <a:lnTo>
                    <a:pt x="4334640" y="2022018"/>
                  </a:lnTo>
                  <a:lnTo>
                    <a:pt x="4334766" y="2022018"/>
                  </a:lnTo>
                  <a:lnTo>
                    <a:pt x="4334892" y="2022018"/>
                  </a:lnTo>
                  <a:lnTo>
                    <a:pt x="4335018" y="2022018"/>
                  </a:lnTo>
                  <a:lnTo>
                    <a:pt x="4335144" y="2022018"/>
                  </a:lnTo>
                  <a:lnTo>
                    <a:pt x="4335270" y="2022018"/>
                  </a:lnTo>
                  <a:lnTo>
                    <a:pt x="4335396" y="2022018"/>
                  </a:lnTo>
                  <a:lnTo>
                    <a:pt x="4335522" y="2022018"/>
                  </a:lnTo>
                  <a:lnTo>
                    <a:pt x="4335648" y="2022018"/>
                  </a:lnTo>
                  <a:lnTo>
                    <a:pt x="4335774" y="2022018"/>
                  </a:lnTo>
                  <a:lnTo>
                    <a:pt x="4335900" y="2022018"/>
                  </a:lnTo>
                  <a:lnTo>
                    <a:pt x="4336027" y="2022018"/>
                  </a:lnTo>
                  <a:lnTo>
                    <a:pt x="4336153" y="2022018"/>
                  </a:lnTo>
                  <a:lnTo>
                    <a:pt x="4336279" y="2022018"/>
                  </a:lnTo>
                  <a:lnTo>
                    <a:pt x="4336405" y="2022018"/>
                  </a:lnTo>
                  <a:lnTo>
                    <a:pt x="4336531" y="2022018"/>
                  </a:lnTo>
                  <a:lnTo>
                    <a:pt x="4336657" y="2022018"/>
                  </a:lnTo>
                  <a:lnTo>
                    <a:pt x="4336783" y="2022018"/>
                  </a:lnTo>
                  <a:lnTo>
                    <a:pt x="4336909" y="2022018"/>
                  </a:lnTo>
                  <a:lnTo>
                    <a:pt x="4337035" y="2022018"/>
                  </a:lnTo>
                  <a:lnTo>
                    <a:pt x="4337161" y="2022018"/>
                  </a:lnTo>
                  <a:lnTo>
                    <a:pt x="4337287" y="2022018"/>
                  </a:lnTo>
                  <a:lnTo>
                    <a:pt x="4337414" y="2022018"/>
                  </a:lnTo>
                  <a:lnTo>
                    <a:pt x="4337540" y="2022018"/>
                  </a:lnTo>
                  <a:lnTo>
                    <a:pt x="4337666" y="2022018"/>
                  </a:lnTo>
                  <a:lnTo>
                    <a:pt x="4337792" y="2022018"/>
                  </a:lnTo>
                  <a:lnTo>
                    <a:pt x="4337918" y="2022018"/>
                  </a:lnTo>
                  <a:lnTo>
                    <a:pt x="4338044" y="2022018"/>
                  </a:lnTo>
                  <a:lnTo>
                    <a:pt x="4338170" y="2022018"/>
                  </a:lnTo>
                  <a:lnTo>
                    <a:pt x="4338296" y="2022018"/>
                  </a:lnTo>
                  <a:lnTo>
                    <a:pt x="4338422" y="2022018"/>
                  </a:lnTo>
                  <a:lnTo>
                    <a:pt x="4338548" y="2022018"/>
                  </a:lnTo>
                  <a:lnTo>
                    <a:pt x="4338674" y="2022018"/>
                  </a:lnTo>
                  <a:lnTo>
                    <a:pt x="4338800" y="2022018"/>
                  </a:lnTo>
                  <a:lnTo>
                    <a:pt x="4338927" y="2022018"/>
                  </a:lnTo>
                  <a:lnTo>
                    <a:pt x="4339053" y="2022018"/>
                  </a:lnTo>
                  <a:lnTo>
                    <a:pt x="4339179" y="2022018"/>
                  </a:lnTo>
                  <a:lnTo>
                    <a:pt x="4339305" y="2022018"/>
                  </a:lnTo>
                  <a:lnTo>
                    <a:pt x="4339431" y="2022018"/>
                  </a:lnTo>
                  <a:lnTo>
                    <a:pt x="4339557" y="2022018"/>
                  </a:lnTo>
                  <a:lnTo>
                    <a:pt x="4339683" y="2022018"/>
                  </a:lnTo>
                  <a:lnTo>
                    <a:pt x="4339809" y="2022018"/>
                  </a:lnTo>
                  <a:lnTo>
                    <a:pt x="4339935" y="2022018"/>
                  </a:lnTo>
                  <a:lnTo>
                    <a:pt x="4340061" y="2022018"/>
                  </a:lnTo>
                  <a:lnTo>
                    <a:pt x="4340187" y="2022018"/>
                  </a:lnTo>
                  <a:lnTo>
                    <a:pt x="4340314" y="2022018"/>
                  </a:lnTo>
                  <a:lnTo>
                    <a:pt x="4340440" y="2022018"/>
                  </a:lnTo>
                  <a:lnTo>
                    <a:pt x="4340566" y="2022018"/>
                  </a:lnTo>
                  <a:lnTo>
                    <a:pt x="4340692" y="2022018"/>
                  </a:lnTo>
                  <a:lnTo>
                    <a:pt x="4340818" y="2022018"/>
                  </a:lnTo>
                  <a:lnTo>
                    <a:pt x="4340944" y="2022018"/>
                  </a:lnTo>
                  <a:lnTo>
                    <a:pt x="4341070" y="2022018"/>
                  </a:lnTo>
                  <a:lnTo>
                    <a:pt x="4341196" y="2022018"/>
                  </a:lnTo>
                  <a:lnTo>
                    <a:pt x="4341322" y="2022018"/>
                  </a:lnTo>
                  <a:lnTo>
                    <a:pt x="4341448" y="2022018"/>
                  </a:lnTo>
                  <a:lnTo>
                    <a:pt x="4341574" y="2022018"/>
                  </a:lnTo>
                  <a:lnTo>
                    <a:pt x="4341701" y="2022018"/>
                  </a:lnTo>
                  <a:lnTo>
                    <a:pt x="4341827" y="2022018"/>
                  </a:lnTo>
                  <a:lnTo>
                    <a:pt x="4341827" y="2016738"/>
                  </a:lnTo>
                  <a:lnTo>
                    <a:pt x="4341953" y="2016738"/>
                  </a:lnTo>
                  <a:lnTo>
                    <a:pt x="4342079" y="2016738"/>
                  </a:lnTo>
                  <a:lnTo>
                    <a:pt x="4342205" y="2016738"/>
                  </a:lnTo>
                  <a:lnTo>
                    <a:pt x="4342331" y="2016738"/>
                  </a:lnTo>
                  <a:lnTo>
                    <a:pt x="4342457" y="2016738"/>
                  </a:lnTo>
                  <a:lnTo>
                    <a:pt x="4342583" y="2016738"/>
                  </a:lnTo>
                  <a:lnTo>
                    <a:pt x="4342709" y="2016738"/>
                  </a:lnTo>
                  <a:lnTo>
                    <a:pt x="4342835" y="2016738"/>
                  </a:lnTo>
                  <a:lnTo>
                    <a:pt x="4342961" y="2016738"/>
                  </a:lnTo>
                  <a:lnTo>
                    <a:pt x="4343087" y="2016738"/>
                  </a:lnTo>
                  <a:lnTo>
                    <a:pt x="4343214" y="2016738"/>
                  </a:lnTo>
                  <a:lnTo>
                    <a:pt x="4343340" y="2016738"/>
                  </a:lnTo>
                  <a:lnTo>
                    <a:pt x="4343466" y="2016738"/>
                  </a:lnTo>
                  <a:lnTo>
                    <a:pt x="4343592" y="2016738"/>
                  </a:lnTo>
                  <a:lnTo>
                    <a:pt x="4343718" y="2016738"/>
                  </a:lnTo>
                  <a:lnTo>
                    <a:pt x="4343844" y="2016738"/>
                  </a:lnTo>
                  <a:lnTo>
                    <a:pt x="4343970" y="2016738"/>
                  </a:lnTo>
                  <a:lnTo>
                    <a:pt x="4344096" y="2016738"/>
                  </a:lnTo>
                  <a:lnTo>
                    <a:pt x="4344222" y="2016738"/>
                  </a:lnTo>
                  <a:lnTo>
                    <a:pt x="4344348" y="2016738"/>
                  </a:lnTo>
                  <a:lnTo>
                    <a:pt x="4344474" y="2016738"/>
                  </a:lnTo>
                  <a:lnTo>
                    <a:pt x="4344601" y="2016738"/>
                  </a:lnTo>
                  <a:lnTo>
                    <a:pt x="4344727" y="2016738"/>
                  </a:lnTo>
                  <a:lnTo>
                    <a:pt x="4344853" y="2016738"/>
                  </a:lnTo>
                  <a:lnTo>
                    <a:pt x="4344979" y="2016738"/>
                  </a:lnTo>
                  <a:lnTo>
                    <a:pt x="4345105" y="2016738"/>
                  </a:lnTo>
                  <a:lnTo>
                    <a:pt x="4345231" y="2016738"/>
                  </a:lnTo>
                  <a:lnTo>
                    <a:pt x="4345357" y="2016738"/>
                  </a:lnTo>
                  <a:lnTo>
                    <a:pt x="4345483" y="2016738"/>
                  </a:lnTo>
                  <a:lnTo>
                    <a:pt x="4345609" y="2016738"/>
                  </a:lnTo>
                  <a:lnTo>
                    <a:pt x="4345735" y="2016738"/>
                  </a:lnTo>
                  <a:lnTo>
                    <a:pt x="4345861" y="2016738"/>
                  </a:lnTo>
                  <a:lnTo>
                    <a:pt x="4345987" y="2016738"/>
                  </a:lnTo>
                  <a:lnTo>
                    <a:pt x="4345987" y="2011459"/>
                  </a:lnTo>
                  <a:lnTo>
                    <a:pt x="4346114" y="2011459"/>
                  </a:lnTo>
                  <a:lnTo>
                    <a:pt x="4346240" y="2011459"/>
                  </a:lnTo>
                  <a:lnTo>
                    <a:pt x="4346366" y="2011459"/>
                  </a:lnTo>
                  <a:lnTo>
                    <a:pt x="4346492" y="2011459"/>
                  </a:lnTo>
                  <a:lnTo>
                    <a:pt x="4346618" y="2011459"/>
                  </a:lnTo>
                  <a:lnTo>
                    <a:pt x="4346744" y="2011459"/>
                  </a:lnTo>
                  <a:lnTo>
                    <a:pt x="4346870" y="2011459"/>
                  </a:lnTo>
                  <a:lnTo>
                    <a:pt x="4346996" y="2011459"/>
                  </a:lnTo>
                  <a:lnTo>
                    <a:pt x="4347122" y="2011459"/>
                  </a:lnTo>
                  <a:lnTo>
                    <a:pt x="4347248" y="2011459"/>
                  </a:lnTo>
                  <a:lnTo>
                    <a:pt x="4347374" y="2011459"/>
                  </a:lnTo>
                  <a:lnTo>
                    <a:pt x="4347501" y="2011459"/>
                  </a:lnTo>
                  <a:lnTo>
                    <a:pt x="4347627" y="2011459"/>
                  </a:lnTo>
                  <a:lnTo>
                    <a:pt x="4347753" y="2011459"/>
                  </a:lnTo>
                  <a:lnTo>
                    <a:pt x="4347879" y="2011459"/>
                  </a:lnTo>
                  <a:lnTo>
                    <a:pt x="4348005" y="2011459"/>
                  </a:lnTo>
                  <a:lnTo>
                    <a:pt x="4348131" y="2011459"/>
                  </a:lnTo>
                  <a:lnTo>
                    <a:pt x="4348257" y="2011459"/>
                  </a:lnTo>
                  <a:lnTo>
                    <a:pt x="4348383" y="2011459"/>
                  </a:lnTo>
                  <a:lnTo>
                    <a:pt x="4348509" y="2011459"/>
                  </a:lnTo>
                  <a:lnTo>
                    <a:pt x="4348635" y="2011459"/>
                  </a:lnTo>
                  <a:lnTo>
                    <a:pt x="4348761" y="2011459"/>
                  </a:lnTo>
                  <a:lnTo>
                    <a:pt x="4348888" y="2011459"/>
                  </a:lnTo>
                  <a:lnTo>
                    <a:pt x="4349014" y="2011459"/>
                  </a:lnTo>
                  <a:lnTo>
                    <a:pt x="4349140" y="2011459"/>
                  </a:lnTo>
                  <a:lnTo>
                    <a:pt x="4349266" y="2011459"/>
                  </a:lnTo>
                  <a:lnTo>
                    <a:pt x="4349392" y="2011459"/>
                  </a:lnTo>
                  <a:lnTo>
                    <a:pt x="4349518" y="2011459"/>
                  </a:lnTo>
                  <a:lnTo>
                    <a:pt x="4349644" y="2011459"/>
                  </a:lnTo>
                  <a:lnTo>
                    <a:pt x="4349770" y="2011459"/>
                  </a:lnTo>
                  <a:lnTo>
                    <a:pt x="4349896" y="2011459"/>
                  </a:lnTo>
                  <a:lnTo>
                    <a:pt x="4350022" y="2011459"/>
                  </a:lnTo>
                  <a:lnTo>
                    <a:pt x="4350148" y="2011459"/>
                  </a:lnTo>
                  <a:lnTo>
                    <a:pt x="4350274" y="2011459"/>
                  </a:lnTo>
                  <a:lnTo>
                    <a:pt x="4350401" y="2011459"/>
                  </a:lnTo>
                  <a:lnTo>
                    <a:pt x="4350527" y="2011459"/>
                  </a:lnTo>
                  <a:lnTo>
                    <a:pt x="4350653" y="2011459"/>
                  </a:lnTo>
                  <a:lnTo>
                    <a:pt x="4350779" y="2011459"/>
                  </a:lnTo>
                  <a:lnTo>
                    <a:pt x="4350905" y="2011459"/>
                  </a:lnTo>
                  <a:lnTo>
                    <a:pt x="4351031" y="2011459"/>
                  </a:lnTo>
                  <a:lnTo>
                    <a:pt x="4351157" y="2011459"/>
                  </a:lnTo>
                  <a:lnTo>
                    <a:pt x="4351283" y="2011459"/>
                  </a:lnTo>
                  <a:lnTo>
                    <a:pt x="4351409" y="2011459"/>
                  </a:lnTo>
                  <a:lnTo>
                    <a:pt x="4351535" y="2011459"/>
                  </a:lnTo>
                  <a:lnTo>
                    <a:pt x="4351661" y="2011459"/>
                  </a:lnTo>
                  <a:lnTo>
                    <a:pt x="4351788" y="2011459"/>
                  </a:lnTo>
                  <a:lnTo>
                    <a:pt x="4351914" y="2011459"/>
                  </a:lnTo>
                  <a:lnTo>
                    <a:pt x="4352040" y="2011459"/>
                  </a:lnTo>
                  <a:lnTo>
                    <a:pt x="4352166" y="2011459"/>
                  </a:lnTo>
                  <a:lnTo>
                    <a:pt x="4352292" y="2011459"/>
                  </a:lnTo>
                  <a:lnTo>
                    <a:pt x="4352418" y="2011459"/>
                  </a:lnTo>
                  <a:lnTo>
                    <a:pt x="4352544" y="2011459"/>
                  </a:lnTo>
                  <a:lnTo>
                    <a:pt x="4352670" y="2011459"/>
                  </a:lnTo>
                  <a:lnTo>
                    <a:pt x="4352796" y="2011459"/>
                  </a:lnTo>
                  <a:lnTo>
                    <a:pt x="4352922" y="2011459"/>
                  </a:lnTo>
                  <a:lnTo>
                    <a:pt x="4353048" y="2011459"/>
                  </a:lnTo>
                  <a:lnTo>
                    <a:pt x="4353174" y="2011459"/>
                  </a:lnTo>
                  <a:lnTo>
                    <a:pt x="4353301" y="2011459"/>
                  </a:lnTo>
                  <a:lnTo>
                    <a:pt x="4353427" y="2011459"/>
                  </a:lnTo>
                  <a:lnTo>
                    <a:pt x="4353553" y="2011459"/>
                  </a:lnTo>
                  <a:lnTo>
                    <a:pt x="4353679" y="2011459"/>
                  </a:lnTo>
                  <a:lnTo>
                    <a:pt x="4353805" y="2011459"/>
                  </a:lnTo>
                  <a:lnTo>
                    <a:pt x="4353931" y="2011459"/>
                  </a:lnTo>
                  <a:lnTo>
                    <a:pt x="4354057" y="2011459"/>
                  </a:lnTo>
                  <a:lnTo>
                    <a:pt x="4354183" y="2011459"/>
                  </a:lnTo>
                  <a:lnTo>
                    <a:pt x="4354309" y="2011459"/>
                  </a:lnTo>
                  <a:lnTo>
                    <a:pt x="4354435" y="2011459"/>
                  </a:lnTo>
                  <a:lnTo>
                    <a:pt x="4354561" y="2011459"/>
                  </a:lnTo>
                  <a:lnTo>
                    <a:pt x="4354688" y="2011459"/>
                  </a:lnTo>
                  <a:lnTo>
                    <a:pt x="4354814" y="2011459"/>
                  </a:lnTo>
                  <a:lnTo>
                    <a:pt x="4354940" y="2011459"/>
                  </a:lnTo>
                  <a:lnTo>
                    <a:pt x="4355066" y="2011459"/>
                  </a:lnTo>
                  <a:lnTo>
                    <a:pt x="4355192" y="2011459"/>
                  </a:lnTo>
                  <a:lnTo>
                    <a:pt x="4355318" y="2011459"/>
                  </a:lnTo>
                  <a:lnTo>
                    <a:pt x="4355444" y="2011459"/>
                  </a:lnTo>
                  <a:lnTo>
                    <a:pt x="4355570" y="2011459"/>
                  </a:lnTo>
                  <a:lnTo>
                    <a:pt x="4355696" y="2011459"/>
                  </a:lnTo>
                  <a:lnTo>
                    <a:pt x="4355822" y="2011459"/>
                  </a:lnTo>
                  <a:lnTo>
                    <a:pt x="4355948" y="2011459"/>
                  </a:lnTo>
                  <a:lnTo>
                    <a:pt x="4356075" y="2011459"/>
                  </a:lnTo>
                  <a:lnTo>
                    <a:pt x="4356201" y="2011459"/>
                  </a:lnTo>
                  <a:lnTo>
                    <a:pt x="4356327" y="2011459"/>
                  </a:lnTo>
                  <a:lnTo>
                    <a:pt x="4356453" y="2011459"/>
                  </a:lnTo>
                  <a:lnTo>
                    <a:pt x="4356579" y="2011459"/>
                  </a:lnTo>
                  <a:lnTo>
                    <a:pt x="4356705" y="2011459"/>
                  </a:lnTo>
                  <a:lnTo>
                    <a:pt x="4356831" y="2011459"/>
                  </a:lnTo>
                  <a:lnTo>
                    <a:pt x="4356957" y="2011459"/>
                  </a:lnTo>
                  <a:lnTo>
                    <a:pt x="4357083" y="2011459"/>
                  </a:lnTo>
                  <a:lnTo>
                    <a:pt x="4357209" y="2011459"/>
                  </a:lnTo>
                  <a:lnTo>
                    <a:pt x="4357335" y="2011459"/>
                  </a:lnTo>
                  <a:lnTo>
                    <a:pt x="4357461" y="2011459"/>
                  </a:lnTo>
                  <a:lnTo>
                    <a:pt x="4357588" y="2011459"/>
                  </a:lnTo>
                  <a:lnTo>
                    <a:pt x="4357714" y="2011459"/>
                  </a:lnTo>
                  <a:lnTo>
                    <a:pt x="4357840" y="2011459"/>
                  </a:lnTo>
                  <a:lnTo>
                    <a:pt x="4357966" y="2011459"/>
                  </a:lnTo>
                  <a:lnTo>
                    <a:pt x="4358092" y="2011459"/>
                  </a:lnTo>
                  <a:lnTo>
                    <a:pt x="4358218" y="2011459"/>
                  </a:lnTo>
                  <a:lnTo>
                    <a:pt x="4358344" y="2011459"/>
                  </a:lnTo>
                  <a:lnTo>
                    <a:pt x="4358470" y="2011459"/>
                  </a:lnTo>
                  <a:lnTo>
                    <a:pt x="4358596" y="2011459"/>
                  </a:lnTo>
                  <a:lnTo>
                    <a:pt x="4358722" y="2011459"/>
                  </a:lnTo>
                  <a:lnTo>
                    <a:pt x="4358848" y="2011459"/>
                  </a:lnTo>
                  <a:lnTo>
                    <a:pt x="4358975" y="2011459"/>
                  </a:lnTo>
                  <a:lnTo>
                    <a:pt x="4359101" y="2011459"/>
                  </a:lnTo>
                  <a:lnTo>
                    <a:pt x="4359227" y="2011459"/>
                  </a:lnTo>
                  <a:lnTo>
                    <a:pt x="4359353" y="2011459"/>
                  </a:lnTo>
                  <a:lnTo>
                    <a:pt x="4359479" y="2011459"/>
                  </a:lnTo>
                  <a:lnTo>
                    <a:pt x="4359605" y="2011459"/>
                  </a:lnTo>
                  <a:lnTo>
                    <a:pt x="4359731" y="2011459"/>
                  </a:lnTo>
                  <a:lnTo>
                    <a:pt x="4359857" y="2011459"/>
                  </a:lnTo>
                  <a:lnTo>
                    <a:pt x="4359983" y="2011459"/>
                  </a:lnTo>
                  <a:lnTo>
                    <a:pt x="4360109" y="2011459"/>
                  </a:lnTo>
                  <a:lnTo>
                    <a:pt x="4360235" y="2011459"/>
                  </a:lnTo>
                  <a:lnTo>
                    <a:pt x="4360361" y="2011459"/>
                  </a:lnTo>
                  <a:lnTo>
                    <a:pt x="4360488" y="2011459"/>
                  </a:lnTo>
                  <a:lnTo>
                    <a:pt x="4360614" y="2011459"/>
                  </a:lnTo>
                  <a:lnTo>
                    <a:pt x="4360740" y="2011459"/>
                  </a:lnTo>
                  <a:lnTo>
                    <a:pt x="4360866" y="2011459"/>
                  </a:lnTo>
                  <a:lnTo>
                    <a:pt x="4360992" y="2011459"/>
                  </a:lnTo>
                  <a:lnTo>
                    <a:pt x="4361118" y="2011459"/>
                  </a:lnTo>
                  <a:lnTo>
                    <a:pt x="4361244" y="2011459"/>
                  </a:lnTo>
                  <a:lnTo>
                    <a:pt x="4361370" y="2011459"/>
                  </a:lnTo>
                  <a:lnTo>
                    <a:pt x="4361496" y="2011459"/>
                  </a:lnTo>
                  <a:lnTo>
                    <a:pt x="4361622" y="2011459"/>
                  </a:lnTo>
                  <a:lnTo>
                    <a:pt x="4361748" y="2011459"/>
                  </a:lnTo>
                  <a:lnTo>
                    <a:pt x="4361875" y="2011459"/>
                  </a:lnTo>
                  <a:lnTo>
                    <a:pt x="4362001" y="2011459"/>
                  </a:lnTo>
                  <a:lnTo>
                    <a:pt x="4362127" y="2011459"/>
                  </a:lnTo>
                  <a:lnTo>
                    <a:pt x="4362253" y="2011459"/>
                  </a:lnTo>
                  <a:lnTo>
                    <a:pt x="4362379" y="2011459"/>
                  </a:lnTo>
                  <a:lnTo>
                    <a:pt x="4362505" y="2011459"/>
                  </a:lnTo>
                  <a:lnTo>
                    <a:pt x="4362631" y="2011459"/>
                  </a:lnTo>
                  <a:lnTo>
                    <a:pt x="4362757" y="2011459"/>
                  </a:lnTo>
                  <a:lnTo>
                    <a:pt x="4362883" y="2011459"/>
                  </a:lnTo>
                  <a:lnTo>
                    <a:pt x="4363009" y="2011459"/>
                  </a:lnTo>
                  <a:lnTo>
                    <a:pt x="4363135" y="2011459"/>
                  </a:lnTo>
                  <a:lnTo>
                    <a:pt x="4363261" y="2011459"/>
                  </a:lnTo>
                  <a:lnTo>
                    <a:pt x="4363261" y="2006180"/>
                  </a:lnTo>
                  <a:lnTo>
                    <a:pt x="4363388" y="2006180"/>
                  </a:lnTo>
                  <a:lnTo>
                    <a:pt x="4363514" y="2006180"/>
                  </a:lnTo>
                  <a:lnTo>
                    <a:pt x="4363640" y="2006180"/>
                  </a:lnTo>
                  <a:lnTo>
                    <a:pt x="4363766" y="2006180"/>
                  </a:lnTo>
                  <a:lnTo>
                    <a:pt x="4363892" y="2006180"/>
                  </a:lnTo>
                  <a:lnTo>
                    <a:pt x="4364018" y="2006180"/>
                  </a:lnTo>
                  <a:lnTo>
                    <a:pt x="4364144" y="2006180"/>
                  </a:lnTo>
                  <a:lnTo>
                    <a:pt x="4364270" y="2006180"/>
                  </a:lnTo>
                  <a:lnTo>
                    <a:pt x="4364396" y="2006180"/>
                  </a:lnTo>
                  <a:lnTo>
                    <a:pt x="4364522" y="2006180"/>
                  </a:lnTo>
                  <a:lnTo>
                    <a:pt x="4364648" y="2006180"/>
                  </a:lnTo>
                  <a:lnTo>
                    <a:pt x="4364775" y="2006180"/>
                  </a:lnTo>
                  <a:lnTo>
                    <a:pt x="4364901" y="2006180"/>
                  </a:lnTo>
                  <a:lnTo>
                    <a:pt x="4365027" y="2006180"/>
                  </a:lnTo>
                  <a:lnTo>
                    <a:pt x="4365153" y="2006180"/>
                  </a:lnTo>
                  <a:lnTo>
                    <a:pt x="4365279" y="2006180"/>
                  </a:lnTo>
                  <a:lnTo>
                    <a:pt x="4365405" y="2006180"/>
                  </a:lnTo>
                  <a:lnTo>
                    <a:pt x="4365531" y="2006180"/>
                  </a:lnTo>
                  <a:lnTo>
                    <a:pt x="4365657" y="2006180"/>
                  </a:lnTo>
                  <a:lnTo>
                    <a:pt x="4365783" y="2006180"/>
                  </a:lnTo>
                  <a:lnTo>
                    <a:pt x="4365909" y="2006180"/>
                  </a:lnTo>
                  <a:lnTo>
                    <a:pt x="4366035" y="2006180"/>
                  </a:lnTo>
                  <a:lnTo>
                    <a:pt x="4366162" y="2006180"/>
                  </a:lnTo>
                  <a:lnTo>
                    <a:pt x="4366288" y="2006180"/>
                  </a:lnTo>
                  <a:lnTo>
                    <a:pt x="4366414" y="2006180"/>
                  </a:lnTo>
                  <a:lnTo>
                    <a:pt x="4366540" y="2006180"/>
                  </a:lnTo>
                  <a:lnTo>
                    <a:pt x="4366666" y="2006180"/>
                  </a:lnTo>
                  <a:lnTo>
                    <a:pt x="4366792" y="2006180"/>
                  </a:lnTo>
                  <a:lnTo>
                    <a:pt x="4366792" y="2000900"/>
                  </a:lnTo>
                  <a:lnTo>
                    <a:pt x="4366918" y="2000900"/>
                  </a:lnTo>
                  <a:lnTo>
                    <a:pt x="4367044" y="2000900"/>
                  </a:lnTo>
                  <a:lnTo>
                    <a:pt x="4367170" y="2000900"/>
                  </a:lnTo>
                  <a:lnTo>
                    <a:pt x="4367296" y="2000900"/>
                  </a:lnTo>
                  <a:lnTo>
                    <a:pt x="4367422" y="2000900"/>
                  </a:lnTo>
                  <a:lnTo>
                    <a:pt x="4367548" y="2000900"/>
                  </a:lnTo>
                  <a:lnTo>
                    <a:pt x="4367675" y="2000900"/>
                  </a:lnTo>
                  <a:lnTo>
                    <a:pt x="4367801" y="2000900"/>
                  </a:lnTo>
                  <a:lnTo>
                    <a:pt x="4367927" y="2000900"/>
                  </a:lnTo>
                  <a:lnTo>
                    <a:pt x="4368053" y="2000900"/>
                  </a:lnTo>
                  <a:lnTo>
                    <a:pt x="4368179" y="2000900"/>
                  </a:lnTo>
                  <a:lnTo>
                    <a:pt x="4368179" y="1995621"/>
                  </a:lnTo>
                  <a:lnTo>
                    <a:pt x="4368305" y="1995621"/>
                  </a:lnTo>
                  <a:lnTo>
                    <a:pt x="4368431" y="1995621"/>
                  </a:lnTo>
                  <a:lnTo>
                    <a:pt x="4368557" y="1995621"/>
                  </a:lnTo>
                  <a:lnTo>
                    <a:pt x="4368683" y="1995621"/>
                  </a:lnTo>
                  <a:lnTo>
                    <a:pt x="4368809" y="1995621"/>
                  </a:lnTo>
                  <a:lnTo>
                    <a:pt x="4368935" y="1995621"/>
                  </a:lnTo>
                  <a:lnTo>
                    <a:pt x="4369062" y="1995621"/>
                  </a:lnTo>
                  <a:lnTo>
                    <a:pt x="4369188" y="1995621"/>
                  </a:lnTo>
                  <a:lnTo>
                    <a:pt x="4369314" y="1995621"/>
                  </a:lnTo>
                  <a:lnTo>
                    <a:pt x="4369440" y="1995621"/>
                  </a:lnTo>
                  <a:lnTo>
                    <a:pt x="4369566" y="1995621"/>
                  </a:lnTo>
                  <a:lnTo>
                    <a:pt x="4369692" y="1995621"/>
                  </a:lnTo>
                  <a:lnTo>
                    <a:pt x="4369818" y="1995621"/>
                  </a:lnTo>
                  <a:lnTo>
                    <a:pt x="4369818" y="1990341"/>
                  </a:lnTo>
                  <a:lnTo>
                    <a:pt x="4369944" y="1990341"/>
                  </a:lnTo>
                  <a:lnTo>
                    <a:pt x="4370070" y="1990341"/>
                  </a:lnTo>
                  <a:lnTo>
                    <a:pt x="4370196" y="1990341"/>
                  </a:lnTo>
                  <a:lnTo>
                    <a:pt x="4370322" y="1990341"/>
                  </a:lnTo>
                  <a:lnTo>
                    <a:pt x="4370448" y="1990341"/>
                  </a:lnTo>
                  <a:lnTo>
                    <a:pt x="4370575" y="1990341"/>
                  </a:lnTo>
                  <a:lnTo>
                    <a:pt x="4370701" y="1990341"/>
                  </a:lnTo>
                  <a:lnTo>
                    <a:pt x="4370827" y="1990341"/>
                  </a:lnTo>
                  <a:lnTo>
                    <a:pt x="4370953" y="1990341"/>
                  </a:lnTo>
                  <a:lnTo>
                    <a:pt x="4371079" y="1990341"/>
                  </a:lnTo>
                  <a:lnTo>
                    <a:pt x="4371205" y="1990341"/>
                  </a:lnTo>
                  <a:lnTo>
                    <a:pt x="4371331" y="1990341"/>
                  </a:lnTo>
                  <a:lnTo>
                    <a:pt x="4371457" y="1990341"/>
                  </a:lnTo>
                  <a:lnTo>
                    <a:pt x="4371583" y="1990341"/>
                  </a:lnTo>
                  <a:lnTo>
                    <a:pt x="4371709" y="1990341"/>
                  </a:lnTo>
                  <a:lnTo>
                    <a:pt x="4371835" y="1990341"/>
                  </a:lnTo>
                  <a:lnTo>
                    <a:pt x="4371962" y="1990341"/>
                  </a:lnTo>
                  <a:lnTo>
                    <a:pt x="4372088" y="1990341"/>
                  </a:lnTo>
                  <a:lnTo>
                    <a:pt x="4372214" y="1990341"/>
                  </a:lnTo>
                  <a:lnTo>
                    <a:pt x="4372340" y="1990341"/>
                  </a:lnTo>
                  <a:lnTo>
                    <a:pt x="4372466" y="1990341"/>
                  </a:lnTo>
                  <a:lnTo>
                    <a:pt x="4372592" y="1990341"/>
                  </a:lnTo>
                  <a:lnTo>
                    <a:pt x="4372718" y="1990341"/>
                  </a:lnTo>
                  <a:lnTo>
                    <a:pt x="4372844" y="1990341"/>
                  </a:lnTo>
                  <a:lnTo>
                    <a:pt x="4372970" y="1990341"/>
                  </a:lnTo>
                  <a:lnTo>
                    <a:pt x="4373096" y="1990341"/>
                  </a:lnTo>
                  <a:lnTo>
                    <a:pt x="4373222" y="1990341"/>
                  </a:lnTo>
                  <a:lnTo>
                    <a:pt x="4373349" y="1990341"/>
                  </a:lnTo>
                  <a:lnTo>
                    <a:pt x="4373475" y="1990341"/>
                  </a:lnTo>
                  <a:lnTo>
                    <a:pt x="4373601" y="1990341"/>
                  </a:lnTo>
                  <a:lnTo>
                    <a:pt x="4373727" y="1990341"/>
                  </a:lnTo>
                  <a:lnTo>
                    <a:pt x="4373853" y="1990341"/>
                  </a:lnTo>
                  <a:lnTo>
                    <a:pt x="4373979" y="1990341"/>
                  </a:lnTo>
                  <a:lnTo>
                    <a:pt x="4374105" y="1990341"/>
                  </a:lnTo>
                  <a:lnTo>
                    <a:pt x="4374231" y="1990341"/>
                  </a:lnTo>
                  <a:lnTo>
                    <a:pt x="4374357" y="1990341"/>
                  </a:lnTo>
                  <a:lnTo>
                    <a:pt x="4374483" y="1990341"/>
                  </a:lnTo>
                  <a:lnTo>
                    <a:pt x="4374609" y="1990341"/>
                  </a:lnTo>
                  <a:lnTo>
                    <a:pt x="4374735" y="1990341"/>
                  </a:lnTo>
                  <a:lnTo>
                    <a:pt x="4374862" y="1990341"/>
                  </a:lnTo>
                  <a:lnTo>
                    <a:pt x="4374988" y="1990341"/>
                  </a:lnTo>
                  <a:lnTo>
                    <a:pt x="4375114" y="1990341"/>
                  </a:lnTo>
                  <a:lnTo>
                    <a:pt x="4375240" y="1990341"/>
                  </a:lnTo>
                  <a:lnTo>
                    <a:pt x="4375366" y="1990341"/>
                  </a:lnTo>
                  <a:lnTo>
                    <a:pt x="4375492" y="1990341"/>
                  </a:lnTo>
                  <a:lnTo>
                    <a:pt x="4375618" y="1990341"/>
                  </a:lnTo>
                  <a:lnTo>
                    <a:pt x="4375744" y="1990341"/>
                  </a:lnTo>
                  <a:lnTo>
                    <a:pt x="4375870" y="1990341"/>
                  </a:lnTo>
                  <a:lnTo>
                    <a:pt x="4375996" y="1990341"/>
                  </a:lnTo>
                  <a:lnTo>
                    <a:pt x="4376122" y="1990341"/>
                  </a:lnTo>
                  <a:lnTo>
                    <a:pt x="4376249" y="1990341"/>
                  </a:lnTo>
                  <a:lnTo>
                    <a:pt x="4376375" y="1990341"/>
                  </a:lnTo>
                  <a:lnTo>
                    <a:pt x="4376501" y="1990341"/>
                  </a:lnTo>
                  <a:lnTo>
                    <a:pt x="4376627" y="1990341"/>
                  </a:lnTo>
                  <a:lnTo>
                    <a:pt x="4376753" y="1990341"/>
                  </a:lnTo>
                  <a:lnTo>
                    <a:pt x="4376879" y="1990341"/>
                  </a:lnTo>
                  <a:lnTo>
                    <a:pt x="4377005" y="1990341"/>
                  </a:lnTo>
                  <a:lnTo>
                    <a:pt x="4377131" y="1990341"/>
                  </a:lnTo>
                  <a:lnTo>
                    <a:pt x="4377257" y="1990341"/>
                  </a:lnTo>
                  <a:lnTo>
                    <a:pt x="4377383" y="1990341"/>
                  </a:lnTo>
                  <a:lnTo>
                    <a:pt x="4377509" y="1990341"/>
                  </a:lnTo>
                  <a:lnTo>
                    <a:pt x="4377635" y="1990341"/>
                  </a:lnTo>
                  <a:lnTo>
                    <a:pt x="4377762" y="1990341"/>
                  </a:lnTo>
                  <a:lnTo>
                    <a:pt x="4377888" y="1990341"/>
                  </a:lnTo>
                  <a:lnTo>
                    <a:pt x="4378014" y="1990341"/>
                  </a:lnTo>
                  <a:lnTo>
                    <a:pt x="4378140" y="1990341"/>
                  </a:lnTo>
                  <a:lnTo>
                    <a:pt x="4378266" y="1990341"/>
                  </a:lnTo>
                  <a:lnTo>
                    <a:pt x="4378392" y="1990341"/>
                  </a:lnTo>
                  <a:lnTo>
                    <a:pt x="4378518" y="1990341"/>
                  </a:lnTo>
                  <a:lnTo>
                    <a:pt x="4378644" y="1990341"/>
                  </a:lnTo>
                  <a:lnTo>
                    <a:pt x="4378770" y="1990341"/>
                  </a:lnTo>
                  <a:lnTo>
                    <a:pt x="4378896" y="1990341"/>
                  </a:lnTo>
                  <a:lnTo>
                    <a:pt x="4379022" y="1990341"/>
                  </a:lnTo>
                  <a:lnTo>
                    <a:pt x="4379149" y="1990341"/>
                  </a:lnTo>
                  <a:lnTo>
                    <a:pt x="4379275" y="1990341"/>
                  </a:lnTo>
                  <a:lnTo>
                    <a:pt x="4379401" y="1990341"/>
                  </a:lnTo>
                  <a:lnTo>
                    <a:pt x="4379527" y="1990341"/>
                  </a:lnTo>
                  <a:lnTo>
                    <a:pt x="4379653" y="1990341"/>
                  </a:lnTo>
                  <a:lnTo>
                    <a:pt x="4379779" y="1990341"/>
                  </a:lnTo>
                  <a:lnTo>
                    <a:pt x="4379905" y="1990341"/>
                  </a:lnTo>
                  <a:lnTo>
                    <a:pt x="4380031" y="1990341"/>
                  </a:lnTo>
                  <a:lnTo>
                    <a:pt x="4380157" y="1990341"/>
                  </a:lnTo>
                  <a:lnTo>
                    <a:pt x="4380283" y="1990341"/>
                  </a:lnTo>
                  <a:lnTo>
                    <a:pt x="4380409" y="1990341"/>
                  </a:lnTo>
                  <a:lnTo>
                    <a:pt x="4380535" y="1990341"/>
                  </a:lnTo>
                  <a:lnTo>
                    <a:pt x="4380662" y="1990341"/>
                  </a:lnTo>
                  <a:lnTo>
                    <a:pt x="4380788" y="1990341"/>
                  </a:lnTo>
                  <a:lnTo>
                    <a:pt x="4380914" y="1990341"/>
                  </a:lnTo>
                  <a:lnTo>
                    <a:pt x="4381040" y="1990341"/>
                  </a:lnTo>
                  <a:lnTo>
                    <a:pt x="4381166" y="1990341"/>
                  </a:lnTo>
                  <a:lnTo>
                    <a:pt x="4381292" y="1990341"/>
                  </a:lnTo>
                  <a:lnTo>
                    <a:pt x="4381418" y="1990341"/>
                  </a:lnTo>
                  <a:lnTo>
                    <a:pt x="4381544" y="1990341"/>
                  </a:lnTo>
                  <a:lnTo>
                    <a:pt x="4381670" y="1990341"/>
                  </a:lnTo>
                  <a:lnTo>
                    <a:pt x="4381796" y="1990341"/>
                  </a:lnTo>
                  <a:lnTo>
                    <a:pt x="4381922" y="1990341"/>
                  </a:lnTo>
                  <a:lnTo>
                    <a:pt x="4382049" y="1990341"/>
                  </a:lnTo>
                  <a:lnTo>
                    <a:pt x="4382175" y="1990341"/>
                  </a:lnTo>
                  <a:lnTo>
                    <a:pt x="4382301" y="1990341"/>
                  </a:lnTo>
                  <a:lnTo>
                    <a:pt x="4382427" y="1990341"/>
                  </a:lnTo>
                  <a:lnTo>
                    <a:pt x="4382553" y="1990341"/>
                  </a:lnTo>
                  <a:lnTo>
                    <a:pt x="4382679" y="1990341"/>
                  </a:lnTo>
                  <a:lnTo>
                    <a:pt x="4382805" y="1990341"/>
                  </a:lnTo>
                  <a:lnTo>
                    <a:pt x="4382931" y="1990341"/>
                  </a:lnTo>
                  <a:lnTo>
                    <a:pt x="4383057" y="1990341"/>
                  </a:lnTo>
                  <a:lnTo>
                    <a:pt x="4383183" y="1990341"/>
                  </a:lnTo>
                  <a:lnTo>
                    <a:pt x="4383309" y="1990341"/>
                  </a:lnTo>
                  <a:lnTo>
                    <a:pt x="4383436" y="1990341"/>
                  </a:lnTo>
                  <a:lnTo>
                    <a:pt x="4383436" y="1985062"/>
                  </a:lnTo>
                  <a:lnTo>
                    <a:pt x="4383562" y="1985062"/>
                  </a:lnTo>
                  <a:lnTo>
                    <a:pt x="4383688" y="1985062"/>
                  </a:lnTo>
                  <a:lnTo>
                    <a:pt x="4383814" y="1985062"/>
                  </a:lnTo>
                  <a:lnTo>
                    <a:pt x="4383940" y="1985062"/>
                  </a:lnTo>
                  <a:lnTo>
                    <a:pt x="4384066" y="1985062"/>
                  </a:lnTo>
                  <a:lnTo>
                    <a:pt x="4384192" y="1985062"/>
                  </a:lnTo>
                  <a:lnTo>
                    <a:pt x="4384318" y="1985062"/>
                  </a:lnTo>
                  <a:lnTo>
                    <a:pt x="4384444" y="1985062"/>
                  </a:lnTo>
                  <a:lnTo>
                    <a:pt x="4384570" y="1985062"/>
                  </a:lnTo>
                  <a:lnTo>
                    <a:pt x="4384696" y="1985062"/>
                  </a:lnTo>
                  <a:lnTo>
                    <a:pt x="4384822" y="1985062"/>
                  </a:lnTo>
                  <a:lnTo>
                    <a:pt x="4384949" y="1985062"/>
                  </a:lnTo>
                  <a:lnTo>
                    <a:pt x="4385075" y="1985062"/>
                  </a:lnTo>
                  <a:lnTo>
                    <a:pt x="4385201" y="1985062"/>
                  </a:lnTo>
                  <a:lnTo>
                    <a:pt x="4385327" y="1985062"/>
                  </a:lnTo>
                  <a:lnTo>
                    <a:pt x="4385453" y="1985062"/>
                  </a:lnTo>
                  <a:lnTo>
                    <a:pt x="4385579" y="1985062"/>
                  </a:lnTo>
                  <a:lnTo>
                    <a:pt x="4385705" y="1985062"/>
                  </a:lnTo>
                  <a:lnTo>
                    <a:pt x="4385831" y="1985062"/>
                  </a:lnTo>
                  <a:lnTo>
                    <a:pt x="4385957" y="1985062"/>
                  </a:lnTo>
                  <a:lnTo>
                    <a:pt x="4386083" y="1985062"/>
                  </a:lnTo>
                  <a:lnTo>
                    <a:pt x="4386209" y="1985062"/>
                  </a:lnTo>
                  <a:lnTo>
                    <a:pt x="4386336" y="1985062"/>
                  </a:lnTo>
                  <a:lnTo>
                    <a:pt x="4386462" y="1985062"/>
                  </a:lnTo>
                  <a:lnTo>
                    <a:pt x="4386588" y="1985062"/>
                  </a:lnTo>
                  <a:lnTo>
                    <a:pt x="4386714" y="1985062"/>
                  </a:lnTo>
                  <a:lnTo>
                    <a:pt x="4386840" y="1985062"/>
                  </a:lnTo>
                  <a:lnTo>
                    <a:pt x="4386966" y="1985062"/>
                  </a:lnTo>
                  <a:lnTo>
                    <a:pt x="4387092" y="1985062"/>
                  </a:lnTo>
                  <a:lnTo>
                    <a:pt x="4387218" y="1985062"/>
                  </a:lnTo>
                  <a:lnTo>
                    <a:pt x="4387344" y="1985062"/>
                  </a:lnTo>
                  <a:lnTo>
                    <a:pt x="4387470" y="1985062"/>
                  </a:lnTo>
                  <a:lnTo>
                    <a:pt x="4387596" y="1985062"/>
                  </a:lnTo>
                  <a:lnTo>
                    <a:pt x="4387722" y="1985062"/>
                  </a:lnTo>
                  <a:lnTo>
                    <a:pt x="4387849" y="1985062"/>
                  </a:lnTo>
                  <a:lnTo>
                    <a:pt x="4387975" y="1985062"/>
                  </a:lnTo>
                  <a:lnTo>
                    <a:pt x="4388101" y="1985062"/>
                  </a:lnTo>
                  <a:lnTo>
                    <a:pt x="4388227" y="1985062"/>
                  </a:lnTo>
                  <a:lnTo>
                    <a:pt x="4388353" y="1985062"/>
                  </a:lnTo>
                  <a:lnTo>
                    <a:pt x="4388479" y="1985062"/>
                  </a:lnTo>
                  <a:lnTo>
                    <a:pt x="4388605" y="1985062"/>
                  </a:lnTo>
                  <a:lnTo>
                    <a:pt x="4388731" y="1985062"/>
                  </a:lnTo>
                  <a:lnTo>
                    <a:pt x="4388857" y="1985062"/>
                  </a:lnTo>
                  <a:lnTo>
                    <a:pt x="4388983" y="1985062"/>
                  </a:lnTo>
                  <a:lnTo>
                    <a:pt x="4389109" y="1985062"/>
                  </a:lnTo>
                  <a:lnTo>
                    <a:pt x="4389236" y="1985062"/>
                  </a:lnTo>
                  <a:lnTo>
                    <a:pt x="4389362" y="1985062"/>
                  </a:lnTo>
                  <a:lnTo>
                    <a:pt x="4389488" y="1985062"/>
                  </a:lnTo>
                  <a:lnTo>
                    <a:pt x="4389614" y="1985062"/>
                  </a:lnTo>
                  <a:lnTo>
                    <a:pt x="4389740" y="1985062"/>
                  </a:lnTo>
                  <a:lnTo>
                    <a:pt x="4389866" y="1985062"/>
                  </a:lnTo>
                  <a:lnTo>
                    <a:pt x="4389992" y="1985062"/>
                  </a:lnTo>
                  <a:lnTo>
                    <a:pt x="4390118" y="1985062"/>
                  </a:lnTo>
                  <a:lnTo>
                    <a:pt x="4390244" y="1985062"/>
                  </a:lnTo>
                  <a:lnTo>
                    <a:pt x="4390370" y="1985062"/>
                  </a:lnTo>
                  <a:lnTo>
                    <a:pt x="4390496" y="1985062"/>
                  </a:lnTo>
                  <a:lnTo>
                    <a:pt x="4390623" y="1985062"/>
                  </a:lnTo>
                  <a:lnTo>
                    <a:pt x="4390749" y="1985062"/>
                  </a:lnTo>
                  <a:lnTo>
                    <a:pt x="4390875" y="1985062"/>
                  </a:lnTo>
                  <a:lnTo>
                    <a:pt x="4391001" y="1985062"/>
                  </a:lnTo>
                  <a:lnTo>
                    <a:pt x="4391127" y="1985062"/>
                  </a:lnTo>
                  <a:lnTo>
                    <a:pt x="4391253" y="1985062"/>
                  </a:lnTo>
                  <a:lnTo>
                    <a:pt x="4391379" y="1985062"/>
                  </a:lnTo>
                  <a:lnTo>
                    <a:pt x="4391505" y="1985062"/>
                  </a:lnTo>
                  <a:lnTo>
                    <a:pt x="4391631" y="1985062"/>
                  </a:lnTo>
                  <a:lnTo>
                    <a:pt x="4391757" y="1985062"/>
                  </a:lnTo>
                  <a:lnTo>
                    <a:pt x="4391883" y="1985062"/>
                  </a:lnTo>
                  <a:lnTo>
                    <a:pt x="4392009" y="1985062"/>
                  </a:lnTo>
                  <a:lnTo>
                    <a:pt x="4392136" y="1985062"/>
                  </a:lnTo>
                  <a:lnTo>
                    <a:pt x="4392262" y="1985062"/>
                  </a:lnTo>
                  <a:lnTo>
                    <a:pt x="4392388" y="1985062"/>
                  </a:lnTo>
                  <a:lnTo>
                    <a:pt x="4392514" y="1985062"/>
                  </a:lnTo>
                  <a:lnTo>
                    <a:pt x="4392640" y="1985062"/>
                  </a:lnTo>
                  <a:lnTo>
                    <a:pt x="4392766" y="1985062"/>
                  </a:lnTo>
                  <a:lnTo>
                    <a:pt x="4392892" y="1985062"/>
                  </a:lnTo>
                  <a:lnTo>
                    <a:pt x="4393018" y="1985062"/>
                  </a:lnTo>
                  <a:lnTo>
                    <a:pt x="4393144" y="1985062"/>
                  </a:lnTo>
                  <a:lnTo>
                    <a:pt x="4393270" y="1985062"/>
                  </a:lnTo>
                  <a:lnTo>
                    <a:pt x="4393396" y="1985062"/>
                  </a:lnTo>
                  <a:lnTo>
                    <a:pt x="4393523" y="1985062"/>
                  </a:lnTo>
                  <a:lnTo>
                    <a:pt x="4393649" y="1985062"/>
                  </a:lnTo>
                  <a:lnTo>
                    <a:pt x="4393775" y="1985062"/>
                  </a:lnTo>
                  <a:lnTo>
                    <a:pt x="4393901" y="1985062"/>
                  </a:lnTo>
                  <a:lnTo>
                    <a:pt x="4394027" y="1985062"/>
                  </a:lnTo>
                  <a:lnTo>
                    <a:pt x="4394153" y="1985062"/>
                  </a:lnTo>
                  <a:lnTo>
                    <a:pt x="4394279" y="1985062"/>
                  </a:lnTo>
                  <a:lnTo>
                    <a:pt x="4394405" y="1985062"/>
                  </a:lnTo>
                  <a:lnTo>
                    <a:pt x="4394531" y="1985062"/>
                  </a:lnTo>
                  <a:lnTo>
                    <a:pt x="4394657" y="1985062"/>
                  </a:lnTo>
                  <a:lnTo>
                    <a:pt x="4394783" y="1985062"/>
                  </a:lnTo>
                  <a:lnTo>
                    <a:pt x="4394909" y="1985062"/>
                  </a:lnTo>
                  <a:lnTo>
                    <a:pt x="4395036" y="1985062"/>
                  </a:lnTo>
                  <a:lnTo>
                    <a:pt x="4395162" y="1985062"/>
                  </a:lnTo>
                  <a:lnTo>
                    <a:pt x="4395288" y="1985062"/>
                  </a:lnTo>
                  <a:lnTo>
                    <a:pt x="4395414" y="1985062"/>
                  </a:lnTo>
                  <a:lnTo>
                    <a:pt x="4395540" y="1985062"/>
                  </a:lnTo>
                  <a:lnTo>
                    <a:pt x="4395666" y="1985062"/>
                  </a:lnTo>
                  <a:lnTo>
                    <a:pt x="4395792" y="1985062"/>
                  </a:lnTo>
                  <a:lnTo>
                    <a:pt x="4395918" y="1985062"/>
                  </a:lnTo>
                  <a:lnTo>
                    <a:pt x="4396044" y="1985062"/>
                  </a:lnTo>
                  <a:lnTo>
                    <a:pt x="4396170" y="1985062"/>
                  </a:lnTo>
                  <a:lnTo>
                    <a:pt x="4396296" y="1985062"/>
                  </a:lnTo>
                  <a:lnTo>
                    <a:pt x="4396423" y="1985062"/>
                  </a:lnTo>
                  <a:lnTo>
                    <a:pt x="4396549" y="1985062"/>
                  </a:lnTo>
                  <a:lnTo>
                    <a:pt x="4396675" y="1985062"/>
                  </a:lnTo>
                  <a:lnTo>
                    <a:pt x="4396801" y="1985062"/>
                  </a:lnTo>
                  <a:lnTo>
                    <a:pt x="4396927" y="1985062"/>
                  </a:lnTo>
                  <a:lnTo>
                    <a:pt x="4397053" y="1985062"/>
                  </a:lnTo>
                  <a:lnTo>
                    <a:pt x="4397179" y="1985062"/>
                  </a:lnTo>
                  <a:lnTo>
                    <a:pt x="4397305" y="1985062"/>
                  </a:lnTo>
                  <a:lnTo>
                    <a:pt x="4397431" y="1985062"/>
                  </a:lnTo>
                  <a:lnTo>
                    <a:pt x="4397557" y="1985062"/>
                  </a:lnTo>
                  <a:lnTo>
                    <a:pt x="4397683" y="1985062"/>
                  </a:lnTo>
                  <a:lnTo>
                    <a:pt x="4397810" y="1985062"/>
                  </a:lnTo>
                  <a:lnTo>
                    <a:pt x="4397936" y="1985062"/>
                  </a:lnTo>
                  <a:lnTo>
                    <a:pt x="4398062" y="1985062"/>
                  </a:lnTo>
                  <a:lnTo>
                    <a:pt x="4398188" y="1985062"/>
                  </a:lnTo>
                  <a:lnTo>
                    <a:pt x="4398314" y="1985062"/>
                  </a:lnTo>
                  <a:lnTo>
                    <a:pt x="4398440" y="1985062"/>
                  </a:lnTo>
                  <a:lnTo>
                    <a:pt x="4398566" y="1985062"/>
                  </a:lnTo>
                  <a:lnTo>
                    <a:pt x="4398692" y="1985062"/>
                  </a:lnTo>
                  <a:lnTo>
                    <a:pt x="4398818" y="1985062"/>
                  </a:lnTo>
                  <a:lnTo>
                    <a:pt x="4398944" y="1985062"/>
                  </a:lnTo>
                  <a:lnTo>
                    <a:pt x="4399070" y="1985062"/>
                  </a:lnTo>
                  <a:lnTo>
                    <a:pt x="4399196" y="1985062"/>
                  </a:lnTo>
                  <a:lnTo>
                    <a:pt x="4399323" y="1985062"/>
                  </a:lnTo>
                  <a:lnTo>
                    <a:pt x="4399449" y="1985062"/>
                  </a:lnTo>
                  <a:lnTo>
                    <a:pt x="4399575" y="1985062"/>
                  </a:lnTo>
                  <a:lnTo>
                    <a:pt x="4399701" y="1985062"/>
                  </a:lnTo>
                  <a:lnTo>
                    <a:pt x="4399827" y="1985062"/>
                  </a:lnTo>
                  <a:lnTo>
                    <a:pt x="4399953" y="1985062"/>
                  </a:lnTo>
                  <a:lnTo>
                    <a:pt x="4400079" y="1985062"/>
                  </a:lnTo>
                  <a:lnTo>
                    <a:pt x="4400205" y="1985062"/>
                  </a:lnTo>
                  <a:lnTo>
                    <a:pt x="4400331" y="1985062"/>
                  </a:lnTo>
                  <a:lnTo>
                    <a:pt x="4400457" y="1985062"/>
                  </a:lnTo>
                  <a:lnTo>
                    <a:pt x="4400583" y="1985062"/>
                  </a:lnTo>
                  <a:lnTo>
                    <a:pt x="4400710" y="1985062"/>
                  </a:lnTo>
                  <a:lnTo>
                    <a:pt x="4400836" y="1985062"/>
                  </a:lnTo>
                  <a:lnTo>
                    <a:pt x="4400962" y="1985062"/>
                  </a:lnTo>
                  <a:lnTo>
                    <a:pt x="4401088" y="1985062"/>
                  </a:lnTo>
                  <a:lnTo>
                    <a:pt x="4401214" y="1985062"/>
                  </a:lnTo>
                  <a:lnTo>
                    <a:pt x="4401340" y="1985062"/>
                  </a:lnTo>
                  <a:lnTo>
                    <a:pt x="4401466" y="1985062"/>
                  </a:lnTo>
                  <a:lnTo>
                    <a:pt x="4401592" y="1985062"/>
                  </a:lnTo>
                  <a:lnTo>
                    <a:pt x="4401718" y="1985062"/>
                  </a:lnTo>
                  <a:lnTo>
                    <a:pt x="4401844" y="1985062"/>
                  </a:lnTo>
                  <a:lnTo>
                    <a:pt x="4401970" y="1985062"/>
                  </a:lnTo>
                  <a:lnTo>
                    <a:pt x="4402096" y="1985062"/>
                  </a:lnTo>
                  <a:lnTo>
                    <a:pt x="4402223" y="1985062"/>
                  </a:lnTo>
                  <a:lnTo>
                    <a:pt x="4402349" y="1985062"/>
                  </a:lnTo>
                  <a:lnTo>
                    <a:pt x="4402475" y="1985062"/>
                  </a:lnTo>
                  <a:lnTo>
                    <a:pt x="4402601" y="1985062"/>
                  </a:lnTo>
                  <a:lnTo>
                    <a:pt x="4402727" y="1985062"/>
                  </a:lnTo>
                  <a:lnTo>
                    <a:pt x="4402853" y="1985062"/>
                  </a:lnTo>
                  <a:lnTo>
                    <a:pt x="4402979" y="1985062"/>
                  </a:lnTo>
                  <a:lnTo>
                    <a:pt x="4403105" y="1985062"/>
                  </a:lnTo>
                  <a:lnTo>
                    <a:pt x="4403231" y="1985062"/>
                  </a:lnTo>
                  <a:lnTo>
                    <a:pt x="4403357" y="1985062"/>
                  </a:lnTo>
                  <a:lnTo>
                    <a:pt x="4403483" y="1985062"/>
                  </a:lnTo>
                  <a:lnTo>
                    <a:pt x="4403610" y="1985062"/>
                  </a:lnTo>
                  <a:lnTo>
                    <a:pt x="4403736" y="1985062"/>
                  </a:lnTo>
                  <a:lnTo>
                    <a:pt x="4403862" y="1985062"/>
                  </a:lnTo>
                  <a:lnTo>
                    <a:pt x="4403988" y="1985062"/>
                  </a:lnTo>
                  <a:lnTo>
                    <a:pt x="4404114" y="1985062"/>
                  </a:lnTo>
                  <a:lnTo>
                    <a:pt x="4404240" y="1985062"/>
                  </a:lnTo>
                  <a:lnTo>
                    <a:pt x="4404366" y="1985062"/>
                  </a:lnTo>
                  <a:lnTo>
                    <a:pt x="4404492" y="1985062"/>
                  </a:lnTo>
                  <a:lnTo>
                    <a:pt x="4404618" y="1985062"/>
                  </a:lnTo>
                  <a:lnTo>
                    <a:pt x="4404744" y="1985062"/>
                  </a:lnTo>
                  <a:lnTo>
                    <a:pt x="4404870" y="1985062"/>
                  </a:lnTo>
                  <a:lnTo>
                    <a:pt x="4404996" y="1985062"/>
                  </a:lnTo>
                  <a:lnTo>
                    <a:pt x="4405123" y="1985062"/>
                  </a:lnTo>
                  <a:lnTo>
                    <a:pt x="4405249" y="1985062"/>
                  </a:lnTo>
                  <a:lnTo>
                    <a:pt x="4405375" y="1985062"/>
                  </a:lnTo>
                  <a:lnTo>
                    <a:pt x="4405501" y="1985062"/>
                  </a:lnTo>
                  <a:lnTo>
                    <a:pt x="4405627" y="1985062"/>
                  </a:lnTo>
                  <a:lnTo>
                    <a:pt x="4405753" y="1985062"/>
                  </a:lnTo>
                  <a:lnTo>
                    <a:pt x="4405879" y="1985062"/>
                  </a:lnTo>
                  <a:lnTo>
                    <a:pt x="4406005" y="1985062"/>
                  </a:lnTo>
                  <a:lnTo>
                    <a:pt x="4406131" y="1985062"/>
                  </a:lnTo>
                  <a:lnTo>
                    <a:pt x="4406257" y="1985062"/>
                  </a:lnTo>
                  <a:lnTo>
                    <a:pt x="4406383" y="1985062"/>
                  </a:lnTo>
                  <a:lnTo>
                    <a:pt x="4406510" y="1985062"/>
                  </a:lnTo>
                  <a:lnTo>
                    <a:pt x="4406636" y="1985062"/>
                  </a:lnTo>
                  <a:lnTo>
                    <a:pt x="4406762" y="1985062"/>
                  </a:lnTo>
                  <a:lnTo>
                    <a:pt x="4406888" y="1985062"/>
                  </a:lnTo>
                  <a:lnTo>
                    <a:pt x="4407014" y="1985062"/>
                  </a:lnTo>
                  <a:lnTo>
                    <a:pt x="4407140" y="1985062"/>
                  </a:lnTo>
                  <a:lnTo>
                    <a:pt x="4407266" y="1985062"/>
                  </a:lnTo>
                  <a:lnTo>
                    <a:pt x="4407392" y="1985062"/>
                  </a:lnTo>
                  <a:lnTo>
                    <a:pt x="4407518" y="1985062"/>
                  </a:lnTo>
                  <a:lnTo>
                    <a:pt x="4407644" y="1985062"/>
                  </a:lnTo>
                  <a:lnTo>
                    <a:pt x="4407770" y="1985062"/>
                  </a:lnTo>
                  <a:lnTo>
                    <a:pt x="4407897" y="1985062"/>
                  </a:lnTo>
                  <a:lnTo>
                    <a:pt x="4408023" y="1985062"/>
                  </a:lnTo>
                  <a:lnTo>
                    <a:pt x="4408149" y="1985062"/>
                  </a:lnTo>
                  <a:lnTo>
                    <a:pt x="4408275" y="1985062"/>
                  </a:lnTo>
                  <a:lnTo>
                    <a:pt x="4408401" y="1985062"/>
                  </a:lnTo>
                  <a:lnTo>
                    <a:pt x="4408527" y="1985062"/>
                  </a:lnTo>
                  <a:lnTo>
                    <a:pt x="4408653" y="1985062"/>
                  </a:lnTo>
                  <a:lnTo>
                    <a:pt x="4408779" y="1985062"/>
                  </a:lnTo>
                  <a:lnTo>
                    <a:pt x="4408905" y="1985062"/>
                  </a:lnTo>
                  <a:lnTo>
                    <a:pt x="4409031" y="1985062"/>
                  </a:lnTo>
                  <a:lnTo>
                    <a:pt x="4409157" y="1985062"/>
                  </a:lnTo>
                  <a:lnTo>
                    <a:pt x="4409283" y="1985062"/>
                  </a:lnTo>
                  <a:lnTo>
                    <a:pt x="4409410" y="1985062"/>
                  </a:lnTo>
                  <a:lnTo>
                    <a:pt x="4409536" y="1985062"/>
                  </a:lnTo>
                  <a:lnTo>
                    <a:pt x="4409536" y="1979782"/>
                  </a:lnTo>
                  <a:lnTo>
                    <a:pt x="4409662" y="1979782"/>
                  </a:lnTo>
                  <a:lnTo>
                    <a:pt x="4409788" y="1979782"/>
                  </a:lnTo>
                  <a:lnTo>
                    <a:pt x="4409914" y="1979782"/>
                  </a:lnTo>
                  <a:lnTo>
                    <a:pt x="4410040" y="1979782"/>
                  </a:lnTo>
                  <a:lnTo>
                    <a:pt x="4410166" y="1979782"/>
                  </a:lnTo>
                  <a:lnTo>
                    <a:pt x="4410292" y="1979782"/>
                  </a:lnTo>
                  <a:lnTo>
                    <a:pt x="4410418" y="1979782"/>
                  </a:lnTo>
                  <a:lnTo>
                    <a:pt x="4410544" y="1979782"/>
                  </a:lnTo>
                  <a:lnTo>
                    <a:pt x="4410670" y="1979782"/>
                  </a:lnTo>
                  <a:lnTo>
                    <a:pt x="4410797" y="1979782"/>
                  </a:lnTo>
                  <a:lnTo>
                    <a:pt x="4410923" y="1979782"/>
                  </a:lnTo>
                  <a:lnTo>
                    <a:pt x="4411049" y="1979782"/>
                  </a:lnTo>
                  <a:lnTo>
                    <a:pt x="4411175" y="1979782"/>
                  </a:lnTo>
                  <a:lnTo>
                    <a:pt x="4411301" y="1979782"/>
                  </a:lnTo>
                  <a:lnTo>
                    <a:pt x="4411427" y="1979782"/>
                  </a:lnTo>
                  <a:lnTo>
                    <a:pt x="4411553" y="1979782"/>
                  </a:lnTo>
                  <a:lnTo>
                    <a:pt x="4411679" y="1979782"/>
                  </a:lnTo>
                  <a:lnTo>
                    <a:pt x="4411805" y="1979782"/>
                  </a:lnTo>
                  <a:lnTo>
                    <a:pt x="4411931" y="1979782"/>
                  </a:lnTo>
                  <a:lnTo>
                    <a:pt x="4412057" y="1979782"/>
                  </a:lnTo>
                  <a:lnTo>
                    <a:pt x="4412183" y="1979782"/>
                  </a:lnTo>
                  <a:lnTo>
                    <a:pt x="4412310" y="1979782"/>
                  </a:lnTo>
                  <a:lnTo>
                    <a:pt x="4412436" y="1979782"/>
                  </a:lnTo>
                  <a:lnTo>
                    <a:pt x="4412562" y="1979782"/>
                  </a:lnTo>
                  <a:lnTo>
                    <a:pt x="4412688" y="1979782"/>
                  </a:lnTo>
                  <a:lnTo>
                    <a:pt x="4412814" y="1979782"/>
                  </a:lnTo>
                  <a:lnTo>
                    <a:pt x="4412940" y="1979782"/>
                  </a:lnTo>
                  <a:lnTo>
                    <a:pt x="4413066" y="1979782"/>
                  </a:lnTo>
                  <a:lnTo>
                    <a:pt x="4413066" y="1974503"/>
                  </a:lnTo>
                  <a:lnTo>
                    <a:pt x="4413192" y="1974503"/>
                  </a:lnTo>
                  <a:lnTo>
                    <a:pt x="4413318" y="1974503"/>
                  </a:lnTo>
                  <a:lnTo>
                    <a:pt x="4413444" y="1974503"/>
                  </a:lnTo>
                  <a:lnTo>
                    <a:pt x="4413570" y="1974503"/>
                  </a:lnTo>
                  <a:lnTo>
                    <a:pt x="4413697" y="1974503"/>
                  </a:lnTo>
                  <a:lnTo>
                    <a:pt x="4413823" y="1974503"/>
                  </a:lnTo>
                  <a:lnTo>
                    <a:pt x="4413949" y="1974503"/>
                  </a:lnTo>
                  <a:lnTo>
                    <a:pt x="4414075" y="1974503"/>
                  </a:lnTo>
                  <a:lnTo>
                    <a:pt x="4414201" y="1974503"/>
                  </a:lnTo>
                  <a:lnTo>
                    <a:pt x="4414327" y="1974503"/>
                  </a:lnTo>
                  <a:lnTo>
                    <a:pt x="4414453" y="1974503"/>
                  </a:lnTo>
                  <a:lnTo>
                    <a:pt x="4414579" y="1974503"/>
                  </a:lnTo>
                  <a:lnTo>
                    <a:pt x="4414705" y="1974503"/>
                  </a:lnTo>
                  <a:lnTo>
                    <a:pt x="4414831" y="1974503"/>
                  </a:lnTo>
                  <a:lnTo>
                    <a:pt x="4414957" y="1974503"/>
                  </a:lnTo>
                  <a:lnTo>
                    <a:pt x="4415084" y="1974503"/>
                  </a:lnTo>
                  <a:lnTo>
                    <a:pt x="4415210" y="1974503"/>
                  </a:lnTo>
                  <a:lnTo>
                    <a:pt x="4415336" y="1974503"/>
                  </a:lnTo>
                  <a:lnTo>
                    <a:pt x="4415462" y="1974503"/>
                  </a:lnTo>
                  <a:lnTo>
                    <a:pt x="4415588" y="1974503"/>
                  </a:lnTo>
                  <a:lnTo>
                    <a:pt x="4415714" y="1974503"/>
                  </a:lnTo>
                  <a:lnTo>
                    <a:pt x="4415840" y="1974503"/>
                  </a:lnTo>
                  <a:lnTo>
                    <a:pt x="4415966" y="1974503"/>
                  </a:lnTo>
                  <a:lnTo>
                    <a:pt x="4416092" y="1974503"/>
                  </a:lnTo>
                  <a:lnTo>
                    <a:pt x="4416218" y="1974503"/>
                  </a:lnTo>
                  <a:lnTo>
                    <a:pt x="4416344" y="1974503"/>
                  </a:lnTo>
                  <a:lnTo>
                    <a:pt x="4416470" y="1974503"/>
                  </a:lnTo>
                  <a:lnTo>
                    <a:pt x="4416597" y="1974503"/>
                  </a:lnTo>
                  <a:lnTo>
                    <a:pt x="4416723" y="1974503"/>
                  </a:lnTo>
                  <a:lnTo>
                    <a:pt x="4416849" y="1974503"/>
                  </a:lnTo>
                  <a:lnTo>
                    <a:pt x="4416975" y="1974503"/>
                  </a:lnTo>
                  <a:lnTo>
                    <a:pt x="4417101" y="1974503"/>
                  </a:lnTo>
                  <a:lnTo>
                    <a:pt x="4417227" y="1974503"/>
                  </a:lnTo>
                  <a:lnTo>
                    <a:pt x="4417353" y="1974503"/>
                  </a:lnTo>
                  <a:lnTo>
                    <a:pt x="4417479" y="1974503"/>
                  </a:lnTo>
                  <a:lnTo>
                    <a:pt x="4417605" y="1974503"/>
                  </a:lnTo>
                  <a:lnTo>
                    <a:pt x="4417731" y="1974503"/>
                  </a:lnTo>
                  <a:lnTo>
                    <a:pt x="4417857" y="1974503"/>
                  </a:lnTo>
                  <a:lnTo>
                    <a:pt x="4417984" y="1974503"/>
                  </a:lnTo>
                  <a:lnTo>
                    <a:pt x="4418110" y="1974503"/>
                  </a:lnTo>
                  <a:lnTo>
                    <a:pt x="4418236" y="1974503"/>
                  </a:lnTo>
                  <a:lnTo>
                    <a:pt x="4418362" y="1974503"/>
                  </a:lnTo>
                  <a:lnTo>
                    <a:pt x="4418488" y="1974503"/>
                  </a:lnTo>
                  <a:lnTo>
                    <a:pt x="4418614" y="1974503"/>
                  </a:lnTo>
                  <a:lnTo>
                    <a:pt x="4418740" y="1974503"/>
                  </a:lnTo>
                  <a:lnTo>
                    <a:pt x="4418866" y="1974503"/>
                  </a:lnTo>
                  <a:lnTo>
                    <a:pt x="4418992" y="1974503"/>
                  </a:lnTo>
                  <a:lnTo>
                    <a:pt x="4419118" y="1974503"/>
                  </a:lnTo>
                  <a:lnTo>
                    <a:pt x="4419244" y="1974503"/>
                  </a:lnTo>
                  <a:lnTo>
                    <a:pt x="4419370" y="1974503"/>
                  </a:lnTo>
                  <a:lnTo>
                    <a:pt x="4419497" y="1974503"/>
                  </a:lnTo>
                  <a:lnTo>
                    <a:pt x="4419623" y="1974503"/>
                  </a:lnTo>
                  <a:lnTo>
                    <a:pt x="4419749" y="1974503"/>
                  </a:lnTo>
                  <a:lnTo>
                    <a:pt x="4419875" y="1974503"/>
                  </a:lnTo>
                  <a:lnTo>
                    <a:pt x="4420001" y="1974503"/>
                  </a:lnTo>
                  <a:lnTo>
                    <a:pt x="4420127" y="1974503"/>
                  </a:lnTo>
                  <a:lnTo>
                    <a:pt x="4420253" y="1974503"/>
                  </a:lnTo>
                  <a:lnTo>
                    <a:pt x="4420379" y="1974503"/>
                  </a:lnTo>
                  <a:lnTo>
                    <a:pt x="4420505" y="1974503"/>
                  </a:lnTo>
                  <a:lnTo>
                    <a:pt x="4420631" y="1974503"/>
                  </a:lnTo>
                  <a:lnTo>
                    <a:pt x="4420757" y="1974503"/>
                  </a:lnTo>
                  <a:lnTo>
                    <a:pt x="4420884" y="1974503"/>
                  </a:lnTo>
                  <a:lnTo>
                    <a:pt x="4421010" y="1974503"/>
                  </a:lnTo>
                  <a:lnTo>
                    <a:pt x="4421136" y="1974503"/>
                  </a:lnTo>
                  <a:lnTo>
                    <a:pt x="4421262" y="1974503"/>
                  </a:lnTo>
                  <a:lnTo>
                    <a:pt x="4421388" y="1974503"/>
                  </a:lnTo>
                  <a:lnTo>
                    <a:pt x="4421514" y="1974503"/>
                  </a:lnTo>
                  <a:lnTo>
                    <a:pt x="4421640" y="1974503"/>
                  </a:lnTo>
                  <a:lnTo>
                    <a:pt x="4421766" y="1974503"/>
                  </a:lnTo>
                  <a:lnTo>
                    <a:pt x="4421892" y="1974503"/>
                  </a:lnTo>
                  <a:lnTo>
                    <a:pt x="4422018" y="1974503"/>
                  </a:lnTo>
                  <a:lnTo>
                    <a:pt x="4422144" y="1974503"/>
                  </a:lnTo>
                  <a:lnTo>
                    <a:pt x="4422270" y="1974503"/>
                  </a:lnTo>
                  <a:lnTo>
                    <a:pt x="4422397" y="1974503"/>
                  </a:lnTo>
                  <a:lnTo>
                    <a:pt x="4422523" y="1974503"/>
                  </a:lnTo>
                  <a:lnTo>
                    <a:pt x="4422649" y="1974503"/>
                  </a:lnTo>
                  <a:lnTo>
                    <a:pt x="4422775" y="1974503"/>
                  </a:lnTo>
                  <a:lnTo>
                    <a:pt x="4422901" y="1974503"/>
                  </a:lnTo>
                  <a:lnTo>
                    <a:pt x="4423027" y="1974503"/>
                  </a:lnTo>
                  <a:lnTo>
                    <a:pt x="4423153" y="1974503"/>
                  </a:lnTo>
                  <a:lnTo>
                    <a:pt x="4423279" y="1974503"/>
                  </a:lnTo>
                  <a:lnTo>
                    <a:pt x="4423405" y="1974503"/>
                  </a:lnTo>
                  <a:lnTo>
                    <a:pt x="4423531" y="1974503"/>
                  </a:lnTo>
                  <a:lnTo>
                    <a:pt x="4423657" y="1974503"/>
                  </a:lnTo>
                  <a:lnTo>
                    <a:pt x="4423784" y="1974503"/>
                  </a:lnTo>
                  <a:lnTo>
                    <a:pt x="4423910" y="1974503"/>
                  </a:lnTo>
                  <a:lnTo>
                    <a:pt x="4424036" y="1974503"/>
                  </a:lnTo>
                  <a:lnTo>
                    <a:pt x="4424162" y="1974503"/>
                  </a:lnTo>
                  <a:lnTo>
                    <a:pt x="4424288" y="1974503"/>
                  </a:lnTo>
                  <a:lnTo>
                    <a:pt x="4424414" y="1974503"/>
                  </a:lnTo>
                  <a:lnTo>
                    <a:pt x="4424540" y="1974503"/>
                  </a:lnTo>
                  <a:lnTo>
                    <a:pt x="4424540" y="1969224"/>
                  </a:lnTo>
                  <a:lnTo>
                    <a:pt x="4424666" y="1969224"/>
                  </a:lnTo>
                  <a:lnTo>
                    <a:pt x="4424792" y="1969224"/>
                  </a:lnTo>
                  <a:lnTo>
                    <a:pt x="4424918" y="1969224"/>
                  </a:lnTo>
                  <a:lnTo>
                    <a:pt x="4425044" y="1969224"/>
                  </a:lnTo>
                  <a:lnTo>
                    <a:pt x="4425171" y="1969224"/>
                  </a:lnTo>
                  <a:lnTo>
                    <a:pt x="4425297" y="1969224"/>
                  </a:lnTo>
                  <a:lnTo>
                    <a:pt x="4425423" y="1969224"/>
                  </a:lnTo>
                  <a:lnTo>
                    <a:pt x="4425549" y="1969224"/>
                  </a:lnTo>
                  <a:lnTo>
                    <a:pt x="4425675" y="1969224"/>
                  </a:lnTo>
                  <a:lnTo>
                    <a:pt x="4425801" y="1969224"/>
                  </a:lnTo>
                  <a:lnTo>
                    <a:pt x="4425927" y="1969224"/>
                  </a:lnTo>
                  <a:lnTo>
                    <a:pt x="4426053" y="1969224"/>
                  </a:lnTo>
                  <a:lnTo>
                    <a:pt x="4426179" y="1969224"/>
                  </a:lnTo>
                  <a:lnTo>
                    <a:pt x="4426305" y="1969224"/>
                  </a:lnTo>
                  <a:lnTo>
                    <a:pt x="4426431" y="1969224"/>
                  </a:lnTo>
                  <a:lnTo>
                    <a:pt x="4426557" y="1969224"/>
                  </a:lnTo>
                  <a:lnTo>
                    <a:pt x="4426684" y="1969224"/>
                  </a:lnTo>
                  <a:lnTo>
                    <a:pt x="4426810" y="1969224"/>
                  </a:lnTo>
                  <a:lnTo>
                    <a:pt x="4426936" y="1969224"/>
                  </a:lnTo>
                  <a:lnTo>
                    <a:pt x="4427062" y="1969224"/>
                  </a:lnTo>
                  <a:lnTo>
                    <a:pt x="4427188" y="1969224"/>
                  </a:lnTo>
                  <a:lnTo>
                    <a:pt x="4427314" y="1969224"/>
                  </a:lnTo>
                  <a:lnTo>
                    <a:pt x="4427440" y="1969224"/>
                  </a:lnTo>
                  <a:lnTo>
                    <a:pt x="4427566" y="1969224"/>
                  </a:lnTo>
                  <a:lnTo>
                    <a:pt x="4427692" y="1969224"/>
                  </a:lnTo>
                  <a:lnTo>
                    <a:pt x="4427818" y="1969224"/>
                  </a:lnTo>
                  <a:lnTo>
                    <a:pt x="4427944" y="1969224"/>
                  </a:lnTo>
                  <a:lnTo>
                    <a:pt x="4428071" y="1969224"/>
                  </a:lnTo>
                  <a:lnTo>
                    <a:pt x="4428197" y="1969224"/>
                  </a:lnTo>
                  <a:lnTo>
                    <a:pt x="4428323" y="1969224"/>
                  </a:lnTo>
                  <a:lnTo>
                    <a:pt x="4428449" y="1969224"/>
                  </a:lnTo>
                  <a:lnTo>
                    <a:pt x="4428575" y="1969224"/>
                  </a:lnTo>
                  <a:lnTo>
                    <a:pt x="4428575" y="1963944"/>
                  </a:lnTo>
                  <a:lnTo>
                    <a:pt x="4428701" y="1963944"/>
                  </a:lnTo>
                  <a:lnTo>
                    <a:pt x="4428827" y="1963944"/>
                  </a:lnTo>
                  <a:lnTo>
                    <a:pt x="4428953" y="1963944"/>
                  </a:lnTo>
                  <a:lnTo>
                    <a:pt x="4429079" y="1963944"/>
                  </a:lnTo>
                  <a:lnTo>
                    <a:pt x="4429205" y="1963944"/>
                  </a:lnTo>
                  <a:lnTo>
                    <a:pt x="4429331" y="1963944"/>
                  </a:lnTo>
                  <a:lnTo>
                    <a:pt x="4429457" y="1963944"/>
                  </a:lnTo>
                  <a:lnTo>
                    <a:pt x="4429584" y="1963944"/>
                  </a:lnTo>
                  <a:lnTo>
                    <a:pt x="4429710" y="1963944"/>
                  </a:lnTo>
                  <a:lnTo>
                    <a:pt x="4429836" y="1963944"/>
                  </a:lnTo>
                  <a:lnTo>
                    <a:pt x="4429962" y="1963944"/>
                  </a:lnTo>
                  <a:lnTo>
                    <a:pt x="4430088" y="1963944"/>
                  </a:lnTo>
                  <a:lnTo>
                    <a:pt x="4430214" y="1963944"/>
                  </a:lnTo>
                  <a:lnTo>
                    <a:pt x="4430340" y="1963944"/>
                  </a:lnTo>
                  <a:lnTo>
                    <a:pt x="4430466" y="1963944"/>
                  </a:lnTo>
                  <a:lnTo>
                    <a:pt x="4430592" y="1963944"/>
                  </a:lnTo>
                  <a:lnTo>
                    <a:pt x="4430718" y="1963944"/>
                  </a:lnTo>
                  <a:lnTo>
                    <a:pt x="4430844" y="1963944"/>
                  </a:lnTo>
                  <a:lnTo>
                    <a:pt x="4430971" y="1963944"/>
                  </a:lnTo>
                  <a:lnTo>
                    <a:pt x="4431097" y="1963944"/>
                  </a:lnTo>
                  <a:lnTo>
                    <a:pt x="4431223" y="1963944"/>
                  </a:lnTo>
                  <a:lnTo>
                    <a:pt x="4431349" y="1963944"/>
                  </a:lnTo>
                  <a:lnTo>
                    <a:pt x="4431475" y="1963944"/>
                  </a:lnTo>
                  <a:lnTo>
                    <a:pt x="4431601" y="1963944"/>
                  </a:lnTo>
                  <a:lnTo>
                    <a:pt x="4431601" y="1958665"/>
                  </a:lnTo>
                  <a:lnTo>
                    <a:pt x="4431727" y="1958665"/>
                  </a:lnTo>
                  <a:lnTo>
                    <a:pt x="4431853" y="1958665"/>
                  </a:lnTo>
                  <a:lnTo>
                    <a:pt x="4431979" y="1958665"/>
                  </a:lnTo>
                  <a:lnTo>
                    <a:pt x="4432105" y="1958665"/>
                  </a:lnTo>
                  <a:lnTo>
                    <a:pt x="4432231" y="1958665"/>
                  </a:lnTo>
                  <a:lnTo>
                    <a:pt x="4432358" y="1958665"/>
                  </a:lnTo>
                  <a:lnTo>
                    <a:pt x="4432484" y="1958665"/>
                  </a:lnTo>
                  <a:lnTo>
                    <a:pt x="4432610" y="1958665"/>
                  </a:lnTo>
                  <a:lnTo>
                    <a:pt x="4432736" y="1958665"/>
                  </a:lnTo>
                  <a:lnTo>
                    <a:pt x="4432862" y="1958665"/>
                  </a:lnTo>
                  <a:lnTo>
                    <a:pt x="4432988" y="1958665"/>
                  </a:lnTo>
                  <a:lnTo>
                    <a:pt x="4433114" y="1958665"/>
                  </a:lnTo>
                  <a:lnTo>
                    <a:pt x="4433240" y="1958665"/>
                  </a:lnTo>
                  <a:lnTo>
                    <a:pt x="4433366" y="1958665"/>
                  </a:lnTo>
                  <a:lnTo>
                    <a:pt x="4433492" y="1958665"/>
                  </a:lnTo>
                  <a:lnTo>
                    <a:pt x="4433618" y="1958665"/>
                  </a:lnTo>
                  <a:lnTo>
                    <a:pt x="4433744" y="1958665"/>
                  </a:lnTo>
                  <a:lnTo>
                    <a:pt x="4433871" y="1958665"/>
                  </a:lnTo>
                  <a:lnTo>
                    <a:pt x="4433997" y="1958665"/>
                  </a:lnTo>
                  <a:lnTo>
                    <a:pt x="4434123" y="1958665"/>
                  </a:lnTo>
                  <a:lnTo>
                    <a:pt x="4434249" y="1958665"/>
                  </a:lnTo>
                  <a:lnTo>
                    <a:pt x="4434375" y="1958665"/>
                  </a:lnTo>
                  <a:lnTo>
                    <a:pt x="4434501" y="1958665"/>
                  </a:lnTo>
                  <a:lnTo>
                    <a:pt x="4434627" y="1958665"/>
                  </a:lnTo>
                  <a:lnTo>
                    <a:pt x="4434753" y="1958665"/>
                  </a:lnTo>
                  <a:lnTo>
                    <a:pt x="4434879" y="1958665"/>
                  </a:lnTo>
                  <a:lnTo>
                    <a:pt x="4435005" y="1958665"/>
                  </a:lnTo>
                  <a:lnTo>
                    <a:pt x="4435131" y="1958665"/>
                  </a:lnTo>
                  <a:lnTo>
                    <a:pt x="4435258" y="1958665"/>
                  </a:lnTo>
                  <a:lnTo>
                    <a:pt x="4435384" y="1958665"/>
                  </a:lnTo>
                  <a:lnTo>
                    <a:pt x="4435510" y="1958665"/>
                  </a:lnTo>
                  <a:lnTo>
                    <a:pt x="4435636" y="1958665"/>
                  </a:lnTo>
                  <a:lnTo>
                    <a:pt x="4435762" y="1958665"/>
                  </a:lnTo>
                  <a:lnTo>
                    <a:pt x="4435888" y="1958665"/>
                  </a:lnTo>
                  <a:lnTo>
                    <a:pt x="4436014" y="1958665"/>
                  </a:lnTo>
                  <a:lnTo>
                    <a:pt x="4436140" y="1958665"/>
                  </a:lnTo>
                  <a:lnTo>
                    <a:pt x="4436266" y="1958665"/>
                  </a:lnTo>
                  <a:lnTo>
                    <a:pt x="4436392" y="1958665"/>
                  </a:lnTo>
                  <a:lnTo>
                    <a:pt x="4436518" y="1958665"/>
                  </a:lnTo>
                  <a:lnTo>
                    <a:pt x="4436644" y="1958665"/>
                  </a:lnTo>
                  <a:lnTo>
                    <a:pt x="4436771" y="1958665"/>
                  </a:lnTo>
                  <a:lnTo>
                    <a:pt x="4436897" y="1958665"/>
                  </a:lnTo>
                  <a:lnTo>
                    <a:pt x="4437023" y="1958665"/>
                  </a:lnTo>
                  <a:lnTo>
                    <a:pt x="4437149" y="1958665"/>
                  </a:lnTo>
                  <a:lnTo>
                    <a:pt x="4437275" y="1958665"/>
                  </a:lnTo>
                  <a:lnTo>
                    <a:pt x="4437401" y="1958665"/>
                  </a:lnTo>
                  <a:lnTo>
                    <a:pt x="4437527" y="1958665"/>
                  </a:lnTo>
                  <a:lnTo>
                    <a:pt x="4437653" y="1958665"/>
                  </a:lnTo>
                  <a:lnTo>
                    <a:pt x="4437779" y="1958665"/>
                  </a:lnTo>
                  <a:lnTo>
                    <a:pt x="4437905" y="1958665"/>
                  </a:lnTo>
                  <a:lnTo>
                    <a:pt x="4438031" y="1958665"/>
                  </a:lnTo>
                  <a:lnTo>
                    <a:pt x="4438158" y="1958665"/>
                  </a:lnTo>
                  <a:lnTo>
                    <a:pt x="4438284" y="1958665"/>
                  </a:lnTo>
                  <a:lnTo>
                    <a:pt x="4438410" y="1958665"/>
                  </a:lnTo>
                  <a:lnTo>
                    <a:pt x="4438536" y="1958665"/>
                  </a:lnTo>
                  <a:lnTo>
                    <a:pt x="4438662" y="1958665"/>
                  </a:lnTo>
                  <a:lnTo>
                    <a:pt x="4438788" y="1958665"/>
                  </a:lnTo>
                  <a:lnTo>
                    <a:pt x="4438914" y="1958665"/>
                  </a:lnTo>
                  <a:lnTo>
                    <a:pt x="4439040" y="1958665"/>
                  </a:lnTo>
                  <a:lnTo>
                    <a:pt x="4439166" y="1958665"/>
                  </a:lnTo>
                  <a:lnTo>
                    <a:pt x="4439292" y="1958665"/>
                  </a:lnTo>
                  <a:lnTo>
                    <a:pt x="4439418" y="1958665"/>
                  </a:lnTo>
                  <a:lnTo>
                    <a:pt x="4439545" y="1958665"/>
                  </a:lnTo>
                  <a:lnTo>
                    <a:pt x="4439671" y="1958665"/>
                  </a:lnTo>
                  <a:lnTo>
                    <a:pt x="4439797" y="1958665"/>
                  </a:lnTo>
                  <a:lnTo>
                    <a:pt x="4439923" y="1958665"/>
                  </a:lnTo>
                  <a:lnTo>
                    <a:pt x="4440049" y="1958665"/>
                  </a:lnTo>
                  <a:lnTo>
                    <a:pt x="4440175" y="1958665"/>
                  </a:lnTo>
                  <a:lnTo>
                    <a:pt x="4440301" y="1958665"/>
                  </a:lnTo>
                  <a:lnTo>
                    <a:pt x="4440427" y="1958665"/>
                  </a:lnTo>
                  <a:lnTo>
                    <a:pt x="4440553" y="1958665"/>
                  </a:lnTo>
                  <a:lnTo>
                    <a:pt x="4440679" y="1958665"/>
                  </a:lnTo>
                  <a:lnTo>
                    <a:pt x="4440805" y="1958665"/>
                  </a:lnTo>
                  <a:lnTo>
                    <a:pt x="4440931" y="1958665"/>
                  </a:lnTo>
                  <a:lnTo>
                    <a:pt x="4441058" y="1958665"/>
                  </a:lnTo>
                  <a:lnTo>
                    <a:pt x="4441184" y="1958665"/>
                  </a:lnTo>
                  <a:lnTo>
                    <a:pt x="4441310" y="1958665"/>
                  </a:lnTo>
                  <a:lnTo>
                    <a:pt x="4441436" y="1958665"/>
                  </a:lnTo>
                  <a:lnTo>
                    <a:pt x="4441562" y="1958665"/>
                  </a:lnTo>
                  <a:lnTo>
                    <a:pt x="4441688" y="1958665"/>
                  </a:lnTo>
                  <a:lnTo>
                    <a:pt x="4441814" y="1958665"/>
                  </a:lnTo>
                  <a:lnTo>
                    <a:pt x="4441940" y="1958665"/>
                  </a:lnTo>
                  <a:lnTo>
                    <a:pt x="4442066" y="1958665"/>
                  </a:lnTo>
                  <a:lnTo>
                    <a:pt x="4442192" y="1958665"/>
                  </a:lnTo>
                  <a:lnTo>
                    <a:pt x="4442318" y="1958665"/>
                  </a:lnTo>
                  <a:lnTo>
                    <a:pt x="4442445" y="1958665"/>
                  </a:lnTo>
                  <a:lnTo>
                    <a:pt x="4442571" y="1958665"/>
                  </a:lnTo>
                  <a:lnTo>
                    <a:pt x="4442697" y="1958665"/>
                  </a:lnTo>
                  <a:lnTo>
                    <a:pt x="4442823" y="1958665"/>
                  </a:lnTo>
                  <a:lnTo>
                    <a:pt x="4442949" y="1958665"/>
                  </a:lnTo>
                  <a:lnTo>
                    <a:pt x="4442949" y="1953385"/>
                  </a:lnTo>
                  <a:lnTo>
                    <a:pt x="4443075" y="1953385"/>
                  </a:lnTo>
                  <a:lnTo>
                    <a:pt x="4443201" y="1953385"/>
                  </a:lnTo>
                  <a:lnTo>
                    <a:pt x="4443327" y="1953385"/>
                  </a:lnTo>
                  <a:lnTo>
                    <a:pt x="4443453" y="1953385"/>
                  </a:lnTo>
                  <a:lnTo>
                    <a:pt x="4443579" y="1953385"/>
                  </a:lnTo>
                  <a:lnTo>
                    <a:pt x="4443705" y="1953385"/>
                  </a:lnTo>
                  <a:lnTo>
                    <a:pt x="4443831" y="1953385"/>
                  </a:lnTo>
                  <a:lnTo>
                    <a:pt x="4443958" y="1953385"/>
                  </a:lnTo>
                  <a:lnTo>
                    <a:pt x="4444084" y="1953385"/>
                  </a:lnTo>
                  <a:lnTo>
                    <a:pt x="4444210" y="1953385"/>
                  </a:lnTo>
                  <a:lnTo>
                    <a:pt x="4444336" y="1953385"/>
                  </a:lnTo>
                  <a:lnTo>
                    <a:pt x="4444462" y="1953385"/>
                  </a:lnTo>
                  <a:lnTo>
                    <a:pt x="4444588" y="1953385"/>
                  </a:lnTo>
                  <a:lnTo>
                    <a:pt x="4444714" y="1953385"/>
                  </a:lnTo>
                  <a:lnTo>
                    <a:pt x="4444840" y="1953385"/>
                  </a:lnTo>
                  <a:lnTo>
                    <a:pt x="4444966" y="1953385"/>
                  </a:lnTo>
                  <a:lnTo>
                    <a:pt x="4445092" y="1953385"/>
                  </a:lnTo>
                  <a:lnTo>
                    <a:pt x="4445218" y="1953385"/>
                  </a:lnTo>
                  <a:lnTo>
                    <a:pt x="4445345" y="1953385"/>
                  </a:lnTo>
                  <a:lnTo>
                    <a:pt x="4445471" y="1953385"/>
                  </a:lnTo>
                  <a:lnTo>
                    <a:pt x="4445597" y="1953385"/>
                  </a:lnTo>
                  <a:lnTo>
                    <a:pt x="4445723" y="1953385"/>
                  </a:lnTo>
                  <a:lnTo>
                    <a:pt x="4445849" y="1953385"/>
                  </a:lnTo>
                  <a:lnTo>
                    <a:pt x="4445975" y="1953385"/>
                  </a:lnTo>
                  <a:lnTo>
                    <a:pt x="4446101" y="1953385"/>
                  </a:lnTo>
                  <a:lnTo>
                    <a:pt x="4446227" y="1953385"/>
                  </a:lnTo>
                  <a:lnTo>
                    <a:pt x="4446353" y="1953385"/>
                  </a:lnTo>
                  <a:lnTo>
                    <a:pt x="4446479" y="1953385"/>
                  </a:lnTo>
                  <a:lnTo>
                    <a:pt x="4446605" y="1953385"/>
                  </a:lnTo>
                  <a:lnTo>
                    <a:pt x="4446731" y="1953385"/>
                  </a:lnTo>
                  <a:lnTo>
                    <a:pt x="4446858" y="1953385"/>
                  </a:lnTo>
                  <a:lnTo>
                    <a:pt x="4446984" y="1953385"/>
                  </a:lnTo>
                  <a:lnTo>
                    <a:pt x="4447110" y="1953385"/>
                  </a:lnTo>
                  <a:lnTo>
                    <a:pt x="4447236" y="1953385"/>
                  </a:lnTo>
                  <a:lnTo>
                    <a:pt x="4447362" y="1953385"/>
                  </a:lnTo>
                  <a:lnTo>
                    <a:pt x="4447488" y="1953385"/>
                  </a:lnTo>
                  <a:lnTo>
                    <a:pt x="4447614" y="1953385"/>
                  </a:lnTo>
                  <a:lnTo>
                    <a:pt x="4447740" y="1953385"/>
                  </a:lnTo>
                  <a:lnTo>
                    <a:pt x="4447866" y="1953385"/>
                  </a:lnTo>
                  <a:lnTo>
                    <a:pt x="4447992" y="1953385"/>
                  </a:lnTo>
                  <a:lnTo>
                    <a:pt x="4448118" y="1953385"/>
                  </a:lnTo>
                  <a:lnTo>
                    <a:pt x="4448245" y="1953385"/>
                  </a:lnTo>
                  <a:lnTo>
                    <a:pt x="4448371" y="1953385"/>
                  </a:lnTo>
                  <a:lnTo>
                    <a:pt x="4448497" y="1953385"/>
                  </a:lnTo>
                  <a:lnTo>
                    <a:pt x="4448623" y="1953385"/>
                  </a:lnTo>
                  <a:lnTo>
                    <a:pt x="4448749" y="1953385"/>
                  </a:lnTo>
                  <a:lnTo>
                    <a:pt x="4448875" y="1953385"/>
                  </a:lnTo>
                  <a:lnTo>
                    <a:pt x="4449001" y="1953385"/>
                  </a:lnTo>
                  <a:lnTo>
                    <a:pt x="4449127" y="1953385"/>
                  </a:lnTo>
                  <a:lnTo>
                    <a:pt x="4449253" y="1953385"/>
                  </a:lnTo>
                  <a:lnTo>
                    <a:pt x="4449379" y="1953385"/>
                  </a:lnTo>
                  <a:lnTo>
                    <a:pt x="4449505" y="1953385"/>
                  </a:lnTo>
                  <a:lnTo>
                    <a:pt x="4449632" y="1953385"/>
                  </a:lnTo>
                  <a:lnTo>
                    <a:pt x="4449758" y="1953385"/>
                  </a:lnTo>
                  <a:lnTo>
                    <a:pt x="4449884" y="1953385"/>
                  </a:lnTo>
                  <a:lnTo>
                    <a:pt x="4450010" y="1953385"/>
                  </a:lnTo>
                  <a:lnTo>
                    <a:pt x="4450136" y="1953385"/>
                  </a:lnTo>
                  <a:lnTo>
                    <a:pt x="4450262" y="1953385"/>
                  </a:lnTo>
                  <a:lnTo>
                    <a:pt x="4450388" y="1953385"/>
                  </a:lnTo>
                  <a:lnTo>
                    <a:pt x="4450514" y="1953385"/>
                  </a:lnTo>
                  <a:lnTo>
                    <a:pt x="4450640" y="1953385"/>
                  </a:lnTo>
                  <a:lnTo>
                    <a:pt x="4450766" y="1953385"/>
                  </a:lnTo>
                  <a:lnTo>
                    <a:pt x="4450892" y="1953385"/>
                  </a:lnTo>
                  <a:lnTo>
                    <a:pt x="4451018" y="1953385"/>
                  </a:lnTo>
                  <a:lnTo>
                    <a:pt x="4451145" y="1953385"/>
                  </a:lnTo>
                  <a:lnTo>
                    <a:pt x="4451271" y="1953385"/>
                  </a:lnTo>
                  <a:lnTo>
                    <a:pt x="4451397" y="1953385"/>
                  </a:lnTo>
                  <a:lnTo>
                    <a:pt x="4451523" y="1953385"/>
                  </a:lnTo>
                  <a:lnTo>
                    <a:pt x="4451649" y="1953385"/>
                  </a:lnTo>
                  <a:lnTo>
                    <a:pt x="4451775" y="1953385"/>
                  </a:lnTo>
                  <a:lnTo>
                    <a:pt x="4451901" y="1953385"/>
                  </a:lnTo>
                  <a:lnTo>
                    <a:pt x="4452027" y="1953385"/>
                  </a:lnTo>
                  <a:lnTo>
                    <a:pt x="4452153" y="1953385"/>
                  </a:lnTo>
                  <a:lnTo>
                    <a:pt x="4452279" y="1953385"/>
                  </a:lnTo>
                  <a:lnTo>
                    <a:pt x="4452405" y="1953385"/>
                  </a:lnTo>
                  <a:lnTo>
                    <a:pt x="4452532" y="1953385"/>
                  </a:lnTo>
                  <a:lnTo>
                    <a:pt x="4452658" y="1953385"/>
                  </a:lnTo>
                  <a:lnTo>
                    <a:pt x="4452784" y="1953385"/>
                  </a:lnTo>
                  <a:lnTo>
                    <a:pt x="4452910" y="1953385"/>
                  </a:lnTo>
                  <a:lnTo>
                    <a:pt x="4453036" y="1953385"/>
                  </a:lnTo>
                  <a:lnTo>
                    <a:pt x="4453162" y="1953385"/>
                  </a:lnTo>
                  <a:lnTo>
                    <a:pt x="4453162" y="1948106"/>
                  </a:lnTo>
                  <a:lnTo>
                    <a:pt x="4453288" y="1948106"/>
                  </a:lnTo>
                  <a:lnTo>
                    <a:pt x="4453288" y="1942827"/>
                  </a:lnTo>
                  <a:lnTo>
                    <a:pt x="4453414" y="1942827"/>
                  </a:lnTo>
                  <a:lnTo>
                    <a:pt x="4453540" y="1942827"/>
                  </a:lnTo>
                  <a:lnTo>
                    <a:pt x="4453666" y="1942827"/>
                  </a:lnTo>
                  <a:lnTo>
                    <a:pt x="4453792" y="1942827"/>
                  </a:lnTo>
                  <a:lnTo>
                    <a:pt x="4453918" y="1942827"/>
                  </a:lnTo>
                  <a:lnTo>
                    <a:pt x="4454045" y="1942827"/>
                  </a:lnTo>
                  <a:lnTo>
                    <a:pt x="4454171" y="1942827"/>
                  </a:lnTo>
                  <a:lnTo>
                    <a:pt x="4454297" y="1942827"/>
                  </a:lnTo>
                  <a:lnTo>
                    <a:pt x="4454423" y="1942827"/>
                  </a:lnTo>
                  <a:lnTo>
                    <a:pt x="4454549" y="1942827"/>
                  </a:lnTo>
                  <a:lnTo>
                    <a:pt x="4454675" y="1942827"/>
                  </a:lnTo>
                  <a:lnTo>
                    <a:pt x="4454801" y="1942827"/>
                  </a:lnTo>
                  <a:lnTo>
                    <a:pt x="4454927" y="1942827"/>
                  </a:lnTo>
                  <a:lnTo>
                    <a:pt x="4455053" y="1942827"/>
                  </a:lnTo>
                  <a:lnTo>
                    <a:pt x="4455179" y="1942827"/>
                  </a:lnTo>
                  <a:lnTo>
                    <a:pt x="4455305" y="1942827"/>
                  </a:lnTo>
                  <a:lnTo>
                    <a:pt x="4455432" y="1942827"/>
                  </a:lnTo>
                  <a:lnTo>
                    <a:pt x="4455558" y="1942827"/>
                  </a:lnTo>
                  <a:lnTo>
                    <a:pt x="4455684" y="1942827"/>
                  </a:lnTo>
                  <a:lnTo>
                    <a:pt x="4455810" y="1942827"/>
                  </a:lnTo>
                  <a:lnTo>
                    <a:pt x="4455936" y="1942827"/>
                  </a:lnTo>
                  <a:lnTo>
                    <a:pt x="4456062" y="1942827"/>
                  </a:lnTo>
                  <a:lnTo>
                    <a:pt x="4456188" y="1942827"/>
                  </a:lnTo>
                  <a:lnTo>
                    <a:pt x="4456314" y="1942827"/>
                  </a:lnTo>
                  <a:lnTo>
                    <a:pt x="4456440" y="1942827"/>
                  </a:lnTo>
                  <a:lnTo>
                    <a:pt x="4456566" y="1942827"/>
                  </a:lnTo>
                  <a:lnTo>
                    <a:pt x="4456692" y="1942827"/>
                  </a:lnTo>
                  <a:lnTo>
                    <a:pt x="4456819" y="1942827"/>
                  </a:lnTo>
                  <a:lnTo>
                    <a:pt x="4456945" y="1942827"/>
                  </a:lnTo>
                  <a:lnTo>
                    <a:pt x="4457071" y="1942827"/>
                  </a:lnTo>
                  <a:lnTo>
                    <a:pt x="4457197" y="1942827"/>
                  </a:lnTo>
                  <a:lnTo>
                    <a:pt x="4457323" y="1942827"/>
                  </a:lnTo>
                  <a:lnTo>
                    <a:pt x="4457449" y="1942827"/>
                  </a:lnTo>
                  <a:lnTo>
                    <a:pt x="4457575" y="1942827"/>
                  </a:lnTo>
                  <a:lnTo>
                    <a:pt x="4457701" y="1942827"/>
                  </a:lnTo>
                  <a:lnTo>
                    <a:pt x="4457827" y="1942827"/>
                  </a:lnTo>
                  <a:lnTo>
                    <a:pt x="4457953" y="1942827"/>
                  </a:lnTo>
                  <a:lnTo>
                    <a:pt x="4458079" y="1942827"/>
                  </a:lnTo>
                  <a:lnTo>
                    <a:pt x="4458205" y="1942827"/>
                  </a:lnTo>
                  <a:lnTo>
                    <a:pt x="4458332" y="1942827"/>
                  </a:lnTo>
                  <a:lnTo>
                    <a:pt x="4458458" y="1942827"/>
                  </a:lnTo>
                  <a:lnTo>
                    <a:pt x="4458584" y="1942827"/>
                  </a:lnTo>
                  <a:lnTo>
                    <a:pt x="4458710" y="1942827"/>
                  </a:lnTo>
                  <a:lnTo>
                    <a:pt x="4458836" y="1942827"/>
                  </a:lnTo>
                  <a:lnTo>
                    <a:pt x="4458962" y="1942827"/>
                  </a:lnTo>
                  <a:lnTo>
                    <a:pt x="4459088" y="1942827"/>
                  </a:lnTo>
                  <a:lnTo>
                    <a:pt x="4459214" y="1942827"/>
                  </a:lnTo>
                  <a:lnTo>
                    <a:pt x="4459214" y="1937547"/>
                  </a:lnTo>
                  <a:lnTo>
                    <a:pt x="4459340" y="1937547"/>
                  </a:lnTo>
                  <a:lnTo>
                    <a:pt x="4459466" y="1937547"/>
                  </a:lnTo>
                  <a:lnTo>
                    <a:pt x="4459592" y="1937547"/>
                  </a:lnTo>
                  <a:lnTo>
                    <a:pt x="4459719" y="1937547"/>
                  </a:lnTo>
                  <a:lnTo>
                    <a:pt x="4459845" y="1937547"/>
                  </a:lnTo>
                  <a:lnTo>
                    <a:pt x="4459971" y="1937547"/>
                  </a:lnTo>
                  <a:lnTo>
                    <a:pt x="4460097" y="1937547"/>
                  </a:lnTo>
                  <a:lnTo>
                    <a:pt x="4460223" y="1937547"/>
                  </a:lnTo>
                  <a:lnTo>
                    <a:pt x="4460349" y="1937547"/>
                  </a:lnTo>
                  <a:lnTo>
                    <a:pt x="4460475" y="1937547"/>
                  </a:lnTo>
                  <a:lnTo>
                    <a:pt x="4460601" y="1937547"/>
                  </a:lnTo>
                  <a:lnTo>
                    <a:pt x="4460727" y="1937547"/>
                  </a:lnTo>
                  <a:lnTo>
                    <a:pt x="4460853" y="1937547"/>
                  </a:lnTo>
                  <a:lnTo>
                    <a:pt x="4460979" y="1937547"/>
                  </a:lnTo>
                  <a:lnTo>
                    <a:pt x="4461105" y="1937547"/>
                  </a:lnTo>
                  <a:lnTo>
                    <a:pt x="4461232" y="1937547"/>
                  </a:lnTo>
                  <a:lnTo>
                    <a:pt x="4461358" y="1937547"/>
                  </a:lnTo>
                  <a:lnTo>
                    <a:pt x="4461484" y="1937547"/>
                  </a:lnTo>
                  <a:lnTo>
                    <a:pt x="4461610" y="1937547"/>
                  </a:lnTo>
                  <a:lnTo>
                    <a:pt x="4461736" y="1937547"/>
                  </a:lnTo>
                  <a:lnTo>
                    <a:pt x="4461862" y="1937547"/>
                  </a:lnTo>
                  <a:lnTo>
                    <a:pt x="4461988" y="1937547"/>
                  </a:lnTo>
                  <a:lnTo>
                    <a:pt x="4462114" y="1937547"/>
                  </a:lnTo>
                  <a:lnTo>
                    <a:pt x="4462240" y="1937547"/>
                  </a:lnTo>
                  <a:lnTo>
                    <a:pt x="4462366" y="1937547"/>
                  </a:lnTo>
                  <a:lnTo>
                    <a:pt x="4462492" y="1937547"/>
                  </a:lnTo>
                  <a:lnTo>
                    <a:pt x="4462619" y="1937547"/>
                  </a:lnTo>
                  <a:lnTo>
                    <a:pt x="4462745" y="1937547"/>
                  </a:lnTo>
                  <a:lnTo>
                    <a:pt x="4462871" y="1937547"/>
                  </a:lnTo>
                  <a:lnTo>
                    <a:pt x="4462997" y="1937547"/>
                  </a:lnTo>
                  <a:lnTo>
                    <a:pt x="4463123" y="1937547"/>
                  </a:lnTo>
                  <a:lnTo>
                    <a:pt x="4463249" y="1937547"/>
                  </a:lnTo>
                  <a:lnTo>
                    <a:pt x="4463375" y="1937547"/>
                  </a:lnTo>
                  <a:lnTo>
                    <a:pt x="4463501" y="1937547"/>
                  </a:lnTo>
                  <a:lnTo>
                    <a:pt x="4463627" y="1937547"/>
                  </a:lnTo>
                  <a:lnTo>
                    <a:pt x="4463753" y="1937547"/>
                  </a:lnTo>
                  <a:lnTo>
                    <a:pt x="4463879" y="1937547"/>
                  </a:lnTo>
                  <a:lnTo>
                    <a:pt x="4464006" y="1937547"/>
                  </a:lnTo>
                  <a:lnTo>
                    <a:pt x="4464132" y="1937547"/>
                  </a:lnTo>
                  <a:lnTo>
                    <a:pt x="4464258" y="1937547"/>
                  </a:lnTo>
                  <a:lnTo>
                    <a:pt x="4464384" y="1937547"/>
                  </a:lnTo>
                  <a:lnTo>
                    <a:pt x="4464384" y="1932268"/>
                  </a:lnTo>
                  <a:lnTo>
                    <a:pt x="4464510" y="1932268"/>
                  </a:lnTo>
                  <a:lnTo>
                    <a:pt x="4464636" y="1932268"/>
                  </a:lnTo>
                  <a:lnTo>
                    <a:pt x="4464762" y="1932268"/>
                  </a:lnTo>
                  <a:lnTo>
                    <a:pt x="4464888" y="1932268"/>
                  </a:lnTo>
                  <a:lnTo>
                    <a:pt x="4465014" y="1932268"/>
                  </a:lnTo>
                  <a:lnTo>
                    <a:pt x="4465140" y="1932268"/>
                  </a:lnTo>
                  <a:lnTo>
                    <a:pt x="4465266" y="1932268"/>
                  </a:lnTo>
                  <a:lnTo>
                    <a:pt x="4465392" y="1932268"/>
                  </a:lnTo>
                  <a:lnTo>
                    <a:pt x="4465519" y="1932268"/>
                  </a:lnTo>
                  <a:lnTo>
                    <a:pt x="4465645" y="1932268"/>
                  </a:lnTo>
                  <a:lnTo>
                    <a:pt x="4465771" y="1932268"/>
                  </a:lnTo>
                  <a:lnTo>
                    <a:pt x="4465897" y="1932268"/>
                  </a:lnTo>
                  <a:lnTo>
                    <a:pt x="4466023" y="1932268"/>
                  </a:lnTo>
                  <a:lnTo>
                    <a:pt x="4466149" y="1932268"/>
                  </a:lnTo>
                  <a:lnTo>
                    <a:pt x="4466275" y="1932268"/>
                  </a:lnTo>
                  <a:lnTo>
                    <a:pt x="4466401" y="1932268"/>
                  </a:lnTo>
                  <a:lnTo>
                    <a:pt x="4466527" y="1932268"/>
                  </a:lnTo>
                  <a:lnTo>
                    <a:pt x="4466653" y="1932268"/>
                  </a:lnTo>
                  <a:lnTo>
                    <a:pt x="4466779" y="1932268"/>
                  </a:lnTo>
                  <a:lnTo>
                    <a:pt x="4466906" y="1932268"/>
                  </a:lnTo>
                  <a:lnTo>
                    <a:pt x="4467032" y="1932268"/>
                  </a:lnTo>
                  <a:lnTo>
                    <a:pt x="4467158" y="1932268"/>
                  </a:lnTo>
                  <a:lnTo>
                    <a:pt x="4467284" y="1932268"/>
                  </a:lnTo>
                  <a:lnTo>
                    <a:pt x="4467410" y="1932268"/>
                  </a:lnTo>
                  <a:lnTo>
                    <a:pt x="4467536" y="1932268"/>
                  </a:lnTo>
                  <a:lnTo>
                    <a:pt x="4467662" y="1932268"/>
                  </a:lnTo>
                  <a:lnTo>
                    <a:pt x="4467788" y="1932268"/>
                  </a:lnTo>
                  <a:lnTo>
                    <a:pt x="4467914" y="1932268"/>
                  </a:lnTo>
                  <a:lnTo>
                    <a:pt x="4468040" y="1932268"/>
                  </a:lnTo>
                  <a:lnTo>
                    <a:pt x="4468166" y="1932268"/>
                  </a:lnTo>
                  <a:lnTo>
                    <a:pt x="4468292" y="1932268"/>
                  </a:lnTo>
                  <a:lnTo>
                    <a:pt x="4468419" y="1932268"/>
                  </a:lnTo>
                  <a:lnTo>
                    <a:pt x="4468545" y="1932268"/>
                  </a:lnTo>
                  <a:lnTo>
                    <a:pt x="4468671" y="1932268"/>
                  </a:lnTo>
                  <a:lnTo>
                    <a:pt x="4468797" y="1932268"/>
                  </a:lnTo>
                  <a:lnTo>
                    <a:pt x="4468923" y="1932268"/>
                  </a:lnTo>
                  <a:lnTo>
                    <a:pt x="4469049" y="1932268"/>
                  </a:lnTo>
                  <a:lnTo>
                    <a:pt x="4469175" y="1932268"/>
                  </a:lnTo>
                  <a:lnTo>
                    <a:pt x="4469175" y="1926988"/>
                  </a:lnTo>
                  <a:lnTo>
                    <a:pt x="4469301" y="1926988"/>
                  </a:lnTo>
                  <a:lnTo>
                    <a:pt x="4469427" y="1926988"/>
                  </a:lnTo>
                  <a:lnTo>
                    <a:pt x="4469553" y="1926988"/>
                  </a:lnTo>
                  <a:lnTo>
                    <a:pt x="4469679" y="1926988"/>
                  </a:lnTo>
                  <a:lnTo>
                    <a:pt x="4469806" y="1926988"/>
                  </a:lnTo>
                  <a:lnTo>
                    <a:pt x="4469932" y="1926988"/>
                  </a:lnTo>
                  <a:lnTo>
                    <a:pt x="4470058" y="1926988"/>
                  </a:lnTo>
                  <a:lnTo>
                    <a:pt x="4470184" y="1926988"/>
                  </a:lnTo>
                  <a:lnTo>
                    <a:pt x="4470184" y="1921709"/>
                  </a:lnTo>
                  <a:lnTo>
                    <a:pt x="4470310" y="1921709"/>
                  </a:lnTo>
                  <a:lnTo>
                    <a:pt x="4470436" y="1921709"/>
                  </a:lnTo>
                  <a:lnTo>
                    <a:pt x="4470562" y="1921709"/>
                  </a:lnTo>
                  <a:lnTo>
                    <a:pt x="4470688" y="1921709"/>
                  </a:lnTo>
                  <a:lnTo>
                    <a:pt x="4470814" y="1921709"/>
                  </a:lnTo>
                  <a:lnTo>
                    <a:pt x="4470940" y="1921709"/>
                  </a:lnTo>
                  <a:lnTo>
                    <a:pt x="4471066" y="1921709"/>
                  </a:lnTo>
                  <a:lnTo>
                    <a:pt x="4471192" y="1921709"/>
                  </a:lnTo>
                  <a:lnTo>
                    <a:pt x="4471319" y="1921709"/>
                  </a:lnTo>
                  <a:lnTo>
                    <a:pt x="4471445" y="1921709"/>
                  </a:lnTo>
                  <a:lnTo>
                    <a:pt x="4471571" y="1921709"/>
                  </a:lnTo>
                  <a:lnTo>
                    <a:pt x="4471697" y="1921709"/>
                  </a:lnTo>
                  <a:lnTo>
                    <a:pt x="4471823" y="1921709"/>
                  </a:lnTo>
                  <a:lnTo>
                    <a:pt x="4471949" y="1921709"/>
                  </a:lnTo>
                  <a:lnTo>
                    <a:pt x="4472075" y="1921709"/>
                  </a:lnTo>
                  <a:lnTo>
                    <a:pt x="4472201" y="1921709"/>
                  </a:lnTo>
                  <a:lnTo>
                    <a:pt x="4472327" y="1921709"/>
                  </a:lnTo>
                  <a:lnTo>
                    <a:pt x="4472453" y="1921709"/>
                  </a:lnTo>
                  <a:lnTo>
                    <a:pt x="4472579" y="1921709"/>
                  </a:lnTo>
                  <a:lnTo>
                    <a:pt x="4472706" y="1921709"/>
                  </a:lnTo>
                  <a:lnTo>
                    <a:pt x="4472832" y="1921709"/>
                  </a:lnTo>
                  <a:lnTo>
                    <a:pt x="4472958" y="1921709"/>
                  </a:lnTo>
                  <a:lnTo>
                    <a:pt x="4473084" y="1921709"/>
                  </a:lnTo>
                  <a:lnTo>
                    <a:pt x="4473210" y="1921709"/>
                  </a:lnTo>
                  <a:lnTo>
                    <a:pt x="4473336" y="1921709"/>
                  </a:lnTo>
                  <a:lnTo>
                    <a:pt x="4473462" y="1921709"/>
                  </a:lnTo>
                  <a:lnTo>
                    <a:pt x="4473588" y="1921709"/>
                  </a:lnTo>
                  <a:lnTo>
                    <a:pt x="4473714" y="1921709"/>
                  </a:lnTo>
                  <a:lnTo>
                    <a:pt x="4473840" y="1921709"/>
                  </a:lnTo>
                  <a:lnTo>
                    <a:pt x="4473966" y="1921709"/>
                  </a:lnTo>
                  <a:lnTo>
                    <a:pt x="4474093" y="1921709"/>
                  </a:lnTo>
                  <a:lnTo>
                    <a:pt x="4474219" y="1921709"/>
                  </a:lnTo>
                  <a:lnTo>
                    <a:pt x="4474345" y="1921709"/>
                  </a:lnTo>
                  <a:lnTo>
                    <a:pt x="4474471" y="1921709"/>
                  </a:lnTo>
                  <a:lnTo>
                    <a:pt x="4474597" y="1921709"/>
                  </a:lnTo>
                  <a:lnTo>
                    <a:pt x="4474723" y="1921709"/>
                  </a:lnTo>
                  <a:lnTo>
                    <a:pt x="4474849" y="1921709"/>
                  </a:lnTo>
                  <a:lnTo>
                    <a:pt x="4474975" y="1921709"/>
                  </a:lnTo>
                  <a:lnTo>
                    <a:pt x="4475101" y="1921709"/>
                  </a:lnTo>
                  <a:lnTo>
                    <a:pt x="4475227" y="1921709"/>
                  </a:lnTo>
                  <a:lnTo>
                    <a:pt x="4475353" y="1921709"/>
                  </a:lnTo>
                  <a:lnTo>
                    <a:pt x="4475479" y="1921709"/>
                  </a:lnTo>
                  <a:lnTo>
                    <a:pt x="4475606" y="1921709"/>
                  </a:lnTo>
                  <a:lnTo>
                    <a:pt x="4475732" y="1921709"/>
                  </a:lnTo>
                  <a:lnTo>
                    <a:pt x="4475858" y="1921709"/>
                  </a:lnTo>
                  <a:lnTo>
                    <a:pt x="4475984" y="1921709"/>
                  </a:lnTo>
                  <a:lnTo>
                    <a:pt x="4476110" y="1921709"/>
                  </a:lnTo>
                  <a:lnTo>
                    <a:pt x="4476236" y="1921709"/>
                  </a:lnTo>
                  <a:lnTo>
                    <a:pt x="4476362" y="1921709"/>
                  </a:lnTo>
                  <a:lnTo>
                    <a:pt x="4476488" y="1921709"/>
                  </a:lnTo>
                  <a:lnTo>
                    <a:pt x="4476488" y="1916429"/>
                  </a:lnTo>
                  <a:lnTo>
                    <a:pt x="4476614" y="1916429"/>
                  </a:lnTo>
                  <a:lnTo>
                    <a:pt x="4476740" y="1916429"/>
                  </a:lnTo>
                  <a:lnTo>
                    <a:pt x="4476866" y="1916429"/>
                  </a:lnTo>
                  <a:lnTo>
                    <a:pt x="4476993" y="1916429"/>
                  </a:lnTo>
                  <a:lnTo>
                    <a:pt x="4477119" y="1916429"/>
                  </a:lnTo>
                  <a:lnTo>
                    <a:pt x="4477245" y="1916429"/>
                  </a:lnTo>
                  <a:lnTo>
                    <a:pt x="4477371" y="1916429"/>
                  </a:lnTo>
                  <a:lnTo>
                    <a:pt x="4477497" y="1916429"/>
                  </a:lnTo>
                  <a:lnTo>
                    <a:pt x="4477623" y="1916429"/>
                  </a:lnTo>
                  <a:lnTo>
                    <a:pt x="4477749" y="1916429"/>
                  </a:lnTo>
                  <a:lnTo>
                    <a:pt x="4477875" y="1916429"/>
                  </a:lnTo>
                  <a:lnTo>
                    <a:pt x="4478001" y="1916429"/>
                  </a:lnTo>
                  <a:lnTo>
                    <a:pt x="4478127" y="1916429"/>
                  </a:lnTo>
                  <a:lnTo>
                    <a:pt x="4478253" y="1916429"/>
                  </a:lnTo>
                  <a:lnTo>
                    <a:pt x="4478379" y="1916429"/>
                  </a:lnTo>
                  <a:lnTo>
                    <a:pt x="4478506" y="1916429"/>
                  </a:lnTo>
                  <a:lnTo>
                    <a:pt x="4478632" y="1916429"/>
                  </a:lnTo>
                  <a:lnTo>
                    <a:pt x="4478758" y="1916429"/>
                  </a:lnTo>
                  <a:lnTo>
                    <a:pt x="4478884" y="1916429"/>
                  </a:lnTo>
                  <a:lnTo>
                    <a:pt x="4478884" y="1911150"/>
                  </a:lnTo>
                  <a:lnTo>
                    <a:pt x="4479010" y="1911150"/>
                  </a:lnTo>
                  <a:lnTo>
                    <a:pt x="4479136" y="1911150"/>
                  </a:lnTo>
                  <a:lnTo>
                    <a:pt x="4479262" y="1911150"/>
                  </a:lnTo>
                  <a:lnTo>
                    <a:pt x="4479388" y="1911150"/>
                  </a:lnTo>
                  <a:lnTo>
                    <a:pt x="4479514" y="1911150"/>
                  </a:lnTo>
                  <a:lnTo>
                    <a:pt x="4479640" y="1911150"/>
                  </a:lnTo>
                  <a:lnTo>
                    <a:pt x="4479766" y="1911150"/>
                  </a:lnTo>
                  <a:lnTo>
                    <a:pt x="4479893" y="1911150"/>
                  </a:lnTo>
                  <a:lnTo>
                    <a:pt x="4480019" y="1911150"/>
                  </a:lnTo>
                  <a:lnTo>
                    <a:pt x="4480145" y="1911150"/>
                  </a:lnTo>
                  <a:lnTo>
                    <a:pt x="4480271" y="1911150"/>
                  </a:lnTo>
                  <a:lnTo>
                    <a:pt x="4480397" y="1911150"/>
                  </a:lnTo>
                  <a:lnTo>
                    <a:pt x="4480523" y="1911150"/>
                  </a:lnTo>
                  <a:lnTo>
                    <a:pt x="4480649" y="1911150"/>
                  </a:lnTo>
                  <a:lnTo>
                    <a:pt x="4480775" y="1911150"/>
                  </a:lnTo>
                  <a:lnTo>
                    <a:pt x="4480901" y="1911150"/>
                  </a:lnTo>
                  <a:lnTo>
                    <a:pt x="4481027" y="1911150"/>
                  </a:lnTo>
                  <a:lnTo>
                    <a:pt x="4481153" y="1911150"/>
                  </a:lnTo>
                  <a:lnTo>
                    <a:pt x="4481280" y="1911150"/>
                  </a:lnTo>
                  <a:lnTo>
                    <a:pt x="4481406" y="1911150"/>
                  </a:lnTo>
                  <a:lnTo>
                    <a:pt x="4481532" y="1911150"/>
                  </a:lnTo>
                  <a:lnTo>
                    <a:pt x="4481658" y="1911150"/>
                  </a:lnTo>
                  <a:lnTo>
                    <a:pt x="4481784" y="1911150"/>
                  </a:lnTo>
                  <a:lnTo>
                    <a:pt x="4481910" y="1911150"/>
                  </a:lnTo>
                  <a:lnTo>
                    <a:pt x="4482036" y="1911150"/>
                  </a:lnTo>
                  <a:lnTo>
                    <a:pt x="4482162" y="1911150"/>
                  </a:lnTo>
                  <a:lnTo>
                    <a:pt x="4482288" y="1911150"/>
                  </a:lnTo>
                  <a:lnTo>
                    <a:pt x="4482414" y="1911150"/>
                  </a:lnTo>
                  <a:lnTo>
                    <a:pt x="4482540" y="1911150"/>
                  </a:lnTo>
                  <a:lnTo>
                    <a:pt x="4482666" y="1911150"/>
                  </a:lnTo>
                  <a:lnTo>
                    <a:pt x="4482793" y="1911150"/>
                  </a:lnTo>
                  <a:lnTo>
                    <a:pt x="4482919" y="1911150"/>
                  </a:lnTo>
                  <a:lnTo>
                    <a:pt x="4483045" y="1911150"/>
                  </a:lnTo>
                  <a:lnTo>
                    <a:pt x="4483171" y="1911150"/>
                  </a:lnTo>
                  <a:lnTo>
                    <a:pt x="4483297" y="1911150"/>
                  </a:lnTo>
                  <a:lnTo>
                    <a:pt x="4483423" y="1911150"/>
                  </a:lnTo>
                  <a:lnTo>
                    <a:pt x="4483549" y="1911150"/>
                  </a:lnTo>
                  <a:lnTo>
                    <a:pt x="4483675" y="1911150"/>
                  </a:lnTo>
                  <a:lnTo>
                    <a:pt x="4483801" y="1911150"/>
                  </a:lnTo>
                  <a:lnTo>
                    <a:pt x="4483927" y="1911150"/>
                  </a:lnTo>
                  <a:lnTo>
                    <a:pt x="4484053" y="1911150"/>
                  </a:lnTo>
                  <a:lnTo>
                    <a:pt x="4484180" y="1911150"/>
                  </a:lnTo>
                  <a:lnTo>
                    <a:pt x="4484306" y="1911150"/>
                  </a:lnTo>
                  <a:lnTo>
                    <a:pt x="4484432" y="1911150"/>
                  </a:lnTo>
                  <a:lnTo>
                    <a:pt x="4484558" y="1911150"/>
                  </a:lnTo>
                  <a:lnTo>
                    <a:pt x="4484684" y="1911150"/>
                  </a:lnTo>
                  <a:lnTo>
                    <a:pt x="4484810" y="1911150"/>
                  </a:lnTo>
                  <a:lnTo>
                    <a:pt x="4484936" y="1911150"/>
                  </a:lnTo>
                  <a:lnTo>
                    <a:pt x="4485062" y="1911150"/>
                  </a:lnTo>
                  <a:lnTo>
                    <a:pt x="4485188" y="1911150"/>
                  </a:lnTo>
                  <a:lnTo>
                    <a:pt x="4485188" y="1905871"/>
                  </a:lnTo>
                  <a:lnTo>
                    <a:pt x="4485314" y="1905871"/>
                  </a:lnTo>
                  <a:lnTo>
                    <a:pt x="4485440" y="1905871"/>
                  </a:lnTo>
                  <a:lnTo>
                    <a:pt x="4485566" y="1905871"/>
                  </a:lnTo>
                  <a:lnTo>
                    <a:pt x="4485693" y="1905871"/>
                  </a:lnTo>
                  <a:lnTo>
                    <a:pt x="4485819" y="1905871"/>
                  </a:lnTo>
                  <a:lnTo>
                    <a:pt x="4485945" y="1905871"/>
                  </a:lnTo>
                  <a:lnTo>
                    <a:pt x="4486071" y="1905871"/>
                  </a:lnTo>
                  <a:lnTo>
                    <a:pt x="4486197" y="1905871"/>
                  </a:lnTo>
                  <a:lnTo>
                    <a:pt x="4486323" y="1905871"/>
                  </a:lnTo>
                  <a:lnTo>
                    <a:pt x="4486449" y="1905871"/>
                  </a:lnTo>
                  <a:lnTo>
                    <a:pt x="4486575" y="1905871"/>
                  </a:lnTo>
                  <a:lnTo>
                    <a:pt x="4486701" y="1905871"/>
                  </a:lnTo>
                  <a:lnTo>
                    <a:pt x="4486827" y="1905871"/>
                  </a:lnTo>
                  <a:lnTo>
                    <a:pt x="4486953" y="1905871"/>
                  </a:lnTo>
                  <a:lnTo>
                    <a:pt x="4487080" y="1905871"/>
                  </a:lnTo>
                  <a:lnTo>
                    <a:pt x="4487206" y="1905871"/>
                  </a:lnTo>
                  <a:lnTo>
                    <a:pt x="4487332" y="1905871"/>
                  </a:lnTo>
                  <a:lnTo>
                    <a:pt x="4487458" y="1905871"/>
                  </a:lnTo>
                  <a:lnTo>
                    <a:pt x="4487584" y="1905871"/>
                  </a:lnTo>
                  <a:lnTo>
                    <a:pt x="4487710" y="1905871"/>
                  </a:lnTo>
                  <a:lnTo>
                    <a:pt x="4487836" y="1905871"/>
                  </a:lnTo>
                  <a:lnTo>
                    <a:pt x="4487962" y="1905871"/>
                  </a:lnTo>
                  <a:lnTo>
                    <a:pt x="4488088" y="1905871"/>
                  </a:lnTo>
                  <a:lnTo>
                    <a:pt x="4488214" y="1905871"/>
                  </a:lnTo>
                  <a:lnTo>
                    <a:pt x="4488340" y="1905871"/>
                  </a:lnTo>
                  <a:lnTo>
                    <a:pt x="4488466" y="1905871"/>
                  </a:lnTo>
                  <a:lnTo>
                    <a:pt x="4488593" y="1905871"/>
                  </a:lnTo>
                  <a:lnTo>
                    <a:pt x="4488719" y="1905871"/>
                  </a:lnTo>
                  <a:lnTo>
                    <a:pt x="4488845" y="1905871"/>
                  </a:lnTo>
                  <a:lnTo>
                    <a:pt x="4488971" y="1905871"/>
                  </a:lnTo>
                  <a:lnTo>
                    <a:pt x="4489097" y="1905871"/>
                  </a:lnTo>
                  <a:lnTo>
                    <a:pt x="4489223" y="1905871"/>
                  </a:lnTo>
                  <a:lnTo>
                    <a:pt x="4489349" y="1905871"/>
                  </a:lnTo>
                  <a:lnTo>
                    <a:pt x="4489475" y="1905871"/>
                  </a:lnTo>
                  <a:lnTo>
                    <a:pt x="4489601" y="1905871"/>
                  </a:lnTo>
                  <a:lnTo>
                    <a:pt x="4489727" y="1905871"/>
                  </a:lnTo>
                  <a:lnTo>
                    <a:pt x="4489853" y="1905871"/>
                  </a:lnTo>
                  <a:lnTo>
                    <a:pt x="4489980" y="1905871"/>
                  </a:lnTo>
                  <a:lnTo>
                    <a:pt x="4489980" y="1900591"/>
                  </a:lnTo>
                  <a:lnTo>
                    <a:pt x="4490106" y="1900591"/>
                  </a:lnTo>
                  <a:lnTo>
                    <a:pt x="4490232" y="1900591"/>
                  </a:lnTo>
                  <a:lnTo>
                    <a:pt x="4490358" y="1900591"/>
                  </a:lnTo>
                  <a:lnTo>
                    <a:pt x="4490484" y="1900591"/>
                  </a:lnTo>
                  <a:lnTo>
                    <a:pt x="4490610" y="1900591"/>
                  </a:lnTo>
                  <a:lnTo>
                    <a:pt x="4490736" y="1900591"/>
                  </a:lnTo>
                  <a:lnTo>
                    <a:pt x="4490862" y="1900591"/>
                  </a:lnTo>
                  <a:lnTo>
                    <a:pt x="4490988" y="1900591"/>
                  </a:lnTo>
                  <a:lnTo>
                    <a:pt x="4491114" y="1900591"/>
                  </a:lnTo>
                  <a:lnTo>
                    <a:pt x="4491240" y="1900591"/>
                  </a:lnTo>
                  <a:lnTo>
                    <a:pt x="4491367" y="1900591"/>
                  </a:lnTo>
                  <a:lnTo>
                    <a:pt x="4491493" y="1900591"/>
                  </a:lnTo>
                  <a:lnTo>
                    <a:pt x="4491619" y="1900591"/>
                  </a:lnTo>
                  <a:lnTo>
                    <a:pt x="4491745" y="1900591"/>
                  </a:lnTo>
                  <a:lnTo>
                    <a:pt x="4491871" y="1900591"/>
                  </a:lnTo>
                  <a:lnTo>
                    <a:pt x="4491997" y="1900591"/>
                  </a:lnTo>
                  <a:lnTo>
                    <a:pt x="4492123" y="1900591"/>
                  </a:lnTo>
                  <a:lnTo>
                    <a:pt x="4492249" y="1900591"/>
                  </a:lnTo>
                  <a:lnTo>
                    <a:pt x="4492375" y="1900591"/>
                  </a:lnTo>
                  <a:lnTo>
                    <a:pt x="4492501" y="1900591"/>
                  </a:lnTo>
                  <a:lnTo>
                    <a:pt x="4492627" y="1900591"/>
                  </a:lnTo>
                  <a:lnTo>
                    <a:pt x="4492753" y="1900591"/>
                  </a:lnTo>
                  <a:lnTo>
                    <a:pt x="4492880" y="1900591"/>
                  </a:lnTo>
                  <a:lnTo>
                    <a:pt x="4493006" y="1900591"/>
                  </a:lnTo>
                  <a:lnTo>
                    <a:pt x="4493132" y="1900591"/>
                  </a:lnTo>
                  <a:lnTo>
                    <a:pt x="4493258" y="1900591"/>
                  </a:lnTo>
                  <a:lnTo>
                    <a:pt x="4493384" y="1900591"/>
                  </a:lnTo>
                  <a:lnTo>
                    <a:pt x="4493510" y="1900591"/>
                  </a:lnTo>
                  <a:lnTo>
                    <a:pt x="4493636" y="1900591"/>
                  </a:lnTo>
                  <a:lnTo>
                    <a:pt x="4493762" y="1900591"/>
                  </a:lnTo>
                  <a:lnTo>
                    <a:pt x="4493888" y="1900591"/>
                  </a:lnTo>
                  <a:lnTo>
                    <a:pt x="4494014" y="1900591"/>
                  </a:lnTo>
                  <a:lnTo>
                    <a:pt x="4494140" y="1900591"/>
                  </a:lnTo>
                  <a:lnTo>
                    <a:pt x="4494267" y="1900591"/>
                  </a:lnTo>
                  <a:lnTo>
                    <a:pt x="4494393" y="1900591"/>
                  </a:lnTo>
                  <a:lnTo>
                    <a:pt x="4494519" y="1900591"/>
                  </a:lnTo>
                  <a:lnTo>
                    <a:pt x="4494645" y="1900591"/>
                  </a:lnTo>
                  <a:lnTo>
                    <a:pt x="4494771" y="1900591"/>
                  </a:lnTo>
                  <a:lnTo>
                    <a:pt x="4494897" y="1900591"/>
                  </a:lnTo>
                  <a:lnTo>
                    <a:pt x="4495023" y="1900591"/>
                  </a:lnTo>
                  <a:lnTo>
                    <a:pt x="4495149" y="1900591"/>
                  </a:lnTo>
                  <a:lnTo>
                    <a:pt x="4495275" y="1900591"/>
                  </a:lnTo>
                  <a:lnTo>
                    <a:pt x="4495401" y="1900591"/>
                  </a:lnTo>
                  <a:lnTo>
                    <a:pt x="4495527" y="1900591"/>
                  </a:lnTo>
                  <a:lnTo>
                    <a:pt x="4495653" y="1900591"/>
                  </a:lnTo>
                  <a:lnTo>
                    <a:pt x="4495780" y="1900591"/>
                  </a:lnTo>
                  <a:lnTo>
                    <a:pt x="4495906" y="1900591"/>
                  </a:lnTo>
                  <a:lnTo>
                    <a:pt x="4496032" y="1900591"/>
                  </a:lnTo>
                  <a:lnTo>
                    <a:pt x="4496158" y="1900591"/>
                  </a:lnTo>
                  <a:lnTo>
                    <a:pt x="4496284" y="1900591"/>
                  </a:lnTo>
                  <a:lnTo>
                    <a:pt x="4496410" y="1900591"/>
                  </a:lnTo>
                  <a:lnTo>
                    <a:pt x="4496536" y="1900591"/>
                  </a:lnTo>
                  <a:lnTo>
                    <a:pt x="4496662" y="1900591"/>
                  </a:lnTo>
                  <a:lnTo>
                    <a:pt x="4496788" y="1900591"/>
                  </a:lnTo>
                  <a:lnTo>
                    <a:pt x="4496914" y="1900591"/>
                  </a:lnTo>
                  <a:lnTo>
                    <a:pt x="4497040" y="1900591"/>
                  </a:lnTo>
                  <a:lnTo>
                    <a:pt x="4497167" y="1900591"/>
                  </a:lnTo>
                  <a:lnTo>
                    <a:pt x="4497293" y="1900591"/>
                  </a:lnTo>
                  <a:lnTo>
                    <a:pt x="4497293" y="1895312"/>
                  </a:lnTo>
                  <a:lnTo>
                    <a:pt x="4497419" y="1895312"/>
                  </a:lnTo>
                  <a:lnTo>
                    <a:pt x="4497545" y="1895312"/>
                  </a:lnTo>
                  <a:lnTo>
                    <a:pt x="4497671" y="1895312"/>
                  </a:lnTo>
                  <a:lnTo>
                    <a:pt x="4497797" y="1895312"/>
                  </a:lnTo>
                  <a:lnTo>
                    <a:pt x="4497923" y="1895312"/>
                  </a:lnTo>
                  <a:lnTo>
                    <a:pt x="4498049" y="1895312"/>
                  </a:lnTo>
                  <a:lnTo>
                    <a:pt x="4498175" y="1895312"/>
                  </a:lnTo>
                  <a:lnTo>
                    <a:pt x="4498301" y="1895312"/>
                  </a:lnTo>
                  <a:lnTo>
                    <a:pt x="4498427" y="1895312"/>
                  </a:lnTo>
                  <a:lnTo>
                    <a:pt x="4498554" y="1895312"/>
                  </a:lnTo>
                  <a:lnTo>
                    <a:pt x="4498680" y="1895312"/>
                  </a:lnTo>
                  <a:lnTo>
                    <a:pt x="4498806" y="1895312"/>
                  </a:lnTo>
                  <a:lnTo>
                    <a:pt x="4498932" y="1895312"/>
                  </a:lnTo>
                  <a:lnTo>
                    <a:pt x="4499058" y="1895312"/>
                  </a:lnTo>
                  <a:lnTo>
                    <a:pt x="4499184" y="1895312"/>
                  </a:lnTo>
                  <a:lnTo>
                    <a:pt x="4499310" y="1895312"/>
                  </a:lnTo>
                  <a:lnTo>
                    <a:pt x="4499436" y="1895312"/>
                  </a:lnTo>
                  <a:lnTo>
                    <a:pt x="4499562" y="1895312"/>
                  </a:lnTo>
                  <a:lnTo>
                    <a:pt x="4499688" y="1895312"/>
                  </a:lnTo>
                  <a:lnTo>
                    <a:pt x="4499814" y="1895312"/>
                  </a:lnTo>
                  <a:lnTo>
                    <a:pt x="4499940" y="1895312"/>
                  </a:lnTo>
                  <a:lnTo>
                    <a:pt x="4500067" y="1895312"/>
                  </a:lnTo>
                  <a:lnTo>
                    <a:pt x="4500067" y="1890032"/>
                  </a:lnTo>
                  <a:lnTo>
                    <a:pt x="4500193" y="1890032"/>
                  </a:lnTo>
                  <a:lnTo>
                    <a:pt x="4500319" y="1890032"/>
                  </a:lnTo>
                  <a:lnTo>
                    <a:pt x="4500445" y="1890032"/>
                  </a:lnTo>
                  <a:lnTo>
                    <a:pt x="4500571" y="1890032"/>
                  </a:lnTo>
                  <a:lnTo>
                    <a:pt x="4500697" y="1890032"/>
                  </a:lnTo>
                  <a:lnTo>
                    <a:pt x="4500823" y="1890032"/>
                  </a:lnTo>
                  <a:lnTo>
                    <a:pt x="4500949" y="1890032"/>
                  </a:lnTo>
                  <a:lnTo>
                    <a:pt x="4501075" y="1890032"/>
                  </a:lnTo>
                  <a:lnTo>
                    <a:pt x="4501201" y="1890032"/>
                  </a:lnTo>
                  <a:lnTo>
                    <a:pt x="4501327" y="1890032"/>
                  </a:lnTo>
                  <a:lnTo>
                    <a:pt x="4501454" y="1890032"/>
                  </a:lnTo>
                  <a:lnTo>
                    <a:pt x="4501580" y="1890032"/>
                  </a:lnTo>
                  <a:lnTo>
                    <a:pt x="4501706" y="1890032"/>
                  </a:lnTo>
                  <a:lnTo>
                    <a:pt x="4501832" y="1890032"/>
                  </a:lnTo>
                  <a:lnTo>
                    <a:pt x="4501958" y="1890032"/>
                  </a:lnTo>
                  <a:lnTo>
                    <a:pt x="4502084" y="1890032"/>
                  </a:lnTo>
                  <a:lnTo>
                    <a:pt x="4502210" y="1890032"/>
                  </a:lnTo>
                  <a:lnTo>
                    <a:pt x="4502336" y="1890032"/>
                  </a:lnTo>
                  <a:lnTo>
                    <a:pt x="4502462" y="1890032"/>
                  </a:lnTo>
                  <a:lnTo>
                    <a:pt x="4502588" y="1890032"/>
                  </a:lnTo>
                  <a:lnTo>
                    <a:pt x="4502714" y="1890032"/>
                  </a:lnTo>
                  <a:lnTo>
                    <a:pt x="4502840" y="1890032"/>
                  </a:lnTo>
                  <a:lnTo>
                    <a:pt x="4502967" y="1890032"/>
                  </a:lnTo>
                  <a:lnTo>
                    <a:pt x="4503093" y="1890032"/>
                  </a:lnTo>
                  <a:lnTo>
                    <a:pt x="4503219" y="1890032"/>
                  </a:lnTo>
                  <a:lnTo>
                    <a:pt x="4503345" y="1890032"/>
                  </a:lnTo>
                  <a:lnTo>
                    <a:pt x="4503471" y="1890032"/>
                  </a:lnTo>
                  <a:lnTo>
                    <a:pt x="4503597" y="1890032"/>
                  </a:lnTo>
                  <a:lnTo>
                    <a:pt x="4503723" y="1890032"/>
                  </a:lnTo>
                  <a:lnTo>
                    <a:pt x="4503849" y="1890032"/>
                  </a:lnTo>
                  <a:lnTo>
                    <a:pt x="4503975" y="1890032"/>
                  </a:lnTo>
                  <a:lnTo>
                    <a:pt x="4504101" y="1890032"/>
                  </a:lnTo>
                  <a:lnTo>
                    <a:pt x="4504227" y="1890032"/>
                  </a:lnTo>
                  <a:lnTo>
                    <a:pt x="4504354" y="1890032"/>
                  </a:lnTo>
                  <a:lnTo>
                    <a:pt x="4504480" y="1890032"/>
                  </a:lnTo>
                  <a:lnTo>
                    <a:pt x="4504480" y="1884753"/>
                  </a:lnTo>
                  <a:lnTo>
                    <a:pt x="4504606" y="1884753"/>
                  </a:lnTo>
                  <a:lnTo>
                    <a:pt x="4504732" y="1884753"/>
                  </a:lnTo>
                  <a:lnTo>
                    <a:pt x="4504858" y="1884753"/>
                  </a:lnTo>
                  <a:lnTo>
                    <a:pt x="4504984" y="1884753"/>
                  </a:lnTo>
                  <a:lnTo>
                    <a:pt x="4505110" y="1884753"/>
                  </a:lnTo>
                  <a:lnTo>
                    <a:pt x="4505236" y="1884753"/>
                  </a:lnTo>
                  <a:lnTo>
                    <a:pt x="4505362" y="1884753"/>
                  </a:lnTo>
                  <a:lnTo>
                    <a:pt x="4505488" y="1884753"/>
                  </a:lnTo>
                  <a:lnTo>
                    <a:pt x="4505614" y="1884753"/>
                  </a:lnTo>
                  <a:lnTo>
                    <a:pt x="4505741" y="1884753"/>
                  </a:lnTo>
                  <a:lnTo>
                    <a:pt x="4505867" y="1884753"/>
                  </a:lnTo>
                  <a:lnTo>
                    <a:pt x="4505993" y="1884753"/>
                  </a:lnTo>
                  <a:lnTo>
                    <a:pt x="4506119" y="1884753"/>
                  </a:lnTo>
                  <a:lnTo>
                    <a:pt x="4506245" y="1884753"/>
                  </a:lnTo>
                  <a:lnTo>
                    <a:pt x="4506371" y="1884753"/>
                  </a:lnTo>
                  <a:lnTo>
                    <a:pt x="4506497" y="1884753"/>
                  </a:lnTo>
                  <a:lnTo>
                    <a:pt x="4506623" y="1884753"/>
                  </a:lnTo>
                  <a:lnTo>
                    <a:pt x="4506749" y="1884753"/>
                  </a:lnTo>
                  <a:lnTo>
                    <a:pt x="4506875" y="1884753"/>
                  </a:lnTo>
                  <a:lnTo>
                    <a:pt x="4507001" y="1884753"/>
                  </a:lnTo>
                  <a:lnTo>
                    <a:pt x="4507127" y="1884753"/>
                  </a:lnTo>
                  <a:lnTo>
                    <a:pt x="4507254" y="1884753"/>
                  </a:lnTo>
                  <a:lnTo>
                    <a:pt x="4507380" y="1884753"/>
                  </a:lnTo>
                  <a:lnTo>
                    <a:pt x="4507506" y="1884753"/>
                  </a:lnTo>
                  <a:lnTo>
                    <a:pt x="4507632" y="1884753"/>
                  </a:lnTo>
                  <a:lnTo>
                    <a:pt x="4507758" y="1884753"/>
                  </a:lnTo>
                  <a:lnTo>
                    <a:pt x="4507884" y="1884753"/>
                  </a:lnTo>
                  <a:lnTo>
                    <a:pt x="4508010" y="1884753"/>
                  </a:lnTo>
                  <a:lnTo>
                    <a:pt x="4508136" y="1884753"/>
                  </a:lnTo>
                  <a:lnTo>
                    <a:pt x="4508262" y="1884753"/>
                  </a:lnTo>
                  <a:lnTo>
                    <a:pt x="4508388" y="1884753"/>
                  </a:lnTo>
                  <a:lnTo>
                    <a:pt x="4508514" y="1884753"/>
                  </a:lnTo>
                  <a:lnTo>
                    <a:pt x="4508641" y="1884753"/>
                  </a:lnTo>
                  <a:lnTo>
                    <a:pt x="4508767" y="1884753"/>
                  </a:lnTo>
                  <a:lnTo>
                    <a:pt x="4508893" y="1884753"/>
                  </a:lnTo>
                  <a:lnTo>
                    <a:pt x="4509019" y="1884753"/>
                  </a:lnTo>
                  <a:lnTo>
                    <a:pt x="4509145" y="1884753"/>
                  </a:lnTo>
                  <a:lnTo>
                    <a:pt x="4509271" y="1884753"/>
                  </a:lnTo>
                  <a:lnTo>
                    <a:pt x="4509397" y="1884753"/>
                  </a:lnTo>
                  <a:lnTo>
                    <a:pt x="4509523" y="1884753"/>
                  </a:lnTo>
                  <a:lnTo>
                    <a:pt x="4509649" y="1884753"/>
                  </a:lnTo>
                  <a:lnTo>
                    <a:pt x="4509775" y="1884753"/>
                  </a:lnTo>
                  <a:lnTo>
                    <a:pt x="4509901" y="1884753"/>
                  </a:lnTo>
                  <a:lnTo>
                    <a:pt x="4510027" y="1884753"/>
                  </a:lnTo>
                  <a:lnTo>
                    <a:pt x="4510154" y="1884753"/>
                  </a:lnTo>
                  <a:lnTo>
                    <a:pt x="4510280" y="1884753"/>
                  </a:lnTo>
                  <a:lnTo>
                    <a:pt x="4510406" y="1884753"/>
                  </a:lnTo>
                  <a:lnTo>
                    <a:pt x="4510532" y="1884753"/>
                  </a:lnTo>
                  <a:lnTo>
                    <a:pt x="4510658" y="1884753"/>
                  </a:lnTo>
                  <a:lnTo>
                    <a:pt x="4510784" y="1884753"/>
                  </a:lnTo>
                  <a:lnTo>
                    <a:pt x="4510910" y="1884753"/>
                  </a:lnTo>
                  <a:lnTo>
                    <a:pt x="4511036" y="1884753"/>
                  </a:lnTo>
                  <a:lnTo>
                    <a:pt x="4511162" y="1884753"/>
                  </a:lnTo>
                  <a:lnTo>
                    <a:pt x="4511288" y="1884753"/>
                  </a:lnTo>
                  <a:lnTo>
                    <a:pt x="4511414" y="1884753"/>
                  </a:lnTo>
                  <a:lnTo>
                    <a:pt x="4511541" y="1884753"/>
                  </a:lnTo>
                  <a:lnTo>
                    <a:pt x="4511667" y="1884753"/>
                  </a:lnTo>
                  <a:lnTo>
                    <a:pt x="4511793" y="1884753"/>
                  </a:lnTo>
                  <a:lnTo>
                    <a:pt x="4511919" y="1884753"/>
                  </a:lnTo>
                  <a:lnTo>
                    <a:pt x="4512045" y="1884753"/>
                  </a:lnTo>
                  <a:lnTo>
                    <a:pt x="4512171" y="1884753"/>
                  </a:lnTo>
                  <a:lnTo>
                    <a:pt x="4512297" y="1884753"/>
                  </a:lnTo>
                  <a:lnTo>
                    <a:pt x="4512423" y="1884753"/>
                  </a:lnTo>
                  <a:lnTo>
                    <a:pt x="4512549" y="1884753"/>
                  </a:lnTo>
                  <a:lnTo>
                    <a:pt x="4512675" y="1884753"/>
                  </a:lnTo>
                  <a:lnTo>
                    <a:pt x="4512801" y="1884753"/>
                  </a:lnTo>
                  <a:lnTo>
                    <a:pt x="4512927" y="1884753"/>
                  </a:lnTo>
                  <a:lnTo>
                    <a:pt x="4513054" y="1884753"/>
                  </a:lnTo>
                  <a:lnTo>
                    <a:pt x="4513180" y="1884753"/>
                  </a:lnTo>
                  <a:lnTo>
                    <a:pt x="4513306" y="1884753"/>
                  </a:lnTo>
                  <a:lnTo>
                    <a:pt x="4513432" y="1884753"/>
                  </a:lnTo>
                  <a:lnTo>
                    <a:pt x="4513558" y="1884753"/>
                  </a:lnTo>
                  <a:lnTo>
                    <a:pt x="4513684" y="1884753"/>
                  </a:lnTo>
                  <a:lnTo>
                    <a:pt x="4513810" y="1884753"/>
                  </a:lnTo>
                  <a:lnTo>
                    <a:pt x="4513936" y="1884753"/>
                  </a:lnTo>
                  <a:lnTo>
                    <a:pt x="4514062" y="1884753"/>
                  </a:lnTo>
                  <a:lnTo>
                    <a:pt x="4514188" y="1884753"/>
                  </a:lnTo>
                  <a:lnTo>
                    <a:pt x="4514314" y="1884753"/>
                  </a:lnTo>
                  <a:lnTo>
                    <a:pt x="4514441" y="1884753"/>
                  </a:lnTo>
                  <a:lnTo>
                    <a:pt x="4514567" y="1884753"/>
                  </a:lnTo>
                  <a:lnTo>
                    <a:pt x="4514693" y="1884753"/>
                  </a:lnTo>
                  <a:lnTo>
                    <a:pt x="4514819" y="1884753"/>
                  </a:lnTo>
                  <a:lnTo>
                    <a:pt x="4514945" y="1884753"/>
                  </a:lnTo>
                  <a:lnTo>
                    <a:pt x="4515071" y="1884753"/>
                  </a:lnTo>
                  <a:lnTo>
                    <a:pt x="4515197" y="1884753"/>
                  </a:lnTo>
                  <a:lnTo>
                    <a:pt x="4515323" y="1884753"/>
                  </a:lnTo>
                  <a:lnTo>
                    <a:pt x="4515449" y="1884753"/>
                  </a:lnTo>
                  <a:lnTo>
                    <a:pt x="4515575" y="1884753"/>
                  </a:lnTo>
                  <a:lnTo>
                    <a:pt x="4515701" y="1884753"/>
                  </a:lnTo>
                  <a:lnTo>
                    <a:pt x="4515828" y="1884753"/>
                  </a:lnTo>
                  <a:lnTo>
                    <a:pt x="4515954" y="1884753"/>
                  </a:lnTo>
                  <a:lnTo>
                    <a:pt x="4516080" y="1884753"/>
                  </a:lnTo>
                  <a:lnTo>
                    <a:pt x="4516206" y="1884753"/>
                  </a:lnTo>
                  <a:lnTo>
                    <a:pt x="4516332" y="1884753"/>
                  </a:lnTo>
                  <a:lnTo>
                    <a:pt x="4516458" y="1884753"/>
                  </a:lnTo>
                  <a:lnTo>
                    <a:pt x="4516584" y="1884753"/>
                  </a:lnTo>
                  <a:lnTo>
                    <a:pt x="4516710" y="1884753"/>
                  </a:lnTo>
                  <a:lnTo>
                    <a:pt x="4516836" y="1884753"/>
                  </a:lnTo>
                  <a:lnTo>
                    <a:pt x="4516962" y="1884753"/>
                  </a:lnTo>
                  <a:lnTo>
                    <a:pt x="4517088" y="1884753"/>
                  </a:lnTo>
                  <a:lnTo>
                    <a:pt x="4517214" y="1884753"/>
                  </a:lnTo>
                  <a:lnTo>
                    <a:pt x="4517341" y="1884753"/>
                  </a:lnTo>
                  <a:lnTo>
                    <a:pt x="4517467" y="1884753"/>
                  </a:lnTo>
                  <a:lnTo>
                    <a:pt x="4517593" y="1884753"/>
                  </a:lnTo>
                  <a:lnTo>
                    <a:pt x="4517719" y="1884753"/>
                  </a:lnTo>
                  <a:lnTo>
                    <a:pt x="4517845" y="1884753"/>
                  </a:lnTo>
                  <a:lnTo>
                    <a:pt x="4517971" y="1884753"/>
                  </a:lnTo>
                  <a:lnTo>
                    <a:pt x="4518097" y="1884753"/>
                  </a:lnTo>
                  <a:lnTo>
                    <a:pt x="4518223" y="1884753"/>
                  </a:lnTo>
                  <a:lnTo>
                    <a:pt x="4518349" y="1884753"/>
                  </a:lnTo>
                  <a:lnTo>
                    <a:pt x="4518475" y="1884753"/>
                  </a:lnTo>
                  <a:lnTo>
                    <a:pt x="4518601" y="1884753"/>
                  </a:lnTo>
                  <a:lnTo>
                    <a:pt x="4518728" y="1884753"/>
                  </a:lnTo>
                  <a:lnTo>
                    <a:pt x="4518854" y="1884753"/>
                  </a:lnTo>
                  <a:lnTo>
                    <a:pt x="4518980" y="1884753"/>
                  </a:lnTo>
                  <a:lnTo>
                    <a:pt x="4519106" y="1884753"/>
                  </a:lnTo>
                  <a:lnTo>
                    <a:pt x="4519232" y="1884753"/>
                  </a:lnTo>
                  <a:lnTo>
                    <a:pt x="4519358" y="1884753"/>
                  </a:lnTo>
                  <a:lnTo>
                    <a:pt x="4519484" y="1884753"/>
                  </a:lnTo>
                  <a:lnTo>
                    <a:pt x="4519610" y="1884753"/>
                  </a:lnTo>
                  <a:lnTo>
                    <a:pt x="4519736" y="1884753"/>
                  </a:lnTo>
                  <a:lnTo>
                    <a:pt x="4519862" y="1884753"/>
                  </a:lnTo>
                  <a:lnTo>
                    <a:pt x="4519988" y="1884753"/>
                  </a:lnTo>
                  <a:lnTo>
                    <a:pt x="4520114" y="1884753"/>
                  </a:lnTo>
                  <a:lnTo>
                    <a:pt x="4520241" y="1884753"/>
                  </a:lnTo>
                  <a:lnTo>
                    <a:pt x="4520367" y="1884753"/>
                  </a:lnTo>
                  <a:lnTo>
                    <a:pt x="4520493" y="1884753"/>
                  </a:lnTo>
                  <a:lnTo>
                    <a:pt x="4520619" y="1884753"/>
                  </a:lnTo>
                  <a:lnTo>
                    <a:pt x="4520745" y="1884753"/>
                  </a:lnTo>
                  <a:lnTo>
                    <a:pt x="4520871" y="1884753"/>
                  </a:lnTo>
                  <a:lnTo>
                    <a:pt x="4520997" y="1884753"/>
                  </a:lnTo>
                  <a:lnTo>
                    <a:pt x="4521123" y="1884753"/>
                  </a:lnTo>
                  <a:lnTo>
                    <a:pt x="4521249" y="1884753"/>
                  </a:lnTo>
                  <a:lnTo>
                    <a:pt x="4521375" y="1884753"/>
                  </a:lnTo>
                  <a:lnTo>
                    <a:pt x="4521501" y="1884753"/>
                  </a:lnTo>
                  <a:lnTo>
                    <a:pt x="4521628" y="1884753"/>
                  </a:lnTo>
                  <a:lnTo>
                    <a:pt x="4521754" y="1884753"/>
                  </a:lnTo>
                  <a:lnTo>
                    <a:pt x="4521880" y="1884753"/>
                  </a:lnTo>
                  <a:lnTo>
                    <a:pt x="4522006" y="1884753"/>
                  </a:lnTo>
                  <a:lnTo>
                    <a:pt x="4522132" y="1884753"/>
                  </a:lnTo>
                  <a:lnTo>
                    <a:pt x="4522258" y="1884753"/>
                  </a:lnTo>
                  <a:lnTo>
                    <a:pt x="4522384" y="1884753"/>
                  </a:lnTo>
                  <a:lnTo>
                    <a:pt x="4522510" y="1884753"/>
                  </a:lnTo>
                  <a:lnTo>
                    <a:pt x="4522636" y="1884753"/>
                  </a:lnTo>
                  <a:lnTo>
                    <a:pt x="4522762" y="1884753"/>
                  </a:lnTo>
                  <a:lnTo>
                    <a:pt x="4522888" y="1884753"/>
                  </a:lnTo>
                  <a:lnTo>
                    <a:pt x="4522888" y="1879473"/>
                  </a:lnTo>
                  <a:lnTo>
                    <a:pt x="4523015" y="1879473"/>
                  </a:lnTo>
                  <a:lnTo>
                    <a:pt x="4523141" y="1879473"/>
                  </a:lnTo>
                  <a:lnTo>
                    <a:pt x="4523267" y="1879473"/>
                  </a:lnTo>
                  <a:lnTo>
                    <a:pt x="4523393" y="1879473"/>
                  </a:lnTo>
                  <a:lnTo>
                    <a:pt x="4523519" y="1879473"/>
                  </a:lnTo>
                  <a:lnTo>
                    <a:pt x="4523645" y="1879473"/>
                  </a:lnTo>
                  <a:lnTo>
                    <a:pt x="4523771" y="1879473"/>
                  </a:lnTo>
                  <a:lnTo>
                    <a:pt x="4523897" y="1879473"/>
                  </a:lnTo>
                  <a:lnTo>
                    <a:pt x="4524023" y="1879473"/>
                  </a:lnTo>
                  <a:lnTo>
                    <a:pt x="4524149" y="1879473"/>
                  </a:lnTo>
                  <a:lnTo>
                    <a:pt x="4524275" y="1879473"/>
                  </a:lnTo>
                  <a:lnTo>
                    <a:pt x="4524401" y="1879473"/>
                  </a:lnTo>
                  <a:lnTo>
                    <a:pt x="4524528" y="1879473"/>
                  </a:lnTo>
                  <a:lnTo>
                    <a:pt x="4524528" y="1874194"/>
                  </a:lnTo>
                  <a:lnTo>
                    <a:pt x="4524654" y="1874194"/>
                  </a:lnTo>
                  <a:lnTo>
                    <a:pt x="4524780" y="1874194"/>
                  </a:lnTo>
                  <a:lnTo>
                    <a:pt x="4524906" y="1874194"/>
                  </a:lnTo>
                  <a:lnTo>
                    <a:pt x="4525032" y="1874194"/>
                  </a:lnTo>
                  <a:lnTo>
                    <a:pt x="4525158" y="1874194"/>
                  </a:lnTo>
                  <a:lnTo>
                    <a:pt x="4525284" y="1874194"/>
                  </a:lnTo>
                  <a:lnTo>
                    <a:pt x="4525410" y="1874194"/>
                  </a:lnTo>
                  <a:lnTo>
                    <a:pt x="4525536" y="1874194"/>
                  </a:lnTo>
                  <a:lnTo>
                    <a:pt x="4525662" y="1874194"/>
                  </a:lnTo>
                  <a:lnTo>
                    <a:pt x="4525788" y="1874194"/>
                  </a:lnTo>
                  <a:lnTo>
                    <a:pt x="4525915" y="1874194"/>
                  </a:lnTo>
                  <a:lnTo>
                    <a:pt x="4526041" y="1874194"/>
                  </a:lnTo>
                  <a:lnTo>
                    <a:pt x="4526167" y="1874194"/>
                  </a:lnTo>
                  <a:lnTo>
                    <a:pt x="4526293" y="1874194"/>
                  </a:lnTo>
                  <a:lnTo>
                    <a:pt x="4526419" y="1874194"/>
                  </a:lnTo>
                  <a:lnTo>
                    <a:pt x="4526545" y="1874194"/>
                  </a:lnTo>
                  <a:lnTo>
                    <a:pt x="4526671" y="1874194"/>
                  </a:lnTo>
                  <a:lnTo>
                    <a:pt x="4526797" y="1874194"/>
                  </a:lnTo>
                  <a:lnTo>
                    <a:pt x="4526923" y="1874194"/>
                  </a:lnTo>
                  <a:lnTo>
                    <a:pt x="4527049" y="1874194"/>
                  </a:lnTo>
                  <a:lnTo>
                    <a:pt x="4527175" y="1874194"/>
                  </a:lnTo>
                  <a:lnTo>
                    <a:pt x="4527301" y="1874194"/>
                  </a:lnTo>
                  <a:lnTo>
                    <a:pt x="4527428" y="1874194"/>
                  </a:lnTo>
                  <a:lnTo>
                    <a:pt x="4527554" y="1874194"/>
                  </a:lnTo>
                  <a:lnTo>
                    <a:pt x="4527680" y="1874194"/>
                  </a:lnTo>
                  <a:lnTo>
                    <a:pt x="4527680" y="1868915"/>
                  </a:lnTo>
                  <a:lnTo>
                    <a:pt x="4527806" y="1868915"/>
                  </a:lnTo>
                  <a:lnTo>
                    <a:pt x="4527932" y="1868915"/>
                  </a:lnTo>
                  <a:lnTo>
                    <a:pt x="4528058" y="1868915"/>
                  </a:lnTo>
                  <a:lnTo>
                    <a:pt x="4528184" y="1868915"/>
                  </a:lnTo>
                  <a:lnTo>
                    <a:pt x="4528310" y="1868915"/>
                  </a:lnTo>
                  <a:lnTo>
                    <a:pt x="4528436" y="1868915"/>
                  </a:lnTo>
                  <a:lnTo>
                    <a:pt x="4528562" y="1868915"/>
                  </a:lnTo>
                  <a:lnTo>
                    <a:pt x="4528688" y="1868915"/>
                  </a:lnTo>
                  <a:lnTo>
                    <a:pt x="4528815" y="1868915"/>
                  </a:lnTo>
                  <a:lnTo>
                    <a:pt x="4528941" y="1868915"/>
                  </a:lnTo>
                  <a:lnTo>
                    <a:pt x="4529067" y="1868915"/>
                  </a:lnTo>
                  <a:lnTo>
                    <a:pt x="4529193" y="1868915"/>
                  </a:lnTo>
                  <a:lnTo>
                    <a:pt x="4529319" y="1868915"/>
                  </a:lnTo>
                  <a:lnTo>
                    <a:pt x="4529445" y="1868915"/>
                  </a:lnTo>
                  <a:lnTo>
                    <a:pt x="4529571" y="1868915"/>
                  </a:lnTo>
                  <a:lnTo>
                    <a:pt x="4529697" y="1868915"/>
                  </a:lnTo>
                  <a:lnTo>
                    <a:pt x="4529823" y="1868915"/>
                  </a:lnTo>
                  <a:lnTo>
                    <a:pt x="4529949" y="1868915"/>
                  </a:lnTo>
                  <a:lnTo>
                    <a:pt x="4530075" y="1868915"/>
                  </a:lnTo>
                  <a:lnTo>
                    <a:pt x="4530201" y="1868915"/>
                  </a:lnTo>
                  <a:lnTo>
                    <a:pt x="4530328" y="1868915"/>
                  </a:lnTo>
                  <a:lnTo>
                    <a:pt x="4530454" y="1868915"/>
                  </a:lnTo>
                  <a:lnTo>
                    <a:pt x="4530580" y="1868915"/>
                  </a:lnTo>
                  <a:lnTo>
                    <a:pt x="4530706" y="1868915"/>
                  </a:lnTo>
                  <a:lnTo>
                    <a:pt x="4530832" y="1868915"/>
                  </a:lnTo>
                  <a:lnTo>
                    <a:pt x="4530958" y="1868915"/>
                  </a:lnTo>
                  <a:lnTo>
                    <a:pt x="4531084" y="1868915"/>
                  </a:lnTo>
                  <a:lnTo>
                    <a:pt x="4531210" y="1868915"/>
                  </a:lnTo>
                  <a:lnTo>
                    <a:pt x="4531336" y="1868915"/>
                  </a:lnTo>
                  <a:lnTo>
                    <a:pt x="4531462" y="1868915"/>
                  </a:lnTo>
                  <a:lnTo>
                    <a:pt x="4531588" y="1868915"/>
                  </a:lnTo>
                  <a:lnTo>
                    <a:pt x="4531715" y="1868915"/>
                  </a:lnTo>
                  <a:lnTo>
                    <a:pt x="4531841" y="1868915"/>
                  </a:lnTo>
                  <a:lnTo>
                    <a:pt x="4531967" y="1868915"/>
                  </a:lnTo>
                  <a:lnTo>
                    <a:pt x="4532093" y="1868915"/>
                  </a:lnTo>
                  <a:lnTo>
                    <a:pt x="4532219" y="1868915"/>
                  </a:lnTo>
                  <a:lnTo>
                    <a:pt x="4532345" y="1868915"/>
                  </a:lnTo>
                  <a:lnTo>
                    <a:pt x="4532471" y="1868915"/>
                  </a:lnTo>
                  <a:lnTo>
                    <a:pt x="4532597" y="1868915"/>
                  </a:lnTo>
                  <a:lnTo>
                    <a:pt x="4532723" y="1868915"/>
                  </a:lnTo>
                  <a:lnTo>
                    <a:pt x="4532849" y="1868915"/>
                  </a:lnTo>
                  <a:lnTo>
                    <a:pt x="4532975" y="1868915"/>
                  </a:lnTo>
                  <a:lnTo>
                    <a:pt x="4533102" y="1868915"/>
                  </a:lnTo>
                  <a:lnTo>
                    <a:pt x="4533228" y="1868915"/>
                  </a:lnTo>
                  <a:lnTo>
                    <a:pt x="4533354" y="1868915"/>
                  </a:lnTo>
                  <a:lnTo>
                    <a:pt x="4533354" y="1863635"/>
                  </a:lnTo>
                  <a:lnTo>
                    <a:pt x="4533480" y="1863635"/>
                  </a:lnTo>
                  <a:lnTo>
                    <a:pt x="4533606" y="1863635"/>
                  </a:lnTo>
                  <a:lnTo>
                    <a:pt x="4533732" y="1863635"/>
                  </a:lnTo>
                  <a:lnTo>
                    <a:pt x="4533858" y="1863635"/>
                  </a:lnTo>
                  <a:lnTo>
                    <a:pt x="4533984" y="1863635"/>
                  </a:lnTo>
                  <a:lnTo>
                    <a:pt x="4534110" y="1863635"/>
                  </a:lnTo>
                  <a:lnTo>
                    <a:pt x="4534236" y="1863635"/>
                  </a:lnTo>
                  <a:lnTo>
                    <a:pt x="4534362" y="1863635"/>
                  </a:lnTo>
                  <a:lnTo>
                    <a:pt x="4534488" y="1863635"/>
                  </a:lnTo>
                  <a:lnTo>
                    <a:pt x="4534615" y="1863635"/>
                  </a:lnTo>
                  <a:lnTo>
                    <a:pt x="4534615" y="1858356"/>
                  </a:lnTo>
                  <a:lnTo>
                    <a:pt x="4534615" y="1853076"/>
                  </a:lnTo>
                  <a:lnTo>
                    <a:pt x="4534741" y="1853076"/>
                  </a:lnTo>
                  <a:lnTo>
                    <a:pt x="4534867" y="1853076"/>
                  </a:lnTo>
                  <a:lnTo>
                    <a:pt x="4534993" y="1853076"/>
                  </a:lnTo>
                  <a:lnTo>
                    <a:pt x="4535119" y="1853076"/>
                  </a:lnTo>
                  <a:lnTo>
                    <a:pt x="4535245" y="1853076"/>
                  </a:lnTo>
                  <a:lnTo>
                    <a:pt x="4535371" y="1853076"/>
                  </a:lnTo>
                  <a:lnTo>
                    <a:pt x="4535497" y="1853076"/>
                  </a:lnTo>
                  <a:lnTo>
                    <a:pt x="4535623" y="1853076"/>
                  </a:lnTo>
                  <a:lnTo>
                    <a:pt x="4535749" y="1853076"/>
                  </a:lnTo>
                  <a:lnTo>
                    <a:pt x="4535875" y="1853076"/>
                  </a:lnTo>
                  <a:lnTo>
                    <a:pt x="4536002" y="1853076"/>
                  </a:lnTo>
                  <a:lnTo>
                    <a:pt x="4536128" y="1853076"/>
                  </a:lnTo>
                  <a:lnTo>
                    <a:pt x="4536254" y="1853076"/>
                  </a:lnTo>
                  <a:lnTo>
                    <a:pt x="4536380" y="1853076"/>
                  </a:lnTo>
                  <a:lnTo>
                    <a:pt x="4536506" y="1853076"/>
                  </a:lnTo>
                  <a:lnTo>
                    <a:pt x="4536632" y="1853076"/>
                  </a:lnTo>
                  <a:lnTo>
                    <a:pt x="4536758" y="1853076"/>
                  </a:lnTo>
                  <a:lnTo>
                    <a:pt x="4536884" y="1853076"/>
                  </a:lnTo>
                  <a:lnTo>
                    <a:pt x="4537010" y="1853076"/>
                  </a:lnTo>
                  <a:lnTo>
                    <a:pt x="4537136" y="1853076"/>
                  </a:lnTo>
                  <a:lnTo>
                    <a:pt x="4537262" y="1853076"/>
                  </a:lnTo>
                  <a:lnTo>
                    <a:pt x="4537388" y="1853076"/>
                  </a:lnTo>
                  <a:lnTo>
                    <a:pt x="4537515" y="1853076"/>
                  </a:lnTo>
                  <a:lnTo>
                    <a:pt x="4537641" y="1853076"/>
                  </a:lnTo>
                  <a:lnTo>
                    <a:pt x="4537767" y="1853076"/>
                  </a:lnTo>
                  <a:lnTo>
                    <a:pt x="4537893" y="1853076"/>
                  </a:lnTo>
                  <a:lnTo>
                    <a:pt x="4538019" y="1853076"/>
                  </a:lnTo>
                  <a:lnTo>
                    <a:pt x="4538145" y="1853076"/>
                  </a:lnTo>
                  <a:lnTo>
                    <a:pt x="4538271" y="1853076"/>
                  </a:lnTo>
                  <a:lnTo>
                    <a:pt x="4538397" y="1853076"/>
                  </a:lnTo>
                  <a:lnTo>
                    <a:pt x="4538523" y="1853076"/>
                  </a:lnTo>
                  <a:lnTo>
                    <a:pt x="4538649" y="1853076"/>
                  </a:lnTo>
                  <a:lnTo>
                    <a:pt x="4538775" y="1853076"/>
                  </a:lnTo>
                  <a:lnTo>
                    <a:pt x="4538902" y="1853076"/>
                  </a:lnTo>
                  <a:lnTo>
                    <a:pt x="4539028" y="1853076"/>
                  </a:lnTo>
                  <a:lnTo>
                    <a:pt x="4539154" y="1853076"/>
                  </a:lnTo>
                  <a:lnTo>
                    <a:pt x="4539154" y="1847797"/>
                  </a:lnTo>
                  <a:lnTo>
                    <a:pt x="4539280" y="1847797"/>
                  </a:lnTo>
                  <a:lnTo>
                    <a:pt x="4539406" y="1847797"/>
                  </a:lnTo>
                  <a:lnTo>
                    <a:pt x="4539532" y="1847797"/>
                  </a:lnTo>
                  <a:lnTo>
                    <a:pt x="4539658" y="1847797"/>
                  </a:lnTo>
                  <a:lnTo>
                    <a:pt x="4539784" y="1847797"/>
                  </a:lnTo>
                  <a:lnTo>
                    <a:pt x="4539910" y="1847797"/>
                  </a:lnTo>
                  <a:lnTo>
                    <a:pt x="4540036" y="1847797"/>
                  </a:lnTo>
                  <a:lnTo>
                    <a:pt x="4540162" y="1847797"/>
                  </a:lnTo>
                  <a:lnTo>
                    <a:pt x="4540289" y="1847797"/>
                  </a:lnTo>
                  <a:lnTo>
                    <a:pt x="4540415" y="1847797"/>
                  </a:lnTo>
                  <a:lnTo>
                    <a:pt x="4540541" y="1847797"/>
                  </a:lnTo>
                  <a:lnTo>
                    <a:pt x="4540667" y="1847797"/>
                  </a:lnTo>
                  <a:lnTo>
                    <a:pt x="4540793" y="1847797"/>
                  </a:lnTo>
                  <a:lnTo>
                    <a:pt x="4540919" y="1847797"/>
                  </a:lnTo>
                  <a:lnTo>
                    <a:pt x="4541045" y="1847797"/>
                  </a:lnTo>
                  <a:lnTo>
                    <a:pt x="4541171" y="1847797"/>
                  </a:lnTo>
                  <a:lnTo>
                    <a:pt x="4541297" y="1847797"/>
                  </a:lnTo>
                  <a:lnTo>
                    <a:pt x="4541423" y="1847797"/>
                  </a:lnTo>
                  <a:lnTo>
                    <a:pt x="4541549" y="1847797"/>
                  </a:lnTo>
                  <a:lnTo>
                    <a:pt x="4541675" y="1847797"/>
                  </a:lnTo>
                  <a:lnTo>
                    <a:pt x="4541802" y="1847797"/>
                  </a:lnTo>
                  <a:lnTo>
                    <a:pt x="4541928" y="1847797"/>
                  </a:lnTo>
                  <a:lnTo>
                    <a:pt x="4542054" y="1847797"/>
                  </a:lnTo>
                  <a:lnTo>
                    <a:pt x="4542180" y="1847797"/>
                  </a:lnTo>
                  <a:lnTo>
                    <a:pt x="4542306" y="1847797"/>
                  </a:lnTo>
                  <a:lnTo>
                    <a:pt x="4542432" y="1847797"/>
                  </a:lnTo>
                  <a:lnTo>
                    <a:pt x="4542558" y="1847797"/>
                  </a:lnTo>
                  <a:lnTo>
                    <a:pt x="4542684" y="1847797"/>
                  </a:lnTo>
                  <a:lnTo>
                    <a:pt x="4542810" y="1847797"/>
                  </a:lnTo>
                  <a:lnTo>
                    <a:pt x="4542936" y="1847797"/>
                  </a:lnTo>
                  <a:lnTo>
                    <a:pt x="4543062" y="1847797"/>
                  </a:lnTo>
                  <a:lnTo>
                    <a:pt x="4543189" y="1847797"/>
                  </a:lnTo>
                  <a:lnTo>
                    <a:pt x="4543315" y="1847797"/>
                  </a:lnTo>
                  <a:lnTo>
                    <a:pt x="4543441" y="1847797"/>
                  </a:lnTo>
                  <a:lnTo>
                    <a:pt x="4543567" y="1847797"/>
                  </a:lnTo>
                  <a:lnTo>
                    <a:pt x="4543693" y="1847797"/>
                  </a:lnTo>
                  <a:lnTo>
                    <a:pt x="4543819" y="1847797"/>
                  </a:lnTo>
                  <a:lnTo>
                    <a:pt x="4543945" y="1847797"/>
                  </a:lnTo>
                  <a:lnTo>
                    <a:pt x="4544071" y="1847797"/>
                  </a:lnTo>
                  <a:lnTo>
                    <a:pt x="4544197" y="1847797"/>
                  </a:lnTo>
                  <a:lnTo>
                    <a:pt x="4544323" y="1847797"/>
                  </a:lnTo>
                  <a:lnTo>
                    <a:pt x="4544449" y="1847797"/>
                  </a:lnTo>
                  <a:lnTo>
                    <a:pt x="4544575" y="1847797"/>
                  </a:lnTo>
                  <a:lnTo>
                    <a:pt x="4544702" y="1847797"/>
                  </a:lnTo>
                  <a:lnTo>
                    <a:pt x="4544828" y="1847797"/>
                  </a:lnTo>
                  <a:lnTo>
                    <a:pt x="4544954" y="1847797"/>
                  </a:lnTo>
                  <a:lnTo>
                    <a:pt x="4545080" y="1847797"/>
                  </a:lnTo>
                  <a:lnTo>
                    <a:pt x="4545206" y="1847797"/>
                  </a:lnTo>
                  <a:lnTo>
                    <a:pt x="4545332" y="1847797"/>
                  </a:lnTo>
                  <a:lnTo>
                    <a:pt x="4545458" y="1847797"/>
                  </a:lnTo>
                  <a:lnTo>
                    <a:pt x="4545584" y="1847797"/>
                  </a:lnTo>
                  <a:lnTo>
                    <a:pt x="4545710" y="1847797"/>
                  </a:lnTo>
                  <a:lnTo>
                    <a:pt x="4545836" y="1847797"/>
                  </a:lnTo>
                  <a:lnTo>
                    <a:pt x="4545962" y="1847797"/>
                  </a:lnTo>
                  <a:lnTo>
                    <a:pt x="4546089" y="1847797"/>
                  </a:lnTo>
                  <a:lnTo>
                    <a:pt x="4546215" y="1847797"/>
                  </a:lnTo>
                  <a:lnTo>
                    <a:pt x="4546341" y="1847797"/>
                  </a:lnTo>
                  <a:lnTo>
                    <a:pt x="4546467" y="1847797"/>
                  </a:lnTo>
                  <a:lnTo>
                    <a:pt x="4546593" y="1847797"/>
                  </a:lnTo>
                  <a:lnTo>
                    <a:pt x="4546719" y="1847797"/>
                  </a:lnTo>
                  <a:lnTo>
                    <a:pt x="4546845" y="1847797"/>
                  </a:lnTo>
                  <a:lnTo>
                    <a:pt x="4546971" y="1847797"/>
                  </a:lnTo>
                  <a:lnTo>
                    <a:pt x="4547097" y="1847797"/>
                  </a:lnTo>
                  <a:lnTo>
                    <a:pt x="4547223" y="1847797"/>
                  </a:lnTo>
                  <a:lnTo>
                    <a:pt x="4547349" y="1847797"/>
                  </a:lnTo>
                  <a:lnTo>
                    <a:pt x="4547476" y="1847797"/>
                  </a:lnTo>
                  <a:lnTo>
                    <a:pt x="4547476" y="1842518"/>
                  </a:lnTo>
                  <a:lnTo>
                    <a:pt x="4547602" y="1842518"/>
                  </a:lnTo>
                  <a:lnTo>
                    <a:pt x="4547728" y="1842518"/>
                  </a:lnTo>
                  <a:lnTo>
                    <a:pt x="4547854" y="1842518"/>
                  </a:lnTo>
                  <a:lnTo>
                    <a:pt x="4547980" y="1842518"/>
                  </a:lnTo>
                  <a:lnTo>
                    <a:pt x="4548106" y="1842518"/>
                  </a:lnTo>
                  <a:lnTo>
                    <a:pt x="4548232" y="1842518"/>
                  </a:lnTo>
                  <a:lnTo>
                    <a:pt x="4548358" y="1842518"/>
                  </a:lnTo>
                  <a:lnTo>
                    <a:pt x="4548484" y="1842518"/>
                  </a:lnTo>
                  <a:lnTo>
                    <a:pt x="4548610" y="1842518"/>
                  </a:lnTo>
                  <a:lnTo>
                    <a:pt x="4548736" y="1842518"/>
                  </a:lnTo>
                  <a:lnTo>
                    <a:pt x="4548862" y="1842518"/>
                  </a:lnTo>
                  <a:lnTo>
                    <a:pt x="4548989" y="1842518"/>
                  </a:lnTo>
                  <a:lnTo>
                    <a:pt x="4549115" y="1842518"/>
                  </a:lnTo>
                  <a:lnTo>
                    <a:pt x="4549241" y="1842518"/>
                  </a:lnTo>
                  <a:lnTo>
                    <a:pt x="4549367" y="1842518"/>
                  </a:lnTo>
                  <a:lnTo>
                    <a:pt x="4549493" y="1842518"/>
                  </a:lnTo>
                  <a:lnTo>
                    <a:pt x="4549619" y="1842518"/>
                  </a:lnTo>
                  <a:lnTo>
                    <a:pt x="4549745" y="1842518"/>
                  </a:lnTo>
                  <a:lnTo>
                    <a:pt x="4549871" y="1842518"/>
                  </a:lnTo>
                  <a:lnTo>
                    <a:pt x="4549997" y="1842518"/>
                  </a:lnTo>
                  <a:lnTo>
                    <a:pt x="4550123" y="1842518"/>
                  </a:lnTo>
                  <a:lnTo>
                    <a:pt x="4550249" y="1842518"/>
                  </a:lnTo>
                  <a:lnTo>
                    <a:pt x="4550376" y="1842518"/>
                  </a:lnTo>
                  <a:lnTo>
                    <a:pt x="4550502" y="1842518"/>
                  </a:lnTo>
                  <a:lnTo>
                    <a:pt x="4550628" y="1842518"/>
                  </a:lnTo>
                  <a:lnTo>
                    <a:pt x="4550754" y="1842518"/>
                  </a:lnTo>
                  <a:lnTo>
                    <a:pt x="4550880" y="1842518"/>
                  </a:lnTo>
                  <a:lnTo>
                    <a:pt x="4551006" y="1842518"/>
                  </a:lnTo>
                  <a:lnTo>
                    <a:pt x="4551132" y="1842518"/>
                  </a:lnTo>
                  <a:lnTo>
                    <a:pt x="4551258" y="1842518"/>
                  </a:lnTo>
                  <a:lnTo>
                    <a:pt x="4551384" y="1842518"/>
                  </a:lnTo>
                  <a:lnTo>
                    <a:pt x="4551510" y="1842518"/>
                  </a:lnTo>
                  <a:lnTo>
                    <a:pt x="4551636" y="1842518"/>
                  </a:lnTo>
                  <a:lnTo>
                    <a:pt x="4551762" y="1842518"/>
                  </a:lnTo>
                  <a:lnTo>
                    <a:pt x="4551889" y="1842518"/>
                  </a:lnTo>
                  <a:lnTo>
                    <a:pt x="4552015" y="1842518"/>
                  </a:lnTo>
                  <a:lnTo>
                    <a:pt x="4552141" y="1842518"/>
                  </a:lnTo>
                  <a:lnTo>
                    <a:pt x="4552267" y="1842518"/>
                  </a:lnTo>
                  <a:lnTo>
                    <a:pt x="4552393" y="1842518"/>
                  </a:lnTo>
                  <a:lnTo>
                    <a:pt x="4552519" y="1842518"/>
                  </a:lnTo>
                  <a:lnTo>
                    <a:pt x="4552645" y="1842518"/>
                  </a:lnTo>
                  <a:lnTo>
                    <a:pt x="4552771" y="1842518"/>
                  </a:lnTo>
                  <a:lnTo>
                    <a:pt x="4552897" y="1842518"/>
                  </a:lnTo>
                  <a:lnTo>
                    <a:pt x="4553023" y="1842518"/>
                  </a:lnTo>
                  <a:lnTo>
                    <a:pt x="4553149" y="1842518"/>
                  </a:lnTo>
                  <a:lnTo>
                    <a:pt x="4553276" y="1842518"/>
                  </a:lnTo>
                  <a:lnTo>
                    <a:pt x="4553402" y="1842518"/>
                  </a:lnTo>
                  <a:lnTo>
                    <a:pt x="4553528" y="1842518"/>
                  </a:lnTo>
                  <a:lnTo>
                    <a:pt x="4553654" y="1842518"/>
                  </a:lnTo>
                  <a:lnTo>
                    <a:pt x="4553780" y="1842518"/>
                  </a:lnTo>
                  <a:lnTo>
                    <a:pt x="4553906" y="1842518"/>
                  </a:lnTo>
                  <a:lnTo>
                    <a:pt x="4554032" y="1842518"/>
                  </a:lnTo>
                  <a:lnTo>
                    <a:pt x="4554158" y="1842518"/>
                  </a:lnTo>
                  <a:lnTo>
                    <a:pt x="4554284" y="1842518"/>
                  </a:lnTo>
                  <a:lnTo>
                    <a:pt x="4554410" y="1842518"/>
                  </a:lnTo>
                  <a:lnTo>
                    <a:pt x="4554536" y="1842518"/>
                  </a:lnTo>
                  <a:lnTo>
                    <a:pt x="4554662" y="1842518"/>
                  </a:lnTo>
                  <a:lnTo>
                    <a:pt x="4554789" y="1842518"/>
                  </a:lnTo>
                  <a:lnTo>
                    <a:pt x="4554915" y="1842518"/>
                  </a:lnTo>
                  <a:lnTo>
                    <a:pt x="4555041" y="1842518"/>
                  </a:lnTo>
                  <a:lnTo>
                    <a:pt x="4555167" y="1842518"/>
                  </a:lnTo>
                  <a:lnTo>
                    <a:pt x="4555293" y="1842518"/>
                  </a:lnTo>
                  <a:lnTo>
                    <a:pt x="4555419" y="1842518"/>
                  </a:lnTo>
                  <a:lnTo>
                    <a:pt x="4555545" y="1842518"/>
                  </a:lnTo>
                  <a:lnTo>
                    <a:pt x="4555671" y="1842518"/>
                  </a:lnTo>
                  <a:lnTo>
                    <a:pt x="4555797" y="1842518"/>
                  </a:lnTo>
                  <a:lnTo>
                    <a:pt x="4555923" y="1842518"/>
                  </a:lnTo>
                  <a:lnTo>
                    <a:pt x="4556049" y="1842518"/>
                  </a:lnTo>
                  <a:lnTo>
                    <a:pt x="4556176" y="1842518"/>
                  </a:lnTo>
                  <a:lnTo>
                    <a:pt x="4556302" y="1842518"/>
                  </a:lnTo>
                  <a:lnTo>
                    <a:pt x="4556428" y="1842518"/>
                  </a:lnTo>
                  <a:lnTo>
                    <a:pt x="4556554" y="1842518"/>
                  </a:lnTo>
                  <a:lnTo>
                    <a:pt x="4556680" y="1842518"/>
                  </a:lnTo>
                  <a:lnTo>
                    <a:pt x="4556806" y="1842518"/>
                  </a:lnTo>
                  <a:lnTo>
                    <a:pt x="4556932" y="1842518"/>
                  </a:lnTo>
                  <a:lnTo>
                    <a:pt x="4557058" y="1842518"/>
                  </a:lnTo>
                  <a:lnTo>
                    <a:pt x="4557184" y="1842518"/>
                  </a:lnTo>
                  <a:lnTo>
                    <a:pt x="4557310" y="1842518"/>
                  </a:lnTo>
                  <a:lnTo>
                    <a:pt x="4557436" y="1842518"/>
                  </a:lnTo>
                  <a:lnTo>
                    <a:pt x="4557563" y="1842518"/>
                  </a:lnTo>
                  <a:lnTo>
                    <a:pt x="4557689" y="1842518"/>
                  </a:lnTo>
                  <a:lnTo>
                    <a:pt x="4557815" y="1842518"/>
                  </a:lnTo>
                  <a:lnTo>
                    <a:pt x="4557941" y="1842518"/>
                  </a:lnTo>
                  <a:lnTo>
                    <a:pt x="4558067" y="1842518"/>
                  </a:lnTo>
                  <a:lnTo>
                    <a:pt x="4558193" y="1842518"/>
                  </a:lnTo>
                  <a:lnTo>
                    <a:pt x="4558319" y="1842518"/>
                  </a:lnTo>
                  <a:lnTo>
                    <a:pt x="4558445" y="1842518"/>
                  </a:lnTo>
                  <a:lnTo>
                    <a:pt x="4558571" y="1842518"/>
                  </a:lnTo>
                  <a:lnTo>
                    <a:pt x="4558697" y="1842518"/>
                  </a:lnTo>
                  <a:lnTo>
                    <a:pt x="4558823" y="1842518"/>
                  </a:lnTo>
                  <a:lnTo>
                    <a:pt x="4558949" y="1842518"/>
                  </a:lnTo>
                  <a:lnTo>
                    <a:pt x="4559076" y="1842518"/>
                  </a:lnTo>
                  <a:lnTo>
                    <a:pt x="4559202" y="1842518"/>
                  </a:lnTo>
                  <a:lnTo>
                    <a:pt x="4559328" y="1842518"/>
                  </a:lnTo>
                  <a:lnTo>
                    <a:pt x="4559454" y="1842518"/>
                  </a:lnTo>
                  <a:lnTo>
                    <a:pt x="4559580" y="1842518"/>
                  </a:lnTo>
                  <a:lnTo>
                    <a:pt x="4559706" y="1842518"/>
                  </a:lnTo>
                  <a:lnTo>
                    <a:pt x="4559832" y="1842518"/>
                  </a:lnTo>
                  <a:lnTo>
                    <a:pt x="4559958" y="1842518"/>
                  </a:lnTo>
                  <a:lnTo>
                    <a:pt x="4560084" y="1842518"/>
                  </a:lnTo>
                  <a:lnTo>
                    <a:pt x="4560210" y="1842518"/>
                  </a:lnTo>
                  <a:lnTo>
                    <a:pt x="4560336" y="1842518"/>
                  </a:lnTo>
                  <a:lnTo>
                    <a:pt x="4560463" y="1842518"/>
                  </a:lnTo>
                  <a:lnTo>
                    <a:pt x="4560589" y="1842518"/>
                  </a:lnTo>
                  <a:lnTo>
                    <a:pt x="4560715" y="1842518"/>
                  </a:lnTo>
                  <a:lnTo>
                    <a:pt x="4560841" y="1842518"/>
                  </a:lnTo>
                  <a:lnTo>
                    <a:pt x="4560967" y="1842518"/>
                  </a:lnTo>
                  <a:lnTo>
                    <a:pt x="4561093" y="1842518"/>
                  </a:lnTo>
                  <a:lnTo>
                    <a:pt x="4561219" y="1842518"/>
                  </a:lnTo>
                  <a:lnTo>
                    <a:pt x="4561345" y="1842518"/>
                  </a:lnTo>
                  <a:lnTo>
                    <a:pt x="4561471" y="1842518"/>
                  </a:lnTo>
                  <a:lnTo>
                    <a:pt x="4561597" y="1842518"/>
                  </a:lnTo>
                  <a:lnTo>
                    <a:pt x="4561723" y="1842518"/>
                  </a:lnTo>
                  <a:lnTo>
                    <a:pt x="4561849" y="1842518"/>
                  </a:lnTo>
                  <a:lnTo>
                    <a:pt x="4561976" y="1842518"/>
                  </a:lnTo>
                  <a:lnTo>
                    <a:pt x="4562102" y="1842518"/>
                  </a:lnTo>
                  <a:lnTo>
                    <a:pt x="4562228" y="1842518"/>
                  </a:lnTo>
                  <a:lnTo>
                    <a:pt x="4562354" y="1842518"/>
                  </a:lnTo>
                  <a:lnTo>
                    <a:pt x="4562480" y="1842518"/>
                  </a:lnTo>
                  <a:lnTo>
                    <a:pt x="4562606" y="1842518"/>
                  </a:lnTo>
                  <a:lnTo>
                    <a:pt x="4562732" y="1842518"/>
                  </a:lnTo>
                  <a:lnTo>
                    <a:pt x="4562858" y="1842518"/>
                  </a:lnTo>
                  <a:lnTo>
                    <a:pt x="4562984" y="1842518"/>
                  </a:lnTo>
                  <a:lnTo>
                    <a:pt x="4563110" y="1842518"/>
                  </a:lnTo>
                  <a:lnTo>
                    <a:pt x="4563236" y="1842518"/>
                  </a:lnTo>
                  <a:lnTo>
                    <a:pt x="4563363" y="1842518"/>
                  </a:lnTo>
                  <a:lnTo>
                    <a:pt x="4563363" y="1837238"/>
                  </a:lnTo>
                  <a:lnTo>
                    <a:pt x="4563489" y="1837238"/>
                  </a:lnTo>
                  <a:lnTo>
                    <a:pt x="4563615" y="1837238"/>
                  </a:lnTo>
                  <a:lnTo>
                    <a:pt x="4563741" y="1837238"/>
                  </a:lnTo>
                  <a:lnTo>
                    <a:pt x="4563867" y="1837238"/>
                  </a:lnTo>
                  <a:lnTo>
                    <a:pt x="4563993" y="1837238"/>
                  </a:lnTo>
                  <a:lnTo>
                    <a:pt x="4564119" y="1837238"/>
                  </a:lnTo>
                  <a:lnTo>
                    <a:pt x="4564245" y="1837238"/>
                  </a:lnTo>
                  <a:lnTo>
                    <a:pt x="4564371" y="1837238"/>
                  </a:lnTo>
                  <a:lnTo>
                    <a:pt x="4564497" y="1837238"/>
                  </a:lnTo>
                  <a:lnTo>
                    <a:pt x="4564623" y="1837238"/>
                  </a:lnTo>
                  <a:lnTo>
                    <a:pt x="4564750" y="1837238"/>
                  </a:lnTo>
                  <a:lnTo>
                    <a:pt x="4564876" y="1837238"/>
                  </a:lnTo>
                  <a:lnTo>
                    <a:pt x="4565002" y="1837238"/>
                  </a:lnTo>
                  <a:lnTo>
                    <a:pt x="4565128" y="1837238"/>
                  </a:lnTo>
                  <a:lnTo>
                    <a:pt x="4565254" y="1837238"/>
                  </a:lnTo>
                  <a:lnTo>
                    <a:pt x="4565380" y="1837238"/>
                  </a:lnTo>
                  <a:lnTo>
                    <a:pt x="4565506" y="1837238"/>
                  </a:lnTo>
                  <a:lnTo>
                    <a:pt x="4565632" y="1837238"/>
                  </a:lnTo>
                  <a:lnTo>
                    <a:pt x="4565758" y="1837238"/>
                  </a:lnTo>
                  <a:lnTo>
                    <a:pt x="4565884" y="1837238"/>
                  </a:lnTo>
                  <a:lnTo>
                    <a:pt x="4566010" y="1837238"/>
                  </a:lnTo>
                  <a:lnTo>
                    <a:pt x="4566010" y="1831959"/>
                  </a:lnTo>
                  <a:lnTo>
                    <a:pt x="4566136" y="1831959"/>
                  </a:lnTo>
                  <a:lnTo>
                    <a:pt x="4566263" y="1831959"/>
                  </a:lnTo>
                  <a:lnTo>
                    <a:pt x="4566389" y="1831959"/>
                  </a:lnTo>
                  <a:lnTo>
                    <a:pt x="4566515" y="1831959"/>
                  </a:lnTo>
                  <a:lnTo>
                    <a:pt x="4566641" y="1831959"/>
                  </a:lnTo>
                  <a:lnTo>
                    <a:pt x="4566767" y="1831959"/>
                  </a:lnTo>
                  <a:lnTo>
                    <a:pt x="4566893" y="1831959"/>
                  </a:lnTo>
                  <a:lnTo>
                    <a:pt x="4567019" y="1831959"/>
                  </a:lnTo>
                  <a:lnTo>
                    <a:pt x="4567145" y="1831959"/>
                  </a:lnTo>
                  <a:lnTo>
                    <a:pt x="4567271" y="1831959"/>
                  </a:lnTo>
                  <a:lnTo>
                    <a:pt x="4567397" y="1831959"/>
                  </a:lnTo>
                  <a:lnTo>
                    <a:pt x="4567523" y="1831959"/>
                  </a:lnTo>
                  <a:lnTo>
                    <a:pt x="4567650" y="1831959"/>
                  </a:lnTo>
                  <a:lnTo>
                    <a:pt x="4567776" y="1831959"/>
                  </a:lnTo>
                  <a:lnTo>
                    <a:pt x="4567902" y="1831959"/>
                  </a:lnTo>
                  <a:lnTo>
                    <a:pt x="4568028" y="1831959"/>
                  </a:lnTo>
                  <a:lnTo>
                    <a:pt x="4568154" y="1831959"/>
                  </a:lnTo>
                  <a:lnTo>
                    <a:pt x="4568280" y="1831959"/>
                  </a:lnTo>
                  <a:lnTo>
                    <a:pt x="4568280" y="1826679"/>
                  </a:lnTo>
                  <a:lnTo>
                    <a:pt x="4568406" y="1826679"/>
                  </a:lnTo>
                  <a:lnTo>
                    <a:pt x="4568532" y="1826679"/>
                  </a:lnTo>
                  <a:lnTo>
                    <a:pt x="4568658" y="1826679"/>
                  </a:lnTo>
                  <a:lnTo>
                    <a:pt x="4568784" y="1826679"/>
                  </a:lnTo>
                  <a:lnTo>
                    <a:pt x="4568910" y="1826679"/>
                  </a:lnTo>
                  <a:lnTo>
                    <a:pt x="4569036" y="1826679"/>
                  </a:lnTo>
                  <a:lnTo>
                    <a:pt x="4569163" y="1826679"/>
                  </a:lnTo>
                  <a:lnTo>
                    <a:pt x="4569289" y="1826679"/>
                  </a:lnTo>
                  <a:lnTo>
                    <a:pt x="4569415" y="1826679"/>
                  </a:lnTo>
                  <a:lnTo>
                    <a:pt x="4569541" y="1826679"/>
                  </a:lnTo>
                  <a:lnTo>
                    <a:pt x="4569667" y="1826679"/>
                  </a:lnTo>
                  <a:lnTo>
                    <a:pt x="4569793" y="1826679"/>
                  </a:lnTo>
                  <a:lnTo>
                    <a:pt x="4569919" y="1826679"/>
                  </a:lnTo>
                  <a:lnTo>
                    <a:pt x="4570045" y="1826679"/>
                  </a:lnTo>
                  <a:lnTo>
                    <a:pt x="4570171" y="1826679"/>
                  </a:lnTo>
                  <a:lnTo>
                    <a:pt x="4570297" y="1826679"/>
                  </a:lnTo>
                  <a:lnTo>
                    <a:pt x="4570423" y="1826679"/>
                  </a:lnTo>
                  <a:lnTo>
                    <a:pt x="4570550" y="1826679"/>
                  </a:lnTo>
                  <a:lnTo>
                    <a:pt x="4570676" y="1826679"/>
                  </a:lnTo>
                  <a:lnTo>
                    <a:pt x="4570802" y="1826679"/>
                  </a:lnTo>
                  <a:lnTo>
                    <a:pt x="4570928" y="1826679"/>
                  </a:lnTo>
                  <a:lnTo>
                    <a:pt x="4571054" y="1826679"/>
                  </a:lnTo>
                  <a:lnTo>
                    <a:pt x="4571180" y="1826679"/>
                  </a:lnTo>
                  <a:lnTo>
                    <a:pt x="4571306" y="1826679"/>
                  </a:lnTo>
                  <a:lnTo>
                    <a:pt x="4571432" y="1826679"/>
                  </a:lnTo>
                  <a:lnTo>
                    <a:pt x="4571558" y="1826679"/>
                  </a:lnTo>
                  <a:lnTo>
                    <a:pt x="4571684" y="1826679"/>
                  </a:lnTo>
                  <a:lnTo>
                    <a:pt x="4571810" y="1826679"/>
                  </a:lnTo>
                  <a:lnTo>
                    <a:pt x="4571937" y="1826679"/>
                  </a:lnTo>
                  <a:lnTo>
                    <a:pt x="4572063" y="1826679"/>
                  </a:lnTo>
                  <a:lnTo>
                    <a:pt x="4572189" y="1826679"/>
                  </a:lnTo>
                  <a:lnTo>
                    <a:pt x="4572315" y="1826679"/>
                  </a:lnTo>
                  <a:lnTo>
                    <a:pt x="4572441" y="1826679"/>
                  </a:lnTo>
                  <a:lnTo>
                    <a:pt x="4572567" y="1826679"/>
                  </a:lnTo>
                  <a:lnTo>
                    <a:pt x="4572693" y="1826679"/>
                  </a:lnTo>
                  <a:lnTo>
                    <a:pt x="4572819" y="1826679"/>
                  </a:lnTo>
                  <a:lnTo>
                    <a:pt x="4572945" y="1826679"/>
                  </a:lnTo>
                  <a:lnTo>
                    <a:pt x="4573071" y="1826679"/>
                  </a:lnTo>
                  <a:lnTo>
                    <a:pt x="4573197" y="1826679"/>
                  </a:lnTo>
                  <a:lnTo>
                    <a:pt x="4573323" y="1826679"/>
                  </a:lnTo>
                  <a:lnTo>
                    <a:pt x="4573450" y="1826679"/>
                  </a:lnTo>
                  <a:lnTo>
                    <a:pt x="4573576" y="1826679"/>
                  </a:lnTo>
                  <a:lnTo>
                    <a:pt x="4573702" y="1826679"/>
                  </a:lnTo>
                  <a:lnTo>
                    <a:pt x="4573828" y="1826679"/>
                  </a:lnTo>
                  <a:lnTo>
                    <a:pt x="4573954" y="1826679"/>
                  </a:lnTo>
                  <a:lnTo>
                    <a:pt x="4574080" y="1826679"/>
                  </a:lnTo>
                  <a:lnTo>
                    <a:pt x="4574206" y="1826679"/>
                  </a:lnTo>
                  <a:lnTo>
                    <a:pt x="4574332" y="1826679"/>
                  </a:lnTo>
                  <a:lnTo>
                    <a:pt x="4574458" y="1826679"/>
                  </a:lnTo>
                  <a:lnTo>
                    <a:pt x="4574584" y="1826679"/>
                  </a:lnTo>
                  <a:lnTo>
                    <a:pt x="4574710" y="1826679"/>
                  </a:lnTo>
                  <a:lnTo>
                    <a:pt x="4574837" y="1826679"/>
                  </a:lnTo>
                  <a:lnTo>
                    <a:pt x="4574963" y="1826679"/>
                  </a:lnTo>
                  <a:lnTo>
                    <a:pt x="4575089" y="1826679"/>
                  </a:lnTo>
                  <a:lnTo>
                    <a:pt x="4575215" y="1826679"/>
                  </a:lnTo>
                  <a:lnTo>
                    <a:pt x="4575341" y="1826679"/>
                  </a:lnTo>
                  <a:lnTo>
                    <a:pt x="4575467" y="1826679"/>
                  </a:lnTo>
                  <a:lnTo>
                    <a:pt x="4575593" y="1826679"/>
                  </a:lnTo>
                  <a:lnTo>
                    <a:pt x="4575719" y="1826679"/>
                  </a:lnTo>
                  <a:lnTo>
                    <a:pt x="4575845" y="1826679"/>
                  </a:lnTo>
                  <a:lnTo>
                    <a:pt x="4575971" y="1826679"/>
                  </a:lnTo>
                  <a:lnTo>
                    <a:pt x="4576097" y="1826679"/>
                  </a:lnTo>
                  <a:lnTo>
                    <a:pt x="4576223" y="1826679"/>
                  </a:lnTo>
                  <a:lnTo>
                    <a:pt x="4576350" y="1826679"/>
                  </a:lnTo>
                  <a:lnTo>
                    <a:pt x="4576476" y="1826679"/>
                  </a:lnTo>
                  <a:lnTo>
                    <a:pt x="4576476" y="1821400"/>
                  </a:lnTo>
                  <a:lnTo>
                    <a:pt x="4576602" y="1821400"/>
                  </a:lnTo>
                  <a:lnTo>
                    <a:pt x="4576728" y="1821400"/>
                  </a:lnTo>
                  <a:lnTo>
                    <a:pt x="4576854" y="1821400"/>
                  </a:lnTo>
                  <a:lnTo>
                    <a:pt x="4576980" y="1821400"/>
                  </a:lnTo>
                  <a:lnTo>
                    <a:pt x="4577106" y="1821400"/>
                  </a:lnTo>
                  <a:lnTo>
                    <a:pt x="4577232" y="1821400"/>
                  </a:lnTo>
                  <a:lnTo>
                    <a:pt x="4577358" y="1821400"/>
                  </a:lnTo>
                  <a:lnTo>
                    <a:pt x="4577484" y="1821400"/>
                  </a:lnTo>
                  <a:lnTo>
                    <a:pt x="4577610" y="1821400"/>
                  </a:lnTo>
                  <a:lnTo>
                    <a:pt x="4577737" y="1821400"/>
                  </a:lnTo>
                  <a:lnTo>
                    <a:pt x="4577863" y="1821400"/>
                  </a:lnTo>
                  <a:lnTo>
                    <a:pt x="4577989" y="1821400"/>
                  </a:lnTo>
                  <a:lnTo>
                    <a:pt x="4577989" y="1816120"/>
                  </a:lnTo>
                  <a:lnTo>
                    <a:pt x="4578115" y="1816120"/>
                  </a:lnTo>
                  <a:lnTo>
                    <a:pt x="4578241" y="1816120"/>
                  </a:lnTo>
                  <a:lnTo>
                    <a:pt x="4578367" y="1816120"/>
                  </a:lnTo>
                  <a:lnTo>
                    <a:pt x="4578493" y="1816120"/>
                  </a:lnTo>
                  <a:lnTo>
                    <a:pt x="4578619" y="1816120"/>
                  </a:lnTo>
                  <a:lnTo>
                    <a:pt x="4578745" y="1816120"/>
                  </a:lnTo>
                  <a:lnTo>
                    <a:pt x="4578871" y="1816120"/>
                  </a:lnTo>
                  <a:lnTo>
                    <a:pt x="4578997" y="1816120"/>
                  </a:lnTo>
                  <a:lnTo>
                    <a:pt x="4579123" y="1816120"/>
                  </a:lnTo>
                  <a:lnTo>
                    <a:pt x="4579250" y="1816120"/>
                  </a:lnTo>
                  <a:lnTo>
                    <a:pt x="4579376" y="1816120"/>
                  </a:lnTo>
                  <a:lnTo>
                    <a:pt x="4579502" y="1816120"/>
                  </a:lnTo>
                  <a:lnTo>
                    <a:pt x="4579628" y="1816120"/>
                  </a:lnTo>
                  <a:lnTo>
                    <a:pt x="4579754" y="1816120"/>
                  </a:lnTo>
                  <a:lnTo>
                    <a:pt x="4579880" y="1816120"/>
                  </a:lnTo>
                  <a:lnTo>
                    <a:pt x="4580006" y="1816120"/>
                  </a:lnTo>
                  <a:lnTo>
                    <a:pt x="4580132" y="1816120"/>
                  </a:lnTo>
                  <a:lnTo>
                    <a:pt x="4580258" y="1816120"/>
                  </a:lnTo>
                  <a:lnTo>
                    <a:pt x="4580384" y="1816120"/>
                  </a:lnTo>
                  <a:lnTo>
                    <a:pt x="4580510" y="1816120"/>
                  </a:lnTo>
                  <a:lnTo>
                    <a:pt x="4580637" y="1816120"/>
                  </a:lnTo>
                  <a:lnTo>
                    <a:pt x="4580763" y="1816120"/>
                  </a:lnTo>
                  <a:lnTo>
                    <a:pt x="4580889" y="1816120"/>
                  </a:lnTo>
                  <a:lnTo>
                    <a:pt x="4581015" y="1816120"/>
                  </a:lnTo>
                  <a:lnTo>
                    <a:pt x="4581141" y="1816120"/>
                  </a:lnTo>
                  <a:lnTo>
                    <a:pt x="4581267" y="1816120"/>
                  </a:lnTo>
                  <a:lnTo>
                    <a:pt x="4581393" y="1816120"/>
                  </a:lnTo>
                  <a:lnTo>
                    <a:pt x="4581519" y="1816120"/>
                  </a:lnTo>
                  <a:lnTo>
                    <a:pt x="4581645" y="1816120"/>
                  </a:lnTo>
                  <a:lnTo>
                    <a:pt x="4581771" y="1816120"/>
                  </a:lnTo>
                  <a:lnTo>
                    <a:pt x="4581897" y="1816120"/>
                  </a:lnTo>
                  <a:lnTo>
                    <a:pt x="4582024" y="1816120"/>
                  </a:lnTo>
                  <a:lnTo>
                    <a:pt x="4582150" y="1816120"/>
                  </a:lnTo>
                  <a:lnTo>
                    <a:pt x="4582276" y="1816120"/>
                  </a:lnTo>
                  <a:lnTo>
                    <a:pt x="4582402" y="1816120"/>
                  </a:lnTo>
                  <a:lnTo>
                    <a:pt x="4582528" y="1816120"/>
                  </a:lnTo>
                  <a:lnTo>
                    <a:pt x="4582528" y="1810841"/>
                  </a:lnTo>
                  <a:lnTo>
                    <a:pt x="4582654" y="1810841"/>
                  </a:lnTo>
                  <a:lnTo>
                    <a:pt x="4582780" y="1810841"/>
                  </a:lnTo>
                  <a:lnTo>
                    <a:pt x="4582906" y="1810841"/>
                  </a:lnTo>
                  <a:lnTo>
                    <a:pt x="4583032" y="1810841"/>
                  </a:lnTo>
                  <a:lnTo>
                    <a:pt x="4583158" y="1810841"/>
                  </a:lnTo>
                  <a:lnTo>
                    <a:pt x="4583284" y="1810841"/>
                  </a:lnTo>
                  <a:lnTo>
                    <a:pt x="4583410" y="1810841"/>
                  </a:lnTo>
                  <a:lnTo>
                    <a:pt x="4583537" y="1810841"/>
                  </a:lnTo>
                  <a:lnTo>
                    <a:pt x="4583663" y="1810841"/>
                  </a:lnTo>
                  <a:lnTo>
                    <a:pt x="4583789" y="1810841"/>
                  </a:lnTo>
                  <a:lnTo>
                    <a:pt x="4583915" y="1810841"/>
                  </a:lnTo>
                  <a:lnTo>
                    <a:pt x="4584041" y="1810841"/>
                  </a:lnTo>
                  <a:lnTo>
                    <a:pt x="4584167" y="1810841"/>
                  </a:lnTo>
                  <a:lnTo>
                    <a:pt x="4584293" y="1810841"/>
                  </a:lnTo>
                  <a:lnTo>
                    <a:pt x="4584419" y="1810841"/>
                  </a:lnTo>
                  <a:lnTo>
                    <a:pt x="4584545" y="1810841"/>
                  </a:lnTo>
                  <a:lnTo>
                    <a:pt x="4584545" y="1805562"/>
                  </a:lnTo>
                  <a:lnTo>
                    <a:pt x="4584671" y="1805562"/>
                  </a:lnTo>
                  <a:lnTo>
                    <a:pt x="4584797" y="1805562"/>
                  </a:lnTo>
                  <a:lnTo>
                    <a:pt x="4584924" y="1805562"/>
                  </a:lnTo>
                  <a:lnTo>
                    <a:pt x="4585050" y="1805562"/>
                  </a:lnTo>
                  <a:lnTo>
                    <a:pt x="4585176" y="1805562"/>
                  </a:lnTo>
                  <a:lnTo>
                    <a:pt x="4585302" y="1805562"/>
                  </a:lnTo>
                  <a:lnTo>
                    <a:pt x="4585428" y="1805562"/>
                  </a:lnTo>
                  <a:lnTo>
                    <a:pt x="4585554" y="1805562"/>
                  </a:lnTo>
                  <a:lnTo>
                    <a:pt x="4585680" y="1805562"/>
                  </a:lnTo>
                  <a:lnTo>
                    <a:pt x="4585806" y="1805562"/>
                  </a:lnTo>
                  <a:lnTo>
                    <a:pt x="4585932" y="1805562"/>
                  </a:lnTo>
                  <a:lnTo>
                    <a:pt x="4586058" y="1805562"/>
                  </a:lnTo>
                  <a:lnTo>
                    <a:pt x="4586184" y="1805562"/>
                  </a:lnTo>
                  <a:lnTo>
                    <a:pt x="4586310" y="1805562"/>
                  </a:lnTo>
                  <a:lnTo>
                    <a:pt x="4586437" y="1805562"/>
                  </a:lnTo>
                  <a:lnTo>
                    <a:pt x="4586563" y="1805562"/>
                  </a:lnTo>
                  <a:lnTo>
                    <a:pt x="4586689" y="1805562"/>
                  </a:lnTo>
                  <a:lnTo>
                    <a:pt x="4586815" y="1805562"/>
                  </a:lnTo>
                  <a:lnTo>
                    <a:pt x="4586941" y="1805562"/>
                  </a:lnTo>
                  <a:lnTo>
                    <a:pt x="4587067" y="1805562"/>
                  </a:lnTo>
                  <a:lnTo>
                    <a:pt x="4587193" y="1805562"/>
                  </a:lnTo>
                  <a:lnTo>
                    <a:pt x="4587319" y="1805562"/>
                  </a:lnTo>
                  <a:lnTo>
                    <a:pt x="4587445" y="1805562"/>
                  </a:lnTo>
                  <a:lnTo>
                    <a:pt x="4587571" y="1805562"/>
                  </a:lnTo>
                  <a:lnTo>
                    <a:pt x="4587697" y="1805562"/>
                  </a:lnTo>
                  <a:lnTo>
                    <a:pt x="4587824" y="1805562"/>
                  </a:lnTo>
                  <a:lnTo>
                    <a:pt x="4587950" y="1805562"/>
                  </a:lnTo>
                  <a:lnTo>
                    <a:pt x="4588076" y="1805562"/>
                  </a:lnTo>
                  <a:lnTo>
                    <a:pt x="4588202" y="1805562"/>
                  </a:lnTo>
                  <a:lnTo>
                    <a:pt x="4588328" y="1805562"/>
                  </a:lnTo>
                  <a:lnTo>
                    <a:pt x="4588454" y="1805562"/>
                  </a:lnTo>
                  <a:lnTo>
                    <a:pt x="4588580" y="1805562"/>
                  </a:lnTo>
                  <a:lnTo>
                    <a:pt x="4588706" y="1805562"/>
                  </a:lnTo>
                  <a:lnTo>
                    <a:pt x="4588832" y="1805562"/>
                  </a:lnTo>
                  <a:lnTo>
                    <a:pt x="4588958" y="1805562"/>
                  </a:lnTo>
                  <a:lnTo>
                    <a:pt x="4589084" y="1805562"/>
                  </a:lnTo>
                  <a:lnTo>
                    <a:pt x="4589211" y="1805562"/>
                  </a:lnTo>
                  <a:lnTo>
                    <a:pt x="4589337" y="1805562"/>
                  </a:lnTo>
                  <a:lnTo>
                    <a:pt x="4589463" y="1805562"/>
                  </a:lnTo>
                  <a:lnTo>
                    <a:pt x="4589589" y="1805562"/>
                  </a:lnTo>
                  <a:lnTo>
                    <a:pt x="4589715" y="1805562"/>
                  </a:lnTo>
                  <a:lnTo>
                    <a:pt x="4589841" y="1805562"/>
                  </a:lnTo>
                  <a:lnTo>
                    <a:pt x="4589967" y="1805562"/>
                  </a:lnTo>
                  <a:lnTo>
                    <a:pt x="4590093" y="1805562"/>
                  </a:lnTo>
                  <a:lnTo>
                    <a:pt x="4590219" y="1805562"/>
                  </a:lnTo>
                  <a:lnTo>
                    <a:pt x="4590345" y="1805562"/>
                  </a:lnTo>
                  <a:lnTo>
                    <a:pt x="4590471" y="1805562"/>
                  </a:lnTo>
                  <a:lnTo>
                    <a:pt x="4590597" y="1805562"/>
                  </a:lnTo>
                  <a:lnTo>
                    <a:pt x="4590724" y="1805562"/>
                  </a:lnTo>
                  <a:lnTo>
                    <a:pt x="4590850" y="1805562"/>
                  </a:lnTo>
                  <a:lnTo>
                    <a:pt x="4590976" y="1805562"/>
                  </a:lnTo>
                  <a:lnTo>
                    <a:pt x="4591102" y="1805562"/>
                  </a:lnTo>
                  <a:lnTo>
                    <a:pt x="4591228" y="1805562"/>
                  </a:lnTo>
                  <a:lnTo>
                    <a:pt x="4591354" y="1805562"/>
                  </a:lnTo>
                  <a:lnTo>
                    <a:pt x="4591480" y="1805562"/>
                  </a:lnTo>
                  <a:lnTo>
                    <a:pt x="4591606" y="1805562"/>
                  </a:lnTo>
                  <a:lnTo>
                    <a:pt x="4591732" y="1805562"/>
                  </a:lnTo>
                  <a:lnTo>
                    <a:pt x="4591858" y="1805562"/>
                  </a:lnTo>
                  <a:lnTo>
                    <a:pt x="4591984" y="1805562"/>
                  </a:lnTo>
                  <a:lnTo>
                    <a:pt x="4592111" y="1805562"/>
                  </a:lnTo>
                  <a:lnTo>
                    <a:pt x="4592111" y="1800282"/>
                  </a:lnTo>
                  <a:lnTo>
                    <a:pt x="4592237" y="1800282"/>
                  </a:lnTo>
                  <a:lnTo>
                    <a:pt x="4592363" y="1800282"/>
                  </a:lnTo>
                  <a:lnTo>
                    <a:pt x="4592489" y="1800282"/>
                  </a:lnTo>
                  <a:lnTo>
                    <a:pt x="4592615" y="1800282"/>
                  </a:lnTo>
                  <a:lnTo>
                    <a:pt x="4592741" y="1800282"/>
                  </a:lnTo>
                  <a:lnTo>
                    <a:pt x="4592867" y="1800282"/>
                  </a:lnTo>
                  <a:lnTo>
                    <a:pt x="4592993" y="1800282"/>
                  </a:lnTo>
                  <a:lnTo>
                    <a:pt x="4593119" y="1800282"/>
                  </a:lnTo>
                  <a:lnTo>
                    <a:pt x="4593245" y="1800282"/>
                  </a:lnTo>
                  <a:lnTo>
                    <a:pt x="4593371" y="1800282"/>
                  </a:lnTo>
                  <a:lnTo>
                    <a:pt x="4593497" y="1800282"/>
                  </a:lnTo>
                  <a:lnTo>
                    <a:pt x="4593624" y="1800282"/>
                  </a:lnTo>
                  <a:lnTo>
                    <a:pt x="4593750" y="1800282"/>
                  </a:lnTo>
                  <a:lnTo>
                    <a:pt x="4593876" y="1800282"/>
                  </a:lnTo>
                  <a:lnTo>
                    <a:pt x="4594002" y="1800282"/>
                  </a:lnTo>
                  <a:lnTo>
                    <a:pt x="4594128" y="1800282"/>
                  </a:lnTo>
                  <a:lnTo>
                    <a:pt x="4594254" y="1800282"/>
                  </a:lnTo>
                  <a:lnTo>
                    <a:pt x="4594380" y="1800282"/>
                  </a:lnTo>
                  <a:lnTo>
                    <a:pt x="4594506" y="1800282"/>
                  </a:lnTo>
                  <a:lnTo>
                    <a:pt x="4594632" y="1800282"/>
                  </a:lnTo>
                  <a:lnTo>
                    <a:pt x="4594758" y="1800282"/>
                  </a:lnTo>
                  <a:lnTo>
                    <a:pt x="4594884" y="1800282"/>
                  </a:lnTo>
                  <a:lnTo>
                    <a:pt x="4595011" y="1800282"/>
                  </a:lnTo>
                  <a:lnTo>
                    <a:pt x="4595137" y="1800282"/>
                  </a:lnTo>
                  <a:lnTo>
                    <a:pt x="4595263" y="1800282"/>
                  </a:lnTo>
                  <a:lnTo>
                    <a:pt x="4595389" y="1800282"/>
                  </a:lnTo>
                  <a:lnTo>
                    <a:pt x="4595515" y="1800282"/>
                  </a:lnTo>
                  <a:lnTo>
                    <a:pt x="4595641" y="1800282"/>
                  </a:lnTo>
                  <a:lnTo>
                    <a:pt x="4595767" y="1800282"/>
                  </a:lnTo>
                  <a:lnTo>
                    <a:pt x="4595893" y="1800282"/>
                  </a:lnTo>
                  <a:lnTo>
                    <a:pt x="4596019" y="1800282"/>
                  </a:lnTo>
                  <a:lnTo>
                    <a:pt x="4596145" y="1800282"/>
                  </a:lnTo>
                  <a:lnTo>
                    <a:pt x="4596271" y="1800282"/>
                  </a:lnTo>
                  <a:lnTo>
                    <a:pt x="4596397" y="1800282"/>
                  </a:lnTo>
                  <a:lnTo>
                    <a:pt x="4596524" y="1800282"/>
                  </a:lnTo>
                  <a:lnTo>
                    <a:pt x="4596650" y="1800282"/>
                  </a:lnTo>
                  <a:lnTo>
                    <a:pt x="4596776" y="1800282"/>
                  </a:lnTo>
                  <a:lnTo>
                    <a:pt x="4596902" y="1800282"/>
                  </a:lnTo>
                  <a:lnTo>
                    <a:pt x="4597028" y="1800282"/>
                  </a:lnTo>
                  <a:lnTo>
                    <a:pt x="4597154" y="1800282"/>
                  </a:lnTo>
                  <a:lnTo>
                    <a:pt x="4597280" y="1800282"/>
                  </a:lnTo>
                  <a:lnTo>
                    <a:pt x="4597406" y="1800282"/>
                  </a:lnTo>
                  <a:lnTo>
                    <a:pt x="4597532" y="1800282"/>
                  </a:lnTo>
                  <a:lnTo>
                    <a:pt x="4597658" y="1800282"/>
                  </a:lnTo>
                  <a:lnTo>
                    <a:pt x="4597784" y="1800282"/>
                  </a:lnTo>
                  <a:lnTo>
                    <a:pt x="4597911" y="1800282"/>
                  </a:lnTo>
                  <a:lnTo>
                    <a:pt x="4598037" y="1800282"/>
                  </a:lnTo>
                  <a:lnTo>
                    <a:pt x="4598163" y="1800282"/>
                  </a:lnTo>
                  <a:lnTo>
                    <a:pt x="4598289" y="1800282"/>
                  </a:lnTo>
                  <a:lnTo>
                    <a:pt x="4598415" y="1800282"/>
                  </a:lnTo>
                  <a:lnTo>
                    <a:pt x="4598541" y="1800282"/>
                  </a:lnTo>
                  <a:lnTo>
                    <a:pt x="4598667" y="1800282"/>
                  </a:lnTo>
                  <a:lnTo>
                    <a:pt x="4598793" y="1800282"/>
                  </a:lnTo>
                  <a:lnTo>
                    <a:pt x="4598919" y="1800282"/>
                  </a:lnTo>
                  <a:lnTo>
                    <a:pt x="4599045" y="1800282"/>
                  </a:lnTo>
                  <a:lnTo>
                    <a:pt x="4599171" y="1800282"/>
                  </a:lnTo>
                  <a:lnTo>
                    <a:pt x="4599298" y="1800282"/>
                  </a:lnTo>
                  <a:lnTo>
                    <a:pt x="4599424" y="1800282"/>
                  </a:lnTo>
                  <a:lnTo>
                    <a:pt x="4599550" y="1800282"/>
                  </a:lnTo>
                  <a:lnTo>
                    <a:pt x="4599676" y="1800282"/>
                  </a:lnTo>
                  <a:lnTo>
                    <a:pt x="4599802" y="1800282"/>
                  </a:lnTo>
                  <a:lnTo>
                    <a:pt x="4599928" y="1800282"/>
                  </a:lnTo>
                  <a:lnTo>
                    <a:pt x="4600054" y="1800282"/>
                  </a:lnTo>
                  <a:lnTo>
                    <a:pt x="4600180" y="1800282"/>
                  </a:lnTo>
                  <a:lnTo>
                    <a:pt x="4600306" y="1800282"/>
                  </a:lnTo>
                  <a:lnTo>
                    <a:pt x="4600306" y="1795003"/>
                  </a:lnTo>
                  <a:lnTo>
                    <a:pt x="4600432" y="1795003"/>
                  </a:lnTo>
                  <a:lnTo>
                    <a:pt x="4600558" y="1795003"/>
                  </a:lnTo>
                  <a:lnTo>
                    <a:pt x="4600684" y="1795003"/>
                  </a:lnTo>
                  <a:lnTo>
                    <a:pt x="4600811" y="1795003"/>
                  </a:lnTo>
                  <a:lnTo>
                    <a:pt x="4600937" y="1795003"/>
                  </a:lnTo>
                  <a:lnTo>
                    <a:pt x="4601063" y="1795003"/>
                  </a:lnTo>
                  <a:lnTo>
                    <a:pt x="4601189" y="1795003"/>
                  </a:lnTo>
                  <a:lnTo>
                    <a:pt x="4601315" y="1795003"/>
                  </a:lnTo>
                  <a:lnTo>
                    <a:pt x="4601441" y="1795003"/>
                  </a:lnTo>
                  <a:lnTo>
                    <a:pt x="4601567" y="1795003"/>
                  </a:lnTo>
                  <a:lnTo>
                    <a:pt x="4601693" y="1795003"/>
                  </a:lnTo>
                  <a:lnTo>
                    <a:pt x="4601819" y="1795003"/>
                  </a:lnTo>
                  <a:lnTo>
                    <a:pt x="4601819" y="1789723"/>
                  </a:lnTo>
                  <a:lnTo>
                    <a:pt x="4601945" y="1789723"/>
                  </a:lnTo>
                  <a:lnTo>
                    <a:pt x="4602071" y="1789723"/>
                  </a:lnTo>
                  <a:lnTo>
                    <a:pt x="4602198" y="1789723"/>
                  </a:lnTo>
                  <a:lnTo>
                    <a:pt x="4602324" y="1789723"/>
                  </a:lnTo>
                  <a:lnTo>
                    <a:pt x="4602450" y="1789723"/>
                  </a:lnTo>
                  <a:lnTo>
                    <a:pt x="4602576" y="1789723"/>
                  </a:lnTo>
                  <a:lnTo>
                    <a:pt x="4602702" y="1789723"/>
                  </a:lnTo>
                  <a:lnTo>
                    <a:pt x="4602828" y="1789723"/>
                  </a:lnTo>
                  <a:lnTo>
                    <a:pt x="4602954" y="1789723"/>
                  </a:lnTo>
                  <a:lnTo>
                    <a:pt x="4603080" y="1789723"/>
                  </a:lnTo>
                  <a:lnTo>
                    <a:pt x="4603206" y="1789723"/>
                  </a:lnTo>
                  <a:lnTo>
                    <a:pt x="4603332" y="1789723"/>
                  </a:lnTo>
                  <a:lnTo>
                    <a:pt x="4603458" y="1789723"/>
                  </a:lnTo>
                  <a:lnTo>
                    <a:pt x="4603584" y="1789723"/>
                  </a:lnTo>
                  <a:lnTo>
                    <a:pt x="4603711" y="1789723"/>
                  </a:lnTo>
                  <a:lnTo>
                    <a:pt x="4603837" y="1789723"/>
                  </a:lnTo>
                  <a:lnTo>
                    <a:pt x="4603963" y="1789723"/>
                  </a:lnTo>
                  <a:lnTo>
                    <a:pt x="4604089" y="1789723"/>
                  </a:lnTo>
                  <a:lnTo>
                    <a:pt x="4604215" y="1789723"/>
                  </a:lnTo>
                  <a:lnTo>
                    <a:pt x="4604341" y="1789723"/>
                  </a:lnTo>
                  <a:lnTo>
                    <a:pt x="4604467" y="1789723"/>
                  </a:lnTo>
                  <a:lnTo>
                    <a:pt x="4604593" y="1789723"/>
                  </a:lnTo>
                  <a:lnTo>
                    <a:pt x="4604719" y="1789723"/>
                  </a:lnTo>
                  <a:lnTo>
                    <a:pt x="4604845" y="1789723"/>
                  </a:lnTo>
                  <a:lnTo>
                    <a:pt x="4604971" y="1789723"/>
                  </a:lnTo>
                  <a:lnTo>
                    <a:pt x="4605098" y="1789723"/>
                  </a:lnTo>
                  <a:lnTo>
                    <a:pt x="4605224" y="1789723"/>
                  </a:lnTo>
                  <a:lnTo>
                    <a:pt x="4605350" y="1789723"/>
                  </a:lnTo>
                  <a:lnTo>
                    <a:pt x="4605476" y="1789723"/>
                  </a:lnTo>
                  <a:lnTo>
                    <a:pt x="4605602" y="1789723"/>
                  </a:lnTo>
                  <a:lnTo>
                    <a:pt x="4605728" y="1789723"/>
                  </a:lnTo>
                  <a:lnTo>
                    <a:pt x="4605854" y="1789723"/>
                  </a:lnTo>
                  <a:lnTo>
                    <a:pt x="4605980" y="1789723"/>
                  </a:lnTo>
                  <a:lnTo>
                    <a:pt x="4606106" y="1789723"/>
                  </a:lnTo>
                  <a:lnTo>
                    <a:pt x="4606232" y="1789723"/>
                  </a:lnTo>
                  <a:lnTo>
                    <a:pt x="4606358" y="1789723"/>
                  </a:lnTo>
                  <a:lnTo>
                    <a:pt x="4606485" y="1789723"/>
                  </a:lnTo>
                  <a:lnTo>
                    <a:pt x="4606611" y="1789723"/>
                  </a:lnTo>
                  <a:lnTo>
                    <a:pt x="4606737" y="1789723"/>
                  </a:lnTo>
                  <a:lnTo>
                    <a:pt x="4606863" y="1789723"/>
                  </a:lnTo>
                  <a:lnTo>
                    <a:pt x="4606989" y="1789723"/>
                  </a:lnTo>
                  <a:lnTo>
                    <a:pt x="4607115" y="1789723"/>
                  </a:lnTo>
                  <a:lnTo>
                    <a:pt x="4607241" y="1789723"/>
                  </a:lnTo>
                  <a:lnTo>
                    <a:pt x="4607367" y="1789723"/>
                  </a:lnTo>
                  <a:lnTo>
                    <a:pt x="4607493" y="1789723"/>
                  </a:lnTo>
                  <a:lnTo>
                    <a:pt x="4607619" y="1789723"/>
                  </a:lnTo>
                  <a:lnTo>
                    <a:pt x="4607745" y="1789723"/>
                  </a:lnTo>
                  <a:lnTo>
                    <a:pt x="4607871" y="1789723"/>
                  </a:lnTo>
                  <a:lnTo>
                    <a:pt x="4607998" y="1789723"/>
                  </a:lnTo>
                  <a:lnTo>
                    <a:pt x="4608124" y="1789723"/>
                  </a:lnTo>
                  <a:lnTo>
                    <a:pt x="4608250" y="1789723"/>
                  </a:lnTo>
                  <a:lnTo>
                    <a:pt x="4608376" y="1789723"/>
                  </a:lnTo>
                  <a:lnTo>
                    <a:pt x="4608502" y="1789723"/>
                  </a:lnTo>
                  <a:lnTo>
                    <a:pt x="4608628" y="1789723"/>
                  </a:lnTo>
                  <a:lnTo>
                    <a:pt x="4608754" y="1789723"/>
                  </a:lnTo>
                  <a:lnTo>
                    <a:pt x="4608880" y="1789723"/>
                  </a:lnTo>
                  <a:lnTo>
                    <a:pt x="4609006" y="1789723"/>
                  </a:lnTo>
                  <a:lnTo>
                    <a:pt x="4609132" y="1789723"/>
                  </a:lnTo>
                  <a:lnTo>
                    <a:pt x="4609258" y="1789723"/>
                  </a:lnTo>
                  <a:lnTo>
                    <a:pt x="4609385" y="1789723"/>
                  </a:lnTo>
                  <a:lnTo>
                    <a:pt x="4609511" y="1789723"/>
                  </a:lnTo>
                  <a:lnTo>
                    <a:pt x="4609637" y="1789723"/>
                  </a:lnTo>
                  <a:lnTo>
                    <a:pt x="4609763" y="1789723"/>
                  </a:lnTo>
                  <a:lnTo>
                    <a:pt x="4609889" y="1789723"/>
                  </a:lnTo>
                  <a:lnTo>
                    <a:pt x="4610015" y="1789723"/>
                  </a:lnTo>
                  <a:lnTo>
                    <a:pt x="4610141" y="1789723"/>
                  </a:lnTo>
                  <a:lnTo>
                    <a:pt x="4610267" y="1789723"/>
                  </a:lnTo>
                  <a:lnTo>
                    <a:pt x="4610393" y="1789723"/>
                  </a:lnTo>
                  <a:lnTo>
                    <a:pt x="4610519" y="1789723"/>
                  </a:lnTo>
                  <a:lnTo>
                    <a:pt x="4610645" y="1789723"/>
                  </a:lnTo>
                  <a:lnTo>
                    <a:pt x="4610771" y="1789723"/>
                  </a:lnTo>
                  <a:lnTo>
                    <a:pt x="4610898" y="1789723"/>
                  </a:lnTo>
                  <a:lnTo>
                    <a:pt x="4611024" y="1789723"/>
                  </a:lnTo>
                  <a:lnTo>
                    <a:pt x="4611150" y="1789723"/>
                  </a:lnTo>
                  <a:lnTo>
                    <a:pt x="4611276" y="1789723"/>
                  </a:lnTo>
                  <a:lnTo>
                    <a:pt x="4611402" y="1789723"/>
                  </a:lnTo>
                  <a:lnTo>
                    <a:pt x="4611528" y="1789723"/>
                  </a:lnTo>
                  <a:lnTo>
                    <a:pt x="4611654" y="1789723"/>
                  </a:lnTo>
                  <a:lnTo>
                    <a:pt x="4611780" y="1789723"/>
                  </a:lnTo>
                  <a:lnTo>
                    <a:pt x="4611906" y="1789723"/>
                  </a:lnTo>
                  <a:lnTo>
                    <a:pt x="4612032" y="1789723"/>
                  </a:lnTo>
                  <a:lnTo>
                    <a:pt x="4612158" y="1789723"/>
                  </a:lnTo>
                  <a:lnTo>
                    <a:pt x="4612285" y="1789723"/>
                  </a:lnTo>
                  <a:lnTo>
                    <a:pt x="4612411" y="1789723"/>
                  </a:lnTo>
                  <a:lnTo>
                    <a:pt x="4612537" y="1789723"/>
                  </a:lnTo>
                  <a:lnTo>
                    <a:pt x="4612663" y="1789723"/>
                  </a:lnTo>
                  <a:lnTo>
                    <a:pt x="4612789" y="1789723"/>
                  </a:lnTo>
                  <a:lnTo>
                    <a:pt x="4612915" y="1789723"/>
                  </a:lnTo>
                  <a:lnTo>
                    <a:pt x="4613041" y="1789723"/>
                  </a:lnTo>
                  <a:lnTo>
                    <a:pt x="4613167" y="1789723"/>
                  </a:lnTo>
                  <a:lnTo>
                    <a:pt x="4613293" y="1789723"/>
                  </a:lnTo>
                  <a:lnTo>
                    <a:pt x="4613419" y="1789723"/>
                  </a:lnTo>
                  <a:lnTo>
                    <a:pt x="4613545" y="1789723"/>
                  </a:lnTo>
                  <a:lnTo>
                    <a:pt x="4613672" y="1789723"/>
                  </a:lnTo>
                  <a:lnTo>
                    <a:pt x="4613798" y="1789723"/>
                  </a:lnTo>
                  <a:lnTo>
                    <a:pt x="4613924" y="1789723"/>
                  </a:lnTo>
                  <a:lnTo>
                    <a:pt x="4614050" y="1789723"/>
                  </a:lnTo>
                  <a:lnTo>
                    <a:pt x="4614176" y="1789723"/>
                  </a:lnTo>
                  <a:lnTo>
                    <a:pt x="4614302" y="1789723"/>
                  </a:lnTo>
                  <a:lnTo>
                    <a:pt x="4614428" y="1789723"/>
                  </a:lnTo>
                  <a:lnTo>
                    <a:pt x="4614554" y="1789723"/>
                  </a:lnTo>
                  <a:lnTo>
                    <a:pt x="4614680" y="1789723"/>
                  </a:lnTo>
                  <a:lnTo>
                    <a:pt x="4614806" y="1789723"/>
                  </a:lnTo>
                  <a:lnTo>
                    <a:pt x="4614932" y="1789723"/>
                  </a:lnTo>
                  <a:lnTo>
                    <a:pt x="4615058" y="1789723"/>
                  </a:lnTo>
                  <a:lnTo>
                    <a:pt x="4615185" y="1789723"/>
                  </a:lnTo>
                  <a:lnTo>
                    <a:pt x="4615311" y="1789723"/>
                  </a:lnTo>
                  <a:lnTo>
                    <a:pt x="4615437" y="1789723"/>
                  </a:lnTo>
                  <a:lnTo>
                    <a:pt x="4615563" y="1789723"/>
                  </a:lnTo>
                  <a:lnTo>
                    <a:pt x="4615689" y="1789723"/>
                  </a:lnTo>
                  <a:lnTo>
                    <a:pt x="4615815" y="1789723"/>
                  </a:lnTo>
                  <a:lnTo>
                    <a:pt x="4615941" y="1789723"/>
                  </a:lnTo>
                  <a:lnTo>
                    <a:pt x="4616067" y="1789723"/>
                  </a:lnTo>
                  <a:lnTo>
                    <a:pt x="4616193" y="1789723"/>
                  </a:lnTo>
                  <a:lnTo>
                    <a:pt x="4616319" y="1789723"/>
                  </a:lnTo>
                  <a:lnTo>
                    <a:pt x="4616445" y="1789723"/>
                  </a:lnTo>
                  <a:lnTo>
                    <a:pt x="4616572" y="1789723"/>
                  </a:lnTo>
                  <a:lnTo>
                    <a:pt x="4616572" y="1784444"/>
                  </a:lnTo>
                  <a:lnTo>
                    <a:pt x="4616698" y="1784444"/>
                  </a:lnTo>
                  <a:lnTo>
                    <a:pt x="4616824" y="1784444"/>
                  </a:lnTo>
                  <a:lnTo>
                    <a:pt x="4616950" y="1784444"/>
                  </a:lnTo>
                  <a:lnTo>
                    <a:pt x="4617076" y="1784444"/>
                  </a:lnTo>
                  <a:lnTo>
                    <a:pt x="4617202" y="1784444"/>
                  </a:lnTo>
                  <a:lnTo>
                    <a:pt x="4617328" y="1784444"/>
                  </a:lnTo>
                  <a:lnTo>
                    <a:pt x="4617454" y="1784444"/>
                  </a:lnTo>
                  <a:lnTo>
                    <a:pt x="4617580" y="1784444"/>
                  </a:lnTo>
                  <a:lnTo>
                    <a:pt x="4617706" y="1784444"/>
                  </a:lnTo>
                  <a:lnTo>
                    <a:pt x="4617832" y="1784444"/>
                  </a:lnTo>
                  <a:lnTo>
                    <a:pt x="4617958" y="1784444"/>
                  </a:lnTo>
                  <a:lnTo>
                    <a:pt x="4618085" y="1784444"/>
                  </a:lnTo>
                  <a:lnTo>
                    <a:pt x="4618211" y="1784444"/>
                  </a:lnTo>
                  <a:lnTo>
                    <a:pt x="4618337" y="1784444"/>
                  </a:lnTo>
                  <a:lnTo>
                    <a:pt x="4618463" y="1784444"/>
                  </a:lnTo>
                  <a:lnTo>
                    <a:pt x="4618589" y="1784444"/>
                  </a:lnTo>
                  <a:lnTo>
                    <a:pt x="4618715" y="1784444"/>
                  </a:lnTo>
                  <a:lnTo>
                    <a:pt x="4618841" y="1784444"/>
                  </a:lnTo>
                  <a:lnTo>
                    <a:pt x="4618967" y="1784444"/>
                  </a:lnTo>
                  <a:lnTo>
                    <a:pt x="4619093" y="1784444"/>
                  </a:lnTo>
                  <a:lnTo>
                    <a:pt x="4619219" y="1784444"/>
                  </a:lnTo>
                  <a:lnTo>
                    <a:pt x="4619345" y="1784444"/>
                  </a:lnTo>
                  <a:lnTo>
                    <a:pt x="4619472" y="1784444"/>
                  </a:lnTo>
                  <a:lnTo>
                    <a:pt x="4619598" y="1784444"/>
                  </a:lnTo>
                  <a:lnTo>
                    <a:pt x="4619724" y="1784444"/>
                  </a:lnTo>
                  <a:lnTo>
                    <a:pt x="4619850" y="1784444"/>
                  </a:lnTo>
                  <a:lnTo>
                    <a:pt x="4619976" y="1784444"/>
                  </a:lnTo>
                  <a:lnTo>
                    <a:pt x="4620102" y="1784444"/>
                  </a:lnTo>
                  <a:lnTo>
                    <a:pt x="4620228" y="1784444"/>
                  </a:lnTo>
                  <a:lnTo>
                    <a:pt x="4620354" y="1784444"/>
                  </a:lnTo>
                  <a:lnTo>
                    <a:pt x="4620480" y="1784444"/>
                  </a:lnTo>
                  <a:lnTo>
                    <a:pt x="4620606" y="1784444"/>
                  </a:lnTo>
                  <a:lnTo>
                    <a:pt x="4620732" y="1784444"/>
                  </a:lnTo>
                  <a:lnTo>
                    <a:pt x="4620858" y="1784444"/>
                  </a:lnTo>
                  <a:lnTo>
                    <a:pt x="4620985" y="1784444"/>
                  </a:lnTo>
                  <a:lnTo>
                    <a:pt x="4621111" y="1784444"/>
                  </a:lnTo>
                  <a:lnTo>
                    <a:pt x="4621237" y="1784444"/>
                  </a:lnTo>
                  <a:lnTo>
                    <a:pt x="4621363" y="1784444"/>
                  </a:lnTo>
                  <a:lnTo>
                    <a:pt x="4621489" y="1784444"/>
                  </a:lnTo>
                  <a:lnTo>
                    <a:pt x="4621615" y="1784444"/>
                  </a:lnTo>
                  <a:lnTo>
                    <a:pt x="4621741" y="1784444"/>
                  </a:lnTo>
                  <a:lnTo>
                    <a:pt x="4621867" y="1784444"/>
                  </a:lnTo>
                  <a:lnTo>
                    <a:pt x="4621867" y="1779164"/>
                  </a:lnTo>
                  <a:lnTo>
                    <a:pt x="4621993" y="1779164"/>
                  </a:lnTo>
                  <a:lnTo>
                    <a:pt x="4622119" y="1779164"/>
                  </a:lnTo>
                  <a:lnTo>
                    <a:pt x="4622245" y="1779164"/>
                  </a:lnTo>
                  <a:lnTo>
                    <a:pt x="4622372" y="1779164"/>
                  </a:lnTo>
                  <a:lnTo>
                    <a:pt x="4622372" y="1773885"/>
                  </a:lnTo>
                  <a:lnTo>
                    <a:pt x="4622498" y="1773885"/>
                  </a:lnTo>
                  <a:lnTo>
                    <a:pt x="4622624" y="1773885"/>
                  </a:lnTo>
                  <a:lnTo>
                    <a:pt x="4622750" y="1773885"/>
                  </a:lnTo>
                  <a:lnTo>
                    <a:pt x="4622876" y="1773885"/>
                  </a:lnTo>
                  <a:lnTo>
                    <a:pt x="4623002" y="1773885"/>
                  </a:lnTo>
                  <a:lnTo>
                    <a:pt x="4623128" y="1773885"/>
                  </a:lnTo>
                  <a:lnTo>
                    <a:pt x="4623254" y="1773885"/>
                  </a:lnTo>
                  <a:lnTo>
                    <a:pt x="4623380" y="1773885"/>
                  </a:lnTo>
                  <a:lnTo>
                    <a:pt x="4623506" y="1773885"/>
                  </a:lnTo>
                  <a:lnTo>
                    <a:pt x="4623632" y="1773885"/>
                  </a:lnTo>
                  <a:lnTo>
                    <a:pt x="4623759" y="1773885"/>
                  </a:lnTo>
                  <a:lnTo>
                    <a:pt x="4623885" y="1773885"/>
                  </a:lnTo>
                  <a:lnTo>
                    <a:pt x="4624011" y="1773885"/>
                  </a:lnTo>
                  <a:lnTo>
                    <a:pt x="4624137" y="1773885"/>
                  </a:lnTo>
                  <a:lnTo>
                    <a:pt x="4624263" y="1773885"/>
                  </a:lnTo>
                  <a:lnTo>
                    <a:pt x="4624389" y="1773885"/>
                  </a:lnTo>
                  <a:lnTo>
                    <a:pt x="4624515" y="1773885"/>
                  </a:lnTo>
                  <a:lnTo>
                    <a:pt x="4624641" y="1773885"/>
                  </a:lnTo>
                  <a:lnTo>
                    <a:pt x="4624767" y="1773885"/>
                  </a:lnTo>
                  <a:lnTo>
                    <a:pt x="4624893" y="1773885"/>
                  </a:lnTo>
                  <a:lnTo>
                    <a:pt x="4625019" y="1773885"/>
                  </a:lnTo>
                  <a:lnTo>
                    <a:pt x="4625145" y="1773885"/>
                  </a:lnTo>
                  <a:lnTo>
                    <a:pt x="4625272" y="1773885"/>
                  </a:lnTo>
                  <a:lnTo>
                    <a:pt x="4625398" y="1773885"/>
                  </a:lnTo>
                  <a:lnTo>
                    <a:pt x="4625524" y="1773885"/>
                  </a:lnTo>
                  <a:lnTo>
                    <a:pt x="4625650" y="1773885"/>
                  </a:lnTo>
                  <a:lnTo>
                    <a:pt x="4625776" y="1773885"/>
                  </a:lnTo>
                  <a:lnTo>
                    <a:pt x="4625902" y="1773885"/>
                  </a:lnTo>
                  <a:lnTo>
                    <a:pt x="4626028" y="1773885"/>
                  </a:lnTo>
                  <a:lnTo>
                    <a:pt x="4626154" y="1773885"/>
                  </a:lnTo>
                  <a:lnTo>
                    <a:pt x="4626280" y="1773885"/>
                  </a:lnTo>
                  <a:lnTo>
                    <a:pt x="4626406" y="1773885"/>
                  </a:lnTo>
                  <a:lnTo>
                    <a:pt x="4626532" y="1773885"/>
                  </a:lnTo>
                  <a:lnTo>
                    <a:pt x="4626659" y="1773885"/>
                  </a:lnTo>
                  <a:lnTo>
                    <a:pt x="4626785" y="1773885"/>
                  </a:lnTo>
                  <a:lnTo>
                    <a:pt x="4626911" y="1773885"/>
                  </a:lnTo>
                  <a:lnTo>
                    <a:pt x="4627037" y="1773885"/>
                  </a:lnTo>
                  <a:lnTo>
                    <a:pt x="4627163" y="1773885"/>
                  </a:lnTo>
                  <a:lnTo>
                    <a:pt x="4627289" y="1773885"/>
                  </a:lnTo>
                  <a:lnTo>
                    <a:pt x="4627415" y="1773885"/>
                  </a:lnTo>
                  <a:lnTo>
                    <a:pt x="4627541" y="1773885"/>
                  </a:lnTo>
                  <a:lnTo>
                    <a:pt x="4627667" y="1773885"/>
                  </a:lnTo>
                  <a:lnTo>
                    <a:pt x="4627793" y="1773885"/>
                  </a:lnTo>
                  <a:lnTo>
                    <a:pt x="4627919" y="1773885"/>
                  </a:lnTo>
                  <a:lnTo>
                    <a:pt x="4628045" y="1773885"/>
                  </a:lnTo>
                  <a:lnTo>
                    <a:pt x="4628172" y="1773885"/>
                  </a:lnTo>
                  <a:lnTo>
                    <a:pt x="4628298" y="1773885"/>
                  </a:lnTo>
                  <a:lnTo>
                    <a:pt x="4628424" y="1773885"/>
                  </a:lnTo>
                  <a:lnTo>
                    <a:pt x="4628550" y="1773885"/>
                  </a:lnTo>
                  <a:lnTo>
                    <a:pt x="4628676" y="1773885"/>
                  </a:lnTo>
                  <a:lnTo>
                    <a:pt x="4628802" y="1773885"/>
                  </a:lnTo>
                  <a:lnTo>
                    <a:pt x="4628928" y="1773885"/>
                  </a:lnTo>
                  <a:lnTo>
                    <a:pt x="4629054" y="1773885"/>
                  </a:lnTo>
                  <a:lnTo>
                    <a:pt x="4629180" y="1773885"/>
                  </a:lnTo>
                  <a:lnTo>
                    <a:pt x="4629306" y="1773885"/>
                  </a:lnTo>
                  <a:lnTo>
                    <a:pt x="4629432" y="1773885"/>
                  </a:lnTo>
                  <a:lnTo>
                    <a:pt x="4629559" y="1773885"/>
                  </a:lnTo>
                  <a:lnTo>
                    <a:pt x="4629685" y="1773885"/>
                  </a:lnTo>
                  <a:lnTo>
                    <a:pt x="4629811" y="1773885"/>
                  </a:lnTo>
                  <a:lnTo>
                    <a:pt x="4629937" y="1773885"/>
                  </a:lnTo>
                  <a:lnTo>
                    <a:pt x="4630063" y="1773885"/>
                  </a:lnTo>
                  <a:lnTo>
                    <a:pt x="4630189" y="1773885"/>
                  </a:lnTo>
                  <a:lnTo>
                    <a:pt x="4630315" y="1773885"/>
                  </a:lnTo>
                  <a:lnTo>
                    <a:pt x="4630441" y="1773885"/>
                  </a:lnTo>
                  <a:lnTo>
                    <a:pt x="4630567" y="1773885"/>
                  </a:lnTo>
                  <a:lnTo>
                    <a:pt x="4630693" y="1773885"/>
                  </a:lnTo>
                  <a:lnTo>
                    <a:pt x="4630819" y="1773885"/>
                  </a:lnTo>
                  <a:lnTo>
                    <a:pt x="4630946" y="1773885"/>
                  </a:lnTo>
                  <a:lnTo>
                    <a:pt x="4631072" y="1773885"/>
                  </a:lnTo>
                  <a:lnTo>
                    <a:pt x="4631198" y="1773885"/>
                  </a:lnTo>
                  <a:lnTo>
                    <a:pt x="4631324" y="1773885"/>
                  </a:lnTo>
                  <a:lnTo>
                    <a:pt x="4631450" y="1773885"/>
                  </a:lnTo>
                  <a:lnTo>
                    <a:pt x="4631576" y="1773885"/>
                  </a:lnTo>
                  <a:lnTo>
                    <a:pt x="4631702" y="1773885"/>
                  </a:lnTo>
                  <a:lnTo>
                    <a:pt x="4631828" y="1773885"/>
                  </a:lnTo>
                  <a:lnTo>
                    <a:pt x="4631954" y="1773885"/>
                  </a:lnTo>
                  <a:lnTo>
                    <a:pt x="4632080" y="1773885"/>
                  </a:lnTo>
                  <a:lnTo>
                    <a:pt x="4632206" y="1773885"/>
                  </a:lnTo>
                  <a:lnTo>
                    <a:pt x="4632332" y="1773885"/>
                  </a:lnTo>
                  <a:lnTo>
                    <a:pt x="4632459" y="1773885"/>
                  </a:lnTo>
                  <a:lnTo>
                    <a:pt x="4632585" y="1773885"/>
                  </a:lnTo>
                  <a:lnTo>
                    <a:pt x="4632711" y="1773885"/>
                  </a:lnTo>
                  <a:lnTo>
                    <a:pt x="4632837" y="1773885"/>
                  </a:lnTo>
                  <a:lnTo>
                    <a:pt x="4632963" y="1773885"/>
                  </a:lnTo>
                  <a:lnTo>
                    <a:pt x="4633089" y="1773885"/>
                  </a:lnTo>
                  <a:lnTo>
                    <a:pt x="4633215" y="1773885"/>
                  </a:lnTo>
                  <a:lnTo>
                    <a:pt x="4633341" y="1773885"/>
                  </a:lnTo>
                  <a:lnTo>
                    <a:pt x="4633467" y="1773885"/>
                  </a:lnTo>
                  <a:lnTo>
                    <a:pt x="4633593" y="1773885"/>
                  </a:lnTo>
                  <a:lnTo>
                    <a:pt x="4633719" y="1773885"/>
                  </a:lnTo>
                  <a:lnTo>
                    <a:pt x="4633846" y="1773885"/>
                  </a:lnTo>
                  <a:lnTo>
                    <a:pt x="4633972" y="1773885"/>
                  </a:lnTo>
                  <a:lnTo>
                    <a:pt x="4634098" y="1773885"/>
                  </a:lnTo>
                  <a:lnTo>
                    <a:pt x="4634224" y="1773885"/>
                  </a:lnTo>
                  <a:lnTo>
                    <a:pt x="4634350" y="1773885"/>
                  </a:lnTo>
                  <a:lnTo>
                    <a:pt x="4634476" y="1773885"/>
                  </a:lnTo>
                  <a:lnTo>
                    <a:pt x="4634602" y="1773885"/>
                  </a:lnTo>
                  <a:lnTo>
                    <a:pt x="4634728" y="1773885"/>
                  </a:lnTo>
                  <a:lnTo>
                    <a:pt x="4634728" y="1768606"/>
                  </a:lnTo>
                  <a:lnTo>
                    <a:pt x="4634854" y="1768606"/>
                  </a:lnTo>
                  <a:lnTo>
                    <a:pt x="4634980" y="1768606"/>
                  </a:lnTo>
                  <a:lnTo>
                    <a:pt x="4635106" y="1768606"/>
                  </a:lnTo>
                  <a:lnTo>
                    <a:pt x="4635232" y="1768606"/>
                  </a:lnTo>
                  <a:lnTo>
                    <a:pt x="4635359" y="1768606"/>
                  </a:lnTo>
                  <a:lnTo>
                    <a:pt x="4635485" y="1768606"/>
                  </a:lnTo>
                  <a:lnTo>
                    <a:pt x="4635611" y="1768606"/>
                  </a:lnTo>
                  <a:lnTo>
                    <a:pt x="4635737" y="1768606"/>
                  </a:lnTo>
                  <a:lnTo>
                    <a:pt x="4635863" y="1768606"/>
                  </a:lnTo>
                  <a:lnTo>
                    <a:pt x="4635989" y="1768606"/>
                  </a:lnTo>
                  <a:lnTo>
                    <a:pt x="4636115" y="1768606"/>
                  </a:lnTo>
                  <a:lnTo>
                    <a:pt x="4636241" y="1768606"/>
                  </a:lnTo>
                  <a:lnTo>
                    <a:pt x="4636367" y="1768606"/>
                  </a:lnTo>
                  <a:lnTo>
                    <a:pt x="4636493" y="1768606"/>
                  </a:lnTo>
                  <a:lnTo>
                    <a:pt x="4636619" y="1768606"/>
                  </a:lnTo>
                  <a:lnTo>
                    <a:pt x="4636746" y="1768606"/>
                  </a:lnTo>
                  <a:lnTo>
                    <a:pt x="4636872" y="1768606"/>
                  </a:lnTo>
                  <a:lnTo>
                    <a:pt x="4636998" y="1768606"/>
                  </a:lnTo>
                  <a:lnTo>
                    <a:pt x="4637124" y="1768606"/>
                  </a:lnTo>
                  <a:lnTo>
                    <a:pt x="4637250" y="1768606"/>
                  </a:lnTo>
                  <a:lnTo>
                    <a:pt x="4637376" y="1768606"/>
                  </a:lnTo>
                  <a:lnTo>
                    <a:pt x="4637502" y="1768606"/>
                  </a:lnTo>
                  <a:lnTo>
                    <a:pt x="4637628" y="1768606"/>
                  </a:lnTo>
                  <a:lnTo>
                    <a:pt x="4637754" y="1768606"/>
                  </a:lnTo>
                  <a:lnTo>
                    <a:pt x="4637754" y="1763326"/>
                  </a:lnTo>
                  <a:lnTo>
                    <a:pt x="4637880" y="1763326"/>
                  </a:lnTo>
                  <a:lnTo>
                    <a:pt x="4638006" y="1763326"/>
                  </a:lnTo>
                  <a:lnTo>
                    <a:pt x="4638132" y="1763326"/>
                  </a:lnTo>
                  <a:lnTo>
                    <a:pt x="4638259" y="1763326"/>
                  </a:lnTo>
                  <a:lnTo>
                    <a:pt x="4638385" y="1763326"/>
                  </a:lnTo>
                  <a:lnTo>
                    <a:pt x="4638511" y="1763326"/>
                  </a:lnTo>
                  <a:lnTo>
                    <a:pt x="4638637" y="1763326"/>
                  </a:lnTo>
                  <a:lnTo>
                    <a:pt x="4638763" y="1763326"/>
                  </a:lnTo>
                  <a:lnTo>
                    <a:pt x="4638889" y="1763326"/>
                  </a:lnTo>
                  <a:lnTo>
                    <a:pt x="4639015" y="1763326"/>
                  </a:lnTo>
                  <a:lnTo>
                    <a:pt x="4639141" y="1763326"/>
                  </a:lnTo>
                  <a:lnTo>
                    <a:pt x="4639267" y="1763326"/>
                  </a:lnTo>
                  <a:lnTo>
                    <a:pt x="4639393" y="1763326"/>
                  </a:lnTo>
                  <a:lnTo>
                    <a:pt x="4639519" y="1763326"/>
                  </a:lnTo>
                  <a:lnTo>
                    <a:pt x="4639646" y="1763326"/>
                  </a:lnTo>
                  <a:lnTo>
                    <a:pt x="4639772" y="1763326"/>
                  </a:lnTo>
                  <a:lnTo>
                    <a:pt x="4639898" y="1763326"/>
                  </a:lnTo>
                  <a:lnTo>
                    <a:pt x="4640024" y="1763326"/>
                  </a:lnTo>
                  <a:lnTo>
                    <a:pt x="4640150" y="1763326"/>
                  </a:lnTo>
                  <a:lnTo>
                    <a:pt x="4640276" y="1763326"/>
                  </a:lnTo>
                  <a:lnTo>
                    <a:pt x="4640402" y="1763326"/>
                  </a:lnTo>
                  <a:lnTo>
                    <a:pt x="4640528" y="1763326"/>
                  </a:lnTo>
                  <a:lnTo>
                    <a:pt x="4640654" y="1763326"/>
                  </a:lnTo>
                  <a:lnTo>
                    <a:pt x="4640780" y="1763326"/>
                  </a:lnTo>
                  <a:lnTo>
                    <a:pt x="4640906" y="1763326"/>
                  </a:lnTo>
                  <a:lnTo>
                    <a:pt x="4641033" y="1763326"/>
                  </a:lnTo>
                  <a:lnTo>
                    <a:pt x="4641159" y="1763326"/>
                  </a:lnTo>
                  <a:lnTo>
                    <a:pt x="4641285" y="1763326"/>
                  </a:lnTo>
                  <a:lnTo>
                    <a:pt x="4641411" y="1763326"/>
                  </a:lnTo>
                  <a:lnTo>
                    <a:pt x="4641411" y="1758047"/>
                  </a:lnTo>
                  <a:lnTo>
                    <a:pt x="4641537" y="1758047"/>
                  </a:lnTo>
                  <a:lnTo>
                    <a:pt x="4641663" y="1758047"/>
                  </a:lnTo>
                  <a:lnTo>
                    <a:pt x="4641789" y="1758047"/>
                  </a:lnTo>
                  <a:lnTo>
                    <a:pt x="4641915" y="1758047"/>
                  </a:lnTo>
                  <a:lnTo>
                    <a:pt x="4642041" y="1758047"/>
                  </a:lnTo>
                  <a:lnTo>
                    <a:pt x="4642167" y="1758047"/>
                  </a:lnTo>
                  <a:lnTo>
                    <a:pt x="4642293" y="1758047"/>
                  </a:lnTo>
                  <a:lnTo>
                    <a:pt x="4642419" y="1758047"/>
                  </a:lnTo>
                  <a:lnTo>
                    <a:pt x="4642546" y="1758047"/>
                  </a:lnTo>
                  <a:lnTo>
                    <a:pt x="4642672" y="1758047"/>
                  </a:lnTo>
                  <a:lnTo>
                    <a:pt x="4642798" y="1758047"/>
                  </a:lnTo>
                  <a:lnTo>
                    <a:pt x="4642924" y="1758047"/>
                  </a:lnTo>
                  <a:lnTo>
                    <a:pt x="4643050" y="1758047"/>
                  </a:lnTo>
                  <a:lnTo>
                    <a:pt x="4643176" y="1758047"/>
                  </a:lnTo>
                  <a:lnTo>
                    <a:pt x="4643302" y="1758047"/>
                  </a:lnTo>
                  <a:lnTo>
                    <a:pt x="4643428" y="1758047"/>
                  </a:lnTo>
                  <a:lnTo>
                    <a:pt x="4643554" y="1758047"/>
                  </a:lnTo>
                  <a:lnTo>
                    <a:pt x="4643680" y="1758047"/>
                  </a:lnTo>
                  <a:lnTo>
                    <a:pt x="4643806" y="1758047"/>
                  </a:lnTo>
                  <a:lnTo>
                    <a:pt x="4643933" y="1758047"/>
                  </a:lnTo>
                  <a:lnTo>
                    <a:pt x="4644059" y="1758047"/>
                  </a:lnTo>
                  <a:lnTo>
                    <a:pt x="4644185" y="1758047"/>
                  </a:lnTo>
                  <a:lnTo>
                    <a:pt x="4644311" y="1758047"/>
                  </a:lnTo>
                  <a:lnTo>
                    <a:pt x="4644437" y="1758047"/>
                  </a:lnTo>
                  <a:lnTo>
                    <a:pt x="4644563" y="1758047"/>
                  </a:lnTo>
                  <a:lnTo>
                    <a:pt x="4644689" y="1758047"/>
                  </a:lnTo>
                  <a:lnTo>
                    <a:pt x="4644815" y="1758047"/>
                  </a:lnTo>
                  <a:lnTo>
                    <a:pt x="4644941" y="1758047"/>
                  </a:lnTo>
                  <a:lnTo>
                    <a:pt x="4645067" y="1758047"/>
                  </a:lnTo>
                  <a:lnTo>
                    <a:pt x="4645193" y="1758047"/>
                  </a:lnTo>
                  <a:lnTo>
                    <a:pt x="4645319" y="1758047"/>
                  </a:lnTo>
                  <a:lnTo>
                    <a:pt x="4645446" y="1758047"/>
                  </a:lnTo>
                  <a:lnTo>
                    <a:pt x="4645572" y="1758047"/>
                  </a:lnTo>
                  <a:lnTo>
                    <a:pt x="4645698" y="1758047"/>
                  </a:lnTo>
                  <a:lnTo>
                    <a:pt x="4645824" y="1758047"/>
                  </a:lnTo>
                  <a:lnTo>
                    <a:pt x="4645950" y="1758047"/>
                  </a:lnTo>
                  <a:lnTo>
                    <a:pt x="4646076" y="1758047"/>
                  </a:lnTo>
                  <a:lnTo>
                    <a:pt x="4646202" y="1758047"/>
                  </a:lnTo>
                  <a:lnTo>
                    <a:pt x="4646328" y="1758047"/>
                  </a:lnTo>
                  <a:lnTo>
                    <a:pt x="4646454" y="1758047"/>
                  </a:lnTo>
                  <a:lnTo>
                    <a:pt x="4646580" y="1758047"/>
                  </a:lnTo>
                  <a:lnTo>
                    <a:pt x="4646706" y="1758047"/>
                  </a:lnTo>
                  <a:lnTo>
                    <a:pt x="4646833" y="1758047"/>
                  </a:lnTo>
                  <a:lnTo>
                    <a:pt x="4646959" y="1758047"/>
                  </a:lnTo>
                  <a:lnTo>
                    <a:pt x="4647085" y="1758047"/>
                  </a:lnTo>
                  <a:lnTo>
                    <a:pt x="4647211" y="1758047"/>
                  </a:lnTo>
                  <a:lnTo>
                    <a:pt x="4647337" y="1758047"/>
                  </a:lnTo>
                  <a:lnTo>
                    <a:pt x="4647463" y="1758047"/>
                  </a:lnTo>
                  <a:lnTo>
                    <a:pt x="4647589" y="1758047"/>
                  </a:lnTo>
                  <a:lnTo>
                    <a:pt x="4647715" y="1758047"/>
                  </a:lnTo>
                  <a:lnTo>
                    <a:pt x="4647841" y="1758047"/>
                  </a:lnTo>
                  <a:lnTo>
                    <a:pt x="4647967" y="1758047"/>
                  </a:lnTo>
                  <a:lnTo>
                    <a:pt x="4648093" y="1758047"/>
                  </a:lnTo>
                  <a:lnTo>
                    <a:pt x="4648093" y="1752767"/>
                  </a:lnTo>
                  <a:lnTo>
                    <a:pt x="4648093" y="1747488"/>
                  </a:lnTo>
                  <a:lnTo>
                    <a:pt x="4648220" y="1747488"/>
                  </a:lnTo>
                  <a:lnTo>
                    <a:pt x="4648346" y="1747488"/>
                  </a:lnTo>
                  <a:lnTo>
                    <a:pt x="4648472" y="1747488"/>
                  </a:lnTo>
                  <a:lnTo>
                    <a:pt x="4648598" y="1747488"/>
                  </a:lnTo>
                  <a:lnTo>
                    <a:pt x="4648724" y="1747488"/>
                  </a:lnTo>
                  <a:lnTo>
                    <a:pt x="4648850" y="1747488"/>
                  </a:lnTo>
                  <a:lnTo>
                    <a:pt x="4648976" y="1747488"/>
                  </a:lnTo>
                  <a:lnTo>
                    <a:pt x="4649102" y="1747488"/>
                  </a:lnTo>
                  <a:lnTo>
                    <a:pt x="4649228" y="1747488"/>
                  </a:lnTo>
                  <a:lnTo>
                    <a:pt x="4649354" y="1747488"/>
                  </a:lnTo>
                  <a:lnTo>
                    <a:pt x="4649480" y="1747488"/>
                  </a:lnTo>
                  <a:lnTo>
                    <a:pt x="4649606" y="1747488"/>
                  </a:lnTo>
                  <a:lnTo>
                    <a:pt x="4649733" y="1747488"/>
                  </a:lnTo>
                  <a:lnTo>
                    <a:pt x="4649859" y="1747488"/>
                  </a:lnTo>
                  <a:lnTo>
                    <a:pt x="4649985" y="1747488"/>
                  </a:lnTo>
                  <a:lnTo>
                    <a:pt x="4650111" y="1747488"/>
                  </a:lnTo>
                  <a:lnTo>
                    <a:pt x="4650237" y="1747488"/>
                  </a:lnTo>
                  <a:lnTo>
                    <a:pt x="4650363" y="1747488"/>
                  </a:lnTo>
                  <a:lnTo>
                    <a:pt x="4650489" y="1747488"/>
                  </a:lnTo>
                  <a:lnTo>
                    <a:pt x="4650615" y="1747488"/>
                  </a:lnTo>
                  <a:lnTo>
                    <a:pt x="4650741" y="1747488"/>
                  </a:lnTo>
                  <a:lnTo>
                    <a:pt x="4650867" y="1747488"/>
                  </a:lnTo>
                  <a:lnTo>
                    <a:pt x="4650993" y="1747488"/>
                  </a:lnTo>
                  <a:lnTo>
                    <a:pt x="4651120" y="1747488"/>
                  </a:lnTo>
                  <a:lnTo>
                    <a:pt x="4651246" y="1747488"/>
                  </a:lnTo>
                  <a:lnTo>
                    <a:pt x="4651372" y="1747488"/>
                  </a:lnTo>
                  <a:lnTo>
                    <a:pt x="4651498" y="1747488"/>
                  </a:lnTo>
                  <a:lnTo>
                    <a:pt x="4651624" y="1747488"/>
                  </a:lnTo>
                  <a:lnTo>
                    <a:pt x="4651750" y="1747488"/>
                  </a:lnTo>
                  <a:lnTo>
                    <a:pt x="4651876" y="1747488"/>
                  </a:lnTo>
                  <a:lnTo>
                    <a:pt x="4652002" y="1747488"/>
                  </a:lnTo>
                  <a:lnTo>
                    <a:pt x="4652128" y="1747488"/>
                  </a:lnTo>
                  <a:lnTo>
                    <a:pt x="4652254" y="1747488"/>
                  </a:lnTo>
                  <a:lnTo>
                    <a:pt x="4652380" y="1747488"/>
                  </a:lnTo>
                  <a:lnTo>
                    <a:pt x="4652506" y="1747488"/>
                  </a:lnTo>
                  <a:lnTo>
                    <a:pt x="4652633" y="1747488"/>
                  </a:lnTo>
                  <a:lnTo>
                    <a:pt x="4652759" y="1747488"/>
                  </a:lnTo>
                  <a:lnTo>
                    <a:pt x="4652885" y="1747488"/>
                  </a:lnTo>
                  <a:lnTo>
                    <a:pt x="4653011" y="1747488"/>
                  </a:lnTo>
                  <a:lnTo>
                    <a:pt x="4653137" y="1747488"/>
                  </a:lnTo>
                  <a:lnTo>
                    <a:pt x="4653263" y="1747488"/>
                  </a:lnTo>
                  <a:lnTo>
                    <a:pt x="4653389" y="1747488"/>
                  </a:lnTo>
                  <a:lnTo>
                    <a:pt x="4653515" y="1747488"/>
                  </a:lnTo>
                  <a:lnTo>
                    <a:pt x="4653641" y="1747488"/>
                  </a:lnTo>
                  <a:lnTo>
                    <a:pt x="4653767" y="1747488"/>
                  </a:lnTo>
                  <a:lnTo>
                    <a:pt x="4653893" y="1747488"/>
                  </a:lnTo>
                  <a:lnTo>
                    <a:pt x="4654020" y="1747488"/>
                  </a:lnTo>
                  <a:lnTo>
                    <a:pt x="4654146" y="1747488"/>
                  </a:lnTo>
                  <a:lnTo>
                    <a:pt x="4654272" y="1747488"/>
                  </a:lnTo>
                  <a:lnTo>
                    <a:pt x="4654398" y="1747488"/>
                  </a:lnTo>
                  <a:lnTo>
                    <a:pt x="4654524" y="1747488"/>
                  </a:lnTo>
                  <a:lnTo>
                    <a:pt x="4654650" y="1747488"/>
                  </a:lnTo>
                  <a:lnTo>
                    <a:pt x="4654776" y="1747488"/>
                  </a:lnTo>
                  <a:lnTo>
                    <a:pt x="4654902" y="1747488"/>
                  </a:lnTo>
                  <a:lnTo>
                    <a:pt x="4655028" y="1747488"/>
                  </a:lnTo>
                  <a:lnTo>
                    <a:pt x="4655154" y="1747488"/>
                  </a:lnTo>
                  <a:lnTo>
                    <a:pt x="4655280" y="1747488"/>
                  </a:lnTo>
                  <a:lnTo>
                    <a:pt x="4655407" y="1747488"/>
                  </a:lnTo>
                  <a:lnTo>
                    <a:pt x="4655533" y="1747488"/>
                  </a:lnTo>
                  <a:lnTo>
                    <a:pt x="4655659" y="1747488"/>
                  </a:lnTo>
                  <a:lnTo>
                    <a:pt x="4655785" y="1747488"/>
                  </a:lnTo>
                  <a:lnTo>
                    <a:pt x="4655911" y="1747488"/>
                  </a:lnTo>
                  <a:lnTo>
                    <a:pt x="4656037" y="1747488"/>
                  </a:lnTo>
                  <a:lnTo>
                    <a:pt x="4656163" y="1747488"/>
                  </a:lnTo>
                  <a:lnTo>
                    <a:pt x="4656289" y="1747488"/>
                  </a:lnTo>
                  <a:lnTo>
                    <a:pt x="4656415" y="1747488"/>
                  </a:lnTo>
                  <a:lnTo>
                    <a:pt x="4656415" y="1742209"/>
                  </a:lnTo>
                  <a:lnTo>
                    <a:pt x="4656541" y="1742209"/>
                  </a:lnTo>
                  <a:lnTo>
                    <a:pt x="4656667" y="1742209"/>
                  </a:lnTo>
                  <a:lnTo>
                    <a:pt x="4656793" y="1742209"/>
                  </a:lnTo>
                  <a:lnTo>
                    <a:pt x="4656920" y="1742209"/>
                  </a:lnTo>
                  <a:lnTo>
                    <a:pt x="4657046" y="1742209"/>
                  </a:lnTo>
                  <a:lnTo>
                    <a:pt x="4657172" y="1742209"/>
                  </a:lnTo>
                  <a:lnTo>
                    <a:pt x="4657298" y="1742209"/>
                  </a:lnTo>
                  <a:lnTo>
                    <a:pt x="4657424" y="1742209"/>
                  </a:lnTo>
                  <a:lnTo>
                    <a:pt x="4657424" y="1736929"/>
                  </a:lnTo>
                  <a:lnTo>
                    <a:pt x="4657550" y="1736929"/>
                  </a:lnTo>
                  <a:lnTo>
                    <a:pt x="4657676" y="1736929"/>
                  </a:lnTo>
                  <a:lnTo>
                    <a:pt x="4657802" y="1736929"/>
                  </a:lnTo>
                  <a:lnTo>
                    <a:pt x="4657928" y="1736929"/>
                  </a:lnTo>
                  <a:lnTo>
                    <a:pt x="4658054" y="1736929"/>
                  </a:lnTo>
                  <a:lnTo>
                    <a:pt x="4658180" y="1736929"/>
                  </a:lnTo>
                  <a:lnTo>
                    <a:pt x="4658307" y="1736929"/>
                  </a:lnTo>
                  <a:lnTo>
                    <a:pt x="4658433" y="1736929"/>
                  </a:lnTo>
                  <a:lnTo>
                    <a:pt x="4658433" y="1731650"/>
                  </a:lnTo>
                  <a:lnTo>
                    <a:pt x="4658559" y="1731650"/>
                  </a:lnTo>
                  <a:lnTo>
                    <a:pt x="4658685" y="1731650"/>
                  </a:lnTo>
                  <a:lnTo>
                    <a:pt x="4658811" y="1731650"/>
                  </a:lnTo>
                  <a:lnTo>
                    <a:pt x="4658937" y="1731650"/>
                  </a:lnTo>
                  <a:lnTo>
                    <a:pt x="4659063" y="1731650"/>
                  </a:lnTo>
                  <a:lnTo>
                    <a:pt x="4659189" y="1731650"/>
                  </a:lnTo>
                  <a:lnTo>
                    <a:pt x="4659315" y="1731650"/>
                  </a:lnTo>
                  <a:lnTo>
                    <a:pt x="4659441" y="1731650"/>
                  </a:lnTo>
                  <a:lnTo>
                    <a:pt x="4659567" y="1731650"/>
                  </a:lnTo>
                  <a:lnTo>
                    <a:pt x="4659693" y="1731650"/>
                  </a:lnTo>
                  <a:lnTo>
                    <a:pt x="4659820" y="1731650"/>
                  </a:lnTo>
                  <a:lnTo>
                    <a:pt x="4659946" y="1731650"/>
                  </a:lnTo>
                  <a:lnTo>
                    <a:pt x="4660072" y="1731650"/>
                  </a:lnTo>
                  <a:lnTo>
                    <a:pt x="4660198" y="1731650"/>
                  </a:lnTo>
                  <a:lnTo>
                    <a:pt x="4660324" y="1731650"/>
                  </a:lnTo>
                  <a:lnTo>
                    <a:pt x="4660450" y="1731650"/>
                  </a:lnTo>
                  <a:lnTo>
                    <a:pt x="4660576" y="1731650"/>
                  </a:lnTo>
                  <a:lnTo>
                    <a:pt x="4660702" y="1731650"/>
                  </a:lnTo>
                  <a:lnTo>
                    <a:pt x="4660828" y="1731650"/>
                  </a:lnTo>
                  <a:lnTo>
                    <a:pt x="4660954" y="1731650"/>
                  </a:lnTo>
                  <a:lnTo>
                    <a:pt x="4661080" y="1731650"/>
                  </a:lnTo>
                  <a:lnTo>
                    <a:pt x="4661207" y="1731650"/>
                  </a:lnTo>
                  <a:lnTo>
                    <a:pt x="4661333" y="1731650"/>
                  </a:lnTo>
                  <a:lnTo>
                    <a:pt x="4661459" y="1731650"/>
                  </a:lnTo>
                  <a:lnTo>
                    <a:pt x="4661585" y="1731650"/>
                  </a:lnTo>
                  <a:lnTo>
                    <a:pt x="4661711" y="1731650"/>
                  </a:lnTo>
                  <a:lnTo>
                    <a:pt x="4661837" y="1731650"/>
                  </a:lnTo>
                  <a:lnTo>
                    <a:pt x="4661963" y="1731650"/>
                  </a:lnTo>
                  <a:lnTo>
                    <a:pt x="4662089" y="1731650"/>
                  </a:lnTo>
                  <a:lnTo>
                    <a:pt x="4662215" y="1731650"/>
                  </a:lnTo>
                  <a:lnTo>
                    <a:pt x="4662341" y="1731650"/>
                  </a:lnTo>
                  <a:lnTo>
                    <a:pt x="4662467" y="1731650"/>
                  </a:lnTo>
                  <a:lnTo>
                    <a:pt x="4662593" y="1731650"/>
                  </a:lnTo>
                  <a:lnTo>
                    <a:pt x="4662720" y="1731650"/>
                  </a:lnTo>
                  <a:lnTo>
                    <a:pt x="4662846" y="1731650"/>
                  </a:lnTo>
                  <a:lnTo>
                    <a:pt x="4662972" y="1731650"/>
                  </a:lnTo>
                  <a:lnTo>
                    <a:pt x="4663098" y="1731650"/>
                  </a:lnTo>
                  <a:lnTo>
                    <a:pt x="4663224" y="1731650"/>
                  </a:lnTo>
                  <a:lnTo>
                    <a:pt x="4663350" y="1731650"/>
                  </a:lnTo>
                  <a:lnTo>
                    <a:pt x="4663476" y="1731650"/>
                  </a:lnTo>
                  <a:lnTo>
                    <a:pt x="4663602" y="1731650"/>
                  </a:lnTo>
                  <a:lnTo>
                    <a:pt x="4663728" y="1731650"/>
                  </a:lnTo>
                  <a:lnTo>
                    <a:pt x="4663854" y="1731650"/>
                  </a:lnTo>
                  <a:lnTo>
                    <a:pt x="4663980" y="1731650"/>
                  </a:lnTo>
                  <a:lnTo>
                    <a:pt x="4664107" y="1731650"/>
                  </a:lnTo>
                  <a:lnTo>
                    <a:pt x="4664233" y="1731650"/>
                  </a:lnTo>
                  <a:lnTo>
                    <a:pt x="4664359" y="1731650"/>
                  </a:lnTo>
                  <a:lnTo>
                    <a:pt x="4664485" y="1731650"/>
                  </a:lnTo>
                  <a:lnTo>
                    <a:pt x="4664611" y="1731650"/>
                  </a:lnTo>
                  <a:lnTo>
                    <a:pt x="4664737" y="1731650"/>
                  </a:lnTo>
                  <a:lnTo>
                    <a:pt x="4664863" y="1731650"/>
                  </a:lnTo>
                  <a:lnTo>
                    <a:pt x="4664989" y="1731650"/>
                  </a:lnTo>
                  <a:lnTo>
                    <a:pt x="4665115" y="1731650"/>
                  </a:lnTo>
                  <a:lnTo>
                    <a:pt x="4665241" y="1731650"/>
                  </a:lnTo>
                  <a:lnTo>
                    <a:pt x="4665367" y="1731650"/>
                  </a:lnTo>
                  <a:lnTo>
                    <a:pt x="4665494" y="1731650"/>
                  </a:lnTo>
                  <a:lnTo>
                    <a:pt x="4665620" y="1731650"/>
                  </a:lnTo>
                  <a:lnTo>
                    <a:pt x="4665746" y="1731650"/>
                  </a:lnTo>
                  <a:lnTo>
                    <a:pt x="4665872" y="1731650"/>
                  </a:lnTo>
                  <a:lnTo>
                    <a:pt x="4665998" y="1731650"/>
                  </a:lnTo>
                  <a:lnTo>
                    <a:pt x="4666124" y="1731650"/>
                  </a:lnTo>
                  <a:lnTo>
                    <a:pt x="4666250" y="1731650"/>
                  </a:lnTo>
                  <a:lnTo>
                    <a:pt x="4666376" y="1731650"/>
                  </a:lnTo>
                  <a:lnTo>
                    <a:pt x="4666502" y="1731650"/>
                  </a:lnTo>
                  <a:lnTo>
                    <a:pt x="4666628" y="1731650"/>
                  </a:lnTo>
                  <a:lnTo>
                    <a:pt x="4666754" y="1731650"/>
                  </a:lnTo>
                  <a:lnTo>
                    <a:pt x="4666880" y="1731650"/>
                  </a:lnTo>
                  <a:lnTo>
                    <a:pt x="4667007" y="1731650"/>
                  </a:lnTo>
                  <a:lnTo>
                    <a:pt x="4667133" y="1731650"/>
                  </a:lnTo>
                  <a:lnTo>
                    <a:pt x="4667259" y="1731650"/>
                  </a:lnTo>
                  <a:lnTo>
                    <a:pt x="4667385" y="1731650"/>
                  </a:lnTo>
                  <a:lnTo>
                    <a:pt x="4667511" y="1731650"/>
                  </a:lnTo>
                  <a:lnTo>
                    <a:pt x="4667637" y="1731650"/>
                  </a:lnTo>
                  <a:lnTo>
                    <a:pt x="4667763" y="1731650"/>
                  </a:lnTo>
                  <a:lnTo>
                    <a:pt x="4667889" y="1731650"/>
                  </a:lnTo>
                  <a:lnTo>
                    <a:pt x="4668015" y="1731650"/>
                  </a:lnTo>
                  <a:lnTo>
                    <a:pt x="4668141" y="1731650"/>
                  </a:lnTo>
                  <a:lnTo>
                    <a:pt x="4668267" y="1731650"/>
                  </a:lnTo>
                  <a:lnTo>
                    <a:pt x="4668394" y="1731650"/>
                  </a:lnTo>
                  <a:lnTo>
                    <a:pt x="4668520" y="1731650"/>
                  </a:lnTo>
                  <a:lnTo>
                    <a:pt x="4668646" y="1731650"/>
                  </a:lnTo>
                  <a:lnTo>
                    <a:pt x="4668772" y="1731650"/>
                  </a:lnTo>
                  <a:lnTo>
                    <a:pt x="4668898" y="1731650"/>
                  </a:lnTo>
                  <a:lnTo>
                    <a:pt x="4669024" y="1731650"/>
                  </a:lnTo>
                  <a:lnTo>
                    <a:pt x="4669150" y="1731650"/>
                  </a:lnTo>
                  <a:lnTo>
                    <a:pt x="4669276" y="1731650"/>
                  </a:lnTo>
                  <a:lnTo>
                    <a:pt x="4669402" y="1731650"/>
                  </a:lnTo>
                  <a:lnTo>
                    <a:pt x="4669528" y="1731650"/>
                  </a:lnTo>
                  <a:lnTo>
                    <a:pt x="4669654" y="1731650"/>
                  </a:lnTo>
                  <a:lnTo>
                    <a:pt x="4669780" y="1731650"/>
                  </a:lnTo>
                  <a:lnTo>
                    <a:pt x="4669907" y="1731650"/>
                  </a:lnTo>
                  <a:lnTo>
                    <a:pt x="4670033" y="1731650"/>
                  </a:lnTo>
                  <a:lnTo>
                    <a:pt x="4670159" y="1731650"/>
                  </a:lnTo>
                  <a:lnTo>
                    <a:pt x="4670285" y="1731650"/>
                  </a:lnTo>
                  <a:lnTo>
                    <a:pt x="4670285" y="1726370"/>
                  </a:lnTo>
                  <a:lnTo>
                    <a:pt x="4670411" y="1726370"/>
                  </a:lnTo>
                  <a:lnTo>
                    <a:pt x="4670537" y="1726370"/>
                  </a:lnTo>
                  <a:lnTo>
                    <a:pt x="4670663" y="1726370"/>
                  </a:lnTo>
                  <a:lnTo>
                    <a:pt x="4670789" y="1726370"/>
                  </a:lnTo>
                  <a:lnTo>
                    <a:pt x="4670915" y="1726370"/>
                  </a:lnTo>
                  <a:lnTo>
                    <a:pt x="4671041" y="1726370"/>
                  </a:lnTo>
                  <a:lnTo>
                    <a:pt x="4671167" y="1726370"/>
                  </a:lnTo>
                  <a:lnTo>
                    <a:pt x="4671294" y="1726370"/>
                  </a:lnTo>
                  <a:lnTo>
                    <a:pt x="4671420" y="1726370"/>
                  </a:lnTo>
                  <a:lnTo>
                    <a:pt x="4671546" y="1726370"/>
                  </a:lnTo>
                  <a:lnTo>
                    <a:pt x="4671672" y="1726370"/>
                  </a:lnTo>
                  <a:lnTo>
                    <a:pt x="4671798" y="1726370"/>
                  </a:lnTo>
                  <a:lnTo>
                    <a:pt x="4671924" y="1726370"/>
                  </a:lnTo>
                  <a:lnTo>
                    <a:pt x="4672050" y="1726370"/>
                  </a:lnTo>
                  <a:lnTo>
                    <a:pt x="4672176" y="1726370"/>
                  </a:lnTo>
                  <a:lnTo>
                    <a:pt x="4672302" y="1726370"/>
                  </a:lnTo>
                  <a:lnTo>
                    <a:pt x="4672428" y="1726370"/>
                  </a:lnTo>
                  <a:lnTo>
                    <a:pt x="4672554" y="1726370"/>
                  </a:lnTo>
                  <a:lnTo>
                    <a:pt x="4672681" y="1726370"/>
                  </a:lnTo>
                  <a:lnTo>
                    <a:pt x="4672807" y="1726370"/>
                  </a:lnTo>
                  <a:lnTo>
                    <a:pt x="4672933" y="1726370"/>
                  </a:lnTo>
                  <a:lnTo>
                    <a:pt x="4673059" y="1726370"/>
                  </a:lnTo>
                  <a:lnTo>
                    <a:pt x="4673185" y="1726370"/>
                  </a:lnTo>
                  <a:lnTo>
                    <a:pt x="4673311" y="1726370"/>
                  </a:lnTo>
                  <a:lnTo>
                    <a:pt x="4673437" y="1726370"/>
                  </a:lnTo>
                  <a:lnTo>
                    <a:pt x="4673563" y="1726370"/>
                  </a:lnTo>
                  <a:lnTo>
                    <a:pt x="4673689" y="1726370"/>
                  </a:lnTo>
                  <a:lnTo>
                    <a:pt x="4673815" y="1726370"/>
                  </a:lnTo>
                  <a:lnTo>
                    <a:pt x="4673941" y="1726370"/>
                  </a:lnTo>
                  <a:lnTo>
                    <a:pt x="4674067" y="1726370"/>
                  </a:lnTo>
                  <a:lnTo>
                    <a:pt x="4674194" y="1726370"/>
                  </a:lnTo>
                  <a:lnTo>
                    <a:pt x="4674320" y="1726370"/>
                  </a:lnTo>
                  <a:lnTo>
                    <a:pt x="4674446" y="1726370"/>
                  </a:lnTo>
                  <a:lnTo>
                    <a:pt x="4674572" y="1726370"/>
                  </a:lnTo>
                  <a:lnTo>
                    <a:pt x="4674698" y="1726370"/>
                  </a:lnTo>
                  <a:lnTo>
                    <a:pt x="4674824" y="1726370"/>
                  </a:lnTo>
                  <a:lnTo>
                    <a:pt x="4674950" y="1726370"/>
                  </a:lnTo>
                  <a:lnTo>
                    <a:pt x="4675076" y="1726370"/>
                  </a:lnTo>
                  <a:lnTo>
                    <a:pt x="4675202" y="1726370"/>
                  </a:lnTo>
                  <a:lnTo>
                    <a:pt x="4675328" y="1726370"/>
                  </a:lnTo>
                  <a:lnTo>
                    <a:pt x="4675454" y="1726370"/>
                  </a:lnTo>
                  <a:lnTo>
                    <a:pt x="4675581" y="1726370"/>
                  </a:lnTo>
                  <a:lnTo>
                    <a:pt x="4675707" y="1726370"/>
                  </a:lnTo>
                  <a:lnTo>
                    <a:pt x="4675833" y="1726370"/>
                  </a:lnTo>
                  <a:lnTo>
                    <a:pt x="4675959" y="1726370"/>
                  </a:lnTo>
                  <a:lnTo>
                    <a:pt x="4676085" y="1726370"/>
                  </a:lnTo>
                  <a:lnTo>
                    <a:pt x="4676211" y="1726370"/>
                  </a:lnTo>
                  <a:lnTo>
                    <a:pt x="4676337" y="1726370"/>
                  </a:lnTo>
                  <a:lnTo>
                    <a:pt x="4676463" y="1726370"/>
                  </a:lnTo>
                  <a:lnTo>
                    <a:pt x="4676589" y="1726370"/>
                  </a:lnTo>
                  <a:lnTo>
                    <a:pt x="4676715" y="1726370"/>
                  </a:lnTo>
                  <a:lnTo>
                    <a:pt x="4676841" y="1726370"/>
                  </a:lnTo>
                  <a:lnTo>
                    <a:pt x="4676967" y="1726370"/>
                  </a:lnTo>
                  <a:lnTo>
                    <a:pt x="4677094" y="1726370"/>
                  </a:lnTo>
                  <a:lnTo>
                    <a:pt x="4677220" y="1726370"/>
                  </a:lnTo>
                  <a:lnTo>
                    <a:pt x="4677346" y="1726370"/>
                  </a:lnTo>
                  <a:lnTo>
                    <a:pt x="4677472" y="1726370"/>
                  </a:lnTo>
                  <a:lnTo>
                    <a:pt x="4677598" y="1726370"/>
                  </a:lnTo>
                  <a:lnTo>
                    <a:pt x="4677724" y="1726370"/>
                  </a:lnTo>
                  <a:lnTo>
                    <a:pt x="4677850" y="1726370"/>
                  </a:lnTo>
                  <a:lnTo>
                    <a:pt x="4677976" y="1726370"/>
                  </a:lnTo>
                  <a:lnTo>
                    <a:pt x="4678102" y="1726370"/>
                  </a:lnTo>
                  <a:lnTo>
                    <a:pt x="4678228" y="1726370"/>
                  </a:lnTo>
                  <a:lnTo>
                    <a:pt x="4678228" y="1721091"/>
                  </a:lnTo>
                  <a:lnTo>
                    <a:pt x="4678354" y="1721091"/>
                  </a:lnTo>
                  <a:lnTo>
                    <a:pt x="4678481" y="1721091"/>
                  </a:lnTo>
                  <a:lnTo>
                    <a:pt x="4678607" y="1721091"/>
                  </a:lnTo>
                  <a:lnTo>
                    <a:pt x="4678733" y="1721091"/>
                  </a:lnTo>
                  <a:lnTo>
                    <a:pt x="4678859" y="1721091"/>
                  </a:lnTo>
                  <a:lnTo>
                    <a:pt x="4678985" y="1721091"/>
                  </a:lnTo>
                  <a:lnTo>
                    <a:pt x="4679111" y="1721091"/>
                  </a:lnTo>
                  <a:lnTo>
                    <a:pt x="4679237" y="1721091"/>
                  </a:lnTo>
                  <a:lnTo>
                    <a:pt x="4679363" y="1721091"/>
                  </a:lnTo>
                  <a:lnTo>
                    <a:pt x="4679489" y="1721091"/>
                  </a:lnTo>
                  <a:lnTo>
                    <a:pt x="4679615" y="1721091"/>
                  </a:lnTo>
                  <a:lnTo>
                    <a:pt x="4679741" y="1721091"/>
                  </a:lnTo>
                  <a:lnTo>
                    <a:pt x="4679868" y="1721091"/>
                  </a:lnTo>
                  <a:lnTo>
                    <a:pt x="4679994" y="1721091"/>
                  </a:lnTo>
                  <a:lnTo>
                    <a:pt x="4680120" y="1721091"/>
                  </a:lnTo>
                  <a:lnTo>
                    <a:pt x="4680246" y="1721091"/>
                  </a:lnTo>
                  <a:lnTo>
                    <a:pt x="4680372" y="1721091"/>
                  </a:lnTo>
                  <a:lnTo>
                    <a:pt x="4680498" y="1721091"/>
                  </a:lnTo>
                  <a:lnTo>
                    <a:pt x="4680624" y="1721091"/>
                  </a:lnTo>
                  <a:lnTo>
                    <a:pt x="4680750" y="1721091"/>
                  </a:lnTo>
                  <a:lnTo>
                    <a:pt x="4680876" y="1721091"/>
                  </a:lnTo>
                  <a:lnTo>
                    <a:pt x="4681002" y="1721091"/>
                  </a:lnTo>
                  <a:lnTo>
                    <a:pt x="4681128" y="1721091"/>
                  </a:lnTo>
                  <a:lnTo>
                    <a:pt x="4681254" y="1721091"/>
                  </a:lnTo>
                  <a:lnTo>
                    <a:pt x="4681381" y="1721091"/>
                  </a:lnTo>
                  <a:lnTo>
                    <a:pt x="4681507" y="1721091"/>
                  </a:lnTo>
                  <a:lnTo>
                    <a:pt x="4681633" y="1721091"/>
                  </a:lnTo>
                  <a:lnTo>
                    <a:pt x="4681759" y="1721091"/>
                  </a:lnTo>
                  <a:lnTo>
                    <a:pt x="4681885" y="1721091"/>
                  </a:lnTo>
                  <a:lnTo>
                    <a:pt x="4682011" y="1721091"/>
                  </a:lnTo>
                  <a:lnTo>
                    <a:pt x="4682137" y="1721091"/>
                  </a:lnTo>
                  <a:lnTo>
                    <a:pt x="4682263" y="1721091"/>
                  </a:lnTo>
                  <a:lnTo>
                    <a:pt x="4682389" y="1721091"/>
                  </a:lnTo>
                  <a:lnTo>
                    <a:pt x="4682515" y="1721091"/>
                  </a:lnTo>
                  <a:lnTo>
                    <a:pt x="4682641" y="1721091"/>
                  </a:lnTo>
                  <a:lnTo>
                    <a:pt x="4682768" y="1721091"/>
                  </a:lnTo>
                  <a:lnTo>
                    <a:pt x="4682894" y="1721091"/>
                  </a:lnTo>
                  <a:lnTo>
                    <a:pt x="4683020" y="1721091"/>
                  </a:lnTo>
                  <a:lnTo>
                    <a:pt x="4683146" y="1721091"/>
                  </a:lnTo>
                  <a:lnTo>
                    <a:pt x="4683272" y="1721091"/>
                  </a:lnTo>
                  <a:lnTo>
                    <a:pt x="4683398" y="1721091"/>
                  </a:lnTo>
                  <a:lnTo>
                    <a:pt x="4683524" y="1721091"/>
                  </a:lnTo>
                  <a:lnTo>
                    <a:pt x="4683650" y="1721091"/>
                  </a:lnTo>
                  <a:lnTo>
                    <a:pt x="4683776" y="1721091"/>
                  </a:lnTo>
                  <a:lnTo>
                    <a:pt x="4683902" y="1721091"/>
                  </a:lnTo>
                  <a:lnTo>
                    <a:pt x="4684028" y="1721091"/>
                  </a:lnTo>
                  <a:lnTo>
                    <a:pt x="4684154" y="1721091"/>
                  </a:lnTo>
                  <a:lnTo>
                    <a:pt x="4684281" y="1721091"/>
                  </a:lnTo>
                  <a:lnTo>
                    <a:pt x="4684407" y="1721091"/>
                  </a:lnTo>
                  <a:lnTo>
                    <a:pt x="4684533" y="1721091"/>
                  </a:lnTo>
                  <a:lnTo>
                    <a:pt x="4684659" y="1721091"/>
                  </a:lnTo>
                  <a:lnTo>
                    <a:pt x="4684785" y="1721091"/>
                  </a:lnTo>
                  <a:lnTo>
                    <a:pt x="4684911" y="1721091"/>
                  </a:lnTo>
                  <a:lnTo>
                    <a:pt x="4685037" y="1721091"/>
                  </a:lnTo>
                  <a:lnTo>
                    <a:pt x="4685163" y="1721091"/>
                  </a:lnTo>
                  <a:lnTo>
                    <a:pt x="4685289" y="1721091"/>
                  </a:lnTo>
                  <a:lnTo>
                    <a:pt x="4685415" y="1721091"/>
                  </a:lnTo>
                  <a:lnTo>
                    <a:pt x="4685541" y="1721091"/>
                  </a:lnTo>
                  <a:lnTo>
                    <a:pt x="4685541" y="1715811"/>
                  </a:lnTo>
                  <a:lnTo>
                    <a:pt x="4685668" y="1715811"/>
                  </a:lnTo>
                  <a:lnTo>
                    <a:pt x="4685794" y="1715811"/>
                  </a:lnTo>
                  <a:lnTo>
                    <a:pt x="4685920" y="1715811"/>
                  </a:lnTo>
                  <a:lnTo>
                    <a:pt x="4686046" y="1715811"/>
                  </a:lnTo>
                  <a:lnTo>
                    <a:pt x="4686172" y="1715811"/>
                  </a:lnTo>
                  <a:lnTo>
                    <a:pt x="4686298" y="1715811"/>
                  </a:lnTo>
                  <a:lnTo>
                    <a:pt x="4686424" y="1715811"/>
                  </a:lnTo>
                  <a:lnTo>
                    <a:pt x="4686550" y="1715811"/>
                  </a:lnTo>
                  <a:lnTo>
                    <a:pt x="4686676" y="1715811"/>
                  </a:lnTo>
                  <a:lnTo>
                    <a:pt x="4686802" y="1715811"/>
                  </a:lnTo>
                  <a:lnTo>
                    <a:pt x="4686928" y="1715811"/>
                  </a:lnTo>
                  <a:lnTo>
                    <a:pt x="4687054" y="1715811"/>
                  </a:lnTo>
                  <a:lnTo>
                    <a:pt x="4687181" y="1715811"/>
                  </a:lnTo>
                  <a:lnTo>
                    <a:pt x="4687307" y="1715811"/>
                  </a:lnTo>
                  <a:lnTo>
                    <a:pt x="4687433" y="1715811"/>
                  </a:lnTo>
                  <a:lnTo>
                    <a:pt x="4687559" y="1715811"/>
                  </a:lnTo>
                  <a:lnTo>
                    <a:pt x="4687685" y="1715811"/>
                  </a:lnTo>
                  <a:lnTo>
                    <a:pt x="4687811" y="1715811"/>
                  </a:lnTo>
                  <a:lnTo>
                    <a:pt x="4687937" y="1715811"/>
                  </a:lnTo>
                  <a:lnTo>
                    <a:pt x="4688063" y="1715811"/>
                  </a:lnTo>
                  <a:lnTo>
                    <a:pt x="4688189" y="1715811"/>
                  </a:lnTo>
                  <a:lnTo>
                    <a:pt x="4688315" y="1715811"/>
                  </a:lnTo>
                  <a:lnTo>
                    <a:pt x="4688441" y="1715811"/>
                  </a:lnTo>
                  <a:lnTo>
                    <a:pt x="4688568" y="1715811"/>
                  </a:lnTo>
                  <a:lnTo>
                    <a:pt x="4688694" y="1715811"/>
                  </a:lnTo>
                  <a:lnTo>
                    <a:pt x="4688820" y="1715811"/>
                  </a:lnTo>
                  <a:lnTo>
                    <a:pt x="4688946" y="1715811"/>
                  </a:lnTo>
                  <a:lnTo>
                    <a:pt x="4689072" y="1715811"/>
                  </a:lnTo>
                  <a:lnTo>
                    <a:pt x="4689198" y="1715811"/>
                  </a:lnTo>
                  <a:lnTo>
                    <a:pt x="4689324" y="1715811"/>
                  </a:lnTo>
                  <a:lnTo>
                    <a:pt x="4689450" y="1715811"/>
                  </a:lnTo>
                  <a:lnTo>
                    <a:pt x="4689576" y="1715811"/>
                  </a:lnTo>
                  <a:lnTo>
                    <a:pt x="4689702" y="1715811"/>
                  </a:lnTo>
                  <a:lnTo>
                    <a:pt x="4689828" y="1715811"/>
                  </a:lnTo>
                  <a:lnTo>
                    <a:pt x="4689955" y="1715811"/>
                  </a:lnTo>
                  <a:lnTo>
                    <a:pt x="4690081" y="1715811"/>
                  </a:lnTo>
                  <a:lnTo>
                    <a:pt x="4690207" y="1715811"/>
                  </a:lnTo>
                  <a:lnTo>
                    <a:pt x="4690333" y="1715811"/>
                  </a:lnTo>
                  <a:lnTo>
                    <a:pt x="4690459" y="1715811"/>
                  </a:lnTo>
                  <a:lnTo>
                    <a:pt x="4690585" y="1715811"/>
                  </a:lnTo>
                  <a:lnTo>
                    <a:pt x="4690711" y="1715811"/>
                  </a:lnTo>
                  <a:lnTo>
                    <a:pt x="4690837" y="1715811"/>
                  </a:lnTo>
                  <a:lnTo>
                    <a:pt x="4690963" y="1715811"/>
                  </a:lnTo>
                  <a:lnTo>
                    <a:pt x="4691089" y="1715811"/>
                  </a:lnTo>
                  <a:lnTo>
                    <a:pt x="4691215" y="1715811"/>
                  </a:lnTo>
                  <a:lnTo>
                    <a:pt x="4691341" y="1715811"/>
                  </a:lnTo>
                  <a:lnTo>
                    <a:pt x="4691468" y="1715811"/>
                  </a:lnTo>
                  <a:lnTo>
                    <a:pt x="4691594" y="1715811"/>
                  </a:lnTo>
                  <a:lnTo>
                    <a:pt x="4691720" y="1715811"/>
                  </a:lnTo>
                  <a:lnTo>
                    <a:pt x="4691846" y="1715811"/>
                  </a:lnTo>
                  <a:lnTo>
                    <a:pt x="4691972" y="1715811"/>
                  </a:lnTo>
                  <a:lnTo>
                    <a:pt x="4692098" y="1715811"/>
                  </a:lnTo>
                  <a:lnTo>
                    <a:pt x="4692224" y="1715811"/>
                  </a:lnTo>
                  <a:lnTo>
                    <a:pt x="4692350" y="1715811"/>
                  </a:lnTo>
                  <a:lnTo>
                    <a:pt x="4692476" y="1715811"/>
                  </a:lnTo>
                  <a:lnTo>
                    <a:pt x="4692602" y="1715811"/>
                  </a:lnTo>
                  <a:lnTo>
                    <a:pt x="4692728" y="1715811"/>
                  </a:lnTo>
                  <a:lnTo>
                    <a:pt x="4692855" y="1715811"/>
                  </a:lnTo>
                  <a:lnTo>
                    <a:pt x="4692981" y="1715811"/>
                  </a:lnTo>
                  <a:lnTo>
                    <a:pt x="4693107" y="1715811"/>
                  </a:lnTo>
                  <a:lnTo>
                    <a:pt x="4693233" y="1715811"/>
                  </a:lnTo>
                  <a:lnTo>
                    <a:pt x="4693359" y="1715811"/>
                  </a:lnTo>
                  <a:lnTo>
                    <a:pt x="4693485" y="1715811"/>
                  </a:lnTo>
                  <a:lnTo>
                    <a:pt x="4693611" y="1715811"/>
                  </a:lnTo>
                  <a:lnTo>
                    <a:pt x="4693737" y="1715811"/>
                  </a:lnTo>
                  <a:lnTo>
                    <a:pt x="4693863" y="1715811"/>
                  </a:lnTo>
                  <a:lnTo>
                    <a:pt x="4693989" y="1715811"/>
                  </a:lnTo>
                  <a:lnTo>
                    <a:pt x="4694115" y="1715811"/>
                  </a:lnTo>
                  <a:lnTo>
                    <a:pt x="4694241" y="1715811"/>
                  </a:lnTo>
                  <a:lnTo>
                    <a:pt x="4694368" y="1715811"/>
                  </a:lnTo>
                  <a:lnTo>
                    <a:pt x="4694494" y="1715811"/>
                  </a:lnTo>
                  <a:lnTo>
                    <a:pt x="4694620" y="1715811"/>
                  </a:lnTo>
                  <a:lnTo>
                    <a:pt x="4694746" y="1715811"/>
                  </a:lnTo>
                  <a:lnTo>
                    <a:pt x="4694872" y="1715811"/>
                  </a:lnTo>
                  <a:lnTo>
                    <a:pt x="4694998" y="1715811"/>
                  </a:lnTo>
                  <a:lnTo>
                    <a:pt x="4695124" y="1715811"/>
                  </a:lnTo>
                  <a:lnTo>
                    <a:pt x="4695250" y="1715811"/>
                  </a:lnTo>
                  <a:lnTo>
                    <a:pt x="4695376" y="1715811"/>
                  </a:lnTo>
                  <a:lnTo>
                    <a:pt x="4695502" y="1715811"/>
                  </a:lnTo>
                  <a:lnTo>
                    <a:pt x="4695628" y="1715811"/>
                  </a:lnTo>
                  <a:lnTo>
                    <a:pt x="4695755" y="1715811"/>
                  </a:lnTo>
                  <a:lnTo>
                    <a:pt x="4695881" y="1715811"/>
                  </a:lnTo>
                  <a:lnTo>
                    <a:pt x="4696007" y="1715811"/>
                  </a:lnTo>
                  <a:lnTo>
                    <a:pt x="4696007" y="1710532"/>
                  </a:lnTo>
                  <a:lnTo>
                    <a:pt x="4696133" y="1710532"/>
                  </a:lnTo>
                  <a:lnTo>
                    <a:pt x="4696259" y="1710532"/>
                  </a:lnTo>
                  <a:lnTo>
                    <a:pt x="4696385" y="1710532"/>
                  </a:lnTo>
                  <a:lnTo>
                    <a:pt x="4696511" y="1710532"/>
                  </a:lnTo>
                  <a:lnTo>
                    <a:pt x="4696637" y="1710532"/>
                  </a:lnTo>
                  <a:lnTo>
                    <a:pt x="4696763" y="1710532"/>
                  </a:lnTo>
                  <a:lnTo>
                    <a:pt x="4696889" y="1710532"/>
                  </a:lnTo>
                  <a:lnTo>
                    <a:pt x="4697015" y="1710532"/>
                  </a:lnTo>
                  <a:lnTo>
                    <a:pt x="4697142" y="1710532"/>
                  </a:lnTo>
                  <a:lnTo>
                    <a:pt x="4697268" y="1710532"/>
                  </a:lnTo>
                  <a:lnTo>
                    <a:pt x="4697394" y="1710532"/>
                  </a:lnTo>
                  <a:lnTo>
                    <a:pt x="4697520" y="1710532"/>
                  </a:lnTo>
                  <a:lnTo>
                    <a:pt x="4697646" y="1710532"/>
                  </a:lnTo>
                  <a:lnTo>
                    <a:pt x="4697772" y="1710532"/>
                  </a:lnTo>
                  <a:lnTo>
                    <a:pt x="4697898" y="1710532"/>
                  </a:lnTo>
                  <a:lnTo>
                    <a:pt x="4698024" y="1710532"/>
                  </a:lnTo>
                  <a:lnTo>
                    <a:pt x="4698150" y="1710532"/>
                  </a:lnTo>
                  <a:lnTo>
                    <a:pt x="4698276" y="1710532"/>
                  </a:lnTo>
                  <a:lnTo>
                    <a:pt x="4698402" y="1710532"/>
                  </a:lnTo>
                  <a:lnTo>
                    <a:pt x="4698528" y="1710532"/>
                  </a:lnTo>
                  <a:lnTo>
                    <a:pt x="4698655" y="1710532"/>
                  </a:lnTo>
                  <a:lnTo>
                    <a:pt x="4698781" y="1710532"/>
                  </a:lnTo>
                  <a:lnTo>
                    <a:pt x="4698907" y="1710532"/>
                  </a:lnTo>
                  <a:lnTo>
                    <a:pt x="4699033" y="1710532"/>
                  </a:lnTo>
                  <a:lnTo>
                    <a:pt x="4699159" y="1710532"/>
                  </a:lnTo>
                  <a:lnTo>
                    <a:pt x="4699285" y="1710532"/>
                  </a:lnTo>
                  <a:lnTo>
                    <a:pt x="4699411" y="1710532"/>
                  </a:lnTo>
                  <a:lnTo>
                    <a:pt x="4699537" y="1710532"/>
                  </a:lnTo>
                  <a:lnTo>
                    <a:pt x="4699663" y="1710532"/>
                  </a:lnTo>
                  <a:lnTo>
                    <a:pt x="4699789" y="1710532"/>
                  </a:lnTo>
                  <a:lnTo>
                    <a:pt x="4699915" y="1710532"/>
                  </a:lnTo>
                  <a:lnTo>
                    <a:pt x="4700042" y="1710532"/>
                  </a:lnTo>
                  <a:lnTo>
                    <a:pt x="4700168" y="1710532"/>
                  </a:lnTo>
                  <a:lnTo>
                    <a:pt x="4700294" y="1710532"/>
                  </a:lnTo>
                  <a:lnTo>
                    <a:pt x="4700420" y="1710532"/>
                  </a:lnTo>
                  <a:lnTo>
                    <a:pt x="4700546" y="1710532"/>
                  </a:lnTo>
                  <a:lnTo>
                    <a:pt x="4700672" y="1710532"/>
                  </a:lnTo>
                  <a:lnTo>
                    <a:pt x="4700672" y="1705253"/>
                  </a:lnTo>
                  <a:lnTo>
                    <a:pt x="4700798" y="1705253"/>
                  </a:lnTo>
                  <a:lnTo>
                    <a:pt x="4700924" y="1705253"/>
                  </a:lnTo>
                  <a:lnTo>
                    <a:pt x="4701050" y="1705253"/>
                  </a:lnTo>
                  <a:lnTo>
                    <a:pt x="4701176" y="1705253"/>
                  </a:lnTo>
                  <a:lnTo>
                    <a:pt x="4701302" y="1705253"/>
                  </a:lnTo>
                  <a:lnTo>
                    <a:pt x="4701428" y="1705253"/>
                  </a:lnTo>
                  <a:lnTo>
                    <a:pt x="4701555" y="1705253"/>
                  </a:lnTo>
                  <a:lnTo>
                    <a:pt x="4701681" y="1705253"/>
                  </a:lnTo>
                  <a:lnTo>
                    <a:pt x="4701807" y="1705253"/>
                  </a:lnTo>
                  <a:lnTo>
                    <a:pt x="4701933" y="1705253"/>
                  </a:lnTo>
                  <a:lnTo>
                    <a:pt x="4702059" y="1705253"/>
                  </a:lnTo>
                  <a:lnTo>
                    <a:pt x="4702185" y="1705253"/>
                  </a:lnTo>
                  <a:lnTo>
                    <a:pt x="4702311" y="1705253"/>
                  </a:lnTo>
                  <a:lnTo>
                    <a:pt x="4702437" y="1705253"/>
                  </a:lnTo>
                  <a:lnTo>
                    <a:pt x="4702563" y="1705253"/>
                  </a:lnTo>
                  <a:lnTo>
                    <a:pt x="4702689" y="1705253"/>
                  </a:lnTo>
                  <a:lnTo>
                    <a:pt x="4702815" y="1705253"/>
                  </a:lnTo>
                  <a:lnTo>
                    <a:pt x="4702942" y="1705253"/>
                  </a:lnTo>
                  <a:lnTo>
                    <a:pt x="4703068" y="1705253"/>
                  </a:lnTo>
                  <a:lnTo>
                    <a:pt x="4703194" y="1705253"/>
                  </a:lnTo>
                  <a:lnTo>
                    <a:pt x="4703320" y="1705253"/>
                  </a:lnTo>
                  <a:lnTo>
                    <a:pt x="4703446" y="1705253"/>
                  </a:lnTo>
                  <a:lnTo>
                    <a:pt x="4703572" y="1705253"/>
                  </a:lnTo>
                  <a:lnTo>
                    <a:pt x="4703698" y="1705253"/>
                  </a:lnTo>
                  <a:lnTo>
                    <a:pt x="4703824" y="1705253"/>
                  </a:lnTo>
                  <a:lnTo>
                    <a:pt x="4703950" y="1705253"/>
                  </a:lnTo>
                  <a:lnTo>
                    <a:pt x="4704076" y="1705253"/>
                  </a:lnTo>
                  <a:lnTo>
                    <a:pt x="4704202" y="1705253"/>
                  </a:lnTo>
                  <a:lnTo>
                    <a:pt x="4704328" y="1705253"/>
                  </a:lnTo>
                  <a:lnTo>
                    <a:pt x="4704455" y="1705253"/>
                  </a:lnTo>
                  <a:lnTo>
                    <a:pt x="4704581" y="1705253"/>
                  </a:lnTo>
                  <a:lnTo>
                    <a:pt x="4704707" y="1705253"/>
                  </a:lnTo>
                  <a:lnTo>
                    <a:pt x="4704833" y="1705253"/>
                  </a:lnTo>
                  <a:lnTo>
                    <a:pt x="4704959" y="1705253"/>
                  </a:lnTo>
                  <a:lnTo>
                    <a:pt x="4705085" y="1705253"/>
                  </a:lnTo>
                  <a:lnTo>
                    <a:pt x="4705211" y="1705253"/>
                  </a:lnTo>
                  <a:lnTo>
                    <a:pt x="4705337" y="1705253"/>
                  </a:lnTo>
                  <a:lnTo>
                    <a:pt x="4705463" y="1705253"/>
                  </a:lnTo>
                  <a:lnTo>
                    <a:pt x="4705589" y="1705253"/>
                  </a:lnTo>
                  <a:lnTo>
                    <a:pt x="4705715" y="1705253"/>
                  </a:lnTo>
                  <a:lnTo>
                    <a:pt x="4705842" y="1705253"/>
                  </a:lnTo>
                  <a:lnTo>
                    <a:pt x="4705968" y="1705253"/>
                  </a:lnTo>
                  <a:lnTo>
                    <a:pt x="4706094" y="1705253"/>
                  </a:lnTo>
                  <a:lnTo>
                    <a:pt x="4706220" y="1705253"/>
                  </a:lnTo>
                  <a:lnTo>
                    <a:pt x="4706346" y="1705253"/>
                  </a:lnTo>
                  <a:lnTo>
                    <a:pt x="4706472" y="1705253"/>
                  </a:lnTo>
                  <a:lnTo>
                    <a:pt x="4706598" y="1705253"/>
                  </a:lnTo>
                  <a:lnTo>
                    <a:pt x="4706724" y="1705253"/>
                  </a:lnTo>
                  <a:lnTo>
                    <a:pt x="4706850" y="1705253"/>
                  </a:lnTo>
                  <a:lnTo>
                    <a:pt x="4706976" y="1705253"/>
                  </a:lnTo>
                  <a:lnTo>
                    <a:pt x="4707102" y="1705253"/>
                  </a:lnTo>
                  <a:lnTo>
                    <a:pt x="4707229" y="1705253"/>
                  </a:lnTo>
                  <a:lnTo>
                    <a:pt x="4707355" y="1705253"/>
                  </a:lnTo>
                  <a:lnTo>
                    <a:pt x="4707481" y="1705253"/>
                  </a:lnTo>
                  <a:lnTo>
                    <a:pt x="4707607" y="1705253"/>
                  </a:lnTo>
                  <a:lnTo>
                    <a:pt x="4707733" y="1705253"/>
                  </a:lnTo>
                  <a:lnTo>
                    <a:pt x="4707859" y="1705253"/>
                  </a:lnTo>
                  <a:lnTo>
                    <a:pt x="4707985" y="1705253"/>
                  </a:lnTo>
                  <a:lnTo>
                    <a:pt x="4708111" y="1705253"/>
                  </a:lnTo>
                  <a:lnTo>
                    <a:pt x="4708237" y="1705253"/>
                  </a:lnTo>
                  <a:lnTo>
                    <a:pt x="4708363" y="1705253"/>
                  </a:lnTo>
                  <a:lnTo>
                    <a:pt x="4708489" y="1705253"/>
                  </a:lnTo>
                  <a:lnTo>
                    <a:pt x="4708615" y="1705253"/>
                  </a:lnTo>
                  <a:lnTo>
                    <a:pt x="4708742" y="1705253"/>
                  </a:lnTo>
                  <a:lnTo>
                    <a:pt x="4708868" y="1705253"/>
                  </a:lnTo>
                  <a:lnTo>
                    <a:pt x="4708994" y="1705253"/>
                  </a:lnTo>
                  <a:lnTo>
                    <a:pt x="4708994" y="1699973"/>
                  </a:lnTo>
                  <a:lnTo>
                    <a:pt x="4709120" y="1699973"/>
                  </a:lnTo>
                  <a:lnTo>
                    <a:pt x="4709246" y="1699973"/>
                  </a:lnTo>
                  <a:lnTo>
                    <a:pt x="4709372" y="1699973"/>
                  </a:lnTo>
                  <a:lnTo>
                    <a:pt x="4709498" y="1699973"/>
                  </a:lnTo>
                  <a:lnTo>
                    <a:pt x="4709624" y="1699973"/>
                  </a:lnTo>
                  <a:lnTo>
                    <a:pt x="4709750" y="1699973"/>
                  </a:lnTo>
                  <a:lnTo>
                    <a:pt x="4709876" y="1699973"/>
                  </a:lnTo>
                  <a:lnTo>
                    <a:pt x="4710002" y="1699973"/>
                  </a:lnTo>
                  <a:lnTo>
                    <a:pt x="4710129" y="1699973"/>
                  </a:lnTo>
                  <a:lnTo>
                    <a:pt x="4710255" y="1699973"/>
                  </a:lnTo>
                  <a:lnTo>
                    <a:pt x="4710381" y="1699973"/>
                  </a:lnTo>
                  <a:lnTo>
                    <a:pt x="4710507" y="1699973"/>
                  </a:lnTo>
                  <a:lnTo>
                    <a:pt x="4710633" y="1699973"/>
                  </a:lnTo>
                  <a:lnTo>
                    <a:pt x="4710759" y="1699973"/>
                  </a:lnTo>
                  <a:lnTo>
                    <a:pt x="4710885" y="1699973"/>
                  </a:lnTo>
                  <a:lnTo>
                    <a:pt x="4711011" y="1699973"/>
                  </a:lnTo>
                  <a:lnTo>
                    <a:pt x="4711137" y="1699973"/>
                  </a:lnTo>
                  <a:lnTo>
                    <a:pt x="4711263" y="1699973"/>
                  </a:lnTo>
                  <a:lnTo>
                    <a:pt x="4711389" y="1699973"/>
                  </a:lnTo>
                  <a:lnTo>
                    <a:pt x="4711515" y="1699973"/>
                  </a:lnTo>
                  <a:lnTo>
                    <a:pt x="4711642" y="1699973"/>
                  </a:lnTo>
                  <a:lnTo>
                    <a:pt x="4711768" y="1699973"/>
                  </a:lnTo>
                  <a:lnTo>
                    <a:pt x="4711894" y="1699973"/>
                  </a:lnTo>
                  <a:lnTo>
                    <a:pt x="4712020" y="1699973"/>
                  </a:lnTo>
                  <a:lnTo>
                    <a:pt x="4712146" y="1699973"/>
                  </a:lnTo>
                  <a:lnTo>
                    <a:pt x="4712272" y="1699973"/>
                  </a:lnTo>
                  <a:lnTo>
                    <a:pt x="4712398" y="1699973"/>
                  </a:lnTo>
                  <a:lnTo>
                    <a:pt x="4712524" y="1699973"/>
                  </a:lnTo>
                  <a:lnTo>
                    <a:pt x="4712650" y="1699973"/>
                  </a:lnTo>
                  <a:lnTo>
                    <a:pt x="4712776" y="1699973"/>
                  </a:lnTo>
                  <a:lnTo>
                    <a:pt x="4712902" y="1699973"/>
                  </a:lnTo>
                  <a:lnTo>
                    <a:pt x="4713029" y="1699973"/>
                  </a:lnTo>
                  <a:lnTo>
                    <a:pt x="4713155" y="1699973"/>
                  </a:lnTo>
                  <a:lnTo>
                    <a:pt x="4713281" y="1699973"/>
                  </a:lnTo>
                  <a:lnTo>
                    <a:pt x="4713407" y="1699973"/>
                  </a:lnTo>
                  <a:lnTo>
                    <a:pt x="4713533" y="1699973"/>
                  </a:lnTo>
                  <a:lnTo>
                    <a:pt x="4713659" y="1699973"/>
                  </a:lnTo>
                  <a:lnTo>
                    <a:pt x="4713785" y="1699973"/>
                  </a:lnTo>
                  <a:lnTo>
                    <a:pt x="4713911" y="1699973"/>
                  </a:lnTo>
                  <a:lnTo>
                    <a:pt x="4714037" y="1699973"/>
                  </a:lnTo>
                  <a:lnTo>
                    <a:pt x="4714163" y="1699973"/>
                  </a:lnTo>
                  <a:lnTo>
                    <a:pt x="4714289" y="1699973"/>
                  </a:lnTo>
                  <a:lnTo>
                    <a:pt x="4714416" y="1699973"/>
                  </a:lnTo>
                  <a:lnTo>
                    <a:pt x="4714542" y="1699973"/>
                  </a:lnTo>
                  <a:lnTo>
                    <a:pt x="4714668" y="1699973"/>
                  </a:lnTo>
                  <a:lnTo>
                    <a:pt x="4714794" y="1699973"/>
                  </a:lnTo>
                  <a:lnTo>
                    <a:pt x="4714920" y="1699973"/>
                  </a:lnTo>
                  <a:lnTo>
                    <a:pt x="4715046" y="1699973"/>
                  </a:lnTo>
                  <a:lnTo>
                    <a:pt x="4715172" y="1699973"/>
                  </a:lnTo>
                  <a:lnTo>
                    <a:pt x="4715298" y="1699973"/>
                  </a:lnTo>
                  <a:lnTo>
                    <a:pt x="4715424" y="1699973"/>
                  </a:lnTo>
                  <a:lnTo>
                    <a:pt x="4715550" y="1699973"/>
                  </a:lnTo>
                  <a:lnTo>
                    <a:pt x="4715676" y="1699973"/>
                  </a:lnTo>
                  <a:lnTo>
                    <a:pt x="4715802" y="1699973"/>
                  </a:lnTo>
                  <a:lnTo>
                    <a:pt x="4715929" y="1699973"/>
                  </a:lnTo>
                  <a:lnTo>
                    <a:pt x="4716055" y="1699973"/>
                  </a:lnTo>
                  <a:lnTo>
                    <a:pt x="4716181" y="1699973"/>
                  </a:lnTo>
                  <a:lnTo>
                    <a:pt x="4716307" y="1699973"/>
                  </a:lnTo>
                  <a:lnTo>
                    <a:pt x="4716433" y="1699973"/>
                  </a:lnTo>
                  <a:lnTo>
                    <a:pt x="4716559" y="1699973"/>
                  </a:lnTo>
                  <a:lnTo>
                    <a:pt x="4716685" y="1699973"/>
                  </a:lnTo>
                  <a:lnTo>
                    <a:pt x="4716811" y="1699973"/>
                  </a:lnTo>
                  <a:lnTo>
                    <a:pt x="4716937" y="1699973"/>
                  </a:lnTo>
                  <a:lnTo>
                    <a:pt x="4717063" y="1699973"/>
                  </a:lnTo>
                  <a:lnTo>
                    <a:pt x="4717189" y="1699973"/>
                  </a:lnTo>
                  <a:lnTo>
                    <a:pt x="4717316" y="1699973"/>
                  </a:lnTo>
                  <a:lnTo>
                    <a:pt x="4717442" y="1699973"/>
                  </a:lnTo>
                  <a:lnTo>
                    <a:pt x="4717568" y="1699973"/>
                  </a:lnTo>
                  <a:lnTo>
                    <a:pt x="4717694" y="1699973"/>
                  </a:lnTo>
                  <a:lnTo>
                    <a:pt x="4717820" y="1699973"/>
                  </a:lnTo>
                  <a:lnTo>
                    <a:pt x="4717946" y="1699973"/>
                  </a:lnTo>
                  <a:lnTo>
                    <a:pt x="4718072" y="1699973"/>
                  </a:lnTo>
                  <a:lnTo>
                    <a:pt x="4718198" y="1699973"/>
                  </a:lnTo>
                  <a:lnTo>
                    <a:pt x="4718324" y="1699973"/>
                  </a:lnTo>
                  <a:lnTo>
                    <a:pt x="4718450" y="1699973"/>
                  </a:lnTo>
                  <a:lnTo>
                    <a:pt x="4718576" y="1699973"/>
                  </a:lnTo>
                  <a:lnTo>
                    <a:pt x="4718702" y="1699973"/>
                  </a:lnTo>
                  <a:lnTo>
                    <a:pt x="4718829" y="1699973"/>
                  </a:lnTo>
                  <a:lnTo>
                    <a:pt x="4718955" y="1699973"/>
                  </a:lnTo>
                  <a:lnTo>
                    <a:pt x="4719081" y="1699973"/>
                  </a:lnTo>
                  <a:lnTo>
                    <a:pt x="4719207" y="1699973"/>
                  </a:lnTo>
                  <a:lnTo>
                    <a:pt x="4719333" y="1699973"/>
                  </a:lnTo>
                  <a:lnTo>
                    <a:pt x="4719459" y="1699973"/>
                  </a:lnTo>
                  <a:lnTo>
                    <a:pt x="4719585" y="1699973"/>
                  </a:lnTo>
                  <a:lnTo>
                    <a:pt x="4719711" y="1699973"/>
                  </a:lnTo>
                  <a:lnTo>
                    <a:pt x="4719837" y="1699973"/>
                  </a:lnTo>
                  <a:lnTo>
                    <a:pt x="4719837" y="1694694"/>
                  </a:lnTo>
                  <a:lnTo>
                    <a:pt x="4719963" y="1694694"/>
                  </a:lnTo>
                  <a:lnTo>
                    <a:pt x="4720089" y="1694694"/>
                  </a:lnTo>
                  <a:lnTo>
                    <a:pt x="4720216" y="1694694"/>
                  </a:lnTo>
                  <a:lnTo>
                    <a:pt x="4720342" y="1694694"/>
                  </a:lnTo>
                  <a:lnTo>
                    <a:pt x="4720468" y="1694694"/>
                  </a:lnTo>
                  <a:lnTo>
                    <a:pt x="4720594" y="1694694"/>
                  </a:lnTo>
                  <a:lnTo>
                    <a:pt x="4720720" y="1694694"/>
                  </a:lnTo>
                  <a:lnTo>
                    <a:pt x="4720846" y="1694694"/>
                  </a:lnTo>
                  <a:lnTo>
                    <a:pt x="4720972" y="1694694"/>
                  </a:lnTo>
                  <a:lnTo>
                    <a:pt x="4721098" y="1694694"/>
                  </a:lnTo>
                  <a:lnTo>
                    <a:pt x="4721224" y="1694694"/>
                  </a:lnTo>
                  <a:lnTo>
                    <a:pt x="4721350" y="1694694"/>
                  </a:lnTo>
                  <a:lnTo>
                    <a:pt x="4721476" y="1694694"/>
                  </a:lnTo>
                  <a:lnTo>
                    <a:pt x="4721603" y="1694694"/>
                  </a:lnTo>
                  <a:lnTo>
                    <a:pt x="4721729" y="1694694"/>
                  </a:lnTo>
                  <a:lnTo>
                    <a:pt x="4721855" y="1694694"/>
                  </a:lnTo>
                  <a:lnTo>
                    <a:pt x="4721981" y="1694694"/>
                  </a:lnTo>
                  <a:lnTo>
                    <a:pt x="4722107" y="1694694"/>
                  </a:lnTo>
                  <a:lnTo>
                    <a:pt x="4722233" y="1694694"/>
                  </a:lnTo>
                  <a:lnTo>
                    <a:pt x="4722359" y="1694694"/>
                  </a:lnTo>
                  <a:lnTo>
                    <a:pt x="4722485" y="1694694"/>
                  </a:lnTo>
                  <a:lnTo>
                    <a:pt x="4722611" y="1694694"/>
                  </a:lnTo>
                  <a:lnTo>
                    <a:pt x="4722737" y="1694694"/>
                  </a:lnTo>
                  <a:lnTo>
                    <a:pt x="4722863" y="1694694"/>
                  </a:lnTo>
                  <a:lnTo>
                    <a:pt x="4722989" y="1694694"/>
                  </a:lnTo>
                  <a:lnTo>
                    <a:pt x="4723116" y="1694694"/>
                  </a:lnTo>
                  <a:lnTo>
                    <a:pt x="4723242" y="1694694"/>
                  </a:lnTo>
                  <a:lnTo>
                    <a:pt x="4723368" y="1694694"/>
                  </a:lnTo>
                  <a:lnTo>
                    <a:pt x="4723494" y="1694694"/>
                  </a:lnTo>
                  <a:lnTo>
                    <a:pt x="4723620" y="1694694"/>
                  </a:lnTo>
                  <a:lnTo>
                    <a:pt x="4723746" y="1694694"/>
                  </a:lnTo>
                  <a:lnTo>
                    <a:pt x="4723872" y="1694694"/>
                  </a:lnTo>
                  <a:lnTo>
                    <a:pt x="4723998" y="1694694"/>
                  </a:lnTo>
                  <a:lnTo>
                    <a:pt x="4724124" y="1694694"/>
                  </a:lnTo>
                  <a:lnTo>
                    <a:pt x="4724250" y="1694694"/>
                  </a:lnTo>
                  <a:lnTo>
                    <a:pt x="4724376" y="1694694"/>
                  </a:lnTo>
                  <a:lnTo>
                    <a:pt x="4724503" y="1694694"/>
                  </a:lnTo>
                  <a:lnTo>
                    <a:pt x="4724629" y="1694694"/>
                  </a:lnTo>
                  <a:lnTo>
                    <a:pt x="4724755" y="1694694"/>
                  </a:lnTo>
                  <a:lnTo>
                    <a:pt x="4724881" y="1694694"/>
                  </a:lnTo>
                  <a:lnTo>
                    <a:pt x="4725007" y="1694694"/>
                  </a:lnTo>
                  <a:lnTo>
                    <a:pt x="4725133" y="1694694"/>
                  </a:lnTo>
                  <a:lnTo>
                    <a:pt x="4725259" y="1694694"/>
                  </a:lnTo>
                  <a:lnTo>
                    <a:pt x="4725385" y="1694694"/>
                  </a:lnTo>
                  <a:lnTo>
                    <a:pt x="4725511" y="1694694"/>
                  </a:lnTo>
                  <a:lnTo>
                    <a:pt x="4725637" y="1694694"/>
                  </a:lnTo>
                  <a:lnTo>
                    <a:pt x="4725763" y="1694694"/>
                  </a:lnTo>
                  <a:lnTo>
                    <a:pt x="4725889" y="1694694"/>
                  </a:lnTo>
                  <a:lnTo>
                    <a:pt x="4726016" y="1694694"/>
                  </a:lnTo>
                  <a:lnTo>
                    <a:pt x="4726142" y="1694694"/>
                  </a:lnTo>
                  <a:lnTo>
                    <a:pt x="4726268" y="1694694"/>
                  </a:lnTo>
                  <a:lnTo>
                    <a:pt x="4726394" y="1694694"/>
                  </a:lnTo>
                  <a:lnTo>
                    <a:pt x="4726520" y="1694694"/>
                  </a:lnTo>
                  <a:lnTo>
                    <a:pt x="4726646" y="1694694"/>
                  </a:lnTo>
                  <a:lnTo>
                    <a:pt x="4726772" y="1694694"/>
                  </a:lnTo>
                  <a:lnTo>
                    <a:pt x="4726898" y="1694694"/>
                  </a:lnTo>
                  <a:lnTo>
                    <a:pt x="4727024" y="1694694"/>
                  </a:lnTo>
                  <a:lnTo>
                    <a:pt x="4727150" y="1694694"/>
                  </a:lnTo>
                  <a:lnTo>
                    <a:pt x="4727276" y="1694694"/>
                  </a:lnTo>
                  <a:lnTo>
                    <a:pt x="4727403" y="1694694"/>
                  </a:lnTo>
                  <a:lnTo>
                    <a:pt x="4727529" y="1694694"/>
                  </a:lnTo>
                  <a:lnTo>
                    <a:pt x="4727655" y="1694694"/>
                  </a:lnTo>
                  <a:lnTo>
                    <a:pt x="4727781" y="1694694"/>
                  </a:lnTo>
                  <a:lnTo>
                    <a:pt x="4727907" y="1694694"/>
                  </a:lnTo>
                  <a:lnTo>
                    <a:pt x="4728033" y="1694694"/>
                  </a:lnTo>
                  <a:lnTo>
                    <a:pt x="4728159" y="1694694"/>
                  </a:lnTo>
                  <a:lnTo>
                    <a:pt x="4728285" y="1694694"/>
                  </a:lnTo>
                  <a:lnTo>
                    <a:pt x="4728411" y="1694694"/>
                  </a:lnTo>
                  <a:lnTo>
                    <a:pt x="4728537" y="1694694"/>
                  </a:lnTo>
                  <a:lnTo>
                    <a:pt x="4728663" y="1694694"/>
                  </a:lnTo>
                  <a:lnTo>
                    <a:pt x="4728789" y="1694694"/>
                  </a:lnTo>
                  <a:lnTo>
                    <a:pt x="4728916" y="1694694"/>
                  </a:lnTo>
                  <a:lnTo>
                    <a:pt x="4729042" y="1694694"/>
                  </a:lnTo>
                  <a:lnTo>
                    <a:pt x="4729168" y="1694694"/>
                  </a:lnTo>
                  <a:lnTo>
                    <a:pt x="4729294" y="1694694"/>
                  </a:lnTo>
                  <a:lnTo>
                    <a:pt x="4729420" y="1694694"/>
                  </a:lnTo>
                  <a:lnTo>
                    <a:pt x="4729546" y="1694694"/>
                  </a:lnTo>
                  <a:lnTo>
                    <a:pt x="4729672" y="1694694"/>
                  </a:lnTo>
                  <a:lnTo>
                    <a:pt x="4729798" y="1694694"/>
                  </a:lnTo>
                  <a:lnTo>
                    <a:pt x="4729924" y="1694694"/>
                  </a:lnTo>
                  <a:lnTo>
                    <a:pt x="4730050" y="1694694"/>
                  </a:lnTo>
                  <a:lnTo>
                    <a:pt x="4730176" y="1694694"/>
                  </a:lnTo>
                  <a:lnTo>
                    <a:pt x="4730303" y="1694694"/>
                  </a:lnTo>
                  <a:lnTo>
                    <a:pt x="4730429" y="1694694"/>
                  </a:lnTo>
                  <a:lnTo>
                    <a:pt x="4730555" y="1694694"/>
                  </a:lnTo>
                  <a:lnTo>
                    <a:pt x="4730681" y="1694694"/>
                  </a:lnTo>
                  <a:lnTo>
                    <a:pt x="4730807" y="1694694"/>
                  </a:lnTo>
                  <a:lnTo>
                    <a:pt x="4730933" y="1694694"/>
                  </a:lnTo>
                  <a:lnTo>
                    <a:pt x="4731059" y="1694694"/>
                  </a:lnTo>
                  <a:lnTo>
                    <a:pt x="4731185" y="1694694"/>
                  </a:lnTo>
                  <a:lnTo>
                    <a:pt x="4731311" y="1694694"/>
                  </a:lnTo>
                  <a:lnTo>
                    <a:pt x="4731437" y="1694694"/>
                  </a:lnTo>
                  <a:lnTo>
                    <a:pt x="4731563" y="1694694"/>
                  </a:lnTo>
                  <a:lnTo>
                    <a:pt x="4731690" y="1694694"/>
                  </a:lnTo>
                  <a:lnTo>
                    <a:pt x="4731816" y="1694694"/>
                  </a:lnTo>
                  <a:lnTo>
                    <a:pt x="4731942" y="1694694"/>
                  </a:lnTo>
                  <a:lnTo>
                    <a:pt x="4732068" y="1694694"/>
                  </a:lnTo>
                  <a:lnTo>
                    <a:pt x="4732194" y="1694694"/>
                  </a:lnTo>
                  <a:lnTo>
                    <a:pt x="4732320" y="1694694"/>
                  </a:lnTo>
                  <a:lnTo>
                    <a:pt x="4732446" y="1694694"/>
                  </a:lnTo>
                  <a:lnTo>
                    <a:pt x="4732572" y="1694694"/>
                  </a:lnTo>
                  <a:lnTo>
                    <a:pt x="4732698" y="1694694"/>
                  </a:lnTo>
                  <a:lnTo>
                    <a:pt x="4732824" y="1694694"/>
                  </a:lnTo>
                  <a:lnTo>
                    <a:pt x="4732950" y="1694694"/>
                  </a:lnTo>
                  <a:lnTo>
                    <a:pt x="4733076" y="1694694"/>
                  </a:lnTo>
                  <a:lnTo>
                    <a:pt x="4733203" y="1694694"/>
                  </a:lnTo>
                  <a:lnTo>
                    <a:pt x="4733329" y="1694694"/>
                  </a:lnTo>
                  <a:lnTo>
                    <a:pt x="4733455" y="1694694"/>
                  </a:lnTo>
                  <a:lnTo>
                    <a:pt x="4733581" y="1694694"/>
                  </a:lnTo>
                  <a:lnTo>
                    <a:pt x="4733707" y="1694694"/>
                  </a:lnTo>
                  <a:lnTo>
                    <a:pt x="4733833" y="1694694"/>
                  </a:lnTo>
                  <a:lnTo>
                    <a:pt x="4733959" y="1694694"/>
                  </a:lnTo>
                  <a:lnTo>
                    <a:pt x="4734085" y="1694694"/>
                  </a:lnTo>
                  <a:lnTo>
                    <a:pt x="4734211" y="1694694"/>
                  </a:lnTo>
                  <a:lnTo>
                    <a:pt x="4734337" y="1694694"/>
                  </a:lnTo>
                  <a:lnTo>
                    <a:pt x="4734463" y="1694694"/>
                  </a:lnTo>
                  <a:lnTo>
                    <a:pt x="4734590" y="1694694"/>
                  </a:lnTo>
                  <a:lnTo>
                    <a:pt x="4734716" y="1694694"/>
                  </a:lnTo>
                  <a:lnTo>
                    <a:pt x="4734842" y="1694694"/>
                  </a:lnTo>
                  <a:lnTo>
                    <a:pt x="4734968" y="1694694"/>
                  </a:lnTo>
                  <a:lnTo>
                    <a:pt x="4735094" y="1694694"/>
                  </a:lnTo>
                  <a:lnTo>
                    <a:pt x="4735220" y="1694694"/>
                  </a:lnTo>
                  <a:lnTo>
                    <a:pt x="4735346" y="1694694"/>
                  </a:lnTo>
                  <a:lnTo>
                    <a:pt x="4735472" y="1694694"/>
                  </a:lnTo>
                  <a:lnTo>
                    <a:pt x="4735598" y="1694694"/>
                  </a:lnTo>
                  <a:lnTo>
                    <a:pt x="4735724" y="1694694"/>
                  </a:lnTo>
                  <a:lnTo>
                    <a:pt x="4735850" y="1694694"/>
                  </a:lnTo>
                  <a:lnTo>
                    <a:pt x="4735976" y="1694694"/>
                  </a:lnTo>
                  <a:lnTo>
                    <a:pt x="4736103" y="1694694"/>
                  </a:lnTo>
                  <a:lnTo>
                    <a:pt x="4736229" y="1694694"/>
                  </a:lnTo>
                  <a:lnTo>
                    <a:pt x="4736355" y="1694694"/>
                  </a:lnTo>
                  <a:lnTo>
                    <a:pt x="4736481" y="1694694"/>
                  </a:lnTo>
                  <a:lnTo>
                    <a:pt x="4736607" y="1694694"/>
                  </a:lnTo>
                  <a:lnTo>
                    <a:pt x="4736733" y="1694694"/>
                  </a:lnTo>
                  <a:lnTo>
                    <a:pt x="4736859" y="1694694"/>
                  </a:lnTo>
                  <a:lnTo>
                    <a:pt x="4736985" y="1694694"/>
                  </a:lnTo>
                  <a:lnTo>
                    <a:pt x="4737111" y="1694694"/>
                  </a:lnTo>
                  <a:lnTo>
                    <a:pt x="4737237" y="1694694"/>
                  </a:lnTo>
                  <a:lnTo>
                    <a:pt x="4737363" y="1694694"/>
                  </a:lnTo>
                  <a:lnTo>
                    <a:pt x="4737490" y="1694694"/>
                  </a:lnTo>
                  <a:lnTo>
                    <a:pt x="4737616" y="1694694"/>
                  </a:lnTo>
                  <a:lnTo>
                    <a:pt x="4737742" y="1694694"/>
                  </a:lnTo>
                  <a:lnTo>
                    <a:pt x="4737868" y="1694694"/>
                  </a:lnTo>
                  <a:lnTo>
                    <a:pt x="4737994" y="1694694"/>
                  </a:lnTo>
                  <a:lnTo>
                    <a:pt x="4738120" y="1694694"/>
                  </a:lnTo>
                  <a:lnTo>
                    <a:pt x="4738246" y="1694694"/>
                  </a:lnTo>
                  <a:lnTo>
                    <a:pt x="4738372" y="1694694"/>
                  </a:lnTo>
                  <a:lnTo>
                    <a:pt x="4738498" y="1694694"/>
                  </a:lnTo>
                  <a:lnTo>
                    <a:pt x="4738624" y="1694694"/>
                  </a:lnTo>
                  <a:lnTo>
                    <a:pt x="4738750" y="1694694"/>
                  </a:lnTo>
                  <a:lnTo>
                    <a:pt x="4738877" y="1694694"/>
                  </a:lnTo>
                  <a:lnTo>
                    <a:pt x="4739003" y="1694694"/>
                  </a:lnTo>
                  <a:lnTo>
                    <a:pt x="4739129" y="1694694"/>
                  </a:lnTo>
                  <a:lnTo>
                    <a:pt x="4739255" y="1694694"/>
                  </a:lnTo>
                  <a:lnTo>
                    <a:pt x="4739381" y="1694694"/>
                  </a:lnTo>
                  <a:lnTo>
                    <a:pt x="4739507" y="1694694"/>
                  </a:lnTo>
                  <a:lnTo>
                    <a:pt x="4739633" y="1694694"/>
                  </a:lnTo>
                  <a:lnTo>
                    <a:pt x="4739759" y="1694694"/>
                  </a:lnTo>
                  <a:lnTo>
                    <a:pt x="4739885" y="1694694"/>
                  </a:lnTo>
                  <a:lnTo>
                    <a:pt x="4740011" y="1694694"/>
                  </a:lnTo>
                  <a:lnTo>
                    <a:pt x="4740137" y="1694694"/>
                  </a:lnTo>
                  <a:lnTo>
                    <a:pt x="4740263" y="1694694"/>
                  </a:lnTo>
                  <a:lnTo>
                    <a:pt x="4740390" y="1694694"/>
                  </a:lnTo>
                  <a:lnTo>
                    <a:pt x="4740516" y="1694694"/>
                  </a:lnTo>
                  <a:lnTo>
                    <a:pt x="4740642" y="1694694"/>
                  </a:lnTo>
                  <a:lnTo>
                    <a:pt x="4740768" y="1694694"/>
                  </a:lnTo>
                  <a:lnTo>
                    <a:pt x="4740894" y="1694694"/>
                  </a:lnTo>
                  <a:lnTo>
                    <a:pt x="4741020" y="1694694"/>
                  </a:lnTo>
                  <a:lnTo>
                    <a:pt x="4741146" y="1694694"/>
                  </a:lnTo>
                  <a:lnTo>
                    <a:pt x="4741272" y="1694694"/>
                  </a:lnTo>
                  <a:lnTo>
                    <a:pt x="4741398" y="1694694"/>
                  </a:lnTo>
                  <a:lnTo>
                    <a:pt x="4741524" y="1694694"/>
                  </a:lnTo>
                  <a:lnTo>
                    <a:pt x="4741650" y="1694694"/>
                  </a:lnTo>
                  <a:lnTo>
                    <a:pt x="4741777" y="1694694"/>
                  </a:lnTo>
                  <a:lnTo>
                    <a:pt x="4741903" y="1694694"/>
                  </a:lnTo>
                  <a:lnTo>
                    <a:pt x="4742029" y="1694694"/>
                  </a:lnTo>
                  <a:lnTo>
                    <a:pt x="4742155" y="1694694"/>
                  </a:lnTo>
                  <a:lnTo>
                    <a:pt x="4742281" y="1694694"/>
                  </a:lnTo>
                  <a:lnTo>
                    <a:pt x="4742407" y="1694694"/>
                  </a:lnTo>
                  <a:lnTo>
                    <a:pt x="4742533" y="1694694"/>
                  </a:lnTo>
                  <a:lnTo>
                    <a:pt x="4742659" y="1694694"/>
                  </a:lnTo>
                  <a:lnTo>
                    <a:pt x="4742785" y="1694694"/>
                  </a:lnTo>
                  <a:lnTo>
                    <a:pt x="4742911" y="1694694"/>
                  </a:lnTo>
                  <a:lnTo>
                    <a:pt x="4743037" y="1694694"/>
                  </a:lnTo>
                  <a:lnTo>
                    <a:pt x="4743163" y="1694694"/>
                  </a:lnTo>
                  <a:lnTo>
                    <a:pt x="4743290" y="1694694"/>
                  </a:lnTo>
                  <a:lnTo>
                    <a:pt x="4743416" y="1694694"/>
                  </a:lnTo>
                  <a:lnTo>
                    <a:pt x="4743542" y="1694694"/>
                  </a:lnTo>
                  <a:lnTo>
                    <a:pt x="4743668" y="1694694"/>
                  </a:lnTo>
                  <a:lnTo>
                    <a:pt x="4743794" y="1694694"/>
                  </a:lnTo>
                  <a:lnTo>
                    <a:pt x="4743920" y="1694694"/>
                  </a:lnTo>
                  <a:lnTo>
                    <a:pt x="4744046" y="1694694"/>
                  </a:lnTo>
                  <a:lnTo>
                    <a:pt x="4744172" y="1694694"/>
                  </a:lnTo>
                  <a:lnTo>
                    <a:pt x="4744298" y="1694694"/>
                  </a:lnTo>
                  <a:lnTo>
                    <a:pt x="4744424" y="1694694"/>
                  </a:lnTo>
                  <a:lnTo>
                    <a:pt x="4744424" y="1689414"/>
                  </a:lnTo>
                  <a:lnTo>
                    <a:pt x="4744550" y="1689414"/>
                  </a:lnTo>
                  <a:lnTo>
                    <a:pt x="4744550" y="1684135"/>
                  </a:lnTo>
                  <a:lnTo>
                    <a:pt x="4744677" y="1684135"/>
                  </a:lnTo>
                  <a:lnTo>
                    <a:pt x="4744803" y="1684135"/>
                  </a:lnTo>
                  <a:lnTo>
                    <a:pt x="4744929" y="1684135"/>
                  </a:lnTo>
                  <a:lnTo>
                    <a:pt x="4745055" y="1684135"/>
                  </a:lnTo>
                  <a:lnTo>
                    <a:pt x="4745181" y="1684135"/>
                  </a:lnTo>
                  <a:lnTo>
                    <a:pt x="4745307" y="1684135"/>
                  </a:lnTo>
                  <a:lnTo>
                    <a:pt x="4745433" y="1684135"/>
                  </a:lnTo>
                  <a:lnTo>
                    <a:pt x="4745559" y="1684135"/>
                  </a:lnTo>
                  <a:lnTo>
                    <a:pt x="4745685" y="1684135"/>
                  </a:lnTo>
                  <a:lnTo>
                    <a:pt x="4745811" y="1684135"/>
                  </a:lnTo>
                  <a:lnTo>
                    <a:pt x="4745937" y="1684135"/>
                  </a:lnTo>
                  <a:lnTo>
                    <a:pt x="4746064" y="1684135"/>
                  </a:lnTo>
                  <a:lnTo>
                    <a:pt x="4746190" y="1684135"/>
                  </a:lnTo>
                  <a:lnTo>
                    <a:pt x="4746316" y="1684135"/>
                  </a:lnTo>
                  <a:lnTo>
                    <a:pt x="4746442" y="1684135"/>
                  </a:lnTo>
                  <a:lnTo>
                    <a:pt x="4746568" y="1684135"/>
                  </a:lnTo>
                  <a:lnTo>
                    <a:pt x="4746694" y="1684135"/>
                  </a:lnTo>
                  <a:lnTo>
                    <a:pt x="4746820" y="1684135"/>
                  </a:lnTo>
                  <a:lnTo>
                    <a:pt x="4746946" y="1684135"/>
                  </a:lnTo>
                  <a:lnTo>
                    <a:pt x="4747072" y="1684135"/>
                  </a:lnTo>
                  <a:lnTo>
                    <a:pt x="4747198" y="1684135"/>
                  </a:lnTo>
                  <a:lnTo>
                    <a:pt x="4747324" y="1684135"/>
                  </a:lnTo>
                  <a:lnTo>
                    <a:pt x="4747450" y="1684135"/>
                  </a:lnTo>
                  <a:lnTo>
                    <a:pt x="4747577" y="1684135"/>
                  </a:lnTo>
                  <a:lnTo>
                    <a:pt x="4747703" y="1684135"/>
                  </a:lnTo>
                  <a:lnTo>
                    <a:pt x="4747829" y="1684135"/>
                  </a:lnTo>
                  <a:lnTo>
                    <a:pt x="4747955" y="1684135"/>
                  </a:lnTo>
                  <a:lnTo>
                    <a:pt x="4748081" y="1684135"/>
                  </a:lnTo>
                  <a:lnTo>
                    <a:pt x="4748207" y="1684135"/>
                  </a:lnTo>
                  <a:lnTo>
                    <a:pt x="4748333" y="1684135"/>
                  </a:lnTo>
                  <a:lnTo>
                    <a:pt x="4748459" y="1684135"/>
                  </a:lnTo>
                  <a:lnTo>
                    <a:pt x="4748585" y="1684135"/>
                  </a:lnTo>
                  <a:lnTo>
                    <a:pt x="4748711" y="1684135"/>
                  </a:lnTo>
                  <a:lnTo>
                    <a:pt x="4748837" y="1684135"/>
                  </a:lnTo>
                  <a:lnTo>
                    <a:pt x="4748837" y="1678855"/>
                  </a:lnTo>
                  <a:lnTo>
                    <a:pt x="4748964" y="1678855"/>
                  </a:lnTo>
                  <a:lnTo>
                    <a:pt x="4749090" y="1678855"/>
                  </a:lnTo>
                  <a:lnTo>
                    <a:pt x="4749216" y="1678855"/>
                  </a:lnTo>
                  <a:lnTo>
                    <a:pt x="4749342" y="1678855"/>
                  </a:lnTo>
                  <a:lnTo>
                    <a:pt x="4749468" y="1678855"/>
                  </a:lnTo>
                  <a:lnTo>
                    <a:pt x="4749594" y="1678855"/>
                  </a:lnTo>
                  <a:lnTo>
                    <a:pt x="4749720" y="1678855"/>
                  </a:lnTo>
                  <a:lnTo>
                    <a:pt x="4749846" y="1678855"/>
                  </a:lnTo>
                  <a:lnTo>
                    <a:pt x="4749972" y="1678855"/>
                  </a:lnTo>
                  <a:lnTo>
                    <a:pt x="4750098" y="1678855"/>
                  </a:lnTo>
                  <a:lnTo>
                    <a:pt x="4750224" y="1678855"/>
                  </a:lnTo>
                  <a:lnTo>
                    <a:pt x="4750350" y="1678855"/>
                  </a:lnTo>
                  <a:lnTo>
                    <a:pt x="4750477" y="1678855"/>
                  </a:lnTo>
                  <a:lnTo>
                    <a:pt x="4750603" y="1678855"/>
                  </a:lnTo>
                  <a:lnTo>
                    <a:pt x="4750729" y="1678855"/>
                  </a:lnTo>
                  <a:lnTo>
                    <a:pt x="4750855" y="1678855"/>
                  </a:lnTo>
                  <a:lnTo>
                    <a:pt x="4750981" y="1678855"/>
                  </a:lnTo>
                  <a:lnTo>
                    <a:pt x="4751107" y="1678855"/>
                  </a:lnTo>
                  <a:lnTo>
                    <a:pt x="4751233" y="1678855"/>
                  </a:lnTo>
                  <a:lnTo>
                    <a:pt x="4751359" y="1678855"/>
                  </a:lnTo>
                  <a:lnTo>
                    <a:pt x="4751485" y="1678855"/>
                  </a:lnTo>
                  <a:lnTo>
                    <a:pt x="4751611" y="1678855"/>
                  </a:lnTo>
                  <a:lnTo>
                    <a:pt x="4751737" y="1678855"/>
                  </a:lnTo>
                  <a:lnTo>
                    <a:pt x="4751864" y="1678855"/>
                  </a:lnTo>
                  <a:lnTo>
                    <a:pt x="4751990" y="1678855"/>
                  </a:lnTo>
                  <a:lnTo>
                    <a:pt x="4752116" y="1678855"/>
                  </a:lnTo>
                  <a:lnTo>
                    <a:pt x="4752242" y="1678855"/>
                  </a:lnTo>
                  <a:lnTo>
                    <a:pt x="4752368" y="1678855"/>
                  </a:lnTo>
                  <a:lnTo>
                    <a:pt x="4752494" y="1678855"/>
                  </a:lnTo>
                  <a:lnTo>
                    <a:pt x="4752620" y="1678855"/>
                  </a:lnTo>
                  <a:lnTo>
                    <a:pt x="4752746" y="1678855"/>
                  </a:lnTo>
                  <a:lnTo>
                    <a:pt x="4752872" y="1678855"/>
                  </a:lnTo>
                  <a:lnTo>
                    <a:pt x="4752998" y="1678855"/>
                  </a:lnTo>
                  <a:lnTo>
                    <a:pt x="4753124" y="1678855"/>
                  </a:lnTo>
                  <a:lnTo>
                    <a:pt x="4753250" y="1678855"/>
                  </a:lnTo>
                  <a:lnTo>
                    <a:pt x="4753377" y="1678855"/>
                  </a:lnTo>
                  <a:lnTo>
                    <a:pt x="4753503" y="1678855"/>
                  </a:lnTo>
                  <a:lnTo>
                    <a:pt x="4753629" y="1678855"/>
                  </a:lnTo>
                  <a:lnTo>
                    <a:pt x="4753755" y="1678855"/>
                  </a:lnTo>
                  <a:lnTo>
                    <a:pt x="4753881" y="1678855"/>
                  </a:lnTo>
                  <a:lnTo>
                    <a:pt x="4754007" y="1678855"/>
                  </a:lnTo>
                  <a:lnTo>
                    <a:pt x="4754133" y="1678855"/>
                  </a:lnTo>
                  <a:lnTo>
                    <a:pt x="4754259" y="1678855"/>
                  </a:lnTo>
                  <a:lnTo>
                    <a:pt x="4754385" y="1678855"/>
                  </a:lnTo>
                  <a:lnTo>
                    <a:pt x="4754511" y="1678855"/>
                  </a:lnTo>
                  <a:lnTo>
                    <a:pt x="4754637" y="1678855"/>
                  </a:lnTo>
                  <a:lnTo>
                    <a:pt x="4754764" y="1678855"/>
                  </a:lnTo>
                  <a:lnTo>
                    <a:pt x="4754890" y="1678855"/>
                  </a:lnTo>
                  <a:lnTo>
                    <a:pt x="4755016" y="1678855"/>
                  </a:lnTo>
                  <a:lnTo>
                    <a:pt x="4755016" y="1673576"/>
                  </a:lnTo>
                  <a:lnTo>
                    <a:pt x="4755142" y="1673576"/>
                  </a:lnTo>
                  <a:lnTo>
                    <a:pt x="4755268" y="1673576"/>
                  </a:lnTo>
                  <a:lnTo>
                    <a:pt x="4755394" y="1673576"/>
                  </a:lnTo>
                  <a:lnTo>
                    <a:pt x="4755520" y="1673576"/>
                  </a:lnTo>
                  <a:lnTo>
                    <a:pt x="4755646" y="1673576"/>
                  </a:lnTo>
                  <a:lnTo>
                    <a:pt x="4755772" y="1673576"/>
                  </a:lnTo>
                  <a:lnTo>
                    <a:pt x="4755898" y="1673576"/>
                  </a:lnTo>
                  <a:lnTo>
                    <a:pt x="4756024" y="1673576"/>
                  </a:lnTo>
                  <a:lnTo>
                    <a:pt x="4756151" y="1673576"/>
                  </a:lnTo>
                  <a:lnTo>
                    <a:pt x="4756277" y="1673576"/>
                  </a:lnTo>
                  <a:lnTo>
                    <a:pt x="4756403" y="1673576"/>
                  </a:lnTo>
                  <a:lnTo>
                    <a:pt x="4756529" y="1673576"/>
                  </a:lnTo>
                  <a:lnTo>
                    <a:pt x="4756655" y="1673576"/>
                  </a:lnTo>
                  <a:lnTo>
                    <a:pt x="4756781" y="1673576"/>
                  </a:lnTo>
                  <a:lnTo>
                    <a:pt x="4756907" y="1673576"/>
                  </a:lnTo>
                  <a:lnTo>
                    <a:pt x="4757033" y="1673576"/>
                  </a:lnTo>
                  <a:lnTo>
                    <a:pt x="4757159" y="1673576"/>
                  </a:lnTo>
                  <a:lnTo>
                    <a:pt x="4757285" y="1673576"/>
                  </a:lnTo>
                  <a:lnTo>
                    <a:pt x="4757411" y="1673576"/>
                  </a:lnTo>
                  <a:lnTo>
                    <a:pt x="4757537" y="1673576"/>
                  </a:lnTo>
                  <a:lnTo>
                    <a:pt x="4757664" y="1673576"/>
                  </a:lnTo>
                  <a:lnTo>
                    <a:pt x="4757790" y="1673576"/>
                  </a:lnTo>
                  <a:lnTo>
                    <a:pt x="4757916" y="1673576"/>
                  </a:lnTo>
                  <a:lnTo>
                    <a:pt x="4758042" y="1673576"/>
                  </a:lnTo>
                  <a:lnTo>
                    <a:pt x="4758168" y="1673576"/>
                  </a:lnTo>
                  <a:lnTo>
                    <a:pt x="4758294" y="1673576"/>
                  </a:lnTo>
                  <a:lnTo>
                    <a:pt x="4758420" y="1673576"/>
                  </a:lnTo>
                  <a:lnTo>
                    <a:pt x="4758546" y="1673576"/>
                  </a:lnTo>
                  <a:lnTo>
                    <a:pt x="4758672" y="1673576"/>
                  </a:lnTo>
                  <a:lnTo>
                    <a:pt x="4758798" y="1673576"/>
                  </a:lnTo>
                  <a:lnTo>
                    <a:pt x="4758924" y="1673576"/>
                  </a:lnTo>
                  <a:lnTo>
                    <a:pt x="4759051" y="1673576"/>
                  </a:lnTo>
                  <a:lnTo>
                    <a:pt x="4759177" y="1673576"/>
                  </a:lnTo>
                  <a:lnTo>
                    <a:pt x="4759303" y="1673576"/>
                  </a:lnTo>
                  <a:lnTo>
                    <a:pt x="4759429" y="1673576"/>
                  </a:lnTo>
                  <a:lnTo>
                    <a:pt x="4759555" y="1673576"/>
                  </a:lnTo>
                  <a:lnTo>
                    <a:pt x="4759681" y="1673576"/>
                  </a:lnTo>
                  <a:lnTo>
                    <a:pt x="4759807" y="1673576"/>
                  </a:lnTo>
                  <a:lnTo>
                    <a:pt x="4759933" y="1673576"/>
                  </a:lnTo>
                  <a:lnTo>
                    <a:pt x="4760059" y="1673576"/>
                  </a:lnTo>
                  <a:lnTo>
                    <a:pt x="4760185" y="1673576"/>
                  </a:lnTo>
                  <a:lnTo>
                    <a:pt x="4760311" y="1673576"/>
                  </a:lnTo>
                  <a:lnTo>
                    <a:pt x="4760437" y="1673576"/>
                  </a:lnTo>
                  <a:lnTo>
                    <a:pt x="4760437" y="1668297"/>
                  </a:lnTo>
                  <a:lnTo>
                    <a:pt x="4760564" y="1668297"/>
                  </a:lnTo>
                  <a:lnTo>
                    <a:pt x="4760690" y="1668297"/>
                  </a:lnTo>
                  <a:lnTo>
                    <a:pt x="4760816" y="1668297"/>
                  </a:lnTo>
                  <a:lnTo>
                    <a:pt x="4760942" y="1668297"/>
                  </a:lnTo>
                  <a:lnTo>
                    <a:pt x="4761068" y="1668297"/>
                  </a:lnTo>
                  <a:lnTo>
                    <a:pt x="4761194" y="1668297"/>
                  </a:lnTo>
                  <a:lnTo>
                    <a:pt x="4761320" y="1668297"/>
                  </a:lnTo>
                  <a:lnTo>
                    <a:pt x="4761446" y="1668297"/>
                  </a:lnTo>
                  <a:lnTo>
                    <a:pt x="4761572" y="1668297"/>
                  </a:lnTo>
                  <a:lnTo>
                    <a:pt x="4761698" y="1668297"/>
                  </a:lnTo>
                  <a:lnTo>
                    <a:pt x="4761824" y="1668297"/>
                  </a:lnTo>
                  <a:lnTo>
                    <a:pt x="4761951" y="1668297"/>
                  </a:lnTo>
                  <a:lnTo>
                    <a:pt x="4762077" y="1668297"/>
                  </a:lnTo>
                  <a:lnTo>
                    <a:pt x="4762203" y="1668297"/>
                  </a:lnTo>
                  <a:lnTo>
                    <a:pt x="4762329" y="1668297"/>
                  </a:lnTo>
                  <a:lnTo>
                    <a:pt x="4762455" y="1668297"/>
                  </a:lnTo>
                  <a:lnTo>
                    <a:pt x="4762581" y="1668297"/>
                  </a:lnTo>
                  <a:lnTo>
                    <a:pt x="4762707" y="1668297"/>
                  </a:lnTo>
                  <a:lnTo>
                    <a:pt x="4762833" y="1668297"/>
                  </a:lnTo>
                  <a:lnTo>
                    <a:pt x="4762959" y="1668297"/>
                  </a:lnTo>
                  <a:lnTo>
                    <a:pt x="4763085" y="1668297"/>
                  </a:lnTo>
                  <a:lnTo>
                    <a:pt x="4763211" y="1668297"/>
                  </a:lnTo>
                  <a:lnTo>
                    <a:pt x="4763338" y="1668297"/>
                  </a:lnTo>
                  <a:lnTo>
                    <a:pt x="4763464" y="1668297"/>
                  </a:lnTo>
                  <a:lnTo>
                    <a:pt x="4763590" y="1668297"/>
                  </a:lnTo>
                  <a:lnTo>
                    <a:pt x="4763716" y="1668297"/>
                  </a:lnTo>
                  <a:lnTo>
                    <a:pt x="4763842" y="1668297"/>
                  </a:lnTo>
                  <a:lnTo>
                    <a:pt x="4763968" y="1668297"/>
                  </a:lnTo>
                  <a:lnTo>
                    <a:pt x="4764094" y="1668297"/>
                  </a:lnTo>
                  <a:lnTo>
                    <a:pt x="4764220" y="1668297"/>
                  </a:lnTo>
                  <a:lnTo>
                    <a:pt x="4764346" y="1668297"/>
                  </a:lnTo>
                  <a:lnTo>
                    <a:pt x="4764472" y="1668297"/>
                  </a:lnTo>
                  <a:lnTo>
                    <a:pt x="4764598" y="1668297"/>
                  </a:lnTo>
                  <a:lnTo>
                    <a:pt x="4764724" y="1668297"/>
                  </a:lnTo>
                  <a:lnTo>
                    <a:pt x="4764851" y="1668297"/>
                  </a:lnTo>
                  <a:lnTo>
                    <a:pt x="4764977" y="1668297"/>
                  </a:lnTo>
                  <a:lnTo>
                    <a:pt x="4765103" y="1668297"/>
                  </a:lnTo>
                  <a:lnTo>
                    <a:pt x="4765229" y="1668297"/>
                  </a:lnTo>
                  <a:lnTo>
                    <a:pt x="4765355" y="1668297"/>
                  </a:lnTo>
                  <a:lnTo>
                    <a:pt x="4765481" y="1668297"/>
                  </a:lnTo>
                  <a:lnTo>
                    <a:pt x="4765607" y="1668297"/>
                  </a:lnTo>
                  <a:lnTo>
                    <a:pt x="4765733" y="1668297"/>
                  </a:lnTo>
                  <a:lnTo>
                    <a:pt x="4765859" y="1668297"/>
                  </a:lnTo>
                  <a:lnTo>
                    <a:pt x="4765985" y="1668297"/>
                  </a:lnTo>
                  <a:lnTo>
                    <a:pt x="4766111" y="1668297"/>
                  </a:lnTo>
                  <a:lnTo>
                    <a:pt x="4766238" y="1668297"/>
                  </a:lnTo>
                  <a:lnTo>
                    <a:pt x="4766364" y="1668297"/>
                  </a:lnTo>
                  <a:lnTo>
                    <a:pt x="4766490" y="1668297"/>
                  </a:lnTo>
                  <a:lnTo>
                    <a:pt x="4766616" y="1668297"/>
                  </a:lnTo>
                  <a:lnTo>
                    <a:pt x="4766742" y="1668297"/>
                  </a:lnTo>
                  <a:lnTo>
                    <a:pt x="4766868" y="1668297"/>
                  </a:lnTo>
                  <a:lnTo>
                    <a:pt x="4766994" y="1668297"/>
                  </a:lnTo>
                  <a:lnTo>
                    <a:pt x="4767120" y="1668297"/>
                  </a:lnTo>
                  <a:lnTo>
                    <a:pt x="4767246" y="1668297"/>
                  </a:lnTo>
                  <a:lnTo>
                    <a:pt x="4767372" y="1668297"/>
                  </a:lnTo>
                  <a:lnTo>
                    <a:pt x="4767498" y="1668297"/>
                  </a:lnTo>
                  <a:lnTo>
                    <a:pt x="4767624" y="1668297"/>
                  </a:lnTo>
                  <a:lnTo>
                    <a:pt x="4767751" y="1668297"/>
                  </a:lnTo>
                  <a:lnTo>
                    <a:pt x="4767877" y="1668297"/>
                  </a:lnTo>
                  <a:lnTo>
                    <a:pt x="4768003" y="1668297"/>
                  </a:lnTo>
                  <a:lnTo>
                    <a:pt x="4768129" y="1668297"/>
                  </a:lnTo>
                  <a:lnTo>
                    <a:pt x="4768255" y="1668297"/>
                  </a:lnTo>
                  <a:lnTo>
                    <a:pt x="4768381" y="1668297"/>
                  </a:lnTo>
                  <a:lnTo>
                    <a:pt x="4768507" y="1668297"/>
                  </a:lnTo>
                  <a:lnTo>
                    <a:pt x="4768633" y="1668297"/>
                  </a:lnTo>
                  <a:lnTo>
                    <a:pt x="4768759" y="1668297"/>
                  </a:lnTo>
                  <a:lnTo>
                    <a:pt x="4768885" y="1668297"/>
                  </a:lnTo>
                  <a:lnTo>
                    <a:pt x="4769011" y="1668297"/>
                  </a:lnTo>
                  <a:lnTo>
                    <a:pt x="4769138" y="1668297"/>
                  </a:lnTo>
                  <a:lnTo>
                    <a:pt x="4769264" y="1668297"/>
                  </a:lnTo>
                  <a:lnTo>
                    <a:pt x="4769390" y="1668297"/>
                  </a:lnTo>
                  <a:lnTo>
                    <a:pt x="4769516" y="1668297"/>
                  </a:lnTo>
                  <a:lnTo>
                    <a:pt x="4769642" y="1668297"/>
                  </a:lnTo>
                  <a:lnTo>
                    <a:pt x="4769768" y="1668297"/>
                  </a:lnTo>
                  <a:lnTo>
                    <a:pt x="4769768" y="1663017"/>
                  </a:lnTo>
                  <a:lnTo>
                    <a:pt x="4769894" y="1663017"/>
                  </a:lnTo>
                  <a:lnTo>
                    <a:pt x="4770020" y="1663017"/>
                  </a:lnTo>
                  <a:lnTo>
                    <a:pt x="4770146" y="1663017"/>
                  </a:lnTo>
                  <a:lnTo>
                    <a:pt x="4770272" y="1663017"/>
                  </a:lnTo>
                  <a:lnTo>
                    <a:pt x="4770272" y="1657738"/>
                  </a:lnTo>
                  <a:lnTo>
                    <a:pt x="4770398" y="1657738"/>
                  </a:lnTo>
                  <a:lnTo>
                    <a:pt x="4770524" y="1657738"/>
                  </a:lnTo>
                  <a:lnTo>
                    <a:pt x="4770651" y="1657738"/>
                  </a:lnTo>
                  <a:lnTo>
                    <a:pt x="4770777" y="1657738"/>
                  </a:lnTo>
                  <a:lnTo>
                    <a:pt x="4770903" y="1657738"/>
                  </a:lnTo>
                  <a:lnTo>
                    <a:pt x="4771029" y="1657738"/>
                  </a:lnTo>
                  <a:lnTo>
                    <a:pt x="4771155" y="1657738"/>
                  </a:lnTo>
                  <a:lnTo>
                    <a:pt x="4771281" y="1657738"/>
                  </a:lnTo>
                  <a:lnTo>
                    <a:pt x="4771407" y="1657738"/>
                  </a:lnTo>
                  <a:lnTo>
                    <a:pt x="4771533" y="1657738"/>
                  </a:lnTo>
                  <a:lnTo>
                    <a:pt x="4771659" y="1657738"/>
                  </a:lnTo>
                  <a:lnTo>
                    <a:pt x="4771785" y="1657738"/>
                  </a:lnTo>
                  <a:lnTo>
                    <a:pt x="4771911" y="1657738"/>
                  </a:lnTo>
                  <a:lnTo>
                    <a:pt x="4772038" y="1657738"/>
                  </a:lnTo>
                  <a:lnTo>
                    <a:pt x="4772164" y="1657738"/>
                  </a:lnTo>
                  <a:lnTo>
                    <a:pt x="4772290" y="1657738"/>
                  </a:lnTo>
                  <a:lnTo>
                    <a:pt x="4772416" y="1657738"/>
                  </a:lnTo>
                  <a:lnTo>
                    <a:pt x="4772542" y="1657738"/>
                  </a:lnTo>
                  <a:lnTo>
                    <a:pt x="4772668" y="1657738"/>
                  </a:lnTo>
                  <a:lnTo>
                    <a:pt x="4772794" y="1657738"/>
                  </a:lnTo>
                  <a:lnTo>
                    <a:pt x="4772920" y="1657738"/>
                  </a:lnTo>
                  <a:lnTo>
                    <a:pt x="4773046" y="1657738"/>
                  </a:lnTo>
                  <a:lnTo>
                    <a:pt x="4773172" y="1657738"/>
                  </a:lnTo>
                  <a:lnTo>
                    <a:pt x="4773298" y="1657738"/>
                  </a:lnTo>
                  <a:lnTo>
                    <a:pt x="4773425" y="1657738"/>
                  </a:lnTo>
                  <a:lnTo>
                    <a:pt x="4773551" y="1657738"/>
                  </a:lnTo>
                  <a:lnTo>
                    <a:pt x="4773677" y="1657738"/>
                  </a:lnTo>
                  <a:lnTo>
                    <a:pt x="4773803" y="1657738"/>
                  </a:lnTo>
                  <a:lnTo>
                    <a:pt x="4773929" y="1657738"/>
                  </a:lnTo>
                  <a:lnTo>
                    <a:pt x="4774055" y="1657738"/>
                  </a:lnTo>
                  <a:lnTo>
                    <a:pt x="4774181" y="1657738"/>
                  </a:lnTo>
                  <a:lnTo>
                    <a:pt x="4774307" y="1657738"/>
                  </a:lnTo>
                  <a:lnTo>
                    <a:pt x="4774433" y="1657738"/>
                  </a:lnTo>
                  <a:lnTo>
                    <a:pt x="4774559" y="1657738"/>
                  </a:lnTo>
                  <a:lnTo>
                    <a:pt x="4774685" y="1657738"/>
                  </a:lnTo>
                  <a:lnTo>
                    <a:pt x="4774811" y="1657738"/>
                  </a:lnTo>
                  <a:lnTo>
                    <a:pt x="4774938" y="1657738"/>
                  </a:lnTo>
                  <a:lnTo>
                    <a:pt x="4775064" y="1657738"/>
                  </a:lnTo>
                  <a:lnTo>
                    <a:pt x="4775190" y="1657738"/>
                  </a:lnTo>
                  <a:lnTo>
                    <a:pt x="4775316" y="1657738"/>
                  </a:lnTo>
                  <a:lnTo>
                    <a:pt x="4775442" y="1657738"/>
                  </a:lnTo>
                  <a:lnTo>
                    <a:pt x="4775568" y="1657738"/>
                  </a:lnTo>
                  <a:lnTo>
                    <a:pt x="4775694" y="1657738"/>
                  </a:lnTo>
                  <a:lnTo>
                    <a:pt x="4775820" y="1657738"/>
                  </a:lnTo>
                  <a:lnTo>
                    <a:pt x="4775946" y="1657738"/>
                  </a:lnTo>
                  <a:lnTo>
                    <a:pt x="4776072" y="1657738"/>
                  </a:lnTo>
                  <a:lnTo>
                    <a:pt x="4776072" y="1652458"/>
                  </a:lnTo>
                  <a:lnTo>
                    <a:pt x="4776198" y="1652458"/>
                  </a:lnTo>
                  <a:lnTo>
                    <a:pt x="4776325" y="1652458"/>
                  </a:lnTo>
                  <a:lnTo>
                    <a:pt x="4776451" y="1652458"/>
                  </a:lnTo>
                  <a:lnTo>
                    <a:pt x="4776577" y="1652458"/>
                  </a:lnTo>
                  <a:lnTo>
                    <a:pt x="4776703" y="1652458"/>
                  </a:lnTo>
                  <a:lnTo>
                    <a:pt x="4776829" y="1652458"/>
                  </a:lnTo>
                  <a:lnTo>
                    <a:pt x="4776955" y="1652458"/>
                  </a:lnTo>
                  <a:lnTo>
                    <a:pt x="4777081" y="1652458"/>
                  </a:lnTo>
                  <a:lnTo>
                    <a:pt x="4777207" y="1652458"/>
                  </a:lnTo>
                  <a:lnTo>
                    <a:pt x="4777333" y="1652458"/>
                  </a:lnTo>
                  <a:lnTo>
                    <a:pt x="4777459" y="1652458"/>
                  </a:lnTo>
                  <a:lnTo>
                    <a:pt x="4777585" y="1652458"/>
                  </a:lnTo>
                  <a:lnTo>
                    <a:pt x="4777711" y="1652458"/>
                  </a:lnTo>
                  <a:lnTo>
                    <a:pt x="4777838" y="1652458"/>
                  </a:lnTo>
                  <a:lnTo>
                    <a:pt x="4777964" y="1652458"/>
                  </a:lnTo>
                  <a:lnTo>
                    <a:pt x="4778090" y="1652458"/>
                  </a:lnTo>
                  <a:lnTo>
                    <a:pt x="4778216" y="1652458"/>
                  </a:lnTo>
                  <a:lnTo>
                    <a:pt x="4778342" y="1652458"/>
                  </a:lnTo>
                  <a:lnTo>
                    <a:pt x="4778468" y="1652458"/>
                  </a:lnTo>
                  <a:lnTo>
                    <a:pt x="4778594" y="1652458"/>
                  </a:lnTo>
                  <a:lnTo>
                    <a:pt x="4778720" y="1652458"/>
                  </a:lnTo>
                  <a:lnTo>
                    <a:pt x="4778846" y="1652458"/>
                  </a:lnTo>
                  <a:lnTo>
                    <a:pt x="4778972" y="1652458"/>
                  </a:lnTo>
                  <a:lnTo>
                    <a:pt x="4779098" y="1652458"/>
                  </a:lnTo>
                  <a:lnTo>
                    <a:pt x="4779225" y="1652458"/>
                  </a:lnTo>
                  <a:lnTo>
                    <a:pt x="4779351" y="1652458"/>
                  </a:lnTo>
                  <a:lnTo>
                    <a:pt x="4779477" y="1652458"/>
                  </a:lnTo>
                  <a:lnTo>
                    <a:pt x="4779603" y="1652458"/>
                  </a:lnTo>
                  <a:lnTo>
                    <a:pt x="4779729" y="1652458"/>
                  </a:lnTo>
                  <a:lnTo>
                    <a:pt x="4779855" y="1652458"/>
                  </a:lnTo>
                  <a:lnTo>
                    <a:pt x="4779981" y="1652458"/>
                  </a:lnTo>
                  <a:lnTo>
                    <a:pt x="4780107" y="1652458"/>
                  </a:lnTo>
                  <a:lnTo>
                    <a:pt x="4780107" y="1647179"/>
                  </a:lnTo>
                  <a:lnTo>
                    <a:pt x="4780233" y="1647179"/>
                  </a:lnTo>
                  <a:lnTo>
                    <a:pt x="4780359" y="1647179"/>
                  </a:lnTo>
                  <a:lnTo>
                    <a:pt x="4780485" y="1647179"/>
                  </a:lnTo>
                  <a:lnTo>
                    <a:pt x="4780612" y="1647179"/>
                  </a:lnTo>
                  <a:lnTo>
                    <a:pt x="4780738" y="1647179"/>
                  </a:lnTo>
                  <a:lnTo>
                    <a:pt x="4780864" y="1647179"/>
                  </a:lnTo>
                  <a:lnTo>
                    <a:pt x="4780990" y="1647179"/>
                  </a:lnTo>
                  <a:lnTo>
                    <a:pt x="4781116" y="1647179"/>
                  </a:lnTo>
                  <a:lnTo>
                    <a:pt x="4781116" y="1641900"/>
                  </a:lnTo>
                  <a:lnTo>
                    <a:pt x="4781242" y="1641900"/>
                  </a:lnTo>
                  <a:lnTo>
                    <a:pt x="4781368" y="1641900"/>
                  </a:lnTo>
                  <a:lnTo>
                    <a:pt x="4781494" y="1641900"/>
                  </a:lnTo>
                  <a:lnTo>
                    <a:pt x="4781620" y="1641900"/>
                  </a:lnTo>
                  <a:lnTo>
                    <a:pt x="4781746" y="1641900"/>
                  </a:lnTo>
                  <a:lnTo>
                    <a:pt x="4781872" y="1641900"/>
                  </a:lnTo>
                  <a:lnTo>
                    <a:pt x="4781998" y="1641900"/>
                  </a:lnTo>
                  <a:lnTo>
                    <a:pt x="4782125" y="1641900"/>
                  </a:lnTo>
                  <a:lnTo>
                    <a:pt x="4782251" y="1641900"/>
                  </a:lnTo>
                  <a:lnTo>
                    <a:pt x="4782377" y="1641900"/>
                  </a:lnTo>
                  <a:lnTo>
                    <a:pt x="4782377" y="1636620"/>
                  </a:lnTo>
                  <a:lnTo>
                    <a:pt x="4782503" y="1636620"/>
                  </a:lnTo>
                  <a:lnTo>
                    <a:pt x="4782629" y="1636620"/>
                  </a:lnTo>
                  <a:lnTo>
                    <a:pt x="4782755" y="1636620"/>
                  </a:lnTo>
                  <a:lnTo>
                    <a:pt x="4782881" y="1636620"/>
                  </a:lnTo>
                  <a:lnTo>
                    <a:pt x="4783007" y="1636620"/>
                  </a:lnTo>
                  <a:lnTo>
                    <a:pt x="4783133" y="1636620"/>
                  </a:lnTo>
                  <a:lnTo>
                    <a:pt x="4783259" y="1636620"/>
                  </a:lnTo>
                  <a:lnTo>
                    <a:pt x="4783385" y="1636620"/>
                  </a:lnTo>
                  <a:lnTo>
                    <a:pt x="4783385" y="1631341"/>
                  </a:lnTo>
                  <a:lnTo>
                    <a:pt x="4783512" y="1631341"/>
                  </a:lnTo>
                  <a:lnTo>
                    <a:pt x="4783638" y="1631341"/>
                  </a:lnTo>
                  <a:lnTo>
                    <a:pt x="4783764" y="1631341"/>
                  </a:lnTo>
                  <a:lnTo>
                    <a:pt x="4783890" y="1631341"/>
                  </a:lnTo>
                  <a:lnTo>
                    <a:pt x="4784016" y="1631341"/>
                  </a:lnTo>
                  <a:lnTo>
                    <a:pt x="4784142" y="1631341"/>
                  </a:lnTo>
                  <a:lnTo>
                    <a:pt x="4784268" y="1631341"/>
                  </a:lnTo>
                  <a:lnTo>
                    <a:pt x="4784394" y="1631341"/>
                  </a:lnTo>
                  <a:lnTo>
                    <a:pt x="4784520" y="1631341"/>
                  </a:lnTo>
                  <a:lnTo>
                    <a:pt x="4784646" y="1631341"/>
                  </a:lnTo>
                  <a:lnTo>
                    <a:pt x="4784772" y="1631341"/>
                  </a:lnTo>
                  <a:lnTo>
                    <a:pt x="4784898" y="1631341"/>
                  </a:lnTo>
                  <a:lnTo>
                    <a:pt x="4785025" y="1631341"/>
                  </a:lnTo>
                  <a:lnTo>
                    <a:pt x="4785151" y="1631341"/>
                  </a:lnTo>
                  <a:lnTo>
                    <a:pt x="4785277" y="1631341"/>
                  </a:lnTo>
                  <a:lnTo>
                    <a:pt x="4785403" y="1631341"/>
                  </a:lnTo>
                  <a:lnTo>
                    <a:pt x="4785529" y="1631341"/>
                  </a:lnTo>
                  <a:lnTo>
                    <a:pt x="4785655" y="1631341"/>
                  </a:lnTo>
                  <a:lnTo>
                    <a:pt x="4785781" y="1631341"/>
                  </a:lnTo>
                  <a:lnTo>
                    <a:pt x="4785907" y="1631341"/>
                  </a:lnTo>
                  <a:lnTo>
                    <a:pt x="4786033" y="1631341"/>
                  </a:lnTo>
                  <a:lnTo>
                    <a:pt x="4786159" y="1631341"/>
                  </a:lnTo>
                  <a:lnTo>
                    <a:pt x="4786285" y="1631341"/>
                  </a:lnTo>
                  <a:lnTo>
                    <a:pt x="4786412" y="1631341"/>
                  </a:lnTo>
                  <a:lnTo>
                    <a:pt x="4786538" y="1631341"/>
                  </a:lnTo>
                  <a:lnTo>
                    <a:pt x="4786664" y="1631341"/>
                  </a:lnTo>
                  <a:lnTo>
                    <a:pt x="4786790" y="1631341"/>
                  </a:lnTo>
                  <a:lnTo>
                    <a:pt x="4786916" y="1631341"/>
                  </a:lnTo>
                  <a:lnTo>
                    <a:pt x="4787042" y="1631341"/>
                  </a:lnTo>
                  <a:lnTo>
                    <a:pt x="4787168" y="1631341"/>
                  </a:lnTo>
                  <a:lnTo>
                    <a:pt x="4787294" y="1631341"/>
                  </a:lnTo>
                  <a:lnTo>
                    <a:pt x="4787420" y="1631341"/>
                  </a:lnTo>
                  <a:lnTo>
                    <a:pt x="4787546" y="1631341"/>
                  </a:lnTo>
                  <a:lnTo>
                    <a:pt x="4787672" y="1631341"/>
                  </a:lnTo>
                  <a:lnTo>
                    <a:pt x="4787799" y="1631341"/>
                  </a:lnTo>
                  <a:lnTo>
                    <a:pt x="4787925" y="1631341"/>
                  </a:lnTo>
                  <a:lnTo>
                    <a:pt x="4788051" y="1631341"/>
                  </a:lnTo>
                  <a:lnTo>
                    <a:pt x="4788177" y="1631341"/>
                  </a:lnTo>
                  <a:lnTo>
                    <a:pt x="4788303" y="1631341"/>
                  </a:lnTo>
                  <a:lnTo>
                    <a:pt x="4788429" y="1631341"/>
                  </a:lnTo>
                  <a:lnTo>
                    <a:pt x="4788555" y="1631341"/>
                  </a:lnTo>
                  <a:lnTo>
                    <a:pt x="4788681" y="1631341"/>
                  </a:lnTo>
                  <a:lnTo>
                    <a:pt x="4788807" y="1631341"/>
                  </a:lnTo>
                  <a:lnTo>
                    <a:pt x="4788933" y="1631341"/>
                  </a:lnTo>
                  <a:lnTo>
                    <a:pt x="4789059" y="1631341"/>
                  </a:lnTo>
                  <a:lnTo>
                    <a:pt x="4789185" y="1631341"/>
                  </a:lnTo>
                  <a:lnTo>
                    <a:pt x="4789312" y="1631341"/>
                  </a:lnTo>
                  <a:lnTo>
                    <a:pt x="4789438" y="1631341"/>
                  </a:lnTo>
                  <a:lnTo>
                    <a:pt x="4789564" y="1631341"/>
                  </a:lnTo>
                  <a:lnTo>
                    <a:pt x="4789690" y="1631341"/>
                  </a:lnTo>
                  <a:lnTo>
                    <a:pt x="4789816" y="1631341"/>
                  </a:lnTo>
                  <a:lnTo>
                    <a:pt x="4789942" y="1631341"/>
                  </a:lnTo>
                  <a:lnTo>
                    <a:pt x="4790068" y="1631341"/>
                  </a:lnTo>
                  <a:lnTo>
                    <a:pt x="4790194" y="1631341"/>
                  </a:lnTo>
                  <a:lnTo>
                    <a:pt x="4790320" y="1631341"/>
                  </a:lnTo>
                  <a:lnTo>
                    <a:pt x="4790446" y="1631341"/>
                  </a:lnTo>
                  <a:lnTo>
                    <a:pt x="4790572" y="1631341"/>
                  </a:lnTo>
                  <a:lnTo>
                    <a:pt x="4790699" y="1631341"/>
                  </a:lnTo>
                  <a:lnTo>
                    <a:pt x="4790825" y="1631341"/>
                  </a:lnTo>
                  <a:lnTo>
                    <a:pt x="4790951" y="1631341"/>
                  </a:lnTo>
                  <a:lnTo>
                    <a:pt x="4791077" y="1631341"/>
                  </a:lnTo>
                  <a:lnTo>
                    <a:pt x="4791203" y="1631341"/>
                  </a:lnTo>
                  <a:lnTo>
                    <a:pt x="4791329" y="1631341"/>
                  </a:lnTo>
                  <a:lnTo>
                    <a:pt x="4791455" y="1631341"/>
                  </a:lnTo>
                  <a:lnTo>
                    <a:pt x="4791581" y="1631341"/>
                  </a:lnTo>
                  <a:lnTo>
                    <a:pt x="4791707" y="1631341"/>
                  </a:lnTo>
                  <a:lnTo>
                    <a:pt x="4791833" y="1631341"/>
                  </a:lnTo>
                  <a:lnTo>
                    <a:pt x="4791959" y="1631341"/>
                  </a:lnTo>
                  <a:lnTo>
                    <a:pt x="4792085" y="1631341"/>
                  </a:lnTo>
                  <a:lnTo>
                    <a:pt x="4792212" y="1631341"/>
                  </a:lnTo>
                  <a:lnTo>
                    <a:pt x="4792338" y="1631341"/>
                  </a:lnTo>
                  <a:lnTo>
                    <a:pt x="4792464" y="1631341"/>
                  </a:lnTo>
                  <a:lnTo>
                    <a:pt x="4792590" y="1631341"/>
                  </a:lnTo>
                  <a:lnTo>
                    <a:pt x="4792590" y="1626061"/>
                  </a:lnTo>
                  <a:lnTo>
                    <a:pt x="4792716" y="1626061"/>
                  </a:lnTo>
                  <a:lnTo>
                    <a:pt x="4792842" y="1626061"/>
                  </a:lnTo>
                  <a:lnTo>
                    <a:pt x="4792968" y="1626061"/>
                  </a:lnTo>
                  <a:lnTo>
                    <a:pt x="4793094" y="1626061"/>
                  </a:lnTo>
                  <a:lnTo>
                    <a:pt x="4793220" y="1626061"/>
                  </a:lnTo>
                  <a:lnTo>
                    <a:pt x="4793346" y="1626061"/>
                  </a:lnTo>
                  <a:lnTo>
                    <a:pt x="4793472" y="1626061"/>
                  </a:lnTo>
                  <a:lnTo>
                    <a:pt x="4793599" y="1626061"/>
                  </a:lnTo>
                  <a:lnTo>
                    <a:pt x="4793725" y="1626061"/>
                  </a:lnTo>
                  <a:lnTo>
                    <a:pt x="4793851" y="1626061"/>
                  </a:lnTo>
                  <a:lnTo>
                    <a:pt x="4793977" y="1626061"/>
                  </a:lnTo>
                  <a:lnTo>
                    <a:pt x="4794103" y="1626061"/>
                  </a:lnTo>
                  <a:lnTo>
                    <a:pt x="4794229" y="1626061"/>
                  </a:lnTo>
                  <a:lnTo>
                    <a:pt x="4794355" y="1626061"/>
                  </a:lnTo>
                  <a:lnTo>
                    <a:pt x="4794481" y="1626061"/>
                  </a:lnTo>
                  <a:lnTo>
                    <a:pt x="4794607" y="1626061"/>
                  </a:lnTo>
                  <a:lnTo>
                    <a:pt x="4794733" y="1626061"/>
                  </a:lnTo>
                  <a:lnTo>
                    <a:pt x="4794859" y="1626061"/>
                  </a:lnTo>
                  <a:lnTo>
                    <a:pt x="4794985" y="1626061"/>
                  </a:lnTo>
                  <a:lnTo>
                    <a:pt x="4795112" y="1626061"/>
                  </a:lnTo>
                  <a:lnTo>
                    <a:pt x="4795238" y="1626061"/>
                  </a:lnTo>
                  <a:lnTo>
                    <a:pt x="4795364" y="1626061"/>
                  </a:lnTo>
                  <a:lnTo>
                    <a:pt x="4795490" y="1626061"/>
                  </a:lnTo>
                  <a:lnTo>
                    <a:pt x="4795616" y="1626061"/>
                  </a:lnTo>
                  <a:lnTo>
                    <a:pt x="4795742" y="1626061"/>
                  </a:lnTo>
                  <a:lnTo>
                    <a:pt x="4795868" y="1626061"/>
                  </a:lnTo>
                  <a:lnTo>
                    <a:pt x="4795994" y="1626061"/>
                  </a:lnTo>
                  <a:lnTo>
                    <a:pt x="4796120" y="1626061"/>
                  </a:lnTo>
                  <a:lnTo>
                    <a:pt x="4796246" y="1626061"/>
                  </a:lnTo>
                  <a:lnTo>
                    <a:pt x="4796372" y="1626061"/>
                  </a:lnTo>
                  <a:lnTo>
                    <a:pt x="4796499" y="1626061"/>
                  </a:lnTo>
                  <a:lnTo>
                    <a:pt x="4796625" y="1626061"/>
                  </a:lnTo>
                  <a:lnTo>
                    <a:pt x="4796751" y="1626061"/>
                  </a:lnTo>
                  <a:lnTo>
                    <a:pt x="4796877" y="1626061"/>
                  </a:lnTo>
                  <a:lnTo>
                    <a:pt x="4797003" y="1626061"/>
                  </a:lnTo>
                  <a:lnTo>
                    <a:pt x="4797129" y="1626061"/>
                  </a:lnTo>
                  <a:lnTo>
                    <a:pt x="4797255" y="1626061"/>
                  </a:lnTo>
                  <a:lnTo>
                    <a:pt x="4797381" y="1626061"/>
                  </a:lnTo>
                  <a:lnTo>
                    <a:pt x="4797507" y="1626061"/>
                  </a:lnTo>
                  <a:lnTo>
                    <a:pt x="4797633" y="1626061"/>
                  </a:lnTo>
                  <a:lnTo>
                    <a:pt x="4797759" y="1626061"/>
                  </a:lnTo>
                  <a:lnTo>
                    <a:pt x="4797886" y="1626061"/>
                  </a:lnTo>
                  <a:lnTo>
                    <a:pt x="4798012" y="1626061"/>
                  </a:lnTo>
                  <a:lnTo>
                    <a:pt x="4798138" y="1626061"/>
                  </a:lnTo>
                  <a:lnTo>
                    <a:pt x="4798264" y="1626061"/>
                  </a:lnTo>
                  <a:lnTo>
                    <a:pt x="4798390" y="1626061"/>
                  </a:lnTo>
                  <a:lnTo>
                    <a:pt x="4798516" y="1626061"/>
                  </a:lnTo>
                  <a:lnTo>
                    <a:pt x="4798642" y="1626061"/>
                  </a:lnTo>
                  <a:lnTo>
                    <a:pt x="4798768" y="1626061"/>
                  </a:lnTo>
                  <a:lnTo>
                    <a:pt x="4798894" y="1626061"/>
                  </a:lnTo>
                  <a:lnTo>
                    <a:pt x="4799020" y="1626061"/>
                  </a:lnTo>
                  <a:lnTo>
                    <a:pt x="4799146" y="1626061"/>
                  </a:lnTo>
                  <a:lnTo>
                    <a:pt x="4799272" y="1626061"/>
                  </a:lnTo>
                  <a:lnTo>
                    <a:pt x="4799399" y="1626061"/>
                  </a:lnTo>
                  <a:lnTo>
                    <a:pt x="4799525" y="1626061"/>
                  </a:lnTo>
                  <a:lnTo>
                    <a:pt x="4799651" y="1626061"/>
                  </a:lnTo>
                  <a:lnTo>
                    <a:pt x="4799777" y="1626061"/>
                  </a:lnTo>
                  <a:lnTo>
                    <a:pt x="4799903" y="1626061"/>
                  </a:lnTo>
                  <a:lnTo>
                    <a:pt x="4800029" y="1626061"/>
                  </a:lnTo>
                  <a:lnTo>
                    <a:pt x="4800155" y="1626061"/>
                  </a:lnTo>
                  <a:lnTo>
                    <a:pt x="4800281" y="1626061"/>
                  </a:lnTo>
                  <a:lnTo>
                    <a:pt x="4800407" y="1626061"/>
                  </a:lnTo>
                  <a:lnTo>
                    <a:pt x="4800533" y="1626061"/>
                  </a:lnTo>
                  <a:lnTo>
                    <a:pt x="4800659" y="1626061"/>
                  </a:lnTo>
                  <a:lnTo>
                    <a:pt x="4800786" y="1626061"/>
                  </a:lnTo>
                  <a:lnTo>
                    <a:pt x="4800912" y="1626061"/>
                  </a:lnTo>
                  <a:lnTo>
                    <a:pt x="4801038" y="1626061"/>
                  </a:lnTo>
                  <a:lnTo>
                    <a:pt x="4801164" y="1626061"/>
                  </a:lnTo>
                  <a:lnTo>
                    <a:pt x="4801290" y="1626061"/>
                  </a:lnTo>
                  <a:lnTo>
                    <a:pt x="4801416" y="1626061"/>
                  </a:lnTo>
                  <a:lnTo>
                    <a:pt x="4801542" y="1626061"/>
                  </a:lnTo>
                  <a:lnTo>
                    <a:pt x="4801668" y="1626061"/>
                  </a:lnTo>
                  <a:lnTo>
                    <a:pt x="4801794" y="1626061"/>
                  </a:lnTo>
                  <a:lnTo>
                    <a:pt x="4801920" y="1626061"/>
                  </a:lnTo>
                  <a:lnTo>
                    <a:pt x="4802046" y="1626061"/>
                  </a:lnTo>
                  <a:lnTo>
                    <a:pt x="4802172" y="1626061"/>
                  </a:lnTo>
                  <a:lnTo>
                    <a:pt x="4802299" y="1626061"/>
                  </a:lnTo>
                  <a:lnTo>
                    <a:pt x="4802425" y="1626061"/>
                  </a:lnTo>
                  <a:lnTo>
                    <a:pt x="4802551" y="1626061"/>
                  </a:lnTo>
                  <a:lnTo>
                    <a:pt x="4802677" y="1626061"/>
                  </a:lnTo>
                  <a:lnTo>
                    <a:pt x="4802803" y="1626061"/>
                  </a:lnTo>
                  <a:lnTo>
                    <a:pt x="4802929" y="1626061"/>
                  </a:lnTo>
                  <a:lnTo>
                    <a:pt x="4803055" y="1626061"/>
                  </a:lnTo>
                  <a:lnTo>
                    <a:pt x="4803181" y="1626061"/>
                  </a:lnTo>
                  <a:lnTo>
                    <a:pt x="4803307" y="1626061"/>
                  </a:lnTo>
                  <a:lnTo>
                    <a:pt x="4803433" y="1626061"/>
                  </a:lnTo>
                  <a:lnTo>
                    <a:pt x="4803559" y="1626061"/>
                  </a:lnTo>
                  <a:lnTo>
                    <a:pt x="4803686" y="1626061"/>
                  </a:lnTo>
                  <a:lnTo>
                    <a:pt x="4803812" y="1626061"/>
                  </a:lnTo>
                  <a:lnTo>
                    <a:pt x="4803938" y="1626061"/>
                  </a:lnTo>
                  <a:lnTo>
                    <a:pt x="4804064" y="1626061"/>
                  </a:lnTo>
                  <a:lnTo>
                    <a:pt x="4804190" y="1626061"/>
                  </a:lnTo>
                  <a:lnTo>
                    <a:pt x="4804316" y="1626061"/>
                  </a:lnTo>
                  <a:lnTo>
                    <a:pt x="4804442" y="1626061"/>
                  </a:lnTo>
                  <a:lnTo>
                    <a:pt x="4804568" y="1626061"/>
                  </a:lnTo>
                  <a:lnTo>
                    <a:pt x="4804694" y="1626061"/>
                  </a:lnTo>
                  <a:lnTo>
                    <a:pt x="4804820" y="1626061"/>
                  </a:lnTo>
                  <a:lnTo>
                    <a:pt x="4804946" y="1626061"/>
                  </a:lnTo>
                  <a:lnTo>
                    <a:pt x="4805073" y="1626061"/>
                  </a:lnTo>
                  <a:lnTo>
                    <a:pt x="4805199" y="1626061"/>
                  </a:lnTo>
                  <a:lnTo>
                    <a:pt x="4805325" y="1626061"/>
                  </a:lnTo>
                  <a:lnTo>
                    <a:pt x="4805451" y="1626061"/>
                  </a:lnTo>
                  <a:lnTo>
                    <a:pt x="4805577" y="1626061"/>
                  </a:lnTo>
                  <a:lnTo>
                    <a:pt x="4805703" y="1626061"/>
                  </a:lnTo>
                  <a:lnTo>
                    <a:pt x="4805829" y="1626061"/>
                  </a:lnTo>
                  <a:lnTo>
                    <a:pt x="4805955" y="1626061"/>
                  </a:lnTo>
                  <a:lnTo>
                    <a:pt x="4806081" y="1626061"/>
                  </a:lnTo>
                  <a:lnTo>
                    <a:pt x="4806207" y="1626061"/>
                  </a:lnTo>
                  <a:lnTo>
                    <a:pt x="4806333" y="1626061"/>
                  </a:lnTo>
                  <a:lnTo>
                    <a:pt x="4806459" y="1626061"/>
                  </a:lnTo>
                  <a:lnTo>
                    <a:pt x="4806586" y="1626061"/>
                  </a:lnTo>
                  <a:lnTo>
                    <a:pt x="4806712" y="1626061"/>
                  </a:lnTo>
                  <a:lnTo>
                    <a:pt x="4806838" y="1626061"/>
                  </a:lnTo>
                  <a:lnTo>
                    <a:pt x="4806964" y="1626061"/>
                  </a:lnTo>
                  <a:lnTo>
                    <a:pt x="4807090" y="1626061"/>
                  </a:lnTo>
                  <a:lnTo>
                    <a:pt x="4807216" y="1626061"/>
                  </a:lnTo>
                  <a:lnTo>
                    <a:pt x="4807342" y="1626061"/>
                  </a:lnTo>
                  <a:lnTo>
                    <a:pt x="4807468" y="1626061"/>
                  </a:lnTo>
                  <a:lnTo>
                    <a:pt x="4807594" y="1626061"/>
                  </a:lnTo>
                  <a:lnTo>
                    <a:pt x="4807720" y="1626061"/>
                  </a:lnTo>
                  <a:lnTo>
                    <a:pt x="4807846" y="1626061"/>
                  </a:lnTo>
                  <a:lnTo>
                    <a:pt x="4807973" y="1626061"/>
                  </a:lnTo>
                  <a:lnTo>
                    <a:pt x="4808099" y="1626061"/>
                  </a:lnTo>
                  <a:lnTo>
                    <a:pt x="4808099" y="1620782"/>
                  </a:lnTo>
                  <a:lnTo>
                    <a:pt x="4808225" y="1620782"/>
                  </a:lnTo>
                  <a:lnTo>
                    <a:pt x="4808351" y="1620782"/>
                  </a:lnTo>
                  <a:lnTo>
                    <a:pt x="4808477" y="1620782"/>
                  </a:lnTo>
                  <a:lnTo>
                    <a:pt x="4808603" y="1620782"/>
                  </a:lnTo>
                  <a:lnTo>
                    <a:pt x="4808729" y="1620782"/>
                  </a:lnTo>
                  <a:lnTo>
                    <a:pt x="4808855" y="1620782"/>
                  </a:lnTo>
                  <a:lnTo>
                    <a:pt x="4808981" y="1620782"/>
                  </a:lnTo>
                  <a:lnTo>
                    <a:pt x="4809107" y="1620782"/>
                  </a:lnTo>
                  <a:lnTo>
                    <a:pt x="4809233" y="1620782"/>
                  </a:lnTo>
                  <a:lnTo>
                    <a:pt x="4809359" y="1620782"/>
                  </a:lnTo>
                  <a:lnTo>
                    <a:pt x="4809486" y="1620782"/>
                  </a:lnTo>
                  <a:lnTo>
                    <a:pt x="4809612" y="1620782"/>
                  </a:lnTo>
                  <a:lnTo>
                    <a:pt x="4809738" y="1620782"/>
                  </a:lnTo>
                  <a:lnTo>
                    <a:pt x="4809864" y="1620782"/>
                  </a:lnTo>
                  <a:lnTo>
                    <a:pt x="4809990" y="1620782"/>
                  </a:lnTo>
                  <a:lnTo>
                    <a:pt x="4810116" y="1620782"/>
                  </a:lnTo>
                  <a:lnTo>
                    <a:pt x="4810242" y="1620782"/>
                  </a:lnTo>
                  <a:lnTo>
                    <a:pt x="4810368" y="1620782"/>
                  </a:lnTo>
                  <a:lnTo>
                    <a:pt x="4810494" y="1620782"/>
                  </a:lnTo>
                  <a:lnTo>
                    <a:pt x="4810620" y="1620782"/>
                  </a:lnTo>
                  <a:lnTo>
                    <a:pt x="4810746" y="1620782"/>
                  </a:lnTo>
                  <a:lnTo>
                    <a:pt x="4810873" y="1620782"/>
                  </a:lnTo>
                  <a:lnTo>
                    <a:pt x="4810999" y="1620782"/>
                  </a:lnTo>
                  <a:lnTo>
                    <a:pt x="4811125" y="1620782"/>
                  </a:lnTo>
                  <a:lnTo>
                    <a:pt x="4811251" y="1620782"/>
                  </a:lnTo>
                  <a:lnTo>
                    <a:pt x="4811377" y="1620782"/>
                  </a:lnTo>
                  <a:lnTo>
                    <a:pt x="4811503" y="1620782"/>
                  </a:lnTo>
                  <a:lnTo>
                    <a:pt x="4811503" y="1615502"/>
                  </a:lnTo>
                  <a:lnTo>
                    <a:pt x="4811629" y="1615502"/>
                  </a:lnTo>
                  <a:lnTo>
                    <a:pt x="4811755" y="1615502"/>
                  </a:lnTo>
                  <a:lnTo>
                    <a:pt x="4811881" y="1615502"/>
                  </a:lnTo>
                  <a:lnTo>
                    <a:pt x="4812007" y="1615502"/>
                  </a:lnTo>
                  <a:lnTo>
                    <a:pt x="4812133" y="1615502"/>
                  </a:lnTo>
                  <a:lnTo>
                    <a:pt x="4812259" y="1615502"/>
                  </a:lnTo>
                  <a:lnTo>
                    <a:pt x="4812386" y="1615502"/>
                  </a:lnTo>
                  <a:lnTo>
                    <a:pt x="4812512" y="1615502"/>
                  </a:lnTo>
                  <a:lnTo>
                    <a:pt x="4812638" y="1615502"/>
                  </a:lnTo>
                  <a:lnTo>
                    <a:pt x="4812764" y="1615502"/>
                  </a:lnTo>
                  <a:lnTo>
                    <a:pt x="4812890" y="1615502"/>
                  </a:lnTo>
                  <a:lnTo>
                    <a:pt x="4813016" y="1615502"/>
                  </a:lnTo>
                  <a:lnTo>
                    <a:pt x="4813142" y="1615502"/>
                  </a:lnTo>
                  <a:lnTo>
                    <a:pt x="4813268" y="1615502"/>
                  </a:lnTo>
                  <a:lnTo>
                    <a:pt x="4813394" y="1615502"/>
                  </a:lnTo>
                  <a:lnTo>
                    <a:pt x="4813520" y="1615502"/>
                  </a:lnTo>
                  <a:lnTo>
                    <a:pt x="4813646" y="1615502"/>
                  </a:lnTo>
                  <a:lnTo>
                    <a:pt x="4813773" y="1615502"/>
                  </a:lnTo>
                  <a:lnTo>
                    <a:pt x="4813899" y="1615502"/>
                  </a:lnTo>
                  <a:lnTo>
                    <a:pt x="4814025" y="1615502"/>
                  </a:lnTo>
                  <a:lnTo>
                    <a:pt x="4814151" y="1615502"/>
                  </a:lnTo>
                  <a:lnTo>
                    <a:pt x="4814277" y="1615502"/>
                  </a:lnTo>
                  <a:lnTo>
                    <a:pt x="4814403" y="1615502"/>
                  </a:lnTo>
                  <a:lnTo>
                    <a:pt x="4814529" y="1615502"/>
                  </a:lnTo>
                  <a:lnTo>
                    <a:pt x="4814655" y="1615502"/>
                  </a:lnTo>
                  <a:lnTo>
                    <a:pt x="4814781" y="1615502"/>
                  </a:lnTo>
                  <a:lnTo>
                    <a:pt x="4814907" y="1615502"/>
                  </a:lnTo>
                  <a:lnTo>
                    <a:pt x="4815033" y="1615502"/>
                  </a:lnTo>
                  <a:lnTo>
                    <a:pt x="4815160" y="1615502"/>
                  </a:lnTo>
                  <a:lnTo>
                    <a:pt x="4815286" y="1615502"/>
                  </a:lnTo>
                  <a:lnTo>
                    <a:pt x="4815412" y="1615502"/>
                  </a:lnTo>
                  <a:lnTo>
                    <a:pt x="4815538" y="1615502"/>
                  </a:lnTo>
                  <a:lnTo>
                    <a:pt x="4815664" y="1615502"/>
                  </a:lnTo>
                  <a:lnTo>
                    <a:pt x="4815790" y="1615502"/>
                  </a:lnTo>
                  <a:lnTo>
                    <a:pt x="4815916" y="1615502"/>
                  </a:lnTo>
                  <a:lnTo>
                    <a:pt x="4816042" y="1615502"/>
                  </a:lnTo>
                  <a:lnTo>
                    <a:pt x="4816168" y="1615502"/>
                  </a:lnTo>
                  <a:lnTo>
                    <a:pt x="4816294" y="1615502"/>
                  </a:lnTo>
                  <a:lnTo>
                    <a:pt x="4816420" y="1615502"/>
                  </a:lnTo>
                  <a:lnTo>
                    <a:pt x="4816546" y="1615502"/>
                  </a:lnTo>
                  <a:lnTo>
                    <a:pt x="4816673" y="1615502"/>
                  </a:lnTo>
                  <a:lnTo>
                    <a:pt x="4816799" y="1615502"/>
                  </a:lnTo>
                  <a:lnTo>
                    <a:pt x="4816925" y="1615502"/>
                  </a:lnTo>
                  <a:lnTo>
                    <a:pt x="4817051" y="1615502"/>
                  </a:lnTo>
                  <a:lnTo>
                    <a:pt x="4817177" y="1615502"/>
                  </a:lnTo>
                  <a:lnTo>
                    <a:pt x="4817303" y="1615502"/>
                  </a:lnTo>
                  <a:lnTo>
                    <a:pt x="4817429" y="1615502"/>
                  </a:lnTo>
                  <a:lnTo>
                    <a:pt x="4817555" y="1615502"/>
                  </a:lnTo>
                  <a:lnTo>
                    <a:pt x="4817681" y="1615502"/>
                  </a:lnTo>
                  <a:lnTo>
                    <a:pt x="4817807" y="1615502"/>
                  </a:lnTo>
                  <a:lnTo>
                    <a:pt x="4817807" y="1610223"/>
                  </a:lnTo>
                  <a:lnTo>
                    <a:pt x="4817933" y="1610223"/>
                  </a:lnTo>
                  <a:lnTo>
                    <a:pt x="4818060" y="1610223"/>
                  </a:lnTo>
                  <a:lnTo>
                    <a:pt x="4818186" y="1610223"/>
                  </a:lnTo>
                  <a:lnTo>
                    <a:pt x="4818312" y="1610223"/>
                  </a:lnTo>
                  <a:lnTo>
                    <a:pt x="4818438" y="1610223"/>
                  </a:lnTo>
                  <a:lnTo>
                    <a:pt x="4818564" y="1610223"/>
                  </a:lnTo>
                  <a:lnTo>
                    <a:pt x="4818690" y="1610223"/>
                  </a:lnTo>
                  <a:lnTo>
                    <a:pt x="4818816" y="1610223"/>
                  </a:lnTo>
                  <a:lnTo>
                    <a:pt x="4818942" y="1610223"/>
                  </a:lnTo>
                  <a:lnTo>
                    <a:pt x="4819068" y="1610223"/>
                  </a:lnTo>
                  <a:lnTo>
                    <a:pt x="4819194" y="1610223"/>
                  </a:lnTo>
                  <a:lnTo>
                    <a:pt x="4819320" y="1610223"/>
                  </a:lnTo>
                  <a:lnTo>
                    <a:pt x="4819446" y="1610223"/>
                  </a:lnTo>
                  <a:lnTo>
                    <a:pt x="4819573" y="1610223"/>
                  </a:lnTo>
                  <a:lnTo>
                    <a:pt x="4819699" y="1610223"/>
                  </a:lnTo>
                  <a:lnTo>
                    <a:pt x="4819825" y="1610223"/>
                  </a:lnTo>
                  <a:lnTo>
                    <a:pt x="4819951" y="1610223"/>
                  </a:lnTo>
                  <a:lnTo>
                    <a:pt x="4820077" y="1610223"/>
                  </a:lnTo>
                  <a:lnTo>
                    <a:pt x="4820203" y="1610223"/>
                  </a:lnTo>
                  <a:lnTo>
                    <a:pt x="4820329" y="1610223"/>
                  </a:lnTo>
                  <a:lnTo>
                    <a:pt x="4820455" y="1610223"/>
                  </a:lnTo>
                  <a:lnTo>
                    <a:pt x="4820581" y="1610223"/>
                  </a:lnTo>
                  <a:lnTo>
                    <a:pt x="4820707" y="1610223"/>
                  </a:lnTo>
                  <a:lnTo>
                    <a:pt x="4820833" y="1610223"/>
                  </a:lnTo>
                  <a:lnTo>
                    <a:pt x="4820960" y="1610223"/>
                  </a:lnTo>
                  <a:lnTo>
                    <a:pt x="4821086" y="1610223"/>
                  </a:lnTo>
                  <a:lnTo>
                    <a:pt x="4821212" y="1610223"/>
                  </a:lnTo>
                  <a:lnTo>
                    <a:pt x="4821338" y="1610223"/>
                  </a:lnTo>
                  <a:lnTo>
                    <a:pt x="4821464" y="1610223"/>
                  </a:lnTo>
                  <a:lnTo>
                    <a:pt x="4821590" y="1610223"/>
                  </a:lnTo>
                  <a:lnTo>
                    <a:pt x="4821716" y="1610223"/>
                  </a:lnTo>
                  <a:lnTo>
                    <a:pt x="4821842" y="1610223"/>
                  </a:lnTo>
                  <a:lnTo>
                    <a:pt x="4821968" y="1610223"/>
                  </a:lnTo>
                  <a:lnTo>
                    <a:pt x="4822094" y="1610223"/>
                  </a:lnTo>
                  <a:lnTo>
                    <a:pt x="4822220" y="1610223"/>
                  </a:lnTo>
                  <a:lnTo>
                    <a:pt x="4822347" y="1610223"/>
                  </a:lnTo>
                  <a:lnTo>
                    <a:pt x="4822473" y="1610223"/>
                  </a:lnTo>
                  <a:lnTo>
                    <a:pt x="4822599" y="1610223"/>
                  </a:lnTo>
                  <a:lnTo>
                    <a:pt x="4822725" y="1610223"/>
                  </a:lnTo>
                  <a:lnTo>
                    <a:pt x="4822851" y="1610223"/>
                  </a:lnTo>
                  <a:lnTo>
                    <a:pt x="4822977" y="1610223"/>
                  </a:lnTo>
                  <a:lnTo>
                    <a:pt x="4823103" y="1610223"/>
                  </a:lnTo>
                  <a:lnTo>
                    <a:pt x="4823229" y="1610223"/>
                  </a:lnTo>
                  <a:lnTo>
                    <a:pt x="4823355" y="1610223"/>
                  </a:lnTo>
                  <a:lnTo>
                    <a:pt x="4823481" y="1610223"/>
                  </a:lnTo>
                  <a:lnTo>
                    <a:pt x="4823607" y="1610223"/>
                  </a:lnTo>
                  <a:lnTo>
                    <a:pt x="4823733" y="1610223"/>
                  </a:lnTo>
                  <a:lnTo>
                    <a:pt x="4823860" y="1610223"/>
                  </a:lnTo>
                  <a:lnTo>
                    <a:pt x="4823986" y="1610223"/>
                  </a:lnTo>
                  <a:lnTo>
                    <a:pt x="4824112" y="1610223"/>
                  </a:lnTo>
                  <a:lnTo>
                    <a:pt x="4824238" y="1610223"/>
                  </a:lnTo>
                  <a:lnTo>
                    <a:pt x="4824364" y="1610223"/>
                  </a:lnTo>
                  <a:lnTo>
                    <a:pt x="4824490" y="1610223"/>
                  </a:lnTo>
                  <a:lnTo>
                    <a:pt x="4824616" y="1610223"/>
                  </a:lnTo>
                  <a:lnTo>
                    <a:pt x="4824742" y="1610223"/>
                  </a:lnTo>
                  <a:lnTo>
                    <a:pt x="4824868" y="1610223"/>
                  </a:lnTo>
                  <a:lnTo>
                    <a:pt x="4824994" y="1610223"/>
                  </a:lnTo>
                  <a:lnTo>
                    <a:pt x="4825120" y="1610223"/>
                  </a:lnTo>
                  <a:lnTo>
                    <a:pt x="4825247" y="1610223"/>
                  </a:lnTo>
                  <a:lnTo>
                    <a:pt x="4825247" y="1604944"/>
                  </a:lnTo>
                  <a:lnTo>
                    <a:pt x="4825373" y="1604944"/>
                  </a:lnTo>
                  <a:lnTo>
                    <a:pt x="4825499" y="1604944"/>
                  </a:lnTo>
                  <a:lnTo>
                    <a:pt x="4825625" y="1604944"/>
                  </a:lnTo>
                  <a:lnTo>
                    <a:pt x="4825751" y="1604944"/>
                  </a:lnTo>
                  <a:lnTo>
                    <a:pt x="4825877" y="1604944"/>
                  </a:lnTo>
                  <a:lnTo>
                    <a:pt x="4826003" y="1604944"/>
                  </a:lnTo>
                  <a:lnTo>
                    <a:pt x="4826129" y="1604944"/>
                  </a:lnTo>
                  <a:lnTo>
                    <a:pt x="4826255" y="1604944"/>
                  </a:lnTo>
                  <a:lnTo>
                    <a:pt x="4826381" y="1604944"/>
                  </a:lnTo>
                  <a:lnTo>
                    <a:pt x="4826507" y="1604944"/>
                  </a:lnTo>
                  <a:lnTo>
                    <a:pt x="4826633" y="1604944"/>
                  </a:lnTo>
                  <a:lnTo>
                    <a:pt x="4826760" y="1604944"/>
                  </a:lnTo>
                  <a:lnTo>
                    <a:pt x="4826760" y="1599664"/>
                  </a:lnTo>
                  <a:lnTo>
                    <a:pt x="4826886" y="1599664"/>
                  </a:lnTo>
                  <a:lnTo>
                    <a:pt x="4827012" y="1599664"/>
                  </a:lnTo>
                  <a:lnTo>
                    <a:pt x="4827138" y="1599664"/>
                  </a:lnTo>
                  <a:lnTo>
                    <a:pt x="4827264" y="1599664"/>
                  </a:lnTo>
                  <a:lnTo>
                    <a:pt x="4827390" y="1599664"/>
                  </a:lnTo>
                  <a:lnTo>
                    <a:pt x="4827516" y="1599664"/>
                  </a:lnTo>
                  <a:lnTo>
                    <a:pt x="4827642" y="1599664"/>
                  </a:lnTo>
                  <a:lnTo>
                    <a:pt x="4827768" y="1599664"/>
                  </a:lnTo>
                  <a:lnTo>
                    <a:pt x="4827894" y="1599664"/>
                  </a:lnTo>
                  <a:lnTo>
                    <a:pt x="4828020" y="1599664"/>
                  </a:lnTo>
                  <a:lnTo>
                    <a:pt x="4828147" y="1599664"/>
                  </a:lnTo>
                  <a:lnTo>
                    <a:pt x="4828273" y="1599664"/>
                  </a:lnTo>
                  <a:lnTo>
                    <a:pt x="4828399" y="1599664"/>
                  </a:lnTo>
                  <a:lnTo>
                    <a:pt x="4828525" y="1599664"/>
                  </a:lnTo>
                  <a:lnTo>
                    <a:pt x="4828651" y="1599664"/>
                  </a:lnTo>
                  <a:lnTo>
                    <a:pt x="4828777" y="1599664"/>
                  </a:lnTo>
                  <a:lnTo>
                    <a:pt x="4828903" y="1599664"/>
                  </a:lnTo>
                  <a:lnTo>
                    <a:pt x="4829029" y="1599664"/>
                  </a:lnTo>
                  <a:lnTo>
                    <a:pt x="4829155" y="1599664"/>
                  </a:lnTo>
                  <a:lnTo>
                    <a:pt x="4829281" y="1599664"/>
                  </a:lnTo>
                  <a:lnTo>
                    <a:pt x="4829407" y="1599664"/>
                  </a:lnTo>
                  <a:lnTo>
                    <a:pt x="4829534" y="1599664"/>
                  </a:lnTo>
                  <a:lnTo>
                    <a:pt x="4829660" y="1599664"/>
                  </a:lnTo>
                  <a:lnTo>
                    <a:pt x="4829786" y="1599664"/>
                  </a:lnTo>
                  <a:lnTo>
                    <a:pt x="4829912" y="1599664"/>
                  </a:lnTo>
                  <a:lnTo>
                    <a:pt x="4830038" y="1599664"/>
                  </a:lnTo>
                  <a:lnTo>
                    <a:pt x="4830164" y="1599664"/>
                  </a:lnTo>
                  <a:lnTo>
                    <a:pt x="4830290" y="1599664"/>
                  </a:lnTo>
                  <a:lnTo>
                    <a:pt x="4830416" y="1599664"/>
                  </a:lnTo>
                  <a:lnTo>
                    <a:pt x="4830542" y="1599664"/>
                  </a:lnTo>
                  <a:lnTo>
                    <a:pt x="4830668" y="1599664"/>
                  </a:lnTo>
                  <a:lnTo>
                    <a:pt x="4830794" y="1599664"/>
                  </a:lnTo>
                  <a:lnTo>
                    <a:pt x="4830920" y="1599664"/>
                  </a:lnTo>
                  <a:lnTo>
                    <a:pt x="4831047" y="1599664"/>
                  </a:lnTo>
                  <a:lnTo>
                    <a:pt x="4831173" y="1599664"/>
                  </a:lnTo>
                  <a:lnTo>
                    <a:pt x="4831299" y="1599664"/>
                  </a:lnTo>
                  <a:lnTo>
                    <a:pt x="4831425" y="1599664"/>
                  </a:lnTo>
                  <a:lnTo>
                    <a:pt x="4831551" y="1599664"/>
                  </a:lnTo>
                  <a:lnTo>
                    <a:pt x="4831677" y="1599664"/>
                  </a:lnTo>
                  <a:lnTo>
                    <a:pt x="4831803" y="1599664"/>
                  </a:lnTo>
                  <a:lnTo>
                    <a:pt x="4831929" y="1599664"/>
                  </a:lnTo>
                  <a:lnTo>
                    <a:pt x="4832055" y="1599664"/>
                  </a:lnTo>
                  <a:lnTo>
                    <a:pt x="4832181" y="1599664"/>
                  </a:lnTo>
                  <a:lnTo>
                    <a:pt x="4832307" y="1599664"/>
                  </a:lnTo>
                  <a:lnTo>
                    <a:pt x="4832434" y="1599664"/>
                  </a:lnTo>
                  <a:lnTo>
                    <a:pt x="4832560" y="1599664"/>
                  </a:lnTo>
                  <a:lnTo>
                    <a:pt x="4832686" y="1599664"/>
                  </a:lnTo>
                  <a:lnTo>
                    <a:pt x="4832812" y="1599664"/>
                  </a:lnTo>
                  <a:lnTo>
                    <a:pt x="4832938" y="1599664"/>
                  </a:lnTo>
                  <a:lnTo>
                    <a:pt x="4833064" y="1599664"/>
                  </a:lnTo>
                  <a:lnTo>
                    <a:pt x="4833190" y="1599664"/>
                  </a:lnTo>
                  <a:lnTo>
                    <a:pt x="4833316" y="1599664"/>
                  </a:lnTo>
                  <a:lnTo>
                    <a:pt x="4833442" y="1599664"/>
                  </a:lnTo>
                  <a:lnTo>
                    <a:pt x="4833568" y="1599664"/>
                  </a:lnTo>
                  <a:lnTo>
                    <a:pt x="4833694" y="1599664"/>
                  </a:lnTo>
                  <a:lnTo>
                    <a:pt x="4833820" y="1599664"/>
                  </a:lnTo>
                  <a:lnTo>
                    <a:pt x="4833947" y="1599664"/>
                  </a:lnTo>
                  <a:lnTo>
                    <a:pt x="4834073" y="1599664"/>
                  </a:lnTo>
                  <a:lnTo>
                    <a:pt x="4834199" y="1599664"/>
                  </a:lnTo>
                  <a:lnTo>
                    <a:pt x="4834325" y="1599664"/>
                  </a:lnTo>
                  <a:lnTo>
                    <a:pt x="4834451" y="1599664"/>
                  </a:lnTo>
                  <a:lnTo>
                    <a:pt x="4834577" y="1599664"/>
                  </a:lnTo>
                  <a:lnTo>
                    <a:pt x="4834703" y="1599664"/>
                  </a:lnTo>
                  <a:lnTo>
                    <a:pt x="4834829" y="1599664"/>
                  </a:lnTo>
                  <a:lnTo>
                    <a:pt x="4834955" y="1599664"/>
                  </a:lnTo>
                  <a:lnTo>
                    <a:pt x="4835081" y="1599664"/>
                  </a:lnTo>
                  <a:lnTo>
                    <a:pt x="4835207" y="1599664"/>
                  </a:lnTo>
                  <a:lnTo>
                    <a:pt x="4835334" y="1599664"/>
                  </a:lnTo>
                  <a:lnTo>
                    <a:pt x="4835460" y="1599664"/>
                  </a:lnTo>
                  <a:lnTo>
                    <a:pt x="4835586" y="1599664"/>
                  </a:lnTo>
                  <a:lnTo>
                    <a:pt x="4835712" y="1599664"/>
                  </a:lnTo>
                  <a:lnTo>
                    <a:pt x="4835838" y="1599664"/>
                  </a:lnTo>
                  <a:lnTo>
                    <a:pt x="4835964" y="1599664"/>
                  </a:lnTo>
                  <a:lnTo>
                    <a:pt x="4836090" y="1599664"/>
                  </a:lnTo>
                  <a:lnTo>
                    <a:pt x="4836216" y="1599664"/>
                  </a:lnTo>
                  <a:lnTo>
                    <a:pt x="4836342" y="1599664"/>
                  </a:lnTo>
                  <a:lnTo>
                    <a:pt x="4836468" y="1599664"/>
                  </a:lnTo>
                  <a:lnTo>
                    <a:pt x="4836594" y="1599664"/>
                  </a:lnTo>
                  <a:lnTo>
                    <a:pt x="4836720" y="1599664"/>
                  </a:lnTo>
                  <a:lnTo>
                    <a:pt x="4836847" y="1599664"/>
                  </a:lnTo>
                  <a:lnTo>
                    <a:pt x="4836973" y="1599664"/>
                  </a:lnTo>
                  <a:lnTo>
                    <a:pt x="4837099" y="1599664"/>
                  </a:lnTo>
                  <a:lnTo>
                    <a:pt x="4837225" y="1599664"/>
                  </a:lnTo>
                  <a:lnTo>
                    <a:pt x="4837351" y="1599664"/>
                  </a:lnTo>
                  <a:lnTo>
                    <a:pt x="4837477" y="1599664"/>
                  </a:lnTo>
                  <a:lnTo>
                    <a:pt x="4837603" y="1599664"/>
                  </a:lnTo>
                  <a:lnTo>
                    <a:pt x="4837729" y="1599664"/>
                  </a:lnTo>
                  <a:lnTo>
                    <a:pt x="4837855" y="1599664"/>
                  </a:lnTo>
                  <a:lnTo>
                    <a:pt x="4837981" y="1599664"/>
                  </a:lnTo>
                  <a:lnTo>
                    <a:pt x="4838107" y="1599664"/>
                  </a:lnTo>
                  <a:lnTo>
                    <a:pt x="4838234" y="1599664"/>
                  </a:lnTo>
                  <a:lnTo>
                    <a:pt x="4838360" y="1599664"/>
                  </a:lnTo>
                  <a:lnTo>
                    <a:pt x="4838486" y="1599664"/>
                  </a:lnTo>
                  <a:lnTo>
                    <a:pt x="4838612" y="1599664"/>
                  </a:lnTo>
                  <a:lnTo>
                    <a:pt x="4838738" y="1599664"/>
                  </a:lnTo>
                  <a:lnTo>
                    <a:pt x="4838864" y="1599664"/>
                  </a:lnTo>
                  <a:lnTo>
                    <a:pt x="4838990" y="1599664"/>
                  </a:lnTo>
                  <a:lnTo>
                    <a:pt x="4839116" y="1599664"/>
                  </a:lnTo>
                  <a:lnTo>
                    <a:pt x="4839242" y="1599664"/>
                  </a:lnTo>
                  <a:lnTo>
                    <a:pt x="4839368" y="1599664"/>
                  </a:lnTo>
                  <a:lnTo>
                    <a:pt x="4839494" y="1599664"/>
                  </a:lnTo>
                  <a:lnTo>
                    <a:pt x="4839621" y="1599664"/>
                  </a:lnTo>
                  <a:lnTo>
                    <a:pt x="4839747" y="1599664"/>
                  </a:lnTo>
                  <a:lnTo>
                    <a:pt x="4839873" y="1599664"/>
                  </a:lnTo>
                  <a:lnTo>
                    <a:pt x="4839999" y="1599664"/>
                  </a:lnTo>
                  <a:lnTo>
                    <a:pt x="4840125" y="1599664"/>
                  </a:lnTo>
                  <a:lnTo>
                    <a:pt x="4840251" y="1599664"/>
                  </a:lnTo>
                  <a:lnTo>
                    <a:pt x="4840377" y="1599664"/>
                  </a:lnTo>
                  <a:lnTo>
                    <a:pt x="4840503" y="1599664"/>
                  </a:lnTo>
                  <a:lnTo>
                    <a:pt x="4840629" y="1599664"/>
                  </a:lnTo>
                  <a:lnTo>
                    <a:pt x="4840755" y="1599664"/>
                  </a:lnTo>
                  <a:lnTo>
                    <a:pt x="4840881" y="1599664"/>
                  </a:lnTo>
                  <a:lnTo>
                    <a:pt x="4841007" y="1599664"/>
                  </a:lnTo>
                  <a:lnTo>
                    <a:pt x="4841134" y="1599664"/>
                  </a:lnTo>
                  <a:lnTo>
                    <a:pt x="4841260" y="1599664"/>
                  </a:lnTo>
                  <a:lnTo>
                    <a:pt x="4841386" y="1599664"/>
                  </a:lnTo>
                  <a:lnTo>
                    <a:pt x="4841512" y="1599664"/>
                  </a:lnTo>
                  <a:lnTo>
                    <a:pt x="4841638" y="1599664"/>
                  </a:lnTo>
                  <a:lnTo>
                    <a:pt x="4841764" y="1599664"/>
                  </a:lnTo>
                  <a:lnTo>
                    <a:pt x="4841890" y="1599664"/>
                  </a:lnTo>
                  <a:lnTo>
                    <a:pt x="4842016" y="1599664"/>
                  </a:lnTo>
                  <a:lnTo>
                    <a:pt x="4842142" y="1599664"/>
                  </a:lnTo>
                  <a:lnTo>
                    <a:pt x="4842268" y="1599664"/>
                  </a:lnTo>
                  <a:lnTo>
                    <a:pt x="4842394" y="1599664"/>
                  </a:lnTo>
                  <a:lnTo>
                    <a:pt x="4842521" y="1599664"/>
                  </a:lnTo>
                  <a:lnTo>
                    <a:pt x="4842647" y="1599664"/>
                  </a:lnTo>
                  <a:lnTo>
                    <a:pt x="4842773" y="1599664"/>
                  </a:lnTo>
                  <a:lnTo>
                    <a:pt x="4842899" y="1599664"/>
                  </a:lnTo>
                  <a:lnTo>
                    <a:pt x="4842899" y="1594385"/>
                  </a:lnTo>
                  <a:lnTo>
                    <a:pt x="4843025" y="1594385"/>
                  </a:lnTo>
                  <a:lnTo>
                    <a:pt x="4843151" y="1594385"/>
                  </a:lnTo>
                  <a:lnTo>
                    <a:pt x="4843277" y="1594385"/>
                  </a:lnTo>
                  <a:lnTo>
                    <a:pt x="4843403" y="1594385"/>
                  </a:lnTo>
                  <a:lnTo>
                    <a:pt x="4843529" y="1594385"/>
                  </a:lnTo>
                  <a:lnTo>
                    <a:pt x="4843655" y="1594385"/>
                  </a:lnTo>
                  <a:lnTo>
                    <a:pt x="4843781" y="1594385"/>
                  </a:lnTo>
                  <a:lnTo>
                    <a:pt x="4843907" y="1594385"/>
                  </a:lnTo>
                  <a:lnTo>
                    <a:pt x="4844034" y="1594385"/>
                  </a:lnTo>
                  <a:lnTo>
                    <a:pt x="4844160" y="1594385"/>
                  </a:lnTo>
                  <a:lnTo>
                    <a:pt x="4844286" y="1594385"/>
                  </a:lnTo>
                  <a:lnTo>
                    <a:pt x="4844412" y="1594385"/>
                  </a:lnTo>
                  <a:lnTo>
                    <a:pt x="4844538" y="1594385"/>
                  </a:lnTo>
                  <a:lnTo>
                    <a:pt x="4844664" y="1594385"/>
                  </a:lnTo>
                  <a:lnTo>
                    <a:pt x="4844790" y="1594385"/>
                  </a:lnTo>
                  <a:lnTo>
                    <a:pt x="4844916" y="1594385"/>
                  </a:lnTo>
                  <a:lnTo>
                    <a:pt x="4845042" y="1594385"/>
                  </a:lnTo>
                  <a:lnTo>
                    <a:pt x="4845168" y="1594385"/>
                  </a:lnTo>
                  <a:lnTo>
                    <a:pt x="4845294" y="1594385"/>
                  </a:lnTo>
                  <a:lnTo>
                    <a:pt x="4845421" y="1594385"/>
                  </a:lnTo>
                  <a:lnTo>
                    <a:pt x="4845547" y="1594385"/>
                  </a:lnTo>
                  <a:lnTo>
                    <a:pt x="4845673" y="1594385"/>
                  </a:lnTo>
                  <a:lnTo>
                    <a:pt x="4845799" y="1594385"/>
                  </a:lnTo>
                  <a:lnTo>
                    <a:pt x="4845925" y="1594385"/>
                  </a:lnTo>
                  <a:lnTo>
                    <a:pt x="4846051" y="1594385"/>
                  </a:lnTo>
                  <a:lnTo>
                    <a:pt x="4846177" y="1594385"/>
                  </a:lnTo>
                  <a:lnTo>
                    <a:pt x="4846303" y="1594385"/>
                  </a:lnTo>
                  <a:lnTo>
                    <a:pt x="4846429" y="1594385"/>
                  </a:lnTo>
                  <a:lnTo>
                    <a:pt x="4846555" y="1594385"/>
                  </a:lnTo>
                  <a:lnTo>
                    <a:pt x="4846681" y="1594385"/>
                  </a:lnTo>
                  <a:lnTo>
                    <a:pt x="4846808" y="1594385"/>
                  </a:lnTo>
                  <a:lnTo>
                    <a:pt x="4846934" y="1594385"/>
                  </a:lnTo>
                  <a:lnTo>
                    <a:pt x="4847060" y="1594385"/>
                  </a:lnTo>
                  <a:lnTo>
                    <a:pt x="4847186" y="1594385"/>
                  </a:lnTo>
                  <a:lnTo>
                    <a:pt x="4847312" y="1594385"/>
                  </a:lnTo>
                  <a:lnTo>
                    <a:pt x="4847438" y="1594385"/>
                  </a:lnTo>
                  <a:lnTo>
                    <a:pt x="4847564" y="1594385"/>
                  </a:lnTo>
                  <a:lnTo>
                    <a:pt x="4847690" y="1594385"/>
                  </a:lnTo>
                  <a:lnTo>
                    <a:pt x="4847816" y="1594385"/>
                  </a:lnTo>
                  <a:lnTo>
                    <a:pt x="4847942" y="1594385"/>
                  </a:lnTo>
                  <a:lnTo>
                    <a:pt x="4848068" y="1594385"/>
                  </a:lnTo>
                  <a:lnTo>
                    <a:pt x="4848194" y="1594385"/>
                  </a:lnTo>
                  <a:lnTo>
                    <a:pt x="4848321" y="1594385"/>
                  </a:lnTo>
                  <a:lnTo>
                    <a:pt x="4848447" y="1594385"/>
                  </a:lnTo>
                  <a:lnTo>
                    <a:pt x="4848573" y="1594385"/>
                  </a:lnTo>
                  <a:lnTo>
                    <a:pt x="4848699" y="1594385"/>
                  </a:lnTo>
                  <a:lnTo>
                    <a:pt x="4848825" y="1594385"/>
                  </a:lnTo>
                  <a:lnTo>
                    <a:pt x="4848951" y="1594385"/>
                  </a:lnTo>
                  <a:lnTo>
                    <a:pt x="4849077" y="1594385"/>
                  </a:lnTo>
                  <a:lnTo>
                    <a:pt x="4849203" y="1594385"/>
                  </a:lnTo>
                  <a:lnTo>
                    <a:pt x="4849329" y="1594385"/>
                  </a:lnTo>
                  <a:lnTo>
                    <a:pt x="4849455" y="1594385"/>
                  </a:lnTo>
                  <a:lnTo>
                    <a:pt x="4849581" y="1594385"/>
                  </a:lnTo>
                  <a:lnTo>
                    <a:pt x="4849708" y="1594385"/>
                  </a:lnTo>
                  <a:lnTo>
                    <a:pt x="4849834" y="1594385"/>
                  </a:lnTo>
                  <a:lnTo>
                    <a:pt x="4849960" y="1594385"/>
                  </a:lnTo>
                  <a:lnTo>
                    <a:pt x="4850086" y="1594385"/>
                  </a:lnTo>
                  <a:lnTo>
                    <a:pt x="4850212" y="1594385"/>
                  </a:lnTo>
                  <a:lnTo>
                    <a:pt x="4850338" y="1594385"/>
                  </a:lnTo>
                  <a:lnTo>
                    <a:pt x="4850464" y="1594385"/>
                  </a:lnTo>
                  <a:lnTo>
                    <a:pt x="4850590" y="1594385"/>
                  </a:lnTo>
                  <a:lnTo>
                    <a:pt x="4850716" y="1594385"/>
                  </a:lnTo>
                  <a:lnTo>
                    <a:pt x="4850842" y="1594385"/>
                  </a:lnTo>
                  <a:lnTo>
                    <a:pt x="4850968" y="1594385"/>
                  </a:lnTo>
                  <a:lnTo>
                    <a:pt x="4851094" y="1594385"/>
                  </a:lnTo>
                  <a:lnTo>
                    <a:pt x="4851221" y="1594385"/>
                  </a:lnTo>
                  <a:lnTo>
                    <a:pt x="4851347" y="1594385"/>
                  </a:lnTo>
                  <a:lnTo>
                    <a:pt x="4851473" y="1594385"/>
                  </a:lnTo>
                  <a:lnTo>
                    <a:pt x="4851599" y="1594385"/>
                  </a:lnTo>
                  <a:lnTo>
                    <a:pt x="4851725" y="1594385"/>
                  </a:lnTo>
                  <a:lnTo>
                    <a:pt x="4851851" y="1594385"/>
                  </a:lnTo>
                  <a:lnTo>
                    <a:pt x="4851977" y="1594385"/>
                  </a:lnTo>
                  <a:lnTo>
                    <a:pt x="4852103" y="1594385"/>
                  </a:lnTo>
                  <a:lnTo>
                    <a:pt x="4852229" y="1594385"/>
                  </a:lnTo>
                  <a:lnTo>
                    <a:pt x="4852355" y="1594385"/>
                  </a:lnTo>
                  <a:lnTo>
                    <a:pt x="4852481" y="1594385"/>
                  </a:lnTo>
                  <a:lnTo>
                    <a:pt x="4852608" y="1594385"/>
                  </a:lnTo>
                  <a:lnTo>
                    <a:pt x="4852734" y="1594385"/>
                  </a:lnTo>
                  <a:lnTo>
                    <a:pt x="4852860" y="1594385"/>
                  </a:lnTo>
                  <a:lnTo>
                    <a:pt x="4852986" y="1594385"/>
                  </a:lnTo>
                  <a:lnTo>
                    <a:pt x="4853112" y="1594385"/>
                  </a:lnTo>
                  <a:lnTo>
                    <a:pt x="4853238" y="1594385"/>
                  </a:lnTo>
                  <a:lnTo>
                    <a:pt x="4853364" y="1594385"/>
                  </a:lnTo>
                  <a:lnTo>
                    <a:pt x="4853490" y="1594385"/>
                  </a:lnTo>
                  <a:lnTo>
                    <a:pt x="4853616" y="1594385"/>
                  </a:lnTo>
                  <a:lnTo>
                    <a:pt x="4853742" y="1594385"/>
                  </a:lnTo>
                  <a:lnTo>
                    <a:pt x="4853868" y="1594385"/>
                  </a:lnTo>
                  <a:lnTo>
                    <a:pt x="4853995" y="1594385"/>
                  </a:lnTo>
                  <a:lnTo>
                    <a:pt x="4854121" y="1594385"/>
                  </a:lnTo>
                  <a:lnTo>
                    <a:pt x="4854247" y="1594385"/>
                  </a:lnTo>
                  <a:lnTo>
                    <a:pt x="4854373" y="1594385"/>
                  </a:lnTo>
                  <a:lnTo>
                    <a:pt x="4854499" y="1594385"/>
                  </a:lnTo>
                  <a:lnTo>
                    <a:pt x="4854625" y="1594385"/>
                  </a:lnTo>
                  <a:lnTo>
                    <a:pt x="4854751" y="1594385"/>
                  </a:lnTo>
                  <a:lnTo>
                    <a:pt x="4854877" y="1594385"/>
                  </a:lnTo>
                  <a:lnTo>
                    <a:pt x="4855003" y="1594385"/>
                  </a:lnTo>
                  <a:lnTo>
                    <a:pt x="4855129" y="1594385"/>
                  </a:lnTo>
                  <a:lnTo>
                    <a:pt x="4855129" y="1589105"/>
                  </a:lnTo>
                  <a:lnTo>
                    <a:pt x="4855255" y="1589105"/>
                  </a:lnTo>
                  <a:lnTo>
                    <a:pt x="4855381" y="1589105"/>
                  </a:lnTo>
                  <a:lnTo>
                    <a:pt x="4855508" y="1589105"/>
                  </a:lnTo>
                  <a:lnTo>
                    <a:pt x="4855634" y="1589105"/>
                  </a:lnTo>
                  <a:lnTo>
                    <a:pt x="4855760" y="1589105"/>
                  </a:lnTo>
                  <a:lnTo>
                    <a:pt x="4855886" y="1589105"/>
                  </a:lnTo>
                  <a:lnTo>
                    <a:pt x="4856012" y="1589105"/>
                  </a:lnTo>
                  <a:lnTo>
                    <a:pt x="4856138" y="1589105"/>
                  </a:lnTo>
                  <a:lnTo>
                    <a:pt x="4856264" y="1589105"/>
                  </a:lnTo>
                  <a:lnTo>
                    <a:pt x="4856390" y="1589105"/>
                  </a:lnTo>
                  <a:lnTo>
                    <a:pt x="4856516" y="1589105"/>
                  </a:lnTo>
                  <a:lnTo>
                    <a:pt x="4856642" y="1589105"/>
                  </a:lnTo>
                  <a:lnTo>
                    <a:pt x="4856768" y="1589105"/>
                  </a:lnTo>
                  <a:lnTo>
                    <a:pt x="4856895" y="1589105"/>
                  </a:lnTo>
                  <a:lnTo>
                    <a:pt x="4857021" y="1589105"/>
                  </a:lnTo>
                  <a:lnTo>
                    <a:pt x="4857147" y="1589105"/>
                  </a:lnTo>
                  <a:lnTo>
                    <a:pt x="4857273" y="1589105"/>
                  </a:lnTo>
                  <a:lnTo>
                    <a:pt x="4857399" y="1589105"/>
                  </a:lnTo>
                  <a:lnTo>
                    <a:pt x="4857525" y="1589105"/>
                  </a:lnTo>
                  <a:lnTo>
                    <a:pt x="4857651" y="1589105"/>
                  </a:lnTo>
                  <a:lnTo>
                    <a:pt x="4857777" y="1589105"/>
                  </a:lnTo>
                  <a:lnTo>
                    <a:pt x="4857777" y="1583826"/>
                  </a:lnTo>
                  <a:lnTo>
                    <a:pt x="4857903" y="1583826"/>
                  </a:lnTo>
                  <a:lnTo>
                    <a:pt x="4858029" y="1583826"/>
                  </a:lnTo>
                  <a:lnTo>
                    <a:pt x="4858155" y="1583826"/>
                  </a:lnTo>
                  <a:lnTo>
                    <a:pt x="4858281" y="1583826"/>
                  </a:lnTo>
                  <a:lnTo>
                    <a:pt x="4858408" y="1583826"/>
                  </a:lnTo>
                  <a:lnTo>
                    <a:pt x="4858534" y="1583826"/>
                  </a:lnTo>
                  <a:lnTo>
                    <a:pt x="4858660" y="1583826"/>
                  </a:lnTo>
                  <a:lnTo>
                    <a:pt x="4858786" y="1583826"/>
                  </a:lnTo>
                  <a:lnTo>
                    <a:pt x="4858912" y="1583826"/>
                  </a:lnTo>
                  <a:lnTo>
                    <a:pt x="4859038" y="1583826"/>
                  </a:lnTo>
                  <a:lnTo>
                    <a:pt x="4859164" y="1583826"/>
                  </a:lnTo>
                  <a:lnTo>
                    <a:pt x="4859290" y="1583826"/>
                  </a:lnTo>
                  <a:lnTo>
                    <a:pt x="4859416" y="1583826"/>
                  </a:lnTo>
                  <a:lnTo>
                    <a:pt x="4859542" y="1583826"/>
                  </a:lnTo>
                  <a:lnTo>
                    <a:pt x="4859668" y="1583826"/>
                  </a:lnTo>
                  <a:lnTo>
                    <a:pt x="4859795" y="1583826"/>
                  </a:lnTo>
                  <a:lnTo>
                    <a:pt x="4859921" y="1583826"/>
                  </a:lnTo>
                  <a:lnTo>
                    <a:pt x="4860047" y="1583826"/>
                  </a:lnTo>
                  <a:lnTo>
                    <a:pt x="4860173" y="1583826"/>
                  </a:lnTo>
                  <a:lnTo>
                    <a:pt x="4860299" y="1583826"/>
                  </a:lnTo>
                  <a:lnTo>
                    <a:pt x="4860425" y="1583826"/>
                  </a:lnTo>
                  <a:lnTo>
                    <a:pt x="4860551" y="1583826"/>
                  </a:lnTo>
                  <a:lnTo>
                    <a:pt x="4860677" y="1583826"/>
                  </a:lnTo>
                  <a:lnTo>
                    <a:pt x="4860803" y="1583826"/>
                  </a:lnTo>
                  <a:lnTo>
                    <a:pt x="4860929" y="1583826"/>
                  </a:lnTo>
                  <a:lnTo>
                    <a:pt x="4861055" y="1583826"/>
                  </a:lnTo>
                  <a:lnTo>
                    <a:pt x="4861181" y="1583826"/>
                  </a:lnTo>
                  <a:lnTo>
                    <a:pt x="4861308" y="1583826"/>
                  </a:lnTo>
                  <a:lnTo>
                    <a:pt x="4861434" y="1583826"/>
                  </a:lnTo>
                  <a:lnTo>
                    <a:pt x="4861560" y="1583826"/>
                  </a:lnTo>
                  <a:lnTo>
                    <a:pt x="4861686" y="1583826"/>
                  </a:lnTo>
                  <a:lnTo>
                    <a:pt x="4861812" y="1583826"/>
                  </a:lnTo>
                  <a:lnTo>
                    <a:pt x="4861938" y="1583826"/>
                  </a:lnTo>
                  <a:lnTo>
                    <a:pt x="4862064" y="1583826"/>
                  </a:lnTo>
                  <a:lnTo>
                    <a:pt x="4862190" y="1583826"/>
                  </a:lnTo>
                  <a:lnTo>
                    <a:pt x="4862316" y="1583826"/>
                  </a:lnTo>
                  <a:lnTo>
                    <a:pt x="4862442" y="1583826"/>
                  </a:lnTo>
                  <a:lnTo>
                    <a:pt x="4862568" y="1583826"/>
                  </a:lnTo>
                  <a:lnTo>
                    <a:pt x="4862695" y="1583826"/>
                  </a:lnTo>
                  <a:lnTo>
                    <a:pt x="4862821" y="1583826"/>
                  </a:lnTo>
                  <a:lnTo>
                    <a:pt x="4862947" y="1583826"/>
                  </a:lnTo>
                  <a:lnTo>
                    <a:pt x="4863073" y="1583826"/>
                  </a:lnTo>
                  <a:lnTo>
                    <a:pt x="4863199" y="1583826"/>
                  </a:lnTo>
                  <a:lnTo>
                    <a:pt x="4863325" y="1583826"/>
                  </a:lnTo>
                  <a:lnTo>
                    <a:pt x="4863451" y="1583826"/>
                  </a:lnTo>
                  <a:lnTo>
                    <a:pt x="4863577" y="1583826"/>
                  </a:lnTo>
                  <a:lnTo>
                    <a:pt x="4863703" y="1583826"/>
                  </a:lnTo>
                  <a:lnTo>
                    <a:pt x="4863829" y="1583826"/>
                  </a:lnTo>
                  <a:lnTo>
                    <a:pt x="4863955" y="1583826"/>
                  </a:lnTo>
                  <a:lnTo>
                    <a:pt x="4864082" y="1583826"/>
                  </a:lnTo>
                  <a:lnTo>
                    <a:pt x="4864208" y="1583826"/>
                  </a:lnTo>
                  <a:lnTo>
                    <a:pt x="4864334" y="1583826"/>
                  </a:lnTo>
                  <a:lnTo>
                    <a:pt x="4864460" y="1583826"/>
                  </a:lnTo>
                  <a:lnTo>
                    <a:pt x="4864586" y="1583826"/>
                  </a:lnTo>
                  <a:lnTo>
                    <a:pt x="4864712" y="1583826"/>
                  </a:lnTo>
                  <a:lnTo>
                    <a:pt x="4864838" y="1583826"/>
                  </a:lnTo>
                  <a:lnTo>
                    <a:pt x="4864964" y="1583826"/>
                  </a:lnTo>
                  <a:lnTo>
                    <a:pt x="4865090" y="1583826"/>
                  </a:lnTo>
                  <a:lnTo>
                    <a:pt x="4865216" y="1583826"/>
                  </a:lnTo>
                  <a:lnTo>
                    <a:pt x="4865342" y="1583826"/>
                  </a:lnTo>
                  <a:lnTo>
                    <a:pt x="4865468" y="1583826"/>
                  </a:lnTo>
                  <a:lnTo>
                    <a:pt x="4865595" y="1583826"/>
                  </a:lnTo>
                  <a:lnTo>
                    <a:pt x="4865721" y="1583826"/>
                  </a:lnTo>
                  <a:lnTo>
                    <a:pt x="4865847" y="1583826"/>
                  </a:lnTo>
                  <a:lnTo>
                    <a:pt x="4865973" y="1583826"/>
                  </a:lnTo>
                  <a:lnTo>
                    <a:pt x="4866099" y="1583826"/>
                  </a:lnTo>
                  <a:lnTo>
                    <a:pt x="4866225" y="1583826"/>
                  </a:lnTo>
                  <a:lnTo>
                    <a:pt x="4866351" y="1583826"/>
                  </a:lnTo>
                  <a:lnTo>
                    <a:pt x="4866477" y="1583826"/>
                  </a:lnTo>
                  <a:lnTo>
                    <a:pt x="4866603" y="1583826"/>
                  </a:lnTo>
                  <a:lnTo>
                    <a:pt x="4866729" y="1583826"/>
                  </a:lnTo>
                  <a:lnTo>
                    <a:pt x="4866855" y="1583826"/>
                  </a:lnTo>
                  <a:lnTo>
                    <a:pt x="4866855" y="1578546"/>
                  </a:lnTo>
                  <a:lnTo>
                    <a:pt x="4866982" y="1578546"/>
                  </a:lnTo>
                  <a:lnTo>
                    <a:pt x="4867108" y="1578546"/>
                  </a:lnTo>
                  <a:lnTo>
                    <a:pt x="4867234" y="1578546"/>
                  </a:lnTo>
                  <a:lnTo>
                    <a:pt x="4867360" y="1578546"/>
                  </a:lnTo>
                  <a:lnTo>
                    <a:pt x="4867486" y="1578546"/>
                  </a:lnTo>
                  <a:lnTo>
                    <a:pt x="4867612" y="1578546"/>
                  </a:lnTo>
                  <a:lnTo>
                    <a:pt x="4867738" y="1578546"/>
                  </a:lnTo>
                  <a:lnTo>
                    <a:pt x="4867864" y="1578546"/>
                  </a:lnTo>
                  <a:lnTo>
                    <a:pt x="4867990" y="1578546"/>
                  </a:lnTo>
                  <a:lnTo>
                    <a:pt x="4868116" y="1578546"/>
                  </a:lnTo>
                  <a:lnTo>
                    <a:pt x="4868242" y="1578546"/>
                  </a:lnTo>
                  <a:lnTo>
                    <a:pt x="4868368" y="1578546"/>
                  </a:lnTo>
                  <a:lnTo>
                    <a:pt x="4868495" y="1578546"/>
                  </a:lnTo>
                  <a:lnTo>
                    <a:pt x="4868621" y="1578546"/>
                  </a:lnTo>
                  <a:lnTo>
                    <a:pt x="4868747" y="1578546"/>
                  </a:lnTo>
                  <a:lnTo>
                    <a:pt x="4868873" y="1578546"/>
                  </a:lnTo>
                  <a:lnTo>
                    <a:pt x="4868999" y="1578546"/>
                  </a:lnTo>
                  <a:lnTo>
                    <a:pt x="4869125" y="1578546"/>
                  </a:lnTo>
                  <a:lnTo>
                    <a:pt x="4869251" y="1578546"/>
                  </a:lnTo>
                  <a:lnTo>
                    <a:pt x="4869377" y="1578546"/>
                  </a:lnTo>
                  <a:lnTo>
                    <a:pt x="4869503" y="1578546"/>
                  </a:lnTo>
                  <a:lnTo>
                    <a:pt x="4869629" y="1578546"/>
                  </a:lnTo>
                  <a:lnTo>
                    <a:pt x="4869755" y="1578546"/>
                  </a:lnTo>
                  <a:lnTo>
                    <a:pt x="4869882" y="1578546"/>
                  </a:lnTo>
                  <a:lnTo>
                    <a:pt x="4870008" y="1578546"/>
                  </a:lnTo>
                  <a:lnTo>
                    <a:pt x="4870134" y="1578546"/>
                  </a:lnTo>
                  <a:lnTo>
                    <a:pt x="4870260" y="1578546"/>
                  </a:lnTo>
                  <a:lnTo>
                    <a:pt x="4870386" y="1578546"/>
                  </a:lnTo>
                  <a:lnTo>
                    <a:pt x="4870512" y="1578546"/>
                  </a:lnTo>
                  <a:lnTo>
                    <a:pt x="4870638" y="1578546"/>
                  </a:lnTo>
                  <a:lnTo>
                    <a:pt x="4870764" y="1578546"/>
                  </a:lnTo>
                  <a:lnTo>
                    <a:pt x="4870890" y="1578546"/>
                  </a:lnTo>
                  <a:lnTo>
                    <a:pt x="4871016" y="1578546"/>
                  </a:lnTo>
                  <a:lnTo>
                    <a:pt x="4871142" y="1578546"/>
                  </a:lnTo>
                  <a:lnTo>
                    <a:pt x="4871269" y="1578546"/>
                  </a:lnTo>
                  <a:lnTo>
                    <a:pt x="4871395" y="1578546"/>
                  </a:lnTo>
                  <a:lnTo>
                    <a:pt x="4871521" y="1578546"/>
                  </a:lnTo>
                  <a:lnTo>
                    <a:pt x="4871647" y="1578546"/>
                  </a:lnTo>
                  <a:lnTo>
                    <a:pt x="4871773" y="1578546"/>
                  </a:lnTo>
                  <a:lnTo>
                    <a:pt x="4871899" y="1578546"/>
                  </a:lnTo>
                  <a:lnTo>
                    <a:pt x="4872025" y="1578546"/>
                  </a:lnTo>
                  <a:lnTo>
                    <a:pt x="4872151" y="1578546"/>
                  </a:lnTo>
                  <a:lnTo>
                    <a:pt x="4872277" y="1578546"/>
                  </a:lnTo>
                  <a:lnTo>
                    <a:pt x="4872403" y="1578546"/>
                  </a:lnTo>
                  <a:lnTo>
                    <a:pt x="4872529" y="1578546"/>
                  </a:lnTo>
                  <a:lnTo>
                    <a:pt x="4872655" y="1578546"/>
                  </a:lnTo>
                  <a:lnTo>
                    <a:pt x="4872782" y="1578546"/>
                  </a:lnTo>
                  <a:lnTo>
                    <a:pt x="4872908" y="1578546"/>
                  </a:lnTo>
                  <a:lnTo>
                    <a:pt x="4873034" y="1578546"/>
                  </a:lnTo>
                  <a:lnTo>
                    <a:pt x="4873160" y="1578546"/>
                  </a:lnTo>
                  <a:lnTo>
                    <a:pt x="4873286" y="1578546"/>
                  </a:lnTo>
                  <a:lnTo>
                    <a:pt x="4873412" y="1578546"/>
                  </a:lnTo>
                  <a:lnTo>
                    <a:pt x="4873538" y="1578546"/>
                  </a:lnTo>
                  <a:lnTo>
                    <a:pt x="4873538" y="1573267"/>
                  </a:lnTo>
                  <a:lnTo>
                    <a:pt x="4873664" y="1573267"/>
                  </a:lnTo>
                  <a:lnTo>
                    <a:pt x="4873790" y="1573267"/>
                  </a:lnTo>
                  <a:lnTo>
                    <a:pt x="4873916" y="1573267"/>
                  </a:lnTo>
                  <a:lnTo>
                    <a:pt x="4874042" y="1573267"/>
                  </a:lnTo>
                  <a:lnTo>
                    <a:pt x="4874169" y="1573267"/>
                  </a:lnTo>
                  <a:lnTo>
                    <a:pt x="4874295" y="1573267"/>
                  </a:lnTo>
                  <a:lnTo>
                    <a:pt x="4874421" y="1573267"/>
                  </a:lnTo>
                  <a:lnTo>
                    <a:pt x="4874547" y="1573267"/>
                  </a:lnTo>
                  <a:lnTo>
                    <a:pt x="4874673" y="1573267"/>
                  </a:lnTo>
                  <a:lnTo>
                    <a:pt x="4874799" y="1573267"/>
                  </a:lnTo>
                  <a:lnTo>
                    <a:pt x="4874925" y="1573267"/>
                  </a:lnTo>
                  <a:lnTo>
                    <a:pt x="4875051" y="1573267"/>
                  </a:lnTo>
                  <a:lnTo>
                    <a:pt x="4875177" y="1573267"/>
                  </a:lnTo>
                  <a:lnTo>
                    <a:pt x="4875303" y="1573267"/>
                  </a:lnTo>
                  <a:lnTo>
                    <a:pt x="4875429" y="1573267"/>
                  </a:lnTo>
                  <a:lnTo>
                    <a:pt x="4875429" y="1567988"/>
                  </a:lnTo>
                  <a:lnTo>
                    <a:pt x="4875555" y="1567988"/>
                  </a:lnTo>
                  <a:lnTo>
                    <a:pt x="4875682" y="1567988"/>
                  </a:lnTo>
                  <a:lnTo>
                    <a:pt x="4875808" y="1567988"/>
                  </a:lnTo>
                  <a:lnTo>
                    <a:pt x="4875934" y="1567988"/>
                  </a:lnTo>
                  <a:lnTo>
                    <a:pt x="4876060" y="1567988"/>
                  </a:lnTo>
                  <a:lnTo>
                    <a:pt x="4876186" y="1567988"/>
                  </a:lnTo>
                  <a:lnTo>
                    <a:pt x="4876312" y="1567988"/>
                  </a:lnTo>
                  <a:lnTo>
                    <a:pt x="4876438" y="1567988"/>
                  </a:lnTo>
                  <a:lnTo>
                    <a:pt x="4876564" y="1567988"/>
                  </a:lnTo>
                  <a:lnTo>
                    <a:pt x="4876690" y="1567988"/>
                  </a:lnTo>
                  <a:lnTo>
                    <a:pt x="4876816" y="1567988"/>
                  </a:lnTo>
                  <a:lnTo>
                    <a:pt x="4876942" y="1567988"/>
                  </a:lnTo>
                  <a:lnTo>
                    <a:pt x="4877069" y="1567988"/>
                  </a:lnTo>
                  <a:lnTo>
                    <a:pt x="4877195" y="1567988"/>
                  </a:lnTo>
                  <a:lnTo>
                    <a:pt x="4877321" y="1567988"/>
                  </a:lnTo>
                  <a:lnTo>
                    <a:pt x="4877447" y="1567988"/>
                  </a:lnTo>
                  <a:lnTo>
                    <a:pt x="4877573" y="1567988"/>
                  </a:lnTo>
                  <a:lnTo>
                    <a:pt x="4877699" y="1567988"/>
                  </a:lnTo>
                  <a:lnTo>
                    <a:pt x="4877825" y="1567988"/>
                  </a:lnTo>
                  <a:lnTo>
                    <a:pt x="4877951" y="1567988"/>
                  </a:lnTo>
                  <a:lnTo>
                    <a:pt x="4878077" y="1567988"/>
                  </a:lnTo>
                  <a:lnTo>
                    <a:pt x="4878203" y="1567988"/>
                  </a:lnTo>
                  <a:lnTo>
                    <a:pt x="4878329" y="1567988"/>
                  </a:lnTo>
                  <a:lnTo>
                    <a:pt x="4878455" y="1567988"/>
                  </a:lnTo>
                  <a:lnTo>
                    <a:pt x="4878582" y="1567988"/>
                  </a:lnTo>
                  <a:lnTo>
                    <a:pt x="4878708" y="1567988"/>
                  </a:lnTo>
                  <a:lnTo>
                    <a:pt x="4878834" y="1567988"/>
                  </a:lnTo>
                  <a:lnTo>
                    <a:pt x="4878960" y="1567988"/>
                  </a:lnTo>
                  <a:lnTo>
                    <a:pt x="4879086" y="1567988"/>
                  </a:lnTo>
                  <a:lnTo>
                    <a:pt x="4879212" y="1567988"/>
                  </a:lnTo>
                  <a:lnTo>
                    <a:pt x="4879338" y="1567988"/>
                  </a:lnTo>
                  <a:lnTo>
                    <a:pt x="4879464" y="1567988"/>
                  </a:lnTo>
                  <a:lnTo>
                    <a:pt x="4879590" y="1567988"/>
                  </a:lnTo>
                  <a:lnTo>
                    <a:pt x="4879716" y="1567988"/>
                  </a:lnTo>
                  <a:lnTo>
                    <a:pt x="4879842" y="1567988"/>
                  </a:lnTo>
                  <a:lnTo>
                    <a:pt x="4879969" y="1567988"/>
                  </a:lnTo>
                  <a:lnTo>
                    <a:pt x="4880095" y="1567988"/>
                  </a:lnTo>
                  <a:lnTo>
                    <a:pt x="4880221" y="1567988"/>
                  </a:lnTo>
                  <a:lnTo>
                    <a:pt x="4880221" y="1562708"/>
                  </a:lnTo>
                  <a:lnTo>
                    <a:pt x="4880347" y="1562708"/>
                  </a:lnTo>
                  <a:lnTo>
                    <a:pt x="4880473" y="1562708"/>
                  </a:lnTo>
                  <a:lnTo>
                    <a:pt x="4880599" y="1562708"/>
                  </a:lnTo>
                  <a:lnTo>
                    <a:pt x="4880725" y="1562708"/>
                  </a:lnTo>
                  <a:lnTo>
                    <a:pt x="4880851" y="1562708"/>
                  </a:lnTo>
                  <a:lnTo>
                    <a:pt x="4880977" y="1562708"/>
                  </a:lnTo>
                  <a:lnTo>
                    <a:pt x="4881103" y="1562708"/>
                  </a:lnTo>
                  <a:lnTo>
                    <a:pt x="4881229" y="1562708"/>
                  </a:lnTo>
                  <a:lnTo>
                    <a:pt x="4881356" y="1562708"/>
                  </a:lnTo>
                  <a:lnTo>
                    <a:pt x="4881482" y="1562708"/>
                  </a:lnTo>
                  <a:lnTo>
                    <a:pt x="4881608" y="1562708"/>
                  </a:lnTo>
                  <a:lnTo>
                    <a:pt x="4881734" y="1562708"/>
                  </a:lnTo>
                  <a:lnTo>
                    <a:pt x="4881860" y="1562708"/>
                  </a:lnTo>
                  <a:lnTo>
                    <a:pt x="4881986" y="1562708"/>
                  </a:lnTo>
                  <a:lnTo>
                    <a:pt x="4882112" y="1562708"/>
                  </a:lnTo>
                  <a:lnTo>
                    <a:pt x="4882238" y="1562708"/>
                  </a:lnTo>
                  <a:lnTo>
                    <a:pt x="4882364" y="1562708"/>
                  </a:lnTo>
                  <a:lnTo>
                    <a:pt x="4882490" y="1562708"/>
                  </a:lnTo>
                  <a:lnTo>
                    <a:pt x="4882616" y="1562708"/>
                  </a:lnTo>
                  <a:lnTo>
                    <a:pt x="4882742" y="1562708"/>
                  </a:lnTo>
                  <a:lnTo>
                    <a:pt x="4882869" y="1562708"/>
                  </a:lnTo>
                  <a:lnTo>
                    <a:pt x="4882995" y="1562708"/>
                  </a:lnTo>
                  <a:lnTo>
                    <a:pt x="4883121" y="1562708"/>
                  </a:lnTo>
                  <a:lnTo>
                    <a:pt x="4883247" y="1562708"/>
                  </a:lnTo>
                  <a:lnTo>
                    <a:pt x="4883373" y="1562708"/>
                  </a:lnTo>
                  <a:lnTo>
                    <a:pt x="4883499" y="1562708"/>
                  </a:lnTo>
                  <a:lnTo>
                    <a:pt x="4883625" y="1562708"/>
                  </a:lnTo>
                  <a:lnTo>
                    <a:pt x="4883751" y="1562708"/>
                  </a:lnTo>
                  <a:lnTo>
                    <a:pt x="4883877" y="1562708"/>
                  </a:lnTo>
                  <a:lnTo>
                    <a:pt x="4884003" y="1562708"/>
                  </a:lnTo>
                  <a:lnTo>
                    <a:pt x="4884129" y="1562708"/>
                  </a:lnTo>
                  <a:lnTo>
                    <a:pt x="4884256" y="1562708"/>
                  </a:lnTo>
                  <a:lnTo>
                    <a:pt x="4884382" y="1562708"/>
                  </a:lnTo>
                  <a:lnTo>
                    <a:pt x="4884508" y="1562708"/>
                  </a:lnTo>
                  <a:lnTo>
                    <a:pt x="4884634" y="1562708"/>
                  </a:lnTo>
                  <a:lnTo>
                    <a:pt x="4884760" y="1562708"/>
                  </a:lnTo>
                  <a:lnTo>
                    <a:pt x="4884886" y="1562708"/>
                  </a:lnTo>
                  <a:lnTo>
                    <a:pt x="4885012" y="1562708"/>
                  </a:lnTo>
                  <a:lnTo>
                    <a:pt x="4885138" y="1562708"/>
                  </a:lnTo>
                  <a:lnTo>
                    <a:pt x="4885264" y="1562708"/>
                  </a:lnTo>
                  <a:lnTo>
                    <a:pt x="4885390" y="1562708"/>
                  </a:lnTo>
                  <a:lnTo>
                    <a:pt x="4885516" y="1562708"/>
                  </a:lnTo>
                  <a:lnTo>
                    <a:pt x="4885642" y="1562708"/>
                  </a:lnTo>
                  <a:lnTo>
                    <a:pt x="4885769" y="1562708"/>
                  </a:lnTo>
                  <a:lnTo>
                    <a:pt x="4885895" y="1562708"/>
                  </a:lnTo>
                  <a:lnTo>
                    <a:pt x="4886021" y="1562708"/>
                  </a:lnTo>
                  <a:lnTo>
                    <a:pt x="4886147" y="1562708"/>
                  </a:lnTo>
                  <a:lnTo>
                    <a:pt x="4886273" y="1562708"/>
                  </a:lnTo>
                  <a:lnTo>
                    <a:pt x="4886399" y="1562708"/>
                  </a:lnTo>
                  <a:lnTo>
                    <a:pt x="4886525" y="1562708"/>
                  </a:lnTo>
                  <a:lnTo>
                    <a:pt x="4886651" y="1562708"/>
                  </a:lnTo>
                  <a:lnTo>
                    <a:pt x="4886777" y="1562708"/>
                  </a:lnTo>
                  <a:lnTo>
                    <a:pt x="4886903" y="1562708"/>
                  </a:lnTo>
                  <a:lnTo>
                    <a:pt x="4887029" y="1562708"/>
                  </a:lnTo>
                  <a:lnTo>
                    <a:pt x="4887156" y="1562708"/>
                  </a:lnTo>
                  <a:lnTo>
                    <a:pt x="4887282" y="1562708"/>
                  </a:lnTo>
                  <a:lnTo>
                    <a:pt x="4887408" y="1562708"/>
                  </a:lnTo>
                  <a:lnTo>
                    <a:pt x="4887534" y="1562708"/>
                  </a:lnTo>
                  <a:lnTo>
                    <a:pt x="4887660" y="1562708"/>
                  </a:lnTo>
                  <a:lnTo>
                    <a:pt x="4887786" y="1562708"/>
                  </a:lnTo>
                  <a:lnTo>
                    <a:pt x="4887912" y="1562708"/>
                  </a:lnTo>
                  <a:lnTo>
                    <a:pt x="4888038" y="1562708"/>
                  </a:lnTo>
                  <a:lnTo>
                    <a:pt x="4888164" y="1562708"/>
                  </a:lnTo>
                  <a:lnTo>
                    <a:pt x="4888290" y="1562708"/>
                  </a:lnTo>
                  <a:lnTo>
                    <a:pt x="4888416" y="1562708"/>
                  </a:lnTo>
                  <a:lnTo>
                    <a:pt x="4888543" y="1562708"/>
                  </a:lnTo>
                  <a:lnTo>
                    <a:pt x="4888669" y="1562708"/>
                  </a:lnTo>
                  <a:lnTo>
                    <a:pt x="4888795" y="1562708"/>
                  </a:lnTo>
                  <a:lnTo>
                    <a:pt x="4888921" y="1562708"/>
                  </a:lnTo>
                  <a:lnTo>
                    <a:pt x="4889047" y="1562708"/>
                  </a:lnTo>
                  <a:lnTo>
                    <a:pt x="4889173" y="1562708"/>
                  </a:lnTo>
                  <a:lnTo>
                    <a:pt x="4889299" y="1562708"/>
                  </a:lnTo>
                  <a:lnTo>
                    <a:pt x="4889425" y="1562708"/>
                  </a:lnTo>
                  <a:lnTo>
                    <a:pt x="4889551" y="1562708"/>
                  </a:lnTo>
                  <a:lnTo>
                    <a:pt x="4889677" y="1562708"/>
                  </a:lnTo>
                  <a:lnTo>
                    <a:pt x="4889803" y="1562708"/>
                  </a:lnTo>
                  <a:lnTo>
                    <a:pt x="4889929" y="1562708"/>
                  </a:lnTo>
                  <a:lnTo>
                    <a:pt x="4890056" y="1562708"/>
                  </a:lnTo>
                  <a:lnTo>
                    <a:pt x="4890182" y="1562708"/>
                  </a:lnTo>
                  <a:lnTo>
                    <a:pt x="4890308" y="1562708"/>
                  </a:lnTo>
                  <a:lnTo>
                    <a:pt x="4890434" y="1562708"/>
                  </a:lnTo>
                  <a:lnTo>
                    <a:pt x="4890560" y="1562708"/>
                  </a:lnTo>
                  <a:lnTo>
                    <a:pt x="4890686" y="1562708"/>
                  </a:lnTo>
                  <a:lnTo>
                    <a:pt x="4890812" y="1562708"/>
                  </a:lnTo>
                  <a:lnTo>
                    <a:pt x="4890938" y="1562708"/>
                  </a:lnTo>
                  <a:lnTo>
                    <a:pt x="4891064" y="1562708"/>
                  </a:lnTo>
                  <a:lnTo>
                    <a:pt x="4891190" y="1562708"/>
                  </a:lnTo>
                  <a:lnTo>
                    <a:pt x="4891316" y="1562708"/>
                  </a:lnTo>
                  <a:lnTo>
                    <a:pt x="4891443" y="1562708"/>
                  </a:lnTo>
                  <a:lnTo>
                    <a:pt x="4891569" y="1562708"/>
                  </a:lnTo>
                  <a:lnTo>
                    <a:pt x="4891695" y="1562708"/>
                  </a:lnTo>
                  <a:lnTo>
                    <a:pt x="4891821" y="1562708"/>
                  </a:lnTo>
                  <a:lnTo>
                    <a:pt x="4891947" y="1562708"/>
                  </a:lnTo>
                  <a:lnTo>
                    <a:pt x="4892073" y="1562708"/>
                  </a:lnTo>
                  <a:lnTo>
                    <a:pt x="4892199" y="1562708"/>
                  </a:lnTo>
                  <a:lnTo>
                    <a:pt x="4892325" y="1562708"/>
                  </a:lnTo>
                  <a:lnTo>
                    <a:pt x="4892451" y="1562708"/>
                  </a:lnTo>
                  <a:lnTo>
                    <a:pt x="4892577" y="1562708"/>
                  </a:lnTo>
                  <a:lnTo>
                    <a:pt x="4892703" y="1562708"/>
                  </a:lnTo>
                  <a:lnTo>
                    <a:pt x="4892829" y="1562708"/>
                  </a:lnTo>
                  <a:lnTo>
                    <a:pt x="4892956" y="1562708"/>
                  </a:lnTo>
                  <a:lnTo>
                    <a:pt x="4893082" y="1562708"/>
                  </a:lnTo>
                  <a:lnTo>
                    <a:pt x="4893208" y="1562708"/>
                  </a:lnTo>
                  <a:lnTo>
                    <a:pt x="4893334" y="1562708"/>
                  </a:lnTo>
                  <a:lnTo>
                    <a:pt x="4893460" y="1562708"/>
                  </a:lnTo>
                  <a:lnTo>
                    <a:pt x="4893586" y="1562708"/>
                  </a:lnTo>
                  <a:lnTo>
                    <a:pt x="4893712" y="1562708"/>
                  </a:lnTo>
                  <a:lnTo>
                    <a:pt x="4893838" y="1562708"/>
                  </a:lnTo>
                  <a:lnTo>
                    <a:pt x="4893964" y="1562708"/>
                  </a:lnTo>
                  <a:lnTo>
                    <a:pt x="4894090" y="1562708"/>
                  </a:lnTo>
                  <a:lnTo>
                    <a:pt x="4894216" y="1562708"/>
                  </a:lnTo>
                  <a:lnTo>
                    <a:pt x="4894343" y="1562708"/>
                  </a:lnTo>
                  <a:lnTo>
                    <a:pt x="4894469" y="1562708"/>
                  </a:lnTo>
                  <a:lnTo>
                    <a:pt x="4894595" y="1562708"/>
                  </a:lnTo>
                  <a:lnTo>
                    <a:pt x="4894721" y="1562708"/>
                  </a:lnTo>
                  <a:lnTo>
                    <a:pt x="4894847" y="1562708"/>
                  </a:lnTo>
                  <a:lnTo>
                    <a:pt x="4894973" y="1562708"/>
                  </a:lnTo>
                  <a:lnTo>
                    <a:pt x="4895099" y="1562708"/>
                  </a:lnTo>
                  <a:lnTo>
                    <a:pt x="4895225" y="1562708"/>
                  </a:lnTo>
                  <a:lnTo>
                    <a:pt x="4895351" y="1562708"/>
                  </a:lnTo>
                  <a:lnTo>
                    <a:pt x="4895477" y="1562708"/>
                  </a:lnTo>
                  <a:lnTo>
                    <a:pt x="4895603" y="1562708"/>
                  </a:lnTo>
                  <a:lnTo>
                    <a:pt x="4895730" y="1562708"/>
                  </a:lnTo>
                  <a:lnTo>
                    <a:pt x="4895856" y="1562708"/>
                  </a:lnTo>
                  <a:lnTo>
                    <a:pt x="4895982" y="1562708"/>
                  </a:lnTo>
                  <a:lnTo>
                    <a:pt x="4896108" y="1562708"/>
                  </a:lnTo>
                  <a:lnTo>
                    <a:pt x="4896234" y="1562708"/>
                  </a:lnTo>
                  <a:lnTo>
                    <a:pt x="4896360" y="1562708"/>
                  </a:lnTo>
                  <a:lnTo>
                    <a:pt x="4896486" y="1562708"/>
                  </a:lnTo>
                  <a:lnTo>
                    <a:pt x="4896612" y="1562708"/>
                  </a:lnTo>
                  <a:lnTo>
                    <a:pt x="4896738" y="1562708"/>
                  </a:lnTo>
                  <a:lnTo>
                    <a:pt x="4896864" y="1562708"/>
                  </a:lnTo>
                  <a:lnTo>
                    <a:pt x="4896990" y="1562708"/>
                  </a:lnTo>
                  <a:lnTo>
                    <a:pt x="4897116" y="1562708"/>
                  </a:lnTo>
                  <a:lnTo>
                    <a:pt x="4897243" y="1562708"/>
                  </a:lnTo>
                  <a:lnTo>
                    <a:pt x="4897369" y="1562708"/>
                  </a:lnTo>
                  <a:lnTo>
                    <a:pt x="4897495" y="1562708"/>
                  </a:lnTo>
                  <a:lnTo>
                    <a:pt x="4897621" y="1562708"/>
                  </a:lnTo>
                  <a:lnTo>
                    <a:pt x="4897747" y="1562708"/>
                  </a:lnTo>
                  <a:lnTo>
                    <a:pt x="4897873" y="1562708"/>
                  </a:lnTo>
                  <a:lnTo>
                    <a:pt x="4897999" y="1562708"/>
                  </a:lnTo>
                  <a:lnTo>
                    <a:pt x="4898125" y="1562708"/>
                  </a:lnTo>
                  <a:lnTo>
                    <a:pt x="4898251" y="1562708"/>
                  </a:lnTo>
                  <a:lnTo>
                    <a:pt x="4898377" y="1562708"/>
                  </a:lnTo>
                  <a:lnTo>
                    <a:pt x="4898503" y="1562708"/>
                  </a:lnTo>
                  <a:lnTo>
                    <a:pt x="4898630" y="1562708"/>
                  </a:lnTo>
                  <a:lnTo>
                    <a:pt x="4898756" y="1562708"/>
                  </a:lnTo>
                  <a:lnTo>
                    <a:pt x="4898882" y="1562708"/>
                  </a:lnTo>
                  <a:lnTo>
                    <a:pt x="4899008" y="1562708"/>
                  </a:lnTo>
                  <a:lnTo>
                    <a:pt x="4899134" y="1562708"/>
                  </a:lnTo>
                  <a:lnTo>
                    <a:pt x="4899260" y="1562708"/>
                  </a:lnTo>
                  <a:lnTo>
                    <a:pt x="4899386" y="1562708"/>
                  </a:lnTo>
                  <a:lnTo>
                    <a:pt x="4899512" y="1562708"/>
                  </a:lnTo>
                  <a:lnTo>
                    <a:pt x="4899638" y="1562708"/>
                  </a:lnTo>
                  <a:lnTo>
                    <a:pt x="4899638" y="1557429"/>
                  </a:lnTo>
                  <a:lnTo>
                    <a:pt x="4899764" y="1557429"/>
                  </a:lnTo>
                  <a:lnTo>
                    <a:pt x="4899890" y="1557429"/>
                  </a:lnTo>
                  <a:lnTo>
                    <a:pt x="4900016" y="1557429"/>
                  </a:lnTo>
                  <a:lnTo>
                    <a:pt x="4900143" y="1557429"/>
                  </a:lnTo>
                  <a:lnTo>
                    <a:pt x="4900269" y="1557429"/>
                  </a:lnTo>
                  <a:lnTo>
                    <a:pt x="4900269" y="1552149"/>
                  </a:lnTo>
                  <a:lnTo>
                    <a:pt x="4900395" y="1552149"/>
                  </a:lnTo>
                  <a:lnTo>
                    <a:pt x="4900521" y="1552149"/>
                  </a:lnTo>
                  <a:lnTo>
                    <a:pt x="4900647" y="1552149"/>
                  </a:lnTo>
                  <a:lnTo>
                    <a:pt x="4900773" y="1552149"/>
                  </a:lnTo>
                  <a:lnTo>
                    <a:pt x="4900899" y="1552149"/>
                  </a:lnTo>
                  <a:lnTo>
                    <a:pt x="4901025" y="1552149"/>
                  </a:lnTo>
                  <a:lnTo>
                    <a:pt x="4901151" y="1552149"/>
                  </a:lnTo>
                  <a:lnTo>
                    <a:pt x="4901277" y="1552149"/>
                  </a:lnTo>
                  <a:lnTo>
                    <a:pt x="4901403" y="1552149"/>
                  </a:lnTo>
                  <a:lnTo>
                    <a:pt x="4901403" y="1546870"/>
                  </a:lnTo>
                  <a:lnTo>
                    <a:pt x="4901530" y="1546870"/>
                  </a:lnTo>
                  <a:lnTo>
                    <a:pt x="4901656" y="1546870"/>
                  </a:lnTo>
                  <a:lnTo>
                    <a:pt x="4901782" y="1546870"/>
                  </a:lnTo>
                  <a:lnTo>
                    <a:pt x="4901908" y="1546870"/>
                  </a:lnTo>
                  <a:lnTo>
                    <a:pt x="4902034" y="1546870"/>
                  </a:lnTo>
                  <a:lnTo>
                    <a:pt x="4902160" y="1546870"/>
                  </a:lnTo>
                  <a:lnTo>
                    <a:pt x="4902286" y="1546870"/>
                  </a:lnTo>
                  <a:lnTo>
                    <a:pt x="4902412" y="1546870"/>
                  </a:lnTo>
                  <a:lnTo>
                    <a:pt x="4902538" y="1546870"/>
                  </a:lnTo>
                  <a:lnTo>
                    <a:pt x="4902664" y="1546870"/>
                  </a:lnTo>
                  <a:lnTo>
                    <a:pt x="4902790" y="1546870"/>
                  </a:lnTo>
                  <a:lnTo>
                    <a:pt x="4902916" y="1546870"/>
                  </a:lnTo>
                  <a:lnTo>
                    <a:pt x="4903043" y="1546870"/>
                  </a:lnTo>
                  <a:lnTo>
                    <a:pt x="4903169" y="1546870"/>
                  </a:lnTo>
                  <a:lnTo>
                    <a:pt x="4903295" y="1546870"/>
                  </a:lnTo>
                  <a:lnTo>
                    <a:pt x="4903421" y="1546870"/>
                  </a:lnTo>
                  <a:lnTo>
                    <a:pt x="4903547" y="1546870"/>
                  </a:lnTo>
                  <a:lnTo>
                    <a:pt x="4903673" y="1546870"/>
                  </a:lnTo>
                  <a:lnTo>
                    <a:pt x="4903799" y="1546870"/>
                  </a:lnTo>
                  <a:lnTo>
                    <a:pt x="4903925" y="1546870"/>
                  </a:lnTo>
                  <a:lnTo>
                    <a:pt x="4904051" y="1546870"/>
                  </a:lnTo>
                  <a:lnTo>
                    <a:pt x="4904177" y="1546870"/>
                  </a:lnTo>
                  <a:lnTo>
                    <a:pt x="4904303" y="1546870"/>
                  </a:lnTo>
                  <a:lnTo>
                    <a:pt x="4904430" y="1546870"/>
                  </a:lnTo>
                  <a:lnTo>
                    <a:pt x="4904556" y="1546870"/>
                  </a:lnTo>
                  <a:lnTo>
                    <a:pt x="4904682" y="1546870"/>
                  </a:lnTo>
                  <a:lnTo>
                    <a:pt x="4904808" y="1546870"/>
                  </a:lnTo>
                  <a:lnTo>
                    <a:pt x="4904934" y="1546870"/>
                  </a:lnTo>
                  <a:lnTo>
                    <a:pt x="4905060" y="1546870"/>
                  </a:lnTo>
                  <a:lnTo>
                    <a:pt x="4905186" y="1546870"/>
                  </a:lnTo>
                  <a:lnTo>
                    <a:pt x="4905312" y="1546870"/>
                  </a:lnTo>
                  <a:lnTo>
                    <a:pt x="4905438" y="1546870"/>
                  </a:lnTo>
                  <a:lnTo>
                    <a:pt x="4905564" y="1546870"/>
                  </a:lnTo>
                  <a:lnTo>
                    <a:pt x="4905690" y="1546870"/>
                  </a:lnTo>
                  <a:lnTo>
                    <a:pt x="4905817" y="1546870"/>
                  </a:lnTo>
                  <a:lnTo>
                    <a:pt x="4905943" y="1546870"/>
                  </a:lnTo>
                  <a:lnTo>
                    <a:pt x="4906069" y="1546870"/>
                  </a:lnTo>
                  <a:lnTo>
                    <a:pt x="4906195" y="1546870"/>
                  </a:lnTo>
                  <a:lnTo>
                    <a:pt x="4906321" y="1546870"/>
                  </a:lnTo>
                  <a:lnTo>
                    <a:pt x="4906447" y="1546870"/>
                  </a:lnTo>
                  <a:lnTo>
                    <a:pt x="4906573" y="1546870"/>
                  </a:lnTo>
                  <a:lnTo>
                    <a:pt x="4906699" y="1546870"/>
                  </a:lnTo>
                  <a:lnTo>
                    <a:pt x="4906699" y="1541591"/>
                  </a:lnTo>
                  <a:lnTo>
                    <a:pt x="4906825" y="1541591"/>
                  </a:lnTo>
                  <a:lnTo>
                    <a:pt x="4906951" y="1541591"/>
                  </a:lnTo>
                  <a:lnTo>
                    <a:pt x="4907077" y="1541591"/>
                  </a:lnTo>
                  <a:lnTo>
                    <a:pt x="4907203" y="1541591"/>
                  </a:lnTo>
                  <a:lnTo>
                    <a:pt x="4907330" y="1541591"/>
                  </a:lnTo>
                  <a:lnTo>
                    <a:pt x="4907456" y="1541591"/>
                  </a:lnTo>
                  <a:lnTo>
                    <a:pt x="4907456" y="1536311"/>
                  </a:lnTo>
                  <a:lnTo>
                    <a:pt x="4907582" y="1536311"/>
                  </a:lnTo>
                  <a:lnTo>
                    <a:pt x="4907708" y="1536311"/>
                  </a:lnTo>
                  <a:lnTo>
                    <a:pt x="4907834" y="1536311"/>
                  </a:lnTo>
                  <a:lnTo>
                    <a:pt x="4907960" y="1536311"/>
                  </a:lnTo>
                  <a:lnTo>
                    <a:pt x="4908086" y="1536311"/>
                  </a:lnTo>
                  <a:lnTo>
                    <a:pt x="4908212" y="1536311"/>
                  </a:lnTo>
                  <a:lnTo>
                    <a:pt x="4908338" y="1536311"/>
                  </a:lnTo>
                  <a:lnTo>
                    <a:pt x="4908464" y="1536311"/>
                  </a:lnTo>
                  <a:lnTo>
                    <a:pt x="4908590" y="1536311"/>
                  </a:lnTo>
                  <a:lnTo>
                    <a:pt x="4908717" y="1536311"/>
                  </a:lnTo>
                  <a:lnTo>
                    <a:pt x="4908843" y="1536311"/>
                  </a:lnTo>
                  <a:lnTo>
                    <a:pt x="4908969" y="1536311"/>
                  </a:lnTo>
                  <a:lnTo>
                    <a:pt x="4909095" y="1536311"/>
                  </a:lnTo>
                  <a:lnTo>
                    <a:pt x="4909221" y="1536311"/>
                  </a:lnTo>
                  <a:lnTo>
                    <a:pt x="4909347" y="1536311"/>
                  </a:lnTo>
                  <a:lnTo>
                    <a:pt x="4909473" y="1536311"/>
                  </a:lnTo>
                  <a:lnTo>
                    <a:pt x="4909599" y="1536311"/>
                  </a:lnTo>
                  <a:lnTo>
                    <a:pt x="4909725" y="1536311"/>
                  </a:lnTo>
                  <a:lnTo>
                    <a:pt x="4909851" y="1536311"/>
                  </a:lnTo>
                  <a:lnTo>
                    <a:pt x="4909977" y="1536311"/>
                  </a:lnTo>
                  <a:lnTo>
                    <a:pt x="4910103" y="1536311"/>
                  </a:lnTo>
                  <a:lnTo>
                    <a:pt x="4910230" y="1536311"/>
                  </a:lnTo>
                  <a:lnTo>
                    <a:pt x="4910356" y="1536311"/>
                  </a:lnTo>
                  <a:lnTo>
                    <a:pt x="4910482" y="1536311"/>
                  </a:lnTo>
                  <a:lnTo>
                    <a:pt x="4910608" y="1536311"/>
                  </a:lnTo>
                  <a:lnTo>
                    <a:pt x="4910734" y="1536311"/>
                  </a:lnTo>
                  <a:lnTo>
                    <a:pt x="4910860" y="1536311"/>
                  </a:lnTo>
                  <a:lnTo>
                    <a:pt x="4910986" y="1536311"/>
                  </a:lnTo>
                  <a:lnTo>
                    <a:pt x="4911112" y="1536311"/>
                  </a:lnTo>
                  <a:lnTo>
                    <a:pt x="4911238" y="1536311"/>
                  </a:lnTo>
                  <a:lnTo>
                    <a:pt x="4911364" y="1536311"/>
                  </a:lnTo>
                  <a:lnTo>
                    <a:pt x="4911490" y="1536311"/>
                  </a:lnTo>
                  <a:lnTo>
                    <a:pt x="4911617" y="1536311"/>
                  </a:lnTo>
                  <a:lnTo>
                    <a:pt x="4911743" y="1536311"/>
                  </a:lnTo>
                  <a:lnTo>
                    <a:pt x="4911869" y="1536311"/>
                  </a:lnTo>
                  <a:lnTo>
                    <a:pt x="4911995" y="1536311"/>
                  </a:lnTo>
                  <a:lnTo>
                    <a:pt x="4912121" y="1536311"/>
                  </a:lnTo>
                  <a:lnTo>
                    <a:pt x="4912247" y="1536311"/>
                  </a:lnTo>
                  <a:lnTo>
                    <a:pt x="4912373" y="1536311"/>
                  </a:lnTo>
                  <a:lnTo>
                    <a:pt x="4912499" y="1536311"/>
                  </a:lnTo>
                  <a:lnTo>
                    <a:pt x="4912625" y="1536311"/>
                  </a:lnTo>
                  <a:lnTo>
                    <a:pt x="4912751" y="1536311"/>
                  </a:lnTo>
                  <a:lnTo>
                    <a:pt x="4912877" y="1536311"/>
                  </a:lnTo>
                  <a:lnTo>
                    <a:pt x="4913004" y="1536311"/>
                  </a:lnTo>
                  <a:lnTo>
                    <a:pt x="4913130" y="1536311"/>
                  </a:lnTo>
                  <a:lnTo>
                    <a:pt x="4913256" y="1536311"/>
                  </a:lnTo>
                  <a:lnTo>
                    <a:pt x="4913382" y="1536311"/>
                  </a:lnTo>
                  <a:lnTo>
                    <a:pt x="4913382" y="1531032"/>
                  </a:lnTo>
                  <a:lnTo>
                    <a:pt x="4913508" y="1531032"/>
                  </a:lnTo>
                  <a:lnTo>
                    <a:pt x="4913634" y="1531032"/>
                  </a:lnTo>
                  <a:lnTo>
                    <a:pt x="4913760" y="1531032"/>
                  </a:lnTo>
                  <a:lnTo>
                    <a:pt x="4913886" y="1531032"/>
                  </a:lnTo>
                  <a:lnTo>
                    <a:pt x="4914012" y="1531032"/>
                  </a:lnTo>
                  <a:lnTo>
                    <a:pt x="4914138" y="1531032"/>
                  </a:lnTo>
                  <a:lnTo>
                    <a:pt x="4914264" y="1531032"/>
                  </a:lnTo>
                  <a:lnTo>
                    <a:pt x="4914390" y="1531032"/>
                  </a:lnTo>
                  <a:lnTo>
                    <a:pt x="4914517" y="1531032"/>
                  </a:lnTo>
                  <a:lnTo>
                    <a:pt x="4914643" y="1531032"/>
                  </a:lnTo>
                  <a:lnTo>
                    <a:pt x="4914769" y="1531032"/>
                  </a:lnTo>
                  <a:lnTo>
                    <a:pt x="4914895" y="1531032"/>
                  </a:lnTo>
                  <a:lnTo>
                    <a:pt x="4915021" y="1531032"/>
                  </a:lnTo>
                  <a:lnTo>
                    <a:pt x="4915147" y="1531032"/>
                  </a:lnTo>
                  <a:lnTo>
                    <a:pt x="4915273" y="1531032"/>
                  </a:lnTo>
                  <a:lnTo>
                    <a:pt x="4915399" y="1531032"/>
                  </a:lnTo>
                  <a:lnTo>
                    <a:pt x="4915525" y="1531032"/>
                  </a:lnTo>
                  <a:lnTo>
                    <a:pt x="4915651" y="1531032"/>
                  </a:lnTo>
                  <a:lnTo>
                    <a:pt x="4915777" y="1531032"/>
                  </a:lnTo>
                  <a:lnTo>
                    <a:pt x="4915904" y="1531032"/>
                  </a:lnTo>
                  <a:lnTo>
                    <a:pt x="4916030" y="1531032"/>
                  </a:lnTo>
                  <a:lnTo>
                    <a:pt x="4916156" y="1531032"/>
                  </a:lnTo>
                  <a:lnTo>
                    <a:pt x="4916282" y="1531032"/>
                  </a:lnTo>
                  <a:lnTo>
                    <a:pt x="4916408" y="1531032"/>
                  </a:lnTo>
                  <a:lnTo>
                    <a:pt x="4916534" y="1531032"/>
                  </a:lnTo>
                  <a:lnTo>
                    <a:pt x="4916660" y="1531032"/>
                  </a:lnTo>
                  <a:lnTo>
                    <a:pt x="4916786" y="1531032"/>
                  </a:lnTo>
                  <a:lnTo>
                    <a:pt x="4916912" y="1531032"/>
                  </a:lnTo>
                  <a:lnTo>
                    <a:pt x="4917038" y="1531032"/>
                  </a:lnTo>
                  <a:lnTo>
                    <a:pt x="4917164" y="1531032"/>
                  </a:lnTo>
                  <a:lnTo>
                    <a:pt x="4917290" y="1531032"/>
                  </a:lnTo>
                  <a:lnTo>
                    <a:pt x="4917417" y="1531032"/>
                  </a:lnTo>
                  <a:lnTo>
                    <a:pt x="4917543" y="1531032"/>
                  </a:lnTo>
                  <a:lnTo>
                    <a:pt x="4917669" y="1531032"/>
                  </a:lnTo>
                  <a:lnTo>
                    <a:pt x="4917795" y="1531032"/>
                  </a:lnTo>
                  <a:lnTo>
                    <a:pt x="4917921" y="1531032"/>
                  </a:lnTo>
                  <a:lnTo>
                    <a:pt x="4918047" y="1531032"/>
                  </a:lnTo>
                  <a:lnTo>
                    <a:pt x="4918173" y="1531032"/>
                  </a:lnTo>
                  <a:lnTo>
                    <a:pt x="4918299" y="1531032"/>
                  </a:lnTo>
                  <a:lnTo>
                    <a:pt x="4918425" y="1531032"/>
                  </a:lnTo>
                  <a:lnTo>
                    <a:pt x="4918551" y="1531032"/>
                  </a:lnTo>
                  <a:lnTo>
                    <a:pt x="4918677" y="1531032"/>
                  </a:lnTo>
                  <a:lnTo>
                    <a:pt x="4918804" y="1531032"/>
                  </a:lnTo>
                  <a:lnTo>
                    <a:pt x="4918930" y="1531032"/>
                  </a:lnTo>
                  <a:lnTo>
                    <a:pt x="4919056" y="1531032"/>
                  </a:lnTo>
                  <a:lnTo>
                    <a:pt x="4919182" y="1531032"/>
                  </a:lnTo>
                  <a:lnTo>
                    <a:pt x="4919308" y="1531032"/>
                  </a:lnTo>
                  <a:lnTo>
                    <a:pt x="4919434" y="1531032"/>
                  </a:lnTo>
                  <a:lnTo>
                    <a:pt x="4919560" y="1531032"/>
                  </a:lnTo>
                  <a:lnTo>
                    <a:pt x="4919686" y="1531032"/>
                  </a:lnTo>
                  <a:lnTo>
                    <a:pt x="4919812" y="1531032"/>
                  </a:lnTo>
                  <a:lnTo>
                    <a:pt x="4919938" y="1531032"/>
                  </a:lnTo>
                  <a:lnTo>
                    <a:pt x="4920064" y="1531032"/>
                  </a:lnTo>
                  <a:lnTo>
                    <a:pt x="4920190" y="1531032"/>
                  </a:lnTo>
                  <a:lnTo>
                    <a:pt x="4920317" y="1531032"/>
                  </a:lnTo>
                  <a:lnTo>
                    <a:pt x="4920443" y="1531032"/>
                  </a:lnTo>
                  <a:lnTo>
                    <a:pt x="4920569" y="1531032"/>
                  </a:lnTo>
                  <a:lnTo>
                    <a:pt x="4920695" y="1531032"/>
                  </a:lnTo>
                  <a:lnTo>
                    <a:pt x="4920821" y="1531032"/>
                  </a:lnTo>
                  <a:lnTo>
                    <a:pt x="4920947" y="1531032"/>
                  </a:lnTo>
                  <a:lnTo>
                    <a:pt x="4921073" y="1531032"/>
                  </a:lnTo>
                  <a:lnTo>
                    <a:pt x="4921199" y="1531032"/>
                  </a:lnTo>
                  <a:lnTo>
                    <a:pt x="4921325" y="1531032"/>
                  </a:lnTo>
                  <a:lnTo>
                    <a:pt x="4921451" y="1531032"/>
                  </a:lnTo>
                  <a:lnTo>
                    <a:pt x="4921577" y="1531032"/>
                  </a:lnTo>
                  <a:lnTo>
                    <a:pt x="4921704" y="1531032"/>
                  </a:lnTo>
                  <a:lnTo>
                    <a:pt x="4921830" y="1531032"/>
                  </a:lnTo>
                  <a:lnTo>
                    <a:pt x="4921956" y="1531032"/>
                  </a:lnTo>
                  <a:lnTo>
                    <a:pt x="4922082" y="1531032"/>
                  </a:lnTo>
                  <a:lnTo>
                    <a:pt x="4922208" y="1531032"/>
                  </a:lnTo>
                  <a:lnTo>
                    <a:pt x="4922334" y="1531032"/>
                  </a:lnTo>
                  <a:lnTo>
                    <a:pt x="4922460" y="1531032"/>
                  </a:lnTo>
                  <a:lnTo>
                    <a:pt x="4922586" y="1531032"/>
                  </a:lnTo>
                  <a:lnTo>
                    <a:pt x="4922712" y="1531032"/>
                  </a:lnTo>
                  <a:lnTo>
                    <a:pt x="4922838" y="1531032"/>
                  </a:lnTo>
                  <a:lnTo>
                    <a:pt x="4922964" y="1531032"/>
                  </a:lnTo>
                  <a:lnTo>
                    <a:pt x="4923091" y="1531032"/>
                  </a:lnTo>
                  <a:lnTo>
                    <a:pt x="4923217" y="1531032"/>
                  </a:lnTo>
                  <a:lnTo>
                    <a:pt x="4923343" y="1531032"/>
                  </a:lnTo>
                  <a:lnTo>
                    <a:pt x="4923469" y="1531032"/>
                  </a:lnTo>
                  <a:lnTo>
                    <a:pt x="4923595" y="1531032"/>
                  </a:lnTo>
                  <a:lnTo>
                    <a:pt x="4923721" y="1531032"/>
                  </a:lnTo>
                  <a:lnTo>
                    <a:pt x="4923847" y="1531032"/>
                  </a:lnTo>
                  <a:lnTo>
                    <a:pt x="4923973" y="1531032"/>
                  </a:lnTo>
                  <a:lnTo>
                    <a:pt x="4923973" y="1525752"/>
                  </a:lnTo>
                  <a:lnTo>
                    <a:pt x="4924099" y="1525752"/>
                  </a:lnTo>
                  <a:lnTo>
                    <a:pt x="4924099" y="1520473"/>
                  </a:lnTo>
                  <a:lnTo>
                    <a:pt x="4924225" y="1520473"/>
                  </a:lnTo>
                  <a:lnTo>
                    <a:pt x="4924351" y="1520473"/>
                  </a:lnTo>
                  <a:lnTo>
                    <a:pt x="4924477" y="1520473"/>
                  </a:lnTo>
                  <a:lnTo>
                    <a:pt x="4924604" y="1520473"/>
                  </a:lnTo>
                  <a:lnTo>
                    <a:pt x="4924730" y="1520473"/>
                  </a:lnTo>
                  <a:lnTo>
                    <a:pt x="4924856" y="1520473"/>
                  </a:lnTo>
                  <a:lnTo>
                    <a:pt x="4924982" y="1520473"/>
                  </a:lnTo>
                  <a:lnTo>
                    <a:pt x="4925108" y="1520473"/>
                  </a:lnTo>
                  <a:lnTo>
                    <a:pt x="4925234" y="1520473"/>
                  </a:lnTo>
                  <a:lnTo>
                    <a:pt x="4925360" y="1520473"/>
                  </a:lnTo>
                  <a:lnTo>
                    <a:pt x="4925486" y="1520473"/>
                  </a:lnTo>
                  <a:lnTo>
                    <a:pt x="4925612" y="1520473"/>
                  </a:lnTo>
                  <a:lnTo>
                    <a:pt x="4925738" y="1520473"/>
                  </a:lnTo>
                  <a:lnTo>
                    <a:pt x="4925864" y="1520473"/>
                  </a:lnTo>
                  <a:lnTo>
                    <a:pt x="4925991" y="1520473"/>
                  </a:lnTo>
                  <a:lnTo>
                    <a:pt x="4926117" y="1520473"/>
                  </a:lnTo>
                  <a:lnTo>
                    <a:pt x="4926243" y="1520473"/>
                  </a:lnTo>
                  <a:lnTo>
                    <a:pt x="4926369" y="1520473"/>
                  </a:lnTo>
                  <a:lnTo>
                    <a:pt x="4926495" y="1520473"/>
                  </a:lnTo>
                  <a:lnTo>
                    <a:pt x="4926621" y="1520473"/>
                  </a:lnTo>
                  <a:lnTo>
                    <a:pt x="4926747" y="1520473"/>
                  </a:lnTo>
                  <a:lnTo>
                    <a:pt x="4926873" y="1520473"/>
                  </a:lnTo>
                  <a:lnTo>
                    <a:pt x="4926999" y="1520473"/>
                  </a:lnTo>
                  <a:lnTo>
                    <a:pt x="4927125" y="1520473"/>
                  </a:lnTo>
                  <a:lnTo>
                    <a:pt x="4927251" y="1520473"/>
                  </a:lnTo>
                  <a:lnTo>
                    <a:pt x="4927377" y="1520473"/>
                  </a:lnTo>
                  <a:lnTo>
                    <a:pt x="4927504" y="1520473"/>
                  </a:lnTo>
                  <a:lnTo>
                    <a:pt x="4927630" y="1520473"/>
                  </a:lnTo>
                  <a:lnTo>
                    <a:pt x="4927756" y="1520473"/>
                  </a:lnTo>
                  <a:lnTo>
                    <a:pt x="4927882" y="1520473"/>
                  </a:lnTo>
                  <a:lnTo>
                    <a:pt x="4928008" y="1520473"/>
                  </a:lnTo>
                  <a:lnTo>
                    <a:pt x="4928134" y="1520473"/>
                  </a:lnTo>
                  <a:lnTo>
                    <a:pt x="4928260" y="1520473"/>
                  </a:lnTo>
                  <a:lnTo>
                    <a:pt x="4928386" y="1520473"/>
                  </a:lnTo>
                  <a:lnTo>
                    <a:pt x="4928512" y="1520473"/>
                  </a:lnTo>
                  <a:lnTo>
                    <a:pt x="4928638" y="1520473"/>
                  </a:lnTo>
                  <a:lnTo>
                    <a:pt x="4928764" y="1520473"/>
                  </a:lnTo>
                  <a:lnTo>
                    <a:pt x="4928764" y="1515193"/>
                  </a:lnTo>
                  <a:lnTo>
                    <a:pt x="4928891" y="1515193"/>
                  </a:lnTo>
                  <a:lnTo>
                    <a:pt x="4929017" y="1515193"/>
                  </a:lnTo>
                  <a:lnTo>
                    <a:pt x="4929143" y="1515193"/>
                  </a:lnTo>
                  <a:lnTo>
                    <a:pt x="4929269" y="1515193"/>
                  </a:lnTo>
                  <a:lnTo>
                    <a:pt x="4929395" y="1515193"/>
                  </a:lnTo>
                  <a:lnTo>
                    <a:pt x="4929521" y="1515193"/>
                  </a:lnTo>
                  <a:lnTo>
                    <a:pt x="4929647" y="1515193"/>
                  </a:lnTo>
                  <a:lnTo>
                    <a:pt x="4929773" y="1515193"/>
                  </a:lnTo>
                  <a:lnTo>
                    <a:pt x="4929899" y="1515193"/>
                  </a:lnTo>
                  <a:lnTo>
                    <a:pt x="4930025" y="1515193"/>
                  </a:lnTo>
                  <a:lnTo>
                    <a:pt x="4930151" y="1515193"/>
                  </a:lnTo>
                  <a:lnTo>
                    <a:pt x="4930278" y="1515193"/>
                  </a:lnTo>
                  <a:lnTo>
                    <a:pt x="4930404" y="1515193"/>
                  </a:lnTo>
                  <a:lnTo>
                    <a:pt x="4930530" y="1515193"/>
                  </a:lnTo>
                  <a:lnTo>
                    <a:pt x="4930656" y="1515193"/>
                  </a:lnTo>
                  <a:lnTo>
                    <a:pt x="4930782" y="1515193"/>
                  </a:lnTo>
                  <a:lnTo>
                    <a:pt x="4930908" y="1515193"/>
                  </a:lnTo>
                  <a:lnTo>
                    <a:pt x="4931034" y="1515193"/>
                  </a:lnTo>
                  <a:lnTo>
                    <a:pt x="4931160" y="1515193"/>
                  </a:lnTo>
                  <a:lnTo>
                    <a:pt x="4931286" y="1515193"/>
                  </a:lnTo>
                  <a:lnTo>
                    <a:pt x="4931412" y="1515193"/>
                  </a:lnTo>
                  <a:lnTo>
                    <a:pt x="4931538" y="1515193"/>
                  </a:lnTo>
                  <a:lnTo>
                    <a:pt x="4931664" y="1515193"/>
                  </a:lnTo>
                  <a:lnTo>
                    <a:pt x="4931791" y="1515193"/>
                  </a:lnTo>
                  <a:lnTo>
                    <a:pt x="4931917" y="1515193"/>
                  </a:lnTo>
                  <a:lnTo>
                    <a:pt x="4932043" y="1515193"/>
                  </a:lnTo>
                  <a:lnTo>
                    <a:pt x="4932169" y="1515193"/>
                  </a:lnTo>
                  <a:lnTo>
                    <a:pt x="4932295" y="1515193"/>
                  </a:lnTo>
                  <a:lnTo>
                    <a:pt x="4932421" y="1515193"/>
                  </a:lnTo>
                  <a:lnTo>
                    <a:pt x="4932421" y="1509914"/>
                  </a:lnTo>
                  <a:lnTo>
                    <a:pt x="4932547" y="1509914"/>
                  </a:lnTo>
                  <a:lnTo>
                    <a:pt x="4932673" y="1509914"/>
                  </a:lnTo>
                  <a:lnTo>
                    <a:pt x="4932799" y="1509914"/>
                  </a:lnTo>
                  <a:lnTo>
                    <a:pt x="4932925" y="1509914"/>
                  </a:lnTo>
                  <a:lnTo>
                    <a:pt x="4933051" y="1509914"/>
                  </a:lnTo>
                  <a:lnTo>
                    <a:pt x="4933178" y="1509914"/>
                  </a:lnTo>
                  <a:lnTo>
                    <a:pt x="4933304" y="1509914"/>
                  </a:lnTo>
                  <a:lnTo>
                    <a:pt x="4933430" y="1509914"/>
                  </a:lnTo>
                  <a:lnTo>
                    <a:pt x="4933556" y="1509914"/>
                  </a:lnTo>
                  <a:lnTo>
                    <a:pt x="4933682" y="1509914"/>
                  </a:lnTo>
                  <a:lnTo>
                    <a:pt x="4933808" y="1509914"/>
                  </a:lnTo>
                  <a:lnTo>
                    <a:pt x="4933934" y="1509914"/>
                  </a:lnTo>
                  <a:lnTo>
                    <a:pt x="4934060" y="1509914"/>
                  </a:lnTo>
                  <a:lnTo>
                    <a:pt x="4934186" y="1509914"/>
                  </a:lnTo>
                  <a:lnTo>
                    <a:pt x="4934312" y="1509914"/>
                  </a:lnTo>
                  <a:lnTo>
                    <a:pt x="4934438" y="1509914"/>
                  </a:lnTo>
                  <a:lnTo>
                    <a:pt x="4934564" y="1509914"/>
                  </a:lnTo>
                  <a:lnTo>
                    <a:pt x="4934691" y="1509914"/>
                  </a:lnTo>
                  <a:lnTo>
                    <a:pt x="4934817" y="1509914"/>
                  </a:lnTo>
                  <a:lnTo>
                    <a:pt x="4934943" y="1509914"/>
                  </a:lnTo>
                  <a:lnTo>
                    <a:pt x="4935069" y="1509914"/>
                  </a:lnTo>
                  <a:lnTo>
                    <a:pt x="4935195" y="1509914"/>
                  </a:lnTo>
                  <a:lnTo>
                    <a:pt x="4935321" y="1509914"/>
                  </a:lnTo>
                  <a:lnTo>
                    <a:pt x="4935447" y="1509914"/>
                  </a:lnTo>
                  <a:lnTo>
                    <a:pt x="4935573" y="1509914"/>
                  </a:lnTo>
                  <a:lnTo>
                    <a:pt x="4935699" y="1509914"/>
                  </a:lnTo>
                  <a:lnTo>
                    <a:pt x="4935825" y="1509914"/>
                  </a:lnTo>
                  <a:lnTo>
                    <a:pt x="4935951" y="1509914"/>
                  </a:lnTo>
                  <a:lnTo>
                    <a:pt x="4936078" y="1509914"/>
                  </a:lnTo>
                  <a:lnTo>
                    <a:pt x="4936204" y="1509914"/>
                  </a:lnTo>
                  <a:lnTo>
                    <a:pt x="4936330" y="1509914"/>
                  </a:lnTo>
                  <a:lnTo>
                    <a:pt x="4936456" y="1509914"/>
                  </a:lnTo>
                  <a:lnTo>
                    <a:pt x="4936582" y="1509914"/>
                  </a:lnTo>
                  <a:lnTo>
                    <a:pt x="4936708" y="1509914"/>
                  </a:lnTo>
                  <a:lnTo>
                    <a:pt x="4936834" y="1509914"/>
                  </a:lnTo>
                  <a:lnTo>
                    <a:pt x="4936960" y="1509914"/>
                  </a:lnTo>
                  <a:lnTo>
                    <a:pt x="4937086" y="1509914"/>
                  </a:lnTo>
                  <a:lnTo>
                    <a:pt x="4937212" y="1509914"/>
                  </a:lnTo>
                  <a:lnTo>
                    <a:pt x="4937338" y="1509914"/>
                  </a:lnTo>
                  <a:lnTo>
                    <a:pt x="4937465" y="1509914"/>
                  </a:lnTo>
                  <a:lnTo>
                    <a:pt x="4937591" y="1509914"/>
                  </a:lnTo>
                  <a:lnTo>
                    <a:pt x="4937717" y="1509914"/>
                  </a:lnTo>
                  <a:lnTo>
                    <a:pt x="4937843" y="1509914"/>
                  </a:lnTo>
                  <a:lnTo>
                    <a:pt x="4937969" y="1509914"/>
                  </a:lnTo>
                  <a:lnTo>
                    <a:pt x="4938095" y="1509914"/>
                  </a:lnTo>
                  <a:lnTo>
                    <a:pt x="4938221" y="1509914"/>
                  </a:lnTo>
                  <a:lnTo>
                    <a:pt x="4938347" y="1509914"/>
                  </a:lnTo>
                  <a:lnTo>
                    <a:pt x="4938473" y="1509914"/>
                  </a:lnTo>
                  <a:lnTo>
                    <a:pt x="4938599" y="1509914"/>
                  </a:lnTo>
                  <a:lnTo>
                    <a:pt x="4938725" y="1509914"/>
                  </a:lnTo>
                  <a:lnTo>
                    <a:pt x="4938851" y="1509914"/>
                  </a:lnTo>
                  <a:lnTo>
                    <a:pt x="4938978" y="1509914"/>
                  </a:lnTo>
                  <a:lnTo>
                    <a:pt x="4939104" y="1509914"/>
                  </a:lnTo>
                  <a:lnTo>
                    <a:pt x="4939104" y="1504635"/>
                  </a:lnTo>
                  <a:lnTo>
                    <a:pt x="4939230" y="1504635"/>
                  </a:lnTo>
                  <a:lnTo>
                    <a:pt x="4939356" y="1504635"/>
                  </a:lnTo>
                  <a:lnTo>
                    <a:pt x="4939482" y="1504635"/>
                  </a:lnTo>
                  <a:lnTo>
                    <a:pt x="4939608" y="1504635"/>
                  </a:lnTo>
                  <a:lnTo>
                    <a:pt x="4939734" y="1504635"/>
                  </a:lnTo>
                  <a:lnTo>
                    <a:pt x="4939860" y="1504635"/>
                  </a:lnTo>
                  <a:lnTo>
                    <a:pt x="4939986" y="1504635"/>
                  </a:lnTo>
                  <a:lnTo>
                    <a:pt x="4940112" y="1504635"/>
                  </a:lnTo>
                  <a:lnTo>
                    <a:pt x="4940238" y="1504635"/>
                  </a:lnTo>
                  <a:lnTo>
                    <a:pt x="4940365" y="1504635"/>
                  </a:lnTo>
                  <a:lnTo>
                    <a:pt x="4940491" y="1504635"/>
                  </a:lnTo>
                  <a:lnTo>
                    <a:pt x="4940617" y="1504635"/>
                  </a:lnTo>
                  <a:lnTo>
                    <a:pt x="4940743" y="1504635"/>
                  </a:lnTo>
                  <a:lnTo>
                    <a:pt x="4940869" y="1504635"/>
                  </a:lnTo>
                  <a:lnTo>
                    <a:pt x="4940995" y="1504635"/>
                  </a:lnTo>
                  <a:lnTo>
                    <a:pt x="4941121" y="1504635"/>
                  </a:lnTo>
                  <a:lnTo>
                    <a:pt x="4941247" y="1504635"/>
                  </a:lnTo>
                  <a:lnTo>
                    <a:pt x="4941373" y="1504635"/>
                  </a:lnTo>
                  <a:lnTo>
                    <a:pt x="4941499" y="1504635"/>
                  </a:lnTo>
                  <a:lnTo>
                    <a:pt x="4941625" y="1504635"/>
                  </a:lnTo>
                  <a:lnTo>
                    <a:pt x="4941751" y="1504635"/>
                  </a:lnTo>
                  <a:lnTo>
                    <a:pt x="4941878" y="1504635"/>
                  </a:lnTo>
                  <a:lnTo>
                    <a:pt x="4942004" y="1504635"/>
                  </a:lnTo>
                  <a:lnTo>
                    <a:pt x="4942130" y="1504635"/>
                  </a:lnTo>
                  <a:lnTo>
                    <a:pt x="4942256" y="1504635"/>
                  </a:lnTo>
                  <a:lnTo>
                    <a:pt x="4942382" y="1504635"/>
                  </a:lnTo>
                  <a:lnTo>
                    <a:pt x="4942508" y="1504635"/>
                  </a:lnTo>
                  <a:lnTo>
                    <a:pt x="4942634" y="1504635"/>
                  </a:lnTo>
                  <a:lnTo>
                    <a:pt x="4942760" y="1504635"/>
                  </a:lnTo>
                  <a:lnTo>
                    <a:pt x="4942886" y="1504635"/>
                  </a:lnTo>
                  <a:lnTo>
                    <a:pt x="4943012" y="1504635"/>
                  </a:lnTo>
                  <a:lnTo>
                    <a:pt x="4943138" y="1504635"/>
                  </a:lnTo>
                  <a:lnTo>
                    <a:pt x="4943265" y="1504635"/>
                  </a:lnTo>
                  <a:lnTo>
                    <a:pt x="4943391" y="1504635"/>
                  </a:lnTo>
                  <a:lnTo>
                    <a:pt x="4943517" y="1504635"/>
                  </a:lnTo>
                  <a:lnTo>
                    <a:pt x="4943643" y="1504635"/>
                  </a:lnTo>
                  <a:lnTo>
                    <a:pt x="4943769" y="1504635"/>
                  </a:lnTo>
                  <a:lnTo>
                    <a:pt x="4943895" y="1504635"/>
                  </a:lnTo>
                  <a:lnTo>
                    <a:pt x="4944021" y="1504635"/>
                  </a:lnTo>
                  <a:lnTo>
                    <a:pt x="4944147" y="1504635"/>
                  </a:lnTo>
                  <a:lnTo>
                    <a:pt x="4944273" y="1504635"/>
                  </a:lnTo>
                  <a:lnTo>
                    <a:pt x="4944399" y="1504635"/>
                  </a:lnTo>
                  <a:lnTo>
                    <a:pt x="4944525" y="1504635"/>
                  </a:lnTo>
                  <a:lnTo>
                    <a:pt x="4944651" y="1504635"/>
                  </a:lnTo>
                  <a:lnTo>
                    <a:pt x="4944778" y="1504635"/>
                  </a:lnTo>
                  <a:lnTo>
                    <a:pt x="4944904" y="1504635"/>
                  </a:lnTo>
                  <a:lnTo>
                    <a:pt x="4945030" y="1504635"/>
                  </a:lnTo>
                  <a:lnTo>
                    <a:pt x="4945156" y="1504635"/>
                  </a:lnTo>
                  <a:lnTo>
                    <a:pt x="4945282" y="1504635"/>
                  </a:lnTo>
                  <a:lnTo>
                    <a:pt x="4945408" y="1504635"/>
                  </a:lnTo>
                  <a:lnTo>
                    <a:pt x="4945534" y="1504635"/>
                  </a:lnTo>
                  <a:lnTo>
                    <a:pt x="4945660" y="1504635"/>
                  </a:lnTo>
                  <a:lnTo>
                    <a:pt x="4945786" y="1504635"/>
                  </a:lnTo>
                  <a:lnTo>
                    <a:pt x="4945912" y="1504635"/>
                  </a:lnTo>
                  <a:lnTo>
                    <a:pt x="4946038" y="1504635"/>
                  </a:lnTo>
                  <a:lnTo>
                    <a:pt x="4946165" y="1504635"/>
                  </a:lnTo>
                  <a:lnTo>
                    <a:pt x="4946291" y="1504635"/>
                  </a:lnTo>
                  <a:lnTo>
                    <a:pt x="4946417" y="1504635"/>
                  </a:lnTo>
                  <a:lnTo>
                    <a:pt x="4946543" y="1504635"/>
                  </a:lnTo>
                  <a:lnTo>
                    <a:pt x="4946669" y="1504635"/>
                  </a:lnTo>
                  <a:lnTo>
                    <a:pt x="4946795" y="1504635"/>
                  </a:lnTo>
                  <a:lnTo>
                    <a:pt x="4946921" y="1504635"/>
                  </a:lnTo>
                  <a:lnTo>
                    <a:pt x="4947047" y="1504635"/>
                  </a:lnTo>
                  <a:lnTo>
                    <a:pt x="4947173" y="1504635"/>
                  </a:lnTo>
                  <a:lnTo>
                    <a:pt x="4947299" y="1504635"/>
                  </a:lnTo>
                  <a:lnTo>
                    <a:pt x="4947425" y="1504635"/>
                  </a:lnTo>
                  <a:lnTo>
                    <a:pt x="4947552" y="1504635"/>
                  </a:lnTo>
                  <a:lnTo>
                    <a:pt x="4947678" y="1504635"/>
                  </a:lnTo>
                  <a:lnTo>
                    <a:pt x="4947804" y="1504635"/>
                  </a:lnTo>
                  <a:lnTo>
                    <a:pt x="4947930" y="1504635"/>
                  </a:lnTo>
                  <a:lnTo>
                    <a:pt x="4948056" y="1504635"/>
                  </a:lnTo>
                  <a:lnTo>
                    <a:pt x="4948182" y="1504635"/>
                  </a:lnTo>
                  <a:lnTo>
                    <a:pt x="4948308" y="1504635"/>
                  </a:lnTo>
                  <a:lnTo>
                    <a:pt x="4948434" y="1504635"/>
                  </a:lnTo>
                  <a:lnTo>
                    <a:pt x="4948560" y="1504635"/>
                  </a:lnTo>
                  <a:lnTo>
                    <a:pt x="4948686" y="1504635"/>
                  </a:lnTo>
                  <a:lnTo>
                    <a:pt x="4948812" y="1504635"/>
                  </a:lnTo>
                  <a:lnTo>
                    <a:pt x="4948938" y="1504635"/>
                  </a:lnTo>
                  <a:lnTo>
                    <a:pt x="4949065" y="1504635"/>
                  </a:lnTo>
                  <a:lnTo>
                    <a:pt x="4949191" y="1504635"/>
                  </a:lnTo>
                  <a:lnTo>
                    <a:pt x="4949317" y="1504635"/>
                  </a:lnTo>
                  <a:lnTo>
                    <a:pt x="4949443" y="1504635"/>
                  </a:lnTo>
                  <a:lnTo>
                    <a:pt x="4949569" y="1504635"/>
                  </a:lnTo>
                  <a:lnTo>
                    <a:pt x="4949695" y="1504635"/>
                  </a:lnTo>
                  <a:lnTo>
                    <a:pt x="4949821" y="1504635"/>
                  </a:lnTo>
                  <a:lnTo>
                    <a:pt x="4949947" y="1504635"/>
                  </a:lnTo>
                  <a:lnTo>
                    <a:pt x="4950073" y="1504635"/>
                  </a:lnTo>
                  <a:lnTo>
                    <a:pt x="4950199" y="1504635"/>
                  </a:lnTo>
                  <a:lnTo>
                    <a:pt x="4950325" y="1504635"/>
                  </a:lnTo>
                  <a:lnTo>
                    <a:pt x="4950452" y="1504635"/>
                  </a:lnTo>
                  <a:lnTo>
                    <a:pt x="4950578" y="1504635"/>
                  </a:lnTo>
                  <a:lnTo>
                    <a:pt x="4950704" y="1504635"/>
                  </a:lnTo>
                  <a:lnTo>
                    <a:pt x="4950830" y="1504635"/>
                  </a:lnTo>
                  <a:lnTo>
                    <a:pt x="4950956" y="1504635"/>
                  </a:lnTo>
                  <a:lnTo>
                    <a:pt x="4951082" y="1504635"/>
                  </a:lnTo>
                  <a:lnTo>
                    <a:pt x="4951208" y="1504635"/>
                  </a:lnTo>
                  <a:lnTo>
                    <a:pt x="4951334" y="1504635"/>
                  </a:lnTo>
                  <a:lnTo>
                    <a:pt x="4951460" y="1504635"/>
                  </a:lnTo>
                  <a:lnTo>
                    <a:pt x="4951586" y="1504635"/>
                  </a:lnTo>
                  <a:lnTo>
                    <a:pt x="4951712" y="1504635"/>
                  </a:lnTo>
                  <a:lnTo>
                    <a:pt x="4951838" y="1504635"/>
                  </a:lnTo>
                  <a:lnTo>
                    <a:pt x="4951965" y="1504635"/>
                  </a:lnTo>
                  <a:lnTo>
                    <a:pt x="4952091" y="1504635"/>
                  </a:lnTo>
                  <a:lnTo>
                    <a:pt x="4952217" y="1504635"/>
                  </a:lnTo>
                  <a:lnTo>
                    <a:pt x="4952343" y="1504635"/>
                  </a:lnTo>
                  <a:lnTo>
                    <a:pt x="4952469" y="1504635"/>
                  </a:lnTo>
                  <a:lnTo>
                    <a:pt x="4952595" y="1504635"/>
                  </a:lnTo>
                  <a:lnTo>
                    <a:pt x="4952721" y="1504635"/>
                  </a:lnTo>
                  <a:lnTo>
                    <a:pt x="4952847" y="1504635"/>
                  </a:lnTo>
                  <a:lnTo>
                    <a:pt x="4952973" y="1504635"/>
                  </a:lnTo>
                  <a:lnTo>
                    <a:pt x="4953099" y="1504635"/>
                  </a:lnTo>
                  <a:lnTo>
                    <a:pt x="4953225" y="1504635"/>
                  </a:lnTo>
                  <a:lnTo>
                    <a:pt x="4953352" y="1504635"/>
                  </a:lnTo>
                  <a:lnTo>
                    <a:pt x="4953478" y="1504635"/>
                  </a:lnTo>
                  <a:lnTo>
                    <a:pt x="4953604" y="1504635"/>
                  </a:lnTo>
                  <a:lnTo>
                    <a:pt x="4953730" y="1504635"/>
                  </a:lnTo>
                  <a:lnTo>
                    <a:pt x="4953856" y="1504635"/>
                  </a:lnTo>
                  <a:lnTo>
                    <a:pt x="4953982" y="1504635"/>
                  </a:lnTo>
                  <a:lnTo>
                    <a:pt x="4954108" y="1504635"/>
                  </a:lnTo>
                  <a:lnTo>
                    <a:pt x="4954234" y="1504635"/>
                  </a:lnTo>
                  <a:lnTo>
                    <a:pt x="4954360" y="1504635"/>
                  </a:lnTo>
                  <a:lnTo>
                    <a:pt x="4954486" y="1504635"/>
                  </a:lnTo>
                  <a:lnTo>
                    <a:pt x="4954612" y="1504635"/>
                  </a:lnTo>
                  <a:lnTo>
                    <a:pt x="4954739" y="1504635"/>
                  </a:lnTo>
                  <a:lnTo>
                    <a:pt x="4954865" y="1504635"/>
                  </a:lnTo>
                  <a:lnTo>
                    <a:pt x="4954991" y="1504635"/>
                  </a:lnTo>
                  <a:lnTo>
                    <a:pt x="4955117" y="1504635"/>
                  </a:lnTo>
                  <a:lnTo>
                    <a:pt x="4955243" y="1504635"/>
                  </a:lnTo>
                  <a:lnTo>
                    <a:pt x="4955369" y="1504635"/>
                  </a:lnTo>
                  <a:lnTo>
                    <a:pt x="4955495" y="1504635"/>
                  </a:lnTo>
                  <a:lnTo>
                    <a:pt x="4955621" y="1504635"/>
                  </a:lnTo>
                  <a:lnTo>
                    <a:pt x="4955747" y="1504635"/>
                  </a:lnTo>
                  <a:lnTo>
                    <a:pt x="4955873" y="1504635"/>
                  </a:lnTo>
                  <a:lnTo>
                    <a:pt x="4955999" y="1504635"/>
                  </a:lnTo>
                  <a:lnTo>
                    <a:pt x="4956125" y="1504635"/>
                  </a:lnTo>
                  <a:lnTo>
                    <a:pt x="4956252" y="1504635"/>
                  </a:lnTo>
                  <a:lnTo>
                    <a:pt x="4956378" y="1504635"/>
                  </a:lnTo>
                  <a:lnTo>
                    <a:pt x="4956504" y="1504635"/>
                  </a:lnTo>
                  <a:lnTo>
                    <a:pt x="4956630" y="1504635"/>
                  </a:lnTo>
                  <a:lnTo>
                    <a:pt x="4956756" y="1504635"/>
                  </a:lnTo>
                  <a:lnTo>
                    <a:pt x="4956882" y="1504635"/>
                  </a:lnTo>
                  <a:lnTo>
                    <a:pt x="4957008" y="1504635"/>
                  </a:lnTo>
                  <a:lnTo>
                    <a:pt x="4957134" y="1504635"/>
                  </a:lnTo>
                  <a:lnTo>
                    <a:pt x="4957260" y="1504635"/>
                  </a:lnTo>
                  <a:lnTo>
                    <a:pt x="4957386" y="1504635"/>
                  </a:lnTo>
                  <a:lnTo>
                    <a:pt x="4957512" y="1504635"/>
                  </a:lnTo>
                  <a:lnTo>
                    <a:pt x="4957639" y="1504635"/>
                  </a:lnTo>
                  <a:lnTo>
                    <a:pt x="4957765" y="1504635"/>
                  </a:lnTo>
                  <a:lnTo>
                    <a:pt x="4957891" y="1504635"/>
                  </a:lnTo>
                  <a:lnTo>
                    <a:pt x="4958017" y="1504635"/>
                  </a:lnTo>
                  <a:lnTo>
                    <a:pt x="4958143" y="1504635"/>
                  </a:lnTo>
                  <a:lnTo>
                    <a:pt x="4958269" y="1504635"/>
                  </a:lnTo>
                  <a:lnTo>
                    <a:pt x="4958395" y="1504635"/>
                  </a:lnTo>
                  <a:lnTo>
                    <a:pt x="4958521" y="1504635"/>
                  </a:lnTo>
                  <a:lnTo>
                    <a:pt x="4958647" y="1504635"/>
                  </a:lnTo>
                  <a:lnTo>
                    <a:pt x="4958773" y="1504635"/>
                  </a:lnTo>
                  <a:lnTo>
                    <a:pt x="4958899" y="1504635"/>
                  </a:lnTo>
                  <a:lnTo>
                    <a:pt x="4959025" y="1504635"/>
                  </a:lnTo>
                  <a:lnTo>
                    <a:pt x="4959152" y="1504635"/>
                  </a:lnTo>
                  <a:lnTo>
                    <a:pt x="4959278" y="1504635"/>
                  </a:lnTo>
                  <a:lnTo>
                    <a:pt x="4959278" y="1499355"/>
                  </a:lnTo>
                  <a:lnTo>
                    <a:pt x="4959404" y="1499355"/>
                  </a:lnTo>
                  <a:lnTo>
                    <a:pt x="4959530" y="1499355"/>
                  </a:lnTo>
                  <a:lnTo>
                    <a:pt x="4959656" y="1499355"/>
                  </a:lnTo>
                  <a:lnTo>
                    <a:pt x="4959782" y="1499355"/>
                  </a:lnTo>
                  <a:lnTo>
                    <a:pt x="4959908" y="1499355"/>
                  </a:lnTo>
                  <a:lnTo>
                    <a:pt x="4960034" y="1499355"/>
                  </a:lnTo>
                  <a:lnTo>
                    <a:pt x="4960160" y="1499355"/>
                  </a:lnTo>
                  <a:lnTo>
                    <a:pt x="4960286" y="1499355"/>
                  </a:lnTo>
                  <a:lnTo>
                    <a:pt x="4960412" y="1499355"/>
                  </a:lnTo>
                  <a:lnTo>
                    <a:pt x="4960539" y="1499355"/>
                  </a:lnTo>
                  <a:lnTo>
                    <a:pt x="4960665" y="1499355"/>
                  </a:lnTo>
                  <a:lnTo>
                    <a:pt x="4960791" y="1499355"/>
                  </a:lnTo>
                  <a:lnTo>
                    <a:pt x="4960917" y="1499355"/>
                  </a:lnTo>
                  <a:lnTo>
                    <a:pt x="4961043" y="1499355"/>
                  </a:lnTo>
                  <a:lnTo>
                    <a:pt x="4961169" y="1499355"/>
                  </a:lnTo>
                  <a:lnTo>
                    <a:pt x="4961295" y="1499355"/>
                  </a:lnTo>
                  <a:lnTo>
                    <a:pt x="4961421" y="1499355"/>
                  </a:lnTo>
                  <a:lnTo>
                    <a:pt x="4961547" y="1499355"/>
                  </a:lnTo>
                  <a:lnTo>
                    <a:pt x="4961673" y="1499355"/>
                  </a:lnTo>
                  <a:lnTo>
                    <a:pt x="4961799" y="1499355"/>
                  </a:lnTo>
                  <a:lnTo>
                    <a:pt x="4961926" y="1499355"/>
                  </a:lnTo>
                  <a:lnTo>
                    <a:pt x="4962052" y="1499355"/>
                  </a:lnTo>
                  <a:lnTo>
                    <a:pt x="4962178" y="1499355"/>
                  </a:lnTo>
                  <a:lnTo>
                    <a:pt x="4962304" y="1499355"/>
                  </a:lnTo>
                  <a:lnTo>
                    <a:pt x="4962304" y="1494076"/>
                  </a:lnTo>
                  <a:lnTo>
                    <a:pt x="4962430" y="1494076"/>
                  </a:lnTo>
                  <a:lnTo>
                    <a:pt x="4962556" y="1494076"/>
                  </a:lnTo>
                  <a:lnTo>
                    <a:pt x="4962682" y="1494076"/>
                  </a:lnTo>
                  <a:lnTo>
                    <a:pt x="4962808" y="1494076"/>
                  </a:lnTo>
                  <a:lnTo>
                    <a:pt x="4962934" y="1494076"/>
                  </a:lnTo>
                  <a:lnTo>
                    <a:pt x="4963060" y="1494076"/>
                  </a:lnTo>
                  <a:lnTo>
                    <a:pt x="4963186" y="1494076"/>
                  </a:lnTo>
                  <a:lnTo>
                    <a:pt x="4963312" y="1494076"/>
                  </a:lnTo>
                  <a:lnTo>
                    <a:pt x="4963439" y="1494076"/>
                  </a:lnTo>
                  <a:lnTo>
                    <a:pt x="4963565" y="1494076"/>
                  </a:lnTo>
                  <a:lnTo>
                    <a:pt x="4963691" y="1494076"/>
                  </a:lnTo>
                  <a:lnTo>
                    <a:pt x="4963817" y="1494076"/>
                  </a:lnTo>
                  <a:lnTo>
                    <a:pt x="4963943" y="1494076"/>
                  </a:lnTo>
                  <a:lnTo>
                    <a:pt x="4964069" y="1494076"/>
                  </a:lnTo>
                  <a:lnTo>
                    <a:pt x="4964195" y="1494076"/>
                  </a:lnTo>
                  <a:lnTo>
                    <a:pt x="4964321" y="1494076"/>
                  </a:lnTo>
                  <a:lnTo>
                    <a:pt x="4964447" y="1494076"/>
                  </a:lnTo>
                  <a:lnTo>
                    <a:pt x="4964573" y="1494076"/>
                  </a:lnTo>
                  <a:lnTo>
                    <a:pt x="4964699" y="1494076"/>
                  </a:lnTo>
                  <a:lnTo>
                    <a:pt x="4964826" y="1494076"/>
                  </a:lnTo>
                  <a:lnTo>
                    <a:pt x="4964952" y="1494076"/>
                  </a:lnTo>
                  <a:lnTo>
                    <a:pt x="4965078" y="1494076"/>
                  </a:lnTo>
                  <a:lnTo>
                    <a:pt x="4965204" y="1494076"/>
                  </a:lnTo>
                  <a:lnTo>
                    <a:pt x="4965330" y="1494076"/>
                  </a:lnTo>
                  <a:lnTo>
                    <a:pt x="4965456" y="1494076"/>
                  </a:lnTo>
                  <a:lnTo>
                    <a:pt x="4965582" y="1494076"/>
                  </a:lnTo>
                  <a:lnTo>
                    <a:pt x="4965708" y="1494076"/>
                  </a:lnTo>
                  <a:lnTo>
                    <a:pt x="4965834" y="1494076"/>
                  </a:lnTo>
                  <a:lnTo>
                    <a:pt x="4965960" y="1494076"/>
                  </a:lnTo>
                  <a:lnTo>
                    <a:pt x="4966086" y="1494076"/>
                  </a:lnTo>
                  <a:lnTo>
                    <a:pt x="4966212" y="1494076"/>
                  </a:lnTo>
                  <a:lnTo>
                    <a:pt x="4966339" y="1494076"/>
                  </a:lnTo>
                  <a:lnTo>
                    <a:pt x="4966465" y="1494076"/>
                  </a:lnTo>
                  <a:lnTo>
                    <a:pt x="4966591" y="1494076"/>
                  </a:lnTo>
                  <a:lnTo>
                    <a:pt x="4966717" y="1494076"/>
                  </a:lnTo>
                  <a:lnTo>
                    <a:pt x="4966843" y="1494076"/>
                  </a:lnTo>
                  <a:lnTo>
                    <a:pt x="4966969" y="1494076"/>
                  </a:lnTo>
                  <a:lnTo>
                    <a:pt x="4967095" y="1494076"/>
                  </a:lnTo>
                  <a:lnTo>
                    <a:pt x="4967221" y="1494076"/>
                  </a:lnTo>
                  <a:lnTo>
                    <a:pt x="4967347" y="1494076"/>
                  </a:lnTo>
                  <a:lnTo>
                    <a:pt x="4967473" y="1494076"/>
                  </a:lnTo>
                  <a:lnTo>
                    <a:pt x="4967599" y="1494076"/>
                  </a:lnTo>
                  <a:lnTo>
                    <a:pt x="4967726" y="1494076"/>
                  </a:lnTo>
                  <a:lnTo>
                    <a:pt x="4967852" y="1494076"/>
                  </a:lnTo>
                  <a:lnTo>
                    <a:pt x="4967978" y="1494076"/>
                  </a:lnTo>
                  <a:lnTo>
                    <a:pt x="4968104" y="1494076"/>
                  </a:lnTo>
                  <a:lnTo>
                    <a:pt x="4968230" y="1494076"/>
                  </a:lnTo>
                  <a:lnTo>
                    <a:pt x="4968356" y="1494076"/>
                  </a:lnTo>
                  <a:lnTo>
                    <a:pt x="4968482" y="1494076"/>
                  </a:lnTo>
                  <a:lnTo>
                    <a:pt x="4968608" y="1494076"/>
                  </a:lnTo>
                  <a:lnTo>
                    <a:pt x="4968734" y="1494076"/>
                  </a:lnTo>
                  <a:lnTo>
                    <a:pt x="4968860" y="1494076"/>
                  </a:lnTo>
                  <a:lnTo>
                    <a:pt x="4968986" y="1494076"/>
                  </a:lnTo>
                  <a:lnTo>
                    <a:pt x="4969112" y="1494076"/>
                  </a:lnTo>
                  <a:lnTo>
                    <a:pt x="4969239" y="1494076"/>
                  </a:lnTo>
                  <a:lnTo>
                    <a:pt x="4969365" y="1494076"/>
                  </a:lnTo>
                  <a:lnTo>
                    <a:pt x="4969491" y="1494076"/>
                  </a:lnTo>
                  <a:lnTo>
                    <a:pt x="4969617" y="1494076"/>
                  </a:lnTo>
                  <a:lnTo>
                    <a:pt x="4969743" y="1494076"/>
                  </a:lnTo>
                  <a:lnTo>
                    <a:pt x="4969869" y="1494076"/>
                  </a:lnTo>
                  <a:lnTo>
                    <a:pt x="4969995" y="1494076"/>
                  </a:lnTo>
                  <a:lnTo>
                    <a:pt x="4970121" y="1494076"/>
                  </a:lnTo>
                  <a:lnTo>
                    <a:pt x="4970247" y="1494076"/>
                  </a:lnTo>
                  <a:lnTo>
                    <a:pt x="4970373" y="1494076"/>
                  </a:lnTo>
                  <a:lnTo>
                    <a:pt x="4970499" y="1494076"/>
                  </a:lnTo>
                  <a:lnTo>
                    <a:pt x="4970626" y="1494076"/>
                  </a:lnTo>
                  <a:lnTo>
                    <a:pt x="4970752" y="1494076"/>
                  </a:lnTo>
                  <a:lnTo>
                    <a:pt x="4970878" y="1494076"/>
                  </a:lnTo>
                  <a:lnTo>
                    <a:pt x="4971004" y="1494076"/>
                  </a:lnTo>
                  <a:lnTo>
                    <a:pt x="4971130" y="1494076"/>
                  </a:lnTo>
                  <a:lnTo>
                    <a:pt x="4971130" y="1488796"/>
                  </a:lnTo>
                  <a:lnTo>
                    <a:pt x="4971256" y="1488796"/>
                  </a:lnTo>
                  <a:lnTo>
                    <a:pt x="4971382" y="1488796"/>
                  </a:lnTo>
                  <a:lnTo>
                    <a:pt x="4971508" y="1488796"/>
                  </a:lnTo>
                  <a:lnTo>
                    <a:pt x="4971634" y="1488796"/>
                  </a:lnTo>
                  <a:lnTo>
                    <a:pt x="4971760" y="1488796"/>
                  </a:lnTo>
                  <a:lnTo>
                    <a:pt x="4971886" y="1488796"/>
                  </a:lnTo>
                  <a:lnTo>
                    <a:pt x="4972013" y="1488796"/>
                  </a:lnTo>
                  <a:lnTo>
                    <a:pt x="4972139" y="1488796"/>
                  </a:lnTo>
                  <a:lnTo>
                    <a:pt x="4972265" y="1488796"/>
                  </a:lnTo>
                  <a:lnTo>
                    <a:pt x="4972391" y="1488796"/>
                  </a:lnTo>
                  <a:lnTo>
                    <a:pt x="4972517" y="1488796"/>
                  </a:lnTo>
                  <a:lnTo>
                    <a:pt x="4972517" y="1483517"/>
                  </a:lnTo>
                  <a:lnTo>
                    <a:pt x="4972643" y="1483517"/>
                  </a:lnTo>
                  <a:lnTo>
                    <a:pt x="4972769" y="1483517"/>
                  </a:lnTo>
                  <a:lnTo>
                    <a:pt x="4972895" y="1483517"/>
                  </a:lnTo>
                  <a:lnTo>
                    <a:pt x="4973021" y="1483517"/>
                  </a:lnTo>
                  <a:lnTo>
                    <a:pt x="4973147" y="1483517"/>
                  </a:lnTo>
                  <a:lnTo>
                    <a:pt x="4973273" y="1483517"/>
                  </a:lnTo>
                  <a:lnTo>
                    <a:pt x="4973399" y="1483517"/>
                  </a:lnTo>
                  <a:lnTo>
                    <a:pt x="4973526" y="1483517"/>
                  </a:lnTo>
                  <a:lnTo>
                    <a:pt x="4973652" y="1483517"/>
                  </a:lnTo>
                  <a:lnTo>
                    <a:pt x="4973778" y="1483517"/>
                  </a:lnTo>
                  <a:lnTo>
                    <a:pt x="4973904" y="1483517"/>
                  </a:lnTo>
                  <a:lnTo>
                    <a:pt x="4974030" y="1483517"/>
                  </a:lnTo>
                  <a:lnTo>
                    <a:pt x="4974156" y="1483517"/>
                  </a:lnTo>
                  <a:lnTo>
                    <a:pt x="4974282" y="1483517"/>
                  </a:lnTo>
                  <a:lnTo>
                    <a:pt x="4974408" y="1483517"/>
                  </a:lnTo>
                  <a:lnTo>
                    <a:pt x="4974534" y="1483517"/>
                  </a:lnTo>
                  <a:lnTo>
                    <a:pt x="4974660" y="1483517"/>
                  </a:lnTo>
                  <a:lnTo>
                    <a:pt x="4974786" y="1483517"/>
                  </a:lnTo>
                  <a:lnTo>
                    <a:pt x="4974913" y="1483517"/>
                  </a:lnTo>
                  <a:lnTo>
                    <a:pt x="4975039" y="1483517"/>
                  </a:lnTo>
                  <a:lnTo>
                    <a:pt x="4975165" y="1483517"/>
                  </a:lnTo>
                  <a:lnTo>
                    <a:pt x="4975291" y="1483517"/>
                  </a:lnTo>
                  <a:lnTo>
                    <a:pt x="4975417" y="1483517"/>
                  </a:lnTo>
                  <a:lnTo>
                    <a:pt x="4975543" y="1483517"/>
                  </a:lnTo>
                  <a:lnTo>
                    <a:pt x="4975669" y="1483517"/>
                  </a:lnTo>
                  <a:lnTo>
                    <a:pt x="4975795" y="1483517"/>
                  </a:lnTo>
                  <a:lnTo>
                    <a:pt x="4975921" y="1483517"/>
                  </a:lnTo>
                  <a:lnTo>
                    <a:pt x="4976047" y="1483517"/>
                  </a:lnTo>
                  <a:lnTo>
                    <a:pt x="4976173" y="1483517"/>
                  </a:lnTo>
                  <a:lnTo>
                    <a:pt x="4976299" y="1483517"/>
                  </a:lnTo>
                  <a:lnTo>
                    <a:pt x="4976426" y="1483517"/>
                  </a:lnTo>
                  <a:lnTo>
                    <a:pt x="4976552" y="1483517"/>
                  </a:lnTo>
                  <a:lnTo>
                    <a:pt x="4976678" y="1483517"/>
                  </a:lnTo>
                  <a:lnTo>
                    <a:pt x="4976804" y="1483517"/>
                  </a:lnTo>
                  <a:lnTo>
                    <a:pt x="4976930" y="1483517"/>
                  </a:lnTo>
                  <a:lnTo>
                    <a:pt x="4977056" y="1483517"/>
                  </a:lnTo>
                  <a:lnTo>
                    <a:pt x="4977182" y="1483517"/>
                  </a:lnTo>
                  <a:lnTo>
                    <a:pt x="4977308" y="1483517"/>
                  </a:lnTo>
                  <a:lnTo>
                    <a:pt x="4977434" y="1483517"/>
                  </a:lnTo>
                  <a:lnTo>
                    <a:pt x="4977560" y="1483517"/>
                  </a:lnTo>
                  <a:lnTo>
                    <a:pt x="4977686" y="1483517"/>
                  </a:lnTo>
                  <a:lnTo>
                    <a:pt x="4977813" y="1483517"/>
                  </a:lnTo>
                  <a:lnTo>
                    <a:pt x="4977939" y="1483517"/>
                  </a:lnTo>
                  <a:lnTo>
                    <a:pt x="4978065" y="1483517"/>
                  </a:lnTo>
                  <a:lnTo>
                    <a:pt x="4978191" y="1483517"/>
                  </a:lnTo>
                  <a:lnTo>
                    <a:pt x="4978317" y="1483517"/>
                  </a:lnTo>
                  <a:lnTo>
                    <a:pt x="4978443" y="1483517"/>
                  </a:lnTo>
                  <a:lnTo>
                    <a:pt x="4978569" y="1483517"/>
                  </a:lnTo>
                  <a:lnTo>
                    <a:pt x="4978695" y="1483517"/>
                  </a:lnTo>
                  <a:lnTo>
                    <a:pt x="4978695" y="1478237"/>
                  </a:lnTo>
                  <a:lnTo>
                    <a:pt x="4978821" y="1478237"/>
                  </a:lnTo>
                  <a:lnTo>
                    <a:pt x="4978947" y="1478237"/>
                  </a:lnTo>
                  <a:lnTo>
                    <a:pt x="4979073" y="1478237"/>
                  </a:lnTo>
                  <a:lnTo>
                    <a:pt x="4979200" y="1478237"/>
                  </a:lnTo>
                  <a:lnTo>
                    <a:pt x="4979326" y="1478237"/>
                  </a:lnTo>
                  <a:lnTo>
                    <a:pt x="4979452" y="1478237"/>
                  </a:lnTo>
                  <a:lnTo>
                    <a:pt x="4979578" y="1478237"/>
                  </a:lnTo>
                  <a:lnTo>
                    <a:pt x="4979704" y="1478237"/>
                  </a:lnTo>
                  <a:lnTo>
                    <a:pt x="4979830" y="1478237"/>
                  </a:lnTo>
                  <a:lnTo>
                    <a:pt x="4979956" y="1478237"/>
                  </a:lnTo>
                  <a:lnTo>
                    <a:pt x="4980082" y="1478237"/>
                  </a:lnTo>
                  <a:lnTo>
                    <a:pt x="4980208" y="1478237"/>
                  </a:lnTo>
                  <a:lnTo>
                    <a:pt x="4980334" y="1478237"/>
                  </a:lnTo>
                  <a:lnTo>
                    <a:pt x="4980460" y="1478237"/>
                  </a:lnTo>
                  <a:lnTo>
                    <a:pt x="4980586" y="1478237"/>
                  </a:lnTo>
                  <a:lnTo>
                    <a:pt x="4980713" y="1478237"/>
                  </a:lnTo>
                  <a:lnTo>
                    <a:pt x="4980839" y="1478237"/>
                  </a:lnTo>
                  <a:lnTo>
                    <a:pt x="4980965" y="1478237"/>
                  </a:lnTo>
                  <a:lnTo>
                    <a:pt x="4981091" y="1478237"/>
                  </a:lnTo>
                  <a:lnTo>
                    <a:pt x="4981217" y="1478237"/>
                  </a:lnTo>
                  <a:lnTo>
                    <a:pt x="4981343" y="1478237"/>
                  </a:lnTo>
                  <a:lnTo>
                    <a:pt x="4981469" y="1478237"/>
                  </a:lnTo>
                  <a:lnTo>
                    <a:pt x="4981595" y="1478237"/>
                  </a:lnTo>
                  <a:lnTo>
                    <a:pt x="4981721" y="1478237"/>
                  </a:lnTo>
                  <a:lnTo>
                    <a:pt x="4981847" y="1478237"/>
                  </a:lnTo>
                  <a:lnTo>
                    <a:pt x="4981973" y="1478237"/>
                  </a:lnTo>
                  <a:lnTo>
                    <a:pt x="4982100" y="1478237"/>
                  </a:lnTo>
                  <a:lnTo>
                    <a:pt x="4982226" y="1478237"/>
                  </a:lnTo>
                  <a:lnTo>
                    <a:pt x="4982352" y="1478237"/>
                  </a:lnTo>
                  <a:lnTo>
                    <a:pt x="4982478" y="1478237"/>
                  </a:lnTo>
                  <a:lnTo>
                    <a:pt x="4982604" y="1478237"/>
                  </a:lnTo>
                  <a:lnTo>
                    <a:pt x="4982730" y="1478237"/>
                  </a:lnTo>
                  <a:lnTo>
                    <a:pt x="4982856" y="1478237"/>
                  </a:lnTo>
                  <a:lnTo>
                    <a:pt x="4982982" y="1478237"/>
                  </a:lnTo>
                  <a:lnTo>
                    <a:pt x="4983108" y="1478237"/>
                  </a:lnTo>
                  <a:lnTo>
                    <a:pt x="4983234" y="1478237"/>
                  </a:lnTo>
                  <a:lnTo>
                    <a:pt x="4983360" y="1478237"/>
                  </a:lnTo>
                  <a:lnTo>
                    <a:pt x="4983486" y="1478237"/>
                  </a:lnTo>
                  <a:lnTo>
                    <a:pt x="4983613" y="1478237"/>
                  </a:lnTo>
                  <a:lnTo>
                    <a:pt x="4983739" y="1478237"/>
                  </a:lnTo>
                  <a:lnTo>
                    <a:pt x="4983865" y="1478237"/>
                  </a:lnTo>
                  <a:lnTo>
                    <a:pt x="4983991" y="1478237"/>
                  </a:lnTo>
                  <a:lnTo>
                    <a:pt x="4984117" y="1478237"/>
                  </a:lnTo>
                  <a:lnTo>
                    <a:pt x="4984243" y="1478237"/>
                  </a:lnTo>
                  <a:lnTo>
                    <a:pt x="4984369" y="1478237"/>
                  </a:lnTo>
                  <a:lnTo>
                    <a:pt x="4984495" y="1478237"/>
                  </a:lnTo>
                  <a:lnTo>
                    <a:pt x="4984621" y="1478237"/>
                  </a:lnTo>
                  <a:lnTo>
                    <a:pt x="4984747" y="1478237"/>
                  </a:lnTo>
                  <a:lnTo>
                    <a:pt x="4984873" y="1478237"/>
                  </a:lnTo>
                  <a:lnTo>
                    <a:pt x="4985000" y="1478237"/>
                  </a:lnTo>
                  <a:lnTo>
                    <a:pt x="4985126" y="1478237"/>
                  </a:lnTo>
                  <a:lnTo>
                    <a:pt x="4985252" y="1478237"/>
                  </a:lnTo>
                  <a:lnTo>
                    <a:pt x="4985378" y="1478237"/>
                  </a:lnTo>
                  <a:lnTo>
                    <a:pt x="4985504" y="1478237"/>
                  </a:lnTo>
                  <a:lnTo>
                    <a:pt x="4985630" y="1478237"/>
                  </a:lnTo>
                  <a:lnTo>
                    <a:pt x="4985756" y="1478237"/>
                  </a:lnTo>
                  <a:lnTo>
                    <a:pt x="4985882" y="1478237"/>
                  </a:lnTo>
                  <a:lnTo>
                    <a:pt x="4986008" y="1478237"/>
                  </a:lnTo>
                  <a:lnTo>
                    <a:pt x="4986134" y="1478237"/>
                  </a:lnTo>
                  <a:lnTo>
                    <a:pt x="4986260" y="1478237"/>
                  </a:lnTo>
                  <a:lnTo>
                    <a:pt x="4986386" y="1478237"/>
                  </a:lnTo>
                  <a:lnTo>
                    <a:pt x="4986513" y="1478237"/>
                  </a:lnTo>
                  <a:lnTo>
                    <a:pt x="4986639" y="1478237"/>
                  </a:lnTo>
                  <a:lnTo>
                    <a:pt x="4986765" y="1478237"/>
                  </a:lnTo>
                  <a:lnTo>
                    <a:pt x="4986891" y="1478237"/>
                  </a:lnTo>
                  <a:lnTo>
                    <a:pt x="4987017" y="1478237"/>
                  </a:lnTo>
                  <a:lnTo>
                    <a:pt x="4987143" y="1478237"/>
                  </a:lnTo>
                  <a:lnTo>
                    <a:pt x="4987269" y="1478237"/>
                  </a:lnTo>
                  <a:lnTo>
                    <a:pt x="4987395" y="1478237"/>
                  </a:lnTo>
                  <a:lnTo>
                    <a:pt x="4987521" y="1478237"/>
                  </a:lnTo>
                  <a:lnTo>
                    <a:pt x="4987647" y="1478237"/>
                  </a:lnTo>
                  <a:lnTo>
                    <a:pt x="4987773" y="1478237"/>
                  </a:lnTo>
                  <a:lnTo>
                    <a:pt x="4987900" y="1478237"/>
                  </a:lnTo>
                  <a:lnTo>
                    <a:pt x="4988026" y="1478237"/>
                  </a:lnTo>
                  <a:lnTo>
                    <a:pt x="4988152" y="1478237"/>
                  </a:lnTo>
                  <a:lnTo>
                    <a:pt x="4988278" y="1478237"/>
                  </a:lnTo>
                  <a:lnTo>
                    <a:pt x="4988404" y="1478237"/>
                  </a:lnTo>
                  <a:lnTo>
                    <a:pt x="4988530" y="1478237"/>
                  </a:lnTo>
                  <a:lnTo>
                    <a:pt x="4988656" y="1478237"/>
                  </a:lnTo>
                  <a:lnTo>
                    <a:pt x="4988782" y="1478237"/>
                  </a:lnTo>
                  <a:lnTo>
                    <a:pt x="4988908" y="1478237"/>
                  </a:lnTo>
                  <a:lnTo>
                    <a:pt x="4989034" y="1478237"/>
                  </a:lnTo>
                  <a:lnTo>
                    <a:pt x="4989160" y="1478237"/>
                  </a:lnTo>
                  <a:lnTo>
                    <a:pt x="4989287" y="1478237"/>
                  </a:lnTo>
                  <a:lnTo>
                    <a:pt x="4989413" y="1478237"/>
                  </a:lnTo>
                  <a:lnTo>
                    <a:pt x="4989539" y="1478237"/>
                  </a:lnTo>
                  <a:lnTo>
                    <a:pt x="4989665" y="1478237"/>
                  </a:lnTo>
                  <a:lnTo>
                    <a:pt x="4989791" y="1478237"/>
                  </a:lnTo>
                  <a:lnTo>
                    <a:pt x="4989917" y="1478237"/>
                  </a:lnTo>
                  <a:lnTo>
                    <a:pt x="4990043" y="1478237"/>
                  </a:lnTo>
                  <a:lnTo>
                    <a:pt x="4990169" y="1478237"/>
                  </a:lnTo>
                  <a:lnTo>
                    <a:pt x="4990295" y="1478237"/>
                  </a:lnTo>
                  <a:lnTo>
                    <a:pt x="4990421" y="1478237"/>
                  </a:lnTo>
                  <a:lnTo>
                    <a:pt x="4990547" y="1478237"/>
                  </a:lnTo>
                  <a:lnTo>
                    <a:pt x="4990673" y="1478237"/>
                  </a:lnTo>
                  <a:lnTo>
                    <a:pt x="4990800" y="1478237"/>
                  </a:lnTo>
                  <a:lnTo>
                    <a:pt x="4990926" y="1478237"/>
                  </a:lnTo>
                  <a:lnTo>
                    <a:pt x="4991052" y="1478237"/>
                  </a:lnTo>
                  <a:lnTo>
                    <a:pt x="4991178" y="1478237"/>
                  </a:lnTo>
                  <a:lnTo>
                    <a:pt x="4991304" y="1478237"/>
                  </a:lnTo>
                  <a:lnTo>
                    <a:pt x="4991430" y="1478237"/>
                  </a:lnTo>
                  <a:lnTo>
                    <a:pt x="4991556" y="1478237"/>
                  </a:lnTo>
                  <a:lnTo>
                    <a:pt x="4991682" y="1478237"/>
                  </a:lnTo>
                  <a:lnTo>
                    <a:pt x="4991808" y="1478237"/>
                  </a:lnTo>
                  <a:lnTo>
                    <a:pt x="4991934" y="1478237"/>
                  </a:lnTo>
                  <a:lnTo>
                    <a:pt x="4992060" y="1478237"/>
                  </a:lnTo>
                  <a:lnTo>
                    <a:pt x="4992187" y="1478237"/>
                  </a:lnTo>
                  <a:lnTo>
                    <a:pt x="4992313" y="1478237"/>
                  </a:lnTo>
                  <a:lnTo>
                    <a:pt x="4992439" y="1478237"/>
                  </a:lnTo>
                  <a:lnTo>
                    <a:pt x="4992565" y="1478237"/>
                  </a:lnTo>
                  <a:lnTo>
                    <a:pt x="4992691" y="1478237"/>
                  </a:lnTo>
                  <a:lnTo>
                    <a:pt x="4992817" y="1478237"/>
                  </a:lnTo>
                  <a:lnTo>
                    <a:pt x="4992943" y="1478237"/>
                  </a:lnTo>
                  <a:lnTo>
                    <a:pt x="4993069" y="1478237"/>
                  </a:lnTo>
                  <a:lnTo>
                    <a:pt x="4993195" y="1478237"/>
                  </a:lnTo>
                  <a:lnTo>
                    <a:pt x="4993321" y="1478237"/>
                  </a:lnTo>
                  <a:lnTo>
                    <a:pt x="4993447" y="1478237"/>
                  </a:lnTo>
                  <a:lnTo>
                    <a:pt x="4993573" y="1478237"/>
                  </a:lnTo>
                  <a:lnTo>
                    <a:pt x="4993700" y="1478237"/>
                  </a:lnTo>
                  <a:lnTo>
                    <a:pt x="4993826" y="1478237"/>
                  </a:lnTo>
                  <a:lnTo>
                    <a:pt x="4993952" y="1478237"/>
                  </a:lnTo>
                  <a:lnTo>
                    <a:pt x="4994078" y="1478237"/>
                  </a:lnTo>
                  <a:lnTo>
                    <a:pt x="4994204" y="1478237"/>
                  </a:lnTo>
                  <a:lnTo>
                    <a:pt x="4994330" y="1478237"/>
                  </a:lnTo>
                  <a:lnTo>
                    <a:pt x="4994456" y="1478237"/>
                  </a:lnTo>
                  <a:lnTo>
                    <a:pt x="4994582" y="1478237"/>
                  </a:lnTo>
                  <a:lnTo>
                    <a:pt x="4994708" y="1478237"/>
                  </a:lnTo>
                  <a:lnTo>
                    <a:pt x="4994834" y="1478237"/>
                  </a:lnTo>
                  <a:lnTo>
                    <a:pt x="4994834" y="1472958"/>
                  </a:lnTo>
                  <a:lnTo>
                    <a:pt x="4994960" y="1472958"/>
                  </a:lnTo>
                  <a:lnTo>
                    <a:pt x="4995087" y="1472958"/>
                  </a:lnTo>
                  <a:lnTo>
                    <a:pt x="4995213" y="1472958"/>
                  </a:lnTo>
                  <a:lnTo>
                    <a:pt x="4995339" y="1472958"/>
                  </a:lnTo>
                  <a:lnTo>
                    <a:pt x="4995465" y="1472958"/>
                  </a:lnTo>
                  <a:lnTo>
                    <a:pt x="4995591" y="1472958"/>
                  </a:lnTo>
                  <a:lnTo>
                    <a:pt x="4995717" y="1472958"/>
                  </a:lnTo>
                  <a:lnTo>
                    <a:pt x="4995843" y="1472958"/>
                  </a:lnTo>
                  <a:lnTo>
                    <a:pt x="4995969" y="1472958"/>
                  </a:lnTo>
                  <a:lnTo>
                    <a:pt x="4996095" y="1472958"/>
                  </a:lnTo>
                  <a:lnTo>
                    <a:pt x="4996221" y="1472958"/>
                  </a:lnTo>
                  <a:lnTo>
                    <a:pt x="4996347" y="1472958"/>
                  </a:lnTo>
                  <a:lnTo>
                    <a:pt x="4996474" y="1472958"/>
                  </a:lnTo>
                  <a:lnTo>
                    <a:pt x="4996600" y="1472958"/>
                  </a:lnTo>
                  <a:lnTo>
                    <a:pt x="4996726" y="1472958"/>
                  </a:lnTo>
                  <a:lnTo>
                    <a:pt x="4996852" y="1472958"/>
                  </a:lnTo>
                  <a:lnTo>
                    <a:pt x="4996978" y="1472958"/>
                  </a:lnTo>
                  <a:lnTo>
                    <a:pt x="4997104" y="1472958"/>
                  </a:lnTo>
                  <a:lnTo>
                    <a:pt x="4997230" y="1472958"/>
                  </a:lnTo>
                  <a:lnTo>
                    <a:pt x="4997356" y="1472958"/>
                  </a:lnTo>
                  <a:lnTo>
                    <a:pt x="4997482" y="1472958"/>
                  </a:lnTo>
                  <a:lnTo>
                    <a:pt x="4997608" y="1472958"/>
                  </a:lnTo>
                  <a:lnTo>
                    <a:pt x="4997734" y="1472958"/>
                  </a:lnTo>
                  <a:lnTo>
                    <a:pt x="4997860" y="1472958"/>
                  </a:lnTo>
                  <a:lnTo>
                    <a:pt x="4997987" y="1472958"/>
                  </a:lnTo>
                  <a:lnTo>
                    <a:pt x="4998113" y="1472958"/>
                  </a:lnTo>
                  <a:lnTo>
                    <a:pt x="4998239" y="1472958"/>
                  </a:lnTo>
                  <a:lnTo>
                    <a:pt x="4998365" y="1472958"/>
                  </a:lnTo>
                  <a:lnTo>
                    <a:pt x="4998491" y="1472958"/>
                  </a:lnTo>
                  <a:lnTo>
                    <a:pt x="4998617" y="1472958"/>
                  </a:lnTo>
                  <a:lnTo>
                    <a:pt x="4998743" y="1472958"/>
                  </a:lnTo>
                  <a:lnTo>
                    <a:pt x="4998869" y="1472958"/>
                  </a:lnTo>
                  <a:lnTo>
                    <a:pt x="4998995" y="1472958"/>
                  </a:lnTo>
                  <a:lnTo>
                    <a:pt x="4999121" y="1472958"/>
                  </a:lnTo>
                  <a:lnTo>
                    <a:pt x="4999247" y="1472958"/>
                  </a:lnTo>
                  <a:lnTo>
                    <a:pt x="4999374" y="1472958"/>
                  </a:lnTo>
                  <a:lnTo>
                    <a:pt x="4999500" y="1472958"/>
                  </a:lnTo>
                  <a:lnTo>
                    <a:pt x="4999626" y="1472958"/>
                  </a:lnTo>
                  <a:lnTo>
                    <a:pt x="4999752" y="1472958"/>
                  </a:lnTo>
                  <a:lnTo>
                    <a:pt x="4999878" y="1472958"/>
                  </a:lnTo>
                  <a:lnTo>
                    <a:pt x="5000004" y="1472958"/>
                  </a:lnTo>
                  <a:lnTo>
                    <a:pt x="5000130" y="1472958"/>
                  </a:lnTo>
                  <a:lnTo>
                    <a:pt x="5000256" y="1472958"/>
                  </a:lnTo>
                  <a:lnTo>
                    <a:pt x="5000382" y="1472958"/>
                  </a:lnTo>
                  <a:lnTo>
                    <a:pt x="5000508" y="1472958"/>
                  </a:lnTo>
                  <a:lnTo>
                    <a:pt x="5000634" y="1472958"/>
                  </a:lnTo>
                  <a:lnTo>
                    <a:pt x="5000760" y="1472958"/>
                  </a:lnTo>
                  <a:lnTo>
                    <a:pt x="5000887" y="1472958"/>
                  </a:lnTo>
                  <a:lnTo>
                    <a:pt x="5001013" y="1472958"/>
                  </a:lnTo>
                  <a:lnTo>
                    <a:pt x="5001139" y="1472958"/>
                  </a:lnTo>
                  <a:lnTo>
                    <a:pt x="5001265" y="1472958"/>
                  </a:lnTo>
                  <a:lnTo>
                    <a:pt x="5001391" y="1472958"/>
                  </a:lnTo>
                  <a:lnTo>
                    <a:pt x="5001517" y="1472958"/>
                  </a:lnTo>
                  <a:lnTo>
                    <a:pt x="5001643" y="1472958"/>
                  </a:lnTo>
                  <a:lnTo>
                    <a:pt x="5001769" y="1472958"/>
                  </a:lnTo>
                  <a:lnTo>
                    <a:pt x="5001895" y="1472958"/>
                  </a:lnTo>
                  <a:lnTo>
                    <a:pt x="5002021" y="1472958"/>
                  </a:lnTo>
                  <a:lnTo>
                    <a:pt x="5002147" y="1472958"/>
                  </a:lnTo>
                  <a:lnTo>
                    <a:pt x="5002274" y="1472958"/>
                  </a:lnTo>
                  <a:lnTo>
                    <a:pt x="5002400" y="1472958"/>
                  </a:lnTo>
                  <a:lnTo>
                    <a:pt x="5002526" y="1472958"/>
                  </a:lnTo>
                  <a:lnTo>
                    <a:pt x="5002652" y="1472958"/>
                  </a:lnTo>
                  <a:lnTo>
                    <a:pt x="5002778" y="1472958"/>
                  </a:lnTo>
                  <a:lnTo>
                    <a:pt x="5002904" y="1472958"/>
                  </a:lnTo>
                  <a:lnTo>
                    <a:pt x="5003030" y="1472958"/>
                  </a:lnTo>
                  <a:lnTo>
                    <a:pt x="5003156" y="1472958"/>
                  </a:lnTo>
                  <a:lnTo>
                    <a:pt x="5003282" y="1472958"/>
                  </a:lnTo>
                  <a:lnTo>
                    <a:pt x="5003408" y="1472958"/>
                  </a:lnTo>
                  <a:lnTo>
                    <a:pt x="5003534" y="1472958"/>
                  </a:lnTo>
                  <a:lnTo>
                    <a:pt x="5003661" y="1472958"/>
                  </a:lnTo>
                  <a:lnTo>
                    <a:pt x="5003787" y="1472958"/>
                  </a:lnTo>
                  <a:lnTo>
                    <a:pt x="5003913" y="1472958"/>
                  </a:lnTo>
                  <a:lnTo>
                    <a:pt x="5004039" y="1472958"/>
                  </a:lnTo>
                  <a:lnTo>
                    <a:pt x="5004165" y="1472958"/>
                  </a:lnTo>
                  <a:lnTo>
                    <a:pt x="5004291" y="1472958"/>
                  </a:lnTo>
                  <a:lnTo>
                    <a:pt x="5004417" y="1472958"/>
                  </a:lnTo>
                  <a:lnTo>
                    <a:pt x="5004543" y="1472958"/>
                  </a:lnTo>
                  <a:lnTo>
                    <a:pt x="5004669" y="1472958"/>
                  </a:lnTo>
                  <a:lnTo>
                    <a:pt x="5004795" y="1472958"/>
                  </a:lnTo>
                  <a:lnTo>
                    <a:pt x="5004921" y="1472958"/>
                  </a:lnTo>
                  <a:lnTo>
                    <a:pt x="5005047" y="1472958"/>
                  </a:lnTo>
                  <a:lnTo>
                    <a:pt x="5005174" y="1472958"/>
                  </a:lnTo>
                  <a:lnTo>
                    <a:pt x="5005300" y="1472958"/>
                  </a:lnTo>
                  <a:lnTo>
                    <a:pt x="5005426" y="1472958"/>
                  </a:lnTo>
                  <a:lnTo>
                    <a:pt x="5005552" y="1472958"/>
                  </a:lnTo>
                  <a:lnTo>
                    <a:pt x="5005678" y="1472958"/>
                  </a:lnTo>
                  <a:lnTo>
                    <a:pt x="5005804" y="1472958"/>
                  </a:lnTo>
                  <a:lnTo>
                    <a:pt x="5005930" y="1472958"/>
                  </a:lnTo>
                  <a:lnTo>
                    <a:pt x="5006056" y="1472958"/>
                  </a:lnTo>
                  <a:lnTo>
                    <a:pt x="5006182" y="1472958"/>
                  </a:lnTo>
                  <a:lnTo>
                    <a:pt x="5006308" y="1472958"/>
                  </a:lnTo>
                  <a:lnTo>
                    <a:pt x="5006434" y="1472958"/>
                  </a:lnTo>
                  <a:lnTo>
                    <a:pt x="5006561" y="1472958"/>
                  </a:lnTo>
                  <a:lnTo>
                    <a:pt x="5006687" y="1472958"/>
                  </a:lnTo>
                  <a:lnTo>
                    <a:pt x="5006813" y="1472958"/>
                  </a:lnTo>
                  <a:lnTo>
                    <a:pt x="5006939" y="1472958"/>
                  </a:lnTo>
                  <a:lnTo>
                    <a:pt x="5007065" y="1472958"/>
                  </a:lnTo>
                  <a:lnTo>
                    <a:pt x="5007191" y="1472958"/>
                  </a:lnTo>
                  <a:lnTo>
                    <a:pt x="5007317" y="1472958"/>
                  </a:lnTo>
                  <a:lnTo>
                    <a:pt x="5007443" y="1472958"/>
                  </a:lnTo>
                  <a:lnTo>
                    <a:pt x="5007569" y="1472958"/>
                  </a:lnTo>
                  <a:lnTo>
                    <a:pt x="5007695" y="1472958"/>
                  </a:lnTo>
                  <a:lnTo>
                    <a:pt x="5007821" y="1472958"/>
                  </a:lnTo>
                  <a:lnTo>
                    <a:pt x="5007947" y="1472958"/>
                  </a:lnTo>
                  <a:lnTo>
                    <a:pt x="5008074" y="1472958"/>
                  </a:lnTo>
                  <a:lnTo>
                    <a:pt x="5008200" y="1472958"/>
                  </a:lnTo>
                  <a:lnTo>
                    <a:pt x="5008326" y="1472958"/>
                  </a:lnTo>
                  <a:lnTo>
                    <a:pt x="5008452" y="1472958"/>
                  </a:lnTo>
                  <a:lnTo>
                    <a:pt x="5008578" y="1472958"/>
                  </a:lnTo>
                  <a:lnTo>
                    <a:pt x="5008704" y="1472958"/>
                  </a:lnTo>
                  <a:lnTo>
                    <a:pt x="5008830" y="1472958"/>
                  </a:lnTo>
                  <a:lnTo>
                    <a:pt x="5008956" y="1472958"/>
                  </a:lnTo>
                  <a:lnTo>
                    <a:pt x="5009082" y="1472958"/>
                  </a:lnTo>
                  <a:lnTo>
                    <a:pt x="5009208" y="1472958"/>
                  </a:lnTo>
                  <a:lnTo>
                    <a:pt x="5009334" y="1472958"/>
                  </a:lnTo>
                  <a:lnTo>
                    <a:pt x="5009461" y="1472958"/>
                  </a:lnTo>
                  <a:lnTo>
                    <a:pt x="5009587" y="1472958"/>
                  </a:lnTo>
                  <a:lnTo>
                    <a:pt x="5009713" y="1472958"/>
                  </a:lnTo>
                  <a:lnTo>
                    <a:pt x="5009839" y="1472958"/>
                  </a:lnTo>
                  <a:lnTo>
                    <a:pt x="5009965" y="1472958"/>
                  </a:lnTo>
                  <a:lnTo>
                    <a:pt x="5010091" y="1472958"/>
                  </a:lnTo>
                  <a:lnTo>
                    <a:pt x="5010217" y="1472958"/>
                  </a:lnTo>
                  <a:lnTo>
                    <a:pt x="5010343" y="1472958"/>
                  </a:lnTo>
                  <a:lnTo>
                    <a:pt x="5010469" y="1472958"/>
                  </a:lnTo>
                  <a:lnTo>
                    <a:pt x="5010595" y="1472958"/>
                  </a:lnTo>
                  <a:lnTo>
                    <a:pt x="5010721" y="1472958"/>
                  </a:lnTo>
                  <a:lnTo>
                    <a:pt x="5010847" y="1472958"/>
                  </a:lnTo>
                  <a:lnTo>
                    <a:pt x="5010974" y="1472958"/>
                  </a:lnTo>
                  <a:lnTo>
                    <a:pt x="5011100" y="1472958"/>
                  </a:lnTo>
                  <a:lnTo>
                    <a:pt x="5011226" y="1472958"/>
                  </a:lnTo>
                  <a:lnTo>
                    <a:pt x="5011352" y="1472958"/>
                  </a:lnTo>
                  <a:lnTo>
                    <a:pt x="5011478" y="1472958"/>
                  </a:lnTo>
                  <a:lnTo>
                    <a:pt x="5011604" y="1472958"/>
                  </a:lnTo>
                  <a:lnTo>
                    <a:pt x="5011730" y="1472958"/>
                  </a:lnTo>
                  <a:lnTo>
                    <a:pt x="5011856" y="1472958"/>
                  </a:lnTo>
                  <a:lnTo>
                    <a:pt x="5011982" y="1472958"/>
                  </a:lnTo>
                  <a:lnTo>
                    <a:pt x="5012108" y="1472958"/>
                  </a:lnTo>
                  <a:lnTo>
                    <a:pt x="5012234" y="1472958"/>
                  </a:lnTo>
                  <a:lnTo>
                    <a:pt x="5012361" y="1472958"/>
                  </a:lnTo>
                  <a:lnTo>
                    <a:pt x="5012487" y="1472958"/>
                  </a:lnTo>
                  <a:lnTo>
                    <a:pt x="5012613" y="1472958"/>
                  </a:lnTo>
                  <a:lnTo>
                    <a:pt x="5012739" y="1472958"/>
                  </a:lnTo>
                  <a:lnTo>
                    <a:pt x="5012865" y="1472958"/>
                  </a:lnTo>
                  <a:lnTo>
                    <a:pt x="5012991" y="1472958"/>
                  </a:lnTo>
                  <a:lnTo>
                    <a:pt x="5013117" y="1472958"/>
                  </a:lnTo>
                  <a:lnTo>
                    <a:pt x="5013243" y="1472958"/>
                  </a:lnTo>
                  <a:lnTo>
                    <a:pt x="5013369" y="1472958"/>
                  </a:lnTo>
                  <a:lnTo>
                    <a:pt x="5013495" y="1472958"/>
                  </a:lnTo>
                  <a:lnTo>
                    <a:pt x="5013621" y="1472958"/>
                  </a:lnTo>
                  <a:lnTo>
                    <a:pt x="5013748" y="1472958"/>
                  </a:lnTo>
                  <a:lnTo>
                    <a:pt x="5013874" y="1472958"/>
                  </a:lnTo>
                  <a:lnTo>
                    <a:pt x="5014000" y="1472958"/>
                  </a:lnTo>
                  <a:lnTo>
                    <a:pt x="5014126" y="1472958"/>
                  </a:lnTo>
                  <a:lnTo>
                    <a:pt x="5014252" y="1472958"/>
                  </a:lnTo>
                  <a:lnTo>
                    <a:pt x="5014378" y="1472958"/>
                  </a:lnTo>
                  <a:lnTo>
                    <a:pt x="5014504" y="1472958"/>
                  </a:lnTo>
                  <a:lnTo>
                    <a:pt x="5014630" y="1472958"/>
                  </a:lnTo>
                  <a:lnTo>
                    <a:pt x="5014756" y="1472958"/>
                  </a:lnTo>
                  <a:lnTo>
                    <a:pt x="5014882" y="1472958"/>
                  </a:lnTo>
                  <a:lnTo>
                    <a:pt x="5015008" y="1472958"/>
                  </a:lnTo>
                  <a:lnTo>
                    <a:pt x="5015134" y="1472958"/>
                  </a:lnTo>
                  <a:lnTo>
                    <a:pt x="5015261" y="1472958"/>
                  </a:lnTo>
                  <a:lnTo>
                    <a:pt x="5015387" y="1472958"/>
                  </a:lnTo>
                  <a:lnTo>
                    <a:pt x="5015513" y="1472958"/>
                  </a:lnTo>
                  <a:lnTo>
                    <a:pt x="5015639" y="1472958"/>
                  </a:lnTo>
                  <a:lnTo>
                    <a:pt x="5015765" y="1472958"/>
                  </a:lnTo>
                  <a:lnTo>
                    <a:pt x="5015891" y="1472958"/>
                  </a:lnTo>
                  <a:lnTo>
                    <a:pt x="5016017" y="1472958"/>
                  </a:lnTo>
                  <a:lnTo>
                    <a:pt x="5016143" y="1472958"/>
                  </a:lnTo>
                  <a:lnTo>
                    <a:pt x="5016269" y="1472958"/>
                  </a:lnTo>
                  <a:lnTo>
                    <a:pt x="5016395" y="1472958"/>
                  </a:lnTo>
                  <a:lnTo>
                    <a:pt x="5016521" y="1472958"/>
                  </a:lnTo>
                  <a:lnTo>
                    <a:pt x="5016648" y="1472958"/>
                  </a:lnTo>
                  <a:lnTo>
                    <a:pt x="5016774" y="1472958"/>
                  </a:lnTo>
                  <a:lnTo>
                    <a:pt x="5016900" y="1472958"/>
                  </a:lnTo>
                  <a:lnTo>
                    <a:pt x="5017026" y="1472958"/>
                  </a:lnTo>
                  <a:lnTo>
                    <a:pt x="5017152" y="1472958"/>
                  </a:lnTo>
                  <a:lnTo>
                    <a:pt x="5017278" y="1472958"/>
                  </a:lnTo>
                  <a:lnTo>
                    <a:pt x="5017404" y="1472958"/>
                  </a:lnTo>
                  <a:lnTo>
                    <a:pt x="5017530" y="1472958"/>
                  </a:lnTo>
                  <a:lnTo>
                    <a:pt x="5017656" y="1472958"/>
                  </a:lnTo>
                  <a:lnTo>
                    <a:pt x="5017782" y="1472958"/>
                  </a:lnTo>
                  <a:lnTo>
                    <a:pt x="5017908" y="1472958"/>
                  </a:lnTo>
                  <a:lnTo>
                    <a:pt x="5018034" y="1472958"/>
                  </a:lnTo>
                  <a:lnTo>
                    <a:pt x="5018161" y="1472958"/>
                  </a:lnTo>
                  <a:lnTo>
                    <a:pt x="5018287" y="1472958"/>
                  </a:lnTo>
                  <a:lnTo>
                    <a:pt x="5018413" y="1472958"/>
                  </a:lnTo>
                  <a:lnTo>
                    <a:pt x="5018539" y="1472958"/>
                  </a:lnTo>
                  <a:lnTo>
                    <a:pt x="5018665" y="1472958"/>
                  </a:lnTo>
                  <a:lnTo>
                    <a:pt x="5018791" y="1472958"/>
                  </a:lnTo>
                  <a:lnTo>
                    <a:pt x="5018917" y="1472958"/>
                  </a:lnTo>
                  <a:lnTo>
                    <a:pt x="5019043" y="1472958"/>
                  </a:lnTo>
                  <a:lnTo>
                    <a:pt x="5019169" y="1472958"/>
                  </a:lnTo>
                  <a:lnTo>
                    <a:pt x="5019295" y="1472958"/>
                  </a:lnTo>
                  <a:lnTo>
                    <a:pt x="5019421" y="1472958"/>
                  </a:lnTo>
                  <a:lnTo>
                    <a:pt x="5019548" y="1472958"/>
                  </a:lnTo>
                  <a:lnTo>
                    <a:pt x="5019674" y="1472958"/>
                  </a:lnTo>
                  <a:lnTo>
                    <a:pt x="5019674" y="1467679"/>
                  </a:lnTo>
                  <a:lnTo>
                    <a:pt x="5019800" y="1467679"/>
                  </a:lnTo>
                  <a:lnTo>
                    <a:pt x="5019926" y="1467679"/>
                  </a:lnTo>
                  <a:lnTo>
                    <a:pt x="5020052" y="1467679"/>
                  </a:lnTo>
                  <a:lnTo>
                    <a:pt x="5020178" y="1467679"/>
                  </a:lnTo>
                  <a:lnTo>
                    <a:pt x="5020304" y="1467679"/>
                  </a:lnTo>
                  <a:lnTo>
                    <a:pt x="5020430" y="1467679"/>
                  </a:lnTo>
                  <a:lnTo>
                    <a:pt x="5020556" y="1467679"/>
                  </a:lnTo>
                  <a:lnTo>
                    <a:pt x="5020682" y="1467679"/>
                  </a:lnTo>
                  <a:lnTo>
                    <a:pt x="5020808" y="1467679"/>
                  </a:lnTo>
                  <a:lnTo>
                    <a:pt x="5020935" y="1467679"/>
                  </a:lnTo>
                  <a:lnTo>
                    <a:pt x="5021061" y="1467679"/>
                  </a:lnTo>
                  <a:lnTo>
                    <a:pt x="5021187" y="1467679"/>
                  </a:lnTo>
                  <a:lnTo>
                    <a:pt x="5021313" y="1467679"/>
                  </a:lnTo>
                  <a:lnTo>
                    <a:pt x="5021439" y="1467679"/>
                  </a:lnTo>
                  <a:lnTo>
                    <a:pt x="5021565" y="1467679"/>
                  </a:lnTo>
                  <a:lnTo>
                    <a:pt x="5021691" y="1467679"/>
                  </a:lnTo>
                  <a:lnTo>
                    <a:pt x="5021817" y="1467679"/>
                  </a:lnTo>
                  <a:lnTo>
                    <a:pt x="5021943" y="1467679"/>
                  </a:lnTo>
                  <a:lnTo>
                    <a:pt x="5022069" y="1467679"/>
                  </a:lnTo>
                  <a:lnTo>
                    <a:pt x="5022195" y="1467679"/>
                  </a:lnTo>
                  <a:lnTo>
                    <a:pt x="5022321" y="1467679"/>
                  </a:lnTo>
                  <a:lnTo>
                    <a:pt x="5022448" y="1467679"/>
                  </a:lnTo>
                  <a:lnTo>
                    <a:pt x="5022574" y="1467679"/>
                  </a:lnTo>
                  <a:lnTo>
                    <a:pt x="5022700" y="1467679"/>
                  </a:lnTo>
                  <a:lnTo>
                    <a:pt x="5022826" y="1467679"/>
                  </a:lnTo>
                  <a:lnTo>
                    <a:pt x="5022952" y="1467679"/>
                  </a:lnTo>
                  <a:lnTo>
                    <a:pt x="5023078" y="1467679"/>
                  </a:lnTo>
                  <a:lnTo>
                    <a:pt x="5023204" y="1467679"/>
                  </a:lnTo>
                  <a:lnTo>
                    <a:pt x="5023330" y="1467679"/>
                  </a:lnTo>
                  <a:lnTo>
                    <a:pt x="5023456" y="1467679"/>
                  </a:lnTo>
                  <a:lnTo>
                    <a:pt x="5023582" y="1467679"/>
                  </a:lnTo>
                  <a:lnTo>
                    <a:pt x="5023708" y="1467679"/>
                  </a:lnTo>
                  <a:lnTo>
                    <a:pt x="5023835" y="1467679"/>
                  </a:lnTo>
                  <a:lnTo>
                    <a:pt x="5023961" y="1467679"/>
                  </a:lnTo>
                  <a:lnTo>
                    <a:pt x="5024087" y="1467679"/>
                  </a:lnTo>
                  <a:lnTo>
                    <a:pt x="5024213" y="1467679"/>
                  </a:lnTo>
                  <a:lnTo>
                    <a:pt x="5024339" y="1467679"/>
                  </a:lnTo>
                  <a:lnTo>
                    <a:pt x="5024465" y="1467679"/>
                  </a:lnTo>
                  <a:lnTo>
                    <a:pt x="5024591" y="1467679"/>
                  </a:lnTo>
                  <a:lnTo>
                    <a:pt x="5024717" y="1467679"/>
                  </a:lnTo>
                  <a:lnTo>
                    <a:pt x="5024843" y="1467679"/>
                  </a:lnTo>
                  <a:lnTo>
                    <a:pt x="5024969" y="1467679"/>
                  </a:lnTo>
                  <a:lnTo>
                    <a:pt x="5025095" y="1467679"/>
                  </a:lnTo>
                  <a:lnTo>
                    <a:pt x="5025221" y="1467679"/>
                  </a:lnTo>
                  <a:lnTo>
                    <a:pt x="5025348" y="1467679"/>
                  </a:lnTo>
                  <a:lnTo>
                    <a:pt x="5025474" y="1467679"/>
                  </a:lnTo>
                  <a:lnTo>
                    <a:pt x="5025600" y="1467679"/>
                  </a:lnTo>
                  <a:lnTo>
                    <a:pt x="5025726" y="1467679"/>
                  </a:lnTo>
                  <a:lnTo>
                    <a:pt x="5025726" y="1462399"/>
                  </a:lnTo>
                  <a:lnTo>
                    <a:pt x="5025852" y="1462399"/>
                  </a:lnTo>
                  <a:lnTo>
                    <a:pt x="5025978" y="1462399"/>
                  </a:lnTo>
                  <a:lnTo>
                    <a:pt x="5026104" y="1462399"/>
                  </a:lnTo>
                  <a:lnTo>
                    <a:pt x="5026230" y="1462399"/>
                  </a:lnTo>
                  <a:lnTo>
                    <a:pt x="5026356" y="1462399"/>
                  </a:lnTo>
                  <a:lnTo>
                    <a:pt x="5026482" y="1462399"/>
                  </a:lnTo>
                  <a:lnTo>
                    <a:pt x="5026608" y="1462399"/>
                  </a:lnTo>
                  <a:lnTo>
                    <a:pt x="5026735" y="1462399"/>
                  </a:lnTo>
                  <a:lnTo>
                    <a:pt x="5026861" y="1462399"/>
                  </a:lnTo>
                  <a:lnTo>
                    <a:pt x="5026987" y="1462399"/>
                  </a:lnTo>
                  <a:lnTo>
                    <a:pt x="5027113" y="1462399"/>
                  </a:lnTo>
                  <a:lnTo>
                    <a:pt x="5027239" y="1462399"/>
                  </a:lnTo>
                  <a:lnTo>
                    <a:pt x="5027239" y="1457120"/>
                  </a:lnTo>
                  <a:lnTo>
                    <a:pt x="5027365" y="1457120"/>
                  </a:lnTo>
                  <a:lnTo>
                    <a:pt x="5027491" y="1457120"/>
                  </a:lnTo>
                  <a:lnTo>
                    <a:pt x="5027491" y="1451840"/>
                  </a:lnTo>
                  <a:lnTo>
                    <a:pt x="5027617" y="1451840"/>
                  </a:lnTo>
                  <a:lnTo>
                    <a:pt x="5027743" y="1451840"/>
                  </a:lnTo>
                  <a:lnTo>
                    <a:pt x="5027869" y="1451840"/>
                  </a:lnTo>
                  <a:lnTo>
                    <a:pt x="5027995" y="1451840"/>
                  </a:lnTo>
                  <a:lnTo>
                    <a:pt x="5028121" y="1451840"/>
                  </a:lnTo>
                  <a:lnTo>
                    <a:pt x="5028248" y="1451840"/>
                  </a:lnTo>
                  <a:lnTo>
                    <a:pt x="5028374" y="1451840"/>
                  </a:lnTo>
                  <a:lnTo>
                    <a:pt x="5028500" y="1451840"/>
                  </a:lnTo>
                  <a:lnTo>
                    <a:pt x="5028626" y="1451840"/>
                  </a:lnTo>
                  <a:lnTo>
                    <a:pt x="5028752" y="1451840"/>
                  </a:lnTo>
                  <a:lnTo>
                    <a:pt x="5028878" y="1451840"/>
                  </a:lnTo>
                  <a:lnTo>
                    <a:pt x="5029004" y="1451840"/>
                  </a:lnTo>
                  <a:lnTo>
                    <a:pt x="5029130" y="1451840"/>
                  </a:lnTo>
                  <a:lnTo>
                    <a:pt x="5029256" y="1451840"/>
                  </a:lnTo>
                  <a:lnTo>
                    <a:pt x="5029382" y="1451840"/>
                  </a:lnTo>
                  <a:lnTo>
                    <a:pt x="5029508" y="1451840"/>
                  </a:lnTo>
                  <a:lnTo>
                    <a:pt x="5029635" y="1451840"/>
                  </a:lnTo>
                  <a:lnTo>
                    <a:pt x="5029761" y="1451840"/>
                  </a:lnTo>
                  <a:lnTo>
                    <a:pt x="5029887" y="1451840"/>
                  </a:lnTo>
                  <a:lnTo>
                    <a:pt x="5030013" y="1451840"/>
                  </a:lnTo>
                  <a:lnTo>
                    <a:pt x="5030139" y="1451840"/>
                  </a:lnTo>
                  <a:lnTo>
                    <a:pt x="5030265" y="1451840"/>
                  </a:lnTo>
                  <a:lnTo>
                    <a:pt x="5030391" y="1451840"/>
                  </a:lnTo>
                  <a:lnTo>
                    <a:pt x="5030517" y="1451840"/>
                  </a:lnTo>
                  <a:lnTo>
                    <a:pt x="5030643" y="1451840"/>
                  </a:lnTo>
                  <a:lnTo>
                    <a:pt x="5030769" y="1451840"/>
                  </a:lnTo>
                  <a:lnTo>
                    <a:pt x="5030895" y="1451840"/>
                  </a:lnTo>
                  <a:lnTo>
                    <a:pt x="5031022" y="1451840"/>
                  </a:lnTo>
                  <a:lnTo>
                    <a:pt x="5031148" y="1451840"/>
                  </a:lnTo>
                  <a:lnTo>
                    <a:pt x="5031274" y="1451840"/>
                  </a:lnTo>
                  <a:lnTo>
                    <a:pt x="5031400" y="1451840"/>
                  </a:lnTo>
                  <a:lnTo>
                    <a:pt x="5031526" y="1451840"/>
                  </a:lnTo>
                  <a:lnTo>
                    <a:pt x="5031652" y="1451840"/>
                  </a:lnTo>
                  <a:lnTo>
                    <a:pt x="5031778" y="1451840"/>
                  </a:lnTo>
                  <a:lnTo>
                    <a:pt x="5031904" y="1451840"/>
                  </a:lnTo>
                  <a:lnTo>
                    <a:pt x="5032030" y="1451840"/>
                  </a:lnTo>
                  <a:lnTo>
                    <a:pt x="5032156" y="1451840"/>
                  </a:lnTo>
                  <a:lnTo>
                    <a:pt x="5032282" y="1451840"/>
                  </a:lnTo>
                  <a:lnTo>
                    <a:pt x="5032408" y="1451840"/>
                  </a:lnTo>
                  <a:lnTo>
                    <a:pt x="5032535" y="1451840"/>
                  </a:lnTo>
                  <a:lnTo>
                    <a:pt x="5032661" y="1451840"/>
                  </a:lnTo>
                  <a:lnTo>
                    <a:pt x="5032787" y="1451840"/>
                  </a:lnTo>
                  <a:lnTo>
                    <a:pt x="5032913" y="1451840"/>
                  </a:lnTo>
                  <a:lnTo>
                    <a:pt x="5033039" y="1451840"/>
                  </a:lnTo>
                  <a:lnTo>
                    <a:pt x="5033165" y="1451840"/>
                  </a:lnTo>
                  <a:lnTo>
                    <a:pt x="5033291" y="1451840"/>
                  </a:lnTo>
                  <a:lnTo>
                    <a:pt x="5033417" y="1451840"/>
                  </a:lnTo>
                  <a:lnTo>
                    <a:pt x="5033543" y="1451840"/>
                  </a:lnTo>
                  <a:lnTo>
                    <a:pt x="5033669" y="1451840"/>
                  </a:lnTo>
                  <a:lnTo>
                    <a:pt x="5033795" y="1451840"/>
                  </a:lnTo>
                  <a:lnTo>
                    <a:pt x="5033922" y="1451840"/>
                  </a:lnTo>
                  <a:lnTo>
                    <a:pt x="5034048" y="1451840"/>
                  </a:lnTo>
                  <a:lnTo>
                    <a:pt x="5034174" y="1451840"/>
                  </a:lnTo>
                  <a:lnTo>
                    <a:pt x="5034300" y="1451840"/>
                  </a:lnTo>
                  <a:lnTo>
                    <a:pt x="5034426" y="1451840"/>
                  </a:lnTo>
                  <a:lnTo>
                    <a:pt x="5034552" y="1451840"/>
                  </a:lnTo>
                  <a:lnTo>
                    <a:pt x="5034678" y="1451840"/>
                  </a:lnTo>
                  <a:lnTo>
                    <a:pt x="5034804" y="1451840"/>
                  </a:lnTo>
                  <a:lnTo>
                    <a:pt x="5034930" y="1451840"/>
                  </a:lnTo>
                  <a:lnTo>
                    <a:pt x="5035056" y="1451840"/>
                  </a:lnTo>
                  <a:lnTo>
                    <a:pt x="5035182" y="1451840"/>
                  </a:lnTo>
                  <a:lnTo>
                    <a:pt x="5035308" y="1451840"/>
                  </a:lnTo>
                  <a:lnTo>
                    <a:pt x="5035435" y="1451840"/>
                  </a:lnTo>
                  <a:lnTo>
                    <a:pt x="5035561" y="1451840"/>
                  </a:lnTo>
                  <a:lnTo>
                    <a:pt x="5035687" y="1451840"/>
                  </a:lnTo>
                  <a:lnTo>
                    <a:pt x="5035813" y="1451840"/>
                  </a:lnTo>
                  <a:lnTo>
                    <a:pt x="5035939" y="1451840"/>
                  </a:lnTo>
                  <a:lnTo>
                    <a:pt x="5036065" y="1451840"/>
                  </a:lnTo>
                  <a:lnTo>
                    <a:pt x="5036191" y="1451840"/>
                  </a:lnTo>
                  <a:lnTo>
                    <a:pt x="5036317" y="1451840"/>
                  </a:lnTo>
                  <a:lnTo>
                    <a:pt x="5036443" y="1451840"/>
                  </a:lnTo>
                  <a:lnTo>
                    <a:pt x="5036569" y="1451840"/>
                  </a:lnTo>
                  <a:lnTo>
                    <a:pt x="5036695" y="1451840"/>
                  </a:lnTo>
                  <a:lnTo>
                    <a:pt x="5036822" y="1451840"/>
                  </a:lnTo>
                  <a:lnTo>
                    <a:pt x="5036948" y="1451840"/>
                  </a:lnTo>
                  <a:lnTo>
                    <a:pt x="5037074" y="1451840"/>
                  </a:lnTo>
                  <a:lnTo>
                    <a:pt x="5037200" y="1451840"/>
                  </a:lnTo>
                  <a:lnTo>
                    <a:pt x="5037326" y="1451840"/>
                  </a:lnTo>
                  <a:lnTo>
                    <a:pt x="5037452" y="1451840"/>
                  </a:lnTo>
                  <a:lnTo>
                    <a:pt x="5037578" y="1451840"/>
                  </a:lnTo>
                  <a:lnTo>
                    <a:pt x="5037704" y="1451840"/>
                  </a:lnTo>
                  <a:lnTo>
                    <a:pt x="5037830" y="1451840"/>
                  </a:lnTo>
                  <a:lnTo>
                    <a:pt x="5037956" y="1451840"/>
                  </a:lnTo>
                  <a:lnTo>
                    <a:pt x="5038082" y="1451840"/>
                  </a:lnTo>
                  <a:lnTo>
                    <a:pt x="5038209" y="1451840"/>
                  </a:lnTo>
                  <a:lnTo>
                    <a:pt x="5038335" y="1451840"/>
                  </a:lnTo>
                  <a:lnTo>
                    <a:pt x="5038461" y="1451840"/>
                  </a:lnTo>
                  <a:lnTo>
                    <a:pt x="5038587" y="1451840"/>
                  </a:lnTo>
                  <a:lnTo>
                    <a:pt x="5038713" y="1451840"/>
                  </a:lnTo>
                  <a:lnTo>
                    <a:pt x="5038839" y="1451840"/>
                  </a:lnTo>
                  <a:lnTo>
                    <a:pt x="5038965" y="1451840"/>
                  </a:lnTo>
                  <a:lnTo>
                    <a:pt x="5039091" y="1451840"/>
                  </a:lnTo>
                  <a:lnTo>
                    <a:pt x="5039217" y="1451840"/>
                  </a:lnTo>
                  <a:lnTo>
                    <a:pt x="5039343" y="1451840"/>
                  </a:lnTo>
                  <a:lnTo>
                    <a:pt x="5039469" y="1451840"/>
                  </a:lnTo>
                  <a:lnTo>
                    <a:pt x="5039595" y="1451840"/>
                  </a:lnTo>
                  <a:lnTo>
                    <a:pt x="5039722" y="1451840"/>
                  </a:lnTo>
                  <a:lnTo>
                    <a:pt x="5039848" y="1451840"/>
                  </a:lnTo>
                  <a:lnTo>
                    <a:pt x="5039974" y="1451840"/>
                  </a:lnTo>
                  <a:lnTo>
                    <a:pt x="5040100" y="1451840"/>
                  </a:lnTo>
                  <a:lnTo>
                    <a:pt x="5040226" y="1451840"/>
                  </a:lnTo>
                  <a:lnTo>
                    <a:pt x="5040352" y="1451840"/>
                  </a:lnTo>
                  <a:lnTo>
                    <a:pt x="5040478" y="1451840"/>
                  </a:lnTo>
                  <a:lnTo>
                    <a:pt x="5040604" y="1451840"/>
                  </a:lnTo>
                  <a:lnTo>
                    <a:pt x="5040730" y="1451840"/>
                  </a:lnTo>
                  <a:lnTo>
                    <a:pt x="5040856" y="1451840"/>
                  </a:lnTo>
                  <a:lnTo>
                    <a:pt x="5040982" y="1451840"/>
                  </a:lnTo>
                  <a:lnTo>
                    <a:pt x="5041109" y="1451840"/>
                  </a:lnTo>
                  <a:lnTo>
                    <a:pt x="5041235" y="1451840"/>
                  </a:lnTo>
                  <a:lnTo>
                    <a:pt x="5041361" y="1451840"/>
                  </a:lnTo>
                  <a:lnTo>
                    <a:pt x="5041487" y="1451840"/>
                  </a:lnTo>
                  <a:lnTo>
                    <a:pt x="5041613" y="1451840"/>
                  </a:lnTo>
                  <a:lnTo>
                    <a:pt x="5041739" y="1451840"/>
                  </a:lnTo>
                  <a:lnTo>
                    <a:pt x="5041865" y="1451840"/>
                  </a:lnTo>
                  <a:lnTo>
                    <a:pt x="5041991" y="1451840"/>
                  </a:lnTo>
                  <a:lnTo>
                    <a:pt x="5042117" y="1451840"/>
                  </a:lnTo>
                  <a:lnTo>
                    <a:pt x="5042243" y="1451840"/>
                  </a:lnTo>
                  <a:lnTo>
                    <a:pt x="5042369" y="1451840"/>
                  </a:lnTo>
                  <a:lnTo>
                    <a:pt x="5042495" y="1451840"/>
                  </a:lnTo>
                  <a:lnTo>
                    <a:pt x="5042622" y="1451840"/>
                  </a:lnTo>
                  <a:lnTo>
                    <a:pt x="5042748" y="1451840"/>
                  </a:lnTo>
                  <a:lnTo>
                    <a:pt x="5042874" y="1451840"/>
                  </a:lnTo>
                  <a:lnTo>
                    <a:pt x="5043000" y="1451840"/>
                  </a:lnTo>
                  <a:lnTo>
                    <a:pt x="5043126" y="1451840"/>
                  </a:lnTo>
                  <a:lnTo>
                    <a:pt x="5043252" y="1451840"/>
                  </a:lnTo>
                  <a:lnTo>
                    <a:pt x="5043378" y="1451840"/>
                  </a:lnTo>
                  <a:lnTo>
                    <a:pt x="5043504" y="1451840"/>
                  </a:lnTo>
                  <a:lnTo>
                    <a:pt x="5043630" y="1451840"/>
                  </a:lnTo>
                  <a:lnTo>
                    <a:pt x="5043756" y="1451840"/>
                  </a:lnTo>
                  <a:lnTo>
                    <a:pt x="5043882" y="1451840"/>
                  </a:lnTo>
                  <a:lnTo>
                    <a:pt x="5044009" y="1451840"/>
                  </a:lnTo>
                  <a:lnTo>
                    <a:pt x="5044135" y="1451840"/>
                  </a:lnTo>
                  <a:lnTo>
                    <a:pt x="5044261" y="1451840"/>
                  </a:lnTo>
                  <a:lnTo>
                    <a:pt x="5044387" y="1451840"/>
                  </a:lnTo>
                  <a:lnTo>
                    <a:pt x="5044513" y="1451840"/>
                  </a:lnTo>
                  <a:lnTo>
                    <a:pt x="5044513" y="1446561"/>
                  </a:lnTo>
                  <a:lnTo>
                    <a:pt x="5044639" y="1446561"/>
                  </a:lnTo>
                  <a:lnTo>
                    <a:pt x="5044765" y="1446561"/>
                  </a:lnTo>
                  <a:lnTo>
                    <a:pt x="5044891" y="1446561"/>
                  </a:lnTo>
                  <a:lnTo>
                    <a:pt x="5045017" y="1446561"/>
                  </a:lnTo>
                  <a:lnTo>
                    <a:pt x="5045143" y="1446561"/>
                  </a:lnTo>
                  <a:lnTo>
                    <a:pt x="5045269" y="1446561"/>
                  </a:lnTo>
                  <a:lnTo>
                    <a:pt x="5045396" y="1446561"/>
                  </a:lnTo>
                  <a:lnTo>
                    <a:pt x="5045522" y="1446561"/>
                  </a:lnTo>
                  <a:lnTo>
                    <a:pt x="5045648" y="1446561"/>
                  </a:lnTo>
                  <a:lnTo>
                    <a:pt x="5045774" y="1446561"/>
                  </a:lnTo>
                  <a:lnTo>
                    <a:pt x="5045900" y="1446561"/>
                  </a:lnTo>
                  <a:lnTo>
                    <a:pt x="5046026" y="1446561"/>
                  </a:lnTo>
                  <a:lnTo>
                    <a:pt x="5046152" y="1446561"/>
                  </a:lnTo>
                  <a:lnTo>
                    <a:pt x="5046278" y="1446561"/>
                  </a:lnTo>
                  <a:lnTo>
                    <a:pt x="5046404" y="1446561"/>
                  </a:lnTo>
                  <a:lnTo>
                    <a:pt x="5046530" y="1446561"/>
                  </a:lnTo>
                  <a:lnTo>
                    <a:pt x="5046656" y="1446561"/>
                  </a:lnTo>
                  <a:lnTo>
                    <a:pt x="5046782" y="1446561"/>
                  </a:lnTo>
                  <a:lnTo>
                    <a:pt x="5046909" y="1446561"/>
                  </a:lnTo>
                  <a:lnTo>
                    <a:pt x="5047035" y="1446561"/>
                  </a:lnTo>
                  <a:lnTo>
                    <a:pt x="5047161" y="1446561"/>
                  </a:lnTo>
                  <a:lnTo>
                    <a:pt x="5047287" y="1446561"/>
                  </a:lnTo>
                  <a:lnTo>
                    <a:pt x="5047413" y="1446561"/>
                  </a:lnTo>
                  <a:lnTo>
                    <a:pt x="5047539" y="1446561"/>
                  </a:lnTo>
                  <a:lnTo>
                    <a:pt x="5047665" y="1446561"/>
                  </a:lnTo>
                  <a:lnTo>
                    <a:pt x="5047791" y="1446561"/>
                  </a:lnTo>
                  <a:lnTo>
                    <a:pt x="5047917" y="1446561"/>
                  </a:lnTo>
                  <a:lnTo>
                    <a:pt x="5048043" y="1446561"/>
                  </a:lnTo>
                  <a:lnTo>
                    <a:pt x="5048169" y="1446561"/>
                  </a:lnTo>
                  <a:lnTo>
                    <a:pt x="5048296" y="1446561"/>
                  </a:lnTo>
                  <a:lnTo>
                    <a:pt x="5048422" y="1446561"/>
                  </a:lnTo>
                  <a:lnTo>
                    <a:pt x="5048548" y="1446561"/>
                  </a:lnTo>
                  <a:lnTo>
                    <a:pt x="5048674" y="1446561"/>
                  </a:lnTo>
                  <a:lnTo>
                    <a:pt x="5048800" y="1446561"/>
                  </a:lnTo>
                  <a:lnTo>
                    <a:pt x="5048926" y="1446561"/>
                  </a:lnTo>
                  <a:lnTo>
                    <a:pt x="5049052" y="1446561"/>
                  </a:lnTo>
                  <a:lnTo>
                    <a:pt x="5049178" y="1446561"/>
                  </a:lnTo>
                  <a:lnTo>
                    <a:pt x="5049304" y="1446561"/>
                  </a:lnTo>
                  <a:lnTo>
                    <a:pt x="5049430" y="1446561"/>
                  </a:lnTo>
                  <a:lnTo>
                    <a:pt x="5049556" y="1446561"/>
                  </a:lnTo>
                  <a:lnTo>
                    <a:pt x="5049682" y="1446561"/>
                  </a:lnTo>
                  <a:lnTo>
                    <a:pt x="5049809" y="1446561"/>
                  </a:lnTo>
                  <a:lnTo>
                    <a:pt x="5049935" y="1446561"/>
                  </a:lnTo>
                  <a:lnTo>
                    <a:pt x="5050061" y="1446561"/>
                  </a:lnTo>
                  <a:lnTo>
                    <a:pt x="5050187" y="1446561"/>
                  </a:lnTo>
                  <a:lnTo>
                    <a:pt x="5050313" y="1446561"/>
                  </a:lnTo>
                  <a:lnTo>
                    <a:pt x="5050439" y="1446561"/>
                  </a:lnTo>
                  <a:lnTo>
                    <a:pt x="5050565" y="1446561"/>
                  </a:lnTo>
                  <a:lnTo>
                    <a:pt x="5050691" y="1446561"/>
                  </a:lnTo>
                  <a:lnTo>
                    <a:pt x="5050817" y="1446561"/>
                  </a:lnTo>
                  <a:lnTo>
                    <a:pt x="5050943" y="1446561"/>
                  </a:lnTo>
                  <a:lnTo>
                    <a:pt x="5051069" y="1446561"/>
                  </a:lnTo>
                  <a:lnTo>
                    <a:pt x="5051196" y="1446561"/>
                  </a:lnTo>
                  <a:lnTo>
                    <a:pt x="5051322" y="1446561"/>
                  </a:lnTo>
                  <a:lnTo>
                    <a:pt x="5051448" y="1446561"/>
                  </a:lnTo>
                  <a:lnTo>
                    <a:pt x="5051574" y="1446561"/>
                  </a:lnTo>
                  <a:lnTo>
                    <a:pt x="5051700" y="1446561"/>
                  </a:lnTo>
                  <a:lnTo>
                    <a:pt x="5051826" y="1446561"/>
                  </a:lnTo>
                  <a:lnTo>
                    <a:pt x="5051952" y="1446561"/>
                  </a:lnTo>
                  <a:lnTo>
                    <a:pt x="5052078" y="1446561"/>
                  </a:lnTo>
                  <a:lnTo>
                    <a:pt x="5052204" y="1446561"/>
                  </a:lnTo>
                  <a:lnTo>
                    <a:pt x="5052330" y="1446561"/>
                  </a:lnTo>
                  <a:lnTo>
                    <a:pt x="5052456" y="1446561"/>
                  </a:lnTo>
                  <a:lnTo>
                    <a:pt x="5052456" y="1441282"/>
                  </a:lnTo>
                  <a:lnTo>
                    <a:pt x="5052582" y="1441282"/>
                  </a:lnTo>
                  <a:lnTo>
                    <a:pt x="5052709" y="1441282"/>
                  </a:lnTo>
                  <a:lnTo>
                    <a:pt x="5052835" y="1441282"/>
                  </a:lnTo>
                  <a:lnTo>
                    <a:pt x="5052835" y="1436002"/>
                  </a:lnTo>
                  <a:lnTo>
                    <a:pt x="5052961" y="1436002"/>
                  </a:lnTo>
                  <a:lnTo>
                    <a:pt x="5053087" y="1436002"/>
                  </a:lnTo>
                  <a:lnTo>
                    <a:pt x="5053213" y="1436002"/>
                  </a:lnTo>
                  <a:lnTo>
                    <a:pt x="5053339" y="1436002"/>
                  </a:lnTo>
                  <a:lnTo>
                    <a:pt x="5053465" y="1436002"/>
                  </a:lnTo>
                  <a:lnTo>
                    <a:pt x="5053591" y="1436002"/>
                  </a:lnTo>
                  <a:lnTo>
                    <a:pt x="5053717" y="1436002"/>
                  </a:lnTo>
                  <a:lnTo>
                    <a:pt x="5053843" y="1436002"/>
                  </a:lnTo>
                  <a:lnTo>
                    <a:pt x="5053969" y="1436002"/>
                  </a:lnTo>
                  <a:lnTo>
                    <a:pt x="5054096" y="1436002"/>
                  </a:lnTo>
                  <a:lnTo>
                    <a:pt x="5054222" y="1436002"/>
                  </a:lnTo>
                  <a:lnTo>
                    <a:pt x="5054348" y="1436002"/>
                  </a:lnTo>
                  <a:lnTo>
                    <a:pt x="5054474" y="1436002"/>
                  </a:lnTo>
                  <a:lnTo>
                    <a:pt x="5054600" y="1436002"/>
                  </a:lnTo>
                  <a:lnTo>
                    <a:pt x="5054726" y="1436002"/>
                  </a:lnTo>
                  <a:lnTo>
                    <a:pt x="5054852" y="1436002"/>
                  </a:lnTo>
                  <a:lnTo>
                    <a:pt x="5054978" y="1436002"/>
                  </a:lnTo>
                  <a:lnTo>
                    <a:pt x="5055104" y="1436002"/>
                  </a:lnTo>
                  <a:lnTo>
                    <a:pt x="5055230" y="1436002"/>
                  </a:lnTo>
                  <a:lnTo>
                    <a:pt x="5055356" y="1436002"/>
                  </a:lnTo>
                  <a:lnTo>
                    <a:pt x="5055483" y="1436002"/>
                  </a:lnTo>
                  <a:lnTo>
                    <a:pt x="5055609" y="1436002"/>
                  </a:lnTo>
                  <a:lnTo>
                    <a:pt x="5055735" y="1436002"/>
                  </a:lnTo>
                  <a:lnTo>
                    <a:pt x="5055861" y="1436002"/>
                  </a:lnTo>
                  <a:lnTo>
                    <a:pt x="5055987" y="1436002"/>
                  </a:lnTo>
                  <a:lnTo>
                    <a:pt x="5056113" y="1436002"/>
                  </a:lnTo>
                  <a:lnTo>
                    <a:pt x="5056239" y="1436002"/>
                  </a:lnTo>
                  <a:lnTo>
                    <a:pt x="5056365" y="1436002"/>
                  </a:lnTo>
                  <a:lnTo>
                    <a:pt x="5056491" y="1436002"/>
                  </a:lnTo>
                  <a:lnTo>
                    <a:pt x="5056617" y="1436002"/>
                  </a:lnTo>
                  <a:lnTo>
                    <a:pt x="5056743" y="1436002"/>
                  </a:lnTo>
                  <a:lnTo>
                    <a:pt x="5056869" y="1436002"/>
                  </a:lnTo>
                  <a:lnTo>
                    <a:pt x="5056996" y="1436002"/>
                  </a:lnTo>
                  <a:lnTo>
                    <a:pt x="5057122" y="1436002"/>
                  </a:lnTo>
                  <a:lnTo>
                    <a:pt x="5057248" y="1436002"/>
                  </a:lnTo>
                  <a:lnTo>
                    <a:pt x="5057374" y="1436002"/>
                  </a:lnTo>
                  <a:lnTo>
                    <a:pt x="5057500" y="1436002"/>
                  </a:lnTo>
                  <a:lnTo>
                    <a:pt x="5057626" y="1436002"/>
                  </a:lnTo>
                  <a:lnTo>
                    <a:pt x="5057752" y="1436002"/>
                  </a:lnTo>
                  <a:lnTo>
                    <a:pt x="5057878" y="1436002"/>
                  </a:lnTo>
                  <a:lnTo>
                    <a:pt x="5058004" y="1436002"/>
                  </a:lnTo>
                  <a:lnTo>
                    <a:pt x="5058130" y="1436002"/>
                  </a:lnTo>
                  <a:lnTo>
                    <a:pt x="5058256" y="1436002"/>
                  </a:lnTo>
                  <a:lnTo>
                    <a:pt x="5058383" y="1436002"/>
                  </a:lnTo>
                  <a:lnTo>
                    <a:pt x="5058509" y="1436002"/>
                  </a:lnTo>
                  <a:lnTo>
                    <a:pt x="5058635" y="1436002"/>
                  </a:lnTo>
                  <a:lnTo>
                    <a:pt x="5058761" y="1436002"/>
                  </a:lnTo>
                  <a:lnTo>
                    <a:pt x="5058887" y="1436002"/>
                  </a:lnTo>
                  <a:lnTo>
                    <a:pt x="5059013" y="1436002"/>
                  </a:lnTo>
                  <a:lnTo>
                    <a:pt x="5059139" y="1436002"/>
                  </a:lnTo>
                  <a:lnTo>
                    <a:pt x="5059265" y="1436002"/>
                  </a:lnTo>
                  <a:lnTo>
                    <a:pt x="5059391" y="1436002"/>
                  </a:lnTo>
                  <a:lnTo>
                    <a:pt x="5059517" y="1436002"/>
                  </a:lnTo>
                  <a:lnTo>
                    <a:pt x="5059517" y="1430723"/>
                  </a:lnTo>
                  <a:lnTo>
                    <a:pt x="5059643" y="1430723"/>
                  </a:lnTo>
                  <a:lnTo>
                    <a:pt x="5059769" y="1430723"/>
                  </a:lnTo>
                  <a:lnTo>
                    <a:pt x="5059896" y="1430723"/>
                  </a:lnTo>
                  <a:lnTo>
                    <a:pt x="5060022" y="1430723"/>
                  </a:lnTo>
                  <a:lnTo>
                    <a:pt x="5060148" y="1430723"/>
                  </a:lnTo>
                  <a:lnTo>
                    <a:pt x="5060274" y="1430723"/>
                  </a:lnTo>
                  <a:lnTo>
                    <a:pt x="5060400" y="1430723"/>
                  </a:lnTo>
                  <a:lnTo>
                    <a:pt x="5060526" y="1430723"/>
                  </a:lnTo>
                  <a:lnTo>
                    <a:pt x="5060652" y="1430723"/>
                  </a:lnTo>
                  <a:lnTo>
                    <a:pt x="5060778" y="1430723"/>
                  </a:lnTo>
                  <a:lnTo>
                    <a:pt x="5060904" y="1430723"/>
                  </a:lnTo>
                  <a:lnTo>
                    <a:pt x="5060904" y="1425443"/>
                  </a:lnTo>
                  <a:lnTo>
                    <a:pt x="5061030" y="1425443"/>
                  </a:lnTo>
                  <a:lnTo>
                    <a:pt x="5061156" y="1425443"/>
                  </a:lnTo>
                  <a:lnTo>
                    <a:pt x="5061283" y="1425443"/>
                  </a:lnTo>
                  <a:lnTo>
                    <a:pt x="5061409" y="1425443"/>
                  </a:lnTo>
                  <a:lnTo>
                    <a:pt x="5061535" y="1425443"/>
                  </a:lnTo>
                  <a:lnTo>
                    <a:pt x="5061661" y="1425443"/>
                  </a:lnTo>
                  <a:lnTo>
                    <a:pt x="5061787" y="1425443"/>
                  </a:lnTo>
                  <a:lnTo>
                    <a:pt x="5061913" y="1425443"/>
                  </a:lnTo>
                  <a:lnTo>
                    <a:pt x="5062039" y="1425443"/>
                  </a:lnTo>
                  <a:lnTo>
                    <a:pt x="5062165" y="1425443"/>
                  </a:lnTo>
                  <a:lnTo>
                    <a:pt x="5062291" y="1425443"/>
                  </a:lnTo>
                  <a:lnTo>
                    <a:pt x="5062417" y="1425443"/>
                  </a:lnTo>
                  <a:lnTo>
                    <a:pt x="5062543" y="1425443"/>
                  </a:lnTo>
                  <a:lnTo>
                    <a:pt x="5062670" y="1425443"/>
                  </a:lnTo>
                  <a:lnTo>
                    <a:pt x="5062796" y="1425443"/>
                  </a:lnTo>
                  <a:lnTo>
                    <a:pt x="5062922" y="1425443"/>
                  </a:lnTo>
                  <a:lnTo>
                    <a:pt x="5063048" y="1425443"/>
                  </a:lnTo>
                  <a:lnTo>
                    <a:pt x="5063174" y="1425443"/>
                  </a:lnTo>
                  <a:lnTo>
                    <a:pt x="5063300" y="1425443"/>
                  </a:lnTo>
                  <a:lnTo>
                    <a:pt x="5063426" y="1425443"/>
                  </a:lnTo>
                  <a:lnTo>
                    <a:pt x="5063552" y="1425443"/>
                  </a:lnTo>
                  <a:lnTo>
                    <a:pt x="5063678" y="1425443"/>
                  </a:lnTo>
                  <a:lnTo>
                    <a:pt x="5063804" y="1425443"/>
                  </a:lnTo>
                  <a:lnTo>
                    <a:pt x="5063930" y="1425443"/>
                  </a:lnTo>
                  <a:lnTo>
                    <a:pt x="5064056" y="1425443"/>
                  </a:lnTo>
                  <a:lnTo>
                    <a:pt x="5064183" y="1425443"/>
                  </a:lnTo>
                  <a:lnTo>
                    <a:pt x="5064309" y="1425443"/>
                  </a:lnTo>
                  <a:lnTo>
                    <a:pt x="5064435" y="1425443"/>
                  </a:lnTo>
                  <a:lnTo>
                    <a:pt x="5064561" y="1425443"/>
                  </a:lnTo>
                  <a:lnTo>
                    <a:pt x="5064687" y="1425443"/>
                  </a:lnTo>
                  <a:lnTo>
                    <a:pt x="5064813" y="1425443"/>
                  </a:lnTo>
                  <a:lnTo>
                    <a:pt x="5064813" y="1420164"/>
                  </a:lnTo>
                  <a:lnTo>
                    <a:pt x="5064939" y="1420164"/>
                  </a:lnTo>
                  <a:lnTo>
                    <a:pt x="5065065" y="1420164"/>
                  </a:lnTo>
                  <a:lnTo>
                    <a:pt x="5065191" y="1420164"/>
                  </a:lnTo>
                  <a:lnTo>
                    <a:pt x="5065317" y="1420164"/>
                  </a:lnTo>
                  <a:lnTo>
                    <a:pt x="5065443" y="1420164"/>
                  </a:lnTo>
                  <a:lnTo>
                    <a:pt x="5065570" y="1420164"/>
                  </a:lnTo>
                  <a:lnTo>
                    <a:pt x="5065696" y="1420164"/>
                  </a:lnTo>
                  <a:lnTo>
                    <a:pt x="5065822" y="1420164"/>
                  </a:lnTo>
                  <a:lnTo>
                    <a:pt x="5065948" y="1420164"/>
                  </a:lnTo>
                  <a:lnTo>
                    <a:pt x="5066074" y="1420164"/>
                  </a:lnTo>
                  <a:lnTo>
                    <a:pt x="5066200" y="1420164"/>
                  </a:lnTo>
                  <a:lnTo>
                    <a:pt x="5066326" y="1420164"/>
                  </a:lnTo>
                  <a:lnTo>
                    <a:pt x="5066452" y="1420164"/>
                  </a:lnTo>
                  <a:lnTo>
                    <a:pt x="5066578" y="1420164"/>
                  </a:lnTo>
                  <a:lnTo>
                    <a:pt x="5066704" y="1420164"/>
                  </a:lnTo>
                  <a:lnTo>
                    <a:pt x="5066830" y="1420164"/>
                  </a:lnTo>
                  <a:lnTo>
                    <a:pt x="5066956" y="1420164"/>
                  </a:lnTo>
                  <a:lnTo>
                    <a:pt x="5067083" y="1420164"/>
                  </a:lnTo>
                  <a:lnTo>
                    <a:pt x="5067209" y="1420164"/>
                  </a:lnTo>
                  <a:lnTo>
                    <a:pt x="5067335" y="1420164"/>
                  </a:lnTo>
                  <a:lnTo>
                    <a:pt x="5067461" y="1420164"/>
                  </a:lnTo>
                  <a:lnTo>
                    <a:pt x="5067587" y="1420164"/>
                  </a:lnTo>
                  <a:lnTo>
                    <a:pt x="5067713" y="1420164"/>
                  </a:lnTo>
                  <a:lnTo>
                    <a:pt x="5067839" y="1420164"/>
                  </a:lnTo>
                  <a:lnTo>
                    <a:pt x="5067965" y="1420164"/>
                  </a:lnTo>
                  <a:lnTo>
                    <a:pt x="5068091" y="1420164"/>
                  </a:lnTo>
                  <a:lnTo>
                    <a:pt x="5068217" y="1420164"/>
                  </a:lnTo>
                  <a:lnTo>
                    <a:pt x="5068343" y="1420164"/>
                  </a:lnTo>
                  <a:lnTo>
                    <a:pt x="5068470" y="1420164"/>
                  </a:lnTo>
                  <a:lnTo>
                    <a:pt x="5068596" y="1420164"/>
                  </a:lnTo>
                  <a:lnTo>
                    <a:pt x="5068722" y="1420164"/>
                  </a:lnTo>
                  <a:lnTo>
                    <a:pt x="5068848" y="1420164"/>
                  </a:lnTo>
                  <a:lnTo>
                    <a:pt x="5068974" y="1420164"/>
                  </a:lnTo>
                  <a:lnTo>
                    <a:pt x="5069100" y="1420164"/>
                  </a:lnTo>
                  <a:lnTo>
                    <a:pt x="5069226" y="1420164"/>
                  </a:lnTo>
                  <a:lnTo>
                    <a:pt x="5069352" y="1420164"/>
                  </a:lnTo>
                  <a:lnTo>
                    <a:pt x="5069478" y="1420164"/>
                  </a:lnTo>
                  <a:lnTo>
                    <a:pt x="5069604" y="1420164"/>
                  </a:lnTo>
                  <a:lnTo>
                    <a:pt x="5069730" y="1420164"/>
                  </a:lnTo>
                  <a:lnTo>
                    <a:pt x="5069857" y="1420164"/>
                  </a:lnTo>
                  <a:lnTo>
                    <a:pt x="5069983" y="1420164"/>
                  </a:lnTo>
                  <a:lnTo>
                    <a:pt x="5070109" y="1420164"/>
                  </a:lnTo>
                  <a:lnTo>
                    <a:pt x="5070235" y="1420164"/>
                  </a:lnTo>
                  <a:lnTo>
                    <a:pt x="5070361" y="1420164"/>
                  </a:lnTo>
                  <a:lnTo>
                    <a:pt x="5070487" y="1420164"/>
                  </a:lnTo>
                  <a:lnTo>
                    <a:pt x="5070613" y="1420164"/>
                  </a:lnTo>
                  <a:lnTo>
                    <a:pt x="5070739" y="1420164"/>
                  </a:lnTo>
                  <a:lnTo>
                    <a:pt x="5070865" y="1420164"/>
                  </a:lnTo>
                  <a:lnTo>
                    <a:pt x="5070991" y="1420164"/>
                  </a:lnTo>
                  <a:lnTo>
                    <a:pt x="5071117" y="1420164"/>
                  </a:lnTo>
                  <a:lnTo>
                    <a:pt x="5071243" y="1420164"/>
                  </a:lnTo>
                  <a:lnTo>
                    <a:pt x="5071370" y="1420164"/>
                  </a:lnTo>
                  <a:lnTo>
                    <a:pt x="5071496" y="1420164"/>
                  </a:lnTo>
                  <a:lnTo>
                    <a:pt x="5071622" y="1420164"/>
                  </a:lnTo>
                  <a:lnTo>
                    <a:pt x="5071748" y="1420164"/>
                  </a:lnTo>
                  <a:lnTo>
                    <a:pt x="5071874" y="1420164"/>
                  </a:lnTo>
                  <a:lnTo>
                    <a:pt x="5071874" y="1414884"/>
                  </a:lnTo>
                  <a:lnTo>
                    <a:pt x="5072000" y="1414884"/>
                  </a:lnTo>
                  <a:lnTo>
                    <a:pt x="5072126" y="1414884"/>
                  </a:lnTo>
                  <a:lnTo>
                    <a:pt x="5072252" y="1414884"/>
                  </a:lnTo>
                  <a:lnTo>
                    <a:pt x="5072378" y="1414884"/>
                  </a:lnTo>
                  <a:lnTo>
                    <a:pt x="5072504" y="1414884"/>
                  </a:lnTo>
                  <a:lnTo>
                    <a:pt x="5072630" y="1414884"/>
                  </a:lnTo>
                  <a:lnTo>
                    <a:pt x="5072757" y="1414884"/>
                  </a:lnTo>
                  <a:lnTo>
                    <a:pt x="5072883" y="1414884"/>
                  </a:lnTo>
                  <a:lnTo>
                    <a:pt x="5073009" y="1414884"/>
                  </a:lnTo>
                  <a:lnTo>
                    <a:pt x="5073135" y="1414884"/>
                  </a:lnTo>
                  <a:lnTo>
                    <a:pt x="5073261" y="1414884"/>
                  </a:lnTo>
                  <a:lnTo>
                    <a:pt x="5073387" y="1414884"/>
                  </a:lnTo>
                  <a:lnTo>
                    <a:pt x="5073513" y="1414884"/>
                  </a:lnTo>
                  <a:lnTo>
                    <a:pt x="5073639" y="1414884"/>
                  </a:lnTo>
                  <a:lnTo>
                    <a:pt x="5073765" y="1414884"/>
                  </a:lnTo>
                  <a:lnTo>
                    <a:pt x="5073891" y="1414884"/>
                  </a:lnTo>
                  <a:lnTo>
                    <a:pt x="5074017" y="1414884"/>
                  </a:lnTo>
                  <a:lnTo>
                    <a:pt x="5074143" y="1414884"/>
                  </a:lnTo>
                  <a:lnTo>
                    <a:pt x="5074270" y="1414884"/>
                  </a:lnTo>
                  <a:lnTo>
                    <a:pt x="5074396" y="1414884"/>
                  </a:lnTo>
                  <a:lnTo>
                    <a:pt x="5074522" y="1414884"/>
                  </a:lnTo>
                  <a:lnTo>
                    <a:pt x="5074648" y="1414884"/>
                  </a:lnTo>
                  <a:lnTo>
                    <a:pt x="5074774" y="1414884"/>
                  </a:lnTo>
                  <a:lnTo>
                    <a:pt x="5074900" y="1414884"/>
                  </a:lnTo>
                  <a:lnTo>
                    <a:pt x="5075026" y="1414884"/>
                  </a:lnTo>
                  <a:lnTo>
                    <a:pt x="5075152" y="1414884"/>
                  </a:lnTo>
                  <a:lnTo>
                    <a:pt x="5075278" y="1414884"/>
                  </a:lnTo>
                  <a:lnTo>
                    <a:pt x="5075404" y="1414884"/>
                  </a:lnTo>
                  <a:lnTo>
                    <a:pt x="5075530" y="1414884"/>
                  </a:lnTo>
                  <a:lnTo>
                    <a:pt x="5075657" y="1414884"/>
                  </a:lnTo>
                  <a:lnTo>
                    <a:pt x="5075783" y="1414884"/>
                  </a:lnTo>
                  <a:lnTo>
                    <a:pt x="5075909" y="1414884"/>
                  </a:lnTo>
                  <a:lnTo>
                    <a:pt x="5076035" y="1414884"/>
                  </a:lnTo>
                  <a:lnTo>
                    <a:pt x="5076161" y="1414884"/>
                  </a:lnTo>
                  <a:lnTo>
                    <a:pt x="5076287" y="1414884"/>
                  </a:lnTo>
                  <a:lnTo>
                    <a:pt x="5076413" y="1414884"/>
                  </a:lnTo>
                  <a:lnTo>
                    <a:pt x="5076539" y="1414884"/>
                  </a:lnTo>
                  <a:lnTo>
                    <a:pt x="5076665" y="1414884"/>
                  </a:lnTo>
                  <a:lnTo>
                    <a:pt x="5076791" y="1414884"/>
                  </a:lnTo>
                  <a:lnTo>
                    <a:pt x="5076917" y="1414884"/>
                  </a:lnTo>
                  <a:lnTo>
                    <a:pt x="5077043" y="1414884"/>
                  </a:lnTo>
                  <a:lnTo>
                    <a:pt x="5077170" y="1414884"/>
                  </a:lnTo>
                  <a:lnTo>
                    <a:pt x="5077296" y="1414884"/>
                  </a:lnTo>
                  <a:lnTo>
                    <a:pt x="5077422" y="1414884"/>
                  </a:lnTo>
                  <a:lnTo>
                    <a:pt x="5077548" y="1414884"/>
                  </a:lnTo>
                  <a:lnTo>
                    <a:pt x="5077674" y="1414884"/>
                  </a:lnTo>
                  <a:lnTo>
                    <a:pt x="5077800" y="1414884"/>
                  </a:lnTo>
                  <a:lnTo>
                    <a:pt x="5077926" y="1414884"/>
                  </a:lnTo>
                  <a:lnTo>
                    <a:pt x="5078052" y="1414884"/>
                  </a:lnTo>
                  <a:lnTo>
                    <a:pt x="5078178" y="1414884"/>
                  </a:lnTo>
                  <a:lnTo>
                    <a:pt x="5078304" y="1414884"/>
                  </a:lnTo>
                  <a:lnTo>
                    <a:pt x="5078430" y="1414884"/>
                  </a:lnTo>
                  <a:lnTo>
                    <a:pt x="5078557" y="1414884"/>
                  </a:lnTo>
                  <a:lnTo>
                    <a:pt x="5078683" y="1414884"/>
                  </a:lnTo>
                  <a:lnTo>
                    <a:pt x="5078809" y="1414884"/>
                  </a:lnTo>
                  <a:lnTo>
                    <a:pt x="5078935" y="1414884"/>
                  </a:lnTo>
                  <a:lnTo>
                    <a:pt x="5079061" y="1414884"/>
                  </a:lnTo>
                  <a:lnTo>
                    <a:pt x="5079187" y="1414884"/>
                  </a:lnTo>
                  <a:lnTo>
                    <a:pt x="5079313" y="1414884"/>
                  </a:lnTo>
                  <a:lnTo>
                    <a:pt x="5079439" y="1414884"/>
                  </a:lnTo>
                  <a:lnTo>
                    <a:pt x="5079565" y="1414884"/>
                  </a:lnTo>
                  <a:lnTo>
                    <a:pt x="5079691" y="1414884"/>
                  </a:lnTo>
                  <a:lnTo>
                    <a:pt x="5079817" y="1414884"/>
                  </a:lnTo>
                  <a:lnTo>
                    <a:pt x="5079944" y="1414884"/>
                  </a:lnTo>
                  <a:lnTo>
                    <a:pt x="5080070" y="1414884"/>
                  </a:lnTo>
                  <a:lnTo>
                    <a:pt x="5080196" y="1414884"/>
                  </a:lnTo>
                  <a:lnTo>
                    <a:pt x="5080322" y="1414884"/>
                  </a:lnTo>
                  <a:lnTo>
                    <a:pt x="5080448" y="1414884"/>
                  </a:lnTo>
                  <a:lnTo>
                    <a:pt x="5080574" y="1414884"/>
                  </a:lnTo>
                  <a:lnTo>
                    <a:pt x="5080700" y="1414884"/>
                  </a:lnTo>
                  <a:lnTo>
                    <a:pt x="5080826" y="1414884"/>
                  </a:lnTo>
                  <a:lnTo>
                    <a:pt x="5080952" y="1414884"/>
                  </a:lnTo>
                  <a:lnTo>
                    <a:pt x="5081078" y="1414884"/>
                  </a:lnTo>
                  <a:lnTo>
                    <a:pt x="5081204" y="1414884"/>
                  </a:lnTo>
                  <a:lnTo>
                    <a:pt x="5081330" y="1414884"/>
                  </a:lnTo>
                  <a:lnTo>
                    <a:pt x="5081457" y="1414884"/>
                  </a:lnTo>
                  <a:lnTo>
                    <a:pt x="5081583" y="1414884"/>
                  </a:lnTo>
                  <a:lnTo>
                    <a:pt x="5081709" y="1414884"/>
                  </a:lnTo>
                  <a:lnTo>
                    <a:pt x="5081835" y="1414884"/>
                  </a:lnTo>
                  <a:lnTo>
                    <a:pt x="5081961" y="1414884"/>
                  </a:lnTo>
                  <a:lnTo>
                    <a:pt x="5082087" y="1414884"/>
                  </a:lnTo>
                  <a:lnTo>
                    <a:pt x="5082213" y="1414884"/>
                  </a:lnTo>
                  <a:lnTo>
                    <a:pt x="5082339" y="1414884"/>
                  </a:lnTo>
                  <a:lnTo>
                    <a:pt x="5082465" y="1414884"/>
                  </a:lnTo>
                  <a:lnTo>
                    <a:pt x="5082591" y="1414884"/>
                  </a:lnTo>
                  <a:lnTo>
                    <a:pt x="5082717" y="1414884"/>
                  </a:lnTo>
                  <a:lnTo>
                    <a:pt x="5082844" y="1414884"/>
                  </a:lnTo>
                  <a:lnTo>
                    <a:pt x="5082970" y="1414884"/>
                  </a:lnTo>
                  <a:lnTo>
                    <a:pt x="5083096" y="1414884"/>
                  </a:lnTo>
                  <a:lnTo>
                    <a:pt x="5083222" y="1414884"/>
                  </a:lnTo>
                  <a:lnTo>
                    <a:pt x="5083348" y="1414884"/>
                  </a:lnTo>
                  <a:lnTo>
                    <a:pt x="5083474" y="1414884"/>
                  </a:lnTo>
                  <a:lnTo>
                    <a:pt x="5083600" y="1414884"/>
                  </a:lnTo>
                  <a:lnTo>
                    <a:pt x="5083726" y="1414884"/>
                  </a:lnTo>
                  <a:lnTo>
                    <a:pt x="5083852" y="1414884"/>
                  </a:lnTo>
                  <a:lnTo>
                    <a:pt x="5083978" y="1414884"/>
                  </a:lnTo>
                  <a:lnTo>
                    <a:pt x="5084104" y="1414884"/>
                  </a:lnTo>
                  <a:lnTo>
                    <a:pt x="5084230" y="1414884"/>
                  </a:lnTo>
                  <a:lnTo>
                    <a:pt x="5084357" y="1414884"/>
                  </a:lnTo>
                  <a:lnTo>
                    <a:pt x="5084483" y="1414884"/>
                  </a:lnTo>
                  <a:lnTo>
                    <a:pt x="5084609" y="1414884"/>
                  </a:lnTo>
                  <a:lnTo>
                    <a:pt x="5084735" y="1414884"/>
                  </a:lnTo>
                  <a:lnTo>
                    <a:pt x="5084861" y="1414884"/>
                  </a:lnTo>
                  <a:lnTo>
                    <a:pt x="5084987" y="1414884"/>
                  </a:lnTo>
                  <a:lnTo>
                    <a:pt x="5085113" y="1414884"/>
                  </a:lnTo>
                  <a:lnTo>
                    <a:pt x="5085239" y="1414884"/>
                  </a:lnTo>
                  <a:lnTo>
                    <a:pt x="5085365" y="1414884"/>
                  </a:lnTo>
                  <a:lnTo>
                    <a:pt x="5085491" y="1414884"/>
                  </a:lnTo>
                  <a:lnTo>
                    <a:pt x="5085617" y="1414884"/>
                  </a:lnTo>
                  <a:lnTo>
                    <a:pt x="5085744" y="1414884"/>
                  </a:lnTo>
                  <a:lnTo>
                    <a:pt x="5085870" y="1414884"/>
                  </a:lnTo>
                  <a:lnTo>
                    <a:pt x="5085996" y="1414884"/>
                  </a:lnTo>
                  <a:lnTo>
                    <a:pt x="5086122" y="1414884"/>
                  </a:lnTo>
                  <a:lnTo>
                    <a:pt x="5086248" y="1414884"/>
                  </a:lnTo>
                  <a:lnTo>
                    <a:pt x="5086374" y="1414884"/>
                  </a:lnTo>
                  <a:lnTo>
                    <a:pt x="5086500" y="1414884"/>
                  </a:lnTo>
                  <a:lnTo>
                    <a:pt x="5086500" y="1409605"/>
                  </a:lnTo>
                  <a:lnTo>
                    <a:pt x="5086626" y="1409605"/>
                  </a:lnTo>
                  <a:lnTo>
                    <a:pt x="5086752" y="1409605"/>
                  </a:lnTo>
                  <a:lnTo>
                    <a:pt x="5086878" y="1409605"/>
                  </a:lnTo>
                  <a:lnTo>
                    <a:pt x="5087004" y="1409605"/>
                  </a:lnTo>
                  <a:lnTo>
                    <a:pt x="5087131" y="1409605"/>
                  </a:lnTo>
                  <a:lnTo>
                    <a:pt x="5087257" y="1409605"/>
                  </a:lnTo>
                  <a:lnTo>
                    <a:pt x="5087383" y="1409605"/>
                  </a:lnTo>
                  <a:lnTo>
                    <a:pt x="5087509" y="1409605"/>
                  </a:lnTo>
                  <a:lnTo>
                    <a:pt x="5087635" y="1409605"/>
                  </a:lnTo>
                  <a:lnTo>
                    <a:pt x="5087761" y="1409605"/>
                  </a:lnTo>
                  <a:lnTo>
                    <a:pt x="5087887" y="1409605"/>
                  </a:lnTo>
                  <a:lnTo>
                    <a:pt x="5088013" y="1409605"/>
                  </a:lnTo>
                  <a:lnTo>
                    <a:pt x="5088139" y="1409605"/>
                  </a:lnTo>
                  <a:lnTo>
                    <a:pt x="5088265" y="1409605"/>
                  </a:lnTo>
                  <a:lnTo>
                    <a:pt x="5088391" y="1409605"/>
                  </a:lnTo>
                  <a:lnTo>
                    <a:pt x="5088517" y="1409605"/>
                  </a:lnTo>
                  <a:lnTo>
                    <a:pt x="5088644" y="1409605"/>
                  </a:lnTo>
                  <a:lnTo>
                    <a:pt x="5088770" y="1409605"/>
                  </a:lnTo>
                  <a:lnTo>
                    <a:pt x="5088896" y="1409605"/>
                  </a:lnTo>
                  <a:lnTo>
                    <a:pt x="5089022" y="1409605"/>
                  </a:lnTo>
                  <a:lnTo>
                    <a:pt x="5089148" y="1409605"/>
                  </a:lnTo>
                  <a:lnTo>
                    <a:pt x="5089274" y="1409605"/>
                  </a:lnTo>
                  <a:lnTo>
                    <a:pt x="5089400" y="1409605"/>
                  </a:lnTo>
                  <a:lnTo>
                    <a:pt x="5089526" y="1409605"/>
                  </a:lnTo>
                  <a:lnTo>
                    <a:pt x="5089652" y="1409605"/>
                  </a:lnTo>
                  <a:lnTo>
                    <a:pt x="5089778" y="1409605"/>
                  </a:lnTo>
                  <a:lnTo>
                    <a:pt x="5089904" y="1409605"/>
                  </a:lnTo>
                  <a:lnTo>
                    <a:pt x="5090031" y="1409605"/>
                  </a:lnTo>
                  <a:lnTo>
                    <a:pt x="5090157" y="1409605"/>
                  </a:lnTo>
                  <a:lnTo>
                    <a:pt x="5090283" y="1409605"/>
                  </a:lnTo>
                  <a:lnTo>
                    <a:pt x="5090409" y="1409605"/>
                  </a:lnTo>
                  <a:lnTo>
                    <a:pt x="5090535" y="1409605"/>
                  </a:lnTo>
                  <a:lnTo>
                    <a:pt x="5090661" y="1409605"/>
                  </a:lnTo>
                  <a:lnTo>
                    <a:pt x="5090787" y="1409605"/>
                  </a:lnTo>
                  <a:lnTo>
                    <a:pt x="5090913" y="1409605"/>
                  </a:lnTo>
                  <a:lnTo>
                    <a:pt x="5091039" y="1409605"/>
                  </a:lnTo>
                  <a:lnTo>
                    <a:pt x="5091039" y="1404326"/>
                  </a:lnTo>
                  <a:lnTo>
                    <a:pt x="5091165" y="1404326"/>
                  </a:lnTo>
                  <a:lnTo>
                    <a:pt x="5091291" y="1404326"/>
                  </a:lnTo>
                  <a:lnTo>
                    <a:pt x="5091417" y="1404326"/>
                  </a:lnTo>
                  <a:lnTo>
                    <a:pt x="5091544" y="1404326"/>
                  </a:lnTo>
                  <a:lnTo>
                    <a:pt x="5091670" y="1404326"/>
                  </a:lnTo>
                  <a:lnTo>
                    <a:pt x="5091796" y="1404326"/>
                  </a:lnTo>
                  <a:lnTo>
                    <a:pt x="5091922" y="1404326"/>
                  </a:lnTo>
                  <a:lnTo>
                    <a:pt x="5092048" y="1404326"/>
                  </a:lnTo>
                  <a:lnTo>
                    <a:pt x="5092174" y="1404326"/>
                  </a:lnTo>
                  <a:lnTo>
                    <a:pt x="5092300" y="1404326"/>
                  </a:lnTo>
                  <a:lnTo>
                    <a:pt x="5092426" y="1404326"/>
                  </a:lnTo>
                  <a:lnTo>
                    <a:pt x="5092552" y="1404326"/>
                  </a:lnTo>
                  <a:lnTo>
                    <a:pt x="5092678" y="1404326"/>
                  </a:lnTo>
                  <a:lnTo>
                    <a:pt x="5092804" y="1404326"/>
                  </a:lnTo>
                  <a:lnTo>
                    <a:pt x="5092931" y="1404326"/>
                  </a:lnTo>
                  <a:lnTo>
                    <a:pt x="5093057" y="1404326"/>
                  </a:lnTo>
                  <a:lnTo>
                    <a:pt x="5093183" y="1404326"/>
                  </a:lnTo>
                  <a:lnTo>
                    <a:pt x="5093309" y="1404326"/>
                  </a:lnTo>
                  <a:lnTo>
                    <a:pt x="5093435" y="1404326"/>
                  </a:lnTo>
                  <a:lnTo>
                    <a:pt x="5093561" y="1404326"/>
                  </a:lnTo>
                  <a:lnTo>
                    <a:pt x="5093687" y="1404326"/>
                  </a:lnTo>
                  <a:lnTo>
                    <a:pt x="5093813" y="1404326"/>
                  </a:lnTo>
                  <a:lnTo>
                    <a:pt x="5093939" y="1404326"/>
                  </a:lnTo>
                  <a:lnTo>
                    <a:pt x="5094065" y="1404326"/>
                  </a:lnTo>
                  <a:lnTo>
                    <a:pt x="5094191" y="1404326"/>
                  </a:lnTo>
                  <a:lnTo>
                    <a:pt x="5094317" y="1404326"/>
                  </a:lnTo>
                  <a:lnTo>
                    <a:pt x="5094444" y="1404326"/>
                  </a:lnTo>
                  <a:lnTo>
                    <a:pt x="5094570" y="1404326"/>
                  </a:lnTo>
                  <a:lnTo>
                    <a:pt x="5094696" y="1404326"/>
                  </a:lnTo>
                  <a:lnTo>
                    <a:pt x="5094822" y="1404326"/>
                  </a:lnTo>
                  <a:lnTo>
                    <a:pt x="5094948" y="1404326"/>
                  </a:lnTo>
                  <a:lnTo>
                    <a:pt x="5095074" y="1404326"/>
                  </a:lnTo>
                  <a:lnTo>
                    <a:pt x="5095200" y="1404326"/>
                  </a:lnTo>
                  <a:lnTo>
                    <a:pt x="5095326" y="1404326"/>
                  </a:lnTo>
                  <a:lnTo>
                    <a:pt x="5095452" y="1404326"/>
                  </a:lnTo>
                  <a:lnTo>
                    <a:pt x="5095578" y="1404326"/>
                  </a:lnTo>
                  <a:lnTo>
                    <a:pt x="5095704" y="1404326"/>
                  </a:lnTo>
                  <a:lnTo>
                    <a:pt x="5095831" y="1404326"/>
                  </a:lnTo>
                  <a:lnTo>
                    <a:pt x="5095957" y="1404326"/>
                  </a:lnTo>
                  <a:lnTo>
                    <a:pt x="5096083" y="1404326"/>
                  </a:lnTo>
                  <a:lnTo>
                    <a:pt x="5096209" y="1404326"/>
                  </a:lnTo>
                  <a:lnTo>
                    <a:pt x="5096335" y="1404326"/>
                  </a:lnTo>
                  <a:lnTo>
                    <a:pt x="5096461" y="1404326"/>
                  </a:lnTo>
                  <a:lnTo>
                    <a:pt x="5096587" y="1404326"/>
                  </a:lnTo>
                  <a:lnTo>
                    <a:pt x="5096713" y="1404326"/>
                  </a:lnTo>
                  <a:lnTo>
                    <a:pt x="5096839" y="1404326"/>
                  </a:lnTo>
                  <a:lnTo>
                    <a:pt x="5096965" y="1404326"/>
                  </a:lnTo>
                  <a:lnTo>
                    <a:pt x="5097091" y="1404326"/>
                  </a:lnTo>
                  <a:lnTo>
                    <a:pt x="5097218" y="1404326"/>
                  </a:lnTo>
                  <a:lnTo>
                    <a:pt x="5097344" y="1404326"/>
                  </a:lnTo>
                  <a:lnTo>
                    <a:pt x="5097470" y="1404326"/>
                  </a:lnTo>
                  <a:lnTo>
                    <a:pt x="5097596" y="1404326"/>
                  </a:lnTo>
                  <a:lnTo>
                    <a:pt x="5097722" y="1404326"/>
                  </a:lnTo>
                  <a:lnTo>
                    <a:pt x="5097848" y="1404326"/>
                  </a:lnTo>
                  <a:lnTo>
                    <a:pt x="5097974" y="1404326"/>
                  </a:lnTo>
                  <a:lnTo>
                    <a:pt x="5098100" y="1404326"/>
                  </a:lnTo>
                  <a:lnTo>
                    <a:pt x="5098226" y="1404326"/>
                  </a:lnTo>
                  <a:lnTo>
                    <a:pt x="5098352" y="1404326"/>
                  </a:lnTo>
                  <a:lnTo>
                    <a:pt x="5098478" y="1404326"/>
                  </a:lnTo>
                  <a:lnTo>
                    <a:pt x="5098604" y="1404326"/>
                  </a:lnTo>
                  <a:lnTo>
                    <a:pt x="5098731" y="1404326"/>
                  </a:lnTo>
                  <a:lnTo>
                    <a:pt x="5098857" y="1404326"/>
                  </a:lnTo>
                  <a:lnTo>
                    <a:pt x="5098983" y="1404326"/>
                  </a:lnTo>
                  <a:lnTo>
                    <a:pt x="5099109" y="1404326"/>
                  </a:lnTo>
                  <a:lnTo>
                    <a:pt x="5099235" y="1404326"/>
                  </a:lnTo>
                  <a:lnTo>
                    <a:pt x="5099361" y="1404326"/>
                  </a:lnTo>
                  <a:lnTo>
                    <a:pt x="5099487" y="1404326"/>
                  </a:lnTo>
                  <a:lnTo>
                    <a:pt x="5099613" y="1404326"/>
                  </a:lnTo>
                  <a:lnTo>
                    <a:pt x="5099739" y="1404326"/>
                  </a:lnTo>
                  <a:lnTo>
                    <a:pt x="5099865" y="1404326"/>
                  </a:lnTo>
                  <a:lnTo>
                    <a:pt x="5099991" y="1404326"/>
                  </a:lnTo>
                  <a:lnTo>
                    <a:pt x="5100118" y="1404326"/>
                  </a:lnTo>
                  <a:lnTo>
                    <a:pt x="5100118" y="1399046"/>
                  </a:lnTo>
                  <a:lnTo>
                    <a:pt x="5100244" y="1399046"/>
                  </a:lnTo>
                  <a:lnTo>
                    <a:pt x="5100370" y="1399046"/>
                  </a:lnTo>
                  <a:lnTo>
                    <a:pt x="5100496" y="1399046"/>
                  </a:lnTo>
                  <a:lnTo>
                    <a:pt x="5100622" y="1399046"/>
                  </a:lnTo>
                  <a:lnTo>
                    <a:pt x="5100748" y="1399046"/>
                  </a:lnTo>
                  <a:lnTo>
                    <a:pt x="5100874" y="1399046"/>
                  </a:lnTo>
                  <a:lnTo>
                    <a:pt x="5101000" y="1399046"/>
                  </a:lnTo>
                  <a:lnTo>
                    <a:pt x="5101126" y="1399046"/>
                  </a:lnTo>
                  <a:lnTo>
                    <a:pt x="5101252" y="1399046"/>
                  </a:lnTo>
                  <a:lnTo>
                    <a:pt x="5101378" y="1399046"/>
                  </a:lnTo>
                  <a:lnTo>
                    <a:pt x="5101504" y="1399046"/>
                  </a:lnTo>
                  <a:lnTo>
                    <a:pt x="5101631" y="1399046"/>
                  </a:lnTo>
                  <a:lnTo>
                    <a:pt x="5101757" y="1399046"/>
                  </a:lnTo>
                  <a:lnTo>
                    <a:pt x="5101883" y="1399046"/>
                  </a:lnTo>
                  <a:lnTo>
                    <a:pt x="5102009" y="1399046"/>
                  </a:lnTo>
                  <a:lnTo>
                    <a:pt x="5102135" y="1399046"/>
                  </a:lnTo>
                  <a:lnTo>
                    <a:pt x="5102261" y="1399046"/>
                  </a:lnTo>
                  <a:lnTo>
                    <a:pt x="5102387" y="1399046"/>
                  </a:lnTo>
                  <a:lnTo>
                    <a:pt x="5102513" y="1399046"/>
                  </a:lnTo>
                  <a:lnTo>
                    <a:pt x="5102639" y="1399046"/>
                  </a:lnTo>
                  <a:lnTo>
                    <a:pt x="5102765" y="1399046"/>
                  </a:lnTo>
                  <a:lnTo>
                    <a:pt x="5102765" y="1393767"/>
                  </a:lnTo>
                  <a:lnTo>
                    <a:pt x="5102891" y="1393767"/>
                  </a:lnTo>
                  <a:lnTo>
                    <a:pt x="5103018" y="1393767"/>
                  </a:lnTo>
                  <a:lnTo>
                    <a:pt x="5103144" y="1393767"/>
                  </a:lnTo>
                  <a:lnTo>
                    <a:pt x="5103270" y="1393767"/>
                  </a:lnTo>
                  <a:lnTo>
                    <a:pt x="5103270" y="1388487"/>
                  </a:lnTo>
                  <a:lnTo>
                    <a:pt x="5103396" y="1388487"/>
                  </a:lnTo>
                  <a:lnTo>
                    <a:pt x="5103522" y="1388487"/>
                  </a:lnTo>
                  <a:lnTo>
                    <a:pt x="5103522" y="1383208"/>
                  </a:lnTo>
                  <a:lnTo>
                    <a:pt x="5103648" y="1383208"/>
                  </a:lnTo>
                  <a:lnTo>
                    <a:pt x="5103774" y="1383208"/>
                  </a:lnTo>
                  <a:lnTo>
                    <a:pt x="5103900" y="1383208"/>
                  </a:lnTo>
                  <a:lnTo>
                    <a:pt x="5104026" y="1383208"/>
                  </a:lnTo>
                  <a:lnTo>
                    <a:pt x="5104152" y="1383208"/>
                  </a:lnTo>
                  <a:lnTo>
                    <a:pt x="5104278" y="1383208"/>
                  </a:lnTo>
                  <a:lnTo>
                    <a:pt x="5104405" y="1383208"/>
                  </a:lnTo>
                  <a:lnTo>
                    <a:pt x="5104531" y="1383208"/>
                  </a:lnTo>
                  <a:lnTo>
                    <a:pt x="5104657" y="1383208"/>
                  </a:lnTo>
                  <a:lnTo>
                    <a:pt x="5104657" y="1377928"/>
                  </a:lnTo>
                  <a:lnTo>
                    <a:pt x="5104783" y="1377928"/>
                  </a:lnTo>
                  <a:lnTo>
                    <a:pt x="5104909" y="1377928"/>
                  </a:lnTo>
                  <a:lnTo>
                    <a:pt x="5105035" y="1377928"/>
                  </a:lnTo>
                  <a:lnTo>
                    <a:pt x="5105161" y="1377928"/>
                  </a:lnTo>
                  <a:lnTo>
                    <a:pt x="5105287" y="1377928"/>
                  </a:lnTo>
                  <a:lnTo>
                    <a:pt x="5105413" y="1377928"/>
                  </a:lnTo>
                  <a:lnTo>
                    <a:pt x="5105539" y="1377928"/>
                  </a:lnTo>
                  <a:lnTo>
                    <a:pt x="5105665" y="1377928"/>
                  </a:lnTo>
                  <a:lnTo>
                    <a:pt x="5105791" y="1377928"/>
                  </a:lnTo>
                  <a:lnTo>
                    <a:pt x="5105918" y="1377928"/>
                  </a:lnTo>
                  <a:lnTo>
                    <a:pt x="5106044" y="1377928"/>
                  </a:lnTo>
                  <a:lnTo>
                    <a:pt x="5106170" y="1377928"/>
                  </a:lnTo>
                  <a:lnTo>
                    <a:pt x="5106296" y="1377928"/>
                  </a:lnTo>
                  <a:lnTo>
                    <a:pt x="5106422" y="1377928"/>
                  </a:lnTo>
                  <a:lnTo>
                    <a:pt x="5106548" y="1377928"/>
                  </a:lnTo>
                  <a:lnTo>
                    <a:pt x="5106674" y="1377928"/>
                  </a:lnTo>
                  <a:lnTo>
                    <a:pt x="5106800" y="1377928"/>
                  </a:lnTo>
                  <a:lnTo>
                    <a:pt x="5106926" y="1377928"/>
                  </a:lnTo>
                  <a:lnTo>
                    <a:pt x="5107052" y="1377928"/>
                  </a:lnTo>
                  <a:lnTo>
                    <a:pt x="5107178" y="1377928"/>
                  </a:lnTo>
                  <a:lnTo>
                    <a:pt x="5107305" y="1377928"/>
                  </a:lnTo>
                  <a:lnTo>
                    <a:pt x="5107431" y="1377928"/>
                  </a:lnTo>
                  <a:lnTo>
                    <a:pt x="5107557" y="1377928"/>
                  </a:lnTo>
                  <a:lnTo>
                    <a:pt x="5107683" y="1377928"/>
                  </a:lnTo>
                  <a:lnTo>
                    <a:pt x="5107809" y="1377928"/>
                  </a:lnTo>
                  <a:lnTo>
                    <a:pt x="5107935" y="1377928"/>
                  </a:lnTo>
                  <a:lnTo>
                    <a:pt x="5108061" y="1377928"/>
                  </a:lnTo>
                  <a:lnTo>
                    <a:pt x="5108187" y="1377928"/>
                  </a:lnTo>
                  <a:lnTo>
                    <a:pt x="5108313" y="1377928"/>
                  </a:lnTo>
                  <a:lnTo>
                    <a:pt x="5108439" y="1377928"/>
                  </a:lnTo>
                  <a:lnTo>
                    <a:pt x="5108565" y="1377928"/>
                  </a:lnTo>
                  <a:lnTo>
                    <a:pt x="5108691" y="1377928"/>
                  </a:lnTo>
                  <a:lnTo>
                    <a:pt x="5108818" y="1377928"/>
                  </a:lnTo>
                  <a:lnTo>
                    <a:pt x="5108944" y="1377928"/>
                  </a:lnTo>
                  <a:lnTo>
                    <a:pt x="5109070" y="1377928"/>
                  </a:lnTo>
                  <a:lnTo>
                    <a:pt x="5109196" y="1377928"/>
                  </a:lnTo>
                  <a:lnTo>
                    <a:pt x="5109322" y="1377928"/>
                  </a:lnTo>
                  <a:lnTo>
                    <a:pt x="5109448" y="1377928"/>
                  </a:lnTo>
                  <a:lnTo>
                    <a:pt x="5109574" y="1377928"/>
                  </a:lnTo>
                  <a:lnTo>
                    <a:pt x="5109700" y="1377928"/>
                  </a:lnTo>
                  <a:lnTo>
                    <a:pt x="5109826" y="1377928"/>
                  </a:lnTo>
                  <a:lnTo>
                    <a:pt x="5109952" y="1377928"/>
                  </a:lnTo>
                  <a:lnTo>
                    <a:pt x="5110078" y="1377928"/>
                  </a:lnTo>
                  <a:lnTo>
                    <a:pt x="5110205" y="1377928"/>
                  </a:lnTo>
                  <a:lnTo>
                    <a:pt x="5110331" y="1377928"/>
                  </a:lnTo>
                  <a:lnTo>
                    <a:pt x="5110457" y="1377928"/>
                  </a:lnTo>
                  <a:lnTo>
                    <a:pt x="5110583" y="1377928"/>
                  </a:lnTo>
                  <a:lnTo>
                    <a:pt x="5110709" y="1377928"/>
                  </a:lnTo>
                  <a:lnTo>
                    <a:pt x="5110835" y="1377928"/>
                  </a:lnTo>
                  <a:lnTo>
                    <a:pt x="5110961" y="1377928"/>
                  </a:lnTo>
                  <a:lnTo>
                    <a:pt x="5111087" y="1377928"/>
                  </a:lnTo>
                  <a:lnTo>
                    <a:pt x="5111213" y="1377928"/>
                  </a:lnTo>
                  <a:lnTo>
                    <a:pt x="5111339" y="1377928"/>
                  </a:lnTo>
                  <a:lnTo>
                    <a:pt x="5111465" y="1377928"/>
                  </a:lnTo>
                  <a:lnTo>
                    <a:pt x="5111592" y="1377928"/>
                  </a:lnTo>
                  <a:lnTo>
                    <a:pt x="5111718" y="1377928"/>
                  </a:lnTo>
                  <a:lnTo>
                    <a:pt x="5111844" y="1377928"/>
                  </a:lnTo>
                  <a:lnTo>
                    <a:pt x="5111970" y="1377928"/>
                  </a:lnTo>
                  <a:lnTo>
                    <a:pt x="5112096" y="1377928"/>
                  </a:lnTo>
                  <a:lnTo>
                    <a:pt x="5112222" y="1377928"/>
                  </a:lnTo>
                  <a:lnTo>
                    <a:pt x="5112348" y="1377928"/>
                  </a:lnTo>
                  <a:lnTo>
                    <a:pt x="5112474" y="1377928"/>
                  </a:lnTo>
                  <a:lnTo>
                    <a:pt x="5112600" y="1377928"/>
                  </a:lnTo>
                  <a:lnTo>
                    <a:pt x="5112726" y="1377928"/>
                  </a:lnTo>
                  <a:lnTo>
                    <a:pt x="5112852" y="1377928"/>
                  </a:lnTo>
                  <a:lnTo>
                    <a:pt x="5112978" y="1377928"/>
                  </a:lnTo>
                  <a:lnTo>
                    <a:pt x="5113105" y="1377928"/>
                  </a:lnTo>
                  <a:lnTo>
                    <a:pt x="5113231" y="1377928"/>
                  </a:lnTo>
                  <a:lnTo>
                    <a:pt x="5113357" y="1377928"/>
                  </a:lnTo>
                  <a:lnTo>
                    <a:pt x="5113483" y="1377928"/>
                  </a:lnTo>
                  <a:lnTo>
                    <a:pt x="5113609" y="1377928"/>
                  </a:lnTo>
                  <a:lnTo>
                    <a:pt x="5113735" y="1377928"/>
                  </a:lnTo>
                  <a:lnTo>
                    <a:pt x="5113861" y="1377928"/>
                  </a:lnTo>
                  <a:lnTo>
                    <a:pt x="5113987" y="1377928"/>
                  </a:lnTo>
                  <a:lnTo>
                    <a:pt x="5114113" y="1377928"/>
                  </a:lnTo>
                  <a:lnTo>
                    <a:pt x="5114239" y="1377928"/>
                  </a:lnTo>
                  <a:lnTo>
                    <a:pt x="5114365" y="1377928"/>
                  </a:lnTo>
                  <a:lnTo>
                    <a:pt x="5114492" y="1377928"/>
                  </a:lnTo>
                  <a:lnTo>
                    <a:pt x="5114618" y="1377928"/>
                  </a:lnTo>
                  <a:lnTo>
                    <a:pt x="5114744" y="1377928"/>
                  </a:lnTo>
                  <a:lnTo>
                    <a:pt x="5114870" y="1377928"/>
                  </a:lnTo>
                  <a:lnTo>
                    <a:pt x="5114996" y="1377928"/>
                  </a:lnTo>
                  <a:lnTo>
                    <a:pt x="5115122" y="1377928"/>
                  </a:lnTo>
                  <a:lnTo>
                    <a:pt x="5115248" y="1377928"/>
                  </a:lnTo>
                  <a:lnTo>
                    <a:pt x="5115374" y="1377928"/>
                  </a:lnTo>
                  <a:lnTo>
                    <a:pt x="5115500" y="1377928"/>
                  </a:lnTo>
                  <a:lnTo>
                    <a:pt x="5115626" y="1377928"/>
                  </a:lnTo>
                  <a:lnTo>
                    <a:pt x="5115752" y="1377928"/>
                  </a:lnTo>
                  <a:lnTo>
                    <a:pt x="5115878" y="1377928"/>
                  </a:lnTo>
                  <a:lnTo>
                    <a:pt x="5116005" y="1377928"/>
                  </a:lnTo>
                  <a:lnTo>
                    <a:pt x="5116131" y="1377928"/>
                  </a:lnTo>
                  <a:lnTo>
                    <a:pt x="5116257" y="1377928"/>
                  </a:lnTo>
                  <a:lnTo>
                    <a:pt x="5116383" y="1377928"/>
                  </a:lnTo>
                  <a:lnTo>
                    <a:pt x="5116509" y="1377928"/>
                  </a:lnTo>
                  <a:lnTo>
                    <a:pt x="5116635" y="1377928"/>
                  </a:lnTo>
                  <a:lnTo>
                    <a:pt x="5116761" y="1377928"/>
                  </a:lnTo>
                  <a:lnTo>
                    <a:pt x="5116887" y="1377928"/>
                  </a:lnTo>
                  <a:lnTo>
                    <a:pt x="5117013" y="1377928"/>
                  </a:lnTo>
                  <a:lnTo>
                    <a:pt x="5117139" y="1377928"/>
                  </a:lnTo>
                  <a:lnTo>
                    <a:pt x="5117265" y="1377928"/>
                  </a:lnTo>
                  <a:lnTo>
                    <a:pt x="5117392" y="1377928"/>
                  </a:lnTo>
                  <a:lnTo>
                    <a:pt x="5117518" y="1377928"/>
                  </a:lnTo>
                  <a:lnTo>
                    <a:pt x="5117644" y="1377928"/>
                  </a:lnTo>
                  <a:lnTo>
                    <a:pt x="5117770" y="1377928"/>
                  </a:lnTo>
                  <a:lnTo>
                    <a:pt x="5117896" y="1377928"/>
                  </a:lnTo>
                  <a:lnTo>
                    <a:pt x="5118022" y="1377928"/>
                  </a:lnTo>
                  <a:lnTo>
                    <a:pt x="5118148" y="1377928"/>
                  </a:lnTo>
                  <a:lnTo>
                    <a:pt x="5118274" y="1377928"/>
                  </a:lnTo>
                  <a:lnTo>
                    <a:pt x="5118400" y="1377928"/>
                  </a:lnTo>
                  <a:lnTo>
                    <a:pt x="5118526" y="1377928"/>
                  </a:lnTo>
                  <a:lnTo>
                    <a:pt x="5118652" y="1377928"/>
                  </a:lnTo>
                  <a:lnTo>
                    <a:pt x="5118778" y="1377928"/>
                  </a:lnTo>
                  <a:lnTo>
                    <a:pt x="5118905" y="1377928"/>
                  </a:lnTo>
                  <a:lnTo>
                    <a:pt x="5119031" y="1377928"/>
                  </a:lnTo>
                  <a:lnTo>
                    <a:pt x="5119157" y="1377928"/>
                  </a:lnTo>
                  <a:lnTo>
                    <a:pt x="5119283" y="1377928"/>
                  </a:lnTo>
                  <a:lnTo>
                    <a:pt x="5119409" y="1377928"/>
                  </a:lnTo>
                  <a:lnTo>
                    <a:pt x="5119535" y="1377928"/>
                  </a:lnTo>
                  <a:lnTo>
                    <a:pt x="5119661" y="1377928"/>
                  </a:lnTo>
                  <a:lnTo>
                    <a:pt x="5119787" y="1377928"/>
                  </a:lnTo>
                  <a:lnTo>
                    <a:pt x="5119913" y="1377928"/>
                  </a:lnTo>
                  <a:lnTo>
                    <a:pt x="5120039" y="1377928"/>
                  </a:lnTo>
                  <a:lnTo>
                    <a:pt x="5120165" y="1377928"/>
                  </a:lnTo>
                  <a:lnTo>
                    <a:pt x="5120292" y="1377928"/>
                  </a:lnTo>
                  <a:lnTo>
                    <a:pt x="5120418" y="1377928"/>
                  </a:lnTo>
                  <a:lnTo>
                    <a:pt x="5120544" y="1377928"/>
                  </a:lnTo>
                  <a:lnTo>
                    <a:pt x="5120670" y="1377928"/>
                  </a:lnTo>
                  <a:lnTo>
                    <a:pt x="5120796" y="1377928"/>
                  </a:lnTo>
                  <a:lnTo>
                    <a:pt x="5120922" y="1377928"/>
                  </a:lnTo>
                  <a:lnTo>
                    <a:pt x="5121048" y="1377928"/>
                  </a:lnTo>
                  <a:lnTo>
                    <a:pt x="5121174" y="1377928"/>
                  </a:lnTo>
                  <a:lnTo>
                    <a:pt x="5121300" y="1377928"/>
                  </a:lnTo>
                  <a:lnTo>
                    <a:pt x="5121426" y="1377928"/>
                  </a:lnTo>
                  <a:lnTo>
                    <a:pt x="5121552" y="1377928"/>
                  </a:lnTo>
                  <a:lnTo>
                    <a:pt x="5121679" y="1377928"/>
                  </a:lnTo>
                  <a:lnTo>
                    <a:pt x="5121805" y="1377928"/>
                  </a:lnTo>
                  <a:lnTo>
                    <a:pt x="5121931" y="1377928"/>
                  </a:lnTo>
                  <a:lnTo>
                    <a:pt x="5122057" y="1377928"/>
                  </a:lnTo>
                  <a:lnTo>
                    <a:pt x="5122183" y="1377928"/>
                  </a:lnTo>
                  <a:lnTo>
                    <a:pt x="5122309" y="1377928"/>
                  </a:lnTo>
                  <a:lnTo>
                    <a:pt x="5122435" y="1377928"/>
                  </a:lnTo>
                  <a:lnTo>
                    <a:pt x="5122561" y="1377928"/>
                  </a:lnTo>
                  <a:lnTo>
                    <a:pt x="5122561" y="1372649"/>
                  </a:lnTo>
                  <a:lnTo>
                    <a:pt x="5122687" y="1372649"/>
                  </a:lnTo>
                  <a:lnTo>
                    <a:pt x="5122813" y="1372649"/>
                  </a:lnTo>
                  <a:lnTo>
                    <a:pt x="5122939" y="1372649"/>
                  </a:lnTo>
                  <a:lnTo>
                    <a:pt x="5123065" y="1372649"/>
                  </a:lnTo>
                  <a:lnTo>
                    <a:pt x="5123192" y="1372649"/>
                  </a:lnTo>
                  <a:lnTo>
                    <a:pt x="5123318" y="1372649"/>
                  </a:lnTo>
                  <a:lnTo>
                    <a:pt x="5123444" y="1372649"/>
                  </a:lnTo>
                  <a:lnTo>
                    <a:pt x="5123570" y="1372649"/>
                  </a:lnTo>
                  <a:lnTo>
                    <a:pt x="5123696" y="1372649"/>
                  </a:lnTo>
                  <a:lnTo>
                    <a:pt x="5123822" y="1372649"/>
                  </a:lnTo>
                  <a:lnTo>
                    <a:pt x="5123948" y="1372649"/>
                  </a:lnTo>
                  <a:lnTo>
                    <a:pt x="5124074" y="1372649"/>
                  </a:lnTo>
                  <a:lnTo>
                    <a:pt x="5124200" y="1372649"/>
                  </a:lnTo>
                  <a:lnTo>
                    <a:pt x="5124326" y="1372649"/>
                  </a:lnTo>
                  <a:lnTo>
                    <a:pt x="5124452" y="1372649"/>
                  </a:lnTo>
                  <a:lnTo>
                    <a:pt x="5124579" y="1372649"/>
                  </a:lnTo>
                  <a:lnTo>
                    <a:pt x="5124705" y="1372649"/>
                  </a:lnTo>
                  <a:lnTo>
                    <a:pt x="5124831" y="1372649"/>
                  </a:lnTo>
                  <a:lnTo>
                    <a:pt x="5124957" y="1372649"/>
                  </a:lnTo>
                  <a:lnTo>
                    <a:pt x="5125083" y="1372649"/>
                  </a:lnTo>
                  <a:lnTo>
                    <a:pt x="5125209" y="1372649"/>
                  </a:lnTo>
                  <a:lnTo>
                    <a:pt x="5125335" y="1372649"/>
                  </a:lnTo>
                  <a:lnTo>
                    <a:pt x="5125461" y="1372649"/>
                  </a:lnTo>
                  <a:lnTo>
                    <a:pt x="5125587" y="1372649"/>
                  </a:lnTo>
                  <a:lnTo>
                    <a:pt x="5125713" y="1372649"/>
                  </a:lnTo>
                  <a:lnTo>
                    <a:pt x="5125839" y="1372649"/>
                  </a:lnTo>
                  <a:lnTo>
                    <a:pt x="5125965" y="1372649"/>
                  </a:lnTo>
                  <a:lnTo>
                    <a:pt x="5126092" y="1372649"/>
                  </a:lnTo>
                  <a:lnTo>
                    <a:pt x="5126218" y="1372649"/>
                  </a:lnTo>
                  <a:lnTo>
                    <a:pt x="5126344" y="1372649"/>
                  </a:lnTo>
                  <a:lnTo>
                    <a:pt x="5126470" y="1372649"/>
                  </a:lnTo>
                  <a:lnTo>
                    <a:pt x="5126596" y="1372649"/>
                  </a:lnTo>
                  <a:lnTo>
                    <a:pt x="5126722" y="1372649"/>
                  </a:lnTo>
                  <a:lnTo>
                    <a:pt x="5126848" y="1372649"/>
                  </a:lnTo>
                  <a:lnTo>
                    <a:pt x="5126974" y="1372649"/>
                  </a:lnTo>
                  <a:lnTo>
                    <a:pt x="5127100" y="1372649"/>
                  </a:lnTo>
                  <a:lnTo>
                    <a:pt x="5127226" y="1372649"/>
                  </a:lnTo>
                  <a:lnTo>
                    <a:pt x="5127352" y="1372649"/>
                  </a:lnTo>
                  <a:lnTo>
                    <a:pt x="5127479" y="1372649"/>
                  </a:lnTo>
                  <a:lnTo>
                    <a:pt x="5127605" y="1372649"/>
                  </a:lnTo>
                  <a:lnTo>
                    <a:pt x="5127731" y="1372649"/>
                  </a:lnTo>
                  <a:lnTo>
                    <a:pt x="5127857" y="1372649"/>
                  </a:lnTo>
                  <a:lnTo>
                    <a:pt x="5127983" y="1372649"/>
                  </a:lnTo>
                  <a:lnTo>
                    <a:pt x="5128109" y="1372649"/>
                  </a:lnTo>
                  <a:lnTo>
                    <a:pt x="5128235" y="1372649"/>
                  </a:lnTo>
                  <a:lnTo>
                    <a:pt x="5128361" y="1372649"/>
                  </a:lnTo>
                  <a:lnTo>
                    <a:pt x="5128487" y="1372649"/>
                  </a:lnTo>
                  <a:lnTo>
                    <a:pt x="5128613" y="1372649"/>
                  </a:lnTo>
                  <a:lnTo>
                    <a:pt x="5128739" y="1372649"/>
                  </a:lnTo>
                  <a:lnTo>
                    <a:pt x="5128866" y="1372649"/>
                  </a:lnTo>
                  <a:lnTo>
                    <a:pt x="5128992" y="1372649"/>
                  </a:lnTo>
                  <a:lnTo>
                    <a:pt x="5129118" y="1372649"/>
                  </a:lnTo>
                  <a:lnTo>
                    <a:pt x="5129244" y="1372649"/>
                  </a:lnTo>
                  <a:lnTo>
                    <a:pt x="5129370" y="1372649"/>
                  </a:lnTo>
                  <a:lnTo>
                    <a:pt x="5129496" y="1372649"/>
                  </a:lnTo>
                  <a:lnTo>
                    <a:pt x="5129622" y="1372649"/>
                  </a:lnTo>
                  <a:lnTo>
                    <a:pt x="5129748" y="1372649"/>
                  </a:lnTo>
                  <a:lnTo>
                    <a:pt x="5129874" y="1372649"/>
                  </a:lnTo>
                  <a:lnTo>
                    <a:pt x="5130000" y="1372649"/>
                  </a:lnTo>
                  <a:lnTo>
                    <a:pt x="5130126" y="1372649"/>
                  </a:lnTo>
                  <a:lnTo>
                    <a:pt x="5130126" y="1367370"/>
                  </a:lnTo>
                  <a:lnTo>
                    <a:pt x="5130252" y="1367370"/>
                  </a:lnTo>
                  <a:lnTo>
                    <a:pt x="5130379" y="1367370"/>
                  </a:lnTo>
                  <a:lnTo>
                    <a:pt x="5130505" y="1367370"/>
                  </a:lnTo>
                  <a:lnTo>
                    <a:pt x="5130631" y="1367370"/>
                  </a:lnTo>
                  <a:lnTo>
                    <a:pt x="5130757" y="1367370"/>
                  </a:lnTo>
                  <a:lnTo>
                    <a:pt x="5130883" y="1367370"/>
                  </a:lnTo>
                  <a:lnTo>
                    <a:pt x="5131009" y="1367370"/>
                  </a:lnTo>
                  <a:lnTo>
                    <a:pt x="5131135" y="1367370"/>
                  </a:lnTo>
                  <a:lnTo>
                    <a:pt x="5131261" y="1367370"/>
                  </a:lnTo>
                  <a:lnTo>
                    <a:pt x="5131387" y="1367370"/>
                  </a:lnTo>
                  <a:lnTo>
                    <a:pt x="5131513" y="1367370"/>
                  </a:lnTo>
                  <a:lnTo>
                    <a:pt x="5131639" y="1367370"/>
                  </a:lnTo>
                  <a:lnTo>
                    <a:pt x="5131766" y="1367370"/>
                  </a:lnTo>
                  <a:lnTo>
                    <a:pt x="5131892" y="1367370"/>
                  </a:lnTo>
                  <a:lnTo>
                    <a:pt x="5132018" y="1367370"/>
                  </a:lnTo>
                  <a:lnTo>
                    <a:pt x="5132144" y="1367370"/>
                  </a:lnTo>
                  <a:lnTo>
                    <a:pt x="5132270" y="1367370"/>
                  </a:lnTo>
                  <a:lnTo>
                    <a:pt x="5132396" y="1367370"/>
                  </a:lnTo>
                  <a:lnTo>
                    <a:pt x="5132522" y="1367370"/>
                  </a:lnTo>
                  <a:lnTo>
                    <a:pt x="5132648" y="1367370"/>
                  </a:lnTo>
                  <a:lnTo>
                    <a:pt x="5132774" y="1367370"/>
                  </a:lnTo>
                  <a:lnTo>
                    <a:pt x="5132900" y="1367370"/>
                  </a:lnTo>
                  <a:lnTo>
                    <a:pt x="5133026" y="1367370"/>
                  </a:lnTo>
                  <a:lnTo>
                    <a:pt x="5133152" y="1367370"/>
                  </a:lnTo>
                  <a:lnTo>
                    <a:pt x="5133279" y="1367370"/>
                  </a:lnTo>
                  <a:lnTo>
                    <a:pt x="5133405" y="1367370"/>
                  </a:lnTo>
                  <a:lnTo>
                    <a:pt x="5133531" y="1367370"/>
                  </a:lnTo>
                  <a:lnTo>
                    <a:pt x="5133657" y="1367370"/>
                  </a:lnTo>
                  <a:lnTo>
                    <a:pt x="5133783" y="1367370"/>
                  </a:lnTo>
                  <a:lnTo>
                    <a:pt x="5133909" y="1367370"/>
                  </a:lnTo>
                  <a:lnTo>
                    <a:pt x="5134035" y="1367370"/>
                  </a:lnTo>
                  <a:lnTo>
                    <a:pt x="5134161" y="1367370"/>
                  </a:lnTo>
                  <a:lnTo>
                    <a:pt x="5134287" y="1367370"/>
                  </a:lnTo>
                  <a:lnTo>
                    <a:pt x="5134413" y="1367370"/>
                  </a:lnTo>
                  <a:lnTo>
                    <a:pt x="5134539" y="1367370"/>
                  </a:lnTo>
                  <a:lnTo>
                    <a:pt x="5134666" y="1367370"/>
                  </a:lnTo>
                  <a:lnTo>
                    <a:pt x="5134792" y="1367370"/>
                  </a:lnTo>
                  <a:lnTo>
                    <a:pt x="5134918" y="1367370"/>
                  </a:lnTo>
                  <a:lnTo>
                    <a:pt x="5135044" y="1367370"/>
                  </a:lnTo>
                  <a:lnTo>
                    <a:pt x="5135170" y="1367370"/>
                  </a:lnTo>
                  <a:lnTo>
                    <a:pt x="5135296" y="1367370"/>
                  </a:lnTo>
                  <a:lnTo>
                    <a:pt x="5135422" y="1367370"/>
                  </a:lnTo>
                  <a:lnTo>
                    <a:pt x="5135548" y="1367370"/>
                  </a:lnTo>
                  <a:lnTo>
                    <a:pt x="5135674" y="1367370"/>
                  </a:lnTo>
                  <a:lnTo>
                    <a:pt x="5135800" y="1367370"/>
                  </a:lnTo>
                  <a:lnTo>
                    <a:pt x="5135926" y="1367370"/>
                  </a:lnTo>
                  <a:lnTo>
                    <a:pt x="5136053" y="1367370"/>
                  </a:lnTo>
                  <a:lnTo>
                    <a:pt x="5136179" y="1367370"/>
                  </a:lnTo>
                  <a:lnTo>
                    <a:pt x="5136179" y="1362090"/>
                  </a:lnTo>
                  <a:lnTo>
                    <a:pt x="5136305" y="1362090"/>
                  </a:lnTo>
                  <a:lnTo>
                    <a:pt x="5136431" y="1362090"/>
                  </a:lnTo>
                  <a:lnTo>
                    <a:pt x="5136557" y="1362090"/>
                  </a:lnTo>
                  <a:lnTo>
                    <a:pt x="5136683" y="1362090"/>
                  </a:lnTo>
                  <a:lnTo>
                    <a:pt x="5136809" y="1362090"/>
                  </a:lnTo>
                  <a:lnTo>
                    <a:pt x="5136935" y="1362090"/>
                  </a:lnTo>
                  <a:lnTo>
                    <a:pt x="5137061" y="1362090"/>
                  </a:lnTo>
                  <a:lnTo>
                    <a:pt x="5137187" y="1362090"/>
                  </a:lnTo>
                  <a:lnTo>
                    <a:pt x="5137313" y="1362090"/>
                  </a:lnTo>
                  <a:lnTo>
                    <a:pt x="5137439" y="1362090"/>
                  </a:lnTo>
                  <a:lnTo>
                    <a:pt x="5137566" y="1362090"/>
                  </a:lnTo>
                  <a:lnTo>
                    <a:pt x="5137692" y="1362090"/>
                  </a:lnTo>
                  <a:lnTo>
                    <a:pt x="5137818" y="1362090"/>
                  </a:lnTo>
                  <a:lnTo>
                    <a:pt x="5137944" y="1362090"/>
                  </a:lnTo>
                  <a:lnTo>
                    <a:pt x="5138070" y="1362090"/>
                  </a:lnTo>
                  <a:lnTo>
                    <a:pt x="5138196" y="1362090"/>
                  </a:lnTo>
                  <a:lnTo>
                    <a:pt x="5138322" y="1362090"/>
                  </a:lnTo>
                  <a:lnTo>
                    <a:pt x="5138448" y="1362090"/>
                  </a:lnTo>
                  <a:lnTo>
                    <a:pt x="5138574" y="1362090"/>
                  </a:lnTo>
                  <a:lnTo>
                    <a:pt x="5138700" y="1362090"/>
                  </a:lnTo>
                  <a:lnTo>
                    <a:pt x="5138826" y="1362090"/>
                  </a:lnTo>
                  <a:lnTo>
                    <a:pt x="5138953" y="1362090"/>
                  </a:lnTo>
                  <a:lnTo>
                    <a:pt x="5139079" y="1362090"/>
                  </a:lnTo>
                  <a:lnTo>
                    <a:pt x="5139205" y="1362090"/>
                  </a:lnTo>
                  <a:lnTo>
                    <a:pt x="5139331" y="1362090"/>
                  </a:lnTo>
                  <a:lnTo>
                    <a:pt x="5139457" y="1362090"/>
                  </a:lnTo>
                  <a:lnTo>
                    <a:pt x="5139583" y="1362090"/>
                  </a:lnTo>
                  <a:lnTo>
                    <a:pt x="5139709" y="1362090"/>
                  </a:lnTo>
                  <a:lnTo>
                    <a:pt x="5139835" y="1362090"/>
                  </a:lnTo>
                  <a:lnTo>
                    <a:pt x="5139961" y="1362090"/>
                  </a:lnTo>
                  <a:lnTo>
                    <a:pt x="5140087" y="1362090"/>
                  </a:lnTo>
                  <a:lnTo>
                    <a:pt x="5140213" y="1362090"/>
                  </a:lnTo>
                  <a:lnTo>
                    <a:pt x="5140339" y="1362090"/>
                  </a:lnTo>
                  <a:lnTo>
                    <a:pt x="5140466" y="1362090"/>
                  </a:lnTo>
                  <a:lnTo>
                    <a:pt x="5140592" y="1362090"/>
                  </a:lnTo>
                  <a:lnTo>
                    <a:pt x="5140718" y="1362090"/>
                  </a:lnTo>
                  <a:lnTo>
                    <a:pt x="5140844" y="1362090"/>
                  </a:lnTo>
                  <a:lnTo>
                    <a:pt x="5140970" y="1362090"/>
                  </a:lnTo>
                  <a:lnTo>
                    <a:pt x="5141096" y="1362090"/>
                  </a:lnTo>
                  <a:lnTo>
                    <a:pt x="5141222" y="1362090"/>
                  </a:lnTo>
                  <a:lnTo>
                    <a:pt x="5141348" y="1362090"/>
                  </a:lnTo>
                  <a:lnTo>
                    <a:pt x="5141348" y="1356811"/>
                  </a:lnTo>
                  <a:lnTo>
                    <a:pt x="5141474" y="1356811"/>
                  </a:lnTo>
                  <a:lnTo>
                    <a:pt x="5141600" y="1356811"/>
                  </a:lnTo>
                  <a:lnTo>
                    <a:pt x="5141726" y="1356811"/>
                  </a:lnTo>
                  <a:lnTo>
                    <a:pt x="5141853" y="1356811"/>
                  </a:lnTo>
                  <a:lnTo>
                    <a:pt x="5141979" y="1356811"/>
                  </a:lnTo>
                  <a:lnTo>
                    <a:pt x="5142105" y="1356811"/>
                  </a:lnTo>
                  <a:lnTo>
                    <a:pt x="5142231" y="1356811"/>
                  </a:lnTo>
                  <a:lnTo>
                    <a:pt x="5142357" y="1356811"/>
                  </a:lnTo>
                  <a:lnTo>
                    <a:pt x="5142483" y="1356811"/>
                  </a:lnTo>
                  <a:lnTo>
                    <a:pt x="5142609" y="1356811"/>
                  </a:lnTo>
                  <a:lnTo>
                    <a:pt x="5142735" y="1356811"/>
                  </a:lnTo>
                  <a:lnTo>
                    <a:pt x="5142861" y="1356811"/>
                  </a:lnTo>
                  <a:lnTo>
                    <a:pt x="5142987" y="1356811"/>
                  </a:lnTo>
                  <a:lnTo>
                    <a:pt x="5143113" y="1356811"/>
                  </a:lnTo>
                  <a:lnTo>
                    <a:pt x="5143239" y="1356811"/>
                  </a:lnTo>
                  <a:lnTo>
                    <a:pt x="5143366" y="1356811"/>
                  </a:lnTo>
                  <a:lnTo>
                    <a:pt x="5143492" y="1356811"/>
                  </a:lnTo>
                  <a:lnTo>
                    <a:pt x="5143618" y="1356811"/>
                  </a:lnTo>
                  <a:lnTo>
                    <a:pt x="5143744" y="1356811"/>
                  </a:lnTo>
                  <a:lnTo>
                    <a:pt x="5143870" y="1356811"/>
                  </a:lnTo>
                  <a:lnTo>
                    <a:pt x="5143996" y="1356811"/>
                  </a:lnTo>
                  <a:lnTo>
                    <a:pt x="5144122" y="1356811"/>
                  </a:lnTo>
                  <a:lnTo>
                    <a:pt x="5144248" y="1356811"/>
                  </a:lnTo>
                  <a:lnTo>
                    <a:pt x="5144374" y="1356811"/>
                  </a:lnTo>
                  <a:lnTo>
                    <a:pt x="5144500" y="1356811"/>
                  </a:lnTo>
                  <a:lnTo>
                    <a:pt x="5144626" y="1356811"/>
                  </a:lnTo>
                  <a:lnTo>
                    <a:pt x="5144753" y="1356811"/>
                  </a:lnTo>
                  <a:lnTo>
                    <a:pt x="5144879" y="1356811"/>
                  </a:lnTo>
                  <a:lnTo>
                    <a:pt x="5144879" y="1351531"/>
                  </a:lnTo>
                  <a:lnTo>
                    <a:pt x="5145005" y="1351531"/>
                  </a:lnTo>
                  <a:lnTo>
                    <a:pt x="5145131" y="1351531"/>
                  </a:lnTo>
                  <a:lnTo>
                    <a:pt x="5145257" y="1351531"/>
                  </a:lnTo>
                  <a:lnTo>
                    <a:pt x="5145383" y="1351531"/>
                  </a:lnTo>
                  <a:lnTo>
                    <a:pt x="5145509" y="1351531"/>
                  </a:lnTo>
                  <a:lnTo>
                    <a:pt x="5145635" y="1351531"/>
                  </a:lnTo>
                  <a:lnTo>
                    <a:pt x="5145761" y="1351531"/>
                  </a:lnTo>
                  <a:lnTo>
                    <a:pt x="5145887" y="1351531"/>
                  </a:lnTo>
                  <a:lnTo>
                    <a:pt x="5146013" y="1351531"/>
                  </a:lnTo>
                  <a:lnTo>
                    <a:pt x="5146140" y="1351531"/>
                  </a:lnTo>
                  <a:lnTo>
                    <a:pt x="5146266" y="1351531"/>
                  </a:lnTo>
                  <a:lnTo>
                    <a:pt x="5146392" y="1351531"/>
                  </a:lnTo>
                  <a:lnTo>
                    <a:pt x="5146518" y="1351531"/>
                  </a:lnTo>
                  <a:lnTo>
                    <a:pt x="5146644" y="1351531"/>
                  </a:lnTo>
                  <a:lnTo>
                    <a:pt x="5146770" y="1351531"/>
                  </a:lnTo>
                  <a:lnTo>
                    <a:pt x="5146896" y="1351531"/>
                  </a:lnTo>
                  <a:lnTo>
                    <a:pt x="5147022" y="1351531"/>
                  </a:lnTo>
                  <a:lnTo>
                    <a:pt x="5147022" y="1346252"/>
                  </a:lnTo>
                  <a:lnTo>
                    <a:pt x="5147148" y="1346252"/>
                  </a:lnTo>
                  <a:lnTo>
                    <a:pt x="5147274" y="1346252"/>
                  </a:lnTo>
                  <a:lnTo>
                    <a:pt x="5147400" y="1346252"/>
                  </a:lnTo>
                  <a:lnTo>
                    <a:pt x="5147526" y="1346252"/>
                  </a:lnTo>
                  <a:lnTo>
                    <a:pt x="5147653" y="1346252"/>
                  </a:lnTo>
                  <a:lnTo>
                    <a:pt x="5147779" y="1346252"/>
                  </a:lnTo>
                  <a:lnTo>
                    <a:pt x="5147905" y="1346252"/>
                  </a:lnTo>
                  <a:lnTo>
                    <a:pt x="5147905" y="1340973"/>
                  </a:lnTo>
                  <a:lnTo>
                    <a:pt x="5148031" y="1340973"/>
                  </a:lnTo>
                  <a:lnTo>
                    <a:pt x="5148157" y="1340973"/>
                  </a:lnTo>
                  <a:lnTo>
                    <a:pt x="5148283" y="1340973"/>
                  </a:lnTo>
                  <a:lnTo>
                    <a:pt x="5148409" y="1340973"/>
                  </a:lnTo>
                  <a:lnTo>
                    <a:pt x="5148535" y="1340973"/>
                  </a:lnTo>
                  <a:lnTo>
                    <a:pt x="5148661" y="1340973"/>
                  </a:lnTo>
                  <a:lnTo>
                    <a:pt x="5148787" y="1340973"/>
                  </a:lnTo>
                  <a:lnTo>
                    <a:pt x="5148913" y="1340973"/>
                  </a:lnTo>
                  <a:lnTo>
                    <a:pt x="5149040" y="1340973"/>
                  </a:lnTo>
                  <a:lnTo>
                    <a:pt x="5149166" y="1340973"/>
                  </a:lnTo>
                  <a:lnTo>
                    <a:pt x="5149292" y="1340973"/>
                  </a:lnTo>
                  <a:lnTo>
                    <a:pt x="5149418" y="1340973"/>
                  </a:lnTo>
                  <a:lnTo>
                    <a:pt x="5149544" y="1340973"/>
                  </a:lnTo>
                  <a:lnTo>
                    <a:pt x="5149670" y="1340973"/>
                  </a:lnTo>
                  <a:lnTo>
                    <a:pt x="5149796" y="1340973"/>
                  </a:lnTo>
                  <a:lnTo>
                    <a:pt x="5149922" y="1340973"/>
                  </a:lnTo>
                  <a:lnTo>
                    <a:pt x="5150048" y="1340973"/>
                  </a:lnTo>
                  <a:lnTo>
                    <a:pt x="5150174" y="1340973"/>
                  </a:lnTo>
                  <a:lnTo>
                    <a:pt x="5150300" y="1340973"/>
                  </a:lnTo>
                  <a:lnTo>
                    <a:pt x="5150426" y="1340973"/>
                  </a:lnTo>
                  <a:lnTo>
                    <a:pt x="5150553" y="1340973"/>
                  </a:lnTo>
                  <a:lnTo>
                    <a:pt x="5150679" y="1340973"/>
                  </a:lnTo>
                  <a:lnTo>
                    <a:pt x="5150805" y="1340973"/>
                  </a:lnTo>
                  <a:lnTo>
                    <a:pt x="5150931" y="1340973"/>
                  </a:lnTo>
                  <a:lnTo>
                    <a:pt x="5151057" y="1340973"/>
                  </a:lnTo>
                  <a:lnTo>
                    <a:pt x="5151183" y="1340973"/>
                  </a:lnTo>
                  <a:lnTo>
                    <a:pt x="5151309" y="1340973"/>
                  </a:lnTo>
                  <a:lnTo>
                    <a:pt x="5151435" y="1340973"/>
                  </a:lnTo>
                  <a:lnTo>
                    <a:pt x="5151561" y="1340973"/>
                  </a:lnTo>
                  <a:lnTo>
                    <a:pt x="5151561" y="1335693"/>
                  </a:lnTo>
                  <a:lnTo>
                    <a:pt x="5151687" y="1335693"/>
                  </a:lnTo>
                  <a:lnTo>
                    <a:pt x="5151813" y="1335693"/>
                  </a:lnTo>
                  <a:lnTo>
                    <a:pt x="5151940" y="1335693"/>
                  </a:lnTo>
                  <a:lnTo>
                    <a:pt x="5152066" y="1335693"/>
                  </a:lnTo>
                  <a:lnTo>
                    <a:pt x="5152192" y="1335693"/>
                  </a:lnTo>
                  <a:lnTo>
                    <a:pt x="5152318" y="1335693"/>
                  </a:lnTo>
                  <a:lnTo>
                    <a:pt x="5152444" y="1335693"/>
                  </a:lnTo>
                  <a:lnTo>
                    <a:pt x="5152570" y="1335693"/>
                  </a:lnTo>
                  <a:lnTo>
                    <a:pt x="5152696" y="1335693"/>
                  </a:lnTo>
                  <a:lnTo>
                    <a:pt x="5152822" y="1335693"/>
                  </a:lnTo>
                  <a:lnTo>
                    <a:pt x="5152948" y="1335693"/>
                  </a:lnTo>
                  <a:lnTo>
                    <a:pt x="5153074" y="1335693"/>
                  </a:lnTo>
                  <a:lnTo>
                    <a:pt x="5153200" y="1335693"/>
                  </a:lnTo>
                  <a:lnTo>
                    <a:pt x="5153327" y="1335693"/>
                  </a:lnTo>
                  <a:lnTo>
                    <a:pt x="5153453" y="1335693"/>
                  </a:lnTo>
                  <a:lnTo>
                    <a:pt x="5153579" y="1335693"/>
                  </a:lnTo>
                  <a:lnTo>
                    <a:pt x="5153705" y="1335693"/>
                  </a:lnTo>
                  <a:lnTo>
                    <a:pt x="5153831" y="1335693"/>
                  </a:lnTo>
                  <a:lnTo>
                    <a:pt x="5153957" y="1335693"/>
                  </a:lnTo>
                  <a:lnTo>
                    <a:pt x="5154083" y="1335693"/>
                  </a:lnTo>
                  <a:lnTo>
                    <a:pt x="5154209" y="1335693"/>
                  </a:lnTo>
                  <a:lnTo>
                    <a:pt x="5154335" y="1335693"/>
                  </a:lnTo>
                  <a:lnTo>
                    <a:pt x="5154461" y="1335693"/>
                  </a:lnTo>
                  <a:lnTo>
                    <a:pt x="5154587" y="1335693"/>
                  </a:lnTo>
                  <a:lnTo>
                    <a:pt x="5154713" y="1335693"/>
                  </a:lnTo>
                  <a:lnTo>
                    <a:pt x="5154840" y="1335693"/>
                  </a:lnTo>
                  <a:lnTo>
                    <a:pt x="5154966" y="1335693"/>
                  </a:lnTo>
                  <a:lnTo>
                    <a:pt x="5155092" y="1335693"/>
                  </a:lnTo>
                  <a:lnTo>
                    <a:pt x="5155218" y="1335693"/>
                  </a:lnTo>
                  <a:lnTo>
                    <a:pt x="5155344" y="1335693"/>
                  </a:lnTo>
                  <a:lnTo>
                    <a:pt x="5155470" y="1335693"/>
                  </a:lnTo>
                  <a:lnTo>
                    <a:pt x="5155596" y="1335693"/>
                  </a:lnTo>
                  <a:lnTo>
                    <a:pt x="5155722" y="1335693"/>
                  </a:lnTo>
                  <a:lnTo>
                    <a:pt x="5155848" y="1335693"/>
                  </a:lnTo>
                  <a:lnTo>
                    <a:pt x="5155974" y="1335693"/>
                  </a:lnTo>
                  <a:lnTo>
                    <a:pt x="5156100" y="1335693"/>
                  </a:lnTo>
                  <a:lnTo>
                    <a:pt x="5156227" y="1335693"/>
                  </a:lnTo>
                  <a:lnTo>
                    <a:pt x="5156353" y="1335693"/>
                  </a:lnTo>
                  <a:lnTo>
                    <a:pt x="5156479" y="1335693"/>
                  </a:lnTo>
                  <a:lnTo>
                    <a:pt x="5156605" y="1335693"/>
                  </a:lnTo>
                  <a:lnTo>
                    <a:pt x="5156731" y="1335693"/>
                  </a:lnTo>
                  <a:lnTo>
                    <a:pt x="5156857" y="1335693"/>
                  </a:lnTo>
                  <a:lnTo>
                    <a:pt x="5156983" y="1335693"/>
                  </a:lnTo>
                  <a:lnTo>
                    <a:pt x="5157109" y="1335693"/>
                  </a:lnTo>
                  <a:lnTo>
                    <a:pt x="5157235" y="1335693"/>
                  </a:lnTo>
                  <a:lnTo>
                    <a:pt x="5157361" y="1335693"/>
                  </a:lnTo>
                  <a:lnTo>
                    <a:pt x="5157487" y="1335693"/>
                  </a:lnTo>
                  <a:lnTo>
                    <a:pt x="5157613" y="1335693"/>
                  </a:lnTo>
                  <a:lnTo>
                    <a:pt x="5157740" y="1335693"/>
                  </a:lnTo>
                  <a:lnTo>
                    <a:pt x="5157866" y="1335693"/>
                  </a:lnTo>
                  <a:lnTo>
                    <a:pt x="5157992" y="1335693"/>
                  </a:lnTo>
                  <a:lnTo>
                    <a:pt x="5158118" y="1335693"/>
                  </a:lnTo>
                  <a:lnTo>
                    <a:pt x="5158244" y="1335693"/>
                  </a:lnTo>
                  <a:lnTo>
                    <a:pt x="5158370" y="1335693"/>
                  </a:lnTo>
                  <a:lnTo>
                    <a:pt x="5158496" y="1335693"/>
                  </a:lnTo>
                  <a:lnTo>
                    <a:pt x="5158622" y="1335693"/>
                  </a:lnTo>
                  <a:lnTo>
                    <a:pt x="5158748" y="1335693"/>
                  </a:lnTo>
                  <a:lnTo>
                    <a:pt x="5158874" y="1335693"/>
                  </a:lnTo>
                  <a:lnTo>
                    <a:pt x="5159000" y="1335693"/>
                  </a:lnTo>
                  <a:lnTo>
                    <a:pt x="5159127" y="1335693"/>
                  </a:lnTo>
                  <a:lnTo>
                    <a:pt x="5159253" y="1335693"/>
                  </a:lnTo>
                  <a:lnTo>
                    <a:pt x="5159379" y="1335693"/>
                  </a:lnTo>
                  <a:lnTo>
                    <a:pt x="5159505" y="1335693"/>
                  </a:lnTo>
                  <a:lnTo>
                    <a:pt x="5159631" y="1335693"/>
                  </a:lnTo>
                  <a:lnTo>
                    <a:pt x="5159757" y="1335693"/>
                  </a:lnTo>
                  <a:lnTo>
                    <a:pt x="5159883" y="1335693"/>
                  </a:lnTo>
                  <a:lnTo>
                    <a:pt x="5160009" y="1335693"/>
                  </a:lnTo>
                  <a:lnTo>
                    <a:pt x="5160135" y="1335693"/>
                  </a:lnTo>
                  <a:lnTo>
                    <a:pt x="5160261" y="1335693"/>
                  </a:lnTo>
                  <a:lnTo>
                    <a:pt x="5160387" y="1335693"/>
                  </a:lnTo>
                  <a:lnTo>
                    <a:pt x="5160513" y="1335693"/>
                  </a:lnTo>
                  <a:lnTo>
                    <a:pt x="5160640" y="1335693"/>
                  </a:lnTo>
                  <a:lnTo>
                    <a:pt x="5160766" y="1335693"/>
                  </a:lnTo>
                  <a:lnTo>
                    <a:pt x="5160892" y="1335693"/>
                  </a:lnTo>
                  <a:lnTo>
                    <a:pt x="5161018" y="1335693"/>
                  </a:lnTo>
                  <a:lnTo>
                    <a:pt x="5161144" y="1335693"/>
                  </a:lnTo>
                  <a:lnTo>
                    <a:pt x="5161270" y="1335693"/>
                  </a:lnTo>
                  <a:lnTo>
                    <a:pt x="5161396" y="1335693"/>
                  </a:lnTo>
                  <a:lnTo>
                    <a:pt x="5161522" y="1335693"/>
                  </a:lnTo>
                  <a:lnTo>
                    <a:pt x="5161648" y="1335693"/>
                  </a:lnTo>
                  <a:lnTo>
                    <a:pt x="5161774" y="1335693"/>
                  </a:lnTo>
                  <a:lnTo>
                    <a:pt x="5161900" y="1335693"/>
                  </a:lnTo>
                  <a:lnTo>
                    <a:pt x="5162027" y="1335693"/>
                  </a:lnTo>
                  <a:lnTo>
                    <a:pt x="5162153" y="1335693"/>
                  </a:lnTo>
                  <a:lnTo>
                    <a:pt x="5162279" y="1335693"/>
                  </a:lnTo>
                  <a:lnTo>
                    <a:pt x="5162405" y="1335693"/>
                  </a:lnTo>
                  <a:lnTo>
                    <a:pt x="5162531" y="1335693"/>
                  </a:lnTo>
                  <a:lnTo>
                    <a:pt x="5162657" y="1335693"/>
                  </a:lnTo>
                  <a:lnTo>
                    <a:pt x="5162783" y="1335693"/>
                  </a:lnTo>
                  <a:lnTo>
                    <a:pt x="5162909" y="1335693"/>
                  </a:lnTo>
                  <a:lnTo>
                    <a:pt x="5163035" y="1335693"/>
                  </a:lnTo>
                  <a:lnTo>
                    <a:pt x="5163161" y="1335693"/>
                  </a:lnTo>
                  <a:lnTo>
                    <a:pt x="5163287" y="1335693"/>
                  </a:lnTo>
                  <a:lnTo>
                    <a:pt x="5163414" y="1335693"/>
                  </a:lnTo>
                  <a:lnTo>
                    <a:pt x="5163540" y="1335693"/>
                  </a:lnTo>
                  <a:lnTo>
                    <a:pt x="5163666" y="1335693"/>
                  </a:lnTo>
                  <a:lnTo>
                    <a:pt x="5163792" y="1335693"/>
                  </a:lnTo>
                  <a:lnTo>
                    <a:pt x="5163918" y="1335693"/>
                  </a:lnTo>
                  <a:lnTo>
                    <a:pt x="5164044" y="1335693"/>
                  </a:lnTo>
                  <a:lnTo>
                    <a:pt x="5164170" y="1335693"/>
                  </a:lnTo>
                  <a:lnTo>
                    <a:pt x="5164296" y="1335693"/>
                  </a:lnTo>
                  <a:lnTo>
                    <a:pt x="5164422" y="1335693"/>
                  </a:lnTo>
                  <a:lnTo>
                    <a:pt x="5164548" y="1335693"/>
                  </a:lnTo>
                  <a:lnTo>
                    <a:pt x="5164674" y="1335693"/>
                  </a:lnTo>
                  <a:lnTo>
                    <a:pt x="5164800" y="1335693"/>
                  </a:lnTo>
                  <a:lnTo>
                    <a:pt x="5164927" y="1335693"/>
                  </a:lnTo>
                  <a:lnTo>
                    <a:pt x="5165053" y="1335693"/>
                  </a:lnTo>
                  <a:lnTo>
                    <a:pt x="5165179" y="1335693"/>
                  </a:lnTo>
                  <a:lnTo>
                    <a:pt x="5165305" y="1335693"/>
                  </a:lnTo>
                  <a:lnTo>
                    <a:pt x="5165431" y="1335693"/>
                  </a:lnTo>
                  <a:lnTo>
                    <a:pt x="5165557" y="1335693"/>
                  </a:lnTo>
                  <a:lnTo>
                    <a:pt x="5165683" y="1335693"/>
                  </a:lnTo>
                  <a:lnTo>
                    <a:pt x="5165809" y="1335693"/>
                  </a:lnTo>
                  <a:lnTo>
                    <a:pt x="5165935" y="1335693"/>
                  </a:lnTo>
                  <a:lnTo>
                    <a:pt x="5166061" y="1335693"/>
                  </a:lnTo>
                  <a:lnTo>
                    <a:pt x="5166187" y="1335693"/>
                  </a:lnTo>
                  <a:lnTo>
                    <a:pt x="5166314" y="1335693"/>
                  </a:lnTo>
                  <a:lnTo>
                    <a:pt x="5166440" y="1335693"/>
                  </a:lnTo>
                  <a:lnTo>
                    <a:pt x="5166566" y="1335693"/>
                  </a:lnTo>
                  <a:lnTo>
                    <a:pt x="5166692" y="1335693"/>
                  </a:lnTo>
                  <a:lnTo>
                    <a:pt x="5166818" y="1335693"/>
                  </a:lnTo>
                  <a:lnTo>
                    <a:pt x="5166944" y="1335693"/>
                  </a:lnTo>
                  <a:lnTo>
                    <a:pt x="5167070" y="1335693"/>
                  </a:lnTo>
                  <a:lnTo>
                    <a:pt x="5167196" y="1335693"/>
                  </a:lnTo>
                  <a:lnTo>
                    <a:pt x="5167322" y="1335693"/>
                  </a:lnTo>
                  <a:lnTo>
                    <a:pt x="5167448" y="1335693"/>
                  </a:lnTo>
                  <a:lnTo>
                    <a:pt x="5167574" y="1335693"/>
                  </a:lnTo>
                  <a:lnTo>
                    <a:pt x="5167700" y="1335693"/>
                  </a:lnTo>
                  <a:lnTo>
                    <a:pt x="5167827" y="1335693"/>
                  </a:lnTo>
                  <a:lnTo>
                    <a:pt x="5167953" y="1335693"/>
                  </a:lnTo>
                  <a:lnTo>
                    <a:pt x="5168079" y="1335693"/>
                  </a:lnTo>
                  <a:lnTo>
                    <a:pt x="5168205" y="1335693"/>
                  </a:lnTo>
                  <a:lnTo>
                    <a:pt x="5168331" y="1335693"/>
                  </a:lnTo>
                  <a:lnTo>
                    <a:pt x="5168457" y="1335693"/>
                  </a:lnTo>
                  <a:lnTo>
                    <a:pt x="5168583" y="1335693"/>
                  </a:lnTo>
                  <a:lnTo>
                    <a:pt x="5168709" y="1335693"/>
                  </a:lnTo>
                  <a:lnTo>
                    <a:pt x="5168835" y="1335693"/>
                  </a:lnTo>
                  <a:lnTo>
                    <a:pt x="5168961" y="1335693"/>
                  </a:lnTo>
                  <a:lnTo>
                    <a:pt x="5169087" y="1335693"/>
                  </a:lnTo>
                  <a:lnTo>
                    <a:pt x="5169214" y="1335693"/>
                  </a:lnTo>
                  <a:lnTo>
                    <a:pt x="5169340" y="1335693"/>
                  </a:lnTo>
                  <a:lnTo>
                    <a:pt x="5169466" y="1335693"/>
                  </a:lnTo>
                  <a:lnTo>
                    <a:pt x="5169592" y="1335693"/>
                  </a:lnTo>
                  <a:lnTo>
                    <a:pt x="5169718" y="1335693"/>
                  </a:lnTo>
                  <a:lnTo>
                    <a:pt x="5169844" y="1335693"/>
                  </a:lnTo>
                  <a:lnTo>
                    <a:pt x="5169970" y="1335693"/>
                  </a:lnTo>
                  <a:lnTo>
                    <a:pt x="5170096" y="1335693"/>
                  </a:lnTo>
                  <a:lnTo>
                    <a:pt x="5170222" y="1335693"/>
                  </a:lnTo>
                  <a:lnTo>
                    <a:pt x="5170348" y="1335693"/>
                  </a:lnTo>
                  <a:lnTo>
                    <a:pt x="5170474" y="1335693"/>
                  </a:lnTo>
                  <a:lnTo>
                    <a:pt x="5170601" y="1335693"/>
                  </a:lnTo>
                  <a:lnTo>
                    <a:pt x="5170727" y="1335693"/>
                  </a:lnTo>
                  <a:lnTo>
                    <a:pt x="5170853" y="1335693"/>
                  </a:lnTo>
                  <a:lnTo>
                    <a:pt x="5170979" y="1335693"/>
                  </a:lnTo>
                  <a:lnTo>
                    <a:pt x="5171105" y="1335693"/>
                  </a:lnTo>
                  <a:lnTo>
                    <a:pt x="5171231" y="1335693"/>
                  </a:lnTo>
                  <a:lnTo>
                    <a:pt x="5171357" y="1335693"/>
                  </a:lnTo>
                  <a:lnTo>
                    <a:pt x="5171483" y="1335693"/>
                  </a:lnTo>
                  <a:lnTo>
                    <a:pt x="5171609" y="1335693"/>
                  </a:lnTo>
                  <a:lnTo>
                    <a:pt x="5171735" y="1335693"/>
                  </a:lnTo>
                  <a:lnTo>
                    <a:pt x="5171861" y="1335693"/>
                  </a:lnTo>
                  <a:lnTo>
                    <a:pt x="5171987" y="1335693"/>
                  </a:lnTo>
                  <a:lnTo>
                    <a:pt x="5172114" y="1335693"/>
                  </a:lnTo>
                  <a:lnTo>
                    <a:pt x="5172240" y="1335693"/>
                  </a:lnTo>
                  <a:lnTo>
                    <a:pt x="5172366" y="1335693"/>
                  </a:lnTo>
                  <a:lnTo>
                    <a:pt x="5172492" y="1335693"/>
                  </a:lnTo>
                  <a:lnTo>
                    <a:pt x="5172618" y="1335693"/>
                  </a:lnTo>
                  <a:lnTo>
                    <a:pt x="5172744" y="1335693"/>
                  </a:lnTo>
                  <a:lnTo>
                    <a:pt x="5172870" y="1335693"/>
                  </a:lnTo>
                  <a:lnTo>
                    <a:pt x="5172996" y="1335693"/>
                  </a:lnTo>
                  <a:lnTo>
                    <a:pt x="5173122" y="1335693"/>
                  </a:lnTo>
                  <a:lnTo>
                    <a:pt x="5173248" y="1335693"/>
                  </a:lnTo>
                  <a:lnTo>
                    <a:pt x="5173374" y="1335693"/>
                  </a:lnTo>
                  <a:lnTo>
                    <a:pt x="5173501" y="1335693"/>
                  </a:lnTo>
                  <a:lnTo>
                    <a:pt x="5173627" y="1335693"/>
                  </a:lnTo>
                  <a:lnTo>
                    <a:pt x="5173753" y="1335693"/>
                  </a:lnTo>
                  <a:lnTo>
                    <a:pt x="5173879" y="1335693"/>
                  </a:lnTo>
                  <a:lnTo>
                    <a:pt x="5174005" y="1335693"/>
                  </a:lnTo>
                  <a:lnTo>
                    <a:pt x="5174131" y="1335693"/>
                  </a:lnTo>
                  <a:lnTo>
                    <a:pt x="5174257" y="1335693"/>
                  </a:lnTo>
                  <a:lnTo>
                    <a:pt x="5174383" y="1335693"/>
                  </a:lnTo>
                  <a:lnTo>
                    <a:pt x="5174509" y="1335693"/>
                  </a:lnTo>
                  <a:lnTo>
                    <a:pt x="5174635" y="1335693"/>
                  </a:lnTo>
                  <a:lnTo>
                    <a:pt x="5174761" y="1335693"/>
                  </a:lnTo>
                  <a:lnTo>
                    <a:pt x="5174887" y="1335693"/>
                  </a:lnTo>
                  <a:lnTo>
                    <a:pt x="5175014" y="1335693"/>
                  </a:lnTo>
                  <a:lnTo>
                    <a:pt x="5175140" y="1335693"/>
                  </a:lnTo>
                  <a:lnTo>
                    <a:pt x="5175266" y="1335693"/>
                  </a:lnTo>
                  <a:lnTo>
                    <a:pt x="5175392" y="1335693"/>
                  </a:lnTo>
                  <a:lnTo>
                    <a:pt x="5175518" y="1335693"/>
                  </a:lnTo>
                  <a:lnTo>
                    <a:pt x="5175644" y="1335693"/>
                  </a:lnTo>
                  <a:lnTo>
                    <a:pt x="5175770" y="1335693"/>
                  </a:lnTo>
                  <a:lnTo>
                    <a:pt x="5175896" y="1335693"/>
                  </a:lnTo>
                  <a:lnTo>
                    <a:pt x="5176022" y="1335693"/>
                  </a:lnTo>
                  <a:lnTo>
                    <a:pt x="5176148" y="1335693"/>
                  </a:lnTo>
                  <a:lnTo>
                    <a:pt x="5176274" y="1335693"/>
                  </a:lnTo>
                  <a:lnTo>
                    <a:pt x="5176401" y="1335693"/>
                  </a:lnTo>
                  <a:lnTo>
                    <a:pt x="5176527" y="1335693"/>
                  </a:lnTo>
                  <a:lnTo>
                    <a:pt x="5176653" y="1335693"/>
                  </a:lnTo>
                  <a:lnTo>
                    <a:pt x="5176779" y="1335693"/>
                  </a:lnTo>
                  <a:lnTo>
                    <a:pt x="5176905" y="1335693"/>
                  </a:lnTo>
                  <a:lnTo>
                    <a:pt x="5177031" y="1335693"/>
                  </a:lnTo>
                  <a:lnTo>
                    <a:pt x="5177157" y="1335693"/>
                  </a:lnTo>
                  <a:lnTo>
                    <a:pt x="5177283" y="1335693"/>
                  </a:lnTo>
                  <a:lnTo>
                    <a:pt x="5177409" y="1335693"/>
                  </a:lnTo>
                  <a:lnTo>
                    <a:pt x="5177535" y="1335693"/>
                  </a:lnTo>
                  <a:lnTo>
                    <a:pt x="5177661" y="1335693"/>
                  </a:lnTo>
                  <a:lnTo>
                    <a:pt x="5177788" y="1335693"/>
                  </a:lnTo>
                  <a:lnTo>
                    <a:pt x="5177914" y="1335693"/>
                  </a:lnTo>
                  <a:lnTo>
                    <a:pt x="5178040" y="1335693"/>
                  </a:lnTo>
                  <a:lnTo>
                    <a:pt x="5178166" y="1335693"/>
                  </a:lnTo>
                  <a:lnTo>
                    <a:pt x="5178292" y="1335693"/>
                  </a:lnTo>
                  <a:lnTo>
                    <a:pt x="5178418" y="1335693"/>
                  </a:lnTo>
                  <a:lnTo>
                    <a:pt x="5178544" y="1335693"/>
                  </a:lnTo>
                  <a:lnTo>
                    <a:pt x="5178670" y="1335693"/>
                  </a:lnTo>
                  <a:lnTo>
                    <a:pt x="5178796" y="1335693"/>
                  </a:lnTo>
                  <a:lnTo>
                    <a:pt x="5178922" y="1335693"/>
                  </a:lnTo>
                  <a:lnTo>
                    <a:pt x="5179048" y="1335693"/>
                  </a:lnTo>
                  <a:lnTo>
                    <a:pt x="5179174" y="1335693"/>
                  </a:lnTo>
                  <a:lnTo>
                    <a:pt x="5179301" y="1335693"/>
                  </a:lnTo>
                  <a:lnTo>
                    <a:pt x="5179427" y="1335693"/>
                  </a:lnTo>
                  <a:lnTo>
                    <a:pt x="5179553" y="1335693"/>
                  </a:lnTo>
                  <a:lnTo>
                    <a:pt x="5179679" y="1335693"/>
                  </a:lnTo>
                  <a:lnTo>
                    <a:pt x="5179805" y="1335693"/>
                  </a:lnTo>
                  <a:lnTo>
                    <a:pt x="5179931" y="1335693"/>
                  </a:lnTo>
                  <a:lnTo>
                    <a:pt x="5180057" y="1335693"/>
                  </a:lnTo>
                  <a:lnTo>
                    <a:pt x="5180183" y="1335693"/>
                  </a:lnTo>
                  <a:lnTo>
                    <a:pt x="5180309" y="1335693"/>
                  </a:lnTo>
                  <a:lnTo>
                    <a:pt x="5180435" y="1335693"/>
                  </a:lnTo>
                  <a:lnTo>
                    <a:pt x="5180561" y="1335693"/>
                  </a:lnTo>
                  <a:lnTo>
                    <a:pt x="5180688" y="1335693"/>
                  </a:lnTo>
                  <a:lnTo>
                    <a:pt x="5180814" y="1335693"/>
                  </a:lnTo>
                  <a:lnTo>
                    <a:pt x="5180940" y="1335693"/>
                  </a:lnTo>
                  <a:lnTo>
                    <a:pt x="5181066" y="1335693"/>
                  </a:lnTo>
                  <a:lnTo>
                    <a:pt x="5181192" y="1335693"/>
                  </a:lnTo>
                  <a:lnTo>
                    <a:pt x="5181318" y="1335693"/>
                  </a:lnTo>
                  <a:lnTo>
                    <a:pt x="5181444" y="1335693"/>
                  </a:lnTo>
                  <a:lnTo>
                    <a:pt x="5181570" y="1335693"/>
                  </a:lnTo>
                  <a:lnTo>
                    <a:pt x="5181696" y="1335693"/>
                  </a:lnTo>
                  <a:lnTo>
                    <a:pt x="5181822" y="1335693"/>
                  </a:lnTo>
                  <a:lnTo>
                    <a:pt x="5181948" y="1335693"/>
                  </a:lnTo>
                  <a:lnTo>
                    <a:pt x="5182074" y="1335693"/>
                  </a:lnTo>
                  <a:lnTo>
                    <a:pt x="5182201" y="1335693"/>
                  </a:lnTo>
                  <a:lnTo>
                    <a:pt x="5182327" y="1335693"/>
                  </a:lnTo>
                  <a:lnTo>
                    <a:pt x="5182453" y="1335693"/>
                  </a:lnTo>
                  <a:lnTo>
                    <a:pt x="5182579" y="1335693"/>
                  </a:lnTo>
                  <a:lnTo>
                    <a:pt x="5182705" y="1335693"/>
                  </a:lnTo>
                  <a:lnTo>
                    <a:pt x="5182831" y="1335693"/>
                  </a:lnTo>
                  <a:lnTo>
                    <a:pt x="5182957" y="1335693"/>
                  </a:lnTo>
                  <a:lnTo>
                    <a:pt x="5183083" y="1335693"/>
                  </a:lnTo>
                  <a:lnTo>
                    <a:pt x="5183209" y="1335693"/>
                  </a:lnTo>
                  <a:lnTo>
                    <a:pt x="5183335" y="1335693"/>
                  </a:lnTo>
                  <a:lnTo>
                    <a:pt x="5183335" y="1330414"/>
                  </a:lnTo>
                  <a:lnTo>
                    <a:pt x="5183461" y="1330414"/>
                  </a:lnTo>
                  <a:lnTo>
                    <a:pt x="5183588" y="1330414"/>
                  </a:lnTo>
                  <a:lnTo>
                    <a:pt x="5183714" y="1330414"/>
                  </a:lnTo>
                  <a:lnTo>
                    <a:pt x="5183840" y="1330414"/>
                  </a:lnTo>
                  <a:lnTo>
                    <a:pt x="5183966" y="1330414"/>
                  </a:lnTo>
                  <a:lnTo>
                    <a:pt x="5184092" y="1330414"/>
                  </a:lnTo>
                  <a:lnTo>
                    <a:pt x="5184218" y="1330414"/>
                  </a:lnTo>
                  <a:lnTo>
                    <a:pt x="5184344" y="1330414"/>
                  </a:lnTo>
                  <a:lnTo>
                    <a:pt x="5184470" y="1330414"/>
                  </a:lnTo>
                  <a:lnTo>
                    <a:pt x="5184596" y="1330414"/>
                  </a:lnTo>
                  <a:lnTo>
                    <a:pt x="5184722" y="1330414"/>
                  </a:lnTo>
                  <a:lnTo>
                    <a:pt x="5184848" y="1330414"/>
                  </a:lnTo>
                  <a:lnTo>
                    <a:pt x="5184974" y="1330414"/>
                  </a:lnTo>
                  <a:lnTo>
                    <a:pt x="5185101" y="1330414"/>
                  </a:lnTo>
                  <a:lnTo>
                    <a:pt x="5185227" y="1330414"/>
                  </a:lnTo>
                  <a:lnTo>
                    <a:pt x="5185353" y="1330414"/>
                  </a:lnTo>
                  <a:lnTo>
                    <a:pt x="5185479" y="1330414"/>
                  </a:lnTo>
                  <a:lnTo>
                    <a:pt x="5185605" y="1330414"/>
                  </a:lnTo>
                  <a:lnTo>
                    <a:pt x="5185731" y="1330414"/>
                  </a:lnTo>
                  <a:lnTo>
                    <a:pt x="5185857" y="1330414"/>
                  </a:lnTo>
                  <a:lnTo>
                    <a:pt x="5185983" y="1330414"/>
                  </a:lnTo>
                  <a:lnTo>
                    <a:pt x="5186109" y="1330414"/>
                  </a:lnTo>
                  <a:lnTo>
                    <a:pt x="5186235" y="1330414"/>
                  </a:lnTo>
                  <a:lnTo>
                    <a:pt x="5186361" y="1330414"/>
                  </a:lnTo>
                  <a:lnTo>
                    <a:pt x="5186488" y="1330414"/>
                  </a:lnTo>
                  <a:lnTo>
                    <a:pt x="5186614" y="1330414"/>
                  </a:lnTo>
                  <a:lnTo>
                    <a:pt x="5186740" y="1330414"/>
                  </a:lnTo>
                  <a:lnTo>
                    <a:pt x="5186866" y="1330414"/>
                  </a:lnTo>
                  <a:lnTo>
                    <a:pt x="5186992" y="1330414"/>
                  </a:lnTo>
                  <a:lnTo>
                    <a:pt x="5187118" y="1330414"/>
                  </a:lnTo>
                  <a:lnTo>
                    <a:pt x="5187244" y="1330414"/>
                  </a:lnTo>
                  <a:lnTo>
                    <a:pt x="5187370" y="1330414"/>
                  </a:lnTo>
                  <a:lnTo>
                    <a:pt x="5187496" y="1330414"/>
                  </a:lnTo>
                  <a:lnTo>
                    <a:pt x="5187622" y="1330414"/>
                  </a:lnTo>
                  <a:lnTo>
                    <a:pt x="5187748" y="1330414"/>
                  </a:lnTo>
                  <a:lnTo>
                    <a:pt x="5187875" y="1330414"/>
                  </a:lnTo>
                  <a:lnTo>
                    <a:pt x="5188001" y="1330414"/>
                  </a:lnTo>
                  <a:lnTo>
                    <a:pt x="5188127" y="1330414"/>
                  </a:lnTo>
                  <a:lnTo>
                    <a:pt x="5188253" y="1330414"/>
                  </a:lnTo>
                  <a:lnTo>
                    <a:pt x="5188379" y="1330414"/>
                  </a:lnTo>
                  <a:lnTo>
                    <a:pt x="5188505" y="1330414"/>
                  </a:lnTo>
                  <a:lnTo>
                    <a:pt x="5188631" y="1330414"/>
                  </a:lnTo>
                  <a:lnTo>
                    <a:pt x="5188757" y="1330414"/>
                  </a:lnTo>
                  <a:lnTo>
                    <a:pt x="5188883" y="1330414"/>
                  </a:lnTo>
                  <a:lnTo>
                    <a:pt x="5189009" y="1330414"/>
                  </a:lnTo>
                  <a:lnTo>
                    <a:pt x="5189135" y="1330414"/>
                  </a:lnTo>
                  <a:lnTo>
                    <a:pt x="5189261" y="1330414"/>
                  </a:lnTo>
                  <a:lnTo>
                    <a:pt x="5189388" y="1330414"/>
                  </a:lnTo>
                  <a:lnTo>
                    <a:pt x="5189514" y="1330414"/>
                  </a:lnTo>
                  <a:lnTo>
                    <a:pt x="5189640" y="1330414"/>
                  </a:lnTo>
                  <a:lnTo>
                    <a:pt x="5189766" y="1330414"/>
                  </a:lnTo>
                  <a:lnTo>
                    <a:pt x="5189892" y="1330414"/>
                  </a:lnTo>
                  <a:lnTo>
                    <a:pt x="5190018" y="1330414"/>
                  </a:lnTo>
                  <a:lnTo>
                    <a:pt x="5190144" y="1330414"/>
                  </a:lnTo>
                  <a:lnTo>
                    <a:pt x="5190270" y="1330414"/>
                  </a:lnTo>
                  <a:lnTo>
                    <a:pt x="5190396" y="1330414"/>
                  </a:lnTo>
                  <a:lnTo>
                    <a:pt x="5190522" y="1330414"/>
                  </a:lnTo>
                  <a:lnTo>
                    <a:pt x="5190648" y="1330414"/>
                  </a:lnTo>
                  <a:lnTo>
                    <a:pt x="5190775" y="1330414"/>
                  </a:lnTo>
                  <a:lnTo>
                    <a:pt x="5190901" y="1330414"/>
                  </a:lnTo>
                  <a:lnTo>
                    <a:pt x="5191027" y="1330414"/>
                  </a:lnTo>
                  <a:lnTo>
                    <a:pt x="5191153" y="1330414"/>
                  </a:lnTo>
                  <a:lnTo>
                    <a:pt x="5191279" y="1330414"/>
                  </a:lnTo>
                  <a:lnTo>
                    <a:pt x="5191405" y="1330414"/>
                  </a:lnTo>
                  <a:lnTo>
                    <a:pt x="5191531" y="1330414"/>
                  </a:lnTo>
                  <a:lnTo>
                    <a:pt x="5191657" y="1330414"/>
                  </a:lnTo>
                  <a:lnTo>
                    <a:pt x="5191783" y="1330414"/>
                  </a:lnTo>
                  <a:lnTo>
                    <a:pt x="5191909" y="1330414"/>
                  </a:lnTo>
                  <a:lnTo>
                    <a:pt x="5192035" y="1330414"/>
                  </a:lnTo>
                  <a:lnTo>
                    <a:pt x="5192161" y="1330414"/>
                  </a:lnTo>
                  <a:lnTo>
                    <a:pt x="5192288" y="1330414"/>
                  </a:lnTo>
                  <a:lnTo>
                    <a:pt x="5192414" y="1330414"/>
                  </a:lnTo>
                  <a:lnTo>
                    <a:pt x="5192540" y="1330414"/>
                  </a:lnTo>
                  <a:lnTo>
                    <a:pt x="5192666" y="1330414"/>
                  </a:lnTo>
                  <a:lnTo>
                    <a:pt x="5192792" y="1330414"/>
                  </a:lnTo>
                  <a:lnTo>
                    <a:pt x="5192918" y="1330414"/>
                  </a:lnTo>
                  <a:lnTo>
                    <a:pt x="5193044" y="1330414"/>
                  </a:lnTo>
                  <a:lnTo>
                    <a:pt x="5193170" y="1330414"/>
                  </a:lnTo>
                  <a:lnTo>
                    <a:pt x="5193296" y="1330414"/>
                  </a:lnTo>
                  <a:lnTo>
                    <a:pt x="5193422" y="1330414"/>
                  </a:lnTo>
                  <a:lnTo>
                    <a:pt x="5193548" y="1330414"/>
                  </a:lnTo>
                  <a:lnTo>
                    <a:pt x="5193675" y="1330414"/>
                  </a:lnTo>
                  <a:lnTo>
                    <a:pt x="5193801" y="1330414"/>
                  </a:lnTo>
                  <a:lnTo>
                    <a:pt x="5193927" y="1330414"/>
                  </a:lnTo>
                  <a:lnTo>
                    <a:pt x="5194053" y="1330414"/>
                  </a:lnTo>
                  <a:lnTo>
                    <a:pt x="5194179" y="1330414"/>
                  </a:lnTo>
                  <a:lnTo>
                    <a:pt x="5194305" y="1330414"/>
                  </a:lnTo>
                  <a:lnTo>
                    <a:pt x="5194431" y="1330414"/>
                  </a:lnTo>
                  <a:lnTo>
                    <a:pt x="5194557" y="1330414"/>
                  </a:lnTo>
                  <a:lnTo>
                    <a:pt x="5194683" y="1330414"/>
                  </a:lnTo>
                  <a:lnTo>
                    <a:pt x="5194809" y="1330414"/>
                  </a:lnTo>
                  <a:lnTo>
                    <a:pt x="5194935" y="1330414"/>
                  </a:lnTo>
                  <a:lnTo>
                    <a:pt x="5195062" y="1330414"/>
                  </a:lnTo>
                  <a:lnTo>
                    <a:pt x="5195188" y="1330414"/>
                  </a:lnTo>
                  <a:lnTo>
                    <a:pt x="5195314" y="1330414"/>
                  </a:lnTo>
                  <a:lnTo>
                    <a:pt x="5195440" y="1330414"/>
                  </a:lnTo>
                  <a:lnTo>
                    <a:pt x="5195566" y="1330414"/>
                  </a:lnTo>
                  <a:lnTo>
                    <a:pt x="5195692" y="1330414"/>
                  </a:lnTo>
                  <a:lnTo>
                    <a:pt x="5195818" y="1330414"/>
                  </a:lnTo>
                  <a:lnTo>
                    <a:pt x="5195944" y="1330414"/>
                  </a:lnTo>
                  <a:lnTo>
                    <a:pt x="5196070" y="1330414"/>
                  </a:lnTo>
                  <a:lnTo>
                    <a:pt x="5196196" y="1330414"/>
                  </a:lnTo>
                  <a:lnTo>
                    <a:pt x="5196196" y="1325134"/>
                  </a:lnTo>
                  <a:lnTo>
                    <a:pt x="5196322" y="1325134"/>
                  </a:lnTo>
                  <a:lnTo>
                    <a:pt x="5196448" y="1325134"/>
                  </a:lnTo>
                  <a:lnTo>
                    <a:pt x="5196575" y="1325134"/>
                  </a:lnTo>
                  <a:lnTo>
                    <a:pt x="5196701" y="1325134"/>
                  </a:lnTo>
                  <a:lnTo>
                    <a:pt x="5196827" y="1325134"/>
                  </a:lnTo>
                  <a:lnTo>
                    <a:pt x="5196953" y="1325134"/>
                  </a:lnTo>
                  <a:lnTo>
                    <a:pt x="5197079" y="1325134"/>
                  </a:lnTo>
                  <a:lnTo>
                    <a:pt x="5197205" y="1325134"/>
                  </a:lnTo>
                  <a:lnTo>
                    <a:pt x="5197331" y="1325134"/>
                  </a:lnTo>
                  <a:lnTo>
                    <a:pt x="5197457" y="1325134"/>
                  </a:lnTo>
                  <a:lnTo>
                    <a:pt x="5197583" y="1325134"/>
                  </a:lnTo>
                  <a:lnTo>
                    <a:pt x="5197709" y="1325134"/>
                  </a:lnTo>
                  <a:lnTo>
                    <a:pt x="5197835" y="1325134"/>
                  </a:lnTo>
                  <a:lnTo>
                    <a:pt x="5197962" y="1325134"/>
                  </a:lnTo>
                  <a:lnTo>
                    <a:pt x="5198088" y="1325134"/>
                  </a:lnTo>
                  <a:lnTo>
                    <a:pt x="5198214" y="1325134"/>
                  </a:lnTo>
                  <a:lnTo>
                    <a:pt x="5198340" y="1325134"/>
                  </a:lnTo>
                  <a:lnTo>
                    <a:pt x="5198466" y="1325134"/>
                  </a:lnTo>
                  <a:lnTo>
                    <a:pt x="5198592" y="1325134"/>
                  </a:lnTo>
                  <a:lnTo>
                    <a:pt x="5198718" y="1325134"/>
                  </a:lnTo>
                  <a:lnTo>
                    <a:pt x="5198844" y="1325134"/>
                  </a:lnTo>
                  <a:lnTo>
                    <a:pt x="5198970" y="1325134"/>
                  </a:lnTo>
                  <a:lnTo>
                    <a:pt x="5199096" y="1325134"/>
                  </a:lnTo>
                  <a:lnTo>
                    <a:pt x="5199222" y="1325134"/>
                  </a:lnTo>
                  <a:lnTo>
                    <a:pt x="5199348" y="1325134"/>
                  </a:lnTo>
                  <a:lnTo>
                    <a:pt x="5199475" y="1325134"/>
                  </a:lnTo>
                  <a:lnTo>
                    <a:pt x="5199601" y="1325134"/>
                  </a:lnTo>
                  <a:lnTo>
                    <a:pt x="5199727" y="1325134"/>
                  </a:lnTo>
                  <a:lnTo>
                    <a:pt x="5199853" y="1325134"/>
                  </a:lnTo>
                  <a:lnTo>
                    <a:pt x="5199979" y="1325134"/>
                  </a:lnTo>
                  <a:lnTo>
                    <a:pt x="5200105" y="1325134"/>
                  </a:lnTo>
                  <a:lnTo>
                    <a:pt x="5200231" y="1325134"/>
                  </a:lnTo>
                  <a:lnTo>
                    <a:pt x="5200357" y="1325134"/>
                  </a:lnTo>
                  <a:lnTo>
                    <a:pt x="5200483" y="1325134"/>
                  </a:lnTo>
                  <a:lnTo>
                    <a:pt x="5200609" y="1325134"/>
                  </a:lnTo>
                  <a:lnTo>
                    <a:pt x="5200735" y="1325134"/>
                  </a:lnTo>
                  <a:lnTo>
                    <a:pt x="5200862" y="1325134"/>
                  </a:lnTo>
                  <a:lnTo>
                    <a:pt x="5200988" y="1325134"/>
                  </a:lnTo>
                  <a:lnTo>
                    <a:pt x="5201114" y="1325134"/>
                  </a:lnTo>
                  <a:lnTo>
                    <a:pt x="5201240" y="1325134"/>
                  </a:lnTo>
                  <a:lnTo>
                    <a:pt x="5201366" y="1325134"/>
                  </a:lnTo>
                  <a:lnTo>
                    <a:pt x="5201492" y="1325134"/>
                  </a:lnTo>
                  <a:lnTo>
                    <a:pt x="5201618" y="1325134"/>
                  </a:lnTo>
                  <a:lnTo>
                    <a:pt x="5201744" y="1325134"/>
                  </a:lnTo>
                  <a:lnTo>
                    <a:pt x="5201870" y="1325134"/>
                  </a:lnTo>
                  <a:lnTo>
                    <a:pt x="5201996" y="1325134"/>
                  </a:lnTo>
                  <a:lnTo>
                    <a:pt x="5202122" y="1325134"/>
                  </a:lnTo>
                  <a:lnTo>
                    <a:pt x="5202248" y="1325134"/>
                  </a:lnTo>
                  <a:lnTo>
                    <a:pt x="5202375" y="1325134"/>
                  </a:lnTo>
                  <a:lnTo>
                    <a:pt x="5202501" y="1325134"/>
                  </a:lnTo>
                  <a:lnTo>
                    <a:pt x="5202627" y="1325134"/>
                  </a:lnTo>
                  <a:lnTo>
                    <a:pt x="5202753" y="1325134"/>
                  </a:lnTo>
                  <a:lnTo>
                    <a:pt x="5202879" y="1325134"/>
                  </a:lnTo>
                  <a:lnTo>
                    <a:pt x="5203005" y="1325134"/>
                  </a:lnTo>
                  <a:lnTo>
                    <a:pt x="5203131" y="1325134"/>
                  </a:lnTo>
                  <a:lnTo>
                    <a:pt x="5203257" y="1325134"/>
                  </a:lnTo>
                  <a:lnTo>
                    <a:pt x="5203383" y="1325134"/>
                  </a:lnTo>
                  <a:lnTo>
                    <a:pt x="5203509" y="1325134"/>
                  </a:lnTo>
                  <a:lnTo>
                    <a:pt x="5203635" y="1325134"/>
                  </a:lnTo>
                  <a:lnTo>
                    <a:pt x="5203762" y="1325134"/>
                  </a:lnTo>
                  <a:lnTo>
                    <a:pt x="5203888" y="1325134"/>
                  </a:lnTo>
                  <a:lnTo>
                    <a:pt x="5204014" y="1325134"/>
                  </a:lnTo>
                  <a:lnTo>
                    <a:pt x="5204140" y="1325134"/>
                  </a:lnTo>
                  <a:lnTo>
                    <a:pt x="5204266" y="1325134"/>
                  </a:lnTo>
                  <a:lnTo>
                    <a:pt x="5204392" y="1325134"/>
                  </a:lnTo>
                  <a:lnTo>
                    <a:pt x="5204518" y="1325134"/>
                  </a:lnTo>
                  <a:lnTo>
                    <a:pt x="5204644" y="1325134"/>
                  </a:lnTo>
                  <a:lnTo>
                    <a:pt x="5204770" y="1325134"/>
                  </a:lnTo>
                  <a:lnTo>
                    <a:pt x="5204896" y="1325134"/>
                  </a:lnTo>
                  <a:lnTo>
                    <a:pt x="5205022" y="1325134"/>
                  </a:lnTo>
                  <a:lnTo>
                    <a:pt x="5205149" y="1325134"/>
                  </a:lnTo>
                  <a:lnTo>
                    <a:pt x="5205275" y="1325134"/>
                  </a:lnTo>
                  <a:lnTo>
                    <a:pt x="5205401" y="1325134"/>
                  </a:lnTo>
                  <a:lnTo>
                    <a:pt x="5205527" y="1325134"/>
                  </a:lnTo>
                  <a:lnTo>
                    <a:pt x="5205653" y="1325134"/>
                  </a:lnTo>
                  <a:lnTo>
                    <a:pt x="5205779" y="1325134"/>
                  </a:lnTo>
                  <a:lnTo>
                    <a:pt x="5205905" y="1325134"/>
                  </a:lnTo>
                  <a:lnTo>
                    <a:pt x="5206031" y="1325134"/>
                  </a:lnTo>
                  <a:lnTo>
                    <a:pt x="5206157" y="1325134"/>
                  </a:lnTo>
                  <a:lnTo>
                    <a:pt x="5206283" y="1325134"/>
                  </a:lnTo>
                  <a:lnTo>
                    <a:pt x="5206409" y="1325134"/>
                  </a:lnTo>
                  <a:lnTo>
                    <a:pt x="5206535" y="1325134"/>
                  </a:lnTo>
                  <a:lnTo>
                    <a:pt x="5206662" y="1325134"/>
                  </a:lnTo>
                  <a:lnTo>
                    <a:pt x="5206788" y="1325134"/>
                  </a:lnTo>
                  <a:lnTo>
                    <a:pt x="5206914" y="1325134"/>
                  </a:lnTo>
                  <a:lnTo>
                    <a:pt x="5207040" y="1325134"/>
                  </a:lnTo>
                  <a:lnTo>
                    <a:pt x="5207166" y="1325134"/>
                  </a:lnTo>
                  <a:lnTo>
                    <a:pt x="5207292" y="1325134"/>
                  </a:lnTo>
                  <a:lnTo>
                    <a:pt x="5207418" y="1325134"/>
                  </a:lnTo>
                  <a:lnTo>
                    <a:pt x="5207544" y="1325134"/>
                  </a:lnTo>
                  <a:lnTo>
                    <a:pt x="5207670" y="1325134"/>
                  </a:lnTo>
                  <a:lnTo>
                    <a:pt x="5207796" y="1325134"/>
                  </a:lnTo>
                  <a:lnTo>
                    <a:pt x="5207922" y="1325134"/>
                  </a:lnTo>
                  <a:lnTo>
                    <a:pt x="5208049" y="1325134"/>
                  </a:lnTo>
                  <a:lnTo>
                    <a:pt x="5208175" y="1325134"/>
                  </a:lnTo>
                  <a:lnTo>
                    <a:pt x="5208301" y="1325134"/>
                  </a:lnTo>
                  <a:lnTo>
                    <a:pt x="5208427" y="1325134"/>
                  </a:lnTo>
                  <a:lnTo>
                    <a:pt x="5208553" y="1325134"/>
                  </a:lnTo>
                  <a:lnTo>
                    <a:pt x="5208679" y="1325134"/>
                  </a:lnTo>
                  <a:lnTo>
                    <a:pt x="5208805" y="1325134"/>
                  </a:lnTo>
                  <a:lnTo>
                    <a:pt x="5208931" y="1325134"/>
                  </a:lnTo>
                  <a:lnTo>
                    <a:pt x="5209057" y="1325134"/>
                  </a:lnTo>
                  <a:lnTo>
                    <a:pt x="5209183" y="1325134"/>
                  </a:lnTo>
                  <a:lnTo>
                    <a:pt x="5209309" y="1325134"/>
                  </a:lnTo>
                  <a:lnTo>
                    <a:pt x="5209435" y="1325134"/>
                  </a:lnTo>
                  <a:lnTo>
                    <a:pt x="5209562" y="1325134"/>
                  </a:lnTo>
                  <a:lnTo>
                    <a:pt x="5209688" y="1325134"/>
                  </a:lnTo>
                  <a:lnTo>
                    <a:pt x="5209814" y="1325134"/>
                  </a:lnTo>
                  <a:lnTo>
                    <a:pt x="5209940" y="1325134"/>
                  </a:lnTo>
                  <a:lnTo>
                    <a:pt x="5210066" y="1325134"/>
                  </a:lnTo>
                  <a:lnTo>
                    <a:pt x="5210192" y="1325134"/>
                  </a:lnTo>
                  <a:lnTo>
                    <a:pt x="5210318" y="1325134"/>
                  </a:lnTo>
                  <a:lnTo>
                    <a:pt x="5210444" y="1325134"/>
                  </a:lnTo>
                  <a:lnTo>
                    <a:pt x="5210570" y="1325134"/>
                  </a:lnTo>
                  <a:lnTo>
                    <a:pt x="5210696" y="1325134"/>
                  </a:lnTo>
                  <a:lnTo>
                    <a:pt x="5210822" y="1325134"/>
                  </a:lnTo>
                  <a:lnTo>
                    <a:pt x="5210949" y="1325134"/>
                  </a:lnTo>
                  <a:lnTo>
                    <a:pt x="5211075" y="1325134"/>
                  </a:lnTo>
                  <a:lnTo>
                    <a:pt x="5211201" y="1325134"/>
                  </a:lnTo>
                  <a:lnTo>
                    <a:pt x="5211327" y="1325134"/>
                  </a:lnTo>
                  <a:lnTo>
                    <a:pt x="5211453" y="1325134"/>
                  </a:lnTo>
                  <a:lnTo>
                    <a:pt x="5211579" y="1325134"/>
                  </a:lnTo>
                  <a:lnTo>
                    <a:pt x="5211705" y="1325134"/>
                  </a:lnTo>
                  <a:lnTo>
                    <a:pt x="5211831" y="1325134"/>
                  </a:lnTo>
                  <a:lnTo>
                    <a:pt x="5211957" y="1325134"/>
                  </a:lnTo>
                  <a:lnTo>
                    <a:pt x="5212083" y="1325134"/>
                  </a:lnTo>
                  <a:lnTo>
                    <a:pt x="5212209" y="1325134"/>
                  </a:lnTo>
                  <a:lnTo>
                    <a:pt x="5212336" y="1325134"/>
                  </a:lnTo>
                  <a:lnTo>
                    <a:pt x="5212462" y="1325134"/>
                  </a:lnTo>
                  <a:lnTo>
                    <a:pt x="5212588" y="1325134"/>
                  </a:lnTo>
                  <a:lnTo>
                    <a:pt x="5212714" y="1325134"/>
                  </a:lnTo>
                  <a:lnTo>
                    <a:pt x="5212840" y="1325134"/>
                  </a:lnTo>
                  <a:lnTo>
                    <a:pt x="5212966" y="1325134"/>
                  </a:lnTo>
                  <a:lnTo>
                    <a:pt x="5213092" y="1325134"/>
                  </a:lnTo>
                  <a:lnTo>
                    <a:pt x="5213218" y="1325134"/>
                  </a:lnTo>
                  <a:lnTo>
                    <a:pt x="5213344" y="1325134"/>
                  </a:lnTo>
                  <a:lnTo>
                    <a:pt x="5213470" y="1325134"/>
                  </a:lnTo>
                  <a:lnTo>
                    <a:pt x="5213596" y="1325134"/>
                  </a:lnTo>
                  <a:lnTo>
                    <a:pt x="5213722" y="1325134"/>
                  </a:lnTo>
                  <a:lnTo>
                    <a:pt x="5213849" y="1325134"/>
                  </a:lnTo>
                  <a:lnTo>
                    <a:pt x="5213975" y="1325134"/>
                  </a:lnTo>
                  <a:lnTo>
                    <a:pt x="5214101" y="1325134"/>
                  </a:lnTo>
                  <a:lnTo>
                    <a:pt x="5214227" y="1325134"/>
                  </a:lnTo>
                  <a:lnTo>
                    <a:pt x="5214353" y="1325134"/>
                  </a:lnTo>
                  <a:lnTo>
                    <a:pt x="5214479" y="1325134"/>
                  </a:lnTo>
                  <a:lnTo>
                    <a:pt x="5214605" y="1325134"/>
                  </a:lnTo>
                  <a:lnTo>
                    <a:pt x="5214731" y="1325134"/>
                  </a:lnTo>
                  <a:lnTo>
                    <a:pt x="5214857" y="1325134"/>
                  </a:lnTo>
                  <a:lnTo>
                    <a:pt x="5214983" y="1325134"/>
                  </a:lnTo>
                  <a:lnTo>
                    <a:pt x="5215109" y="1325134"/>
                  </a:lnTo>
                  <a:lnTo>
                    <a:pt x="5215236" y="1325134"/>
                  </a:lnTo>
                  <a:lnTo>
                    <a:pt x="5215362" y="1325134"/>
                  </a:lnTo>
                  <a:lnTo>
                    <a:pt x="5215488" y="1325134"/>
                  </a:lnTo>
                  <a:lnTo>
                    <a:pt x="5215614" y="1325134"/>
                  </a:lnTo>
                  <a:lnTo>
                    <a:pt x="5215740" y="1325134"/>
                  </a:lnTo>
                  <a:lnTo>
                    <a:pt x="5215866" y="1325134"/>
                  </a:lnTo>
                  <a:lnTo>
                    <a:pt x="5215992" y="1325134"/>
                  </a:lnTo>
                  <a:lnTo>
                    <a:pt x="5216118" y="1325134"/>
                  </a:lnTo>
                  <a:lnTo>
                    <a:pt x="5216244" y="1325134"/>
                  </a:lnTo>
                  <a:lnTo>
                    <a:pt x="5216370" y="1325134"/>
                  </a:lnTo>
                  <a:lnTo>
                    <a:pt x="5216496" y="1325134"/>
                  </a:lnTo>
                  <a:lnTo>
                    <a:pt x="5216622" y="1325134"/>
                  </a:lnTo>
                  <a:lnTo>
                    <a:pt x="5216749" y="1325134"/>
                  </a:lnTo>
                  <a:lnTo>
                    <a:pt x="5216875" y="1325134"/>
                  </a:lnTo>
                  <a:lnTo>
                    <a:pt x="5217001" y="1325134"/>
                  </a:lnTo>
                  <a:lnTo>
                    <a:pt x="5217127" y="1325134"/>
                  </a:lnTo>
                  <a:lnTo>
                    <a:pt x="5217253" y="1325134"/>
                  </a:lnTo>
                  <a:lnTo>
                    <a:pt x="5217379" y="1325134"/>
                  </a:lnTo>
                  <a:lnTo>
                    <a:pt x="5217505" y="1325134"/>
                  </a:lnTo>
                  <a:lnTo>
                    <a:pt x="5217631" y="1325134"/>
                  </a:lnTo>
                  <a:lnTo>
                    <a:pt x="5217757" y="1325134"/>
                  </a:lnTo>
                  <a:lnTo>
                    <a:pt x="5217883" y="1325134"/>
                  </a:lnTo>
                  <a:lnTo>
                    <a:pt x="5218009" y="1325134"/>
                  </a:lnTo>
                  <a:lnTo>
                    <a:pt x="5218136" y="1325134"/>
                  </a:lnTo>
                  <a:lnTo>
                    <a:pt x="5218262" y="1325134"/>
                  </a:lnTo>
                  <a:lnTo>
                    <a:pt x="5218388" y="1325134"/>
                  </a:lnTo>
                  <a:lnTo>
                    <a:pt x="5218514" y="1325134"/>
                  </a:lnTo>
                  <a:lnTo>
                    <a:pt x="5218640" y="1325134"/>
                  </a:lnTo>
                  <a:lnTo>
                    <a:pt x="5218766" y="1325134"/>
                  </a:lnTo>
                  <a:lnTo>
                    <a:pt x="5218892" y="1325134"/>
                  </a:lnTo>
                  <a:lnTo>
                    <a:pt x="5219018" y="1325134"/>
                  </a:lnTo>
                  <a:lnTo>
                    <a:pt x="5219144" y="1325134"/>
                  </a:lnTo>
                  <a:lnTo>
                    <a:pt x="5219270" y="1325134"/>
                  </a:lnTo>
                  <a:lnTo>
                    <a:pt x="5219396" y="1325134"/>
                  </a:lnTo>
                  <a:lnTo>
                    <a:pt x="5219523" y="1325134"/>
                  </a:lnTo>
                  <a:lnTo>
                    <a:pt x="5219649" y="1325134"/>
                  </a:lnTo>
                  <a:lnTo>
                    <a:pt x="5219775" y="1325134"/>
                  </a:lnTo>
                  <a:lnTo>
                    <a:pt x="5219901" y="1325134"/>
                  </a:lnTo>
                  <a:lnTo>
                    <a:pt x="5220027" y="1325134"/>
                  </a:lnTo>
                  <a:lnTo>
                    <a:pt x="5220153" y="1325134"/>
                  </a:lnTo>
                  <a:lnTo>
                    <a:pt x="5220279" y="1325134"/>
                  </a:lnTo>
                  <a:lnTo>
                    <a:pt x="5220405" y="1325134"/>
                  </a:lnTo>
                  <a:lnTo>
                    <a:pt x="5220531" y="1325134"/>
                  </a:lnTo>
                  <a:lnTo>
                    <a:pt x="5220657" y="1325134"/>
                  </a:lnTo>
                  <a:lnTo>
                    <a:pt x="5220783" y="1325134"/>
                  </a:lnTo>
                  <a:lnTo>
                    <a:pt x="5220909" y="1325134"/>
                  </a:lnTo>
                  <a:lnTo>
                    <a:pt x="5221036" y="1325134"/>
                  </a:lnTo>
                  <a:lnTo>
                    <a:pt x="5221162" y="1325134"/>
                  </a:lnTo>
                  <a:lnTo>
                    <a:pt x="5221288" y="1325134"/>
                  </a:lnTo>
                  <a:lnTo>
                    <a:pt x="5221414" y="1325134"/>
                  </a:lnTo>
                  <a:lnTo>
                    <a:pt x="5221540" y="1325134"/>
                  </a:lnTo>
                  <a:lnTo>
                    <a:pt x="5221666" y="1325134"/>
                  </a:lnTo>
                  <a:lnTo>
                    <a:pt x="5221792" y="1325134"/>
                  </a:lnTo>
                  <a:lnTo>
                    <a:pt x="5221918" y="1325134"/>
                  </a:lnTo>
                  <a:lnTo>
                    <a:pt x="5222044" y="1325134"/>
                  </a:lnTo>
                  <a:lnTo>
                    <a:pt x="5222170" y="1325134"/>
                  </a:lnTo>
                  <a:lnTo>
                    <a:pt x="5222296" y="1325134"/>
                  </a:lnTo>
                  <a:lnTo>
                    <a:pt x="5222423" y="1325134"/>
                  </a:lnTo>
                  <a:lnTo>
                    <a:pt x="5222549" y="1325134"/>
                  </a:lnTo>
                  <a:lnTo>
                    <a:pt x="5222675" y="1325134"/>
                  </a:lnTo>
                  <a:lnTo>
                    <a:pt x="5222801" y="1325134"/>
                  </a:lnTo>
                  <a:lnTo>
                    <a:pt x="5222927" y="1325134"/>
                  </a:lnTo>
                  <a:lnTo>
                    <a:pt x="5223053" y="1325134"/>
                  </a:lnTo>
                  <a:lnTo>
                    <a:pt x="5223179" y="1325134"/>
                  </a:lnTo>
                  <a:lnTo>
                    <a:pt x="5223305" y="1325134"/>
                  </a:lnTo>
                  <a:lnTo>
                    <a:pt x="5223431" y="1325134"/>
                  </a:lnTo>
                  <a:lnTo>
                    <a:pt x="5223557" y="1325134"/>
                  </a:lnTo>
                  <a:lnTo>
                    <a:pt x="5223683" y="1325134"/>
                  </a:lnTo>
                  <a:lnTo>
                    <a:pt x="5223809" y="1325134"/>
                  </a:lnTo>
                  <a:lnTo>
                    <a:pt x="5223936" y="1325134"/>
                  </a:lnTo>
                  <a:lnTo>
                    <a:pt x="5224062" y="1325134"/>
                  </a:lnTo>
                  <a:lnTo>
                    <a:pt x="5224188" y="1325134"/>
                  </a:lnTo>
                  <a:lnTo>
                    <a:pt x="5224314" y="1325134"/>
                  </a:lnTo>
                  <a:lnTo>
                    <a:pt x="5224440" y="1325134"/>
                  </a:lnTo>
                  <a:lnTo>
                    <a:pt x="5224566" y="1325134"/>
                  </a:lnTo>
                  <a:lnTo>
                    <a:pt x="5224692" y="1325134"/>
                  </a:lnTo>
                  <a:lnTo>
                    <a:pt x="5224818" y="1325134"/>
                  </a:lnTo>
                  <a:lnTo>
                    <a:pt x="5224944" y="1325134"/>
                  </a:lnTo>
                  <a:lnTo>
                    <a:pt x="5225070" y="1325134"/>
                  </a:lnTo>
                  <a:lnTo>
                    <a:pt x="5225196" y="1325134"/>
                  </a:lnTo>
                  <a:lnTo>
                    <a:pt x="5225323" y="1325134"/>
                  </a:lnTo>
                  <a:lnTo>
                    <a:pt x="5225449" y="1325134"/>
                  </a:lnTo>
                  <a:lnTo>
                    <a:pt x="5225575" y="1325134"/>
                  </a:lnTo>
                  <a:lnTo>
                    <a:pt x="5225701" y="1325134"/>
                  </a:lnTo>
                  <a:lnTo>
                    <a:pt x="5225827" y="1325134"/>
                  </a:lnTo>
                  <a:lnTo>
                    <a:pt x="5225953" y="1325134"/>
                  </a:lnTo>
                  <a:lnTo>
                    <a:pt x="5226079" y="1325134"/>
                  </a:lnTo>
                  <a:lnTo>
                    <a:pt x="5226205" y="1325134"/>
                  </a:lnTo>
                  <a:lnTo>
                    <a:pt x="5226331" y="1325134"/>
                  </a:lnTo>
                  <a:lnTo>
                    <a:pt x="5226457" y="1325134"/>
                  </a:lnTo>
                  <a:lnTo>
                    <a:pt x="5226583" y="1325134"/>
                  </a:lnTo>
                  <a:lnTo>
                    <a:pt x="5226709" y="1325134"/>
                  </a:lnTo>
                  <a:lnTo>
                    <a:pt x="5226836" y="1325134"/>
                  </a:lnTo>
                  <a:lnTo>
                    <a:pt x="5226962" y="1325134"/>
                  </a:lnTo>
                  <a:lnTo>
                    <a:pt x="5227088" y="1325134"/>
                  </a:lnTo>
                  <a:lnTo>
                    <a:pt x="5227214" y="1325134"/>
                  </a:lnTo>
                  <a:lnTo>
                    <a:pt x="5227340" y="1325134"/>
                  </a:lnTo>
                  <a:lnTo>
                    <a:pt x="5227466" y="1325134"/>
                  </a:lnTo>
                  <a:lnTo>
                    <a:pt x="5227592" y="1325134"/>
                  </a:lnTo>
                  <a:lnTo>
                    <a:pt x="5227718" y="1325134"/>
                  </a:lnTo>
                  <a:lnTo>
                    <a:pt x="5227844" y="1325134"/>
                  </a:lnTo>
                  <a:lnTo>
                    <a:pt x="5227970" y="1325134"/>
                  </a:lnTo>
                  <a:lnTo>
                    <a:pt x="5228096" y="1325134"/>
                  </a:lnTo>
                  <a:lnTo>
                    <a:pt x="5228223" y="1325134"/>
                  </a:lnTo>
                  <a:lnTo>
                    <a:pt x="5228349" y="1325134"/>
                  </a:lnTo>
                  <a:lnTo>
                    <a:pt x="5228475" y="1325134"/>
                  </a:lnTo>
                  <a:lnTo>
                    <a:pt x="5228601" y="1325134"/>
                  </a:lnTo>
                  <a:lnTo>
                    <a:pt x="5228727" y="1325134"/>
                  </a:lnTo>
                  <a:lnTo>
                    <a:pt x="5228853" y="1325134"/>
                  </a:lnTo>
                  <a:lnTo>
                    <a:pt x="5228979" y="1325134"/>
                  </a:lnTo>
                  <a:lnTo>
                    <a:pt x="5229105" y="1325134"/>
                  </a:lnTo>
                  <a:lnTo>
                    <a:pt x="5229231" y="1325134"/>
                  </a:lnTo>
                  <a:lnTo>
                    <a:pt x="5229231" y="1319855"/>
                  </a:lnTo>
                  <a:lnTo>
                    <a:pt x="5229357" y="1319855"/>
                  </a:lnTo>
                  <a:lnTo>
                    <a:pt x="5229483" y="1319855"/>
                  </a:lnTo>
                  <a:lnTo>
                    <a:pt x="5229610" y="1319855"/>
                  </a:lnTo>
                  <a:lnTo>
                    <a:pt x="5229736" y="1319855"/>
                  </a:lnTo>
                  <a:lnTo>
                    <a:pt x="5229862" y="1319855"/>
                  </a:lnTo>
                  <a:lnTo>
                    <a:pt x="5229988" y="1319855"/>
                  </a:lnTo>
                  <a:lnTo>
                    <a:pt x="5230114" y="1319855"/>
                  </a:lnTo>
                  <a:lnTo>
                    <a:pt x="5230240" y="1319855"/>
                  </a:lnTo>
                  <a:lnTo>
                    <a:pt x="5230366" y="1319855"/>
                  </a:lnTo>
                  <a:lnTo>
                    <a:pt x="5230492" y="1319855"/>
                  </a:lnTo>
                  <a:lnTo>
                    <a:pt x="5230618" y="1319855"/>
                  </a:lnTo>
                  <a:lnTo>
                    <a:pt x="5230744" y="1319855"/>
                  </a:lnTo>
                  <a:lnTo>
                    <a:pt x="5230870" y="1319855"/>
                  </a:lnTo>
                  <a:lnTo>
                    <a:pt x="5230996" y="1319855"/>
                  </a:lnTo>
                  <a:lnTo>
                    <a:pt x="5231123" y="1319855"/>
                  </a:lnTo>
                  <a:lnTo>
                    <a:pt x="5231249" y="1319855"/>
                  </a:lnTo>
                  <a:lnTo>
                    <a:pt x="5231375" y="1319855"/>
                  </a:lnTo>
                  <a:lnTo>
                    <a:pt x="5231501" y="1319855"/>
                  </a:lnTo>
                  <a:lnTo>
                    <a:pt x="5231627" y="1319855"/>
                  </a:lnTo>
                  <a:lnTo>
                    <a:pt x="5231753" y="1319855"/>
                  </a:lnTo>
                  <a:lnTo>
                    <a:pt x="5231879" y="1319855"/>
                  </a:lnTo>
                  <a:lnTo>
                    <a:pt x="5232005" y="1319855"/>
                  </a:lnTo>
                  <a:lnTo>
                    <a:pt x="5232131" y="1319855"/>
                  </a:lnTo>
                  <a:lnTo>
                    <a:pt x="5232257" y="1319855"/>
                  </a:lnTo>
                  <a:lnTo>
                    <a:pt x="5232383" y="1319855"/>
                  </a:lnTo>
                  <a:lnTo>
                    <a:pt x="5232510" y="1319855"/>
                  </a:lnTo>
                  <a:lnTo>
                    <a:pt x="5232636" y="1319855"/>
                  </a:lnTo>
                  <a:lnTo>
                    <a:pt x="5232762" y="1319855"/>
                  </a:lnTo>
                  <a:lnTo>
                    <a:pt x="5232888" y="1319855"/>
                  </a:lnTo>
                  <a:lnTo>
                    <a:pt x="5233014" y="1319855"/>
                  </a:lnTo>
                  <a:lnTo>
                    <a:pt x="5233140" y="1319855"/>
                  </a:lnTo>
                  <a:lnTo>
                    <a:pt x="5233266" y="1319855"/>
                  </a:lnTo>
                  <a:lnTo>
                    <a:pt x="5233392" y="1319855"/>
                  </a:lnTo>
                  <a:lnTo>
                    <a:pt x="5233518" y="1319855"/>
                  </a:lnTo>
                  <a:lnTo>
                    <a:pt x="5233644" y="1319855"/>
                  </a:lnTo>
                  <a:lnTo>
                    <a:pt x="5233770" y="1319855"/>
                  </a:lnTo>
                  <a:lnTo>
                    <a:pt x="5233896" y="1319855"/>
                  </a:lnTo>
                  <a:lnTo>
                    <a:pt x="5234023" y="1319855"/>
                  </a:lnTo>
                  <a:lnTo>
                    <a:pt x="5234149" y="1319855"/>
                  </a:lnTo>
                  <a:lnTo>
                    <a:pt x="5234275" y="1319855"/>
                  </a:lnTo>
                  <a:lnTo>
                    <a:pt x="5234401" y="1319855"/>
                  </a:lnTo>
                  <a:lnTo>
                    <a:pt x="5234527" y="1319855"/>
                  </a:lnTo>
                  <a:lnTo>
                    <a:pt x="5234653" y="1319855"/>
                  </a:lnTo>
                  <a:lnTo>
                    <a:pt x="5234779" y="1319855"/>
                  </a:lnTo>
                  <a:lnTo>
                    <a:pt x="5234905" y="1319855"/>
                  </a:lnTo>
                  <a:lnTo>
                    <a:pt x="5235031" y="1319855"/>
                  </a:lnTo>
                  <a:lnTo>
                    <a:pt x="5235157" y="1319855"/>
                  </a:lnTo>
                  <a:lnTo>
                    <a:pt x="5235283" y="1319855"/>
                  </a:lnTo>
                  <a:lnTo>
                    <a:pt x="5235410" y="1319855"/>
                  </a:lnTo>
                  <a:lnTo>
                    <a:pt x="5235536" y="1319855"/>
                  </a:lnTo>
                  <a:lnTo>
                    <a:pt x="5235662" y="1319855"/>
                  </a:lnTo>
                  <a:lnTo>
                    <a:pt x="5235788" y="1319855"/>
                  </a:lnTo>
                  <a:lnTo>
                    <a:pt x="5235914" y="1319855"/>
                  </a:lnTo>
                  <a:lnTo>
                    <a:pt x="5236040" y="1319855"/>
                  </a:lnTo>
                  <a:lnTo>
                    <a:pt x="5236166" y="1319855"/>
                  </a:lnTo>
                  <a:lnTo>
                    <a:pt x="5236292" y="1319855"/>
                  </a:lnTo>
                  <a:lnTo>
                    <a:pt x="5236418" y="1319855"/>
                  </a:lnTo>
                  <a:lnTo>
                    <a:pt x="5236544" y="1319855"/>
                  </a:lnTo>
                  <a:lnTo>
                    <a:pt x="5236670" y="1319855"/>
                  </a:lnTo>
                  <a:lnTo>
                    <a:pt x="5236797" y="1319855"/>
                  </a:lnTo>
                  <a:lnTo>
                    <a:pt x="5236923" y="1319855"/>
                  </a:lnTo>
                  <a:lnTo>
                    <a:pt x="5237049" y="1319855"/>
                  </a:lnTo>
                  <a:lnTo>
                    <a:pt x="5237175" y="1319855"/>
                  </a:lnTo>
                  <a:lnTo>
                    <a:pt x="5237301" y="1319855"/>
                  </a:lnTo>
                  <a:lnTo>
                    <a:pt x="5237427" y="1319855"/>
                  </a:lnTo>
                  <a:lnTo>
                    <a:pt x="5237553" y="1319855"/>
                  </a:lnTo>
                  <a:lnTo>
                    <a:pt x="5237679" y="1319855"/>
                  </a:lnTo>
                  <a:lnTo>
                    <a:pt x="5237805" y="1319855"/>
                  </a:lnTo>
                  <a:lnTo>
                    <a:pt x="5237931" y="1319855"/>
                  </a:lnTo>
                  <a:lnTo>
                    <a:pt x="5238057" y="1319855"/>
                  </a:lnTo>
                  <a:lnTo>
                    <a:pt x="5238183" y="1319855"/>
                  </a:lnTo>
                  <a:lnTo>
                    <a:pt x="5238310" y="1319855"/>
                  </a:lnTo>
                  <a:lnTo>
                    <a:pt x="5238436" y="1319855"/>
                  </a:lnTo>
                  <a:lnTo>
                    <a:pt x="5238562" y="1319855"/>
                  </a:lnTo>
                  <a:lnTo>
                    <a:pt x="5238688" y="1319855"/>
                  </a:lnTo>
                  <a:lnTo>
                    <a:pt x="5238814" y="1319855"/>
                  </a:lnTo>
                  <a:lnTo>
                    <a:pt x="5238940" y="1319855"/>
                  </a:lnTo>
                  <a:lnTo>
                    <a:pt x="5239066" y="1319855"/>
                  </a:lnTo>
                  <a:lnTo>
                    <a:pt x="5239192" y="1319855"/>
                  </a:lnTo>
                  <a:lnTo>
                    <a:pt x="5239318" y="1319855"/>
                  </a:lnTo>
                  <a:lnTo>
                    <a:pt x="5239444" y="1319855"/>
                  </a:lnTo>
                  <a:lnTo>
                    <a:pt x="5239570" y="1319855"/>
                  </a:lnTo>
                  <a:lnTo>
                    <a:pt x="5239697" y="1319855"/>
                  </a:lnTo>
                  <a:lnTo>
                    <a:pt x="5239823" y="1319855"/>
                  </a:lnTo>
                  <a:lnTo>
                    <a:pt x="5239949" y="1319855"/>
                  </a:lnTo>
                  <a:lnTo>
                    <a:pt x="5240075" y="1319855"/>
                  </a:lnTo>
                  <a:lnTo>
                    <a:pt x="5240201" y="1319855"/>
                  </a:lnTo>
                  <a:lnTo>
                    <a:pt x="5240327" y="1319855"/>
                  </a:lnTo>
                  <a:lnTo>
                    <a:pt x="5240453" y="1319855"/>
                  </a:lnTo>
                  <a:lnTo>
                    <a:pt x="5240579" y="1319855"/>
                  </a:lnTo>
                  <a:lnTo>
                    <a:pt x="5240705" y="1319855"/>
                  </a:lnTo>
                  <a:lnTo>
                    <a:pt x="5240831" y="1319855"/>
                  </a:lnTo>
                  <a:lnTo>
                    <a:pt x="5240957" y="1319855"/>
                  </a:lnTo>
                  <a:lnTo>
                    <a:pt x="5241083" y="1319855"/>
                  </a:lnTo>
                  <a:lnTo>
                    <a:pt x="5241210" y="1319855"/>
                  </a:lnTo>
                  <a:lnTo>
                    <a:pt x="5241336" y="1319855"/>
                  </a:lnTo>
                  <a:lnTo>
                    <a:pt x="5241462" y="1319855"/>
                  </a:lnTo>
                  <a:lnTo>
                    <a:pt x="5241588" y="1319855"/>
                  </a:lnTo>
                  <a:lnTo>
                    <a:pt x="5241714" y="1319855"/>
                  </a:lnTo>
                  <a:lnTo>
                    <a:pt x="5241840" y="1319855"/>
                  </a:lnTo>
                  <a:lnTo>
                    <a:pt x="5241966" y="1319855"/>
                  </a:lnTo>
                  <a:lnTo>
                    <a:pt x="5242092" y="1319855"/>
                  </a:lnTo>
                  <a:lnTo>
                    <a:pt x="5242218" y="1319855"/>
                  </a:lnTo>
                  <a:lnTo>
                    <a:pt x="5242344" y="1319855"/>
                  </a:lnTo>
                  <a:lnTo>
                    <a:pt x="5242470" y="1319855"/>
                  </a:lnTo>
                  <a:lnTo>
                    <a:pt x="5242597" y="1319855"/>
                  </a:lnTo>
                  <a:lnTo>
                    <a:pt x="5242723" y="1319855"/>
                  </a:lnTo>
                  <a:lnTo>
                    <a:pt x="5242849" y="1319855"/>
                  </a:lnTo>
                  <a:lnTo>
                    <a:pt x="5242975" y="1319855"/>
                  </a:lnTo>
                  <a:lnTo>
                    <a:pt x="5243101" y="1319855"/>
                  </a:lnTo>
                  <a:lnTo>
                    <a:pt x="5243227" y="1319855"/>
                  </a:lnTo>
                  <a:lnTo>
                    <a:pt x="5243353" y="1319855"/>
                  </a:lnTo>
                  <a:lnTo>
                    <a:pt x="5243479" y="1319855"/>
                  </a:lnTo>
                  <a:lnTo>
                    <a:pt x="5243605" y="1319855"/>
                  </a:lnTo>
                  <a:lnTo>
                    <a:pt x="5243731" y="1319855"/>
                  </a:lnTo>
                  <a:lnTo>
                    <a:pt x="5243857" y="1319855"/>
                  </a:lnTo>
                  <a:lnTo>
                    <a:pt x="5243984" y="1319855"/>
                  </a:lnTo>
                  <a:lnTo>
                    <a:pt x="5244110" y="1319855"/>
                  </a:lnTo>
                  <a:lnTo>
                    <a:pt x="5244236" y="1319855"/>
                  </a:lnTo>
                  <a:lnTo>
                    <a:pt x="5244362" y="1319855"/>
                  </a:lnTo>
                  <a:lnTo>
                    <a:pt x="5244488" y="1319855"/>
                  </a:lnTo>
                  <a:lnTo>
                    <a:pt x="5244614" y="1319855"/>
                  </a:lnTo>
                  <a:lnTo>
                    <a:pt x="5244740" y="1319855"/>
                  </a:lnTo>
                  <a:lnTo>
                    <a:pt x="5244866" y="1319855"/>
                  </a:lnTo>
                  <a:lnTo>
                    <a:pt x="5244992" y="1319855"/>
                  </a:lnTo>
                  <a:lnTo>
                    <a:pt x="5245118" y="1319855"/>
                  </a:lnTo>
                  <a:lnTo>
                    <a:pt x="5245244" y="1319855"/>
                  </a:lnTo>
                  <a:lnTo>
                    <a:pt x="5245370" y="1319855"/>
                  </a:lnTo>
                  <a:lnTo>
                    <a:pt x="5245497" y="1319855"/>
                  </a:lnTo>
                  <a:lnTo>
                    <a:pt x="5245623" y="1319855"/>
                  </a:lnTo>
                  <a:lnTo>
                    <a:pt x="5245749" y="1319855"/>
                  </a:lnTo>
                  <a:lnTo>
                    <a:pt x="5245875" y="1319855"/>
                  </a:lnTo>
                  <a:lnTo>
                    <a:pt x="5246001" y="1319855"/>
                  </a:lnTo>
                  <a:lnTo>
                    <a:pt x="5246127" y="1319855"/>
                  </a:lnTo>
                  <a:lnTo>
                    <a:pt x="5246253" y="1319855"/>
                  </a:lnTo>
                  <a:lnTo>
                    <a:pt x="5246379" y="1319855"/>
                  </a:lnTo>
                  <a:lnTo>
                    <a:pt x="5246505" y="1319855"/>
                  </a:lnTo>
                  <a:lnTo>
                    <a:pt x="5246631" y="1319855"/>
                  </a:lnTo>
                  <a:lnTo>
                    <a:pt x="5246757" y="1319855"/>
                  </a:lnTo>
                  <a:lnTo>
                    <a:pt x="5246884" y="1319855"/>
                  </a:lnTo>
                  <a:lnTo>
                    <a:pt x="5247010" y="1319855"/>
                  </a:lnTo>
                  <a:lnTo>
                    <a:pt x="5247136" y="1319855"/>
                  </a:lnTo>
                  <a:lnTo>
                    <a:pt x="5247262" y="1319855"/>
                  </a:lnTo>
                  <a:lnTo>
                    <a:pt x="5247388" y="1319855"/>
                  </a:lnTo>
                  <a:lnTo>
                    <a:pt x="5247514" y="1319855"/>
                  </a:lnTo>
                  <a:lnTo>
                    <a:pt x="5247640" y="1319855"/>
                  </a:lnTo>
                  <a:lnTo>
                    <a:pt x="5247766" y="1319855"/>
                  </a:lnTo>
                  <a:lnTo>
                    <a:pt x="5247892" y="1319855"/>
                  </a:lnTo>
                  <a:lnTo>
                    <a:pt x="5248018" y="1319855"/>
                  </a:lnTo>
                  <a:lnTo>
                    <a:pt x="5248144" y="1319855"/>
                  </a:lnTo>
                  <a:lnTo>
                    <a:pt x="5248270" y="1319855"/>
                  </a:lnTo>
                  <a:lnTo>
                    <a:pt x="5248397" y="1319855"/>
                  </a:lnTo>
                  <a:lnTo>
                    <a:pt x="5248523" y="1319855"/>
                  </a:lnTo>
                  <a:lnTo>
                    <a:pt x="5248649" y="1319855"/>
                  </a:lnTo>
                  <a:lnTo>
                    <a:pt x="5248775" y="1319855"/>
                  </a:lnTo>
                  <a:lnTo>
                    <a:pt x="5248901" y="1319855"/>
                  </a:lnTo>
                  <a:lnTo>
                    <a:pt x="5249027" y="1319855"/>
                  </a:lnTo>
                  <a:lnTo>
                    <a:pt x="5249027" y="1314575"/>
                  </a:lnTo>
                  <a:lnTo>
                    <a:pt x="5249153" y="1314575"/>
                  </a:lnTo>
                  <a:lnTo>
                    <a:pt x="5249279" y="1314575"/>
                  </a:lnTo>
                  <a:lnTo>
                    <a:pt x="5249405" y="1314575"/>
                  </a:lnTo>
                  <a:lnTo>
                    <a:pt x="5249531" y="1314575"/>
                  </a:lnTo>
                  <a:lnTo>
                    <a:pt x="5249657" y="1314575"/>
                  </a:lnTo>
                  <a:lnTo>
                    <a:pt x="5249784" y="1314575"/>
                  </a:lnTo>
                  <a:lnTo>
                    <a:pt x="5249910" y="1314575"/>
                  </a:lnTo>
                  <a:lnTo>
                    <a:pt x="5250036" y="1314575"/>
                  </a:lnTo>
                  <a:lnTo>
                    <a:pt x="5250162" y="1314575"/>
                  </a:lnTo>
                  <a:lnTo>
                    <a:pt x="5250288" y="1314575"/>
                  </a:lnTo>
                  <a:lnTo>
                    <a:pt x="5250414" y="1314575"/>
                  </a:lnTo>
                  <a:lnTo>
                    <a:pt x="5250540" y="1314575"/>
                  </a:lnTo>
                  <a:lnTo>
                    <a:pt x="5250666" y="1314575"/>
                  </a:lnTo>
                  <a:lnTo>
                    <a:pt x="5250792" y="1314575"/>
                  </a:lnTo>
                  <a:lnTo>
                    <a:pt x="5250918" y="1314575"/>
                  </a:lnTo>
                  <a:lnTo>
                    <a:pt x="5251044" y="1314575"/>
                  </a:lnTo>
                  <a:lnTo>
                    <a:pt x="5251170" y="1314575"/>
                  </a:lnTo>
                  <a:lnTo>
                    <a:pt x="5251297" y="1314575"/>
                  </a:lnTo>
                  <a:lnTo>
                    <a:pt x="5251423" y="1314575"/>
                  </a:lnTo>
                  <a:lnTo>
                    <a:pt x="5251549" y="1314575"/>
                  </a:lnTo>
                  <a:lnTo>
                    <a:pt x="5251675" y="1314575"/>
                  </a:lnTo>
                  <a:lnTo>
                    <a:pt x="5251801" y="1314575"/>
                  </a:lnTo>
                  <a:lnTo>
                    <a:pt x="5251927" y="1314575"/>
                  </a:lnTo>
                  <a:lnTo>
                    <a:pt x="5252053" y="1314575"/>
                  </a:lnTo>
                  <a:lnTo>
                    <a:pt x="5252179" y="1314575"/>
                  </a:lnTo>
                  <a:lnTo>
                    <a:pt x="5252305" y="1314575"/>
                  </a:lnTo>
                  <a:lnTo>
                    <a:pt x="5252431" y="1314575"/>
                  </a:lnTo>
                  <a:lnTo>
                    <a:pt x="5252557" y="1314575"/>
                  </a:lnTo>
                  <a:lnTo>
                    <a:pt x="5252684" y="1314575"/>
                  </a:lnTo>
                  <a:lnTo>
                    <a:pt x="5252810" y="1314575"/>
                  </a:lnTo>
                  <a:lnTo>
                    <a:pt x="5252936" y="1314575"/>
                  </a:lnTo>
                  <a:lnTo>
                    <a:pt x="5253062" y="1314575"/>
                  </a:lnTo>
                  <a:lnTo>
                    <a:pt x="5253188" y="1314575"/>
                  </a:lnTo>
                  <a:lnTo>
                    <a:pt x="5253314" y="1314575"/>
                  </a:lnTo>
                  <a:lnTo>
                    <a:pt x="5253440" y="1314575"/>
                  </a:lnTo>
                  <a:lnTo>
                    <a:pt x="5253566" y="1314575"/>
                  </a:lnTo>
                  <a:lnTo>
                    <a:pt x="5253692" y="1314575"/>
                  </a:lnTo>
                  <a:lnTo>
                    <a:pt x="5253818" y="1314575"/>
                  </a:lnTo>
                  <a:lnTo>
                    <a:pt x="5253944" y="1314575"/>
                  </a:lnTo>
                  <a:lnTo>
                    <a:pt x="5254071" y="1314575"/>
                  </a:lnTo>
                  <a:lnTo>
                    <a:pt x="5254197" y="1314575"/>
                  </a:lnTo>
                  <a:lnTo>
                    <a:pt x="5254323" y="1314575"/>
                  </a:lnTo>
                  <a:lnTo>
                    <a:pt x="5254449" y="1314575"/>
                  </a:lnTo>
                  <a:lnTo>
                    <a:pt x="5254575" y="1314575"/>
                  </a:lnTo>
                  <a:lnTo>
                    <a:pt x="5254701" y="1314575"/>
                  </a:lnTo>
                  <a:lnTo>
                    <a:pt x="5254827" y="1314575"/>
                  </a:lnTo>
                  <a:lnTo>
                    <a:pt x="5254953" y="1314575"/>
                  </a:lnTo>
                  <a:lnTo>
                    <a:pt x="5255079" y="1314575"/>
                  </a:lnTo>
                  <a:lnTo>
                    <a:pt x="5255205" y="1314575"/>
                  </a:lnTo>
                  <a:lnTo>
                    <a:pt x="5255331" y="1314575"/>
                  </a:lnTo>
                  <a:lnTo>
                    <a:pt x="5255457" y="1314575"/>
                  </a:lnTo>
                  <a:lnTo>
                    <a:pt x="5255584" y="1314575"/>
                  </a:lnTo>
                  <a:lnTo>
                    <a:pt x="5255710" y="1314575"/>
                  </a:lnTo>
                  <a:lnTo>
                    <a:pt x="5255836" y="1314575"/>
                  </a:lnTo>
                  <a:lnTo>
                    <a:pt x="5255962" y="1314575"/>
                  </a:lnTo>
                  <a:lnTo>
                    <a:pt x="5256088" y="1314575"/>
                  </a:lnTo>
                  <a:lnTo>
                    <a:pt x="5256214" y="1314575"/>
                  </a:lnTo>
                  <a:lnTo>
                    <a:pt x="5256340" y="1314575"/>
                  </a:lnTo>
                  <a:lnTo>
                    <a:pt x="5256466" y="1314575"/>
                  </a:lnTo>
                  <a:lnTo>
                    <a:pt x="5256592" y="1314575"/>
                  </a:lnTo>
                  <a:lnTo>
                    <a:pt x="5256718" y="1314575"/>
                  </a:lnTo>
                  <a:lnTo>
                    <a:pt x="5256844" y="1314575"/>
                  </a:lnTo>
                  <a:lnTo>
                    <a:pt x="5256971" y="1314575"/>
                  </a:lnTo>
                  <a:lnTo>
                    <a:pt x="5257097" y="1314575"/>
                  </a:lnTo>
                  <a:lnTo>
                    <a:pt x="5257223" y="1314575"/>
                  </a:lnTo>
                  <a:lnTo>
                    <a:pt x="5257349" y="1314575"/>
                  </a:lnTo>
                  <a:lnTo>
                    <a:pt x="5257475" y="1314575"/>
                  </a:lnTo>
                  <a:lnTo>
                    <a:pt x="5257601" y="1314575"/>
                  </a:lnTo>
                  <a:lnTo>
                    <a:pt x="5257727" y="1314575"/>
                  </a:lnTo>
                  <a:lnTo>
                    <a:pt x="5257853" y="1314575"/>
                  </a:lnTo>
                  <a:lnTo>
                    <a:pt x="5257979" y="1314575"/>
                  </a:lnTo>
                  <a:lnTo>
                    <a:pt x="5258105" y="1314575"/>
                  </a:lnTo>
                  <a:lnTo>
                    <a:pt x="5258231" y="1314575"/>
                  </a:lnTo>
                  <a:lnTo>
                    <a:pt x="5258357" y="1314575"/>
                  </a:lnTo>
                  <a:lnTo>
                    <a:pt x="5258484" y="1314575"/>
                  </a:lnTo>
                  <a:lnTo>
                    <a:pt x="5258610" y="1314575"/>
                  </a:lnTo>
                  <a:lnTo>
                    <a:pt x="5258736" y="1314575"/>
                  </a:lnTo>
                  <a:lnTo>
                    <a:pt x="5258862" y="1314575"/>
                  </a:lnTo>
                  <a:lnTo>
                    <a:pt x="5258988" y="1314575"/>
                  </a:lnTo>
                  <a:lnTo>
                    <a:pt x="5259114" y="1314575"/>
                  </a:lnTo>
                  <a:lnTo>
                    <a:pt x="5259240" y="1314575"/>
                  </a:lnTo>
                  <a:lnTo>
                    <a:pt x="5259366" y="1314575"/>
                  </a:lnTo>
                  <a:lnTo>
                    <a:pt x="5259492" y="1314575"/>
                  </a:lnTo>
                  <a:lnTo>
                    <a:pt x="5259618" y="1314575"/>
                  </a:lnTo>
                  <a:lnTo>
                    <a:pt x="5259744" y="1314575"/>
                  </a:lnTo>
                  <a:lnTo>
                    <a:pt x="5259871" y="1314575"/>
                  </a:lnTo>
                  <a:lnTo>
                    <a:pt x="5259997" y="1314575"/>
                  </a:lnTo>
                  <a:lnTo>
                    <a:pt x="5260123" y="1314575"/>
                  </a:lnTo>
                  <a:lnTo>
                    <a:pt x="5260249" y="1314575"/>
                  </a:lnTo>
                  <a:lnTo>
                    <a:pt x="5260375" y="1314575"/>
                  </a:lnTo>
                  <a:lnTo>
                    <a:pt x="5260501" y="1314575"/>
                  </a:lnTo>
                  <a:lnTo>
                    <a:pt x="5260627" y="1314575"/>
                  </a:lnTo>
                  <a:lnTo>
                    <a:pt x="5260627" y="1309296"/>
                  </a:lnTo>
                  <a:lnTo>
                    <a:pt x="5260753" y="1309296"/>
                  </a:lnTo>
                  <a:lnTo>
                    <a:pt x="5260879" y="1309296"/>
                  </a:lnTo>
                  <a:lnTo>
                    <a:pt x="5261005" y="1309296"/>
                  </a:lnTo>
                  <a:lnTo>
                    <a:pt x="5261131" y="1309296"/>
                  </a:lnTo>
                  <a:lnTo>
                    <a:pt x="5261258" y="1309296"/>
                  </a:lnTo>
                  <a:lnTo>
                    <a:pt x="5261384" y="1309296"/>
                  </a:lnTo>
                  <a:lnTo>
                    <a:pt x="5261510" y="1309296"/>
                  </a:lnTo>
                  <a:lnTo>
                    <a:pt x="5261636" y="1309296"/>
                  </a:lnTo>
                  <a:lnTo>
                    <a:pt x="5261762" y="1309296"/>
                  </a:lnTo>
                  <a:lnTo>
                    <a:pt x="5261888" y="1309296"/>
                  </a:lnTo>
                  <a:lnTo>
                    <a:pt x="5262014" y="1309296"/>
                  </a:lnTo>
                  <a:lnTo>
                    <a:pt x="5262140" y="1309296"/>
                  </a:lnTo>
                  <a:lnTo>
                    <a:pt x="5262266" y="1309296"/>
                  </a:lnTo>
                  <a:lnTo>
                    <a:pt x="5262392" y="1309296"/>
                  </a:lnTo>
                  <a:lnTo>
                    <a:pt x="5262518" y="1309296"/>
                  </a:lnTo>
                  <a:lnTo>
                    <a:pt x="5262644" y="1309296"/>
                  </a:lnTo>
                  <a:lnTo>
                    <a:pt x="5262771" y="1309296"/>
                  </a:lnTo>
                  <a:lnTo>
                    <a:pt x="5262897" y="1309296"/>
                  </a:lnTo>
                  <a:lnTo>
                    <a:pt x="5263023" y="1309296"/>
                  </a:lnTo>
                  <a:lnTo>
                    <a:pt x="5263149" y="1309296"/>
                  </a:lnTo>
                  <a:lnTo>
                    <a:pt x="5263275" y="1309296"/>
                  </a:lnTo>
                  <a:lnTo>
                    <a:pt x="5263401" y="1309296"/>
                  </a:lnTo>
                  <a:lnTo>
                    <a:pt x="5263527" y="1309296"/>
                  </a:lnTo>
                  <a:lnTo>
                    <a:pt x="5263653" y="1309296"/>
                  </a:lnTo>
                  <a:lnTo>
                    <a:pt x="5263779" y="1309296"/>
                  </a:lnTo>
                  <a:lnTo>
                    <a:pt x="5263905" y="1309296"/>
                  </a:lnTo>
                  <a:lnTo>
                    <a:pt x="5264031" y="1309296"/>
                  </a:lnTo>
                  <a:lnTo>
                    <a:pt x="5264158" y="1309296"/>
                  </a:lnTo>
                  <a:lnTo>
                    <a:pt x="5264284" y="1309296"/>
                  </a:lnTo>
                  <a:lnTo>
                    <a:pt x="5264410" y="1309296"/>
                  </a:lnTo>
                  <a:lnTo>
                    <a:pt x="5264536" y="1309296"/>
                  </a:lnTo>
                  <a:lnTo>
                    <a:pt x="5264662" y="1309296"/>
                  </a:lnTo>
                  <a:lnTo>
                    <a:pt x="5264788" y="1309296"/>
                  </a:lnTo>
                  <a:lnTo>
                    <a:pt x="5264914" y="1309296"/>
                  </a:lnTo>
                  <a:lnTo>
                    <a:pt x="5265040" y="1309296"/>
                  </a:lnTo>
                  <a:lnTo>
                    <a:pt x="5265166" y="1309296"/>
                  </a:lnTo>
                  <a:lnTo>
                    <a:pt x="5265292" y="1309296"/>
                  </a:lnTo>
                  <a:lnTo>
                    <a:pt x="5265418" y="1309296"/>
                  </a:lnTo>
                  <a:lnTo>
                    <a:pt x="5265544" y="1309296"/>
                  </a:lnTo>
                  <a:lnTo>
                    <a:pt x="5265671" y="1309296"/>
                  </a:lnTo>
                  <a:lnTo>
                    <a:pt x="5265797" y="1309296"/>
                  </a:lnTo>
                  <a:lnTo>
                    <a:pt x="5265923" y="1309296"/>
                  </a:lnTo>
                  <a:lnTo>
                    <a:pt x="5265923" y="1304017"/>
                  </a:lnTo>
                  <a:lnTo>
                    <a:pt x="5266049" y="1304017"/>
                  </a:lnTo>
                  <a:lnTo>
                    <a:pt x="5266175" y="1304017"/>
                  </a:lnTo>
                  <a:lnTo>
                    <a:pt x="5266301" y="1304017"/>
                  </a:lnTo>
                  <a:lnTo>
                    <a:pt x="5266427" y="1304017"/>
                  </a:lnTo>
                  <a:lnTo>
                    <a:pt x="5266553" y="1304017"/>
                  </a:lnTo>
                  <a:lnTo>
                    <a:pt x="5266679" y="1304017"/>
                  </a:lnTo>
                  <a:lnTo>
                    <a:pt x="5266679" y="1298737"/>
                  </a:lnTo>
                  <a:lnTo>
                    <a:pt x="5266805" y="1298737"/>
                  </a:lnTo>
                  <a:lnTo>
                    <a:pt x="5266931" y="1298737"/>
                  </a:lnTo>
                  <a:lnTo>
                    <a:pt x="5267058" y="1298737"/>
                  </a:lnTo>
                  <a:lnTo>
                    <a:pt x="5267184" y="1298737"/>
                  </a:lnTo>
                  <a:lnTo>
                    <a:pt x="5267310" y="1298737"/>
                  </a:lnTo>
                  <a:lnTo>
                    <a:pt x="5267436" y="1298737"/>
                  </a:lnTo>
                  <a:lnTo>
                    <a:pt x="5267562" y="1298737"/>
                  </a:lnTo>
                  <a:lnTo>
                    <a:pt x="5267688" y="1298737"/>
                  </a:lnTo>
                  <a:lnTo>
                    <a:pt x="5267814" y="1298737"/>
                  </a:lnTo>
                  <a:lnTo>
                    <a:pt x="5267940" y="1298737"/>
                  </a:lnTo>
                  <a:lnTo>
                    <a:pt x="5268066" y="1298737"/>
                  </a:lnTo>
                  <a:lnTo>
                    <a:pt x="5268192" y="1298737"/>
                  </a:lnTo>
                  <a:lnTo>
                    <a:pt x="5268318" y="1298737"/>
                  </a:lnTo>
                  <a:lnTo>
                    <a:pt x="5268444" y="1298737"/>
                  </a:lnTo>
                  <a:lnTo>
                    <a:pt x="5268571" y="1298737"/>
                  </a:lnTo>
                  <a:lnTo>
                    <a:pt x="5268697" y="1298737"/>
                  </a:lnTo>
                  <a:lnTo>
                    <a:pt x="5268823" y="1298737"/>
                  </a:lnTo>
                  <a:lnTo>
                    <a:pt x="5268949" y="1298737"/>
                  </a:lnTo>
                  <a:lnTo>
                    <a:pt x="5269075" y="1298737"/>
                  </a:lnTo>
                  <a:lnTo>
                    <a:pt x="5269201" y="1298737"/>
                  </a:lnTo>
                  <a:lnTo>
                    <a:pt x="5269327" y="1298737"/>
                  </a:lnTo>
                  <a:lnTo>
                    <a:pt x="5269453" y="1298737"/>
                  </a:lnTo>
                  <a:lnTo>
                    <a:pt x="5269579" y="1298737"/>
                  </a:lnTo>
                  <a:lnTo>
                    <a:pt x="5269705" y="1298737"/>
                  </a:lnTo>
                  <a:lnTo>
                    <a:pt x="5269831" y="1298737"/>
                  </a:lnTo>
                  <a:lnTo>
                    <a:pt x="5269958" y="1298737"/>
                  </a:lnTo>
                  <a:lnTo>
                    <a:pt x="5270084" y="1298737"/>
                  </a:lnTo>
                  <a:lnTo>
                    <a:pt x="5270210" y="1298737"/>
                  </a:lnTo>
                  <a:lnTo>
                    <a:pt x="5270336" y="1298737"/>
                  </a:lnTo>
                  <a:lnTo>
                    <a:pt x="5270462" y="1298737"/>
                  </a:lnTo>
                  <a:lnTo>
                    <a:pt x="5270588" y="1298737"/>
                  </a:lnTo>
                  <a:lnTo>
                    <a:pt x="5270714" y="1298737"/>
                  </a:lnTo>
                  <a:lnTo>
                    <a:pt x="5270840" y="1298737"/>
                  </a:lnTo>
                  <a:lnTo>
                    <a:pt x="5270966" y="1298737"/>
                  </a:lnTo>
                  <a:lnTo>
                    <a:pt x="5271092" y="1298737"/>
                  </a:lnTo>
                  <a:lnTo>
                    <a:pt x="5271218" y="1298737"/>
                  </a:lnTo>
                  <a:lnTo>
                    <a:pt x="5271345" y="1298737"/>
                  </a:lnTo>
                  <a:lnTo>
                    <a:pt x="5271471" y="1298737"/>
                  </a:lnTo>
                  <a:lnTo>
                    <a:pt x="5271597" y="1298737"/>
                  </a:lnTo>
                  <a:lnTo>
                    <a:pt x="5271723" y="1298737"/>
                  </a:lnTo>
                  <a:lnTo>
                    <a:pt x="5271849" y="1298737"/>
                  </a:lnTo>
                  <a:lnTo>
                    <a:pt x="5271975" y="1298737"/>
                  </a:lnTo>
                  <a:lnTo>
                    <a:pt x="5272101" y="1298737"/>
                  </a:lnTo>
                  <a:lnTo>
                    <a:pt x="5272227" y="1298737"/>
                  </a:lnTo>
                  <a:lnTo>
                    <a:pt x="5272353" y="1298737"/>
                  </a:lnTo>
                  <a:lnTo>
                    <a:pt x="5272479" y="1298737"/>
                  </a:lnTo>
                  <a:lnTo>
                    <a:pt x="5272605" y="1298737"/>
                  </a:lnTo>
                  <a:lnTo>
                    <a:pt x="5272731" y="1298737"/>
                  </a:lnTo>
                  <a:lnTo>
                    <a:pt x="5272858" y="1298737"/>
                  </a:lnTo>
                  <a:lnTo>
                    <a:pt x="5272984" y="1298737"/>
                  </a:lnTo>
                  <a:lnTo>
                    <a:pt x="5273110" y="1298737"/>
                  </a:lnTo>
                  <a:lnTo>
                    <a:pt x="5273236" y="1298737"/>
                  </a:lnTo>
                  <a:lnTo>
                    <a:pt x="5273362" y="1298737"/>
                  </a:lnTo>
                  <a:lnTo>
                    <a:pt x="5273488" y="1298737"/>
                  </a:lnTo>
                  <a:lnTo>
                    <a:pt x="5273614" y="1298737"/>
                  </a:lnTo>
                  <a:lnTo>
                    <a:pt x="5273740" y="1298737"/>
                  </a:lnTo>
                  <a:lnTo>
                    <a:pt x="5273866" y="1298737"/>
                  </a:lnTo>
                  <a:lnTo>
                    <a:pt x="5273992" y="1298737"/>
                  </a:lnTo>
                  <a:lnTo>
                    <a:pt x="5274118" y="1298737"/>
                  </a:lnTo>
                  <a:lnTo>
                    <a:pt x="5274245" y="1298737"/>
                  </a:lnTo>
                  <a:lnTo>
                    <a:pt x="5274371" y="1298737"/>
                  </a:lnTo>
                  <a:lnTo>
                    <a:pt x="5274497" y="1298737"/>
                  </a:lnTo>
                  <a:lnTo>
                    <a:pt x="5274623" y="1298737"/>
                  </a:lnTo>
                  <a:lnTo>
                    <a:pt x="5274749" y="1298737"/>
                  </a:lnTo>
                  <a:lnTo>
                    <a:pt x="5274875" y="1298737"/>
                  </a:lnTo>
                  <a:lnTo>
                    <a:pt x="5275001" y="1298737"/>
                  </a:lnTo>
                  <a:lnTo>
                    <a:pt x="5275127" y="1298737"/>
                  </a:lnTo>
                  <a:lnTo>
                    <a:pt x="5275253" y="1298737"/>
                  </a:lnTo>
                  <a:lnTo>
                    <a:pt x="5275379" y="1298737"/>
                  </a:lnTo>
                  <a:lnTo>
                    <a:pt x="5275505" y="1298737"/>
                  </a:lnTo>
                  <a:lnTo>
                    <a:pt x="5275631" y="1298737"/>
                  </a:lnTo>
                  <a:lnTo>
                    <a:pt x="5275758" y="1298737"/>
                  </a:lnTo>
                  <a:lnTo>
                    <a:pt x="5275884" y="1298737"/>
                  </a:lnTo>
                  <a:lnTo>
                    <a:pt x="5276010" y="1298737"/>
                  </a:lnTo>
                  <a:lnTo>
                    <a:pt x="5276136" y="1298737"/>
                  </a:lnTo>
                  <a:lnTo>
                    <a:pt x="5276262" y="1298737"/>
                  </a:lnTo>
                  <a:lnTo>
                    <a:pt x="5276388" y="1298737"/>
                  </a:lnTo>
                  <a:lnTo>
                    <a:pt x="5276514" y="1298737"/>
                  </a:lnTo>
                  <a:lnTo>
                    <a:pt x="5276640" y="1298737"/>
                  </a:lnTo>
                  <a:lnTo>
                    <a:pt x="5276766" y="1298737"/>
                  </a:lnTo>
                  <a:lnTo>
                    <a:pt x="5276892" y="1298737"/>
                  </a:lnTo>
                  <a:lnTo>
                    <a:pt x="5277018" y="1298737"/>
                  </a:lnTo>
                  <a:lnTo>
                    <a:pt x="5277145" y="1298737"/>
                  </a:lnTo>
                  <a:lnTo>
                    <a:pt x="5277271" y="1298737"/>
                  </a:lnTo>
                  <a:lnTo>
                    <a:pt x="5277397" y="1298737"/>
                  </a:lnTo>
                  <a:lnTo>
                    <a:pt x="5277523" y="1298737"/>
                  </a:lnTo>
                  <a:lnTo>
                    <a:pt x="5277649" y="1298737"/>
                  </a:lnTo>
                  <a:lnTo>
                    <a:pt x="5277775" y="1298737"/>
                  </a:lnTo>
                  <a:lnTo>
                    <a:pt x="5277901" y="1298737"/>
                  </a:lnTo>
                  <a:lnTo>
                    <a:pt x="5278027" y="1298737"/>
                  </a:lnTo>
                  <a:lnTo>
                    <a:pt x="5278153" y="1298737"/>
                  </a:lnTo>
                  <a:lnTo>
                    <a:pt x="5278279" y="1298737"/>
                  </a:lnTo>
                  <a:lnTo>
                    <a:pt x="5278405" y="1298737"/>
                  </a:lnTo>
                  <a:lnTo>
                    <a:pt x="5278532" y="1298737"/>
                  </a:lnTo>
                  <a:lnTo>
                    <a:pt x="5278658" y="1298737"/>
                  </a:lnTo>
                  <a:lnTo>
                    <a:pt x="5278784" y="1298737"/>
                  </a:lnTo>
                  <a:lnTo>
                    <a:pt x="5278910" y="1298737"/>
                  </a:lnTo>
                  <a:lnTo>
                    <a:pt x="5279036" y="1298737"/>
                  </a:lnTo>
                  <a:lnTo>
                    <a:pt x="5279162" y="1298737"/>
                  </a:lnTo>
                  <a:lnTo>
                    <a:pt x="5279288" y="1298737"/>
                  </a:lnTo>
                  <a:lnTo>
                    <a:pt x="5279414" y="1298737"/>
                  </a:lnTo>
                  <a:lnTo>
                    <a:pt x="5279540" y="1298737"/>
                  </a:lnTo>
                  <a:lnTo>
                    <a:pt x="5279666" y="1298737"/>
                  </a:lnTo>
                  <a:lnTo>
                    <a:pt x="5279792" y="1298737"/>
                  </a:lnTo>
                  <a:lnTo>
                    <a:pt x="5279918" y="1298737"/>
                  </a:lnTo>
                  <a:lnTo>
                    <a:pt x="5280045" y="1298737"/>
                  </a:lnTo>
                  <a:lnTo>
                    <a:pt x="5280171" y="1298737"/>
                  </a:lnTo>
                  <a:lnTo>
                    <a:pt x="5280297" y="1298737"/>
                  </a:lnTo>
                  <a:lnTo>
                    <a:pt x="5280423" y="1298737"/>
                  </a:lnTo>
                  <a:lnTo>
                    <a:pt x="5280549" y="1298737"/>
                  </a:lnTo>
                  <a:lnTo>
                    <a:pt x="5280675" y="1298737"/>
                  </a:lnTo>
                  <a:lnTo>
                    <a:pt x="5280801" y="1298737"/>
                  </a:lnTo>
                  <a:lnTo>
                    <a:pt x="5280927" y="1298737"/>
                  </a:lnTo>
                  <a:lnTo>
                    <a:pt x="5281053" y="1298737"/>
                  </a:lnTo>
                  <a:lnTo>
                    <a:pt x="5281179" y="1298737"/>
                  </a:lnTo>
                  <a:lnTo>
                    <a:pt x="5281305" y="1298737"/>
                  </a:lnTo>
                  <a:lnTo>
                    <a:pt x="5281432" y="1298737"/>
                  </a:lnTo>
                  <a:lnTo>
                    <a:pt x="5281558" y="1298737"/>
                  </a:lnTo>
                  <a:lnTo>
                    <a:pt x="5281684" y="1298737"/>
                  </a:lnTo>
                  <a:lnTo>
                    <a:pt x="5281810" y="1298737"/>
                  </a:lnTo>
                  <a:lnTo>
                    <a:pt x="5281936" y="1298737"/>
                  </a:lnTo>
                  <a:lnTo>
                    <a:pt x="5282062" y="1298737"/>
                  </a:lnTo>
                  <a:lnTo>
                    <a:pt x="5282188" y="1298737"/>
                  </a:lnTo>
                  <a:lnTo>
                    <a:pt x="5282314" y="1298737"/>
                  </a:lnTo>
                  <a:lnTo>
                    <a:pt x="5282440" y="1298737"/>
                  </a:lnTo>
                  <a:lnTo>
                    <a:pt x="5282566" y="1298737"/>
                  </a:lnTo>
                  <a:lnTo>
                    <a:pt x="5282692" y="1298737"/>
                  </a:lnTo>
                  <a:lnTo>
                    <a:pt x="5282818" y="1298737"/>
                  </a:lnTo>
                  <a:lnTo>
                    <a:pt x="5282945" y="1298737"/>
                  </a:lnTo>
                  <a:lnTo>
                    <a:pt x="5283071" y="1298737"/>
                  </a:lnTo>
                  <a:lnTo>
                    <a:pt x="5283197" y="1298737"/>
                  </a:lnTo>
                  <a:lnTo>
                    <a:pt x="5283323" y="1298737"/>
                  </a:lnTo>
                  <a:lnTo>
                    <a:pt x="5283449" y="1298737"/>
                  </a:lnTo>
                  <a:lnTo>
                    <a:pt x="5283575" y="1298737"/>
                  </a:lnTo>
                  <a:lnTo>
                    <a:pt x="5283701" y="1298737"/>
                  </a:lnTo>
                  <a:lnTo>
                    <a:pt x="5283827" y="1298737"/>
                  </a:lnTo>
                  <a:lnTo>
                    <a:pt x="5283953" y="1298737"/>
                  </a:lnTo>
                  <a:lnTo>
                    <a:pt x="5284079" y="1298737"/>
                  </a:lnTo>
                  <a:lnTo>
                    <a:pt x="5284205" y="1298737"/>
                  </a:lnTo>
                  <a:lnTo>
                    <a:pt x="5284332" y="1298737"/>
                  </a:lnTo>
                  <a:lnTo>
                    <a:pt x="5284458" y="1298737"/>
                  </a:lnTo>
                  <a:lnTo>
                    <a:pt x="5284584" y="1298737"/>
                  </a:lnTo>
                  <a:lnTo>
                    <a:pt x="5284710" y="1298737"/>
                  </a:lnTo>
                  <a:lnTo>
                    <a:pt x="5284836" y="1298737"/>
                  </a:lnTo>
                  <a:lnTo>
                    <a:pt x="5284962" y="1298737"/>
                  </a:lnTo>
                  <a:lnTo>
                    <a:pt x="5285088" y="1298737"/>
                  </a:lnTo>
                  <a:lnTo>
                    <a:pt x="5285214" y="1298737"/>
                  </a:lnTo>
                  <a:lnTo>
                    <a:pt x="5285340" y="1298737"/>
                  </a:lnTo>
                  <a:lnTo>
                    <a:pt x="5285466" y="1298737"/>
                  </a:lnTo>
                  <a:lnTo>
                    <a:pt x="5285592" y="1298737"/>
                  </a:lnTo>
                  <a:lnTo>
                    <a:pt x="5285719" y="1298737"/>
                  </a:lnTo>
                  <a:lnTo>
                    <a:pt x="5285845" y="1298737"/>
                  </a:lnTo>
                  <a:lnTo>
                    <a:pt x="5285971" y="1298737"/>
                  </a:lnTo>
                  <a:lnTo>
                    <a:pt x="5286097" y="1298737"/>
                  </a:lnTo>
                  <a:lnTo>
                    <a:pt x="5286223" y="1298737"/>
                  </a:lnTo>
                  <a:lnTo>
                    <a:pt x="5286349" y="1298737"/>
                  </a:lnTo>
                  <a:lnTo>
                    <a:pt x="5286475" y="1298737"/>
                  </a:lnTo>
                  <a:lnTo>
                    <a:pt x="5286601" y="1298737"/>
                  </a:lnTo>
                  <a:lnTo>
                    <a:pt x="5286727" y="1298737"/>
                  </a:lnTo>
                  <a:lnTo>
                    <a:pt x="5286853" y="1298737"/>
                  </a:lnTo>
                  <a:lnTo>
                    <a:pt x="5286979" y="1298737"/>
                  </a:lnTo>
                  <a:lnTo>
                    <a:pt x="5287105" y="1298737"/>
                  </a:lnTo>
                  <a:lnTo>
                    <a:pt x="5287232" y="1298737"/>
                  </a:lnTo>
                  <a:lnTo>
                    <a:pt x="5287358" y="1298737"/>
                  </a:lnTo>
                  <a:lnTo>
                    <a:pt x="5287484" y="1298737"/>
                  </a:lnTo>
                  <a:lnTo>
                    <a:pt x="5287610" y="1298737"/>
                  </a:lnTo>
                  <a:lnTo>
                    <a:pt x="5287736" y="1298737"/>
                  </a:lnTo>
                  <a:lnTo>
                    <a:pt x="5287862" y="1298737"/>
                  </a:lnTo>
                  <a:lnTo>
                    <a:pt x="5287988" y="1298737"/>
                  </a:lnTo>
                  <a:lnTo>
                    <a:pt x="5288114" y="1298737"/>
                  </a:lnTo>
                  <a:lnTo>
                    <a:pt x="5288240" y="1298737"/>
                  </a:lnTo>
                  <a:lnTo>
                    <a:pt x="5288366" y="1298737"/>
                  </a:lnTo>
                  <a:lnTo>
                    <a:pt x="5288492" y="1298737"/>
                  </a:lnTo>
                  <a:lnTo>
                    <a:pt x="5288619" y="1298737"/>
                  </a:lnTo>
                  <a:lnTo>
                    <a:pt x="5288745" y="1298737"/>
                  </a:lnTo>
                  <a:lnTo>
                    <a:pt x="5288871" y="1298737"/>
                  </a:lnTo>
                  <a:lnTo>
                    <a:pt x="5288997" y="1298737"/>
                  </a:lnTo>
                  <a:lnTo>
                    <a:pt x="5288997" y="1293458"/>
                  </a:lnTo>
                  <a:lnTo>
                    <a:pt x="5289123" y="1293458"/>
                  </a:lnTo>
                  <a:lnTo>
                    <a:pt x="5289249" y="1293458"/>
                  </a:lnTo>
                  <a:lnTo>
                    <a:pt x="5289375" y="1293458"/>
                  </a:lnTo>
                  <a:lnTo>
                    <a:pt x="5289501" y="1293458"/>
                  </a:lnTo>
                  <a:lnTo>
                    <a:pt x="5289627" y="1293458"/>
                  </a:lnTo>
                  <a:lnTo>
                    <a:pt x="5289753" y="1293458"/>
                  </a:lnTo>
                  <a:lnTo>
                    <a:pt x="5289879" y="1293458"/>
                  </a:lnTo>
                  <a:lnTo>
                    <a:pt x="5290005" y="1293458"/>
                  </a:lnTo>
                  <a:lnTo>
                    <a:pt x="5290132" y="1293458"/>
                  </a:lnTo>
                  <a:lnTo>
                    <a:pt x="5290258" y="1293458"/>
                  </a:lnTo>
                  <a:lnTo>
                    <a:pt x="5290384" y="1293458"/>
                  </a:lnTo>
                  <a:lnTo>
                    <a:pt x="5290510" y="1293458"/>
                  </a:lnTo>
                  <a:lnTo>
                    <a:pt x="5290636" y="1293458"/>
                  </a:lnTo>
                  <a:lnTo>
                    <a:pt x="5290762" y="1293458"/>
                  </a:lnTo>
                  <a:lnTo>
                    <a:pt x="5290888" y="1293458"/>
                  </a:lnTo>
                  <a:lnTo>
                    <a:pt x="5291014" y="1293458"/>
                  </a:lnTo>
                  <a:lnTo>
                    <a:pt x="5291140" y="1293458"/>
                  </a:lnTo>
                  <a:lnTo>
                    <a:pt x="5291266" y="1293458"/>
                  </a:lnTo>
                  <a:lnTo>
                    <a:pt x="5291392" y="1293458"/>
                  </a:lnTo>
                  <a:lnTo>
                    <a:pt x="5291519" y="1293458"/>
                  </a:lnTo>
                  <a:lnTo>
                    <a:pt x="5291645" y="1293458"/>
                  </a:lnTo>
                  <a:lnTo>
                    <a:pt x="5291771" y="1293458"/>
                  </a:lnTo>
                  <a:lnTo>
                    <a:pt x="5291897" y="1293458"/>
                  </a:lnTo>
                  <a:lnTo>
                    <a:pt x="5292023" y="1293458"/>
                  </a:lnTo>
                  <a:lnTo>
                    <a:pt x="5292149" y="1293458"/>
                  </a:lnTo>
                  <a:lnTo>
                    <a:pt x="5292275" y="1293458"/>
                  </a:lnTo>
                  <a:lnTo>
                    <a:pt x="5292275" y="1288178"/>
                  </a:lnTo>
                  <a:lnTo>
                    <a:pt x="5292401" y="1288178"/>
                  </a:lnTo>
                  <a:lnTo>
                    <a:pt x="5292527" y="1288178"/>
                  </a:lnTo>
                  <a:lnTo>
                    <a:pt x="5292653" y="1288178"/>
                  </a:lnTo>
                  <a:lnTo>
                    <a:pt x="5292779" y="1288178"/>
                  </a:lnTo>
                  <a:lnTo>
                    <a:pt x="5292905" y="1288178"/>
                  </a:lnTo>
                  <a:lnTo>
                    <a:pt x="5293032" y="1288178"/>
                  </a:lnTo>
                  <a:lnTo>
                    <a:pt x="5293158" y="1288178"/>
                  </a:lnTo>
                  <a:lnTo>
                    <a:pt x="5293284" y="1288178"/>
                  </a:lnTo>
                  <a:lnTo>
                    <a:pt x="5293284" y="1282899"/>
                  </a:lnTo>
                  <a:lnTo>
                    <a:pt x="5293410" y="1282899"/>
                  </a:lnTo>
                  <a:lnTo>
                    <a:pt x="5293536" y="1282899"/>
                  </a:lnTo>
                  <a:lnTo>
                    <a:pt x="5293662" y="1282899"/>
                  </a:lnTo>
                  <a:lnTo>
                    <a:pt x="5293788" y="1282899"/>
                  </a:lnTo>
                  <a:lnTo>
                    <a:pt x="5293914" y="1282899"/>
                  </a:lnTo>
                  <a:lnTo>
                    <a:pt x="5294040" y="1282899"/>
                  </a:lnTo>
                  <a:lnTo>
                    <a:pt x="5294166" y="1282899"/>
                  </a:lnTo>
                  <a:lnTo>
                    <a:pt x="5294292" y="1282899"/>
                  </a:lnTo>
                  <a:lnTo>
                    <a:pt x="5294419" y="1282899"/>
                  </a:lnTo>
                  <a:lnTo>
                    <a:pt x="5294545" y="1282899"/>
                  </a:lnTo>
                  <a:lnTo>
                    <a:pt x="5294671" y="1282899"/>
                  </a:lnTo>
                  <a:lnTo>
                    <a:pt x="5294797" y="1282899"/>
                  </a:lnTo>
                  <a:lnTo>
                    <a:pt x="5294923" y="1282899"/>
                  </a:lnTo>
                  <a:lnTo>
                    <a:pt x="5295049" y="1282899"/>
                  </a:lnTo>
                  <a:lnTo>
                    <a:pt x="5295175" y="1282899"/>
                  </a:lnTo>
                  <a:lnTo>
                    <a:pt x="5295301" y="1282899"/>
                  </a:lnTo>
                  <a:lnTo>
                    <a:pt x="5295427" y="1282899"/>
                  </a:lnTo>
                  <a:lnTo>
                    <a:pt x="5295553" y="1282899"/>
                  </a:lnTo>
                  <a:lnTo>
                    <a:pt x="5295679" y="1282899"/>
                  </a:lnTo>
                  <a:lnTo>
                    <a:pt x="5295806" y="1282899"/>
                  </a:lnTo>
                  <a:lnTo>
                    <a:pt x="5295932" y="1282899"/>
                  </a:lnTo>
                  <a:lnTo>
                    <a:pt x="5296058" y="1282899"/>
                  </a:lnTo>
                  <a:lnTo>
                    <a:pt x="5296184" y="1282899"/>
                  </a:lnTo>
                  <a:lnTo>
                    <a:pt x="5296310" y="1282899"/>
                  </a:lnTo>
                  <a:lnTo>
                    <a:pt x="5296436" y="1282899"/>
                  </a:lnTo>
                  <a:lnTo>
                    <a:pt x="5296562" y="1282899"/>
                  </a:lnTo>
                  <a:lnTo>
                    <a:pt x="5296688" y="1282899"/>
                  </a:lnTo>
                  <a:lnTo>
                    <a:pt x="5296688" y="1277619"/>
                  </a:lnTo>
                  <a:lnTo>
                    <a:pt x="5296814" y="1277619"/>
                  </a:lnTo>
                  <a:lnTo>
                    <a:pt x="5296940" y="1277619"/>
                  </a:lnTo>
                  <a:lnTo>
                    <a:pt x="5297066" y="1277619"/>
                  </a:lnTo>
                  <a:lnTo>
                    <a:pt x="5297192" y="1277619"/>
                  </a:lnTo>
                  <a:lnTo>
                    <a:pt x="5297319" y="1277619"/>
                  </a:lnTo>
                  <a:lnTo>
                    <a:pt x="5297445" y="1277619"/>
                  </a:lnTo>
                  <a:lnTo>
                    <a:pt x="5297571" y="1277619"/>
                  </a:lnTo>
                  <a:lnTo>
                    <a:pt x="5297697" y="1277619"/>
                  </a:lnTo>
                  <a:lnTo>
                    <a:pt x="5297823" y="1277619"/>
                  </a:lnTo>
                  <a:lnTo>
                    <a:pt x="5297949" y="1277619"/>
                  </a:lnTo>
                  <a:lnTo>
                    <a:pt x="5298075" y="1277619"/>
                  </a:lnTo>
                  <a:lnTo>
                    <a:pt x="5298201" y="1277619"/>
                  </a:lnTo>
                  <a:lnTo>
                    <a:pt x="5298327" y="1277619"/>
                  </a:lnTo>
                  <a:lnTo>
                    <a:pt x="5298453" y="1277619"/>
                  </a:lnTo>
                  <a:lnTo>
                    <a:pt x="5298579" y="1277619"/>
                  </a:lnTo>
                  <a:lnTo>
                    <a:pt x="5298706" y="1277619"/>
                  </a:lnTo>
                  <a:lnTo>
                    <a:pt x="5298832" y="1277619"/>
                  </a:lnTo>
                  <a:lnTo>
                    <a:pt x="5298958" y="1277619"/>
                  </a:lnTo>
                  <a:lnTo>
                    <a:pt x="5299084" y="1277619"/>
                  </a:lnTo>
                  <a:lnTo>
                    <a:pt x="5299210" y="1277619"/>
                  </a:lnTo>
                  <a:lnTo>
                    <a:pt x="5299336" y="1277619"/>
                  </a:lnTo>
                  <a:lnTo>
                    <a:pt x="5299462" y="1277619"/>
                  </a:lnTo>
                  <a:lnTo>
                    <a:pt x="5299588" y="1277619"/>
                  </a:lnTo>
                  <a:lnTo>
                    <a:pt x="5299714" y="1277619"/>
                  </a:lnTo>
                  <a:lnTo>
                    <a:pt x="5299840" y="1277619"/>
                  </a:lnTo>
                  <a:lnTo>
                    <a:pt x="5299966" y="1277619"/>
                  </a:lnTo>
                  <a:lnTo>
                    <a:pt x="5300092" y="1277619"/>
                  </a:lnTo>
                  <a:lnTo>
                    <a:pt x="5300219" y="1277619"/>
                  </a:lnTo>
                  <a:lnTo>
                    <a:pt x="5300345" y="1277619"/>
                  </a:lnTo>
                  <a:lnTo>
                    <a:pt x="5300471" y="1277619"/>
                  </a:lnTo>
                  <a:lnTo>
                    <a:pt x="5300597" y="1277619"/>
                  </a:lnTo>
                  <a:lnTo>
                    <a:pt x="5300723" y="1277619"/>
                  </a:lnTo>
                  <a:lnTo>
                    <a:pt x="5300849" y="1277619"/>
                  </a:lnTo>
                  <a:lnTo>
                    <a:pt x="5300975" y="1277619"/>
                  </a:lnTo>
                  <a:lnTo>
                    <a:pt x="5301101" y="1277619"/>
                  </a:lnTo>
                  <a:lnTo>
                    <a:pt x="5301227" y="1277619"/>
                  </a:lnTo>
                  <a:lnTo>
                    <a:pt x="5301353" y="1277619"/>
                  </a:lnTo>
                  <a:lnTo>
                    <a:pt x="5301479" y="1277619"/>
                  </a:lnTo>
                  <a:lnTo>
                    <a:pt x="5301606" y="1277619"/>
                  </a:lnTo>
                  <a:lnTo>
                    <a:pt x="5301732" y="1277619"/>
                  </a:lnTo>
                  <a:lnTo>
                    <a:pt x="5301858" y="1277619"/>
                  </a:lnTo>
                  <a:lnTo>
                    <a:pt x="5301984" y="1277619"/>
                  </a:lnTo>
                  <a:lnTo>
                    <a:pt x="5302110" y="1277619"/>
                  </a:lnTo>
                  <a:lnTo>
                    <a:pt x="5302236" y="1277619"/>
                  </a:lnTo>
                  <a:lnTo>
                    <a:pt x="5302362" y="1277619"/>
                  </a:lnTo>
                  <a:lnTo>
                    <a:pt x="5302488" y="1277619"/>
                  </a:lnTo>
                  <a:lnTo>
                    <a:pt x="5302614" y="1277619"/>
                  </a:lnTo>
                  <a:lnTo>
                    <a:pt x="5302740" y="1277619"/>
                  </a:lnTo>
                  <a:lnTo>
                    <a:pt x="5302866" y="1277619"/>
                  </a:lnTo>
                  <a:lnTo>
                    <a:pt x="5302993" y="1277619"/>
                  </a:lnTo>
                  <a:lnTo>
                    <a:pt x="5303119" y="1277619"/>
                  </a:lnTo>
                  <a:lnTo>
                    <a:pt x="5303245" y="1277619"/>
                  </a:lnTo>
                  <a:lnTo>
                    <a:pt x="5303371" y="1277619"/>
                  </a:lnTo>
                  <a:lnTo>
                    <a:pt x="5303497" y="1277619"/>
                  </a:lnTo>
                  <a:lnTo>
                    <a:pt x="5303623" y="1277619"/>
                  </a:lnTo>
                  <a:lnTo>
                    <a:pt x="5303749" y="1277619"/>
                  </a:lnTo>
                  <a:lnTo>
                    <a:pt x="5303875" y="1277619"/>
                  </a:lnTo>
                  <a:lnTo>
                    <a:pt x="5304001" y="1277619"/>
                  </a:lnTo>
                  <a:lnTo>
                    <a:pt x="5304127" y="1277619"/>
                  </a:lnTo>
                  <a:lnTo>
                    <a:pt x="5304253" y="1277619"/>
                  </a:lnTo>
                  <a:lnTo>
                    <a:pt x="5304379" y="1277619"/>
                  </a:lnTo>
                  <a:lnTo>
                    <a:pt x="5304506" y="1277619"/>
                  </a:lnTo>
                  <a:lnTo>
                    <a:pt x="5304632" y="1277619"/>
                  </a:lnTo>
                  <a:lnTo>
                    <a:pt x="5304758" y="1277619"/>
                  </a:lnTo>
                  <a:lnTo>
                    <a:pt x="5304884" y="1277619"/>
                  </a:lnTo>
                  <a:lnTo>
                    <a:pt x="5305010" y="1277619"/>
                  </a:lnTo>
                  <a:lnTo>
                    <a:pt x="5305136" y="1277619"/>
                  </a:lnTo>
                  <a:lnTo>
                    <a:pt x="5305262" y="1277619"/>
                  </a:lnTo>
                  <a:lnTo>
                    <a:pt x="5305388" y="1277619"/>
                  </a:lnTo>
                  <a:lnTo>
                    <a:pt x="5305514" y="1277619"/>
                  </a:lnTo>
                  <a:lnTo>
                    <a:pt x="5305640" y="1277619"/>
                  </a:lnTo>
                  <a:lnTo>
                    <a:pt x="5305766" y="1277619"/>
                  </a:lnTo>
                  <a:lnTo>
                    <a:pt x="5305893" y="1277619"/>
                  </a:lnTo>
                  <a:lnTo>
                    <a:pt x="5306019" y="1277619"/>
                  </a:lnTo>
                  <a:lnTo>
                    <a:pt x="5306145" y="1277619"/>
                  </a:lnTo>
                  <a:lnTo>
                    <a:pt x="5306271" y="1277619"/>
                  </a:lnTo>
                  <a:lnTo>
                    <a:pt x="5306397" y="1277619"/>
                  </a:lnTo>
                  <a:lnTo>
                    <a:pt x="5306523" y="1277619"/>
                  </a:lnTo>
                  <a:lnTo>
                    <a:pt x="5306649" y="1277619"/>
                  </a:lnTo>
                  <a:lnTo>
                    <a:pt x="5306775" y="1277619"/>
                  </a:lnTo>
                  <a:lnTo>
                    <a:pt x="5306901" y="1277619"/>
                  </a:lnTo>
                  <a:lnTo>
                    <a:pt x="5307027" y="1277619"/>
                  </a:lnTo>
                  <a:lnTo>
                    <a:pt x="5307153" y="1277619"/>
                  </a:lnTo>
                  <a:lnTo>
                    <a:pt x="5307279" y="1277619"/>
                  </a:lnTo>
                  <a:lnTo>
                    <a:pt x="5307406" y="1277619"/>
                  </a:lnTo>
                  <a:lnTo>
                    <a:pt x="5307532" y="1277619"/>
                  </a:lnTo>
                  <a:lnTo>
                    <a:pt x="5307658" y="1277619"/>
                  </a:lnTo>
                  <a:lnTo>
                    <a:pt x="5307784" y="1277619"/>
                  </a:lnTo>
                  <a:lnTo>
                    <a:pt x="5307910" y="1277619"/>
                  </a:lnTo>
                  <a:lnTo>
                    <a:pt x="5308036" y="1277619"/>
                  </a:lnTo>
                  <a:lnTo>
                    <a:pt x="5308162" y="1277619"/>
                  </a:lnTo>
                  <a:lnTo>
                    <a:pt x="5308288" y="1277619"/>
                  </a:lnTo>
                  <a:lnTo>
                    <a:pt x="5308414" y="1277619"/>
                  </a:lnTo>
                  <a:lnTo>
                    <a:pt x="5308540" y="1277619"/>
                  </a:lnTo>
                  <a:lnTo>
                    <a:pt x="5308666" y="1277619"/>
                  </a:lnTo>
                  <a:lnTo>
                    <a:pt x="5308793" y="1277619"/>
                  </a:lnTo>
                  <a:lnTo>
                    <a:pt x="5308919" y="1277619"/>
                  </a:lnTo>
                  <a:lnTo>
                    <a:pt x="5309045" y="1277619"/>
                  </a:lnTo>
                  <a:lnTo>
                    <a:pt x="5309171" y="1277619"/>
                  </a:lnTo>
                  <a:lnTo>
                    <a:pt x="5309297" y="1277619"/>
                  </a:lnTo>
                  <a:lnTo>
                    <a:pt x="5309423" y="1277619"/>
                  </a:lnTo>
                  <a:lnTo>
                    <a:pt x="5309549" y="1277619"/>
                  </a:lnTo>
                  <a:lnTo>
                    <a:pt x="5309675" y="1277619"/>
                  </a:lnTo>
                  <a:lnTo>
                    <a:pt x="5309801" y="1277619"/>
                  </a:lnTo>
                  <a:lnTo>
                    <a:pt x="5309927" y="1277619"/>
                  </a:lnTo>
                  <a:lnTo>
                    <a:pt x="5310053" y="1277619"/>
                  </a:lnTo>
                  <a:lnTo>
                    <a:pt x="5310179" y="1277619"/>
                  </a:lnTo>
                  <a:lnTo>
                    <a:pt x="5310306" y="1277619"/>
                  </a:lnTo>
                  <a:lnTo>
                    <a:pt x="5310432" y="1277619"/>
                  </a:lnTo>
                  <a:lnTo>
                    <a:pt x="5310558" y="1277619"/>
                  </a:lnTo>
                  <a:lnTo>
                    <a:pt x="5310684" y="1277619"/>
                  </a:lnTo>
                  <a:lnTo>
                    <a:pt x="5310810" y="1277619"/>
                  </a:lnTo>
                  <a:lnTo>
                    <a:pt x="5310936" y="1277619"/>
                  </a:lnTo>
                  <a:lnTo>
                    <a:pt x="5311062" y="1277619"/>
                  </a:lnTo>
                  <a:lnTo>
                    <a:pt x="5311188" y="1277619"/>
                  </a:lnTo>
                  <a:lnTo>
                    <a:pt x="5311188" y="1272340"/>
                  </a:lnTo>
                  <a:lnTo>
                    <a:pt x="5311314" y="1272340"/>
                  </a:lnTo>
                  <a:lnTo>
                    <a:pt x="5311440" y="1272340"/>
                  </a:lnTo>
                  <a:lnTo>
                    <a:pt x="5311566" y="1272340"/>
                  </a:lnTo>
                  <a:lnTo>
                    <a:pt x="5311693" y="1272340"/>
                  </a:lnTo>
                  <a:lnTo>
                    <a:pt x="5311819" y="1272340"/>
                  </a:lnTo>
                  <a:lnTo>
                    <a:pt x="5311945" y="1272340"/>
                  </a:lnTo>
                  <a:lnTo>
                    <a:pt x="5312071" y="1272340"/>
                  </a:lnTo>
                  <a:lnTo>
                    <a:pt x="5312197" y="1272340"/>
                  </a:lnTo>
                  <a:lnTo>
                    <a:pt x="5312323" y="1272340"/>
                  </a:lnTo>
                  <a:lnTo>
                    <a:pt x="5312449" y="1272340"/>
                  </a:lnTo>
                  <a:lnTo>
                    <a:pt x="5312575" y="1272340"/>
                  </a:lnTo>
                  <a:lnTo>
                    <a:pt x="5312701" y="1272340"/>
                  </a:lnTo>
                  <a:lnTo>
                    <a:pt x="5312827" y="1272340"/>
                  </a:lnTo>
                  <a:lnTo>
                    <a:pt x="5312953" y="1272340"/>
                  </a:lnTo>
                  <a:lnTo>
                    <a:pt x="5313080" y="1272340"/>
                  </a:lnTo>
                  <a:lnTo>
                    <a:pt x="5313206" y="1272340"/>
                  </a:lnTo>
                  <a:lnTo>
                    <a:pt x="5313332" y="1272340"/>
                  </a:lnTo>
                  <a:lnTo>
                    <a:pt x="5313458" y="1272340"/>
                  </a:lnTo>
                  <a:lnTo>
                    <a:pt x="5313584" y="1272340"/>
                  </a:lnTo>
                  <a:lnTo>
                    <a:pt x="5313710" y="1272340"/>
                  </a:lnTo>
                  <a:lnTo>
                    <a:pt x="5313836" y="1272340"/>
                  </a:lnTo>
                  <a:lnTo>
                    <a:pt x="5313962" y="1272340"/>
                  </a:lnTo>
                  <a:lnTo>
                    <a:pt x="5314088" y="1272340"/>
                  </a:lnTo>
                  <a:lnTo>
                    <a:pt x="5314214" y="1272340"/>
                  </a:lnTo>
                  <a:lnTo>
                    <a:pt x="5314340" y="1272340"/>
                  </a:lnTo>
                  <a:lnTo>
                    <a:pt x="5314466" y="1272340"/>
                  </a:lnTo>
                  <a:lnTo>
                    <a:pt x="5314593" y="1272340"/>
                  </a:lnTo>
                  <a:lnTo>
                    <a:pt x="5314719" y="1272340"/>
                  </a:lnTo>
                  <a:lnTo>
                    <a:pt x="5314845" y="1272340"/>
                  </a:lnTo>
                  <a:lnTo>
                    <a:pt x="5314971" y="1272340"/>
                  </a:lnTo>
                  <a:lnTo>
                    <a:pt x="5315097" y="1272340"/>
                  </a:lnTo>
                  <a:lnTo>
                    <a:pt x="5315223" y="1272340"/>
                  </a:lnTo>
                  <a:lnTo>
                    <a:pt x="5315349" y="1272340"/>
                  </a:lnTo>
                  <a:lnTo>
                    <a:pt x="5315475" y="1272340"/>
                  </a:lnTo>
                  <a:lnTo>
                    <a:pt x="5315601" y="1272340"/>
                  </a:lnTo>
                  <a:lnTo>
                    <a:pt x="5315727" y="1272340"/>
                  </a:lnTo>
                  <a:lnTo>
                    <a:pt x="5315853" y="1272340"/>
                  </a:lnTo>
                  <a:lnTo>
                    <a:pt x="5315980" y="1272340"/>
                  </a:lnTo>
                  <a:lnTo>
                    <a:pt x="5316106" y="1272340"/>
                  </a:lnTo>
                  <a:lnTo>
                    <a:pt x="5316232" y="1272340"/>
                  </a:lnTo>
                  <a:lnTo>
                    <a:pt x="5316358" y="1272340"/>
                  </a:lnTo>
                  <a:lnTo>
                    <a:pt x="5316484" y="1272340"/>
                  </a:lnTo>
                  <a:lnTo>
                    <a:pt x="5316610" y="1272340"/>
                  </a:lnTo>
                  <a:lnTo>
                    <a:pt x="5316736" y="1272340"/>
                  </a:lnTo>
                  <a:lnTo>
                    <a:pt x="5316862" y="1272340"/>
                  </a:lnTo>
                  <a:lnTo>
                    <a:pt x="5316988" y="1272340"/>
                  </a:lnTo>
                  <a:lnTo>
                    <a:pt x="5317114" y="1272340"/>
                  </a:lnTo>
                  <a:lnTo>
                    <a:pt x="5317240" y="1272340"/>
                  </a:lnTo>
                  <a:lnTo>
                    <a:pt x="5317366" y="1272340"/>
                  </a:lnTo>
                  <a:lnTo>
                    <a:pt x="5317493" y="1272340"/>
                  </a:lnTo>
                  <a:lnTo>
                    <a:pt x="5317619" y="1272340"/>
                  </a:lnTo>
                  <a:lnTo>
                    <a:pt x="5317745" y="1272340"/>
                  </a:lnTo>
                  <a:lnTo>
                    <a:pt x="5317871" y="1272340"/>
                  </a:lnTo>
                  <a:lnTo>
                    <a:pt x="5317997" y="1272340"/>
                  </a:lnTo>
                  <a:lnTo>
                    <a:pt x="5318123" y="1272340"/>
                  </a:lnTo>
                  <a:lnTo>
                    <a:pt x="5318249" y="1272340"/>
                  </a:lnTo>
                  <a:lnTo>
                    <a:pt x="5318375" y="1272340"/>
                  </a:lnTo>
                  <a:lnTo>
                    <a:pt x="5318501" y="1272340"/>
                  </a:lnTo>
                  <a:lnTo>
                    <a:pt x="5318627" y="1272340"/>
                  </a:lnTo>
                  <a:lnTo>
                    <a:pt x="5318753" y="1272340"/>
                  </a:lnTo>
                  <a:lnTo>
                    <a:pt x="5318880" y="1272340"/>
                  </a:lnTo>
                  <a:lnTo>
                    <a:pt x="5319006" y="1272340"/>
                  </a:lnTo>
                  <a:lnTo>
                    <a:pt x="5319132" y="1272340"/>
                  </a:lnTo>
                  <a:lnTo>
                    <a:pt x="5319258" y="1272340"/>
                  </a:lnTo>
                  <a:lnTo>
                    <a:pt x="5319384" y="1272340"/>
                  </a:lnTo>
                  <a:lnTo>
                    <a:pt x="5319510" y="1272340"/>
                  </a:lnTo>
                  <a:lnTo>
                    <a:pt x="5319636" y="1272340"/>
                  </a:lnTo>
                  <a:lnTo>
                    <a:pt x="5319762" y="1272340"/>
                  </a:lnTo>
                  <a:lnTo>
                    <a:pt x="5319888" y="1272340"/>
                  </a:lnTo>
                  <a:lnTo>
                    <a:pt x="5320014" y="1272340"/>
                  </a:lnTo>
                  <a:lnTo>
                    <a:pt x="5320140" y="1272340"/>
                  </a:lnTo>
                  <a:lnTo>
                    <a:pt x="5320267" y="1272340"/>
                  </a:lnTo>
                  <a:lnTo>
                    <a:pt x="5320393" y="1272340"/>
                  </a:lnTo>
                  <a:lnTo>
                    <a:pt x="5320519" y="1272340"/>
                  </a:lnTo>
                  <a:lnTo>
                    <a:pt x="5320645" y="1272340"/>
                  </a:lnTo>
                  <a:lnTo>
                    <a:pt x="5320771" y="1272340"/>
                  </a:lnTo>
                  <a:lnTo>
                    <a:pt x="5320897" y="1272340"/>
                  </a:lnTo>
                  <a:lnTo>
                    <a:pt x="5321023" y="1272340"/>
                  </a:lnTo>
                  <a:lnTo>
                    <a:pt x="5321149" y="1272340"/>
                  </a:lnTo>
                  <a:lnTo>
                    <a:pt x="5321275" y="1272340"/>
                  </a:lnTo>
                  <a:lnTo>
                    <a:pt x="5321401" y="1272340"/>
                  </a:lnTo>
                  <a:lnTo>
                    <a:pt x="5321527" y="1272340"/>
                  </a:lnTo>
                  <a:lnTo>
                    <a:pt x="5321653" y="1272340"/>
                  </a:lnTo>
                  <a:lnTo>
                    <a:pt x="5321780" y="1272340"/>
                  </a:lnTo>
                  <a:lnTo>
                    <a:pt x="5321906" y="1272340"/>
                  </a:lnTo>
                  <a:lnTo>
                    <a:pt x="5322032" y="1272340"/>
                  </a:lnTo>
                  <a:lnTo>
                    <a:pt x="5322158" y="1272340"/>
                  </a:lnTo>
                  <a:lnTo>
                    <a:pt x="5322284" y="1272340"/>
                  </a:lnTo>
                  <a:lnTo>
                    <a:pt x="5322410" y="1272340"/>
                  </a:lnTo>
                  <a:lnTo>
                    <a:pt x="5322536" y="1272340"/>
                  </a:lnTo>
                  <a:lnTo>
                    <a:pt x="5322662" y="1272340"/>
                  </a:lnTo>
                  <a:lnTo>
                    <a:pt x="5322788" y="1272340"/>
                  </a:lnTo>
                  <a:lnTo>
                    <a:pt x="5322914" y="1272340"/>
                  </a:lnTo>
                  <a:lnTo>
                    <a:pt x="5323040" y="1272340"/>
                  </a:lnTo>
                  <a:lnTo>
                    <a:pt x="5323167" y="1272340"/>
                  </a:lnTo>
                  <a:lnTo>
                    <a:pt x="5323293" y="1272340"/>
                  </a:lnTo>
                  <a:lnTo>
                    <a:pt x="5323419" y="1272340"/>
                  </a:lnTo>
                  <a:lnTo>
                    <a:pt x="5323545" y="1272340"/>
                  </a:lnTo>
                  <a:lnTo>
                    <a:pt x="5323671" y="1272340"/>
                  </a:lnTo>
                  <a:lnTo>
                    <a:pt x="5323797" y="1272340"/>
                  </a:lnTo>
                  <a:lnTo>
                    <a:pt x="5323923" y="1272340"/>
                  </a:lnTo>
                  <a:lnTo>
                    <a:pt x="5324049" y="1272340"/>
                  </a:lnTo>
                  <a:lnTo>
                    <a:pt x="5324175" y="1272340"/>
                  </a:lnTo>
                  <a:lnTo>
                    <a:pt x="5324301" y="1272340"/>
                  </a:lnTo>
                  <a:lnTo>
                    <a:pt x="5324427" y="1272340"/>
                  </a:lnTo>
                  <a:lnTo>
                    <a:pt x="5324553" y="1272340"/>
                  </a:lnTo>
                  <a:lnTo>
                    <a:pt x="5324680" y="1272340"/>
                  </a:lnTo>
                  <a:lnTo>
                    <a:pt x="5324806" y="1272340"/>
                  </a:lnTo>
                  <a:lnTo>
                    <a:pt x="5324932" y="1272340"/>
                  </a:lnTo>
                  <a:lnTo>
                    <a:pt x="5325058" y="1272340"/>
                  </a:lnTo>
                  <a:lnTo>
                    <a:pt x="5325184" y="1272340"/>
                  </a:lnTo>
                  <a:lnTo>
                    <a:pt x="5325310" y="1272340"/>
                  </a:lnTo>
                  <a:lnTo>
                    <a:pt x="5325436" y="1272340"/>
                  </a:lnTo>
                  <a:lnTo>
                    <a:pt x="5325436" y="1267061"/>
                  </a:lnTo>
                  <a:lnTo>
                    <a:pt x="5325562" y="1267061"/>
                  </a:lnTo>
                  <a:lnTo>
                    <a:pt x="5325688" y="1267061"/>
                  </a:lnTo>
                  <a:lnTo>
                    <a:pt x="5325814" y="1267061"/>
                  </a:lnTo>
                  <a:lnTo>
                    <a:pt x="5325940" y="1267061"/>
                  </a:lnTo>
                  <a:lnTo>
                    <a:pt x="5326067" y="1267061"/>
                  </a:lnTo>
                  <a:lnTo>
                    <a:pt x="5326193" y="1267061"/>
                  </a:lnTo>
                  <a:lnTo>
                    <a:pt x="5326319" y="1267061"/>
                  </a:lnTo>
                  <a:lnTo>
                    <a:pt x="5326445" y="1267061"/>
                  </a:lnTo>
                  <a:lnTo>
                    <a:pt x="5326571" y="1267061"/>
                  </a:lnTo>
                  <a:lnTo>
                    <a:pt x="5326697" y="1267061"/>
                  </a:lnTo>
                  <a:lnTo>
                    <a:pt x="5326823" y="1267061"/>
                  </a:lnTo>
                  <a:lnTo>
                    <a:pt x="5326949" y="1267061"/>
                  </a:lnTo>
                  <a:lnTo>
                    <a:pt x="5327075" y="1267061"/>
                  </a:lnTo>
                  <a:lnTo>
                    <a:pt x="5327201" y="1267061"/>
                  </a:lnTo>
                  <a:lnTo>
                    <a:pt x="5327327" y="1267061"/>
                  </a:lnTo>
                  <a:lnTo>
                    <a:pt x="5327327" y="1261781"/>
                  </a:lnTo>
                  <a:lnTo>
                    <a:pt x="5327454" y="1261781"/>
                  </a:lnTo>
                  <a:lnTo>
                    <a:pt x="5327580" y="1261781"/>
                  </a:lnTo>
                  <a:lnTo>
                    <a:pt x="5327706" y="1261781"/>
                  </a:lnTo>
                  <a:lnTo>
                    <a:pt x="5327832" y="1261781"/>
                  </a:lnTo>
                  <a:lnTo>
                    <a:pt x="5327958" y="1261781"/>
                  </a:lnTo>
                  <a:lnTo>
                    <a:pt x="5328084" y="1261781"/>
                  </a:lnTo>
                  <a:lnTo>
                    <a:pt x="5328210" y="1261781"/>
                  </a:lnTo>
                  <a:lnTo>
                    <a:pt x="5328336" y="1261781"/>
                  </a:lnTo>
                  <a:lnTo>
                    <a:pt x="5328462" y="1261781"/>
                  </a:lnTo>
                  <a:lnTo>
                    <a:pt x="5328588" y="1261781"/>
                  </a:lnTo>
                  <a:lnTo>
                    <a:pt x="5328714" y="1261781"/>
                  </a:lnTo>
                  <a:lnTo>
                    <a:pt x="5328840" y="1261781"/>
                  </a:lnTo>
                  <a:lnTo>
                    <a:pt x="5328967" y="1261781"/>
                  </a:lnTo>
                  <a:lnTo>
                    <a:pt x="5329093" y="1261781"/>
                  </a:lnTo>
                  <a:lnTo>
                    <a:pt x="5329219" y="1261781"/>
                  </a:lnTo>
                  <a:lnTo>
                    <a:pt x="5329345" y="1261781"/>
                  </a:lnTo>
                  <a:lnTo>
                    <a:pt x="5329471" y="1261781"/>
                  </a:lnTo>
                  <a:lnTo>
                    <a:pt x="5329597" y="1261781"/>
                  </a:lnTo>
                  <a:lnTo>
                    <a:pt x="5329723" y="1261781"/>
                  </a:lnTo>
                  <a:lnTo>
                    <a:pt x="5329849" y="1261781"/>
                  </a:lnTo>
                  <a:lnTo>
                    <a:pt x="5329975" y="1261781"/>
                  </a:lnTo>
                  <a:lnTo>
                    <a:pt x="5330101" y="1261781"/>
                  </a:lnTo>
                  <a:lnTo>
                    <a:pt x="5330227" y="1261781"/>
                  </a:lnTo>
                  <a:lnTo>
                    <a:pt x="5330354" y="1261781"/>
                  </a:lnTo>
                  <a:lnTo>
                    <a:pt x="5330480" y="1261781"/>
                  </a:lnTo>
                  <a:lnTo>
                    <a:pt x="5330606" y="1261781"/>
                  </a:lnTo>
                  <a:lnTo>
                    <a:pt x="5330732" y="1261781"/>
                  </a:lnTo>
                  <a:lnTo>
                    <a:pt x="5330858" y="1261781"/>
                  </a:lnTo>
                  <a:lnTo>
                    <a:pt x="5330984" y="1261781"/>
                  </a:lnTo>
                  <a:lnTo>
                    <a:pt x="5331110" y="1261781"/>
                  </a:lnTo>
                  <a:lnTo>
                    <a:pt x="5331236" y="1261781"/>
                  </a:lnTo>
                  <a:lnTo>
                    <a:pt x="5331362" y="1261781"/>
                  </a:lnTo>
                  <a:lnTo>
                    <a:pt x="5331488" y="1261781"/>
                  </a:lnTo>
                  <a:lnTo>
                    <a:pt x="5331614" y="1261781"/>
                  </a:lnTo>
                  <a:lnTo>
                    <a:pt x="5331740" y="1261781"/>
                  </a:lnTo>
                  <a:lnTo>
                    <a:pt x="5331867" y="1261781"/>
                  </a:lnTo>
                  <a:lnTo>
                    <a:pt x="5331993" y="1261781"/>
                  </a:lnTo>
                  <a:lnTo>
                    <a:pt x="5332119" y="1261781"/>
                  </a:lnTo>
                  <a:lnTo>
                    <a:pt x="5332245" y="1261781"/>
                  </a:lnTo>
                  <a:lnTo>
                    <a:pt x="5332371" y="1261781"/>
                  </a:lnTo>
                  <a:lnTo>
                    <a:pt x="5332497" y="1261781"/>
                  </a:lnTo>
                  <a:lnTo>
                    <a:pt x="5332623" y="1261781"/>
                  </a:lnTo>
                  <a:lnTo>
                    <a:pt x="5332749" y="1261781"/>
                  </a:lnTo>
                  <a:lnTo>
                    <a:pt x="5332875" y="1261781"/>
                  </a:lnTo>
                  <a:lnTo>
                    <a:pt x="5333001" y="1261781"/>
                  </a:lnTo>
                  <a:lnTo>
                    <a:pt x="5333127" y="1261781"/>
                  </a:lnTo>
                  <a:lnTo>
                    <a:pt x="5333254" y="1261781"/>
                  </a:lnTo>
                  <a:lnTo>
                    <a:pt x="5333380" y="1261781"/>
                  </a:lnTo>
                  <a:lnTo>
                    <a:pt x="5333506" y="1261781"/>
                  </a:lnTo>
                  <a:lnTo>
                    <a:pt x="5333632" y="1261781"/>
                  </a:lnTo>
                  <a:lnTo>
                    <a:pt x="5333758" y="1261781"/>
                  </a:lnTo>
                  <a:lnTo>
                    <a:pt x="5333884" y="1261781"/>
                  </a:lnTo>
                  <a:lnTo>
                    <a:pt x="5334010" y="1261781"/>
                  </a:lnTo>
                  <a:lnTo>
                    <a:pt x="5334136" y="1261781"/>
                  </a:lnTo>
                  <a:lnTo>
                    <a:pt x="5334262" y="1261781"/>
                  </a:lnTo>
                  <a:lnTo>
                    <a:pt x="5334388" y="1261781"/>
                  </a:lnTo>
                  <a:lnTo>
                    <a:pt x="5334514" y="1261781"/>
                  </a:lnTo>
                  <a:lnTo>
                    <a:pt x="5334640" y="1261781"/>
                  </a:lnTo>
                  <a:lnTo>
                    <a:pt x="5334767" y="1261781"/>
                  </a:lnTo>
                  <a:lnTo>
                    <a:pt x="5334893" y="1261781"/>
                  </a:lnTo>
                  <a:lnTo>
                    <a:pt x="5335019" y="1261781"/>
                  </a:lnTo>
                  <a:lnTo>
                    <a:pt x="5335145" y="1261781"/>
                  </a:lnTo>
                  <a:lnTo>
                    <a:pt x="5335271" y="1261781"/>
                  </a:lnTo>
                  <a:lnTo>
                    <a:pt x="5335397" y="1261781"/>
                  </a:lnTo>
                  <a:lnTo>
                    <a:pt x="5335523" y="1261781"/>
                  </a:lnTo>
                  <a:lnTo>
                    <a:pt x="5335649" y="1261781"/>
                  </a:lnTo>
                  <a:lnTo>
                    <a:pt x="5335775" y="1261781"/>
                  </a:lnTo>
                  <a:lnTo>
                    <a:pt x="5335901" y="1261781"/>
                  </a:lnTo>
                  <a:lnTo>
                    <a:pt x="5336027" y="1261781"/>
                  </a:lnTo>
                  <a:lnTo>
                    <a:pt x="5336154" y="1261781"/>
                  </a:lnTo>
                  <a:lnTo>
                    <a:pt x="5336280" y="1261781"/>
                  </a:lnTo>
                  <a:lnTo>
                    <a:pt x="5336406" y="1261781"/>
                  </a:lnTo>
                  <a:lnTo>
                    <a:pt x="5336532" y="1261781"/>
                  </a:lnTo>
                  <a:lnTo>
                    <a:pt x="5336658" y="1261781"/>
                  </a:lnTo>
                  <a:lnTo>
                    <a:pt x="5336784" y="1261781"/>
                  </a:lnTo>
                  <a:lnTo>
                    <a:pt x="5336910" y="1261781"/>
                  </a:lnTo>
                  <a:lnTo>
                    <a:pt x="5337036" y="1261781"/>
                  </a:lnTo>
                  <a:lnTo>
                    <a:pt x="5337162" y="1261781"/>
                  </a:lnTo>
                  <a:lnTo>
                    <a:pt x="5337288" y="1261781"/>
                  </a:lnTo>
                  <a:lnTo>
                    <a:pt x="5337414" y="1261781"/>
                  </a:lnTo>
                  <a:lnTo>
                    <a:pt x="5337541" y="1261781"/>
                  </a:lnTo>
                  <a:lnTo>
                    <a:pt x="5337667" y="1261781"/>
                  </a:lnTo>
                  <a:lnTo>
                    <a:pt x="5337793" y="1261781"/>
                  </a:lnTo>
                  <a:lnTo>
                    <a:pt x="5337919" y="1261781"/>
                  </a:lnTo>
                  <a:lnTo>
                    <a:pt x="5338045" y="1261781"/>
                  </a:lnTo>
                  <a:lnTo>
                    <a:pt x="5338171" y="1261781"/>
                  </a:lnTo>
                  <a:lnTo>
                    <a:pt x="5338297" y="1261781"/>
                  </a:lnTo>
                  <a:lnTo>
                    <a:pt x="5338423" y="1261781"/>
                  </a:lnTo>
                  <a:lnTo>
                    <a:pt x="5338423" y="1256502"/>
                  </a:lnTo>
                  <a:lnTo>
                    <a:pt x="5338549" y="1256502"/>
                  </a:lnTo>
                  <a:lnTo>
                    <a:pt x="5338675" y="1256502"/>
                  </a:lnTo>
                  <a:lnTo>
                    <a:pt x="5338801" y="1256502"/>
                  </a:lnTo>
                  <a:lnTo>
                    <a:pt x="5338927" y="1256502"/>
                  </a:lnTo>
                  <a:lnTo>
                    <a:pt x="5339054" y="1256502"/>
                  </a:lnTo>
                  <a:lnTo>
                    <a:pt x="5339180" y="1256502"/>
                  </a:lnTo>
                  <a:lnTo>
                    <a:pt x="5339306" y="1256502"/>
                  </a:lnTo>
                  <a:lnTo>
                    <a:pt x="5339432" y="1256502"/>
                  </a:lnTo>
                  <a:lnTo>
                    <a:pt x="5339558" y="1256502"/>
                  </a:lnTo>
                  <a:lnTo>
                    <a:pt x="5339684" y="1256502"/>
                  </a:lnTo>
                  <a:lnTo>
                    <a:pt x="5339810" y="1256502"/>
                  </a:lnTo>
                  <a:lnTo>
                    <a:pt x="5339936" y="1256502"/>
                  </a:lnTo>
                  <a:lnTo>
                    <a:pt x="5340062" y="1256502"/>
                  </a:lnTo>
                  <a:lnTo>
                    <a:pt x="5340188" y="1256502"/>
                  </a:lnTo>
                  <a:lnTo>
                    <a:pt x="5340314" y="1256502"/>
                  </a:lnTo>
                  <a:lnTo>
                    <a:pt x="5340441" y="1256502"/>
                  </a:lnTo>
                  <a:lnTo>
                    <a:pt x="5340567" y="1256502"/>
                  </a:lnTo>
                  <a:lnTo>
                    <a:pt x="5340693" y="1256502"/>
                  </a:lnTo>
                  <a:lnTo>
                    <a:pt x="5340819" y="1256502"/>
                  </a:lnTo>
                  <a:lnTo>
                    <a:pt x="5340945" y="1256502"/>
                  </a:lnTo>
                  <a:lnTo>
                    <a:pt x="5341071" y="1256502"/>
                  </a:lnTo>
                  <a:lnTo>
                    <a:pt x="5341197" y="1256502"/>
                  </a:lnTo>
                  <a:lnTo>
                    <a:pt x="5341323" y="1256502"/>
                  </a:lnTo>
                  <a:lnTo>
                    <a:pt x="5341449" y="1256502"/>
                  </a:lnTo>
                  <a:lnTo>
                    <a:pt x="5341575" y="1256502"/>
                  </a:lnTo>
                  <a:lnTo>
                    <a:pt x="5341701" y="1256502"/>
                  </a:lnTo>
                  <a:lnTo>
                    <a:pt x="5341827" y="1256502"/>
                  </a:lnTo>
                  <a:lnTo>
                    <a:pt x="5341954" y="1256502"/>
                  </a:lnTo>
                  <a:lnTo>
                    <a:pt x="5342080" y="1256502"/>
                  </a:lnTo>
                  <a:lnTo>
                    <a:pt x="5342206" y="1256502"/>
                  </a:lnTo>
                  <a:lnTo>
                    <a:pt x="5342332" y="1256502"/>
                  </a:lnTo>
                  <a:lnTo>
                    <a:pt x="5342458" y="1256502"/>
                  </a:lnTo>
                  <a:lnTo>
                    <a:pt x="5342584" y="1256502"/>
                  </a:lnTo>
                  <a:lnTo>
                    <a:pt x="5342710" y="1256502"/>
                  </a:lnTo>
                  <a:lnTo>
                    <a:pt x="5342836" y="1256502"/>
                  </a:lnTo>
                  <a:lnTo>
                    <a:pt x="5342962" y="1256502"/>
                  </a:lnTo>
                  <a:lnTo>
                    <a:pt x="5343088" y="1256502"/>
                  </a:lnTo>
                  <a:lnTo>
                    <a:pt x="5343214" y="1256502"/>
                  </a:lnTo>
                  <a:lnTo>
                    <a:pt x="5343341" y="1256502"/>
                  </a:lnTo>
                  <a:lnTo>
                    <a:pt x="5343467" y="1256502"/>
                  </a:lnTo>
                  <a:lnTo>
                    <a:pt x="5343593" y="1256502"/>
                  </a:lnTo>
                  <a:lnTo>
                    <a:pt x="5343719" y="1256502"/>
                  </a:lnTo>
                  <a:lnTo>
                    <a:pt x="5343845" y="1256502"/>
                  </a:lnTo>
                  <a:lnTo>
                    <a:pt x="5343971" y="1256502"/>
                  </a:lnTo>
                  <a:lnTo>
                    <a:pt x="5344097" y="1256502"/>
                  </a:lnTo>
                  <a:lnTo>
                    <a:pt x="5344223" y="1256502"/>
                  </a:lnTo>
                  <a:lnTo>
                    <a:pt x="5344349" y="1256502"/>
                  </a:lnTo>
                  <a:lnTo>
                    <a:pt x="5344475" y="1256502"/>
                  </a:lnTo>
                  <a:lnTo>
                    <a:pt x="5344601" y="1256502"/>
                  </a:lnTo>
                  <a:lnTo>
                    <a:pt x="5344728" y="1256502"/>
                  </a:lnTo>
                  <a:lnTo>
                    <a:pt x="5344854" y="1256502"/>
                  </a:lnTo>
                  <a:lnTo>
                    <a:pt x="5344980" y="1256502"/>
                  </a:lnTo>
                  <a:lnTo>
                    <a:pt x="5345106" y="1256502"/>
                  </a:lnTo>
                  <a:lnTo>
                    <a:pt x="5345232" y="1256502"/>
                  </a:lnTo>
                  <a:lnTo>
                    <a:pt x="5345358" y="1256502"/>
                  </a:lnTo>
                  <a:lnTo>
                    <a:pt x="5345484" y="1256502"/>
                  </a:lnTo>
                  <a:lnTo>
                    <a:pt x="5345610" y="1256502"/>
                  </a:lnTo>
                  <a:lnTo>
                    <a:pt x="5345736" y="1256502"/>
                  </a:lnTo>
                  <a:lnTo>
                    <a:pt x="5345862" y="1256502"/>
                  </a:lnTo>
                  <a:lnTo>
                    <a:pt x="5345988" y="1256502"/>
                  </a:lnTo>
                  <a:lnTo>
                    <a:pt x="5346114" y="1256502"/>
                  </a:lnTo>
                  <a:lnTo>
                    <a:pt x="5346241" y="1256502"/>
                  </a:lnTo>
                  <a:lnTo>
                    <a:pt x="5346367" y="1256502"/>
                  </a:lnTo>
                  <a:lnTo>
                    <a:pt x="5346493" y="1256502"/>
                  </a:lnTo>
                  <a:lnTo>
                    <a:pt x="5346619" y="1256502"/>
                  </a:lnTo>
                  <a:lnTo>
                    <a:pt x="5346745" y="1256502"/>
                  </a:lnTo>
                  <a:lnTo>
                    <a:pt x="5346871" y="1256502"/>
                  </a:lnTo>
                  <a:lnTo>
                    <a:pt x="5346997" y="1256502"/>
                  </a:lnTo>
                  <a:lnTo>
                    <a:pt x="5347123" y="1256502"/>
                  </a:lnTo>
                  <a:lnTo>
                    <a:pt x="5347249" y="1256502"/>
                  </a:lnTo>
                  <a:lnTo>
                    <a:pt x="5347375" y="1256502"/>
                  </a:lnTo>
                  <a:lnTo>
                    <a:pt x="5347501" y="1256502"/>
                  </a:lnTo>
                  <a:lnTo>
                    <a:pt x="5347628" y="1256502"/>
                  </a:lnTo>
                  <a:lnTo>
                    <a:pt x="5347754" y="1256502"/>
                  </a:lnTo>
                  <a:lnTo>
                    <a:pt x="5347880" y="1256502"/>
                  </a:lnTo>
                  <a:lnTo>
                    <a:pt x="5348006" y="1256502"/>
                  </a:lnTo>
                  <a:lnTo>
                    <a:pt x="5348132" y="1256502"/>
                  </a:lnTo>
                  <a:lnTo>
                    <a:pt x="5348258" y="1256502"/>
                  </a:lnTo>
                  <a:lnTo>
                    <a:pt x="5348384" y="1256502"/>
                  </a:lnTo>
                  <a:lnTo>
                    <a:pt x="5348510" y="1256502"/>
                  </a:lnTo>
                  <a:lnTo>
                    <a:pt x="5348636" y="1256502"/>
                  </a:lnTo>
                  <a:lnTo>
                    <a:pt x="5348636" y="1251222"/>
                  </a:lnTo>
                  <a:lnTo>
                    <a:pt x="5348762" y="1251222"/>
                  </a:lnTo>
                  <a:lnTo>
                    <a:pt x="5348888" y="1251222"/>
                  </a:lnTo>
                  <a:lnTo>
                    <a:pt x="5349014" y="1251222"/>
                  </a:lnTo>
                  <a:lnTo>
                    <a:pt x="5349141" y="1251222"/>
                  </a:lnTo>
                  <a:lnTo>
                    <a:pt x="5349267" y="1251222"/>
                  </a:lnTo>
                  <a:lnTo>
                    <a:pt x="5349393" y="1251222"/>
                  </a:lnTo>
                  <a:lnTo>
                    <a:pt x="5349519" y="1251222"/>
                  </a:lnTo>
                  <a:lnTo>
                    <a:pt x="5349645" y="1251222"/>
                  </a:lnTo>
                  <a:lnTo>
                    <a:pt x="5349771" y="1251222"/>
                  </a:lnTo>
                  <a:lnTo>
                    <a:pt x="5349897" y="1251222"/>
                  </a:lnTo>
                  <a:lnTo>
                    <a:pt x="5350023" y="1251222"/>
                  </a:lnTo>
                  <a:lnTo>
                    <a:pt x="5350149" y="1251222"/>
                  </a:lnTo>
                  <a:lnTo>
                    <a:pt x="5350275" y="1251222"/>
                  </a:lnTo>
                  <a:lnTo>
                    <a:pt x="5350401" y="1251222"/>
                  </a:lnTo>
                  <a:lnTo>
                    <a:pt x="5350528" y="1251222"/>
                  </a:lnTo>
                  <a:lnTo>
                    <a:pt x="5350654" y="1251222"/>
                  </a:lnTo>
                  <a:lnTo>
                    <a:pt x="5350780" y="1251222"/>
                  </a:lnTo>
                  <a:lnTo>
                    <a:pt x="5350906" y="1251222"/>
                  </a:lnTo>
                  <a:lnTo>
                    <a:pt x="5351032" y="1251222"/>
                  </a:lnTo>
                  <a:lnTo>
                    <a:pt x="5351158" y="1251222"/>
                  </a:lnTo>
                  <a:lnTo>
                    <a:pt x="5351284" y="1251222"/>
                  </a:lnTo>
                  <a:lnTo>
                    <a:pt x="5351410" y="1251222"/>
                  </a:lnTo>
                  <a:lnTo>
                    <a:pt x="5351536" y="1251222"/>
                  </a:lnTo>
                  <a:lnTo>
                    <a:pt x="5351662" y="1251222"/>
                  </a:lnTo>
                  <a:lnTo>
                    <a:pt x="5351788" y="1251222"/>
                  </a:lnTo>
                  <a:lnTo>
                    <a:pt x="5351915" y="1251222"/>
                  </a:lnTo>
                  <a:lnTo>
                    <a:pt x="5352041" y="1251222"/>
                  </a:lnTo>
                  <a:lnTo>
                    <a:pt x="5352167" y="1251222"/>
                  </a:lnTo>
                  <a:lnTo>
                    <a:pt x="5352293" y="1251222"/>
                  </a:lnTo>
                  <a:lnTo>
                    <a:pt x="5352419" y="1251222"/>
                  </a:lnTo>
                  <a:lnTo>
                    <a:pt x="5352545" y="1251222"/>
                  </a:lnTo>
                  <a:lnTo>
                    <a:pt x="5352671" y="1251222"/>
                  </a:lnTo>
                  <a:lnTo>
                    <a:pt x="5352797" y="1251222"/>
                  </a:lnTo>
                  <a:lnTo>
                    <a:pt x="5352923" y="1251222"/>
                  </a:lnTo>
                  <a:lnTo>
                    <a:pt x="5353049" y="1251222"/>
                  </a:lnTo>
                  <a:lnTo>
                    <a:pt x="5353175" y="1251222"/>
                  </a:lnTo>
                  <a:lnTo>
                    <a:pt x="5353301" y="1251222"/>
                  </a:lnTo>
                  <a:lnTo>
                    <a:pt x="5353428" y="1251222"/>
                  </a:lnTo>
                  <a:lnTo>
                    <a:pt x="5353554" y="1251222"/>
                  </a:lnTo>
                  <a:lnTo>
                    <a:pt x="5353680" y="1251222"/>
                  </a:lnTo>
                  <a:lnTo>
                    <a:pt x="5353806" y="1251222"/>
                  </a:lnTo>
                  <a:lnTo>
                    <a:pt x="5353932" y="1251222"/>
                  </a:lnTo>
                  <a:lnTo>
                    <a:pt x="5354058" y="1251222"/>
                  </a:lnTo>
                  <a:lnTo>
                    <a:pt x="5354184" y="1251222"/>
                  </a:lnTo>
                  <a:lnTo>
                    <a:pt x="5354310" y="1251222"/>
                  </a:lnTo>
                  <a:lnTo>
                    <a:pt x="5354436" y="1251222"/>
                  </a:lnTo>
                  <a:lnTo>
                    <a:pt x="5354562" y="1251222"/>
                  </a:lnTo>
                  <a:lnTo>
                    <a:pt x="5354688" y="1251222"/>
                  </a:lnTo>
                  <a:lnTo>
                    <a:pt x="5354815" y="1251222"/>
                  </a:lnTo>
                  <a:lnTo>
                    <a:pt x="5354941" y="1251222"/>
                  </a:lnTo>
                  <a:lnTo>
                    <a:pt x="5355067" y="1251222"/>
                  </a:lnTo>
                  <a:lnTo>
                    <a:pt x="5355193" y="1251222"/>
                  </a:lnTo>
                  <a:lnTo>
                    <a:pt x="5355319" y="1251222"/>
                  </a:lnTo>
                  <a:lnTo>
                    <a:pt x="5355445" y="1251222"/>
                  </a:lnTo>
                  <a:lnTo>
                    <a:pt x="5355571" y="1251222"/>
                  </a:lnTo>
                  <a:lnTo>
                    <a:pt x="5355697" y="1251222"/>
                  </a:lnTo>
                  <a:lnTo>
                    <a:pt x="5355823" y="1251222"/>
                  </a:lnTo>
                  <a:lnTo>
                    <a:pt x="5355823" y="1245943"/>
                  </a:lnTo>
                  <a:lnTo>
                    <a:pt x="5355949" y="1245943"/>
                  </a:lnTo>
                  <a:lnTo>
                    <a:pt x="5356075" y="1245943"/>
                  </a:lnTo>
                  <a:lnTo>
                    <a:pt x="5356201" y="1245943"/>
                  </a:lnTo>
                  <a:lnTo>
                    <a:pt x="5356328" y="1245943"/>
                  </a:lnTo>
                  <a:lnTo>
                    <a:pt x="5356454" y="1245943"/>
                  </a:lnTo>
                  <a:lnTo>
                    <a:pt x="5356580" y="1245943"/>
                  </a:lnTo>
                  <a:lnTo>
                    <a:pt x="5356706" y="1245943"/>
                  </a:lnTo>
                  <a:lnTo>
                    <a:pt x="5356832" y="1245943"/>
                  </a:lnTo>
                  <a:lnTo>
                    <a:pt x="5356958" y="1245943"/>
                  </a:lnTo>
                  <a:lnTo>
                    <a:pt x="5357084" y="1245943"/>
                  </a:lnTo>
                  <a:lnTo>
                    <a:pt x="5357210" y="1245943"/>
                  </a:lnTo>
                  <a:lnTo>
                    <a:pt x="5357336" y="1245943"/>
                  </a:lnTo>
                  <a:lnTo>
                    <a:pt x="5357462" y="1245943"/>
                  </a:lnTo>
                  <a:lnTo>
                    <a:pt x="5357588" y="1245943"/>
                  </a:lnTo>
                  <a:lnTo>
                    <a:pt x="5357715" y="1245943"/>
                  </a:lnTo>
                  <a:lnTo>
                    <a:pt x="5357841" y="1245943"/>
                  </a:lnTo>
                  <a:lnTo>
                    <a:pt x="5357967" y="1245943"/>
                  </a:lnTo>
                  <a:lnTo>
                    <a:pt x="5358093" y="1245943"/>
                  </a:lnTo>
                  <a:lnTo>
                    <a:pt x="5358219" y="1245943"/>
                  </a:lnTo>
                  <a:lnTo>
                    <a:pt x="5358345" y="1245943"/>
                  </a:lnTo>
                  <a:lnTo>
                    <a:pt x="5358471" y="1245943"/>
                  </a:lnTo>
                  <a:lnTo>
                    <a:pt x="5358597" y="1245943"/>
                  </a:lnTo>
                  <a:lnTo>
                    <a:pt x="5358723" y="1245943"/>
                  </a:lnTo>
                  <a:lnTo>
                    <a:pt x="5358849" y="1245943"/>
                  </a:lnTo>
                  <a:lnTo>
                    <a:pt x="5358975" y="1245943"/>
                  </a:lnTo>
                  <a:lnTo>
                    <a:pt x="5359101" y="1245943"/>
                  </a:lnTo>
                  <a:lnTo>
                    <a:pt x="5359228" y="1245943"/>
                  </a:lnTo>
                  <a:lnTo>
                    <a:pt x="5359354" y="1245943"/>
                  </a:lnTo>
                  <a:lnTo>
                    <a:pt x="5359480" y="1245943"/>
                  </a:lnTo>
                  <a:lnTo>
                    <a:pt x="5359606" y="1245943"/>
                  </a:lnTo>
                  <a:lnTo>
                    <a:pt x="5359732" y="1245943"/>
                  </a:lnTo>
                  <a:lnTo>
                    <a:pt x="5359858" y="1245943"/>
                  </a:lnTo>
                  <a:lnTo>
                    <a:pt x="5359984" y="1245943"/>
                  </a:lnTo>
                  <a:lnTo>
                    <a:pt x="5360110" y="1245943"/>
                  </a:lnTo>
                  <a:lnTo>
                    <a:pt x="5360236" y="1245943"/>
                  </a:lnTo>
                  <a:lnTo>
                    <a:pt x="5360362" y="1245943"/>
                  </a:lnTo>
                  <a:lnTo>
                    <a:pt x="5360488" y="1245943"/>
                  </a:lnTo>
                  <a:lnTo>
                    <a:pt x="5360615" y="1245943"/>
                  </a:lnTo>
                  <a:lnTo>
                    <a:pt x="5360741" y="1245943"/>
                  </a:lnTo>
                  <a:lnTo>
                    <a:pt x="5360867" y="1245943"/>
                  </a:lnTo>
                  <a:lnTo>
                    <a:pt x="5360993" y="1245943"/>
                  </a:lnTo>
                  <a:lnTo>
                    <a:pt x="5361119" y="1245943"/>
                  </a:lnTo>
                  <a:lnTo>
                    <a:pt x="5361245" y="1245943"/>
                  </a:lnTo>
                  <a:lnTo>
                    <a:pt x="5361371" y="1245943"/>
                  </a:lnTo>
                  <a:lnTo>
                    <a:pt x="5361497" y="1245943"/>
                  </a:lnTo>
                  <a:lnTo>
                    <a:pt x="5361623" y="1245943"/>
                  </a:lnTo>
                  <a:lnTo>
                    <a:pt x="5361749" y="1245943"/>
                  </a:lnTo>
                  <a:lnTo>
                    <a:pt x="5361875" y="1245943"/>
                  </a:lnTo>
                  <a:lnTo>
                    <a:pt x="5362002" y="1245943"/>
                  </a:lnTo>
                  <a:lnTo>
                    <a:pt x="5362128" y="1245943"/>
                  </a:lnTo>
                  <a:lnTo>
                    <a:pt x="5362254" y="1245943"/>
                  </a:lnTo>
                  <a:lnTo>
                    <a:pt x="5362380" y="1245943"/>
                  </a:lnTo>
                  <a:lnTo>
                    <a:pt x="5362506" y="1245943"/>
                  </a:lnTo>
                  <a:lnTo>
                    <a:pt x="5362632" y="1245943"/>
                  </a:lnTo>
                  <a:lnTo>
                    <a:pt x="5362758" y="1245943"/>
                  </a:lnTo>
                  <a:lnTo>
                    <a:pt x="5362884" y="1245943"/>
                  </a:lnTo>
                  <a:lnTo>
                    <a:pt x="5363010" y="1245943"/>
                  </a:lnTo>
                  <a:lnTo>
                    <a:pt x="5363136" y="1245943"/>
                  </a:lnTo>
                  <a:lnTo>
                    <a:pt x="5363262" y="1245943"/>
                  </a:lnTo>
                  <a:lnTo>
                    <a:pt x="5363388" y="1245943"/>
                  </a:lnTo>
                  <a:lnTo>
                    <a:pt x="5363515" y="1245943"/>
                  </a:lnTo>
                  <a:lnTo>
                    <a:pt x="5363641" y="1245943"/>
                  </a:lnTo>
                  <a:lnTo>
                    <a:pt x="5363767" y="1245943"/>
                  </a:lnTo>
                  <a:lnTo>
                    <a:pt x="5363893" y="1245943"/>
                  </a:lnTo>
                  <a:lnTo>
                    <a:pt x="5364019" y="1245943"/>
                  </a:lnTo>
                  <a:lnTo>
                    <a:pt x="5364145" y="1245943"/>
                  </a:lnTo>
                  <a:lnTo>
                    <a:pt x="5364271" y="1245943"/>
                  </a:lnTo>
                  <a:lnTo>
                    <a:pt x="5364397" y="1245943"/>
                  </a:lnTo>
                  <a:lnTo>
                    <a:pt x="5364523" y="1245943"/>
                  </a:lnTo>
                  <a:lnTo>
                    <a:pt x="5364649" y="1245943"/>
                  </a:lnTo>
                  <a:lnTo>
                    <a:pt x="5364775" y="1245943"/>
                  </a:lnTo>
                  <a:lnTo>
                    <a:pt x="5364902" y="1245943"/>
                  </a:lnTo>
                  <a:lnTo>
                    <a:pt x="5365028" y="1245943"/>
                  </a:lnTo>
                  <a:lnTo>
                    <a:pt x="5365154" y="1245943"/>
                  </a:lnTo>
                  <a:lnTo>
                    <a:pt x="5365280" y="1245943"/>
                  </a:lnTo>
                  <a:lnTo>
                    <a:pt x="5365406" y="1245943"/>
                  </a:lnTo>
                  <a:lnTo>
                    <a:pt x="5365532" y="1245943"/>
                  </a:lnTo>
                  <a:lnTo>
                    <a:pt x="5365658" y="1245943"/>
                  </a:lnTo>
                  <a:lnTo>
                    <a:pt x="5365784" y="1245943"/>
                  </a:lnTo>
                  <a:lnTo>
                    <a:pt x="5365910" y="1245943"/>
                  </a:lnTo>
                  <a:lnTo>
                    <a:pt x="5366036" y="1245943"/>
                  </a:lnTo>
                  <a:lnTo>
                    <a:pt x="5366162" y="1245943"/>
                  </a:lnTo>
                  <a:lnTo>
                    <a:pt x="5366288" y="1245943"/>
                  </a:lnTo>
                  <a:lnTo>
                    <a:pt x="5366415" y="1245943"/>
                  </a:lnTo>
                  <a:lnTo>
                    <a:pt x="5366541" y="1245943"/>
                  </a:lnTo>
                  <a:lnTo>
                    <a:pt x="5366667" y="1245943"/>
                  </a:lnTo>
                  <a:lnTo>
                    <a:pt x="5366793" y="1245943"/>
                  </a:lnTo>
                  <a:lnTo>
                    <a:pt x="5366919" y="1245943"/>
                  </a:lnTo>
                  <a:lnTo>
                    <a:pt x="5367045" y="1245943"/>
                  </a:lnTo>
                  <a:lnTo>
                    <a:pt x="5367171" y="1245943"/>
                  </a:lnTo>
                  <a:lnTo>
                    <a:pt x="5367297" y="1245943"/>
                  </a:lnTo>
                  <a:lnTo>
                    <a:pt x="5367423" y="1245943"/>
                  </a:lnTo>
                  <a:lnTo>
                    <a:pt x="5367549" y="1245943"/>
                  </a:lnTo>
                  <a:lnTo>
                    <a:pt x="5367675" y="1245943"/>
                  </a:lnTo>
                  <a:lnTo>
                    <a:pt x="5367802" y="1245943"/>
                  </a:lnTo>
                  <a:lnTo>
                    <a:pt x="5367928" y="1245943"/>
                  </a:lnTo>
                  <a:lnTo>
                    <a:pt x="5368054" y="1245943"/>
                  </a:lnTo>
                  <a:lnTo>
                    <a:pt x="5368180" y="1245943"/>
                  </a:lnTo>
                  <a:lnTo>
                    <a:pt x="5368306" y="1245943"/>
                  </a:lnTo>
                  <a:lnTo>
                    <a:pt x="5368432" y="1245943"/>
                  </a:lnTo>
                  <a:lnTo>
                    <a:pt x="5368558" y="1245943"/>
                  </a:lnTo>
                  <a:lnTo>
                    <a:pt x="5368684" y="1245943"/>
                  </a:lnTo>
                  <a:lnTo>
                    <a:pt x="5368810" y="1245943"/>
                  </a:lnTo>
                  <a:lnTo>
                    <a:pt x="5368936" y="1245943"/>
                  </a:lnTo>
                  <a:lnTo>
                    <a:pt x="5369062" y="1245943"/>
                  </a:lnTo>
                  <a:lnTo>
                    <a:pt x="5369189" y="1245943"/>
                  </a:lnTo>
                  <a:lnTo>
                    <a:pt x="5369315" y="1245943"/>
                  </a:lnTo>
                  <a:lnTo>
                    <a:pt x="5369441" y="1245943"/>
                  </a:lnTo>
                  <a:lnTo>
                    <a:pt x="5369567" y="1245943"/>
                  </a:lnTo>
                  <a:lnTo>
                    <a:pt x="5369567" y="1240664"/>
                  </a:lnTo>
                  <a:lnTo>
                    <a:pt x="5369693" y="1240664"/>
                  </a:lnTo>
                  <a:lnTo>
                    <a:pt x="5369819" y="1240664"/>
                  </a:lnTo>
                  <a:lnTo>
                    <a:pt x="5369945" y="1240664"/>
                  </a:lnTo>
                  <a:lnTo>
                    <a:pt x="5370071" y="1240664"/>
                  </a:lnTo>
                  <a:lnTo>
                    <a:pt x="5370197" y="1240664"/>
                  </a:lnTo>
                  <a:lnTo>
                    <a:pt x="5370323" y="1240664"/>
                  </a:lnTo>
                  <a:lnTo>
                    <a:pt x="5370449" y="1240664"/>
                  </a:lnTo>
                  <a:lnTo>
                    <a:pt x="5370575" y="1240664"/>
                  </a:lnTo>
                  <a:lnTo>
                    <a:pt x="5370702" y="1240664"/>
                  </a:lnTo>
                  <a:lnTo>
                    <a:pt x="5370828" y="1240664"/>
                  </a:lnTo>
                  <a:lnTo>
                    <a:pt x="5370954" y="1240664"/>
                  </a:lnTo>
                  <a:lnTo>
                    <a:pt x="5371080" y="1240664"/>
                  </a:lnTo>
                  <a:lnTo>
                    <a:pt x="5371206" y="1240664"/>
                  </a:lnTo>
                  <a:lnTo>
                    <a:pt x="5371332" y="1240664"/>
                  </a:lnTo>
                  <a:lnTo>
                    <a:pt x="5371458" y="1240664"/>
                  </a:lnTo>
                  <a:lnTo>
                    <a:pt x="5371584" y="1240664"/>
                  </a:lnTo>
                  <a:lnTo>
                    <a:pt x="5371710" y="1240664"/>
                  </a:lnTo>
                  <a:lnTo>
                    <a:pt x="5371836" y="1240664"/>
                  </a:lnTo>
                  <a:lnTo>
                    <a:pt x="5371962" y="1240664"/>
                  </a:lnTo>
                  <a:lnTo>
                    <a:pt x="5372089" y="1240664"/>
                  </a:lnTo>
                  <a:lnTo>
                    <a:pt x="5372215" y="1240664"/>
                  </a:lnTo>
                  <a:lnTo>
                    <a:pt x="5372341" y="1240664"/>
                  </a:lnTo>
                  <a:lnTo>
                    <a:pt x="5372467" y="1240664"/>
                  </a:lnTo>
                  <a:lnTo>
                    <a:pt x="5372593" y="1240664"/>
                  </a:lnTo>
                  <a:lnTo>
                    <a:pt x="5372719" y="1240664"/>
                  </a:lnTo>
                  <a:lnTo>
                    <a:pt x="5372845" y="1240664"/>
                  </a:lnTo>
                  <a:lnTo>
                    <a:pt x="5372971" y="1240664"/>
                  </a:lnTo>
                  <a:lnTo>
                    <a:pt x="5373097" y="1240664"/>
                  </a:lnTo>
                  <a:lnTo>
                    <a:pt x="5373223" y="1240664"/>
                  </a:lnTo>
                  <a:lnTo>
                    <a:pt x="5373349" y="1240664"/>
                  </a:lnTo>
                  <a:lnTo>
                    <a:pt x="5373475" y="1240664"/>
                  </a:lnTo>
                  <a:lnTo>
                    <a:pt x="5373602" y="1240664"/>
                  </a:lnTo>
                  <a:lnTo>
                    <a:pt x="5373728" y="1240664"/>
                  </a:lnTo>
                  <a:lnTo>
                    <a:pt x="5373854" y="1240664"/>
                  </a:lnTo>
                  <a:lnTo>
                    <a:pt x="5373980" y="1240664"/>
                  </a:lnTo>
                  <a:lnTo>
                    <a:pt x="5374106" y="1240664"/>
                  </a:lnTo>
                  <a:lnTo>
                    <a:pt x="5374232" y="1240664"/>
                  </a:lnTo>
                  <a:lnTo>
                    <a:pt x="5374358" y="1240664"/>
                  </a:lnTo>
                  <a:lnTo>
                    <a:pt x="5374484" y="1240664"/>
                  </a:lnTo>
                  <a:lnTo>
                    <a:pt x="5374610" y="1240664"/>
                  </a:lnTo>
                  <a:lnTo>
                    <a:pt x="5374736" y="1240664"/>
                  </a:lnTo>
                  <a:lnTo>
                    <a:pt x="5374862" y="1240664"/>
                  </a:lnTo>
                  <a:lnTo>
                    <a:pt x="5374989" y="1240664"/>
                  </a:lnTo>
                  <a:lnTo>
                    <a:pt x="5375115" y="1240664"/>
                  </a:lnTo>
                  <a:lnTo>
                    <a:pt x="5375241" y="1240664"/>
                  </a:lnTo>
                  <a:lnTo>
                    <a:pt x="5375367" y="1240664"/>
                  </a:lnTo>
                  <a:lnTo>
                    <a:pt x="5375493" y="1240664"/>
                  </a:lnTo>
                  <a:lnTo>
                    <a:pt x="5375619" y="1240664"/>
                  </a:lnTo>
                  <a:lnTo>
                    <a:pt x="5375745" y="1240664"/>
                  </a:lnTo>
                  <a:lnTo>
                    <a:pt x="5375871" y="1240664"/>
                  </a:lnTo>
                  <a:lnTo>
                    <a:pt x="5375997" y="1240664"/>
                  </a:lnTo>
                  <a:lnTo>
                    <a:pt x="5376123" y="1240664"/>
                  </a:lnTo>
                  <a:lnTo>
                    <a:pt x="5376249" y="1240664"/>
                  </a:lnTo>
                  <a:lnTo>
                    <a:pt x="5376375" y="1240664"/>
                  </a:lnTo>
                  <a:lnTo>
                    <a:pt x="5376502" y="1240664"/>
                  </a:lnTo>
                  <a:lnTo>
                    <a:pt x="5376628" y="1240664"/>
                  </a:lnTo>
                  <a:lnTo>
                    <a:pt x="5376754" y="1240664"/>
                  </a:lnTo>
                  <a:lnTo>
                    <a:pt x="5376880" y="1240664"/>
                  </a:lnTo>
                  <a:lnTo>
                    <a:pt x="5377006" y="1240664"/>
                  </a:lnTo>
                  <a:lnTo>
                    <a:pt x="5377132" y="1240664"/>
                  </a:lnTo>
                  <a:lnTo>
                    <a:pt x="5377258" y="1240664"/>
                  </a:lnTo>
                  <a:lnTo>
                    <a:pt x="5377384" y="1240664"/>
                  </a:lnTo>
                  <a:lnTo>
                    <a:pt x="5377510" y="1240664"/>
                  </a:lnTo>
                  <a:lnTo>
                    <a:pt x="5377636" y="1240664"/>
                  </a:lnTo>
                  <a:lnTo>
                    <a:pt x="5377762" y="1240664"/>
                  </a:lnTo>
                  <a:lnTo>
                    <a:pt x="5377889" y="1240664"/>
                  </a:lnTo>
                  <a:lnTo>
                    <a:pt x="5378015" y="1240664"/>
                  </a:lnTo>
                  <a:lnTo>
                    <a:pt x="5378141" y="1240664"/>
                  </a:lnTo>
                  <a:lnTo>
                    <a:pt x="5378267" y="1240664"/>
                  </a:lnTo>
                  <a:lnTo>
                    <a:pt x="5378393" y="1240664"/>
                  </a:lnTo>
                  <a:lnTo>
                    <a:pt x="5378519" y="1240664"/>
                  </a:lnTo>
                  <a:lnTo>
                    <a:pt x="5378645" y="1240664"/>
                  </a:lnTo>
                  <a:lnTo>
                    <a:pt x="5378771" y="1240664"/>
                  </a:lnTo>
                  <a:lnTo>
                    <a:pt x="5378897" y="1240664"/>
                  </a:lnTo>
                  <a:lnTo>
                    <a:pt x="5379023" y="1240664"/>
                  </a:lnTo>
                  <a:lnTo>
                    <a:pt x="5379149" y="1240664"/>
                  </a:lnTo>
                  <a:lnTo>
                    <a:pt x="5379276" y="1240664"/>
                  </a:lnTo>
                  <a:lnTo>
                    <a:pt x="5379402" y="1240664"/>
                  </a:lnTo>
                  <a:lnTo>
                    <a:pt x="5379528" y="1240664"/>
                  </a:lnTo>
                  <a:lnTo>
                    <a:pt x="5379654" y="1240664"/>
                  </a:lnTo>
                  <a:lnTo>
                    <a:pt x="5379780" y="1240664"/>
                  </a:lnTo>
                  <a:lnTo>
                    <a:pt x="5379906" y="1240664"/>
                  </a:lnTo>
                  <a:lnTo>
                    <a:pt x="5380032" y="1240664"/>
                  </a:lnTo>
                  <a:lnTo>
                    <a:pt x="5380158" y="1240664"/>
                  </a:lnTo>
                  <a:lnTo>
                    <a:pt x="5380284" y="1240664"/>
                  </a:lnTo>
                  <a:lnTo>
                    <a:pt x="5380410" y="1240664"/>
                  </a:lnTo>
                  <a:lnTo>
                    <a:pt x="5380536" y="1240664"/>
                  </a:lnTo>
                  <a:lnTo>
                    <a:pt x="5380662" y="1240664"/>
                  </a:lnTo>
                  <a:lnTo>
                    <a:pt x="5380789" y="1240664"/>
                  </a:lnTo>
                  <a:lnTo>
                    <a:pt x="5380789" y="1235384"/>
                  </a:lnTo>
                  <a:lnTo>
                    <a:pt x="5380915" y="1235384"/>
                  </a:lnTo>
                  <a:lnTo>
                    <a:pt x="5381041" y="1235384"/>
                  </a:lnTo>
                  <a:lnTo>
                    <a:pt x="5381167" y="1235384"/>
                  </a:lnTo>
                  <a:lnTo>
                    <a:pt x="5381293" y="1235384"/>
                  </a:lnTo>
                  <a:lnTo>
                    <a:pt x="5381419" y="1235384"/>
                  </a:lnTo>
                  <a:lnTo>
                    <a:pt x="5381545" y="1235384"/>
                  </a:lnTo>
                  <a:lnTo>
                    <a:pt x="5381671" y="1235384"/>
                  </a:lnTo>
                  <a:lnTo>
                    <a:pt x="5381797" y="1235384"/>
                  </a:lnTo>
                  <a:lnTo>
                    <a:pt x="5381923" y="1235384"/>
                  </a:lnTo>
                  <a:lnTo>
                    <a:pt x="5382049" y="1235384"/>
                  </a:lnTo>
                  <a:lnTo>
                    <a:pt x="5382176" y="1235384"/>
                  </a:lnTo>
                  <a:lnTo>
                    <a:pt x="5382302" y="1235384"/>
                  </a:lnTo>
                  <a:lnTo>
                    <a:pt x="5382428" y="1235384"/>
                  </a:lnTo>
                  <a:lnTo>
                    <a:pt x="5382554" y="1235384"/>
                  </a:lnTo>
                  <a:lnTo>
                    <a:pt x="5382680" y="1235384"/>
                  </a:lnTo>
                  <a:lnTo>
                    <a:pt x="5382806" y="1235384"/>
                  </a:lnTo>
                  <a:lnTo>
                    <a:pt x="5382932" y="1235384"/>
                  </a:lnTo>
                  <a:lnTo>
                    <a:pt x="5383058" y="1235384"/>
                  </a:lnTo>
                  <a:lnTo>
                    <a:pt x="5383184" y="1235384"/>
                  </a:lnTo>
                  <a:lnTo>
                    <a:pt x="5383310" y="1235384"/>
                  </a:lnTo>
                  <a:lnTo>
                    <a:pt x="5383436" y="1235384"/>
                  </a:lnTo>
                  <a:lnTo>
                    <a:pt x="5383562" y="1235384"/>
                  </a:lnTo>
                  <a:lnTo>
                    <a:pt x="5383689" y="1235384"/>
                  </a:lnTo>
                  <a:lnTo>
                    <a:pt x="5383815" y="1235384"/>
                  </a:lnTo>
                  <a:lnTo>
                    <a:pt x="5383941" y="1235384"/>
                  </a:lnTo>
                  <a:lnTo>
                    <a:pt x="5384067" y="1235384"/>
                  </a:lnTo>
                  <a:lnTo>
                    <a:pt x="5384193" y="1235384"/>
                  </a:lnTo>
                  <a:lnTo>
                    <a:pt x="5384319" y="1235384"/>
                  </a:lnTo>
                  <a:lnTo>
                    <a:pt x="5384445" y="1235384"/>
                  </a:lnTo>
                  <a:lnTo>
                    <a:pt x="5384571" y="1235384"/>
                  </a:lnTo>
                  <a:lnTo>
                    <a:pt x="5384697" y="1235384"/>
                  </a:lnTo>
                  <a:lnTo>
                    <a:pt x="5384823" y="1235384"/>
                  </a:lnTo>
                  <a:lnTo>
                    <a:pt x="5384949" y="1235384"/>
                  </a:lnTo>
                  <a:lnTo>
                    <a:pt x="5385076" y="1235384"/>
                  </a:lnTo>
                  <a:lnTo>
                    <a:pt x="5385202" y="1235384"/>
                  </a:lnTo>
                  <a:lnTo>
                    <a:pt x="5385328" y="1235384"/>
                  </a:lnTo>
                  <a:lnTo>
                    <a:pt x="5385454" y="1235384"/>
                  </a:lnTo>
                  <a:lnTo>
                    <a:pt x="5385580" y="1235384"/>
                  </a:lnTo>
                  <a:lnTo>
                    <a:pt x="5385706" y="1235384"/>
                  </a:lnTo>
                  <a:lnTo>
                    <a:pt x="5385832" y="1235384"/>
                  </a:lnTo>
                  <a:lnTo>
                    <a:pt x="5385958" y="1235384"/>
                  </a:lnTo>
                  <a:lnTo>
                    <a:pt x="5386084" y="1235384"/>
                  </a:lnTo>
                  <a:lnTo>
                    <a:pt x="5386210" y="1235384"/>
                  </a:lnTo>
                  <a:lnTo>
                    <a:pt x="5386336" y="1235384"/>
                  </a:lnTo>
                  <a:lnTo>
                    <a:pt x="5386463" y="1235384"/>
                  </a:lnTo>
                  <a:lnTo>
                    <a:pt x="5386589" y="1235384"/>
                  </a:lnTo>
                  <a:lnTo>
                    <a:pt x="5386715" y="1235384"/>
                  </a:lnTo>
                  <a:lnTo>
                    <a:pt x="5386841" y="1235384"/>
                  </a:lnTo>
                  <a:lnTo>
                    <a:pt x="5386967" y="1235384"/>
                  </a:lnTo>
                  <a:lnTo>
                    <a:pt x="5387093" y="1235384"/>
                  </a:lnTo>
                  <a:lnTo>
                    <a:pt x="5387219" y="1235384"/>
                  </a:lnTo>
                  <a:lnTo>
                    <a:pt x="5387345" y="1235384"/>
                  </a:lnTo>
                  <a:lnTo>
                    <a:pt x="5387471" y="1235384"/>
                  </a:lnTo>
                  <a:lnTo>
                    <a:pt x="5387471" y="1230105"/>
                  </a:lnTo>
                  <a:lnTo>
                    <a:pt x="5387597" y="1230105"/>
                  </a:lnTo>
                  <a:lnTo>
                    <a:pt x="5387723" y="1230105"/>
                  </a:lnTo>
                  <a:lnTo>
                    <a:pt x="5387849" y="1230105"/>
                  </a:lnTo>
                  <a:lnTo>
                    <a:pt x="5387976" y="1230105"/>
                  </a:lnTo>
                  <a:lnTo>
                    <a:pt x="5388102" y="1230105"/>
                  </a:lnTo>
                  <a:lnTo>
                    <a:pt x="5388228" y="1230105"/>
                  </a:lnTo>
                  <a:lnTo>
                    <a:pt x="5388354" y="1230105"/>
                  </a:lnTo>
                  <a:lnTo>
                    <a:pt x="5388480" y="1230105"/>
                  </a:lnTo>
                  <a:lnTo>
                    <a:pt x="5388480" y="1224825"/>
                  </a:lnTo>
                  <a:lnTo>
                    <a:pt x="5388606" y="1224825"/>
                  </a:lnTo>
                  <a:lnTo>
                    <a:pt x="5388732" y="1224825"/>
                  </a:lnTo>
                  <a:lnTo>
                    <a:pt x="5388858" y="1224825"/>
                  </a:lnTo>
                  <a:lnTo>
                    <a:pt x="5388984" y="1224825"/>
                  </a:lnTo>
                  <a:lnTo>
                    <a:pt x="5389110" y="1224825"/>
                  </a:lnTo>
                  <a:lnTo>
                    <a:pt x="5389236" y="1224825"/>
                  </a:lnTo>
                  <a:lnTo>
                    <a:pt x="5389363" y="1224825"/>
                  </a:lnTo>
                  <a:lnTo>
                    <a:pt x="5389489" y="1224825"/>
                  </a:lnTo>
                  <a:lnTo>
                    <a:pt x="5389615" y="1224825"/>
                  </a:lnTo>
                  <a:lnTo>
                    <a:pt x="5389741" y="1224825"/>
                  </a:lnTo>
                  <a:lnTo>
                    <a:pt x="5389867" y="1224825"/>
                  </a:lnTo>
                  <a:lnTo>
                    <a:pt x="5389993" y="1224825"/>
                  </a:lnTo>
                  <a:lnTo>
                    <a:pt x="5390119" y="1224825"/>
                  </a:lnTo>
                  <a:lnTo>
                    <a:pt x="5390245" y="1224825"/>
                  </a:lnTo>
                  <a:lnTo>
                    <a:pt x="5390371" y="1224825"/>
                  </a:lnTo>
                  <a:lnTo>
                    <a:pt x="5390497" y="1224825"/>
                  </a:lnTo>
                  <a:lnTo>
                    <a:pt x="5390623" y="1224825"/>
                  </a:lnTo>
                  <a:lnTo>
                    <a:pt x="5390749" y="1224825"/>
                  </a:lnTo>
                  <a:lnTo>
                    <a:pt x="5390876" y="1224825"/>
                  </a:lnTo>
                  <a:lnTo>
                    <a:pt x="5391002" y="1224825"/>
                  </a:lnTo>
                  <a:lnTo>
                    <a:pt x="5391128" y="1224825"/>
                  </a:lnTo>
                  <a:lnTo>
                    <a:pt x="5391254" y="1224825"/>
                  </a:lnTo>
                  <a:lnTo>
                    <a:pt x="5391380" y="1224825"/>
                  </a:lnTo>
                  <a:lnTo>
                    <a:pt x="5391506" y="1224825"/>
                  </a:lnTo>
                  <a:lnTo>
                    <a:pt x="5391632" y="1224825"/>
                  </a:lnTo>
                  <a:lnTo>
                    <a:pt x="5391758" y="1224825"/>
                  </a:lnTo>
                  <a:lnTo>
                    <a:pt x="5391884" y="1224825"/>
                  </a:lnTo>
                  <a:lnTo>
                    <a:pt x="5392010" y="1224825"/>
                  </a:lnTo>
                  <a:lnTo>
                    <a:pt x="5392010" y="1219546"/>
                  </a:lnTo>
                  <a:lnTo>
                    <a:pt x="5392136" y="1219546"/>
                  </a:lnTo>
                  <a:lnTo>
                    <a:pt x="5392263" y="1219546"/>
                  </a:lnTo>
                  <a:lnTo>
                    <a:pt x="5392389" y="1219546"/>
                  </a:lnTo>
                  <a:lnTo>
                    <a:pt x="5392515" y="1219546"/>
                  </a:lnTo>
                  <a:lnTo>
                    <a:pt x="5392641" y="1219546"/>
                  </a:lnTo>
                  <a:lnTo>
                    <a:pt x="5392767" y="1219546"/>
                  </a:lnTo>
                  <a:lnTo>
                    <a:pt x="5392893" y="1219546"/>
                  </a:lnTo>
                  <a:lnTo>
                    <a:pt x="5393019" y="1219546"/>
                  </a:lnTo>
                  <a:lnTo>
                    <a:pt x="5393145" y="1219546"/>
                  </a:lnTo>
                  <a:lnTo>
                    <a:pt x="5393271" y="1219546"/>
                  </a:lnTo>
                  <a:lnTo>
                    <a:pt x="5393397" y="1219546"/>
                  </a:lnTo>
                  <a:lnTo>
                    <a:pt x="5393523" y="1219546"/>
                  </a:lnTo>
                  <a:lnTo>
                    <a:pt x="5393650" y="1219546"/>
                  </a:lnTo>
                  <a:lnTo>
                    <a:pt x="5393776" y="1219546"/>
                  </a:lnTo>
                  <a:lnTo>
                    <a:pt x="5393902" y="1219546"/>
                  </a:lnTo>
                  <a:lnTo>
                    <a:pt x="5394028" y="1219546"/>
                  </a:lnTo>
                  <a:lnTo>
                    <a:pt x="5394028" y="1214266"/>
                  </a:lnTo>
                  <a:lnTo>
                    <a:pt x="5394154" y="1214266"/>
                  </a:lnTo>
                  <a:lnTo>
                    <a:pt x="5394280" y="1214266"/>
                  </a:lnTo>
                  <a:lnTo>
                    <a:pt x="5394406" y="1214266"/>
                  </a:lnTo>
                  <a:lnTo>
                    <a:pt x="5394532" y="1214266"/>
                  </a:lnTo>
                  <a:lnTo>
                    <a:pt x="5394658" y="1214266"/>
                  </a:lnTo>
                  <a:lnTo>
                    <a:pt x="5394784" y="1214266"/>
                  </a:lnTo>
                  <a:lnTo>
                    <a:pt x="5394910" y="1214266"/>
                  </a:lnTo>
                  <a:lnTo>
                    <a:pt x="5395036" y="1214266"/>
                  </a:lnTo>
                  <a:lnTo>
                    <a:pt x="5395163" y="1214266"/>
                  </a:lnTo>
                  <a:lnTo>
                    <a:pt x="5395289" y="1214266"/>
                  </a:lnTo>
                  <a:lnTo>
                    <a:pt x="5395415" y="1214266"/>
                  </a:lnTo>
                  <a:lnTo>
                    <a:pt x="5395541" y="1214266"/>
                  </a:lnTo>
                  <a:lnTo>
                    <a:pt x="5395667" y="1214266"/>
                  </a:lnTo>
                  <a:lnTo>
                    <a:pt x="5395793" y="1214266"/>
                  </a:lnTo>
                  <a:lnTo>
                    <a:pt x="5395919" y="1214266"/>
                  </a:lnTo>
                  <a:lnTo>
                    <a:pt x="5396045" y="1214266"/>
                  </a:lnTo>
                  <a:lnTo>
                    <a:pt x="5396171" y="1214266"/>
                  </a:lnTo>
                  <a:lnTo>
                    <a:pt x="5396297" y="1214266"/>
                  </a:lnTo>
                  <a:lnTo>
                    <a:pt x="5396423" y="1214266"/>
                  </a:lnTo>
                  <a:lnTo>
                    <a:pt x="5396550" y="1214266"/>
                  </a:lnTo>
                  <a:lnTo>
                    <a:pt x="5396676" y="1214266"/>
                  </a:lnTo>
                  <a:lnTo>
                    <a:pt x="5396802" y="1214266"/>
                  </a:lnTo>
                  <a:lnTo>
                    <a:pt x="5396928" y="1214266"/>
                  </a:lnTo>
                  <a:lnTo>
                    <a:pt x="5397054" y="1214266"/>
                  </a:lnTo>
                  <a:lnTo>
                    <a:pt x="5397180" y="1214266"/>
                  </a:lnTo>
                  <a:lnTo>
                    <a:pt x="5397306" y="1214266"/>
                  </a:lnTo>
                  <a:lnTo>
                    <a:pt x="5397432" y="1214266"/>
                  </a:lnTo>
                  <a:lnTo>
                    <a:pt x="5397558" y="1214266"/>
                  </a:lnTo>
                  <a:lnTo>
                    <a:pt x="5397684" y="1214266"/>
                  </a:lnTo>
                  <a:lnTo>
                    <a:pt x="5397810" y="1214266"/>
                  </a:lnTo>
                  <a:lnTo>
                    <a:pt x="5397936" y="1214266"/>
                  </a:lnTo>
                  <a:lnTo>
                    <a:pt x="5398063" y="1214266"/>
                  </a:lnTo>
                  <a:lnTo>
                    <a:pt x="5398189" y="1214266"/>
                  </a:lnTo>
                  <a:lnTo>
                    <a:pt x="5398315" y="1214266"/>
                  </a:lnTo>
                  <a:lnTo>
                    <a:pt x="5398315" y="1208987"/>
                  </a:lnTo>
                  <a:lnTo>
                    <a:pt x="5398441" y="1208987"/>
                  </a:lnTo>
                  <a:lnTo>
                    <a:pt x="5398567" y="1208987"/>
                  </a:lnTo>
                  <a:lnTo>
                    <a:pt x="5398693" y="1208987"/>
                  </a:lnTo>
                  <a:lnTo>
                    <a:pt x="5398819" y="1208987"/>
                  </a:lnTo>
                  <a:lnTo>
                    <a:pt x="5398945" y="1208987"/>
                  </a:lnTo>
                  <a:lnTo>
                    <a:pt x="5399071" y="1208987"/>
                  </a:lnTo>
                  <a:lnTo>
                    <a:pt x="5399197" y="1208987"/>
                  </a:lnTo>
                  <a:lnTo>
                    <a:pt x="5399323" y="1208987"/>
                  </a:lnTo>
                  <a:lnTo>
                    <a:pt x="5399450" y="1208987"/>
                  </a:lnTo>
                  <a:lnTo>
                    <a:pt x="5399576" y="1208987"/>
                  </a:lnTo>
                  <a:lnTo>
                    <a:pt x="5399702" y="1208987"/>
                  </a:lnTo>
                  <a:lnTo>
                    <a:pt x="5399828" y="1208987"/>
                  </a:lnTo>
                  <a:lnTo>
                    <a:pt x="5399954" y="1208987"/>
                  </a:lnTo>
                  <a:lnTo>
                    <a:pt x="5400080" y="1208987"/>
                  </a:lnTo>
                  <a:lnTo>
                    <a:pt x="5400206" y="1208987"/>
                  </a:lnTo>
                  <a:lnTo>
                    <a:pt x="5400332" y="1208987"/>
                  </a:lnTo>
                  <a:lnTo>
                    <a:pt x="5400458" y="1208987"/>
                  </a:lnTo>
                  <a:lnTo>
                    <a:pt x="5400584" y="1208987"/>
                  </a:lnTo>
                  <a:lnTo>
                    <a:pt x="5400584" y="1203708"/>
                  </a:lnTo>
                  <a:lnTo>
                    <a:pt x="5400710" y="1203708"/>
                  </a:lnTo>
                  <a:lnTo>
                    <a:pt x="5400836" y="1203708"/>
                  </a:lnTo>
                  <a:lnTo>
                    <a:pt x="5400963" y="1203708"/>
                  </a:lnTo>
                  <a:lnTo>
                    <a:pt x="5401089" y="1203708"/>
                  </a:lnTo>
                  <a:lnTo>
                    <a:pt x="5401215" y="1203708"/>
                  </a:lnTo>
                  <a:lnTo>
                    <a:pt x="5401341" y="1203708"/>
                  </a:lnTo>
                  <a:lnTo>
                    <a:pt x="5401467" y="1203708"/>
                  </a:lnTo>
                  <a:lnTo>
                    <a:pt x="5401593" y="1203708"/>
                  </a:lnTo>
                  <a:lnTo>
                    <a:pt x="5401719" y="1203708"/>
                  </a:lnTo>
                  <a:lnTo>
                    <a:pt x="5401845" y="1203708"/>
                  </a:lnTo>
                  <a:lnTo>
                    <a:pt x="5401971" y="1203708"/>
                  </a:lnTo>
                  <a:lnTo>
                    <a:pt x="5402097" y="1203708"/>
                  </a:lnTo>
                  <a:lnTo>
                    <a:pt x="5402223" y="1203708"/>
                  </a:lnTo>
                  <a:lnTo>
                    <a:pt x="5402350" y="1203708"/>
                  </a:lnTo>
                  <a:lnTo>
                    <a:pt x="5402476" y="1203708"/>
                  </a:lnTo>
                  <a:lnTo>
                    <a:pt x="5402602" y="1203708"/>
                  </a:lnTo>
                  <a:lnTo>
                    <a:pt x="5402728" y="1203708"/>
                  </a:lnTo>
                  <a:lnTo>
                    <a:pt x="5402854" y="1203708"/>
                  </a:lnTo>
                  <a:lnTo>
                    <a:pt x="5402980" y="1203708"/>
                  </a:lnTo>
                  <a:lnTo>
                    <a:pt x="5403106" y="1203708"/>
                  </a:lnTo>
                  <a:lnTo>
                    <a:pt x="5403232" y="1203708"/>
                  </a:lnTo>
                  <a:lnTo>
                    <a:pt x="5403358" y="1203708"/>
                  </a:lnTo>
                  <a:lnTo>
                    <a:pt x="5403484" y="1203708"/>
                  </a:lnTo>
                  <a:lnTo>
                    <a:pt x="5403610" y="1203708"/>
                  </a:lnTo>
                  <a:lnTo>
                    <a:pt x="5403737" y="1203708"/>
                  </a:lnTo>
                  <a:lnTo>
                    <a:pt x="5403863" y="1203708"/>
                  </a:lnTo>
                  <a:lnTo>
                    <a:pt x="5403989" y="1203708"/>
                  </a:lnTo>
                  <a:lnTo>
                    <a:pt x="5404115" y="1203708"/>
                  </a:lnTo>
                  <a:lnTo>
                    <a:pt x="5404241" y="1203708"/>
                  </a:lnTo>
                  <a:lnTo>
                    <a:pt x="5404367" y="1203708"/>
                  </a:lnTo>
                  <a:lnTo>
                    <a:pt x="5404493" y="1203708"/>
                  </a:lnTo>
                  <a:lnTo>
                    <a:pt x="5404619" y="1203708"/>
                  </a:lnTo>
                  <a:lnTo>
                    <a:pt x="5404745" y="1203708"/>
                  </a:lnTo>
                  <a:lnTo>
                    <a:pt x="5404871" y="1203708"/>
                  </a:lnTo>
                  <a:lnTo>
                    <a:pt x="5404997" y="1203708"/>
                  </a:lnTo>
                  <a:lnTo>
                    <a:pt x="5405123" y="1203708"/>
                  </a:lnTo>
                  <a:lnTo>
                    <a:pt x="5405250" y="1203708"/>
                  </a:lnTo>
                  <a:lnTo>
                    <a:pt x="5405376" y="1203708"/>
                  </a:lnTo>
                  <a:lnTo>
                    <a:pt x="5405502" y="1203708"/>
                  </a:lnTo>
                  <a:lnTo>
                    <a:pt x="5405628" y="1203708"/>
                  </a:lnTo>
                  <a:lnTo>
                    <a:pt x="5405754" y="1203708"/>
                  </a:lnTo>
                  <a:lnTo>
                    <a:pt x="5405880" y="1203708"/>
                  </a:lnTo>
                  <a:lnTo>
                    <a:pt x="5406006" y="1203708"/>
                  </a:lnTo>
                  <a:lnTo>
                    <a:pt x="5406132" y="1203708"/>
                  </a:lnTo>
                  <a:lnTo>
                    <a:pt x="5406258" y="1203708"/>
                  </a:lnTo>
                  <a:lnTo>
                    <a:pt x="5406384" y="1203708"/>
                  </a:lnTo>
                  <a:lnTo>
                    <a:pt x="5406510" y="1203708"/>
                  </a:lnTo>
                  <a:lnTo>
                    <a:pt x="5406637" y="1203708"/>
                  </a:lnTo>
                  <a:lnTo>
                    <a:pt x="5406763" y="1203708"/>
                  </a:lnTo>
                  <a:lnTo>
                    <a:pt x="5406889" y="1203708"/>
                  </a:lnTo>
                  <a:lnTo>
                    <a:pt x="5407015" y="1203708"/>
                  </a:lnTo>
                  <a:lnTo>
                    <a:pt x="5407141" y="1203708"/>
                  </a:lnTo>
                  <a:lnTo>
                    <a:pt x="5407267" y="1203708"/>
                  </a:lnTo>
                  <a:lnTo>
                    <a:pt x="5407393" y="1203708"/>
                  </a:lnTo>
                  <a:lnTo>
                    <a:pt x="5407519" y="1203708"/>
                  </a:lnTo>
                  <a:lnTo>
                    <a:pt x="5407645" y="1203708"/>
                  </a:lnTo>
                  <a:lnTo>
                    <a:pt x="5407771" y="1203708"/>
                  </a:lnTo>
                  <a:lnTo>
                    <a:pt x="5407897" y="1203708"/>
                  </a:lnTo>
                  <a:lnTo>
                    <a:pt x="5408023" y="1203708"/>
                  </a:lnTo>
                  <a:lnTo>
                    <a:pt x="5408150" y="1203708"/>
                  </a:lnTo>
                  <a:lnTo>
                    <a:pt x="5408276" y="1203708"/>
                  </a:lnTo>
                  <a:lnTo>
                    <a:pt x="5408402" y="1203708"/>
                  </a:lnTo>
                  <a:lnTo>
                    <a:pt x="5408528" y="1203708"/>
                  </a:lnTo>
                  <a:lnTo>
                    <a:pt x="5408654" y="1203708"/>
                  </a:lnTo>
                  <a:lnTo>
                    <a:pt x="5408780" y="1203708"/>
                  </a:lnTo>
                  <a:lnTo>
                    <a:pt x="5408906" y="1203708"/>
                  </a:lnTo>
                  <a:lnTo>
                    <a:pt x="5409032" y="1203708"/>
                  </a:lnTo>
                  <a:lnTo>
                    <a:pt x="5409158" y="1203708"/>
                  </a:lnTo>
                  <a:lnTo>
                    <a:pt x="5409284" y="1203708"/>
                  </a:lnTo>
                  <a:lnTo>
                    <a:pt x="5409410" y="1203708"/>
                  </a:lnTo>
                  <a:lnTo>
                    <a:pt x="5409537" y="1203708"/>
                  </a:lnTo>
                  <a:lnTo>
                    <a:pt x="5409663" y="1203708"/>
                  </a:lnTo>
                  <a:lnTo>
                    <a:pt x="5409789" y="1203708"/>
                  </a:lnTo>
                  <a:lnTo>
                    <a:pt x="5409915" y="1203708"/>
                  </a:lnTo>
                  <a:lnTo>
                    <a:pt x="5410041" y="1203708"/>
                  </a:lnTo>
                  <a:lnTo>
                    <a:pt x="5410167" y="1203708"/>
                  </a:lnTo>
                  <a:lnTo>
                    <a:pt x="5410293" y="1203708"/>
                  </a:lnTo>
                  <a:lnTo>
                    <a:pt x="5410419" y="1203708"/>
                  </a:lnTo>
                  <a:lnTo>
                    <a:pt x="5410545" y="1203708"/>
                  </a:lnTo>
                  <a:lnTo>
                    <a:pt x="5410545" y="1198428"/>
                  </a:lnTo>
                  <a:lnTo>
                    <a:pt x="5410671" y="1198428"/>
                  </a:lnTo>
                  <a:lnTo>
                    <a:pt x="5410797" y="1198428"/>
                  </a:lnTo>
                  <a:lnTo>
                    <a:pt x="5410924" y="1198428"/>
                  </a:lnTo>
                  <a:lnTo>
                    <a:pt x="5411050" y="1198428"/>
                  </a:lnTo>
                  <a:lnTo>
                    <a:pt x="5411176" y="1198428"/>
                  </a:lnTo>
                  <a:lnTo>
                    <a:pt x="5411302" y="1198428"/>
                  </a:lnTo>
                  <a:lnTo>
                    <a:pt x="5411428" y="1198428"/>
                  </a:lnTo>
                  <a:lnTo>
                    <a:pt x="5411554" y="1198428"/>
                  </a:lnTo>
                  <a:lnTo>
                    <a:pt x="5411680" y="1198428"/>
                  </a:lnTo>
                  <a:lnTo>
                    <a:pt x="5411806" y="1198428"/>
                  </a:lnTo>
                  <a:lnTo>
                    <a:pt x="5411932" y="1198428"/>
                  </a:lnTo>
                  <a:lnTo>
                    <a:pt x="5412058" y="1198428"/>
                  </a:lnTo>
                  <a:lnTo>
                    <a:pt x="5412184" y="1198428"/>
                  </a:lnTo>
                  <a:lnTo>
                    <a:pt x="5412310" y="1198428"/>
                  </a:lnTo>
                  <a:lnTo>
                    <a:pt x="5412437" y="1198428"/>
                  </a:lnTo>
                  <a:lnTo>
                    <a:pt x="5412563" y="1198428"/>
                  </a:lnTo>
                  <a:lnTo>
                    <a:pt x="5412689" y="1198428"/>
                  </a:lnTo>
                  <a:lnTo>
                    <a:pt x="5412815" y="1198428"/>
                  </a:lnTo>
                  <a:lnTo>
                    <a:pt x="5412941" y="1198428"/>
                  </a:lnTo>
                  <a:lnTo>
                    <a:pt x="5413067" y="1198428"/>
                  </a:lnTo>
                  <a:lnTo>
                    <a:pt x="5413193" y="1198428"/>
                  </a:lnTo>
                  <a:lnTo>
                    <a:pt x="5413319" y="1198428"/>
                  </a:lnTo>
                  <a:lnTo>
                    <a:pt x="5413445" y="1198428"/>
                  </a:lnTo>
                  <a:lnTo>
                    <a:pt x="5413571" y="1198428"/>
                  </a:lnTo>
                  <a:lnTo>
                    <a:pt x="5413697" y="1198428"/>
                  </a:lnTo>
                  <a:lnTo>
                    <a:pt x="5413824" y="1198428"/>
                  </a:lnTo>
                  <a:lnTo>
                    <a:pt x="5413950" y="1198428"/>
                  </a:lnTo>
                  <a:lnTo>
                    <a:pt x="5414076" y="1198428"/>
                  </a:lnTo>
                  <a:lnTo>
                    <a:pt x="5414202" y="1198428"/>
                  </a:lnTo>
                  <a:lnTo>
                    <a:pt x="5414328" y="1198428"/>
                  </a:lnTo>
                  <a:lnTo>
                    <a:pt x="5414454" y="1198428"/>
                  </a:lnTo>
                  <a:lnTo>
                    <a:pt x="5414580" y="1198428"/>
                  </a:lnTo>
                  <a:lnTo>
                    <a:pt x="5414706" y="1198428"/>
                  </a:lnTo>
                  <a:lnTo>
                    <a:pt x="5414832" y="1198428"/>
                  </a:lnTo>
                  <a:lnTo>
                    <a:pt x="5414958" y="1198428"/>
                  </a:lnTo>
                  <a:lnTo>
                    <a:pt x="5415084" y="1198428"/>
                  </a:lnTo>
                  <a:lnTo>
                    <a:pt x="5415084" y="1193149"/>
                  </a:lnTo>
                  <a:lnTo>
                    <a:pt x="5415210" y="1193149"/>
                  </a:lnTo>
                  <a:lnTo>
                    <a:pt x="5415337" y="1193149"/>
                  </a:lnTo>
                  <a:lnTo>
                    <a:pt x="5415463" y="1193149"/>
                  </a:lnTo>
                  <a:lnTo>
                    <a:pt x="5415589" y="1193149"/>
                  </a:lnTo>
                  <a:lnTo>
                    <a:pt x="5415715" y="1193149"/>
                  </a:lnTo>
                  <a:lnTo>
                    <a:pt x="5415841" y="1193149"/>
                  </a:lnTo>
                  <a:lnTo>
                    <a:pt x="5415967" y="1193149"/>
                  </a:lnTo>
                  <a:lnTo>
                    <a:pt x="5416093" y="1193149"/>
                  </a:lnTo>
                  <a:lnTo>
                    <a:pt x="5416219" y="1193149"/>
                  </a:lnTo>
                  <a:lnTo>
                    <a:pt x="5416345" y="1193149"/>
                  </a:lnTo>
                  <a:lnTo>
                    <a:pt x="5416471" y="1193149"/>
                  </a:lnTo>
                  <a:lnTo>
                    <a:pt x="5416597" y="1193149"/>
                  </a:lnTo>
                  <a:lnTo>
                    <a:pt x="5416724" y="1193149"/>
                  </a:lnTo>
                  <a:lnTo>
                    <a:pt x="5416850" y="1193149"/>
                  </a:lnTo>
                  <a:lnTo>
                    <a:pt x="5416850" y="1187869"/>
                  </a:lnTo>
                  <a:lnTo>
                    <a:pt x="5416976" y="1187869"/>
                  </a:lnTo>
                  <a:lnTo>
                    <a:pt x="5417102" y="1187869"/>
                  </a:lnTo>
                  <a:lnTo>
                    <a:pt x="5417228" y="1187869"/>
                  </a:lnTo>
                  <a:lnTo>
                    <a:pt x="5417354" y="1187869"/>
                  </a:lnTo>
                  <a:lnTo>
                    <a:pt x="5417480" y="1187869"/>
                  </a:lnTo>
                  <a:lnTo>
                    <a:pt x="5417606" y="1187869"/>
                  </a:lnTo>
                  <a:lnTo>
                    <a:pt x="5417732" y="1187869"/>
                  </a:lnTo>
                  <a:lnTo>
                    <a:pt x="5417858" y="1187869"/>
                  </a:lnTo>
                  <a:lnTo>
                    <a:pt x="5417984" y="1187869"/>
                  </a:lnTo>
                  <a:lnTo>
                    <a:pt x="5418110" y="1187869"/>
                  </a:lnTo>
                  <a:lnTo>
                    <a:pt x="5418237" y="1187869"/>
                  </a:lnTo>
                  <a:lnTo>
                    <a:pt x="5418363" y="1187869"/>
                  </a:lnTo>
                  <a:lnTo>
                    <a:pt x="5418489" y="1187869"/>
                  </a:lnTo>
                  <a:lnTo>
                    <a:pt x="5418615" y="1187869"/>
                  </a:lnTo>
                  <a:lnTo>
                    <a:pt x="5418741" y="1187869"/>
                  </a:lnTo>
                  <a:lnTo>
                    <a:pt x="5418867" y="1187869"/>
                  </a:lnTo>
                  <a:lnTo>
                    <a:pt x="5418993" y="1187869"/>
                  </a:lnTo>
                  <a:lnTo>
                    <a:pt x="5419119" y="1187869"/>
                  </a:lnTo>
                  <a:lnTo>
                    <a:pt x="5419245" y="1187869"/>
                  </a:lnTo>
                  <a:lnTo>
                    <a:pt x="5419371" y="1187869"/>
                  </a:lnTo>
                  <a:lnTo>
                    <a:pt x="5419497" y="1187869"/>
                  </a:lnTo>
                  <a:lnTo>
                    <a:pt x="5419624" y="1187869"/>
                  </a:lnTo>
                  <a:lnTo>
                    <a:pt x="5419750" y="1187869"/>
                  </a:lnTo>
                  <a:lnTo>
                    <a:pt x="5419876" y="1187869"/>
                  </a:lnTo>
                  <a:lnTo>
                    <a:pt x="5420002" y="1187869"/>
                  </a:lnTo>
                  <a:lnTo>
                    <a:pt x="5420002" y="1182590"/>
                  </a:lnTo>
                  <a:lnTo>
                    <a:pt x="5420128" y="1182590"/>
                  </a:lnTo>
                  <a:lnTo>
                    <a:pt x="5420254" y="1182590"/>
                  </a:lnTo>
                  <a:lnTo>
                    <a:pt x="5420254" y="1177310"/>
                  </a:lnTo>
                  <a:lnTo>
                    <a:pt x="5420380" y="1177310"/>
                  </a:lnTo>
                  <a:lnTo>
                    <a:pt x="5420506" y="1177310"/>
                  </a:lnTo>
                  <a:lnTo>
                    <a:pt x="5420632" y="1177310"/>
                  </a:lnTo>
                  <a:lnTo>
                    <a:pt x="5420758" y="1177310"/>
                  </a:lnTo>
                  <a:lnTo>
                    <a:pt x="5420884" y="1177310"/>
                  </a:lnTo>
                  <a:lnTo>
                    <a:pt x="5421011" y="1177310"/>
                  </a:lnTo>
                  <a:lnTo>
                    <a:pt x="5421137" y="1177310"/>
                  </a:lnTo>
                  <a:lnTo>
                    <a:pt x="5421263" y="1177310"/>
                  </a:lnTo>
                  <a:lnTo>
                    <a:pt x="5421389" y="1177310"/>
                  </a:lnTo>
                  <a:lnTo>
                    <a:pt x="5421515" y="1177310"/>
                  </a:lnTo>
                  <a:lnTo>
                    <a:pt x="5421641" y="1177310"/>
                  </a:lnTo>
                  <a:lnTo>
                    <a:pt x="5421767" y="1177310"/>
                  </a:lnTo>
                  <a:lnTo>
                    <a:pt x="5421893" y="1177310"/>
                  </a:lnTo>
                  <a:lnTo>
                    <a:pt x="5422019" y="1177310"/>
                  </a:lnTo>
                  <a:lnTo>
                    <a:pt x="5422145" y="1177310"/>
                  </a:lnTo>
                  <a:lnTo>
                    <a:pt x="5422271" y="1177310"/>
                  </a:lnTo>
                  <a:lnTo>
                    <a:pt x="5422397" y="1177310"/>
                  </a:lnTo>
                  <a:lnTo>
                    <a:pt x="5422524" y="1177310"/>
                  </a:lnTo>
                  <a:lnTo>
                    <a:pt x="5422524" y="1172031"/>
                  </a:lnTo>
                  <a:lnTo>
                    <a:pt x="5422650" y="1172031"/>
                  </a:lnTo>
                  <a:lnTo>
                    <a:pt x="5422776" y="1172031"/>
                  </a:lnTo>
                  <a:lnTo>
                    <a:pt x="5422902" y="1172031"/>
                  </a:lnTo>
                  <a:lnTo>
                    <a:pt x="5423028" y="1172031"/>
                  </a:lnTo>
                  <a:lnTo>
                    <a:pt x="5423154" y="1172031"/>
                  </a:lnTo>
                  <a:lnTo>
                    <a:pt x="5423280" y="1172031"/>
                  </a:lnTo>
                  <a:lnTo>
                    <a:pt x="5423406" y="1172031"/>
                  </a:lnTo>
                  <a:lnTo>
                    <a:pt x="5423532" y="1172031"/>
                  </a:lnTo>
                  <a:lnTo>
                    <a:pt x="5423658" y="1172031"/>
                  </a:lnTo>
                  <a:lnTo>
                    <a:pt x="5423784" y="1172031"/>
                  </a:lnTo>
                  <a:lnTo>
                    <a:pt x="5423911" y="1172031"/>
                  </a:lnTo>
                  <a:lnTo>
                    <a:pt x="5424037" y="1172031"/>
                  </a:lnTo>
                  <a:lnTo>
                    <a:pt x="5424163" y="1172031"/>
                  </a:lnTo>
                  <a:lnTo>
                    <a:pt x="5424289" y="1172031"/>
                  </a:lnTo>
                  <a:lnTo>
                    <a:pt x="5424415" y="1172031"/>
                  </a:lnTo>
                  <a:lnTo>
                    <a:pt x="5424541" y="1172031"/>
                  </a:lnTo>
                  <a:lnTo>
                    <a:pt x="5424667" y="1172031"/>
                  </a:lnTo>
                  <a:lnTo>
                    <a:pt x="5424793" y="1172031"/>
                  </a:lnTo>
                  <a:lnTo>
                    <a:pt x="5424919" y="1172031"/>
                  </a:lnTo>
                  <a:lnTo>
                    <a:pt x="5425045" y="1172031"/>
                  </a:lnTo>
                  <a:lnTo>
                    <a:pt x="5425171" y="1172031"/>
                  </a:lnTo>
                  <a:lnTo>
                    <a:pt x="5425297" y="1172031"/>
                  </a:lnTo>
                  <a:lnTo>
                    <a:pt x="5425424" y="1172031"/>
                  </a:lnTo>
                  <a:lnTo>
                    <a:pt x="5425550" y="1172031"/>
                  </a:lnTo>
                  <a:lnTo>
                    <a:pt x="5425676" y="1172031"/>
                  </a:lnTo>
                  <a:lnTo>
                    <a:pt x="5425802" y="1172031"/>
                  </a:lnTo>
                  <a:lnTo>
                    <a:pt x="5425928" y="1172031"/>
                  </a:lnTo>
                  <a:lnTo>
                    <a:pt x="5426054" y="1172031"/>
                  </a:lnTo>
                  <a:lnTo>
                    <a:pt x="5426180" y="1172031"/>
                  </a:lnTo>
                  <a:lnTo>
                    <a:pt x="5426306" y="1172031"/>
                  </a:lnTo>
                  <a:lnTo>
                    <a:pt x="5426432" y="1172031"/>
                  </a:lnTo>
                  <a:lnTo>
                    <a:pt x="5426558" y="1172031"/>
                  </a:lnTo>
                  <a:lnTo>
                    <a:pt x="5426684" y="1172031"/>
                  </a:lnTo>
                  <a:lnTo>
                    <a:pt x="5426811" y="1172031"/>
                  </a:lnTo>
                  <a:lnTo>
                    <a:pt x="5426937" y="1172031"/>
                  </a:lnTo>
                  <a:lnTo>
                    <a:pt x="5427063" y="1172031"/>
                  </a:lnTo>
                  <a:lnTo>
                    <a:pt x="5427189" y="1172031"/>
                  </a:lnTo>
                  <a:lnTo>
                    <a:pt x="5427315" y="1172031"/>
                  </a:lnTo>
                  <a:lnTo>
                    <a:pt x="5427441" y="1172031"/>
                  </a:lnTo>
                  <a:lnTo>
                    <a:pt x="5427567" y="1172031"/>
                  </a:lnTo>
                  <a:lnTo>
                    <a:pt x="5427693" y="1172031"/>
                  </a:lnTo>
                  <a:lnTo>
                    <a:pt x="5427819" y="1172031"/>
                  </a:lnTo>
                  <a:lnTo>
                    <a:pt x="5427945" y="1172031"/>
                  </a:lnTo>
                  <a:lnTo>
                    <a:pt x="5428071" y="1172031"/>
                  </a:lnTo>
                  <a:lnTo>
                    <a:pt x="5428198" y="1172031"/>
                  </a:lnTo>
                  <a:lnTo>
                    <a:pt x="5428324" y="1172031"/>
                  </a:lnTo>
                  <a:lnTo>
                    <a:pt x="5428450" y="1172031"/>
                  </a:lnTo>
                  <a:lnTo>
                    <a:pt x="5428576" y="1172031"/>
                  </a:lnTo>
                  <a:lnTo>
                    <a:pt x="5428702" y="1172031"/>
                  </a:lnTo>
                  <a:lnTo>
                    <a:pt x="5428828" y="1172031"/>
                  </a:lnTo>
                  <a:lnTo>
                    <a:pt x="5428954" y="1172031"/>
                  </a:lnTo>
                  <a:lnTo>
                    <a:pt x="5429080" y="1172031"/>
                  </a:lnTo>
                  <a:lnTo>
                    <a:pt x="5429206" y="1172031"/>
                  </a:lnTo>
                  <a:lnTo>
                    <a:pt x="5429332" y="1172031"/>
                  </a:lnTo>
                  <a:lnTo>
                    <a:pt x="5429458" y="1172031"/>
                  </a:lnTo>
                  <a:lnTo>
                    <a:pt x="5429584" y="1172031"/>
                  </a:lnTo>
                  <a:lnTo>
                    <a:pt x="5429711" y="1172031"/>
                  </a:lnTo>
                  <a:lnTo>
                    <a:pt x="5429837" y="1172031"/>
                  </a:lnTo>
                  <a:lnTo>
                    <a:pt x="5429963" y="1172031"/>
                  </a:lnTo>
                  <a:lnTo>
                    <a:pt x="5430089" y="1172031"/>
                  </a:lnTo>
                  <a:lnTo>
                    <a:pt x="5430215" y="1172031"/>
                  </a:lnTo>
                  <a:lnTo>
                    <a:pt x="5430341" y="1172031"/>
                  </a:lnTo>
                  <a:lnTo>
                    <a:pt x="5430467" y="1172031"/>
                  </a:lnTo>
                  <a:lnTo>
                    <a:pt x="5430593" y="1172031"/>
                  </a:lnTo>
                  <a:lnTo>
                    <a:pt x="5430719" y="1172031"/>
                  </a:lnTo>
                  <a:lnTo>
                    <a:pt x="5430845" y="1172031"/>
                  </a:lnTo>
                  <a:lnTo>
                    <a:pt x="5430971" y="1172031"/>
                  </a:lnTo>
                  <a:lnTo>
                    <a:pt x="5431098" y="1172031"/>
                  </a:lnTo>
                  <a:lnTo>
                    <a:pt x="5431224" y="1172031"/>
                  </a:lnTo>
                  <a:lnTo>
                    <a:pt x="5431350" y="1172031"/>
                  </a:lnTo>
                  <a:lnTo>
                    <a:pt x="5431476" y="1172031"/>
                  </a:lnTo>
                  <a:lnTo>
                    <a:pt x="5431602" y="1172031"/>
                  </a:lnTo>
                  <a:lnTo>
                    <a:pt x="5431728" y="1172031"/>
                  </a:lnTo>
                  <a:lnTo>
                    <a:pt x="5431854" y="1172031"/>
                  </a:lnTo>
                  <a:lnTo>
                    <a:pt x="5431980" y="1172031"/>
                  </a:lnTo>
                  <a:lnTo>
                    <a:pt x="5432106" y="1172031"/>
                  </a:lnTo>
                  <a:lnTo>
                    <a:pt x="5432232" y="1172031"/>
                  </a:lnTo>
                  <a:lnTo>
                    <a:pt x="5432358" y="1172031"/>
                  </a:lnTo>
                  <a:lnTo>
                    <a:pt x="5432484" y="1172031"/>
                  </a:lnTo>
                  <a:lnTo>
                    <a:pt x="5432611" y="1172031"/>
                  </a:lnTo>
                  <a:lnTo>
                    <a:pt x="5432737" y="1172031"/>
                  </a:lnTo>
                  <a:lnTo>
                    <a:pt x="5432863" y="1172031"/>
                  </a:lnTo>
                  <a:lnTo>
                    <a:pt x="5432989" y="1172031"/>
                  </a:lnTo>
                  <a:lnTo>
                    <a:pt x="5433115" y="1172031"/>
                  </a:lnTo>
                  <a:lnTo>
                    <a:pt x="5433241" y="1172031"/>
                  </a:lnTo>
                  <a:lnTo>
                    <a:pt x="5433367" y="1172031"/>
                  </a:lnTo>
                  <a:lnTo>
                    <a:pt x="5433493" y="1172031"/>
                  </a:lnTo>
                  <a:lnTo>
                    <a:pt x="5433619" y="1172031"/>
                  </a:lnTo>
                  <a:lnTo>
                    <a:pt x="5433745" y="1172031"/>
                  </a:lnTo>
                  <a:lnTo>
                    <a:pt x="5433871" y="1172031"/>
                  </a:lnTo>
                  <a:lnTo>
                    <a:pt x="5433998" y="1172031"/>
                  </a:lnTo>
                  <a:lnTo>
                    <a:pt x="5434124" y="1172031"/>
                  </a:lnTo>
                  <a:lnTo>
                    <a:pt x="5434250" y="1172031"/>
                  </a:lnTo>
                  <a:lnTo>
                    <a:pt x="5434376" y="1172031"/>
                  </a:lnTo>
                  <a:lnTo>
                    <a:pt x="5434502" y="1172031"/>
                  </a:lnTo>
                  <a:lnTo>
                    <a:pt x="5434628" y="1172031"/>
                  </a:lnTo>
                  <a:lnTo>
                    <a:pt x="5434754" y="1172031"/>
                  </a:lnTo>
                  <a:lnTo>
                    <a:pt x="5434880" y="1172031"/>
                  </a:lnTo>
                  <a:lnTo>
                    <a:pt x="5435006" y="1172031"/>
                  </a:lnTo>
                  <a:lnTo>
                    <a:pt x="5435132" y="1172031"/>
                  </a:lnTo>
                  <a:lnTo>
                    <a:pt x="5435258" y="1172031"/>
                  </a:lnTo>
                  <a:lnTo>
                    <a:pt x="5435385" y="1172031"/>
                  </a:lnTo>
                  <a:lnTo>
                    <a:pt x="5435511" y="1172031"/>
                  </a:lnTo>
                  <a:lnTo>
                    <a:pt x="5435637" y="1172031"/>
                  </a:lnTo>
                  <a:lnTo>
                    <a:pt x="5435763" y="1172031"/>
                  </a:lnTo>
                  <a:lnTo>
                    <a:pt x="5435889" y="1172031"/>
                  </a:lnTo>
                  <a:lnTo>
                    <a:pt x="5436015" y="1172031"/>
                  </a:lnTo>
                  <a:lnTo>
                    <a:pt x="5436141" y="1172031"/>
                  </a:lnTo>
                  <a:lnTo>
                    <a:pt x="5436267" y="1172031"/>
                  </a:lnTo>
                  <a:lnTo>
                    <a:pt x="5436393" y="1172031"/>
                  </a:lnTo>
                  <a:lnTo>
                    <a:pt x="5436519" y="1172031"/>
                  </a:lnTo>
                  <a:lnTo>
                    <a:pt x="5436645" y="1172031"/>
                  </a:lnTo>
                  <a:lnTo>
                    <a:pt x="5436771" y="1172031"/>
                  </a:lnTo>
                  <a:lnTo>
                    <a:pt x="5436898" y="1172031"/>
                  </a:lnTo>
                  <a:lnTo>
                    <a:pt x="5437024" y="1172031"/>
                  </a:lnTo>
                  <a:lnTo>
                    <a:pt x="5437150" y="1172031"/>
                  </a:lnTo>
                  <a:lnTo>
                    <a:pt x="5437276" y="1172031"/>
                  </a:lnTo>
                  <a:lnTo>
                    <a:pt x="5437402" y="1172031"/>
                  </a:lnTo>
                  <a:lnTo>
                    <a:pt x="5437528" y="1172031"/>
                  </a:lnTo>
                  <a:lnTo>
                    <a:pt x="5437654" y="1172031"/>
                  </a:lnTo>
                  <a:lnTo>
                    <a:pt x="5437780" y="1172031"/>
                  </a:lnTo>
                  <a:lnTo>
                    <a:pt x="5437906" y="1172031"/>
                  </a:lnTo>
                  <a:lnTo>
                    <a:pt x="5438032" y="1172031"/>
                  </a:lnTo>
                  <a:lnTo>
                    <a:pt x="5438158" y="1172031"/>
                  </a:lnTo>
                  <a:lnTo>
                    <a:pt x="5438285" y="1172031"/>
                  </a:lnTo>
                  <a:lnTo>
                    <a:pt x="5438411" y="1172031"/>
                  </a:lnTo>
                  <a:lnTo>
                    <a:pt x="5438537" y="1172031"/>
                  </a:lnTo>
                  <a:lnTo>
                    <a:pt x="5438663" y="1172031"/>
                  </a:lnTo>
                  <a:lnTo>
                    <a:pt x="5438789" y="1172031"/>
                  </a:lnTo>
                  <a:lnTo>
                    <a:pt x="5438915" y="1172031"/>
                  </a:lnTo>
                  <a:lnTo>
                    <a:pt x="5439041" y="1172031"/>
                  </a:lnTo>
                  <a:lnTo>
                    <a:pt x="5439167" y="1172031"/>
                  </a:lnTo>
                  <a:lnTo>
                    <a:pt x="5439293" y="1172031"/>
                  </a:lnTo>
                  <a:lnTo>
                    <a:pt x="5439419" y="1172031"/>
                  </a:lnTo>
                  <a:lnTo>
                    <a:pt x="5439545" y="1172031"/>
                  </a:lnTo>
                  <a:lnTo>
                    <a:pt x="5439671" y="1172031"/>
                  </a:lnTo>
                  <a:lnTo>
                    <a:pt x="5439798" y="1172031"/>
                  </a:lnTo>
                  <a:lnTo>
                    <a:pt x="5439924" y="1172031"/>
                  </a:lnTo>
                  <a:lnTo>
                    <a:pt x="5440050" y="1172031"/>
                  </a:lnTo>
                  <a:lnTo>
                    <a:pt x="5440176" y="1172031"/>
                  </a:lnTo>
                  <a:lnTo>
                    <a:pt x="5440176" y="1166752"/>
                  </a:lnTo>
                  <a:lnTo>
                    <a:pt x="5440302" y="1166752"/>
                  </a:lnTo>
                  <a:lnTo>
                    <a:pt x="5440428" y="1166752"/>
                  </a:lnTo>
                  <a:lnTo>
                    <a:pt x="5440554" y="1166752"/>
                  </a:lnTo>
                  <a:lnTo>
                    <a:pt x="5440680" y="1166752"/>
                  </a:lnTo>
                  <a:lnTo>
                    <a:pt x="5440806" y="1166752"/>
                  </a:lnTo>
                  <a:lnTo>
                    <a:pt x="5440932" y="1166752"/>
                  </a:lnTo>
                  <a:lnTo>
                    <a:pt x="5441058" y="1166752"/>
                  </a:lnTo>
                  <a:lnTo>
                    <a:pt x="5441185" y="1166752"/>
                  </a:lnTo>
                  <a:lnTo>
                    <a:pt x="5441311" y="1166752"/>
                  </a:lnTo>
                  <a:lnTo>
                    <a:pt x="5441437" y="1166752"/>
                  </a:lnTo>
                  <a:lnTo>
                    <a:pt x="5441563" y="1166752"/>
                  </a:lnTo>
                  <a:lnTo>
                    <a:pt x="5441689" y="1166752"/>
                  </a:lnTo>
                  <a:lnTo>
                    <a:pt x="5441815" y="1166752"/>
                  </a:lnTo>
                  <a:lnTo>
                    <a:pt x="5441941" y="1166752"/>
                  </a:lnTo>
                  <a:lnTo>
                    <a:pt x="5442067" y="1166752"/>
                  </a:lnTo>
                  <a:lnTo>
                    <a:pt x="5442193" y="1166752"/>
                  </a:lnTo>
                  <a:lnTo>
                    <a:pt x="5442319" y="1166752"/>
                  </a:lnTo>
                  <a:lnTo>
                    <a:pt x="5442445" y="1166752"/>
                  </a:lnTo>
                  <a:lnTo>
                    <a:pt x="5442571" y="1166752"/>
                  </a:lnTo>
                  <a:lnTo>
                    <a:pt x="5442698" y="1166752"/>
                  </a:lnTo>
                  <a:lnTo>
                    <a:pt x="5442824" y="1166752"/>
                  </a:lnTo>
                  <a:lnTo>
                    <a:pt x="5442950" y="1166752"/>
                  </a:lnTo>
                  <a:lnTo>
                    <a:pt x="5443076" y="1166752"/>
                  </a:lnTo>
                  <a:lnTo>
                    <a:pt x="5443202" y="1166752"/>
                  </a:lnTo>
                  <a:lnTo>
                    <a:pt x="5443328" y="1166752"/>
                  </a:lnTo>
                  <a:lnTo>
                    <a:pt x="5443454" y="1166752"/>
                  </a:lnTo>
                  <a:lnTo>
                    <a:pt x="5443580" y="1166752"/>
                  </a:lnTo>
                  <a:lnTo>
                    <a:pt x="5443706" y="1166752"/>
                  </a:lnTo>
                  <a:lnTo>
                    <a:pt x="5443832" y="1166752"/>
                  </a:lnTo>
                  <a:lnTo>
                    <a:pt x="5443958" y="1166752"/>
                  </a:lnTo>
                  <a:lnTo>
                    <a:pt x="5444085" y="1166752"/>
                  </a:lnTo>
                  <a:lnTo>
                    <a:pt x="5444211" y="1166752"/>
                  </a:lnTo>
                  <a:lnTo>
                    <a:pt x="5444337" y="1166752"/>
                  </a:lnTo>
                  <a:lnTo>
                    <a:pt x="5444463" y="1166752"/>
                  </a:lnTo>
                  <a:lnTo>
                    <a:pt x="5444589" y="1166752"/>
                  </a:lnTo>
                  <a:lnTo>
                    <a:pt x="5444715" y="1166752"/>
                  </a:lnTo>
                  <a:lnTo>
                    <a:pt x="5444841" y="1166752"/>
                  </a:lnTo>
                  <a:lnTo>
                    <a:pt x="5444967" y="1166752"/>
                  </a:lnTo>
                  <a:lnTo>
                    <a:pt x="5445093" y="1166752"/>
                  </a:lnTo>
                  <a:lnTo>
                    <a:pt x="5445219" y="1166752"/>
                  </a:lnTo>
                  <a:lnTo>
                    <a:pt x="5445345" y="1166752"/>
                  </a:lnTo>
                  <a:lnTo>
                    <a:pt x="5445472" y="1166752"/>
                  </a:lnTo>
                  <a:lnTo>
                    <a:pt x="5445598" y="1166752"/>
                  </a:lnTo>
                  <a:lnTo>
                    <a:pt x="5445724" y="1166752"/>
                  </a:lnTo>
                  <a:lnTo>
                    <a:pt x="5445850" y="1166752"/>
                  </a:lnTo>
                  <a:lnTo>
                    <a:pt x="5445976" y="1166752"/>
                  </a:lnTo>
                  <a:lnTo>
                    <a:pt x="5446102" y="1166752"/>
                  </a:lnTo>
                  <a:lnTo>
                    <a:pt x="5446228" y="1166752"/>
                  </a:lnTo>
                  <a:lnTo>
                    <a:pt x="5446354" y="1166752"/>
                  </a:lnTo>
                  <a:lnTo>
                    <a:pt x="5446480" y="1166752"/>
                  </a:lnTo>
                  <a:lnTo>
                    <a:pt x="5446606" y="1166752"/>
                  </a:lnTo>
                  <a:lnTo>
                    <a:pt x="5446732" y="1166752"/>
                  </a:lnTo>
                  <a:lnTo>
                    <a:pt x="5446858" y="1166752"/>
                  </a:lnTo>
                  <a:lnTo>
                    <a:pt x="5446985" y="1166752"/>
                  </a:lnTo>
                  <a:lnTo>
                    <a:pt x="5447111" y="1166752"/>
                  </a:lnTo>
                  <a:lnTo>
                    <a:pt x="5447237" y="1166752"/>
                  </a:lnTo>
                  <a:lnTo>
                    <a:pt x="5447363" y="1166752"/>
                  </a:lnTo>
                  <a:lnTo>
                    <a:pt x="5447489" y="1166752"/>
                  </a:lnTo>
                  <a:lnTo>
                    <a:pt x="5447615" y="1166752"/>
                  </a:lnTo>
                  <a:lnTo>
                    <a:pt x="5447741" y="1166752"/>
                  </a:lnTo>
                  <a:lnTo>
                    <a:pt x="5447867" y="1166752"/>
                  </a:lnTo>
                  <a:lnTo>
                    <a:pt x="5447993" y="1166752"/>
                  </a:lnTo>
                  <a:lnTo>
                    <a:pt x="5448119" y="1166752"/>
                  </a:lnTo>
                  <a:lnTo>
                    <a:pt x="5448245" y="1166752"/>
                  </a:lnTo>
                  <a:lnTo>
                    <a:pt x="5448372" y="1166752"/>
                  </a:lnTo>
                  <a:lnTo>
                    <a:pt x="5448372" y="1161472"/>
                  </a:lnTo>
                  <a:lnTo>
                    <a:pt x="5448498" y="1161472"/>
                  </a:lnTo>
                  <a:lnTo>
                    <a:pt x="5448624" y="1161472"/>
                  </a:lnTo>
                  <a:lnTo>
                    <a:pt x="5448750" y="1161472"/>
                  </a:lnTo>
                  <a:lnTo>
                    <a:pt x="5448876" y="1161472"/>
                  </a:lnTo>
                  <a:lnTo>
                    <a:pt x="5449002" y="1161472"/>
                  </a:lnTo>
                  <a:lnTo>
                    <a:pt x="5449128" y="1161472"/>
                  </a:lnTo>
                  <a:lnTo>
                    <a:pt x="5449254" y="1161472"/>
                  </a:lnTo>
                  <a:lnTo>
                    <a:pt x="5449380" y="1161472"/>
                  </a:lnTo>
                  <a:lnTo>
                    <a:pt x="5449506" y="1161472"/>
                  </a:lnTo>
                  <a:lnTo>
                    <a:pt x="5449632" y="1161472"/>
                  </a:lnTo>
                  <a:lnTo>
                    <a:pt x="5449758" y="1161472"/>
                  </a:lnTo>
                  <a:lnTo>
                    <a:pt x="5449885" y="1161472"/>
                  </a:lnTo>
                  <a:lnTo>
                    <a:pt x="5450011" y="1161472"/>
                  </a:lnTo>
                  <a:lnTo>
                    <a:pt x="5450137" y="1161472"/>
                  </a:lnTo>
                  <a:lnTo>
                    <a:pt x="5450263" y="1161472"/>
                  </a:lnTo>
                  <a:lnTo>
                    <a:pt x="5450389" y="1161472"/>
                  </a:lnTo>
                  <a:lnTo>
                    <a:pt x="5450515" y="1161472"/>
                  </a:lnTo>
                  <a:lnTo>
                    <a:pt x="5450641" y="1161472"/>
                  </a:lnTo>
                  <a:lnTo>
                    <a:pt x="5450767" y="1161472"/>
                  </a:lnTo>
                  <a:lnTo>
                    <a:pt x="5450893" y="1161472"/>
                  </a:lnTo>
                  <a:lnTo>
                    <a:pt x="5451019" y="1161472"/>
                  </a:lnTo>
                  <a:lnTo>
                    <a:pt x="5451145" y="1161472"/>
                  </a:lnTo>
                  <a:lnTo>
                    <a:pt x="5451272" y="1161472"/>
                  </a:lnTo>
                  <a:lnTo>
                    <a:pt x="5451398" y="1161472"/>
                  </a:lnTo>
                  <a:lnTo>
                    <a:pt x="5451524" y="1161472"/>
                  </a:lnTo>
                  <a:lnTo>
                    <a:pt x="5451650" y="1161472"/>
                  </a:lnTo>
                  <a:lnTo>
                    <a:pt x="5451776" y="1161472"/>
                  </a:lnTo>
                  <a:lnTo>
                    <a:pt x="5451902" y="1161472"/>
                  </a:lnTo>
                  <a:lnTo>
                    <a:pt x="5452028" y="1161472"/>
                  </a:lnTo>
                  <a:lnTo>
                    <a:pt x="5452154" y="1161472"/>
                  </a:lnTo>
                  <a:lnTo>
                    <a:pt x="5452280" y="1161472"/>
                  </a:lnTo>
                  <a:lnTo>
                    <a:pt x="5452406" y="1161472"/>
                  </a:lnTo>
                  <a:lnTo>
                    <a:pt x="5452532" y="1161472"/>
                  </a:lnTo>
                  <a:lnTo>
                    <a:pt x="5452659" y="1161472"/>
                  </a:lnTo>
                  <a:lnTo>
                    <a:pt x="5452785" y="1161472"/>
                  </a:lnTo>
                  <a:lnTo>
                    <a:pt x="5452911" y="1161472"/>
                  </a:lnTo>
                  <a:lnTo>
                    <a:pt x="5453037" y="1161472"/>
                  </a:lnTo>
                  <a:lnTo>
                    <a:pt x="5453163" y="1161472"/>
                  </a:lnTo>
                  <a:lnTo>
                    <a:pt x="5453163" y="1156193"/>
                  </a:lnTo>
                  <a:lnTo>
                    <a:pt x="5453289" y="1156193"/>
                  </a:lnTo>
                  <a:lnTo>
                    <a:pt x="5453415" y="1156193"/>
                  </a:lnTo>
                  <a:lnTo>
                    <a:pt x="5453541" y="1156193"/>
                  </a:lnTo>
                  <a:lnTo>
                    <a:pt x="5453667" y="1156193"/>
                  </a:lnTo>
                  <a:lnTo>
                    <a:pt x="5453793" y="1156193"/>
                  </a:lnTo>
                  <a:lnTo>
                    <a:pt x="5453919" y="1156193"/>
                  </a:lnTo>
                  <a:lnTo>
                    <a:pt x="5454045" y="1156193"/>
                  </a:lnTo>
                  <a:lnTo>
                    <a:pt x="5454172" y="1156193"/>
                  </a:lnTo>
                  <a:lnTo>
                    <a:pt x="5454298" y="1156193"/>
                  </a:lnTo>
                  <a:lnTo>
                    <a:pt x="5454424" y="1156193"/>
                  </a:lnTo>
                  <a:lnTo>
                    <a:pt x="5454550" y="1156193"/>
                  </a:lnTo>
                  <a:lnTo>
                    <a:pt x="5454676" y="1156193"/>
                  </a:lnTo>
                  <a:lnTo>
                    <a:pt x="5454802" y="1156193"/>
                  </a:lnTo>
                  <a:lnTo>
                    <a:pt x="5454928" y="1156193"/>
                  </a:lnTo>
                  <a:lnTo>
                    <a:pt x="5455054" y="1156193"/>
                  </a:lnTo>
                  <a:lnTo>
                    <a:pt x="5455180" y="1156193"/>
                  </a:lnTo>
                  <a:lnTo>
                    <a:pt x="5455306" y="1156193"/>
                  </a:lnTo>
                  <a:lnTo>
                    <a:pt x="5455432" y="1156193"/>
                  </a:lnTo>
                  <a:lnTo>
                    <a:pt x="5455559" y="1156193"/>
                  </a:lnTo>
                  <a:lnTo>
                    <a:pt x="5455685" y="1156193"/>
                  </a:lnTo>
                  <a:lnTo>
                    <a:pt x="5455811" y="1156193"/>
                  </a:lnTo>
                  <a:lnTo>
                    <a:pt x="5455937" y="1156193"/>
                  </a:lnTo>
                  <a:lnTo>
                    <a:pt x="5456063" y="1156193"/>
                  </a:lnTo>
                  <a:lnTo>
                    <a:pt x="5456189" y="1156193"/>
                  </a:lnTo>
                  <a:lnTo>
                    <a:pt x="5456315" y="1156193"/>
                  </a:lnTo>
                  <a:lnTo>
                    <a:pt x="5456441" y="1156193"/>
                  </a:lnTo>
                  <a:lnTo>
                    <a:pt x="5456567" y="1156193"/>
                  </a:lnTo>
                  <a:lnTo>
                    <a:pt x="5456693" y="1156193"/>
                  </a:lnTo>
                  <a:lnTo>
                    <a:pt x="5456819" y="1156193"/>
                  </a:lnTo>
                  <a:lnTo>
                    <a:pt x="5456945" y="1156193"/>
                  </a:lnTo>
                  <a:lnTo>
                    <a:pt x="5457072" y="1156193"/>
                  </a:lnTo>
                  <a:lnTo>
                    <a:pt x="5457198" y="1156193"/>
                  </a:lnTo>
                  <a:lnTo>
                    <a:pt x="5457324" y="1156193"/>
                  </a:lnTo>
                  <a:lnTo>
                    <a:pt x="5457450" y="1156193"/>
                  </a:lnTo>
                  <a:lnTo>
                    <a:pt x="5457576" y="1156193"/>
                  </a:lnTo>
                  <a:lnTo>
                    <a:pt x="5457702" y="1156193"/>
                  </a:lnTo>
                  <a:lnTo>
                    <a:pt x="5457828" y="1156193"/>
                  </a:lnTo>
                  <a:lnTo>
                    <a:pt x="5457954" y="1156193"/>
                  </a:lnTo>
                  <a:lnTo>
                    <a:pt x="5458080" y="1156193"/>
                  </a:lnTo>
                  <a:lnTo>
                    <a:pt x="5458206" y="1156193"/>
                  </a:lnTo>
                  <a:lnTo>
                    <a:pt x="5458332" y="1156193"/>
                  </a:lnTo>
                  <a:lnTo>
                    <a:pt x="5458459" y="1156193"/>
                  </a:lnTo>
                  <a:lnTo>
                    <a:pt x="5458585" y="1156193"/>
                  </a:lnTo>
                  <a:lnTo>
                    <a:pt x="5458711" y="1156193"/>
                  </a:lnTo>
                  <a:lnTo>
                    <a:pt x="5458837" y="1156193"/>
                  </a:lnTo>
                  <a:lnTo>
                    <a:pt x="5458963" y="1156193"/>
                  </a:lnTo>
                  <a:lnTo>
                    <a:pt x="5459089" y="1156193"/>
                  </a:lnTo>
                  <a:lnTo>
                    <a:pt x="5459215" y="1156193"/>
                  </a:lnTo>
                  <a:lnTo>
                    <a:pt x="5459341" y="1156193"/>
                  </a:lnTo>
                  <a:lnTo>
                    <a:pt x="5459467" y="1156193"/>
                  </a:lnTo>
                  <a:lnTo>
                    <a:pt x="5459593" y="1156193"/>
                  </a:lnTo>
                  <a:lnTo>
                    <a:pt x="5459719" y="1156193"/>
                  </a:lnTo>
                  <a:lnTo>
                    <a:pt x="5459846" y="1156193"/>
                  </a:lnTo>
                  <a:lnTo>
                    <a:pt x="5459972" y="1156193"/>
                  </a:lnTo>
                  <a:lnTo>
                    <a:pt x="5460098" y="1156193"/>
                  </a:lnTo>
                  <a:lnTo>
                    <a:pt x="5460224" y="1156193"/>
                  </a:lnTo>
                  <a:lnTo>
                    <a:pt x="5460350" y="1156193"/>
                  </a:lnTo>
                  <a:lnTo>
                    <a:pt x="5460476" y="1156193"/>
                  </a:lnTo>
                  <a:lnTo>
                    <a:pt x="5460602" y="1156193"/>
                  </a:lnTo>
                  <a:lnTo>
                    <a:pt x="5460728" y="1156193"/>
                  </a:lnTo>
                  <a:lnTo>
                    <a:pt x="5460854" y="1156193"/>
                  </a:lnTo>
                  <a:lnTo>
                    <a:pt x="5460980" y="1156193"/>
                  </a:lnTo>
                  <a:lnTo>
                    <a:pt x="5461106" y="1156193"/>
                  </a:lnTo>
                  <a:lnTo>
                    <a:pt x="5461232" y="1156193"/>
                  </a:lnTo>
                  <a:lnTo>
                    <a:pt x="5461359" y="1156193"/>
                  </a:lnTo>
                  <a:lnTo>
                    <a:pt x="5461485" y="1156193"/>
                  </a:lnTo>
                  <a:lnTo>
                    <a:pt x="5461485" y="1150913"/>
                  </a:lnTo>
                  <a:lnTo>
                    <a:pt x="5461611" y="1150913"/>
                  </a:lnTo>
                  <a:lnTo>
                    <a:pt x="5461737" y="1150913"/>
                  </a:lnTo>
                  <a:lnTo>
                    <a:pt x="5461863" y="1150913"/>
                  </a:lnTo>
                  <a:lnTo>
                    <a:pt x="5461863" y="1145634"/>
                  </a:lnTo>
                  <a:lnTo>
                    <a:pt x="5461989" y="1145634"/>
                  </a:lnTo>
                  <a:lnTo>
                    <a:pt x="5462115" y="1145634"/>
                  </a:lnTo>
                  <a:lnTo>
                    <a:pt x="5462241" y="1145634"/>
                  </a:lnTo>
                  <a:lnTo>
                    <a:pt x="5462367" y="1145634"/>
                  </a:lnTo>
                  <a:lnTo>
                    <a:pt x="5462493" y="1145634"/>
                  </a:lnTo>
                  <a:lnTo>
                    <a:pt x="5462619" y="1145634"/>
                  </a:lnTo>
                  <a:lnTo>
                    <a:pt x="5462746" y="1145634"/>
                  </a:lnTo>
                  <a:lnTo>
                    <a:pt x="5462872" y="1145634"/>
                  </a:lnTo>
                  <a:lnTo>
                    <a:pt x="5462998" y="1145634"/>
                  </a:lnTo>
                  <a:lnTo>
                    <a:pt x="5463124" y="1145634"/>
                  </a:lnTo>
                  <a:lnTo>
                    <a:pt x="5463250" y="1145634"/>
                  </a:lnTo>
                  <a:lnTo>
                    <a:pt x="5463376" y="1145634"/>
                  </a:lnTo>
                  <a:lnTo>
                    <a:pt x="5463502" y="1145634"/>
                  </a:lnTo>
                  <a:lnTo>
                    <a:pt x="5463628" y="1145634"/>
                  </a:lnTo>
                  <a:lnTo>
                    <a:pt x="5463754" y="1145634"/>
                  </a:lnTo>
                  <a:lnTo>
                    <a:pt x="5463880" y="1145634"/>
                  </a:lnTo>
                  <a:lnTo>
                    <a:pt x="5464006" y="1145634"/>
                  </a:lnTo>
                  <a:lnTo>
                    <a:pt x="5464132" y="1145634"/>
                  </a:lnTo>
                  <a:lnTo>
                    <a:pt x="5464259" y="1145634"/>
                  </a:lnTo>
                  <a:lnTo>
                    <a:pt x="5464385" y="1145634"/>
                  </a:lnTo>
                  <a:lnTo>
                    <a:pt x="5464511" y="1145634"/>
                  </a:lnTo>
                  <a:lnTo>
                    <a:pt x="5464637" y="1145634"/>
                  </a:lnTo>
                  <a:lnTo>
                    <a:pt x="5464763" y="1145634"/>
                  </a:lnTo>
                  <a:lnTo>
                    <a:pt x="5464889" y="1145634"/>
                  </a:lnTo>
                  <a:lnTo>
                    <a:pt x="5465015" y="1145634"/>
                  </a:lnTo>
                  <a:lnTo>
                    <a:pt x="5465141" y="1145634"/>
                  </a:lnTo>
                  <a:lnTo>
                    <a:pt x="5465267" y="1145634"/>
                  </a:lnTo>
                  <a:lnTo>
                    <a:pt x="5465393" y="1145634"/>
                  </a:lnTo>
                  <a:lnTo>
                    <a:pt x="5465519" y="1145634"/>
                  </a:lnTo>
                  <a:lnTo>
                    <a:pt x="5465646" y="1145634"/>
                  </a:lnTo>
                  <a:lnTo>
                    <a:pt x="5465772" y="1145634"/>
                  </a:lnTo>
                  <a:lnTo>
                    <a:pt x="5465898" y="1145634"/>
                  </a:lnTo>
                  <a:lnTo>
                    <a:pt x="5466024" y="1145634"/>
                  </a:lnTo>
                  <a:lnTo>
                    <a:pt x="5466150" y="1145634"/>
                  </a:lnTo>
                  <a:lnTo>
                    <a:pt x="5466276" y="1145634"/>
                  </a:lnTo>
                  <a:lnTo>
                    <a:pt x="5466402" y="1145634"/>
                  </a:lnTo>
                  <a:lnTo>
                    <a:pt x="5466528" y="1145634"/>
                  </a:lnTo>
                  <a:lnTo>
                    <a:pt x="5466654" y="1145634"/>
                  </a:lnTo>
                  <a:lnTo>
                    <a:pt x="5466780" y="1145634"/>
                  </a:lnTo>
                  <a:lnTo>
                    <a:pt x="5466906" y="1145634"/>
                  </a:lnTo>
                  <a:lnTo>
                    <a:pt x="5467032" y="1145634"/>
                  </a:lnTo>
                  <a:lnTo>
                    <a:pt x="5467159" y="1145634"/>
                  </a:lnTo>
                  <a:lnTo>
                    <a:pt x="5467285" y="1145634"/>
                  </a:lnTo>
                  <a:lnTo>
                    <a:pt x="5467411" y="1145634"/>
                  </a:lnTo>
                  <a:lnTo>
                    <a:pt x="5467537" y="1145634"/>
                  </a:lnTo>
                  <a:lnTo>
                    <a:pt x="5467663" y="1145634"/>
                  </a:lnTo>
                  <a:lnTo>
                    <a:pt x="5467789" y="1145634"/>
                  </a:lnTo>
                  <a:lnTo>
                    <a:pt x="5467915" y="1145634"/>
                  </a:lnTo>
                  <a:lnTo>
                    <a:pt x="5468041" y="1145634"/>
                  </a:lnTo>
                  <a:lnTo>
                    <a:pt x="5468167" y="1145634"/>
                  </a:lnTo>
                  <a:lnTo>
                    <a:pt x="5468293" y="1145634"/>
                  </a:lnTo>
                  <a:lnTo>
                    <a:pt x="5468419" y="1145634"/>
                  </a:lnTo>
                  <a:lnTo>
                    <a:pt x="5468546" y="1145634"/>
                  </a:lnTo>
                  <a:lnTo>
                    <a:pt x="5468672" y="1145634"/>
                  </a:lnTo>
                  <a:lnTo>
                    <a:pt x="5468798" y="1145634"/>
                  </a:lnTo>
                  <a:lnTo>
                    <a:pt x="5468924" y="1145634"/>
                  </a:lnTo>
                  <a:lnTo>
                    <a:pt x="5469050" y="1145634"/>
                  </a:lnTo>
                  <a:lnTo>
                    <a:pt x="5469176" y="1145634"/>
                  </a:lnTo>
                  <a:lnTo>
                    <a:pt x="5469302" y="1145634"/>
                  </a:lnTo>
                  <a:lnTo>
                    <a:pt x="5469428" y="1145634"/>
                  </a:lnTo>
                  <a:lnTo>
                    <a:pt x="5469554" y="1145634"/>
                  </a:lnTo>
                  <a:lnTo>
                    <a:pt x="5469680" y="1145634"/>
                  </a:lnTo>
                  <a:lnTo>
                    <a:pt x="5469806" y="1145634"/>
                  </a:lnTo>
                  <a:lnTo>
                    <a:pt x="5469933" y="1145634"/>
                  </a:lnTo>
                  <a:lnTo>
                    <a:pt x="5470059" y="1145634"/>
                  </a:lnTo>
                  <a:lnTo>
                    <a:pt x="5470185" y="1145634"/>
                  </a:lnTo>
                  <a:lnTo>
                    <a:pt x="5470311" y="1145634"/>
                  </a:lnTo>
                  <a:lnTo>
                    <a:pt x="5470437" y="1145634"/>
                  </a:lnTo>
                  <a:lnTo>
                    <a:pt x="5470563" y="1145634"/>
                  </a:lnTo>
                  <a:lnTo>
                    <a:pt x="5470689" y="1145634"/>
                  </a:lnTo>
                  <a:lnTo>
                    <a:pt x="5470815" y="1145634"/>
                  </a:lnTo>
                  <a:lnTo>
                    <a:pt x="5470941" y="1145634"/>
                  </a:lnTo>
                  <a:lnTo>
                    <a:pt x="5471067" y="1145634"/>
                  </a:lnTo>
                  <a:lnTo>
                    <a:pt x="5471193" y="1145634"/>
                  </a:lnTo>
                  <a:lnTo>
                    <a:pt x="5471319" y="1145634"/>
                  </a:lnTo>
                  <a:lnTo>
                    <a:pt x="5471446" y="1145634"/>
                  </a:lnTo>
                  <a:lnTo>
                    <a:pt x="5471572" y="1145634"/>
                  </a:lnTo>
                  <a:lnTo>
                    <a:pt x="5471698" y="1145634"/>
                  </a:lnTo>
                  <a:lnTo>
                    <a:pt x="5471824" y="1145634"/>
                  </a:lnTo>
                  <a:lnTo>
                    <a:pt x="5471950" y="1145634"/>
                  </a:lnTo>
                  <a:lnTo>
                    <a:pt x="5472076" y="1145634"/>
                  </a:lnTo>
                  <a:lnTo>
                    <a:pt x="5472202" y="1145634"/>
                  </a:lnTo>
                  <a:lnTo>
                    <a:pt x="5472328" y="1145634"/>
                  </a:lnTo>
                  <a:lnTo>
                    <a:pt x="5472454" y="1145634"/>
                  </a:lnTo>
                  <a:lnTo>
                    <a:pt x="5472580" y="1145634"/>
                  </a:lnTo>
                  <a:lnTo>
                    <a:pt x="5472706" y="1145634"/>
                  </a:lnTo>
                  <a:lnTo>
                    <a:pt x="5472833" y="1145634"/>
                  </a:lnTo>
                  <a:lnTo>
                    <a:pt x="5472959" y="1145634"/>
                  </a:lnTo>
                  <a:lnTo>
                    <a:pt x="5473085" y="1145634"/>
                  </a:lnTo>
                  <a:lnTo>
                    <a:pt x="5473211" y="1145634"/>
                  </a:lnTo>
                  <a:lnTo>
                    <a:pt x="5473337" y="1145634"/>
                  </a:lnTo>
                  <a:lnTo>
                    <a:pt x="5473463" y="1145634"/>
                  </a:lnTo>
                  <a:lnTo>
                    <a:pt x="5473589" y="1145634"/>
                  </a:lnTo>
                  <a:lnTo>
                    <a:pt x="5473715" y="1145634"/>
                  </a:lnTo>
                  <a:lnTo>
                    <a:pt x="5473841" y="1145634"/>
                  </a:lnTo>
                  <a:lnTo>
                    <a:pt x="5473967" y="1145634"/>
                  </a:lnTo>
                  <a:lnTo>
                    <a:pt x="5474093" y="1145634"/>
                  </a:lnTo>
                  <a:lnTo>
                    <a:pt x="5474219" y="1145634"/>
                  </a:lnTo>
                  <a:lnTo>
                    <a:pt x="5474346" y="1145634"/>
                  </a:lnTo>
                  <a:lnTo>
                    <a:pt x="5474472" y="1145634"/>
                  </a:lnTo>
                  <a:lnTo>
                    <a:pt x="5474598" y="1145634"/>
                  </a:lnTo>
                  <a:lnTo>
                    <a:pt x="5474724" y="1145634"/>
                  </a:lnTo>
                  <a:lnTo>
                    <a:pt x="5474850" y="1145634"/>
                  </a:lnTo>
                  <a:lnTo>
                    <a:pt x="5474976" y="1145634"/>
                  </a:lnTo>
                  <a:lnTo>
                    <a:pt x="5475102" y="1145634"/>
                  </a:lnTo>
                  <a:lnTo>
                    <a:pt x="5475228" y="1145634"/>
                  </a:lnTo>
                  <a:lnTo>
                    <a:pt x="5475354" y="1145634"/>
                  </a:lnTo>
                  <a:lnTo>
                    <a:pt x="5475480" y="1145634"/>
                  </a:lnTo>
                  <a:lnTo>
                    <a:pt x="5475606" y="1145634"/>
                  </a:lnTo>
                  <a:lnTo>
                    <a:pt x="5475733" y="1145634"/>
                  </a:lnTo>
                  <a:lnTo>
                    <a:pt x="5475859" y="1145634"/>
                  </a:lnTo>
                  <a:lnTo>
                    <a:pt x="5475985" y="1145634"/>
                  </a:lnTo>
                  <a:lnTo>
                    <a:pt x="5476111" y="1145634"/>
                  </a:lnTo>
                  <a:lnTo>
                    <a:pt x="5476237" y="1145634"/>
                  </a:lnTo>
                  <a:lnTo>
                    <a:pt x="5476363" y="1145634"/>
                  </a:lnTo>
                  <a:lnTo>
                    <a:pt x="5476489" y="1145634"/>
                  </a:lnTo>
                  <a:lnTo>
                    <a:pt x="5476615" y="1145634"/>
                  </a:lnTo>
                  <a:lnTo>
                    <a:pt x="5476741" y="1145634"/>
                  </a:lnTo>
                  <a:lnTo>
                    <a:pt x="5476867" y="1145634"/>
                  </a:lnTo>
                  <a:lnTo>
                    <a:pt x="5476993" y="1145634"/>
                  </a:lnTo>
                  <a:lnTo>
                    <a:pt x="5477120" y="1145634"/>
                  </a:lnTo>
                  <a:lnTo>
                    <a:pt x="5477246" y="1145634"/>
                  </a:lnTo>
                  <a:lnTo>
                    <a:pt x="5477372" y="1145634"/>
                  </a:lnTo>
                  <a:lnTo>
                    <a:pt x="5477498" y="1145634"/>
                  </a:lnTo>
                  <a:lnTo>
                    <a:pt x="5477624" y="1145634"/>
                  </a:lnTo>
                  <a:lnTo>
                    <a:pt x="5477750" y="1145634"/>
                  </a:lnTo>
                  <a:lnTo>
                    <a:pt x="5477876" y="1145634"/>
                  </a:lnTo>
                  <a:lnTo>
                    <a:pt x="5478002" y="1145634"/>
                  </a:lnTo>
                  <a:lnTo>
                    <a:pt x="5478128" y="1145634"/>
                  </a:lnTo>
                  <a:lnTo>
                    <a:pt x="5478254" y="1145634"/>
                  </a:lnTo>
                  <a:lnTo>
                    <a:pt x="5478380" y="1145634"/>
                  </a:lnTo>
                  <a:lnTo>
                    <a:pt x="5478506" y="1145634"/>
                  </a:lnTo>
                  <a:lnTo>
                    <a:pt x="5478633" y="1145634"/>
                  </a:lnTo>
                  <a:lnTo>
                    <a:pt x="5478759" y="1145634"/>
                  </a:lnTo>
                  <a:lnTo>
                    <a:pt x="5478885" y="1145634"/>
                  </a:lnTo>
                  <a:lnTo>
                    <a:pt x="5479011" y="1145634"/>
                  </a:lnTo>
                  <a:lnTo>
                    <a:pt x="5479137" y="1145634"/>
                  </a:lnTo>
                  <a:lnTo>
                    <a:pt x="5479263" y="1145634"/>
                  </a:lnTo>
                  <a:lnTo>
                    <a:pt x="5479389" y="1145634"/>
                  </a:lnTo>
                  <a:lnTo>
                    <a:pt x="5479515" y="1145634"/>
                  </a:lnTo>
                  <a:lnTo>
                    <a:pt x="5479641" y="1145634"/>
                  </a:lnTo>
                  <a:lnTo>
                    <a:pt x="5479767" y="1145634"/>
                  </a:lnTo>
                  <a:lnTo>
                    <a:pt x="5479893" y="1145634"/>
                  </a:lnTo>
                  <a:lnTo>
                    <a:pt x="5480020" y="1145634"/>
                  </a:lnTo>
                  <a:lnTo>
                    <a:pt x="5480146" y="1145634"/>
                  </a:lnTo>
                  <a:lnTo>
                    <a:pt x="5480272" y="1145634"/>
                  </a:lnTo>
                  <a:lnTo>
                    <a:pt x="5480398" y="1145634"/>
                  </a:lnTo>
                  <a:lnTo>
                    <a:pt x="5480524" y="1145634"/>
                  </a:lnTo>
                  <a:lnTo>
                    <a:pt x="5480650" y="1145634"/>
                  </a:lnTo>
                  <a:lnTo>
                    <a:pt x="5480776" y="1145634"/>
                  </a:lnTo>
                  <a:lnTo>
                    <a:pt x="5480902" y="1145634"/>
                  </a:lnTo>
                  <a:lnTo>
                    <a:pt x="5481028" y="1145634"/>
                  </a:lnTo>
                  <a:lnTo>
                    <a:pt x="5481154" y="1145634"/>
                  </a:lnTo>
                  <a:lnTo>
                    <a:pt x="5481280" y="1145634"/>
                  </a:lnTo>
                  <a:lnTo>
                    <a:pt x="5481406" y="1145634"/>
                  </a:lnTo>
                  <a:lnTo>
                    <a:pt x="5481533" y="1145634"/>
                  </a:lnTo>
                  <a:lnTo>
                    <a:pt x="5481659" y="1145634"/>
                  </a:lnTo>
                  <a:lnTo>
                    <a:pt x="5481785" y="1145634"/>
                  </a:lnTo>
                  <a:lnTo>
                    <a:pt x="5481911" y="1145634"/>
                  </a:lnTo>
                  <a:lnTo>
                    <a:pt x="5482037" y="1145634"/>
                  </a:lnTo>
                  <a:lnTo>
                    <a:pt x="5482163" y="1145634"/>
                  </a:lnTo>
                  <a:lnTo>
                    <a:pt x="5482289" y="1145634"/>
                  </a:lnTo>
                  <a:lnTo>
                    <a:pt x="5482415" y="1145634"/>
                  </a:lnTo>
                  <a:lnTo>
                    <a:pt x="5482541" y="1145634"/>
                  </a:lnTo>
                  <a:lnTo>
                    <a:pt x="5482667" y="1145634"/>
                  </a:lnTo>
                  <a:lnTo>
                    <a:pt x="5482793" y="1145634"/>
                  </a:lnTo>
                  <a:lnTo>
                    <a:pt x="5482920" y="1145634"/>
                  </a:lnTo>
                  <a:lnTo>
                    <a:pt x="5483046" y="1145634"/>
                  </a:lnTo>
                  <a:lnTo>
                    <a:pt x="5483172" y="1145634"/>
                  </a:lnTo>
                  <a:lnTo>
                    <a:pt x="5483298" y="1145634"/>
                  </a:lnTo>
                  <a:lnTo>
                    <a:pt x="5483424" y="1145634"/>
                  </a:lnTo>
                  <a:lnTo>
                    <a:pt x="5483550" y="1145634"/>
                  </a:lnTo>
                  <a:lnTo>
                    <a:pt x="5483676" y="1145634"/>
                  </a:lnTo>
                  <a:lnTo>
                    <a:pt x="5483802" y="1145634"/>
                  </a:lnTo>
                  <a:lnTo>
                    <a:pt x="5483928" y="1145634"/>
                  </a:lnTo>
                  <a:lnTo>
                    <a:pt x="5484054" y="1145634"/>
                  </a:lnTo>
                  <a:lnTo>
                    <a:pt x="5484180" y="1145634"/>
                  </a:lnTo>
                  <a:lnTo>
                    <a:pt x="5484306" y="1145634"/>
                  </a:lnTo>
                  <a:lnTo>
                    <a:pt x="5484433" y="1145634"/>
                  </a:lnTo>
                  <a:lnTo>
                    <a:pt x="5484559" y="1145634"/>
                  </a:lnTo>
                  <a:lnTo>
                    <a:pt x="5484685" y="1145634"/>
                  </a:lnTo>
                  <a:lnTo>
                    <a:pt x="5484811" y="1145634"/>
                  </a:lnTo>
                  <a:lnTo>
                    <a:pt x="5484937" y="1145634"/>
                  </a:lnTo>
                  <a:lnTo>
                    <a:pt x="5485063" y="1145634"/>
                  </a:lnTo>
                  <a:lnTo>
                    <a:pt x="5485189" y="1145634"/>
                  </a:lnTo>
                  <a:lnTo>
                    <a:pt x="5485315" y="1145634"/>
                  </a:lnTo>
                  <a:lnTo>
                    <a:pt x="5485441" y="1145634"/>
                  </a:lnTo>
                  <a:lnTo>
                    <a:pt x="5485567" y="1145634"/>
                  </a:lnTo>
                  <a:lnTo>
                    <a:pt x="5485693" y="1145634"/>
                  </a:lnTo>
                  <a:lnTo>
                    <a:pt x="5485693" y="1140355"/>
                  </a:lnTo>
                  <a:lnTo>
                    <a:pt x="5485820" y="1140355"/>
                  </a:lnTo>
                  <a:lnTo>
                    <a:pt x="5485946" y="1140355"/>
                  </a:lnTo>
                  <a:lnTo>
                    <a:pt x="5486072" y="1140355"/>
                  </a:lnTo>
                  <a:lnTo>
                    <a:pt x="5486198" y="1140355"/>
                  </a:lnTo>
                  <a:lnTo>
                    <a:pt x="5486324" y="1140355"/>
                  </a:lnTo>
                  <a:lnTo>
                    <a:pt x="5486450" y="1140355"/>
                  </a:lnTo>
                  <a:lnTo>
                    <a:pt x="5486576" y="1140355"/>
                  </a:lnTo>
                  <a:lnTo>
                    <a:pt x="5486702" y="1140355"/>
                  </a:lnTo>
                  <a:lnTo>
                    <a:pt x="5486828" y="1140355"/>
                  </a:lnTo>
                  <a:lnTo>
                    <a:pt x="5486954" y="1140355"/>
                  </a:lnTo>
                  <a:lnTo>
                    <a:pt x="5487080" y="1140355"/>
                  </a:lnTo>
                  <a:lnTo>
                    <a:pt x="5487207" y="1140355"/>
                  </a:lnTo>
                  <a:lnTo>
                    <a:pt x="5487333" y="1140355"/>
                  </a:lnTo>
                  <a:lnTo>
                    <a:pt x="5487459" y="1140355"/>
                  </a:lnTo>
                  <a:lnTo>
                    <a:pt x="5487585" y="1140355"/>
                  </a:lnTo>
                  <a:lnTo>
                    <a:pt x="5487711" y="1140355"/>
                  </a:lnTo>
                  <a:lnTo>
                    <a:pt x="5487837" y="1140355"/>
                  </a:lnTo>
                  <a:lnTo>
                    <a:pt x="5487963" y="1140355"/>
                  </a:lnTo>
                  <a:lnTo>
                    <a:pt x="5488089" y="1140355"/>
                  </a:lnTo>
                  <a:lnTo>
                    <a:pt x="5488215" y="1140355"/>
                  </a:lnTo>
                  <a:lnTo>
                    <a:pt x="5488341" y="1140355"/>
                  </a:lnTo>
                  <a:lnTo>
                    <a:pt x="5488467" y="1140355"/>
                  </a:lnTo>
                  <a:lnTo>
                    <a:pt x="5488593" y="1140355"/>
                  </a:lnTo>
                  <a:lnTo>
                    <a:pt x="5488720" y="1140355"/>
                  </a:lnTo>
                  <a:lnTo>
                    <a:pt x="5488846" y="1140355"/>
                  </a:lnTo>
                  <a:lnTo>
                    <a:pt x="5488972" y="1140355"/>
                  </a:lnTo>
                  <a:lnTo>
                    <a:pt x="5489098" y="1140355"/>
                  </a:lnTo>
                  <a:lnTo>
                    <a:pt x="5489224" y="1140355"/>
                  </a:lnTo>
                  <a:lnTo>
                    <a:pt x="5489350" y="1140355"/>
                  </a:lnTo>
                  <a:lnTo>
                    <a:pt x="5489476" y="1140355"/>
                  </a:lnTo>
                  <a:lnTo>
                    <a:pt x="5489602" y="1140355"/>
                  </a:lnTo>
                  <a:lnTo>
                    <a:pt x="5489728" y="1140355"/>
                  </a:lnTo>
                  <a:lnTo>
                    <a:pt x="5489854" y="1140355"/>
                  </a:lnTo>
                  <a:lnTo>
                    <a:pt x="5489980" y="1140355"/>
                  </a:lnTo>
                  <a:lnTo>
                    <a:pt x="5490107" y="1140355"/>
                  </a:lnTo>
                  <a:lnTo>
                    <a:pt x="5490233" y="1140355"/>
                  </a:lnTo>
                  <a:lnTo>
                    <a:pt x="5490359" y="1140355"/>
                  </a:lnTo>
                  <a:lnTo>
                    <a:pt x="5490485" y="1140355"/>
                  </a:lnTo>
                  <a:lnTo>
                    <a:pt x="5490611" y="1140355"/>
                  </a:lnTo>
                  <a:lnTo>
                    <a:pt x="5490737" y="1140355"/>
                  </a:lnTo>
                  <a:lnTo>
                    <a:pt x="5490863" y="1140355"/>
                  </a:lnTo>
                  <a:lnTo>
                    <a:pt x="5490989" y="1140355"/>
                  </a:lnTo>
                  <a:lnTo>
                    <a:pt x="5491115" y="1140355"/>
                  </a:lnTo>
                  <a:lnTo>
                    <a:pt x="5491241" y="1140355"/>
                  </a:lnTo>
                  <a:lnTo>
                    <a:pt x="5491367" y="1140355"/>
                  </a:lnTo>
                  <a:lnTo>
                    <a:pt x="5491493" y="1140355"/>
                  </a:lnTo>
                  <a:lnTo>
                    <a:pt x="5491620" y="1140355"/>
                  </a:lnTo>
                  <a:lnTo>
                    <a:pt x="5491746" y="1140355"/>
                  </a:lnTo>
                  <a:lnTo>
                    <a:pt x="5491872" y="1140355"/>
                  </a:lnTo>
                  <a:lnTo>
                    <a:pt x="5491998" y="1140355"/>
                  </a:lnTo>
                  <a:lnTo>
                    <a:pt x="5492124" y="1140355"/>
                  </a:lnTo>
                  <a:lnTo>
                    <a:pt x="5492250" y="1140355"/>
                  </a:lnTo>
                  <a:lnTo>
                    <a:pt x="5492376" y="1140355"/>
                  </a:lnTo>
                  <a:lnTo>
                    <a:pt x="5492502" y="1140355"/>
                  </a:lnTo>
                  <a:lnTo>
                    <a:pt x="5492628" y="1140355"/>
                  </a:lnTo>
                  <a:lnTo>
                    <a:pt x="5492754" y="1140355"/>
                  </a:lnTo>
                  <a:lnTo>
                    <a:pt x="5492880" y="1140355"/>
                  </a:lnTo>
                  <a:lnTo>
                    <a:pt x="5493007" y="1140355"/>
                  </a:lnTo>
                  <a:lnTo>
                    <a:pt x="5493133" y="1140355"/>
                  </a:lnTo>
                  <a:lnTo>
                    <a:pt x="5493259" y="1140355"/>
                  </a:lnTo>
                  <a:lnTo>
                    <a:pt x="5493385" y="1140355"/>
                  </a:lnTo>
                  <a:lnTo>
                    <a:pt x="5493511" y="1140355"/>
                  </a:lnTo>
                  <a:lnTo>
                    <a:pt x="5493637" y="1140355"/>
                  </a:lnTo>
                  <a:lnTo>
                    <a:pt x="5493763" y="1140355"/>
                  </a:lnTo>
                  <a:lnTo>
                    <a:pt x="5493889" y="1140355"/>
                  </a:lnTo>
                  <a:lnTo>
                    <a:pt x="5494015" y="1140355"/>
                  </a:lnTo>
                  <a:lnTo>
                    <a:pt x="5494015" y="1135075"/>
                  </a:lnTo>
                  <a:lnTo>
                    <a:pt x="5494141" y="1135075"/>
                  </a:lnTo>
                  <a:lnTo>
                    <a:pt x="5494267" y="1135075"/>
                  </a:lnTo>
                  <a:lnTo>
                    <a:pt x="5494394" y="1135075"/>
                  </a:lnTo>
                  <a:lnTo>
                    <a:pt x="5494520" y="1135075"/>
                  </a:lnTo>
                  <a:lnTo>
                    <a:pt x="5494646" y="1135075"/>
                  </a:lnTo>
                  <a:lnTo>
                    <a:pt x="5494646" y="1129796"/>
                  </a:lnTo>
                  <a:lnTo>
                    <a:pt x="5494772" y="1129796"/>
                  </a:lnTo>
                  <a:lnTo>
                    <a:pt x="5494898" y="1129796"/>
                  </a:lnTo>
                  <a:lnTo>
                    <a:pt x="5495024" y="1129796"/>
                  </a:lnTo>
                  <a:lnTo>
                    <a:pt x="5495150" y="1129796"/>
                  </a:lnTo>
                  <a:lnTo>
                    <a:pt x="5495276" y="1129796"/>
                  </a:lnTo>
                  <a:lnTo>
                    <a:pt x="5495402" y="1129796"/>
                  </a:lnTo>
                  <a:lnTo>
                    <a:pt x="5495528" y="1129796"/>
                  </a:lnTo>
                  <a:lnTo>
                    <a:pt x="5495654" y="1129796"/>
                  </a:lnTo>
                  <a:lnTo>
                    <a:pt x="5495780" y="1129796"/>
                  </a:lnTo>
                  <a:lnTo>
                    <a:pt x="5495907" y="1129796"/>
                  </a:lnTo>
                  <a:lnTo>
                    <a:pt x="5496033" y="1129796"/>
                  </a:lnTo>
                  <a:lnTo>
                    <a:pt x="5496159" y="1129796"/>
                  </a:lnTo>
                  <a:lnTo>
                    <a:pt x="5496285" y="1129796"/>
                  </a:lnTo>
                  <a:lnTo>
                    <a:pt x="5496411" y="1129796"/>
                  </a:lnTo>
                  <a:lnTo>
                    <a:pt x="5496537" y="1129796"/>
                  </a:lnTo>
                  <a:lnTo>
                    <a:pt x="5496663" y="1129796"/>
                  </a:lnTo>
                  <a:lnTo>
                    <a:pt x="5496789" y="1129796"/>
                  </a:lnTo>
                  <a:lnTo>
                    <a:pt x="5496915" y="1129796"/>
                  </a:lnTo>
                  <a:lnTo>
                    <a:pt x="5497041" y="1129796"/>
                  </a:lnTo>
                  <a:lnTo>
                    <a:pt x="5497167" y="1129796"/>
                  </a:lnTo>
                  <a:lnTo>
                    <a:pt x="5497294" y="1129796"/>
                  </a:lnTo>
                  <a:lnTo>
                    <a:pt x="5497420" y="1129796"/>
                  </a:lnTo>
                  <a:lnTo>
                    <a:pt x="5497546" y="1129796"/>
                  </a:lnTo>
                  <a:lnTo>
                    <a:pt x="5497672" y="1129796"/>
                  </a:lnTo>
                  <a:lnTo>
                    <a:pt x="5497798" y="1129796"/>
                  </a:lnTo>
                  <a:lnTo>
                    <a:pt x="5497924" y="1129796"/>
                  </a:lnTo>
                  <a:lnTo>
                    <a:pt x="5498050" y="1129796"/>
                  </a:lnTo>
                  <a:lnTo>
                    <a:pt x="5498176" y="1129796"/>
                  </a:lnTo>
                  <a:lnTo>
                    <a:pt x="5498302" y="1129796"/>
                  </a:lnTo>
                  <a:lnTo>
                    <a:pt x="5498428" y="1129796"/>
                  </a:lnTo>
                  <a:lnTo>
                    <a:pt x="5498554" y="1129796"/>
                  </a:lnTo>
                  <a:lnTo>
                    <a:pt x="5498680" y="1129796"/>
                  </a:lnTo>
                  <a:lnTo>
                    <a:pt x="5498807" y="1129796"/>
                  </a:lnTo>
                  <a:lnTo>
                    <a:pt x="5498933" y="1129796"/>
                  </a:lnTo>
                  <a:lnTo>
                    <a:pt x="5499059" y="1129796"/>
                  </a:lnTo>
                  <a:lnTo>
                    <a:pt x="5499185" y="1129796"/>
                  </a:lnTo>
                  <a:lnTo>
                    <a:pt x="5499311" y="1129796"/>
                  </a:lnTo>
                  <a:lnTo>
                    <a:pt x="5499437" y="1129796"/>
                  </a:lnTo>
                  <a:lnTo>
                    <a:pt x="5499563" y="1129796"/>
                  </a:lnTo>
                  <a:lnTo>
                    <a:pt x="5499689" y="1129796"/>
                  </a:lnTo>
                  <a:lnTo>
                    <a:pt x="5499815" y="1129796"/>
                  </a:lnTo>
                  <a:lnTo>
                    <a:pt x="5499941" y="1129796"/>
                  </a:lnTo>
                  <a:lnTo>
                    <a:pt x="5500067" y="1129796"/>
                  </a:lnTo>
                  <a:lnTo>
                    <a:pt x="5500194" y="1129796"/>
                  </a:lnTo>
                  <a:lnTo>
                    <a:pt x="5500320" y="1129796"/>
                  </a:lnTo>
                  <a:lnTo>
                    <a:pt x="5500446" y="1129796"/>
                  </a:lnTo>
                  <a:lnTo>
                    <a:pt x="5500572" y="1129796"/>
                  </a:lnTo>
                  <a:lnTo>
                    <a:pt x="5500698" y="1129796"/>
                  </a:lnTo>
                  <a:lnTo>
                    <a:pt x="5500824" y="1129796"/>
                  </a:lnTo>
                  <a:lnTo>
                    <a:pt x="5500950" y="1129796"/>
                  </a:lnTo>
                  <a:lnTo>
                    <a:pt x="5501076" y="1129796"/>
                  </a:lnTo>
                  <a:lnTo>
                    <a:pt x="5501202" y="1129796"/>
                  </a:lnTo>
                  <a:lnTo>
                    <a:pt x="5501328" y="1129796"/>
                  </a:lnTo>
                  <a:lnTo>
                    <a:pt x="5501454" y="1129796"/>
                  </a:lnTo>
                  <a:lnTo>
                    <a:pt x="5501581" y="1129796"/>
                  </a:lnTo>
                  <a:lnTo>
                    <a:pt x="5501581" y="1124516"/>
                  </a:lnTo>
                  <a:lnTo>
                    <a:pt x="5501707" y="1124516"/>
                  </a:lnTo>
                  <a:lnTo>
                    <a:pt x="5501833" y="1124516"/>
                  </a:lnTo>
                  <a:lnTo>
                    <a:pt x="5501959" y="1124516"/>
                  </a:lnTo>
                  <a:lnTo>
                    <a:pt x="5502085" y="1124516"/>
                  </a:lnTo>
                  <a:lnTo>
                    <a:pt x="5502211" y="1124516"/>
                  </a:lnTo>
                  <a:lnTo>
                    <a:pt x="5502337" y="1124516"/>
                  </a:lnTo>
                  <a:lnTo>
                    <a:pt x="5502463" y="1124516"/>
                  </a:lnTo>
                  <a:lnTo>
                    <a:pt x="5502589" y="1124516"/>
                  </a:lnTo>
                  <a:lnTo>
                    <a:pt x="5502715" y="1124516"/>
                  </a:lnTo>
                  <a:lnTo>
                    <a:pt x="5502841" y="1124516"/>
                  </a:lnTo>
                  <a:lnTo>
                    <a:pt x="5502967" y="1124516"/>
                  </a:lnTo>
                  <a:lnTo>
                    <a:pt x="5503094" y="1124516"/>
                  </a:lnTo>
                  <a:lnTo>
                    <a:pt x="5503220" y="1124516"/>
                  </a:lnTo>
                  <a:lnTo>
                    <a:pt x="5503346" y="1124516"/>
                  </a:lnTo>
                  <a:lnTo>
                    <a:pt x="5503472" y="1124516"/>
                  </a:lnTo>
                  <a:lnTo>
                    <a:pt x="5503598" y="1124516"/>
                  </a:lnTo>
                  <a:lnTo>
                    <a:pt x="5503724" y="1124516"/>
                  </a:lnTo>
                  <a:lnTo>
                    <a:pt x="5503850" y="1124516"/>
                  </a:lnTo>
                  <a:lnTo>
                    <a:pt x="5503976" y="1124516"/>
                  </a:lnTo>
                  <a:lnTo>
                    <a:pt x="5504102" y="1124516"/>
                  </a:lnTo>
                  <a:lnTo>
                    <a:pt x="5504228" y="1124516"/>
                  </a:lnTo>
                  <a:lnTo>
                    <a:pt x="5504354" y="1124516"/>
                  </a:lnTo>
                  <a:lnTo>
                    <a:pt x="5504481" y="1124516"/>
                  </a:lnTo>
                  <a:lnTo>
                    <a:pt x="5504607" y="1124516"/>
                  </a:lnTo>
                  <a:lnTo>
                    <a:pt x="5504733" y="1124516"/>
                  </a:lnTo>
                  <a:lnTo>
                    <a:pt x="5504859" y="1124516"/>
                  </a:lnTo>
                  <a:lnTo>
                    <a:pt x="5504985" y="1124516"/>
                  </a:lnTo>
                  <a:lnTo>
                    <a:pt x="5505111" y="1124516"/>
                  </a:lnTo>
                  <a:lnTo>
                    <a:pt x="5505237" y="1124516"/>
                  </a:lnTo>
                  <a:lnTo>
                    <a:pt x="5505363" y="1124516"/>
                  </a:lnTo>
                  <a:lnTo>
                    <a:pt x="5505489" y="1124516"/>
                  </a:lnTo>
                  <a:lnTo>
                    <a:pt x="5505615" y="1124516"/>
                  </a:lnTo>
                  <a:lnTo>
                    <a:pt x="5505741" y="1124516"/>
                  </a:lnTo>
                  <a:lnTo>
                    <a:pt x="5505867" y="1124516"/>
                  </a:lnTo>
                  <a:lnTo>
                    <a:pt x="5505994" y="1124516"/>
                  </a:lnTo>
                  <a:lnTo>
                    <a:pt x="5506120" y="1124516"/>
                  </a:lnTo>
                  <a:lnTo>
                    <a:pt x="5506246" y="1124516"/>
                  </a:lnTo>
                  <a:lnTo>
                    <a:pt x="5506372" y="1124516"/>
                  </a:lnTo>
                  <a:lnTo>
                    <a:pt x="5506498" y="1124516"/>
                  </a:lnTo>
                  <a:lnTo>
                    <a:pt x="5506624" y="1124516"/>
                  </a:lnTo>
                  <a:lnTo>
                    <a:pt x="5506750" y="1124516"/>
                  </a:lnTo>
                  <a:lnTo>
                    <a:pt x="5506876" y="1124516"/>
                  </a:lnTo>
                  <a:lnTo>
                    <a:pt x="5507002" y="1124516"/>
                  </a:lnTo>
                  <a:lnTo>
                    <a:pt x="5507128" y="1124516"/>
                  </a:lnTo>
                  <a:lnTo>
                    <a:pt x="5507254" y="1124516"/>
                  </a:lnTo>
                  <a:lnTo>
                    <a:pt x="5507381" y="1124516"/>
                  </a:lnTo>
                  <a:lnTo>
                    <a:pt x="5507507" y="1124516"/>
                  </a:lnTo>
                  <a:lnTo>
                    <a:pt x="5507507" y="1119237"/>
                  </a:lnTo>
                  <a:lnTo>
                    <a:pt x="5507633" y="1119237"/>
                  </a:lnTo>
                  <a:lnTo>
                    <a:pt x="5507759" y="1119237"/>
                  </a:lnTo>
                  <a:lnTo>
                    <a:pt x="5507885" y="1119237"/>
                  </a:lnTo>
                  <a:lnTo>
                    <a:pt x="5508011" y="1119237"/>
                  </a:lnTo>
                  <a:lnTo>
                    <a:pt x="5508137" y="1119237"/>
                  </a:lnTo>
                  <a:lnTo>
                    <a:pt x="5508263" y="1119237"/>
                  </a:lnTo>
                  <a:lnTo>
                    <a:pt x="5508389" y="1119237"/>
                  </a:lnTo>
                  <a:lnTo>
                    <a:pt x="5508515" y="1119237"/>
                  </a:lnTo>
                  <a:lnTo>
                    <a:pt x="5508641" y="1119237"/>
                  </a:lnTo>
                  <a:lnTo>
                    <a:pt x="5508767" y="1119237"/>
                  </a:lnTo>
                  <a:lnTo>
                    <a:pt x="5508894" y="1119237"/>
                  </a:lnTo>
                  <a:lnTo>
                    <a:pt x="5509020" y="1119237"/>
                  </a:lnTo>
                  <a:lnTo>
                    <a:pt x="5509146" y="1119237"/>
                  </a:lnTo>
                  <a:lnTo>
                    <a:pt x="5509272" y="1119237"/>
                  </a:lnTo>
                  <a:lnTo>
                    <a:pt x="5509398" y="1119237"/>
                  </a:lnTo>
                  <a:lnTo>
                    <a:pt x="5509524" y="1119237"/>
                  </a:lnTo>
                  <a:lnTo>
                    <a:pt x="5509650" y="1119237"/>
                  </a:lnTo>
                  <a:lnTo>
                    <a:pt x="5509776" y="1119237"/>
                  </a:lnTo>
                  <a:lnTo>
                    <a:pt x="5509902" y="1119237"/>
                  </a:lnTo>
                  <a:lnTo>
                    <a:pt x="5510028" y="1119237"/>
                  </a:lnTo>
                  <a:lnTo>
                    <a:pt x="5510154" y="1119237"/>
                  </a:lnTo>
                  <a:lnTo>
                    <a:pt x="5510281" y="1119237"/>
                  </a:lnTo>
                  <a:lnTo>
                    <a:pt x="5510407" y="1119237"/>
                  </a:lnTo>
                  <a:lnTo>
                    <a:pt x="5510533" y="1119237"/>
                  </a:lnTo>
                  <a:lnTo>
                    <a:pt x="5510659" y="1119237"/>
                  </a:lnTo>
                  <a:lnTo>
                    <a:pt x="5510785" y="1119237"/>
                  </a:lnTo>
                  <a:lnTo>
                    <a:pt x="5510911" y="1119237"/>
                  </a:lnTo>
                  <a:lnTo>
                    <a:pt x="5511037" y="1119237"/>
                  </a:lnTo>
                  <a:lnTo>
                    <a:pt x="5511163" y="1119237"/>
                  </a:lnTo>
                  <a:lnTo>
                    <a:pt x="5511289" y="1119237"/>
                  </a:lnTo>
                  <a:lnTo>
                    <a:pt x="5511415" y="1119237"/>
                  </a:lnTo>
                  <a:lnTo>
                    <a:pt x="5511541" y="1119237"/>
                  </a:lnTo>
                  <a:lnTo>
                    <a:pt x="5511541" y="1113957"/>
                  </a:lnTo>
                  <a:lnTo>
                    <a:pt x="5511668" y="1113957"/>
                  </a:lnTo>
                  <a:lnTo>
                    <a:pt x="5511794" y="1113957"/>
                  </a:lnTo>
                  <a:lnTo>
                    <a:pt x="5511920" y="1113957"/>
                  </a:lnTo>
                  <a:lnTo>
                    <a:pt x="5512046" y="1113957"/>
                  </a:lnTo>
                  <a:lnTo>
                    <a:pt x="5512172" y="1113957"/>
                  </a:lnTo>
                  <a:lnTo>
                    <a:pt x="5512298" y="1113957"/>
                  </a:lnTo>
                  <a:lnTo>
                    <a:pt x="5512424" y="1113957"/>
                  </a:lnTo>
                  <a:lnTo>
                    <a:pt x="5512550" y="1113957"/>
                  </a:lnTo>
                  <a:lnTo>
                    <a:pt x="5512676" y="1113957"/>
                  </a:lnTo>
                  <a:lnTo>
                    <a:pt x="5512802" y="1113957"/>
                  </a:lnTo>
                  <a:lnTo>
                    <a:pt x="5512928" y="1113957"/>
                  </a:lnTo>
                  <a:lnTo>
                    <a:pt x="5513054" y="1113957"/>
                  </a:lnTo>
                  <a:lnTo>
                    <a:pt x="5513181" y="1113957"/>
                  </a:lnTo>
                  <a:lnTo>
                    <a:pt x="5513307" y="1113957"/>
                  </a:lnTo>
                  <a:lnTo>
                    <a:pt x="5513433" y="1113957"/>
                  </a:lnTo>
                  <a:lnTo>
                    <a:pt x="5513559" y="1113957"/>
                  </a:lnTo>
                  <a:lnTo>
                    <a:pt x="5513685" y="1113957"/>
                  </a:lnTo>
                  <a:lnTo>
                    <a:pt x="5513811" y="1113957"/>
                  </a:lnTo>
                  <a:lnTo>
                    <a:pt x="5513937" y="1113957"/>
                  </a:lnTo>
                  <a:lnTo>
                    <a:pt x="5514063" y="1113957"/>
                  </a:lnTo>
                  <a:lnTo>
                    <a:pt x="5514189" y="1113957"/>
                  </a:lnTo>
                  <a:lnTo>
                    <a:pt x="5514315" y="1113957"/>
                  </a:lnTo>
                  <a:lnTo>
                    <a:pt x="5514441" y="1113957"/>
                  </a:lnTo>
                  <a:lnTo>
                    <a:pt x="5514568" y="1113957"/>
                  </a:lnTo>
                  <a:lnTo>
                    <a:pt x="5514694" y="1113957"/>
                  </a:lnTo>
                  <a:lnTo>
                    <a:pt x="5514820" y="1113957"/>
                  </a:lnTo>
                  <a:lnTo>
                    <a:pt x="5514820" y="1108678"/>
                  </a:lnTo>
                  <a:lnTo>
                    <a:pt x="5514946" y="1108678"/>
                  </a:lnTo>
                  <a:lnTo>
                    <a:pt x="5515072" y="1108678"/>
                  </a:lnTo>
                  <a:lnTo>
                    <a:pt x="5515198" y="1108678"/>
                  </a:lnTo>
                  <a:lnTo>
                    <a:pt x="5515324" y="1108678"/>
                  </a:lnTo>
                  <a:lnTo>
                    <a:pt x="5515450" y="1108678"/>
                  </a:lnTo>
                  <a:lnTo>
                    <a:pt x="5515576" y="1108678"/>
                  </a:lnTo>
                  <a:lnTo>
                    <a:pt x="5515702" y="1108678"/>
                  </a:lnTo>
                  <a:lnTo>
                    <a:pt x="5515828" y="1108678"/>
                  </a:lnTo>
                  <a:lnTo>
                    <a:pt x="5515954" y="1108678"/>
                  </a:lnTo>
                  <a:lnTo>
                    <a:pt x="5516081" y="1108678"/>
                  </a:lnTo>
                  <a:lnTo>
                    <a:pt x="5516207" y="1108678"/>
                  </a:lnTo>
                  <a:lnTo>
                    <a:pt x="5516333" y="1108678"/>
                  </a:lnTo>
                  <a:lnTo>
                    <a:pt x="5516459" y="1108678"/>
                  </a:lnTo>
                  <a:lnTo>
                    <a:pt x="5516585" y="1108678"/>
                  </a:lnTo>
                  <a:lnTo>
                    <a:pt x="5516711" y="1108678"/>
                  </a:lnTo>
                  <a:lnTo>
                    <a:pt x="5516837" y="1108678"/>
                  </a:lnTo>
                  <a:lnTo>
                    <a:pt x="5516963" y="1108678"/>
                  </a:lnTo>
                  <a:lnTo>
                    <a:pt x="5517089" y="1108678"/>
                  </a:lnTo>
                  <a:lnTo>
                    <a:pt x="5517215" y="1108678"/>
                  </a:lnTo>
                  <a:lnTo>
                    <a:pt x="5517341" y="1108678"/>
                  </a:lnTo>
                  <a:lnTo>
                    <a:pt x="5517468" y="1108678"/>
                  </a:lnTo>
                  <a:lnTo>
                    <a:pt x="5517594" y="1108678"/>
                  </a:lnTo>
                  <a:lnTo>
                    <a:pt x="5517720" y="1108678"/>
                  </a:lnTo>
                  <a:lnTo>
                    <a:pt x="5517846" y="1108678"/>
                  </a:lnTo>
                  <a:lnTo>
                    <a:pt x="5517972" y="1108678"/>
                  </a:lnTo>
                  <a:lnTo>
                    <a:pt x="5518098" y="1108678"/>
                  </a:lnTo>
                  <a:lnTo>
                    <a:pt x="5518224" y="1108678"/>
                  </a:lnTo>
                  <a:lnTo>
                    <a:pt x="5518350" y="1108678"/>
                  </a:lnTo>
                  <a:lnTo>
                    <a:pt x="5518476" y="1108678"/>
                  </a:lnTo>
                  <a:lnTo>
                    <a:pt x="5518602" y="1108678"/>
                  </a:lnTo>
                  <a:lnTo>
                    <a:pt x="5518728" y="1108678"/>
                  </a:lnTo>
                  <a:lnTo>
                    <a:pt x="5518855" y="1108678"/>
                  </a:lnTo>
                  <a:lnTo>
                    <a:pt x="5518981" y="1108678"/>
                  </a:lnTo>
                  <a:lnTo>
                    <a:pt x="5519107" y="1108678"/>
                  </a:lnTo>
                  <a:lnTo>
                    <a:pt x="5519233" y="1108678"/>
                  </a:lnTo>
                  <a:lnTo>
                    <a:pt x="5519359" y="1108678"/>
                  </a:lnTo>
                  <a:lnTo>
                    <a:pt x="5519485" y="1108678"/>
                  </a:lnTo>
                  <a:lnTo>
                    <a:pt x="5519611" y="1108678"/>
                  </a:lnTo>
                  <a:lnTo>
                    <a:pt x="5519737" y="1108678"/>
                  </a:lnTo>
                  <a:lnTo>
                    <a:pt x="5519863" y="1108678"/>
                  </a:lnTo>
                  <a:lnTo>
                    <a:pt x="5519989" y="1108678"/>
                  </a:lnTo>
                  <a:lnTo>
                    <a:pt x="5520115" y="1108678"/>
                  </a:lnTo>
                  <a:lnTo>
                    <a:pt x="5520241" y="1108678"/>
                  </a:lnTo>
                  <a:lnTo>
                    <a:pt x="5520368" y="1108678"/>
                  </a:lnTo>
                  <a:lnTo>
                    <a:pt x="5520494" y="1108678"/>
                  </a:lnTo>
                  <a:lnTo>
                    <a:pt x="5520620" y="1108678"/>
                  </a:lnTo>
                  <a:lnTo>
                    <a:pt x="5520746" y="1108678"/>
                  </a:lnTo>
                  <a:lnTo>
                    <a:pt x="5520872" y="1108678"/>
                  </a:lnTo>
                  <a:lnTo>
                    <a:pt x="5520998" y="1108678"/>
                  </a:lnTo>
                  <a:lnTo>
                    <a:pt x="5521124" y="1108678"/>
                  </a:lnTo>
                  <a:lnTo>
                    <a:pt x="5521250" y="1108678"/>
                  </a:lnTo>
                  <a:lnTo>
                    <a:pt x="5521376" y="1108678"/>
                  </a:lnTo>
                  <a:lnTo>
                    <a:pt x="5521502" y="1108678"/>
                  </a:lnTo>
                  <a:lnTo>
                    <a:pt x="5521628" y="1108678"/>
                  </a:lnTo>
                  <a:lnTo>
                    <a:pt x="5521755" y="1108678"/>
                  </a:lnTo>
                  <a:lnTo>
                    <a:pt x="5521881" y="1108678"/>
                  </a:lnTo>
                  <a:lnTo>
                    <a:pt x="5522007" y="1108678"/>
                  </a:lnTo>
                  <a:lnTo>
                    <a:pt x="5522133" y="1108678"/>
                  </a:lnTo>
                  <a:lnTo>
                    <a:pt x="5522259" y="1108678"/>
                  </a:lnTo>
                  <a:lnTo>
                    <a:pt x="5522385" y="1108678"/>
                  </a:lnTo>
                  <a:lnTo>
                    <a:pt x="5522511" y="1108678"/>
                  </a:lnTo>
                  <a:lnTo>
                    <a:pt x="5522637" y="1108678"/>
                  </a:lnTo>
                  <a:lnTo>
                    <a:pt x="5522763" y="1108678"/>
                  </a:lnTo>
                  <a:lnTo>
                    <a:pt x="5522889" y="1108678"/>
                  </a:lnTo>
                  <a:lnTo>
                    <a:pt x="5523015" y="1108678"/>
                  </a:lnTo>
                  <a:lnTo>
                    <a:pt x="5523141" y="1108678"/>
                  </a:lnTo>
                  <a:lnTo>
                    <a:pt x="5523268" y="1108678"/>
                  </a:lnTo>
                  <a:lnTo>
                    <a:pt x="5523394" y="1108678"/>
                  </a:lnTo>
                  <a:lnTo>
                    <a:pt x="5523520" y="1108678"/>
                  </a:lnTo>
                  <a:lnTo>
                    <a:pt x="5523646" y="1108678"/>
                  </a:lnTo>
                  <a:lnTo>
                    <a:pt x="5523772" y="1108678"/>
                  </a:lnTo>
                  <a:lnTo>
                    <a:pt x="5523898" y="1108678"/>
                  </a:lnTo>
                  <a:lnTo>
                    <a:pt x="5524024" y="1108678"/>
                  </a:lnTo>
                  <a:lnTo>
                    <a:pt x="5524150" y="1108678"/>
                  </a:lnTo>
                  <a:lnTo>
                    <a:pt x="5524276" y="1108678"/>
                  </a:lnTo>
                  <a:lnTo>
                    <a:pt x="5524402" y="1108678"/>
                  </a:lnTo>
                  <a:lnTo>
                    <a:pt x="5524528" y="1108678"/>
                  </a:lnTo>
                  <a:lnTo>
                    <a:pt x="5524655" y="1108678"/>
                  </a:lnTo>
                  <a:lnTo>
                    <a:pt x="5524781" y="1108678"/>
                  </a:lnTo>
                  <a:lnTo>
                    <a:pt x="5524907" y="1108678"/>
                  </a:lnTo>
                  <a:lnTo>
                    <a:pt x="5525033" y="1108678"/>
                  </a:lnTo>
                  <a:lnTo>
                    <a:pt x="5525159" y="1108678"/>
                  </a:lnTo>
                  <a:lnTo>
                    <a:pt x="5525285" y="1108678"/>
                  </a:lnTo>
                  <a:lnTo>
                    <a:pt x="5525411" y="1108678"/>
                  </a:lnTo>
                  <a:lnTo>
                    <a:pt x="5525537" y="1108678"/>
                  </a:lnTo>
                  <a:lnTo>
                    <a:pt x="5525663" y="1108678"/>
                  </a:lnTo>
                  <a:lnTo>
                    <a:pt x="5525789" y="1108678"/>
                  </a:lnTo>
                  <a:lnTo>
                    <a:pt x="5525915" y="1108678"/>
                  </a:lnTo>
                  <a:lnTo>
                    <a:pt x="5526042" y="1108678"/>
                  </a:lnTo>
                  <a:lnTo>
                    <a:pt x="5526168" y="1108678"/>
                  </a:lnTo>
                  <a:lnTo>
                    <a:pt x="5526294" y="1108678"/>
                  </a:lnTo>
                  <a:lnTo>
                    <a:pt x="5526420" y="1108678"/>
                  </a:lnTo>
                  <a:lnTo>
                    <a:pt x="5526546" y="1108678"/>
                  </a:lnTo>
                  <a:lnTo>
                    <a:pt x="5526672" y="1108678"/>
                  </a:lnTo>
                  <a:lnTo>
                    <a:pt x="5526798" y="1108678"/>
                  </a:lnTo>
                  <a:lnTo>
                    <a:pt x="5526924" y="1108678"/>
                  </a:lnTo>
                  <a:lnTo>
                    <a:pt x="5527050" y="1108678"/>
                  </a:lnTo>
                  <a:lnTo>
                    <a:pt x="5527176" y="1108678"/>
                  </a:lnTo>
                  <a:lnTo>
                    <a:pt x="5527302" y="1108678"/>
                  </a:lnTo>
                  <a:lnTo>
                    <a:pt x="5527428" y="1108678"/>
                  </a:lnTo>
                  <a:lnTo>
                    <a:pt x="5527555" y="1108678"/>
                  </a:lnTo>
                  <a:lnTo>
                    <a:pt x="5527681" y="1108678"/>
                  </a:lnTo>
                  <a:lnTo>
                    <a:pt x="5527807" y="1108678"/>
                  </a:lnTo>
                  <a:lnTo>
                    <a:pt x="5527933" y="1108678"/>
                  </a:lnTo>
                  <a:lnTo>
                    <a:pt x="5528059" y="1108678"/>
                  </a:lnTo>
                  <a:lnTo>
                    <a:pt x="5528185" y="1108678"/>
                  </a:lnTo>
                  <a:lnTo>
                    <a:pt x="5528311" y="1108678"/>
                  </a:lnTo>
                  <a:lnTo>
                    <a:pt x="5528311" y="1103399"/>
                  </a:lnTo>
                  <a:lnTo>
                    <a:pt x="5528437" y="1103399"/>
                  </a:lnTo>
                  <a:lnTo>
                    <a:pt x="5528563" y="1103399"/>
                  </a:lnTo>
                  <a:lnTo>
                    <a:pt x="5528689" y="1103399"/>
                  </a:lnTo>
                  <a:lnTo>
                    <a:pt x="5528815" y="1103399"/>
                  </a:lnTo>
                  <a:lnTo>
                    <a:pt x="5528942" y="1103399"/>
                  </a:lnTo>
                  <a:lnTo>
                    <a:pt x="5529068" y="1103399"/>
                  </a:lnTo>
                  <a:lnTo>
                    <a:pt x="5529194" y="1103399"/>
                  </a:lnTo>
                  <a:lnTo>
                    <a:pt x="5529320" y="1103399"/>
                  </a:lnTo>
                  <a:lnTo>
                    <a:pt x="5529446" y="1103399"/>
                  </a:lnTo>
                  <a:lnTo>
                    <a:pt x="5529572" y="1103399"/>
                  </a:lnTo>
                  <a:lnTo>
                    <a:pt x="5529698" y="1103399"/>
                  </a:lnTo>
                  <a:lnTo>
                    <a:pt x="5529824" y="1103399"/>
                  </a:lnTo>
                  <a:lnTo>
                    <a:pt x="5529950" y="1103399"/>
                  </a:lnTo>
                  <a:lnTo>
                    <a:pt x="5530076" y="1103399"/>
                  </a:lnTo>
                  <a:lnTo>
                    <a:pt x="5530202" y="1103399"/>
                  </a:lnTo>
                  <a:lnTo>
                    <a:pt x="5530328" y="1103399"/>
                  </a:lnTo>
                  <a:lnTo>
                    <a:pt x="5530455" y="1103399"/>
                  </a:lnTo>
                  <a:lnTo>
                    <a:pt x="5530581" y="1103399"/>
                  </a:lnTo>
                  <a:lnTo>
                    <a:pt x="5530707" y="1103399"/>
                  </a:lnTo>
                  <a:lnTo>
                    <a:pt x="5530833" y="1103399"/>
                  </a:lnTo>
                  <a:lnTo>
                    <a:pt x="5530959" y="1103399"/>
                  </a:lnTo>
                  <a:lnTo>
                    <a:pt x="5531085" y="1103399"/>
                  </a:lnTo>
                  <a:lnTo>
                    <a:pt x="5531211" y="1103399"/>
                  </a:lnTo>
                  <a:lnTo>
                    <a:pt x="5531337" y="1103399"/>
                  </a:lnTo>
                  <a:lnTo>
                    <a:pt x="5531463" y="1103399"/>
                  </a:lnTo>
                  <a:lnTo>
                    <a:pt x="5531589" y="1103399"/>
                  </a:lnTo>
                  <a:lnTo>
                    <a:pt x="5531715" y="1103399"/>
                  </a:lnTo>
                  <a:lnTo>
                    <a:pt x="5531842" y="1103399"/>
                  </a:lnTo>
                  <a:lnTo>
                    <a:pt x="5531968" y="1103399"/>
                  </a:lnTo>
                  <a:lnTo>
                    <a:pt x="5532094" y="1103399"/>
                  </a:lnTo>
                  <a:lnTo>
                    <a:pt x="5532220" y="1103399"/>
                  </a:lnTo>
                  <a:lnTo>
                    <a:pt x="5532346" y="1103399"/>
                  </a:lnTo>
                  <a:lnTo>
                    <a:pt x="5532472" y="1103399"/>
                  </a:lnTo>
                  <a:lnTo>
                    <a:pt x="5532598" y="1103399"/>
                  </a:lnTo>
                  <a:lnTo>
                    <a:pt x="5532724" y="1103399"/>
                  </a:lnTo>
                  <a:lnTo>
                    <a:pt x="5532850" y="1103399"/>
                  </a:lnTo>
                  <a:lnTo>
                    <a:pt x="5532976" y="1103399"/>
                  </a:lnTo>
                  <a:lnTo>
                    <a:pt x="5533102" y="1103399"/>
                  </a:lnTo>
                  <a:lnTo>
                    <a:pt x="5533228" y="1103399"/>
                  </a:lnTo>
                  <a:lnTo>
                    <a:pt x="5533355" y="1103399"/>
                  </a:lnTo>
                  <a:lnTo>
                    <a:pt x="5533481" y="1103399"/>
                  </a:lnTo>
                  <a:lnTo>
                    <a:pt x="5533607" y="1103399"/>
                  </a:lnTo>
                  <a:lnTo>
                    <a:pt x="5533733" y="1103399"/>
                  </a:lnTo>
                  <a:lnTo>
                    <a:pt x="5533859" y="1103399"/>
                  </a:lnTo>
                  <a:lnTo>
                    <a:pt x="5533985" y="1103399"/>
                  </a:lnTo>
                  <a:lnTo>
                    <a:pt x="5534111" y="1103399"/>
                  </a:lnTo>
                  <a:lnTo>
                    <a:pt x="5534237" y="1103399"/>
                  </a:lnTo>
                  <a:lnTo>
                    <a:pt x="5534363" y="1103399"/>
                  </a:lnTo>
                  <a:lnTo>
                    <a:pt x="5534489" y="1103399"/>
                  </a:lnTo>
                  <a:lnTo>
                    <a:pt x="5534615" y="1103399"/>
                  </a:lnTo>
                  <a:lnTo>
                    <a:pt x="5534742" y="1103399"/>
                  </a:lnTo>
                  <a:lnTo>
                    <a:pt x="5534868" y="1103399"/>
                  </a:lnTo>
                  <a:lnTo>
                    <a:pt x="5534994" y="1103399"/>
                  </a:lnTo>
                  <a:lnTo>
                    <a:pt x="5535120" y="1103399"/>
                  </a:lnTo>
                  <a:lnTo>
                    <a:pt x="5535246" y="1103399"/>
                  </a:lnTo>
                  <a:lnTo>
                    <a:pt x="5535372" y="1103399"/>
                  </a:lnTo>
                  <a:lnTo>
                    <a:pt x="5535498" y="1103399"/>
                  </a:lnTo>
                  <a:lnTo>
                    <a:pt x="5535624" y="1103399"/>
                  </a:lnTo>
                  <a:lnTo>
                    <a:pt x="5535750" y="1103399"/>
                  </a:lnTo>
                  <a:lnTo>
                    <a:pt x="5535876" y="1103399"/>
                  </a:lnTo>
                  <a:lnTo>
                    <a:pt x="5536002" y="1103399"/>
                  </a:lnTo>
                  <a:lnTo>
                    <a:pt x="5536129" y="1103399"/>
                  </a:lnTo>
                  <a:lnTo>
                    <a:pt x="5536255" y="1103399"/>
                  </a:lnTo>
                  <a:lnTo>
                    <a:pt x="5536381" y="1103399"/>
                  </a:lnTo>
                  <a:lnTo>
                    <a:pt x="5536507" y="1103399"/>
                  </a:lnTo>
                  <a:lnTo>
                    <a:pt x="5536633" y="1103399"/>
                  </a:lnTo>
                  <a:lnTo>
                    <a:pt x="5536759" y="1103399"/>
                  </a:lnTo>
                  <a:lnTo>
                    <a:pt x="5536885" y="1103399"/>
                  </a:lnTo>
                  <a:lnTo>
                    <a:pt x="5537011" y="1103399"/>
                  </a:lnTo>
                  <a:lnTo>
                    <a:pt x="5537137" y="1103399"/>
                  </a:lnTo>
                  <a:lnTo>
                    <a:pt x="5537263" y="1103399"/>
                  </a:lnTo>
                  <a:lnTo>
                    <a:pt x="5537389" y="1103399"/>
                  </a:lnTo>
                  <a:lnTo>
                    <a:pt x="5537515" y="1103399"/>
                  </a:lnTo>
                  <a:lnTo>
                    <a:pt x="5537642" y="1103399"/>
                  </a:lnTo>
                  <a:lnTo>
                    <a:pt x="5537768" y="1103399"/>
                  </a:lnTo>
                  <a:lnTo>
                    <a:pt x="5537894" y="1103399"/>
                  </a:lnTo>
                  <a:lnTo>
                    <a:pt x="5538020" y="1103399"/>
                  </a:lnTo>
                  <a:lnTo>
                    <a:pt x="5538146" y="1103399"/>
                  </a:lnTo>
                  <a:lnTo>
                    <a:pt x="5538272" y="1103399"/>
                  </a:lnTo>
                  <a:lnTo>
                    <a:pt x="5538398" y="1103399"/>
                  </a:lnTo>
                  <a:lnTo>
                    <a:pt x="5538524" y="1103399"/>
                  </a:lnTo>
                  <a:lnTo>
                    <a:pt x="5538650" y="1103399"/>
                  </a:lnTo>
                  <a:lnTo>
                    <a:pt x="5538776" y="1103399"/>
                  </a:lnTo>
                  <a:lnTo>
                    <a:pt x="5538902" y="1103399"/>
                  </a:lnTo>
                  <a:lnTo>
                    <a:pt x="5539029" y="1103399"/>
                  </a:lnTo>
                  <a:lnTo>
                    <a:pt x="5539155" y="1103399"/>
                  </a:lnTo>
                  <a:lnTo>
                    <a:pt x="5539281" y="1103399"/>
                  </a:lnTo>
                  <a:lnTo>
                    <a:pt x="5539407" y="1103399"/>
                  </a:lnTo>
                  <a:lnTo>
                    <a:pt x="5539533" y="1103399"/>
                  </a:lnTo>
                  <a:lnTo>
                    <a:pt x="5539659" y="1103399"/>
                  </a:lnTo>
                  <a:lnTo>
                    <a:pt x="5539785" y="1103399"/>
                  </a:lnTo>
                  <a:lnTo>
                    <a:pt x="5539785" y="1098119"/>
                  </a:lnTo>
                  <a:lnTo>
                    <a:pt x="5539911" y="1098119"/>
                  </a:lnTo>
                  <a:lnTo>
                    <a:pt x="5540037" y="1098119"/>
                  </a:lnTo>
                  <a:lnTo>
                    <a:pt x="5540163" y="1098119"/>
                  </a:lnTo>
                  <a:lnTo>
                    <a:pt x="5540289" y="1098119"/>
                  </a:lnTo>
                  <a:lnTo>
                    <a:pt x="5540415" y="1098119"/>
                  </a:lnTo>
                  <a:lnTo>
                    <a:pt x="5540542" y="1098119"/>
                  </a:lnTo>
                  <a:lnTo>
                    <a:pt x="5540668" y="1098119"/>
                  </a:lnTo>
                  <a:lnTo>
                    <a:pt x="5540794" y="1098119"/>
                  </a:lnTo>
                  <a:lnTo>
                    <a:pt x="5540920" y="1098119"/>
                  </a:lnTo>
                  <a:lnTo>
                    <a:pt x="5541046" y="1098119"/>
                  </a:lnTo>
                  <a:lnTo>
                    <a:pt x="5541172" y="1098119"/>
                  </a:lnTo>
                  <a:lnTo>
                    <a:pt x="5541298" y="1098119"/>
                  </a:lnTo>
                  <a:lnTo>
                    <a:pt x="5541424" y="1098119"/>
                  </a:lnTo>
                  <a:lnTo>
                    <a:pt x="5541550" y="1098119"/>
                  </a:lnTo>
                  <a:lnTo>
                    <a:pt x="5541676" y="1098119"/>
                  </a:lnTo>
                  <a:lnTo>
                    <a:pt x="5541802" y="1098119"/>
                  </a:lnTo>
                  <a:lnTo>
                    <a:pt x="5541929" y="1098119"/>
                  </a:lnTo>
                  <a:lnTo>
                    <a:pt x="5542055" y="1098119"/>
                  </a:lnTo>
                  <a:lnTo>
                    <a:pt x="5542181" y="1098119"/>
                  </a:lnTo>
                  <a:lnTo>
                    <a:pt x="5542307" y="1098119"/>
                  </a:lnTo>
                  <a:lnTo>
                    <a:pt x="5542433" y="1098119"/>
                  </a:lnTo>
                  <a:lnTo>
                    <a:pt x="5542559" y="1098119"/>
                  </a:lnTo>
                  <a:lnTo>
                    <a:pt x="5542685" y="1098119"/>
                  </a:lnTo>
                  <a:lnTo>
                    <a:pt x="5542811" y="1098119"/>
                  </a:lnTo>
                  <a:lnTo>
                    <a:pt x="5542937" y="1098119"/>
                  </a:lnTo>
                  <a:lnTo>
                    <a:pt x="5543063" y="1098119"/>
                  </a:lnTo>
                  <a:lnTo>
                    <a:pt x="5543189" y="1098119"/>
                  </a:lnTo>
                  <a:lnTo>
                    <a:pt x="5543316" y="1098119"/>
                  </a:lnTo>
                  <a:lnTo>
                    <a:pt x="5543442" y="1098119"/>
                  </a:lnTo>
                  <a:lnTo>
                    <a:pt x="5543568" y="1098119"/>
                  </a:lnTo>
                  <a:lnTo>
                    <a:pt x="5543694" y="1098119"/>
                  </a:lnTo>
                  <a:lnTo>
                    <a:pt x="5543820" y="1098119"/>
                  </a:lnTo>
                  <a:lnTo>
                    <a:pt x="5543946" y="1098119"/>
                  </a:lnTo>
                  <a:lnTo>
                    <a:pt x="5544072" y="1098119"/>
                  </a:lnTo>
                  <a:lnTo>
                    <a:pt x="5544198" y="1098119"/>
                  </a:lnTo>
                  <a:lnTo>
                    <a:pt x="5544324" y="1098119"/>
                  </a:lnTo>
                  <a:lnTo>
                    <a:pt x="5544450" y="1098119"/>
                  </a:lnTo>
                  <a:lnTo>
                    <a:pt x="5544576" y="1098119"/>
                  </a:lnTo>
                  <a:lnTo>
                    <a:pt x="5544702" y="1098119"/>
                  </a:lnTo>
                  <a:lnTo>
                    <a:pt x="5544829" y="1098119"/>
                  </a:lnTo>
                  <a:lnTo>
                    <a:pt x="5544955" y="1098119"/>
                  </a:lnTo>
                  <a:lnTo>
                    <a:pt x="5545081" y="1098119"/>
                  </a:lnTo>
                  <a:lnTo>
                    <a:pt x="5545081" y="1092840"/>
                  </a:lnTo>
                  <a:lnTo>
                    <a:pt x="5545207" y="1092840"/>
                  </a:lnTo>
                  <a:lnTo>
                    <a:pt x="5545333" y="1092840"/>
                  </a:lnTo>
                  <a:lnTo>
                    <a:pt x="5545459" y="1092840"/>
                  </a:lnTo>
                  <a:lnTo>
                    <a:pt x="5545585" y="1092840"/>
                  </a:lnTo>
                  <a:lnTo>
                    <a:pt x="5545711" y="1092840"/>
                  </a:lnTo>
                  <a:lnTo>
                    <a:pt x="5545837" y="1092840"/>
                  </a:lnTo>
                  <a:lnTo>
                    <a:pt x="5545963" y="1092840"/>
                  </a:lnTo>
                  <a:lnTo>
                    <a:pt x="5546089" y="1092840"/>
                  </a:lnTo>
                  <a:lnTo>
                    <a:pt x="5546216" y="1092840"/>
                  </a:lnTo>
                  <a:lnTo>
                    <a:pt x="5546342" y="1092840"/>
                  </a:lnTo>
                  <a:lnTo>
                    <a:pt x="5546468" y="1092840"/>
                  </a:lnTo>
                  <a:lnTo>
                    <a:pt x="5546594" y="1092840"/>
                  </a:lnTo>
                  <a:lnTo>
                    <a:pt x="5546720" y="1092840"/>
                  </a:lnTo>
                  <a:lnTo>
                    <a:pt x="5546846" y="1092840"/>
                  </a:lnTo>
                  <a:lnTo>
                    <a:pt x="5546972" y="1092840"/>
                  </a:lnTo>
                  <a:lnTo>
                    <a:pt x="5547098" y="1092840"/>
                  </a:lnTo>
                  <a:lnTo>
                    <a:pt x="5547224" y="1092840"/>
                  </a:lnTo>
                  <a:lnTo>
                    <a:pt x="5547350" y="1092840"/>
                  </a:lnTo>
                  <a:lnTo>
                    <a:pt x="5547476" y="1092840"/>
                  </a:lnTo>
                  <a:lnTo>
                    <a:pt x="5547602" y="1092840"/>
                  </a:lnTo>
                  <a:lnTo>
                    <a:pt x="5547729" y="1092840"/>
                  </a:lnTo>
                  <a:lnTo>
                    <a:pt x="5547855" y="1092840"/>
                  </a:lnTo>
                  <a:lnTo>
                    <a:pt x="5547981" y="1092840"/>
                  </a:lnTo>
                  <a:lnTo>
                    <a:pt x="5548107" y="1092840"/>
                  </a:lnTo>
                  <a:lnTo>
                    <a:pt x="5548233" y="1092840"/>
                  </a:lnTo>
                  <a:lnTo>
                    <a:pt x="5548359" y="1092840"/>
                  </a:lnTo>
                  <a:lnTo>
                    <a:pt x="5548485" y="1092840"/>
                  </a:lnTo>
                  <a:lnTo>
                    <a:pt x="5548611" y="1092840"/>
                  </a:lnTo>
                  <a:lnTo>
                    <a:pt x="5548737" y="1092840"/>
                  </a:lnTo>
                  <a:lnTo>
                    <a:pt x="5548863" y="1092840"/>
                  </a:lnTo>
                  <a:lnTo>
                    <a:pt x="5548989" y="1092840"/>
                  </a:lnTo>
                  <a:lnTo>
                    <a:pt x="5549116" y="1092840"/>
                  </a:lnTo>
                  <a:lnTo>
                    <a:pt x="5549242" y="1092840"/>
                  </a:lnTo>
                  <a:lnTo>
                    <a:pt x="5549368" y="1092840"/>
                  </a:lnTo>
                  <a:lnTo>
                    <a:pt x="5549494" y="1092840"/>
                  </a:lnTo>
                  <a:lnTo>
                    <a:pt x="5549620" y="1092840"/>
                  </a:lnTo>
                  <a:lnTo>
                    <a:pt x="5549746" y="1092840"/>
                  </a:lnTo>
                  <a:lnTo>
                    <a:pt x="5549872" y="1092840"/>
                  </a:lnTo>
                  <a:lnTo>
                    <a:pt x="5549998" y="1092840"/>
                  </a:lnTo>
                  <a:lnTo>
                    <a:pt x="5550124" y="1092840"/>
                  </a:lnTo>
                  <a:lnTo>
                    <a:pt x="5550250" y="1092840"/>
                  </a:lnTo>
                  <a:lnTo>
                    <a:pt x="5550376" y="1092840"/>
                  </a:lnTo>
                  <a:lnTo>
                    <a:pt x="5550502" y="1092840"/>
                  </a:lnTo>
                  <a:lnTo>
                    <a:pt x="5550629" y="1092840"/>
                  </a:lnTo>
                  <a:lnTo>
                    <a:pt x="5550755" y="1092840"/>
                  </a:lnTo>
                  <a:lnTo>
                    <a:pt x="5550881" y="1092840"/>
                  </a:lnTo>
                  <a:lnTo>
                    <a:pt x="5551007" y="1092840"/>
                  </a:lnTo>
                  <a:lnTo>
                    <a:pt x="5551133" y="1092840"/>
                  </a:lnTo>
                  <a:lnTo>
                    <a:pt x="5551259" y="1092840"/>
                  </a:lnTo>
                  <a:lnTo>
                    <a:pt x="5551385" y="1092840"/>
                  </a:lnTo>
                  <a:lnTo>
                    <a:pt x="5551511" y="1092840"/>
                  </a:lnTo>
                  <a:lnTo>
                    <a:pt x="5551637" y="1092840"/>
                  </a:lnTo>
                  <a:lnTo>
                    <a:pt x="5551763" y="1092840"/>
                  </a:lnTo>
                  <a:lnTo>
                    <a:pt x="5551889" y="1092840"/>
                  </a:lnTo>
                  <a:lnTo>
                    <a:pt x="5552016" y="1092840"/>
                  </a:lnTo>
                  <a:lnTo>
                    <a:pt x="5552142" y="1092840"/>
                  </a:lnTo>
                  <a:lnTo>
                    <a:pt x="5552268" y="1092840"/>
                  </a:lnTo>
                  <a:lnTo>
                    <a:pt x="5552394" y="1092840"/>
                  </a:lnTo>
                  <a:lnTo>
                    <a:pt x="5552520" y="1092840"/>
                  </a:lnTo>
                  <a:lnTo>
                    <a:pt x="5552646" y="1092840"/>
                  </a:lnTo>
                  <a:lnTo>
                    <a:pt x="5552646" y="1087560"/>
                  </a:lnTo>
                  <a:lnTo>
                    <a:pt x="5552772" y="1087560"/>
                  </a:lnTo>
                  <a:lnTo>
                    <a:pt x="5552898" y="1087560"/>
                  </a:lnTo>
                  <a:lnTo>
                    <a:pt x="5553024" y="1087560"/>
                  </a:lnTo>
                  <a:lnTo>
                    <a:pt x="5553150" y="1087560"/>
                  </a:lnTo>
                  <a:lnTo>
                    <a:pt x="5553276" y="1087560"/>
                  </a:lnTo>
                  <a:lnTo>
                    <a:pt x="5553403" y="1087560"/>
                  </a:lnTo>
                  <a:lnTo>
                    <a:pt x="5553529" y="1087560"/>
                  </a:lnTo>
                  <a:lnTo>
                    <a:pt x="5553655" y="1087560"/>
                  </a:lnTo>
                  <a:lnTo>
                    <a:pt x="5553781" y="1087560"/>
                  </a:lnTo>
                  <a:lnTo>
                    <a:pt x="5553907" y="1087560"/>
                  </a:lnTo>
                  <a:lnTo>
                    <a:pt x="5554033" y="1087560"/>
                  </a:lnTo>
                  <a:lnTo>
                    <a:pt x="5554159" y="1087560"/>
                  </a:lnTo>
                  <a:lnTo>
                    <a:pt x="5554285" y="1087560"/>
                  </a:lnTo>
                  <a:lnTo>
                    <a:pt x="5554411" y="1087560"/>
                  </a:lnTo>
                  <a:lnTo>
                    <a:pt x="5554537" y="1087560"/>
                  </a:lnTo>
                  <a:lnTo>
                    <a:pt x="5554663" y="1087560"/>
                  </a:lnTo>
                  <a:lnTo>
                    <a:pt x="5554789" y="1087560"/>
                  </a:lnTo>
                  <a:lnTo>
                    <a:pt x="5554916" y="1087560"/>
                  </a:lnTo>
                  <a:lnTo>
                    <a:pt x="5555042" y="1087560"/>
                  </a:lnTo>
                  <a:lnTo>
                    <a:pt x="5555168" y="1087560"/>
                  </a:lnTo>
                  <a:lnTo>
                    <a:pt x="5555294" y="1087560"/>
                  </a:lnTo>
                  <a:lnTo>
                    <a:pt x="5555420" y="1087560"/>
                  </a:lnTo>
                  <a:lnTo>
                    <a:pt x="5555546" y="1087560"/>
                  </a:lnTo>
                  <a:lnTo>
                    <a:pt x="5555672" y="1087560"/>
                  </a:lnTo>
                  <a:lnTo>
                    <a:pt x="5555798" y="1087560"/>
                  </a:lnTo>
                  <a:lnTo>
                    <a:pt x="5555924" y="1087560"/>
                  </a:lnTo>
                  <a:lnTo>
                    <a:pt x="5556050" y="1087560"/>
                  </a:lnTo>
                  <a:lnTo>
                    <a:pt x="5556176" y="1087560"/>
                  </a:lnTo>
                  <a:lnTo>
                    <a:pt x="5556303" y="1087560"/>
                  </a:lnTo>
                  <a:lnTo>
                    <a:pt x="5556429" y="1087560"/>
                  </a:lnTo>
                  <a:lnTo>
                    <a:pt x="5556555" y="1087560"/>
                  </a:lnTo>
                  <a:lnTo>
                    <a:pt x="5556681" y="1087560"/>
                  </a:lnTo>
                  <a:lnTo>
                    <a:pt x="5556807" y="1087560"/>
                  </a:lnTo>
                  <a:lnTo>
                    <a:pt x="5556933" y="1087560"/>
                  </a:lnTo>
                  <a:lnTo>
                    <a:pt x="5557059" y="1087560"/>
                  </a:lnTo>
                  <a:lnTo>
                    <a:pt x="5557185" y="1087560"/>
                  </a:lnTo>
                  <a:lnTo>
                    <a:pt x="5557311" y="1087560"/>
                  </a:lnTo>
                  <a:lnTo>
                    <a:pt x="5557437" y="1087560"/>
                  </a:lnTo>
                  <a:lnTo>
                    <a:pt x="5557563" y="1087560"/>
                  </a:lnTo>
                  <a:lnTo>
                    <a:pt x="5557689" y="1087560"/>
                  </a:lnTo>
                  <a:lnTo>
                    <a:pt x="5557816" y="1087560"/>
                  </a:lnTo>
                  <a:lnTo>
                    <a:pt x="5557942" y="1087560"/>
                  </a:lnTo>
                  <a:lnTo>
                    <a:pt x="5558068" y="1087560"/>
                  </a:lnTo>
                  <a:lnTo>
                    <a:pt x="5558194" y="1087560"/>
                  </a:lnTo>
                  <a:lnTo>
                    <a:pt x="5558320" y="1087560"/>
                  </a:lnTo>
                  <a:lnTo>
                    <a:pt x="5558446" y="1087560"/>
                  </a:lnTo>
                  <a:lnTo>
                    <a:pt x="5558572" y="1087560"/>
                  </a:lnTo>
                  <a:lnTo>
                    <a:pt x="5558698" y="1087560"/>
                  </a:lnTo>
                  <a:lnTo>
                    <a:pt x="5558824" y="1087560"/>
                  </a:lnTo>
                  <a:lnTo>
                    <a:pt x="5558950" y="1087560"/>
                  </a:lnTo>
                  <a:lnTo>
                    <a:pt x="5559076" y="1087560"/>
                  </a:lnTo>
                  <a:lnTo>
                    <a:pt x="5559203" y="1087560"/>
                  </a:lnTo>
                  <a:lnTo>
                    <a:pt x="5559329" y="1087560"/>
                  </a:lnTo>
                  <a:lnTo>
                    <a:pt x="5559455" y="1087560"/>
                  </a:lnTo>
                  <a:lnTo>
                    <a:pt x="5559581" y="1087560"/>
                  </a:lnTo>
                  <a:lnTo>
                    <a:pt x="5559707" y="1087560"/>
                  </a:lnTo>
                  <a:lnTo>
                    <a:pt x="5559833" y="1087560"/>
                  </a:lnTo>
                  <a:lnTo>
                    <a:pt x="5559959" y="1087560"/>
                  </a:lnTo>
                  <a:lnTo>
                    <a:pt x="5560085" y="1087560"/>
                  </a:lnTo>
                  <a:lnTo>
                    <a:pt x="5560211" y="1087560"/>
                  </a:lnTo>
                  <a:lnTo>
                    <a:pt x="5560337" y="1087560"/>
                  </a:lnTo>
                  <a:lnTo>
                    <a:pt x="5560463" y="1087560"/>
                  </a:lnTo>
                  <a:lnTo>
                    <a:pt x="5560590" y="1087560"/>
                  </a:lnTo>
                  <a:lnTo>
                    <a:pt x="5560716" y="1087560"/>
                  </a:lnTo>
                  <a:lnTo>
                    <a:pt x="5560842" y="1087560"/>
                  </a:lnTo>
                  <a:lnTo>
                    <a:pt x="5560968" y="1087560"/>
                  </a:lnTo>
                  <a:lnTo>
                    <a:pt x="5561094" y="1087560"/>
                  </a:lnTo>
                  <a:lnTo>
                    <a:pt x="5561220" y="1087560"/>
                  </a:lnTo>
                  <a:lnTo>
                    <a:pt x="5561346" y="1087560"/>
                  </a:lnTo>
                  <a:lnTo>
                    <a:pt x="5561472" y="1087560"/>
                  </a:lnTo>
                  <a:lnTo>
                    <a:pt x="5561598" y="1087560"/>
                  </a:lnTo>
                  <a:lnTo>
                    <a:pt x="5561724" y="1087560"/>
                  </a:lnTo>
                  <a:lnTo>
                    <a:pt x="5561850" y="1087560"/>
                  </a:lnTo>
                  <a:lnTo>
                    <a:pt x="5561976" y="1087560"/>
                  </a:lnTo>
                  <a:lnTo>
                    <a:pt x="5562103" y="1087560"/>
                  </a:lnTo>
                  <a:lnTo>
                    <a:pt x="5562229" y="1087560"/>
                  </a:lnTo>
                  <a:lnTo>
                    <a:pt x="5562355" y="1087560"/>
                  </a:lnTo>
                  <a:lnTo>
                    <a:pt x="5562481" y="1087560"/>
                  </a:lnTo>
                  <a:lnTo>
                    <a:pt x="5562607" y="1087560"/>
                  </a:lnTo>
                  <a:lnTo>
                    <a:pt x="5562733" y="1087560"/>
                  </a:lnTo>
                  <a:lnTo>
                    <a:pt x="5562859" y="1087560"/>
                  </a:lnTo>
                  <a:lnTo>
                    <a:pt x="5562985" y="1087560"/>
                  </a:lnTo>
                  <a:lnTo>
                    <a:pt x="5563111" y="1087560"/>
                  </a:lnTo>
                  <a:lnTo>
                    <a:pt x="5563237" y="1087560"/>
                  </a:lnTo>
                  <a:lnTo>
                    <a:pt x="5563363" y="1087560"/>
                  </a:lnTo>
                  <a:lnTo>
                    <a:pt x="5563490" y="1087560"/>
                  </a:lnTo>
                  <a:lnTo>
                    <a:pt x="5563616" y="1087560"/>
                  </a:lnTo>
                  <a:lnTo>
                    <a:pt x="5563742" y="1087560"/>
                  </a:lnTo>
                  <a:lnTo>
                    <a:pt x="5563868" y="1087560"/>
                  </a:lnTo>
                  <a:lnTo>
                    <a:pt x="5563994" y="1087560"/>
                  </a:lnTo>
                  <a:lnTo>
                    <a:pt x="5564120" y="1087560"/>
                  </a:lnTo>
                  <a:lnTo>
                    <a:pt x="5564246" y="1087560"/>
                  </a:lnTo>
                  <a:lnTo>
                    <a:pt x="5564372" y="1087560"/>
                  </a:lnTo>
                  <a:lnTo>
                    <a:pt x="5564498" y="1087560"/>
                  </a:lnTo>
                  <a:lnTo>
                    <a:pt x="5564624" y="1087560"/>
                  </a:lnTo>
                  <a:lnTo>
                    <a:pt x="5564750" y="1087560"/>
                  </a:lnTo>
                  <a:lnTo>
                    <a:pt x="5564876" y="1087560"/>
                  </a:lnTo>
                  <a:lnTo>
                    <a:pt x="5565003" y="1087560"/>
                  </a:lnTo>
                  <a:lnTo>
                    <a:pt x="5565129" y="1087560"/>
                  </a:lnTo>
                  <a:lnTo>
                    <a:pt x="5565255" y="1087560"/>
                  </a:lnTo>
                  <a:lnTo>
                    <a:pt x="5565381" y="1087560"/>
                  </a:lnTo>
                  <a:lnTo>
                    <a:pt x="5565507" y="1087560"/>
                  </a:lnTo>
                  <a:lnTo>
                    <a:pt x="5565633" y="1087560"/>
                  </a:lnTo>
                  <a:lnTo>
                    <a:pt x="5565633" y="1082281"/>
                  </a:lnTo>
                  <a:lnTo>
                    <a:pt x="5565759" y="1082281"/>
                  </a:lnTo>
                  <a:lnTo>
                    <a:pt x="5565885" y="1082281"/>
                  </a:lnTo>
                  <a:lnTo>
                    <a:pt x="5566011" y="1082281"/>
                  </a:lnTo>
                  <a:lnTo>
                    <a:pt x="5566137" y="1082281"/>
                  </a:lnTo>
                  <a:lnTo>
                    <a:pt x="5566263" y="1082281"/>
                  </a:lnTo>
                  <a:lnTo>
                    <a:pt x="5566390" y="1082281"/>
                  </a:lnTo>
                  <a:lnTo>
                    <a:pt x="5566516" y="1082281"/>
                  </a:lnTo>
                  <a:lnTo>
                    <a:pt x="5566642" y="1082281"/>
                  </a:lnTo>
                  <a:lnTo>
                    <a:pt x="5566642" y="1077001"/>
                  </a:lnTo>
                  <a:lnTo>
                    <a:pt x="5566768" y="1077001"/>
                  </a:lnTo>
                  <a:lnTo>
                    <a:pt x="5566894" y="1077001"/>
                  </a:lnTo>
                  <a:lnTo>
                    <a:pt x="5567020" y="1077001"/>
                  </a:lnTo>
                  <a:lnTo>
                    <a:pt x="5567146" y="1077001"/>
                  </a:lnTo>
                  <a:lnTo>
                    <a:pt x="5567272" y="1077001"/>
                  </a:lnTo>
                  <a:lnTo>
                    <a:pt x="5567398" y="1077001"/>
                  </a:lnTo>
                  <a:lnTo>
                    <a:pt x="5567524" y="1077001"/>
                  </a:lnTo>
                  <a:lnTo>
                    <a:pt x="5567650" y="1077001"/>
                  </a:lnTo>
                  <a:lnTo>
                    <a:pt x="5567777" y="1077001"/>
                  </a:lnTo>
                  <a:lnTo>
                    <a:pt x="5567903" y="1077001"/>
                  </a:lnTo>
                  <a:lnTo>
                    <a:pt x="5568029" y="1077001"/>
                  </a:lnTo>
                  <a:lnTo>
                    <a:pt x="5568155" y="1077001"/>
                  </a:lnTo>
                  <a:lnTo>
                    <a:pt x="5568281" y="1077001"/>
                  </a:lnTo>
                  <a:lnTo>
                    <a:pt x="5568407" y="1077001"/>
                  </a:lnTo>
                  <a:lnTo>
                    <a:pt x="5568533" y="1077001"/>
                  </a:lnTo>
                  <a:lnTo>
                    <a:pt x="5568659" y="1077001"/>
                  </a:lnTo>
                  <a:lnTo>
                    <a:pt x="5568785" y="1077001"/>
                  </a:lnTo>
                  <a:lnTo>
                    <a:pt x="5568911" y="1077001"/>
                  </a:lnTo>
                  <a:lnTo>
                    <a:pt x="5569037" y="1077001"/>
                  </a:lnTo>
                  <a:lnTo>
                    <a:pt x="5569163" y="1077001"/>
                  </a:lnTo>
                  <a:lnTo>
                    <a:pt x="5569290" y="1077001"/>
                  </a:lnTo>
                  <a:lnTo>
                    <a:pt x="5569416" y="1077001"/>
                  </a:lnTo>
                  <a:lnTo>
                    <a:pt x="5569542" y="1077001"/>
                  </a:lnTo>
                  <a:lnTo>
                    <a:pt x="5569668" y="1077001"/>
                  </a:lnTo>
                  <a:lnTo>
                    <a:pt x="5569794" y="1077001"/>
                  </a:lnTo>
                  <a:lnTo>
                    <a:pt x="5569920" y="1077001"/>
                  </a:lnTo>
                  <a:lnTo>
                    <a:pt x="5570046" y="1077001"/>
                  </a:lnTo>
                  <a:lnTo>
                    <a:pt x="5570172" y="1077001"/>
                  </a:lnTo>
                  <a:lnTo>
                    <a:pt x="5570298" y="1077001"/>
                  </a:lnTo>
                  <a:lnTo>
                    <a:pt x="5570424" y="1077001"/>
                  </a:lnTo>
                  <a:lnTo>
                    <a:pt x="5570550" y="1077001"/>
                  </a:lnTo>
                  <a:lnTo>
                    <a:pt x="5570677" y="1077001"/>
                  </a:lnTo>
                  <a:lnTo>
                    <a:pt x="5570803" y="1077001"/>
                  </a:lnTo>
                  <a:lnTo>
                    <a:pt x="5570929" y="1077001"/>
                  </a:lnTo>
                  <a:lnTo>
                    <a:pt x="5571055" y="1077001"/>
                  </a:lnTo>
                  <a:lnTo>
                    <a:pt x="5571181" y="1077001"/>
                  </a:lnTo>
                  <a:lnTo>
                    <a:pt x="5571307" y="1077001"/>
                  </a:lnTo>
                  <a:lnTo>
                    <a:pt x="5571433" y="1077001"/>
                  </a:lnTo>
                  <a:lnTo>
                    <a:pt x="5571559" y="1077001"/>
                  </a:lnTo>
                  <a:lnTo>
                    <a:pt x="5571685" y="1077001"/>
                  </a:lnTo>
                  <a:lnTo>
                    <a:pt x="5571811" y="1077001"/>
                  </a:lnTo>
                  <a:lnTo>
                    <a:pt x="5571937" y="1077001"/>
                  </a:lnTo>
                  <a:lnTo>
                    <a:pt x="5572063" y="1077001"/>
                  </a:lnTo>
                  <a:lnTo>
                    <a:pt x="5572190" y="1077001"/>
                  </a:lnTo>
                  <a:lnTo>
                    <a:pt x="5572316" y="1077001"/>
                  </a:lnTo>
                  <a:lnTo>
                    <a:pt x="5572442" y="1077001"/>
                  </a:lnTo>
                  <a:lnTo>
                    <a:pt x="5572568" y="1077001"/>
                  </a:lnTo>
                  <a:lnTo>
                    <a:pt x="5572694" y="1077001"/>
                  </a:lnTo>
                  <a:lnTo>
                    <a:pt x="5572820" y="1077001"/>
                  </a:lnTo>
                  <a:lnTo>
                    <a:pt x="5572946" y="1077001"/>
                  </a:lnTo>
                  <a:lnTo>
                    <a:pt x="5573072" y="1077001"/>
                  </a:lnTo>
                  <a:lnTo>
                    <a:pt x="5573198" y="1077001"/>
                  </a:lnTo>
                  <a:lnTo>
                    <a:pt x="5573324" y="1077001"/>
                  </a:lnTo>
                  <a:lnTo>
                    <a:pt x="5573450" y="1077001"/>
                  </a:lnTo>
                  <a:lnTo>
                    <a:pt x="5573577" y="1077001"/>
                  </a:lnTo>
                  <a:lnTo>
                    <a:pt x="5573703" y="1077001"/>
                  </a:lnTo>
                  <a:lnTo>
                    <a:pt x="5573829" y="1077001"/>
                  </a:lnTo>
                  <a:lnTo>
                    <a:pt x="5573955" y="1077001"/>
                  </a:lnTo>
                  <a:lnTo>
                    <a:pt x="5574081" y="1077001"/>
                  </a:lnTo>
                  <a:lnTo>
                    <a:pt x="5574207" y="1077001"/>
                  </a:lnTo>
                  <a:lnTo>
                    <a:pt x="5574333" y="1077001"/>
                  </a:lnTo>
                  <a:lnTo>
                    <a:pt x="5574459" y="1077001"/>
                  </a:lnTo>
                  <a:lnTo>
                    <a:pt x="5574585" y="1077001"/>
                  </a:lnTo>
                  <a:lnTo>
                    <a:pt x="5574711" y="1077001"/>
                  </a:lnTo>
                  <a:lnTo>
                    <a:pt x="5574837" y="1077001"/>
                  </a:lnTo>
                  <a:lnTo>
                    <a:pt x="5574963" y="1077001"/>
                  </a:lnTo>
                  <a:lnTo>
                    <a:pt x="5575090" y="1077001"/>
                  </a:lnTo>
                  <a:lnTo>
                    <a:pt x="5575216" y="1077001"/>
                  </a:lnTo>
                  <a:lnTo>
                    <a:pt x="5575342" y="1077001"/>
                  </a:lnTo>
                  <a:lnTo>
                    <a:pt x="5575468" y="1077001"/>
                  </a:lnTo>
                  <a:lnTo>
                    <a:pt x="5575594" y="1077001"/>
                  </a:lnTo>
                  <a:lnTo>
                    <a:pt x="5575720" y="1077001"/>
                  </a:lnTo>
                  <a:lnTo>
                    <a:pt x="5575846" y="1077001"/>
                  </a:lnTo>
                  <a:lnTo>
                    <a:pt x="5575972" y="1077001"/>
                  </a:lnTo>
                  <a:lnTo>
                    <a:pt x="5576098" y="1077001"/>
                  </a:lnTo>
                  <a:lnTo>
                    <a:pt x="5576224" y="1077001"/>
                  </a:lnTo>
                  <a:lnTo>
                    <a:pt x="5576350" y="1077001"/>
                  </a:lnTo>
                  <a:lnTo>
                    <a:pt x="5576477" y="1077001"/>
                  </a:lnTo>
                  <a:lnTo>
                    <a:pt x="5576603" y="1077001"/>
                  </a:lnTo>
                  <a:lnTo>
                    <a:pt x="5576729" y="1077001"/>
                  </a:lnTo>
                  <a:lnTo>
                    <a:pt x="5576855" y="1077001"/>
                  </a:lnTo>
                  <a:lnTo>
                    <a:pt x="5576981" y="1077001"/>
                  </a:lnTo>
                  <a:lnTo>
                    <a:pt x="5577107" y="1077001"/>
                  </a:lnTo>
                  <a:lnTo>
                    <a:pt x="5577233" y="1077001"/>
                  </a:lnTo>
                  <a:lnTo>
                    <a:pt x="5577359" y="1077001"/>
                  </a:lnTo>
                  <a:lnTo>
                    <a:pt x="5577485" y="1077001"/>
                  </a:lnTo>
                  <a:lnTo>
                    <a:pt x="5577611" y="1077001"/>
                  </a:lnTo>
                  <a:lnTo>
                    <a:pt x="5577737" y="1077001"/>
                  </a:lnTo>
                  <a:lnTo>
                    <a:pt x="5577864" y="1077001"/>
                  </a:lnTo>
                  <a:lnTo>
                    <a:pt x="5577990" y="1077001"/>
                  </a:lnTo>
                  <a:lnTo>
                    <a:pt x="5578116" y="1077001"/>
                  </a:lnTo>
                  <a:lnTo>
                    <a:pt x="5578242" y="1077001"/>
                  </a:lnTo>
                  <a:lnTo>
                    <a:pt x="5578368" y="1077001"/>
                  </a:lnTo>
                  <a:lnTo>
                    <a:pt x="5578494" y="1077001"/>
                  </a:lnTo>
                  <a:lnTo>
                    <a:pt x="5578620" y="1077001"/>
                  </a:lnTo>
                  <a:lnTo>
                    <a:pt x="5578746" y="1077001"/>
                  </a:lnTo>
                  <a:lnTo>
                    <a:pt x="5578872" y="1077001"/>
                  </a:lnTo>
                  <a:lnTo>
                    <a:pt x="5578998" y="1077001"/>
                  </a:lnTo>
                  <a:lnTo>
                    <a:pt x="5579124" y="1077001"/>
                  </a:lnTo>
                  <a:lnTo>
                    <a:pt x="5579250" y="1077001"/>
                  </a:lnTo>
                  <a:lnTo>
                    <a:pt x="5579377" y="1077001"/>
                  </a:lnTo>
                  <a:lnTo>
                    <a:pt x="5579503" y="1077001"/>
                  </a:lnTo>
                  <a:lnTo>
                    <a:pt x="5579629" y="1077001"/>
                  </a:lnTo>
                  <a:lnTo>
                    <a:pt x="5579755" y="1077001"/>
                  </a:lnTo>
                  <a:lnTo>
                    <a:pt x="5579881" y="1077001"/>
                  </a:lnTo>
                  <a:lnTo>
                    <a:pt x="5580007" y="1077001"/>
                  </a:lnTo>
                  <a:lnTo>
                    <a:pt x="5580133" y="1077001"/>
                  </a:lnTo>
                  <a:lnTo>
                    <a:pt x="5580259" y="1077001"/>
                  </a:lnTo>
                  <a:lnTo>
                    <a:pt x="5580385" y="1077001"/>
                  </a:lnTo>
                  <a:lnTo>
                    <a:pt x="5580511" y="1077001"/>
                  </a:lnTo>
                  <a:lnTo>
                    <a:pt x="5580637" y="1077001"/>
                  </a:lnTo>
                  <a:lnTo>
                    <a:pt x="5580764" y="1077001"/>
                  </a:lnTo>
                  <a:lnTo>
                    <a:pt x="5580890" y="1077001"/>
                  </a:lnTo>
                  <a:lnTo>
                    <a:pt x="5581016" y="1077001"/>
                  </a:lnTo>
                  <a:lnTo>
                    <a:pt x="5581142" y="1077001"/>
                  </a:lnTo>
                  <a:lnTo>
                    <a:pt x="5581268" y="1077001"/>
                  </a:lnTo>
                  <a:lnTo>
                    <a:pt x="5581394" y="1077001"/>
                  </a:lnTo>
                  <a:lnTo>
                    <a:pt x="5581520" y="1077001"/>
                  </a:lnTo>
                  <a:lnTo>
                    <a:pt x="5581646" y="1077001"/>
                  </a:lnTo>
                  <a:lnTo>
                    <a:pt x="5581772" y="1077001"/>
                  </a:lnTo>
                  <a:lnTo>
                    <a:pt x="5581898" y="1077001"/>
                  </a:lnTo>
                  <a:lnTo>
                    <a:pt x="5582024" y="1077001"/>
                  </a:lnTo>
                  <a:lnTo>
                    <a:pt x="5582150" y="1077001"/>
                  </a:lnTo>
                  <a:lnTo>
                    <a:pt x="5582277" y="1077001"/>
                  </a:lnTo>
                  <a:lnTo>
                    <a:pt x="5582403" y="1077001"/>
                  </a:lnTo>
                  <a:lnTo>
                    <a:pt x="5582529" y="1077001"/>
                  </a:lnTo>
                  <a:lnTo>
                    <a:pt x="5582655" y="1077001"/>
                  </a:lnTo>
                  <a:lnTo>
                    <a:pt x="5582781" y="1077001"/>
                  </a:lnTo>
                  <a:lnTo>
                    <a:pt x="5582907" y="1077001"/>
                  </a:lnTo>
                  <a:lnTo>
                    <a:pt x="5583033" y="1077001"/>
                  </a:lnTo>
                  <a:lnTo>
                    <a:pt x="5583159" y="1077001"/>
                  </a:lnTo>
                  <a:lnTo>
                    <a:pt x="5583285" y="1077001"/>
                  </a:lnTo>
                  <a:lnTo>
                    <a:pt x="5583411" y="1077001"/>
                  </a:lnTo>
                  <a:lnTo>
                    <a:pt x="5583537" y="1077001"/>
                  </a:lnTo>
                  <a:lnTo>
                    <a:pt x="5583664" y="1077001"/>
                  </a:lnTo>
                  <a:lnTo>
                    <a:pt x="5583790" y="1077001"/>
                  </a:lnTo>
                  <a:lnTo>
                    <a:pt x="5583916" y="1077001"/>
                  </a:lnTo>
                  <a:lnTo>
                    <a:pt x="5584042" y="1077001"/>
                  </a:lnTo>
                  <a:lnTo>
                    <a:pt x="5584168" y="1077001"/>
                  </a:lnTo>
                  <a:lnTo>
                    <a:pt x="5584294" y="1077001"/>
                  </a:lnTo>
                  <a:lnTo>
                    <a:pt x="5584420" y="1077001"/>
                  </a:lnTo>
                  <a:lnTo>
                    <a:pt x="5584546" y="1077001"/>
                  </a:lnTo>
                  <a:lnTo>
                    <a:pt x="5584672" y="1077001"/>
                  </a:lnTo>
                  <a:lnTo>
                    <a:pt x="5584798" y="1077001"/>
                  </a:lnTo>
                  <a:lnTo>
                    <a:pt x="5584924" y="1077001"/>
                  </a:lnTo>
                  <a:lnTo>
                    <a:pt x="5585051" y="1077001"/>
                  </a:lnTo>
                  <a:lnTo>
                    <a:pt x="5585177" y="1077001"/>
                  </a:lnTo>
                  <a:lnTo>
                    <a:pt x="5585303" y="1077001"/>
                  </a:lnTo>
                  <a:lnTo>
                    <a:pt x="5585429" y="1077001"/>
                  </a:lnTo>
                  <a:lnTo>
                    <a:pt x="5585429" y="1071722"/>
                  </a:lnTo>
                  <a:lnTo>
                    <a:pt x="5585555" y="1071722"/>
                  </a:lnTo>
                  <a:lnTo>
                    <a:pt x="5585681" y="1071722"/>
                  </a:lnTo>
                  <a:lnTo>
                    <a:pt x="5585807" y="1071722"/>
                  </a:lnTo>
                  <a:lnTo>
                    <a:pt x="5585933" y="1071722"/>
                  </a:lnTo>
                  <a:lnTo>
                    <a:pt x="5586059" y="1071722"/>
                  </a:lnTo>
                  <a:lnTo>
                    <a:pt x="5586185" y="1071722"/>
                  </a:lnTo>
                  <a:lnTo>
                    <a:pt x="5586311" y="1071722"/>
                  </a:lnTo>
                  <a:lnTo>
                    <a:pt x="5586437" y="1071722"/>
                  </a:lnTo>
                  <a:lnTo>
                    <a:pt x="5586564" y="1071722"/>
                  </a:lnTo>
                  <a:lnTo>
                    <a:pt x="5586690" y="1071722"/>
                  </a:lnTo>
                  <a:lnTo>
                    <a:pt x="5586816" y="1071722"/>
                  </a:lnTo>
                  <a:lnTo>
                    <a:pt x="5586942" y="1071722"/>
                  </a:lnTo>
                  <a:lnTo>
                    <a:pt x="5587068" y="1071722"/>
                  </a:lnTo>
                  <a:lnTo>
                    <a:pt x="5587194" y="1071722"/>
                  </a:lnTo>
                  <a:lnTo>
                    <a:pt x="5587320" y="1071722"/>
                  </a:lnTo>
                  <a:lnTo>
                    <a:pt x="5587446" y="1071722"/>
                  </a:lnTo>
                  <a:lnTo>
                    <a:pt x="5587572" y="1071722"/>
                  </a:lnTo>
                  <a:lnTo>
                    <a:pt x="5587698" y="1071722"/>
                  </a:lnTo>
                  <a:lnTo>
                    <a:pt x="5587824" y="1071722"/>
                  </a:lnTo>
                  <a:lnTo>
                    <a:pt x="5587951" y="1071722"/>
                  </a:lnTo>
                  <a:lnTo>
                    <a:pt x="5588077" y="1071722"/>
                  </a:lnTo>
                  <a:lnTo>
                    <a:pt x="5588203" y="1071722"/>
                  </a:lnTo>
                  <a:lnTo>
                    <a:pt x="5588329" y="1071722"/>
                  </a:lnTo>
                  <a:lnTo>
                    <a:pt x="5588455" y="1071722"/>
                  </a:lnTo>
                  <a:lnTo>
                    <a:pt x="5588581" y="1071722"/>
                  </a:lnTo>
                  <a:lnTo>
                    <a:pt x="5588707" y="1071722"/>
                  </a:lnTo>
                  <a:lnTo>
                    <a:pt x="5588833" y="1071722"/>
                  </a:lnTo>
                  <a:lnTo>
                    <a:pt x="5588959" y="1071722"/>
                  </a:lnTo>
                  <a:lnTo>
                    <a:pt x="5589085" y="1071722"/>
                  </a:lnTo>
                  <a:lnTo>
                    <a:pt x="5589211" y="1071722"/>
                  </a:lnTo>
                  <a:lnTo>
                    <a:pt x="5589337" y="1071722"/>
                  </a:lnTo>
                  <a:lnTo>
                    <a:pt x="5589464" y="1071722"/>
                  </a:lnTo>
                  <a:lnTo>
                    <a:pt x="5589590" y="1071722"/>
                  </a:lnTo>
                  <a:lnTo>
                    <a:pt x="5589716" y="1071722"/>
                  </a:lnTo>
                  <a:lnTo>
                    <a:pt x="5589842" y="1071722"/>
                  </a:lnTo>
                  <a:lnTo>
                    <a:pt x="5589968" y="1071722"/>
                  </a:lnTo>
                  <a:lnTo>
                    <a:pt x="5590094" y="1071722"/>
                  </a:lnTo>
                  <a:lnTo>
                    <a:pt x="5590220" y="1071722"/>
                  </a:lnTo>
                  <a:lnTo>
                    <a:pt x="5590346" y="1071722"/>
                  </a:lnTo>
                  <a:lnTo>
                    <a:pt x="5590472" y="1071722"/>
                  </a:lnTo>
                  <a:lnTo>
                    <a:pt x="5590598" y="1071722"/>
                  </a:lnTo>
                  <a:lnTo>
                    <a:pt x="5590724" y="1071722"/>
                  </a:lnTo>
                  <a:lnTo>
                    <a:pt x="5590851" y="1071722"/>
                  </a:lnTo>
                  <a:lnTo>
                    <a:pt x="5590977" y="1071722"/>
                  </a:lnTo>
                  <a:lnTo>
                    <a:pt x="5591103" y="1071722"/>
                  </a:lnTo>
                  <a:lnTo>
                    <a:pt x="5591229" y="1071722"/>
                  </a:lnTo>
                  <a:lnTo>
                    <a:pt x="5591355" y="1071722"/>
                  </a:lnTo>
                  <a:lnTo>
                    <a:pt x="5591481" y="1071722"/>
                  </a:lnTo>
                  <a:lnTo>
                    <a:pt x="5591607" y="1071722"/>
                  </a:lnTo>
                  <a:lnTo>
                    <a:pt x="5591733" y="1071722"/>
                  </a:lnTo>
                  <a:lnTo>
                    <a:pt x="5591859" y="1071722"/>
                  </a:lnTo>
                  <a:lnTo>
                    <a:pt x="5591985" y="1071722"/>
                  </a:lnTo>
                  <a:lnTo>
                    <a:pt x="5592111" y="1071722"/>
                  </a:lnTo>
                  <a:lnTo>
                    <a:pt x="5592237" y="1071722"/>
                  </a:lnTo>
                  <a:lnTo>
                    <a:pt x="5592364" y="1071722"/>
                  </a:lnTo>
                  <a:lnTo>
                    <a:pt x="5592490" y="1071722"/>
                  </a:lnTo>
                  <a:lnTo>
                    <a:pt x="5592616" y="1071722"/>
                  </a:lnTo>
                  <a:lnTo>
                    <a:pt x="5592742" y="1071722"/>
                  </a:lnTo>
                  <a:lnTo>
                    <a:pt x="5592868" y="1071722"/>
                  </a:lnTo>
                  <a:lnTo>
                    <a:pt x="5592994" y="1071722"/>
                  </a:lnTo>
                  <a:lnTo>
                    <a:pt x="5593120" y="1071722"/>
                  </a:lnTo>
                  <a:lnTo>
                    <a:pt x="5593246" y="1071722"/>
                  </a:lnTo>
                  <a:lnTo>
                    <a:pt x="5593372" y="1071722"/>
                  </a:lnTo>
                  <a:lnTo>
                    <a:pt x="5593498" y="1071722"/>
                  </a:lnTo>
                  <a:lnTo>
                    <a:pt x="5593624" y="1071722"/>
                  </a:lnTo>
                  <a:lnTo>
                    <a:pt x="5593751" y="1071722"/>
                  </a:lnTo>
                  <a:lnTo>
                    <a:pt x="5593877" y="1071722"/>
                  </a:lnTo>
                  <a:lnTo>
                    <a:pt x="5594003" y="1071722"/>
                  </a:lnTo>
                  <a:lnTo>
                    <a:pt x="5594003" y="1066443"/>
                  </a:lnTo>
                  <a:lnTo>
                    <a:pt x="5594129" y="1066443"/>
                  </a:lnTo>
                  <a:lnTo>
                    <a:pt x="5594255" y="1066443"/>
                  </a:lnTo>
                  <a:lnTo>
                    <a:pt x="5594381" y="1066443"/>
                  </a:lnTo>
                  <a:lnTo>
                    <a:pt x="5594507" y="1066443"/>
                  </a:lnTo>
                  <a:lnTo>
                    <a:pt x="5594633" y="1066443"/>
                  </a:lnTo>
                  <a:lnTo>
                    <a:pt x="5594759" y="1066443"/>
                  </a:lnTo>
                  <a:lnTo>
                    <a:pt x="5594885" y="1066443"/>
                  </a:lnTo>
                  <a:lnTo>
                    <a:pt x="5595011" y="1066443"/>
                  </a:lnTo>
                  <a:lnTo>
                    <a:pt x="5595138" y="1066443"/>
                  </a:lnTo>
                  <a:lnTo>
                    <a:pt x="5595264" y="1066443"/>
                  </a:lnTo>
                  <a:lnTo>
                    <a:pt x="5595390" y="1066443"/>
                  </a:lnTo>
                  <a:lnTo>
                    <a:pt x="5595516" y="1066443"/>
                  </a:lnTo>
                  <a:lnTo>
                    <a:pt x="5595642" y="1066443"/>
                  </a:lnTo>
                  <a:lnTo>
                    <a:pt x="5595768" y="1066443"/>
                  </a:lnTo>
                  <a:lnTo>
                    <a:pt x="5595894" y="1066443"/>
                  </a:lnTo>
                  <a:lnTo>
                    <a:pt x="5596020" y="1066443"/>
                  </a:lnTo>
                  <a:lnTo>
                    <a:pt x="5596146" y="1066443"/>
                  </a:lnTo>
                  <a:lnTo>
                    <a:pt x="5596146" y="1061163"/>
                  </a:lnTo>
                  <a:lnTo>
                    <a:pt x="5596272" y="1061163"/>
                  </a:lnTo>
                  <a:lnTo>
                    <a:pt x="5596398" y="1061163"/>
                  </a:lnTo>
                  <a:lnTo>
                    <a:pt x="5596524" y="1061163"/>
                  </a:lnTo>
                  <a:lnTo>
                    <a:pt x="5596651" y="1061163"/>
                  </a:lnTo>
                  <a:lnTo>
                    <a:pt x="5596777" y="1061163"/>
                  </a:lnTo>
                  <a:lnTo>
                    <a:pt x="5596903" y="1061163"/>
                  </a:lnTo>
                  <a:lnTo>
                    <a:pt x="5597029" y="1061163"/>
                  </a:lnTo>
                  <a:lnTo>
                    <a:pt x="5597155" y="1061163"/>
                  </a:lnTo>
                  <a:lnTo>
                    <a:pt x="5597281" y="1061163"/>
                  </a:lnTo>
                  <a:lnTo>
                    <a:pt x="5597407" y="1061163"/>
                  </a:lnTo>
                  <a:lnTo>
                    <a:pt x="5597533" y="1061163"/>
                  </a:lnTo>
                  <a:lnTo>
                    <a:pt x="5597659" y="1061163"/>
                  </a:lnTo>
                  <a:lnTo>
                    <a:pt x="5597785" y="1061163"/>
                  </a:lnTo>
                  <a:lnTo>
                    <a:pt x="5597911" y="1061163"/>
                  </a:lnTo>
                  <a:lnTo>
                    <a:pt x="5598038" y="1061163"/>
                  </a:lnTo>
                  <a:lnTo>
                    <a:pt x="5598164" y="1061163"/>
                  </a:lnTo>
                  <a:lnTo>
                    <a:pt x="5598290" y="1061163"/>
                  </a:lnTo>
                  <a:lnTo>
                    <a:pt x="5598416" y="1061163"/>
                  </a:lnTo>
                  <a:lnTo>
                    <a:pt x="5598542" y="1061163"/>
                  </a:lnTo>
                  <a:lnTo>
                    <a:pt x="5598668" y="1061163"/>
                  </a:lnTo>
                  <a:lnTo>
                    <a:pt x="5598794" y="1061163"/>
                  </a:lnTo>
                  <a:lnTo>
                    <a:pt x="5598920" y="1061163"/>
                  </a:lnTo>
                  <a:lnTo>
                    <a:pt x="5599046" y="1061163"/>
                  </a:lnTo>
                  <a:lnTo>
                    <a:pt x="5599172" y="1061163"/>
                  </a:lnTo>
                  <a:lnTo>
                    <a:pt x="5599298" y="1061163"/>
                  </a:lnTo>
                  <a:lnTo>
                    <a:pt x="5599424" y="1061163"/>
                  </a:lnTo>
                  <a:lnTo>
                    <a:pt x="5599551" y="1061163"/>
                  </a:lnTo>
                  <a:lnTo>
                    <a:pt x="5599677" y="1061163"/>
                  </a:lnTo>
                  <a:lnTo>
                    <a:pt x="5599803" y="1061163"/>
                  </a:lnTo>
                  <a:lnTo>
                    <a:pt x="5599929" y="1061163"/>
                  </a:lnTo>
                  <a:lnTo>
                    <a:pt x="5600055" y="1061163"/>
                  </a:lnTo>
                  <a:lnTo>
                    <a:pt x="5600181" y="1061163"/>
                  </a:lnTo>
                  <a:lnTo>
                    <a:pt x="5600307" y="1061163"/>
                  </a:lnTo>
                  <a:lnTo>
                    <a:pt x="5600433" y="1061163"/>
                  </a:lnTo>
                  <a:lnTo>
                    <a:pt x="5600559" y="1061163"/>
                  </a:lnTo>
                  <a:lnTo>
                    <a:pt x="5600685" y="1061163"/>
                  </a:lnTo>
                  <a:lnTo>
                    <a:pt x="5600811" y="1061163"/>
                  </a:lnTo>
                  <a:lnTo>
                    <a:pt x="5600938" y="1061163"/>
                  </a:lnTo>
                  <a:lnTo>
                    <a:pt x="5601064" y="1061163"/>
                  </a:lnTo>
                  <a:lnTo>
                    <a:pt x="5601190" y="1061163"/>
                  </a:lnTo>
                  <a:lnTo>
                    <a:pt x="5601316" y="1061163"/>
                  </a:lnTo>
                  <a:lnTo>
                    <a:pt x="5601442" y="1061163"/>
                  </a:lnTo>
                  <a:lnTo>
                    <a:pt x="5601568" y="1061163"/>
                  </a:lnTo>
                  <a:lnTo>
                    <a:pt x="5601694" y="1061163"/>
                  </a:lnTo>
                  <a:lnTo>
                    <a:pt x="5601820" y="1061163"/>
                  </a:lnTo>
                  <a:lnTo>
                    <a:pt x="5601946" y="1061163"/>
                  </a:lnTo>
                  <a:lnTo>
                    <a:pt x="5602072" y="1061163"/>
                  </a:lnTo>
                  <a:lnTo>
                    <a:pt x="5602198" y="1061163"/>
                  </a:lnTo>
                  <a:lnTo>
                    <a:pt x="5602325" y="1061163"/>
                  </a:lnTo>
                  <a:lnTo>
                    <a:pt x="5602451" y="1061163"/>
                  </a:lnTo>
                  <a:lnTo>
                    <a:pt x="5602577" y="1061163"/>
                  </a:lnTo>
                  <a:lnTo>
                    <a:pt x="5602703" y="1061163"/>
                  </a:lnTo>
                  <a:lnTo>
                    <a:pt x="5602829" y="1061163"/>
                  </a:lnTo>
                  <a:lnTo>
                    <a:pt x="5602955" y="1061163"/>
                  </a:lnTo>
                  <a:lnTo>
                    <a:pt x="5603081" y="1061163"/>
                  </a:lnTo>
                  <a:lnTo>
                    <a:pt x="5603207" y="1061163"/>
                  </a:lnTo>
                  <a:lnTo>
                    <a:pt x="5603333" y="1061163"/>
                  </a:lnTo>
                  <a:lnTo>
                    <a:pt x="5603459" y="1061163"/>
                  </a:lnTo>
                  <a:lnTo>
                    <a:pt x="5603585" y="1061163"/>
                  </a:lnTo>
                  <a:lnTo>
                    <a:pt x="5603711" y="1061163"/>
                  </a:lnTo>
                  <a:lnTo>
                    <a:pt x="5603838" y="1061163"/>
                  </a:lnTo>
                  <a:lnTo>
                    <a:pt x="5603964" y="1061163"/>
                  </a:lnTo>
                  <a:lnTo>
                    <a:pt x="5604090" y="1061163"/>
                  </a:lnTo>
                  <a:lnTo>
                    <a:pt x="5604216" y="1061163"/>
                  </a:lnTo>
                  <a:lnTo>
                    <a:pt x="5604342" y="1061163"/>
                  </a:lnTo>
                  <a:lnTo>
                    <a:pt x="5604468" y="1061163"/>
                  </a:lnTo>
                  <a:lnTo>
                    <a:pt x="5604594" y="1061163"/>
                  </a:lnTo>
                  <a:lnTo>
                    <a:pt x="5604720" y="1061163"/>
                  </a:lnTo>
                  <a:lnTo>
                    <a:pt x="5604846" y="1061163"/>
                  </a:lnTo>
                  <a:lnTo>
                    <a:pt x="5604972" y="1061163"/>
                  </a:lnTo>
                  <a:lnTo>
                    <a:pt x="5605098" y="1061163"/>
                  </a:lnTo>
                  <a:lnTo>
                    <a:pt x="5605225" y="1061163"/>
                  </a:lnTo>
                  <a:lnTo>
                    <a:pt x="5605351" y="1061163"/>
                  </a:lnTo>
                  <a:lnTo>
                    <a:pt x="5605477" y="1061163"/>
                  </a:lnTo>
                  <a:lnTo>
                    <a:pt x="5605603" y="1061163"/>
                  </a:lnTo>
                  <a:lnTo>
                    <a:pt x="5605729" y="1061163"/>
                  </a:lnTo>
                  <a:lnTo>
                    <a:pt x="5605855" y="1061163"/>
                  </a:lnTo>
                  <a:lnTo>
                    <a:pt x="5605981" y="1061163"/>
                  </a:lnTo>
                  <a:lnTo>
                    <a:pt x="5606107" y="1061163"/>
                  </a:lnTo>
                  <a:lnTo>
                    <a:pt x="5606233" y="1061163"/>
                  </a:lnTo>
                  <a:lnTo>
                    <a:pt x="5606359" y="1061163"/>
                  </a:lnTo>
                  <a:lnTo>
                    <a:pt x="5606485" y="1061163"/>
                  </a:lnTo>
                  <a:lnTo>
                    <a:pt x="5606611" y="1061163"/>
                  </a:lnTo>
                  <a:lnTo>
                    <a:pt x="5606738" y="1061163"/>
                  </a:lnTo>
                  <a:lnTo>
                    <a:pt x="5606864" y="1061163"/>
                  </a:lnTo>
                  <a:lnTo>
                    <a:pt x="5606990" y="1061163"/>
                  </a:lnTo>
                  <a:lnTo>
                    <a:pt x="5607116" y="1061163"/>
                  </a:lnTo>
                  <a:lnTo>
                    <a:pt x="5607242" y="1061163"/>
                  </a:lnTo>
                  <a:lnTo>
                    <a:pt x="5607368" y="1061163"/>
                  </a:lnTo>
                  <a:lnTo>
                    <a:pt x="5607494" y="1061163"/>
                  </a:lnTo>
                  <a:lnTo>
                    <a:pt x="5607620" y="1061163"/>
                  </a:lnTo>
                  <a:lnTo>
                    <a:pt x="5607746" y="1061163"/>
                  </a:lnTo>
                  <a:lnTo>
                    <a:pt x="5607872" y="1061163"/>
                  </a:lnTo>
                  <a:lnTo>
                    <a:pt x="5607998" y="1061163"/>
                  </a:lnTo>
                  <a:lnTo>
                    <a:pt x="5608125" y="1061163"/>
                  </a:lnTo>
                  <a:lnTo>
                    <a:pt x="5608251" y="1061163"/>
                  </a:lnTo>
                  <a:lnTo>
                    <a:pt x="5608377" y="1061163"/>
                  </a:lnTo>
                  <a:lnTo>
                    <a:pt x="5608503" y="1061163"/>
                  </a:lnTo>
                  <a:lnTo>
                    <a:pt x="5608629" y="1061163"/>
                  </a:lnTo>
                  <a:lnTo>
                    <a:pt x="5608755" y="1061163"/>
                  </a:lnTo>
                  <a:lnTo>
                    <a:pt x="5608881" y="1061163"/>
                  </a:lnTo>
                  <a:lnTo>
                    <a:pt x="5609007" y="1061163"/>
                  </a:lnTo>
                  <a:lnTo>
                    <a:pt x="5609133" y="1061163"/>
                  </a:lnTo>
                  <a:lnTo>
                    <a:pt x="5609259" y="1061163"/>
                  </a:lnTo>
                  <a:lnTo>
                    <a:pt x="5609385" y="1061163"/>
                  </a:lnTo>
                  <a:lnTo>
                    <a:pt x="5609512" y="1061163"/>
                  </a:lnTo>
                  <a:lnTo>
                    <a:pt x="5609638" y="1061163"/>
                  </a:lnTo>
                  <a:lnTo>
                    <a:pt x="5609764" y="1061163"/>
                  </a:lnTo>
                  <a:lnTo>
                    <a:pt x="5609890" y="1061163"/>
                  </a:lnTo>
                  <a:lnTo>
                    <a:pt x="5610016" y="1061163"/>
                  </a:lnTo>
                  <a:lnTo>
                    <a:pt x="5610142" y="1061163"/>
                  </a:lnTo>
                  <a:lnTo>
                    <a:pt x="5610268" y="1061163"/>
                  </a:lnTo>
                  <a:lnTo>
                    <a:pt x="5610394" y="1061163"/>
                  </a:lnTo>
                  <a:lnTo>
                    <a:pt x="5610520" y="1061163"/>
                  </a:lnTo>
                  <a:lnTo>
                    <a:pt x="5610646" y="1061163"/>
                  </a:lnTo>
                  <a:lnTo>
                    <a:pt x="5610772" y="1061163"/>
                  </a:lnTo>
                  <a:lnTo>
                    <a:pt x="5610898" y="1061163"/>
                  </a:lnTo>
                  <a:lnTo>
                    <a:pt x="5611025" y="1061163"/>
                  </a:lnTo>
                  <a:lnTo>
                    <a:pt x="5611151" y="1061163"/>
                  </a:lnTo>
                  <a:lnTo>
                    <a:pt x="5611277" y="1061163"/>
                  </a:lnTo>
                  <a:lnTo>
                    <a:pt x="5611403" y="1061163"/>
                  </a:lnTo>
                  <a:lnTo>
                    <a:pt x="5611529" y="1061163"/>
                  </a:lnTo>
                  <a:lnTo>
                    <a:pt x="5611655" y="1061163"/>
                  </a:lnTo>
                  <a:lnTo>
                    <a:pt x="5611781" y="1061163"/>
                  </a:lnTo>
                  <a:lnTo>
                    <a:pt x="5611907" y="1061163"/>
                  </a:lnTo>
                  <a:lnTo>
                    <a:pt x="5612033" y="1061163"/>
                  </a:lnTo>
                  <a:lnTo>
                    <a:pt x="5612159" y="1061163"/>
                  </a:lnTo>
                  <a:lnTo>
                    <a:pt x="5612285" y="1061163"/>
                  </a:lnTo>
                  <a:lnTo>
                    <a:pt x="5612412" y="1061163"/>
                  </a:lnTo>
                  <a:lnTo>
                    <a:pt x="5612538" y="1061163"/>
                  </a:lnTo>
                  <a:lnTo>
                    <a:pt x="5612664" y="1061163"/>
                  </a:lnTo>
                  <a:lnTo>
                    <a:pt x="5612790" y="1061163"/>
                  </a:lnTo>
                  <a:lnTo>
                    <a:pt x="5612916" y="1061163"/>
                  </a:lnTo>
                  <a:lnTo>
                    <a:pt x="5613042" y="1061163"/>
                  </a:lnTo>
                  <a:lnTo>
                    <a:pt x="5613168" y="1061163"/>
                  </a:lnTo>
                  <a:lnTo>
                    <a:pt x="5613294" y="1061163"/>
                  </a:lnTo>
                  <a:lnTo>
                    <a:pt x="5613420" y="1061163"/>
                  </a:lnTo>
                  <a:lnTo>
                    <a:pt x="5613546" y="1061163"/>
                  </a:lnTo>
                  <a:lnTo>
                    <a:pt x="5613672" y="1061163"/>
                  </a:lnTo>
                  <a:lnTo>
                    <a:pt x="5613798" y="1061163"/>
                  </a:lnTo>
                  <a:lnTo>
                    <a:pt x="5613925" y="1061163"/>
                  </a:lnTo>
                  <a:lnTo>
                    <a:pt x="5614051" y="1061163"/>
                  </a:lnTo>
                  <a:lnTo>
                    <a:pt x="5614177" y="1061163"/>
                  </a:lnTo>
                  <a:lnTo>
                    <a:pt x="5614303" y="1061163"/>
                  </a:lnTo>
                  <a:lnTo>
                    <a:pt x="5614429" y="1061163"/>
                  </a:lnTo>
                  <a:lnTo>
                    <a:pt x="5614555" y="1061163"/>
                  </a:lnTo>
                  <a:lnTo>
                    <a:pt x="5614681" y="1061163"/>
                  </a:lnTo>
                  <a:lnTo>
                    <a:pt x="5614807" y="1061163"/>
                  </a:lnTo>
                  <a:lnTo>
                    <a:pt x="5614933" y="1061163"/>
                  </a:lnTo>
                  <a:lnTo>
                    <a:pt x="5615059" y="1061163"/>
                  </a:lnTo>
                  <a:lnTo>
                    <a:pt x="5615185" y="1061163"/>
                  </a:lnTo>
                  <a:lnTo>
                    <a:pt x="5615312" y="1061163"/>
                  </a:lnTo>
                  <a:lnTo>
                    <a:pt x="5615438" y="1061163"/>
                  </a:lnTo>
                  <a:lnTo>
                    <a:pt x="5615564" y="1061163"/>
                  </a:lnTo>
                  <a:lnTo>
                    <a:pt x="5615690" y="1061163"/>
                  </a:lnTo>
                  <a:lnTo>
                    <a:pt x="5615816" y="1061163"/>
                  </a:lnTo>
                  <a:lnTo>
                    <a:pt x="5615942" y="1061163"/>
                  </a:lnTo>
                  <a:lnTo>
                    <a:pt x="5616068" y="1061163"/>
                  </a:lnTo>
                  <a:lnTo>
                    <a:pt x="5616194" y="1061163"/>
                  </a:lnTo>
                  <a:lnTo>
                    <a:pt x="5616194" y="1055884"/>
                  </a:lnTo>
                  <a:lnTo>
                    <a:pt x="5616320" y="1055884"/>
                  </a:lnTo>
                  <a:lnTo>
                    <a:pt x="5616446" y="1055884"/>
                  </a:lnTo>
                  <a:lnTo>
                    <a:pt x="5616572" y="1055884"/>
                  </a:lnTo>
                  <a:lnTo>
                    <a:pt x="5616698" y="1055884"/>
                  </a:lnTo>
                  <a:lnTo>
                    <a:pt x="5616825" y="1055884"/>
                  </a:lnTo>
                  <a:lnTo>
                    <a:pt x="5616951" y="1055884"/>
                  </a:lnTo>
                  <a:lnTo>
                    <a:pt x="5617077" y="1055884"/>
                  </a:lnTo>
                  <a:lnTo>
                    <a:pt x="5617203" y="1055884"/>
                  </a:lnTo>
                  <a:lnTo>
                    <a:pt x="5617329" y="1055884"/>
                  </a:lnTo>
                  <a:lnTo>
                    <a:pt x="5617455" y="1055884"/>
                  </a:lnTo>
                  <a:lnTo>
                    <a:pt x="5617581" y="1055884"/>
                  </a:lnTo>
                  <a:lnTo>
                    <a:pt x="5617707" y="1055884"/>
                  </a:lnTo>
                  <a:lnTo>
                    <a:pt x="5617833" y="1055884"/>
                  </a:lnTo>
                  <a:lnTo>
                    <a:pt x="5617959" y="1055884"/>
                  </a:lnTo>
                  <a:lnTo>
                    <a:pt x="5618085" y="1055884"/>
                  </a:lnTo>
                  <a:lnTo>
                    <a:pt x="5618212" y="1055884"/>
                  </a:lnTo>
                  <a:lnTo>
                    <a:pt x="5618338" y="1055884"/>
                  </a:lnTo>
                  <a:lnTo>
                    <a:pt x="5618464" y="1055884"/>
                  </a:lnTo>
                  <a:lnTo>
                    <a:pt x="5618590" y="1055884"/>
                  </a:lnTo>
                  <a:lnTo>
                    <a:pt x="5618716" y="1055884"/>
                  </a:lnTo>
                  <a:lnTo>
                    <a:pt x="5618842" y="1055884"/>
                  </a:lnTo>
                  <a:lnTo>
                    <a:pt x="5618968" y="1055884"/>
                  </a:lnTo>
                  <a:lnTo>
                    <a:pt x="5619094" y="1055884"/>
                  </a:lnTo>
                  <a:lnTo>
                    <a:pt x="5619220" y="1055884"/>
                  </a:lnTo>
                  <a:lnTo>
                    <a:pt x="5619346" y="1055884"/>
                  </a:lnTo>
                  <a:lnTo>
                    <a:pt x="5619472" y="1055884"/>
                  </a:lnTo>
                  <a:lnTo>
                    <a:pt x="5619599" y="1055884"/>
                  </a:lnTo>
                  <a:lnTo>
                    <a:pt x="5619725" y="1055884"/>
                  </a:lnTo>
                  <a:lnTo>
                    <a:pt x="5619851" y="1055884"/>
                  </a:lnTo>
                  <a:lnTo>
                    <a:pt x="5619977" y="1055884"/>
                  </a:lnTo>
                  <a:lnTo>
                    <a:pt x="5620103" y="1055884"/>
                  </a:lnTo>
                  <a:lnTo>
                    <a:pt x="5620229" y="1055884"/>
                  </a:lnTo>
                  <a:lnTo>
                    <a:pt x="5620355" y="1055884"/>
                  </a:lnTo>
                  <a:lnTo>
                    <a:pt x="5620481" y="1055884"/>
                  </a:lnTo>
                  <a:lnTo>
                    <a:pt x="5620607" y="1055884"/>
                  </a:lnTo>
                  <a:lnTo>
                    <a:pt x="5620733" y="1055884"/>
                  </a:lnTo>
                  <a:lnTo>
                    <a:pt x="5620859" y="1055884"/>
                  </a:lnTo>
                  <a:lnTo>
                    <a:pt x="5620985" y="1055884"/>
                  </a:lnTo>
                  <a:lnTo>
                    <a:pt x="5621112" y="1055884"/>
                  </a:lnTo>
                  <a:lnTo>
                    <a:pt x="5621238" y="1055884"/>
                  </a:lnTo>
                  <a:lnTo>
                    <a:pt x="5621364" y="1055884"/>
                  </a:lnTo>
                  <a:lnTo>
                    <a:pt x="5621490" y="1055884"/>
                  </a:lnTo>
                  <a:lnTo>
                    <a:pt x="5621616" y="1055884"/>
                  </a:lnTo>
                  <a:lnTo>
                    <a:pt x="5621742" y="1055884"/>
                  </a:lnTo>
                  <a:lnTo>
                    <a:pt x="5621868" y="1055884"/>
                  </a:lnTo>
                  <a:lnTo>
                    <a:pt x="5621994" y="1055884"/>
                  </a:lnTo>
                  <a:lnTo>
                    <a:pt x="5622120" y="1055884"/>
                  </a:lnTo>
                  <a:lnTo>
                    <a:pt x="5622246" y="1055884"/>
                  </a:lnTo>
                  <a:lnTo>
                    <a:pt x="5622372" y="1055884"/>
                  </a:lnTo>
                  <a:lnTo>
                    <a:pt x="5622499" y="1055884"/>
                  </a:lnTo>
                  <a:lnTo>
                    <a:pt x="5622625" y="1055884"/>
                  </a:lnTo>
                  <a:lnTo>
                    <a:pt x="5622751" y="1055884"/>
                  </a:lnTo>
                  <a:lnTo>
                    <a:pt x="5622877" y="1055884"/>
                  </a:lnTo>
                  <a:lnTo>
                    <a:pt x="5623003" y="1055884"/>
                  </a:lnTo>
                  <a:lnTo>
                    <a:pt x="5623129" y="1055884"/>
                  </a:lnTo>
                  <a:lnTo>
                    <a:pt x="5623255" y="1055884"/>
                  </a:lnTo>
                  <a:lnTo>
                    <a:pt x="5623381" y="1055884"/>
                  </a:lnTo>
                  <a:lnTo>
                    <a:pt x="5623507" y="1055884"/>
                  </a:lnTo>
                  <a:lnTo>
                    <a:pt x="5623633" y="1055884"/>
                  </a:lnTo>
                  <a:lnTo>
                    <a:pt x="5623759" y="1055884"/>
                  </a:lnTo>
                  <a:lnTo>
                    <a:pt x="5623885" y="1055884"/>
                  </a:lnTo>
                  <a:lnTo>
                    <a:pt x="5624012" y="1055884"/>
                  </a:lnTo>
                  <a:lnTo>
                    <a:pt x="5624138" y="1055884"/>
                  </a:lnTo>
                  <a:lnTo>
                    <a:pt x="5624264" y="1055884"/>
                  </a:lnTo>
                  <a:lnTo>
                    <a:pt x="5624390" y="1055884"/>
                  </a:lnTo>
                  <a:lnTo>
                    <a:pt x="5624516" y="1055884"/>
                  </a:lnTo>
                  <a:lnTo>
                    <a:pt x="5624642" y="1055884"/>
                  </a:lnTo>
                  <a:lnTo>
                    <a:pt x="5624768" y="1055884"/>
                  </a:lnTo>
                  <a:lnTo>
                    <a:pt x="5624894" y="1055884"/>
                  </a:lnTo>
                  <a:lnTo>
                    <a:pt x="5625020" y="1055884"/>
                  </a:lnTo>
                  <a:lnTo>
                    <a:pt x="5625146" y="1055884"/>
                  </a:lnTo>
                  <a:lnTo>
                    <a:pt x="5625272" y="1055884"/>
                  </a:lnTo>
                  <a:lnTo>
                    <a:pt x="5625399" y="1055884"/>
                  </a:lnTo>
                  <a:lnTo>
                    <a:pt x="5625525" y="1055884"/>
                  </a:lnTo>
                  <a:lnTo>
                    <a:pt x="5625651" y="1055884"/>
                  </a:lnTo>
                  <a:lnTo>
                    <a:pt x="5625777" y="1055884"/>
                  </a:lnTo>
                  <a:lnTo>
                    <a:pt x="5625903" y="1055884"/>
                  </a:lnTo>
                  <a:lnTo>
                    <a:pt x="5626029" y="1055884"/>
                  </a:lnTo>
                  <a:lnTo>
                    <a:pt x="5626155" y="1055884"/>
                  </a:lnTo>
                  <a:lnTo>
                    <a:pt x="5626281" y="1055884"/>
                  </a:lnTo>
                  <a:lnTo>
                    <a:pt x="5626407" y="1055884"/>
                  </a:lnTo>
                  <a:lnTo>
                    <a:pt x="5626533" y="1055884"/>
                  </a:lnTo>
                  <a:lnTo>
                    <a:pt x="5626659" y="1055884"/>
                  </a:lnTo>
                  <a:lnTo>
                    <a:pt x="5626786" y="1055884"/>
                  </a:lnTo>
                  <a:lnTo>
                    <a:pt x="5626912" y="1055884"/>
                  </a:lnTo>
                  <a:lnTo>
                    <a:pt x="5627038" y="1055884"/>
                  </a:lnTo>
                  <a:lnTo>
                    <a:pt x="5627164" y="1055884"/>
                  </a:lnTo>
                  <a:lnTo>
                    <a:pt x="5627290" y="1055884"/>
                  </a:lnTo>
                  <a:lnTo>
                    <a:pt x="5627416" y="1055884"/>
                  </a:lnTo>
                  <a:lnTo>
                    <a:pt x="5627542" y="1055884"/>
                  </a:lnTo>
                  <a:lnTo>
                    <a:pt x="5627668" y="1055884"/>
                  </a:lnTo>
                  <a:lnTo>
                    <a:pt x="5627794" y="1055884"/>
                  </a:lnTo>
                  <a:lnTo>
                    <a:pt x="5627920" y="1055884"/>
                  </a:lnTo>
                  <a:lnTo>
                    <a:pt x="5628046" y="1055884"/>
                  </a:lnTo>
                  <a:lnTo>
                    <a:pt x="5628172" y="1055884"/>
                  </a:lnTo>
                  <a:lnTo>
                    <a:pt x="5628299" y="1055884"/>
                  </a:lnTo>
                  <a:lnTo>
                    <a:pt x="5628425" y="1055884"/>
                  </a:lnTo>
                  <a:lnTo>
                    <a:pt x="5628551" y="1055884"/>
                  </a:lnTo>
                  <a:lnTo>
                    <a:pt x="5628677" y="1055884"/>
                  </a:lnTo>
                  <a:lnTo>
                    <a:pt x="5628803" y="1055884"/>
                  </a:lnTo>
                  <a:lnTo>
                    <a:pt x="5628929" y="1055884"/>
                  </a:lnTo>
                  <a:lnTo>
                    <a:pt x="5629055" y="1055884"/>
                  </a:lnTo>
                  <a:lnTo>
                    <a:pt x="5629181" y="1055884"/>
                  </a:lnTo>
                  <a:lnTo>
                    <a:pt x="5629307" y="1055884"/>
                  </a:lnTo>
                  <a:lnTo>
                    <a:pt x="5629433" y="1055884"/>
                  </a:lnTo>
                  <a:lnTo>
                    <a:pt x="5629559" y="1055884"/>
                  </a:lnTo>
                  <a:lnTo>
                    <a:pt x="5629686" y="1055884"/>
                  </a:lnTo>
                  <a:lnTo>
                    <a:pt x="5629812" y="1055884"/>
                  </a:lnTo>
                  <a:lnTo>
                    <a:pt x="5629938" y="1055884"/>
                  </a:lnTo>
                  <a:lnTo>
                    <a:pt x="5630064" y="1055884"/>
                  </a:lnTo>
                  <a:lnTo>
                    <a:pt x="5630190" y="1055884"/>
                  </a:lnTo>
                  <a:lnTo>
                    <a:pt x="5630316" y="1055884"/>
                  </a:lnTo>
                  <a:lnTo>
                    <a:pt x="5630442" y="1055884"/>
                  </a:lnTo>
                  <a:lnTo>
                    <a:pt x="5630568" y="1055884"/>
                  </a:lnTo>
                  <a:lnTo>
                    <a:pt x="5630694" y="1055884"/>
                  </a:lnTo>
                  <a:lnTo>
                    <a:pt x="5630820" y="1055884"/>
                  </a:lnTo>
                  <a:lnTo>
                    <a:pt x="5630946" y="1055884"/>
                  </a:lnTo>
                  <a:lnTo>
                    <a:pt x="5631072" y="1055884"/>
                  </a:lnTo>
                  <a:lnTo>
                    <a:pt x="5631199" y="1055884"/>
                  </a:lnTo>
                  <a:lnTo>
                    <a:pt x="5631325" y="1055884"/>
                  </a:lnTo>
                  <a:lnTo>
                    <a:pt x="5631451" y="1055884"/>
                  </a:lnTo>
                  <a:lnTo>
                    <a:pt x="5631577" y="1055884"/>
                  </a:lnTo>
                  <a:lnTo>
                    <a:pt x="5631703" y="1055884"/>
                  </a:lnTo>
                  <a:lnTo>
                    <a:pt x="5631829" y="1055884"/>
                  </a:lnTo>
                  <a:lnTo>
                    <a:pt x="5631955" y="1055884"/>
                  </a:lnTo>
                  <a:lnTo>
                    <a:pt x="5632081" y="1055884"/>
                  </a:lnTo>
                  <a:lnTo>
                    <a:pt x="5632207" y="1055884"/>
                  </a:lnTo>
                  <a:lnTo>
                    <a:pt x="5632333" y="1055884"/>
                  </a:lnTo>
                  <a:lnTo>
                    <a:pt x="5632459" y="1055884"/>
                  </a:lnTo>
                  <a:lnTo>
                    <a:pt x="5632586" y="1055884"/>
                  </a:lnTo>
                  <a:lnTo>
                    <a:pt x="5632712" y="1055884"/>
                  </a:lnTo>
                  <a:lnTo>
                    <a:pt x="5632838" y="1055884"/>
                  </a:lnTo>
                  <a:lnTo>
                    <a:pt x="5632964" y="1055884"/>
                  </a:lnTo>
                  <a:lnTo>
                    <a:pt x="5633090" y="1055884"/>
                  </a:lnTo>
                  <a:lnTo>
                    <a:pt x="5633216" y="1055884"/>
                  </a:lnTo>
                  <a:lnTo>
                    <a:pt x="5633342" y="1055884"/>
                  </a:lnTo>
                  <a:lnTo>
                    <a:pt x="5633468" y="1055884"/>
                  </a:lnTo>
                  <a:lnTo>
                    <a:pt x="5633594" y="1055884"/>
                  </a:lnTo>
                  <a:lnTo>
                    <a:pt x="5633720" y="1055884"/>
                  </a:lnTo>
                  <a:lnTo>
                    <a:pt x="5633846" y="1055884"/>
                  </a:lnTo>
                  <a:lnTo>
                    <a:pt x="5633973" y="1055884"/>
                  </a:lnTo>
                  <a:lnTo>
                    <a:pt x="5634099" y="1055884"/>
                  </a:lnTo>
                  <a:lnTo>
                    <a:pt x="5634225" y="1055884"/>
                  </a:lnTo>
                  <a:lnTo>
                    <a:pt x="5634351" y="1055884"/>
                  </a:lnTo>
                  <a:lnTo>
                    <a:pt x="5634477" y="1055884"/>
                  </a:lnTo>
                  <a:lnTo>
                    <a:pt x="5634603" y="1055884"/>
                  </a:lnTo>
                  <a:lnTo>
                    <a:pt x="5634729" y="1055884"/>
                  </a:lnTo>
                  <a:lnTo>
                    <a:pt x="5634855" y="1055884"/>
                  </a:lnTo>
                  <a:lnTo>
                    <a:pt x="5634981" y="1055884"/>
                  </a:lnTo>
                  <a:lnTo>
                    <a:pt x="5635107" y="1055884"/>
                  </a:lnTo>
                  <a:lnTo>
                    <a:pt x="5635233" y="1055884"/>
                  </a:lnTo>
                  <a:lnTo>
                    <a:pt x="5635359" y="1055884"/>
                  </a:lnTo>
                  <a:lnTo>
                    <a:pt x="5635486" y="1055884"/>
                  </a:lnTo>
                  <a:lnTo>
                    <a:pt x="5635612" y="1055884"/>
                  </a:lnTo>
                  <a:lnTo>
                    <a:pt x="5635738" y="1055884"/>
                  </a:lnTo>
                  <a:lnTo>
                    <a:pt x="5635738" y="1050604"/>
                  </a:lnTo>
                  <a:lnTo>
                    <a:pt x="5635864" y="1050604"/>
                  </a:lnTo>
                  <a:lnTo>
                    <a:pt x="5635990" y="1050604"/>
                  </a:lnTo>
                  <a:lnTo>
                    <a:pt x="5636116" y="1050604"/>
                  </a:lnTo>
                  <a:lnTo>
                    <a:pt x="5636242" y="1050604"/>
                  </a:lnTo>
                  <a:lnTo>
                    <a:pt x="5636368" y="1050604"/>
                  </a:lnTo>
                  <a:lnTo>
                    <a:pt x="5636494" y="1050604"/>
                  </a:lnTo>
                  <a:lnTo>
                    <a:pt x="5636620" y="1050604"/>
                  </a:lnTo>
                  <a:lnTo>
                    <a:pt x="5636746" y="1050604"/>
                  </a:lnTo>
                  <a:lnTo>
                    <a:pt x="5636873" y="1050604"/>
                  </a:lnTo>
                  <a:lnTo>
                    <a:pt x="5636999" y="1050604"/>
                  </a:lnTo>
                  <a:lnTo>
                    <a:pt x="5637125" y="1050604"/>
                  </a:lnTo>
                  <a:lnTo>
                    <a:pt x="5637125" y="1045325"/>
                  </a:lnTo>
                  <a:lnTo>
                    <a:pt x="5637251" y="1045325"/>
                  </a:lnTo>
                  <a:lnTo>
                    <a:pt x="5637377" y="1045325"/>
                  </a:lnTo>
                  <a:lnTo>
                    <a:pt x="5637503" y="1045325"/>
                  </a:lnTo>
                  <a:lnTo>
                    <a:pt x="5637629" y="1045325"/>
                  </a:lnTo>
                  <a:lnTo>
                    <a:pt x="5637755" y="1045325"/>
                  </a:lnTo>
                  <a:lnTo>
                    <a:pt x="5637881" y="1045325"/>
                  </a:lnTo>
                  <a:lnTo>
                    <a:pt x="5638007" y="1045325"/>
                  </a:lnTo>
                  <a:lnTo>
                    <a:pt x="5638133" y="1045325"/>
                  </a:lnTo>
                  <a:lnTo>
                    <a:pt x="5638259" y="1045325"/>
                  </a:lnTo>
                  <a:lnTo>
                    <a:pt x="5638386" y="1045325"/>
                  </a:lnTo>
                  <a:lnTo>
                    <a:pt x="5638512" y="1045325"/>
                  </a:lnTo>
                  <a:lnTo>
                    <a:pt x="5638638" y="1045325"/>
                  </a:lnTo>
                  <a:lnTo>
                    <a:pt x="5638764" y="1045325"/>
                  </a:lnTo>
                  <a:lnTo>
                    <a:pt x="5638890" y="1045325"/>
                  </a:lnTo>
                  <a:lnTo>
                    <a:pt x="5639016" y="1045325"/>
                  </a:lnTo>
                  <a:lnTo>
                    <a:pt x="5639142" y="1045325"/>
                  </a:lnTo>
                  <a:lnTo>
                    <a:pt x="5639268" y="1045325"/>
                  </a:lnTo>
                  <a:lnTo>
                    <a:pt x="5639394" y="1045325"/>
                  </a:lnTo>
                  <a:lnTo>
                    <a:pt x="5639394" y="1040046"/>
                  </a:lnTo>
                  <a:lnTo>
                    <a:pt x="5639520" y="1040046"/>
                  </a:lnTo>
                  <a:lnTo>
                    <a:pt x="5639646" y="1040046"/>
                  </a:lnTo>
                  <a:lnTo>
                    <a:pt x="5639773" y="1040046"/>
                  </a:lnTo>
                  <a:lnTo>
                    <a:pt x="5639899" y="1040046"/>
                  </a:lnTo>
                  <a:lnTo>
                    <a:pt x="5640025" y="1040046"/>
                  </a:lnTo>
                  <a:lnTo>
                    <a:pt x="5640151" y="1040046"/>
                  </a:lnTo>
                  <a:lnTo>
                    <a:pt x="5640277" y="1040046"/>
                  </a:lnTo>
                  <a:lnTo>
                    <a:pt x="5640403" y="1040046"/>
                  </a:lnTo>
                  <a:lnTo>
                    <a:pt x="5640529" y="1040046"/>
                  </a:lnTo>
                  <a:lnTo>
                    <a:pt x="5640655" y="1040046"/>
                  </a:lnTo>
                  <a:lnTo>
                    <a:pt x="5640655" y="1034766"/>
                  </a:lnTo>
                  <a:lnTo>
                    <a:pt x="5640781" y="1034766"/>
                  </a:lnTo>
                  <a:lnTo>
                    <a:pt x="5640907" y="1034766"/>
                  </a:lnTo>
                  <a:lnTo>
                    <a:pt x="5641033" y="1034766"/>
                  </a:lnTo>
                  <a:lnTo>
                    <a:pt x="5641159" y="1034766"/>
                  </a:lnTo>
                  <a:lnTo>
                    <a:pt x="5641286" y="1034766"/>
                  </a:lnTo>
                  <a:lnTo>
                    <a:pt x="5641412" y="1034766"/>
                  </a:lnTo>
                  <a:lnTo>
                    <a:pt x="5641538" y="1034766"/>
                  </a:lnTo>
                  <a:lnTo>
                    <a:pt x="5641538" y="1029487"/>
                  </a:lnTo>
                  <a:lnTo>
                    <a:pt x="5641664" y="1029487"/>
                  </a:lnTo>
                  <a:lnTo>
                    <a:pt x="5641790" y="1029487"/>
                  </a:lnTo>
                  <a:lnTo>
                    <a:pt x="5641916" y="1029487"/>
                  </a:lnTo>
                  <a:lnTo>
                    <a:pt x="5642042" y="1029487"/>
                  </a:lnTo>
                  <a:lnTo>
                    <a:pt x="5642168" y="1029487"/>
                  </a:lnTo>
                  <a:lnTo>
                    <a:pt x="5642294" y="1029487"/>
                  </a:lnTo>
                  <a:lnTo>
                    <a:pt x="5642420" y="1029487"/>
                  </a:lnTo>
                  <a:lnTo>
                    <a:pt x="5642546" y="1029487"/>
                  </a:lnTo>
                  <a:lnTo>
                    <a:pt x="5642673" y="1029487"/>
                  </a:lnTo>
                  <a:lnTo>
                    <a:pt x="5642799" y="1029487"/>
                  </a:lnTo>
                  <a:lnTo>
                    <a:pt x="5642925" y="1029487"/>
                  </a:lnTo>
                  <a:lnTo>
                    <a:pt x="5643051" y="1029487"/>
                  </a:lnTo>
                  <a:lnTo>
                    <a:pt x="5643177" y="1029487"/>
                  </a:lnTo>
                  <a:lnTo>
                    <a:pt x="5643303" y="1029487"/>
                  </a:lnTo>
                  <a:lnTo>
                    <a:pt x="5643429" y="1029487"/>
                  </a:lnTo>
                  <a:lnTo>
                    <a:pt x="5643555" y="1029487"/>
                  </a:lnTo>
                  <a:lnTo>
                    <a:pt x="5643681" y="1029487"/>
                  </a:lnTo>
                  <a:lnTo>
                    <a:pt x="5643807" y="1029487"/>
                  </a:lnTo>
                  <a:lnTo>
                    <a:pt x="5643933" y="1029487"/>
                  </a:lnTo>
                  <a:lnTo>
                    <a:pt x="5644060" y="1029487"/>
                  </a:lnTo>
                  <a:lnTo>
                    <a:pt x="5644186" y="1029487"/>
                  </a:lnTo>
                  <a:lnTo>
                    <a:pt x="5644312" y="1029487"/>
                  </a:lnTo>
                  <a:lnTo>
                    <a:pt x="5644438" y="1029487"/>
                  </a:lnTo>
                  <a:lnTo>
                    <a:pt x="5644564" y="1029487"/>
                  </a:lnTo>
                  <a:lnTo>
                    <a:pt x="5644690" y="1029487"/>
                  </a:lnTo>
                  <a:lnTo>
                    <a:pt x="5644816" y="1029487"/>
                  </a:lnTo>
                  <a:lnTo>
                    <a:pt x="5644942" y="1029487"/>
                  </a:lnTo>
                  <a:lnTo>
                    <a:pt x="5645068" y="1029487"/>
                  </a:lnTo>
                  <a:lnTo>
                    <a:pt x="5645194" y="1029487"/>
                  </a:lnTo>
                  <a:lnTo>
                    <a:pt x="5645320" y="1029487"/>
                  </a:lnTo>
                  <a:lnTo>
                    <a:pt x="5645446" y="1029487"/>
                  </a:lnTo>
                  <a:lnTo>
                    <a:pt x="5645573" y="1029487"/>
                  </a:lnTo>
                  <a:lnTo>
                    <a:pt x="5645699" y="1029487"/>
                  </a:lnTo>
                  <a:lnTo>
                    <a:pt x="5645825" y="1029487"/>
                  </a:lnTo>
                  <a:lnTo>
                    <a:pt x="5645951" y="1029487"/>
                  </a:lnTo>
                  <a:lnTo>
                    <a:pt x="5646077" y="1029487"/>
                  </a:lnTo>
                  <a:lnTo>
                    <a:pt x="5646203" y="1029487"/>
                  </a:lnTo>
                  <a:lnTo>
                    <a:pt x="5646329" y="1029487"/>
                  </a:lnTo>
                  <a:lnTo>
                    <a:pt x="5646455" y="1029487"/>
                  </a:lnTo>
                  <a:lnTo>
                    <a:pt x="5646581" y="1029487"/>
                  </a:lnTo>
                  <a:lnTo>
                    <a:pt x="5646707" y="1029487"/>
                  </a:lnTo>
                  <a:lnTo>
                    <a:pt x="5646833" y="1029487"/>
                  </a:lnTo>
                  <a:lnTo>
                    <a:pt x="5646960" y="1029487"/>
                  </a:lnTo>
                  <a:lnTo>
                    <a:pt x="5647086" y="1029487"/>
                  </a:lnTo>
                  <a:lnTo>
                    <a:pt x="5647212" y="1029487"/>
                  </a:lnTo>
                  <a:lnTo>
                    <a:pt x="5647338" y="1029487"/>
                  </a:lnTo>
                  <a:lnTo>
                    <a:pt x="5647464" y="1029487"/>
                  </a:lnTo>
                  <a:lnTo>
                    <a:pt x="5647590" y="1029487"/>
                  </a:lnTo>
                  <a:lnTo>
                    <a:pt x="5647716" y="1029487"/>
                  </a:lnTo>
                  <a:lnTo>
                    <a:pt x="5647842" y="1029487"/>
                  </a:lnTo>
                  <a:lnTo>
                    <a:pt x="5647968" y="1029487"/>
                  </a:lnTo>
                  <a:lnTo>
                    <a:pt x="5648094" y="1029487"/>
                  </a:lnTo>
                  <a:lnTo>
                    <a:pt x="5648220" y="1029487"/>
                  </a:lnTo>
                  <a:lnTo>
                    <a:pt x="5648346" y="1029487"/>
                  </a:lnTo>
                  <a:lnTo>
                    <a:pt x="5648473" y="1029487"/>
                  </a:lnTo>
                  <a:lnTo>
                    <a:pt x="5648599" y="1029487"/>
                  </a:lnTo>
                  <a:lnTo>
                    <a:pt x="5648725" y="1029487"/>
                  </a:lnTo>
                  <a:lnTo>
                    <a:pt x="5648851" y="1029487"/>
                  </a:lnTo>
                  <a:lnTo>
                    <a:pt x="5648977" y="1029487"/>
                  </a:lnTo>
                  <a:lnTo>
                    <a:pt x="5649103" y="1029487"/>
                  </a:lnTo>
                  <a:lnTo>
                    <a:pt x="5649229" y="1029487"/>
                  </a:lnTo>
                  <a:lnTo>
                    <a:pt x="5649355" y="1029487"/>
                  </a:lnTo>
                  <a:lnTo>
                    <a:pt x="5649481" y="1029487"/>
                  </a:lnTo>
                  <a:lnTo>
                    <a:pt x="5649607" y="1029487"/>
                  </a:lnTo>
                  <a:lnTo>
                    <a:pt x="5649733" y="1029487"/>
                  </a:lnTo>
                  <a:lnTo>
                    <a:pt x="5649860" y="1029487"/>
                  </a:lnTo>
                  <a:lnTo>
                    <a:pt x="5649986" y="1029487"/>
                  </a:lnTo>
                  <a:lnTo>
                    <a:pt x="5650112" y="1029487"/>
                  </a:lnTo>
                  <a:lnTo>
                    <a:pt x="5650238" y="1029487"/>
                  </a:lnTo>
                  <a:lnTo>
                    <a:pt x="5650364" y="1029487"/>
                  </a:lnTo>
                  <a:lnTo>
                    <a:pt x="5650490" y="1029487"/>
                  </a:lnTo>
                  <a:lnTo>
                    <a:pt x="5650616" y="1029487"/>
                  </a:lnTo>
                  <a:lnTo>
                    <a:pt x="5650742" y="1029487"/>
                  </a:lnTo>
                  <a:lnTo>
                    <a:pt x="5650868" y="1029487"/>
                  </a:lnTo>
                  <a:lnTo>
                    <a:pt x="5650994" y="1029487"/>
                  </a:lnTo>
                  <a:lnTo>
                    <a:pt x="5651120" y="1029487"/>
                  </a:lnTo>
                  <a:lnTo>
                    <a:pt x="5651247" y="1029487"/>
                  </a:lnTo>
                  <a:lnTo>
                    <a:pt x="5651373" y="1029487"/>
                  </a:lnTo>
                  <a:lnTo>
                    <a:pt x="5651499" y="1029487"/>
                  </a:lnTo>
                  <a:lnTo>
                    <a:pt x="5651625" y="1029487"/>
                  </a:lnTo>
                  <a:lnTo>
                    <a:pt x="5651751" y="1029487"/>
                  </a:lnTo>
                  <a:lnTo>
                    <a:pt x="5651877" y="1029487"/>
                  </a:lnTo>
                  <a:lnTo>
                    <a:pt x="5652003" y="1029487"/>
                  </a:lnTo>
                  <a:lnTo>
                    <a:pt x="5652129" y="1029487"/>
                  </a:lnTo>
                  <a:lnTo>
                    <a:pt x="5652255" y="1029487"/>
                  </a:lnTo>
                  <a:lnTo>
                    <a:pt x="5652381" y="1029487"/>
                  </a:lnTo>
                  <a:lnTo>
                    <a:pt x="5652507" y="1029487"/>
                  </a:lnTo>
                  <a:lnTo>
                    <a:pt x="5652507" y="1024207"/>
                  </a:lnTo>
                  <a:lnTo>
                    <a:pt x="5652633" y="1024207"/>
                  </a:lnTo>
                  <a:lnTo>
                    <a:pt x="5652760" y="1024207"/>
                  </a:lnTo>
                  <a:lnTo>
                    <a:pt x="5652886" y="1024207"/>
                  </a:lnTo>
                  <a:lnTo>
                    <a:pt x="5653012" y="1024207"/>
                  </a:lnTo>
                  <a:lnTo>
                    <a:pt x="5653138" y="1024207"/>
                  </a:lnTo>
                  <a:lnTo>
                    <a:pt x="5653264" y="1024207"/>
                  </a:lnTo>
                  <a:lnTo>
                    <a:pt x="5653390" y="1024207"/>
                  </a:lnTo>
                  <a:lnTo>
                    <a:pt x="5653516" y="1024207"/>
                  </a:lnTo>
                  <a:lnTo>
                    <a:pt x="5653642" y="1024207"/>
                  </a:lnTo>
                  <a:lnTo>
                    <a:pt x="5653768" y="1024207"/>
                  </a:lnTo>
                  <a:lnTo>
                    <a:pt x="5653894" y="1024207"/>
                  </a:lnTo>
                  <a:lnTo>
                    <a:pt x="5654020" y="1024207"/>
                  </a:lnTo>
                  <a:lnTo>
                    <a:pt x="5654147" y="1024207"/>
                  </a:lnTo>
                  <a:lnTo>
                    <a:pt x="5654273" y="1024207"/>
                  </a:lnTo>
                  <a:lnTo>
                    <a:pt x="5654399" y="1024207"/>
                  </a:lnTo>
                  <a:lnTo>
                    <a:pt x="5654525" y="1024207"/>
                  </a:lnTo>
                  <a:lnTo>
                    <a:pt x="5654651" y="1024207"/>
                  </a:lnTo>
                  <a:lnTo>
                    <a:pt x="5654777" y="1024207"/>
                  </a:lnTo>
                  <a:lnTo>
                    <a:pt x="5654903" y="1024207"/>
                  </a:lnTo>
                  <a:lnTo>
                    <a:pt x="5655029" y="1024207"/>
                  </a:lnTo>
                  <a:lnTo>
                    <a:pt x="5655155" y="1024207"/>
                  </a:lnTo>
                  <a:lnTo>
                    <a:pt x="5655281" y="1024207"/>
                  </a:lnTo>
                  <a:lnTo>
                    <a:pt x="5655407" y="1024207"/>
                  </a:lnTo>
                  <a:lnTo>
                    <a:pt x="5655533" y="1024207"/>
                  </a:lnTo>
                  <a:lnTo>
                    <a:pt x="5655660" y="1024207"/>
                  </a:lnTo>
                  <a:lnTo>
                    <a:pt x="5655786" y="1024207"/>
                  </a:lnTo>
                  <a:lnTo>
                    <a:pt x="5655912" y="1024207"/>
                  </a:lnTo>
                  <a:lnTo>
                    <a:pt x="5656038" y="1024207"/>
                  </a:lnTo>
                  <a:lnTo>
                    <a:pt x="5656164" y="1024207"/>
                  </a:lnTo>
                  <a:lnTo>
                    <a:pt x="5656290" y="1024207"/>
                  </a:lnTo>
                  <a:lnTo>
                    <a:pt x="5656416" y="1024207"/>
                  </a:lnTo>
                  <a:lnTo>
                    <a:pt x="5656542" y="1024207"/>
                  </a:lnTo>
                  <a:lnTo>
                    <a:pt x="5656668" y="1024207"/>
                  </a:lnTo>
                  <a:lnTo>
                    <a:pt x="5656794" y="1024207"/>
                  </a:lnTo>
                  <a:lnTo>
                    <a:pt x="5656920" y="1024207"/>
                  </a:lnTo>
                  <a:lnTo>
                    <a:pt x="5657047" y="1024207"/>
                  </a:lnTo>
                  <a:lnTo>
                    <a:pt x="5657173" y="1024207"/>
                  </a:lnTo>
                  <a:lnTo>
                    <a:pt x="5657299" y="1024207"/>
                  </a:lnTo>
                  <a:lnTo>
                    <a:pt x="5657425" y="1024207"/>
                  </a:lnTo>
                  <a:lnTo>
                    <a:pt x="5657551" y="1024207"/>
                  </a:lnTo>
                  <a:lnTo>
                    <a:pt x="5657677" y="1024207"/>
                  </a:lnTo>
                  <a:lnTo>
                    <a:pt x="5657803" y="1024207"/>
                  </a:lnTo>
                  <a:lnTo>
                    <a:pt x="5657929" y="1024207"/>
                  </a:lnTo>
                  <a:lnTo>
                    <a:pt x="5658055" y="1024207"/>
                  </a:lnTo>
                  <a:lnTo>
                    <a:pt x="5658181" y="1024207"/>
                  </a:lnTo>
                  <a:lnTo>
                    <a:pt x="5658307" y="1024207"/>
                  </a:lnTo>
                  <a:lnTo>
                    <a:pt x="5658433" y="1024207"/>
                  </a:lnTo>
                  <a:lnTo>
                    <a:pt x="5658560" y="1024207"/>
                  </a:lnTo>
                  <a:lnTo>
                    <a:pt x="5658686" y="1024207"/>
                  </a:lnTo>
                  <a:lnTo>
                    <a:pt x="5658812" y="1024207"/>
                  </a:lnTo>
                  <a:lnTo>
                    <a:pt x="5658812" y="1018928"/>
                  </a:lnTo>
                  <a:lnTo>
                    <a:pt x="5658938" y="1018928"/>
                  </a:lnTo>
                  <a:lnTo>
                    <a:pt x="5659064" y="1018928"/>
                  </a:lnTo>
                  <a:lnTo>
                    <a:pt x="5659064" y="1013648"/>
                  </a:lnTo>
                  <a:lnTo>
                    <a:pt x="5659190" y="1013648"/>
                  </a:lnTo>
                  <a:lnTo>
                    <a:pt x="5659316" y="1013648"/>
                  </a:lnTo>
                  <a:lnTo>
                    <a:pt x="5659442" y="1013648"/>
                  </a:lnTo>
                  <a:lnTo>
                    <a:pt x="5659568" y="1013648"/>
                  </a:lnTo>
                  <a:lnTo>
                    <a:pt x="5659694" y="1013648"/>
                  </a:lnTo>
                  <a:lnTo>
                    <a:pt x="5659820" y="1013648"/>
                  </a:lnTo>
                  <a:lnTo>
                    <a:pt x="5659947" y="1013648"/>
                  </a:lnTo>
                  <a:lnTo>
                    <a:pt x="5660073" y="1013648"/>
                  </a:lnTo>
                  <a:lnTo>
                    <a:pt x="5660199" y="1013648"/>
                  </a:lnTo>
                  <a:lnTo>
                    <a:pt x="5660325" y="1013648"/>
                  </a:lnTo>
                  <a:lnTo>
                    <a:pt x="5660451" y="1013648"/>
                  </a:lnTo>
                  <a:lnTo>
                    <a:pt x="5660577" y="1013648"/>
                  </a:lnTo>
                  <a:lnTo>
                    <a:pt x="5660703" y="1013648"/>
                  </a:lnTo>
                  <a:lnTo>
                    <a:pt x="5660829" y="1013648"/>
                  </a:lnTo>
                  <a:lnTo>
                    <a:pt x="5660955" y="1013648"/>
                  </a:lnTo>
                  <a:lnTo>
                    <a:pt x="5661081" y="1013648"/>
                  </a:lnTo>
                  <a:lnTo>
                    <a:pt x="5661207" y="1013648"/>
                  </a:lnTo>
                  <a:lnTo>
                    <a:pt x="5661334" y="1013648"/>
                  </a:lnTo>
                  <a:lnTo>
                    <a:pt x="5661460" y="1013648"/>
                  </a:lnTo>
                  <a:lnTo>
                    <a:pt x="5661586" y="1013648"/>
                  </a:lnTo>
                  <a:lnTo>
                    <a:pt x="5661712" y="1013648"/>
                  </a:lnTo>
                  <a:lnTo>
                    <a:pt x="5661838" y="1013648"/>
                  </a:lnTo>
                  <a:lnTo>
                    <a:pt x="5661964" y="1013648"/>
                  </a:lnTo>
                  <a:lnTo>
                    <a:pt x="5662090" y="1013648"/>
                  </a:lnTo>
                  <a:lnTo>
                    <a:pt x="5662216" y="1013648"/>
                  </a:lnTo>
                  <a:lnTo>
                    <a:pt x="5662342" y="1013648"/>
                  </a:lnTo>
                  <a:lnTo>
                    <a:pt x="5662468" y="1013648"/>
                  </a:lnTo>
                  <a:lnTo>
                    <a:pt x="5662594" y="1013648"/>
                  </a:lnTo>
                  <a:lnTo>
                    <a:pt x="5662720" y="1013648"/>
                  </a:lnTo>
                  <a:lnTo>
                    <a:pt x="5662847" y="1013648"/>
                  </a:lnTo>
                  <a:lnTo>
                    <a:pt x="5662973" y="1013648"/>
                  </a:lnTo>
                  <a:lnTo>
                    <a:pt x="5663099" y="1013648"/>
                  </a:lnTo>
                  <a:lnTo>
                    <a:pt x="5663225" y="1013648"/>
                  </a:lnTo>
                  <a:lnTo>
                    <a:pt x="5663351" y="1013648"/>
                  </a:lnTo>
                  <a:lnTo>
                    <a:pt x="5663477" y="1013648"/>
                  </a:lnTo>
                  <a:lnTo>
                    <a:pt x="5663603" y="1013648"/>
                  </a:lnTo>
                  <a:lnTo>
                    <a:pt x="5663729" y="1013648"/>
                  </a:lnTo>
                  <a:lnTo>
                    <a:pt x="5663855" y="1013648"/>
                  </a:lnTo>
                  <a:lnTo>
                    <a:pt x="5663981" y="1013648"/>
                  </a:lnTo>
                  <a:lnTo>
                    <a:pt x="5664107" y="1013648"/>
                  </a:lnTo>
                  <a:lnTo>
                    <a:pt x="5664234" y="1013648"/>
                  </a:lnTo>
                  <a:lnTo>
                    <a:pt x="5664360" y="1013648"/>
                  </a:lnTo>
                  <a:lnTo>
                    <a:pt x="5664486" y="1013648"/>
                  </a:lnTo>
                  <a:lnTo>
                    <a:pt x="5664612" y="1013648"/>
                  </a:lnTo>
                  <a:lnTo>
                    <a:pt x="5664738" y="1013648"/>
                  </a:lnTo>
                  <a:lnTo>
                    <a:pt x="5664864" y="1013648"/>
                  </a:lnTo>
                  <a:lnTo>
                    <a:pt x="5664990" y="1013648"/>
                  </a:lnTo>
                  <a:lnTo>
                    <a:pt x="5665116" y="1013648"/>
                  </a:lnTo>
                  <a:lnTo>
                    <a:pt x="5665242" y="1013648"/>
                  </a:lnTo>
                  <a:lnTo>
                    <a:pt x="5665242" y="1008369"/>
                  </a:lnTo>
                  <a:lnTo>
                    <a:pt x="5665368" y="1008369"/>
                  </a:lnTo>
                  <a:lnTo>
                    <a:pt x="5665494" y="1008369"/>
                  </a:lnTo>
                  <a:lnTo>
                    <a:pt x="5665620" y="1008369"/>
                  </a:lnTo>
                  <a:lnTo>
                    <a:pt x="5665747" y="1008369"/>
                  </a:lnTo>
                  <a:lnTo>
                    <a:pt x="5665873" y="1008369"/>
                  </a:lnTo>
                  <a:lnTo>
                    <a:pt x="5665999" y="1008369"/>
                  </a:lnTo>
                  <a:lnTo>
                    <a:pt x="5666125" y="1008369"/>
                  </a:lnTo>
                  <a:lnTo>
                    <a:pt x="5666251" y="1008369"/>
                  </a:lnTo>
                  <a:lnTo>
                    <a:pt x="5666377" y="1008369"/>
                  </a:lnTo>
                  <a:lnTo>
                    <a:pt x="5666503" y="1008369"/>
                  </a:lnTo>
                  <a:lnTo>
                    <a:pt x="5666629" y="1008369"/>
                  </a:lnTo>
                  <a:lnTo>
                    <a:pt x="5666755" y="1008369"/>
                  </a:lnTo>
                  <a:lnTo>
                    <a:pt x="5666881" y="1008369"/>
                  </a:lnTo>
                  <a:lnTo>
                    <a:pt x="5667007" y="1008369"/>
                  </a:lnTo>
                  <a:lnTo>
                    <a:pt x="5667134" y="1008369"/>
                  </a:lnTo>
                  <a:lnTo>
                    <a:pt x="5667260" y="1008369"/>
                  </a:lnTo>
                  <a:lnTo>
                    <a:pt x="5667386" y="1008369"/>
                  </a:lnTo>
                  <a:lnTo>
                    <a:pt x="5667512" y="1008369"/>
                  </a:lnTo>
                  <a:lnTo>
                    <a:pt x="5667638" y="1008369"/>
                  </a:lnTo>
                  <a:lnTo>
                    <a:pt x="5667764" y="1008369"/>
                  </a:lnTo>
                  <a:lnTo>
                    <a:pt x="5667890" y="1008369"/>
                  </a:lnTo>
                  <a:lnTo>
                    <a:pt x="5668016" y="1008369"/>
                  </a:lnTo>
                  <a:lnTo>
                    <a:pt x="5668142" y="1008369"/>
                  </a:lnTo>
                  <a:lnTo>
                    <a:pt x="5668268" y="1008369"/>
                  </a:lnTo>
                  <a:lnTo>
                    <a:pt x="5668394" y="1008369"/>
                  </a:lnTo>
                  <a:lnTo>
                    <a:pt x="5668521" y="1008369"/>
                  </a:lnTo>
                  <a:lnTo>
                    <a:pt x="5668647" y="1008369"/>
                  </a:lnTo>
                  <a:lnTo>
                    <a:pt x="5668773" y="1008369"/>
                  </a:lnTo>
                  <a:lnTo>
                    <a:pt x="5668899" y="1008369"/>
                  </a:lnTo>
                  <a:lnTo>
                    <a:pt x="5669025" y="1008369"/>
                  </a:lnTo>
                  <a:lnTo>
                    <a:pt x="5669151" y="1008369"/>
                  </a:lnTo>
                  <a:lnTo>
                    <a:pt x="5669277" y="1008369"/>
                  </a:lnTo>
                  <a:lnTo>
                    <a:pt x="5669403" y="1008369"/>
                  </a:lnTo>
                  <a:lnTo>
                    <a:pt x="5669529" y="1008369"/>
                  </a:lnTo>
                  <a:lnTo>
                    <a:pt x="5669655" y="1008369"/>
                  </a:lnTo>
                  <a:lnTo>
                    <a:pt x="5669781" y="1008369"/>
                  </a:lnTo>
                  <a:lnTo>
                    <a:pt x="5669907" y="1008369"/>
                  </a:lnTo>
                  <a:lnTo>
                    <a:pt x="5670034" y="1008369"/>
                  </a:lnTo>
                  <a:lnTo>
                    <a:pt x="5670160" y="1008369"/>
                  </a:lnTo>
                  <a:lnTo>
                    <a:pt x="5670286" y="1008369"/>
                  </a:lnTo>
                  <a:lnTo>
                    <a:pt x="5670412" y="1008369"/>
                  </a:lnTo>
                  <a:lnTo>
                    <a:pt x="5670538" y="1008369"/>
                  </a:lnTo>
                  <a:lnTo>
                    <a:pt x="5670664" y="1008369"/>
                  </a:lnTo>
                  <a:lnTo>
                    <a:pt x="5670790" y="1008369"/>
                  </a:lnTo>
                  <a:lnTo>
                    <a:pt x="5670916" y="1008369"/>
                  </a:lnTo>
                  <a:lnTo>
                    <a:pt x="5671042" y="1008369"/>
                  </a:lnTo>
                  <a:lnTo>
                    <a:pt x="5671168" y="1008369"/>
                  </a:lnTo>
                  <a:lnTo>
                    <a:pt x="5671294" y="1008369"/>
                  </a:lnTo>
                  <a:lnTo>
                    <a:pt x="5671421" y="1008369"/>
                  </a:lnTo>
                  <a:lnTo>
                    <a:pt x="5671547" y="1008369"/>
                  </a:lnTo>
                  <a:lnTo>
                    <a:pt x="5671673" y="1008369"/>
                  </a:lnTo>
                  <a:lnTo>
                    <a:pt x="5671799" y="1008369"/>
                  </a:lnTo>
                  <a:lnTo>
                    <a:pt x="5671925" y="1008369"/>
                  </a:lnTo>
                  <a:lnTo>
                    <a:pt x="5672051" y="1008369"/>
                  </a:lnTo>
                  <a:lnTo>
                    <a:pt x="5672177" y="1008369"/>
                  </a:lnTo>
                  <a:lnTo>
                    <a:pt x="5672303" y="1008369"/>
                  </a:lnTo>
                  <a:lnTo>
                    <a:pt x="5672429" y="1008369"/>
                  </a:lnTo>
                  <a:lnTo>
                    <a:pt x="5672555" y="1008369"/>
                  </a:lnTo>
                  <a:lnTo>
                    <a:pt x="5672681" y="1008369"/>
                  </a:lnTo>
                  <a:lnTo>
                    <a:pt x="5672807" y="1008369"/>
                  </a:lnTo>
                  <a:lnTo>
                    <a:pt x="5672807" y="1003090"/>
                  </a:lnTo>
                  <a:lnTo>
                    <a:pt x="5672934" y="1003090"/>
                  </a:lnTo>
                  <a:lnTo>
                    <a:pt x="5673060" y="1003090"/>
                  </a:lnTo>
                  <a:lnTo>
                    <a:pt x="5673186" y="1003090"/>
                  </a:lnTo>
                  <a:lnTo>
                    <a:pt x="5673312" y="1003090"/>
                  </a:lnTo>
                  <a:lnTo>
                    <a:pt x="5673438" y="1003090"/>
                  </a:lnTo>
                  <a:lnTo>
                    <a:pt x="5673564" y="1003090"/>
                  </a:lnTo>
                  <a:lnTo>
                    <a:pt x="5673690" y="1003090"/>
                  </a:lnTo>
                  <a:lnTo>
                    <a:pt x="5673816" y="1003090"/>
                  </a:lnTo>
                  <a:lnTo>
                    <a:pt x="5673942" y="1003090"/>
                  </a:lnTo>
                  <a:lnTo>
                    <a:pt x="5674068" y="1003090"/>
                  </a:lnTo>
                  <a:lnTo>
                    <a:pt x="5674194" y="1003090"/>
                  </a:lnTo>
                  <a:lnTo>
                    <a:pt x="5674321" y="1003090"/>
                  </a:lnTo>
                  <a:lnTo>
                    <a:pt x="5674447" y="1003090"/>
                  </a:lnTo>
                  <a:lnTo>
                    <a:pt x="5674573" y="1003090"/>
                  </a:lnTo>
                  <a:lnTo>
                    <a:pt x="5674699" y="1003090"/>
                  </a:lnTo>
                  <a:lnTo>
                    <a:pt x="5674825" y="1003090"/>
                  </a:lnTo>
                  <a:lnTo>
                    <a:pt x="5674951" y="1003090"/>
                  </a:lnTo>
                  <a:lnTo>
                    <a:pt x="5675077" y="1003090"/>
                  </a:lnTo>
                  <a:lnTo>
                    <a:pt x="5675203" y="1003090"/>
                  </a:lnTo>
                  <a:lnTo>
                    <a:pt x="5675329" y="1003090"/>
                  </a:lnTo>
                  <a:lnTo>
                    <a:pt x="5675455" y="1003090"/>
                  </a:lnTo>
                  <a:lnTo>
                    <a:pt x="5675581" y="1003090"/>
                  </a:lnTo>
                  <a:lnTo>
                    <a:pt x="5675708" y="1003090"/>
                  </a:lnTo>
                  <a:lnTo>
                    <a:pt x="5675834" y="1003090"/>
                  </a:lnTo>
                  <a:lnTo>
                    <a:pt x="5675960" y="1003090"/>
                  </a:lnTo>
                  <a:lnTo>
                    <a:pt x="5676086" y="1003090"/>
                  </a:lnTo>
                  <a:lnTo>
                    <a:pt x="5676212" y="1003090"/>
                  </a:lnTo>
                  <a:lnTo>
                    <a:pt x="5676338" y="1003090"/>
                  </a:lnTo>
                  <a:lnTo>
                    <a:pt x="5676464" y="1003090"/>
                  </a:lnTo>
                  <a:lnTo>
                    <a:pt x="5676464" y="997810"/>
                  </a:lnTo>
                  <a:lnTo>
                    <a:pt x="5676590" y="997810"/>
                  </a:lnTo>
                  <a:lnTo>
                    <a:pt x="5676716" y="997810"/>
                  </a:lnTo>
                  <a:lnTo>
                    <a:pt x="5676842" y="997810"/>
                  </a:lnTo>
                  <a:lnTo>
                    <a:pt x="5676968" y="997810"/>
                  </a:lnTo>
                  <a:lnTo>
                    <a:pt x="5677094" y="997810"/>
                  </a:lnTo>
                  <a:lnTo>
                    <a:pt x="5677221" y="997810"/>
                  </a:lnTo>
                  <a:lnTo>
                    <a:pt x="5677347" y="997810"/>
                  </a:lnTo>
                  <a:lnTo>
                    <a:pt x="5677473" y="997810"/>
                  </a:lnTo>
                  <a:lnTo>
                    <a:pt x="5677599" y="997810"/>
                  </a:lnTo>
                  <a:lnTo>
                    <a:pt x="5677725" y="997810"/>
                  </a:lnTo>
                  <a:lnTo>
                    <a:pt x="5677851" y="997810"/>
                  </a:lnTo>
                  <a:lnTo>
                    <a:pt x="5677977" y="997810"/>
                  </a:lnTo>
                  <a:lnTo>
                    <a:pt x="5678103" y="997810"/>
                  </a:lnTo>
                  <a:lnTo>
                    <a:pt x="5678229" y="997810"/>
                  </a:lnTo>
                  <a:lnTo>
                    <a:pt x="5678355" y="997810"/>
                  </a:lnTo>
                  <a:lnTo>
                    <a:pt x="5678481" y="997810"/>
                  </a:lnTo>
                  <a:lnTo>
                    <a:pt x="5678608" y="997810"/>
                  </a:lnTo>
                  <a:lnTo>
                    <a:pt x="5678734" y="997810"/>
                  </a:lnTo>
                  <a:lnTo>
                    <a:pt x="5678860" y="997810"/>
                  </a:lnTo>
                  <a:lnTo>
                    <a:pt x="5678986" y="997810"/>
                  </a:lnTo>
                  <a:lnTo>
                    <a:pt x="5679112" y="997810"/>
                  </a:lnTo>
                  <a:lnTo>
                    <a:pt x="5679238" y="997810"/>
                  </a:lnTo>
                  <a:lnTo>
                    <a:pt x="5679364" y="997810"/>
                  </a:lnTo>
                  <a:lnTo>
                    <a:pt x="5679490" y="997810"/>
                  </a:lnTo>
                  <a:lnTo>
                    <a:pt x="5679616" y="997810"/>
                  </a:lnTo>
                  <a:lnTo>
                    <a:pt x="5679742" y="997810"/>
                  </a:lnTo>
                  <a:lnTo>
                    <a:pt x="5679868" y="997810"/>
                  </a:lnTo>
                  <a:lnTo>
                    <a:pt x="5679994" y="997810"/>
                  </a:lnTo>
                  <a:lnTo>
                    <a:pt x="5680121" y="997810"/>
                  </a:lnTo>
                  <a:lnTo>
                    <a:pt x="5680247" y="997810"/>
                  </a:lnTo>
                  <a:lnTo>
                    <a:pt x="5680373" y="997810"/>
                  </a:lnTo>
                  <a:lnTo>
                    <a:pt x="5680499" y="997810"/>
                  </a:lnTo>
                  <a:lnTo>
                    <a:pt x="5680625" y="997810"/>
                  </a:lnTo>
                  <a:lnTo>
                    <a:pt x="5680751" y="997810"/>
                  </a:lnTo>
                  <a:lnTo>
                    <a:pt x="5680877" y="997810"/>
                  </a:lnTo>
                  <a:lnTo>
                    <a:pt x="5681003" y="997810"/>
                  </a:lnTo>
                  <a:lnTo>
                    <a:pt x="5681129" y="997810"/>
                  </a:lnTo>
                  <a:lnTo>
                    <a:pt x="5681255" y="997810"/>
                  </a:lnTo>
                  <a:lnTo>
                    <a:pt x="5681381" y="997810"/>
                  </a:lnTo>
                  <a:lnTo>
                    <a:pt x="5681508" y="997810"/>
                  </a:lnTo>
                  <a:lnTo>
                    <a:pt x="5681634" y="997810"/>
                  </a:lnTo>
                  <a:lnTo>
                    <a:pt x="5681760" y="997810"/>
                  </a:lnTo>
                  <a:lnTo>
                    <a:pt x="5681886" y="997810"/>
                  </a:lnTo>
                  <a:lnTo>
                    <a:pt x="5682012" y="997810"/>
                  </a:lnTo>
                  <a:lnTo>
                    <a:pt x="5682138" y="997810"/>
                  </a:lnTo>
                  <a:lnTo>
                    <a:pt x="5682264" y="997810"/>
                  </a:lnTo>
                  <a:lnTo>
                    <a:pt x="5682390" y="997810"/>
                  </a:lnTo>
                  <a:lnTo>
                    <a:pt x="5682516" y="997810"/>
                  </a:lnTo>
                  <a:lnTo>
                    <a:pt x="5682642" y="997810"/>
                  </a:lnTo>
                  <a:lnTo>
                    <a:pt x="5682768" y="997810"/>
                  </a:lnTo>
                  <a:lnTo>
                    <a:pt x="5682894" y="997810"/>
                  </a:lnTo>
                  <a:lnTo>
                    <a:pt x="5683021" y="997810"/>
                  </a:lnTo>
                  <a:lnTo>
                    <a:pt x="5683147" y="997810"/>
                  </a:lnTo>
                  <a:lnTo>
                    <a:pt x="5683273" y="997810"/>
                  </a:lnTo>
                  <a:lnTo>
                    <a:pt x="5683399" y="997810"/>
                  </a:lnTo>
                  <a:lnTo>
                    <a:pt x="5683525" y="997810"/>
                  </a:lnTo>
                  <a:lnTo>
                    <a:pt x="5683651" y="997810"/>
                  </a:lnTo>
                  <a:lnTo>
                    <a:pt x="5683777" y="997810"/>
                  </a:lnTo>
                  <a:lnTo>
                    <a:pt x="5683903" y="997810"/>
                  </a:lnTo>
                  <a:lnTo>
                    <a:pt x="5684029" y="997810"/>
                  </a:lnTo>
                  <a:lnTo>
                    <a:pt x="5684155" y="997810"/>
                  </a:lnTo>
                  <a:lnTo>
                    <a:pt x="5684281" y="997810"/>
                  </a:lnTo>
                  <a:lnTo>
                    <a:pt x="5684408" y="997810"/>
                  </a:lnTo>
                  <a:lnTo>
                    <a:pt x="5684534" y="997810"/>
                  </a:lnTo>
                  <a:lnTo>
                    <a:pt x="5684660" y="997810"/>
                  </a:lnTo>
                  <a:lnTo>
                    <a:pt x="5684786" y="997810"/>
                  </a:lnTo>
                  <a:lnTo>
                    <a:pt x="5684912" y="997810"/>
                  </a:lnTo>
                  <a:lnTo>
                    <a:pt x="5685038" y="997810"/>
                  </a:lnTo>
                  <a:lnTo>
                    <a:pt x="5685164" y="997810"/>
                  </a:lnTo>
                  <a:lnTo>
                    <a:pt x="5685290" y="997810"/>
                  </a:lnTo>
                  <a:lnTo>
                    <a:pt x="5685416" y="997810"/>
                  </a:lnTo>
                  <a:lnTo>
                    <a:pt x="5685542" y="997810"/>
                  </a:lnTo>
                  <a:lnTo>
                    <a:pt x="5685668" y="997810"/>
                  </a:lnTo>
                  <a:lnTo>
                    <a:pt x="5685795" y="997810"/>
                  </a:lnTo>
                  <a:lnTo>
                    <a:pt x="5685921" y="997810"/>
                  </a:lnTo>
                  <a:lnTo>
                    <a:pt x="5686047" y="997810"/>
                  </a:lnTo>
                  <a:lnTo>
                    <a:pt x="5686173" y="997810"/>
                  </a:lnTo>
                  <a:lnTo>
                    <a:pt x="5686299" y="997810"/>
                  </a:lnTo>
                  <a:lnTo>
                    <a:pt x="5686425" y="997810"/>
                  </a:lnTo>
                  <a:lnTo>
                    <a:pt x="5686551" y="997810"/>
                  </a:lnTo>
                  <a:lnTo>
                    <a:pt x="5686677" y="997810"/>
                  </a:lnTo>
                  <a:lnTo>
                    <a:pt x="5686803" y="997810"/>
                  </a:lnTo>
                  <a:lnTo>
                    <a:pt x="5686929" y="997810"/>
                  </a:lnTo>
                  <a:lnTo>
                    <a:pt x="5687055" y="997810"/>
                  </a:lnTo>
                  <a:lnTo>
                    <a:pt x="5687181" y="997810"/>
                  </a:lnTo>
                  <a:lnTo>
                    <a:pt x="5687308" y="997810"/>
                  </a:lnTo>
                  <a:lnTo>
                    <a:pt x="5687434" y="997810"/>
                  </a:lnTo>
                  <a:lnTo>
                    <a:pt x="5687560" y="997810"/>
                  </a:lnTo>
                  <a:lnTo>
                    <a:pt x="5687686" y="997810"/>
                  </a:lnTo>
                  <a:lnTo>
                    <a:pt x="5687812" y="997810"/>
                  </a:lnTo>
                  <a:lnTo>
                    <a:pt x="5687938" y="997810"/>
                  </a:lnTo>
                  <a:lnTo>
                    <a:pt x="5688064" y="997810"/>
                  </a:lnTo>
                  <a:lnTo>
                    <a:pt x="5688190" y="997810"/>
                  </a:lnTo>
                  <a:lnTo>
                    <a:pt x="5688316" y="997810"/>
                  </a:lnTo>
                  <a:lnTo>
                    <a:pt x="5688442" y="997810"/>
                  </a:lnTo>
                  <a:lnTo>
                    <a:pt x="5688568" y="997810"/>
                  </a:lnTo>
                  <a:lnTo>
                    <a:pt x="5688695" y="997810"/>
                  </a:lnTo>
                  <a:lnTo>
                    <a:pt x="5688821" y="997810"/>
                  </a:lnTo>
                  <a:lnTo>
                    <a:pt x="5688947" y="997810"/>
                  </a:lnTo>
                  <a:lnTo>
                    <a:pt x="5689073" y="997810"/>
                  </a:lnTo>
                  <a:lnTo>
                    <a:pt x="5689199" y="997810"/>
                  </a:lnTo>
                  <a:lnTo>
                    <a:pt x="5689325" y="997810"/>
                  </a:lnTo>
                  <a:lnTo>
                    <a:pt x="5689451" y="997810"/>
                  </a:lnTo>
                  <a:lnTo>
                    <a:pt x="5689577" y="997810"/>
                  </a:lnTo>
                  <a:lnTo>
                    <a:pt x="5689703" y="997810"/>
                  </a:lnTo>
                  <a:lnTo>
                    <a:pt x="5689829" y="997810"/>
                  </a:lnTo>
                  <a:lnTo>
                    <a:pt x="5689955" y="997810"/>
                  </a:lnTo>
                  <a:lnTo>
                    <a:pt x="5690081" y="997810"/>
                  </a:lnTo>
                  <a:lnTo>
                    <a:pt x="5690208" y="997810"/>
                  </a:lnTo>
                  <a:lnTo>
                    <a:pt x="5690334" y="997810"/>
                  </a:lnTo>
                  <a:lnTo>
                    <a:pt x="5690460" y="997810"/>
                  </a:lnTo>
                  <a:lnTo>
                    <a:pt x="5690586" y="997810"/>
                  </a:lnTo>
                  <a:lnTo>
                    <a:pt x="5690712" y="997810"/>
                  </a:lnTo>
                  <a:lnTo>
                    <a:pt x="5690838" y="997810"/>
                  </a:lnTo>
                  <a:lnTo>
                    <a:pt x="5690964" y="997810"/>
                  </a:lnTo>
                  <a:lnTo>
                    <a:pt x="5691090" y="997810"/>
                  </a:lnTo>
                  <a:lnTo>
                    <a:pt x="5691216" y="997810"/>
                  </a:lnTo>
                  <a:lnTo>
                    <a:pt x="5691342" y="997810"/>
                  </a:lnTo>
                  <a:lnTo>
                    <a:pt x="5691468" y="997810"/>
                  </a:lnTo>
                  <a:lnTo>
                    <a:pt x="5691595" y="997810"/>
                  </a:lnTo>
                  <a:lnTo>
                    <a:pt x="5691721" y="997810"/>
                  </a:lnTo>
                  <a:lnTo>
                    <a:pt x="5691847" y="997810"/>
                  </a:lnTo>
                  <a:lnTo>
                    <a:pt x="5691973" y="997810"/>
                  </a:lnTo>
                  <a:lnTo>
                    <a:pt x="5692099" y="997810"/>
                  </a:lnTo>
                  <a:lnTo>
                    <a:pt x="5692225" y="997810"/>
                  </a:lnTo>
                  <a:lnTo>
                    <a:pt x="5692351" y="997810"/>
                  </a:lnTo>
                  <a:lnTo>
                    <a:pt x="5692477" y="997810"/>
                  </a:lnTo>
                  <a:lnTo>
                    <a:pt x="5692603" y="997810"/>
                  </a:lnTo>
                  <a:lnTo>
                    <a:pt x="5692729" y="997810"/>
                  </a:lnTo>
                  <a:lnTo>
                    <a:pt x="5692855" y="997810"/>
                  </a:lnTo>
                  <a:lnTo>
                    <a:pt x="5692982" y="997810"/>
                  </a:lnTo>
                  <a:lnTo>
                    <a:pt x="5693108" y="997810"/>
                  </a:lnTo>
                  <a:lnTo>
                    <a:pt x="5693234" y="997810"/>
                  </a:lnTo>
                  <a:lnTo>
                    <a:pt x="5693360" y="997810"/>
                  </a:lnTo>
                  <a:lnTo>
                    <a:pt x="5693486" y="997810"/>
                  </a:lnTo>
                  <a:lnTo>
                    <a:pt x="5693612" y="997810"/>
                  </a:lnTo>
                  <a:lnTo>
                    <a:pt x="5693738" y="997810"/>
                  </a:lnTo>
                  <a:lnTo>
                    <a:pt x="5693864" y="997810"/>
                  </a:lnTo>
                  <a:lnTo>
                    <a:pt x="5693990" y="997810"/>
                  </a:lnTo>
                  <a:lnTo>
                    <a:pt x="5694116" y="997810"/>
                  </a:lnTo>
                  <a:lnTo>
                    <a:pt x="5694242" y="997810"/>
                  </a:lnTo>
                  <a:lnTo>
                    <a:pt x="5694368" y="997810"/>
                  </a:lnTo>
                  <a:lnTo>
                    <a:pt x="5694495" y="997810"/>
                  </a:lnTo>
                  <a:lnTo>
                    <a:pt x="5694621" y="997810"/>
                  </a:lnTo>
                  <a:lnTo>
                    <a:pt x="5694747" y="997810"/>
                  </a:lnTo>
                  <a:lnTo>
                    <a:pt x="5694873" y="997810"/>
                  </a:lnTo>
                  <a:lnTo>
                    <a:pt x="5694999" y="997810"/>
                  </a:lnTo>
                  <a:lnTo>
                    <a:pt x="5695125" y="997810"/>
                  </a:lnTo>
                  <a:lnTo>
                    <a:pt x="5695251" y="997810"/>
                  </a:lnTo>
                  <a:lnTo>
                    <a:pt x="5695377" y="997810"/>
                  </a:lnTo>
                  <a:lnTo>
                    <a:pt x="5695503" y="997810"/>
                  </a:lnTo>
                  <a:lnTo>
                    <a:pt x="5695629" y="997810"/>
                  </a:lnTo>
                  <a:lnTo>
                    <a:pt x="5695755" y="997810"/>
                  </a:lnTo>
                  <a:lnTo>
                    <a:pt x="5695882" y="997810"/>
                  </a:lnTo>
                  <a:lnTo>
                    <a:pt x="5696008" y="997810"/>
                  </a:lnTo>
                  <a:lnTo>
                    <a:pt x="5696134" y="997810"/>
                  </a:lnTo>
                  <a:lnTo>
                    <a:pt x="5696260" y="997810"/>
                  </a:lnTo>
                  <a:lnTo>
                    <a:pt x="5696386" y="997810"/>
                  </a:lnTo>
                  <a:lnTo>
                    <a:pt x="5696512" y="997810"/>
                  </a:lnTo>
                  <a:lnTo>
                    <a:pt x="5696638" y="997810"/>
                  </a:lnTo>
                  <a:lnTo>
                    <a:pt x="5696764" y="997810"/>
                  </a:lnTo>
                  <a:lnTo>
                    <a:pt x="5696890" y="997810"/>
                  </a:lnTo>
                  <a:lnTo>
                    <a:pt x="5697016" y="997810"/>
                  </a:lnTo>
                  <a:lnTo>
                    <a:pt x="5697142" y="997810"/>
                  </a:lnTo>
                  <a:lnTo>
                    <a:pt x="5697268" y="997810"/>
                  </a:lnTo>
                  <a:lnTo>
                    <a:pt x="5697395" y="997810"/>
                  </a:lnTo>
                  <a:lnTo>
                    <a:pt x="5697521" y="997810"/>
                  </a:lnTo>
                  <a:lnTo>
                    <a:pt x="5697647" y="997810"/>
                  </a:lnTo>
                  <a:lnTo>
                    <a:pt x="5697773" y="997810"/>
                  </a:lnTo>
                  <a:lnTo>
                    <a:pt x="5697899" y="997810"/>
                  </a:lnTo>
                  <a:lnTo>
                    <a:pt x="5698025" y="997810"/>
                  </a:lnTo>
                  <a:lnTo>
                    <a:pt x="5698151" y="997810"/>
                  </a:lnTo>
                  <a:lnTo>
                    <a:pt x="5698277" y="997810"/>
                  </a:lnTo>
                  <a:lnTo>
                    <a:pt x="5698403" y="997810"/>
                  </a:lnTo>
                  <a:lnTo>
                    <a:pt x="5698529" y="997810"/>
                  </a:lnTo>
                  <a:lnTo>
                    <a:pt x="5698655" y="997810"/>
                  </a:lnTo>
                  <a:lnTo>
                    <a:pt x="5698782" y="997810"/>
                  </a:lnTo>
                  <a:lnTo>
                    <a:pt x="5698908" y="997810"/>
                  </a:lnTo>
                  <a:lnTo>
                    <a:pt x="5699034" y="997810"/>
                  </a:lnTo>
                  <a:lnTo>
                    <a:pt x="5699160" y="997810"/>
                  </a:lnTo>
                  <a:lnTo>
                    <a:pt x="5699286" y="997810"/>
                  </a:lnTo>
                  <a:lnTo>
                    <a:pt x="5699412" y="997810"/>
                  </a:lnTo>
                  <a:lnTo>
                    <a:pt x="5699538" y="997810"/>
                  </a:lnTo>
                  <a:lnTo>
                    <a:pt x="5699664" y="997810"/>
                  </a:lnTo>
                  <a:lnTo>
                    <a:pt x="5699790" y="997810"/>
                  </a:lnTo>
                  <a:lnTo>
                    <a:pt x="5699916" y="997810"/>
                  </a:lnTo>
                  <a:lnTo>
                    <a:pt x="5700042" y="997810"/>
                  </a:lnTo>
                  <a:lnTo>
                    <a:pt x="5700168" y="997810"/>
                  </a:lnTo>
                  <a:lnTo>
                    <a:pt x="5700295" y="997810"/>
                  </a:lnTo>
                  <a:lnTo>
                    <a:pt x="5700421" y="997810"/>
                  </a:lnTo>
                  <a:lnTo>
                    <a:pt x="5700547" y="997810"/>
                  </a:lnTo>
                  <a:lnTo>
                    <a:pt x="5700547" y="992531"/>
                  </a:lnTo>
                  <a:lnTo>
                    <a:pt x="5700673" y="992531"/>
                  </a:lnTo>
                  <a:lnTo>
                    <a:pt x="5700799" y="992531"/>
                  </a:lnTo>
                  <a:lnTo>
                    <a:pt x="5700925" y="992531"/>
                  </a:lnTo>
                  <a:lnTo>
                    <a:pt x="5701051" y="992531"/>
                  </a:lnTo>
                  <a:lnTo>
                    <a:pt x="5701177" y="992531"/>
                  </a:lnTo>
                  <a:lnTo>
                    <a:pt x="5701303" y="992531"/>
                  </a:lnTo>
                  <a:lnTo>
                    <a:pt x="5701429" y="992531"/>
                  </a:lnTo>
                  <a:lnTo>
                    <a:pt x="5701555" y="992531"/>
                  </a:lnTo>
                  <a:lnTo>
                    <a:pt x="5701682" y="992531"/>
                  </a:lnTo>
                  <a:lnTo>
                    <a:pt x="5701808" y="992531"/>
                  </a:lnTo>
                  <a:lnTo>
                    <a:pt x="5701934" y="992531"/>
                  </a:lnTo>
                  <a:lnTo>
                    <a:pt x="5702060" y="992531"/>
                  </a:lnTo>
                  <a:lnTo>
                    <a:pt x="5702186" y="992531"/>
                  </a:lnTo>
                  <a:lnTo>
                    <a:pt x="5702312" y="992531"/>
                  </a:lnTo>
                  <a:lnTo>
                    <a:pt x="5702438" y="992531"/>
                  </a:lnTo>
                  <a:lnTo>
                    <a:pt x="5702564" y="992531"/>
                  </a:lnTo>
                  <a:lnTo>
                    <a:pt x="5702690" y="992531"/>
                  </a:lnTo>
                  <a:lnTo>
                    <a:pt x="5702816" y="992531"/>
                  </a:lnTo>
                  <a:lnTo>
                    <a:pt x="5702942" y="992531"/>
                  </a:lnTo>
                  <a:lnTo>
                    <a:pt x="5703069" y="992531"/>
                  </a:lnTo>
                  <a:lnTo>
                    <a:pt x="5703195" y="992531"/>
                  </a:lnTo>
                  <a:lnTo>
                    <a:pt x="5703321" y="992531"/>
                  </a:lnTo>
                  <a:lnTo>
                    <a:pt x="5703447" y="992531"/>
                  </a:lnTo>
                  <a:lnTo>
                    <a:pt x="5703573" y="992531"/>
                  </a:lnTo>
                  <a:lnTo>
                    <a:pt x="5703699" y="992531"/>
                  </a:lnTo>
                  <a:lnTo>
                    <a:pt x="5703825" y="992531"/>
                  </a:lnTo>
                  <a:lnTo>
                    <a:pt x="5703951" y="992531"/>
                  </a:lnTo>
                  <a:lnTo>
                    <a:pt x="5704077" y="992531"/>
                  </a:lnTo>
                  <a:lnTo>
                    <a:pt x="5704203" y="992531"/>
                  </a:lnTo>
                  <a:lnTo>
                    <a:pt x="5704329" y="992531"/>
                  </a:lnTo>
                  <a:lnTo>
                    <a:pt x="5704455" y="992531"/>
                  </a:lnTo>
                  <a:lnTo>
                    <a:pt x="5704582" y="992531"/>
                  </a:lnTo>
                  <a:lnTo>
                    <a:pt x="5704708" y="992531"/>
                  </a:lnTo>
                  <a:lnTo>
                    <a:pt x="5704834" y="992531"/>
                  </a:lnTo>
                  <a:lnTo>
                    <a:pt x="5704960" y="992531"/>
                  </a:lnTo>
                  <a:lnTo>
                    <a:pt x="5705086" y="992531"/>
                  </a:lnTo>
                  <a:lnTo>
                    <a:pt x="5705212" y="992531"/>
                  </a:lnTo>
                  <a:lnTo>
                    <a:pt x="5705338" y="992531"/>
                  </a:lnTo>
                  <a:lnTo>
                    <a:pt x="5705464" y="992531"/>
                  </a:lnTo>
                  <a:lnTo>
                    <a:pt x="5705590" y="992531"/>
                  </a:lnTo>
                  <a:lnTo>
                    <a:pt x="5705716" y="992531"/>
                  </a:lnTo>
                  <a:lnTo>
                    <a:pt x="5705842" y="992531"/>
                  </a:lnTo>
                  <a:lnTo>
                    <a:pt x="5705969" y="992531"/>
                  </a:lnTo>
                  <a:lnTo>
                    <a:pt x="5706095" y="992531"/>
                  </a:lnTo>
                  <a:lnTo>
                    <a:pt x="5706221" y="992531"/>
                  </a:lnTo>
                  <a:lnTo>
                    <a:pt x="5706347" y="992531"/>
                  </a:lnTo>
                  <a:lnTo>
                    <a:pt x="5706473" y="992531"/>
                  </a:lnTo>
                  <a:lnTo>
                    <a:pt x="5706599" y="992531"/>
                  </a:lnTo>
                  <a:lnTo>
                    <a:pt x="5706725" y="992531"/>
                  </a:lnTo>
                  <a:lnTo>
                    <a:pt x="5706851" y="992531"/>
                  </a:lnTo>
                  <a:lnTo>
                    <a:pt x="5706977" y="992531"/>
                  </a:lnTo>
                  <a:lnTo>
                    <a:pt x="5707103" y="992531"/>
                  </a:lnTo>
                  <a:lnTo>
                    <a:pt x="5707229" y="992531"/>
                  </a:lnTo>
                  <a:lnTo>
                    <a:pt x="5707355" y="992531"/>
                  </a:lnTo>
                  <a:lnTo>
                    <a:pt x="5707482" y="992531"/>
                  </a:lnTo>
                  <a:lnTo>
                    <a:pt x="5707608" y="992531"/>
                  </a:lnTo>
                  <a:lnTo>
                    <a:pt x="5707734" y="992531"/>
                  </a:lnTo>
                  <a:lnTo>
                    <a:pt x="5707860" y="992531"/>
                  </a:lnTo>
                  <a:lnTo>
                    <a:pt x="5707986" y="992531"/>
                  </a:lnTo>
                  <a:lnTo>
                    <a:pt x="5708112" y="992531"/>
                  </a:lnTo>
                  <a:lnTo>
                    <a:pt x="5708238" y="992531"/>
                  </a:lnTo>
                  <a:lnTo>
                    <a:pt x="5708364" y="992531"/>
                  </a:lnTo>
                  <a:lnTo>
                    <a:pt x="5708490" y="992531"/>
                  </a:lnTo>
                  <a:lnTo>
                    <a:pt x="5708616" y="992531"/>
                  </a:lnTo>
                  <a:lnTo>
                    <a:pt x="5708742" y="992531"/>
                  </a:lnTo>
                  <a:lnTo>
                    <a:pt x="5708869" y="992531"/>
                  </a:lnTo>
                  <a:lnTo>
                    <a:pt x="5708995" y="992531"/>
                  </a:lnTo>
                  <a:lnTo>
                    <a:pt x="5709121" y="992531"/>
                  </a:lnTo>
                  <a:lnTo>
                    <a:pt x="5709247" y="992531"/>
                  </a:lnTo>
                  <a:lnTo>
                    <a:pt x="5709373" y="992531"/>
                  </a:lnTo>
                  <a:lnTo>
                    <a:pt x="5709499" y="992531"/>
                  </a:lnTo>
                  <a:lnTo>
                    <a:pt x="5709625" y="992531"/>
                  </a:lnTo>
                  <a:lnTo>
                    <a:pt x="5709751" y="992531"/>
                  </a:lnTo>
                  <a:lnTo>
                    <a:pt x="5709877" y="992531"/>
                  </a:lnTo>
                  <a:lnTo>
                    <a:pt x="5710003" y="992531"/>
                  </a:lnTo>
                  <a:lnTo>
                    <a:pt x="5710129" y="992531"/>
                  </a:lnTo>
                  <a:lnTo>
                    <a:pt x="5710256" y="992531"/>
                  </a:lnTo>
                  <a:lnTo>
                    <a:pt x="5710382" y="992531"/>
                  </a:lnTo>
                  <a:lnTo>
                    <a:pt x="5710508" y="992531"/>
                  </a:lnTo>
                  <a:lnTo>
                    <a:pt x="5710634" y="992531"/>
                  </a:lnTo>
                  <a:lnTo>
                    <a:pt x="5710760" y="992531"/>
                  </a:lnTo>
                  <a:lnTo>
                    <a:pt x="5710886" y="992531"/>
                  </a:lnTo>
                  <a:lnTo>
                    <a:pt x="5711012" y="992531"/>
                  </a:lnTo>
                  <a:lnTo>
                    <a:pt x="5711138" y="992531"/>
                  </a:lnTo>
                  <a:lnTo>
                    <a:pt x="5711264" y="992531"/>
                  </a:lnTo>
                  <a:lnTo>
                    <a:pt x="5711390" y="992531"/>
                  </a:lnTo>
                  <a:lnTo>
                    <a:pt x="5711516" y="992531"/>
                  </a:lnTo>
                  <a:lnTo>
                    <a:pt x="5711642" y="992531"/>
                  </a:lnTo>
                  <a:lnTo>
                    <a:pt x="5711769" y="992531"/>
                  </a:lnTo>
                  <a:lnTo>
                    <a:pt x="5711895" y="992531"/>
                  </a:lnTo>
                  <a:lnTo>
                    <a:pt x="5712021" y="992531"/>
                  </a:lnTo>
                  <a:lnTo>
                    <a:pt x="5712147" y="992531"/>
                  </a:lnTo>
                  <a:lnTo>
                    <a:pt x="5712273" y="992531"/>
                  </a:lnTo>
                  <a:lnTo>
                    <a:pt x="5712399" y="992531"/>
                  </a:lnTo>
                  <a:lnTo>
                    <a:pt x="5712525" y="992531"/>
                  </a:lnTo>
                  <a:lnTo>
                    <a:pt x="5712651" y="992531"/>
                  </a:lnTo>
                  <a:lnTo>
                    <a:pt x="5712777" y="992531"/>
                  </a:lnTo>
                  <a:lnTo>
                    <a:pt x="5712903" y="992531"/>
                  </a:lnTo>
                  <a:lnTo>
                    <a:pt x="5713029" y="992531"/>
                  </a:lnTo>
                  <a:lnTo>
                    <a:pt x="5713156" y="992531"/>
                  </a:lnTo>
                  <a:lnTo>
                    <a:pt x="5713282" y="992531"/>
                  </a:lnTo>
                  <a:lnTo>
                    <a:pt x="5713408" y="992531"/>
                  </a:lnTo>
                  <a:lnTo>
                    <a:pt x="5713534" y="992531"/>
                  </a:lnTo>
                  <a:lnTo>
                    <a:pt x="5713660" y="992531"/>
                  </a:lnTo>
                  <a:lnTo>
                    <a:pt x="5713786" y="992531"/>
                  </a:lnTo>
                  <a:lnTo>
                    <a:pt x="5713912" y="992531"/>
                  </a:lnTo>
                  <a:lnTo>
                    <a:pt x="5714038" y="992531"/>
                  </a:lnTo>
                  <a:lnTo>
                    <a:pt x="5714164" y="992531"/>
                  </a:lnTo>
                  <a:lnTo>
                    <a:pt x="5714290" y="992531"/>
                  </a:lnTo>
                  <a:lnTo>
                    <a:pt x="5714416" y="992531"/>
                  </a:lnTo>
                  <a:lnTo>
                    <a:pt x="5714542" y="992531"/>
                  </a:lnTo>
                  <a:lnTo>
                    <a:pt x="5714669" y="992531"/>
                  </a:lnTo>
                  <a:lnTo>
                    <a:pt x="5714795" y="992531"/>
                  </a:lnTo>
                  <a:lnTo>
                    <a:pt x="5714921" y="992531"/>
                  </a:lnTo>
                  <a:lnTo>
                    <a:pt x="5715047" y="992531"/>
                  </a:lnTo>
                  <a:lnTo>
                    <a:pt x="5715173" y="992531"/>
                  </a:lnTo>
                  <a:lnTo>
                    <a:pt x="5715299" y="992531"/>
                  </a:lnTo>
                  <a:lnTo>
                    <a:pt x="5715425" y="992531"/>
                  </a:lnTo>
                  <a:lnTo>
                    <a:pt x="5715551" y="992531"/>
                  </a:lnTo>
                  <a:lnTo>
                    <a:pt x="5715677" y="992531"/>
                  </a:lnTo>
                  <a:lnTo>
                    <a:pt x="5715803" y="992531"/>
                  </a:lnTo>
                  <a:lnTo>
                    <a:pt x="5715929" y="992531"/>
                  </a:lnTo>
                  <a:lnTo>
                    <a:pt x="5716056" y="992531"/>
                  </a:lnTo>
                  <a:lnTo>
                    <a:pt x="5716182" y="992531"/>
                  </a:lnTo>
                  <a:lnTo>
                    <a:pt x="5716308" y="992531"/>
                  </a:lnTo>
                  <a:lnTo>
                    <a:pt x="5716434" y="992531"/>
                  </a:lnTo>
                  <a:lnTo>
                    <a:pt x="5716560" y="992531"/>
                  </a:lnTo>
                  <a:lnTo>
                    <a:pt x="5716686" y="992531"/>
                  </a:lnTo>
                  <a:lnTo>
                    <a:pt x="5716812" y="992531"/>
                  </a:lnTo>
                  <a:lnTo>
                    <a:pt x="5716938" y="992531"/>
                  </a:lnTo>
                  <a:lnTo>
                    <a:pt x="5717064" y="992531"/>
                  </a:lnTo>
                  <a:lnTo>
                    <a:pt x="5717190" y="992531"/>
                  </a:lnTo>
                  <a:lnTo>
                    <a:pt x="5717316" y="992531"/>
                  </a:lnTo>
                  <a:lnTo>
                    <a:pt x="5717443" y="992531"/>
                  </a:lnTo>
                  <a:lnTo>
                    <a:pt x="5717569" y="992531"/>
                  </a:lnTo>
                  <a:lnTo>
                    <a:pt x="5717695" y="992531"/>
                  </a:lnTo>
                  <a:lnTo>
                    <a:pt x="5717821" y="992531"/>
                  </a:lnTo>
                  <a:lnTo>
                    <a:pt x="5717947" y="992531"/>
                  </a:lnTo>
                  <a:lnTo>
                    <a:pt x="5718073" y="992531"/>
                  </a:lnTo>
                  <a:lnTo>
                    <a:pt x="5718199" y="992531"/>
                  </a:lnTo>
                  <a:lnTo>
                    <a:pt x="5718325" y="992531"/>
                  </a:lnTo>
                  <a:lnTo>
                    <a:pt x="5718451" y="992531"/>
                  </a:lnTo>
                  <a:lnTo>
                    <a:pt x="5718577" y="992531"/>
                  </a:lnTo>
                  <a:lnTo>
                    <a:pt x="5718703" y="992531"/>
                  </a:lnTo>
                  <a:lnTo>
                    <a:pt x="5718829" y="992531"/>
                  </a:lnTo>
                  <a:lnTo>
                    <a:pt x="5718956" y="992531"/>
                  </a:lnTo>
                  <a:lnTo>
                    <a:pt x="5719082" y="992531"/>
                  </a:lnTo>
                  <a:lnTo>
                    <a:pt x="5719208" y="992531"/>
                  </a:lnTo>
                  <a:lnTo>
                    <a:pt x="5719334" y="992531"/>
                  </a:lnTo>
                  <a:lnTo>
                    <a:pt x="5719460" y="992531"/>
                  </a:lnTo>
                  <a:lnTo>
                    <a:pt x="5719586" y="992531"/>
                  </a:lnTo>
                  <a:lnTo>
                    <a:pt x="5719712" y="992531"/>
                  </a:lnTo>
                  <a:lnTo>
                    <a:pt x="5719838" y="992531"/>
                  </a:lnTo>
                  <a:lnTo>
                    <a:pt x="5719964" y="992531"/>
                  </a:lnTo>
                  <a:lnTo>
                    <a:pt x="5720090" y="992531"/>
                  </a:lnTo>
                  <a:lnTo>
                    <a:pt x="5720216" y="992531"/>
                  </a:lnTo>
                  <a:lnTo>
                    <a:pt x="5720343" y="992531"/>
                  </a:lnTo>
                  <a:lnTo>
                    <a:pt x="5720469" y="992531"/>
                  </a:lnTo>
                  <a:lnTo>
                    <a:pt x="5720595" y="992531"/>
                  </a:lnTo>
                  <a:lnTo>
                    <a:pt x="5720721" y="992531"/>
                  </a:lnTo>
                  <a:lnTo>
                    <a:pt x="5720847" y="992531"/>
                  </a:lnTo>
                  <a:lnTo>
                    <a:pt x="5720973" y="992531"/>
                  </a:lnTo>
                  <a:lnTo>
                    <a:pt x="5721099" y="992531"/>
                  </a:lnTo>
                  <a:lnTo>
                    <a:pt x="5721225" y="992531"/>
                  </a:lnTo>
                  <a:lnTo>
                    <a:pt x="5721351" y="992531"/>
                  </a:lnTo>
                  <a:lnTo>
                    <a:pt x="5721477" y="992531"/>
                  </a:lnTo>
                  <a:lnTo>
                    <a:pt x="5721603" y="992531"/>
                  </a:lnTo>
                  <a:lnTo>
                    <a:pt x="5721729" y="992531"/>
                  </a:lnTo>
                  <a:lnTo>
                    <a:pt x="5721856" y="992531"/>
                  </a:lnTo>
                  <a:lnTo>
                    <a:pt x="5721982" y="992531"/>
                  </a:lnTo>
                  <a:lnTo>
                    <a:pt x="5722108" y="992531"/>
                  </a:lnTo>
                  <a:lnTo>
                    <a:pt x="5722234" y="992531"/>
                  </a:lnTo>
                  <a:lnTo>
                    <a:pt x="5722360" y="992531"/>
                  </a:lnTo>
                  <a:lnTo>
                    <a:pt x="5722486" y="992531"/>
                  </a:lnTo>
                  <a:lnTo>
                    <a:pt x="5722612" y="992531"/>
                  </a:lnTo>
                  <a:lnTo>
                    <a:pt x="5722738" y="992531"/>
                  </a:lnTo>
                  <a:lnTo>
                    <a:pt x="5722864" y="992531"/>
                  </a:lnTo>
                  <a:lnTo>
                    <a:pt x="5722990" y="992531"/>
                  </a:lnTo>
                  <a:lnTo>
                    <a:pt x="5723116" y="992531"/>
                  </a:lnTo>
                  <a:lnTo>
                    <a:pt x="5723243" y="992531"/>
                  </a:lnTo>
                  <a:lnTo>
                    <a:pt x="5723369" y="992531"/>
                  </a:lnTo>
                  <a:lnTo>
                    <a:pt x="5723495" y="992531"/>
                  </a:lnTo>
                  <a:lnTo>
                    <a:pt x="5723621" y="992531"/>
                  </a:lnTo>
                  <a:lnTo>
                    <a:pt x="5723747" y="992531"/>
                  </a:lnTo>
                  <a:lnTo>
                    <a:pt x="5723873" y="992531"/>
                  </a:lnTo>
                  <a:lnTo>
                    <a:pt x="5723999" y="992531"/>
                  </a:lnTo>
                  <a:lnTo>
                    <a:pt x="5724125" y="992531"/>
                  </a:lnTo>
                  <a:lnTo>
                    <a:pt x="5724251" y="992531"/>
                  </a:lnTo>
                  <a:lnTo>
                    <a:pt x="5724377" y="992531"/>
                  </a:lnTo>
                  <a:lnTo>
                    <a:pt x="5724503" y="992531"/>
                  </a:lnTo>
                  <a:lnTo>
                    <a:pt x="5724629" y="992531"/>
                  </a:lnTo>
                  <a:lnTo>
                    <a:pt x="5724756" y="992531"/>
                  </a:lnTo>
                  <a:lnTo>
                    <a:pt x="5724882" y="992531"/>
                  </a:lnTo>
                  <a:lnTo>
                    <a:pt x="5725008" y="992531"/>
                  </a:lnTo>
                  <a:lnTo>
                    <a:pt x="5725134" y="992531"/>
                  </a:lnTo>
                  <a:lnTo>
                    <a:pt x="5725260" y="992531"/>
                  </a:lnTo>
                  <a:lnTo>
                    <a:pt x="5725386" y="992531"/>
                  </a:lnTo>
                  <a:lnTo>
                    <a:pt x="5725512" y="992531"/>
                  </a:lnTo>
                  <a:lnTo>
                    <a:pt x="5725638" y="992531"/>
                  </a:lnTo>
                  <a:lnTo>
                    <a:pt x="5725764" y="992531"/>
                  </a:lnTo>
                  <a:lnTo>
                    <a:pt x="5725890" y="992531"/>
                  </a:lnTo>
                  <a:lnTo>
                    <a:pt x="5726016" y="992531"/>
                  </a:lnTo>
                  <a:lnTo>
                    <a:pt x="5726143" y="992531"/>
                  </a:lnTo>
                  <a:lnTo>
                    <a:pt x="5726269" y="992531"/>
                  </a:lnTo>
                  <a:lnTo>
                    <a:pt x="5726395" y="992531"/>
                  </a:lnTo>
                  <a:lnTo>
                    <a:pt x="5726521" y="992531"/>
                  </a:lnTo>
                  <a:lnTo>
                    <a:pt x="5726647" y="992531"/>
                  </a:lnTo>
                  <a:lnTo>
                    <a:pt x="5726773" y="992531"/>
                  </a:lnTo>
                  <a:lnTo>
                    <a:pt x="5726899" y="992531"/>
                  </a:lnTo>
                  <a:lnTo>
                    <a:pt x="5727025" y="992531"/>
                  </a:lnTo>
                  <a:lnTo>
                    <a:pt x="5727151" y="992531"/>
                  </a:lnTo>
                  <a:lnTo>
                    <a:pt x="5727277" y="992531"/>
                  </a:lnTo>
                  <a:lnTo>
                    <a:pt x="5727403" y="992531"/>
                  </a:lnTo>
                  <a:lnTo>
                    <a:pt x="5727530" y="992531"/>
                  </a:lnTo>
                  <a:lnTo>
                    <a:pt x="5727656" y="992531"/>
                  </a:lnTo>
                  <a:lnTo>
                    <a:pt x="5727782" y="992531"/>
                  </a:lnTo>
                  <a:lnTo>
                    <a:pt x="5727908" y="992531"/>
                  </a:lnTo>
                  <a:lnTo>
                    <a:pt x="5728034" y="992531"/>
                  </a:lnTo>
                  <a:lnTo>
                    <a:pt x="5728160" y="992531"/>
                  </a:lnTo>
                  <a:lnTo>
                    <a:pt x="5728286" y="992531"/>
                  </a:lnTo>
                  <a:lnTo>
                    <a:pt x="5728412" y="992531"/>
                  </a:lnTo>
                  <a:lnTo>
                    <a:pt x="5728538" y="992531"/>
                  </a:lnTo>
                  <a:lnTo>
                    <a:pt x="5728664" y="992531"/>
                  </a:lnTo>
                  <a:lnTo>
                    <a:pt x="5728790" y="992531"/>
                  </a:lnTo>
                  <a:lnTo>
                    <a:pt x="5728916" y="992531"/>
                  </a:lnTo>
                  <a:lnTo>
                    <a:pt x="5729043" y="992531"/>
                  </a:lnTo>
                  <a:lnTo>
                    <a:pt x="5729169" y="992531"/>
                  </a:lnTo>
                  <a:lnTo>
                    <a:pt x="5729295" y="992531"/>
                  </a:lnTo>
                  <a:lnTo>
                    <a:pt x="5729421" y="992531"/>
                  </a:lnTo>
                  <a:lnTo>
                    <a:pt x="5729547" y="992531"/>
                  </a:lnTo>
                  <a:lnTo>
                    <a:pt x="5729673" y="992531"/>
                  </a:lnTo>
                  <a:lnTo>
                    <a:pt x="5729799" y="992531"/>
                  </a:lnTo>
                  <a:lnTo>
                    <a:pt x="5729925" y="992531"/>
                  </a:lnTo>
                  <a:lnTo>
                    <a:pt x="5730051" y="992531"/>
                  </a:lnTo>
                  <a:lnTo>
                    <a:pt x="5730177" y="992531"/>
                  </a:lnTo>
                  <a:lnTo>
                    <a:pt x="5730303" y="992531"/>
                  </a:lnTo>
                  <a:lnTo>
                    <a:pt x="5730430" y="992531"/>
                  </a:lnTo>
                  <a:lnTo>
                    <a:pt x="5730556" y="992531"/>
                  </a:lnTo>
                  <a:lnTo>
                    <a:pt x="5730682" y="992531"/>
                  </a:lnTo>
                  <a:lnTo>
                    <a:pt x="5730808" y="992531"/>
                  </a:lnTo>
                  <a:lnTo>
                    <a:pt x="5730934" y="992531"/>
                  </a:lnTo>
                  <a:lnTo>
                    <a:pt x="5731060" y="992531"/>
                  </a:lnTo>
                  <a:lnTo>
                    <a:pt x="5731186" y="992531"/>
                  </a:lnTo>
                  <a:lnTo>
                    <a:pt x="5731312" y="992531"/>
                  </a:lnTo>
                  <a:lnTo>
                    <a:pt x="5731438" y="992531"/>
                  </a:lnTo>
                  <a:lnTo>
                    <a:pt x="5731564" y="992531"/>
                  </a:lnTo>
                  <a:lnTo>
                    <a:pt x="5731690" y="992531"/>
                  </a:lnTo>
                  <a:lnTo>
                    <a:pt x="5731816" y="992531"/>
                  </a:lnTo>
                  <a:lnTo>
                    <a:pt x="5731943" y="992531"/>
                  </a:lnTo>
                  <a:lnTo>
                    <a:pt x="5732069" y="992531"/>
                  </a:lnTo>
                  <a:lnTo>
                    <a:pt x="5732195" y="992531"/>
                  </a:lnTo>
                  <a:lnTo>
                    <a:pt x="5732321" y="992531"/>
                  </a:lnTo>
                  <a:lnTo>
                    <a:pt x="5732447" y="992531"/>
                  </a:lnTo>
                  <a:lnTo>
                    <a:pt x="5732573" y="992531"/>
                  </a:lnTo>
                  <a:lnTo>
                    <a:pt x="5732699" y="992531"/>
                  </a:lnTo>
                  <a:lnTo>
                    <a:pt x="5732825" y="992531"/>
                  </a:lnTo>
                  <a:lnTo>
                    <a:pt x="5732951" y="992531"/>
                  </a:lnTo>
                  <a:lnTo>
                    <a:pt x="5733077" y="992531"/>
                  </a:lnTo>
                  <a:lnTo>
                    <a:pt x="5733203" y="992531"/>
                  </a:lnTo>
                  <a:lnTo>
                    <a:pt x="5733330" y="992531"/>
                  </a:lnTo>
                  <a:lnTo>
                    <a:pt x="5733456" y="992531"/>
                  </a:lnTo>
                  <a:lnTo>
                    <a:pt x="5733582" y="992531"/>
                  </a:lnTo>
                  <a:lnTo>
                    <a:pt x="5733708" y="992531"/>
                  </a:lnTo>
                  <a:lnTo>
                    <a:pt x="5733834" y="992531"/>
                  </a:lnTo>
                  <a:lnTo>
                    <a:pt x="5733960" y="992531"/>
                  </a:lnTo>
                  <a:lnTo>
                    <a:pt x="5734086" y="992531"/>
                  </a:lnTo>
                  <a:lnTo>
                    <a:pt x="5734212" y="992531"/>
                  </a:lnTo>
                  <a:lnTo>
                    <a:pt x="5734338" y="992531"/>
                  </a:lnTo>
                  <a:lnTo>
                    <a:pt x="5734464" y="992531"/>
                  </a:lnTo>
                  <a:lnTo>
                    <a:pt x="5734590" y="992531"/>
                  </a:lnTo>
                  <a:lnTo>
                    <a:pt x="5734717" y="992531"/>
                  </a:lnTo>
                  <a:lnTo>
                    <a:pt x="5734843" y="992531"/>
                  </a:lnTo>
                  <a:lnTo>
                    <a:pt x="5734969" y="992531"/>
                  </a:lnTo>
                  <a:lnTo>
                    <a:pt x="5735095" y="992531"/>
                  </a:lnTo>
                  <a:lnTo>
                    <a:pt x="5735221" y="992531"/>
                  </a:lnTo>
                  <a:lnTo>
                    <a:pt x="5735347" y="992531"/>
                  </a:lnTo>
                  <a:lnTo>
                    <a:pt x="5735473" y="992531"/>
                  </a:lnTo>
                  <a:lnTo>
                    <a:pt x="5735599" y="992531"/>
                  </a:lnTo>
                  <a:lnTo>
                    <a:pt x="5735725" y="992531"/>
                  </a:lnTo>
                  <a:lnTo>
                    <a:pt x="5735851" y="992531"/>
                  </a:lnTo>
                  <a:lnTo>
                    <a:pt x="5735851" y="987251"/>
                  </a:lnTo>
                  <a:lnTo>
                    <a:pt x="5735977" y="987251"/>
                  </a:lnTo>
                  <a:lnTo>
                    <a:pt x="5736103" y="987251"/>
                  </a:lnTo>
                  <a:lnTo>
                    <a:pt x="5736230" y="987251"/>
                  </a:lnTo>
                  <a:lnTo>
                    <a:pt x="5736356" y="987251"/>
                  </a:lnTo>
                  <a:lnTo>
                    <a:pt x="5736482" y="987251"/>
                  </a:lnTo>
                  <a:lnTo>
                    <a:pt x="5736608" y="987251"/>
                  </a:lnTo>
                  <a:lnTo>
                    <a:pt x="5736734" y="987251"/>
                  </a:lnTo>
                  <a:lnTo>
                    <a:pt x="5736860" y="987251"/>
                  </a:lnTo>
                  <a:lnTo>
                    <a:pt x="5736986" y="987251"/>
                  </a:lnTo>
                  <a:lnTo>
                    <a:pt x="5737112" y="987251"/>
                  </a:lnTo>
                  <a:lnTo>
                    <a:pt x="5737238" y="987251"/>
                  </a:lnTo>
                  <a:lnTo>
                    <a:pt x="5737364" y="987251"/>
                  </a:lnTo>
                  <a:lnTo>
                    <a:pt x="5737490" y="987251"/>
                  </a:lnTo>
                  <a:lnTo>
                    <a:pt x="5737617" y="987251"/>
                  </a:lnTo>
                  <a:lnTo>
                    <a:pt x="5737743" y="987251"/>
                  </a:lnTo>
                  <a:lnTo>
                    <a:pt x="5737869" y="987251"/>
                  </a:lnTo>
                  <a:lnTo>
                    <a:pt x="5737995" y="987251"/>
                  </a:lnTo>
                  <a:lnTo>
                    <a:pt x="5738121" y="987251"/>
                  </a:lnTo>
                  <a:lnTo>
                    <a:pt x="5738247" y="987251"/>
                  </a:lnTo>
                  <a:lnTo>
                    <a:pt x="5738373" y="987251"/>
                  </a:lnTo>
                  <a:lnTo>
                    <a:pt x="5738499" y="987251"/>
                  </a:lnTo>
                  <a:lnTo>
                    <a:pt x="5738625" y="987251"/>
                  </a:lnTo>
                  <a:lnTo>
                    <a:pt x="5738751" y="987251"/>
                  </a:lnTo>
                  <a:lnTo>
                    <a:pt x="5738877" y="987251"/>
                  </a:lnTo>
                  <a:lnTo>
                    <a:pt x="5738877" y="981972"/>
                  </a:lnTo>
                  <a:lnTo>
                    <a:pt x="5739003" y="981972"/>
                  </a:lnTo>
                  <a:lnTo>
                    <a:pt x="5739130" y="981972"/>
                  </a:lnTo>
                  <a:lnTo>
                    <a:pt x="5739256" y="981972"/>
                  </a:lnTo>
                  <a:lnTo>
                    <a:pt x="5739382" y="981972"/>
                  </a:lnTo>
                  <a:lnTo>
                    <a:pt x="5739508" y="981972"/>
                  </a:lnTo>
                  <a:lnTo>
                    <a:pt x="5739634" y="981972"/>
                  </a:lnTo>
                  <a:lnTo>
                    <a:pt x="5739760" y="981972"/>
                  </a:lnTo>
                  <a:lnTo>
                    <a:pt x="5739886" y="981972"/>
                  </a:lnTo>
                  <a:lnTo>
                    <a:pt x="5740012" y="981972"/>
                  </a:lnTo>
                  <a:lnTo>
                    <a:pt x="5740138" y="981972"/>
                  </a:lnTo>
                  <a:lnTo>
                    <a:pt x="5740264" y="981972"/>
                  </a:lnTo>
                  <a:lnTo>
                    <a:pt x="5740390" y="981972"/>
                  </a:lnTo>
                  <a:lnTo>
                    <a:pt x="5740517" y="981972"/>
                  </a:lnTo>
                  <a:lnTo>
                    <a:pt x="5740643" y="981972"/>
                  </a:lnTo>
                  <a:lnTo>
                    <a:pt x="5740769" y="981972"/>
                  </a:lnTo>
                  <a:lnTo>
                    <a:pt x="5740895" y="981972"/>
                  </a:lnTo>
                  <a:lnTo>
                    <a:pt x="5741021" y="981972"/>
                  </a:lnTo>
                  <a:lnTo>
                    <a:pt x="5741147" y="981972"/>
                  </a:lnTo>
                  <a:lnTo>
                    <a:pt x="5741273" y="981972"/>
                  </a:lnTo>
                  <a:lnTo>
                    <a:pt x="5741399" y="981972"/>
                  </a:lnTo>
                  <a:lnTo>
                    <a:pt x="5741525" y="981972"/>
                  </a:lnTo>
                  <a:lnTo>
                    <a:pt x="5741651" y="981972"/>
                  </a:lnTo>
                  <a:lnTo>
                    <a:pt x="5741777" y="981972"/>
                  </a:lnTo>
                  <a:lnTo>
                    <a:pt x="5741904" y="981972"/>
                  </a:lnTo>
                  <a:lnTo>
                    <a:pt x="5742030" y="981972"/>
                  </a:lnTo>
                  <a:lnTo>
                    <a:pt x="5742156" y="981972"/>
                  </a:lnTo>
                  <a:lnTo>
                    <a:pt x="5742282" y="981972"/>
                  </a:lnTo>
                  <a:lnTo>
                    <a:pt x="5742408" y="981972"/>
                  </a:lnTo>
                  <a:lnTo>
                    <a:pt x="5742534" y="981972"/>
                  </a:lnTo>
                  <a:lnTo>
                    <a:pt x="5742660" y="981972"/>
                  </a:lnTo>
                  <a:lnTo>
                    <a:pt x="5742786" y="981972"/>
                  </a:lnTo>
                  <a:lnTo>
                    <a:pt x="5742912" y="981972"/>
                  </a:lnTo>
                  <a:lnTo>
                    <a:pt x="5743038" y="981972"/>
                  </a:lnTo>
                  <a:lnTo>
                    <a:pt x="5743164" y="981972"/>
                  </a:lnTo>
                  <a:lnTo>
                    <a:pt x="5743290" y="981972"/>
                  </a:lnTo>
                  <a:lnTo>
                    <a:pt x="5743417" y="981972"/>
                  </a:lnTo>
                  <a:lnTo>
                    <a:pt x="5743543" y="981972"/>
                  </a:lnTo>
                  <a:lnTo>
                    <a:pt x="5743669" y="981972"/>
                  </a:lnTo>
                  <a:lnTo>
                    <a:pt x="5743795" y="981972"/>
                  </a:lnTo>
                  <a:lnTo>
                    <a:pt x="5743921" y="981972"/>
                  </a:lnTo>
                  <a:lnTo>
                    <a:pt x="5744047" y="981972"/>
                  </a:lnTo>
                  <a:lnTo>
                    <a:pt x="5744173" y="981972"/>
                  </a:lnTo>
                  <a:lnTo>
                    <a:pt x="5744299" y="981972"/>
                  </a:lnTo>
                  <a:lnTo>
                    <a:pt x="5744425" y="981972"/>
                  </a:lnTo>
                  <a:lnTo>
                    <a:pt x="5744551" y="981972"/>
                  </a:lnTo>
                  <a:lnTo>
                    <a:pt x="5744677" y="981972"/>
                  </a:lnTo>
                  <a:lnTo>
                    <a:pt x="5744804" y="981972"/>
                  </a:lnTo>
                  <a:lnTo>
                    <a:pt x="5744930" y="981972"/>
                  </a:lnTo>
                  <a:lnTo>
                    <a:pt x="5745056" y="981972"/>
                  </a:lnTo>
                  <a:lnTo>
                    <a:pt x="5745182" y="981972"/>
                  </a:lnTo>
                  <a:lnTo>
                    <a:pt x="5745308" y="981972"/>
                  </a:lnTo>
                  <a:lnTo>
                    <a:pt x="5745434" y="981972"/>
                  </a:lnTo>
                  <a:lnTo>
                    <a:pt x="5745560" y="981972"/>
                  </a:lnTo>
                  <a:lnTo>
                    <a:pt x="5745686" y="981972"/>
                  </a:lnTo>
                  <a:lnTo>
                    <a:pt x="5745812" y="981972"/>
                  </a:lnTo>
                  <a:lnTo>
                    <a:pt x="5745938" y="981972"/>
                  </a:lnTo>
                  <a:lnTo>
                    <a:pt x="5746064" y="981972"/>
                  </a:lnTo>
                  <a:lnTo>
                    <a:pt x="5746190" y="981972"/>
                  </a:lnTo>
                  <a:lnTo>
                    <a:pt x="5746317" y="981972"/>
                  </a:lnTo>
                  <a:lnTo>
                    <a:pt x="5746443" y="981972"/>
                  </a:lnTo>
                  <a:lnTo>
                    <a:pt x="5746569" y="981972"/>
                  </a:lnTo>
                  <a:lnTo>
                    <a:pt x="5746695" y="981972"/>
                  </a:lnTo>
                  <a:lnTo>
                    <a:pt x="5746821" y="981972"/>
                  </a:lnTo>
                  <a:lnTo>
                    <a:pt x="5746947" y="981972"/>
                  </a:lnTo>
                  <a:lnTo>
                    <a:pt x="5747073" y="981972"/>
                  </a:lnTo>
                  <a:lnTo>
                    <a:pt x="5747199" y="981972"/>
                  </a:lnTo>
                  <a:lnTo>
                    <a:pt x="5747325" y="981972"/>
                  </a:lnTo>
                  <a:lnTo>
                    <a:pt x="5747451" y="981972"/>
                  </a:lnTo>
                  <a:lnTo>
                    <a:pt x="5747577" y="981972"/>
                  </a:lnTo>
                  <a:lnTo>
                    <a:pt x="5747704" y="981972"/>
                  </a:lnTo>
                  <a:lnTo>
                    <a:pt x="5747830" y="981972"/>
                  </a:lnTo>
                  <a:lnTo>
                    <a:pt x="5747956" y="981972"/>
                  </a:lnTo>
                  <a:lnTo>
                    <a:pt x="5748082" y="981972"/>
                  </a:lnTo>
                  <a:lnTo>
                    <a:pt x="5748208" y="981972"/>
                  </a:lnTo>
                  <a:lnTo>
                    <a:pt x="5748334" y="981972"/>
                  </a:lnTo>
                  <a:lnTo>
                    <a:pt x="5748460" y="981972"/>
                  </a:lnTo>
                  <a:lnTo>
                    <a:pt x="5748586" y="981972"/>
                  </a:lnTo>
                  <a:lnTo>
                    <a:pt x="5748712" y="981972"/>
                  </a:lnTo>
                  <a:lnTo>
                    <a:pt x="5748838" y="981972"/>
                  </a:lnTo>
                  <a:lnTo>
                    <a:pt x="5748964" y="981972"/>
                  </a:lnTo>
                  <a:lnTo>
                    <a:pt x="5749090" y="981972"/>
                  </a:lnTo>
                  <a:lnTo>
                    <a:pt x="5749217" y="981972"/>
                  </a:lnTo>
                  <a:lnTo>
                    <a:pt x="5749343" y="981972"/>
                  </a:lnTo>
                  <a:lnTo>
                    <a:pt x="5749469" y="981972"/>
                  </a:lnTo>
                  <a:lnTo>
                    <a:pt x="5749595" y="981972"/>
                  </a:lnTo>
                  <a:lnTo>
                    <a:pt x="5749721" y="981972"/>
                  </a:lnTo>
                  <a:lnTo>
                    <a:pt x="5749847" y="981972"/>
                  </a:lnTo>
                  <a:lnTo>
                    <a:pt x="5749973" y="981972"/>
                  </a:lnTo>
                  <a:lnTo>
                    <a:pt x="5750099" y="981972"/>
                  </a:lnTo>
                  <a:lnTo>
                    <a:pt x="5750225" y="981972"/>
                  </a:lnTo>
                  <a:lnTo>
                    <a:pt x="5750351" y="981972"/>
                  </a:lnTo>
                  <a:lnTo>
                    <a:pt x="5750477" y="981972"/>
                  </a:lnTo>
                  <a:lnTo>
                    <a:pt x="5750604" y="981972"/>
                  </a:lnTo>
                  <a:lnTo>
                    <a:pt x="5750730" y="981972"/>
                  </a:lnTo>
                  <a:lnTo>
                    <a:pt x="5750856" y="981972"/>
                  </a:lnTo>
                  <a:lnTo>
                    <a:pt x="5750982" y="981972"/>
                  </a:lnTo>
                  <a:lnTo>
                    <a:pt x="5751108" y="981972"/>
                  </a:lnTo>
                  <a:lnTo>
                    <a:pt x="5751234" y="981972"/>
                  </a:lnTo>
                  <a:lnTo>
                    <a:pt x="5751360" y="981972"/>
                  </a:lnTo>
                  <a:lnTo>
                    <a:pt x="5751486" y="981972"/>
                  </a:lnTo>
                  <a:lnTo>
                    <a:pt x="5751612" y="981972"/>
                  </a:lnTo>
                  <a:lnTo>
                    <a:pt x="5751738" y="981972"/>
                  </a:lnTo>
                  <a:lnTo>
                    <a:pt x="5751864" y="981972"/>
                  </a:lnTo>
                  <a:lnTo>
                    <a:pt x="5751991" y="981972"/>
                  </a:lnTo>
                  <a:lnTo>
                    <a:pt x="5752117" y="981972"/>
                  </a:lnTo>
                  <a:lnTo>
                    <a:pt x="5752243" y="981972"/>
                  </a:lnTo>
                  <a:lnTo>
                    <a:pt x="5752369" y="981972"/>
                  </a:lnTo>
                  <a:lnTo>
                    <a:pt x="5752495" y="981972"/>
                  </a:lnTo>
                  <a:lnTo>
                    <a:pt x="5752621" y="981972"/>
                  </a:lnTo>
                  <a:lnTo>
                    <a:pt x="5752747" y="981972"/>
                  </a:lnTo>
                  <a:lnTo>
                    <a:pt x="5752873" y="981972"/>
                  </a:lnTo>
                  <a:lnTo>
                    <a:pt x="5752999" y="981972"/>
                  </a:lnTo>
                  <a:lnTo>
                    <a:pt x="5753125" y="981972"/>
                  </a:lnTo>
                  <a:lnTo>
                    <a:pt x="5753251" y="981972"/>
                  </a:lnTo>
                  <a:lnTo>
                    <a:pt x="5753377" y="981972"/>
                  </a:lnTo>
                  <a:lnTo>
                    <a:pt x="5753504" y="981972"/>
                  </a:lnTo>
                  <a:lnTo>
                    <a:pt x="5753630" y="981972"/>
                  </a:lnTo>
                  <a:lnTo>
                    <a:pt x="5753756" y="981972"/>
                  </a:lnTo>
                  <a:lnTo>
                    <a:pt x="5753882" y="981972"/>
                  </a:lnTo>
                  <a:lnTo>
                    <a:pt x="5754008" y="981972"/>
                  </a:lnTo>
                  <a:lnTo>
                    <a:pt x="5754134" y="981972"/>
                  </a:lnTo>
                  <a:lnTo>
                    <a:pt x="5754260" y="981972"/>
                  </a:lnTo>
                  <a:lnTo>
                    <a:pt x="5754386" y="981972"/>
                  </a:lnTo>
                  <a:lnTo>
                    <a:pt x="5754512" y="981972"/>
                  </a:lnTo>
                  <a:lnTo>
                    <a:pt x="5754638" y="981972"/>
                  </a:lnTo>
                  <a:lnTo>
                    <a:pt x="5754764" y="981972"/>
                  </a:lnTo>
                  <a:lnTo>
                    <a:pt x="5754891" y="981972"/>
                  </a:lnTo>
                  <a:lnTo>
                    <a:pt x="5755017" y="981972"/>
                  </a:lnTo>
                  <a:lnTo>
                    <a:pt x="5755143" y="981972"/>
                  </a:lnTo>
                  <a:lnTo>
                    <a:pt x="5755269" y="981972"/>
                  </a:lnTo>
                  <a:lnTo>
                    <a:pt x="5755395" y="981972"/>
                  </a:lnTo>
                  <a:lnTo>
                    <a:pt x="5755521" y="981972"/>
                  </a:lnTo>
                  <a:lnTo>
                    <a:pt x="5755647" y="981972"/>
                  </a:lnTo>
                  <a:lnTo>
                    <a:pt x="5755773" y="981972"/>
                  </a:lnTo>
                  <a:lnTo>
                    <a:pt x="5755899" y="981972"/>
                  </a:lnTo>
                  <a:lnTo>
                    <a:pt x="5756025" y="981972"/>
                  </a:lnTo>
                  <a:lnTo>
                    <a:pt x="5756151" y="981972"/>
                  </a:lnTo>
                  <a:lnTo>
                    <a:pt x="5756277" y="981972"/>
                  </a:lnTo>
                  <a:lnTo>
                    <a:pt x="5756404" y="981972"/>
                  </a:lnTo>
                  <a:lnTo>
                    <a:pt x="5756530" y="981972"/>
                  </a:lnTo>
                  <a:lnTo>
                    <a:pt x="5756656" y="981972"/>
                  </a:lnTo>
                  <a:lnTo>
                    <a:pt x="5756782" y="981972"/>
                  </a:lnTo>
                  <a:lnTo>
                    <a:pt x="5756908" y="981972"/>
                  </a:lnTo>
                  <a:lnTo>
                    <a:pt x="5757034" y="981972"/>
                  </a:lnTo>
                  <a:lnTo>
                    <a:pt x="5757160" y="981972"/>
                  </a:lnTo>
                  <a:lnTo>
                    <a:pt x="5757286" y="981972"/>
                  </a:lnTo>
                  <a:lnTo>
                    <a:pt x="5757412" y="981972"/>
                  </a:lnTo>
                  <a:lnTo>
                    <a:pt x="5757538" y="981972"/>
                  </a:lnTo>
                  <a:lnTo>
                    <a:pt x="5757664" y="981972"/>
                  </a:lnTo>
                  <a:lnTo>
                    <a:pt x="5757791" y="981972"/>
                  </a:lnTo>
                  <a:lnTo>
                    <a:pt x="5757917" y="981972"/>
                  </a:lnTo>
                  <a:lnTo>
                    <a:pt x="5758043" y="981972"/>
                  </a:lnTo>
                  <a:lnTo>
                    <a:pt x="5758169" y="981972"/>
                  </a:lnTo>
                  <a:lnTo>
                    <a:pt x="5758295" y="981972"/>
                  </a:lnTo>
                  <a:lnTo>
                    <a:pt x="5758421" y="981972"/>
                  </a:lnTo>
                  <a:lnTo>
                    <a:pt x="5758547" y="981972"/>
                  </a:lnTo>
                  <a:lnTo>
                    <a:pt x="5758673" y="981972"/>
                  </a:lnTo>
                  <a:lnTo>
                    <a:pt x="5758799" y="981972"/>
                  </a:lnTo>
                  <a:lnTo>
                    <a:pt x="5758925" y="981972"/>
                  </a:lnTo>
                  <a:lnTo>
                    <a:pt x="5759051" y="981972"/>
                  </a:lnTo>
                  <a:lnTo>
                    <a:pt x="5759178" y="981972"/>
                  </a:lnTo>
                  <a:lnTo>
                    <a:pt x="5759304" y="981972"/>
                  </a:lnTo>
                  <a:lnTo>
                    <a:pt x="5759430" y="981972"/>
                  </a:lnTo>
                  <a:lnTo>
                    <a:pt x="5759556" y="981972"/>
                  </a:lnTo>
                  <a:lnTo>
                    <a:pt x="5759682" y="981972"/>
                  </a:lnTo>
                  <a:lnTo>
                    <a:pt x="5759808" y="981972"/>
                  </a:lnTo>
                  <a:lnTo>
                    <a:pt x="5759934" y="981972"/>
                  </a:lnTo>
                  <a:lnTo>
                    <a:pt x="5760060" y="981972"/>
                  </a:lnTo>
                  <a:lnTo>
                    <a:pt x="5760186" y="981972"/>
                  </a:lnTo>
                  <a:lnTo>
                    <a:pt x="5760312" y="981972"/>
                  </a:lnTo>
                  <a:lnTo>
                    <a:pt x="5760438" y="981972"/>
                  </a:lnTo>
                  <a:lnTo>
                    <a:pt x="5760564" y="981972"/>
                  </a:lnTo>
                  <a:lnTo>
                    <a:pt x="5760691" y="981972"/>
                  </a:lnTo>
                  <a:lnTo>
                    <a:pt x="5760817" y="981972"/>
                  </a:lnTo>
                  <a:lnTo>
                    <a:pt x="5760943" y="981972"/>
                  </a:lnTo>
                  <a:lnTo>
                    <a:pt x="5761069" y="981972"/>
                  </a:lnTo>
                  <a:lnTo>
                    <a:pt x="5761195" y="981972"/>
                  </a:lnTo>
                  <a:lnTo>
                    <a:pt x="5761321" y="981972"/>
                  </a:lnTo>
                  <a:lnTo>
                    <a:pt x="5761447" y="981972"/>
                  </a:lnTo>
                  <a:lnTo>
                    <a:pt x="5761573" y="981972"/>
                  </a:lnTo>
                  <a:lnTo>
                    <a:pt x="5761699" y="981972"/>
                  </a:lnTo>
                  <a:lnTo>
                    <a:pt x="5761825" y="981972"/>
                  </a:lnTo>
                  <a:lnTo>
                    <a:pt x="5761951" y="981972"/>
                  </a:lnTo>
                  <a:lnTo>
                    <a:pt x="5762078" y="981972"/>
                  </a:lnTo>
                  <a:lnTo>
                    <a:pt x="5762204" y="981972"/>
                  </a:lnTo>
                  <a:lnTo>
                    <a:pt x="5762330" y="981972"/>
                  </a:lnTo>
                  <a:lnTo>
                    <a:pt x="5762456" y="981972"/>
                  </a:lnTo>
                  <a:lnTo>
                    <a:pt x="5762582" y="981972"/>
                  </a:lnTo>
                  <a:lnTo>
                    <a:pt x="5762708" y="981972"/>
                  </a:lnTo>
                  <a:lnTo>
                    <a:pt x="5762834" y="981972"/>
                  </a:lnTo>
                  <a:lnTo>
                    <a:pt x="5762960" y="981972"/>
                  </a:lnTo>
                  <a:lnTo>
                    <a:pt x="5763086" y="981972"/>
                  </a:lnTo>
                  <a:lnTo>
                    <a:pt x="5763212" y="981972"/>
                  </a:lnTo>
                  <a:lnTo>
                    <a:pt x="5763338" y="981972"/>
                  </a:lnTo>
                  <a:lnTo>
                    <a:pt x="5763464" y="981972"/>
                  </a:lnTo>
                  <a:lnTo>
                    <a:pt x="5763591" y="981972"/>
                  </a:lnTo>
                  <a:lnTo>
                    <a:pt x="5763717" y="981972"/>
                  </a:lnTo>
                  <a:lnTo>
                    <a:pt x="5763843" y="981972"/>
                  </a:lnTo>
                  <a:lnTo>
                    <a:pt x="5763969" y="981972"/>
                  </a:lnTo>
                  <a:lnTo>
                    <a:pt x="5764095" y="981972"/>
                  </a:lnTo>
                  <a:lnTo>
                    <a:pt x="5764221" y="981972"/>
                  </a:lnTo>
                  <a:lnTo>
                    <a:pt x="5764347" y="981972"/>
                  </a:lnTo>
                  <a:lnTo>
                    <a:pt x="5764473" y="981972"/>
                  </a:lnTo>
                  <a:lnTo>
                    <a:pt x="5764599" y="981972"/>
                  </a:lnTo>
                  <a:lnTo>
                    <a:pt x="5764725" y="981972"/>
                  </a:lnTo>
                  <a:lnTo>
                    <a:pt x="5764851" y="981972"/>
                  </a:lnTo>
                  <a:lnTo>
                    <a:pt x="5764978" y="981972"/>
                  </a:lnTo>
                  <a:lnTo>
                    <a:pt x="5765104" y="981972"/>
                  </a:lnTo>
                  <a:lnTo>
                    <a:pt x="5765230" y="981972"/>
                  </a:lnTo>
                  <a:lnTo>
                    <a:pt x="5765356" y="981972"/>
                  </a:lnTo>
                  <a:lnTo>
                    <a:pt x="5765482" y="981972"/>
                  </a:lnTo>
                  <a:lnTo>
                    <a:pt x="5765608" y="981972"/>
                  </a:lnTo>
                  <a:lnTo>
                    <a:pt x="5765734" y="981972"/>
                  </a:lnTo>
                  <a:lnTo>
                    <a:pt x="5765860" y="981972"/>
                  </a:lnTo>
                  <a:lnTo>
                    <a:pt x="5765986" y="981972"/>
                  </a:lnTo>
                  <a:lnTo>
                    <a:pt x="5766112" y="981972"/>
                  </a:lnTo>
                  <a:lnTo>
                    <a:pt x="5766238" y="981972"/>
                  </a:lnTo>
                  <a:lnTo>
                    <a:pt x="5766364" y="981972"/>
                  </a:lnTo>
                  <a:lnTo>
                    <a:pt x="5766491" y="981972"/>
                  </a:lnTo>
                  <a:lnTo>
                    <a:pt x="5766617" y="981972"/>
                  </a:lnTo>
                  <a:lnTo>
                    <a:pt x="5766743" y="981972"/>
                  </a:lnTo>
                  <a:lnTo>
                    <a:pt x="5766869" y="981972"/>
                  </a:lnTo>
                  <a:lnTo>
                    <a:pt x="5766995" y="981972"/>
                  </a:lnTo>
                  <a:lnTo>
                    <a:pt x="5767121" y="981972"/>
                  </a:lnTo>
                  <a:lnTo>
                    <a:pt x="5767247" y="981972"/>
                  </a:lnTo>
                  <a:lnTo>
                    <a:pt x="5767373" y="981972"/>
                  </a:lnTo>
                  <a:lnTo>
                    <a:pt x="5767499" y="981972"/>
                  </a:lnTo>
                  <a:lnTo>
                    <a:pt x="5767625" y="981972"/>
                  </a:lnTo>
                  <a:lnTo>
                    <a:pt x="5767751" y="981972"/>
                  </a:lnTo>
                  <a:lnTo>
                    <a:pt x="5767878" y="981972"/>
                  </a:lnTo>
                  <a:lnTo>
                    <a:pt x="5768004" y="981972"/>
                  </a:lnTo>
                  <a:lnTo>
                    <a:pt x="5768130" y="981972"/>
                  </a:lnTo>
                  <a:lnTo>
                    <a:pt x="5768256" y="981972"/>
                  </a:lnTo>
                  <a:lnTo>
                    <a:pt x="5768382" y="981972"/>
                  </a:lnTo>
                  <a:lnTo>
                    <a:pt x="5768508" y="981972"/>
                  </a:lnTo>
                  <a:lnTo>
                    <a:pt x="5768634" y="981972"/>
                  </a:lnTo>
                  <a:lnTo>
                    <a:pt x="5768760" y="981972"/>
                  </a:lnTo>
                  <a:lnTo>
                    <a:pt x="5768886" y="981972"/>
                  </a:lnTo>
                  <a:lnTo>
                    <a:pt x="5769012" y="981972"/>
                  </a:lnTo>
                  <a:lnTo>
                    <a:pt x="5769138" y="981972"/>
                  </a:lnTo>
                  <a:lnTo>
                    <a:pt x="5769265" y="981972"/>
                  </a:lnTo>
                  <a:lnTo>
                    <a:pt x="5769391" y="981972"/>
                  </a:lnTo>
                  <a:lnTo>
                    <a:pt x="5769517" y="981972"/>
                  </a:lnTo>
                  <a:lnTo>
                    <a:pt x="5769643" y="981972"/>
                  </a:lnTo>
                  <a:lnTo>
                    <a:pt x="5769769" y="981972"/>
                  </a:lnTo>
                  <a:lnTo>
                    <a:pt x="5769895" y="981972"/>
                  </a:lnTo>
                  <a:lnTo>
                    <a:pt x="5770021" y="981972"/>
                  </a:lnTo>
                  <a:lnTo>
                    <a:pt x="5770147" y="981972"/>
                  </a:lnTo>
                  <a:lnTo>
                    <a:pt x="5770273" y="981972"/>
                  </a:lnTo>
                  <a:lnTo>
                    <a:pt x="5770399" y="981972"/>
                  </a:lnTo>
                  <a:lnTo>
                    <a:pt x="5770525" y="981972"/>
                  </a:lnTo>
                  <a:lnTo>
                    <a:pt x="5770651" y="981972"/>
                  </a:lnTo>
                  <a:lnTo>
                    <a:pt x="5770778" y="981972"/>
                  </a:lnTo>
                  <a:lnTo>
                    <a:pt x="5770904" y="981972"/>
                  </a:lnTo>
                  <a:lnTo>
                    <a:pt x="5771030" y="981972"/>
                  </a:lnTo>
                  <a:lnTo>
                    <a:pt x="5771156" y="981972"/>
                  </a:lnTo>
                  <a:lnTo>
                    <a:pt x="5771282" y="981972"/>
                  </a:lnTo>
                  <a:lnTo>
                    <a:pt x="5771408" y="981972"/>
                  </a:lnTo>
                  <a:lnTo>
                    <a:pt x="5771534" y="981972"/>
                  </a:lnTo>
                  <a:lnTo>
                    <a:pt x="5771660" y="981972"/>
                  </a:lnTo>
                  <a:lnTo>
                    <a:pt x="5771786" y="981972"/>
                  </a:lnTo>
                  <a:lnTo>
                    <a:pt x="5771912" y="981972"/>
                  </a:lnTo>
                  <a:lnTo>
                    <a:pt x="5772038" y="981972"/>
                  </a:lnTo>
                  <a:lnTo>
                    <a:pt x="5772165" y="981972"/>
                  </a:lnTo>
                  <a:lnTo>
                    <a:pt x="5772291" y="981972"/>
                  </a:lnTo>
                  <a:lnTo>
                    <a:pt x="5772417" y="981972"/>
                  </a:lnTo>
                  <a:lnTo>
                    <a:pt x="5772543" y="981972"/>
                  </a:lnTo>
                  <a:lnTo>
                    <a:pt x="5772669" y="981972"/>
                  </a:lnTo>
                  <a:lnTo>
                    <a:pt x="5772795" y="981972"/>
                  </a:lnTo>
                  <a:lnTo>
                    <a:pt x="5772921" y="981972"/>
                  </a:lnTo>
                  <a:lnTo>
                    <a:pt x="5773047" y="981972"/>
                  </a:lnTo>
                  <a:lnTo>
                    <a:pt x="5773173" y="981972"/>
                  </a:lnTo>
                  <a:lnTo>
                    <a:pt x="5773299" y="981972"/>
                  </a:lnTo>
                  <a:lnTo>
                    <a:pt x="5773425" y="981972"/>
                  </a:lnTo>
                  <a:lnTo>
                    <a:pt x="5773551" y="981972"/>
                  </a:lnTo>
                  <a:lnTo>
                    <a:pt x="5773678" y="981972"/>
                  </a:lnTo>
                  <a:lnTo>
                    <a:pt x="5773804" y="981972"/>
                  </a:lnTo>
                  <a:lnTo>
                    <a:pt x="5773930" y="981972"/>
                  </a:lnTo>
                  <a:lnTo>
                    <a:pt x="5774056" y="981972"/>
                  </a:lnTo>
                  <a:lnTo>
                    <a:pt x="5774182" y="981972"/>
                  </a:lnTo>
                  <a:lnTo>
                    <a:pt x="5774308" y="981972"/>
                  </a:lnTo>
                  <a:lnTo>
                    <a:pt x="5774434" y="981972"/>
                  </a:lnTo>
                  <a:lnTo>
                    <a:pt x="5774560" y="981972"/>
                  </a:lnTo>
                  <a:lnTo>
                    <a:pt x="5774686" y="981972"/>
                  </a:lnTo>
                  <a:lnTo>
                    <a:pt x="5774812" y="981972"/>
                  </a:lnTo>
                  <a:lnTo>
                    <a:pt x="5774938" y="981972"/>
                  </a:lnTo>
                  <a:lnTo>
                    <a:pt x="5775065" y="981972"/>
                  </a:lnTo>
                  <a:lnTo>
                    <a:pt x="5775191" y="981972"/>
                  </a:lnTo>
                  <a:lnTo>
                    <a:pt x="5775317" y="981972"/>
                  </a:lnTo>
                  <a:lnTo>
                    <a:pt x="5775443" y="981972"/>
                  </a:lnTo>
                  <a:lnTo>
                    <a:pt x="5775569" y="981972"/>
                  </a:lnTo>
                  <a:lnTo>
                    <a:pt x="5775695" y="981972"/>
                  </a:lnTo>
                  <a:lnTo>
                    <a:pt x="5775821" y="981972"/>
                  </a:lnTo>
                  <a:lnTo>
                    <a:pt x="5775947" y="981972"/>
                  </a:lnTo>
                  <a:lnTo>
                    <a:pt x="5776073" y="981972"/>
                  </a:lnTo>
                  <a:lnTo>
                    <a:pt x="5776199" y="981972"/>
                  </a:lnTo>
                  <a:lnTo>
                    <a:pt x="5776325" y="981972"/>
                  </a:lnTo>
                  <a:lnTo>
                    <a:pt x="5776452" y="981972"/>
                  </a:lnTo>
                  <a:lnTo>
                    <a:pt x="5776578" y="981972"/>
                  </a:lnTo>
                  <a:lnTo>
                    <a:pt x="5776704" y="981972"/>
                  </a:lnTo>
                  <a:lnTo>
                    <a:pt x="5776830" y="981972"/>
                  </a:lnTo>
                  <a:lnTo>
                    <a:pt x="5776956" y="981972"/>
                  </a:lnTo>
                  <a:lnTo>
                    <a:pt x="5777082" y="981972"/>
                  </a:lnTo>
                  <a:lnTo>
                    <a:pt x="5777208" y="981972"/>
                  </a:lnTo>
                  <a:lnTo>
                    <a:pt x="5777334" y="981972"/>
                  </a:lnTo>
                  <a:lnTo>
                    <a:pt x="5777460" y="981972"/>
                  </a:lnTo>
                  <a:lnTo>
                    <a:pt x="5777586" y="981972"/>
                  </a:lnTo>
                  <a:lnTo>
                    <a:pt x="5777712" y="981972"/>
                  </a:lnTo>
                  <a:lnTo>
                    <a:pt x="5777838" y="981972"/>
                  </a:lnTo>
                  <a:lnTo>
                    <a:pt x="5777965" y="981972"/>
                  </a:lnTo>
                  <a:lnTo>
                    <a:pt x="5778091" y="981972"/>
                  </a:lnTo>
                  <a:lnTo>
                    <a:pt x="5778217" y="981972"/>
                  </a:lnTo>
                  <a:lnTo>
                    <a:pt x="5778343" y="981972"/>
                  </a:lnTo>
                  <a:lnTo>
                    <a:pt x="5778469" y="981972"/>
                  </a:lnTo>
                  <a:lnTo>
                    <a:pt x="5778595" y="981972"/>
                  </a:lnTo>
                  <a:lnTo>
                    <a:pt x="5778721" y="981972"/>
                  </a:lnTo>
                  <a:lnTo>
                    <a:pt x="5778847" y="981972"/>
                  </a:lnTo>
                  <a:lnTo>
                    <a:pt x="5778973" y="981972"/>
                  </a:lnTo>
                  <a:lnTo>
                    <a:pt x="5779099" y="981972"/>
                  </a:lnTo>
                  <a:lnTo>
                    <a:pt x="5779225" y="981972"/>
                  </a:lnTo>
                  <a:lnTo>
                    <a:pt x="5779352" y="981972"/>
                  </a:lnTo>
                  <a:lnTo>
                    <a:pt x="5779478" y="981972"/>
                  </a:lnTo>
                  <a:lnTo>
                    <a:pt x="5779604" y="981972"/>
                  </a:lnTo>
                  <a:lnTo>
                    <a:pt x="5779730" y="981972"/>
                  </a:lnTo>
                  <a:lnTo>
                    <a:pt x="5779856" y="981972"/>
                  </a:lnTo>
                  <a:lnTo>
                    <a:pt x="5779982" y="981972"/>
                  </a:lnTo>
                  <a:lnTo>
                    <a:pt x="5780108" y="981972"/>
                  </a:lnTo>
                  <a:lnTo>
                    <a:pt x="5780234" y="981972"/>
                  </a:lnTo>
                  <a:lnTo>
                    <a:pt x="5780360" y="981972"/>
                  </a:lnTo>
                  <a:lnTo>
                    <a:pt x="5780486" y="981972"/>
                  </a:lnTo>
                  <a:lnTo>
                    <a:pt x="5780612" y="981972"/>
                  </a:lnTo>
                  <a:lnTo>
                    <a:pt x="5780738" y="981972"/>
                  </a:lnTo>
                  <a:lnTo>
                    <a:pt x="5780865" y="981972"/>
                  </a:lnTo>
                  <a:lnTo>
                    <a:pt x="5780991" y="981972"/>
                  </a:lnTo>
                  <a:lnTo>
                    <a:pt x="5781117" y="981972"/>
                  </a:lnTo>
                  <a:lnTo>
                    <a:pt x="5781243" y="981972"/>
                  </a:lnTo>
                  <a:lnTo>
                    <a:pt x="5781369" y="981972"/>
                  </a:lnTo>
                  <a:lnTo>
                    <a:pt x="5781495" y="981972"/>
                  </a:lnTo>
                  <a:lnTo>
                    <a:pt x="5781621" y="981972"/>
                  </a:lnTo>
                  <a:lnTo>
                    <a:pt x="5781747" y="981972"/>
                  </a:lnTo>
                  <a:lnTo>
                    <a:pt x="5781873" y="981972"/>
                  </a:lnTo>
                  <a:lnTo>
                    <a:pt x="5781999" y="981972"/>
                  </a:lnTo>
                  <a:lnTo>
                    <a:pt x="5782125" y="981972"/>
                  </a:lnTo>
                  <a:lnTo>
                    <a:pt x="5782252" y="981972"/>
                  </a:lnTo>
                  <a:lnTo>
                    <a:pt x="5782378" y="981972"/>
                  </a:lnTo>
                  <a:lnTo>
                    <a:pt x="5782504" y="981972"/>
                  </a:lnTo>
                  <a:lnTo>
                    <a:pt x="5782630" y="981972"/>
                  </a:lnTo>
                  <a:lnTo>
                    <a:pt x="5782756" y="981972"/>
                  </a:lnTo>
                  <a:lnTo>
                    <a:pt x="5782882" y="981972"/>
                  </a:lnTo>
                  <a:lnTo>
                    <a:pt x="5783008" y="981972"/>
                  </a:lnTo>
                  <a:lnTo>
                    <a:pt x="5783134" y="981972"/>
                  </a:lnTo>
                  <a:lnTo>
                    <a:pt x="5783260" y="981972"/>
                  </a:lnTo>
                  <a:lnTo>
                    <a:pt x="5783260" y="976692"/>
                  </a:lnTo>
                  <a:lnTo>
                    <a:pt x="5783386" y="976692"/>
                  </a:lnTo>
                  <a:lnTo>
                    <a:pt x="5783512" y="976692"/>
                  </a:lnTo>
                  <a:lnTo>
                    <a:pt x="5783639" y="976692"/>
                  </a:lnTo>
                  <a:lnTo>
                    <a:pt x="5783765" y="976692"/>
                  </a:lnTo>
                  <a:lnTo>
                    <a:pt x="5783891" y="976692"/>
                  </a:lnTo>
                  <a:lnTo>
                    <a:pt x="5784017" y="976692"/>
                  </a:lnTo>
                  <a:lnTo>
                    <a:pt x="5784143" y="976692"/>
                  </a:lnTo>
                  <a:lnTo>
                    <a:pt x="5784269" y="976692"/>
                  </a:lnTo>
                  <a:lnTo>
                    <a:pt x="5784395" y="976692"/>
                  </a:lnTo>
                  <a:lnTo>
                    <a:pt x="5784521" y="976692"/>
                  </a:lnTo>
                  <a:lnTo>
                    <a:pt x="5784647" y="976692"/>
                  </a:lnTo>
                  <a:lnTo>
                    <a:pt x="5784773" y="976692"/>
                  </a:lnTo>
                  <a:lnTo>
                    <a:pt x="5784899" y="976692"/>
                  </a:lnTo>
                  <a:lnTo>
                    <a:pt x="5785025" y="976692"/>
                  </a:lnTo>
                  <a:lnTo>
                    <a:pt x="5785152" y="976692"/>
                  </a:lnTo>
                  <a:lnTo>
                    <a:pt x="5785278" y="976692"/>
                  </a:lnTo>
                  <a:lnTo>
                    <a:pt x="5785404" y="976692"/>
                  </a:lnTo>
                  <a:lnTo>
                    <a:pt x="5785530" y="976692"/>
                  </a:lnTo>
                  <a:lnTo>
                    <a:pt x="5785656" y="976692"/>
                  </a:lnTo>
                  <a:lnTo>
                    <a:pt x="5785782" y="976692"/>
                  </a:lnTo>
                  <a:lnTo>
                    <a:pt x="5785908" y="976692"/>
                  </a:lnTo>
                  <a:lnTo>
                    <a:pt x="5786034" y="976692"/>
                  </a:lnTo>
                  <a:lnTo>
                    <a:pt x="5786160" y="976692"/>
                  </a:lnTo>
                  <a:lnTo>
                    <a:pt x="5786286" y="976692"/>
                  </a:lnTo>
                  <a:lnTo>
                    <a:pt x="5786412" y="976692"/>
                  </a:lnTo>
                  <a:lnTo>
                    <a:pt x="5786539" y="976692"/>
                  </a:lnTo>
                  <a:lnTo>
                    <a:pt x="5786665" y="976692"/>
                  </a:lnTo>
                  <a:lnTo>
                    <a:pt x="5786791" y="976692"/>
                  </a:lnTo>
                  <a:lnTo>
                    <a:pt x="5786917" y="976692"/>
                  </a:lnTo>
                  <a:lnTo>
                    <a:pt x="5787043" y="976692"/>
                  </a:lnTo>
                  <a:lnTo>
                    <a:pt x="5787169" y="976692"/>
                  </a:lnTo>
                  <a:lnTo>
                    <a:pt x="5787295" y="976692"/>
                  </a:lnTo>
                  <a:lnTo>
                    <a:pt x="5787421" y="976692"/>
                  </a:lnTo>
                  <a:lnTo>
                    <a:pt x="5787547" y="976692"/>
                  </a:lnTo>
                  <a:lnTo>
                    <a:pt x="5787547" y="971413"/>
                  </a:lnTo>
                  <a:lnTo>
                    <a:pt x="5787673" y="971413"/>
                  </a:lnTo>
                  <a:lnTo>
                    <a:pt x="5787799" y="971413"/>
                  </a:lnTo>
                  <a:lnTo>
                    <a:pt x="5787925" y="971413"/>
                  </a:lnTo>
                  <a:lnTo>
                    <a:pt x="5788052" y="971413"/>
                  </a:lnTo>
                  <a:lnTo>
                    <a:pt x="5788178" y="971413"/>
                  </a:lnTo>
                  <a:lnTo>
                    <a:pt x="5788304" y="971413"/>
                  </a:lnTo>
                  <a:lnTo>
                    <a:pt x="5788430" y="971413"/>
                  </a:lnTo>
                  <a:lnTo>
                    <a:pt x="5788556" y="971413"/>
                  </a:lnTo>
                  <a:lnTo>
                    <a:pt x="5788682" y="971413"/>
                  </a:lnTo>
                  <a:lnTo>
                    <a:pt x="5788808" y="971413"/>
                  </a:lnTo>
                  <a:lnTo>
                    <a:pt x="5788934" y="971413"/>
                  </a:lnTo>
                  <a:lnTo>
                    <a:pt x="5789060" y="971413"/>
                  </a:lnTo>
                  <a:lnTo>
                    <a:pt x="5789186" y="971413"/>
                  </a:lnTo>
                  <a:lnTo>
                    <a:pt x="5789312" y="971413"/>
                  </a:lnTo>
                  <a:lnTo>
                    <a:pt x="5789439" y="971413"/>
                  </a:lnTo>
                  <a:lnTo>
                    <a:pt x="5789565" y="971413"/>
                  </a:lnTo>
                  <a:lnTo>
                    <a:pt x="5789691" y="971413"/>
                  </a:lnTo>
                  <a:lnTo>
                    <a:pt x="5789817" y="971413"/>
                  </a:lnTo>
                  <a:lnTo>
                    <a:pt x="5789943" y="971413"/>
                  </a:lnTo>
                  <a:lnTo>
                    <a:pt x="5790069" y="971413"/>
                  </a:lnTo>
                  <a:lnTo>
                    <a:pt x="5790195" y="971413"/>
                  </a:lnTo>
                  <a:lnTo>
                    <a:pt x="5790321" y="971413"/>
                  </a:lnTo>
                  <a:lnTo>
                    <a:pt x="5790447" y="971413"/>
                  </a:lnTo>
                  <a:lnTo>
                    <a:pt x="5790573" y="971413"/>
                  </a:lnTo>
                  <a:lnTo>
                    <a:pt x="5790699" y="971413"/>
                  </a:lnTo>
                  <a:lnTo>
                    <a:pt x="5790825" y="971413"/>
                  </a:lnTo>
                  <a:lnTo>
                    <a:pt x="5790952" y="971413"/>
                  </a:lnTo>
                  <a:lnTo>
                    <a:pt x="5791078" y="971413"/>
                  </a:lnTo>
                  <a:lnTo>
                    <a:pt x="5791204" y="971413"/>
                  </a:lnTo>
                  <a:lnTo>
                    <a:pt x="5791330" y="971413"/>
                  </a:lnTo>
                  <a:lnTo>
                    <a:pt x="5791456" y="971413"/>
                  </a:lnTo>
                  <a:lnTo>
                    <a:pt x="5791582" y="971413"/>
                  </a:lnTo>
                  <a:lnTo>
                    <a:pt x="5791708" y="971413"/>
                  </a:lnTo>
                  <a:lnTo>
                    <a:pt x="5791834" y="971413"/>
                  </a:lnTo>
                  <a:lnTo>
                    <a:pt x="5791960" y="971413"/>
                  </a:lnTo>
                  <a:lnTo>
                    <a:pt x="5792086" y="971413"/>
                  </a:lnTo>
                  <a:lnTo>
                    <a:pt x="5792212" y="971413"/>
                  </a:lnTo>
                  <a:lnTo>
                    <a:pt x="5792339" y="971413"/>
                  </a:lnTo>
                  <a:lnTo>
                    <a:pt x="5792465" y="971413"/>
                  </a:lnTo>
                  <a:lnTo>
                    <a:pt x="5792591" y="971413"/>
                  </a:lnTo>
                  <a:lnTo>
                    <a:pt x="5792717" y="971413"/>
                  </a:lnTo>
                  <a:lnTo>
                    <a:pt x="5792843" y="971413"/>
                  </a:lnTo>
                  <a:lnTo>
                    <a:pt x="5792969" y="971413"/>
                  </a:lnTo>
                  <a:lnTo>
                    <a:pt x="5793095" y="971413"/>
                  </a:lnTo>
                  <a:lnTo>
                    <a:pt x="5793221" y="971413"/>
                  </a:lnTo>
                  <a:lnTo>
                    <a:pt x="5793347" y="971413"/>
                  </a:lnTo>
                  <a:lnTo>
                    <a:pt x="5793473" y="971413"/>
                  </a:lnTo>
                  <a:lnTo>
                    <a:pt x="5793599" y="971413"/>
                  </a:lnTo>
                  <a:lnTo>
                    <a:pt x="5793726" y="971413"/>
                  </a:lnTo>
                  <a:lnTo>
                    <a:pt x="5793852" y="971413"/>
                  </a:lnTo>
                  <a:lnTo>
                    <a:pt x="5793978" y="971413"/>
                  </a:lnTo>
                  <a:lnTo>
                    <a:pt x="5794104" y="971413"/>
                  </a:lnTo>
                  <a:lnTo>
                    <a:pt x="5794230" y="971413"/>
                  </a:lnTo>
                  <a:lnTo>
                    <a:pt x="5794356" y="971413"/>
                  </a:lnTo>
                  <a:lnTo>
                    <a:pt x="5794482" y="971413"/>
                  </a:lnTo>
                  <a:lnTo>
                    <a:pt x="5794608" y="971413"/>
                  </a:lnTo>
                  <a:lnTo>
                    <a:pt x="5794734" y="971413"/>
                  </a:lnTo>
                  <a:lnTo>
                    <a:pt x="5794860" y="971413"/>
                  </a:lnTo>
                  <a:lnTo>
                    <a:pt x="5794986" y="971413"/>
                  </a:lnTo>
                  <a:lnTo>
                    <a:pt x="5795112" y="971413"/>
                  </a:lnTo>
                  <a:lnTo>
                    <a:pt x="5795239" y="971413"/>
                  </a:lnTo>
                  <a:lnTo>
                    <a:pt x="5795365" y="971413"/>
                  </a:lnTo>
                  <a:lnTo>
                    <a:pt x="5795491" y="971413"/>
                  </a:lnTo>
                  <a:lnTo>
                    <a:pt x="5795617" y="971413"/>
                  </a:lnTo>
                  <a:lnTo>
                    <a:pt x="5795743" y="971413"/>
                  </a:lnTo>
                  <a:lnTo>
                    <a:pt x="5795869" y="971413"/>
                  </a:lnTo>
                  <a:lnTo>
                    <a:pt x="5795995" y="971413"/>
                  </a:lnTo>
                  <a:lnTo>
                    <a:pt x="5796121" y="971413"/>
                  </a:lnTo>
                  <a:lnTo>
                    <a:pt x="5796247" y="971413"/>
                  </a:lnTo>
                  <a:lnTo>
                    <a:pt x="5796373" y="971413"/>
                  </a:lnTo>
                  <a:lnTo>
                    <a:pt x="5796499" y="971413"/>
                  </a:lnTo>
                  <a:lnTo>
                    <a:pt x="5796626" y="971413"/>
                  </a:lnTo>
                  <a:lnTo>
                    <a:pt x="5796752" y="971413"/>
                  </a:lnTo>
                  <a:lnTo>
                    <a:pt x="5796878" y="971413"/>
                  </a:lnTo>
                  <a:lnTo>
                    <a:pt x="5797004" y="971413"/>
                  </a:lnTo>
                  <a:lnTo>
                    <a:pt x="5797130" y="971413"/>
                  </a:lnTo>
                  <a:lnTo>
                    <a:pt x="5797256" y="971413"/>
                  </a:lnTo>
                  <a:lnTo>
                    <a:pt x="5797382" y="971413"/>
                  </a:lnTo>
                  <a:lnTo>
                    <a:pt x="5797508" y="971413"/>
                  </a:lnTo>
                  <a:lnTo>
                    <a:pt x="5797634" y="971413"/>
                  </a:lnTo>
                  <a:lnTo>
                    <a:pt x="5797760" y="971413"/>
                  </a:lnTo>
                  <a:lnTo>
                    <a:pt x="5797886" y="971413"/>
                  </a:lnTo>
                  <a:lnTo>
                    <a:pt x="5798012" y="971413"/>
                  </a:lnTo>
                  <a:lnTo>
                    <a:pt x="5798139" y="971413"/>
                  </a:lnTo>
                  <a:lnTo>
                    <a:pt x="5798265" y="971413"/>
                  </a:lnTo>
                  <a:lnTo>
                    <a:pt x="5798391" y="971413"/>
                  </a:lnTo>
                  <a:lnTo>
                    <a:pt x="5798517" y="971413"/>
                  </a:lnTo>
                  <a:lnTo>
                    <a:pt x="5798643" y="971413"/>
                  </a:lnTo>
                  <a:lnTo>
                    <a:pt x="5798769" y="971413"/>
                  </a:lnTo>
                  <a:lnTo>
                    <a:pt x="5798895" y="971413"/>
                  </a:lnTo>
                  <a:lnTo>
                    <a:pt x="5799021" y="971413"/>
                  </a:lnTo>
                  <a:lnTo>
                    <a:pt x="5799147" y="971413"/>
                  </a:lnTo>
                  <a:lnTo>
                    <a:pt x="5799273" y="971413"/>
                  </a:lnTo>
                  <a:lnTo>
                    <a:pt x="5799399" y="971413"/>
                  </a:lnTo>
                  <a:lnTo>
                    <a:pt x="5799526" y="971413"/>
                  </a:lnTo>
                  <a:lnTo>
                    <a:pt x="5799652" y="971413"/>
                  </a:lnTo>
                  <a:lnTo>
                    <a:pt x="5799778" y="971413"/>
                  </a:lnTo>
                  <a:lnTo>
                    <a:pt x="5799904" y="971413"/>
                  </a:lnTo>
                  <a:lnTo>
                    <a:pt x="5800030" y="971413"/>
                  </a:lnTo>
                  <a:lnTo>
                    <a:pt x="5800156" y="971413"/>
                  </a:lnTo>
                  <a:lnTo>
                    <a:pt x="5800282" y="971413"/>
                  </a:lnTo>
                  <a:lnTo>
                    <a:pt x="5800408" y="971413"/>
                  </a:lnTo>
                  <a:lnTo>
                    <a:pt x="5800534" y="971413"/>
                  </a:lnTo>
                  <a:lnTo>
                    <a:pt x="5800660" y="971413"/>
                  </a:lnTo>
                  <a:lnTo>
                    <a:pt x="5800786" y="971413"/>
                  </a:lnTo>
                  <a:lnTo>
                    <a:pt x="5800913" y="971413"/>
                  </a:lnTo>
                  <a:lnTo>
                    <a:pt x="5801039" y="971413"/>
                  </a:lnTo>
                  <a:lnTo>
                    <a:pt x="5801165" y="971413"/>
                  </a:lnTo>
                  <a:lnTo>
                    <a:pt x="5801291" y="971413"/>
                  </a:lnTo>
                  <a:lnTo>
                    <a:pt x="5801417" y="971413"/>
                  </a:lnTo>
                  <a:lnTo>
                    <a:pt x="5801543" y="971413"/>
                  </a:lnTo>
                  <a:lnTo>
                    <a:pt x="5801669" y="971413"/>
                  </a:lnTo>
                  <a:lnTo>
                    <a:pt x="5801795" y="971413"/>
                  </a:lnTo>
                  <a:lnTo>
                    <a:pt x="5801921" y="971413"/>
                  </a:lnTo>
                  <a:lnTo>
                    <a:pt x="5802047" y="971413"/>
                  </a:lnTo>
                  <a:lnTo>
                    <a:pt x="5802173" y="971413"/>
                  </a:lnTo>
                  <a:lnTo>
                    <a:pt x="5802299" y="971413"/>
                  </a:lnTo>
                  <a:lnTo>
                    <a:pt x="5802426" y="971413"/>
                  </a:lnTo>
                  <a:lnTo>
                    <a:pt x="5802552" y="971413"/>
                  </a:lnTo>
                  <a:lnTo>
                    <a:pt x="5802678" y="971413"/>
                  </a:lnTo>
                  <a:lnTo>
                    <a:pt x="5802804" y="971413"/>
                  </a:lnTo>
                  <a:lnTo>
                    <a:pt x="5802930" y="971413"/>
                  </a:lnTo>
                  <a:lnTo>
                    <a:pt x="5803056" y="971413"/>
                  </a:lnTo>
                  <a:lnTo>
                    <a:pt x="5803182" y="971413"/>
                  </a:lnTo>
                  <a:lnTo>
                    <a:pt x="5803308" y="971413"/>
                  </a:lnTo>
                  <a:lnTo>
                    <a:pt x="5803434" y="971413"/>
                  </a:lnTo>
                  <a:lnTo>
                    <a:pt x="5803560" y="971413"/>
                  </a:lnTo>
                  <a:lnTo>
                    <a:pt x="5803686" y="971413"/>
                  </a:lnTo>
                  <a:lnTo>
                    <a:pt x="5803813" y="971413"/>
                  </a:lnTo>
                  <a:lnTo>
                    <a:pt x="5803939" y="971413"/>
                  </a:lnTo>
                  <a:lnTo>
                    <a:pt x="5804065" y="971413"/>
                  </a:lnTo>
                  <a:lnTo>
                    <a:pt x="5804191" y="971413"/>
                  </a:lnTo>
                  <a:lnTo>
                    <a:pt x="5804317" y="971413"/>
                  </a:lnTo>
                  <a:lnTo>
                    <a:pt x="5804443" y="971413"/>
                  </a:lnTo>
                  <a:lnTo>
                    <a:pt x="5804569" y="971413"/>
                  </a:lnTo>
                  <a:lnTo>
                    <a:pt x="5804695" y="971413"/>
                  </a:lnTo>
                  <a:lnTo>
                    <a:pt x="5804821" y="971413"/>
                  </a:lnTo>
                  <a:lnTo>
                    <a:pt x="5804947" y="971413"/>
                  </a:lnTo>
                  <a:lnTo>
                    <a:pt x="5805073" y="971413"/>
                  </a:lnTo>
                  <a:lnTo>
                    <a:pt x="5805199" y="971413"/>
                  </a:lnTo>
                  <a:lnTo>
                    <a:pt x="5805199" y="966134"/>
                  </a:lnTo>
                  <a:lnTo>
                    <a:pt x="5805326" y="966134"/>
                  </a:lnTo>
                  <a:lnTo>
                    <a:pt x="5805452" y="966134"/>
                  </a:lnTo>
                  <a:lnTo>
                    <a:pt x="5805578" y="966134"/>
                  </a:lnTo>
                  <a:lnTo>
                    <a:pt x="5805704" y="966134"/>
                  </a:lnTo>
                  <a:lnTo>
                    <a:pt x="5805830" y="966134"/>
                  </a:lnTo>
                  <a:lnTo>
                    <a:pt x="5805956" y="966134"/>
                  </a:lnTo>
                  <a:lnTo>
                    <a:pt x="5806082" y="966134"/>
                  </a:lnTo>
                  <a:lnTo>
                    <a:pt x="5806208" y="966134"/>
                  </a:lnTo>
                  <a:lnTo>
                    <a:pt x="5806334" y="966134"/>
                  </a:lnTo>
                  <a:lnTo>
                    <a:pt x="5806460" y="966134"/>
                  </a:lnTo>
                  <a:lnTo>
                    <a:pt x="5806586" y="966134"/>
                  </a:lnTo>
                  <a:lnTo>
                    <a:pt x="5806713" y="966134"/>
                  </a:lnTo>
                  <a:lnTo>
                    <a:pt x="5806839" y="966134"/>
                  </a:lnTo>
                  <a:lnTo>
                    <a:pt x="5806965" y="966134"/>
                  </a:lnTo>
                  <a:lnTo>
                    <a:pt x="5807091" y="966134"/>
                  </a:lnTo>
                  <a:lnTo>
                    <a:pt x="5807217" y="966134"/>
                  </a:lnTo>
                  <a:lnTo>
                    <a:pt x="5807343" y="966134"/>
                  </a:lnTo>
                  <a:lnTo>
                    <a:pt x="5807469" y="966134"/>
                  </a:lnTo>
                  <a:lnTo>
                    <a:pt x="5807595" y="966134"/>
                  </a:lnTo>
                  <a:lnTo>
                    <a:pt x="5807721" y="966134"/>
                  </a:lnTo>
                  <a:lnTo>
                    <a:pt x="5807847" y="966134"/>
                  </a:lnTo>
                  <a:lnTo>
                    <a:pt x="5807973" y="966134"/>
                  </a:lnTo>
                  <a:lnTo>
                    <a:pt x="5808100" y="966134"/>
                  </a:lnTo>
                  <a:lnTo>
                    <a:pt x="5808226" y="966134"/>
                  </a:lnTo>
                  <a:lnTo>
                    <a:pt x="5808352" y="966134"/>
                  </a:lnTo>
                  <a:lnTo>
                    <a:pt x="5808478" y="966134"/>
                  </a:lnTo>
                  <a:lnTo>
                    <a:pt x="5808604" y="966134"/>
                  </a:lnTo>
                  <a:lnTo>
                    <a:pt x="5808730" y="966134"/>
                  </a:lnTo>
                  <a:lnTo>
                    <a:pt x="5808856" y="966134"/>
                  </a:lnTo>
                  <a:lnTo>
                    <a:pt x="5808982" y="966134"/>
                  </a:lnTo>
                  <a:lnTo>
                    <a:pt x="5809108" y="966134"/>
                  </a:lnTo>
                  <a:lnTo>
                    <a:pt x="5809234" y="966134"/>
                  </a:lnTo>
                  <a:lnTo>
                    <a:pt x="5809360" y="966134"/>
                  </a:lnTo>
                  <a:lnTo>
                    <a:pt x="5809486" y="966134"/>
                  </a:lnTo>
                  <a:lnTo>
                    <a:pt x="5809486" y="960854"/>
                  </a:lnTo>
                  <a:lnTo>
                    <a:pt x="5809613" y="960854"/>
                  </a:lnTo>
                  <a:lnTo>
                    <a:pt x="5809739" y="960854"/>
                  </a:lnTo>
                  <a:lnTo>
                    <a:pt x="5809865" y="960854"/>
                  </a:lnTo>
                  <a:lnTo>
                    <a:pt x="5809991" y="960854"/>
                  </a:lnTo>
                  <a:lnTo>
                    <a:pt x="5810117" y="960854"/>
                  </a:lnTo>
                  <a:lnTo>
                    <a:pt x="5810243" y="960854"/>
                  </a:lnTo>
                  <a:lnTo>
                    <a:pt x="5810369" y="960854"/>
                  </a:lnTo>
                  <a:lnTo>
                    <a:pt x="5810495" y="960854"/>
                  </a:lnTo>
                  <a:lnTo>
                    <a:pt x="5810621" y="960854"/>
                  </a:lnTo>
                  <a:lnTo>
                    <a:pt x="5810747" y="960854"/>
                  </a:lnTo>
                  <a:lnTo>
                    <a:pt x="5810873" y="960854"/>
                  </a:lnTo>
                  <a:lnTo>
                    <a:pt x="5811000" y="960854"/>
                  </a:lnTo>
                  <a:lnTo>
                    <a:pt x="5811126" y="960854"/>
                  </a:lnTo>
                  <a:lnTo>
                    <a:pt x="5811252" y="960854"/>
                  </a:lnTo>
                  <a:lnTo>
                    <a:pt x="5811378" y="960854"/>
                  </a:lnTo>
                  <a:lnTo>
                    <a:pt x="5811504" y="960854"/>
                  </a:lnTo>
                  <a:lnTo>
                    <a:pt x="5811630" y="960854"/>
                  </a:lnTo>
                  <a:lnTo>
                    <a:pt x="5811756" y="960854"/>
                  </a:lnTo>
                  <a:lnTo>
                    <a:pt x="5811882" y="960854"/>
                  </a:lnTo>
                  <a:lnTo>
                    <a:pt x="5812008" y="960854"/>
                  </a:lnTo>
                  <a:lnTo>
                    <a:pt x="5812134" y="960854"/>
                  </a:lnTo>
                  <a:lnTo>
                    <a:pt x="5812260" y="960854"/>
                  </a:lnTo>
                  <a:lnTo>
                    <a:pt x="5812386" y="960854"/>
                  </a:lnTo>
                  <a:lnTo>
                    <a:pt x="5812513" y="960854"/>
                  </a:lnTo>
                  <a:lnTo>
                    <a:pt x="5812639" y="960854"/>
                  </a:lnTo>
                  <a:lnTo>
                    <a:pt x="5812765" y="960854"/>
                  </a:lnTo>
                  <a:lnTo>
                    <a:pt x="5812891" y="960854"/>
                  </a:lnTo>
                  <a:lnTo>
                    <a:pt x="5813017" y="960854"/>
                  </a:lnTo>
                  <a:lnTo>
                    <a:pt x="5813143" y="960854"/>
                  </a:lnTo>
                  <a:lnTo>
                    <a:pt x="5813269" y="960854"/>
                  </a:lnTo>
                  <a:lnTo>
                    <a:pt x="5813395" y="960854"/>
                  </a:lnTo>
                  <a:lnTo>
                    <a:pt x="5813521" y="960854"/>
                  </a:lnTo>
                  <a:lnTo>
                    <a:pt x="5813647" y="960854"/>
                  </a:lnTo>
                  <a:lnTo>
                    <a:pt x="5813773" y="960854"/>
                  </a:lnTo>
                  <a:lnTo>
                    <a:pt x="5813900" y="960854"/>
                  </a:lnTo>
                  <a:lnTo>
                    <a:pt x="5814026" y="960854"/>
                  </a:lnTo>
                  <a:lnTo>
                    <a:pt x="5814152" y="960854"/>
                  </a:lnTo>
                  <a:lnTo>
                    <a:pt x="5814278" y="960854"/>
                  </a:lnTo>
                  <a:lnTo>
                    <a:pt x="5814404" y="960854"/>
                  </a:lnTo>
                  <a:lnTo>
                    <a:pt x="5814530" y="960854"/>
                  </a:lnTo>
                  <a:lnTo>
                    <a:pt x="5814656" y="960854"/>
                  </a:lnTo>
                  <a:lnTo>
                    <a:pt x="5814782" y="960854"/>
                  </a:lnTo>
                  <a:lnTo>
                    <a:pt x="5814782" y="955575"/>
                  </a:lnTo>
                  <a:lnTo>
                    <a:pt x="5814908" y="955575"/>
                  </a:lnTo>
                  <a:lnTo>
                    <a:pt x="5815034" y="955575"/>
                  </a:lnTo>
                  <a:lnTo>
                    <a:pt x="5815160" y="955575"/>
                  </a:lnTo>
                  <a:lnTo>
                    <a:pt x="5815286" y="955575"/>
                  </a:lnTo>
                  <a:lnTo>
                    <a:pt x="5815413" y="955575"/>
                  </a:lnTo>
                  <a:lnTo>
                    <a:pt x="5815539" y="955575"/>
                  </a:lnTo>
                  <a:lnTo>
                    <a:pt x="5815665" y="955575"/>
                  </a:lnTo>
                  <a:lnTo>
                    <a:pt x="5815791" y="955575"/>
                  </a:lnTo>
                  <a:lnTo>
                    <a:pt x="5815917" y="955575"/>
                  </a:lnTo>
                  <a:lnTo>
                    <a:pt x="5816043" y="955575"/>
                  </a:lnTo>
                  <a:lnTo>
                    <a:pt x="5816169" y="955575"/>
                  </a:lnTo>
                  <a:lnTo>
                    <a:pt x="5816295" y="955575"/>
                  </a:lnTo>
                  <a:lnTo>
                    <a:pt x="5816421" y="955575"/>
                  </a:lnTo>
                  <a:lnTo>
                    <a:pt x="5816547" y="955575"/>
                  </a:lnTo>
                  <a:lnTo>
                    <a:pt x="5816673" y="955575"/>
                  </a:lnTo>
                  <a:lnTo>
                    <a:pt x="5816800" y="955575"/>
                  </a:lnTo>
                  <a:lnTo>
                    <a:pt x="5816926" y="955575"/>
                  </a:lnTo>
                  <a:lnTo>
                    <a:pt x="5817052" y="955575"/>
                  </a:lnTo>
                  <a:lnTo>
                    <a:pt x="5817178" y="955575"/>
                  </a:lnTo>
                  <a:lnTo>
                    <a:pt x="5817304" y="955575"/>
                  </a:lnTo>
                  <a:lnTo>
                    <a:pt x="5817430" y="955575"/>
                  </a:lnTo>
                  <a:lnTo>
                    <a:pt x="5817556" y="955575"/>
                  </a:lnTo>
                  <a:lnTo>
                    <a:pt x="5817682" y="955575"/>
                  </a:lnTo>
                  <a:lnTo>
                    <a:pt x="5817808" y="955575"/>
                  </a:lnTo>
                  <a:lnTo>
                    <a:pt x="5817934" y="955575"/>
                  </a:lnTo>
                  <a:lnTo>
                    <a:pt x="5818060" y="955575"/>
                  </a:lnTo>
                  <a:lnTo>
                    <a:pt x="5818187" y="955575"/>
                  </a:lnTo>
                  <a:lnTo>
                    <a:pt x="5818313" y="955575"/>
                  </a:lnTo>
                  <a:lnTo>
                    <a:pt x="5818439" y="955575"/>
                  </a:lnTo>
                  <a:lnTo>
                    <a:pt x="5818565" y="955575"/>
                  </a:lnTo>
                  <a:lnTo>
                    <a:pt x="5818691" y="955575"/>
                  </a:lnTo>
                  <a:lnTo>
                    <a:pt x="5818817" y="955575"/>
                  </a:lnTo>
                  <a:lnTo>
                    <a:pt x="5818943" y="955575"/>
                  </a:lnTo>
                  <a:lnTo>
                    <a:pt x="5819069" y="955575"/>
                  </a:lnTo>
                  <a:lnTo>
                    <a:pt x="5819195" y="955575"/>
                  </a:lnTo>
                  <a:lnTo>
                    <a:pt x="5819321" y="955575"/>
                  </a:lnTo>
                  <a:lnTo>
                    <a:pt x="5819447" y="955575"/>
                  </a:lnTo>
                  <a:lnTo>
                    <a:pt x="5819573" y="955575"/>
                  </a:lnTo>
                  <a:lnTo>
                    <a:pt x="5819700" y="955575"/>
                  </a:lnTo>
                  <a:lnTo>
                    <a:pt x="5819826" y="955575"/>
                  </a:lnTo>
                  <a:lnTo>
                    <a:pt x="5819952" y="955575"/>
                  </a:lnTo>
                  <a:lnTo>
                    <a:pt x="5820078" y="955575"/>
                  </a:lnTo>
                  <a:lnTo>
                    <a:pt x="5820204" y="955575"/>
                  </a:lnTo>
                  <a:lnTo>
                    <a:pt x="5820330" y="955575"/>
                  </a:lnTo>
                  <a:lnTo>
                    <a:pt x="5820456" y="955575"/>
                  </a:lnTo>
                  <a:lnTo>
                    <a:pt x="5820582" y="955575"/>
                  </a:lnTo>
                  <a:lnTo>
                    <a:pt x="5820708" y="955575"/>
                  </a:lnTo>
                  <a:lnTo>
                    <a:pt x="5820834" y="955575"/>
                  </a:lnTo>
                  <a:lnTo>
                    <a:pt x="5820960" y="955575"/>
                  </a:lnTo>
                  <a:lnTo>
                    <a:pt x="5821087" y="955575"/>
                  </a:lnTo>
                  <a:lnTo>
                    <a:pt x="5821213" y="955575"/>
                  </a:lnTo>
                  <a:lnTo>
                    <a:pt x="5821339" y="955575"/>
                  </a:lnTo>
                  <a:lnTo>
                    <a:pt x="5821465" y="955575"/>
                  </a:lnTo>
                  <a:lnTo>
                    <a:pt x="5821591" y="955575"/>
                  </a:lnTo>
                  <a:lnTo>
                    <a:pt x="5821717" y="955575"/>
                  </a:lnTo>
                  <a:lnTo>
                    <a:pt x="5821843" y="955575"/>
                  </a:lnTo>
                  <a:lnTo>
                    <a:pt x="5821969" y="955575"/>
                  </a:lnTo>
                  <a:lnTo>
                    <a:pt x="5822095" y="955575"/>
                  </a:lnTo>
                  <a:lnTo>
                    <a:pt x="5822221" y="955575"/>
                  </a:lnTo>
                  <a:lnTo>
                    <a:pt x="5822347" y="955575"/>
                  </a:lnTo>
                  <a:lnTo>
                    <a:pt x="5822473" y="955575"/>
                  </a:lnTo>
                  <a:lnTo>
                    <a:pt x="5822600" y="955575"/>
                  </a:lnTo>
                  <a:lnTo>
                    <a:pt x="5822726" y="955575"/>
                  </a:lnTo>
                  <a:lnTo>
                    <a:pt x="5822852" y="955575"/>
                  </a:lnTo>
                  <a:lnTo>
                    <a:pt x="5822978" y="955575"/>
                  </a:lnTo>
                  <a:lnTo>
                    <a:pt x="5823104" y="955575"/>
                  </a:lnTo>
                  <a:lnTo>
                    <a:pt x="5823230" y="955575"/>
                  </a:lnTo>
                  <a:lnTo>
                    <a:pt x="5823356" y="955575"/>
                  </a:lnTo>
                  <a:lnTo>
                    <a:pt x="5823482" y="955575"/>
                  </a:lnTo>
                  <a:lnTo>
                    <a:pt x="5823608" y="955575"/>
                  </a:lnTo>
                  <a:lnTo>
                    <a:pt x="5823734" y="955575"/>
                  </a:lnTo>
                  <a:lnTo>
                    <a:pt x="5823860" y="955575"/>
                  </a:lnTo>
                  <a:lnTo>
                    <a:pt x="5823987" y="955575"/>
                  </a:lnTo>
                  <a:lnTo>
                    <a:pt x="5824113" y="955575"/>
                  </a:lnTo>
                  <a:lnTo>
                    <a:pt x="5824239" y="955575"/>
                  </a:lnTo>
                  <a:lnTo>
                    <a:pt x="5824365" y="955575"/>
                  </a:lnTo>
                  <a:lnTo>
                    <a:pt x="5824365" y="950295"/>
                  </a:lnTo>
                  <a:lnTo>
                    <a:pt x="5824491" y="950295"/>
                  </a:lnTo>
                  <a:lnTo>
                    <a:pt x="5824617" y="950295"/>
                  </a:lnTo>
                  <a:lnTo>
                    <a:pt x="5824743" y="950295"/>
                  </a:lnTo>
                  <a:lnTo>
                    <a:pt x="5824869" y="950295"/>
                  </a:lnTo>
                  <a:lnTo>
                    <a:pt x="5824995" y="950295"/>
                  </a:lnTo>
                  <a:lnTo>
                    <a:pt x="5825121" y="950295"/>
                  </a:lnTo>
                  <a:lnTo>
                    <a:pt x="5825247" y="950295"/>
                  </a:lnTo>
                  <a:lnTo>
                    <a:pt x="5825374" y="950295"/>
                  </a:lnTo>
                  <a:lnTo>
                    <a:pt x="5825500" y="950295"/>
                  </a:lnTo>
                  <a:lnTo>
                    <a:pt x="5825626" y="950295"/>
                  </a:lnTo>
                  <a:lnTo>
                    <a:pt x="5825752" y="950295"/>
                  </a:lnTo>
                  <a:lnTo>
                    <a:pt x="5825878" y="950295"/>
                  </a:lnTo>
                  <a:lnTo>
                    <a:pt x="5826004" y="950295"/>
                  </a:lnTo>
                  <a:lnTo>
                    <a:pt x="5826130" y="950295"/>
                  </a:lnTo>
                  <a:lnTo>
                    <a:pt x="5826256" y="950295"/>
                  </a:lnTo>
                  <a:lnTo>
                    <a:pt x="5826382" y="950295"/>
                  </a:lnTo>
                  <a:lnTo>
                    <a:pt x="5826508" y="950295"/>
                  </a:lnTo>
                  <a:lnTo>
                    <a:pt x="5826634" y="950295"/>
                  </a:lnTo>
                  <a:lnTo>
                    <a:pt x="5826760" y="950295"/>
                  </a:lnTo>
                  <a:lnTo>
                    <a:pt x="5826887" y="950295"/>
                  </a:lnTo>
                  <a:lnTo>
                    <a:pt x="5827013" y="950295"/>
                  </a:lnTo>
                  <a:lnTo>
                    <a:pt x="5827139" y="950295"/>
                  </a:lnTo>
                  <a:lnTo>
                    <a:pt x="5827265" y="950295"/>
                  </a:lnTo>
                  <a:lnTo>
                    <a:pt x="5827391" y="950295"/>
                  </a:lnTo>
                  <a:lnTo>
                    <a:pt x="5827517" y="950295"/>
                  </a:lnTo>
                  <a:lnTo>
                    <a:pt x="5827643" y="950295"/>
                  </a:lnTo>
                  <a:lnTo>
                    <a:pt x="5827769" y="950295"/>
                  </a:lnTo>
                  <a:lnTo>
                    <a:pt x="5827895" y="950295"/>
                  </a:lnTo>
                  <a:lnTo>
                    <a:pt x="5828021" y="950295"/>
                  </a:lnTo>
                  <a:lnTo>
                    <a:pt x="5828147" y="950295"/>
                  </a:lnTo>
                  <a:lnTo>
                    <a:pt x="5828274" y="950295"/>
                  </a:lnTo>
                  <a:lnTo>
                    <a:pt x="5828400" y="950295"/>
                  </a:lnTo>
                  <a:lnTo>
                    <a:pt x="5828526" y="950295"/>
                  </a:lnTo>
                  <a:lnTo>
                    <a:pt x="5828652" y="950295"/>
                  </a:lnTo>
                  <a:lnTo>
                    <a:pt x="5828778" y="950295"/>
                  </a:lnTo>
                  <a:lnTo>
                    <a:pt x="5828904" y="950295"/>
                  </a:lnTo>
                  <a:lnTo>
                    <a:pt x="5829030" y="950295"/>
                  </a:lnTo>
                  <a:lnTo>
                    <a:pt x="5829156" y="950295"/>
                  </a:lnTo>
                  <a:lnTo>
                    <a:pt x="5829282" y="950295"/>
                  </a:lnTo>
                  <a:lnTo>
                    <a:pt x="5829408" y="950295"/>
                  </a:lnTo>
                  <a:lnTo>
                    <a:pt x="5829534" y="950295"/>
                  </a:lnTo>
                  <a:lnTo>
                    <a:pt x="5829660" y="950295"/>
                  </a:lnTo>
                  <a:lnTo>
                    <a:pt x="5829787" y="950295"/>
                  </a:lnTo>
                  <a:lnTo>
                    <a:pt x="5829913" y="950295"/>
                  </a:lnTo>
                  <a:lnTo>
                    <a:pt x="5830039" y="950295"/>
                  </a:lnTo>
                  <a:lnTo>
                    <a:pt x="5830165" y="950295"/>
                  </a:lnTo>
                  <a:lnTo>
                    <a:pt x="5830291" y="950295"/>
                  </a:lnTo>
                  <a:lnTo>
                    <a:pt x="5830417" y="950295"/>
                  </a:lnTo>
                  <a:lnTo>
                    <a:pt x="5830543" y="950295"/>
                  </a:lnTo>
                  <a:lnTo>
                    <a:pt x="5830669" y="950295"/>
                  </a:lnTo>
                  <a:lnTo>
                    <a:pt x="5830795" y="950295"/>
                  </a:lnTo>
                  <a:lnTo>
                    <a:pt x="5830921" y="950295"/>
                  </a:lnTo>
                  <a:lnTo>
                    <a:pt x="5831047" y="950295"/>
                  </a:lnTo>
                  <a:lnTo>
                    <a:pt x="5831174" y="950295"/>
                  </a:lnTo>
                  <a:lnTo>
                    <a:pt x="5831300" y="950295"/>
                  </a:lnTo>
                  <a:lnTo>
                    <a:pt x="5831426" y="950295"/>
                  </a:lnTo>
                  <a:lnTo>
                    <a:pt x="5831552" y="950295"/>
                  </a:lnTo>
                  <a:lnTo>
                    <a:pt x="5831678" y="950295"/>
                  </a:lnTo>
                  <a:lnTo>
                    <a:pt x="5831804" y="950295"/>
                  </a:lnTo>
                  <a:lnTo>
                    <a:pt x="5831930" y="950295"/>
                  </a:lnTo>
                  <a:lnTo>
                    <a:pt x="5832056" y="950295"/>
                  </a:lnTo>
                  <a:lnTo>
                    <a:pt x="5832182" y="950295"/>
                  </a:lnTo>
                  <a:lnTo>
                    <a:pt x="5832308" y="950295"/>
                  </a:lnTo>
                  <a:lnTo>
                    <a:pt x="5832434" y="950295"/>
                  </a:lnTo>
                  <a:lnTo>
                    <a:pt x="5832560" y="950295"/>
                  </a:lnTo>
                  <a:lnTo>
                    <a:pt x="5832687" y="950295"/>
                  </a:lnTo>
                  <a:lnTo>
                    <a:pt x="5832813" y="950295"/>
                  </a:lnTo>
                  <a:lnTo>
                    <a:pt x="5832939" y="950295"/>
                  </a:lnTo>
                  <a:lnTo>
                    <a:pt x="5833065" y="950295"/>
                  </a:lnTo>
                  <a:lnTo>
                    <a:pt x="5833191" y="950295"/>
                  </a:lnTo>
                  <a:lnTo>
                    <a:pt x="5833317" y="950295"/>
                  </a:lnTo>
                  <a:lnTo>
                    <a:pt x="5833443" y="950295"/>
                  </a:lnTo>
                  <a:lnTo>
                    <a:pt x="5833569" y="950295"/>
                  </a:lnTo>
                  <a:lnTo>
                    <a:pt x="5833695" y="950295"/>
                  </a:lnTo>
                  <a:lnTo>
                    <a:pt x="5833821" y="950295"/>
                  </a:lnTo>
                  <a:lnTo>
                    <a:pt x="5833947" y="950295"/>
                  </a:lnTo>
                  <a:lnTo>
                    <a:pt x="5834074" y="950295"/>
                  </a:lnTo>
                  <a:lnTo>
                    <a:pt x="5834200" y="950295"/>
                  </a:lnTo>
                  <a:lnTo>
                    <a:pt x="5834326" y="950295"/>
                  </a:lnTo>
                  <a:lnTo>
                    <a:pt x="5834326" y="945016"/>
                  </a:lnTo>
                  <a:lnTo>
                    <a:pt x="5834452" y="945016"/>
                  </a:lnTo>
                  <a:lnTo>
                    <a:pt x="5834578" y="945016"/>
                  </a:lnTo>
                  <a:lnTo>
                    <a:pt x="5834704" y="945016"/>
                  </a:lnTo>
                  <a:lnTo>
                    <a:pt x="5834830" y="945016"/>
                  </a:lnTo>
                  <a:lnTo>
                    <a:pt x="5834956" y="945016"/>
                  </a:lnTo>
                  <a:lnTo>
                    <a:pt x="5835082" y="945016"/>
                  </a:lnTo>
                  <a:lnTo>
                    <a:pt x="5835208" y="945016"/>
                  </a:lnTo>
                  <a:lnTo>
                    <a:pt x="5835334" y="945016"/>
                  </a:lnTo>
                  <a:lnTo>
                    <a:pt x="5835461" y="945016"/>
                  </a:lnTo>
                  <a:lnTo>
                    <a:pt x="5835587" y="945016"/>
                  </a:lnTo>
                  <a:lnTo>
                    <a:pt x="5835713" y="945016"/>
                  </a:lnTo>
                  <a:lnTo>
                    <a:pt x="5835839" y="945016"/>
                  </a:lnTo>
                  <a:lnTo>
                    <a:pt x="5835965" y="945016"/>
                  </a:lnTo>
                  <a:lnTo>
                    <a:pt x="5836091" y="945016"/>
                  </a:lnTo>
                  <a:lnTo>
                    <a:pt x="5836217" y="945016"/>
                  </a:lnTo>
                  <a:lnTo>
                    <a:pt x="5836343" y="945016"/>
                  </a:lnTo>
                  <a:lnTo>
                    <a:pt x="5836469" y="945016"/>
                  </a:lnTo>
                  <a:lnTo>
                    <a:pt x="5836595" y="945016"/>
                  </a:lnTo>
                  <a:lnTo>
                    <a:pt x="5836721" y="945016"/>
                  </a:lnTo>
                  <a:lnTo>
                    <a:pt x="5836847" y="945016"/>
                  </a:lnTo>
                  <a:lnTo>
                    <a:pt x="5836974" y="945016"/>
                  </a:lnTo>
                  <a:lnTo>
                    <a:pt x="5837100" y="945016"/>
                  </a:lnTo>
                  <a:lnTo>
                    <a:pt x="5837226" y="945016"/>
                  </a:lnTo>
                  <a:lnTo>
                    <a:pt x="5837352" y="945016"/>
                  </a:lnTo>
                  <a:lnTo>
                    <a:pt x="5837478" y="945016"/>
                  </a:lnTo>
                  <a:lnTo>
                    <a:pt x="5837604" y="945016"/>
                  </a:lnTo>
                  <a:lnTo>
                    <a:pt x="5837730" y="945016"/>
                  </a:lnTo>
                  <a:lnTo>
                    <a:pt x="5837856" y="945016"/>
                  </a:lnTo>
                  <a:lnTo>
                    <a:pt x="5837982" y="945016"/>
                  </a:lnTo>
                  <a:lnTo>
                    <a:pt x="5838108" y="945016"/>
                  </a:lnTo>
                  <a:lnTo>
                    <a:pt x="5838234" y="945016"/>
                  </a:lnTo>
                  <a:lnTo>
                    <a:pt x="5838361" y="945016"/>
                  </a:lnTo>
                  <a:lnTo>
                    <a:pt x="5838487" y="945016"/>
                  </a:lnTo>
                  <a:lnTo>
                    <a:pt x="5838613" y="945016"/>
                  </a:lnTo>
                  <a:lnTo>
                    <a:pt x="5838739" y="945016"/>
                  </a:lnTo>
                  <a:lnTo>
                    <a:pt x="5838865" y="945016"/>
                  </a:lnTo>
                  <a:lnTo>
                    <a:pt x="5838991" y="945016"/>
                  </a:lnTo>
                  <a:lnTo>
                    <a:pt x="5839117" y="945016"/>
                  </a:lnTo>
                  <a:lnTo>
                    <a:pt x="5839243" y="945016"/>
                  </a:lnTo>
                  <a:lnTo>
                    <a:pt x="5839369" y="945016"/>
                  </a:lnTo>
                  <a:lnTo>
                    <a:pt x="5839495" y="945016"/>
                  </a:lnTo>
                  <a:lnTo>
                    <a:pt x="5839621" y="945016"/>
                  </a:lnTo>
                  <a:lnTo>
                    <a:pt x="5839747" y="945016"/>
                  </a:lnTo>
                  <a:lnTo>
                    <a:pt x="5839874" y="945016"/>
                  </a:lnTo>
                  <a:lnTo>
                    <a:pt x="5840000" y="945016"/>
                  </a:lnTo>
                  <a:lnTo>
                    <a:pt x="5840126" y="945016"/>
                  </a:lnTo>
                  <a:lnTo>
                    <a:pt x="5840252" y="945016"/>
                  </a:lnTo>
                  <a:lnTo>
                    <a:pt x="5840378" y="945016"/>
                  </a:lnTo>
                  <a:lnTo>
                    <a:pt x="5840504" y="945016"/>
                  </a:lnTo>
                  <a:lnTo>
                    <a:pt x="5840630" y="945016"/>
                  </a:lnTo>
                  <a:lnTo>
                    <a:pt x="5840756" y="945016"/>
                  </a:lnTo>
                  <a:lnTo>
                    <a:pt x="5840882" y="945016"/>
                  </a:lnTo>
                  <a:lnTo>
                    <a:pt x="5840882" y="939736"/>
                  </a:lnTo>
                  <a:lnTo>
                    <a:pt x="5841008" y="939736"/>
                  </a:lnTo>
                  <a:lnTo>
                    <a:pt x="5841134" y="939736"/>
                  </a:lnTo>
                  <a:lnTo>
                    <a:pt x="5841261" y="939736"/>
                  </a:lnTo>
                  <a:lnTo>
                    <a:pt x="5841387" y="939736"/>
                  </a:lnTo>
                  <a:lnTo>
                    <a:pt x="5841513" y="939736"/>
                  </a:lnTo>
                  <a:lnTo>
                    <a:pt x="5841639" y="939736"/>
                  </a:lnTo>
                  <a:lnTo>
                    <a:pt x="5841765" y="939736"/>
                  </a:lnTo>
                  <a:lnTo>
                    <a:pt x="5841891" y="939736"/>
                  </a:lnTo>
                  <a:lnTo>
                    <a:pt x="5842017" y="939736"/>
                  </a:lnTo>
                  <a:lnTo>
                    <a:pt x="5842143" y="939736"/>
                  </a:lnTo>
                  <a:lnTo>
                    <a:pt x="5842269" y="939736"/>
                  </a:lnTo>
                  <a:lnTo>
                    <a:pt x="5842395" y="939736"/>
                  </a:lnTo>
                  <a:lnTo>
                    <a:pt x="5842521" y="939736"/>
                  </a:lnTo>
                  <a:lnTo>
                    <a:pt x="5842648" y="939736"/>
                  </a:lnTo>
                  <a:lnTo>
                    <a:pt x="5842774" y="939736"/>
                  </a:lnTo>
                  <a:lnTo>
                    <a:pt x="5842900" y="939736"/>
                  </a:lnTo>
                  <a:lnTo>
                    <a:pt x="5843026" y="939736"/>
                  </a:lnTo>
                  <a:lnTo>
                    <a:pt x="5843152" y="939736"/>
                  </a:lnTo>
                  <a:lnTo>
                    <a:pt x="5843278" y="939736"/>
                  </a:lnTo>
                  <a:lnTo>
                    <a:pt x="5843404" y="939736"/>
                  </a:lnTo>
                  <a:lnTo>
                    <a:pt x="5843530" y="939736"/>
                  </a:lnTo>
                  <a:lnTo>
                    <a:pt x="5843656" y="939736"/>
                  </a:lnTo>
                  <a:lnTo>
                    <a:pt x="5843782" y="939736"/>
                  </a:lnTo>
                  <a:lnTo>
                    <a:pt x="5843908" y="939736"/>
                  </a:lnTo>
                  <a:lnTo>
                    <a:pt x="5844034" y="939736"/>
                  </a:lnTo>
                  <a:lnTo>
                    <a:pt x="5844161" y="939736"/>
                  </a:lnTo>
                  <a:lnTo>
                    <a:pt x="5844287" y="939736"/>
                  </a:lnTo>
                  <a:lnTo>
                    <a:pt x="5844413" y="939736"/>
                  </a:lnTo>
                  <a:lnTo>
                    <a:pt x="5844539" y="939736"/>
                  </a:lnTo>
                  <a:lnTo>
                    <a:pt x="5844665" y="939736"/>
                  </a:lnTo>
                  <a:lnTo>
                    <a:pt x="5844791" y="939736"/>
                  </a:lnTo>
                  <a:lnTo>
                    <a:pt x="5844917" y="939736"/>
                  </a:lnTo>
                  <a:lnTo>
                    <a:pt x="5845043" y="939736"/>
                  </a:lnTo>
                  <a:lnTo>
                    <a:pt x="5845169" y="939736"/>
                  </a:lnTo>
                  <a:lnTo>
                    <a:pt x="5845295" y="939736"/>
                  </a:lnTo>
                  <a:lnTo>
                    <a:pt x="5845421" y="939736"/>
                  </a:lnTo>
                  <a:lnTo>
                    <a:pt x="5845548" y="939736"/>
                  </a:lnTo>
                  <a:lnTo>
                    <a:pt x="5845674" y="939736"/>
                  </a:lnTo>
                  <a:lnTo>
                    <a:pt x="5845800" y="939736"/>
                  </a:lnTo>
                  <a:lnTo>
                    <a:pt x="5845926" y="939736"/>
                  </a:lnTo>
                  <a:lnTo>
                    <a:pt x="5846052" y="939736"/>
                  </a:lnTo>
                  <a:lnTo>
                    <a:pt x="5846178" y="939736"/>
                  </a:lnTo>
                  <a:lnTo>
                    <a:pt x="5846178" y="934457"/>
                  </a:lnTo>
                  <a:lnTo>
                    <a:pt x="5846304" y="934457"/>
                  </a:lnTo>
                  <a:lnTo>
                    <a:pt x="5846430" y="934457"/>
                  </a:lnTo>
                  <a:lnTo>
                    <a:pt x="5846556" y="934457"/>
                  </a:lnTo>
                  <a:lnTo>
                    <a:pt x="5846682" y="934457"/>
                  </a:lnTo>
                  <a:lnTo>
                    <a:pt x="5846808" y="934457"/>
                  </a:lnTo>
                  <a:lnTo>
                    <a:pt x="5846934" y="934457"/>
                  </a:lnTo>
                  <a:lnTo>
                    <a:pt x="5847061" y="934457"/>
                  </a:lnTo>
                  <a:lnTo>
                    <a:pt x="5847187" y="934457"/>
                  </a:lnTo>
                  <a:lnTo>
                    <a:pt x="5847313" y="934457"/>
                  </a:lnTo>
                  <a:lnTo>
                    <a:pt x="5847439" y="934457"/>
                  </a:lnTo>
                  <a:lnTo>
                    <a:pt x="5847565" y="934457"/>
                  </a:lnTo>
                  <a:lnTo>
                    <a:pt x="5847691" y="934457"/>
                  </a:lnTo>
                  <a:lnTo>
                    <a:pt x="5847817" y="934457"/>
                  </a:lnTo>
                  <a:lnTo>
                    <a:pt x="5847943" y="934457"/>
                  </a:lnTo>
                  <a:lnTo>
                    <a:pt x="5848069" y="934457"/>
                  </a:lnTo>
                  <a:lnTo>
                    <a:pt x="5848195" y="934457"/>
                  </a:lnTo>
                  <a:lnTo>
                    <a:pt x="5848321" y="934457"/>
                  </a:lnTo>
                  <a:lnTo>
                    <a:pt x="5848448" y="934457"/>
                  </a:lnTo>
                  <a:lnTo>
                    <a:pt x="5848574" y="934457"/>
                  </a:lnTo>
                  <a:lnTo>
                    <a:pt x="5848700" y="934457"/>
                  </a:lnTo>
                  <a:lnTo>
                    <a:pt x="5848826" y="934457"/>
                  </a:lnTo>
                  <a:lnTo>
                    <a:pt x="5848952" y="934457"/>
                  </a:lnTo>
                  <a:lnTo>
                    <a:pt x="5849078" y="934457"/>
                  </a:lnTo>
                  <a:lnTo>
                    <a:pt x="5849204" y="934457"/>
                  </a:lnTo>
                  <a:lnTo>
                    <a:pt x="5849330" y="934457"/>
                  </a:lnTo>
                  <a:lnTo>
                    <a:pt x="5849456" y="934457"/>
                  </a:lnTo>
                  <a:lnTo>
                    <a:pt x="5849582" y="934457"/>
                  </a:lnTo>
                  <a:lnTo>
                    <a:pt x="5849708" y="934457"/>
                  </a:lnTo>
                  <a:lnTo>
                    <a:pt x="5849835" y="934457"/>
                  </a:lnTo>
                  <a:lnTo>
                    <a:pt x="5849961" y="934457"/>
                  </a:lnTo>
                  <a:lnTo>
                    <a:pt x="5850087" y="934457"/>
                  </a:lnTo>
                  <a:lnTo>
                    <a:pt x="5850213" y="934457"/>
                  </a:lnTo>
                  <a:lnTo>
                    <a:pt x="5850339" y="934457"/>
                  </a:lnTo>
                  <a:lnTo>
                    <a:pt x="5850465" y="934457"/>
                  </a:lnTo>
                  <a:lnTo>
                    <a:pt x="5850591" y="934457"/>
                  </a:lnTo>
                  <a:lnTo>
                    <a:pt x="5850717" y="934457"/>
                  </a:lnTo>
                  <a:lnTo>
                    <a:pt x="5850843" y="934457"/>
                  </a:lnTo>
                  <a:lnTo>
                    <a:pt x="5850969" y="934457"/>
                  </a:lnTo>
                  <a:lnTo>
                    <a:pt x="5851095" y="934457"/>
                  </a:lnTo>
                  <a:lnTo>
                    <a:pt x="5851221" y="934457"/>
                  </a:lnTo>
                  <a:lnTo>
                    <a:pt x="5851348" y="934457"/>
                  </a:lnTo>
                  <a:lnTo>
                    <a:pt x="5851474" y="934457"/>
                  </a:lnTo>
                  <a:lnTo>
                    <a:pt x="5851600" y="934457"/>
                  </a:lnTo>
                  <a:lnTo>
                    <a:pt x="5851726" y="934457"/>
                  </a:lnTo>
                  <a:lnTo>
                    <a:pt x="5851852" y="934457"/>
                  </a:lnTo>
                  <a:lnTo>
                    <a:pt x="5851978" y="934457"/>
                  </a:lnTo>
                  <a:lnTo>
                    <a:pt x="5852104" y="934457"/>
                  </a:lnTo>
                  <a:lnTo>
                    <a:pt x="5852230" y="934457"/>
                  </a:lnTo>
                  <a:lnTo>
                    <a:pt x="5852356" y="934457"/>
                  </a:lnTo>
                  <a:lnTo>
                    <a:pt x="5852482" y="934457"/>
                  </a:lnTo>
                  <a:lnTo>
                    <a:pt x="5852608" y="934457"/>
                  </a:lnTo>
                  <a:lnTo>
                    <a:pt x="5852735" y="934457"/>
                  </a:lnTo>
                  <a:lnTo>
                    <a:pt x="5852861" y="934457"/>
                  </a:lnTo>
                  <a:lnTo>
                    <a:pt x="5852987" y="934457"/>
                  </a:lnTo>
                  <a:lnTo>
                    <a:pt x="5853113" y="934457"/>
                  </a:lnTo>
                  <a:lnTo>
                    <a:pt x="5853239" y="934457"/>
                  </a:lnTo>
                  <a:lnTo>
                    <a:pt x="5853365" y="934457"/>
                  </a:lnTo>
                  <a:lnTo>
                    <a:pt x="5853491" y="934457"/>
                  </a:lnTo>
                  <a:lnTo>
                    <a:pt x="5853617" y="934457"/>
                  </a:lnTo>
                  <a:lnTo>
                    <a:pt x="5853743" y="934457"/>
                  </a:lnTo>
                  <a:lnTo>
                    <a:pt x="5853869" y="934457"/>
                  </a:lnTo>
                  <a:lnTo>
                    <a:pt x="5853995" y="934457"/>
                  </a:lnTo>
                  <a:lnTo>
                    <a:pt x="5854121" y="934457"/>
                  </a:lnTo>
                  <a:lnTo>
                    <a:pt x="5854248" y="934457"/>
                  </a:lnTo>
                  <a:lnTo>
                    <a:pt x="5854374" y="934457"/>
                  </a:lnTo>
                  <a:lnTo>
                    <a:pt x="5854500" y="934457"/>
                  </a:lnTo>
                  <a:lnTo>
                    <a:pt x="5854626" y="934457"/>
                  </a:lnTo>
                  <a:lnTo>
                    <a:pt x="5854752" y="934457"/>
                  </a:lnTo>
                  <a:lnTo>
                    <a:pt x="5854878" y="934457"/>
                  </a:lnTo>
                  <a:lnTo>
                    <a:pt x="5855004" y="934457"/>
                  </a:lnTo>
                  <a:lnTo>
                    <a:pt x="5855130" y="934457"/>
                  </a:lnTo>
                  <a:lnTo>
                    <a:pt x="5855256" y="934457"/>
                  </a:lnTo>
                  <a:lnTo>
                    <a:pt x="5855382" y="934457"/>
                  </a:lnTo>
                  <a:lnTo>
                    <a:pt x="5855508" y="934457"/>
                  </a:lnTo>
                  <a:lnTo>
                    <a:pt x="5855635" y="934457"/>
                  </a:lnTo>
                  <a:lnTo>
                    <a:pt x="5855761" y="934457"/>
                  </a:lnTo>
                  <a:lnTo>
                    <a:pt x="5855887" y="934457"/>
                  </a:lnTo>
                  <a:lnTo>
                    <a:pt x="5856013" y="934457"/>
                  </a:lnTo>
                  <a:lnTo>
                    <a:pt x="5856139" y="934457"/>
                  </a:lnTo>
                  <a:lnTo>
                    <a:pt x="5856265" y="934457"/>
                  </a:lnTo>
                  <a:lnTo>
                    <a:pt x="5856391" y="934457"/>
                  </a:lnTo>
                  <a:lnTo>
                    <a:pt x="5856517" y="934457"/>
                  </a:lnTo>
                  <a:lnTo>
                    <a:pt x="5856643" y="934457"/>
                  </a:lnTo>
                  <a:lnTo>
                    <a:pt x="5856769" y="934457"/>
                  </a:lnTo>
                  <a:lnTo>
                    <a:pt x="5856895" y="934457"/>
                  </a:lnTo>
                  <a:lnTo>
                    <a:pt x="5857021" y="934457"/>
                  </a:lnTo>
                  <a:lnTo>
                    <a:pt x="5857148" y="934457"/>
                  </a:lnTo>
                  <a:lnTo>
                    <a:pt x="5857274" y="934457"/>
                  </a:lnTo>
                  <a:lnTo>
                    <a:pt x="5857400" y="934457"/>
                  </a:lnTo>
                  <a:lnTo>
                    <a:pt x="5857526" y="934457"/>
                  </a:lnTo>
                  <a:lnTo>
                    <a:pt x="5857652" y="934457"/>
                  </a:lnTo>
                  <a:lnTo>
                    <a:pt x="5857778" y="934457"/>
                  </a:lnTo>
                  <a:lnTo>
                    <a:pt x="5857904" y="934457"/>
                  </a:lnTo>
                  <a:lnTo>
                    <a:pt x="5858030" y="934457"/>
                  </a:lnTo>
                  <a:lnTo>
                    <a:pt x="5858156" y="934457"/>
                  </a:lnTo>
                  <a:lnTo>
                    <a:pt x="5858282" y="934457"/>
                  </a:lnTo>
                  <a:lnTo>
                    <a:pt x="5858408" y="934457"/>
                  </a:lnTo>
                  <a:lnTo>
                    <a:pt x="5858535" y="934457"/>
                  </a:lnTo>
                  <a:lnTo>
                    <a:pt x="5858661" y="934457"/>
                  </a:lnTo>
                  <a:lnTo>
                    <a:pt x="5858787" y="934457"/>
                  </a:lnTo>
                  <a:lnTo>
                    <a:pt x="5858913" y="934457"/>
                  </a:lnTo>
                  <a:lnTo>
                    <a:pt x="5859039" y="934457"/>
                  </a:lnTo>
                  <a:lnTo>
                    <a:pt x="5859165" y="934457"/>
                  </a:lnTo>
                  <a:lnTo>
                    <a:pt x="5859291" y="934457"/>
                  </a:lnTo>
                  <a:lnTo>
                    <a:pt x="5859417" y="934457"/>
                  </a:lnTo>
                  <a:lnTo>
                    <a:pt x="5859543" y="934457"/>
                  </a:lnTo>
                  <a:lnTo>
                    <a:pt x="5859669" y="934457"/>
                  </a:lnTo>
                  <a:lnTo>
                    <a:pt x="5859795" y="934457"/>
                  </a:lnTo>
                  <a:lnTo>
                    <a:pt x="5859922" y="934457"/>
                  </a:lnTo>
                  <a:lnTo>
                    <a:pt x="5860048" y="934457"/>
                  </a:lnTo>
                  <a:lnTo>
                    <a:pt x="5860174" y="934457"/>
                  </a:lnTo>
                  <a:lnTo>
                    <a:pt x="5860300" y="934457"/>
                  </a:lnTo>
                  <a:lnTo>
                    <a:pt x="5860426" y="934457"/>
                  </a:lnTo>
                  <a:lnTo>
                    <a:pt x="5860552" y="934457"/>
                  </a:lnTo>
                  <a:lnTo>
                    <a:pt x="5860678" y="934457"/>
                  </a:lnTo>
                  <a:lnTo>
                    <a:pt x="5860804" y="934457"/>
                  </a:lnTo>
                  <a:lnTo>
                    <a:pt x="5860930" y="934457"/>
                  </a:lnTo>
                  <a:lnTo>
                    <a:pt x="5861056" y="934457"/>
                  </a:lnTo>
                  <a:lnTo>
                    <a:pt x="5861182" y="934457"/>
                  </a:lnTo>
                  <a:lnTo>
                    <a:pt x="5861308" y="934457"/>
                  </a:lnTo>
                  <a:lnTo>
                    <a:pt x="5861435" y="934457"/>
                  </a:lnTo>
                  <a:lnTo>
                    <a:pt x="5861561" y="934457"/>
                  </a:lnTo>
                  <a:lnTo>
                    <a:pt x="5861687" y="934457"/>
                  </a:lnTo>
                  <a:lnTo>
                    <a:pt x="5861813" y="934457"/>
                  </a:lnTo>
                  <a:lnTo>
                    <a:pt x="5861939" y="934457"/>
                  </a:lnTo>
                  <a:lnTo>
                    <a:pt x="5862065" y="934457"/>
                  </a:lnTo>
                  <a:lnTo>
                    <a:pt x="5862191" y="934457"/>
                  </a:lnTo>
                  <a:lnTo>
                    <a:pt x="5862317" y="934457"/>
                  </a:lnTo>
                  <a:lnTo>
                    <a:pt x="5862443" y="934457"/>
                  </a:lnTo>
                  <a:lnTo>
                    <a:pt x="5862569" y="934457"/>
                  </a:lnTo>
                  <a:lnTo>
                    <a:pt x="5862695" y="934457"/>
                  </a:lnTo>
                  <a:lnTo>
                    <a:pt x="5862822" y="934457"/>
                  </a:lnTo>
                  <a:lnTo>
                    <a:pt x="5862948" y="934457"/>
                  </a:lnTo>
                  <a:lnTo>
                    <a:pt x="5863074" y="934457"/>
                  </a:lnTo>
                  <a:lnTo>
                    <a:pt x="5863200" y="934457"/>
                  </a:lnTo>
                  <a:lnTo>
                    <a:pt x="5863326" y="934457"/>
                  </a:lnTo>
                  <a:lnTo>
                    <a:pt x="5863452" y="934457"/>
                  </a:lnTo>
                  <a:lnTo>
                    <a:pt x="5863578" y="934457"/>
                  </a:lnTo>
                  <a:lnTo>
                    <a:pt x="5863704" y="934457"/>
                  </a:lnTo>
                  <a:lnTo>
                    <a:pt x="5863830" y="934457"/>
                  </a:lnTo>
                  <a:lnTo>
                    <a:pt x="5863956" y="934457"/>
                  </a:lnTo>
                  <a:lnTo>
                    <a:pt x="5864082" y="934457"/>
                  </a:lnTo>
                  <a:lnTo>
                    <a:pt x="5864208" y="934457"/>
                  </a:lnTo>
                  <a:lnTo>
                    <a:pt x="5864335" y="934457"/>
                  </a:lnTo>
                  <a:lnTo>
                    <a:pt x="5864461" y="934457"/>
                  </a:lnTo>
                  <a:lnTo>
                    <a:pt x="5864587" y="934457"/>
                  </a:lnTo>
                  <a:lnTo>
                    <a:pt x="5864713" y="934457"/>
                  </a:lnTo>
                  <a:lnTo>
                    <a:pt x="5864839" y="934457"/>
                  </a:lnTo>
                  <a:lnTo>
                    <a:pt x="5864965" y="934457"/>
                  </a:lnTo>
                  <a:lnTo>
                    <a:pt x="5865091" y="934457"/>
                  </a:lnTo>
                  <a:lnTo>
                    <a:pt x="5865217" y="934457"/>
                  </a:lnTo>
                  <a:lnTo>
                    <a:pt x="5865343" y="934457"/>
                  </a:lnTo>
                  <a:lnTo>
                    <a:pt x="5865469" y="934457"/>
                  </a:lnTo>
                  <a:lnTo>
                    <a:pt x="5865595" y="934457"/>
                  </a:lnTo>
                  <a:lnTo>
                    <a:pt x="5865722" y="934457"/>
                  </a:lnTo>
                  <a:lnTo>
                    <a:pt x="5865848" y="934457"/>
                  </a:lnTo>
                  <a:lnTo>
                    <a:pt x="5865974" y="934457"/>
                  </a:lnTo>
                  <a:lnTo>
                    <a:pt x="5866100" y="934457"/>
                  </a:lnTo>
                  <a:lnTo>
                    <a:pt x="5866226" y="934457"/>
                  </a:lnTo>
                  <a:lnTo>
                    <a:pt x="5866226" y="929178"/>
                  </a:lnTo>
                  <a:lnTo>
                    <a:pt x="5866352" y="929178"/>
                  </a:lnTo>
                  <a:lnTo>
                    <a:pt x="5866478" y="929178"/>
                  </a:lnTo>
                  <a:lnTo>
                    <a:pt x="5866604" y="929178"/>
                  </a:lnTo>
                  <a:lnTo>
                    <a:pt x="5866730" y="929178"/>
                  </a:lnTo>
                  <a:lnTo>
                    <a:pt x="5866856" y="929178"/>
                  </a:lnTo>
                  <a:lnTo>
                    <a:pt x="5866982" y="929178"/>
                  </a:lnTo>
                  <a:lnTo>
                    <a:pt x="5867109" y="929178"/>
                  </a:lnTo>
                  <a:lnTo>
                    <a:pt x="5867235" y="929178"/>
                  </a:lnTo>
                  <a:lnTo>
                    <a:pt x="5867361" y="929178"/>
                  </a:lnTo>
                  <a:lnTo>
                    <a:pt x="5867487" y="929178"/>
                  </a:lnTo>
                  <a:lnTo>
                    <a:pt x="5867613" y="929178"/>
                  </a:lnTo>
                  <a:lnTo>
                    <a:pt x="5867739" y="929178"/>
                  </a:lnTo>
                  <a:lnTo>
                    <a:pt x="5867865" y="929178"/>
                  </a:lnTo>
                  <a:lnTo>
                    <a:pt x="5867991" y="929178"/>
                  </a:lnTo>
                  <a:lnTo>
                    <a:pt x="5868117" y="929178"/>
                  </a:lnTo>
                  <a:lnTo>
                    <a:pt x="5868243" y="929178"/>
                  </a:lnTo>
                  <a:lnTo>
                    <a:pt x="5868369" y="929178"/>
                  </a:lnTo>
                  <a:lnTo>
                    <a:pt x="5868495" y="929178"/>
                  </a:lnTo>
                  <a:lnTo>
                    <a:pt x="5868622" y="929178"/>
                  </a:lnTo>
                  <a:lnTo>
                    <a:pt x="5868748" y="929178"/>
                  </a:lnTo>
                  <a:lnTo>
                    <a:pt x="5868874" y="929178"/>
                  </a:lnTo>
                  <a:lnTo>
                    <a:pt x="5869000" y="929178"/>
                  </a:lnTo>
                  <a:lnTo>
                    <a:pt x="5869126" y="929178"/>
                  </a:lnTo>
                  <a:lnTo>
                    <a:pt x="5869252" y="929178"/>
                  </a:lnTo>
                  <a:lnTo>
                    <a:pt x="5869378" y="929178"/>
                  </a:lnTo>
                  <a:lnTo>
                    <a:pt x="5869504" y="929178"/>
                  </a:lnTo>
                  <a:lnTo>
                    <a:pt x="5869630" y="929178"/>
                  </a:lnTo>
                  <a:lnTo>
                    <a:pt x="5869756" y="929178"/>
                  </a:lnTo>
                  <a:lnTo>
                    <a:pt x="5869882" y="929178"/>
                  </a:lnTo>
                  <a:lnTo>
                    <a:pt x="5870009" y="929178"/>
                  </a:lnTo>
                  <a:lnTo>
                    <a:pt x="5870135" y="929178"/>
                  </a:lnTo>
                  <a:lnTo>
                    <a:pt x="5870261" y="929178"/>
                  </a:lnTo>
                  <a:lnTo>
                    <a:pt x="5870387" y="929178"/>
                  </a:lnTo>
                  <a:lnTo>
                    <a:pt x="5870513" y="929178"/>
                  </a:lnTo>
                  <a:lnTo>
                    <a:pt x="5870639" y="929178"/>
                  </a:lnTo>
                  <a:lnTo>
                    <a:pt x="5870765" y="929178"/>
                  </a:lnTo>
                  <a:lnTo>
                    <a:pt x="5870891" y="929178"/>
                  </a:lnTo>
                  <a:lnTo>
                    <a:pt x="5871017" y="929178"/>
                  </a:lnTo>
                  <a:lnTo>
                    <a:pt x="5871143" y="929178"/>
                  </a:lnTo>
                  <a:lnTo>
                    <a:pt x="5871269" y="929178"/>
                  </a:lnTo>
                  <a:lnTo>
                    <a:pt x="5871395" y="929178"/>
                  </a:lnTo>
                  <a:lnTo>
                    <a:pt x="5871522" y="929178"/>
                  </a:lnTo>
                  <a:lnTo>
                    <a:pt x="5871648" y="929178"/>
                  </a:lnTo>
                  <a:lnTo>
                    <a:pt x="5871774" y="929178"/>
                  </a:lnTo>
                  <a:lnTo>
                    <a:pt x="5871900" y="929178"/>
                  </a:lnTo>
                  <a:lnTo>
                    <a:pt x="5872026" y="929178"/>
                  </a:lnTo>
                  <a:lnTo>
                    <a:pt x="5872152" y="929178"/>
                  </a:lnTo>
                  <a:lnTo>
                    <a:pt x="5872278" y="929178"/>
                  </a:lnTo>
                  <a:lnTo>
                    <a:pt x="5872404" y="929178"/>
                  </a:lnTo>
                  <a:lnTo>
                    <a:pt x="5872530" y="929178"/>
                  </a:lnTo>
                  <a:lnTo>
                    <a:pt x="5872656" y="929178"/>
                  </a:lnTo>
                  <a:lnTo>
                    <a:pt x="5872782" y="929178"/>
                  </a:lnTo>
                  <a:lnTo>
                    <a:pt x="5872909" y="929178"/>
                  </a:lnTo>
                  <a:lnTo>
                    <a:pt x="5873035" y="929178"/>
                  </a:lnTo>
                  <a:lnTo>
                    <a:pt x="5873161" y="929178"/>
                  </a:lnTo>
                  <a:lnTo>
                    <a:pt x="5873287" y="929178"/>
                  </a:lnTo>
                  <a:lnTo>
                    <a:pt x="5873413" y="929178"/>
                  </a:lnTo>
                  <a:lnTo>
                    <a:pt x="5873539" y="929178"/>
                  </a:lnTo>
                  <a:lnTo>
                    <a:pt x="5873665" y="929178"/>
                  </a:lnTo>
                  <a:lnTo>
                    <a:pt x="5873791" y="929178"/>
                  </a:lnTo>
                  <a:lnTo>
                    <a:pt x="5873917" y="929178"/>
                  </a:lnTo>
                  <a:lnTo>
                    <a:pt x="5874043" y="929178"/>
                  </a:lnTo>
                  <a:lnTo>
                    <a:pt x="5874169" y="929178"/>
                  </a:lnTo>
                  <a:lnTo>
                    <a:pt x="5874295" y="929178"/>
                  </a:lnTo>
                  <a:lnTo>
                    <a:pt x="5874422" y="929178"/>
                  </a:lnTo>
                  <a:lnTo>
                    <a:pt x="5874548" y="929178"/>
                  </a:lnTo>
                  <a:lnTo>
                    <a:pt x="5874674" y="929178"/>
                  </a:lnTo>
                  <a:lnTo>
                    <a:pt x="5874800" y="929178"/>
                  </a:lnTo>
                  <a:lnTo>
                    <a:pt x="5874926" y="929178"/>
                  </a:lnTo>
                  <a:lnTo>
                    <a:pt x="5875052" y="929178"/>
                  </a:lnTo>
                  <a:lnTo>
                    <a:pt x="5875178" y="929178"/>
                  </a:lnTo>
                  <a:lnTo>
                    <a:pt x="5875304" y="929178"/>
                  </a:lnTo>
                  <a:lnTo>
                    <a:pt x="5875430" y="929178"/>
                  </a:lnTo>
                  <a:lnTo>
                    <a:pt x="5875556" y="929178"/>
                  </a:lnTo>
                  <a:lnTo>
                    <a:pt x="5875682" y="929178"/>
                  </a:lnTo>
                  <a:lnTo>
                    <a:pt x="5875809" y="929178"/>
                  </a:lnTo>
                  <a:lnTo>
                    <a:pt x="5875935" y="929178"/>
                  </a:lnTo>
                  <a:lnTo>
                    <a:pt x="5876061" y="929178"/>
                  </a:lnTo>
                  <a:lnTo>
                    <a:pt x="5876187" y="929178"/>
                  </a:lnTo>
                  <a:lnTo>
                    <a:pt x="5876313" y="929178"/>
                  </a:lnTo>
                  <a:lnTo>
                    <a:pt x="5876439" y="929178"/>
                  </a:lnTo>
                  <a:lnTo>
                    <a:pt x="5876565" y="929178"/>
                  </a:lnTo>
                  <a:lnTo>
                    <a:pt x="5876691" y="929178"/>
                  </a:lnTo>
                  <a:lnTo>
                    <a:pt x="5876817" y="929178"/>
                  </a:lnTo>
                  <a:lnTo>
                    <a:pt x="5876943" y="929178"/>
                  </a:lnTo>
                  <a:lnTo>
                    <a:pt x="5877069" y="929178"/>
                  </a:lnTo>
                  <a:lnTo>
                    <a:pt x="5877196" y="929178"/>
                  </a:lnTo>
                  <a:lnTo>
                    <a:pt x="5877322" y="929178"/>
                  </a:lnTo>
                  <a:lnTo>
                    <a:pt x="5877448" y="929178"/>
                  </a:lnTo>
                  <a:lnTo>
                    <a:pt x="5877574" y="929178"/>
                  </a:lnTo>
                  <a:lnTo>
                    <a:pt x="5877574" y="923898"/>
                  </a:lnTo>
                  <a:lnTo>
                    <a:pt x="5877700" y="923898"/>
                  </a:lnTo>
                  <a:lnTo>
                    <a:pt x="5877826" y="923898"/>
                  </a:lnTo>
                  <a:lnTo>
                    <a:pt x="5877952" y="923898"/>
                  </a:lnTo>
                  <a:lnTo>
                    <a:pt x="5878078" y="923898"/>
                  </a:lnTo>
                  <a:lnTo>
                    <a:pt x="5878204" y="923898"/>
                  </a:lnTo>
                  <a:lnTo>
                    <a:pt x="5878330" y="923898"/>
                  </a:lnTo>
                  <a:lnTo>
                    <a:pt x="5878456" y="923898"/>
                  </a:lnTo>
                  <a:lnTo>
                    <a:pt x="5878582" y="923898"/>
                  </a:lnTo>
                  <a:lnTo>
                    <a:pt x="5878709" y="923898"/>
                  </a:lnTo>
                  <a:lnTo>
                    <a:pt x="5878835" y="923898"/>
                  </a:lnTo>
                  <a:lnTo>
                    <a:pt x="5878961" y="923898"/>
                  </a:lnTo>
                  <a:lnTo>
                    <a:pt x="5879087" y="923898"/>
                  </a:lnTo>
                  <a:lnTo>
                    <a:pt x="5879213" y="923898"/>
                  </a:lnTo>
                  <a:lnTo>
                    <a:pt x="5879339" y="923898"/>
                  </a:lnTo>
                  <a:lnTo>
                    <a:pt x="5879465" y="923898"/>
                  </a:lnTo>
                  <a:lnTo>
                    <a:pt x="5879591" y="923898"/>
                  </a:lnTo>
                  <a:lnTo>
                    <a:pt x="5879717" y="923898"/>
                  </a:lnTo>
                  <a:lnTo>
                    <a:pt x="5879843" y="923898"/>
                  </a:lnTo>
                  <a:lnTo>
                    <a:pt x="5879969" y="923898"/>
                  </a:lnTo>
                  <a:lnTo>
                    <a:pt x="5880096" y="923898"/>
                  </a:lnTo>
                  <a:lnTo>
                    <a:pt x="5880222" y="923898"/>
                  </a:lnTo>
                  <a:lnTo>
                    <a:pt x="5880348" y="923898"/>
                  </a:lnTo>
                  <a:lnTo>
                    <a:pt x="5880474" y="923898"/>
                  </a:lnTo>
                  <a:lnTo>
                    <a:pt x="5880600" y="923898"/>
                  </a:lnTo>
                  <a:lnTo>
                    <a:pt x="5880726" y="923898"/>
                  </a:lnTo>
                  <a:lnTo>
                    <a:pt x="5880852" y="923898"/>
                  </a:lnTo>
                  <a:lnTo>
                    <a:pt x="5880978" y="923898"/>
                  </a:lnTo>
                  <a:lnTo>
                    <a:pt x="5881104" y="923898"/>
                  </a:lnTo>
                  <a:lnTo>
                    <a:pt x="5881230" y="923898"/>
                  </a:lnTo>
                  <a:lnTo>
                    <a:pt x="5881356" y="923898"/>
                  </a:lnTo>
                  <a:lnTo>
                    <a:pt x="5881356" y="918619"/>
                  </a:lnTo>
                  <a:lnTo>
                    <a:pt x="5881482" y="918619"/>
                  </a:lnTo>
                  <a:lnTo>
                    <a:pt x="5881609" y="918619"/>
                  </a:lnTo>
                  <a:lnTo>
                    <a:pt x="5881735" y="918619"/>
                  </a:lnTo>
                  <a:lnTo>
                    <a:pt x="5881861" y="918619"/>
                  </a:lnTo>
                  <a:lnTo>
                    <a:pt x="5881987" y="918619"/>
                  </a:lnTo>
                  <a:lnTo>
                    <a:pt x="5882113" y="918619"/>
                  </a:lnTo>
                  <a:lnTo>
                    <a:pt x="5882239" y="918619"/>
                  </a:lnTo>
                  <a:lnTo>
                    <a:pt x="5882365" y="918619"/>
                  </a:lnTo>
                  <a:lnTo>
                    <a:pt x="5882491" y="918619"/>
                  </a:lnTo>
                  <a:lnTo>
                    <a:pt x="5882617" y="918619"/>
                  </a:lnTo>
                  <a:lnTo>
                    <a:pt x="5882743" y="918619"/>
                  </a:lnTo>
                  <a:lnTo>
                    <a:pt x="5882869" y="918619"/>
                  </a:lnTo>
                  <a:lnTo>
                    <a:pt x="5882996" y="918619"/>
                  </a:lnTo>
                  <a:lnTo>
                    <a:pt x="5883122" y="918619"/>
                  </a:lnTo>
                  <a:lnTo>
                    <a:pt x="5883248" y="918619"/>
                  </a:lnTo>
                  <a:lnTo>
                    <a:pt x="5883374" y="918619"/>
                  </a:lnTo>
                  <a:lnTo>
                    <a:pt x="5883500" y="918619"/>
                  </a:lnTo>
                  <a:lnTo>
                    <a:pt x="5883626" y="918619"/>
                  </a:lnTo>
                  <a:lnTo>
                    <a:pt x="5883752" y="918619"/>
                  </a:lnTo>
                  <a:lnTo>
                    <a:pt x="5883878" y="918619"/>
                  </a:lnTo>
                  <a:lnTo>
                    <a:pt x="5884004" y="918619"/>
                  </a:lnTo>
                  <a:lnTo>
                    <a:pt x="5884130" y="918619"/>
                  </a:lnTo>
                  <a:lnTo>
                    <a:pt x="5884256" y="918619"/>
                  </a:lnTo>
                  <a:lnTo>
                    <a:pt x="5884383" y="918619"/>
                  </a:lnTo>
                  <a:lnTo>
                    <a:pt x="5884509" y="918619"/>
                  </a:lnTo>
                  <a:lnTo>
                    <a:pt x="5884635" y="918619"/>
                  </a:lnTo>
                  <a:lnTo>
                    <a:pt x="5884761" y="918619"/>
                  </a:lnTo>
                  <a:lnTo>
                    <a:pt x="5884887" y="918619"/>
                  </a:lnTo>
                  <a:lnTo>
                    <a:pt x="5885013" y="918619"/>
                  </a:lnTo>
                  <a:lnTo>
                    <a:pt x="5885139" y="918619"/>
                  </a:lnTo>
                  <a:lnTo>
                    <a:pt x="5885265" y="918619"/>
                  </a:lnTo>
                  <a:lnTo>
                    <a:pt x="5885391" y="918619"/>
                  </a:lnTo>
                  <a:lnTo>
                    <a:pt x="5885517" y="918619"/>
                  </a:lnTo>
                  <a:lnTo>
                    <a:pt x="5885643" y="918619"/>
                  </a:lnTo>
                  <a:lnTo>
                    <a:pt x="5885769" y="918619"/>
                  </a:lnTo>
                  <a:lnTo>
                    <a:pt x="5885896" y="918619"/>
                  </a:lnTo>
                  <a:lnTo>
                    <a:pt x="5886022" y="918619"/>
                  </a:lnTo>
                  <a:lnTo>
                    <a:pt x="5886148" y="918619"/>
                  </a:lnTo>
                  <a:lnTo>
                    <a:pt x="5886274" y="918619"/>
                  </a:lnTo>
                  <a:lnTo>
                    <a:pt x="5886400" y="918619"/>
                  </a:lnTo>
                  <a:lnTo>
                    <a:pt x="5886526" y="918619"/>
                  </a:lnTo>
                  <a:lnTo>
                    <a:pt x="5886652" y="918619"/>
                  </a:lnTo>
                  <a:lnTo>
                    <a:pt x="5886778" y="918619"/>
                  </a:lnTo>
                  <a:lnTo>
                    <a:pt x="5886904" y="918619"/>
                  </a:lnTo>
                  <a:lnTo>
                    <a:pt x="5887030" y="918619"/>
                  </a:lnTo>
                  <a:lnTo>
                    <a:pt x="5887156" y="918619"/>
                  </a:lnTo>
                  <a:lnTo>
                    <a:pt x="5887283" y="918619"/>
                  </a:lnTo>
                  <a:lnTo>
                    <a:pt x="5887409" y="918619"/>
                  </a:lnTo>
                  <a:lnTo>
                    <a:pt x="5887535" y="918619"/>
                  </a:lnTo>
                  <a:lnTo>
                    <a:pt x="5887661" y="918619"/>
                  </a:lnTo>
                  <a:lnTo>
                    <a:pt x="5887787" y="918619"/>
                  </a:lnTo>
                  <a:lnTo>
                    <a:pt x="5887913" y="918619"/>
                  </a:lnTo>
                  <a:lnTo>
                    <a:pt x="5888039" y="918619"/>
                  </a:lnTo>
                  <a:lnTo>
                    <a:pt x="5888165" y="918619"/>
                  </a:lnTo>
                  <a:lnTo>
                    <a:pt x="5888291" y="918619"/>
                  </a:lnTo>
                  <a:lnTo>
                    <a:pt x="5888417" y="918619"/>
                  </a:lnTo>
                  <a:lnTo>
                    <a:pt x="5888543" y="918619"/>
                  </a:lnTo>
                  <a:lnTo>
                    <a:pt x="5888669" y="918619"/>
                  </a:lnTo>
                  <a:lnTo>
                    <a:pt x="5888796" y="918619"/>
                  </a:lnTo>
                  <a:lnTo>
                    <a:pt x="5888922" y="918619"/>
                  </a:lnTo>
                  <a:lnTo>
                    <a:pt x="5889048" y="918619"/>
                  </a:lnTo>
                  <a:lnTo>
                    <a:pt x="5889174" y="918619"/>
                  </a:lnTo>
                  <a:lnTo>
                    <a:pt x="5889300" y="918619"/>
                  </a:lnTo>
                  <a:lnTo>
                    <a:pt x="5889426" y="918619"/>
                  </a:lnTo>
                  <a:lnTo>
                    <a:pt x="5889552" y="918619"/>
                  </a:lnTo>
                  <a:lnTo>
                    <a:pt x="5889678" y="918619"/>
                  </a:lnTo>
                  <a:lnTo>
                    <a:pt x="5889804" y="918619"/>
                  </a:lnTo>
                  <a:lnTo>
                    <a:pt x="5889930" y="918619"/>
                  </a:lnTo>
                  <a:lnTo>
                    <a:pt x="5890056" y="918619"/>
                  </a:lnTo>
                  <a:lnTo>
                    <a:pt x="5890183" y="918619"/>
                  </a:lnTo>
                  <a:lnTo>
                    <a:pt x="5890309" y="918619"/>
                  </a:lnTo>
                  <a:lnTo>
                    <a:pt x="5890435" y="918619"/>
                  </a:lnTo>
                  <a:lnTo>
                    <a:pt x="5890561" y="918619"/>
                  </a:lnTo>
                  <a:lnTo>
                    <a:pt x="5890687" y="918619"/>
                  </a:lnTo>
                  <a:lnTo>
                    <a:pt x="5890813" y="918619"/>
                  </a:lnTo>
                  <a:lnTo>
                    <a:pt x="5890939" y="918619"/>
                  </a:lnTo>
                  <a:lnTo>
                    <a:pt x="5891065" y="918619"/>
                  </a:lnTo>
                  <a:lnTo>
                    <a:pt x="5891065" y="913339"/>
                  </a:lnTo>
                  <a:lnTo>
                    <a:pt x="5891191" y="913339"/>
                  </a:lnTo>
                  <a:lnTo>
                    <a:pt x="5891317" y="913339"/>
                  </a:lnTo>
                  <a:lnTo>
                    <a:pt x="5891443" y="913339"/>
                  </a:lnTo>
                  <a:lnTo>
                    <a:pt x="5891570" y="913339"/>
                  </a:lnTo>
                  <a:lnTo>
                    <a:pt x="5891696" y="913339"/>
                  </a:lnTo>
                  <a:lnTo>
                    <a:pt x="5891822" y="913339"/>
                  </a:lnTo>
                  <a:lnTo>
                    <a:pt x="5891822" y="908060"/>
                  </a:lnTo>
                  <a:lnTo>
                    <a:pt x="5891948" y="908060"/>
                  </a:lnTo>
                  <a:lnTo>
                    <a:pt x="5892074" y="908060"/>
                  </a:lnTo>
                  <a:lnTo>
                    <a:pt x="5892200" y="908060"/>
                  </a:lnTo>
                  <a:lnTo>
                    <a:pt x="5892326" y="908060"/>
                  </a:lnTo>
                  <a:lnTo>
                    <a:pt x="5892452" y="908060"/>
                  </a:lnTo>
                  <a:lnTo>
                    <a:pt x="5892578" y="908060"/>
                  </a:lnTo>
                  <a:lnTo>
                    <a:pt x="5892704" y="908060"/>
                  </a:lnTo>
                  <a:lnTo>
                    <a:pt x="5892830" y="908060"/>
                  </a:lnTo>
                  <a:lnTo>
                    <a:pt x="5892956" y="908060"/>
                  </a:lnTo>
                  <a:lnTo>
                    <a:pt x="5893083" y="908060"/>
                  </a:lnTo>
                  <a:lnTo>
                    <a:pt x="5893209" y="908060"/>
                  </a:lnTo>
                  <a:lnTo>
                    <a:pt x="5893335" y="908060"/>
                  </a:lnTo>
                  <a:lnTo>
                    <a:pt x="5893461" y="908060"/>
                  </a:lnTo>
                  <a:lnTo>
                    <a:pt x="5893587" y="908060"/>
                  </a:lnTo>
                  <a:lnTo>
                    <a:pt x="5893713" y="908060"/>
                  </a:lnTo>
                  <a:lnTo>
                    <a:pt x="5893839" y="908060"/>
                  </a:lnTo>
                  <a:lnTo>
                    <a:pt x="5893965" y="908060"/>
                  </a:lnTo>
                  <a:lnTo>
                    <a:pt x="5893965" y="902781"/>
                  </a:lnTo>
                  <a:lnTo>
                    <a:pt x="5894091" y="902781"/>
                  </a:lnTo>
                  <a:lnTo>
                    <a:pt x="5894217" y="902781"/>
                  </a:lnTo>
                  <a:lnTo>
                    <a:pt x="5894343" y="902781"/>
                  </a:lnTo>
                  <a:lnTo>
                    <a:pt x="5894470" y="902781"/>
                  </a:lnTo>
                  <a:lnTo>
                    <a:pt x="5894596" y="902781"/>
                  </a:lnTo>
                  <a:lnTo>
                    <a:pt x="5894722" y="902781"/>
                  </a:lnTo>
                  <a:lnTo>
                    <a:pt x="5894848" y="902781"/>
                  </a:lnTo>
                  <a:lnTo>
                    <a:pt x="5894974" y="902781"/>
                  </a:lnTo>
                  <a:lnTo>
                    <a:pt x="5895100" y="902781"/>
                  </a:lnTo>
                  <a:lnTo>
                    <a:pt x="5895226" y="902781"/>
                  </a:lnTo>
                  <a:lnTo>
                    <a:pt x="5895352" y="902781"/>
                  </a:lnTo>
                  <a:lnTo>
                    <a:pt x="5895478" y="902781"/>
                  </a:lnTo>
                  <a:lnTo>
                    <a:pt x="5895604" y="902781"/>
                  </a:lnTo>
                  <a:lnTo>
                    <a:pt x="5895730" y="902781"/>
                  </a:lnTo>
                  <a:lnTo>
                    <a:pt x="5895856" y="902781"/>
                  </a:lnTo>
                  <a:lnTo>
                    <a:pt x="5895983" y="902781"/>
                  </a:lnTo>
                  <a:lnTo>
                    <a:pt x="5896109" y="902781"/>
                  </a:lnTo>
                  <a:lnTo>
                    <a:pt x="5896235" y="902781"/>
                  </a:lnTo>
                  <a:lnTo>
                    <a:pt x="5896361" y="902781"/>
                  </a:lnTo>
                  <a:lnTo>
                    <a:pt x="5896487" y="902781"/>
                  </a:lnTo>
                  <a:lnTo>
                    <a:pt x="5896613" y="902781"/>
                  </a:lnTo>
                  <a:lnTo>
                    <a:pt x="5896739" y="902781"/>
                  </a:lnTo>
                  <a:lnTo>
                    <a:pt x="5896865" y="902781"/>
                  </a:lnTo>
                  <a:lnTo>
                    <a:pt x="5896991" y="902781"/>
                  </a:lnTo>
                  <a:lnTo>
                    <a:pt x="5897117" y="902781"/>
                  </a:lnTo>
                  <a:lnTo>
                    <a:pt x="5897243" y="902781"/>
                  </a:lnTo>
                  <a:lnTo>
                    <a:pt x="5897370" y="902781"/>
                  </a:lnTo>
                  <a:lnTo>
                    <a:pt x="5897496" y="902781"/>
                  </a:lnTo>
                  <a:lnTo>
                    <a:pt x="5897622" y="902781"/>
                  </a:lnTo>
                  <a:lnTo>
                    <a:pt x="5897748" y="902781"/>
                  </a:lnTo>
                  <a:lnTo>
                    <a:pt x="5897874" y="902781"/>
                  </a:lnTo>
                  <a:lnTo>
                    <a:pt x="5898000" y="902781"/>
                  </a:lnTo>
                  <a:lnTo>
                    <a:pt x="5898126" y="902781"/>
                  </a:lnTo>
                  <a:lnTo>
                    <a:pt x="5898252" y="902781"/>
                  </a:lnTo>
                  <a:lnTo>
                    <a:pt x="5898378" y="902781"/>
                  </a:lnTo>
                  <a:lnTo>
                    <a:pt x="5898504" y="902781"/>
                  </a:lnTo>
                  <a:lnTo>
                    <a:pt x="5898630" y="902781"/>
                  </a:lnTo>
                  <a:lnTo>
                    <a:pt x="5898756" y="902781"/>
                  </a:lnTo>
                  <a:lnTo>
                    <a:pt x="5898883" y="902781"/>
                  </a:lnTo>
                  <a:lnTo>
                    <a:pt x="5899009" y="902781"/>
                  </a:lnTo>
                  <a:lnTo>
                    <a:pt x="5899135" y="902781"/>
                  </a:lnTo>
                  <a:lnTo>
                    <a:pt x="5899261" y="902781"/>
                  </a:lnTo>
                  <a:lnTo>
                    <a:pt x="5899387" y="902781"/>
                  </a:lnTo>
                  <a:lnTo>
                    <a:pt x="5899513" y="902781"/>
                  </a:lnTo>
                  <a:lnTo>
                    <a:pt x="5899513" y="897501"/>
                  </a:lnTo>
                  <a:lnTo>
                    <a:pt x="5899639" y="897501"/>
                  </a:lnTo>
                  <a:lnTo>
                    <a:pt x="5899765" y="897501"/>
                  </a:lnTo>
                  <a:lnTo>
                    <a:pt x="5899891" y="897501"/>
                  </a:lnTo>
                  <a:lnTo>
                    <a:pt x="5900017" y="897501"/>
                  </a:lnTo>
                  <a:lnTo>
                    <a:pt x="5900143" y="897501"/>
                  </a:lnTo>
                  <a:lnTo>
                    <a:pt x="5900270" y="897501"/>
                  </a:lnTo>
                  <a:lnTo>
                    <a:pt x="5900396" y="897501"/>
                  </a:lnTo>
                  <a:lnTo>
                    <a:pt x="5900522" y="897501"/>
                  </a:lnTo>
                  <a:lnTo>
                    <a:pt x="5900648" y="897501"/>
                  </a:lnTo>
                  <a:lnTo>
                    <a:pt x="5900774" y="897501"/>
                  </a:lnTo>
                  <a:lnTo>
                    <a:pt x="5900900" y="897501"/>
                  </a:lnTo>
                  <a:lnTo>
                    <a:pt x="5901026" y="897501"/>
                  </a:lnTo>
                  <a:lnTo>
                    <a:pt x="5901152" y="897501"/>
                  </a:lnTo>
                  <a:lnTo>
                    <a:pt x="5901278" y="897501"/>
                  </a:lnTo>
                  <a:lnTo>
                    <a:pt x="5901404" y="897501"/>
                  </a:lnTo>
                  <a:lnTo>
                    <a:pt x="5901530" y="897501"/>
                  </a:lnTo>
                  <a:lnTo>
                    <a:pt x="5901657" y="897501"/>
                  </a:lnTo>
                  <a:lnTo>
                    <a:pt x="5901783" y="897501"/>
                  </a:lnTo>
                  <a:lnTo>
                    <a:pt x="5901909" y="897501"/>
                  </a:lnTo>
                  <a:lnTo>
                    <a:pt x="5902035" y="897501"/>
                  </a:lnTo>
                  <a:lnTo>
                    <a:pt x="5902161" y="897501"/>
                  </a:lnTo>
                  <a:lnTo>
                    <a:pt x="5902287" y="897501"/>
                  </a:lnTo>
                  <a:lnTo>
                    <a:pt x="5902413" y="897501"/>
                  </a:lnTo>
                  <a:lnTo>
                    <a:pt x="5902539" y="897501"/>
                  </a:lnTo>
                  <a:lnTo>
                    <a:pt x="5902665" y="897501"/>
                  </a:lnTo>
                  <a:lnTo>
                    <a:pt x="5902791" y="897501"/>
                  </a:lnTo>
                  <a:lnTo>
                    <a:pt x="5902917" y="897501"/>
                  </a:lnTo>
                  <a:lnTo>
                    <a:pt x="5903043" y="897501"/>
                  </a:lnTo>
                  <a:lnTo>
                    <a:pt x="5903170" y="897501"/>
                  </a:lnTo>
                  <a:lnTo>
                    <a:pt x="5903296" y="897501"/>
                  </a:lnTo>
                  <a:lnTo>
                    <a:pt x="5903422" y="897501"/>
                  </a:lnTo>
                  <a:lnTo>
                    <a:pt x="5903548" y="897501"/>
                  </a:lnTo>
                  <a:lnTo>
                    <a:pt x="5903674" y="897501"/>
                  </a:lnTo>
                  <a:lnTo>
                    <a:pt x="5903800" y="897501"/>
                  </a:lnTo>
                  <a:lnTo>
                    <a:pt x="5903926" y="897501"/>
                  </a:lnTo>
                  <a:lnTo>
                    <a:pt x="5904052" y="897501"/>
                  </a:lnTo>
                  <a:lnTo>
                    <a:pt x="5904178" y="897501"/>
                  </a:lnTo>
                  <a:lnTo>
                    <a:pt x="5904304" y="897501"/>
                  </a:lnTo>
                  <a:lnTo>
                    <a:pt x="5904430" y="897501"/>
                  </a:lnTo>
                  <a:lnTo>
                    <a:pt x="5904557" y="897501"/>
                  </a:lnTo>
                  <a:lnTo>
                    <a:pt x="5904683" y="897501"/>
                  </a:lnTo>
                  <a:lnTo>
                    <a:pt x="5904809" y="897501"/>
                  </a:lnTo>
                  <a:lnTo>
                    <a:pt x="5904935" y="897501"/>
                  </a:lnTo>
                  <a:lnTo>
                    <a:pt x="5905061" y="897501"/>
                  </a:lnTo>
                  <a:lnTo>
                    <a:pt x="5905187" y="897501"/>
                  </a:lnTo>
                  <a:lnTo>
                    <a:pt x="5905313" y="897501"/>
                  </a:lnTo>
                  <a:lnTo>
                    <a:pt x="5905439" y="897501"/>
                  </a:lnTo>
                  <a:lnTo>
                    <a:pt x="5905565" y="897501"/>
                  </a:lnTo>
                  <a:lnTo>
                    <a:pt x="5905691" y="897501"/>
                  </a:lnTo>
                  <a:lnTo>
                    <a:pt x="5905817" y="897501"/>
                  </a:lnTo>
                  <a:lnTo>
                    <a:pt x="5905943" y="897501"/>
                  </a:lnTo>
                  <a:lnTo>
                    <a:pt x="5906070" y="897501"/>
                  </a:lnTo>
                  <a:lnTo>
                    <a:pt x="5906196" y="897501"/>
                  </a:lnTo>
                  <a:lnTo>
                    <a:pt x="5906322" y="897501"/>
                  </a:lnTo>
                  <a:lnTo>
                    <a:pt x="5906448" y="897501"/>
                  </a:lnTo>
                  <a:lnTo>
                    <a:pt x="5906574" y="897501"/>
                  </a:lnTo>
                  <a:lnTo>
                    <a:pt x="5906700" y="897501"/>
                  </a:lnTo>
                  <a:lnTo>
                    <a:pt x="5906826" y="897501"/>
                  </a:lnTo>
                  <a:lnTo>
                    <a:pt x="5906952" y="897501"/>
                  </a:lnTo>
                  <a:lnTo>
                    <a:pt x="5907078" y="897501"/>
                  </a:lnTo>
                  <a:lnTo>
                    <a:pt x="5907204" y="897501"/>
                  </a:lnTo>
                  <a:lnTo>
                    <a:pt x="5907330" y="897501"/>
                  </a:lnTo>
                  <a:lnTo>
                    <a:pt x="5907457" y="897501"/>
                  </a:lnTo>
                  <a:lnTo>
                    <a:pt x="5907583" y="897501"/>
                  </a:lnTo>
                  <a:lnTo>
                    <a:pt x="5907709" y="897501"/>
                  </a:lnTo>
                  <a:lnTo>
                    <a:pt x="5907835" y="897501"/>
                  </a:lnTo>
                  <a:lnTo>
                    <a:pt x="5907961" y="897501"/>
                  </a:lnTo>
                  <a:lnTo>
                    <a:pt x="5908087" y="897501"/>
                  </a:lnTo>
                  <a:lnTo>
                    <a:pt x="5908213" y="897501"/>
                  </a:lnTo>
                  <a:lnTo>
                    <a:pt x="5908213" y="892222"/>
                  </a:lnTo>
                  <a:lnTo>
                    <a:pt x="5908339" y="892222"/>
                  </a:lnTo>
                  <a:lnTo>
                    <a:pt x="5908465" y="892222"/>
                  </a:lnTo>
                  <a:lnTo>
                    <a:pt x="5908465" y="886942"/>
                  </a:lnTo>
                  <a:lnTo>
                    <a:pt x="5908591" y="886942"/>
                  </a:lnTo>
                  <a:lnTo>
                    <a:pt x="5908717" y="886942"/>
                  </a:lnTo>
                  <a:lnTo>
                    <a:pt x="5908844" y="886942"/>
                  </a:lnTo>
                  <a:lnTo>
                    <a:pt x="5908970" y="886942"/>
                  </a:lnTo>
                  <a:lnTo>
                    <a:pt x="5909096" y="886942"/>
                  </a:lnTo>
                  <a:lnTo>
                    <a:pt x="5909222" y="886942"/>
                  </a:lnTo>
                  <a:lnTo>
                    <a:pt x="5909348" y="886942"/>
                  </a:lnTo>
                  <a:lnTo>
                    <a:pt x="5909474" y="886942"/>
                  </a:lnTo>
                  <a:lnTo>
                    <a:pt x="5909600" y="886942"/>
                  </a:lnTo>
                  <a:lnTo>
                    <a:pt x="5909726" y="886942"/>
                  </a:lnTo>
                  <a:lnTo>
                    <a:pt x="5909852" y="886942"/>
                  </a:lnTo>
                  <a:lnTo>
                    <a:pt x="5909978" y="886942"/>
                  </a:lnTo>
                  <a:lnTo>
                    <a:pt x="5910104" y="886942"/>
                  </a:lnTo>
                  <a:lnTo>
                    <a:pt x="5910230" y="886942"/>
                  </a:lnTo>
                  <a:lnTo>
                    <a:pt x="5910357" y="886942"/>
                  </a:lnTo>
                  <a:lnTo>
                    <a:pt x="5910483" y="886942"/>
                  </a:lnTo>
                  <a:lnTo>
                    <a:pt x="5910609" y="886942"/>
                  </a:lnTo>
                  <a:lnTo>
                    <a:pt x="5910735" y="886942"/>
                  </a:lnTo>
                  <a:lnTo>
                    <a:pt x="5910861" y="886942"/>
                  </a:lnTo>
                  <a:lnTo>
                    <a:pt x="5910987" y="886942"/>
                  </a:lnTo>
                  <a:lnTo>
                    <a:pt x="5911113" y="886942"/>
                  </a:lnTo>
                  <a:lnTo>
                    <a:pt x="5911239" y="886942"/>
                  </a:lnTo>
                  <a:lnTo>
                    <a:pt x="5911365" y="886942"/>
                  </a:lnTo>
                  <a:lnTo>
                    <a:pt x="5911491" y="886942"/>
                  </a:lnTo>
                  <a:lnTo>
                    <a:pt x="5911617" y="886942"/>
                  </a:lnTo>
                  <a:lnTo>
                    <a:pt x="5911744" y="886942"/>
                  </a:lnTo>
                  <a:lnTo>
                    <a:pt x="5911744" y="881663"/>
                  </a:lnTo>
                  <a:lnTo>
                    <a:pt x="5911870" y="881663"/>
                  </a:lnTo>
                  <a:lnTo>
                    <a:pt x="5911996" y="881663"/>
                  </a:lnTo>
                  <a:lnTo>
                    <a:pt x="5912122" y="881663"/>
                  </a:lnTo>
                  <a:lnTo>
                    <a:pt x="5912248" y="881663"/>
                  </a:lnTo>
                  <a:lnTo>
                    <a:pt x="5912374" y="881663"/>
                  </a:lnTo>
                  <a:lnTo>
                    <a:pt x="5912500" y="881663"/>
                  </a:lnTo>
                  <a:lnTo>
                    <a:pt x="5912626" y="881663"/>
                  </a:lnTo>
                  <a:lnTo>
                    <a:pt x="5912752" y="881663"/>
                  </a:lnTo>
                  <a:lnTo>
                    <a:pt x="5912878" y="881663"/>
                  </a:lnTo>
                  <a:lnTo>
                    <a:pt x="5913004" y="881663"/>
                  </a:lnTo>
                  <a:lnTo>
                    <a:pt x="5913130" y="881663"/>
                  </a:lnTo>
                  <a:lnTo>
                    <a:pt x="5913257" y="881663"/>
                  </a:lnTo>
                  <a:lnTo>
                    <a:pt x="5913383" y="881663"/>
                  </a:lnTo>
                  <a:lnTo>
                    <a:pt x="5913509" y="881663"/>
                  </a:lnTo>
                  <a:lnTo>
                    <a:pt x="5913635" y="881663"/>
                  </a:lnTo>
                  <a:lnTo>
                    <a:pt x="5913761" y="881663"/>
                  </a:lnTo>
                  <a:lnTo>
                    <a:pt x="5913887" y="881663"/>
                  </a:lnTo>
                  <a:lnTo>
                    <a:pt x="5914013" y="881663"/>
                  </a:lnTo>
                  <a:lnTo>
                    <a:pt x="5914139" y="881663"/>
                  </a:lnTo>
                  <a:lnTo>
                    <a:pt x="5914265" y="881663"/>
                  </a:lnTo>
                  <a:lnTo>
                    <a:pt x="5914391" y="881663"/>
                  </a:lnTo>
                  <a:lnTo>
                    <a:pt x="5914517" y="881663"/>
                  </a:lnTo>
                  <a:lnTo>
                    <a:pt x="5914644" y="881663"/>
                  </a:lnTo>
                  <a:lnTo>
                    <a:pt x="5914770" y="881663"/>
                  </a:lnTo>
                  <a:lnTo>
                    <a:pt x="5914896" y="881663"/>
                  </a:lnTo>
                  <a:lnTo>
                    <a:pt x="5915022" y="881663"/>
                  </a:lnTo>
                  <a:lnTo>
                    <a:pt x="5915148" y="881663"/>
                  </a:lnTo>
                  <a:lnTo>
                    <a:pt x="5915274" y="881663"/>
                  </a:lnTo>
                  <a:lnTo>
                    <a:pt x="5915400" y="881663"/>
                  </a:lnTo>
                  <a:lnTo>
                    <a:pt x="5915526" y="881663"/>
                  </a:lnTo>
                  <a:lnTo>
                    <a:pt x="5915652" y="881663"/>
                  </a:lnTo>
                  <a:lnTo>
                    <a:pt x="5915778" y="881663"/>
                  </a:lnTo>
                  <a:lnTo>
                    <a:pt x="5915904" y="881663"/>
                  </a:lnTo>
                  <a:lnTo>
                    <a:pt x="5916031" y="881663"/>
                  </a:lnTo>
                  <a:lnTo>
                    <a:pt x="5916157" y="881663"/>
                  </a:lnTo>
                  <a:lnTo>
                    <a:pt x="5916283" y="881663"/>
                  </a:lnTo>
                  <a:lnTo>
                    <a:pt x="5916409" y="881663"/>
                  </a:lnTo>
                  <a:lnTo>
                    <a:pt x="5916535" y="881663"/>
                  </a:lnTo>
                  <a:lnTo>
                    <a:pt x="5916661" y="881663"/>
                  </a:lnTo>
                  <a:lnTo>
                    <a:pt x="5916787" y="881663"/>
                  </a:lnTo>
                  <a:lnTo>
                    <a:pt x="5916913" y="881663"/>
                  </a:lnTo>
                  <a:lnTo>
                    <a:pt x="5917039" y="881663"/>
                  </a:lnTo>
                  <a:lnTo>
                    <a:pt x="5917165" y="881663"/>
                  </a:lnTo>
                  <a:lnTo>
                    <a:pt x="5917291" y="881663"/>
                  </a:lnTo>
                  <a:lnTo>
                    <a:pt x="5917417" y="881663"/>
                  </a:lnTo>
                  <a:lnTo>
                    <a:pt x="5917544" y="881663"/>
                  </a:lnTo>
                  <a:lnTo>
                    <a:pt x="5917670" y="881663"/>
                  </a:lnTo>
                  <a:lnTo>
                    <a:pt x="5917796" y="881663"/>
                  </a:lnTo>
                  <a:lnTo>
                    <a:pt x="5917922" y="881663"/>
                  </a:lnTo>
                  <a:lnTo>
                    <a:pt x="5918048" y="881663"/>
                  </a:lnTo>
                  <a:lnTo>
                    <a:pt x="5918174" y="881663"/>
                  </a:lnTo>
                  <a:lnTo>
                    <a:pt x="5918300" y="881663"/>
                  </a:lnTo>
                  <a:lnTo>
                    <a:pt x="5918426" y="881663"/>
                  </a:lnTo>
                  <a:lnTo>
                    <a:pt x="5918552" y="881663"/>
                  </a:lnTo>
                  <a:lnTo>
                    <a:pt x="5918678" y="881663"/>
                  </a:lnTo>
                  <a:lnTo>
                    <a:pt x="5918804" y="881663"/>
                  </a:lnTo>
                  <a:lnTo>
                    <a:pt x="5918931" y="881663"/>
                  </a:lnTo>
                  <a:lnTo>
                    <a:pt x="5919057" y="881663"/>
                  </a:lnTo>
                  <a:lnTo>
                    <a:pt x="5919183" y="881663"/>
                  </a:lnTo>
                  <a:lnTo>
                    <a:pt x="5919309" y="881663"/>
                  </a:lnTo>
                  <a:lnTo>
                    <a:pt x="5919435" y="881663"/>
                  </a:lnTo>
                  <a:lnTo>
                    <a:pt x="5919561" y="881663"/>
                  </a:lnTo>
                  <a:lnTo>
                    <a:pt x="5919687" y="881663"/>
                  </a:lnTo>
                  <a:lnTo>
                    <a:pt x="5919813" y="881663"/>
                  </a:lnTo>
                  <a:lnTo>
                    <a:pt x="5919939" y="881663"/>
                  </a:lnTo>
                  <a:lnTo>
                    <a:pt x="5920065" y="881663"/>
                  </a:lnTo>
                  <a:lnTo>
                    <a:pt x="5920191" y="881663"/>
                  </a:lnTo>
                  <a:lnTo>
                    <a:pt x="5920317" y="881663"/>
                  </a:lnTo>
                  <a:lnTo>
                    <a:pt x="5920444" y="881663"/>
                  </a:lnTo>
                  <a:lnTo>
                    <a:pt x="5920570" y="881663"/>
                  </a:lnTo>
                  <a:lnTo>
                    <a:pt x="5920696" y="881663"/>
                  </a:lnTo>
                  <a:lnTo>
                    <a:pt x="5920822" y="881663"/>
                  </a:lnTo>
                  <a:lnTo>
                    <a:pt x="5920948" y="881663"/>
                  </a:lnTo>
                  <a:lnTo>
                    <a:pt x="5921074" y="881663"/>
                  </a:lnTo>
                  <a:lnTo>
                    <a:pt x="5921200" y="881663"/>
                  </a:lnTo>
                  <a:lnTo>
                    <a:pt x="5921326" y="881663"/>
                  </a:lnTo>
                  <a:lnTo>
                    <a:pt x="5921452" y="881663"/>
                  </a:lnTo>
                  <a:lnTo>
                    <a:pt x="5921578" y="881663"/>
                  </a:lnTo>
                  <a:lnTo>
                    <a:pt x="5921704" y="881663"/>
                  </a:lnTo>
                  <a:lnTo>
                    <a:pt x="5921831" y="881663"/>
                  </a:lnTo>
                  <a:lnTo>
                    <a:pt x="5921957" y="881663"/>
                  </a:lnTo>
                  <a:lnTo>
                    <a:pt x="5922083" y="881663"/>
                  </a:lnTo>
                  <a:lnTo>
                    <a:pt x="5922209" y="881663"/>
                  </a:lnTo>
                  <a:lnTo>
                    <a:pt x="5922335" y="881663"/>
                  </a:lnTo>
                  <a:lnTo>
                    <a:pt x="5922461" y="881663"/>
                  </a:lnTo>
                  <a:lnTo>
                    <a:pt x="5922587" y="881663"/>
                  </a:lnTo>
                  <a:lnTo>
                    <a:pt x="5922713" y="881663"/>
                  </a:lnTo>
                  <a:lnTo>
                    <a:pt x="5922839" y="881663"/>
                  </a:lnTo>
                  <a:lnTo>
                    <a:pt x="5922965" y="881663"/>
                  </a:lnTo>
                  <a:lnTo>
                    <a:pt x="5923091" y="881663"/>
                  </a:lnTo>
                  <a:lnTo>
                    <a:pt x="5923217" y="881663"/>
                  </a:lnTo>
                  <a:lnTo>
                    <a:pt x="5923344" y="881663"/>
                  </a:lnTo>
                  <a:lnTo>
                    <a:pt x="5923470" y="881663"/>
                  </a:lnTo>
                  <a:lnTo>
                    <a:pt x="5923596" y="881663"/>
                  </a:lnTo>
                  <a:lnTo>
                    <a:pt x="5923722" y="881663"/>
                  </a:lnTo>
                  <a:lnTo>
                    <a:pt x="5923848" y="881663"/>
                  </a:lnTo>
                  <a:lnTo>
                    <a:pt x="5923974" y="881663"/>
                  </a:lnTo>
                  <a:lnTo>
                    <a:pt x="5924100" y="881663"/>
                  </a:lnTo>
                  <a:lnTo>
                    <a:pt x="5924226" y="881663"/>
                  </a:lnTo>
                  <a:lnTo>
                    <a:pt x="5924352" y="881663"/>
                  </a:lnTo>
                  <a:lnTo>
                    <a:pt x="5924478" y="881663"/>
                  </a:lnTo>
                  <a:lnTo>
                    <a:pt x="5924604" y="881663"/>
                  </a:lnTo>
                  <a:lnTo>
                    <a:pt x="5924731" y="881663"/>
                  </a:lnTo>
                  <a:lnTo>
                    <a:pt x="5924857" y="881663"/>
                  </a:lnTo>
                  <a:lnTo>
                    <a:pt x="5924983" y="881663"/>
                  </a:lnTo>
                  <a:lnTo>
                    <a:pt x="5925109" y="881663"/>
                  </a:lnTo>
                  <a:lnTo>
                    <a:pt x="5925235" y="881663"/>
                  </a:lnTo>
                  <a:lnTo>
                    <a:pt x="5925361" y="881663"/>
                  </a:lnTo>
                  <a:lnTo>
                    <a:pt x="5925487" y="881663"/>
                  </a:lnTo>
                  <a:lnTo>
                    <a:pt x="5925613" y="881663"/>
                  </a:lnTo>
                  <a:lnTo>
                    <a:pt x="5925739" y="881663"/>
                  </a:lnTo>
                  <a:lnTo>
                    <a:pt x="5925865" y="881663"/>
                  </a:lnTo>
                  <a:lnTo>
                    <a:pt x="5925991" y="881663"/>
                  </a:lnTo>
                  <a:lnTo>
                    <a:pt x="5926118" y="881663"/>
                  </a:lnTo>
                  <a:lnTo>
                    <a:pt x="5926244" y="881663"/>
                  </a:lnTo>
                  <a:lnTo>
                    <a:pt x="5926370" y="881663"/>
                  </a:lnTo>
                  <a:lnTo>
                    <a:pt x="5926496" y="881663"/>
                  </a:lnTo>
                  <a:lnTo>
                    <a:pt x="5926622" y="881663"/>
                  </a:lnTo>
                  <a:lnTo>
                    <a:pt x="5926748" y="881663"/>
                  </a:lnTo>
                  <a:lnTo>
                    <a:pt x="5926874" y="881663"/>
                  </a:lnTo>
                  <a:lnTo>
                    <a:pt x="5927000" y="881663"/>
                  </a:lnTo>
                  <a:lnTo>
                    <a:pt x="5927126" y="881663"/>
                  </a:lnTo>
                  <a:lnTo>
                    <a:pt x="5927252" y="881663"/>
                  </a:lnTo>
                  <a:lnTo>
                    <a:pt x="5927378" y="881663"/>
                  </a:lnTo>
                  <a:lnTo>
                    <a:pt x="5927504" y="881663"/>
                  </a:lnTo>
                  <a:lnTo>
                    <a:pt x="5927631" y="881663"/>
                  </a:lnTo>
                  <a:lnTo>
                    <a:pt x="5927757" y="881663"/>
                  </a:lnTo>
                  <a:lnTo>
                    <a:pt x="5927883" y="881663"/>
                  </a:lnTo>
                  <a:lnTo>
                    <a:pt x="5928009" y="881663"/>
                  </a:lnTo>
                  <a:lnTo>
                    <a:pt x="5928135" y="881663"/>
                  </a:lnTo>
                  <a:lnTo>
                    <a:pt x="5928261" y="881663"/>
                  </a:lnTo>
                  <a:lnTo>
                    <a:pt x="5928387" y="881663"/>
                  </a:lnTo>
                  <a:lnTo>
                    <a:pt x="5928513" y="881663"/>
                  </a:lnTo>
                  <a:lnTo>
                    <a:pt x="5928639" y="881663"/>
                  </a:lnTo>
                  <a:lnTo>
                    <a:pt x="5928765" y="881663"/>
                  </a:lnTo>
                  <a:lnTo>
                    <a:pt x="5928891" y="881663"/>
                  </a:lnTo>
                  <a:lnTo>
                    <a:pt x="5929018" y="881663"/>
                  </a:lnTo>
                  <a:lnTo>
                    <a:pt x="5929144" y="881663"/>
                  </a:lnTo>
                  <a:lnTo>
                    <a:pt x="5929270" y="881663"/>
                  </a:lnTo>
                  <a:lnTo>
                    <a:pt x="5929396" y="881663"/>
                  </a:lnTo>
                  <a:lnTo>
                    <a:pt x="5929522" y="881663"/>
                  </a:lnTo>
                  <a:lnTo>
                    <a:pt x="5929648" y="881663"/>
                  </a:lnTo>
                  <a:lnTo>
                    <a:pt x="5929774" y="881663"/>
                  </a:lnTo>
                  <a:lnTo>
                    <a:pt x="5929900" y="881663"/>
                  </a:lnTo>
                  <a:lnTo>
                    <a:pt x="5930026" y="881663"/>
                  </a:lnTo>
                  <a:lnTo>
                    <a:pt x="5930152" y="881663"/>
                  </a:lnTo>
                  <a:lnTo>
                    <a:pt x="5930278" y="881663"/>
                  </a:lnTo>
                  <a:lnTo>
                    <a:pt x="5930404" y="881663"/>
                  </a:lnTo>
                  <a:lnTo>
                    <a:pt x="5930531" y="881663"/>
                  </a:lnTo>
                  <a:lnTo>
                    <a:pt x="5930657" y="881663"/>
                  </a:lnTo>
                  <a:lnTo>
                    <a:pt x="5930783" y="881663"/>
                  </a:lnTo>
                  <a:lnTo>
                    <a:pt x="5930909" y="881663"/>
                  </a:lnTo>
                  <a:lnTo>
                    <a:pt x="5931035" y="881663"/>
                  </a:lnTo>
                  <a:lnTo>
                    <a:pt x="5931161" y="881663"/>
                  </a:lnTo>
                  <a:lnTo>
                    <a:pt x="5931287" y="881663"/>
                  </a:lnTo>
                  <a:lnTo>
                    <a:pt x="5931413" y="881663"/>
                  </a:lnTo>
                  <a:lnTo>
                    <a:pt x="5931539" y="881663"/>
                  </a:lnTo>
                  <a:lnTo>
                    <a:pt x="5931665" y="881663"/>
                  </a:lnTo>
                  <a:lnTo>
                    <a:pt x="5931791" y="881663"/>
                  </a:lnTo>
                  <a:lnTo>
                    <a:pt x="5931918" y="881663"/>
                  </a:lnTo>
                  <a:lnTo>
                    <a:pt x="5932044" y="881663"/>
                  </a:lnTo>
                  <a:lnTo>
                    <a:pt x="5932170" y="881663"/>
                  </a:lnTo>
                  <a:lnTo>
                    <a:pt x="5932296" y="881663"/>
                  </a:lnTo>
                  <a:lnTo>
                    <a:pt x="5932422" y="881663"/>
                  </a:lnTo>
                  <a:lnTo>
                    <a:pt x="5932548" y="881663"/>
                  </a:lnTo>
                  <a:lnTo>
                    <a:pt x="5932674" y="881663"/>
                  </a:lnTo>
                  <a:lnTo>
                    <a:pt x="5932800" y="881663"/>
                  </a:lnTo>
                  <a:lnTo>
                    <a:pt x="5932926" y="881663"/>
                  </a:lnTo>
                  <a:lnTo>
                    <a:pt x="5933052" y="881663"/>
                  </a:lnTo>
                  <a:lnTo>
                    <a:pt x="5933178" y="881663"/>
                  </a:lnTo>
                  <a:lnTo>
                    <a:pt x="5933305" y="881663"/>
                  </a:lnTo>
                  <a:lnTo>
                    <a:pt x="5933431" y="881663"/>
                  </a:lnTo>
                  <a:lnTo>
                    <a:pt x="5933557" y="881663"/>
                  </a:lnTo>
                  <a:lnTo>
                    <a:pt x="5933683" y="881663"/>
                  </a:lnTo>
                  <a:lnTo>
                    <a:pt x="5933809" y="881663"/>
                  </a:lnTo>
                  <a:lnTo>
                    <a:pt x="5933935" y="881663"/>
                  </a:lnTo>
                  <a:lnTo>
                    <a:pt x="5934061" y="881663"/>
                  </a:lnTo>
                  <a:lnTo>
                    <a:pt x="5934187" y="881663"/>
                  </a:lnTo>
                  <a:lnTo>
                    <a:pt x="5934313" y="881663"/>
                  </a:lnTo>
                  <a:lnTo>
                    <a:pt x="5934439" y="881663"/>
                  </a:lnTo>
                  <a:lnTo>
                    <a:pt x="5934565" y="881663"/>
                  </a:lnTo>
                  <a:lnTo>
                    <a:pt x="5934691" y="881663"/>
                  </a:lnTo>
                  <a:lnTo>
                    <a:pt x="5934818" y="881663"/>
                  </a:lnTo>
                  <a:lnTo>
                    <a:pt x="5934944" y="881663"/>
                  </a:lnTo>
                  <a:lnTo>
                    <a:pt x="5935070" y="881663"/>
                  </a:lnTo>
                  <a:lnTo>
                    <a:pt x="5935196" y="881663"/>
                  </a:lnTo>
                  <a:lnTo>
                    <a:pt x="5935322" y="881663"/>
                  </a:lnTo>
                  <a:lnTo>
                    <a:pt x="5935448" y="881663"/>
                  </a:lnTo>
                  <a:lnTo>
                    <a:pt x="5935574" y="881663"/>
                  </a:lnTo>
                  <a:lnTo>
                    <a:pt x="5935700" y="881663"/>
                  </a:lnTo>
                  <a:lnTo>
                    <a:pt x="5935826" y="881663"/>
                  </a:lnTo>
                  <a:lnTo>
                    <a:pt x="5935952" y="881663"/>
                  </a:lnTo>
                  <a:lnTo>
                    <a:pt x="5936078" y="881663"/>
                  </a:lnTo>
                  <a:lnTo>
                    <a:pt x="5936205" y="881663"/>
                  </a:lnTo>
                  <a:lnTo>
                    <a:pt x="5936331" y="881663"/>
                  </a:lnTo>
                  <a:lnTo>
                    <a:pt x="5936457" y="881663"/>
                  </a:lnTo>
                  <a:lnTo>
                    <a:pt x="5936583" y="881663"/>
                  </a:lnTo>
                  <a:lnTo>
                    <a:pt x="5936709" y="881663"/>
                  </a:lnTo>
                  <a:lnTo>
                    <a:pt x="5936835" y="881663"/>
                  </a:lnTo>
                  <a:lnTo>
                    <a:pt x="5936961" y="881663"/>
                  </a:lnTo>
                  <a:lnTo>
                    <a:pt x="5937087" y="881663"/>
                  </a:lnTo>
                  <a:lnTo>
                    <a:pt x="5937213" y="881663"/>
                  </a:lnTo>
                  <a:lnTo>
                    <a:pt x="5937339" y="881663"/>
                  </a:lnTo>
                  <a:lnTo>
                    <a:pt x="5937465" y="881663"/>
                  </a:lnTo>
                  <a:lnTo>
                    <a:pt x="5937591" y="881663"/>
                  </a:lnTo>
                  <a:lnTo>
                    <a:pt x="5937718" y="881663"/>
                  </a:lnTo>
                  <a:lnTo>
                    <a:pt x="5937844" y="881663"/>
                  </a:lnTo>
                  <a:lnTo>
                    <a:pt x="5937970" y="881663"/>
                  </a:lnTo>
                  <a:lnTo>
                    <a:pt x="5938096" y="881663"/>
                  </a:lnTo>
                  <a:lnTo>
                    <a:pt x="5938222" y="881663"/>
                  </a:lnTo>
                  <a:lnTo>
                    <a:pt x="5938348" y="881663"/>
                  </a:lnTo>
                  <a:lnTo>
                    <a:pt x="5938474" y="881663"/>
                  </a:lnTo>
                  <a:lnTo>
                    <a:pt x="5938600" y="881663"/>
                  </a:lnTo>
                  <a:lnTo>
                    <a:pt x="5938726" y="881663"/>
                  </a:lnTo>
                  <a:lnTo>
                    <a:pt x="5938852" y="881663"/>
                  </a:lnTo>
                  <a:lnTo>
                    <a:pt x="5938978" y="881663"/>
                  </a:lnTo>
                  <a:lnTo>
                    <a:pt x="5939105" y="881663"/>
                  </a:lnTo>
                  <a:lnTo>
                    <a:pt x="5939231" y="881663"/>
                  </a:lnTo>
                  <a:lnTo>
                    <a:pt x="5939357" y="881663"/>
                  </a:lnTo>
                  <a:lnTo>
                    <a:pt x="5939483" y="881663"/>
                  </a:lnTo>
                  <a:lnTo>
                    <a:pt x="5939609" y="881663"/>
                  </a:lnTo>
                  <a:lnTo>
                    <a:pt x="5939735" y="881663"/>
                  </a:lnTo>
                  <a:lnTo>
                    <a:pt x="5939861" y="881663"/>
                  </a:lnTo>
                  <a:lnTo>
                    <a:pt x="5939987" y="881663"/>
                  </a:lnTo>
                  <a:lnTo>
                    <a:pt x="5940113" y="881663"/>
                  </a:lnTo>
                  <a:lnTo>
                    <a:pt x="5940239" y="881663"/>
                  </a:lnTo>
                  <a:lnTo>
                    <a:pt x="5940365" y="881663"/>
                  </a:lnTo>
                  <a:lnTo>
                    <a:pt x="5940491" y="881663"/>
                  </a:lnTo>
                  <a:lnTo>
                    <a:pt x="5940618" y="881663"/>
                  </a:lnTo>
                  <a:lnTo>
                    <a:pt x="5940744" y="881663"/>
                  </a:lnTo>
                  <a:lnTo>
                    <a:pt x="5940870" y="881663"/>
                  </a:lnTo>
                  <a:lnTo>
                    <a:pt x="5940996" y="881663"/>
                  </a:lnTo>
                  <a:lnTo>
                    <a:pt x="5941122" y="881663"/>
                  </a:lnTo>
                  <a:lnTo>
                    <a:pt x="5941248" y="881663"/>
                  </a:lnTo>
                  <a:lnTo>
                    <a:pt x="5941374" y="881663"/>
                  </a:lnTo>
                  <a:lnTo>
                    <a:pt x="5941500" y="881663"/>
                  </a:lnTo>
                  <a:lnTo>
                    <a:pt x="5941626" y="881663"/>
                  </a:lnTo>
                  <a:lnTo>
                    <a:pt x="5941752" y="881663"/>
                  </a:lnTo>
                  <a:lnTo>
                    <a:pt x="5941878" y="881663"/>
                  </a:lnTo>
                  <a:lnTo>
                    <a:pt x="5942005" y="881663"/>
                  </a:lnTo>
                  <a:lnTo>
                    <a:pt x="5942131" y="881663"/>
                  </a:lnTo>
                  <a:lnTo>
                    <a:pt x="5942257" y="881663"/>
                  </a:lnTo>
                  <a:lnTo>
                    <a:pt x="5942383" y="881663"/>
                  </a:lnTo>
                  <a:lnTo>
                    <a:pt x="5942509" y="881663"/>
                  </a:lnTo>
                  <a:lnTo>
                    <a:pt x="5942635" y="881663"/>
                  </a:lnTo>
                  <a:lnTo>
                    <a:pt x="5942761" y="881663"/>
                  </a:lnTo>
                  <a:lnTo>
                    <a:pt x="5942887" y="881663"/>
                  </a:lnTo>
                  <a:lnTo>
                    <a:pt x="5943013" y="881663"/>
                  </a:lnTo>
                  <a:lnTo>
                    <a:pt x="5943139" y="881663"/>
                  </a:lnTo>
                  <a:lnTo>
                    <a:pt x="5943265" y="881663"/>
                  </a:lnTo>
                  <a:lnTo>
                    <a:pt x="5943392" y="881663"/>
                  </a:lnTo>
                  <a:lnTo>
                    <a:pt x="5943518" y="881663"/>
                  </a:lnTo>
                  <a:lnTo>
                    <a:pt x="5943644" y="881663"/>
                  </a:lnTo>
                  <a:lnTo>
                    <a:pt x="5943770" y="881663"/>
                  </a:lnTo>
                  <a:lnTo>
                    <a:pt x="5943896" y="881663"/>
                  </a:lnTo>
                  <a:lnTo>
                    <a:pt x="5944022" y="881663"/>
                  </a:lnTo>
                  <a:lnTo>
                    <a:pt x="5944148" y="881663"/>
                  </a:lnTo>
                  <a:lnTo>
                    <a:pt x="5944274" y="881663"/>
                  </a:lnTo>
                  <a:lnTo>
                    <a:pt x="5944400" y="881663"/>
                  </a:lnTo>
                  <a:lnTo>
                    <a:pt x="5944526" y="881663"/>
                  </a:lnTo>
                  <a:lnTo>
                    <a:pt x="5944652" y="881663"/>
                  </a:lnTo>
                  <a:lnTo>
                    <a:pt x="5944778" y="881663"/>
                  </a:lnTo>
                  <a:lnTo>
                    <a:pt x="5944905" y="881663"/>
                  </a:lnTo>
                  <a:lnTo>
                    <a:pt x="5945031" y="881663"/>
                  </a:lnTo>
                  <a:lnTo>
                    <a:pt x="5945157" y="881663"/>
                  </a:lnTo>
                  <a:lnTo>
                    <a:pt x="5945283" y="881663"/>
                  </a:lnTo>
                  <a:lnTo>
                    <a:pt x="5945283" y="876383"/>
                  </a:lnTo>
                  <a:lnTo>
                    <a:pt x="5945409" y="876383"/>
                  </a:lnTo>
                  <a:lnTo>
                    <a:pt x="5945535" y="876383"/>
                  </a:lnTo>
                  <a:lnTo>
                    <a:pt x="5945661" y="876383"/>
                  </a:lnTo>
                  <a:lnTo>
                    <a:pt x="5945787" y="876383"/>
                  </a:lnTo>
                  <a:lnTo>
                    <a:pt x="5945913" y="876383"/>
                  </a:lnTo>
                  <a:lnTo>
                    <a:pt x="5946039" y="876383"/>
                  </a:lnTo>
                  <a:lnTo>
                    <a:pt x="5946165" y="876383"/>
                  </a:lnTo>
                  <a:lnTo>
                    <a:pt x="5946292" y="876383"/>
                  </a:lnTo>
                  <a:lnTo>
                    <a:pt x="5946418" y="876383"/>
                  </a:lnTo>
                  <a:lnTo>
                    <a:pt x="5946544" y="876383"/>
                  </a:lnTo>
                  <a:lnTo>
                    <a:pt x="5946670" y="876383"/>
                  </a:lnTo>
                  <a:lnTo>
                    <a:pt x="5946796" y="876383"/>
                  </a:lnTo>
                  <a:lnTo>
                    <a:pt x="5946922" y="876383"/>
                  </a:lnTo>
                  <a:lnTo>
                    <a:pt x="5947048" y="876383"/>
                  </a:lnTo>
                  <a:lnTo>
                    <a:pt x="5947174" y="876383"/>
                  </a:lnTo>
                  <a:lnTo>
                    <a:pt x="5947300" y="876383"/>
                  </a:lnTo>
                  <a:lnTo>
                    <a:pt x="5947426" y="876383"/>
                  </a:lnTo>
                  <a:lnTo>
                    <a:pt x="5947552" y="876383"/>
                  </a:lnTo>
                  <a:lnTo>
                    <a:pt x="5947678" y="876383"/>
                  </a:lnTo>
                  <a:lnTo>
                    <a:pt x="5947805" y="876383"/>
                  </a:lnTo>
                  <a:lnTo>
                    <a:pt x="5947931" y="876383"/>
                  </a:lnTo>
                  <a:lnTo>
                    <a:pt x="5948057" y="876383"/>
                  </a:lnTo>
                  <a:lnTo>
                    <a:pt x="5948183" y="876383"/>
                  </a:lnTo>
                  <a:lnTo>
                    <a:pt x="5948309" y="876383"/>
                  </a:lnTo>
                  <a:lnTo>
                    <a:pt x="5948435" y="876383"/>
                  </a:lnTo>
                  <a:lnTo>
                    <a:pt x="5948561" y="876383"/>
                  </a:lnTo>
                  <a:lnTo>
                    <a:pt x="5948687" y="876383"/>
                  </a:lnTo>
                  <a:lnTo>
                    <a:pt x="5948813" y="876383"/>
                  </a:lnTo>
                  <a:lnTo>
                    <a:pt x="5948939" y="876383"/>
                  </a:lnTo>
                  <a:lnTo>
                    <a:pt x="5949065" y="876383"/>
                  </a:lnTo>
                  <a:lnTo>
                    <a:pt x="5949192" y="876383"/>
                  </a:lnTo>
                  <a:lnTo>
                    <a:pt x="5949318" y="876383"/>
                  </a:lnTo>
                  <a:lnTo>
                    <a:pt x="5949444" y="876383"/>
                  </a:lnTo>
                  <a:lnTo>
                    <a:pt x="5949570" y="876383"/>
                  </a:lnTo>
                  <a:lnTo>
                    <a:pt x="5949696" y="876383"/>
                  </a:lnTo>
                  <a:lnTo>
                    <a:pt x="5949822" y="876383"/>
                  </a:lnTo>
                  <a:lnTo>
                    <a:pt x="5949948" y="876383"/>
                  </a:lnTo>
                  <a:lnTo>
                    <a:pt x="5950074" y="876383"/>
                  </a:lnTo>
                  <a:lnTo>
                    <a:pt x="5950200" y="876383"/>
                  </a:lnTo>
                  <a:lnTo>
                    <a:pt x="5950326" y="876383"/>
                  </a:lnTo>
                  <a:lnTo>
                    <a:pt x="5950452" y="876383"/>
                  </a:lnTo>
                  <a:lnTo>
                    <a:pt x="5950579" y="876383"/>
                  </a:lnTo>
                  <a:lnTo>
                    <a:pt x="5950705" y="876383"/>
                  </a:lnTo>
                  <a:lnTo>
                    <a:pt x="5950831" y="876383"/>
                  </a:lnTo>
                  <a:lnTo>
                    <a:pt x="5950957" y="876383"/>
                  </a:lnTo>
                  <a:lnTo>
                    <a:pt x="5951083" y="876383"/>
                  </a:lnTo>
                  <a:lnTo>
                    <a:pt x="5951209" y="876383"/>
                  </a:lnTo>
                  <a:lnTo>
                    <a:pt x="5951335" y="876383"/>
                  </a:lnTo>
                  <a:lnTo>
                    <a:pt x="5951461" y="876383"/>
                  </a:lnTo>
                  <a:lnTo>
                    <a:pt x="5951587" y="876383"/>
                  </a:lnTo>
                  <a:lnTo>
                    <a:pt x="5951713" y="876383"/>
                  </a:lnTo>
                  <a:lnTo>
                    <a:pt x="5951839" y="876383"/>
                  </a:lnTo>
                  <a:lnTo>
                    <a:pt x="5951965" y="876383"/>
                  </a:lnTo>
                  <a:lnTo>
                    <a:pt x="5952092" y="876383"/>
                  </a:lnTo>
                  <a:lnTo>
                    <a:pt x="5952218" y="876383"/>
                  </a:lnTo>
                  <a:lnTo>
                    <a:pt x="5952344" y="876383"/>
                  </a:lnTo>
                  <a:lnTo>
                    <a:pt x="5952470" y="876383"/>
                  </a:lnTo>
                  <a:lnTo>
                    <a:pt x="5952596" y="876383"/>
                  </a:lnTo>
                  <a:lnTo>
                    <a:pt x="5952722" y="876383"/>
                  </a:lnTo>
                  <a:lnTo>
                    <a:pt x="5952848" y="876383"/>
                  </a:lnTo>
                  <a:lnTo>
                    <a:pt x="5952974" y="876383"/>
                  </a:lnTo>
                  <a:lnTo>
                    <a:pt x="5952974" y="871104"/>
                  </a:lnTo>
                  <a:lnTo>
                    <a:pt x="5953100" y="871104"/>
                  </a:lnTo>
                  <a:lnTo>
                    <a:pt x="5953226" y="871104"/>
                  </a:lnTo>
                  <a:lnTo>
                    <a:pt x="5953352" y="871104"/>
                  </a:lnTo>
                  <a:lnTo>
                    <a:pt x="5953479" y="871104"/>
                  </a:lnTo>
                  <a:lnTo>
                    <a:pt x="5953605" y="871104"/>
                  </a:lnTo>
                  <a:lnTo>
                    <a:pt x="5953731" y="871104"/>
                  </a:lnTo>
                  <a:lnTo>
                    <a:pt x="5953857" y="871104"/>
                  </a:lnTo>
                  <a:lnTo>
                    <a:pt x="5953983" y="871104"/>
                  </a:lnTo>
                  <a:lnTo>
                    <a:pt x="5954109" y="871104"/>
                  </a:lnTo>
                  <a:lnTo>
                    <a:pt x="5954235" y="871104"/>
                  </a:lnTo>
                  <a:lnTo>
                    <a:pt x="5954361" y="871104"/>
                  </a:lnTo>
                  <a:lnTo>
                    <a:pt x="5954487" y="871104"/>
                  </a:lnTo>
                  <a:lnTo>
                    <a:pt x="5954613" y="871104"/>
                  </a:lnTo>
                  <a:lnTo>
                    <a:pt x="5954739" y="871104"/>
                  </a:lnTo>
                  <a:lnTo>
                    <a:pt x="5954865" y="871104"/>
                  </a:lnTo>
                  <a:lnTo>
                    <a:pt x="5954992" y="871104"/>
                  </a:lnTo>
                  <a:lnTo>
                    <a:pt x="5955118" y="871104"/>
                  </a:lnTo>
                  <a:lnTo>
                    <a:pt x="5955244" y="871104"/>
                  </a:lnTo>
                  <a:lnTo>
                    <a:pt x="5955370" y="871104"/>
                  </a:lnTo>
                  <a:lnTo>
                    <a:pt x="5955496" y="871104"/>
                  </a:lnTo>
                  <a:lnTo>
                    <a:pt x="5955622" y="871104"/>
                  </a:lnTo>
                  <a:lnTo>
                    <a:pt x="5955748" y="871104"/>
                  </a:lnTo>
                  <a:lnTo>
                    <a:pt x="5955874" y="871104"/>
                  </a:lnTo>
                  <a:lnTo>
                    <a:pt x="5956000" y="871104"/>
                  </a:lnTo>
                  <a:lnTo>
                    <a:pt x="5956126" y="871104"/>
                  </a:lnTo>
                  <a:lnTo>
                    <a:pt x="5956252" y="871104"/>
                  </a:lnTo>
                  <a:lnTo>
                    <a:pt x="5956379" y="871104"/>
                  </a:lnTo>
                  <a:lnTo>
                    <a:pt x="5956505" y="871104"/>
                  </a:lnTo>
                  <a:lnTo>
                    <a:pt x="5956631" y="871104"/>
                  </a:lnTo>
                  <a:lnTo>
                    <a:pt x="5956757" y="871104"/>
                  </a:lnTo>
                  <a:lnTo>
                    <a:pt x="5956883" y="871104"/>
                  </a:lnTo>
                  <a:lnTo>
                    <a:pt x="5957009" y="871104"/>
                  </a:lnTo>
                  <a:lnTo>
                    <a:pt x="5957135" y="871104"/>
                  </a:lnTo>
                  <a:lnTo>
                    <a:pt x="5957261" y="871104"/>
                  </a:lnTo>
                  <a:lnTo>
                    <a:pt x="5957387" y="871104"/>
                  </a:lnTo>
                  <a:lnTo>
                    <a:pt x="5957513" y="871104"/>
                  </a:lnTo>
                  <a:lnTo>
                    <a:pt x="5957639" y="871104"/>
                  </a:lnTo>
                  <a:lnTo>
                    <a:pt x="5957766" y="871104"/>
                  </a:lnTo>
                  <a:lnTo>
                    <a:pt x="5957892" y="871104"/>
                  </a:lnTo>
                  <a:lnTo>
                    <a:pt x="5958018" y="871104"/>
                  </a:lnTo>
                  <a:lnTo>
                    <a:pt x="5958144" y="871104"/>
                  </a:lnTo>
                  <a:lnTo>
                    <a:pt x="5958270" y="871104"/>
                  </a:lnTo>
                  <a:lnTo>
                    <a:pt x="5958396" y="871104"/>
                  </a:lnTo>
                  <a:lnTo>
                    <a:pt x="5958522" y="871104"/>
                  </a:lnTo>
                  <a:lnTo>
                    <a:pt x="5958648" y="871104"/>
                  </a:lnTo>
                  <a:lnTo>
                    <a:pt x="5958774" y="871104"/>
                  </a:lnTo>
                  <a:lnTo>
                    <a:pt x="5958900" y="871104"/>
                  </a:lnTo>
                  <a:lnTo>
                    <a:pt x="5959026" y="871104"/>
                  </a:lnTo>
                  <a:lnTo>
                    <a:pt x="5959152" y="871104"/>
                  </a:lnTo>
                  <a:lnTo>
                    <a:pt x="5959279" y="871104"/>
                  </a:lnTo>
                  <a:lnTo>
                    <a:pt x="5959405" y="871104"/>
                  </a:lnTo>
                  <a:lnTo>
                    <a:pt x="5959531" y="871104"/>
                  </a:lnTo>
                  <a:lnTo>
                    <a:pt x="5959657" y="871104"/>
                  </a:lnTo>
                  <a:lnTo>
                    <a:pt x="5959783" y="871104"/>
                  </a:lnTo>
                  <a:lnTo>
                    <a:pt x="5959909" y="871104"/>
                  </a:lnTo>
                  <a:lnTo>
                    <a:pt x="5960035" y="871104"/>
                  </a:lnTo>
                  <a:lnTo>
                    <a:pt x="5960161" y="871104"/>
                  </a:lnTo>
                  <a:lnTo>
                    <a:pt x="5960287" y="871104"/>
                  </a:lnTo>
                  <a:lnTo>
                    <a:pt x="5960413" y="871104"/>
                  </a:lnTo>
                  <a:lnTo>
                    <a:pt x="5960539" y="871104"/>
                  </a:lnTo>
                  <a:lnTo>
                    <a:pt x="5960666" y="871104"/>
                  </a:lnTo>
                  <a:lnTo>
                    <a:pt x="5960792" y="871104"/>
                  </a:lnTo>
                  <a:lnTo>
                    <a:pt x="5960918" y="871104"/>
                  </a:lnTo>
                  <a:lnTo>
                    <a:pt x="5961044" y="871104"/>
                  </a:lnTo>
                  <a:lnTo>
                    <a:pt x="5961170" y="871104"/>
                  </a:lnTo>
                  <a:lnTo>
                    <a:pt x="5961296" y="871104"/>
                  </a:lnTo>
                  <a:lnTo>
                    <a:pt x="5961422" y="871104"/>
                  </a:lnTo>
                  <a:lnTo>
                    <a:pt x="5961548" y="871104"/>
                  </a:lnTo>
                  <a:lnTo>
                    <a:pt x="5961674" y="871104"/>
                  </a:lnTo>
                  <a:lnTo>
                    <a:pt x="5961674" y="865825"/>
                  </a:lnTo>
                  <a:lnTo>
                    <a:pt x="5961800" y="865825"/>
                  </a:lnTo>
                  <a:lnTo>
                    <a:pt x="5961926" y="865825"/>
                  </a:lnTo>
                  <a:lnTo>
                    <a:pt x="5962052" y="865825"/>
                  </a:lnTo>
                  <a:lnTo>
                    <a:pt x="5962179" y="865825"/>
                  </a:lnTo>
                  <a:lnTo>
                    <a:pt x="5962305" y="865825"/>
                  </a:lnTo>
                  <a:lnTo>
                    <a:pt x="5962431" y="865825"/>
                  </a:lnTo>
                  <a:lnTo>
                    <a:pt x="5962557" y="865825"/>
                  </a:lnTo>
                  <a:lnTo>
                    <a:pt x="5962683" y="865825"/>
                  </a:lnTo>
                  <a:lnTo>
                    <a:pt x="5962809" y="865825"/>
                  </a:lnTo>
                  <a:lnTo>
                    <a:pt x="5962935" y="865825"/>
                  </a:lnTo>
                  <a:lnTo>
                    <a:pt x="5963061" y="865825"/>
                  </a:lnTo>
                  <a:lnTo>
                    <a:pt x="5963187" y="865825"/>
                  </a:lnTo>
                  <a:lnTo>
                    <a:pt x="5963313" y="865825"/>
                  </a:lnTo>
                  <a:lnTo>
                    <a:pt x="5963439" y="865825"/>
                  </a:lnTo>
                  <a:lnTo>
                    <a:pt x="5963566" y="865825"/>
                  </a:lnTo>
                  <a:lnTo>
                    <a:pt x="5963692" y="865825"/>
                  </a:lnTo>
                  <a:lnTo>
                    <a:pt x="5963818" y="865825"/>
                  </a:lnTo>
                  <a:lnTo>
                    <a:pt x="5963944" y="865825"/>
                  </a:lnTo>
                  <a:lnTo>
                    <a:pt x="5964070" y="865825"/>
                  </a:lnTo>
                  <a:lnTo>
                    <a:pt x="5964196" y="865825"/>
                  </a:lnTo>
                  <a:lnTo>
                    <a:pt x="5964322" y="865825"/>
                  </a:lnTo>
                  <a:lnTo>
                    <a:pt x="5964448" y="865825"/>
                  </a:lnTo>
                  <a:lnTo>
                    <a:pt x="5964574" y="865825"/>
                  </a:lnTo>
                  <a:lnTo>
                    <a:pt x="5964700" y="865825"/>
                  </a:lnTo>
                  <a:lnTo>
                    <a:pt x="5964826" y="865825"/>
                  </a:lnTo>
                  <a:lnTo>
                    <a:pt x="5964952" y="865825"/>
                  </a:lnTo>
                  <a:lnTo>
                    <a:pt x="5965079" y="865825"/>
                  </a:lnTo>
                  <a:lnTo>
                    <a:pt x="5965205" y="865825"/>
                  </a:lnTo>
                  <a:lnTo>
                    <a:pt x="5965331" y="865825"/>
                  </a:lnTo>
                  <a:lnTo>
                    <a:pt x="5965457" y="865825"/>
                  </a:lnTo>
                  <a:lnTo>
                    <a:pt x="5965583" y="865825"/>
                  </a:lnTo>
                  <a:lnTo>
                    <a:pt x="5965709" y="865825"/>
                  </a:lnTo>
                  <a:lnTo>
                    <a:pt x="5965835" y="865825"/>
                  </a:lnTo>
                  <a:lnTo>
                    <a:pt x="5965961" y="865825"/>
                  </a:lnTo>
                  <a:lnTo>
                    <a:pt x="5966087" y="865825"/>
                  </a:lnTo>
                  <a:lnTo>
                    <a:pt x="5966213" y="865825"/>
                  </a:lnTo>
                  <a:lnTo>
                    <a:pt x="5966339" y="865825"/>
                  </a:lnTo>
                  <a:lnTo>
                    <a:pt x="5966466" y="865825"/>
                  </a:lnTo>
                  <a:lnTo>
                    <a:pt x="5966592" y="865825"/>
                  </a:lnTo>
                  <a:lnTo>
                    <a:pt x="5966718" y="865825"/>
                  </a:lnTo>
                  <a:lnTo>
                    <a:pt x="5966844" y="865825"/>
                  </a:lnTo>
                  <a:lnTo>
                    <a:pt x="5966970" y="865825"/>
                  </a:lnTo>
                  <a:lnTo>
                    <a:pt x="5967096" y="865825"/>
                  </a:lnTo>
                  <a:lnTo>
                    <a:pt x="5967222" y="865825"/>
                  </a:lnTo>
                  <a:lnTo>
                    <a:pt x="5967348" y="865825"/>
                  </a:lnTo>
                  <a:lnTo>
                    <a:pt x="5967474" y="865825"/>
                  </a:lnTo>
                  <a:lnTo>
                    <a:pt x="5967600" y="865825"/>
                  </a:lnTo>
                  <a:lnTo>
                    <a:pt x="5967726" y="865825"/>
                  </a:lnTo>
                  <a:lnTo>
                    <a:pt x="5967853" y="865825"/>
                  </a:lnTo>
                  <a:lnTo>
                    <a:pt x="5967979" y="865825"/>
                  </a:lnTo>
                  <a:lnTo>
                    <a:pt x="5968105" y="865825"/>
                  </a:lnTo>
                  <a:lnTo>
                    <a:pt x="5968231" y="865825"/>
                  </a:lnTo>
                  <a:lnTo>
                    <a:pt x="5968357" y="865825"/>
                  </a:lnTo>
                  <a:lnTo>
                    <a:pt x="5968483" y="865825"/>
                  </a:lnTo>
                  <a:lnTo>
                    <a:pt x="5968609" y="865825"/>
                  </a:lnTo>
                  <a:lnTo>
                    <a:pt x="5968735" y="865825"/>
                  </a:lnTo>
                  <a:lnTo>
                    <a:pt x="5968861" y="865825"/>
                  </a:lnTo>
                  <a:lnTo>
                    <a:pt x="5968987" y="865825"/>
                  </a:lnTo>
                  <a:lnTo>
                    <a:pt x="5969113" y="865825"/>
                  </a:lnTo>
                  <a:lnTo>
                    <a:pt x="5969239" y="865825"/>
                  </a:lnTo>
                  <a:lnTo>
                    <a:pt x="5969366" y="865825"/>
                  </a:lnTo>
                  <a:lnTo>
                    <a:pt x="5969492" y="865825"/>
                  </a:lnTo>
                  <a:lnTo>
                    <a:pt x="5969618" y="865825"/>
                  </a:lnTo>
                  <a:lnTo>
                    <a:pt x="5969744" y="865825"/>
                  </a:lnTo>
                  <a:lnTo>
                    <a:pt x="5969870" y="865825"/>
                  </a:lnTo>
                  <a:lnTo>
                    <a:pt x="5969870" y="860545"/>
                  </a:lnTo>
                  <a:lnTo>
                    <a:pt x="5969996" y="860545"/>
                  </a:lnTo>
                  <a:lnTo>
                    <a:pt x="5970122" y="860545"/>
                  </a:lnTo>
                  <a:lnTo>
                    <a:pt x="5970248" y="860545"/>
                  </a:lnTo>
                  <a:lnTo>
                    <a:pt x="5970374" y="860545"/>
                  </a:lnTo>
                  <a:lnTo>
                    <a:pt x="5970500" y="860545"/>
                  </a:lnTo>
                  <a:lnTo>
                    <a:pt x="5970626" y="860545"/>
                  </a:lnTo>
                  <a:lnTo>
                    <a:pt x="5970753" y="860545"/>
                  </a:lnTo>
                  <a:lnTo>
                    <a:pt x="5970879" y="860545"/>
                  </a:lnTo>
                  <a:lnTo>
                    <a:pt x="5971005" y="860545"/>
                  </a:lnTo>
                  <a:lnTo>
                    <a:pt x="5971131" y="860545"/>
                  </a:lnTo>
                  <a:lnTo>
                    <a:pt x="5971257" y="860545"/>
                  </a:lnTo>
                  <a:lnTo>
                    <a:pt x="5971383" y="860545"/>
                  </a:lnTo>
                  <a:lnTo>
                    <a:pt x="5971509" y="860545"/>
                  </a:lnTo>
                  <a:lnTo>
                    <a:pt x="5971635" y="860545"/>
                  </a:lnTo>
                  <a:lnTo>
                    <a:pt x="5971761" y="860545"/>
                  </a:lnTo>
                  <a:lnTo>
                    <a:pt x="5971887" y="860545"/>
                  </a:lnTo>
                  <a:lnTo>
                    <a:pt x="5972013" y="860545"/>
                  </a:lnTo>
                  <a:lnTo>
                    <a:pt x="5972139" y="860545"/>
                  </a:lnTo>
                  <a:lnTo>
                    <a:pt x="5972266" y="860545"/>
                  </a:lnTo>
                  <a:lnTo>
                    <a:pt x="5972392" y="860545"/>
                  </a:lnTo>
                  <a:lnTo>
                    <a:pt x="5972518" y="860545"/>
                  </a:lnTo>
                  <a:lnTo>
                    <a:pt x="5972644" y="860545"/>
                  </a:lnTo>
                  <a:lnTo>
                    <a:pt x="5972770" y="860545"/>
                  </a:lnTo>
                  <a:lnTo>
                    <a:pt x="5972896" y="860545"/>
                  </a:lnTo>
                  <a:lnTo>
                    <a:pt x="5973022" y="860545"/>
                  </a:lnTo>
                  <a:lnTo>
                    <a:pt x="5973148" y="860545"/>
                  </a:lnTo>
                  <a:lnTo>
                    <a:pt x="5973274" y="860545"/>
                  </a:lnTo>
                  <a:lnTo>
                    <a:pt x="5973400" y="860545"/>
                  </a:lnTo>
                  <a:lnTo>
                    <a:pt x="5973526" y="860545"/>
                  </a:lnTo>
                  <a:lnTo>
                    <a:pt x="5973653" y="860545"/>
                  </a:lnTo>
                  <a:lnTo>
                    <a:pt x="5973779" y="860545"/>
                  </a:lnTo>
                  <a:lnTo>
                    <a:pt x="5973905" y="860545"/>
                  </a:lnTo>
                  <a:lnTo>
                    <a:pt x="5974031" y="860545"/>
                  </a:lnTo>
                  <a:lnTo>
                    <a:pt x="5974157" y="860545"/>
                  </a:lnTo>
                  <a:lnTo>
                    <a:pt x="5974283" y="860545"/>
                  </a:lnTo>
                  <a:lnTo>
                    <a:pt x="5974409" y="860545"/>
                  </a:lnTo>
                  <a:lnTo>
                    <a:pt x="5974535" y="860545"/>
                  </a:lnTo>
                  <a:lnTo>
                    <a:pt x="5974661" y="860545"/>
                  </a:lnTo>
                  <a:lnTo>
                    <a:pt x="5974787" y="860545"/>
                  </a:lnTo>
                  <a:lnTo>
                    <a:pt x="5974913" y="860545"/>
                  </a:lnTo>
                  <a:lnTo>
                    <a:pt x="5975040" y="860545"/>
                  </a:lnTo>
                  <a:lnTo>
                    <a:pt x="5975166" y="860545"/>
                  </a:lnTo>
                  <a:lnTo>
                    <a:pt x="5975292" y="860545"/>
                  </a:lnTo>
                  <a:lnTo>
                    <a:pt x="5975418" y="860545"/>
                  </a:lnTo>
                  <a:lnTo>
                    <a:pt x="5975544" y="860545"/>
                  </a:lnTo>
                  <a:lnTo>
                    <a:pt x="5975670" y="860545"/>
                  </a:lnTo>
                  <a:lnTo>
                    <a:pt x="5975796" y="860545"/>
                  </a:lnTo>
                  <a:lnTo>
                    <a:pt x="5975922" y="860545"/>
                  </a:lnTo>
                  <a:lnTo>
                    <a:pt x="5976048" y="860545"/>
                  </a:lnTo>
                  <a:lnTo>
                    <a:pt x="5976174" y="860545"/>
                  </a:lnTo>
                  <a:lnTo>
                    <a:pt x="5976300" y="860545"/>
                  </a:lnTo>
                  <a:lnTo>
                    <a:pt x="5976426" y="860545"/>
                  </a:lnTo>
                  <a:lnTo>
                    <a:pt x="5976553" y="860545"/>
                  </a:lnTo>
                  <a:lnTo>
                    <a:pt x="5976679" y="860545"/>
                  </a:lnTo>
                  <a:lnTo>
                    <a:pt x="5976805" y="860545"/>
                  </a:lnTo>
                  <a:lnTo>
                    <a:pt x="5976931" y="860545"/>
                  </a:lnTo>
                  <a:lnTo>
                    <a:pt x="5977057" y="860545"/>
                  </a:lnTo>
                  <a:lnTo>
                    <a:pt x="5977183" y="860545"/>
                  </a:lnTo>
                  <a:lnTo>
                    <a:pt x="5977309" y="860545"/>
                  </a:lnTo>
                  <a:lnTo>
                    <a:pt x="5977435" y="860545"/>
                  </a:lnTo>
                  <a:lnTo>
                    <a:pt x="5977561" y="860545"/>
                  </a:lnTo>
                  <a:lnTo>
                    <a:pt x="5977687" y="860545"/>
                  </a:lnTo>
                  <a:lnTo>
                    <a:pt x="5977813" y="860545"/>
                  </a:lnTo>
                  <a:lnTo>
                    <a:pt x="5977940" y="860545"/>
                  </a:lnTo>
                  <a:lnTo>
                    <a:pt x="5978066" y="860545"/>
                  </a:lnTo>
                  <a:lnTo>
                    <a:pt x="5978192" y="860545"/>
                  </a:lnTo>
                  <a:lnTo>
                    <a:pt x="5978192" y="855266"/>
                  </a:lnTo>
                  <a:lnTo>
                    <a:pt x="5978318" y="855266"/>
                  </a:lnTo>
                  <a:lnTo>
                    <a:pt x="5978444" y="855266"/>
                  </a:lnTo>
                  <a:lnTo>
                    <a:pt x="5978570" y="855266"/>
                  </a:lnTo>
                  <a:lnTo>
                    <a:pt x="5978570" y="849986"/>
                  </a:lnTo>
                  <a:lnTo>
                    <a:pt x="5978696" y="849986"/>
                  </a:lnTo>
                  <a:lnTo>
                    <a:pt x="5978822" y="849986"/>
                  </a:lnTo>
                  <a:lnTo>
                    <a:pt x="5978822" y="844707"/>
                  </a:lnTo>
                  <a:lnTo>
                    <a:pt x="5978948" y="844707"/>
                  </a:lnTo>
                  <a:lnTo>
                    <a:pt x="5979074" y="844707"/>
                  </a:lnTo>
                  <a:lnTo>
                    <a:pt x="5979200" y="844707"/>
                  </a:lnTo>
                  <a:lnTo>
                    <a:pt x="5979326" y="844707"/>
                  </a:lnTo>
                  <a:lnTo>
                    <a:pt x="5979453" y="844707"/>
                  </a:lnTo>
                  <a:lnTo>
                    <a:pt x="5979579" y="844707"/>
                  </a:lnTo>
                  <a:lnTo>
                    <a:pt x="5979705" y="844707"/>
                  </a:lnTo>
                  <a:lnTo>
                    <a:pt x="5979831" y="844707"/>
                  </a:lnTo>
                  <a:lnTo>
                    <a:pt x="5979957" y="844707"/>
                  </a:lnTo>
                  <a:lnTo>
                    <a:pt x="5980083" y="844707"/>
                  </a:lnTo>
                  <a:lnTo>
                    <a:pt x="5980209" y="844707"/>
                  </a:lnTo>
                  <a:lnTo>
                    <a:pt x="5980335" y="844707"/>
                  </a:lnTo>
                  <a:lnTo>
                    <a:pt x="5980461" y="844707"/>
                  </a:lnTo>
                  <a:lnTo>
                    <a:pt x="5980587" y="844707"/>
                  </a:lnTo>
                  <a:lnTo>
                    <a:pt x="5980713" y="844707"/>
                  </a:lnTo>
                  <a:lnTo>
                    <a:pt x="5980840" y="844707"/>
                  </a:lnTo>
                  <a:lnTo>
                    <a:pt x="5980966" y="844707"/>
                  </a:lnTo>
                  <a:lnTo>
                    <a:pt x="5981092" y="844707"/>
                  </a:lnTo>
                  <a:lnTo>
                    <a:pt x="5981218" y="844707"/>
                  </a:lnTo>
                  <a:lnTo>
                    <a:pt x="5981344" y="844707"/>
                  </a:lnTo>
                  <a:lnTo>
                    <a:pt x="5981470" y="844707"/>
                  </a:lnTo>
                  <a:lnTo>
                    <a:pt x="5981596" y="844707"/>
                  </a:lnTo>
                  <a:lnTo>
                    <a:pt x="5981722" y="844707"/>
                  </a:lnTo>
                  <a:lnTo>
                    <a:pt x="5981848" y="844707"/>
                  </a:lnTo>
                  <a:lnTo>
                    <a:pt x="5981974" y="844707"/>
                  </a:lnTo>
                  <a:lnTo>
                    <a:pt x="5982100" y="844707"/>
                  </a:lnTo>
                  <a:lnTo>
                    <a:pt x="5982226" y="844707"/>
                  </a:lnTo>
                  <a:lnTo>
                    <a:pt x="5982353" y="844707"/>
                  </a:lnTo>
                  <a:lnTo>
                    <a:pt x="5982479" y="844707"/>
                  </a:lnTo>
                  <a:lnTo>
                    <a:pt x="5982605" y="844707"/>
                  </a:lnTo>
                  <a:lnTo>
                    <a:pt x="5982731" y="844707"/>
                  </a:lnTo>
                  <a:lnTo>
                    <a:pt x="5982857" y="844707"/>
                  </a:lnTo>
                  <a:lnTo>
                    <a:pt x="5982983" y="844707"/>
                  </a:lnTo>
                  <a:lnTo>
                    <a:pt x="5983109" y="844707"/>
                  </a:lnTo>
                  <a:lnTo>
                    <a:pt x="5983235" y="844707"/>
                  </a:lnTo>
                  <a:lnTo>
                    <a:pt x="5983361" y="844707"/>
                  </a:lnTo>
                  <a:lnTo>
                    <a:pt x="5983487" y="844707"/>
                  </a:lnTo>
                  <a:lnTo>
                    <a:pt x="5983613" y="844707"/>
                  </a:lnTo>
                  <a:lnTo>
                    <a:pt x="5983740" y="844707"/>
                  </a:lnTo>
                  <a:lnTo>
                    <a:pt x="5983866" y="844707"/>
                  </a:lnTo>
                  <a:lnTo>
                    <a:pt x="5983992" y="844707"/>
                  </a:lnTo>
                  <a:lnTo>
                    <a:pt x="5984118" y="844707"/>
                  </a:lnTo>
                  <a:lnTo>
                    <a:pt x="5984244" y="844707"/>
                  </a:lnTo>
                  <a:lnTo>
                    <a:pt x="5984370" y="844707"/>
                  </a:lnTo>
                  <a:lnTo>
                    <a:pt x="5984496" y="844707"/>
                  </a:lnTo>
                  <a:lnTo>
                    <a:pt x="5984622" y="844707"/>
                  </a:lnTo>
                  <a:lnTo>
                    <a:pt x="5984748" y="844707"/>
                  </a:lnTo>
                  <a:lnTo>
                    <a:pt x="5984874" y="844707"/>
                  </a:lnTo>
                  <a:lnTo>
                    <a:pt x="5985000" y="844707"/>
                  </a:lnTo>
                  <a:lnTo>
                    <a:pt x="5985127" y="844707"/>
                  </a:lnTo>
                  <a:lnTo>
                    <a:pt x="5985253" y="844707"/>
                  </a:lnTo>
                  <a:lnTo>
                    <a:pt x="5985379" y="844707"/>
                  </a:lnTo>
                  <a:lnTo>
                    <a:pt x="5985505" y="844707"/>
                  </a:lnTo>
                  <a:lnTo>
                    <a:pt x="5985631" y="844707"/>
                  </a:lnTo>
                  <a:lnTo>
                    <a:pt x="5985757" y="844707"/>
                  </a:lnTo>
                  <a:lnTo>
                    <a:pt x="5985883" y="844707"/>
                  </a:lnTo>
                  <a:lnTo>
                    <a:pt x="5986009" y="844707"/>
                  </a:lnTo>
                  <a:lnTo>
                    <a:pt x="5986135" y="844707"/>
                  </a:lnTo>
                  <a:lnTo>
                    <a:pt x="5986261" y="844707"/>
                  </a:lnTo>
                  <a:lnTo>
                    <a:pt x="5986387" y="844707"/>
                  </a:lnTo>
                  <a:lnTo>
                    <a:pt x="5986513" y="844707"/>
                  </a:lnTo>
                  <a:lnTo>
                    <a:pt x="5986640" y="844707"/>
                  </a:lnTo>
                  <a:lnTo>
                    <a:pt x="5986640" y="839427"/>
                  </a:lnTo>
                  <a:lnTo>
                    <a:pt x="5986766" y="839427"/>
                  </a:lnTo>
                  <a:lnTo>
                    <a:pt x="5986892" y="839427"/>
                  </a:lnTo>
                  <a:lnTo>
                    <a:pt x="5987018" y="839427"/>
                  </a:lnTo>
                  <a:lnTo>
                    <a:pt x="5987144" y="839427"/>
                  </a:lnTo>
                  <a:lnTo>
                    <a:pt x="5987270" y="839427"/>
                  </a:lnTo>
                  <a:lnTo>
                    <a:pt x="5987396" y="839427"/>
                  </a:lnTo>
                  <a:lnTo>
                    <a:pt x="5987522" y="839427"/>
                  </a:lnTo>
                  <a:lnTo>
                    <a:pt x="5987522" y="834148"/>
                  </a:lnTo>
                  <a:lnTo>
                    <a:pt x="5987648" y="834148"/>
                  </a:lnTo>
                  <a:lnTo>
                    <a:pt x="5987774" y="834148"/>
                  </a:lnTo>
                  <a:lnTo>
                    <a:pt x="5987900" y="834148"/>
                  </a:lnTo>
                  <a:lnTo>
                    <a:pt x="5988027" y="834148"/>
                  </a:lnTo>
                  <a:lnTo>
                    <a:pt x="5988153" y="834148"/>
                  </a:lnTo>
                  <a:lnTo>
                    <a:pt x="5988279" y="834148"/>
                  </a:lnTo>
                  <a:lnTo>
                    <a:pt x="5988405" y="834148"/>
                  </a:lnTo>
                  <a:lnTo>
                    <a:pt x="5988531" y="834148"/>
                  </a:lnTo>
                  <a:lnTo>
                    <a:pt x="5988657" y="834148"/>
                  </a:lnTo>
                  <a:lnTo>
                    <a:pt x="5988783" y="834148"/>
                  </a:lnTo>
                  <a:lnTo>
                    <a:pt x="5988909" y="834148"/>
                  </a:lnTo>
                  <a:lnTo>
                    <a:pt x="5989035" y="834148"/>
                  </a:lnTo>
                  <a:lnTo>
                    <a:pt x="5989161" y="834148"/>
                  </a:lnTo>
                  <a:lnTo>
                    <a:pt x="5989287" y="834148"/>
                  </a:lnTo>
                  <a:lnTo>
                    <a:pt x="5989413" y="834148"/>
                  </a:lnTo>
                  <a:lnTo>
                    <a:pt x="5989540" y="834148"/>
                  </a:lnTo>
                  <a:lnTo>
                    <a:pt x="5989666" y="834148"/>
                  </a:lnTo>
                  <a:lnTo>
                    <a:pt x="5989792" y="834148"/>
                  </a:lnTo>
                  <a:lnTo>
                    <a:pt x="5989918" y="834148"/>
                  </a:lnTo>
                  <a:lnTo>
                    <a:pt x="5990044" y="834148"/>
                  </a:lnTo>
                  <a:lnTo>
                    <a:pt x="5990170" y="834148"/>
                  </a:lnTo>
                  <a:lnTo>
                    <a:pt x="5990296" y="834148"/>
                  </a:lnTo>
                  <a:lnTo>
                    <a:pt x="5990422" y="834148"/>
                  </a:lnTo>
                  <a:lnTo>
                    <a:pt x="5990548" y="834148"/>
                  </a:lnTo>
                  <a:lnTo>
                    <a:pt x="5990674" y="834148"/>
                  </a:lnTo>
                  <a:lnTo>
                    <a:pt x="5990800" y="834148"/>
                  </a:lnTo>
                  <a:lnTo>
                    <a:pt x="5990927" y="834148"/>
                  </a:lnTo>
                  <a:lnTo>
                    <a:pt x="5991053" y="834148"/>
                  </a:lnTo>
                  <a:lnTo>
                    <a:pt x="5991179" y="834148"/>
                  </a:lnTo>
                  <a:lnTo>
                    <a:pt x="5991305" y="834148"/>
                  </a:lnTo>
                  <a:lnTo>
                    <a:pt x="5991431" y="834148"/>
                  </a:lnTo>
                  <a:lnTo>
                    <a:pt x="5991557" y="834148"/>
                  </a:lnTo>
                  <a:lnTo>
                    <a:pt x="5991683" y="834148"/>
                  </a:lnTo>
                  <a:lnTo>
                    <a:pt x="5991809" y="834148"/>
                  </a:lnTo>
                  <a:lnTo>
                    <a:pt x="5991935" y="834148"/>
                  </a:lnTo>
                  <a:lnTo>
                    <a:pt x="5992061" y="834148"/>
                  </a:lnTo>
                  <a:lnTo>
                    <a:pt x="5992187" y="834148"/>
                  </a:lnTo>
                  <a:lnTo>
                    <a:pt x="5992314" y="834148"/>
                  </a:lnTo>
                  <a:lnTo>
                    <a:pt x="5992440" y="834148"/>
                  </a:lnTo>
                  <a:lnTo>
                    <a:pt x="5992566" y="834148"/>
                  </a:lnTo>
                  <a:lnTo>
                    <a:pt x="5992692" y="834148"/>
                  </a:lnTo>
                  <a:lnTo>
                    <a:pt x="5992818" y="834148"/>
                  </a:lnTo>
                  <a:lnTo>
                    <a:pt x="5992944" y="834148"/>
                  </a:lnTo>
                  <a:lnTo>
                    <a:pt x="5993070" y="834148"/>
                  </a:lnTo>
                  <a:lnTo>
                    <a:pt x="5993196" y="834148"/>
                  </a:lnTo>
                  <a:lnTo>
                    <a:pt x="5993322" y="834148"/>
                  </a:lnTo>
                  <a:lnTo>
                    <a:pt x="5993448" y="834148"/>
                  </a:lnTo>
                  <a:lnTo>
                    <a:pt x="5993574" y="834148"/>
                  </a:lnTo>
                  <a:lnTo>
                    <a:pt x="5993700" y="834148"/>
                  </a:lnTo>
                  <a:lnTo>
                    <a:pt x="5993827" y="834148"/>
                  </a:lnTo>
                  <a:lnTo>
                    <a:pt x="5993953" y="834148"/>
                  </a:lnTo>
                  <a:lnTo>
                    <a:pt x="5994079" y="834148"/>
                  </a:lnTo>
                  <a:lnTo>
                    <a:pt x="5994205" y="834148"/>
                  </a:lnTo>
                  <a:lnTo>
                    <a:pt x="5994331" y="834148"/>
                  </a:lnTo>
                  <a:lnTo>
                    <a:pt x="5994457" y="834148"/>
                  </a:lnTo>
                  <a:lnTo>
                    <a:pt x="5994583" y="834148"/>
                  </a:lnTo>
                  <a:lnTo>
                    <a:pt x="5994709" y="834148"/>
                  </a:lnTo>
                  <a:lnTo>
                    <a:pt x="5994835" y="834148"/>
                  </a:lnTo>
                  <a:lnTo>
                    <a:pt x="5994961" y="834148"/>
                  </a:lnTo>
                  <a:lnTo>
                    <a:pt x="5995087" y="834148"/>
                  </a:lnTo>
                  <a:lnTo>
                    <a:pt x="5995214" y="834148"/>
                  </a:lnTo>
                  <a:lnTo>
                    <a:pt x="5995340" y="834148"/>
                  </a:lnTo>
                  <a:lnTo>
                    <a:pt x="5995466" y="834148"/>
                  </a:lnTo>
                  <a:lnTo>
                    <a:pt x="5995592" y="834148"/>
                  </a:lnTo>
                  <a:lnTo>
                    <a:pt x="5995718" y="834148"/>
                  </a:lnTo>
                  <a:lnTo>
                    <a:pt x="5995844" y="834148"/>
                  </a:lnTo>
                  <a:lnTo>
                    <a:pt x="5995970" y="834148"/>
                  </a:lnTo>
                  <a:lnTo>
                    <a:pt x="5996096" y="834148"/>
                  </a:lnTo>
                  <a:lnTo>
                    <a:pt x="5996222" y="834148"/>
                  </a:lnTo>
                  <a:lnTo>
                    <a:pt x="5996348" y="834148"/>
                  </a:lnTo>
                  <a:lnTo>
                    <a:pt x="5996474" y="834148"/>
                  </a:lnTo>
                  <a:lnTo>
                    <a:pt x="5996600" y="834148"/>
                  </a:lnTo>
                  <a:lnTo>
                    <a:pt x="5996727" y="834148"/>
                  </a:lnTo>
                  <a:lnTo>
                    <a:pt x="5996853" y="834148"/>
                  </a:lnTo>
                  <a:lnTo>
                    <a:pt x="5996979" y="834148"/>
                  </a:lnTo>
                  <a:lnTo>
                    <a:pt x="5997105" y="834148"/>
                  </a:lnTo>
                  <a:lnTo>
                    <a:pt x="5997231" y="834148"/>
                  </a:lnTo>
                  <a:lnTo>
                    <a:pt x="5997357" y="834148"/>
                  </a:lnTo>
                  <a:lnTo>
                    <a:pt x="5997483" y="834148"/>
                  </a:lnTo>
                  <a:lnTo>
                    <a:pt x="5997609" y="834148"/>
                  </a:lnTo>
                  <a:lnTo>
                    <a:pt x="5997735" y="834148"/>
                  </a:lnTo>
                  <a:lnTo>
                    <a:pt x="5997861" y="834148"/>
                  </a:lnTo>
                  <a:lnTo>
                    <a:pt x="5997987" y="834148"/>
                  </a:lnTo>
                  <a:lnTo>
                    <a:pt x="5998114" y="834148"/>
                  </a:lnTo>
                  <a:lnTo>
                    <a:pt x="5998240" y="834148"/>
                  </a:lnTo>
                  <a:lnTo>
                    <a:pt x="5998366" y="834148"/>
                  </a:lnTo>
                  <a:lnTo>
                    <a:pt x="5998492" y="834148"/>
                  </a:lnTo>
                  <a:lnTo>
                    <a:pt x="5998618" y="834148"/>
                  </a:lnTo>
                  <a:lnTo>
                    <a:pt x="5998744" y="834148"/>
                  </a:lnTo>
                  <a:lnTo>
                    <a:pt x="5998870" y="834148"/>
                  </a:lnTo>
                  <a:lnTo>
                    <a:pt x="5998996" y="834148"/>
                  </a:lnTo>
                  <a:lnTo>
                    <a:pt x="5999122" y="834148"/>
                  </a:lnTo>
                  <a:lnTo>
                    <a:pt x="5999248" y="834148"/>
                  </a:lnTo>
                  <a:lnTo>
                    <a:pt x="5999374" y="834148"/>
                  </a:lnTo>
                  <a:lnTo>
                    <a:pt x="5999501" y="834148"/>
                  </a:lnTo>
                  <a:lnTo>
                    <a:pt x="5999627" y="834148"/>
                  </a:lnTo>
                  <a:lnTo>
                    <a:pt x="5999753" y="834148"/>
                  </a:lnTo>
                  <a:lnTo>
                    <a:pt x="5999879" y="834148"/>
                  </a:lnTo>
                  <a:lnTo>
                    <a:pt x="6000005" y="834148"/>
                  </a:lnTo>
                  <a:lnTo>
                    <a:pt x="6000131" y="834148"/>
                  </a:lnTo>
                  <a:lnTo>
                    <a:pt x="6000257" y="834148"/>
                  </a:lnTo>
                  <a:lnTo>
                    <a:pt x="6000383" y="834148"/>
                  </a:lnTo>
                  <a:lnTo>
                    <a:pt x="6000509" y="834148"/>
                  </a:lnTo>
                  <a:lnTo>
                    <a:pt x="6000635" y="834148"/>
                  </a:lnTo>
                  <a:lnTo>
                    <a:pt x="6000761" y="834148"/>
                  </a:lnTo>
                  <a:lnTo>
                    <a:pt x="6000887" y="834148"/>
                  </a:lnTo>
                  <a:lnTo>
                    <a:pt x="6001014" y="834148"/>
                  </a:lnTo>
                  <a:lnTo>
                    <a:pt x="6001140" y="834148"/>
                  </a:lnTo>
                  <a:lnTo>
                    <a:pt x="6001266" y="834148"/>
                  </a:lnTo>
                  <a:lnTo>
                    <a:pt x="6001392" y="834148"/>
                  </a:lnTo>
                  <a:lnTo>
                    <a:pt x="6001518" y="834148"/>
                  </a:lnTo>
                  <a:lnTo>
                    <a:pt x="6001644" y="834148"/>
                  </a:lnTo>
                  <a:lnTo>
                    <a:pt x="6001770" y="834148"/>
                  </a:lnTo>
                  <a:lnTo>
                    <a:pt x="6001896" y="834148"/>
                  </a:lnTo>
                  <a:lnTo>
                    <a:pt x="6002022" y="834148"/>
                  </a:lnTo>
                  <a:lnTo>
                    <a:pt x="6002148" y="834148"/>
                  </a:lnTo>
                  <a:lnTo>
                    <a:pt x="6002274" y="834148"/>
                  </a:lnTo>
                  <a:lnTo>
                    <a:pt x="6002401" y="834148"/>
                  </a:lnTo>
                  <a:lnTo>
                    <a:pt x="6002527" y="834148"/>
                  </a:lnTo>
                  <a:lnTo>
                    <a:pt x="6002653" y="834148"/>
                  </a:lnTo>
                  <a:lnTo>
                    <a:pt x="6002779" y="834148"/>
                  </a:lnTo>
                  <a:lnTo>
                    <a:pt x="6002905" y="834148"/>
                  </a:lnTo>
                  <a:lnTo>
                    <a:pt x="6003031" y="834148"/>
                  </a:lnTo>
                  <a:lnTo>
                    <a:pt x="6003157" y="834148"/>
                  </a:lnTo>
                  <a:lnTo>
                    <a:pt x="6003283" y="834148"/>
                  </a:lnTo>
                  <a:lnTo>
                    <a:pt x="6003409" y="834148"/>
                  </a:lnTo>
                  <a:lnTo>
                    <a:pt x="6003535" y="834148"/>
                  </a:lnTo>
                  <a:lnTo>
                    <a:pt x="6003661" y="834148"/>
                  </a:lnTo>
                  <a:lnTo>
                    <a:pt x="6003787" y="834148"/>
                  </a:lnTo>
                  <a:lnTo>
                    <a:pt x="6003914" y="834148"/>
                  </a:lnTo>
                  <a:lnTo>
                    <a:pt x="6004040" y="834148"/>
                  </a:lnTo>
                  <a:lnTo>
                    <a:pt x="6004166" y="834148"/>
                  </a:lnTo>
                  <a:lnTo>
                    <a:pt x="6004292" y="834148"/>
                  </a:lnTo>
                  <a:lnTo>
                    <a:pt x="6004418" y="834148"/>
                  </a:lnTo>
                  <a:lnTo>
                    <a:pt x="6004544" y="834148"/>
                  </a:lnTo>
                  <a:lnTo>
                    <a:pt x="6004670" y="834148"/>
                  </a:lnTo>
                  <a:lnTo>
                    <a:pt x="6004796" y="834148"/>
                  </a:lnTo>
                  <a:lnTo>
                    <a:pt x="6004922" y="834148"/>
                  </a:lnTo>
                  <a:lnTo>
                    <a:pt x="6005048" y="834148"/>
                  </a:lnTo>
                  <a:lnTo>
                    <a:pt x="6005174" y="834148"/>
                  </a:lnTo>
                  <a:lnTo>
                    <a:pt x="6005301" y="834148"/>
                  </a:lnTo>
                  <a:lnTo>
                    <a:pt x="6005427" y="834148"/>
                  </a:lnTo>
                  <a:lnTo>
                    <a:pt x="6005553" y="834148"/>
                  </a:lnTo>
                  <a:lnTo>
                    <a:pt x="6005679" y="834148"/>
                  </a:lnTo>
                  <a:lnTo>
                    <a:pt x="6005805" y="834148"/>
                  </a:lnTo>
                  <a:lnTo>
                    <a:pt x="6005931" y="834148"/>
                  </a:lnTo>
                  <a:lnTo>
                    <a:pt x="6006057" y="834148"/>
                  </a:lnTo>
                  <a:lnTo>
                    <a:pt x="6006183" y="834148"/>
                  </a:lnTo>
                  <a:lnTo>
                    <a:pt x="6006309" y="834148"/>
                  </a:lnTo>
                  <a:lnTo>
                    <a:pt x="6006435" y="834148"/>
                  </a:lnTo>
                  <a:lnTo>
                    <a:pt x="6006561" y="834148"/>
                  </a:lnTo>
                  <a:lnTo>
                    <a:pt x="6006687" y="834148"/>
                  </a:lnTo>
                  <a:lnTo>
                    <a:pt x="6006814" y="834148"/>
                  </a:lnTo>
                  <a:lnTo>
                    <a:pt x="6006940" y="834148"/>
                  </a:lnTo>
                  <a:lnTo>
                    <a:pt x="6007066" y="834148"/>
                  </a:lnTo>
                  <a:lnTo>
                    <a:pt x="6007192" y="834148"/>
                  </a:lnTo>
                  <a:lnTo>
                    <a:pt x="6007318" y="834148"/>
                  </a:lnTo>
                  <a:lnTo>
                    <a:pt x="6007444" y="834148"/>
                  </a:lnTo>
                  <a:lnTo>
                    <a:pt x="6007570" y="834148"/>
                  </a:lnTo>
                  <a:lnTo>
                    <a:pt x="6007696" y="834148"/>
                  </a:lnTo>
                  <a:lnTo>
                    <a:pt x="6007822" y="834148"/>
                  </a:lnTo>
                  <a:lnTo>
                    <a:pt x="6007948" y="834148"/>
                  </a:lnTo>
                  <a:lnTo>
                    <a:pt x="6008074" y="834148"/>
                  </a:lnTo>
                  <a:lnTo>
                    <a:pt x="6008201" y="834148"/>
                  </a:lnTo>
                  <a:lnTo>
                    <a:pt x="6008327" y="834148"/>
                  </a:lnTo>
                  <a:lnTo>
                    <a:pt x="6008453" y="834148"/>
                  </a:lnTo>
                  <a:lnTo>
                    <a:pt x="6008579" y="834148"/>
                  </a:lnTo>
                  <a:lnTo>
                    <a:pt x="6008705" y="834148"/>
                  </a:lnTo>
                  <a:lnTo>
                    <a:pt x="6008831" y="834148"/>
                  </a:lnTo>
                  <a:lnTo>
                    <a:pt x="6008957" y="834148"/>
                  </a:lnTo>
                  <a:lnTo>
                    <a:pt x="6009083" y="834148"/>
                  </a:lnTo>
                  <a:lnTo>
                    <a:pt x="6009209" y="834148"/>
                  </a:lnTo>
                  <a:lnTo>
                    <a:pt x="6009335" y="834148"/>
                  </a:lnTo>
                  <a:lnTo>
                    <a:pt x="6009461" y="834148"/>
                  </a:lnTo>
                  <a:lnTo>
                    <a:pt x="6009588" y="834148"/>
                  </a:lnTo>
                  <a:lnTo>
                    <a:pt x="6009714" y="834148"/>
                  </a:lnTo>
                  <a:lnTo>
                    <a:pt x="6009840" y="834148"/>
                  </a:lnTo>
                  <a:lnTo>
                    <a:pt x="6009966" y="834148"/>
                  </a:lnTo>
                  <a:lnTo>
                    <a:pt x="6010092" y="834148"/>
                  </a:lnTo>
                  <a:lnTo>
                    <a:pt x="6010218" y="834148"/>
                  </a:lnTo>
                  <a:lnTo>
                    <a:pt x="6010344" y="834148"/>
                  </a:lnTo>
                  <a:lnTo>
                    <a:pt x="6010470" y="834148"/>
                  </a:lnTo>
                  <a:lnTo>
                    <a:pt x="6010596" y="834148"/>
                  </a:lnTo>
                  <a:lnTo>
                    <a:pt x="6010722" y="834148"/>
                  </a:lnTo>
                  <a:lnTo>
                    <a:pt x="6010848" y="834148"/>
                  </a:lnTo>
                  <a:lnTo>
                    <a:pt x="6010974" y="834148"/>
                  </a:lnTo>
                  <a:lnTo>
                    <a:pt x="6011101" y="834148"/>
                  </a:lnTo>
                  <a:lnTo>
                    <a:pt x="6011227" y="834148"/>
                  </a:lnTo>
                  <a:lnTo>
                    <a:pt x="6011353" y="834148"/>
                  </a:lnTo>
                  <a:lnTo>
                    <a:pt x="6011479" y="834148"/>
                  </a:lnTo>
                  <a:lnTo>
                    <a:pt x="6011605" y="834148"/>
                  </a:lnTo>
                  <a:lnTo>
                    <a:pt x="6011731" y="834148"/>
                  </a:lnTo>
                  <a:lnTo>
                    <a:pt x="6011857" y="834148"/>
                  </a:lnTo>
                  <a:lnTo>
                    <a:pt x="6011983" y="834148"/>
                  </a:lnTo>
                  <a:lnTo>
                    <a:pt x="6012109" y="834148"/>
                  </a:lnTo>
                  <a:lnTo>
                    <a:pt x="6012235" y="834148"/>
                  </a:lnTo>
                  <a:lnTo>
                    <a:pt x="6012361" y="834148"/>
                  </a:lnTo>
                  <a:lnTo>
                    <a:pt x="6012488" y="834148"/>
                  </a:lnTo>
                  <a:lnTo>
                    <a:pt x="6012614" y="834148"/>
                  </a:lnTo>
                  <a:lnTo>
                    <a:pt x="6012740" y="834148"/>
                  </a:lnTo>
                  <a:lnTo>
                    <a:pt x="6012866" y="834148"/>
                  </a:lnTo>
                  <a:lnTo>
                    <a:pt x="6012992" y="834148"/>
                  </a:lnTo>
                  <a:lnTo>
                    <a:pt x="6013118" y="834148"/>
                  </a:lnTo>
                  <a:lnTo>
                    <a:pt x="6013244" y="834148"/>
                  </a:lnTo>
                  <a:lnTo>
                    <a:pt x="6013370" y="834148"/>
                  </a:lnTo>
                  <a:lnTo>
                    <a:pt x="6013496" y="834148"/>
                  </a:lnTo>
                  <a:lnTo>
                    <a:pt x="6013622" y="834148"/>
                  </a:lnTo>
                  <a:lnTo>
                    <a:pt x="6013748" y="834148"/>
                  </a:lnTo>
                  <a:lnTo>
                    <a:pt x="6013874" y="834148"/>
                  </a:lnTo>
                  <a:lnTo>
                    <a:pt x="6014001" y="834148"/>
                  </a:lnTo>
                  <a:lnTo>
                    <a:pt x="6014127" y="834148"/>
                  </a:lnTo>
                  <a:lnTo>
                    <a:pt x="6014253" y="834148"/>
                  </a:lnTo>
                  <a:lnTo>
                    <a:pt x="6014379" y="834148"/>
                  </a:lnTo>
                  <a:lnTo>
                    <a:pt x="6014505" y="834148"/>
                  </a:lnTo>
                  <a:lnTo>
                    <a:pt x="6014631" y="834148"/>
                  </a:lnTo>
                  <a:lnTo>
                    <a:pt x="6014757" y="834148"/>
                  </a:lnTo>
                  <a:lnTo>
                    <a:pt x="6014883" y="834148"/>
                  </a:lnTo>
                  <a:lnTo>
                    <a:pt x="6015009" y="834148"/>
                  </a:lnTo>
                  <a:lnTo>
                    <a:pt x="6015135" y="834148"/>
                  </a:lnTo>
                  <a:lnTo>
                    <a:pt x="6015261" y="834148"/>
                  </a:lnTo>
                  <a:lnTo>
                    <a:pt x="6015388" y="834148"/>
                  </a:lnTo>
                  <a:lnTo>
                    <a:pt x="6015514" y="834148"/>
                  </a:lnTo>
                  <a:lnTo>
                    <a:pt x="6015640" y="834148"/>
                  </a:lnTo>
                  <a:lnTo>
                    <a:pt x="6015766" y="834148"/>
                  </a:lnTo>
                  <a:lnTo>
                    <a:pt x="6015892" y="834148"/>
                  </a:lnTo>
                  <a:lnTo>
                    <a:pt x="6016018" y="834148"/>
                  </a:lnTo>
                  <a:lnTo>
                    <a:pt x="6016144" y="834148"/>
                  </a:lnTo>
                  <a:lnTo>
                    <a:pt x="6016270" y="834148"/>
                  </a:lnTo>
                  <a:lnTo>
                    <a:pt x="6016396" y="834148"/>
                  </a:lnTo>
                  <a:lnTo>
                    <a:pt x="6016522" y="834148"/>
                  </a:lnTo>
                  <a:lnTo>
                    <a:pt x="6016648" y="834148"/>
                  </a:lnTo>
                  <a:lnTo>
                    <a:pt x="6016775" y="834148"/>
                  </a:lnTo>
                  <a:lnTo>
                    <a:pt x="6016901" y="834148"/>
                  </a:lnTo>
                  <a:lnTo>
                    <a:pt x="6017027" y="834148"/>
                  </a:lnTo>
                  <a:lnTo>
                    <a:pt x="6017153" y="834148"/>
                  </a:lnTo>
                  <a:lnTo>
                    <a:pt x="6017279" y="834148"/>
                  </a:lnTo>
                  <a:lnTo>
                    <a:pt x="6017405" y="834148"/>
                  </a:lnTo>
                  <a:lnTo>
                    <a:pt x="6017531" y="834148"/>
                  </a:lnTo>
                  <a:lnTo>
                    <a:pt x="6017657" y="834148"/>
                  </a:lnTo>
                  <a:lnTo>
                    <a:pt x="6017783" y="834148"/>
                  </a:lnTo>
                  <a:lnTo>
                    <a:pt x="6017909" y="834148"/>
                  </a:lnTo>
                  <a:lnTo>
                    <a:pt x="6018035" y="834148"/>
                  </a:lnTo>
                  <a:lnTo>
                    <a:pt x="6018161" y="834148"/>
                  </a:lnTo>
                  <a:lnTo>
                    <a:pt x="6018288" y="834148"/>
                  </a:lnTo>
                  <a:lnTo>
                    <a:pt x="6018414" y="834148"/>
                  </a:lnTo>
                  <a:lnTo>
                    <a:pt x="6018540" y="834148"/>
                  </a:lnTo>
                  <a:lnTo>
                    <a:pt x="6018666" y="834148"/>
                  </a:lnTo>
                  <a:lnTo>
                    <a:pt x="6018792" y="834148"/>
                  </a:lnTo>
                  <a:lnTo>
                    <a:pt x="6018918" y="834148"/>
                  </a:lnTo>
                  <a:lnTo>
                    <a:pt x="6019044" y="834148"/>
                  </a:lnTo>
                  <a:lnTo>
                    <a:pt x="6019170" y="834148"/>
                  </a:lnTo>
                  <a:lnTo>
                    <a:pt x="6019296" y="834148"/>
                  </a:lnTo>
                  <a:lnTo>
                    <a:pt x="6019422" y="834148"/>
                  </a:lnTo>
                  <a:lnTo>
                    <a:pt x="6019548" y="834148"/>
                  </a:lnTo>
                  <a:lnTo>
                    <a:pt x="6019675" y="834148"/>
                  </a:lnTo>
                  <a:lnTo>
                    <a:pt x="6019801" y="834148"/>
                  </a:lnTo>
                  <a:lnTo>
                    <a:pt x="6019927" y="834148"/>
                  </a:lnTo>
                  <a:lnTo>
                    <a:pt x="6020053" y="834148"/>
                  </a:lnTo>
                  <a:lnTo>
                    <a:pt x="6020179" y="834148"/>
                  </a:lnTo>
                  <a:lnTo>
                    <a:pt x="6020305" y="834148"/>
                  </a:lnTo>
                  <a:lnTo>
                    <a:pt x="6020431" y="834148"/>
                  </a:lnTo>
                  <a:lnTo>
                    <a:pt x="6020557" y="834148"/>
                  </a:lnTo>
                  <a:lnTo>
                    <a:pt x="6020683" y="834148"/>
                  </a:lnTo>
                  <a:lnTo>
                    <a:pt x="6020809" y="834148"/>
                  </a:lnTo>
                  <a:lnTo>
                    <a:pt x="6020935" y="834148"/>
                  </a:lnTo>
                  <a:lnTo>
                    <a:pt x="6021061" y="834148"/>
                  </a:lnTo>
                  <a:lnTo>
                    <a:pt x="6021188" y="834148"/>
                  </a:lnTo>
                  <a:lnTo>
                    <a:pt x="6021314" y="834148"/>
                  </a:lnTo>
                  <a:lnTo>
                    <a:pt x="6021440" y="834148"/>
                  </a:lnTo>
                  <a:lnTo>
                    <a:pt x="6021566" y="834148"/>
                  </a:lnTo>
                  <a:lnTo>
                    <a:pt x="6021692" y="834148"/>
                  </a:lnTo>
                  <a:lnTo>
                    <a:pt x="6021818" y="834148"/>
                  </a:lnTo>
                  <a:lnTo>
                    <a:pt x="6021944" y="834148"/>
                  </a:lnTo>
                  <a:lnTo>
                    <a:pt x="6022070" y="834148"/>
                  </a:lnTo>
                  <a:lnTo>
                    <a:pt x="6022196" y="834148"/>
                  </a:lnTo>
                  <a:lnTo>
                    <a:pt x="6022322" y="834148"/>
                  </a:lnTo>
                  <a:lnTo>
                    <a:pt x="6022448" y="834148"/>
                  </a:lnTo>
                  <a:lnTo>
                    <a:pt x="6022575" y="834148"/>
                  </a:lnTo>
                  <a:lnTo>
                    <a:pt x="6022701" y="834148"/>
                  </a:lnTo>
                  <a:lnTo>
                    <a:pt x="6022827" y="834148"/>
                  </a:lnTo>
                  <a:lnTo>
                    <a:pt x="6022953" y="834148"/>
                  </a:lnTo>
                  <a:lnTo>
                    <a:pt x="6023079" y="834148"/>
                  </a:lnTo>
                  <a:lnTo>
                    <a:pt x="6023205" y="834148"/>
                  </a:lnTo>
                  <a:lnTo>
                    <a:pt x="6023331" y="834148"/>
                  </a:lnTo>
                  <a:lnTo>
                    <a:pt x="6023457" y="834148"/>
                  </a:lnTo>
                  <a:lnTo>
                    <a:pt x="6023583" y="834148"/>
                  </a:lnTo>
                  <a:lnTo>
                    <a:pt x="6023709" y="834148"/>
                  </a:lnTo>
                  <a:lnTo>
                    <a:pt x="6023835" y="834148"/>
                  </a:lnTo>
                  <a:lnTo>
                    <a:pt x="6023962" y="834148"/>
                  </a:lnTo>
                  <a:lnTo>
                    <a:pt x="6024088" y="834148"/>
                  </a:lnTo>
                  <a:lnTo>
                    <a:pt x="6024214" y="834148"/>
                  </a:lnTo>
                  <a:lnTo>
                    <a:pt x="6024340" y="834148"/>
                  </a:lnTo>
                  <a:lnTo>
                    <a:pt x="6024466" y="834148"/>
                  </a:lnTo>
                  <a:lnTo>
                    <a:pt x="6024592" y="834148"/>
                  </a:lnTo>
                  <a:lnTo>
                    <a:pt x="6024718" y="834148"/>
                  </a:lnTo>
                  <a:lnTo>
                    <a:pt x="6024844" y="834148"/>
                  </a:lnTo>
                  <a:lnTo>
                    <a:pt x="6024970" y="834148"/>
                  </a:lnTo>
                  <a:lnTo>
                    <a:pt x="6025096" y="834148"/>
                  </a:lnTo>
                  <a:lnTo>
                    <a:pt x="6025222" y="834148"/>
                  </a:lnTo>
                  <a:lnTo>
                    <a:pt x="6025348" y="834148"/>
                  </a:lnTo>
                  <a:lnTo>
                    <a:pt x="6025475" y="834148"/>
                  </a:lnTo>
                  <a:lnTo>
                    <a:pt x="6025601" y="834148"/>
                  </a:lnTo>
                  <a:lnTo>
                    <a:pt x="6025727" y="834148"/>
                  </a:lnTo>
                  <a:lnTo>
                    <a:pt x="6025853" y="834148"/>
                  </a:lnTo>
                  <a:lnTo>
                    <a:pt x="6025979" y="834148"/>
                  </a:lnTo>
                  <a:lnTo>
                    <a:pt x="6026105" y="834148"/>
                  </a:lnTo>
                  <a:lnTo>
                    <a:pt x="6026231" y="834148"/>
                  </a:lnTo>
                  <a:lnTo>
                    <a:pt x="6026357" y="834148"/>
                  </a:lnTo>
                  <a:lnTo>
                    <a:pt x="6026483" y="834148"/>
                  </a:lnTo>
                  <a:lnTo>
                    <a:pt x="6026609" y="834148"/>
                  </a:lnTo>
                  <a:lnTo>
                    <a:pt x="6026735" y="834148"/>
                  </a:lnTo>
                  <a:lnTo>
                    <a:pt x="6026862" y="834148"/>
                  </a:lnTo>
                  <a:lnTo>
                    <a:pt x="6026988" y="834148"/>
                  </a:lnTo>
                  <a:lnTo>
                    <a:pt x="6027114" y="834148"/>
                  </a:lnTo>
                  <a:lnTo>
                    <a:pt x="6027240" y="834148"/>
                  </a:lnTo>
                  <a:lnTo>
                    <a:pt x="6027366" y="834148"/>
                  </a:lnTo>
                  <a:lnTo>
                    <a:pt x="6027492" y="834148"/>
                  </a:lnTo>
                  <a:lnTo>
                    <a:pt x="6027618" y="834148"/>
                  </a:lnTo>
                  <a:lnTo>
                    <a:pt x="6027744" y="834148"/>
                  </a:lnTo>
                  <a:lnTo>
                    <a:pt x="6027870" y="834148"/>
                  </a:lnTo>
                  <a:lnTo>
                    <a:pt x="6027996" y="834148"/>
                  </a:lnTo>
                  <a:lnTo>
                    <a:pt x="6028122" y="834148"/>
                  </a:lnTo>
                  <a:lnTo>
                    <a:pt x="6028248" y="834148"/>
                  </a:lnTo>
                  <a:lnTo>
                    <a:pt x="6028375" y="834148"/>
                  </a:lnTo>
                  <a:lnTo>
                    <a:pt x="6028501" y="834148"/>
                  </a:lnTo>
                  <a:lnTo>
                    <a:pt x="6028627" y="834148"/>
                  </a:lnTo>
                  <a:lnTo>
                    <a:pt x="6028753" y="834148"/>
                  </a:lnTo>
                  <a:lnTo>
                    <a:pt x="6028879" y="834148"/>
                  </a:lnTo>
                  <a:lnTo>
                    <a:pt x="6029005" y="834148"/>
                  </a:lnTo>
                  <a:lnTo>
                    <a:pt x="6029131" y="834148"/>
                  </a:lnTo>
                  <a:lnTo>
                    <a:pt x="6029257" y="834148"/>
                  </a:lnTo>
                  <a:lnTo>
                    <a:pt x="6029383" y="834148"/>
                  </a:lnTo>
                  <a:lnTo>
                    <a:pt x="6029509" y="834148"/>
                  </a:lnTo>
                  <a:lnTo>
                    <a:pt x="6029635" y="834148"/>
                  </a:lnTo>
                  <a:lnTo>
                    <a:pt x="6029762" y="834148"/>
                  </a:lnTo>
                  <a:lnTo>
                    <a:pt x="6029888" y="834148"/>
                  </a:lnTo>
                  <a:lnTo>
                    <a:pt x="6030014" y="834148"/>
                  </a:lnTo>
                  <a:lnTo>
                    <a:pt x="6030140" y="834148"/>
                  </a:lnTo>
                  <a:lnTo>
                    <a:pt x="6030266" y="834148"/>
                  </a:lnTo>
                  <a:lnTo>
                    <a:pt x="6030392" y="834148"/>
                  </a:lnTo>
                  <a:lnTo>
                    <a:pt x="6030518" y="834148"/>
                  </a:lnTo>
                  <a:lnTo>
                    <a:pt x="6030644" y="834148"/>
                  </a:lnTo>
                  <a:lnTo>
                    <a:pt x="6030770" y="834148"/>
                  </a:lnTo>
                  <a:lnTo>
                    <a:pt x="6030896" y="834148"/>
                  </a:lnTo>
                  <a:lnTo>
                    <a:pt x="6031022" y="834148"/>
                  </a:lnTo>
                  <a:lnTo>
                    <a:pt x="6031148" y="834148"/>
                  </a:lnTo>
                  <a:lnTo>
                    <a:pt x="6031275" y="834148"/>
                  </a:lnTo>
                  <a:lnTo>
                    <a:pt x="6031401" y="834148"/>
                  </a:lnTo>
                  <a:lnTo>
                    <a:pt x="6031527" y="834148"/>
                  </a:lnTo>
                  <a:lnTo>
                    <a:pt x="6031653" y="834148"/>
                  </a:lnTo>
                  <a:lnTo>
                    <a:pt x="6031779" y="834148"/>
                  </a:lnTo>
                  <a:lnTo>
                    <a:pt x="6031905" y="834148"/>
                  </a:lnTo>
                  <a:lnTo>
                    <a:pt x="6032031" y="834148"/>
                  </a:lnTo>
                  <a:lnTo>
                    <a:pt x="6032157" y="834148"/>
                  </a:lnTo>
                  <a:lnTo>
                    <a:pt x="6032283" y="834148"/>
                  </a:lnTo>
                  <a:lnTo>
                    <a:pt x="6032409" y="834148"/>
                  </a:lnTo>
                  <a:lnTo>
                    <a:pt x="6032535" y="834148"/>
                  </a:lnTo>
                  <a:lnTo>
                    <a:pt x="6032662" y="834148"/>
                  </a:lnTo>
                  <a:lnTo>
                    <a:pt x="6032788" y="834148"/>
                  </a:lnTo>
                  <a:lnTo>
                    <a:pt x="6032914" y="834148"/>
                  </a:lnTo>
                  <a:lnTo>
                    <a:pt x="6033040" y="834148"/>
                  </a:lnTo>
                  <a:lnTo>
                    <a:pt x="6033166" y="834148"/>
                  </a:lnTo>
                  <a:lnTo>
                    <a:pt x="6033292" y="834148"/>
                  </a:lnTo>
                  <a:lnTo>
                    <a:pt x="6033292" y="828869"/>
                  </a:lnTo>
                  <a:lnTo>
                    <a:pt x="6033418" y="828869"/>
                  </a:lnTo>
                  <a:lnTo>
                    <a:pt x="6033544" y="828869"/>
                  </a:lnTo>
                  <a:lnTo>
                    <a:pt x="6033670" y="828869"/>
                  </a:lnTo>
                  <a:lnTo>
                    <a:pt x="6033796" y="828869"/>
                  </a:lnTo>
                  <a:lnTo>
                    <a:pt x="6033922" y="828869"/>
                  </a:lnTo>
                  <a:lnTo>
                    <a:pt x="6034049" y="828869"/>
                  </a:lnTo>
                  <a:lnTo>
                    <a:pt x="6034175" y="828869"/>
                  </a:lnTo>
                  <a:lnTo>
                    <a:pt x="6034301" y="828869"/>
                  </a:lnTo>
                  <a:lnTo>
                    <a:pt x="6034427" y="828869"/>
                  </a:lnTo>
                  <a:lnTo>
                    <a:pt x="6034553" y="828869"/>
                  </a:lnTo>
                  <a:lnTo>
                    <a:pt x="6034679" y="828869"/>
                  </a:lnTo>
                  <a:lnTo>
                    <a:pt x="6034805" y="828869"/>
                  </a:lnTo>
                  <a:lnTo>
                    <a:pt x="6034931" y="828869"/>
                  </a:lnTo>
                  <a:lnTo>
                    <a:pt x="6035057" y="828869"/>
                  </a:lnTo>
                  <a:lnTo>
                    <a:pt x="6035183" y="828869"/>
                  </a:lnTo>
                  <a:lnTo>
                    <a:pt x="6035309" y="828869"/>
                  </a:lnTo>
                  <a:lnTo>
                    <a:pt x="6035435" y="828869"/>
                  </a:lnTo>
                  <a:lnTo>
                    <a:pt x="6035562" y="828869"/>
                  </a:lnTo>
                  <a:lnTo>
                    <a:pt x="6035688" y="828869"/>
                  </a:lnTo>
                  <a:lnTo>
                    <a:pt x="6035814" y="828869"/>
                  </a:lnTo>
                  <a:lnTo>
                    <a:pt x="6035940" y="828869"/>
                  </a:lnTo>
                  <a:lnTo>
                    <a:pt x="6036066" y="828869"/>
                  </a:lnTo>
                  <a:lnTo>
                    <a:pt x="6036192" y="828869"/>
                  </a:lnTo>
                  <a:lnTo>
                    <a:pt x="6036318" y="828869"/>
                  </a:lnTo>
                  <a:lnTo>
                    <a:pt x="6036444" y="828869"/>
                  </a:lnTo>
                  <a:lnTo>
                    <a:pt x="6036570" y="828869"/>
                  </a:lnTo>
                  <a:lnTo>
                    <a:pt x="6036696" y="828869"/>
                  </a:lnTo>
                  <a:lnTo>
                    <a:pt x="6036822" y="828869"/>
                  </a:lnTo>
                  <a:lnTo>
                    <a:pt x="6036949" y="828869"/>
                  </a:lnTo>
                  <a:lnTo>
                    <a:pt x="6037075" y="828869"/>
                  </a:lnTo>
                  <a:lnTo>
                    <a:pt x="6037201" y="828869"/>
                  </a:lnTo>
                  <a:lnTo>
                    <a:pt x="6037327" y="828869"/>
                  </a:lnTo>
                  <a:lnTo>
                    <a:pt x="6037453" y="828869"/>
                  </a:lnTo>
                  <a:lnTo>
                    <a:pt x="6037579" y="828869"/>
                  </a:lnTo>
                  <a:lnTo>
                    <a:pt x="6037705" y="828869"/>
                  </a:lnTo>
                  <a:lnTo>
                    <a:pt x="6037831" y="828869"/>
                  </a:lnTo>
                  <a:lnTo>
                    <a:pt x="6037957" y="828869"/>
                  </a:lnTo>
                  <a:lnTo>
                    <a:pt x="6038083" y="828869"/>
                  </a:lnTo>
                  <a:lnTo>
                    <a:pt x="6038209" y="828869"/>
                  </a:lnTo>
                  <a:lnTo>
                    <a:pt x="6038335" y="828869"/>
                  </a:lnTo>
                  <a:lnTo>
                    <a:pt x="6038462" y="828869"/>
                  </a:lnTo>
                  <a:lnTo>
                    <a:pt x="6038588" y="828869"/>
                  </a:lnTo>
                  <a:lnTo>
                    <a:pt x="6038714" y="828869"/>
                  </a:lnTo>
                  <a:lnTo>
                    <a:pt x="6038840" y="828869"/>
                  </a:lnTo>
                  <a:lnTo>
                    <a:pt x="6038966" y="828869"/>
                  </a:lnTo>
                  <a:lnTo>
                    <a:pt x="6039092" y="828869"/>
                  </a:lnTo>
                  <a:lnTo>
                    <a:pt x="6039218" y="828869"/>
                  </a:lnTo>
                  <a:lnTo>
                    <a:pt x="6039344" y="828869"/>
                  </a:lnTo>
                  <a:lnTo>
                    <a:pt x="6039470" y="828869"/>
                  </a:lnTo>
                  <a:lnTo>
                    <a:pt x="6039596" y="828869"/>
                  </a:lnTo>
                  <a:lnTo>
                    <a:pt x="6039722" y="828869"/>
                  </a:lnTo>
                  <a:lnTo>
                    <a:pt x="6039849" y="828869"/>
                  </a:lnTo>
                  <a:lnTo>
                    <a:pt x="6039975" y="828869"/>
                  </a:lnTo>
                  <a:lnTo>
                    <a:pt x="6040101" y="828869"/>
                  </a:lnTo>
                  <a:lnTo>
                    <a:pt x="6040227" y="828869"/>
                  </a:lnTo>
                  <a:lnTo>
                    <a:pt x="6040353" y="828869"/>
                  </a:lnTo>
                  <a:lnTo>
                    <a:pt x="6040479" y="828869"/>
                  </a:lnTo>
                  <a:lnTo>
                    <a:pt x="6040605" y="828869"/>
                  </a:lnTo>
                  <a:lnTo>
                    <a:pt x="6040731" y="828869"/>
                  </a:lnTo>
                  <a:lnTo>
                    <a:pt x="6040857" y="828869"/>
                  </a:lnTo>
                  <a:lnTo>
                    <a:pt x="6040983" y="828869"/>
                  </a:lnTo>
                  <a:lnTo>
                    <a:pt x="6041109" y="828869"/>
                  </a:lnTo>
                  <a:lnTo>
                    <a:pt x="6041236" y="828869"/>
                  </a:lnTo>
                  <a:lnTo>
                    <a:pt x="6041362" y="828869"/>
                  </a:lnTo>
                  <a:lnTo>
                    <a:pt x="6041488" y="828869"/>
                  </a:lnTo>
                  <a:lnTo>
                    <a:pt x="6041488" y="823589"/>
                  </a:lnTo>
                  <a:lnTo>
                    <a:pt x="6041614" y="823589"/>
                  </a:lnTo>
                  <a:lnTo>
                    <a:pt x="6041740" y="823589"/>
                  </a:lnTo>
                  <a:lnTo>
                    <a:pt x="6041866" y="823589"/>
                  </a:lnTo>
                  <a:lnTo>
                    <a:pt x="6041992" y="823589"/>
                  </a:lnTo>
                  <a:lnTo>
                    <a:pt x="6042118" y="823589"/>
                  </a:lnTo>
                  <a:lnTo>
                    <a:pt x="6042244" y="823589"/>
                  </a:lnTo>
                  <a:lnTo>
                    <a:pt x="6042244" y="818310"/>
                  </a:lnTo>
                  <a:lnTo>
                    <a:pt x="6042370" y="818310"/>
                  </a:lnTo>
                  <a:lnTo>
                    <a:pt x="6042496" y="818310"/>
                  </a:lnTo>
                  <a:lnTo>
                    <a:pt x="6042622" y="818310"/>
                  </a:lnTo>
                  <a:lnTo>
                    <a:pt x="6042622" y="813030"/>
                  </a:lnTo>
                  <a:lnTo>
                    <a:pt x="6042749" y="813030"/>
                  </a:lnTo>
                  <a:lnTo>
                    <a:pt x="6042875" y="813030"/>
                  </a:lnTo>
                  <a:lnTo>
                    <a:pt x="6043001" y="813030"/>
                  </a:lnTo>
                  <a:lnTo>
                    <a:pt x="6043127" y="813030"/>
                  </a:lnTo>
                  <a:lnTo>
                    <a:pt x="6043253" y="813030"/>
                  </a:lnTo>
                  <a:lnTo>
                    <a:pt x="6043379" y="813030"/>
                  </a:lnTo>
                  <a:lnTo>
                    <a:pt x="6043505" y="813030"/>
                  </a:lnTo>
                  <a:lnTo>
                    <a:pt x="6043631" y="813030"/>
                  </a:lnTo>
                  <a:lnTo>
                    <a:pt x="6043757" y="813030"/>
                  </a:lnTo>
                  <a:lnTo>
                    <a:pt x="6043883" y="813030"/>
                  </a:lnTo>
                  <a:lnTo>
                    <a:pt x="6044009" y="813030"/>
                  </a:lnTo>
                  <a:lnTo>
                    <a:pt x="6044136" y="813030"/>
                  </a:lnTo>
                  <a:lnTo>
                    <a:pt x="6044262" y="813030"/>
                  </a:lnTo>
                  <a:lnTo>
                    <a:pt x="6044262" y="807751"/>
                  </a:lnTo>
                  <a:lnTo>
                    <a:pt x="6044388" y="807751"/>
                  </a:lnTo>
                  <a:lnTo>
                    <a:pt x="6044514" y="807751"/>
                  </a:lnTo>
                  <a:lnTo>
                    <a:pt x="6044640" y="807751"/>
                  </a:lnTo>
                  <a:lnTo>
                    <a:pt x="6044766" y="807751"/>
                  </a:lnTo>
                  <a:lnTo>
                    <a:pt x="6044892" y="807751"/>
                  </a:lnTo>
                  <a:lnTo>
                    <a:pt x="6045018" y="807751"/>
                  </a:lnTo>
                  <a:lnTo>
                    <a:pt x="6045144" y="807751"/>
                  </a:lnTo>
                  <a:lnTo>
                    <a:pt x="6045270" y="807751"/>
                  </a:lnTo>
                  <a:lnTo>
                    <a:pt x="6045396" y="807751"/>
                  </a:lnTo>
                  <a:lnTo>
                    <a:pt x="6045522" y="807751"/>
                  </a:lnTo>
                  <a:lnTo>
                    <a:pt x="6045649" y="807751"/>
                  </a:lnTo>
                  <a:lnTo>
                    <a:pt x="6045775" y="807751"/>
                  </a:lnTo>
                  <a:lnTo>
                    <a:pt x="6045901" y="807751"/>
                  </a:lnTo>
                  <a:lnTo>
                    <a:pt x="6046027" y="807751"/>
                  </a:lnTo>
                  <a:lnTo>
                    <a:pt x="6046153" y="807751"/>
                  </a:lnTo>
                  <a:lnTo>
                    <a:pt x="6046279" y="807751"/>
                  </a:lnTo>
                  <a:lnTo>
                    <a:pt x="6046405" y="807751"/>
                  </a:lnTo>
                  <a:lnTo>
                    <a:pt x="6046531" y="807751"/>
                  </a:lnTo>
                  <a:lnTo>
                    <a:pt x="6046657" y="807751"/>
                  </a:lnTo>
                  <a:lnTo>
                    <a:pt x="6046783" y="807751"/>
                  </a:lnTo>
                  <a:lnTo>
                    <a:pt x="6046909" y="807751"/>
                  </a:lnTo>
                  <a:lnTo>
                    <a:pt x="6047036" y="807751"/>
                  </a:lnTo>
                  <a:lnTo>
                    <a:pt x="6047162" y="807751"/>
                  </a:lnTo>
                  <a:lnTo>
                    <a:pt x="6047288" y="807751"/>
                  </a:lnTo>
                  <a:lnTo>
                    <a:pt x="6047414" y="807751"/>
                  </a:lnTo>
                  <a:lnTo>
                    <a:pt x="6047540" y="807751"/>
                  </a:lnTo>
                  <a:lnTo>
                    <a:pt x="6047666" y="807751"/>
                  </a:lnTo>
                  <a:lnTo>
                    <a:pt x="6047792" y="807751"/>
                  </a:lnTo>
                  <a:lnTo>
                    <a:pt x="6047918" y="807751"/>
                  </a:lnTo>
                  <a:lnTo>
                    <a:pt x="6048044" y="807751"/>
                  </a:lnTo>
                  <a:lnTo>
                    <a:pt x="6048170" y="807751"/>
                  </a:lnTo>
                  <a:lnTo>
                    <a:pt x="6048296" y="807751"/>
                  </a:lnTo>
                  <a:lnTo>
                    <a:pt x="6048422" y="807751"/>
                  </a:lnTo>
                  <a:lnTo>
                    <a:pt x="6048549" y="807751"/>
                  </a:lnTo>
                  <a:lnTo>
                    <a:pt x="6048549" y="802472"/>
                  </a:lnTo>
                  <a:lnTo>
                    <a:pt x="6048675" y="802472"/>
                  </a:lnTo>
                  <a:lnTo>
                    <a:pt x="6048801" y="802472"/>
                  </a:lnTo>
                  <a:lnTo>
                    <a:pt x="6048927" y="802472"/>
                  </a:lnTo>
                  <a:lnTo>
                    <a:pt x="6049053" y="802472"/>
                  </a:lnTo>
                  <a:lnTo>
                    <a:pt x="6049179" y="802472"/>
                  </a:lnTo>
                  <a:lnTo>
                    <a:pt x="6049305" y="802472"/>
                  </a:lnTo>
                  <a:lnTo>
                    <a:pt x="6049431" y="802472"/>
                  </a:lnTo>
                  <a:lnTo>
                    <a:pt x="6049557" y="802472"/>
                  </a:lnTo>
                  <a:lnTo>
                    <a:pt x="6049683" y="802472"/>
                  </a:lnTo>
                  <a:lnTo>
                    <a:pt x="6049809" y="802472"/>
                  </a:lnTo>
                  <a:lnTo>
                    <a:pt x="6049936" y="802472"/>
                  </a:lnTo>
                  <a:lnTo>
                    <a:pt x="6050062" y="802472"/>
                  </a:lnTo>
                  <a:lnTo>
                    <a:pt x="6050188" y="802472"/>
                  </a:lnTo>
                  <a:lnTo>
                    <a:pt x="6050314" y="802472"/>
                  </a:lnTo>
                  <a:lnTo>
                    <a:pt x="6050440" y="802472"/>
                  </a:lnTo>
                  <a:lnTo>
                    <a:pt x="6050566" y="802472"/>
                  </a:lnTo>
                  <a:lnTo>
                    <a:pt x="6050692" y="802472"/>
                  </a:lnTo>
                  <a:lnTo>
                    <a:pt x="6050818" y="802472"/>
                  </a:lnTo>
                  <a:lnTo>
                    <a:pt x="6050944" y="802472"/>
                  </a:lnTo>
                  <a:lnTo>
                    <a:pt x="6051070" y="802472"/>
                  </a:lnTo>
                  <a:lnTo>
                    <a:pt x="6051196" y="802472"/>
                  </a:lnTo>
                  <a:lnTo>
                    <a:pt x="6051323" y="802472"/>
                  </a:lnTo>
                  <a:lnTo>
                    <a:pt x="6051449" y="802472"/>
                  </a:lnTo>
                  <a:lnTo>
                    <a:pt x="6051575" y="802472"/>
                  </a:lnTo>
                  <a:lnTo>
                    <a:pt x="6051701" y="802472"/>
                  </a:lnTo>
                  <a:lnTo>
                    <a:pt x="6051827" y="802472"/>
                  </a:lnTo>
                  <a:lnTo>
                    <a:pt x="6051953" y="802472"/>
                  </a:lnTo>
                  <a:lnTo>
                    <a:pt x="6052079" y="802472"/>
                  </a:lnTo>
                  <a:lnTo>
                    <a:pt x="6052205" y="802472"/>
                  </a:lnTo>
                  <a:lnTo>
                    <a:pt x="6052331" y="802472"/>
                  </a:lnTo>
                  <a:lnTo>
                    <a:pt x="6052457" y="802472"/>
                  </a:lnTo>
                  <a:lnTo>
                    <a:pt x="6052583" y="802472"/>
                  </a:lnTo>
                  <a:lnTo>
                    <a:pt x="6052709" y="802472"/>
                  </a:lnTo>
                  <a:lnTo>
                    <a:pt x="6052836" y="802472"/>
                  </a:lnTo>
                  <a:lnTo>
                    <a:pt x="6052962" y="802472"/>
                  </a:lnTo>
                  <a:lnTo>
                    <a:pt x="6053088" y="802472"/>
                  </a:lnTo>
                  <a:lnTo>
                    <a:pt x="6053214" y="802472"/>
                  </a:lnTo>
                  <a:lnTo>
                    <a:pt x="6053340" y="802472"/>
                  </a:lnTo>
                  <a:lnTo>
                    <a:pt x="6053466" y="802472"/>
                  </a:lnTo>
                  <a:lnTo>
                    <a:pt x="6053592" y="802472"/>
                  </a:lnTo>
                  <a:lnTo>
                    <a:pt x="6053718" y="802472"/>
                  </a:lnTo>
                  <a:lnTo>
                    <a:pt x="6053844" y="802472"/>
                  </a:lnTo>
                  <a:lnTo>
                    <a:pt x="6053970" y="802472"/>
                  </a:lnTo>
                  <a:lnTo>
                    <a:pt x="6054096" y="802472"/>
                  </a:lnTo>
                  <a:lnTo>
                    <a:pt x="6054223" y="802472"/>
                  </a:lnTo>
                  <a:lnTo>
                    <a:pt x="6054349" y="802472"/>
                  </a:lnTo>
                  <a:lnTo>
                    <a:pt x="6054475" y="802472"/>
                  </a:lnTo>
                  <a:lnTo>
                    <a:pt x="6054601" y="802472"/>
                  </a:lnTo>
                  <a:lnTo>
                    <a:pt x="6054727" y="802472"/>
                  </a:lnTo>
                  <a:lnTo>
                    <a:pt x="6054853" y="802472"/>
                  </a:lnTo>
                  <a:lnTo>
                    <a:pt x="6054979" y="802472"/>
                  </a:lnTo>
                  <a:lnTo>
                    <a:pt x="6055105" y="802472"/>
                  </a:lnTo>
                  <a:lnTo>
                    <a:pt x="6055231" y="802472"/>
                  </a:lnTo>
                  <a:lnTo>
                    <a:pt x="6055357" y="802472"/>
                  </a:lnTo>
                  <a:lnTo>
                    <a:pt x="6055483" y="802472"/>
                  </a:lnTo>
                  <a:lnTo>
                    <a:pt x="6055609" y="802472"/>
                  </a:lnTo>
                  <a:lnTo>
                    <a:pt x="6055736" y="802472"/>
                  </a:lnTo>
                  <a:lnTo>
                    <a:pt x="6055862" y="802472"/>
                  </a:lnTo>
                  <a:lnTo>
                    <a:pt x="6055988" y="802472"/>
                  </a:lnTo>
                  <a:lnTo>
                    <a:pt x="6056114" y="802472"/>
                  </a:lnTo>
                  <a:lnTo>
                    <a:pt x="6056240" y="802472"/>
                  </a:lnTo>
                  <a:lnTo>
                    <a:pt x="6056366" y="802472"/>
                  </a:lnTo>
                  <a:lnTo>
                    <a:pt x="6056492" y="802472"/>
                  </a:lnTo>
                  <a:lnTo>
                    <a:pt x="6056618" y="802472"/>
                  </a:lnTo>
                  <a:lnTo>
                    <a:pt x="6056744" y="802472"/>
                  </a:lnTo>
                  <a:lnTo>
                    <a:pt x="6056870" y="802472"/>
                  </a:lnTo>
                  <a:lnTo>
                    <a:pt x="6056996" y="802472"/>
                  </a:lnTo>
                  <a:lnTo>
                    <a:pt x="6057123" y="802472"/>
                  </a:lnTo>
                  <a:lnTo>
                    <a:pt x="6057249" y="802472"/>
                  </a:lnTo>
                  <a:lnTo>
                    <a:pt x="6057375" y="802472"/>
                  </a:lnTo>
                  <a:lnTo>
                    <a:pt x="6057501" y="802472"/>
                  </a:lnTo>
                  <a:lnTo>
                    <a:pt x="6057627" y="802472"/>
                  </a:lnTo>
                  <a:lnTo>
                    <a:pt x="6057627" y="797192"/>
                  </a:lnTo>
                  <a:lnTo>
                    <a:pt x="6057753" y="797192"/>
                  </a:lnTo>
                  <a:lnTo>
                    <a:pt x="6057879" y="797192"/>
                  </a:lnTo>
                  <a:lnTo>
                    <a:pt x="6058005" y="797192"/>
                  </a:lnTo>
                  <a:lnTo>
                    <a:pt x="6058131" y="797192"/>
                  </a:lnTo>
                  <a:lnTo>
                    <a:pt x="6058257" y="797192"/>
                  </a:lnTo>
                  <a:lnTo>
                    <a:pt x="6058383" y="797192"/>
                  </a:lnTo>
                  <a:lnTo>
                    <a:pt x="6058510" y="797192"/>
                  </a:lnTo>
                  <a:lnTo>
                    <a:pt x="6058636" y="797192"/>
                  </a:lnTo>
                  <a:lnTo>
                    <a:pt x="6058762" y="797192"/>
                  </a:lnTo>
                  <a:lnTo>
                    <a:pt x="6058888" y="797192"/>
                  </a:lnTo>
                  <a:lnTo>
                    <a:pt x="6059014" y="797192"/>
                  </a:lnTo>
                  <a:lnTo>
                    <a:pt x="6059140" y="797192"/>
                  </a:lnTo>
                  <a:lnTo>
                    <a:pt x="6059266" y="797192"/>
                  </a:lnTo>
                  <a:lnTo>
                    <a:pt x="6059392" y="797192"/>
                  </a:lnTo>
                  <a:lnTo>
                    <a:pt x="6059518" y="797192"/>
                  </a:lnTo>
                  <a:lnTo>
                    <a:pt x="6059644" y="797192"/>
                  </a:lnTo>
                  <a:lnTo>
                    <a:pt x="6059770" y="797192"/>
                  </a:lnTo>
                  <a:lnTo>
                    <a:pt x="6059896" y="797192"/>
                  </a:lnTo>
                  <a:lnTo>
                    <a:pt x="6060023" y="797192"/>
                  </a:lnTo>
                  <a:lnTo>
                    <a:pt x="6060149" y="797192"/>
                  </a:lnTo>
                  <a:lnTo>
                    <a:pt x="6060275" y="797192"/>
                  </a:lnTo>
                  <a:lnTo>
                    <a:pt x="6060401" y="797192"/>
                  </a:lnTo>
                  <a:lnTo>
                    <a:pt x="6060527" y="797192"/>
                  </a:lnTo>
                  <a:lnTo>
                    <a:pt x="6060653" y="797192"/>
                  </a:lnTo>
                  <a:lnTo>
                    <a:pt x="6060779" y="797192"/>
                  </a:lnTo>
                  <a:lnTo>
                    <a:pt x="6060905" y="797192"/>
                  </a:lnTo>
                  <a:lnTo>
                    <a:pt x="6061031" y="797192"/>
                  </a:lnTo>
                  <a:lnTo>
                    <a:pt x="6061157" y="797192"/>
                  </a:lnTo>
                  <a:lnTo>
                    <a:pt x="6061283" y="797192"/>
                  </a:lnTo>
                  <a:lnTo>
                    <a:pt x="6061410" y="797192"/>
                  </a:lnTo>
                  <a:lnTo>
                    <a:pt x="6061536" y="797192"/>
                  </a:lnTo>
                  <a:lnTo>
                    <a:pt x="6061662" y="797192"/>
                  </a:lnTo>
                  <a:lnTo>
                    <a:pt x="6061788" y="797192"/>
                  </a:lnTo>
                  <a:lnTo>
                    <a:pt x="6061914" y="797192"/>
                  </a:lnTo>
                  <a:lnTo>
                    <a:pt x="6062040" y="797192"/>
                  </a:lnTo>
                  <a:lnTo>
                    <a:pt x="6062166" y="797192"/>
                  </a:lnTo>
                  <a:lnTo>
                    <a:pt x="6062292" y="797192"/>
                  </a:lnTo>
                  <a:lnTo>
                    <a:pt x="6062418" y="797192"/>
                  </a:lnTo>
                  <a:lnTo>
                    <a:pt x="6062544" y="797192"/>
                  </a:lnTo>
                  <a:lnTo>
                    <a:pt x="6062670" y="797192"/>
                  </a:lnTo>
                  <a:lnTo>
                    <a:pt x="6062796" y="797192"/>
                  </a:lnTo>
                  <a:lnTo>
                    <a:pt x="6062923" y="797192"/>
                  </a:lnTo>
                  <a:lnTo>
                    <a:pt x="6063049" y="797192"/>
                  </a:lnTo>
                  <a:lnTo>
                    <a:pt x="6063175" y="797192"/>
                  </a:lnTo>
                  <a:lnTo>
                    <a:pt x="6063301" y="797192"/>
                  </a:lnTo>
                  <a:lnTo>
                    <a:pt x="6063427" y="797192"/>
                  </a:lnTo>
                  <a:lnTo>
                    <a:pt x="6063553" y="797192"/>
                  </a:lnTo>
                  <a:lnTo>
                    <a:pt x="6063679" y="797192"/>
                  </a:lnTo>
                  <a:lnTo>
                    <a:pt x="6063805" y="797192"/>
                  </a:lnTo>
                  <a:lnTo>
                    <a:pt x="6063931" y="797192"/>
                  </a:lnTo>
                  <a:lnTo>
                    <a:pt x="6064057" y="797192"/>
                  </a:lnTo>
                  <a:lnTo>
                    <a:pt x="6064183" y="797192"/>
                  </a:lnTo>
                  <a:lnTo>
                    <a:pt x="6064310" y="797192"/>
                  </a:lnTo>
                  <a:lnTo>
                    <a:pt x="6064436" y="797192"/>
                  </a:lnTo>
                  <a:lnTo>
                    <a:pt x="6064562" y="797192"/>
                  </a:lnTo>
                  <a:lnTo>
                    <a:pt x="6064688" y="797192"/>
                  </a:lnTo>
                  <a:lnTo>
                    <a:pt x="6064814" y="797192"/>
                  </a:lnTo>
                  <a:lnTo>
                    <a:pt x="6064940" y="797192"/>
                  </a:lnTo>
                  <a:lnTo>
                    <a:pt x="6065066" y="797192"/>
                  </a:lnTo>
                  <a:lnTo>
                    <a:pt x="6065192" y="797192"/>
                  </a:lnTo>
                  <a:lnTo>
                    <a:pt x="6065318" y="797192"/>
                  </a:lnTo>
                  <a:lnTo>
                    <a:pt x="6065444" y="797192"/>
                  </a:lnTo>
                  <a:lnTo>
                    <a:pt x="6065570" y="797192"/>
                  </a:lnTo>
                  <a:lnTo>
                    <a:pt x="6065697" y="797192"/>
                  </a:lnTo>
                  <a:lnTo>
                    <a:pt x="6065823" y="797192"/>
                  </a:lnTo>
                  <a:lnTo>
                    <a:pt x="6065949" y="797192"/>
                  </a:lnTo>
                  <a:lnTo>
                    <a:pt x="6066075" y="797192"/>
                  </a:lnTo>
                  <a:lnTo>
                    <a:pt x="6066201" y="797192"/>
                  </a:lnTo>
                  <a:lnTo>
                    <a:pt x="6066327" y="797192"/>
                  </a:lnTo>
                  <a:lnTo>
                    <a:pt x="6066453" y="797192"/>
                  </a:lnTo>
                  <a:lnTo>
                    <a:pt x="6066579" y="797192"/>
                  </a:lnTo>
                  <a:lnTo>
                    <a:pt x="6066705" y="797192"/>
                  </a:lnTo>
                  <a:lnTo>
                    <a:pt x="6066831" y="797192"/>
                  </a:lnTo>
                  <a:lnTo>
                    <a:pt x="6066957" y="797192"/>
                  </a:lnTo>
                  <a:lnTo>
                    <a:pt x="6067083" y="797192"/>
                  </a:lnTo>
                  <a:lnTo>
                    <a:pt x="6067210" y="797192"/>
                  </a:lnTo>
                  <a:lnTo>
                    <a:pt x="6067336" y="797192"/>
                  </a:lnTo>
                  <a:lnTo>
                    <a:pt x="6067462" y="797192"/>
                  </a:lnTo>
                  <a:lnTo>
                    <a:pt x="6067588" y="797192"/>
                  </a:lnTo>
                  <a:lnTo>
                    <a:pt x="6067714" y="797192"/>
                  </a:lnTo>
                  <a:lnTo>
                    <a:pt x="6067840" y="797192"/>
                  </a:lnTo>
                  <a:lnTo>
                    <a:pt x="6067966" y="797192"/>
                  </a:lnTo>
                  <a:lnTo>
                    <a:pt x="6068092" y="797192"/>
                  </a:lnTo>
                  <a:lnTo>
                    <a:pt x="6068218" y="797192"/>
                  </a:lnTo>
                  <a:lnTo>
                    <a:pt x="6068344" y="797192"/>
                  </a:lnTo>
                  <a:lnTo>
                    <a:pt x="6068470" y="797192"/>
                  </a:lnTo>
                  <a:lnTo>
                    <a:pt x="6068597" y="797192"/>
                  </a:lnTo>
                  <a:lnTo>
                    <a:pt x="6068723" y="797192"/>
                  </a:lnTo>
                  <a:lnTo>
                    <a:pt x="6068849" y="797192"/>
                  </a:lnTo>
                  <a:lnTo>
                    <a:pt x="6068975" y="797192"/>
                  </a:lnTo>
                  <a:lnTo>
                    <a:pt x="6069101" y="797192"/>
                  </a:lnTo>
                  <a:lnTo>
                    <a:pt x="6069227" y="797192"/>
                  </a:lnTo>
                  <a:lnTo>
                    <a:pt x="6069353" y="797192"/>
                  </a:lnTo>
                  <a:lnTo>
                    <a:pt x="6069479" y="797192"/>
                  </a:lnTo>
                  <a:lnTo>
                    <a:pt x="6069605" y="797192"/>
                  </a:lnTo>
                  <a:lnTo>
                    <a:pt x="6069731" y="797192"/>
                  </a:lnTo>
                  <a:lnTo>
                    <a:pt x="6069857" y="797192"/>
                  </a:lnTo>
                  <a:lnTo>
                    <a:pt x="6069983" y="797192"/>
                  </a:lnTo>
                  <a:lnTo>
                    <a:pt x="6070110" y="797192"/>
                  </a:lnTo>
                  <a:lnTo>
                    <a:pt x="6070236" y="797192"/>
                  </a:lnTo>
                  <a:lnTo>
                    <a:pt x="6070362" y="797192"/>
                  </a:lnTo>
                  <a:lnTo>
                    <a:pt x="6070488" y="797192"/>
                  </a:lnTo>
                  <a:lnTo>
                    <a:pt x="6070614" y="797192"/>
                  </a:lnTo>
                  <a:lnTo>
                    <a:pt x="6070740" y="797192"/>
                  </a:lnTo>
                  <a:lnTo>
                    <a:pt x="6070866" y="797192"/>
                  </a:lnTo>
                  <a:lnTo>
                    <a:pt x="6070992" y="797192"/>
                  </a:lnTo>
                  <a:lnTo>
                    <a:pt x="6071118" y="797192"/>
                  </a:lnTo>
                  <a:lnTo>
                    <a:pt x="6071244" y="797192"/>
                  </a:lnTo>
                  <a:lnTo>
                    <a:pt x="6071370" y="797192"/>
                  </a:lnTo>
                  <a:lnTo>
                    <a:pt x="6071497" y="797192"/>
                  </a:lnTo>
                  <a:lnTo>
                    <a:pt x="6071623" y="797192"/>
                  </a:lnTo>
                  <a:lnTo>
                    <a:pt x="6071749" y="797192"/>
                  </a:lnTo>
                  <a:lnTo>
                    <a:pt x="6071875" y="797192"/>
                  </a:lnTo>
                  <a:lnTo>
                    <a:pt x="6072001" y="797192"/>
                  </a:lnTo>
                  <a:lnTo>
                    <a:pt x="6072127" y="797192"/>
                  </a:lnTo>
                  <a:lnTo>
                    <a:pt x="6072253" y="797192"/>
                  </a:lnTo>
                  <a:lnTo>
                    <a:pt x="6072379" y="797192"/>
                  </a:lnTo>
                  <a:lnTo>
                    <a:pt x="6072505" y="797192"/>
                  </a:lnTo>
                  <a:lnTo>
                    <a:pt x="6072631" y="797192"/>
                  </a:lnTo>
                  <a:lnTo>
                    <a:pt x="6072757" y="797192"/>
                  </a:lnTo>
                  <a:lnTo>
                    <a:pt x="6072883" y="797192"/>
                  </a:lnTo>
                  <a:lnTo>
                    <a:pt x="6073010" y="797192"/>
                  </a:lnTo>
                  <a:lnTo>
                    <a:pt x="6073136" y="797192"/>
                  </a:lnTo>
                  <a:lnTo>
                    <a:pt x="6073262" y="797192"/>
                  </a:lnTo>
                  <a:lnTo>
                    <a:pt x="6073388" y="797192"/>
                  </a:lnTo>
                  <a:lnTo>
                    <a:pt x="6073514" y="797192"/>
                  </a:lnTo>
                  <a:lnTo>
                    <a:pt x="6073640" y="797192"/>
                  </a:lnTo>
                  <a:lnTo>
                    <a:pt x="6073766" y="797192"/>
                  </a:lnTo>
                  <a:lnTo>
                    <a:pt x="6073892" y="797192"/>
                  </a:lnTo>
                  <a:lnTo>
                    <a:pt x="6074018" y="797192"/>
                  </a:lnTo>
                  <a:lnTo>
                    <a:pt x="6074144" y="797192"/>
                  </a:lnTo>
                  <a:lnTo>
                    <a:pt x="6074270" y="797192"/>
                  </a:lnTo>
                  <a:lnTo>
                    <a:pt x="6074397" y="797192"/>
                  </a:lnTo>
                  <a:lnTo>
                    <a:pt x="6074523" y="797192"/>
                  </a:lnTo>
                  <a:lnTo>
                    <a:pt x="6074649" y="797192"/>
                  </a:lnTo>
                  <a:lnTo>
                    <a:pt x="6074775" y="797192"/>
                  </a:lnTo>
                  <a:lnTo>
                    <a:pt x="6074901" y="797192"/>
                  </a:lnTo>
                  <a:lnTo>
                    <a:pt x="6075027" y="797192"/>
                  </a:lnTo>
                  <a:lnTo>
                    <a:pt x="6075153" y="797192"/>
                  </a:lnTo>
                  <a:lnTo>
                    <a:pt x="6075279" y="797192"/>
                  </a:lnTo>
                  <a:lnTo>
                    <a:pt x="6075405" y="797192"/>
                  </a:lnTo>
                  <a:lnTo>
                    <a:pt x="6075531" y="797192"/>
                  </a:lnTo>
                  <a:lnTo>
                    <a:pt x="6075657" y="797192"/>
                  </a:lnTo>
                  <a:lnTo>
                    <a:pt x="6075784" y="797192"/>
                  </a:lnTo>
                  <a:lnTo>
                    <a:pt x="6075910" y="797192"/>
                  </a:lnTo>
                  <a:lnTo>
                    <a:pt x="6076036" y="797192"/>
                  </a:lnTo>
                  <a:lnTo>
                    <a:pt x="6076162" y="797192"/>
                  </a:lnTo>
                  <a:lnTo>
                    <a:pt x="6076288" y="797192"/>
                  </a:lnTo>
                  <a:lnTo>
                    <a:pt x="6076414" y="797192"/>
                  </a:lnTo>
                  <a:lnTo>
                    <a:pt x="6076540" y="797192"/>
                  </a:lnTo>
                  <a:lnTo>
                    <a:pt x="6076666" y="797192"/>
                  </a:lnTo>
                  <a:lnTo>
                    <a:pt x="6076792" y="797192"/>
                  </a:lnTo>
                  <a:lnTo>
                    <a:pt x="6076918" y="797192"/>
                  </a:lnTo>
                  <a:lnTo>
                    <a:pt x="6077044" y="797192"/>
                  </a:lnTo>
                  <a:lnTo>
                    <a:pt x="6077170" y="797192"/>
                  </a:lnTo>
                  <a:lnTo>
                    <a:pt x="6077297" y="797192"/>
                  </a:lnTo>
                  <a:lnTo>
                    <a:pt x="6077423" y="797192"/>
                  </a:lnTo>
                  <a:lnTo>
                    <a:pt x="6077549" y="797192"/>
                  </a:lnTo>
                  <a:lnTo>
                    <a:pt x="6077675" y="797192"/>
                  </a:lnTo>
                  <a:lnTo>
                    <a:pt x="6077801" y="797192"/>
                  </a:lnTo>
                  <a:lnTo>
                    <a:pt x="6077927" y="797192"/>
                  </a:lnTo>
                  <a:lnTo>
                    <a:pt x="6078053" y="797192"/>
                  </a:lnTo>
                  <a:lnTo>
                    <a:pt x="6078179" y="797192"/>
                  </a:lnTo>
                  <a:lnTo>
                    <a:pt x="6078305" y="797192"/>
                  </a:lnTo>
                  <a:lnTo>
                    <a:pt x="6078431" y="797192"/>
                  </a:lnTo>
                  <a:lnTo>
                    <a:pt x="6078557" y="797192"/>
                  </a:lnTo>
                  <a:lnTo>
                    <a:pt x="6078684" y="797192"/>
                  </a:lnTo>
                  <a:lnTo>
                    <a:pt x="6078810" y="797192"/>
                  </a:lnTo>
                  <a:lnTo>
                    <a:pt x="6078936" y="797192"/>
                  </a:lnTo>
                  <a:lnTo>
                    <a:pt x="6079062" y="797192"/>
                  </a:lnTo>
                  <a:lnTo>
                    <a:pt x="6079188" y="797192"/>
                  </a:lnTo>
                  <a:lnTo>
                    <a:pt x="6079314" y="797192"/>
                  </a:lnTo>
                  <a:lnTo>
                    <a:pt x="6079440" y="797192"/>
                  </a:lnTo>
                  <a:lnTo>
                    <a:pt x="6079566" y="797192"/>
                  </a:lnTo>
                  <a:lnTo>
                    <a:pt x="6079692" y="797192"/>
                  </a:lnTo>
                  <a:lnTo>
                    <a:pt x="6079818" y="797192"/>
                  </a:lnTo>
                  <a:lnTo>
                    <a:pt x="6079944" y="797192"/>
                  </a:lnTo>
                  <a:lnTo>
                    <a:pt x="6080070" y="797192"/>
                  </a:lnTo>
                  <a:lnTo>
                    <a:pt x="6080197" y="797192"/>
                  </a:lnTo>
                  <a:lnTo>
                    <a:pt x="6080323" y="797192"/>
                  </a:lnTo>
                  <a:lnTo>
                    <a:pt x="6080449" y="797192"/>
                  </a:lnTo>
                  <a:lnTo>
                    <a:pt x="6080575" y="797192"/>
                  </a:lnTo>
                  <a:lnTo>
                    <a:pt x="6080701" y="797192"/>
                  </a:lnTo>
                  <a:lnTo>
                    <a:pt x="6080827" y="797192"/>
                  </a:lnTo>
                  <a:lnTo>
                    <a:pt x="6080953" y="797192"/>
                  </a:lnTo>
                  <a:lnTo>
                    <a:pt x="6081079" y="797192"/>
                  </a:lnTo>
                  <a:lnTo>
                    <a:pt x="6081205" y="797192"/>
                  </a:lnTo>
                  <a:lnTo>
                    <a:pt x="6081331" y="797192"/>
                  </a:lnTo>
                  <a:lnTo>
                    <a:pt x="6081457" y="797192"/>
                  </a:lnTo>
                  <a:lnTo>
                    <a:pt x="6081584" y="797192"/>
                  </a:lnTo>
                  <a:lnTo>
                    <a:pt x="6081710" y="797192"/>
                  </a:lnTo>
                  <a:lnTo>
                    <a:pt x="6081836" y="797192"/>
                  </a:lnTo>
                  <a:lnTo>
                    <a:pt x="6081962" y="797192"/>
                  </a:lnTo>
                  <a:lnTo>
                    <a:pt x="6082088" y="797192"/>
                  </a:lnTo>
                  <a:lnTo>
                    <a:pt x="6082214" y="797192"/>
                  </a:lnTo>
                  <a:lnTo>
                    <a:pt x="6082340" y="797192"/>
                  </a:lnTo>
                  <a:lnTo>
                    <a:pt x="6082466" y="797192"/>
                  </a:lnTo>
                  <a:lnTo>
                    <a:pt x="6082592" y="797192"/>
                  </a:lnTo>
                  <a:lnTo>
                    <a:pt x="6082718" y="797192"/>
                  </a:lnTo>
                  <a:lnTo>
                    <a:pt x="6082844" y="797192"/>
                  </a:lnTo>
                  <a:lnTo>
                    <a:pt x="6082971" y="797192"/>
                  </a:lnTo>
                  <a:lnTo>
                    <a:pt x="6083097" y="797192"/>
                  </a:lnTo>
                  <a:lnTo>
                    <a:pt x="6083223" y="797192"/>
                  </a:lnTo>
                  <a:lnTo>
                    <a:pt x="6083349" y="797192"/>
                  </a:lnTo>
                  <a:lnTo>
                    <a:pt x="6083475" y="797192"/>
                  </a:lnTo>
                  <a:lnTo>
                    <a:pt x="6083601" y="797192"/>
                  </a:lnTo>
                  <a:lnTo>
                    <a:pt x="6083727" y="797192"/>
                  </a:lnTo>
                  <a:lnTo>
                    <a:pt x="6083853" y="797192"/>
                  </a:lnTo>
                  <a:lnTo>
                    <a:pt x="6083979" y="797192"/>
                  </a:lnTo>
                  <a:lnTo>
                    <a:pt x="6084105" y="797192"/>
                  </a:lnTo>
                  <a:lnTo>
                    <a:pt x="6084231" y="797192"/>
                  </a:lnTo>
                  <a:lnTo>
                    <a:pt x="6084357" y="797192"/>
                  </a:lnTo>
                  <a:lnTo>
                    <a:pt x="6084484" y="797192"/>
                  </a:lnTo>
                  <a:lnTo>
                    <a:pt x="6084610" y="797192"/>
                  </a:lnTo>
                  <a:lnTo>
                    <a:pt x="6084736" y="797192"/>
                  </a:lnTo>
                  <a:lnTo>
                    <a:pt x="6084862" y="797192"/>
                  </a:lnTo>
                  <a:lnTo>
                    <a:pt x="6084988" y="797192"/>
                  </a:lnTo>
                  <a:lnTo>
                    <a:pt x="6085114" y="797192"/>
                  </a:lnTo>
                  <a:lnTo>
                    <a:pt x="6085240" y="797192"/>
                  </a:lnTo>
                  <a:lnTo>
                    <a:pt x="6085366" y="797192"/>
                  </a:lnTo>
                  <a:lnTo>
                    <a:pt x="6085492" y="797192"/>
                  </a:lnTo>
                  <a:lnTo>
                    <a:pt x="6085618" y="797192"/>
                  </a:lnTo>
                  <a:lnTo>
                    <a:pt x="6085744" y="797192"/>
                  </a:lnTo>
                  <a:lnTo>
                    <a:pt x="6085871" y="797192"/>
                  </a:lnTo>
                  <a:lnTo>
                    <a:pt x="6085997" y="797192"/>
                  </a:lnTo>
                  <a:lnTo>
                    <a:pt x="6086123" y="797192"/>
                  </a:lnTo>
                  <a:lnTo>
                    <a:pt x="6086249" y="797192"/>
                  </a:lnTo>
                  <a:lnTo>
                    <a:pt x="6086375" y="797192"/>
                  </a:lnTo>
                  <a:lnTo>
                    <a:pt x="6086501" y="797192"/>
                  </a:lnTo>
                  <a:lnTo>
                    <a:pt x="6086627" y="797192"/>
                  </a:lnTo>
                  <a:lnTo>
                    <a:pt x="6086753" y="797192"/>
                  </a:lnTo>
                  <a:lnTo>
                    <a:pt x="6086879" y="797192"/>
                  </a:lnTo>
                  <a:lnTo>
                    <a:pt x="6087005" y="797192"/>
                  </a:lnTo>
                  <a:lnTo>
                    <a:pt x="6087131" y="797192"/>
                  </a:lnTo>
                  <a:lnTo>
                    <a:pt x="6087257" y="797192"/>
                  </a:lnTo>
                  <a:lnTo>
                    <a:pt x="6087384" y="797192"/>
                  </a:lnTo>
                  <a:lnTo>
                    <a:pt x="6087510" y="797192"/>
                  </a:lnTo>
                  <a:lnTo>
                    <a:pt x="6087636" y="797192"/>
                  </a:lnTo>
                  <a:lnTo>
                    <a:pt x="6087762" y="797192"/>
                  </a:lnTo>
                  <a:lnTo>
                    <a:pt x="6087888" y="797192"/>
                  </a:lnTo>
                  <a:lnTo>
                    <a:pt x="6088014" y="797192"/>
                  </a:lnTo>
                  <a:lnTo>
                    <a:pt x="6088140" y="797192"/>
                  </a:lnTo>
                  <a:lnTo>
                    <a:pt x="6088266" y="797192"/>
                  </a:lnTo>
                  <a:lnTo>
                    <a:pt x="6088392" y="797192"/>
                  </a:lnTo>
                  <a:lnTo>
                    <a:pt x="6088518" y="797192"/>
                  </a:lnTo>
                  <a:lnTo>
                    <a:pt x="6088644" y="797192"/>
                  </a:lnTo>
                  <a:lnTo>
                    <a:pt x="6088771" y="797192"/>
                  </a:lnTo>
                  <a:lnTo>
                    <a:pt x="6088897" y="797192"/>
                  </a:lnTo>
                  <a:lnTo>
                    <a:pt x="6089023" y="797192"/>
                  </a:lnTo>
                  <a:lnTo>
                    <a:pt x="6089149" y="797192"/>
                  </a:lnTo>
                  <a:lnTo>
                    <a:pt x="6089275" y="797192"/>
                  </a:lnTo>
                  <a:lnTo>
                    <a:pt x="6089401" y="797192"/>
                  </a:lnTo>
                  <a:lnTo>
                    <a:pt x="6089527" y="797192"/>
                  </a:lnTo>
                  <a:lnTo>
                    <a:pt x="6089653" y="797192"/>
                  </a:lnTo>
                  <a:lnTo>
                    <a:pt x="6089779" y="797192"/>
                  </a:lnTo>
                  <a:lnTo>
                    <a:pt x="6089905" y="797192"/>
                  </a:lnTo>
                  <a:lnTo>
                    <a:pt x="6090031" y="797192"/>
                  </a:lnTo>
                  <a:lnTo>
                    <a:pt x="6090157" y="797192"/>
                  </a:lnTo>
                  <a:lnTo>
                    <a:pt x="6090284" y="797192"/>
                  </a:lnTo>
                  <a:lnTo>
                    <a:pt x="6090410" y="797192"/>
                  </a:lnTo>
                  <a:lnTo>
                    <a:pt x="6090536" y="797192"/>
                  </a:lnTo>
                  <a:lnTo>
                    <a:pt x="6090662" y="797192"/>
                  </a:lnTo>
                  <a:lnTo>
                    <a:pt x="6090788" y="797192"/>
                  </a:lnTo>
                  <a:lnTo>
                    <a:pt x="6090914" y="797192"/>
                  </a:lnTo>
                  <a:lnTo>
                    <a:pt x="6091040" y="797192"/>
                  </a:lnTo>
                  <a:lnTo>
                    <a:pt x="6091166" y="797192"/>
                  </a:lnTo>
                  <a:lnTo>
                    <a:pt x="6091292" y="797192"/>
                  </a:lnTo>
                  <a:lnTo>
                    <a:pt x="6091418" y="797192"/>
                  </a:lnTo>
                  <a:lnTo>
                    <a:pt x="6091544" y="797192"/>
                  </a:lnTo>
                  <a:lnTo>
                    <a:pt x="6091671" y="797192"/>
                  </a:lnTo>
                  <a:lnTo>
                    <a:pt x="6091797" y="797192"/>
                  </a:lnTo>
                  <a:lnTo>
                    <a:pt x="6091923" y="797192"/>
                  </a:lnTo>
                  <a:lnTo>
                    <a:pt x="6092049" y="797192"/>
                  </a:lnTo>
                  <a:lnTo>
                    <a:pt x="6092175" y="797192"/>
                  </a:lnTo>
                  <a:lnTo>
                    <a:pt x="6092301" y="797192"/>
                  </a:lnTo>
                  <a:lnTo>
                    <a:pt x="6092427" y="797192"/>
                  </a:lnTo>
                  <a:lnTo>
                    <a:pt x="6092553" y="797192"/>
                  </a:lnTo>
                  <a:lnTo>
                    <a:pt x="6092679" y="797192"/>
                  </a:lnTo>
                  <a:lnTo>
                    <a:pt x="6092805" y="797192"/>
                  </a:lnTo>
                  <a:lnTo>
                    <a:pt x="6092931" y="797192"/>
                  </a:lnTo>
                  <a:lnTo>
                    <a:pt x="6093058" y="797192"/>
                  </a:lnTo>
                  <a:lnTo>
                    <a:pt x="6093184" y="797192"/>
                  </a:lnTo>
                  <a:lnTo>
                    <a:pt x="6093310" y="797192"/>
                  </a:lnTo>
                  <a:lnTo>
                    <a:pt x="6093436" y="797192"/>
                  </a:lnTo>
                  <a:lnTo>
                    <a:pt x="6093436" y="791913"/>
                  </a:lnTo>
                  <a:lnTo>
                    <a:pt x="6093562" y="791913"/>
                  </a:lnTo>
                  <a:lnTo>
                    <a:pt x="6093688" y="791913"/>
                  </a:lnTo>
                  <a:lnTo>
                    <a:pt x="6093814" y="791913"/>
                  </a:lnTo>
                  <a:lnTo>
                    <a:pt x="6093940" y="791913"/>
                  </a:lnTo>
                  <a:lnTo>
                    <a:pt x="6094066" y="791913"/>
                  </a:lnTo>
                  <a:lnTo>
                    <a:pt x="6094192" y="791913"/>
                  </a:lnTo>
                  <a:lnTo>
                    <a:pt x="6094318" y="791913"/>
                  </a:lnTo>
                  <a:lnTo>
                    <a:pt x="6094444" y="791913"/>
                  </a:lnTo>
                  <a:lnTo>
                    <a:pt x="6094571" y="791913"/>
                  </a:lnTo>
                  <a:lnTo>
                    <a:pt x="6094697" y="791913"/>
                  </a:lnTo>
                  <a:lnTo>
                    <a:pt x="6094823" y="791913"/>
                  </a:lnTo>
                  <a:lnTo>
                    <a:pt x="6094949" y="791913"/>
                  </a:lnTo>
                  <a:lnTo>
                    <a:pt x="6095075" y="791913"/>
                  </a:lnTo>
                  <a:lnTo>
                    <a:pt x="6095201" y="791913"/>
                  </a:lnTo>
                  <a:lnTo>
                    <a:pt x="6095327" y="791913"/>
                  </a:lnTo>
                  <a:lnTo>
                    <a:pt x="6095453" y="791913"/>
                  </a:lnTo>
                  <a:lnTo>
                    <a:pt x="6095579" y="791913"/>
                  </a:lnTo>
                  <a:lnTo>
                    <a:pt x="6095705" y="791913"/>
                  </a:lnTo>
                  <a:lnTo>
                    <a:pt x="6095831" y="791913"/>
                  </a:lnTo>
                  <a:lnTo>
                    <a:pt x="6095958" y="791913"/>
                  </a:lnTo>
                  <a:lnTo>
                    <a:pt x="6096084" y="791913"/>
                  </a:lnTo>
                  <a:lnTo>
                    <a:pt x="6096210" y="791913"/>
                  </a:lnTo>
                  <a:lnTo>
                    <a:pt x="6096336" y="791913"/>
                  </a:lnTo>
                  <a:lnTo>
                    <a:pt x="6096462" y="791913"/>
                  </a:lnTo>
                  <a:lnTo>
                    <a:pt x="6096588" y="791913"/>
                  </a:lnTo>
                  <a:lnTo>
                    <a:pt x="6096714" y="791913"/>
                  </a:lnTo>
                  <a:lnTo>
                    <a:pt x="6096840" y="791913"/>
                  </a:lnTo>
                  <a:lnTo>
                    <a:pt x="6096966" y="791913"/>
                  </a:lnTo>
                  <a:lnTo>
                    <a:pt x="6097092" y="791913"/>
                  </a:lnTo>
                  <a:lnTo>
                    <a:pt x="6097218" y="791913"/>
                  </a:lnTo>
                  <a:lnTo>
                    <a:pt x="6097344" y="791913"/>
                  </a:lnTo>
                  <a:lnTo>
                    <a:pt x="6097471" y="791913"/>
                  </a:lnTo>
                  <a:lnTo>
                    <a:pt x="6097597" y="791913"/>
                  </a:lnTo>
                  <a:lnTo>
                    <a:pt x="6097723" y="791913"/>
                  </a:lnTo>
                  <a:lnTo>
                    <a:pt x="6097849" y="791913"/>
                  </a:lnTo>
                  <a:lnTo>
                    <a:pt x="6097975" y="791913"/>
                  </a:lnTo>
                  <a:lnTo>
                    <a:pt x="6098101" y="791913"/>
                  </a:lnTo>
                  <a:lnTo>
                    <a:pt x="6098227" y="791913"/>
                  </a:lnTo>
                  <a:lnTo>
                    <a:pt x="6098353" y="791913"/>
                  </a:lnTo>
                  <a:lnTo>
                    <a:pt x="6098479" y="791913"/>
                  </a:lnTo>
                  <a:lnTo>
                    <a:pt x="6098605" y="791913"/>
                  </a:lnTo>
                  <a:lnTo>
                    <a:pt x="6098731" y="791913"/>
                  </a:lnTo>
                  <a:lnTo>
                    <a:pt x="6098858" y="791913"/>
                  </a:lnTo>
                  <a:lnTo>
                    <a:pt x="6098984" y="791913"/>
                  </a:lnTo>
                  <a:lnTo>
                    <a:pt x="6099110" y="791913"/>
                  </a:lnTo>
                  <a:lnTo>
                    <a:pt x="6099236" y="791913"/>
                  </a:lnTo>
                  <a:lnTo>
                    <a:pt x="6099362" y="791913"/>
                  </a:lnTo>
                  <a:lnTo>
                    <a:pt x="6099488" y="791913"/>
                  </a:lnTo>
                  <a:lnTo>
                    <a:pt x="6099614" y="791913"/>
                  </a:lnTo>
                  <a:lnTo>
                    <a:pt x="6099740" y="791913"/>
                  </a:lnTo>
                  <a:lnTo>
                    <a:pt x="6099866" y="791913"/>
                  </a:lnTo>
                  <a:lnTo>
                    <a:pt x="6099992" y="791913"/>
                  </a:lnTo>
                  <a:lnTo>
                    <a:pt x="6100118" y="791913"/>
                  </a:lnTo>
                  <a:lnTo>
                    <a:pt x="6100245" y="791913"/>
                  </a:lnTo>
                  <a:lnTo>
                    <a:pt x="6100371" y="791913"/>
                  </a:lnTo>
                  <a:lnTo>
                    <a:pt x="6100497" y="791913"/>
                  </a:lnTo>
                  <a:lnTo>
                    <a:pt x="6100623" y="791913"/>
                  </a:lnTo>
                  <a:lnTo>
                    <a:pt x="6100749" y="791913"/>
                  </a:lnTo>
                  <a:lnTo>
                    <a:pt x="6100875" y="791913"/>
                  </a:lnTo>
                  <a:lnTo>
                    <a:pt x="6101001" y="791913"/>
                  </a:lnTo>
                  <a:lnTo>
                    <a:pt x="6101127" y="791913"/>
                  </a:lnTo>
                  <a:lnTo>
                    <a:pt x="6101253" y="791913"/>
                  </a:lnTo>
                  <a:lnTo>
                    <a:pt x="6101379" y="791913"/>
                  </a:lnTo>
                  <a:lnTo>
                    <a:pt x="6101505" y="791913"/>
                  </a:lnTo>
                  <a:lnTo>
                    <a:pt x="6101631" y="791913"/>
                  </a:lnTo>
                  <a:lnTo>
                    <a:pt x="6101758" y="791913"/>
                  </a:lnTo>
                  <a:lnTo>
                    <a:pt x="6101884" y="791913"/>
                  </a:lnTo>
                  <a:lnTo>
                    <a:pt x="6102010" y="791913"/>
                  </a:lnTo>
                  <a:lnTo>
                    <a:pt x="6102136" y="791913"/>
                  </a:lnTo>
                  <a:lnTo>
                    <a:pt x="6102262" y="791913"/>
                  </a:lnTo>
                  <a:lnTo>
                    <a:pt x="6102388" y="791913"/>
                  </a:lnTo>
                  <a:lnTo>
                    <a:pt x="6102514" y="791913"/>
                  </a:lnTo>
                  <a:lnTo>
                    <a:pt x="6102640" y="791913"/>
                  </a:lnTo>
                  <a:lnTo>
                    <a:pt x="6102766" y="791913"/>
                  </a:lnTo>
                  <a:lnTo>
                    <a:pt x="6102892" y="791913"/>
                  </a:lnTo>
                  <a:lnTo>
                    <a:pt x="6103018" y="791913"/>
                  </a:lnTo>
                  <a:lnTo>
                    <a:pt x="6103145" y="791913"/>
                  </a:lnTo>
                  <a:lnTo>
                    <a:pt x="6103271" y="791913"/>
                  </a:lnTo>
                  <a:lnTo>
                    <a:pt x="6103397" y="791913"/>
                  </a:lnTo>
                  <a:lnTo>
                    <a:pt x="6103523" y="791913"/>
                  </a:lnTo>
                  <a:lnTo>
                    <a:pt x="6103649" y="791913"/>
                  </a:lnTo>
                  <a:lnTo>
                    <a:pt x="6103775" y="791913"/>
                  </a:lnTo>
                  <a:lnTo>
                    <a:pt x="6103901" y="791913"/>
                  </a:lnTo>
                  <a:lnTo>
                    <a:pt x="6104027" y="791913"/>
                  </a:lnTo>
                  <a:lnTo>
                    <a:pt x="6104153" y="791913"/>
                  </a:lnTo>
                  <a:lnTo>
                    <a:pt x="6104279" y="791913"/>
                  </a:lnTo>
                  <a:lnTo>
                    <a:pt x="6104405" y="791913"/>
                  </a:lnTo>
                  <a:lnTo>
                    <a:pt x="6104531" y="791913"/>
                  </a:lnTo>
                  <a:lnTo>
                    <a:pt x="6104658" y="791913"/>
                  </a:lnTo>
                  <a:lnTo>
                    <a:pt x="6104784" y="791913"/>
                  </a:lnTo>
                  <a:lnTo>
                    <a:pt x="6104910" y="791913"/>
                  </a:lnTo>
                  <a:lnTo>
                    <a:pt x="6105036" y="791913"/>
                  </a:lnTo>
                  <a:lnTo>
                    <a:pt x="6105162" y="791913"/>
                  </a:lnTo>
                  <a:lnTo>
                    <a:pt x="6105288" y="791913"/>
                  </a:lnTo>
                  <a:lnTo>
                    <a:pt x="6105414" y="791913"/>
                  </a:lnTo>
                  <a:lnTo>
                    <a:pt x="6105540" y="791913"/>
                  </a:lnTo>
                  <a:lnTo>
                    <a:pt x="6105666" y="791913"/>
                  </a:lnTo>
                  <a:lnTo>
                    <a:pt x="6105792" y="791913"/>
                  </a:lnTo>
                  <a:lnTo>
                    <a:pt x="6105918" y="791913"/>
                  </a:lnTo>
                  <a:lnTo>
                    <a:pt x="6106045" y="791913"/>
                  </a:lnTo>
                  <a:lnTo>
                    <a:pt x="6106171" y="791913"/>
                  </a:lnTo>
                  <a:lnTo>
                    <a:pt x="6106297" y="791913"/>
                  </a:lnTo>
                  <a:lnTo>
                    <a:pt x="6106423" y="791913"/>
                  </a:lnTo>
                  <a:lnTo>
                    <a:pt x="6106549" y="791913"/>
                  </a:lnTo>
                  <a:lnTo>
                    <a:pt x="6106675" y="791913"/>
                  </a:lnTo>
                  <a:lnTo>
                    <a:pt x="6106801" y="791913"/>
                  </a:lnTo>
                  <a:lnTo>
                    <a:pt x="6106927" y="791913"/>
                  </a:lnTo>
                  <a:lnTo>
                    <a:pt x="6107053" y="791913"/>
                  </a:lnTo>
                  <a:lnTo>
                    <a:pt x="6107179" y="791913"/>
                  </a:lnTo>
                  <a:lnTo>
                    <a:pt x="6107305" y="791913"/>
                  </a:lnTo>
                  <a:lnTo>
                    <a:pt x="6107432" y="791913"/>
                  </a:lnTo>
                  <a:lnTo>
                    <a:pt x="6107558" y="791913"/>
                  </a:lnTo>
                  <a:lnTo>
                    <a:pt x="6107684" y="791913"/>
                  </a:lnTo>
                  <a:lnTo>
                    <a:pt x="6107810" y="791913"/>
                  </a:lnTo>
                  <a:lnTo>
                    <a:pt x="6107936" y="791913"/>
                  </a:lnTo>
                  <a:lnTo>
                    <a:pt x="6108062" y="791913"/>
                  </a:lnTo>
                  <a:lnTo>
                    <a:pt x="6108188" y="791913"/>
                  </a:lnTo>
                  <a:lnTo>
                    <a:pt x="6108314" y="791913"/>
                  </a:lnTo>
                  <a:lnTo>
                    <a:pt x="6108440" y="791913"/>
                  </a:lnTo>
                  <a:lnTo>
                    <a:pt x="6108566" y="791913"/>
                  </a:lnTo>
                  <a:lnTo>
                    <a:pt x="6108692" y="791913"/>
                  </a:lnTo>
                  <a:lnTo>
                    <a:pt x="6108818" y="791913"/>
                  </a:lnTo>
                  <a:lnTo>
                    <a:pt x="6108945" y="791913"/>
                  </a:lnTo>
                  <a:lnTo>
                    <a:pt x="6109071" y="791913"/>
                  </a:lnTo>
                  <a:lnTo>
                    <a:pt x="6109197" y="791913"/>
                  </a:lnTo>
                  <a:lnTo>
                    <a:pt x="6109323" y="791913"/>
                  </a:lnTo>
                  <a:lnTo>
                    <a:pt x="6109449" y="791913"/>
                  </a:lnTo>
                  <a:lnTo>
                    <a:pt x="6109575" y="791913"/>
                  </a:lnTo>
                  <a:lnTo>
                    <a:pt x="6109701" y="791913"/>
                  </a:lnTo>
                  <a:lnTo>
                    <a:pt x="6109827" y="791913"/>
                  </a:lnTo>
                  <a:lnTo>
                    <a:pt x="6109953" y="791913"/>
                  </a:lnTo>
                  <a:lnTo>
                    <a:pt x="6110079" y="791913"/>
                  </a:lnTo>
                  <a:lnTo>
                    <a:pt x="6110205" y="791913"/>
                  </a:lnTo>
                  <a:lnTo>
                    <a:pt x="6110332" y="791913"/>
                  </a:lnTo>
                  <a:lnTo>
                    <a:pt x="6110458" y="791913"/>
                  </a:lnTo>
                  <a:lnTo>
                    <a:pt x="6110584" y="791913"/>
                  </a:lnTo>
                  <a:lnTo>
                    <a:pt x="6110710" y="791913"/>
                  </a:lnTo>
                  <a:lnTo>
                    <a:pt x="6110836" y="791913"/>
                  </a:lnTo>
                  <a:lnTo>
                    <a:pt x="6110962" y="791913"/>
                  </a:lnTo>
                  <a:lnTo>
                    <a:pt x="6111088" y="791913"/>
                  </a:lnTo>
                  <a:lnTo>
                    <a:pt x="6111214" y="791913"/>
                  </a:lnTo>
                  <a:lnTo>
                    <a:pt x="6111340" y="791913"/>
                  </a:lnTo>
                  <a:lnTo>
                    <a:pt x="6111466" y="791913"/>
                  </a:lnTo>
                  <a:lnTo>
                    <a:pt x="6111592" y="791913"/>
                  </a:lnTo>
                  <a:lnTo>
                    <a:pt x="6111718" y="791913"/>
                  </a:lnTo>
                  <a:lnTo>
                    <a:pt x="6111845" y="791913"/>
                  </a:lnTo>
                  <a:lnTo>
                    <a:pt x="6111971" y="791913"/>
                  </a:lnTo>
                  <a:lnTo>
                    <a:pt x="6112097" y="791913"/>
                  </a:lnTo>
                  <a:lnTo>
                    <a:pt x="6112223" y="791913"/>
                  </a:lnTo>
                  <a:lnTo>
                    <a:pt x="6112349" y="791913"/>
                  </a:lnTo>
                  <a:lnTo>
                    <a:pt x="6112475" y="791913"/>
                  </a:lnTo>
                  <a:lnTo>
                    <a:pt x="6112601" y="791913"/>
                  </a:lnTo>
                  <a:lnTo>
                    <a:pt x="6112727" y="791913"/>
                  </a:lnTo>
                  <a:lnTo>
                    <a:pt x="6112853" y="791913"/>
                  </a:lnTo>
                  <a:lnTo>
                    <a:pt x="6112979" y="791913"/>
                  </a:lnTo>
                  <a:lnTo>
                    <a:pt x="6113105" y="791913"/>
                  </a:lnTo>
                  <a:lnTo>
                    <a:pt x="6113232" y="791913"/>
                  </a:lnTo>
                  <a:lnTo>
                    <a:pt x="6113358" y="791913"/>
                  </a:lnTo>
                  <a:lnTo>
                    <a:pt x="6113484" y="791913"/>
                  </a:lnTo>
                  <a:lnTo>
                    <a:pt x="6113610" y="791913"/>
                  </a:lnTo>
                  <a:lnTo>
                    <a:pt x="6113736" y="791913"/>
                  </a:lnTo>
                  <a:lnTo>
                    <a:pt x="6113862" y="791913"/>
                  </a:lnTo>
                  <a:lnTo>
                    <a:pt x="6113988" y="791913"/>
                  </a:lnTo>
                  <a:lnTo>
                    <a:pt x="6114114" y="791913"/>
                  </a:lnTo>
                  <a:lnTo>
                    <a:pt x="6114240" y="791913"/>
                  </a:lnTo>
                  <a:lnTo>
                    <a:pt x="6114366" y="791913"/>
                  </a:lnTo>
                  <a:lnTo>
                    <a:pt x="6114492" y="791913"/>
                  </a:lnTo>
                  <a:lnTo>
                    <a:pt x="6114618" y="791913"/>
                  </a:lnTo>
                  <a:lnTo>
                    <a:pt x="6114745" y="791913"/>
                  </a:lnTo>
                  <a:lnTo>
                    <a:pt x="6114871" y="791913"/>
                  </a:lnTo>
                  <a:lnTo>
                    <a:pt x="6114997" y="791913"/>
                  </a:lnTo>
                  <a:lnTo>
                    <a:pt x="6115123" y="791913"/>
                  </a:lnTo>
                  <a:lnTo>
                    <a:pt x="6115249" y="791913"/>
                  </a:lnTo>
                  <a:lnTo>
                    <a:pt x="6115375" y="791913"/>
                  </a:lnTo>
                  <a:lnTo>
                    <a:pt x="6115501" y="791913"/>
                  </a:lnTo>
                  <a:lnTo>
                    <a:pt x="6115627" y="791913"/>
                  </a:lnTo>
                  <a:lnTo>
                    <a:pt x="6115753" y="791913"/>
                  </a:lnTo>
                  <a:lnTo>
                    <a:pt x="6115879" y="791913"/>
                  </a:lnTo>
                  <a:lnTo>
                    <a:pt x="6116005" y="791913"/>
                  </a:lnTo>
                  <a:lnTo>
                    <a:pt x="6116132" y="791913"/>
                  </a:lnTo>
                  <a:lnTo>
                    <a:pt x="6116258" y="791913"/>
                  </a:lnTo>
                  <a:lnTo>
                    <a:pt x="6116384" y="791913"/>
                  </a:lnTo>
                  <a:lnTo>
                    <a:pt x="6116510" y="791913"/>
                  </a:lnTo>
                  <a:lnTo>
                    <a:pt x="6116636" y="791913"/>
                  </a:lnTo>
                  <a:lnTo>
                    <a:pt x="6116762" y="791913"/>
                  </a:lnTo>
                  <a:lnTo>
                    <a:pt x="6116888" y="791913"/>
                  </a:lnTo>
                  <a:lnTo>
                    <a:pt x="6117014" y="791913"/>
                  </a:lnTo>
                  <a:lnTo>
                    <a:pt x="6117140" y="791913"/>
                  </a:lnTo>
                  <a:lnTo>
                    <a:pt x="6117266" y="791913"/>
                  </a:lnTo>
                  <a:lnTo>
                    <a:pt x="6117392" y="791913"/>
                  </a:lnTo>
                  <a:lnTo>
                    <a:pt x="6117519" y="791913"/>
                  </a:lnTo>
                  <a:lnTo>
                    <a:pt x="6117645" y="791913"/>
                  </a:lnTo>
                  <a:lnTo>
                    <a:pt x="6117771" y="791913"/>
                  </a:lnTo>
                  <a:lnTo>
                    <a:pt x="6117897" y="791913"/>
                  </a:lnTo>
                  <a:lnTo>
                    <a:pt x="6118023" y="791913"/>
                  </a:lnTo>
                  <a:lnTo>
                    <a:pt x="6118149" y="791913"/>
                  </a:lnTo>
                  <a:lnTo>
                    <a:pt x="6118275" y="791913"/>
                  </a:lnTo>
                  <a:lnTo>
                    <a:pt x="6118401" y="791913"/>
                  </a:lnTo>
                  <a:lnTo>
                    <a:pt x="6118527" y="791913"/>
                  </a:lnTo>
                  <a:lnTo>
                    <a:pt x="6118653" y="791913"/>
                  </a:lnTo>
                  <a:lnTo>
                    <a:pt x="6118779" y="791913"/>
                  </a:lnTo>
                  <a:lnTo>
                    <a:pt x="6118905" y="791913"/>
                  </a:lnTo>
                  <a:lnTo>
                    <a:pt x="6119032" y="791913"/>
                  </a:lnTo>
                  <a:lnTo>
                    <a:pt x="6119158" y="791913"/>
                  </a:lnTo>
                  <a:lnTo>
                    <a:pt x="6119284" y="791913"/>
                  </a:lnTo>
                  <a:lnTo>
                    <a:pt x="6119410" y="791913"/>
                  </a:lnTo>
                  <a:lnTo>
                    <a:pt x="6119536" y="791913"/>
                  </a:lnTo>
                  <a:lnTo>
                    <a:pt x="6119662" y="791913"/>
                  </a:lnTo>
                  <a:lnTo>
                    <a:pt x="6119788" y="791913"/>
                  </a:lnTo>
                  <a:lnTo>
                    <a:pt x="6119914" y="791913"/>
                  </a:lnTo>
                  <a:lnTo>
                    <a:pt x="6120040" y="791913"/>
                  </a:lnTo>
                  <a:lnTo>
                    <a:pt x="6120166" y="791913"/>
                  </a:lnTo>
                  <a:lnTo>
                    <a:pt x="6120292" y="791913"/>
                  </a:lnTo>
                  <a:lnTo>
                    <a:pt x="6120419" y="791913"/>
                  </a:lnTo>
                  <a:lnTo>
                    <a:pt x="6120545" y="791913"/>
                  </a:lnTo>
                  <a:lnTo>
                    <a:pt x="6120671" y="791913"/>
                  </a:lnTo>
                  <a:lnTo>
                    <a:pt x="6120797" y="791913"/>
                  </a:lnTo>
                  <a:lnTo>
                    <a:pt x="6120923" y="791913"/>
                  </a:lnTo>
                  <a:lnTo>
                    <a:pt x="6121049" y="791913"/>
                  </a:lnTo>
                  <a:lnTo>
                    <a:pt x="6121175" y="791913"/>
                  </a:lnTo>
                  <a:lnTo>
                    <a:pt x="6121301" y="791913"/>
                  </a:lnTo>
                  <a:lnTo>
                    <a:pt x="6121427" y="791913"/>
                  </a:lnTo>
                  <a:lnTo>
                    <a:pt x="6121553" y="791913"/>
                  </a:lnTo>
                  <a:lnTo>
                    <a:pt x="6121679" y="791913"/>
                  </a:lnTo>
                  <a:lnTo>
                    <a:pt x="6121805" y="791913"/>
                  </a:lnTo>
                  <a:lnTo>
                    <a:pt x="6121932" y="791913"/>
                  </a:lnTo>
                  <a:lnTo>
                    <a:pt x="6122058" y="791913"/>
                  </a:lnTo>
                  <a:lnTo>
                    <a:pt x="6122184" y="791913"/>
                  </a:lnTo>
                  <a:lnTo>
                    <a:pt x="6122310" y="791913"/>
                  </a:lnTo>
                  <a:lnTo>
                    <a:pt x="6122436" y="791913"/>
                  </a:lnTo>
                  <a:lnTo>
                    <a:pt x="6122562" y="791913"/>
                  </a:lnTo>
                  <a:lnTo>
                    <a:pt x="6122688" y="791913"/>
                  </a:lnTo>
                  <a:lnTo>
                    <a:pt x="6122814" y="791913"/>
                  </a:lnTo>
                  <a:lnTo>
                    <a:pt x="6122940" y="791913"/>
                  </a:lnTo>
                  <a:lnTo>
                    <a:pt x="6123066" y="791913"/>
                  </a:lnTo>
                  <a:lnTo>
                    <a:pt x="6123192" y="791913"/>
                  </a:lnTo>
                  <a:lnTo>
                    <a:pt x="6123319" y="791913"/>
                  </a:lnTo>
                  <a:lnTo>
                    <a:pt x="6123445" y="791913"/>
                  </a:lnTo>
                  <a:lnTo>
                    <a:pt x="6123571" y="791913"/>
                  </a:lnTo>
                  <a:lnTo>
                    <a:pt x="6123697" y="791913"/>
                  </a:lnTo>
                  <a:lnTo>
                    <a:pt x="6123823" y="791913"/>
                  </a:lnTo>
                  <a:lnTo>
                    <a:pt x="6123949" y="791913"/>
                  </a:lnTo>
                  <a:lnTo>
                    <a:pt x="6124075" y="791913"/>
                  </a:lnTo>
                  <a:lnTo>
                    <a:pt x="6124201" y="791913"/>
                  </a:lnTo>
                  <a:lnTo>
                    <a:pt x="6124327" y="791913"/>
                  </a:lnTo>
                  <a:lnTo>
                    <a:pt x="6124453" y="791913"/>
                  </a:lnTo>
                  <a:lnTo>
                    <a:pt x="6124579" y="791913"/>
                  </a:lnTo>
                  <a:lnTo>
                    <a:pt x="6124706" y="791913"/>
                  </a:lnTo>
                  <a:lnTo>
                    <a:pt x="6124832" y="791913"/>
                  </a:lnTo>
                  <a:lnTo>
                    <a:pt x="6124958" y="791913"/>
                  </a:lnTo>
                  <a:lnTo>
                    <a:pt x="6125084" y="791913"/>
                  </a:lnTo>
                  <a:lnTo>
                    <a:pt x="6125210" y="791913"/>
                  </a:lnTo>
                  <a:lnTo>
                    <a:pt x="6125336" y="791913"/>
                  </a:lnTo>
                  <a:lnTo>
                    <a:pt x="6125462" y="791913"/>
                  </a:lnTo>
                  <a:lnTo>
                    <a:pt x="6125588" y="791913"/>
                  </a:lnTo>
                  <a:lnTo>
                    <a:pt x="6125714" y="791913"/>
                  </a:lnTo>
                  <a:lnTo>
                    <a:pt x="6125840" y="791913"/>
                  </a:lnTo>
                  <a:lnTo>
                    <a:pt x="6125966" y="791913"/>
                  </a:lnTo>
                  <a:lnTo>
                    <a:pt x="6126092" y="791913"/>
                  </a:lnTo>
                  <a:lnTo>
                    <a:pt x="6126219" y="791913"/>
                  </a:lnTo>
                  <a:lnTo>
                    <a:pt x="6126345" y="791913"/>
                  </a:lnTo>
                  <a:lnTo>
                    <a:pt x="6126471" y="791913"/>
                  </a:lnTo>
                  <a:lnTo>
                    <a:pt x="6126597" y="791913"/>
                  </a:lnTo>
                  <a:lnTo>
                    <a:pt x="6126723" y="791913"/>
                  </a:lnTo>
                  <a:lnTo>
                    <a:pt x="6126849" y="791913"/>
                  </a:lnTo>
                  <a:lnTo>
                    <a:pt x="6126975" y="791913"/>
                  </a:lnTo>
                  <a:lnTo>
                    <a:pt x="6127101" y="791913"/>
                  </a:lnTo>
                  <a:lnTo>
                    <a:pt x="6127227" y="791913"/>
                  </a:lnTo>
                  <a:lnTo>
                    <a:pt x="6127353" y="791913"/>
                  </a:lnTo>
                  <a:lnTo>
                    <a:pt x="6127479" y="791913"/>
                  </a:lnTo>
                  <a:lnTo>
                    <a:pt x="6127606" y="791913"/>
                  </a:lnTo>
                  <a:lnTo>
                    <a:pt x="6127732" y="791913"/>
                  </a:lnTo>
                  <a:lnTo>
                    <a:pt x="6127858" y="791913"/>
                  </a:lnTo>
                  <a:lnTo>
                    <a:pt x="6127858" y="786633"/>
                  </a:lnTo>
                  <a:lnTo>
                    <a:pt x="6127984" y="786633"/>
                  </a:lnTo>
                  <a:lnTo>
                    <a:pt x="6128110" y="786633"/>
                  </a:lnTo>
                  <a:lnTo>
                    <a:pt x="6128236" y="786633"/>
                  </a:lnTo>
                  <a:lnTo>
                    <a:pt x="6128362" y="786633"/>
                  </a:lnTo>
                  <a:lnTo>
                    <a:pt x="6128488" y="786633"/>
                  </a:lnTo>
                  <a:lnTo>
                    <a:pt x="6128614" y="786633"/>
                  </a:lnTo>
                  <a:lnTo>
                    <a:pt x="6128740" y="786633"/>
                  </a:lnTo>
                  <a:lnTo>
                    <a:pt x="6128866" y="786633"/>
                  </a:lnTo>
                  <a:lnTo>
                    <a:pt x="6128992" y="786633"/>
                  </a:lnTo>
                  <a:lnTo>
                    <a:pt x="6129119" y="786633"/>
                  </a:lnTo>
                  <a:lnTo>
                    <a:pt x="6129245" y="786633"/>
                  </a:lnTo>
                  <a:lnTo>
                    <a:pt x="6129371" y="786633"/>
                  </a:lnTo>
                  <a:lnTo>
                    <a:pt x="6129497" y="786633"/>
                  </a:lnTo>
                  <a:lnTo>
                    <a:pt x="6129623" y="786633"/>
                  </a:lnTo>
                  <a:lnTo>
                    <a:pt x="6129623" y="781354"/>
                  </a:lnTo>
                  <a:lnTo>
                    <a:pt x="6129749" y="781354"/>
                  </a:lnTo>
                  <a:lnTo>
                    <a:pt x="6129875" y="781354"/>
                  </a:lnTo>
                  <a:lnTo>
                    <a:pt x="6130001" y="781354"/>
                  </a:lnTo>
                  <a:lnTo>
                    <a:pt x="6130127" y="781354"/>
                  </a:lnTo>
                  <a:lnTo>
                    <a:pt x="6130253" y="781354"/>
                  </a:lnTo>
                  <a:lnTo>
                    <a:pt x="6130379" y="781354"/>
                  </a:lnTo>
                  <a:lnTo>
                    <a:pt x="6130506" y="781354"/>
                  </a:lnTo>
                  <a:lnTo>
                    <a:pt x="6130632" y="781354"/>
                  </a:lnTo>
                  <a:lnTo>
                    <a:pt x="6130758" y="781354"/>
                  </a:lnTo>
                  <a:lnTo>
                    <a:pt x="6130884" y="781354"/>
                  </a:lnTo>
                  <a:lnTo>
                    <a:pt x="6131010" y="781354"/>
                  </a:lnTo>
                  <a:lnTo>
                    <a:pt x="6131136" y="781354"/>
                  </a:lnTo>
                  <a:lnTo>
                    <a:pt x="6131262" y="781354"/>
                  </a:lnTo>
                  <a:lnTo>
                    <a:pt x="6131388" y="781354"/>
                  </a:lnTo>
                  <a:lnTo>
                    <a:pt x="6131514" y="781354"/>
                  </a:lnTo>
                  <a:lnTo>
                    <a:pt x="6131640" y="781354"/>
                  </a:lnTo>
                  <a:lnTo>
                    <a:pt x="6131766" y="781354"/>
                  </a:lnTo>
                  <a:lnTo>
                    <a:pt x="6131893" y="781354"/>
                  </a:lnTo>
                  <a:lnTo>
                    <a:pt x="6132019" y="781354"/>
                  </a:lnTo>
                  <a:lnTo>
                    <a:pt x="6132145" y="781354"/>
                  </a:lnTo>
                  <a:lnTo>
                    <a:pt x="6132271" y="781354"/>
                  </a:lnTo>
                  <a:lnTo>
                    <a:pt x="6132397" y="781354"/>
                  </a:lnTo>
                  <a:lnTo>
                    <a:pt x="6132523" y="781354"/>
                  </a:lnTo>
                  <a:lnTo>
                    <a:pt x="6132649" y="781354"/>
                  </a:lnTo>
                  <a:lnTo>
                    <a:pt x="6132775" y="781354"/>
                  </a:lnTo>
                  <a:lnTo>
                    <a:pt x="6132901" y="781354"/>
                  </a:lnTo>
                  <a:lnTo>
                    <a:pt x="6133027" y="781354"/>
                  </a:lnTo>
                  <a:lnTo>
                    <a:pt x="6133153" y="781354"/>
                  </a:lnTo>
                  <a:lnTo>
                    <a:pt x="6133279" y="781354"/>
                  </a:lnTo>
                  <a:lnTo>
                    <a:pt x="6133406" y="781354"/>
                  </a:lnTo>
                  <a:lnTo>
                    <a:pt x="6133532" y="781354"/>
                  </a:lnTo>
                  <a:lnTo>
                    <a:pt x="6133658" y="781354"/>
                  </a:lnTo>
                  <a:lnTo>
                    <a:pt x="6133784" y="781354"/>
                  </a:lnTo>
                  <a:lnTo>
                    <a:pt x="6133910" y="781354"/>
                  </a:lnTo>
                  <a:lnTo>
                    <a:pt x="6134036" y="781354"/>
                  </a:lnTo>
                  <a:lnTo>
                    <a:pt x="6134162" y="781354"/>
                  </a:lnTo>
                  <a:lnTo>
                    <a:pt x="6134288" y="781354"/>
                  </a:lnTo>
                  <a:lnTo>
                    <a:pt x="6134414" y="781354"/>
                  </a:lnTo>
                  <a:lnTo>
                    <a:pt x="6134540" y="781354"/>
                  </a:lnTo>
                  <a:lnTo>
                    <a:pt x="6134666" y="781354"/>
                  </a:lnTo>
                  <a:lnTo>
                    <a:pt x="6134793" y="781354"/>
                  </a:lnTo>
                  <a:lnTo>
                    <a:pt x="6134919" y="781354"/>
                  </a:lnTo>
                  <a:lnTo>
                    <a:pt x="6135045" y="781354"/>
                  </a:lnTo>
                  <a:lnTo>
                    <a:pt x="6135171" y="781354"/>
                  </a:lnTo>
                  <a:lnTo>
                    <a:pt x="6135297" y="781354"/>
                  </a:lnTo>
                  <a:lnTo>
                    <a:pt x="6135423" y="781354"/>
                  </a:lnTo>
                  <a:lnTo>
                    <a:pt x="6135549" y="781354"/>
                  </a:lnTo>
                  <a:lnTo>
                    <a:pt x="6135675" y="781354"/>
                  </a:lnTo>
                  <a:lnTo>
                    <a:pt x="6135801" y="781354"/>
                  </a:lnTo>
                  <a:lnTo>
                    <a:pt x="6135927" y="781354"/>
                  </a:lnTo>
                  <a:lnTo>
                    <a:pt x="6136053" y="781354"/>
                  </a:lnTo>
                  <a:lnTo>
                    <a:pt x="6136179" y="781354"/>
                  </a:lnTo>
                  <a:lnTo>
                    <a:pt x="6136306" y="781354"/>
                  </a:lnTo>
                  <a:lnTo>
                    <a:pt x="6136432" y="781354"/>
                  </a:lnTo>
                  <a:lnTo>
                    <a:pt x="6136558" y="781354"/>
                  </a:lnTo>
                  <a:lnTo>
                    <a:pt x="6136684" y="781354"/>
                  </a:lnTo>
                  <a:lnTo>
                    <a:pt x="6136810" y="781354"/>
                  </a:lnTo>
                  <a:lnTo>
                    <a:pt x="6136936" y="781354"/>
                  </a:lnTo>
                  <a:lnTo>
                    <a:pt x="6137062" y="781354"/>
                  </a:lnTo>
                  <a:lnTo>
                    <a:pt x="6137188" y="781354"/>
                  </a:lnTo>
                  <a:lnTo>
                    <a:pt x="6137314" y="781354"/>
                  </a:lnTo>
                  <a:lnTo>
                    <a:pt x="6137440" y="781354"/>
                  </a:lnTo>
                  <a:lnTo>
                    <a:pt x="6137440" y="776074"/>
                  </a:lnTo>
                  <a:lnTo>
                    <a:pt x="6137566" y="776074"/>
                  </a:lnTo>
                  <a:lnTo>
                    <a:pt x="6137693" y="776074"/>
                  </a:lnTo>
                  <a:lnTo>
                    <a:pt x="6137819" y="776074"/>
                  </a:lnTo>
                  <a:lnTo>
                    <a:pt x="6137945" y="776074"/>
                  </a:lnTo>
                  <a:lnTo>
                    <a:pt x="6138071" y="776074"/>
                  </a:lnTo>
                  <a:lnTo>
                    <a:pt x="6138197" y="776074"/>
                  </a:lnTo>
                  <a:lnTo>
                    <a:pt x="6138323" y="776074"/>
                  </a:lnTo>
                  <a:lnTo>
                    <a:pt x="6138449" y="776074"/>
                  </a:lnTo>
                  <a:lnTo>
                    <a:pt x="6138575" y="776074"/>
                  </a:lnTo>
                  <a:lnTo>
                    <a:pt x="6138701" y="776074"/>
                  </a:lnTo>
                  <a:lnTo>
                    <a:pt x="6138827" y="776074"/>
                  </a:lnTo>
                  <a:lnTo>
                    <a:pt x="6138953" y="776074"/>
                  </a:lnTo>
                  <a:lnTo>
                    <a:pt x="6139079" y="776074"/>
                  </a:lnTo>
                  <a:lnTo>
                    <a:pt x="6139206" y="776074"/>
                  </a:lnTo>
                  <a:lnTo>
                    <a:pt x="6139332" y="776074"/>
                  </a:lnTo>
                  <a:lnTo>
                    <a:pt x="6139458" y="776074"/>
                  </a:lnTo>
                  <a:lnTo>
                    <a:pt x="6139584" y="776074"/>
                  </a:lnTo>
                  <a:lnTo>
                    <a:pt x="6139710" y="776074"/>
                  </a:lnTo>
                  <a:lnTo>
                    <a:pt x="6139836" y="776074"/>
                  </a:lnTo>
                  <a:lnTo>
                    <a:pt x="6139836" y="770795"/>
                  </a:lnTo>
                  <a:lnTo>
                    <a:pt x="6139962" y="770795"/>
                  </a:lnTo>
                  <a:lnTo>
                    <a:pt x="6140088" y="770795"/>
                  </a:lnTo>
                  <a:lnTo>
                    <a:pt x="6140214" y="770795"/>
                  </a:lnTo>
                  <a:lnTo>
                    <a:pt x="6140340" y="770795"/>
                  </a:lnTo>
                  <a:lnTo>
                    <a:pt x="6140466" y="770795"/>
                  </a:lnTo>
                  <a:lnTo>
                    <a:pt x="6140593" y="770795"/>
                  </a:lnTo>
                  <a:lnTo>
                    <a:pt x="6140719" y="770795"/>
                  </a:lnTo>
                  <a:lnTo>
                    <a:pt x="6140845" y="770795"/>
                  </a:lnTo>
                  <a:lnTo>
                    <a:pt x="6140971" y="770795"/>
                  </a:lnTo>
                  <a:lnTo>
                    <a:pt x="6141097" y="770795"/>
                  </a:lnTo>
                  <a:lnTo>
                    <a:pt x="6141223" y="770795"/>
                  </a:lnTo>
                  <a:lnTo>
                    <a:pt x="6141349" y="770795"/>
                  </a:lnTo>
                  <a:lnTo>
                    <a:pt x="6141475" y="770795"/>
                  </a:lnTo>
                  <a:lnTo>
                    <a:pt x="6141601" y="770795"/>
                  </a:lnTo>
                  <a:lnTo>
                    <a:pt x="6141727" y="770795"/>
                  </a:lnTo>
                  <a:lnTo>
                    <a:pt x="6141853" y="770795"/>
                  </a:lnTo>
                  <a:lnTo>
                    <a:pt x="6141980" y="770795"/>
                  </a:lnTo>
                  <a:lnTo>
                    <a:pt x="6142106" y="770795"/>
                  </a:lnTo>
                  <a:lnTo>
                    <a:pt x="6142232" y="770795"/>
                  </a:lnTo>
                  <a:lnTo>
                    <a:pt x="6142358" y="770795"/>
                  </a:lnTo>
                  <a:lnTo>
                    <a:pt x="6142484" y="770795"/>
                  </a:lnTo>
                  <a:lnTo>
                    <a:pt x="6142610" y="770795"/>
                  </a:lnTo>
                  <a:lnTo>
                    <a:pt x="6142736" y="770795"/>
                  </a:lnTo>
                  <a:lnTo>
                    <a:pt x="6142862" y="770795"/>
                  </a:lnTo>
                  <a:lnTo>
                    <a:pt x="6142988" y="770795"/>
                  </a:lnTo>
                  <a:lnTo>
                    <a:pt x="6143114" y="770795"/>
                  </a:lnTo>
                  <a:lnTo>
                    <a:pt x="6143240" y="770795"/>
                  </a:lnTo>
                  <a:lnTo>
                    <a:pt x="6143366" y="770795"/>
                  </a:lnTo>
                  <a:lnTo>
                    <a:pt x="6143493" y="770795"/>
                  </a:lnTo>
                  <a:lnTo>
                    <a:pt x="6143619" y="770795"/>
                  </a:lnTo>
                  <a:lnTo>
                    <a:pt x="6143745" y="770795"/>
                  </a:lnTo>
                  <a:lnTo>
                    <a:pt x="6143871" y="770795"/>
                  </a:lnTo>
                  <a:lnTo>
                    <a:pt x="6143997" y="770795"/>
                  </a:lnTo>
                  <a:lnTo>
                    <a:pt x="6144123" y="770795"/>
                  </a:lnTo>
                  <a:lnTo>
                    <a:pt x="6144249" y="770795"/>
                  </a:lnTo>
                  <a:lnTo>
                    <a:pt x="6144375" y="770795"/>
                  </a:lnTo>
                  <a:lnTo>
                    <a:pt x="6144501" y="770795"/>
                  </a:lnTo>
                  <a:lnTo>
                    <a:pt x="6144627" y="770795"/>
                  </a:lnTo>
                  <a:lnTo>
                    <a:pt x="6144753" y="770795"/>
                  </a:lnTo>
                  <a:lnTo>
                    <a:pt x="6144880" y="770795"/>
                  </a:lnTo>
                  <a:lnTo>
                    <a:pt x="6145006" y="770795"/>
                  </a:lnTo>
                  <a:lnTo>
                    <a:pt x="6145132" y="770795"/>
                  </a:lnTo>
                  <a:lnTo>
                    <a:pt x="6145258" y="770795"/>
                  </a:lnTo>
                  <a:lnTo>
                    <a:pt x="6145384" y="770795"/>
                  </a:lnTo>
                  <a:lnTo>
                    <a:pt x="6145510" y="770795"/>
                  </a:lnTo>
                  <a:lnTo>
                    <a:pt x="6145636" y="770795"/>
                  </a:lnTo>
                  <a:lnTo>
                    <a:pt x="6145762" y="770795"/>
                  </a:lnTo>
                  <a:lnTo>
                    <a:pt x="6145888" y="770795"/>
                  </a:lnTo>
                  <a:lnTo>
                    <a:pt x="6146014" y="770795"/>
                  </a:lnTo>
                  <a:lnTo>
                    <a:pt x="6146140" y="770795"/>
                  </a:lnTo>
                  <a:lnTo>
                    <a:pt x="6146266" y="770795"/>
                  </a:lnTo>
                  <a:lnTo>
                    <a:pt x="6146393" y="770795"/>
                  </a:lnTo>
                  <a:lnTo>
                    <a:pt x="6146519" y="770795"/>
                  </a:lnTo>
                  <a:lnTo>
                    <a:pt x="6146645" y="770795"/>
                  </a:lnTo>
                  <a:lnTo>
                    <a:pt x="6146771" y="770795"/>
                  </a:lnTo>
                  <a:lnTo>
                    <a:pt x="6146897" y="770795"/>
                  </a:lnTo>
                  <a:lnTo>
                    <a:pt x="6147023" y="770795"/>
                  </a:lnTo>
                  <a:lnTo>
                    <a:pt x="6147149" y="770795"/>
                  </a:lnTo>
                  <a:lnTo>
                    <a:pt x="6147275" y="770795"/>
                  </a:lnTo>
                  <a:lnTo>
                    <a:pt x="6147401" y="770795"/>
                  </a:lnTo>
                  <a:lnTo>
                    <a:pt x="6147527" y="770795"/>
                  </a:lnTo>
                  <a:lnTo>
                    <a:pt x="6147653" y="770795"/>
                  </a:lnTo>
                  <a:lnTo>
                    <a:pt x="6147780" y="770795"/>
                  </a:lnTo>
                  <a:lnTo>
                    <a:pt x="6147906" y="770795"/>
                  </a:lnTo>
                  <a:lnTo>
                    <a:pt x="6148032" y="770795"/>
                  </a:lnTo>
                  <a:lnTo>
                    <a:pt x="6148158" y="770795"/>
                  </a:lnTo>
                  <a:lnTo>
                    <a:pt x="6148284" y="770795"/>
                  </a:lnTo>
                  <a:lnTo>
                    <a:pt x="6148410" y="770795"/>
                  </a:lnTo>
                  <a:lnTo>
                    <a:pt x="6148536" y="770795"/>
                  </a:lnTo>
                  <a:lnTo>
                    <a:pt x="6148662" y="770795"/>
                  </a:lnTo>
                  <a:lnTo>
                    <a:pt x="6148788" y="770795"/>
                  </a:lnTo>
                  <a:lnTo>
                    <a:pt x="6148914" y="770795"/>
                  </a:lnTo>
                  <a:lnTo>
                    <a:pt x="6149040" y="770795"/>
                  </a:lnTo>
                  <a:lnTo>
                    <a:pt x="6149167" y="770795"/>
                  </a:lnTo>
                  <a:lnTo>
                    <a:pt x="6149293" y="770795"/>
                  </a:lnTo>
                  <a:lnTo>
                    <a:pt x="6149419" y="770795"/>
                  </a:lnTo>
                  <a:lnTo>
                    <a:pt x="6149545" y="770795"/>
                  </a:lnTo>
                  <a:lnTo>
                    <a:pt x="6149671" y="770795"/>
                  </a:lnTo>
                  <a:lnTo>
                    <a:pt x="6149797" y="770795"/>
                  </a:lnTo>
                  <a:lnTo>
                    <a:pt x="6149923" y="770795"/>
                  </a:lnTo>
                  <a:lnTo>
                    <a:pt x="6150049" y="770795"/>
                  </a:lnTo>
                  <a:lnTo>
                    <a:pt x="6150175" y="770795"/>
                  </a:lnTo>
                  <a:lnTo>
                    <a:pt x="6150301" y="770795"/>
                  </a:lnTo>
                  <a:lnTo>
                    <a:pt x="6150427" y="770795"/>
                  </a:lnTo>
                  <a:lnTo>
                    <a:pt x="6150553" y="770795"/>
                  </a:lnTo>
                  <a:lnTo>
                    <a:pt x="6150680" y="770795"/>
                  </a:lnTo>
                  <a:lnTo>
                    <a:pt x="6150806" y="770795"/>
                  </a:lnTo>
                  <a:lnTo>
                    <a:pt x="6150932" y="770795"/>
                  </a:lnTo>
                  <a:lnTo>
                    <a:pt x="6151058" y="770795"/>
                  </a:lnTo>
                  <a:lnTo>
                    <a:pt x="6151184" y="770795"/>
                  </a:lnTo>
                  <a:lnTo>
                    <a:pt x="6151310" y="770795"/>
                  </a:lnTo>
                  <a:lnTo>
                    <a:pt x="6151436" y="770795"/>
                  </a:lnTo>
                  <a:lnTo>
                    <a:pt x="6151562" y="770795"/>
                  </a:lnTo>
                  <a:lnTo>
                    <a:pt x="6151688" y="770795"/>
                  </a:lnTo>
                  <a:lnTo>
                    <a:pt x="6151814" y="770795"/>
                  </a:lnTo>
                  <a:lnTo>
                    <a:pt x="6151940" y="770795"/>
                  </a:lnTo>
                  <a:lnTo>
                    <a:pt x="6152067" y="770795"/>
                  </a:lnTo>
                  <a:lnTo>
                    <a:pt x="6152193" y="770795"/>
                  </a:lnTo>
                  <a:lnTo>
                    <a:pt x="6152319" y="770795"/>
                  </a:lnTo>
                  <a:lnTo>
                    <a:pt x="6152445" y="770795"/>
                  </a:lnTo>
                  <a:lnTo>
                    <a:pt x="6152571" y="770795"/>
                  </a:lnTo>
                  <a:lnTo>
                    <a:pt x="6152697" y="770795"/>
                  </a:lnTo>
                  <a:lnTo>
                    <a:pt x="6152823" y="770795"/>
                  </a:lnTo>
                  <a:lnTo>
                    <a:pt x="6152949" y="770795"/>
                  </a:lnTo>
                  <a:lnTo>
                    <a:pt x="6153075" y="770795"/>
                  </a:lnTo>
                  <a:lnTo>
                    <a:pt x="6153201" y="770795"/>
                  </a:lnTo>
                  <a:lnTo>
                    <a:pt x="6153327" y="770795"/>
                  </a:lnTo>
                  <a:lnTo>
                    <a:pt x="6153453" y="770795"/>
                  </a:lnTo>
                  <a:lnTo>
                    <a:pt x="6153580" y="770795"/>
                  </a:lnTo>
                  <a:lnTo>
                    <a:pt x="6153706" y="770795"/>
                  </a:lnTo>
                  <a:lnTo>
                    <a:pt x="6153832" y="770795"/>
                  </a:lnTo>
                  <a:lnTo>
                    <a:pt x="6153958" y="770795"/>
                  </a:lnTo>
                  <a:lnTo>
                    <a:pt x="6154084" y="770795"/>
                  </a:lnTo>
                  <a:lnTo>
                    <a:pt x="6154210" y="770795"/>
                  </a:lnTo>
                  <a:lnTo>
                    <a:pt x="6154336" y="770795"/>
                  </a:lnTo>
                  <a:lnTo>
                    <a:pt x="6154462" y="770795"/>
                  </a:lnTo>
                  <a:lnTo>
                    <a:pt x="6154588" y="770795"/>
                  </a:lnTo>
                  <a:lnTo>
                    <a:pt x="6154714" y="770795"/>
                  </a:lnTo>
                  <a:lnTo>
                    <a:pt x="6154840" y="770795"/>
                  </a:lnTo>
                  <a:lnTo>
                    <a:pt x="6154967" y="770795"/>
                  </a:lnTo>
                  <a:lnTo>
                    <a:pt x="6155093" y="770795"/>
                  </a:lnTo>
                  <a:lnTo>
                    <a:pt x="6155219" y="770795"/>
                  </a:lnTo>
                  <a:lnTo>
                    <a:pt x="6155345" y="770795"/>
                  </a:lnTo>
                  <a:lnTo>
                    <a:pt x="6155471" y="770795"/>
                  </a:lnTo>
                  <a:lnTo>
                    <a:pt x="6155597" y="770795"/>
                  </a:lnTo>
                  <a:lnTo>
                    <a:pt x="6155723" y="770795"/>
                  </a:lnTo>
                  <a:lnTo>
                    <a:pt x="6155849" y="770795"/>
                  </a:lnTo>
                  <a:lnTo>
                    <a:pt x="6155975" y="770795"/>
                  </a:lnTo>
                  <a:lnTo>
                    <a:pt x="6156101" y="770795"/>
                  </a:lnTo>
                  <a:lnTo>
                    <a:pt x="6156227" y="770795"/>
                  </a:lnTo>
                  <a:lnTo>
                    <a:pt x="6156353" y="770795"/>
                  </a:lnTo>
                  <a:lnTo>
                    <a:pt x="6156480" y="770795"/>
                  </a:lnTo>
                  <a:lnTo>
                    <a:pt x="6156606" y="770795"/>
                  </a:lnTo>
                  <a:lnTo>
                    <a:pt x="6156732" y="770795"/>
                  </a:lnTo>
                  <a:lnTo>
                    <a:pt x="6156858" y="770795"/>
                  </a:lnTo>
                  <a:lnTo>
                    <a:pt x="6156984" y="770795"/>
                  </a:lnTo>
                  <a:lnTo>
                    <a:pt x="6157110" y="770795"/>
                  </a:lnTo>
                  <a:lnTo>
                    <a:pt x="6157236" y="770795"/>
                  </a:lnTo>
                  <a:lnTo>
                    <a:pt x="6157362" y="770795"/>
                  </a:lnTo>
                  <a:lnTo>
                    <a:pt x="6157488" y="770795"/>
                  </a:lnTo>
                  <a:lnTo>
                    <a:pt x="6157614" y="770795"/>
                  </a:lnTo>
                  <a:lnTo>
                    <a:pt x="6157740" y="770795"/>
                  </a:lnTo>
                  <a:lnTo>
                    <a:pt x="6157867" y="770795"/>
                  </a:lnTo>
                  <a:lnTo>
                    <a:pt x="6157993" y="770795"/>
                  </a:lnTo>
                  <a:lnTo>
                    <a:pt x="6158119" y="770795"/>
                  </a:lnTo>
                  <a:lnTo>
                    <a:pt x="6158245" y="770795"/>
                  </a:lnTo>
                  <a:lnTo>
                    <a:pt x="6158371" y="770795"/>
                  </a:lnTo>
                  <a:lnTo>
                    <a:pt x="6158497" y="770795"/>
                  </a:lnTo>
                  <a:lnTo>
                    <a:pt x="6158623" y="770795"/>
                  </a:lnTo>
                  <a:lnTo>
                    <a:pt x="6158749" y="770795"/>
                  </a:lnTo>
                  <a:lnTo>
                    <a:pt x="6158875" y="770795"/>
                  </a:lnTo>
                  <a:lnTo>
                    <a:pt x="6159001" y="770795"/>
                  </a:lnTo>
                  <a:lnTo>
                    <a:pt x="6159127" y="770795"/>
                  </a:lnTo>
                  <a:lnTo>
                    <a:pt x="6159254" y="770795"/>
                  </a:lnTo>
                  <a:lnTo>
                    <a:pt x="6159380" y="770795"/>
                  </a:lnTo>
                  <a:lnTo>
                    <a:pt x="6159506" y="770795"/>
                  </a:lnTo>
                  <a:lnTo>
                    <a:pt x="6159632" y="770795"/>
                  </a:lnTo>
                  <a:lnTo>
                    <a:pt x="6159758" y="770795"/>
                  </a:lnTo>
                  <a:lnTo>
                    <a:pt x="6159884" y="770795"/>
                  </a:lnTo>
                  <a:lnTo>
                    <a:pt x="6160010" y="770795"/>
                  </a:lnTo>
                  <a:lnTo>
                    <a:pt x="6160136" y="770795"/>
                  </a:lnTo>
                  <a:lnTo>
                    <a:pt x="6160262" y="770795"/>
                  </a:lnTo>
                  <a:lnTo>
                    <a:pt x="6160388" y="770795"/>
                  </a:lnTo>
                  <a:lnTo>
                    <a:pt x="6160514" y="770795"/>
                  </a:lnTo>
                  <a:lnTo>
                    <a:pt x="6160640" y="770795"/>
                  </a:lnTo>
                  <a:lnTo>
                    <a:pt x="6160767" y="770795"/>
                  </a:lnTo>
                  <a:lnTo>
                    <a:pt x="6160893" y="770795"/>
                  </a:lnTo>
                  <a:lnTo>
                    <a:pt x="6161019" y="770795"/>
                  </a:lnTo>
                  <a:lnTo>
                    <a:pt x="6161145" y="770795"/>
                  </a:lnTo>
                  <a:lnTo>
                    <a:pt x="6161271" y="770795"/>
                  </a:lnTo>
                  <a:lnTo>
                    <a:pt x="6161397" y="770795"/>
                  </a:lnTo>
                  <a:lnTo>
                    <a:pt x="6161523" y="770795"/>
                  </a:lnTo>
                  <a:lnTo>
                    <a:pt x="6161649" y="770795"/>
                  </a:lnTo>
                  <a:lnTo>
                    <a:pt x="6161775" y="770795"/>
                  </a:lnTo>
                  <a:lnTo>
                    <a:pt x="6161901" y="770795"/>
                  </a:lnTo>
                  <a:lnTo>
                    <a:pt x="6162027" y="770795"/>
                  </a:lnTo>
                  <a:lnTo>
                    <a:pt x="6162154" y="770795"/>
                  </a:lnTo>
                  <a:lnTo>
                    <a:pt x="6162280" y="770795"/>
                  </a:lnTo>
                  <a:lnTo>
                    <a:pt x="6162406" y="770795"/>
                  </a:lnTo>
                  <a:lnTo>
                    <a:pt x="6162532" y="770795"/>
                  </a:lnTo>
                  <a:lnTo>
                    <a:pt x="6162658" y="770795"/>
                  </a:lnTo>
                  <a:lnTo>
                    <a:pt x="6162784" y="770795"/>
                  </a:lnTo>
                  <a:lnTo>
                    <a:pt x="6162910" y="770795"/>
                  </a:lnTo>
                  <a:lnTo>
                    <a:pt x="6163036" y="770795"/>
                  </a:lnTo>
                  <a:lnTo>
                    <a:pt x="6163162" y="770795"/>
                  </a:lnTo>
                  <a:lnTo>
                    <a:pt x="6163288" y="770795"/>
                  </a:lnTo>
                  <a:lnTo>
                    <a:pt x="6163414" y="770795"/>
                  </a:lnTo>
                  <a:lnTo>
                    <a:pt x="6163540" y="770795"/>
                  </a:lnTo>
                  <a:lnTo>
                    <a:pt x="6163667" y="770795"/>
                  </a:lnTo>
                  <a:lnTo>
                    <a:pt x="6163793" y="770795"/>
                  </a:lnTo>
                  <a:lnTo>
                    <a:pt x="6163919" y="770795"/>
                  </a:lnTo>
                  <a:lnTo>
                    <a:pt x="6164045" y="770795"/>
                  </a:lnTo>
                  <a:lnTo>
                    <a:pt x="6164171" y="770795"/>
                  </a:lnTo>
                  <a:lnTo>
                    <a:pt x="6164297" y="770795"/>
                  </a:lnTo>
                  <a:lnTo>
                    <a:pt x="6164423" y="770795"/>
                  </a:lnTo>
                  <a:lnTo>
                    <a:pt x="6164549" y="770795"/>
                  </a:lnTo>
                  <a:lnTo>
                    <a:pt x="6164675" y="770795"/>
                  </a:lnTo>
                  <a:lnTo>
                    <a:pt x="6164801" y="770795"/>
                  </a:lnTo>
                  <a:lnTo>
                    <a:pt x="6164927" y="770795"/>
                  </a:lnTo>
                  <a:lnTo>
                    <a:pt x="6165054" y="770795"/>
                  </a:lnTo>
                  <a:lnTo>
                    <a:pt x="6165180" y="770795"/>
                  </a:lnTo>
                  <a:lnTo>
                    <a:pt x="6165306" y="770795"/>
                  </a:lnTo>
                  <a:lnTo>
                    <a:pt x="6165432" y="770795"/>
                  </a:lnTo>
                  <a:lnTo>
                    <a:pt x="6165558" y="770795"/>
                  </a:lnTo>
                  <a:lnTo>
                    <a:pt x="6165684" y="770795"/>
                  </a:lnTo>
                  <a:lnTo>
                    <a:pt x="6165810" y="770795"/>
                  </a:lnTo>
                  <a:lnTo>
                    <a:pt x="6165936" y="770795"/>
                  </a:lnTo>
                  <a:lnTo>
                    <a:pt x="6166062" y="770795"/>
                  </a:lnTo>
                  <a:lnTo>
                    <a:pt x="6166188" y="770795"/>
                  </a:lnTo>
                  <a:lnTo>
                    <a:pt x="6166314" y="770795"/>
                  </a:lnTo>
                  <a:lnTo>
                    <a:pt x="6166441" y="770795"/>
                  </a:lnTo>
                  <a:lnTo>
                    <a:pt x="6166567" y="770795"/>
                  </a:lnTo>
                  <a:lnTo>
                    <a:pt x="6166693" y="770795"/>
                  </a:lnTo>
                  <a:lnTo>
                    <a:pt x="6166819" y="770795"/>
                  </a:lnTo>
                  <a:lnTo>
                    <a:pt x="6166945" y="770795"/>
                  </a:lnTo>
                  <a:lnTo>
                    <a:pt x="6167071" y="770795"/>
                  </a:lnTo>
                  <a:lnTo>
                    <a:pt x="6167197" y="770795"/>
                  </a:lnTo>
                  <a:lnTo>
                    <a:pt x="6167323" y="770795"/>
                  </a:lnTo>
                  <a:lnTo>
                    <a:pt x="6167449" y="770795"/>
                  </a:lnTo>
                  <a:lnTo>
                    <a:pt x="6167575" y="770795"/>
                  </a:lnTo>
                  <a:lnTo>
                    <a:pt x="6167701" y="770795"/>
                  </a:lnTo>
                  <a:lnTo>
                    <a:pt x="6167827" y="770795"/>
                  </a:lnTo>
                  <a:lnTo>
                    <a:pt x="6167954" y="770795"/>
                  </a:lnTo>
                  <a:lnTo>
                    <a:pt x="6168080" y="770795"/>
                  </a:lnTo>
                  <a:lnTo>
                    <a:pt x="6168206" y="770795"/>
                  </a:lnTo>
                  <a:lnTo>
                    <a:pt x="6168332" y="770795"/>
                  </a:lnTo>
                  <a:lnTo>
                    <a:pt x="6168458" y="770795"/>
                  </a:lnTo>
                  <a:lnTo>
                    <a:pt x="6168584" y="770795"/>
                  </a:lnTo>
                  <a:lnTo>
                    <a:pt x="6168710" y="770795"/>
                  </a:lnTo>
                  <a:lnTo>
                    <a:pt x="6168836" y="770795"/>
                  </a:lnTo>
                  <a:lnTo>
                    <a:pt x="6168962" y="770795"/>
                  </a:lnTo>
                  <a:lnTo>
                    <a:pt x="6169088" y="770795"/>
                  </a:lnTo>
                  <a:lnTo>
                    <a:pt x="6169214" y="770795"/>
                  </a:lnTo>
                  <a:lnTo>
                    <a:pt x="6169341" y="770795"/>
                  </a:lnTo>
                  <a:lnTo>
                    <a:pt x="6169467" y="770795"/>
                  </a:lnTo>
                  <a:lnTo>
                    <a:pt x="6169593" y="770795"/>
                  </a:lnTo>
                  <a:lnTo>
                    <a:pt x="6169719" y="770795"/>
                  </a:lnTo>
                  <a:lnTo>
                    <a:pt x="6169845" y="770795"/>
                  </a:lnTo>
                  <a:lnTo>
                    <a:pt x="6169971" y="770795"/>
                  </a:lnTo>
                  <a:lnTo>
                    <a:pt x="6170097" y="770795"/>
                  </a:lnTo>
                  <a:lnTo>
                    <a:pt x="6170223" y="770795"/>
                  </a:lnTo>
                  <a:lnTo>
                    <a:pt x="6170349" y="770795"/>
                  </a:lnTo>
                  <a:lnTo>
                    <a:pt x="6170475" y="770795"/>
                  </a:lnTo>
                  <a:lnTo>
                    <a:pt x="6170601" y="770795"/>
                  </a:lnTo>
                  <a:lnTo>
                    <a:pt x="6170727" y="770795"/>
                  </a:lnTo>
                  <a:lnTo>
                    <a:pt x="6170854" y="770795"/>
                  </a:lnTo>
                  <a:lnTo>
                    <a:pt x="6170980" y="770795"/>
                  </a:lnTo>
                  <a:lnTo>
                    <a:pt x="6171106" y="770795"/>
                  </a:lnTo>
                  <a:lnTo>
                    <a:pt x="6171232" y="770795"/>
                  </a:lnTo>
                  <a:lnTo>
                    <a:pt x="6171358" y="770795"/>
                  </a:lnTo>
                  <a:lnTo>
                    <a:pt x="6171484" y="770795"/>
                  </a:lnTo>
                  <a:lnTo>
                    <a:pt x="6171610" y="770795"/>
                  </a:lnTo>
                  <a:lnTo>
                    <a:pt x="6171736" y="770795"/>
                  </a:lnTo>
                  <a:lnTo>
                    <a:pt x="6171862" y="770795"/>
                  </a:lnTo>
                  <a:lnTo>
                    <a:pt x="6171988" y="770795"/>
                  </a:lnTo>
                  <a:lnTo>
                    <a:pt x="6172114" y="770795"/>
                  </a:lnTo>
                  <a:lnTo>
                    <a:pt x="6172241" y="770795"/>
                  </a:lnTo>
                  <a:lnTo>
                    <a:pt x="6172367" y="770795"/>
                  </a:lnTo>
                  <a:lnTo>
                    <a:pt x="6172493" y="770795"/>
                  </a:lnTo>
                  <a:lnTo>
                    <a:pt x="6172619" y="770795"/>
                  </a:lnTo>
                  <a:lnTo>
                    <a:pt x="6172745" y="770795"/>
                  </a:lnTo>
                  <a:lnTo>
                    <a:pt x="6172871" y="770795"/>
                  </a:lnTo>
                  <a:lnTo>
                    <a:pt x="6172997" y="770795"/>
                  </a:lnTo>
                  <a:lnTo>
                    <a:pt x="6173123" y="770795"/>
                  </a:lnTo>
                  <a:lnTo>
                    <a:pt x="6173249" y="770795"/>
                  </a:lnTo>
                  <a:lnTo>
                    <a:pt x="6173375" y="770795"/>
                  </a:lnTo>
                  <a:lnTo>
                    <a:pt x="6173501" y="770795"/>
                  </a:lnTo>
                  <a:lnTo>
                    <a:pt x="6173628" y="770795"/>
                  </a:lnTo>
                  <a:lnTo>
                    <a:pt x="6173754" y="770795"/>
                  </a:lnTo>
                  <a:lnTo>
                    <a:pt x="6173880" y="770795"/>
                  </a:lnTo>
                  <a:lnTo>
                    <a:pt x="6174006" y="770795"/>
                  </a:lnTo>
                  <a:lnTo>
                    <a:pt x="6174132" y="770795"/>
                  </a:lnTo>
                  <a:lnTo>
                    <a:pt x="6174258" y="770795"/>
                  </a:lnTo>
                  <a:lnTo>
                    <a:pt x="6174384" y="770795"/>
                  </a:lnTo>
                  <a:lnTo>
                    <a:pt x="6174510" y="770795"/>
                  </a:lnTo>
                  <a:lnTo>
                    <a:pt x="6174636" y="770795"/>
                  </a:lnTo>
                  <a:lnTo>
                    <a:pt x="6174762" y="770795"/>
                  </a:lnTo>
                  <a:lnTo>
                    <a:pt x="6174888" y="770795"/>
                  </a:lnTo>
                  <a:lnTo>
                    <a:pt x="6175014" y="770795"/>
                  </a:lnTo>
                  <a:lnTo>
                    <a:pt x="6175141" y="770795"/>
                  </a:lnTo>
                  <a:lnTo>
                    <a:pt x="6175267" y="770795"/>
                  </a:lnTo>
                  <a:lnTo>
                    <a:pt x="6175393" y="770795"/>
                  </a:lnTo>
                  <a:lnTo>
                    <a:pt x="6175519" y="770795"/>
                  </a:lnTo>
                  <a:lnTo>
                    <a:pt x="6175645" y="770795"/>
                  </a:lnTo>
                  <a:lnTo>
                    <a:pt x="6175771" y="770795"/>
                  </a:lnTo>
                  <a:lnTo>
                    <a:pt x="6175897" y="770795"/>
                  </a:lnTo>
                  <a:lnTo>
                    <a:pt x="6176023" y="770795"/>
                  </a:lnTo>
                  <a:lnTo>
                    <a:pt x="6176149" y="770795"/>
                  </a:lnTo>
                  <a:lnTo>
                    <a:pt x="6176275" y="770795"/>
                  </a:lnTo>
                  <a:lnTo>
                    <a:pt x="6176401" y="770795"/>
                  </a:lnTo>
                  <a:lnTo>
                    <a:pt x="6176528" y="770795"/>
                  </a:lnTo>
                  <a:lnTo>
                    <a:pt x="6176654" y="770795"/>
                  </a:lnTo>
                  <a:lnTo>
                    <a:pt x="6176780" y="770795"/>
                  </a:lnTo>
                  <a:lnTo>
                    <a:pt x="6176906" y="770795"/>
                  </a:lnTo>
                  <a:lnTo>
                    <a:pt x="6177032" y="770795"/>
                  </a:lnTo>
                  <a:lnTo>
                    <a:pt x="6177158" y="770795"/>
                  </a:lnTo>
                  <a:lnTo>
                    <a:pt x="6177284" y="770795"/>
                  </a:lnTo>
                  <a:lnTo>
                    <a:pt x="6177410" y="770795"/>
                  </a:lnTo>
                  <a:lnTo>
                    <a:pt x="6177536" y="770795"/>
                  </a:lnTo>
                  <a:lnTo>
                    <a:pt x="6177662" y="770795"/>
                  </a:lnTo>
                  <a:lnTo>
                    <a:pt x="6177788" y="770795"/>
                  </a:lnTo>
                  <a:lnTo>
                    <a:pt x="6177914" y="770795"/>
                  </a:lnTo>
                  <a:lnTo>
                    <a:pt x="6178041" y="770795"/>
                  </a:lnTo>
                  <a:lnTo>
                    <a:pt x="6178167" y="770795"/>
                  </a:lnTo>
                  <a:lnTo>
                    <a:pt x="6178293" y="770795"/>
                  </a:lnTo>
                  <a:lnTo>
                    <a:pt x="6178419" y="770795"/>
                  </a:lnTo>
                  <a:lnTo>
                    <a:pt x="6178545" y="770795"/>
                  </a:lnTo>
                  <a:lnTo>
                    <a:pt x="6178671" y="770795"/>
                  </a:lnTo>
                  <a:lnTo>
                    <a:pt x="6178797" y="770795"/>
                  </a:lnTo>
                  <a:lnTo>
                    <a:pt x="6178923" y="770795"/>
                  </a:lnTo>
                  <a:lnTo>
                    <a:pt x="6179049" y="770795"/>
                  </a:lnTo>
                  <a:lnTo>
                    <a:pt x="6179175" y="770795"/>
                  </a:lnTo>
                  <a:lnTo>
                    <a:pt x="6179301" y="770795"/>
                  </a:lnTo>
                  <a:lnTo>
                    <a:pt x="6179428" y="770795"/>
                  </a:lnTo>
                  <a:lnTo>
                    <a:pt x="6179554" y="770795"/>
                  </a:lnTo>
                  <a:lnTo>
                    <a:pt x="6179680" y="770795"/>
                  </a:lnTo>
                  <a:lnTo>
                    <a:pt x="6179806" y="770795"/>
                  </a:lnTo>
                  <a:lnTo>
                    <a:pt x="6179932" y="770795"/>
                  </a:lnTo>
                  <a:lnTo>
                    <a:pt x="6180058" y="770795"/>
                  </a:lnTo>
                  <a:lnTo>
                    <a:pt x="6180184" y="770795"/>
                  </a:lnTo>
                  <a:lnTo>
                    <a:pt x="6180310" y="770795"/>
                  </a:lnTo>
                  <a:lnTo>
                    <a:pt x="6180436" y="770795"/>
                  </a:lnTo>
                  <a:lnTo>
                    <a:pt x="6180562" y="770795"/>
                  </a:lnTo>
                  <a:lnTo>
                    <a:pt x="6180688" y="770795"/>
                  </a:lnTo>
                  <a:lnTo>
                    <a:pt x="6180814" y="770795"/>
                  </a:lnTo>
                  <a:lnTo>
                    <a:pt x="6180941" y="770795"/>
                  </a:lnTo>
                  <a:lnTo>
                    <a:pt x="6181067" y="770795"/>
                  </a:lnTo>
                  <a:lnTo>
                    <a:pt x="6181067" y="765516"/>
                  </a:lnTo>
                  <a:lnTo>
                    <a:pt x="6181193" y="765516"/>
                  </a:lnTo>
                  <a:lnTo>
                    <a:pt x="6181319" y="765516"/>
                  </a:lnTo>
                  <a:lnTo>
                    <a:pt x="6181445" y="765516"/>
                  </a:lnTo>
                  <a:lnTo>
                    <a:pt x="6181571" y="765516"/>
                  </a:lnTo>
                  <a:lnTo>
                    <a:pt x="6181697" y="765516"/>
                  </a:lnTo>
                  <a:lnTo>
                    <a:pt x="6181823" y="765516"/>
                  </a:lnTo>
                  <a:lnTo>
                    <a:pt x="6181949" y="765516"/>
                  </a:lnTo>
                  <a:lnTo>
                    <a:pt x="6182075" y="765516"/>
                  </a:lnTo>
                  <a:lnTo>
                    <a:pt x="6182201" y="765516"/>
                  </a:lnTo>
                  <a:lnTo>
                    <a:pt x="6182328" y="765516"/>
                  </a:lnTo>
                  <a:lnTo>
                    <a:pt x="6182454" y="765516"/>
                  </a:lnTo>
                  <a:lnTo>
                    <a:pt x="6182580" y="765516"/>
                  </a:lnTo>
                  <a:lnTo>
                    <a:pt x="6182706" y="765516"/>
                  </a:lnTo>
                  <a:lnTo>
                    <a:pt x="6182832" y="765516"/>
                  </a:lnTo>
                  <a:lnTo>
                    <a:pt x="6182958" y="765516"/>
                  </a:lnTo>
                  <a:lnTo>
                    <a:pt x="6183084" y="765516"/>
                  </a:lnTo>
                  <a:lnTo>
                    <a:pt x="6183210" y="765516"/>
                  </a:lnTo>
                  <a:lnTo>
                    <a:pt x="6183336" y="765516"/>
                  </a:lnTo>
                  <a:lnTo>
                    <a:pt x="6183462" y="765516"/>
                  </a:lnTo>
                  <a:lnTo>
                    <a:pt x="6183588" y="765516"/>
                  </a:lnTo>
                  <a:lnTo>
                    <a:pt x="6183715" y="765516"/>
                  </a:lnTo>
                  <a:lnTo>
                    <a:pt x="6183841" y="765516"/>
                  </a:lnTo>
                  <a:lnTo>
                    <a:pt x="6183967" y="765516"/>
                  </a:lnTo>
                  <a:lnTo>
                    <a:pt x="6184093" y="765516"/>
                  </a:lnTo>
                  <a:lnTo>
                    <a:pt x="6184219" y="765516"/>
                  </a:lnTo>
                  <a:lnTo>
                    <a:pt x="6184345" y="765516"/>
                  </a:lnTo>
                  <a:lnTo>
                    <a:pt x="6184471" y="765516"/>
                  </a:lnTo>
                  <a:lnTo>
                    <a:pt x="6184597" y="765516"/>
                  </a:lnTo>
                  <a:lnTo>
                    <a:pt x="6184723" y="765516"/>
                  </a:lnTo>
                  <a:lnTo>
                    <a:pt x="6184849" y="765516"/>
                  </a:lnTo>
                  <a:lnTo>
                    <a:pt x="6184975" y="765516"/>
                  </a:lnTo>
                  <a:lnTo>
                    <a:pt x="6185101" y="765516"/>
                  </a:lnTo>
                  <a:lnTo>
                    <a:pt x="6185228" y="765516"/>
                  </a:lnTo>
                  <a:lnTo>
                    <a:pt x="6185354" y="765516"/>
                  </a:lnTo>
                  <a:lnTo>
                    <a:pt x="6185480" y="765516"/>
                  </a:lnTo>
                  <a:lnTo>
                    <a:pt x="6185606" y="765516"/>
                  </a:lnTo>
                  <a:lnTo>
                    <a:pt x="6185732" y="765516"/>
                  </a:lnTo>
                  <a:lnTo>
                    <a:pt x="6185858" y="765516"/>
                  </a:lnTo>
                  <a:lnTo>
                    <a:pt x="6185984" y="765516"/>
                  </a:lnTo>
                  <a:lnTo>
                    <a:pt x="6186110" y="765516"/>
                  </a:lnTo>
                  <a:lnTo>
                    <a:pt x="6186236" y="765516"/>
                  </a:lnTo>
                  <a:lnTo>
                    <a:pt x="6186362" y="765516"/>
                  </a:lnTo>
                  <a:lnTo>
                    <a:pt x="6186488" y="765516"/>
                  </a:lnTo>
                  <a:lnTo>
                    <a:pt x="6186615" y="765516"/>
                  </a:lnTo>
                  <a:lnTo>
                    <a:pt x="6186741" y="765516"/>
                  </a:lnTo>
                  <a:lnTo>
                    <a:pt x="6186867" y="765516"/>
                  </a:lnTo>
                  <a:lnTo>
                    <a:pt x="6186993" y="765516"/>
                  </a:lnTo>
                  <a:lnTo>
                    <a:pt x="6187119" y="765516"/>
                  </a:lnTo>
                  <a:lnTo>
                    <a:pt x="6187245" y="765516"/>
                  </a:lnTo>
                  <a:lnTo>
                    <a:pt x="6187371" y="765516"/>
                  </a:lnTo>
                  <a:lnTo>
                    <a:pt x="6187497" y="765516"/>
                  </a:lnTo>
                  <a:lnTo>
                    <a:pt x="6187623" y="765516"/>
                  </a:lnTo>
                  <a:lnTo>
                    <a:pt x="6187749" y="765516"/>
                  </a:lnTo>
                  <a:lnTo>
                    <a:pt x="6187875" y="765516"/>
                  </a:lnTo>
                  <a:lnTo>
                    <a:pt x="6188001" y="765516"/>
                  </a:lnTo>
                  <a:lnTo>
                    <a:pt x="6188128" y="765516"/>
                  </a:lnTo>
                  <a:lnTo>
                    <a:pt x="6188254" y="765516"/>
                  </a:lnTo>
                  <a:lnTo>
                    <a:pt x="6188380" y="765516"/>
                  </a:lnTo>
                  <a:lnTo>
                    <a:pt x="6188506" y="765516"/>
                  </a:lnTo>
                  <a:lnTo>
                    <a:pt x="6188632" y="765516"/>
                  </a:lnTo>
                  <a:lnTo>
                    <a:pt x="6188758" y="765516"/>
                  </a:lnTo>
                  <a:lnTo>
                    <a:pt x="6188884" y="765516"/>
                  </a:lnTo>
                  <a:lnTo>
                    <a:pt x="6189010" y="765516"/>
                  </a:lnTo>
                  <a:lnTo>
                    <a:pt x="6189136" y="765516"/>
                  </a:lnTo>
                  <a:lnTo>
                    <a:pt x="6189262" y="765516"/>
                  </a:lnTo>
                  <a:lnTo>
                    <a:pt x="6189388" y="765516"/>
                  </a:lnTo>
                  <a:lnTo>
                    <a:pt x="6189515" y="765516"/>
                  </a:lnTo>
                  <a:lnTo>
                    <a:pt x="6189641" y="765516"/>
                  </a:lnTo>
                  <a:lnTo>
                    <a:pt x="6189767" y="765516"/>
                  </a:lnTo>
                  <a:lnTo>
                    <a:pt x="6189893" y="765516"/>
                  </a:lnTo>
                  <a:lnTo>
                    <a:pt x="6190019" y="765516"/>
                  </a:lnTo>
                  <a:lnTo>
                    <a:pt x="6190145" y="765516"/>
                  </a:lnTo>
                  <a:lnTo>
                    <a:pt x="6190271" y="765516"/>
                  </a:lnTo>
                  <a:lnTo>
                    <a:pt x="6190397" y="765516"/>
                  </a:lnTo>
                  <a:lnTo>
                    <a:pt x="6190523" y="765516"/>
                  </a:lnTo>
                  <a:lnTo>
                    <a:pt x="6190649" y="765516"/>
                  </a:lnTo>
                  <a:lnTo>
                    <a:pt x="6190775" y="765516"/>
                  </a:lnTo>
                  <a:lnTo>
                    <a:pt x="6190902" y="765516"/>
                  </a:lnTo>
                  <a:lnTo>
                    <a:pt x="6191028" y="765516"/>
                  </a:lnTo>
                  <a:lnTo>
                    <a:pt x="6191154" y="765516"/>
                  </a:lnTo>
                  <a:lnTo>
                    <a:pt x="6191280" y="765516"/>
                  </a:lnTo>
                  <a:lnTo>
                    <a:pt x="6191406" y="765516"/>
                  </a:lnTo>
                  <a:lnTo>
                    <a:pt x="6191532" y="765516"/>
                  </a:lnTo>
                  <a:lnTo>
                    <a:pt x="6191658" y="765516"/>
                  </a:lnTo>
                  <a:lnTo>
                    <a:pt x="6191784" y="765516"/>
                  </a:lnTo>
                  <a:lnTo>
                    <a:pt x="6191910" y="765516"/>
                  </a:lnTo>
                  <a:lnTo>
                    <a:pt x="6192036" y="765516"/>
                  </a:lnTo>
                  <a:lnTo>
                    <a:pt x="6192162" y="765516"/>
                  </a:lnTo>
                  <a:lnTo>
                    <a:pt x="6192288" y="765516"/>
                  </a:lnTo>
                  <a:lnTo>
                    <a:pt x="6192415" y="765516"/>
                  </a:lnTo>
                  <a:lnTo>
                    <a:pt x="6192541" y="765516"/>
                  </a:lnTo>
                  <a:lnTo>
                    <a:pt x="6192667" y="765516"/>
                  </a:lnTo>
                  <a:lnTo>
                    <a:pt x="6192793" y="765516"/>
                  </a:lnTo>
                  <a:lnTo>
                    <a:pt x="6192919" y="765516"/>
                  </a:lnTo>
                  <a:lnTo>
                    <a:pt x="6193045" y="765516"/>
                  </a:lnTo>
                  <a:lnTo>
                    <a:pt x="6193171" y="765516"/>
                  </a:lnTo>
                  <a:lnTo>
                    <a:pt x="6193297" y="765516"/>
                  </a:lnTo>
                  <a:lnTo>
                    <a:pt x="6193423" y="765516"/>
                  </a:lnTo>
                  <a:lnTo>
                    <a:pt x="6193549" y="765516"/>
                  </a:lnTo>
                  <a:lnTo>
                    <a:pt x="6193675" y="765516"/>
                  </a:lnTo>
                  <a:lnTo>
                    <a:pt x="6193802" y="765516"/>
                  </a:lnTo>
                  <a:lnTo>
                    <a:pt x="6193928" y="765516"/>
                  </a:lnTo>
                  <a:lnTo>
                    <a:pt x="6194054" y="765516"/>
                  </a:lnTo>
                  <a:lnTo>
                    <a:pt x="6194180" y="765516"/>
                  </a:lnTo>
                  <a:lnTo>
                    <a:pt x="6194306" y="765516"/>
                  </a:lnTo>
                  <a:lnTo>
                    <a:pt x="6194432" y="765516"/>
                  </a:lnTo>
                  <a:lnTo>
                    <a:pt x="6194558" y="765516"/>
                  </a:lnTo>
                  <a:lnTo>
                    <a:pt x="6194684" y="765516"/>
                  </a:lnTo>
                  <a:lnTo>
                    <a:pt x="6194810" y="765516"/>
                  </a:lnTo>
                  <a:lnTo>
                    <a:pt x="6194936" y="765516"/>
                  </a:lnTo>
                  <a:lnTo>
                    <a:pt x="6195062" y="765516"/>
                  </a:lnTo>
                  <a:lnTo>
                    <a:pt x="6195188" y="765516"/>
                  </a:lnTo>
                  <a:lnTo>
                    <a:pt x="6195315" y="765516"/>
                  </a:lnTo>
                  <a:lnTo>
                    <a:pt x="6195441" y="765516"/>
                  </a:lnTo>
                  <a:lnTo>
                    <a:pt x="6195567" y="765516"/>
                  </a:lnTo>
                  <a:lnTo>
                    <a:pt x="6195693" y="765516"/>
                  </a:lnTo>
                  <a:lnTo>
                    <a:pt x="6195819" y="765516"/>
                  </a:lnTo>
                  <a:lnTo>
                    <a:pt x="6195945" y="765516"/>
                  </a:lnTo>
                  <a:lnTo>
                    <a:pt x="6196071" y="765516"/>
                  </a:lnTo>
                  <a:lnTo>
                    <a:pt x="6196197" y="765516"/>
                  </a:lnTo>
                  <a:lnTo>
                    <a:pt x="6196323" y="765516"/>
                  </a:lnTo>
                  <a:lnTo>
                    <a:pt x="6196449" y="765516"/>
                  </a:lnTo>
                  <a:lnTo>
                    <a:pt x="6196575" y="765516"/>
                  </a:lnTo>
                  <a:lnTo>
                    <a:pt x="6196702" y="765516"/>
                  </a:lnTo>
                  <a:lnTo>
                    <a:pt x="6196828" y="765516"/>
                  </a:lnTo>
                  <a:lnTo>
                    <a:pt x="6196954" y="765516"/>
                  </a:lnTo>
                  <a:lnTo>
                    <a:pt x="6197080" y="765516"/>
                  </a:lnTo>
                  <a:lnTo>
                    <a:pt x="6197206" y="765516"/>
                  </a:lnTo>
                  <a:lnTo>
                    <a:pt x="6197332" y="765516"/>
                  </a:lnTo>
                  <a:lnTo>
                    <a:pt x="6197458" y="765516"/>
                  </a:lnTo>
                  <a:lnTo>
                    <a:pt x="6197584" y="765516"/>
                  </a:lnTo>
                  <a:lnTo>
                    <a:pt x="6197710" y="765516"/>
                  </a:lnTo>
                  <a:lnTo>
                    <a:pt x="6197836" y="765516"/>
                  </a:lnTo>
                  <a:lnTo>
                    <a:pt x="6197962" y="765516"/>
                  </a:lnTo>
                  <a:lnTo>
                    <a:pt x="6198089" y="765516"/>
                  </a:lnTo>
                  <a:lnTo>
                    <a:pt x="6198215" y="765516"/>
                  </a:lnTo>
                  <a:lnTo>
                    <a:pt x="6198341" y="765516"/>
                  </a:lnTo>
                  <a:lnTo>
                    <a:pt x="6198467" y="765516"/>
                  </a:lnTo>
                  <a:lnTo>
                    <a:pt x="6198593" y="765516"/>
                  </a:lnTo>
                  <a:lnTo>
                    <a:pt x="6198719" y="765516"/>
                  </a:lnTo>
                  <a:lnTo>
                    <a:pt x="6198845" y="765516"/>
                  </a:lnTo>
                  <a:lnTo>
                    <a:pt x="6198971" y="765516"/>
                  </a:lnTo>
                  <a:lnTo>
                    <a:pt x="6199097" y="765516"/>
                  </a:lnTo>
                  <a:lnTo>
                    <a:pt x="6199223" y="765516"/>
                  </a:lnTo>
                  <a:lnTo>
                    <a:pt x="6199349" y="765516"/>
                  </a:lnTo>
                  <a:lnTo>
                    <a:pt x="6199475" y="765516"/>
                  </a:lnTo>
                  <a:lnTo>
                    <a:pt x="6199602" y="765516"/>
                  </a:lnTo>
                  <a:lnTo>
                    <a:pt x="6199728" y="765516"/>
                  </a:lnTo>
                  <a:lnTo>
                    <a:pt x="6199854" y="765516"/>
                  </a:lnTo>
                  <a:lnTo>
                    <a:pt x="6199980" y="765516"/>
                  </a:lnTo>
                  <a:lnTo>
                    <a:pt x="6200106" y="765516"/>
                  </a:lnTo>
                  <a:lnTo>
                    <a:pt x="6200232" y="765516"/>
                  </a:lnTo>
                  <a:lnTo>
                    <a:pt x="6200358" y="765516"/>
                  </a:lnTo>
                  <a:lnTo>
                    <a:pt x="6200484" y="765516"/>
                  </a:lnTo>
                  <a:lnTo>
                    <a:pt x="6200610" y="765516"/>
                  </a:lnTo>
                  <a:lnTo>
                    <a:pt x="6200736" y="765516"/>
                  </a:lnTo>
                  <a:lnTo>
                    <a:pt x="6200862" y="765516"/>
                  </a:lnTo>
                  <a:lnTo>
                    <a:pt x="6200989" y="765516"/>
                  </a:lnTo>
                  <a:lnTo>
                    <a:pt x="6201115" y="765516"/>
                  </a:lnTo>
                  <a:lnTo>
                    <a:pt x="6201241" y="765516"/>
                  </a:lnTo>
                  <a:lnTo>
                    <a:pt x="6201367" y="765516"/>
                  </a:lnTo>
                  <a:lnTo>
                    <a:pt x="6201493" y="765516"/>
                  </a:lnTo>
                  <a:lnTo>
                    <a:pt x="6201619" y="765516"/>
                  </a:lnTo>
                  <a:lnTo>
                    <a:pt x="6201745" y="765516"/>
                  </a:lnTo>
                  <a:lnTo>
                    <a:pt x="6201871" y="765516"/>
                  </a:lnTo>
                  <a:lnTo>
                    <a:pt x="6201997" y="765516"/>
                  </a:lnTo>
                  <a:lnTo>
                    <a:pt x="6202123" y="765516"/>
                  </a:lnTo>
                  <a:lnTo>
                    <a:pt x="6202249" y="765516"/>
                  </a:lnTo>
                  <a:lnTo>
                    <a:pt x="6202375" y="765516"/>
                  </a:lnTo>
                  <a:lnTo>
                    <a:pt x="6202502" y="765516"/>
                  </a:lnTo>
                  <a:lnTo>
                    <a:pt x="6202628" y="765516"/>
                  </a:lnTo>
                  <a:lnTo>
                    <a:pt x="6202754" y="765516"/>
                  </a:lnTo>
                  <a:lnTo>
                    <a:pt x="6202880" y="765516"/>
                  </a:lnTo>
                  <a:lnTo>
                    <a:pt x="6203006" y="765516"/>
                  </a:lnTo>
                  <a:lnTo>
                    <a:pt x="6203132" y="765516"/>
                  </a:lnTo>
                  <a:lnTo>
                    <a:pt x="6203258" y="765516"/>
                  </a:lnTo>
                  <a:lnTo>
                    <a:pt x="6203384" y="765516"/>
                  </a:lnTo>
                  <a:lnTo>
                    <a:pt x="6203510" y="765516"/>
                  </a:lnTo>
                  <a:lnTo>
                    <a:pt x="6203636" y="765516"/>
                  </a:lnTo>
                  <a:lnTo>
                    <a:pt x="6203762" y="765516"/>
                  </a:lnTo>
                  <a:lnTo>
                    <a:pt x="6203889" y="765516"/>
                  </a:lnTo>
                  <a:lnTo>
                    <a:pt x="6204015" y="765516"/>
                  </a:lnTo>
                  <a:lnTo>
                    <a:pt x="6204141" y="765516"/>
                  </a:lnTo>
                  <a:lnTo>
                    <a:pt x="6204267" y="765516"/>
                  </a:lnTo>
                  <a:lnTo>
                    <a:pt x="6204393" y="765516"/>
                  </a:lnTo>
                  <a:lnTo>
                    <a:pt x="6204519" y="765516"/>
                  </a:lnTo>
                  <a:lnTo>
                    <a:pt x="6204645" y="765516"/>
                  </a:lnTo>
                  <a:lnTo>
                    <a:pt x="6204771" y="765516"/>
                  </a:lnTo>
                  <a:lnTo>
                    <a:pt x="6204897" y="765516"/>
                  </a:lnTo>
                  <a:lnTo>
                    <a:pt x="6205023" y="765516"/>
                  </a:lnTo>
                  <a:lnTo>
                    <a:pt x="6205149" y="765516"/>
                  </a:lnTo>
                  <a:lnTo>
                    <a:pt x="6205275" y="765516"/>
                  </a:lnTo>
                  <a:lnTo>
                    <a:pt x="6205402" y="765516"/>
                  </a:lnTo>
                  <a:lnTo>
                    <a:pt x="6205528" y="765516"/>
                  </a:lnTo>
                  <a:lnTo>
                    <a:pt x="6205654" y="765516"/>
                  </a:lnTo>
                  <a:lnTo>
                    <a:pt x="6205780" y="765516"/>
                  </a:lnTo>
                  <a:lnTo>
                    <a:pt x="6205906" y="765516"/>
                  </a:lnTo>
                  <a:lnTo>
                    <a:pt x="6206032" y="765516"/>
                  </a:lnTo>
                  <a:lnTo>
                    <a:pt x="6206158" y="765516"/>
                  </a:lnTo>
                  <a:lnTo>
                    <a:pt x="6206284" y="765516"/>
                  </a:lnTo>
                  <a:lnTo>
                    <a:pt x="6206410" y="765516"/>
                  </a:lnTo>
                  <a:lnTo>
                    <a:pt x="6206536" y="765516"/>
                  </a:lnTo>
                  <a:lnTo>
                    <a:pt x="6206662" y="765516"/>
                  </a:lnTo>
                  <a:lnTo>
                    <a:pt x="6206789" y="765516"/>
                  </a:lnTo>
                  <a:lnTo>
                    <a:pt x="6206915" y="765516"/>
                  </a:lnTo>
                  <a:lnTo>
                    <a:pt x="6207041" y="765516"/>
                  </a:lnTo>
                  <a:lnTo>
                    <a:pt x="6207167" y="765516"/>
                  </a:lnTo>
                  <a:lnTo>
                    <a:pt x="6207293" y="765516"/>
                  </a:lnTo>
                  <a:lnTo>
                    <a:pt x="6207419" y="765516"/>
                  </a:lnTo>
                  <a:lnTo>
                    <a:pt x="6207545" y="765516"/>
                  </a:lnTo>
                  <a:lnTo>
                    <a:pt x="6207671" y="765516"/>
                  </a:lnTo>
                  <a:lnTo>
                    <a:pt x="6207797" y="765516"/>
                  </a:lnTo>
                  <a:lnTo>
                    <a:pt x="6207923" y="765516"/>
                  </a:lnTo>
                  <a:lnTo>
                    <a:pt x="6208049" y="765516"/>
                  </a:lnTo>
                  <a:lnTo>
                    <a:pt x="6208176" y="765516"/>
                  </a:lnTo>
                  <a:lnTo>
                    <a:pt x="6208302" y="765516"/>
                  </a:lnTo>
                  <a:lnTo>
                    <a:pt x="6208428" y="765516"/>
                  </a:lnTo>
                  <a:lnTo>
                    <a:pt x="6208554" y="765516"/>
                  </a:lnTo>
                  <a:lnTo>
                    <a:pt x="6208680" y="765516"/>
                  </a:lnTo>
                  <a:lnTo>
                    <a:pt x="6208806" y="765516"/>
                  </a:lnTo>
                  <a:lnTo>
                    <a:pt x="6208932" y="765516"/>
                  </a:lnTo>
                  <a:lnTo>
                    <a:pt x="6209058" y="765516"/>
                  </a:lnTo>
                  <a:lnTo>
                    <a:pt x="6209184" y="765516"/>
                  </a:lnTo>
                  <a:lnTo>
                    <a:pt x="6209310" y="765516"/>
                  </a:lnTo>
                  <a:lnTo>
                    <a:pt x="6209436" y="765516"/>
                  </a:lnTo>
                  <a:lnTo>
                    <a:pt x="6209562" y="765516"/>
                  </a:lnTo>
                  <a:lnTo>
                    <a:pt x="6209689" y="765516"/>
                  </a:lnTo>
                  <a:lnTo>
                    <a:pt x="6209815" y="765516"/>
                  </a:lnTo>
                  <a:lnTo>
                    <a:pt x="6209941" y="765516"/>
                  </a:lnTo>
                  <a:lnTo>
                    <a:pt x="6210067" y="765516"/>
                  </a:lnTo>
                  <a:lnTo>
                    <a:pt x="6210193" y="765516"/>
                  </a:lnTo>
                  <a:lnTo>
                    <a:pt x="6210319" y="765516"/>
                  </a:lnTo>
                  <a:lnTo>
                    <a:pt x="6210445" y="765516"/>
                  </a:lnTo>
                  <a:lnTo>
                    <a:pt x="6210571" y="765516"/>
                  </a:lnTo>
                  <a:lnTo>
                    <a:pt x="6210697" y="765516"/>
                  </a:lnTo>
                  <a:lnTo>
                    <a:pt x="6210823" y="765516"/>
                  </a:lnTo>
                  <a:lnTo>
                    <a:pt x="6210949" y="765516"/>
                  </a:lnTo>
                  <a:lnTo>
                    <a:pt x="6211076" y="765516"/>
                  </a:lnTo>
                  <a:lnTo>
                    <a:pt x="6211202" y="765516"/>
                  </a:lnTo>
                  <a:lnTo>
                    <a:pt x="6211328" y="765516"/>
                  </a:lnTo>
                  <a:lnTo>
                    <a:pt x="6211454" y="765516"/>
                  </a:lnTo>
                  <a:lnTo>
                    <a:pt x="6211580" y="765516"/>
                  </a:lnTo>
                  <a:lnTo>
                    <a:pt x="6211706" y="765516"/>
                  </a:lnTo>
                  <a:lnTo>
                    <a:pt x="6211832" y="765516"/>
                  </a:lnTo>
                  <a:lnTo>
                    <a:pt x="6211958" y="765516"/>
                  </a:lnTo>
                  <a:lnTo>
                    <a:pt x="6212084" y="765516"/>
                  </a:lnTo>
                  <a:lnTo>
                    <a:pt x="6212210" y="765516"/>
                  </a:lnTo>
                  <a:lnTo>
                    <a:pt x="6212336" y="765516"/>
                  </a:lnTo>
                  <a:lnTo>
                    <a:pt x="6212462" y="765516"/>
                  </a:lnTo>
                  <a:lnTo>
                    <a:pt x="6212589" y="765516"/>
                  </a:lnTo>
                  <a:lnTo>
                    <a:pt x="6212589" y="760236"/>
                  </a:lnTo>
                  <a:lnTo>
                    <a:pt x="6212715" y="760236"/>
                  </a:lnTo>
                  <a:lnTo>
                    <a:pt x="6212841" y="760236"/>
                  </a:lnTo>
                  <a:lnTo>
                    <a:pt x="6212967" y="760236"/>
                  </a:lnTo>
                  <a:lnTo>
                    <a:pt x="6213093" y="760236"/>
                  </a:lnTo>
                  <a:lnTo>
                    <a:pt x="6213219" y="760236"/>
                  </a:lnTo>
                  <a:lnTo>
                    <a:pt x="6213345" y="760236"/>
                  </a:lnTo>
                  <a:lnTo>
                    <a:pt x="6213471" y="760236"/>
                  </a:lnTo>
                  <a:lnTo>
                    <a:pt x="6213597" y="760236"/>
                  </a:lnTo>
                  <a:lnTo>
                    <a:pt x="6213723" y="760236"/>
                  </a:lnTo>
                  <a:lnTo>
                    <a:pt x="6213849" y="760236"/>
                  </a:lnTo>
                  <a:lnTo>
                    <a:pt x="6213976" y="760236"/>
                  </a:lnTo>
                  <a:lnTo>
                    <a:pt x="6214102" y="760236"/>
                  </a:lnTo>
                  <a:lnTo>
                    <a:pt x="6214228" y="760236"/>
                  </a:lnTo>
                  <a:lnTo>
                    <a:pt x="6214354" y="760236"/>
                  </a:lnTo>
                  <a:lnTo>
                    <a:pt x="6214480" y="760236"/>
                  </a:lnTo>
                  <a:lnTo>
                    <a:pt x="6214606" y="760236"/>
                  </a:lnTo>
                  <a:lnTo>
                    <a:pt x="6214732" y="760236"/>
                  </a:lnTo>
                  <a:lnTo>
                    <a:pt x="6214858" y="760236"/>
                  </a:lnTo>
                  <a:lnTo>
                    <a:pt x="6214984" y="760236"/>
                  </a:lnTo>
                  <a:lnTo>
                    <a:pt x="6215110" y="760236"/>
                  </a:lnTo>
                  <a:lnTo>
                    <a:pt x="6215236" y="760236"/>
                  </a:lnTo>
                  <a:lnTo>
                    <a:pt x="6215363" y="760236"/>
                  </a:lnTo>
                  <a:lnTo>
                    <a:pt x="6215489" y="760236"/>
                  </a:lnTo>
                  <a:lnTo>
                    <a:pt x="6215615" y="760236"/>
                  </a:lnTo>
                  <a:lnTo>
                    <a:pt x="6215741" y="760236"/>
                  </a:lnTo>
                  <a:lnTo>
                    <a:pt x="6215867" y="760236"/>
                  </a:lnTo>
                  <a:lnTo>
                    <a:pt x="6215993" y="760236"/>
                  </a:lnTo>
                  <a:lnTo>
                    <a:pt x="6216119" y="760236"/>
                  </a:lnTo>
                  <a:lnTo>
                    <a:pt x="6216245" y="760236"/>
                  </a:lnTo>
                  <a:lnTo>
                    <a:pt x="6216371" y="760236"/>
                  </a:lnTo>
                  <a:lnTo>
                    <a:pt x="6216497" y="760236"/>
                  </a:lnTo>
                  <a:lnTo>
                    <a:pt x="6216623" y="760236"/>
                  </a:lnTo>
                  <a:lnTo>
                    <a:pt x="6216749" y="760236"/>
                  </a:lnTo>
                  <a:lnTo>
                    <a:pt x="6216876" y="760236"/>
                  </a:lnTo>
                  <a:lnTo>
                    <a:pt x="6217002" y="760236"/>
                  </a:lnTo>
                  <a:lnTo>
                    <a:pt x="6217128" y="760236"/>
                  </a:lnTo>
                  <a:lnTo>
                    <a:pt x="6217254" y="760236"/>
                  </a:lnTo>
                  <a:lnTo>
                    <a:pt x="6217380" y="760236"/>
                  </a:lnTo>
                  <a:lnTo>
                    <a:pt x="6217506" y="760236"/>
                  </a:lnTo>
                  <a:lnTo>
                    <a:pt x="6217632" y="760236"/>
                  </a:lnTo>
                  <a:lnTo>
                    <a:pt x="6217758" y="760236"/>
                  </a:lnTo>
                  <a:lnTo>
                    <a:pt x="6217884" y="760236"/>
                  </a:lnTo>
                  <a:lnTo>
                    <a:pt x="6218010" y="760236"/>
                  </a:lnTo>
                  <a:lnTo>
                    <a:pt x="6218136" y="760236"/>
                  </a:lnTo>
                  <a:lnTo>
                    <a:pt x="6218263" y="760236"/>
                  </a:lnTo>
                  <a:lnTo>
                    <a:pt x="6218389" y="760236"/>
                  </a:lnTo>
                  <a:lnTo>
                    <a:pt x="6218515" y="760236"/>
                  </a:lnTo>
                  <a:lnTo>
                    <a:pt x="6218641" y="760236"/>
                  </a:lnTo>
                  <a:lnTo>
                    <a:pt x="6218767" y="760236"/>
                  </a:lnTo>
                  <a:lnTo>
                    <a:pt x="6218893" y="760236"/>
                  </a:lnTo>
                  <a:lnTo>
                    <a:pt x="6219019" y="760236"/>
                  </a:lnTo>
                  <a:lnTo>
                    <a:pt x="6219145" y="760236"/>
                  </a:lnTo>
                  <a:lnTo>
                    <a:pt x="6219271" y="760236"/>
                  </a:lnTo>
                  <a:lnTo>
                    <a:pt x="6219397" y="760236"/>
                  </a:lnTo>
                  <a:lnTo>
                    <a:pt x="6219523" y="760236"/>
                  </a:lnTo>
                  <a:lnTo>
                    <a:pt x="6219649" y="760236"/>
                  </a:lnTo>
                  <a:lnTo>
                    <a:pt x="6219776" y="760236"/>
                  </a:lnTo>
                  <a:lnTo>
                    <a:pt x="6219902" y="760236"/>
                  </a:lnTo>
                  <a:lnTo>
                    <a:pt x="6220028" y="760236"/>
                  </a:lnTo>
                  <a:lnTo>
                    <a:pt x="6220154" y="760236"/>
                  </a:lnTo>
                  <a:lnTo>
                    <a:pt x="6220280" y="760236"/>
                  </a:lnTo>
                  <a:lnTo>
                    <a:pt x="6220406" y="760236"/>
                  </a:lnTo>
                  <a:lnTo>
                    <a:pt x="6220532" y="760236"/>
                  </a:lnTo>
                  <a:lnTo>
                    <a:pt x="6220658" y="760236"/>
                  </a:lnTo>
                  <a:lnTo>
                    <a:pt x="6220784" y="760236"/>
                  </a:lnTo>
                  <a:lnTo>
                    <a:pt x="6220910" y="760236"/>
                  </a:lnTo>
                  <a:lnTo>
                    <a:pt x="6221036" y="760236"/>
                  </a:lnTo>
                  <a:lnTo>
                    <a:pt x="6221163" y="760236"/>
                  </a:lnTo>
                  <a:lnTo>
                    <a:pt x="6221289" y="760236"/>
                  </a:lnTo>
                  <a:lnTo>
                    <a:pt x="6221415" y="760236"/>
                  </a:lnTo>
                  <a:lnTo>
                    <a:pt x="6221541" y="760236"/>
                  </a:lnTo>
                  <a:lnTo>
                    <a:pt x="6221541" y="754957"/>
                  </a:lnTo>
                  <a:lnTo>
                    <a:pt x="6221667" y="754957"/>
                  </a:lnTo>
                  <a:lnTo>
                    <a:pt x="6221793" y="754957"/>
                  </a:lnTo>
                  <a:lnTo>
                    <a:pt x="6221919" y="754957"/>
                  </a:lnTo>
                  <a:lnTo>
                    <a:pt x="6222045" y="754957"/>
                  </a:lnTo>
                  <a:lnTo>
                    <a:pt x="6222171" y="754957"/>
                  </a:lnTo>
                  <a:lnTo>
                    <a:pt x="6222297" y="754957"/>
                  </a:lnTo>
                  <a:lnTo>
                    <a:pt x="6222423" y="754957"/>
                  </a:lnTo>
                  <a:lnTo>
                    <a:pt x="6222549" y="754957"/>
                  </a:lnTo>
                  <a:lnTo>
                    <a:pt x="6222676" y="754957"/>
                  </a:lnTo>
                  <a:lnTo>
                    <a:pt x="6222802" y="754957"/>
                  </a:lnTo>
                  <a:lnTo>
                    <a:pt x="6222928" y="754957"/>
                  </a:lnTo>
                  <a:lnTo>
                    <a:pt x="6223054" y="754957"/>
                  </a:lnTo>
                  <a:lnTo>
                    <a:pt x="6223180" y="754957"/>
                  </a:lnTo>
                  <a:lnTo>
                    <a:pt x="6223306" y="754957"/>
                  </a:lnTo>
                  <a:lnTo>
                    <a:pt x="6223432" y="754957"/>
                  </a:lnTo>
                  <a:lnTo>
                    <a:pt x="6223558" y="754957"/>
                  </a:lnTo>
                  <a:lnTo>
                    <a:pt x="6223684" y="754957"/>
                  </a:lnTo>
                  <a:lnTo>
                    <a:pt x="6223810" y="754957"/>
                  </a:lnTo>
                  <a:lnTo>
                    <a:pt x="6223936" y="754957"/>
                  </a:lnTo>
                  <a:lnTo>
                    <a:pt x="6224063" y="754957"/>
                  </a:lnTo>
                  <a:lnTo>
                    <a:pt x="6224189" y="754957"/>
                  </a:lnTo>
                  <a:lnTo>
                    <a:pt x="6224315" y="754957"/>
                  </a:lnTo>
                  <a:lnTo>
                    <a:pt x="6224441" y="754957"/>
                  </a:lnTo>
                  <a:lnTo>
                    <a:pt x="6224567" y="754957"/>
                  </a:lnTo>
                  <a:lnTo>
                    <a:pt x="6224693" y="754957"/>
                  </a:lnTo>
                  <a:lnTo>
                    <a:pt x="6224819" y="754957"/>
                  </a:lnTo>
                  <a:lnTo>
                    <a:pt x="6224945" y="754957"/>
                  </a:lnTo>
                  <a:lnTo>
                    <a:pt x="6225071" y="754957"/>
                  </a:lnTo>
                  <a:lnTo>
                    <a:pt x="6225197" y="754957"/>
                  </a:lnTo>
                  <a:lnTo>
                    <a:pt x="6225323" y="754957"/>
                  </a:lnTo>
                  <a:lnTo>
                    <a:pt x="6225450" y="754957"/>
                  </a:lnTo>
                  <a:lnTo>
                    <a:pt x="6225576" y="754957"/>
                  </a:lnTo>
                  <a:lnTo>
                    <a:pt x="6225702" y="754957"/>
                  </a:lnTo>
                  <a:lnTo>
                    <a:pt x="6225828" y="754957"/>
                  </a:lnTo>
                  <a:lnTo>
                    <a:pt x="6225954" y="754957"/>
                  </a:lnTo>
                  <a:lnTo>
                    <a:pt x="6226080" y="754957"/>
                  </a:lnTo>
                  <a:lnTo>
                    <a:pt x="6226206" y="754957"/>
                  </a:lnTo>
                  <a:lnTo>
                    <a:pt x="6226332" y="754957"/>
                  </a:lnTo>
                  <a:lnTo>
                    <a:pt x="6226458" y="754957"/>
                  </a:lnTo>
                  <a:lnTo>
                    <a:pt x="6226584" y="754957"/>
                  </a:lnTo>
                  <a:lnTo>
                    <a:pt x="6226710" y="754957"/>
                  </a:lnTo>
                  <a:lnTo>
                    <a:pt x="6226836" y="754957"/>
                  </a:lnTo>
                  <a:lnTo>
                    <a:pt x="6226963" y="754957"/>
                  </a:lnTo>
                  <a:lnTo>
                    <a:pt x="6227089" y="754957"/>
                  </a:lnTo>
                  <a:lnTo>
                    <a:pt x="6227215" y="754957"/>
                  </a:lnTo>
                  <a:lnTo>
                    <a:pt x="6227341" y="754957"/>
                  </a:lnTo>
                  <a:lnTo>
                    <a:pt x="6227467" y="754957"/>
                  </a:lnTo>
                  <a:lnTo>
                    <a:pt x="6227593" y="754957"/>
                  </a:lnTo>
                  <a:lnTo>
                    <a:pt x="6227719" y="754957"/>
                  </a:lnTo>
                  <a:lnTo>
                    <a:pt x="6227845" y="754957"/>
                  </a:lnTo>
                  <a:lnTo>
                    <a:pt x="6227971" y="754957"/>
                  </a:lnTo>
                  <a:lnTo>
                    <a:pt x="6228097" y="754957"/>
                  </a:lnTo>
                  <a:lnTo>
                    <a:pt x="6228223" y="754957"/>
                  </a:lnTo>
                  <a:lnTo>
                    <a:pt x="6228350" y="754957"/>
                  </a:lnTo>
                  <a:lnTo>
                    <a:pt x="6228476" y="754957"/>
                  </a:lnTo>
                  <a:lnTo>
                    <a:pt x="6228602" y="754957"/>
                  </a:lnTo>
                  <a:lnTo>
                    <a:pt x="6228728" y="754957"/>
                  </a:lnTo>
                  <a:lnTo>
                    <a:pt x="6228854" y="754957"/>
                  </a:lnTo>
                  <a:lnTo>
                    <a:pt x="6228980" y="754957"/>
                  </a:lnTo>
                  <a:lnTo>
                    <a:pt x="6229106" y="754957"/>
                  </a:lnTo>
                  <a:lnTo>
                    <a:pt x="6229232" y="754957"/>
                  </a:lnTo>
                  <a:lnTo>
                    <a:pt x="6229358" y="754957"/>
                  </a:lnTo>
                  <a:lnTo>
                    <a:pt x="6229484" y="754957"/>
                  </a:lnTo>
                  <a:lnTo>
                    <a:pt x="6229610" y="754957"/>
                  </a:lnTo>
                  <a:lnTo>
                    <a:pt x="6229736" y="754957"/>
                  </a:lnTo>
                  <a:lnTo>
                    <a:pt x="6229863" y="754957"/>
                  </a:lnTo>
                  <a:lnTo>
                    <a:pt x="6229989" y="754957"/>
                  </a:lnTo>
                  <a:lnTo>
                    <a:pt x="6230115" y="754957"/>
                  </a:lnTo>
                  <a:lnTo>
                    <a:pt x="6230241" y="754957"/>
                  </a:lnTo>
                  <a:lnTo>
                    <a:pt x="6230367" y="754957"/>
                  </a:lnTo>
                  <a:lnTo>
                    <a:pt x="6230493" y="754957"/>
                  </a:lnTo>
                  <a:lnTo>
                    <a:pt x="6230619" y="754957"/>
                  </a:lnTo>
                  <a:lnTo>
                    <a:pt x="6230745" y="754957"/>
                  </a:lnTo>
                  <a:lnTo>
                    <a:pt x="6230871" y="754957"/>
                  </a:lnTo>
                  <a:lnTo>
                    <a:pt x="6230997" y="754957"/>
                  </a:lnTo>
                  <a:lnTo>
                    <a:pt x="6231123" y="754957"/>
                  </a:lnTo>
                  <a:lnTo>
                    <a:pt x="6231250" y="754957"/>
                  </a:lnTo>
                  <a:lnTo>
                    <a:pt x="6231376" y="754957"/>
                  </a:lnTo>
                  <a:lnTo>
                    <a:pt x="6231502" y="754957"/>
                  </a:lnTo>
                  <a:lnTo>
                    <a:pt x="6231628" y="754957"/>
                  </a:lnTo>
                  <a:lnTo>
                    <a:pt x="6231754" y="754957"/>
                  </a:lnTo>
                  <a:lnTo>
                    <a:pt x="6231880" y="754957"/>
                  </a:lnTo>
                  <a:lnTo>
                    <a:pt x="6232006" y="754957"/>
                  </a:lnTo>
                  <a:lnTo>
                    <a:pt x="6232132" y="754957"/>
                  </a:lnTo>
                  <a:lnTo>
                    <a:pt x="6232258" y="754957"/>
                  </a:lnTo>
                  <a:lnTo>
                    <a:pt x="6232384" y="754957"/>
                  </a:lnTo>
                  <a:lnTo>
                    <a:pt x="6232510" y="754957"/>
                  </a:lnTo>
                  <a:lnTo>
                    <a:pt x="6232637" y="754957"/>
                  </a:lnTo>
                  <a:lnTo>
                    <a:pt x="6232763" y="754957"/>
                  </a:lnTo>
                  <a:lnTo>
                    <a:pt x="6232889" y="754957"/>
                  </a:lnTo>
                  <a:lnTo>
                    <a:pt x="6233015" y="754957"/>
                  </a:lnTo>
                  <a:lnTo>
                    <a:pt x="6233141" y="754957"/>
                  </a:lnTo>
                  <a:lnTo>
                    <a:pt x="6233267" y="754957"/>
                  </a:lnTo>
                  <a:lnTo>
                    <a:pt x="6233393" y="754957"/>
                  </a:lnTo>
                  <a:lnTo>
                    <a:pt x="6233519" y="754957"/>
                  </a:lnTo>
                  <a:lnTo>
                    <a:pt x="6233645" y="754957"/>
                  </a:lnTo>
                  <a:lnTo>
                    <a:pt x="6233771" y="754957"/>
                  </a:lnTo>
                  <a:lnTo>
                    <a:pt x="6233897" y="754957"/>
                  </a:lnTo>
                  <a:lnTo>
                    <a:pt x="6234023" y="754957"/>
                  </a:lnTo>
                  <a:lnTo>
                    <a:pt x="6234150" y="754957"/>
                  </a:lnTo>
                  <a:lnTo>
                    <a:pt x="6234276" y="754957"/>
                  </a:lnTo>
                  <a:lnTo>
                    <a:pt x="6234402" y="754957"/>
                  </a:lnTo>
                  <a:lnTo>
                    <a:pt x="6234528" y="754957"/>
                  </a:lnTo>
                  <a:lnTo>
                    <a:pt x="6234654" y="754957"/>
                  </a:lnTo>
                  <a:lnTo>
                    <a:pt x="6234780" y="754957"/>
                  </a:lnTo>
                  <a:lnTo>
                    <a:pt x="6234906" y="754957"/>
                  </a:lnTo>
                  <a:lnTo>
                    <a:pt x="6235032" y="754957"/>
                  </a:lnTo>
                  <a:lnTo>
                    <a:pt x="6235158" y="754957"/>
                  </a:lnTo>
                  <a:lnTo>
                    <a:pt x="6235284" y="754957"/>
                  </a:lnTo>
                  <a:lnTo>
                    <a:pt x="6235410" y="754957"/>
                  </a:lnTo>
                  <a:lnTo>
                    <a:pt x="6235537" y="754957"/>
                  </a:lnTo>
                  <a:lnTo>
                    <a:pt x="6235663" y="754957"/>
                  </a:lnTo>
                  <a:lnTo>
                    <a:pt x="6235789" y="754957"/>
                  </a:lnTo>
                  <a:lnTo>
                    <a:pt x="6235915" y="754957"/>
                  </a:lnTo>
                  <a:lnTo>
                    <a:pt x="6236041" y="754957"/>
                  </a:lnTo>
                  <a:lnTo>
                    <a:pt x="6236167" y="754957"/>
                  </a:lnTo>
                  <a:lnTo>
                    <a:pt x="6236293" y="754957"/>
                  </a:lnTo>
                  <a:lnTo>
                    <a:pt x="6236419" y="754957"/>
                  </a:lnTo>
                  <a:lnTo>
                    <a:pt x="6236545" y="754957"/>
                  </a:lnTo>
                  <a:lnTo>
                    <a:pt x="6236671" y="754957"/>
                  </a:lnTo>
                  <a:lnTo>
                    <a:pt x="6236797" y="754957"/>
                  </a:lnTo>
                  <a:lnTo>
                    <a:pt x="6236923" y="754957"/>
                  </a:lnTo>
                  <a:lnTo>
                    <a:pt x="6237050" y="754957"/>
                  </a:lnTo>
                  <a:lnTo>
                    <a:pt x="6237176" y="754957"/>
                  </a:lnTo>
                  <a:lnTo>
                    <a:pt x="6237302" y="754957"/>
                  </a:lnTo>
                  <a:lnTo>
                    <a:pt x="6237428" y="754957"/>
                  </a:lnTo>
                  <a:lnTo>
                    <a:pt x="6237554" y="754957"/>
                  </a:lnTo>
                  <a:lnTo>
                    <a:pt x="6237680" y="754957"/>
                  </a:lnTo>
                  <a:lnTo>
                    <a:pt x="6237806" y="754957"/>
                  </a:lnTo>
                  <a:lnTo>
                    <a:pt x="6237932" y="754957"/>
                  </a:lnTo>
                  <a:lnTo>
                    <a:pt x="6238058" y="754957"/>
                  </a:lnTo>
                  <a:lnTo>
                    <a:pt x="6238184" y="754957"/>
                  </a:lnTo>
                  <a:lnTo>
                    <a:pt x="6238310" y="754957"/>
                  </a:lnTo>
                  <a:lnTo>
                    <a:pt x="6238437" y="754957"/>
                  </a:lnTo>
                  <a:lnTo>
                    <a:pt x="6238563" y="754957"/>
                  </a:lnTo>
                  <a:lnTo>
                    <a:pt x="6238689" y="754957"/>
                  </a:lnTo>
                  <a:lnTo>
                    <a:pt x="6238815" y="754957"/>
                  </a:lnTo>
                  <a:lnTo>
                    <a:pt x="6238941" y="754957"/>
                  </a:lnTo>
                  <a:lnTo>
                    <a:pt x="6239067" y="754957"/>
                  </a:lnTo>
                  <a:lnTo>
                    <a:pt x="6239193" y="754957"/>
                  </a:lnTo>
                  <a:lnTo>
                    <a:pt x="6239319" y="754957"/>
                  </a:lnTo>
                  <a:lnTo>
                    <a:pt x="6239445" y="754957"/>
                  </a:lnTo>
                  <a:lnTo>
                    <a:pt x="6239571" y="754957"/>
                  </a:lnTo>
                  <a:lnTo>
                    <a:pt x="6239697" y="754957"/>
                  </a:lnTo>
                  <a:lnTo>
                    <a:pt x="6239824" y="754957"/>
                  </a:lnTo>
                  <a:lnTo>
                    <a:pt x="6239950" y="754957"/>
                  </a:lnTo>
                  <a:lnTo>
                    <a:pt x="6240076" y="754957"/>
                  </a:lnTo>
                  <a:lnTo>
                    <a:pt x="6240202" y="754957"/>
                  </a:lnTo>
                  <a:lnTo>
                    <a:pt x="6240328" y="754957"/>
                  </a:lnTo>
                  <a:lnTo>
                    <a:pt x="6240454" y="754957"/>
                  </a:lnTo>
                  <a:lnTo>
                    <a:pt x="6240580" y="754957"/>
                  </a:lnTo>
                  <a:lnTo>
                    <a:pt x="6240706" y="754957"/>
                  </a:lnTo>
                  <a:lnTo>
                    <a:pt x="6240832" y="754957"/>
                  </a:lnTo>
                  <a:lnTo>
                    <a:pt x="6240958" y="754957"/>
                  </a:lnTo>
                  <a:lnTo>
                    <a:pt x="6241084" y="754957"/>
                  </a:lnTo>
                  <a:lnTo>
                    <a:pt x="6241210" y="754957"/>
                  </a:lnTo>
                  <a:lnTo>
                    <a:pt x="6241337" y="754957"/>
                  </a:lnTo>
                  <a:lnTo>
                    <a:pt x="6241463" y="754957"/>
                  </a:lnTo>
                  <a:lnTo>
                    <a:pt x="6241589" y="754957"/>
                  </a:lnTo>
                  <a:lnTo>
                    <a:pt x="6241715" y="754957"/>
                  </a:lnTo>
                  <a:lnTo>
                    <a:pt x="6241841" y="754957"/>
                  </a:lnTo>
                  <a:lnTo>
                    <a:pt x="6241967" y="754957"/>
                  </a:lnTo>
                  <a:lnTo>
                    <a:pt x="6242093" y="754957"/>
                  </a:lnTo>
                  <a:lnTo>
                    <a:pt x="6242219" y="754957"/>
                  </a:lnTo>
                  <a:lnTo>
                    <a:pt x="6242345" y="754957"/>
                  </a:lnTo>
                  <a:lnTo>
                    <a:pt x="6242471" y="754957"/>
                  </a:lnTo>
                  <a:lnTo>
                    <a:pt x="6242597" y="754957"/>
                  </a:lnTo>
                  <a:lnTo>
                    <a:pt x="6242724" y="754957"/>
                  </a:lnTo>
                  <a:lnTo>
                    <a:pt x="6242850" y="754957"/>
                  </a:lnTo>
                  <a:lnTo>
                    <a:pt x="6242976" y="754957"/>
                  </a:lnTo>
                  <a:lnTo>
                    <a:pt x="6243102" y="754957"/>
                  </a:lnTo>
                  <a:lnTo>
                    <a:pt x="6243228" y="754957"/>
                  </a:lnTo>
                  <a:lnTo>
                    <a:pt x="6243354" y="754957"/>
                  </a:lnTo>
                  <a:lnTo>
                    <a:pt x="6243480" y="754957"/>
                  </a:lnTo>
                  <a:lnTo>
                    <a:pt x="6243606" y="754957"/>
                  </a:lnTo>
                  <a:lnTo>
                    <a:pt x="6243732" y="754957"/>
                  </a:lnTo>
                  <a:lnTo>
                    <a:pt x="6243858" y="754957"/>
                  </a:lnTo>
                  <a:lnTo>
                    <a:pt x="6243984" y="754957"/>
                  </a:lnTo>
                  <a:lnTo>
                    <a:pt x="6244110" y="754957"/>
                  </a:lnTo>
                  <a:lnTo>
                    <a:pt x="6244237" y="754957"/>
                  </a:lnTo>
                  <a:lnTo>
                    <a:pt x="6244363" y="754957"/>
                  </a:lnTo>
                  <a:lnTo>
                    <a:pt x="6244489" y="754957"/>
                  </a:lnTo>
                  <a:lnTo>
                    <a:pt x="6244615" y="754957"/>
                  </a:lnTo>
                  <a:lnTo>
                    <a:pt x="6244741" y="754957"/>
                  </a:lnTo>
                  <a:lnTo>
                    <a:pt x="6244867" y="754957"/>
                  </a:lnTo>
                  <a:lnTo>
                    <a:pt x="6244993" y="754957"/>
                  </a:lnTo>
                  <a:lnTo>
                    <a:pt x="6245119" y="754957"/>
                  </a:lnTo>
                  <a:lnTo>
                    <a:pt x="6245245" y="754957"/>
                  </a:lnTo>
                  <a:lnTo>
                    <a:pt x="6245371" y="754957"/>
                  </a:lnTo>
                  <a:lnTo>
                    <a:pt x="6245497" y="754957"/>
                  </a:lnTo>
                  <a:lnTo>
                    <a:pt x="6245624" y="754957"/>
                  </a:lnTo>
                  <a:lnTo>
                    <a:pt x="6245750" y="754957"/>
                  </a:lnTo>
                  <a:lnTo>
                    <a:pt x="6245876" y="754957"/>
                  </a:lnTo>
                  <a:lnTo>
                    <a:pt x="6246002" y="754957"/>
                  </a:lnTo>
                  <a:lnTo>
                    <a:pt x="6246128" y="754957"/>
                  </a:lnTo>
                  <a:lnTo>
                    <a:pt x="6246254" y="754957"/>
                  </a:lnTo>
                  <a:lnTo>
                    <a:pt x="6246380" y="754957"/>
                  </a:lnTo>
                  <a:lnTo>
                    <a:pt x="6246506" y="754957"/>
                  </a:lnTo>
                  <a:lnTo>
                    <a:pt x="6246632" y="754957"/>
                  </a:lnTo>
                  <a:lnTo>
                    <a:pt x="6246758" y="754957"/>
                  </a:lnTo>
                  <a:lnTo>
                    <a:pt x="6246884" y="754957"/>
                  </a:lnTo>
                  <a:lnTo>
                    <a:pt x="6247010" y="754957"/>
                  </a:lnTo>
                  <a:lnTo>
                    <a:pt x="6247137" y="754957"/>
                  </a:lnTo>
                  <a:lnTo>
                    <a:pt x="6247263" y="754957"/>
                  </a:lnTo>
                  <a:lnTo>
                    <a:pt x="6247389" y="754957"/>
                  </a:lnTo>
                  <a:lnTo>
                    <a:pt x="6247515" y="754957"/>
                  </a:lnTo>
                  <a:lnTo>
                    <a:pt x="6247641" y="754957"/>
                  </a:lnTo>
                  <a:lnTo>
                    <a:pt x="6247767" y="754957"/>
                  </a:lnTo>
                  <a:lnTo>
                    <a:pt x="6247893" y="754957"/>
                  </a:lnTo>
                  <a:lnTo>
                    <a:pt x="6248019" y="754957"/>
                  </a:lnTo>
                  <a:lnTo>
                    <a:pt x="6248145" y="754957"/>
                  </a:lnTo>
                  <a:lnTo>
                    <a:pt x="6248271" y="754957"/>
                  </a:lnTo>
                  <a:lnTo>
                    <a:pt x="6248397" y="754957"/>
                  </a:lnTo>
                  <a:lnTo>
                    <a:pt x="6248524" y="754957"/>
                  </a:lnTo>
                  <a:lnTo>
                    <a:pt x="6248650" y="754957"/>
                  </a:lnTo>
                  <a:lnTo>
                    <a:pt x="6248776" y="754957"/>
                  </a:lnTo>
                  <a:lnTo>
                    <a:pt x="6248902" y="754957"/>
                  </a:lnTo>
                  <a:lnTo>
                    <a:pt x="6249028" y="754957"/>
                  </a:lnTo>
                  <a:lnTo>
                    <a:pt x="6249154" y="754957"/>
                  </a:lnTo>
                  <a:lnTo>
                    <a:pt x="6249280" y="754957"/>
                  </a:lnTo>
                  <a:lnTo>
                    <a:pt x="6249406" y="754957"/>
                  </a:lnTo>
                  <a:lnTo>
                    <a:pt x="6249532" y="754957"/>
                  </a:lnTo>
                  <a:lnTo>
                    <a:pt x="6249658" y="754957"/>
                  </a:lnTo>
                  <a:lnTo>
                    <a:pt x="6249784" y="754957"/>
                  </a:lnTo>
                  <a:lnTo>
                    <a:pt x="6249911" y="754957"/>
                  </a:lnTo>
                  <a:lnTo>
                    <a:pt x="6250037" y="754957"/>
                  </a:lnTo>
                  <a:lnTo>
                    <a:pt x="6250163" y="754957"/>
                  </a:lnTo>
                  <a:lnTo>
                    <a:pt x="6250289" y="754957"/>
                  </a:lnTo>
                  <a:lnTo>
                    <a:pt x="6250415" y="754957"/>
                  </a:lnTo>
                  <a:lnTo>
                    <a:pt x="6250541" y="754957"/>
                  </a:lnTo>
                  <a:lnTo>
                    <a:pt x="6250667" y="754957"/>
                  </a:lnTo>
                  <a:lnTo>
                    <a:pt x="6250793" y="754957"/>
                  </a:lnTo>
                  <a:lnTo>
                    <a:pt x="6250919" y="754957"/>
                  </a:lnTo>
                  <a:lnTo>
                    <a:pt x="6251045" y="754957"/>
                  </a:lnTo>
                  <a:lnTo>
                    <a:pt x="6251171" y="754957"/>
                  </a:lnTo>
                  <a:lnTo>
                    <a:pt x="6251297" y="754957"/>
                  </a:lnTo>
                  <a:lnTo>
                    <a:pt x="6251424" y="754957"/>
                  </a:lnTo>
                  <a:lnTo>
                    <a:pt x="6251550" y="754957"/>
                  </a:lnTo>
                  <a:lnTo>
                    <a:pt x="6251676" y="754957"/>
                  </a:lnTo>
                  <a:lnTo>
                    <a:pt x="6251802" y="754957"/>
                  </a:lnTo>
                  <a:lnTo>
                    <a:pt x="6251928" y="754957"/>
                  </a:lnTo>
                  <a:lnTo>
                    <a:pt x="6252054" y="754957"/>
                  </a:lnTo>
                  <a:lnTo>
                    <a:pt x="6252180" y="754957"/>
                  </a:lnTo>
                  <a:lnTo>
                    <a:pt x="6252306" y="754957"/>
                  </a:lnTo>
                  <a:lnTo>
                    <a:pt x="6252432" y="754957"/>
                  </a:lnTo>
                  <a:lnTo>
                    <a:pt x="6252558" y="754957"/>
                  </a:lnTo>
                  <a:lnTo>
                    <a:pt x="6252684" y="754957"/>
                  </a:lnTo>
                  <a:lnTo>
                    <a:pt x="6252811" y="754957"/>
                  </a:lnTo>
                  <a:lnTo>
                    <a:pt x="6252937" y="754957"/>
                  </a:lnTo>
                  <a:lnTo>
                    <a:pt x="6253063" y="754957"/>
                  </a:lnTo>
                  <a:lnTo>
                    <a:pt x="6253189" y="754957"/>
                  </a:lnTo>
                  <a:lnTo>
                    <a:pt x="6253189" y="749677"/>
                  </a:lnTo>
                  <a:lnTo>
                    <a:pt x="6253315" y="749677"/>
                  </a:lnTo>
                  <a:lnTo>
                    <a:pt x="6253441" y="749677"/>
                  </a:lnTo>
                  <a:lnTo>
                    <a:pt x="6253567" y="749677"/>
                  </a:lnTo>
                  <a:lnTo>
                    <a:pt x="6253693" y="749677"/>
                  </a:lnTo>
                  <a:lnTo>
                    <a:pt x="6253819" y="749677"/>
                  </a:lnTo>
                  <a:lnTo>
                    <a:pt x="6253945" y="749677"/>
                  </a:lnTo>
                  <a:lnTo>
                    <a:pt x="6254071" y="749677"/>
                  </a:lnTo>
                  <a:lnTo>
                    <a:pt x="6254197" y="749677"/>
                  </a:lnTo>
                  <a:lnTo>
                    <a:pt x="6254324" y="749677"/>
                  </a:lnTo>
                  <a:lnTo>
                    <a:pt x="6254450" y="749677"/>
                  </a:lnTo>
                  <a:lnTo>
                    <a:pt x="6254576" y="749677"/>
                  </a:lnTo>
                  <a:lnTo>
                    <a:pt x="6254702" y="749677"/>
                  </a:lnTo>
                  <a:lnTo>
                    <a:pt x="6254828" y="749677"/>
                  </a:lnTo>
                  <a:lnTo>
                    <a:pt x="6254954" y="749677"/>
                  </a:lnTo>
                  <a:lnTo>
                    <a:pt x="6255080" y="749677"/>
                  </a:lnTo>
                  <a:lnTo>
                    <a:pt x="6255206" y="749677"/>
                  </a:lnTo>
                  <a:lnTo>
                    <a:pt x="6255332" y="749677"/>
                  </a:lnTo>
                  <a:lnTo>
                    <a:pt x="6255458" y="749677"/>
                  </a:lnTo>
                  <a:lnTo>
                    <a:pt x="6255584" y="749677"/>
                  </a:lnTo>
                  <a:lnTo>
                    <a:pt x="6255711" y="749677"/>
                  </a:lnTo>
                  <a:lnTo>
                    <a:pt x="6255837" y="749677"/>
                  </a:lnTo>
                  <a:lnTo>
                    <a:pt x="6255963" y="749677"/>
                  </a:lnTo>
                  <a:lnTo>
                    <a:pt x="6256089" y="749677"/>
                  </a:lnTo>
                  <a:lnTo>
                    <a:pt x="6256215" y="749677"/>
                  </a:lnTo>
                  <a:lnTo>
                    <a:pt x="6256341" y="749677"/>
                  </a:lnTo>
                  <a:lnTo>
                    <a:pt x="6256467" y="749677"/>
                  </a:lnTo>
                  <a:lnTo>
                    <a:pt x="6256593" y="749677"/>
                  </a:lnTo>
                  <a:lnTo>
                    <a:pt x="6256719" y="749677"/>
                  </a:lnTo>
                  <a:lnTo>
                    <a:pt x="6256845" y="749677"/>
                  </a:lnTo>
                  <a:lnTo>
                    <a:pt x="6256971" y="749677"/>
                  </a:lnTo>
                  <a:lnTo>
                    <a:pt x="6257098" y="749677"/>
                  </a:lnTo>
                  <a:lnTo>
                    <a:pt x="6257224" y="749677"/>
                  </a:lnTo>
                  <a:lnTo>
                    <a:pt x="6257350" y="749677"/>
                  </a:lnTo>
                  <a:lnTo>
                    <a:pt x="6257476" y="749677"/>
                  </a:lnTo>
                  <a:lnTo>
                    <a:pt x="6257602" y="749677"/>
                  </a:lnTo>
                  <a:lnTo>
                    <a:pt x="6257728" y="749677"/>
                  </a:lnTo>
                  <a:lnTo>
                    <a:pt x="6257854" y="749677"/>
                  </a:lnTo>
                  <a:lnTo>
                    <a:pt x="6257980" y="749677"/>
                  </a:lnTo>
                  <a:lnTo>
                    <a:pt x="6258106" y="749677"/>
                  </a:lnTo>
                  <a:lnTo>
                    <a:pt x="6258232" y="749677"/>
                  </a:lnTo>
                  <a:lnTo>
                    <a:pt x="6258232" y="744398"/>
                  </a:lnTo>
                  <a:lnTo>
                    <a:pt x="6258358" y="744398"/>
                  </a:lnTo>
                  <a:lnTo>
                    <a:pt x="6258484" y="744398"/>
                  </a:lnTo>
                  <a:lnTo>
                    <a:pt x="6258611" y="744398"/>
                  </a:lnTo>
                  <a:lnTo>
                    <a:pt x="6258737" y="744398"/>
                  </a:lnTo>
                  <a:lnTo>
                    <a:pt x="6258863" y="744398"/>
                  </a:lnTo>
                  <a:lnTo>
                    <a:pt x="6258989" y="744398"/>
                  </a:lnTo>
                  <a:lnTo>
                    <a:pt x="6259115" y="744398"/>
                  </a:lnTo>
                  <a:lnTo>
                    <a:pt x="6259241" y="744398"/>
                  </a:lnTo>
                  <a:lnTo>
                    <a:pt x="6259367" y="744398"/>
                  </a:lnTo>
                  <a:lnTo>
                    <a:pt x="6259493" y="744398"/>
                  </a:lnTo>
                  <a:lnTo>
                    <a:pt x="6259619" y="744398"/>
                  </a:lnTo>
                  <a:lnTo>
                    <a:pt x="6259745" y="744398"/>
                  </a:lnTo>
                  <a:lnTo>
                    <a:pt x="6259871" y="744398"/>
                  </a:lnTo>
                  <a:lnTo>
                    <a:pt x="6259998" y="744398"/>
                  </a:lnTo>
                  <a:lnTo>
                    <a:pt x="6260124" y="744398"/>
                  </a:lnTo>
                  <a:lnTo>
                    <a:pt x="6260250" y="744398"/>
                  </a:lnTo>
                  <a:lnTo>
                    <a:pt x="6260376" y="744398"/>
                  </a:lnTo>
                  <a:lnTo>
                    <a:pt x="6260502" y="744398"/>
                  </a:lnTo>
                  <a:lnTo>
                    <a:pt x="6260628" y="744398"/>
                  </a:lnTo>
                  <a:lnTo>
                    <a:pt x="6260754" y="744398"/>
                  </a:lnTo>
                  <a:lnTo>
                    <a:pt x="6260880" y="744398"/>
                  </a:lnTo>
                  <a:lnTo>
                    <a:pt x="6261006" y="744398"/>
                  </a:lnTo>
                  <a:lnTo>
                    <a:pt x="6261132" y="744398"/>
                  </a:lnTo>
                  <a:lnTo>
                    <a:pt x="6261258" y="744398"/>
                  </a:lnTo>
                  <a:lnTo>
                    <a:pt x="6261384" y="744398"/>
                  </a:lnTo>
                  <a:lnTo>
                    <a:pt x="6261511" y="744398"/>
                  </a:lnTo>
                  <a:lnTo>
                    <a:pt x="6261637" y="744398"/>
                  </a:lnTo>
                  <a:lnTo>
                    <a:pt x="6261763" y="744398"/>
                  </a:lnTo>
                  <a:lnTo>
                    <a:pt x="6261889" y="744398"/>
                  </a:lnTo>
                  <a:lnTo>
                    <a:pt x="6262015" y="744398"/>
                  </a:lnTo>
                  <a:lnTo>
                    <a:pt x="6262141" y="744398"/>
                  </a:lnTo>
                  <a:lnTo>
                    <a:pt x="6262267" y="744398"/>
                  </a:lnTo>
                  <a:lnTo>
                    <a:pt x="6262393" y="744398"/>
                  </a:lnTo>
                  <a:lnTo>
                    <a:pt x="6262519" y="744398"/>
                  </a:lnTo>
                  <a:lnTo>
                    <a:pt x="6262645" y="744398"/>
                  </a:lnTo>
                  <a:lnTo>
                    <a:pt x="6262645" y="739118"/>
                  </a:lnTo>
                  <a:lnTo>
                    <a:pt x="6262771" y="739118"/>
                  </a:lnTo>
                  <a:lnTo>
                    <a:pt x="6262898" y="739118"/>
                  </a:lnTo>
                  <a:lnTo>
                    <a:pt x="6263024" y="739118"/>
                  </a:lnTo>
                  <a:lnTo>
                    <a:pt x="6263150" y="739118"/>
                  </a:lnTo>
                  <a:lnTo>
                    <a:pt x="6263276" y="739118"/>
                  </a:lnTo>
                  <a:lnTo>
                    <a:pt x="6263402" y="739118"/>
                  </a:lnTo>
                  <a:lnTo>
                    <a:pt x="6263528" y="739118"/>
                  </a:lnTo>
                  <a:lnTo>
                    <a:pt x="6263654" y="739118"/>
                  </a:lnTo>
                  <a:lnTo>
                    <a:pt x="6263780" y="739118"/>
                  </a:lnTo>
                  <a:lnTo>
                    <a:pt x="6263906" y="739118"/>
                  </a:lnTo>
                  <a:lnTo>
                    <a:pt x="6264032" y="739118"/>
                  </a:lnTo>
                  <a:lnTo>
                    <a:pt x="6264158" y="739118"/>
                  </a:lnTo>
                  <a:lnTo>
                    <a:pt x="6264284" y="739118"/>
                  </a:lnTo>
                  <a:lnTo>
                    <a:pt x="6264411" y="739118"/>
                  </a:lnTo>
                  <a:lnTo>
                    <a:pt x="6264537" y="739118"/>
                  </a:lnTo>
                  <a:lnTo>
                    <a:pt x="6264663" y="739118"/>
                  </a:lnTo>
                  <a:lnTo>
                    <a:pt x="6264789" y="739118"/>
                  </a:lnTo>
                  <a:lnTo>
                    <a:pt x="6264915" y="739118"/>
                  </a:lnTo>
                  <a:lnTo>
                    <a:pt x="6265041" y="739118"/>
                  </a:lnTo>
                  <a:lnTo>
                    <a:pt x="6265167" y="739118"/>
                  </a:lnTo>
                  <a:lnTo>
                    <a:pt x="6265293" y="739118"/>
                  </a:lnTo>
                  <a:lnTo>
                    <a:pt x="6265419" y="739118"/>
                  </a:lnTo>
                  <a:lnTo>
                    <a:pt x="6265545" y="739118"/>
                  </a:lnTo>
                  <a:lnTo>
                    <a:pt x="6265671" y="739118"/>
                  </a:lnTo>
                  <a:lnTo>
                    <a:pt x="6265798" y="739118"/>
                  </a:lnTo>
                  <a:lnTo>
                    <a:pt x="6265924" y="739118"/>
                  </a:lnTo>
                  <a:lnTo>
                    <a:pt x="6266050" y="739118"/>
                  </a:lnTo>
                  <a:lnTo>
                    <a:pt x="6266176" y="739118"/>
                  </a:lnTo>
                  <a:lnTo>
                    <a:pt x="6266302" y="739118"/>
                  </a:lnTo>
                  <a:lnTo>
                    <a:pt x="6266428" y="739118"/>
                  </a:lnTo>
                  <a:lnTo>
                    <a:pt x="6266554" y="739118"/>
                  </a:lnTo>
                  <a:lnTo>
                    <a:pt x="6266680" y="739118"/>
                  </a:lnTo>
                  <a:lnTo>
                    <a:pt x="6266806" y="739118"/>
                  </a:lnTo>
                  <a:lnTo>
                    <a:pt x="6266932" y="739118"/>
                  </a:lnTo>
                  <a:lnTo>
                    <a:pt x="6267058" y="739118"/>
                  </a:lnTo>
                  <a:lnTo>
                    <a:pt x="6267185" y="739118"/>
                  </a:lnTo>
                  <a:lnTo>
                    <a:pt x="6267311" y="739118"/>
                  </a:lnTo>
                  <a:lnTo>
                    <a:pt x="6267437" y="739118"/>
                  </a:lnTo>
                  <a:lnTo>
                    <a:pt x="6267563" y="739118"/>
                  </a:lnTo>
                  <a:lnTo>
                    <a:pt x="6267689" y="739118"/>
                  </a:lnTo>
                  <a:lnTo>
                    <a:pt x="6267815" y="739118"/>
                  </a:lnTo>
                  <a:lnTo>
                    <a:pt x="6267941" y="739118"/>
                  </a:lnTo>
                  <a:lnTo>
                    <a:pt x="6268067" y="739118"/>
                  </a:lnTo>
                  <a:lnTo>
                    <a:pt x="6268193" y="739118"/>
                  </a:lnTo>
                  <a:lnTo>
                    <a:pt x="6268319" y="739118"/>
                  </a:lnTo>
                  <a:lnTo>
                    <a:pt x="6268445" y="739118"/>
                  </a:lnTo>
                  <a:lnTo>
                    <a:pt x="6268445" y="733839"/>
                  </a:lnTo>
                  <a:lnTo>
                    <a:pt x="6268571" y="733839"/>
                  </a:lnTo>
                  <a:lnTo>
                    <a:pt x="6268698" y="733839"/>
                  </a:lnTo>
                  <a:lnTo>
                    <a:pt x="6268824" y="733839"/>
                  </a:lnTo>
                  <a:lnTo>
                    <a:pt x="6268950" y="733839"/>
                  </a:lnTo>
                  <a:lnTo>
                    <a:pt x="6269076" y="733839"/>
                  </a:lnTo>
                  <a:lnTo>
                    <a:pt x="6269202" y="733839"/>
                  </a:lnTo>
                  <a:lnTo>
                    <a:pt x="6269328" y="733839"/>
                  </a:lnTo>
                  <a:lnTo>
                    <a:pt x="6269454" y="733839"/>
                  </a:lnTo>
                  <a:lnTo>
                    <a:pt x="6269580" y="733839"/>
                  </a:lnTo>
                  <a:lnTo>
                    <a:pt x="6269706" y="733839"/>
                  </a:lnTo>
                  <a:lnTo>
                    <a:pt x="6269832" y="733839"/>
                  </a:lnTo>
                  <a:lnTo>
                    <a:pt x="6269958" y="733839"/>
                  </a:lnTo>
                  <a:lnTo>
                    <a:pt x="6270085" y="733839"/>
                  </a:lnTo>
                  <a:lnTo>
                    <a:pt x="6270211" y="733839"/>
                  </a:lnTo>
                  <a:lnTo>
                    <a:pt x="6270337" y="733839"/>
                  </a:lnTo>
                  <a:lnTo>
                    <a:pt x="6270463" y="733839"/>
                  </a:lnTo>
                  <a:lnTo>
                    <a:pt x="6270589" y="733839"/>
                  </a:lnTo>
                  <a:lnTo>
                    <a:pt x="6270715" y="733839"/>
                  </a:lnTo>
                  <a:lnTo>
                    <a:pt x="6270841" y="733839"/>
                  </a:lnTo>
                  <a:lnTo>
                    <a:pt x="6270967" y="733839"/>
                  </a:lnTo>
                  <a:lnTo>
                    <a:pt x="6271093" y="733839"/>
                  </a:lnTo>
                  <a:lnTo>
                    <a:pt x="6271219" y="733839"/>
                  </a:lnTo>
                  <a:lnTo>
                    <a:pt x="6271345" y="733839"/>
                  </a:lnTo>
                  <a:lnTo>
                    <a:pt x="6271471" y="733839"/>
                  </a:lnTo>
                  <a:lnTo>
                    <a:pt x="6271598" y="733839"/>
                  </a:lnTo>
                  <a:lnTo>
                    <a:pt x="6271724" y="733839"/>
                  </a:lnTo>
                  <a:lnTo>
                    <a:pt x="6271850" y="733839"/>
                  </a:lnTo>
                  <a:lnTo>
                    <a:pt x="6271976" y="733839"/>
                  </a:lnTo>
                  <a:lnTo>
                    <a:pt x="6272102" y="733839"/>
                  </a:lnTo>
                  <a:lnTo>
                    <a:pt x="6272228" y="733839"/>
                  </a:lnTo>
                  <a:lnTo>
                    <a:pt x="6272354" y="733839"/>
                  </a:lnTo>
                  <a:lnTo>
                    <a:pt x="6272480" y="733839"/>
                  </a:lnTo>
                  <a:lnTo>
                    <a:pt x="6272606" y="733839"/>
                  </a:lnTo>
                  <a:lnTo>
                    <a:pt x="6272732" y="733839"/>
                  </a:lnTo>
                  <a:lnTo>
                    <a:pt x="6272858" y="733839"/>
                  </a:lnTo>
                  <a:lnTo>
                    <a:pt x="6272985" y="733839"/>
                  </a:lnTo>
                  <a:lnTo>
                    <a:pt x="6273111" y="733839"/>
                  </a:lnTo>
                  <a:lnTo>
                    <a:pt x="6273237" y="733839"/>
                  </a:lnTo>
                  <a:lnTo>
                    <a:pt x="6273363" y="733839"/>
                  </a:lnTo>
                  <a:lnTo>
                    <a:pt x="6273489" y="733839"/>
                  </a:lnTo>
                  <a:lnTo>
                    <a:pt x="6273615" y="733839"/>
                  </a:lnTo>
                  <a:lnTo>
                    <a:pt x="6273741" y="733839"/>
                  </a:lnTo>
                  <a:lnTo>
                    <a:pt x="6273867" y="733839"/>
                  </a:lnTo>
                  <a:lnTo>
                    <a:pt x="6273993" y="733839"/>
                  </a:lnTo>
                  <a:lnTo>
                    <a:pt x="6274119" y="733839"/>
                  </a:lnTo>
                  <a:lnTo>
                    <a:pt x="6274245" y="733839"/>
                  </a:lnTo>
                  <a:lnTo>
                    <a:pt x="6274372" y="733839"/>
                  </a:lnTo>
                  <a:lnTo>
                    <a:pt x="6274498" y="733839"/>
                  </a:lnTo>
                  <a:lnTo>
                    <a:pt x="6274624" y="733839"/>
                  </a:lnTo>
                  <a:lnTo>
                    <a:pt x="6274750" y="733839"/>
                  </a:lnTo>
                  <a:lnTo>
                    <a:pt x="6274876" y="733839"/>
                  </a:lnTo>
                  <a:lnTo>
                    <a:pt x="6275002" y="733839"/>
                  </a:lnTo>
                  <a:lnTo>
                    <a:pt x="6275128" y="733839"/>
                  </a:lnTo>
                  <a:lnTo>
                    <a:pt x="6275254" y="733839"/>
                  </a:lnTo>
                  <a:lnTo>
                    <a:pt x="6275380" y="733839"/>
                  </a:lnTo>
                  <a:lnTo>
                    <a:pt x="6275506" y="733839"/>
                  </a:lnTo>
                  <a:lnTo>
                    <a:pt x="6275632" y="733839"/>
                  </a:lnTo>
                  <a:lnTo>
                    <a:pt x="6275758" y="733839"/>
                  </a:lnTo>
                  <a:lnTo>
                    <a:pt x="6275885" y="733839"/>
                  </a:lnTo>
                  <a:lnTo>
                    <a:pt x="6276011" y="733839"/>
                  </a:lnTo>
                  <a:lnTo>
                    <a:pt x="6276137" y="733839"/>
                  </a:lnTo>
                  <a:lnTo>
                    <a:pt x="6276263" y="733839"/>
                  </a:lnTo>
                  <a:lnTo>
                    <a:pt x="6276389" y="733839"/>
                  </a:lnTo>
                  <a:lnTo>
                    <a:pt x="6276515" y="733839"/>
                  </a:lnTo>
                  <a:lnTo>
                    <a:pt x="6276641" y="733839"/>
                  </a:lnTo>
                  <a:lnTo>
                    <a:pt x="6276767" y="733839"/>
                  </a:lnTo>
                  <a:lnTo>
                    <a:pt x="6276893" y="733839"/>
                  </a:lnTo>
                  <a:lnTo>
                    <a:pt x="6277019" y="733839"/>
                  </a:lnTo>
                  <a:lnTo>
                    <a:pt x="6277145" y="733839"/>
                  </a:lnTo>
                  <a:lnTo>
                    <a:pt x="6277272" y="733839"/>
                  </a:lnTo>
                  <a:lnTo>
                    <a:pt x="6277398" y="733839"/>
                  </a:lnTo>
                  <a:lnTo>
                    <a:pt x="6277524" y="733839"/>
                  </a:lnTo>
                  <a:lnTo>
                    <a:pt x="6277650" y="733839"/>
                  </a:lnTo>
                  <a:lnTo>
                    <a:pt x="6277776" y="733839"/>
                  </a:lnTo>
                  <a:lnTo>
                    <a:pt x="6277902" y="733839"/>
                  </a:lnTo>
                  <a:lnTo>
                    <a:pt x="6278028" y="733839"/>
                  </a:lnTo>
                  <a:lnTo>
                    <a:pt x="6278154" y="733839"/>
                  </a:lnTo>
                  <a:lnTo>
                    <a:pt x="6278280" y="733839"/>
                  </a:lnTo>
                  <a:lnTo>
                    <a:pt x="6278406" y="733839"/>
                  </a:lnTo>
                  <a:lnTo>
                    <a:pt x="6278532" y="733839"/>
                  </a:lnTo>
                  <a:lnTo>
                    <a:pt x="6278658" y="733839"/>
                  </a:lnTo>
                  <a:lnTo>
                    <a:pt x="6278785" y="733839"/>
                  </a:lnTo>
                  <a:lnTo>
                    <a:pt x="6278911" y="733839"/>
                  </a:lnTo>
                  <a:lnTo>
                    <a:pt x="6279037" y="733839"/>
                  </a:lnTo>
                  <a:lnTo>
                    <a:pt x="6279163" y="733839"/>
                  </a:lnTo>
                  <a:lnTo>
                    <a:pt x="6279163" y="728560"/>
                  </a:lnTo>
                  <a:lnTo>
                    <a:pt x="6279289" y="728560"/>
                  </a:lnTo>
                  <a:lnTo>
                    <a:pt x="6279415" y="728560"/>
                  </a:lnTo>
                  <a:lnTo>
                    <a:pt x="6279541" y="728560"/>
                  </a:lnTo>
                  <a:lnTo>
                    <a:pt x="6279541" y="723280"/>
                  </a:lnTo>
                  <a:lnTo>
                    <a:pt x="6279667" y="723280"/>
                  </a:lnTo>
                  <a:lnTo>
                    <a:pt x="6279793" y="723280"/>
                  </a:lnTo>
                  <a:lnTo>
                    <a:pt x="6279919" y="723280"/>
                  </a:lnTo>
                  <a:lnTo>
                    <a:pt x="6280045" y="723280"/>
                  </a:lnTo>
                  <a:lnTo>
                    <a:pt x="6280172" y="723280"/>
                  </a:lnTo>
                  <a:lnTo>
                    <a:pt x="6280298" y="723280"/>
                  </a:lnTo>
                  <a:lnTo>
                    <a:pt x="6280424" y="723280"/>
                  </a:lnTo>
                  <a:lnTo>
                    <a:pt x="6280550" y="723280"/>
                  </a:lnTo>
                  <a:lnTo>
                    <a:pt x="6280676" y="723280"/>
                  </a:lnTo>
                  <a:lnTo>
                    <a:pt x="6280802" y="723280"/>
                  </a:lnTo>
                  <a:lnTo>
                    <a:pt x="6280928" y="723280"/>
                  </a:lnTo>
                  <a:lnTo>
                    <a:pt x="6281054" y="723280"/>
                  </a:lnTo>
                  <a:lnTo>
                    <a:pt x="6281180" y="723280"/>
                  </a:lnTo>
                  <a:lnTo>
                    <a:pt x="6281306" y="723280"/>
                  </a:lnTo>
                  <a:lnTo>
                    <a:pt x="6281432" y="723280"/>
                  </a:lnTo>
                  <a:lnTo>
                    <a:pt x="6281559" y="723280"/>
                  </a:lnTo>
                  <a:lnTo>
                    <a:pt x="6281685" y="723280"/>
                  </a:lnTo>
                  <a:lnTo>
                    <a:pt x="6281811" y="723280"/>
                  </a:lnTo>
                  <a:lnTo>
                    <a:pt x="6281937" y="723280"/>
                  </a:lnTo>
                  <a:lnTo>
                    <a:pt x="6282063" y="723280"/>
                  </a:lnTo>
                  <a:lnTo>
                    <a:pt x="6282189" y="723280"/>
                  </a:lnTo>
                  <a:lnTo>
                    <a:pt x="6282315" y="723280"/>
                  </a:lnTo>
                  <a:lnTo>
                    <a:pt x="6282441" y="723280"/>
                  </a:lnTo>
                  <a:lnTo>
                    <a:pt x="6282567" y="723280"/>
                  </a:lnTo>
                  <a:lnTo>
                    <a:pt x="6282693" y="723280"/>
                  </a:lnTo>
                  <a:lnTo>
                    <a:pt x="6282819" y="723280"/>
                  </a:lnTo>
                  <a:lnTo>
                    <a:pt x="6282945" y="723280"/>
                  </a:lnTo>
                  <a:lnTo>
                    <a:pt x="6283072" y="723280"/>
                  </a:lnTo>
                  <a:lnTo>
                    <a:pt x="6283198" y="723280"/>
                  </a:lnTo>
                  <a:lnTo>
                    <a:pt x="6283324" y="723280"/>
                  </a:lnTo>
                  <a:lnTo>
                    <a:pt x="6283450" y="723280"/>
                  </a:lnTo>
                  <a:lnTo>
                    <a:pt x="6283576" y="723280"/>
                  </a:lnTo>
                  <a:lnTo>
                    <a:pt x="6283702" y="723280"/>
                  </a:lnTo>
                  <a:lnTo>
                    <a:pt x="6283828" y="723280"/>
                  </a:lnTo>
                  <a:lnTo>
                    <a:pt x="6283954" y="723280"/>
                  </a:lnTo>
                  <a:lnTo>
                    <a:pt x="6284080" y="723280"/>
                  </a:lnTo>
                  <a:lnTo>
                    <a:pt x="6284206" y="723280"/>
                  </a:lnTo>
                  <a:lnTo>
                    <a:pt x="6284332" y="723280"/>
                  </a:lnTo>
                  <a:lnTo>
                    <a:pt x="6284459" y="723280"/>
                  </a:lnTo>
                  <a:lnTo>
                    <a:pt x="6284585" y="723280"/>
                  </a:lnTo>
                  <a:lnTo>
                    <a:pt x="6284711" y="723280"/>
                  </a:lnTo>
                  <a:lnTo>
                    <a:pt x="6284837" y="723280"/>
                  </a:lnTo>
                  <a:lnTo>
                    <a:pt x="6284963" y="723280"/>
                  </a:lnTo>
                  <a:lnTo>
                    <a:pt x="6285089" y="723280"/>
                  </a:lnTo>
                  <a:lnTo>
                    <a:pt x="6285215" y="723280"/>
                  </a:lnTo>
                  <a:lnTo>
                    <a:pt x="6285341" y="723280"/>
                  </a:lnTo>
                  <a:lnTo>
                    <a:pt x="6285467" y="723280"/>
                  </a:lnTo>
                  <a:lnTo>
                    <a:pt x="6285593" y="723280"/>
                  </a:lnTo>
                  <a:lnTo>
                    <a:pt x="6285719" y="723280"/>
                  </a:lnTo>
                  <a:lnTo>
                    <a:pt x="6285845" y="723280"/>
                  </a:lnTo>
                  <a:lnTo>
                    <a:pt x="6285972" y="723280"/>
                  </a:lnTo>
                  <a:lnTo>
                    <a:pt x="6286098" y="723280"/>
                  </a:lnTo>
                  <a:lnTo>
                    <a:pt x="6286224" y="723280"/>
                  </a:lnTo>
                  <a:lnTo>
                    <a:pt x="6286350" y="723280"/>
                  </a:lnTo>
                  <a:lnTo>
                    <a:pt x="6286476" y="723280"/>
                  </a:lnTo>
                  <a:lnTo>
                    <a:pt x="6286602" y="723280"/>
                  </a:lnTo>
                  <a:lnTo>
                    <a:pt x="6286728" y="723280"/>
                  </a:lnTo>
                  <a:lnTo>
                    <a:pt x="6286854" y="723280"/>
                  </a:lnTo>
                  <a:lnTo>
                    <a:pt x="6286980" y="723280"/>
                  </a:lnTo>
                  <a:lnTo>
                    <a:pt x="6287106" y="723280"/>
                  </a:lnTo>
                  <a:lnTo>
                    <a:pt x="6287232" y="723280"/>
                  </a:lnTo>
                  <a:lnTo>
                    <a:pt x="6287359" y="723280"/>
                  </a:lnTo>
                  <a:lnTo>
                    <a:pt x="6287485" y="723280"/>
                  </a:lnTo>
                  <a:lnTo>
                    <a:pt x="6287611" y="723280"/>
                  </a:lnTo>
                  <a:lnTo>
                    <a:pt x="6287737" y="723280"/>
                  </a:lnTo>
                  <a:lnTo>
                    <a:pt x="6287863" y="723280"/>
                  </a:lnTo>
                  <a:lnTo>
                    <a:pt x="6287989" y="723280"/>
                  </a:lnTo>
                  <a:lnTo>
                    <a:pt x="6288115" y="723280"/>
                  </a:lnTo>
                  <a:lnTo>
                    <a:pt x="6288241" y="723280"/>
                  </a:lnTo>
                  <a:lnTo>
                    <a:pt x="6288367" y="723280"/>
                  </a:lnTo>
                  <a:lnTo>
                    <a:pt x="6288493" y="723280"/>
                  </a:lnTo>
                  <a:lnTo>
                    <a:pt x="6288619" y="723280"/>
                  </a:lnTo>
                  <a:lnTo>
                    <a:pt x="6288745" y="723280"/>
                  </a:lnTo>
                  <a:lnTo>
                    <a:pt x="6288872" y="723280"/>
                  </a:lnTo>
                  <a:lnTo>
                    <a:pt x="6288998" y="723280"/>
                  </a:lnTo>
                  <a:lnTo>
                    <a:pt x="6289124" y="723280"/>
                  </a:lnTo>
                  <a:lnTo>
                    <a:pt x="6289250" y="723280"/>
                  </a:lnTo>
                  <a:lnTo>
                    <a:pt x="6289376" y="723280"/>
                  </a:lnTo>
                  <a:lnTo>
                    <a:pt x="6289502" y="723280"/>
                  </a:lnTo>
                  <a:lnTo>
                    <a:pt x="6289628" y="723280"/>
                  </a:lnTo>
                  <a:lnTo>
                    <a:pt x="6289754" y="723280"/>
                  </a:lnTo>
                  <a:lnTo>
                    <a:pt x="6289880" y="723280"/>
                  </a:lnTo>
                  <a:lnTo>
                    <a:pt x="6290006" y="723280"/>
                  </a:lnTo>
                  <a:lnTo>
                    <a:pt x="6290132" y="723280"/>
                  </a:lnTo>
                  <a:lnTo>
                    <a:pt x="6290259" y="723280"/>
                  </a:lnTo>
                  <a:lnTo>
                    <a:pt x="6290385" y="723280"/>
                  </a:lnTo>
                  <a:lnTo>
                    <a:pt x="6290511" y="723280"/>
                  </a:lnTo>
                  <a:lnTo>
                    <a:pt x="6290637" y="723280"/>
                  </a:lnTo>
                  <a:lnTo>
                    <a:pt x="6290763" y="723280"/>
                  </a:lnTo>
                  <a:lnTo>
                    <a:pt x="6290889" y="723280"/>
                  </a:lnTo>
                  <a:lnTo>
                    <a:pt x="6291015" y="723280"/>
                  </a:lnTo>
                  <a:lnTo>
                    <a:pt x="6291141" y="723280"/>
                  </a:lnTo>
                  <a:lnTo>
                    <a:pt x="6291267" y="723280"/>
                  </a:lnTo>
                  <a:lnTo>
                    <a:pt x="6291393" y="723280"/>
                  </a:lnTo>
                  <a:lnTo>
                    <a:pt x="6291519" y="723280"/>
                  </a:lnTo>
                  <a:lnTo>
                    <a:pt x="6291646" y="723280"/>
                  </a:lnTo>
                  <a:lnTo>
                    <a:pt x="6291772" y="723280"/>
                  </a:lnTo>
                  <a:lnTo>
                    <a:pt x="6291898" y="723280"/>
                  </a:lnTo>
                  <a:lnTo>
                    <a:pt x="6292024" y="723280"/>
                  </a:lnTo>
                  <a:lnTo>
                    <a:pt x="6292150" y="723280"/>
                  </a:lnTo>
                  <a:lnTo>
                    <a:pt x="6292276" y="723280"/>
                  </a:lnTo>
                  <a:lnTo>
                    <a:pt x="6292402" y="723280"/>
                  </a:lnTo>
                  <a:lnTo>
                    <a:pt x="6292528" y="723280"/>
                  </a:lnTo>
                  <a:lnTo>
                    <a:pt x="6292654" y="723280"/>
                  </a:lnTo>
                  <a:lnTo>
                    <a:pt x="6292780" y="723280"/>
                  </a:lnTo>
                  <a:lnTo>
                    <a:pt x="6292906" y="723280"/>
                  </a:lnTo>
                  <a:lnTo>
                    <a:pt x="6293032" y="723280"/>
                  </a:lnTo>
                  <a:lnTo>
                    <a:pt x="6293159" y="723280"/>
                  </a:lnTo>
                  <a:lnTo>
                    <a:pt x="6293285" y="723280"/>
                  </a:lnTo>
                  <a:lnTo>
                    <a:pt x="6293411" y="723280"/>
                  </a:lnTo>
                  <a:lnTo>
                    <a:pt x="6293537" y="723280"/>
                  </a:lnTo>
                  <a:lnTo>
                    <a:pt x="6293663" y="723280"/>
                  </a:lnTo>
                  <a:lnTo>
                    <a:pt x="6293789" y="723280"/>
                  </a:lnTo>
                  <a:lnTo>
                    <a:pt x="6293915" y="723280"/>
                  </a:lnTo>
                  <a:lnTo>
                    <a:pt x="6294041" y="723280"/>
                  </a:lnTo>
                  <a:lnTo>
                    <a:pt x="6294167" y="723280"/>
                  </a:lnTo>
                  <a:lnTo>
                    <a:pt x="6294293" y="723280"/>
                  </a:lnTo>
                  <a:lnTo>
                    <a:pt x="6294419" y="723280"/>
                  </a:lnTo>
                  <a:lnTo>
                    <a:pt x="6294546" y="723280"/>
                  </a:lnTo>
                  <a:lnTo>
                    <a:pt x="6294672" y="723280"/>
                  </a:lnTo>
                  <a:lnTo>
                    <a:pt x="6294798" y="723280"/>
                  </a:lnTo>
                  <a:lnTo>
                    <a:pt x="6294924" y="723280"/>
                  </a:lnTo>
                  <a:lnTo>
                    <a:pt x="6295050" y="723280"/>
                  </a:lnTo>
                  <a:lnTo>
                    <a:pt x="6295176" y="723280"/>
                  </a:lnTo>
                  <a:lnTo>
                    <a:pt x="6295302" y="723280"/>
                  </a:lnTo>
                  <a:lnTo>
                    <a:pt x="6295428" y="723280"/>
                  </a:lnTo>
                  <a:lnTo>
                    <a:pt x="6295554" y="723280"/>
                  </a:lnTo>
                  <a:lnTo>
                    <a:pt x="6295680" y="723280"/>
                  </a:lnTo>
                  <a:lnTo>
                    <a:pt x="6295806" y="723280"/>
                  </a:lnTo>
                  <a:lnTo>
                    <a:pt x="6295932" y="723280"/>
                  </a:lnTo>
                  <a:lnTo>
                    <a:pt x="6296059" y="723280"/>
                  </a:lnTo>
                  <a:lnTo>
                    <a:pt x="6296185" y="723280"/>
                  </a:lnTo>
                  <a:lnTo>
                    <a:pt x="6296311" y="723280"/>
                  </a:lnTo>
                  <a:lnTo>
                    <a:pt x="6296437" y="723280"/>
                  </a:lnTo>
                  <a:lnTo>
                    <a:pt x="6296563" y="723280"/>
                  </a:lnTo>
                  <a:lnTo>
                    <a:pt x="6296689" y="723280"/>
                  </a:lnTo>
                  <a:lnTo>
                    <a:pt x="6296815" y="723280"/>
                  </a:lnTo>
                  <a:lnTo>
                    <a:pt x="6296941" y="723280"/>
                  </a:lnTo>
                  <a:lnTo>
                    <a:pt x="6297067" y="723280"/>
                  </a:lnTo>
                  <a:lnTo>
                    <a:pt x="6297193" y="723280"/>
                  </a:lnTo>
                  <a:lnTo>
                    <a:pt x="6297319" y="723280"/>
                  </a:lnTo>
                  <a:lnTo>
                    <a:pt x="6297446" y="723280"/>
                  </a:lnTo>
                  <a:lnTo>
                    <a:pt x="6297572" y="723280"/>
                  </a:lnTo>
                  <a:lnTo>
                    <a:pt x="6297698" y="723280"/>
                  </a:lnTo>
                  <a:lnTo>
                    <a:pt x="6297824" y="723280"/>
                  </a:lnTo>
                  <a:lnTo>
                    <a:pt x="6297950" y="723280"/>
                  </a:lnTo>
                  <a:lnTo>
                    <a:pt x="6298076" y="723280"/>
                  </a:lnTo>
                  <a:lnTo>
                    <a:pt x="6298202" y="723280"/>
                  </a:lnTo>
                  <a:lnTo>
                    <a:pt x="6298328" y="723280"/>
                  </a:lnTo>
                  <a:lnTo>
                    <a:pt x="6298454" y="723280"/>
                  </a:lnTo>
                  <a:lnTo>
                    <a:pt x="6298580" y="723280"/>
                  </a:lnTo>
                  <a:lnTo>
                    <a:pt x="6298706" y="723280"/>
                  </a:lnTo>
                  <a:lnTo>
                    <a:pt x="6298833" y="723280"/>
                  </a:lnTo>
                  <a:lnTo>
                    <a:pt x="6298959" y="723280"/>
                  </a:lnTo>
                  <a:lnTo>
                    <a:pt x="6299085" y="723280"/>
                  </a:lnTo>
                  <a:lnTo>
                    <a:pt x="6299211" y="723280"/>
                  </a:lnTo>
                  <a:lnTo>
                    <a:pt x="6299337" y="723280"/>
                  </a:lnTo>
                  <a:lnTo>
                    <a:pt x="6299463" y="723280"/>
                  </a:lnTo>
                  <a:lnTo>
                    <a:pt x="6299589" y="723280"/>
                  </a:lnTo>
                  <a:lnTo>
                    <a:pt x="6299715" y="723280"/>
                  </a:lnTo>
                  <a:lnTo>
                    <a:pt x="6299841" y="723280"/>
                  </a:lnTo>
                  <a:lnTo>
                    <a:pt x="6299967" y="723280"/>
                  </a:lnTo>
                  <a:lnTo>
                    <a:pt x="6300093" y="723280"/>
                  </a:lnTo>
                  <a:lnTo>
                    <a:pt x="6300219" y="723280"/>
                  </a:lnTo>
                  <a:lnTo>
                    <a:pt x="6300346" y="723280"/>
                  </a:lnTo>
                  <a:lnTo>
                    <a:pt x="6300472" y="723280"/>
                  </a:lnTo>
                  <a:lnTo>
                    <a:pt x="6300598" y="723280"/>
                  </a:lnTo>
                  <a:lnTo>
                    <a:pt x="6300724" y="723280"/>
                  </a:lnTo>
                  <a:lnTo>
                    <a:pt x="6300850" y="723280"/>
                  </a:lnTo>
                  <a:lnTo>
                    <a:pt x="6300976" y="723280"/>
                  </a:lnTo>
                  <a:lnTo>
                    <a:pt x="6301102" y="723280"/>
                  </a:lnTo>
                  <a:lnTo>
                    <a:pt x="6301228" y="723280"/>
                  </a:lnTo>
                  <a:lnTo>
                    <a:pt x="6301354" y="723280"/>
                  </a:lnTo>
                  <a:lnTo>
                    <a:pt x="6301480" y="723280"/>
                  </a:lnTo>
                  <a:lnTo>
                    <a:pt x="6301606" y="723280"/>
                  </a:lnTo>
                  <a:lnTo>
                    <a:pt x="6301733" y="723280"/>
                  </a:lnTo>
                  <a:lnTo>
                    <a:pt x="6301859" y="723280"/>
                  </a:lnTo>
                  <a:lnTo>
                    <a:pt x="6301985" y="723280"/>
                  </a:lnTo>
                  <a:lnTo>
                    <a:pt x="6302111" y="723280"/>
                  </a:lnTo>
                  <a:lnTo>
                    <a:pt x="6302237" y="723280"/>
                  </a:lnTo>
                  <a:lnTo>
                    <a:pt x="6302363" y="723280"/>
                  </a:lnTo>
                  <a:lnTo>
                    <a:pt x="6302489" y="723280"/>
                  </a:lnTo>
                  <a:lnTo>
                    <a:pt x="6302615" y="723280"/>
                  </a:lnTo>
                  <a:lnTo>
                    <a:pt x="6302741" y="723280"/>
                  </a:lnTo>
                  <a:lnTo>
                    <a:pt x="6302867" y="723280"/>
                  </a:lnTo>
                  <a:lnTo>
                    <a:pt x="6302993" y="723280"/>
                  </a:lnTo>
                  <a:lnTo>
                    <a:pt x="6303119" y="723280"/>
                  </a:lnTo>
                  <a:lnTo>
                    <a:pt x="6303246" y="723280"/>
                  </a:lnTo>
                  <a:lnTo>
                    <a:pt x="6303372" y="723280"/>
                  </a:lnTo>
                  <a:lnTo>
                    <a:pt x="6303498" y="723280"/>
                  </a:lnTo>
                  <a:lnTo>
                    <a:pt x="6303624" y="723280"/>
                  </a:lnTo>
                  <a:lnTo>
                    <a:pt x="6303750" y="723280"/>
                  </a:lnTo>
                  <a:lnTo>
                    <a:pt x="6303876" y="723280"/>
                  </a:lnTo>
                  <a:lnTo>
                    <a:pt x="6304002" y="723280"/>
                  </a:lnTo>
                  <a:lnTo>
                    <a:pt x="6304128" y="723280"/>
                  </a:lnTo>
                  <a:lnTo>
                    <a:pt x="6304254" y="723280"/>
                  </a:lnTo>
                  <a:lnTo>
                    <a:pt x="6304380" y="723280"/>
                  </a:lnTo>
                  <a:lnTo>
                    <a:pt x="6304506" y="723280"/>
                  </a:lnTo>
                  <a:lnTo>
                    <a:pt x="6304633" y="723280"/>
                  </a:lnTo>
                  <a:lnTo>
                    <a:pt x="6304759" y="723280"/>
                  </a:lnTo>
                  <a:lnTo>
                    <a:pt x="6304885" y="723280"/>
                  </a:lnTo>
                  <a:lnTo>
                    <a:pt x="6305011" y="723280"/>
                  </a:lnTo>
                  <a:lnTo>
                    <a:pt x="6305137" y="723280"/>
                  </a:lnTo>
                  <a:lnTo>
                    <a:pt x="6305263" y="723280"/>
                  </a:lnTo>
                  <a:lnTo>
                    <a:pt x="6305389" y="723280"/>
                  </a:lnTo>
                  <a:lnTo>
                    <a:pt x="6305515" y="723280"/>
                  </a:lnTo>
                  <a:lnTo>
                    <a:pt x="6305641" y="723280"/>
                  </a:lnTo>
                  <a:lnTo>
                    <a:pt x="6305641" y="718001"/>
                  </a:lnTo>
                  <a:lnTo>
                    <a:pt x="6305767" y="718001"/>
                  </a:lnTo>
                  <a:lnTo>
                    <a:pt x="6305893" y="718001"/>
                  </a:lnTo>
                  <a:lnTo>
                    <a:pt x="6306020" y="718001"/>
                  </a:lnTo>
                  <a:lnTo>
                    <a:pt x="6306146" y="718001"/>
                  </a:lnTo>
                  <a:lnTo>
                    <a:pt x="6306272" y="718001"/>
                  </a:lnTo>
                  <a:lnTo>
                    <a:pt x="6306398" y="718001"/>
                  </a:lnTo>
                  <a:lnTo>
                    <a:pt x="6306524" y="718001"/>
                  </a:lnTo>
                  <a:lnTo>
                    <a:pt x="6306650" y="718001"/>
                  </a:lnTo>
                  <a:lnTo>
                    <a:pt x="6306776" y="718001"/>
                  </a:lnTo>
                  <a:lnTo>
                    <a:pt x="6306902" y="718001"/>
                  </a:lnTo>
                  <a:lnTo>
                    <a:pt x="6307028" y="718001"/>
                  </a:lnTo>
                  <a:lnTo>
                    <a:pt x="6307154" y="718001"/>
                  </a:lnTo>
                  <a:lnTo>
                    <a:pt x="6307280" y="718001"/>
                  </a:lnTo>
                  <a:lnTo>
                    <a:pt x="6307406" y="718001"/>
                  </a:lnTo>
                  <a:lnTo>
                    <a:pt x="6307533" y="718001"/>
                  </a:lnTo>
                  <a:lnTo>
                    <a:pt x="6307659" y="718001"/>
                  </a:lnTo>
                  <a:lnTo>
                    <a:pt x="6307785" y="718001"/>
                  </a:lnTo>
                  <a:lnTo>
                    <a:pt x="6307911" y="718001"/>
                  </a:lnTo>
                  <a:lnTo>
                    <a:pt x="6308037" y="718001"/>
                  </a:lnTo>
                  <a:lnTo>
                    <a:pt x="6308163" y="718001"/>
                  </a:lnTo>
                  <a:lnTo>
                    <a:pt x="6308289" y="718001"/>
                  </a:lnTo>
                  <a:lnTo>
                    <a:pt x="6308415" y="718001"/>
                  </a:lnTo>
                  <a:lnTo>
                    <a:pt x="6308541" y="718001"/>
                  </a:lnTo>
                  <a:lnTo>
                    <a:pt x="6308667" y="718001"/>
                  </a:lnTo>
                  <a:lnTo>
                    <a:pt x="6308793" y="718001"/>
                  </a:lnTo>
                  <a:lnTo>
                    <a:pt x="6308920" y="718001"/>
                  </a:lnTo>
                  <a:lnTo>
                    <a:pt x="6309046" y="718001"/>
                  </a:lnTo>
                  <a:lnTo>
                    <a:pt x="6309172" y="718001"/>
                  </a:lnTo>
                  <a:lnTo>
                    <a:pt x="6309298" y="718001"/>
                  </a:lnTo>
                  <a:lnTo>
                    <a:pt x="6309424" y="718001"/>
                  </a:lnTo>
                  <a:lnTo>
                    <a:pt x="6309550" y="718001"/>
                  </a:lnTo>
                  <a:lnTo>
                    <a:pt x="6309676" y="718001"/>
                  </a:lnTo>
                  <a:lnTo>
                    <a:pt x="6309802" y="718001"/>
                  </a:lnTo>
                  <a:lnTo>
                    <a:pt x="6309928" y="718001"/>
                  </a:lnTo>
                  <a:lnTo>
                    <a:pt x="6310054" y="718001"/>
                  </a:lnTo>
                  <a:lnTo>
                    <a:pt x="6310180" y="718001"/>
                  </a:lnTo>
                  <a:lnTo>
                    <a:pt x="6310306" y="718001"/>
                  </a:lnTo>
                  <a:lnTo>
                    <a:pt x="6310433" y="718001"/>
                  </a:lnTo>
                  <a:lnTo>
                    <a:pt x="6310559" y="718001"/>
                  </a:lnTo>
                  <a:lnTo>
                    <a:pt x="6310685" y="718001"/>
                  </a:lnTo>
                  <a:lnTo>
                    <a:pt x="6310811" y="718001"/>
                  </a:lnTo>
                  <a:lnTo>
                    <a:pt x="6310937" y="718001"/>
                  </a:lnTo>
                  <a:lnTo>
                    <a:pt x="6311063" y="718001"/>
                  </a:lnTo>
                  <a:lnTo>
                    <a:pt x="6311189" y="718001"/>
                  </a:lnTo>
                  <a:lnTo>
                    <a:pt x="6311315" y="718001"/>
                  </a:lnTo>
                  <a:lnTo>
                    <a:pt x="6311441" y="718001"/>
                  </a:lnTo>
                  <a:lnTo>
                    <a:pt x="6311567" y="718001"/>
                  </a:lnTo>
                  <a:lnTo>
                    <a:pt x="6311693" y="718001"/>
                  </a:lnTo>
                  <a:lnTo>
                    <a:pt x="6311820" y="718001"/>
                  </a:lnTo>
                  <a:lnTo>
                    <a:pt x="6311946" y="718001"/>
                  </a:lnTo>
                  <a:lnTo>
                    <a:pt x="6312072" y="718001"/>
                  </a:lnTo>
                  <a:lnTo>
                    <a:pt x="6312198" y="718001"/>
                  </a:lnTo>
                  <a:lnTo>
                    <a:pt x="6312324" y="718001"/>
                  </a:lnTo>
                  <a:lnTo>
                    <a:pt x="6312450" y="718001"/>
                  </a:lnTo>
                  <a:lnTo>
                    <a:pt x="6312576" y="718001"/>
                  </a:lnTo>
                  <a:lnTo>
                    <a:pt x="6312702" y="718001"/>
                  </a:lnTo>
                  <a:lnTo>
                    <a:pt x="6312828" y="718001"/>
                  </a:lnTo>
                  <a:lnTo>
                    <a:pt x="6312954" y="718001"/>
                  </a:lnTo>
                  <a:lnTo>
                    <a:pt x="6313080" y="718001"/>
                  </a:lnTo>
                  <a:lnTo>
                    <a:pt x="6313206" y="718001"/>
                  </a:lnTo>
                  <a:lnTo>
                    <a:pt x="6313333" y="718001"/>
                  </a:lnTo>
                  <a:lnTo>
                    <a:pt x="6313459" y="718001"/>
                  </a:lnTo>
                  <a:lnTo>
                    <a:pt x="6313585" y="718001"/>
                  </a:lnTo>
                  <a:lnTo>
                    <a:pt x="6313711" y="718001"/>
                  </a:lnTo>
                  <a:lnTo>
                    <a:pt x="6313837" y="718001"/>
                  </a:lnTo>
                  <a:lnTo>
                    <a:pt x="6313963" y="718001"/>
                  </a:lnTo>
                  <a:lnTo>
                    <a:pt x="6314089" y="718001"/>
                  </a:lnTo>
                  <a:lnTo>
                    <a:pt x="6314215" y="718001"/>
                  </a:lnTo>
                  <a:lnTo>
                    <a:pt x="6314341" y="718001"/>
                  </a:lnTo>
                  <a:lnTo>
                    <a:pt x="6314467" y="718001"/>
                  </a:lnTo>
                  <a:lnTo>
                    <a:pt x="6314593" y="718001"/>
                  </a:lnTo>
                  <a:lnTo>
                    <a:pt x="6314720" y="718001"/>
                  </a:lnTo>
                  <a:lnTo>
                    <a:pt x="6314846" y="718001"/>
                  </a:lnTo>
                  <a:lnTo>
                    <a:pt x="6314972" y="718001"/>
                  </a:lnTo>
                  <a:lnTo>
                    <a:pt x="6315098" y="718001"/>
                  </a:lnTo>
                  <a:lnTo>
                    <a:pt x="6315224" y="718001"/>
                  </a:lnTo>
                  <a:lnTo>
                    <a:pt x="6315224" y="712721"/>
                  </a:lnTo>
                  <a:lnTo>
                    <a:pt x="6315350" y="712721"/>
                  </a:lnTo>
                  <a:lnTo>
                    <a:pt x="6315476" y="712721"/>
                  </a:lnTo>
                  <a:lnTo>
                    <a:pt x="6315602" y="712721"/>
                  </a:lnTo>
                  <a:lnTo>
                    <a:pt x="6315728" y="712721"/>
                  </a:lnTo>
                  <a:lnTo>
                    <a:pt x="6315854" y="712721"/>
                  </a:lnTo>
                  <a:lnTo>
                    <a:pt x="6315980" y="712721"/>
                  </a:lnTo>
                  <a:lnTo>
                    <a:pt x="6316107" y="712721"/>
                  </a:lnTo>
                  <a:lnTo>
                    <a:pt x="6316233" y="712721"/>
                  </a:lnTo>
                  <a:lnTo>
                    <a:pt x="6316359" y="712721"/>
                  </a:lnTo>
                  <a:lnTo>
                    <a:pt x="6316485" y="712721"/>
                  </a:lnTo>
                  <a:lnTo>
                    <a:pt x="6316611" y="712721"/>
                  </a:lnTo>
                  <a:lnTo>
                    <a:pt x="6316737" y="712721"/>
                  </a:lnTo>
                  <a:lnTo>
                    <a:pt x="6316863" y="712721"/>
                  </a:lnTo>
                  <a:lnTo>
                    <a:pt x="6316989" y="712721"/>
                  </a:lnTo>
                  <a:lnTo>
                    <a:pt x="6317115" y="712721"/>
                  </a:lnTo>
                  <a:lnTo>
                    <a:pt x="6317241" y="712721"/>
                  </a:lnTo>
                  <a:lnTo>
                    <a:pt x="6317367" y="712721"/>
                  </a:lnTo>
                  <a:lnTo>
                    <a:pt x="6317493" y="712721"/>
                  </a:lnTo>
                  <a:lnTo>
                    <a:pt x="6317620" y="712721"/>
                  </a:lnTo>
                  <a:lnTo>
                    <a:pt x="6317746" y="712721"/>
                  </a:lnTo>
                  <a:lnTo>
                    <a:pt x="6317872" y="712721"/>
                  </a:lnTo>
                  <a:lnTo>
                    <a:pt x="6317998" y="712721"/>
                  </a:lnTo>
                  <a:lnTo>
                    <a:pt x="6318124" y="712721"/>
                  </a:lnTo>
                  <a:lnTo>
                    <a:pt x="6318250" y="712721"/>
                  </a:lnTo>
                  <a:lnTo>
                    <a:pt x="6318376" y="712721"/>
                  </a:lnTo>
                  <a:lnTo>
                    <a:pt x="6318502" y="712721"/>
                  </a:lnTo>
                  <a:lnTo>
                    <a:pt x="6318628" y="712721"/>
                  </a:lnTo>
                  <a:lnTo>
                    <a:pt x="6318754" y="712721"/>
                  </a:lnTo>
                  <a:lnTo>
                    <a:pt x="6318880" y="712721"/>
                  </a:lnTo>
                  <a:lnTo>
                    <a:pt x="6319007" y="712721"/>
                  </a:lnTo>
                  <a:lnTo>
                    <a:pt x="6319133" y="712721"/>
                  </a:lnTo>
                  <a:lnTo>
                    <a:pt x="6319259" y="712721"/>
                  </a:lnTo>
                  <a:lnTo>
                    <a:pt x="6319259" y="707442"/>
                  </a:lnTo>
                  <a:lnTo>
                    <a:pt x="6319385" y="707442"/>
                  </a:lnTo>
                  <a:lnTo>
                    <a:pt x="6319511" y="707442"/>
                  </a:lnTo>
                  <a:lnTo>
                    <a:pt x="6319637" y="707442"/>
                  </a:lnTo>
                  <a:lnTo>
                    <a:pt x="6319763" y="707442"/>
                  </a:lnTo>
                  <a:lnTo>
                    <a:pt x="6319889" y="707442"/>
                  </a:lnTo>
                  <a:lnTo>
                    <a:pt x="6320015" y="707442"/>
                  </a:lnTo>
                  <a:lnTo>
                    <a:pt x="6320141" y="707442"/>
                  </a:lnTo>
                  <a:lnTo>
                    <a:pt x="6320267" y="707442"/>
                  </a:lnTo>
                  <a:lnTo>
                    <a:pt x="6320393" y="707442"/>
                  </a:lnTo>
                  <a:lnTo>
                    <a:pt x="6320520" y="707442"/>
                  </a:lnTo>
                  <a:lnTo>
                    <a:pt x="6320646" y="707442"/>
                  </a:lnTo>
                  <a:lnTo>
                    <a:pt x="6320646" y="702163"/>
                  </a:lnTo>
                  <a:lnTo>
                    <a:pt x="6320772" y="702163"/>
                  </a:lnTo>
                  <a:lnTo>
                    <a:pt x="6320898" y="702163"/>
                  </a:lnTo>
                  <a:lnTo>
                    <a:pt x="6321024" y="702163"/>
                  </a:lnTo>
                  <a:lnTo>
                    <a:pt x="6321150" y="702163"/>
                  </a:lnTo>
                  <a:lnTo>
                    <a:pt x="6321276" y="702163"/>
                  </a:lnTo>
                  <a:lnTo>
                    <a:pt x="6321402" y="702163"/>
                  </a:lnTo>
                  <a:lnTo>
                    <a:pt x="6321528" y="702163"/>
                  </a:lnTo>
                  <a:lnTo>
                    <a:pt x="6321654" y="702163"/>
                  </a:lnTo>
                  <a:lnTo>
                    <a:pt x="6321780" y="702163"/>
                  </a:lnTo>
                  <a:lnTo>
                    <a:pt x="6321907" y="702163"/>
                  </a:lnTo>
                  <a:lnTo>
                    <a:pt x="6322033" y="702163"/>
                  </a:lnTo>
                  <a:lnTo>
                    <a:pt x="6322159" y="702163"/>
                  </a:lnTo>
                  <a:lnTo>
                    <a:pt x="6322285" y="702163"/>
                  </a:lnTo>
                  <a:lnTo>
                    <a:pt x="6322411" y="702163"/>
                  </a:lnTo>
                  <a:lnTo>
                    <a:pt x="6322537" y="702163"/>
                  </a:lnTo>
                  <a:lnTo>
                    <a:pt x="6322663" y="702163"/>
                  </a:lnTo>
                  <a:lnTo>
                    <a:pt x="6322789" y="702163"/>
                  </a:lnTo>
                  <a:lnTo>
                    <a:pt x="6322915" y="702163"/>
                  </a:lnTo>
                  <a:lnTo>
                    <a:pt x="6323041" y="702163"/>
                  </a:lnTo>
                  <a:lnTo>
                    <a:pt x="6323167" y="702163"/>
                  </a:lnTo>
                  <a:lnTo>
                    <a:pt x="6323294" y="702163"/>
                  </a:lnTo>
                  <a:lnTo>
                    <a:pt x="6323420" y="702163"/>
                  </a:lnTo>
                  <a:lnTo>
                    <a:pt x="6323546" y="702163"/>
                  </a:lnTo>
                  <a:lnTo>
                    <a:pt x="6323672" y="702163"/>
                  </a:lnTo>
                  <a:lnTo>
                    <a:pt x="6323798" y="702163"/>
                  </a:lnTo>
                  <a:lnTo>
                    <a:pt x="6323924" y="702163"/>
                  </a:lnTo>
                  <a:lnTo>
                    <a:pt x="6324050" y="702163"/>
                  </a:lnTo>
                  <a:lnTo>
                    <a:pt x="6324176" y="702163"/>
                  </a:lnTo>
                  <a:lnTo>
                    <a:pt x="6324302" y="702163"/>
                  </a:lnTo>
                  <a:lnTo>
                    <a:pt x="6324428" y="702163"/>
                  </a:lnTo>
                  <a:lnTo>
                    <a:pt x="6324554" y="702163"/>
                  </a:lnTo>
                  <a:lnTo>
                    <a:pt x="6324680" y="702163"/>
                  </a:lnTo>
                  <a:lnTo>
                    <a:pt x="6324807" y="702163"/>
                  </a:lnTo>
                  <a:lnTo>
                    <a:pt x="6324933" y="702163"/>
                  </a:lnTo>
                  <a:lnTo>
                    <a:pt x="6325059" y="702163"/>
                  </a:lnTo>
                  <a:lnTo>
                    <a:pt x="6325185" y="702163"/>
                  </a:lnTo>
                  <a:lnTo>
                    <a:pt x="6325311" y="702163"/>
                  </a:lnTo>
                  <a:lnTo>
                    <a:pt x="6325437" y="702163"/>
                  </a:lnTo>
                  <a:lnTo>
                    <a:pt x="6325563" y="702163"/>
                  </a:lnTo>
                  <a:lnTo>
                    <a:pt x="6325689" y="702163"/>
                  </a:lnTo>
                  <a:lnTo>
                    <a:pt x="6325815" y="702163"/>
                  </a:lnTo>
                  <a:lnTo>
                    <a:pt x="6325941" y="702163"/>
                  </a:lnTo>
                  <a:lnTo>
                    <a:pt x="6326067" y="702163"/>
                  </a:lnTo>
                  <a:lnTo>
                    <a:pt x="6326194" y="702163"/>
                  </a:lnTo>
                  <a:lnTo>
                    <a:pt x="6326320" y="702163"/>
                  </a:lnTo>
                  <a:lnTo>
                    <a:pt x="6326446" y="702163"/>
                  </a:lnTo>
                  <a:lnTo>
                    <a:pt x="6326572" y="702163"/>
                  </a:lnTo>
                  <a:lnTo>
                    <a:pt x="6326698" y="702163"/>
                  </a:lnTo>
                  <a:lnTo>
                    <a:pt x="6326824" y="702163"/>
                  </a:lnTo>
                  <a:lnTo>
                    <a:pt x="6326950" y="702163"/>
                  </a:lnTo>
                  <a:lnTo>
                    <a:pt x="6327076" y="702163"/>
                  </a:lnTo>
                  <a:lnTo>
                    <a:pt x="6327202" y="702163"/>
                  </a:lnTo>
                  <a:lnTo>
                    <a:pt x="6327328" y="702163"/>
                  </a:lnTo>
                  <a:lnTo>
                    <a:pt x="6327454" y="702163"/>
                  </a:lnTo>
                  <a:lnTo>
                    <a:pt x="6327580" y="702163"/>
                  </a:lnTo>
                  <a:lnTo>
                    <a:pt x="6327707" y="702163"/>
                  </a:lnTo>
                  <a:lnTo>
                    <a:pt x="6327833" y="702163"/>
                  </a:lnTo>
                  <a:lnTo>
                    <a:pt x="6327959" y="702163"/>
                  </a:lnTo>
                  <a:lnTo>
                    <a:pt x="6328085" y="702163"/>
                  </a:lnTo>
                  <a:lnTo>
                    <a:pt x="6328211" y="702163"/>
                  </a:lnTo>
                  <a:lnTo>
                    <a:pt x="6328337" y="702163"/>
                  </a:lnTo>
                  <a:lnTo>
                    <a:pt x="6328463" y="702163"/>
                  </a:lnTo>
                  <a:lnTo>
                    <a:pt x="6328589" y="702163"/>
                  </a:lnTo>
                  <a:lnTo>
                    <a:pt x="6328715" y="702163"/>
                  </a:lnTo>
                  <a:lnTo>
                    <a:pt x="6328841" y="702163"/>
                  </a:lnTo>
                  <a:lnTo>
                    <a:pt x="6328967" y="702163"/>
                  </a:lnTo>
                  <a:lnTo>
                    <a:pt x="6329094" y="702163"/>
                  </a:lnTo>
                  <a:lnTo>
                    <a:pt x="6329220" y="702163"/>
                  </a:lnTo>
                  <a:lnTo>
                    <a:pt x="6329346" y="702163"/>
                  </a:lnTo>
                  <a:lnTo>
                    <a:pt x="6329472" y="702163"/>
                  </a:lnTo>
                  <a:lnTo>
                    <a:pt x="6329598" y="702163"/>
                  </a:lnTo>
                  <a:lnTo>
                    <a:pt x="6329724" y="702163"/>
                  </a:lnTo>
                  <a:lnTo>
                    <a:pt x="6329850" y="702163"/>
                  </a:lnTo>
                  <a:lnTo>
                    <a:pt x="6329976" y="702163"/>
                  </a:lnTo>
                  <a:lnTo>
                    <a:pt x="6330102" y="702163"/>
                  </a:lnTo>
                  <a:lnTo>
                    <a:pt x="6330228" y="702163"/>
                  </a:lnTo>
                  <a:lnTo>
                    <a:pt x="6330354" y="702163"/>
                  </a:lnTo>
                  <a:lnTo>
                    <a:pt x="6330480" y="702163"/>
                  </a:lnTo>
                  <a:lnTo>
                    <a:pt x="6330607" y="702163"/>
                  </a:lnTo>
                  <a:lnTo>
                    <a:pt x="6330733" y="702163"/>
                  </a:lnTo>
                  <a:lnTo>
                    <a:pt x="6330859" y="702163"/>
                  </a:lnTo>
                  <a:lnTo>
                    <a:pt x="6330985" y="702163"/>
                  </a:lnTo>
                  <a:lnTo>
                    <a:pt x="6331111" y="702163"/>
                  </a:lnTo>
                  <a:lnTo>
                    <a:pt x="6331237" y="702163"/>
                  </a:lnTo>
                  <a:lnTo>
                    <a:pt x="6331363" y="702163"/>
                  </a:lnTo>
                  <a:lnTo>
                    <a:pt x="6331489" y="702163"/>
                  </a:lnTo>
                  <a:lnTo>
                    <a:pt x="6331615" y="702163"/>
                  </a:lnTo>
                  <a:lnTo>
                    <a:pt x="6331741" y="702163"/>
                  </a:lnTo>
                  <a:lnTo>
                    <a:pt x="6331867" y="702163"/>
                  </a:lnTo>
                  <a:lnTo>
                    <a:pt x="6331994" y="702163"/>
                  </a:lnTo>
                  <a:lnTo>
                    <a:pt x="6332120" y="702163"/>
                  </a:lnTo>
                  <a:lnTo>
                    <a:pt x="6332246" y="702163"/>
                  </a:lnTo>
                  <a:lnTo>
                    <a:pt x="6332372" y="702163"/>
                  </a:lnTo>
                  <a:lnTo>
                    <a:pt x="6332498" y="702163"/>
                  </a:lnTo>
                  <a:lnTo>
                    <a:pt x="6332624" y="702163"/>
                  </a:lnTo>
                  <a:lnTo>
                    <a:pt x="6332750" y="702163"/>
                  </a:lnTo>
                  <a:lnTo>
                    <a:pt x="6332876" y="702163"/>
                  </a:lnTo>
                  <a:lnTo>
                    <a:pt x="6333002" y="702163"/>
                  </a:lnTo>
                  <a:lnTo>
                    <a:pt x="6333128" y="702163"/>
                  </a:lnTo>
                  <a:lnTo>
                    <a:pt x="6333254" y="702163"/>
                  </a:lnTo>
                  <a:lnTo>
                    <a:pt x="6333381" y="702163"/>
                  </a:lnTo>
                  <a:lnTo>
                    <a:pt x="6333507" y="702163"/>
                  </a:lnTo>
                  <a:lnTo>
                    <a:pt x="6333633" y="702163"/>
                  </a:lnTo>
                  <a:lnTo>
                    <a:pt x="6333759" y="702163"/>
                  </a:lnTo>
                  <a:lnTo>
                    <a:pt x="6333885" y="702163"/>
                  </a:lnTo>
                  <a:lnTo>
                    <a:pt x="6334011" y="702163"/>
                  </a:lnTo>
                  <a:lnTo>
                    <a:pt x="6334137" y="702163"/>
                  </a:lnTo>
                  <a:lnTo>
                    <a:pt x="6334263" y="702163"/>
                  </a:lnTo>
                  <a:lnTo>
                    <a:pt x="6334389" y="702163"/>
                  </a:lnTo>
                  <a:lnTo>
                    <a:pt x="6334515" y="702163"/>
                  </a:lnTo>
                  <a:lnTo>
                    <a:pt x="6334641" y="702163"/>
                  </a:lnTo>
                  <a:lnTo>
                    <a:pt x="6334767" y="702163"/>
                  </a:lnTo>
                  <a:lnTo>
                    <a:pt x="6334894" y="702163"/>
                  </a:lnTo>
                  <a:lnTo>
                    <a:pt x="6334894" y="696883"/>
                  </a:lnTo>
                  <a:lnTo>
                    <a:pt x="6335020" y="696883"/>
                  </a:lnTo>
                  <a:lnTo>
                    <a:pt x="6335146" y="696883"/>
                  </a:lnTo>
                  <a:lnTo>
                    <a:pt x="6335272" y="696883"/>
                  </a:lnTo>
                  <a:lnTo>
                    <a:pt x="6335398" y="696883"/>
                  </a:lnTo>
                  <a:lnTo>
                    <a:pt x="6335524" y="696883"/>
                  </a:lnTo>
                  <a:lnTo>
                    <a:pt x="6335650" y="696883"/>
                  </a:lnTo>
                  <a:lnTo>
                    <a:pt x="6335776" y="696883"/>
                  </a:lnTo>
                  <a:lnTo>
                    <a:pt x="6335902" y="696883"/>
                  </a:lnTo>
                  <a:lnTo>
                    <a:pt x="6336028" y="696883"/>
                  </a:lnTo>
                  <a:lnTo>
                    <a:pt x="6336154" y="696883"/>
                  </a:lnTo>
                  <a:lnTo>
                    <a:pt x="6336281" y="696883"/>
                  </a:lnTo>
                  <a:lnTo>
                    <a:pt x="6336407" y="696883"/>
                  </a:lnTo>
                  <a:lnTo>
                    <a:pt x="6336533" y="696883"/>
                  </a:lnTo>
                  <a:lnTo>
                    <a:pt x="6336659" y="696883"/>
                  </a:lnTo>
                  <a:lnTo>
                    <a:pt x="6336785" y="696883"/>
                  </a:lnTo>
                  <a:lnTo>
                    <a:pt x="6336911" y="696883"/>
                  </a:lnTo>
                  <a:lnTo>
                    <a:pt x="6337037" y="696883"/>
                  </a:lnTo>
                  <a:lnTo>
                    <a:pt x="6337163" y="696883"/>
                  </a:lnTo>
                  <a:lnTo>
                    <a:pt x="6337289" y="696883"/>
                  </a:lnTo>
                  <a:lnTo>
                    <a:pt x="6337415" y="696883"/>
                  </a:lnTo>
                  <a:lnTo>
                    <a:pt x="6337541" y="696883"/>
                  </a:lnTo>
                  <a:lnTo>
                    <a:pt x="6337667" y="696883"/>
                  </a:lnTo>
                  <a:lnTo>
                    <a:pt x="6337794" y="696883"/>
                  </a:lnTo>
                  <a:lnTo>
                    <a:pt x="6337920" y="696883"/>
                  </a:lnTo>
                  <a:lnTo>
                    <a:pt x="6338046" y="696883"/>
                  </a:lnTo>
                  <a:lnTo>
                    <a:pt x="6338172" y="696883"/>
                  </a:lnTo>
                  <a:lnTo>
                    <a:pt x="6338298" y="696883"/>
                  </a:lnTo>
                  <a:lnTo>
                    <a:pt x="6338424" y="696883"/>
                  </a:lnTo>
                  <a:lnTo>
                    <a:pt x="6338550" y="696883"/>
                  </a:lnTo>
                  <a:lnTo>
                    <a:pt x="6338676" y="696883"/>
                  </a:lnTo>
                  <a:lnTo>
                    <a:pt x="6338802" y="696883"/>
                  </a:lnTo>
                  <a:lnTo>
                    <a:pt x="6338928" y="696883"/>
                  </a:lnTo>
                  <a:lnTo>
                    <a:pt x="6339054" y="696883"/>
                  </a:lnTo>
                  <a:lnTo>
                    <a:pt x="6339181" y="696883"/>
                  </a:lnTo>
                  <a:lnTo>
                    <a:pt x="6339307" y="696883"/>
                  </a:lnTo>
                  <a:lnTo>
                    <a:pt x="6339433" y="696883"/>
                  </a:lnTo>
                  <a:lnTo>
                    <a:pt x="6339559" y="696883"/>
                  </a:lnTo>
                  <a:lnTo>
                    <a:pt x="6339685" y="696883"/>
                  </a:lnTo>
                  <a:lnTo>
                    <a:pt x="6339811" y="696883"/>
                  </a:lnTo>
                  <a:lnTo>
                    <a:pt x="6339937" y="696883"/>
                  </a:lnTo>
                  <a:lnTo>
                    <a:pt x="6340063" y="696883"/>
                  </a:lnTo>
                  <a:lnTo>
                    <a:pt x="6340189" y="696883"/>
                  </a:lnTo>
                  <a:lnTo>
                    <a:pt x="6340315" y="696883"/>
                  </a:lnTo>
                  <a:lnTo>
                    <a:pt x="6340441" y="696883"/>
                  </a:lnTo>
                  <a:lnTo>
                    <a:pt x="6340568" y="696883"/>
                  </a:lnTo>
                  <a:lnTo>
                    <a:pt x="6340694" y="696883"/>
                  </a:lnTo>
                  <a:lnTo>
                    <a:pt x="6340820" y="696883"/>
                  </a:lnTo>
                  <a:lnTo>
                    <a:pt x="6340946" y="696883"/>
                  </a:lnTo>
                  <a:lnTo>
                    <a:pt x="6341072" y="696883"/>
                  </a:lnTo>
                  <a:lnTo>
                    <a:pt x="6341198" y="696883"/>
                  </a:lnTo>
                  <a:lnTo>
                    <a:pt x="6341324" y="696883"/>
                  </a:lnTo>
                  <a:lnTo>
                    <a:pt x="6341450" y="696883"/>
                  </a:lnTo>
                  <a:lnTo>
                    <a:pt x="6341576" y="696883"/>
                  </a:lnTo>
                  <a:lnTo>
                    <a:pt x="6341702" y="696883"/>
                  </a:lnTo>
                  <a:lnTo>
                    <a:pt x="6341828" y="696883"/>
                  </a:lnTo>
                  <a:lnTo>
                    <a:pt x="6341954" y="696883"/>
                  </a:lnTo>
                  <a:lnTo>
                    <a:pt x="6342081" y="696883"/>
                  </a:lnTo>
                  <a:lnTo>
                    <a:pt x="6342207" y="696883"/>
                  </a:lnTo>
                  <a:lnTo>
                    <a:pt x="6342333" y="696883"/>
                  </a:lnTo>
                  <a:lnTo>
                    <a:pt x="6342459" y="696883"/>
                  </a:lnTo>
                  <a:lnTo>
                    <a:pt x="6342585" y="696883"/>
                  </a:lnTo>
                  <a:lnTo>
                    <a:pt x="6342711" y="696883"/>
                  </a:lnTo>
                  <a:lnTo>
                    <a:pt x="6342837" y="696883"/>
                  </a:lnTo>
                  <a:lnTo>
                    <a:pt x="6342963" y="696883"/>
                  </a:lnTo>
                  <a:lnTo>
                    <a:pt x="6343089" y="696883"/>
                  </a:lnTo>
                  <a:lnTo>
                    <a:pt x="6343215" y="696883"/>
                  </a:lnTo>
                  <a:lnTo>
                    <a:pt x="6343341" y="696883"/>
                  </a:lnTo>
                  <a:lnTo>
                    <a:pt x="6343468" y="696883"/>
                  </a:lnTo>
                  <a:lnTo>
                    <a:pt x="6343594" y="696883"/>
                  </a:lnTo>
                  <a:lnTo>
                    <a:pt x="6343720" y="696883"/>
                  </a:lnTo>
                  <a:lnTo>
                    <a:pt x="6343846" y="696883"/>
                  </a:lnTo>
                  <a:lnTo>
                    <a:pt x="6343972" y="696883"/>
                  </a:lnTo>
                  <a:lnTo>
                    <a:pt x="6344098" y="696883"/>
                  </a:lnTo>
                  <a:lnTo>
                    <a:pt x="6344224" y="696883"/>
                  </a:lnTo>
                  <a:lnTo>
                    <a:pt x="6344350" y="696883"/>
                  </a:lnTo>
                  <a:lnTo>
                    <a:pt x="6344476" y="696883"/>
                  </a:lnTo>
                  <a:lnTo>
                    <a:pt x="6344602" y="696883"/>
                  </a:lnTo>
                  <a:lnTo>
                    <a:pt x="6344728" y="696883"/>
                  </a:lnTo>
                  <a:lnTo>
                    <a:pt x="6344854" y="696883"/>
                  </a:lnTo>
                  <a:lnTo>
                    <a:pt x="6344981" y="696883"/>
                  </a:lnTo>
                  <a:lnTo>
                    <a:pt x="6345107" y="696883"/>
                  </a:lnTo>
                  <a:lnTo>
                    <a:pt x="6345233" y="696883"/>
                  </a:lnTo>
                  <a:lnTo>
                    <a:pt x="6345359" y="696883"/>
                  </a:lnTo>
                  <a:lnTo>
                    <a:pt x="6345485" y="696883"/>
                  </a:lnTo>
                  <a:lnTo>
                    <a:pt x="6345611" y="696883"/>
                  </a:lnTo>
                  <a:lnTo>
                    <a:pt x="6345737" y="696883"/>
                  </a:lnTo>
                  <a:lnTo>
                    <a:pt x="6345863" y="696883"/>
                  </a:lnTo>
                  <a:lnTo>
                    <a:pt x="6345989" y="696883"/>
                  </a:lnTo>
                  <a:lnTo>
                    <a:pt x="6346115" y="696883"/>
                  </a:lnTo>
                  <a:lnTo>
                    <a:pt x="6346241" y="696883"/>
                  </a:lnTo>
                  <a:lnTo>
                    <a:pt x="6346368" y="696883"/>
                  </a:lnTo>
                  <a:lnTo>
                    <a:pt x="6346494" y="696883"/>
                  </a:lnTo>
                  <a:lnTo>
                    <a:pt x="6346620" y="696883"/>
                  </a:lnTo>
                  <a:lnTo>
                    <a:pt x="6346620" y="691604"/>
                  </a:lnTo>
                  <a:lnTo>
                    <a:pt x="6346746" y="691604"/>
                  </a:lnTo>
                  <a:lnTo>
                    <a:pt x="6346872" y="691604"/>
                  </a:lnTo>
                  <a:lnTo>
                    <a:pt x="6346998" y="691604"/>
                  </a:lnTo>
                  <a:lnTo>
                    <a:pt x="6347124" y="691604"/>
                  </a:lnTo>
                  <a:lnTo>
                    <a:pt x="6347250" y="691604"/>
                  </a:lnTo>
                  <a:lnTo>
                    <a:pt x="6347376" y="691604"/>
                  </a:lnTo>
                  <a:lnTo>
                    <a:pt x="6347502" y="691604"/>
                  </a:lnTo>
                  <a:lnTo>
                    <a:pt x="6347628" y="691604"/>
                  </a:lnTo>
                  <a:lnTo>
                    <a:pt x="6347755" y="691604"/>
                  </a:lnTo>
                  <a:lnTo>
                    <a:pt x="6347881" y="691604"/>
                  </a:lnTo>
                  <a:lnTo>
                    <a:pt x="6348007" y="691604"/>
                  </a:lnTo>
                  <a:lnTo>
                    <a:pt x="6348133" y="691604"/>
                  </a:lnTo>
                  <a:lnTo>
                    <a:pt x="6348259" y="691604"/>
                  </a:lnTo>
                  <a:lnTo>
                    <a:pt x="6348385" y="691604"/>
                  </a:lnTo>
                  <a:lnTo>
                    <a:pt x="6348511" y="691604"/>
                  </a:lnTo>
                  <a:lnTo>
                    <a:pt x="6348637" y="691604"/>
                  </a:lnTo>
                  <a:lnTo>
                    <a:pt x="6348763" y="691604"/>
                  </a:lnTo>
                  <a:lnTo>
                    <a:pt x="6348889" y="691604"/>
                  </a:lnTo>
                  <a:lnTo>
                    <a:pt x="6349015" y="691604"/>
                  </a:lnTo>
                  <a:lnTo>
                    <a:pt x="6349141" y="691604"/>
                  </a:lnTo>
                  <a:lnTo>
                    <a:pt x="6349268" y="691604"/>
                  </a:lnTo>
                  <a:lnTo>
                    <a:pt x="6349394" y="691604"/>
                  </a:lnTo>
                  <a:lnTo>
                    <a:pt x="6349394" y="686324"/>
                  </a:lnTo>
                  <a:lnTo>
                    <a:pt x="6349520" y="686324"/>
                  </a:lnTo>
                  <a:lnTo>
                    <a:pt x="6349646" y="686324"/>
                  </a:lnTo>
                  <a:lnTo>
                    <a:pt x="6349772" y="686324"/>
                  </a:lnTo>
                  <a:lnTo>
                    <a:pt x="6349898" y="686324"/>
                  </a:lnTo>
                  <a:lnTo>
                    <a:pt x="6350024" y="686324"/>
                  </a:lnTo>
                  <a:lnTo>
                    <a:pt x="6350150" y="686324"/>
                  </a:lnTo>
                  <a:lnTo>
                    <a:pt x="6350276" y="686324"/>
                  </a:lnTo>
                  <a:lnTo>
                    <a:pt x="6350402" y="686324"/>
                  </a:lnTo>
                  <a:lnTo>
                    <a:pt x="6350528" y="686324"/>
                  </a:lnTo>
                  <a:lnTo>
                    <a:pt x="6350655" y="686324"/>
                  </a:lnTo>
                  <a:lnTo>
                    <a:pt x="6350781" y="686324"/>
                  </a:lnTo>
                  <a:lnTo>
                    <a:pt x="6350907" y="686324"/>
                  </a:lnTo>
                  <a:lnTo>
                    <a:pt x="6351033" y="686324"/>
                  </a:lnTo>
                  <a:lnTo>
                    <a:pt x="6351159" y="686324"/>
                  </a:lnTo>
                  <a:lnTo>
                    <a:pt x="6351285" y="686324"/>
                  </a:lnTo>
                  <a:lnTo>
                    <a:pt x="6351411" y="686324"/>
                  </a:lnTo>
                  <a:lnTo>
                    <a:pt x="6351537" y="686324"/>
                  </a:lnTo>
                  <a:lnTo>
                    <a:pt x="6351663" y="686324"/>
                  </a:lnTo>
                  <a:lnTo>
                    <a:pt x="6351789" y="686324"/>
                  </a:lnTo>
                  <a:lnTo>
                    <a:pt x="6351915" y="686324"/>
                  </a:lnTo>
                  <a:lnTo>
                    <a:pt x="6352041" y="686324"/>
                  </a:lnTo>
                  <a:lnTo>
                    <a:pt x="6352168" y="686324"/>
                  </a:lnTo>
                  <a:lnTo>
                    <a:pt x="6352294" y="686324"/>
                  </a:lnTo>
                  <a:lnTo>
                    <a:pt x="6352420" y="686324"/>
                  </a:lnTo>
                  <a:lnTo>
                    <a:pt x="6352546" y="686324"/>
                  </a:lnTo>
                  <a:lnTo>
                    <a:pt x="6352672" y="686324"/>
                  </a:lnTo>
                  <a:lnTo>
                    <a:pt x="6352798" y="686324"/>
                  </a:lnTo>
                  <a:lnTo>
                    <a:pt x="6352924" y="686324"/>
                  </a:lnTo>
                  <a:lnTo>
                    <a:pt x="6353050" y="686324"/>
                  </a:lnTo>
                  <a:lnTo>
                    <a:pt x="6353176" y="686324"/>
                  </a:lnTo>
                  <a:lnTo>
                    <a:pt x="6353302" y="686324"/>
                  </a:lnTo>
                  <a:lnTo>
                    <a:pt x="6353428" y="686324"/>
                  </a:lnTo>
                  <a:lnTo>
                    <a:pt x="6353555" y="686324"/>
                  </a:lnTo>
                  <a:lnTo>
                    <a:pt x="6353681" y="686324"/>
                  </a:lnTo>
                  <a:lnTo>
                    <a:pt x="6353807" y="686324"/>
                  </a:lnTo>
                  <a:lnTo>
                    <a:pt x="6353933" y="686324"/>
                  </a:lnTo>
                  <a:lnTo>
                    <a:pt x="6354059" y="686324"/>
                  </a:lnTo>
                  <a:lnTo>
                    <a:pt x="6354185" y="686324"/>
                  </a:lnTo>
                  <a:lnTo>
                    <a:pt x="6354311" y="686324"/>
                  </a:lnTo>
                  <a:lnTo>
                    <a:pt x="6354437" y="686324"/>
                  </a:lnTo>
                  <a:lnTo>
                    <a:pt x="6354563" y="686324"/>
                  </a:lnTo>
                  <a:lnTo>
                    <a:pt x="6354689" y="686324"/>
                  </a:lnTo>
                  <a:lnTo>
                    <a:pt x="6354815" y="686324"/>
                  </a:lnTo>
                  <a:lnTo>
                    <a:pt x="6354941" y="686324"/>
                  </a:lnTo>
                  <a:lnTo>
                    <a:pt x="6355068" y="686324"/>
                  </a:lnTo>
                  <a:lnTo>
                    <a:pt x="6355194" y="686324"/>
                  </a:lnTo>
                  <a:lnTo>
                    <a:pt x="6355320" y="686324"/>
                  </a:lnTo>
                  <a:lnTo>
                    <a:pt x="6355446" y="686324"/>
                  </a:lnTo>
                  <a:lnTo>
                    <a:pt x="6355572" y="686324"/>
                  </a:lnTo>
                  <a:lnTo>
                    <a:pt x="6355698" y="686324"/>
                  </a:lnTo>
                  <a:lnTo>
                    <a:pt x="6355824" y="686324"/>
                  </a:lnTo>
                  <a:lnTo>
                    <a:pt x="6355950" y="686324"/>
                  </a:lnTo>
                  <a:lnTo>
                    <a:pt x="6356076" y="686324"/>
                  </a:lnTo>
                  <a:lnTo>
                    <a:pt x="6356202" y="686324"/>
                  </a:lnTo>
                  <a:lnTo>
                    <a:pt x="6356328" y="686324"/>
                  </a:lnTo>
                  <a:lnTo>
                    <a:pt x="6356455" y="686324"/>
                  </a:lnTo>
                  <a:lnTo>
                    <a:pt x="6356581" y="686324"/>
                  </a:lnTo>
                  <a:lnTo>
                    <a:pt x="6356707" y="686324"/>
                  </a:lnTo>
                  <a:lnTo>
                    <a:pt x="6356833" y="686324"/>
                  </a:lnTo>
                  <a:lnTo>
                    <a:pt x="6356959" y="686324"/>
                  </a:lnTo>
                  <a:lnTo>
                    <a:pt x="6357085" y="686324"/>
                  </a:lnTo>
                  <a:lnTo>
                    <a:pt x="6357211" y="686324"/>
                  </a:lnTo>
                  <a:lnTo>
                    <a:pt x="6357337" y="686324"/>
                  </a:lnTo>
                  <a:lnTo>
                    <a:pt x="6357463" y="686324"/>
                  </a:lnTo>
                  <a:lnTo>
                    <a:pt x="6357589" y="686324"/>
                  </a:lnTo>
                  <a:lnTo>
                    <a:pt x="6357715" y="686324"/>
                  </a:lnTo>
                  <a:lnTo>
                    <a:pt x="6357842" y="686324"/>
                  </a:lnTo>
                  <a:lnTo>
                    <a:pt x="6357968" y="686324"/>
                  </a:lnTo>
                  <a:lnTo>
                    <a:pt x="6358094" y="686324"/>
                  </a:lnTo>
                  <a:lnTo>
                    <a:pt x="6358220" y="686324"/>
                  </a:lnTo>
                  <a:lnTo>
                    <a:pt x="6358346" y="686324"/>
                  </a:lnTo>
                  <a:lnTo>
                    <a:pt x="6358472" y="686324"/>
                  </a:lnTo>
                  <a:lnTo>
                    <a:pt x="6358598" y="686324"/>
                  </a:lnTo>
                  <a:lnTo>
                    <a:pt x="6358724" y="686324"/>
                  </a:lnTo>
                  <a:lnTo>
                    <a:pt x="6358850" y="686324"/>
                  </a:lnTo>
                  <a:lnTo>
                    <a:pt x="6358976" y="686324"/>
                  </a:lnTo>
                  <a:lnTo>
                    <a:pt x="6359102" y="686324"/>
                  </a:lnTo>
                  <a:lnTo>
                    <a:pt x="6359228" y="686324"/>
                  </a:lnTo>
                  <a:lnTo>
                    <a:pt x="6359355" y="686324"/>
                  </a:lnTo>
                  <a:lnTo>
                    <a:pt x="6359481" y="686324"/>
                  </a:lnTo>
                  <a:lnTo>
                    <a:pt x="6359607" y="686324"/>
                  </a:lnTo>
                  <a:lnTo>
                    <a:pt x="6359733" y="686324"/>
                  </a:lnTo>
                  <a:lnTo>
                    <a:pt x="6359859" y="686324"/>
                  </a:lnTo>
                  <a:lnTo>
                    <a:pt x="6359985" y="686324"/>
                  </a:lnTo>
                  <a:lnTo>
                    <a:pt x="6360111" y="686324"/>
                  </a:lnTo>
                  <a:lnTo>
                    <a:pt x="6360237" y="686324"/>
                  </a:lnTo>
                  <a:lnTo>
                    <a:pt x="6360363" y="686324"/>
                  </a:lnTo>
                  <a:lnTo>
                    <a:pt x="6360489" y="686324"/>
                  </a:lnTo>
                  <a:lnTo>
                    <a:pt x="6360615" y="686324"/>
                  </a:lnTo>
                  <a:lnTo>
                    <a:pt x="6360742" y="686324"/>
                  </a:lnTo>
                  <a:lnTo>
                    <a:pt x="6360868" y="686324"/>
                  </a:lnTo>
                  <a:lnTo>
                    <a:pt x="6360994" y="686324"/>
                  </a:lnTo>
                  <a:lnTo>
                    <a:pt x="6361120" y="686324"/>
                  </a:lnTo>
                  <a:lnTo>
                    <a:pt x="6361246" y="686324"/>
                  </a:lnTo>
                  <a:lnTo>
                    <a:pt x="6361372" y="686324"/>
                  </a:lnTo>
                  <a:lnTo>
                    <a:pt x="6361498" y="686324"/>
                  </a:lnTo>
                  <a:lnTo>
                    <a:pt x="6361624" y="686324"/>
                  </a:lnTo>
                  <a:lnTo>
                    <a:pt x="6361750" y="686324"/>
                  </a:lnTo>
                  <a:lnTo>
                    <a:pt x="6361876" y="686324"/>
                  </a:lnTo>
                  <a:lnTo>
                    <a:pt x="6362002" y="686324"/>
                  </a:lnTo>
                  <a:lnTo>
                    <a:pt x="6362128" y="686324"/>
                  </a:lnTo>
                  <a:lnTo>
                    <a:pt x="6362255" y="686324"/>
                  </a:lnTo>
                  <a:lnTo>
                    <a:pt x="6362381" y="686324"/>
                  </a:lnTo>
                  <a:lnTo>
                    <a:pt x="6362507" y="686324"/>
                  </a:lnTo>
                  <a:lnTo>
                    <a:pt x="6362633" y="686324"/>
                  </a:lnTo>
                  <a:lnTo>
                    <a:pt x="6362759" y="686324"/>
                  </a:lnTo>
                  <a:lnTo>
                    <a:pt x="6362885" y="686324"/>
                  </a:lnTo>
                  <a:lnTo>
                    <a:pt x="6363011" y="686324"/>
                  </a:lnTo>
                  <a:lnTo>
                    <a:pt x="6363137" y="686324"/>
                  </a:lnTo>
                  <a:lnTo>
                    <a:pt x="6363263" y="686324"/>
                  </a:lnTo>
                  <a:lnTo>
                    <a:pt x="6363389" y="686324"/>
                  </a:lnTo>
                  <a:lnTo>
                    <a:pt x="6363515" y="686324"/>
                  </a:lnTo>
                  <a:lnTo>
                    <a:pt x="6363642" y="686324"/>
                  </a:lnTo>
                  <a:lnTo>
                    <a:pt x="6363768" y="686324"/>
                  </a:lnTo>
                  <a:lnTo>
                    <a:pt x="6363894" y="686324"/>
                  </a:lnTo>
                  <a:lnTo>
                    <a:pt x="6364020" y="686324"/>
                  </a:lnTo>
                  <a:lnTo>
                    <a:pt x="6364146" y="686324"/>
                  </a:lnTo>
                  <a:lnTo>
                    <a:pt x="6364272" y="686324"/>
                  </a:lnTo>
                  <a:lnTo>
                    <a:pt x="6364398" y="686324"/>
                  </a:lnTo>
                  <a:lnTo>
                    <a:pt x="6364524" y="686324"/>
                  </a:lnTo>
                  <a:lnTo>
                    <a:pt x="6364650" y="686324"/>
                  </a:lnTo>
                  <a:lnTo>
                    <a:pt x="6364776" y="686324"/>
                  </a:lnTo>
                  <a:lnTo>
                    <a:pt x="6364902" y="686324"/>
                  </a:lnTo>
                  <a:lnTo>
                    <a:pt x="6365029" y="686324"/>
                  </a:lnTo>
                  <a:lnTo>
                    <a:pt x="6365155" y="686324"/>
                  </a:lnTo>
                  <a:lnTo>
                    <a:pt x="6365155" y="681045"/>
                  </a:lnTo>
                  <a:lnTo>
                    <a:pt x="6365281" y="681045"/>
                  </a:lnTo>
                  <a:lnTo>
                    <a:pt x="6365407" y="681045"/>
                  </a:lnTo>
                  <a:lnTo>
                    <a:pt x="6365533" y="681045"/>
                  </a:lnTo>
                  <a:lnTo>
                    <a:pt x="6365659" y="681045"/>
                  </a:lnTo>
                  <a:lnTo>
                    <a:pt x="6365785" y="681045"/>
                  </a:lnTo>
                  <a:lnTo>
                    <a:pt x="6365911" y="681045"/>
                  </a:lnTo>
                  <a:lnTo>
                    <a:pt x="6366037" y="681045"/>
                  </a:lnTo>
                  <a:lnTo>
                    <a:pt x="6366163" y="681045"/>
                  </a:lnTo>
                  <a:lnTo>
                    <a:pt x="6366289" y="681045"/>
                  </a:lnTo>
                  <a:lnTo>
                    <a:pt x="6366415" y="681045"/>
                  </a:lnTo>
                  <a:lnTo>
                    <a:pt x="6366542" y="681045"/>
                  </a:lnTo>
                  <a:lnTo>
                    <a:pt x="6366668" y="681045"/>
                  </a:lnTo>
                  <a:lnTo>
                    <a:pt x="6366794" y="681045"/>
                  </a:lnTo>
                  <a:lnTo>
                    <a:pt x="6366920" y="681045"/>
                  </a:lnTo>
                  <a:lnTo>
                    <a:pt x="6367046" y="681045"/>
                  </a:lnTo>
                  <a:lnTo>
                    <a:pt x="6367172" y="681045"/>
                  </a:lnTo>
                  <a:lnTo>
                    <a:pt x="6367298" y="681045"/>
                  </a:lnTo>
                  <a:lnTo>
                    <a:pt x="6367424" y="681045"/>
                  </a:lnTo>
                  <a:lnTo>
                    <a:pt x="6367550" y="681045"/>
                  </a:lnTo>
                  <a:lnTo>
                    <a:pt x="6367676" y="681045"/>
                  </a:lnTo>
                  <a:lnTo>
                    <a:pt x="6367802" y="681045"/>
                  </a:lnTo>
                  <a:lnTo>
                    <a:pt x="6367929" y="681045"/>
                  </a:lnTo>
                  <a:lnTo>
                    <a:pt x="6368055" y="681045"/>
                  </a:lnTo>
                  <a:lnTo>
                    <a:pt x="6368181" y="681045"/>
                  </a:lnTo>
                  <a:lnTo>
                    <a:pt x="6368307" y="681045"/>
                  </a:lnTo>
                  <a:lnTo>
                    <a:pt x="6368433" y="681045"/>
                  </a:lnTo>
                  <a:lnTo>
                    <a:pt x="6368559" y="681045"/>
                  </a:lnTo>
                  <a:lnTo>
                    <a:pt x="6368685" y="681045"/>
                  </a:lnTo>
                  <a:lnTo>
                    <a:pt x="6368811" y="681045"/>
                  </a:lnTo>
                  <a:lnTo>
                    <a:pt x="6368937" y="681045"/>
                  </a:lnTo>
                  <a:lnTo>
                    <a:pt x="6368937" y="675765"/>
                  </a:lnTo>
                  <a:lnTo>
                    <a:pt x="6369063" y="675765"/>
                  </a:lnTo>
                  <a:lnTo>
                    <a:pt x="6369189" y="675765"/>
                  </a:lnTo>
                  <a:lnTo>
                    <a:pt x="6369315" y="675765"/>
                  </a:lnTo>
                  <a:lnTo>
                    <a:pt x="6369442" y="675765"/>
                  </a:lnTo>
                  <a:lnTo>
                    <a:pt x="6369568" y="675765"/>
                  </a:lnTo>
                  <a:lnTo>
                    <a:pt x="6369694" y="675765"/>
                  </a:lnTo>
                  <a:lnTo>
                    <a:pt x="6369820" y="675765"/>
                  </a:lnTo>
                  <a:lnTo>
                    <a:pt x="6369946" y="675765"/>
                  </a:lnTo>
                  <a:lnTo>
                    <a:pt x="6370072" y="675765"/>
                  </a:lnTo>
                  <a:lnTo>
                    <a:pt x="6370198" y="675765"/>
                  </a:lnTo>
                  <a:lnTo>
                    <a:pt x="6370324" y="675765"/>
                  </a:lnTo>
                  <a:lnTo>
                    <a:pt x="6370450" y="675765"/>
                  </a:lnTo>
                  <a:lnTo>
                    <a:pt x="6370576" y="675765"/>
                  </a:lnTo>
                  <a:lnTo>
                    <a:pt x="6370702" y="675765"/>
                  </a:lnTo>
                  <a:lnTo>
                    <a:pt x="6370829" y="675765"/>
                  </a:lnTo>
                  <a:lnTo>
                    <a:pt x="6370955" y="675765"/>
                  </a:lnTo>
                  <a:lnTo>
                    <a:pt x="6371081" y="675765"/>
                  </a:lnTo>
                  <a:lnTo>
                    <a:pt x="6371207" y="675765"/>
                  </a:lnTo>
                  <a:lnTo>
                    <a:pt x="6371333" y="675765"/>
                  </a:lnTo>
                  <a:lnTo>
                    <a:pt x="6371459" y="675765"/>
                  </a:lnTo>
                  <a:lnTo>
                    <a:pt x="6371585" y="675765"/>
                  </a:lnTo>
                  <a:lnTo>
                    <a:pt x="6371711" y="675765"/>
                  </a:lnTo>
                  <a:lnTo>
                    <a:pt x="6371837" y="675765"/>
                  </a:lnTo>
                  <a:lnTo>
                    <a:pt x="6371963" y="675765"/>
                  </a:lnTo>
                  <a:lnTo>
                    <a:pt x="6372089" y="675765"/>
                  </a:lnTo>
                  <a:lnTo>
                    <a:pt x="6372215" y="675765"/>
                  </a:lnTo>
                  <a:lnTo>
                    <a:pt x="6372342" y="675765"/>
                  </a:lnTo>
                  <a:lnTo>
                    <a:pt x="6372468" y="675765"/>
                  </a:lnTo>
                  <a:lnTo>
                    <a:pt x="6372594" y="675765"/>
                  </a:lnTo>
                  <a:lnTo>
                    <a:pt x="6372720" y="675765"/>
                  </a:lnTo>
                  <a:lnTo>
                    <a:pt x="6372846" y="675765"/>
                  </a:lnTo>
                  <a:lnTo>
                    <a:pt x="6372972" y="675765"/>
                  </a:lnTo>
                  <a:lnTo>
                    <a:pt x="6373098" y="675765"/>
                  </a:lnTo>
                  <a:lnTo>
                    <a:pt x="6373224" y="675765"/>
                  </a:lnTo>
                  <a:lnTo>
                    <a:pt x="6373350" y="675765"/>
                  </a:lnTo>
                  <a:lnTo>
                    <a:pt x="6373476" y="675765"/>
                  </a:lnTo>
                  <a:lnTo>
                    <a:pt x="6373602" y="675765"/>
                  </a:lnTo>
                  <a:lnTo>
                    <a:pt x="6373729" y="675765"/>
                  </a:lnTo>
                  <a:lnTo>
                    <a:pt x="6373855" y="675765"/>
                  </a:lnTo>
                  <a:lnTo>
                    <a:pt x="6373981" y="675765"/>
                  </a:lnTo>
                  <a:lnTo>
                    <a:pt x="6374107" y="675765"/>
                  </a:lnTo>
                  <a:lnTo>
                    <a:pt x="6374233" y="675765"/>
                  </a:lnTo>
                  <a:lnTo>
                    <a:pt x="6374359" y="675765"/>
                  </a:lnTo>
                  <a:lnTo>
                    <a:pt x="6374485" y="675765"/>
                  </a:lnTo>
                  <a:lnTo>
                    <a:pt x="6374611" y="675765"/>
                  </a:lnTo>
                  <a:lnTo>
                    <a:pt x="6374737" y="675765"/>
                  </a:lnTo>
                  <a:lnTo>
                    <a:pt x="6374863" y="675765"/>
                  </a:lnTo>
                  <a:lnTo>
                    <a:pt x="6374989" y="675765"/>
                  </a:lnTo>
                  <a:lnTo>
                    <a:pt x="6375116" y="675765"/>
                  </a:lnTo>
                  <a:lnTo>
                    <a:pt x="6375242" y="675765"/>
                  </a:lnTo>
                  <a:lnTo>
                    <a:pt x="6375368" y="675765"/>
                  </a:lnTo>
                  <a:lnTo>
                    <a:pt x="6375494" y="675765"/>
                  </a:lnTo>
                  <a:lnTo>
                    <a:pt x="6375620" y="675765"/>
                  </a:lnTo>
                  <a:lnTo>
                    <a:pt x="6375746" y="675765"/>
                  </a:lnTo>
                  <a:lnTo>
                    <a:pt x="6375872" y="675765"/>
                  </a:lnTo>
                  <a:lnTo>
                    <a:pt x="6375998" y="675765"/>
                  </a:lnTo>
                  <a:lnTo>
                    <a:pt x="6376124" y="675765"/>
                  </a:lnTo>
                  <a:lnTo>
                    <a:pt x="6376250" y="675765"/>
                  </a:lnTo>
                  <a:lnTo>
                    <a:pt x="6376376" y="675765"/>
                  </a:lnTo>
                  <a:lnTo>
                    <a:pt x="6376502" y="675765"/>
                  </a:lnTo>
                  <a:lnTo>
                    <a:pt x="6376629" y="675765"/>
                  </a:lnTo>
                  <a:lnTo>
                    <a:pt x="6376755" y="675765"/>
                  </a:lnTo>
                  <a:lnTo>
                    <a:pt x="6376881" y="675765"/>
                  </a:lnTo>
                  <a:lnTo>
                    <a:pt x="6377007" y="675765"/>
                  </a:lnTo>
                  <a:lnTo>
                    <a:pt x="6377133" y="675765"/>
                  </a:lnTo>
                  <a:lnTo>
                    <a:pt x="6377259" y="675765"/>
                  </a:lnTo>
                  <a:lnTo>
                    <a:pt x="6377385" y="675765"/>
                  </a:lnTo>
                  <a:lnTo>
                    <a:pt x="6377511" y="675765"/>
                  </a:lnTo>
                  <a:lnTo>
                    <a:pt x="6377637" y="675765"/>
                  </a:lnTo>
                  <a:lnTo>
                    <a:pt x="6377763" y="675765"/>
                  </a:lnTo>
                  <a:lnTo>
                    <a:pt x="6377889" y="675765"/>
                  </a:lnTo>
                  <a:lnTo>
                    <a:pt x="6378016" y="675765"/>
                  </a:lnTo>
                  <a:lnTo>
                    <a:pt x="6378142" y="675765"/>
                  </a:lnTo>
                  <a:lnTo>
                    <a:pt x="6378268" y="675765"/>
                  </a:lnTo>
                  <a:lnTo>
                    <a:pt x="6378394" y="675765"/>
                  </a:lnTo>
                  <a:lnTo>
                    <a:pt x="6378520" y="675765"/>
                  </a:lnTo>
                  <a:lnTo>
                    <a:pt x="6378646" y="675765"/>
                  </a:lnTo>
                  <a:lnTo>
                    <a:pt x="6378772" y="675765"/>
                  </a:lnTo>
                  <a:lnTo>
                    <a:pt x="6378898" y="675765"/>
                  </a:lnTo>
                  <a:lnTo>
                    <a:pt x="6379024" y="675765"/>
                  </a:lnTo>
                  <a:lnTo>
                    <a:pt x="6379150" y="675765"/>
                  </a:lnTo>
                  <a:lnTo>
                    <a:pt x="6379276" y="675765"/>
                  </a:lnTo>
                  <a:lnTo>
                    <a:pt x="6379402" y="675765"/>
                  </a:lnTo>
                  <a:lnTo>
                    <a:pt x="6379529" y="675765"/>
                  </a:lnTo>
                  <a:lnTo>
                    <a:pt x="6379655" y="675765"/>
                  </a:lnTo>
                  <a:lnTo>
                    <a:pt x="6379781" y="675765"/>
                  </a:lnTo>
                  <a:lnTo>
                    <a:pt x="6379907" y="675765"/>
                  </a:lnTo>
                  <a:lnTo>
                    <a:pt x="6380033" y="675765"/>
                  </a:lnTo>
                  <a:lnTo>
                    <a:pt x="6380159" y="675765"/>
                  </a:lnTo>
                  <a:lnTo>
                    <a:pt x="6380285" y="675765"/>
                  </a:lnTo>
                  <a:lnTo>
                    <a:pt x="6380411" y="675765"/>
                  </a:lnTo>
                  <a:lnTo>
                    <a:pt x="6380537" y="675765"/>
                  </a:lnTo>
                  <a:lnTo>
                    <a:pt x="6380663" y="675765"/>
                  </a:lnTo>
                  <a:lnTo>
                    <a:pt x="6380789" y="675765"/>
                  </a:lnTo>
                  <a:lnTo>
                    <a:pt x="6380916" y="675765"/>
                  </a:lnTo>
                  <a:lnTo>
                    <a:pt x="6381042" y="675765"/>
                  </a:lnTo>
                  <a:lnTo>
                    <a:pt x="6381168" y="675765"/>
                  </a:lnTo>
                  <a:lnTo>
                    <a:pt x="6381294" y="675765"/>
                  </a:lnTo>
                  <a:lnTo>
                    <a:pt x="6381420" y="675765"/>
                  </a:lnTo>
                  <a:lnTo>
                    <a:pt x="6381546" y="675765"/>
                  </a:lnTo>
                  <a:lnTo>
                    <a:pt x="6381672" y="675765"/>
                  </a:lnTo>
                  <a:lnTo>
                    <a:pt x="6381798" y="675765"/>
                  </a:lnTo>
                  <a:lnTo>
                    <a:pt x="6381924" y="675765"/>
                  </a:lnTo>
                  <a:lnTo>
                    <a:pt x="6382050" y="675765"/>
                  </a:lnTo>
                  <a:lnTo>
                    <a:pt x="6382176" y="675765"/>
                  </a:lnTo>
                  <a:lnTo>
                    <a:pt x="6382303" y="675765"/>
                  </a:lnTo>
                  <a:lnTo>
                    <a:pt x="6382429" y="675765"/>
                  </a:lnTo>
                  <a:lnTo>
                    <a:pt x="6382555" y="675765"/>
                  </a:lnTo>
                  <a:lnTo>
                    <a:pt x="6382681" y="675765"/>
                  </a:lnTo>
                  <a:lnTo>
                    <a:pt x="6382807" y="675765"/>
                  </a:lnTo>
                  <a:lnTo>
                    <a:pt x="6382933" y="675765"/>
                  </a:lnTo>
                  <a:lnTo>
                    <a:pt x="6383059" y="675765"/>
                  </a:lnTo>
                  <a:lnTo>
                    <a:pt x="6383185" y="675765"/>
                  </a:lnTo>
                  <a:lnTo>
                    <a:pt x="6383185" y="670486"/>
                  </a:lnTo>
                  <a:lnTo>
                    <a:pt x="6383311" y="670486"/>
                  </a:lnTo>
                  <a:lnTo>
                    <a:pt x="6383437" y="670486"/>
                  </a:lnTo>
                  <a:lnTo>
                    <a:pt x="6383437" y="665207"/>
                  </a:lnTo>
                  <a:lnTo>
                    <a:pt x="6383563" y="665207"/>
                  </a:lnTo>
                  <a:lnTo>
                    <a:pt x="6383689" y="665207"/>
                  </a:lnTo>
                  <a:lnTo>
                    <a:pt x="6383816" y="665207"/>
                  </a:lnTo>
                  <a:lnTo>
                    <a:pt x="6383942" y="665207"/>
                  </a:lnTo>
                  <a:lnTo>
                    <a:pt x="6384068" y="665207"/>
                  </a:lnTo>
                  <a:lnTo>
                    <a:pt x="6384194" y="665207"/>
                  </a:lnTo>
                  <a:lnTo>
                    <a:pt x="6384320" y="665207"/>
                  </a:lnTo>
                  <a:lnTo>
                    <a:pt x="6384446" y="665207"/>
                  </a:lnTo>
                  <a:lnTo>
                    <a:pt x="6384572" y="665207"/>
                  </a:lnTo>
                  <a:lnTo>
                    <a:pt x="6384698" y="665207"/>
                  </a:lnTo>
                  <a:lnTo>
                    <a:pt x="6384824" y="665207"/>
                  </a:lnTo>
                  <a:lnTo>
                    <a:pt x="6384950" y="665207"/>
                  </a:lnTo>
                  <a:lnTo>
                    <a:pt x="6385076" y="665207"/>
                  </a:lnTo>
                  <a:lnTo>
                    <a:pt x="6385203" y="665207"/>
                  </a:lnTo>
                  <a:lnTo>
                    <a:pt x="6385329" y="665207"/>
                  </a:lnTo>
                  <a:lnTo>
                    <a:pt x="6385455" y="665207"/>
                  </a:lnTo>
                  <a:lnTo>
                    <a:pt x="6385581" y="665207"/>
                  </a:lnTo>
                  <a:lnTo>
                    <a:pt x="6385707" y="665207"/>
                  </a:lnTo>
                  <a:lnTo>
                    <a:pt x="6385833" y="665207"/>
                  </a:lnTo>
                  <a:lnTo>
                    <a:pt x="6385959" y="665207"/>
                  </a:lnTo>
                  <a:lnTo>
                    <a:pt x="6386085" y="665207"/>
                  </a:lnTo>
                  <a:lnTo>
                    <a:pt x="6386211" y="665207"/>
                  </a:lnTo>
                  <a:lnTo>
                    <a:pt x="6386337" y="665207"/>
                  </a:lnTo>
                  <a:lnTo>
                    <a:pt x="6386463" y="665207"/>
                  </a:lnTo>
                  <a:lnTo>
                    <a:pt x="6386589" y="665207"/>
                  </a:lnTo>
                  <a:lnTo>
                    <a:pt x="6386716" y="665207"/>
                  </a:lnTo>
                  <a:lnTo>
                    <a:pt x="6386842" y="665207"/>
                  </a:lnTo>
                  <a:lnTo>
                    <a:pt x="6386968" y="665207"/>
                  </a:lnTo>
                  <a:lnTo>
                    <a:pt x="6387094" y="665207"/>
                  </a:lnTo>
                  <a:lnTo>
                    <a:pt x="6387220" y="665207"/>
                  </a:lnTo>
                  <a:lnTo>
                    <a:pt x="6387346" y="665207"/>
                  </a:lnTo>
                  <a:lnTo>
                    <a:pt x="6387472" y="665207"/>
                  </a:lnTo>
                  <a:lnTo>
                    <a:pt x="6387598" y="665207"/>
                  </a:lnTo>
                  <a:lnTo>
                    <a:pt x="6387724" y="665207"/>
                  </a:lnTo>
                  <a:lnTo>
                    <a:pt x="6387850" y="665207"/>
                  </a:lnTo>
                  <a:lnTo>
                    <a:pt x="6387976" y="665207"/>
                  </a:lnTo>
                  <a:lnTo>
                    <a:pt x="6387976" y="659927"/>
                  </a:lnTo>
                  <a:lnTo>
                    <a:pt x="6388103" y="659927"/>
                  </a:lnTo>
                  <a:lnTo>
                    <a:pt x="6388229" y="659927"/>
                  </a:lnTo>
                  <a:lnTo>
                    <a:pt x="6388229" y="654648"/>
                  </a:lnTo>
                  <a:lnTo>
                    <a:pt x="6388355" y="654648"/>
                  </a:lnTo>
                  <a:lnTo>
                    <a:pt x="6388481" y="654648"/>
                  </a:lnTo>
                  <a:lnTo>
                    <a:pt x="6388607" y="654648"/>
                  </a:lnTo>
                  <a:lnTo>
                    <a:pt x="6388733" y="654648"/>
                  </a:lnTo>
                  <a:lnTo>
                    <a:pt x="6388859" y="654648"/>
                  </a:lnTo>
                  <a:lnTo>
                    <a:pt x="6388985" y="654648"/>
                  </a:lnTo>
                  <a:lnTo>
                    <a:pt x="6389111" y="654648"/>
                  </a:lnTo>
                  <a:lnTo>
                    <a:pt x="6389237" y="654648"/>
                  </a:lnTo>
                  <a:lnTo>
                    <a:pt x="6389363" y="654648"/>
                  </a:lnTo>
                  <a:lnTo>
                    <a:pt x="6389490" y="654648"/>
                  </a:lnTo>
                  <a:lnTo>
                    <a:pt x="6389616" y="654648"/>
                  </a:lnTo>
                  <a:lnTo>
                    <a:pt x="6389742" y="654648"/>
                  </a:lnTo>
                  <a:lnTo>
                    <a:pt x="6389868" y="654648"/>
                  </a:lnTo>
                  <a:lnTo>
                    <a:pt x="6389994" y="654648"/>
                  </a:lnTo>
                  <a:lnTo>
                    <a:pt x="6390120" y="654648"/>
                  </a:lnTo>
                  <a:lnTo>
                    <a:pt x="6390246" y="654648"/>
                  </a:lnTo>
                  <a:lnTo>
                    <a:pt x="6390372" y="654648"/>
                  </a:lnTo>
                  <a:lnTo>
                    <a:pt x="6390498" y="654648"/>
                  </a:lnTo>
                  <a:lnTo>
                    <a:pt x="6390624" y="654648"/>
                  </a:lnTo>
                  <a:lnTo>
                    <a:pt x="6390750" y="654648"/>
                  </a:lnTo>
                  <a:lnTo>
                    <a:pt x="6390876" y="654648"/>
                  </a:lnTo>
                  <a:lnTo>
                    <a:pt x="6391003" y="654648"/>
                  </a:lnTo>
                  <a:lnTo>
                    <a:pt x="6391129" y="654648"/>
                  </a:lnTo>
                  <a:lnTo>
                    <a:pt x="6391255" y="654648"/>
                  </a:lnTo>
                  <a:lnTo>
                    <a:pt x="6391381" y="654648"/>
                  </a:lnTo>
                  <a:lnTo>
                    <a:pt x="6391507" y="654648"/>
                  </a:lnTo>
                  <a:lnTo>
                    <a:pt x="6391633" y="654648"/>
                  </a:lnTo>
                  <a:lnTo>
                    <a:pt x="6391759" y="654648"/>
                  </a:lnTo>
                  <a:lnTo>
                    <a:pt x="6391885" y="654648"/>
                  </a:lnTo>
                  <a:lnTo>
                    <a:pt x="6392011" y="654648"/>
                  </a:lnTo>
                  <a:lnTo>
                    <a:pt x="6392137" y="654648"/>
                  </a:lnTo>
                  <a:lnTo>
                    <a:pt x="6392263" y="654648"/>
                  </a:lnTo>
                  <a:lnTo>
                    <a:pt x="6392390" y="654648"/>
                  </a:lnTo>
                  <a:lnTo>
                    <a:pt x="6392516" y="654648"/>
                  </a:lnTo>
                  <a:lnTo>
                    <a:pt x="6392642" y="654648"/>
                  </a:lnTo>
                  <a:lnTo>
                    <a:pt x="6392768" y="654648"/>
                  </a:lnTo>
                  <a:lnTo>
                    <a:pt x="6392894" y="654648"/>
                  </a:lnTo>
                  <a:lnTo>
                    <a:pt x="6393020" y="654648"/>
                  </a:lnTo>
                  <a:lnTo>
                    <a:pt x="6393146" y="654648"/>
                  </a:lnTo>
                  <a:lnTo>
                    <a:pt x="6393272" y="654648"/>
                  </a:lnTo>
                  <a:lnTo>
                    <a:pt x="6393398" y="654648"/>
                  </a:lnTo>
                  <a:lnTo>
                    <a:pt x="6393524" y="654648"/>
                  </a:lnTo>
                  <a:lnTo>
                    <a:pt x="6393650" y="654648"/>
                  </a:lnTo>
                  <a:lnTo>
                    <a:pt x="6393776" y="654648"/>
                  </a:lnTo>
                  <a:lnTo>
                    <a:pt x="6393903" y="654648"/>
                  </a:lnTo>
                  <a:lnTo>
                    <a:pt x="6394029" y="654648"/>
                  </a:lnTo>
                  <a:lnTo>
                    <a:pt x="6394155" y="654648"/>
                  </a:lnTo>
                  <a:lnTo>
                    <a:pt x="6394281" y="654648"/>
                  </a:lnTo>
                  <a:lnTo>
                    <a:pt x="6394407" y="654648"/>
                  </a:lnTo>
                  <a:lnTo>
                    <a:pt x="6394533" y="654648"/>
                  </a:lnTo>
                  <a:lnTo>
                    <a:pt x="6394659" y="654648"/>
                  </a:lnTo>
                  <a:lnTo>
                    <a:pt x="6394785" y="654648"/>
                  </a:lnTo>
                  <a:lnTo>
                    <a:pt x="6394911" y="654648"/>
                  </a:lnTo>
                  <a:lnTo>
                    <a:pt x="6395037" y="654648"/>
                  </a:lnTo>
                  <a:lnTo>
                    <a:pt x="6395163" y="654648"/>
                  </a:lnTo>
                  <a:lnTo>
                    <a:pt x="6395290" y="654648"/>
                  </a:lnTo>
                  <a:lnTo>
                    <a:pt x="6395416" y="654648"/>
                  </a:lnTo>
                  <a:lnTo>
                    <a:pt x="6395542" y="654648"/>
                  </a:lnTo>
                  <a:lnTo>
                    <a:pt x="6395668" y="654648"/>
                  </a:lnTo>
                  <a:lnTo>
                    <a:pt x="6395794" y="654648"/>
                  </a:lnTo>
                  <a:lnTo>
                    <a:pt x="6395920" y="654648"/>
                  </a:lnTo>
                  <a:lnTo>
                    <a:pt x="6396046" y="654648"/>
                  </a:lnTo>
                  <a:lnTo>
                    <a:pt x="6396172" y="654648"/>
                  </a:lnTo>
                  <a:lnTo>
                    <a:pt x="6396298" y="654648"/>
                  </a:lnTo>
                  <a:lnTo>
                    <a:pt x="6396424" y="654648"/>
                  </a:lnTo>
                  <a:lnTo>
                    <a:pt x="6396550" y="654648"/>
                  </a:lnTo>
                  <a:lnTo>
                    <a:pt x="6396676" y="654648"/>
                  </a:lnTo>
                  <a:lnTo>
                    <a:pt x="6396803" y="654648"/>
                  </a:lnTo>
                  <a:lnTo>
                    <a:pt x="6396929" y="654648"/>
                  </a:lnTo>
                  <a:lnTo>
                    <a:pt x="6397055" y="654648"/>
                  </a:lnTo>
                  <a:lnTo>
                    <a:pt x="6397181" y="654648"/>
                  </a:lnTo>
                  <a:lnTo>
                    <a:pt x="6397307" y="654648"/>
                  </a:lnTo>
                  <a:lnTo>
                    <a:pt x="6397433" y="654648"/>
                  </a:lnTo>
                  <a:lnTo>
                    <a:pt x="6397559" y="654648"/>
                  </a:lnTo>
                  <a:lnTo>
                    <a:pt x="6397685" y="654648"/>
                  </a:lnTo>
                  <a:lnTo>
                    <a:pt x="6397811" y="654648"/>
                  </a:lnTo>
                  <a:lnTo>
                    <a:pt x="6397937" y="654648"/>
                  </a:lnTo>
                  <a:lnTo>
                    <a:pt x="6398063" y="654648"/>
                  </a:lnTo>
                  <a:lnTo>
                    <a:pt x="6398190" y="654648"/>
                  </a:lnTo>
                  <a:lnTo>
                    <a:pt x="6398316" y="654648"/>
                  </a:lnTo>
                  <a:lnTo>
                    <a:pt x="6398442" y="654648"/>
                  </a:lnTo>
                  <a:lnTo>
                    <a:pt x="6398568" y="654648"/>
                  </a:lnTo>
                  <a:lnTo>
                    <a:pt x="6398694" y="654648"/>
                  </a:lnTo>
                  <a:lnTo>
                    <a:pt x="6398820" y="654648"/>
                  </a:lnTo>
                  <a:lnTo>
                    <a:pt x="6398946" y="654648"/>
                  </a:lnTo>
                  <a:lnTo>
                    <a:pt x="6399072" y="654648"/>
                  </a:lnTo>
                  <a:lnTo>
                    <a:pt x="6399198" y="654648"/>
                  </a:lnTo>
                  <a:lnTo>
                    <a:pt x="6399324" y="654648"/>
                  </a:lnTo>
                  <a:lnTo>
                    <a:pt x="6399450" y="654648"/>
                  </a:lnTo>
                  <a:lnTo>
                    <a:pt x="6399577" y="654648"/>
                  </a:lnTo>
                  <a:lnTo>
                    <a:pt x="6399703" y="654648"/>
                  </a:lnTo>
                  <a:lnTo>
                    <a:pt x="6399829" y="654648"/>
                  </a:lnTo>
                  <a:lnTo>
                    <a:pt x="6399955" y="654648"/>
                  </a:lnTo>
                  <a:lnTo>
                    <a:pt x="6400081" y="654648"/>
                  </a:lnTo>
                  <a:lnTo>
                    <a:pt x="6400207" y="654648"/>
                  </a:lnTo>
                  <a:lnTo>
                    <a:pt x="6400333" y="654648"/>
                  </a:lnTo>
                  <a:lnTo>
                    <a:pt x="6400459" y="654648"/>
                  </a:lnTo>
                  <a:lnTo>
                    <a:pt x="6400585" y="654648"/>
                  </a:lnTo>
                  <a:lnTo>
                    <a:pt x="6400711" y="654648"/>
                  </a:lnTo>
                  <a:lnTo>
                    <a:pt x="6400837" y="654648"/>
                  </a:lnTo>
                  <a:lnTo>
                    <a:pt x="6400963" y="654648"/>
                  </a:lnTo>
                  <a:lnTo>
                    <a:pt x="6401090" y="654648"/>
                  </a:lnTo>
                  <a:lnTo>
                    <a:pt x="6401216" y="654648"/>
                  </a:lnTo>
                  <a:lnTo>
                    <a:pt x="6401342" y="654648"/>
                  </a:lnTo>
                  <a:lnTo>
                    <a:pt x="6401468" y="654648"/>
                  </a:lnTo>
                  <a:lnTo>
                    <a:pt x="6401594" y="654648"/>
                  </a:lnTo>
                  <a:lnTo>
                    <a:pt x="6401720" y="654648"/>
                  </a:lnTo>
                  <a:lnTo>
                    <a:pt x="6401846" y="654648"/>
                  </a:lnTo>
                  <a:lnTo>
                    <a:pt x="6401972" y="654648"/>
                  </a:lnTo>
                  <a:lnTo>
                    <a:pt x="6402098" y="654648"/>
                  </a:lnTo>
                  <a:lnTo>
                    <a:pt x="6402224" y="654648"/>
                  </a:lnTo>
                  <a:lnTo>
                    <a:pt x="6402350" y="654648"/>
                  </a:lnTo>
                  <a:lnTo>
                    <a:pt x="6402477" y="654648"/>
                  </a:lnTo>
                  <a:lnTo>
                    <a:pt x="6402603" y="654648"/>
                  </a:lnTo>
                  <a:lnTo>
                    <a:pt x="6402729" y="654648"/>
                  </a:lnTo>
                  <a:lnTo>
                    <a:pt x="6402855" y="654648"/>
                  </a:lnTo>
                  <a:lnTo>
                    <a:pt x="6402981" y="654648"/>
                  </a:lnTo>
                  <a:lnTo>
                    <a:pt x="6403107" y="654648"/>
                  </a:lnTo>
                  <a:lnTo>
                    <a:pt x="6403233" y="654648"/>
                  </a:lnTo>
                  <a:lnTo>
                    <a:pt x="6403359" y="654648"/>
                  </a:lnTo>
                  <a:lnTo>
                    <a:pt x="6403485" y="654648"/>
                  </a:lnTo>
                  <a:lnTo>
                    <a:pt x="6403611" y="654648"/>
                  </a:lnTo>
                  <a:lnTo>
                    <a:pt x="6403737" y="654648"/>
                  </a:lnTo>
                  <a:lnTo>
                    <a:pt x="6403863" y="654648"/>
                  </a:lnTo>
                  <a:lnTo>
                    <a:pt x="6403990" y="654648"/>
                  </a:lnTo>
                  <a:lnTo>
                    <a:pt x="6404116" y="654648"/>
                  </a:lnTo>
                  <a:lnTo>
                    <a:pt x="6404242" y="654648"/>
                  </a:lnTo>
                  <a:lnTo>
                    <a:pt x="6404368" y="654648"/>
                  </a:lnTo>
                  <a:lnTo>
                    <a:pt x="6404368" y="649368"/>
                  </a:lnTo>
                  <a:lnTo>
                    <a:pt x="6404494" y="649368"/>
                  </a:lnTo>
                  <a:lnTo>
                    <a:pt x="6404620" y="649368"/>
                  </a:lnTo>
                  <a:lnTo>
                    <a:pt x="6404746" y="649368"/>
                  </a:lnTo>
                  <a:lnTo>
                    <a:pt x="6404872" y="649368"/>
                  </a:lnTo>
                  <a:lnTo>
                    <a:pt x="6404998" y="649368"/>
                  </a:lnTo>
                  <a:lnTo>
                    <a:pt x="6405124" y="649368"/>
                  </a:lnTo>
                  <a:lnTo>
                    <a:pt x="6405250" y="649368"/>
                  </a:lnTo>
                  <a:lnTo>
                    <a:pt x="6405377" y="649368"/>
                  </a:lnTo>
                  <a:lnTo>
                    <a:pt x="6405503" y="649368"/>
                  </a:lnTo>
                  <a:lnTo>
                    <a:pt x="6405629" y="649368"/>
                  </a:lnTo>
                  <a:lnTo>
                    <a:pt x="6405755" y="649368"/>
                  </a:lnTo>
                  <a:lnTo>
                    <a:pt x="6405881" y="649368"/>
                  </a:lnTo>
                  <a:lnTo>
                    <a:pt x="6406007" y="649368"/>
                  </a:lnTo>
                  <a:lnTo>
                    <a:pt x="6406133" y="649368"/>
                  </a:lnTo>
                  <a:lnTo>
                    <a:pt x="6406259" y="649368"/>
                  </a:lnTo>
                  <a:lnTo>
                    <a:pt x="6406385" y="649368"/>
                  </a:lnTo>
                  <a:lnTo>
                    <a:pt x="6406511" y="649368"/>
                  </a:lnTo>
                  <a:lnTo>
                    <a:pt x="6406637" y="649368"/>
                  </a:lnTo>
                  <a:lnTo>
                    <a:pt x="6406764" y="649368"/>
                  </a:lnTo>
                  <a:lnTo>
                    <a:pt x="6406890" y="649368"/>
                  </a:lnTo>
                  <a:lnTo>
                    <a:pt x="6407016" y="649368"/>
                  </a:lnTo>
                  <a:lnTo>
                    <a:pt x="6407142" y="649368"/>
                  </a:lnTo>
                  <a:lnTo>
                    <a:pt x="6407268" y="649368"/>
                  </a:lnTo>
                  <a:lnTo>
                    <a:pt x="6407394" y="649368"/>
                  </a:lnTo>
                  <a:lnTo>
                    <a:pt x="6407520" y="649368"/>
                  </a:lnTo>
                  <a:lnTo>
                    <a:pt x="6407646" y="649368"/>
                  </a:lnTo>
                  <a:lnTo>
                    <a:pt x="6407772" y="649368"/>
                  </a:lnTo>
                  <a:lnTo>
                    <a:pt x="6407898" y="649368"/>
                  </a:lnTo>
                  <a:lnTo>
                    <a:pt x="6408024" y="649368"/>
                  </a:lnTo>
                  <a:lnTo>
                    <a:pt x="6408150" y="649368"/>
                  </a:lnTo>
                  <a:lnTo>
                    <a:pt x="6408277" y="649368"/>
                  </a:lnTo>
                  <a:lnTo>
                    <a:pt x="6408403" y="649368"/>
                  </a:lnTo>
                  <a:lnTo>
                    <a:pt x="6408529" y="649368"/>
                  </a:lnTo>
                  <a:lnTo>
                    <a:pt x="6408655" y="649368"/>
                  </a:lnTo>
                  <a:lnTo>
                    <a:pt x="6408781" y="649368"/>
                  </a:lnTo>
                  <a:lnTo>
                    <a:pt x="6408907" y="649368"/>
                  </a:lnTo>
                  <a:lnTo>
                    <a:pt x="6409033" y="649368"/>
                  </a:lnTo>
                  <a:lnTo>
                    <a:pt x="6409159" y="649368"/>
                  </a:lnTo>
                  <a:lnTo>
                    <a:pt x="6409285" y="649368"/>
                  </a:lnTo>
                  <a:lnTo>
                    <a:pt x="6409411" y="649368"/>
                  </a:lnTo>
                  <a:lnTo>
                    <a:pt x="6409537" y="649368"/>
                  </a:lnTo>
                  <a:lnTo>
                    <a:pt x="6409664" y="649368"/>
                  </a:lnTo>
                  <a:lnTo>
                    <a:pt x="6409790" y="649368"/>
                  </a:lnTo>
                  <a:lnTo>
                    <a:pt x="6409916" y="649368"/>
                  </a:lnTo>
                  <a:lnTo>
                    <a:pt x="6409916" y="644089"/>
                  </a:lnTo>
                  <a:lnTo>
                    <a:pt x="6410042" y="644089"/>
                  </a:lnTo>
                  <a:lnTo>
                    <a:pt x="6410168" y="644089"/>
                  </a:lnTo>
                  <a:lnTo>
                    <a:pt x="6410294" y="644089"/>
                  </a:lnTo>
                  <a:lnTo>
                    <a:pt x="6410420" y="644089"/>
                  </a:lnTo>
                  <a:lnTo>
                    <a:pt x="6410546" y="644089"/>
                  </a:lnTo>
                  <a:lnTo>
                    <a:pt x="6410672" y="644089"/>
                  </a:lnTo>
                  <a:lnTo>
                    <a:pt x="6410798" y="644089"/>
                  </a:lnTo>
                  <a:lnTo>
                    <a:pt x="6410924" y="644089"/>
                  </a:lnTo>
                  <a:lnTo>
                    <a:pt x="6411050" y="644089"/>
                  </a:lnTo>
                  <a:lnTo>
                    <a:pt x="6411177" y="644089"/>
                  </a:lnTo>
                  <a:lnTo>
                    <a:pt x="6411303" y="644089"/>
                  </a:lnTo>
                  <a:lnTo>
                    <a:pt x="6411429" y="644089"/>
                  </a:lnTo>
                  <a:lnTo>
                    <a:pt x="6411555" y="644089"/>
                  </a:lnTo>
                  <a:lnTo>
                    <a:pt x="6411681" y="644089"/>
                  </a:lnTo>
                  <a:lnTo>
                    <a:pt x="6411807" y="644089"/>
                  </a:lnTo>
                  <a:lnTo>
                    <a:pt x="6411933" y="644089"/>
                  </a:lnTo>
                  <a:lnTo>
                    <a:pt x="6412059" y="644089"/>
                  </a:lnTo>
                  <a:lnTo>
                    <a:pt x="6412185" y="644089"/>
                  </a:lnTo>
                  <a:lnTo>
                    <a:pt x="6412311" y="644089"/>
                  </a:lnTo>
                  <a:lnTo>
                    <a:pt x="6412437" y="644089"/>
                  </a:lnTo>
                  <a:lnTo>
                    <a:pt x="6412564" y="644089"/>
                  </a:lnTo>
                  <a:lnTo>
                    <a:pt x="6412690" y="644089"/>
                  </a:lnTo>
                  <a:lnTo>
                    <a:pt x="6412816" y="644089"/>
                  </a:lnTo>
                  <a:lnTo>
                    <a:pt x="6412942" y="644089"/>
                  </a:lnTo>
                  <a:lnTo>
                    <a:pt x="6413068" y="644089"/>
                  </a:lnTo>
                  <a:lnTo>
                    <a:pt x="6413194" y="644089"/>
                  </a:lnTo>
                  <a:lnTo>
                    <a:pt x="6413320" y="644089"/>
                  </a:lnTo>
                  <a:lnTo>
                    <a:pt x="6413446" y="644089"/>
                  </a:lnTo>
                  <a:lnTo>
                    <a:pt x="6413446" y="638809"/>
                  </a:lnTo>
                  <a:lnTo>
                    <a:pt x="6413572" y="638809"/>
                  </a:lnTo>
                  <a:lnTo>
                    <a:pt x="6413698" y="638809"/>
                  </a:lnTo>
                  <a:lnTo>
                    <a:pt x="6413824" y="638809"/>
                  </a:lnTo>
                  <a:lnTo>
                    <a:pt x="6413951" y="638809"/>
                  </a:lnTo>
                  <a:lnTo>
                    <a:pt x="6414077" y="638809"/>
                  </a:lnTo>
                  <a:lnTo>
                    <a:pt x="6414203" y="638809"/>
                  </a:lnTo>
                  <a:lnTo>
                    <a:pt x="6414329" y="638809"/>
                  </a:lnTo>
                  <a:lnTo>
                    <a:pt x="6414455" y="638809"/>
                  </a:lnTo>
                  <a:lnTo>
                    <a:pt x="6414581" y="638809"/>
                  </a:lnTo>
                  <a:lnTo>
                    <a:pt x="6414581" y="633530"/>
                  </a:lnTo>
                  <a:lnTo>
                    <a:pt x="6414707" y="633530"/>
                  </a:lnTo>
                  <a:lnTo>
                    <a:pt x="6414833" y="633530"/>
                  </a:lnTo>
                  <a:lnTo>
                    <a:pt x="6414959" y="633530"/>
                  </a:lnTo>
                  <a:lnTo>
                    <a:pt x="6415085" y="633530"/>
                  </a:lnTo>
                  <a:lnTo>
                    <a:pt x="6415211" y="633530"/>
                  </a:lnTo>
                  <a:lnTo>
                    <a:pt x="6415337" y="633530"/>
                  </a:lnTo>
                  <a:lnTo>
                    <a:pt x="6415464" y="633530"/>
                  </a:lnTo>
                  <a:lnTo>
                    <a:pt x="6415590" y="633530"/>
                  </a:lnTo>
                  <a:lnTo>
                    <a:pt x="6415716" y="633530"/>
                  </a:lnTo>
                  <a:lnTo>
                    <a:pt x="6415842" y="633530"/>
                  </a:lnTo>
                  <a:lnTo>
                    <a:pt x="6415968" y="633530"/>
                  </a:lnTo>
                  <a:lnTo>
                    <a:pt x="6416094" y="633530"/>
                  </a:lnTo>
                  <a:lnTo>
                    <a:pt x="6416220" y="633530"/>
                  </a:lnTo>
                  <a:lnTo>
                    <a:pt x="6416346" y="633530"/>
                  </a:lnTo>
                  <a:lnTo>
                    <a:pt x="6416472" y="633530"/>
                  </a:lnTo>
                  <a:lnTo>
                    <a:pt x="6416598" y="633530"/>
                  </a:lnTo>
                  <a:lnTo>
                    <a:pt x="6416724" y="633530"/>
                  </a:lnTo>
                  <a:lnTo>
                    <a:pt x="6416851" y="633530"/>
                  </a:lnTo>
                  <a:lnTo>
                    <a:pt x="6416851" y="628251"/>
                  </a:lnTo>
                  <a:lnTo>
                    <a:pt x="6416977" y="628251"/>
                  </a:lnTo>
                  <a:lnTo>
                    <a:pt x="6417103" y="628251"/>
                  </a:lnTo>
                  <a:lnTo>
                    <a:pt x="6417229" y="628251"/>
                  </a:lnTo>
                  <a:lnTo>
                    <a:pt x="6417355" y="628251"/>
                  </a:lnTo>
                  <a:lnTo>
                    <a:pt x="6417481" y="628251"/>
                  </a:lnTo>
                  <a:lnTo>
                    <a:pt x="6417607" y="628251"/>
                  </a:lnTo>
                  <a:lnTo>
                    <a:pt x="6417733" y="628251"/>
                  </a:lnTo>
                  <a:lnTo>
                    <a:pt x="6417859" y="628251"/>
                  </a:lnTo>
                  <a:lnTo>
                    <a:pt x="6417985" y="628251"/>
                  </a:lnTo>
                  <a:lnTo>
                    <a:pt x="6418111" y="628251"/>
                  </a:lnTo>
                  <a:lnTo>
                    <a:pt x="6418237" y="628251"/>
                  </a:lnTo>
                  <a:lnTo>
                    <a:pt x="6418364" y="628251"/>
                  </a:lnTo>
                  <a:lnTo>
                    <a:pt x="6418490" y="628251"/>
                  </a:lnTo>
                  <a:lnTo>
                    <a:pt x="6418616" y="628251"/>
                  </a:lnTo>
                  <a:lnTo>
                    <a:pt x="6418742" y="628251"/>
                  </a:lnTo>
                  <a:lnTo>
                    <a:pt x="6418868" y="628251"/>
                  </a:lnTo>
                  <a:lnTo>
                    <a:pt x="6418994" y="628251"/>
                  </a:lnTo>
                  <a:lnTo>
                    <a:pt x="6419120" y="628251"/>
                  </a:lnTo>
                  <a:lnTo>
                    <a:pt x="6419246" y="628251"/>
                  </a:lnTo>
                  <a:lnTo>
                    <a:pt x="6419372" y="628251"/>
                  </a:lnTo>
                  <a:lnTo>
                    <a:pt x="6419498" y="628251"/>
                  </a:lnTo>
                  <a:lnTo>
                    <a:pt x="6419624" y="628251"/>
                  </a:lnTo>
                  <a:lnTo>
                    <a:pt x="6419751" y="628251"/>
                  </a:lnTo>
                  <a:lnTo>
                    <a:pt x="6419877" y="628251"/>
                  </a:lnTo>
                  <a:lnTo>
                    <a:pt x="6420003" y="628251"/>
                  </a:lnTo>
                  <a:lnTo>
                    <a:pt x="6420129" y="628251"/>
                  </a:lnTo>
                  <a:lnTo>
                    <a:pt x="6420255" y="628251"/>
                  </a:lnTo>
                  <a:lnTo>
                    <a:pt x="6420381" y="628251"/>
                  </a:lnTo>
                  <a:lnTo>
                    <a:pt x="6420507" y="628251"/>
                  </a:lnTo>
                  <a:lnTo>
                    <a:pt x="6420633" y="628251"/>
                  </a:lnTo>
                  <a:lnTo>
                    <a:pt x="6420759" y="628251"/>
                  </a:lnTo>
                  <a:lnTo>
                    <a:pt x="6420885" y="628251"/>
                  </a:lnTo>
                  <a:lnTo>
                    <a:pt x="6421011" y="628251"/>
                  </a:lnTo>
                  <a:lnTo>
                    <a:pt x="6421137" y="628251"/>
                  </a:lnTo>
                  <a:lnTo>
                    <a:pt x="6421264" y="628251"/>
                  </a:lnTo>
                  <a:lnTo>
                    <a:pt x="6421390" y="628251"/>
                  </a:lnTo>
                  <a:lnTo>
                    <a:pt x="6421516" y="628251"/>
                  </a:lnTo>
                  <a:lnTo>
                    <a:pt x="6421642" y="628251"/>
                  </a:lnTo>
                  <a:lnTo>
                    <a:pt x="6421768" y="628251"/>
                  </a:lnTo>
                  <a:lnTo>
                    <a:pt x="6421894" y="628251"/>
                  </a:lnTo>
                  <a:lnTo>
                    <a:pt x="6422020" y="628251"/>
                  </a:lnTo>
                  <a:lnTo>
                    <a:pt x="6422146" y="628251"/>
                  </a:lnTo>
                  <a:lnTo>
                    <a:pt x="6422272" y="628251"/>
                  </a:lnTo>
                  <a:lnTo>
                    <a:pt x="6422398" y="628251"/>
                  </a:lnTo>
                  <a:lnTo>
                    <a:pt x="6422524" y="628251"/>
                  </a:lnTo>
                  <a:lnTo>
                    <a:pt x="6422651" y="628251"/>
                  </a:lnTo>
                  <a:lnTo>
                    <a:pt x="6422777" y="628251"/>
                  </a:lnTo>
                  <a:lnTo>
                    <a:pt x="6422903" y="628251"/>
                  </a:lnTo>
                  <a:lnTo>
                    <a:pt x="6423029" y="628251"/>
                  </a:lnTo>
                  <a:lnTo>
                    <a:pt x="6423155" y="628251"/>
                  </a:lnTo>
                  <a:lnTo>
                    <a:pt x="6423281" y="628251"/>
                  </a:lnTo>
                  <a:lnTo>
                    <a:pt x="6423407" y="628251"/>
                  </a:lnTo>
                  <a:lnTo>
                    <a:pt x="6423533" y="628251"/>
                  </a:lnTo>
                  <a:lnTo>
                    <a:pt x="6423659" y="628251"/>
                  </a:lnTo>
                  <a:lnTo>
                    <a:pt x="6423785" y="628251"/>
                  </a:lnTo>
                  <a:lnTo>
                    <a:pt x="6423911" y="628251"/>
                  </a:lnTo>
                  <a:lnTo>
                    <a:pt x="6424038" y="628251"/>
                  </a:lnTo>
                  <a:lnTo>
                    <a:pt x="6424164" y="628251"/>
                  </a:lnTo>
                  <a:lnTo>
                    <a:pt x="6424290" y="628251"/>
                  </a:lnTo>
                  <a:lnTo>
                    <a:pt x="6424416" y="628251"/>
                  </a:lnTo>
                  <a:lnTo>
                    <a:pt x="6424542" y="628251"/>
                  </a:lnTo>
                  <a:lnTo>
                    <a:pt x="6424668" y="628251"/>
                  </a:lnTo>
                  <a:lnTo>
                    <a:pt x="6424794" y="628251"/>
                  </a:lnTo>
                  <a:lnTo>
                    <a:pt x="6424920" y="628251"/>
                  </a:lnTo>
                  <a:lnTo>
                    <a:pt x="6425046" y="628251"/>
                  </a:lnTo>
                  <a:lnTo>
                    <a:pt x="6425172" y="628251"/>
                  </a:lnTo>
                  <a:lnTo>
                    <a:pt x="6425298" y="628251"/>
                  </a:lnTo>
                  <a:lnTo>
                    <a:pt x="6425424" y="628251"/>
                  </a:lnTo>
                  <a:lnTo>
                    <a:pt x="6425551" y="628251"/>
                  </a:lnTo>
                  <a:lnTo>
                    <a:pt x="6425677" y="628251"/>
                  </a:lnTo>
                  <a:lnTo>
                    <a:pt x="6425803" y="628251"/>
                  </a:lnTo>
                  <a:lnTo>
                    <a:pt x="6425929" y="628251"/>
                  </a:lnTo>
                  <a:lnTo>
                    <a:pt x="6426055" y="628251"/>
                  </a:lnTo>
                  <a:lnTo>
                    <a:pt x="6426181" y="628251"/>
                  </a:lnTo>
                  <a:lnTo>
                    <a:pt x="6426307" y="628251"/>
                  </a:lnTo>
                  <a:lnTo>
                    <a:pt x="6426433" y="628251"/>
                  </a:lnTo>
                  <a:lnTo>
                    <a:pt x="6426559" y="628251"/>
                  </a:lnTo>
                  <a:lnTo>
                    <a:pt x="6426685" y="628251"/>
                  </a:lnTo>
                  <a:lnTo>
                    <a:pt x="6426811" y="628251"/>
                  </a:lnTo>
                  <a:lnTo>
                    <a:pt x="6426938" y="628251"/>
                  </a:lnTo>
                  <a:lnTo>
                    <a:pt x="6427064" y="628251"/>
                  </a:lnTo>
                  <a:lnTo>
                    <a:pt x="6427190" y="628251"/>
                  </a:lnTo>
                  <a:lnTo>
                    <a:pt x="6427316" y="628251"/>
                  </a:lnTo>
                  <a:lnTo>
                    <a:pt x="6427316" y="622971"/>
                  </a:lnTo>
                  <a:lnTo>
                    <a:pt x="6427442" y="622971"/>
                  </a:lnTo>
                  <a:lnTo>
                    <a:pt x="6427568" y="622971"/>
                  </a:lnTo>
                  <a:lnTo>
                    <a:pt x="6427694" y="622971"/>
                  </a:lnTo>
                  <a:lnTo>
                    <a:pt x="6427820" y="622971"/>
                  </a:lnTo>
                  <a:lnTo>
                    <a:pt x="6427946" y="622971"/>
                  </a:lnTo>
                  <a:lnTo>
                    <a:pt x="6428072" y="622971"/>
                  </a:lnTo>
                  <a:lnTo>
                    <a:pt x="6428198" y="622971"/>
                  </a:lnTo>
                  <a:lnTo>
                    <a:pt x="6428324" y="622971"/>
                  </a:lnTo>
                  <a:lnTo>
                    <a:pt x="6428451" y="622971"/>
                  </a:lnTo>
                  <a:lnTo>
                    <a:pt x="6428577" y="622971"/>
                  </a:lnTo>
                  <a:lnTo>
                    <a:pt x="6428703" y="622971"/>
                  </a:lnTo>
                  <a:lnTo>
                    <a:pt x="6428829" y="622971"/>
                  </a:lnTo>
                  <a:lnTo>
                    <a:pt x="6428955" y="622971"/>
                  </a:lnTo>
                  <a:lnTo>
                    <a:pt x="6429081" y="622971"/>
                  </a:lnTo>
                  <a:lnTo>
                    <a:pt x="6429207" y="622971"/>
                  </a:lnTo>
                  <a:lnTo>
                    <a:pt x="6429333" y="622971"/>
                  </a:lnTo>
                  <a:lnTo>
                    <a:pt x="6429459" y="622971"/>
                  </a:lnTo>
                  <a:lnTo>
                    <a:pt x="6429585" y="622971"/>
                  </a:lnTo>
                  <a:lnTo>
                    <a:pt x="6429711" y="622971"/>
                  </a:lnTo>
                  <a:lnTo>
                    <a:pt x="6429838" y="622971"/>
                  </a:lnTo>
                  <a:lnTo>
                    <a:pt x="6429964" y="622971"/>
                  </a:lnTo>
                  <a:lnTo>
                    <a:pt x="6430090" y="622971"/>
                  </a:lnTo>
                  <a:lnTo>
                    <a:pt x="6430216" y="622971"/>
                  </a:lnTo>
                  <a:lnTo>
                    <a:pt x="6430342" y="622971"/>
                  </a:lnTo>
                  <a:lnTo>
                    <a:pt x="6430468" y="622971"/>
                  </a:lnTo>
                  <a:lnTo>
                    <a:pt x="6430594" y="622971"/>
                  </a:lnTo>
                  <a:lnTo>
                    <a:pt x="6430720" y="622971"/>
                  </a:lnTo>
                  <a:lnTo>
                    <a:pt x="6430846" y="622971"/>
                  </a:lnTo>
                  <a:lnTo>
                    <a:pt x="6430972" y="622971"/>
                  </a:lnTo>
                  <a:lnTo>
                    <a:pt x="6431098" y="622971"/>
                  </a:lnTo>
                  <a:lnTo>
                    <a:pt x="6431225" y="622971"/>
                  </a:lnTo>
                  <a:lnTo>
                    <a:pt x="6431351" y="622971"/>
                  </a:lnTo>
                  <a:lnTo>
                    <a:pt x="6431477" y="622971"/>
                  </a:lnTo>
                  <a:lnTo>
                    <a:pt x="6431603" y="622971"/>
                  </a:lnTo>
                  <a:lnTo>
                    <a:pt x="6431729" y="622971"/>
                  </a:lnTo>
                  <a:lnTo>
                    <a:pt x="6431855" y="622971"/>
                  </a:lnTo>
                  <a:lnTo>
                    <a:pt x="6431981" y="622971"/>
                  </a:lnTo>
                  <a:lnTo>
                    <a:pt x="6432107" y="622971"/>
                  </a:lnTo>
                  <a:lnTo>
                    <a:pt x="6432233" y="622971"/>
                  </a:lnTo>
                  <a:lnTo>
                    <a:pt x="6432359" y="622971"/>
                  </a:lnTo>
                  <a:lnTo>
                    <a:pt x="6432485" y="622971"/>
                  </a:lnTo>
                  <a:lnTo>
                    <a:pt x="6432611" y="622971"/>
                  </a:lnTo>
                  <a:lnTo>
                    <a:pt x="6432738" y="622971"/>
                  </a:lnTo>
                  <a:lnTo>
                    <a:pt x="6432864" y="622971"/>
                  </a:lnTo>
                  <a:lnTo>
                    <a:pt x="6432864" y="617692"/>
                  </a:lnTo>
                  <a:lnTo>
                    <a:pt x="6432990" y="617692"/>
                  </a:lnTo>
                  <a:lnTo>
                    <a:pt x="6433116" y="617692"/>
                  </a:lnTo>
                  <a:lnTo>
                    <a:pt x="6433242" y="617692"/>
                  </a:lnTo>
                  <a:lnTo>
                    <a:pt x="6433368" y="617692"/>
                  </a:lnTo>
                  <a:lnTo>
                    <a:pt x="6433494" y="617692"/>
                  </a:lnTo>
                  <a:lnTo>
                    <a:pt x="6433620" y="617692"/>
                  </a:lnTo>
                  <a:lnTo>
                    <a:pt x="6433746" y="617692"/>
                  </a:lnTo>
                  <a:lnTo>
                    <a:pt x="6433872" y="617692"/>
                  </a:lnTo>
                  <a:lnTo>
                    <a:pt x="6433998" y="617692"/>
                  </a:lnTo>
                  <a:lnTo>
                    <a:pt x="6434125" y="617692"/>
                  </a:lnTo>
                  <a:lnTo>
                    <a:pt x="6434251" y="617692"/>
                  </a:lnTo>
                  <a:lnTo>
                    <a:pt x="6434377" y="617692"/>
                  </a:lnTo>
                  <a:lnTo>
                    <a:pt x="6434503" y="617692"/>
                  </a:lnTo>
                  <a:lnTo>
                    <a:pt x="6434629" y="617692"/>
                  </a:lnTo>
                  <a:lnTo>
                    <a:pt x="6434755" y="617692"/>
                  </a:lnTo>
                  <a:lnTo>
                    <a:pt x="6434881" y="617692"/>
                  </a:lnTo>
                  <a:lnTo>
                    <a:pt x="6435007" y="617692"/>
                  </a:lnTo>
                  <a:lnTo>
                    <a:pt x="6435133" y="617692"/>
                  </a:lnTo>
                  <a:lnTo>
                    <a:pt x="6435259" y="617692"/>
                  </a:lnTo>
                  <a:lnTo>
                    <a:pt x="6435385" y="617692"/>
                  </a:lnTo>
                  <a:lnTo>
                    <a:pt x="6435511" y="617692"/>
                  </a:lnTo>
                  <a:lnTo>
                    <a:pt x="6435638" y="617692"/>
                  </a:lnTo>
                  <a:lnTo>
                    <a:pt x="6435764" y="617692"/>
                  </a:lnTo>
                  <a:lnTo>
                    <a:pt x="6435890" y="617692"/>
                  </a:lnTo>
                  <a:lnTo>
                    <a:pt x="6436016" y="617692"/>
                  </a:lnTo>
                  <a:lnTo>
                    <a:pt x="6436142" y="617692"/>
                  </a:lnTo>
                  <a:lnTo>
                    <a:pt x="6436268" y="617692"/>
                  </a:lnTo>
                  <a:lnTo>
                    <a:pt x="6436394" y="617692"/>
                  </a:lnTo>
                  <a:lnTo>
                    <a:pt x="6436520" y="617692"/>
                  </a:lnTo>
                  <a:lnTo>
                    <a:pt x="6436646" y="617692"/>
                  </a:lnTo>
                  <a:lnTo>
                    <a:pt x="6436772" y="617692"/>
                  </a:lnTo>
                  <a:lnTo>
                    <a:pt x="6436898" y="617692"/>
                  </a:lnTo>
                  <a:lnTo>
                    <a:pt x="6437025" y="617692"/>
                  </a:lnTo>
                  <a:lnTo>
                    <a:pt x="6437151" y="617692"/>
                  </a:lnTo>
                  <a:lnTo>
                    <a:pt x="6437277" y="617692"/>
                  </a:lnTo>
                  <a:lnTo>
                    <a:pt x="6437403" y="617692"/>
                  </a:lnTo>
                  <a:lnTo>
                    <a:pt x="6437529" y="617692"/>
                  </a:lnTo>
                  <a:lnTo>
                    <a:pt x="6437655" y="617692"/>
                  </a:lnTo>
                  <a:lnTo>
                    <a:pt x="6437781" y="617692"/>
                  </a:lnTo>
                  <a:lnTo>
                    <a:pt x="6437907" y="617692"/>
                  </a:lnTo>
                  <a:lnTo>
                    <a:pt x="6438033" y="617692"/>
                  </a:lnTo>
                  <a:lnTo>
                    <a:pt x="6438159" y="617692"/>
                  </a:lnTo>
                  <a:lnTo>
                    <a:pt x="6438285" y="617692"/>
                  </a:lnTo>
                  <a:lnTo>
                    <a:pt x="6438411" y="617692"/>
                  </a:lnTo>
                  <a:lnTo>
                    <a:pt x="6438538" y="617692"/>
                  </a:lnTo>
                  <a:lnTo>
                    <a:pt x="6438664" y="617692"/>
                  </a:lnTo>
                  <a:lnTo>
                    <a:pt x="6438790" y="617692"/>
                  </a:lnTo>
                  <a:lnTo>
                    <a:pt x="6438916" y="617692"/>
                  </a:lnTo>
                  <a:lnTo>
                    <a:pt x="6439042" y="617692"/>
                  </a:lnTo>
                  <a:lnTo>
                    <a:pt x="6439042" y="612412"/>
                  </a:lnTo>
                  <a:lnTo>
                    <a:pt x="6439168" y="612412"/>
                  </a:lnTo>
                  <a:lnTo>
                    <a:pt x="6439294" y="612412"/>
                  </a:lnTo>
                  <a:lnTo>
                    <a:pt x="6439420" y="612412"/>
                  </a:lnTo>
                  <a:lnTo>
                    <a:pt x="6439546" y="612412"/>
                  </a:lnTo>
                  <a:lnTo>
                    <a:pt x="6439672" y="612412"/>
                  </a:lnTo>
                  <a:lnTo>
                    <a:pt x="6439798" y="612412"/>
                  </a:lnTo>
                  <a:lnTo>
                    <a:pt x="6439925" y="612412"/>
                  </a:lnTo>
                  <a:lnTo>
                    <a:pt x="6440051" y="612412"/>
                  </a:lnTo>
                  <a:lnTo>
                    <a:pt x="6440177" y="612412"/>
                  </a:lnTo>
                  <a:lnTo>
                    <a:pt x="6440303" y="612412"/>
                  </a:lnTo>
                  <a:lnTo>
                    <a:pt x="6440429" y="612412"/>
                  </a:lnTo>
                  <a:lnTo>
                    <a:pt x="6440555" y="612412"/>
                  </a:lnTo>
                  <a:lnTo>
                    <a:pt x="6440681" y="612412"/>
                  </a:lnTo>
                  <a:lnTo>
                    <a:pt x="6440807" y="612412"/>
                  </a:lnTo>
                  <a:lnTo>
                    <a:pt x="6440933" y="612412"/>
                  </a:lnTo>
                  <a:lnTo>
                    <a:pt x="6441059" y="612412"/>
                  </a:lnTo>
                  <a:lnTo>
                    <a:pt x="6441185" y="612412"/>
                  </a:lnTo>
                  <a:lnTo>
                    <a:pt x="6441312" y="612412"/>
                  </a:lnTo>
                  <a:lnTo>
                    <a:pt x="6441438" y="612412"/>
                  </a:lnTo>
                  <a:lnTo>
                    <a:pt x="6441564" y="612412"/>
                  </a:lnTo>
                  <a:lnTo>
                    <a:pt x="6441690" y="612412"/>
                  </a:lnTo>
                  <a:lnTo>
                    <a:pt x="6441816" y="612412"/>
                  </a:lnTo>
                  <a:lnTo>
                    <a:pt x="6441942" y="612412"/>
                  </a:lnTo>
                  <a:lnTo>
                    <a:pt x="6442068" y="612412"/>
                  </a:lnTo>
                  <a:lnTo>
                    <a:pt x="6442194" y="612412"/>
                  </a:lnTo>
                  <a:lnTo>
                    <a:pt x="6442320" y="612412"/>
                  </a:lnTo>
                  <a:lnTo>
                    <a:pt x="6442446" y="612412"/>
                  </a:lnTo>
                  <a:lnTo>
                    <a:pt x="6442572" y="612412"/>
                  </a:lnTo>
                  <a:lnTo>
                    <a:pt x="6442698" y="612412"/>
                  </a:lnTo>
                  <a:lnTo>
                    <a:pt x="6442825" y="612412"/>
                  </a:lnTo>
                  <a:lnTo>
                    <a:pt x="6442951" y="612412"/>
                  </a:lnTo>
                  <a:lnTo>
                    <a:pt x="6443077" y="612412"/>
                  </a:lnTo>
                  <a:lnTo>
                    <a:pt x="6443203" y="612412"/>
                  </a:lnTo>
                  <a:lnTo>
                    <a:pt x="6443329" y="612412"/>
                  </a:lnTo>
                  <a:lnTo>
                    <a:pt x="6443455" y="612412"/>
                  </a:lnTo>
                  <a:lnTo>
                    <a:pt x="6443581" y="612412"/>
                  </a:lnTo>
                  <a:lnTo>
                    <a:pt x="6443707" y="612412"/>
                  </a:lnTo>
                  <a:lnTo>
                    <a:pt x="6443833" y="612412"/>
                  </a:lnTo>
                  <a:lnTo>
                    <a:pt x="6443959" y="612412"/>
                  </a:lnTo>
                  <a:lnTo>
                    <a:pt x="6444085" y="612412"/>
                  </a:lnTo>
                  <a:lnTo>
                    <a:pt x="6444212" y="612412"/>
                  </a:lnTo>
                  <a:lnTo>
                    <a:pt x="6444338" y="612412"/>
                  </a:lnTo>
                  <a:lnTo>
                    <a:pt x="6444464" y="612412"/>
                  </a:lnTo>
                  <a:lnTo>
                    <a:pt x="6444590" y="612412"/>
                  </a:lnTo>
                  <a:lnTo>
                    <a:pt x="6444716" y="612412"/>
                  </a:lnTo>
                  <a:lnTo>
                    <a:pt x="6444842" y="612412"/>
                  </a:lnTo>
                  <a:lnTo>
                    <a:pt x="6444968" y="612412"/>
                  </a:lnTo>
                  <a:lnTo>
                    <a:pt x="6445094" y="612412"/>
                  </a:lnTo>
                  <a:lnTo>
                    <a:pt x="6445220" y="612412"/>
                  </a:lnTo>
                  <a:lnTo>
                    <a:pt x="6445346" y="612412"/>
                  </a:lnTo>
                  <a:lnTo>
                    <a:pt x="6445472" y="612412"/>
                  </a:lnTo>
                  <a:lnTo>
                    <a:pt x="6445598" y="612412"/>
                  </a:lnTo>
                  <a:lnTo>
                    <a:pt x="6445725" y="612412"/>
                  </a:lnTo>
                  <a:lnTo>
                    <a:pt x="6445851" y="612412"/>
                  </a:lnTo>
                  <a:lnTo>
                    <a:pt x="6445977" y="612412"/>
                  </a:lnTo>
                  <a:lnTo>
                    <a:pt x="6446103" y="612412"/>
                  </a:lnTo>
                  <a:lnTo>
                    <a:pt x="6446229" y="612412"/>
                  </a:lnTo>
                  <a:lnTo>
                    <a:pt x="6446355" y="612412"/>
                  </a:lnTo>
                  <a:lnTo>
                    <a:pt x="6446481" y="612412"/>
                  </a:lnTo>
                  <a:lnTo>
                    <a:pt x="6446607" y="612412"/>
                  </a:lnTo>
                  <a:lnTo>
                    <a:pt x="6446733" y="612412"/>
                  </a:lnTo>
                  <a:lnTo>
                    <a:pt x="6446859" y="612412"/>
                  </a:lnTo>
                  <a:lnTo>
                    <a:pt x="6446985" y="612412"/>
                  </a:lnTo>
                  <a:lnTo>
                    <a:pt x="6447112" y="612412"/>
                  </a:lnTo>
                  <a:lnTo>
                    <a:pt x="6447238" y="612412"/>
                  </a:lnTo>
                  <a:lnTo>
                    <a:pt x="6447364" y="612412"/>
                  </a:lnTo>
                  <a:lnTo>
                    <a:pt x="6447490" y="612412"/>
                  </a:lnTo>
                  <a:lnTo>
                    <a:pt x="6447616" y="612412"/>
                  </a:lnTo>
                  <a:lnTo>
                    <a:pt x="6447742" y="612412"/>
                  </a:lnTo>
                  <a:lnTo>
                    <a:pt x="6447868" y="612412"/>
                  </a:lnTo>
                  <a:lnTo>
                    <a:pt x="6447994" y="612412"/>
                  </a:lnTo>
                  <a:lnTo>
                    <a:pt x="6448120" y="612412"/>
                  </a:lnTo>
                  <a:lnTo>
                    <a:pt x="6448246" y="612412"/>
                  </a:lnTo>
                  <a:lnTo>
                    <a:pt x="6448372" y="612412"/>
                  </a:lnTo>
                  <a:lnTo>
                    <a:pt x="6448499" y="612412"/>
                  </a:lnTo>
                  <a:lnTo>
                    <a:pt x="6448625" y="612412"/>
                  </a:lnTo>
                  <a:lnTo>
                    <a:pt x="6448751" y="612412"/>
                  </a:lnTo>
                  <a:lnTo>
                    <a:pt x="6448877" y="612412"/>
                  </a:lnTo>
                  <a:lnTo>
                    <a:pt x="6449003" y="612412"/>
                  </a:lnTo>
                  <a:lnTo>
                    <a:pt x="6449129" y="612412"/>
                  </a:lnTo>
                  <a:lnTo>
                    <a:pt x="6449255" y="612412"/>
                  </a:lnTo>
                  <a:lnTo>
                    <a:pt x="6449381" y="612412"/>
                  </a:lnTo>
                  <a:lnTo>
                    <a:pt x="6449507" y="612412"/>
                  </a:lnTo>
                  <a:lnTo>
                    <a:pt x="6449633" y="612412"/>
                  </a:lnTo>
                  <a:lnTo>
                    <a:pt x="6449759" y="612412"/>
                  </a:lnTo>
                  <a:lnTo>
                    <a:pt x="6449885" y="612412"/>
                  </a:lnTo>
                  <a:lnTo>
                    <a:pt x="6450012" y="612412"/>
                  </a:lnTo>
                  <a:lnTo>
                    <a:pt x="6450138" y="612412"/>
                  </a:lnTo>
                  <a:lnTo>
                    <a:pt x="6450264" y="612412"/>
                  </a:lnTo>
                  <a:lnTo>
                    <a:pt x="6450390" y="612412"/>
                  </a:lnTo>
                  <a:lnTo>
                    <a:pt x="6450516" y="612412"/>
                  </a:lnTo>
                  <a:lnTo>
                    <a:pt x="6450642" y="612412"/>
                  </a:lnTo>
                  <a:lnTo>
                    <a:pt x="6450768" y="612412"/>
                  </a:lnTo>
                  <a:lnTo>
                    <a:pt x="6450894" y="612412"/>
                  </a:lnTo>
                  <a:lnTo>
                    <a:pt x="6451020" y="612412"/>
                  </a:lnTo>
                  <a:lnTo>
                    <a:pt x="6451146" y="612412"/>
                  </a:lnTo>
                  <a:lnTo>
                    <a:pt x="6451272" y="612412"/>
                  </a:lnTo>
                  <a:lnTo>
                    <a:pt x="6451399" y="612412"/>
                  </a:lnTo>
                  <a:lnTo>
                    <a:pt x="6451525" y="612412"/>
                  </a:lnTo>
                  <a:lnTo>
                    <a:pt x="6451651" y="612412"/>
                  </a:lnTo>
                  <a:lnTo>
                    <a:pt x="6451777" y="612412"/>
                  </a:lnTo>
                  <a:lnTo>
                    <a:pt x="6451903" y="612412"/>
                  </a:lnTo>
                  <a:lnTo>
                    <a:pt x="6452029" y="612412"/>
                  </a:lnTo>
                  <a:lnTo>
                    <a:pt x="6452155" y="612412"/>
                  </a:lnTo>
                  <a:lnTo>
                    <a:pt x="6452281" y="612412"/>
                  </a:lnTo>
                  <a:lnTo>
                    <a:pt x="6452407" y="612412"/>
                  </a:lnTo>
                  <a:lnTo>
                    <a:pt x="6452533" y="612412"/>
                  </a:lnTo>
                  <a:lnTo>
                    <a:pt x="6452659" y="612412"/>
                  </a:lnTo>
                  <a:lnTo>
                    <a:pt x="6452785" y="612412"/>
                  </a:lnTo>
                  <a:lnTo>
                    <a:pt x="6452912" y="612412"/>
                  </a:lnTo>
                  <a:lnTo>
                    <a:pt x="6453038" y="612412"/>
                  </a:lnTo>
                  <a:lnTo>
                    <a:pt x="6453164" y="612412"/>
                  </a:lnTo>
                  <a:lnTo>
                    <a:pt x="6453290" y="612412"/>
                  </a:lnTo>
                  <a:lnTo>
                    <a:pt x="6453416" y="612412"/>
                  </a:lnTo>
                  <a:lnTo>
                    <a:pt x="6453542" y="612412"/>
                  </a:lnTo>
                  <a:lnTo>
                    <a:pt x="6453668" y="612412"/>
                  </a:lnTo>
                  <a:lnTo>
                    <a:pt x="6453794" y="612412"/>
                  </a:lnTo>
                  <a:lnTo>
                    <a:pt x="6453920" y="612412"/>
                  </a:lnTo>
                  <a:lnTo>
                    <a:pt x="6454046" y="612412"/>
                  </a:lnTo>
                  <a:lnTo>
                    <a:pt x="6454172" y="612412"/>
                  </a:lnTo>
                  <a:lnTo>
                    <a:pt x="6454299" y="612412"/>
                  </a:lnTo>
                  <a:lnTo>
                    <a:pt x="6454425" y="612412"/>
                  </a:lnTo>
                  <a:lnTo>
                    <a:pt x="6454551" y="612412"/>
                  </a:lnTo>
                  <a:lnTo>
                    <a:pt x="6454677" y="612412"/>
                  </a:lnTo>
                  <a:lnTo>
                    <a:pt x="6454803" y="612412"/>
                  </a:lnTo>
                  <a:lnTo>
                    <a:pt x="6454929" y="612412"/>
                  </a:lnTo>
                  <a:lnTo>
                    <a:pt x="6455055" y="612412"/>
                  </a:lnTo>
                  <a:lnTo>
                    <a:pt x="6455181" y="612412"/>
                  </a:lnTo>
                  <a:lnTo>
                    <a:pt x="6455307" y="612412"/>
                  </a:lnTo>
                  <a:lnTo>
                    <a:pt x="6455433" y="612412"/>
                  </a:lnTo>
                  <a:lnTo>
                    <a:pt x="6455559" y="612412"/>
                  </a:lnTo>
                  <a:lnTo>
                    <a:pt x="6455686" y="612412"/>
                  </a:lnTo>
                  <a:lnTo>
                    <a:pt x="6455812" y="612412"/>
                  </a:lnTo>
                  <a:lnTo>
                    <a:pt x="6455938" y="612412"/>
                  </a:lnTo>
                  <a:lnTo>
                    <a:pt x="6456064" y="612412"/>
                  </a:lnTo>
                  <a:lnTo>
                    <a:pt x="6456190" y="612412"/>
                  </a:lnTo>
                  <a:lnTo>
                    <a:pt x="6456316" y="612412"/>
                  </a:lnTo>
                  <a:lnTo>
                    <a:pt x="6456442" y="612412"/>
                  </a:lnTo>
                  <a:lnTo>
                    <a:pt x="6456568" y="612412"/>
                  </a:lnTo>
                  <a:lnTo>
                    <a:pt x="6456694" y="612412"/>
                  </a:lnTo>
                  <a:lnTo>
                    <a:pt x="6456820" y="612412"/>
                  </a:lnTo>
                  <a:lnTo>
                    <a:pt x="6456946" y="612412"/>
                  </a:lnTo>
                  <a:lnTo>
                    <a:pt x="6457072" y="612412"/>
                  </a:lnTo>
                  <a:lnTo>
                    <a:pt x="6457199" y="612412"/>
                  </a:lnTo>
                  <a:lnTo>
                    <a:pt x="6457325" y="612412"/>
                  </a:lnTo>
                  <a:lnTo>
                    <a:pt x="6457451" y="612412"/>
                  </a:lnTo>
                  <a:lnTo>
                    <a:pt x="6457577" y="612412"/>
                  </a:lnTo>
                  <a:lnTo>
                    <a:pt x="6457703" y="612412"/>
                  </a:lnTo>
                  <a:lnTo>
                    <a:pt x="6457829" y="612412"/>
                  </a:lnTo>
                  <a:lnTo>
                    <a:pt x="6457955" y="612412"/>
                  </a:lnTo>
                  <a:lnTo>
                    <a:pt x="6458081" y="612412"/>
                  </a:lnTo>
                  <a:lnTo>
                    <a:pt x="6458207" y="612412"/>
                  </a:lnTo>
                  <a:lnTo>
                    <a:pt x="6458333" y="612412"/>
                  </a:lnTo>
                  <a:lnTo>
                    <a:pt x="6458459" y="612412"/>
                  </a:lnTo>
                  <a:lnTo>
                    <a:pt x="6458586" y="612412"/>
                  </a:lnTo>
                  <a:lnTo>
                    <a:pt x="6458712" y="612412"/>
                  </a:lnTo>
                  <a:lnTo>
                    <a:pt x="6458838" y="612412"/>
                  </a:lnTo>
                  <a:lnTo>
                    <a:pt x="6458964" y="612412"/>
                  </a:lnTo>
                  <a:lnTo>
                    <a:pt x="6459090" y="612412"/>
                  </a:lnTo>
                  <a:lnTo>
                    <a:pt x="6459216" y="612412"/>
                  </a:lnTo>
                  <a:lnTo>
                    <a:pt x="6459342" y="612412"/>
                  </a:lnTo>
                  <a:lnTo>
                    <a:pt x="6459468" y="612412"/>
                  </a:lnTo>
                  <a:lnTo>
                    <a:pt x="6459594" y="612412"/>
                  </a:lnTo>
                  <a:lnTo>
                    <a:pt x="6459720" y="612412"/>
                  </a:lnTo>
                  <a:lnTo>
                    <a:pt x="6459846" y="612412"/>
                  </a:lnTo>
                  <a:lnTo>
                    <a:pt x="6459972" y="612412"/>
                  </a:lnTo>
                  <a:lnTo>
                    <a:pt x="6460099" y="612412"/>
                  </a:lnTo>
                  <a:lnTo>
                    <a:pt x="6460225" y="612412"/>
                  </a:lnTo>
                  <a:lnTo>
                    <a:pt x="6460351" y="612412"/>
                  </a:lnTo>
                  <a:lnTo>
                    <a:pt x="6460477" y="612412"/>
                  </a:lnTo>
                  <a:lnTo>
                    <a:pt x="6460603" y="612412"/>
                  </a:lnTo>
                  <a:lnTo>
                    <a:pt x="6460729" y="612412"/>
                  </a:lnTo>
                  <a:lnTo>
                    <a:pt x="6460855" y="612412"/>
                  </a:lnTo>
                  <a:lnTo>
                    <a:pt x="6460981" y="612412"/>
                  </a:lnTo>
                  <a:lnTo>
                    <a:pt x="6461107" y="612412"/>
                  </a:lnTo>
                  <a:lnTo>
                    <a:pt x="6461233" y="612412"/>
                  </a:lnTo>
                  <a:lnTo>
                    <a:pt x="6461359" y="612412"/>
                  </a:lnTo>
                  <a:lnTo>
                    <a:pt x="6461486" y="612412"/>
                  </a:lnTo>
                  <a:lnTo>
                    <a:pt x="6461612" y="612412"/>
                  </a:lnTo>
                  <a:lnTo>
                    <a:pt x="6461738" y="612412"/>
                  </a:lnTo>
                  <a:lnTo>
                    <a:pt x="6461864" y="612412"/>
                  </a:lnTo>
                  <a:lnTo>
                    <a:pt x="6461990" y="612412"/>
                  </a:lnTo>
                  <a:lnTo>
                    <a:pt x="6462116" y="612412"/>
                  </a:lnTo>
                  <a:lnTo>
                    <a:pt x="6462242" y="612412"/>
                  </a:lnTo>
                  <a:lnTo>
                    <a:pt x="6462368" y="612412"/>
                  </a:lnTo>
                  <a:lnTo>
                    <a:pt x="6462494" y="612412"/>
                  </a:lnTo>
                  <a:lnTo>
                    <a:pt x="6462620" y="612412"/>
                  </a:lnTo>
                  <a:lnTo>
                    <a:pt x="6462746" y="612412"/>
                  </a:lnTo>
                  <a:lnTo>
                    <a:pt x="6462872" y="612412"/>
                  </a:lnTo>
                  <a:lnTo>
                    <a:pt x="6462999" y="612412"/>
                  </a:lnTo>
                  <a:lnTo>
                    <a:pt x="6463125" y="612412"/>
                  </a:lnTo>
                  <a:lnTo>
                    <a:pt x="6463251" y="612412"/>
                  </a:lnTo>
                  <a:lnTo>
                    <a:pt x="6463377" y="612412"/>
                  </a:lnTo>
                  <a:lnTo>
                    <a:pt x="6463503" y="612412"/>
                  </a:lnTo>
                  <a:lnTo>
                    <a:pt x="6463629" y="612412"/>
                  </a:lnTo>
                  <a:lnTo>
                    <a:pt x="6463755" y="612412"/>
                  </a:lnTo>
                  <a:lnTo>
                    <a:pt x="6463881" y="612412"/>
                  </a:lnTo>
                  <a:lnTo>
                    <a:pt x="6464007" y="612412"/>
                  </a:lnTo>
                  <a:lnTo>
                    <a:pt x="6464133" y="612412"/>
                  </a:lnTo>
                  <a:lnTo>
                    <a:pt x="6464259" y="612412"/>
                  </a:lnTo>
                  <a:lnTo>
                    <a:pt x="6464386" y="612412"/>
                  </a:lnTo>
                  <a:lnTo>
                    <a:pt x="6464512" y="612412"/>
                  </a:lnTo>
                  <a:lnTo>
                    <a:pt x="6464638" y="612412"/>
                  </a:lnTo>
                  <a:lnTo>
                    <a:pt x="6464764" y="612412"/>
                  </a:lnTo>
                  <a:lnTo>
                    <a:pt x="6464890" y="612412"/>
                  </a:lnTo>
                  <a:lnTo>
                    <a:pt x="6465016" y="612412"/>
                  </a:lnTo>
                  <a:lnTo>
                    <a:pt x="6465142" y="612412"/>
                  </a:lnTo>
                  <a:lnTo>
                    <a:pt x="6465268" y="612412"/>
                  </a:lnTo>
                  <a:lnTo>
                    <a:pt x="6465394" y="612412"/>
                  </a:lnTo>
                  <a:lnTo>
                    <a:pt x="6465520" y="612412"/>
                  </a:lnTo>
                  <a:lnTo>
                    <a:pt x="6465646" y="612412"/>
                  </a:lnTo>
                  <a:lnTo>
                    <a:pt x="6465773" y="612412"/>
                  </a:lnTo>
                  <a:lnTo>
                    <a:pt x="6465899" y="612412"/>
                  </a:lnTo>
                  <a:lnTo>
                    <a:pt x="6466025" y="612412"/>
                  </a:lnTo>
                  <a:lnTo>
                    <a:pt x="6466151" y="612412"/>
                  </a:lnTo>
                  <a:lnTo>
                    <a:pt x="6466277" y="612412"/>
                  </a:lnTo>
                  <a:lnTo>
                    <a:pt x="6466403" y="612412"/>
                  </a:lnTo>
                  <a:lnTo>
                    <a:pt x="6466529" y="612412"/>
                  </a:lnTo>
                  <a:lnTo>
                    <a:pt x="6466655" y="612412"/>
                  </a:lnTo>
                  <a:lnTo>
                    <a:pt x="6466781" y="612412"/>
                  </a:lnTo>
                  <a:lnTo>
                    <a:pt x="6466907" y="612412"/>
                  </a:lnTo>
                  <a:lnTo>
                    <a:pt x="6467033" y="612412"/>
                  </a:lnTo>
                  <a:lnTo>
                    <a:pt x="6467159" y="612412"/>
                  </a:lnTo>
                  <a:lnTo>
                    <a:pt x="6467286" y="612412"/>
                  </a:lnTo>
                  <a:lnTo>
                    <a:pt x="6467412" y="612412"/>
                  </a:lnTo>
                  <a:lnTo>
                    <a:pt x="6467538" y="612412"/>
                  </a:lnTo>
                  <a:lnTo>
                    <a:pt x="6467664" y="612412"/>
                  </a:lnTo>
                  <a:lnTo>
                    <a:pt x="6467790" y="612412"/>
                  </a:lnTo>
                  <a:lnTo>
                    <a:pt x="6467916" y="612412"/>
                  </a:lnTo>
                  <a:lnTo>
                    <a:pt x="6468042" y="612412"/>
                  </a:lnTo>
                  <a:lnTo>
                    <a:pt x="6468168" y="612412"/>
                  </a:lnTo>
                  <a:lnTo>
                    <a:pt x="6468294" y="612412"/>
                  </a:lnTo>
                  <a:lnTo>
                    <a:pt x="6468420" y="612412"/>
                  </a:lnTo>
                  <a:lnTo>
                    <a:pt x="6468546" y="612412"/>
                  </a:lnTo>
                  <a:lnTo>
                    <a:pt x="6468673" y="612412"/>
                  </a:lnTo>
                  <a:lnTo>
                    <a:pt x="6468799" y="612412"/>
                  </a:lnTo>
                  <a:lnTo>
                    <a:pt x="6468925" y="612412"/>
                  </a:lnTo>
                  <a:lnTo>
                    <a:pt x="6469051" y="612412"/>
                  </a:lnTo>
                  <a:lnTo>
                    <a:pt x="6469177" y="612412"/>
                  </a:lnTo>
                  <a:lnTo>
                    <a:pt x="6469303" y="612412"/>
                  </a:lnTo>
                  <a:lnTo>
                    <a:pt x="6469429" y="612412"/>
                  </a:lnTo>
                  <a:lnTo>
                    <a:pt x="6469555" y="612412"/>
                  </a:lnTo>
                  <a:lnTo>
                    <a:pt x="6469681" y="612412"/>
                  </a:lnTo>
                  <a:lnTo>
                    <a:pt x="6469807" y="612412"/>
                  </a:lnTo>
                  <a:lnTo>
                    <a:pt x="6469807" y="607133"/>
                  </a:lnTo>
                  <a:lnTo>
                    <a:pt x="6469933" y="607133"/>
                  </a:lnTo>
                  <a:lnTo>
                    <a:pt x="6470059" y="607133"/>
                  </a:lnTo>
                  <a:lnTo>
                    <a:pt x="6470186" y="607133"/>
                  </a:lnTo>
                  <a:lnTo>
                    <a:pt x="6470312" y="607133"/>
                  </a:lnTo>
                  <a:lnTo>
                    <a:pt x="6470438" y="607133"/>
                  </a:lnTo>
                  <a:lnTo>
                    <a:pt x="6470564" y="607133"/>
                  </a:lnTo>
                  <a:lnTo>
                    <a:pt x="6470690" y="607133"/>
                  </a:lnTo>
                  <a:lnTo>
                    <a:pt x="6470816" y="607133"/>
                  </a:lnTo>
                  <a:lnTo>
                    <a:pt x="6470942" y="607133"/>
                  </a:lnTo>
                  <a:lnTo>
                    <a:pt x="6471068" y="607133"/>
                  </a:lnTo>
                  <a:lnTo>
                    <a:pt x="6471194" y="607133"/>
                  </a:lnTo>
                  <a:lnTo>
                    <a:pt x="6471320" y="607133"/>
                  </a:lnTo>
                  <a:lnTo>
                    <a:pt x="6471446" y="607133"/>
                  </a:lnTo>
                  <a:lnTo>
                    <a:pt x="6471573" y="607133"/>
                  </a:lnTo>
                  <a:lnTo>
                    <a:pt x="6471699" y="607133"/>
                  </a:lnTo>
                  <a:lnTo>
                    <a:pt x="6471825" y="607133"/>
                  </a:lnTo>
                  <a:lnTo>
                    <a:pt x="6471951" y="607133"/>
                  </a:lnTo>
                  <a:lnTo>
                    <a:pt x="6472077" y="607133"/>
                  </a:lnTo>
                  <a:lnTo>
                    <a:pt x="6472203" y="607133"/>
                  </a:lnTo>
                  <a:lnTo>
                    <a:pt x="6472329" y="607133"/>
                  </a:lnTo>
                  <a:lnTo>
                    <a:pt x="6472455" y="607133"/>
                  </a:lnTo>
                  <a:lnTo>
                    <a:pt x="6472581" y="607133"/>
                  </a:lnTo>
                  <a:lnTo>
                    <a:pt x="6472707" y="607133"/>
                  </a:lnTo>
                  <a:lnTo>
                    <a:pt x="6472833" y="607133"/>
                  </a:lnTo>
                  <a:lnTo>
                    <a:pt x="6472960" y="607133"/>
                  </a:lnTo>
                  <a:lnTo>
                    <a:pt x="6473086" y="607133"/>
                  </a:lnTo>
                  <a:lnTo>
                    <a:pt x="6473212" y="607133"/>
                  </a:lnTo>
                  <a:lnTo>
                    <a:pt x="6473338" y="607133"/>
                  </a:lnTo>
                  <a:lnTo>
                    <a:pt x="6473464" y="607133"/>
                  </a:lnTo>
                  <a:lnTo>
                    <a:pt x="6473590" y="607133"/>
                  </a:lnTo>
                  <a:lnTo>
                    <a:pt x="6473716" y="607133"/>
                  </a:lnTo>
                  <a:lnTo>
                    <a:pt x="6473842" y="607133"/>
                  </a:lnTo>
                  <a:lnTo>
                    <a:pt x="6473968" y="607133"/>
                  </a:lnTo>
                  <a:lnTo>
                    <a:pt x="6474094" y="607133"/>
                  </a:lnTo>
                  <a:lnTo>
                    <a:pt x="6474220" y="607133"/>
                  </a:lnTo>
                  <a:lnTo>
                    <a:pt x="6474346" y="607133"/>
                  </a:lnTo>
                  <a:lnTo>
                    <a:pt x="6474473" y="607133"/>
                  </a:lnTo>
                  <a:lnTo>
                    <a:pt x="6474599" y="607133"/>
                  </a:lnTo>
                  <a:lnTo>
                    <a:pt x="6474725" y="607133"/>
                  </a:lnTo>
                  <a:lnTo>
                    <a:pt x="6474851" y="607133"/>
                  </a:lnTo>
                  <a:lnTo>
                    <a:pt x="6474977" y="607133"/>
                  </a:lnTo>
                  <a:lnTo>
                    <a:pt x="6475103" y="607133"/>
                  </a:lnTo>
                  <a:lnTo>
                    <a:pt x="6475229" y="607133"/>
                  </a:lnTo>
                  <a:lnTo>
                    <a:pt x="6475355" y="607133"/>
                  </a:lnTo>
                  <a:lnTo>
                    <a:pt x="6475481" y="607133"/>
                  </a:lnTo>
                  <a:lnTo>
                    <a:pt x="6475607" y="607133"/>
                  </a:lnTo>
                  <a:lnTo>
                    <a:pt x="6475733" y="607133"/>
                  </a:lnTo>
                  <a:lnTo>
                    <a:pt x="6475860" y="607133"/>
                  </a:lnTo>
                  <a:lnTo>
                    <a:pt x="6475986" y="607133"/>
                  </a:lnTo>
                  <a:lnTo>
                    <a:pt x="6476112" y="607133"/>
                  </a:lnTo>
                  <a:lnTo>
                    <a:pt x="6476238" y="607133"/>
                  </a:lnTo>
                  <a:lnTo>
                    <a:pt x="6476364" y="607133"/>
                  </a:lnTo>
                  <a:lnTo>
                    <a:pt x="6476490" y="607133"/>
                  </a:lnTo>
                  <a:lnTo>
                    <a:pt x="6476616" y="607133"/>
                  </a:lnTo>
                  <a:lnTo>
                    <a:pt x="6476742" y="607133"/>
                  </a:lnTo>
                  <a:lnTo>
                    <a:pt x="6476868" y="607133"/>
                  </a:lnTo>
                  <a:lnTo>
                    <a:pt x="6476994" y="607133"/>
                  </a:lnTo>
                  <a:lnTo>
                    <a:pt x="6477120" y="607133"/>
                  </a:lnTo>
                  <a:lnTo>
                    <a:pt x="6477246" y="607133"/>
                  </a:lnTo>
                  <a:lnTo>
                    <a:pt x="6477373" y="607133"/>
                  </a:lnTo>
                  <a:lnTo>
                    <a:pt x="6477499" y="607133"/>
                  </a:lnTo>
                  <a:lnTo>
                    <a:pt x="6477625" y="607133"/>
                  </a:lnTo>
                  <a:lnTo>
                    <a:pt x="6477751" y="607133"/>
                  </a:lnTo>
                  <a:lnTo>
                    <a:pt x="6477877" y="607133"/>
                  </a:lnTo>
                  <a:lnTo>
                    <a:pt x="6478003" y="607133"/>
                  </a:lnTo>
                  <a:lnTo>
                    <a:pt x="6478129" y="607133"/>
                  </a:lnTo>
                  <a:lnTo>
                    <a:pt x="6478255" y="607133"/>
                  </a:lnTo>
                  <a:lnTo>
                    <a:pt x="6478381" y="607133"/>
                  </a:lnTo>
                  <a:lnTo>
                    <a:pt x="6478507" y="607133"/>
                  </a:lnTo>
                  <a:lnTo>
                    <a:pt x="6478633" y="607133"/>
                  </a:lnTo>
                  <a:lnTo>
                    <a:pt x="6478760" y="607133"/>
                  </a:lnTo>
                  <a:lnTo>
                    <a:pt x="6478886" y="607133"/>
                  </a:lnTo>
                  <a:lnTo>
                    <a:pt x="6479012" y="607133"/>
                  </a:lnTo>
                  <a:lnTo>
                    <a:pt x="6479138" y="607133"/>
                  </a:lnTo>
                  <a:lnTo>
                    <a:pt x="6479264" y="607133"/>
                  </a:lnTo>
                  <a:lnTo>
                    <a:pt x="6479390" y="607133"/>
                  </a:lnTo>
                  <a:lnTo>
                    <a:pt x="6479516" y="607133"/>
                  </a:lnTo>
                  <a:lnTo>
                    <a:pt x="6479642" y="607133"/>
                  </a:lnTo>
                  <a:lnTo>
                    <a:pt x="6479768" y="607133"/>
                  </a:lnTo>
                  <a:lnTo>
                    <a:pt x="6479894" y="607133"/>
                  </a:lnTo>
                  <a:lnTo>
                    <a:pt x="6480020" y="607133"/>
                  </a:lnTo>
                  <a:lnTo>
                    <a:pt x="6480146" y="607133"/>
                  </a:lnTo>
                  <a:lnTo>
                    <a:pt x="6480273" y="607133"/>
                  </a:lnTo>
                  <a:lnTo>
                    <a:pt x="6480399" y="607133"/>
                  </a:lnTo>
                  <a:lnTo>
                    <a:pt x="6480525" y="607133"/>
                  </a:lnTo>
                  <a:lnTo>
                    <a:pt x="6480651" y="607133"/>
                  </a:lnTo>
                  <a:lnTo>
                    <a:pt x="6480777" y="607133"/>
                  </a:lnTo>
                  <a:lnTo>
                    <a:pt x="6480903" y="607133"/>
                  </a:lnTo>
                  <a:lnTo>
                    <a:pt x="6481029" y="607133"/>
                  </a:lnTo>
                  <a:lnTo>
                    <a:pt x="6481155" y="607133"/>
                  </a:lnTo>
                  <a:lnTo>
                    <a:pt x="6481281" y="607133"/>
                  </a:lnTo>
                  <a:lnTo>
                    <a:pt x="6481407" y="607133"/>
                  </a:lnTo>
                  <a:lnTo>
                    <a:pt x="6481533" y="607133"/>
                  </a:lnTo>
                  <a:lnTo>
                    <a:pt x="6481660" y="607133"/>
                  </a:lnTo>
                  <a:lnTo>
                    <a:pt x="6481786" y="607133"/>
                  </a:lnTo>
                  <a:lnTo>
                    <a:pt x="6481912" y="607133"/>
                  </a:lnTo>
                  <a:lnTo>
                    <a:pt x="6482038" y="607133"/>
                  </a:lnTo>
                  <a:lnTo>
                    <a:pt x="6482164" y="607133"/>
                  </a:lnTo>
                  <a:lnTo>
                    <a:pt x="6482290" y="607133"/>
                  </a:lnTo>
                  <a:lnTo>
                    <a:pt x="6482416" y="607133"/>
                  </a:lnTo>
                  <a:lnTo>
                    <a:pt x="6482542" y="607133"/>
                  </a:lnTo>
                  <a:lnTo>
                    <a:pt x="6482668" y="607133"/>
                  </a:lnTo>
                  <a:lnTo>
                    <a:pt x="6482794" y="607133"/>
                  </a:lnTo>
                  <a:lnTo>
                    <a:pt x="6482920" y="607133"/>
                  </a:lnTo>
                  <a:lnTo>
                    <a:pt x="6483047" y="607133"/>
                  </a:lnTo>
                  <a:lnTo>
                    <a:pt x="6483173" y="607133"/>
                  </a:lnTo>
                  <a:lnTo>
                    <a:pt x="6483299" y="607133"/>
                  </a:lnTo>
                  <a:lnTo>
                    <a:pt x="6483425" y="607133"/>
                  </a:lnTo>
                  <a:lnTo>
                    <a:pt x="6483551" y="607133"/>
                  </a:lnTo>
                  <a:lnTo>
                    <a:pt x="6483677" y="607133"/>
                  </a:lnTo>
                  <a:lnTo>
                    <a:pt x="6483803" y="607133"/>
                  </a:lnTo>
                  <a:lnTo>
                    <a:pt x="6483929" y="607133"/>
                  </a:lnTo>
                  <a:lnTo>
                    <a:pt x="6484055" y="607133"/>
                  </a:lnTo>
                  <a:lnTo>
                    <a:pt x="6484181" y="607133"/>
                  </a:lnTo>
                  <a:lnTo>
                    <a:pt x="6484307" y="607133"/>
                  </a:lnTo>
                  <a:lnTo>
                    <a:pt x="6484433" y="607133"/>
                  </a:lnTo>
                  <a:lnTo>
                    <a:pt x="6484560" y="607133"/>
                  </a:lnTo>
                  <a:lnTo>
                    <a:pt x="6484686" y="607133"/>
                  </a:lnTo>
                  <a:lnTo>
                    <a:pt x="6484812" y="607133"/>
                  </a:lnTo>
                  <a:lnTo>
                    <a:pt x="6484938" y="607133"/>
                  </a:lnTo>
                  <a:lnTo>
                    <a:pt x="6485064" y="607133"/>
                  </a:lnTo>
                  <a:lnTo>
                    <a:pt x="6485190" y="607133"/>
                  </a:lnTo>
                  <a:lnTo>
                    <a:pt x="6485316" y="607133"/>
                  </a:lnTo>
                  <a:lnTo>
                    <a:pt x="6485442" y="607133"/>
                  </a:lnTo>
                  <a:lnTo>
                    <a:pt x="6485568" y="607133"/>
                  </a:lnTo>
                  <a:lnTo>
                    <a:pt x="6485694" y="607133"/>
                  </a:lnTo>
                  <a:lnTo>
                    <a:pt x="6485820" y="607133"/>
                  </a:lnTo>
                  <a:lnTo>
                    <a:pt x="6485947" y="607133"/>
                  </a:lnTo>
                  <a:lnTo>
                    <a:pt x="6486073" y="607133"/>
                  </a:lnTo>
                  <a:lnTo>
                    <a:pt x="6486199" y="607133"/>
                  </a:lnTo>
                  <a:lnTo>
                    <a:pt x="6486325" y="607133"/>
                  </a:lnTo>
                  <a:lnTo>
                    <a:pt x="6486451" y="607133"/>
                  </a:lnTo>
                  <a:lnTo>
                    <a:pt x="6486577" y="607133"/>
                  </a:lnTo>
                  <a:lnTo>
                    <a:pt x="6486703" y="607133"/>
                  </a:lnTo>
                  <a:lnTo>
                    <a:pt x="6486829" y="607133"/>
                  </a:lnTo>
                  <a:lnTo>
                    <a:pt x="6486955" y="607133"/>
                  </a:lnTo>
                  <a:lnTo>
                    <a:pt x="6487081" y="607133"/>
                  </a:lnTo>
                  <a:lnTo>
                    <a:pt x="6487207" y="607133"/>
                  </a:lnTo>
                  <a:lnTo>
                    <a:pt x="6487333" y="607133"/>
                  </a:lnTo>
                  <a:lnTo>
                    <a:pt x="6487460" y="607133"/>
                  </a:lnTo>
                  <a:lnTo>
                    <a:pt x="6487586" y="607133"/>
                  </a:lnTo>
                  <a:lnTo>
                    <a:pt x="6487712" y="607133"/>
                  </a:lnTo>
                  <a:lnTo>
                    <a:pt x="6487838" y="607133"/>
                  </a:lnTo>
                  <a:lnTo>
                    <a:pt x="6487964" y="607133"/>
                  </a:lnTo>
                  <a:lnTo>
                    <a:pt x="6488090" y="607133"/>
                  </a:lnTo>
                  <a:lnTo>
                    <a:pt x="6488216" y="607133"/>
                  </a:lnTo>
                  <a:lnTo>
                    <a:pt x="6488342" y="607133"/>
                  </a:lnTo>
                  <a:lnTo>
                    <a:pt x="6488468" y="607133"/>
                  </a:lnTo>
                  <a:lnTo>
                    <a:pt x="6488594" y="607133"/>
                  </a:lnTo>
                  <a:lnTo>
                    <a:pt x="6488720" y="607133"/>
                  </a:lnTo>
                  <a:lnTo>
                    <a:pt x="6488847" y="607133"/>
                  </a:lnTo>
                  <a:lnTo>
                    <a:pt x="6488973" y="607133"/>
                  </a:lnTo>
                  <a:lnTo>
                    <a:pt x="6489099" y="607133"/>
                  </a:lnTo>
                  <a:lnTo>
                    <a:pt x="6489225" y="607133"/>
                  </a:lnTo>
                  <a:lnTo>
                    <a:pt x="6489351" y="607133"/>
                  </a:lnTo>
                  <a:lnTo>
                    <a:pt x="6489477" y="607133"/>
                  </a:lnTo>
                  <a:lnTo>
                    <a:pt x="6489603" y="607133"/>
                  </a:lnTo>
                  <a:lnTo>
                    <a:pt x="6489729" y="607133"/>
                  </a:lnTo>
                  <a:lnTo>
                    <a:pt x="6489855" y="607133"/>
                  </a:lnTo>
                  <a:lnTo>
                    <a:pt x="6489981" y="607133"/>
                  </a:lnTo>
                  <a:lnTo>
                    <a:pt x="6490107" y="607133"/>
                  </a:lnTo>
                  <a:lnTo>
                    <a:pt x="6490234" y="607133"/>
                  </a:lnTo>
                  <a:lnTo>
                    <a:pt x="6490360" y="607133"/>
                  </a:lnTo>
                  <a:lnTo>
                    <a:pt x="6490486" y="607133"/>
                  </a:lnTo>
                  <a:lnTo>
                    <a:pt x="6490612" y="607133"/>
                  </a:lnTo>
                  <a:lnTo>
                    <a:pt x="6490738" y="607133"/>
                  </a:lnTo>
                  <a:lnTo>
                    <a:pt x="6490864" y="607133"/>
                  </a:lnTo>
                  <a:lnTo>
                    <a:pt x="6490990" y="607133"/>
                  </a:lnTo>
                  <a:lnTo>
                    <a:pt x="6491116" y="607133"/>
                  </a:lnTo>
                  <a:lnTo>
                    <a:pt x="6491242" y="607133"/>
                  </a:lnTo>
                  <a:lnTo>
                    <a:pt x="6491368" y="607133"/>
                  </a:lnTo>
                  <a:lnTo>
                    <a:pt x="6491494" y="607133"/>
                  </a:lnTo>
                  <a:lnTo>
                    <a:pt x="6491620" y="607133"/>
                  </a:lnTo>
                  <a:lnTo>
                    <a:pt x="6491747" y="607133"/>
                  </a:lnTo>
                  <a:lnTo>
                    <a:pt x="6491873" y="607133"/>
                  </a:lnTo>
                  <a:lnTo>
                    <a:pt x="6491999" y="607133"/>
                  </a:lnTo>
                  <a:lnTo>
                    <a:pt x="6492125" y="607133"/>
                  </a:lnTo>
                  <a:lnTo>
                    <a:pt x="6492251" y="607133"/>
                  </a:lnTo>
                  <a:lnTo>
                    <a:pt x="6492377" y="607133"/>
                  </a:lnTo>
                  <a:lnTo>
                    <a:pt x="6492503" y="607133"/>
                  </a:lnTo>
                  <a:lnTo>
                    <a:pt x="6492629" y="607133"/>
                  </a:lnTo>
                  <a:lnTo>
                    <a:pt x="6492755" y="607133"/>
                  </a:lnTo>
                  <a:lnTo>
                    <a:pt x="6492881" y="607133"/>
                  </a:lnTo>
                  <a:lnTo>
                    <a:pt x="6493007" y="607133"/>
                  </a:lnTo>
                  <a:lnTo>
                    <a:pt x="6493134" y="607133"/>
                  </a:lnTo>
                  <a:lnTo>
                    <a:pt x="6493260" y="607133"/>
                  </a:lnTo>
                  <a:lnTo>
                    <a:pt x="6493386" y="607133"/>
                  </a:lnTo>
                  <a:lnTo>
                    <a:pt x="6493512" y="607133"/>
                  </a:lnTo>
                  <a:lnTo>
                    <a:pt x="6493638" y="607133"/>
                  </a:lnTo>
                  <a:lnTo>
                    <a:pt x="6493764" y="607133"/>
                  </a:lnTo>
                  <a:lnTo>
                    <a:pt x="6493890" y="607133"/>
                  </a:lnTo>
                  <a:lnTo>
                    <a:pt x="6494016" y="607133"/>
                  </a:lnTo>
                  <a:lnTo>
                    <a:pt x="6494142" y="607133"/>
                  </a:lnTo>
                  <a:lnTo>
                    <a:pt x="6494268" y="607133"/>
                  </a:lnTo>
                  <a:lnTo>
                    <a:pt x="6494394" y="607133"/>
                  </a:lnTo>
                  <a:lnTo>
                    <a:pt x="6494520" y="607133"/>
                  </a:lnTo>
                  <a:lnTo>
                    <a:pt x="6494647" y="607133"/>
                  </a:lnTo>
                  <a:lnTo>
                    <a:pt x="6494773" y="607133"/>
                  </a:lnTo>
                  <a:lnTo>
                    <a:pt x="6494899" y="607133"/>
                  </a:lnTo>
                  <a:lnTo>
                    <a:pt x="6495025" y="607133"/>
                  </a:lnTo>
                  <a:lnTo>
                    <a:pt x="6495151" y="607133"/>
                  </a:lnTo>
                  <a:lnTo>
                    <a:pt x="6495277" y="607133"/>
                  </a:lnTo>
                  <a:lnTo>
                    <a:pt x="6495403" y="607133"/>
                  </a:lnTo>
                  <a:lnTo>
                    <a:pt x="6495529" y="607133"/>
                  </a:lnTo>
                  <a:lnTo>
                    <a:pt x="6495655" y="607133"/>
                  </a:lnTo>
                  <a:lnTo>
                    <a:pt x="6495781" y="607133"/>
                  </a:lnTo>
                  <a:lnTo>
                    <a:pt x="6495907" y="607133"/>
                  </a:lnTo>
                  <a:lnTo>
                    <a:pt x="6496034" y="607133"/>
                  </a:lnTo>
                  <a:lnTo>
                    <a:pt x="6496160" y="607133"/>
                  </a:lnTo>
                  <a:lnTo>
                    <a:pt x="6496286" y="607133"/>
                  </a:lnTo>
                  <a:lnTo>
                    <a:pt x="6496412" y="607133"/>
                  </a:lnTo>
                  <a:lnTo>
                    <a:pt x="6496538" y="607133"/>
                  </a:lnTo>
                  <a:lnTo>
                    <a:pt x="6496664" y="607133"/>
                  </a:lnTo>
                  <a:lnTo>
                    <a:pt x="6496790" y="607133"/>
                  </a:lnTo>
                  <a:lnTo>
                    <a:pt x="6496916" y="607133"/>
                  </a:lnTo>
                  <a:lnTo>
                    <a:pt x="6497042" y="607133"/>
                  </a:lnTo>
                  <a:lnTo>
                    <a:pt x="6497168" y="607133"/>
                  </a:lnTo>
                  <a:lnTo>
                    <a:pt x="6497294" y="607133"/>
                  </a:lnTo>
                  <a:lnTo>
                    <a:pt x="6497421" y="607133"/>
                  </a:lnTo>
                  <a:lnTo>
                    <a:pt x="6497547" y="607133"/>
                  </a:lnTo>
                  <a:lnTo>
                    <a:pt x="6497673" y="607133"/>
                  </a:lnTo>
                  <a:lnTo>
                    <a:pt x="6497799" y="607133"/>
                  </a:lnTo>
                  <a:lnTo>
                    <a:pt x="6497925" y="607133"/>
                  </a:lnTo>
                  <a:lnTo>
                    <a:pt x="6498051" y="607133"/>
                  </a:lnTo>
                  <a:lnTo>
                    <a:pt x="6498177" y="607133"/>
                  </a:lnTo>
                  <a:lnTo>
                    <a:pt x="6498303" y="607133"/>
                  </a:lnTo>
                  <a:lnTo>
                    <a:pt x="6498429" y="607133"/>
                  </a:lnTo>
                  <a:lnTo>
                    <a:pt x="6498555" y="607133"/>
                  </a:lnTo>
                  <a:lnTo>
                    <a:pt x="6498681" y="607133"/>
                  </a:lnTo>
                  <a:lnTo>
                    <a:pt x="6498807" y="607133"/>
                  </a:lnTo>
                  <a:lnTo>
                    <a:pt x="6498934" y="607133"/>
                  </a:lnTo>
                  <a:lnTo>
                    <a:pt x="6499060" y="607133"/>
                  </a:lnTo>
                  <a:lnTo>
                    <a:pt x="6499186" y="607133"/>
                  </a:lnTo>
                  <a:lnTo>
                    <a:pt x="6499312" y="607133"/>
                  </a:lnTo>
                  <a:lnTo>
                    <a:pt x="6499438" y="607133"/>
                  </a:lnTo>
                  <a:lnTo>
                    <a:pt x="6499564" y="607133"/>
                  </a:lnTo>
                  <a:lnTo>
                    <a:pt x="6499690" y="607133"/>
                  </a:lnTo>
                  <a:lnTo>
                    <a:pt x="6499816" y="607133"/>
                  </a:lnTo>
                  <a:lnTo>
                    <a:pt x="6499942" y="607133"/>
                  </a:lnTo>
                  <a:lnTo>
                    <a:pt x="6500068" y="607133"/>
                  </a:lnTo>
                  <a:lnTo>
                    <a:pt x="6500194" y="607133"/>
                  </a:lnTo>
                  <a:lnTo>
                    <a:pt x="6500321" y="607133"/>
                  </a:lnTo>
                  <a:lnTo>
                    <a:pt x="6500447" y="607133"/>
                  </a:lnTo>
                  <a:lnTo>
                    <a:pt x="6500573" y="607133"/>
                  </a:lnTo>
                  <a:lnTo>
                    <a:pt x="6500699" y="607133"/>
                  </a:lnTo>
                  <a:lnTo>
                    <a:pt x="6500825" y="607133"/>
                  </a:lnTo>
                  <a:lnTo>
                    <a:pt x="6500951" y="607133"/>
                  </a:lnTo>
                  <a:lnTo>
                    <a:pt x="6501077" y="607133"/>
                  </a:lnTo>
                  <a:lnTo>
                    <a:pt x="6501203" y="607133"/>
                  </a:lnTo>
                  <a:lnTo>
                    <a:pt x="6501329" y="607133"/>
                  </a:lnTo>
                  <a:lnTo>
                    <a:pt x="6501455" y="607133"/>
                  </a:lnTo>
                  <a:lnTo>
                    <a:pt x="6501581" y="607133"/>
                  </a:lnTo>
                  <a:lnTo>
                    <a:pt x="6501707" y="607133"/>
                  </a:lnTo>
                  <a:lnTo>
                    <a:pt x="6501834" y="607133"/>
                  </a:lnTo>
                  <a:lnTo>
                    <a:pt x="6501960" y="607133"/>
                  </a:lnTo>
                  <a:lnTo>
                    <a:pt x="6502086" y="607133"/>
                  </a:lnTo>
                  <a:lnTo>
                    <a:pt x="6502212" y="607133"/>
                  </a:lnTo>
                  <a:lnTo>
                    <a:pt x="6502338" y="607133"/>
                  </a:lnTo>
                  <a:lnTo>
                    <a:pt x="6502464" y="607133"/>
                  </a:lnTo>
                  <a:lnTo>
                    <a:pt x="6502590" y="607133"/>
                  </a:lnTo>
                  <a:lnTo>
                    <a:pt x="6502716" y="607133"/>
                  </a:lnTo>
                  <a:lnTo>
                    <a:pt x="6502842" y="607133"/>
                  </a:lnTo>
                  <a:lnTo>
                    <a:pt x="6502968" y="607133"/>
                  </a:lnTo>
                  <a:lnTo>
                    <a:pt x="6503094" y="607133"/>
                  </a:lnTo>
                  <a:lnTo>
                    <a:pt x="6503221" y="607133"/>
                  </a:lnTo>
                  <a:lnTo>
                    <a:pt x="6503347" y="607133"/>
                  </a:lnTo>
                  <a:lnTo>
                    <a:pt x="6503473" y="607133"/>
                  </a:lnTo>
                  <a:lnTo>
                    <a:pt x="6503599" y="607133"/>
                  </a:lnTo>
                  <a:lnTo>
                    <a:pt x="6503725" y="607133"/>
                  </a:lnTo>
                  <a:lnTo>
                    <a:pt x="6503851" y="607133"/>
                  </a:lnTo>
                  <a:lnTo>
                    <a:pt x="6503977" y="607133"/>
                  </a:lnTo>
                  <a:lnTo>
                    <a:pt x="6504103" y="607133"/>
                  </a:lnTo>
                  <a:lnTo>
                    <a:pt x="6504229" y="607133"/>
                  </a:lnTo>
                  <a:lnTo>
                    <a:pt x="6504355" y="607133"/>
                  </a:lnTo>
                  <a:lnTo>
                    <a:pt x="6504481" y="607133"/>
                  </a:lnTo>
                  <a:lnTo>
                    <a:pt x="6504607" y="607133"/>
                  </a:lnTo>
                  <a:lnTo>
                    <a:pt x="6504734" y="607133"/>
                  </a:lnTo>
                  <a:lnTo>
                    <a:pt x="6504860" y="607133"/>
                  </a:lnTo>
                  <a:lnTo>
                    <a:pt x="6504986" y="607133"/>
                  </a:lnTo>
                  <a:lnTo>
                    <a:pt x="6505112" y="607133"/>
                  </a:lnTo>
                  <a:lnTo>
                    <a:pt x="6505238" y="607133"/>
                  </a:lnTo>
                  <a:lnTo>
                    <a:pt x="6505364" y="607133"/>
                  </a:lnTo>
                  <a:lnTo>
                    <a:pt x="6505490" y="607133"/>
                  </a:lnTo>
                  <a:lnTo>
                    <a:pt x="6505616" y="607133"/>
                  </a:lnTo>
                  <a:lnTo>
                    <a:pt x="6505742" y="607133"/>
                  </a:lnTo>
                  <a:lnTo>
                    <a:pt x="6505868" y="607133"/>
                  </a:lnTo>
                  <a:lnTo>
                    <a:pt x="6505994" y="607133"/>
                  </a:lnTo>
                  <a:lnTo>
                    <a:pt x="6506121" y="607133"/>
                  </a:lnTo>
                  <a:lnTo>
                    <a:pt x="6506247" y="607133"/>
                  </a:lnTo>
                  <a:lnTo>
                    <a:pt x="6506373" y="607133"/>
                  </a:lnTo>
                  <a:lnTo>
                    <a:pt x="6506499" y="607133"/>
                  </a:lnTo>
                  <a:lnTo>
                    <a:pt x="6506625" y="607133"/>
                  </a:lnTo>
                  <a:lnTo>
                    <a:pt x="6506751" y="607133"/>
                  </a:lnTo>
                  <a:lnTo>
                    <a:pt x="6506877" y="607133"/>
                  </a:lnTo>
                  <a:lnTo>
                    <a:pt x="6507003" y="607133"/>
                  </a:lnTo>
                  <a:lnTo>
                    <a:pt x="6507129" y="607133"/>
                  </a:lnTo>
                  <a:lnTo>
                    <a:pt x="6507255" y="607133"/>
                  </a:lnTo>
                  <a:lnTo>
                    <a:pt x="6507381" y="607133"/>
                  </a:lnTo>
                  <a:lnTo>
                    <a:pt x="6507508" y="607133"/>
                  </a:lnTo>
                  <a:lnTo>
                    <a:pt x="6507634" y="607133"/>
                  </a:lnTo>
                  <a:lnTo>
                    <a:pt x="6507760" y="607133"/>
                  </a:lnTo>
                  <a:lnTo>
                    <a:pt x="6507886" y="607133"/>
                  </a:lnTo>
                  <a:lnTo>
                    <a:pt x="6508012" y="607133"/>
                  </a:lnTo>
                  <a:lnTo>
                    <a:pt x="6508138" y="607133"/>
                  </a:lnTo>
                  <a:lnTo>
                    <a:pt x="6508264" y="607133"/>
                  </a:lnTo>
                  <a:lnTo>
                    <a:pt x="6508390" y="607133"/>
                  </a:lnTo>
                  <a:lnTo>
                    <a:pt x="6508516" y="607133"/>
                  </a:lnTo>
                  <a:lnTo>
                    <a:pt x="6508642" y="607133"/>
                  </a:lnTo>
                  <a:lnTo>
                    <a:pt x="6508768" y="607133"/>
                  </a:lnTo>
                  <a:lnTo>
                    <a:pt x="6508894" y="607133"/>
                  </a:lnTo>
                  <a:lnTo>
                    <a:pt x="6509021" y="607133"/>
                  </a:lnTo>
                  <a:lnTo>
                    <a:pt x="6509147" y="607133"/>
                  </a:lnTo>
                  <a:lnTo>
                    <a:pt x="6509273" y="607133"/>
                  </a:lnTo>
                  <a:lnTo>
                    <a:pt x="6509399" y="607133"/>
                  </a:lnTo>
                  <a:lnTo>
                    <a:pt x="6509525" y="607133"/>
                  </a:lnTo>
                  <a:lnTo>
                    <a:pt x="6509651" y="607133"/>
                  </a:lnTo>
                  <a:lnTo>
                    <a:pt x="6509777" y="607133"/>
                  </a:lnTo>
                  <a:lnTo>
                    <a:pt x="6509903" y="607133"/>
                  </a:lnTo>
                  <a:lnTo>
                    <a:pt x="6510029" y="607133"/>
                  </a:lnTo>
                  <a:lnTo>
                    <a:pt x="6510155" y="607133"/>
                  </a:lnTo>
                  <a:lnTo>
                    <a:pt x="6510281" y="607133"/>
                  </a:lnTo>
                  <a:lnTo>
                    <a:pt x="6510408" y="607133"/>
                  </a:lnTo>
                  <a:lnTo>
                    <a:pt x="6510534" y="607133"/>
                  </a:lnTo>
                  <a:lnTo>
                    <a:pt x="6510660" y="607133"/>
                  </a:lnTo>
                  <a:lnTo>
                    <a:pt x="6510660" y="601854"/>
                  </a:lnTo>
                  <a:lnTo>
                    <a:pt x="6510786" y="601854"/>
                  </a:lnTo>
                  <a:lnTo>
                    <a:pt x="6510912" y="601854"/>
                  </a:lnTo>
                  <a:lnTo>
                    <a:pt x="6511038" y="601854"/>
                  </a:lnTo>
                  <a:lnTo>
                    <a:pt x="6511164" y="601854"/>
                  </a:lnTo>
                  <a:lnTo>
                    <a:pt x="6511290" y="601854"/>
                  </a:lnTo>
                  <a:lnTo>
                    <a:pt x="6511416" y="601854"/>
                  </a:lnTo>
                  <a:lnTo>
                    <a:pt x="6511542" y="601854"/>
                  </a:lnTo>
                  <a:lnTo>
                    <a:pt x="6511668" y="601854"/>
                  </a:lnTo>
                  <a:lnTo>
                    <a:pt x="6511794" y="601854"/>
                  </a:lnTo>
                  <a:lnTo>
                    <a:pt x="6511921" y="601854"/>
                  </a:lnTo>
                  <a:lnTo>
                    <a:pt x="6512047" y="601854"/>
                  </a:lnTo>
                  <a:lnTo>
                    <a:pt x="6512173" y="601854"/>
                  </a:lnTo>
                  <a:lnTo>
                    <a:pt x="6512299" y="601854"/>
                  </a:lnTo>
                  <a:lnTo>
                    <a:pt x="6512425" y="601854"/>
                  </a:lnTo>
                  <a:lnTo>
                    <a:pt x="6512551" y="601854"/>
                  </a:lnTo>
                  <a:lnTo>
                    <a:pt x="6512677" y="601854"/>
                  </a:lnTo>
                  <a:lnTo>
                    <a:pt x="6512803" y="601854"/>
                  </a:lnTo>
                  <a:lnTo>
                    <a:pt x="6512929" y="601854"/>
                  </a:lnTo>
                  <a:lnTo>
                    <a:pt x="6513055" y="601854"/>
                  </a:lnTo>
                  <a:lnTo>
                    <a:pt x="6513181" y="601854"/>
                  </a:lnTo>
                  <a:lnTo>
                    <a:pt x="6513308" y="601854"/>
                  </a:lnTo>
                  <a:lnTo>
                    <a:pt x="6513434" y="601854"/>
                  </a:lnTo>
                  <a:lnTo>
                    <a:pt x="6513560" y="601854"/>
                  </a:lnTo>
                  <a:lnTo>
                    <a:pt x="6513686" y="601854"/>
                  </a:lnTo>
                  <a:lnTo>
                    <a:pt x="6513812" y="601854"/>
                  </a:lnTo>
                  <a:lnTo>
                    <a:pt x="6513938" y="601854"/>
                  </a:lnTo>
                  <a:lnTo>
                    <a:pt x="6514064" y="601854"/>
                  </a:lnTo>
                  <a:lnTo>
                    <a:pt x="6514190" y="601854"/>
                  </a:lnTo>
                  <a:lnTo>
                    <a:pt x="6514316" y="601854"/>
                  </a:lnTo>
                  <a:lnTo>
                    <a:pt x="6514442" y="601854"/>
                  </a:lnTo>
                  <a:lnTo>
                    <a:pt x="6514568" y="601854"/>
                  </a:lnTo>
                  <a:lnTo>
                    <a:pt x="6514695" y="601854"/>
                  </a:lnTo>
                  <a:lnTo>
                    <a:pt x="6514821" y="601854"/>
                  </a:lnTo>
                  <a:lnTo>
                    <a:pt x="6514947" y="601854"/>
                  </a:lnTo>
                  <a:lnTo>
                    <a:pt x="6515073" y="601854"/>
                  </a:lnTo>
                  <a:lnTo>
                    <a:pt x="6515199" y="601854"/>
                  </a:lnTo>
                  <a:lnTo>
                    <a:pt x="6515325" y="601854"/>
                  </a:lnTo>
                  <a:lnTo>
                    <a:pt x="6515451" y="601854"/>
                  </a:lnTo>
                  <a:lnTo>
                    <a:pt x="6515577" y="601854"/>
                  </a:lnTo>
                  <a:lnTo>
                    <a:pt x="6515703" y="601854"/>
                  </a:lnTo>
                  <a:lnTo>
                    <a:pt x="6515829" y="601854"/>
                  </a:lnTo>
                  <a:lnTo>
                    <a:pt x="6515955" y="601854"/>
                  </a:lnTo>
                  <a:lnTo>
                    <a:pt x="6516081" y="601854"/>
                  </a:lnTo>
                  <a:lnTo>
                    <a:pt x="6516208" y="601854"/>
                  </a:lnTo>
                  <a:lnTo>
                    <a:pt x="6516334" y="601854"/>
                  </a:lnTo>
                  <a:lnTo>
                    <a:pt x="6516460" y="601854"/>
                  </a:lnTo>
                  <a:lnTo>
                    <a:pt x="6516586" y="601854"/>
                  </a:lnTo>
                  <a:lnTo>
                    <a:pt x="6516712" y="601854"/>
                  </a:lnTo>
                  <a:lnTo>
                    <a:pt x="6516838" y="601854"/>
                  </a:lnTo>
                  <a:lnTo>
                    <a:pt x="6516964" y="601854"/>
                  </a:lnTo>
                  <a:lnTo>
                    <a:pt x="6517090" y="601854"/>
                  </a:lnTo>
                  <a:lnTo>
                    <a:pt x="6517216" y="601854"/>
                  </a:lnTo>
                  <a:lnTo>
                    <a:pt x="6517342" y="601854"/>
                  </a:lnTo>
                  <a:lnTo>
                    <a:pt x="6517468" y="601854"/>
                  </a:lnTo>
                  <a:lnTo>
                    <a:pt x="6517595" y="601854"/>
                  </a:lnTo>
                  <a:lnTo>
                    <a:pt x="6517721" y="601854"/>
                  </a:lnTo>
                  <a:lnTo>
                    <a:pt x="6517847" y="601854"/>
                  </a:lnTo>
                  <a:lnTo>
                    <a:pt x="6517973" y="601854"/>
                  </a:lnTo>
                  <a:lnTo>
                    <a:pt x="6518099" y="601854"/>
                  </a:lnTo>
                  <a:lnTo>
                    <a:pt x="6518225" y="601854"/>
                  </a:lnTo>
                  <a:lnTo>
                    <a:pt x="6518351" y="601854"/>
                  </a:lnTo>
                  <a:lnTo>
                    <a:pt x="6518477" y="601854"/>
                  </a:lnTo>
                  <a:lnTo>
                    <a:pt x="6518603" y="601854"/>
                  </a:lnTo>
                  <a:lnTo>
                    <a:pt x="6518729" y="601854"/>
                  </a:lnTo>
                  <a:lnTo>
                    <a:pt x="6518855" y="601854"/>
                  </a:lnTo>
                  <a:lnTo>
                    <a:pt x="6518981" y="601854"/>
                  </a:lnTo>
                  <a:lnTo>
                    <a:pt x="6519108" y="601854"/>
                  </a:lnTo>
                  <a:lnTo>
                    <a:pt x="6519234" y="601854"/>
                  </a:lnTo>
                  <a:lnTo>
                    <a:pt x="6519360" y="601854"/>
                  </a:lnTo>
                  <a:lnTo>
                    <a:pt x="6519486" y="601854"/>
                  </a:lnTo>
                  <a:lnTo>
                    <a:pt x="6519612" y="601854"/>
                  </a:lnTo>
                  <a:lnTo>
                    <a:pt x="6519738" y="601854"/>
                  </a:lnTo>
                  <a:lnTo>
                    <a:pt x="6519864" y="601854"/>
                  </a:lnTo>
                  <a:lnTo>
                    <a:pt x="6519990" y="601854"/>
                  </a:lnTo>
                  <a:lnTo>
                    <a:pt x="6520116" y="601854"/>
                  </a:lnTo>
                  <a:lnTo>
                    <a:pt x="6520242" y="601854"/>
                  </a:lnTo>
                  <a:lnTo>
                    <a:pt x="6520368" y="601854"/>
                  </a:lnTo>
                  <a:lnTo>
                    <a:pt x="6520495" y="601854"/>
                  </a:lnTo>
                  <a:lnTo>
                    <a:pt x="6520621" y="601854"/>
                  </a:lnTo>
                  <a:lnTo>
                    <a:pt x="6520747" y="601854"/>
                  </a:lnTo>
                  <a:lnTo>
                    <a:pt x="6520873" y="601854"/>
                  </a:lnTo>
                  <a:lnTo>
                    <a:pt x="6520999" y="601854"/>
                  </a:lnTo>
                  <a:lnTo>
                    <a:pt x="6521125" y="601854"/>
                  </a:lnTo>
                  <a:lnTo>
                    <a:pt x="6521251" y="601854"/>
                  </a:lnTo>
                  <a:lnTo>
                    <a:pt x="6521377" y="601854"/>
                  </a:lnTo>
                  <a:lnTo>
                    <a:pt x="6521503" y="601854"/>
                  </a:lnTo>
                  <a:lnTo>
                    <a:pt x="6521629" y="601854"/>
                  </a:lnTo>
                  <a:lnTo>
                    <a:pt x="6521755" y="601854"/>
                  </a:lnTo>
                  <a:lnTo>
                    <a:pt x="6521882" y="601854"/>
                  </a:lnTo>
                  <a:lnTo>
                    <a:pt x="6522008" y="601854"/>
                  </a:lnTo>
                  <a:lnTo>
                    <a:pt x="6522134" y="601854"/>
                  </a:lnTo>
                  <a:lnTo>
                    <a:pt x="6522260" y="601854"/>
                  </a:lnTo>
                  <a:lnTo>
                    <a:pt x="6522386" y="601854"/>
                  </a:lnTo>
                  <a:lnTo>
                    <a:pt x="6522512" y="601854"/>
                  </a:lnTo>
                  <a:lnTo>
                    <a:pt x="6522638" y="601854"/>
                  </a:lnTo>
                  <a:lnTo>
                    <a:pt x="6522764" y="601854"/>
                  </a:lnTo>
                  <a:lnTo>
                    <a:pt x="6522890" y="601854"/>
                  </a:lnTo>
                  <a:lnTo>
                    <a:pt x="6523016" y="601854"/>
                  </a:lnTo>
                  <a:lnTo>
                    <a:pt x="6523142" y="601854"/>
                  </a:lnTo>
                  <a:lnTo>
                    <a:pt x="6523268" y="601854"/>
                  </a:lnTo>
                  <a:lnTo>
                    <a:pt x="6523395" y="601854"/>
                  </a:lnTo>
                  <a:lnTo>
                    <a:pt x="6523521" y="601854"/>
                  </a:lnTo>
                  <a:lnTo>
                    <a:pt x="6523647" y="601854"/>
                  </a:lnTo>
                  <a:lnTo>
                    <a:pt x="6523773" y="601854"/>
                  </a:lnTo>
                  <a:lnTo>
                    <a:pt x="6523899" y="601854"/>
                  </a:lnTo>
                  <a:lnTo>
                    <a:pt x="6524025" y="601854"/>
                  </a:lnTo>
                  <a:lnTo>
                    <a:pt x="6524151" y="601854"/>
                  </a:lnTo>
                  <a:lnTo>
                    <a:pt x="6524277" y="601854"/>
                  </a:lnTo>
                  <a:lnTo>
                    <a:pt x="6524403" y="601854"/>
                  </a:lnTo>
                  <a:lnTo>
                    <a:pt x="6524529" y="601854"/>
                  </a:lnTo>
                  <a:lnTo>
                    <a:pt x="6524655" y="601854"/>
                  </a:lnTo>
                  <a:lnTo>
                    <a:pt x="6524782" y="601854"/>
                  </a:lnTo>
                  <a:lnTo>
                    <a:pt x="6524908" y="601854"/>
                  </a:lnTo>
                  <a:lnTo>
                    <a:pt x="6524908" y="596574"/>
                  </a:lnTo>
                  <a:lnTo>
                    <a:pt x="6525034" y="596574"/>
                  </a:lnTo>
                  <a:lnTo>
                    <a:pt x="6525160" y="596574"/>
                  </a:lnTo>
                  <a:lnTo>
                    <a:pt x="6525286" y="596574"/>
                  </a:lnTo>
                  <a:lnTo>
                    <a:pt x="6525412" y="596574"/>
                  </a:lnTo>
                  <a:lnTo>
                    <a:pt x="6525538" y="596574"/>
                  </a:lnTo>
                  <a:lnTo>
                    <a:pt x="6525664" y="596574"/>
                  </a:lnTo>
                  <a:lnTo>
                    <a:pt x="6525790" y="596574"/>
                  </a:lnTo>
                  <a:lnTo>
                    <a:pt x="6525916" y="596574"/>
                  </a:lnTo>
                  <a:lnTo>
                    <a:pt x="6526042" y="596574"/>
                  </a:lnTo>
                  <a:lnTo>
                    <a:pt x="6526168" y="596574"/>
                  </a:lnTo>
                  <a:lnTo>
                    <a:pt x="6526295" y="596574"/>
                  </a:lnTo>
                  <a:lnTo>
                    <a:pt x="6526421" y="596574"/>
                  </a:lnTo>
                  <a:lnTo>
                    <a:pt x="6526547" y="596574"/>
                  </a:lnTo>
                  <a:lnTo>
                    <a:pt x="6526673" y="596574"/>
                  </a:lnTo>
                  <a:lnTo>
                    <a:pt x="6526799" y="596574"/>
                  </a:lnTo>
                  <a:lnTo>
                    <a:pt x="6526925" y="596574"/>
                  </a:lnTo>
                  <a:lnTo>
                    <a:pt x="6527051" y="596574"/>
                  </a:lnTo>
                  <a:lnTo>
                    <a:pt x="6527177" y="596574"/>
                  </a:lnTo>
                  <a:lnTo>
                    <a:pt x="6527303" y="596574"/>
                  </a:lnTo>
                  <a:lnTo>
                    <a:pt x="6527429" y="596574"/>
                  </a:lnTo>
                  <a:lnTo>
                    <a:pt x="6527555" y="596574"/>
                  </a:lnTo>
                  <a:lnTo>
                    <a:pt x="6527682" y="596574"/>
                  </a:lnTo>
                  <a:lnTo>
                    <a:pt x="6527808" y="596574"/>
                  </a:lnTo>
                  <a:lnTo>
                    <a:pt x="6527934" y="596574"/>
                  </a:lnTo>
                  <a:lnTo>
                    <a:pt x="6528060" y="596574"/>
                  </a:lnTo>
                  <a:lnTo>
                    <a:pt x="6528186" y="596574"/>
                  </a:lnTo>
                  <a:lnTo>
                    <a:pt x="6528312" y="596574"/>
                  </a:lnTo>
                  <a:lnTo>
                    <a:pt x="6528438" y="596574"/>
                  </a:lnTo>
                  <a:lnTo>
                    <a:pt x="6528564" y="596574"/>
                  </a:lnTo>
                  <a:lnTo>
                    <a:pt x="6528690" y="596574"/>
                  </a:lnTo>
                  <a:lnTo>
                    <a:pt x="6528816" y="596574"/>
                  </a:lnTo>
                  <a:lnTo>
                    <a:pt x="6528942" y="596574"/>
                  </a:lnTo>
                  <a:lnTo>
                    <a:pt x="6529068" y="596574"/>
                  </a:lnTo>
                  <a:lnTo>
                    <a:pt x="6529195" y="596574"/>
                  </a:lnTo>
                  <a:lnTo>
                    <a:pt x="6529321" y="596574"/>
                  </a:lnTo>
                  <a:lnTo>
                    <a:pt x="6529447" y="596574"/>
                  </a:lnTo>
                  <a:lnTo>
                    <a:pt x="6529573" y="596574"/>
                  </a:lnTo>
                  <a:lnTo>
                    <a:pt x="6529699" y="596574"/>
                  </a:lnTo>
                  <a:lnTo>
                    <a:pt x="6529825" y="596574"/>
                  </a:lnTo>
                  <a:lnTo>
                    <a:pt x="6529951" y="596574"/>
                  </a:lnTo>
                  <a:lnTo>
                    <a:pt x="6530077" y="596574"/>
                  </a:lnTo>
                  <a:lnTo>
                    <a:pt x="6530203" y="596574"/>
                  </a:lnTo>
                  <a:lnTo>
                    <a:pt x="6530329" y="596574"/>
                  </a:lnTo>
                  <a:lnTo>
                    <a:pt x="6530455" y="596574"/>
                  </a:lnTo>
                  <a:lnTo>
                    <a:pt x="6530582" y="596574"/>
                  </a:lnTo>
                  <a:lnTo>
                    <a:pt x="6530708" y="596574"/>
                  </a:lnTo>
                  <a:lnTo>
                    <a:pt x="6530834" y="596574"/>
                  </a:lnTo>
                  <a:lnTo>
                    <a:pt x="6530960" y="596574"/>
                  </a:lnTo>
                  <a:lnTo>
                    <a:pt x="6531086" y="596574"/>
                  </a:lnTo>
                  <a:lnTo>
                    <a:pt x="6531086" y="591295"/>
                  </a:lnTo>
                  <a:lnTo>
                    <a:pt x="6531212" y="591295"/>
                  </a:lnTo>
                  <a:lnTo>
                    <a:pt x="6531338" y="591295"/>
                  </a:lnTo>
                  <a:lnTo>
                    <a:pt x="6531464" y="591295"/>
                  </a:lnTo>
                  <a:lnTo>
                    <a:pt x="6531590" y="591295"/>
                  </a:lnTo>
                  <a:lnTo>
                    <a:pt x="6531716" y="591295"/>
                  </a:lnTo>
                  <a:lnTo>
                    <a:pt x="6531842" y="591295"/>
                  </a:lnTo>
                  <a:lnTo>
                    <a:pt x="6531969" y="591295"/>
                  </a:lnTo>
                  <a:lnTo>
                    <a:pt x="6532095" y="591295"/>
                  </a:lnTo>
                  <a:lnTo>
                    <a:pt x="6532221" y="591295"/>
                  </a:lnTo>
                  <a:lnTo>
                    <a:pt x="6532347" y="591295"/>
                  </a:lnTo>
                  <a:lnTo>
                    <a:pt x="6532473" y="591295"/>
                  </a:lnTo>
                  <a:lnTo>
                    <a:pt x="6532599" y="591295"/>
                  </a:lnTo>
                  <a:lnTo>
                    <a:pt x="6532725" y="591295"/>
                  </a:lnTo>
                  <a:lnTo>
                    <a:pt x="6532851" y="591295"/>
                  </a:lnTo>
                  <a:lnTo>
                    <a:pt x="6532977" y="591295"/>
                  </a:lnTo>
                  <a:lnTo>
                    <a:pt x="6533103" y="591295"/>
                  </a:lnTo>
                  <a:lnTo>
                    <a:pt x="6533229" y="591295"/>
                  </a:lnTo>
                  <a:lnTo>
                    <a:pt x="6533355" y="591295"/>
                  </a:lnTo>
                  <a:lnTo>
                    <a:pt x="6533482" y="591295"/>
                  </a:lnTo>
                  <a:lnTo>
                    <a:pt x="6533608" y="591295"/>
                  </a:lnTo>
                  <a:lnTo>
                    <a:pt x="6533734" y="591295"/>
                  </a:lnTo>
                  <a:lnTo>
                    <a:pt x="6533860" y="591295"/>
                  </a:lnTo>
                  <a:lnTo>
                    <a:pt x="6533986" y="591295"/>
                  </a:lnTo>
                  <a:lnTo>
                    <a:pt x="6534112" y="591295"/>
                  </a:lnTo>
                  <a:lnTo>
                    <a:pt x="6534238" y="591295"/>
                  </a:lnTo>
                  <a:lnTo>
                    <a:pt x="6534364" y="591295"/>
                  </a:lnTo>
                  <a:lnTo>
                    <a:pt x="6534490" y="591295"/>
                  </a:lnTo>
                  <a:lnTo>
                    <a:pt x="6534616" y="591295"/>
                  </a:lnTo>
                  <a:lnTo>
                    <a:pt x="6534742" y="591295"/>
                  </a:lnTo>
                  <a:lnTo>
                    <a:pt x="6534869" y="591295"/>
                  </a:lnTo>
                  <a:lnTo>
                    <a:pt x="6534995" y="591295"/>
                  </a:lnTo>
                  <a:lnTo>
                    <a:pt x="6535121" y="591295"/>
                  </a:lnTo>
                  <a:lnTo>
                    <a:pt x="6535247" y="591295"/>
                  </a:lnTo>
                  <a:lnTo>
                    <a:pt x="6535373" y="591295"/>
                  </a:lnTo>
                  <a:lnTo>
                    <a:pt x="6535499" y="591295"/>
                  </a:lnTo>
                  <a:lnTo>
                    <a:pt x="6535625" y="591295"/>
                  </a:lnTo>
                  <a:lnTo>
                    <a:pt x="6535751" y="591295"/>
                  </a:lnTo>
                  <a:lnTo>
                    <a:pt x="6535877" y="591295"/>
                  </a:lnTo>
                  <a:lnTo>
                    <a:pt x="6536003" y="591295"/>
                  </a:lnTo>
                  <a:lnTo>
                    <a:pt x="6536129" y="591295"/>
                  </a:lnTo>
                  <a:lnTo>
                    <a:pt x="6536255" y="591295"/>
                  </a:lnTo>
                  <a:lnTo>
                    <a:pt x="6536382" y="591295"/>
                  </a:lnTo>
                  <a:lnTo>
                    <a:pt x="6536508" y="591295"/>
                  </a:lnTo>
                  <a:lnTo>
                    <a:pt x="6536634" y="591295"/>
                  </a:lnTo>
                  <a:lnTo>
                    <a:pt x="6536760" y="591295"/>
                  </a:lnTo>
                  <a:lnTo>
                    <a:pt x="6536886" y="591295"/>
                  </a:lnTo>
                  <a:lnTo>
                    <a:pt x="6537012" y="591295"/>
                  </a:lnTo>
                  <a:lnTo>
                    <a:pt x="6537138" y="591295"/>
                  </a:lnTo>
                  <a:lnTo>
                    <a:pt x="6537264" y="591295"/>
                  </a:lnTo>
                  <a:lnTo>
                    <a:pt x="6537390" y="591295"/>
                  </a:lnTo>
                  <a:lnTo>
                    <a:pt x="6537516" y="591295"/>
                  </a:lnTo>
                  <a:lnTo>
                    <a:pt x="6537642" y="591295"/>
                  </a:lnTo>
                  <a:lnTo>
                    <a:pt x="6537769" y="591295"/>
                  </a:lnTo>
                  <a:lnTo>
                    <a:pt x="6537895" y="591295"/>
                  </a:lnTo>
                  <a:lnTo>
                    <a:pt x="6538021" y="591295"/>
                  </a:lnTo>
                  <a:lnTo>
                    <a:pt x="6538147" y="591295"/>
                  </a:lnTo>
                  <a:lnTo>
                    <a:pt x="6538273" y="591295"/>
                  </a:lnTo>
                  <a:lnTo>
                    <a:pt x="6538399" y="591295"/>
                  </a:lnTo>
                  <a:lnTo>
                    <a:pt x="6538525" y="591295"/>
                  </a:lnTo>
                  <a:lnTo>
                    <a:pt x="6538651" y="591295"/>
                  </a:lnTo>
                  <a:lnTo>
                    <a:pt x="6538777" y="591295"/>
                  </a:lnTo>
                  <a:lnTo>
                    <a:pt x="6538903" y="591295"/>
                  </a:lnTo>
                  <a:lnTo>
                    <a:pt x="6539029" y="591295"/>
                  </a:lnTo>
                  <a:lnTo>
                    <a:pt x="6539156" y="591295"/>
                  </a:lnTo>
                  <a:lnTo>
                    <a:pt x="6539282" y="591295"/>
                  </a:lnTo>
                  <a:lnTo>
                    <a:pt x="6539408" y="591295"/>
                  </a:lnTo>
                  <a:lnTo>
                    <a:pt x="6539534" y="591295"/>
                  </a:lnTo>
                  <a:lnTo>
                    <a:pt x="6539660" y="591295"/>
                  </a:lnTo>
                  <a:lnTo>
                    <a:pt x="6539786" y="591295"/>
                  </a:lnTo>
                  <a:lnTo>
                    <a:pt x="6539912" y="591295"/>
                  </a:lnTo>
                  <a:lnTo>
                    <a:pt x="6540038" y="591295"/>
                  </a:lnTo>
                  <a:lnTo>
                    <a:pt x="6540164" y="591295"/>
                  </a:lnTo>
                  <a:lnTo>
                    <a:pt x="6540290" y="591295"/>
                  </a:lnTo>
                  <a:lnTo>
                    <a:pt x="6540416" y="591295"/>
                  </a:lnTo>
                  <a:lnTo>
                    <a:pt x="6540542" y="591295"/>
                  </a:lnTo>
                  <a:lnTo>
                    <a:pt x="6540669" y="591295"/>
                  </a:lnTo>
                  <a:lnTo>
                    <a:pt x="6540795" y="591295"/>
                  </a:lnTo>
                  <a:lnTo>
                    <a:pt x="6540921" y="591295"/>
                  </a:lnTo>
                  <a:lnTo>
                    <a:pt x="6541047" y="591295"/>
                  </a:lnTo>
                  <a:lnTo>
                    <a:pt x="6541173" y="591295"/>
                  </a:lnTo>
                  <a:lnTo>
                    <a:pt x="6541299" y="591295"/>
                  </a:lnTo>
                  <a:lnTo>
                    <a:pt x="6541425" y="591295"/>
                  </a:lnTo>
                  <a:lnTo>
                    <a:pt x="6541551" y="591295"/>
                  </a:lnTo>
                  <a:lnTo>
                    <a:pt x="6541677" y="591295"/>
                  </a:lnTo>
                  <a:lnTo>
                    <a:pt x="6541803" y="591295"/>
                  </a:lnTo>
                  <a:lnTo>
                    <a:pt x="6541929" y="591295"/>
                  </a:lnTo>
                  <a:lnTo>
                    <a:pt x="6542056" y="591295"/>
                  </a:lnTo>
                  <a:lnTo>
                    <a:pt x="6542182" y="591295"/>
                  </a:lnTo>
                  <a:lnTo>
                    <a:pt x="6542308" y="591295"/>
                  </a:lnTo>
                  <a:lnTo>
                    <a:pt x="6542434" y="591295"/>
                  </a:lnTo>
                  <a:lnTo>
                    <a:pt x="6542560" y="591295"/>
                  </a:lnTo>
                  <a:lnTo>
                    <a:pt x="6542686" y="591295"/>
                  </a:lnTo>
                  <a:lnTo>
                    <a:pt x="6542812" y="591295"/>
                  </a:lnTo>
                  <a:lnTo>
                    <a:pt x="6542938" y="591295"/>
                  </a:lnTo>
                  <a:lnTo>
                    <a:pt x="6543064" y="591295"/>
                  </a:lnTo>
                  <a:lnTo>
                    <a:pt x="6543190" y="591295"/>
                  </a:lnTo>
                  <a:lnTo>
                    <a:pt x="6543316" y="591295"/>
                  </a:lnTo>
                  <a:lnTo>
                    <a:pt x="6543442" y="591295"/>
                  </a:lnTo>
                  <a:lnTo>
                    <a:pt x="6543569" y="591295"/>
                  </a:lnTo>
                  <a:lnTo>
                    <a:pt x="6543695" y="591295"/>
                  </a:lnTo>
                  <a:lnTo>
                    <a:pt x="6543821" y="591295"/>
                  </a:lnTo>
                  <a:lnTo>
                    <a:pt x="6543947" y="591295"/>
                  </a:lnTo>
                  <a:lnTo>
                    <a:pt x="6544073" y="591295"/>
                  </a:lnTo>
                  <a:lnTo>
                    <a:pt x="6544199" y="591295"/>
                  </a:lnTo>
                  <a:lnTo>
                    <a:pt x="6544325" y="591295"/>
                  </a:lnTo>
                  <a:lnTo>
                    <a:pt x="6544451" y="591295"/>
                  </a:lnTo>
                  <a:lnTo>
                    <a:pt x="6544577" y="591295"/>
                  </a:lnTo>
                  <a:lnTo>
                    <a:pt x="6544703" y="591295"/>
                  </a:lnTo>
                  <a:lnTo>
                    <a:pt x="6544829" y="591295"/>
                  </a:lnTo>
                  <a:lnTo>
                    <a:pt x="6544956" y="591295"/>
                  </a:lnTo>
                  <a:lnTo>
                    <a:pt x="6545082" y="591295"/>
                  </a:lnTo>
                  <a:lnTo>
                    <a:pt x="6545208" y="591295"/>
                  </a:lnTo>
                  <a:lnTo>
                    <a:pt x="6545334" y="591295"/>
                  </a:lnTo>
                  <a:lnTo>
                    <a:pt x="6545460" y="591295"/>
                  </a:lnTo>
                  <a:lnTo>
                    <a:pt x="6545586" y="591295"/>
                  </a:lnTo>
                  <a:lnTo>
                    <a:pt x="6545712" y="591295"/>
                  </a:lnTo>
                  <a:lnTo>
                    <a:pt x="6545838" y="591295"/>
                  </a:lnTo>
                  <a:lnTo>
                    <a:pt x="6545964" y="591295"/>
                  </a:lnTo>
                  <a:lnTo>
                    <a:pt x="6546090" y="591295"/>
                  </a:lnTo>
                  <a:lnTo>
                    <a:pt x="6546216" y="591295"/>
                  </a:lnTo>
                  <a:lnTo>
                    <a:pt x="6546342" y="591295"/>
                  </a:lnTo>
                  <a:lnTo>
                    <a:pt x="6546469" y="591295"/>
                  </a:lnTo>
                  <a:lnTo>
                    <a:pt x="6546595" y="591295"/>
                  </a:lnTo>
                  <a:lnTo>
                    <a:pt x="6546721" y="591295"/>
                  </a:lnTo>
                  <a:lnTo>
                    <a:pt x="6546847" y="591295"/>
                  </a:lnTo>
                  <a:lnTo>
                    <a:pt x="6546973" y="591295"/>
                  </a:lnTo>
                  <a:lnTo>
                    <a:pt x="6547099" y="591295"/>
                  </a:lnTo>
                  <a:lnTo>
                    <a:pt x="6547225" y="591295"/>
                  </a:lnTo>
                  <a:lnTo>
                    <a:pt x="6547351" y="591295"/>
                  </a:lnTo>
                  <a:lnTo>
                    <a:pt x="6547477" y="591295"/>
                  </a:lnTo>
                  <a:lnTo>
                    <a:pt x="6547603" y="591295"/>
                  </a:lnTo>
                  <a:lnTo>
                    <a:pt x="6547729" y="591295"/>
                  </a:lnTo>
                  <a:lnTo>
                    <a:pt x="6547856" y="591295"/>
                  </a:lnTo>
                  <a:lnTo>
                    <a:pt x="6547982" y="591295"/>
                  </a:lnTo>
                  <a:lnTo>
                    <a:pt x="6548108" y="591295"/>
                  </a:lnTo>
                  <a:lnTo>
                    <a:pt x="6548234" y="591295"/>
                  </a:lnTo>
                  <a:lnTo>
                    <a:pt x="6548360" y="591295"/>
                  </a:lnTo>
                  <a:lnTo>
                    <a:pt x="6548486" y="591295"/>
                  </a:lnTo>
                  <a:lnTo>
                    <a:pt x="6548612" y="591295"/>
                  </a:lnTo>
                  <a:lnTo>
                    <a:pt x="6548738" y="591295"/>
                  </a:lnTo>
                  <a:lnTo>
                    <a:pt x="6548864" y="591295"/>
                  </a:lnTo>
                  <a:lnTo>
                    <a:pt x="6548990" y="591295"/>
                  </a:lnTo>
                  <a:lnTo>
                    <a:pt x="6549116" y="591295"/>
                  </a:lnTo>
                  <a:lnTo>
                    <a:pt x="6549243" y="591295"/>
                  </a:lnTo>
                  <a:lnTo>
                    <a:pt x="6549369" y="591295"/>
                  </a:lnTo>
                  <a:lnTo>
                    <a:pt x="6549495" y="591295"/>
                  </a:lnTo>
                  <a:lnTo>
                    <a:pt x="6549621" y="591295"/>
                  </a:lnTo>
                  <a:lnTo>
                    <a:pt x="6549747" y="591295"/>
                  </a:lnTo>
                  <a:lnTo>
                    <a:pt x="6549873" y="591295"/>
                  </a:lnTo>
                  <a:lnTo>
                    <a:pt x="6549999" y="591295"/>
                  </a:lnTo>
                  <a:lnTo>
                    <a:pt x="6550125" y="591295"/>
                  </a:lnTo>
                  <a:lnTo>
                    <a:pt x="6550251" y="591295"/>
                  </a:lnTo>
                  <a:lnTo>
                    <a:pt x="6550377" y="591295"/>
                  </a:lnTo>
                  <a:lnTo>
                    <a:pt x="6550503" y="591295"/>
                  </a:lnTo>
                  <a:lnTo>
                    <a:pt x="6550629" y="591295"/>
                  </a:lnTo>
                  <a:lnTo>
                    <a:pt x="6550756" y="591295"/>
                  </a:lnTo>
                  <a:lnTo>
                    <a:pt x="6550882" y="591295"/>
                  </a:lnTo>
                  <a:lnTo>
                    <a:pt x="6551008" y="591295"/>
                  </a:lnTo>
                  <a:lnTo>
                    <a:pt x="6551134" y="591295"/>
                  </a:lnTo>
                  <a:lnTo>
                    <a:pt x="6551260" y="591295"/>
                  </a:lnTo>
                  <a:lnTo>
                    <a:pt x="6551386" y="591295"/>
                  </a:lnTo>
                  <a:lnTo>
                    <a:pt x="6551512" y="591295"/>
                  </a:lnTo>
                  <a:lnTo>
                    <a:pt x="6551638" y="591295"/>
                  </a:lnTo>
                  <a:lnTo>
                    <a:pt x="6551764" y="591295"/>
                  </a:lnTo>
                  <a:lnTo>
                    <a:pt x="6551890" y="591295"/>
                  </a:lnTo>
                  <a:lnTo>
                    <a:pt x="6552016" y="591295"/>
                  </a:lnTo>
                  <a:lnTo>
                    <a:pt x="6552143" y="591295"/>
                  </a:lnTo>
                  <a:lnTo>
                    <a:pt x="6552269" y="591295"/>
                  </a:lnTo>
                  <a:lnTo>
                    <a:pt x="6552395" y="591295"/>
                  </a:lnTo>
                  <a:lnTo>
                    <a:pt x="6552521" y="591295"/>
                  </a:lnTo>
                  <a:lnTo>
                    <a:pt x="6552647" y="591295"/>
                  </a:lnTo>
                  <a:lnTo>
                    <a:pt x="6552773" y="591295"/>
                  </a:lnTo>
                  <a:lnTo>
                    <a:pt x="6552899" y="591295"/>
                  </a:lnTo>
                  <a:lnTo>
                    <a:pt x="6553025" y="591295"/>
                  </a:lnTo>
                  <a:lnTo>
                    <a:pt x="6553151" y="591295"/>
                  </a:lnTo>
                  <a:lnTo>
                    <a:pt x="6553277" y="591295"/>
                  </a:lnTo>
                  <a:lnTo>
                    <a:pt x="6553403" y="591295"/>
                  </a:lnTo>
                  <a:lnTo>
                    <a:pt x="6553529" y="591295"/>
                  </a:lnTo>
                  <a:lnTo>
                    <a:pt x="6553656" y="591295"/>
                  </a:lnTo>
                  <a:lnTo>
                    <a:pt x="6553782" y="591295"/>
                  </a:lnTo>
                  <a:lnTo>
                    <a:pt x="6553908" y="591295"/>
                  </a:lnTo>
                  <a:lnTo>
                    <a:pt x="6554034" y="591295"/>
                  </a:lnTo>
                  <a:lnTo>
                    <a:pt x="6554160" y="591295"/>
                  </a:lnTo>
                  <a:lnTo>
                    <a:pt x="6554286" y="591295"/>
                  </a:lnTo>
                  <a:lnTo>
                    <a:pt x="6554412" y="591295"/>
                  </a:lnTo>
                  <a:lnTo>
                    <a:pt x="6554538" y="591295"/>
                  </a:lnTo>
                  <a:lnTo>
                    <a:pt x="6554664" y="591295"/>
                  </a:lnTo>
                  <a:lnTo>
                    <a:pt x="6554790" y="591295"/>
                  </a:lnTo>
                  <a:lnTo>
                    <a:pt x="6554916" y="591295"/>
                  </a:lnTo>
                  <a:lnTo>
                    <a:pt x="6555043" y="591295"/>
                  </a:lnTo>
                  <a:lnTo>
                    <a:pt x="6555169" y="591295"/>
                  </a:lnTo>
                  <a:lnTo>
                    <a:pt x="6555295" y="591295"/>
                  </a:lnTo>
                  <a:lnTo>
                    <a:pt x="6555421" y="591295"/>
                  </a:lnTo>
                  <a:lnTo>
                    <a:pt x="6555547" y="591295"/>
                  </a:lnTo>
                  <a:lnTo>
                    <a:pt x="6555673" y="591295"/>
                  </a:lnTo>
                  <a:lnTo>
                    <a:pt x="6555799" y="591295"/>
                  </a:lnTo>
                  <a:lnTo>
                    <a:pt x="6555925" y="591295"/>
                  </a:lnTo>
                  <a:lnTo>
                    <a:pt x="6556051" y="591295"/>
                  </a:lnTo>
                  <a:lnTo>
                    <a:pt x="6556177" y="591295"/>
                  </a:lnTo>
                  <a:lnTo>
                    <a:pt x="6556303" y="591295"/>
                  </a:lnTo>
                  <a:lnTo>
                    <a:pt x="6556430" y="591295"/>
                  </a:lnTo>
                  <a:lnTo>
                    <a:pt x="6556556" y="591295"/>
                  </a:lnTo>
                  <a:lnTo>
                    <a:pt x="6556682" y="591295"/>
                  </a:lnTo>
                  <a:lnTo>
                    <a:pt x="6556808" y="591295"/>
                  </a:lnTo>
                  <a:lnTo>
                    <a:pt x="6556934" y="591295"/>
                  </a:lnTo>
                  <a:lnTo>
                    <a:pt x="6557060" y="591295"/>
                  </a:lnTo>
                  <a:lnTo>
                    <a:pt x="6557186" y="591295"/>
                  </a:lnTo>
                  <a:lnTo>
                    <a:pt x="6557312" y="591295"/>
                  </a:lnTo>
                  <a:lnTo>
                    <a:pt x="6557438" y="591295"/>
                  </a:lnTo>
                  <a:lnTo>
                    <a:pt x="6557564" y="591295"/>
                  </a:lnTo>
                  <a:lnTo>
                    <a:pt x="6557690" y="591295"/>
                  </a:lnTo>
                  <a:lnTo>
                    <a:pt x="6557816" y="591295"/>
                  </a:lnTo>
                  <a:lnTo>
                    <a:pt x="6557943" y="591295"/>
                  </a:lnTo>
                  <a:lnTo>
                    <a:pt x="6558069" y="591295"/>
                  </a:lnTo>
                  <a:lnTo>
                    <a:pt x="6558195" y="591295"/>
                  </a:lnTo>
                  <a:lnTo>
                    <a:pt x="6558321" y="591295"/>
                  </a:lnTo>
                  <a:lnTo>
                    <a:pt x="6558447" y="591295"/>
                  </a:lnTo>
                  <a:lnTo>
                    <a:pt x="6558573" y="591295"/>
                  </a:lnTo>
                  <a:lnTo>
                    <a:pt x="6558699" y="591295"/>
                  </a:lnTo>
                  <a:lnTo>
                    <a:pt x="6558825" y="591295"/>
                  </a:lnTo>
                  <a:lnTo>
                    <a:pt x="6558951" y="591295"/>
                  </a:lnTo>
                  <a:lnTo>
                    <a:pt x="6559077" y="591295"/>
                  </a:lnTo>
                  <a:lnTo>
                    <a:pt x="6559203" y="591295"/>
                  </a:lnTo>
                  <a:lnTo>
                    <a:pt x="6559330" y="591295"/>
                  </a:lnTo>
                  <a:lnTo>
                    <a:pt x="6559456" y="591295"/>
                  </a:lnTo>
                  <a:lnTo>
                    <a:pt x="6559582" y="591295"/>
                  </a:lnTo>
                  <a:lnTo>
                    <a:pt x="6559708" y="591295"/>
                  </a:lnTo>
                  <a:lnTo>
                    <a:pt x="6559834" y="591295"/>
                  </a:lnTo>
                  <a:lnTo>
                    <a:pt x="6559960" y="591295"/>
                  </a:lnTo>
                  <a:lnTo>
                    <a:pt x="6560086" y="591295"/>
                  </a:lnTo>
                  <a:lnTo>
                    <a:pt x="6560212" y="591295"/>
                  </a:lnTo>
                  <a:lnTo>
                    <a:pt x="6560338" y="591295"/>
                  </a:lnTo>
                  <a:lnTo>
                    <a:pt x="6560464" y="591295"/>
                  </a:lnTo>
                  <a:lnTo>
                    <a:pt x="6560590" y="591295"/>
                  </a:lnTo>
                  <a:lnTo>
                    <a:pt x="6560716" y="591295"/>
                  </a:lnTo>
                  <a:lnTo>
                    <a:pt x="6560843" y="591295"/>
                  </a:lnTo>
                  <a:lnTo>
                    <a:pt x="6560969" y="591295"/>
                  </a:lnTo>
                  <a:lnTo>
                    <a:pt x="6561095" y="591295"/>
                  </a:lnTo>
                  <a:lnTo>
                    <a:pt x="6561221" y="591295"/>
                  </a:lnTo>
                  <a:lnTo>
                    <a:pt x="6561347" y="591295"/>
                  </a:lnTo>
                  <a:lnTo>
                    <a:pt x="6561473" y="591295"/>
                  </a:lnTo>
                  <a:lnTo>
                    <a:pt x="6561599" y="591295"/>
                  </a:lnTo>
                  <a:lnTo>
                    <a:pt x="6561599" y="586015"/>
                  </a:lnTo>
                  <a:lnTo>
                    <a:pt x="6561725" y="586015"/>
                  </a:lnTo>
                  <a:lnTo>
                    <a:pt x="6561851" y="586015"/>
                  </a:lnTo>
                  <a:lnTo>
                    <a:pt x="6561977" y="586015"/>
                  </a:lnTo>
                  <a:lnTo>
                    <a:pt x="6562103" y="586015"/>
                  </a:lnTo>
                  <a:lnTo>
                    <a:pt x="6562230" y="586015"/>
                  </a:lnTo>
                  <a:lnTo>
                    <a:pt x="6562356" y="586015"/>
                  </a:lnTo>
                  <a:lnTo>
                    <a:pt x="6562482" y="586015"/>
                  </a:lnTo>
                  <a:lnTo>
                    <a:pt x="6562608" y="586015"/>
                  </a:lnTo>
                  <a:lnTo>
                    <a:pt x="6562734" y="586015"/>
                  </a:lnTo>
                  <a:lnTo>
                    <a:pt x="6562860" y="586015"/>
                  </a:lnTo>
                  <a:lnTo>
                    <a:pt x="6562986" y="586015"/>
                  </a:lnTo>
                  <a:lnTo>
                    <a:pt x="6563112" y="586015"/>
                  </a:lnTo>
                  <a:lnTo>
                    <a:pt x="6563238" y="586015"/>
                  </a:lnTo>
                  <a:lnTo>
                    <a:pt x="6563364" y="586015"/>
                  </a:lnTo>
                  <a:lnTo>
                    <a:pt x="6563490" y="586015"/>
                  </a:lnTo>
                  <a:lnTo>
                    <a:pt x="6563617" y="586015"/>
                  </a:lnTo>
                  <a:lnTo>
                    <a:pt x="6563743" y="586015"/>
                  </a:lnTo>
                  <a:lnTo>
                    <a:pt x="6563869" y="586015"/>
                  </a:lnTo>
                  <a:lnTo>
                    <a:pt x="6563995" y="586015"/>
                  </a:lnTo>
                  <a:lnTo>
                    <a:pt x="6564121" y="586015"/>
                  </a:lnTo>
                  <a:lnTo>
                    <a:pt x="6564247" y="586015"/>
                  </a:lnTo>
                  <a:lnTo>
                    <a:pt x="6564373" y="586015"/>
                  </a:lnTo>
                  <a:lnTo>
                    <a:pt x="6564499" y="586015"/>
                  </a:lnTo>
                  <a:lnTo>
                    <a:pt x="6564625" y="586015"/>
                  </a:lnTo>
                  <a:lnTo>
                    <a:pt x="6564751" y="586015"/>
                  </a:lnTo>
                  <a:lnTo>
                    <a:pt x="6564877" y="586015"/>
                  </a:lnTo>
                  <a:lnTo>
                    <a:pt x="6565003" y="586015"/>
                  </a:lnTo>
                  <a:lnTo>
                    <a:pt x="6565130" y="586015"/>
                  </a:lnTo>
                  <a:lnTo>
                    <a:pt x="6565256" y="586015"/>
                  </a:lnTo>
                  <a:lnTo>
                    <a:pt x="6565382" y="586015"/>
                  </a:lnTo>
                  <a:lnTo>
                    <a:pt x="6565508" y="586015"/>
                  </a:lnTo>
                  <a:lnTo>
                    <a:pt x="6565634" y="586015"/>
                  </a:lnTo>
                  <a:lnTo>
                    <a:pt x="6565760" y="586015"/>
                  </a:lnTo>
                  <a:lnTo>
                    <a:pt x="6565886" y="586015"/>
                  </a:lnTo>
                  <a:lnTo>
                    <a:pt x="6566012" y="586015"/>
                  </a:lnTo>
                  <a:lnTo>
                    <a:pt x="6566138" y="586015"/>
                  </a:lnTo>
                  <a:lnTo>
                    <a:pt x="6566264" y="586015"/>
                  </a:lnTo>
                  <a:lnTo>
                    <a:pt x="6566390" y="586015"/>
                  </a:lnTo>
                  <a:lnTo>
                    <a:pt x="6566517" y="586015"/>
                  </a:lnTo>
                  <a:lnTo>
                    <a:pt x="6566643" y="586015"/>
                  </a:lnTo>
                  <a:lnTo>
                    <a:pt x="6566769" y="586015"/>
                  </a:lnTo>
                  <a:lnTo>
                    <a:pt x="6566895" y="586015"/>
                  </a:lnTo>
                  <a:lnTo>
                    <a:pt x="6567021" y="586015"/>
                  </a:lnTo>
                  <a:lnTo>
                    <a:pt x="6567147" y="586015"/>
                  </a:lnTo>
                  <a:lnTo>
                    <a:pt x="6567273" y="586015"/>
                  </a:lnTo>
                  <a:lnTo>
                    <a:pt x="6567399" y="586015"/>
                  </a:lnTo>
                  <a:lnTo>
                    <a:pt x="6567399" y="580736"/>
                  </a:lnTo>
                  <a:lnTo>
                    <a:pt x="6567525" y="580736"/>
                  </a:lnTo>
                  <a:lnTo>
                    <a:pt x="6567651" y="580736"/>
                  </a:lnTo>
                  <a:lnTo>
                    <a:pt x="6567777" y="580736"/>
                  </a:lnTo>
                  <a:lnTo>
                    <a:pt x="6567903" y="580736"/>
                  </a:lnTo>
                  <a:lnTo>
                    <a:pt x="6568030" y="580736"/>
                  </a:lnTo>
                  <a:lnTo>
                    <a:pt x="6568156" y="580736"/>
                  </a:lnTo>
                  <a:lnTo>
                    <a:pt x="6568282" y="580736"/>
                  </a:lnTo>
                  <a:lnTo>
                    <a:pt x="6568408" y="580736"/>
                  </a:lnTo>
                  <a:lnTo>
                    <a:pt x="6568534" y="580736"/>
                  </a:lnTo>
                  <a:lnTo>
                    <a:pt x="6568660" y="580736"/>
                  </a:lnTo>
                  <a:lnTo>
                    <a:pt x="6568786" y="580736"/>
                  </a:lnTo>
                  <a:lnTo>
                    <a:pt x="6568912" y="580736"/>
                  </a:lnTo>
                  <a:lnTo>
                    <a:pt x="6569038" y="580736"/>
                  </a:lnTo>
                  <a:lnTo>
                    <a:pt x="6569164" y="580736"/>
                  </a:lnTo>
                  <a:lnTo>
                    <a:pt x="6569290" y="580736"/>
                  </a:lnTo>
                  <a:lnTo>
                    <a:pt x="6569417" y="580736"/>
                  </a:lnTo>
                  <a:lnTo>
                    <a:pt x="6569543" y="580736"/>
                  </a:lnTo>
                  <a:lnTo>
                    <a:pt x="6569669" y="580736"/>
                  </a:lnTo>
                  <a:lnTo>
                    <a:pt x="6569795" y="580736"/>
                  </a:lnTo>
                  <a:lnTo>
                    <a:pt x="6569921" y="580736"/>
                  </a:lnTo>
                  <a:lnTo>
                    <a:pt x="6570047" y="580736"/>
                  </a:lnTo>
                  <a:lnTo>
                    <a:pt x="6570173" y="580736"/>
                  </a:lnTo>
                  <a:lnTo>
                    <a:pt x="6570299" y="580736"/>
                  </a:lnTo>
                  <a:lnTo>
                    <a:pt x="6570425" y="580736"/>
                  </a:lnTo>
                  <a:lnTo>
                    <a:pt x="6570551" y="580736"/>
                  </a:lnTo>
                  <a:lnTo>
                    <a:pt x="6570677" y="580736"/>
                  </a:lnTo>
                  <a:lnTo>
                    <a:pt x="6570803" y="580736"/>
                  </a:lnTo>
                  <a:lnTo>
                    <a:pt x="6570930" y="580736"/>
                  </a:lnTo>
                  <a:lnTo>
                    <a:pt x="6571056" y="580736"/>
                  </a:lnTo>
                  <a:lnTo>
                    <a:pt x="6571182" y="580736"/>
                  </a:lnTo>
                  <a:lnTo>
                    <a:pt x="6571308" y="580736"/>
                  </a:lnTo>
                  <a:lnTo>
                    <a:pt x="6571434" y="580736"/>
                  </a:lnTo>
                  <a:lnTo>
                    <a:pt x="6571560" y="580736"/>
                  </a:lnTo>
                  <a:lnTo>
                    <a:pt x="6571686" y="580736"/>
                  </a:lnTo>
                  <a:lnTo>
                    <a:pt x="6571812" y="580736"/>
                  </a:lnTo>
                  <a:lnTo>
                    <a:pt x="6571938" y="580736"/>
                  </a:lnTo>
                  <a:lnTo>
                    <a:pt x="6572064" y="580736"/>
                  </a:lnTo>
                  <a:lnTo>
                    <a:pt x="6572190" y="580736"/>
                  </a:lnTo>
                  <a:lnTo>
                    <a:pt x="6572317" y="580736"/>
                  </a:lnTo>
                  <a:lnTo>
                    <a:pt x="6572443" y="580736"/>
                  </a:lnTo>
                  <a:lnTo>
                    <a:pt x="6572569" y="580736"/>
                  </a:lnTo>
                  <a:lnTo>
                    <a:pt x="6572695" y="580736"/>
                  </a:lnTo>
                  <a:lnTo>
                    <a:pt x="6572821" y="580736"/>
                  </a:lnTo>
                  <a:lnTo>
                    <a:pt x="6572947" y="580736"/>
                  </a:lnTo>
                  <a:lnTo>
                    <a:pt x="6573073" y="580736"/>
                  </a:lnTo>
                  <a:lnTo>
                    <a:pt x="6573199" y="580736"/>
                  </a:lnTo>
                  <a:lnTo>
                    <a:pt x="6573325" y="580736"/>
                  </a:lnTo>
                  <a:lnTo>
                    <a:pt x="6573451" y="580736"/>
                  </a:lnTo>
                  <a:lnTo>
                    <a:pt x="6573577" y="580736"/>
                  </a:lnTo>
                  <a:lnTo>
                    <a:pt x="6573704" y="580736"/>
                  </a:lnTo>
                  <a:lnTo>
                    <a:pt x="6573830" y="580736"/>
                  </a:lnTo>
                  <a:lnTo>
                    <a:pt x="6573956" y="580736"/>
                  </a:lnTo>
                  <a:lnTo>
                    <a:pt x="6574082" y="580736"/>
                  </a:lnTo>
                  <a:lnTo>
                    <a:pt x="6574208" y="580736"/>
                  </a:lnTo>
                  <a:lnTo>
                    <a:pt x="6574334" y="580736"/>
                  </a:lnTo>
                  <a:lnTo>
                    <a:pt x="6574460" y="580736"/>
                  </a:lnTo>
                  <a:lnTo>
                    <a:pt x="6574586" y="580736"/>
                  </a:lnTo>
                  <a:lnTo>
                    <a:pt x="6574712" y="580736"/>
                  </a:lnTo>
                  <a:lnTo>
                    <a:pt x="6574838" y="580736"/>
                  </a:lnTo>
                  <a:lnTo>
                    <a:pt x="6574964" y="580736"/>
                  </a:lnTo>
                  <a:lnTo>
                    <a:pt x="6575090" y="580736"/>
                  </a:lnTo>
                  <a:lnTo>
                    <a:pt x="6575217" y="580736"/>
                  </a:lnTo>
                  <a:lnTo>
                    <a:pt x="6575343" y="580736"/>
                  </a:lnTo>
                  <a:lnTo>
                    <a:pt x="6575469" y="580736"/>
                  </a:lnTo>
                  <a:lnTo>
                    <a:pt x="6575595" y="580736"/>
                  </a:lnTo>
                  <a:lnTo>
                    <a:pt x="6575721" y="580736"/>
                  </a:lnTo>
                  <a:lnTo>
                    <a:pt x="6575847" y="580736"/>
                  </a:lnTo>
                  <a:lnTo>
                    <a:pt x="6575973" y="580736"/>
                  </a:lnTo>
                  <a:lnTo>
                    <a:pt x="6576099" y="580736"/>
                  </a:lnTo>
                  <a:lnTo>
                    <a:pt x="6576225" y="580736"/>
                  </a:lnTo>
                  <a:lnTo>
                    <a:pt x="6576351" y="580736"/>
                  </a:lnTo>
                  <a:lnTo>
                    <a:pt x="6576477" y="580736"/>
                  </a:lnTo>
                  <a:lnTo>
                    <a:pt x="6576604" y="580736"/>
                  </a:lnTo>
                  <a:lnTo>
                    <a:pt x="6576730" y="580736"/>
                  </a:lnTo>
                  <a:lnTo>
                    <a:pt x="6576856" y="580736"/>
                  </a:lnTo>
                  <a:lnTo>
                    <a:pt x="6576982" y="580736"/>
                  </a:lnTo>
                  <a:lnTo>
                    <a:pt x="6576982" y="575456"/>
                  </a:lnTo>
                  <a:lnTo>
                    <a:pt x="6577108" y="575456"/>
                  </a:lnTo>
                  <a:lnTo>
                    <a:pt x="6577234" y="575456"/>
                  </a:lnTo>
                  <a:lnTo>
                    <a:pt x="6577360" y="575456"/>
                  </a:lnTo>
                  <a:lnTo>
                    <a:pt x="6577486" y="575456"/>
                  </a:lnTo>
                  <a:lnTo>
                    <a:pt x="6577612" y="575456"/>
                  </a:lnTo>
                  <a:lnTo>
                    <a:pt x="6577738" y="575456"/>
                  </a:lnTo>
                  <a:lnTo>
                    <a:pt x="6577864" y="575456"/>
                  </a:lnTo>
                  <a:lnTo>
                    <a:pt x="6577990" y="575456"/>
                  </a:lnTo>
                  <a:lnTo>
                    <a:pt x="6578117" y="575456"/>
                  </a:lnTo>
                  <a:lnTo>
                    <a:pt x="6578243" y="575456"/>
                  </a:lnTo>
                  <a:lnTo>
                    <a:pt x="6578369" y="575456"/>
                  </a:lnTo>
                  <a:lnTo>
                    <a:pt x="6578495" y="575456"/>
                  </a:lnTo>
                  <a:lnTo>
                    <a:pt x="6578621" y="575456"/>
                  </a:lnTo>
                  <a:lnTo>
                    <a:pt x="6578747" y="575456"/>
                  </a:lnTo>
                  <a:lnTo>
                    <a:pt x="6578873" y="575456"/>
                  </a:lnTo>
                  <a:lnTo>
                    <a:pt x="6578999" y="575456"/>
                  </a:lnTo>
                  <a:lnTo>
                    <a:pt x="6579125" y="575456"/>
                  </a:lnTo>
                  <a:lnTo>
                    <a:pt x="6579125" y="570177"/>
                  </a:lnTo>
                  <a:lnTo>
                    <a:pt x="6579251" y="570177"/>
                  </a:lnTo>
                  <a:lnTo>
                    <a:pt x="6579377" y="570177"/>
                  </a:lnTo>
                  <a:lnTo>
                    <a:pt x="6579504" y="570177"/>
                  </a:lnTo>
                  <a:lnTo>
                    <a:pt x="6579630" y="570177"/>
                  </a:lnTo>
                  <a:lnTo>
                    <a:pt x="6579756" y="570177"/>
                  </a:lnTo>
                  <a:lnTo>
                    <a:pt x="6579882" y="570177"/>
                  </a:lnTo>
                  <a:lnTo>
                    <a:pt x="6580008" y="570177"/>
                  </a:lnTo>
                  <a:lnTo>
                    <a:pt x="6580134" y="570177"/>
                  </a:lnTo>
                  <a:lnTo>
                    <a:pt x="6580260" y="570177"/>
                  </a:lnTo>
                  <a:lnTo>
                    <a:pt x="6580386" y="570177"/>
                  </a:lnTo>
                  <a:lnTo>
                    <a:pt x="6580512" y="570177"/>
                  </a:lnTo>
                  <a:lnTo>
                    <a:pt x="6580638" y="570177"/>
                  </a:lnTo>
                  <a:lnTo>
                    <a:pt x="6580764" y="570177"/>
                  </a:lnTo>
                  <a:lnTo>
                    <a:pt x="6580891" y="570177"/>
                  </a:lnTo>
                  <a:lnTo>
                    <a:pt x="6580891" y="564898"/>
                  </a:lnTo>
                  <a:lnTo>
                    <a:pt x="6581017" y="564898"/>
                  </a:lnTo>
                  <a:lnTo>
                    <a:pt x="6581143" y="564898"/>
                  </a:lnTo>
                  <a:lnTo>
                    <a:pt x="6581269" y="564898"/>
                  </a:lnTo>
                  <a:lnTo>
                    <a:pt x="6581395" y="564898"/>
                  </a:lnTo>
                  <a:lnTo>
                    <a:pt x="6581521" y="564898"/>
                  </a:lnTo>
                  <a:lnTo>
                    <a:pt x="6581647" y="564898"/>
                  </a:lnTo>
                  <a:lnTo>
                    <a:pt x="6581773" y="564898"/>
                  </a:lnTo>
                  <a:lnTo>
                    <a:pt x="6581899" y="564898"/>
                  </a:lnTo>
                  <a:lnTo>
                    <a:pt x="6582025" y="564898"/>
                  </a:lnTo>
                  <a:lnTo>
                    <a:pt x="6582151" y="564898"/>
                  </a:lnTo>
                  <a:lnTo>
                    <a:pt x="6582277" y="564898"/>
                  </a:lnTo>
                  <a:lnTo>
                    <a:pt x="6582404" y="564898"/>
                  </a:lnTo>
                  <a:lnTo>
                    <a:pt x="6582530" y="564898"/>
                  </a:lnTo>
                  <a:lnTo>
                    <a:pt x="6582656" y="564898"/>
                  </a:lnTo>
                  <a:lnTo>
                    <a:pt x="6582782" y="564898"/>
                  </a:lnTo>
                  <a:lnTo>
                    <a:pt x="6582908" y="564898"/>
                  </a:lnTo>
                  <a:lnTo>
                    <a:pt x="6583034" y="564898"/>
                  </a:lnTo>
                  <a:lnTo>
                    <a:pt x="6583160" y="564898"/>
                  </a:lnTo>
                  <a:lnTo>
                    <a:pt x="6583286" y="564898"/>
                  </a:lnTo>
                  <a:lnTo>
                    <a:pt x="6583412" y="564898"/>
                  </a:lnTo>
                  <a:lnTo>
                    <a:pt x="6583538" y="564898"/>
                  </a:lnTo>
                  <a:lnTo>
                    <a:pt x="6583664" y="564898"/>
                  </a:lnTo>
                  <a:lnTo>
                    <a:pt x="6583791" y="564898"/>
                  </a:lnTo>
                  <a:lnTo>
                    <a:pt x="6583917" y="564898"/>
                  </a:lnTo>
                  <a:lnTo>
                    <a:pt x="6584043" y="564898"/>
                  </a:lnTo>
                  <a:lnTo>
                    <a:pt x="6584169" y="564898"/>
                  </a:lnTo>
                  <a:lnTo>
                    <a:pt x="6584295" y="564898"/>
                  </a:lnTo>
                  <a:lnTo>
                    <a:pt x="6584421" y="564898"/>
                  </a:lnTo>
                  <a:lnTo>
                    <a:pt x="6584547" y="564898"/>
                  </a:lnTo>
                  <a:lnTo>
                    <a:pt x="6584673" y="564898"/>
                  </a:lnTo>
                  <a:lnTo>
                    <a:pt x="6584673" y="559618"/>
                  </a:lnTo>
                  <a:lnTo>
                    <a:pt x="6584799" y="559618"/>
                  </a:lnTo>
                  <a:lnTo>
                    <a:pt x="6584925" y="559618"/>
                  </a:lnTo>
                  <a:lnTo>
                    <a:pt x="6585051" y="559618"/>
                  </a:lnTo>
                  <a:lnTo>
                    <a:pt x="6585177" y="559618"/>
                  </a:lnTo>
                  <a:lnTo>
                    <a:pt x="6585304" y="559618"/>
                  </a:lnTo>
                  <a:lnTo>
                    <a:pt x="6585430" y="559618"/>
                  </a:lnTo>
                  <a:lnTo>
                    <a:pt x="6585556" y="559618"/>
                  </a:lnTo>
                  <a:lnTo>
                    <a:pt x="6585682" y="559618"/>
                  </a:lnTo>
                  <a:lnTo>
                    <a:pt x="6585808" y="559618"/>
                  </a:lnTo>
                  <a:lnTo>
                    <a:pt x="6585934" y="559618"/>
                  </a:lnTo>
                  <a:lnTo>
                    <a:pt x="6586060" y="559618"/>
                  </a:lnTo>
                  <a:lnTo>
                    <a:pt x="6586186" y="559618"/>
                  </a:lnTo>
                  <a:lnTo>
                    <a:pt x="6586312" y="559618"/>
                  </a:lnTo>
                  <a:lnTo>
                    <a:pt x="6586438" y="559618"/>
                  </a:lnTo>
                  <a:lnTo>
                    <a:pt x="6586564" y="559618"/>
                  </a:lnTo>
                  <a:lnTo>
                    <a:pt x="6586691" y="559618"/>
                  </a:lnTo>
                  <a:lnTo>
                    <a:pt x="6586817" y="559618"/>
                  </a:lnTo>
                  <a:lnTo>
                    <a:pt x="6586943" y="559618"/>
                  </a:lnTo>
                  <a:lnTo>
                    <a:pt x="6587069" y="559618"/>
                  </a:lnTo>
                  <a:lnTo>
                    <a:pt x="6587195" y="559618"/>
                  </a:lnTo>
                  <a:lnTo>
                    <a:pt x="6587321" y="559618"/>
                  </a:lnTo>
                  <a:lnTo>
                    <a:pt x="6587447" y="559618"/>
                  </a:lnTo>
                  <a:lnTo>
                    <a:pt x="6587573" y="559618"/>
                  </a:lnTo>
                  <a:lnTo>
                    <a:pt x="6587699" y="559618"/>
                  </a:lnTo>
                  <a:lnTo>
                    <a:pt x="6587825" y="559618"/>
                  </a:lnTo>
                  <a:lnTo>
                    <a:pt x="6587951" y="559618"/>
                  </a:lnTo>
                  <a:lnTo>
                    <a:pt x="6588078" y="559618"/>
                  </a:lnTo>
                  <a:lnTo>
                    <a:pt x="6588204" y="559618"/>
                  </a:lnTo>
                  <a:lnTo>
                    <a:pt x="6588330" y="559618"/>
                  </a:lnTo>
                  <a:lnTo>
                    <a:pt x="6588456" y="559618"/>
                  </a:lnTo>
                  <a:lnTo>
                    <a:pt x="6588582" y="559618"/>
                  </a:lnTo>
                  <a:lnTo>
                    <a:pt x="6588708" y="559618"/>
                  </a:lnTo>
                  <a:lnTo>
                    <a:pt x="6588834" y="559618"/>
                  </a:lnTo>
                  <a:lnTo>
                    <a:pt x="6588960" y="559618"/>
                  </a:lnTo>
                  <a:lnTo>
                    <a:pt x="6588960" y="554339"/>
                  </a:lnTo>
                  <a:lnTo>
                    <a:pt x="6589086" y="554339"/>
                  </a:lnTo>
                  <a:lnTo>
                    <a:pt x="6589212" y="554339"/>
                  </a:lnTo>
                  <a:lnTo>
                    <a:pt x="6589338" y="554339"/>
                  </a:lnTo>
                  <a:lnTo>
                    <a:pt x="6589464" y="554339"/>
                  </a:lnTo>
                  <a:lnTo>
                    <a:pt x="6589591" y="554339"/>
                  </a:lnTo>
                  <a:lnTo>
                    <a:pt x="6589717" y="554339"/>
                  </a:lnTo>
                  <a:lnTo>
                    <a:pt x="6589843" y="554339"/>
                  </a:lnTo>
                  <a:lnTo>
                    <a:pt x="6589969" y="554339"/>
                  </a:lnTo>
                  <a:lnTo>
                    <a:pt x="6590095" y="554339"/>
                  </a:lnTo>
                  <a:lnTo>
                    <a:pt x="6590221" y="554339"/>
                  </a:lnTo>
                  <a:lnTo>
                    <a:pt x="6590347" y="554339"/>
                  </a:lnTo>
                  <a:lnTo>
                    <a:pt x="6590473" y="554339"/>
                  </a:lnTo>
                  <a:lnTo>
                    <a:pt x="6590599" y="554339"/>
                  </a:lnTo>
                  <a:lnTo>
                    <a:pt x="6590725" y="554339"/>
                  </a:lnTo>
                  <a:lnTo>
                    <a:pt x="6590851" y="554339"/>
                  </a:lnTo>
                  <a:lnTo>
                    <a:pt x="6590978" y="554339"/>
                  </a:lnTo>
                  <a:lnTo>
                    <a:pt x="6591104" y="554339"/>
                  </a:lnTo>
                  <a:lnTo>
                    <a:pt x="6591230" y="554339"/>
                  </a:lnTo>
                  <a:lnTo>
                    <a:pt x="6591356" y="554339"/>
                  </a:lnTo>
                  <a:lnTo>
                    <a:pt x="6591482" y="554339"/>
                  </a:lnTo>
                  <a:lnTo>
                    <a:pt x="6591608" y="554339"/>
                  </a:lnTo>
                  <a:lnTo>
                    <a:pt x="6591734" y="554339"/>
                  </a:lnTo>
                  <a:lnTo>
                    <a:pt x="6591860" y="554339"/>
                  </a:lnTo>
                  <a:lnTo>
                    <a:pt x="6591986" y="554339"/>
                  </a:lnTo>
                  <a:lnTo>
                    <a:pt x="6592112" y="554339"/>
                  </a:lnTo>
                  <a:lnTo>
                    <a:pt x="6592238" y="554339"/>
                  </a:lnTo>
                  <a:lnTo>
                    <a:pt x="6592364" y="554339"/>
                  </a:lnTo>
                  <a:lnTo>
                    <a:pt x="6592491" y="554339"/>
                  </a:lnTo>
                  <a:lnTo>
                    <a:pt x="6592617" y="554339"/>
                  </a:lnTo>
                  <a:lnTo>
                    <a:pt x="6592743" y="554339"/>
                  </a:lnTo>
                  <a:lnTo>
                    <a:pt x="6592869" y="554339"/>
                  </a:lnTo>
                  <a:lnTo>
                    <a:pt x="6592995" y="554339"/>
                  </a:lnTo>
                  <a:lnTo>
                    <a:pt x="6593121" y="554339"/>
                  </a:lnTo>
                  <a:lnTo>
                    <a:pt x="6593247" y="554339"/>
                  </a:lnTo>
                  <a:lnTo>
                    <a:pt x="6593373" y="554339"/>
                  </a:lnTo>
                  <a:lnTo>
                    <a:pt x="6593499" y="554339"/>
                  </a:lnTo>
                  <a:lnTo>
                    <a:pt x="6593625" y="554339"/>
                  </a:lnTo>
                  <a:lnTo>
                    <a:pt x="6593751" y="554339"/>
                  </a:lnTo>
                  <a:lnTo>
                    <a:pt x="6593878" y="554339"/>
                  </a:lnTo>
                  <a:lnTo>
                    <a:pt x="6594004" y="554339"/>
                  </a:lnTo>
                  <a:lnTo>
                    <a:pt x="6594130" y="554339"/>
                  </a:lnTo>
                  <a:lnTo>
                    <a:pt x="6594256" y="554339"/>
                  </a:lnTo>
                  <a:lnTo>
                    <a:pt x="6594382" y="554339"/>
                  </a:lnTo>
                  <a:lnTo>
                    <a:pt x="6594508" y="554339"/>
                  </a:lnTo>
                  <a:lnTo>
                    <a:pt x="6594634" y="554339"/>
                  </a:lnTo>
                  <a:lnTo>
                    <a:pt x="6594760" y="554339"/>
                  </a:lnTo>
                  <a:lnTo>
                    <a:pt x="6594886" y="554339"/>
                  </a:lnTo>
                  <a:lnTo>
                    <a:pt x="6595012" y="554339"/>
                  </a:lnTo>
                  <a:lnTo>
                    <a:pt x="6595138" y="554339"/>
                  </a:lnTo>
                  <a:lnTo>
                    <a:pt x="6595264" y="554339"/>
                  </a:lnTo>
                  <a:lnTo>
                    <a:pt x="6595391" y="554339"/>
                  </a:lnTo>
                  <a:lnTo>
                    <a:pt x="6595517" y="554339"/>
                  </a:lnTo>
                  <a:lnTo>
                    <a:pt x="6595643" y="554339"/>
                  </a:lnTo>
                  <a:lnTo>
                    <a:pt x="6595769" y="554339"/>
                  </a:lnTo>
                  <a:lnTo>
                    <a:pt x="6595895" y="554339"/>
                  </a:lnTo>
                  <a:lnTo>
                    <a:pt x="6596021" y="554339"/>
                  </a:lnTo>
                  <a:lnTo>
                    <a:pt x="6596147" y="554339"/>
                  </a:lnTo>
                  <a:lnTo>
                    <a:pt x="6596273" y="554339"/>
                  </a:lnTo>
                  <a:lnTo>
                    <a:pt x="6596399" y="554339"/>
                  </a:lnTo>
                  <a:lnTo>
                    <a:pt x="6596525" y="554339"/>
                  </a:lnTo>
                  <a:lnTo>
                    <a:pt x="6596651" y="554339"/>
                  </a:lnTo>
                  <a:lnTo>
                    <a:pt x="6596778" y="554339"/>
                  </a:lnTo>
                  <a:lnTo>
                    <a:pt x="6596904" y="554339"/>
                  </a:lnTo>
                  <a:lnTo>
                    <a:pt x="6597030" y="554339"/>
                  </a:lnTo>
                  <a:lnTo>
                    <a:pt x="6597156" y="554339"/>
                  </a:lnTo>
                  <a:lnTo>
                    <a:pt x="6597282" y="554339"/>
                  </a:lnTo>
                  <a:lnTo>
                    <a:pt x="6597408" y="554339"/>
                  </a:lnTo>
                  <a:lnTo>
                    <a:pt x="6597534" y="554339"/>
                  </a:lnTo>
                  <a:lnTo>
                    <a:pt x="6597660" y="554339"/>
                  </a:lnTo>
                  <a:lnTo>
                    <a:pt x="6597786" y="554339"/>
                  </a:lnTo>
                  <a:lnTo>
                    <a:pt x="6597912" y="554339"/>
                  </a:lnTo>
                  <a:lnTo>
                    <a:pt x="6598038" y="554339"/>
                  </a:lnTo>
                  <a:lnTo>
                    <a:pt x="6598165" y="554339"/>
                  </a:lnTo>
                  <a:lnTo>
                    <a:pt x="6598291" y="554339"/>
                  </a:lnTo>
                  <a:lnTo>
                    <a:pt x="6598417" y="554339"/>
                  </a:lnTo>
                  <a:lnTo>
                    <a:pt x="6598543" y="554339"/>
                  </a:lnTo>
                  <a:lnTo>
                    <a:pt x="6598669" y="554339"/>
                  </a:lnTo>
                  <a:lnTo>
                    <a:pt x="6598795" y="554339"/>
                  </a:lnTo>
                  <a:lnTo>
                    <a:pt x="6598921" y="554339"/>
                  </a:lnTo>
                  <a:lnTo>
                    <a:pt x="6599047" y="554339"/>
                  </a:lnTo>
                  <a:lnTo>
                    <a:pt x="6599173" y="554339"/>
                  </a:lnTo>
                  <a:lnTo>
                    <a:pt x="6599299" y="554339"/>
                  </a:lnTo>
                  <a:lnTo>
                    <a:pt x="6599425" y="554339"/>
                  </a:lnTo>
                  <a:lnTo>
                    <a:pt x="6599551" y="554339"/>
                  </a:lnTo>
                  <a:lnTo>
                    <a:pt x="6599678" y="554339"/>
                  </a:lnTo>
                  <a:lnTo>
                    <a:pt x="6599804" y="554339"/>
                  </a:lnTo>
                  <a:lnTo>
                    <a:pt x="6599930" y="554339"/>
                  </a:lnTo>
                  <a:lnTo>
                    <a:pt x="6600056" y="554339"/>
                  </a:lnTo>
                  <a:lnTo>
                    <a:pt x="6600182" y="554339"/>
                  </a:lnTo>
                  <a:lnTo>
                    <a:pt x="6600308" y="554339"/>
                  </a:lnTo>
                  <a:lnTo>
                    <a:pt x="6600434" y="554339"/>
                  </a:lnTo>
                  <a:lnTo>
                    <a:pt x="6600560" y="554339"/>
                  </a:lnTo>
                  <a:lnTo>
                    <a:pt x="6600686" y="554339"/>
                  </a:lnTo>
                  <a:lnTo>
                    <a:pt x="6600812" y="554339"/>
                  </a:lnTo>
                  <a:lnTo>
                    <a:pt x="6600938" y="554339"/>
                  </a:lnTo>
                  <a:lnTo>
                    <a:pt x="6601065" y="554339"/>
                  </a:lnTo>
                  <a:lnTo>
                    <a:pt x="6601191" y="554339"/>
                  </a:lnTo>
                  <a:lnTo>
                    <a:pt x="6601317" y="554339"/>
                  </a:lnTo>
                  <a:lnTo>
                    <a:pt x="6601443" y="554339"/>
                  </a:lnTo>
                  <a:lnTo>
                    <a:pt x="6601569" y="554339"/>
                  </a:lnTo>
                  <a:lnTo>
                    <a:pt x="6601695" y="554339"/>
                  </a:lnTo>
                  <a:lnTo>
                    <a:pt x="6601821" y="554339"/>
                  </a:lnTo>
                  <a:lnTo>
                    <a:pt x="6601947" y="554339"/>
                  </a:lnTo>
                  <a:lnTo>
                    <a:pt x="6602073" y="554339"/>
                  </a:lnTo>
                  <a:lnTo>
                    <a:pt x="6602199" y="554339"/>
                  </a:lnTo>
                  <a:lnTo>
                    <a:pt x="6602325" y="554339"/>
                  </a:lnTo>
                  <a:lnTo>
                    <a:pt x="6602451" y="554339"/>
                  </a:lnTo>
                  <a:lnTo>
                    <a:pt x="6602578" y="554339"/>
                  </a:lnTo>
                  <a:lnTo>
                    <a:pt x="6602704" y="554339"/>
                  </a:lnTo>
                  <a:lnTo>
                    <a:pt x="6602830" y="554339"/>
                  </a:lnTo>
                  <a:lnTo>
                    <a:pt x="6602956" y="554339"/>
                  </a:lnTo>
                  <a:lnTo>
                    <a:pt x="6603082" y="554339"/>
                  </a:lnTo>
                  <a:lnTo>
                    <a:pt x="6603208" y="554339"/>
                  </a:lnTo>
                  <a:lnTo>
                    <a:pt x="6603334" y="554339"/>
                  </a:lnTo>
                  <a:lnTo>
                    <a:pt x="6603460" y="554339"/>
                  </a:lnTo>
                  <a:lnTo>
                    <a:pt x="6603586" y="554339"/>
                  </a:lnTo>
                  <a:lnTo>
                    <a:pt x="6603712" y="554339"/>
                  </a:lnTo>
                  <a:lnTo>
                    <a:pt x="6603838" y="554339"/>
                  </a:lnTo>
                  <a:lnTo>
                    <a:pt x="6603965" y="554339"/>
                  </a:lnTo>
                  <a:lnTo>
                    <a:pt x="6604091" y="554339"/>
                  </a:lnTo>
                  <a:lnTo>
                    <a:pt x="6604217" y="554339"/>
                  </a:lnTo>
                  <a:lnTo>
                    <a:pt x="6604343" y="554339"/>
                  </a:lnTo>
                  <a:lnTo>
                    <a:pt x="6604469" y="554339"/>
                  </a:lnTo>
                  <a:lnTo>
                    <a:pt x="6604595" y="554339"/>
                  </a:lnTo>
                  <a:lnTo>
                    <a:pt x="6604721" y="554339"/>
                  </a:lnTo>
                  <a:lnTo>
                    <a:pt x="6604847" y="554339"/>
                  </a:lnTo>
                  <a:lnTo>
                    <a:pt x="6604973" y="554339"/>
                  </a:lnTo>
                  <a:lnTo>
                    <a:pt x="6605099" y="554339"/>
                  </a:lnTo>
                  <a:lnTo>
                    <a:pt x="6605225" y="554339"/>
                  </a:lnTo>
                  <a:lnTo>
                    <a:pt x="6605352" y="554339"/>
                  </a:lnTo>
                  <a:lnTo>
                    <a:pt x="6605478" y="554339"/>
                  </a:lnTo>
                  <a:lnTo>
                    <a:pt x="6605604" y="554339"/>
                  </a:lnTo>
                  <a:lnTo>
                    <a:pt x="6605730" y="554339"/>
                  </a:lnTo>
                  <a:lnTo>
                    <a:pt x="6605856" y="554339"/>
                  </a:lnTo>
                  <a:lnTo>
                    <a:pt x="6605982" y="554339"/>
                  </a:lnTo>
                  <a:lnTo>
                    <a:pt x="6606108" y="554339"/>
                  </a:lnTo>
                  <a:lnTo>
                    <a:pt x="6606234" y="554339"/>
                  </a:lnTo>
                  <a:lnTo>
                    <a:pt x="6606360" y="554339"/>
                  </a:lnTo>
                  <a:lnTo>
                    <a:pt x="6606486" y="554339"/>
                  </a:lnTo>
                  <a:lnTo>
                    <a:pt x="6606612" y="554339"/>
                  </a:lnTo>
                  <a:lnTo>
                    <a:pt x="6606738" y="554339"/>
                  </a:lnTo>
                  <a:lnTo>
                    <a:pt x="6606865" y="554339"/>
                  </a:lnTo>
                  <a:lnTo>
                    <a:pt x="6606991" y="554339"/>
                  </a:lnTo>
                  <a:lnTo>
                    <a:pt x="6607117" y="554339"/>
                  </a:lnTo>
                  <a:lnTo>
                    <a:pt x="6607243" y="554339"/>
                  </a:lnTo>
                  <a:lnTo>
                    <a:pt x="6607369" y="554339"/>
                  </a:lnTo>
                  <a:lnTo>
                    <a:pt x="6607495" y="554339"/>
                  </a:lnTo>
                  <a:lnTo>
                    <a:pt x="6607621" y="554339"/>
                  </a:lnTo>
                  <a:lnTo>
                    <a:pt x="6607747" y="554339"/>
                  </a:lnTo>
                  <a:lnTo>
                    <a:pt x="6607873" y="554339"/>
                  </a:lnTo>
                  <a:lnTo>
                    <a:pt x="6607999" y="554339"/>
                  </a:lnTo>
                  <a:lnTo>
                    <a:pt x="6608125" y="554339"/>
                  </a:lnTo>
                  <a:lnTo>
                    <a:pt x="6608252" y="554339"/>
                  </a:lnTo>
                  <a:lnTo>
                    <a:pt x="6608378" y="554339"/>
                  </a:lnTo>
                  <a:lnTo>
                    <a:pt x="6608504" y="554339"/>
                  </a:lnTo>
                  <a:lnTo>
                    <a:pt x="6608630" y="554339"/>
                  </a:lnTo>
                  <a:lnTo>
                    <a:pt x="6608756" y="554339"/>
                  </a:lnTo>
                  <a:lnTo>
                    <a:pt x="6608882" y="554339"/>
                  </a:lnTo>
                  <a:lnTo>
                    <a:pt x="6609008" y="554339"/>
                  </a:lnTo>
                  <a:lnTo>
                    <a:pt x="6609134" y="554339"/>
                  </a:lnTo>
                  <a:lnTo>
                    <a:pt x="6609260" y="554339"/>
                  </a:lnTo>
                  <a:lnTo>
                    <a:pt x="6609386" y="554339"/>
                  </a:lnTo>
                  <a:lnTo>
                    <a:pt x="6609512" y="554339"/>
                  </a:lnTo>
                  <a:lnTo>
                    <a:pt x="6609638" y="554339"/>
                  </a:lnTo>
                  <a:lnTo>
                    <a:pt x="6609765" y="554339"/>
                  </a:lnTo>
                  <a:lnTo>
                    <a:pt x="6609891" y="554339"/>
                  </a:lnTo>
                  <a:lnTo>
                    <a:pt x="6610017" y="554339"/>
                  </a:lnTo>
                  <a:lnTo>
                    <a:pt x="6610143" y="554339"/>
                  </a:lnTo>
                  <a:lnTo>
                    <a:pt x="6610269" y="554339"/>
                  </a:lnTo>
                  <a:lnTo>
                    <a:pt x="6610395" y="554339"/>
                  </a:lnTo>
                  <a:lnTo>
                    <a:pt x="6610521" y="554339"/>
                  </a:lnTo>
                  <a:lnTo>
                    <a:pt x="6610647" y="554339"/>
                  </a:lnTo>
                  <a:lnTo>
                    <a:pt x="6610773" y="554339"/>
                  </a:lnTo>
                  <a:lnTo>
                    <a:pt x="6610899" y="554339"/>
                  </a:lnTo>
                  <a:lnTo>
                    <a:pt x="6611025" y="554339"/>
                  </a:lnTo>
                  <a:lnTo>
                    <a:pt x="6611152" y="554339"/>
                  </a:lnTo>
                  <a:lnTo>
                    <a:pt x="6611278" y="554339"/>
                  </a:lnTo>
                  <a:lnTo>
                    <a:pt x="6611404" y="554339"/>
                  </a:lnTo>
                  <a:lnTo>
                    <a:pt x="6611530" y="554339"/>
                  </a:lnTo>
                  <a:lnTo>
                    <a:pt x="6611656" y="554339"/>
                  </a:lnTo>
                  <a:lnTo>
                    <a:pt x="6611782" y="554339"/>
                  </a:lnTo>
                  <a:lnTo>
                    <a:pt x="6611908" y="554339"/>
                  </a:lnTo>
                  <a:lnTo>
                    <a:pt x="6612034" y="554339"/>
                  </a:lnTo>
                  <a:lnTo>
                    <a:pt x="6612160" y="554339"/>
                  </a:lnTo>
                  <a:lnTo>
                    <a:pt x="6612286" y="554339"/>
                  </a:lnTo>
                  <a:lnTo>
                    <a:pt x="6612412" y="554339"/>
                  </a:lnTo>
                  <a:lnTo>
                    <a:pt x="6612538" y="554339"/>
                  </a:lnTo>
                  <a:lnTo>
                    <a:pt x="6612665" y="554339"/>
                  </a:lnTo>
                  <a:lnTo>
                    <a:pt x="6612791" y="554339"/>
                  </a:lnTo>
                  <a:lnTo>
                    <a:pt x="6612917" y="554339"/>
                  </a:lnTo>
                  <a:lnTo>
                    <a:pt x="6613043" y="554339"/>
                  </a:lnTo>
                  <a:lnTo>
                    <a:pt x="6613169" y="554339"/>
                  </a:lnTo>
                  <a:lnTo>
                    <a:pt x="6613295" y="554339"/>
                  </a:lnTo>
                  <a:lnTo>
                    <a:pt x="6613421" y="554339"/>
                  </a:lnTo>
                  <a:lnTo>
                    <a:pt x="6613547" y="554339"/>
                  </a:lnTo>
                  <a:lnTo>
                    <a:pt x="6613673" y="554339"/>
                  </a:lnTo>
                  <a:lnTo>
                    <a:pt x="6613799" y="554339"/>
                  </a:lnTo>
                  <a:lnTo>
                    <a:pt x="6613925" y="554339"/>
                  </a:lnTo>
                  <a:lnTo>
                    <a:pt x="6614052" y="554339"/>
                  </a:lnTo>
                  <a:lnTo>
                    <a:pt x="6614178" y="554339"/>
                  </a:lnTo>
                  <a:lnTo>
                    <a:pt x="6614304" y="554339"/>
                  </a:lnTo>
                  <a:lnTo>
                    <a:pt x="6614430" y="554339"/>
                  </a:lnTo>
                  <a:lnTo>
                    <a:pt x="6614556" y="554339"/>
                  </a:lnTo>
                  <a:lnTo>
                    <a:pt x="6614682" y="554339"/>
                  </a:lnTo>
                  <a:lnTo>
                    <a:pt x="6614808" y="554339"/>
                  </a:lnTo>
                  <a:lnTo>
                    <a:pt x="6614934" y="554339"/>
                  </a:lnTo>
                  <a:lnTo>
                    <a:pt x="6615060" y="554339"/>
                  </a:lnTo>
                  <a:lnTo>
                    <a:pt x="6615186" y="554339"/>
                  </a:lnTo>
                  <a:lnTo>
                    <a:pt x="6615312" y="554339"/>
                  </a:lnTo>
                  <a:lnTo>
                    <a:pt x="6615439" y="554339"/>
                  </a:lnTo>
                  <a:lnTo>
                    <a:pt x="6615565" y="554339"/>
                  </a:lnTo>
                  <a:lnTo>
                    <a:pt x="6615691" y="554339"/>
                  </a:lnTo>
                  <a:lnTo>
                    <a:pt x="6615817" y="554339"/>
                  </a:lnTo>
                  <a:lnTo>
                    <a:pt x="6615943" y="554339"/>
                  </a:lnTo>
                  <a:lnTo>
                    <a:pt x="6616069" y="554339"/>
                  </a:lnTo>
                  <a:lnTo>
                    <a:pt x="6616195" y="554339"/>
                  </a:lnTo>
                  <a:lnTo>
                    <a:pt x="6616321" y="554339"/>
                  </a:lnTo>
                  <a:lnTo>
                    <a:pt x="6616447" y="554339"/>
                  </a:lnTo>
                  <a:lnTo>
                    <a:pt x="6616573" y="554339"/>
                  </a:lnTo>
                  <a:lnTo>
                    <a:pt x="6616699" y="554339"/>
                  </a:lnTo>
                  <a:lnTo>
                    <a:pt x="6616825" y="554339"/>
                  </a:lnTo>
                  <a:lnTo>
                    <a:pt x="6616952" y="554339"/>
                  </a:lnTo>
                  <a:lnTo>
                    <a:pt x="6617078" y="554339"/>
                  </a:lnTo>
                  <a:lnTo>
                    <a:pt x="6617204" y="554339"/>
                  </a:lnTo>
                  <a:lnTo>
                    <a:pt x="6617330" y="554339"/>
                  </a:lnTo>
                  <a:lnTo>
                    <a:pt x="6617456" y="554339"/>
                  </a:lnTo>
                  <a:lnTo>
                    <a:pt x="6617582" y="554339"/>
                  </a:lnTo>
                  <a:lnTo>
                    <a:pt x="6617708" y="554339"/>
                  </a:lnTo>
                  <a:lnTo>
                    <a:pt x="6617834" y="554339"/>
                  </a:lnTo>
                  <a:lnTo>
                    <a:pt x="6617960" y="554339"/>
                  </a:lnTo>
                  <a:lnTo>
                    <a:pt x="6618086" y="554339"/>
                  </a:lnTo>
                  <a:lnTo>
                    <a:pt x="6618212" y="554339"/>
                  </a:lnTo>
                  <a:lnTo>
                    <a:pt x="6618339" y="554339"/>
                  </a:lnTo>
                  <a:lnTo>
                    <a:pt x="6618465" y="554339"/>
                  </a:lnTo>
                  <a:lnTo>
                    <a:pt x="6618591" y="554339"/>
                  </a:lnTo>
                  <a:lnTo>
                    <a:pt x="6618717" y="554339"/>
                  </a:lnTo>
                  <a:lnTo>
                    <a:pt x="6618843" y="554339"/>
                  </a:lnTo>
                  <a:lnTo>
                    <a:pt x="6618969" y="554339"/>
                  </a:lnTo>
                  <a:lnTo>
                    <a:pt x="6619095" y="554339"/>
                  </a:lnTo>
                  <a:lnTo>
                    <a:pt x="6619221" y="554339"/>
                  </a:lnTo>
                  <a:lnTo>
                    <a:pt x="6619347" y="554339"/>
                  </a:lnTo>
                  <a:lnTo>
                    <a:pt x="6619473" y="554339"/>
                  </a:lnTo>
                  <a:lnTo>
                    <a:pt x="6619599" y="554339"/>
                  </a:lnTo>
                  <a:lnTo>
                    <a:pt x="6619725" y="554339"/>
                  </a:lnTo>
                  <a:lnTo>
                    <a:pt x="6619852" y="554339"/>
                  </a:lnTo>
                  <a:lnTo>
                    <a:pt x="6619978" y="554339"/>
                  </a:lnTo>
                  <a:lnTo>
                    <a:pt x="6619978" y="549059"/>
                  </a:lnTo>
                  <a:lnTo>
                    <a:pt x="6620104" y="549059"/>
                  </a:lnTo>
                  <a:lnTo>
                    <a:pt x="6620230" y="549059"/>
                  </a:lnTo>
                  <a:lnTo>
                    <a:pt x="6620356" y="549059"/>
                  </a:lnTo>
                  <a:lnTo>
                    <a:pt x="6620482" y="549059"/>
                  </a:lnTo>
                  <a:lnTo>
                    <a:pt x="6620608" y="549059"/>
                  </a:lnTo>
                  <a:lnTo>
                    <a:pt x="6620734" y="549059"/>
                  </a:lnTo>
                  <a:lnTo>
                    <a:pt x="6620860" y="549059"/>
                  </a:lnTo>
                  <a:lnTo>
                    <a:pt x="6620986" y="549059"/>
                  </a:lnTo>
                  <a:lnTo>
                    <a:pt x="6621112" y="549059"/>
                  </a:lnTo>
                  <a:lnTo>
                    <a:pt x="6621239" y="549059"/>
                  </a:lnTo>
                  <a:lnTo>
                    <a:pt x="6621365" y="549059"/>
                  </a:lnTo>
                  <a:lnTo>
                    <a:pt x="6621491" y="549059"/>
                  </a:lnTo>
                  <a:lnTo>
                    <a:pt x="6621617" y="549059"/>
                  </a:lnTo>
                  <a:lnTo>
                    <a:pt x="6621743" y="549059"/>
                  </a:lnTo>
                  <a:lnTo>
                    <a:pt x="6621869" y="549059"/>
                  </a:lnTo>
                  <a:lnTo>
                    <a:pt x="6621995" y="549059"/>
                  </a:lnTo>
                  <a:lnTo>
                    <a:pt x="6622121" y="549059"/>
                  </a:lnTo>
                  <a:lnTo>
                    <a:pt x="6622247" y="549059"/>
                  </a:lnTo>
                  <a:lnTo>
                    <a:pt x="6622373" y="549059"/>
                  </a:lnTo>
                  <a:lnTo>
                    <a:pt x="6622499" y="549059"/>
                  </a:lnTo>
                  <a:lnTo>
                    <a:pt x="6622626" y="549059"/>
                  </a:lnTo>
                  <a:lnTo>
                    <a:pt x="6622752" y="549059"/>
                  </a:lnTo>
                  <a:lnTo>
                    <a:pt x="6622878" y="549059"/>
                  </a:lnTo>
                  <a:lnTo>
                    <a:pt x="6623004" y="549059"/>
                  </a:lnTo>
                  <a:lnTo>
                    <a:pt x="6623130" y="549059"/>
                  </a:lnTo>
                  <a:lnTo>
                    <a:pt x="6623256" y="549059"/>
                  </a:lnTo>
                  <a:lnTo>
                    <a:pt x="6623382" y="549059"/>
                  </a:lnTo>
                  <a:lnTo>
                    <a:pt x="6623508" y="549059"/>
                  </a:lnTo>
                  <a:lnTo>
                    <a:pt x="6623634" y="549059"/>
                  </a:lnTo>
                  <a:lnTo>
                    <a:pt x="6623760" y="549059"/>
                  </a:lnTo>
                  <a:lnTo>
                    <a:pt x="6623886" y="549059"/>
                  </a:lnTo>
                  <a:lnTo>
                    <a:pt x="6624012" y="549059"/>
                  </a:lnTo>
                  <a:lnTo>
                    <a:pt x="6624139" y="549059"/>
                  </a:lnTo>
                  <a:lnTo>
                    <a:pt x="6624265" y="549059"/>
                  </a:lnTo>
                  <a:lnTo>
                    <a:pt x="6624391" y="549059"/>
                  </a:lnTo>
                  <a:lnTo>
                    <a:pt x="6624517" y="549059"/>
                  </a:lnTo>
                  <a:lnTo>
                    <a:pt x="6624643" y="549059"/>
                  </a:lnTo>
                  <a:lnTo>
                    <a:pt x="6624769" y="549059"/>
                  </a:lnTo>
                  <a:lnTo>
                    <a:pt x="6624895" y="549059"/>
                  </a:lnTo>
                  <a:lnTo>
                    <a:pt x="6625021" y="549059"/>
                  </a:lnTo>
                  <a:lnTo>
                    <a:pt x="6625147" y="549059"/>
                  </a:lnTo>
                  <a:lnTo>
                    <a:pt x="6625273" y="549059"/>
                  </a:lnTo>
                  <a:lnTo>
                    <a:pt x="6625399" y="549059"/>
                  </a:lnTo>
                  <a:lnTo>
                    <a:pt x="6625526" y="549059"/>
                  </a:lnTo>
                  <a:lnTo>
                    <a:pt x="6625652" y="549059"/>
                  </a:lnTo>
                  <a:lnTo>
                    <a:pt x="6625778" y="549059"/>
                  </a:lnTo>
                  <a:lnTo>
                    <a:pt x="6625904" y="549059"/>
                  </a:lnTo>
                  <a:lnTo>
                    <a:pt x="6626030" y="549059"/>
                  </a:lnTo>
                  <a:lnTo>
                    <a:pt x="6626156" y="549059"/>
                  </a:lnTo>
                  <a:lnTo>
                    <a:pt x="6626282" y="549059"/>
                  </a:lnTo>
                  <a:lnTo>
                    <a:pt x="6626408" y="549059"/>
                  </a:lnTo>
                  <a:lnTo>
                    <a:pt x="6626534" y="549059"/>
                  </a:lnTo>
                  <a:lnTo>
                    <a:pt x="6626660" y="549059"/>
                  </a:lnTo>
                  <a:lnTo>
                    <a:pt x="6626786" y="549059"/>
                  </a:lnTo>
                  <a:lnTo>
                    <a:pt x="6626912" y="549059"/>
                  </a:lnTo>
                  <a:lnTo>
                    <a:pt x="6627039" y="549059"/>
                  </a:lnTo>
                  <a:lnTo>
                    <a:pt x="6627165" y="549059"/>
                  </a:lnTo>
                  <a:lnTo>
                    <a:pt x="6627291" y="549059"/>
                  </a:lnTo>
                  <a:lnTo>
                    <a:pt x="6627417" y="549059"/>
                  </a:lnTo>
                  <a:lnTo>
                    <a:pt x="6627543" y="549059"/>
                  </a:lnTo>
                  <a:lnTo>
                    <a:pt x="6627669" y="549059"/>
                  </a:lnTo>
                  <a:lnTo>
                    <a:pt x="6627795" y="549059"/>
                  </a:lnTo>
                  <a:lnTo>
                    <a:pt x="6627921" y="549059"/>
                  </a:lnTo>
                  <a:lnTo>
                    <a:pt x="6628047" y="549059"/>
                  </a:lnTo>
                  <a:lnTo>
                    <a:pt x="6628173" y="549059"/>
                  </a:lnTo>
                  <a:lnTo>
                    <a:pt x="6628299" y="549059"/>
                  </a:lnTo>
                  <a:lnTo>
                    <a:pt x="6628426" y="549059"/>
                  </a:lnTo>
                  <a:lnTo>
                    <a:pt x="6628552" y="549059"/>
                  </a:lnTo>
                  <a:lnTo>
                    <a:pt x="6628678" y="549059"/>
                  </a:lnTo>
                  <a:lnTo>
                    <a:pt x="6628804" y="549059"/>
                  </a:lnTo>
                  <a:lnTo>
                    <a:pt x="6628930" y="549059"/>
                  </a:lnTo>
                  <a:lnTo>
                    <a:pt x="6629056" y="549059"/>
                  </a:lnTo>
                  <a:lnTo>
                    <a:pt x="6629182" y="549059"/>
                  </a:lnTo>
                  <a:lnTo>
                    <a:pt x="6629308" y="549059"/>
                  </a:lnTo>
                  <a:lnTo>
                    <a:pt x="6629434" y="549059"/>
                  </a:lnTo>
                  <a:lnTo>
                    <a:pt x="6629560" y="549059"/>
                  </a:lnTo>
                  <a:lnTo>
                    <a:pt x="6629686" y="549059"/>
                  </a:lnTo>
                  <a:lnTo>
                    <a:pt x="6629813" y="549059"/>
                  </a:lnTo>
                  <a:lnTo>
                    <a:pt x="6629939" y="549059"/>
                  </a:lnTo>
                  <a:lnTo>
                    <a:pt x="6630065" y="549059"/>
                  </a:lnTo>
                  <a:lnTo>
                    <a:pt x="6630191" y="549059"/>
                  </a:lnTo>
                  <a:lnTo>
                    <a:pt x="6630317" y="549059"/>
                  </a:lnTo>
                  <a:lnTo>
                    <a:pt x="6630443" y="549059"/>
                  </a:lnTo>
                  <a:lnTo>
                    <a:pt x="6630569" y="549059"/>
                  </a:lnTo>
                  <a:lnTo>
                    <a:pt x="6630695" y="549059"/>
                  </a:lnTo>
                  <a:lnTo>
                    <a:pt x="6630821" y="549059"/>
                  </a:lnTo>
                  <a:lnTo>
                    <a:pt x="6630947" y="549059"/>
                  </a:lnTo>
                  <a:lnTo>
                    <a:pt x="6631073" y="549059"/>
                  </a:lnTo>
                  <a:lnTo>
                    <a:pt x="6631199" y="549059"/>
                  </a:lnTo>
                  <a:lnTo>
                    <a:pt x="6631326" y="549059"/>
                  </a:lnTo>
                  <a:lnTo>
                    <a:pt x="6631452" y="549059"/>
                  </a:lnTo>
                  <a:lnTo>
                    <a:pt x="6631578" y="549059"/>
                  </a:lnTo>
                  <a:lnTo>
                    <a:pt x="6631704" y="549059"/>
                  </a:lnTo>
                  <a:lnTo>
                    <a:pt x="6631830" y="549059"/>
                  </a:lnTo>
                  <a:lnTo>
                    <a:pt x="6631956" y="549059"/>
                  </a:lnTo>
                  <a:lnTo>
                    <a:pt x="6632082" y="549059"/>
                  </a:lnTo>
                  <a:lnTo>
                    <a:pt x="6632208" y="549059"/>
                  </a:lnTo>
                  <a:lnTo>
                    <a:pt x="6632334" y="549059"/>
                  </a:lnTo>
                  <a:lnTo>
                    <a:pt x="6632460" y="549059"/>
                  </a:lnTo>
                  <a:lnTo>
                    <a:pt x="6632586" y="549059"/>
                  </a:lnTo>
                  <a:lnTo>
                    <a:pt x="6632713" y="549059"/>
                  </a:lnTo>
                  <a:lnTo>
                    <a:pt x="6632839" y="549059"/>
                  </a:lnTo>
                  <a:lnTo>
                    <a:pt x="6632965" y="549059"/>
                  </a:lnTo>
                  <a:lnTo>
                    <a:pt x="6633091" y="549059"/>
                  </a:lnTo>
                  <a:lnTo>
                    <a:pt x="6633217" y="549059"/>
                  </a:lnTo>
                  <a:lnTo>
                    <a:pt x="6633343" y="549059"/>
                  </a:lnTo>
                  <a:lnTo>
                    <a:pt x="6633469" y="549059"/>
                  </a:lnTo>
                  <a:lnTo>
                    <a:pt x="6633595" y="549059"/>
                  </a:lnTo>
                  <a:lnTo>
                    <a:pt x="6633721" y="549059"/>
                  </a:lnTo>
                  <a:lnTo>
                    <a:pt x="6633847" y="549059"/>
                  </a:lnTo>
                  <a:lnTo>
                    <a:pt x="6633973" y="549059"/>
                  </a:lnTo>
                  <a:lnTo>
                    <a:pt x="6634099" y="549059"/>
                  </a:lnTo>
                  <a:lnTo>
                    <a:pt x="6634226" y="549059"/>
                  </a:lnTo>
                  <a:lnTo>
                    <a:pt x="6634352" y="549059"/>
                  </a:lnTo>
                  <a:lnTo>
                    <a:pt x="6634478" y="549059"/>
                  </a:lnTo>
                  <a:lnTo>
                    <a:pt x="6634604" y="549059"/>
                  </a:lnTo>
                  <a:lnTo>
                    <a:pt x="6634730" y="549059"/>
                  </a:lnTo>
                  <a:lnTo>
                    <a:pt x="6634856" y="549059"/>
                  </a:lnTo>
                  <a:lnTo>
                    <a:pt x="6634982" y="549059"/>
                  </a:lnTo>
                  <a:lnTo>
                    <a:pt x="6635108" y="549059"/>
                  </a:lnTo>
                  <a:lnTo>
                    <a:pt x="6635234" y="549059"/>
                  </a:lnTo>
                  <a:lnTo>
                    <a:pt x="6635360" y="549059"/>
                  </a:lnTo>
                  <a:lnTo>
                    <a:pt x="6635486" y="549059"/>
                  </a:lnTo>
                  <a:lnTo>
                    <a:pt x="6635613" y="549059"/>
                  </a:lnTo>
                  <a:lnTo>
                    <a:pt x="6635739" y="549059"/>
                  </a:lnTo>
                  <a:lnTo>
                    <a:pt x="6635865" y="549059"/>
                  </a:lnTo>
                  <a:lnTo>
                    <a:pt x="6635991" y="549059"/>
                  </a:lnTo>
                  <a:lnTo>
                    <a:pt x="6636117" y="549059"/>
                  </a:lnTo>
                  <a:lnTo>
                    <a:pt x="6636243" y="549059"/>
                  </a:lnTo>
                  <a:lnTo>
                    <a:pt x="6636369" y="549059"/>
                  </a:lnTo>
                  <a:lnTo>
                    <a:pt x="6636495" y="549059"/>
                  </a:lnTo>
                  <a:lnTo>
                    <a:pt x="6636621" y="549059"/>
                  </a:lnTo>
                  <a:lnTo>
                    <a:pt x="6636747" y="549059"/>
                  </a:lnTo>
                  <a:lnTo>
                    <a:pt x="6636873" y="549059"/>
                  </a:lnTo>
                  <a:lnTo>
                    <a:pt x="6636999" y="549059"/>
                  </a:lnTo>
                  <a:lnTo>
                    <a:pt x="6637126" y="549059"/>
                  </a:lnTo>
                  <a:lnTo>
                    <a:pt x="6637252" y="549059"/>
                  </a:lnTo>
                  <a:lnTo>
                    <a:pt x="6637378" y="549059"/>
                  </a:lnTo>
                  <a:lnTo>
                    <a:pt x="6637504" y="549059"/>
                  </a:lnTo>
                  <a:lnTo>
                    <a:pt x="6637630" y="549059"/>
                  </a:lnTo>
                  <a:lnTo>
                    <a:pt x="6637756" y="549059"/>
                  </a:lnTo>
                  <a:lnTo>
                    <a:pt x="6637882" y="549059"/>
                  </a:lnTo>
                  <a:lnTo>
                    <a:pt x="6638008" y="549059"/>
                  </a:lnTo>
                  <a:lnTo>
                    <a:pt x="6638134" y="549059"/>
                  </a:lnTo>
                  <a:lnTo>
                    <a:pt x="6638260" y="549059"/>
                  </a:lnTo>
                  <a:lnTo>
                    <a:pt x="6638386" y="549059"/>
                  </a:lnTo>
                  <a:lnTo>
                    <a:pt x="6638513" y="549059"/>
                  </a:lnTo>
                  <a:lnTo>
                    <a:pt x="6638639" y="549059"/>
                  </a:lnTo>
                  <a:lnTo>
                    <a:pt x="6638765" y="549059"/>
                  </a:lnTo>
                  <a:lnTo>
                    <a:pt x="6638891" y="549059"/>
                  </a:lnTo>
                  <a:lnTo>
                    <a:pt x="6639017" y="549059"/>
                  </a:lnTo>
                  <a:lnTo>
                    <a:pt x="6639143" y="549059"/>
                  </a:lnTo>
                  <a:lnTo>
                    <a:pt x="6639269" y="549059"/>
                  </a:lnTo>
                  <a:lnTo>
                    <a:pt x="6639395" y="549059"/>
                  </a:lnTo>
                  <a:lnTo>
                    <a:pt x="6639521" y="549059"/>
                  </a:lnTo>
                  <a:lnTo>
                    <a:pt x="6639647" y="549059"/>
                  </a:lnTo>
                  <a:lnTo>
                    <a:pt x="6639773" y="549059"/>
                  </a:lnTo>
                  <a:lnTo>
                    <a:pt x="6639900" y="549059"/>
                  </a:lnTo>
                  <a:lnTo>
                    <a:pt x="6640026" y="549059"/>
                  </a:lnTo>
                  <a:lnTo>
                    <a:pt x="6640152" y="549059"/>
                  </a:lnTo>
                  <a:lnTo>
                    <a:pt x="6640278" y="549059"/>
                  </a:lnTo>
                  <a:lnTo>
                    <a:pt x="6640404" y="549059"/>
                  </a:lnTo>
                  <a:lnTo>
                    <a:pt x="6640530" y="549059"/>
                  </a:lnTo>
                  <a:lnTo>
                    <a:pt x="6640656" y="549059"/>
                  </a:lnTo>
                  <a:lnTo>
                    <a:pt x="6640782" y="549059"/>
                  </a:lnTo>
                  <a:lnTo>
                    <a:pt x="6640908" y="549059"/>
                  </a:lnTo>
                  <a:lnTo>
                    <a:pt x="6641034" y="549059"/>
                  </a:lnTo>
                  <a:lnTo>
                    <a:pt x="6641160" y="549059"/>
                  </a:lnTo>
                  <a:lnTo>
                    <a:pt x="6641286" y="549059"/>
                  </a:lnTo>
                  <a:lnTo>
                    <a:pt x="6641413" y="549059"/>
                  </a:lnTo>
                  <a:lnTo>
                    <a:pt x="6641539" y="549059"/>
                  </a:lnTo>
                  <a:lnTo>
                    <a:pt x="6641665" y="549059"/>
                  </a:lnTo>
                  <a:lnTo>
                    <a:pt x="6641791" y="549059"/>
                  </a:lnTo>
                  <a:lnTo>
                    <a:pt x="6641917" y="549059"/>
                  </a:lnTo>
                  <a:lnTo>
                    <a:pt x="6642043" y="549059"/>
                  </a:lnTo>
                  <a:lnTo>
                    <a:pt x="6642169" y="549059"/>
                  </a:lnTo>
                  <a:lnTo>
                    <a:pt x="6642295" y="549059"/>
                  </a:lnTo>
                  <a:lnTo>
                    <a:pt x="6642421" y="549059"/>
                  </a:lnTo>
                  <a:lnTo>
                    <a:pt x="6642547" y="549059"/>
                  </a:lnTo>
                  <a:lnTo>
                    <a:pt x="6642673" y="549059"/>
                  </a:lnTo>
                  <a:lnTo>
                    <a:pt x="6642800" y="549059"/>
                  </a:lnTo>
                  <a:lnTo>
                    <a:pt x="6642926" y="549059"/>
                  </a:lnTo>
                  <a:lnTo>
                    <a:pt x="6643052" y="549059"/>
                  </a:lnTo>
                  <a:lnTo>
                    <a:pt x="6643178" y="549059"/>
                  </a:lnTo>
                  <a:lnTo>
                    <a:pt x="6643304" y="549059"/>
                  </a:lnTo>
                  <a:lnTo>
                    <a:pt x="6643430" y="549059"/>
                  </a:lnTo>
                  <a:lnTo>
                    <a:pt x="6643556" y="549059"/>
                  </a:lnTo>
                  <a:lnTo>
                    <a:pt x="6643682" y="549059"/>
                  </a:lnTo>
                  <a:lnTo>
                    <a:pt x="6643808" y="549059"/>
                  </a:lnTo>
                  <a:lnTo>
                    <a:pt x="6643934" y="549059"/>
                  </a:lnTo>
                  <a:lnTo>
                    <a:pt x="6644060" y="549059"/>
                  </a:lnTo>
                  <a:lnTo>
                    <a:pt x="6644186" y="549059"/>
                  </a:lnTo>
                  <a:lnTo>
                    <a:pt x="6644313" y="549059"/>
                  </a:lnTo>
                  <a:lnTo>
                    <a:pt x="6644439" y="549059"/>
                  </a:lnTo>
                  <a:lnTo>
                    <a:pt x="6644565" y="549059"/>
                  </a:lnTo>
                  <a:lnTo>
                    <a:pt x="6644691" y="549059"/>
                  </a:lnTo>
                  <a:lnTo>
                    <a:pt x="6644817" y="549059"/>
                  </a:lnTo>
                  <a:lnTo>
                    <a:pt x="6644817" y="543780"/>
                  </a:lnTo>
                  <a:lnTo>
                    <a:pt x="6644943" y="543780"/>
                  </a:lnTo>
                  <a:lnTo>
                    <a:pt x="6645069" y="543780"/>
                  </a:lnTo>
                  <a:lnTo>
                    <a:pt x="6645195" y="543780"/>
                  </a:lnTo>
                  <a:lnTo>
                    <a:pt x="6645321" y="543780"/>
                  </a:lnTo>
                  <a:lnTo>
                    <a:pt x="6645447" y="543780"/>
                  </a:lnTo>
                  <a:lnTo>
                    <a:pt x="6645573" y="543780"/>
                  </a:lnTo>
                  <a:lnTo>
                    <a:pt x="6645700" y="543780"/>
                  </a:lnTo>
                  <a:lnTo>
                    <a:pt x="6645826" y="543780"/>
                  </a:lnTo>
                  <a:lnTo>
                    <a:pt x="6645952" y="543780"/>
                  </a:lnTo>
                  <a:lnTo>
                    <a:pt x="6646078" y="543780"/>
                  </a:lnTo>
                  <a:lnTo>
                    <a:pt x="6646204" y="543780"/>
                  </a:lnTo>
                  <a:lnTo>
                    <a:pt x="6646330" y="543780"/>
                  </a:lnTo>
                  <a:lnTo>
                    <a:pt x="6646456" y="543780"/>
                  </a:lnTo>
                  <a:lnTo>
                    <a:pt x="6646582" y="543780"/>
                  </a:lnTo>
                  <a:lnTo>
                    <a:pt x="6646708" y="543780"/>
                  </a:lnTo>
                  <a:lnTo>
                    <a:pt x="6646834" y="543780"/>
                  </a:lnTo>
                  <a:lnTo>
                    <a:pt x="6646960" y="543780"/>
                  </a:lnTo>
                  <a:lnTo>
                    <a:pt x="6647087" y="543780"/>
                  </a:lnTo>
                  <a:lnTo>
                    <a:pt x="6647213" y="543780"/>
                  </a:lnTo>
                  <a:lnTo>
                    <a:pt x="6647339" y="543780"/>
                  </a:lnTo>
                  <a:lnTo>
                    <a:pt x="6647465" y="543780"/>
                  </a:lnTo>
                  <a:lnTo>
                    <a:pt x="6647591" y="543780"/>
                  </a:lnTo>
                  <a:lnTo>
                    <a:pt x="6647717" y="543780"/>
                  </a:lnTo>
                  <a:lnTo>
                    <a:pt x="6647843" y="543780"/>
                  </a:lnTo>
                  <a:lnTo>
                    <a:pt x="6647969" y="543780"/>
                  </a:lnTo>
                  <a:lnTo>
                    <a:pt x="6648095" y="543780"/>
                  </a:lnTo>
                  <a:lnTo>
                    <a:pt x="6648221" y="543780"/>
                  </a:lnTo>
                  <a:lnTo>
                    <a:pt x="6648347" y="543780"/>
                  </a:lnTo>
                  <a:lnTo>
                    <a:pt x="6648473" y="543780"/>
                  </a:lnTo>
                  <a:lnTo>
                    <a:pt x="6648600" y="543780"/>
                  </a:lnTo>
                  <a:lnTo>
                    <a:pt x="6648726" y="543780"/>
                  </a:lnTo>
                  <a:lnTo>
                    <a:pt x="6648852" y="543780"/>
                  </a:lnTo>
                  <a:lnTo>
                    <a:pt x="6648978" y="543780"/>
                  </a:lnTo>
                  <a:lnTo>
                    <a:pt x="6649104" y="543780"/>
                  </a:lnTo>
                  <a:lnTo>
                    <a:pt x="6649230" y="543780"/>
                  </a:lnTo>
                  <a:lnTo>
                    <a:pt x="6649356" y="543780"/>
                  </a:lnTo>
                  <a:lnTo>
                    <a:pt x="6649482" y="543780"/>
                  </a:lnTo>
                  <a:lnTo>
                    <a:pt x="6649608" y="543780"/>
                  </a:lnTo>
                  <a:lnTo>
                    <a:pt x="6649734" y="543780"/>
                  </a:lnTo>
                  <a:lnTo>
                    <a:pt x="6649860" y="543780"/>
                  </a:lnTo>
                  <a:lnTo>
                    <a:pt x="6649987" y="543780"/>
                  </a:lnTo>
                  <a:lnTo>
                    <a:pt x="6650113" y="543780"/>
                  </a:lnTo>
                  <a:lnTo>
                    <a:pt x="6650239" y="543780"/>
                  </a:lnTo>
                  <a:lnTo>
                    <a:pt x="6650365" y="543780"/>
                  </a:lnTo>
                  <a:lnTo>
                    <a:pt x="6650491" y="543780"/>
                  </a:lnTo>
                  <a:lnTo>
                    <a:pt x="6650617" y="543780"/>
                  </a:lnTo>
                  <a:lnTo>
                    <a:pt x="6650743" y="543780"/>
                  </a:lnTo>
                  <a:lnTo>
                    <a:pt x="6650869" y="543780"/>
                  </a:lnTo>
                  <a:lnTo>
                    <a:pt x="6650995" y="543780"/>
                  </a:lnTo>
                  <a:lnTo>
                    <a:pt x="6651121" y="543780"/>
                  </a:lnTo>
                  <a:lnTo>
                    <a:pt x="6651247" y="543780"/>
                  </a:lnTo>
                  <a:lnTo>
                    <a:pt x="6651373" y="543780"/>
                  </a:lnTo>
                  <a:lnTo>
                    <a:pt x="6651500" y="543780"/>
                  </a:lnTo>
                  <a:lnTo>
                    <a:pt x="6651626" y="543780"/>
                  </a:lnTo>
                  <a:lnTo>
                    <a:pt x="6651626" y="538500"/>
                  </a:lnTo>
                  <a:lnTo>
                    <a:pt x="6651752" y="538500"/>
                  </a:lnTo>
                  <a:lnTo>
                    <a:pt x="6651878" y="538500"/>
                  </a:lnTo>
                  <a:lnTo>
                    <a:pt x="6652004" y="538500"/>
                  </a:lnTo>
                  <a:lnTo>
                    <a:pt x="6652130" y="538500"/>
                  </a:lnTo>
                  <a:lnTo>
                    <a:pt x="6652256" y="538500"/>
                  </a:lnTo>
                  <a:lnTo>
                    <a:pt x="6652382" y="538500"/>
                  </a:lnTo>
                  <a:lnTo>
                    <a:pt x="6652508" y="538500"/>
                  </a:lnTo>
                  <a:lnTo>
                    <a:pt x="6652634" y="538500"/>
                  </a:lnTo>
                  <a:lnTo>
                    <a:pt x="6652760" y="538500"/>
                  </a:lnTo>
                  <a:lnTo>
                    <a:pt x="6652887" y="538500"/>
                  </a:lnTo>
                  <a:lnTo>
                    <a:pt x="6653013" y="538500"/>
                  </a:lnTo>
                  <a:lnTo>
                    <a:pt x="6653139" y="538500"/>
                  </a:lnTo>
                  <a:lnTo>
                    <a:pt x="6653265" y="538500"/>
                  </a:lnTo>
                  <a:lnTo>
                    <a:pt x="6653391" y="538500"/>
                  </a:lnTo>
                  <a:lnTo>
                    <a:pt x="6653517" y="538500"/>
                  </a:lnTo>
                  <a:lnTo>
                    <a:pt x="6653643" y="538500"/>
                  </a:lnTo>
                  <a:lnTo>
                    <a:pt x="6653643" y="533221"/>
                  </a:lnTo>
                  <a:lnTo>
                    <a:pt x="6653769" y="533221"/>
                  </a:lnTo>
                  <a:lnTo>
                    <a:pt x="6653895" y="533221"/>
                  </a:lnTo>
                  <a:lnTo>
                    <a:pt x="6654021" y="533221"/>
                  </a:lnTo>
                  <a:lnTo>
                    <a:pt x="6654147" y="533221"/>
                  </a:lnTo>
                  <a:lnTo>
                    <a:pt x="6654273" y="533221"/>
                  </a:lnTo>
                  <a:lnTo>
                    <a:pt x="6654400" y="533221"/>
                  </a:lnTo>
                  <a:lnTo>
                    <a:pt x="6654526" y="533221"/>
                  </a:lnTo>
                  <a:lnTo>
                    <a:pt x="6654652" y="533221"/>
                  </a:lnTo>
                  <a:lnTo>
                    <a:pt x="6654778" y="533221"/>
                  </a:lnTo>
                  <a:lnTo>
                    <a:pt x="6654904" y="533221"/>
                  </a:lnTo>
                  <a:lnTo>
                    <a:pt x="6655030" y="533221"/>
                  </a:lnTo>
                  <a:lnTo>
                    <a:pt x="6655156" y="533221"/>
                  </a:lnTo>
                  <a:lnTo>
                    <a:pt x="6655282" y="533221"/>
                  </a:lnTo>
                  <a:lnTo>
                    <a:pt x="6655408" y="533221"/>
                  </a:lnTo>
                  <a:lnTo>
                    <a:pt x="6655534" y="533221"/>
                  </a:lnTo>
                  <a:lnTo>
                    <a:pt x="6655660" y="533221"/>
                  </a:lnTo>
                  <a:lnTo>
                    <a:pt x="6655787" y="533221"/>
                  </a:lnTo>
                  <a:lnTo>
                    <a:pt x="6655913" y="533221"/>
                  </a:lnTo>
                  <a:lnTo>
                    <a:pt x="6656039" y="533221"/>
                  </a:lnTo>
                  <a:lnTo>
                    <a:pt x="6656165" y="533221"/>
                  </a:lnTo>
                  <a:lnTo>
                    <a:pt x="6656291" y="533221"/>
                  </a:lnTo>
                  <a:lnTo>
                    <a:pt x="6656417" y="533221"/>
                  </a:lnTo>
                  <a:lnTo>
                    <a:pt x="6656543" y="533221"/>
                  </a:lnTo>
                  <a:lnTo>
                    <a:pt x="6656669" y="533221"/>
                  </a:lnTo>
                  <a:lnTo>
                    <a:pt x="6656795" y="533221"/>
                  </a:lnTo>
                  <a:lnTo>
                    <a:pt x="6656921" y="533221"/>
                  </a:lnTo>
                  <a:lnTo>
                    <a:pt x="6657047" y="533221"/>
                  </a:lnTo>
                  <a:lnTo>
                    <a:pt x="6657174" y="533221"/>
                  </a:lnTo>
                  <a:lnTo>
                    <a:pt x="6657300" y="533221"/>
                  </a:lnTo>
                  <a:lnTo>
                    <a:pt x="6657426" y="533221"/>
                  </a:lnTo>
                  <a:lnTo>
                    <a:pt x="6657552" y="533221"/>
                  </a:lnTo>
                  <a:lnTo>
                    <a:pt x="6657678" y="533221"/>
                  </a:lnTo>
                  <a:lnTo>
                    <a:pt x="6657804" y="533221"/>
                  </a:lnTo>
                  <a:lnTo>
                    <a:pt x="6657930" y="533221"/>
                  </a:lnTo>
                  <a:lnTo>
                    <a:pt x="6658056" y="533221"/>
                  </a:lnTo>
                  <a:lnTo>
                    <a:pt x="6658182" y="533221"/>
                  </a:lnTo>
                  <a:lnTo>
                    <a:pt x="6658308" y="533221"/>
                  </a:lnTo>
                  <a:lnTo>
                    <a:pt x="6658434" y="533221"/>
                  </a:lnTo>
                  <a:lnTo>
                    <a:pt x="6658560" y="533221"/>
                  </a:lnTo>
                  <a:lnTo>
                    <a:pt x="6658687" y="533221"/>
                  </a:lnTo>
                  <a:lnTo>
                    <a:pt x="6658813" y="533221"/>
                  </a:lnTo>
                  <a:lnTo>
                    <a:pt x="6658939" y="533221"/>
                  </a:lnTo>
                  <a:lnTo>
                    <a:pt x="6659065" y="533221"/>
                  </a:lnTo>
                  <a:lnTo>
                    <a:pt x="6659191" y="533221"/>
                  </a:lnTo>
                  <a:lnTo>
                    <a:pt x="6659317" y="533221"/>
                  </a:lnTo>
                  <a:lnTo>
                    <a:pt x="6659443" y="533221"/>
                  </a:lnTo>
                  <a:lnTo>
                    <a:pt x="6659569" y="533221"/>
                  </a:lnTo>
                  <a:lnTo>
                    <a:pt x="6659695" y="533221"/>
                  </a:lnTo>
                  <a:lnTo>
                    <a:pt x="6659821" y="533221"/>
                  </a:lnTo>
                  <a:lnTo>
                    <a:pt x="6659947" y="533221"/>
                  </a:lnTo>
                  <a:lnTo>
                    <a:pt x="6660074" y="533221"/>
                  </a:lnTo>
                  <a:lnTo>
                    <a:pt x="6660200" y="533221"/>
                  </a:lnTo>
                  <a:lnTo>
                    <a:pt x="6660326" y="533221"/>
                  </a:lnTo>
                  <a:lnTo>
                    <a:pt x="6660452" y="533221"/>
                  </a:lnTo>
                  <a:lnTo>
                    <a:pt x="6660578" y="533221"/>
                  </a:lnTo>
                  <a:lnTo>
                    <a:pt x="6660704" y="533221"/>
                  </a:lnTo>
                  <a:lnTo>
                    <a:pt x="6660830" y="533221"/>
                  </a:lnTo>
                  <a:lnTo>
                    <a:pt x="6660956" y="533221"/>
                  </a:lnTo>
                  <a:lnTo>
                    <a:pt x="6661082" y="533221"/>
                  </a:lnTo>
                  <a:lnTo>
                    <a:pt x="6661208" y="533221"/>
                  </a:lnTo>
                  <a:lnTo>
                    <a:pt x="6661334" y="533221"/>
                  </a:lnTo>
                  <a:lnTo>
                    <a:pt x="6661460" y="533221"/>
                  </a:lnTo>
                  <a:lnTo>
                    <a:pt x="6661587" y="533221"/>
                  </a:lnTo>
                  <a:lnTo>
                    <a:pt x="6661713" y="533221"/>
                  </a:lnTo>
                  <a:lnTo>
                    <a:pt x="6661839" y="533221"/>
                  </a:lnTo>
                  <a:lnTo>
                    <a:pt x="6661965" y="533221"/>
                  </a:lnTo>
                  <a:lnTo>
                    <a:pt x="6662091" y="533221"/>
                  </a:lnTo>
                  <a:lnTo>
                    <a:pt x="6662217" y="533221"/>
                  </a:lnTo>
                  <a:lnTo>
                    <a:pt x="6662343" y="533221"/>
                  </a:lnTo>
                  <a:lnTo>
                    <a:pt x="6662469" y="533221"/>
                  </a:lnTo>
                  <a:lnTo>
                    <a:pt x="6662595" y="533221"/>
                  </a:lnTo>
                  <a:lnTo>
                    <a:pt x="6662721" y="533221"/>
                  </a:lnTo>
                  <a:lnTo>
                    <a:pt x="6662847" y="533221"/>
                  </a:lnTo>
                  <a:lnTo>
                    <a:pt x="6662974" y="533221"/>
                  </a:lnTo>
                  <a:lnTo>
                    <a:pt x="6663100" y="533221"/>
                  </a:lnTo>
                  <a:lnTo>
                    <a:pt x="6663226" y="533221"/>
                  </a:lnTo>
                  <a:lnTo>
                    <a:pt x="6663352" y="533221"/>
                  </a:lnTo>
                  <a:lnTo>
                    <a:pt x="6663478" y="533221"/>
                  </a:lnTo>
                  <a:lnTo>
                    <a:pt x="6663604" y="533221"/>
                  </a:lnTo>
                  <a:lnTo>
                    <a:pt x="6663730" y="533221"/>
                  </a:lnTo>
                  <a:lnTo>
                    <a:pt x="6663856" y="533221"/>
                  </a:lnTo>
                  <a:lnTo>
                    <a:pt x="6663982" y="533221"/>
                  </a:lnTo>
                  <a:lnTo>
                    <a:pt x="6664108" y="533221"/>
                  </a:lnTo>
                  <a:lnTo>
                    <a:pt x="6664234" y="533221"/>
                  </a:lnTo>
                  <a:lnTo>
                    <a:pt x="6664361" y="533221"/>
                  </a:lnTo>
                  <a:lnTo>
                    <a:pt x="6664487" y="533221"/>
                  </a:lnTo>
                  <a:lnTo>
                    <a:pt x="6664613" y="533221"/>
                  </a:lnTo>
                  <a:lnTo>
                    <a:pt x="6664739" y="533221"/>
                  </a:lnTo>
                  <a:lnTo>
                    <a:pt x="6664865" y="533221"/>
                  </a:lnTo>
                  <a:lnTo>
                    <a:pt x="6664991" y="533221"/>
                  </a:lnTo>
                  <a:lnTo>
                    <a:pt x="6665117" y="533221"/>
                  </a:lnTo>
                  <a:lnTo>
                    <a:pt x="6665243" y="533221"/>
                  </a:lnTo>
                  <a:lnTo>
                    <a:pt x="6665369" y="533221"/>
                  </a:lnTo>
                  <a:lnTo>
                    <a:pt x="6665495" y="533221"/>
                  </a:lnTo>
                  <a:lnTo>
                    <a:pt x="6665621" y="533221"/>
                  </a:lnTo>
                  <a:lnTo>
                    <a:pt x="6665747" y="533221"/>
                  </a:lnTo>
                  <a:lnTo>
                    <a:pt x="6665874" y="533221"/>
                  </a:lnTo>
                  <a:lnTo>
                    <a:pt x="6666000" y="533221"/>
                  </a:lnTo>
                  <a:lnTo>
                    <a:pt x="6666126" y="533221"/>
                  </a:lnTo>
                  <a:lnTo>
                    <a:pt x="6666252" y="533221"/>
                  </a:lnTo>
                  <a:lnTo>
                    <a:pt x="6666378" y="533221"/>
                  </a:lnTo>
                  <a:lnTo>
                    <a:pt x="6666504" y="533221"/>
                  </a:lnTo>
                  <a:lnTo>
                    <a:pt x="6666630" y="533221"/>
                  </a:lnTo>
                  <a:lnTo>
                    <a:pt x="6666756" y="533221"/>
                  </a:lnTo>
                  <a:lnTo>
                    <a:pt x="6666882" y="533221"/>
                  </a:lnTo>
                  <a:lnTo>
                    <a:pt x="6667008" y="533221"/>
                  </a:lnTo>
                  <a:lnTo>
                    <a:pt x="6667134" y="533221"/>
                  </a:lnTo>
                  <a:lnTo>
                    <a:pt x="6667261" y="533221"/>
                  </a:lnTo>
                  <a:lnTo>
                    <a:pt x="6667387" y="533221"/>
                  </a:lnTo>
                  <a:lnTo>
                    <a:pt x="6667513" y="533221"/>
                  </a:lnTo>
                  <a:lnTo>
                    <a:pt x="6667639" y="533221"/>
                  </a:lnTo>
                  <a:lnTo>
                    <a:pt x="6667765" y="533221"/>
                  </a:lnTo>
                  <a:lnTo>
                    <a:pt x="6667891" y="533221"/>
                  </a:lnTo>
                  <a:lnTo>
                    <a:pt x="6668017" y="533221"/>
                  </a:lnTo>
                  <a:lnTo>
                    <a:pt x="6668143" y="533221"/>
                  </a:lnTo>
                  <a:lnTo>
                    <a:pt x="6668269" y="533221"/>
                  </a:lnTo>
                  <a:lnTo>
                    <a:pt x="6668395" y="533221"/>
                  </a:lnTo>
                  <a:lnTo>
                    <a:pt x="6668521" y="533221"/>
                  </a:lnTo>
                  <a:lnTo>
                    <a:pt x="6668647" y="533221"/>
                  </a:lnTo>
                  <a:lnTo>
                    <a:pt x="6668774" y="533221"/>
                  </a:lnTo>
                  <a:lnTo>
                    <a:pt x="6668900" y="533221"/>
                  </a:lnTo>
                  <a:lnTo>
                    <a:pt x="6669026" y="533221"/>
                  </a:lnTo>
                  <a:lnTo>
                    <a:pt x="6669152" y="533221"/>
                  </a:lnTo>
                  <a:lnTo>
                    <a:pt x="6669278" y="533221"/>
                  </a:lnTo>
                  <a:lnTo>
                    <a:pt x="6669404" y="533221"/>
                  </a:lnTo>
                  <a:lnTo>
                    <a:pt x="6669530" y="533221"/>
                  </a:lnTo>
                  <a:lnTo>
                    <a:pt x="6669656" y="533221"/>
                  </a:lnTo>
                  <a:lnTo>
                    <a:pt x="6669782" y="533221"/>
                  </a:lnTo>
                  <a:lnTo>
                    <a:pt x="6669908" y="533221"/>
                  </a:lnTo>
                  <a:lnTo>
                    <a:pt x="6670034" y="533221"/>
                  </a:lnTo>
                  <a:lnTo>
                    <a:pt x="6670161" y="533221"/>
                  </a:lnTo>
                  <a:lnTo>
                    <a:pt x="6670287" y="533221"/>
                  </a:lnTo>
                  <a:lnTo>
                    <a:pt x="6670413" y="533221"/>
                  </a:lnTo>
                  <a:lnTo>
                    <a:pt x="6670539" y="533221"/>
                  </a:lnTo>
                  <a:lnTo>
                    <a:pt x="6670665" y="533221"/>
                  </a:lnTo>
                  <a:lnTo>
                    <a:pt x="6670791" y="533221"/>
                  </a:lnTo>
                  <a:lnTo>
                    <a:pt x="6670917" y="533221"/>
                  </a:lnTo>
                  <a:lnTo>
                    <a:pt x="6671043" y="533221"/>
                  </a:lnTo>
                  <a:lnTo>
                    <a:pt x="6671169" y="533221"/>
                  </a:lnTo>
                  <a:lnTo>
                    <a:pt x="6671295" y="533221"/>
                  </a:lnTo>
                  <a:lnTo>
                    <a:pt x="6671421" y="533221"/>
                  </a:lnTo>
                  <a:lnTo>
                    <a:pt x="6671548" y="533221"/>
                  </a:lnTo>
                  <a:lnTo>
                    <a:pt x="6671674" y="533221"/>
                  </a:lnTo>
                  <a:lnTo>
                    <a:pt x="6671800" y="533221"/>
                  </a:lnTo>
                  <a:lnTo>
                    <a:pt x="6671926" y="533221"/>
                  </a:lnTo>
                  <a:lnTo>
                    <a:pt x="6672052" y="533221"/>
                  </a:lnTo>
                  <a:lnTo>
                    <a:pt x="6672178" y="533221"/>
                  </a:lnTo>
                  <a:lnTo>
                    <a:pt x="6672178" y="527942"/>
                  </a:lnTo>
                  <a:lnTo>
                    <a:pt x="6672304" y="527942"/>
                  </a:lnTo>
                  <a:lnTo>
                    <a:pt x="6672430" y="527942"/>
                  </a:lnTo>
                  <a:lnTo>
                    <a:pt x="6672556" y="527942"/>
                  </a:lnTo>
                  <a:lnTo>
                    <a:pt x="6672682" y="527942"/>
                  </a:lnTo>
                  <a:lnTo>
                    <a:pt x="6672808" y="527942"/>
                  </a:lnTo>
                  <a:lnTo>
                    <a:pt x="6672934" y="527942"/>
                  </a:lnTo>
                  <a:lnTo>
                    <a:pt x="6673061" y="527942"/>
                  </a:lnTo>
                  <a:lnTo>
                    <a:pt x="6673187" y="527942"/>
                  </a:lnTo>
                  <a:lnTo>
                    <a:pt x="6673313" y="527942"/>
                  </a:lnTo>
                  <a:lnTo>
                    <a:pt x="6673439" y="527942"/>
                  </a:lnTo>
                  <a:lnTo>
                    <a:pt x="6673565" y="527942"/>
                  </a:lnTo>
                  <a:lnTo>
                    <a:pt x="6673691" y="527942"/>
                  </a:lnTo>
                  <a:lnTo>
                    <a:pt x="6673817" y="527942"/>
                  </a:lnTo>
                  <a:lnTo>
                    <a:pt x="6673943" y="527942"/>
                  </a:lnTo>
                  <a:lnTo>
                    <a:pt x="6674069" y="527942"/>
                  </a:lnTo>
                  <a:lnTo>
                    <a:pt x="6674195" y="527942"/>
                  </a:lnTo>
                  <a:lnTo>
                    <a:pt x="6674321" y="527942"/>
                  </a:lnTo>
                  <a:lnTo>
                    <a:pt x="6674448" y="527942"/>
                  </a:lnTo>
                  <a:lnTo>
                    <a:pt x="6674574" y="527942"/>
                  </a:lnTo>
                  <a:lnTo>
                    <a:pt x="6674700" y="527942"/>
                  </a:lnTo>
                  <a:lnTo>
                    <a:pt x="6674826" y="527942"/>
                  </a:lnTo>
                  <a:lnTo>
                    <a:pt x="6674952" y="527942"/>
                  </a:lnTo>
                  <a:lnTo>
                    <a:pt x="6675078" y="527942"/>
                  </a:lnTo>
                  <a:lnTo>
                    <a:pt x="6675204" y="527942"/>
                  </a:lnTo>
                  <a:lnTo>
                    <a:pt x="6675330" y="527942"/>
                  </a:lnTo>
                  <a:lnTo>
                    <a:pt x="6675456" y="527942"/>
                  </a:lnTo>
                  <a:lnTo>
                    <a:pt x="6675582" y="527942"/>
                  </a:lnTo>
                  <a:lnTo>
                    <a:pt x="6675708" y="527942"/>
                  </a:lnTo>
                  <a:lnTo>
                    <a:pt x="6675834" y="527942"/>
                  </a:lnTo>
                  <a:lnTo>
                    <a:pt x="6675961" y="527942"/>
                  </a:lnTo>
                  <a:lnTo>
                    <a:pt x="6676087" y="527942"/>
                  </a:lnTo>
                  <a:lnTo>
                    <a:pt x="6676213" y="527942"/>
                  </a:lnTo>
                  <a:lnTo>
                    <a:pt x="6676339" y="527942"/>
                  </a:lnTo>
                  <a:lnTo>
                    <a:pt x="6676465" y="527942"/>
                  </a:lnTo>
                  <a:lnTo>
                    <a:pt x="6676591" y="527942"/>
                  </a:lnTo>
                  <a:lnTo>
                    <a:pt x="6676717" y="527942"/>
                  </a:lnTo>
                  <a:lnTo>
                    <a:pt x="6676843" y="527942"/>
                  </a:lnTo>
                  <a:lnTo>
                    <a:pt x="6676969" y="527942"/>
                  </a:lnTo>
                  <a:lnTo>
                    <a:pt x="6677095" y="527942"/>
                  </a:lnTo>
                  <a:lnTo>
                    <a:pt x="6677221" y="527942"/>
                  </a:lnTo>
                  <a:lnTo>
                    <a:pt x="6677348" y="527942"/>
                  </a:lnTo>
                  <a:lnTo>
                    <a:pt x="6677474" y="527942"/>
                  </a:lnTo>
                  <a:lnTo>
                    <a:pt x="6677600" y="527942"/>
                  </a:lnTo>
                  <a:lnTo>
                    <a:pt x="6677726" y="527942"/>
                  </a:lnTo>
                  <a:lnTo>
                    <a:pt x="6677852" y="527942"/>
                  </a:lnTo>
                  <a:lnTo>
                    <a:pt x="6677978" y="527942"/>
                  </a:lnTo>
                  <a:lnTo>
                    <a:pt x="6678104" y="527942"/>
                  </a:lnTo>
                  <a:lnTo>
                    <a:pt x="6678230" y="527942"/>
                  </a:lnTo>
                  <a:lnTo>
                    <a:pt x="6678356" y="527942"/>
                  </a:lnTo>
                  <a:lnTo>
                    <a:pt x="6678482" y="527942"/>
                  </a:lnTo>
                  <a:lnTo>
                    <a:pt x="6678608" y="527942"/>
                  </a:lnTo>
                  <a:lnTo>
                    <a:pt x="6678734" y="527942"/>
                  </a:lnTo>
                  <a:lnTo>
                    <a:pt x="6678861" y="527942"/>
                  </a:lnTo>
                  <a:lnTo>
                    <a:pt x="6678987" y="527942"/>
                  </a:lnTo>
                  <a:lnTo>
                    <a:pt x="6679113" y="527942"/>
                  </a:lnTo>
                  <a:lnTo>
                    <a:pt x="6679239" y="527942"/>
                  </a:lnTo>
                  <a:lnTo>
                    <a:pt x="6679365" y="527942"/>
                  </a:lnTo>
                  <a:lnTo>
                    <a:pt x="6679491" y="527942"/>
                  </a:lnTo>
                  <a:lnTo>
                    <a:pt x="6679617" y="527942"/>
                  </a:lnTo>
                  <a:lnTo>
                    <a:pt x="6679743" y="527942"/>
                  </a:lnTo>
                  <a:lnTo>
                    <a:pt x="6679869" y="527942"/>
                  </a:lnTo>
                  <a:lnTo>
                    <a:pt x="6679995" y="527942"/>
                  </a:lnTo>
                  <a:lnTo>
                    <a:pt x="6680121" y="527942"/>
                  </a:lnTo>
                  <a:lnTo>
                    <a:pt x="6680248" y="527942"/>
                  </a:lnTo>
                  <a:lnTo>
                    <a:pt x="6680374" y="527942"/>
                  </a:lnTo>
                  <a:lnTo>
                    <a:pt x="6680500" y="527942"/>
                  </a:lnTo>
                  <a:lnTo>
                    <a:pt x="6680626" y="527942"/>
                  </a:lnTo>
                  <a:lnTo>
                    <a:pt x="6680752" y="527942"/>
                  </a:lnTo>
                  <a:lnTo>
                    <a:pt x="6680878" y="527942"/>
                  </a:lnTo>
                  <a:lnTo>
                    <a:pt x="6681004" y="527942"/>
                  </a:lnTo>
                  <a:lnTo>
                    <a:pt x="6681130" y="527942"/>
                  </a:lnTo>
                  <a:lnTo>
                    <a:pt x="6681256" y="527942"/>
                  </a:lnTo>
                  <a:lnTo>
                    <a:pt x="6681382" y="527942"/>
                  </a:lnTo>
                  <a:lnTo>
                    <a:pt x="6681508" y="527942"/>
                  </a:lnTo>
                  <a:lnTo>
                    <a:pt x="6681635" y="527942"/>
                  </a:lnTo>
                  <a:lnTo>
                    <a:pt x="6681761" y="527942"/>
                  </a:lnTo>
                  <a:lnTo>
                    <a:pt x="6681887" y="527942"/>
                  </a:lnTo>
                  <a:lnTo>
                    <a:pt x="6682013" y="527942"/>
                  </a:lnTo>
                  <a:lnTo>
                    <a:pt x="6682139" y="527942"/>
                  </a:lnTo>
                  <a:lnTo>
                    <a:pt x="6682265" y="527942"/>
                  </a:lnTo>
                  <a:lnTo>
                    <a:pt x="6682391" y="527942"/>
                  </a:lnTo>
                  <a:lnTo>
                    <a:pt x="6682517" y="527942"/>
                  </a:lnTo>
                  <a:lnTo>
                    <a:pt x="6682643" y="527942"/>
                  </a:lnTo>
                  <a:lnTo>
                    <a:pt x="6682769" y="527942"/>
                  </a:lnTo>
                  <a:lnTo>
                    <a:pt x="6682895" y="527942"/>
                  </a:lnTo>
                  <a:lnTo>
                    <a:pt x="6683021" y="527942"/>
                  </a:lnTo>
                  <a:lnTo>
                    <a:pt x="6683148" y="527942"/>
                  </a:lnTo>
                  <a:lnTo>
                    <a:pt x="6683274" y="527942"/>
                  </a:lnTo>
                  <a:lnTo>
                    <a:pt x="6683400" y="527942"/>
                  </a:lnTo>
                  <a:lnTo>
                    <a:pt x="6683526" y="527942"/>
                  </a:lnTo>
                  <a:lnTo>
                    <a:pt x="6683652" y="527942"/>
                  </a:lnTo>
                  <a:lnTo>
                    <a:pt x="6683778" y="527942"/>
                  </a:lnTo>
                  <a:lnTo>
                    <a:pt x="6683904" y="527942"/>
                  </a:lnTo>
                  <a:lnTo>
                    <a:pt x="6684030" y="527942"/>
                  </a:lnTo>
                  <a:lnTo>
                    <a:pt x="6684156" y="527942"/>
                  </a:lnTo>
                  <a:lnTo>
                    <a:pt x="6684282" y="527942"/>
                  </a:lnTo>
                  <a:lnTo>
                    <a:pt x="6684408" y="527942"/>
                  </a:lnTo>
                  <a:lnTo>
                    <a:pt x="6684535" y="527942"/>
                  </a:lnTo>
                  <a:lnTo>
                    <a:pt x="6684661" y="527942"/>
                  </a:lnTo>
                  <a:lnTo>
                    <a:pt x="6684787" y="527942"/>
                  </a:lnTo>
                  <a:lnTo>
                    <a:pt x="6684913" y="527942"/>
                  </a:lnTo>
                  <a:lnTo>
                    <a:pt x="6685039" y="527942"/>
                  </a:lnTo>
                  <a:lnTo>
                    <a:pt x="6685165" y="527942"/>
                  </a:lnTo>
                  <a:lnTo>
                    <a:pt x="6685291" y="527942"/>
                  </a:lnTo>
                  <a:lnTo>
                    <a:pt x="6685417" y="527942"/>
                  </a:lnTo>
                  <a:lnTo>
                    <a:pt x="6685543" y="527942"/>
                  </a:lnTo>
                  <a:lnTo>
                    <a:pt x="6685543" y="522662"/>
                  </a:lnTo>
                  <a:lnTo>
                    <a:pt x="6685669" y="522662"/>
                  </a:lnTo>
                  <a:lnTo>
                    <a:pt x="6685795" y="522662"/>
                  </a:lnTo>
                  <a:lnTo>
                    <a:pt x="6685921" y="522662"/>
                  </a:lnTo>
                  <a:lnTo>
                    <a:pt x="6685921" y="517383"/>
                  </a:lnTo>
                  <a:lnTo>
                    <a:pt x="6686048" y="517383"/>
                  </a:lnTo>
                  <a:lnTo>
                    <a:pt x="6686174" y="517383"/>
                  </a:lnTo>
                  <a:lnTo>
                    <a:pt x="6686300" y="517383"/>
                  </a:lnTo>
                  <a:lnTo>
                    <a:pt x="6686426" y="517383"/>
                  </a:lnTo>
                  <a:lnTo>
                    <a:pt x="6686552" y="517383"/>
                  </a:lnTo>
                  <a:lnTo>
                    <a:pt x="6686678" y="517383"/>
                  </a:lnTo>
                  <a:lnTo>
                    <a:pt x="6686804" y="517383"/>
                  </a:lnTo>
                  <a:lnTo>
                    <a:pt x="6686930" y="517383"/>
                  </a:lnTo>
                  <a:lnTo>
                    <a:pt x="6687056" y="517383"/>
                  </a:lnTo>
                  <a:lnTo>
                    <a:pt x="6687182" y="517383"/>
                  </a:lnTo>
                  <a:lnTo>
                    <a:pt x="6687308" y="517383"/>
                  </a:lnTo>
                  <a:lnTo>
                    <a:pt x="6687435" y="517383"/>
                  </a:lnTo>
                  <a:lnTo>
                    <a:pt x="6687561" y="517383"/>
                  </a:lnTo>
                  <a:lnTo>
                    <a:pt x="6687687" y="517383"/>
                  </a:lnTo>
                  <a:lnTo>
                    <a:pt x="6687813" y="517383"/>
                  </a:lnTo>
                  <a:lnTo>
                    <a:pt x="6687939" y="517383"/>
                  </a:lnTo>
                  <a:lnTo>
                    <a:pt x="6688065" y="517383"/>
                  </a:lnTo>
                  <a:lnTo>
                    <a:pt x="6688191" y="517383"/>
                  </a:lnTo>
                  <a:lnTo>
                    <a:pt x="6688317" y="517383"/>
                  </a:lnTo>
                  <a:lnTo>
                    <a:pt x="6688443" y="517383"/>
                  </a:lnTo>
                  <a:lnTo>
                    <a:pt x="6688569" y="517383"/>
                  </a:lnTo>
                  <a:lnTo>
                    <a:pt x="6688695" y="517383"/>
                  </a:lnTo>
                  <a:lnTo>
                    <a:pt x="6688822" y="517383"/>
                  </a:lnTo>
                  <a:lnTo>
                    <a:pt x="6688948" y="517383"/>
                  </a:lnTo>
                  <a:lnTo>
                    <a:pt x="6689074" y="517383"/>
                  </a:lnTo>
                  <a:lnTo>
                    <a:pt x="6689200" y="517383"/>
                  </a:lnTo>
                  <a:lnTo>
                    <a:pt x="6689326" y="517383"/>
                  </a:lnTo>
                  <a:lnTo>
                    <a:pt x="6689452" y="517383"/>
                  </a:lnTo>
                  <a:lnTo>
                    <a:pt x="6689578" y="517383"/>
                  </a:lnTo>
                  <a:lnTo>
                    <a:pt x="6689704" y="517383"/>
                  </a:lnTo>
                  <a:lnTo>
                    <a:pt x="6689830" y="517383"/>
                  </a:lnTo>
                  <a:lnTo>
                    <a:pt x="6689956" y="517383"/>
                  </a:lnTo>
                  <a:lnTo>
                    <a:pt x="6690082" y="517383"/>
                  </a:lnTo>
                  <a:lnTo>
                    <a:pt x="6690208" y="517383"/>
                  </a:lnTo>
                  <a:lnTo>
                    <a:pt x="6690335" y="517383"/>
                  </a:lnTo>
                  <a:lnTo>
                    <a:pt x="6690461" y="517383"/>
                  </a:lnTo>
                  <a:lnTo>
                    <a:pt x="6690587" y="517383"/>
                  </a:lnTo>
                  <a:lnTo>
                    <a:pt x="6690713" y="517383"/>
                  </a:lnTo>
                  <a:lnTo>
                    <a:pt x="6690839" y="517383"/>
                  </a:lnTo>
                  <a:lnTo>
                    <a:pt x="6690965" y="517383"/>
                  </a:lnTo>
                  <a:lnTo>
                    <a:pt x="6691091" y="517383"/>
                  </a:lnTo>
                  <a:lnTo>
                    <a:pt x="6691217" y="517383"/>
                  </a:lnTo>
                  <a:lnTo>
                    <a:pt x="6691343" y="517383"/>
                  </a:lnTo>
                  <a:lnTo>
                    <a:pt x="6691469" y="517383"/>
                  </a:lnTo>
                  <a:lnTo>
                    <a:pt x="6691595" y="517383"/>
                  </a:lnTo>
                  <a:lnTo>
                    <a:pt x="6691722" y="517383"/>
                  </a:lnTo>
                  <a:lnTo>
                    <a:pt x="6691848" y="517383"/>
                  </a:lnTo>
                  <a:lnTo>
                    <a:pt x="6691974" y="517383"/>
                  </a:lnTo>
                  <a:lnTo>
                    <a:pt x="6692100" y="517383"/>
                  </a:lnTo>
                  <a:lnTo>
                    <a:pt x="6692226" y="517383"/>
                  </a:lnTo>
                  <a:lnTo>
                    <a:pt x="6692352" y="517383"/>
                  </a:lnTo>
                  <a:lnTo>
                    <a:pt x="6692478" y="517383"/>
                  </a:lnTo>
                  <a:lnTo>
                    <a:pt x="6692604" y="517383"/>
                  </a:lnTo>
                  <a:lnTo>
                    <a:pt x="6692730" y="517383"/>
                  </a:lnTo>
                  <a:lnTo>
                    <a:pt x="6692856" y="517383"/>
                  </a:lnTo>
                  <a:lnTo>
                    <a:pt x="6692982" y="517383"/>
                  </a:lnTo>
                  <a:lnTo>
                    <a:pt x="6693108" y="517383"/>
                  </a:lnTo>
                  <a:lnTo>
                    <a:pt x="6693235" y="517383"/>
                  </a:lnTo>
                  <a:lnTo>
                    <a:pt x="6693361" y="517383"/>
                  </a:lnTo>
                  <a:lnTo>
                    <a:pt x="6693487" y="517383"/>
                  </a:lnTo>
                  <a:lnTo>
                    <a:pt x="6693613" y="517383"/>
                  </a:lnTo>
                  <a:lnTo>
                    <a:pt x="6693739" y="517383"/>
                  </a:lnTo>
                  <a:lnTo>
                    <a:pt x="6693865" y="517383"/>
                  </a:lnTo>
                  <a:lnTo>
                    <a:pt x="6693991" y="517383"/>
                  </a:lnTo>
                  <a:lnTo>
                    <a:pt x="6694117" y="517383"/>
                  </a:lnTo>
                  <a:lnTo>
                    <a:pt x="6694243" y="517383"/>
                  </a:lnTo>
                  <a:lnTo>
                    <a:pt x="6694369" y="517383"/>
                  </a:lnTo>
                  <a:lnTo>
                    <a:pt x="6694495" y="517383"/>
                  </a:lnTo>
                  <a:lnTo>
                    <a:pt x="6694622" y="517383"/>
                  </a:lnTo>
                  <a:lnTo>
                    <a:pt x="6694748" y="517383"/>
                  </a:lnTo>
                  <a:lnTo>
                    <a:pt x="6694874" y="517383"/>
                  </a:lnTo>
                  <a:lnTo>
                    <a:pt x="6695000" y="517383"/>
                  </a:lnTo>
                  <a:lnTo>
                    <a:pt x="6695126" y="517383"/>
                  </a:lnTo>
                  <a:lnTo>
                    <a:pt x="6695252" y="517383"/>
                  </a:lnTo>
                  <a:lnTo>
                    <a:pt x="6695378" y="517383"/>
                  </a:lnTo>
                  <a:lnTo>
                    <a:pt x="6695504" y="517383"/>
                  </a:lnTo>
                  <a:lnTo>
                    <a:pt x="6695630" y="517383"/>
                  </a:lnTo>
                  <a:lnTo>
                    <a:pt x="6695756" y="517383"/>
                  </a:lnTo>
                  <a:lnTo>
                    <a:pt x="6695882" y="517383"/>
                  </a:lnTo>
                  <a:lnTo>
                    <a:pt x="6696009" y="517383"/>
                  </a:lnTo>
                  <a:lnTo>
                    <a:pt x="6696135" y="517383"/>
                  </a:lnTo>
                  <a:lnTo>
                    <a:pt x="6696261" y="517383"/>
                  </a:lnTo>
                  <a:lnTo>
                    <a:pt x="6696387" y="517383"/>
                  </a:lnTo>
                  <a:lnTo>
                    <a:pt x="6696513" y="517383"/>
                  </a:lnTo>
                  <a:lnTo>
                    <a:pt x="6696639" y="517383"/>
                  </a:lnTo>
                  <a:lnTo>
                    <a:pt x="6696765" y="517383"/>
                  </a:lnTo>
                  <a:lnTo>
                    <a:pt x="6696891" y="517383"/>
                  </a:lnTo>
                  <a:lnTo>
                    <a:pt x="6697017" y="517383"/>
                  </a:lnTo>
                  <a:lnTo>
                    <a:pt x="6697143" y="517383"/>
                  </a:lnTo>
                  <a:lnTo>
                    <a:pt x="6697269" y="517383"/>
                  </a:lnTo>
                  <a:lnTo>
                    <a:pt x="6697395" y="517383"/>
                  </a:lnTo>
                  <a:lnTo>
                    <a:pt x="6697522" y="517383"/>
                  </a:lnTo>
                  <a:lnTo>
                    <a:pt x="6697648" y="517383"/>
                  </a:lnTo>
                  <a:lnTo>
                    <a:pt x="6697774" y="517383"/>
                  </a:lnTo>
                  <a:lnTo>
                    <a:pt x="6697900" y="517383"/>
                  </a:lnTo>
                  <a:lnTo>
                    <a:pt x="6698026" y="517383"/>
                  </a:lnTo>
                  <a:lnTo>
                    <a:pt x="6698152" y="517383"/>
                  </a:lnTo>
                  <a:lnTo>
                    <a:pt x="6698278" y="517383"/>
                  </a:lnTo>
                  <a:lnTo>
                    <a:pt x="6698404" y="517383"/>
                  </a:lnTo>
                  <a:lnTo>
                    <a:pt x="6698530" y="517383"/>
                  </a:lnTo>
                  <a:lnTo>
                    <a:pt x="6698656" y="517383"/>
                  </a:lnTo>
                  <a:lnTo>
                    <a:pt x="6698782" y="517383"/>
                  </a:lnTo>
                  <a:lnTo>
                    <a:pt x="6698909" y="517383"/>
                  </a:lnTo>
                  <a:lnTo>
                    <a:pt x="6699035" y="517383"/>
                  </a:lnTo>
                  <a:lnTo>
                    <a:pt x="6699161" y="517383"/>
                  </a:lnTo>
                  <a:lnTo>
                    <a:pt x="6699287" y="517383"/>
                  </a:lnTo>
                  <a:lnTo>
                    <a:pt x="6699413" y="517383"/>
                  </a:lnTo>
                  <a:lnTo>
                    <a:pt x="6699539" y="517383"/>
                  </a:lnTo>
                  <a:lnTo>
                    <a:pt x="6699665" y="517383"/>
                  </a:lnTo>
                  <a:lnTo>
                    <a:pt x="6699791" y="517383"/>
                  </a:lnTo>
                  <a:lnTo>
                    <a:pt x="6699917" y="517383"/>
                  </a:lnTo>
                  <a:lnTo>
                    <a:pt x="6700043" y="517383"/>
                  </a:lnTo>
                  <a:lnTo>
                    <a:pt x="6700169" y="517383"/>
                  </a:lnTo>
                  <a:lnTo>
                    <a:pt x="6700295" y="517383"/>
                  </a:lnTo>
                  <a:lnTo>
                    <a:pt x="6700422" y="517383"/>
                  </a:lnTo>
                  <a:lnTo>
                    <a:pt x="6700548" y="517383"/>
                  </a:lnTo>
                  <a:lnTo>
                    <a:pt x="6700674" y="517383"/>
                  </a:lnTo>
                  <a:lnTo>
                    <a:pt x="6700800" y="517383"/>
                  </a:lnTo>
                  <a:lnTo>
                    <a:pt x="6700926" y="517383"/>
                  </a:lnTo>
                  <a:lnTo>
                    <a:pt x="6701052" y="517383"/>
                  </a:lnTo>
                  <a:lnTo>
                    <a:pt x="6701178" y="517383"/>
                  </a:lnTo>
                  <a:lnTo>
                    <a:pt x="6701304" y="517383"/>
                  </a:lnTo>
                  <a:lnTo>
                    <a:pt x="6701430" y="517383"/>
                  </a:lnTo>
                  <a:lnTo>
                    <a:pt x="6701556" y="517383"/>
                  </a:lnTo>
                  <a:lnTo>
                    <a:pt x="6701682" y="517383"/>
                  </a:lnTo>
                  <a:lnTo>
                    <a:pt x="6701809" y="517383"/>
                  </a:lnTo>
                  <a:lnTo>
                    <a:pt x="6701935" y="517383"/>
                  </a:lnTo>
                  <a:lnTo>
                    <a:pt x="6702061" y="517383"/>
                  </a:lnTo>
                  <a:lnTo>
                    <a:pt x="6702187" y="517383"/>
                  </a:lnTo>
                  <a:lnTo>
                    <a:pt x="6702313" y="517383"/>
                  </a:lnTo>
                  <a:lnTo>
                    <a:pt x="6702439" y="517383"/>
                  </a:lnTo>
                  <a:lnTo>
                    <a:pt x="6702565" y="517383"/>
                  </a:lnTo>
                  <a:lnTo>
                    <a:pt x="6702691" y="517383"/>
                  </a:lnTo>
                  <a:lnTo>
                    <a:pt x="6702817" y="517383"/>
                  </a:lnTo>
                  <a:lnTo>
                    <a:pt x="6702943" y="517383"/>
                  </a:lnTo>
                  <a:lnTo>
                    <a:pt x="6703069" y="517383"/>
                  </a:lnTo>
                  <a:lnTo>
                    <a:pt x="6703195" y="517383"/>
                  </a:lnTo>
                  <a:lnTo>
                    <a:pt x="6703322" y="517383"/>
                  </a:lnTo>
                  <a:lnTo>
                    <a:pt x="6703448" y="517383"/>
                  </a:lnTo>
                  <a:lnTo>
                    <a:pt x="6703574" y="517383"/>
                  </a:lnTo>
                  <a:lnTo>
                    <a:pt x="6703700" y="517383"/>
                  </a:lnTo>
                  <a:lnTo>
                    <a:pt x="6703826" y="517383"/>
                  </a:lnTo>
                  <a:lnTo>
                    <a:pt x="6703952" y="517383"/>
                  </a:lnTo>
                  <a:lnTo>
                    <a:pt x="6704078" y="517383"/>
                  </a:lnTo>
                  <a:lnTo>
                    <a:pt x="6704204" y="517383"/>
                  </a:lnTo>
                  <a:lnTo>
                    <a:pt x="6704330" y="517383"/>
                  </a:lnTo>
                  <a:lnTo>
                    <a:pt x="6704456" y="517383"/>
                  </a:lnTo>
                  <a:lnTo>
                    <a:pt x="6704582" y="517383"/>
                  </a:lnTo>
                  <a:lnTo>
                    <a:pt x="6704709" y="517383"/>
                  </a:lnTo>
                  <a:lnTo>
                    <a:pt x="6704835" y="517383"/>
                  </a:lnTo>
                  <a:lnTo>
                    <a:pt x="6704961" y="517383"/>
                  </a:lnTo>
                  <a:lnTo>
                    <a:pt x="6705087" y="517383"/>
                  </a:lnTo>
                  <a:lnTo>
                    <a:pt x="6705213" y="517383"/>
                  </a:lnTo>
                  <a:lnTo>
                    <a:pt x="6705339" y="517383"/>
                  </a:lnTo>
                  <a:lnTo>
                    <a:pt x="6705465" y="517383"/>
                  </a:lnTo>
                  <a:lnTo>
                    <a:pt x="6705591" y="517383"/>
                  </a:lnTo>
                  <a:lnTo>
                    <a:pt x="6705717" y="517383"/>
                  </a:lnTo>
                  <a:lnTo>
                    <a:pt x="6705843" y="517383"/>
                  </a:lnTo>
                  <a:lnTo>
                    <a:pt x="6705969" y="517383"/>
                  </a:lnTo>
                  <a:lnTo>
                    <a:pt x="6706096" y="517383"/>
                  </a:lnTo>
                  <a:lnTo>
                    <a:pt x="6706222" y="517383"/>
                  </a:lnTo>
                  <a:lnTo>
                    <a:pt x="6706348" y="517383"/>
                  </a:lnTo>
                  <a:lnTo>
                    <a:pt x="6706474" y="517383"/>
                  </a:lnTo>
                  <a:lnTo>
                    <a:pt x="6706600" y="517383"/>
                  </a:lnTo>
                  <a:lnTo>
                    <a:pt x="6706726" y="517383"/>
                  </a:lnTo>
                  <a:lnTo>
                    <a:pt x="6706852" y="517383"/>
                  </a:lnTo>
                  <a:lnTo>
                    <a:pt x="6706978" y="517383"/>
                  </a:lnTo>
                  <a:lnTo>
                    <a:pt x="6707104" y="517383"/>
                  </a:lnTo>
                  <a:lnTo>
                    <a:pt x="6707230" y="517383"/>
                  </a:lnTo>
                  <a:lnTo>
                    <a:pt x="6707356" y="517383"/>
                  </a:lnTo>
                  <a:lnTo>
                    <a:pt x="6707482" y="517383"/>
                  </a:lnTo>
                  <a:lnTo>
                    <a:pt x="6707609" y="517383"/>
                  </a:lnTo>
                  <a:lnTo>
                    <a:pt x="6707735" y="517383"/>
                  </a:lnTo>
                  <a:lnTo>
                    <a:pt x="6707861" y="517383"/>
                  </a:lnTo>
                  <a:lnTo>
                    <a:pt x="6707987" y="517383"/>
                  </a:lnTo>
                  <a:lnTo>
                    <a:pt x="6708113" y="517383"/>
                  </a:lnTo>
                  <a:lnTo>
                    <a:pt x="6708239" y="517383"/>
                  </a:lnTo>
                  <a:lnTo>
                    <a:pt x="6708365" y="517383"/>
                  </a:lnTo>
                  <a:lnTo>
                    <a:pt x="6708491" y="517383"/>
                  </a:lnTo>
                  <a:lnTo>
                    <a:pt x="6708617" y="517383"/>
                  </a:lnTo>
                  <a:lnTo>
                    <a:pt x="6708743" y="517383"/>
                  </a:lnTo>
                  <a:lnTo>
                    <a:pt x="6708869" y="517383"/>
                  </a:lnTo>
                  <a:lnTo>
                    <a:pt x="6708996" y="517383"/>
                  </a:lnTo>
                  <a:lnTo>
                    <a:pt x="6709122" y="517383"/>
                  </a:lnTo>
                  <a:lnTo>
                    <a:pt x="6709248" y="517383"/>
                  </a:lnTo>
                  <a:lnTo>
                    <a:pt x="6709374" y="517383"/>
                  </a:lnTo>
                  <a:lnTo>
                    <a:pt x="6709500" y="517383"/>
                  </a:lnTo>
                  <a:lnTo>
                    <a:pt x="6709626" y="517383"/>
                  </a:lnTo>
                  <a:lnTo>
                    <a:pt x="6709752" y="517383"/>
                  </a:lnTo>
                  <a:lnTo>
                    <a:pt x="6709878" y="517383"/>
                  </a:lnTo>
                  <a:lnTo>
                    <a:pt x="6710004" y="517383"/>
                  </a:lnTo>
                  <a:lnTo>
                    <a:pt x="6710130" y="517383"/>
                  </a:lnTo>
                  <a:lnTo>
                    <a:pt x="6710256" y="517383"/>
                  </a:lnTo>
                  <a:lnTo>
                    <a:pt x="6710382" y="517383"/>
                  </a:lnTo>
                  <a:lnTo>
                    <a:pt x="6710509" y="517383"/>
                  </a:lnTo>
                  <a:lnTo>
                    <a:pt x="6710635" y="517383"/>
                  </a:lnTo>
                  <a:lnTo>
                    <a:pt x="6710761" y="517383"/>
                  </a:lnTo>
                  <a:lnTo>
                    <a:pt x="6710887" y="517383"/>
                  </a:lnTo>
                  <a:lnTo>
                    <a:pt x="6711013" y="517383"/>
                  </a:lnTo>
                  <a:lnTo>
                    <a:pt x="6711139" y="517383"/>
                  </a:lnTo>
                  <a:lnTo>
                    <a:pt x="6711265" y="517383"/>
                  </a:lnTo>
                  <a:lnTo>
                    <a:pt x="6711391" y="517383"/>
                  </a:lnTo>
                  <a:lnTo>
                    <a:pt x="6711517" y="517383"/>
                  </a:lnTo>
                  <a:lnTo>
                    <a:pt x="6711643" y="517383"/>
                  </a:lnTo>
                  <a:lnTo>
                    <a:pt x="6711769" y="517383"/>
                  </a:lnTo>
                  <a:lnTo>
                    <a:pt x="6711896" y="517383"/>
                  </a:lnTo>
                  <a:lnTo>
                    <a:pt x="6712022" y="517383"/>
                  </a:lnTo>
                  <a:lnTo>
                    <a:pt x="6712148" y="517383"/>
                  </a:lnTo>
                  <a:lnTo>
                    <a:pt x="6712274" y="517383"/>
                  </a:lnTo>
                  <a:lnTo>
                    <a:pt x="6712400" y="517383"/>
                  </a:lnTo>
                  <a:lnTo>
                    <a:pt x="6712526" y="517383"/>
                  </a:lnTo>
                  <a:lnTo>
                    <a:pt x="6712652" y="517383"/>
                  </a:lnTo>
                  <a:lnTo>
                    <a:pt x="6712778" y="517383"/>
                  </a:lnTo>
                  <a:lnTo>
                    <a:pt x="6712904" y="517383"/>
                  </a:lnTo>
                  <a:lnTo>
                    <a:pt x="6713030" y="517383"/>
                  </a:lnTo>
                  <a:lnTo>
                    <a:pt x="6713156" y="517383"/>
                  </a:lnTo>
                  <a:lnTo>
                    <a:pt x="6713283" y="517383"/>
                  </a:lnTo>
                  <a:lnTo>
                    <a:pt x="6713409" y="517383"/>
                  </a:lnTo>
                  <a:lnTo>
                    <a:pt x="6713535" y="517383"/>
                  </a:lnTo>
                  <a:lnTo>
                    <a:pt x="6713661" y="517383"/>
                  </a:lnTo>
                  <a:lnTo>
                    <a:pt x="6713787" y="517383"/>
                  </a:lnTo>
                  <a:lnTo>
                    <a:pt x="6713913" y="517383"/>
                  </a:lnTo>
                  <a:lnTo>
                    <a:pt x="6714039" y="517383"/>
                  </a:lnTo>
                  <a:lnTo>
                    <a:pt x="6714165" y="517383"/>
                  </a:lnTo>
                  <a:lnTo>
                    <a:pt x="6714291" y="517383"/>
                  </a:lnTo>
                  <a:lnTo>
                    <a:pt x="6714417" y="517383"/>
                  </a:lnTo>
                  <a:lnTo>
                    <a:pt x="6714543" y="517383"/>
                  </a:lnTo>
                  <a:lnTo>
                    <a:pt x="6714669" y="517383"/>
                  </a:lnTo>
                  <a:lnTo>
                    <a:pt x="6714796" y="517383"/>
                  </a:lnTo>
                  <a:lnTo>
                    <a:pt x="6714922" y="517383"/>
                  </a:lnTo>
                  <a:lnTo>
                    <a:pt x="6715048" y="517383"/>
                  </a:lnTo>
                  <a:lnTo>
                    <a:pt x="6715174" y="517383"/>
                  </a:lnTo>
                  <a:lnTo>
                    <a:pt x="6715300" y="517383"/>
                  </a:lnTo>
                  <a:lnTo>
                    <a:pt x="6715426" y="517383"/>
                  </a:lnTo>
                  <a:lnTo>
                    <a:pt x="6715552" y="517383"/>
                  </a:lnTo>
                  <a:lnTo>
                    <a:pt x="6715678" y="517383"/>
                  </a:lnTo>
                  <a:lnTo>
                    <a:pt x="6715804" y="517383"/>
                  </a:lnTo>
                  <a:lnTo>
                    <a:pt x="6715930" y="517383"/>
                  </a:lnTo>
                  <a:lnTo>
                    <a:pt x="6716056" y="517383"/>
                  </a:lnTo>
                  <a:lnTo>
                    <a:pt x="6716183" y="517383"/>
                  </a:lnTo>
                  <a:lnTo>
                    <a:pt x="6716309" y="517383"/>
                  </a:lnTo>
                  <a:lnTo>
                    <a:pt x="6716435" y="517383"/>
                  </a:lnTo>
                  <a:lnTo>
                    <a:pt x="6716561" y="517383"/>
                  </a:lnTo>
                  <a:lnTo>
                    <a:pt x="6716687" y="517383"/>
                  </a:lnTo>
                  <a:lnTo>
                    <a:pt x="6716813" y="517383"/>
                  </a:lnTo>
                  <a:lnTo>
                    <a:pt x="6716939" y="517383"/>
                  </a:lnTo>
                  <a:lnTo>
                    <a:pt x="6717065" y="517383"/>
                  </a:lnTo>
                  <a:lnTo>
                    <a:pt x="6717191" y="517383"/>
                  </a:lnTo>
                  <a:lnTo>
                    <a:pt x="6717317" y="517383"/>
                  </a:lnTo>
                  <a:lnTo>
                    <a:pt x="6717443" y="517383"/>
                  </a:lnTo>
                  <a:lnTo>
                    <a:pt x="6717569" y="517383"/>
                  </a:lnTo>
                  <a:lnTo>
                    <a:pt x="6717696" y="517383"/>
                  </a:lnTo>
                  <a:lnTo>
                    <a:pt x="6717822" y="517383"/>
                  </a:lnTo>
                  <a:lnTo>
                    <a:pt x="6717948" y="517383"/>
                  </a:lnTo>
                  <a:lnTo>
                    <a:pt x="6718074" y="517383"/>
                  </a:lnTo>
                  <a:lnTo>
                    <a:pt x="6718200" y="517383"/>
                  </a:lnTo>
                  <a:lnTo>
                    <a:pt x="6718326" y="517383"/>
                  </a:lnTo>
                  <a:lnTo>
                    <a:pt x="6718452" y="517383"/>
                  </a:lnTo>
                  <a:lnTo>
                    <a:pt x="6718578" y="517383"/>
                  </a:lnTo>
                  <a:lnTo>
                    <a:pt x="6718704" y="517383"/>
                  </a:lnTo>
                  <a:lnTo>
                    <a:pt x="6718830" y="517383"/>
                  </a:lnTo>
                  <a:lnTo>
                    <a:pt x="6718956" y="517383"/>
                  </a:lnTo>
                  <a:lnTo>
                    <a:pt x="6719083" y="517383"/>
                  </a:lnTo>
                  <a:lnTo>
                    <a:pt x="6719209" y="517383"/>
                  </a:lnTo>
                  <a:lnTo>
                    <a:pt x="6719335" y="517383"/>
                  </a:lnTo>
                  <a:lnTo>
                    <a:pt x="6719461" y="517383"/>
                  </a:lnTo>
                  <a:lnTo>
                    <a:pt x="6719587" y="517383"/>
                  </a:lnTo>
                  <a:lnTo>
                    <a:pt x="6719713" y="517383"/>
                  </a:lnTo>
                  <a:lnTo>
                    <a:pt x="6719839" y="517383"/>
                  </a:lnTo>
                  <a:lnTo>
                    <a:pt x="6719965" y="517383"/>
                  </a:lnTo>
                  <a:lnTo>
                    <a:pt x="6720091" y="517383"/>
                  </a:lnTo>
                  <a:lnTo>
                    <a:pt x="6720217" y="517383"/>
                  </a:lnTo>
                  <a:lnTo>
                    <a:pt x="6720343" y="517383"/>
                  </a:lnTo>
                  <a:lnTo>
                    <a:pt x="6720469" y="517383"/>
                  </a:lnTo>
                  <a:lnTo>
                    <a:pt x="6720469" y="512103"/>
                  </a:lnTo>
                  <a:lnTo>
                    <a:pt x="6720596" y="512103"/>
                  </a:lnTo>
                  <a:lnTo>
                    <a:pt x="6720722" y="512103"/>
                  </a:lnTo>
                  <a:lnTo>
                    <a:pt x="6720848" y="512103"/>
                  </a:lnTo>
                  <a:lnTo>
                    <a:pt x="6720974" y="512103"/>
                  </a:lnTo>
                  <a:lnTo>
                    <a:pt x="6721100" y="512103"/>
                  </a:lnTo>
                  <a:lnTo>
                    <a:pt x="6721226" y="512103"/>
                  </a:lnTo>
                  <a:lnTo>
                    <a:pt x="6721352" y="512103"/>
                  </a:lnTo>
                  <a:lnTo>
                    <a:pt x="6721478" y="512103"/>
                  </a:lnTo>
                  <a:lnTo>
                    <a:pt x="6721604" y="512103"/>
                  </a:lnTo>
                  <a:lnTo>
                    <a:pt x="6721730" y="512103"/>
                  </a:lnTo>
                  <a:lnTo>
                    <a:pt x="6721856" y="512103"/>
                  </a:lnTo>
                  <a:lnTo>
                    <a:pt x="6721983" y="512103"/>
                  </a:lnTo>
                  <a:lnTo>
                    <a:pt x="6722109" y="512103"/>
                  </a:lnTo>
                  <a:lnTo>
                    <a:pt x="6722235" y="512103"/>
                  </a:lnTo>
                  <a:lnTo>
                    <a:pt x="6722361" y="512103"/>
                  </a:lnTo>
                  <a:lnTo>
                    <a:pt x="6722487" y="512103"/>
                  </a:lnTo>
                  <a:lnTo>
                    <a:pt x="6722613" y="512103"/>
                  </a:lnTo>
                  <a:lnTo>
                    <a:pt x="6722739" y="512103"/>
                  </a:lnTo>
                  <a:lnTo>
                    <a:pt x="6722865" y="512103"/>
                  </a:lnTo>
                  <a:lnTo>
                    <a:pt x="6722991" y="512103"/>
                  </a:lnTo>
                  <a:lnTo>
                    <a:pt x="6723117" y="512103"/>
                  </a:lnTo>
                  <a:lnTo>
                    <a:pt x="6723243" y="512103"/>
                  </a:lnTo>
                  <a:lnTo>
                    <a:pt x="6723370" y="512103"/>
                  </a:lnTo>
                  <a:lnTo>
                    <a:pt x="6723496" y="512103"/>
                  </a:lnTo>
                  <a:lnTo>
                    <a:pt x="6723622" y="512103"/>
                  </a:lnTo>
                  <a:lnTo>
                    <a:pt x="6723748" y="512103"/>
                  </a:lnTo>
                  <a:lnTo>
                    <a:pt x="6723874" y="512103"/>
                  </a:lnTo>
                  <a:lnTo>
                    <a:pt x="6724000" y="512103"/>
                  </a:lnTo>
                  <a:lnTo>
                    <a:pt x="6724126" y="512103"/>
                  </a:lnTo>
                  <a:lnTo>
                    <a:pt x="6724252" y="512103"/>
                  </a:lnTo>
                  <a:lnTo>
                    <a:pt x="6724378" y="512103"/>
                  </a:lnTo>
                  <a:lnTo>
                    <a:pt x="6724504" y="512103"/>
                  </a:lnTo>
                  <a:lnTo>
                    <a:pt x="6724630" y="512103"/>
                  </a:lnTo>
                  <a:lnTo>
                    <a:pt x="6724756" y="512103"/>
                  </a:lnTo>
                  <a:lnTo>
                    <a:pt x="6724883" y="512103"/>
                  </a:lnTo>
                  <a:lnTo>
                    <a:pt x="6725009" y="512103"/>
                  </a:lnTo>
                  <a:lnTo>
                    <a:pt x="6725135" y="512103"/>
                  </a:lnTo>
                  <a:lnTo>
                    <a:pt x="6725261" y="512103"/>
                  </a:lnTo>
                  <a:lnTo>
                    <a:pt x="6725387" y="512103"/>
                  </a:lnTo>
                  <a:lnTo>
                    <a:pt x="6725513" y="512103"/>
                  </a:lnTo>
                  <a:lnTo>
                    <a:pt x="6725639" y="512103"/>
                  </a:lnTo>
                  <a:lnTo>
                    <a:pt x="6725765" y="512103"/>
                  </a:lnTo>
                  <a:lnTo>
                    <a:pt x="6725891" y="512103"/>
                  </a:lnTo>
                  <a:lnTo>
                    <a:pt x="6726017" y="512103"/>
                  </a:lnTo>
                  <a:lnTo>
                    <a:pt x="6726143" y="512103"/>
                  </a:lnTo>
                  <a:lnTo>
                    <a:pt x="6726270" y="512103"/>
                  </a:lnTo>
                  <a:lnTo>
                    <a:pt x="6726396" y="512103"/>
                  </a:lnTo>
                  <a:lnTo>
                    <a:pt x="6726522" y="512103"/>
                  </a:lnTo>
                  <a:lnTo>
                    <a:pt x="6726648" y="512103"/>
                  </a:lnTo>
                  <a:lnTo>
                    <a:pt x="6726774" y="512103"/>
                  </a:lnTo>
                  <a:lnTo>
                    <a:pt x="6726900" y="512103"/>
                  </a:lnTo>
                  <a:lnTo>
                    <a:pt x="6727026" y="512103"/>
                  </a:lnTo>
                  <a:lnTo>
                    <a:pt x="6727152" y="512103"/>
                  </a:lnTo>
                  <a:lnTo>
                    <a:pt x="6727278" y="512103"/>
                  </a:lnTo>
                  <a:lnTo>
                    <a:pt x="6727404" y="512103"/>
                  </a:lnTo>
                  <a:lnTo>
                    <a:pt x="6727530" y="512103"/>
                  </a:lnTo>
                  <a:lnTo>
                    <a:pt x="6727656" y="512103"/>
                  </a:lnTo>
                  <a:lnTo>
                    <a:pt x="6727783" y="512103"/>
                  </a:lnTo>
                  <a:lnTo>
                    <a:pt x="6727909" y="512103"/>
                  </a:lnTo>
                  <a:lnTo>
                    <a:pt x="6728035" y="512103"/>
                  </a:lnTo>
                  <a:lnTo>
                    <a:pt x="6728161" y="512103"/>
                  </a:lnTo>
                  <a:lnTo>
                    <a:pt x="6728287" y="512103"/>
                  </a:lnTo>
                  <a:lnTo>
                    <a:pt x="6728413" y="512103"/>
                  </a:lnTo>
                  <a:lnTo>
                    <a:pt x="6728539" y="512103"/>
                  </a:lnTo>
                  <a:lnTo>
                    <a:pt x="6728665" y="512103"/>
                  </a:lnTo>
                  <a:lnTo>
                    <a:pt x="6728791" y="512103"/>
                  </a:lnTo>
                  <a:lnTo>
                    <a:pt x="6728917" y="512103"/>
                  </a:lnTo>
                  <a:lnTo>
                    <a:pt x="6729043" y="512103"/>
                  </a:lnTo>
                  <a:lnTo>
                    <a:pt x="6729170" y="512103"/>
                  </a:lnTo>
                  <a:lnTo>
                    <a:pt x="6729296" y="512103"/>
                  </a:lnTo>
                  <a:lnTo>
                    <a:pt x="6729422" y="512103"/>
                  </a:lnTo>
                  <a:lnTo>
                    <a:pt x="6729548" y="512103"/>
                  </a:lnTo>
                  <a:lnTo>
                    <a:pt x="6729674" y="512103"/>
                  </a:lnTo>
                  <a:lnTo>
                    <a:pt x="6729800" y="512103"/>
                  </a:lnTo>
                  <a:lnTo>
                    <a:pt x="6729926" y="512103"/>
                  </a:lnTo>
                  <a:lnTo>
                    <a:pt x="6730052" y="512103"/>
                  </a:lnTo>
                  <a:lnTo>
                    <a:pt x="6730178" y="512103"/>
                  </a:lnTo>
                  <a:lnTo>
                    <a:pt x="6730304" y="512103"/>
                  </a:lnTo>
                  <a:lnTo>
                    <a:pt x="6730430" y="512103"/>
                  </a:lnTo>
                  <a:lnTo>
                    <a:pt x="6730557" y="512103"/>
                  </a:lnTo>
                  <a:lnTo>
                    <a:pt x="6730683" y="512103"/>
                  </a:lnTo>
                  <a:lnTo>
                    <a:pt x="6730809" y="512103"/>
                  </a:lnTo>
                  <a:lnTo>
                    <a:pt x="6730935" y="512103"/>
                  </a:lnTo>
                  <a:lnTo>
                    <a:pt x="6731061" y="512103"/>
                  </a:lnTo>
                  <a:lnTo>
                    <a:pt x="6731187" y="512103"/>
                  </a:lnTo>
                  <a:lnTo>
                    <a:pt x="6731313" y="512103"/>
                  </a:lnTo>
                  <a:lnTo>
                    <a:pt x="6731439" y="512103"/>
                  </a:lnTo>
                  <a:lnTo>
                    <a:pt x="6731565" y="512103"/>
                  </a:lnTo>
                  <a:lnTo>
                    <a:pt x="6731691" y="512103"/>
                  </a:lnTo>
                  <a:lnTo>
                    <a:pt x="6731817" y="512103"/>
                  </a:lnTo>
                  <a:lnTo>
                    <a:pt x="6731943" y="512103"/>
                  </a:lnTo>
                  <a:lnTo>
                    <a:pt x="6732070" y="512103"/>
                  </a:lnTo>
                  <a:lnTo>
                    <a:pt x="6732196" y="512103"/>
                  </a:lnTo>
                  <a:lnTo>
                    <a:pt x="6732322" y="512103"/>
                  </a:lnTo>
                  <a:lnTo>
                    <a:pt x="6732448" y="512103"/>
                  </a:lnTo>
                  <a:lnTo>
                    <a:pt x="6732574" y="512103"/>
                  </a:lnTo>
                  <a:lnTo>
                    <a:pt x="6732700" y="512103"/>
                  </a:lnTo>
                  <a:lnTo>
                    <a:pt x="6732826" y="512103"/>
                  </a:lnTo>
                  <a:lnTo>
                    <a:pt x="6732952" y="512103"/>
                  </a:lnTo>
                  <a:lnTo>
                    <a:pt x="6733078" y="512103"/>
                  </a:lnTo>
                  <a:lnTo>
                    <a:pt x="6733204" y="512103"/>
                  </a:lnTo>
                  <a:lnTo>
                    <a:pt x="6733330" y="512103"/>
                  </a:lnTo>
                  <a:lnTo>
                    <a:pt x="6733457" y="512103"/>
                  </a:lnTo>
                  <a:lnTo>
                    <a:pt x="6733583" y="512103"/>
                  </a:lnTo>
                  <a:lnTo>
                    <a:pt x="6733709" y="512103"/>
                  </a:lnTo>
                  <a:lnTo>
                    <a:pt x="6733835" y="512103"/>
                  </a:lnTo>
                  <a:lnTo>
                    <a:pt x="6733961" y="512103"/>
                  </a:lnTo>
                  <a:lnTo>
                    <a:pt x="6734087" y="512103"/>
                  </a:lnTo>
                  <a:lnTo>
                    <a:pt x="6734213" y="512103"/>
                  </a:lnTo>
                  <a:lnTo>
                    <a:pt x="6734339" y="512103"/>
                  </a:lnTo>
                  <a:lnTo>
                    <a:pt x="6734465" y="512103"/>
                  </a:lnTo>
                  <a:lnTo>
                    <a:pt x="6734591" y="512103"/>
                  </a:lnTo>
                  <a:lnTo>
                    <a:pt x="6734717" y="512103"/>
                  </a:lnTo>
                  <a:lnTo>
                    <a:pt x="6734843" y="512103"/>
                  </a:lnTo>
                  <a:lnTo>
                    <a:pt x="6734970" y="512103"/>
                  </a:lnTo>
                  <a:lnTo>
                    <a:pt x="6735096" y="512103"/>
                  </a:lnTo>
                  <a:lnTo>
                    <a:pt x="6735222" y="512103"/>
                  </a:lnTo>
                  <a:lnTo>
                    <a:pt x="6735348" y="512103"/>
                  </a:lnTo>
                  <a:lnTo>
                    <a:pt x="6735474" y="512103"/>
                  </a:lnTo>
                  <a:lnTo>
                    <a:pt x="6735600" y="512103"/>
                  </a:lnTo>
                  <a:lnTo>
                    <a:pt x="6735726" y="512103"/>
                  </a:lnTo>
                  <a:lnTo>
                    <a:pt x="6735852" y="512103"/>
                  </a:lnTo>
                  <a:lnTo>
                    <a:pt x="6735978" y="512103"/>
                  </a:lnTo>
                  <a:lnTo>
                    <a:pt x="6736104" y="512103"/>
                  </a:lnTo>
                  <a:lnTo>
                    <a:pt x="6736230" y="512103"/>
                  </a:lnTo>
                  <a:lnTo>
                    <a:pt x="6736357" y="512103"/>
                  </a:lnTo>
                  <a:lnTo>
                    <a:pt x="6736483" y="512103"/>
                  </a:lnTo>
                  <a:lnTo>
                    <a:pt x="6736609" y="512103"/>
                  </a:lnTo>
                  <a:lnTo>
                    <a:pt x="6736735" y="512103"/>
                  </a:lnTo>
                  <a:lnTo>
                    <a:pt x="6736861" y="512103"/>
                  </a:lnTo>
                  <a:lnTo>
                    <a:pt x="6736861" y="506824"/>
                  </a:lnTo>
                  <a:lnTo>
                    <a:pt x="6736987" y="506824"/>
                  </a:lnTo>
                  <a:lnTo>
                    <a:pt x="6737113" y="506824"/>
                  </a:lnTo>
                  <a:lnTo>
                    <a:pt x="6737239" y="506824"/>
                  </a:lnTo>
                  <a:lnTo>
                    <a:pt x="6737365" y="506824"/>
                  </a:lnTo>
                  <a:lnTo>
                    <a:pt x="6737491" y="506824"/>
                  </a:lnTo>
                  <a:lnTo>
                    <a:pt x="6737617" y="506824"/>
                  </a:lnTo>
                  <a:lnTo>
                    <a:pt x="6737744" y="506824"/>
                  </a:lnTo>
                  <a:lnTo>
                    <a:pt x="6737870" y="506824"/>
                  </a:lnTo>
                  <a:lnTo>
                    <a:pt x="6737996" y="506824"/>
                  </a:lnTo>
                  <a:lnTo>
                    <a:pt x="6738122" y="506824"/>
                  </a:lnTo>
                  <a:lnTo>
                    <a:pt x="6738248" y="506824"/>
                  </a:lnTo>
                  <a:lnTo>
                    <a:pt x="6738374" y="506824"/>
                  </a:lnTo>
                  <a:lnTo>
                    <a:pt x="6738500" y="506824"/>
                  </a:lnTo>
                  <a:lnTo>
                    <a:pt x="6738626" y="506824"/>
                  </a:lnTo>
                  <a:lnTo>
                    <a:pt x="6738752" y="506824"/>
                  </a:lnTo>
                  <a:lnTo>
                    <a:pt x="6738878" y="506824"/>
                  </a:lnTo>
                  <a:lnTo>
                    <a:pt x="6739004" y="506824"/>
                  </a:lnTo>
                  <a:lnTo>
                    <a:pt x="6739130" y="506824"/>
                  </a:lnTo>
                  <a:lnTo>
                    <a:pt x="6739257" y="506824"/>
                  </a:lnTo>
                  <a:lnTo>
                    <a:pt x="6739383" y="506824"/>
                  </a:lnTo>
                  <a:lnTo>
                    <a:pt x="6739509" y="506824"/>
                  </a:lnTo>
                  <a:lnTo>
                    <a:pt x="6739635" y="506824"/>
                  </a:lnTo>
                  <a:lnTo>
                    <a:pt x="6739761" y="506824"/>
                  </a:lnTo>
                  <a:lnTo>
                    <a:pt x="6739887" y="506824"/>
                  </a:lnTo>
                  <a:lnTo>
                    <a:pt x="6740013" y="506824"/>
                  </a:lnTo>
                  <a:lnTo>
                    <a:pt x="6740139" y="506824"/>
                  </a:lnTo>
                  <a:lnTo>
                    <a:pt x="6740265" y="506824"/>
                  </a:lnTo>
                  <a:lnTo>
                    <a:pt x="6740391" y="506824"/>
                  </a:lnTo>
                  <a:lnTo>
                    <a:pt x="6740517" y="506824"/>
                  </a:lnTo>
                  <a:lnTo>
                    <a:pt x="6740644" y="506824"/>
                  </a:lnTo>
                  <a:lnTo>
                    <a:pt x="6740770" y="506824"/>
                  </a:lnTo>
                  <a:lnTo>
                    <a:pt x="6740896" y="506824"/>
                  </a:lnTo>
                  <a:lnTo>
                    <a:pt x="6741022" y="506824"/>
                  </a:lnTo>
                  <a:lnTo>
                    <a:pt x="6741148" y="506824"/>
                  </a:lnTo>
                  <a:lnTo>
                    <a:pt x="6741274" y="506824"/>
                  </a:lnTo>
                  <a:lnTo>
                    <a:pt x="6741400" y="506824"/>
                  </a:lnTo>
                  <a:lnTo>
                    <a:pt x="6741526" y="506824"/>
                  </a:lnTo>
                  <a:lnTo>
                    <a:pt x="6741652" y="506824"/>
                  </a:lnTo>
                  <a:lnTo>
                    <a:pt x="6741778" y="506824"/>
                  </a:lnTo>
                  <a:lnTo>
                    <a:pt x="6741904" y="506824"/>
                  </a:lnTo>
                  <a:lnTo>
                    <a:pt x="6742030" y="506824"/>
                  </a:lnTo>
                  <a:lnTo>
                    <a:pt x="6742157" y="506824"/>
                  </a:lnTo>
                  <a:lnTo>
                    <a:pt x="6742283" y="506824"/>
                  </a:lnTo>
                  <a:lnTo>
                    <a:pt x="6742409" y="506824"/>
                  </a:lnTo>
                  <a:lnTo>
                    <a:pt x="6742535" y="506824"/>
                  </a:lnTo>
                  <a:lnTo>
                    <a:pt x="6742661" y="506824"/>
                  </a:lnTo>
                  <a:lnTo>
                    <a:pt x="6742787" y="506824"/>
                  </a:lnTo>
                  <a:lnTo>
                    <a:pt x="6742913" y="506824"/>
                  </a:lnTo>
                  <a:lnTo>
                    <a:pt x="6743039" y="506824"/>
                  </a:lnTo>
                  <a:lnTo>
                    <a:pt x="6743165" y="506824"/>
                  </a:lnTo>
                  <a:lnTo>
                    <a:pt x="6743291" y="506824"/>
                  </a:lnTo>
                  <a:lnTo>
                    <a:pt x="6743417" y="506824"/>
                  </a:lnTo>
                  <a:lnTo>
                    <a:pt x="6743544" y="506824"/>
                  </a:lnTo>
                  <a:lnTo>
                    <a:pt x="6743670" y="506824"/>
                  </a:lnTo>
                  <a:lnTo>
                    <a:pt x="6743796" y="506824"/>
                  </a:lnTo>
                  <a:lnTo>
                    <a:pt x="6743922" y="506824"/>
                  </a:lnTo>
                  <a:lnTo>
                    <a:pt x="6744048" y="506824"/>
                  </a:lnTo>
                  <a:lnTo>
                    <a:pt x="6744174" y="506824"/>
                  </a:lnTo>
                  <a:lnTo>
                    <a:pt x="6744300" y="506824"/>
                  </a:lnTo>
                  <a:lnTo>
                    <a:pt x="6744426" y="506824"/>
                  </a:lnTo>
                  <a:lnTo>
                    <a:pt x="6744552" y="506824"/>
                  </a:lnTo>
                  <a:lnTo>
                    <a:pt x="6744678" y="506824"/>
                  </a:lnTo>
                  <a:lnTo>
                    <a:pt x="6744804" y="506824"/>
                  </a:lnTo>
                  <a:lnTo>
                    <a:pt x="6744930" y="506824"/>
                  </a:lnTo>
                  <a:lnTo>
                    <a:pt x="6745057" y="506824"/>
                  </a:lnTo>
                  <a:lnTo>
                    <a:pt x="6745183" y="506824"/>
                  </a:lnTo>
                  <a:lnTo>
                    <a:pt x="6745309" y="506824"/>
                  </a:lnTo>
                  <a:lnTo>
                    <a:pt x="6745435" y="506824"/>
                  </a:lnTo>
                  <a:lnTo>
                    <a:pt x="6745561" y="506824"/>
                  </a:lnTo>
                  <a:lnTo>
                    <a:pt x="6745687" y="506824"/>
                  </a:lnTo>
                  <a:lnTo>
                    <a:pt x="6745813" y="506824"/>
                  </a:lnTo>
                  <a:lnTo>
                    <a:pt x="6745939" y="506824"/>
                  </a:lnTo>
                  <a:lnTo>
                    <a:pt x="6746065" y="506824"/>
                  </a:lnTo>
                  <a:lnTo>
                    <a:pt x="6746191" y="506824"/>
                  </a:lnTo>
                  <a:lnTo>
                    <a:pt x="6746317" y="506824"/>
                  </a:lnTo>
                  <a:lnTo>
                    <a:pt x="6746444" y="506824"/>
                  </a:lnTo>
                  <a:lnTo>
                    <a:pt x="6746570" y="506824"/>
                  </a:lnTo>
                  <a:lnTo>
                    <a:pt x="6746696" y="506824"/>
                  </a:lnTo>
                  <a:lnTo>
                    <a:pt x="6746822" y="506824"/>
                  </a:lnTo>
                  <a:lnTo>
                    <a:pt x="6746948" y="506824"/>
                  </a:lnTo>
                  <a:lnTo>
                    <a:pt x="6747074" y="506824"/>
                  </a:lnTo>
                  <a:lnTo>
                    <a:pt x="6747200" y="506824"/>
                  </a:lnTo>
                  <a:lnTo>
                    <a:pt x="6747326" y="506824"/>
                  </a:lnTo>
                  <a:lnTo>
                    <a:pt x="6747452" y="506824"/>
                  </a:lnTo>
                  <a:lnTo>
                    <a:pt x="6747578" y="506824"/>
                  </a:lnTo>
                  <a:lnTo>
                    <a:pt x="6747704" y="506824"/>
                  </a:lnTo>
                  <a:lnTo>
                    <a:pt x="6747831" y="506824"/>
                  </a:lnTo>
                  <a:lnTo>
                    <a:pt x="6747957" y="506824"/>
                  </a:lnTo>
                  <a:lnTo>
                    <a:pt x="6748083" y="506824"/>
                  </a:lnTo>
                  <a:lnTo>
                    <a:pt x="6748209" y="506824"/>
                  </a:lnTo>
                  <a:lnTo>
                    <a:pt x="6748335" y="506824"/>
                  </a:lnTo>
                  <a:lnTo>
                    <a:pt x="6748461" y="506824"/>
                  </a:lnTo>
                  <a:lnTo>
                    <a:pt x="6748587" y="506824"/>
                  </a:lnTo>
                  <a:lnTo>
                    <a:pt x="6748713" y="506824"/>
                  </a:lnTo>
                  <a:lnTo>
                    <a:pt x="6748839" y="506824"/>
                  </a:lnTo>
                  <a:lnTo>
                    <a:pt x="6748965" y="506824"/>
                  </a:lnTo>
                  <a:lnTo>
                    <a:pt x="6749091" y="506824"/>
                  </a:lnTo>
                  <a:lnTo>
                    <a:pt x="6749217" y="506824"/>
                  </a:lnTo>
                  <a:lnTo>
                    <a:pt x="6749344" y="506824"/>
                  </a:lnTo>
                  <a:lnTo>
                    <a:pt x="6749470" y="506824"/>
                  </a:lnTo>
                  <a:lnTo>
                    <a:pt x="6749596" y="506824"/>
                  </a:lnTo>
                  <a:lnTo>
                    <a:pt x="6749722" y="506824"/>
                  </a:lnTo>
                  <a:lnTo>
                    <a:pt x="6749848" y="506824"/>
                  </a:lnTo>
                  <a:lnTo>
                    <a:pt x="6749974" y="506824"/>
                  </a:lnTo>
                  <a:lnTo>
                    <a:pt x="6750100" y="506824"/>
                  </a:lnTo>
                  <a:lnTo>
                    <a:pt x="6750226" y="506824"/>
                  </a:lnTo>
                  <a:lnTo>
                    <a:pt x="6750352" y="506824"/>
                  </a:lnTo>
                  <a:lnTo>
                    <a:pt x="6750478" y="506824"/>
                  </a:lnTo>
                  <a:lnTo>
                    <a:pt x="6750604" y="506824"/>
                  </a:lnTo>
                  <a:lnTo>
                    <a:pt x="6750731" y="506824"/>
                  </a:lnTo>
                  <a:lnTo>
                    <a:pt x="6750857" y="506824"/>
                  </a:lnTo>
                  <a:lnTo>
                    <a:pt x="6750983" y="506824"/>
                  </a:lnTo>
                  <a:lnTo>
                    <a:pt x="6751109" y="506824"/>
                  </a:lnTo>
                  <a:lnTo>
                    <a:pt x="6751235" y="506824"/>
                  </a:lnTo>
                  <a:lnTo>
                    <a:pt x="6751361" y="506824"/>
                  </a:lnTo>
                  <a:lnTo>
                    <a:pt x="6751487" y="506824"/>
                  </a:lnTo>
                  <a:lnTo>
                    <a:pt x="6751613" y="506824"/>
                  </a:lnTo>
                  <a:lnTo>
                    <a:pt x="6751739" y="506824"/>
                  </a:lnTo>
                  <a:lnTo>
                    <a:pt x="6751865" y="506824"/>
                  </a:lnTo>
                  <a:lnTo>
                    <a:pt x="6751991" y="506824"/>
                  </a:lnTo>
                  <a:lnTo>
                    <a:pt x="6752117" y="506824"/>
                  </a:lnTo>
                  <a:lnTo>
                    <a:pt x="6752244" y="506824"/>
                  </a:lnTo>
                  <a:lnTo>
                    <a:pt x="6752370" y="506824"/>
                  </a:lnTo>
                  <a:lnTo>
                    <a:pt x="6752496" y="506824"/>
                  </a:lnTo>
                  <a:lnTo>
                    <a:pt x="6752622" y="506824"/>
                  </a:lnTo>
                  <a:lnTo>
                    <a:pt x="6752748" y="506824"/>
                  </a:lnTo>
                  <a:lnTo>
                    <a:pt x="6752874" y="506824"/>
                  </a:lnTo>
                  <a:lnTo>
                    <a:pt x="6753000" y="506824"/>
                  </a:lnTo>
                  <a:lnTo>
                    <a:pt x="6753126" y="506824"/>
                  </a:lnTo>
                  <a:lnTo>
                    <a:pt x="6753252" y="506824"/>
                  </a:lnTo>
                  <a:lnTo>
                    <a:pt x="6753378" y="506824"/>
                  </a:lnTo>
                  <a:lnTo>
                    <a:pt x="6753504" y="506824"/>
                  </a:lnTo>
                  <a:lnTo>
                    <a:pt x="6753631" y="506824"/>
                  </a:lnTo>
                  <a:lnTo>
                    <a:pt x="6753757" y="506824"/>
                  </a:lnTo>
                  <a:lnTo>
                    <a:pt x="6753883" y="506824"/>
                  </a:lnTo>
                  <a:lnTo>
                    <a:pt x="6754009" y="506824"/>
                  </a:lnTo>
                  <a:lnTo>
                    <a:pt x="6754135" y="506824"/>
                  </a:lnTo>
                  <a:lnTo>
                    <a:pt x="6754261" y="506824"/>
                  </a:lnTo>
                  <a:lnTo>
                    <a:pt x="6754387" y="506824"/>
                  </a:lnTo>
                  <a:lnTo>
                    <a:pt x="6754513" y="506824"/>
                  </a:lnTo>
                  <a:lnTo>
                    <a:pt x="6754639" y="506824"/>
                  </a:lnTo>
                  <a:lnTo>
                    <a:pt x="6754765" y="506824"/>
                  </a:lnTo>
                  <a:lnTo>
                    <a:pt x="6754891" y="506824"/>
                  </a:lnTo>
                  <a:lnTo>
                    <a:pt x="6755018" y="506824"/>
                  </a:lnTo>
                  <a:lnTo>
                    <a:pt x="6755144" y="506824"/>
                  </a:lnTo>
                  <a:lnTo>
                    <a:pt x="6755270" y="506824"/>
                  </a:lnTo>
                  <a:lnTo>
                    <a:pt x="6755396" y="506824"/>
                  </a:lnTo>
                  <a:lnTo>
                    <a:pt x="6755522" y="506824"/>
                  </a:lnTo>
                  <a:lnTo>
                    <a:pt x="6755648" y="506824"/>
                  </a:lnTo>
                  <a:lnTo>
                    <a:pt x="6755774" y="506824"/>
                  </a:lnTo>
                  <a:lnTo>
                    <a:pt x="6755900" y="506824"/>
                  </a:lnTo>
                  <a:lnTo>
                    <a:pt x="6756026" y="506824"/>
                  </a:lnTo>
                  <a:lnTo>
                    <a:pt x="6756152" y="506824"/>
                  </a:lnTo>
                  <a:lnTo>
                    <a:pt x="6756278" y="506824"/>
                  </a:lnTo>
                  <a:lnTo>
                    <a:pt x="6756404" y="506824"/>
                  </a:lnTo>
                  <a:lnTo>
                    <a:pt x="6756531" y="506824"/>
                  </a:lnTo>
                  <a:lnTo>
                    <a:pt x="6756657" y="506824"/>
                  </a:lnTo>
                  <a:lnTo>
                    <a:pt x="6756783" y="506824"/>
                  </a:lnTo>
                  <a:lnTo>
                    <a:pt x="6756909" y="506824"/>
                  </a:lnTo>
                  <a:lnTo>
                    <a:pt x="6757035" y="506824"/>
                  </a:lnTo>
                  <a:lnTo>
                    <a:pt x="6757161" y="506824"/>
                  </a:lnTo>
                  <a:lnTo>
                    <a:pt x="6757287" y="506824"/>
                  </a:lnTo>
                  <a:lnTo>
                    <a:pt x="6757413" y="506824"/>
                  </a:lnTo>
                  <a:lnTo>
                    <a:pt x="6757539" y="506824"/>
                  </a:lnTo>
                  <a:lnTo>
                    <a:pt x="6757665" y="506824"/>
                  </a:lnTo>
                  <a:lnTo>
                    <a:pt x="6757791" y="506824"/>
                  </a:lnTo>
                  <a:lnTo>
                    <a:pt x="6757918" y="506824"/>
                  </a:lnTo>
                  <a:lnTo>
                    <a:pt x="6758044" y="506824"/>
                  </a:lnTo>
                  <a:lnTo>
                    <a:pt x="6758170" y="506824"/>
                  </a:lnTo>
                  <a:lnTo>
                    <a:pt x="6758296" y="506824"/>
                  </a:lnTo>
                  <a:lnTo>
                    <a:pt x="6758422" y="506824"/>
                  </a:lnTo>
                  <a:lnTo>
                    <a:pt x="6758548" y="506824"/>
                  </a:lnTo>
                  <a:lnTo>
                    <a:pt x="6758674" y="506824"/>
                  </a:lnTo>
                  <a:lnTo>
                    <a:pt x="6758800" y="506824"/>
                  </a:lnTo>
                  <a:lnTo>
                    <a:pt x="6758926" y="506824"/>
                  </a:lnTo>
                  <a:lnTo>
                    <a:pt x="6759052" y="506824"/>
                  </a:lnTo>
                  <a:lnTo>
                    <a:pt x="6759178" y="506824"/>
                  </a:lnTo>
                  <a:lnTo>
                    <a:pt x="6759304" y="506824"/>
                  </a:lnTo>
                  <a:lnTo>
                    <a:pt x="6759304" y="501545"/>
                  </a:lnTo>
                  <a:lnTo>
                    <a:pt x="6759431" y="501545"/>
                  </a:lnTo>
                  <a:lnTo>
                    <a:pt x="6759557" y="501545"/>
                  </a:lnTo>
                  <a:lnTo>
                    <a:pt x="6759683" y="501545"/>
                  </a:lnTo>
                  <a:lnTo>
                    <a:pt x="6759809" y="501545"/>
                  </a:lnTo>
                  <a:lnTo>
                    <a:pt x="6759935" y="501545"/>
                  </a:lnTo>
                  <a:lnTo>
                    <a:pt x="6760061" y="501545"/>
                  </a:lnTo>
                  <a:lnTo>
                    <a:pt x="6760187" y="501545"/>
                  </a:lnTo>
                  <a:lnTo>
                    <a:pt x="6760313" y="501545"/>
                  </a:lnTo>
                  <a:lnTo>
                    <a:pt x="6760439" y="501545"/>
                  </a:lnTo>
                  <a:lnTo>
                    <a:pt x="6760565" y="501545"/>
                  </a:lnTo>
                  <a:lnTo>
                    <a:pt x="6760691" y="501545"/>
                  </a:lnTo>
                  <a:lnTo>
                    <a:pt x="6760818" y="501545"/>
                  </a:lnTo>
                  <a:lnTo>
                    <a:pt x="6760944" y="501545"/>
                  </a:lnTo>
                  <a:lnTo>
                    <a:pt x="6761070" y="501545"/>
                  </a:lnTo>
                  <a:lnTo>
                    <a:pt x="6761196" y="501545"/>
                  </a:lnTo>
                  <a:lnTo>
                    <a:pt x="6761322" y="501545"/>
                  </a:lnTo>
                  <a:lnTo>
                    <a:pt x="6761448" y="501545"/>
                  </a:lnTo>
                  <a:lnTo>
                    <a:pt x="6761574" y="501545"/>
                  </a:lnTo>
                  <a:lnTo>
                    <a:pt x="6761700" y="501545"/>
                  </a:lnTo>
                  <a:lnTo>
                    <a:pt x="6761826" y="501545"/>
                  </a:lnTo>
                  <a:lnTo>
                    <a:pt x="6761952" y="501545"/>
                  </a:lnTo>
                  <a:lnTo>
                    <a:pt x="6762078" y="501545"/>
                  </a:lnTo>
                  <a:lnTo>
                    <a:pt x="6762204" y="501545"/>
                  </a:lnTo>
                  <a:lnTo>
                    <a:pt x="6762331" y="501545"/>
                  </a:lnTo>
                  <a:lnTo>
                    <a:pt x="6762457" y="501545"/>
                  </a:lnTo>
                  <a:lnTo>
                    <a:pt x="6762583" y="501545"/>
                  </a:lnTo>
                  <a:lnTo>
                    <a:pt x="6762709" y="501545"/>
                  </a:lnTo>
                  <a:lnTo>
                    <a:pt x="6762835" y="501545"/>
                  </a:lnTo>
                  <a:lnTo>
                    <a:pt x="6762961" y="501545"/>
                  </a:lnTo>
                  <a:lnTo>
                    <a:pt x="6763087" y="501545"/>
                  </a:lnTo>
                  <a:lnTo>
                    <a:pt x="6763213" y="501545"/>
                  </a:lnTo>
                  <a:lnTo>
                    <a:pt x="6763339" y="501545"/>
                  </a:lnTo>
                  <a:lnTo>
                    <a:pt x="6763465" y="501545"/>
                  </a:lnTo>
                  <a:lnTo>
                    <a:pt x="6763591" y="501545"/>
                  </a:lnTo>
                  <a:lnTo>
                    <a:pt x="6763718" y="501545"/>
                  </a:lnTo>
                  <a:lnTo>
                    <a:pt x="6763844" y="501545"/>
                  </a:lnTo>
                  <a:lnTo>
                    <a:pt x="6763970" y="501545"/>
                  </a:lnTo>
                  <a:lnTo>
                    <a:pt x="6764096" y="501545"/>
                  </a:lnTo>
                  <a:lnTo>
                    <a:pt x="6764222" y="501545"/>
                  </a:lnTo>
                  <a:lnTo>
                    <a:pt x="6764348" y="501545"/>
                  </a:lnTo>
                  <a:lnTo>
                    <a:pt x="6764474" y="501545"/>
                  </a:lnTo>
                  <a:lnTo>
                    <a:pt x="6764600" y="501545"/>
                  </a:lnTo>
                  <a:lnTo>
                    <a:pt x="6764726" y="501545"/>
                  </a:lnTo>
                  <a:lnTo>
                    <a:pt x="6764852" y="501545"/>
                  </a:lnTo>
                  <a:lnTo>
                    <a:pt x="6764978" y="501545"/>
                  </a:lnTo>
                  <a:lnTo>
                    <a:pt x="6765105" y="501545"/>
                  </a:lnTo>
                  <a:lnTo>
                    <a:pt x="6765231" y="501545"/>
                  </a:lnTo>
                  <a:lnTo>
                    <a:pt x="6765357" y="501545"/>
                  </a:lnTo>
                  <a:lnTo>
                    <a:pt x="6765483" y="501545"/>
                  </a:lnTo>
                  <a:lnTo>
                    <a:pt x="6765609" y="501545"/>
                  </a:lnTo>
                  <a:lnTo>
                    <a:pt x="6765735" y="501545"/>
                  </a:lnTo>
                  <a:lnTo>
                    <a:pt x="6765861" y="501545"/>
                  </a:lnTo>
                  <a:lnTo>
                    <a:pt x="6765987" y="501545"/>
                  </a:lnTo>
                  <a:lnTo>
                    <a:pt x="6766113" y="501545"/>
                  </a:lnTo>
                  <a:lnTo>
                    <a:pt x="6766239" y="501545"/>
                  </a:lnTo>
                  <a:lnTo>
                    <a:pt x="6766365" y="501545"/>
                  </a:lnTo>
                  <a:lnTo>
                    <a:pt x="6766491" y="501545"/>
                  </a:lnTo>
                  <a:lnTo>
                    <a:pt x="6766618" y="501545"/>
                  </a:lnTo>
                  <a:lnTo>
                    <a:pt x="6766744" y="501545"/>
                  </a:lnTo>
                  <a:lnTo>
                    <a:pt x="6766870" y="501545"/>
                  </a:lnTo>
                  <a:lnTo>
                    <a:pt x="6766996" y="501545"/>
                  </a:lnTo>
                  <a:lnTo>
                    <a:pt x="6767122" y="501545"/>
                  </a:lnTo>
                  <a:lnTo>
                    <a:pt x="6767248" y="501545"/>
                  </a:lnTo>
                  <a:lnTo>
                    <a:pt x="6767374" y="501545"/>
                  </a:lnTo>
                  <a:lnTo>
                    <a:pt x="6767500" y="501545"/>
                  </a:lnTo>
                  <a:lnTo>
                    <a:pt x="6767626" y="501545"/>
                  </a:lnTo>
                  <a:lnTo>
                    <a:pt x="6767626" y="496265"/>
                  </a:lnTo>
                  <a:lnTo>
                    <a:pt x="6767752" y="496265"/>
                  </a:lnTo>
                  <a:lnTo>
                    <a:pt x="6767878" y="496265"/>
                  </a:lnTo>
                  <a:lnTo>
                    <a:pt x="6768005" y="496265"/>
                  </a:lnTo>
                  <a:lnTo>
                    <a:pt x="6768131" y="496265"/>
                  </a:lnTo>
                  <a:lnTo>
                    <a:pt x="6768257" y="496265"/>
                  </a:lnTo>
                  <a:lnTo>
                    <a:pt x="6768383" y="496265"/>
                  </a:lnTo>
                  <a:lnTo>
                    <a:pt x="6768509" y="496265"/>
                  </a:lnTo>
                  <a:lnTo>
                    <a:pt x="6768635" y="496265"/>
                  </a:lnTo>
                  <a:lnTo>
                    <a:pt x="6768761" y="496265"/>
                  </a:lnTo>
                  <a:lnTo>
                    <a:pt x="6768887" y="496265"/>
                  </a:lnTo>
                  <a:lnTo>
                    <a:pt x="6769013" y="496265"/>
                  </a:lnTo>
                  <a:lnTo>
                    <a:pt x="6769139" y="496265"/>
                  </a:lnTo>
                  <a:lnTo>
                    <a:pt x="6769265" y="496265"/>
                  </a:lnTo>
                  <a:lnTo>
                    <a:pt x="6769391" y="496265"/>
                  </a:lnTo>
                  <a:lnTo>
                    <a:pt x="6769518" y="496265"/>
                  </a:lnTo>
                  <a:lnTo>
                    <a:pt x="6769644" y="496265"/>
                  </a:lnTo>
                  <a:lnTo>
                    <a:pt x="6769770" y="496265"/>
                  </a:lnTo>
                  <a:lnTo>
                    <a:pt x="6769896" y="496265"/>
                  </a:lnTo>
                  <a:lnTo>
                    <a:pt x="6770022" y="496265"/>
                  </a:lnTo>
                  <a:lnTo>
                    <a:pt x="6770148" y="496265"/>
                  </a:lnTo>
                  <a:lnTo>
                    <a:pt x="6770274" y="496265"/>
                  </a:lnTo>
                  <a:lnTo>
                    <a:pt x="6770400" y="496265"/>
                  </a:lnTo>
                  <a:lnTo>
                    <a:pt x="6770526" y="496265"/>
                  </a:lnTo>
                  <a:lnTo>
                    <a:pt x="6770652" y="496265"/>
                  </a:lnTo>
                  <a:lnTo>
                    <a:pt x="6770778" y="496265"/>
                  </a:lnTo>
                  <a:lnTo>
                    <a:pt x="6770905" y="496265"/>
                  </a:lnTo>
                  <a:lnTo>
                    <a:pt x="6771031" y="496265"/>
                  </a:lnTo>
                  <a:lnTo>
                    <a:pt x="6771157" y="496265"/>
                  </a:lnTo>
                  <a:lnTo>
                    <a:pt x="6771283" y="496265"/>
                  </a:lnTo>
                  <a:lnTo>
                    <a:pt x="6771409" y="496265"/>
                  </a:lnTo>
                  <a:lnTo>
                    <a:pt x="6771535" y="496265"/>
                  </a:lnTo>
                  <a:lnTo>
                    <a:pt x="6771661" y="496265"/>
                  </a:lnTo>
                  <a:lnTo>
                    <a:pt x="6771787" y="496265"/>
                  </a:lnTo>
                  <a:lnTo>
                    <a:pt x="6771913" y="496265"/>
                  </a:lnTo>
                  <a:lnTo>
                    <a:pt x="6772039" y="496265"/>
                  </a:lnTo>
                  <a:lnTo>
                    <a:pt x="6772165" y="496265"/>
                  </a:lnTo>
                  <a:lnTo>
                    <a:pt x="6772292" y="496265"/>
                  </a:lnTo>
                  <a:lnTo>
                    <a:pt x="6772418" y="496265"/>
                  </a:lnTo>
                  <a:lnTo>
                    <a:pt x="6772544" y="496265"/>
                  </a:lnTo>
                  <a:lnTo>
                    <a:pt x="6772670" y="496265"/>
                  </a:lnTo>
                  <a:lnTo>
                    <a:pt x="6772796" y="496265"/>
                  </a:lnTo>
                  <a:lnTo>
                    <a:pt x="6772796" y="490986"/>
                  </a:lnTo>
                  <a:lnTo>
                    <a:pt x="6772922" y="490986"/>
                  </a:lnTo>
                  <a:lnTo>
                    <a:pt x="6773048" y="490986"/>
                  </a:lnTo>
                  <a:lnTo>
                    <a:pt x="6773174" y="490986"/>
                  </a:lnTo>
                  <a:lnTo>
                    <a:pt x="6773300" y="490986"/>
                  </a:lnTo>
                  <a:lnTo>
                    <a:pt x="6773426" y="490986"/>
                  </a:lnTo>
                  <a:lnTo>
                    <a:pt x="6773552" y="490986"/>
                  </a:lnTo>
                  <a:lnTo>
                    <a:pt x="6773678" y="490986"/>
                  </a:lnTo>
                  <a:lnTo>
                    <a:pt x="6773805" y="490986"/>
                  </a:lnTo>
                  <a:lnTo>
                    <a:pt x="6773931" y="490986"/>
                  </a:lnTo>
                  <a:lnTo>
                    <a:pt x="6774057" y="490986"/>
                  </a:lnTo>
                  <a:lnTo>
                    <a:pt x="6774183" y="490986"/>
                  </a:lnTo>
                  <a:lnTo>
                    <a:pt x="6774309" y="490986"/>
                  </a:lnTo>
                  <a:lnTo>
                    <a:pt x="6774435" y="490986"/>
                  </a:lnTo>
                  <a:lnTo>
                    <a:pt x="6774561" y="490986"/>
                  </a:lnTo>
                  <a:lnTo>
                    <a:pt x="6774687" y="490986"/>
                  </a:lnTo>
                  <a:lnTo>
                    <a:pt x="6774813" y="490986"/>
                  </a:lnTo>
                  <a:lnTo>
                    <a:pt x="6774939" y="490986"/>
                  </a:lnTo>
                  <a:lnTo>
                    <a:pt x="6775065" y="490986"/>
                  </a:lnTo>
                  <a:lnTo>
                    <a:pt x="6775192" y="490986"/>
                  </a:lnTo>
                  <a:lnTo>
                    <a:pt x="6775318" y="490986"/>
                  </a:lnTo>
                  <a:lnTo>
                    <a:pt x="6775444" y="490986"/>
                  </a:lnTo>
                  <a:lnTo>
                    <a:pt x="6775570" y="490986"/>
                  </a:lnTo>
                  <a:lnTo>
                    <a:pt x="6775696" y="490986"/>
                  </a:lnTo>
                  <a:lnTo>
                    <a:pt x="6775822" y="490986"/>
                  </a:lnTo>
                  <a:lnTo>
                    <a:pt x="6775948" y="490986"/>
                  </a:lnTo>
                  <a:lnTo>
                    <a:pt x="6776074" y="490986"/>
                  </a:lnTo>
                  <a:lnTo>
                    <a:pt x="6776200" y="490986"/>
                  </a:lnTo>
                  <a:lnTo>
                    <a:pt x="6776326" y="490986"/>
                  </a:lnTo>
                  <a:lnTo>
                    <a:pt x="6776452" y="490986"/>
                  </a:lnTo>
                  <a:lnTo>
                    <a:pt x="6776578" y="490986"/>
                  </a:lnTo>
                  <a:lnTo>
                    <a:pt x="6776705" y="490986"/>
                  </a:lnTo>
                  <a:lnTo>
                    <a:pt x="6776831" y="490986"/>
                  </a:lnTo>
                  <a:lnTo>
                    <a:pt x="6776957" y="490986"/>
                  </a:lnTo>
                  <a:lnTo>
                    <a:pt x="6777083" y="490986"/>
                  </a:lnTo>
                  <a:lnTo>
                    <a:pt x="6777209" y="490986"/>
                  </a:lnTo>
                  <a:lnTo>
                    <a:pt x="6777335" y="490986"/>
                  </a:lnTo>
                  <a:lnTo>
                    <a:pt x="6777461" y="490986"/>
                  </a:lnTo>
                  <a:lnTo>
                    <a:pt x="6777587" y="490986"/>
                  </a:lnTo>
                  <a:lnTo>
                    <a:pt x="6777713" y="490986"/>
                  </a:lnTo>
                  <a:lnTo>
                    <a:pt x="6777839" y="490986"/>
                  </a:lnTo>
                  <a:lnTo>
                    <a:pt x="6777965" y="490986"/>
                  </a:lnTo>
                  <a:lnTo>
                    <a:pt x="6778092" y="490986"/>
                  </a:lnTo>
                  <a:lnTo>
                    <a:pt x="6778218" y="490986"/>
                  </a:lnTo>
                  <a:lnTo>
                    <a:pt x="6778344" y="490986"/>
                  </a:lnTo>
                  <a:lnTo>
                    <a:pt x="6778470" y="490986"/>
                  </a:lnTo>
                  <a:lnTo>
                    <a:pt x="6778596" y="490986"/>
                  </a:lnTo>
                  <a:lnTo>
                    <a:pt x="6778722" y="490986"/>
                  </a:lnTo>
                  <a:lnTo>
                    <a:pt x="6778848" y="490986"/>
                  </a:lnTo>
                  <a:lnTo>
                    <a:pt x="6778974" y="490986"/>
                  </a:lnTo>
                  <a:lnTo>
                    <a:pt x="6779100" y="490986"/>
                  </a:lnTo>
                  <a:lnTo>
                    <a:pt x="6779226" y="490986"/>
                  </a:lnTo>
                  <a:lnTo>
                    <a:pt x="6779352" y="490986"/>
                  </a:lnTo>
                  <a:lnTo>
                    <a:pt x="6779479" y="490986"/>
                  </a:lnTo>
                  <a:lnTo>
                    <a:pt x="6779605" y="490986"/>
                  </a:lnTo>
                  <a:lnTo>
                    <a:pt x="6779731" y="490986"/>
                  </a:lnTo>
                  <a:lnTo>
                    <a:pt x="6779857" y="490986"/>
                  </a:lnTo>
                  <a:lnTo>
                    <a:pt x="6779983" y="490986"/>
                  </a:lnTo>
                  <a:lnTo>
                    <a:pt x="6780109" y="490986"/>
                  </a:lnTo>
                  <a:lnTo>
                    <a:pt x="6780235" y="490986"/>
                  </a:lnTo>
                  <a:lnTo>
                    <a:pt x="6780361" y="490986"/>
                  </a:lnTo>
                  <a:lnTo>
                    <a:pt x="6780487" y="490986"/>
                  </a:lnTo>
                  <a:lnTo>
                    <a:pt x="6780613" y="490986"/>
                  </a:lnTo>
                  <a:lnTo>
                    <a:pt x="6780739" y="490986"/>
                  </a:lnTo>
                  <a:lnTo>
                    <a:pt x="6780865" y="490986"/>
                  </a:lnTo>
                  <a:lnTo>
                    <a:pt x="6780992" y="490986"/>
                  </a:lnTo>
                  <a:lnTo>
                    <a:pt x="6781118" y="490986"/>
                  </a:lnTo>
                  <a:lnTo>
                    <a:pt x="6781244" y="490986"/>
                  </a:lnTo>
                  <a:lnTo>
                    <a:pt x="6781370" y="490986"/>
                  </a:lnTo>
                  <a:lnTo>
                    <a:pt x="6781496" y="490986"/>
                  </a:lnTo>
                  <a:lnTo>
                    <a:pt x="6781622" y="490986"/>
                  </a:lnTo>
                  <a:lnTo>
                    <a:pt x="6781748" y="490986"/>
                  </a:lnTo>
                  <a:lnTo>
                    <a:pt x="6781874" y="490986"/>
                  </a:lnTo>
                  <a:lnTo>
                    <a:pt x="6782000" y="490986"/>
                  </a:lnTo>
                  <a:lnTo>
                    <a:pt x="6782126" y="490986"/>
                  </a:lnTo>
                  <a:lnTo>
                    <a:pt x="6782252" y="490986"/>
                  </a:lnTo>
                  <a:lnTo>
                    <a:pt x="6782379" y="490986"/>
                  </a:lnTo>
                  <a:lnTo>
                    <a:pt x="6782505" y="490986"/>
                  </a:lnTo>
                  <a:lnTo>
                    <a:pt x="6782631" y="490986"/>
                  </a:lnTo>
                  <a:lnTo>
                    <a:pt x="6782757" y="490986"/>
                  </a:lnTo>
                  <a:lnTo>
                    <a:pt x="6782883" y="490986"/>
                  </a:lnTo>
                  <a:lnTo>
                    <a:pt x="6783009" y="490986"/>
                  </a:lnTo>
                  <a:lnTo>
                    <a:pt x="6783135" y="490986"/>
                  </a:lnTo>
                  <a:lnTo>
                    <a:pt x="6783261" y="490986"/>
                  </a:lnTo>
                  <a:lnTo>
                    <a:pt x="6783387" y="490986"/>
                  </a:lnTo>
                  <a:lnTo>
                    <a:pt x="6783513" y="490986"/>
                  </a:lnTo>
                  <a:lnTo>
                    <a:pt x="6783639" y="490986"/>
                  </a:lnTo>
                  <a:lnTo>
                    <a:pt x="6783765" y="490986"/>
                  </a:lnTo>
                  <a:lnTo>
                    <a:pt x="6783892" y="490986"/>
                  </a:lnTo>
                  <a:lnTo>
                    <a:pt x="6784018" y="490986"/>
                  </a:lnTo>
                  <a:lnTo>
                    <a:pt x="6784144" y="490986"/>
                  </a:lnTo>
                  <a:lnTo>
                    <a:pt x="6784270" y="490986"/>
                  </a:lnTo>
                  <a:lnTo>
                    <a:pt x="6784396" y="490986"/>
                  </a:lnTo>
                  <a:lnTo>
                    <a:pt x="6784522" y="490986"/>
                  </a:lnTo>
                  <a:lnTo>
                    <a:pt x="6784648" y="490986"/>
                  </a:lnTo>
                  <a:lnTo>
                    <a:pt x="6784774" y="490986"/>
                  </a:lnTo>
                  <a:lnTo>
                    <a:pt x="6784774" y="485706"/>
                  </a:lnTo>
                  <a:lnTo>
                    <a:pt x="6784900" y="485706"/>
                  </a:lnTo>
                  <a:lnTo>
                    <a:pt x="6785026" y="485706"/>
                  </a:lnTo>
                  <a:lnTo>
                    <a:pt x="6785152" y="485706"/>
                  </a:lnTo>
                  <a:lnTo>
                    <a:pt x="6785279" y="485706"/>
                  </a:lnTo>
                  <a:lnTo>
                    <a:pt x="6785405" y="485706"/>
                  </a:lnTo>
                  <a:lnTo>
                    <a:pt x="6785531" y="485706"/>
                  </a:lnTo>
                  <a:lnTo>
                    <a:pt x="6785657" y="485706"/>
                  </a:lnTo>
                  <a:lnTo>
                    <a:pt x="6785783" y="485706"/>
                  </a:lnTo>
                  <a:lnTo>
                    <a:pt x="6785909" y="485706"/>
                  </a:lnTo>
                  <a:lnTo>
                    <a:pt x="6786035" y="485706"/>
                  </a:lnTo>
                  <a:lnTo>
                    <a:pt x="6786161" y="485706"/>
                  </a:lnTo>
                  <a:lnTo>
                    <a:pt x="6786287" y="485706"/>
                  </a:lnTo>
                  <a:lnTo>
                    <a:pt x="6786413" y="485706"/>
                  </a:lnTo>
                  <a:lnTo>
                    <a:pt x="6786539" y="485706"/>
                  </a:lnTo>
                  <a:lnTo>
                    <a:pt x="6786665" y="485706"/>
                  </a:lnTo>
                  <a:lnTo>
                    <a:pt x="6786792" y="485706"/>
                  </a:lnTo>
                  <a:lnTo>
                    <a:pt x="6786918" y="485706"/>
                  </a:lnTo>
                  <a:lnTo>
                    <a:pt x="6787044" y="485706"/>
                  </a:lnTo>
                  <a:lnTo>
                    <a:pt x="6787170" y="485706"/>
                  </a:lnTo>
                  <a:lnTo>
                    <a:pt x="6787296" y="485706"/>
                  </a:lnTo>
                  <a:lnTo>
                    <a:pt x="6787422" y="485706"/>
                  </a:lnTo>
                  <a:lnTo>
                    <a:pt x="6787548" y="485706"/>
                  </a:lnTo>
                  <a:lnTo>
                    <a:pt x="6787674" y="485706"/>
                  </a:lnTo>
                  <a:lnTo>
                    <a:pt x="6787800" y="485706"/>
                  </a:lnTo>
                  <a:lnTo>
                    <a:pt x="6787926" y="485706"/>
                  </a:lnTo>
                  <a:lnTo>
                    <a:pt x="6788052" y="485706"/>
                  </a:lnTo>
                  <a:lnTo>
                    <a:pt x="6788179" y="485706"/>
                  </a:lnTo>
                  <a:lnTo>
                    <a:pt x="6788305" y="485706"/>
                  </a:lnTo>
                  <a:lnTo>
                    <a:pt x="6788431" y="485706"/>
                  </a:lnTo>
                  <a:lnTo>
                    <a:pt x="6788557" y="485706"/>
                  </a:lnTo>
                  <a:lnTo>
                    <a:pt x="6788683" y="485706"/>
                  </a:lnTo>
                  <a:lnTo>
                    <a:pt x="6788809" y="485706"/>
                  </a:lnTo>
                  <a:lnTo>
                    <a:pt x="6788935" y="485706"/>
                  </a:lnTo>
                  <a:lnTo>
                    <a:pt x="6789061" y="485706"/>
                  </a:lnTo>
                  <a:lnTo>
                    <a:pt x="6789187" y="485706"/>
                  </a:lnTo>
                  <a:lnTo>
                    <a:pt x="6789313" y="485706"/>
                  </a:lnTo>
                  <a:lnTo>
                    <a:pt x="6789439" y="485706"/>
                  </a:lnTo>
                  <a:lnTo>
                    <a:pt x="6789566" y="485706"/>
                  </a:lnTo>
                  <a:lnTo>
                    <a:pt x="6789692" y="485706"/>
                  </a:lnTo>
                  <a:lnTo>
                    <a:pt x="6789818" y="485706"/>
                  </a:lnTo>
                  <a:lnTo>
                    <a:pt x="6789944" y="485706"/>
                  </a:lnTo>
                  <a:lnTo>
                    <a:pt x="6790070" y="485706"/>
                  </a:lnTo>
                  <a:lnTo>
                    <a:pt x="6790196" y="485706"/>
                  </a:lnTo>
                  <a:lnTo>
                    <a:pt x="6790322" y="485706"/>
                  </a:lnTo>
                  <a:lnTo>
                    <a:pt x="6790448" y="485706"/>
                  </a:lnTo>
                  <a:lnTo>
                    <a:pt x="6790574" y="485706"/>
                  </a:lnTo>
                  <a:lnTo>
                    <a:pt x="6790700" y="485706"/>
                  </a:lnTo>
                  <a:lnTo>
                    <a:pt x="6790826" y="485706"/>
                  </a:lnTo>
                  <a:lnTo>
                    <a:pt x="6790952" y="485706"/>
                  </a:lnTo>
                  <a:lnTo>
                    <a:pt x="6791079" y="485706"/>
                  </a:lnTo>
                  <a:lnTo>
                    <a:pt x="6791205" y="485706"/>
                  </a:lnTo>
                  <a:lnTo>
                    <a:pt x="6791331" y="485706"/>
                  </a:lnTo>
                  <a:lnTo>
                    <a:pt x="6791457" y="485706"/>
                  </a:lnTo>
                  <a:lnTo>
                    <a:pt x="6791583" y="485706"/>
                  </a:lnTo>
                  <a:lnTo>
                    <a:pt x="6791709" y="485706"/>
                  </a:lnTo>
                  <a:lnTo>
                    <a:pt x="6791835" y="485706"/>
                  </a:lnTo>
                  <a:lnTo>
                    <a:pt x="6791961" y="485706"/>
                  </a:lnTo>
                  <a:lnTo>
                    <a:pt x="6792087" y="485706"/>
                  </a:lnTo>
                  <a:lnTo>
                    <a:pt x="6792213" y="485706"/>
                  </a:lnTo>
                  <a:lnTo>
                    <a:pt x="6792339" y="485706"/>
                  </a:lnTo>
                  <a:lnTo>
                    <a:pt x="6792466" y="485706"/>
                  </a:lnTo>
                  <a:lnTo>
                    <a:pt x="6792592" y="485706"/>
                  </a:lnTo>
                  <a:lnTo>
                    <a:pt x="6792718" y="485706"/>
                  </a:lnTo>
                  <a:lnTo>
                    <a:pt x="6792844" y="485706"/>
                  </a:lnTo>
                  <a:lnTo>
                    <a:pt x="6792970" y="485706"/>
                  </a:lnTo>
                  <a:lnTo>
                    <a:pt x="6793096" y="485706"/>
                  </a:lnTo>
                  <a:lnTo>
                    <a:pt x="6793222" y="485706"/>
                  </a:lnTo>
                  <a:lnTo>
                    <a:pt x="6793348" y="485706"/>
                  </a:lnTo>
                  <a:lnTo>
                    <a:pt x="6793474" y="485706"/>
                  </a:lnTo>
                  <a:lnTo>
                    <a:pt x="6793600" y="485706"/>
                  </a:lnTo>
                  <a:lnTo>
                    <a:pt x="6793726" y="485706"/>
                  </a:lnTo>
                  <a:lnTo>
                    <a:pt x="6793852" y="485706"/>
                  </a:lnTo>
                  <a:lnTo>
                    <a:pt x="6793979" y="485706"/>
                  </a:lnTo>
                  <a:lnTo>
                    <a:pt x="6794105" y="485706"/>
                  </a:lnTo>
                  <a:lnTo>
                    <a:pt x="6794231" y="485706"/>
                  </a:lnTo>
                  <a:lnTo>
                    <a:pt x="6794357" y="485706"/>
                  </a:lnTo>
                  <a:lnTo>
                    <a:pt x="6794483" y="485706"/>
                  </a:lnTo>
                  <a:lnTo>
                    <a:pt x="6794609" y="485706"/>
                  </a:lnTo>
                  <a:lnTo>
                    <a:pt x="6794735" y="485706"/>
                  </a:lnTo>
                  <a:lnTo>
                    <a:pt x="6794861" y="485706"/>
                  </a:lnTo>
                  <a:lnTo>
                    <a:pt x="6794987" y="485706"/>
                  </a:lnTo>
                  <a:lnTo>
                    <a:pt x="6795113" y="485706"/>
                  </a:lnTo>
                  <a:lnTo>
                    <a:pt x="6795239" y="485706"/>
                  </a:lnTo>
                  <a:lnTo>
                    <a:pt x="6795366" y="485706"/>
                  </a:lnTo>
                  <a:lnTo>
                    <a:pt x="6795492" y="485706"/>
                  </a:lnTo>
                  <a:lnTo>
                    <a:pt x="6795618" y="485706"/>
                  </a:lnTo>
                  <a:lnTo>
                    <a:pt x="6795744" y="485706"/>
                  </a:lnTo>
                  <a:lnTo>
                    <a:pt x="6795870" y="485706"/>
                  </a:lnTo>
                  <a:lnTo>
                    <a:pt x="6795996" y="485706"/>
                  </a:lnTo>
                  <a:lnTo>
                    <a:pt x="6796122" y="485706"/>
                  </a:lnTo>
                  <a:lnTo>
                    <a:pt x="6796248" y="485706"/>
                  </a:lnTo>
                  <a:lnTo>
                    <a:pt x="6796374" y="485706"/>
                  </a:lnTo>
                  <a:lnTo>
                    <a:pt x="6796500" y="485706"/>
                  </a:lnTo>
                  <a:lnTo>
                    <a:pt x="6796626" y="485706"/>
                  </a:lnTo>
                  <a:lnTo>
                    <a:pt x="6796753" y="485706"/>
                  </a:lnTo>
                  <a:lnTo>
                    <a:pt x="6796879" y="485706"/>
                  </a:lnTo>
                  <a:lnTo>
                    <a:pt x="6797005" y="485706"/>
                  </a:lnTo>
                  <a:lnTo>
                    <a:pt x="6797131" y="485706"/>
                  </a:lnTo>
                  <a:lnTo>
                    <a:pt x="6797257" y="485706"/>
                  </a:lnTo>
                  <a:lnTo>
                    <a:pt x="6797383" y="485706"/>
                  </a:lnTo>
                  <a:lnTo>
                    <a:pt x="6797509" y="485706"/>
                  </a:lnTo>
                  <a:lnTo>
                    <a:pt x="6797635" y="485706"/>
                  </a:lnTo>
                  <a:lnTo>
                    <a:pt x="6797761" y="485706"/>
                  </a:lnTo>
                  <a:lnTo>
                    <a:pt x="6797887" y="485706"/>
                  </a:lnTo>
                  <a:lnTo>
                    <a:pt x="6798013" y="485706"/>
                  </a:lnTo>
                  <a:lnTo>
                    <a:pt x="6798139" y="485706"/>
                  </a:lnTo>
                  <a:lnTo>
                    <a:pt x="6798266" y="485706"/>
                  </a:lnTo>
                  <a:lnTo>
                    <a:pt x="6798392" y="485706"/>
                  </a:lnTo>
                  <a:lnTo>
                    <a:pt x="6798518" y="485706"/>
                  </a:lnTo>
                  <a:lnTo>
                    <a:pt x="6798644" y="485706"/>
                  </a:lnTo>
                  <a:lnTo>
                    <a:pt x="6798770" y="485706"/>
                  </a:lnTo>
                  <a:lnTo>
                    <a:pt x="6798896" y="485706"/>
                  </a:lnTo>
                  <a:lnTo>
                    <a:pt x="6799022" y="485706"/>
                  </a:lnTo>
                  <a:lnTo>
                    <a:pt x="6799148" y="485706"/>
                  </a:lnTo>
                  <a:lnTo>
                    <a:pt x="6799274" y="485706"/>
                  </a:lnTo>
                  <a:lnTo>
                    <a:pt x="6799400" y="485706"/>
                  </a:lnTo>
                  <a:lnTo>
                    <a:pt x="6799526" y="485706"/>
                  </a:lnTo>
                  <a:lnTo>
                    <a:pt x="6799653" y="485706"/>
                  </a:lnTo>
                  <a:lnTo>
                    <a:pt x="6799779" y="485706"/>
                  </a:lnTo>
                  <a:lnTo>
                    <a:pt x="6799779" y="480427"/>
                  </a:lnTo>
                  <a:lnTo>
                    <a:pt x="6799905" y="480427"/>
                  </a:lnTo>
                  <a:lnTo>
                    <a:pt x="6800031" y="480427"/>
                  </a:lnTo>
                  <a:lnTo>
                    <a:pt x="6800157" y="480427"/>
                  </a:lnTo>
                  <a:lnTo>
                    <a:pt x="6800283" y="480427"/>
                  </a:lnTo>
                  <a:lnTo>
                    <a:pt x="6800409" y="480427"/>
                  </a:lnTo>
                  <a:lnTo>
                    <a:pt x="6800535" y="480427"/>
                  </a:lnTo>
                  <a:lnTo>
                    <a:pt x="6800661" y="480427"/>
                  </a:lnTo>
                  <a:lnTo>
                    <a:pt x="6800787" y="480427"/>
                  </a:lnTo>
                  <a:lnTo>
                    <a:pt x="6800913" y="480427"/>
                  </a:lnTo>
                  <a:lnTo>
                    <a:pt x="6801039" y="480427"/>
                  </a:lnTo>
                  <a:lnTo>
                    <a:pt x="6801166" y="480427"/>
                  </a:lnTo>
                  <a:lnTo>
                    <a:pt x="6801292" y="480427"/>
                  </a:lnTo>
                  <a:lnTo>
                    <a:pt x="6801418" y="480427"/>
                  </a:lnTo>
                  <a:lnTo>
                    <a:pt x="6801544" y="480427"/>
                  </a:lnTo>
                  <a:lnTo>
                    <a:pt x="6801670" y="480427"/>
                  </a:lnTo>
                  <a:lnTo>
                    <a:pt x="6801796" y="480427"/>
                  </a:lnTo>
                  <a:lnTo>
                    <a:pt x="6801922" y="480427"/>
                  </a:lnTo>
                  <a:lnTo>
                    <a:pt x="6802048" y="480427"/>
                  </a:lnTo>
                  <a:lnTo>
                    <a:pt x="6802174" y="480427"/>
                  </a:lnTo>
                  <a:lnTo>
                    <a:pt x="6802300" y="480427"/>
                  </a:lnTo>
                  <a:lnTo>
                    <a:pt x="6802426" y="480427"/>
                  </a:lnTo>
                  <a:lnTo>
                    <a:pt x="6802553" y="480427"/>
                  </a:lnTo>
                  <a:lnTo>
                    <a:pt x="6802679" y="480427"/>
                  </a:lnTo>
                  <a:lnTo>
                    <a:pt x="6802805" y="480427"/>
                  </a:lnTo>
                  <a:lnTo>
                    <a:pt x="6802931" y="480427"/>
                  </a:lnTo>
                  <a:lnTo>
                    <a:pt x="6803057" y="480427"/>
                  </a:lnTo>
                  <a:lnTo>
                    <a:pt x="6803183" y="480427"/>
                  </a:lnTo>
                  <a:lnTo>
                    <a:pt x="6803309" y="480427"/>
                  </a:lnTo>
                  <a:lnTo>
                    <a:pt x="6803435" y="480427"/>
                  </a:lnTo>
                  <a:lnTo>
                    <a:pt x="6803561" y="480427"/>
                  </a:lnTo>
                  <a:lnTo>
                    <a:pt x="6803687" y="480427"/>
                  </a:lnTo>
                  <a:lnTo>
                    <a:pt x="6803813" y="480427"/>
                  </a:lnTo>
                  <a:lnTo>
                    <a:pt x="6803940" y="480427"/>
                  </a:lnTo>
                  <a:lnTo>
                    <a:pt x="6804066" y="480427"/>
                  </a:lnTo>
                  <a:lnTo>
                    <a:pt x="6804192" y="480427"/>
                  </a:lnTo>
                  <a:lnTo>
                    <a:pt x="6804318" y="480427"/>
                  </a:lnTo>
                  <a:lnTo>
                    <a:pt x="6804444" y="480427"/>
                  </a:lnTo>
                  <a:lnTo>
                    <a:pt x="6804570" y="480427"/>
                  </a:lnTo>
                  <a:lnTo>
                    <a:pt x="6804696" y="480427"/>
                  </a:lnTo>
                  <a:lnTo>
                    <a:pt x="6804822" y="480427"/>
                  </a:lnTo>
                  <a:lnTo>
                    <a:pt x="6804948" y="480427"/>
                  </a:lnTo>
                  <a:lnTo>
                    <a:pt x="6805074" y="480427"/>
                  </a:lnTo>
                  <a:lnTo>
                    <a:pt x="6805200" y="480427"/>
                  </a:lnTo>
                  <a:lnTo>
                    <a:pt x="6805326" y="480427"/>
                  </a:lnTo>
                  <a:lnTo>
                    <a:pt x="6805453" y="480427"/>
                  </a:lnTo>
                  <a:lnTo>
                    <a:pt x="6805579" y="480427"/>
                  </a:lnTo>
                  <a:lnTo>
                    <a:pt x="6805705" y="480427"/>
                  </a:lnTo>
                  <a:lnTo>
                    <a:pt x="6805831" y="480427"/>
                  </a:lnTo>
                  <a:lnTo>
                    <a:pt x="6805957" y="480427"/>
                  </a:lnTo>
                  <a:lnTo>
                    <a:pt x="6806083" y="480427"/>
                  </a:lnTo>
                  <a:lnTo>
                    <a:pt x="6806209" y="480427"/>
                  </a:lnTo>
                  <a:lnTo>
                    <a:pt x="6806335" y="480427"/>
                  </a:lnTo>
                  <a:lnTo>
                    <a:pt x="6806461" y="480427"/>
                  </a:lnTo>
                  <a:lnTo>
                    <a:pt x="6806587" y="480427"/>
                  </a:lnTo>
                  <a:lnTo>
                    <a:pt x="6806587" y="475147"/>
                  </a:lnTo>
                  <a:lnTo>
                    <a:pt x="6806713" y="475147"/>
                  </a:lnTo>
                  <a:lnTo>
                    <a:pt x="6806840" y="475147"/>
                  </a:lnTo>
                  <a:lnTo>
                    <a:pt x="6806966" y="475147"/>
                  </a:lnTo>
                  <a:lnTo>
                    <a:pt x="6807092" y="475147"/>
                  </a:lnTo>
                  <a:lnTo>
                    <a:pt x="6807218" y="475147"/>
                  </a:lnTo>
                  <a:lnTo>
                    <a:pt x="6807344" y="475147"/>
                  </a:lnTo>
                  <a:lnTo>
                    <a:pt x="6807470" y="475147"/>
                  </a:lnTo>
                  <a:lnTo>
                    <a:pt x="6807596" y="475147"/>
                  </a:lnTo>
                  <a:lnTo>
                    <a:pt x="6807722" y="475147"/>
                  </a:lnTo>
                  <a:lnTo>
                    <a:pt x="6807848" y="475147"/>
                  </a:lnTo>
                  <a:lnTo>
                    <a:pt x="6807974" y="475147"/>
                  </a:lnTo>
                  <a:lnTo>
                    <a:pt x="6808100" y="475147"/>
                  </a:lnTo>
                  <a:lnTo>
                    <a:pt x="6808226" y="475147"/>
                  </a:lnTo>
                  <a:lnTo>
                    <a:pt x="6808353" y="475147"/>
                  </a:lnTo>
                  <a:lnTo>
                    <a:pt x="6808479" y="475147"/>
                  </a:lnTo>
                  <a:lnTo>
                    <a:pt x="6808605" y="475147"/>
                  </a:lnTo>
                  <a:lnTo>
                    <a:pt x="6808731" y="475147"/>
                  </a:lnTo>
                  <a:lnTo>
                    <a:pt x="6808857" y="475147"/>
                  </a:lnTo>
                  <a:lnTo>
                    <a:pt x="6808983" y="475147"/>
                  </a:lnTo>
                  <a:lnTo>
                    <a:pt x="6809109" y="475147"/>
                  </a:lnTo>
                  <a:lnTo>
                    <a:pt x="6809235" y="475147"/>
                  </a:lnTo>
                  <a:lnTo>
                    <a:pt x="6809361" y="475147"/>
                  </a:lnTo>
                  <a:lnTo>
                    <a:pt x="6809487" y="475147"/>
                  </a:lnTo>
                  <a:lnTo>
                    <a:pt x="6809613" y="475147"/>
                  </a:lnTo>
                  <a:lnTo>
                    <a:pt x="6809740" y="475147"/>
                  </a:lnTo>
                  <a:lnTo>
                    <a:pt x="6809866" y="475147"/>
                  </a:lnTo>
                  <a:lnTo>
                    <a:pt x="6809992" y="475147"/>
                  </a:lnTo>
                  <a:lnTo>
                    <a:pt x="6810118" y="475147"/>
                  </a:lnTo>
                  <a:lnTo>
                    <a:pt x="6810244" y="475147"/>
                  </a:lnTo>
                  <a:lnTo>
                    <a:pt x="6810370" y="475147"/>
                  </a:lnTo>
                  <a:lnTo>
                    <a:pt x="6810496" y="475147"/>
                  </a:lnTo>
                  <a:lnTo>
                    <a:pt x="6810622" y="475147"/>
                  </a:lnTo>
                  <a:lnTo>
                    <a:pt x="6810748" y="475147"/>
                  </a:lnTo>
                  <a:lnTo>
                    <a:pt x="6810874" y="475147"/>
                  </a:lnTo>
                  <a:lnTo>
                    <a:pt x="6811000" y="475147"/>
                  </a:lnTo>
                  <a:lnTo>
                    <a:pt x="6811126" y="475147"/>
                  </a:lnTo>
                  <a:lnTo>
                    <a:pt x="6811253" y="475147"/>
                  </a:lnTo>
                  <a:lnTo>
                    <a:pt x="6811379" y="475147"/>
                  </a:lnTo>
                  <a:lnTo>
                    <a:pt x="6811505" y="475147"/>
                  </a:lnTo>
                  <a:lnTo>
                    <a:pt x="6811631" y="475147"/>
                  </a:lnTo>
                  <a:lnTo>
                    <a:pt x="6811757" y="475147"/>
                  </a:lnTo>
                  <a:lnTo>
                    <a:pt x="6811883" y="475147"/>
                  </a:lnTo>
                  <a:lnTo>
                    <a:pt x="6812009" y="475147"/>
                  </a:lnTo>
                  <a:lnTo>
                    <a:pt x="6812135" y="475147"/>
                  </a:lnTo>
                  <a:lnTo>
                    <a:pt x="6812261" y="475147"/>
                  </a:lnTo>
                  <a:lnTo>
                    <a:pt x="6812387" y="475147"/>
                  </a:lnTo>
                  <a:lnTo>
                    <a:pt x="6812513" y="475147"/>
                  </a:lnTo>
                  <a:lnTo>
                    <a:pt x="6812640" y="475147"/>
                  </a:lnTo>
                  <a:lnTo>
                    <a:pt x="6812766" y="475147"/>
                  </a:lnTo>
                  <a:lnTo>
                    <a:pt x="6812892" y="475147"/>
                  </a:lnTo>
                  <a:lnTo>
                    <a:pt x="6813018" y="475147"/>
                  </a:lnTo>
                  <a:lnTo>
                    <a:pt x="6813144" y="475147"/>
                  </a:lnTo>
                  <a:lnTo>
                    <a:pt x="6813270" y="475147"/>
                  </a:lnTo>
                  <a:lnTo>
                    <a:pt x="6813396" y="475147"/>
                  </a:lnTo>
                  <a:lnTo>
                    <a:pt x="6813522" y="475147"/>
                  </a:lnTo>
                  <a:lnTo>
                    <a:pt x="6813648" y="475147"/>
                  </a:lnTo>
                  <a:lnTo>
                    <a:pt x="6813774" y="475147"/>
                  </a:lnTo>
                  <a:lnTo>
                    <a:pt x="6813900" y="475147"/>
                  </a:lnTo>
                  <a:lnTo>
                    <a:pt x="6814027" y="475147"/>
                  </a:lnTo>
                  <a:lnTo>
                    <a:pt x="6814153" y="475147"/>
                  </a:lnTo>
                  <a:lnTo>
                    <a:pt x="6814279" y="475147"/>
                  </a:lnTo>
                  <a:lnTo>
                    <a:pt x="6814405" y="475147"/>
                  </a:lnTo>
                  <a:lnTo>
                    <a:pt x="6814531" y="475147"/>
                  </a:lnTo>
                  <a:lnTo>
                    <a:pt x="6814657" y="475147"/>
                  </a:lnTo>
                  <a:lnTo>
                    <a:pt x="6814783" y="475147"/>
                  </a:lnTo>
                  <a:lnTo>
                    <a:pt x="6814909" y="475147"/>
                  </a:lnTo>
                  <a:lnTo>
                    <a:pt x="6815035" y="475147"/>
                  </a:lnTo>
                  <a:lnTo>
                    <a:pt x="6815161" y="475147"/>
                  </a:lnTo>
                  <a:lnTo>
                    <a:pt x="6815287" y="475147"/>
                  </a:lnTo>
                  <a:lnTo>
                    <a:pt x="6815413" y="475147"/>
                  </a:lnTo>
                  <a:lnTo>
                    <a:pt x="6815413" y="469868"/>
                  </a:lnTo>
                  <a:lnTo>
                    <a:pt x="6815540" y="469868"/>
                  </a:lnTo>
                  <a:lnTo>
                    <a:pt x="6815666" y="469868"/>
                  </a:lnTo>
                  <a:lnTo>
                    <a:pt x="6815792" y="469868"/>
                  </a:lnTo>
                  <a:lnTo>
                    <a:pt x="6815918" y="469868"/>
                  </a:lnTo>
                  <a:lnTo>
                    <a:pt x="6816044" y="469868"/>
                  </a:lnTo>
                  <a:lnTo>
                    <a:pt x="6816170" y="469868"/>
                  </a:lnTo>
                  <a:lnTo>
                    <a:pt x="6816296" y="469868"/>
                  </a:lnTo>
                  <a:lnTo>
                    <a:pt x="6816422" y="469868"/>
                  </a:lnTo>
                  <a:lnTo>
                    <a:pt x="6816548" y="469868"/>
                  </a:lnTo>
                  <a:lnTo>
                    <a:pt x="6816674" y="469868"/>
                  </a:lnTo>
                  <a:lnTo>
                    <a:pt x="6816800" y="469868"/>
                  </a:lnTo>
                  <a:lnTo>
                    <a:pt x="6816927" y="469868"/>
                  </a:lnTo>
                  <a:lnTo>
                    <a:pt x="6817053" y="469868"/>
                  </a:lnTo>
                  <a:lnTo>
                    <a:pt x="6817179" y="469868"/>
                  </a:lnTo>
                  <a:lnTo>
                    <a:pt x="6817305" y="469868"/>
                  </a:lnTo>
                  <a:lnTo>
                    <a:pt x="6817431" y="469868"/>
                  </a:lnTo>
                  <a:lnTo>
                    <a:pt x="6817557" y="469868"/>
                  </a:lnTo>
                  <a:lnTo>
                    <a:pt x="6817683" y="469868"/>
                  </a:lnTo>
                  <a:lnTo>
                    <a:pt x="6817809" y="469868"/>
                  </a:lnTo>
                  <a:lnTo>
                    <a:pt x="6817935" y="469868"/>
                  </a:lnTo>
                  <a:lnTo>
                    <a:pt x="6818061" y="469868"/>
                  </a:lnTo>
                  <a:lnTo>
                    <a:pt x="6818187" y="469868"/>
                  </a:lnTo>
                  <a:lnTo>
                    <a:pt x="6818313" y="469868"/>
                  </a:lnTo>
                  <a:lnTo>
                    <a:pt x="6818440" y="469868"/>
                  </a:lnTo>
                  <a:lnTo>
                    <a:pt x="6818566" y="469868"/>
                  </a:lnTo>
                  <a:lnTo>
                    <a:pt x="6818692" y="469868"/>
                  </a:lnTo>
                  <a:lnTo>
                    <a:pt x="6818818" y="469868"/>
                  </a:lnTo>
                  <a:lnTo>
                    <a:pt x="6818944" y="469868"/>
                  </a:lnTo>
                  <a:lnTo>
                    <a:pt x="6819070" y="469868"/>
                  </a:lnTo>
                  <a:lnTo>
                    <a:pt x="6819196" y="469868"/>
                  </a:lnTo>
                  <a:lnTo>
                    <a:pt x="6819322" y="469868"/>
                  </a:lnTo>
                  <a:lnTo>
                    <a:pt x="6819448" y="469868"/>
                  </a:lnTo>
                  <a:lnTo>
                    <a:pt x="6819574" y="469868"/>
                  </a:lnTo>
                  <a:lnTo>
                    <a:pt x="6819700" y="469868"/>
                  </a:lnTo>
                  <a:lnTo>
                    <a:pt x="6819827" y="469868"/>
                  </a:lnTo>
                  <a:lnTo>
                    <a:pt x="6819953" y="469868"/>
                  </a:lnTo>
                  <a:lnTo>
                    <a:pt x="6820079" y="469868"/>
                  </a:lnTo>
                  <a:lnTo>
                    <a:pt x="6820205" y="469868"/>
                  </a:lnTo>
                  <a:lnTo>
                    <a:pt x="6820331" y="469868"/>
                  </a:lnTo>
                  <a:lnTo>
                    <a:pt x="6820457" y="469868"/>
                  </a:lnTo>
                  <a:lnTo>
                    <a:pt x="6820583" y="469868"/>
                  </a:lnTo>
                  <a:lnTo>
                    <a:pt x="6820709" y="469868"/>
                  </a:lnTo>
                  <a:lnTo>
                    <a:pt x="6820835" y="469868"/>
                  </a:lnTo>
                  <a:lnTo>
                    <a:pt x="6820961" y="469868"/>
                  </a:lnTo>
                  <a:lnTo>
                    <a:pt x="6821087" y="469868"/>
                  </a:lnTo>
                  <a:lnTo>
                    <a:pt x="6821214" y="469868"/>
                  </a:lnTo>
                  <a:lnTo>
                    <a:pt x="6821340" y="469868"/>
                  </a:lnTo>
                  <a:lnTo>
                    <a:pt x="6821340" y="464589"/>
                  </a:lnTo>
                  <a:lnTo>
                    <a:pt x="6821466" y="464589"/>
                  </a:lnTo>
                  <a:lnTo>
                    <a:pt x="6821592" y="464589"/>
                  </a:lnTo>
                  <a:lnTo>
                    <a:pt x="6821718" y="464589"/>
                  </a:lnTo>
                  <a:lnTo>
                    <a:pt x="6821844" y="464589"/>
                  </a:lnTo>
                  <a:lnTo>
                    <a:pt x="6821970" y="464589"/>
                  </a:lnTo>
                  <a:lnTo>
                    <a:pt x="6822096" y="464589"/>
                  </a:lnTo>
                  <a:lnTo>
                    <a:pt x="6822222" y="464589"/>
                  </a:lnTo>
                  <a:lnTo>
                    <a:pt x="6822348" y="464589"/>
                  </a:lnTo>
                  <a:lnTo>
                    <a:pt x="6822474" y="464589"/>
                  </a:lnTo>
                  <a:lnTo>
                    <a:pt x="6822600" y="464589"/>
                  </a:lnTo>
                  <a:lnTo>
                    <a:pt x="6822727" y="464589"/>
                  </a:lnTo>
                  <a:lnTo>
                    <a:pt x="6822853" y="464589"/>
                  </a:lnTo>
                  <a:lnTo>
                    <a:pt x="6822979" y="464589"/>
                  </a:lnTo>
                  <a:lnTo>
                    <a:pt x="6823105" y="464589"/>
                  </a:lnTo>
                  <a:lnTo>
                    <a:pt x="6823231" y="464589"/>
                  </a:lnTo>
                  <a:lnTo>
                    <a:pt x="6823357" y="464589"/>
                  </a:lnTo>
                  <a:lnTo>
                    <a:pt x="6823483" y="464589"/>
                  </a:lnTo>
                  <a:lnTo>
                    <a:pt x="6823609" y="464589"/>
                  </a:lnTo>
                  <a:lnTo>
                    <a:pt x="6823735" y="464589"/>
                  </a:lnTo>
                  <a:lnTo>
                    <a:pt x="6823861" y="464589"/>
                  </a:lnTo>
                  <a:lnTo>
                    <a:pt x="6823987" y="464589"/>
                  </a:lnTo>
                  <a:lnTo>
                    <a:pt x="6824114" y="464589"/>
                  </a:lnTo>
                  <a:lnTo>
                    <a:pt x="6824240" y="464589"/>
                  </a:lnTo>
                  <a:lnTo>
                    <a:pt x="6824366" y="464589"/>
                  </a:lnTo>
                  <a:lnTo>
                    <a:pt x="6824492" y="464589"/>
                  </a:lnTo>
                  <a:lnTo>
                    <a:pt x="6824618" y="464589"/>
                  </a:lnTo>
                  <a:lnTo>
                    <a:pt x="6824744" y="464589"/>
                  </a:lnTo>
                  <a:lnTo>
                    <a:pt x="6824870" y="464589"/>
                  </a:lnTo>
                  <a:lnTo>
                    <a:pt x="6824996" y="464589"/>
                  </a:lnTo>
                  <a:lnTo>
                    <a:pt x="6825122" y="464589"/>
                  </a:lnTo>
                  <a:lnTo>
                    <a:pt x="6825248" y="464589"/>
                  </a:lnTo>
                  <a:lnTo>
                    <a:pt x="6825374" y="464589"/>
                  </a:lnTo>
                  <a:lnTo>
                    <a:pt x="6825374" y="459309"/>
                  </a:lnTo>
                  <a:lnTo>
                    <a:pt x="6825500" y="459309"/>
                  </a:lnTo>
                  <a:lnTo>
                    <a:pt x="6825627" y="459309"/>
                  </a:lnTo>
                  <a:lnTo>
                    <a:pt x="6825753" y="459309"/>
                  </a:lnTo>
                  <a:lnTo>
                    <a:pt x="6825879" y="459309"/>
                  </a:lnTo>
                  <a:lnTo>
                    <a:pt x="6826005" y="459309"/>
                  </a:lnTo>
                  <a:lnTo>
                    <a:pt x="6826131" y="459309"/>
                  </a:lnTo>
                  <a:lnTo>
                    <a:pt x="6826257" y="459309"/>
                  </a:lnTo>
                  <a:lnTo>
                    <a:pt x="6826383" y="459309"/>
                  </a:lnTo>
                  <a:lnTo>
                    <a:pt x="6826509" y="459309"/>
                  </a:lnTo>
                  <a:lnTo>
                    <a:pt x="6826635" y="459309"/>
                  </a:lnTo>
                  <a:lnTo>
                    <a:pt x="6826761" y="459309"/>
                  </a:lnTo>
                  <a:lnTo>
                    <a:pt x="6826887" y="459309"/>
                  </a:lnTo>
                  <a:lnTo>
                    <a:pt x="6827014" y="459309"/>
                  </a:lnTo>
                  <a:lnTo>
                    <a:pt x="6827140" y="459309"/>
                  </a:lnTo>
                  <a:lnTo>
                    <a:pt x="6827266" y="459309"/>
                  </a:lnTo>
                  <a:lnTo>
                    <a:pt x="6827392" y="459309"/>
                  </a:lnTo>
                  <a:lnTo>
                    <a:pt x="6827518" y="459309"/>
                  </a:lnTo>
                  <a:lnTo>
                    <a:pt x="6827644" y="459309"/>
                  </a:lnTo>
                  <a:lnTo>
                    <a:pt x="6827770" y="459309"/>
                  </a:lnTo>
                  <a:lnTo>
                    <a:pt x="6827896" y="459309"/>
                  </a:lnTo>
                  <a:lnTo>
                    <a:pt x="6828022" y="459309"/>
                  </a:lnTo>
                  <a:lnTo>
                    <a:pt x="6828148" y="459309"/>
                  </a:lnTo>
                  <a:lnTo>
                    <a:pt x="6828274" y="459309"/>
                  </a:lnTo>
                  <a:lnTo>
                    <a:pt x="6828400" y="459309"/>
                  </a:lnTo>
                  <a:lnTo>
                    <a:pt x="6828527" y="459309"/>
                  </a:lnTo>
                  <a:lnTo>
                    <a:pt x="6828653" y="459309"/>
                  </a:lnTo>
                  <a:lnTo>
                    <a:pt x="6828779" y="459309"/>
                  </a:lnTo>
                  <a:lnTo>
                    <a:pt x="6828905" y="459309"/>
                  </a:lnTo>
                  <a:lnTo>
                    <a:pt x="6829031" y="459309"/>
                  </a:lnTo>
                  <a:lnTo>
                    <a:pt x="6829157" y="459309"/>
                  </a:lnTo>
                  <a:lnTo>
                    <a:pt x="6829283" y="459309"/>
                  </a:lnTo>
                  <a:lnTo>
                    <a:pt x="6829409" y="459309"/>
                  </a:lnTo>
                  <a:lnTo>
                    <a:pt x="6829535" y="459309"/>
                  </a:lnTo>
                  <a:lnTo>
                    <a:pt x="6829535" y="454030"/>
                  </a:lnTo>
                  <a:lnTo>
                    <a:pt x="6829661" y="454030"/>
                  </a:lnTo>
                  <a:lnTo>
                    <a:pt x="6829787" y="454030"/>
                  </a:lnTo>
                  <a:lnTo>
                    <a:pt x="6829914" y="454030"/>
                  </a:lnTo>
                  <a:lnTo>
                    <a:pt x="6830040" y="454030"/>
                  </a:lnTo>
                  <a:lnTo>
                    <a:pt x="6830166" y="454030"/>
                  </a:lnTo>
                  <a:lnTo>
                    <a:pt x="6830292" y="454030"/>
                  </a:lnTo>
                  <a:lnTo>
                    <a:pt x="6830418" y="454030"/>
                  </a:lnTo>
                  <a:lnTo>
                    <a:pt x="6830544" y="454030"/>
                  </a:lnTo>
                  <a:lnTo>
                    <a:pt x="6830670" y="454030"/>
                  </a:lnTo>
                  <a:lnTo>
                    <a:pt x="6830670" y="448750"/>
                  </a:lnTo>
                  <a:lnTo>
                    <a:pt x="6830796" y="448750"/>
                  </a:lnTo>
                  <a:lnTo>
                    <a:pt x="6830922" y="448750"/>
                  </a:lnTo>
                  <a:lnTo>
                    <a:pt x="6831048" y="448750"/>
                  </a:lnTo>
                  <a:lnTo>
                    <a:pt x="6831174" y="448750"/>
                  </a:lnTo>
                  <a:lnTo>
                    <a:pt x="6831301" y="448750"/>
                  </a:lnTo>
                  <a:lnTo>
                    <a:pt x="6831427" y="448750"/>
                  </a:lnTo>
                  <a:lnTo>
                    <a:pt x="6831553" y="448750"/>
                  </a:lnTo>
                  <a:lnTo>
                    <a:pt x="6831679" y="448750"/>
                  </a:lnTo>
                  <a:lnTo>
                    <a:pt x="6831805" y="448750"/>
                  </a:lnTo>
                  <a:lnTo>
                    <a:pt x="6831931" y="448750"/>
                  </a:lnTo>
                  <a:lnTo>
                    <a:pt x="6832057" y="448750"/>
                  </a:lnTo>
                  <a:lnTo>
                    <a:pt x="6832183" y="448750"/>
                  </a:lnTo>
                  <a:lnTo>
                    <a:pt x="6832309" y="448750"/>
                  </a:lnTo>
                  <a:lnTo>
                    <a:pt x="6832435" y="448750"/>
                  </a:lnTo>
                  <a:lnTo>
                    <a:pt x="6832561" y="448750"/>
                  </a:lnTo>
                  <a:lnTo>
                    <a:pt x="6832687" y="448750"/>
                  </a:lnTo>
                  <a:lnTo>
                    <a:pt x="6832814" y="448750"/>
                  </a:lnTo>
                  <a:lnTo>
                    <a:pt x="6832940" y="448750"/>
                  </a:lnTo>
                  <a:lnTo>
                    <a:pt x="6833066" y="448750"/>
                  </a:lnTo>
                  <a:lnTo>
                    <a:pt x="6833192" y="448750"/>
                  </a:lnTo>
                  <a:lnTo>
                    <a:pt x="6833318" y="448750"/>
                  </a:lnTo>
                  <a:lnTo>
                    <a:pt x="6833444" y="448750"/>
                  </a:lnTo>
                  <a:lnTo>
                    <a:pt x="6833570" y="448750"/>
                  </a:lnTo>
                  <a:lnTo>
                    <a:pt x="6833696" y="448750"/>
                  </a:lnTo>
                  <a:lnTo>
                    <a:pt x="6833822" y="448750"/>
                  </a:lnTo>
                  <a:lnTo>
                    <a:pt x="6833948" y="448750"/>
                  </a:lnTo>
                  <a:lnTo>
                    <a:pt x="6834074" y="448750"/>
                  </a:lnTo>
                  <a:lnTo>
                    <a:pt x="6834074" y="443471"/>
                  </a:lnTo>
                  <a:lnTo>
                    <a:pt x="6834201" y="443471"/>
                  </a:lnTo>
                  <a:lnTo>
                    <a:pt x="6834327" y="443471"/>
                  </a:lnTo>
                  <a:lnTo>
                    <a:pt x="6834453" y="443471"/>
                  </a:lnTo>
                  <a:lnTo>
                    <a:pt x="6834579" y="443471"/>
                  </a:lnTo>
                  <a:lnTo>
                    <a:pt x="6834705" y="443471"/>
                  </a:lnTo>
                  <a:lnTo>
                    <a:pt x="6834831" y="443471"/>
                  </a:lnTo>
                  <a:lnTo>
                    <a:pt x="6834957" y="443471"/>
                  </a:lnTo>
                  <a:lnTo>
                    <a:pt x="6835083" y="443471"/>
                  </a:lnTo>
                  <a:lnTo>
                    <a:pt x="6835209" y="443471"/>
                  </a:lnTo>
                  <a:lnTo>
                    <a:pt x="6835335" y="443471"/>
                  </a:lnTo>
                  <a:lnTo>
                    <a:pt x="6835461" y="443471"/>
                  </a:lnTo>
                  <a:lnTo>
                    <a:pt x="6835587" y="443471"/>
                  </a:lnTo>
                  <a:lnTo>
                    <a:pt x="6835714" y="443471"/>
                  </a:lnTo>
                  <a:lnTo>
                    <a:pt x="6835840" y="443471"/>
                  </a:lnTo>
                  <a:lnTo>
                    <a:pt x="6835966" y="443471"/>
                  </a:lnTo>
                  <a:lnTo>
                    <a:pt x="6836092" y="443471"/>
                  </a:lnTo>
                  <a:lnTo>
                    <a:pt x="6836218" y="443471"/>
                  </a:lnTo>
                  <a:lnTo>
                    <a:pt x="6836344" y="443471"/>
                  </a:lnTo>
                  <a:lnTo>
                    <a:pt x="6836470" y="443471"/>
                  </a:lnTo>
                  <a:lnTo>
                    <a:pt x="6836596" y="443471"/>
                  </a:lnTo>
                  <a:lnTo>
                    <a:pt x="6836722" y="443471"/>
                  </a:lnTo>
                  <a:lnTo>
                    <a:pt x="6836848" y="443471"/>
                  </a:lnTo>
                  <a:lnTo>
                    <a:pt x="6836974" y="443471"/>
                  </a:lnTo>
                  <a:lnTo>
                    <a:pt x="6837101" y="443471"/>
                  </a:lnTo>
                  <a:lnTo>
                    <a:pt x="6837227" y="443471"/>
                  </a:lnTo>
                  <a:lnTo>
                    <a:pt x="6837353" y="443471"/>
                  </a:lnTo>
                  <a:lnTo>
                    <a:pt x="6837479" y="443471"/>
                  </a:lnTo>
                  <a:lnTo>
                    <a:pt x="6837605" y="443471"/>
                  </a:lnTo>
                  <a:lnTo>
                    <a:pt x="6837731" y="443471"/>
                  </a:lnTo>
                  <a:lnTo>
                    <a:pt x="6837857" y="443471"/>
                  </a:lnTo>
                  <a:lnTo>
                    <a:pt x="6837983" y="443471"/>
                  </a:lnTo>
                  <a:lnTo>
                    <a:pt x="6838109" y="443471"/>
                  </a:lnTo>
                  <a:lnTo>
                    <a:pt x="6838235" y="443471"/>
                  </a:lnTo>
                  <a:lnTo>
                    <a:pt x="6838361" y="443471"/>
                  </a:lnTo>
                  <a:lnTo>
                    <a:pt x="6838488" y="443471"/>
                  </a:lnTo>
                  <a:lnTo>
                    <a:pt x="6838614" y="443471"/>
                  </a:lnTo>
                  <a:lnTo>
                    <a:pt x="6838740" y="443471"/>
                  </a:lnTo>
                  <a:lnTo>
                    <a:pt x="6838866" y="443471"/>
                  </a:lnTo>
                  <a:lnTo>
                    <a:pt x="6838992" y="443471"/>
                  </a:lnTo>
                  <a:lnTo>
                    <a:pt x="6839118" y="443471"/>
                  </a:lnTo>
                  <a:lnTo>
                    <a:pt x="6839244" y="443471"/>
                  </a:lnTo>
                  <a:lnTo>
                    <a:pt x="6839370" y="443471"/>
                  </a:lnTo>
                  <a:lnTo>
                    <a:pt x="6839496" y="443471"/>
                  </a:lnTo>
                  <a:lnTo>
                    <a:pt x="6839622" y="443471"/>
                  </a:lnTo>
                  <a:lnTo>
                    <a:pt x="6839748" y="443471"/>
                  </a:lnTo>
                  <a:lnTo>
                    <a:pt x="6839874" y="443471"/>
                  </a:lnTo>
                  <a:lnTo>
                    <a:pt x="6840001" y="443471"/>
                  </a:lnTo>
                  <a:lnTo>
                    <a:pt x="6840127" y="443471"/>
                  </a:lnTo>
                  <a:lnTo>
                    <a:pt x="6840253" y="443471"/>
                  </a:lnTo>
                  <a:lnTo>
                    <a:pt x="6840379" y="443471"/>
                  </a:lnTo>
                  <a:lnTo>
                    <a:pt x="6840505" y="443471"/>
                  </a:lnTo>
                  <a:lnTo>
                    <a:pt x="6840631" y="443471"/>
                  </a:lnTo>
                  <a:lnTo>
                    <a:pt x="6840757" y="443471"/>
                  </a:lnTo>
                  <a:lnTo>
                    <a:pt x="6840883" y="443471"/>
                  </a:lnTo>
                  <a:lnTo>
                    <a:pt x="6841009" y="443471"/>
                  </a:lnTo>
                  <a:lnTo>
                    <a:pt x="6841135" y="443471"/>
                  </a:lnTo>
                  <a:lnTo>
                    <a:pt x="6841261" y="443471"/>
                  </a:lnTo>
                  <a:lnTo>
                    <a:pt x="6841388" y="443471"/>
                  </a:lnTo>
                  <a:lnTo>
                    <a:pt x="6841514" y="443471"/>
                  </a:lnTo>
                  <a:lnTo>
                    <a:pt x="6841640" y="443471"/>
                  </a:lnTo>
                  <a:lnTo>
                    <a:pt x="6841766" y="443471"/>
                  </a:lnTo>
                  <a:lnTo>
                    <a:pt x="6841892" y="443471"/>
                  </a:lnTo>
                  <a:lnTo>
                    <a:pt x="6842018" y="443471"/>
                  </a:lnTo>
                  <a:lnTo>
                    <a:pt x="6842144" y="443471"/>
                  </a:lnTo>
                  <a:lnTo>
                    <a:pt x="6842270" y="443471"/>
                  </a:lnTo>
                  <a:lnTo>
                    <a:pt x="6842396" y="443471"/>
                  </a:lnTo>
                  <a:lnTo>
                    <a:pt x="6842522" y="443471"/>
                  </a:lnTo>
                  <a:lnTo>
                    <a:pt x="6842648" y="443471"/>
                  </a:lnTo>
                  <a:lnTo>
                    <a:pt x="6842774" y="443471"/>
                  </a:lnTo>
                  <a:lnTo>
                    <a:pt x="6842901" y="443471"/>
                  </a:lnTo>
                  <a:lnTo>
                    <a:pt x="6843027" y="443471"/>
                  </a:lnTo>
                  <a:lnTo>
                    <a:pt x="6843153" y="443471"/>
                  </a:lnTo>
                  <a:lnTo>
                    <a:pt x="6843279" y="443471"/>
                  </a:lnTo>
                  <a:lnTo>
                    <a:pt x="6843405" y="443471"/>
                  </a:lnTo>
                  <a:lnTo>
                    <a:pt x="6843531" y="443471"/>
                  </a:lnTo>
                  <a:lnTo>
                    <a:pt x="6843657" y="443471"/>
                  </a:lnTo>
                  <a:lnTo>
                    <a:pt x="6843783" y="443471"/>
                  </a:lnTo>
                  <a:lnTo>
                    <a:pt x="6843909" y="443471"/>
                  </a:lnTo>
                  <a:lnTo>
                    <a:pt x="6844035" y="443471"/>
                  </a:lnTo>
                  <a:lnTo>
                    <a:pt x="6844161" y="443471"/>
                  </a:lnTo>
                  <a:lnTo>
                    <a:pt x="6844288" y="443471"/>
                  </a:lnTo>
                  <a:lnTo>
                    <a:pt x="6844414" y="443471"/>
                  </a:lnTo>
                  <a:lnTo>
                    <a:pt x="6844540" y="443471"/>
                  </a:lnTo>
                  <a:lnTo>
                    <a:pt x="6844666" y="443471"/>
                  </a:lnTo>
                  <a:lnTo>
                    <a:pt x="6844792" y="443471"/>
                  </a:lnTo>
                  <a:lnTo>
                    <a:pt x="6844918" y="443471"/>
                  </a:lnTo>
                  <a:lnTo>
                    <a:pt x="6845044" y="443471"/>
                  </a:lnTo>
                  <a:lnTo>
                    <a:pt x="6845170" y="443471"/>
                  </a:lnTo>
                  <a:lnTo>
                    <a:pt x="6845296" y="443471"/>
                  </a:lnTo>
                  <a:lnTo>
                    <a:pt x="6845422" y="443471"/>
                  </a:lnTo>
                  <a:lnTo>
                    <a:pt x="6845548" y="443471"/>
                  </a:lnTo>
                  <a:lnTo>
                    <a:pt x="6845675" y="443471"/>
                  </a:lnTo>
                  <a:lnTo>
                    <a:pt x="6845801" y="443471"/>
                  </a:lnTo>
                  <a:lnTo>
                    <a:pt x="6845927" y="443471"/>
                  </a:lnTo>
                  <a:lnTo>
                    <a:pt x="6846053" y="443471"/>
                  </a:lnTo>
                  <a:lnTo>
                    <a:pt x="6846179" y="443471"/>
                  </a:lnTo>
                  <a:lnTo>
                    <a:pt x="6846305" y="443471"/>
                  </a:lnTo>
                  <a:lnTo>
                    <a:pt x="6846431" y="443471"/>
                  </a:lnTo>
                  <a:lnTo>
                    <a:pt x="6846557" y="443471"/>
                  </a:lnTo>
                  <a:lnTo>
                    <a:pt x="6846683" y="443471"/>
                  </a:lnTo>
                  <a:lnTo>
                    <a:pt x="6846809" y="443471"/>
                  </a:lnTo>
                  <a:lnTo>
                    <a:pt x="6846935" y="443471"/>
                  </a:lnTo>
                  <a:lnTo>
                    <a:pt x="6847061" y="443471"/>
                  </a:lnTo>
                  <a:lnTo>
                    <a:pt x="6847188" y="443471"/>
                  </a:lnTo>
                  <a:lnTo>
                    <a:pt x="6847314" y="443471"/>
                  </a:lnTo>
                  <a:lnTo>
                    <a:pt x="6847440" y="443471"/>
                  </a:lnTo>
                  <a:lnTo>
                    <a:pt x="6847566" y="443471"/>
                  </a:lnTo>
                  <a:lnTo>
                    <a:pt x="6847692" y="443471"/>
                  </a:lnTo>
                  <a:lnTo>
                    <a:pt x="6847818" y="443471"/>
                  </a:lnTo>
                  <a:lnTo>
                    <a:pt x="6847944" y="443471"/>
                  </a:lnTo>
                  <a:lnTo>
                    <a:pt x="6848070" y="443471"/>
                  </a:lnTo>
                  <a:lnTo>
                    <a:pt x="6848196" y="443471"/>
                  </a:lnTo>
                  <a:lnTo>
                    <a:pt x="6848322" y="443471"/>
                  </a:lnTo>
                  <a:lnTo>
                    <a:pt x="6848448" y="443471"/>
                  </a:lnTo>
                  <a:lnTo>
                    <a:pt x="6848575" y="443471"/>
                  </a:lnTo>
                  <a:lnTo>
                    <a:pt x="6848701" y="443471"/>
                  </a:lnTo>
                  <a:lnTo>
                    <a:pt x="6848827" y="443471"/>
                  </a:lnTo>
                  <a:lnTo>
                    <a:pt x="6848953" y="443471"/>
                  </a:lnTo>
                  <a:lnTo>
                    <a:pt x="6849079" y="443471"/>
                  </a:lnTo>
                  <a:lnTo>
                    <a:pt x="6849205" y="443471"/>
                  </a:lnTo>
                  <a:lnTo>
                    <a:pt x="6849331" y="443471"/>
                  </a:lnTo>
                  <a:lnTo>
                    <a:pt x="6849457" y="443471"/>
                  </a:lnTo>
                  <a:lnTo>
                    <a:pt x="6849583" y="443471"/>
                  </a:lnTo>
                  <a:lnTo>
                    <a:pt x="6849709" y="443471"/>
                  </a:lnTo>
                  <a:lnTo>
                    <a:pt x="6849835" y="443471"/>
                  </a:lnTo>
                  <a:lnTo>
                    <a:pt x="6849961" y="443471"/>
                  </a:lnTo>
                  <a:lnTo>
                    <a:pt x="6850088" y="443471"/>
                  </a:lnTo>
                  <a:lnTo>
                    <a:pt x="6850214" y="443471"/>
                  </a:lnTo>
                  <a:lnTo>
                    <a:pt x="6850340" y="443471"/>
                  </a:lnTo>
                  <a:lnTo>
                    <a:pt x="6850466" y="443471"/>
                  </a:lnTo>
                  <a:lnTo>
                    <a:pt x="6850592" y="443471"/>
                  </a:lnTo>
                  <a:lnTo>
                    <a:pt x="6850718" y="443471"/>
                  </a:lnTo>
                  <a:lnTo>
                    <a:pt x="6850844" y="443471"/>
                  </a:lnTo>
                  <a:lnTo>
                    <a:pt x="6850970" y="443471"/>
                  </a:lnTo>
                  <a:lnTo>
                    <a:pt x="6851096" y="443471"/>
                  </a:lnTo>
                  <a:lnTo>
                    <a:pt x="6851222" y="443471"/>
                  </a:lnTo>
                  <a:lnTo>
                    <a:pt x="6851348" y="443471"/>
                  </a:lnTo>
                  <a:lnTo>
                    <a:pt x="6851475" y="443471"/>
                  </a:lnTo>
                  <a:lnTo>
                    <a:pt x="6851601" y="443471"/>
                  </a:lnTo>
                  <a:lnTo>
                    <a:pt x="6851727" y="443471"/>
                  </a:lnTo>
                  <a:lnTo>
                    <a:pt x="6851853" y="443471"/>
                  </a:lnTo>
                  <a:lnTo>
                    <a:pt x="6851979" y="443471"/>
                  </a:lnTo>
                  <a:lnTo>
                    <a:pt x="6852105" y="443471"/>
                  </a:lnTo>
                  <a:lnTo>
                    <a:pt x="6852231" y="443471"/>
                  </a:lnTo>
                  <a:lnTo>
                    <a:pt x="6852357" y="443471"/>
                  </a:lnTo>
                  <a:lnTo>
                    <a:pt x="6852483" y="443471"/>
                  </a:lnTo>
                  <a:lnTo>
                    <a:pt x="6852609" y="443471"/>
                  </a:lnTo>
                  <a:lnTo>
                    <a:pt x="6852735" y="443471"/>
                  </a:lnTo>
                  <a:lnTo>
                    <a:pt x="6852861" y="443471"/>
                  </a:lnTo>
                  <a:lnTo>
                    <a:pt x="6852988" y="443471"/>
                  </a:lnTo>
                  <a:lnTo>
                    <a:pt x="6853114" y="443471"/>
                  </a:lnTo>
                  <a:lnTo>
                    <a:pt x="6853240" y="443471"/>
                  </a:lnTo>
                  <a:lnTo>
                    <a:pt x="6853366" y="443471"/>
                  </a:lnTo>
                  <a:lnTo>
                    <a:pt x="6853492" y="443471"/>
                  </a:lnTo>
                  <a:lnTo>
                    <a:pt x="6853618" y="443471"/>
                  </a:lnTo>
                  <a:lnTo>
                    <a:pt x="6853744" y="443471"/>
                  </a:lnTo>
                  <a:lnTo>
                    <a:pt x="6853870" y="443471"/>
                  </a:lnTo>
                  <a:lnTo>
                    <a:pt x="6853996" y="443471"/>
                  </a:lnTo>
                  <a:lnTo>
                    <a:pt x="6854122" y="443471"/>
                  </a:lnTo>
                  <a:lnTo>
                    <a:pt x="6854248" y="443471"/>
                  </a:lnTo>
                  <a:lnTo>
                    <a:pt x="6854375" y="443471"/>
                  </a:lnTo>
                  <a:lnTo>
                    <a:pt x="6854501" y="443471"/>
                  </a:lnTo>
                  <a:lnTo>
                    <a:pt x="6854627" y="443471"/>
                  </a:lnTo>
                  <a:lnTo>
                    <a:pt x="6854753" y="443471"/>
                  </a:lnTo>
                  <a:lnTo>
                    <a:pt x="6854879" y="443471"/>
                  </a:lnTo>
                  <a:lnTo>
                    <a:pt x="6855005" y="443471"/>
                  </a:lnTo>
                  <a:lnTo>
                    <a:pt x="6855131" y="443471"/>
                  </a:lnTo>
                  <a:lnTo>
                    <a:pt x="6855257" y="443471"/>
                  </a:lnTo>
                  <a:lnTo>
                    <a:pt x="6855383" y="443471"/>
                  </a:lnTo>
                  <a:lnTo>
                    <a:pt x="6855509" y="443471"/>
                  </a:lnTo>
                  <a:lnTo>
                    <a:pt x="6855635" y="443471"/>
                  </a:lnTo>
                  <a:lnTo>
                    <a:pt x="6855762" y="443471"/>
                  </a:lnTo>
                  <a:lnTo>
                    <a:pt x="6855888" y="443471"/>
                  </a:lnTo>
                  <a:lnTo>
                    <a:pt x="6856014" y="443471"/>
                  </a:lnTo>
                  <a:lnTo>
                    <a:pt x="6856140" y="443471"/>
                  </a:lnTo>
                  <a:lnTo>
                    <a:pt x="6856266" y="443471"/>
                  </a:lnTo>
                  <a:lnTo>
                    <a:pt x="6856392" y="443471"/>
                  </a:lnTo>
                  <a:lnTo>
                    <a:pt x="6856518" y="443471"/>
                  </a:lnTo>
                  <a:lnTo>
                    <a:pt x="6856644" y="443471"/>
                  </a:lnTo>
                  <a:lnTo>
                    <a:pt x="6856770" y="443471"/>
                  </a:lnTo>
                  <a:lnTo>
                    <a:pt x="6856896" y="443471"/>
                  </a:lnTo>
                  <a:lnTo>
                    <a:pt x="6857022" y="443471"/>
                  </a:lnTo>
                  <a:lnTo>
                    <a:pt x="6857148" y="443471"/>
                  </a:lnTo>
                  <a:lnTo>
                    <a:pt x="6857275" y="443471"/>
                  </a:lnTo>
                  <a:lnTo>
                    <a:pt x="6857401" y="443471"/>
                  </a:lnTo>
                  <a:lnTo>
                    <a:pt x="6857401" y="438191"/>
                  </a:lnTo>
                  <a:lnTo>
                    <a:pt x="6857527" y="438191"/>
                  </a:lnTo>
                  <a:lnTo>
                    <a:pt x="6857653" y="438191"/>
                  </a:lnTo>
                  <a:lnTo>
                    <a:pt x="6857779" y="438191"/>
                  </a:lnTo>
                  <a:lnTo>
                    <a:pt x="6857905" y="438191"/>
                  </a:lnTo>
                  <a:lnTo>
                    <a:pt x="6858031" y="438191"/>
                  </a:lnTo>
                  <a:lnTo>
                    <a:pt x="6858157" y="438191"/>
                  </a:lnTo>
                  <a:lnTo>
                    <a:pt x="6858283" y="438191"/>
                  </a:lnTo>
                  <a:lnTo>
                    <a:pt x="6858409" y="438191"/>
                  </a:lnTo>
                  <a:lnTo>
                    <a:pt x="6858535" y="438191"/>
                  </a:lnTo>
                  <a:lnTo>
                    <a:pt x="6858662" y="438191"/>
                  </a:lnTo>
                  <a:lnTo>
                    <a:pt x="6858788" y="438191"/>
                  </a:lnTo>
                  <a:lnTo>
                    <a:pt x="6858914" y="438191"/>
                  </a:lnTo>
                  <a:lnTo>
                    <a:pt x="6859040" y="438191"/>
                  </a:lnTo>
                  <a:lnTo>
                    <a:pt x="6859166" y="438191"/>
                  </a:lnTo>
                  <a:lnTo>
                    <a:pt x="6859292" y="438191"/>
                  </a:lnTo>
                  <a:lnTo>
                    <a:pt x="6859418" y="438191"/>
                  </a:lnTo>
                  <a:lnTo>
                    <a:pt x="6859544" y="438191"/>
                  </a:lnTo>
                  <a:lnTo>
                    <a:pt x="6859670" y="438191"/>
                  </a:lnTo>
                  <a:lnTo>
                    <a:pt x="6859796" y="438191"/>
                  </a:lnTo>
                  <a:lnTo>
                    <a:pt x="6859922" y="438191"/>
                  </a:lnTo>
                  <a:lnTo>
                    <a:pt x="6860048" y="438191"/>
                  </a:lnTo>
                  <a:lnTo>
                    <a:pt x="6860175" y="438191"/>
                  </a:lnTo>
                  <a:lnTo>
                    <a:pt x="6860301" y="438191"/>
                  </a:lnTo>
                  <a:lnTo>
                    <a:pt x="6860427" y="438191"/>
                  </a:lnTo>
                  <a:lnTo>
                    <a:pt x="6860553" y="438191"/>
                  </a:lnTo>
                  <a:lnTo>
                    <a:pt x="6860679" y="438191"/>
                  </a:lnTo>
                  <a:lnTo>
                    <a:pt x="6860805" y="438191"/>
                  </a:lnTo>
                  <a:lnTo>
                    <a:pt x="6860931" y="438191"/>
                  </a:lnTo>
                  <a:lnTo>
                    <a:pt x="6861057" y="438191"/>
                  </a:lnTo>
                  <a:lnTo>
                    <a:pt x="6861183" y="438191"/>
                  </a:lnTo>
                  <a:lnTo>
                    <a:pt x="6861309" y="438191"/>
                  </a:lnTo>
                  <a:lnTo>
                    <a:pt x="6861435" y="438191"/>
                  </a:lnTo>
                  <a:lnTo>
                    <a:pt x="6861562" y="438191"/>
                  </a:lnTo>
                  <a:lnTo>
                    <a:pt x="6861688" y="438191"/>
                  </a:lnTo>
                  <a:lnTo>
                    <a:pt x="6861814" y="438191"/>
                  </a:lnTo>
                  <a:lnTo>
                    <a:pt x="6861940" y="438191"/>
                  </a:lnTo>
                  <a:lnTo>
                    <a:pt x="6862066" y="438191"/>
                  </a:lnTo>
                  <a:lnTo>
                    <a:pt x="6862066" y="432912"/>
                  </a:lnTo>
                  <a:lnTo>
                    <a:pt x="6862192" y="432912"/>
                  </a:lnTo>
                  <a:lnTo>
                    <a:pt x="6862318" y="432912"/>
                  </a:lnTo>
                  <a:lnTo>
                    <a:pt x="6862444" y="432912"/>
                  </a:lnTo>
                  <a:lnTo>
                    <a:pt x="6862570" y="432912"/>
                  </a:lnTo>
                  <a:lnTo>
                    <a:pt x="6862696" y="432912"/>
                  </a:lnTo>
                  <a:lnTo>
                    <a:pt x="6862822" y="432912"/>
                  </a:lnTo>
                  <a:lnTo>
                    <a:pt x="6862949" y="432912"/>
                  </a:lnTo>
                  <a:lnTo>
                    <a:pt x="6863075" y="432912"/>
                  </a:lnTo>
                  <a:lnTo>
                    <a:pt x="6863201" y="432912"/>
                  </a:lnTo>
                  <a:lnTo>
                    <a:pt x="6863327" y="432912"/>
                  </a:lnTo>
                  <a:lnTo>
                    <a:pt x="6863453" y="432912"/>
                  </a:lnTo>
                  <a:lnTo>
                    <a:pt x="6863579" y="432912"/>
                  </a:lnTo>
                  <a:lnTo>
                    <a:pt x="6863705" y="432912"/>
                  </a:lnTo>
                  <a:lnTo>
                    <a:pt x="6863831" y="432912"/>
                  </a:lnTo>
                  <a:lnTo>
                    <a:pt x="6863957" y="432912"/>
                  </a:lnTo>
                  <a:lnTo>
                    <a:pt x="6864083" y="432912"/>
                  </a:lnTo>
                  <a:lnTo>
                    <a:pt x="6864209" y="432912"/>
                  </a:lnTo>
                  <a:lnTo>
                    <a:pt x="6864335" y="432912"/>
                  </a:lnTo>
                  <a:lnTo>
                    <a:pt x="6864462" y="432912"/>
                  </a:lnTo>
                  <a:lnTo>
                    <a:pt x="6864588" y="432912"/>
                  </a:lnTo>
                  <a:lnTo>
                    <a:pt x="6864714" y="432912"/>
                  </a:lnTo>
                  <a:lnTo>
                    <a:pt x="6864840" y="432912"/>
                  </a:lnTo>
                  <a:lnTo>
                    <a:pt x="6864966" y="432912"/>
                  </a:lnTo>
                  <a:lnTo>
                    <a:pt x="6865092" y="432912"/>
                  </a:lnTo>
                  <a:lnTo>
                    <a:pt x="6865218" y="432912"/>
                  </a:lnTo>
                  <a:lnTo>
                    <a:pt x="6865344" y="432912"/>
                  </a:lnTo>
                  <a:lnTo>
                    <a:pt x="6865344" y="427633"/>
                  </a:lnTo>
                  <a:lnTo>
                    <a:pt x="6865470" y="427633"/>
                  </a:lnTo>
                  <a:lnTo>
                    <a:pt x="6865596" y="427633"/>
                  </a:lnTo>
                  <a:lnTo>
                    <a:pt x="6865722" y="427633"/>
                  </a:lnTo>
                  <a:lnTo>
                    <a:pt x="6865849" y="427633"/>
                  </a:lnTo>
                  <a:lnTo>
                    <a:pt x="6865975" y="427633"/>
                  </a:lnTo>
                  <a:lnTo>
                    <a:pt x="6866101" y="427633"/>
                  </a:lnTo>
                  <a:lnTo>
                    <a:pt x="6866227" y="427633"/>
                  </a:lnTo>
                  <a:lnTo>
                    <a:pt x="6866353" y="427633"/>
                  </a:lnTo>
                  <a:lnTo>
                    <a:pt x="6866479" y="427633"/>
                  </a:lnTo>
                  <a:lnTo>
                    <a:pt x="6866605" y="427633"/>
                  </a:lnTo>
                  <a:lnTo>
                    <a:pt x="6866731" y="427633"/>
                  </a:lnTo>
                  <a:lnTo>
                    <a:pt x="6866857" y="427633"/>
                  </a:lnTo>
                  <a:lnTo>
                    <a:pt x="6866983" y="427633"/>
                  </a:lnTo>
                  <a:lnTo>
                    <a:pt x="6867109" y="427633"/>
                  </a:lnTo>
                  <a:lnTo>
                    <a:pt x="6867235" y="427633"/>
                  </a:lnTo>
                  <a:lnTo>
                    <a:pt x="6867362" y="427633"/>
                  </a:lnTo>
                  <a:lnTo>
                    <a:pt x="6867488" y="427633"/>
                  </a:lnTo>
                  <a:lnTo>
                    <a:pt x="6867614" y="427633"/>
                  </a:lnTo>
                  <a:lnTo>
                    <a:pt x="6867740" y="427633"/>
                  </a:lnTo>
                  <a:lnTo>
                    <a:pt x="6867866" y="427633"/>
                  </a:lnTo>
                  <a:lnTo>
                    <a:pt x="6867992" y="427633"/>
                  </a:lnTo>
                  <a:lnTo>
                    <a:pt x="6868118" y="427633"/>
                  </a:lnTo>
                  <a:lnTo>
                    <a:pt x="6868244" y="427633"/>
                  </a:lnTo>
                  <a:lnTo>
                    <a:pt x="6868370" y="427633"/>
                  </a:lnTo>
                  <a:lnTo>
                    <a:pt x="6868496" y="427633"/>
                  </a:lnTo>
                  <a:lnTo>
                    <a:pt x="6868622" y="427633"/>
                  </a:lnTo>
                  <a:lnTo>
                    <a:pt x="6868749" y="427633"/>
                  </a:lnTo>
                  <a:lnTo>
                    <a:pt x="6868875" y="427633"/>
                  </a:lnTo>
                  <a:lnTo>
                    <a:pt x="6869001" y="427633"/>
                  </a:lnTo>
                  <a:lnTo>
                    <a:pt x="6869127" y="427633"/>
                  </a:lnTo>
                  <a:lnTo>
                    <a:pt x="6869253" y="427633"/>
                  </a:lnTo>
                  <a:lnTo>
                    <a:pt x="6869379" y="427633"/>
                  </a:lnTo>
                  <a:lnTo>
                    <a:pt x="6869505" y="427633"/>
                  </a:lnTo>
                  <a:lnTo>
                    <a:pt x="6869631" y="427633"/>
                  </a:lnTo>
                  <a:lnTo>
                    <a:pt x="6869757" y="427633"/>
                  </a:lnTo>
                  <a:lnTo>
                    <a:pt x="6869883" y="427633"/>
                  </a:lnTo>
                  <a:lnTo>
                    <a:pt x="6870009" y="427633"/>
                  </a:lnTo>
                  <a:lnTo>
                    <a:pt x="6870135" y="427633"/>
                  </a:lnTo>
                  <a:lnTo>
                    <a:pt x="6870262" y="427633"/>
                  </a:lnTo>
                  <a:lnTo>
                    <a:pt x="6870388" y="427633"/>
                  </a:lnTo>
                  <a:lnTo>
                    <a:pt x="6870514" y="427633"/>
                  </a:lnTo>
                  <a:lnTo>
                    <a:pt x="6870640" y="427633"/>
                  </a:lnTo>
                  <a:lnTo>
                    <a:pt x="6870766" y="427633"/>
                  </a:lnTo>
                  <a:lnTo>
                    <a:pt x="6870892" y="427633"/>
                  </a:lnTo>
                  <a:lnTo>
                    <a:pt x="6871018" y="427633"/>
                  </a:lnTo>
                  <a:lnTo>
                    <a:pt x="6871144" y="427633"/>
                  </a:lnTo>
                  <a:lnTo>
                    <a:pt x="6871270" y="427633"/>
                  </a:lnTo>
                  <a:lnTo>
                    <a:pt x="6871396" y="427633"/>
                  </a:lnTo>
                  <a:lnTo>
                    <a:pt x="6871522" y="427633"/>
                  </a:lnTo>
                  <a:lnTo>
                    <a:pt x="6871649" y="427633"/>
                  </a:lnTo>
                  <a:lnTo>
                    <a:pt x="6871775" y="427633"/>
                  </a:lnTo>
                  <a:lnTo>
                    <a:pt x="6871901" y="427633"/>
                  </a:lnTo>
                  <a:lnTo>
                    <a:pt x="6872027" y="427633"/>
                  </a:lnTo>
                  <a:lnTo>
                    <a:pt x="6872153" y="427633"/>
                  </a:lnTo>
                  <a:lnTo>
                    <a:pt x="6872279" y="427633"/>
                  </a:lnTo>
                  <a:lnTo>
                    <a:pt x="6872405" y="427633"/>
                  </a:lnTo>
                  <a:lnTo>
                    <a:pt x="6872531" y="427633"/>
                  </a:lnTo>
                  <a:lnTo>
                    <a:pt x="6872657" y="427633"/>
                  </a:lnTo>
                  <a:lnTo>
                    <a:pt x="6872783" y="427633"/>
                  </a:lnTo>
                  <a:lnTo>
                    <a:pt x="6872909" y="427633"/>
                  </a:lnTo>
                  <a:lnTo>
                    <a:pt x="6873036" y="427633"/>
                  </a:lnTo>
                  <a:lnTo>
                    <a:pt x="6873162" y="427633"/>
                  </a:lnTo>
                  <a:lnTo>
                    <a:pt x="6873288" y="427633"/>
                  </a:lnTo>
                  <a:lnTo>
                    <a:pt x="6873414" y="427633"/>
                  </a:lnTo>
                  <a:lnTo>
                    <a:pt x="6873540" y="427633"/>
                  </a:lnTo>
                  <a:lnTo>
                    <a:pt x="6873666" y="427633"/>
                  </a:lnTo>
                  <a:lnTo>
                    <a:pt x="6873792" y="427633"/>
                  </a:lnTo>
                  <a:lnTo>
                    <a:pt x="6873918" y="427633"/>
                  </a:lnTo>
                  <a:lnTo>
                    <a:pt x="6874044" y="427633"/>
                  </a:lnTo>
                  <a:lnTo>
                    <a:pt x="6874170" y="427633"/>
                  </a:lnTo>
                  <a:lnTo>
                    <a:pt x="6874296" y="427633"/>
                  </a:lnTo>
                  <a:lnTo>
                    <a:pt x="6874422" y="427633"/>
                  </a:lnTo>
                  <a:lnTo>
                    <a:pt x="6874549" y="427633"/>
                  </a:lnTo>
                  <a:lnTo>
                    <a:pt x="6874675" y="427633"/>
                  </a:lnTo>
                  <a:lnTo>
                    <a:pt x="6874801" y="427633"/>
                  </a:lnTo>
                  <a:lnTo>
                    <a:pt x="6874927" y="427633"/>
                  </a:lnTo>
                  <a:lnTo>
                    <a:pt x="6875053" y="427633"/>
                  </a:lnTo>
                  <a:lnTo>
                    <a:pt x="6875179" y="427633"/>
                  </a:lnTo>
                  <a:lnTo>
                    <a:pt x="6875305" y="427633"/>
                  </a:lnTo>
                  <a:lnTo>
                    <a:pt x="6875431" y="427633"/>
                  </a:lnTo>
                  <a:lnTo>
                    <a:pt x="6875557" y="427633"/>
                  </a:lnTo>
                  <a:lnTo>
                    <a:pt x="6875683" y="427633"/>
                  </a:lnTo>
                  <a:lnTo>
                    <a:pt x="6875809" y="427633"/>
                  </a:lnTo>
                  <a:lnTo>
                    <a:pt x="6875936" y="427633"/>
                  </a:lnTo>
                  <a:lnTo>
                    <a:pt x="6876062" y="427633"/>
                  </a:lnTo>
                  <a:lnTo>
                    <a:pt x="6876188" y="427633"/>
                  </a:lnTo>
                  <a:lnTo>
                    <a:pt x="6876314" y="427633"/>
                  </a:lnTo>
                  <a:lnTo>
                    <a:pt x="6876440" y="427633"/>
                  </a:lnTo>
                  <a:lnTo>
                    <a:pt x="6876566" y="427633"/>
                  </a:lnTo>
                  <a:lnTo>
                    <a:pt x="6876692" y="427633"/>
                  </a:lnTo>
                  <a:lnTo>
                    <a:pt x="6876818" y="427633"/>
                  </a:lnTo>
                  <a:lnTo>
                    <a:pt x="6876944" y="427633"/>
                  </a:lnTo>
                  <a:lnTo>
                    <a:pt x="6877070" y="427633"/>
                  </a:lnTo>
                  <a:lnTo>
                    <a:pt x="6877196" y="427633"/>
                  </a:lnTo>
                  <a:lnTo>
                    <a:pt x="6877322" y="427633"/>
                  </a:lnTo>
                  <a:lnTo>
                    <a:pt x="6877449" y="427633"/>
                  </a:lnTo>
                  <a:lnTo>
                    <a:pt x="6877575" y="427633"/>
                  </a:lnTo>
                  <a:lnTo>
                    <a:pt x="6877701" y="427633"/>
                  </a:lnTo>
                  <a:lnTo>
                    <a:pt x="6877827" y="427633"/>
                  </a:lnTo>
                  <a:lnTo>
                    <a:pt x="6877953" y="427633"/>
                  </a:lnTo>
                  <a:lnTo>
                    <a:pt x="6878079" y="427633"/>
                  </a:lnTo>
                  <a:lnTo>
                    <a:pt x="6878205" y="427633"/>
                  </a:lnTo>
                  <a:lnTo>
                    <a:pt x="6878331" y="427633"/>
                  </a:lnTo>
                  <a:lnTo>
                    <a:pt x="6878457" y="427633"/>
                  </a:lnTo>
                  <a:lnTo>
                    <a:pt x="6878583" y="427633"/>
                  </a:lnTo>
                  <a:lnTo>
                    <a:pt x="6878709" y="427633"/>
                  </a:lnTo>
                  <a:lnTo>
                    <a:pt x="6878836" y="427633"/>
                  </a:lnTo>
                  <a:lnTo>
                    <a:pt x="6878962" y="427633"/>
                  </a:lnTo>
                  <a:lnTo>
                    <a:pt x="6879088" y="427633"/>
                  </a:lnTo>
                  <a:lnTo>
                    <a:pt x="6879214" y="427633"/>
                  </a:lnTo>
                  <a:lnTo>
                    <a:pt x="6879340" y="427633"/>
                  </a:lnTo>
                  <a:lnTo>
                    <a:pt x="6879466" y="427633"/>
                  </a:lnTo>
                  <a:lnTo>
                    <a:pt x="6879592" y="427633"/>
                  </a:lnTo>
                  <a:lnTo>
                    <a:pt x="6879718" y="427633"/>
                  </a:lnTo>
                  <a:lnTo>
                    <a:pt x="6879844" y="427633"/>
                  </a:lnTo>
                  <a:lnTo>
                    <a:pt x="6879970" y="427633"/>
                  </a:lnTo>
                  <a:lnTo>
                    <a:pt x="6880096" y="427633"/>
                  </a:lnTo>
                  <a:lnTo>
                    <a:pt x="6880223" y="427633"/>
                  </a:lnTo>
                  <a:lnTo>
                    <a:pt x="6880349" y="427633"/>
                  </a:lnTo>
                  <a:lnTo>
                    <a:pt x="6880475" y="427633"/>
                  </a:lnTo>
                  <a:lnTo>
                    <a:pt x="6880601" y="427633"/>
                  </a:lnTo>
                  <a:lnTo>
                    <a:pt x="6880727" y="427633"/>
                  </a:lnTo>
                  <a:lnTo>
                    <a:pt x="6880853" y="427633"/>
                  </a:lnTo>
                  <a:lnTo>
                    <a:pt x="6880979" y="427633"/>
                  </a:lnTo>
                  <a:lnTo>
                    <a:pt x="6881105" y="427633"/>
                  </a:lnTo>
                  <a:lnTo>
                    <a:pt x="6881231" y="427633"/>
                  </a:lnTo>
                  <a:lnTo>
                    <a:pt x="6881357" y="427633"/>
                  </a:lnTo>
                  <a:lnTo>
                    <a:pt x="6881483" y="427633"/>
                  </a:lnTo>
                  <a:lnTo>
                    <a:pt x="6881609" y="427633"/>
                  </a:lnTo>
                  <a:lnTo>
                    <a:pt x="6881736" y="427633"/>
                  </a:lnTo>
                  <a:lnTo>
                    <a:pt x="6881862" y="427633"/>
                  </a:lnTo>
                  <a:lnTo>
                    <a:pt x="6881988" y="427633"/>
                  </a:lnTo>
                  <a:lnTo>
                    <a:pt x="6882114" y="427633"/>
                  </a:lnTo>
                  <a:lnTo>
                    <a:pt x="6882240" y="427633"/>
                  </a:lnTo>
                  <a:lnTo>
                    <a:pt x="6882366" y="427633"/>
                  </a:lnTo>
                  <a:lnTo>
                    <a:pt x="6882492" y="427633"/>
                  </a:lnTo>
                  <a:lnTo>
                    <a:pt x="6882618" y="427633"/>
                  </a:lnTo>
                  <a:lnTo>
                    <a:pt x="6882744" y="427633"/>
                  </a:lnTo>
                  <a:lnTo>
                    <a:pt x="6882870" y="427633"/>
                  </a:lnTo>
                  <a:lnTo>
                    <a:pt x="6882996" y="427633"/>
                  </a:lnTo>
                  <a:lnTo>
                    <a:pt x="6883123" y="427633"/>
                  </a:lnTo>
                  <a:lnTo>
                    <a:pt x="6883249" y="427633"/>
                  </a:lnTo>
                  <a:lnTo>
                    <a:pt x="6883375" y="427633"/>
                  </a:lnTo>
                  <a:lnTo>
                    <a:pt x="6883501" y="427633"/>
                  </a:lnTo>
                  <a:lnTo>
                    <a:pt x="6883627" y="427633"/>
                  </a:lnTo>
                  <a:lnTo>
                    <a:pt x="6883753" y="427633"/>
                  </a:lnTo>
                  <a:lnTo>
                    <a:pt x="6883879" y="427633"/>
                  </a:lnTo>
                  <a:lnTo>
                    <a:pt x="6884005" y="427633"/>
                  </a:lnTo>
                  <a:lnTo>
                    <a:pt x="6884131" y="427633"/>
                  </a:lnTo>
                  <a:lnTo>
                    <a:pt x="6884257" y="427633"/>
                  </a:lnTo>
                  <a:lnTo>
                    <a:pt x="6884383" y="427633"/>
                  </a:lnTo>
                  <a:lnTo>
                    <a:pt x="6884509" y="427633"/>
                  </a:lnTo>
                  <a:lnTo>
                    <a:pt x="6884636" y="427633"/>
                  </a:lnTo>
                  <a:lnTo>
                    <a:pt x="6884762" y="427633"/>
                  </a:lnTo>
                  <a:lnTo>
                    <a:pt x="6884888" y="427633"/>
                  </a:lnTo>
                  <a:lnTo>
                    <a:pt x="6885014" y="427633"/>
                  </a:lnTo>
                  <a:lnTo>
                    <a:pt x="6885140" y="427633"/>
                  </a:lnTo>
                  <a:lnTo>
                    <a:pt x="6885266" y="427633"/>
                  </a:lnTo>
                  <a:lnTo>
                    <a:pt x="6885392" y="427633"/>
                  </a:lnTo>
                  <a:lnTo>
                    <a:pt x="6885518" y="427633"/>
                  </a:lnTo>
                  <a:lnTo>
                    <a:pt x="6885644" y="427633"/>
                  </a:lnTo>
                  <a:lnTo>
                    <a:pt x="6885770" y="427633"/>
                  </a:lnTo>
                  <a:lnTo>
                    <a:pt x="6885896" y="427633"/>
                  </a:lnTo>
                  <a:lnTo>
                    <a:pt x="6886023" y="427633"/>
                  </a:lnTo>
                  <a:lnTo>
                    <a:pt x="6886149" y="427633"/>
                  </a:lnTo>
                  <a:lnTo>
                    <a:pt x="6886275" y="427633"/>
                  </a:lnTo>
                  <a:lnTo>
                    <a:pt x="6886401" y="427633"/>
                  </a:lnTo>
                  <a:lnTo>
                    <a:pt x="6886527" y="427633"/>
                  </a:lnTo>
                  <a:lnTo>
                    <a:pt x="6886653" y="427633"/>
                  </a:lnTo>
                  <a:lnTo>
                    <a:pt x="6886779" y="427633"/>
                  </a:lnTo>
                  <a:lnTo>
                    <a:pt x="6886905" y="427633"/>
                  </a:lnTo>
                  <a:lnTo>
                    <a:pt x="6887031" y="427633"/>
                  </a:lnTo>
                  <a:lnTo>
                    <a:pt x="6887157" y="427633"/>
                  </a:lnTo>
                  <a:lnTo>
                    <a:pt x="6887283" y="427633"/>
                  </a:lnTo>
                  <a:lnTo>
                    <a:pt x="6887410" y="427633"/>
                  </a:lnTo>
                  <a:lnTo>
                    <a:pt x="6887536" y="427633"/>
                  </a:lnTo>
                  <a:lnTo>
                    <a:pt x="6887662" y="427633"/>
                  </a:lnTo>
                  <a:lnTo>
                    <a:pt x="6887788" y="427633"/>
                  </a:lnTo>
                  <a:lnTo>
                    <a:pt x="6887914" y="427633"/>
                  </a:lnTo>
                  <a:lnTo>
                    <a:pt x="6888040" y="427633"/>
                  </a:lnTo>
                  <a:lnTo>
                    <a:pt x="6888166" y="427633"/>
                  </a:lnTo>
                  <a:lnTo>
                    <a:pt x="6888292" y="427633"/>
                  </a:lnTo>
                  <a:lnTo>
                    <a:pt x="6888418" y="427633"/>
                  </a:lnTo>
                  <a:lnTo>
                    <a:pt x="6888544" y="427633"/>
                  </a:lnTo>
                  <a:lnTo>
                    <a:pt x="6888670" y="427633"/>
                  </a:lnTo>
                  <a:lnTo>
                    <a:pt x="6888796" y="427633"/>
                  </a:lnTo>
                  <a:lnTo>
                    <a:pt x="6888923" y="427633"/>
                  </a:lnTo>
                  <a:lnTo>
                    <a:pt x="6889049" y="427633"/>
                  </a:lnTo>
                  <a:lnTo>
                    <a:pt x="6889175" y="427633"/>
                  </a:lnTo>
                  <a:lnTo>
                    <a:pt x="6889301" y="427633"/>
                  </a:lnTo>
                  <a:lnTo>
                    <a:pt x="6889427" y="427633"/>
                  </a:lnTo>
                  <a:lnTo>
                    <a:pt x="6889553" y="427633"/>
                  </a:lnTo>
                  <a:lnTo>
                    <a:pt x="6889679" y="427633"/>
                  </a:lnTo>
                  <a:lnTo>
                    <a:pt x="6889805" y="427633"/>
                  </a:lnTo>
                  <a:lnTo>
                    <a:pt x="6889931" y="427633"/>
                  </a:lnTo>
                  <a:lnTo>
                    <a:pt x="6890057" y="427633"/>
                  </a:lnTo>
                  <a:lnTo>
                    <a:pt x="6890183" y="427633"/>
                  </a:lnTo>
                  <a:lnTo>
                    <a:pt x="6890310" y="427633"/>
                  </a:lnTo>
                  <a:lnTo>
                    <a:pt x="6890436" y="427633"/>
                  </a:lnTo>
                  <a:lnTo>
                    <a:pt x="6890562" y="427633"/>
                  </a:lnTo>
                  <a:lnTo>
                    <a:pt x="6890688" y="427633"/>
                  </a:lnTo>
                  <a:lnTo>
                    <a:pt x="6890814" y="427633"/>
                  </a:lnTo>
                  <a:lnTo>
                    <a:pt x="6890940" y="427633"/>
                  </a:lnTo>
                  <a:lnTo>
                    <a:pt x="6891066" y="427633"/>
                  </a:lnTo>
                  <a:lnTo>
                    <a:pt x="6891192" y="427633"/>
                  </a:lnTo>
                  <a:lnTo>
                    <a:pt x="6891318" y="427633"/>
                  </a:lnTo>
                  <a:lnTo>
                    <a:pt x="6891444" y="427633"/>
                  </a:lnTo>
                  <a:lnTo>
                    <a:pt x="6891570" y="427633"/>
                  </a:lnTo>
                  <a:lnTo>
                    <a:pt x="6891696" y="427633"/>
                  </a:lnTo>
                  <a:lnTo>
                    <a:pt x="6891823" y="427633"/>
                  </a:lnTo>
                  <a:lnTo>
                    <a:pt x="6891949" y="427633"/>
                  </a:lnTo>
                  <a:lnTo>
                    <a:pt x="6892075" y="427633"/>
                  </a:lnTo>
                  <a:lnTo>
                    <a:pt x="6892201" y="427633"/>
                  </a:lnTo>
                  <a:lnTo>
                    <a:pt x="6892327" y="427633"/>
                  </a:lnTo>
                  <a:lnTo>
                    <a:pt x="6892453" y="427633"/>
                  </a:lnTo>
                  <a:lnTo>
                    <a:pt x="6892579" y="427633"/>
                  </a:lnTo>
                  <a:lnTo>
                    <a:pt x="6892705" y="427633"/>
                  </a:lnTo>
                  <a:lnTo>
                    <a:pt x="6892831" y="427633"/>
                  </a:lnTo>
                  <a:lnTo>
                    <a:pt x="6892957" y="427633"/>
                  </a:lnTo>
                  <a:lnTo>
                    <a:pt x="6893083" y="427633"/>
                  </a:lnTo>
                  <a:lnTo>
                    <a:pt x="6893210" y="427633"/>
                  </a:lnTo>
                  <a:lnTo>
                    <a:pt x="6893336" y="427633"/>
                  </a:lnTo>
                  <a:lnTo>
                    <a:pt x="6893462" y="427633"/>
                  </a:lnTo>
                  <a:lnTo>
                    <a:pt x="6893588" y="427633"/>
                  </a:lnTo>
                  <a:lnTo>
                    <a:pt x="6893714" y="427633"/>
                  </a:lnTo>
                  <a:lnTo>
                    <a:pt x="6893840" y="427633"/>
                  </a:lnTo>
                  <a:lnTo>
                    <a:pt x="6893966" y="427633"/>
                  </a:lnTo>
                  <a:lnTo>
                    <a:pt x="6894092" y="427633"/>
                  </a:lnTo>
                  <a:lnTo>
                    <a:pt x="6894218" y="427633"/>
                  </a:lnTo>
                  <a:lnTo>
                    <a:pt x="6894344" y="427633"/>
                  </a:lnTo>
                  <a:lnTo>
                    <a:pt x="6894470" y="427633"/>
                  </a:lnTo>
                  <a:lnTo>
                    <a:pt x="6894596" y="427633"/>
                  </a:lnTo>
                  <a:lnTo>
                    <a:pt x="6894723" y="427633"/>
                  </a:lnTo>
                  <a:lnTo>
                    <a:pt x="6894849" y="427633"/>
                  </a:lnTo>
                  <a:lnTo>
                    <a:pt x="6894975" y="427633"/>
                  </a:lnTo>
                  <a:lnTo>
                    <a:pt x="6895101" y="427633"/>
                  </a:lnTo>
                  <a:lnTo>
                    <a:pt x="6895227" y="427633"/>
                  </a:lnTo>
                  <a:lnTo>
                    <a:pt x="6895353" y="427633"/>
                  </a:lnTo>
                  <a:lnTo>
                    <a:pt x="6895479" y="427633"/>
                  </a:lnTo>
                  <a:lnTo>
                    <a:pt x="6895605" y="427633"/>
                  </a:lnTo>
                  <a:lnTo>
                    <a:pt x="6895731" y="427633"/>
                  </a:lnTo>
                  <a:lnTo>
                    <a:pt x="6895857" y="427633"/>
                  </a:lnTo>
                  <a:lnTo>
                    <a:pt x="6895983" y="427633"/>
                  </a:lnTo>
                  <a:lnTo>
                    <a:pt x="6896110" y="427633"/>
                  </a:lnTo>
                  <a:lnTo>
                    <a:pt x="6896236" y="427633"/>
                  </a:lnTo>
                  <a:lnTo>
                    <a:pt x="6896362" y="427633"/>
                  </a:lnTo>
                  <a:lnTo>
                    <a:pt x="6896488" y="427633"/>
                  </a:lnTo>
                  <a:lnTo>
                    <a:pt x="6896614" y="427633"/>
                  </a:lnTo>
                  <a:lnTo>
                    <a:pt x="6896740" y="427633"/>
                  </a:lnTo>
                  <a:lnTo>
                    <a:pt x="6896866" y="427633"/>
                  </a:lnTo>
                  <a:lnTo>
                    <a:pt x="6896992" y="427633"/>
                  </a:lnTo>
                  <a:lnTo>
                    <a:pt x="6897118" y="427633"/>
                  </a:lnTo>
                  <a:lnTo>
                    <a:pt x="6897244" y="427633"/>
                  </a:lnTo>
                  <a:lnTo>
                    <a:pt x="6897244" y="422353"/>
                  </a:lnTo>
                  <a:lnTo>
                    <a:pt x="6897370" y="422353"/>
                  </a:lnTo>
                  <a:lnTo>
                    <a:pt x="6897497" y="422353"/>
                  </a:lnTo>
                  <a:lnTo>
                    <a:pt x="6897623" y="422353"/>
                  </a:lnTo>
                  <a:lnTo>
                    <a:pt x="6897749" y="422353"/>
                  </a:lnTo>
                  <a:lnTo>
                    <a:pt x="6897875" y="422353"/>
                  </a:lnTo>
                  <a:lnTo>
                    <a:pt x="6898001" y="422353"/>
                  </a:lnTo>
                  <a:lnTo>
                    <a:pt x="6898127" y="422353"/>
                  </a:lnTo>
                  <a:lnTo>
                    <a:pt x="6898253" y="422353"/>
                  </a:lnTo>
                  <a:lnTo>
                    <a:pt x="6898379" y="422353"/>
                  </a:lnTo>
                  <a:lnTo>
                    <a:pt x="6898505" y="422353"/>
                  </a:lnTo>
                  <a:lnTo>
                    <a:pt x="6898631" y="422353"/>
                  </a:lnTo>
                  <a:lnTo>
                    <a:pt x="6898757" y="422353"/>
                  </a:lnTo>
                  <a:lnTo>
                    <a:pt x="6898883" y="422353"/>
                  </a:lnTo>
                  <a:lnTo>
                    <a:pt x="6899010" y="422353"/>
                  </a:lnTo>
                  <a:lnTo>
                    <a:pt x="6899136" y="422353"/>
                  </a:lnTo>
                  <a:lnTo>
                    <a:pt x="6899262" y="422353"/>
                  </a:lnTo>
                  <a:lnTo>
                    <a:pt x="6899388" y="422353"/>
                  </a:lnTo>
                  <a:lnTo>
                    <a:pt x="6899514" y="422353"/>
                  </a:lnTo>
                  <a:lnTo>
                    <a:pt x="6899640" y="422353"/>
                  </a:lnTo>
                  <a:lnTo>
                    <a:pt x="6899766" y="422353"/>
                  </a:lnTo>
                  <a:lnTo>
                    <a:pt x="6899892" y="422353"/>
                  </a:lnTo>
                  <a:lnTo>
                    <a:pt x="6900018" y="422353"/>
                  </a:lnTo>
                  <a:lnTo>
                    <a:pt x="6900144" y="422353"/>
                  </a:lnTo>
                  <a:lnTo>
                    <a:pt x="6900270" y="422353"/>
                  </a:lnTo>
                  <a:lnTo>
                    <a:pt x="6900397" y="422353"/>
                  </a:lnTo>
                  <a:lnTo>
                    <a:pt x="6900523" y="422353"/>
                  </a:lnTo>
                  <a:lnTo>
                    <a:pt x="6900649" y="422353"/>
                  </a:lnTo>
                  <a:lnTo>
                    <a:pt x="6900775" y="422353"/>
                  </a:lnTo>
                  <a:lnTo>
                    <a:pt x="6900901" y="422353"/>
                  </a:lnTo>
                  <a:lnTo>
                    <a:pt x="6901027" y="422353"/>
                  </a:lnTo>
                  <a:lnTo>
                    <a:pt x="6901153" y="422353"/>
                  </a:lnTo>
                  <a:lnTo>
                    <a:pt x="6901279" y="422353"/>
                  </a:lnTo>
                  <a:lnTo>
                    <a:pt x="6901405" y="422353"/>
                  </a:lnTo>
                  <a:lnTo>
                    <a:pt x="6901531" y="422353"/>
                  </a:lnTo>
                  <a:lnTo>
                    <a:pt x="6901657" y="422353"/>
                  </a:lnTo>
                  <a:lnTo>
                    <a:pt x="6901783" y="422353"/>
                  </a:lnTo>
                  <a:lnTo>
                    <a:pt x="6901910" y="422353"/>
                  </a:lnTo>
                  <a:lnTo>
                    <a:pt x="6902036" y="422353"/>
                  </a:lnTo>
                  <a:lnTo>
                    <a:pt x="6902162" y="422353"/>
                  </a:lnTo>
                  <a:lnTo>
                    <a:pt x="6902288" y="422353"/>
                  </a:lnTo>
                  <a:lnTo>
                    <a:pt x="6902414" y="422353"/>
                  </a:lnTo>
                  <a:lnTo>
                    <a:pt x="6902540" y="422353"/>
                  </a:lnTo>
                  <a:lnTo>
                    <a:pt x="6902666" y="422353"/>
                  </a:lnTo>
                  <a:lnTo>
                    <a:pt x="6902792" y="422353"/>
                  </a:lnTo>
                  <a:lnTo>
                    <a:pt x="6902918" y="422353"/>
                  </a:lnTo>
                  <a:lnTo>
                    <a:pt x="6903044" y="422353"/>
                  </a:lnTo>
                  <a:lnTo>
                    <a:pt x="6903170" y="422353"/>
                  </a:lnTo>
                  <a:lnTo>
                    <a:pt x="6903297" y="422353"/>
                  </a:lnTo>
                  <a:lnTo>
                    <a:pt x="6903423" y="422353"/>
                  </a:lnTo>
                  <a:lnTo>
                    <a:pt x="6903549" y="422353"/>
                  </a:lnTo>
                  <a:lnTo>
                    <a:pt x="6903675" y="422353"/>
                  </a:lnTo>
                  <a:lnTo>
                    <a:pt x="6903801" y="422353"/>
                  </a:lnTo>
                  <a:lnTo>
                    <a:pt x="6903927" y="422353"/>
                  </a:lnTo>
                  <a:lnTo>
                    <a:pt x="6904053" y="422353"/>
                  </a:lnTo>
                  <a:lnTo>
                    <a:pt x="6904179" y="422353"/>
                  </a:lnTo>
                  <a:lnTo>
                    <a:pt x="6904305" y="422353"/>
                  </a:lnTo>
                  <a:lnTo>
                    <a:pt x="6904431" y="422353"/>
                  </a:lnTo>
                  <a:lnTo>
                    <a:pt x="6904557" y="422353"/>
                  </a:lnTo>
                  <a:lnTo>
                    <a:pt x="6904684" y="422353"/>
                  </a:lnTo>
                  <a:lnTo>
                    <a:pt x="6904810" y="422353"/>
                  </a:lnTo>
                  <a:lnTo>
                    <a:pt x="6904936" y="422353"/>
                  </a:lnTo>
                  <a:lnTo>
                    <a:pt x="6905062" y="422353"/>
                  </a:lnTo>
                  <a:lnTo>
                    <a:pt x="6905188" y="422353"/>
                  </a:lnTo>
                  <a:lnTo>
                    <a:pt x="6905314" y="422353"/>
                  </a:lnTo>
                  <a:lnTo>
                    <a:pt x="6905440" y="422353"/>
                  </a:lnTo>
                  <a:lnTo>
                    <a:pt x="6905566" y="422353"/>
                  </a:lnTo>
                  <a:lnTo>
                    <a:pt x="6905692" y="422353"/>
                  </a:lnTo>
                  <a:lnTo>
                    <a:pt x="6905818" y="422353"/>
                  </a:lnTo>
                  <a:lnTo>
                    <a:pt x="6905944" y="422353"/>
                  </a:lnTo>
                  <a:lnTo>
                    <a:pt x="6906070" y="422353"/>
                  </a:lnTo>
                  <a:lnTo>
                    <a:pt x="6906197" y="422353"/>
                  </a:lnTo>
                  <a:lnTo>
                    <a:pt x="6906323" y="422353"/>
                  </a:lnTo>
                  <a:lnTo>
                    <a:pt x="6906449" y="422353"/>
                  </a:lnTo>
                  <a:lnTo>
                    <a:pt x="6906575" y="422353"/>
                  </a:lnTo>
                  <a:lnTo>
                    <a:pt x="6906701" y="422353"/>
                  </a:lnTo>
                  <a:lnTo>
                    <a:pt x="6906827" y="422353"/>
                  </a:lnTo>
                  <a:lnTo>
                    <a:pt x="6906953" y="422353"/>
                  </a:lnTo>
                  <a:lnTo>
                    <a:pt x="6907079" y="422353"/>
                  </a:lnTo>
                  <a:lnTo>
                    <a:pt x="6907205" y="422353"/>
                  </a:lnTo>
                  <a:lnTo>
                    <a:pt x="6907331" y="422353"/>
                  </a:lnTo>
                  <a:lnTo>
                    <a:pt x="6907457" y="422353"/>
                  </a:lnTo>
                  <a:lnTo>
                    <a:pt x="6907584" y="422353"/>
                  </a:lnTo>
                  <a:lnTo>
                    <a:pt x="6907710" y="422353"/>
                  </a:lnTo>
                  <a:lnTo>
                    <a:pt x="6907836" y="422353"/>
                  </a:lnTo>
                  <a:lnTo>
                    <a:pt x="6907962" y="422353"/>
                  </a:lnTo>
                  <a:lnTo>
                    <a:pt x="6908088" y="422353"/>
                  </a:lnTo>
                  <a:lnTo>
                    <a:pt x="6908214" y="422353"/>
                  </a:lnTo>
                  <a:lnTo>
                    <a:pt x="6908340" y="422353"/>
                  </a:lnTo>
                  <a:lnTo>
                    <a:pt x="6908466" y="422353"/>
                  </a:lnTo>
                  <a:lnTo>
                    <a:pt x="6908592" y="422353"/>
                  </a:lnTo>
                  <a:lnTo>
                    <a:pt x="6908718" y="422353"/>
                  </a:lnTo>
                  <a:lnTo>
                    <a:pt x="6908844" y="422353"/>
                  </a:lnTo>
                  <a:lnTo>
                    <a:pt x="6908970" y="422353"/>
                  </a:lnTo>
                  <a:lnTo>
                    <a:pt x="6909097" y="422353"/>
                  </a:lnTo>
                  <a:lnTo>
                    <a:pt x="6909223" y="422353"/>
                  </a:lnTo>
                  <a:lnTo>
                    <a:pt x="6909349" y="422353"/>
                  </a:lnTo>
                  <a:lnTo>
                    <a:pt x="6909475" y="422353"/>
                  </a:lnTo>
                  <a:lnTo>
                    <a:pt x="6909601" y="422353"/>
                  </a:lnTo>
                  <a:lnTo>
                    <a:pt x="6909727" y="422353"/>
                  </a:lnTo>
                  <a:lnTo>
                    <a:pt x="6909853" y="422353"/>
                  </a:lnTo>
                  <a:lnTo>
                    <a:pt x="6909979" y="422353"/>
                  </a:lnTo>
                  <a:lnTo>
                    <a:pt x="6910105" y="422353"/>
                  </a:lnTo>
                  <a:lnTo>
                    <a:pt x="6910231" y="422353"/>
                  </a:lnTo>
                  <a:lnTo>
                    <a:pt x="6910357" y="422353"/>
                  </a:lnTo>
                  <a:lnTo>
                    <a:pt x="6910484" y="422353"/>
                  </a:lnTo>
                  <a:lnTo>
                    <a:pt x="6910610" y="422353"/>
                  </a:lnTo>
                  <a:lnTo>
                    <a:pt x="6910736" y="422353"/>
                  </a:lnTo>
                  <a:lnTo>
                    <a:pt x="6910862" y="422353"/>
                  </a:lnTo>
                  <a:lnTo>
                    <a:pt x="6910988" y="422353"/>
                  </a:lnTo>
                  <a:lnTo>
                    <a:pt x="6911114" y="422353"/>
                  </a:lnTo>
                  <a:lnTo>
                    <a:pt x="6911240" y="422353"/>
                  </a:lnTo>
                  <a:lnTo>
                    <a:pt x="6911366" y="422353"/>
                  </a:lnTo>
                  <a:lnTo>
                    <a:pt x="6911492" y="422353"/>
                  </a:lnTo>
                  <a:lnTo>
                    <a:pt x="6911618" y="422353"/>
                  </a:lnTo>
                  <a:lnTo>
                    <a:pt x="6911744" y="422353"/>
                  </a:lnTo>
                  <a:lnTo>
                    <a:pt x="6911871" y="422353"/>
                  </a:lnTo>
                  <a:lnTo>
                    <a:pt x="6911997" y="422353"/>
                  </a:lnTo>
                  <a:lnTo>
                    <a:pt x="6912123" y="422353"/>
                  </a:lnTo>
                  <a:lnTo>
                    <a:pt x="6912249" y="422353"/>
                  </a:lnTo>
                  <a:lnTo>
                    <a:pt x="6912375" y="422353"/>
                  </a:lnTo>
                  <a:lnTo>
                    <a:pt x="6912501" y="422353"/>
                  </a:lnTo>
                  <a:lnTo>
                    <a:pt x="6912627" y="422353"/>
                  </a:lnTo>
                  <a:lnTo>
                    <a:pt x="6912753" y="422353"/>
                  </a:lnTo>
                  <a:lnTo>
                    <a:pt x="6912879" y="422353"/>
                  </a:lnTo>
                  <a:lnTo>
                    <a:pt x="6913005" y="422353"/>
                  </a:lnTo>
                  <a:lnTo>
                    <a:pt x="6913131" y="422353"/>
                  </a:lnTo>
                  <a:lnTo>
                    <a:pt x="6913257" y="422353"/>
                  </a:lnTo>
                  <a:lnTo>
                    <a:pt x="6913384" y="422353"/>
                  </a:lnTo>
                  <a:lnTo>
                    <a:pt x="6913510" y="422353"/>
                  </a:lnTo>
                  <a:lnTo>
                    <a:pt x="6913636" y="422353"/>
                  </a:lnTo>
                  <a:lnTo>
                    <a:pt x="6913762" y="422353"/>
                  </a:lnTo>
                  <a:lnTo>
                    <a:pt x="6913888" y="422353"/>
                  </a:lnTo>
                  <a:lnTo>
                    <a:pt x="6914014" y="422353"/>
                  </a:lnTo>
                  <a:lnTo>
                    <a:pt x="6914140" y="422353"/>
                  </a:lnTo>
                  <a:lnTo>
                    <a:pt x="6914266" y="422353"/>
                  </a:lnTo>
                  <a:lnTo>
                    <a:pt x="6914392" y="422353"/>
                  </a:lnTo>
                  <a:lnTo>
                    <a:pt x="6914518" y="422353"/>
                  </a:lnTo>
                  <a:lnTo>
                    <a:pt x="6914644" y="422353"/>
                  </a:lnTo>
                  <a:lnTo>
                    <a:pt x="6914771" y="422353"/>
                  </a:lnTo>
                  <a:lnTo>
                    <a:pt x="6914897" y="422353"/>
                  </a:lnTo>
                  <a:lnTo>
                    <a:pt x="6915023" y="422353"/>
                  </a:lnTo>
                  <a:lnTo>
                    <a:pt x="6915149" y="422353"/>
                  </a:lnTo>
                  <a:lnTo>
                    <a:pt x="6915275" y="422353"/>
                  </a:lnTo>
                  <a:lnTo>
                    <a:pt x="6915401" y="422353"/>
                  </a:lnTo>
                  <a:lnTo>
                    <a:pt x="6915527" y="422353"/>
                  </a:lnTo>
                  <a:lnTo>
                    <a:pt x="6915653" y="422353"/>
                  </a:lnTo>
                  <a:lnTo>
                    <a:pt x="6915779" y="422353"/>
                  </a:lnTo>
                  <a:lnTo>
                    <a:pt x="6915905" y="422353"/>
                  </a:lnTo>
                  <a:lnTo>
                    <a:pt x="6916031" y="422353"/>
                  </a:lnTo>
                  <a:lnTo>
                    <a:pt x="6916157" y="422353"/>
                  </a:lnTo>
                  <a:lnTo>
                    <a:pt x="6916284" y="422353"/>
                  </a:lnTo>
                  <a:lnTo>
                    <a:pt x="6916410" y="422353"/>
                  </a:lnTo>
                  <a:lnTo>
                    <a:pt x="6916536" y="422353"/>
                  </a:lnTo>
                  <a:lnTo>
                    <a:pt x="6916662" y="422353"/>
                  </a:lnTo>
                  <a:lnTo>
                    <a:pt x="6916788" y="422353"/>
                  </a:lnTo>
                  <a:lnTo>
                    <a:pt x="6916914" y="422353"/>
                  </a:lnTo>
                  <a:lnTo>
                    <a:pt x="6917040" y="422353"/>
                  </a:lnTo>
                  <a:lnTo>
                    <a:pt x="6917166" y="422353"/>
                  </a:lnTo>
                  <a:lnTo>
                    <a:pt x="6917292" y="422353"/>
                  </a:lnTo>
                  <a:lnTo>
                    <a:pt x="6917418" y="422353"/>
                  </a:lnTo>
                  <a:lnTo>
                    <a:pt x="6917544" y="422353"/>
                  </a:lnTo>
                  <a:lnTo>
                    <a:pt x="6917671" y="422353"/>
                  </a:lnTo>
                  <a:lnTo>
                    <a:pt x="6917797" y="422353"/>
                  </a:lnTo>
                  <a:lnTo>
                    <a:pt x="6917923" y="422353"/>
                  </a:lnTo>
                  <a:lnTo>
                    <a:pt x="6918049" y="422353"/>
                  </a:lnTo>
                  <a:lnTo>
                    <a:pt x="6918175" y="422353"/>
                  </a:lnTo>
                  <a:lnTo>
                    <a:pt x="6918301" y="422353"/>
                  </a:lnTo>
                  <a:lnTo>
                    <a:pt x="6918427" y="422353"/>
                  </a:lnTo>
                  <a:lnTo>
                    <a:pt x="6918553" y="422353"/>
                  </a:lnTo>
                  <a:lnTo>
                    <a:pt x="6918679" y="422353"/>
                  </a:lnTo>
                  <a:lnTo>
                    <a:pt x="6918805" y="422353"/>
                  </a:lnTo>
                  <a:lnTo>
                    <a:pt x="6918931" y="422353"/>
                  </a:lnTo>
                  <a:lnTo>
                    <a:pt x="6919057" y="422353"/>
                  </a:lnTo>
                  <a:lnTo>
                    <a:pt x="6919184" y="422353"/>
                  </a:lnTo>
                  <a:lnTo>
                    <a:pt x="6919310" y="422353"/>
                  </a:lnTo>
                  <a:lnTo>
                    <a:pt x="6919436" y="422353"/>
                  </a:lnTo>
                  <a:lnTo>
                    <a:pt x="6919562" y="422353"/>
                  </a:lnTo>
                  <a:lnTo>
                    <a:pt x="6919688" y="422353"/>
                  </a:lnTo>
                  <a:lnTo>
                    <a:pt x="6919814" y="422353"/>
                  </a:lnTo>
                  <a:lnTo>
                    <a:pt x="6919940" y="422353"/>
                  </a:lnTo>
                  <a:lnTo>
                    <a:pt x="6920066" y="422353"/>
                  </a:lnTo>
                  <a:lnTo>
                    <a:pt x="6920192" y="422353"/>
                  </a:lnTo>
                  <a:lnTo>
                    <a:pt x="6920318" y="422353"/>
                  </a:lnTo>
                  <a:lnTo>
                    <a:pt x="6920444" y="422353"/>
                  </a:lnTo>
                  <a:lnTo>
                    <a:pt x="6920571" y="422353"/>
                  </a:lnTo>
                  <a:lnTo>
                    <a:pt x="6920697" y="422353"/>
                  </a:lnTo>
                  <a:lnTo>
                    <a:pt x="6920823" y="422353"/>
                  </a:lnTo>
                  <a:lnTo>
                    <a:pt x="6920949" y="422353"/>
                  </a:lnTo>
                  <a:lnTo>
                    <a:pt x="6921075" y="422353"/>
                  </a:lnTo>
                  <a:lnTo>
                    <a:pt x="6921201" y="422353"/>
                  </a:lnTo>
                  <a:lnTo>
                    <a:pt x="6921327" y="422353"/>
                  </a:lnTo>
                  <a:lnTo>
                    <a:pt x="6921453" y="422353"/>
                  </a:lnTo>
                  <a:lnTo>
                    <a:pt x="6921579" y="422353"/>
                  </a:lnTo>
                  <a:lnTo>
                    <a:pt x="6921705" y="422353"/>
                  </a:lnTo>
                  <a:lnTo>
                    <a:pt x="6921831" y="422353"/>
                  </a:lnTo>
                  <a:lnTo>
                    <a:pt x="6921958" y="422353"/>
                  </a:lnTo>
                  <a:lnTo>
                    <a:pt x="6922084" y="422353"/>
                  </a:lnTo>
                  <a:lnTo>
                    <a:pt x="6922210" y="422353"/>
                  </a:lnTo>
                  <a:lnTo>
                    <a:pt x="6922336" y="422353"/>
                  </a:lnTo>
                  <a:lnTo>
                    <a:pt x="6922462" y="422353"/>
                  </a:lnTo>
                  <a:lnTo>
                    <a:pt x="6922588" y="422353"/>
                  </a:lnTo>
                  <a:lnTo>
                    <a:pt x="6922714" y="422353"/>
                  </a:lnTo>
                  <a:lnTo>
                    <a:pt x="6922840" y="422353"/>
                  </a:lnTo>
                  <a:lnTo>
                    <a:pt x="6922966" y="422353"/>
                  </a:lnTo>
                  <a:lnTo>
                    <a:pt x="6923092" y="422353"/>
                  </a:lnTo>
                  <a:lnTo>
                    <a:pt x="6923218" y="422353"/>
                  </a:lnTo>
                  <a:lnTo>
                    <a:pt x="6923344" y="422353"/>
                  </a:lnTo>
                  <a:lnTo>
                    <a:pt x="6923471" y="422353"/>
                  </a:lnTo>
                  <a:lnTo>
                    <a:pt x="6923597" y="422353"/>
                  </a:lnTo>
                  <a:lnTo>
                    <a:pt x="6923723" y="422353"/>
                  </a:lnTo>
                  <a:lnTo>
                    <a:pt x="6923849" y="422353"/>
                  </a:lnTo>
                  <a:lnTo>
                    <a:pt x="6923975" y="422353"/>
                  </a:lnTo>
                  <a:lnTo>
                    <a:pt x="6924101" y="422353"/>
                  </a:lnTo>
                  <a:lnTo>
                    <a:pt x="6924227" y="422353"/>
                  </a:lnTo>
                  <a:lnTo>
                    <a:pt x="6924353" y="422353"/>
                  </a:lnTo>
                  <a:lnTo>
                    <a:pt x="6924479" y="422353"/>
                  </a:lnTo>
                  <a:lnTo>
                    <a:pt x="6924605" y="422353"/>
                  </a:lnTo>
                  <a:lnTo>
                    <a:pt x="6924731" y="422353"/>
                  </a:lnTo>
                  <a:lnTo>
                    <a:pt x="6924858" y="422353"/>
                  </a:lnTo>
                  <a:lnTo>
                    <a:pt x="6924984" y="422353"/>
                  </a:lnTo>
                  <a:lnTo>
                    <a:pt x="6925110" y="422353"/>
                  </a:lnTo>
                  <a:lnTo>
                    <a:pt x="6925236" y="422353"/>
                  </a:lnTo>
                  <a:lnTo>
                    <a:pt x="6925362" y="422353"/>
                  </a:lnTo>
                  <a:lnTo>
                    <a:pt x="6925488" y="422353"/>
                  </a:lnTo>
                  <a:lnTo>
                    <a:pt x="6925614" y="422353"/>
                  </a:lnTo>
                  <a:lnTo>
                    <a:pt x="6925740" y="422353"/>
                  </a:lnTo>
                  <a:lnTo>
                    <a:pt x="6925866" y="422353"/>
                  </a:lnTo>
                  <a:lnTo>
                    <a:pt x="6925992" y="422353"/>
                  </a:lnTo>
                  <a:lnTo>
                    <a:pt x="6926118" y="422353"/>
                  </a:lnTo>
                  <a:lnTo>
                    <a:pt x="6926244" y="422353"/>
                  </a:lnTo>
                  <a:lnTo>
                    <a:pt x="6926371" y="422353"/>
                  </a:lnTo>
                  <a:lnTo>
                    <a:pt x="6926497" y="422353"/>
                  </a:lnTo>
                  <a:lnTo>
                    <a:pt x="6926623" y="422353"/>
                  </a:lnTo>
                  <a:lnTo>
                    <a:pt x="6926749" y="422353"/>
                  </a:lnTo>
                  <a:lnTo>
                    <a:pt x="6926875" y="422353"/>
                  </a:lnTo>
                  <a:lnTo>
                    <a:pt x="6927001" y="422353"/>
                  </a:lnTo>
                  <a:lnTo>
                    <a:pt x="6927127" y="422353"/>
                  </a:lnTo>
                  <a:lnTo>
                    <a:pt x="6927253" y="422353"/>
                  </a:lnTo>
                  <a:lnTo>
                    <a:pt x="6927379" y="422353"/>
                  </a:lnTo>
                  <a:lnTo>
                    <a:pt x="6927505" y="422353"/>
                  </a:lnTo>
                  <a:lnTo>
                    <a:pt x="6927631" y="422353"/>
                  </a:lnTo>
                  <a:lnTo>
                    <a:pt x="6927758" y="422353"/>
                  </a:lnTo>
                  <a:lnTo>
                    <a:pt x="6927884" y="422353"/>
                  </a:lnTo>
                  <a:lnTo>
                    <a:pt x="6928010" y="422353"/>
                  </a:lnTo>
                  <a:lnTo>
                    <a:pt x="6928136" y="422353"/>
                  </a:lnTo>
                  <a:lnTo>
                    <a:pt x="6928262" y="422353"/>
                  </a:lnTo>
                  <a:lnTo>
                    <a:pt x="6928388" y="422353"/>
                  </a:lnTo>
                  <a:lnTo>
                    <a:pt x="6928514" y="422353"/>
                  </a:lnTo>
                  <a:lnTo>
                    <a:pt x="6928640" y="422353"/>
                  </a:lnTo>
                  <a:lnTo>
                    <a:pt x="6928766" y="422353"/>
                  </a:lnTo>
                  <a:lnTo>
                    <a:pt x="6928892" y="422353"/>
                  </a:lnTo>
                  <a:lnTo>
                    <a:pt x="6929018" y="422353"/>
                  </a:lnTo>
                  <a:lnTo>
                    <a:pt x="6929145" y="422353"/>
                  </a:lnTo>
                  <a:lnTo>
                    <a:pt x="6929271" y="422353"/>
                  </a:lnTo>
                  <a:lnTo>
                    <a:pt x="6929397" y="422353"/>
                  </a:lnTo>
                  <a:lnTo>
                    <a:pt x="6929523" y="422353"/>
                  </a:lnTo>
                  <a:lnTo>
                    <a:pt x="6929649" y="422353"/>
                  </a:lnTo>
                  <a:lnTo>
                    <a:pt x="6929775" y="422353"/>
                  </a:lnTo>
                  <a:lnTo>
                    <a:pt x="6929901" y="422353"/>
                  </a:lnTo>
                  <a:lnTo>
                    <a:pt x="6930027" y="422353"/>
                  </a:lnTo>
                  <a:lnTo>
                    <a:pt x="6930153" y="422353"/>
                  </a:lnTo>
                  <a:lnTo>
                    <a:pt x="6930279" y="422353"/>
                  </a:lnTo>
                  <a:lnTo>
                    <a:pt x="6930405" y="422353"/>
                  </a:lnTo>
                  <a:lnTo>
                    <a:pt x="6930531" y="422353"/>
                  </a:lnTo>
                  <a:lnTo>
                    <a:pt x="6930658" y="422353"/>
                  </a:lnTo>
                  <a:lnTo>
                    <a:pt x="6930784" y="422353"/>
                  </a:lnTo>
                  <a:lnTo>
                    <a:pt x="6930910" y="422353"/>
                  </a:lnTo>
                  <a:lnTo>
                    <a:pt x="6931036" y="422353"/>
                  </a:lnTo>
                  <a:lnTo>
                    <a:pt x="6931162" y="422353"/>
                  </a:lnTo>
                  <a:lnTo>
                    <a:pt x="6931288" y="422353"/>
                  </a:lnTo>
                  <a:lnTo>
                    <a:pt x="6931414" y="422353"/>
                  </a:lnTo>
                  <a:lnTo>
                    <a:pt x="6931540" y="422353"/>
                  </a:lnTo>
                  <a:lnTo>
                    <a:pt x="6931666" y="422353"/>
                  </a:lnTo>
                  <a:lnTo>
                    <a:pt x="6931792" y="422353"/>
                  </a:lnTo>
                  <a:lnTo>
                    <a:pt x="6931918" y="422353"/>
                  </a:lnTo>
                  <a:lnTo>
                    <a:pt x="6932045" y="422353"/>
                  </a:lnTo>
                  <a:lnTo>
                    <a:pt x="6932171" y="422353"/>
                  </a:lnTo>
                  <a:lnTo>
                    <a:pt x="6932297" y="422353"/>
                  </a:lnTo>
                  <a:lnTo>
                    <a:pt x="6932423" y="422353"/>
                  </a:lnTo>
                  <a:lnTo>
                    <a:pt x="6932549" y="422353"/>
                  </a:lnTo>
                  <a:lnTo>
                    <a:pt x="6932675" y="422353"/>
                  </a:lnTo>
                  <a:lnTo>
                    <a:pt x="6932801" y="422353"/>
                  </a:lnTo>
                  <a:lnTo>
                    <a:pt x="6932927" y="422353"/>
                  </a:lnTo>
                  <a:lnTo>
                    <a:pt x="6933053" y="422353"/>
                  </a:lnTo>
                  <a:lnTo>
                    <a:pt x="6933179" y="422353"/>
                  </a:lnTo>
                  <a:lnTo>
                    <a:pt x="6933305" y="422353"/>
                  </a:lnTo>
                  <a:lnTo>
                    <a:pt x="6933431" y="422353"/>
                  </a:lnTo>
                  <a:lnTo>
                    <a:pt x="6933558" y="422353"/>
                  </a:lnTo>
                  <a:lnTo>
                    <a:pt x="6933684" y="422353"/>
                  </a:lnTo>
                  <a:lnTo>
                    <a:pt x="6933810" y="422353"/>
                  </a:lnTo>
                  <a:lnTo>
                    <a:pt x="6933936" y="422353"/>
                  </a:lnTo>
                  <a:lnTo>
                    <a:pt x="6934062" y="422353"/>
                  </a:lnTo>
                  <a:lnTo>
                    <a:pt x="6934188" y="422353"/>
                  </a:lnTo>
                  <a:lnTo>
                    <a:pt x="6934314" y="422353"/>
                  </a:lnTo>
                  <a:lnTo>
                    <a:pt x="6934440" y="422353"/>
                  </a:lnTo>
                  <a:lnTo>
                    <a:pt x="6934566" y="422353"/>
                  </a:lnTo>
                  <a:lnTo>
                    <a:pt x="6934692" y="422353"/>
                  </a:lnTo>
                  <a:lnTo>
                    <a:pt x="6934818" y="422353"/>
                  </a:lnTo>
                  <a:lnTo>
                    <a:pt x="6934945" y="422353"/>
                  </a:lnTo>
                  <a:lnTo>
                    <a:pt x="6934945" y="417074"/>
                  </a:lnTo>
                  <a:lnTo>
                    <a:pt x="6935071" y="417074"/>
                  </a:lnTo>
                  <a:lnTo>
                    <a:pt x="6935197" y="417074"/>
                  </a:lnTo>
                  <a:lnTo>
                    <a:pt x="6935323" y="417074"/>
                  </a:lnTo>
                  <a:lnTo>
                    <a:pt x="6935449" y="417074"/>
                  </a:lnTo>
                  <a:lnTo>
                    <a:pt x="6935575" y="417074"/>
                  </a:lnTo>
                  <a:lnTo>
                    <a:pt x="6935701" y="417074"/>
                  </a:lnTo>
                  <a:lnTo>
                    <a:pt x="6935827" y="417074"/>
                  </a:lnTo>
                  <a:lnTo>
                    <a:pt x="6935953" y="417074"/>
                  </a:lnTo>
                  <a:lnTo>
                    <a:pt x="6936079" y="417074"/>
                  </a:lnTo>
                  <a:lnTo>
                    <a:pt x="6936205" y="417074"/>
                  </a:lnTo>
                  <a:lnTo>
                    <a:pt x="6936331" y="417074"/>
                  </a:lnTo>
                  <a:lnTo>
                    <a:pt x="6936458" y="417074"/>
                  </a:lnTo>
                  <a:lnTo>
                    <a:pt x="6936584" y="417074"/>
                  </a:lnTo>
                  <a:lnTo>
                    <a:pt x="6936710" y="417074"/>
                  </a:lnTo>
                  <a:lnTo>
                    <a:pt x="6936836" y="417074"/>
                  </a:lnTo>
                  <a:lnTo>
                    <a:pt x="6936962" y="417074"/>
                  </a:lnTo>
                  <a:lnTo>
                    <a:pt x="6937088" y="417074"/>
                  </a:lnTo>
                  <a:lnTo>
                    <a:pt x="6937214" y="417074"/>
                  </a:lnTo>
                  <a:lnTo>
                    <a:pt x="6937340" y="417074"/>
                  </a:lnTo>
                  <a:lnTo>
                    <a:pt x="6937466" y="417074"/>
                  </a:lnTo>
                  <a:lnTo>
                    <a:pt x="6937592" y="417074"/>
                  </a:lnTo>
                  <a:lnTo>
                    <a:pt x="6937718" y="417074"/>
                  </a:lnTo>
                  <a:lnTo>
                    <a:pt x="6937845" y="417074"/>
                  </a:lnTo>
                  <a:lnTo>
                    <a:pt x="6937971" y="417074"/>
                  </a:lnTo>
                  <a:lnTo>
                    <a:pt x="6938097" y="417074"/>
                  </a:lnTo>
                  <a:lnTo>
                    <a:pt x="6938223" y="417074"/>
                  </a:lnTo>
                  <a:lnTo>
                    <a:pt x="6938349" y="417074"/>
                  </a:lnTo>
                  <a:lnTo>
                    <a:pt x="6938475" y="417074"/>
                  </a:lnTo>
                  <a:lnTo>
                    <a:pt x="6938601" y="417074"/>
                  </a:lnTo>
                  <a:lnTo>
                    <a:pt x="6938727" y="417074"/>
                  </a:lnTo>
                  <a:lnTo>
                    <a:pt x="6938853" y="417074"/>
                  </a:lnTo>
                  <a:lnTo>
                    <a:pt x="6938979" y="417074"/>
                  </a:lnTo>
                  <a:lnTo>
                    <a:pt x="6939105" y="417074"/>
                  </a:lnTo>
                  <a:lnTo>
                    <a:pt x="6939232" y="417074"/>
                  </a:lnTo>
                  <a:lnTo>
                    <a:pt x="6939358" y="417074"/>
                  </a:lnTo>
                  <a:lnTo>
                    <a:pt x="6939484" y="417074"/>
                  </a:lnTo>
                  <a:lnTo>
                    <a:pt x="6939610" y="417074"/>
                  </a:lnTo>
                  <a:lnTo>
                    <a:pt x="6939736" y="417074"/>
                  </a:lnTo>
                  <a:lnTo>
                    <a:pt x="6939862" y="417074"/>
                  </a:lnTo>
                  <a:lnTo>
                    <a:pt x="6939988" y="417074"/>
                  </a:lnTo>
                  <a:lnTo>
                    <a:pt x="6940114" y="417074"/>
                  </a:lnTo>
                  <a:lnTo>
                    <a:pt x="6940240" y="417074"/>
                  </a:lnTo>
                  <a:lnTo>
                    <a:pt x="6940366" y="417074"/>
                  </a:lnTo>
                  <a:lnTo>
                    <a:pt x="6940492" y="417074"/>
                  </a:lnTo>
                  <a:lnTo>
                    <a:pt x="6940618" y="417074"/>
                  </a:lnTo>
                  <a:lnTo>
                    <a:pt x="6940745" y="417074"/>
                  </a:lnTo>
                  <a:lnTo>
                    <a:pt x="6940871" y="417074"/>
                  </a:lnTo>
                  <a:lnTo>
                    <a:pt x="6940997" y="417074"/>
                  </a:lnTo>
                  <a:lnTo>
                    <a:pt x="6941123" y="417074"/>
                  </a:lnTo>
                  <a:lnTo>
                    <a:pt x="6941249" y="417074"/>
                  </a:lnTo>
                  <a:lnTo>
                    <a:pt x="6941375" y="417074"/>
                  </a:lnTo>
                  <a:lnTo>
                    <a:pt x="6941501" y="417074"/>
                  </a:lnTo>
                  <a:lnTo>
                    <a:pt x="6941627" y="417074"/>
                  </a:lnTo>
                  <a:lnTo>
                    <a:pt x="6941753" y="417074"/>
                  </a:lnTo>
                  <a:lnTo>
                    <a:pt x="6941879" y="417074"/>
                  </a:lnTo>
                  <a:lnTo>
                    <a:pt x="6942005" y="417074"/>
                  </a:lnTo>
                  <a:lnTo>
                    <a:pt x="6942132" y="417074"/>
                  </a:lnTo>
                  <a:lnTo>
                    <a:pt x="6942258" y="417074"/>
                  </a:lnTo>
                  <a:lnTo>
                    <a:pt x="6942384" y="417074"/>
                  </a:lnTo>
                  <a:lnTo>
                    <a:pt x="6942510" y="417074"/>
                  </a:lnTo>
                  <a:lnTo>
                    <a:pt x="6942636" y="417074"/>
                  </a:lnTo>
                  <a:lnTo>
                    <a:pt x="6942762" y="417074"/>
                  </a:lnTo>
                  <a:lnTo>
                    <a:pt x="6942888" y="417074"/>
                  </a:lnTo>
                  <a:lnTo>
                    <a:pt x="6943014" y="417074"/>
                  </a:lnTo>
                  <a:lnTo>
                    <a:pt x="6943140" y="417074"/>
                  </a:lnTo>
                  <a:lnTo>
                    <a:pt x="6943266" y="417074"/>
                  </a:lnTo>
                  <a:lnTo>
                    <a:pt x="6943392" y="417074"/>
                  </a:lnTo>
                  <a:lnTo>
                    <a:pt x="6943518" y="417074"/>
                  </a:lnTo>
                  <a:lnTo>
                    <a:pt x="6943645" y="417074"/>
                  </a:lnTo>
                  <a:lnTo>
                    <a:pt x="6943771" y="417074"/>
                  </a:lnTo>
                  <a:lnTo>
                    <a:pt x="6943897" y="417074"/>
                  </a:lnTo>
                  <a:lnTo>
                    <a:pt x="6944023" y="417074"/>
                  </a:lnTo>
                  <a:lnTo>
                    <a:pt x="6944149" y="417074"/>
                  </a:lnTo>
                  <a:lnTo>
                    <a:pt x="6944275" y="417074"/>
                  </a:lnTo>
                  <a:lnTo>
                    <a:pt x="6944401" y="417074"/>
                  </a:lnTo>
                  <a:lnTo>
                    <a:pt x="6944527" y="417074"/>
                  </a:lnTo>
                  <a:lnTo>
                    <a:pt x="6944653" y="417074"/>
                  </a:lnTo>
                  <a:lnTo>
                    <a:pt x="6944779" y="417074"/>
                  </a:lnTo>
                  <a:lnTo>
                    <a:pt x="6944905" y="417074"/>
                  </a:lnTo>
                  <a:lnTo>
                    <a:pt x="6945032" y="417074"/>
                  </a:lnTo>
                  <a:lnTo>
                    <a:pt x="6945158" y="417074"/>
                  </a:lnTo>
                  <a:lnTo>
                    <a:pt x="6945284" y="417074"/>
                  </a:lnTo>
                  <a:lnTo>
                    <a:pt x="6945410" y="417074"/>
                  </a:lnTo>
                  <a:lnTo>
                    <a:pt x="6945536" y="417074"/>
                  </a:lnTo>
                  <a:lnTo>
                    <a:pt x="6945662" y="417074"/>
                  </a:lnTo>
                  <a:lnTo>
                    <a:pt x="6945788" y="417074"/>
                  </a:lnTo>
                  <a:lnTo>
                    <a:pt x="6945914" y="417074"/>
                  </a:lnTo>
                  <a:lnTo>
                    <a:pt x="6946040" y="417074"/>
                  </a:lnTo>
                  <a:lnTo>
                    <a:pt x="6946166" y="417074"/>
                  </a:lnTo>
                  <a:lnTo>
                    <a:pt x="6946292" y="417074"/>
                  </a:lnTo>
                  <a:lnTo>
                    <a:pt x="6946419" y="417074"/>
                  </a:lnTo>
                  <a:lnTo>
                    <a:pt x="6946545" y="417074"/>
                  </a:lnTo>
                  <a:lnTo>
                    <a:pt x="6946671" y="417074"/>
                  </a:lnTo>
                  <a:lnTo>
                    <a:pt x="6946797" y="417074"/>
                  </a:lnTo>
                  <a:lnTo>
                    <a:pt x="6946923" y="417074"/>
                  </a:lnTo>
                  <a:lnTo>
                    <a:pt x="6947049" y="417074"/>
                  </a:lnTo>
                  <a:lnTo>
                    <a:pt x="6947175" y="417074"/>
                  </a:lnTo>
                  <a:lnTo>
                    <a:pt x="6947301" y="417074"/>
                  </a:lnTo>
                  <a:lnTo>
                    <a:pt x="6947427" y="417074"/>
                  </a:lnTo>
                  <a:lnTo>
                    <a:pt x="6947553" y="417074"/>
                  </a:lnTo>
                  <a:lnTo>
                    <a:pt x="6947679" y="417074"/>
                  </a:lnTo>
                  <a:lnTo>
                    <a:pt x="6947805" y="417074"/>
                  </a:lnTo>
                  <a:lnTo>
                    <a:pt x="6947932" y="417074"/>
                  </a:lnTo>
                  <a:lnTo>
                    <a:pt x="6948058" y="417074"/>
                  </a:lnTo>
                  <a:lnTo>
                    <a:pt x="6948184" y="417074"/>
                  </a:lnTo>
                  <a:lnTo>
                    <a:pt x="6948310" y="417074"/>
                  </a:lnTo>
                  <a:lnTo>
                    <a:pt x="6948436" y="417074"/>
                  </a:lnTo>
                  <a:lnTo>
                    <a:pt x="6948562" y="417074"/>
                  </a:lnTo>
                  <a:lnTo>
                    <a:pt x="6948688" y="417074"/>
                  </a:lnTo>
                  <a:lnTo>
                    <a:pt x="6948814" y="417074"/>
                  </a:lnTo>
                  <a:lnTo>
                    <a:pt x="6948940" y="417074"/>
                  </a:lnTo>
                  <a:lnTo>
                    <a:pt x="6949066" y="417074"/>
                  </a:lnTo>
                  <a:lnTo>
                    <a:pt x="6949192" y="417074"/>
                  </a:lnTo>
                  <a:lnTo>
                    <a:pt x="6949319" y="417074"/>
                  </a:lnTo>
                  <a:lnTo>
                    <a:pt x="6949445" y="417074"/>
                  </a:lnTo>
                  <a:lnTo>
                    <a:pt x="6949571" y="417074"/>
                  </a:lnTo>
                  <a:lnTo>
                    <a:pt x="6949571" y="411794"/>
                  </a:lnTo>
                  <a:lnTo>
                    <a:pt x="6949697" y="411794"/>
                  </a:lnTo>
                  <a:lnTo>
                    <a:pt x="6949823" y="411794"/>
                  </a:lnTo>
                  <a:lnTo>
                    <a:pt x="6949949" y="411794"/>
                  </a:lnTo>
                  <a:lnTo>
                    <a:pt x="6950075" y="411794"/>
                  </a:lnTo>
                  <a:lnTo>
                    <a:pt x="6950201" y="411794"/>
                  </a:lnTo>
                  <a:lnTo>
                    <a:pt x="6950327" y="411794"/>
                  </a:lnTo>
                  <a:lnTo>
                    <a:pt x="6950453" y="411794"/>
                  </a:lnTo>
                  <a:lnTo>
                    <a:pt x="6950579" y="411794"/>
                  </a:lnTo>
                  <a:lnTo>
                    <a:pt x="6950705" y="411794"/>
                  </a:lnTo>
                  <a:lnTo>
                    <a:pt x="6950832" y="411794"/>
                  </a:lnTo>
                  <a:lnTo>
                    <a:pt x="6950958" y="411794"/>
                  </a:lnTo>
                  <a:lnTo>
                    <a:pt x="6951084" y="411794"/>
                  </a:lnTo>
                  <a:lnTo>
                    <a:pt x="6951210" y="411794"/>
                  </a:lnTo>
                  <a:lnTo>
                    <a:pt x="6951336" y="411794"/>
                  </a:lnTo>
                  <a:lnTo>
                    <a:pt x="6951462" y="411794"/>
                  </a:lnTo>
                  <a:lnTo>
                    <a:pt x="6951588" y="411794"/>
                  </a:lnTo>
                  <a:lnTo>
                    <a:pt x="6951714" y="411794"/>
                  </a:lnTo>
                  <a:lnTo>
                    <a:pt x="6951840" y="411794"/>
                  </a:lnTo>
                  <a:lnTo>
                    <a:pt x="6951966" y="411794"/>
                  </a:lnTo>
                  <a:lnTo>
                    <a:pt x="6952092" y="411794"/>
                  </a:lnTo>
                  <a:lnTo>
                    <a:pt x="6952219" y="411794"/>
                  </a:lnTo>
                  <a:lnTo>
                    <a:pt x="6952345" y="411794"/>
                  </a:lnTo>
                  <a:lnTo>
                    <a:pt x="6952471" y="411794"/>
                  </a:lnTo>
                  <a:lnTo>
                    <a:pt x="6952597" y="411794"/>
                  </a:lnTo>
                  <a:lnTo>
                    <a:pt x="6952723" y="411794"/>
                  </a:lnTo>
                  <a:lnTo>
                    <a:pt x="6952849" y="411794"/>
                  </a:lnTo>
                  <a:lnTo>
                    <a:pt x="6952975" y="411794"/>
                  </a:lnTo>
                  <a:lnTo>
                    <a:pt x="6953101" y="411794"/>
                  </a:lnTo>
                  <a:lnTo>
                    <a:pt x="6953227" y="411794"/>
                  </a:lnTo>
                  <a:lnTo>
                    <a:pt x="6953353" y="411794"/>
                  </a:lnTo>
                  <a:lnTo>
                    <a:pt x="6953479" y="411794"/>
                  </a:lnTo>
                  <a:lnTo>
                    <a:pt x="6953606" y="411794"/>
                  </a:lnTo>
                  <a:lnTo>
                    <a:pt x="6953732" y="411794"/>
                  </a:lnTo>
                  <a:lnTo>
                    <a:pt x="6953858" y="411794"/>
                  </a:lnTo>
                  <a:lnTo>
                    <a:pt x="6953984" y="411794"/>
                  </a:lnTo>
                  <a:lnTo>
                    <a:pt x="6954110" y="411794"/>
                  </a:lnTo>
                  <a:lnTo>
                    <a:pt x="6954236" y="411794"/>
                  </a:lnTo>
                  <a:lnTo>
                    <a:pt x="6954362" y="411794"/>
                  </a:lnTo>
                  <a:lnTo>
                    <a:pt x="6954488" y="411794"/>
                  </a:lnTo>
                  <a:lnTo>
                    <a:pt x="6954614" y="411794"/>
                  </a:lnTo>
                  <a:lnTo>
                    <a:pt x="6954740" y="411794"/>
                  </a:lnTo>
                  <a:lnTo>
                    <a:pt x="6954866" y="411794"/>
                  </a:lnTo>
                  <a:lnTo>
                    <a:pt x="6954992" y="411794"/>
                  </a:lnTo>
                  <a:lnTo>
                    <a:pt x="6955119" y="411794"/>
                  </a:lnTo>
                  <a:lnTo>
                    <a:pt x="6955245" y="411794"/>
                  </a:lnTo>
                  <a:lnTo>
                    <a:pt x="6955371" y="411794"/>
                  </a:lnTo>
                  <a:lnTo>
                    <a:pt x="6955497" y="411794"/>
                  </a:lnTo>
                  <a:lnTo>
                    <a:pt x="6955623" y="411794"/>
                  </a:lnTo>
                  <a:lnTo>
                    <a:pt x="6955749" y="411794"/>
                  </a:lnTo>
                  <a:lnTo>
                    <a:pt x="6955875" y="411794"/>
                  </a:lnTo>
                  <a:lnTo>
                    <a:pt x="6956001" y="411794"/>
                  </a:lnTo>
                  <a:lnTo>
                    <a:pt x="6956127" y="411794"/>
                  </a:lnTo>
                  <a:lnTo>
                    <a:pt x="6956253" y="411794"/>
                  </a:lnTo>
                  <a:lnTo>
                    <a:pt x="6956379" y="411794"/>
                  </a:lnTo>
                  <a:lnTo>
                    <a:pt x="6956506" y="411794"/>
                  </a:lnTo>
                  <a:lnTo>
                    <a:pt x="6956632" y="411794"/>
                  </a:lnTo>
                  <a:lnTo>
                    <a:pt x="6956758" y="411794"/>
                  </a:lnTo>
                  <a:lnTo>
                    <a:pt x="6956884" y="411794"/>
                  </a:lnTo>
                  <a:lnTo>
                    <a:pt x="6957010" y="411794"/>
                  </a:lnTo>
                  <a:lnTo>
                    <a:pt x="6957136" y="411794"/>
                  </a:lnTo>
                  <a:lnTo>
                    <a:pt x="6957262" y="411794"/>
                  </a:lnTo>
                  <a:lnTo>
                    <a:pt x="6957388" y="411794"/>
                  </a:lnTo>
                  <a:lnTo>
                    <a:pt x="6957514" y="411794"/>
                  </a:lnTo>
                  <a:lnTo>
                    <a:pt x="6957640" y="411794"/>
                  </a:lnTo>
                  <a:lnTo>
                    <a:pt x="6957766" y="411794"/>
                  </a:lnTo>
                  <a:lnTo>
                    <a:pt x="6957892" y="411794"/>
                  </a:lnTo>
                  <a:lnTo>
                    <a:pt x="6958019" y="411794"/>
                  </a:lnTo>
                  <a:lnTo>
                    <a:pt x="6958145" y="411794"/>
                  </a:lnTo>
                  <a:lnTo>
                    <a:pt x="6958271" y="411794"/>
                  </a:lnTo>
                  <a:lnTo>
                    <a:pt x="6958397" y="411794"/>
                  </a:lnTo>
                  <a:lnTo>
                    <a:pt x="6958523" y="411794"/>
                  </a:lnTo>
                  <a:lnTo>
                    <a:pt x="6958649" y="411794"/>
                  </a:lnTo>
                  <a:lnTo>
                    <a:pt x="6958775" y="411794"/>
                  </a:lnTo>
                  <a:lnTo>
                    <a:pt x="6958901" y="411794"/>
                  </a:lnTo>
                  <a:lnTo>
                    <a:pt x="6959027" y="411794"/>
                  </a:lnTo>
                  <a:lnTo>
                    <a:pt x="6959153" y="411794"/>
                  </a:lnTo>
                  <a:lnTo>
                    <a:pt x="6959279" y="411794"/>
                  </a:lnTo>
                  <a:lnTo>
                    <a:pt x="6959406" y="411794"/>
                  </a:lnTo>
                  <a:lnTo>
                    <a:pt x="6959532" y="411794"/>
                  </a:lnTo>
                  <a:lnTo>
                    <a:pt x="6959658" y="411794"/>
                  </a:lnTo>
                  <a:lnTo>
                    <a:pt x="6959784" y="411794"/>
                  </a:lnTo>
                  <a:lnTo>
                    <a:pt x="6959910" y="411794"/>
                  </a:lnTo>
                  <a:lnTo>
                    <a:pt x="6960036" y="411794"/>
                  </a:lnTo>
                  <a:lnTo>
                    <a:pt x="6960162" y="411794"/>
                  </a:lnTo>
                  <a:lnTo>
                    <a:pt x="6960288" y="411794"/>
                  </a:lnTo>
                  <a:lnTo>
                    <a:pt x="6960414" y="411794"/>
                  </a:lnTo>
                  <a:lnTo>
                    <a:pt x="6960540" y="411794"/>
                  </a:lnTo>
                  <a:lnTo>
                    <a:pt x="6960666" y="411794"/>
                  </a:lnTo>
                  <a:lnTo>
                    <a:pt x="6960792" y="411794"/>
                  </a:lnTo>
                  <a:lnTo>
                    <a:pt x="6960919" y="411794"/>
                  </a:lnTo>
                  <a:lnTo>
                    <a:pt x="6961045" y="411794"/>
                  </a:lnTo>
                  <a:lnTo>
                    <a:pt x="6961171" y="411794"/>
                  </a:lnTo>
                  <a:lnTo>
                    <a:pt x="6961297" y="411794"/>
                  </a:lnTo>
                  <a:lnTo>
                    <a:pt x="6961423" y="411794"/>
                  </a:lnTo>
                  <a:lnTo>
                    <a:pt x="6961549" y="411794"/>
                  </a:lnTo>
                  <a:lnTo>
                    <a:pt x="6961675" y="411794"/>
                  </a:lnTo>
                  <a:lnTo>
                    <a:pt x="6961801" y="411794"/>
                  </a:lnTo>
                  <a:lnTo>
                    <a:pt x="6961927" y="411794"/>
                  </a:lnTo>
                  <a:lnTo>
                    <a:pt x="6962053" y="411794"/>
                  </a:lnTo>
                  <a:lnTo>
                    <a:pt x="6962179" y="411794"/>
                  </a:lnTo>
                  <a:lnTo>
                    <a:pt x="6962306" y="411794"/>
                  </a:lnTo>
                  <a:lnTo>
                    <a:pt x="6962432" y="411794"/>
                  </a:lnTo>
                  <a:lnTo>
                    <a:pt x="6962558" y="411794"/>
                  </a:lnTo>
                  <a:lnTo>
                    <a:pt x="6962684" y="411794"/>
                  </a:lnTo>
                  <a:lnTo>
                    <a:pt x="6962810" y="411794"/>
                  </a:lnTo>
                  <a:lnTo>
                    <a:pt x="6962936" y="411794"/>
                  </a:lnTo>
                  <a:lnTo>
                    <a:pt x="6963062" y="411794"/>
                  </a:lnTo>
                  <a:lnTo>
                    <a:pt x="6963188" y="411794"/>
                  </a:lnTo>
                  <a:lnTo>
                    <a:pt x="6963314" y="411794"/>
                  </a:lnTo>
                  <a:lnTo>
                    <a:pt x="6963440" y="411794"/>
                  </a:lnTo>
                  <a:lnTo>
                    <a:pt x="6963566" y="411794"/>
                  </a:lnTo>
                  <a:lnTo>
                    <a:pt x="6963693" y="411794"/>
                  </a:lnTo>
                  <a:lnTo>
                    <a:pt x="6963819" y="411794"/>
                  </a:lnTo>
                  <a:lnTo>
                    <a:pt x="6963945" y="411794"/>
                  </a:lnTo>
                  <a:lnTo>
                    <a:pt x="6964071" y="411794"/>
                  </a:lnTo>
                  <a:lnTo>
                    <a:pt x="6964197" y="411794"/>
                  </a:lnTo>
                  <a:lnTo>
                    <a:pt x="6964323" y="411794"/>
                  </a:lnTo>
                  <a:lnTo>
                    <a:pt x="6964449" y="411794"/>
                  </a:lnTo>
                  <a:lnTo>
                    <a:pt x="6964575" y="411794"/>
                  </a:lnTo>
                  <a:lnTo>
                    <a:pt x="6964701" y="411794"/>
                  </a:lnTo>
                  <a:lnTo>
                    <a:pt x="6964827" y="411794"/>
                  </a:lnTo>
                  <a:lnTo>
                    <a:pt x="6964953" y="411794"/>
                  </a:lnTo>
                  <a:lnTo>
                    <a:pt x="6965079" y="411794"/>
                  </a:lnTo>
                  <a:lnTo>
                    <a:pt x="6965206" y="411794"/>
                  </a:lnTo>
                  <a:lnTo>
                    <a:pt x="6965332" y="411794"/>
                  </a:lnTo>
                  <a:lnTo>
                    <a:pt x="6965458" y="411794"/>
                  </a:lnTo>
                  <a:lnTo>
                    <a:pt x="6965584" y="411794"/>
                  </a:lnTo>
                  <a:lnTo>
                    <a:pt x="6965710" y="411794"/>
                  </a:lnTo>
                  <a:lnTo>
                    <a:pt x="6965836" y="411794"/>
                  </a:lnTo>
                  <a:lnTo>
                    <a:pt x="6965962" y="411794"/>
                  </a:lnTo>
                  <a:lnTo>
                    <a:pt x="6966088" y="411794"/>
                  </a:lnTo>
                  <a:lnTo>
                    <a:pt x="6966214" y="411794"/>
                  </a:lnTo>
                  <a:lnTo>
                    <a:pt x="6966340" y="411794"/>
                  </a:lnTo>
                  <a:lnTo>
                    <a:pt x="6966466" y="411794"/>
                  </a:lnTo>
                  <a:lnTo>
                    <a:pt x="6966593" y="411794"/>
                  </a:lnTo>
                  <a:lnTo>
                    <a:pt x="6966719" y="411794"/>
                  </a:lnTo>
                  <a:lnTo>
                    <a:pt x="6966845" y="411794"/>
                  </a:lnTo>
                  <a:lnTo>
                    <a:pt x="6966971" y="411794"/>
                  </a:lnTo>
                  <a:lnTo>
                    <a:pt x="6967097" y="411794"/>
                  </a:lnTo>
                  <a:lnTo>
                    <a:pt x="6967223" y="411794"/>
                  </a:lnTo>
                  <a:lnTo>
                    <a:pt x="6967349" y="411794"/>
                  </a:lnTo>
                  <a:lnTo>
                    <a:pt x="6967475" y="411794"/>
                  </a:lnTo>
                  <a:lnTo>
                    <a:pt x="6967601" y="411794"/>
                  </a:lnTo>
                  <a:lnTo>
                    <a:pt x="6967727" y="411794"/>
                  </a:lnTo>
                  <a:lnTo>
                    <a:pt x="6967853" y="411794"/>
                  </a:lnTo>
                  <a:lnTo>
                    <a:pt x="6967979" y="411794"/>
                  </a:lnTo>
                  <a:lnTo>
                    <a:pt x="6968106" y="411794"/>
                  </a:lnTo>
                  <a:lnTo>
                    <a:pt x="6968232" y="411794"/>
                  </a:lnTo>
                  <a:lnTo>
                    <a:pt x="6968358" y="411794"/>
                  </a:lnTo>
                  <a:lnTo>
                    <a:pt x="6968484" y="411794"/>
                  </a:lnTo>
                  <a:lnTo>
                    <a:pt x="6968610" y="411794"/>
                  </a:lnTo>
                  <a:lnTo>
                    <a:pt x="6968736" y="411794"/>
                  </a:lnTo>
                  <a:lnTo>
                    <a:pt x="6968862" y="411794"/>
                  </a:lnTo>
                  <a:lnTo>
                    <a:pt x="6968988" y="411794"/>
                  </a:lnTo>
                  <a:lnTo>
                    <a:pt x="6969114" y="411794"/>
                  </a:lnTo>
                  <a:lnTo>
                    <a:pt x="6969240" y="411794"/>
                  </a:lnTo>
                  <a:lnTo>
                    <a:pt x="6969366" y="411794"/>
                  </a:lnTo>
                  <a:lnTo>
                    <a:pt x="6969493" y="411794"/>
                  </a:lnTo>
                  <a:lnTo>
                    <a:pt x="6969619" y="411794"/>
                  </a:lnTo>
                  <a:lnTo>
                    <a:pt x="6969745" y="411794"/>
                  </a:lnTo>
                  <a:lnTo>
                    <a:pt x="6969871" y="411794"/>
                  </a:lnTo>
                  <a:lnTo>
                    <a:pt x="6969997" y="411794"/>
                  </a:lnTo>
                  <a:lnTo>
                    <a:pt x="6970123" y="411794"/>
                  </a:lnTo>
                  <a:lnTo>
                    <a:pt x="6970249" y="411794"/>
                  </a:lnTo>
                  <a:lnTo>
                    <a:pt x="6970375" y="411794"/>
                  </a:lnTo>
                  <a:lnTo>
                    <a:pt x="6970501" y="411794"/>
                  </a:lnTo>
                  <a:lnTo>
                    <a:pt x="6970627" y="411794"/>
                  </a:lnTo>
                  <a:lnTo>
                    <a:pt x="6970753" y="411794"/>
                  </a:lnTo>
                  <a:lnTo>
                    <a:pt x="6970880" y="411794"/>
                  </a:lnTo>
                  <a:lnTo>
                    <a:pt x="6971006" y="411794"/>
                  </a:lnTo>
                  <a:lnTo>
                    <a:pt x="6971132" y="411794"/>
                  </a:lnTo>
                  <a:lnTo>
                    <a:pt x="6971258" y="411794"/>
                  </a:lnTo>
                  <a:lnTo>
                    <a:pt x="6971384" y="411794"/>
                  </a:lnTo>
                  <a:lnTo>
                    <a:pt x="6971510" y="411794"/>
                  </a:lnTo>
                  <a:lnTo>
                    <a:pt x="6971636" y="411794"/>
                  </a:lnTo>
                  <a:lnTo>
                    <a:pt x="6971762" y="411794"/>
                  </a:lnTo>
                  <a:lnTo>
                    <a:pt x="6971888" y="411794"/>
                  </a:lnTo>
                  <a:lnTo>
                    <a:pt x="6972014" y="411794"/>
                  </a:lnTo>
                  <a:lnTo>
                    <a:pt x="6972140" y="411794"/>
                  </a:lnTo>
                  <a:lnTo>
                    <a:pt x="6972266" y="411794"/>
                  </a:lnTo>
                  <a:lnTo>
                    <a:pt x="6972393" y="411794"/>
                  </a:lnTo>
                  <a:lnTo>
                    <a:pt x="6972519" y="411794"/>
                  </a:lnTo>
                  <a:lnTo>
                    <a:pt x="6972645" y="411794"/>
                  </a:lnTo>
                  <a:lnTo>
                    <a:pt x="6972771" y="411794"/>
                  </a:lnTo>
                  <a:lnTo>
                    <a:pt x="6972897" y="411794"/>
                  </a:lnTo>
                  <a:lnTo>
                    <a:pt x="6973023" y="411794"/>
                  </a:lnTo>
                  <a:lnTo>
                    <a:pt x="6973149" y="411794"/>
                  </a:lnTo>
                  <a:lnTo>
                    <a:pt x="6973275" y="411794"/>
                  </a:lnTo>
                  <a:lnTo>
                    <a:pt x="6973401" y="411794"/>
                  </a:lnTo>
                  <a:lnTo>
                    <a:pt x="6973527" y="411794"/>
                  </a:lnTo>
                  <a:lnTo>
                    <a:pt x="6973653" y="411794"/>
                  </a:lnTo>
                  <a:lnTo>
                    <a:pt x="6973780" y="411794"/>
                  </a:lnTo>
                  <a:lnTo>
                    <a:pt x="6973906" y="411794"/>
                  </a:lnTo>
                  <a:lnTo>
                    <a:pt x="6974032" y="411794"/>
                  </a:lnTo>
                  <a:lnTo>
                    <a:pt x="6974158" y="411794"/>
                  </a:lnTo>
                  <a:lnTo>
                    <a:pt x="6974284" y="411794"/>
                  </a:lnTo>
                  <a:lnTo>
                    <a:pt x="6974410" y="411794"/>
                  </a:lnTo>
                  <a:lnTo>
                    <a:pt x="6974536" y="411794"/>
                  </a:lnTo>
                  <a:lnTo>
                    <a:pt x="6974662" y="411794"/>
                  </a:lnTo>
                  <a:lnTo>
                    <a:pt x="6974788" y="411794"/>
                  </a:lnTo>
                  <a:lnTo>
                    <a:pt x="6974914" y="411794"/>
                  </a:lnTo>
                  <a:lnTo>
                    <a:pt x="6975040" y="411794"/>
                  </a:lnTo>
                  <a:lnTo>
                    <a:pt x="6975166" y="411794"/>
                  </a:lnTo>
                  <a:lnTo>
                    <a:pt x="6975293" y="411794"/>
                  </a:lnTo>
                  <a:lnTo>
                    <a:pt x="6975419" y="411794"/>
                  </a:lnTo>
                  <a:lnTo>
                    <a:pt x="6975545" y="411794"/>
                  </a:lnTo>
                  <a:lnTo>
                    <a:pt x="6975671" y="411794"/>
                  </a:lnTo>
                  <a:lnTo>
                    <a:pt x="6975797" y="411794"/>
                  </a:lnTo>
                  <a:lnTo>
                    <a:pt x="6975923" y="411794"/>
                  </a:lnTo>
                  <a:lnTo>
                    <a:pt x="6976049" y="411794"/>
                  </a:lnTo>
                  <a:lnTo>
                    <a:pt x="6976175" y="411794"/>
                  </a:lnTo>
                  <a:lnTo>
                    <a:pt x="6976301" y="411794"/>
                  </a:lnTo>
                  <a:lnTo>
                    <a:pt x="6976427" y="411794"/>
                  </a:lnTo>
                  <a:lnTo>
                    <a:pt x="6976553" y="411794"/>
                  </a:lnTo>
                  <a:lnTo>
                    <a:pt x="6976680" y="411794"/>
                  </a:lnTo>
                  <a:lnTo>
                    <a:pt x="6976806" y="411794"/>
                  </a:lnTo>
                  <a:lnTo>
                    <a:pt x="6976932" y="411794"/>
                  </a:lnTo>
                  <a:lnTo>
                    <a:pt x="6977058" y="411794"/>
                  </a:lnTo>
                  <a:lnTo>
                    <a:pt x="6977184" y="411794"/>
                  </a:lnTo>
                  <a:lnTo>
                    <a:pt x="6977310" y="411794"/>
                  </a:lnTo>
                  <a:lnTo>
                    <a:pt x="6977436" y="411794"/>
                  </a:lnTo>
                  <a:lnTo>
                    <a:pt x="6977562" y="411794"/>
                  </a:lnTo>
                  <a:lnTo>
                    <a:pt x="6977688" y="411794"/>
                  </a:lnTo>
                  <a:lnTo>
                    <a:pt x="6977814" y="411794"/>
                  </a:lnTo>
                  <a:lnTo>
                    <a:pt x="6977814" y="406515"/>
                  </a:lnTo>
                  <a:lnTo>
                    <a:pt x="6977940" y="406515"/>
                  </a:lnTo>
                  <a:lnTo>
                    <a:pt x="6978067" y="406515"/>
                  </a:lnTo>
                  <a:lnTo>
                    <a:pt x="6978193" y="406515"/>
                  </a:lnTo>
                  <a:lnTo>
                    <a:pt x="6978319" y="406515"/>
                  </a:lnTo>
                  <a:lnTo>
                    <a:pt x="6978445" y="406515"/>
                  </a:lnTo>
                  <a:lnTo>
                    <a:pt x="6978571" y="406515"/>
                  </a:lnTo>
                  <a:lnTo>
                    <a:pt x="6978697" y="406515"/>
                  </a:lnTo>
                  <a:lnTo>
                    <a:pt x="6978823" y="406515"/>
                  </a:lnTo>
                  <a:lnTo>
                    <a:pt x="6978949" y="406515"/>
                  </a:lnTo>
                  <a:lnTo>
                    <a:pt x="6979075" y="406515"/>
                  </a:lnTo>
                  <a:lnTo>
                    <a:pt x="6979201" y="406515"/>
                  </a:lnTo>
                  <a:lnTo>
                    <a:pt x="6979327" y="406515"/>
                  </a:lnTo>
                  <a:lnTo>
                    <a:pt x="6979453" y="406515"/>
                  </a:lnTo>
                  <a:lnTo>
                    <a:pt x="6979580" y="406515"/>
                  </a:lnTo>
                  <a:lnTo>
                    <a:pt x="6979706" y="406515"/>
                  </a:lnTo>
                  <a:lnTo>
                    <a:pt x="6979832" y="406515"/>
                  </a:lnTo>
                  <a:lnTo>
                    <a:pt x="6979958" y="406515"/>
                  </a:lnTo>
                  <a:lnTo>
                    <a:pt x="6980084" y="406515"/>
                  </a:lnTo>
                  <a:lnTo>
                    <a:pt x="6980210" y="406515"/>
                  </a:lnTo>
                  <a:lnTo>
                    <a:pt x="6980336" y="406515"/>
                  </a:lnTo>
                  <a:lnTo>
                    <a:pt x="6980462" y="406515"/>
                  </a:lnTo>
                  <a:lnTo>
                    <a:pt x="6980588" y="406515"/>
                  </a:lnTo>
                  <a:lnTo>
                    <a:pt x="6980714" y="406515"/>
                  </a:lnTo>
                  <a:lnTo>
                    <a:pt x="6980840" y="406515"/>
                  </a:lnTo>
                  <a:lnTo>
                    <a:pt x="6980967" y="406515"/>
                  </a:lnTo>
                  <a:lnTo>
                    <a:pt x="6981093" y="406515"/>
                  </a:lnTo>
                  <a:lnTo>
                    <a:pt x="6981219" y="406515"/>
                  </a:lnTo>
                  <a:lnTo>
                    <a:pt x="6981345" y="406515"/>
                  </a:lnTo>
                  <a:lnTo>
                    <a:pt x="6981471" y="406515"/>
                  </a:lnTo>
                  <a:lnTo>
                    <a:pt x="6981597" y="406515"/>
                  </a:lnTo>
                  <a:lnTo>
                    <a:pt x="6981723" y="406515"/>
                  </a:lnTo>
                  <a:lnTo>
                    <a:pt x="6981849" y="406515"/>
                  </a:lnTo>
                  <a:lnTo>
                    <a:pt x="6981975" y="406515"/>
                  </a:lnTo>
                  <a:lnTo>
                    <a:pt x="6982101" y="406515"/>
                  </a:lnTo>
                  <a:lnTo>
                    <a:pt x="6982227" y="406515"/>
                  </a:lnTo>
                  <a:lnTo>
                    <a:pt x="6982353" y="406515"/>
                  </a:lnTo>
                  <a:lnTo>
                    <a:pt x="6982480" y="406515"/>
                  </a:lnTo>
                  <a:lnTo>
                    <a:pt x="6982606" y="406515"/>
                  </a:lnTo>
                  <a:lnTo>
                    <a:pt x="6982732" y="406515"/>
                  </a:lnTo>
                  <a:lnTo>
                    <a:pt x="6982858" y="406515"/>
                  </a:lnTo>
                  <a:lnTo>
                    <a:pt x="6982984" y="406515"/>
                  </a:lnTo>
                  <a:lnTo>
                    <a:pt x="6983110" y="406515"/>
                  </a:lnTo>
                  <a:lnTo>
                    <a:pt x="6983236" y="406515"/>
                  </a:lnTo>
                  <a:lnTo>
                    <a:pt x="6983362" y="406515"/>
                  </a:lnTo>
                  <a:lnTo>
                    <a:pt x="6983488" y="406515"/>
                  </a:lnTo>
                  <a:lnTo>
                    <a:pt x="6983614" y="406515"/>
                  </a:lnTo>
                  <a:lnTo>
                    <a:pt x="6983740" y="406515"/>
                  </a:lnTo>
                  <a:lnTo>
                    <a:pt x="6983867" y="406515"/>
                  </a:lnTo>
                  <a:lnTo>
                    <a:pt x="6983993" y="406515"/>
                  </a:lnTo>
                  <a:lnTo>
                    <a:pt x="6984119" y="406515"/>
                  </a:lnTo>
                  <a:lnTo>
                    <a:pt x="6984245" y="406515"/>
                  </a:lnTo>
                  <a:lnTo>
                    <a:pt x="6984371" y="406515"/>
                  </a:lnTo>
                  <a:lnTo>
                    <a:pt x="6984497" y="406515"/>
                  </a:lnTo>
                  <a:lnTo>
                    <a:pt x="6984623" y="406515"/>
                  </a:lnTo>
                  <a:lnTo>
                    <a:pt x="6984749" y="406515"/>
                  </a:lnTo>
                  <a:lnTo>
                    <a:pt x="6984875" y="406515"/>
                  </a:lnTo>
                  <a:lnTo>
                    <a:pt x="6985001" y="406515"/>
                  </a:lnTo>
                  <a:lnTo>
                    <a:pt x="6985127" y="406515"/>
                  </a:lnTo>
                  <a:lnTo>
                    <a:pt x="6985253" y="406515"/>
                  </a:lnTo>
                  <a:lnTo>
                    <a:pt x="6985380" y="406515"/>
                  </a:lnTo>
                  <a:lnTo>
                    <a:pt x="6985506" y="406515"/>
                  </a:lnTo>
                  <a:lnTo>
                    <a:pt x="6985632" y="406515"/>
                  </a:lnTo>
                  <a:lnTo>
                    <a:pt x="6985758" y="406515"/>
                  </a:lnTo>
                  <a:lnTo>
                    <a:pt x="6985884" y="406515"/>
                  </a:lnTo>
                  <a:lnTo>
                    <a:pt x="6986010" y="406515"/>
                  </a:lnTo>
                  <a:lnTo>
                    <a:pt x="6986136" y="406515"/>
                  </a:lnTo>
                  <a:lnTo>
                    <a:pt x="6986262" y="406515"/>
                  </a:lnTo>
                  <a:lnTo>
                    <a:pt x="6986388" y="406515"/>
                  </a:lnTo>
                  <a:lnTo>
                    <a:pt x="6986514" y="406515"/>
                  </a:lnTo>
                  <a:lnTo>
                    <a:pt x="6986640" y="406515"/>
                  </a:lnTo>
                  <a:lnTo>
                    <a:pt x="6986767" y="406515"/>
                  </a:lnTo>
                  <a:lnTo>
                    <a:pt x="6986893" y="406515"/>
                  </a:lnTo>
                  <a:lnTo>
                    <a:pt x="6987019" y="406515"/>
                  </a:lnTo>
                  <a:lnTo>
                    <a:pt x="6987145" y="406515"/>
                  </a:lnTo>
                  <a:lnTo>
                    <a:pt x="6987271" y="406515"/>
                  </a:lnTo>
                  <a:lnTo>
                    <a:pt x="6987397" y="406515"/>
                  </a:lnTo>
                  <a:lnTo>
                    <a:pt x="6987523" y="406515"/>
                  </a:lnTo>
                  <a:lnTo>
                    <a:pt x="6987649" y="406515"/>
                  </a:lnTo>
                  <a:lnTo>
                    <a:pt x="6987775" y="406515"/>
                  </a:lnTo>
                  <a:lnTo>
                    <a:pt x="6987901" y="406515"/>
                  </a:lnTo>
                  <a:lnTo>
                    <a:pt x="6988027" y="406515"/>
                  </a:lnTo>
                  <a:lnTo>
                    <a:pt x="6988154" y="406515"/>
                  </a:lnTo>
                  <a:lnTo>
                    <a:pt x="6988280" y="406515"/>
                  </a:lnTo>
                  <a:lnTo>
                    <a:pt x="6988406" y="406515"/>
                  </a:lnTo>
                  <a:lnTo>
                    <a:pt x="6988532" y="406515"/>
                  </a:lnTo>
                  <a:lnTo>
                    <a:pt x="6988658" y="406515"/>
                  </a:lnTo>
                  <a:lnTo>
                    <a:pt x="6988784" y="406515"/>
                  </a:lnTo>
                  <a:lnTo>
                    <a:pt x="6988910" y="406515"/>
                  </a:lnTo>
                  <a:lnTo>
                    <a:pt x="6989036" y="406515"/>
                  </a:lnTo>
                  <a:lnTo>
                    <a:pt x="6989162" y="406515"/>
                  </a:lnTo>
                  <a:lnTo>
                    <a:pt x="6989288" y="406515"/>
                  </a:lnTo>
                  <a:lnTo>
                    <a:pt x="6989414" y="406515"/>
                  </a:lnTo>
                  <a:lnTo>
                    <a:pt x="6989540" y="406515"/>
                  </a:lnTo>
                  <a:lnTo>
                    <a:pt x="6989667" y="406515"/>
                  </a:lnTo>
                  <a:lnTo>
                    <a:pt x="6989793" y="406515"/>
                  </a:lnTo>
                  <a:lnTo>
                    <a:pt x="6989919" y="406515"/>
                  </a:lnTo>
                  <a:lnTo>
                    <a:pt x="6990045" y="406515"/>
                  </a:lnTo>
                  <a:lnTo>
                    <a:pt x="6990171" y="406515"/>
                  </a:lnTo>
                  <a:lnTo>
                    <a:pt x="6990297" y="406515"/>
                  </a:lnTo>
                  <a:lnTo>
                    <a:pt x="6990423" y="406515"/>
                  </a:lnTo>
                  <a:lnTo>
                    <a:pt x="6990549" y="406515"/>
                  </a:lnTo>
                  <a:lnTo>
                    <a:pt x="6990675" y="406515"/>
                  </a:lnTo>
                  <a:lnTo>
                    <a:pt x="6990801" y="406515"/>
                  </a:lnTo>
                  <a:lnTo>
                    <a:pt x="6990927" y="406515"/>
                  </a:lnTo>
                  <a:lnTo>
                    <a:pt x="6991054" y="406515"/>
                  </a:lnTo>
                  <a:lnTo>
                    <a:pt x="6991180" y="406515"/>
                  </a:lnTo>
                  <a:lnTo>
                    <a:pt x="6991306" y="406515"/>
                  </a:lnTo>
                  <a:lnTo>
                    <a:pt x="6991432" y="406515"/>
                  </a:lnTo>
                  <a:lnTo>
                    <a:pt x="6991558" y="406515"/>
                  </a:lnTo>
                  <a:lnTo>
                    <a:pt x="6991684" y="406515"/>
                  </a:lnTo>
                  <a:lnTo>
                    <a:pt x="6991810" y="406515"/>
                  </a:lnTo>
                  <a:lnTo>
                    <a:pt x="6991936" y="406515"/>
                  </a:lnTo>
                  <a:lnTo>
                    <a:pt x="6992062" y="406515"/>
                  </a:lnTo>
                  <a:lnTo>
                    <a:pt x="6992188" y="406515"/>
                  </a:lnTo>
                  <a:lnTo>
                    <a:pt x="6992314" y="406515"/>
                  </a:lnTo>
                  <a:lnTo>
                    <a:pt x="6992440" y="406515"/>
                  </a:lnTo>
                  <a:lnTo>
                    <a:pt x="6992567" y="406515"/>
                  </a:lnTo>
                  <a:lnTo>
                    <a:pt x="6992693" y="406515"/>
                  </a:lnTo>
                  <a:lnTo>
                    <a:pt x="6992819" y="406515"/>
                  </a:lnTo>
                  <a:lnTo>
                    <a:pt x="6992945" y="406515"/>
                  </a:lnTo>
                  <a:lnTo>
                    <a:pt x="6993071" y="406515"/>
                  </a:lnTo>
                  <a:lnTo>
                    <a:pt x="6993197" y="406515"/>
                  </a:lnTo>
                  <a:lnTo>
                    <a:pt x="6993323" y="406515"/>
                  </a:lnTo>
                  <a:lnTo>
                    <a:pt x="6993449" y="406515"/>
                  </a:lnTo>
                  <a:lnTo>
                    <a:pt x="6993575" y="406515"/>
                  </a:lnTo>
                  <a:lnTo>
                    <a:pt x="6993701" y="406515"/>
                  </a:lnTo>
                  <a:lnTo>
                    <a:pt x="6993827" y="406515"/>
                  </a:lnTo>
                  <a:lnTo>
                    <a:pt x="6993954" y="406515"/>
                  </a:lnTo>
                  <a:lnTo>
                    <a:pt x="6994080" y="406515"/>
                  </a:lnTo>
                  <a:lnTo>
                    <a:pt x="6994206" y="406515"/>
                  </a:lnTo>
                  <a:lnTo>
                    <a:pt x="6994332" y="406515"/>
                  </a:lnTo>
                  <a:lnTo>
                    <a:pt x="6994458" y="406515"/>
                  </a:lnTo>
                  <a:lnTo>
                    <a:pt x="6994584" y="406515"/>
                  </a:lnTo>
                  <a:lnTo>
                    <a:pt x="6994710" y="406515"/>
                  </a:lnTo>
                  <a:lnTo>
                    <a:pt x="6994836" y="406515"/>
                  </a:lnTo>
                  <a:lnTo>
                    <a:pt x="6994962" y="406515"/>
                  </a:lnTo>
                  <a:lnTo>
                    <a:pt x="6995088" y="406515"/>
                  </a:lnTo>
                  <a:lnTo>
                    <a:pt x="6995214" y="406515"/>
                  </a:lnTo>
                  <a:lnTo>
                    <a:pt x="6995341" y="406515"/>
                  </a:lnTo>
                  <a:lnTo>
                    <a:pt x="6995467" y="406515"/>
                  </a:lnTo>
                  <a:lnTo>
                    <a:pt x="6995593" y="406515"/>
                  </a:lnTo>
                  <a:lnTo>
                    <a:pt x="6995719" y="406515"/>
                  </a:lnTo>
                  <a:lnTo>
                    <a:pt x="6995845" y="406515"/>
                  </a:lnTo>
                  <a:lnTo>
                    <a:pt x="6995845" y="401236"/>
                  </a:lnTo>
                  <a:lnTo>
                    <a:pt x="6995971" y="401236"/>
                  </a:lnTo>
                  <a:lnTo>
                    <a:pt x="6996097" y="401236"/>
                  </a:lnTo>
                  <a:lnTo>
                    <a:pt x="6996223" y="401236"/>
                  </a:lnTo>
                  <a:lnTo>
                    <a:pt x="6996349" y="401236"/>
                  </a:lnTo>
                  <a:lnTo>
                    <a:pt x="6996475" y="401236"/>
                  </a:lnTo>
                  <a:lnTo>
                    <a:pt x="6996601" y="401236"/>
                  </a:lnTo>
                  <a:lnTo>
                    <a:pt x="6996727" y="401236"/>
                  </a:lnTo>
                  <a:lnTo>
                    <a:pt x="6996854" y="401236"/>
                  </a:lnTo>
                  <a:lnTo>
                    <a:pt x="6996980" y="401236"/>
                  </a:lnTo>
                  <a:lnTo>
                    <a:pt x="6997106" y="401236"/>
                  </a:lnTo>
                  <a:lnTo>
                    <a:pt x="6997232" y="401236"/>
                  </a:lnTo>
                  <a:lnTo>
                    <a:pt x="6997358" y="401236"/>
                  </a:lnTo>
                  <a:lnTo>
                    <a:pt x="6997484" y="401236"/>
                  </a:lnTo>
                  <a:lnTo>
                    <a:pt x="6997610" y="401236"/>
                  </a:lnTo>
                  <a:lnTo>
                    <a:pt x="6997736" y="401236"/>
                  </a:lnTo>
                  <a:lnTo>
                    <a:pt x="6997862" y="401236"/>
                  </a:lnTo>
                  <a:lnTo>
                    <a:pt x="6997988" y="401236"/>
                  </a:lnTo>
                  <a:lnTo>
                    <a:pt x="6998114" y="401236"/>
                  </a:lnTo>
                  <a:lnTo>
                    <a:pt x="6998241" y="401236"/>
                  </a:lnTo>
                  <a:lnTo>
                    <a:pt x="6998241" y="395956"/>
                  </a:lnTo>
                  <a:lnTo>
                    <a:pt x="6998367" y="395956"/>
                  </a:lnTo>
                  <a:lnTo>
                    <a:pt x="6998493" y="395956"/>
                  </a:lnTo>
                  <a:lnTo>
                    <a:pt x="6998619" y="395956"/>
                  </a:lnTo>
                  <a:lnTo>
                    <a:pt x="6998745" y="395956"/>
                  </a:lnTo>
                  <a:lnTo>
                    <a:pt x="6998871" y="395956"/>
                  </a:lnTo>
                  <a:lnTo>
                    <a:pt x="6998997" y="395956"/>
                  </a:lnTo>
                  <a:lnTo>
                    <a:pt x="6999123" y="395956"/>
                  </a:lnTo>
                  <a:lnTo>
                    <a:pt x="6999249" y="395956"/>
                  </a:lnTo>
                  <a:lnTo>
                    <a:pt x="6999375" y="395956"/>
                  </a:lnTo>
                  <a:lnTo>
                    <a:pt x="6999501" y="395956"/>
                  </a:lnTo>
                  <a:lnTo>
                    <a:pt x="6999627" y="395956"/>
                  </a:lnTo>
                  <a:lnTo>
                    <a:pt x="6999754" y="395956"/>
                  </a:lnTo>
                  <a:lnTo>
                    <a:pt x="6999880" y="395956"/>
                  </a:lnTo>
                  <a:lnTo>
                    <a:pt x="7000006" y="395956"/>
                  </a:lnTo>
                  <a:lnTo>
                    <a:pt x="7000132" y="395956"/>
                  </a:lnTo>
                  <a:lnTo>
                    <a:pt x="7000258" y="395956"/>
                  </a:lnTo>
                  <a:lnTo>
                    <a:pt x="7000384" y="395956"/>
                  </a:lnTo>
                  <a:lnTo>
                    <a:pt x="7000510" y="395956"/>
                  </a:lnTo>
                  <a:lnTo>
                    <a:pt x="7000636" y="395956"/>
                  </a:lnTo>
                  <a:lnTo>
                    <a:pt x="7000762" y="395956"/>
                  </a:lnTo>
                  <a:lnTo>
                    <a:pt x="7000888" y="395956"/>
                  </a:lnTo>
                  <a:lnTo>
                    <a:pt x="7001014" y="395956"/>
                  </a:lnTo>
                  <a:lnTo>
                    <a:pt x="7001141" y="395956"/>
                  </a:lnTo>
                  <a:lnTo>
                    <a:pt x="7001267" y="395956"/>
                  </a:lnTo>
                  <a:lnTo>
                    <a:pt x="7001393" y="395956"/>
                  </a:lnTo>
                  <a:lnTo>
                    <a:pt x="7001519" y="395956"/>
                  </a:lnTo>
                  <a:lnTo>
                    <a:pt x="7001519" y="390677"/>
                  </a:lnTo>
                  <a:lnTo>
                    <a:pt x="7001645" y="390677"/>
                  </a:lnTo>
                  <a:lnTo>
                    <a:pt x="7001771" y="390677"/>
                  </a:lnTo>
                  <a:lnTo>
                    <a:pt x="7001897" y="390677"/>
                  </a:lnTo>
                  <a:lnTo>
                    <a:pt x="7002023" y="390677"/>
                  </a:lnTo>
                  <a:lnTo>
                    <a:pt x="7002149" y="390677"/>
                  </a:lnTo>
                  <a:lnTo>
                    <a:pt x="7002275" y="390677"/>
                  </a:lnTo>
                  <a:lnTo>
                    <a:pt x="7002401" y="390677"/>
                  </a:lnTo>
                  <a:lnTo>
                    <a:pt x="7002527" y="390677"/>
                  </a:lnTo>
                  <a:lnTo>
                    <a:pt x="7002654" y="390677"/>
                  </a:lnTo>
                  <a:lnTo>
                    <a:pt x="7002780" y="390677"/>
                  </a:lnTo>
                  <a:lnTo>
                    <a:pt x="7002906" y="390677"/>
                  </a:lnTo>
                  <a:lnTo>
                    <a:pt x="7003032" y="390677"/>
                  </a:lnTo>
                  <a:lnTo>
                    <a:pt x="7003158" y="390677"/>
                  </a:lnTo>
                  <a:lnTo>
                    <a:pt x="7003284" y="390677"/>
                  </a:lnTo>
                  <a:lnTo>
                    <a:pt x="7003410" y="390677"/>
                  </a:lnTo>
                  <a:lnTo>
                    <a:pt x="7003536" y="390677"/>
                  </a:lnTo>
                  <a:lnTo>
                    <a:pt x="7003662" y="390677"/>
                  </a:lnTo>
                  <a:lnTo>
                    <a:pt x="7003788" y="390677"/>
                  </a:lnTo>
                  <a:lnTo>
                    <a:pt x="7003914" y="390677"/>
                  </a:lnTo>
                  <a:lnTo>
                    <a:pt x="7004041" y="390677"/>
                  </a:lnTo>
                  <a:lnTo>
                    <a:pt x="7004167" y="390677"/>
                  </a:lnTo>
                  <a:lnTo>
                    <a:pt x="7004293" y="390677"/>
                  </a:lnTo>
                  <a:lnTo>
                    <a:pt x="7004419" y="390677"/>
                  </a:lnTo>
                  <a:lnTo>
                    <a:pt x="7004545" y="390677"/>
                  </a:lnTo>
                  <a:lnTo>
                    <a:pt x="7004671" y="390677"/>
                  </a:lnTo>
                  <a:lnTo>
                    <a:pt x="7004797" y="390677"/>
                  </a:lnTo>
                  <a:lnTo>
                    <a:pt x="7004923" y="390677"/>
                  </a:lnTo>
                  <a:lnTo>
                    <a:pt x="7005049" y="390677"/>
                  </a:lnTo>
                  <a:lnTo>
                    <a:pt x="7005175" y="390677"/>
                  </a:lnTo>
                  <a:lnTo>
                    <a:pt x="7005301" y="390677"/>
                  </a:lnTo>
                  <a:lnTo>
                    <a:pt x="7005428" y="390677"/>
                  </a:lnTo>
                  <a:lnTo>
                    <a:pt x="7005554" y="390677"/>
                  </a:lnTo>
                  <a:lnTo>
                    <a:pt x="7005680" y="390677"/>
                  </a:lnTo>
                  <a:lnTo>
                    <a:pt x="7005806" y="390677"/>
                  </a:lnTo>
                  <a:lnTo>
                    <a:pt x="7005932" y="390677"/>
                  </a:lnTo>
                  <a:lnTo>
                    <a:pt x="7006058" y="390677"/>
                  </a:lnTo>
                  <a:lnTo>
                    <a:pt x="7006184" y="390677"/>
                  </a:lnTo>
                  <a:lnTo>
                    <a:pt x="7006310" y="390677"/>
                  </a:lnTo>
                  <a:lnTo>
                    <a:pt x="7006436" y="390677"/>
                  </a:lnTo>
                  <a:lnTo>
                    <a:pt x="7006562" y="390677"/>
                  </a:lnTo>
                  <a:lnTo>
                    <a:pt x="7006688" y="390677"/>
                  </a:lnTo>
                  <a:lnTo>
                    <a:pt x="7006814" y="390677"/>
                  </a:lnTo>
                  <a:lnTo>
                    <a:pt x="7006941" y="390677"/>
                  </a:lnTo>
                  <a:lnTo>
                    <a:pt x="7007067" y="390677"/>
                  </a:lnTo>
                  <a:lnTo>
                    <a:pt x="7007193" y="390677"/>
                  </a:lnTo>
                  <a:lnTo>
                    <a:pt x="7007319" y="390677"/>
                  </a:lnTo>
                  <a:lnTo>
                    <a:pt x="7007445" y="390677"/>
                  </a:lnTo>
                  <a:lnTo>
                    <a:pt x="7007571" y="390677"/>
                  </a:lnTo>
                  <a:lnTo>
                    <a:pt x="7007697" y="390677"/>
                  </a:lnTo>
                  <a:lnTo>
                    <a:pt x="7007823" y="390677"/>
                  </a:lnTo>
                  <a:lnTo>
                    <a:pt x="7007949" y="390677"/>
                  </a:lnTo>
                  <a:lnTo>
                    <a:pt x="7008075" y="390677"/>
                  </a:lnTo>
                  <a:lnTo>
                    <a:pt x="7008201" y="390677"/>
                  </a:lnTo>
                  <a:lnTo>
                    <a:pt x="7008328" y="390677"/>
                  </a:lnTo>
                  <a:lnTo>
                    <a:pt x="7008454" y="390677"/>
                  </a:lnTo>
                  <a:lnTo>
                    <a:pt x="7008580" y="390677"/>
                  </a:lnTo>
                  <a:lnTo>
                    <a:pt x="7008706" y="390677"/>
                  </a:lnTo>
                  <a:lnTo>
                    <a:pt x="7008832" y="390677"/>
                  </a:lnTo>
                  <a:lnTo>
                    <a:pt x="7008958" y="390677"/>
                  </a:lnTo>
                  <a:lnTo>
                    <a:pt x="7009084" y="390677"/>
                  </a:lnTo>
                  <a:lnTo>
                    <a:pt x="7009210" y="390677"/>
                  </a:lnTo>
                  <a:lnTo>
                    <a:pt x="7009210" y="385397"/>
                  </a:lnTo>
                  <a:lnTo>
                    <a:pt x="7009336" y="385397"/>
                  </a:lnTo>
                  <a:lnTo>
                    <a:pt x="7009462" y="385397"/>
                  </a:lnTo>
                  <a:lnTo>
                    <a:pt x="7009588" y="385397"/>
                  </a:lnTo>
                  <a:lnTo>
                    <a:pt x="7009714" y="385397"/>
                  </a:lnTo>
                  <a:lnTo>
                    <a:pt x="7009841" y="385397"/>
                  </a:lnTo>
                  <a:lnTo>
                    <a:pt x="7009967" y="385397"/>
                  </a:lnTo>
                  <a:lnTo>
                    <a:pt x="7010093" y="385397"/>
                  </a:lnTo>
                  <a:lnTo>
                    <a:pt x="7010219" y="385397"/>
                  </a:lnTo>
                  <a:lnTo>
                    <a:pt x="7010345" y="385397"/>
                  </a:lnTo>
                  <a:lnTo>
                    <a:pt x="7010471" y="385397"/>
                  </a:lnTo>
                  <a:lnTo>
                    <a:pt x="7010597" y="385397"/>
                  </a:lnTo>
                  <a:lnTo>
                    <a:pt x="7010723" y="385397"/>
                  </a:lnTo>
                  <a:lnTo>
                    <a:pt x="7010849" y="385397"/>
                  </a:lnTo>
                  <a:lnTo>
                    <a:pt x="7010975" y="385397"/>
                  </a:lnTo>
                  <a:lnTo>
                    <a:pt x="7011101" y="385397"/>
                  </a:lnTo>
                  <a:lnTo>
                    <a:pt x="7011228" y="385397"/>
                  </a:lnTo>
                  <a:lnTo>
                    <a:pt x="7011354" y="385397"/>
                  </a:lnTo>
                  <a:lnTo>
                    <a:pt x="7011480" y="385397"/>
                  </a:lnTo>
                  <a:lnTo>
                    <a:pt x="7011606" y="385397"/>
                  </a:lnTo>
                  <a:lnTo>
                    <a:pt x="7011732" y="385397"/>
                  </a:lnTo>
                  <a:lnTo>
                    <a:pt x="7011858" y="385397"/>
                  </a:lnTo>
                  <a:lnTo>
                    <a:pt x="7011984" y="385397"/>
                  </a:lnTo>
                  <a:lnTo>
                    <a:pt x="7012110" y="385397"/>
                  </a:lnTo>
                  <a:lnTo>
                    <a:pt x="7012236" y="385397"/>
                  </a:lnTo>
                  <a:lnTo>
                    <a:pt x="7012362" y="385397"/>
                  </a:lnTo>
                  <a:lnTo>
                    <a:pt x="7012362" y="380118"/>
                  </a:lnTo>
                  <a:lnTo>
                    <a:pt x="7012488" y="380118"/>
                  </a:lnTo>
                  <a:lnTo>
                    <a:pt x="7012615" y="380118"/>
                  </a:lnTo>
                  <a:lnTo>
                    <a:pt x="7012741" y="380118"/>
                  </a:lnTo>
                  <a:lnTo>
                    <a:pt x="7012867" y="380118"/>
                  </a:lnTo>
                  <a:lnTo>
                    <a:pt x="7012993" y="380118"/>
                  </a:lnTo>
                  <a:lnTo>
                    <a:pt x="7013119" y="380118"/>
                  </a:lnTo>
                  <a:lnTo>
                    <a:pt x="7013245" y="380118"/>
                  </a:lnTo>
                  <a:lnTo>
                    <a:pt x="7013371" y="380118"/>
                  </a:lnTo>
                  <a:lnTo>
                    <a:pt x="7013497" y="380118"/>
                  </a:lnTo>
                  <a:lnTo>
                    <a:pt x="7013623" y="380118"/>
                  </a:lnTo>
                  <a:lnTo>
                    <a:pt x="7013749" y="380118"/>
                  </a:lnTo>
                  <a:lnTo>
                    <a:pt x="7013875" y="380118"/>
                  </a:lnTo>
                  <a:lnTo>
                    <a:pt x="7014001" y="380118"/>
                  </a:lnTo>
                  <a:lnTo>
                    <a:pt x="7014128" y="380118"/>
                  </a:lnTo>
                  <a:lnTo>
                    <a:pt x="7014128" y="374838"/>
                  </a:lnTo>
                  <a:lnTo>
                    <a:pt x="7014254" y="374838"/>
                  </a:lnTo>
                  <a:lnTo>
                    <a:pt x="7014380" y="374838"/>
                  </a:lnTo>
                  <a:lnTo>
                    <a:pt x="7014506" y="374838"/>
                  </a:lnTo>
                  <a:lnTo>
                    <a:pt x="7014632" y="374838"/>
                  </a:lnTo>
                  <a:lnTo>
                    <a:pt x="7014758" y="374838"/>
                  </a:lnTo>
                  <a:lnTo>
                    <a:pt x="7014884" y="374838"/>
                  </a:lnTo>
                  <a:lnTo>
                    <a:pt x="7015010" y="374838"/>
                  </a:lnTo>
                  <a:lnTo>
                    <a:pt x="7015136" y="374838"/>
                  </a:lnTo>
                  <a:lnTo>
                    <a:pt x="7015262" y="374838"/>
                  </a:lnTo>
                  <a:lnTo>
                    <a:pt x="7015388" y="374838"/>
                  </a:lnTo>
                  <a:lnTo>
                    <a:pt x="7015515" y="374838"/>
                  </a:lnTo>
                  <a:lnTo>
                    <a:pt x="7015641" y="374838"/>
                  </a:lnTo>
                  <a:lnTo>
                    <a:pt x="7015767" y="374838"/>
                  </a:lnTo>
                  <a:lnTo>
                    <a:pt x="7015893" y="374838"/>
                  </a:lnTo>
                  <a:lnTo>
                    <a:pt x="7016019" y="374838"/>
                  </a:lnTo>
                  <a:lnTo>
                    <a:pt x="7016145" y="374838"/>
                  </a:lnTo>
                  <a:lnTo>
                    <a:pt x="7016271" y="374838"/>
                  </a:lnTo>
                  <a:lnTo>
                    <a:pt x="7016397" y="374838"/>
                  </a:lnTo>
                  <a:lnTo>
                    <a:pt x="7016523" y="374838"/>
                  </a:lnTo>
                  <a:lnTo>
                    <a:pt x="7016649" y="374838"/>
                  </a:lnTo>
                  <a:lnTo>
                    <a:pt x="7016775" y="374838"/>
                  </a:lnTo>
                  <a:lnTo>
                    <a:pt x="7016901" y="374838"/>
                  </a:lnTo>
                  <a:lnTo>
                    <a:pt x="7017028" y="374838"/>
                  </a:lnTo>
                  <a:lnTo>
                    <a:pt x="7017154" y="374838"/>
                  </a:lnTo>
                  <a:lnTo>
                    <a:pt x="7017280" y="374838"/>
                  </a:lnTo>
                  <a:lnTo>
                    <a:pt x="7017406" y="374838"/>
                  </a:lnTo>
                  <a:lnTo>
                    <a:pt x="7017532" y="374838"/>
                  </a:lnTo>
                  <a:lnTo>
                    <a:pt x="7017658" y="374838"/>
                  </a:lnTo>
                  <a:lnTo>
                    <a:pt x="7017784" y="374838"/>
                  </a:lnTo>
                  <a:lnTo>
                    <a:pt x="7017910" y="374838"/>
                  </a:lnTo>
                  <a:lnTo>
                    <a:pt x="7018036" y="374838"/>
                  </a:lnTo>
                  <a:lnTo>
                    <a:pt x="7018162" y="374838"/>
                  </a:lnTo>
                  <a:lnTo>
                    <a:pt x="7018288" y="374838"/>
                  </a:lnTo>
                  <a:lnTo>
                    <a:pt x="7018415" y="374838"/>
                  </a:lnTo>
                  <a:lnTo>
                    <a:pt x="7018541" y="374838"/>
                  </a:lnTo>
                  <a:lnTo>
                    <a:pt x="7018667" y="374838"/>
                  </a:lnTo>
                  <a:lnTo>
                    <a:pt x="7018793" y="374838"/>
                  </a:lnTo>
                  <a:lnTo>
                    <a:pt x="7018919" y="374838"/>
                  </a:lnTo>
                  <a:lnTo>
                    <a:pt x="7019045" y="374838"/>
                  </a:lnTo>
                  <a:lnTo>
                    <a:pt x="7019171" y="374838"/>
                  </a:lnTo>
                  <a:lnTo>
                    <a:pt x="7019297" y="374838"/>
                  </a:lnTo>
                  <a:lnTo>
                    <a:pt x="7019423" y="374838"/>
                  </a:lnTo>
                  <a:lnTo>
                    <a:pt x="7019549" y="374838"/>
                  </a:lnTo>
                  <a:lnTo>
                    <a:pt x="7019675" y="374838"/>
                  </a:lnTo>
                  <a:lnTo>
                    <a:pt x="7019802" y="374838"/>
                  </a:lnTo>
                  <a:lnTo>
                    <a:pt x="7019928" y="374838"/>
                  </a:lnTo>
                  <a:lnTo>
                    <a:pt x="7020054" y="374838"/>
                  </a:lnTo>
                  <a:lnTo>
                    <a:pt x="7020180" y="374838"/>
                  </a:lnTo>
                  <a:lnTo>
                    <a:pt x="7020306" y="374838"/>
                  </a:lnTo>
                  <a:lnTo>
                    <a:pt x="7020432" y="374838"/>
                  </a:lnTo>
                  <a:lnTo>
                    <a:pt x="7020558" y="374838"/>
                  </a:lnTo>
                  <a:lnTo>
                    <a:pt x="7020684" y="374838"/>
                  </a:lnTo>
                  <a:lnTo>
                    <a:pt x="7020810" y="374838"/>
                  </a:lnTo>
                  <a:lnTo>
                    <a:pt x="7020936" y="374838"/>
                  </a:lnTo>
                  <a:lnTo>
                    <a:pt x="7021062" y="374838"/>
                  </a:lnTo>
                  <a:lnTo>
                    <a:pt x="7021188" y="374838"/>
                  </a:lnTo>
                  <a:lnTo>
                    <a:pt x="7021315" y="374838"/>
                  </a:lnTo>
                  <a:lnTo>
                    <a:pt x="7021441" y="374838"/>
                  </a:lnTo>
                  <a:lnTo>
                    <a:pt x="7021567" y="374838"/>
                  </a:lnTo>
                  <a:lnTo>
                    <a:pt x="7021693" y="374838"/>
                  </a:lnTo>
                  <a:lnTo>
                    <a:pt x="7021819" y="374838"/>
                  </a:lnTo>
                  <a:lnTo>
                    <a:pt x="7021945" y="374838"/>
                  </a:lnTo>
                  <a:lnTo>
                    <a:pt x="7022071" y="374838"/>
                  </a:lnTo>
                  <a:lnTo>
                    <a:pt x="7022197" y="374838"/>
                  </a:lnTo>
                  <a:lnTo>
                    <a:pt x="7022323" y="374838"/>
                  </a:lnTo>
                  <a:lnTo>
                    <a:pt x="7022449" y="374838"/>
                  </a:lnTo>
                  <a:lnTo>
                    <a:pt x="7022575" y="374838"/>
                  </a:lnTo>
                  <a:lnTo>
                    <a:pt x="7022702" y="374838"/>
                  </a:lnTo>
                  <a:lnTo>
                    <a:pt x="7022828" y="374838"/>
                  </a:lnTo>
                  <a:lnTo>
                    <a:pt x="7022954" y="374838"/>
                  </a:lnTo>
                  <a:lnTo>
                    <a:pt x="7023080" y="374838"/>
                  </a:lnTo>
                  <a:lnTo>
                    <a:pt x="7023206" y="374838"/>
                  </a:lnTo>
                  <a:lnTo>
                    <a:pt x="7023332" y="374838"/>
                  </a:lnTo>
                  <a:lnTo>
                    <a:pt x="7023458" y="374838"/>
                  </a:lnTo>
                  <a:lnTo>
                    <a:pt x="7023584" y="374838"/>
                  </a:lnTo>
                  <a:lnTo>
                    <a:pt x="7023710" y="374838"/>
                  </a:lnTo>
                  <a:lnTo>
                    <a:pt x="7023836" y="374838"/>
                  </a:lnTo>
                  <a:lnTo>
                    <a:pt x="7023962" y="374838"/>
                  </a:lnTo>
                  <a:lnTo>
                    <a:pt x="7024088" y="374838"/>
                  </a:lnTo>
                  <a:lnTo>
                    <a:pt x="7024215" y="374838"/>
                  </a:lnTo>
                  <a:lnTo>
                    <a:pt x="7024341" y="374838"/>
                  </a:lnTo>
                  <a:lnTo>
                    <a:pt x="7024467" y="374838"/>
                  </a:lnTo>
                  <a:lnTo>
                    <a:pt x="7024593" y="374838"/>
                  </a:lnTo>
                  <a:lnTo>
                    <a:pt x="7024719" y="374838"/>
                  </a:lnTo>
                  <a:lnTo>
                    <a:pt x="7024845" y="374838"/>
                  </a:lnTo>
                  <a:lnTo>
                    <a:pt x="7024971" y="374838"/>
                  </a:lnTo>
                  <a:lnTo>
                    <a:pt x="7025097" y="374838"/>
                  </a:lnTo>
                  <a:lnTo>
                    <a:pt x="7025223" y="374838"/>
                  </a:lnTo>
                  <a:lnTo>
                    <a:pt x="7025349" y="374838"/>
                  </a:lnTo>
                  <a:lnTo>
                    <a:pt x="7025475" y="374838"/>
                  </a:lnTo>
                  <a:lnTo>
                    <a:pt x="7025602" y="374838"/>
                  </a:lnTo>
                  <a:lnTo>
                    <a:pt x="7025728" y="374838"/>
                  </a:lnTo>
                  <a:lnTo>
                    <a:pt x="7025854" y="374838"/>
                  </a:lnTo>
                  <a:lnTo>
                    <a:pt x="7025980" y="374838"/>
                  </a:lnTo>
                  <a:lnTo>
                    <a:pt x="7026106" y="374838"/>
                  </a:lnTo>
                  <a:lnTo>
                    <a:pt x="7026232" y="374838"/>
                  </a:lnTo>
                  <a:lnTo>
                    <a:pt x="7026358" y="374838"/>
                  </a:lnTo>
                  <a:lnTo>
                    <a:pt x="7026484" y="374838"/>
                  </a:lnTo>
                  <a:lnTo>
                    <a:pt x="7026610" y="374838"/>
                  </a:lnTo>
                  <a:lnTo>
                    <a:pt x="7026736" y="374838"/>
                  </a:lnTo>
                  <a:lnTo>
                    <a:pt x="7026862" y="374838"/>
                  </a:lnTo>
                  <a:lnTo>
                    <a:pt x="7026988" y="374838"/>
                  </a:lnTo>
                  <a:lnTo>
                    <a:pt x="7027115" y="374838"/>
                  </a:lnTo>
                  <a:lnTo>
                    <a:pt x="7027241" y="374838"/>
                  </a:lnTo>
                  <a:lnTo>
                    <a:pt x="7027367" y="374838"/>
                  </a:lnTo>
                  <a:lnTo>
                    <a:pt x="7027493" y="374838"/>
                  </a:lnTo>
                  <a:lnTo>
                    <a:pt x="7027619" y="374838"/>
                  </a:lnTo>
                  <a:lnTo>
                    <a:pt x="7027745" y="374838"/>
                  </a:lnTo>
                  <a:lnTo>
                    <a:pt x="7027871" y="374838"/>
                  </a:lnTo>
                  <a:lnTo>
                    <a:pt x="7027997" y="374838"/>
                  </a:lnTo>
                  <a:lnTo>
                    <a:pt x="7028123" y="374838"/>
                  </a:lnTo>
                  <a:lnTo>
                    <a:pt x="7028249" y="374838"/>
                  </a:lnTo>
                  <a:lnTo>
                    <a:pt x="7028375" y="374838"/>
                  </a:lnTo>
                  <a:lnTo>
                    <a:pt x="7028502" y="374838"/>
                  </a:lnTo>
                  <a:lnTo>
                    <a:pt x="7028628" y="374838"/>
                  </a:lnTo>
                  <a:lnTo>
                    <a:pt x="7028754" y="374838"/>
                  </a:lnTo>
                  <a:lnTo>
                    <a:pt x="7028880" y="374838"/>
                  </a:lnTo>
                  <a:lnTo>
                    <a:pt x="7029006" y="374838"/>
                  </a:lnTo>
                  <a:lnTo>
                    <a:pt x="7029132" y="374838"/>
                  </a:lnTo>
                  <a:lnTo>
                    <a:pt x="7029258" y="374838"/>
                  </a:lnTo>
                  <a:lnTo>
                    <a:pt x="7029384" y="374838"/>
                  </a:lnTo>
                  <a:lnTo>
                    <a:pt x="7029510" y="374838"/>
                  </a:lnTo>
                  <a:lnTo>
                    <a:pt x="7029636" y="374838"/>
                  </a:lnTo>
                  <a:lnTo>
                    <a:pt x="7029762" y="374838"/>
                  </a:lnTo>
                  <a:lnTo>
                    <a:pt x="7029889" y="374838"/>
                  </a:lnTo>
                  <a:lnTo>
                    <a:pt x="7030015" y="374838"/>
                  </a:lnTo>
                  <a:lnTo>
                    <a:pt x="7030141" y="374838"/>
                  </a:lnTo>
                  <a:lnTo>
                    <a:pt x="7030267" y="374838"/>
                  </a:lnTo>
                  <a:lnTo>
                    <a:pt x="7030393" y="374838"/>
                  </a:lnTo>
                  <a:lnTo>
                    <a:pt x="7030519" y="374838"/>
                  </a:lnTo>
                  <a:lnTo>
                    <a:pt x="7030645" y="374838"/>
                  </a:lnTo>
                  <a:lnTo>
                    <a:pt x="7030771" y="374838"/>
                  </a:lnTo>
                  <a:lnTo>
                    <a:pt x="7030897" y="374838"/>
                  </a:lnTo>
                  <a:lnTo>
                    <a:pt x="7031023" y="374838"/>
                  </a:lnTo>
                  <a:lnTo>
                    <a:pt x="7031149" y="374838"/>
                  </a:lnTo>
                  <a:lnTo>
                    <a:pt x="7031275" y="374838"/>
                  </a:lnTo>
                  <a:lnTo>
                    <a:pt x="7031402" y="374838"/>
                  </a:lnTo>
                  <a:lnTo>
                    <a:pt x="7031528" y="374838"/>
                  </a:lnTo>
                  <a:lnTo>
                    <a:pt x="7031654" y="374838"/>
                  </a:lnTo>
                  <a:lnTo>
                    <a:pt x="7031780" y="374838"/>
                  </a:lnTo>
                  <a:lnTo>
                    <a:pt x="7031906" y="374838"/>
                  </a:lnTo>
                  <a:lnTo>
                    <a:pt x="7032032" y="374838"/>
                  </a:lnTo>
                  <a:lnTo>
                    <a:pt x="7032158" y="374838"/>
                  </a:lnTo>
                  <a:lnTo>
                    <a:pt x="7032284" y="374838"/>
                  </a:lnTo>
                  <a:lnTo>
                    <a:pt x="7032410" y="374838"/>
                  </a:lnTo>
                  <a:lnTo>
                    <a:pt x="7032410" y="369559"/>
                  </a:lnTo>
                  <a:lnTo>
                    <a:pt x="7032536" y="369559"/>
                  </a:lnTo>
                  <a:lnTo>
                    <a:pt x="7032662" y="369559"/>
                  </a:lnTo>
                  <a:lnTo>
                    <a:pt x="7032789" y="369559"/>
                  </a:lnTo>
                  <a:lnTo>
                    <a:pt x="7032915" y="369559"/>
                  </a:lnTo>
                  <a:lnTo>
                    <a:pt x="7033041" y="369559"/>
                  </a:lnTo>
                  <a:lnTo>
                    <a:pt x="7033167" y="369559"/>
                  </a:lnTo>
                  <a:lnTo>
                    <a:pt x="7033293" y="369559"/>
                  </a:lnTo>
                  <a:lnTo>
                    <a:pt x="7033419" y="369559"/>
                  </a:lnTo>
                  <a:lnTo>
                    <a:pt x="7033545" y="369559"/>
                  </a:lnTo>
                  <a:lnTo>
                    <a:pt x="7033671" y="369559"/>
                  </a:lnTo>
                  <a:lnTo>
                    <a:pt x="7033797" y="369559"/>
                  </a:lnTo>
                  <a:lnTo>
                    <a:pt x="7033923" y="369559"/>
                  </a:lnTo>
                  <a:lnTo>
                    <a:pt x="7034049" y="369559"/>
                  </a:lnTo>
                  <a:lnTo>
                    <a:pt x="7034175" y="369559"/>
                  </a:lnTo>
                  <a:lnTo>
                    <a:pt x="7034302" y="369559"/>
                  </a:lnTo>
                  <a:lnTo>
                    <a:pt x="7034428" y="369559"/>
                  </a:lnTo>
                  <a:lnTo>
                    <a:pt x="7034554" y="369559"/>
                  </a:lnTo>
                  <a:lnTo>
                    <a:pt x="7034680" y="369559"/>
                  </a:lnTo>
                  <a:lnTo>
                    <a:pt x="7034806" y="369559"/>
                  </a:lnTo>
                  <a:lnTo>
                    <a:pt x="7034932" y="369559"/>
                  </a:lnTo>
                  <a:lnTo>
                    <a:pt x="7035058" y="369559"/>
                  </a:lnTo>
                  <a:lnTo>
                    <a:pt x="7035184" y="369559"/>
                  </a:lnTo>
                  <a:lnTo>
                    <a:pt x="7035310" y="369559"/>
                  </a:lnTo>
                  <a:lnTo>
                    <a:pt x="7035436" y="369559"/>
                  </a:lnTo>
                  <a:lnTo>
                    <a:pt x="7035562" y="369559"/>
                  </a:lnTo>
                  <a:lnTo>
                    <a:pt x="7035689" y="369559"/>
                  </a:lnTo>
                  <a:lnTo>
                    <a:pt x="7035815" y="369559"/>
                  </a:lnTo>
                  <a:lnTo>
                    <a:pt x="7035941" y="369559"/>
                  </a:lnTo>
                  <a:lnTo>
                    <a:pt x="7036067" y="369559"/>
                  </a:lnTo>
                  <a:lnTo>
                    <a:pt x="7036193" y="369559"/>
                  </a:lnTo>
                  <a:lnTo>
                    <a:pt x="7036319" y="369559"/>
                  </a:lnTo>
                  <a:lnTo>
                    <a:pt x="7036445" y="369559"/>
                  </a:lnTo>
                  <a:lnTo>
                    <a:pt x="7036571" y="369559"/>
                  </a:lnTo>
                  <a:lnTo>
                    <a:pt x="7036697" y="369559"/>
                  </a:lnTo>
                  <a:lnTo>
                    <a:pt x="7036823" y="369559"/>
                  </a:lnTo>
                  <a:lnTo>
                    <a:pt x="7036949" y="369559"/>
                  </a:lnTo>
                  <a:lnTo>
                    <a:pt x="7037076" y="369559"/>
                  </a:lnTo>
                  <a:lnTo>
                    <a:pt x="7037202" y="369559"/>
                  </a:lnTo>
                  <a:lnTo>
                    <a:pt x="7037328" y="369559"/>
                  </a:lnTo>
                  <a:lnTo>
                    <a:pt x="7037454" y="369559"/>
                  </a:lnTo>
                  <a:lnTo>
                    <a:pt x="7037580" y="369559"/>
                  </a:lnTo>
                  <a:lnTo>
                    <a:pt x="7037706" y="369559"/>
                  </a:lnTo>
                  <a:lnTo>
                    <a:pt x="7037832" y="369559"/>
                  </a:lnTo>
                  <a:lnTo>
                    <a:pt x="7037958" y="369559"/>
                  </a:lnTo>
                  <a:lnTo>
                    <a:pt x="7038084" y="369559"/>
                  </a:lnTo>
                  <a:lnTo>
                    <a:pt x="7038210" y="369559"/>
                  </a:lnTo>
                  <a:lnTo>
                    <a:pt x="7038336" y="369559"/>
                  </a:lnTo>
                  <a:lnTo>
                    <a:pt x="7038462" y="369559"/>
                  </a:lnTo>
                  <a:lnTo>
                    <a:pt x="7038589" y="369559"/>
                  </a:lnTo>
                  <a:lnTo>
                    <a:pt x="7038715" y="369559"/>
                  </a:lnTo>
                  <a:lnTo>
                    <a:pt x="7038841" y="369559"/>
                  </a:lnTo>
                  <a:lnTo>
                    <a:pt x="7038967" y="369559"/>
                  </a:lnTo>
                  <a:lnTo>
                    <a:pt x="7039093" y="369559"/>
                  </a:lnTo>
                  <a:lnTo>
                    <a:pt x="7039219" y="369559"/>
                  </a:lnTo>
                  <a:lnTo>
                    <a:pt x="7039345" y="369559"/>
                  </a:lnTo>
                  <a:lnTo>
                    <a:pt x="7039471" y="369559"/>
                  </a:lnTo>
                  <a:lnTo>
                    <a:pt x="7039597" y="369559"/>
                  </a:lnTo>
                  <a:lnTo>
                    <a:pt x="7039723" y="369559"/>
                  </a:lnTo>
                  <a:lnTo>
                    <a:pt x="7039849" y="369559"/>
                  </a:lnTo>
                  <a:lnTo>
                    <a:pt x="7039976" y="369559"/>
                  </a:lnTo>
                  <a:lnTo>
                    <a:pt x="7040102" y="369559"/>
                  </a:lnTo>
                  <a:lnTo>
                    <a:pt x="7040228" y="369559"/>
                  </a:lnTo>
                  <a:lnTo>
                    <a:pt x="7040354" y="369559"/>
                  </a:lnTo>
                  <a:lnTo>
                    <a:pt x="7040480" y="369559"/>
                  </a:lnTo>
                  <a:lnTo>
                    <a:pt x="7040606" y="369559"/>
                  </a:lnTo>
                  <a:lnTo>
                    <a:pt x="7040732" y="369559"/>
                  </a:lnTo>
                  <a:lnTo>
                    <a:pt x="7040858" y="369559"/>
                  </a:lnTo>
                  <a:lnTo>
                    <a:pt x="7040984" y="369559"/>
                  </a:lnTo>
                  <a:lnTo>
                    <a:pt x="7041110" y="369559"/>
                  </a:lnTo>
                  <a:lnTo>
                    <a:pt x="7041236" y="369559"/>
                  </a:lnTo>
                  <a:lnTo>
                    <a:pt x="7041362" y="369559"/>
                  </a:lnTo>
                  <a:lnTo>
                    <a:pt x="7041489" y="369559"/>
                  </a:lnTo>
                  <a:lnTo>
                    <a:pt x="7041615" y="369559"/>
                  </a:lnTo>
                  <a:lnTo>
                    <a:pt x="7041741" y="369559"/>
                  </a:lnTo>
                  <a:lnTo>
                    <a:pt x="7041867" y="369559"/>
                  </a:lnTo>
                  <a:lnTo>
                    <a:pt x="7041993" y="369559"/>
                  </a:lnTo>
                  <a:lnTo>
                    <a:pt x="7042119" y="369559"/>
                  </a:lnTo>
                  <a:lnTo>
                    <a:pt x="7042245" y="369559"/>
                  </a:lnTo>
                  <a:lnTo>
                    <a:pt x="7042371" y="369559"/>
                  </a:lnTo>
                  <a:lnTo>
                    <a:pt x="7042497" y="369559"/>
                  </a:lnTo>
                  <a:lnTo>
                    <a:pt x="7042623" y="369559"/>
                  </a:lnTo>
                  <a:lnTo>
                    <a:pt x="7042749" y="369559"/>
                  </a:lnTo>
                  <a:lnTo>
                    <a:pt x="7042876" y="369559"/>
                  </a:lnTo>
                  <a:lnTo>
                    <a:pt x="7043002" y="369559"/>
                  </a:lnTo>
                  <a:lnTo>
                    <a:pt x="7043128" y="369559"/>
                  </a:lnTo>
                  <a:lnTo>
                    <a:pt x="7043254" y="369559"/>
                  </a:lnTo>
                  <a:lnTo>
                    <a:pt x="7043380" y="369559"/>
                  </a:lnTo>
                  <a:lnTo>
                    <a:pt x="7043506" y="369559"/>
                  </a:lnTo>
                  <a:lnTo>
                    <a:pt x="7043632" y="369559"/>
                  </a:lnTo>
                  <a:lnTo>
                    <a:pt x="7043758" y="369559"/>
                  </a:lnTo>
                  <a:lnTo>
                    <a:pt x="7043884" y="369559"/>
                  </a:lnTo>
                  <a:lnTo>
                    <a:pt x="7044010" y="369559"/>
                  </a:lnTo>
                  <a:lnTo>
                    <a:pt x="7044136" y="369559"/>
                  </a:lnTo>
                  <a:lnTo>
                    <a:pt x="7044262" y="369559"/>
                  </a:lnTo>
                  <a:lnTo>
                    <a:pt x="7044389" y="369559"/>
                  </a:lnTo>
                  <a:lnTo>
                    <a:pt x="7044515" y="369559"/>
                  </a:lnTo>
                  <a:lnTo>
                    <a:pt x="7044641" y="369559"/>
                  </a:lnTo>
                  <a:lnTo>
                    <a:pt x="7044767" y="369559"/>
                  </a:lnTo>
                  <a:lnTo>
                    <a:pt x="7044893" y="369559"/>
                  </a:lnTo>
                  <a:lnTo>
                    <a:pt x="7045019" y="369559"/>
                  </a:lnTo>
                  <a:lnTo>
                    <a:pt x="7045145" y="369559"/>
                  </a:lnTo>
                  <a:lnTo>
                    <a:pt x="7045271" y="369559"/>
                  </a:lnTo>
                  <a:lnTo>
                    <a:pt x="7045397" y="369559"/>
                  </a:lnTo>
                  <a:lnTo>
                    <a:pt x="7045523" y="369559"/>
                  </a:lnTo>
                  <a:lnTo>
                    <a:pt x="7045649" y="369559"/>
                  </a:lnTo>
                  <a:lnTo>
                    <a:pt x="7045776" y="369559"/>
                  </a:lnTo>
                  <a:lnTo>
                    <a:pt x="7045902" y="369559"/>
                  </a:lnTo>
                  <a:lnTo>
                    <a:pt x="7046028" y="369559"/>
                  </a:lnTo>
                  <a:lnTo>
                    <a:pt x="7046154" y="369559"/>
                  </a:lnTo>
                  <a:lnTo>
                    <a:pt x="7046280" y="369559"/>
                  </a:lnTo>
                  <a:lnTo>
                    <a:pt x="7046406" y="369559"/>
                  </a:lnTo>
                  <a:lnTo>
                    <a:pt x="7046532" y="369559"/>
                  </a:lnTo>
                  <a:lnTo>
                    <a:pt x="7046658" y="369559"/>
                  </a:lnTo>
                  <a:lnTo>
                    <a:pt x="7046784" y="369559"/>
                  </a:lnTo>
                  <a:lnTo>
                    <a:pt x="7046910" y="369559"/>
                  </a:lnTo>
                  <a:lnTo>
                    <a:pt x="7047036" y="369559"/>
                  </a:lnTo>
                  <a:lnTo>
                    <a:pt x="7047163" y="369559"/>
                  </a:lnTo>
                  <a:lnTo>
                    <a:pt x="7047289" y="369559"/>
                  </a:lnTo>
                  <a:lnTo>
                    <a:pt x="7047415" y="369559"/>
                  </a:lnTo>
                  <a:lnTo>
                    <a:pt x="7047541" y="369559"/>
                  </a:lnTo>
                  <a:lnTo>
                    <a:pt x="7047667" y="369559"/>
                  </a:lnTo>
                  <a:lnTo>
                    <a:pt x="7047793" y="369559"/>
                  </a:lnTo>
                  <a:lnTo>
                    <a:pt x="7047919" y="369559"/>
                  </a:lnTo>
                  <a:lnTo>
                    <a:pt x="7048045" y="369559"/>
                  </a:lnTo>
                  <a:lnTo>
                    <a:pt x="7048171" y="369559"/>
                  </a:lnTo>
                  <a:lnTo>
                    <a:pt x="7048297" y="369559"/>
                  </a:lnTo>
                  <a:lnTo>
                    <a:pt x="7048423" y="369559"/>
                  </a:lnTo>
                  <a:lnTo>
                    <a:pt x="7048549" y="369559"/>
                  </a:lnTo>
                  <a:lnTo>
                    <a:pt x="7048676" y="369559"/>
                  </a:lnTo>
                  <a:lnTo>
                    <a:pt x="7048802" y="369559"/>
                  </a:lnTo>
                  <a:lnTo>
                    <a:pt x="7048928" y="369559"/>
                  </a:lnTo>
                  <a:lnTo>
                    <a:pt x="7049054" y="369559"/>
                  </a:lnTo>
                  <a:lnTo>
                    <a:pt x="7049180" y="369559"/>
                  </a:lnTo>
                  <a:lnTo>
                    <a:pt x="7049306" y="369559"/>
                  </a:lnTo>
                  <a:lnTo>
                    <a:pt x="7049432" y="369559"/>
                  </a:lnTo>
                  <a:lnTo>
                    <a:pt x="7049558" y="369559"/>
                  </a:lnTo>
                  <a:lnTo>
                    <a:pt x="7049684" y="369559"/>
                  </a:lnTo>
                  <a:lnTo>
                    <a:pt x="7049810" y="369559"/>
                  </a:lnTo>
                  <a:lnTo>
                    <a:pt x="7049936" y="369559"/>
                  </a:lnTo>
                  <a:lnTo>
                    <a:pt x="7050063" y="369559"/>
                  </a:lnTo>
                  <a:lnTo>
                    <a:pt x="7050189" y="369559"/>
                  </a:lnTo>
                  <a:lnTo>
                    <a:pt x="7050315" y="369559"/>
                  </a:lnTo>
                  <a:lnTo>
                    <a:pt x="7050441" y="369559"/>
                  </a:lnTo>
                  <a:lnTo>
                    <a:pt x="7050567" y="369559"/>
                  </a:lnTo>
                  <a:lnTo>
                    <a:pt x="7050693" y="369559"/>
                  </a:lnTo>
                  <a:lnTo>
                    <a:pt x="7050819" y="369559"/>
                  </a:lnTo>
                  <a:lnTo>
                    <a:pt x="7050945" y="369559"/>
                  </a:lnTo>
                  <a:lnTo>
                    <a:pt x="7051071" y="369559"/>
                  </a:lnTo>
                  <a:lnTo>
                    <a:pt x="7051197" y="369559"/>
                  </a:lnTo>
                  <a:lnTo>
                    <a:pt x="7051323" y="369559"/>
                  </a:lnTo>
                  <a:lnTo>
                    <a:pt x="7051449" y="369559"/>
                  </a:lnTo>
                  <a:lnTo>
                    <a:pt x="7051576" y="369559"/>
                  </a:lnTo>
                  <a:lnTo>
                    <a:pt x="7051702" y="369559"/>
                  </a:lnTo>
                  <a:lnTo>
                    <a:pt x="7051828" y="369559"/>
                  </a:lnTo>
                  <a:lnTo>
                    <a:pt x="7051954" y="369559"/>
                  </a:lnTo>
                  <a:lnTo>
                    <a:pt x="7052080" y="369559"/>
                  </a:lnTo>
                  <a:lnTo>
                    <a:pt x="7052206" y="369559"/>
                  </a:lnTo>
                  <a:lnTo>
                    <a:pt x="7052332" y="369559"/>
                  </a:lnTo>
                  <a:lnTo>
                    <a:pt x="7052458" y="369559"/>
                  </a:lnTo>
                  <a:lnTo>
                    <a:pt x="7052584" y="369559"/>
                  </a:lnTo>
                  <a:lnTo>
                    <a:pt x="7052710" y="369559"/>
                  </a:lnTo>
                  <a:lnTo>
                    <a:pt x="7052836" y="369559"/>
                  </a:lnTo>
                  <a:lnTo>
                    <a:pt x="7052963" y="369559"/>
                  </a:lnTo>
                  <a:lnTo>
                    <a:pt x="7053089" y="369559"/>
                  </a:lnTo>
                  <a:lnTo>
                    <a:pt x="7053215" y="369559"/>
                  </a:lnTo>
                  <a:lnTo>
                    <a:pt x="7053341" y="369559"/>
                  </a:lnTo>
                  <a:lnTo>
                    <a:pt x="7053467" y="369559"/>
                  </a:lnTo>
                  <a:lnTo>
                    <a:pt x="7053593" y="369559"/>
                  </a:lnTo>
                  <a:lnTo>
                    <a:pt x="7053719" y="369559"/>
                  </a:lnTo>
                  <a:lnTo>
                    <a:pt x="7053845" y="369559"/>
                  </a:lnTo>
                  <a:lnTo>
                    <a:pt x="7053971" y="369559"/>
                  </a:lnTo>
                  <a:lnTo>
                    <a:pt x="7054097" y="369559"/>
                  </a:lnTo>
                  <a:lnTo>
                    <a:pt x="7054223" y="369559"/>
                  </a:lnTo>
                  <a:lnTo>
                    <a:pt x="7054350" y="369559"/>
                  </a:lnTo>
                  <a:lnTo>
                    <a:pt x="7054476" y="369559"/>
                  </a:lnTo>
                  <a:lnTo>
                    <a:pt x="7054602" y="369559"/>
                  </a:lnTo>
                  <a:lnTo>
                    <a:pt x="7054728" y="369559"/>
                  </a:lnTo>
                  <a:lnTo>
                    <a:pt x="7054854" y="369559"/>
                  </a:lnTo>
                  <a:lnTo>
                    <a:pt x="7054980" y="369559"/>
                  </a:lnTo>
                  <a:lnTo>
                    <a:pt x="7055106" y="369559"/>
                  </a:lnTo>
                  <a:lnTo>
                    <a:pt x="7055232" y="369559"/>
                  </a:lnTo>
                  <a:lnTo>
                    <a:pt x="7055358" y="369559"/>
                  </a:lnTo>
                  <a:lnTo>
                    <a:pt x="7055484" y="369559"/>
                  </a:lnTo>
                  <a:lnTo>
                    <a:pt x="7055610" y="369559"/>
                  </a:lnTo>
                  <a:lnTo>
                    <a:pt x="7055736" y="369559"/>
                  </a:lnTo>
                  <a:lnTo>
                    <a:pt x="7055863" y="369559"/>
                  </a:lnTo>
                  <a:lnTo>
                    <a:pt x="7055989" y="369559"/>
                  </a:lnTo>
                  <a:lnTo>
                    <a:pt x="7056115" y="369559"/>
                  </a:lnTo>
                  <a:lnTo>
                    <a:pt x="7056241" y="369559"/>
                  </a:lnTo>
                  <a:lnTo>
                    <a:pt x="7056367" y="369559"/>
                  </a:lnTo>
                  <a:lnTo>
                    <a:pt x="7056493" y="369559"/>
                  </a:lnTo>
                  <a:lnTo>
                    <a:pt x="7056619" y="369559"/>
                  </a:lnTo>
                  <a:lnTo>
                    <a:pt x="7056745" y="369559"/>
                  </a:lnTo>
                  <a:lnTo>
                    <a:pt x="7056871" y="369559"/>
                  </a:lnTo>
                  <a:lnTo>
                    <a:pt x="7056997" y="369559"/>
                  </a:lnTo>
                  <a:lnTo>
                    <a:pt x="7057123" y="369559"/>
                  </a:lnTo>
                  <a:lnTo>
                    <a:pt x="7057250" y="369559"/>
                  </a:lnTo>
                  <a:lnTo>
                    <a:pt x="7057376" y="369559"/>
                  </a:lnTo>
                  <a:lnTo>
                    <a:pt x="7057502" y="369559"/>
                  </a:lnTo>
                  <a:lnTo>
                    <a:pt x="7057628" y="369559"/>
                  </a:lnTo>
                  <a:lnTo>
                    <a:pt x="7057628" y="364280"/>
                  </a:lnTo>
                  <a:lnTo>
                    <a:pt x="7057754" y="364280"/>
                  </a:lnTo>
                  <a:lnTo>
                    <a:pt x="7057880" y="364280"/>
                  </a:lnTo>
                  <a:lnTo>
                    <a:pt x="7058006" y="364280"/>
                  </a:lnTo>
                  <a:lnTo>
                    <a:pt x="7058132" y="364280"/>
                  </a:lnTo>
                  <a:lnTo>
                    <a:pt x="7058258" y="364280"/>
                  </a:lnTo>
                  <a:lnTo>
                    <a:pt x="7058384" y="364280"/>
                  </a:lnTo>
                  <a:lnTo>
                    <a:pt x="7058510" y="364280"/>
                  </a:lnTo>
                  <a:lnTo>
                    <a:pt x="7058636" y="364280"/>
                  </a:lnTo>
                  <a:lnTo>
                    <a:pt x="7058763" y="364280"/>
                  </a:lnTo>
                  <a:lnTo>
                    <a:pt x="7058889" y="364280"/>
                  </a:lnTo>
                  <a:lnTo>
                    <a:pt x="7059015" y="364280"/>
                  </a:lnTo>
                  <a:lnTo>
                    <a:pt x="7059141" y="364280"/>
                  </a:lnTo>
                  <a:lnTo>
                    <a:pt x="7059267" y="364280"/>
                  </a:lnTo>
                  <a:lnTo>
                    <a:pt x="7059393" y="364280"/>
                  </a:lnTo>
                  <a:lnTo>
                    <a:pt x="7059519" y="364280"/>
                  </a:lnTo>
                  <a:lnTo>
                    <a:pt x="7059519" y="359000"/>
                  </a:lnTo>
                  <a:lnTo>
                    <a:pt x="7059645" y="359000"/>
                  </a:lnTo>
                  <a:lnTo>
                    <a:pt x="7059771" y="359000"/>
                  </a:lnTo>
                  <a:lnTo>
                    <a:pt x="7059897" y="359000"/>
                  </a:lnTo>
                  <a:lnTo>
                    <a:pt x="7060023" y="359000"/>
                  </a:lnTo>
                  <a:lnTo>
                    <a:pt x="7060150" y="359000"/>
                  </a:lnTo>
                  <a:lnTo>
                    <a:pt x="7060276" y="359000"/>
                  </a:lnTo>
                  <a:lnTo>
                    <a:pt x="7060402" y="359000"/>
                  </a:lnTo>
                  <a:lnTo>
                    <a:pt x="7060528" y="359000"/>
                  </a:lnTo>
                  <a:lnTo>
                    <a:pt x="7060654" y="359000"/>
                  </a:lnTo>
                  <a:lnTo>
                    <a:pt x="7060780" y="359000"/>
                  </a:lnTo>
                  <a:lnTo>
                    <a:pt x="7060906" y="359000"/>
                  </a:lnTo>
                  <a:lnTo>
                    <a:pt x="7061032" y="359000"/>
                  </a:lnTo>
                  <a:lnTo>
                    <a:pt x="7061158" y="359000"/>
                  </a:lnTo>
                  <a:lnTo>
                    <a:pt x="7061284" y="359000"/>
                  </a:lnTo>
                  <a:lnTo>
                    <a:pt x="7061410" y="359000"/>
                  </a:lnTo>
                  <a:lnTo>
                    <a:pt x="7061537" y="359000"/>
                  </a:lnTo>
                  <a:lnTo>
                    <a:pt x="7061663" y="359000"/>
                  </a:lnTo>
                  <a:lnTo>
                    <a:pt x="7061789" y="359000"/>
                  </a:lnTo>
                  <a:lnTo>
                    <a:pt x="7061915" y="359000"/>
                  </a:lnTo>
                  <a:lnTo>
                    <a:pt x="7062041" y="359000"/>
                  </a:lnTo>
                  <a:lnTo>
                    <a:pt x="7062167" y="359000"/>
                  </a:lnTo>
                  <a:lnTo>
                    <a:pt x="7062293" y="359000"/>
                  </a:lnTo>
                  <a:lnTo>
                    <a:pt x="7062419" y="359000"/>
                  </a:lnTo>
                  <a:lnTo>
                    <a:pt x="7062545" y="359000"/>
                  </a:lnTo>
                  <a:lnTo>
                    <a:pt x="7062671" y="359000"/>
                  </a:lnTo>
                  <a:lnTo>
                    <a:pt x="7062797" y="359000"/>
                  </a:lnTo>
                  <a:lnTo>
                    <a:pt x="7062923" y="359000"/>
                  </a:lnTo>
                  <a:lnTo>
                    <a:pt x="7063050" y="359000"/>
                  </a:lnTo>
                  <a:lnTo>
                    <a:pt x="7063176" y="359000"/>
                  </a:lnTo>
                  <a:lnTo>
                    <a:pt x="7063302" y="359000"/>
                  </a:lnTo>
                  <a:lnTo>
                    <a:pt x="7063428" y="359000"/>
                  </a:lnTo>
                  <a:lnTo>
                    <a:pt x="7063554" y="359000"/>
                  </a:lnTo>
                  <a:lnTo>
                    <a:pt x="7063680" y="359000"/>
                  </a:lnTo>
                  <a:lnTo>
                    <a:pt x="7063806" y="359000"/>
                  </a:lnTo>
                  <a:lnTo>
                    <a:pt x="7063932" y="359000"/>
                  </a:lnTo>
                  <a:lnTo>
                    <a:pt x="7064058" y="359000"/>
                  </a:lnTo>
                  <a:lnTo>
                    <a:pt x="7064184" y="359000"/>
                  </a:lnTo>
                  <a:lnTo>
                    <a:pt x="7064310" y="359000"/>
                  </a:lnTo>
                  <a:lnTo>
                    <a:pt x="7064437" y="359000"/>
                  </a:lnTo>
                  <a:lnTo>
                    <a:pt x="7064563" y="359000"/>
                  </a:lnTo>
                  <a:lnTo>
                    <a:pt x="7064689" y="359000"/>
                  </a:lnTo>
                  <a:lnTo>
                    <a:pt x="7064815" y="359000"/>
                  </a:lnTo>
                  <a:lnTo>
                    <a:pt x="7064941" y="359000"/>
                  </a:lnTo>
                  <a:lnTo>
                    <a:pt x="7065067" y="359000"/>
                  </a:lnTo>
                  <a:lnTo>
                    <a:pt x="7065193" y="359000"/>
                  </a:lnTo>
                  <a:lnTo>
                    <a:pt x="7065319" y="359000"/>
                  </a:lnTo>
                  <a:lnTo>
                    <a:pt x="7065445" y="359000"/>
                  </a:lnTo>
                  <a:lnTo>
                    <a:pt x="7065571" y="359000"/>
                  </a:lnTo>
                  <a:lnTo>
                    <a:pt x="7065697" y="359000"/>
                  </a:lnTo>
                  <a:lnTo>
                    <a:pt x="7065823" y="359000"/>
                  </a:lnTo>
                  <a:lnTo>
                    <a:pt x="7065950" y="359000"/>
                  </a:lnTo>
                  <a:lnTo>
                    <a:pt x="7066076" y="359000"/>
                  </a:lnTo>
                  <a:lnTo>
                    <a:pt x="7066202" y="359000"/>
                  </a:lnTo>
                  <a:lnTo>
                    <a:pt x="7066328" y="359000"/>
                  </a:lnTo>
                  <a:lnTo>
                    <a:pt x="7066454" y="359000"/>
                  </a:lnTo>
                  <a:lnTo>
                    <a:pt x="7066580" y="359000"/>
                  </a:lnTo>
                  <a:lnTo>
                    <a:pt x="7066706" y="359000"/>
                  </a:lnTo>
                  <a:lnTo>
                    <a:pt x="7066832" y="359000"/>
                  </a:lnTo>
                  <a:lnTo>
                    <a:pt x="7066958" y="359000"/>
                  </a:lnTo>
                  <a:lnTo>
                    <a:pt x="7067084" y="359000"/>
                  </a:lnTo>
                  <a:lnTo>
                    <a:pt x="7067210" y="359000"/>
                  </a:lnTo>
                  <a:lnTo>
                    <a:pt x="7067337" y="359000"/>
                  </a:lnTo>
                  <a:lnTo>
                    <a:pt x="7067463" y="359000"/>
                  </a:lnTo>
                  <a:lnTo>
                    <a:pt x="7067589" y="359000"/>
                  </a:lnTo>
                  <a:lnTo>
                    <a:pt x="7067715" y="359000"/>
                  </a:lnTo>
                  <a:lnTo>
                    <a:pt x="7067715" y="353721"/>
                  </a:lnTo>
                  <a:lnTo>
                    <a:pt x="7067841" y="353721"/>
                  </a:lnTo>
                  <a:lnTo>
                    <a:pt x="7067967" y="353721"/>
                  </a:lnTo>
                  <a:lnTo>
                    <a:pt x="7068093" y="353721"/>
                  </a:lnTo>
                  <a:lnTo>
                    <a:pt x="7068219" y="353721"/>
                  </a:lnTo>
                  <a:lnTo>
                    <a:pt x="7068345" y="353721"/>
                  </a:lnTo>
                  <a:lnTo>
                    <a:pt x="7068471" y="353721"/>
                  </a:lnTo>
                  <a:lnTo>
                    <a:pt x="7068597" y="353721"/>
                  </a:lnTo>
                  <a:lnTo>
                    <a:pt x="7068723" y="353721"/>
                  </a:lnTo>
                  <a:lnTo>
                    <a:pt x="7068850" y="353721"/>
                  </a:lnTo>
                  <a:lnTo>
                    <a:pt x="7068976" y="353721"/>
                  </a:lnTo>
                  <a:lnTo>
                    <a:pt x="7069102" y="353721"/>
                  </a:lnTo>
                  <a:lnTo>
                    <a:pt x="7069228" y="353721"/>
                  </a:lnTo>
                  <a:lnTo>
                    <a:pt x="7069354" y="353721"/>
                  </a:lnTo>
                  <a:lnTo>
                    <a:pt x="7069480" y="353721"/>
                  </a:lnTo>
                  <a:lnTo>
                    <a:pt x="7069606" y="353721"/>
                  </a:lnTo>
                  <a:lnTo>
                    <a:pt x="7069732" y="353721"/>
                  </a:lnTo>
                  <a:lnTo>
                    <a:pt x="7069858" y="353721"/>
                  </a:lnTo>
                  <a:lnTo>
                    <a:pt x="7069984" y="353721"/>
                  </a:lnTo>
                  <a:lnTo>
                    <a:pt x="7070110" y="353721"/>
                  </a:lnTo>
                  <a:lnTo>
                    <a:pt x="7070237" y="353721"/>
                  </a:lnTo>
                  <a:lnTo>
                    <a:pt x="7070363" y="353721"/>
                  </a:lnTo>
                  <a:lnTo>
                    <a:pt x="7070489" y="353721"/>
                  </a:lnTo>
                  <a:lnTo>
                    <a:pt x="7070615" y="353721"/>
                  </a:lnTo>
                  <a:lnTo>
                    <a:pt x="7070741" y="353721"/>
                  </a:lnTo>
                  <a:lnTo>
                    <a:pt x="7070741" y="348441"/>
                  </a:lnTo>
                  <a:lnTo>
                    <a:pt x="7070867" y="348441"/>
                  </a:lnTo>
                  <a:lnTo>
                    <a:pt x="7070993" y="348441"/>
                  </a:lnTo>
                  <a:lnTo>
                    <a:pt x="7071119" y="348441"/>
                  </a:lnTo>
                  <a:lnTo>
                    <a:pt x="7071245" y="348441"/>
                  </a:lnTo>
                  <a:lnTo>
                    <a:pt x="7071371" y="348441"/>
                  </a:lnTo>
                  <a:lnTo>
                    <a:pt x="7071497" y="348441"/>
                  </a:lnTo>
                  <a:lnTo>
                    <a:pt x="7071624" y="348441"/>
                  </a:lnTo>
                  <a:lnTo>
                    <a:pt x="7071750" y="348441"/>
                  </a:lnTo>
                  <a:lnTo>
                    <a:pt x="7071876" y="348441"/>
                  </a:lnTo>
                  <a:lnTo>
                    <a:pt x="7072002" y="348441"/>
                  </a:lnTo>
                  <a:lnTo>
                    <a:pt x="7072128" y="348441"/>
                  </a:lnTo>
                  <a:lnTo>
                    <a:pt x="7072254" y="348441"/>
                  </a:lnTo>
                  <a:lnTo>
                    <a:pt x="7072380" y="348441"/>
                  </a:lnTo>
                  <a:lnTo>
                    <a:pt x="7072506" y="348441"/>
                  </a:lnTo>
                  <a:lnTo>
                    <a:pt x="7072632" y="348441"/>
                  </a:lnTo>
                  <a:lnTo>
                    <a:pt x="7072758" y="348441"/>
                  </a:lnTo>
                  <a:lnTo>
                    <a:pt x="7072884" y="348441"/>
                  </a:lnTo>
                  <a:lnTo>
                    <a:pt x="7073010" y="348441"/>
                  </a:lnTo>
                  <a:lnTo>
                    <a:pt x="7073137" y="348441"/>
                  </a:lnTo>
                  <a:lnTo>
                    <a:pt x="7073263" y="348441"/>
                  </a:lnTo>
                  <a:lnTo>
                    <a:pt x="7073389" y="348441"/>
                  </a:lnTo>
                  <a:lnTo>
                    <a:pt x="7073515" y="348441"/>
                  </a:lnTo>
                  <a:lnTo>
                    <a:pt x="7073641" y="348441"/>
                  </a:lnTo>
                  <a:lnTo>
                    <a:pt x="7073767" y="348441"/>
                  </a:lnTo>
                  <a:lnTo>
                    <a:pt x="7073893" y="348441"/>
                  </a:lnTo>
                  <a:lnTo>
                    <a:pt x="7074019" y="348441"/>
                  </a:lnTo>
                  <a:lnTo>
                    <a:pt x="7074145" y="348441"/>
                  </a:lnTo>
                  <a:lnTo>
                    <a:pt x="7074271" y="348441"/>
                  </a:lnTo>
                  <a:lnTo>
                    <a:pt x="7074397" y="348441"/>
                  </a:lnTo>
                  <a:lnTo>
                    <a:pt x="7074524" y="348441"/>
                  </a:lnTo>
                  <a:lnTo>
                    <a:pt x="7074650" y="348441"/>
                  </a:lnTo>
                  <a:lnTo>
                    <a:pt x="7074776" y="348441"/>
                  </a:lnTo>
                  <a:lnTo>
                    <a:pt x="7074902" y="348441"/>
                  </a:lnTo>
                  <a:lnTo>
                    <a:pt x="7075028" y="348441"/>
                  </a:lnTo>
                  <a:lnTo>
                    <a:pt x="7075154" y="348441"/>
                  </a:lnTo>
                  <a:lnTo>
                    <a:pt x="7075280" y="348441"/>
                  </a:lnTo>
                  <a:lnTo>
                    <a:pt x="7075406" y="348441"/>
                  </a:lnTo>
                  <a:lnTo>
                    <a:pt x="7075532" y="348441"/>
                  </a:lnTo>
                  <a:lnTo>
                    <a:pt x="7075658" y="348441"/>
                  </a:lnTo>
                  <a:lnTo>
                    <a:pt x="7075784" y="348441"/>
                  </a:lnTo>
                  <a:lnTo>
                    <a:pt x="7075910" y="348441"/>
                  </a:lnTo>
                  <a:lnTo>
                    <a:pt x="7076037" y="348441"/>
                  </a:lnTo>
                  <a:lnTo>
                    <a:pt x="7076163" y="348441"/>
                  </a:lnTo>
                  <a:lnTo>
                    <a:pt x="7076289" y="348441"/>
                  </a:lnTo>
                  <a:lnTo>
                    <a:pt x="7076415" y="348441"/>
                  </a:lnTo>
                  <a:lnTo>
                    <a:pt x="7076541" y="348441"/>
                  </a:lnTo>
                  <a:lnTo>
                    <a:pt x="7076667" y="348441"/>
                  </a:lnTo>
                  <a:lnTo>
                    <a:pt x="7076793" y="348441"/>
                  </a:lnTo>
                  <a:lnTo>
                    <a:pt x="7076919" y="348441"/>
                  </a:lnTo>
                  <a:lnTo>
                    <a:pt x="7077045" y="348441"/>
                  </a:lnTo>
                  <a:lnTo>
                    <a:pt x="7077171" y="348441"/>
                  </a:lnTo>
                  <a:lnTo>
                    <a:pt x="7077297" y="348441"/>
                  </a:lnTo>
                  <a:lnTo>
                    <a:pt x="7077424" y="348441"/>
                  </a:lnTo>
                  <a:lnTo>
                    <a:pt x="7077550" y="348441"/>
                  </a:lnTo>
                  <a:lnTo>
                    <a:pt x="7077676" y="348441"/>
                  </a:lnTo>
                  <a:lnTo>
                    <a:pt x="7077802" y="348441"/>
                  </a:lnTo>
                  <a:lnTo>
                    <a:pt x="7077928" y="348441"/>
                  </a:lnTo>
                  <a:lnTo>
                    <a:pt x="7078054" y="348441"/>
                  </a:lnTo>
                  <a:lnTo>
                    <a:pt x="7078180" y="348441"/>
                  </a:lnTo>
                  <a:lnTo>
                    <a:pt x="7078306" y="348441"/>
                  </a:lnTo>
                  <a:lnTo>
                    <a:pt x="7078432" y="348441"/>
                  </a:lnTo>
                  <a:lnTo>
                    <a:pt x="7078558" y="348441"/>
                  </a:lnTo>
                  <a:lnTo>
                    <a:pt x="7078684" y="348441"/>
                  </a:lnTo>
                  <a:lnTo>
                    <a:pt x="7078811" y="348441"/>
                  </a:lnTo>
                  <a:lnTo>
                    <a:pt x="7078937" y="348441"/>
                  </a:lnTo>
                  <a:lnTo>
                    <a:pt x="7079063" y="348441"/>
                  </a:lnTo>
                  <a:lnTo>
                    <a:pt x="7079189" y="348441"/>
                  </a:lnTo>
                  <a:lnTo>
                    <a:pt x="7079315" y="348441"/>
                  </a:lnTo>
                  <a:lnTo>
                    <a:pt x="7079441" y="348441"/>
                  </a:lnTo>
                  <a:lnTo>
                    <a:pt x="7079567" y="348441"/>
                  </a:lnTo>
                  <a:lnTo>
                    <a:pt x="7079693" y="348441"/>
                  </a:lnTo>
                  <a:lnTo>
                    <a:pt x="7079819" y="348441"/>
                  </a:lnTo>
                  <a:lnTo>
                    <a:pt x="7079945" y="348441"/>
                  </a:lnTo>
                  <a:lnTo>
                    <a:pt x="7080071" y="348441"/>
                  </a:lnTo>
                  <a:lnTo>
                    <a:pt x="7080197" y="348441"/>
                  </a:lnTo>
                  <a:lnTo>
                    <a:pt x="7080324" y="348441"/>
                  </a:lnTo>
                  <a:lnTo>
                    <a:pt x="7080450" y="348441"/>
                  </a:lnTo>
                  <a:lnTo>
                    <a:pt x="7080576" y="348441"/>
                  </a:lnTo>
                  <a:lnTo>
                    <a:pt x="7080702" y="348441"/>
                  </a:lnTo>
                  <a:lnTo>
                    <a:pt x="7080828" y="348441"/>
                  </a:lnTo>
                  <a:lnTo>
                    <a:pt x="7080954" y="348441"/>
                  </a:lnTo>
                  <a:lnTo>
                    <a:pt x="7081080" y="348441"/>
                  </a:lnTo>
                  <a:lnTo>
                    <a:pt x="7081206" y="348441"/>
                  </a:lnTo>
                  <a:lnTo>
                    <a:pt x="7081332" y="348441"/>
                  </a:lnTo>
                  <a:lnTo>
                    <a:pt x="7081458" y="348441"/>
                  </a:lnTo>
                  <a:lnTo>
                    <a:pt x="7081584" y="348441"/>
                  </a:lnTo>
                  <a:lnTo>
                    <a:pt x="7081711" y="348441"/>
                  </a:lnTo>
                  <a:lnTo>
                    <a:pt x="7081837" y="348441"/>
                  </a:lnTo>
                  <a:lnTo>
                    <a:pt x="7081963" y="348441"/>
                  </a:lnTo>
                  <a:lnTo>
                    <a:pt x="7082089" y="348441"/>
                  </a:lnTo>
                  <a:lnTo>
                    <a:pt x="7082215" y="348441"/>
                  </a:lnTo>
                  <a:lnTo>
                    <a:pt x="7082341" y="348441"/>
                  </a:lnTo>
                  <a:lnTo>
                    <a:pt x="7082467" y="348441"/>
                  </a:lnTo>
                  <a:lnTo>
                    <a:pt x="7082593" y="348441"/>
                  </a:lnTo>
                  <a:lnTo>
                    <a:pt x="7082719" y="348441"/>
                  </a:lnTo>
                  <a:lnTo>
                    <a:pt x="7082845" y="348441"/>
                  </a:lnTo>
                  <a:lnTo>
                    <a:pt x="7082971" y="348441"/>
                  </a:lnTo>
                  <a:lnTo>
                    <a:pt x="7083097" y="348441"/>
                  </a:lnTo>
                  <a:lnTo>
                    <a:pt x="7083224" y="348441"/>
                  </a:lnTo>
                  <a:lnTo>
                    <a:pt x="7083350" y="348441"/>
                  </a:lnTo>
                  <a:lnTo>
                    <a:pt x="7083476" y="348441"/>
                  </a:lnTo>
                  <a:lnTo>
                    <a:pt x="7083602" y="348441"/>
                  </a:lnTo>
                  <a:lnTo>
                    <a:pt x="7083728" y="348441"/>
                  </a:lnTo>
                  <a:lnTo>
                    <a:pt x="7083854" y="348441"/>
                  </a:lnTo>
                  <a:lnTo>
                    <a:pt x="7083980" y="348441"/>
                  </a:lnTo>
                  <a:lnTo>
                    <a:pt x="7084106" y="348441"/>
                  </a:lnTo>
                  <a:lnTo>
                    <a:pt x="7084232" y="348441"/>
                  </a:lnTo>
                  <a:lnTo>
                    <a:pt x="7084358" y="348441"/>
                  </a:lnTo>
                  <a:lnTo>
                    <a:pt x="7084484" y="348441"/>
                  </a:lnTo>
                  <a:lnTo>
                    <a:pt x="7084611" y="348441"/>
                  </a:lnTo>
                  <a:lnTo>
                    <a:pt x="7084737" y="348441"/>
                  </a:lnTo>
                  <a:lnTo>
                    <a:pt x="7084863" y="348441"/>
                  </a:lnTo>
                  <a:lnTo>
                    <a:pt x="7084989" y="348441"/>
                  </a:lnTo>
                  <a:lnTo>
                    <a:pt x="7085115" y="348441"/>
                  </a:lnTo>
                  <a:lnTo>
                    <a:pt x="7085241" y="348441"/>
                  </a:lnTo>
                  <a:lnTo>
                    <a:pt x="7085367" y="348441"/>
                  </a:lnTo>
                  <a:lnTo>
                    <a:pt x="7085493" y="348441"/>
                  </a:lnTo>
                  <a:lnTo>
                    <a:pt x="7085619" y="348441"/>
                  </a:lnTo>
                  <a:lnTo>
                    <a:pt x="7085745" y="348441"/>
                  </a:lnTo>
                  <a:lnTo>
                    <a:pt x="7085871" y="348441"/>
                  </a:lnTo>
                  <a:lnTo>
                    <a:pt x="7085998" y="348441"/>
                  </a:lnTo>
                  <a:lnTo>
                    <a:pt x="7086124" y="348441"/>
                  </a:lnTo>
                  <a:lnTo>
                    <a:pt x="7086250" y="348441"/>
                  </a:lnTo>
                  <a:lnTo>
                    <a:pt x="7086376" y="348441"/>
                  </a:lnTo>
                  <a:lnTo>
                    <a:pt x="7086502" y="348441"/>
                  </a:lnTo>
                  <a:lnTo>
                    <a:pt x="7086628" y="348441"/>
                  </a:lnTo>
                  <a:lnTo>
                    <a:pt x="7086754" y="348441"/>
                  </a:lnTo>
                  <a:lnTo>
                    <a:pt x="7086880" y="348441"/>
                  </a:lnTo>
                  <a:lnTo>
                    <a:pt x="7087006" y="348441"/>
                  </a:lnTo>
                  <a:lnTo>
                    <a:pt x="7087132" y="348441"/>
                  </a:lnTo>
                  <a:lnTo>
                    <a:pt x="7087258" y="348441"/>
                  </a:lnTo>
                  <a:lnTo>
                    <a:pt x="7087384" y="348441"/>
                  </a:lnTo>
                  <a:lnTo>
                    <a:pt x="7087511" y="348441"/>
                  </a:lnTo>
                  <a:lnTo>
                    <a:pt x="7087637" y="348441"/>
                  </a:lnTo>
                  <a:lnTo>
                    <a:pt x="7087763" y="348441"/>
                  </a:lnTo>
                  <a:lnTo>
                    <a:pt x="7087889" y="348441"/>
                  </a:lnTo>
                  <a:lnTo>
                    <a:pt x="7088015" y="348441"/>
                  </a:lnTo>
                  <a:lnTo>
                    <a:pt x="7088141" y="348441"/>
                  </a:lnTo>
                  <a:lnTo>
                    <a:pt x="7088267" y="348441"/>
                  </a:lnTo>
                  <a:lnTo>
                    <a:pt x="7088393" y="348441"/>
                  </a:lnTo>
                  <a:lnTo>
                    <a:pt x="7088519" y="348441"/>
                  </a:lnTo>
                  <a:lnTo>
                    <a:pt x="7088645" y="348441"/>
                  </a:lnTo>
                  <a:lnTo>
                    <a:pt x="7088771" y="348441"/>
                  </a:lnTo>
                  <a:lnTo>
                    <a:pt x="7088898" y="348441"/>
                  </a:lnTo>
                  <a:lnTo>
                    <a:pt x="7089024" y="348441"/>
                  </a:lnTo>
                  <a:lnTo>
                    <a:pt x="7089150" y="348441"/>
                  </a:lnTo>
                  <a:lnTo>
                    <a:pt x="7089276" y="348441"/>
                  </a:lnTo>
                  <a:lnTo>
                    <a:pt x="7089402" y="348441"/>
                  </a:lnTo>
                  <a:lnTo>
                    <a:pt x="7089528" y="348441"/>
                  </a:lnTo>
                  <a:lnTo>
                    <a:pt x="7089654" y="348441"/>
                  </a:lnTo>
                  <a:lnTo>
                    <a:pt x="7089780" y="348441"/>
                  </a:lnTo>
                  <a:lnTo>
                    <a:pt x="7089906" y="348441"/>
                  </a:lnTo>
                  <a:lnTo>
                    <a:pt x="7090032" y="348441"/>
                  </a:lnTo>
                  <a:lnTo>
                    <a:pt x="7090158" y="348441"/>
                  </a:lnTo>
                  <a:lnTo>
                    <a:pt x="7090284" y="348441"/>
                  </a:lnTo>
                  <a:lnTo>
                    <a:pt x="7090411" y="348441"/>
                  </a:lnTo>
                  <a:lnTo>
                    <a:pt x="7090537" y="348441"/>
                  </a:lnTo>
                  <a:lnTo>
                    <a:pt x="7090663" y="348441"/>
                  </a:lnTo>
                  <a:lnTo>
                    <a:pt x="7090789" y="348441"/>
                  </a:lnTo>
                  <a:lnTo>
                    <a:pt x="7090915" y="348441"/>
                  </a:lnTo>
                  <a:lnTo>
                    <a:pt x="7091041" y="348441"/>
                  </a:lnTo>
                  <a:lnTo>
                    <a:pt x="7091167" y="348441"/>
                  </a:lnTo>
                  <a:lnTo>
                    <a:pt x="7091293" y="348441"/>
                  </a:lnTo>
                  <a:lnTo>
                    <a:pt x="7091419" y="348441"/>
                  </a:lnTo>
                  <a:lnTo>
                    <a:pt x="7091545" y="348441"/>
                  </a:lnTo>
                  <a:lnTo>
                    <a:pt x="7091671" y="348441"/>
                  </a:lnTo>
                  <a:lnTo>
                    <a:pt x="7091798" y="348441"/>
                  </a:lnTo>
                  <a:lnTo>
                    <a:pt x="7091924" y="348441"/>
                  </a:lnTo>
                  <a:lnTo>
                    <a:pt x="7092050" y="348441"/>
                  </a:lnTo>
                  <a:lnTo>
                    <a:pt x="7092176" y="348441"/>
                  </a:lnTo>
                  <a:lnTo>
                    <a:pt x="7092302" y="348441"/>
                  </a:lnTo>
                  <a:lnTo>
                    <a:pt x="7092428" y="348441"/>
                  </a:lnTo>
                  <a:lnTo>
                    <a:pt x="7092554" y="348441"/>
                  </a:lnTo>
                  <a:lnTo>
                    <a:pt x="7092680" y="348441"/>
                  </a:lnTo>
                  <a:lnTo>
                    <a:pt x="7092806" y="348441"/>
                  </a:lnTo>
                  <a:lnTo>
                    <a:pt x="7092932" y="348441"/>
                  </a:lnTo>
                  <a:lnTo>
                    <a:pt x="7093058" y="348441"/>
                  </a:lnTo>
                  <a:lnTo>
                    <a:pt x="7093184" y="348441"/>
                  </a:lnTo>
                  <a:lnTo>
                    <a:pt x="7093311" y="348441"/>
                  </a:lnTo>
                  <a:lnTo>
                    <a:pt x="7093437" y="348441"/>
                  </a:lnTo>
                  <a:lnTo>
                    <a:pt x="7093563" y="348441"/>
                  </a:lnTo>
                  <a:lnTo>
                    <a:pt x="7093689" y="348441"/>
                  </a:lnTo>
                  <a:lnTo>
                    <a:pt x="7093815" y="348441"/>
                  </a:lnTo>
                  <a:lnTo>
                    <a:pt x="7093941" y="348441"/>
                  </a:lnTo>
                  <a:lnTo>
                    <a:pt x="7094067" y="348441"/>
                  </a:lnTo>
                  <a:lnTo>
                    <a:pt x="7094193" y="348441"/>
                  </a:lnTo>
                  <a:lnTo>
                    <a:pt x="7094319" y="348441"/>
                  </a:lnTo>
                  <a:lnTo>
                    <a:pt x="7094445" y="348441"/>
                  </a:lnTo>
                  <a:lnTo>
                    <a:pt x="7094571" y="348441"/>
                  </a:lnTo>
                  <a:lnTo>
                    <a:pt x="7094698" y="348441"/>
                  </a:lnTo>
                  <a:lnTo>
                    <a:pt x="7094824" y="348441"/>
                  </a:lnTo>
                  <a:lnTo>
                    <a:pt x="7094950" y="348441"/>
                  </a:lnTo>
                  <a:lnTo>
                    <a:pt x="7095076" y="348441"/>
                  </a:lnTo>
                  <a:lnTo>
                    <a:pt x="7095202" y="348441"/>
                  </a:lnTo>
                  <a:lnTo>
                    <a:pt x="7095328" y="348441"/>
                  </a:lnTo>
                  <a:lnTo>
                    <a:pt x="7095454" y="348441"/>
                  </a:lnTo>
                  <a:lnTo>
                    <a:pt x="7095580" y="348441"/>
                  </a:lnTo>
                  <a:lnTo>
                    <a:pt x="7095706" y="348441"/>
                  </a:lnTo>
                  <a:lnTo>
                    <a:pt x="7095832" y="348441"/>
                  </a:lnTo>
                  <a:lnTo>
                    <a:pt x="7095958" y="348441"/>
                  </a:lnTo>
                  <a:lnTo>
                    <a:pt x="7096085" y="348441"/>
                  </a:lnTo>
                  <a:lnTo>
                    <a:pt x="7096211" y="348441"/>
                  </a:lnTo>
                  <a:lnTo>
                    <a:pt x="7096337" y="348441"/>
                  </a:lnTo>
                  <a:lnTo>
                    <a:pt x="7096463" y="348441"/>
                  </a:lnTo>
                  <a:lnTo>
                    <a:pt x="7096589" y="348441"/>
                  </a:lnTo>
                  <a:lnTo>
                    <a:pt x="7096715" y="348441"/>
                  </a:lnTo>
                  <a:lnTo>
                    <a:pt x="7096841" y="348441"/>
                  </a:lnTo>
                  <a:lnTo>
                    <a:pt x="7096967" y="348441"/>
                  </a:lnTo>
                  <a:lnTo>
                    <a:pt x="7097093" y="348441"/>
                  </a:lnTo>
                  <a:lnTo>
                    <a:pt x="7097219" y="348441"/>
                  </a:lnTo>
                  <a:lnTo>
                    <a:pt x="7097345" y="348441"/>
                  </a:lnTo>
                  <a:lnTo>
                    <a:pt x="7097471" y="348441"/>
                  </a:lnTo>
                  <a:lnTo>
                    <a:pt x="7097598" y="348441"/>
                  </a:lnTo>
                  <a:lnTo>
                    <a:pt x="7097724" y="348441"/>
                  </a:lnTo>
                  <a:lnTo>
                    <a:pt x="7097850" y="348441"/>
                  </a:lnTo>
                  <a:lnTo>
                    <a:pt x="7097976" y="348441"/>
                  </a:lnTo>
                  <a:lnTo>
                    <a:pt x="7098102" y="348441"/>
                  </a:lnTo>
                  <a:lnTo>
                    <a:pt x="7098228" y="348441"/>
                  </a:lnTo>
                  <a:lnTo>
                    <a:pt x="7098354" y="348441"/>
                  </a:lnTo>
                  <a:lnTo>
                    <a:pt x="7098480" y="348441"/>
                  </a:lnTo>
                  <a:lnTo>
                    <a:pt x="7098606" y="348441"/>
                  </a:lnTo>
                  <a:lnTo>
                    <a:pt x="7098732" y="348441"/>
                  </a:lnTo>
                  <a:lnTo>
                    <a:pt x="7098858" y="348441"/>
                  </a:lnTo>
                  <a:lnTo>
                    <a:pt x="7098985" y="348441"/>
                  </a:lnTo>
                  <a:lnTo>
                    <a:pt x="7099111" y="348441"/>
                  </a:lnTo>
                  <a:lnTo>
                    <a:pt x="7099237" y="348441"/>
                  </a:lnTo>
                  <a:lnTo>
                    <a:pt x="7099363" y="348441"/>
                  </a:lnTo>
                  <a:lnTo>
                    <a:pt x="7099489" y="348441"/>
                  </a:lnTo>
                  <a:lnTo>
                    <a:pt x="7099615" y="348441"/>
                  </a:lnTo>
                  <a:lnTo>
                    <a:pt x="7099741" y="348441"/>
                  </a:lnTo>
                  <a:lnTo>
                    <a:pt x="7099867" y="348441"/>
                  </a:lnTo>
                  <a:lnTo>
                    <a:pt x="7099993" y="348441"/>
                  </a:lnTo>
                  <a:lnTo>
                    <a:pt x="7100119" y="348441"/>
                  </a:lnTo>
                  <a:lnTo>
                    <a:pt x="7100245" y="348441"/>
                  </a:lnTo>
                  <a:lnTo>
                    <a:pt x="7100371" y="348441"/>
                  </a:lnTo>
                  <a:lnTo>
                    <a:pt x="7100498" y="348441"/>
                  </a:lnTo>
                  <a:lnTo>
                    <a:pt x="7100624" y="348441"/>
                  </a:lnTo>
                  <a:lnTo>
                    <a:pt x="7100750" y="348441"/>
                  </a:lnTo>
                  <a:lnTo>
                    <a:pt x="7100876" y="348441"/>
                  </a:lnTo>
                  <a:lnTo>
                    <a:pt x="7101002" y="348441"/>
                  </a:lnTo>
                  <a:lnTo>
                    <a:pt x="7101128" y="348441"/>
                  </a:lnTo>
                  <a:lnTo>
                    <a:pt x="7101254" y="348441"/>
                  </a:lnTo>
                  <a:lnTo>
                    <a:pt x="7101380" y="348441"/>
                  </a:lnTo>
                  <a:lnTo>
                    <a:pt x="7101506" y="348441"/>
                  </a:lnTo>
                  <a:lnTo>
                    <a:pt x="7101632" y="348441"/>
                  </a:lnTo>
                  <a:lnTo>
                    <a:pt x="7101758" y="348441"/>
                  </a:lnTo>
                  <a:lnTo>
                    <a:pt x="7101885" y="348441"/>
                  </a:lnTo>
                  <a:lnTo>
                    <a:pt x="7102011" y="348441"/>
                  </a:lnTo>
                  <a:lnTo>
                    <a:pt x="7102137" y="348441"/>
                  </a:lnTo>
                  <a:lnTo>
                    <a:pt x="7102263" y="348441"/>
                  </a:lnTo>
                  <a:lnTo>
                    <a:pt x="7102389" y="348441"/>
                  </a:lnTo>
                  <a:lnTo>
                    <a:pt x="7102515" y="348441"/>
                  </a:lnTo>
                  <a:lnTo>
                    <a:pt x="7102641" y="348441"/>
                  </a:lnTo>
                  <a:lnTo>
                    <a:pt x="7102767" y="348441"/>
                  </a:lnTo>
                  <a:lnTo>
                    <a:pt x="7102893" y="348441"/>
                  </a:lnTo>
                  <a:lnTo>
                    <a:pt x="7103019" y="348441"/>
                  </a:lnTo>
                  <a:lnTo>
                    <a:pt x="7103145" y="348441"/>
                  </a:lnTo>
                  <a:lnTo>
                    <a:pt x="7103272" y="348441"/>
                  </a:lnTo>
                  <a:lnTo>
                    <a:pt x="7103398" y="348441"/>
                  </a:lnTo>
                  <a:lnTo>
                    <a:pt x="7103524" y="348441"/>
                  </a:lnTo>
                  <a:lnTo>
                    <a:pt x="7103650" y="348441"/>
                  </a:lnTo>
                  <a:lnTo>
                    <a:pt x="7103776" y="348441"/>
                  </a:lnTo>
                  <a:lnTo>
                    <a:pt x="7103902" y="348441"/>
                  </a:lnTo>
                  <a:lnTo>
                    <a:pt x="7104028" y="348441"/>
                  </a:lnTo>
                  <a:lnTo>
                    <a:pt x="7104154" y="348441"/>
                  </a:lnTo>
                  <a:lnTo>
                    <a:pt x="7104280" y="348441"/>
                  </a:lnTo>
                  <a:lnTo>
                    <a:pt x="7104406" y="348441"/>
                  </a:lnTo>
                  <a:lnTo>
                    <a:pt x="7104532" y="348441"/>
                  </a:lnTo>
                  <a:lnTo>
                    <a:pt x="7104532" y="343162"/>
                  </a:lnTo>
                  <a:lnTo>
                    <a:pt x="7104658" y="343162"/>
                  </a:lnTo>
                  <a:lnTo>
                    <a:pt x="7104785" y="343162"/>
                  </a:lnTo>
                  <a:lnTo>
                    <a:pt x="7104911" y="343162"/>
                  </a:lnTo>
                  <a:lnTo>
                    <a:pt x="7105037" y="343162"/>
                  </a:lnTo>
                  <a:lnTo>
                    <a:pt x="7105163" y="343162"/>
                  </a:lnTo>
                  <a:lnTo>
                    <a:pt x="7105289" y="343162"/>
                  </a:lnTo>
                  <a:lnTo>
                    <a:pt x="7105415" y="343162"/>
                  </a:lnTo>
                  <a:lnTo>
                    <a:pt x="7105541" y="343162"/>
                  </a:lnTo>
                  <a:lnTo>
                    <a:pt x="7105667" y="343162"/>
                  </a:lnTo>
                  <a:lnTo>
                    <a:pt x="7105793" y="343162"/>
                  </a:lnTo>
                  <a:lnTo>
                    <a:pt x="7105919" y="343162"/>
                  </a:lnTo>
                  <a:lnTo>
                    <a:pt x="7106045" y="343162"/>
                  </a:lnTo>
                  <a:lnTo>
                    <a:pt x="7106172" y="343162"/>
                  </a:lnTo>
                  <a:lnTo>
                    <a:pt x="7106298" y="343162"/>
                  </a:lnTo>
                  <a:lnTo>
                    <a:pt x="7106424" y="343162"/>
                  </a:lnTo>
                  <a:lnTo>
                    <a:pt x="7106550" y="343162"/>
                  </a:lnTo>
                  <a:lnTo>
                    <a:pt x="7106676" y="343162"/>
                  </a:lnTo>
                  <a:lnTo>
                    <a:pt x="7106802" y="343162"/>
                  </a:lnTo>
                  <a:lnTo>
                    <a:pt x="7106928" y="343162"/>
                  </a:lnTo>
                  <a:lnTo>
                    <a:pt x="7107054" y="343162"/>
                  </a:lnTo>
                  <a:lnTo>
                    <a:pt x="7107180" y="343162"/>
                  </a:lnTo>
                  <a:lnTo>
                    <a:pt x="7107306" y="343162"/>
                  </a:lnTo>
                  <a:lnTo>
                    <a:pt x="7107432" y="343162"/>
                  </a:lnTo>
                  <a:lnTo>
                    <a:pt x="7107558" y="343162"/>
                  </a:lnTo>
                  <a:lnTo>
                    <a:pt x="7107685" y="343162"/>
                  </a:lnTo>
                  <a:lnTo>
                    <a:pt x="7107811" y="343162"/>
                  </a:lnTo>
                  <a:lnTo>
                    <a:pt x="7107937" y="343162"/>
                  </a:lnTo>
                  <a:lnTo>
                    <a:pt x="7108063" y="343162"/>
                  </a:lnTo>
                  <a:lnTo>
                    <a:pt x="7108063" y="337882"/>
                  </a:lnTo>
                  <a:lnTo>
                    <a:pt x="7108189" y="337882"/>
                  </a:lnTo>
                  <a:lnTo>
                    <a:pt x="7108315" y="337882"/>
                  </a:lnTo>
                  <a:lnTo>
                    <a:pt x="7108441" y="337882"/>
                  </a:lnTo>
                  <a:lnTo>
                    <a:pt x="7108567" y="337882"/>
                  </a:lnTo>
                  <a:lnTo>
                    <a:pt x="7108693" y="337882"/>
                  </a:lnTo>
                  <a:lnTo>
                    <a:pt x="7108819" y="337882"/>
                  </a:lnTo>
                  <a:lnTo>
                    <a:pt x="7108945" y="337882"/>
                  </a:lnTo>
                  <a:lnTo>
                    <a:pt x="7109072" y="337882"/>
                  </a:lnTo>
                  <a:lnTo>
                    <a:pt x="7109198" y="337882"/>
                  </a:lnTo>
                  <a:lnTo>
                    <a:pt x="7109324" y="337882"/>
                  </a:lnTo>
                  <a:lnTo>
                    <a:pt x="7109450" y="337882"/>
                  </a:lnTo>
                  <a:lnTo>
                    <a:pt x="7109576" y="337882"/>
                  </a:lnTo>
                  <a:lnTo>
                    <a:pt x="7109702" y="337882"/>
                  </a:lnTo>
                  <a:lnTo>
                    <a:pt x="7109828" y="337882"/>
                  </a:lnTo>
                  <a:lnTo>
                    <a:pt x="7109954" y="337882"/>
                  </a:lnTo>
                  <a:lnTo>
                    <a:pt x="7110080" y="337882"/>
                  </a:lnTo>
                  <a:lnTo>
                    <a:pt x="7110206" y="337882"/>
                  </a:lnTo>
                  <a:lnTo>
                    <a:pt x="7110332" y="337882"/>
                  </a:lnTo>
                  <a:lnTo>
                    <a:pt x="7110458" y="337882"/>
                  </a:lnTo>
                  <a:lnTo>
                    <a:pt x="7110585" y="337882"/>
                  </a:lnTo>
                  <a:lnTo>
                    <a:pt x="7110711" y="337882"/>
                  </a:lnTo>
                  <a:lnTo>
                    <a:pt x="7110837" y="337882"/>
                  </a:lnTo>
                  <a:lnTo>
                    <a:pt x="7110963" y="337882"/>
                  </a:lnTo>
                  <a:lnTo>
                    <a:pt x="7111089" y="337882"/>
                  </a:lnTo>
                  <a:lnTo>
                    <a:pt x="7111215" y="337882"/>
                  </a:lnTo>
                  <a:lnTo>
                    <a:pt x="7111341" y="337882"/>
                  </a:lnTo>
                  <a:lnTo>
                    <a:pt x="7111467" y="337882"/>
                  </a:lnTo>
                  <a:lnTo>
                    <a:pt x="7111593" y="337882"/>
                  </a:lnTo>
                  <a:lnTo>
                    <a:pt x="7111719" y="337882"/>
                  </a:lnTo>
                  <a:lnTo>
                    <a:pt x="7111845" y="337882"/>
                  </a:lnTo>
                  <a:lnTo>
                    <a:pt x="7111972" y="337882"/>
                  </a:lnTo>
                  <a:lnTo>
                    <a:pt x="7112098" y="337882"/>
                  </a:lnTo>
                  <a:lnTo>
                    <a:pt x="7112224" y="337882"/>
                  </a:lnTo>
                  <a:lnTo>
                    <a:pt x="7112350" y="337882"/>
                  </a:lnTo>
                  <a:lnTo>
                    <a:pt x="7112476" y="337882"/>
                  </a:lnTo>
                  <a:lnTo>
                    <a:pt x="7112602" y="337882"/>
                  </a:lnTo>
                  <a:lnTo>
                    <a:pt x="7112728" y="337882"/>
                  </a:lnTo>
                  <a:lnTo>
                    <a:pt x="7112854" y="337882"/>
                  </a:lnTo>
                  <a:lnTo>
                    <a:pt x="7112980" y="337882"/>
                  </a:lnTo>
                  <a:lnTo>
                    <a:pt x="7113106" y="337882"/>
                  </a:lnTo>
                  <a:lnTo>
                    <a:pt x="7113232" y="337882"/>
                  </a:lnTo>
                  <a:lnTo>
                    <a:pt x="7113359" y="337882"/>
                  </a:lnTo>
                  <a:lnTo>
                    <a:pt x="7113485" y="337882"/>
                  </a:lnTo>
                  <a:lnTo>
                    <a:pt x="7113611" y="337882"/>
                  </a:lnTo>
                  <a:lnTo>
                    <a:pt x="7113737" y="337882"/>
                  </a:lnTo>
                  <a:lnTo>
                    <a:pt x="7113863" y="337882"/>
                  </a:lnTo>
                  <a:lnTo>
                    <a:pt x="7113989" y="337882"/>
                  </a:lnTo>
                  <a:lnTo>
                    <a:pt x="7114115" y="337882"/>
                  </a:lnTo>
                  <a:lnTo>
                    <a:pt x="7114241" y="337882"/>
                  </a:lnTo>
                  <a:lnTo>
                    <a:pt x="7114367" y="337882"/>
                  </a:lnTo>
                  <a:lnTo>
                    <a:pt x="7114493" y="337882"/>
                  </a:lnTo>
                  <a:lnTo>
                    <a:pt x="7114619" y="337882"/>
                  </a:lnTo>
                  <a:lnTo>
                    <a:pt x="7114745" y="337882"/>
                  </a:lnTo>
                  <a:lnTo>
                    <a:pt x="7114872" y="337882"/>
                  </a:lnTo>
                  <a:lnTo>
                    <a:pt x="7114998" y="337882"/>
                  </a:lnTo>
                  <a:lnTo>
                    <a:pt x="7115124" y="337882"/>
                  </a:lnTo>
                  <a:lnTo>
                    <a:pt x="7115250" y="337882"/>
                  </a:lnTo>
                  <a:lnTo>
                    <a:pt x="7115376" y="337882"/>
                  </a:lnTo>
                  <a:lnTo>
                    <a:pt x="7115502" y="337882"/>
                  </a:lnTo>
                  <a:lnTo>
                    <a:pt x="7115628" y="337882"/>
                  </a:lnTo>
                  <a:lnTo>
                    <a:pt x="7115754" y="337882"/>
                  </a:lnTo>
                  <a:lnTo>
                    <a:pt x="7115880" y="337882"/>
                  </a:lnTo>
                  <a:lnTo>
                    <a:pt x="7116006" y="337882"/>
                  </a:lnTo>
                  <a:lnTo>
                    <a:pt x="7116132" y="337882"/>
                  </a:lnTo>
                  <a:lnTo>
                    <a:pt x="7116259" y="337882"/>
                  </a:lnTo>
                  <a:lnTo>
                    <a:pt x="7116385" y="337882"/>
                  </a:lnTo>
                  <a:lnTo>
                    <a:pt x="7116511" y="337882"/>
                  </a:lnTo>
                  <a:lnTo>
                    <a:pt x="7116637" y="337882"/>
                  </a:lnTo>
                  <a:lnTo>
                    <a:pt x="7116763" y="337882"/>
                  </a:lnTo>
                  <a:lnTo>
                    <a:pt x="7116889" y="337882"/>
                  </a:lnTo>
                  <a:lnTo>
                    <a:pt x="7117015" y="337882"/>
                  </a:lnTo>
                  <a:lnTo>
                    <a:pt x="7117141" y="337882"/>
                  </a:lnTo>
                  <a:lnTo>
                    <a:pt x="7117267" y="337882"/>
                  </a:lnTo>
                  <a:lnTo>
                    <a:pt x="7117393" y="337882"/>
                  </a:lnTo>
                  <a:lnTo>
                    <a:pt x="7117519" y="337882"/>
                  </a:lnTo>
                  <a:lnTo>
                    <a:pt x="7117645" y="337882"/>
                  </a:lnTo>
                  <a:lnTo>
                    <a:pt x="7117772" y="337882"/>
                  </a:lnTo>
                  <a:lnTo>
                    <a:pt x="7117898" y="337882"/>
                  </a:lnTo>
                  <a:lnTo>
                    <a:pt x="7118024" y="337882"/>
                  </a:lnTo>
                  <a:lnTo>
                    <a:pt x="7118150" y="337882"/>
                  </a:lnTo>
                  <a:lnTo>
                    <a:pt x="7118276" y="337882"/>
                  </a:lnTo>
                  <a:lnTo>
                    <a:pt x="7118402" y="337882"/>
                  </a:lnTo>
                  <a:lnTo>
                    <a:pt x="7118528" y="337882"/>
                  </a:lnTo>
                  <a:lnTo>
                    <a:pt x="7118654" y="337882"/>
                  </a:lnTo>
                  <a:lnTo>
                    <a:pt x="7118780" y="337882"/>
                  </a:lnTo>
                  <a:lnTo>
                    <a:pt x="7118906" y="337882"/>
                  </a:lnTo>
                  <a:lnTo>
                    <a:pt x="7119032" y="337882"/>
                  </a:lnTo>
                  <a:lnTo>
                    <a:pt x="7119159" y="337882"/>
                  </a:lnTo>
                  <a:lnTo>
                    <a:pt x="7119285" y="337882"/>
                  </a:lnTo>
                  <a:lnTo>
                    <a:pt x="7119411" y="337882"/>
                  </a:lnTo>
                  <a:lnTo>
                    <a:pt x="7119537" y="337882"/>
                  </a:lnTo>
                  <a:lnTo>
                    <a:pt x="7119663" y="337882"/>
                  </a:lnTo>
                  <a:lnTo>
                    <a:pt x="7119789" y="337882"/>
                  </a:lnTo>
                  <a:lnTo>
                    <a:pt x="7119915" y="337882"/>
                  </a:lnTo>
                  <a:lnTo>
                    <a:pt x="7120041" y="337882"/>
                  </a:lnTo>
                  <a:lnTo>
                    <a:pt x="7120167" y="337882"/>
                  </a:lnTo>
                  <a:lnTo>
                    <a:pt x="7120293" y="337882"/>
                  </a:lnTo>
                  <a:lnTo>
                    <a:pt x="7120419" y="337882"/>
                  </a:lnTo>
                  <a:lnTo>
                    <a:pt x="7120546" y="337882"/>
                  </a:lnTo>
                  <a:lnTo>
                    <a:pt x="7120672" y="337882"/>
                  </a:lnTo>
                  <a:lnTo>
                    <a:pt x="7120798" y="337882"/>
                  </a:lnTo>
                  <a:lnTo>
                    <a:pt x="7120924" y="337882"/>
                  </a:lnTo>
                  <a:lnTo>
                    <a:pt x="7121050" y="337882"/>
                  </a:lnTo>
                  <a:lnTo>
                    <a:pt x="7121176" y="337882"/>
                  </a:lnTo>
                  <a:lnTo>
                    <a:pt x="7121302" y="337882"/>
                  </a:lnTo>
                  <a:lnTo>
                    <a:pt x="7121428" y="337882"/>
                  </a:lnTo>
                  <a:lnTo>
                    <a:pt x="7121554" y="337882"/>
                  </a:lnTo>
                  <a:lnTo>
                    <a:pt x="7121680" y="337882"/>
                  </a:lnTo>
                  <a:lnTo>
                    <a:pt x="7121806" y="337882"/>
                  </a:lnTo>
                  <a:lnTo>
                    <a:pt x="7121932" y="337882"/>
                  </a:lnTo>
                  <a:lnTo>
                    <a:pt x="7122059" y="337882"/>
                  </a:lnTo>
                  <a:lnTo>
                    <a:pt x="7122185" y="337882"/>
                  </a:lnTo>
                  <a:lnTo>
                    <a:pt x="7122311" y="337882"/>
                  </a:lnTo>
                  <a:lnTo>
                    <a:pt x="7122437" y="337882"/>
                  </a:lnTo>
                  <a:lnTo>
                    <a:pt x="7122563" y="337882"/>
                  </a:lnTo>
                  <a:lnTo>
                    <a:pt x="7122689" y="337882"/>
                  </a:lnTo>
                  <a:lnTo>
                    <a:pt x="7122815" y="337882"/>
                  </a:lnTo>
                  <a:lnTo>
                    <a:pt x="7122941" y="337882"/>
                  </a:lnTo>
                  <a:lnTo>
                    <a:pt x="7123067" y="337882"/>
                  </a:lnTo>
                  <a:lnTo>
                    <a:pt x="7123193" y="337882"/>
                  </a:lnTo>
                  <a:lnTo>
                    <a:pt x="7123319" y="337882"/>
                  </a:lnTo>
                  <a:lnTo>
                    <a:pt x="7123446" y="337882"/>
                  </a:lnTo>
                  <a:lnTo>
                    <a:pt x="7123572" y="337882"/>
                  </a:lnTo>
                  <a:lnTo>
                    <a:pt x="7123698" y="337882"/>
                  </a:lnTo>
                  <a:lnTo>
                    <a:pt x="7123824" y="337882"/>
                  </a:lnTo>
                  <a:lnTo>
                    <a:pt x="7123950" y="337882"/>
                  </a:lnTo>
                  <a:lnTo>
                    <a:pt x="7124076" y="337882"/>
                  </a:lnTo>
                  <a:lnTo>
                    <a:pt x="7124202" y="337882"/>
                  </a:lnTo>
                  <a:lnTo>
                    <a:pt x="7124328" y="337882"/>
                  </a:lnTo>
                  <a:lnTo>
                    <a:pt x="7124454" y="337882"/>
                  </a:lnTo>
                  <a:lnTo>
                    <a:pt x="7124580" y="337882"/>
                  </a:lnTo>
                  <a:lnTo>
                    <a:pt x="7124706" y="337882"/>
                  </a:lnTo>
                  <a:lnTo>
                    <a:pt x="7124832" y="337882"/>
                  </a:lnTo>
                  <a:lnTo>
                    <a:pt x="7124959" y="337882"/>
                  </a:lnTo>
                  <a:lnTo>
                    <a:pt x="7125085" y="337882"/>
                  </a:lnTo>
                  <a:lnTo>
                    <a:pt x="7125211" y="337882"/>
                  </a:lnTo>
                  <a:lnTo>
                    <a:pt x="7125337" y="337882"/>
                  </a:lnTo>
                  <a:lnTo>
                    <a:pt x="7125463" y="337882"/>
                  </a:lnTo>
                  <a:lnTo>
                    <a:pt x="7125589" y="337882"/>
                  </a:lnTo>
                  <a:lnTo>
                    <a:pt x="7125715" y="337882"/>
                  </a:lnTo>
                  <a:lnTo>
                    <a:pt x="7125841" y="337882"/>
                  </a:lnTo>
                  <a:lnTo>
                    <a:pt x="7125967" y="337882"/>
                  </a:lnTo>
                  <a:lnTo>
                    <a:pt x="7126093" y="337882"/>
                  </a:lnTo>
                  <a:lnTo>
                    <a:pt x="7126219" y="337882"/>
                  </a:lnTo>
                  <a:lnTo>
                    <a:pt x="7126346" y="337882"/>
                  </a:lnTo>
                  <a:lnTo>
                    <a:pt x="7126472" y="337882"/>
                  </a:lnTo>
                  <a:lnTo>
                    <a:pt x="7126598" y="337882"/>
                  </a:lnTo>
                  <a:lnTo>
                    <a:pt x="7126724" y="337882"/>
                  </a:lnTo>
                  <a:lnTo>
                    <a:pt x="7126850" y="337882"/>
                  </a:lnTo>
                  <a:lnTo>
                    <a:pt x="7126976" y="337882"/>
                  </a:lnTo>
                  <a:lnTo>
                    <a:pt x="7127102" y="337882"/>
                  </a:lnTo>
                  <a:lnTo>
                    <a:pt x="7127228" y="337882"/>
                  </a:lnTo>
                  <a:lnTo>
                    <a:pt x="7127354" y="337882"/>
                  </a:lnTo>
                  <a:lnTo>
                    <a:pt x="7127480" y="337882"/>
                  </a:lnTo>
                  <a:lnTo>
                    <a:pt x="7127606" y="337882"/>
                  </a:lnTo>
                  <a:lnTo>
                    <a:pt x="7127733" y="337882"/>
                  </a:lnTo>
                  <a:lnTo>
                    <a:pt x="7127859" y="337882"/>
                  </a:lnTo>
                  <a:lnTo>
                    <a:pt x="7127985" y="337882"/>
                  </a:lnTo>
                  <a:lnTo>
                    <a:pt x="7128111" y="337882"/>
                  </a:lnTo>
                  <a:lnTo>
                    <a:pt x="7128237" y="337882"/>
                  </a:lnTo>
                  <a:lnTo>
                    <a:pt x="7128363" y="337882"/>
                  </a:lnTo>
                  <a:lnTo>
                    <a:pt x="7128489" y="337882"/>
                  </a:lnTo>
                  <a:lnTo>
                    <a:pt x="7128615" y="337882"/>
                  </a:lnTo>
                  <a:lnTo>
                    <a:pt x="7128741" y="337882"/>
                  </a:lnTo>
                  <a:lnTo>
                    <a:pt x="7128867" y="337882"/>
                  </a:lnTo>
                  <a:lnTo>
                    <a:pt x="7128993" y="337882"/>
                  </a:lnTo>
                  <a:lnTo>
                    <a:pt x="7129119" y="337882"/>
                  </a:lnTo>
                  <a:lnTo>
                    <a:pt x="7129246" y="337882"/>
                  </a:lnTo>
                  <a:lnTo>
                    <a:pt x="7129372" y="337882"/>
                  </a:lnTo>
                  <a:lnTo>
                    <a:pt x="7129498" y="337882"/>
                  </a:lnTo>
                  <a:lnTo>
                    <a:pt x="7129624" y="337882"/>
                  </a:lnTo>
                  <a:lnTo>
                    <a:pt x="7129750" y="337882"/>
                  </a:lnTo>
                  <a:lnTo>
                    <a:pt x="7129876" y="337882"/>
                  </a:lnTo>
                  <a:lnTo>
                    <a:pt x="7130002" y="337882"/>
                  </a:lnTo>
                  <a:lnTo>
                    <a:pt x="7130128" y="337882"/>
                  </a:lnTo>
                  <a:lnTo>
                    <a:pt x="7130254" y="337882"/>
                  </a:lnTo>
                  <a:lnTo>
                    <a:pt x="7130380" y="337882"/>
                  </a:lnTo>
                  <a:lnTo>
                    <a:pt x="7130506" y="337882"/>
                  </a:lnTo>
                  <a:lnTo>
                    <a:pt x="7130633" y="337882"/>
                  </a:lnTo>
                  <a:lnTo>
                    <a:pt x="7130759" y="337882"/>
                  </a:lnTo>
                  <a:lnTo>
                    <a:pt x="7130885" y="337882"/>
                  </a:lnTo>
                  <a:lnTo>
                    <a:pt x="7131011" y="337882"/>
                  </a:lnTo>
                  <a:lnTo>
                    <a:pt x="7131011" y="332603"/>
                  </a:lnTo>
                  <a:lnTo>
                    <a:pt x="7131137" y="332603"/>
                  </a:lnTo>
                  <a:lnTo>
                    <a:pt x="7131263" y="332603"/>
                  </a:lnTo>
                  <a:lnTo>
                    <a:pt x="7131389" y="332603"/>
                  </a:lnTo>
                  <a:lnTo>
                    <a:pt x="7131515" y="332603"/>
                  </a:lnTo>
                  <a:lnTo>
                    <a:pt x="7131641" y="332603"/>
                  </a:lnTo>
                  <a:lnTo>
                    <a:pt x="7131767" y="332603"/>
                  </a:lnTo>
                  <a:lnTo>
                    <a:pt x="7131893" y="332603"/>
                  </a:lnTo>
                  <a:lnTo>
                    <a:pt x="7132019" y="332603"/>
                  </a:lnTo>
                  <a:lnTo>
                    <a:pt x="7132146" y="332603"/>
                  </a:lnTo>
                  <a:lnTo>
                    <a:pt x="7132272" y="332603"/>
                  </a:lnTo>
                  <a:lnTo>
                    <a:pt x="7132398" y="332603"/>
                  </a:lnTo>
                  <a:lnTo>
                    <a:pt x="7132524" y="332603"/>
                  </a:lnTo>
                  <a:lnTo>
                    <a:pt x="7132650" y="332603"/>
                  </a:lnTo>
                  <a:lnTo>
                    <a:pt x="7132776" y="332603"/>
                  </a:lnTo>
                  <a:lnTo>
                    <a:pt x="7132902" y="332603"/>
                  </a:lnTo>
                  <a:lnTo>
                    <a:pt x="7133028" y="332603"/>
                  </a:lnTo>
                  <a:lnTo>
                    <a:pt x="7133154" y="332603"/>
                  </a:lnTo>
                  <a:lnTo>
                    <a:pt x="7133280" y="332603"/>
                  </a:lnTo>
                  <a:lnTo>
                    <a:pt x="7133406" y="332603"/>
                  </a:lnTo>
                  <a:lnTo>
                    <a:pt x="7133533" y="332603"/>
                  </a:lnTo>
                  <a:lnTo>
                    <a:pt x="7133659" y="332603"/>
                  </a:lnTo>
                  <a:lnTo>
                    <a:pt x="7133785" y="332603"/>
                  </a:lnTo>
                  <a:lnTo>
                    <a:pt x="7133911" y="332603"/>
                  </a:lnTo>
                  <a:lnTo>
                    <a:pt x="7134037" y="332603"/>
                  </a:lnTo>
                  <a:lnTo>
                    <a:pt x="7134163" y="332603"/>
                  </a:lnTo>
                  <a:lnTo>
                    <a:pt x="7134289" y="332603"/>
                  </a:lnTo>
                  <a:lnTo>
                    <a:pt x="7134415" y="332603"/>
                  </a:lnTo>
                  <a:lnTo>
                    <a:pt x="7134541" y="332603"/>
                  </a:lnTo>
                  <a:lnTo>
                    <a:pt x="7134667" y="332603"/>
                  </a:lnTo>
                  <a:lnTo>
                    <a:pt x="7134793" y="332603"/>
                  </a:lnTo>
                  <a:lnTo>
                    <a:pt x="7134919" y="332603"/>
                  </a:lnTo>
                  <a:lnTo>
                    <a:pt x="7135046" y="332603"/>
                  </a:lnTo>
                  <a:lnTo>
                    <a:pt x="7135172" y="332603"/>
                  </a:lnTo>
                  <a:lnTo>
                    <a:pt x="7135298" y="332603"/>
                  </a:lnTo>
                  <a:lnTo>
                    <a:pt x="7135424" y="332603"/>
                  </a:lnTo>
                  <a:lnTo>
                    <a:pt x="7135550" y="332603"/>
                  </a:lnTo>
                  <a:lnTo>
                    <a:pt x="7135676" y="332603"/>
                  </a:lnTo>
                  <a:lnTo>
                    <a:pt x="7135802" y="332603"/>
                  </a:lnTo>
                  <a:lnTo>
                    <a:pt x="7135928" y="332603"/>
                  </a:lnTo>
                  <a:lnTo>
                    <a:pt x="7136054" y="332603"/>
                  </a:lnTo>
                  <a:lnTo>
                    <a:pt x="7136180" y="332603"/>
                  </a:lnTo>
                  <a:lnTo>
                    <a:pt x="7136306" y="332603"/>
                  </a:lnTo>
                  <a:lnTo>
                    <a:pt x="7136433" y="332603"/>
                  </a:lnTo>
                  <a:lnTo>
                    <a:pt x="7136559" y="332603"/>
                  </a:lnTo>
                  <a:lnTo>
                    <a:pt x="7136685" y="332603"/>
                  </a:lnTo>
                  <a:lnTo>
                    <a:pt x="7136811" y="332603"/>
                  </a:lnTo>
                  <a:lnTo>
                    <a:pt x="7136937" y="332603"/>
                  </a:lnTo>
                  <a:lnTo>
                    <a:pt x="7137063" y="332603"/>
                  </a:lnTo>
                  <a:lnTo>
                    <a:pt x="7137189" y="332603"/>
                  </a:lnTo>
                  <a:lnTo>
                    <a:pt x="7137315" y="332603"/>
                  </a:lnTo>
                  <a:lnTo>
                    <a:pt x="7137441" y="332603"/>
                  </a:lnTo>
                  <a:lnTo>
                    <a:pt x="7137567" y="332603"/>
                  </a:lnTo>
                  <a:lnTo>
                    <a:pt x="7137693" y="332603"/>
                  </a:lnTo>
                  <a:lnTo>
                    <a:pt x="7137820" y="332603"/>
                  </a:lnTo>
                  <a:lnTo>
                    <a:pt x="7137946" y="332603"/>
                  </a:lnTo>
                  <a:lnTo>
                    <a:pt x="7138072" y="332603"/>
                  </a:lnTo>
                  <a:lnTo>
                    <a:pt x="7138198" y="332603"/>
                  </a:lnTo>
                  <a:lnTo>
                    <a:pt x="7138324" y="332603"/>
                  </a:lnTo>
                  <a:lnTo>
                    <a:pt x="7138450" y="332603"/>
                  </a:lnTo>
                  <a:lnTo>
                    <a:pt x="7138576" y="332603"/>
                  </a:lnTo>
                  <a:lnTo>
                    <a:pt x="7138702" y="332603"/>
                  </a:lnTo>
                  <a:lnTo>
                    <a:pt x="7138828" y="332603"/>
                  </a:lnTo>
                  <a:lnTo>
                    <a:pt x="7138954" y="332603"/>
                  </a:lnTo>
                  <a:lnTo>
                    <a:pt x="7139080" y="332603"/>
                  </a:lnTo>
                  <a:lnTo>
                    <a:pt x="7139206" y="332603"/>
                  </a:lnTo>
                  <a:lnTo>
                    <a:pt x="7139333" y="332603"/>
                  </a:lnTo>
                  <a:lnTo>
                    <a:pt x="7139459" y="332603"/>
                  </a:lnTo>
                  <a:lnTo>
                    <a:pt x="7139585" y="332603"/>
                  </a:lnTo>
                  <a:lnTo>
                    <a:pt x="7139711" y="332603"/>
                  </a:lnTo>
                  <a:lnTo>
                    <a:pt x="7139837" y="332603"/>
                  </a:lnTo>
                  <a:lnTo>
                    <a:pt x="7139963" y="332603"/>
                  </a:lnTo>
                  <a:lnTo>
                    <a:pt x="7140089" y="332603"/>
                  </a:lnTo>
                  <a:lnTo>
                    <a:pt x="7140215" y="332603"/>
                  </a:lnTo>
                  <a:lnTo>
                    <a:pt x="7140341" y="332603"/>
                  </a:lnTo>
                  <a:lnTo>
                    <a:pt x="7140467" y="332603"/>
                  </a:lnTo>
                  <a:lnTo>
                    <a:pt x="7140593" y="332603"/>
                  </a:lnTo>
                  <a:lnTo>
                    <a:pt x="7140720" y="332603"/>
                  </a:lnTo>
                  <a:lnTo>
                    <a:pt x="7140846" y="332603"/>
                  </a:lnTo>
                  <a:lnTo>
                    <a:pt x="7140972" y="332603"/>
                  </a:lnTo>
                  <a:lnTo>
                    <a:pt x="7141098" y="332603"/>
                  </a:lnTo>
                  <a:lnTo>
                    <a:pt x="7141224" y="332603"/>
                  </a:lnTo>
                  <a:lnTo>
                    <a:pt x="7141350" y="332603"/>
                  </a:lnTo>
                  <a:lnTo>
                    <a:pt x="7141476" y="332603"/>
                  </a:lnTo>
                  <a:lnTo>
                    <a:pt x="7141602" y="332603"/>
                  </a:lnTo>
                  <a:lnTo>
                    <a:pt x="7141728" y="332603"/>
                  </a:lnTo>
                  <a:lnTo>
                    <a:pt x="7141854" y="332603"/>
                  </a:lnTo>
                  <a:lnTo>
                    <a:pt x="7141980" y="332603"/>
                  </a:lnTo>
                  <a:lnTo>
                    <a:pt x="7142106" y="332603"/>
                  </a:lnTo>
                  <a:lnTo>
                    <a:pt x="7142106" y="327324"/>
                  </a:lnTo>
                  <a:lnTo>
                    <a:pt x="7142233" y="327324"/>
                  </a:lnTo>
                  <a:lnTo>
                    <a:pt x="7142359" y="327324"/>
                  </a:lnTo>
                  <a:lnTo>
                    <a:pt x="7142485" y="327324"/>
                  </a:lnTo>
                  <a:lnTo>
                    <a:pt x="7142611" y="327324"/>
                  </a:lnTo>
                  <a:lnTo>
                    <a:pt x="7142737" y="327324"/>
                  </a:lnTo>
                  <a:lnTo>
                    <a:pt x="7142863" y="327324"/>
                  </a:lnTo>
                  <a:lnTo>
                    <a:pt x="7142989" y="327324"/>
                  </a:lnTo>
                  <a:lnTo>
                    <a:pt x="7143115" y="327324"/>
                  </a:lnTo>
                  <a:lnTo>
                    <a:pt x="7143241" y="327324"/>
                  </a:lnTo>
                  <a:lnTo>
                    <a:pt x="7143367" y="327324"/>
                  </a:lnTo>
                  <a:lnTo>
                    <a:pt x="7143493" y="327324"/>
                  </a:lnTo>
                  <a:lnTo>
                    <a:pt x="7143620" y="327324"/>
                  </a:lnTo>
                  <a:lnTo>
                    <a:pt x="7143746" y="327324"/>
                  </a:lnTo>
                  <a:lnTo>
                    <a:pt x="7143872" y="327324"/>
                  </a:lnTo>
                  <a:lnTo>
                    <a:pt x="7143998" y="327324"/>
                  </a:lnTo>
                  <a:lnTo>
                    <a:pt x="7144124" y="327324"/>
                  </a:lnTo>
                  <a:lnTo>
                    <a:pt x="7144250" y="327324"/>
                  </a:lnTo>
                  <a:lnTo>
                    <a:pt x="7144376" y="327324"/>
                  </a:lnTo>
                  <a:lnTo>
                    <a:pt x="7144502" y="327324"/>
                  </a:lnTo>
                  <a:lnTo>
                    <a:pt x="7144628" y="327324"/>
                  </a:lnTo>
                  <a:lnTo>
                    <a:pt x="7144754" y="327324"/>
                  </a:lnTo>
                  <a:lnTo>
                    <a:pt x="7144880" y="327324"/>
                  </a:lnTo>
                  <a:lnTo>
                    <a:pt x="7145007" y="327324"/>
                  </a:lnTo>
                  <a:lnTo>
                    <a:pt x="7145133" y="327324"/>
                  </a:lnTo>
                  <a:lnTo>
                    <a:pt x="7145259" y="327324"/>
                  </a:lnTo>
                  <a:lnTo>
                    <a:pt x="7145385" y="327324"/>
                  </a:lnTo>
                  <a:lnTo>
                    <a:pt x="7145511" y="327324"/>
                  </a:lnTo>
                  <a:lnTo>
                    <a:pt x="7145637" y="327324"/>
                  </a:lnTo>
                  <a:lnTo>
                    <a:pt x="7145637" y="322044"/>
                  </a:lnTo>
                  <a:lnTo>
                    <a:pt x="7145763" y="322044"/>
                  </a:lnTo>
                  <a:lnTo>
                    <a:pt x="7145889" y="322044"/>
                  </a:lnTo>
                  <a:lnTo>
                    <a:pt x="7146015" y="322044"/>
                  </a:lnTo>
                  <a:lnTo>
                    <a:pt x="7146141" y="322044"/>
                  </a:lnTo>
                  <a:lnTo>
                    <a:pt x="7146267" y="322044"/>
                  </a:lnTo>
                  <a:lnTo>
                    <a:pt x="7146393" y="322044"/>
                  </a:lnTo>
                  <a:lnTo>
                    <a:pt x="7146520" y="322044"/>
                  </a:lnTo>
                  <a:lnTo>
                    <a:pt x="7146646" y="322044"/>
                  </a:lnTo>
                  <a:lnTo>
                    <a:pt x="7146772" y="322044"/>
                  </a:lnTo>
                  <a:lnTo>
                    <a:pt x="7146898" y="322044"/>
                  </a:lnTo>
                  <a:lnTo>
                    <a:pt x="7147024" y="322044"/>
                  </a:lnTo>
                  <a:lnTo>
                    <a:pt x="7147150" y="322044"/>
                  </a:lnTo>
                  <a:lnTo>
                    <a:pt x="7147276" y="322044"/>
                  </a:lnTo>
                  <a:lnTo>
                    <a:pt x="7147402" y="322044"/>
                  </a:lnTo>
                  <a:lnTo>
                    <a:pt x="7147528" y="322044"/>
                  </a:lnTo>
                  <a:lnTo>
                    <a:pt x="7147654" y="322044"/>
                  </a:lnTo>
                  <a:lnTo>
                    <a:pt x="7147780" y="322044"/>
                  </a:lnTo>
                  <a:lnTo>
                    <a:pt x="7147907" y="322044"/>
                  </a:lnTo>
                  <a:lnTo>
                    <a:pt x="7148033" y="322044"/>
                  </a:lnTo>
                  <a:lnTo>
                    <a:pt x="7148159" y="322044"/>
                  </a:lnTo>
                  <a:lnTo>
                    <a:pt x="7148285" y="322044"/>
                  </a:lnTo>
                  <a:lnTo>
                    <a:pt x="7148411" y="322044"/>
                  </a:lnTo>
                  <a:lnTo>
                    <a:pt x="7148537" y="322044"/>
                  </a:lnTo>
                  <a:lnTo>
                    <a:pt x="7148663" y="322044"/>
                  </a:lnTo>
                  <a:lnTo>
                    <a:pt x="7148789" y="322044"/>
                  </a:lnTo>
                  <a:lnTo>
                    <a:pt x="7148915" y="322044"/>
                  </a:lnTo>
                  <a:lnTo>
                    <a:pt x="7149041" y="322044"/>
                  </a:lnTo>
                  <a:lnTo>
                    <a:pt x="7149167" y="322044"/>
                  </a:lnTo>
                  <a:lnTo>
                    <a:pt x="7149293" y="322044"/>
                  </a:lnTo>
                  <a:lnTo>
                    <a:pt x="7149420" y="322044"/>
                  </a:lnTo>
                  <a:lnTo>
                    <a:pt x="7149546" y="322044"/>
                  </a:lnTo>
                  <a:lnTo>
                    <a:pt x="7149672" y="322044"/>
                  </a:lnTo>
                  <a:lnTo>
                    <a:pt x="7149798" y="322044"/>
                  </a:lnTo>
                  <a:lnTo>
                    <a:pt x="7149924" y="322044"/>
                  </a:lnTo>
                  <a:lnTo>
                    <a:pt x="7150050" y="322044"/>
                  </a:lnTo>
                  <a:lnTo>
                    <a:pt x="7150050" y="316765"/>
                  </a:lnTo>
                  <a:lnTo>
                    <a:pt x="7150176" y="316765"/>
                  </a:lnTo>
                  <a:lnTo>
                    <a:pt x="7150302" y="316765"/>
                  </a:lnTo>
                  <a:lnTo>
                    <a:pt x="7150428" y="316765"/>
                  </a:lnTo>
                  <a:lnTo>
                    <a:pt x="7150554" y="316765"/>
                  </a:lnTo>
                  <a:lnTo>
                    <a:pt x="7150680" y="316765"/>
                  </a:lnTo>
                  <a:lnTo>
                    <a:pt x="7150807" y="316765"/>
                  </a:lnTo>
                  <a:lnTo>
                    <a:pt x="7150933" y="316765"/>
                  </a:lnTo>
                  <a:lnTo>
                    <a:pt x="7151059" y="316765"/>
                  </a:lnTo>
                  <a:lnTo>
                    <a:pt x="7151185" y="316765"/>
                  </a:lnTo>
                  <a:lnTo>
                    <a:pt x="7151311" y="316765"/>
                  </a:lnTo>
                  <a:lnTo>
                    <a:pt x="7151437" y="316765"/>
                  </a:lnTo>
                  <a:lnTo>
                    <a:pt x="7151563" y="316765"/>
                  </a:lnTo>
                  <a:lnTo>
                    <a:pt x="7151689" y="316765"/>
                  </a:lnTo>
                  <a:lnTo>
                    <a:pt x="7151815" y="316765"/>
                  </a:lnTo>
                  <a:lnTo>
                    <a:pt x="7151941" y="316765"/>
                  </a:lnTo>
                  <a:lnTo>
                    <a:pt x="7152067" y="316765"/>
                  </a:lnTo>
                  <a:lnTo>
                    <a:pt x="7152193" y="316765"/>
                  </a:lnTo>
                  <a:lnTo>
                    <a:pt x="7152320" y="316765"/>
                  </a:lnTo>
                  <a:lnTo>
                    <a:pt x="7152446" y="316765"/>
                  </a:lnTo>
                  <a:lnTo>
                    <a:pt x="7152572" y="316765"/>
                  </a:lnTo>
                  <a:lnTo>
                    <a:pt x="7152698" y="316765"/>
                  </a:lnTo>
                  <a:lnTo>
                    <a:pt x="7152824" y="316765"/>
                  </a:lnTo>
                  <a:lnTo>
                    <a:pt x="7152950" y="316765"/>
                  </a:lnTo>
                  <a:lnTo>
                    <a:pt x="7153076" y="316765"/>
                  </a:lnTo>
                  <a:lnTo>
                    <a:pt x="7153202" y="316765"/>
                  </a:lnTo>
                  <a:lnTo>
                    <a:pt x="7153328" y="316765"/>
                  </a:lnTo>
                  <a:lnTo>
                    <a:pt x="7153454" y="316765"/>
                  </a:lnTo>
                  <a:lnTo>
                    <a:pt x="7153580" y="316765"/>
                  </a:lnTo>
                  <a:lnTo>
                    <a:pt x="7153707" y="316765"/>
                  </a:lnTo>
                  <a:lnTo>
                    <a:pt x="7153833" y="316765"/>
                  </a:lnTo>
                  <a:lnTo>
                    <a:pt x="7153959" y="316765"/>
                  </a:lnTo>
                  <a:lnTo>
                    <a:pt x="7154085" y="316765"/>
                  </a:lnTo>
                  <a:lnTo>
                    <a:pt x="7154211" y="316765"/>
                  </a:lnTo>
                  <a:lnTo>
                    <a:pt x="7154337" y="316765"/>
                  </a:lnTo>
                  <a:lnTo>
                    <a:pt x="7154463" y="316765"/>
                  </a:lnTo>
                  <a:lnTo>
                    <a:pt x="7154589" y="316765"/>
                  </a:lnTo>
                  <a:lnTo>
                    <a:pt x="7154715" y="316765"/>
                  </a:lnTo>
                  <a:lnTo>
                    <a:pt x="7154841" y="316765"/>
                  </a:lnTo>
                  <a:lnTo>
                    <a:pt x="7154967" y="316765"/>
                  </a:lnTo>
                  <a:lnTo>
                    <a:pt x="7155094" y="316765"/>
                  </a:lnTo>
                  <a:lnTo>
                    <a:pt x="7155220" y="316765"/>
                  </a:lnTo>
                  <a:lnTo>
                    <a:pt x="7155346" y="316765"/>
                  </a:lnTo>
                  <a:lnTo>
                    <a:pt x="7155472" y="316765"/>
                  </a:lnTo>
                  <a:lnTo>
                    <a:pt x="7155598" y="316765"/>
                  </a:lnTo>
                  <a:lnTo>
                    <a:pt x="7155724" y="316765"/>
                  </a:lnTo>
                  <a:lnTo>
                    <a:pt x="7155850" y="316765"/>
                  </a:lnTo>
                  <a:lnTo>
                    <a:pt x="7155976" y="316765"/>
                  </a:lnTo>
                  <a:lnTo>
                    <a:pt x="7156102" y="316765"/>
                  </a:lnTo>
                  <a:lnTo>
                    <a:pt x="7156228" y="316765"/>
                  </a:lnTo>
                  <a:lnTo>
                    <a:pt x="7156354" y="316765"/>
                  </a:lnTo>
                  <a:lnTo>
                    <a:pt x="7156480" y="316765"/>
                  </a:lnTo>
                  <a:lnTo>
                    <a:pt x="7156607" y="316765"/>
                  </a:lnTo>
                  <a:lnTo>
                    <a:pt x="7156733" y="316765"/>
                  </a:lnTo>
                  <a:lnTo>
                    <a:pt x="7156859" y="316765"/>
                  </a:lnTo>
                  <a:lnTo>
                    <a:pt x="7156985" y="316765"/>
                  </a:lnTo>
                  <a:lnTo>
                    <a:pt x="7157111" y="316765"/>
                  </a:lnTo>
                  <a:lnTo>
                    <a:pt x="7157237" y="316765"/>
                  </a:lnTo>
                  <a:lnTo>
                    <a:pt x="7157363" y="316765"/>
                  </a:lnTo>
                  <a:lnTo>
                    <a:pt x="7157489" y="316765"/>
                  </a:lnTo>
                  <a:lnTo>
                    <a:pt x="7157615" y="316765"/>
                  </a:lnTo>
                  <a:lnTo>
                    <a:pt x="7157741" y="316765"/>
                  </a:lnTo>
                  <a:lnTo>
                    <a:pt x="7157867" y="316765"/>
                  </a:lnTo>
                  <a:lnTo>
                    <a:pt x="7157994" y="316765"/>
                  </a:lnTo>
                  <a:lnTo>
                    <a:pt x="7158120" y="316765"/>
                  </a:lnTo>
                  <a:lnTo>
                    <a:pt x="7158246" y="316765"/>
                  </a:lnTo>
                  <a:lnTo>
                    <a:pt x="7158372" y="316765"/>
                  </a:lnTo>
                  <a:lnTo>
                    <a:pt x="7158498" y="316765"/>
                  </a:lnTo>
                  <a:lnTo>
                    <a:pt x="7158624" y="316765"/>
                  </a:lnTo>
                  <a:lnTo>
                    <a:pt x="7158750" y="316765"/>
                  </a:lnTo>
                  <a:lnTo>
                    <a:pt x="7158876" y="316765"/>
                  </a:lnTo>
                  <a:lnTo>
                    <a:pt x="7159002" y="316765"/>
                  </a:lnTo>
                  <a:lnTo>
                    <a:pt x="7159128" y="316765"/>
                  </a:lnTo>
                  <a:lnTo>
                    <a:pt x="7159254" y="316765"/>
                  </a:lnTo>
                  <a:lnTo>
                    <a:pt x="7159380" y="316765"/>
                  </a:lnTo>
                  <a:lnTo>
                    <a:pt x="7159507" y="316765"/>
                  </a:lnTo>
                  <a:lnTo>
                    <a:pt x="7159633" y="316765"/>
                  </a:lnTo>
                  <a:lnTo>
                    <a:pt x="7159759" y="316765"/>
                  </a:lnTo>
                  <a:lnTo>
                    <a:pt x="7159885" y="316765"/>
                  </a:lnTo>
                  <a:lnTo>
                    <a:pt x="7160011" y="316765"/>
                  </a:lnTo>
                  <a:lnTo>
                    <a:pt x="7160137" y="316765"/>
                  </a:lnTo>
                  <a:lnTo>
                    <a:pt x="7160263" y="316765"/>
                  </a:lnTo>
                  <a:lnTo>
                    <a:pt x="7160389" y="316765"/>
                  </a:lnTo>
                  <a:lnTo>
                    <a:pt x="7160515" y="316765"/>
                  </a:lnTo>
                  <a:lnTo>
                    <a:pt x="7160641" y="316765"/>
                  </a:lnTo>
                  <a:lnTo>
                    <a:pt x="7160767" y="316765"/>
                  </a:lnTo>
                  <a:lnTo>
                    <a:pt x="7160894" y="316765"/>
                  </a:lnTo>
                  <a:lnTo>
                    <a:pt x="7161020" y="316765"/>
                  </a:lnTo>
                  <a:lnTo>
                    <a:pt x="7161146" y="316765"/>
                  </a:lnTo>
                  <a:lnTo>
                    <a:pt x="7161272" y="316765"/>
                  </a:lnTo>
                  <a:lnTo>
                    <a:pt x="7161398" y="316765"/>
                  </a:lnTo>
                  <a:lnTo>
                    <a:pt x="7161524" y="316765"/>
                  </a:lnTo>
                  <a:lnTo>
                    <a:pt x="7161650" y="316765"/>
                  </a:lnTo>
                  <a:lnTo>
                    <a:pt x="7161776" y="316765"/>
                  </a:lnTo>
                  <a:lnTo>
                    <a:pt x="7161902" y="316765"/>
                  </a:lnTo>
                  <a:lnTo>
                    <a:pt x="7162028" y="316765"/>
                  </a:lnTo>
                  <a:lnTo>
                    <a:pt x="7162154" y="316765"/>
                  </a:lnTo>
                  <a:lnTo>
                    <a:pt x="7162281" y="316765"/>
                  </a:lnTo>
                  <a:lnTo>
                    <a:pt x="7162407" y="316765"/>
                  </a:lnTo>
                  <a:lnTo>
                    <a:pt x="7162533" y="316765"/>
                  </a:lnTo>
                  <a:lnTo>
                    <a:pt x="7162659" y="316765"/>
                  </a:lnTo>
                  <a:lnTo>
                    <a:pt x="7162785" y="316765"/>
                  </a:lnTo>
                  <a:lnTo>
                    <a:pt x="7162911" y="316765"/>
                  </a:lnTo>
                  <a:lnTo>
                    <a:pt x="7163037" y="316765"/>
                  </a:lnTo>
                  <a:lnTo>
                    <a:pt x="7163163" y="316765"/>
                  </a:lnTo>
                  <a:lnTo>
                    <a:pt x="7163289" y="316765"/>
                  </a:lnTo>
                  <a:lnTo>
                    <a:pt x="7163415" y="316765"/>
                  </a:lnTo>
                  <a:lnTo>
                    <a:pt x="7163541" y="316765"/>
                  </a:lnTo>
                  <a:lnTo>
                    <a:pt x="7163667" y="316765"/>
                  </a:lnTo>
                  <a:lnTo>
                    <a:pt x="7163794" y="316765"/>
                  </a:lnTo>
                  <a:lnTo>
                    <a:pt x="7163920" y="316765"/>
                  </a:lnTo>
                  <a:lnTo>
                    <a:pt x="7164046" y="316765"/>
                  </a:lnTo>
                  <a:lnTo>
                    <a:pt x="7164172" y="316765"/>
                  </a:lnTo>
                  <a:lnTo>
                    <a:pt x="7164298" y="316765"/>
                  </a:lnTo>
                  <a:lnTo>
                    <a:pt x="7164424" y="316765"/>
                  </a:lnTo>
                  <a:lnTo>
                    <a:pt x="7164550" y="316765"/>
                  </a:lnTo>
                  <a:lnTo>
                    <a:pt x="7164676" y="316765"/>
                  </a:lnTo>
                  <a:lnTo>
                    <a:pt x="7164802" y="316765"/>
                  </a:lnTo>
                  <a:lnTo>
                    <a:pt x="7164928" y="316765"/>
                  </a:lnTo>
                  <a:lnTo>
                    <a:pt x="7165054" y="316765"/>
                  </a:lnTo>
                  <a:lnTo>
                    <a:pt x="7165181" y="316765"/>
                  </a:lnTo>
                  <a:lnTo>
                    <a:pt x="7165307" y="316765"/>
                  </a:lnTo>
                  <a:lnTo>
                    <a:pt x="7165433" y="316765"/>
                  </a:lnTo>
                  <a:lnTo>
                    <a:pt x="7165559" y="316765"/>
                  </a:lnTo>
                  <a:lnTo>
                    <a:pt x="7165685" y="316765"/>
                  </a:lnTo>
                  <a:lnTo>
                    <a:pt x="7165811" y="316765"/>
                  </a:lnTo>
                  <a:lnTo>
                    <a:pt x="7165937" y="316765"/>
                  </a:lnTo>
                  <a:lnTo>
                    <a:pt x="7166063" y="316765"/>
                  </a:lnTo>
                  <a:lnTo>
                    <a:pt x="7166189" y="316765"/>
                  </a:lnTo>
                  <a:lnTo>
                    <a:pt x="7166315" y="316765"/>
                  </a:lnTo>
                  <a:lnTo>
                    <a:pt x="7166441" y="316765"/>
                  </a:lnTo>
                  <a:lnTo>
                    <a:pt x="7166567" y="316765"/>
                  </a:lnTo>
                  <a:lnTo>
                    <a:pt x="7166694" y="316765"/>
                  </a:lnTo>
                  <a:lnTo>
                    <a:pt x="7166820" y="316765"/>
                  </a:lnTo>
                  <a:lnTo>
                    <a:pt x="7166946" y="316765"/>
                  </a:lnTo>
                  <a:lnTo>
                    <a:pt x="7167072" y="316765"/>
                  </a:lnTo>
                  <a:lnTo>
                    <a:pt x="7167198" y="316765"/>
                  </a:lnTo>
                  <a:lnTo>
                    <a:pt x="7167324" y="316765"/>
                  </a:lnTo>
                  <a:lnTo>
                    <a:pt x="7167450" y="316765"/>
                  </a:lnTo>
                  <a:lnTo>
                    <a:pt x="7167576" y="316765"/>
                  </a:lnTo>
                  <a:lnTo>
                    <a:pt x="7167702" y="316765"/>
                  </a:lnTo>
                  <a:lnTo>
                    <a:pt x="7167828" y="316765"/>
                  </a:lnTo>
                  <a:lnTo>
                    <a:pt x="7167954" y="316765"/>
                  </a:lnTo>
                  <a:lnTo>
                    <a:pt x="7168081" y="316765"/>
                  </a:lnTo>
                  <a:lnTo>
                    <a:pt x="7168207" y="316765"/>
                  </a:lnTo>
                  <a:lnTo>
                    <a:pt x="7168333" y="316765"/>
                  </a:lnTo>
                  <a:lnTo>
                    <a:pt x="7168459" y="316765"/>
                  </a:lnTo>
                  <a:lnTo>
                    <a:pt x="7168585" y="316765"/>
                  </a:lnTo>
                  <a:lnTo>
                    <a:pt x="7168711" y="316765"/>
                  </a:lnTo>
                  <a:lnTo>
                    <a:pt x="7168837" y="316765"/>
                  </a:lnTo>
                  <a:lnTo>
                    <a:pt x="7168963" y="316765"/>
                  </a:lnTo>
                  <a:lnTo>
                    <a:pt x="7169089" y="316765"/>
                  </a:lnTo>
                  <a:lnTo>
                    <a:pt x="7169215" y="316765"/>
                  </a:lnTo>
                  <a:lnTo>
                    <a:pt x="7169341" y="316765"/>
                  </a:lnTo>
                  <a:lnTo>
                    <a:pt x="7169468" y="316765"/>
                  </a:lnTo>
                  <a:lnTo>
                    <a:pt x="7169594" y="316765"/>
                  </a:lnTo>
                  <a:lnTo>
                    <a:pt x="7169720" y="316765"/>
                  </a:lnTo>
                  <a:lnTo>
                    <a:pt x="7169846" y="316765"/>
                  </a:lnTo>
                  <a:lnTo>
                    <a:pt x="7169972" y="316765"/>
                  </a:lnTo>
                  <a:lnTo>
                    <a:pt x="7170098" y="316765"/>
                  </a:lnTo>
                  <a:lnTo>
                    <a:pt x="7170224" y="316765"/>
                  </a:lnTo>
                  <a:lnTo>
                    <a:pt x="7170350" y="316765"/>
                  </a:lnTo>
                  <a:lnTo>
                    <a:pt x="7170476" y="316765"/>
                  </a:lnTo>
                  <a:lnTo>
                    <a:pt x="7170602" y="316765"/>
                  </a:lnTo>
                  <a:lnTo>
                    <a:pt x="7170728" y="316765"/>
                  </a:lnTo>
                  <a:lnTo>
                    <a:pt x="7170854" y="316765"/>
                  </a:lnTo>
                  <a:lnTo>
                    <a:pt x="7170981" y="316765"/>
                  </a:lnTo>
                  <a:lnTo>
                    <a:pt x="7171107" y="316765"/>
                  </a:lnTo>
                  <a:lnTo>
                    <a:pt x="7171233" y="316765"/>
                  </a:lnTo>
                  <a:lnTo>
                    <a:pt x="7171359" y="316765"/>
                  </a:lnTo>
                  <a:lnTo>
                    <a:pt x="7171485" y="316765"/>
                  </a:lnTo>
                  <a:lnTo>
                    <a:pt x="7171611" y="316765"/>
                  </a:lnTo>
                  <a:lnTo>
                    <a:pt x="7171737" y="316765"/>
                  </a:lnTo>
                  <a:lnTo>
                    <a:pt x="7171863" y="316765"/>
                  </a:lnTo>
                  <a:lnTo>
                    <a:pt x="7171989" y="316765"/>
                  </a:lnTo>
                  <a:lnTo>
                    <a:pt x="7172115" y="316765"/>
                  </a:lnTo>
                  <a:lnTo>
                    <a:pt x="7172241" y="316765"/>
                  </a:lnTo>
                  <a:lnTo>
                    <a:pt x="7172368" y="316765"/>
                  </a:lnTo>
                  <a:lnTo>
                    <a:pt x="7172494" y="316765"/>
                  </a:lnTo>
                  <a:lnTo>
                    <a:pt x="7172620" y="316765"/>
                  </a:lnTo>
                  <a:lnTo>
                    <a:pt x="7172746" y="316765"/>
                  </a:lnTo>
                  <a:lnTo>
                    <a:pt x="7172872" y="316765"/>
                  </a:lnTo>
                  <a:lnTo>
                    <a:pt x="7172998" y="316765"/>
                  </a:lnTo>
                  <a:lnTo>
                    <a:pt x="7173124" y="316765"/>
                  </a:lnTo>
                  <a:lnTo>
                    <a:pt x="7173250" y="316765"/>
                  </a:lnTo>
                  <a:lnTo>
                    <a:pt x="7173376" y="316765"/>
                  </a:lnTo>
                  <a:lnTo>
                    <a:pt x="7173502" y="316765"/>
                  </a:lnTo>
                  <a:lnTo>
                    <a:pt x="7173628" y="316765"/>
                  </a:lnTo>
                  <a:lnTo>
                    <a:pt x="7173754" y="316765"/>
                  </a:lnTo>
                  <a:lnTo>
                    <a:pt x="7173881" y="316765"/>
                  </a:lnTo>
                  <a:lnTo>
                    <a:pt x="7174007" y="316765"/>
                  </a:lnTo>
                  <a:lnTo>
                    <a:pt x="7174133" y="316765"/>
                  </a:lnTo>
                  <a:lnTo>
                    <a:pt x="7174259" y="316765"/>
                  </a:lnTo>
                  <a:lnTo>
                    <a:pt x="7174385" y="316765"/>
                  </a:lnTo>
                  <a:lnTo>
                    <a:pt x="7174511" y="316765"/>
                  </a:lnTo>
                  <a:lnTo>
                    <a:pt x="7174637" y="316765"/>
                  </a:lnTo>
                  <a:lnTo>
                    <a:pt x="7174763" y="316765"/>
                  </a:lnTo>
                  <a:lnTo>
                    <a:pt x="7174889" y="316765"/>
                  </a:lnTo>
                  <a:lnTo>
                    <a:pt x="7175015" y="316765"/>
                  </a:lnTo>
                  <a:lnTo>
                    <a:pt x="7175141" y="316765"/>
                  </a:lnTo>
                  <a:lnTo>
                    <a:pt x="7175268" y="316765"/>
                  </a:lnTo>
                  <a:lnTo>
                    <a:pt x="7175394" y="316765"/>
                  </a:lnTo>
                  <a:lnTo>
                    <a:pt x="7175520" y="316765"/>
                  </a:lnTo>
                  <a:lnTo>
                    <a:pt x="7175646" y="316765"/>
                  </a:lnTo>
                  <a:lnTo>
                    <a:pt x="7175772" y="316765"/>
                  </a:lnTo>
                  <a:lnTo>
                    <a:pt x="7175898" y="316765"/>
                  </a:lnTo>
                  <a:lnTo>
                    <a:pt x="7176024" y="316765"/>
                  </a:lnTo>
                  <a:lnTo>
                    <a:pt x="7176150" y="316765"/>
                  </a:lnTo>
                  <a:lnTo>
                    <a:pt x="7176276" y="316765"/>
                  </a:lnTo>
                  <a:lnTo>
                    <a:pt x="7176402" y="316765"/>
                  </a:lnTo>
                  <a:lnTo>
                    <a:pt x="7176528" y="316765"/>
                  </a:lnTo>
                  <a:lnTo>
                    <a:pt x="7176654" y="316765"/>
                  </a:lnTo>
                  <a:lnTo>
                    <a:pt x="7176781" y="316765"/>
                  </a:lnTo>
                  <a:lnTo>
                    <a:pt x="7176907" y="316765"/>
                  </a:lnTo>
                  <a:lnTo>
                    <a:pt x="7177033" y="316765"/>
                  </a:lnTo>
                  <a:lnTo>
                    <a:pt x="7177159" y="316765"/>
                  </a:lnTo>
                  <a:lnTo>
                    <a:pt x="7177285" y="316765"/>
                  </a:lnTo>
                  <a:lnTo>
                    <a:pt x="7177411" y="316765"/>
                  </a:lnTo>
                  <a:lnTo>
                    <a:pt x="7177537" y="316765"/>
                  </a:lnTo>
                  <a:lnTo>
                    <a:pt x="7177663" y="316765"/>
                  </a:lnTo>
                  <a:lnTo>
                    <a:pt x="7177789" y="316765"/>
                  </a:lnTo>
                  <a:lnTo>
                    <a:pt x="7177915" y="316765"/>
                  </a:lnTo>
                  <a:lnTo>
                    <a:pt x="7178041" y="316765"/>
                  </a:lnTo>
                  <a:lnTo>
                    <a:pt x="7178168" y="316765"/>
                  </a:lnTo>
                  <a:lnTo>
                    <a:pt x="7178294" y="316765"/>
                  </a:lnTo>
                  <a:lnTo>
                    <a:pt x="7178420" y="316765"/>
                  </a:lnTo>
                  <a:lnTo>
                    <a:pt x="7178546" y="316765"/>
                  </a:lnTo>
                  <a:lnTo>
                    <a:pt x="7178672" y="316765"/>
                  </a:lnTo>
                  <a:lnTo>
                    <a:pt x="7178798" y="316765"/>
                  </a:lnTo>
                  <a:lnTo>
                    <a:pt x="7178924" y="316765"/>
                  </a:lnTo>
                  <a:lnTo>
                    <a:pt x="7179050" y="316765"/>
                  </a:lnTo>
                  <a:lnTo>
                    <a:pt x="7179176" y="316765"/>
                  </a:lnTo>
                  <a:lnTo>
                    <a:pt x="7179302" y="316765"/>
                  </a:lnTo>
                  <a:lnTo>
                    <a:pt x="7179428" y="316765"/>
                  </a:lnTo>
                  <a:lnTo>
                    <a:pt x="7179555" y="316765"/>
                  </a:lnTo>
                  <a:lnTo>
                    <a:pt x="7179681" y="316765"/>
                  </a:lnTo>
                  <a:lnTo>
                    <a:pt x="7179807" y="316765"/>
                  </a:lnTo>
                  <a:lnTo>
                    <a:pt x="7179933" y="316765"/>
                  </a:lnTo>
                  <a:lnTo>
                    <a:pt x="7180059" y="316765"/>
                  </a:lnTo>
                  <a:lnTo>
                    <a:pt x="7180185" y="316765"/>
                  </a:lnTo>
                  <a:lnTo>
                    <a:pt x="7180311" y="316765"/>
                  </a:lnTo>
                  <a:lnTo>
                    <a:pt x="7180437" y="316765"/>
                  </a:lnTo>
                  <a:lnTo>
                    <a:pt x="7180563" y="316765"/>
                  </a:lnTo>
                  <a:lnTo>
                    <a:pt x="7180689" y="316765"/>
                  </a:lnTo>
                  <a:lnTo>
                    <a:pt x="7180815" y="316765"/>
                  </a:lnTo>
                  <a:lnTo>
                    <a:pt x="7180941" y="316765"/>
                  </a:lnTo>
                  <a:lnTo>
                    <a:pt x="7181068" y="316765"/>
                  </a:lnTo>
                  <a:lnTo>
                    <a:pt x="7181194" y="316765"/>
                  </a:lnTo>
                  <a:lnTo>
                    <a:pt x="7181320" y="316765"/>
                  </a:lnTo>
                  <a:lnTo>
                    <a:pt x="7181446" y="316765"/>
                  </a:lnTo>
                  <a:lnTo>
                    <a:pt x="7181572" y="316765"/>
                  </a:lnTo>
                  <a:lnTo>
                    <a:pt x="7181698" y="316765"/>
                  </a:lnTo>
                  <a:lnTo>
                    <a:pt x="7181824" y="316765"/>
                  </a:lnTo>
                  <a:lnTo>
                    <a:pt x="7181950" y="316765"/>
                  </a:lnTo>
                  <a:lnTo>
                    <a:pt x="7182076" y="316765"/>
                  </a:lnTo>
                  <a:lnTo>
                    <a:pt x="7182202" y="316765"/>
                  </a:lnTo>
                  <a:lnTo>
                    <a:pt x="7182328" y="316765"/>
                  </a:lnTo>
                  <a:lnTo>
                    <a:pt x="7182455" y="316765"/>
                  </a:lnTo>
                  <a:lnTo>
                    <a:pt x="7182581" y="316765"/>
                  </a:lnTo>
                  <a:lnTo>
                    <a:pt x="7182707" y="316765"/>
                  </a:lnTo>
                  <a:lnTo>
                    <a:pt x="7182833" y="316765"/>
                  </a:lnTo>
                  <a:lnTo>
                    <a:pt x="7182959" y="316765"/>
                  </a:lnTo>
                  <a:lnTo>
                    <a:pt x="7183085" y="316765"/>
                  </a:lnTo>
                  <a:lnTo>
                    <a:pt x="7183211" y="316765"/>
                  </a:lnTo>
                  <a:lnTo>
                    <a:pt x="7183337" y="316765"/>
                  </a:lnTo>
                  <a:lnTo>
                    <a:pt x="7183463" y="316765"/>
                  </a:lnTo>
                  <a:lnTo>
                    <a:pt x="7183589" y="316765"/>
                  </a:lnTo>
                  <a:lnTo>
                    <a:pt x="7183715" y="316765"/>
                  </a:lnTo>
                  <a:lnTo>
                    <a:pt x="7183841" y="316765"/>
                  </a:lnTo>
                  <a:lnTo>
                    <a:pt x="7183968" y="316765"/>
                  </a:lnTo>
                  <a:lnTo>
                    <a:pt x="7184094" y="316765"/>
                  </a:lnTo>
                  <a:lnTo>
                    <a:pt x="7184220" y="316765"/>
                  </a:lnTo>
                  <a:lnTo>
                    <a:pt x="7184346" y="316765"/>
                  </a:lnTo>
                  <a:lnTo>
                    <a:pt x="7184472" y="316765"/>
                  </a:lnTo>
                  <a:lnTo>
                    <a:pt x="7184598" y="316765"/>
                  </a:lnTo>
                  <a:lnTo>
                    <a:pt x="7184724" y="316765"/>
                  </a:lnTo>
                  <a:lnTo>
                    <a:pt x="7184850" y="316765"/>
                  </a:lnTo>
                  <a:lnTo>
                    <a:pt x="7184976" y="316765"/>
                  </a:lnTo>
                  <a:lnTo>
                    <a:pt x="7185102" y="316765"/>
                  </a:lnTo>
                  <a:lnTo>
                    <a:pt x="7185228" y="316765"/>
                  </a:lnTo>
                  <a:lnTo>
                    <a:pt x="7185355" y="316765"/>
                  </a:lnTo>
                  <a:lnTo>
                    <a:pt x="7185481" y="316765"/>
                  </a:lnTo>
                  <a:lnTo>
                    <a:pt x="7185607" y="316765"/>
                  </a:lnTo>
                  <a:lnTo>
                    <a:pt x="7185733" y="316765"/>
                  </a:lnTo>
                  <a:lnTo>
                    <a:pt x="7185859" y="316765"/>
                  </a:lnTo>
                  <a:lnTo>
                    <a:pt x="7185985" y="316765"/>
                  </a:lnTo>
                  <a:lnTo>
                    <a:pt x="7186111" y="316765"/>
                  </a:lnTo>
                  <a:lnTo>
                    <a:pt x="7186237" y="316765"/>
                  </a:lnTo>
                  <a:lnTo>
                    <a:pt x="7186363" y="316765"/>
                  </a:lnTo>
                  <a:lnTo>
                    <a:pt x="7186489" y="316765"/>
                  </a:lnTo>
                  <a:lnTo>
                    <a:pt x="7186615" y="316765"/>
                  </a:lnTo>
                  <a:lnTo>
                    <a:pt x="7186742" y="316765"/>
                  </a:lnTo>
                  <a:lnTo>
                    <a:pt x="7186868" y="316765"/>
                  </a:lnTo>
                  <a:lnTo>
                    <a:pt x="7186994" y="316765"/>
                  </a:lnTo>
                  <a:lnTo>
                    <a:pt x="7187120" y="316765"/>
                  </a:lnTo>
                  <a:lnTo>
                    <a:pt x="7187246" y="316765"/>
                  </a:lnTo>
                  <a:lnTo>
                    <a:pt x="7187372" y="316765"/>
                  </a:lnTo>
                  <a:lnTo>
                    <a:pt x="7187498" y="316765"/>
                  </a:lnTo>
                  <a:lnTo>
                    <a:pt x="7187624" y="316765"/>
                  </a:lnTo>
                  <a:lnTo>
                    <a:pt x="7187750" y="316765"/>
                  </a:lnTo>
                  <a:lnTo>
                    <a:pt x="7187876" y="316765"/>
                  </a:lnTo>
                  <a:lnTo>
                    <a:pt x="7188002" y="316765"/>
                  </a:lnTo>
                  <a:lnTo>
                    <a:pt x="7188128" y="316765"/>
                  </a:lnTo>
                  <a:lnTo>
                    <a:pt x="7188255" y="316765"/>
                  </a:lnTo>
                  <a:lnTo>
                    <a:pt x="7188381" y="316765"/>
                  </a:lnTo>
                  <a:lnTo>
                    <a:pt x="7188507" y="316765"/>
                  </a:lnTo>
                  <a:lnTo>
                    <a:pt x="7188633" y="316765"/>
                  </a:lnTo>
                  <a:lnTo>
                    <a:pt x="7188759" y="316765"/>
                  </a:lnTo>
                  <a:lnTo>
                    <a:pt x="7188885" y="316765"/>
                  </a:lnTo>
                  <a:lnTo>
                    <a:pt x="7189011" y="316765"/>
                  </a:lnTo>
                  <a:lnTo>
                    <a:pt x="7189137" y="316765"/>
                  </a:lnTo>
                  <a:lnTo>
                    <a:pt x="7189263" y="316765"/>
                  </a:lnTo>
                  <a:lnTo>
                    <a:pt x="7189389" y="316765"/>
                  </a:lnTo>
                  <a:lnTo>
                    <a:pt x="7189515" y="316765"/>
                  </a:lnTo>
                  <a:lnTo>
                    <a:pt x="7189642" y="316765"/>
                  </a:lnTo>
                  <a:lnTo>
                    <a:pt x="7189768" y="316765"/>
                  </a:lnTo>
                  <a:lnTo>
                    <a:pt x="7189894" y="316765"/>
                  </a:lnTo>
                  <a:lnTo>
                    <a:pt x="7190020" y="316765"/>
                  </a:lnTo>
                  <a:lnTo>
                    <a:pt x="7190146" y="316765"/>
                  </a:lnTo>
                  <a:lnTo>
                    <a:pt x="7190272" y="316765"/>
                  </a:lnTo>
                  <a:lnTo>
                    <a:pt x="7190398" y="316765"/>
                  </a:lnTo>
                  <a:lnTo>
                    <a:pt x="7190524" y="316765"/>
                  </a:lnTo>
                  <a:lnTo>
                    <a:pt x="7190650" y="316765"/>
                  </a:lnTo>
                  <a:lnTo>
                    <a:pt x="7190776" y="316765"/>
                  </a:lnTo>
                  <a:lnTo>
                    <a:pt x="7190902" y="316765"/>
                  </a:lnTo>
                  <a:lnTo>
                    <a:pt x="7191028" y="316765"/>
                  </a:lnTo>
                  <a:lnTo>
                    <a:pt x="7191155" y="316765"/>
                  </a:lnTo>
                  <a:lnTo>
                    <a:pt x="7191281" y="316765"/>
                  </a:lnTo>
                  <a:lnTo>
                    <a:pt x="7191407" y="316765"/>
                  </a:lnTo>
                  <a:lnTo>
                    <a:pt x="7191533" y="316765"/>
                  </a:lnTo>
                  <a:lnTo>
                    <a:pt x="7191659" y="316765"/>
                  </a:lnTo>
                  <a:lnTo>
                    <a:pt x="7191785" y="316765"/>
                  </a:lnTo>
                  <a:lnTo>
                    <a:pt x="7191911" y="316765"/>
                  </a:lnTo>
                  <a:lnTo>
                    <a:pt x="7192037" y="316765"/>
                  </a:lnTo>
                  <a:lnTo>
                    <a:pt x="7192163" y="316765"/>
                  </a:lnTo>
                  <a:lnTo>
                    <a:pt x="7192289" y="316765"/>
                  </a:lnTo>
                  <a:lnTo>
                    <a:pt x="7192415" y="316765"/>
                  </a:lnTo>
                  <a:lnTo>
                    <a:pt x="7192542" y="316765"/>
                  </a:lnTo>
                  <a:lnTo>
                    <a:pt x="7192668" y="316765"/>
                  </a:lnTo>
                  <a:lnTo>
                    <a:pt x="7192794" y="316765"/>
                  </a:lnTo>
                  <a:lnTo>
                    <a:pt x="7192920" y="316765"/>
                  </a:lnTo>
                  <a:lnTo>
                    <a:pt x="7193046" y="316765"/>
                  </a:lnTo>
                  <a:lnTo>
                    <a:pt x="7193172" y="316765"/>
                  </a:lnTo>
                  <a:lnTo>
                    <a:pt x="7193298" y="316765"/>
                  </a:lnTo>
                  <a:lnTo>
                    <a:pt x="7193424" y="316765"/>
                  </a:lnTo>
                  <a:lnTo>
                    <a:pt x="7193550" y="316765"/>
                  </a:lnTo>
                  <a:lnTo>
                    <a:pt x="7193676" y="316765"/>
                  </a:lnTo>
                  <a:lnTo>
                    <a:pt x="7193802" y="316765"/>
                  </a:lnTo>
                  <a:lnTo>
                    <a:pt x="7193929" y="316765"/>
                  </a:lnTo>
                  <a:lnTo>
                    <a:pt x="7194055" y="316765"/>
                  </a:lnTo>
                  <a:lnTo>
                    <a:pt x="7194181" y="316765"/>
                  </a:lnTo>
                  <a:lnTo>
                    <a:pt x="7194307" y="316765"/>
                  </a:lnTo>
                  <a:lnTo>
                    <a:pt x="7194433" y="316765"/>
                  </a:lnTo>
                  <a:lnTo>
                    <a:pt x="7194559" y="316765"/>
                  </a:lnTo>
                  <a:lnTo>
                    <a:pt x="7194685" y="316765"/>
                  </a:lnTo>
                  <a:lnTo>
                    <a:pt x="7194811" y="316765"/>
                  </a:lnTo>
                  <a:lnTo>
                    <a:pt x="7194937" y="316765"/>
                  </a:lnTo>
                  <a:lnTo>
                    <a:pt x="7195063" y="316765"/>
                  </a:lnTo>
                  <a:lnTo>
                    <a:pt x="7195189" y="316765"/>
                  </a:lnTo>
                  <a:lnTo>
                    <a:pt x="7195315" y="316765"/>
                  </a:lnTo>
                  <a:lnTo>
                    <a:pt x="7195442" y="316765"/>
                  </a:lnTo>
                  <a:lnTo>
                    <a:pt x="7195568" y="316765"/>
                  </a:lnTo>
                  <a:lnTo>
                    <a:pt x="7195694" y="316765"/>
                  </a:lnTo>
                  <a:lnTo>
                    <a:pt x="7195820" y="316765"/>
                  </a:lnTo>
                  <a:lnTo>
                    <a:pt x="7195946" y="316765"/>
                  </a:lnTo>
                  <a:lnTo>
                    <a:pt x="7196072" y="316765"/>
                  </a:lnTo>
                  <a:lnTo>
                    <a:pt x="7196198" y="316765"/>
                  </a:lnTo>
                  <a:lnTo>
                    <a:pt x="7196324" y="316765"/>
                  </a:lnTo>
                  <a:lnTo>
                    <a:pt x="7196450" y="316765"/>
                  </a:lnTo>
                  <a:lnTo>
                    <a:pt x="7196576" y="316765"/>
                  </a:lnTo>
                  <a:lnTo>
                    <a:pt x="7196702" y="316765"/>
                  </a:lnTo>
                  <a:lnTo>
                    <a:pt x="7196829" y="316765"/>
                  </a:lnTo>
                  <a:lnTo>
                    <a:pt x="7196955" y="316765"/>
                  </a:lnTo>
                  <a:lnTo>
                    <a:pt x="7197081" y="316765"/>
                  </a:lnTo>
                  <a:lnTo>
                    <a:pt x="7197207" y="316765"/>
                  </a:lnTo>
                  <a:lnTo>
                    <a:pt x="7197333" y="316765"/>
                  </a:lnTo>
                  <a:lnTo>
                    <a:pt x="7197459" y="316765"/>
                  </a:lnTo>
                  <a:lnTo>
                    <a:pt x="7197585" y="316765"/>
                  </a:lnTo>
                  <a:lnTo>
                    <a:pt x="7197711" y="316765"/>
                  </a:lnTo>
                  <a:lnTo>
                    <a:pt x="7197837" y="316765"/>
                  </a:lnTo>
                  <a:lnTo>
                    <a:pt x="7197963" y="316765"/>
                  </a:lnTo>
                  <a:lnTo>
                    <a:pt x="7198089" y="316765"/>
                  </a:lnTo>
                  <a:lnTo>
                    <a:pt x="7198215" y="316765"/>
                  </a:lnTo>
                  <a:lnTo>
                    <a:pt x="7198342" y="316765"/>
                  </a:lnTo>
                  <a:lnTo>
                    <a:pt x="7198468" y="316765"/>
                  </a:lnTo>
                  <a:lnTo>
                    <a:pt x="7198594" y="316765"/>
                  </a:lnTo>
                  <a:lnTo>
                    <a:pt x="7198720" y="316765"/>
                  </a:lnTo>
                  <a:lnTo>
                    <a:pt x="7198846" y="316765"/>
                  </a:lnTo>
                  <a:lnTo>
                    <a:pt x="7198972" y="316765"/>
                  </a:lnTo>
                  <a:lnTo>
                    <a:pt x="7199098" y="316765"/>
                  </a:lnTo>
                  <a:lnTo>
                    <a:pt x="7199224" y="316765"/>
                  </a:lnTo>
                  <a:lnTo>
                    <a:pt x="7199350" y="316765"/>
                  </a:lnTo>
                  <a:lnTo>
                    <a:pt x="7199476" y="316765"/>
                  </a:lnTo>
                  <a:lnTo>
                    <a:pt x="7199602" y="316765"/>
                  </a:lnTo>
                  <a:lnTo>
                    <a:pt x="7199729" y="316765"/>
                  </a:lnTo>
                  <a:lnTo>
                    <a:pt x="7199855" y="316765"/>
                  </a:lnTo>
                  <a:lnTo>
                    <a:pt x="7199981" y="316765"/>
                  </a:lnTo>
                  <a:lnTo>
                    <a:pt x="7200107" y="316765"/>
                  </a:lnTo>
                  <a:lnTo>
                    <a:pt x="7200233" y="316765"/>
                  </a:lnTo>
                  <a:lnTo>
                    <a:pt x="7200359" y="316765"/>
                  </a:lnTo>
                  <a:lnTo>
                    <a:pt x="7200485" y="316765"/>
                  </a:lnTo>
                  <a:lnTo>
                    <a:pt x="7200611" y="316765"/>
                  </a:lnTo>
                  <a:lnTo>
                    <a:pt x="7200737" y="316765"/>
                  </a:lnTo>
                  <a:lnTo>
                    <a:pt x="7200863" y="316765"/>
                  </a:lnTo>
                  <a:lnTo>
                    <a:pt x="7200989" y="316765"/>
                  </a:lnTo>
                  <a:lnTo>
                    <a:pt x="7201115" y="316765"/>
                  </a:lnTo>
                  <a:lnTo>
                    <a:pt x="7201242" y="316765"/>
                  </a:lnTo>
                  <a:lnTo>
                    <a:pt x="7201368" y="316765"/>
                  </a:lnTo>
                  <a:lnTo>
                    <a:pt x="7201494" y="316765"/>
                  </a:lnTo>
                  <a:lnTo>
                    <a:pt x="7201620" y="316765"/>
                  </a:lnTo>
                  <a:lnTo>
                    <a:pt x="7201746" y="316765"/>
                  </a:lnTo>
                  <a:lnTo>
                    <a:pt x="7201872" y="316765"/>
                  </a:lnTo>
                  <a:lnTo>
                    <a:pt x="7201998" y="316765"/>
                  </a:lnTo>
                  <a:lnTo>
                    <a:pt x="7202124" y="316765"/>
                  </a:lnTo>
                  <a:lnTo>
                    <a:pt x="7202250" y="316765"/>
                  </a:lnTo>
                  <a:lnTo>
                    <a:pt x="7202376" y="316765"/>
                  </a:lnTo>
                  <a:lnTo>
                    <a:pt x="7202502" y="316765"/>
                  </a:lnTo>
                  <a:lnTo>
                    <a:pt x="7202629" y="316765"/>
                  </a:lnTo>
                  <a:lnTo>
                    <a:pt x="7202755" y="316765"/>
                  </a:lnTo>
                  <a:lnTo>
                    <a:pt x="7202881" y="316765"/>
                  </a:lnTo>
                  <a:lnTo>
                    <a:pt x="7203007" y="316765"/>
                  </a:lnTo>
                  <a:lnTo>
                    <a:pt x="7203133" y="316765"/>
                  </a:lnTo>
                  <a:lnTo>
                    <a:pt x="7203259" y="316765"/>
                  </a:lnTo>
                  <a:lnTo>
                    <a:pt x="7203385" y="316765"/>
                  </a:lnTo>
                  <a:lnTo>
                    <a:pt x="7203511" y="316765"/>
                  </a:lnTo>
                  <a:lnTo>
                    <a:pt x="7203637" y="316765"/>
                  </a:lnTo>
                  <a:lnTo>
                    <a:pt x="7203763" y="316765"/>
                  </a:lnTo>
                  <a:lnTo>
                    <a:pt x="7203889" y="316765"/>
                  </a:lnTo>
                  <a:lnTo>
                    <a:pt x="7204016" y="316765"/>
                  </a:lnTo>
                  <a:lnTo>
                    <a:pt x="7204142" y="316765"/>
                  </a:lnTo>
                  <a:lnTo>
                    <a:pt x="7204268" y="316765"/>
                  </a:lnTo>
                  <a:lnTo>
                    <a:pt x="7204394" y="316765"/>
                  </a:lnTo>
                  <a:lnTo>
                    <a:pt x="7204520" y="316765"/>
                  </a:lnTo>
                  <a:lnTo>
                    <a:pt x="7204646" y="316765"/>
                  </a:lnTo>
                  <a:lnTo>
                    <a:pt x="7204772" y="316765"/>
                  </a:lnTo>
                  <a:lnTo>
                    <a:pt x="7204898" y="316765"/>
                  </a:lnTo>
                  <a:lnTo>
                    <a:pt x="7205024" y="316765"/>
                  </a:lnTo>
                  <a:lnTo>
                    <a:pt x="7205150" y="316765"/>
                  </a:lnTo>
                  <a:lnTo>
                    <a:pt x="7205276" y="316765"/>
                  </a:lnTo>
                  <a:lnTo>
                    <a:pt x="7205402" y="316765"/>
                  </a:lnTo>
                  <a:lnTo>
                    <a:pt x="7205529" y="316765"/>
                  </a:lnTo>
                  <a:lnTo>
                    <a:pt x="7205655" y="316765"/>
                  </a:lnTo>
                  <a:lnTo>
                    <a:pt x="7205781" y="316765"/>
                  </a:lnTo>
                  <a:lnTo>
                    <a:pt x="7205907" y="316765"/>
                  </a:lnTo>
                  <a:lnTo>
                    <a:pt x="7206033" y="316765"/>
                  </a:lnTo>
                  <a:lnTo>
                    <a:pt x="7206159" y="316765"/>
                  </a:lnTo>
                  <a:lnTo>
                    <a:pt x="7206285" y="316765"/>
                  </a:lnTo>
                  <a:lnTo>
                    <a:pt x="7206411" y="316765"/>
                  </a:lnTo>
                  <a:lnTo>
                    <a:pt x="7206537" y="316765"/>
                  </a:lnTo>
                  <a:lnTo>
                    <a:pt x="7206663" y="316765"/>
                  </a:lnTo>
                  <a:lnTo>
                    <a:pt x="7206789" y="316765"/>
                  </a:lnTo>
                  <a:lnTo>
                    <a:pt x="7206916" y="316765"/>
                  </a:lnTo>
                  <a:lnTo>
                    <a:pt x="7207042" y="316765"/>
                  </a:lnTo>
                  <a:lnTo>
                    <a:pt x="7207168" y="316765"/>
                  </a:lnTo>
                  <a:lnTo>
                    <a:pt x="7207294" y="316765"/>
                  </a:lnTo>
                  <a:lnTo>
                    <a:pt x="7207420" y="316765"/>
                  </a:lnTo>
                  <a:lnTo>
                    <a:pt x="7207546" y="316765"/>
                  </a:lnTo>
                  <a:lnTo>
                    <a:pt x="7207672" y="316765"/>
                  </a:lnTo>
                  <a:lnTo>
                    <a:pt x="7207798" y="316765"/>
                  </a:lnTo>
                  <a:lnTo>
                    <a:pt x="7207924" y="316765"/>
                  </a:lnTo>
                  <a:lnTo>
                    <a:pt x="7208050" y="316765"/>
                  </a:lnTo>
                  <a:lnTo>
                    <a:pt x="7208176" y="316765"/>
                  </a:lnTo>
                  <a:lnTo>
                    <a:pt x="7208302" y="316765"/>
                  </a:lnTo>
                  <a:lnTo>
                    <a:pt x="7208429" y="316765"/>
                  </a:lnTo>
                  <a:lnTo>
                    <a:pt x="7208555" y="316765"/>
                  </a:lnTo>
                  <a:lnTo>
                    <a:pt x="7208681" y="316765"/>
                  </a:lnTo>
                  <a:lnTo>
                    <a:pt x="7208807" y="316765"/>
                  </a:lnTo>
                  <a:lnTo>
                    <a:pt x="7208933" y="316765"/>
                  </a:lnTo>
                  <a:lnTo>
                    <a:pt x="7209059" y="316765"/>
                  </a:lnTo>
                  <a:lnTo>
                    <a:pt x="7209185" y="316765"/>
                  </a:lnTo>
                  <a:lnTo>
                    <a:pt x="7209311" y="316765"/>
                  </a:lnTo>
                  <a:lnTo>
                    <a:pt x="7209437" y="316765"/>
                  </a:lnTo>
                  <a:lnTo>
                    <a:pt x="7209563" y="316765"/>
                  </a:lnTo>
                  <a:lnTo>
                    <a:pt x="7209689" y="316765"/>
                  </a:lnTo>
                  <a:lnTo>
                    <a:pt x="7209816" y="316765"/>
                  </a:lnTo>
                  <a:lnTo>
                    <a:pt x="7209942" y="316765"/>
                  </a:lnTo>
                  <a:lnTo>
                    <a:pt x="7210068" y="316765"/>
                  </a:lnTo>
                  <a:lnTo>
                    <a:pt x="7210194" y="316765"/>
                  </a:lnTo>
                  <a:lnTo>
                    <a:pt x="7210320" y="316765"/>
                  </a:lnTo>
                  <a:lnTo>
                    <a:pt x="7210446" y="316765"/>
                  </a:lnTo>
                  <a:lnTo>
                    <a:pt x="7210572" y="316765"/>
                  </a:lnTo>
                  <a:lnTo>
                    <a:pt x="7210698" y="316765"/>
                  </a:lnTo>
                  <a:lnTo>
                    <a:pt x="7210824" y="316765"/>
                  </a:lnTo>
                  <a:lnTo>
                    <a:pt x="7210950" y="316765"/>
                  </a:lnTo>
                  <a:lnTo>
                    <a:pt x="7211076" y="316765"/>
                  </a:lnTo>
                  <a:lnTo>
                    <a:pt x="7211203" y="316765"/>
                  </a:lnTo>
                  <a:lnTo>
                    <a:pt x="7211329" y="316765"/>
                  </a:lnTo>
                  <a:lnTo>
                    <a:pt x="7211455" y="316765"/>
                  </a:lnTo>
                  <a:lnTo>
                    <a:pt x="7211581" y="316765"/>
                  </a:lnTo>
                  <a:lnTo>
                    <a:pt x="7211707" y="316765"/>
                  </a:lnTo>
                  <a:lnTo>
                    <a:pt x="7211833" y="316765"/>
                  </a:lnTo>
                  <a:lnTo>
                    <a:pt x="7211959" y="316765"/>
                  </a:lnTo>
                  <a:lnTo>
                    <a:pt x="7212085" y="316765"/>
                  </a:lnTo>
                  <a:lnTo>
                    <a:pt x="7212211" y="316765"/>
                  </a:lnTo>
                  <a:lnTo>
                    <a:pt x="7212337" y="316765"/>
                  </a:lnTo>
                  <a:lnTo>
                    <a:pt x="7212463" y="316765"/>
                  </a:lnTo>
                  <a:lnTo>
                    <a:pt x="7212589" y="316765"/>
                  </a:lnTo>
                  <a:lnTo>
                    <a:pt x="7212716" y="316765"/>
                  </a:lnTo>
                  <a:lnTo>
                    <a:pt x="7212842" y="316765"/>
                  </a:lnTo>
                  <a:lnTo>
                    <a:pt x="7212968" y="316765"/>
                  </a:lnTo>
                  <a:lnTo>
                    <a:pt x="7213094" y="316765"/>
                  </a:lnTo>
                  <a:lnTo>
                    <a:pt x="7213220" y="316765"/>
                  </a:lnTo>
                  <a:lnTo>
                    <a:pt x="7213346" y="316765"/>
                  </a:lnTo>
                  <a:lnTo>
                    <a:pt x="7213472" y="316765"/>
                  </a:lnTo>
                  <a:lnTo>
                    <a:pt x="7213598" y="316765"/>
                  </a:lnTo>
                  <a:lnTo>
                    <a:pt x="7213724" y="316765"/>
                  </a:lnTo>
                  <a:lnTo>
                    <a:pt x="7213850" y="316765"/>
                  </a:lnTo>
                  <a:lnTo>
                    <a:pt x="7213976" y="316765"/>
                  </a:lnTo>
                  <a:lnTo>
                    <a:pt x="7214103" y="316765"/>
                  </a:lnTo>
                  <a:lnTo>
                    <a:pt x="7214229" y="316765"/>
                  </a:lnTo>
                  <a:lnTo>
                    <a:pt x="7214355" y="316765"/>
                  </a:lnTo>
                  <a:lnTo>
                    <a:pt x="7214481" y="316765"/>
                  </a:lnTo>
                  <a:lnTo>
                    <a:pt x="7214607" y="316765"/>
                  </a:lnTo>
                  <a:lnTo>
                    <a:pt x="7214733" y="316765"/>
                  </a:lnTo>
                  <a:lnTo>
                    <a:pt x="7214859" y="316765"/>
                  </a:lnTo>
                  <a:lnTo>
                    <a:pt x="7214985" y="316765"/>
                  </a:lnTo>
                  <a:lnTo>
                    <a:pt x="7215111" y="316765"/>
                  </a:lnTo>
                  <a:lnTo>
                    <a:pt x="7215237" y="316765"/>
                  </a:lnTo>
                  <a:lnTo>
                    <a:pt x="7215363" y="316765"/>
                  </a:lnTo>
                  <a:lnTo>
                    <a:pt x="7215489" y="316765"/>
                  </a:lnTo>
                  <a:lnTo>
                    <a:pt x="7215616" y="316765"/>
                  </a:lnTo>
                  <a:lnTo>
                    <a:pt x="7215742" y="316765"/>
                  </a:lnTo>
                  <a:lnTo>
                    <a:pt x="7215868" y="316765"/>
                  </a:lnTo>
                  <a:lnTo>
                    <a:pt x="7215994" y="316765"/>
                  </a:lnTo>
                  <a:lnTo>
                    <a:pt x="7216120" y="316765"/>
                  </a:lnTo>
                  <a:lnTo>
                    <a:pt x="7216246" y="316765"/>
                  </a:lnTo>
                  <a:lnTo>
                    <a:pt x="7216372" y="316765"/>
                  </a:lnTo>
                  <a:lnTo>
                    <a:pt x="7216498" y="316765"/>
                  </a:lnTo>
                  <a:lnTo>
                    <a:pt x="7216624" y="316765"/>
                  </a:lnTo>
                  <a:lnTo>
                    <a:pt x="7216750" y="316765"/>
                  </a:lnTo>
                  <a:lnTo>
                    <a:pt x="7216876" y="316765"/>
                  </a:lnTo>
                  <a:lnTo>
                    <a:pt x="7217003" y="316765"/>
                  </a:lnTo>
                  <a:lnTo>
                    <a:pt x="7217129" y="316765"/>
                  </a:lnTo>
                  <a:lnTo>
                    <a:pt x="7217255" y="316765"/>
                  </a:lnTo>
                  <a:lnTo>
                    <a:pt x="7217381" y="316765"/>
                  </a:lnTo>
                  <a:lnTo>
                    <a:pt x="7217507" y="316765"/>
                  </a:lnTo>
                  <a:lnTo>
                    <a:pt x="7217633" y="316765"/>
                  </a:lnTo>
                  <a:lnTo>
                    <a:pt x="7217759" y="316765"/>
                  </a:lnTo>
                  <a:lnTo>
                    <a:pt x="7217885" y="316765"/>
                  </a:lnTo>
                  <a:lnTo>
                    <a:pt x="7218011" y="316765"/>
                  </a:lnTo>
                  <a:lnTo>
                    <a:pt x="7218137" y="316765"/>
                  </a:lnTo>
                  <a:lnTo>
                    <a:pt x="7218263" y="316765"/>
                  </a:lnTo>
                  <a:lnTo>
                    <a:pt x="7218389" y="316765"/>
                  </a:lnTo>
                  <a:lnTo>
                    <a:pt x="7218516" y="316765"/>
                  </a:lnTo>
                  <a:lnTo>
                    <a:pt x="7218642" y="316765"/>
                  </a:lnTo>
                  <a:lnTo>
                    <a:pt x="7218768" y="316765"/>
                  </a:lnTo>
                  <a:lnTo>
                    <a:pt x="7218894" y="316765"/>
                  </a:lnTo>
                  <a:lnTo>
                    <a:pt x="7219020" y="316765"/>
                  </a:lnTo>
                  <a:lnTo>
                    <a:pt x="7219146" y="316765"/>
                  </a:lnTo>
                  <a:lnTo>
                    <a:pt x="7219272" y="316765"/>
                  </a:lnTo>
                  <a:lnTo>
                    <a:pt x="7219398" y="316765"/>
                  </a:lnTo>
                  <a:lnTo>
                    <a:pt x="7219524" y="316765"/>
                  </a:lnTo>
                  <a:lnTo>
                    <a:pt x="7219650" y="316765"/>
                  </a:lnTo>
                  <a:lnTo>
                    <a:pt x="7219776" y="316765"/>
                  </a:lnTo>
                  <a:lnTo>
                    <a:pt x="7219903" y="316765"/>
                  </a:lnTo>
                  <a:lnTo>
                    <a:pt x="7220029" y="316765"/>
                  </a:lnTo>
                  <a:lnTo>
                    <a:pt x="7220155" y="316765"/>
                  </a:lnTo>
                  <a:lnTo>
                    <a:pt x="7220281" y="316765"/>
                  </a:lnTo>
                  <a:lnTo>
                    <a:pt x="7220407" y="316765"/>
                  </a:lnTo>
                  <a:lnTo>
                    <a:pt x="7220533" y="316765"/>
                  </a:lnTo>
                  <a:lnTo>
                    <a:pt x="7220659" y="316765"/>
                  </a:lnTo>
                  <a:lnTo>
                    <a:pt x="7220785" y="316765"/>
                  </a:lnTo>
                  <a:lnTo>
                    <a:pt x="7220911" y="316765"/>
                  </a:lnTo>
                  <a:lnTo>
                    <a:pt x="7221037" y="316765"/>
                  </a:lnTo>
                  <a:lnTo>
                    <a:pt x="7221163" y="316765"/>
                  </a:lnTo>
                  <a:lnTo>
                    <a:pt x="7221290" y="316765"/>
                  </a:lnTo>
                  <a:lnTo>
                    <a:pt x="7221416" y="316765"/>
                  </a:lnTo>
                  <a:lnTo>
                    <a:pt x="7221542" y="316765"/>
                  </a:lnTo>
                  <a:lnTo>
                    <a:pt x="7221668" y="316765"/>
                  </a:lnTo>
                  <a:lnTo>
                    <a:pt x="7221794" y="316765"/>
                  </a:lnTo>
                  <a:lnTo>
                    <a:pt x="7221920" y="316765"/>
                  </a:lnTo>
                  <a:lnTo>
                    <a:pt x="7222046" y="316765"/>
                  </a:lnTo>
                  <a:lnTo>
                    <a:pt x="7222172" y="316765"/>
                  </a:lnTo>
                  <a:lnTo>
                    <a:pt x="7222298" y="316765"/>
                  </a:lnTo>
                  <a:lnTo>
                    <a:pt x="7222424" y="316765"/>
                  </a:lnTo>
                  <a:lnTo>
                    <a:pt x="7222550" y="316765"/>
                  </a:lnTo>
                  <a:lnTo>
                    <a:pt x="7222676" y="316765"/>
                  </a:lnTo>
                  <a:lnTo>
                    <a:pt x="7222803" y="316765"/>
                  </a:lnTo>
                  <a:lnTo>
                    <a:pt x="7222929" y="316765"/>
                  </a:lnTo>
                  <a:lnTo>
                    <a:pt x="7223055" y="316765"/>
                  </a:lnTo>
                  <a:lnTo>
                    <a:pt x="7223181" y="316765"/>
                  </a:lnTo>
                  <a:lnTo>
                    <a:pt x="7223307" y="316765"/>
                  </a:lnTo>
                  <a:lnTo>
                    <a:pt x="7223433" y="316765"/>
                  </a:lnTo>
                  <a:lnTo>
                    <a:pt x="7223559" y="316765"/>
                  </a:lnTo>
                  <a:lnTo>
                    <a:pt x="7223685" y="316765"/>
                  </a:lnTo>
                  <a:lnTo>
                    <a:pt x="7223811" y="316765"/>
                  </a:lnTo>
                  <a:lnTo>
                    <a:pt x="7223937" y="316765"/>
                  </a:lnTo>
                  <a:lnTo>
                    <a:pt x="7224063" y="316765"/>
                  </a:lnTo>
                  <a:lnTo>
                    <a:pt x="7224190" y="316765"/>
                  </a:lnTo>
                  <a:lnTo>
                    <a:pt x="7224316" y="316765"/>
                  </a:lnTo>
                  <a:lnTo>
                    <a:pt x="7224442" y="316765"/>
                  </a:lnTo>
                  <a:lnTo>
                    <a:pt x="7224568" y="316765"/>
                  </a:lnTo>
                  <a:lnTo>
                    <a:pt x="7224694" y="316765"/>
                  </a:lnTo>
                  <a:lnTo>
                    <a:pt x="7224820" y="316765"/>
                  </a:lnTo>
                  <a:lnTo>
                    <a:pt x="7224946" y="316765"/>
                  </a:lnTo>
                  <a:lnTo>
                    <a:pt x="7225072" y="316765"/>
                  </a:lnTo>
                  <a:lnTo>
                    <a:pt x="7225198" y="316765"/>
                  </a:lnTo>
                  <a:lnTo>
                    <a:pt x="7225324" y="316765"/>
                  </a:lnTo>
                  <a:lnTo>
                    <a:pt x="7225450" y="316765"/>
                  </a:lnTo>
                  <a:lnTo>
                    <a:pt x="7225576" y="316765"/>
                  </a:lnTo>
                  <a:lnTo>
                    <a:pt x="7225703" y="316765"/>
                  </a:lnTo>
                  <a:lnTo>
                    <a:pt x="7225829" y="316765"/>
                  </a:lnTo>
                  <a:lnTo>
                    <a:pt x="7225955" y="316765"/>
                  </a:lnTo>
                  <a:lnTo>
                    <a:pt x="7226081" y="316765"/>
                  </a:lnTo>
                  <a:lnTo>
                    <a:pt x="7226207" y="316765"/>
                  </a:lnTo>
                  <a:lnTo>
                    <a:pt x="7226333" y="316765"/>
                  </a:lnTo>
                  <a:lnTo>
                    <a:pt x="7226459" y="316765"/>
                  </a:lnTo>
                  <a:lnTo>
                    <a:pt x="7226585" y="316765"/>
                  </a:lnTo>
                  <a:lnTo>
                    <a:pt x="7226711" y="316765"/>
                  </a:lnTo>
                  <a:lnTo>
                    <a:pt x="7226837" y="316765"/>
                  </a:lnTo>
                  <a:lnTo>
                    <a:pt x="7226963" y="316765"/>
                  </a:lnTo>
                  <a:lnTo>
                    <a:pt x="7227090" y="316765"/>
                  </a:lnTo>
                  <a:lnTo>
                    <a:pt x="7227216" y="316765"/>
                  </a:lnTo>
                  <a:lnTo>
                    <a:pt x="7227342" y="316765"/>
                  </a:lnTo>
                  <a:lnTo>
                    <a:pt x="7227468" y="316765"/>
                  </a:lnTo>
                  <a:lnTo>
                    <a:pt x="7227594" y="316765"/>
                  </a:lnTo>
                  <a:lnTo>
                    <a:pt x="7227720" y="316765"/>
                  </a:lnTo>
                  <a:lnTo>
                    <a:pt x="7227846" y="316765"/>
                  </a:lnTo>
                  <a:lnTo>
                    <a:pt x="7227972" y="316765"/>
                  </a:lnTo>
                  <a:lnTo>
                    <a:pt x="7228098" y="316765"/>
                  </a:lnTo>
                  <a:lnTo>
                    <a:pt x="7228224" y="316765"/>
                  </a:lnTo>
                  <a:lnTo>
                    <a:pt x="7228350" y="316765"/>
                  </a:lnTo>
                  <a:lnTo>
                    <a:pt x="7228477" y="316765"/>
                  </a:lnTo>
                  <a:lnTo>
                    <a:pt x="7228603" y="316765"/>
                  </a:lnTo>
                  <a:lnTo>
                    <a:pt x="7228729" y="316765"/>
                  </a:lnTo>
                  <a:lnTo>
                    <a:pt x="7228855" y="316765"/>
                  </a:lnTo>
                  <a:lnTo>
                    <a:pt x="7228981" y="316765"/>
                  </a:lnTo>
                  <a:lnTo>
                    <a:pt x="7229107" y="316765"/>
                  </a:lnTo>
                  <a:lnTo>
                    <a:pt x="7229233" y="316765"/>
                  </a:lnTo>
                  <a:lnTo>
                    <a:pt x="7229359" y="316765"/>
                  </a:lnTo>
                  <a:lnTo>
                    <a:pt x="7229485" y="316765"/>
                  </a:lnTo>
                  <a:lnTo>
                    <a:pt x="7229611" y="316765"/>
                  </a:lnTo>
                  <a:lnTo>
                    <a:pt x="7229737" y="316765"/>
                  </a:lnTo>
                  <a:lnTo>
                    <a:pt x="7229863" y="316765"/>
                  </a:lnTo>
                  <a:lnTo>
                    <a:pt x="7229990" y="316765"/>
                  </a:lnTo>
                  <a:lnTo>
                    <a:pt x="7230116" y="316765"/>
                  </a:lnTo>
                  <a:lnTo>
                    <a:pt x="7230242" y="316765"/>
                  </a:lnTo>
                  <a:lnTo>
                    <a:pt x="7230368" y="316765"/>
                  </a:lnTo>
                  <a:lnTo>
                    <a:pt x="7230494" y="316765"/>
                  </a:lnTo>
                  <a:lnTo>
                    <a:pt x="7230620" y="316765"/>
                  </a:lnTo>
                  <a:lnTo>
                    <a:pt x="7230746" y="316765"/>
                  </a:lnTo>
                  <a:lnTo>
                    <a:pt x="7230872" y="316765"/>
                  </a:lnTo>
                  <a:lnTo>
                    <a:pt x="7230998" y="316765"/>
                  </a:lnTo>
                  <a:lnTo>
                    <a:pt x="7231124" y="316765"/>
                  </a:lnTo>
                  <a:lnTo>
                    <a:pt x="7231250" y="316765"/>
                  </a:lnTo>
                  <a:lnTo>
                    <a:pt x="7231377" y="316765"/>
                  </a:lnTo>
                  <a:lnTo>
                    <a:pt x="7231503" y="316765"/>
                  </a:lnTo>
                  <a:lnTo>
                    <a:pt x="7231629" y="316765"/>
                  </a:lnTo>
                  <a:lnTo>
                    <a:pt x="7231755" y="316765"/>
                  </a:lnTo>
                  <a:lnTo>
                    <a:pt x="7231881" y="316765"/>
                  </a:lnTo>
                  <a:lnTo>
                    <a:pt x="7232007" y="316765"/>
                  </a:lnTo>
                  <a:lnTo>
                    <a:pt x="7232133" y="316765"/>
                  </a:lnTo>
                  <a:lnTo>
                    <a:pt x="7232259" y="316765"/>
                  </a:lnTo>
                  <a:lnTo>
                    <a:pt x="7232385" y="316765"/>
                  </a:lnTo>
                  <a:lnTo>
                    <a:pt x="7232511" y="316765"/>
                  </a:lnTo>
                  <a:lnTo>
                    <a:pt x="7232637" y="316765"/>
                  </a:lnTo>
                  <a:lnTo>
                    <a:pt x="7232763" y="316765"/>
                  </a:lnTo>
                  <a:lnTo>
                    <a:pt x="7232890" y="316765"/>
                  </a:lnTo>
                  <a:lnTo>
                    <a:pt x="7233016" y="316765"/>
                  </a:lnTo>
                  <a:lnTo>
                    <a:pt x="7233142" y="316765"/>
                  </a:lnTo>
                  <a:lnTo>
                    <a:pt x="7233268" y="316765"/>
                  </a:lnTo>
                  <a:lnTo>
                    <a:pt x="7233268" y="311485"/>
                  </a:lnTo>
                  <a:lnTo>
                    <a:pt x="7233394" y="311485"/>
                  </a:lnTo>
                  <a:lnTo>
                    <a:pt x="7233520" y="311485"/>
                  </a:lnTo>
                  <a:lnTo>
                    <a:pt x="7233646" y="311485"/>
                  </a:lnTo>
                  <a:lnTo>
                    <a:pt x="7233772" y="311485"/>
                  </a:lnTo>
                  <a:lnTo>
                    <a:pt x="7233898" y="311485"/>
                  </a:lnTo>
                  <a:lnTo>
                    <a:pt x="7234024" y="311485"/>
                  </a:lnTo>
                  <a:lnTo>
                    <a:pt x="7234150" y="311485"/>
                  </a:lnTo>
                  <a:lnTo>
                    <a:pt x="7234277" y="311485"/>
                  </a:lnTo>
                  <a:lnTo>
                    <a:pt x="7234403" y="311485"/>
                  </a:lnTo>
                  <a:lnTo>
                    <a:pt x="7234529" y="311485"/>
                  </a:lnTo>
                  <a:lnTo>
                    <a:pt x="7234655" y="311485"/>
                  </a:lnTo>
                  <a:lnTo>
                    <a:pt x="7234781" y="311485"/>
                  </a:lnTo>
                  <a:lnTo>
                    <a:pt x="7234907" y="311485"/>
                  </a:lnTo>
                  <a:lnTo>
                    <a:pt x="7235033" y="311485"/>
                  </a:lnTo>
                  <a:lnTo>
                    <a:pt x="7235159" y="311485"/>
                  </a:lnTo>
                  <a:lnTo>
                    <a:pt x="7235285" y="311485"/>
                  </a:lnTo>
                  <a:lnTo>
                    <a:pt x="7235411" y="311485"/>
                  </a:lnTo>
                  <a:lnTo>
                    <a:pt x="7235537" y="311485"/>
                  </a:lnTo>
                  <a:lnTo>
                    <a:pt x="7235664" y="311485"/>
                  </a:lnTo>
                  <a:lnTo>
                    <a:pt x="7235790" y="311485"/>
                  </a:lnTo>
                  <a:lnTo>
                    <a:pt x="7235916" y="311485"/>
                  </a:lnTo>
                  <a:lnTo>
                    <a:pt x="7236042" y="311485"/>
                  </a:lnTo>
                  <a:lnTo>
                    <a:pt x="7236168" y="311485"/>
                  </a:lnTo>
                  <a:lnTo>
                    <a:pt x="7236294" y="311485"/>
                  </a:lnTo>
                  <a:lnTo>
                    <a:pt x="7236420" y="311485"/>
                  </a:lnTo>
                  <a:lnTo>
                    <a:pt x="7236546" y="311485"/>
                  </a:lnTo>
                  <a:lnTo>
                    <a:pt x="7236672" y="311485"/>
                  </a:lnTo>
                  <a:lnTo>
                    <a:pt x="7236798" y="311485"/>
                  </a:lnTo>
                  <a:lnTo>
                    <a:pt x="7236924" y="311485"/>
                  </a:lnTo>
                  <a:lnTo>
                    <a:pt x="7237050" y="311485"/>
                  </a:lnTo>
                  <a:lnTo>
                    <a:pt x="7237177" y="311485"/>
                  </a:lnTo>
                  <a:lnTo>
                    <a:pt x="7237303" y="311485"/>
                  </a:lnTo>
                  <a:lnTo>
                    <a:pt x="7237429" y="311485"/>
                  </a:lnTo>
                  <a:lnTo>
                    <a:pt x="7237555" y="311485"/>
                  </a:lnTo>
                  <a:lnTo>
                    <a:pt x="7237681" y="311485"/>
                  </a:lnTo>
                  <a:lnTo>
                    <a:pt x="7237807" y="311485"/>
                  </a:lnTo>
                  <a:lnTo>
                    <a:pt x="7237933" y="311485"/>
                  </a:lnTo>
                  <a:lnTo>
                    <a:pt x="7238059" y="311485"/>
                  </a:lnTo>
                  <a:lnTo>
                    <a:pt x="7238185" y="311485"/>
                  </a:lnTo>
                  <a:lnTo>
                    <a:pt x="7238311" y="311485"/>
                  </a:lnTo>
                  <a:lnTo>
                    <a:pt x="7238437" y="311485"/>
                  </a:lnTo>
                  <a:lnTo>
                    <a:pt x="7238564" y="311485"/>
                  </a:lnTo>
                  <a:lnTo>
                    <a:pt x="7238690" y="311485"/>
                  </a:lnTo>
                  <a:lnTo>
                    <a:pt x="7238816" y="311485"/>
                  </a:lnTo>
                  <a:lnTo>
                    <a:pt x="7238942" y="311485"/>
                  </a:lnTo>
                  <a:lnTo>
                    <a:pt x="7239068" y="311485"/>
                  </a:lnTo>
                  <a:lnTo>
                    <a:pt x="7239194" y="311485"/>
                  </a:lnTo>
                  <a:lnTo>
                    <a:pt x="7239320" y="311485"/>
                  </a:lnTo>
                  <a:lnTo>
                    <a:pt x="7239446" y="311485"/>
                  </a:lnTo>
                  <a:lnTo>
                    <a:pt x="7239572" y="311485"/>
                  </a:lnTo>
                  <a:lnTo>
                    <a:pt x="7239698" y="311485"/>
                  </a:lnTo>
                  <a:lnTo>
                    <a:pt x="7239824" y="311485"/>
                  </a:lnTo>
                  <a:lnTo>
                    <a:pt x="7239950" y="311485"/>
                  </a:lnTo>
                  <a:lnTo>
                    <a:pt x="7240077" y="311485"/>
                  </a:lnTo>
                  <a:lnTo>
                    <a:pt x="7240203" y="311485"/>
                  </a:lnTo>
                  <a:lnTo>
                    <a:pt x="7240329" y="311485"/>
                  </a:lnTo>
                  <a:lnTo>
                    <a:pt x="7240455" y="311485"/>
                  </a:lnTo>
                  <a:lnTo>
                    <a:pt x="7240581" y="311485"/>
                  </a:lnTo>
                  <a:lnTo>
                    <a:pt x="7240707" y="311485"/>
                  </a:lnTo>
                  <a:lnTo>
                    <a:pt x="7240833" y="311485"/>
                  </a:lnTo>
                  <a:lnTo>
                    <a:pt x="7240959" y="311485"/>
                  </a:lnTo>
                  <a:lnTo>
                    <a:pt x="7241085" y="311485"/>
                  </a:lnTo>
                  <a:lnTo>
                    <a:pt x="7241211" y="311485"/>
                  </a:lnTo>
                  <a:lnTo>
                    <a:pt x="7241337" y="311485"/>
                  </a:lnTo>
                  <a:lnTo>
                    <a:pt x="7241464" y="311485"/>
                  </a:lnTo>
                  <a:lnTo>
                    <a:pt x="7241590" y="311485"/>
                  </a:lnTo>
                  <a:lnTo>
                    <a:pt x="7241716" y="311485"/>
                  </a:lnTo>
                  <a:lnTo>
                    <a:pt x="7241842" y="311485"/>
                  </a:lnTo>
                  <a:lnTo>
                    <a:pt x="7241968" y="311485"/>
                  </a:lnTo>
                  <a:lnTo>
                    <a:pt x="7242094" y="311485"/>
                  </a:lnTo>
                  <a:lnTo>
                    <a:pt x="7242220" y="311485"/>
                  </a:lnTo>
                  <a:lnTo>
                    <a:pt x="7242346" y="311485"/>
                  </a:lnTo>
                  <a:lnTo>
                    <a:pt x="7242472" y="311485"/>
                  </a:lnTo>
                  <a:lnTo>
                    <a:pt x="7242598" y="311485"/>
                  </a:lnTo>
                  <a:lnTo>
                    <a:pt x="7242724" y="311485"/>
                  </a:lnTo>
                  <a:lnTo>
                    <a:pt x="7242850" y="311485"/>
                  </a:lnTo>
                  <a:lnTo>
                    <a:pt x="7242977" y="311485"/>
                  </a:lnTo>
                  <a:lnTo>
                    <a:pt x="7243103" y="311485"/>
                  </a:lnTo>
                  <a:lnTo>
                    <a:pt x="7243229" y="311485"/>
                  </a:lnTo>
                  <a:lnTo>
                    <a:pt x="7243355" y="311485"/>
                  </a:lnTo>
                  <a:lnTo>
                    <a:pt x="7243481" y="311485"/>
                  </a:lnTo>
                  <a:lnTo>
                    <a:pt x="7243607" y="311485"/>
                  </a:lnTo>
                  <a:lnTo>
                    <a:pt x="7243733" y="311485"/>
                  </a:lnTo>
                  <a:lnTo>
                    <a:pt x="7243859" y="311485"/>
                  </a:lnTo>
                  <a:lnTo>
                    <a:pt x="7243985" y="311485"/>
                  </a:lnTo>
                  <a:lnTo>
                    <a:pt x="7244111" y="311485"/>
                  </a:lnTo>
                  <a:lnTo>
                    <a:pt x="7244237" y="311485"/>
                  </a:lnTo>
                  <a:lnTo>
                    <a:pt x="7244364" y="311485"/>
                  </a:lnTo>
                  <a:lnTo>
                    <a:pt x="7244490" y="311485"/>
                  </a:lnTo>
                  <a:lnTo>
                    <a:pt x="7244616" y="311485"/>
                  </a:lnTo>
                  <a:lnTo>
                    <a:pt x="7244742" y="311485"/>
                  </a:lnTo>
                  <a:lnTo>
                    <a:pt x="7244868" y="311485"/>
                  </a:lnTo>
                  <a:lnTo>
                    <a:pt x="7244994" y="311485"/>
                  </a:lnTo>
                  <a:lnTo>
                    <a:pt x="7245120" y="311485"/>
                  </a:lnTo>
                  <a:lnTo>
                    <a:pt x="7245246" y="311485"/>
                  </a:lnTo>
                  <a:lnTo>
                    <a:pt x="7245372" y="311485"/>
                  </a:lnTo>
                  <a:lnTo>
                    <a:pt x="7245498" y="311485"/>
                  </a:lnTo>
                  <a:lnTo>
                    <a:pt x="7245624" y="311485"/>
                  </a:lnTo>
                  <a:lnTo>
                    <a:pt x="7245751" y="311485"/>
                  </a:lnTo>
                  <a:lnTo>
                    <a:pt x="7245877" y="311485"/>
                  </a:lnTo>
                  <a:lnTo>
                    <a:pt x="7246003" y="311485"/>
                  </a:lnTo>
                  <a:lnTo>
                    <a:pt x="7246129" y="311485"/>
                  </a:lnTo>
                  <a:lnTo>
                    <a:pt x="7246255" y="311485"/>
                  </a:lnTo>
                  <a:lnTo>
                    <a:pt x="7246381" y="311485"/>
                  </a:lnTo>
                  <a:lnTo>
                    <a:pt x="7246507" y="311485"/>
                  </a:lnTo>
                  <a:lnTo>
                    <a:pt x="7246633" y="311485"/>
                  </a:lnTo>
                  <a:lnTo>
                    <a:pt x="7246759" y="311485"/>
                  </a:lnTo>
                  <a:lnTo>
                    <a:pt x="7246885" y="311485"/>
                  </a:lnTo>
                  <a:lnTo>
                    <a:pt x="7247011" y="311485"/>
                  </a:lnTo>
                  <a:lnTo>
                    <a:pt x="7247137" y="311485"/>
                  </a:lnTo>
                  <a:lnTo>
                    <a:pt x="7247264" y="311485"/>
                  </a:lnTo>
                  <a:lnTo>
                    <a:pt x="7247390" y="311485"/>
                  </a:lnTo>
                  <a:lnTo>
                    <a:pt x="7247516" y="311485"/>
                  </a:lnTo>
                  <a:lnTo>
                    <a:pt x="7247642" y="311485"/>
                  </a:lnTo>
                  <a:lnTo>
                    <a:pt x="7247768" y="311485"/>
                  </a:lnTo>
                  <a:lnTo>
                    <a:pt x="7247894" y="311485"/>
                  </a:lnTo>
                  <a:lnTo>
                    <a:pt x="7248020" y="311485"/>
                  </a:lnTo>
                  <a:lnTo>
                    <a:pt x="7248146" y="311485"/>
                  </a:lnTo>
                  <a:lnTo>
                    <a:pt x="7248272" y="311485"/>
                  </a:lnTo>
                  <a:lnTo>
                    <a:pt x="7248398" y="311485"/>
                  </a:lnTo>
                  <a:lnTo>
                    <a:pt x="7248524" y="311485"/>
                  </a:lnTo>
                  <a:lnTo>
                    <a:pt x="7248651" y="311485"/>
                  </a:lnTo>
                  <a:lnTo>
                    <a:pt x="7248777" y="311485"/>
                  </a:lnTo>
                  <a:lnTo>
                    <a:pt x="7248903" y="311485"/>
                  </a:lnTo>
                  <a:lnTo>
                    <a:pt x="7249029" y="311485"/>
                  </a:lnTo>
                  <a:lnTo>
                    <a:pt x="7249155" y="311485"/>
                  </a:lnTo>
                  <a:lnTo>
                    <a:pt x="7249281" y="311485"/>
                  </a:lnTo>
                  <a:lnTo>
                    <a:pt x="7249407" y="311485"/>
                  </a:lnTo>
                  <a:lnTo>
                    <a:pt x="7249533" y="311485"/>
                  </a:lnTo>
                  <a:lnTo>
                    <a:pt x="7249659" y="311485"/>
                  </a:lnTo>
                  <a:lnTo>
                    <a:pt x="7249785" y="311485"/>
                  </a:lnTo>
                  <a:lnTo>
                    <a:pt x="7249911" y="311485"/>
                  </a:lnTo>
                  <a:lnTo>
                    <a:pt x="7250037" y="311485"/>
                  </a:lnTo>
                  <a:lnTo>
                    <a:pt x="7250164" y="311485"/>
                  </a:lnTo>
                  <a:lnTo>
                    <a:pt x="7250290" y="311485"/>
                  </a:lnTo>
                  <a:lnTo>
                    <a:pt x="7250416" y="311485"/>
                  </a:lnTo>
                  <a:lnTo>
                    <a:pt x="7250542" y="311485"/>
                  </a:lnTo>
                  <a:lnTo>
                    <a:pt x="7250668" y="311485"/>
                  </a:lnTo>
                  <a:lnTo>
                    <a:pt x="7250794" y="311485"/>
                  </a:lnTo>
                  <a:lnTo>
                    <a:pt x="7250920" y="311485"/>
                  </a:lnTo>
                  <a:lnTo>
                    <a:pt x="7251046" y="311485"/>
                  </a:lnTo>
                  <a:lnTo>
                    <a:pt x="7251172" y="311485"/>
                  </a:lnTo>
                  <a:lnTo>
                    <a:pt x="7251298" y="311485"/>
                  </a:lnTo>
                  <a:lnTo>
                    <a:pt x="7251424" y="311485"/>
                  </a:lnTo>
                  <a:lnTo>
                    <a:pt x="7251551" y="311485"/>
                  </a:lnTo>
                  <a:lnTo>
                    <a:pt x="7251677" y="311485"/>
                  </a:lnTo>
                  <a:lnTo>
                    <a:pt x="7251803" y="311485"/>
                  </a:lnTo>
                  <a:lnTo>
                    <a:pt x="7251929" y="311485"/>
                  </a:lnTo>
                  <a:lnTo>
                    <a:pt x="7252055" y="311485"/>
                  </a:lnTo>
                  <a:lnTo>
                    <a:pt x="7252181" y="311485"/>
                  </a:lnTo>
                  <a:lnTo>
                    <a:pt x="7252307" y="311485"/>
                  </a:lnTo>
                  <a:lnTo>
                    <a:pt x="7252433" y="311485"/>
                  </a:lnTo>
                  <a:lnTo>
                    <a:pt x="7252559" y="311485"/>
                  </a:lnTo>
                  <a:lnTo>
                    <a:pt x="7252685" y="311485"/>
                  </a:lnTo>
                  <a:lnTo>
                    <a:pt x="7252811" y="311485"/>
                  </a:lnTo>
                  <a:lnTo>
                    <a:pt x="7252938" y="311485"/>
                  </a:lnTo>
                  <a:lnTo>
                    <a:pt x="7253064" y="311485"/>
                  </a:lnTo>
                  <a:lnTo>
                    <a:pt x="7253190" y="311485"/>
                  </a:lnTo>
                  <a:lnTo>
                    <a:pt x="7253316" y="311485"/>
                  </a:lnTo>
                  <a:lnTo>
                    <a:pt x="7253442" y="311485"/>
                  </a:lnTo>
                  <a:lnTo>
                    <a:pt x="7253568" y="311485"/>
                  </a:lnTo>
                  <a:lnTo>
                    <a:pt x="7253694" y="311485"/>
                  </a:lnTo>
                  <a:lnTo>
                    <a:pt x="7253820" y="311485"/>
                  </a:lnTo>
                  <a:lnTo>
                    <a:pt x="7253946" y="311485"/>
                  </a:lnTo>
                  <a:lnTo>
                    <a:pt x="7254072" y="311485"/>
                  </a:lnTo>
                  <a:lnTo>
                    <a:pt x="7254198" y="311485"/>
                  </a:lnTo>
                  <a:lnTo>
                    <a:pt x="7254324" y="311485"/>
                  </a:lnTo>
                  <a:lnTo>
                    <a:pt x="7254451" y="311485"/>
                  </a:lnTo>
                  <a:lnTo>
                    <a:pt x="7254577" y="311485"/>
                  </a:lnTo>
                  <a:lnTo>
                    <a:pt x="7254703" y="311485"/>
                  </a:lnTo>
                  <a:lnTo>
                    <a:pt x="7254829" y="311485"/>
                  </a:lnTo>
                  <a:lnTo>
                    <a:pt x="7254955" y="311485"/>
                  </a:lnTo>
                  <a:lnTo>
                    <a:pt x="7255081" y="311485"/>
                  </a:lnTo>
                  <a:lnTo>
                    <a:pt x="7255207" y="311485"/>
                  </a:lnTo>
                  <a:lnTo>
                    <a:pt x="7255333" y="311485"/>
                  </a:lnTo>
                  <a:lnTo>
                    <a:pt x="7255459" y="311485"/>
                  </a:lnTo>
                  <a:lnTo>
                    <a:pt x="7255585" y="311485"/>
                  </a:lnTo>
                  <a:lnTo>
                    <a:pt x="7255711" y="311485"/>
                  </a:lnTo>
                  <a:lnTo>
                    <a:pt x="7255838" y="311485"/>
                  </a:lnTo>
                  <a:lnTo>
                    <a:pt x="7255964" y="311485"/>
                  </a:lnTo>
                  <a:lnTo>
                    <a:pt x="7256090" y="311485"/>
                  </a:lnTo>
                  <a:lnTo>
                    <a:pt x="7256216" y="311485"/>
                  </a:lnTo>
                  <a:lnTo>
                    <a:pt x="7256342" y="311485"/>
                  </a:lnTo>
                  <a:lnTo>
                    <a:pt x="7256468" y="311485"/>
                  </a:lnTo>
                  <a:lnTo>
                    <a:pt x="7256594" y="311485"/>
                  </a:lnTo>
                  <a:lnTo>
                    <a:pt x="7256720" y="311485"/>
                  </a:lnTo>
                  <a:lnTo>
                    <a:pt x="7256846" y="311485"/>
                  </a:lnTo>
                  <a:lnTo>
                    <a:pt x="7256972" y="311485"/>
                  </a:lnTo>
                  <a:lnTo>
                    <a:pt x="7257098" y="311485"/>
                  </a:lnTo>
                  <a:lnTo>
                    <a:pt x="7257224" y="311485"/>
                  </a:lnTo>
                  <a:lnTo>
                    <a:pt x="7257351" y="311485"/>
                  </a:lnTo>
                  <a:lnTo>
                    <a:pt x="7257477" y="311485"/>
                  </a:lnTo>
                  <a:lnTo>
                    <a:pt x="7257603" y="311485"/>
                  </a:lnTo>
                  <a:lnTo>
                    <a:pt x="7257729" y="311485"/>
                  </a:lnTo>
                  <a:lnTo>
                    <a:pt x="7257855" y="311485"/>
                  </a:lnTo>
                  <a:lnTo>
                    <a:pt x="7257981" y="311485"/>
                  </a:lnTo>
                  <a:lnTo>
                    <a:pt x="7258107" y="311485"/>
                  </a:lnTo>
                  <a:lnTo>
                    <a:pt x="7258233" y="311485"/>
                  </a:lnTo>
                  <a:lnTo>
                    <a:pt x="7258359" y="311485"/>
                  </a:lnTo>
                  <a:lnTo>
                    <a:pt x="7258485" y="311485"/>
                  </a:lnTo>
                  <a:lnTo>
                    <a:pt x="7258611" y="311485"/>
                  </a:lnTo>
                  <a:lnTo>
                    <a:pt x="7258738" y="311485"/>
                  </a:lnTo>
                  <a:lnTo>
                    <a:pt x="7258864" y="311485"/>
                  </a:lnTo>
                  <a:lnTo>
                    <a:pt x="7258990" y="311485"/>
                  </a:lnTo>
                  <a:lnTo>
                    <a:pt x="7259116" y="311485"/>
                  </a:lnTo>
                  <a:lnTo>
                    <a:pt x="7259242" y="311485"/>
                  </a:lnTo>
                  <a:lnTo>
                    <a:pt x="7259368" y="311485"/>
                  </a:lnTo>
                  <a:lnTo>
                    <a:pt x="7259494" y="311485"/>
                  </a:lnTo>
                  <a:lnTo>
                    <a:pt x="7259620" y="311485"/>
                  </a:lnTo>
                  <a:lnTo>
                    <a:pt x="7259746" y="311485"/>
                  </a:lnTo>
                  <a:lnTo>
                    <a:pt x="7259872" y="311485"/>
                  </a:lnTo>
                  <a:lnTo>
                    <a:pt x="7259998" y="311485"/>
                  </a:lnTo>
                  <a:lnTo>
                    <a:pt x="7260125" y="311485"/>
                  </a:lnTo>
                  <a:lnTo>
                    <a:pt x="7260251" y="311485"/>
                  </a:lnTo>
                  <a:lnTo>
                    <a:pt x="7260377" y="311485"/>
                  </a:lnTo>
                  <a:lnTo>
                    <a:pt x="7260503" y="311485"/>
                  </a:lnTo>
                  <a:lnTo>
                    <a:pt x="7260629" y="311485"/>
                  </a:lnTo>
                  <a:lnTo>
                    <a:pt x="7260755" y="311485"/>
                  </a:lnTo>
                  <a:lnTo>
                    <a:pt x="7260881" y="311485"/>
                  </a:lnTo>
                  <a:lnTo>
                    <a:pt x="7261007" y="311485"/>
                  </a:lnTo>
                  <a:lnTo>
                    <a:pt x="7261133" y="311485"/>
                  </a:lnTo>
                  <a:lnTo>
                    <a:pt x="7261259" y="311485"/>
                  </a:lnTo>
                  <a:lnTo>
                    <a:pt x="7261385" y="311485"/>
                  </a:lnTo>
                  <a:lnTo>
                    <a:pt x="7261511" y="311485"/>
                  </a:lnTo>
                  <a:lnTo>
                    <a:pt x="7261638" y="311485"/>
                  </a:lnTo>
                  <a:lnTo>
                    <a:pt x="7261764" y="311485"/>
                  </a:lnTo>
                  <a:lnTo>
                    <a:pt x="7261890" y="311485"/>
                  </a:lnTo>
                  <a:lnTo>
                    <a:pt x="7262016" y="311485"/>
                  </a:lnTo>
                  <a:lnTo>
                    <a:pt x="7262142" y="311485"/>
                  </a:lnTo>
                  <a:lnTo>
                    <a:pt x="7262268" y="311485"/>
                  </a:lnTo>
                  <a:lnTo>
                    <a:pt x="7262394" y="311485"/>
                  </a:lnTo>
                  <a:lnTo>
                    <a:pt x="7262520" y="311485"/>
                  </a:lnTo>
                  <a:lnTo>
                    <a:pt x="7262646" y="311485"/>
                  </a:lnTo>
                  <a:lnTo>
                    <a:pt x="7262772" y="311485"/>
                  </a:lnTo>
                  <a:lnTo>
                    <a:pt x="7262898" y="311485"/>
                  </a:lnTo>
                  <a:lnTo>
                    <a:pt x="7263025" y="311485"/>
                  </a:lnTo>
                  <a:lnTo>
                    <a:pt x="7263151" y="311485"/>
                  </a:lnTo>
                  <a:lnTo>
                    <a:pt x="7263277" y="311485"/>
                  </a:lnTo>
                  <a:lnTo>
                    <a:pt x="7263403" y="311485"/>
                  </a:lnTo>
                  <a:lnTo>
                    <a:pt x="7263529" y="311485"/>
                  </a:lnTo>
                  <a:lnTo>
                    <a:pt x="7263655" y="311485"/>
                  </a:lnTo>
                  <a:lnTo>
                    <a:pt x="7263781" y="311485"/>
                  </a:lnTo>
                  <a:lnTo>
                    <a:pt x="7263907" y="311485"/>
                  </a:lnTo>
                  <a:lnTo>
                    <a:pt x="7264033" y="311485"/>
                  </a:lnTo>
                  <a:lnTo>
                    <a:pt x="7264159" y="311485"/>
                  </a:lnTo>
                  <a:lnTo>
                    <a:pt x="7264285" y="311485"/>
                  </a:lnTo>
                  <a:lnTo>
                    <a:pt x="7264411" y="311485"/>
                  </a:lnTo>
                  <a:lnTo>
                    <a:pt x="7264538" y="311485"/>
                  </a:lnTo>
                  <a:lnTo>
                    <a:pt x="7264664" y="311485"/>
                  </a:lnTo>
                  <a:lnTo>
                    <a:pt x="7264790" y="311485"/>
                  </a:lnTo>
                  <a:lnTo>
                    <a:pt x="7264916" y="311485"/>
                  </a:lnTo>
                  <a:lnTo>
                    <a:pt x="7265042" y="311485"/>
                  </a:lnTo>
                  <a:lnTo>
                    <a:pt x="7265168" y="311485"/>
                  </a:lnTo>
                  <a:lnTo>
                    <a:pt x="7265294" y="311485"/>
                  </a:lnTo>
                  <a:lnTo>
                    <a:pt x="7265420" y="311485"/>
                  </a:lnTo>
                  <a:lnTo>
                    <a:pt x="7265546" y="311485"/>
                  </a:lnTo>
                  <a:lnTo>
                    <a:pt x="7265672" y="311485"/>
                  </a:lnTo>
                  <a:lnTo>
                    <a:pt x="7265798" y="311485"/>
                  </a:lnTo>
                  <a:lnTo>
                    <a:pt x="7265925" y="311485"/>
                  </a:lnTo>
                  <a:lnTo>
                    <a:pt x="7266051" y="311485"/>
                  </a:lnTo>
                  <a:lnTo>
                    <a:pt x="7266177" y="311485"/>
                  </a:lnTo>
                  <a:lnTo>
                    <a:pt x="7266303" y="311485"/>
                  </a:lnTo>
                  <a:lnTo>
                    <a:pt x="7266429" y="311485"/>
                  </a:lnTo>
                  <a:lnTo>
                    <a:pt x="7266555" y="311485"/>
                  </a:lnTo>
                  <a:lnTo>
                    <a:pt x="7266681" y="311485"/>
                  </a:lnTo>
                  <a:lnTo>
                    <a:pt x="7266807" y="311485"/>
                  </a:lnTo>
                  <a:lnTo>
                    <a:pt x="7266933" y="311485"/>
                  </a:lnTo>
                  <a:lnTo>
                    <a:pt x="7267059" y="311485"/>
                  </a:lnTo>
                  <a:lnTo>
                    <a:pt x="7267185" y="311485"/>
                  </a:lnTo>
                  <a:lnTo>
                    <a:pt x="7267311" y="311485"/>
                  </a:lnTo>
                  <a:lnTo>
                    <a:pt x="7267438" y="311485"/>
                  </a:lnTo>
                  <a:lnTo>
                    <a:pt x="7267564" y="311485"/>
                  </a:lnTo>
                  <a:lnTo>
                    <a:pt x="7267690" y="311485"/>
                  </a:lnTo>
                  <a:lnTo>
                    <a:pt x="7267816" y="311485"/>
                  </a:lnTo>
                  <a:lnTo>
                    <a:pt x="7267942" y="311485"/>
                  </a:lnTo>
                  <a:lnTo>
                    <a:pt x="7268068" y="311485"/>
                  </a:lnTo>
                  <a:lnTo>
                    <a:pt x="7268194" y="311485"/>
                  </a:lnTo>
                  <a:lnTo>
                    <a:pt x="7268320" y="311485"/>
                  </a:lnTo>
                  <a:lnTo>
                    <a:pt x="7268446" y="311485"/>
                  </a:lnTo>
                  <a:lnTo>
                    <a:pt x="7268572" y="311485"/>
                  </a:lnTo>
                  <a:lnTo>
                    <a:pt x="7268698" y="311485"/>
                  </a:lnTo>
                  <a:lnTo>
                    <a:pt x="7268825" y="311485"/>
                  </a:lnTo>
                  <a:lnTo>
                    <a:pt x="7268951" y="311485"/>
                  </a:lnTo>
                  <a:lnTo>
                    <a:pt x="7269077" y="311485"/>
                  </a:lnTo>
                  <a:lnTo>
                    <a:pt x="7269203" y="311485"/>
                  </a:lnTo>
                  <a:lnTo>
                    <a:pt x="7269329" y="311485"/>
                  </a:lnTo>
                  <a:lnTo>
                    <a:pt x="7269455" y="311485"/>
                  </a:lnTo>
                  <a:lnTo>
                    <a:pt x="7269581" y="311485"/>
                  </a:lnTo>
                  <a:lnTo>
                    <a:pt x="7269707" y="311485"/>
                  </a:lnTo>
                  <a:lnTo>
                    <a:pt x="7269833" y="311485"/>
                  </a:lnTo>
                  <a:lnTo>
                    <a:pt x="7269959" y="311485"/>
                  </a:lnTo>
                  <a:lnTo>
                    <a:pt x="7270085" y="311485"/>
                  </a:lnTo>
                  <a:lnTo>
                    <a:pt x="7270212" y="311485"/>
                  </a:lnTo>
                  <a:lnTo>
                    <a:pt x="7270338" y="311485"/>
                  </a:lnTo>
                  <a:lnTo>
                    <a:pt x="7270464" y="311485"/>
                  </a:lnTo>
                  <a:lnTo>
                    <a:pt x="7270590" y="311485"/>
                  </a:lnTo>
                  <a:lnTo>
                    <a:pt x="7270716" y="311485"/>
                  </a:lnTo>
                  <a:lnTo>
                    <a:pt x="7270842" y="311485"/>
                  </a:lnTo>
                  <a:lnTo>
                    <a:pt x="7270968" y="311485"/>
                  </a:lnTo>
                  <a:lnTo>
                    <a:pt x="7271094" y="311485"/>
                  </a:lnTo>
                  <a:lnTo>
                    <a:pt x="7271220" y="311485"/>
                  </a:lnTo>
                  <a:lnTo>
                    <a:pt x="7271346" y="311485"/>
                  </a:lnTo>
                  <a:lnTo>
                    <a:pt x="7271472" y="311485"/>
                  </a:lnTo>
                  <a:lnTo>
                    <a:pt x="7271598" y="311485"/>
                  </a:lnTo>
                  <a:lnTo>
                    <a:pt x="7271725" y="311485"/>
                  </a:lnTo>
                  <a:lnTo>
                    <a:pt x="7271851" y="311485"/>
                  </a:lnTo>
                  <a:lnTo>
                    <a:pt x="7271977" y="311485"/>
                  </a:lnTo>
                  <a:lnTo>
                    <a:pt x="7272103" y="311485"/>
                  </a:lnTo>
                  <a:lnTo>
                    <a:pt x="7272229" y="311485"/>
                  </a:lnTo>
                  <a:lnTo>
                    <a:pt x="7272355" y="311485"/>
                  </a:lnTo>
                  <a:lnTo>
                    <a:pt x="7272481" y="311485"/>
                  </a:lnTo>
                  <a:lnTo>
                    <a:pt x="7272607" y="311485"/>
                  </a:lnTo>
                  <a:lnTo>
                    <a:pt x="7272733" y="311485"/>
                  </a:lnTo>
                  <a:lnTo>
                    <a:pt x="7272859" y="311485"/>
                  </a:lnTo>
                  <a:lnTo>
                    <a:pt x="7272985" y="311485"/>
                  </a:lnTo>
                  <a:lnTo>
                    <a:pt x="7273112" y="311485"/>
                  </a:lnTo>
                  <a:lnTo>
                    <a:pt x="7273238" y="311485"/>
                  </a:lnTo>
                  <a:lnTo>
                    <a:pt x="7273364" y="311485"/>
                  </a:lnTo>
                  <a:lnTo>
                    <a:pt x="7273490" y="311485"/>
                  </a:lnTo>
                  <a:lnTo>
                    <a:pt x="7273616" y="311485"/>
                  </a:lnTo>
                  <a:lnTo>
                    <a:pt x="7273742" y="311485"/>
                  </a:lnTo>
                  <a:lnTo>
                    <a:pt x="7273868" y="311485"/>
                  </a:lnTo>
                  <a:lnTo>
                    <a:pt x="7273994" y="311485"/>
                  </a:lnTo>
                  <a:lnTo>
                    <a:pt x="7274120" y="311485"/>
                  </a:lnTo>
                  <a:lnTo>
                    <a:pt x="7274246" y="311485"/>
                  </a:lnTo>
                  <a:lnTo>
                    <a:pt x="7274372" y="311485"/>
                  </a:lnTo>
                  <a:lnTo>
                    <a:pt x="7274498" y="311485"/>
                  </a:lnTo>
                  <a:lnTo>
                    <a:pt x="7274625" y="311485"/>
                  </a:lnTo>
                  <a:lnTo>
                    <a:pt x="7274751" y="311485"/>
                  </a:lnTo>
                  <a:lnTo>
                    <a:pt x="7274877" y="311485"/>
                  </a:lnTo>
                  <a:lnTo>
                    <a:pt x="7275003" y="311485"/>
                  </a:lnTo>
                  <a:lnTo>
                    <a:pt x="7275129" y="311485"/>
                  </a:lnTo>
                  <a:lnTo>
                    <a:pt x="7275255" y="311485"/>
                  </a:lnTo>
                  <a:lnTo>
                    <a:pt x="7275381" y="311485"/>
                  </a:lnTo>
                  <a:lnTo>
                    <a:pt x="7275507" y="311485"/>
                  </a:lnTo>
                  <a:lnTo>
                    <a:pt x="7275633" y="311485"/>
                  </a:lnTo>
                  <a:lnTo>
                    <a:pt x="7275759" y="311485"/>
                  </a:lnTo>
                  <a:lnTo>
                    <a:pt x="7275885" y="311485"/>
                  </a:lnTo>
                  <a:lnTo>
                    <a:pt x="7276012" y="311485"/>
                  </a:lnTo>
                  <a:lnTo>
                    <a:pt x="7276138" y="311485"/>
                  </a:lnTo>
                  <a:lnTo>
                    <a:pt x="7276264" y="311485"/>
                  </a:lnTo>
                  <a:lnTo>
                    <a:pt x="7276390" y="311485"/>
                  </a:lnTo>
                  <a:lnTo>
                    <a:pt x="7276516" y="311485"/>
                  </a:lnTo>
                  <a:lnTo>
                    <a:pt x="7276642" y="311485"/>
                  </a:lnTo>
                  <a:lnTo>
                    <a:pt x="7276768" y="311485"/>
                  </a:lnTo>
                  <a:lnTo>
                    <a:pt x="7276894" y="311485"/>
                  </a:lnTo>
                  <a:lnTo>
                    <a:pt x="7277020" y="311485"/>
                  </a:lnTo>
                  <a:lnTo>
                    <a:pt x="7277146" y="311485"/>
                  </a:lnTo>
                  <a:lnTo>
                    <a:pt x="7277272" y="311485"/>
                  </a:lnTo>
                  <a:lnTo>
                    <a:pt x="7277399" y="311485"/>
                  </a:lnTo>
                  <a:lnTo>
                    <a:pt x="7277525" y="311485"/>
                  </a:lnTo>
                  <a:lnTo>
                    <a:pt x="7277651" y="311485"/>
                  </a:lnTo>
                  <a:lnTo>
                    <a:pt x="7277777" y="311485"/>
                  </a:lnTo>
                  <a:lnTo>
                    <a:pt x="7277903" y="311485"/>
                  </a:lnTo>
                  <a:lnTo>
                    <a:pt x="7278029" y="311485"/>
                  </a:lnTo>
                  <a:lnTo>
                    <a:pt x="7278155" y="311485"/>
                  </a:lnTo>
                  <a:lnTo>
                    <a:pt x="7278281" y="311485"/>
                  </a:lnTo>
                  <a:lnTo>
                    <a:pt x="7278407" y="311485"/>
                  </a:lnTo>
                  <a:lnTo>
                    <a:pt x="7278533" y="311485"/>
                  </a:lnTo>
                  <a:lnTo>
                    <a:pt x="7278659" y="311485"/>
                  </a:lnTo>
                  <a:lnTo>
                    <a:pt x="7278785" y="311485"/>
                  </a:lnTo>
                  <a:lnTo>
                    <a:pt x="7278912" y="311485"/>
                  </a:lnTo>
                  <a:lnTo>
                    <a:pt x="7279038" y="311485"/>
                  </a:lnTo>
                  <a:lnTo>
                    <a:pt x="7279164" y="311485"/>
                  </a:lnTo>
                  <a:lnTo>
                    <a:pt x="7279290" y="311485"/>
                  </a:lnTo>
                  <a:lnTo>
                    <a:pt x="7279416" y="311485"/>
                  </a:lnTo>
                  <a:lnTo>
                    <a:pt x="7279542" y="311485"/>
                  </a:lnTo>
                  <a:lnTo>
                    <a:pt x="7279668" y="311485"/>
                  </a:lnTo>
                  <a:lnTo>
                    <a:pt x="7279794" y="311485"/>
                  </a:lnTo>
                  <a:lnTo>
                    <a:pt x="7279920" y="311485"/>
                  </a:lnTo>
                  <a:lnTo>
                    <a:pt x="7280046" y="311485"/>
                  </a:lnTo>
                  <a:lnTo>
                    <a:pt x="7280172" y="311485"/>
                  </a:lnTo>
                  <a:lnTo>
                    <a:pt x="7280299" y="311485"/>
                  </a:lnTo>
                  <a:lnTo>
                    <a:pt x="7280425" y="311485"/>
                  </a:lnTo>
                  <a:lnTo>
                    <a:pt x="7280551" y="311485"/>
                  </a:lnTo>
                  <a:lnTo>
                    <a:pt x="7280677" y="311485"/>
                  </a:lnTo>
                  <a:lnTo>
                    <a:pt x="7280803" y="311485"/>
                  </a:lnTo>
                  <a:lnTo>
                    <a:pt x="7280929" y="311485"/>
                  </a:lnTo>
                  <a:lnTo>
                    <a:pt x="7281055" y="311485"/>
                  </a:lnTo>
                  <a:lnTo>
                    <a:pt x="7281181" y="311485"/>
                  </a:lnTo>
                  <a:lnTo>
                    <a:pt x="7281307" y="311485"/>
                  </a:lnTo>
                  <a:lnTo>
                    <a:pt x="7281433" y="311485"/>
                  </a:lnTo>
                  <a:lnTo>
                    <a:pt x="7281559" y="311485"/>
                  </a:lnTo>
                  <a:lnTo>
                    <a:pt x="7281685" y="311485"/>
                  </a:lnTo>
                  <a:lnTo>
                    <a:pt x="7281812" y="311485"/>
                  </a:lnTo>
                  <a:lnTo>
                    <a:pt x="7281938" y="311485"/>
                  </a:lnTo>
                  <a:lnTo>
                    <a:pt x="7282064" y="311485"/>
                  </a:lnTo>
                  <a:lnTo>
                    <a:pt x="7282190" y="311485"/>
                  </a:lnTo>
                  <a:lnTo>
                    <a:pt x="7282316" y="311485"/>
                  </a:lnTo>
                  <a:lnTo>
                    <a:pt x="7282442" y="311485"/>
                  </a:lnTo>
                  <a:lnTo>
                    <a:pt x="7282568" y="311485"/>
                  </a:lnTo>
                  <a:lnTo>
                    <a:pt x="7282694" y="311485"/>
                  </a:lnTo>
                  <a:lnTo>
                    <a:pt x="7282820" y="311485"/>
                  </a:lnTo>
                  <a:lnTo>
                    <a:pt x="7282946" y="311485"/>
                  </a:lnTo>
                  <a:lnTo>
                    <a:pt x="7283072" y="311485"/>
                  </a:lnTo>
                  <a:lnTo>
                    <a:pt x="7283199" y="311485"/>
                  </a:lnTo>
                  <a:lnTo>
                    <a:pt x="7283325" y="311485"/>
                  </a:lnTo>
                  <a:lnTo>
                    <a:pt x="7283451" y="311485"/>
                  </a:lnTo>
                  <a:lnTo>
                    <a:pt x="7283577" y="311485"/>
                  </a:lnTo>
                  <a:lnTo>
                    <a:pt x="7283703" y="311485"/>
                  </a:lnTo>
                  <a:lnTo>
                    <a:pt x="7283829" y="311485"/>
                  </a:lnTo>
                  <a:lnTo>
                    <a:pt x="7283955" y="311485"/>
                  </a:lnTo>
                  <a:lnTo>
                    <a:pt x="7284081" y="311485"/>
                  </a:lnTo>
                  <a:lnTo>
                    <a:pt x="7284207" y="311485"/>
                  </a:lnTo>
                  <a:lnTo>
                    <a:pt x="7284333" y="311485"/>
                  </a:lnTo>
                  <a:lnTo>
                    <a:pt x="7284459" y="311485"/>
                  </a:lnTo>
                  <a:lnTo>
                    <a:pt x="7284585" y="311485"/>
                  </a:lnTo>
                  <a:lnTo>
                    <a:pt x="7284712" y="311485"/>
                  </a:lnTo>
                  <a:lnTo>
                    <a:pt x="7284838" y="311485"/>
                  </a:lnTo>
                  <a:lnTo>
                    <a:pt x="7284964" y="311485"/>
                  </a:lnTo>
                  <a:lnTo>
                    <a:pt x="7285090" y="311485"/>
                  </a:lnTo>
                  <a:lnTo>
                    <a:pt x="7285216" y="311485"/>
                  </a:lnTo>
                  <a:lnTo>
                    <a:pt x="7285342" y="311485"/>
                  </a:lnTo>
                  <a:lnTo>
                    <a:pt x="7285468" y="311485"/>
                  </a:lnTo>
                  <a:lnTo>
                    <a:pt x="7285594" y="311485"/>
                  </a:lnTo>
                  <a:lnTo>
                    <a:pt x="7285720" y="311485"/>
                  </a:lnTo>
                  <a:lnTo>
                    <a:pt x="7285846" y="311485"/>
                  </a:lnTo>
                  <a:lnTo>
                    <a:pt x="7285972" y="311485"/>
                  </a:lnTo>
                  <a:lnTo>
                    <a:pt x="7286099" y="311485"/>
                  </a:lnTo>
                  <a:lnTo>
                    <a:pt x="7286225" y="311485"/>
                  </a:lnTo>
                  <a:lnTo>
                    <a:pt x="7286351" y="311485"/>
                  </a:lnTo>
                  <a:lnTo>
                    <a:pt x="7286477" y="311485"/>
                  </a:lnTo>
                  <a:lnTo>
                    <a:pt x="7286603" y="311485"/>
                  </a:lnTo>
                  <a:lnTo>
                    <a:pt x="7286729" y="311485"/>
                  </a:lnTo>
                  <a:lnTo>
                    <a:pt x="7286855" y="311485"/>
                  </a:lnTo>
                  <a:lnTo>
                    <a:pt x="7286981" y="311485"/>
                  </a:lnTo>
                  <a:lnTo>
                    <a:pt x="7287107" y="311485"/>
                  </a:lnTo>
                  <a:lnTo>
                    <a:pt x="7287233" y="311485"/>
                  </a:lnTo>
                  <a:lnTo>
                    <a:pt x="7287359" y="311485"/>
                  </a:lnTo>
                  <a:lnTo>
                    <a:pt x="7287486" y="311485"/>
                  </a:lnTo>
                  <a:lnTo>
                    <a:pt x="7287612" y="311485"/>
                  </a:lnTo>
                  <a:lnTo>
                    <a:pt x="7287738" y="311485"/>
                  </a:lnTo>
                  <a:lnTo>
                    <a:pt x="7287864" y="311485"/>
                  </a:lnTo>
                  <a:lnTo>
                    <a:pt x="7287990" y="311485"/>
                  </a:lnTo>
                  <a:lnTo>
                    <a:pt x="7288116" y="311485"/>
                  </a:lnTo>
                  <a:lnTo>
                    <a:pt x="7288242" y="311485"/>
                  </a:lnTo>
                  <a:lnTo>
                    <a:pt x="7288368" y="311485"/>
                  </a:lnTo>
                  <a:lnTo>
                    <a:pt x="7288494" y="311485"/>
                  </a:lnTo>
                  <a:lnTo>
                    <a:pt x="7288620" y="311485"/>
                  </a:lnTo>
                  <a:lnTo>
                    <a:pt x="7288746" y="311485"/>
                  </a:lnTo>
                  <a:lnTo>
                    <a:pt x="7288872" y="311485"/>
                  </a:lnTo>
                  <a:lnTo>
                    <a:pt x="7288999" y="311485"/>
                  </a:lnTo>
                  <a:lnTo>
                    <a:pt x="7289125" y="311485"/>
                  </a:lnTo>
                  <a:lnTo>
                    <a:pt x="7289251" y="311485"/>
                  </a:lnTo>
                  <a:lnTo>
                    <a:pt x="7289377" y="311485"/>
                  </a:lnTo>
                  <a:lnTo>
                    <a:pt x="7289503" y="311485"/>
                  </a:lnTo>
                  <a:lnTo>
                    <a:pt x="7289629" y="311485"/>
                  </a:lnTo>
                  <a:lnTo>
                    <a:pt x="7289755" y="311485"/>
                  </a:lnTo>
                  <a:lnTo>
                    <a:pt x="7289881" y="311485"/>
                  </a:lnTo>
                  <a:lnTo>
                    <a:pt x="7290007" y="311485"/>
                  </a:lnTo>
                  <a:lnTo>
                    <a:pt x="7290133" y="311485"/>
                  </a:lnTo>
                  <a:lnTo>
                    <a:pt x="7290259" y="311485"/>
                  </a:lnTo>
                  <a:lnTo>
                    <a:pt x="7290386" y="311485"/>
                  </a:lnTo>
                  <a:lnTo>
                    <a:pt x="7290512" y="311485"/>
                  </a:lnTo>
                  <a:lnTo>
                    <a:pt x="7290638" y="311485"/>
                  </a:lnTo>
                  <a:lnTo>
                    <a:pt x="7290764" y="311485"/>
                  </a:lnTo>
                  <a:lnTo>
                    <a:pt x="7290890" y="311485"/>
                  </a:lnTo>
                  <a:lnTo>
                    <a:pt x="7290890" y="306206"/>
                  </a:lnTo>
                  <a:lnTo>
                    <a:pt x="7291016" y="306206"/>
                  </a:lnTo>
                  <a:lnTo>
                    <a:pt x="7291142" y="306206"/>
                  </a:lnTo>
                  <a:lnTo>
                    <a:pt x="7291268" y="306206"/>
                  </a:lnTo>
                  <a:lnTo>
                    <a:pt x="7291394" y="306206"/>
                  </a:lnTo>
                  <a:lnTo>
                    <a:pt x="7291520" y="306206"/>
                  </a:lnTo>
                  <a:lnTo>
                    <a:pt x="7291646" y="306206"/>
                  </a:lnTo>
                  <a:lnTo>
                    <a:pt x="7291772" y="306206"/>
                  </a:lnTo>
                  <a:lnTo>
                    <a:pt x="7291899" y="306206"/>
                  </a:lnTo>
                  <a:lnTo>
                    <a:pt x="7292025" y="306206"/>
                  </a:lnTo>
                  <a:lnTo>
                    <a:pt x="7292151" y="306206"/>
                  </a:lnTo>
                  <a:lnTo>
                    <a:pt x="7292277" y="306206"/>
                  </a:lnTo>
                  <a:lnTo>
                    <a:pt x="7292403" y="306206"/>
                  </a:lnTo>
                  <a:lnTo>
                    <a:pt x="7292529" y="306206"/>
                  </a:lnTo>
                  <a:lnTo>
                    <a:pt x="7292655" y="306206"/>
                  </a:lnTo>
                  <a:lnTo>
                    <a:pt x="7292781" y="306206"/>
                  </a:lnTo>
                  <a:lnTo>
                    <a:pt x="7292907" y="306206"/>
                  </a:lnTo>
                  <a:lnTo>
                    <a:pt x="7293033" y="306206"/>
                  </a:lnTo>
                  <a:lnTo>
                    <a:pt x="7293159" y="306206"/>
                  </a:lnTo>
                  <a:lnTo>
                    <a:pt x="7293286" y="306206"/>
                  </a:lnTo>
                  <a:lnTo>
                    <a:pt x="7293412" y="306206"/>
                  </a:lnTo>
                  <a:lnTo>
                    <a:pt x="7293538" y="306206"/>
                  </a:lnTo>
                  <a:lnTo>
                    <a:pt x="7293664" y="306206"/>
                  </a:lnTo>
                  <a:lnTo>
                    <a:pt x="7293790" y="306206"/>
                  </a:lnTo>
                  <a:lnTo>
                    <a:pt x="7293916" y="306206"/>
                  </a:lnTo>
                  <a:lnTo>
                    <a:pt x="7294042" y="306206"/>
                  </a:lnTo>
                  <a:lnTo>
                    <a:pt x="7294168" y="306206"/>
                  </a:lnTo>
                  <a:lnTo>
                    <a:pt x="7294294" y="306206"/>
                  </a:lnTo>
                  <a:lnTo>
                    <a:pt x="7294420" y="306206"/>
                  </a:lnTo>
                  <a:lnTo>
                    <a:pt x="7294546" y="306206"/>
                  </a:lnTo>
                  <a:lnTo>
                    <a:pt x="7294673" y="306206"/>
                  </a:lnTo>
                  <a:lnTo>
                    <a:pt x="7294799" y="306206"/>
                  </a:lnTo>
                  <a:lnTo>
                    <a:pt x="7294925" y="306206"/>
                  </a:lnTo>
                  <a:lnTo>
                    <a:pt x="7295051" y="306206"/>
                  </a:lnTo>
                  <a:lnTo>
                    <a:pt x="7295177" y="306206"/>
                  </a:lnTo>
                  <a:lnTo>
                    <a:pt x="7295303" y="306206"/>
                  </a:lnTo>
                  <a:lnTo>
                    <a:pt x="7295429" y="306206"/>
                  </a:lnTo>
                  <a:lnTo>
                    <a:pt x="7295555" y="306206"/>
                  </a:lnTo>
                  <a:lnTo>
                    <a:pt x="7295681" y="306206"/>
                  </a:lnTo>
                  <a:lnTo>
                    <a:pt x="7295807" y="306206"/>
                  </a:lnTo>
                  <a:lnTo>
                    <a:pt x="7295933" y="306206"/>
                  </a:lnTo>
                  <a:lnTo>
                    <a:pt x="7296059" y="306206"/>
                  </a:lnTo>
                  <a:lnTo>
                    <a:pt x="7296186" y="306206"/>
                  </a:lnTo>
                  <a:lnTo>
                    <a:pt x="7296312" y="306206"/>
                  </a:lnTo>
                  <a:lnTo>
                    <a:pt x="7296438" y="306206"/>
                  </a:lnTo>
                  <a:lnTo>
                    <a:pt x="7296564" y="306206"/>
                  </a:lnTo>
                  <a:lnTo>
                    <a:pt x="7296690" y="306206"/>
                  </a:lnTo>
                  <a:lnTo>
                    <a:pt x="7296816" y="306206"/>
                  </a:lnTo>
                  <a:lnTo>
                    <a:pt x="7296942" y="306206"/>
                  </a:lnTo>
                  <a:lnTo>
                    <a:pt x="7297068" y="306206"/>
                  </a:lnTo>
                  <a:lnTo>
                    <a:pt x="7297194" y="306206"/>
                  </a:lnTo>
                  <a:lnTo>
                    <a:pt x="7297320" y="306206"/>
                  </a:lnTo>
                  <a:lnTo>
                    <a:pt x="7297446" y="306206"/>
                  </a:lnTo>
                  <a:lnTo>
                    <a:pt x="7297573" y="306206"/>
                  </a:lnTo>
                  <a:lnTo>
                    <a:pt x="7297699" y="306206"/>
                  </a:lnTo>
                  <a:lnTo>
                    <a:pt x="7297825" y="306206"/>
                  </a:lnTo>
                  <a:lnTo>
                    <a:pt x="7297951" y="306206"/>
                  </a:lnTo>
                  <a:lnTo>
                    <a:pt x="7298077" y="306206"/>
                  </a:lnTo>
                  <a:lnTo>
                    <a:pt x="7298203" y="306206"/>
                  </a:lnTo>
                  <a:lnTo>
                    <a:pt x="7298329" y="306206"/>
                  </a:lnTo>
                  <a:lnTo>
                    <a:pt x="7298455" y="306206"/>
                  </a:lnTo>
                  <a:lnTo>
                    <a:pt x="7298581" y="306206"/>
                  </a:lnTo>
                  <a:lnTo>
                    <a:pt x="7298707" y="306206"/>
                  </a:lnTo>
                  <a:lnTo>
                    <a:pt x="7298833" y="306206"/>
                  </a:lnTo>
                  <a:lnTo>
                    <a:pt x="7298959" y="306206"/>
                  </a:lnTo>
                  <a:lnTo>
                    <a:pt x="7299086" y="306206"/>
                  </a:lnTo>
                  <a:lnTo>
                    <a:pt x="7299212" y="306206"/>
                  </a:lnTo>
                  <a:lnTo>
                    <a:pt x="7299338" y="306206"/>
                  </a:lnTo>
                  <a:lnTo>
                    <a:pt x="7299464" y="306206"/>
                  </a:lnTo>
                  <a:lnTo>
                    <a:pt x="7299590" y="306206"/>
                  </a:lnTo>
                  <a:lnTo>
                    <a:pt x="7299716" y="306206"/>
                  </a:lnTo>
                  <a:lnTo>
                    <a:pt x="7299842" y="306206"/>
                  </a:lnTo>
                  <a:lnTo>
                    <a:pt x="7299968" y="306206"/>
                  </a:lnTo>
                  <a:lnTo>
                    <a:pt x="7300094" y="306206"/>
                  </a:lnTo>
                  <a:lnTo>
                    <a:pt x="7300220" y="306206"/>
                  </a:lnTo>
                  <a:lnTo>
                    <a:pt x="7300346" y="306206"/>
                  </a:lnTo>
                  <a:lnTo>
                    <a:pt x="7300473" y="306206"/>
                  </a:lnTo>
                  <a:lnTo>
                    <a:pt x="7300599" y="306206"/>
                  </a:lnTo>
                  <a:lnTo>
                    <a:pt x="7300725" y="306206"/>
                  </a:lnTo>
                  <a:lnTo>
                    <a:pt x="7300851" y="306206"/>
                  </a:lnTo>
                  <a:lnTo>
                    <a:pt x="7300977" y="306206"/>
                  </a:lnTo>
                  <a:lnTo>
                    <a:pt x="7301103" y="306206"/>
                  </a:lnTo>
                  <a:lnTo>
                    <a:pt x="7301229" y="306206"/>
                  </a:lnTo>
                  <a:lnTo>
                    <a:pt x="7301355" y="306206"/>
                  </a:lnTo>
                  <a:lnTo>
                    <a:pt x="7301481" y="306206"/>
                  </a:lnTo>
                  <a:lnTo>
                    <a:pt x="7301607" y="306206"/>
                  </a:lnTo>
                  <a:lnTo>
                    <a:pt x="7301733" y="306206"/>
                  </a:lnTo>
                  <a:lnTo>
                    <a:pt x="7301860" y="306206"/>
                  </a:lnTo>
                  <a:lnTo>
                    <a:pt x="7301986" y="306206"/>
                  </a:lnTo>
                  <a:lnTo>
                    <a:pt x="7302112" y="306206"/>
                  </a:lnTo>
                  <a:lnTo>
                    <a:pt x="7302238" y="306206"/>
                  </a:lnTo>
                  <a:lnTo>
                    <a:pt x="7302364" y="306206"/>
                  </a:lnTo>
                  <a:lnTo>
                    <a:pt x="7302490" y="306206"/>
                  </a:lnTo>
                  <a:lnTo>
                    <a:pt x="7302616" y="306206"/>
                  </a:lnTo>
                  <a:lnTo>
                    <a:pt x="7302742" y="306206"/>
                  </a:lnTo>
                  <a:lnTo>
                    <a:pt x="7302868" y="306206"/>
                  </a:lnTo>
                  <a:lnTo>
                    <a:pt x="7302994" y="306206"/>
                  </a:lnTo>
                  <a:lnTo>
                    <a:pt x="7303120" y="306206"/>
                  </a:lnTo>
                  <a:lnTo>
                    <a:pt x="7303246" y="306206"/>
                  </a:lnTo>
                  <a:lnTo>
                    <a:pt x="7303373" y="306206"/>
                  </a:lnTo>
                  <a:lnTo>
                    <a:pt x="7303499" y="306206"/>
                  </a:lnTo>
                  <a:lnTo>
                    <a:pt x="7303625" y="306206"/>
                  </a:lnTo>
                  <a:lnTo>
                    <a:pt x="7303751" y="306206"/>
                  </a:lnTo>
                  <a:lnTo>
                    <a:pt x="7303877" y="306206"/>
                  </a:lnTo>
                  <a:lnTo>
                    <a:pt x="7304003" y="306206"/>
                  </a:lnTo>
                  <a:lnTo>
                    <a:pt x="7304129" y="306206"/>
                  </a:lnTo>
                  <a:lnTo>
                    <a:pt x="7304255" y="306206"/>
                  </a:lnTo>
                  <a:lnTo>
                    <a:pt x="7304381" y="306206"/>
                  </a:lnTo>
                  <a:lnTo>
                    <a:pt x="7304507" y="306206"/>
                  </a:lnTo>
                  <a:lnTo>
                    <a:pt x="7304507" y="300927"/>
                  </a:lnTo>
                  <a:lnTo>
                    <a:pt x="7304633" y="300927"/>
                  </a:lnTo>
                  <a:lnTo>
                    <a:pt x="7304760" y="300927"/>
                  </a:lnTo>
                  <a:lnTo>
                    <a:pt x="7304886" y="300927"/>
                  </a:lnTo>
                  <a:lnTo>
                    <a:pt x="7305012" y="300927"/>
                  </a:lnTo>
                  <a:lnTo>
                    <a:pt x="7305138" y="300927"/>
                  </a:lnTo>
                  <a:lnTo>
                    <a:pt x="7305264" y="300927"/>
                  </a:lnTo>
                  <a:lnTo>
                    <a:pt x="7305390" y="300927"/>
                  </a:lnTo>
                  <a:lnTo>
                    <a:pt x="7305516" y="300927"/>
                  </a:lnTo>
                  <a:lnTo>
                    <a:pt x="7305642" y="300927"/>
                  </a:lnTo>
                  <a:lnTo>
                    <a:pt x="7305768" y="300927"/>
                  </a:lnTo>
                  <a:lnTo>
                    <a:pt x="7305894" y="300927"/>
                  </a:lnTo>
                  <a:lnTo>
                    <a:pt x="7306020" y="300927"/>
                  </a:lnTo>
                  <a:lnTo>
                    <a:pt x="7306146" y="300927"/>
                  </a:lnTo>
                  <a:lnTo>
                    <a:pt x="7306273" y="300927"/>
                  </a:lnTo>
                  <a:lnTo>
                    <a:pt x="7306399" y="300927"/>
                  </a:lnTo>
                  <a:lnTo>
                    <a:pt x="7306525" y="300927"/>
                  </a:lnTo>
                  <a:lnTo>
                    <a:pt x="7306651" y="300927"/>
                  </a:lnTo>
                  <a:lnTo>
                    <a:pt x="7306777" y="300927"/>
                  </a:lnTo>
                  <a:lnTo>
                    <a:pt x="7306903" y="300927"/>
                  </a:lnTo>
                  <a:lnTo>
                    <a:pt x="7307029" y="300927"/>
                  </a:lnTo>
                  <a:lnTo>
                    <a:pt x="7307155" y="300927"/>
                  </a:lnTo>
                  <a:lnTo>
                    <a:pt x="7307281" y="300927"/>
                  </a:lnTo>
                  <a:lnTo>
                    <a:pt x="7307407" y="300927"/>
                  </a:lnTo>
                  <a:lnTo>
                    <a:pt x="7307533" y="300927"/>
                  </a:lnTo>
                  <a:lnTo>
                    <a:pt x="7307660" y="300927"/>
                  </a:lnTo>
                  <a:lnTo>
                    <a:pt x="7307786" y="300927"/>
                  </a:lnTo>
                  <a:lnTo>
                    <a:pt x="7307912" y="300927"/>
                  </a:lnTo>
                  <a:lnTo>
                    <a:pt x="7308038" y="300927"/>
                  </a:lnTo>
                  <a:lnTo>
                    <a:pt x="7308164" y="300927"/>
                  </a:lnTo>
                  <a:lnTo>
                    <a:pt x="7308290" y="300927"/>
                  </a:lnTo>
                  <a:lnTo>
                    <a:pt x="7308416" y="300927"/>
                  </a:lnTo>
                  <a:lnTo>
                    <a:pt x="7308542" y="300927"/>
                  </a:lnTo>
                  <a:lnTo>
                    <a:pt x="7308668" y="300927"/>
                  </a:lnTo>
                  <a:lnTo>
                    <a:pt x="7308794" y="300927"/>
                  </a:lnTo>
                  <a:lnTo>
                    <a:pt x="7308920" y="300927"/>
                  </a:lnTo>
                  <a:lnTo>
                    <a:pt x="7309046" y="300927"/>
                  </a:lnTo>
                  <a:lnTo>
                    <a:pt x="7309173" y="300927"/>
                  </a:lnTo>
                  <a:lnTo>
                    <a:pt x="7309299" y="300927"/>
                  </a:lnTo>
                  <a:lnTo>
                    <a:pt x="7309425" y="300927"/>
                  </a:lnTo>
                  <a:lnTo>
                    <a:pt x="7309551" y="300927"/>
                  </a:lnTo>
                  <a:lnTo>
                    <a:pt x="7309677" y="300927"/>
                  </a:lnTo>
                  <a:lnTo>
                    <a:pt x="7309803" y="300927"/>
                  </a:lnTo>
                  <a:lnTo>
                    <a:pt x="7309929" y="300927"/>
                  </a:lnTo>
                  <a:lnTo>
                    <a:pt x="7310055" y="300927"/>
                  </a:lnTo>
                  <a:lnTo>
                    <a:pt x="7310181" y="300927"/>
                  </a:lnTo>
                  <a:lnTo>
                    <a:pt x="7310307" y="300927"/>
                  </a:lnTo>
                  <a:lnTo>
                    <a:pt x="7310433" y="300927"/>
                  </a:lnTo>
                  <a:lnTo>
                    <a:pt x="7310560" y="300927"/>
                  </a:lnTo>
                  <a:lnTo>
                    <a:pt x="7310686" y="300927"/>
                  </a:lnTo>
                  <a:lnTo>
                    <a:pt x="7310812" y="300927"/>
                  </a:lnTo>
                  <a:lnTo>
                    <a:pt x="7310938" y="300927"/>
                  </a:lnTo>
                  <a:lnTo>
                    <a:pt x="7311064" y="300927"/>
                  </a:lnTo>
                  <a:lnTo>
                    <a:pt x="7311190" y="300927"/>
                  </a:lnTo>
                  <a:lnTo>
                    <a:pt x="7311316" y="300927"/>
                  </a:lnTo>
                  <a:lnTo>
                    <a:pt x="7311442" y="300927"/>
                  </a:lnTo>
                  <a:lnTo>
                    <a:pt x="7311568" y="300927"/>
                  </a:lnTo>
                  <a:lnTo>
                    <a:pt x="7311694" y="300927"/>
                  </a:lnTo>
                  <a:lnTo>
                    <a:pt x="7311820" y="300927"/>
                  </a:lnTo>
                  <a:lnTo>
                    <a:pt x="7311947" y="300927"/>
                  </a:lnTo>
                  <a:lnTo>
                    <a:pt x="7312073" y="300927"/>
                  </a:lnTo>
                  <a:lnTo>
                    <a:pt x="7312199" y="300927"/>
                  </a:lnTo>
                  <a:lnTo>
                    <a:pt x="7312325" y="300927"/>
                  </a:lnTo>
                  <a:lnTo>
                    <a:pt x="7312451" y="300927"/>
                  </a:lnTo>
                  <a:lnTo>
                    <a:pt x="7312577" y="300927"/>
                  </a:lnTo>
                  <a:lnTo>
                    <a:pt x="7312703" y="300927"/>
                  </a:lnTo>
                  <a:lnTo>
                    <a:pt x="7312829" y="300927"/>
                  </a:lnTo>
                  <a:lnTo>
                    <a:pt x="7312955" y="300927"/>
                  </a:lnTo>
                  <a:lnTo>
                    <a:pt x="7313081" y="300927"/>
                  </a:lnTo>
                  <a:lnTo>
                    <a:pt x="7313207" y="300927"/>
                  </a:lnTo>
                  <a:lnTo>
                    <a:pt x="7313333" y="300927"/>
                  </a:lnTo>
                  <a:lnTo>
                    <a:pt x="7313460" y="300927"/>
                  </a:lnTo>
                  <a:lnTo>
                    <a:pt x="7313586" y="300927"/>
                  </a:lnTo>
                  <a:lnTo>
                    <a:pt x="7313712" y="300927"/>
                  </a:lnTo>
                  <a:lnTo>
                    <a:pt x="7313838" y="300927"/>
                  </a:lnTo>
                  <a:lnTo>
                    <a:pt x="7313964" y="300927"/>
                  </a:lnTo>
                  <a:lnTo>
                    <a:pt x="7314090" y="300927"/>
                  </a:lnTo>
                  <a:lnTo>
                    <a:pt x="7314216" y="300927"/>
                  </a:lnTo>
                  <a:lnTo>
                    <a:pt x="7314342" y="300927"/>
                  </a:lnTo>
                  <a:lnTo>
                    <a:pt x="7314468" y="300927"/>
                  </a:lnTo>
                  <a:lnTo>
                    <a:pt x="7314594" y="300927"/>
                  </a:lnTo>
                  <a:lnTo>
                    <a:pt x="7314720" y="300927"/>
                  </a:lnTo>
                  <a:lnTo>
                    <a:pt x="7314720" y="295647"/>
                  </a:lnTo>
                  <a:lnTo>
                    <a:pt x="7314847" y="295647"/>
                  </a:lnTo>
                  <a:lnTo>
                    <a:pt x="7314973" y="295647"/>
                  </a:lnTo>
                  <a:lnTo>
                    <a:pt x="7315099" y="295647"/>
                  </a:lnTo>
                  <a:lnTo>
                    <a:pt x="7315225" y="295647"/>
                  </a:lnTo>
                  <a:lnTo>
                    <a:pt x="7315351" y="295647"/>
                  </a:lnTo>
                  <a:lnTo>
                    <a:pt x="7315477" y="295647"/>
                  </a:lnTo>
                  <a:lnTo>
                    <a:pt x="7315603" y="295647"/>
                  </a:lnTo>
                  <a:lnTo>
                    <a:pt x="7315729" y="295647"/>
                  </a:lnTo>
                  <a:lnTo>
                    <a:pt x="7315855" y="295647"/>
                  </a:lnTo>
                  <a:lnTo>
                    <a:pt x="7315981" y="295647"/>
                  </a:lnTo>
                  <a:lnTo>
                    <a:pt x="7316107" y="295647"/>
                  </a:lnTo>
                  <a:lnTo>
                    <a:pt x="7316233" y="295647"/>
                  </a:lnTo>
                  <a:lnTo>
                    <a:pt x="7316360" y="295647"/>
                  </a:lnTo>
                  <a:lnTo>
                    <a:pt x="7316486" y="295647"/>
                  </a:lnTo>
                  <a:lnTo>
                    <a:pt x="7316612" y="295647"/>
                  </a:lnTo>
                  <a:lnTo>
                    <a:pt x="7316738" y="295647"/>
                  </a:lnTo>
                  <a:lnTo>
                    <a:pt x="7316864" y="295647"/>
                  </a:lnTo>
                  <a:lnTo>
                    <a:pt x="7316990" y="295647"/>
                  </a:lnTo>
                  <a:lnTo>
                    <a:pt x="7317116" y="295647"/>
                  </a:lnTo>
                  <a:lnTo>
                    <a:pt x="7317242" y="295647"/>
                  </a:lnTo>
                  <a:lnTo>
                    <a:pt x="7317368" y="295647"/>
                  </a:lnTo>
                  <a:lnTo>
                    <a:pt x="7317494" y="295647"/>
                  </a:lnTo>
                  <a:lnTo>
                    <a:pt x="7317620" y="295647"/>
                  </a:lnTo>
                  <a:lnTo>
                    <a:pt x="7317747" y="295647"/>
                  </a:lnTo>
                  <a:lnTo>
                    <a:pt x="7317873" y="295647"/>
                  </a:lnTo>
                  <a:lnTo>
                    <a:pt x="7317999" y="295647"/>
                  </a:lnTo>
                  <a:lnTo>
                    <a:pt x="7318125" y="295647"/>
                  </a:lnTo>
                  <a:lnTo>
                    <a:pt x="7318251" y="295647"/>
                  </a:lnTo>
                  <a:lnTo>
                    <a:pt x="7318377" y="295647"/>
                  </a:lnTo>
                  <a:lnTo>
                    <a:pt x="7318503" y="295647"/>
                  </a:lnTo>
                  <a:lnTo>
                    <a:pt x="7318629" y="295647"/>
                  </a:lnTo>
                  <a:lnTo>
                    <a:pt x="7318755" y="295647"/>
                  </a:lnTo>
                  <a:lnTo>
                    <a:pt x="7318881" y="295647"/>
                  </a:lnTo>
                  <a:lnTo>
                    <a:pt x="7319007" y="295647"/>
                  </a:lnTo>
                  <a:lnTo>
                    <a:pt x="7319134" y="295647"/>
                  </a:lnTo>
                  <a:lnTo>
                    <a:pt x="7319260" y="295647"/>
                  </a:lnTo>
                  <a:lnTo>
                    <a:pt x="7319386" y="295647"/>
                  </a:lnTo>
                  <a:lnTo>
                    <a:pt x="7319512" y="295647"/>
                  </a:lnTo>
                  <a:lnTo>
                    <a:pt x="7319638" y="295647"/>
                  </a:lnTo>
                  <a:lnTo>
                    <a:pt x="7319764" y="295647"/>
                  </a:lnTo>
                  <a:lnTo>
                    <a:pt x="7319890" y="295647"/>
                  </a:lnTo>
                  <a:lnTo>
                    <a:pt x="7320016" y="295647"/>
                  </a:lnTo>
                  <a:lnTo>
                    <a:pt x="7320142" y="295647"/>
                  </a:lnTo>
                  <a:lnTo>
                    <a:pt x="7320268" y="295647"/>
                  </a:lnTo>
                  <a:lnTo>
                    <a:pt x="7320394" y="295647"/>
                  </a:lnTo>
                  <a:lnTo>
                    <a:pt x="7320520" y="295647"/>
                  </a:lnTo>
                  <a:lnTo>
                    <a:pt x="7320647" y="295647"/>
                  </a:lnTo>
                  <a:lnTo>
                    <a:pt x="7320773" y="295647"/>
                  </a:lnTo>
                  <a:lnTo>
                    <a:pt x="7320899" y="295647"/>
                  </a:lnTo>
                  <a:lnTo>
                    <a:pt x="7321025" y="295647"/>
                  </a:lnTo>
                  <a:lnTo>
                    <a:pt x="7321151" y="295647"/>
                  </a:lnTo>
                  <a:lnTo>
                    <a:pt x="7321277" y="295647"/>
                  </a:lnTo>
                  <a:lnTo>
                    <a:pt x="7321403" y="295647"/>
                  </a:lnTo>
                  <a:lnTo>
                    <a:pt x="7321529" y="295647"/>
                  </a:lnTo>
                  <a:lnTo>
                    <a:pt x="7321655" y="295647"/>
                  </a:lnTo>
                  <a:lnTo>
                    <a:pt x="7321781" y="295647"/>
                  </a:lnTo>
                  <a:lnTo>
                    <a:pt x="7321907" y="295647"/>
                  </a:lnTo>
                  <a:lnTo>
                    <a:pt x="7322034" y="295647"/>
                  </a:lnTo>
                  <a:lnTo>
                    <a:pt x="7322160" y="295647"/>
                  </a:lnTo>
                  <a:lnTo>
                    <a:pt x="7322286" y="295647"/>
                  </a:lnTo>
                  <a:lnTo>
                    <a:pt x="7322412" y="295647"/>
                  </a:lnTo>
                  <a:lnTo>
                    <a:pt x="7322538" y="295647"/>
                  </a:lnTo>
                  <a:lnTo>
                    <a:pt x="7322664" y="295647"/>
                  </a:lnTo>
                  <a:lnTo>
                    <a:pt x="7322790" y="295647"/>
                  </a:lnTo>
                  <a:lnTo>
                    <a:pt x="7322916" y="295647"/>
                  </a:lnTo>
                  <a:lnTo>
                    <a:pt x="7323042" y="295647"/>
                  </a:lnTo>
                  <a:lnTo>
                    <a:pt x="7323168" y="295647"/>
                  </a:lnTo>
                  <a:lnTo>
                    <a:pt x="7323294" y="295647"/>
                  </a:lnTo>
                  <a:lnTo>
                    <a:pt x="7323420" y="295647"/>
                  </a:lnTo>
                  <a:lnTo>
                    <a:pt x="7323547" y="295647"/>
                  </a:lnTo>
                  <a:lnTo>
                    <a:pt x="7323673" y="295647"/>
                  </a:lnTo>
                  <a:lnTo>
                    <a:pt x="7323799" y="295647"/>
                  </a:lnTo>
                  <a:lnTo>
                    <a:pt x="7323925" y="295647"/>
                  </a:lnTo>
                  <a:lnTo>
                    <a:pt x="7324051" y="295647"/>
                  </a:lnTo>
                  <a:lnTo>
                    <a:pt x="7324177" y="295647"/>
                  </a:lnTo>
                  <a:lnTo>
                    <a:pt x="7324303" y="295647"/>
                  </a:lnTo>
                  <a:lnTo>
                    <a:pt x="7324429" y="295647"/>
                  </a:lnTo>
                  <a:lnTo>
                    <a:pt x="7324555" y="295647"/>
                  </a:lnTo>
                  <a:lnTo>
                    <a:pt x="7324681" y="295647"/>
                  </a:lnTo>
                  <a:lnTo>
                    <a:pt x="7324807" y="295647"/>
                  </a:lnTo>
                  <a:lnTo>
                    <a:pt x="7324934" y="295647"/>
                  </a:lnTo>
                  <a:lnTo>
                    <a:pt x="7325060" y="295647"/>
                  </a:lnTo>
                  <a:lnTo>
                    <a:pt x="7325060" y="290368"/>
                  </a:lnTo>
                  <a:lnTo>
                    <a:pt x="7325186" y="290368"/>
                  </a:lnTo>
                  <a:lnTo>
                    <a:pt x="7325312" y="290368"/>
                  </a:lnTo>
                  <a:lnTo>
                    <a:pt x="7325438" y="290368"/>
                  </a:lnTo>
                  <a:lnTo>
                    <a:pt x="7325564" y="290368"/>
                  </a:lnTo>
                  <a:lnTo>
                    <a:pt x="7325690" y="290368"/>
                  </a:lnTo>
                  <a:lnTo>
                    <a:pt x="7325816" y="290368"/>
                  </a:lnTo>
                  <a:lnTo>
                    <a:pt x="7325942" y="290368"/>
                  </a:lnTo>
                  <a:lnTo>
                    <a:pt x="7326068" y="290368"/>
                  </a:lnTo>
                  <a:lnTo>
                    <a:pt x="7326194" y="290368"/>
                  </a:lnTo>
                  <a:lnTo>
                    <a:pt x="7326320" y="290368"/>
                  </a:lnTo>
                  <a:lnTo>
                    <a:pt x="7326447" y="290368"/>
                  </a:lnTo>
                  <a:lnTo>
                    <a:pt x="7326573" y="290368"/>
                  </a:lnTo>
                  <a:lnTo>
                    <a:pt x="7326699" y="290368"/>
                  </a:lnTo>
                  <a:lnTo>
                    <a:pt x="7326825" y="290368"/>
                  </a:lnTo>
                  <a:lnTo>
                    <a:pt x="7326951" y="290368"/>
                  </a:lnTo>
                  <a:lnTo>
                    <a:pt x="7327077" y="290368"/>
                  </a:lnTo>
                  <a:lnTo>
                    <a:pt x="7327203" y="290368"/>
                  </a:lnTo>
                  <a:lnTo>
                    <a:pt x="7327329" y="290368"/>
                  </a:lnTo>
                  <a:lnTo>
                    <a:pt x="7327455" y="290368"/>
                  </a:lnTo>
                  <a:lnTo>
                    <a:pt x="7327581" y="290368"/>
                  </a:lnTo>
                  <a:lnTo>
                    <a:pt x="7327707" y="290368"/>
                  </a:lnTo>
                  <a:lnTo>
                    <a:pt x="7327707" y="285088"/>
                  </a:lnTo>
                  <a:lnTo>
                    <a:pt x="7327834" y="285088"/>
                  </a:lnTo>
                  <a:lnTo>
                    <a:pt x="7327960" y="285088"/>
                  </a:lnTo>
                  <a:lnTo>
                    <a:pt x="7328086" y="285088"/>
                  </a:lnTo>
                  <a:lnTo>
                    <a:pt x="7328212" y="285088"/>
                  </a:lnTo>
                  <a:lnTo>
                    <a:pt x="7328338" y="285088"/>
                  </a:lnTo>
                  <a:lnTo>
                    <a:pt x="7328464" y="285088"/>
                  </a:lnTo>
                  <a:lnTo>
                    <a:pt x="7328590" y="285088"/>
                  </a:lnTo>
                  <a:lnTo>
                    <a:pt x="7328716" y="285088"/>
                  </a:lnTo>
                  <a:lnTo>
                    <a:pt x="7328842" y="285088"/>
                  </a:lnTo>
                  <a:lnTo>
                    <a:pt x="7328968" y="285088"/>
                  </a:lnTo>
                  <a:lnTo>
                    <a:pt x="7329094" y="285088"/>
                  </a:lnTo>
                  <a:lnTo>
                    <a:pt x="7329221" y="285088"/>
                  </a:lnTo>
                  <a:lnTo>
                    <a:pt x="7329347" y="285088"/>
                  </a:lnTo>
                  <a:lnTo>
                    <a:pt x="7329473" y="285088"/>
                  </a:lnTo>
                  <a:lnTo>
                    <a:pt x="7329599" y="285088"/>
                  </a:lnTo>
                  <a:lnTo>
                    <a:pt x="7329725" y="285088"/>
                  </a:lnTo>
                  <a:lnTo>
                    <a:pt x="7329851" y="285088"/>
                  </a:lnTo>
                  <a:lnTo>
                    <a:pt x="7329977" y="285088"/>
                  </a:lnTo>
                  <a:lnTo>
                    <a:pt x="7330103" y="285088"/>
                  </a:lnTo>
                  <a:lnTo>
                    <a:pt x="7330229" y="285088"/>
                  </a:lnTo>
                  <a:lnTo>
                    <a:pt x="7330355" y="285088"/>
                  </a:lnTo>
                  <a:lnTo>
                    <a:pt x="7330481" y="285088"/>
                  </a:lnTo>
                  <a:lnTo>
                    <a:pt x="7330607" y="285088"/>
                  </a:lnTo>
                  <a:lnTo>
                    <a:pt x="7330734" y="285088"/>
                  </a:lnTo>
                  <a:lnTo>
                    <a:pt x="7330860" y="285088"/>
                  </a:lnTo>
                  <a:lnTo>
                    <a:pt x="7330986" y="285088"/>
                  </a:lnTo>
                  <a:lnTo>
                    <a:pt x="7331112" y="285088"/>
                  </a:lnTo>
                  <a:lnTo>
                    <a:pt x="7331238" y="285088"/>
                  </a:lnTo>
                  <a:lnTo>
                    <a:pt x="7331364" y="285088"/>
                  </a:lnTo>
                  <a:lnTo>
                    <a:pt x="7331490" y="285088"/>
                  </a:lnTo>
                  <a:lnTo>
                    <a:pt x="7331616" y="285088"/>
                  </a:lnTo>
                  <a:lnTo>
                    <a:pt x="7331742" y="285088"/>
                  </a:lnTo>
                  <a:lnTo>
                    <a:pt x="7331868" y="285088"/>
                  </a:lnTo>
                  <a:lnTo>
                    <a:pt x="7331994" y="285088"/>
                  </a:lnTo>
                  <a:lnTo>
                    <a:pt x="7332121" y="285088"/>
                  </a:lnTo>
                  <a:lnTo>
                    <a:pt x="7332247" y="285088"/>
                  </a:lnTo>
                  <a:lnTo>
                    <a:pt x="7332373" y="285088"/>
                  </a:lnTo>
                  <a:lnTo>
                    <a:pt x="7332499" y="285088"/>
                  </a:lnTo>
                  <a:lnTo>
                    <a:pt x="7332625" y="285088"/>
                  </a:lnTo>
                  <a:lnTo>
                    <a:pt x="7332751" y="285088"/>
                  </a:lnTo>
                  <a:lnTo>
                    <a:pt x="7332877" y="285088"/>
                  </a:lnTo>
                  <a:lnTo>
                    <a:pt x="7333003" y="285088"/>
                  </a:lnTo>
                  <a:lnTo>
                    <a:pt x="7333129" y="285088"/>
                  </a:lnTo>
                  <a:lnTo>
                    <a:pt x="7333255" y="285088"/>
                  </a:lnTo>
                  <a:lnTo>
                    <a:pt x="7333381" y="285088"/>
                  </a:lnTo>
                  <a:lnTo>
                    <a:pt x="7333507" y="285088"/>
                  </a:lnTo>
                  <a:lnTo>
                    <a:pt x="7333634" y="285088"/>
                  </a:lnTo>
                  <a:lnTo>
                    <a:pt x="7333760" y="285088"/>
                  </a:lnTo>
                  <a:lnTo>
                    <a:pt x="7333886" y="285088"/>
                  </a:lnTo>
                  <a:lnTo>
                    <a:pt x="7334012" y="285088"/>
                  </a:lnTo>
                  <a:lnTo>
                    <a:pt x="7334138" y="285088"/>
                  </a:lnTo>
                  <a:lnTo>
                    <a:pt x="7334264" y="285088"/>
                  </a:lnTo>
                  <a:lnTo>
                    <a:pt x="7334390" y="285088"/>
                  </a:lnTo>
                  <a:lnTo>
                    <a:pt x="7334516" y="285088"/>
                  </a:lnTo>
                  <a:lnTo>
                    <a:pt x="7334642" y="285088"/>
                  </a:lnTo>
                  <a:lnTo>
                    <a:pt x="7334768" y="285088"/>
                  </a:lnTo>
                  <a:lnTo>
                    <a:pt x="7334894" y="285088"/>
                  </a:lnTo>
                  <a:lnTo>
                    <a:pt x="7335021" y="285088"/>
                  </a:lnTo>
                  <a:lnTo>
                    <a:pt x="7335147" y="285088"/>
                  </a:lnTo>
                  <a:lnTo>
                    <a:pt x="7335273" y="285088"/>
                  </a:lnTo>
                  <a:lnTo>
                    <a:pt x="7335399" y="285088"/>
                  </a:lnTo>
                  <a:lnTo>
                    <a:pt x="7335525" y="285088"/>
                  </a:lnTo>
                  <a:lnTo>
                    <a:pt x="7335651" y="285088"/>
                  </a:lnTo>
                  <a:lnTo>
                    <a:pt x="7335777" y="285088"/>
                  </a:lnTo>
                  <a:lnTo>
                    <a:pt x="7335903" y="285088"/>
                  </a:lnTo>
                  <a:lnTo>
                    <a:pt x="7336029" y="285088"/>
                  </a:lnTo>
                  <a:lnTo>
                    <a:pt x="7336155" y="285088"/>
                  </a:lnTo>
                  <a:lnTo>
                    <a:pt x="7336155" y="279809"/>
                  </a:lnTo>
                  <a:lnTo>
                    <a:pt x="7336281" y="279809"/>
                  </a:lnTo>
                  <a:lnTo>
                    <a:pt x="7336408" y="279809"/>
                  </a:lnTo>
                  <a:lnTo>
                    <a:pt x="7336534" y="279809"/>
                  </a:lnTo>
                  <a:lnTo>
                    <a:pt x="7336660" y="279809"/>
                  </a:lnTo>
                  <a:lnTo>
                    <a:pt x="7336786" y="279809"/>
                  </a:lnTo>
                  <a:lnTo>
                    <a:pt x="7336912" y="279809"/>
                  </a:lnTo>
                  <a:lnTo>
                    <a:pt x="7337038" y="279809"/>
                  </a:lnTo>
                  <a:lnTo>
                    <a:pt x="7337164" y="279809"/>
                  </a:lnTo>
                  <a:lnTo>
                    <a:pt x="7337290" y="279809"/>
                  </a:lnTo>
                  <a:lnTo>
                    <a:pt x="7337416" y="279809"/>
                  </a:lnTo>
                  <a:lnTo>
                    <a:pt x="7337542" y="279809"/>
                  </a:lnTo>
                  <a:lnTo>
                    <a:pt x="7337668" y="279809"/>
                  </a:lnTo>
                  <a:lnTo>
                    <a:pt x="7337794" y="279809"/>
                  </a:lnTo>
                  <a:lnTo>
                    <a:pt x="7337921" y="279809"/>
                  </a:lnTo>
                  <a:lnTo>
                    <a:pt x="7338047" y="279809"/>
                  </a:lnTo>
                  <a:lnTo>
                    <a:pt x="7338173" y="279809"/>
                  </a:lnTo>
                  <a:lnTo>
                    <a:pt x="7338299" y="279809"/>
                  </a:lnTo>
                  <a:lnTo>
                    <a:pt x="7338425" y="279809"/>
                  </a:lnTo>
                  <a:lnTo>
                    <a:pt x="7338551" y="279809"/>
                  </a:lnTo>
                  <a:lnTo>
                    <a:pt x="7338677" y="279809"/>
                  </a:lnTo>
                  <a:lnTo>
                    <a:pt x="7338803" y="279809"/>
                  </a:lnTo>
                  <a:lnTo>
                    <a:pt x="7338929" y="279809"/>
                  </a:lnTo>
                  <a:lnTo>
                    <a:pt x="7339055" y="279809"/>
                  </a:lnTo>
                  <a:lnTo>
                    <a:pt x="7339181" y="279809"/>
                  </a:lnTo>
                  <a:lnTo>
                    <a:pt x="7339308" y="279809"/>
                  </a:lnTo>
                  <a:lnTo>
                    <a:pt x="7339434" y="279809"/>
                  </a:lnTo>
                  <a:lnTo>
                    <a:pt x="7339560" y="279809"/>
                  </a:lnTo>
                  <a:lnTo>
                    <a:pt x="7339686" y="279809"/>
                  </a:lnTo>
                  <a:lnTo>
                    <a:pt x="7339812" y="279809"/>
                  </a:lnTo>
                  <a:lnTo>
                    <a:pt x="7339938" y="279809"/>
                  </a:lnTo>
                  <a:lnTo>
                    <a:pt x="7340064" y="279809"/>
                  </a:lnTo>
                  <a:lnTo>
                    <a:pt x="7340190" y="279809"/>
                  </a:lnTo>
                  <a:lnTo>
                    <a:pt x="7340316" y="279809"/>
                  </a:lnTo>
                  <a:lnTo>
                    <a:pt x="7340442" y="279809"/>
                  </a:lnTo>
                  <a:lnTo>
                    <a:pt x="7340568" y="279809"/>
                  </a:lnTo>
                  <a:lnTo>
                    <a:pt x="7340694" y="279809"/>
                  </a:lnTo>
                  <a:lnTo>
                    <a:pt x="7340821" y="279809"/>
                  </a:lnTo>
                  <a:lnTo>
                    <a:pt x="7340947" y="279809"/>
                  </a:lnTo>
                  <a:lnTo>
                    <a:pt x="7341073" y="279809"/>
                  </a:lnTo>
                  <a:lnTo>
                    <a:pt x="7341199" y="279809"/>
                  </a:lnTo>
                  <a:lnTo>
                    <a:pt x="7341325" y="279809"/>
                  </a:lnTo>
                  <a:lnTo>
                    <a:pt x="7341451" y="279809"/>
                  </a:lnTo>
                  <a:lnTo>
                    <a:pt x="7341577" y="279809"/>
                  </a:lnTo>
                  <a:lnTo>
                    <a:pt x="7341703" y="279809"/>
                  </a:lnTo>
                  <a:lnTo>
                    <a:pt x="7341829" y="279809"/>
                  </a:lnTo>
                  <a:lnTo>
                    <a:pt x="7341955" y="279809"/>
                  </a:lnTo>
                  <a:lnTo>
                    <a:pt x="7342081" y="279809"/>
                  </a:lnTo>
                  <a:lnTo>
                    <a:pt x="7342208" y="279809"/>
                  </a:lnTo>
                  <a:lnTo>
                    <a:pt x="7342334" y="279809"/>
                  </a:lnTo>
                  <a:lnTo>
                    <a:pt x="7342460" y="279809"/>
                  </a:lnTo>
                  <a:lnTo>
                    <a:pt x="7342586" y="279809"/>
                  </a:lnTo>
                  <a:lnTo>
                    <a:pt x="7342712" y="279809"/>
                  </a:lnTo>
                  <a:lnTo>
                    <a:pt x="7342838" y="279809"/>
                  </a:lnTo>
                  <a:lnTo>
                    <a:pt x="7342964" y="279809"/>
                  </a:lnTo>
                  <a:lnTo>
                    <a:pt x="7343090" y="279809"/>
                  </a:lnTo>
                  <a:lnTo>
                    <a:pt x="7343216" y="279809"/>
                  </a:lnTo>
                  <a:lnTo>
                    <a:pt x="7343342" y="279809"/>
                  </a:lnTo>
                  <a:lnTo>
                    <a:pt x="7343468" y="279809"/>
                  </a:lnTo>
                  <a:lnTo>
                    <a:pt x="7343595" y="279809"/>
                  </a:lnTo>
                  <a:lnTo>
                    <a:pt x="7343721" y="279809"/>
                  </a:lnTo>
                  <a:lnTo>
                    <a:pt x="7343847" y="279809"/>
                  </a:lnTo>
                  <a:lnTo>
                    <a:pt x="7343973" y="279809"/>
                  </a:lnTo>
                  <a:lnTo>
                    <a:pt x="7344099" y="279809"/>
                  </a:lnTo>
                  <a:lnTo>
                    <a:pt x="7344225" y="279809"/>
                  </a:lnTo>
                  <a:lnTo>
                    <a:pt x="7344351" y="279809"/>
                  </a:lnTo>
                  <a:lnTo>
                    <a:pt x="7344477" y="279809"/>
                  </a:lnTo>
                  <a:lnTo>
                    <a:pt x="7344603" y="279809"/>
                  </a:lnTo>
                  <a:lnTo>
                    <a:pt x="7344729" y="279809"/>
                  </a:lnTo>
                  <a:lnTo>
                    <a:pt x="7344855" y="279809"/>
                  </a:lnTo>
                  <a:lnTo>
                    <a:pt x="7344981" y="279809"/>
                  </a:lnTo>
                  <a:lnTo>
                    <a:pt x="7345108" y="279809"/>
                  </a:lnTo>
                  <a:lnTo>
                    <a:pt x="7345234" y="279809"/>
                  </a:lnTo>
                  <a:lnTo>
                    <a:pt x="7345360" y="279809"/>
                  </a:lnTo>
                  <a:lnTo>
                    <a:pt x="7345486" y="279809"/>
                  </a:lnTo>
                  <a:lnTo>
                    <a:pt x="7345612" y="279809"/>
                  </a:lnTo>
                  <a:lnTo>
                    <a:pt x="7345738" y="279809"/>
                  </a:lnTo>
                  <a:lnTo>
                    <a:pt x="7345864" y="279809"/>
                  </a:lnTo>
                  <a:lnTo>
                    <a:pt x="7345990" y="279809"/>
                  </a:lnTo>
                  <a:lnTo>
                    <a:pt x="7346116" y="279809"/>
                  </a:lnTo>
                  <a:lnTo>
                    <a:pt x="7346242" y="279809"/>
                  </a:lnTo>
                  <a:lnTo>
                    <a:pt x="7346368" y="279809"/>
                  </a:lnTo>
                  <a:lnTo>
                    <a:pt x="7346495" y="279809"/>
                  </a:lnTo>
                  <a:lnTo>
                    <a:pt x="7346621" y="279809"/>
                  </a:lnTo>
                  <a:lnTo>
                    <a:pt x="7346747" y="279809"/>
                  </a:lnTo>
                  <a:lnTo>
                    <a:pt x="7346873" y="279809"/>
                  </a:lnTo>
                  <a:lnTo>
                    <a:pt x="7346999" y="279809"/>
                  </a:lnTo>
                  <a:lnTo>
                    <a:pt x="7347125" y="279809"/>
                  </a:lnTo>
                  <a:lnTo>
                    <a:pt x="7347251" y="279809"/>
                  </a:lnTo>
                  <a:lnTo>
                    <a:pt x="7347377" y="279809"/>
                  </a:lnTo>
                  <a:lnTo>
                    <a:pt x="7347503" y="279809"/>
                  </a:lnTo>
                  <a:lnTo>
                    <a:pt x="7347629" y="279809"/>
                  </a:lnTo>
                  <a:lnTo>
                    <a:pt x="7347755" y="279809"/>
                  </a:lnTo>
                  <a:lnTo>
                    <a:pt x="7347881" y="279809"/>
                  </a:lnTo>
                  <a:lnTo>
                    <a:pt x="7348008" y="279809"/>
                  </a:lnTo>
                  <a:lnTo>
                    <a:pt x="7348134" y="279809"/>
                  </a:lnTo>
                  <a:lnTo>
                    <a:pt x="7348260" y="279809"/>
                  </a:lnTo>
                  <a:lnTo>
                    <a:pt x="7348386" y="279809"/>
                  </a:lnTo>
                  <a:lnTo>
                    <a:pt x="7348512" y="279809"/>
                  </a:lnTo>
                  <a:lnTo>
                    <a:pt x="7348638" y="279809"/>
                  </a:lnTo>
                  <a:lnTo>
                    <a:pt x="7348764" y="279809"/>
                  </a:lnTo>
                  <a:lnTo>
                    <a:pt x="7348890" y="279809"/>
                  </a:lnTo>
                  <a:lnTo>
                    <a:pt x="7349016" y="279809"/>
                  </a:lnTo>
                  <a:lnTo>
                    <a:pt x="7349142" y="279809"/>
                  </a:lnTo>
                  <a:lnTo>
                    <a:pt x="7349268" y="279809"/>
                  </a:lnTo>
                  <a:lnTo>
                    <a:pt x="7349395" y="279809"/>
                  </a:lnTo>
                  <a:lnTo>
                    <a:pt x="7349521" y="279809"/>
                  </a:lnTo>
                  <a:lnTo>
                    <a:pt x="7349647" y="279809"/>
                  </a:lnTo>
                  <a:lnTo>
                    <a:pt x="7349773" y="279809"/>
                  </a:lnTo>
                  <a:lnTo>
                    <a:pt x="7349899" y="279809"/>
                  </a:lnTo>
                  <a:lnTo>
                    <a:pt x="7350025" y="279809"/>
                  </a:lnTo>
                  <a:lnTo>
                    <a:pt x="7350151" y="279809"/>
                  </a:lnTo>
                  <a:lnTo>
                    <a:pt x="7350277" y="279809"/>
                  </a:lnTo>
                  <a:lnTo>
                    <a:pt x="7350403" y="279809"/>
                  </a:lnTo>
                  <a:lnTo>
                    <a:pt x="7350529" y="279809"/>
                  </a:lnTo>
                  <a:lnTo>
                    <a:pt x="7350655" y="279809"/>
                  </a:lnTo>
                  <a:lnTo>
                    <a:pt x="7350781" y="279809"/>
                  </a:lnTo>
                  <a:lnTo>
                    <a:pt x="7350908" y="279809"/>
                  </a:lnTo>
                  <a:lnTo>
                    <a:pt x="7351034" y="279809"/>
                  </a:lnTo>
                  <a:lnTo>
                    <a:pt x="7351160" y="279809"/>
                  </a:lnTo>
                  <a:lnTo>
                    <a:pt x="7351286" y="279809"/>
                  </a:lnTo>
                  <a:lnTo>
                    <a:pt x="7351412" y="279809"/>
                  </a:lnTo>
                  <a:lnTo>
                    <a:pt x="7351538" y="279809"/>
                  </a:lnTo>
                  <a:lnTo>
                    <a:pt x="7351664" y="279809"/>
                  </a:lnTo>
                  <a:lnTo>
                    <a:pt x="7351790" y="279809"/>
                  </a:lnTo>
                  <a:lnTo>
                    <a:pt x="7351916" y="279809"/>
                  </a:lnTo>
                  <a:lnTo>
                    <a:pt x="7352042" y="279809"/>
                  </a:lnTo>
                  <a:lnTo>
                    <a:pt x="7352168" y="279809"/>
                  </a:lnTo>
                  <a:lnTo>
                    <a:pt x="7352295" y="279809"/>
                  </a:lnTo>
                  <a:lnTo>
                    <a:pt x="7352421" y="279809"/>
                  </a:lnTo>
                  <a:lnTo>
                    <a:pt x="7352547" y="279809"/>
                  </a:lnTo>
                  <a:lnTo>
                    <a:pt x="7352673" y="279809"/>
                  </a:lnTo>
                  <a:lnTo>
                    <a:pt x="7352799" y="279809"/>
                  </a:lnTo>
                  <a:lnTo>
                    <a:pt x="7352925" y="279809"/>
                  </a:lnTo>
                  <a:lnTo>
                    <a:pt x="7353051" y="279809"/>
                  </a:lnTo>
                  <a:lnTo>
                    <a:pt x="7353177" y="279809"/>
                  </a:lnTo>
                  <a:lnTo>
                    <a:pt x="7353303" y="279809"/>
                  </a:lnTo>
                  <a:lnTo>
                    <a:pt x="7353429" y="279809"/>
                  </a:lnTo>
                  <a:lnTo>
                    <a:pt x="7353429" y="274529"/>
                  </a:lnTo>
                  <a:lnTo>
                    <a:pt x="7353555" y="274529"/>
                  </a:lnTo>
                  <a:lnTo>
                    <a:pt x="7353682" y="274529"/>
                  </a:lnTo>
                  <a:lnTo>
                    <a:pt x="7353808" y="274529"/>
                  </a:lnTo>
                  <a:lnTo>
                    <a:pt x="7353934" y="274529"/>
                  </a:lnTo>
                  <a:lnTo>
                    <a:pt x="7354060" y="274529"/>
                  </a:lnTo>
                  <a:lnTo>
                    <a:pt x="7354186" y="274529"/>
                  </a:lnTo>
                  <a:lnTo>
                    <a:pt x="7354312" y="274529"/>
                  </a:lnTo>
                  <a:lnTo>
                    <a:pt x="7354438" y="274529"/>
                  </a:lnTo>
                  <a:lnTo>
                    <a:pt x="7354564" y="274529"/>
                  </a:lnTo>
                  <a:lnTo>
                    <a:pt x="7354690" y="274529"/>
                  </a:lnTo>
                  <a:lnTo>
                    <a:pt x="7354816" y="274529"/>
                  </a:lnTo>
                  <a:lnTo>
                    <a:pt x="7354942" y="274529"/>
                  </a:lnTo>
                  <a:lnTo>
                    <a:pt x="7355068" y="274529"/>
                  </a:lnTo>
                  <a:lnTo>
                    <a:pt x="7355195" y="274529"/>
                  </a:lnTo>
                  <a:lnTo>
                    <a:pt x="7355321" y="274529"/>
                  </a:lnTo>
                  <a:lnTo>
                    <a:pt x="7355447" y="274529"/>
                  </a:lnTo>
                  <a:lnTo>
                    <a:pt x="7355573" y="274529"/>
                  </a:lnTo>
                  <a:lnTo>
                    <a:pt x="7355699" y="274529"/>
                  </a:lnTo>
                  <a:lnTo>
                    <a:pt x="7355825" y="274529"/>
                  </a:lnTo>
                  <a:lnTo>
                    <a:pt x="7355951" y="274529"/>
                  </a:lnTo>
                  <a:lnTo>
                    <a:pt x="7356077" y="274529"/>
                  </a:lnTo>
                  <a:lnTo>
                    <a:pt x="7356203" y="274529"/>
                  </a:lnTo>
                  <a:lnTo>
                    <a:pt x="7356329" y="274529"/>
                  </a:lnTo>
                  <a:lnTo>
                    <a:pt x="7356455" y="274529"/>
                  </a:lnTo>
                  <a:lnTo>
                    <a:pt x="7356582" y="274529"/>
                  </a:lnTo>
                  <a:lnTo>
                    <a:pt x="7356708" y="274529"/>
                  </a:lnTo>
                  <a:lnTo>
                    <a:pt x="7356834" y="274529"/>
                  </a:lnTo>
                  <a:lnTo>
                    <a:pt x="7356960" y="274529"/>
                  </a:lnTo>
                  <a:lnTo>
                    <a:pt x="7357086" y="274529"/>
                  </a:lnTo>
                  <a:lnTo>
                    <a:pt x="7357212" y="274529"/>
                  </a:lnTo>
                  <a:lnTo>
                    <a:pt x="7357338" y="274529"/>
                  </a:lnTo>
                  <a:lnTo>
                    <a:pt x="7357464" y="274529"/>
                  </a:lnTo>
                  <a:lnTo>
                    <a:pt x="7357590" y="274529"/>
                  </a:lnTo>
                  <a:lnTo>
                    <a:pt x="7357716" y="274529"/>
                  </a:lnTo>
                  <a:lnTo>
                    <a:pt x="7357842" y="274529"/>
                  </a:lnTo>
                  <a:lnTo>
                    <a:pt x="7357968" y="274529"/>
                  </a:lnTo>
                  <a:lnTo>
                    <a:pt x="7358095" y="274529"/>
                  </a:lnTo>
                  <a:lnTo>
                    <a:pt x="7358221" y="274529"/>
                  </a:lnTo>
                  <a:lnTo>
                    <a:pt x="7358347" y="274529"/>
                  </a:lnTo>
                  <a:lnTo>
                    <a:pt x="7358473" y="274529"/>
                  </a:lnTo>
                  <a:lnTo>
                    <a:pt x="7358599" y="274529"/>
                  </a:lnTo>
                  <a:lnTo>
                    <a:pt x="7358725" y="274529"/>
                  </a:lnTo>
                  <a:lnTo>
                    <a:pt x="7358851" y="274529"/>
                  </a:lnTo>
                  <a:lnTo>
                    <a:pt x="7358977" y="274529"/>
                  </a:lnTo>
                  <a:lnTo>
                    <a:pt x="7359103" y="274529"/>
                  </a:lnTo>
                  <a:lnTo>
                    <a:pt x="7359229" y="274529"/>
                  </a:lnTo>
                  <a:lnTo>
                    <a:pt x="7359355" y="274529"/>
                  </a:lnTo>
                  <a:lnTo>
                    <a:pt x="7359482" y="274529"/>
                  </a:lnTo>
                  <a:lnTo>
                    <a:pt x="7359608" y="274529"/>
                  </a:lnTo>
                  <a:lnTo>
                    <a:pt x="7359734" y="274529"/>
                  </a:lnTo>
                  <a:lnTo>
                    <a:pt x="7359860" y="274529"/>
                  </a:lnTo>
                  <a:lnTo>
                    <a:pt x="7359986" y="274529"/>
                  </a:lnTo>
                  <a:lnTo>
                    <a:pt x="7360112" y="274529"/>
                  </a:lnTo>
                  <a:lnTo>
                    <a:pt x="7360238" y="274529"/>
                  </a:lnTo>
                  <a:lnTo>
                    <a:pt x="7360364" y="274529"/>
                  </a:lnTo>
                  <a:lnTo>
                    <a:pt x="7360490" y="274529"/>
                  </a:lnTo>
                  <a:lnTo>
                    <a:pt x="7360616" y="274529"/>
                  </a:lnTo>
                  <a:lnTo>
                    <a:pt x="7360742" y="274529"/>
                  </a:lnTo>
                  <a:lnTo>
                    <a:pt x="7360869" y="274529"/>
                  </a:lnTo>
                  <a:lnTo>
                    <a:pt x="7360995" y="274529"/>
                  </a:lnTo>
                  <a:lnTo>
                    <a:pt x="7361121" y="274529"/>
                  </a:lnTo>
                  <a:lnTo>
                    <a:pt x="7361247" y="274529"/>
                  </a:lnTo>
                  <a:lnTo>
                    <a:pt x="7361373" y="274529"/>
                  </a:lnTo>
                  <a:lnTo>
                    <a:pt x="7361499" y="274529"/>
                  </a:lnTo>
                  <a:lnTo>
                    <a:pt x="7361625" y="274529"/>
                  </a:lnTo>
                  <a:lnTo>
                    <a:pt x="7361751" y="274529"/>
                  </a:lnTo>
                  <a:lnTo>
                    <a:pt x="7361877" y="274529"/>
                  </a:lnTo>
                  <a:lnTo>
                    <a:pt x="7362003" y="274529"/>
                  </a:lnTo>
                  <a:lnTo>
                    <a:pt x="7362129" y="274529"/>
                  </a:lnTo>
                  <a:lnTo>
                    <a:pt x="7362255" y="274529"/>
                  </a:lnTo>
                  <a:lnTo>
                    <a:pt x="7362382" y="274529"/>
                  </a:lnTo>
                  <a:lnTo>
                    <a:pt x="7362508" y="274529"/>
                  </a:lnTo>
                  <a:lnTo>
                    <a:pt x="7362634" y="274529"/>
                  </a:lnTo>
                  <a:lnTo>
                    <a:pt x="7362760" y="274529"/>
                  </a:lnTo>
                  <a:lnTo>
                    <a:pt x="7362886" y="274529"/>
                  </a:lnTo>
                  <a:lnTo>
                    <a:pt x="7363012" y="274529"/>
                  </a:lnTo>
                  <a:lnTo>
                    <a:pt x="7363138" y="274529"/>
                  </a:lnTo>
                  <a:lnTo>
                    <a:pt x="7363264" y="274529"/>
                  </a:lnTo>
                  <a:lnTo>
                    <a:pt x="7363390" y="274529"/>
                  </a:lnTo>
                  <a:lnTo>
                    <a:pt x="7363516" y="274529"/>
                  </a:lnTo>
                  <a:lnTo>
                    <a:pt x="7363642" y="274529"/>
                  </a:lnTo>
                  <a:lnTo>
                    <a:pt x="7363769" y="274529"/>
                  </a:lnTo>
                  <a:lnTo>
                    <a:pt x="7363895" y="274529"/>
                  </a:lnTo>
                  <a:lnTo>
                    <a:pt x="7364021" y="274529"/>
                  </a:lnTo>
                  <a:lnTo>
                    <a:pt x="7364147" y="274529"/>
                  </a:lnTo>
                  <a:lnTo>
                    <a:pt x="7364273" y="274529"/>
                  </a:lnTo>
                  <a:lnTo>
                    <a:pt x="7364399" y="274529"/>
                  </a:lnTo>
                  <a:lnTo>
                    <a:pt x="7364525" y="274529"/>
                  </a:lnTo>
                  <a:lnTo>
                    <a:pt x="7364651" y="274529"/>
                  </a:lnTo>
                  <a:lnTo>
                    <a:pt x="7364777" y="274529"/>
                  </a:lnTo>
                  <a:lnTo>
                    <a:pt x="7364903" y="274529"/>
                  </a:lnTo>
                  <a:lnTo>
                    <a:pt x="7365029" y="274529"/>
                  </a:lnTo>
                  <a:lnTo>
                    <a:pt x="7365155" y="274529"/>
                  </a:lnTo>
                  <a:lnTo>
                    <a:pt x="7365282" y="274529"/>
                  </a:lnTo>
                  <a:lnTo>
                    <a:pt x="7365408" y="274529"/>
                  </a:lnTo>
                  <a:lnTo>
                    <a:pt x="7365534" y="274529"/>
                  </a:lnTo>
                  <a:lnTo>
                    <a:pt x="7365660" y="274529"/>
                  </a:lnTo>
                  <a:lnTo>
                    <a:pt x="7365786" y="274529"/>
                  </a:lnTo>
                  <a:lnTo>
                    <a:pt x="7365912" y="274529"/>
                  </a:lnTo>
                  <a:lnTo>
                    <a:pt x="7366038" y="274529"/>
                  </a:lnTo>
                  <a:lnTo>
                    <a:pt x="7366164" y="274529"/>
                  </a:lnTo>
                  <a:lnTo>
                    <a:pt x="7366290" y="274529"/>
                  </a:lnTo>
                  <a:lnTo>
                    <a:pt x="7366416" y="274529"/>
                  </a:lnTo>
                  <a:lnTo>
                    <a:pt x="7366542" y="274529"/>
                  </a:lnTo>
                  <a:lnTo>
                    <a:pt x="7366669" y="274529"/>
                  </a:lnTo>
                  <a:lnTo>
                    <a:pt x="7366795" y="274529"/>
                  </a:lnTo>
                  <a:lnTo>
                    <a:pt x="7366921" y="274529"/>
                  </a:lnTo>
                  <a:lnTo>
                    <a:pt x="7367047" y="274529"/>
                  </a:lnTo>
                  <a:lnTo>
                    <a:pt x="7367173" y="274529"/>
                  </a:lnTo>
                  <a:lnTo>
                    <a:pt x="7367299" y="274529"/>
                  </a:lnTo>
                  <a:lnTo>
                    <a:pt x="7367425" y="274529"/>
                  </a:lnTo>
                  <a:lnTo>
                    <a:pt x="7367551" y="274529"/>
                  </a:lnTo>
                  <a:lnTo>
                    <a:pt x="7367677" y="274529"/>
                  </a:lnTo>
                  <a:lnTo>
                    <a:pt x="7367803" y="274529"/>
                  </a:lnTo>
                  <a:lnTo>
                    <a:pt x="7367929" y="274529"/>
                  </a:lnTo>
                  <a:lnTo>
                    <a:pt x="7368056" y="274529"/>
                  </a:lnTo>
                  <a:lnTo>
                    <a:pt x="7368182" y="274529"/>
                  </a:lnTo>
                  <a:lnTo>
                    <a:pt x="7368308" y="274529"/>
                  </a:lnTo>
                  <a:lnTo>
                    <a:pt x="7368434" y="274529"/>
                  </a:lnTo>
                  <a:lnTo>
                    <a:pt x="7368560" y="274529"/>
                  </a:lnTo>
                  <a:lnTo>
                    <a:pt x="7368686" y="274529"/>
                  </a:lnTo>
                  <a:lnTo>
                    <a:pt x="7368812" y="274529"/>
                  </a:lnTo>
                  <a:lnTo>
                    <a:pt x="7368938" y="274529"/>
                  </a:lnTo>
                  <a:lnTo>
                    <a:pt x="7369064" y="274529"/>
                  </a:lnTo>
                  <a:lnTo>
                    <a:pt x="7369190" y="274529"/>
                  </a:lnTo>
                  <a:lnTo>
                    <a:pt x="7369316" y="274529"/>
                  </a:lnTo>
                  <a:lnTo>
                    <a:pt x="7369442" y="274529"/>
                  </a:lnTo>
                  <a:lnTo>
                    <a:pt x="7369569" y="274529"/>
                  </a:lnTo>
                  <a:lnTo>
                    <a:pt x="7369695" y="274529"/>
                  </a:lnTo>
                  <a:lnTo>
                    <a:pt x="7369821" y="274529"/>
                  </a:lnTo>
                  <a:lnTo>
                    <a:pt x="7369947" y="274529"/>
                  </a:lnTo>
                  <a:lnTo>
                    <a:pt x="7370073" y="274529"/>
                  </a:lnTo>
                  <a:lnTo>
                    <a:pt x="7370199" y="274529"/>
                  </a:lnTo>
                  <a:lnTo>
                    <a:pt x="7370325" y="274529"/>
                  </a:lnTo>
                  <a:lnTo>
                    <a:pt x="7370451" y="274529"/>
                  </a:lnTo>
                  <a:lnTo>
                    <a:pt x="7370577" y="274529"/>
                  </a:lnTo>
                  <a:lnTo>
                    <a:pt x="7370703" y="274529"/>
                  </a:lnTo>
                  <a:lnTo>
                    <a:pt x="7370829" y="274529"/>
                  </a:lnTo>
                  <a:lnTo>
                    <a:pt x="7370956" y="274529"/>
                  </a:lnTo>
                  <a:lnTo>
                    <a:pt x="7371082" y="274529"/>
                  </a:lnTo>
                  <a:lnTo>
                    <a:pt x="7371208" y="274529"/>
                  </a:lnTo>
                  <a:lnTo>
                    <a:pt x="7371334" y="274529"/>
                  </a:lnTo>
                  <a:lnTo>
                    <a:pt x="7371460" y="274529"/>
                  </a:lnTo>
                  <a:lnTo>
                    <a:pt x="7371586" y="274529"/>
                  </a:lnTo>
                  <a:lnTo>
                    <a:pt x="7371712" y="274529"/>
                  </a:lnTo>
                  <a:lnTo>
                    <a:pt x="7371838" y="274529"/>
                  </a:lnTo>
                  <a:lnTo>
                    <a:pt x="7371964" y="274529"/>
                  </a:lnTo>
                  <a:lnTo>
                    <a:pt x="7372090" y="274529"/>
                  </a:lnTo>
                  <a:lnTo>
                    <a:pt x="7372216" y="274529"/>
                  </a:lnTo>
                  <a:lnTo>
                    <a:pt x="7372342" y="274529"/>
                  </a:lnTo>
                  <a:lnTo>
                    <a:pt x="7372469" y="274529"/>
                  </a:lnTo>
                  <a:lnTo>
                    <a:pt x="7372595" y="274529"/>
                  </a:lnTo>
                  <a:lnTo>
                    <a:pt x="7372721" y="274529"/>
                  </a:lnTo>
                  <a:lnTo>
                    <a:pt x="7372847" y="274529"/>
                  </a:lnTo>
                  <a:lnTo>
                    <a:pt x="7372973" y="274529"/>
                  </a:lnTo>
                  <a:lnTo>
                    <a:pt x="7373099" y="274529"/>
                  </a:lnTo>
                  <a:lnTo>
                    <a:pt x="7373225" y="274529"/>
                  </a:lnTo>
                  <a:lnTo>
                    <a:pt x="7373351" y="274529"/>
                  </a:lnTo>
                  <a:lnTo>
                    <a:pt x="7373477" y="274529"/>
                  </a:lnTo>
                  <a:lnTo>
                    <a:pt x="7373603" y="274529"/>
                  </a:lnTo>
                  <a:lnTo>
                    <a:pt x="7373729" y="274529"/>
                  </a:lnTo>
                  <a:lnTo>
                    <a:pt x="7373856" y="274529"/>
                  </a:lnTo>
                  <a:lnTo>
                    <a:pt x="7373982" y="274529"/>
                  </a:lnTo>
                  <a:lnTo>
                    <a:pt x="7374108" y="274529"/>
                  </a:lnTo>
                  <a:lnTo>
                    <a:pt x="7374234" y="274529"/>
                  </a:lnTo>
                  <a:lnTo>
                    <a:pt x="7374360" y="274529"/>
                  </a:lnTo>
                  <a:lnTo>
                    <a:pt x="7374486" y="274529"/>
                  </a:lnTo>
                  <a:lnTo>
                    <a:pt x="7374612" y="274529"/>
                  </a:lnTo>
                  <a:lnTo>
                    <a:pt x="7374738" y="274529"/>
                  </a:lnTo>
                  <a:lnTo>
                    <a:pt x="7374864" y="274529"/>
                  </a:lnTo>
                  <a:lnTo>
                    <a:pt x="7374990" y="274529"/>
                  </a:lnTo>
                  <a:lnTo>
                    <a:pt x="7375116" y="274529"/>
                  </a:lnTo>
                  <a:lnTo>
                    <a:pt x="7375242" y="274529"/>
                  </a:lnTo>
                  <a:lnTo>
                    <a:pt x="7375369" y="274529"/>
                  </a:lnTo>
                  <a:lnTo>
                    <a:pt x="7375495" y="274529"/>
                  </a:lnTo>
                  <a:lnTo>
                    <a:pt x="7375621" y="274529"/>
                  </a:lnTo>
                  <a:lnTo>
                    <a:pt x="7375747" y="274529"/>
                  </a:lnTo>
                  <a:lnTo>
                    <a:pt x="7375873" y="274529"/>
                  </a:lnTo>
                  <a:lnTo>
                    <a:pt x="7375999" y="274529"/>
                  </a:lnTo>
                  <a:lnTo>
                    <a:pt x="7376125" y="274529"/>
                  </a:lnTo>
                  <a:lnTo>
                    <a:pt x="7376251" y="274529"/>
                  </a:lnTo>
                  <a:lnTo>
                    <a:pt x="7376377" y="274529"/>
                  </a:lnTo>
                  <a:lnTo>
                    <a:pt x="7376503" y="274529"/>
                  </a:lnTo>
                  <a:lnTo>
                    <a:pt x="7376629" y="274529"/>
                  </a:lnTo>
                  <a:lnTo>
                    <a:pt x="7376756" y="274529"/>
                  </a:lnTo>
                  <a:lnTo>
                    <a:pt x="7376882" y="274529"/>
                  </a:lnTo>
                  <a:lnTo>
                    <a:pt x="7377008" y="274529"/>
                  </a:lnTo>
                  <a:lnTo>
                    <a:pt x="7377134" y="274529"/>
                  </a:lnTo>
                  <a:lnTo>
                    <a:pt x="7377260" y="274529"/>
                  </a:lnTo>
                  <a:lnTo>
                    <a:pt x="7377386" y="274529"/>
                  </a:lnTo>
                  <a:lnTo>
                    <a:pt x="7377512" y="274529"/>
                  </a:lnTo>
                  <a:lnTo>
                    <a:pt x="7377638" y="274529"/>
                  </a:lnTo>
                  <a:lnTo>
                    <a:pt x="7377764" y="274529"/>
                  </a:lnTo>
                  <a:lnTo>
                    <a:pt x="7377890" y="274529"/>
                  </a:lnTo>
                  <a:lnTo>
                    <a:pt x="7378016" y="274529"/>
                  </a:lnTo>
                  <a:lnTo>
                    <a:pt x="7378143" y="274529"/>
                  </a:lnTo>
                  <a:lnTo>
                    <a:pt x="7378269" y="274529"/>
                  </a:lnTo>
                  <a:lnTo>
                    <a:pt x="7378395" y="274529"/>
                  </a:lnTo>
                  <a:lnTo>
                    <a:pt x="7378521" y="274529"/>
                  </a:lnTo>
                  <a:lnTo>
                    <a:pt x="7378647" y="274529"/>
                  </a:lnTo>
                  <a:lnTo>
                    <a:pt x="7378773" y="274529"/>
                  </a:lnTo>
                  <a:lnTo>
                    <a:pt x="7378899" y="274529"/>
                  </a:lnTo>
                  <a:lnTo>
                    <a:pt x="7379025" y="274529"/>
                  </a:lnTo>
                  <a:lnTo>
                    <a:pt x="7379151" y="274529"/>
                  </a:lnTo>
                  <a:lnTo>
                    <a:pt x="7379277" y="274529"/>
                  </a:lnTo>
                  <a:lnTo>
                    <a:pt x="7379403" y="274529"/>
                  </a:lnTo>
                  <a:lnTo>
                    <a:pt x="7379529" y="274529"/>
                  </a:lnTo>
                  <a:lnTo>
                    <a:pt x="7379656" y="274529"/>
                  </a:lnTo>
                  <a:lnTo>
                    <a:pt x="7379782" y="274529"/>
                  </a:lnTo>
                  <a:lnTo>
                    <a:pt x="7379908" y="274529"/>
                  </a:lnTo>
                  <a:lnTo>
                    <a:pt x="7380034" y="274529"/>
                  </a:lnTo>
                  <a:lnTo>
                    <a:pt x="7380160" y="274529"/>
                  </a:lnTo>
                  <a:lnTo>
                    <a:pt x="7380286" y="274529"/>
                  </a:lnTo>
                  <a:lnTo>
                    <a:pt x="7380412" y="274529"/>
                  </a:lnTo>
                  <a:lnTo>
                    <a:pt x="7380538" y="274529"/>
                  </a:lnTo>
                  <a:lnTo>
                    <a:pt x="7380664" y="274529"/>
                  </a:lnTo>
                  <a:lnTo>
                    <a:pt x="7380790" y="274529"/>
                  </a:lnTo>
                  <a:lnTo>
                    <a:pt x="7380916" y="274529"/>
                  </a:lnTo>
                  <a:lnTo>
                    <a:pt x="7381043" y="274529"/>
                  </a:lnTo>
                  <a:lnTo>
                    <a:pt x="7381169" y="274529"/>
                  </a:lnTo>
                  <a:lnTo>
                    <a:pt x="7381295" y="274529"/>
                  </a:lnTo>
                  <a:lnTo>
                    <a:pt x="7381421" y="274529"/>
                  </a:lnTo>
                  <a:lnTo>
                    <a:pt x="7381547" y="274529"/>
                  </a:lnTo>
                  <a:lnTo>
                    <a:pt x="7381673" y="274529"/>
                  </a:lnTo>
                  <a:lnTo>
                    <a:pt x="7381799" y="274529"/>
                  </a:lnTo>
                  <a:lnTo>
                    <a:pt x="7381925" y="274529"/>
                  </a:lnTo>
                  <a:lnTo>
                    <a:pt x="7382051" y="274529"/>
                  </a:lnTo>
                  <a:lnTo>
                    <a:pt x="7382177" y="274529"/>
                  </a:lnTo>
                  <a:lnTo>
                    <a:pt x="7382303" y="274529"/>
                  </a:lnTo>
                  <a:lnTo>
                    <a:pt x="7382429" y="274529"/>
                  </a:lnTo>
                  <a:lnTo>
                    <a:pt x="7382556" y="274529"/>
                  </a:lnTo>
                  <a:lnTo>
                    <a:pt x="7382682" y="274529"/>
                  </a:lnTo>
                  <a:lnTo>
                    <a:pt x="7382808" y="274529"/>
                  </a:lnTo>
                  <a:lnTo>
                    <a:pt x="7382934" y="274529"/>
                  </a:lnTo>
                  <a:lnTo>
                    <a:pt x="7383060" y="274529"/>
                  </a:lnTo>
                  <a:lnTo>
                    <a:pt x="7383186" y="274529"/>
                  </a:lnTo>
                  <a:lnTo>
                    <a:pt x="7383312" y="274529"/>
                  </a:lnTo>
                  <a:lnTo>
                    <a:pt x="7383438" y="274529"/>
                  </a:lnTo>
                  <a:lnTo>
                    <a:pt x="7383564" y="274529"/>
                  </a:lnTo>
                  <a:lnTo>
                    <a:pt x="7383690" y="274529"/>
                  </a:lnTo>
                  <a:lnTo>
                    <a:pt x="7383816" y="274529"/>
                  </a:lnTo>
                  <a:lnTo>
                    <a:pt x="7383943" y="274529"/>
                  </a:lnTo>
                  <a:lnTo>
                    <a:pt x="7384069" y="274529"/>
                  </a:lnTo>
                  <a:lnTo>
                    <a:pt x="7384195" y="274529"/>
                  </a:lnTo>
                  <a:lnTo>
                    <a:pt x="7384321" y="274529"/>
                  </a:lnTo>
                  <a:lnTo>
                    <a:pt x="7384447" y="274529"/>
                  </a:lnTo>
                  <a:lnTo>
                    <a:pt x="7384573" y="274529"/>
                  </a:lnTo>
                  <a:lnTo>
                    <a:pt x="7384699" y="274529"/>
                  </a:lnTo>
                  <a:lnTo>
                    <a:pt x="7384825" y="274529"/>
                  </a:lnTo>
                  <a:lnTo>
                    <a:pt x="7384951" y="274529"/>
                  </a:lnTo>
                  <a:lnTo>
                    <a:pt x="7385077" y="274529"/>
                  </a:lnTo>
                  <a:lnTo>
                    <a:pt x="7385203" y="274529"/>
                  </a:lnTo>
                  <a:lnTo>
                    <a:pt x="7385330" y="274529"/>
                  </a:lnTo>
                  <a:lnTo>
                    <a:pt x="7385456" y="274529"/>
                  </a:lnTo>
                  <a:lnTo>
                    <a:pt x="7385582" y="274529"/>
                  </a:lnTo>
                  <a:lnTo>
                    <a:pt x="7385708" y="274529"/>
                  </a:lnTo>
                  <a:lnTo>
                    <a:pt x="7385834" y="274529"/>
                  </a:lnTo>
                  <a:lnTo>
                    <a:pt x="7385960" y="274529"/>
                  </a:lnTo>
                  <a:lnTo>
                    <a:pt x="7386086" y="274529"/>
                  </a:lnTo>
                  <a:lnTo>
                    <a:pt x="7386212" y="274529"/>
                  </a:lnTo>
                  <a:lnTo>
                    <a:pt x="7386338" y="274529"/>
                  </a:lnTo>
                  <a:lnTo>
                    <a:pt x="7386464" y="274529"/>
                  </a:lnTo>
                  <a:lnTo>
                    <a:pt x="7386590" y="274529"/>
                  </a:lnTo>
                  <a:lnTo>
                    <a:pt x="7386716" y="274529"/>
                  </a:lnTo>
                  <a:lnTo>
                    <a:pt x="7386843" y="274529"/>
                  </a:lnTo>
                  <a:lnTo>
                    <a:pt x="7386969" y="274529"/>
                  </a:lnTo>
                  <a:lnTo>
                    <a:pt x="7387095" y="274529"/>
                  </a:lnTo>
                  <a:lnTo>
                    <a:pt x="7387221" y="274529"/>
                  </a:lnTo>
                  <a:lnTo>
                    <a:pt x="7387347" y="274529"/>
                  </a:lnTo>
                  <a:lnTo>
                    <a:pt x="7387473" y="274529"/>
                  </a:lnTo>
                  <a:lnTo>
                    <a:pt x="7387599" y="274529"/>
                  </a:lnTo>
                  <a:lnTo>
                    <a:pt x="7387725" y="274529"/>
                  </a:lnTo>
                  <a:lnTo>
                    <a:pt x="7387851" y="274529"/>
                  </a:lnTo>
                  <a:lnTo>
                    <a:pt x="7387977" y="274529"/>
                  </a:lnTo>
                  <a:lnTo>
                    <a:pt x="7388103" y="274529"/>
                  </a:lnTo>
                  <a:lnTo>
                    <a:pt x="7388230" y="274529"/>
                  </a:lnTo>
                  <a:lnTo>
                    <a:pt x="7388356" y="274529"/>
                  </a:lnTo>
                  <a:lnTo>
                    <a:pt x="7388482" y="274529"/>
                  </a:lnTo>
                  <a:lnTo>
                    <a:pt x="7388608" y="274529"/>
                  </a:lnTo>
                  <a:lnTo>
                    <a:pt x="7388734" y="274529"/>
                  </a:lnTo>
                  <a:lnTo>
                    <a:pt x="7388860" y="274529"/>
                  </a:lnTo>
                  <a:lnTo>
                    <a:pt x="7388986" y="274529"/>
                  </a:lnTo>
                  <a:lnTo>
                    <a:pt x="7389112" y="274529"/>
                  </a:lnTo>
                  <a:lnTo>
                    <a:pt x="7389238" y="274529"/>
                  </a:lnTo>
                  <a:lnTo>
                    <a:pt x="7389364" y="274529"/>
                  </a:lnTo>
                  <a:lnTo>
                    <a:pt x="7389490" y="274529"/>
                  </a:lnTo>
                  <a:lnTo>
                    <a:pt x="7389616" y="274529"/>
                  </a:lnTo>
                  <a:lnTo>
                    <a:pt x="7389743" y="274529"/>
                  </a:lnTo>
                  <a:lnTo>
                    <a:pt x="7389869" y="274529"/>
                  </a:lnTo>
                  <a:lnTo>
                    <a:pt x="7389995" y="274529"/>
                  </a:lnTo>
                  <a:lnTo>
                    <a:pt x="7390121" y="274529"/>
                  </a:lnTo>
                  <a:lnTo>
                    <a:pt x="7390247" y="274529"/>
                  </a:lnTo>
                  <a:lnTo>
                    <a:pt x="7390373" y="274529"/>
                  </a:lnTo>
                  <a:lnTo>
                    <a:pt x="7390499" y="274529"/>
                  </a:lnTo>
                  <a:lnTo>
                    <a:pt x="7390625" y="274529"/>
                  </a:lnTo>
                  <a:lnTo>
                    <a:pt x="7390751" y="274529"/>
                  </a:lnTo>
                  <a:lnTo>
                    <a:pt x="7390877" y="274529"/>
                  </a:lnTo>
                  <a:lnTo>
                    <a:pt x="7391003" y="274529"/>
                  </a:lnTo>
                  <a:lnTo>
                    <a:pt x="7391130" y="274529"/>
                  </a:lnTo>
                  <a:lnTo>
                    <a:pt x="7391256" y="274529"/>
                  </a:lnTo>
                  <a:lnTo>
                    <a:pt x="7391382" y="274529"/>
                  </a:lnTo>
                  <a:lnTo>
                    <a:pt x="7391508" y="274529"/>
                  </a:lnTo>
                  <a:lnTo>
                    <a:pt x="7391634" y="274529"/>
                  </a:lnTo>
                  <a:lnTo>
                    <a:pt x="7391760" y="274529"/>
                  </a:lnTo>
                  <a:lnTo>
                    <a:pt x="7391886" y="274529"/>
                  </a:lnTo>
                  <a:lnTo>
                    <a:pt x="7392012" y="274529"/>
                  </a:lnTo>
                  <a:lnTo>
                    <a:pt x="7392138" y="274529"/>
                  </a:lnTo>
                  <a:lnTo>
                    <a:pt x="7392264" y="274529"/>
                  </a:lnTo>
                  <a:lnTo>
                    <a:pt x="7392390" y="274529"/>
                  </a:lnTo>
                  <a:lnTo>
                    <a:pt x="7392516" y="274529"/>
                  </a:lnTo>
                  <a:lnTo>
                    <a:pt x="7392643" y="274529"/>
                  </a:lnTo>
                  <a:lnTo>
                    <a:pt x="7392769" y="274529"/>
                  </a:lnTo>
                  <a:lnTo>
                    <a:pt x="7392895" y="274529"/>
                  </a:lnTo>
                  <a:lnTo>
                    <a:pt x="7393021" y="274529"/>
                  </a:lnTo>
                  <a:lnTo>
                    <a:pt x="7393147" y="274529"/>
                  </a:lnTo>
                  <a:lnTo>
                    <a:pt x="7393273" y="274529"/>
                  </a:lnTo>
                  <a:lnTo>
                    <a:pt x="7393399" y="274529"/>
                  </a:lnTo>
                  <a:lnTo>
                    <a:pt x="7393525" y="274529"/>
                  </a:lnTo>
                  <a:lnTo>
                    <a:pt x="7393651" y="274529"/>
                  </a:lnTo>
                  <a:lnTo>
                    <a:pt x="7393777" y="274529"/>
                  </a:lnTo>
                  <a:lnTo>
                    <a:pt x="7393903" y="274529"/>
                  </a:lnTo>
                  <a:lnTo>
                    <a:pt x="7394030" y="274529"/>
                  </a:lnTo>
                  <a:lnTo>
                    <a:pt x="7394156" y="274529"/>
                  </a:lnTo>
                  <a:lnTo>
                    <a:pt x="7394282" y="274529"/>
                  </a:lnTo>
                  <a:lnTo>
                    <a:pt x="7394408" y="274529"/>
                  </a:lnTo>
                  <a:lnTo>
                    <a:pt x="7394534" y="274529"/>
                  </a:lnTo>
                  <a:lnTo>
                    <a:pt x="7394660" y="274529"/>
                  </a:lnTo>
                  <a:lnTo>
                    <a:pt x="7394786" y="274529"/>
                  </a:lnTo>
                  <a:lnTo>
                    <a:pt x="7394912" y="274529"/>
                  </a:lnTo>
                  <a:lnTo>
                    <a:pt x="7395038" y="274529"/>
                  </a:lnTo>
                  <a:lnTo>
                    <a:pt x="7395164" y="274529"/>
                  </a:lnTo>
                  <a:lnTo>
                    <a:pt x="7395290" y="274529"/>
                  </a:lnTo>
                  <a:lnTo>
                    <a:pt x="7395417" y="274529"/>
                  </a:lnTo>
                  <a:lnTo>
                    <a:pt x="7395543" y="274529"/>
                  </a:lnTo>
                  <a:lnTo>
                    <a:pt x="7395669" y="274529"/>
                  </a:lnTo>
                  <a:lnTo>
                    <a:pt x="7395795" y="274529"/>
                  </a:lnTo>
                  <a:lnTo>
                    <a:pt x="7395921" y="274529"/>
                  </a:lnTo>
                  <a:lnTo>
                    <a:pt x="7396047" y="274529"/>
                  </a:lnTo>
                  <a:lnTo>
                    <a:pt x="7396173" y="274529"/>
                  </a:lnTo>
                  <a:lnTo>
                    <a:pt x="7396299" y="274529"/>
                  </a:lnTo>
                  <a:lnTo>
                    <a:pt x="7396425" y="274529"/>
                  </a:lnTo>
                  <a:lnTo>
                    <a:pt x="7396551" y="274529"/>
                  </a:lnTo>
                  <a:lnTo>
                    <a:pt x="7396677" y="274529"/>
                  </a:lnTo>
                  <a:lnTo>
                    <a:pt x="7396803" y="274529"/>
                  </a:lnTo>
                  <a:lnTo>
                    <a:pt x="7396930" y="274529"/>
                  </a:lnTo>
                  <a:lnTo>
                    <a:pt x="7397056" y="274529"/>
                  </a:lnTo>
                  <a:lnTo>
                    <a:pt x="7397182" y="274529"/>
                  </a:lnTo>
                  <a:lnTo>
                    <a:pt x="7397308" y="274529"/>
                  </a:lnTo>
                  <a:lnTo>
                    <a:pt x="7397434" y="274529"/>
                  </a:lnTo>
                  <a:lnTo>
                    <a:pt x="7397560" y="274529"/>
                  </a:lnTo>
                  <a:lnTo>
                    <a:pt x="7397686" y="274529"/>
                  </a:lnTo>
                  <a:lnTo>
                    <a:pt x="7397812" y="274529"/>
                  </a:lnTo>
                  <a:lnTo>
                    <a:pt x="7397938" y="274529"/>
                  </a:lnTo>
                  <a:lnTo>
                    <a:pt x="7398064" y="274529"/>
                  </a:lnTo>
                  <a:lnTo>
                    <a:pt x="7398190" y="274529"/>
                  </a:lnTo>
                  <a:lnTo>
                    <a:pt x="7398317" y="274529"/>
                  </a:lnTo>
                  <a:lnTo>
                    <a:pt x="7398443" y="274529"/>
                  </a:lnTo>
                  <a:lnTo>
                    <a:pt x="7398569" y="274529"/>
                  </a:lnTo>
                  <a:lnTo>
                    <a:pt x="7398695" y="274529"/>
                  </a:lnTo>
                  <a:lnTo>
                    <a:pt x="7398821" y="274529"/>
                  </a:lnTo>
                  <a:lnTo>
                    <a:pt x="7398947" y="274529"/>
                  </a:lnTo>
                  <a:lnTo>
                    <a:pt x="7399073" y="274529"/>
                  </a:lnTo>
                  <a:lnTo>
                    <a:pt x="7399199" y="274529"/>
                  </a:lnTo>
                  <a:lnTo>
                    <a:pt x="7399325" y="274529"/>
                  </a:lnTo>
                  <a:lnTo>
                    <a:pt x="7399451" y="274529"/>
                  </a:lnTo>
                  <a:lnTo>
                    <a:pt x="7399577" y="274529"/>
                  </a:lnTo>
                  <a:lnTo>
                    <a:pt x="7399703" y="274529"/>
                  </a:lnTo>
                  <a:lnTo>
                    <a:pt x="7399830" y="274529"/>
                  </a:lnTo>
                  <a:lnTo>
                    <a:pt x="7399956" y="274529"/>
                  </a:lnTo>
                  <a:lnTo>
                    <a:pt x="7400082" y="274529"/>
                  </a:lnTo>
                  <a:lnTo>
                    <a:pt x="7400208" y="274529"/>
                  </a:lnTo>
                  <a:lnTo>
                    <a:pt x="7400334" y="274529"/>
                  </a:lnTo>
                  <a:lnTo>
                    <a:pt x="7400460" y="274529"/>
                  </a:lnTo>
                  <a:lnTo>
                    <a:pt x="7400586" y="274529"/>
                  </a:lnTo>
                  <a:lnTo>
                    <a:pt x="7400712" y="274529"/>
                  </a:lnTo>
                  <a:lnTo>
                    <a:pt x="7400712" y="269250"/>
                  </a:lnTo>
                  <a:lnTo>
                    <a:pt x="7400838" y="269250"/>
                  </a:lnTo>
                  <a:lnTo>
                    <a:pt x="7400964" y="269250"/>
                  </a:lnTo>
                  <a:lnTo>
                    <a:pt x="7401090" y="269250"/>
                  </a:lnTo>
                  <a:lnTo>
                    <a:pt x="7401217" y="269250"/>
                  </a:lnTo>
                  <a:lnTo>
                    <a:pt x="7401343" y="269250"/>
                  </a:lnTo>
                  <a:lnTo>
                    <a:pt x="7401469" y="269250"/>
                  </a:lnTo>
                  <a:lnTo>
                    <a:pt x="7401595" y="269250"/>
                  </a:lnTo>
                  <a:lnTo>
                    <a:pt x="7401721" y="269250"/>
                  </a:lnTo>
                  <a:lnTo>
                    <a:pt x="7401847" y="269250"/>
                  </a:lnTo>
                  <a:lnTo>
                    <a:pt x="7401973" y="269250"/>
                  </a:lnTo>
                  <a:lnTo>
                    <a:pt x="7402099" y="269250"/>
                  </a:lnTo>
                  <a:lnTo>
                    <a:pt x="7402225" y="269250"/>
                  </a:lnTo>
                  <a:lnTo>
                    <a:pt x="7402351" y="269250"/>
                  </a:lnTo>
                  <a:lnTo>
                    <a:pt x="7402477" y="269250"/>
                  </a:lnTo>
                  <a:lnTo>
                    <a:pt x="7402604" y="269250"/>
                  </a:lnTo>
                  <a:lnTo>
                    <a:pt x="7402730" y="269250"/>
                  </a:lnTo>
                  <a:lnTo>
                    <a:pt x="7402856" y="269250"/>
                  </a:lnTo>
                  <a:lnTo>
                    <a:pt x="7402982" y="269250"/>
                  </a:lnTo>
                  <a:lnTo>
                    <a:pt x="7403108" y="269250"/>
                  </a:lnTo>
                  <a:lnTo>
                    <a:pt x="7403234" y="269250"/>
                  </a:lnTo>
                  <a:lnTo>
                    <a:pt x="7403360" y="269250"/>
                  </a:lnTo>
                  <a:lnTo>
                    <a:pt x="7403486" y="269250"/>
                  </a:lnTo>
                  <a:lnTo>
                    <a:pt x="7403612" y="269250"/>
                  </a:lnTo>
                  <a:lnTo>
                    <a:pt x="7403738" y="269250"/>
                  </a:lnTo>
                  <a:lnTo>
                    <a:pt x="7403864" y="269250"/>
                  </a:lnTo>
                  <a:lnTo>
                    <a:pt x="7403990" y="269250"/>
                  </a:lnTo>
                  <a:lnTo>
                    <a:pt x="7404117" y="269250"/>
                  </a:lnTo>
                  <a:lnTo>
                    <a:pt x="7404243" y="269250"/>
                  </a:lnTo>
                  <a:lnTo>
                    <a:pt x="7404369" y="269250"/>
                  </a:lnTo>
                  <a:lnTo>
                    <a:pt x="7404495" y="269250"/>
                  </a:lnTo>
                  <a:lnTo>
                    <a:pt x="7404621" y="269250"/>
                  </a:lnTo>
                  <a:lnTo>
                    <a:pt x="7404747" y="269250"/>
                  </a:lnTo>
                  <a:lnTo>
                    <a:pt x="7404873" y="269250"/>
                  </a:lnTo>
                  <a:lnTo>
                    <a:pt x="7404999" y="269250"/>
                  </a:lnTo>
                  <a:lnTo>
                    <a:pt x="7405125" y="269250"/>
                  </a:lnTo>
                  <a:lnTo>
                    <a:pt x="7405251" y="269250"/>
                  </a:lnTo>
                  <a:lnTo>
                    <a:pt x="7405377" y="269250"/>
                  </a:lnTo>
                  <a:lnTo>
                    <a:pt x="7405504" y="269250"/>
                  </a:lnTo>
                  <a:lnTo>
                    <a:pt x="7405630" y="269250"/>
                  </a:lnTo>
                  <a:lnTo>
                    <a:pt x="7405756" y="269250"/>
                  </a:lnTo>
                  <a:lnTo>
                    <a:pt x="7405882" y="269250"/>
                  </a:lnTo>
                  <a:lnTo>
                    <a:pt x="7406008" y="269250"/>
                  </a:lnTo>
                  <a:lnTo>
                    <a:pt x="7406134" y="269250"/>
                  </a:lnTo>
                  <a:lnTo>
                    <a:pt x="7406260" y="269250"/>
                  </a:lnTo>
                  <a:lnTo>
                    <a:pt x="7406386" y="269250"/>
                  </a:lnTo>
                  <a:lnTo>
                    <a:pt x="7406512" y="269250"/>
                  </a:lnTo>
                  <a:lnTo>
                    <a:pt x="7406638" y="269250"/>
                  </a:lnTo>
                  <a:lnTo>
                    <a:pt x="7406764" y="269250"/>
                  </a:lnTo>
                  <a:lnTo>
                    <a:pt x="7406890" y="269250"/>
                  </a:lnTo>
                  <a:lnTo>
                    <a:pt x="7407017" y="269250"/>
                  </a:lnTo>
                  <a:lnTo>
                    <a:pt x="7407143" y="269250"/>
                  </a:lnTo>
                  <a:lnTo>
                    <a:pt x="7407269" y="269250"/>
                  </a:lnTo>
                  <a:lnTo>
                    <a:pt x="7407395" y="269250"/>
                  </a:lnTo>
                  <a:lnTo>
                    <a:pt x="7407521" y="269250"/>
                  </a:lnTo>
                  <a:lnTo>
                    <a:pt x="7407647" y="269250"/>
                  </a:lnTo>
                  <a:lnTo>
                    <a:pt x="7407773" y="269250"/>
                  </a:lnTo>
                  <a:lnTo>
                    <a:pt x="7407899" y="269250"/>
                  </a:lnTo>
                  <a:lnTo>
                    <a:pt x="7408025" y="269250"/>
                  </a:lnTo>
                  <a:lnTo>
                    <a:pt x="7408151" y="269250"/>
                  </a:lnTo>
                  <a:lnTo>
                    <a:pt x="7408277" y="269250"/>
                  </a:lnTo>
                  <a:lnTo>
                    <a:pt x="7408404" y="269250"/>
                  </a:lnTo>
                  <a:lnTo>
                    <a:pt x="7408530" y="269250"/>
                  </a:lnTo>
                  <a:lnTo>
                    <a:pt x="7408656" y="269250"/>
                  </a:lnTo>
                  <a:lnTo>
                    <a:pt x="7408782" y="269250"/>
                  </a:lnTo>
                  <a:lnTo>
                    <a:pt x="7408908" y="269250"/>
                  </a:lnTo>
                  <a:lnTo>
                    <a:pt x="7409034" y="269250"/>
                  </a:lnTo>
                  <a:lnTo>
                    <a:pt x="7409160" y="269250"/>
                  </a:lnTo>
                  <a:lnTo>
                    <a:pt x="7409286" y="269250"/>
                  </a:lnTo>
                  <a:lnTo>
                    <a:pt x="7409412" y="269250"/>
                  </a:lnTo>
                  <a:lnTo>
                    <a:pt x="7409538" y="269250"/>
                  </a:lnTo>
                  <a:lnTo>
                    <a:pt x="7409664" y="269250"/>
                  </a:lnTo>
                  <a:lnTo>
                    <a:pt x="7409791" y="269250"/>
                  </a:lnTo>
                  <a:lnTo>
                    <a:pt x="7409917" y="269250"/>
                  </a:lnTo>
                  <a:lnTo>
                    <a:pt x="7410043" y="269250"/>
                  </a:lnTo>
                  <a:lnTo>
                    <a:pt x="7410169" y="269250"/>
                  </a:lnTo>
                  <a:lnTo>
                    <a:pt x="7410169" y="263971"/>
                  </a:lnTo>
                  <a:lnTo>
                    <a:pt x="7410295" y="263971"/>
                  </a:lnTo>
                  <a:lnTo>
                    <a:pt x="7410421" y="263971"/>
                  </a:lnTo>
                  <a:lnTo>
                    <a:pt x="7410547" y="263971"/>
                  </a:lnTo>
                  <a:lnTo>
                    <a:pt x="7410673" y="263971"/>
                  </a:lnTo>
                  <a:lnTo>
                    <a:pt x="7410799" y="263971"/>
                  </a:lnTo>
                  <a:lnTo>
                    <a:pt x="7410925" y="263971"/>
                  </a:lnTo>
                  <a:lnTo>
                    <a:pt x="7411051" y="263971"/>
                  </a:lnTo>
                  <a:lnTo>
                    <a:pt x="7411177" y="263971"/>
                  </a:lnTo>
                  <a:lnTo>
                    <a:pt x="7411304" y="263971"/>
                  </a:lnTo>
                  <a:lnTo>
                    <a:pt x="7411430" y="263971"/>
                  </a:lnTo>
                  <a:lnTo>
                    <a:pt x="7411556" y="263971"/>
                  </a:lnTo>
                  <a:lnTo>
                    <a:pt x="7411682" y="263971"/>
                  </a:lnTo>
                  <a:lnTo>
                    <a:pt x="7411808" y="263971"/>
                  </a:lnTo>
                  <a:lnTo>
                    <a:pt x="7411934" y="263971"/>
                  </a:lnTo>
                  <a:lnTo>
                    <a:pt x="7412060" y="263971"/>
                  </a:lnTo>
                  <a:lnTo>
                    <a:pt x="7412186" y="263971"/>
                  </a:lnTo>
                  <a:lnTo>
                    <a:pt x="7412312" y="263971"/>
                  </a:lnTo>
                  <a:lnTo>
                    <a:pt x="7412438" y="263971"/>
                  </a:lnTo>
                  <a:lnTo>
                    <a:pt x="7412564" y="263971"/>
                  </a:lnTo>
                  <a:lnTo>
                    <a:pt x="7412691" y="263971"/>
                  </a:lnTo>
                  <a:lnTo>
                    <a:pt x="7412817" y="263971"/>
                  </a:lnTo>
                  <a:lnTo>
                    <a:pt x="7412943" y="263971"/>
                  </a:lnTo>
                  <a:lnTo>
                    <a:pt x="7413069" y="263971"/>
                  </a:lnTo>
                  <a:lnTo>
                    <a:pt x="7413195" y="263971"/>
                  </a:lnTo>
                  <a:lnTo>
                    <a:pt x="7413321" y="263971"/>
                  </a:lnTo>
                  <a:lnTo>
                    <a:pt x="7413447" y="263971"/>
                  </a:lnTo>
                  <a:lnTo>
                    <a:pt x="7413573" y="263971"/>
                  </a:lnTo>
                  <a:lnTo>
                    <a:pt x="7413699" y="263971"/>
                  </a:lnTo>
                  <a:lnTo>
                    <a:pt x="7413825" y="263971"/>
                  </a:lnTo>
                  <a:lnTo>
                    <a:pt x="7413951" y="263971"/>
                  </a:lnTo>
                  <a:lnTo>
                    <a:pt x="7414077" y="263971"/>
                  </a:lnTo>
                  <a:lnTo>
                    <a:pt x="7414204" y="263971"/>
                  </a:lnTo>
                  <a:lnTo>
                    <a:pt x="7414330" y="263971"/>
                  </a:lnTo>
                  <a:lnTo>
                    <a:pt x="7414456" y="263971"/>
                  </a:lnTo>
                  <a:lnTo>
                    <a:pt x="7414582" y="263971"/>
                  </a:lnTo>
                  <a:lnTo>
                    <a:pt x="7414708" y="263971"/>
                  </a:lnTo>
                  <a:lnTo>
                    <a:pt x="7414834" y="263971"/>
                  </a:lnTo>
                  <a:lnTo>
                    <a:pt x="7414960" y="263971"/>
                  </a:lnTo>
                  <a:lnTo>
                    <a:pt x="7415086" y="263971"/>
                  </a:lnTo>
                  <a:lnTo>
                    <a:pt x="7415212" y="263971"/>
                  </a:lnTo>
                  <a:lnTo>
                    <a:pt x="7415338" y="263971"/>
                  </a:lnTo>
                  <a:lnTo>
                    <a:pt x="7415464" y="263971"/>
                  </a:lnTo>
                  <a:lnTo>
                    <a:pt x="7415591" y="263971"/>
                  </a:lnTo>
                  <a:lnTo>
                    <a:pt x="7415717" y="263971"/>
                  </a:lnTo>
                  <a:lnTo>
                    <a:pt x="7415843" y="263971"/>
                  </a:lnTo>
                  <a:lnTo>
                    <a:pt x="7415969" y="263971"/>
                  </a:lnTo>
                  <a:lnTo>
                    <a:pt x="7416095" y="263971"/>
                  </a:lnTo>
                  <a:lnTo>
                    <a:pt x="7416221" y="263971"/>
                  </a:lnTo>
                  <a:lnTo>
                    <a:pt x="7416347" y="263971"/>
                  </a:lnTo>
                  <a:lnTo>
                    <a:pt x="7416473" y="263971"/>
                  </a:lnTo>
                  <a:lnTo>
                    <a:pt x="7416599" y="263971"/>
                  </a:lnTo>
                  <a:lnTo>
                    <a:pt x="7416725" y="263971"/>
                  </a:lnTo>
                  <a:lnTo>
                    <a:pt x="7416851" y="263971"/>
                  </a:lnTo>
                  <a:lnTo>
                    <a:pt x="7416977" y="263971"/>
                  </a:lnTo>
                  <a:lnTo>
                    <a:pt x="7417104" y="263971"/>
                  </a:lnTo>
                  <a:lnTo>
                    <a:pt x="7417230" y="263971"/>
                  </a:lnTo>
                  <a:lnTo>
                    <a:pt x="7417356" y="263971"/>
                  </a:lnTo>
                  <a:lnTo>
                    <a:pt x="7417482" y="263971"/>
                  </a:lnTo>
                  <a:lnTo>
                    <a:pt x="7417608" y="263971"/>
                  </a:lnTo>
                  <a:lnTo>
                    <a:pt x="7417734" y="263971"/>
                  </a:lnTo>
                  <a:lnTo>
                    <a:pt x="7417860" y="263971"/>
                  </a:lnTo>
                  <a:lnTo>
                    <a:pt x="7417986" y="263971"/>
                  </a:lnTo>
                  <a:lnTo>
                    <a:pt x="7418112" y="263971"/>
                  </a:lnTo>
                  <a:lnTo>
                    <a:pt x="7418238" y="263971"/>
                  </a:lnTo>
                  <a:lnTo>
                    <a:pt x="7418364" y="263971"/>
                  </a:lnTo>
                  <a:lnTo>
                    <a:pt x="7418491" y="263971"/>
                  </a:lnTo>
                  <a:lnTo>
                    <a:pt x="7418617" y="263971"/>
                  </a:lnTo>
                  <a:lnTo>
                    <a:pt x="7418743" y="263971"/>
                  </a:lnTo>
                  <a:lnTo>
                    <a:pt x="7418869" y="263971"/>
                  </a:lnTo>
                  <a:lnTo>
                    <a:pt x="7418995" y="263971"/>
                  </a:lnTo>
                  <a:lnTo>
                    <a:pt x="7419121" y="263971"/>
                  </a:lnTo>
                  <a:lnTo>
                    <a:pt x="7419247" y="263971"/>
                  </a:lnTo>
                  <a:lnTo>
                    <a:pt x="7419373" y="263971"/>
                  </a:lnTo>
                  <a:lnTo>
                    <a:pt x="7419499" y="263971"/>
                  </a:lnTo>
                  <a:lnTo>
                    <a:pt x="7419625" y="263971"/>
                  </a:lnTo>
                  <a:lnTo>
                    <a:pt x="7419751" y="263971"/>
                  </a:lnTo>
                  <a:lnTo>
                    <a:pt x="7419878" y="263971"/>
                  </a:lnTo>
                  <a:lnTo>
                    <a:pt x="7420004" y="263971"/>
                  </a:lnTo>
                  <a:lnTo>
                    <a:pt x="7420130" y="263971"/>
                  </a:lnTo>
                  <a:lnTo>
                    <a:pt x="7420256" y="263971"/>
                  </a:lnTo>
                  <a:lnTo>
                    <a:pt x="7420382" y="263971"/>
                  </a:lnTo>
                  <a:lnTo>
                    <a:pt x="7420508" y="263971"/>
                  </a:lnTo>
                  <a:lnTo>
                    <a:pt x="7420634" y="263971"/>
                  </a:lnTo>
                  <a:lnTo>
                    <a:pt x="7420760" y="263971"/>
                  </a:lnTo>
                  <a:lnTo>
                    <a:pt x="7420886" y="263971"/>
                  </a:lnTo>
                  <a:lnTo>
                    <a:pt x="7421012" y="263971"/>
                  </a:lnTo>
                  <a:lnTo>
                    <a:pt x="7421138" y="263971"/>
                  </a:lnTo>
                  <a:lnTo>
                    <a:pt x="7421264" y="263971"/>
                  </a:lnTo>
                  <a:lnTo>
                    <a:pt x="7421391" y="263971"/>
                  </a:lnTo>
                  <a:lnTo>
                    <a:pt x="7421517" y="263971"/>
                  </a:lnTo>
                  <a:lnTo>
                    <a:pt x="7421643" y="263971"/>
                  </a:lnTo>
                  <a:lnTo>
                    <a:pt x="7421769" y="263971"/>
                  </a:lnTo>
                  <a:lnTo>
                    <a:pt x="7421895" y="263971"/>
                  </a:lnTo>
                  <a:lnTo>
                    <a:pt x="7422021" y="263971"/>
                  </a:lnTo>
                  <a:lnTo>
                    <a:pt x="7422147" y="263971"/>
                  </a:lnTo>
                  <a:lnTo>
                    <a:pt x="7422273" y="263971"/>
                  </a:lnTo>
                  <a:lnTo>
                    <a:pt x="7422399" y="263971"/>
                  </a:lnTo>
                  <a:lnTo>
                    <a:pt x="7422525" y="263971"/>
                  </a:lnTo>
                  <a:lnTo>
                    <a:pt x="7422651" y="263971"/>
                  </a:lnTo>
                  <a:lnTo>
                    <a:pt x="7422778" y="263971"/>
                  </a:lnTo>
                  <a:lnTo>
                    <a:pt x="7422904" y="263971"/>
                  </a:lnTo>
                  <a:lnTo>
                    <a:pt x="7423030" y="263971"/>
                  </a:lnTo>
                  <a:lnTo>
                    <a:pt x="7423156" y="263971"/>
                  </a:lnTo>
                  <a:lnTo>
                    <a:pt x="7423282" y="263971"/>
                  </a:lnTo>
                  <a:lnTo>
                    <a:pt x="7423408" y="263971"/>
                  </a:lnTo>
                  <a:lnTo>
                    <a:pt x="7423534" y="263971"/>
                  </a:lnTo>
                  <a:lnTo>
                    <a:pt x="7423660" y="263971"/>
                  </a:lnTo>
                  <a:lnTo>
                    <a:pt x="7423786" y="263971"/>
                  </a:lnTo>
                  <a:lnTo>
                    <a:pt x="7423912" y="263971"/>
                  </a:lnTo>
                  <a:lnTo>
                    <a:pt x="7424038" y="263971"/>
                  </a:lnTo>
                  <a:lnTo>
                    <a:pt x="7424164" y="263971"/>
                  </a:lnTo>
                  <a:lnTo>
                    <a:pt x="7424291" y="263971"/>
                  </a:lnTo>
                  <a:lnTo>
                    <a:pt x="7424417" y="263971"/>
                  </a:lnTo>
                  <a:lnTo>
                    <a:pt x="7424543" y="263971"/>
                  </a:lnTo>
                  <a:lnTo>
                    <a:pt x="7424669" y="263971"/>
                  </a:lnTo>
                  <a:lnTo>
                    <a:pt x="7424795" y="263971"/>
                  </a:lnTo>
                  <a:lnTo>
                    <a:pt x="7424921" y="263971"/>
                  </a:lnTo>
                  <a:lnTo>
                    <a:pt x="7425047" y="263971"/>
                  </a:lnTo>
                  <a:lnTo>
                    <a:pt x="7425173" y="263971"/>
                  </a:lnTo>
                  <a:lnTo>
                    <a:pt x="7425299" y="263971"/>
                  </a:lnTo>
                  <a:lnTo>
                    <a:pt x="7425425" y="263971"/>
                  </a:lnTo>
                  <a:lnTo>
                    <a:pt x="7425551" y="263971"/>
                  </a:lnTo>
                  <a:lnTo>
                    <a:pt x="7425678" y="263971"/>
                  </a:lnTo>
                  <a:lnTo>
                    <a:pt x="7425804" y="263971"/>
                  </a:lnTo>
                  <a:lnTo>
                    <a:pt x="7425930" y="263971"/>
                  </a:lnTo>
                  <a:lnTo>
                    <a:pt x="7426056" y="263971"/>
                  </a:lnTo>
                  <a:lnTo>
                    <a:pt x="7426182" y="263971"/>
                  </a:lnTo>
                  <a:lnTo>
                    <a:pt x="7426308" y="263971"/>
                  </a:lnTo>
                  <a:lnTo>
                    <a:pt x="7426434" y="263971"/>
                  </a:lnTo>
                  <a:lnTo>
                    <a:pt x="7426560" y="263971"/>
                  </a:lnTo>
                  <a:lnTo>
                    <a:pt x="7426686" y="263971"/>
                  </a:lnTo>
                  <a:lnTo>
                    <a:pt x="7426812" y="263971"/>
                  </a:lnTo>
                  <a:lnTo>
                    <a:pt x="7426938" y="263971"/>
                  </a:lnTo>
                  <a:lnTo>
                    <a:pt x="7427065" y="263971"/>
                  </a:lnTo>
                  <a:lnTo>
                    <a:pt x="7427191" y="263971"/>
                  </a:lnTo>
                  <a:lnTo>
                    <a:pt x="7427317" y="263971"/>
                  </a:lnTo>
                  <a:lnTo>
                    <a:pt x="7427443" y="263971"/>
                  </a:lnTo>
                  <a:lnTo>
                    <a:pt x="7427569" y="263971"/>
                  </a:lnTo>
                  <a:lnTo>
                    <a:pt x="7427695" y="263971"/>
                  </a:lnTo>
                  <a:lnTo>
                    <a:pt x="7427821" y="263971"/>
                  </a:lnTo>
                  <a:lnTo>
                    <a:pt x="7427947" y="263971"/>
                  </a:lnTo>
                  <a:lnTo>
                    <a:pt x="7428073" y="263971"/>
                  </a:lnTo>
                  <a:lnTo>
                    <a:pt x="7428199" y="263971"/>
                  </a:lnTo>
                  <a:lnTo>
                    <a:pt x="7428325" y="263971"/>
                  </a:lnTo>
                  <a:lnTo>
                    <a:pt x="7428451" y="263971"/>
                  </a:lnTo>
                  <a:lnTo>
                    <a:pt x="7428578" y="263971"/>
                  </a:lnTo>
                  <a:lnTo>
                    <a:pt x="7428704" y="263971"/>
                  </a:lnTo>
                  <a:lnTo>
                    <a:pt x="7428830" y="263971"/>
                  </a:lnTo>
                  <a:lnTo>
                    <a:pt x="7428956" y="263971"/>
                  </a:lnTo>
                  <a:lnTo>
                    <a:pt x="7429082" y="263971"/>
                  </a:lnTo>
                  <a:lnTo>
                    <a:pt x="7429208" y="263971"/>
                  </a:lnTo>
                  <a:lnTo>
                    <a:pt x="7429334" y="263971"/>
                  </a:lnTo>
                  <a:lnTo>
                    <a:pt x="7429460" y="263971"/>
                  </a:lnTo>
                  <a:lnTo>
                    <a:pt x="7429586" y="263971"/>
                  </a:lnTo>
                  <a:lnTo>
                    <a:pt x="7429712" y="263971"/>
                  </a:lnTo>
                  <a:lnTo>
                    <a:pt x="7429712" y="258691"/>
                  </a:lnTo>
                  <a:lnTo>
                    <a:pt x="7429838" y="258691"/>
                  </a:lnTo>
                  <a:lnTo>
                    <a:pt x="7429965" y="258691"/>
                  </a:lnTo>
                  <a:lnTo>
                    <a:pt x="7430091" y="258691"/>
                  </a:lnTo>
                  <a:lnTo>
                    <a:pt x="7430217" y="258691"/>
                  </a:lnTo>
                  <a:lnTo>
                    <a:pt x="7430343" y="258691"/>
                  </a:lnTo>
                  <a:lnTo>
                    <a:pt x="7430469" y="258691"/>
                  </a:lnTo>
                  <a:lnTo>
                    <a:pt x="7430595" y="258691"/>
                  </a:lnTo>
                  <a:lnTo>
                    <a:pt x="7430721" y="258691"/>
                  </a:lnTo>
                  <a:lnTo>
                    <a:pt x="7430847" y="258691"/>
                  </a:lnTo>
                  <a:lnTo>
                    <a:pt x="7430973" y="258691"/>
                  </a:lnTo>
                  <a:lnTo>
                    <a:pt x="7431099" y="258691"/>
                  </a:lnTo>
                  <a:lnTo>
                    <a:pt x="7431225" y="258691"/>
                  </a:lnTo>
                  <a:lnTo>
                    <a:pt x="7431351" y="258691"/>
                  </a:lnTo>
                  <a:lnTo>
                    <a:pt x="7431478" y="258691"/>
                  </a:lnTo>
                  <a:lnTo>
                    <a:pt x="7431604" y="258691"/>
                  </a:lnTo>
                  <a:lnTo>
                    <a:pt x="7431730" y="258691"/>
                  </a:lnTo>
                  <a:lnTo>
                    <a:pt x="7431856" y="258691"/>
                  </a:lnTo>
                  <a:lnTo>
                    <a:pt x="7431982" y="258691"/>
                  </a:lnTo>
                  <a:lnTo>
                    <a:pt x="7432108" y="258691"/>
                  </a:lnTo>
                  <a:lnTo>
                    <a:pt x="7432234" y="258691"/>
                  </a:lnTo>
                  <a:lnTo>
                    <a:pt x="7432360" y="258691"/>
                  </a:lnTo>
                  <a:lnTo>
                    <a:pt x="7432486" y="258691"/>
                  </a:lnTo>
                  <a:lnTo>
                    <a:pt x="7432612" y="258691"/>
                  </a:lnTo>
                  <a:lnTo>
                    <a:pt x="7432738" y="258691"/>
                  </a:lnTo>
                  <a:lnTo>
                    <a:pt x="7432865" y="258691"/>
                  </a:lnTo>
                  <a:lnTo>
                    <a:pt x="7432991" y="258691"/>
                  </a:lnTo>
                  <a:lnTo>
                    <a:pt x="7433117" y="258691"/>
                  </a:lnTo>
                  <a:lnTo>
                    <a:pt x="7433243" y="258691"/>
                  </a:lnTo>
                  <a:lnTo>
                    <a:pt x="7433369" y="258691"/>
                  </a:lnTo>
                  <a:lnTo>
                    <a:pt x="7433495" y="258691"/>
                  </a:lnTo>
                  <a:lnTo>
                    <a:pt x="7433621" y="258691"/>
                  </a:lnTo>
                  <a:lnTo>
                    <a:pt x="7433747" y="258691"/>
                  </a:lnTo>
                  <a:lnTo>
                    <a:pt x="7433873" y="258691"/>
                  </a:lnTo>
                  <a:lnTo>
                    <a:pt x="7433999" y="258691"/>
                  </a:lnTo>
                  <a:lnTo>
                    <a:pt x="7434125" y="258691"/>
                  </a:lnTo>
                  <a:lnTo>
                    <a:pt x="7434251" y="258691"/>
                  </a:lnTo>
                  <a:lnTo>
                    <a:pt x="7434378" y="258691"/>
                  </a:lnTo>
                  <a:lnTo>
                    <a:pt x="7434504" y="258691"/>
                  </a:lnTo>
                  <a:lnTo>
                    <a:pt x="7434630" y="258691"/>
                  </a:lnTo>
                  <a:lnTo>
                    <a:pt x="7434756" y="258691"/>
                  </a:lnTo>
                  <a:lnTo>
                    <a:pt x="7434882" y="258691"/>
                  </a:lnTo>
                  <a:lnTo>
                    <a:pt x="7435008" y="258691"/>
                  </a:lnTo>
                  <a:lnTo>
                    <a:pt x="7435134" y="258691"/>
                  </a:lnTo>
                  <a:lnTo>
                    <a:pt x="7435260" y="258691"/>
                  </a:lnTo>
                  <a:lnTo>
                    <a:pt x="7435386" y="258691"/>
                  </a:lnTo>
                  <a:lnTo>
                    <a:pt x="7435512" y="258691"/>
                  </a:lnTo>
                  <a:lnTo>
                    <a:pt x="7435638" y="258691"/>
                  </a:lnTo>
                  <a:lnTo>
                    <a:pt x="7435765" y="258691"/>
                  </a:lnTo>
                  <a:lnTo>
                    <a:pt x="7435891" y="258691"/>
                  </a:lnTo>
                  <a:lnTo>
                    <a:pt x="7436017" y="258691"/>
                  </a:lnTo>
                  <a:lnTo>
                    <a:pt x="7436143" y="258691"/>
                  </a:lnTo>
                  <a:lnTo>
                    <a:pt x="7436269" y="258691"/>
                  </a:lnTo>
                  <a:lnTo>
                    <a:pt x="7436395" y="258691"/>
                  </a:lnTo>
                  <a:lnTo>
                    <a:pt x="7436521" y="258691"/>
                  </a:lnTo>
                  <a:lnTo>
                    <a:pt x="7436647" y="258691"/>
                  </a:lnTo>
                  <a:lnTo>
                    <a:pt x="7436773" y="258691"/>
                  </a:lnTo>
                  <a:lnTo>
                    <a:pt x="7436899" y="258691"/>
                  </a:lnTo>
                  <a:lnTo>
                    <a:pt x="7437025" y="258691"/>
                  </a:lnTo>
                  <a:lnTo>
                    <a:pt x="7437152" y="258691"/>
                  </a:lnTo>
                  <a:lnTo>
                    <a:pt x="7437278" y="258691"/>
                  </a:lnTo>
                  <a:lnTo>
                    <a:pt x="7437404" y="258691"/>
                  </a:lnTo>
                  <a:lnTo>
                    <a:pt x="7437530" y="258691"/>
                  </a:lnTo>
                  <a:lnTo>
                    <a:pt x="7437656" y="258691"/>
                  </a:lnTo>
                  <a:lnTo>
                    <a:pt x="7437782" y="258691"/>
                  </a:lnTo>
                  <a:lnTo>
                    <a:pt x="7437908" y="258691"/>
                  </a:lnTo>
                  <a:lnTo>
                    <a:pt x="7438034" y="258691"/>
                  </a:lnTo>
                  <a:lnTo>
                    <a:pt x="7438160" y="258691"/>
                  </a:lnTo>
                  <a:lnTo>
                    <a:pt x="7438286" y="258691"/>
                  </a:lnTo>
                  <a:lnTo>
                    <a:pt x="7438412" y="258691"/>
                  </a:lnTo>
                  <a:lnTo>
                    <a:pt x="7438538" y="258691"/>
                  </a:lnTo>
                  <a:lnTo>
                    <a:pt x="7438665" y="258691"/>
                  </a:lnTo>
                  <a:lnTo>
                    <a:pt x="7438791" y="258691"/>
                  </a:lnTo>
                  <a:lnTo>
                    <a:pt x="7438917" y="258691"/>
                  </a:lnTo>
                  <a:lnTo>
                    <a:pt x="7439043" y="258691"/>
                  </a:lnTo>
                  <a:lnTo>
                    <a:pt x="7439169" y="258691"/>
                  </a:lnTo>
                  <a:lnTo>
                    <a:pt x="7439295" y="258691"/>
                  </a:lnTo>
                  <a:lnTo>
                    <a:pt x="7439421" y="258691"/>
                  </a:lnTo>
                  <a:lnTo>
                    <a:pt x="7439547" y="258691"/>
                  </a:lnTo>
                  <a:lnTo>
                    <a:pt x="7439673" y="258691"/>
                  </a:lnTo>
                  <a:lnTo>
                    <a:pt x="7439799" y="258691"/>
                  </a:lnTo>
                  <a:lnTo>
                    <a:pt x="7439925" y="258691"/>
                  </a:lnTo>
                  <a:lnTo>
                    <a:pt x="7440052" y="258691"/>
                  </a:lnTo>
                  <a:lnTo>
                    <a:pt x="7440178" y="258691"/>
                  </a:lnTo>
                  <a:lnTo>
                    <a:pt x="7440304" y="258691"/>
                  </a:lnTo>
                  <a:lnTo>
                    <a:pt x="7440430" y="258691"/>
                  </a:lnTo>
                  <a:lnTo>
                    <a:pt x="7440556" y="258691"/>
                  </a:lnTo>
                  <a:lnTo>
                    <a:pt x="7440682" y="258691"/>
                  </a:lnTo>
                  <a:lnTo>
                    <a:pt x="7440808" y="258691"/>
                  </a:lnTo>
                  <a:lnTo>
                    <a:pt x="7440934" y="258691"/>
                  </a:lnTo>
                  <a:lnTo>
                    <a:pt x="7441060" y="258691"/>
                  </a:lnTo>
                  <a:lnTo>
                    <a:pt x="7441186" y="258691"/>
                  </a:lnTo>
                  <a:lnTo>
                    <a:pt x="7441312" y="258691"/>
                  </a:lnTo>
                  <a:lnTo>
                    <a:pt x="7441438" y="258691"/>
                  </a:lnTo>
                  <a:lnTo>
                    <a:pt x="7441565" y="258691"/>
                  </a:lnTo>
                  <a:lnTo>
                    <a:pt x="7441565" y="253412"/>
                  </a:lnTo>
                  <a:lnTo>
                    <a:pt x="7441691" y="253412"/>
                  </a:lnTo>
                  <a:lnTo>
                    <a:pt x="7441817" y="253412"/>
                  </a:lnTo>
                  <a:lnTo>
                    <a:pt x="7441943" y="253412"/>
                  </a:lnTo>
                  <a:lnTo>
                    <a:pt x="7442069" y="253412"/>
                  </a:lnTo>
                  <a:lnTo>
                    <a:pt x="7442195" y="253412"/>
                  </a:lnTo>
                  <a:lnTo>
                    <a:pt x="7442321" y="253412"/>
                  </a:lnTo>
                  <a:lnTo>
                    <a:pt x="7442447" y="253412"/>
                  </a:lnTo>
                  <a:lnTo>
                    <a:pt x="7442573" y="253412"/>
                  </a:lnTo>
                  <a:lnTo>
                    <a:pt x="7442699" y="253412"/>
                  </a:lnTo>
                  <a:lnTo>
                    <a:pt x="7442825" y="253412"/>
                  </a:lnTo>
                  <a:lnTo>
                    <a:pt x="7442952" y="253412"/>
                  </a:lnTo>
                  <a:lnTo>
                    <a:pt x="7443078" y="253412"/>
                  </a:lnTo>
                  <a:lnTo>
                    <a:pt x="7443204" y="253412"/>
                  </a:lnTo>
                  <a:lnTo>
                    <a:pt x="7443330" y="253412"/>
                  </a:lnTo>
                  <a:lnTo>
                    <a:pt x="7443456" y="253412"/>
                  </a:lnTo>
                  <a:lnTo>
                    <a:pt x="7443582" y="253412"/>
                  </a:lnTo>
                  <a:lnTo>
                    <a:pt x="7443708" y="253412"/>
                  </a:lnTo>
                  <a:lnTo>
                    <a:pt x="7443708" y="248132"/>
                  </a:lnTo>
                  <a:lnTo>
                    <a:pt x="7443834" y="248132"/>
                  </a:lnTo>
                  <a:lnTo>
                    <a:pt x="7443960" y="248132"/>
                  </a:lnTo>
                  <a:lnTo>
                    <a:pt x="7444086" y="248132"/>
                  </a:lnTo>
                  <a:lnTo>
                    <a:pt x="7444212" y="248132"/>
                  </a:lnTo>
                  <a:lnTo>
                    <a:pt x="7444339" y="248132"/>
                  </a:lnTo>
                  <a:lnTo>
                    <a:pt x="7444465" y="248132"/>
                  </a:lnTo>
                  <a:lnTo>
                    <a:pt x="7444591" y="248132"/>
                  </a:lnTo>
                  <a:lnTo>
                    <a:pt x="7444717" y="248132"/>
                  </a:lnTo>
                  <a:lnTo>
                    <a:pt x="7444843" y="248132"/>
                  </a:lnTo>
                  <a:lnTo>
                    <a:pt x="7444969" y="248132"/>
                  </a:lnTo>
                  <a:lnTo>
                    <a:pt x="7445095" y="248132"/>
                  </a:lnTo>
                  <a:lnTo>
                    <a:pt x="7445221" y="248132"/>
                  </a:lnTo>
                  <a:lnTo>
                    <a:pt x="7445347" y="248132"/>
                  </a:lnTo>
                  <a:lnTo>
                    <a:pt x="7445473" y="248132"/>
                  </a:lnTo>
                  <a:lnTo>
                    <a:pt x="7445599" y="248132"/>
                  </a:lnTo>
                  <a:lnTo>
                    <a:pt x="7445725" y="248132"/>
                  </a:lnTo>
                  <a:lnTo>
                    <a:pt x="7445852" y="248132"/>
                  </a:lnTo>
                  <a:lnTo>
                    <a:pt x="7445978" y="248132"/>
                  </a:lnTo>
                  <a:lnTo>
                    <a:pt x="7446104" y="248132"/>
                  </a:lnTo>
                  <a:lnTo>
                    <a:pt x="7446230" y="248132"/>
                  </a:lnTo>
                  <a:lnTo>
                    <a:pt x="7446356" y="248132"/>
                  </a:lnTo>
                  <a:lnTo>
                    <a:pt x="7446482" y="248132"/>
                  </a:lnTo>
                  <a:lnTo>
                    <a:pt x="7446608" y="248132"/>
                  </a:lnTo>
                  <a:lnTo>
                    <a:pt x="7446734" y="248132"/>
                  </a:lnTo>
                  <a:lnTo>
                    <a:pt x="7446860" y="248132"/>
                  </a:lnTo>
                  <a:lnTo>
                    <a:pt x="7446986" y="248132"/>
                  </a:lnTo>
                  <a:lnTo>
                    <a:pt x="7447112" y="248132"/>
                  </a:lnTo>
                  <a:lnTo>
                    <a:pt x="7447239" y="248132"/>
                  </a:lnTo>
                  <a:lnTo>
                    <a:pt x="7447365" y="248132"/>
                  </a:lnTo>
                  <a:lnTo>
                    <a:pt x="7447491" y="248132"/>
                  </a:lnTo>
                  <a:lnTo>
                    <a:pt x="7447617" y="248132"/>
                  </a:lnTo>
                  <a:lnTo>
                    <a:pt x="7447743" y="248132"/>
                  </a:lnTo>
                  <a:lnTo>
                    <a:pt x="7447869" y="248132"/>
                  </a:lnTo>
                  <a:lnTo>
                    <a:pt x="7447995" y="248132"/>
                  </a:lnTo>
                  <a:lnTo>
                    <a:pt x="7448121" y="248132"/>
                  </a:lnTo>
                  <a:lnTo>
                    <a:pt x="7448247" y="248132"/>
                  </a:lnTo>
                  <a:lnTo>
                    <a:pt x="7448373" y="248132"/>
                  </a:lnTo>
                  <a:lnTo>
                    <a:pt x="7448499" y="248132"/>
                  </a:lnTo>
                  <a:lnTo>
                    <a:pt x="7448625" y="248132"/>
                  </a:lnTo>
                  <a:lnTo>
                    <a:pt x="7448752" y="248132"/>
                  </a:lnTo>
                  <a:lnTo>
                    <a:pt x="7448878" y="248132"/>
                  </a:lnTo>
                  <a:lnTo>
                    <a:pt x="7449004" y="248132"/>
                  </a:lnTo>
                  <a:lnTo>
                    <a:pt x="7449130" y="248132"/>
                  </a:lnTo>
                  <a:lnTo>
                    <a:pt x="7449256" y="248132"/>
                  </a:lnTo>
                  <a:lnTo>
                    <a:pt x="7449382" y="248132"/>
                  </a:lnTo>
                  <a:lnTo>
                    <a:pt x="7449508" y="248132"/>
                  </a:lnTo>
                  <a:lnTo>
                    <a:pt x="7449634" y="248132"/>
                  </a:lnTo>
                  <a:lnTo>
                    <a:pt x="7449760" y="248132"/>
                  </a:lnTo>
                  <a:lnTo>
                    <a:pt x="7449886" y="248132"/>
                  </a:lnTo>
                  <a:lnTo>
                    <a:pt x="7450012" y="248132"/>
                  </a:lnTo>
                  <a:lnTo>
                    <a:pt x="7450139" y="248132"/>
                  </a:lnTo>
                  <a:lnTo>
                    <a:pt x="7450265" y="248132"/>
                  </a:lnTo>
                  <a:lnTo>
                    <a:pt x="7450391" y="248132"/>
                  </a:lnTo>
                  <a:lnTo>
                    <a:pt x="7450517" y="248132"/>
                  </a:lnTo>
                  <a:lnTo>
                    <a:pt x="7450643" y="248132"/>
                  </a:lnTo>
                  <a:lnTo>
                    <a:pt x="7450769" y="248132"/>
                  </a:lnTo>
                  <a:lnTo>
                    <a:pt x="7450895" y="248132"/>
                  </a:lnTo>
                  <a:lnTo>
                    <a:pt x="7451021" y="248132"/>
                  </a:lnTo>
                  <a:lnTo>
                    <a:pt x="7451147" y="248132"/>
                  </a:lnTo>
                  <a:lnTo>
                    <a:pt x="7451273" y="248132"/>
                  </a:lnTo>
                  <a:lnTo>
                    <a:pt x="7451399" y="248132"/>
                  </a:lnTo>
                  <a:lnTo>
                    <a:pt x="7451526" y="248132"/>
                  </a:lnTo>
                  <a:lnTo>
                    <a:pt x="7451652" y="248132"/>
                  </a:lnTo>
                  <a:lnTo>
                    <a:pt x="7451778" y="248132"/>
                  </a:lnTo>
                  <a:lnTo>
                    <a:pt x="7451904" y="248132"/>
                  </a:lnTo>
                  <a:lnTo>
                    <a:pt x="7452030" y="248132"/>
                  </a:lnTo>
                  <a:lnTo>
                    <a:pt x="7452156" y="248132"/>
                  </a:lnTo>
                  <a:lnTo>
                    <a:pt x="7452282" y="248132"/>
                  </a:lnTo>
                  <a:lnTo>
                    <a:pt x="7452408" y="248132"/>
                  </a:lnTo>
                  <a:lnTo>
                    <a:pt x="7452534" y="248132"/>
                  </a:lnTo>
                  <a:lnTo>
                    <a:pt x="7452660" y="248132"/>
                  </a:lnTo>
                  <a:lnTo>
                    <a:pt x="7452786" y="248132"/>
                  </a:lnTo>
                  <a:lnTo>
                    <a:pt x="7452912" y="248132"/>
                  </a:lnTo>
                  <a:lnTo>
                    <a:pt x="7453039" y="248132"/>
                  </a:lnTo>
                  <a:lnTo>
                    <a:pt x="7453165" y="248132"/>
                  </a:lnTo>
                  <a:lnTo>
                    <a:pt x="7453291" y="248132"/>
                  </a:lnTo>
                  <a:lnTo>
                    <a:pt x="7453417" y="248132"/>
                  </a:lnTo>
                  <a:lnTo>
                    <a:pt x="7453543" y="248132"/>
                  </a:lnTo>
                  <a:lnTo>
                    <a:pt x="7453669" y="248132"/>
                  </a:lnTo>
                  <a:lnTo>
                    <a:pt x="7453795" y="248132"/>
                  </a:lnTo>
                  <a:lnTo>
                    <a:pt x="7453921" y="248132"/>
                  </a:lnTo>
                  <a:lnTo>
                    <a:pt x="7454047" y="248132"/>
                  </a:lnTo>
                  <a:lnTo>
                    <a:pt x="7454173" y="248132"/>
                  </a:lnTo>
                  <a:lnTo>
                    <a:pt x="7454299" y="248132"/>
                  </a:lnTo>
                  <a:lnTo>
                    <a:pt x="7454426" y="248132"/>
                  </a:lnTo>
                  <a:lnTo>
                    <a:pt x="7454552" y="248132"/>
                  </a:lnTo>
                  <a:lnTo>
                    <a:pt x="7454678" y="248132"/>
                  </a:lnTo>
                  <a:lnTo>
                    <a:pt x="7454804" y="248132"/>
                  </a:lnTo>
                  <a:lnTo>
                    <a:pt x="7454930" y="248132"/>
                  </a:lnTo>
                  <a:lnTo>
                    <a:pt x="7455056" y="248132"/>
                  </a:lnTo>
                  <a:lnTo>
                    <a:pt x="7455182" y="248132"/>
                  </a:lnTo>
                  <a:lnTo>
                    <a:pt x="7455308" y="248132"/>
                  </a:lnTo>
                  <a:lnTo>
                    <a:pt x="7455434" y="248132"/>
                  </a:lnTo>
                  <a:lnTo>
                    <a:pt x="7455560" y="248132"/>
                  </a:lnTo>
                  <a:lnTo>
                    <a:pt x="7455686" y="248132"/>
                  </a:lnTo>
                  <a:lnTo>
                    <a:pt x="7455812" y="248132"/>
                  </a:lnTo>
                  <a:lnTo>
                    <a:pt x="7455939" y="248132"/>
                  </a:lnTo>
                  <a:lnTo>
                    <a:pt x="7456065" y="248132"/>
                  </a:lnTo>
                  <a:lnTo>
                    <a:pt x="7456191" y="248132"/>
                  </a:lnTo>
                  <a:lnTo>
                    <a:pt x="7456317" y="248132"/>
                  </a:lnTo>
                  <a:lnTo>
                    <a:pt x="7456443" y="248132"/>
                  </a:lnTo>
                  <a:lnTo>
                    <a:pt x="7456569" y="248132"/>
                  </a:lnTo>
                  <a:lnTo>
                    <a:pt x="7456695" y="248132"/>
                  </a:lnTo>
                  <a:lnTo>
                    <a:pt x="7456821" y="248132"/>
                  </a:lnTo>
                  <a:lnTo>
                    <a:pt x="7456947" y="248132"/>
                  </a:lnTo>
                  <a:lnTo>
                    <a:pt x="7457073" y="248132"/>
                  </a:lnTo>
                  <a:lnTo>
                    <a:pt x="7457199" y="248132"/>
                  </a:lnTo>
                  <a:lnTo>
                    <a:pt x="7457326" y="248132"/>
                  </a:lnTo>
                  <a:lnTo>
                    <a:pt x="7457452" y="248132"/>
                  </a:lnTo>
                  <a:lnTo>
                    <a:pt x="7457578" y="248132"/>
                  </a:lnTo>
                  <a:lnTo>
                    <a:pt x="7457704" y="248132"/>
                  </a:lnTo>
                  <a:lnTo>
                    <a:pt x="7457830" y="248132"/>
                  </a:lnTo>
                  <a:lnTo>
                    <a:pt x="7457956" y="248132"/>
                  </a:lnTo>
                  <a:lnTo>
                    <a:pt x="7458082" y="248132"/>
                  </a:lnTo>
                  <a:lnTo>
                    <a:pt x="7458208" y="248132"/>
                  </a:lnTo>
                  <a:lnTo>
                    <a:pt x="7458334" y="248132"/>
                  </a:lnTo>
                  <a:lnTo>
                    <a:pt x="7458460" y="248132"/>
                  </a:lnTo>
                  <a:lnTo>
                    <a:pt x="7458460" y="242853"/>
                  </a:lnTo>
                  <a:lnTo>
                    <a:pt x="7458586" y="242853"/>
                  </a:lnTo>
                  <a:lnTo>
                    <a:pt x="7458712" y="242853"/>
                  </a:lnTo>
                  <a:lnTo>
                    <a:pt x="7458839" y="242853"/>
                  </a:lnTo>
                  <a:lnTo>
                    <a:pt x="7458965" y="242853"/>
                  </a:lnTo>
                  <a:lnTo>
                    <a:pt x="7459091" y="242853"/>
                  </a:lnTo>
                  <a:lnTo>
                    <a:pt x="7459217" y="242853"/>
                  </a:lnTo>
                  <a:lnTo>
                    <a:pt x="7459343" y="242853"/>
                  </a:lnTo>
                  <a:lnTo>
                    <a:pt x="7459469" y="242853"/>
                  </a:lnTo>
                  <a:lnTo>
                    <a:pt x="7459595" y="242853"/>
                  </a:lnTo>
                  <a:lnTo>
                    <a:pt x="7459721" y="242853"/>
                  </a:lnTo>
                  <a:lnTo>
                    <a:pt x="7459847" y="242853"/>
                  </a:lnTo>
                  <a:lnTo>
                    <a:pt x="7459973" y="242853"/>
                  </a:lnTo>
                  <a:lnTo>
                    <a:pt x="7460099" y="242853"/>
                  </a:lnTo>
                  <a:lnTo>
                    <a:pt x="7460226" y="242853"/>
                  </a:lnTo>
                  <a:lnTo>
                    <a:pt x="7460352" y="242853"/>
                  </a:lnTo>
                  <a:lnTo>
                    <a:pt x="7460478" y="242853"/>
                  </a:lnTo>
                  <a:lnTo>
                    <a:pt x="7460604" y="242853"/>
                  </a:lnTo>
                  <a:lnTo>
                    <a:pt x="7460730" y="242853"/>
                  </a:lnTo>
                  <a:lnTo>
                    <a:pt x="7460856" y="242853"/>
                  </a:lnTo>
                  <a:lnTo>
                    <a:pt x="7460982" y="242853"/>
                  </a:lnTo>
                  <a:lnTo>
                    <a:pt x="7461108" y="242853"/>
                  </a:lnTo>
                  <a:lnTo>
                    <a:pt x="7461234" y="242853"/>
                  </a:lnTo>
                  <a:lnTo>
                    <a:pt x="7461360" y="242853"/>
                  </a:lnTo>
                  <a:lnTo>
                    <a:pt x="7461486" y="242853"/>
                  </a:lnTo>
                  <a:lnTo>
                    <a:pt x="7461613" y="242853"/>
                  </a:lnTo>
                  <a:lnTo>
                    <a:pt x="7461739" y="242853"/>
                  </a:lnTo>
                  <a:lnTo>
                    <a:pt x="7461865" y="242853"/>
                  </a:lnTo>
                  <a:lnTo>
                    <a:pt x="7461991" y="242853"/>
                  </a:lnTo>
                  <a:lnTo>
                    <a:pt x="7462117" y="242853"/>
                  </a:lnTo>
                  <a:lnTo>
                    <a:pt x="7462243" y="242853"/>
                  </a:lnTo>
                  <a:lnTo>
                    <a:pt x="7462369" y="242853"/>
                  </a:lnTo>
                  <a:lnTo>
                    <a:pt x="7462495" y="242853"/>
                  </a:lnTo>
                  <a:lnTo>
                    <a:pt x="7462621" y="242853"/>
                  </a:lnTo>
                  <a:lnTo>
                    <a:pt x="7462747" y="242853"/>
                  </a:lnTo>
                  <a:lnTo>
                    <a:pt x="7462873" y="242853"/>
                  </a:lnTo>
                  <a:lnTo>
                    <a:pt x="7462999" y="242853"/>
                  </a:lnTo>
                  <a:lnTo>
                    <a:pt x="7463126" y="242853"/>
                  </a:lnTo>
                  <a:lnTo>
                    <a:pt x="7463252" y="242853"/>
                  </a:lnTo>
                  <a:lnTo>
                    <a:pt x="7463378" y="242853"/>
                  </a:lnTo>
                  <a:lnTo>
                    <a:pt x="7463504" y="242853"/>
                  </a:lnTo>
                  <a:lnTo>
                    <a:pt x="7463630" y="242853"/>
                  </a:lnTo>
                  <a:lnTo>
                    <a:pt x="7463756" y="242853"/>
                  </a:lnTo>
                  <a:lnTo>
                    <a:pt x="7463882" y="242853"/>
                  </a:lnTo>
                  <a:lnTo>
                    <a:pt x="7464008" y="242853"/>
                  </a:lnTo>
                  <a:lnTo>
                    <a:pt x="7464134" y="242853"/>
                  </a:lnTo>
                  <a:lnTo>
                    <a:pt x="7464260" y="242853"/>
                  </a:lnTo>
                  <a:lnTo>
                    <a:pt x="7464386" y="242853"/>
                  </a:lnTo>
                  <a:lnTo>
                    <a:pt x="7464513" y="242853"/>
                  </a:lnTo>
                  <a:lnTo>
                    <a:pt x="7464639" y="242853"/>
                  </a:lnTo>
                  <a:lnTo>
                    <a:pt x="7464765" y="242853"/>
                  </a:lnTo>
                  <a:lnTo>
                    <a:pt x="7464891" y="242853"/>
                  </a:lnTo>
                  <a:lnTo>
                    <a:pt x="7465017" y="242853"/>
                  </a:lnTo>
                  <a:lnTo>
                    <a:pt x="7465143" y="242853"/>
                  </a:lnTo>
                  <a:lnTo>
                    <a:pt x="7465269" y="242853"/>
                  </a:lnTo>
                  <a:lnTo>
                    <a:pt x="7465395" y="242853"/>
                  </a:lnTo>
                  <a:lnTo>
                    <a:pt x="7465521" y="242853"/>
                  </a:lnTo>
                  <a:lnTo>
                    <a:pt x="7465647" y="242853"/>
                  </a:lnTo>
                  <a:lnTo>
                    <a:pt x="7465773" y="242853"/>
                  </a:lnTo>
                  <a:lnTo>
                    <a:pt x="7465899" y="242853"/>
                  </a:lnTo>
                  <a:lnTo>
                    <a:pt x="7466026" y="242853"/>
                  </a:lnTo>
                  <a:lnTo>
                    <a:pt x="7466152" y="242853"/>
                  </a:lnTo>
                  <a:lnTo>
                    <a:pt x="7466278" y="242853"/>
                  </a:lnTo>
                  <a:lnTo>
                    <a:pt x="7466404" y="242853"/>
                  </a:lnTo>
                  <a:lnTo>
                    <a:pt x="7466530" y="242853"/>
                  </a:lnTo>
                  <a:lnTo>
                    <a:pt x="7466656" y="242853"/>
                  </a:lnTo>
                  <a:lnTo>
                    <a:pt x="7466782" y="242853"/>
                  </a:lnTo>
                  <a:lnTo>
                    <a:pt x="7466908" y="242853"/>
                  </a:lnTo>
                  <a:lnTo>
                    <a:pt x="7467034" y="242853"/>
                  </a:lnTo>
                  <a:lnTo>
                    <a:pt x="7467160" y="242853"/>
                  </a:lnTo>
                  <a:lnTo>
                    <a:pt x="7467286" y="242853"/>
                  </a:lnTo>
                  <a:lnTo>
                    <a:pt x="7467413" y="242853"/>
                  </a:lnTo>
                  <a:lnTo>
                    <a:pt x="7467539" y="242853"/>
                  </a:lnTo>
                  <a:lnTo>
                    <a:pt x="7467665" y="242853"/>
                  </a:lnTo>
                  <a:lnTo>
                    <a:pt x="7467791" y="242853"/>
                  </a:lnTo>
                  <a:lnTo>
                    <a:pt x="7467917" y="242853"/>
                  </a:lnTo>
                  <a:lnTo>
                    <a:pt x="7468043" y="242853"/>
                  </a:lnTo>
                  <a:lnTo>
                    <a:pt x="7468169" y="242853"/>
                  </a:lnTo>
                  <a:lnTo>
                    <a:pt x="7468295" y="242853"/>
                  </a:lnTo>
                  <a:lnTo>
                    <a:pt x="7468421" y="242853"/>
                  </a:lnTo>
                  <a:lnTo>
                    <a:pt x="7468547" y="242853"/>
                  </a:lnTo>
                  <a:lnTo>
                    <a:pt x="7468673" y="242853"/>
                  </a:lnTo>
                  <a:lnTo>
                    <a:pt x="7468800" y="242853"/>
                  </a:lnTo>
                  <a:lnTo>
                    <a:pt x="7468926" y="242853"/>
                  </a:lnTo>
                  <a:lnTo>
                    <a:pt x="7469052" y="242853"/>
                  </a:lnTo>
                  <a:lnTo>
                    <a:pt x="7469178" y="242853"/>
                  </a:lnTo>
                  <a:lnTo>
                    <a:pt x="7469304" y="242853"/>
                  </a:lnTo>
                  <a:lnTo>
                    <a:pt x="7469430" y="242853"/>
                  </a:lnTo>
                  <a:lnTo>
                    <a:pt x="7469556" y="242853"/>
                  </a:lnTo>
                  <a:lnTo>
                    <a:pt x="7469682" y="242853"/>
                  </a:lnTo>
                  <a:lnTo>
                    <a:pt x="7469808" y="242853"/>
                  </a:lnTo>
                  <a:lnTo>
                    <a:pt x="7469934" y="242853"/>
                  </a:lnTo>
                  <a:lnTo>
                    <a:pt x="7470060" y="242853"/>
                  </a:lnTo>
                  <a:lnTo>
                    <a:pt x="7470186" y="242853"/>
                  </a:lnTo>
                  <a:lnTo>
                    <a:pt x="7470313" y="242853"/>
                  </a:lnTo>
                  <a:lnTo>
                    <a:pt x="7470439" y="242853"/>
                  </a:lnTo>
                  <a:lnTo>
                    <a:pt x="7470565" y="242853"/>
                  </a:lnTo>
                  <a:lnTo>
                    <a:pt x="7470691" y="242853"/>
                  </a:lnTo>
                  <a:lnTo>
                    <a:pt x="7470817" y="242853"/>
                  </a:lnTo>
                  <a:lnTo>
                    <a:pt x="7470943" y="242853"/>
                  </a:lnTo>
                  <a:lnTo>
                    <a:pt x="7471069" y="242853"/>
                  </a:lnTo>
                  <a:lnTo>
                    <a:pt x="7471195" y="242853"/>
                  </a:lnTo>
                  <a:lnTo>
                    <a:pt x="7471321" y="242853"/>
                  </a:lnTo>
                  <a:lnTo>
                    <a:pt x="7471447" y="242853"/>
                  </a:lnTo>
                  <a:lnTo>
                    <a:pt x="7471573" y="242853"/>
                  </a:lnTo>
                  <a:lnTo>
                    <a:pt x="7471700" y="242853"/>
                  </a:lnTo>
                  <a:lnTo>
                    <a:pt x="7471826" y="242853"/>
                  </a:lnTo>
                  <a:lnTo>
                    <a:pt x="7471952" y="242853"/>
                  </a:lnTo>
                  <a:lnTo>
                    <a:pt x="7472078" y="242853"/>
                  </a:lnTo>
                  <a:lnTo>
                    <a:pt x="7472204" y="242853"/>
                  </a:lnTo>
                  <a:lnTo>
                    <a:pt x="7472330" y="242853"/>
                  </a:lnTo>
                  <a:lnTo>
                    <a:pt x="7472456" y="242853"/>
                  </a:lnTo>
                  <a:lnTo>
                    <a:pt x="7472582" y="242853"/>
                  </a:lnTo>
                  <a:lnTo>
                    <a:pt x="7472708" y="242853"/>
                  </a:lnTo>
                  <a:lnTo>
                    <a:pt x="7472834" y="242853"/>
                  </a:lnTo>
                  <a:lnTo>
                    <a:pt x="7472960" y="242853"/>
                  </a:lnTo>
                  <a:lnTo>
                    <a:pt x="7473086" y="242853"/>
                  </a:lnTo>
                  <a:lnTo>
                    <a:pt x="7473213" y="242853"/>
                  </a:lnTo>
                  <a:lnTo>
                    <a:pt x="7473339" y="242853"/>
                  </a:lnTo>
                  <a:lnTo>
                    <a:pt x="7473465" y="242853"/>
                  </a:lnTo>
                  <a:lnTo>
                    <a:pt x="7473591" y="242853"/>
                  </a:lnTo>
                  <a:lnTo>
                    <a:pt x="7473717" y="242853"/>
                  </a:lnTo>
                  <a:lnTo>
                    <a:pt x="7473843" y="242853"/>
                  </a:lnTo>
                  <a:lnTo>
                    <a:pt x="7473969" y="242853"/>
                  </a:lnTo>
                  <a:lnTo>
                    <a:pt x="7474095" y="242853"/>
                  </a:lnTo>
                  <a:lnTo>
                    <a:pt x="7474221" y="242853"/>
                  </a:lnTo>
                  <a:lnTo>
                    <a:pt x="7474347" y="242853"/>
                  </a:lnTo>
                  <a:lnTo>
                    <a:pt x="7474473" y="242853"/>
                  </a:lnTo>
                  <a:lnTo>
                    <a:pt x="7474600" y="242853"/>
                  </a:lnTo>
                  <a:lnTo>
                    <a:pt x="7474726" y="242853"/>
                  </a:lnTo>
                  <a:lnTo>
                    <a:pt x="7474852" y="242853"/>
                  </a:lnTo>
                  <a:lnTo>
                    <a:pt x="7474978" y="242853"/>
                  </a:lnTo>
                  <a:lnTo>
                    <a:pt x="7475104" y="242853"/>
                  </a:lnTo>
                  <a:lnTo>
                    <a:pt x="7475230" y="242853"/>
                  </a:lnTo>
                  <a:lnTo>
                    <a:pt x="7475356" y="242853"/>
                  </a:lnTo>
                  <a:lnTo>
                    <a:pt x="7475482" y="242853"/>
                  </a:lnTo>
                  <a:lnTo>
                    <a:pt x="7475608" y="242853"/>
                  </a:lnTo>
                  <a:lnTo>
                    <a:pt x="7475734" y="242853"/>
                  </a:lnTo>
                  <a:lnTo>
                    <a:pt x="7475860" y="242853"/>
                  </a:lnTo>
                  <a:lnTo>
                    <a:pt x="7475987" y="242853"/>
                  </a:lnTo>
                  <a:lnTo>
                    <a:pt x="7476113" y="242853"/>
                  </a:lnTo>
                  <a:lnTo>
                    <a:pt x="7476239" y="242853"/>
                  </a:lnTo>
                  <a:lnTo>
                    <a:pt x="7476365" y="242853"/>
                  </a:lnTo>
                  <a:lnTo>
                    <a:pt x="7476491" y="242853"/>
                  </a:lnTo>
                  <a:lnTo>
                    <a:pt x="7476617" y="242853"/>
                  </a:lnTo>
                  <a:lnTo>
                    <a:pt x="7476743" y="242853"/>
                  </a:lnTo>
                  <a:lnTo>
                    <a:pt x="7476869" y="242853"/>
                  </a:lnTo>
                  <a:lnTo>
                    <a:pt x="7476995" y="242853"/>
                  </a:lnTo>
                  <a:lnTo>
                    <a:pt x="7477121" y="242853"/>
                  </a:lnTo>
                  <a:lnTo>
                    <a:pt x="7477247" y="242853"/>
                  </a:lnTo>
                  <a:lnTo>
                    <a:pt x="7477373" y="242853"/>
                  </a:lnTo>
                  <a:lnTo>
                    <a:pt x="7477500" y="242853"/>
                  </a:lnTo>
                  <a:lnTo>
                    <a:pt x="7477626" y="242853"/>
                  </a:lnTo>
                  <a:lnTo>
                    <a:pt x="7477752" y="242853"/>
                  </a:lnTo>
                  <a:lnTo>
                    <a:pt x="7477878" y="242853"/>
                  </a:lnTo>
                  <a:lnTo>
                    <a:pt x="7478004" y="242853"/>
                  </a:lnTo>
                  <a:lnTo>
                    <a:pt x="7478130" y="242853"/>
                  </a:lnTo>
                  <a:lnTo>
                    <a:pt x="7478256" y="242853"/>
                  </a:lnTo>
                  <a:lnTo>
                    <a:pt x="7478382" y="242853"/>
                  </a:lnTo>
                  <a:lnTo>
                    <a:pt x="7478508" y="242853"/>
                  </a:lnTo>
                  <a:lnTo>
                    <a:pt x="7478634" y="242853"/>
                  </a:lnTo>
                  <a:lnTo>
                    <a:pt x="7478760" y="242853"/>
                  </a:lnTo>
                  <a:lnTo>
                    <a:pt x="7478887" y="242853"/>
                  </a:lnTo>
                  <a:lnTo>
                    <a:pt x="7479013" y="242853"/>
                  </a:lnTo>
                  <a:lnTo>
                    <a:pt x="7479139" y="242853"/>
                  </a:lnTo>
                  <a:lnTo>
                    <a:pt x="7479265" y="242853"/>
                  </a:lnTo>
                  <a:lnTo>
                    <a:pt x="7479391" y="242853"/>
                  </a:lnTo>
                  <a:lnTo>
                    <a:pt x="7479517" y="242853"/>
                  </a:lnTo>
                  <a:lnTo>
                    <a:pt x="7479643" y="242853"/>
                  </a:lnTo>
                  <a:lnTo>
                    <a:pt x="7479769" y="242853"/>
                  </a:lnTo>
                  <a:lnTo>
                    <a:pt x="7479895" y="242853"/>
                  </a:lnTo>
                  <a:lnTo>
                    <a:pt x="7480021" y="242853"/>
                  </a:lnTo>
                  <a:lnTo>
                    <a:pt x="7480147" y="242853"/>
                  </a:lnTo>
                  <a:lnTo>
                    <a:pt x="7480273" y="242853"/>
                  </a:lnTo>
                  <a:lnTo>
                    <a:pt x="7480400" y="242853"/>
                  </a:lnTo>
                  <a:lnTo>
                    <a:pt x="7480526" y="242853"/>
                  </a:lnTo>
                  <a:lnTo>
                    <a:pt x="7480652" y="242853"/>
                  </a:lnTo>
                  <a:lnTo>
                    <a:pt x="7480778" y="242853"/>
                  </a:lnTo>
                  <a:lnTo>
                    <a:pt x="7480904" y="242853"/>
                  </a:lnTo>
                  <a:lnTo>
                    <a:pt x="7481030" y="242853"/>
                  </a:lnTo>
                  <a:lnTo>
                    <a:pt x="7481156" y="242853"/>
                  </a:lnTo>
                  <a:lnTo>
                    <a:pt x="7481282" y="242853"/>
                  </a:lnTo>
                  <a:lnTo>
                    <a:pt x="7481408" y="242853"/>
                  </a:lnTo>
                  <a:lnTo>
                    <a:pt x="7481534" y="242853"/>
                  </a:lnTo>
                  <a:lnTo>
                    <a:pt x="7481660" y="242853"/>
                  </a:lnTo>
                  <a:lnTo>
                    <a:pt x="7481787" y="242853"/>
                  </a:lnTo>
                  <a:lnTo>
                    <a:pt x="7481913" y="242853"/>
                  </a:lnTo>
                  <a:lnTo>
                    <a:pt x="7482039" y="242853"/>
                  </a:lnTo>
                  <a:lnTo>
                    <a:pt x="7482165" y="242853"/>
                  </a:lnTo>
                  <a:lnTo>
                    <a:pt x="7482291" y="242853"/>
                  </a:lnTo>
                  <a:lnTo>
                    <a:pt x="7482417" y="242853"/>
                  </a:lnTo>
                  <a:lnTo>
                    <a:pt x="7482543" y="242853"/>
                  </a:lnTo>
                  <a:lnTo>
                    <a:pt x="7482669" y="242853"/>
                  </a:lnTo>
                  <a:lnTo>
                    <a:pt x="7482795" y="242853"/>
                  </a:lnTo>
                  <a:lnTo>
                    <a:pt x="7482921" y="242853"/>
                  </a:lnTo>
                  <a:lnTo>
                    <a:pt x="7483047" y="242853"/>
                  </a:lnTo>
                  <a:lnTo>
                    <a:pt x="7483173" y="242853"/>
                  </a:lnTo>
                  <a:lnTo>
                    <a:pt x="7483300" y="242853"/>
                  </a:lnTo>
                  <a:lnTo>
                    <a:pt x="7483426" y="242853"/>
                  </a:lnTo>
                  <a:lnTo>
                    <a:pt x="7483552" y="242853"/>
                  </a:lnTo>
                  <a:lnTo>
                    <a:pt x="7483678" y="242853"/>
                  </a:lnTo>
                  <a:lnTo>
                    <a:pt x="7483804" y="242853"/>
                  </a:lnTo>
                  <a:lnTo>
                    <a:pt x="7483930" y="242853"/>
                  </a:lnTo>
                  <a:lnTo>
                    <a:pt x="7484056" y="242853"/>
                  </a:lnTo>
                  <a:lnTo>
                    <a:pt x="7484182" y="242853"/>
                  </a:lnTo>
                  <a:lnTo>
                    <a:pt x="7484308" y="242853"/>
                  </a:lnTo>
                  <a:lnTo>
                    <a:pt x="7484434" y="242853"/>
                  </a:lnTo>
                  <a:lnTo>
                    <a:pt x="7484560" y="242853"/>
                  </a:lnTo>
                  <a:lnTo>
                    <a:pt x="7484687" y="242853"/>
                  </a:lnTo>
                  <a:lnTo>
                    <a:pt x="7484813" y="242853"/>
                  </a:lnTo>
                  <a:lnTo>
                    <a:pt x="7484939" y="242853"/>
                  </a:lnTo>
                  <a:lnTo>
                    <a:pt x="7485065" y="242853"/>
                  </a:lnTo>
                  <a:lnTo>
                    <a:pt x="7485191" y="242853"/>
                  </a:lnTo>
                  <a:lnTo>
                    <a:pt x="7485317" y="242853"/>
                  </a:lnTo>
                  <a:lnTo>
                    <a:pt x="7485443" y="242853"/>
                  </a:lnTo>
                  <a:lnTo>
                    <a:pt x="7485569" y="242853"/>
                  </a:lnTo>
                  <a:lnTo>
                    <a:pt x="7485695" y="242853"/>
                  </a:lnTo>
                  <a:lnTo>
                    <a:pt x="7485821" y="242853"/>
                  </a:lnTo>
                  <a:lnTo>
                    <a:pt x="7485947" y="242853"/>
                  </a:lnTo>
                  <a:lnTo>
                    <a:pt x="7486074" y="242853"/>
                  </a:lnTo>
                  <a:lnTo>
                    <a:pt x="7486200" y="242853"/>
                  </a:lnTo>
                  <a:lnTo>
                    <a:pt x="7486326" y="242853"/>
                  </a:lnTo>
                  <a:lnTo>
                    <a:pt x="7486452" y="242853"/>
                  </a:lnTo>
                  <a:lnTo>
                    <a:pt x="7486578" y="242853"/>
                  </a:lnTo>
                  <a:lnTo>
                    <a:pt x="7486704" y="242853"/>
                  </a:lnTo>
                  <a:lnTo>
                    <a:pt x="7486830" y="242853"/>
                  </a:lnTo>
                  <a:lnTo>
                    <a:pt x="7486956" y="242853"/>
                  </a:lnTo>
                  <a:lnTo>
                    <a:pt x="7487082" y="242853"/>
                  </a:lnTo>
                  <a:lnTo>
                    <a:pt x="7487208" y="242853"/>
                  </a:lnTo>
                  <a:lnTo>
                    <a:pt x="7487334" y="242853"/>
                  </a:lnTo>
                  <a:lnTo>
                    <a:pt x="7487460" y="242853"/>
                  </a:lnTo>
                  <a:lnTo>
                    <a:pt x="7487587" y="242853"/>
                  </a:lnTo>
                  <a:lnTo>
                    <a:pt x="7487713" y="242853"/>
                  </a:lnTo>
                  <a:lnTo>
                    <a:pt x="7487839" y="242853"/>
                  </a:lnTo>
                  <a:lnTo>
                    <a:pt x="7487839" y="237573"/>
                  </a:lnTo>
                  <a:lnTo>
                    <a:pt x="7487965" y="237573"/>
                  </a:lnTo>
                  <a:lnTo>
                    <a:pt x="7488091" y="237573"/>
                  </a:lnTo>
                  <a:lnTo>
                    <a:pt x="7488217" y="237573"/>
                  </a:lnTo>
                  <a:lnTo>
                    <a:pt x="7488343" y="237573"/>
                  </a:lnTo>
                  <a:lnTo>
                    <a:pt x="7488469" y="237573"/>
                  </a:lnTo>
                  <a:lnTo>
                    <a:pt x="7488595" y="237573"/>
                  </a:lnTo>
                  <a:lnTo>
                    <a:pt x="7488721" y="237573"/>
                  </a:lnTo>
                  <a:lnTo>
                    <a:pt x="7488847" y="237573"/>
                  </a:lnTo>
                  <a:lnTo>
                    <a:pt x="7488974" y="237573"/>
                  </a:lnTo>
                  <a:lnTo>
                    <a:pt x="7489100" y="237573"/>
                  </a:lnTo>
                  <a:lnTo>
                    <a:pt x="7489226" y="237573"/>
                  </a:lnTo>
                  <a:lnTo>
                    <a:pt x="7489352" y="237573"/>
                  </a:lnTo>
                  <a:lnTo>
                    <a:pt x="7489478" y="237573"/>
                  </a:lnTo>
                  <a:lnTo>
                    <a:pt x="7489604" y="237573"/>
                  </a:lnTo>
                  <a:lnTo>
                    <a:pt x="7489730" y="237573"/>
                  </a:lnTo>
                  <a:lnTo>
                    <a:pt x="7489856" y="237573"/>
                  </a:lnTo>
                  <a:lnTo>
                    <a:pt x="7489982" y="237573"/>
                  </a:lnTo>
                  <a:lnTo>
                    <a:pt x="7489982" y="232294"/>
                  </a:lnTo>
                  <a:lnTo>
                    <a:pt x="7490108" y="232294"/>
                  </a:lnTo>
                  <a:lnTo>
                    <a:pt x="7490234" y="232294"/>
                  </a:lnTo>
                  <a:lnTo>
                    <a:pt x="7490360" y="232294"/>
                  </a:lnTo>
                  <a:lnTo>
                    <a:pt x="7490487" y="232294"/>
                  </a:lnTo>
                  <a:lnTo>
                    <a:pt x="7490613" y="232294"/>
                  </a:lnTo>
                  <a:lnTo>
                    <a:pt x="7490739" y="232294"/>
                  </a:lnTo>
                  <a:lnTo>
                    <a:pt x="7490865" y="232294"/>
                  </a:lnTo>
                  <a:lnTo>
                    <a:pt x="7490991" y="232294"/>
                  </a:lnTo>
                  <a:lnTo>
                    <a:pt x="7491117" y="232294"/>
                  </a:lnTo>
                  <a:lnTo>
                    <a:pt x="7491243" y="232294"/>
                  </a:lnTo>
                  <a:lnTo>
                    <a:pt x="7491369" y="232294"/>
                  </a:lnTo>
                  <a:lnTo>
                    <a:pt x="7491495" y="232294"/>
                  </a:lnTo>
                  <a:lnTo>
                    <a:pt x="7491621" y="232294"/>
                  </a:lnTo>
                  <a:lnTo>
                    <a:pt x="7491747" y="232294"/>
                  </a:lnTo>
                  <a:lnTo>
                    <a:pt x="7491874" y="232294"/>
                  </a:lnTo>
                  <a:lnTo>
                    <a:pt x="7492000" y="232294"/>
                  </a:lnTo>
                  <a:lnTo>
                    <a:pt x="7492126" y="232294"/>
                  </a:lnTo>
                  <a:lnTo>
                    <a:pt x="7492252" y="232294"/>
                  </a:lnTo>
                  <a:lnTo>
                    <a:pt x="7492378" y="232294"/>
                  </a:lnTo>
                  <a:lnTo>
                    <a:pt x="7492504" y="232294"/>
                  </a:lnTo>
                  <a:lnTo>
                    <a:pt x="7492630" y="232294"/>
                  </a:lnTo>
                  <a:lnTo>
                    <a:pt x="7492756" y="232294"/>
                  </a:lnTo>
                  <a:lnTo>
                    <a:pt x="7492882" y="232294"/>
                  </a:lnTo>
                  <a:lnTo>
                    <a:pt x="7493008" y="232294"/>
                  </a:lnTo>
                  <a:lnTo>
                    <a:pt x="7493134" y="232294"/>
                  </a:lnTo>
                  <a:lnTo>
                    <a:pt x="7493261" y="232294"/>
                  </a:lnTo>
                  <a:lnTo>
                    <a:pt x="7493387" y="232294"/>
                  </a:lnTo>
                  <a:lnTo>
                    <a:pt x="7493513" y="232294"/>
                  </a:lnTo>
                  <a:lnTo>
                    <a:pt x="7493639" y="232294"/>
                  </a:lnTo>
                  <a:lnTo>
                    <a:pt x="7493765" y="232294"/>
                  </a:lnTo>
                  <a:lnTo>
                    <a:pt x="7493891" y="232294"/>
                  </a:lnTo>
                  <a:lnTo>
                    <a:pt x="7494017" y="232294"/>
                  </a:lnTo>
                  <a:lnTo>
                    <a:pt x="7494143" y="232294"/>
                  </a:lnTo>
                  <a:lnTo>
                    <a:pt x="7494269" y="232294"/>
                  </a:lnTo>
                  <a:lnTo>
                    <a:pt x="7494395" y="232294"/>
                  </a:lnTo>
                  <a:lnTo>
                    <a:pt x="7494521" y="232294"/>
                  </a:lnTo>
                  <a:lnTo>
                    <a:pt x="7494647" y="232294"/>
                  </a:lnTo>
                  <a:lnTo>
                    <a:pt x="7494774" y="232294"/>
                  </a:lnTo>
                  <a:lnTo>
                    <a:pt x="7494900" y="232294"/>
                  </a:lnTo>
                  <a:lnTo>
                    <a:pt x="7495026" y="232294"/>
                  </a:lnTo>
                  <a:lnTo>
                    <a:pt x="7495152" y="232294"/>
                  </a:lnTo>
                  <a:lnTo>
                    <a:pt x="7495278" y="232294"/>
                  </a:lnTo>
                  <a:lnTo>
                    <a:pt x="7495404" y="232294"/>
                  </a:lnTo>
                  <a:lnTo>
                    <a:pt x="7495530" y="232294"/>
                  </a:lnTo>
                  <a:lnTo>
                    <a:pt x="7495656" y="232294"/>
                  </a:lnTo>
                  <a:lnTo>
                    <a:pt x="7495782" y="232294"/>
                  </a:lnTo>
                  <a:lnTo>
                    <a:pt x="7495908" y="232294"/>
                  </a:lnTo>
                  <a:lnTo>
                    <a:pt x="7496034" y="232294"/>
                  </a:lnTo>
                  <a:lnTo>
                    <a:pt x="7496161" y="232294"/>
                  </a:lnTo>
                  <a:lnTo>
                    <a:pt x="7496287" y="232294"/>
                  </a:lnTo>
                  <a:lnTo>
                    <a:pt x="7496413" y="232294"/>
                  </a:lnTo>
                  <a:lnTo>
                    <a:pt x="7496539" y="232294"/>
                  </a:lnTo>
                  <a:lnTo>
                    <a:pt x="7496665" y="232294"/>
                  </a:lnTo>
                  <a:lnTo>
                    <a:pt x="7496791" y="232294"/>
                  </a:lnTo>
                  <a:lnTo>
                    <a:pt x="7496917" y="232294"/>
                  </a:lnTo>
                  <a:lnTo>
                    <a:pt x="7497043" y="232294"/>
                  </a:lnTo>
                  <a:lnTo>
                    <a:pt x="7497169" y="232294"/>
                  </a:lnTo>
                  <a:lnTo>
                    <a:pt x="7497295" y="232294"/>
                  </a:lnTo>
                  <a:lnTo>
                    <a:pt x="7497421" y="232294"/>
                  </a:lnTo>
                  <a:lnTo>
                    <a:pt x="7497547" y="232294"/>
                  </a:lnTo>
                  <a:lnTo>
                    <a:pt x="7497674" y="232294"/>
                  </a:lnTo>
                  <a:lnTo>
                    <a:pt x="7497800" y="232294"/>
                  </a:lnTo>
                  <a:lnTo>
                    <a:pt x="7497926" y="232294"/>
                  </a:lnTo>
                  <a:lnTo>
                    <a:pt x="7498052" y="232294"/>
                  </a:lnTo>
                  <a:lnTo>
                    <a:pt x="7498178" y="232294"/>
                  </a:lnTo>
                  <a:lnTo>
                    <a:pt x="7498304" y="232294"/>
                  </a:lnTo>
                  <a:lnTo>
                    <a:pt x="7498430" y="232294"/>
                  </a:lnTo>
                  <a:lnTo>
                    <a:pt x="7498556" y="232294"/>
                  </a:lnTo>
                  <a:lnTo>
                    <a:pt x="7498682" y="232294"/>
                  </a:lnTo>
                  <a:lnTo>
                    <a:pt x="7498808" y="232294"/>
                  </a:lnTo>
                  <a:lnTo>
                    <a:pt x="7498934" y="232294"/>
                  </a:lnTo>
                  <a:lnTo>
                    <a:pt x="7499061" y="232294"/>
                  </a:lnTo>
                  <a:lnTo>
                    <a:pt x="7499187" y="232294"/>
                  </a:lnTo>
                  <a:lnTo>
                    <a:pt x="7499313" y="232294"/>
                  </a:lnTo>
                  <a:lnTo>
                    <a:pt x="7499439" y="232294"/>
                  </a:lnTo>
                  <a:lnTo>
                    <a:pt x="7499565" y="232294"/>
                  </a:lnTo>
                  <a:lnTo>
                    <a:pt x="7499691" y="232294"/>
                  </a:lnTo>
                  <a:lnTo>
                    <a:pt x="7499817" y="232294"/>
                  </a:lnTo>
                  <a:lnTo>
                    <a:pt x="7499943" y="232294"/>
                  </a:lnTo>
                  <a:lnTo>
                    <a:pt x="7500069" y="232294"/>
                  </a:lnTo>
                  <a:lnTo>
                    <a:pt x="7500195" y="232294"/>
                  </a:lnTo>
                  <a:lnTo>
                    <a:pt x="7500321" y="232294"/>
                  </a:lnTo>
                  <a:lnTo>
                    <a:pt x="7500447" y="232294"/>
                  </a:lnTo>
                  <a:lnTo>
                    <a:pt x="7500574" y="232294"/>
                  </a:lnTo>
                  <a:lnTo>
                    <a:pt x="7500700" y="232294"/>
                  </a:lnTo>
                  <a:lnTo>
                    <a:pt x="7500826" y="232294"/>
                  </a:lnTo>
                  <a:lnTo>
                    <a:pt x="7500952" y="232294"/>
                  </a:lnTo>
                  <a:lnTo>
                    <a:pt x="7501078" y="232294"/>
                  </a:lnTo>
                  <a:lnTo>
                    <a:pt x="7501204" y="232294"/>
                  </a:lnTo>
                  <a:lnTo>
                    <a:pt x="7501330" y="232294"/>
                  </a:lnTo>
                  <a:lnTo>
                    <a:pt x="7501456" y="232294"/>
                  </a:lnTo>
                  <a:lnTo>
                    <a:pt x="7501582" y="232294"/>
                  </a:lnTo>
                  <a:lnTo>
                    <a:pt x="7501708" y="232294"/>
                  </a:lnTo>
                  <a:lnTo>
                    <a:pt x="7501834" y="232294"/>
                  </a:lnTo>
                  <a:lnTo>
                    <a:pt x="7501961" y="232294"/>
                  </a:lnTo>
                  <a:lnTo>
                    <a:pt x="7502087" y="232294"/>
                  </a:lnTo>
                  <a:lnTo>
                    <a:pt x="7502213" y="232294"/>
                  </a:lnTo>
                  <a:lnTo>
                    <a:pt x="7502339" y="232294"/>
                  </a:lnTo>
                  <a:lnTo>
                    <a:pt x="7502465" y="232294"/>
                  </a:lnTo>
                  <a:lnTo>
                    <a:pt x="7502591" y="232294"/>
                  </a:lnTo>
                  <a:lnTo>
                    <a:pt x="7502717" y="232294"/>
                  </a:lnTo>
                  <a:lnTo>
                    <a:pt x="7502843" y="232294"/>
                  </a:lnTo>
                  <a:lnTo>
                    <a:pt x="7502969" y="232294"/>
                  </a:lnTo>
                  <a:lnTo>
                    <a:pt x="7503095" y="232294"/>
                  </a:lnTo>
                  <a:lnTo>
                    <a:pt x="7503221" y="232294"/>
                  </a:lnTo>
                  <a:lnTo>
                    <a:pt x="7503348" y="232294"/>
                  </a:lnTo>
                  <a:lnTo>
                    <a:pt x="7503474" y="232294"/>
                  </a:lnTo>
                  <a:lnTo>
                    <a:pt x="7503600" y="232294"/>
                  </a:lnTo>
                  <a:lnTo>
                    <a:pt x="7503726" y="232294"/>
                  </a:lnTo>
                  <a:lnTo>
                    <a:pt x="7503852" y="232294"/>
                  </a:lnTo>
                  <a:lnTo>
                    <a:pt x="7503978" y="232294"/>
                  </a:lnTo>
                  <a:lnTo>
                    <a:pt x="7504104" y="232294"/>
                  </a:lnTo>
                  <a:lnTo>
                    <a:pt x="7504230" y="232294"/>
                  </a:lnTo>
                  <a:lnTo>
                    <a:pt x="7504356" y="232294"/>
                  </a:lnTo>
                  <a:lnTo>
                    <a:pt x="7504482" y="232294"/>
                  </a:lnTo>
                  <a:lnTo>
                    <a:pt x="7504608" y="232294"/>
                  </a:lnTo>
                  <a:lnTo>
                    <a:pt x="7504734" y="232294"/>
                  </a:lnTo>
                  <a:lnTo>
                    <a:pt x="7504861" y="232294"/>
                  </a:lnTo>
                  <a:lnTo>
                    <a:pt x="7504987" y="232294"/>
                  </a:lnTo>
                  <a:lnTo>
                    <a:pt x="7505113" y="232294"/>
                  </a:lnTo>
                  <a:lnTo>
                    <a:pt x="7505239" y="232294"/>
                  </a:lnTo>
                  <a:lnTo>
                    <a:pt x="7505365" y="232294"/>
                  </a:lnTo>
                  <a:lnTo>
                    <a:pt x="7505491" y="232294"/>
                  </a:lnTo>
                  <a:lnTo>
                    <a:pt x="7505617" y="232294"/>
                  </a:lnTo>
                  <a:lnTo>
                    <a:pt x="7505743" y="232294"/>
                  </a:lnTo>
                  <a:lnTo>
                    <a:pt x="7505869" y="232294"/>
                  </a:lnTo>
                  <a:lnTo>
                    <a:pt x="7505995" y="232294"/>
                  </a:lnTo>
                  <a:lnTo>
                    <a:pt x="7506121" y="232294"/>
                  </a:lnTo>
                  <a:lnTo>
                    <a:pt x="7506248" y="232294"/>
                  </a:lnTo>
                  <a:lnTo>
                    <a:pt x="7506374" y="232294"/>
                  </a:lnTo>
                  <a:lnTo>
                    <a:pt x="7506500" y="232294"/>
                  </a:lnTo>
                  <a:lnTo>
                    <a:pt x="7506626" y="232294"/>
                  </a:lnTo>
                  <a:lnTo>
                    <a:pt x="7506752" y="232294"/>
                  </a:lnTo>
                  <a:lnTo>
                    <a:pt x="7506878" y="232294"/>
                  </a:lnTo>
                  <a:lnTo>
                    <a:pt x="7507004" y="232294"/>
                  </a:lnTo>
                  <a:lnTo>
                    <a:pt x="7507130" y="232294"/>
                  </a:lnTo>
                  <a:lnTo>
                    <a:pt x="7507256" y="232294"/>
                  </a:lnTo>
                  <a:lnTo>
                    <a:pt x="7507382" y="232294"/>
                  </a:lnTo>
                  <a:lnTo>
                    <a:pt x="7507508" y="232294"/>
                  </a:lnTo>
                  <a:lnTo>
                    <a:pt x="7507634" y="232294"/>
                  </a:lnTo>
                  <a:lnTo>
                    <a:pt x="7507761" y="232294"/>
                  </a:lnTo>
                  <a:lnTo>
                    <a:pt x="7507887" y="232294"/>
                  </a:lnTo>
                  <a:lnTo>
                    <a:pt x="7508013" y="232294"/>
                  </a:lnTo>
                  <a:lnTo>
                    <a:pt x="7508139" y="232294"/>
                  </a:lnTo>
                  <a:lnTo>
                    <a:pt x="7508265" y="232294"/>
                  </a:lnTo>
                  <a:lnTo>
                    <a:pt x="7508391" y="232294"/>
                  </a:lnTo>
                  <a:lnTo>
                    <a:pt x="7508517" y="232294"/>
                  </a:lnTo>
                  <a:lnTo>
                    <a:pt x="7508643" y="232294"/>
                  </a:lnTo>
                  <a:lnTo>
                    <a:pt x="7508769" y="232294"/>
                  </a:lnTo>
                  <a:lnTo>
                    <a:pt x="7508895" y="232294"/>
                  </a:lnTo>
                  <a:lnTo>
                    <a:pt x="7509021" y="232294"/>
                  </a:lnTo>
                  <a:lnTo>
                    <a:pt x="7509148" y="232294"/>
                  </a:lnTo>
                  <a:lnTo>
                    <a:pt x="7509274" y="232294"/>
                  </a:lnTo>
                  <a:lnTo>
                    <a:pt x="7509400" y="232294"/>
                  </a:lnTo>
                  <a:lnTo>
                    <a:pt x="7509526" y="232294"/>
                  </a:lnTo>
                  <a:lnTo>
                    <a:pt x="7509652" y="232294"/>
                  </a:lnTo>
                  <a:lnTo>
                    <a:pt x="7509778" y="232294"/>
                  </a:lnTo>
                  <a:lnTo>
                    <a:pt x="7509904" y="232294"/>
                  </a:lnTo>
                  <a:lnTo>
                    <a:pt x="7510030" y="232294"/>
                  </a:lnTo>
                  <a:lnTo>
                    <a:pt x="7510156" y="232294"/>
                  </a:lnTo>
                  <a:lnTo>
                    <a:pt x="7510282" y="232294"/>
                  </a:lnTo>
                  <a:lnTo>
                    <a:pt x="7510408" y="232294"/>
                  </a:lnTo>
                  <a:lnTo>
                    <a:pt x="7510535" y="232294"/>
                  </a:lnTo>
                  <a:lnTo>
                    <a:pt x="7510661" y="232294"/>
                  </a:lnTo>
                  <a:lnTo>
                    <a:pt x="7510787" y="232294"/>
                  </a:lnTo>
                  <a:lnTo>
                    <a:pt x="7510913" y="232294"/>
                  </a:lnTo>
                  <a:lnTo>
                    <a:pt x="7511039" y="232294"/>
                  </a:lnTo>
                  <a:lnTo>
                    <a:pt x="7511165" y="232294"/>
                  </a:lnTo>
                  <a:lnTo>
                    <a:pt x="7511291" y="232294"/>
                  </a:lnTo>
                  <a:lnTo>
                    <a:pt x="7511417" y="232294"/>
                  </a:lnTo>
                  <a:lnTo>
                    <a:pt x="7511543" y="232294"/>
                  </a:lnTo>
                  <a:lnTo>
                    <a:pt x="7511669" y="232294"/>
                  </a:lnTo>
                  <a:lnTo>
                    <a:pt x="7511795" y="232294"/>
                  </a:lnTo>
                  <a:lnTo>
                    <a:pt x="7511921" y="232294"/>
                  </a:lnTo>
                  <a:lnTo>
                    <a:pt x="7512048" y="232294"/>
                  </a:lnTo>
                  <a:lnTo>
                    <a:pt x="7512174" y="232294"/>
                  </a:lnTo>
                  <a:lnTo>
                    <a:pt x="7512300" y="232294"/>
                  </a:lnTo>
                  <a:lnTo>
                    <a:pt x="7512426" y="232294"/>
                  </a:lnTo>
                  <a:lnTo>
                    <a:pt x="7512552" y="232294"/>
                  </a:lnTo>
                  <a:lnTo>
                    <a:pt x="7512678" y="232294"/>
                  </a:lnTo>
                  <a:lnTo>
                    <a:pt x="7512804" y="232294"/>
                  </a:lnTo>
                  <a:lnTo>
                    <a:pt x="7512930" y="232294"/>
                  </a:lnTo>
                  <a:lnTo>
                    <a:pt x="7513056" y="232294"/>
                  </a:lnTo>
                  <a:lnTo>
                    <a:pt x="7513182" y="232294"/>
                  </a:lnTo>
                  <a:lnTo>
                    <a:pt x="7513308" y="232294"/>
                  </a:lnTo>
                  <a:lnTo>
                    <a:pt x="7513435" y="232294"/>
                  </a:lnTo>
                  <a:lnTo>
                    <a:pt x="7513561" y="232294"/>
                  </a:lnTo>
                  <a:lnTo>
                    <a:pt x="7513687" y="232294"/>
                  </a:lnTo>
                  <a:lnTo>
                    <a:pt x="7513813" y="232294"/>
                  </a:lnTo>
                  <a:lnTo>
                    <a:pt x="7513939" y="232294"/>
                  </a:lnTo>
                  <a:lnTo>
                    <a:pt x="7514065" y="232294"/>
                  </a:lnTo>
                  <a:lnTo>
                    <a:pt x="7514191" y="232294"/>
                  </a:lnTo>
                  <a:lnTo>
                    <a:pt x="7514317" y="232294"/>
                  </a:lnTo>
                  <a:lnTo>
                    <a:pt x="7514443" y="232294"/>
                  </a:lnTo>
                  <a:lnTo>
                    <a:pt x="7514569" y="232294"/>
                  </a:lnTo>
                  <a:lnTo>
                    <a:pt x="7514695" y="232294"/>
                  </a:lnTo>
                  <a:lnTo>
                    <a:pt x="7514821" y="232294"/>
                  </a:lnTo>
                  <a:lnTo>
                    <a:pt x="7514948" y="232294"/>
                  </a:lnTo>
                  <a:lnTo>
                    <a:pt x="7515074" y="232294"/>
                  </a:lnTo>
                  <a:lnTo>
                    <a:pt x="7515200" y="232294"/>
                  </a:lnTo>
                  <a:lnTo>
                    <a:pt x="7515326" y="232294"/>
                  </a:lnTo>
                  <a:lnTo>
                    <a:pt x="7515452" y="232294"/>
                  </a:lnTo>
                  <a:lnTo>
                    <a:pt x="7515578" y="232294"/>
                  </a:lnTo>
                  <a:lnTo>
                    <a:pt x="7515704" y="232294"/>
                  </a:lnTo>
                  <a:lnTo>
                    <a:pt x="7515830" y="232294"/>
                  </a:lnTo>
                  <a:lnTo>
                    <a:pt x="7515956" y="232294"/>
                  </a:lnTo>
                  <a:lnTo>
                    <a:pt x="7516082" y="232294"/>
                  </a:lnTo>
                  <a:lnTo>
                    <a:pt x="7516208" y="232294"/>
                  </a:lnTo>
                  <a:lnTo>
                    <a:pt x="7516335" y="232294"/>
                  </a:lnTo>
                  <a:lnTo>
                    <a:pt x="7516461" y="232294"/>
                  </a:lnTo>
                  <a:lnTo>
                    <a:pt x="7516587" y="232294"/>
                  </a:lnTo>
                  <a:lnTo>
                    <a:pt x="7516713" y="232294"/>
                  </a:lnTo>
                  <a:lnTo>
                    <a:pt x="7516839" y="232294"/>
                  </a:lnTo>
                  <a:lnTo>
                    <a:pt x="7516965" y="232294"/>
                  </a:lnTo>
                  <a:lnTo>
                    <a:pt x="7517091" y="232294"/>
                  </a:lnTo>
                  <a:lnTo>
                    <a:pt x="7517217" y="232294"/>
                  </a:lnTo>
                  <a:lnTo>
                    <a:pt x="7517343" y="232294"/>
                  </a:lnTo>
                  <a:lnTo>
                    <a:pt x="7517469" y="232294"/>
                  </a:lnTo>
                  <a:lnTo>
                    <a:pt x="7517595" y="232294"/>
                  </a:lnTo>
                  <a:lnTo>
                    <a:pt x="7517722" y="232294"/>
                  </a:lnTo>
                  <a:lnTo>
                    <a:pt x="7517848" y="232294"/>
                  </a:lnTo>
                  <a:lnTo>
                    <a:pt x="7517974" y="232294"/>
                  </a:lnTo>
                  <a:lnTo>
                    <a:pt x="7518100" y="232294"/>
                  </a:lnTo>
                  <a:lnTo>
                    <a:pt x="7518226" y="232294"/>
                  </a:lnTo>
                  <a:lnTo>
                    <a:pt x="7518352" y="232294"/>
                  </a:lnTo>
                  <a:lnTo>
                    <a:pt x="7518478" y="232294"/>
                  </a:lnTo>
                  <a:lnTo>
                    <a:pt x="7518604" y="232294"/>
                  </a:lnTo>
                  <a:lnTo>
                    <a:pt x="7518730" y="232294"/>
                  </a:lnTo>
                  <a:lnTo>
                    <a:pt x="7518856" y="232294"/>
                  </a:lnTo>
                  <a:lnTo>
                    <a:pt x="7518982" y="232294"/>
                  </a:lnTo>
                  <a:lnTo>
                    <a:pt x="7519108" y="232294"/>
                  </a:lnTo>
                  <a:lnTo>
                    <a:pt x="7519235" y="232294"/>
                  </a:lnTo>
                  <a:lnTo>
                    <a:pt x="7519361" y="232294"/>
                  </a:lnTo>
                  <a:lnTo>
                    <a:pt x="7519487" y="232294"/>
                  </a:lnTo>
                  <a:lnTo>
                    <a:pt x="7519613" y="232294"/>
                  </a:lnTo>
                  <a:lnTo>
                    <a:pt x="7519739" y="232294"/>
                  </a:lnTo>
                  <a:lnTo>
                    <a:pt x="7519865" y="232294"/>
                  </a:lnTo>
                  <a:lnTo>
                    <a:pt x="7519991" y="232294"/>
                  </a:lnTo>
                  <a:lnTo>
                    <a:pt x="7520117" y="232294"/>
                  </a:lnTo>
                  <a:lnTo>
                    <a:pt x="7520243" y="232294"/>
                  </a:lnTo>
                  <a:lnTo>
                    <a:pt x="7520369" y="232294"/>
                  </a:lnTo>
                  <a:lnTo>
                    <a:pt x="7520495" y="232294"/>
                  </a:lnTo>
                  <a:lnTo>
                    <a:pt x="7520622" y="232294"/>
                  </a:lnTo>
                  <a:lnTo>
                    <a:pt x="7520748" y="232294"/>
                  </a:lnTo>
                  <a:lnTo>
                    <a:pt x="7520874" y="232294"/>
                  </a:lnTo>
                  <a:lnTo>
                    <a:pt x="7521000" y="232294"/>
                  </a:lnTo>
                  <a:lnTo>
                    <a:pt x="7521126" y="232294"/>
                  </a:lnTo>
                  <a:lnTo>
                    <a:pt x="7521252" y="232294"/>
                  </a:lnTo>
                  <a:lnTo>
                    <a:pt x="7521378" y="232294"/>
                  </a:lnTo>
                  <a:lnTo>
                    <a:pt x="7521504" y="232294"/>
                  </a:lnTo>
                  <a:lnTo>
                    <a:pt x="7521630" y="232294"/>
                  </a:lnTo>
                  <a:lnTo>
                    <a:pt x="7521756" y="232294"/>
                  </a:lnTo>
                  <a:lnTo>
                    <a:pt x="7521882" y="232294"/>
                  </a:lnTo>
                  <a:lnTo>
                    <a:pt x="7522008" y="232294"/>
                  </a:lnTo>
                  <a:lnTo>
                    <a:pt x="7522135" y="232294"/>
                  </a:lnTo>
                  <a:lnTo>
                    <a:pt x="7522261" y="232294"/>
                  </a:lnTo>
                  <a:lnTo>
                    <a:pt x="7522387" y="232294"/>
                  </a:lnTo>
                  <a:lnTo>
                    <a:pt x="7522513" y="232294"/>
                  </a:lnTo>
                  <a:lnTo>
                    <a:pt x="7522513" y="227015"/>
                  </a:lnTo>
                  <a:lnTo>
                    <a:pt x="7522639" y="227015"/>
                  </a:lnTo>
                  <a:lnTo>
                    <a:pt x="7522765" y="227015"/>
                  </a:lnTo>
                  <a:lnTo>
                    <a:pt x="7522891" y="227015"/>
                  </a:lnTo>
                  <a:lnTo>
                    <a:pt x="7523017" y="227015"/>
                  </a:lnTo>
                  <a:lnTo>
                    <a:pt x="7523143" y="227015"/>
                  </a:lnTo>
                  <a:lnTo>
                    <a:pt x="7523269" y="227015"/>
                  </a:lnTo>
                  <a:lnTo>
                    <a:pt x="7523395" y="227015"/>
                  </a:lnTo>
                  <a:lnTo>
                    <a:pt x="7523522" y="227015"/>
                  </a:lnTo>
                  <a:lnTo>
                    <a:pt x="7523648" y="227015"/>
                  </a:lnTo>
                  <a:lnTo>
                    <a:pt x="7523774" y="227015"/>
                  </a:lnTo>
                  <a:lnTo>
                    <a:pt x="7523900" y="227015"/>
                  </a:lnTo>
                  <a:lnTo>
                    <a:pt x="7524026" y="227015"/>
                  </a:lnTo>
                  <a:lnTo>
                    <a:pt x="7524152" y="227015"/>
                  </a:lnTo>
                  <a:lnTo>
                    <a:pt x="7524278" y="227015"/>
                  </a:lnTo>
                  <a:lnTo>
                    <a:pt x="7524404" y="227015"/>
                  </a:lnTo>
                  <a:lnTo>
                    <a:pt x="7524530" y="227015"/>
                  </a:lnTo>
                  <a:lnTo>
                    <a:pt x="7524656" y="227015"/>
                  </a:lnTo>
                  <a:lnTo>
                    <a:pt x="7524782" y="227015"/>
                  </a:lnTo>
                  <a:lnTo>
                    <a:pt x="7524908" y="227015"/>
                  </a:lnTo>
                  <a:lnTo>
                    <a:pt x="7525035" y="227015"/>
                  </a:lnTo>
                  <a:lnTo>
                    <a:pt x="7525161" y="227015"/>
                  </a:lnTo>
                  <a:lnTo>
                    <a:pt x="7525287" y="227015"/>
                  </a:lnTo>
                  <a:lnTo>
                    <a:pt x="7525413" y="227015"/>
                  </a:lnTo>
                  <a:lnTo>
                    <a:pt x="7525539" y="227015"/>
                  </a:lnTo>
                  <a:lnTo>
                    <a:pt x="7525665" y="227015"/>
                  </a:lnTo>
                  <a:lnTo>
                    <a:pt x="7525791" y="227015"/>
                  </a:lnTo>
                  <a:lnTo>
                    <a:pt x="7525917" y="227015"/>
                  </a:lnTo>
                  <a:lnTo>
                    <a:pt x="7526043" y="227015"/>
                  </a:lnTo>
                  <a:lnTo>
                    <a:pt x="7526169" y="227015"/>
                  </a:lnTo>
                  <a:lnTo>
                    <a:pt x="7526295" y="227015"/>
                  </a:lnTo>
                  <a:lnTo>
                    <a:pt x="7526422" y="227015"/>
                  </a:lnTo>
                  <a:lnTo>
                    <a:pt x="7526548" y="227015"/>
                  </a:lnTo>
                  <a:lnTo>
                    <a:pt x="7526674" y="227015"/>
                  </a:lnTo>
                  <a:lnTo>
                    <a:pt x="7526800" y="227015"/>
                  </a:lnTo>
                  <a:lnTo>
                    <a:pt x="7526926" y="227015"/>
                  </a:lnTo>
                  <a:lnTo>
                    <a:pt x="7527052" y="227015"/>
                  </a:lnTo>
                  <a:lnTo>
                    <a:pt x="7527178" y="227015"/>
                  </a:lnTo>
                  <a:lnTo>
                    <a:pt x="7527304" y="227015"/>
                  </a:lnTo>
                  <a:lnTo>
                    <a:pt x="7527430" y="227015"/>
                  </a:lnTo>
                  <a:lnTo>
                    <a:pt x="7527556" y="227015"/>
                  </a:lnTo>
                  <a:lnTo>
                    <a:pt x="7527682" y="227015"/>
                  </a:lnTo>
                  <a:lnTo>
                    <a:pt x="7527809" y="227015"/>
                  </a:lnTo>
                  <a:lnTo>
                    <a:pt x="7527935" y="227015"/>
                  </a:lnTo>
                  <a:lnTo>
                    <a:pt x="7528061" y="227015"/>
                  </a:lnTo>
                  <a:lnTo>
                    <a:pt x="7528187" y="227015"/>
                  </a:lnTo>
                  <a:lnTo>
                    <a:pt x="7528313" y="227015"/>
                  </a:lnTo>
                  <a:lnTo>
                    <a:pt x="7528439" y="227015"/>
                  </a:lnTo>
                  <a:lnTo>
                    <a:pt x="7528565" y="227015"/>
                  </a:lnTo>
                  <a:lnTo>
                    <a:pt x="7528691" y="227015"/>
                  </a:lnTo>
                  <a:lnTo>
                    <a:pt x="7528817" y="227015"/>
                  </a:lnTo>
                  <a:lnTo>
                    <a:pt x="7528943" y="227015"/>
                  </a:lnTo>
                  <a:lnTo>
                    <a:pt x="7529069" y="227015"/>
                  </a:lnTo>
                  <a:lnTo>
                    <a:pt x="7529195" y="227015"/>
                  </a:lnTo>
                  <a:lnTo>
                    <a:pt x="7529195" y="221735"/>
                  </a:lnTo>
                  <a:lnTo>
                    <a:pt x="7529322" y="221735"/>
                  </a:lnTo>
                  <a:lnTo>
                    <a:pt x="7529448" y="221735"/>
                  </a:lnTo>
                  <a:lnTo>
                    <a:pt x="7529574" y="221735"/>
                  </a:lnTo>
                  <a:lnTo>
                    <a:pt x="7529700" y="221735"/>
                  </a:lnTo>
                  <a:lnTo>
                    <a:pt x="7529826" y="221735"/>
                  </a:lnTo>
                  <a:lnTo>
                    <a:pt x="7529952" y="221735"/>
                  </a:lnTo>
                  <a:lnTo>
                    <a:pt x="7530078" y="221735"/>
                  </a:lnTo>
                  <a:lnTo>
                    <a:pt x="7530204" y="221735"/>
                  </a:lnTo>
                  <a:lnTo>
                    <a:pt x="7530330" y="221735"/>
                  </a:lnTo>
                  <a:lnTo>
                    <a:pt x="7530456" y="221735"/>
                  </a:lnTo>
                  <a:lnTo>
                    <a:pt x="7530582" y="221735"/>
                  </a:lnTo>
                  <a:lnTo>
                    <a:pt x="7530709" y="221735"/>
                  </a:lnTo>
                  <a:lnTo>
                    <a:pt x="7530835" y="221735"/>
                  </a:lnTo>
                  <a:lnTo>
                    <a:pt x="7530961" y="221735"/>
                  </a:lnTo>
                  <a:lnTo>
                    <a:pt x="7531087" y="221735"/>
                  </a:lnTo>
                  <a:lnTo>
                    <a:pt x="7531213" y="221735"/>
                  </a:lnTo>
                  <a:lnTo>
                    <a:pt x="7531339" y="221735"/>
                  </a:lnTo>
                  <a:lnTo>
                    <a:pt x="7531465" y="221735"/>
                  </a:lnTo>
                  <a:lnTo>
                    <a:pt x="7531591" y="221735"/>
                  </a:lnTo>
                  <a:lnTo>
                    <a:pt x="7531717" y="221735"/>
                  </a:lnTo>
                  <a:lnTo>
                    <a:pt x="7531843" y="221735"/>
                  </a:lnTo>
                  <a:lnTo>
                    <a:pt x="7531969" y="221735"/>
                  </a:lnTo>
                  <a:lnTo>
                    <a:pt x="7532095" y="221735"/>
                  </a:lnTo>
                  <a:lnTo>
                    <a:pt x="7532222" y="221735"/>
                  </a:lnTo>
                  <a:lnTo>
                    <a:pt x="7532348" y="221735"/>
                  </a:lnTo>
                  <a:lnTo>
                    <a:pt x="7532474" y="221735"/>
                  </a:lnTo>
                  <a:lnTo>
                    <a:pt x="7532600" y="221735"/>
                  </a:lnTo>
                  <a:lnTo>
                    <a:pt x="7532726" y="221735"/>
                  </a:lnTo>
                  <a:lnTo>
                    <a:pt x="7532852" y="221735"/>
                  </a:lnTo>
                  <a:lnTo>
                    <a:pt x="7532978" y="221735"/>
                  </a:lnTo>
                  <a:lnTo>
                    <a:pt x="7533104" y="221735"/>
                  </a:lnTo>
                  <a:lnTo>
                    <a:pt x="7533230" y="221735"/>
                  </a:lnTo>
                  <a:lnTo>
                    <a:pt x="7533356" y="221735"/>
                  </a:lnTo>
                  <a:lnTo>
                    <a:pt x="7533482" y="221735"/>
                  </a:lnTo>
                  <a:lnTo>
                    <a:pt x="7533609" y="221735"/>
                  </a:lnTo>
                  <a:lnTo>
                    <a:pt x="7533735" y="221735"/>
                  </a:lnTo>
                  <a:lnTo>
                    <a:pt x="7533861" y="221735"/>
                  </a:lnTo>
                  <a:lnTo>
                    <a:pt x="7533987" y="221735"/>
                  </a:lnTo>
                  <a:lnTo>
                    <a:pt x="7534113" y="221735"/>
                  </a:lnTo>
                  <a:lnTo>
                    <a:pt x="7534239" y="221735"/>
                  </a:lnTo>
                  <a:lnTo>
                    <a:pt x="7534365" y="221735"/>
                  </a:lnTo>
                  <a:lnTo>
                    <a:pt x="7534491" y="221735"/>
                  </a:lnTo>
                  <a:lnTo>
                    <a:pt x="7534617" y="221735"/>
                  </a:lnTo>
                  <a:lnTo>
                    <a:pt x="7534743" y="221735"/>
                  </a:lnTo>
                  <a:lnTo>
                    <a:pt x="7534869" y="221735"/>
                  </a:lnTo>
                  <a:lnTo>
                    <a:pt x="7534996" y="221735"/>
                  </a:lnTo>
                  <a:lnTo>
                    <a:pt x="7535122" y="221735"/>
                  </a:lnTo>
                  <a:lnTo>
                    <a:pt x="7535248" y="221735"/>
                  </a:lnTo>
                  <a:lnTo>
                    <a:pt x="7535374" y="221735"/>
                  </a:lnTo>
                  <a:lnTo>
                    <a:pt x="7535500" y="221735"/>
                  </a:lnTo>
                  <a:lnTo>
                    <a:pt x="7535626" y="221735"/>
                  </a:lnTo>
                  <a:lnTo>
                    <a:pt x="7535752" y="221735"/>
                  </a:lnTo>
                  <a:lnTo>
                    <a:pt x="7535878" y="221735"/>
                  </a:lnTo>
                  <a:lnTo>
                    <a:pt x="7536004" y="221735"/>
                  </a:lnTo>
                  <a:lnTo>
                    <a:pt x="7536130" y="221735"/>
                  </a:lnTo>
                  <a:lnTo>
                    <a:pt x="7536256" y="221735"/>
                  </a:lnTo>
                  <a:lnTo>
                    <a:pt x="7536382" y="221735"/>
                  </a:lnTo>
                  <a:lnTo>
                    <a:pt x="7536509" y="221735"/>
                  </a:lnTo>
                  <a:lnTo>
                    <a:pt x="7536635" y="221735"/>
                  </a:lnTo>
                  <a:lnTo>
                    <a:pt x="7536761" y="221735"/>
                  </a:lnTo>
                  <a:lnTo>
                    <a:pt x="7536887" y="221735"/>
                  </a:lnTo>
                  <a:lnTo>
                    <a:pt x="7537013" y="221735"/>
                  </a:lnTo>
                  <a:lnTo>
                    <a:pt x="7537139" y="221735"/>
                  </a:lnTo>
                  <a:lnTo>
                    <a:pt x="7537265" y="221735"/>
                  </a:lnTo>
                  <a:lnTo>
                    <a:pt x="7537391" y="221735"/>
                  </a:lnTo>
                  <a:lnTo>
                    <a:pt x="7537517" y="221735"/>
                  </a:lnTo>
                  <a:lnTo>
                    <a:pt x="7537643" y="221735"/>
                  </a:lnTo>
                  <a:lnTo>
                    <a:pt x="7537769" y="221735"/>
                  </a:lnTo>
                  <a:lnTo>
                    <a:pt x="7537896" y="221735"/>
                  </a:lnTo>
                  <a:lnTo>
                    <a:pt x="7538022" y="221735"/>
                  </a:lnTo>
                  <a:lnTo>
                    <a:pt x="7538148" y="221735"/>
                  </a:lnTo>
                  <a:lnTo>
                    <a:pt x="7538274" y="221735"/>
                  </a:lnTo>
                  <a:lnTo>
                    <a:pt x="7538400" y="221735"/>
                  </a:lnTo>
                  <a:lnTo>
                    <a:pt x="7538526" y="221735"/>
                  </a:lnTo>
                  <a:lnTo>
                    <a:pt x="7538652" y="221735"/>
                  </a:lnTo>
                  <a:lnTo>
                    <a:pt x="7538778" y="221735"/>
                  </a:lnTo>
                  <a:lnTo>
                    <a:pt x="7538904" y="221735"/>
                  </a:lnTo>
                  <a:lnTo>
                    <a:pt x="7539030" y="221735"/>
                  </a:lnTo>
                  <a:lnTo>
                    <a:pt x="7539156" y="221735"/>
                  </a:lnTo>
                  <a:lnTo>
                    <a:pt x="7539282" y="221735"/>
                  </a:lnTo>
                  <a:lnTo>
                    <a:pt x="7539409" y="221735"/>
                  </a:lnTo>
                  <a:lnTo>
                    <a:pt x="7539535" y="221735"/>
                  </a:lnTo>
                  <a:lnTo>
                    <a:pt x="7539661" y="221735"/>
                  </a:lnTo>
                  <a:lnTo>
                    <a:pt x="7539787" y="221735"/>
                  </a:lnTo>
                  <a:lnTo>
                    <a:pt x="7539913" y="221735"/>
                  </a:lnTo>
                  <a:lnTo>
                    <a:pt x="7540039" y="221735"/>
                  </a:lnTo>
                  <a:lnTo>
                    <a:pt x="7540165" y="221735"/>
                  </a:lnTo>
                  <a:lnTo>
                    <a:pt x="7540291" y="221735"/>
                  </a:lnTo>
                  <a:lnTo>
                    <a:pt x="7540417" y="221735"/>
                  </a:lnTo>
                  <a:lnTo>
                    <a:pt x="7540543" y="221735"/>
                  </a:lnTo>
                  <a:lnTo>
                    <a:pt x="7540669" y="221735"/>
                  </a:lnTo>
                  <a:lnTo>
                    <a:pt x="7540796" y="221735"/>
                  </a:lnTo>
                  <a:lnTo>
                    <a:pt x="7540922" y="221735"/>
                  </a:lnTo>
                  <a:lnTo>
                    <a:pt x="7541048" y="221735"/>
                  </a:lnTo>
                  <a:lnTo>
                    <a:pt x="7541174" y="221735"/>
                  </a:lnTo>
                  <a:lnTo>
                    <a:pt x="7541300" y="221735"/>
                  </a:lnTo>
                  <a:lnTo>
                    <a:pt x="7541426" y="221735"/>
                  </a:lnTo>
                  <a:lnTo>
                    <a:pt x="7541552" y="221735"/>
                  </a:lnTo>
                  <a:lnTo>
                    <a:pt x="7541678" y="221735"/>
                  </a:lnTo>
                  <a:lnTo>
                    <a:pt x="7541804" y="221735"/>
                  </a:lnTo>
                  <a:lnTo>
                    <a:pt x="7541930" y="221735"/>
                  </a:lnTo>
                  <a:lnTo>
                    <a:pt x="7542056" y="221735"/>
                  </a:lnTo>
                  <a:lnTo>
                    <a:pt x="7542182" y="221735"/>
                  </a:lnTo>
                  <a:lnTo>
                    <a:pt x="7542309" y="221735"/>
                  </a:lnTo>
                  <a:lnTo>
                    <a:pt x="7542435" y="221735"/>
                  </a:lnTo>
                  <a:lnTo>
                    <a:pt x="7542561" y="221735"/>
                  </a:lnTo>
                  <a:lnTo>
                    <a:pt x="7542687" y="221735"/>
                  </a:lnTo>
                  <a:lnTo>
                    <a:pt x="7542813" y="221735"/>
                  </a:lnTo>
                  <a:lnTo>
                    <a:pt x="7542939" y="221735"/>
                  </a:lnTo>
                  <a:lnTo>
                    <a:pt x="7543065" y="221735"/>
                  </a:lnTo>
                  <a:lnTo>
                    <a:pt x="7543191" y="221735"/>
                  </a:lnTo>
                  <a:lnTo>
                    <a:pt x="7543317" y="221735"/>
                  </a:lnTo>
                  <a:lnTo>
                    <a:pt x="7543443" y="221735"/>
                  </a:lnTo>
                  <a:lnTo>
                    <a:pt x="7543569" y="221735"/>
                  </a:lnTo>
                  <a:lnTo>
                    <a:pt x="7543696" y="221735"/>
                  </a:lnTo>
                  <a:lnTo>
                    <a:pt x="7543822" y="221735"/>
                  </a:lnTo>
                  <a:lnTo>
                    <a:pt x="7543948" y="221735"/>
                  </a:lnTo>
                  <a:lnTo>
                    <a:pt x="7544074" y="221735"/>
                  </a:lnTo>
                  <a:lnTo>
                    <a:pt x="7544200" y="221735"/>
                  </a:lnTo>
                  <a:lnTo>
                    <a:pt x="7544326" y="221735"/>
                  </a:lnTo>
                  <a:lnTo>
                    <a:pt x="7544452" y="221735"/>
                  </a:lnTo>
                  <a:lnTo>
                    <a:pt x="7544578" y="221735"/>
                  </a:lnTo>
                  <a:lnTo>
                    <a:pt x="7544704" y="221735"/>
                  </a:lnTo>
                  <a:lnTo>
                    <a:pt x="7544830" y="221735"/>
                  </a:lnTo>
                  <a:lnTo>
                    <a:pt x="7544956" y="221735"/>
                  </a:lnTo>
                  <a:lnTo>
                    <a:pt x="7545083" y="221735"/>
                  </a:lnTo>
                  <a:lnTo>
                    <a:pt x="7545209" y="221735"/>
                  </a:lnTo>
                  <a:lnTo>
                    <a:pt x="7545335" y="221735"/>
                  </a:lnTo>
                  <a:lnTo>
                    <a:pt x="7545461" y="221735"/>
                  </a:lnTo>
                  <a:lnTo>
                    <a:pt x="7545587" y="221735"/>
                  </a:lnTo>
                  <a:lnTo>
                    <a:pt x="7545713" y="221735"/>
                  </a:lnTo>
                  <a:lnTo>
                    <a:pt x="7545839" y="221735"/>
                  </a:lnTo>
                  <a:lnTo>
                    <a:pt x="7545965" y="221735"/>
                  </a:lnTo>
                  <a:lnTo>
                    <a:pt x="7546091" y="221735"/>
                  </a:lnTo>
                  <a:lnTo>
                    <a:pt x="7546217" y="221735"/>
                  </a:lnTo>
                  <a:lnTo>
                    <a:pt x="7546343" y="221735"/>
                  </a:lnTo>
                  <a:lnTo>
                    <a:pt x="7546469" y="221735"/>
                  </a:lnTo>
                  <a:lnTo>
                    <a:pt x="7546596" y="221735"/>
                  </a:lnTo>
                  <a:lnTo>
                    <a:pt x="7546722" y="221735"/>
                  </a:lnTo>
                  <a:lnTo>
                    <a:pt x="7546848" y="221735"/>
                  </a:lnTo>
                  <a:lnTo>
                    <a:pt x="7546974" y="221735"/>
                  </a:lnTo>
                  <a:lnTo>
                    <a:pt x="7547100" y="221735"/>
                  </a:lnTo>
                  <a:lnTo>
                    <a:pt x="7547226" y="221735"/>
                  </a:lnTo>
                  <a:lnTo>
                    <a:pt x="7547352" y="221735"/>
                  </a:lnTo>
                  <a:lnTo>
                    <a:pt x="7547478" y="221735"/>
                  </a:lnTo>
                  <a:lnTo>
                    <a:pt x="7547604" y="221735"/>
                  </a:lnTo>
                  <a:lnTo>
                    <a:pt x="7547730" y="221735"/>
                  </a:lnTo>
                  <a:lnTo>
                    <a:pt x="7547856" y="221735"/>
                  </a:lnTo>
                  <a:lnTo>
                    <a:pt x="7547983" y="221735"/>
                  </a:lnTo>
                  <a:lnTo>
                    <a:pt x="7548109" y="221735"/>
                  </a:lnTo>
                  <a:lnTo>
                    <a:pt x="7548235" y="221735"/>
                  </a:lnTo>
                  <a:lnTo>
                    <a:pt x="7548361" y="221735"/>
                  </a:lnTo>
                  <a:lnTo>
                    <a:pt x="7548487" y="221735"/>
                  </a:lnTo>
                  <a:lnTo>
                    <a:pt x="7548613" y="221735"/>
                  </a:lnTo>
                  <a:lnTo>
                    <a:pt x="7548739" y="221735"/>
                  </a:lnTo>
                  <a:lnTo>
                    <a:pt x="7548865" y="221735"/>
                  </a:lnTo>
                  <a:lnTo>
                    <a:pt x="7548991" y="221735"/>
                  </a:lnTo>
                  <a:lnTo>
                    <a:pt x="7549117" y="221735"/>
                  </a:lnTo>
                  <a:lnTo>
                    <a:pt x="7549243" y="221735"/>
                  </a:lnTo>
                  <a:lnTo>
                    <a:pt x="7549369" y="221735"/>
                  </a:lnTo>
                  <a:lnTo>
                    <a:pt x="7549496" y="221735"/>
                  </a:lnTo>
                  <a:lnTo>
                    <a:pt x="7549622" y="221735"/>
                  </a:lnTo>
                  <a:lnTo>
                    <a:pt x="7549748" y="221735"/>
                  </a:lnTo>
                  <a:lnTo>
                    <a:pt x="7549874" y="221735"/>
                  </a:lnTo>
                  <a:lnTo>
                    <a:pt x="7550000" y="221735"/>
                  </a:lnTo>
                  <a:lnTo>
                    <a:pt x="7550126" y="221735"/>
                  </a:lnTo>
                  <a:lnTo>
                    <a:pt x="7550252" y="221735"/>
                  </a:lnTo>
                  <a:lnTo>
                    <a:pt x="7550378" y="221735"/>
                  </a:lnTo>
                  <a:lnTo>
                    <a:pt x="7550504" y="221735"/>
                  </a:lnTo>
                  <a:lnTo>
                    <a:pt x="7550630" y="221735"/>
                  </a:lnTo>
                  <a:lnTo>
                    <a:pt x="7550756" y="221735"/>
                  </a:lnTo>
                  <a:lnTo>
                    <a:pt x="7550883" y="221735"/>
                  </a:lnTo>
                  <a:lnTo>
                    <a:pt x="7551009" y="221735"/>
                  </a:lnTo>
                  <a:lnTo>
                    <a:pt x="7551135" y="221735"/>
                  </a:lnTo>
                  <a:lnTo>
                    <a:pt x="7551261" y="221735"/>
                  </a:lnTo>
                  <a:lnTo>
                    <a:pt x="7551387" y="221735"/>
                  </a:lnTo>
                  <a:lnTo>
                    <a:pt x="7551513" y="221735"/>
                  </a:lnTo>
                  <a:lnTo>
                    <a:pt x="7551639" y="221735"/>
                  </a:lnTo>
                  <a:lnTo>
                    <a:pt x="7551765" y="221735"/>
                  </a:lnTo>
                  <a:lnTo>
                    <a:pt x="7551891" y="221735"/>
                  </a:lnTo>
                  <a:lnTo>
                    <a:pt x="7552017" y="221735"/>
                  </a:lnTo>
                  <a:lnTo>
                    <a:pt x="7552143" y="221735"/>
                  </a:lnTo>
                  <a:lnTo>
                    <a:pt x="7552270" y="221735"/>
                  </a:lnTo>
                  <a:lnTo>
                    <a:pt x="7552396" y="221735"/>
                  </a:lnTo>
                  <a:lnTo>
                    <a:pt x="7552522" y="221735"/>
                  </a:lnTo>
                  <a:lnTo>
                    <a:pt x="7552648" y="221735"/>
                  </a:lnTo>
                  <a:lnTo>
                    <a:pt x="7552774" y="221735"/>
                  </a:lnTo>
                  <a:lnTo>
                    <a:pt x="7552900" y="221735"/>
                  </a:lnTo>
                  <a:lnTo>
                    <a:pt x="7553026" y="221735"/>
                  </a:lnTo>
                  <a:lnTo>
                    <a:pt x="7553152" y="221735"/>
                  </a:lnTo>
                  <a:lnTo>
                    <a:pt x="7553278" y="221735"/>
                  </a:lnTo>
                  <a:lnTo>
                    <a:pt x="7553404" y="221735"/>
                  </a:lnTo>
                  <a:lnTo>
                    <a:pt x="7553530" y="221735"/>
                  </a:lnTo>
                  <a:lnTo>
                    <a:pt x="7553656" y="221735"/>
                  </a:lnTo>
                  <a:lnTo>
                    <a:pt x="7553783" y="221735"/>
                  </a:lnTo>
                  <a:lnTo>
                    <a:pt x="7553909" y="221735"/>
                  </a:lnTo>
                  <a:lnTo>
                    <a:pt x="7554035" y="221735"/>
                  </a:lnTo>
                  <a:lnTo>
                    <a:pt x="7554161" y="221735"/>
                  </a:lnTo>
                  <a:lnTo>
                    <a:pt x="7554287" y="221735"/>
                  </a:lnTo>
                  <a:lnTo>
                    <a:pt x="7554413" y="221735"/>
                  </a:lnTo>
                  <a:lnTo>
                    <a:pt x="7554539" y="221735"/>
                  </a:lnTo>
                  <a:lnTo>
                    <a:pt x="7554665" y="221735"/>
                  </a:lnTo>
                  <a:lnTo>
                    <a:pt x="7554791" y="221735"/>
                  </a:lnTo>
                  <a:lnTo>
                    <a:pt x="7554917" y="221735"/>
                  </a:lnTo>
                  <a:lnTo>
                    <a:pt x="7555043" y="221735"/>
                  </a:lnTo>
                  <a:lnTo>
                    <a:pt x="7555170" y="221735"/>
                  </a:lnTo>
                  <a:lnTo>
                    <a:pt x="7555296" y="221735"/>
                  </a:lnTo>
                  <a:lnTo>
                    <a:pt x="7555422" y="221735"/>
                  </a:lnTo>
                  <a:lnTo>
                    <a:pt x="7555548" y="221735"/>
                  </a:lnTo>
                  <a:lnTo>
                    <a:pt x="7555674" y="221735"/>
                  </a:lnTo>
                  <a:lnTo>
                    <a:pt x="7555800" y="221735"/>
                  </a:lnTo>
                  <a:lnTo>
                    <a:pt x="7555926" y="221735"/>
                  </a:lnTo>
                  <a:lnTo>
                    <a:pt x="7556052" y="221735"/>
                  </a:lnTo>
                  <a:lnTo>
                    <a:pt x="7556178" y="221735"/>
                  </a:lnTo>
                  <a:lnTo>
                    <a:pt x="7556304" y="221735"/>
                  </a:lnTo>
                  <a:lnTo>
                    <a:pt x="7556430" y="221735"/>
                  </a:lnTo>
                  <a:lnTo>
                    <a:pt x="7556556" y="221735"/>
                  </a:lnTo>
                  <a:lnTo>
                    <a:pt x="7556683" y="221735"/>
                  </a:lnTo>
                  <a:lnTo>
                    <a:pt x="7556809" y="221735"/>
                  </a:lnTo>
                  <a:lnTo>
                    <a:pt x="7556935" y="221735"/>
                  </a:lnTo>
                  <a:lnTo>
                    <a:pt x="7557061" y="221735"/>
                  </a:lnTo>
                  <a:lnTo>
                    <a:pt x="7557187" y="221735"/>
                  </a:lnTo>
                  <a:lnTo>
                    <a:pt x="7557313" y="221735"/>
                  </a:lnTo>
                  <a:lnTo>
                    <a:pt x="7557439" y="221735"/>
                  </a:lnTo>
                  <a:lnTo>
                    <a:pt x="7557565" y="221735"/>
                  </a:lnTo>
                  <a:lnTo>
                    <a:pt x="7557691" y="221735"/>
                  </a:lnTo>
                  <a:lnTo>
                    <a:pt x="7557817" y="221735"/>
                  </a:lnTo>
                  <a:lnTo>
                    <a:pt x="7557943" y="221735"/>
                  </a:lnTo>
                  <a:lnTo>
                    <a:pt x="7558070" y="221735"/>
                  </a:lnTo>
                  <a:lnTo>
                    <a:pt x="7558196" y="221735"/>
                  </a:lnTo>
                  <a:lnTo>
                    <a:pt x="7558322" y="221735"/>
                  </a:lnTo>
                  <a:lnTo>
                    <a:pt x="7558448" y="221735"/>
                  </a:lnTo>
                  <a:lnTo>
                    <a:pt x="7558574" y="221735"/>
                  </a:lnTo>
                  <a:lnTo>
                    <a:pt x="7558700" y="221735"/>
                  </a:lnTo>
                  <a:lnTo>
                    <a:pt x="7558826" y="221735"/>
                  </a:lnTo>
                  <a:lnTo>
                    <a:pt x="7558952" y="221735"/>
                  </a:lnTo>
                  <a:lnTo>
                    <a:pt x="7559078" y="221735"/>
                  </a:lnTo>
                  <a:lnTo>
                    <a:pt x="7559204" y="221735"/>
                  </a:lnTo>
                  <a:lnTo>
                    <a:pt x="7559330" y="221735"/>
                  </a:lnTo>
                  <a:lnTo>
                    <a:pt x="7559457" y="221735"/>
                  </a:lnTo>
                  <a:lnTo>
                    <a:pt x="7559583" y="221735"/>
                  </a:lnTo>
                  <a:lnTo>
                    <a:pt x="7559709" y="221735"/>
                  </a:lnTo>
                  <a:lnTo>
                    <a:pt x="7559835" y="221735"/>
                  </a:lnTo>
                  <a:lnTo>
                    <a:pt x="7559961" y="221735"/>
                  </a:lnTo>
                  <a:lnTo>
                    <a:pt x="7560087" y="221735"/>
                  </a:lnTo>
                  <a:lnTo>
                    <a:pt x="7560213" y="221735"/>
                  </a:lnTo>
                  <a:lnTo>
                    <a:pt x="7560339" y="221735"/>
                  </a:lnTo>
                  <a:lnTo>
                    <a:pt x="7560465" y="221735"/>
                  </a:lnTo>
                  <a:lnTo>
                    <a:pt x="7560591" y="221735"/>
                  </a:lnTo>
                  <a:lnTo>
                    <a:pt x="7560717" y="221735"/>
                  </a:lnTo>
                  <a:lnTo>
                    <a:pt x="7560843" y="221735"/>
                  </a:lnTo>
                  <a:lnTo>
                    <a:pt x="7560970" y="221735"/>
                  </a:lnTo>
                  <a:lnTo>
                    <a:pt x="7561096" y="221735"/>
                  </a:lnTo>
                  <a:lnTo>
                    <a:pt x="7561222" y="221735"/>
                  </a:lnTo>
                  <a:lnTo>
                    <a:pt x="7561348" y="221735"/>
                  </a:lnTo>
                  <a:lnTo>
                    <a:pt x="7561474" y="221735"/>
                  </a:lnTo>
                  <a:lnTo>
                    <a:pt x="7561600" y="221735"/>
                  </a:lnTo>
                  <a:lnTo>
                    <a:pt x="7561726" y="221735"/>
                  </a:lnTo>
                  <a:lnTo>
                    <a:pt x="7561852" y="221735"/>
                  </a:lnTo>
                  <a:lnTo>
                    <a:pt x="7561978" y="221735"/>
                  </a:lnTo>
                  <a:lnTo>
                    <a:pt x="7562104" y="221735"/>
                  </a:lnTo>
                  <a:lnTo>
                    <a:pt x="7562230" y="221735"/>
                  </a:lnTo>
                  <a:lnTo>
                    <a:pt x="7562357" y="221735"/>
                  </a:lnTo>
                  <a:lnTo>
                    <a:pt x="7562483" y="221735"/>
                  </a:lnTo>
                  <a:lnTo>
                    <a:pt x="7562609" y="221735"/>
                  </a:lnTo>
                  <a:lnTo>
                    <a:pt x="7562735" y="221735"/>
                  </a:lnTo>
                  <a:lnTo>
                    <a:pt x="7562861" y="221735"/>
                  </a:lnTo>
                  <a:lnTo>
                    <a:pt x="7562987" y="221735"/>
                  </a:lnTo>
                  <a:lnTo>
                    <a:pt x="7563113" y="221735"/>
                  </a:lnTo>
                  <a:lnTo>
                    <a:pt x="7563239" y="221735"/>
                  </a:lnTo>
                  <a:lnTo>
                    <a:pt x="7563365" y="221735"/>
                  </a:lnTo>
                  <a:lnTo>
                    <a:pt x="7563491" y="221735"/>
                  </a:lnTo>
                  <a:lnTo>
                    <a:pt x="7563617" y="221735"/>
                  </a:lnTo>
                  <a:lnTo>
                    <a:pt x="7563743" y="221735"/>
                  </a:lnTo>
                  <a:lnTo>
                    <a:pt x="7563870" y="221735"/>
                  </a:lnTo>
                  <a:lnTo>
                    <a:pt x="7563996" y="221735"/>
                  </a:lnTo>
                  <a:lnTo>
                    <a:pt x="7564122" y="221735"/>
                  </a:lnTo>
                  <a:lnTo>
                    <a:pt x="7564248" y="221735"/>
                  </a:lnTo>
                  <a:lnTo>
                    <a:pt x="7564374" y="221735"/>
                  </a:lnTo>
                  <a:lnTo>
                    <a:pt x="7564500" y="221735"/>
                  </a:lnTo>
                  <a:lnTo>
                    <a:pt x="7564626" y="221735"/>
                  </a:lnTo>
                  <a:lnTo>
                    <a:pt x="7564752" y="221735"/>
                  </a:lnTo>
                  <a:lnTo>
                    <a:pt x="7564878" y="221735"/>
                  </a:lnTo>
                  <a:lnTo>
                    <a:pt x="7565004" y="221735"/>
                  </a:lnTo>
                  <a:lnTo>
                    <a:pt x="7565130" y="221735"/>
                  </a:lnTo>
                  <a:lnTo>
                    <a:pt x="7565257" y="221735"/>
                  </a:lnTo>
                  <a:lnTo>
                    <a:pt x="7565383" y="221735"/>
                  </a:lnTo>
                  <a:lnTo>
                    <a:pt x="7565509" y="221735"/>
                  </a:lnTo>
                  <a:lnTo>
                    <a:pt x="7565635" y="221735"/>
                  </a:lnTo>
                  <a:lnTo>
                    <a:pt x="7565761" y="221735"/>
                  </a:lnTo>
                  <a:lnTo>
                    <a:pt x="7565887" y="221735"/>
                  </a:lnTo>
                  <a:lnTo>
                    <a:pt x="7566013" y="221735"/>
                  </a:lnTo>
                  <a:lnTo>
                    <a:pt x="7566139" y="221735"/>
                  </a:lnTo>
                  <a:lnTo>
                    <a:pt x="7566265" y="221735"/>
                  </a:lnTo>
                  <a:lnTo>
                    <a:pt x="7566391" y="221735"/>
                  </a:lnTo>
                  <a:lnTo>
                    <a:pt x="7566517" y="221735"/>
                  </a:lnTo>
                  <a:lnTo>
                    <a:pt x="7566643" y="221735"/>
                  </a:lnTo>
                  <a:lnTo>
                    <a:pt x="7566770" y="221735"/>
                  </a:lnTo>
                  <a:lnTo>
                    <a:pt x="7566896" y="221735"/>
                  </a:lnTo>
                  <a:lnTo>
                    <a:pt x="7567022" y="221735"/>
                  </a:lnTo>
                  <a:lnTo>
                    <a:pt x="7567148" y="221735"/>
                  </a:lnTo>
                  <a:lnTo>
                    <a:pt x="7567274" y="221735"/>
                  </a:lnTo>
                  <a:lnTo>
                    <a:pt x="7567400" y="221735"/>
                  </a:lnTo>
                  <a:lnTo>
                    <a:pt x="7567526" y="221735"/>
                  </a:lnTo>
                  <a:lnTo>
                    <a:pt x="7567652" y="221735"/>
                  </a:lnTo>
                  <a:lnTo>
                    <a:pt x="7567778" y="221735"/>
                  </a:lnTo>
                  <a:lnTo>
                    <a:pt x="7567904" y="221735"/>
                  </a:lnTo>
                  <a:lnTo>
                    <a:pt x="7568030" y="221735"/>
                  </a:lnTo>
                  <a:lnTo>
                    <a:pt x="7568157" y="221735"/>
                  </a:lnTo>
                  <a:lnTo>
                    <a:pt x="7568157" y="216456"/>
                  </a:lnTo>
                  <a:lnTo>
                    <a:pt x="7568283" y="216456"/>
                  </a:lnTo>
                  <a:lnTo>
                    <a:pt x="7568409" y="216456"/>
                  </a:lnTo>
                  <a:lnTo>
                    <a:pt x="7568535" y="216456"/>
                  </a:lnTo>
                  <a:lnTo>
                    <a:pt x="7568661" y="216456"/>
                  </a:lnTo>
                  <a:lnTo>
                    <a:pt x="7568787" y="216456"/>
                  </a:lnTo>
                  <a:lnTo>
                    <a:pt x="7568913" y="216456"/>
                  </a:lnTo>
                  <a:lnTo>
                    <a:pt x="7569039" y="216456"/>
                  </a:lnTo>
                  <a:lnTo>
                    <a:pt x="7569165" y="216456"/>
                  </a:lnTo>
                  <a:lnTo>
                    <a:pt x="7569291" y="216456"/>
                  </a:lnTo>
                  <a:lnTo>
                    <a:pt x="7569417" y="216456"/>
                  </a:lnTo>
                  <a:lnTo>
                    <a:pt x="7569544" y="216456"/>
                  </a:lnTo>
                  <a:lnTo>
                    <a:pt x="7569670" y="216456"/>
                  </a:lnTo>
                  <a:lnTo>
                    <a:pt x="7569796" y="216456"/>
                  </a:lnTo>
                  <a:lnTo>
                    <a:pt x="7569922" y="216456"/>
                  </a:lnTo>
                  <a:lnTo>
                    <a:pt x="7570048" y="216456"/>
                  </a:lnTo>
                  <a:lnTo>
                    <a:pt x="7570174" y="216456"/>
                  </a:lnTo>
                  <a:lnTo>
                    <a:pt x="7570300" y="216456"/>
                  </a:lnTo>
                  <a:lnTo>
                    <a:pt x="7570426" y="216456"/>
                  </a:lnTo>
                  <a:lnTo>
                    <a:pt x="7570552" y="216456"/>
                  </a:lnTo>
                  <a:lnTo>
                    <a:pt x="7570678" y="216456"/>
                  </a:lnTo>
                  <a:lnTo>
                    <a:pt x="7570804" y="216456"/>
                  </a:lnTo>
                  <a:lnTo>
                    <a:pt x="7570930" y="216456"/>
                  </a:lnTo>
                  <a:lnTo>
                    <a:pt x="7571057" y="216456"/>
                  </a:lnTo>
                  <a:lnTo>
                    <a:pt x="7571183" y="216456"/>
                  </a:lnTo>
                  <a:lnTo>
                    <a:pt x="7571309" y="216456"/>
                  </a:lnTo>
                  <a:lnTo>
                    <a:pt x="7571435" y="216456"/>
                  </a:lnTo>
                  <a:lnTo>
                    <a:pt x="7571561" y="216456"/>
                  </a:lnTo>
                  <a:lnTo>
                    <a:pt x="7571687" y="216456"/>
                  </a:lnTo>
                  <a:lnTo>
                    <a:pt x="7571813" y="216456"/>
                  </a:lnTo>
                  <a:lnTo>
                    <a:pt x="7571939" y="216456"/>
                  </a:lnTo>
                  <a:lnTo>
                    <a:pt x="7572065" y="216456"/>
                  </a:lnTo>
                  <a:lnTo>
                    <a:pt x="7572191" y="216456"/>
                  </a:lnTo>
                  <a:lnTo>
                    <a:pt x="7572317" y="216456"/>
                  </a:lnTo>
                  <a:lnTo>
                    <a:pt x="7572444" y="216456"/>
                  </a:lnTo>
                  <a:lnTo>
                    <a:pt x="7572570" y="216456"/>
                  </a:lnTo>
                  <a:lnTo>
                    <a:pt x="7572696" y="216456"/>
                  </a:lnTo>
                  <a:lnTo>
                    <a:pt x="7572822" y="216456"/>
                  </a:lnTo>
                  <a:lnTo>
                    <a:pt x="7572948" y="216456"/>
                  </a:lnTo>
                  <a:lnTo>
                    <a:pt x="7573074" y="216456"/>
                  </a:lnTo>
                  <a:lnTo>
                    <a:pt x="7573200" y="216456"/>
                  </a:lnTo>
                  <a:lnTo>
                    <a:pt x="7573326" y="216456"/>
                  </a:lnTo>
                  <a:lnTo>
                    <a:pt x="7573452" y="216456"/>
                  </a:lnTo>
                  <a:lnTo>
                    <a:pt x="7573578" y="216456"/>
                  </a:lnTo>
                  <a:lnTo>
                    <a:pt x="7573704" y="216456"/>
                  </a:lnTo>
                  <a:lnTo>
                    <a:pt x="7573830" y="216456"/>
                  </a:lnTo>
                  <a:lnTo>
                    <a:pt x="7573957" y="216456"/>
                  </a:lnTo>
                  <a:lnTo>
                    <a:pt x="7574083" y="216456"/>
                  </a:lnTo>
                  <a:lnTo>
                    <a:pt x="7574209" y="216456"/>
                  </a:lnTo>
                  <a:lnTo>
                    <a:pt x="7574335" y="216456"/>
                  </a:lnTo>
                  <a:lnTo>
                    <a:pt x="7574461" y="216456"/>
                  </a:lnTo>
                  <a:lnTo>
                    <a:pt x="7574461" y="211176"/>
                  </a:lnTo>
                  <a:lnTo>
                    <a:pt x="7574587" y="211176"/>
                  </a:lnTo>
                  <a:lnTo>
                    <a:pt x="7574713" y="211176"/>
                  </a:lnTo>
                  <a:lnTo>
                    <a:pt x="7574839" y="211176"/>
                  </a:lnTo>
                  <a:lnTo>
                    <a:pt x="7574965" y="211176"/>
                  </a:lnTo>
                  <a:lnTo>
                    <a:pt x="7575091" y="211176"/>
                  </a:lnTo>
                  <a:lnTo>
                    <a:pt x="7575217" y="211176"/>
                  </a:lnTo>
                  <a:lnTo>
                    <a:pt x="7575344" y="211176"/>
                  </a:lnTo>
                  <a:lnTo>
                    <a:pt x="7575470" y="211176"/>
                  </a:lnTo>
                  <a:lnTo>
                    <a:pt x="7575596" y="211176"/>
                  </a:lnTo>
                  <a:lnTo>
                    <a:pt x="7575722" y="211176"/>
                  </a:lnTo>
                  <a:lnTo>
                    <a:pt x="7575848" y="211176"/>
                  </a:lnTo>
                  <a:lnTo>
                    <a:pt x="7575974" y="211176"/>
                  </a:lnTo>
                  <a:lnTo>
                    <a:pt x="7576100" y="211176"/>
                  </a:lnTo>
                  <a:lnTo>
                    <a:pt x="7576226" y="211176"/>
                  </a:lnTo>
                  <a:lnTo>
                    <a:pt x="7576352" y="211176"/>
                  </a:lnTo>
                  <a:lnTo>
                    <a:pt x="7576478" y="211176"/>
                  </a:lnTo>
                  <a:lnTo>
                    <a:pt x="7576604" y="211176"/>
                  </a:lnTo>
                  <a:lnTo>
                    <a:pt x="7576731" y="211176"/>
                  </a:lnTo>
                  <a:lnTo>
                    <a:pt x="7576857" y="211176"/>
                  </a:lnTo>
                  <a:lnTo>
                    <a:pt x="7576983" y="211176"/>
                  </a:lnTo>
                  <a:lnTo>
                    <a:pt x="7577109" y="211176"/>
                  </a:lnTo>
                  <a:lnTo>
                    <a:pt x="7577235" y="211176"/>
                  </a:lnTo>
                  <a:lnTo>
                    <a:pt x="7577361" y="211176"/>
                  </a:lnTo>
                  <a:lnTo>
                    <a:pt x="7577487" y="211176"/>
                  </a:lnTo>
                  <a:lnTo>
                    <a:pt x="7577613" y="211176"/>
                  </a:lnTo>
                  <a:lnTo>
                    <a:pt x="7577739" y="211176"/>
                  </a:lnTo>
                  <a:lnTo>
                    <a:pt x="7577865" y="211176"/>
                  </a:lnTo>
                  <a:lnTo>
                    <a:pt x="7577991" y="211176"/>
                  </a:lnTo>
                  <a:lnTo>
                    <a:pt x="7578117" y="211176"/>
                  </a:lnTo>
                  <a:lnTo>
                    <a:pt x="7578244" y="211176"/>
                  </a:lnTo>
                  <a:lnTo>
                    <a:pt x="7578370" y="211176"/>
                  </a:lnTo>
                  <a:lnTo>
                    <a:pt x="7578496" y="211176"/>
                  </a:lnTo>
                  <a:lnTo>
                    <a:pt x="7578622" y="211176"/>
                  </a:lnTo>
                  <a:lnTo>
                    <a:pt x="7578748" y="211176"/>
                  </a:lnTo>
                  <a:lnTo>
                    <a:pt x="7578874" y="211176"/>
                  </a:lnTo>
                  <a:lnTo>
                    <a:pt x="7579000" y="211176"/>
                  </a:lnTo>
                  <a:lnTo>
                    <a:pt x="7579126" y="211176"/>
                  </a:lnTo>
                  <a:lnTo>
                    <a:pt x="7579252" y="211176"/>
                  </a:lnTo>
                  <a:lnTo>
                    <a:pt x="7579378" y="211176"/>
                  </a:lnTo>
                  <a:lnTo>
                    <a:pt x="7579504" y="211176"/>
                  </a:lnTo>
                  <a:lnTo>
                    <a:pt x="7579631" y="211176"/>
                  </a:lnTo>
                  <a:lnTo>
                    <a:pt x="7579757" y="211176"/>
                  </a:lnTo>
                  <a:lnTo>
                    <a:pt x="7579883" y="211176"/>
                  </a:lnTo>
                  <a:lnTo>
                    <a:pt x="7580009" y="211176"/>
                  </a:lnTo>
                  <a:lnTo>
                    <a:pt x="7580135" y="211176"/>
                  </a:lnTo>
                  <a:lnTo>
                    <a:pt x="7580261" y="211176"/>
                  </a:lnTo>
                  <a:lnTo>
                    <a:pt x="7580387" y="211176"/>
                  </a:lnTo>
                  <a:lnTo>
                    <a:pt x="7580513" y="211176"/>
                  </a:lnTo>
                  <a:lnTo>
                    <a:pt x="7580639" y="211176"/>
                  </a:lnTo>
                  <a:lnTo>
                    <a:pt x="7580765" y="211176"/>
                  </a:lnTo>
                  <a:lnTo>
                    <a:pt x="7580891" y="211176"/>
                  </a:lnTo>
                  <a:lnTo>
                    <a:pt x="7581017" y="211176"/>
                  </a:lnTo>
                  <a:lnTo>
                    <a:pt x="7581144" y="211176"/>
                  </a:lnTo>
                  <a:lnTo>
                    <a:pt x="7581270" y="211176"/>
                  </a:lnTo>
                  <a:lnTo>
                    <a:pt x="7581396" y="211176"/>
                  </a:lnTo>
                  <a:lnTo>
                    <a:pt x="7581522" y="211176"/>
                  </a:lnTo>
                  <a:lnTo>
                    <a:pt x="7581648" y="211176"/>
                  </a:lnTo>
                  <a:lnTo>
                    <a:pt x="7581774" y="211176"/>
                  </a:lnTo>
                  <a:lnTo>
                    <a:pt x="7581900" y="211176"/>
                  </a:lnTo>
                  <a:lnTo>
                    <a:pt x="7582026" y="211176"/>
                  </a:lnTo>
                  <a:lnTo>
                    <a:pt x="7582152" y="211176"/>
                  </a:lnTo>
                  <a:lnTo>
                    <a:pt x="7582278" y="211176"/>
                  </a:lnTo>
                  <a:lnTo>
                    <a:pt x="7582404" y="211176"/>
                  </a:lnTo>
                  <a:lnTo>
                    <a:pt x="7582531" y="211176"/>
                  </a:lnTo>
                  <a:lnTo>
                    <a:pt x="7582657" y="211176"/>
                  </a:lnTo>
                  <a:lnTo>
                    <a:pt x="7582783" y="211176"/>
                  </a:lnTo>
                  <a:lnTo>
                    <a:pt x="7582909" y="211176"/>
                  </a:lnTo>
                  <a:lnTo>
                    <a:pt x="7583035" y="211176"/>
                  </a:lnTo>
                  <a:lnTo>
                    <a:pt x="7583161" y="211176"/>
                  </a:lnTo>
                  <a:lnTo>
                    <a:pt x="7583287" y="211176"/>
                  </a:lnTo>
                  <a:lnTo>
                    <a:pt x="7583413" y="211176"/>
                  </a:lnTo>
                  <a:lnTo>
                    <a:pt x="7583539" y="211176"/>
                  </a:lnTo>
                  <a:lnTo>
                    <a:pt x="7583665" y="211176"/>
                  </a:lnTo>
                  <a:lnTo>
                    <a:pt x="7583791" y="211176"/>
                  </a:lnTo>
                  <a:lnTo>
                    <a:pt x="7583918" y="211176"/>
                  </a:lnTo>
                  <a:lnTo>
                    <a:pt x="7584044" y="211176"/>
                  </a:lnTo>
                  <a:lnTo>
                    <a:pt x="7584170" y="211176"/>
                  </a:lnTo>
                  <a:lnTo>
                    <a:pt x="7584296" y="211176"/>
                  </a:lnTo>
                  <a:lnTo>
                    <a:pt x="7584422" y="211176"/>
                  </a:lnTo>
                  <a:lnTo>
                    <a:pt x="7584548" y="211176"/>
                  </a:lnTo>
                  <a:lnTo>
                    <a:pt x="7584674" y="211176"/>
                  </a:lnTo>
                  <a:lnTo>
                    <a:pt x="7584800" y="211176"/>
                  </a:lnTo>
                  <a:lnTo>
                    <a:pt x="7584926" y="211176"/>
                  </a:lnTo>
                  <a:lnTo>
                    <a:pt x="7585052" y="211176"/>
                  </a:lnTo>
                  <a:lnTo>
                    <a:pt x="7585178" y="211176"/>
                  </a:lnTo>
                  <a:lnTo>
                    <a:pt x="7585304" y="211176"/>
                  </a:lnTo>
                  <a:lnTo>
                    <a:pt x="7585431" y="211176"/>
                  </a:lnTo>
                  <a:lnTo>
                    <a:pt x="7585557" y="211176"/>
                  </a:lnTo>
                  <a:lnTo>
                    <a:pt x="7585683" y="211176"/>
                  </a:lnTo>
                  <a:lnTo>
                    <a:pt x="7585809" y="211176"/>
                  </a:lnTo>
                  <a:lnTo>
                    <a:pt x="7585935" y="211176"/>
                  </a:lnTo>
                  <a:lnTo>
                    <a:pt x="7586061" y="211176"/>
                  </a:lnTo>
                  <a:lnTo>
                    <a:pt x="7586187" y="211176"/>
                  </a:lnTo>
                  <a:lnTo>
                    <a:pt x="7586313" y="211176"/>
                  </a:lnTo>
                  <a:lnTo>
                    <a:pt x="7586439" y="211176"/>
                  </a:lnTo>
                  <a:lnTo>
                    <a:pt x="7586565" y="211176"/>
                  </a:lnTo>
                  <a:lnTo>
                    <a:pt x="7586691" y="211176"/>
                  </a:lnTo>
                  <a:lnTo>
                    <a:pt x="7586818" y="211176"/>
                  </a:lnTo>
                  <a:lnTo>
                    <a:pt x="7586944" y="211176"/>
                  </a:lnTo>
                  <a:lnTo>
                    <a:pt x="7587070" y="211176"/>
                  </a:lnTo>
                  <a:lnTo>
                    <a:pt x="7587196" y="211176"/>
                  </a:lnTo>
                  <a:lnTo>
                    <a:pt x="7587322" y="211176"/>
                  </a:lnTo>
                  <a:lnTo>
                    <a:pt x="7587448" y="211176"/>
                  </a:lnTo>
                  <a:lnTo>
                    <a:pt x="7587574" y="211176"/>
                  </a:lnTo>
                  <a:lnTo>
                    <a:pt x="7587700" y="211176"/>
                  </a:lnTo>
                  <a:lnTo>
                    <a:pt x="7587826" y="211176"/>
                  </a:lnTo>
                  <a:lnTo>
                    <a:pt x="7587952" y="211176"/>
                  </a:lnTo>
                  <a:lnTo>
                    <a:pt x="7588078" y="211176"/>
                  </a:lnTo>
                  <a:lnTo>
                    <a:pt x="7588204" y="211176"/>
                  </a:lnTo>
                  <a:lnTo>
                    <a:pt x="7588331" y="211176"/>
                  </a:lnTo>
                  <a:lnTo>
                    <a:pt x="7588457" y="211176"/>
                  </a:lnTo>
                  <a:lnTo>
                    <a:pt x="7588583" y="211176"/>
                  </a:lnTo>
                  <a:lnTo>
                    <a:pt x="7588709" y="211176"/>
                  </a:lnTo>
                  <a:lnTo>
                    <a:pt x="7588835" y="211176"/>
                  </a:lnTo>
                  <a:lnTo>
                    <a:pt x="7588961" y="211176"/>
                  </a:lnTo>
                  <a:lnTo>
                    <a:pt x="7589087" y="211176"/>
                  </a:lnTo>
                  <a:lnTo>
                    <a:pt x="7589213" y="211176"/>
                  </a:lnTo>
                  <a:lnTo>
                    <a:pt x="7589339" y="211176"/>
                  </a:lnTo>
                  <a:lnTo>
                    <a:pt x="7589465" y="211176"/>
                  </a:lnTo>
                  <a:lnTo>
                    <a:pt x="7589591" y="211176"/>
                  </a:lnTo>
                  <a:lnTo>
                    <a:pt x="7589718" y="211176"/>
                  </a:lnTo>
                  <a:lnTo>
                    <a:pt x="7589844" y="211176"/>
                  </a:lnTo>
                  <a:lnTo>
                    <a:pt x="7589970" y="211176"/>
                  </a:lnTo>
                  <a:lnTo>
                    <a:pt x="7590096" y="211176"/>
                  </a:lnTo>
                  <a:lnTo>
                    <a:pt x="7590222" y="211176"/>
                  </a:lnTo>
                  <a:lnTo>
                    <a:pt x="7590348" y="211176"/>
                  </a:lnTo>
                  <a:lnTo>
                    <a:pt x="7590474" y="211176"/>
                  </a:lnTo>
                  <a:lnTo>
                    <a:pt x="7590600" y="211176"/>
                  </a:lnTo>
                  <a:lnTo>
                    <a:pt x="7590726" y="211176"/>
                  </a:lnTo>
                  <a:lnTo>
                    <a:pt x="7590852" y="211176"/>
                  </a:lnTo>
                  <a:lnTo>
                    <a:pt x="7590978" y="211176"/>
                  </a:lnTo>
                  <a:lnTo>
                    <a:pt x="7591104" y="211176"/>
                  </a:lnTo>
                  <a:lnTo>
                    <a:pt x="7591231" y="211176"/>
                  </a:lnTo>
                  <a:lnTo>
                    <a:pt x="7591357" y="211176"/>
                  </a:lnTo>
                  <a:lnTo>
                    <a:pt x="7591483" y="211176"/>
                  </a:lnTo>
                  <a:lnTo>
                    <a:pt x="7591609" y="211176"/>
                  </a:lnTo>
                  <a:lnTo>
                    <a:pt x="7591735" y="211176"/>
                  </a:lnTo>
                  <a:lnTo>
                    <a:pt x="7591861" y="211176"/>
                  </a:lnTo>
                  <a:lnTo>
                    <a:pt x="7591987" y="211176"/>
                  </a:lnTo>
                  <a:lnTo>
                    <a:pt x="7592113" y="211176"/>
                  </a:lnTo>
                  <a:lnTo>
                    <a:pt x="7592239" y="211176"/>
                  </a:lnTo>
                  <a:lnTo>
                    <a:pt x="7592365" y="211176"/>
                  </a:lnTo>
                  <a:lnTo>
                    <a:pt x="7592491" y="211176"/>
                  </a:lnTo>
                  <a:lnTo>
                    <a:pt x="7592618" y="211176"/>
                  </a:lnTo>
                  <a:lnTo>
                    <a:pt x="7592744" y="211176"/>
                  </a:lnTo>
                  <a:lnTo>
                    <a:pt x="7592870" y="211176"/>
                  </a:lnTo>
                  <a:lnTo>
                    <a:pt x="7592996" y="211176"/>
                  </a:lnTo>
                  <a:lnTo>
                    <a:pt x="7593122" y="211176"/>
                  </a:lnTo>
                  <a:lnTo>
                    <a:pt x="7593248" y="211176"/>
                  </a:lnTo>
                  <a:lnTo>
                    <a:pt x="7593374" y="211176"/>
                  </a:lnTo>
                  <a:lnTo>
                    <a:pt x="7593500" y="211176"/>
                  </a:lnTo>
                  <a:lnTo>
                    <a:pt x="7593626" y="211176"/>
                  </a:lnTo>
                  <a:lnTo>
                    <a:pt x="7593752" y="211176"/>
                  </a:lnTo>
                  <a:lnTo>
                    <a:pt x="7593878" y="211176"/>
                  </a:lnTo>
                  <a:lnTo>
                    <a:pt x="7594005" y="211176"/>
                  </a:lnTo>
                  <a:lnTo>
                    <a:pt x="7594131" y="211176"/>
                  </a:lnTo>
                  <a:lnTo>
                    <a:pt x="7594257" y="211176"/>
                  </a:lnTo>
                  <a:lnTo>
                    <a:pt x="7594383" y="211176"/>
                  </a:lnTo>
                  <a:lnTo>
                    <a:pt x="7594509" y="211176"/>
                  </a:lnTo>
                  <a:lnTo>
                    <a:pt x="7594635" y="211176"/>
                  </a:lnTo>
                  <a:lnTo>
                    <a:pt x="7594761" y="211176"/>
                  </a:lnTo>
                  <a:lnTo>
                    <a:pt x="7594887" y="211176"/>
                  </a:lnTo>
                  <a:lnTo>
                    <a:pt x="7595013" y="211176"/>
                  </a:lnTo>
                  <a:lnTo>
                    <a:pt x="7595139" y="211176"/>
                  </a:lnTo>
                  <a:lnTo>
                    <a:pt x="7595265" y="211176"/>
                  </a:lnTo>
                  <a:lnTo>
                    <a:pt x="7595391" y="211176"/>
                  </a:lnTo>
                  <a:lnTo>
                    <a:pt x="7595518" y="211176"/>
                  </a:lnTo>
                  <a:lnTo>
                    <a:pt x="7595644" y="211176"/>
                  </a:lnTo>
                  <a:lnTo>
                    <a:pt x="7595770" y="211176"/>
                  </a:lnTo>
                  <a:lnTo>
                    <a:pt x="7595896" y="211176"/>
                  </a:lnTo>
                  <a:lnTo>
                    <a:pt x="7596022" y="211176"/>
                  </a:lnTo>
                  <a:lnTo>
                    <a:pt x="7596148" y="211176"/>
                  </a:lnTo>
                  <a:lnTo>
                    <a:pt x="7596274" y="211176"/>
                  </a:lnTo>
                  <a:lnTo>
                    <a:pt x="7596400" y="211176"/>
                  </a:lnTo>
                  <a:lnTo>
                    <a:pt x="7596526" y="211176"/>
                  </a:lnTo>
                  <a:lnTo>
                    <a:pt x="7596652" y="211176"/>
                  </a:lnTo>
                  <a:lnTo>
                    <a:pt x="7596778" y="211176"/>
                  </a:lnTo>
                  <a:lnTo>
                    <a:pt x="7596905" y="211176"/>
                  </a:lnTo>
                  <a:lnTo>
                    <a:pt x="7597031" y="211176"/>
                  </a:lnTo>
                  <a:lnTo>
                    <a:pt x="7597157" y="211176"/>
                  </a:lnTo>
                  <a:lnTo>
                    <a:pt x="7597283" y="211176"/>
                  </a:lnTo>
                  <a:lnTo>
                    <a:pt x="7597409" y="211176"/>
                  </a:lnTo>
                  <a:lnTo>
                    <a:pt x="7597535" y="211176"/>
                  </a:lnTo>
                  <a:lnTo>
                    <a:pt x="7597661" y="211176"/>
                  </a:lnTo>
                  <a:lnTo>
                    <a:pt x="7597787" y="211176"/>
                  </a:lnTo>
                  <a:lnTo>
                    <a:pt x="7597913" y="211176"/>
                  </a:lnTo>
                  <a:lnTo>
                    <a:pt x="7598039" y="211176"/>
                  </a:lnTo>
                  <a:lnTo>
                    <a:pt x="7598165" y="211176"/>
                  </a:lnTo>
                  <a:lnTo>
                    <a:pt x="7598291" y="211176"/>
                  </a:lnTo>
                  <a:lnTo>
                    <a:pt x="7598418" y="211176"/>
                  </a:lnTo>
                  <a:lnTo>
                    <a:pt x="7598544" y="211176"/>
                  </a:lnTo>
                  <a:lnTo>
                    <a:pt x="7598670" y="211176"/>
                  </a:lnTo>
                  <a:lnTo>
                    <a:pt x="7598796" y="211176"/>
                  </a:lnTo>
                  <a:lnTo>
                    <a:pt x="7598922" y="211176"/>
                  </a:lnTo>
                  <a:lnTo>
                    <a:pt x="7598922" y="205897"/>
                  </a:lnTo>
                  <a:lnTo>
                    <a:pt x="7599048" y="205897"/>
                  </a:lnTo>
                  <a:lnTo>
                    <a:pt x="7599174" y="205897"/>
                  </a:lnTo>
                  <a:lnTo>
                    <a:pt x="7599300" y="205897"/>
                  </a:lnTo>
                  <a:lnTo>
                    <a:pt x="7599426" y="205897"/>
                  </a:lnTo>
                  <a:lnTo>
                    <a:pt x="7599552" y="205897"/>
                  </a:lnTo>
                  <a:lnTo>
                    <a:pt x="7599678" y="205897"/>
                  </a:lnTo>
                  <a:lnTo>
                    <a:pt x="7599805" y="205897"/>
                  </a:lnTo>
                  <a:lnTo>
                    <a:pt x="7599931" y="205897"/>
                  </a:lnTo>
                  <a:lnTo>
                    <a:pt x="7600057" y="205897"/>
                  </a:lnTo>
                  <a:lnTo>
                    <a:pt x="7600183" y="205897"/>
                  </a:lnTo>
                  <a:lnTo>
                    <a:pt x="7600309" y="205897"/>
                  </a:lnTo>
                  <a:lnTo>
                    <a:pt x="7600435" y="205897"/>
                  </a:lnTo>
                  <a:lnTo>
                    <a:pt x="7600561" y="205897"/>
                  </a:lnTo>
                  <a:lnTo>
                    <a:pt x="7600687" y="205897"/>
                  </a:lnTo>
                  <a:lnTo>
                    <a:pt x="7600813" y="205897"/>
                  </a:lnTo>
                  <a:lnTo>
                    <a:pt x="7600939" y="205897"/>
                  </a:lnTo>
                  <a:lnTo>
                    <a:pt x="7601065" y="205897"/>
                  </a:lnTo>
                  <a:lnTo>
                    <a:pt x="7601192" y="205897"/>
                  </a:lnTo>
                  <a:lnTo>
                    <a:pt x="7601318" y="205897"/>
                  </a:lnTo>
                  <a:lnTo>
                    <a:pt x="7601444" y="205897"/>
                  </a:lnTo>
                  <a:lnTo>
                    <a:pt x="7601570" y="205897"/>
                  </a:lnTo>
                  <a:lnTo>
                    <a:pt x="7601696" y="205897"/>
                  </a:lnTo>
                  <a:lnTo>
                    <a:pt x="7601822" y="205897"/>
                  </a:lnTo>
                  <a:lnTo>
                    <a:pt x="7601948" y="205897"/>
                  </a:lnTo>
                  <a:lnTo>
                    <a:pt x="7602074" y="205897"/>
                  </a:lnTo>
                  <a:lnTo>
                    <a:pt x="7602200" y="205897"/>
                  </a:lnTo>
                  <a:lnTo>
                    <a:pt x="7602326" y="205897"/>
                  </a:lnTo>
                  <a:lnTo>
                    <a:pt x="7602452" y="205897"/>
                  </a:lnTo>
                  <a:lnTo>
                    <a:pt x="7602578" y="205897"/>
                  </a:lnTo>
                  <a:lnTo>
                    <a:pt x="7602705" y="205897"/>
                  </a:lnTo>
                  <a:lnTo>
                    <a:pt x="7602831" y="205897"/>
                  </a:lnTo>
                  <a:lnTo>
                    <a:pt x="7602957" y="205897"/>
                  </a:lnTo>
                  <a:lnTo>
                    <a:pt x="7603083" y="205897"/>
                  </a:lnTo>
                  <a:lnTo>
                    <a:pt x="7603209" y="205897"/>
                  </a:lnTo>
                  <a:lnTo>
                    <a:pt x="7603335" y="205897"/>
                  </a:lnTo>
                  <a:lnTo>
                    <a:pt x="7603461" y="205897"/>
                  </a:lnTo>
                  <a:lnTo>
                    <a:pt x="7603587" y="205897"/>
                  </a:lnTo>
                  <a:lnTo>
                    <a:pt x="7603713" y="205897"/>
                  </a:lnTo>
                  <a:lnTo>
                    <a:pt x="7603839" y="205897"/>
                  </a:lnTo>
                  <a:lnTo>
                    <a:pt x="7603965" y="205897"/>
                  </a:lnTo>
                  <a:lnTo>
                    <a:pt x="7604092" y="205897"/>
                  </a:lnTo>
                  <a:lnTo>
                    <a:pt x="7604218" y="205897"/>
                  </a:lnTo>
                  <a:lnTo>
                    <a:pt x="7604344" y="205897"/>
                  </a:lnTo>
                  <a:lnTo>
                    <a:pt x="7604470" y="205897"/>
                  </a:lnTo>
                  <a:lnTo>
                    <a:pt x="7604596" y="205897"/>
                  </a:lnTo>
                  <a:lnTo>
                    <a:pt x="7604722" y="205897"/>
                  </a:lnTo>
                  <a:lnTo>
                    <a:pt x="7604848" y="205897"/>
                  </a:lnTo>
                  <a:lnTo>
                    <a:pt x="7604974" y="205897"/>
                  </a:lnTo>
                  <a:lnTo>
                    <a:pt x="7605100" y="205897"/>
                  </a:lnTo>
                  <a:lnTo>
                    <a:pt x="7605226" y="205897"/>
                  </a:lnTo>
                  <a:lnTo>
                    <a:pt x="7605352" y="205897"/>
                  </a:lnTo>
                  <a:lnTo>
                    <a:pt x="7605478" y="205897"/>
                  </a:lnTo>
                  <a:lnTo>
                    <a:pt x="7605605" y="205897"/>
                  </a:lnTo>
                  <a:lnTo>
                    <a:pt x="7605731" y="205897"/>
                  </a:lnTo>
                  <a:lnTo>
                    <a:pt x="7605857" y="205897"/>
                  </a:lnTo>
                  <a:lnTo>
                    <a:pt x="7605983" y="205897"/>
                  </a:lnTo>
                  <a:lnTo>
                    <a:pt x="7606109" y="205897"/>
                  </a:lnTo>
                  <a:lnTo>
                    <a:pt x="7606235" y="205897"/>
                  </a:lnTo>
                  <a:lnTo>
                    <a:pt x="7606361" y="205897"/>
                  </a:lnTo>
                  <a:lnTo>
                    <a:pt x="7606487" y="205897"/>
                  </a:lnTo>
                  <a:lnTo>
                    <a:pt x="7606613" y="205897"/>
                  </a:lnTo>
                  <a:lnTo>
                    <a:pt x="7606739" y="205897"/>
                  </a:lnTo>
                  <a:lnTo>
                    <a:pt x="7606865" y="205897"/>
                  </a:lnTo>
                  <a:lnTo>
                    <a:pt x="7606992" y="205897"/>
                  </a:lnTo>
                  <a:lnTo>
                    <a:pt x="7607118" y="205897"/>
                  </a:lnTo>
                  <a:lnTo>
                    <a:pt x="7607244" y="205897"/>
                  </a:lnTo>
                  <a:lnTo>
                    <a:pt x="7607370" y="205897"/>
                  </a:lnTo>
                  <a:lnTo>
                    <a:pt x="7607496" y="205897"/>
                  </a:lnTo>
                  <a:lnTo>
                    <a:pt x="7607622" y="205897"/>
                  </a:lnTo>
                  <a:lnTo>
                    <a:pt x="7607748" y="205897"/>
                  </a:lnTo>
                  <a:lnTo>
                    <a:pt x="7607874" y="205897"/>
                  </a:lnTo>
                  <a:lnTo>
                    <a:pt x="7608000" y="205897"/>
                  </a:lnTo>
                  <a:lnTo>
                    <a:pt x="7608126" y="205897"/>
                  </a:lnTo>
                  <a:lnTo>
                    <a:pt x="7608252" y="205897"/>
                  </a:lnTo>
                  <a:lnTo>
                    <a:pt x="7608378" y="205897"/>
                  </a:lnTo>
                  <a:lnTo>
                    <a:pt x="7608505" y="205897"/>
                  </a:lnTo>
                  <a:lnTo>
                    <a:pt x="7608631" y="205897"/>
                  </a:lnTo>
                  <a:lnTo>
                    <a:pt x="7608757" y="205897"/>
                  </a:lnTo>
                  <a:lnTo>
                    <a:pt x="7608883" y="205897"/>
                  </a:lnTo>
                  <a:lnTo>
                    <a:pt x="7609009" y="205897"/>
                  </a:lnTo>
                  <a:lnTo>
                    <a:pt x="7609135" y="205897"/>
                  </a:lnTo>
                  <a:lnTo>
                    <a:pt x="7609261" y="205897"/>
                  </a:lnTo>
                  <a:lnTo>
                    <a:pt x="7609387" y="205897"/>
                  </a:lnTo>
                  <a:lnTo>
                    <a:pt x="7609513" y="205897"/>
                  </a:lnTo>
                  <a:lnTo>
                    <a:pt x="7609639" y="205897"/>
                  </a:lnTo>
                  <a:lnTo>
                    <a:pt x="7609765" y="205897"/>
                  </a:lnTo>
                  <a:lnTo>
                    <a:pt x="7609892" y="205897"/>
                  </a:lnTo>
                  <a:lnTo>
                    <a:pt x="7610018" y="205897"/>
                  </a:lnTo>
                  <a:lnTo>
                    <a:pt x="7610144" y="205897"/>
                  </a:lnTo>
                  <a:lnTo>
                    <a:pt x="7610270" y="205897"/>
                  </a:lnTo>
                  <a:lnTo>
                    <a:pt x="7610396" y="205897"/>
                  </a:lnTo>
                  <a:lnTo>
                    <a:pt x="7610522" y="205897"/>
                  </a:lnTo>
                  <a:lnTo>
                    <a:pt x="7610648" y="205897"/>
                  </a:lnTo>
                  <a:lnTo>
                    <a:pt x="7610774" y="205897"/>
                  </a:lnTo>
                  <a:lnTo>
                    <a:pt x="7610900" y="205897"/>
                  </a:lnTo>
                  <a:lnTo>
                    <a:pt x="7611026" y="205897"/>
                  </a:lnTo>
                  <a:lnTo>
                    <a:pt x="7611152" y="205897"/>
                  </a:lnTo>
                  <a:lnTo>
                    <a:pt x="7611279" y="205897"/>
                  </a:lnTo>
                  <a:lnTo>
                    <a:pt x="7611405" y="205897"/>
                  </a:lnTo>
                  <a:lnTo>
                    <a:pt x="7611531" y="205897"/>
                  </a:lnTo>
                  <a:lnTo>
                    <a:pt x="7611657" y="205897"/>
                  </a:lnTo>
                  <a:lnTo>
                    <a:pt x="7611783" y="205897"/>
                  </a:lnTo>
                  <a:lnTo>
                    <a:pt x="7611909" y="205897"/>
                  </a:lnTo>
                  <a:lnTo>
                    <a:pt x="7612035" y="205897"/>
                  </a:lnTo>
                  <a:lnTo>
                    <a:pt x="7612161" y="205897"/>
                  </a:lnTo>
                  <a:lnTo>
                    <a:pt x="7612287" y="205897"/>
                  </a:lnTo>
                  <a:lnTo>
                    <a:pt x="7612413" y="205897"/>
                  </a:lnTo>
                  <a:lnTo>
                    <a:pt x="7612539" y="205897"/>
                  </a:lnTo>
                  <a:lnTo>
                    <a:pt x="7612665" y="205897"/>
                  </a:lnTo>
                  <a:lnTo>
                    <a:pt x="7612792" y="205897"/>
                  </a:lnTo>
                  <a:lnTo>
                    <a:pt x="7612918" y="205897"/>
                  </a:lnTo>
                  <a:lnTo>
                    <a:pt x="7613044" y="205897"/>
                  </a:lnTo>
                  <a:lnTo>
                    <a:pt x="7613170" y="205897"/>
                  </a:lnTo>
                  <a:lnTo>
                    <a:pt x="7613296" y="205897"/>
                  </a:lnTo>
                  <a:lnTo>
                    <a:pt x="7613422" y="205897"/>
                  </a:lnTo>
                  <a:lnTo>
                    <a:pt x="7613548" y="205897"/>
                  </a:lnTo>
                  <a:lnTo>
                    <a:pt x="7613674" y="205897"/>
                  </a:lnTo>
                  <a:lnTo>
                    <a:pt x="7613800" y="205897"/>
                  </a:lnTo>
                  <a:lnTo>
                    <a:pt x="7613926" y="205897"/>
                  </a:lnTo>
                  <a:lnTo>
                    <a:pt x="7614052" y="205897"/>
                  </a:lnTo>
                  <a:lnTo>
                    <a:pt x="7614179" y="205897"/>
                  </a:lnTo>
                  <a:lnTo>
                    <a:pt x="7614305" y="205897"/>
                  </a:lnTo>
                  <a:lnTo>
                    <a:pt x="7614431" y="205897"/>
                  </a:lnTo>
                  <a:lnTo>
                    <a:pt x="7614557" y="205897"/>
                  </a:lnTo>
                  <a:lnTo>
                    <a:pt x="7614683" y="205897"/>
                  </a:lnTo>
                  <a:lnTo>
                    <a:pt x="7614809" y="205897"/>
                  </a:lnTo>
                  <a:lnTo>
                    <a:pt x="7614935" y="205897"/>
                  </a:lnTo>
                  <a:lnTo>
                    <a:pt x="7615061" y="205897"/>
                  </a:lnTo>
                  <a:lnTo>
                    <a:pt x="7615187" y="205897"/>
                  </a:lnTo>
                  <a:lnTo>
                    <a:pt x="7615313" y="205897"/>
                  </a:lnTo>
                  <a:lnTo>
                    <a:pt x="7615439" y="205897"/>
                  </a:lnTo>
                  <a:lnTo>
                    <a:pt x="7615565" y="205897"/>
                  </a:lnTo>
                  <a:lnTo>
                    <a:pt x="7615692" y="205897"/>
                  </a:lnTo>
                  <a:lnTo>
                    <a:pt x="7615818" y="205897"/>
                  </a:lnTo>
                  <a:lnTo>
                    <a:pt x="7615944" y="205897"/>
                  </a:lnTo>
                  <a:lnTo>
                    <a:pt x="7616070" y="205897"/>
                  </a:lnTo>
                  <a:lnTo>
                    <a:pt x="7616070" y="200618"/>
                  </a:lnTo>
                  <a:lnTo>
                    <a:pt x="7616196" y="200618"/>
                  </a:lnTo>
                  <a:lnTo>
                    <a:pt x="7616322" y="200618"/>
                  </a:lnTo>
                  <a:lnTo>
                    <a:pt x="7616448" y="200618"/>
                  </a:lnTo>
                  <a:lnTo>
                    <a:pt x="7616574" y="200618"/>
                  </a:lnTo>
                  <a:lnTo>
                    <a:pt x="7616700" y="200618"/>
                  </a:lnTo>
                  <a:lnTo>
                    <a:pt x="7616826" y="200618"/>
                  </a:lnTo>
                  <a:lnTo>
                    <a:pt x="7616952" y="200618"/>
                  </a:lnTo>
                  <a:lnTo>
                    <a:pt x="7617079" y="200618"/>
                  </a:lnTo>
                  <a:lnTo>
                    <a:pt x="7617205" y="200618"/>
                  </a:lnTo>
                  <a:lnTo>
                    <a:pt x="7617331" y="200618"/>
                  </a:lnTo>
                  <a:lnTo>
                    <a:pt x="7617457" y="200618"/>
                  </a:lnTo>
                  <a:lnTo>
                    <a:pt x="7617583" y="200618"/>
                  </a:lnTo>
                  <a:lnTo>
                    <a:pt x="7617709" y="200618"/>
                  </a:lnTo>
                  <a:lnTo>
                    <a:pt x="7617835" y="200618"/>
                  </a:lnTo>
                  <a:lnTo>
                    <a:pt x="7617961" y="200618"/>
                  </a:lnTo>
                  <a:lnTo>
                    <a:pt x="7618087" y="200618"/>
                  </a:lnTo>
                  <a:lnTo>
                    <a:pt x="7618213" y="200618"/>
                  </a:lnTo>
                  <a:lnTo>
                    <a:pt x="7618339" y="200618"/>
                  </a:lnTo>
                  <a:lnTo>
                    <a:pt x="7618466" y="200618"/>
                  </a:lnTo>
                  <a:lnTo>
                    <a:pt x="7618592" y="200618"/>
                  </a:lnTo>
                  <a:lnTo>
                    <a:pt x="7618718" y="200618"/>
                  </a:lnTo>
                  <a:lnTo>
                    <a:pt x="7618844" y="200618"/>
                  </a:lnTo>
                  <a:lnTo>
                    <a:pt x="7618970" y="200618"/>
                  </a:lnTo>
                  <a:lnTo>
                    <a:pt x="7619096" y="200618"/>
                  </a:lnTo>
                  <a:lnTo>
                    <a:pt x="7619222" y="200618"/>
                  </a:lnTo>
                  <a:lnTo>
                    <a:pt x="7619348" y="200618"/>
                  </a:lnTo>
                  <a:lnTo>
                    <a:pt x="7619474" y="200618"/>
                  </a:lnTo>
                  <a:lnTo>
                    <a:pt x="7619600" y="200618"/>
                  </a:lnTo>
                  <a:lnTo>
                    <a:pt x="7619726" y="200618"/>
                  </a:lnTo>
                  <a:lnTo>
                    <a:pt x="7619852" y="200618"/>
                  </a:lnTo>
                  <a:lnTo>
                    <a:pt x="7619979" y="200618"/>
                  </a:lnTo>
                  <a:lnTo>
                    <a:pt x="7620105" y="200618"/>
                  </a:lnTo>
                  <a:lnTo>
                    <a:pt x="7620231" y="200618"/>
                  </a:lnTo>
                  <a:lnTo>
                    <a:pt x="7620231" y="195338"/>
                  </a:lnTo>
                  <a:lnTo>
                    <a:pt x="7620357" y="195338"/>
                  </a:lnTo>
                  <a:lnTo>
                    <a:pt x="7620483" y="195338"/>
                  </a:lnTo>
                  <a:lnTo>
                    <a:pt x="7620609" y="195338"/>
                  </a:lnTo>
                  <a:lnTo>
                    <a:pt x="7620735" y="195338"/>
                  </a:lnTo>
                  <a:lnTo>
                    <a:pt x="7620861" y="195338"/>
                  </a:lnTo>
                  <a:lnTo>
                    <a:pt x="7620987" y="195338"/>
                  </a:lnTo>
                  <a:lnTo>
                    <a:pt x="7621113" y="195338"/>
                  </a:lnTo>
                  <a:lnTo>
                    <a:pt x="7621239" y="195338"/>
                  </a:lnTo>
                  <a:lnTo>
                    <a:pt x="7621366" y="195338"/>
                  </a:lnTo>
                  <a:lnTo>
                    <a:pt x="7621492" y="195338"/>
                  </a:lnTo>
                  <a:lnTo>
                    <a:pt x="7621618" y="195338"/>
                  </a:lnTo>
                  <a:lnTo>
                    <a:pt x="7621744" y="195338"/>
                  </a:lnTo>
                  <a:lnTo>
                    <a:pt x="7621870" y="195338"/>
                  </a:lnTo>
                  <a:lnTo>
                    <a:pt x="7621996" y="195338"/>
                  </a:lnTo>
                  <a:lnTo>
                    <a:pt x="7622122" y="195338"/>
                  </a:lnTo>
                  <a:lnTo>
                    <a:pt x="7622248" y="195338"/>
                  </a:lnTo>
                  <a:lnTo>
                    <a:pt x="7622374" y="195338"/>
                  </a:lnTo>
                  <a:lnTo>
                    <a:pt x="7622500" y="195338"/>
                  </a:lnTo>
                  <a:lnTo>
                    <a:pt x="7622626" y="195338"/>
                  </a:lnTo>
                  <a:lnTo>
                    <a:pt x="7622752" y="195338"/>
                  </a:lnTo>
                  <a:lnTo>
                    <a:pt x="7622879" y="195338"/>
                  </a:lnTo>
                  <a:lnTo>
                    <a:pt x="7622879" y="190059"/>
                  </a:lnTo>
                  <a:lnTo>
                    <a:pt x="7623005" y="190059"/>
                  </a:lnTo>
                  <a:lnTo>
                    <a:pt x="7623131" y="190059"/>
                  </a:lnTo>
                  <a:lnTo>
                    <a:pt x="7623257" y="190059"/>
                  </a:lnTo>
                  <a:lnTo>
                    <a:pt x="7623383" y="190059"/>
                  </a:lnTo>
                  <a:lnTo>
                    <a:pt x="7623509" y="190059"/>
                  </a:lnTo>
                  <a:lnTo>
                    <a:pt x="7623635" y="190059"/>
                  </a:lnTo>
                  <a:lnTo>
                    <a:pt x="7623761" y="190059"/>
                  </a:lnTo>
                  <a:lnTo>
                    <a:pt x="7623887" y="190059"/>
                  </a:lnTo>
                  <a:lnTo>
                    <a:pt x="7624013" y="190059"/>
                  </a:lnTo>
                  <a:lnTo>
                    <a:pt x="7624139" y="190059"/>
                  </a:lnTo>
                  <a:lnTo>
                    <a:pt x="7624266" y="190059"/>
                  </a:lnTo>
                  <a:lnTo>
                    <a:pt x="7624392" y="190059"/>
                  </a:lnTo>
                  <a:lnTo>
                    <a:pt x="7624518" y="190059"/>
                  </a:lnTo>
                  <a:lnTo>
                    <a:pt x="7624644" y="190059"/>
                  </a:lnTo>
                  <a:lnTo>
                    <a:pt x="7624770" y="190059"/>
                  </a:lnTo>
                  <a:lnTo>
                    <a:pt x="7624896" y="190059"/>
                  </a:lnTo>
                  <a:lnTo>
                    <a:pt x="7625022" y="190059"/>
                  </a:lnTo>
                  <a:lnTo>
                    <a:pt x="7625148" y="190059"/>
                  </a:lnTo>
                  <a:lnTo>
                    <a:pt x="7625274" y="190059"/>
                  </a:lnTo>
                  <a:lnTo>
                    <a:pt x="7625400" y="190059"/>
                  </a:lnTo>
                  <a:lnTo>
                    <a:pt x="7625526" y="190059"/>
                  </a:lnTo>
                  <a:lnTo>
                    <a:pt x="7625653" y="190059"/>
                  </a:lnTo>
                  <a:lnTo>
                    <a:pt x="7625779" y="190059"/>
                  </a:lnTo>
                  <a:lnTo>
                    <a:pt x="7625905" y="190059"/>
                  </a:lnTo>
                  <a:lnTo>
                    <a:pt x="7626031" y="190059"/>
                  </a:lnTo>
                  <a:lnTo>
                    <a:pt x="7626157" y="190059"/>
                  </a:lnTo>
                  <a:lnTo>
                    <a:pt x="7626283" y="190059"/>
                  </a:lnTo>
                  <a:lnTo>
                    <a:pt x="7626409" y="190059"/>
                  </a:lnTo>
                  <a:lnTo>
                    <a:pt x="7626535" y="190059"/>
                  </a:lnTo>
                  <a:lnTo>
                    <a:pt x="7626661" y="190059"/>
                  </a:lnTo>
                  <a:lnTo>
                    <a:pt x="7626787" y="190059"/>
                  </a:lnTo>
                  <a:lnTo>
                    <a:pt x="7626913" y="190059"/>
                  </a:lnTo>
                  <a:lnTo>
                    <a:pt x="7627039" y="190059"/>
                  </a:lnTo>
                  <a:lnTo>
                    <a:pt x="7627166" y="190059"/>
                  </a:lnTo>
                  <a:lnTo>
                    <a:pt x="7627292" y="190059"/>
                  </a:lnTo>
                  <a:lnTo>
                    <a:pt x="7627418" y="190059"/>
                  </a:lnTo>
                  <a:lnTo>
                    <a:pt x="7627544" y="190059"/>
                  </a:lnTo>
                  <a:lnTo>
                    <a:pt x="7627670" y="190059"/>
                  </a:lnTo>
                  <a:lnTo>
                    <a:pt x="7627796" y="190059"/>
                  </a:lnTo>
                  <a:lnTo>
                    <a:pt x="7627922" y="190059"/>
                  </a:lnTo>
                  <a:lnTo>
                    <a:pt x="7628048" y="190059"/>
                  </a:lnTo>
                  <a:lnTo>
                    <a:pt x="7628174" y="190059"/>
                  </a:lnTo>
                  <a:lnTo>
                    <a:pt x="7628300" y="190059"/>
                  </a:lnTo>
                  <a:lnTo>
                    <a:pt x="7628426" y="190059"/>
                  </a:lnTo>
                  <a:lnTo>
                    <a:pt x="7628553" y="190059"/>
                  </a:lnTo>
                  <a:lnTo>
                    <a:pt x="7628679" y="190059"/>
                  </a:lnTo>
                  <a:lnTo>
                    <a:pt x="7628805" y="190059"/>
                  </a:lnTo>
                  <a:lnTo>
                    <a:pt x="7628931" y="190059"/>
                  </a:lnTo>
                  <a:lnTo>
                    <a:pt x="7629057" y="190059"/>
                  </a:lnTo>
                  <a:lnTo>
                    <a:pt x="7629183" y="190059"/>
                  </a:lnTo>
                  <a:lnTo>
                    <a:pt x="7629309" y="190059"/>
                  </a:lnTo>
                  <a:lnTo>
                    <a:pt x="7629435" y="190059"/>
                  </a:lnTo>
                  <a:lnTo>
                    <a:pt x="7629561" y="190059"/>
                  </a:lnTo>
                  <a:lnTo>
                    <a:pt x="7629687" y="190059"/>
                  </a:lnTo>
                  <a:lnTo>
                    <a:pt x="7629813" y="190059"/>
                  </a:lnTo>
                  <a:lnTo>
                    <a:pt x="7629939" y="190059"/>
                  </a:lnTo>
                  <a:lnTo>
                    <a:pt x="7630066" y="190059"/>
                  </a:lnTo>
                  <a:lnTo>
                    <a:pt x="7630192" y="190059"/>
                  </a:lnTo>
                  <a:lnTo>
                    <a:pt x="7630318" y="190059"/>
                  </a:lnTo>
                  <a:lnTo>
                    <a:pt x="7630444" y="190059"/>
                  </a:lnTo>
                  <a:lnTo>
                    <a:pt x="7630570" y="190059"/>
                  </a:lnTo>
                  <a:lnTo>
                    <a:pt x="7630696" y="190059"/>
                  </a:lnTo>
                  <a:lnTo>
                    <a:pt x="7630822" y="190059"/>
                  </a:lnTo>
                  <a:lnTo>
                    <a:pt x="7630948" y="190059"/>
                  </a:lnTo>
                  <a:lnTo>
                    <a:pt x="7631074" y="190059"/>
                  </a:lnTo>
                  <a:lnTo>
                    <a:pt x="7631200" y="190059"/>
                  </a:lnTo>
                  <a:lnTo>
                    <a:pt x="7631326" y="190059"/>
                  </a:lnTo>
                  <a:lnTo>
                    <a:pt x="7631453" y="190059"/>
                  </a:lnTo>
                  <a:lnTo>
                    <a:pt x="7631579" y="190059"/>
                  </a:lnTo>
                  <a:lnTo>
                    <a:pt x="7631705" y="190059"/>
                  </a:lnTo>
                  <a:lnTo>
                    <a:pt x="7631831" y="190059"/>
                  </a:lnTo>
                  <a:lnTo>
                    <a:pt x="7631957" y="190059"/>
                  </a:lnTo>
                  <a:lnTo>
                    <a:pt x="7632083" y="190059"/>
                  </a:lnTo>
                  <a:lnTo>
                    <a:pt x="7632209" y="190059"/>
                  </a:lnTo>
                  <a:lnTo>
                    <a:pt x="7632335" y="190059"/>
                  </a:lnTo>
                  <a:lnTo>
                    <a:pt x="7632461" y="190059"/>
                  </a:lnTo>
                  <a:lnTo>
                    <a:pt x="7632587" y="190059"/>
                  </a:lnTo>
                  <a:lnTo>
                    <a:pt x="7632713" y="190059"/>
                  </a:lnTo>
                  <a:lnTo>
                    <a:pt x="7632839" y="190059"/>
                  </a:lnTo>
                  <a:lnTo>
                    <a:pt x="7632966" y="190059"/>
                  </a:lnTo>
                  <a:lnTo>
                    <a:pt x="7633092" y="190059"/>
                  </a:lnTo>
                  <a:lnTo>
                    <a:pt x="7633218" y="190059"/>
                  </a:lnTo>
                  <a:lnTo>
                    <a:pt x="7633344" y="190059"/>
                  </a:lnTo>
                  <a:lnTo>
                    <a:pt x="7633470" y="190059"/>
                  </a:lnTo>
                  <a:lnTo>
                    <a:pt x="7633596" y="190059"/>
                  </a:lnTo>
                  <a:lnTo>
                    <a:pt x="7633722" y="190059"/>
                  </a:lnTo>
                  <a:lnTo>
                    <a:pt x="7633848" y="190059"/>
                  </a:lnTo>
                  <a:lnTo>
                    <a:pt x="7633974" y="190059"/>
                  </a:lnTo>
                  <a:lnTo>
                    <a:pt x="7634100" y="190059"/>
                  </a:lnTo>
                  <a:lnTo>
                    <a:pt x="7634226" y="190059"/>
                  </a:lnTo>
                  <a:lnTo>
                    <a:pt x="7634353" y="190059"/>
                  </a:lnTo>
                  <a:lnTo>
                    <a:pt x="7634479" y="190059"/>
                  </a:lnTo>
                  <a:lnTo>
                    <a:pt x="7634605" y="190059"/>
                  </a:lnTo>
                  <a:lnTo>
                    <a:pt x="7634731" y="190059"/>
                  </a:lnTo>
                  <a:lnTo>
                    <a:pt x="7634857" y="190059"/>
                  </a:lnTo>
                  <a:lnTo>
                    <a:pt x="7634983" y="190059"/>
                  </a:lnTo>
                  <a:lnTo>
                    <a:pt x="7635109" y="190059"/>
                  </a:lnTo>
                  <a:lnTo>
                    <a:pt x="7635235" y="190059"/>
                  </a:lnTo>
                  <a:lnTo>
                    <a:pt x="7635361" y="190059"/>
                  </a:lnTo>
                  <a:lnTo>
                    <a:pt x="7635487" y="190059"/>
                  </a:lnTo>
                  <a:lnTo>
                    <a:pt x="7635613" y="190059"/>
                  </a:lnTo>
                  <a:lnTo>
                    <a:pt x="7635740" y="190059"/>
                  </a:lnTo>
                  <a:lnTo>
                    <a:pt x="7635866" y="190059"/>
                  </a:lnTo>
                  <a:lnTo>
                    <a:pt x="7635992" y="190059"/>
                  </a:lnTo>
                  <a:lnTo>
                    <a:pt x="7636118" y="190059"/>
                  </a:lnTo>
                  <a:lnTo>
                    <a:pt x="7636244" y="190059"/>
                  </a:lnTo>
                  <a:lnTo>
                    <a:pt x="7636370" y="190059"/>
                  </a:lnTo>
                  <a:lnTo>
                    <a:pt x="7636496" y="190059"/>
                  </a:lnTo>
                  <a:lnTo>
                    <a:pt x="7636622" y="190059"/>
                  </a:lnTo>
                  <a:lnTo>
                    <a:pt x="7636748" y="190059"/>
                  </a:lnTo>
                  <a:lnTo>
                    <a:pt x="7636874" y="190059"/>
                  </a:lnTo>
                  <a:lnTo>
                    <a:pt x="7637000" y="190059"/>
                  </a:lnTo>
                  <a:lnTo>
                    <a:pt x="7637126" y="190059"/>
                  </a:lnTo>
                  <a:lnTo>
                    <a:pt x="7637253" y="190059"/>
                  </a:lnTo>
                  <a:lnTo>
                    <a:pt x="7637379" y="190059"/>
                  </a:lnTo>
                  <a:lnTo>
                    <a:pt x="7637505" y="190059"/>
                  </a:lnTo>
                  <a:lnTo>
                    <a:pt x="7637631" y="190059"/>
                  </a:lnTo>
                  <a:lnTo>
                    <a:pt x="7637757" y="190059"/>
                  </a:lnTo>
                  <a:lnTo>
                    <a:pt x="7637883" y="190059"/>
                  </a:lnTo>
                  <a:lnTo>
                    <a:pt x="7638009" y="190059"/>
                  </a:lnTo>
                  <a:lnTo>
                    <a:pt x="7638135" y="190059"/>
                  </a:lnTo>
                  <a:lnTo>
                    <a:pt x="7638261" y="190059"/>
                  </a:lnTo>
                  <a:lnTo>
                    <a:pt x="7638387" y="190059"/>
                  </a:lnTo>
                  <a:lnTo>
                    <a:pt x="7638513" y="190059"/>
                  </a:lnTo>
                  <a:lnTo>
                    <a:pt x="7638640" y="190059"/>
                  </a:lnTo>
                  <a:lnTo>
                    <a:pt x="7638766" y="190059"/>
                  </a:lnTo>
                  <a:lnTo>
                    <a:pt x="7638892" y="190059"/>
                  </a:lnTo>
                  <a:lnTo>
                    <a:pt x="7639018" y="190059"/>
                  </a:lnTo>
                  <a:lnTo>
                    <a:pt x="7639144" y="190059"/>
                  </a:lnTo>
                  <a:lnTo>
                    <a:pt x="7639270" y="190059"/>
                  </a:lnTo>
                  <a:lnTo>
                    <a:pt x="7639396" y="190059"/>
                  </a:lnTo>
                  <a:lnTo>
                    <a:pt x="7639522" y="190059"/>
                  </a:lnTo>
                  <a:lnTo>
                    <a:pt x="7639648" y="190059"/>
                  </a:lnTo>
                  <a:lnTo>
                    <a:pt x="7639774" y="190059"/>
                  </a:lnTo>
                  <a:lnTo>
                    <a:pt x="7639900" y="190059"/>
                  </a:lnTo>
                  <a:lnTo>
                    <a:pt x="7640026" y="190059"/>
                  </a:lnTo>
                  <a:lnTo>
                    <a:pt x="7640153" y="190059"/>
                  </a:lnTo>
                  <a:lnTo>
                    <a:pt x="7640279" y="190059"/>
                  </a:lnTo>
                  <a:lnTo>
                    <a:pt x="7640405" y="190059"/>
                  </a:lnTo>
                  <a:lnTo>
                    <a:pt x="7640531" y="190059"/>
                  </a:lnTo>
                  <a:lnTo>
                    <a:pt x="7640657" y="190059"/>
                  </a:lnTo>
                  <a:lnTo>
                    <a:pt x="7640783" y="190059"/>
                  </a:lnTo>
                  <a:lnTo>
                    <a:pt x="7640909" y="190059"/>
                  </a:lnTo>
                  <a:lnTo>
                    <a:pt x="7641035" y="190059"/>
                  </a:lnTo>
                  <a:lnTo>
                    <a:pt x="7641161" y="190059"/>
                  </a:lnTo>
                  <a:lnTo>
                    <a:pt x="7641287" y="190059"/>
                  </a:lnTo>
                  <a:lnTo>
                    <a:pt x="7641413" y="190059"/>
                  </a:lnTo>
                  <a:lnTo>
                    <a:pt x="7641540" y="190059"/>
                  </a:lnTo>
                  <a:lnTo>
                    <a:pt x="7641666" y="190059"/>
                  </a:lnTo>
                  <a:lnTo>
                    <a:pt x="7641792" y="190059"/>
                  </a:lnTo>
                  <a:lnTo>
                    <a:pt x="7641918" y="190059"/>
                  </a:lnTo>
                  <a:lnTo>
                    <a:pt x="7642044" y="190059"/>
                  </a:lnTo>
                  <a:lnTo>
                    <a:pt x="7642170" y="190059"/>
                  </a:lnTo>
                  <a:lnTo>
                    <a:pt x="7642296" y="190059"/>
                  </a:lnTo>
                  <a:lnTo>
                    <a:pt x="7642422" y="190059"/>
                  </a:lnTo>
                  <a:lnTo>
                    <a:pt x="7642548" y="190059"/>
                  </a:lnTo>
                  <a:lnTo>
                    <a:pt x="7642674" y="190059"/>
                  </a:lnTo>
                  <a:lnTo>
                    <a:pt x="7642800" y="190059"/>
                  </a:lnTo>
                  <a:lnTo>
                    <a:pt x="7642927" y="190059"/>
                  </a:lnTo>
                  <a:lnTo>
                    <a:pt x="7643053" y="190059"/>
                  </a:lnTo>
                  <a:lnTo>
                    <a:pt x="7643179" y="190059"/>
                  </a:lnTo>
                  <a:lnTo>
                    <a:pt x="7643305" y="190059"/>
                  </a:lnTo>
                  <a:lnTo>
                    <a:pt x="7643431" y="190059"/>
                  </a:lnTo>
                  <a:lnTo>
                    <a:pt x="7643557" y="190059"/>
                  </a:lnTo>
                  <a:lnTo>
                    <a:pt x="7643683" y="190059"/>
                  </a:lnTo>
                  <a:lnTo>
                    <a:pt x="7643809" y="190059"/>
                  </a:lnTo>
                  <a:lnTo>
                    <a:pt x="7643935" y="190059"/>
                  </a:lnTo>
                  <a:lnTo>
                    <a:pt x="7644061" y="190059"/>
                  </a:lnTo>
                  <a:lnTo>
                    <a:pt x="7644187" y="190059"/>
                  </a:lnTo>
                  <a:lnTo>
                    <a:pt x="7644313" y="190059"/>
                  </a:lnTo>
                  <a:lnTo>
                    <a:pt x="7644440" y="190059"/>
                  </a:lnTo>
                  <a:lnTo>
                    <a:pt x="7644566" y="190059"/>
                  </a:lnTo>
                  <a:lnTo>
                    <a:pt x="7644692" y="190059"/>
                  </a:lnTo>
                  <a:lnTo>
                    <a:pt x="7644818" y="190059"/>
                  </a:lnTo>
                  <a:lnTo>
                    <a:pt x="7644944" y="190059"/>
                  </a:lnTo>
                  <a:lnTo>
                    <a:pt x="7645070" y="190059"/>
                  </a:lnTo>
                  <a:lnTo>
                    <a:pt x="7645196" y="190059"/>
                  </a:lnTo>
                  <a:lnTo>
                    <a:pt x="7645322" y="190059"/>
                  </a:lnTo>
                  <a:lnTo>
                    <a:pt x="7645448" y="190059"/>
                  </a:lnTo>
                  <a:lnTo>
                    <a:pt x="7645574" y="190059"/>
                  </a:lnTo>
                  <a:lnTo>
                    <a:pt x="7645700" y="190059"/>
                  </a:lnTo>
                  <a:lnTo>
                    <a:pt x="7645827" y="190059"/>
                  </a:lnTo>
                  <a:lnTo>
                    <a:pt x="7645953" y="190059"/>
                  </a:lnTo>
                  <a:lnTo>
                    <a:pt x="7646079" y="190059"/>
                  </a:lnTo>
                  <a:lnTo>
                    <a:pt x="7646205" y="190059"/>
                  </a:lnTo>
                  <a:lnTo>
                    <a:pt x="7646331" y="190059"/>
                  </a:lnTo>
                  <a:lnTo>
                    <a:pt x="7646457" y="190059"/>
                  </a:lnTo>
                  <a:lnTo>
                    <a:pt x="7646583" y="190059"/>
                  </a:lnTo>
                  <a:lnTo>
                    <a:pt x="7646709" y="190059"/>
                  </a:lnTo>
                  <a:lnTo>
                    <a:pt x="7646835" y="190059"/>
                  </a:lnTo>
                  <a:lnTo>
                    <a:pt x="7646961" y="190059"/>
                  </a:lnTo>
                  <a:lnTo>
                    <a:pt x="7647087" y="190059"/>
                  </a:lnTo>
                  <a:lnTo>
                    <a:pt x="7647213" y="190059"/>
                  </a:lnTo>
                  <a:lnTo>
                    <a:pt x="7647340" y="190059"/>
                  </a:lnTo>
                  <a:lnTo>
                    <a:pt x="7647466" y="190059"/>
                  </a:lnTo>
                  <a:lnTo>
                    <a:pt x="7647592" y="190059"/>
                  </a:lnTo>
                  <a:lnTo>
                    <a:pt x="7647718" y="190059"/>
                  </a:lnTo>
                  <a:lnTo>
                    <a:pt x="7647844" y="190059"/>
                  </a:lnTo>
                  <a:lnTo>
                    <a:pt x="7647970" y="190059"/>
                  </a:lnTo>
                  <a:lnTo>
                    <a:pt x="7648096" y="190059"/>
                  </a:lnTo>
                  <a:lnTo>
                    <a:pt x="7648222" y="190059"/>
                  </a:lnTo>
                  <a:lnTo>
                    <a:pt x="7648348" y="190059"/>
                  </a:lnTo>
                  <a:lnTo>
                    <a:pt x="7648474" y="190059"/>
                  </a:lnTo>
                  <a:lnTo>
                    <a:pt x="7648600" y="190059"/>
                  </a:lnTo>
                  <a:lnTo>
                    <a:pt x="7648727" y="190059"/>
                  </a:lnTo>
                  <a:lnTo>
                    <a:pt x="7648853" y="190059"/>
                  </a:lnTo>
                  <a:lnTo>
                    <a:pt x="7648979" y="190059"/>
                  </a:lnTo>
                  <a:lnTo>
                    <a:pt x="7648979" y="184779"/>
                  </a:lnTo>
                  <a:lnTo>
                    <a:pt x="7649105" y="184779"/>
                  </a:lnTo>
                  <a:lnTo>
                    <a:pt x="7649231" y="184779"/>
                  </a:lnTo>
                  <a:lnTo>
                    <a:pt x="7649357" y="184779"/>
                  </a:lnTo>
                  <a:lnTo>
                    <a:pt x="7649483" y="184779"/>
                  </a:lnTo>
                  <a:lnTo>
                    <a:pt x="7649609" y="184779"/>
                  </a:lnTo>
                  <a:lnTo>
                    <a:pt x="7649735" y="184779"/>
                  </a:lnTo>
                  <a:lnTo>
                    <a:pt x="7649861" y="184779"/>
                  </a:lnTo>
                  <a:lnTo>
                    <a:pt x="7649987" y="184779"/>
                  </a:lnTo>
                  <a:lnTo>
                    <a:pt x="7650114" y="184779"/>
                  </a:lnTo>
                  <a:lnTo>
                    <a:pt x="7650240" y="184779"/>
                  </a:lnTo>
                  <a:lnTo>
                    <a:pt x="7650366" y="184779"/>
                  </a:lnTo>
                  <a:lnTo>
                    <a:pt x="7650492" y="184779"/>
                  </a:lnTo>
                  <a:lnTo>
                    <a:pt x="7650618" y="184779"/>
                  </a:lnTo>
                  <a:lnTo>
                    <a:pt x="7650744" y="184779"/>
                  </a:lnTo>
                  <a:lnTo>
                    <a:pt x="7650870" y="184779"/>
                  </a:lnTo>
                  <a:lnTo>
                    <a:pt x="7650996" y="184779"/>
                  </a:lnTo>
                  <a:lnTo>
                    <a:pt x="7651122" y="184779"/>
                  </a:lnTo>
                  <a:lnTo>
                    <a:pt x="7651248" y="184779"/>
                  </a:lnTo>
                  <a:lnTo>
                    <a:pt x="7651374" y="184779"/>
                  </a:lnTo>
                  <a:lnTo>
                    <a:pt x="7651500" y="184779"/>
                  </a:lnTo>
                  <a:lnTo>
                    <a:pt x="7651627" y="184779"/>
                  </a:lnTo>
                  <a:lnTo>
                    <a:pt x="7651753" y="184779"/>
                  </a:lnTo>
                  <a:lnTo>
                    <a:pt x="7651879" y="184779"/>
                  </a:lnTo>
                  <a:lnTo>
                    <a:pt x="7652005" y="184779"/>
                  </a:lnTo>
                  <a:lnTo>
                    <a:pt x="7652131" y="184779"/>
                  </a:lnTo>
                  <a:lnTo>
                    <a:pt x="7652257" y="184779"/>
                  </a:lnTo>
                  <a:lnTo>
                    <a:pt x="7652383" y="184779"/>
                  </a:lnTo>
                  <a:lnTo>
                    <a:pt x="7652509" y="184779"/>
                  </a:lnTo>
                  <a:lnTo>
                    <a:pt x="7652635" y="184779"/>
                  </a:lnTo>
                  <a:lnTo>
                    <a:pt x="7652761" y="184779"/>
                  </a:lnTo>
                  <a:lnTo>
                    <a:pt x="7652887" y="184779"/>
                  </a:lnTo>
                  <a:lnTo>
                    <a:pt x="7653014" y="184779"/>
                  </a:lnTo>
                  <a:lnTo>
                    <a:pt x="7653140" y="184779"/>
                  </a:lnTo>
                  <a:lnTo>
                    <a:pt x="7653266" y="184779"/>
                  </a:lnTo>
                  <a:lnTo>
                    <a:pt x="7653392" y="184779"/>
                  </a:lnTo>
                  <a:lnTo>
                    <a:pt x="7653518" y="184779"/>
                  </a:lnTo>
                  <a:lnTo>
                    <a:pt x="7653644" y="184779"/>
                  </a:lnTo>
                  <a:lnTo>
                    <a:pt x="7653770" y="184779"/>
                  </a:lnTo>
                  <a:lnTo>
                    <a:pt x="7653896" y="184779"/>
                  </a:lnTo>
                  <a:lnTo>
                    <a:pt x="7654022" y="184779"/>
                  </a:lnTo>
                  <a:lnTo>
                    <a:pt x="7654148" y="184779"/>
                  </a:lnTo>
                  <a:lnTo>
                    <a:pt x="7654274" y="184779"/>
                  </a:lnTo>
                  <a:lnTo>
                    <a:pt x="7654400" y="184779"/>
                  </a:lnTo>
                  <a:lnTo>
                    <a:pt x="7654527" y="184779"/>
                  </a:lnTo>
                  <a:lnTo>
                    <a:pt x="7654653" y="184779"/>
                  </a:lnTo>
                  <a:lnTo>
                    <a:pt x="7654779" y="184779"/>
                  </a:lnTo>
                  <a:lnTo>
                    <a:pt x="7654905" y="184779"/>
                  </a:lnTo>
                  <a:lnTo>
                    <a:pt x="7655031" y="184779"/>
                  </a:lnTo>
                  <a:lnTo>
                    <a:pt x="7655157" y="184779"/>
                  </a:lnTo>
                  <a:lnTo>
                    <a:pt x="7655283" y="184779"/>
                  </a:lnTo>
                  <a:lnTo>
                    <a:pt x="7655409" y="184779"/>
                  </a:lnTo>
                  <a:lnTo>
                    <a:pt x="7655535" y="184779"/>
                  </a:lnTo>
                  <a:lnTo>
                    <a:pt x="7655661" y="184779"/>
                  </a:lnTo>
                  <a:lnTo>
                    <a:pt x="7655787" y="184779"/>
                  </a:lnTo>
                  <a:lnTo>
                    <a:pt x="7655914" y="184779"/>
                  </a:lnTo>
                  <a:lnTo>
                    <a:pt x="7656040" y="184779"/>
                  </a:lnTo>
                  <a:lnTo>
                    <a:pt x="7656166" y="184779"/>
                  </a:lnTo>
                  <a:lnTo>
                    <a:pt x="7656292" y="184779"/>
                  </a:lnTo>
                  <a:lnTo>
                    <a:pt x="7656418" y="184779"/>
                  </a:lnTo>
                  <a:lnTo>
                    <a:pt x="7656544" y="184779"/>
                  </a:lnTo>
                  <a:lnTo>
                    <a:pt x="7656670" y="184779"/>
                  </a:lnTo>
                  <a:lnTo>
                    <a:pt x="7656796" y="184779"/>
                  </a:lnTo>
                  <a:lnTo>
                    <a:pt x="7656922" y="184779"/>
                  </a:lnTo>
                  <a:lnTo>
                    <a:pt x="7657048" y="184779"/>
                  </a:lnTo>
                  <a:lnTo>
                    <a:pt x="7657174" y="184779"/>
                  </a:lnTo>
                  <a:lnTo>
                    <a:pt x="7657300" y="184779"/>
                  </a:lnTo>
                  <a:lnTo>
                    <a:pt x="7657427" y="184779"/>
                  </a:lnTo>
                  <a:lnTo>
                    <a:pt x="7657553" y="184779"/>
                  </a:lnTo>
                  <a:lnTo>
                    <a:pt x="7657679" y="184779"/>
                  </a:lnTo>
                  <a:lnTo>
                    <a:pt x="7657805" y="184779"/>
                  </a:lnTo>
                  <a:lnTo>
                    <a:pt x="7657931" y="184779"/>
                  </a:lnTo>
                  <a:lnTo>
                    <a:pt x="7658057" y="184779"/>
                  </a:lnTo>
                  <a:lnTo>
                    <a:pt x="7658183" y="184779"/>
                  </a:lnTo>
                  <a:lnTo>
                    <a:pt x="7658309" y="184779"/>
                  </a:lnTo>
                  <a:lnTo>
                    <a:pt x="7658435" y="184779"/>
                  </a:lnTo>
                  <a:lnTo>
                    <a:pt x="7658561" y="184779"/>
                  </a:lnTo>
                  <a:lnTo>
                    <a:pt x="7658687" y="184779"/>
                  </a:lnTo>
                  <a:lnTo>
                    <a:pt x="7658814" y="184779"/>
                  </a:lnTo>
                  <a:lnTo>
                    <a:pt x="7658940" y="184779"/>
                  </a:lnTo>
                  <a:lnTo>
                    <a:pt x="7659066" y="184779"/>
                  </a:lnTo>
                  <a:lnTo>
                    <a:pt x="7659192" y="184779"/>
                  </a:lnTo>
                  <a:lnTo>
                    <a:pt x="7659318" y="184779"/>
                  </a:lnTo>
                  <a:lnTo>
                    <a:pt x="7659444" y="184779"/>
                  </a:lnTo>
                  <a:lnTo>
                    <a:pt x="7659570" y="184779"/>
                  </a:lnTo>
                  <a:lnTo>
                    <a:pt x="7659696" y="184779"/>
                  </a:lnTo>
                  <a:lnTo>
                    <a:pt x="7659822" y="184779"/>
                  </a:lnTo>
                  <a:lnTo>
                    <a:pt x="7659948" y="184779"/>
                  </a:lnTo>
                  <a:lnTo>
                    <a:pt x="7660074" y="184779"/>
                  </a:lnTo>
                  <a:lnTo>
                    <a:pt x="7660201" y="184779"/>
                  </a:lnTo>
                  <a:lnTo>
                    <a:pt x="7660327" y="184779"/>
                  </a:lnTo>
                  <a:lnTo>
                    <a:pt x="7660453" y="184779"/>
                  </a:lnTo>
                  <a:lnTo>
                    <a:pt x="7660579" y="184779"/>
                  </a:lnTo>
                  <a:lnTo>
                    <a:pt x="7660705" y="184779"/>
                  </a:lnTo>
                  <a:lnTo>
                    <a:pt x="7660831" y="184779"/>
                  </a:lnTo>
                  <a:lnTo>
                    <a:pt x="7660957" y="184779"/>
                  </a:lnTo>
                  <a:lnTo>
                    <a:pt x="7661083" y="184779"/>
                  </a:lnTo>
                  <a:lnTo>
                    <a:pt x="7661209" y="184779"/>
                  </a:lnTo>
                  <a:lnTo>
                    <a:pt x="7661335" y="184779"/>
                  </a:lnTo>
                  <a:lnTo>
                    <a:pt x="7661461" y="184779"/>
                  </a:lnTo>
                  <a:lnTo>
                    <a:pt x="7661587" y="184779"/>
                  </a:lnTo>
                  <a:lnTo>
                    <a:pt x="7661714" y="184779"/>
                  </a:lnTo>
                  <a:lnTo>
                    <a:pt x="7661840" y="184779"/>
                  </a:lnTo>
                  <a:lnTo>
                    <a:pt x="7661966" y="184779"/>
                  </a:lnTo>
                  <a:lnTo>
                    <a:pt x="7662092" y="184779"/>
                  </a:lnTo>
                  <a:lnTo>
                    <a:pt x="7662218" y="184779"/>
                  </a:lnTo>
                  <a:lnTo>
                    <a:pt x="7662344" y="184779"/>
                  </a:lnTo>
                  <a:lnTo>
                    <a:pt x="7662470" y="184779"/>
                  </a:lnTo>
                  <a:lnTo>
                    <a:pt x="7662596" y="184779"/>
                  </a:lnTo>
                  <a:lnTo>
                    <a:pt x="7662722" y="184779"/>
                  </a:lnTo>
                  <a:lnTo>
                    <a:pt x="7662848" y="184779"/>
                  </a:lnTo>
                  <a:lnTo>
                    <a:pt x="7662974" y="184779"/>
                  </a:lnTo>
                  <a:lnTo>
                    <a:pt x="7663101" y="184779"/>
                  </a:lnTo>
                  <a:lnTo>
                    <a:pt x="7663227" y="184779"/>
                  </a:lnTo>
                  <a:lnTo>
                    <a:pt x="7663353" y="184779"/>
                  </a:lnTo>
                  <a:lnTo>
                    <a:pt x="7663479" y="184779"/>
                  </a:lnTo>
                  <a:lnTo>
                    <a:pt x="7663605" y="184779"/>
                  </a:lnTo>
                  <a:lnTo>
                    <a:pt x="7663731" y="184779"/>
                  </a:lnTo>
                  <a:lnTo>
                    <a:pt x="7663857" y="184779"/>
                  </a:lnTo>
                  <a:lnTo>
                    <a:pt x="7663983" y="184779"/>
                  </a:lnTo>
                  <a:lnTo>
                    <a:pt x="7664109" y="184779"/>
                  </a:lnTo>
                  <a:lnTo>
                    <a:pt x="7664235" y="184779"/>
                  </a:lnTo>
                  <a:lnTo>
                    <a:pt x="7664361" y="184779"/>
                  </a:lnTo>
                  <a:lnTo>
                    <a:pt x="7664487" y="184779"/>
                  </a:lnTo>
                  <a:lnTo>
                    <a:pt x="7664614" y="184779"/>
                  </a:lnTo>
                  <a:lnTo>
                    <a:pt x="7664740" y="184779"/>
                  </a:lnTo>
                  <a:lnTo>
                    <a:pt x="7664866" y="184779"/>
                  </a:lnTo>
                  <a:lnTo>
                    <a:pt x="7664992" y="184779"/>
                  </a:lnTo>
                  <a:lnTo>
                    <a:pt x="7665118" y="184779"/>
                  </a:lnTo>
                  <a:lnTo>
                    <a:pt x="7665244" y="184779"/>
                  </a:lnTo>
                  <a:lnTo>
                    <a:pt x="7665370" y="184779"/>
                  </a:lnTo>
                  <a:lnTo>
                    <a:pt x="7665496" y="184779"/>
                  </a:lnTo>
                  <a:lnTo>
                    <a:pt x="7665622" y="184779"/>
                  </a:lnTo>
                  <a:lnTo>
                    <a:pt x="7665748" y="184779"/>
                  </a:lnTo>
                  <a:lnTo>
                    <a:pt x="7665874" y="184779"/>
                  </a:lnTo>
                  <a:lnTo>
                    <a:pt x="7666001" y="184779"/>
                  </a:lnTo>
                  <a:lnTo>
                    <a:pt x="7666127" y="184779"/>
                  </a:lnTo>
                  <a:lnTo>
                    <a:pt x="7666253" y="184779"/>
                  </a:lnTo>
                  <a:lnTo>
                    <a:pt x="7666379" y="184779"/>
                  </a:lnTo>
                  <a:lnTo>
                    <a:pt x="7666505" y="184779"/>
                  </a:lnTo>
                  <a:lnTo>
                    <a:pt x="7666631" y="184779"/>
                  </a:lnTo>
                  <a:lnTo>
                    <a:pt x="7666757" y="184779"/>
                  </a:lnTo>
                  <a:lnTo>
                    <a:pt x="7666883" y="184779"/>
                  </a:lnTo>
                  <a:lnTo>
                    <a:pt x="7667009" y="184779"/>
                  </a:lnTo>
                  <a:lnTo>
                    <a:pt x="7667135" y="184779"/>
                  </a:lnTo>
                  <a:lnTo>
                    <a:pt x="7667261" y="184779"/>
                  </a:lnTo>
                  <a:lnTo>
                    <a:pt x="7667388" y="184779"/>
                  </a:lnTo>
                  <a:lnTo>
                    <a:pt x="7667514" y="184779"/>
                  </a:lnTo>
                  <a:lnTo>
                    <a:pt x="7667640" y="184779"/>
                  </a:lnTo>
                  <a:lnTo>
                    <a:pt x="7667766" y="184779"/>
                  </a:lnTo>
                  <a:lnTo>
                    <a:pt x="7667892" y="184779"/>
                  </a:lnTo>
                  <a:lnTo>
                    <a:pt x="7668018" y="184779"/>
                  </a:lnTo>
                  <a:lnTo>
                    <a:pt x="7668144" y="184779"/>
                  </a:lnTo>
                  <a:lnTo>
                    <a:pt x="7668270" y="184779"/>
                  </a:lnTo>
                  <a:lnTo>
                    <a:pt x="7668396" y="184779"/>
                  </a:lnTo>
                  <a:lnTo>
                    <a:pt x="7668522" y="184779"/>
                  </a:lnTo>
                  <a:lnTo>
                    <a:pt x="7668648" y="184779"/>
                  </a:lnTo>
                  <a:lnTo>
                    <a:pt x="7668774" y="184779"/>
                  </a:lnTo>
                  <a:lnTo>
                    <a:pt x="7668901" y="184779"/>
                  </a:lnTo>
                  <a:lnTo>
                    <a:pt x="7669027" y="184779"/>
                  </a:lnTo>
                  <a:lnTo>
                    <a:pt x="7669153" y="184779"/>
                  </a:lnTo>
                  <a:lnTo>
                    <a:pt x="7669279" y="184779"/>
                  </a:lnTo>
                  <a:lnTo>
                    <a:pt x="7669405" y="184779"/>
                  </a:lnTo>
                  <a:lnTo>
                    <a:pt x="7669531" y="184779"/>
                  </a:lnTo>
                  <a:lnTo>
                    <a:pt x="7669657" y="184779"/>
                  </a:lnTo>
                  <a:lnTo>
                    <a:pt x="7669783" y="184779"/>
                  </a:lnTo>
                  <a:lnTo>
                    <a:pt x="7669909" y="184779"/>
                  </a:lnTo>
                  <a:lnTo>
                    <a:pt x="7670035" y="184779"/>
                  </a:lnTo>
                  <a:lnTo>
                    <a:pt x="7670161" y="184779"/>
                  </a:lnTo>
                  <a:lnTo>
                    <a:pt x="7670288" y="184779"/>
                  </a:lnTo>
                  <a:lnTo>
                    <a:pt x="7670414" y="184779"/>
                  </a:lnTo>
                  <a:lnTo>
                    <a:pt x="7670540" y="184779"/>
                  </a:lnTo>
                  <a:lnTo>
                    <a:pt x="7670666" y="184779"/>
                  </a:lnTo>
                  <a:lnTo>
                    <a:pt x="7670792" y="184779"/>
                  </a:lnTo>
                  <a:lnTo>
                    <a:pt x="7670918" y="184779"/>
                  </a:lnTo>
                  <a:lnTo>
                    <a:pt x="7671044" y="184779"/>
                  </a:lnTo>
                  <a:lnTo>
                    <a:pt x="7671170" y="184779"/>
                  </a:lnTo>
                  <a:lnTo>
                    <a:pt x="7671296" y="184779"/>
                  </a:lnTo>
                  <a:lnTo>
                    <a:pt x="7671422" y="184779"/>
                  </a:lnTo>
                  <a:lnTo>
                    <a:pt x="7671548" y="184779"/>
                  </a:lnTo>
                  <a:lnTo>
                    <a:pt x="7671674" y="184779"/>
                  </a:lnTo>
                  <a:lnTo>
                    <a:pt x="7671801" y="184779"/>
                  </a:lnTo>
                  <a:lnTo>
                    <a:pt x="7671927" y="184779"/>
                  </a:lnTo>
                  <a:lnTo>
                    <a:pt x="7672053" y="184779"/>
                  </a:lnTo>
                  <a:lnTo>
                    <a:pt x="7672179" y="184779"/>
                  </a:lnTo>
                  <a:lnTo>
                    <a:pt x="7672305" y="184779"/>
                  </a:lnTo>
                  <a:lnTo>
                    <a:pt x="7672431" y="184779"/>
                  </a:lnTo>
                  <a:lnTo>
                    <a:pt x="7672557" y="184779"/>
                  </a:lnTo>
                  <a:lnTo>
                    <a:pt x="7672683" y="184779"/>
                  </a:lnTo>
                  <a:lnTo>
                    <a:pt x="7672809" y="184779"/>
                  </a:lnTo>
                  <a:lnTo>
                    <a:pt x="7672935" y="184779"/>
                  </a:lnTo>
                  <a:lnTo>
                    <a:pt x="7673061" y="184779"/>
                  </a:lnTo>
                  <a:lnTo>
                    <a:pt x="7673188" y="184779"/>
                  </a:lnTo>
                  <a:lnTo>
                    <a:pt x="7673314" y="184779"/>
                  </a:lnTo>
                  <a:lnTo>
                    <a:pt x="7673440" y="184779"/>
                  </a:lnTo>
                  <a:lnTo>
                    <a:pt x="7673566" y="184779"/>
                  </a:lnTo>
                  <a:lnTo>
                    <a:pt x="7673692" y="184779"/>
                  </a:lnTo>
                  <a:lnTo>
                    <a:pt x="7673818" y="184779"/>
                  </a:lnTo>
                  <a:lnTo>
                    <a:pt x="7673944" y="184779"/>
                  </a:lnTo>
                  <a:lnTo>
                    <a:pt x="7674070" y="184779"/>
                  </a:lnTo>
                  <a:lnTo>
                    <a:pt x="7674196" y="184779"/>
                  </a:lnTo>
                  <a:lnTo>
                    <a:pt x="7674322" y="184779"/>
                  </a:lnTo>
                  <a:lnTo>
                    <a:pt x="7674448" y="184779"/>
                  </a:lnTo>
                  <a:lnTo>
                    <a:pt x="7674574" y="184779"/>
                  </a:lnTo>
                  <a:lnTo>
                    <a:pt x="7674701" y="184779"/>
                  </a:lnTo>
                  <a:lnTo>
                    <a:pt x="7674827" y="184779"/>
                  </a:lnTo>
                  <a:lnTo>
                    <a:pt x="7674953" y="184779"/>
                  </a:lnTo>
                  <a:lnTo>
                    <a:pt x="7675079" y="184779"/>
                  </a:lnTo>
                  <a:lnTo>
                    <a:pt x="7675205" y="184779"/>
                  </a:lnTo>
                  <a:lnTo>
                    <a:pt x="7675331" y="184779"/>
                  </a:lnTo>
                  <a:lnTo>
                    <a:pt x="7675457" y="184779"/>
                  </a:lnTo>
                  <a:lnTo>
                    <a:pt x="7675583" y="184779"/>
                  </a:lnTo>
                  <a:lnTo>
                    <a:pt x="7675709" y="184779"/>
                  </a:lnTo>
                  <a:lnTo>
                    <a:pt x="7675835" y="184779"/>
                  </a:lnTo>
                  <a:lnTo>
                    <a:pt x="7675961" y="184779"/>
                  </a:lnTo>
                  <a:lnTo>
                    <a:pt x="7676088" y="184779"/>
                  </a:lnTo>
                  <a:lnTo>
                    <a:pt x="7676214" y="184779"/>
                  </a:lnTo>
                  <a:lnTo>
                    <a:pt x="7676340" y="184779"/>
                  </a:lnTo>
                  <a:lnTo>
                    <a:pt x="7676466" y="184779"/>
                  </a:lnTo>
                  <a:lnTo>
                    <a:pt x="7676592" y="184779"/>
                  </a:lnTo>
                  <a:lnTo>
                    <a:pt x="7676718" y="184779"/>
                  </a:lnTo>
                  <a:lnTo>
                    <a:pt x="7676844" y="184779"/>
                  </a:lnTo>
                  <a:lnTo>
                    <a:pt x="7676970" y="184779"/>
                  </a:lnTo>
                  <a:lnTo>
                    <a:pt x="7677096" y="184779"/>
                  </a:lnTo>
                  <a:lnTo>
                    <a:pt x="7677222" y="184779"/>
                  </a:lnTo>
                  <a:lnTo>
                    <a:pt x="7677348" y="184779"/>
                  </a:lnTo>
                  <a:lnTo>
                    <a:pt x="7677475" y="184779"/>
                  </a:lnTo>
                  <a:lnTo>
                    <a:pt x="7677601" y="184779"/>
                  </a:lnTo>
                  <a:lnTo>
                    <a:pt x="7677727" y="184779"/>
                  </a:lnTo>
                  <a:lnTo>
                    <a:pt x="7677853" y="184779"/>
                  </a:lnTo>
                  <a:lnTo>
                    <a:pt x="7677979" y="184779"/>
                  </a:lnTo>
                  <a:lnTo>
                    <a:pt x="7678105" y="184779"/>
                  </a:lnTo>
                  <a:lnTo>
                    <a:pt x="7678231" y="184779"/>
                  </a:lnTo>
                  <a:lnTo>
                    <a:pt x="7678357" y="184779"/>
                  </a:lnTo>
                  <a:lnTo>
                    <a:pt x="7678483" y="184779"/>
                  </a:lnTo>
                  <a:lnTo>
                    <a:pt x="7678609" y="184779"/>
                  </a:lnTo>
                  <a:lnTo>
                    <a:pt x="7678735" y="184779"/>
                  </a:lnTo>
                  <a:lnTo>
                    <a:pt x="7678861" y="184779"/>
                  </a:lnTo>
                  <a:lnTo>
                    <a:pt x="7678988" y="184779"/>
                  </a:lnTo>
                  <a:lnTo>
                    <a:pt x="7679114" y="184779"/>
                  </a:lnTo>
                  <a:lnTo>
                    <a:pt x="7679240" y="184779"/>
                  </a:lnTo>
                  <a:lnTo>
                    <a:pt x="7679366" y="184779"/>
                  </a:lnTo>
                  <a:lnTo>
                    <a:pt x="7679492" y="184779"/>
                  </a:lnTo>
                  <a:lnTo>
                    <a:pt x="7679618" y="184779"/>
                  </a:lnTo>
                  <a:lnTo>
                    <a:pt x="7679744" y="184779"/>
                  </a:lnTo>
                  <a:lnTo>
                    <a:pt x="7679870" y="184779"/>
                  </a:lnTo>
                  <a:lnTo>
                    <a:pt x="7679996" y="184779"/>
                  </a:lnTo>
                  <a:lnTo>
                    <a:pt x="7680122" y="184779"/>
                  </a:lnTo>
                  <a:lnTo>
                    <a:pt x="7680248" y="184779"/>
                  </a:lnTo>
                  <a:lnTo>
                    <a:pt x="7680375" y="184779"/>
                  </a:lnTo>
                  <a:lnTo>
                    <a:pt x="7680501" y="184779"/>
                  </a:lnTo>
                  <a:lnTo>
                    <a:pt x="7680627" y="184779"/>
                  </a:lnTo>
                  <a:lnTo>
                    <a:pt x="7680753" y="184779"/>
                  </a:lnTo>
                  <a:lnTo>
                    <a:pt x="7680879" y="184779"/>
                  </a:lnTo>
                  <a:lnTo>
                    <a:pt x="7681005" y="184779"/>
                  </a:lnTo>
                  <a:lnTo>
                    <a:pt x="7681131" y="184779"/>
                  </a:lnTo>
                  <a:lnTo>
                    <a:pt x="7681257" y="184779"/>
                  </a:lnTo>
                  <a:lnTo>
                    <a:pt x="7681383" y="184779"/>
                  </a:lnTo>
                  <a:lnTo>
                    <a:pt x="7681509" y="184779"/>
                  </a:lnTo>
                  <a:lnTo>
                    <a:pt x="7681635" y="184779"/>
                  </a:lnTo>
                  <a:lnTo>
                    <a:pt x="7681761" y="184779"/>
                  </a:lnTo>
                  <a:lnTo>
                    <a:pt x="7681888" y="184779"/>
                  </a:lnTo>
                  <a:lnTo>
                    <a:pt x="7682014" y="184779"/>
                  </a:lnTo>
                  <a:lnTo>
                    <a:pt x="7682140" y="184779"/>
                  </a:lnTo>
                  <a:lnTo>
                    <a:pt x="7682266" y="184779"/>
                  </a:lnTo>
                  <a:lnTo>
                    <a:pt x="7682392" y="184779"/>
                  </a:lnTo>
                  <a:lnTo>
                    <a:pt x="7682518" y="184779"/>
                  </a:lnTo>
                  <a:lnTo>
                    <a:pt x="7682644" y="184779"/>
                  </a:lnTo>
                  <a:lnTo>
                    <a:pt x="7682770" y="184779"/>
                  </a:lnTo>
                  <a:lnTo>
                    <a:pt x="7682896" y="184779"/>
                  </a:lnTo>
                  <a:lnTo>
                    <a:pt x="7683022" y="184779"/>
                  </a:lnTo>
                  <a:lnTo>
                    <a:pt x="7683148" y="184779"/>
                  </a:lnTo>
                  <a:lnTo>
                    <a:pt x="7683275" y="184779"/>
                  </a:lnTo>
                  <a:lnTo>
                    <a:pt x="7683401" y="184779"/>
                  </a:lnTo>
                  <a:lnTo>
                    <a:pt x="7683527" y="184779"/>
                  </a:lnTo>
                  <a:lnTo>
                    <a:pt x="7683653" y="184779"/>
                  </a:lnTo>
                  <a:lnTo>
                    <a:pt x="7683779" y="184779"/>
                  </a:lnTo>
                  <a:lnTo>
                    <a:pt x="7683905" y="184779"/>
                  </a:lnTo>
                  <a:lnTo>
                    <a:pt x="7684031" y="184779"/>
                  </a:lnTo>
                  <a:lnTo>
                    <a:pt x="7684157" y="184779"/>
                  </a:lnTo>
                  <a:lnTo>
                    <a:pt x="7684283" y="184779"/>
                  </a:lnTo>
                  <a:lnTo>
                    <a:pt x="7684409" y="184779"/>
                  </a:lnTo>
                  <a:lnTo>
                    <a:pt x="7684535" y="184779"/>
                  </a:lnTo>
                  <a:lnTo>
                    <a:pt x="7684662" y="184779"/>
                  </a:lnTo>
                  <a:lnTo>
                    <a:pt x="7684788" y="184779"/>
                  </a:lnTo>
                  <a:lnTo>
                    <a:pt x="7684914" y="184779"/>
                  </a:lnTo>
                  <a:lnTo>
                    <a:pt x="7685040" y="184779"/>
                  </a:lnTo>
                  <a:lnTo>
                    <a:pt x="7685166" y="184779"/>
                  </a:lnTo>
                  <a:lnTo>
                    <a:pt x="7685292" y="184779"/>
                  </a:lnTo>
                  <a:lnTo>
                    <a:pt x="7685418" y="184779"/>
                  </a:lnTo>
                  <a:lnTo>
                    <a:pt x="7685544" y="184779"/>
                  </a:lnTo>
                  <a:lnTo>
                    <a:pt x="7685670" y="184779"/>
                  </a:lnTo>
                  <a:lnTo>
                    <a:pt x="7685796" y="184779"/>
                  </a:lnTo>
                  <a:lnTo>
                    <a:pt x="7685922" y="184779"/>
                  </a:lnTo>
                  <a:lnTo>
                    <a:pt x="7686048" y="184779"/>
                  </a:lnTo>
                  <a:lnTo>
                    <a:pt x="7686175" y="184779"/>
                  </a:lnTo>
                  <a:lnTo>
                    <a:pt x="7686301" y="184779"/>
                  </a:lnTo>
                  <a:lnTo>
                    <a:pt x="7686427" y="184779"/>
                  </a:lnTo>
                  <a:lnTo>
                    <a:pt x="7686553" y="184779"/>
                  </a:lnTo>
                  <a:lnTo>
                    <a:pt x="7686679" y="184779"/>
                  </a:lnTo>
                  <a:lnTo>
                    <a:pt x="7686805" y="184779"/>
                  </a:lnTo>
                  <a:lnTo>
                    <a:pt x="7686931" y="184779"/>
                  </a:lnTo>
                  <a:lnTo>
                    <a:pt x="7687057" y="184779"/>
                  </a:lnTo>
                  <a:lnTo>
                    <a:pt x="7687183" y="184779"/>
                  </a:lnTo>
                  <a:lnTo>
                    <a:pt x="7687309" y="184779"/>
                  </a:lnTo>
                  <a:lnTo>
                    <a:pt x="7687435" y="184779"/>
                  </a:lnTo>
                  <a:lnTo>
                    <a:pt x="7687562" y="184779"/>
                  </a:lnTo>
                  <a:lnTo>
                    <a:pt x="7687688" y="184779"/>
                  </a:lnTo>
                  <a:lnTo>
                    <a:pt x="7687814" y="184779"/>
                  </a:lnTo>
                  <a:lnTo>
                    <a:pt x="7687940" y="184779"/>
                  </a:lnTo>
                  <a:lnTo>
                    <a:pt x="7688066" y="184779"/>
                  </a:lnTo>
                  <a:lnTo>
                    <a:pt x="7688192" y="184779"/>
                  </a:lnTo>
                  <a:lnTo>
                    <a:pt x="7688318" y="184779"/>
                  </a:lnTo>
                  <a:lnTo>
                    <a:pt x="7688444" y="184779"/>
                  </a:lnTo>
                  <a:lnTo>
                    <a:pt x="7688570" y="184779"/>
                  </a:lnTo>
                  <a:lnTo>
                    <a:pt x="7688696" y="184779"/>
                  </a:lnTo>
                  <a:lnTo>
                    <a:pt x="7688822" y="184779"/>
                  </a:lnTo>
                  <a:lnTo>
                    <a:pt x="7688948" y="184779"/>
                  </a:lnTo>
                  <a:lnTo>
                    <a:pt x="7689075" y="184779"/>
                  </a:lnTo>
                  <a:lnTo>
                    <a:pt x="7689201" y="184779"/>
                  </a:lnTo>
                  <a:lnTo>
                    <a:pt x="7689327" y="184779"/>
                  </a:lnTo>
                  <a:lnTo>
                    <a:pt x="7689453" y="184779"/>
                  </a:lnTo>
                  <a:lnTo>
                    <a:pt x="7689579" y="184779"/>
                  </a:lnTo>
                  <a:lnTo>
                    <a:pt x="7689705" y="184779"/>
                  </a:lnTo>
                  <a:lnTo>
                    <a:pt x="7689831" y="184779"/>
                  </a:lnTo>
                  <a:lnTo>
                    <a:pt x="7689957" y="184779"/>
                  </a:lnTo>
                  <a:lnTo>
                    <a:pt x="7690083" y="184779"/>
                  </a:lnTo>
                  <a:lnTo>
                    <a:pt x="7690209" y="184779"/>
                  </a:lnTo>
                  <a:lnTo>
                    <a:pt x="7690335" y="184779"/>
                  </a:lnTo>
                  <a:lnTo>
                    <a:pt x="7690462" y="184779"/>
                  </a:lnTo>
                  <a:lnTo>
                    <a:pt x="7690588" y="184779"/>
                  </a:lnTo>
                  <a:lnTo>
                    <a:pt x="7690714" y="184779"/>
                  </a:lnTo>
                  <a:lnTo>
                    <a:pt x="7690840" y="184779"/>
                  </a:lnTo>
                  <a:lnTo>
                    <a:pt x="7690966" y="184779"/>
                  </a:lnTo>
                  <a:lnTo>
                    <a:pt x="7691092" y="184779"/>
                  </a:lnTo>
                  <a:lnTo>
                    <a:pt x="7691218" y="184779"/>
                  </a:lnTo>
                  <a:lnTo>
                    <a:pt x="7691344" y="184779"/>
                  </a:lnTo>
                  <a:lnTo>
                    <a:pt x="7691470" y="184779"/>
                  </a:lnTo>
                  <a:lnTo>
                    <a:pt x="7691596" y="184779"/>
                  </a:lnTo>
                  <a:lnTo>
                    <a:pt x="7691722" y="184779"/>
                  </a:lnTo>
                  <a:lnTo>
                    <a:pt x="7691849" y="184779"/>
                  </a:lnTo>
                  <a:lnTo>
                    <a:pt x="7691975" y="184779"/>
                  </a:lnTo>
                  <a:lnTo>
                    <a:pt x="7692101" y="184779"/>
                  </a:lnTo>
                  <a:lnTo>
                    <a:pt x="7692227" y="184779"/>
                  </a:lnTo>
                  <a:lnTo>
                    <a:pt x="7692353" y="184779"/>
                  </a:lnTo>
                  <a:lnTo>
                    <a:pt x="7692479" y="184779"/>
                  </a:lnTo>
                  <a:lnTo>
                    <a:pt x="7692605" y="184779"/>
                  </a:lnTo>
                  <a:lnTo>
                    <a:pt x="7692731" y="184779"/>
                  </a:lnTo>
                  <a:lnTo>
                    <a:pt x="7692857" y="184779"/>
                  </a:lnTo>
                  <a:lnTo>
                    <a:pt x="7692983" y="184779"/>
                  </a:lnTo>
                  <a:lnTo>
                    <a:pt x="7693109" y="184779"/>
                  </a:lnTo>
                  <a:lnTo>
                    <a:pt x="7693235" y="184779"/>
                  </a:lnTo>
                  <a:lnTo>
                    <a:pt x="7693362" y="184779"/>
                  </a:lnTo>
                  <a:lnTo>
                    <a:pt x="7693488" y="184779"/>
                  </a:lnTo>
                  <a:lnTo>
                    <a:pt x="7693614" y="184779"/>
                  </a:lnTo>
                  <a:lnTo>
                    <a:pt x="7693740" y="184779"/>
                  </a:lnTo>
                  <a:lnTo>
                    <a:pt x="7693866" y="184779"/>
                  </a:lnTo>
                  <a:lnTo>
                    <a:pt x="7693992" y="184779"/>
                  </a:lnTo>
                  <a:lnTo>
                    <a:pt x="7694118" y="184779"/>
                  </a:lnTo>
                  <a:lnTo>
                    <a:pt x="7694244" y="184779"/>
                  </a:lnTo>
                  <a:lnTo>
                    <a:pt x="7694370" y="184779"/>
                  </a:lnTo>
                  <a:lnTo>
                    <a:pt x="7694496" y="184779"/>
                  </a:lnTo>
                  <a:lnTo>
                    <a:pt x="7694622" y="184779"/>
                  </a:lnTo>
                  <a:lnTo>
                    <a:pt x="7694749" y="184779"/>
                  </a:lnTo>
                  <a:lnTo>
                    <a:pt x="7694875" y="184779"/>
                  </a:lnTo>
                  <a:lnTo>
                    <a:pt x="7695001" y="184779"/>
                  </a:lnTo>
                  <a:lnTo>
                    <a:pt x="7695127" y="184779"/>
                  </a:lnTo>
                  <a:lnTo>
                    <a:pt x="7695253" y="184779"/>
                  </a:lnTo>
                  <a:lnTo>
                    <a:pt x="7695379" y="184779"/>
                  </a:lnTo>
                  <a:lnTo>
                    <a:pt x="7695505" y="184779"/>
                  </a:lnTo>
                  <a:lnTo>
                    <a:pt x="7695631" y="184779"/>
                  </a:lnTo>
                  <a:lnTo>
                    <a:pt x="7695757" y="184779"/>
                  </a:lnTo>
                  <a:lnTo>
                    <a:pt x="7695883" y="184779"/>
                  </a:lnTo>
                  <a:lnTo>
                    <a:pt x="7696009" y="184779"/>
                  </a:lnTo>
                  <a:lnTo>
                    <a:pt x="7696135" y="184779"/>
                  </a:lnTo>
                  <a:lnTo>
                    <a:pt x="7696262" y="184779"/>
                  </a:lnTo>
                  <a:lnTo>
                    <a:pt x="7696388" y="184779"/>
                  </a:lnTo>
                  <a:lnTo>
                    <a:pt x="7696514" y="184779"/>
                  </a:lnTo>
                  <a:lnTo>
                    <a:pt x="7696640" y="184779"/>
                  </a:lnTo>
                  <a:lnTo>
                    <a:pt x="7696766" y="184779"/>
                  </a:lnTo>
                  <a:lnTo>
                    <a:pt x="7696892" y="184779"/>
                  </a:lnTo>
                  <a:lnTo>
                    <a:pt x="7697018" y="184779"/>
                  </a:lnTo>
                  <a:lnTo>
                    <a:pt x="7697144" y="184779"/>
                  </a:lnTo>
                  <a:lnTo>
                    <a:pt x="7697270" y="184779"/>
                  </a:lnTo>
                  <a:lnTo>
                    <a:pt x="7697396" y="184779"/>
                  </a:lnTo>
                  <a:lnTo>
                    <a:pt x="7697522" y="184779"/>
                  </a:lnTo>
                  <a:lnTo>
                    <a:pt x="7697649" y="184779"/>
                  </a:lnTo>
                  <a:lnTo>
                    <a:pt x="7697775" y="184779"/>
                  </a:lnTo>
                  <a:lnTo>
                    <a:pt x="7697901" y="184779"/>
                  </a:lnTo>
                  <a:lnTo>
                    <a:pt x="7698027" y="184779"/>
                  </a:lnTo>
                  <a:lnTo>
                    <a:pt x="7698153" y="184779"/>
                  </a:lnTo>
                  <a:lnTo>
                    <a:pt x="7698279" y="184779"/>
                  </a:lnTo>
                  <a:lnTo>
                    <a:pt x="7698405" y="184779"/>
                  </a:lnTo>
                  <a:lnTo>
                    <a:pt x="7698531" y="184779"/>
                  </a:lnTo>
                  <a:lnTo>
                    <a:pt x="7698657" y="184779"/>
                  </a:lnTo>
                  <a:lnTo>
                    <a:pt x="7698783" y="184779"/>
                  </a:lnTo>
                  <a:lnTo>
                    <a:pt x="7698909" y="184779"/>
                  </a:lnTo>
                  <a:lnTo>
                    <a:pt x="7699035" y="184779"/>
                  </a:lnTo>
                  <a:lnTo>
                    <a:pt x="7699162" y="184779"/>
                  </a:lnTo>
                  <a:lnTo>
                    <a:pt x="7699288" y="184779"/>
                  </a:lnTo>
                  <a:lnTo>
                    <a:pt x="7699414" y="184779"/>
                  </a:lnTo>
                  <a:lnTo>
                    <a:pt x="7699540" y="184779"/>
                  </a:lnTo>
                  <a:lnTo>
                    <a:pt x="7699666" y="184779"/>
                  </a:lnTo>
                  <a:lnTo>
                    <a:pt x="7699792" y="184779"/>
                  </a:lnTo>
                  <a:lnTo>
                    <a:pt x="7699918" y="184779"/>
                  </a:lnTo>
                  <a:lnTo>
                    <a:pt x="7700044" y="184779"/>
                  </a:lnTo>
                  <a:lnTo>
                    <a:pt x="7700170" y="184779"/>
                  </a:lnTo>
                  <a:lnTo>
                    <a:pt x="7700296" y="184779"/>
                  </a:lnTo>
                  <a:lnTo>
                    <a:pt x="7700422" y="184779"/>
                  </a:lnTo>
                  <a:lnTo>
                    <a:pt x="7700549" y="184779"/>
                  </a:lnTo>
                  <a:lnTo>
                    <a:pt x="7700675" y="184779"/>
                  </a:lnTo>
                  <a:lnTo>
                    <a:pt x="7700801" y="184779"/>
                  </a:lnTo>
                  <a:lnTo>
                    <a:pt x="7700927" y="184779"/>
                  </a:lnTo>
                  <a:lnTo>
                    <a:pt x="7701053" y="184779"/>
                  </a:lnTo>
                  <a:lnTo>
                    <a:pt x="7701179" y="184779"/>
                  </a:lnTo>
                  <a:lnTo>
                    <a:pt x="7701305" y="184779"/>
                  </a:lnTo>
                  <a:lnTo>
                    <a:pt x="7701431" y="184779"/>
                  </a:lnTo>
                  <a:lnTo>
                    <a:pt x="7701557" y="184779"/>
                  </a:lnTo>
                  <a:lnTo>
                    <a:pt x="7701683" y="184779"/>
                  </a:lnTo>
                  <a:lnTo>
                    <a:pt x="7701809" y="184779"/>
                  </a:lnTo>
                  <a:lnTo>
                    <a:pt x="7701936" y="184779"/>
                  </a:lnTo>
                  <a:lnTo>
                    <a:pt x="7702062" y="184779"/>
                  </a:lnTo>
                  <a:lnTo>
                    <a:pt x="7702188" y="184779"/>
                  </a:lnTo>
                  <a:lnTo>
                    <a:pt x="7702314" y="184779"/>
                  </a:lnTo>
                  <a:lnTo>
                    <a:pt x="7702440" y="184779"/>
                  </a:lnTo>
                  <a:lnTo>
                    <a:pt x="7702566" y="184779"/>
                  </a:lnTo>
                  <a:lnTo>
                    <a:pt x="7702692" y="184779"/>
                  </a:lnTo>
                  <a:lnTo>
                    <a:pt x="7702818" y="184779"/>
                  </a:lnTo>
                  <a:lnTo>
                    <a:pt x="7702944" y="184779"/>
                  </a:lnTo>
                  <a:lnTo>
                    <a:pt x="7703070" y="184779"/>
                  </a:lnTo>
                  <a:lnTo>
                    <a:pt x="7703196" y="184779"/>
                  </a:lnTo>
                  <a:lnTo>
                    <a:pt x="7703322" y="184779"/>
                  </a:lnTo>
                  <a:lnTo>
                    <a:pt x="7703449" y="184779"/>
                  </a:lnTo>
                  <a:lnTo>
                    <a:pt x="7703575" y="184779"/>
                  </a:lnTo>
                  <a:lnTo>
                    <a:pt x="7703701" y="184779"/>
                  </a:lnTo>
                  <a:lnTo>
                    <a:pt x="7703827" y="184779"/>
                  </a:lnTo>
                  <a:lnTo>
                    <a:pt x="7703953" y="184779"/>
                  </a:lnTo>
                  <a:lnTo>
                    <a:pt x="7704079" y="184779"/>
                  </a:lnTo>
                  <a:lnTo>
                    <a:pt x="7704205" y="184779"/>
                  </a:lnTo>
                  <a:lnTo>
                    <a:pt x="7704331" y="184779"/>
                  </a:lnTo>
                  <a:lnTo>
                    <a:pt x="7704457" y="184779"/>
                  </a:lnTo>
                  <a:lnTo>
                    <a:pt x="7704583" y="184779"/>
                  </a:lnTo>
                  <a:lnTo>
                    <a:pt x="7704709" y="184779"/>
                  </a:lnTo>
                  <a:lnTo>
                    <a:pt x="7704836" y="184779"/>
                  </a:lnTo>
                  <a:lnTo>
                    <a:pt x="7704962" y="184779"/>
                  </a:lnTo>
                  <a:lnTo>
                    <a:pt x="7705088" y="184779"/>
                  </a:lnTo>
                  <a:lnTo>
                    <a:pt x="7705214" y="184779"/>
                  </a:lnTo>
                  <a:lnTo>
                    <a:pt x="7705340" y="184779"/>
                  </a:lnTo>
                  <a:lnTo>
                    <a:pt x="7705466" y="184779"/>
                  </a:lnTo>
                  <a:lnTo>
                    <a:pt x="7705592" y="184779"/>
                  </a:lnTo>
                  <a:lnTo>
                    <a:pt x="7705718" y="184779"/>
                  </a:lnTo>
                  <a:lnTo>
                    <a:pt x="7705844" y="184779"/>
                  </a:lnTo>
                  <a:lnTo>
                    <a:pt x="7705970" y="184779"/>
                  </a:lnTo>
                  <a:lnTo>
                    <a:pt x="7706096" y="184779"/>
                  </a:lnTo>
                  <a:lnTo>
                    <a:pt x="7706222" y="184779"/>
                  </a:lnTo>
                  <a:lnTo>
                    <a:pt x="7706349" y="184779"/>
                  </a:lnTo>
                  <a:lnTo>
                    <a:pt x="7706475" y="184779"/>
                  </a:lnTo>
                  <a:lnTo>
                    <a:pt x="7706601" y="184779"/>
                  </a:lnTo>
                  <a:lnTo>
                    <a:pt x="7706727" y="184779"/>
                  </a:lnTo>
                  <a:lnTo>
                    <a:pt x="7706853" y="184779"/>
                  </a:lnTo>
                  <a:lnTo>
                    <a:pt x="7706979" y="184779"/>
                  </a:lnTo>
                  <a:lnTo>
                    <a:pt x="7707105" y="184779"/>
                  </a:lnTo>
                  <a:lnTo>
                    <a:pt x="7707231" y="184779"/>
                  </a:lnTo>
                  <a:lnTo>
                    <a:pt x="7707357" y="184779"/>
                  </a:lnTo>
                  <a:lnTo>
                    <a:pt x="7707483" y="184779"/>
                  </a:lnTo>
                  <a:lnTo>
                    <a:pt x="7707609" y="184779"/>
                  </a:lnTo>
                  <a:lnTo>
                    <a:pt x="7707736" y="184779"/>
                  </a:lnTo>
                  <a:lnTo>
                    <a:pt x="7707862" y="184779"/>
                  </a:lnTo>
                  <a:lnTo>
                    <a:pt x="7707988" y="184779"/>
                  </a:lnTo>
                  <a:lnTo>
                    <a:pt x="7708114" y="184779"/>
                  </a:lnTo>
                  <a:lnTo>
                    <a:pt x="7708240" y="184779"/>
                  </a:lnTo>
                  <a:lnTo>
                    <a:pt x="7708366" y="184779"/>
                  </a:lnTo>
                  <a:lnTo>
                    <a:pt x="7708492" y="184779"/>
                  </a:lnTo>
                  <a:lnTo>
                    <a:pt x="7708618" y="184779"/>
                  </a:lnTo>
                  <a:lnTo>
                    <a:pt x="7708744" y="184779"/>
                  </a:lnTo>
                  <a:lnTo>
                    <a:pt x="7708870" y="184779"/>
                  </a:lnTo>
                  <a:lnTo>
                    <a:pt x="7708996" y="184779"/>
                  </a:lnTo>
                  <a:lnTo>
                    <a:pt x="7709123" y="184779"/>
                  </a:lnTo>
                  <a:lnTo>
                    <a:pt x="7709249" y="184779"/>
                  </a:lnTo>
                  <a:lnTo>
                    <a:pt x="7709375" y="184779"/>
                  </a:lnTo>
                  <a:lnTo>
                    <a:pt x="7709501" y="184779"/>
                  </a:lnTo>
                  <a:lnTo>
                    <a:pt x="7709627" y="184779"/>
                  </a:lnTo>
                  <a:lnTo>
                    <a:pt x="7709753" y="184779"/>
                  </a:lnTo>
                  <a:lnTo>
                    <a:pt x="7709879" y="184779"/>
                  </a:lnTo>
                  <a:lnTo>
                    <a:pt x="7710005" y="184779"/>
                  </a:lnTo>
                  <a:lnTo>
                    <a:pt x="7710131" y="184779"/>
                  </a:lnTo>
                  <a:lnTo>
                    <a:pt x="7710257" y="184779"/>
                  </a:lnTo>
                  <a:lnTo>
                    <a:pt x="7710383" y="184779"/>
                  </a:lnTo>
                  <a:lnTo>
                    <a:pt x="7710509" y="184779"/>
                  </a:lnTo>
                  <a:lnTo>
                    <a:pt x="7710636" y="184779"/>
                  </a:lnTo>
                  <a:lnTo>
                    <a:pt x="7710762" y="184779"/>
                  </a:lnTo>
                  <a:lnTo>
                    <a:pt x="7710888" y="184779"/>
                  </a:lnTo>
                  <a:lnTo>
                    <a:pt x="7711014" y="184779"/>
                  </a:lnTo>
                  <a:lnTo>
                    <a:pt x="7711140" y="184779"/>
                  </a:lnTo>
                  <a:lnTo>
                    <a:pt x="7711266" y="184779"/>
                  </a:lnTo>
                  <a:lnTo>
                    <a:pt x="7711392" y="184779"/>
                  </a:lnTo>
                  <a:lnTo>
                    <a:pt x="7711518" y="184779"/>
                  </a:lnTo>
                  <a:lnTo>
                    <a:pt x="7711644" y="184779"/>
                  </a:lnTo>
                  <a:lnTo>
                    <a:pt x="7711770" y="184779"/>
                  </a:lnTo>
                  <a:lnTo>
                    <a:pt x="7711896" y="184779"/>
                  </a:lnTo>
                  <a:lnTo>
                    <a:pt x="7712023" y="184779"/>
                  </a:lnTo>
                  <a:lnTo>
                    <a:pt x="7712149" y="184779"/>
                  </a:lnTo>
                  <a:lnTo>
                    <a:pt x="7712275" y="184779"/>
                  </a:lnTo>
                  <a:lnTo>
                    <a:pt x="7712401" y="184779"/>
                  </a:lnTo>
                  <a:lnTo>
                    <a:pt x="7712527" y="184779"/>
                  </a:lnTo>
                  <a:lnTo>
                    <a:pt x="7712653" y="184779"/>
                  </a:lnTo>
                  <a:lnTo>
                    <a:pt x="7712779" y="184779"/>
                  </a:lnTo>
                  <a:lnTo>
                    <a:pt x="7712905" y="184779"/>
                  </a:lnTo>
                  <a:lnTo>
                    <a:pt x="7713031" y="184779"/>
                  </a:lnTo>
                  <a:lnTo>
                    <a:pt x="7713157" y="184779"/>
                  </a:lnTo>
                  <a:lnTo>
                    <a:pt x="7713283" y="184779"/>
                  </a:lnTo>
                  <a:lnTo>
                    <a:pt x="7713409" y="184779"/>
                  </a:lnTo>
                  <a:lnTo>
                    <a:pt x="7713536" y="184779"/>
                  </a:lnTo>
                  <a:lnTo>
                    <a:pt x="7713662" y="184779"/>
                  </a:lnTo>
                  <a:lnTo>
                    <a:pt x="7713788" y="184779"/>
                  </a:lnTo>
                  <a:lnTo>
                    <a:pt x="7713914" y="184779"/>
                  </a:lnTo>
                  <a:lnTo>
                    <a:pt x="7714040" y="184779"/>
                  </a:lnTo>
                  <a:lnTo>
                    <a:pt x="7714166" y="184779"/>
                  </a:lnTo>
                  <a:lnTo>
                    <a:pt x="7714292" y="184779"/>
                  </a:lnTo>
                  <a:lnTo>
                    <a:pt x="7714418" y="184779"/>
                  </a:lnTo>
                  <a:lnTo>
                    <a:pt x="7714544" y="184779"/>
                  </a:lnTo>
                  <a:lnTo>
                    <a:pt x="7714670" y="184779"/>
                  </a:lnTo>
                  <a:lnTo>
                    <a:pt x="7714796" y="184779"/>
                  </a:lnTo>
                  <a:lnTo>
                    <a:pt x="7714923" y="184779"/>
                  </a:lnTo>
                  <a:lnTo>
                    <a:pt x="7715049" y="184779"/>
                  </a:lnTo>
                  <a:lnTo>
                    <a:pt x="7715175" y="184779"/>
                  </a:lnTo>
                  <a:lnTo>
                    <a:pt x="7715301" y="184779"/>
                  </a:lnTo>
                  <a:lnTo>
                    <a:pt x="7715427" y="184779"/>
                  </a:lnTo>
                  <a:lnTo>
                    <a:pt x="7715553" y="184779"/>
                  </a:lnTo>
                  <a:lnTo>
                    <a:pt x="7715679" y="184779"/>
                  </a:lnTo>
                  <a:lnTo>
                    <a:pt x="7715805" y="184779"/>
                  </a:lnTo>
                  <a:lnTo>
                    <a:pt x="7715931" y="184779"/>
                  </a:lnTo>
                  <a:lnTo>
                    <a:pt x="7716057" y="184779"/>
                  </a:lnTo>
                  <a:lnTo>
                    <a:pt x="7716183" y="184779"/>
                  </a:lnTo>
                  <a:lnTo>
                    <a:pt x="7716309" y="184779"/>
                  </a:lnTo>
                  <a:lnTo>
                    <a:pt x="7716436" y="184779"/>
                  </a:lnTo>
                  <a:lnTo>
                    <a:pt x="7716562" y="184779"/>
                  </a:lnTo>
                  <a:lnTo>
                    <a:pt x="7716688" y="184779"/>
                  </a:lnTo>
                  <a:lnTo>
                    <a:pt x="7716814" y="184779"/>
                  </a:lnTo>
                  <a:lnTo>
                    <a:pt x="7716940" y="184779"/>
                  </a:lnTo>
                  <a:lnTo>
                    <a:pt x="7717066" y="184779"/>
                  </a:lnTo>
                  <a:lnTo>
                    <a:pt x="7717192" y="184779"/>
                  </a:lnTo>
                  <a:lnTo>
                    <a:pt x="7717318" y="184779"/>
                  </a:lnTo>
                  <a:lnTo>
                    <a:pt x="7717444" y="184779"/>
                  </a:lnTo>
                  <a:lnTo>
                    <a:pt x="7717570" y="184779"/>
                  </a:lnTo>
                  <a:lnTo>
                    <a:pt x="7717696" y="184779"/>
                  </a:lnTo>
                  <a:lnTo>
                    <a:pt x="7717823" y="184779"/>
                  </a:lnTo>
                  <a:lnTo>
                    <a:pt x="7717949" y="184779"/>
                  </a:lnTo>
                  <a:lnTo>
                    <a:pt x="7718075" y="184779"/>
                  </a:lnTo>
                  <a:lnTo>
                    <a:pt x="7718201" y="184779"/>
                  </a:lnTo>
                  <a:lnTo>
                    <a:pt x="7718327" y="184779"/>
                  </a:lnTo>
                  <a:lnTo>
                    <a:pt x="7718453" y="184779"/>
                  </a:lnTo>
                  <a:lnTo>
                    <a:pt x="7718579" y="184779"/>
                  </a:lnTo>
                  <a:lnTo>
                    <a:pt x="7718705" y="184779"/>
                  </a:lnTo>
                  <a:lnTo>
                    <a:pt x="7718831" y="184779"/>
                  </a:lnTo>
                  <a:lnTo>
                    <a:pt x="7718957" y="184779"/>
                  </a:lnTo>
                  <a:lnTo>
                    <a:pt x="7719083" y="184779"/>
                  </a:lnTo>
                  <a:lnTo>
                    <a:pt x="7719210" y="184779"/>
                  </a:lnTo>
                  <a:lnTo>
                    <a:pt x="7719336" y="184779"/>
                  </a:lnTo>
                  <a:lnTo>
                    <a:pt x="7719462" y="184779"/>
                  </a:lnTo>
                  <a:lnTo>
                    <a:pt x="7719588" y="184779"/>
                  </a:lnTo>
                  <a:lnTo>
                    <a:pt x="7719714" y="184779"/>
                  </a:lnTo>
                  <a:lnTo>
                    <a:pt x="7719840" y="184779"/>
                  </a:lnTo>
                  <a:lnTo>
                    <a:pt x="7719966" y="184779"/>
                  </a:lnTo>
                  <a:lnTo>
                    <a:pt x="7720092" y="184779"/>
                  </a:lnTo>
                  <a:lnTo>
                    <a:pt x="7720218" y="184779"/>
                  </a:lnTo>
                  <a:lnTo>
                    <a:pt x="7720344" y="184779"/>
                  </a:lnTo>
                  <a:lnTo>
                    <a:pt x="7720470" y="184779"/>
                  </a:lnTo>
                  <a:lnTo>
                    <a:pt x="7720596" y="184779"/>
                  </a:lnTo>
                  <a:lnTo>
                    <a:pt x="7720723" y="184779"/>
                  </a:lnTo>
                  <a:lnTo>
                    <a:pt x="7720849" y="184779"/>
                  </a:lnTo>
                  <a:lnTo>
                    <a:pt x="7720975" y="184779"/>
                  </a:lnTo>
                  <a:lnTo>
                    <a:pt x="7721101" y="184779"/>
                  </a:lnTo>
                  <a:lnTo>
                    <a:pt x="7721227" y="184779"/>
                  </a:lnTo>
                  <a:lnTo>
                    <a:pt x="7721353" y="184779"/>
                  </a:lnTo>
                  <a:lnTo>
                    <a:pt x="7721479" y="184779"/>
                  </a:lnTo>
                  <a:lnTo>
                    <a:pt x="7721605" y="184779"/>
                  </a:lnTo>
                  <a:lnTo>
                    <a:pt x="7721731" y="184779"/>
                  </a:lnTo>
                  <a:lnTo>
                    <a:pt x="7721857" y="184779"/>
                  </a:lnTo>
                  <a:lnTo>
                    <a:pt x="7721983" y="184779"/>
                  </a:lnTo>
                  <a:lnTo>
                    <a:pt x="7722110" y="184779"/>
                  </a:lnTo>
                  <a:lnTo>
                    <a:pt x="7722236" y="184779"/>
                  </a:lnTo>
                  <a:lnTo>
                    <a:pt x="7722362" y="184779"/>
                  </a:lnTo>
                  <a:lnTo>
                    <a:pt x="7722488" y="184779"/>
                  </a:lnTo>
                  <a:lnTo>
                    <a:pt x="7722614" y="184779"/>
                  </a:lnTo>
                  <a:lnTo>
                    <a:pt x="7722740" y="184779"/>
                  </a:lnTo>
                  <a:lnTo>
                    <a:pt x="7722866" y="184779"/>
                  </a:lnTo>
                  <a:lnTo>
                    <a:pt x="7722992" y="184779"/>
                  </a:lnTo>
                  <a:lnTo>
                    <a:pt x="7723118" y="184779"/>
                  </a:lnTo>
                  <a:lnTo>
                    <a:pt x="7723244" y="184779"/>
                  </a:lnTo>
                  <a:lnTo>
                    <a:pt x="7723370" y="184779"/>
                  </a:lnTo>
                  <a:lnTo>
                    <a:pt x="7723496" y="184779"/>
                  </a:lnTo>
                  <a:lnTo>
                    <a:pt x="7723623" y="184779"/>
                  </a:lnTo>
                  <a:lnTo>
                    <a:pt x="7723749" y="184779"/>
                  </a:lnTo>
                  <a:lnTo>
                    <a:pt x="7723875" y="184779"/>
                  </a:lnTo>
                  <a:lnTo>
                    <a:pt x="7724001" y="184779"/>
                  </a:lnTo>
                  <a:lnTo>
                    <a:pt x="7724127" y="184779"/>
                  </a:lnTo>
                  <a:lnTo>
                    <a:pt x="7724253" y="184779"/>
                  </a:lnTo>
                  <a:lnTo>
                    <a:pt x="7724379" y="184779"/>
                  </a:lnTo>
                  <a:lnTo>
                    <a:pt x="7724505" y="184779"/>
                  </a:lnTo>
                  <a:lnTo>
                    <a:pt x="7724631" y="184779"/>
                  </a:lnTo>
                  <a:lnTo>
                    <a:pt x="7724757" y="184779"/>
                  </a:lnTo>
                  <a:lnTo>
                    <a:pt x="7724883" y="184779"/>
                  </a:lnTo>
                  <a:lnTo>
                    <a:pt x="7725010" y="184779"/>
                  </a:lnTo>
                  <a:lnTo>
                    <a:pt x="7725136" y="184779"/>
                  </a:lnTo>
                  <a:lnTo>
                    <a:pt x="7725262" y="184779"/>
                  </a:lnTo>
                  <a:lnTo>
                    <a:pt x="7725388" y="184779"/>
                  </a:lnTo>
                  <a:lnTo>
                    <a:pt x="7725514" y="184779"/>
                  </a:lnTo>
                  <a:lnTo>
                    <a:pt x="7725640" y="184779"/>
                  </a:lnTo>
                  <a:lnTo>
                    <a:pt x="7725766" y="184779"/>
                  </a:lnTo>
                  <a:lnTo>
                    <a:pt x="7725892" y="184779"/>
                  </a:lnTo>
                  <a:lnTo>
                    <a:pt x="7726018" y="184779"/>
                  </a:lnTo>
                  <a:lnTo>
                    <a:pt x="7726144" y="184779"/>
                  </a:lnTo>
                  <a:lnTo>
                    <a:pt x="7726270" y="184779"/>
                  </a:lnTo>
                  <a:lnTo>
                    <a:pt x="7726397" y="184779"/>
                  </a:lnTo>
                  <a:lnTo>
                    <a:pt x="7726523" y="184779"/>
                  </a:lnTo>
                  <a:lnTo>
                    <a:pt x="7726649" y="184779"/>
                  </a:lnTo>
                  <a:lnTo>
                    <a:pt x="7726775" y="184779"/>
                  </a:lnTo>
                  <a:lnTo>
                    <a:pt x="7726901" y="184779"/>
                  </a:lnTo>
                  <a:lnTo>
                    <a:pt x="7727027" y="184779"/>
                  </a:lnTo>
                  <a:lnTo>
                    <a:pt x="7727153" y="184779"/>
                  </a:lnTo>
                  <a:lnTo>
                    <a:pt x="7727279" y="184779"/>
                  </a:lnTo>
                  <a:lnTo>
                    <a:pt x="7727405" y="184779"/>
                  </a:lnTo>
                  <a:lnTo>
                    <a:pt x="7727531" y="184779"/>
                  </a:lnTo>
                  <a:lnTo>
                    <a:pt x="7727657" y="184779"/>
                  </a:lnTo>
                  <a:lnTo>
                    <a:pt x="7727783" y="184779"/>
                  </a:lnTo>
                  <a:lnTo>
                    <a:pt x="7727910" y="184779"/>
                  </a:lnTo>
                  <a:lnTo>
                    <a:pt x="7728036" y="184779"/>
                  </a:lnTo>
                  <a:lnTo>
                    <a:pt x="7728162" y="184779"/>
                  </a:lnTo>
                  <a:lnTo>
                    <a:pt x="7728288" y="184779"/>
                  </a:lnTo>
                  <a:lnTo>
                    <a:pt x="7728414" y="184779"/>
                  </a:lnTo>
                  <a:lnTo>
                    <a:pt x="7728540" y="184779"/>
                  </a:lnTo>
                  <a:lnTo>
                    <a:pt x="7728666" y="184779"/>
                  </a:lnTo>
                  <a:lnTo>
                    <a:pt x="7728792" y="184779"/>
                  </a:lnTo>
                  <a:lnTo>
                    <a:pt x="7728918" y="184779"/>
                  </a:lnTo>
                  <a:lnTo>
                    <a:pt x="7729044" y="184779"/>
                  </a:lnTo>
                  <a:lnTo>
                    <a:pt x="7729170" y="184779"/>
                  </a:lnTo>
                  <a:lnTo>
                    <a:pt x="7729297" y="184779"/>
                  </a:lnTo>
                  <a:lnTo>
                    <a:pt x="7729423" y="184779"/>
                  </a:lnTo>
                  <a:lnTo>
                    <a:pt x="7729549" y="184779"/>
                  </a:lnTo>
                  <a:lnTo>
                    <a:pt x="7729675" y="184779"/>
                  </a:lnTo>
                  <a:lnTo>
                    <a:pt x="7729801" y="184779"/>
                  </a:lnTo>
                  <a:lnTo>
                    <a:pt x="7729927" y="184779"/>
                  </a:lnTo>
                  <a:lnTo>
                    <a:pt x="7730053" y="184779"/>
                  </a:lnTo>
                  <a:lnTo>
                    <a:pt x="7730179" y="184779"/>
                  </a:lnTo>
                  <a:lnTo>
                    <a:pt x="7730305" y="184779"/>
                  </a:lnTo>
                  <a:lnTo>
                    <a:pt x="7730431" y="184779"/>
                  </a:lnTo>
                  <a:lnTo>
                    <a:pt x="7730557" y="184779"/>
                  </a:lnTo>
                  <a:lnTo>
                    <a:pt x="7730683" y="184779"/>
                  </a:lnTo>
                  <a:lnTo>
                    <a:pt x="7730810" y="184779"/>
                  </a:lnTo>
                  <a:lnTo>
                    <a:pt x="7730936" y="184779"/>
                  </a:lnTo>
                  <a:lnTo>
                    <a:pt x="7731062" y="184779"/>
                  </a:lnTo>
                  <a:lnTo>
                    <a:pt x="7731188" y="184779"/>
                  </a:lnTo>
                  <a:lnTo>
                    <a:pt x="7731314" y="184779"/>
                  </a:lnTo>
                  <a:lnTo>
                    <a:pt x="7731440" y="184779"/>
                  </a:lnTo>
                  <a:lnTo>
                    <a:pt x="7731566" y="184779"/>
                  </a:lnTo>
                  <a:lnTo>
                    <a:pt x="7731692" y="184779"/>
                  </a:lnTo>
                  <a:lnTo>
                    <a:pt x="7731818" y="184779"/>
                  </a:lnTo>
                  <a:lnTo>
                    <a:pt x="7731944" y="184779"/>
                  </a:lnTo>
                  <a:lnTo>
                    <a:pt x="7732070" y="184779"/>
                  </a:lnTo>
                  <a:lnTo>
                    <a:pt x="7732197" y="184779"/>
                  </a:lnTo>
                  <a:lnTo>
                    <a:pt x="7732323" y="184779"/>
                  </a:lnTo>
                  <a:lnTo>
                    <a:pt x="7732449" y="184779"/>
                  </a:lnTo>
                  <a:lnTo>
                    <a:pt x="7732575" y="184779"/>
                  </a:lnTo>
                  <a:lnTo>
                    <a:pt x="7732701" y="184779"/>
                  </a:lnTo>
                  <a:lnTo>
                    <a:pt x="7732827" y="184779"/>
                  </a:lnTo>
                  <a:lnTo>
                    <a:pt x="7732953" y="184779"/>
                  </a:lnTo>
                  <a:lnTo>
                    <a:pt x="7733079" y="184779"/>
                  </a:lnTo>
                  <a:lnTo>
                    <a:pt x="7733205" y="184779"/>
                  </a:lnTo>
                  <a:lnTo>
                    <a:pt x="7733331" y="184779"/>
                  </a:lnTo>
                  <a:lnTo>
                    <a:pt x="7733457" y="184779"/>
                  </a:lnTo>
                  <a:lnTo>
                    <a:pt x="7733584" y="184779"/>
                  </a:lnTo>
                  <a:lnTo>
                    <a:pt x="7733710" y="184779"/>
                  </a:lnTo>
                  <a:lnTo>
                    <a:pt x="7733836" y="184779"/>
                  </a:lnTo>
                  <a:lnTo>
                    <a:pt x="7733962" y="184779"/>
                  </a:lnTo>
                  <a:lnTo>
                    <a:pt x="7734088" y="184779"/>
                  </a:lnTo>
                  <a:lnTo>
                    <a:pt x="7734214" y="184779"/>
                  </a:lnTo>
                  <a:lnTo>
                    <a:pt x="7734340" y="184779"/>
                  </a:lnTo>
                  <a:lnTo>
                    <a:pt x="7734466" y="184779"/>
                  </a:lnTo>
                  <a:lnTo>
                    <a:pt x="7734592" y="184779"/>
                  </a:lnTo>
                  <a:lnTo>
                    <a:pt x="7734718" y="184779"/>
                  </a:lnTo>
                  <a:lnTo>
                    <a:pt x="7734844" y="184779"/>
                  </a:lnTo>
                  <a:lnTo>
                    <a:pt x="7734970" y="184779"/>
                  </a:lnTo>
                  <a:lnTo>
                    <a:pt x="7735097" y="184779"/>
                  </a:lnTo>
                  <a:lnTo>
                    <a:pt x="7735223" y="184779"/>
                  </a:lnTo>
                  <a:lnTo>
                    <a:pt x="7735349" y="184779"/>
                  </a:lnTo>
                  <a:lnTo>
                    <a:pt x="7735475" y="184779"/>
                  </a:lnTo>
                  <a:lnTo>
                    <a:pt x="7735601" y="184779"/>
                  </a:lnTo>
                  <a:lnTo>
                    <a:pt x="7735727" y="184779"/>
                  </a:lnTo>
                  <a:lnTo>
                    <a:pt x="7735853" y="184779"/>
                  </a:lnTo>
                  <a:lnTo>
                    <a:pt x="7735979" y="184779"/>
                  </a:lnTo>
                  <a:lnTo>
                    <a:pt x="7736105" y="184779"/>
                  </a:lnTo>
                  <a:lnTo>
                    <a:pt x="7736231" y="184779"/>
                  </a:lnTo>
                  <a:lnTo>
                    <a:pt x="7736357" y="184779"/>
                  </a:lnTo>
                  <a:lnTo>
                    <a:pt x="7736484" y="184779"/>
                  </a:lnTo>
                  <a:lnTo>
                    <a:pt x="7736610" y="184779"/>
                  </a:lnTo>
                  <a:lnTo>
                    <a:pt x="7736736" y="184779"/>
                  </a:lnTo>
                  <a:lnTo>
                    <a:pt x="7736862" y="184779"/>
                  </a:lnTo>
                  <a:lnTo>
                    <a:pt x="7736988" y="184779"/>
                  </a:lnTo>
                  <a:lnTo>
                    <a:pt x="7737114" y="184779"/>
                  </a:lnTo>
                  <a:lnTo>
                    <a:pt x="7737240" y="184779"/>
                  </a:lnTo>
                  <a:lnTo>
                    <a:pt x="7737366" y="184779"/>
                  </a:lnTo>
                  <a:lnTo>
                    <a:pt x="7737492" y="184779"/>
                  </a:lnTo>
                  <a:lnTo>
                    <a:pt x="7737618" y="184779"/>
                  </a:lnTo>
                  <a:lnTo>
                    <a:pt x="7737744" y="184779"/>
                  </a:lnTo>
                  <a:lnTo>
                    <a:pt x="7737870" y="184779"/>
                  </a:lnTo>
                  <a:lnTo>
                    <a:pt x="7737997" y="184779"/>
                  </a:lnTo>
                  <a:lnTo>
                    <a:pt x="7738123" y="184779"/>
                  </a:lnTo>
                  <a:lnTo>
                    <a:pt x="7738249" y="184779"/>
                  </a:lnTo>
                  <a:lnTo>
                    <a:pt x="7738375" y="184779"/>
                  </a:lnTo>
                  <a:lnTo>
                    <a:pt x="7738501" y="184779"/>
                  </a:lnTo>
                  <a:lnTo>
                    <a:pt x="7738627" y="184779"/>
                  </a:lnTo>
                  <a:lnTo>
                    <a:pt x="7738753" y="184779"/>
                  </a:lnTo>
                  <a:lnTo>
                    <a:pt x="7738879" y="184779"/>
                  </a:lnTo>
                  <a:lnTo>
                    <a:pt x="7739005" y="184779"/>
                  </a:lnTo>
                  <a:lnTo>
                    <a:pt x="7739131" y="184779"/>
                  </a:lnTo>
                  <a:lnTo>
                    <a:pt x="7739257" y="184779"/>
                  </a:lnTo>
                  <a:lnTo>
                    <a:pt x="7739384" y="184779"/>
                  </a:lnTo>
                  <a:lnTo>
                    <a:pt x="7739510" y="184779"/>
                  </a:lnTo>
                  <a:lnTo>
                    <a:pt x="7739636" y="184779"/>
                  </a:lnTo>
                  <a:lnTo>
                    <a:pt x="7739762" y="184779"/>
                  </a:lnTo>
                  <a:lnTo>
                    <a:pt x="7739888" y="184779"/>
                  </a:lnTo>
                  <a:lnTo>
                    <a:pt x="7740014" y="184779"/>
                  </a:lnTo>
                  <a:lnTo>
                    <a:pt x="7740140" y="184779"/>
                  </a:lnTo>
                  <a:lnTo>
                    <a:pt x="7740266" y="184779"/>
                  </a:lnTo>
                  <a:lnTo>
                    <a:pt x="7740392" y="184779"/>
                  </a:lnTo>
                  <a:lnTo>
                    <a:pt x="7740518" y="184779"/>
                  </a:lnTo>
                  <a:lnTo>
                    <a:pt x="7740644" y="184779"/>
                  </a:lnTo>
                  <a:lnTo>
                    <a:pt x="7740770" y="184779"/>
                  </a:lnTo>
                  <a:lnTo>
                    <a:pt x="7740897" y="184779"/>
                  </a:lnTo>
                  <a:lnTo>
                    <a:pt x="7741023" y="184779"/>
                  </a:lnTo>
                  <a:lnTo>
                    <a:pt x="7741149" y="184779"/>
                  </a:lnTo>
                  <a:lnTo>
                    <a:pt x="7741275" y="184779"/>
                  </a:lnTo>
                  <a:lnTo>
                    <a:pt x="7741401" y="184779"/>
                  </a:lnTo>
                  <a:lnTo>
                    <a:pt x="7741527" y="184779"/>
                  </a:lnTo>
                  <a:lnTo>
                    <a:pt x="7741653" y="184779"/>
                  </a:lnTo>
                  <a:lnTo>
                    <a:pt x="7741779" y="184779"/>
                  </a:lnTo>
                  <a:lnTo>
                    <a:pt x="7741905" y="184779"/>
                  </a:lnTo>
                  <a:lnTo>
                    <a:pt x="7742031" y="184779"/>
                  </a:lnTo>
                  <a:lnTo>
                    <a:pt x="7742157" y="184779"/>
                  </a:lnTo>
                  <a:lnTo>
                    <a:pt x="7742284" y="184779"/>
                  </a:lnTo>
                  <a:lnTo>
                    <a:pt x="7742410" y="184779"/>
                  </a:lnTo>
                  <a:lnTo>
                    <a:pt x="7742536" y="184779"/>
                  </a:lnTo>
                  <a:lnTo>
                    <a:pt x="7742662" y="184779"/>
                  </a:lnTo>
                  <a:lnTo>
                    <a:pt x="7742788" y="184779"/>
                  </a:lnTo>
                  <a:lnTo>
                    <a:pt x="7742914" y="184779"/>
                  </a:lnTo>
                  <a:lnTo>
                    <a:pt x="7743040" y="184779"/>
                  </a:lnTo>
                  <a:lnTo>
                    <a:pt x="7743166" y="184779"/>
                  </a:lnTo>
                  <a:lnTo>
                    <a:pt x="7743292" y="184779"/>
                  </a:lnTo>
                  <a:lnTo>
                    <a:pt x="7743418" y="184779"/>
                  </a:lnTo>
                  <a:lnTo>
                    <a:pt x="7743544" y="184779"/>
                  </a:lnTo>
                  <a:lnTo>
                    <a:pt x="7743671" y="184779"/>
                  </a:lnTo>
                  <a:lnTo>
                    <a:pt x="7743797" y="184779"/>
                  </a:lnTo>
                  <a:lnTo>
                    <a:pt x="7743923" y="184779"/>
                  </a:lnTo>
                  <a:lnTo>
                    <a:pt x="7744049" y="184779"/>
                  </a:lnTo>
                  <a:lnTo>
                    <a:pt x="7744175" y="184779"/>
                  </a:lnTo>
                  <a:lnTo>
                    <a:pt x="7744301" y="184779"/>
                  </a:lnTo>
                  <a:lnTo>
                    <a:pt x="7744427" y="184779"/>
                  </a:lnTo>
                  <a:lnTo>
                    <a:pt x="7744553" y="184779"/>
                  </a:lnTo>
                  <a:lnTo>
                    <a:pt x="7744679" y="184779"/>
                  </a:lnTo>
                  <a:lnTo>
                    <a:pt x="7744805" y="184779"/>
                  </a:lnTo>
                  <a:lnTo>
                    <a:pt x="7744931" y="184779"/>
                  </a:lnTo>
                  <a:lnTo>
                    <a:pt x="7745057" y="184779"/>
                  </a:lnTo>
                  <a:lnTo>
                    <a:pt x="7745184" y="184779"/>
                  </a:lnTo>
                  <a:lnTo>
                    <a:pt x="7745310" y="184779"/>
                  </a:lnTo>
                  <a:lnTo>
                    <a:pt x="7745436" y="184779"/>
                  </a:lnTo>
                  <a:lnTo>
                    <a:pt x="7745562" y="184779"/>
                  </a:lnTo>
                  <a:lnTo>
                    <a:pt x="7745688" y="184779"/>
                  </a:lnTo>
                  <a:lnTo>
                    <a:pt x="7745814" y="184779"/>
                  </a:lnTo>
                  <a:lnTo>
                    <a:pt x="7745940" y="184779"/>
                  </a:lnTo>
                  <a:lnTo>
                    <a:pt x="7746066" y="184779"/>
                  </a:lnTo>
                  <a:lnTo>
                    <a:pt x="7746192" y="184779"/>
                  </a:lnTo>
                  <a:lnTo>
                    <a:pt x="7746318" y="184779"/>
                  </a:lnTo>
                  <a:lnTo>
                    <a:pt x="7746444" y="184779"/>
                  </a:lnTo>
                  <a:lnTo>
                    <a:pt x="7746571" y="184779"/>
                  </a:lnTo>
                  <a:lnTo>
                    <a:pt x="7746697" y="184779"/>
                  </a:lnTo>
                  <a:lnTo>
                    <a:pt x="7746823" y="184779"/>
                  </a:lnTo>
                  <a:lnTo>
                    <a:pt x="7746949" y="184779"/>
                  </a:lnTo>
                  <a:lnTo>
                    <a:pt x="7747075" y="184779"/>
                  </a:lnTo>
                  <a:lnTo>
                    <a:pt x="7747201" y="184779"/>
                  </a:lnTo>
                  <a:lnTo>
                    <a:pt x="7747327" y="184779"/>
                  </a:lnTo>
                  <a:lnTo>
                    <a:pt x="7747453" y="184779"/>
                  </a:lnTo>
                  <a:lnTo>
                    <a:pt x="7747579" y="184779"/>
                  </a:lnTo>
                  <a:lnTo>
                    <a:pt x="7747705" y="184779"/>
                  </a:lnTo>
                  <a:lnTo>
                    <a:pt x="7747831" y="184779"/>
                  </a:lnTo>
                  <a:lnTo>
                    <a:pt x="7747957" y="184779"/>
                  </a:lnTo>
                  <a:lnTo>
                    <a:pt x="7748084" y="184779"/>
                  </a:lnTo>
                  <a:lnTo>
                    <a:pt x="7748210" y="184779"/>
                  </a:lnTo>
                  <a:lnTo>
                    <a:pt x="7748336" y="184779"/>
                  </a:lnTo>
                  <a:lnTo>
                    <a:pt x="7748462" y="184779"/>
                  </a:lnTo>
                  <a:lnTo>
                    <a:pt x="7748588" y="184779"/>
                  </a:lnTo>
                  <a:lnTo>
                    <a:pt x="7748714" y="184779"/>
                  </a:lnTo>
                  <a:lnTo>
                    <a:pt x="7748840" y="184779"/>
                  </a:lnTo>
                  <a:lnTo>
                    <a:pt x="7748966" y="184779"/>
                  </a:lnTo>
                  <a:lnTo>
                    <a:pt x="7749092" y="184779"/>
                  </a:lnTo>
                  <a:lnTo>
                    <a:pt x="7749218" y="184779"/>
                  </a:lnTo>
                  <a:lnTo>
                    <a:pt x="7749344" y="184779"/>
                  </a:lnTo>
                  <a:lnTo>
                    <a:pt x="7749471" y="184779"/>
                  </a:lnTo>
                  <a:lnTo>
                    <a:pt x="7749597" y="184779"/>
                  </a:lnTo>
                  <a:lnTo>
                    <a:pt x="7749723" y="184779"/>
                  </a:lnTo>
                  <a:lnTo>
                    <a:pt x="7749849" y="184779"/>
                  </a:lnTo>
                  <a:lnTo>
                    <a:pt x="7749975" y="184779"/>
                  </a:lnTo>
                  <a:lnTo>
                    <a:pt x="7750101" y="184779"/>
                  </a:lnTo>
                  <a:lnTo>
                    <a:pt x="7750227" y="184779"/>
                  </a:lnTo>
                  <a:lnTo>
                    <a:pt x="7750353" y="184779"/>
                  </a:lnTo>
                  <a:lnTo>
                    <a:pt x="7750479" y="184779"/>
                  </a:lnTo>
                  <a:lnTo>
                    <a:pt x="7750605" y="184779"/>
                  </a:lnTo>
                  <a:lnTo>
                    <a:pt x="7750731" y="184779"/>
                  </a:lnTo>
                  <a:lnTo>
                    <a:pt x="7750858" y="184779"/>
                  </a:lnTo>
                  <a:lnTo>
                    <a:pt x="7750984" y="184779"/>
                  </a:lnTo>
                  <a:lnTo>
                    <a:pt x="7751110" y="184779"/>
                  </a:lnTo>
                  <a:lnTo>
                    <a:pt x="7751236" y="184779"/>
                  </a:lnTo>
                  <a:lnTo>
                    <a:pt x="7751362" y="184779"/>
                  </a:lnTo>
                  <a:lnTo>
                    <a:pt x="7751488" y="184779"/>
                  </a:lnTo>
                  <a:lnTo>
                    <a:pt x="7751614" y="184779"/>
                  </a:lnTo>
                  <a:lnTo>
                    <a:pt x="7751740" y="184779"/>
                  </a:lnTo>
                  <a:lnTo>
                    <a:pt x="7751866" y="184779"/>
                  </a:lnTo>
                  <a:lnTo>
                    <a:pt x="7751992" y="184779"/>
                  </a:lnTo>
                  <a:lnTo>
                    <a:pt x="7752118" y="184779"/>
                  </a:lnTo>
                  <a:lnTo>
                    <a:pt x="7752244" y="184779"/>
                  </a:lnTo>
                  <a:lnTo>
                    <a:pt x="7752371" y="184779"/>
                  </a:lnTo>
                  <a:lnTo>
                    <a:pt x="7752497" y="184779"/>
                  </a:lnTo>
                  <a:lnTo>
                    <a:pt x="7752623" y="184779"/>
                  </a:lnTo>
                  <a:lnTo>
                    <a:pt x="7752749" y="184779"/>
                  </a:lnTo>
                  <a:lnTo>
                    <a:pt x="7752875" y="184779"/>
                  </a:lnTo>
                  <a:lnTo>
                    <a:pt x="7753001" y="184779"/>
                  </a:lnTo>
                  <a:lnTo>
                    <a:pt x="7753127" y="184779"/>
                  </a:lnTo>
                  <a:lnTo>
                    <a:pt x="7753253" y="184779"/>
                  </a:lnTo>
                  <a:lnTo>
                    <a:pt x="7753379" y="184779"/>
                  </a:lnTo>
                  <a:lnTo>
                    <a:pt x="7753505" y="184779"/>
                  </a:lnTo>
                  <a:lnTo>
                    <a:pt x="7753631" y="184779"/>
                  </a:lnTo>
                  <a:lnTo>
                    <a:pt x="7753631" y="179500"/>
                  </a:lnTo>
                  <a:lnTo>
                    <a:pt x="7753758" y="179500"/>
                  </a:lnTo>
                  <a:lnTo>
                    <a:pt x="7753884" y="179500"/>
                  </a:lnTo>
                  <a:lnTo>
                    <a:pt x="7754010" y="179500"/>
                  </a:lnTo>
                  <a:lnTo>
                    <a:pt x="7754136" y="179500"/>
                  </a:lnTo>
                  <a:lnTo>
                    <a:pt x="7754262" y="179500"/>
                  </a:lnTo>
                  <a:lnTo>
                    <a:pt x="7754388" y="179500"/>
                  </a:lnTo>
                  <a:lnTo>
                    <a:pt x="7754514" y="179500"/>
                  </a:lnTo>
                  <a:lnTo>
                    <a:pt x="7754640" y="179500"/>
                  </a:lnTo>
                  <a:lnTo>
                    <a:pt x="7754766" y="179500"/>
                  </a:lnTo>
                  <a:lnTo>
                    <a:pt x="7754892" y="179500"/>
                  </a:lnTo>
                  <a:lnTo>
                    <a:pt x="7755018" y="179500"/>
                  </a:lnTo>
                  <a:lnTo>
                    <a:pt x="7755144" y="179500"/>
                  </a:lnTo>
                  <a:lnTo>
                    <a:pt x="7755271" y="179500"/>
                  </a:lnTo>
                  <a:lnTo>
                    <a:pt x="7755397" y="179500"/>
                  </a:lnTo>
                  <a:lnTo>
                    <a:pt x="7755523" y="179500"/>
                  </a:lnTo>
                  <a:lnTo>
                    <a:pt x="7755649" y="179500"/>
                  </a:lnTo>
                  <a:lnTo>
                    <a:pt x="7755775" y="179500"/>
                  </a:lnTo>
                  <a:lnTo>
                    <a:pt x="7755901" y="179500"/>
                  </a:lnTo>
                  <a:lnTo>
                    <a:pt x="7756027" y="179500"/>
                  </a:lnTo>
                  <a:lnTo>
                    <a:pt x="7756153" y="179500"/>
                  </a:lnTo>
                  <a:lnTo>
                    <a:pt x="7756279" y="179500"/>
                  </a:lnTo>
                  <a:lnTo>
                    <a:pt x="7756405" y="179500"/>
                  </a:lnTo>
                  <a:lnTo>
                    <a:pt x="7756531" y="179500"/>
                  </a:lnTo>
                  <a:lnTo>
                    <a:pt x="7756658" y="179500"/>
                  </a:lnTo>
                  <a:lnTo>
                    <a:pt x="7756784" y="179500"/>
                  </a:lnTo>
                  <a:lnTo>
                    <a:pt x="7756910" y="179500"/>
                  </a:lnTo>
                  <a:lnTo>
                    <a:pt x="7757036" y="179500"/>
                  </a:lnTo>
                  <a:lnTo>
                    <a:pt x="7757162" y="179500"/>
                  </a:lnTo>
                  <a:lnTo>
                    <a:pt x="7757288" y="179500"/>
                  </a:lnTo>
                  <a:lnTo>
                    <a:pt x="7757414" y="179500"/>
                  </a:lnTo>
                  <a:lnTo>
                    <a:pt x="7757540" y="179500"/>
                  </a:lnTo>
                  <a:lnTo>
                    <a:pt x="7757666" y="179500"/>
                  </a:lnTo>
                  <a:lnTo>
                    <a:pt x="7757792" y="179500"/>
                  </a:lnTo>
                  <a:lnTo>
                    <a:pt x="7757918" y="179500"/>
                  </a:lnTo>
                  <a:lnTo>
                    <a:pt x="7758045" y="179500"/>
                  </a:lnTo>
                  <a:lnTo>
                    <a:pt x="7758171" y="179500"/>
                  </a:lnTo>
                  <a:lnTo>
                    <a:pt x="7758297" y="179500"/>
                  </a:lnTo>
                  <a:lnTo>
                    <a:pt x="7758423" y="179500"/>
                  </a:lnTo>
                  <a:lnTo>
                    <a:pt x="7758549" y="179500"/>
                  </a:lnTo>
                  <a:lnTo>
                    <a:pt x="7758675" y="179500"/>
                  </a:lnTo>
                  <a:lnTo>
                    <a:pt x="7758801" y="179500"/>
                  </a:lnTo>
                  <a:lnTo>
                    <a:pt x="7758927" y="179500"/>
                  </a:lnTo>
                  <a:lnTo>
                    <a:pt x="7759053" y="179500"/>
                  </a:lnTo>
                  <a:lnTo>
                    <a:pt x="7759179" y="179500"/>
                  </a:lnTo>
                  <a:lnTo>
                    <a:pt x="7759305" y="179500"/>
                  </a:lnTo>
                  <a:lnTo>
                    <a:pt x="7759431" y="179500"/>
                  </a:lnTo>
                  <a:lnTo>
                    <a:pt x="7759558" y="179500"/>
                  </a:lnTo>
                  <a:lnTo>
                    <a:pt x="7759684" y="179500"/>
                  </a:lnTo>
                  <a:lnTo>
                    <a:pt x="7759810" y="179500"/>
                  </a:lnTo>
                  <a:lnTo>
                    <a:pt x="7759936" y="179500"/>
                  </a:lnTo>
                  <a:lnTo>
                    <a:pt x="7760062" y="179500"/>
                  </a:lnTo>
                  <a:lnTo>
                    <a:pt x="7760188" y="179500"/>
                  </a:lnTo>
                  <a:lnTo>
                    <a:pt x="7760314" y="179500"/>
                  </a:lnTo>
                  <a:lnTo>
                    <a:pt x="7760440" y="179500"/>
                  </a:lnTo>
                  <a:lnTo>
                    <a:pt x="7760566" y="179500"/>
                  </a:lnTo>
                  <a:lnTo>
                    <a:pt x="7760692" y="179500"/>
                  </a:lnTo>
                  <a:lnTo>
                    <a:pt x="7760818" y="179500"/>
                  </a:lnTo>
                  <a:lnTo>
                    <a:pt x="7760945" y="179500"/>
                  </a:lnTo>
                  <a:lnTo>
                    <a:pt x="7761071" y="179500"/>
                  </a:lnTo>
                  <a:lnTo>
                    <a:pt x="7761197" y="179500"/>
                  </a:lnTo>
                  <a:lnTo>
                    <a:pt x="7761323" y="179500"/>
                  </a:lnTo>
                  <a:lnTo>
                    <a:pt x="7761449" y="179500"/>
                  </a:lnTo>
                  <a:lnTo>
                    <a:pt x="7761575" y="179500"/>
                  </a:lnTo>
                  <a:lnTo>
                    <a:pt x="7761701" y="179500"/>
                  </a:lnTo>
                  <a:lnTo>
                    <a:pt x="7761827" y="179500"/>
                  </a:lnTo>
                  <a:lnTo>
                    <a:pt x="7761953" y="179500"/>
                  </a:lnTo>
                  <a:lnTo>
                    <a:pt x="7762079" y="179500"/>
                  </a:lnTo>
                  <a:lnTo>
                    <a:pt x="7762205" y="179500"/>
                  </a:lnTo>
                  <a:lnTo>
                    <a:pt x="7762331" y="179500"/>
                  </a:lnTo>
                  <a:lnTo>
                    <a:pt x="7762458" y="179500"/>
                  </a:lnTo>
                  <a:lnTo>
                    <a:pt x="7762584" y="179500"/>
                  </a:lnTo>
                  <a:lnTo>
                    <a:pt x="7762710" y="179500"/>
                  </a:lnTo>
                  <a:lnTo>
                    <a:pt x="7762836" y="179500"/>
                  </a:lnTo>
                  <a:lnTo>
                    <a:pt x="7762962" y="179500"/>
                  </a:lnTo>
                  <a:lnTo>
                    <a:pt x="7763088" y="179500"/>
                  </a:lnTo>
                  <a:lnTo>
                    <a:pt x="7763214" y="179500"/>
                  </a:lnTo>
                  <a:lnTo>
                    <a:pt x="7763340" y="179500"/>
                  </a:lnTo>
                  <a:lnTo>
                    <a:pt x="7763466" y="179500"/>
                  </a:lnTo>
                  <a:lnTo>
                    <a:pt x="7763592" y="179500"/>
                  </a:lnTo>
                  <a:lnTo>
                    <a:pt x="7763718" y="179500"/>
                  </a:lnTo>
                  <a:lnTo>
                    <a:pt x="7763845" y="179500"/>
                  </a:lnTo>
                  <a:lnTo>
                    <a:pt x="7763971" y="179500"/>
                  </a:lnTo>
                  <a:lnTo>
                    <a:pt x="7764097" y="179500"/>
                  </a:lnTo>
                  <a:lnTo>
                    <a:pt x="7764223" y="179500"/>
                  </a:lnTo>
                  <a:lnTo>
                    <a:pt x="7764349" y="179500"/>
                  </a:lnTo>
                  <a:lnTo>
                    <a:pt x="7764475" y="179500"/>
                  </a:lnTo>
                  <a:lnTo>
                    <a:pt x="7764601" y="179500"/>
                  </a:lnTo>
                  <a:lnTo>
                    <a:pt x="7764727" y="179500"/>
                  </a:lnTo>
                  <a:lnTo>
                    <a:pt x="7764853" y="179500"/>
                  </a:lnTo>
                  <a:lnTo>
                    <a:pt x="7764979" y="179500"/>
                  </a:lnTo>
                  <a:lnTo>
                    <a:pt x="7765105" y="179500"/>
                  </a:lnTo>
                  <a:lnTo>
                    <a:pt x="7765105" y="174220"/>
                  </a:lnTo>
                  <a:lnTo>
                    <a:pt x="7765231" y="174220"/>
                  </a:lnTo>
                  <a:lnTo>
                    <a:pt x="7765358" y="174220"/>
                  </a:lnTo>
                  <a:lnTo>
                    <a:pt x="7765484" y="174220"/>
                  </a:lnTo>
                  <a:lnTo>
                    <a:pt x="7765610" y="174220"/>
                  </a:lnTo>
                  <a:lnTo>
                    <a:pt x="7765736" y="174220"/>
                  </a:lnTo>
                  <a:lnTo>
                    <a:pt x="7765862" y="174220"/>
                  </a:lnTo>
                  <a:lnTo>
                    <a:pt x="7765988" y="174220"/>
                  </a:lnTo>
                  <a:lnTo>
                    <a:pt x="7766114" y="174220"/>
                  </a:lnTo>
                  <a:lnTo>
                    <a:pt x="7766240" y="174220"/>
                  </a:lnTo>
                  <a:lnTo>
                    <a:pt x="7766366" y="174220"/>
                  </a:lnTo>
                  <a:lnTo>
                    <a:pt x="7766492" y="174220"/>
                  </a:lnTo>
                  <a:lnTo>
                    <a:pt x="7766618" y="174220"/>
                  </a:lnTo>
                  <a:lnTo>
                    <a:pt x="7766745" y="174220"/>
                  </a:lnTo>
                  <a:lnTo>
                    <a:pt x="7766871" y="174220"/>
                  </a:lnTo>
                  <a:lnTo>
                    <a:pt x="7766997" y="174220"/>
                  </a:lnTo>
                  <a:lnTo>
                    <a:pt x="7767123" y="174220"/>
                  </a:lnTo>
                  <a:lnTo>
                    <a:pt x="7767249" y="174220"/>
                  </a:lnTo>
                  <a:lnTo>
                    <a:pt x="7767375" y="174220"/>
                  </a:lnTo>
                  <a:lnTo>
                    <a:pt x="7767501" y="174220"/>
                  </a:lnTo>
                  <a:lnTo>
                    <a:pt x="7767627" y="174220"/>
                  </a:lnTo>
                  <a:lnTo>
                    <a:pt x="7767753" y="174220"/>
                  </a:lnTo>
                  <a:lnTo>
                    <a:pt x="7767879" y="174220"/>
                  </a:lnTo>
                  <a:lnTo>
                    <a:pt x="7768005" y="174220"/>
                  </a:lnTo>
                  <a:lnTo>
                    <a:pt x="7768132" y="174220"/>
                  </a:lnTo>
                  <a:lnTo>
                    <a:pt x="7768258" y="174220"/>
                  </a:lnTo>
                  <a:lnTo>
                    <a:pt x="7768384" y="174220"/>
                  </a:lnTo>
                  <a:lnTo>
                    <a:pt x="7768510" y="174220"/>
                  </a:lnTo>
                  <a:lnTo>
                    <a:pt x="7768636" y="174220"/>
                  </a:lnTo>
                  <a:lnTo>
                    <a:pt x="7768762" y="174220"/>
                  </a:lnTo>
                  <a:lnTo>
                    <a:pt x="7768888" y="174220"/>
                  </a:lnTo>
                  <a:lnTo>
                    <a:pt x="7769014" y="174220"/>
                  </a:lnTo>
                  <a:lnTo>
                    <a:pt x="7769140" y="174220"/>
                  </a:lnTo>
                  <a:lnTo>
                    <a:pt x="7769266" y="174220"/>
                  </a:lnTo>
                  <a:lnTo>
                    <a:pt x="7769392" y="174220"/>
                  </a:lnTo>
                  <a:lnTo>
                    <a:pt x="7769518" y="174220"/>
                  </a:lnTo>
                  <a:lnTo>
                    <a:pt x="7769645" y="174220"/>
                  </a:lnTo>
                  <a:lnTo>
                    <a:pt x="7769771" y="174220"/>
                  </a:lnTo>
                  <a:lnTo>
                    <a:pt x="7769897" y="174220"/>
                  </a:lnTo>
                  <a:lnTo>
                    <a:pt x="7770023" y="174220"/>
                  </a:lnTo>
                  <a:lnTo>
                    <a:pt x="7770149" y="174220"/>
                  </a:lnTo>
                  <a:lnTo>
                    <a:pt x="7770275" y="174220"/>
                  </a:lnTo>
                  <a:lnTo>
                    <a:pt x="7770401" y="174220"/>
                  </a:lnTo>
                  <a:lnTo>
                    <a:pt x="7770527" y="174220"/>
                  </a:lnTo>
                  <a:lnTo>
                    <a:pt x="7770653" y="174220"/>
                  </a:lnTo>
                  <a:lnTo>
                    <a:pt x="7770779" y="174220"/>
                  </a:lnTo>
                  <a:lnTo>
                    <a:pt x="7770905" y="174220"/>
                  </a:lnTo>
                  <a:lnTo>
                    <a:pt x="7771032" y="174220"/>
                  </a:lnTo>
                  <a:lnTo>
                    <a:pt x="7771158" y="174220"/>
                  </a:lnTo>
                  <a:lnTo>
                    <a:pt x="7771284" y="174220"/>
                  </a:lnTo>
                  <a:lnTo>
                    <a:pt x="7771410" y="174220"/>
                  </a:lnTo>
                  <a:lnTo>
                    <a:pt x="7771536" y="174220"/>
                  </a:lnTo>
                  <a:lnTo>
                    <a:pt x="7771662" y="174220"/>
                  </a:lnTo>
                  <a:lnTo>
                    <a:pt x="7771788" y="174220"/>
                  </a:lnTo>
                  <a:lnTo>
                    <a:pt x="7771914" y="174220"/>
                  </a:lnTo>
                  <a:lnTo>
                    <a:pt x="7772040" y="174220"/>
                  </a:lnTo>
                  <a:lnTo>
                    <a:pt x="7772166" y="174220"/>
                  </a:lnTo>
                  <a:lnTo>
                    <a:pt x="7772292" y="174220"/>
                  </a:lnTo>
                  <a:lnTo>
                    <a:pt x="7772418" y="174220"/>
                  </a:lnTo>
                  <a:lnTo>
                    <a:pt x="7772545" y="174220"/>
                  </a:lnTo>
                  <a:lnTo>
                    <a:pt x="7772671" y="174220"/>
                  </a:lnTo>
                  <a:lnTo>
                    <a:pt x="7772797" y="174220"/>
                  </a:lnTo>
                  <a:lnTo>
                    <a:pt x="7772923" y="174220"/>
                  </a:lnTo>
                  <a:lnTo>
                    <a:pt x="7773049" y="174220"/>
                  </a:lnTo>
                  <a:lnTo>
                    <a:pt x="7773175" y="174220"/>
                  </a:lnTo>
                  <a:lnTo>
                    <a:pt x="7773301" y="174220"/>
                  </a:lnTo>
                  <a:lnTo>
                    <a:pt x="7773427" y="174220"/>
                  </a:lnTo>
                  <a:lnTo>
                    <a:pt x="7773553" y="174220"/>
                  </a:lnTo>
                  <a:lnTo>
                    <a:pt x="7773679" y="174220"/>
                  </a:lnTo>
                  <a:lnTo>
                    <a:pt x="7773805" y="174220"/>
                  </a:lnTo>
                  <a:lnTo>
                    <a:pt x="7773932" y="174220"/>
                  </a:lnTo>
                  <a:lnTo>
                    <a:pt x="7774058" y="174220"/>
                  </a:lnTo>
                  <a:lnTo>
                    <a:pt x="7774184" y="174220"/>
                  </a:lnTo>
                  <a:lnTo>
                    <a:pt x="7774310" y="174220"/>
                  </a:lnTo>
                  <a:lnTo>
                    <a:pt x="7774436" y="174220"/>
                  </a:lnTo>
                  <a:lnTo>
                    <a:pt x="7774562" y="174220"/>
                  </a:lnTo>
                  <a:lnTo>
                    <a:pt x="7774688" y="174220"/>
                  </a:lnTo>
                  <a:lnTo>
                    <a:pt x="7774814" y="174220"/>
                  </a:lnTo>
                  <a:lnTo>
                    <a:pt x="7774940" y="174220"/>
                  </a:lnTo>
                  <a:lnTo>
                    <a:pt x="7775066" y="174220"/>
                  </a:lnTo>
                  <a:lnTo>
                    <a:pt x="7775192" y="174220"/>
                  </a:lnTo>
                  <a:lnTo>
                    <a:pt x="7775319" y="174220"/>
                  </a:lnTo>
                  <a:lnTo>
                    <a:pt x="7775445" y="174220"/>
                  </a:lnTo>
                  <a:lnTo>
                    <a:pt x="7775571" y="174220"/>
                  </a:lnTo>
                  <a:lnTo>
                    <a:pt x="7775697" y="174220"/>
                  </a:lnTo>
                  <a:lnTo>
                    <a:pt x="7775823" y="174220"/>
                  </a:lnTo>
                  <a:lnTo>
                    <a:pt x="7775949" y="174220"/>
                  </a:lnTo>
                  <a:lnTo>
                    <a:pt x="7776075" y="174220"/>
                  </a:lnTo>
                  <a:lnTo>
                    <a:pt x="7776201" y="174220"/>
                  </a:lnTo>
                  <a:lnTo>
                    <a:pt x="7776327" y="174220"/>
                  </a:lnTo>
                  <a:lnTo>
                    <a:pt x="7776453" y="174220"/>
                  </a:lnTo>
                  <a:lnTo>
                    <a:pt x="7776579" y="174220"/>
                  </a:lnTo>
                  <a:lnTo>
                    <a:pt x="7776705" y="174220"/>
                  </a:lnTo>
                  <a:lnTo>
                    <a:pt x="7776832" y="174220"/>
                  </a:lnTo>
                  <a:lnTo>
                    <a:pt x="7776958" y="174220"/>
                  </a:lnTo>
                  <a:lnTo>
                    <a:pt x="7777084" y="174220"/>
                  </a:lnTo>
                  <a:lnTo>
                    <a:pt x="7777210" y="174220"/>
                  </a:lnTo>
                  <a:lnTo>
                    <a:pt x="7777336" y="174220"/>
                  </a:lnTo>
                  <a:lnTo>
                    <a:pt x="7777462" y="174220"/>
                  </a:lnTo>
                  <a:lnTo>
                    <a:pt x="7777588" y="174220"/>
                  </a:lnTo>
                  <a:lnTo>
                    <a:pt x="7777714" y="174220"/>
                  </a:lnTo>
                  <a:lnTo>
                    <a:pt x="7777840" y="174220"/>
                  </a:lnTo>
                  <a:lnTo>
                    <a:pt x="7777966" y="174220"/>
                  </a:lnTo>
                  <a:lnTo>
                    <a:pt x="7778092" y="174220"/>
                  </a:lnTo>
                  <a:lnTo>
                    <a:pt x="7778219" y="174220"/>
                  </a:lnTo>
                  <a:lnTo>
                    <a:pt x="7778345" y="174220"/>
                  </a:lnTo>
                  <a:lnTo>
                    <a:pt x="7778471" y="174220"/>
                  </a:lnTo>
                  <a:lnTo>
                    <a:pt x="7778597" y="174220"/>
                  </a:lnTo>
                  <a:lnTo>
                    <a:pt x="7778723" y="174220"/>
                  </a:lnTo>
                  <a:lnTo>
                    <a:pt x="7778849" y="174220"/>
                  </a:lnTo>
                  <a:lnTo>
                    <a:pt x="7778975" y="174220"/>
                  </a:lnTo>
                  <a:lnTo>
                    <a:pt x="7779101" y="174220"/>
                  </a:lnTo>
                  <a:lnTo>
                    <a:pt x="7779227" y="174220"/>
                  </a:lnTo>
                  <a:lnTo>
                    <a:pt x="7779353" y="174220"/>
                  </a:lnTo>
                  <a:lnTo>
                    <a:pt x="7779479" y="174220"/>
                  </a:lnTo>
                  <a:lnTo>
                    <a:pt x="7779605" y="174220"/>
                  </a:lnTo>
                  <a:lnTo>
                    <a:pt x="7779732" y="174220"/>
                  </a:lnTo>
                  <a:lnTo>
                    <a:pt x="7779858" y="174220"/>
                  </a:lnTo>
                  <a:lnTo>
                    <a:pt x="7779984" y="174220"/>
                  </a:lnTo>
                  <a:lnTo>
                    <a:pt x="7780110" y="174220"/>
                  </a:lnTo>
                  <a:lnTo>
                    <a:pt x="7780236" y="174220"/>
                  </a:lnTo>
                  <a:lnTo>
                    <a:pt x="7780362" y="174220"/>
                  </a:lnTo>
                  <a:lnTo>
                    <a:pt x="7780488" y="174220"/>
                  </a:lnTo>
                  <a:lnTo>
                    <a:pt x="7780614" y="174220"/>
                  </a:lnTo>
                  <a:lnTo>
                    <a:pt x="7780740" y="174220"/>
                  </a:lnTo>
                  <a:lnTo>
                    <a:pt x="7780866" y="174220"/>
                  </a:lnTo>
                  <a:lnTo>
                    <a:pt x="7780992" y="174220"/>
                  </a:lnTo>
                  <a:lnTo>
                    <a:pt x="7781119" y="174220"/>
                  </a:lnTo>
                  <a:lnTo>
                    <a:pt x="7781245" y="174220"/>
                  </a:lnTo>
                  <a:lnTo>
                    <a:pt x="7781371" y="174220"/>
                  </a:lnTo>
                  <a:lnTo>
                    <a:pt x="7781497" y="174220"/>
                  </a:lnTo>
                  <a:lnTo>
                    <a:pt x="7781623" y="174220"/>
                  </a:lnTo>
                  <a:lnTo>
                    <a:pt x="7781749" y="174220"/>
                  </a:lnTo>
                  <a:lnTo>
                    <a:pt x="7781875" y="174220"/>
                  </a:lnTo>
                  <a:lnTo>
                    <a:pt x="7782001" y="174220"/>
                  </a:lnTo>
                  <a:lnTo>
                    <a:pt x="7782127" y="174220"/>
                  </a:lnTo>
                  <a:lnTo>
                    <a:pt x="7782253" y="174220"/>
                  </a:lnTo>
                  <a:lnTo>
                    <a:pt x="7782379" y="174220"/>
                  </a:lnTo>
                  <a:lnTo>
                    <a:pt x="7782505" y="174220"/>
                  </a:lnTo>
                  <a:lnTo>
                    <a:pt x="7782632" y="174220"/>
                  </a:lnTo>
                  <a:lnTo>
                    <a:pt x="7782758" y="174220"/>
                  </a:lnTo>
                  <a:lnTo>
                    <a:pt x="7782884" y="174220"/>
                  </a:lnTo>
                  <a:lnTo>
                    <a:pt x="7783010" y="174220"/>
                  </a:lnTo>
                  <a:lnTo>
                    <a:pt x="7783136" y="174220"/>
                  </a:lnTo>
                  <a:lnTo>
                    <a:pt x="7783262" y="174220"/>
                  </a:lnTo>
                  <a:lnTo>
                    <a:pt x="7783388" y="174220"/>
                  </a:lnTo>
                  <a:lnTo>
                    <a:pt x="7783514" y="174220"/>
                  </a:lnTo>
                  <a:lnTo>
                    <a:pt x="7783640" y="174220"/>
                  </a:lnTo>
                  <a:lnTo>
                    <a:pt x="7783766" y="174220"/>
                  </a:lnTo>
                  <a:lnTo>
                    <a:pt x="7783892" y="174220"/>
                  </a:lnTo>
                  <a:lnTo>
                    <a:pt x="7784019" y="174220"/>
                  </a:lnTo>
                  <a:lnTo>
                    <a:pt x="7784145" y="174220"/>
                  </a:lnTo>
                  <a:lnTo>
                    <a:pt x="7784271" y="174220"/>
                  </a:lnTo>
                  <a:lnTo>
                    <a:pt x="7784397" y="174220"/>
                  </a:lnTo>
                  <a:lnTo>
                    <a:pt x="7784523" y="174220"/>
                  </a:lnTo>
                  <a:lnTo>
                    <a:pt x="7784649" y="174220"/>
                  </a:lnTo>
                  <a:lnTo>
                    <a:pt x="7784775" y="174220"/>
                  </a:lnTo>
                  <a:lnTo>
                    <a:pt x="7784901" y="174220"/>
                  </a:lnTo>
                  <a:lnTo>
                    <a:pt x="7785027" y="174220"/>
                  </a:lnTo>
                  <a:lnTo>
                    <a:pt x="7785153" y="174220"/>
                  </a:lnTo>
                  <a:lnTo>
                    <a:pt x="7785279" y="174220"/>
                  </a:lnTo>
                  <a:lnTo>
                    <a:pt x="7785406" y="174220"/>
                  </a:lnTo>
                  <a:lnTo>
                    <a:pt x="7785532" y="174220"/>
                  </a:lnTo>
                  <a:lnTo>
                    <a:pt x="7785658" y="174220"/>
                  </a:lnTo>
                  <a:lnTo>
                    <a:pt x="7785784" y="174220"/>
                  </a:lnTo>
                  <a:lnTo>
                    <a:pt x="7785910" y="174220"/>
                  </a:lnTo>
                  <a:lnTo>
                    <a:pt x="7786036" y="174220"/>
                  </a:lnTo>
                  <a:lnTo>
                    <a:pt x="7786162" y="174220"/>
                  </a:lnTo>
                  <a:lnTo>
                    <a:pt x="7786288" y="174220"/>
                  </a:lnTo>
                  <a:lnTo>
                    <a:pt x="7786414" y="174220"/>
                  </a:lnTo>
                  <a:lnTo>
                    <a:pt x="7786540" y="174220"/>
                  </a:lnTo>
                  <a:lnTo>
                    <a:pt x="7786666" y="174220"/>
                  </a:lnTo>
                  <a:lnTo>
                    <a:pt x="7786792" y="174220"/>
                  </a:lnTo>
                  <a:lnTo>
                    <a:pt x="7786919" y="174220"/>
                  </a:lnTo>
                  <a:lnTo>
                    <a:pt x="7787045" y="174220"/>
                  </a:lnTo>
                  <a:lnTo>
                    <a:pt x="7787171" y="174220"/>
                  </a:lnTo>
                  <a:lnTo>
                    <a:pt x="7787297" y="174220"/>
                  </a:lnTo>
                  <a:lnTo>
                    <a:pt x="7787423" y="174220"/>
                  </a:lnTo>
                  <a:lnTo>
                    <a:pt x="7787549" y="174220"/>
                  </a:lnTo>
                  <a:lnTo>
                    <a:pt x="7787675" y="174220"/>
                  </a:lnTo>
                  <a:lnTo>
                    <a:pt x="7787801" y="174220"/>
                  </a:lnTo>
                  <a:lnTo>
                    <a:pt x="7787927" y="174220"/>
                  </a:lnTo>
                  <a:lnTo>
                    <a:pt x="7788053" y="174220"/>
                  </a:lnTo>
                  <a:lnTo>
                    <a:pt x="7788179" y="174220"/>
                  </a:lnTo>
                  <a:lnTo>
                    <a:pt x="7788306" y="174220"/>
                  </a:lnTo>
                  <a:lnTo>
                    <a:pt x="7788432" y="174220"/>
                  </a:lnTo>
                  <a:lnTo>
                    <a:pt x="7788558" y="174220"/>
                  </a:lnTo>
                  <a:lnTo>
                    <a:pt x="7788684" y="174220"/>
                  </a:lnTo>
                  <a:lnTo>
                    <a:pt x="7788810" y="174220"/>
                  </a:lnTo>
                  <a:lnTo>
                    <a:pt x="7788936" y="174220"/>
                  </a:lnTo>
                  <a:lnTo>
                    <a:pt x="7789062" y="174220"/>
                  </a:lnTo>
                  <a:lnTo>
                    <a:pt x="7789188" y="174220"/>
                  </a:lnTo>
                  <a:lnTo>
                    <a:pt x="7789314" y="174220"/>
                  </a:lnTo>
                  <a:lnTo>
                    <a:pt x="7789440" y="174220"/>
                  </a:lnTo>
                  <a:lnTo>
                    <a:pt x="7789566" y="174220"/>
                  </a:lnTo>
                  <a:lnTo>
                    <a:pt x="7789692" y="174220"/>
                  </a:lnTo>
                  <a:lnTo>
                    <a:pt x="7789819" y="174220"/>
                  </a:lnTo>
                  <a:lnTo>
                    <a:pt x="7789945" y="174220"/>
                  </a:lnTo>
                  <a:lnTo>
                    <a:pt x="7790071" y="174220"/>
                  </a:lnTo>
                  <a:lnTo>
                    <a:pt x="7790197" y="174220"/>
                  </a:lnTo>
                  <a:lnTo>
                    <a:pt x="7790323" y="174220"/>
                  </a:lnTo>
                  <a:lnTo>
                    <a:pt x="7790449" y="174220"/>
                  </a:lnTo>
                  <a:lnTo>
                    <a:pt x="7790575" y="174220"/>
                  </a:lnTo>
                  <a:lnTo>
                    <a:pt x="7790701" y="174220"/>
                  </a:lnTo>
                  <a:lnTo>
                    <a:pt x="7790827" y="174220"/>
                  </a:lnTo>
                  <a:lnTo>
                    <a:pt x="7790953" y="174220"/>
                  </a:lnTo>
                  <a:lnTo>
                    <a:pt x="7791079" y="174220"/>
                  </a:lnTo>
                  <a:lnTo>
                    <a:pt x="7791206" y="174220"/>
                  </a:lnTo>
                  <a:lnTo>
                    <a:pt x="7791332" y="174220"/>
                  </a:lnTo>
                  <a:lnTo>
                    <a:pt x="7791458" y="174220"/>
                  </a:lnTo>
                  <a:lnTo>
                    <a:pt x="7791584" y="174220"/>
                  </a:lnTo>
                  <a:lnTo>
                    <a:pt x="7791710" y="174220"/>
                  </a:lnTo>
                  <a:lnTo>
                    <a:pt x="7791836" y="174220"/>
                  </a:lnTo>
                  <a:lnTo>
                    <a:pt x="7791962" y="174220"/>
                  </a:lnTo>
                  <a:lnTo>
                    <a:pt x="7792088" y="174220"/>
                  </a:lnTo>
                  <a:lnTo>
                    <a:pt x="7792214" y="174220"/>
                  </a:lnTo>
                  <a:lnTo>
                    <a:pt x="7792340" y="174220"/>
                  </a:lnTo>
                  <a:lnTo>
                    <a:pt x="7792466" y="174220"/>
                  </a:lnTo>
                  <a:lnTo>
                    <a:pt x="7792593" y="174220"/>
                  </a:lnTo>
                  <a:lnTo>
                    <a:pt x="7792719" y="174220"/>
                  </a:lnTo>
                  <a:lnTo>
                    <a:pt x="7792845" y="174220"/>
                  </a:lnTo>
                  <a:lnTo>
                    <a:pt x="7792971" y="174220"/>
                  </a:lnTo>
                  <a:lnTo>
                    <a:pt x="7793097" y="174220"/>
                  </a:lnTo>
                  <a:lnTo>
                    <a:pt x="7793223" y="174220"/>
                  </a:lnTo>
                  <a:lnTo>
                    <a:pt x="7793349" y="174220"/>
                  </a:lnTo>
                  <a:lnTo>
                    <a:pt x="7793475" y="174220"/>
                  </a:lnTo>
                  <a:lnTo>
                    <a:pt x="7793601" y="174220"/>
                  </a:lnTo>
                  <a:lnTo>
                    <a:pt x="7793727" y="174220"/>
                  </a:lnTo>
                  <a:lnTo>
                    <a:pt x="7793853" y="174220"/>
                  </a:lnTo>
                  <a:lnTo>
                    <a:pt x="7793979" y="174220"/>
                  </a:lnTo>
                  <a:lnTo>
                    <a:pt x="7794106" y="174220"/>
                  </a:lnTo>
                  <a:lnTo>
                    <a:pt x="7794232" y="174220"/>
                  </a:lnTo>
                  <a:lnTo>
                    <a:pt x="7794358" y="174220"/>
                  </a:lnTo>
                  <a:lnTo>
                    <a:pt x="7794484" y="174220"/>
                  </a:lnTo>
                  <a:lnTo>
                    <a:pt x="7794610" y="174220"/>
                  </a:lnTo>
                  <a:lnTo>
                    <a:pt x="7794736" y="174220"/>
                  </a:lnTo>
                  <a:lnTo>
                    <a:pt x="7794862" y="174220"/>
                  </a:lnTo>
                  <a:lnTo>
                    <a:pt x="7794988" y="174220"/>
                  </a:lnTo>
                  <a:lnTo>
                    <a:pt x="7795114" y="174220"/>
                  </a:lnTo>
                  <a:lnTo>
                    <a:pt x="7795240" y="174220"/>
                  </a:lnTo>
                  <a:lnTo>
                    <a:pt x="7795366" y="174220"/>
                  </a:lnTo>
                  <a:lnTo>
                    <a:pt x="7795493" y="174220"/>
                  </a:lnTo>
                  <a:lnTo>
                    <a:pt x="7795619" y="174220"/>
                  </a:lnTo>
                  <a:lnTo>
                    <a:pt x="7795745" y="174220"/>
                  </a:lnTo>
                  <a:lnTo>
                    <a:pt x="7795871" y="174220"/>
                  </a:lnTo>
                  <a:lnTo>
                    <a:pt x="7795997" y="174220"/>
                  </a:lnTo>
                  <a:lnTo>
                    <a:pt x="7796123" y="174220"/>
                  </a:lnTo>
                  <a:lnTo>
                    <a:pt x="7796249" y="174220"/>
                  </a:lnTo>
                  <a:lnTo>
                    <a:pt x="7796375" y="174220"/>
                  </a:lnTo>
                  <a:lnTo>
                    <a:pt x="7796501" y="174220"/>
                  </a:lnTo>
                  <a:lnTo>
                    <a:pt x="7796627" y="174220"/>
                  </a:lnTo>
                  <a:lnTo>
                    <a:pt x="7796753" y="174220"/>
                  </a:lnTo>
                  <a:lnTo>
                    <a:pt x="7796879" y="174220"/>
                  </a:lnTo>
                  <a:lnTo>
                    <a:pt x="7797006" y="174220"/>
                  </a:lnTo>
                  <a:lnTo>
                    <a:pt x="7797132" y="174220"/>
                  </a:lnTo>
                  <a:lnTo>
                    <a:pt x="7797258" y="174220"/>
                  </a:lnTo>
                  <a:lnTo>
                    <a:pt x="7797384" y="174220"/>
                  </a:lnTo>
                  <a:lnTo>
                    <a:pt x="7797510" y="174220"/>
                  </a:lnTo>
                  <a:lnTo>
                    <a:pt x="7797636" y="174220"/>
                  </a:lnTo>
                  <a:lnTo>
                    <a:pt x="7797762" y="174220"/>
                  </a:lnTo>
                  <a:lnTo>
                    <a:pt x="7797888" y="174220"/>
                  </a:lnTo>
                  <a:lnTo>
                    <a:pt x="7798014" y="174220"/>
                  </a:lnTo>
                  <a:lnTo>
                    <a:pt x="7798140" y="174220"/>
                  </a:lnTo>
                  <a:lnTo>
                    <a:pt x="7798266" y="174220"/>
                  </a:lnTo>
                  <a:lnTo>
                    <a:pt x="7798393" y="174220"/>
                  </a:lnTo>
                  <a:lnTo>
                    <a:pt x="7798519" y="174220"/>
                  </a:lnTo>
                  <a:lnTo>
                    <a:pt x="7798645" y="174220"/>
                  </a:lnTo>
                  <a:lnTo>
                    <a:pt x="7798771" y="174220"/>
                  </a:lnTo>
                  <a:lnTo>
                    <a:pt x="7798897" y="174220"/>
                  </a:lnTo>
                  <a:lnTo>
                    <a:pt x="7799023" y="174220"/>
                  </a:lnTo>
                  <a:lnTo>
                    <a:pt x="7799149" y="174220"/>
                  </a:lnTo>
                  <a:lnTo>
                    <a:pt x="7799275" y="174220"/>
                  </a:lnTo>
                  <a:lnTo>
                    <a:pt x="7799401" y="174220"/>
                  </a:lnTo>
                  <a:lnTo>
                    <a:pt x="7799527" y="174220"/>
                  </a:lnTo>
                  <a:lnTo>
                    <a:pt x="7799653" y="174220"/>
                  </a:lnTo>
                  <a:lnTo>
                    <a:pt x="7799780" y="174220"/>
                  </a:lnTo>
                  <a:lnTo>
                    <a:pt x="7799906" y="174220"/>
                  </a:lnTo>
                  <a:lnTo>
                    <a:pt x="7800032" y="174220"/>
                  </a:lnTo>
                  <a:lnTo>
                    <a:pt x="7800158" y="174220"/>
                  </a:lnTo>
                  <a:lnTo>
                    <a:pt x="7800284" y="174220"/>
                  </a:lnTo>
                  <a:lnTo>
                    <a:pt x="7800410" y="174220"/>
                  </a:lnTo>
                  <a:lnTo>
                    <a:pt x="7800536" y="174220"/>
                  </a:lnTo>
                  <a:lnTo>
                    <a:pt x="7800662" y="174220"/>
                  </a:lnTo>
                  <a:lnTo>
                    <a:pt x="7800788" y="174220"/>
                  </a:lnTo>
                  <a:lnTo>
                    <a:pt x="7800914" y="174220"/>
                  </a:lnTo>
                  <a:lnTo>
                    <a:pt x="7801040" y="174220"/>
                  </a:lnTo>
                  <a:lnTo>
                    <a:pt x="7801166" y="174220"/>
                  </a:lnTo>
                  <a:lnTo>
                    <a:pt x="7801293" y="174220"/>
                  </a:lnTo>
                  <a:lnTo>
                    <a:pt x="7801419" y="174220"/>
                  </a:lnTo>
                  <a:lnTo>
                    <a:pt x="7801545" y="174220"/>
                  </a:lnTo>
                  <a:lnTo>
                    <a:pt x="7801671" y="174220"/>
                  </a:lnTo>
                  <a:lnTo>
                    <a:pt x="7801797" y="174220"/>
                  </a:lnTo>
                  <a:lnTo>
                    <a:pt x="7801923" y="174220"/>
                  </a:lnTo>
                  <a:lnTo>
                    <a:pt x="7802049" y="174220"/>
                  </a:lnTo>
                  <a:lnTo>
                    <a:pt x="7802175" y="174220"/>
                  </a:lnTo>
                  <a:lnTo>
                    <a:pt x="7802301" y="174220"/>
                  </a:lnTo>
                  <a:lnTo>
                    <a:pt x="7802427" y="174220"/>
                  </a:lnTo>
                  <a:lnTo>
                    <a:pt x="7802553" y="174220"/>
                  </a:lnTo>
                  <a:lnTo>
                    <a:pt x="7802680" y="174220"/>
                  </a:lnTo>
                  <a:lnTo>
                    <a:pt x="7802806" y="174220"/>
                  </a:lnTo>
                  <a:lnTo>
                    <a:pt x="7802932" y="174220"/>
                  </a:lnTo>
                  <a:lnTo>
                    <a:pt x="7803058" y="174220"/>
                  </a:lnTo>
                  <a:lnTo>
                    <a:pt x="7803184" y="174220"/>
                  </a:lnTo>
                  <a:lnTo>
                    <a:pt x="7803310" y="174220"/>
                  </a:lnTo>
                  <a:lnTo>
                    <a:pt x="7803436" y="174220"/>
                  </a:lnTo>
                  <a:lnTo>
                    <a:pt x="7803562" y="174220"/>
                  </a:lnTo>
                  <a:lnTo>
                    <a:pt x="7803688" y="174220"/>
                  </a:lnTo>
                  <a:lnTo>
                    <a:pt x="7803814" y="174220"/>
                  </a:lnTo>
                  <a:lnTo>
                    <a:pt x="7803940" y="174220"/>
                  </a:lnTo>
                  <a:lnTo>
                    <a:pt x="7804066" y="174220"/>
                  </a:lnTo>
                  <a:lnTo>
                    <a:pt x="7804193" y="174220"/>
                  </a:lnTo>
                  <a:lnTo>
                    <a:pt x="7804319" y="174220"/>
                  </a:lnTo>
                  <a:lnTo>
                    <a:pt x="7804445" y="174220"/>
                  </a:lnTo>
                  <a:lnTo>
                    <a:pt x="7804571" y="174220"/>
                  </a:lnTo>
                  <a:lnTo>
                    <a:pt x="7804697" y="174220"/>
                  </a:lnTo>
                  <a:lnTo>
                    <a:pt x="7804823" y="174220"/>
                  </a:lnTo>
                  <a:lnTo>
                    <a:pt x="7804949" y="174220"/>
                  </a:lnTo>
                  <a:lnTo>
                    <a:pt x="7805075" y="174220"/>
                  </a:lnTo>
                  <a:lnTo>
                    <a:pt x="7805201" y="174220"/>
                  </a:lnTo>
                  <a:lnTo>
                    <a:pt x="7805327" y="174220"/>
                  </a:lnTo>
                  <a:lnTo>
                    <a:pt x="7805453" y="174220"/>
                  </a:lnTo>
                  <a:lnTo>
                    <a:pt x="7805580" y="174220"/>
                  </a:lnTo>
                  <a:lnTo>
                    <a:pt x="7805706" y="174220"/>
                  </a:lnTo>
                  <a:lnTo>
                    <a:pt x="7805832" y="174220"/>
                  </a:lnTo>
                  <a:lnTo>
                    <a:pt x="7805958" y="174220"/>
                  </a:lnTo>
                  <a:lnTo>
                    <a:pt x="7806084" y="174220"/>
                  </a:lnTo>
                  <a:lnTo>
                    <a:pt x="7806210" y="174220"/>
                  </a:lnTo>
                  <a:lnTo>
                    <a:pt x="7806336" y="174220"/>
                  </a:lnTo>
                  <a:lnTo>
                    <a:pt x="7806462" y="174220"/>
                  </a:lnTo>
                  <a:lnTo>
                    <a:pt x="7806588" y="174220"/>
                  </a:lnTo>
                  <a:lnTo>
                    <a:pt x="7806714" y="174220"/>
                  </a:lnTo>
                  <a:lnTo>
                    <a:pt x="7806840" y="174220"/>
                  </a:lnTo>
                  <a:lnTo>
                    <a:pt x="7806966" y="174220"/>
                  </a:lnTo>
                  <a:lnTo>
                    <a:pt x="7807093" y="174220"/>
                  </a:lnTo>
                  <a:lnTo>
                    <a:pt x="7807219" y="174220"/>
                  </a:lnTo>
                  <a:lnTo>
                    <a:pt x="7807345" y="174220"/>
                  </a:lnTo>
                  <a:lnTo>
                    <a:pt x="7807471" y="174220"/>
                  </a:lnTo>
                  <a:lnTo>
                    <a:pt x="7807597" y="174220"/>
                  </a:lnTo>
                  <a:lnTo>
                    <a:pt x="7807723" y="174220"/>
                  </a:lnTo>
                  <a:lnTo>
                    <a:pt x="7807849" y="174220"/>
                  </a:lnTo>
                  <a:lnTo>
                    <a:pt x="7807975" y="174220"/>
                  </a:lnTo>
                  <a:lnTo>
                    <a:pt x="7808101" y="174220"/>
                  </a:lnTo>
                  <a:lnTo>
                    <a:pt x="7808227" y="174220"/>
                  </a:lnTo>
                  <a:lnTo>
                    <a:pt x="7808353" y="174220"/>
                  </a:lnTo>
                  <a:lnTo>
                    <a:pt x="7808480" y="174220"/>
                  </a:lnTo>
                  <a:lnTo>
                    <a:pt x="7808606" y="174220"/>
                  </a:lnTo>
                  <a:lnTo>
                    <a:pt x="7808732" y="174220"/>
                  </a:lnTo>
                  <a:lnTo>
                    <a:pt x="7808858" y="174220"/>
                  </a:lnTo>
                  <a:lnTo>
                    <a:pt x="7808984" y="174220"/>
                  </a:lnTo>
                  <a:lnTo>
                    <a:pt x="7809110" y="174220"/>
                  </a:lnTo>
                  <a:lnTo>
                    <a:pt x="7809236" y="174220"/>
                  </a:lnTo>
                  <a:lnTo>
                    <a:pt x="7809362" y="174220"/>
                  </a:lnTo>
                  <a:lnTo>
                    <a:pt x="7809488" y="174220"/>
                  </a:lnTo>
                  <a:lnTo>
                    <a:pt x="7809614" y="174220"/>
                  </a:lnTo>
                  <a:lnTo>
                    <a:pt x="7809740" y="174220"/>
                  </a:lnTo>
                  <a:lnTo>
                    <a:pt x="7809867" y="174220"/>
                  </a:lnTo>
                  <a:lnTo>
                    <a:pt x="7809993" y="174220"/>
                  </a:lnTo>
                  <a:lnTo>
                    <a:pt x="7810119" y="174220"/>
                  </a:lnTo>
                  <a:lnTo>
                    <a:pt x="7810245" y="174220"/>
                  </a:lnTo>
                  <a:lnTo>
                    <a:pt x="7810371" y="174220"/>
                  </a:lnTo>
                  <a:lnTo>
                    <a:pt x="7810497" y="174220"/>
                  </a:lnTo>
                  <a:lnTo>
                    <a:pt x="7810623" y="174220"/>
                  </a:lnTo>
                  <a:lnTo>
                    <a:pt x="7810749" y="174220"/>
                  </a:lnTo>
                  <a:lnTo>
                    <a:pt x="7810875" y="174220"/>
                  </a:lnTo>
                  <a:lnTo>
                    <a:pt x="7811001" y="174220"/>
                  </a:lnTo>
                  <a:lnTo>
                    <a:pt x="7811127" y="174220"/>
                  </a:lnTo>
                  <a:lnTo>
                    <a:pt x="7811253" y="174220"/>
                  </a:lnTo>
                  <a:lnTo>
                    <a:pt x="7811380" y="174220"/>
                  </a:lnTo>
                  <a:lnTo>
                    <a:pt x="7811506" y="174220"/>
                  </a:lnTo>
                  <a:lnTo>
                    <a:pt x="7811632" y="174220"/>
                  </a:lnTo>
                  <a:lnTo>
                    <a:pt x="7811758" y="174220"/>
                  </a:lnTo>
                  <a:lnTo>
                    <a:pt x="7811884" y="174220"/>
                  </a:lnTo>
                  <a:lnTo>
                    <a:pt x="7812010" y="174220"/>
                  </a:lnTo>
                  <a:lnTo>
                    <a:pt x="7812136" y="174220"/>
                  </a:lnTo>
                  <a:lnTo>
                    <a:pt x="7812262" y="174220"/>
                  </a:lnTo>
                  <a:lnTo>
                    <a:pt x="7812388" y="174220"/>
                  </a:lnTo>
                  <a:lnTo>
                    <a:pt x="7812514" y="174220"/>
                  </a:lnTo>
                  <a:lnTo>
                    <a:pt x="7812640" y="174220"/>
                  </a:lnTo>
                  <a:lnTo>
                    <a:pt x="7812767" y="174220"/>
                  </a:lnTo>
                  <a:lnTo>
                    <a:pt x="7812893" y="174220"/>
                  </a:lnTo>
                  <a:lnTo>
                    <a:pt x="7813019" y="174220"/>
                  </a:lnTo>
                  <a:lnTo>
                    <a:pt x="7813145" y="174220"/>
                  </a:lnTo>
                  <a:lnTo>
                    <a:pt x="7813271" y="174220"/>
                  </a:lnTo>
                  <a:lnTo>
                    <a:pt x="7813397" y="174220"/>
                  </a:lnTo>
                  <a:lnTo>
                    <a:pt x="7813523" y="174220"/>
                  </a:lnTo>
                  <a:lnTo>
                    <a:pt x="7813649" y="174220"/>
                  </a:lnTo>
                  <a:lnTo>
                    <a:pt x="7813775" y="174220"/>
                  </a:lnTo>
                  <a:lnTo>
                    <a:pt x="7813901" y="174220"/>
                  </a:lnTo>
                  <a:lnTo>
                    <a:pt x="7814027" y="174220"/>
                  </a:lnTo>
                  <a:lnTo>
                    <a:pt x="7814153" y="174220"/>
                  </a:lnTo>
                  <a:lnTo>
                    <a:pt x="7814280" y="174220"/>
                  </a:lnTo>
                  <a:lnTo>
                    <a:pt x="7814406" y="174220"/>
                  </a:lnTo>
                  <a:lnTo>
                    <a:pt x="7814532" y="174220"/>
                  </a:lnTo>
                  <a:lnTo>
                    <a:pt x="7814658" y="174220"/>
                  </a:lnTo>
                  <a:lnTo>
                    <a:pt x="7814784" y="174220"/>
                  </a:lnTo>
                  <a:lnTo>
                    <a:pt x="7814910" y="174220"/>
                  </a:lnTo>
                  <a:lnTo>
                    <a:pt x="7815036" y="174220"/>
                  </a:lnTo>
                  <a:lnTo>
                    <a:pt x="7815162" y="174220"/>
                  </a:lnTo>
                  <a:lnTo>
                    <a:pt x="7815288" y="174220"/>
                  </a:lnTo>
                  <a:lnTo>
                    <a:pt x="7815414" y="174220"/>
                  </a:lnTo>
                  <a:lnTo>
                    <a:pt x="7815540" y="174220"/>
                  </a:lnTo>
                  <a:lnTo>
                    <a:pt x="7815667" y="174220"/>
                  </a:lnTo>
                  <a:lnTo>
                    <a:pt x="7815793" y="174220"/>
                  </a:lnTo>
                  <a:lnTo>
                    <a:pt x="7815919" y="174220"/>
                  </a:lnTo>
                  <a:lnTo>
                    <a:pt x="7816045" y="174220"/>
                  </a:lnTo>
                  <a:lnTo>
                    <a:pt x="7816171" y="174220"/>
                  </a:lnTo>
                  <a:lnTo>
                    <a:pt x="7816297" y="174220"/>
                  </a:lnTo>
                  <a:lnTo>
                    <a:pt x="7816423" y="174220"/>
                  </a:lnTo>
                  <a:lnTo>
                    <a:pt x="7816549" y="174220"/>
                  </a:lnTo>
                  <a:lnTo>
                    <a:pt x="7816675" y="174220"/>
                  </a:lnTo>
                  <a:lnTo>
                    <a:pt x="7816801" y="174220"/>
                  </a:lnTo>
                  <a:lnTo>
                    <a:pt x="7816927" y="174220"/>
                  </a:lnTo>
                  <a:lnTo>
                    <a:pt x="7817054" y="174220"/>
                  </a:lnTo>
                  <a:lnTo>
                    <a:pt x="7817180" y="174220"/>
                  </a:lnTo>
                  <a:lnTo>
                    <a:pt x="7817306" y="174220"/>
                  </a:lnTo>
                  <a:lnTo>
                    <a:pt x="7817432" y="174220"/>
                  </a:lnTo>
                  <a:lnTo>
                    <a:pt x="7817558" y="174220"/>
                  </a:lnTo>
                  <a:lnTo>
                    <a:pt x="7817684" y="174220"/>
                  </a:lnTo>
                  <a:lnTo>
                    <a:pt x="7817810" y="174220"/>
                  </a:lnTo>
                  <a:lnTo>
                    <a:pt x="7817936" y="174220"/>
                  </a:lnTo>
                  <a:lnTo>
                    <a:pt x="7818062" y="174220"/>
                  </a:lnTo>
                  <a:lnTo>
                    <a:pt x="7818188" y="174220"/>
                  </a:lnTo>
                  <a:lnTo>
                    <a:pt x="7818314" y="174220"/>
                  </a:lnTo>
                  <a:lnTo>
                    <a:pt x="7818440" y="174220"/>
                  </a:lnTo>
                  <a:lnTo>
                    <a:pt x="7818567" y="174220"/>
                  </a:lnTo>
                  <a:lnTo>
                    <a:pt x="7818693" y="174220"/>
                  </a:lnTo>
                  <a:lnTo>
                    <a:pt x="7818819" y="174220"/>
                  </a:lnTo>
                  <a:lnTo>
                    <a:pt x="7818945" y="174220"/>
                  </a:lnTo>
                  <a:lnTo>
                    <a:pt x="7819071" y="174220"/>
                  </a:lnTo>
                  <a:lnTo>
                    <a:pt x="7819197" y="174220"/>
                  </a:lnTo>
                  <a:lnTo>
                    <a:pt x="7819197" y="168941"/>
                  </a:lnTo>
                  <a:lnTo>
                    <a:pt x="7819323" y="168941"/>
                  </a:lnTo>
                  <a:lnTo>
                    <a:pt x="7819449" y="168941"/>
                  </a:lnTo>
                  <a:lnTo>
                    <a:pt x="7819575" y="168941"/>
                  </a:lnTo>
                  <a:lnTo>
                    <a:pt x="7819701" y="168941"/>
                  </a:lnTo>
                  <a:lnTo>
                    <a:pt x="7819827" y="168941"/>
                  </a:lnTo>
                  <a:lnTo>
                    <a:pt x="7819954" y="168941"/>
                  </a:lnTo>
                  <a:lnTo>
                    <a:pt x="7820080" y="168941"/>
                  </a:lnTo>
                  <a:lnTo>
                    <a:pt x="7820206" y="168941"/>
                  </a:lnTo>
                  <a:lnTo>
                    <a:pt x="7820332" y="168941"/>
                  </a:lnTo>
                  <a:lnTo>
                    <a:pt x="7820458" y="168941"/>
                  </a:lnTo>
                  <a:lnTo>
                    <a:pt x="7820584" y="168941"/>
                  </a:lnTo>
                  <a:lnTo>
                    <a:pt x="7820584" y="163662"/>
                  </a:lnTo>
                  <a:lnTo>
                    <a:pt x="7820710" y="163662"/>
                  </a:lnTo>
                  <a:lnTo>
                    <a:pt x="7820836" y="163662"/>
                  </a:lnTo>
                  <a:lnTo>
                    <a:pt x="7820962" y="163662"/>
                  </a:lnTo>
                  <a:lnTo>
                    <a:pt x="7821088" y="163662"/>
                  </a:lnTo>
                  <a:lnTo>
                    <a:pt x="7821214" y="163662"/>
                  </a:lnTo>
                  <a:lnTo>
                    <a:pt x="7821340" y="163662"/>
                  </a:lnTo>
                  <a:lnTo>
                    <a:pt x="7821467" y="163662"/>
                  </a:lnTo>
                  <a:lnTo>
                    <a:pt x="7821593" y="163662"/>
                  </a:lnTo>
                  <a:lnTo>
                    <a:pt x="7821719" y="163662"/>
                  </a:lnTo>
                  <a:lnTo>
                    <a:pt x="7821845" y="163662"/>
                  </a:lnTo>
                  <a:lnTo>
                    <a:pt x="7821971" y="163662"/>
                  </a:lnTo>
                  <a:lnTo>
                    <a:pt x="7822097" y="163662"/>
                  </a:lnTo>
                  <a:lnTo>
                    <a:pt x="7822223" y="163662"/>
                  </a:lnTo>
                  <a:lnTo>
                    <a:pt x="7822349" y="163662"/>
                  </a:lnTo>
                  <a:lnTo>
                    <a:pt x="7822475" y="163662"/>
                  </a:lnTo>
                  <a:lnTo>
                    <a:pt x="7822601" y="163662"/>
                  </a:lnTo>
                  <a:lnTo>
                    <a:pt x="7822727" y="163662"/>
                  </a:lnTo>
                  <a:lnTo>
                    <a:pt x="7822854" y="163662"/>
                  </a:lnTo>
                  <a:lnTo>
                    <a:pt x="7822980" y="163662"/>
                  </a:lnTo>
                  <a:lnTo>
                    <a:pt x="7823106" y="163662"/>
                  </a:lnTo>
                  <a:lnTo>
                    <a:pt x="7823232" y="163662"/>
                  </a:lnTo>
                  <a:lnTo>
                    <a:pt x="7823358" y="163662"/>
                  </a:lnTo>
                  <a:lnTo>
                    <a:pt x="7823484" y="163662"/>
                  </a:lnTo>
                  <a:lnTo>
                    <a:pt x="7823610" y="163662"/>
                  </a:lnTo>
                  <a:lnTo>
                    <a:pt x="7823736" y="163662"/>
                  </a:lnTo>
                  <a:lnTo>
                    <a:pt x="7823862" y="163662"/>
                  </a:lnTo>
                  <a:lnTo>
                    <a:pt x="7823988" y="163662"/>
                  </a:lnTo>
                  <a:lnTo>
                    <a:pt x="7824114" y="163662"/>
                  </a:lnTo>
                  <a:lnTo>
                    <a:pt x="7824240" y="163662"/>
                  </a:lnTo>
                  <a:lnTo>
                    <a:pt x="7824367" y="163662"/>
                  </a:lnTo>
                  <a:lnTo>
                    <a:pt x="7824493" y="163662"/>
                  </a:lnTo>
                  <a:lnTo>
                    <a:pt x="7824619" y="163662"/>
                  </a:lnTo>
                  <a:lnTo>
                    <a:pt x="7824745" y="163662"/>
                  </a:lnTo>
                  <a:lnTo>
                    <a:pt x="7824871" y="163662"/>
                  </a:lnTo>
                  <a:lnTo>
                    <a:pt x="7824997" y="163662"/>
                  </a:lnTo>
                  <a:lnTo>
                    <a:pt x="7825123" y="163662"/>
                  </a:lnTo>
                  <a:lnTo>
                    <a:pt x="7825249" y="163662"/>
                  </a:lnTo>
                  <a:lnTo>
                    <a:pt x="7825375" y="163662"/>
                  </a:lnTo>
                  <a:lnTo>
                    <a:pt x="7825501" y="163662"/>
                  </a:lnTo>
                  <a:lnTo>
                    <a:pt x="7825627" y="163662"/>
                  </a:lnTo>
                  <a:lnTo>
                    <a:pt x="7825754" y="163662"/>
                  </a:lnTo>
                  <a:lnTo>
                    <a:pt x="7825880" y="163662"/>
                  </a:lnTo>
                  <a:lnTo>
                    <a:pt x="7826006" y="163662"/>
                  </a:lnTo>
                  <a:lnTo>
                    <a:pt x="7826132" y="163662"/>
                  </a:lnTo>
                  <a:lnTo>
                    <a:pt x="7826258" y="163662"/>
                  </a:lnTo>
                  <a:lnTo>
                    <a:pt x="7826384" y="163662"/>
                  </a:lnTo>
                  <a:lnTo>
                    <a:pt x="7826510" y="163662"/>
                  </a:lnTo>
                  <a:lnTo>
                    <a:pt x="7826636" y="163662"/>
                  </a:lnTo>
                  <a:lnTo>
                    <a:pt x="7826762" y="163662"/>
                  </a:lnTo>
                  <a:lnTo>
                    <a:pt x="7826888" y="163662"/>
                  </a:lnTo>
                  <a:lnTo>
                    <a:pt x="7827014" y="163662"/>
                  </a:lnTo>
                  <a:lnTo>
                    <a:pt x="7827141" y="163662"/>
                  </a:lnTo>
                  <a:lnTo>
                    <a:pt x="7827267" y="163662"/>
                  </a:lnTo>
                  <a:lnTo>
                    <a:pt x="7827393" y="163662"/>
                  </a:lnTo>
                  <a:lnTo>
                    <a:pt x="7827519" y="163662"/>
                  </a:lnTo>
                  <a:lnTo>
                    <a:pt x="7827645" y="163662"/>
                  </a:lnTo>
                  <a:lnTo>
                    <a:pt x="7827771" y="163662"/>
                  </a:lnTo>
                  <a:lnTo>
                    <a:pt x="7827897" y="163662"/>
                  </a:lnTo>
                  <a:lnTo>
                    <a:pt x="7828023" y="163662"/>
                  </a:lnTo>
                  <a:lnTo>
                    <a:pt x="7828149" y="163662"/>
                  </a:lnTo>
                  <a:lnTo>
                    <a:pt x="7828275" y="163662"/>
                  </a:lnTo>
                  <a:lnTo>
                    <a:pt x="7828401" y="163662"/>
                  </a:lnTo>
                  <a:lnTo>
                    <a:pt x="7828527" y="163662"/>
                  </a:lnTo>
                  <a:lnTo>
                    <a:pt x="7828654" y="163662"/>
                  </a:lnTo>
                  <a:lnTo>
                    <a:pt x="7828780" y="163662"/>
                  </a:lnTo>
                  <a:lnTo>
                    <a:pt x="7828906" y="163662"/>
                  </a:lnTo>
                  <a:lnTo>
                    <a:pt x="7829032" y="163662"/>
                  </a:lnTo>
                  <a:lnTo>
                    <a:pt x="7829158" y="163662"/>
                  </a:lnTo>
                  <a:lnTo>
                    <a:pt x="7829284" y="163662"/>
                  </a:lnTo>
                  <a:lnTo>
                    <a:pt x="7829410" y="163662"/>
                  </a:lnTo>
                  <a:lnTo>
                    <a:pt x="7829536" y="163662"/>
                  </a:lnTo>
                  <a:lnTo>
                    <a:pt x="7829662" y="163662"/>
                  </a:lnTo>
                  <a:lnTo>
                    <a:pt x="7829788" y="163662"/>
                  </a:lnTo>
                  <a:lnTo>
                    <a:pt x="7829914" y="163662"/>
                  </a:lnTo>
                  <a:lnTo>
                    <a:pt x="7830041" y="163662"/>
                  </a:lnTo>
                  <a:lnTo>
                    <a:pt x="7830167" y="163662"/>
                  </a:lnTo>
                  <a:lnTo>
                    <a:pt x="7830293" y="163662"/>
                  </a:lnTo>
                  <a:lnTo>
                    <a:pt x="7830419" y="163662"/>
                  </a:lnTo>
                  <a:lnTo>
                    <a:pt x="7830545" y="163662"/>
                  </a:lnTo>
                  <a:lnTo>
                    <a:pt x="7830671" y="163662"/>
                  </a:lnTo>
                  <a:lnTo>
                    <a:pt x="7830797" y="163662"/>
                  </a:lnTo>
                  <a:lnTo>
                    <a:pt x="7830923" y="163662"/>
                  </a:lnTo>
                  <a:lnTo>
                    <a:pt x="7831049" y="163662"/>
                  </a:lnTo>
                  <a:lnTo>
                    <a:pt x="7831175" y="163662"/>
                  </a:lnTo>
                  <a:lnTo>
                    <a:pt x="7831301" y="163662"/>
                  </a:lnTo>
                  <a:lnTo>
                    <a:pt x="7831427" y="163662"/>
                  </a:lnTo>
                  <a:lnTo>
                    <a:pt x="7831554" y="163662"/>
                  </a:lnTo>
                  <a:lnTo>
                    <a:pt x="7831680" y="163662"/>
                  </a:lnTo>
                  <a:lnTo>
                    <a:pt x="7831806" y="163662"/>
                  </a:lnTo>
                  <a:lnTo>
                    <a:pt x="7831932" y="163662"/>
                  </a:lnTo>
                  <a:lnTo>
                    <a:pt x="7832058" y="163662"/>
                  </a:lnTo>
                  <a:lnTo>
                    <a:pt x="7832184" y="163662"/>
                  </a:lnTo>
                  <a:lnTo>
                    <a:pt x="7832310" y="163662"/>
                  </a:lnTo>
                  <a:lnTo>
                    <a:pt x="7832436" y="163662"/>
                  </a:lnTo>
                  <a:lnTo>
                    <a:pt x="7832562" y="163662"/>
                  </a:lnTo>
                  <a:lnTo>
                    <a:pt x="7832688" y="163662"/>
                  </a:lnTo>
                  <a:lnTo>
                    <a:pt x="7832814" y="163662"/>
                  </a:lnTo>
                  <a:lnTo>
                    <a:pt x="7832941" y="163662"/>
                  </a:lnTo>
                  <a:lnTo>
                    <a:pt x="7833067" y="163662"/>
                  </a:lnTo>
                  <a:lnTo>
                    <a:pt x="7833193" y="163662"/>
                  </a:lnTo>
                  <a:lnTo>
                    <a:pt x="7833319" y="163662"/>
                  </a:lnTo>
                  <a:lnTo>
                    <a:pt x="7833445" y="163662"/>
                  </a:lnTo>
                  <a:lnTo>
                    <a:pt x="7833571" y="163662"/>
                  </a:lnTo>
                  <a:lnTo>
                    <a:pt x="7833697" y="163662"/>
                  </a:lnTo>
                  <a:lnTo>
                    <a:pt x="7833823" y="163662"/>
                  </a:lnTo>
                  <a:lnTo>
                    <a:pt x="7833949" y="163662"/>
                  </a:lnTo>
                  <a:lnTo>
                    <a:pt x="7834075" y="163662"/>
                  </a:lnTo>
                  <a:lnTo>
                    <a:pt x="7834201" y="163662"/>
                  </a:lnTo>
                  <a:lnTo>
                    <a:pt x="7834328" y="163662"/>
                  </a:lnTo>
                  <a:lnTo>
                    <a:pt x="7834454" y="163662"/>
                  </a:lnTo>
                  <a:lnTo>
                    <a:pt x="7834580" y="163662"/>
                  </a:lnTo>
                  <a:lnTo>
                    <a:pt x="7834706" y="163662"/>
                  </a:lnTo>
                  <a:lnTo>
                    <a:pt x="7834832" y="163662"/>
                  </a:lnTo>
                  <a:lnTo>
                    <a:pt x="7834958" y="163662"/>
                  </a:lnTo>
                  <a:lnTo>
                    <a:pt x="7835084" y="163662"/>
                  </a:lnTo>
                  <a:lnTo>
                    <a:pt x="7835210" y="163662"/>
                  </a:lnTo>
                  <a:lnTo>
                    <a:pt x="7835336" y="163662"/>
                  </a:lnTo>
                  <a:lnTo>
                    <a:pt x="7835462" y="163662"/>
                  </a:lnTo>
                  <a:lnTo>
                    <a:pt x="7835588" y="163662"/>
                  </a:lnTo>
                  <a:lnTo>
                    <a:pt x="7835714" y="163662"/>
                  </a:lnTo>
                  <a:lnTo>
                    <a:pt x="7835841" y="163662"/>
                  </a:lnTo>
                  <a:lnTo>
                    <a:pt x="7835967" y="163662"/>
                  </a:lnTo>
                  <a:lnTo>
                    <a:pt x="7836093" y="163662"/>
                  </a:lnTo>
                  <a:lnTo>
                    <a:pt x="7836219" y="163662"/>
                  </a:lnTo>
                  <a:lnTo>
                    <a:pt x="7836345" y="163662"/>
                  </a:lnTo>
                  <a:lnTo>
                    <a:pt x="7836471" y="163662"/>
                  </a:lnTo>
                  <a:lnTo>
                    <a:pt x="7836597" y="163662"/>
                  </a:lnTo>
                  <a:lnTo>
                    <a:pt x="7836723" y="163662"/>
                  </a:lnTo>
                  <a:lnTo>
                    <a:pt x="7836849" y="163662"/>
                  </a:lnTo>
                  <a:lnTo>
                    <a:pt x="7836975" y="163662"/>
                  </a:lnTo>
                  <a:lnTo>
                    <a:pt x="7837101" y="163662"/>
                  </a:lnTo>
                  <a:lnTo>
                    <a:pt x="7837228" y="163662"/>
                  </a:lnTo>
                  <a:lnTo>
                    <a:pt x="7837354" y="163662"/>
                  </a:lnTo>
                  <a:lnTo>
                    <a:pt x="7837480" y="163662"/>
                  </a:lnTo>
                  <a:lnTo>
                    <a:pt x="7837606" y="163662"/>
                  </a:lnTo>
                  <a:lnTo>
                    <a:pt x="7837732" y="163662"/>
                  </a:lnTo>
                  <a:lnTo>
                    <a:pt x="7837858" y="163662"/>
                  </a:lnTo>
                  <a:lnTo>
                    <a:pt x="7837984" y="163662"/>
                  </a:lnTo>
                  <a:lnTo>
                    <a:pt x="7838110" y="163662"/>
                  </a:lnTo>
                  <a:lnTo>
                    <a:pt x="7838236" y="163662"/>
                  </a:lnTo>
                  <a:lnTo>
                    <a:pt x="7838362" y="163662"/>
                  </a:lnTo>
                  <a:lnTo>
                    <a:pt x="7838488" y="163662"/>
                  </a:lnTo>
                  <a:lnTo>
                    <a:pt x="7838614" y="163662"/>
                  </a:lnTo>
                  <a:lnTo>
                    <a:pt x="7838741" y="163662"/>
                  </a:lnTo>
                  <a:lnTo>
                    <a:pt x="7838867" y="163662"/>
                  </a:lnTo>
                  <a:lnTo>
                    <a:pt x="7838993" y="163662"/>
                  </a:lnTo>
                  <a:lnTo>
                    <a:pt x="7839119" y="163662"/>
                  </a:lnTo>
                  <a:lnTo>
                    <a:pt x="7839245" y="163662"/>
                  </a:lnTo>
                  <a:lnTo>
                    <a:pt x="7839371" y="163662"/>
                  </a:lnTo>
                  <a:lnTo>
                    <a:pt x="7839497" y="163662"/>
                  </a:lnTo>
                  <a:lnTo>
                    <a:pt x="7839623" y="163662"/>
                  </a:lnTo>
                  <a:lnTo>
                    <a:pt x="7839749" y="163662"/>
                  </a:lnTo>
                  <a:lnTo>
                    <a:pt x="7839875" y="163662"/>
                  </a:lnTo>
                  <a:lnTo>
                    <a:pt x="7840001" y="163662"/>
                  </a:lnTo>
                  <a:lnTo>
                    <a:pt x="7840128" y="163662"/>
                  </a:lnTo>
                  <a:lnTo>
                    <a:pt x="7840254" y="163662"/>
                  </a:lnTo>
                  <a:lnTo>
                    <a:pt x="7840380" y="163662"/>
                  </a:lnTo>
                  <a:lnTo>
                    <a:pt x="7840506" y="163662"/>
                  </a:lnTo>
                  <a:lnTo>
                    <a:pt x="7840632" y="163662"/>
                  </a:lnTo>
                  <a:lnTo>
                    <a:pt x="7840758" y="163662"/>
                  </a:lnTo>
                  <a:lnTo>
                    <a:pt x="7840884" y="163662"/>
                  </a:lnTo>
                  <a:lnTo>
                    <a:pt x="7841010" y="163662"/>
                  </a:lnTo>
                  <a:lnTo>
                    <a:pt x="7841136" y="163662"/>
                  </a:lnTo>
                  <a:lnTo>
                    <a:pt x="7841262" y="163662"/>
                  </a:lnTo>
                  <a:lnTo>
                    <a:pt x="7841388" y="163662"/>
                  </a:lnTo>
                  <a:lnTo>
                    <a:pt x="7841515" y="163662"/>
                  </a:lnTo>
                  <a:lnTo>
                    <a:pt x="7841641" y="163662"/>
                  </a:lnTo>
                  <a:lnTo>
                    <a:pt x="7841767" y="163662"/>
                  </a:lnTo>
                  <a:lnTo>
                    <a:pt x="7841893" y="163662"/>
                  </a:lnTo>
                  <a:lnTo>
                    <a:pt x="7842019" y="163662"/>
                  </a:lnTo>
                  <a:lnTo>
                    <a:pt x="7842145" y="163662"/>
                  </a:lnTo>
                  <a:lnTo>
                    <a:pt x="7842271" y="163662"/>
                  </a:lnTo>
                  <a:lnTo>
                    <a:pt x="7842271" y="158382"/>
                  </a:lnTo>
                  <a:lnTo>
                    <a:pt x="7842397" y="158382"/>
                  </a:lnTo>
                  <a:lnTo>
                    <a:pt x="7842523" y="158382"/>
                  </a:lnTo>
                  <a:lnTo>
                    <a:pt x="7842649" y="158382"/>
                  </a:lnTo>
                  <a:lnTo>
                    <a:pt x="7842775" y="158382"/>
                  </a:lnTo>
                  <a:lnTo>
                    <a:pt x="7842901" y="158382"/>
                  </a:lnTo>
                  <a:lnTo>
                    <a:pt x="7843028" y="158382"/>
                  </a:lnTo>
                  <a:lnTo>
                    <a:pt x="7843154" y="158382"/>
                  </a:lnTo>
                  <a:lnTo>
                    <a:pt x="7843280" y="158382"/>
                  </a:lnTo>
                  <a:lnTo>
                    <a:pt x="7843406" y="158382"/>
                  </a:lnTo>
                  <a:lnTo>
                    <a:pt x="7843532" y="158382"/>
                  </a:lnTo>
                  <a:lnTo>
                    <a:pt x="7843658" y="158382"/>
                  </a:lnTo>
                  <a:lnTo>
                    <a:pt x="7843784" y="158382"/>
                  </a:lnTo>
                  <a:lnTo>
                    <a:pt x="7843910" y="158382"/>
                  </a:lnTo>
                  <a:lnTo>
                    <a:pt x="7844036" y="158382"/>
                  </a:lnTo>
                  <a:lnTo>
                    <a:pt x="7844162" y="158382"/>
                  </a:lnTo>
                  <a:lnTo>
                    <a:pt x="7844288" y="158382"/>
                  </a:lnTo>
                  <a:lnTo>
                    <a:pt x="7844415" y="158382"/>
                  </a:lnTo>
                  <a:lnTo>
                    <a:pt x="7844541" y="158382"/>
                  </a:lnTo>
                  <a:lnTo>
                    <a:pt x="7844667" y="158382"/>
                  </a:lnTo>
                  <a:lnTo>
                    <a:pt x="7844793" y="158382"/>
                  </a:lnTo>
                  <a:lnTo>
                    <a:pt x="7844919" y="158382"/>
                  </a:lnTo>
                  <a:lnTo>
                    <a:pt x="7845045" y="158382"/>
                  </a:lnTo>
                  <a:lnTo>
                    <a:pt x="7845171" y="158382"/>
                  </a:lnTo>
                  <a:lnTo>
                    <a:pt x="7845297" y="158382"/>
                  </a:lnTo>
                  <a:lnTo>
                    <a:pt x="7845423" y="158382"/>
                  </a:lnTo>
                  <a:lnTo>
                    <a:pt x="7845549" y="158382"/>
                  </a:lnTo>
                  <a:lnTo>
                    <a:pt x="7845675" y="158382"/>
                  </a:lnTo>
                  <a:lnTo>
                    <a:pt x="7845801" y="158382"/>
                  </a:lnTo>
                  <a:lnTo>
                    <a:pt x="7845928" y="158382"/>
                  </a:lnTo>
                  <a:lnTo>
                    <a:pt x="7846054" y="158382"/>
                  </a:lnTo>
                  <a:lnTo>
                    <a:pt x="7846180" y="158382"/>
                  </a:lnTo>
                  <a:lnTo>
                    <a:pt x="7846306" y="158382"/>
                  </a:lnTo>
                  <a:lnTo>
                    <a:pt x="7846432" y="158382"/>
                  </a:lnTo>
                  <a:lnTo>
                    <a:pt x="7846558" y="158382"/>
                  </a:lnTo>
                  <a:lnTo>
                    <a:pt x="7846684" y="158382"/>
                  </a:lnTo>
                  <a:lnTo>
                    <a:pt x="7846810" y="158382"/>
                  </a:lnTo>
                  <a:lnTo>
                    <a:pt x="7846936" y="158382"/>
                  </a:lnTo>
                  <a:lnTo>
                    <a:pt x="7847062" y="158382"/>
                  </a:lnTo>
                  <a:lnTo>
                    <a:pt x="7847188" y="158382"/>
                  </a:lnTo>
                  <a:lnTo>
                    <a:pt x="7847315" y="158382"/>
                  </a:lnTo>
                  <a:lnTo>
                    <a:pt x="7847441" y="158382"/>
                  </a:lnTo>
                  <a:lnTo>
                    <a:pt x="7847567" y="158382"/>
                  </a:lnTo>
                  <a:lnTo>
                    <a:pt x="7847693" y="158382"/>
                  </a:lnTo>
                  <a:lnTo>
                    <a:pt x="7847819" y="158382"/>
                  </a:lnTo>
                  <a:lnTo>
                    <a:pt x="7847945" y="158382"/>
                  </a:lnTo>
                  <a:lnTo>
                    <a:pt x="7848071" y="158382"/>
                  </a:lnTo>
                  <a:lnTo>
                    <a:pt x="7848197" y="158382"/>
                  </a:lnTo>
                  <a:lnTo>
                    <a:pt x="7848323" y="158382"/>
                  </a:lnTo>
                  <a:lnTo>
                    <a:pt x="7848449" y="158382"/>
                  </a:lnTo>
                  <a:lnTo>
                    <a:pt x="7848575" y="158382"/>
                  </a:lnTo>
                  <a:lnTo>
                    <a:pt x="7848701" y="158382"/>
                  </a:lnTo>
                  <a:lnTo>
                    <a:pt x="7848828" y="158382"/>
                  </a:lnTo>
                  <a:lnTo>
                    <a:pt x="7848954" y="158382"/>
                  </a:lnTo>
                  <a:lnTo>
                    <a:pt x="7849080" y="158382"/>
                  </a:lnTo>
                  <a:lnTo>
                    <a:pt x="7849206" y="158382"/>
                  </a:lnTo>
                  <a:lnTo>
                    <a:pt x="7849332" y="158382"/>
                  </a:lnTo>
                  <a:lnTo>
                    <a:pt x="7849458" y="158382"/>
                  </a:lnTo>
                  <a:lnTo>
                    <a:pt x="7849584" y="158382"/>
                  </a:lnTo>
                  <a:lnTo>
                    <a:pt x="7849710" y="158382"/>
                  </a:lnTo>
                  <a:lnTo>
                    <a:pt x="7849836" y="158382"/>
                  </a:lnTo>
                  <a:lnTo>
                    <a:pt x="7849962" y="158382"/>
                  </a:lnTo>
                  <a:lnTo>
                    <a:pt x="7850088" y="158382"/>
                  </a:lnTo>
                  <a:lnTo>
                    <a:pt x="7850215" y="158382"/>
                  </a:lnTo>
                  <a:lnTo>
                    <a:pt x="7850341" y="158382"/>
                  </a:lnTo>
                  <a:lnTo>
                    <a:pt x="7850467" y="158382"/>
                  </a:lnTo>
                  <a:lnTo>
                    <a:pt x="7850593" y="158382"/>
                  </a:lnTo>
                  <a:lnTo>
                    <a:pt x="7850719" y="158382"/>
                  </a:lnTo>
                  <a:lnTo>
                    <a:pt x="7850845" y="158382"/>
                  </a:lnTo>
                  <a:lnTo>
                    <a:pt x="7850971" y="158382"/>
                  </a:lnTo>
                  <a:lnTo>
                    <a:pt x="7851097" y="158382"/>
                  </a:lnTo>
                  <a:lnTo>
                    <a:pt x="7851223" y="158382"/>
                  </a:lnTo>
                  <a:lnTo>
                    <a:pt x="7851349" y="158382"/>
                  </a:lnTo>
                  <a:lnTo>
                    <a:pt x="7851475" y="158382"/>
                  </a:lnTo>
                  <a:lnTo>
                    <a:pt x="7851602" y="158382"/>
                  </a:lnTo>
                  <a:lnTo>
                    <a:pt x="7851728" y="158382"/>
                  </a:lnTo>
                  <a:lnTo>
                    <a:pt x="7851854" y="158382"/>
                  </a:lnTo>
                  <a:lnTo>
                    <a:pt x="7851980" y="158382"/>
                  </a:lnTo>
                  <a:lnTo>
                    <a:pt x="7852106" y="158382"/>
                  </a:lnTo>
                  <a:lnTo>
                    <a:pt x="7852232" y="158382"/>
                  </a:lnTo>
                  <a:lnTo>
                    <a:pt x="7852358" y="158382"/>
                  </a:lnTo>
                  <a:lnTo>
                    <a:pt x="7852484" y="158382"/>
                  </a:lnTo>
                  <a:lnTo>
                    <a:pt x="7852610" y="158382"/>
                  </a:lnTo>
                  <a:lnTo>
                    <a:pt x="7852736" y="158382"/>
                  </a:lnTo>
                  <a:lnTo>
                    <a:pt x="7852862" y="158382"/>
                  </a:lnTo>
                  <a:lnTo>
                    <a:pt x="7852988" y="158382"/>
                  </a:lnTo>
                  <a:lnTo>
                    <a:pt x="7853115" y="158382"/>
                  </a:lnTo>
                  <a:lnTo>
                    <a:pt x="7853241" y="158382"/>
                  </a:lnTo>
                  <a:lnTo>
                    <a:pt x="7853367" y="158382"/>
                  </a:lnTo>
                  <a:lnTo>
                    <a:pt x="7853493" y="158382"/>
                  </a:lnTo>
                  <a:lnTo>
                    <a:pt x="7853619" y="158382"/>
                  </a:lnTo>
                  <a:lnTo>
                    <a:pt x="7853745" y="158382"/>
                  </a:lnTo>
                  <a:lnTo>
                    <a:pt x="7853871" y="158382"/>
                  </a:lnTo>
                  <a:lnTo>
                    <a:pt x="7853997" y="158382"/>
                  </a:lnTo>
                  <a:lnTo>
                    <a:pt x="7854123" y="158382"/>
                  </a:lnTo>
                  <a:lnTo>
                    <a:pt x="7854249" y="158382"/>
                  </a:lnTo>
                  <a:lnTo>
                    <a:pt x="7854375" y="158382"/>
                  </a:lnTo>
                  <a:lnTo>
                    <a:pt x="7854502" y="158382"/>
                  </a:lnTo>
                  <a:lnTo>
                    <a:pt x="7854628" y="158382"/>
                  </a:lnTo>
                  <a:lnTo>
                    <a:pt x="7854754" y="158382"/>
                  </a:lnTo>
                  <a:lnTo>
                    <a:pt x="7854880" y="158382"/>
                  </a:lnTo>
                  <a:lnTo>
                    <a:pt x="7855006" y="158382"/>
                  </a:lnTo>
                  <a:lnTo>
                    <a:pt x="7855132" y="158382"/>
                  </a:lnTo>
                  <a:lnTo>
                    <a:pt x="7855258" y="158382"/>
                  </a:lnTo>
                  <a:lnTo>
                    <a:pt x="7855384" y="158382"/>
                  </a:lnTo>
                  <a:lnTo>
                    <a:pt x="7855510" y="158382"/>
                  </a:lnTo>
                  <a:lnTo>
                    <a:pt x="7855636" y="158382"/>
                  </a:lnTo>
                  <a:lnTo>
                    <a:pt x="7855762" y="158382"/>
                  </a:lnTo>
                  <a:lnTo>
                    <a:pt x="7855888" y="158382"/>
                  </a:lnTo>
                  <a:lnTo>
                    <a:pt x="7856015" y="158382"/>
                  </a:lnTo>
                  <a:lnTo>
                    <a:pt x="7856141" y="158382"/>
                  </a:lnTo>
                  <a:lnTo>
                    <a:pt x="7856267" y="158382"/>
                  </a:lnTo>
                  <a:lnTo>
                    <a:pt x="7856393" y="158382"/>
                  </a:lnTo>
                  <a:lnTo>
                    <a:pt x="7856519" y="158382"/>
                  </a:lnTo>
                  <a:lnTo>
                    <a:pt x="7856645" y="158382"/>
                  </a:lnTo>
                  <a:lnTo>
                    <a:pt x="7856771" y="158382"/>
                  </a:lnTo>
                  <a:lnTo>
                    <a:pt x="7856897" y="158382"/>
                  </a:lnTo>
                  <a:lnTo>
                    <a:pt x="7857023" y="158382"/>
                  </a:lnTo>
                  <a:lnTo>
                    <a:pt x="7857149" y="158382"/>
                  </a:lnTo>
                  <a:lnTo>
                    <a:pt x="7857275" y="158382"/>
                  </a:lnTo>
                  <a:lnTo>
                    <a:pt x="7857402" y="158382"/>
                  </a:lnTo>
                  <a:lnTo>
                    <a:pt x="7857528" y="158382"/>
                  </a:lnTo>
                  <a:lnTo>
                    <a:pt x="7857654" y="158382"/>
                  </a:lnTo>
                  <a:lnTo>
                    <a:pt x="7857780" y="158382"/>
                  </a:lnTo>
                  <a:lnTo>
                    <a:pt x="7857906" y="158382"/>
                  </a:lnTo>
                  <a:lnTo>
                    <a:pt x="7858032" y="158382"/>
                  </a:lnTo>
                  <a:lnTo>
                    <a:pt x="7858158" y="158382"/>
                  </a:lnTo>
                  <a:lnTo>
                    <a:pt x="7858284" y="158382"/>
                  </a:lnTo>
                  <a:lnTo>
                    <a:pt x="7858410" y="158382"/>
                  </a:lnTo>
                  <a:lnTo>
                    <a:pt x="7858536" y="158382"/>
                  </a:lnTo>
                  <a:lnTo>
                    <a:pt x="7858662" y="158382"/>
                  </a:lnTo>
                  <a:lnTo>
                    <a:pt x="7858789" y="158382"/>
                  </a:lnTo>
                  <a:lnTo>
                    <a:pt x="7858915" y="158382"/>
                  </a:lnTo>
                  <a:lnTo>
                    <a:pt x="7859041" y="158382"/>
                  </a:lnTo>
                  <a:lnTo>
                    <a:pt x="7859167" y="158382"/>
                  </a:lnTo>
                  <a:lnTo>
                    <a:pt x="7859293" y="158382"/>
                  </a:lnTo>
                  <a:lnTo>
                    <a:pt x="7859419" y="158382"/>
                  </a:lnTo>
                  <a:lnTo>
                    <a:pt x="7859545" y="158382"/>
                  </a:lnTo>
                  <a:lnTo>
                    <a:pt x="7859671" y="158382"/>
                  </a:lnTo>
                  <a:lnTo>
                    <a:pt x="7859797" y="158382"/>
                  </a:lnTo>
                  <a:lnTo>
                    <a:pt x="7859923" y="158382"/>
                  </a:lnTo>
                  <a:lnTo>
                    <a:pt x="7860049" y="158382"/>
                  </a:lnTo>
                  <a:lnTo>
                    <a:pt x="7860175" y="158382"/>
                  </a:lnTo>
                  <a:lnTo>
                    <a:pt x="7860302" y="158382"/>
                  </a:lnTo>
                  <a:lnTo>
                    <a:pt x="7860428" y="158382"/>
                  </a:lnTo>
                  <a:lnTo>
                    <a:pt x="7860554" y="158382"/>
                  </a:lnTo>
                  <a:lnTo>
                    <a:pt x="7860680" y="158382"/>
                  </a:lnTo>
                  <a:lnTo>
                    <a:pt x="7860806" y="158382"/>
                  </a:lnTo>
                  <a:lnTo>
                    <a:pt x="7860932" y="158382"/>
                  </a:lnTo>
                  <a:lnTo>
                    <a:pt x="7861058" y="158382"/>
                  </a:lnTo>
                  <a:lnTo>
                    <a:pt x="7861184" y="158382"/>
                  </a:lnTo>
                  <a:lnTo>
                    <a:pt x="7861310" y="158382"/>
                  </a:lnTo>
                  <a:lnTo>
                    <a:pt x="7861436" y="158382"/>
                  </a:lnTo>
                  <a:lnTo>
                    <a:pt x="7861562" y="158382"/>
                  </a:lnTo>
                  <a:lnTo>
                    <a:pt x="7861689" y="158382"/>
                  </a:lnTo>
                  <a:lnTo>
                    <a:pt x="7861815" y="158382"/>
                  </a:lnTo>
                  <a:lnTo>
                    <a:pt x="7861941" y="158382"/>
                  </a:lnTo>
                  <a:lnTo>
                    <a:pt x="7862067" y="158382"/>
                  </a:lnTo>
                  <a:lnTo>
                    <a:pt x="7862193" y="158382"/>
                  </a:lnTo>
                  <a:lnTo>
                    <a:pt x="7862319" y="158382"/>
                  </a:lnTo>
                  <a:lnTo>
                    <a:pt x="7862445" y="158382"/>
                  </a:lnTo>
                  <a:lnTo>
                    <a:pt x="7862571" y="158382"/>
                  </a:lnTo>
                  <a:lnTo>
                    <a:pt x="7862697" y="158382"/>
                  </a:lnTo>
                  <a:lnTo>
                    <a:pt x="7862823" y="158382"/>
                  </a:lnTo>
                  <a:lnTo>
                    <a:pt x="7862949" y="158382"/>
                  </a:lnTo>
                  <a:lnTo>
                    <a:pt x="7863075" y="158382"/>
                  </a:lnTo>
                  <a:lnTo>
                    <a:pt x="7863202" y="158382"/>
                  </a:lnTo>
                  <a:lnTo>
                    <a:pt x="7863328" y="158382"/>
                  </a:lnTo>
                  <a:lnTo>
                    <a:pt x="7863454" y="158382"/>
                  </a:lnTo>
                  <a:lnTo>
                    <a:pt x="7863580" y="158382"/>
                  </a:lnTo>
                  <a:lnTo>
                    <a:pt x="7863706" y="158382"/>
                  </a:lnTo>
                  <a:lnTo>
                    <a:pt x="7863832" y="158382"/>
                  </a:lnTo>
                  <a:lnTo>
                    <a:pt x="7863958" y="158382"/>
                  </a:lnTo>
                  <a:lnTo>
                    <a:pt x="7864084" y="158382"/>
                  </a:lnTo>
                  <a:lnTo>
                    <a:pt x="7864210" y="158382"/>
                  </a:lnTo>
                  <a:lnTo>
                    <a:pt x="7864336" y="158382"/>
                  </a:lnTo>
                  <a:lnTo>
                    <a:pt x="7864462" y="158382"/>
                  </a:lnTo>
                  <a:lnTo>
                    <a:pt x="7864589" y="158382"/>
                  </a:lnTo>
                  <a:lnTo>
                    <a:pt x="7864715" y="158382"/>
                  </a:lnTo>
                  <a:lnTo>
                    <a:pt x="7864841" y="158382"/>
                  </a:lnTo>
                  <a:lnTo>
                    <a:pt x="7864967" y="158382"/>
                  </a:lnTo>
                  <a:lnTo>
                    <a:pt x="7865093" y="158382"/>
                  </a:lnTo>
                  <a:lnTo>
                    <a:pt x="7865219" y="158382"/>
                  </a:lnTo>
                  <a:lnTo>
                    <a:pt x="7865345" y="158382"/>
                  </a:lnTo>
                  <a:lnTo>
                    <a:pt x="7865471" y="158382"/>
                  </a:lnTo>
                  <a:lnTo>
                    <a:pt x="7865597" y="158382"/>
                  </a:lnTo>
                  <a:lnTo>
                    <a:pt x="7865723" y="158382"/>
                  </a:lnTo>
                  <a:lnTo>
                    <a:pt x="7865849" y="158382"/>
                  </a:lnTo>
                  <a:lnTo>
                    <a:pt x="7865976" y="158382"/>
                  </a:lnTo>
                  <a:lnTo>
                    <a:pt x="7866102" y="158382"/>
                  </a:lnTo>
                  <a:lnTo>
                    <a:pt x="7866228" y="158382"/>
                  </a:lnTo>
                  <a:lnTo>
                    <a:pt x="7866354" y="158382"/>
                  </a:lnTo>
                  <a:lnTo>
                    <a:pt x="7866480" y="158382"/>
                  </a:lnTo>
                  <a:lnTo>
                    <a:pt x="7866606" y="158382"/>
                  </a:lnTo>
                  <a:lnTo>
                    <a:pt x="7866732" y="158382"/>
                  </a:lnTo>
                  <a:lnTo>
                    <a:pt x="7866858" y="158382"/>
                  </a:lnTo>
                  <a:lnTo>
                    <a:pt x="7866984" y="158382"/>
                  </a:lnTo>
                  <a:lnTo>
                    <a:pt x="7867110" y="158382"/>
                  </a:lnTo>
                  <a:lnTo>
                    <a:pt x="7867236" y="158382"/>
                  </a:lnTo>
                  <a:lnTo>
                    <a:pt x="7867362" y="158382"/>
                  </a:lnTo>
                  <a:lnTo>
                    <a:pt x="7867489" y="158382"/>
                  </a:lnTo>
                  <a:lnTo>
                    <a:pt x="7867615" y="158382"/>
                  </a:lnTo>
                  <a:lnTo>
                    <a:pt x="7867741" y="158382"/>
                  </a:lnTo>
                  <a:lnTo>
                    <a:pt x="7867867" y="158382"/>
                  </a:lnTo>
                  <a:lnTo>
                    <a:pt x="7867993" y="158382"/>
                  </a:lnTo>
                  <a:lnTo>
                    <a:pt x="7868119" y="158382"/>
                  </a:lnTo>
                  <a:lnTo>
                    <a:pt x="7868245" y="158382"/>
                  </a:lnTo>
                  <a:lnTo>
                    <a:pt x="7868371" y="158382"/>
                  </a:lnTo>
                  <a:lnTo>
                    <a:pt x="7868497" y="158382"/>
                  </a:lnTo>
                  <a:lnTo>
                    <a:pt x="7868623" y="158382"/>
                  </a:lnTo>
                  <a:lnTo>
                    <a:pt x="7868749" y="158382"/>
                  </a:lnTo>
                  <a:lnTo>
                    <a:pt x="7868876" y="158382"/>
                  </a:lnTo>
                  <a:lnTo>
                    <a:pt x="7869002" y="158382"/>
                  </a:lnTo>
                  <a:lnTo>
                    <a:pt x="7869128" y="158382"/>
                  </a:lnTo>
                  <a:lnTo>
                    <a:pt x="7869254" y="158382"/>
                  </a:lnTo>
                  <a:lnTo>
                    <a:pt x="7869380" y="158382"/>
                  </a:lnTo>
                  <a:lnTo>
                    <a:pt x="7869506" y="158382"/>
                  </a:lnTo>
                  <a:lnTo>
                    <a:pt x="7869632" y="158382"/>
                  </a:lnTo>
                  <a:lnTo>
                    <a:pt x="7869758" y="158382"/>
                  </a:lnTo>
                  <a:lnTo>
                    <a:pt x="7869884" y="158382"/>
                  </a:lnTo>
                  <a:lnTo>
                    <a:pt x="7870010" y="158382"/>
                  </a:lnTo>
                  <a:lnTo>
                    <a:pt x="7870136" y="158382"/>
                  </a:lnTo>
                  <a:lnTo>
                    <a:pt x="7870262" y="158382"/>
                  </a:lnTo>
                  <a:lnTo>
                    <a:pt x="7870389" y="158382"/>
                  </a:lnTo>
                  <a:lnTo>
                    <a:pt x="7870515" y="158382"/>
                  </a:lnTo>
                  <a:lnTo>
                    <a:pt x="7870641" y="158382"/>
                  </a:lnTo>
                  <a:lnTo>
                    <a:pt x="7870767" y="158382"/>
                  </a:lnTo>
                  <a:lnTo>
                    <a:pt x="7870893" y="158382"/>
                  </a:lnTo>
                  <a:lnTo>
                    <a:pt x="7871019" y="158382"/>
                  </a:lnTo>
                  <a:lnTo>
                    <a:pt x="7871145" y="158382"/>
                  </a:lnTo>
                  <a:lnTo>
                    <a:pt x="7871271" y="158382"/>
                  </a:lnTo>
                  <a:lnTo>
                    <a:pt x="7871397" y="158382"/>
                  </a:lnTo>
                  <a:lnTo>
                    <a:pt x="7871523" y="158382"/>
                  </a:lnTo>
                  <a:lnTo>
                    <a:pt x="7871649" y="158382"/>
                  </a:lnTo>
                  <a:lnTo>
                    <a:pt x="7871776" y="158382"/>
                  </a:lnTo>
                  <a:lnTo>
                    <a:pt x="7871902" y="158382"/>
                  </a:lnTo>
                  <a:lnTo>
                    <a:pt x="7872028" y="158382"/>
                  </a:lnTo>
                  <a:lnTo>
                    <a:pt x="7872154" y="158382"/>
                  </a:lnTo>
                  <a:lnTo>
                    <a:pt x="7872280" y="158382"/>
                  </a:lnTo>
                  <a:lnTo>
                    <a:pt x="7872406" y="158382"/>
                  </a:lnTo>
                  <a:lnTo>
                    <a:pt x="7872532" y="158382"/>
                  </a:lnTo>
                  <a:lnTo>
                    <a:pt x="7872658" y="158382"/>
                  </a:lnTo>
                  <a:lnTo>
                    <a:pt x="7872784" y="158382"/>
                  </a:lnTo>
                  <a:lnTo>
                    <a:pt x="7872910" y="158382"/>
                  </a:lnTo>
                  <a:lnTo>
                    <a:pt x="7873036" y="158382"/>
                  </a:lnTo>
                  <a:lnTo>
                    <a:pt x="7873162" y="158382"/>
                  </a:lnTo>
                  <a:lnTo>
                    <a:pt x="7873289" y="158382"/>
                  </a:lnTo>
                  <a:lnTo>
                    <a:pt x="7873415" y="158382"/>
                  </a:lnTo>
                  <a:lnTo>
                    <a:pt x="7873541" y="158382"/>
                  </a:lnTo>
                  <a:lnTo>
                    <a:pt x="7873667" y="158382"/>
                  </a:lnTo>
                  <a:lnTo>
                    <a:pt x="7873793" y="158382"/>
                  </a:lnTo>
                  <a:lnTo>
                    <a:pt x="7873919" y="158382"/>
                  </a:lnTo>
                  <a:lnTo>
                    <a:pt x="7874045" y="158382"/>
                  </a:lnTo>
                  <a:lnTo>
                    <a:pt x="7874171" y="158382"/>
                  </a:lnTo>
                  <a:lnTo>
                    <a:pt x="7874297" y="158382"/>
                  </a:lnTo>
                  <a:lnTo>
                    <a:pt x="7874423" y="158382"/>
                  </a:lnTo>
                  <a:lnTo>
                    <a:pt x="7874549" y="158382"/>
                  </a:lnTo>
                  <a:lnTo>
                    <a:pt x="7874676" y="158382"/>
                  </a:lnTo>
                  <a:lnTo>
                    <a:pt x="7874802" y="158382"/>
                  </a:lnTo>
                  <a:lnTo>
                    <a:pt x="7874802" y="153103"/>
                  </a:lnTo>
                  <a:lnTo>
                    <a:pt x="7874928" y="153103"/>
                  </a:lnTo>
                  <a:lnTo>
                    <a:pt x="7875054" y="153103"/>
                  </a:lnTo>
                  <a:lnTo>
                    <a:pt x="7875180" y="153103"/>
                  </a:lnTo>
                  <a:lnTo>
                    <a:pt x="7875306" y="153103"/>
                  </a:lnTo>
                  <a:lnTo>
                    <a:pt x="7875432" y="153103"/>
                  </a:lnTo>
                  <a:lnTo>
                    <a:pt x="7875558" y="153103"/>
                  </a:lnTo>
                  <a:lnTo>
                    <a:pt x="7875684" y="153103"/>
                  </a:lnTo>
                  <a:lnTo>
                    <a:pt x="7875810" y="153103"/>
                  </a:lnTo>
                  <a:lnTo>
                    <a:pt x="7875936" y="153103"/>
                  </a:lnTo>
                  <a:lnTo>
                    <a:pt x="7876063" y="153103"/>
                  </a:lnTo>
                  <a:lnTo>
                    <a:pt x="7876189" y="153103"/>
                  </a:lnTo>
                  <a:lnTo>
                    <a:pt x="7876315" y="153103"/>
                  </a:lnTo>
                  <a:lnTo>
                    <a:pt x="7876441" y="153103"/>
                  </a:lnTo>
                  <a:lnTo>
                    <a:pt x="7876567" y="153103"/>
                  </a:lnTo>
                  <a:lnTo>
                    <a:pt x="7876693" y="153103"/>
                  </a:lnTo>
                  <a:lnTo>
                    <a:pt x="7876819" y="153103"/>
                  </a:lnTo>
                  <a:lnTo>
                    <a:pt x="7876945" y="153103"/>
                  </a:lnTo>
                  <a:lnTo>
                    <a:pt x="7877071" y="153103"/>
                  </a:lnTo>
                  <a:lnTo>
                    <a:pt x="7877197" y="153103"/>
                  </a:lnTo>
                  <a:lnTo>
                    <a:pt x="7877323" y="153103"/>
                  </a:lnTo>
                  <a:lnTo>
                    <a:pt x="7877449" y="153103"/>
                  </a:lnTo>
                  <a:lnTo>
                    <a:pt x="7877576" y="153103"/>
                  </a:lnTo>
                  <a:lnTo>
                    <a:pt x="7877702" y="153103"/>
                  </a:lnTo>
                  <a:lnTo>
                    <a:pt x="7877828" y="153103"/>
                  </a:lnTo>
                  <a:lnTo>
                    <a:pt x="7877954" y="153103"/>
                  </a:lnTo>
                  <a:lnTo>
                    <a:pt x="7878080" y="153103"/>
                  </a:lnTo>
                  <a:lnTo>
                    <a:pt x="7878206" y="153103"/>
                  </a:lnTo>
                  <a:lnTo>
                    <a:pt x="7878332" y="153103"/>
                  </a:lnTo>
                  <a:lnTo>
                    <a:pt x="7878458" y="153103"/>
                  </a:lnTo>
                  <a:lnTo>
                    <a:pt x="7878584" y="153103"/>
                  </a:lnTo>
                  <a:lnTo>
                    <a:pt x="7878710" y="153103"/>
                  </a:lnTo>
                  <a:lnTo>
                    <a:pt x="7878836" y="153103"/>
                  </a:lnTo>
                  <a:lnTo>
                    <a:pt x="7878963" y="153103"/>
                  </a:lnTo>
                  <a:lnTo>
                    <a:pt x="7879089" y="153103"/>
                  </a:lnTo>
                  <a:lnTo>
                    <a:pt x="7879215" y="153103"/>
                  </a:lnTo>
                  <a:lnTo>
                    <a:pt x="7879341" y="153103"/>
                  </a:lnTo>
                  <a:lnTo>
                    <a:pt x="7879467" y="153103"/>
                  </a:lnTo>
                  <a:lnTo>
                    <a:pt x="7879593" y="153103"/>
                  </a:lnTo>
                  <a:lnTo>
                    <a:pt x="7879719" y="153103"/>
                  </a:lnTo>
                  <a:lnTo>
                    <a:pt x="7879845" y="153103"/>
                  </a:lnTo>
                  <a:lnTo>
                    <a:pt x="7879971" y="153103"/>
                  </a:lnTo>
                  <a:lnTo>
                    <a:pt x="7880097" y="153103"/>
                  </a:lnTo>
                  <a:lnTo>
                    <a:pt x="7880223" y="153103"/>
                  </a:lnTo>
                  <a:lnTo>
                    <a:pt x="7880349" y="153103"/>
                  </a:lnTo>
                  <a:lnTo>
                    <a:pt x="7880476" y="153103"/>
                  </a:lnTo>
                  <a:lnTo>
                    <a:pt x="7880602" y="153103"/>
                  </a:lnTo>
                  <a:lnTo>
                    <a:pt x="7880728" y="153103"/>
                  </a:lnTo>
                  <a:lnTo>
                    <a:pt x="7880854" y="153103"/>
                  </a:lnTo>
                  <a:lnTo>
                    <a:pt x="7880980" y="153103"/>
                  </a:lnTo>
                  <a:lnTo>
                    <a:pt x="7881106" y="153103"/>
                  </a:lnTo>
                  <a:lnTo>
                    <a:pt x="7881232" y="153103"/>
                  </a:lnTo>
                  <a:lnTo>
                    <a:pt x="7881358" y="153103"/>
                  </a:lnTo>
                  <a:lnTo>
                    <a:pt x="7881484" y="153103"/>
                  </a:lnTo>
                  <a:lnTo>
                    <a:pt x="7881610" y="153103"/>
                  </a:lnTo>
                  <a:lnTo>
                    <a:pt x="7881736" y="153103"/>
                  </a:lnTo>
                  <a:lnTo>
                    <a:pt x="7881863" y="153103"/>
                  </a:lnTo>
                  <a:lnTo>
                    <a:pt x="7881989" y="153103"/>
                  </a:lnTo>
                  <a:lnTo>
                    <a:pt x="7882115" y="153103"/>
                  </a:lnTo>
                  <a:lnTo>
                    <a:pt x="7882241" y="153103"/>
                  </a:lnTo>
                  <a:lnTo>
                    <a:pt x="7882367" y="153103"/>
                  </a:lnTo>
                  <a:lnTo>
                    <a:pt x="7882493" y="153103"/>
                  </a:lnTo>
                  <a:lnTo>
                    <a:pt x="7882619" y="153103"/>
                  </a:lnTo>
                  <a:lnTo>
                    <a:pt x="7882745" y="153103"/>
                  </a:lnTo>
                  <a:lnTo>
                    <a:pt x="7882871" y="153103"/>
                  </a:lnTo>
                  <a:lnTo>
                    <a:pt x="7882997" y="153103"/>
                  </a:lnTo>
                  <a:lnTo>
                    <a:pt x="7883123" y="153103"/>
                  </a:lnTo>
                  <a:lnTo>
                    <a:pt x="7883250" y="153103"/>
                  </a:lnTo>
                  <a:lnTo>
                    <a:pt x="7883376" y="153103"/>
                  </a:lnTo>
                  <a:lnTo>
                    <a:pt x="7883502" y="153103"/>
                  </a:lnTo>
                  <a:lnTo>
                    <a:pt x="7883628" y="153103"/>
                  </a:lnTo>
                  <a:lnTo>
                    <a:pt x="7883754" y="153103"/>
                  </a:lnTo>
                  <a:lnTo>
                    <a:pt x="7883880" y="153103"/>
                  </a:lnTo>
                  <a:lnTo>
                    <a:pt x="7884006" y="153103"/>
                  </a:lnTo>
                  <a:lnTo>
                    <a:pt x="7884132" y="153103"/>
                  </a:lnTo>
                  <a:lnTo>
                    <a:pt x="7884258" y="153103"/>
                  </a:lnTo>
                  <a:lnTo>
                    <a:pt x="7884384" y="153103"/>
                  </a:lnTo>
                  <a:lnTo>
                    <a:pt x="7884510" y="153103"/>
                  </a:lnTo>
                  <a:lnTo>
                    <a:pt x="7884636" y="153103"/>
                  </a:lnTo>
                  <a:lnTo>
                    <a:pt x="7884763" y="153103"/>
                  </a:lnTo>
                  <a:lnTo>
                    <a:pt x="7884889" y="153103"/>
                  </a:lnTo>
                  <a:lnTo>
                    <a:pt x="7885015" y="153103"/>
                  </a:lnTo>
                  <a:lnTo>
                    <a:pt x="7885141" y="153103"/>
                  </a:lnTo>
                  <a:lnTo>
                    <a:pt x="7885267" y="153103"/>
                  </a:lnTo>
                  <a:lnTo>
                    <a:pt x="7885393" y="153103"/>
                  </a:lnTo>
                  <a:lnTo>
                    <a:pt x="7885519" y="153103"/>
                  </a:lnTo>
                  <a:lnTo>
                    <a:pt x="7885645" y="153103"/>
                  </a:lnTo>
                  <a:lnTo>
                    <a:pt x="7885771" y="153103"/>
                  </a:lnTo>
                  <a:lnTo>
                    <a:pt x="7885897" y="153103"/>
                  </a:lnTo>
                  <a:lnTo>
                    <a:pt x="7886023" y="153103"/>
                  </a:lnTo>
                  <a:lnTo>
                    <a:pt x="7886150" y="153103"/>
                  </a:lnTo>
                  <a:lnTo>
                    <a:pt x="7886276" y="153103"/>
                  </a:lnTo>
                  <a:lnTo>
                    <a:pt x="7886402" y="153103"/>
                  </a:lnTo>
                  <a:lnTo>
                    <a:pt x="7886528" y="153103"/>
                  </a:lnTo>
                  <a:lnTo>
                    <a:pt x="7886654" y="153103"/>
                  </a:lnTo>
                  <a:lnTo>
                    <a:pt x="7886780" y="153103"/>
                  </a:lnTo>
                  <a:lnTo>
                    <a:pt x="7886906" y="153103"/>
                  </a:lnTo>
                  <a:lnTo>
                    <a:pt x="7887032" y="153103"/>
                  </a:lnTo>
                  <a:lnTo>
                    <a:pt x="7887158" y="153103"/>
                  </a:lnTo>
                  <a:lnTo>
                    <a:pt x="7887284" y="153103"/>
                  </a:lnTo>
                  <a:lnTo>
                    <a:pt x="7887410" y="153103"/>
                  </a:lnTo>
                  <a:lnTo>
                    <a:pt x="7887536" y="153103"/>
                  </a:lnTo>
                  <a:lnTo>
                    <a:pt x="7887663" y="153103"/>
                  </a:lnTo>
                  <a:lnTo>
                    <a:pt x="7887789" y="153103"/>
                  </a:lnTo>
                  <a:lnTo>
                    <a:pt x="7887915" y="153103"/>
                  </a:lnTo>
                  <a:lnTo>
                    <a:pt x="7888041" y="153103"/>
                  </a:lnTo>
                  <a:lnTo>
                    <a:pt x="7888167" y="153103"/>
                  </a:lnTo>
                  <a:lnTo>
                    <a:pt x="7888293" y="153103"/>
                  </a:lnTo>
                  <a:lnTo>
                    <a:pt x="7888419" y="153103"/>
                  </a:lnTo>
                  <a:lnTo>
                    <a:pt x="7888545" y="153103"/>
                  </a:lnTo>
                  <a:lnTo>
                    <a:pt x="7888671" y="153103"/>
                  </a:lnTo>
                  <a:lnTo>
                    <a:pt x="7888797" y="153103"/>
                  </a:lnTo>
                  <a:lnTo>
                    <a:pt x="7888923" y="153103"/>
                  </a:lnTo>
                  <a:lnTo>
                    <a:pt x="7889050" y="153103"/>
                  </a:lnTo>
                  <a:lnTo>
                    <a:pt x="7889176" y="153103"/>
                  </a:lnTo>
                  <a:lnTo>
                    <a:pt x="7889302" y="153103"/>
                  </a:lnTo>
                  <a:lnTo>
                    <a:pt x="7889428" y="153103"/>
                  </a:lnTo>
                  <a:lnTo>
                    <a:pt x="7889554" y="153103"/>
                  </a:lnTo>
                  <a:lnTo>
                    <a:pt x="7889680" y="153103"/>
                  </a:lnTo>
                  <a:lnTo>
                    <a:pt x="7889806" y="153103"/>
                  </a:lnTo>
                  <a:lnTo>
                    <a:pt x="7889932" y="153103"/>
                  </a:lnTo>
                  <a:lnTo>
                    <a:pt x="7890058" y="153103"/>
                  </a:lnTo>
                  <a:lnTo>
                    <a:pt x="7890184" y="153103"/>
                  </a:lnTo>
                  <a:lnTo>
                    <a:pt x="7890310" y="153103"/>
                  </a:lnTo>
                  <a:lnTo>
                    <a:pt x="7890436" y="153103"/>
                  </a:lnTo>
                  <a:lnTo>
                    <a:pt x="7890563" y="153103"/>
                  </a:lnTo>
                  <a:lnTo>
                    <a:pt x="7890689" y="153103"/>
                  </a:lnTo>
                  <a:lnTo>
                    <a:pt x="7890815" y="153103"/>
                  </a:lnTo>
                  <a:lnTo>
                    <a:pt x="7890941" y="153103"/>
                  </a:lnTo>
                  <a:lnTo>
                    <a:pt x="7891067" y="153103"/>
                  </a:lnTo>
                  <a:lnTo>
                    <a:pt x="7891193" y="153103"/>
                  </a:lnTo>
                  <a:lnTo>
                    <a:pt x="7891319" y="153103"/>
                  </a:lnTo>
                  <a:lnTo>
                    <a:pt x="7891445" y="153103"/>
                  </a:lnTo>
                  <a:lnTo>
                    <a:pt x="7891571" y="153103"/>
                  </a:lnTo>
                  <a:lnTo>
                    <a:pt x="7891697" y="153103"/>
                  </a:lnTo>
                  <a:lnTo>
                    <a:pt x="7891823" y="153103"/>
                  </a:lnTo>
                  <a:lnTo>
                    <a:pt x="7891950" y="153103"/>
                  </a:lnTo>
                  <a:lnTo>
                    <a:pt x="7892076" y="153103"/>
                  </a:lnTo>
                  <a:lnTo>
                    <a:pt x="7892202" y="153103"/>
                  </a:lnTo>
                  <a:lnTo>
                    <a:pt x="7892328" y="153103"/>
                  </a:lnTo>
                  <a:lnTo>
                    <a:pt x="7892454" y="153103"/>
                  </a:lnTo>
                  <a:lnTo>
                    <a:pt x="7892580" y="153103"/>
                  </a:lnTo>
                  <a:lnTo>
                    <a:pt x="7892706" y="153103"/>
                  </a:lnTo>
                  <a:lnTo>
                    <a:pt x="7892832" y="153103"/>
                  </a:lnTo>
                  <a:lnTo>
                    <a:pt x="7892958" y="153103"/>
                  </a:lnTo>
                  <a:lnTo>
                    <a:pt x="7893084" y="153103"/>
                  </a:lnTo>
                  <a:lnTo>
                    <a:pt x="7893210" y="153103"/>
                  </a:lnTo>
                  <a:lnTo>
                    <a:pt x="7893337" y="153103"/>
                  </a:lnTo>
                  <a:lnTo>
                    <a:pt x="7893463" y="153103"/>
                  </a:lnTo>
                  <a:lnTo>
                    <a:pt x="7893589" y="153103"/>
                  </a:lnTo>
                  <a:lnTo>
                    <a:pt x="7893715" y="153103"/>
                  </a:lnTo>
                  <a:lnTo>
                    <a:pt x="7893841" y="153103"/>
                  </a:lnTo>
                  <a:lnTo>
                    <a:pt x="7893967" y="153103"/>
                  </a:lnTo>
                  <a:lnTo>
                    <a:pt x="7894093" y="153103"/>
                  </a:lnTo>
                  <a:lnTo>
                    <a:pt x="7894219" y="153103"/>
                  </a:lnTo>
                  <a:lnTo>
                    <a:pt x="7894345" y="153103"/>
                  </a:lnTo>
                  <a:lnTo>
                    <a:pt x="7894471" y="153103"/>
                  </a:lnTo>
                  <a:lnTo>
                    <a:pt x="7894597" y="153103"/>
                  </a:lnTo>
                  <a:lnTo>
                    <a:pt x="7894723" y="153103"/>
                  </a:lnTo>
                  <a:lnTo>
                    <a:pt x="7894850" y="153103"/>
                  </a:lnTo>
                  <a:lnTo>
                    <a:pt x="7894976" y="153103"/>
                  </a:lnTo>
                  <a:lnTo>
                    <a:pt x="7895102" y="153103"/>
                  </a:lnTo>
                  <a:lnTo>
                    <a:pt x="7895228" y="153103"/>
                  </a:lnTo>
                  <a:lnTo>
                    <a:pt x="7895354" y="153103"/>
                  </a:lnTo>
                  <a:lnTo>
                    <a:pt x="7895480" y="153103"/>
                  </a:lnTo>
                  <a:lnTo>
                    <a:pt x="7895606" y="153103"/>
                  </a:lnTo>
                  <a:lnTo>
                    <a:pt x="7895732" y="153103"/>
                  </a:lnTo>
                  <a:lnTo>
                    <a:pt x="7895858" y="153103"/>
                  </a:lnTo>
                  <a:lnTo>
                    <a:pt x="7895984" y="153103"/>
                  </a:lnTo>
                  <a:lnTo>
                    <a:pt x="7896110" y="153103"/>
                  </a:lnTo>
                  <a:lnTo>
                    <a:pt x="7896237" y="153103"/>
                  </a:lnTo>
                  <a:lnTo>
                    <a:pt x="7896363" y="153103"/>
                  </a:lnTo>
                  <a:lnTo>
                    <a:pt x="7896489" y="153103"/>
                  </a:lnTo>
                  <a:lnTo>
                    <a:pt x="7896615" y="153103"/>
                  </a:lnTo>
                  <a:lnTo>
                    <a:pt x="7896741" y="153103"/>
                  </a:lnTo>
                  <a:lnTo>
                    <a:pt x="7896867" y="153103"/>
                  </a:lnTo>
                  <a:lnTo>
                    <a:pt x="7896993" y="153103"/>
                  </a:lnTo>
                  <a:lnTo>
                    <a:pt x="7897119" y="153103"/>
                  </a:lnTo>
                  <a:lnTo>
                    <a:pt x="7897245" y="153103"/>
                  </a:lnTo>
                  <a:lnTo>
                    <a:pt x="7897371" y="153103"/>
                  </a:lnTo>
                  <a:lnTo>
                    <a:pt x="7897497" y="153103"/>
                  </a:lnTo>
                  <a:lnTo>
                    <a:pt x="7897623" y="153103"/>
                  </a:lnTo>
                  <a:lnTo>
                    <a:pt x="7897750" y="153103"/>
                  </a:lnTo>
                  <a:lnTo>
                    <a:pt x="7897876" y="153103"/>
                  </a:lnTo>
                  <a:lnTo>
                    <a:pt x="7898002" y="153103"/>
                  </a:lnTo>
                  <a:lnTo>
                    <a:pt x="7898128" y="153103"/>
                  </a:lnTo>
                  <a:lnTo>
                    <a:pt x="7898254" y="153103"/>
                  </a:lnTo>
                  <a:lnTo>
                    <a:pt x="7898380" y="153103"/>
                  </a:lnTo>
                  <a:lnTo>
                    <a:pt x="7898506" y="153103"/>
                  </a:lnTo>
                  <a:lnTo>
                    <a:pt x="7898632" y="153103"/>
                  </a:lnTo>
                  <a:lnTo>
                    <a:pt x="7898758" y="153103"/>
                  </a:lnTo>
                  <a:lnTo>
                    <a:pt x="7898884" y="153103"/>
                  </a:lnTo>
                  <a:lnTo>
                    <a:pt x="7899010" y="153103"/>
                  </a:lnTo>
                  <a:lnTo>
                    <a:pt x="7899137" y="153103"/>
                  </a:lnTo>
                  <a:lnTo>
                    <a:pt x="7899263" y="153103"/>
                  </a:lnTo>
                  <a:lnTo>
                    <a:pt x="7899389" y="153103"/>
                  </a:lnTo>
                  <a:lnTo>
                    <a:pt x="7899515" y="153103"/>
                  </a:lnTo>
                  <a:lnTo>
                    <a:pt x="7899641" y="153103"/>
                  </a:lnTo>
                  <a:lnTo>
                    <a:pt x="7899767" y="153103"/>
                  </a:lnTo>
                  <a:lnTo>
                    <a:pt x="7899893" y="153103"/>
                  </a:lnTo>
                  <a:lnTo>
                    <a:pt x="7900019" y="153103"/>
                  </a:lnTo>
                  <a:lnTo>
                    <a:pt x="7900145" y="153103"/>
                  </a:lnTo>
                  <a:lnTo>
                    <a:pt x="7900271" y="153103"/>
                  </a:lnTo>
                  <a:lnTo>
                    <a:pt x="7900397" y="153103"/>
                  </a:lnTo>
                  <a:lnTo>
                    <a:pt x="7900524" y="153103"/>
                  </a:lnTo>
                  <a:lnTo>
                    <a:pt x="7900650" y="153103"/>
                  </a:lnTo>
                  <a:lnTo>
                    <a:pt x="7900776" y="153103"/>
                  </a:lnTo>
                  <a:lnTo>
                    <a:pt x="7900902" y="153103"/>
                  </a:lnTo>
                  <a:lnTo>
                    <a:pt x="7901028" y="153103"/>
                  </a:lnTo>
                  <a:lnTo>
                    <a:pt x="7901154" y="153103"/>
                  </a:lnTo>
                  <a:lnTo>
                    <a:pt x="7901280" y="153103"/>
                  </a:lnTo>
                  <a:lnTo>
                    <a:pt x="7901406" y="153103"/>
                  </a:lnTo>
                  <a:lnTo>
                    <a:pt x="7901532" y="153103"/>
                  </a:lnTo>
                  <a:lnTo>
                    <a:pt x="7901658" y="153103"/>
                  </a:lnTo>
                  <a:lnTo>
                    <a:pt x="7901784" y="153103"/>
                  </a:lnTo>
                  <a:lnTo>
                    <a:pt x="7901910" y="153103"/>
                  </a:lnTo>
                  <a:lnTo>
                    <a:pt x="7902037" y="153103"/>
                  </a:lnTo>
                  <a:lnTo>
                    <a:pt x="7902163" y="153103"/>
                  </a:lnTo>
                  <a:lnTo>
                    <a:pt x="7902289" y="153103"/>
                  </a:lnTo>
                  <a:lnTo>
                    <a:pt x="7902415" y="153103"/>
                  </a:lnTo>
                  <a:lnTo>
                    <a:pt x="7902541" y="153103"/>
                  </a:lnTo>
                  <a:lnTo>
                    <a:pt x="7902667" y="153103"/>
                  </a:lnTo>
                  <a:lnTo>
                    <a:pt x="7902793" y="153103"/>
                  </a:lnTo>
                  <a:lnTo>
                    <a:pt x="7902919" y="153103"/>
                  </a:lnTo>
                  <a:lnTo>
                    <a:pt x="7903045" y="153103"/>
                  </a:lnTo>
                  <a:lnTo>
                    <a:pt x="7903171" y="153103"/>
                  </a:lnTo>
                  <a:lnTo>
                    <a:pt x="7903297" y="153103"/>
                  </a:lnTo>
                  <a:lnTo>
                    <a:pt x="7903424" y="153103"/>
                  </a:lnTo>
                  <a:lnTo>
                    <a:pt x="7903550" y="153103"/>
                  </a:lnTo>
                  <a:lnTo>
                    <a:pt x="7903676" y="153103"/>
                  </a:lnTo>
                  <a:lnTo>
                    <a:pt x="7903802" y="153103"/>
                  </a:lnTo>
                  <a:lnTo>
                    <a:pt x="7903928" y="153103"/>
                  </a:lnTo>
                  <a:lnTo>
                    <a:pt x="7904054" y="153103"/>
                  </a:lnTo>
                  <a:lnTo>
                    <a:pt x="7904180" y="153103"/>
                  </a:lnTo>
                  <a:lnTo>
                    <a:pt x="7904306" y="153103"/>
                  </a:lnTo>
                  <a:lnTo>
                    <a:pt x="7904432" y="153103"/>
                  </a:lnTo>
                  <a:lnTo>
                    <a:pt x="7904558" y="153103"/>
                  </a:lnTo>
                  <a:lnTo>
                    <a:pt x="7904684" y="153103"/>
                  </a:lnTo>
                  <a:lnTo>
                    <a:pt x="7904810" y="153103"/>
                  </a:lnTo>
                  <a:lnTo>
                    <a:pt x="7904937" y="153103"/>
                  </a:lnTo>
                  <a:lnTo>
                    <a:pt x="7905063" y="153103"/>
                  </a:lnTo>
                  <a:lnTo>
                    <a:pt x="7905189" y="153103"/>
                  </a:lnTo>
                  <a:lnTo>
                    <a:pt x="7905315" y="153103"/>
                  </a:lnTo>
                  <a:lnTo>
                    <a:pt x="7905441" y="153103"/>
                  </a:lnTo>
                  <a:lnTo>
                    <a:pt x="7905567" y="153103"/>
                  </a:lnTo>
                  <a:lnTo>
                    <a:pt x="7905693" y="153103"/>
                  </a:lnTo>
                  <a:lnTo>
                    <a:pt x="7905819" y="153103"/>
                  </a:lnTo>
                  <a:lnTo>
                    <a:pt x="7905945" y="153103"/>
                  </a:lnTo>
                  <a:lnTo>
                    <a:pt x="7906071" y="153103"/>
                  </a:lnTo>
                  <a:lnTo>
                    <a:pt x="7906197" y="153103"/>
                  </a:lnTo>
                  <a:lnTo>
                    <a:pt x="7906324" y="153103"/>
                  </a:lnTo>
                  <a:lnTo>
                    <a:pt x="7906450" y="153103"/>
                  </a:lnTo>
                  <a:lnTo>
                    <a:pt x="7906576" y="153103"/>
                  </a:lnTo>
                  <a:lnTo>
                    <a:pt x="7906702" y="153103"/>
                  </a:lnTo>
                  <a:lnTo>
                    <a:pt x="7906828" y="153103"/>
                  </a:lnTo>
                  <a:lnTo>
                    <a:pt x="7906954" y="153103"/>
                  </a:lnTo>
                  <a:lnTo>
                    <a:pt x="7907080" y="153103"/>
                  </a:lnTo>
                  <a:lnTo>
                    <a:pt x="7907206" y="153103"/>
                  </a:lnTo>
                  <a:lnTo>
                    <a:pt x="7907332" y="153103"/>
                  </a:lnTo>
                  <a:lnTo>
                    <a:pt x="7907458" y="153103"/>
                  </a:lnTo>
                  <a:lnTo>
                    <a:pt x="7907584" y="153103"/>
                  </a:lnTo>
                  <a:lnTo>
                    <a:pt x="7907711" y="153103"/>
                  </a:lnTo>
                  <a:lnTo>
                    <a:pt x="7907837" y="153103"/>
                  </a:lnTo>
                  <a:lnTo>
                    <a:pt x="7907963" y="153103"/>
                  </a:lnTo>
                  <a:lnTo>
                    <a:pt x="7908089" y="153103"/>
                  </a:lnTo>
                  <a:lnTo>
                    <a:pt x="7908215" y="153103"/>
                  </a:lnTo>
                  <a:lnTo>
                    <a:pt x="7908341" y="153103"/>
                  </a:lnTo>
                  <a:lnTo>
                    <a:pt x="7908467" y="153103"/>
                  </a:lnTo>
                  <a:lnTo>
                    <a:pt x="7908593" y="153103"/>
                  </a:lnTo>
                  <a:lnTo>
                    <a:pt x="7908719" y="153103"/>
                  </a:lnTo>
                  <a:lnTo>
                    <a:pt x="7908845" y="153103"/>
                  </a:lnTo>
                  <a:lnTo>
                    <a:pt x="7908971" y="153103"/>
                  </a:lnTo>
                  <a:lnTo>
                    <a:pt x="7909097" y="153103"/>
                  </a:lnTo>
                  <a:lnTo>
                    <a:pt x="7909224" y="153103"/>
                  </a:lnTo>
                  <a:lnTo>
                    <a:pt x="7909350" y="153103"/>
                  </a:lnTo>
                  <a:lnTo>
                    <a:pt x="7909476" y="153103"/>
                  </a:lnTo>
                  <a:lnTo>
                    <a:pt x="7909602" y="153103"/>
                  </a:lnTo>
                  <a:lnTo>
                    <a:pt x="7909728" y="153103"/>
                  </a:lnTo>
                  <a:lnTo>
                    <a:pt x="7909854" y="153103"/>
                  </a:lnTo>
                  <a:lnTo>
                    <a:pt x="7909980" y="153103"/>
                  </a:lnTo>
                  <a:lnTo>
                    <a:pt x="7910106" y="153103"/>
                  </a:lnTo>
                  <a:lnTo>
                    <a:pt x="7910232" y="153103"/>
                  </a:lnTo>
                  <a:lnTo>
                    <a:pt x="7910358" y="153103"/>
                  </a:lnTo>
                  <a:lnTo>
                    <a:pt x="7910484" y="153103"/>
                  </a:lnTo>
                  <a:lnTo>
                    <a:pt x="7910611" y="153103"/>
                  </a:lnTo>
                  <a:lnTo>
                    <a:pt x="7910737" y="153103"/>
                  </a:lnTo>
                  <a:lnTo>
                    <a:pt x="7910863" y="153103"/>
                  </a:lnTo>
                  <a:lnTo>
                    <a:pt x="7910989" y="153103"/>
                  </a:lnTo>
                  <a:lnTo>
                    <a:pt x="7911115" y="153103"/>
                  </a:lnTo>
                  <a:lnTo>
                    <a:pt x="7911241" y="153103"/>
                  </a:lnTo>
                  <a:lnTo>
                    <a:pt x="7911367" y="153103"/>
                  </a:lnTo>
                  <a:lnTo>
                    <a:pt x="7911493" y="153103"/>
                  </a:lnTo>
                  <a:lnTo>
                    <a:pt x="7911619" y="153103"/>
                  </a:lnTo>
                  <a:lnTo>
                    <a:pt x="7911745" y="153103"/>
                  </a:lnTo>
                  <a:lnTo>
                    <a:pt x="7911871" y="153103"/>
                  </a:lnTo>
                  <a:lnTo>
                    <a:pt x="7911997" y="153103"/>
                  </a:lnTo>
                  <a:lnTo>
                    <a:pt x="7912124" y="153103"/>
                  </a:lnTo>
                  <a:lnTo>
                    <a:pt x="7912250" y="153103"/>
                  </a:lnTo>
                  <a:lnTo>
                    <a:pt x="7912376" y="153103"/>
                  </a:lnTo>
                  <a:lnTo>
                    <a:pt x="7912502" y="153103"/>
                  </a:lnTo>
                  <a:lnTo>
                    <a:pt x="7912628" y="153103"/>
                  </a:lnTo>
                  <a:lnTo>
                    <a:pt x="7912754" y="153103"/>
                  </a:lnTo>
                  <a:lnTo>
                    <a:pt x="7912880" y="153103"/>
                  </a:lnTo>
                  <a:lnTo>
                    <a:pt x="7913006" y="153103"/>
                  </a:lnTo>
                  <a:lnTo>
                    <a:pt x="7913132" y="153103"/>
                  </a:lnTo>
                  <a:lnTo>
                    <a:pt x="7913258" y="153103"/>
                  </a:lnTo>
                  <a:lnTo>
                    <a:pt x="7913384" y="153103"/>
                  </a:lnTo>
                  <a:lnTo>
                    <a:pt x="7913511" y="153103"/>
                  </a:lnTo>
                  <a:lnTo>
                    <a:pt x="7913637" y="153103"/>
                  </a:lnTo>
                  <a:lnTo>
                    <a:pt x="7913763" y="153103"/>
                  </a:lnTo>
                  <a:lnTo>
                    <a:pt x="7913889" y="153103"/>
                  </a:lnTo>
                  <a:lnTo>
                    <a:pt x="7914015" y="153103"/>
                  </a:lnTo>
                  <a:lnTo>
                    <a:pt x="7914141" y="153103"/>
                  </a:lnTo>
                  <a:lnTo>
                    <a:pt x="7914267" y="153103"/>
                  </a:lnTo>
                  <a:lnTo>
                    <a:pt x="7914393" y="153103"/>
                  </a:lnTo>
                  <a:lnTo>
                    <a:pt x="7914519" y="153103"/>
                  </a:lnTo>
                  <a:lnTo>
                    <a:pt x="7914645" y="153103"/>
                  </a:lnTo>
                  <a:lnTo>
                    <a:pt x="7914771" y="153103"/>
                  </a:lnTo>
                  <a:lnTo>
                    <a:pt x="7914897" y="153103"/>
                  </a:lnTo>
                  <a:lnTo>
                    <a:pt x="7915024" y="153103"/>
                  </a:lnTo>
                  <a:lnTo>
                    <a:pt x="7915150" y="153103"/>
                  </a:lnTo>
                  <a:lnTo>
                    <a:pt x="7915276" y="153103"/>
                  </a:lnTo>
                  <a:lnTo>
                    <a:pt x="7915402" y="153103"/>
                  </a:lnTo>
                  <a:lnTo>
                    <a:pt x="7915528" y="153103"/>
                  </a:lnTo>
                  <a:lnTo>
                    <a:pt x="7915654" y="153103"/>
                  </a:lnTo>
                  <a:lnTo>
                    <a:pt x="7915780" y="153103"/>
                  </a:lnTo>
                  <a:lnTo>
                    <a:pt x="7915906" y="153103"/>
                  </a:lnTo>
                  <a:lnTo>
                    <a:pt x="7916032" y="153103"/>
                  </a:lnTo>
                  <a:lnTo>
                    <a:pt x="7916158" y="153103"/>
                  </a:lnTo>
                  <a:lnTo>
                    <a:pt x="7916284" y="153103"/>
                  </a:lnTo>
                  <a:lnTo>
                    <a:pt x="7916411" y="153103"/>
                  </a:lnTo>
                  <a:lnTo>
                    <a:pt x="7916537" y="153103"/>
                  </a:lnTo>
                  <a:lnTo>
                    <a:pt x="7916663" y="153103"/>
                  </a:lnTo>
                  <a:lnTo>
                    <a:pt x="7916789" y="153103"/>
                  </a:lnTo>
                  <a:lnTo>
                    <a:pt x="7916915" y="153103"/>
                  </a:lnTo>
                  <a:lnTo>
                    <a:pt x="7917041" y="153103"/>
                  </a:lnTo>
                  <a:lnTo>
                    <a:pt x="7917167" y="153103"/>
                  </a:lnTo>
                  <a:lnTo>
                    <a:pt x="7917293" y="153103"/>
                  </a:lnTo>
                  <a:lnTo>
                    <a:pt x="7917419" y="153103"/>
                  </a:lnTo>
                  <a:lnTo>
                    <a:pt x="7917545" y="153103"/>
                  </a:lnTo>
                  <a:lnTo>
                    <a:pt x="7917671" y="153103"/>
                  </a:lnTo>
                  <a:lnTo>
                    <a:pt x="7917798" y="153103"/>
                  </a:lnTo>
                  <a:lnTo>
                    <a:pt x="7917924" y="153103"/>
                  </a:lnTo>
                  <a:lnTo>
                    <a:pt x="7918050" y="153103"/>
                  </a:lnTo>
                  <a:lnTo>
                    <a:pt x="7918176" y="153103"/>
                  </a:lnTo>
                  <a:lnTo>
                    <a:pt x="7918302" y="153103"/>
                  </a:lnTo>
                  <a:lnTo>
                    <a:pt x="7918428" y="153103"/>
                  </a:lnTo>
                  <a:lnTo>
                    <a:pt x="7918554" y="153103"/>
                  </a:lnTo>
                  <a:lnTo>
                    <a:pt x="7918680" y="153103"/>
                  </a:lnTo>
                  <a:lnTo>
                    <a:pt x="7918806" y="153103"/>
                  </a:lnTo>
                  <a:lnTo>
                    <a:pt x="7918932" y="153103"/>
                  </a:lnTo>
                  <a:lnTo>
                    <a:pt x="7919058" y="153103"/>
                  </a:lnTo>
                  <a:lnTo>
                    <a:pt x="7919184" y="153103"/>
                  </a:lnTo>
                  <a:lnTo>
                    <a:pt x="7919311" y="153103"/>
                  </a:lnTo>
                  <a:lnTo>
                    <a:pt x="7919437" y="153103"/>
                  </a:lnTo>
                  <a:lnTo>
                    <a:pt x="7919563" y="153103"/>
                  </a:lnTo>
                  <a:lnTo>
                    <a:pt x="7919689" y="153103"/>
                  </a:lnTo>
                  <a:lnTo>
                    <a:pt x="7919815" y="153103"/>
                  </a:lnTo>
                  <a:lnTo>
                    <a:pt x="7919941" y="153103"/>
                  </a:lnTo>
                  <a:lnTo>
                    <a:pt x="7920067" y="153103"/>
                  </a:lnTo>
                  <a:lnTo>
                    <a:pt x="7920193" y="153103"/>
                  </a:lnTo>
                  <a:lnTo>
                    <a:pt x="7920319" y="153103"/>
                  </a:lnTo>
                  <a:lnTo>
                    <a:pt x="7920445" y="153103"/>
                  </a:lnTo>
                  <a:lnTo>
                    <a:pt x="7920571" y="153103"/>
                  </a:lnTo>
                  <a:lnTo>
                    <a:pt x="7920698" y="153103"/>
                  </a:lnTo>
                  <a:lnTo>
                    <a:pt x="7920824" y="153103"/>
                  </a:lnTo>
                  <a:lnTo>
                    <a:pt x="7920950" y="153103"/>
                  </a:lnTo>
                  <a:lnTo>
                    <a:pt x="7921076" y="153103"/>
                  </a:lnTo>
                  <a:lnTo>
                    <a:pt x="7921202" y="153103"/>
                  </a:lnTo>
                  <a:lnTo>
                    <a:pt x="7921328" y="153103"/>
                  </a:lnTo>
                  <a:lnTo>
                    <a:pt x="7921454" y="153103"/>
                  </a:lnTo>
                  <a:lnTo>
                    <a:pt x="7921580" y="153103"/>
                  </a:lnTo>
                  <a:lnTo>
                    <a:pt x="7921706" y="153103"/>
                  </a:lnTo>
                  <a:lnTo>
                    <a:pt x="7921832" y="153103"/>
                  </a:lnTo>
                  <a:lnTo>
                    <a:pt x="7921958" y="153103"/>
                  </a:lnTo>
                  <a:lnTo>
                    <a:pt x="7922084" y="153103"/>
                  </a:lnTo>
                  <a:lnTo>
                    <a:pt x="7922211" y="153103"/>
                  </a:lnTo>
                  <a:lnTo>
                    <a:pt x="7922337" y="153103"/>
                  </a:lnTo>
                  <a:lnTo>
                    <a:pt x="7922463" y="153103"/>
                  </a:lnTo>
                  <a:lnTo>
                    <a:pt x="7922589" y="153103"/>
                  </a:lnTo>
                  <a:lnTo>
                    <a:pt x="7922715" y="153103"/>
                  </a:lnTo>
                  <a:lnTo>
                    <a:pt x="7922841" y="153103"/>
                  </a:lnTo>
                  <a:lnTo>
                    <a:pt x="7922967" y="153103"/>
                  </a:lnTo>
                  <a:lnTo>
                    <a:pt x="7923093" y="153103"/>
                  </a:lnTo>
                  <a:lnTo>
                    <a:pt x="7923219" y="153103"/>
                  </a:lnTo>
                  <a:lnTo>
                    <a:pt x="7923345" y="153103"/>
                  </a:lnTo>
                  <a:lnTo>
                    <a:pt x="7923471" y="153103"/>
                  </a:lnTo>
                  <a:lnTo>
                    <a:pt x="7923598" y="153103"/>
                  </a:lnTo>
                  <a:lnTo>
                    <a:pt x="7923724" y="153103"/>
                  </a:lnTo>
                  <a:lnTo>
                    <a:pt x="7923724" y="147823"/>
                  </a:lnTo>
                  <a:lnTo>
                    <a:pt x="7923850" y="147823"/>
                  </a:lnTo>
                  <a:lnTo>
                    <a:pt x="7923976" y="147823"/>
                  </a:lnTo>
                  <a:lnTo>
                    <a:pt x="7924102" y="147823"/>
                  </a:lnTo>
                  <a:lnTo>
                    <a:pt x="7924228" y="147823"/>
                  </a:lnTo>
                  <a:lnTo>
                    <a:pt x="7924354" y="147823"/>
                  </a:lnTo>
                  <a:lnTo>
                    <a:pt x="7924480" y="147823"/>
                  </a:lnTo>
                  <a:lnTo>
                    <a:pt x="7924606" y="147823"/>
                  </a:lnTo>
                  <a:lnTo>
                    <a:pt x="7924732" y="147823"/>
                  </a:lnTo>
                  <a:lnTo>
                    <a:pt x="7924858" y="147823"/>
                  </a:lnTo>
                  <a:lnTo>
                    <a:pt x="7924985" y="147823"/>
                  </a:lnTo>
                  <a:lnTo>
                    <a:pt x="7925111" y="147823"/>
                  </a:lnTo>
                  <a:lnTo>
                    <a:pt x="7925237" y="147823"/>
                  </a:lnTo>
                  <a:lnTo>
                    <a:pt x="7925363" y="147823"/>
                  </a:lnTo>
                  <a:lnTo>
                    <a:pt x="7925489" y="147823"/>
                  </a:lnTo>
                  <a:lnTo>
                    <a:pt x="7925615" y="147823"/>
                  </a:lnTo>
                  <a:lnTo>
                    <a:pt x="7925741" y="147823"/>
                  </a:lnTo>
                  <a:lnTo>
                    <a:pt x="7925867" y="147823"/>
                  </a:lnTo>
                  <a:lnTo>
                    <a:pt x="7925993" y="147823"/>
                  </a:lnTo>
                  <a:lnTo>
                    <a:pt x="7926119" y="147823"/>
                  </a:lnTo>
                  <a:lnTo>
                    <a:pt x="7926245" y="147823"/>
                  </a:lnTo>
                  <a:lnTo>
                    <a:pt x="7926371" y="147823"/>
                  </a:lnTo>
                  <a:lnTo>
                    <a:pt x="7926498" y="147823"/>
                  </a:lnTo>
                  <a:lnTo>
                    <a:pt x="7926624" y="147823"/>
                  </a:lnTo>
                  <a:lnTo>
                    <a:pt x="7926750" y="147823"/>
                  </a:lnTo>
                  <a:lnTo>
                    <a:pt x="7926876" y="147823"/>
                  </a:lnTo>
                  <a:lnTo>
                    <a:pt x="7927002" y="147823"/>
                  </a:lnTo>
                  <a:lnTo>
                    <a:pt x="7927128" y="147823"/>
                  </a:lnTo>
                  <a:lnTo>
                    <a:pt x="7927254" y="147823"/>
                  </a:lnTo>
                  <a:lnTo>
                    <a:pt x="7927380" y="147823"/>
                  </a:lnTo>
                  <a:lnTo>
                    <a:pt x="7927506" y="147823"/>
                  </a:lnTo>
                  <a:lnTo>
                    <a:pt x="7927632" y="147823"/>
                  </a:lnTo>
                  <a:lnTo>
                    <a:pt x="7927758" y="147823"/>
                  </a:lnTo>
                  <a:lnTo>
                    <a:pt x="7927885" y="147823"/>
                  </a:lnTo>
                  <a:lnTo>
                    <a:pt x="7928011" y="147823"/>
                  </a:lnTo>
                  <a:lnTo>
                    <a:pt x="7928137" y="147823"/>
                  </a:lnTo>
                  <a:lnTo>
                    <a:pt x="7928263" y="147823"/>
                  </a:lnTo>
                  <a:lnTo>
                    <a:pt x="7928389" y="147823"/>
                  </a:lnTo>
                  <a:lnTo>
                    <a:pt x="7928515" y="147823"/>
                  </a:lnTo>
                  <a:lnTo>
                    <a:pt x="7928641" y="147823"/>
                  </a:lnTo>
                  <a:lnTo>
                    <a:pt x="7928767" y="147823"/>
                  </a:lnTo>
                  <a:lnTo>
                    <a:pt x="7928893" y="147823"/>
                  </a:lnTo>
                  <a:lnTo>
                    <a:pt x="7929019" y="147823"/>
                  </a:lnTo>
                  <a:lnTo>
                    <a:pt x="7929145" y="147823"/>
                  </a:lnTo>
                  <a:lnTo>
                    <a:pt x="7929271" y="147823"/>
                  </a:lnTo>
                  <a:lnTo>
                    <a:pt x="7929398" y="147823"/>
                  </a:lnTo>
                  <a:lnTo>
                    <a:pt x="7929524" y="147823"/>
                  </a:lnTo>
                  <a:lnTo>
                    <a:pt x="7929650" y="147823"/>
                  </a:lnTo>
                  <a:lnTo>
                    <a:pt x="7929776" y="147823"/>
                  </a:lnTo>
                  <a:lnTo>
                    <a:pt x="7929902" y="147823"/>
                  </a:lnTo>
                  <a:lnTo>
                    <a:pt x="7930028" y="147823"/>
                  </a:lnTo>
                  <a:lnTo>
                    <a:pt x="7930154" y="147823"/>
                  </a:lnTo>
                  <a:lnTo>
                    <a:pt x="7930280" y="147823"/>
                  </a:lnTo>
                  <a:lnTo>
                    <a:pt x="7930406" y="147823"/>
                  </a:lnTo>
                  <a:lnTo>
                    <a:pt x="7930532" y="147823"/>
                  </a:lnTo>
                  <a:lnTo>
                    <a:pt x="7930658" y="147823"/>
                  </a:lnTo>
                  <a:lnTo>
                    <a:pt x="7930785" y="147823"/>
                  </a:lnTo>
                  <a:lnTo>
                    <a:pt x="7930911" y="147823"/>
                  </a:lnTo>
                  <a:lnTo>
                    <a:pt x="7931037" y="147823"/>
                  </a:lnTo>
                  <a:lnTo>
                    <a:pt x="7931163" y="147823"/>
                  </a:lnTo>
                  <a:lnTo>
                    <a:pt x="7931289" y="147823"/>
                  </a:lnTo>
                  <a:lnTo>
                    <a:pt x="7931415" y="147823"/>
                  </a:lnTo>
                  <a:lnTo>
                    <a:pt x="7931541" y="147823"/>
                  </a:lnTo>
                  <a:lnTo>
                    <a:pt x="7931667" y="147823"/>
                  </a:lnTo>
                  <a:lnTo>
                    <a:pt x="7931793" y="147823"/>
                  </a:lnTo>
                  <a:lnTo>
                    <a:pt x="7931919" y="147823"/>
                  </a:lnTo>
                  <a:lnTo>
                    <a:pt x="7932045" y="147823"/>
                  </a:lnTo>
                  <a:lnTo>
                    <a:pt x="7932171" y="147823"/>
                  </a:lnTo>
                  <a:lnTo>
                    <a:pt x="7932298" y="147823"/>
                  </a:lnTo>
                  <a:lnTo>
                    <a:pt x="7932424" y="147823"/>
                  </a:lnTo>
                  <a:lnTo>
                    <a:pt x="7932550" y="147823"/>
                  </a:lnTo>
                  <a:lnTo>
                    <a:pt x="7932676" y="147823"/>
                  </a:lnTo>
                  <a:lnTo>
                    <a:pt x="7932802" y="147823"/>
                  </a:lnTo>
                  <a:lnTo>
                    <a:pt x="7932928" y="147823"/>
                  </a:lnTo>
                  <a:lnTo>
                    <a:pt x="7933054" y="147823"/>
                  </a:lnTo>
                  <a:lnTo>
                    <a:pt x="7933180" y="147823"/>
                  </a:lnTo>
                  <a:lnTo>
                    <a:pt x="7933306" y="147823"/>
                  </a:lnTo>
                  <a:lnTo>
                    <a:pt x="7933432" y="147823"/>
                  </a:lnTo>
                  <a:lnTo>
                    <a:pt x="7933558" y="147823"/>
                  </a:lnTo>
                  <a:lnTo>
                    <a:pt x="7933685" y="147823"/>
                  </a:lnTo>
                  <a:lnTo>
                    <a:pt x="7933811" y="147823"/>
                  </a:lnTo>
                  <a:lnTo>
                    <a:pt x="7933937" y="147823"/>
                  </a:lnTo>
                  <a:lnTo>
                    <a:pt x="7934063" y="147823"/>
                  </a:lnTo>
                  <a:lnTo>
                    <a:pt x="7934189" y="147823"/>
                  </a:lnTo>
                  <a:lnTo>
                    <a:pt x="7934315" y="147823"/>
                  </a:lnTo>
                  <a:lnTo>
                    <a:pt x="7934441" y="147823"/>
                  </a:lnTo>
                  <a:lnTo>
                    <a:pt x="7934567" y="147823"/>
                  </a:lnTo>
                  <a:lnTo>
                    <a:pt x="7934693" y="147823"/>
                  </a:lnTo>
                  <a:lnTo>
                    <a:pt x="7934819" y="147823"/>
                  </a:lnTo>
                  <a:lnTo>
                    <a:pt x="7934945" y="147823"/>
                  </a:lnTo>
                  <a:lnTo>
                    <a:pt x="7935072" y="147823"/>
                  </a:lnTo>
                  <a:lnTo>
                    <a:pt x="7935198" y="147823"/>
                  </a:lnTo>
                  <a:lnTo>
                    <a:pt x="7935324" y="147823"/>
                  </a:lnTo>
                  <a:lnTo>
                    <a:pt x="7935450" y="147823"/>
                  </a:lnTo>
                  <a:lnTo>
                    <a:pt x="7935576" y="147823"/>
                  </a:lnTo>
                  <a:lnTo>
                    <a:pt x="7935702" y="147823"/>
                  </a:lnTo>
                  <a:lnTo>
                    <a:pt x="7935828" y="147823"/>
                  </a:lnTo>
                  <a:lnTo>
                    <a:pt x="7935954" y="147823"/>
                  </a:lnTo>
                  <a:lnTo>
                    <a:pt x="7936080" y="147823"/>
                  </a:lnTo>
                  <a:lnTo>
                    <a:pt x="7936206" y="147823"/>
                  </a:lnTo>
                  <a:lnTo>
                    <a:pt x="7936332" y="147823"/>
                  </a:lnTo>
                  <a:lnTo>
                    <a:pt x="7936458" y="147823"/>
                  </a:lnTo>
                  <a:lnTo>
                    <a:pt x="7936585" y="147823"/>
                  </a:lnTo>
                  <a:lnTo>
                    <a:pt x="7936711" y="147823"/>
                  </a:lnTo>
                  <a:lnTo>
                    <a:pt x="7936837" y="147823"/>
                  </a:lnTo>
                  <a:lnTo>
                    <a:pt x="7936963" y="147823"/>
                  </a:lnTo>
                  <a:lnTo>
                    <a:pt x="7937089" y="147823"/>
                  </a:lnTo>
                  <a:lnTo>
                    <a:pt x="7937215" y="147823"/>
                  </a:lnTo>
                  <a:lnTo>
                    <a:pt x="7937341" y="147823"/>
                  </a:lnTo>
                  <a:lnTo>
                    <a:pt x="7937467" y="147823"/>
                  </a:lnTo>
                  <a:lnTo>
                    <a:pt x="7937593" y="147823"/>
                  </a:lnTo>
                  <a:lnTo>
                    <a:pt x="7937719" y="147823"/>
                  </a:lnTo>
                  <a:lnTo>
                    <a:pt x="7937845" y="147823"/>
                  </a:lnTo>
                  <a:lnTo>
                    <a:pt x="7937972" y="147823"/>
                  </a:lnTo>
                  <a:lnTo>
                    <a:pt x="7938098" y="147823"/>
                  </a:lnTo>
                  <a:lnTo>
                    <a:pt x="7938224" y="147823"/>
                  </a:lnTo>
                  <a:lnTo>
                    <a:pt x="7938350" y="147823"/>
                  </a:lnTo>
                  <a:lnTo>
                    <a:pt x="7938476" y="147823"/>
                  </a:lnTo>
                  <a:lnTo>
                    <a:pt x="7938602" y="147823"/>
                  </a:lnTo>
                  <a:lnTo>
                    <a:pt x="7938728" y="147823"/>
                  </a:lnTo>
                  <a:lnTo>
                    <a:pt x="7938854" y="147823"/>
                  </a:lnTo>
                  <a:lnTo>
                    <a:pt x="7938980" y="147823"/>
                  </a:lnTo>
                  <a:lnTo>
                    <a:pt x="7939106" y="147823"/>
                  </a:lnTo>
                  <a:lnTo>
                    <a:pt x="7939232" y="147823"/>
                  </a:lnTo>
                  <a:lnTo>
                    <a:pt x="7939358" y="147823"/>
                  </a:lnTo>
                  <a:lnTo>
                    <a:pt x="7939485" y="147823"/>
                  </a:lnTo>
                  <a:lnTo>
                    <a:pt x="7939611" y="147823"/>
                  </a:lnTo>
                  <a:lnTo>
                    <a:pt x="7939737" y="147823"/>
                  </a:lnTo>
                  <a:lnTo>
                    <a:pt x="7939863" y="147823"/>
                  </a:lnTo>
                  <a:lnTo>
                    <a:pt x="7939989" y="147823"/>
                  </a:lnTo>
                  <a:lnTo>
                    <a:pt x="7940115" y="147823"/>
                  </a:lnTo>
                  <a:lnTo>
                    <a:pt x="7940241" y="147823"/>
                  </a:lnTo>
                  <a:lnTo>
                    <a:pt x="7940367" y="147823"/>
                  </a:lnTo>
                  <a:lnTo>
                    <a:pt x="7940493" y="147823"/>
                  </a:lnTo>
                  <a:lnTo>
                    <a:pt x="7940619" y="147823"/>
                  </a:lnTo>
                  <a:lnTo>
                    <a:pt x="7940745" y="147823"/>
                  </a:lnTo>
                  <a:lnTo>
                    <a:pt x="7940872" y="147823"/>
                  </a:lnTo>
                  <a:lnTo>
                    <a:pt x="7940998" y="147823"/>
                  </a:lnTo>
                  <a:lnTo>
                    <a:pt x="7941124" y="147823"/>
                  </a:lnTo>
                  <a:lnTo>
                    <a:pt x="7941250" y="147823"/>
                  </a:lnTo>
                  <a:lnTo>
                    <a:pt x="7941376" y="147823"/>
                  </a:lnTo>
                  <a:lnTo>
                    <a:pt x="7941502" y="147823"/>
                  </a:lnTo>
                  <a:lnTo>
                    <a:pt x="7941628" y="147823"/>
                  </a:lnTo>
                  <a:lnTo>
                    <a:pt x="7941754" y="147823"/>
                  </a:lnTo>
                  <a:lnTo>
                    <a:pt x="7941880" y="147823"/>
                  </a:lnTo>
                  <a:lnTo>
                    <a:pt x="7942006" y="147823"/>
                  </a:lnTo>
                  <a:lnTo>
                    <a:pt x="7942132" y="147823"/>
                  </a:lnTo>
                  <a:lnTo>
                    <a:pt x="7942259" y="147823"/>
                  </a:lnTo>
                  <a:lnTo>
                    <a:pt x="7942385" y="147823"/>
                  </a:lnTo>
                  <a:lnTo>
                    <a:pt x="7942511" y="147823"/>
                  </a:lnTo>
                  <a:lnTo>
                    <a:pt x="7942637" y="147823"/>
                  </a:lnTo>
                  <a:lnTo>
                    <a:pt x="7942763" y="147823"/>
                  </a:lnTo>
                  <a:lnTo>
                    <a:pt x="7942889" y="147823"/>
                  </a:lnTo>
                  <a:lnTo>
                    <a:pt x="7943015" y="147823"/>
                  </a:lnTo>
                  <a:lnTo>
                    <a:pt x="7943015" y="142544"/>
                  </a:lnTo>
                  <a:lnTo>
                    <a:pt x="7943141" y="142544"/>
                  </a:lnTo>
                  <a:lnTo>
                    <a:pt x="7943267" y="142544"/>
                  </a:lnTo>
                  <a:lnTo>
                    <a:pt x="7943393" y="142544"/>
                  </a:lnTo>
                  <a:lnTo>
                    <a:pt x="7943519" y="142544"/>
                  </a:lnTo>
                  <a:lnTo>
                    <a:pt x="7943645" y="142544"/>
                  </a:lnTo>
                  <a:lnTo>
                    <a:pt x="7943772" y="142544"/>
                  </a:lnTo>
                  <a:lnTo>
                    <a:pt x="7943898" y="142544"/>
                  </a:lnTo>
                  <a:lnTo>
                    <a:pt x="7944024" y="142544"/>
                  </a:lnTo>
                  <a:lnTo>
                    <a:pt x="7944150" y="142544"/>
                  </a:lnTo>
                  <a:lnTo>
                    <a:pt x="7944276" y="142544"/>
                  </a:lnTo>
                  <a:lnTo>
                    <a:pt x="7944402" y="142544"/>
                  </a:lnTo>
                  <a:lnTo>
                    <a:pt x="7944528" y="142544"/>
                  </a:lnTo>
                  <a:lnTo>
                    <a:pt x="7944654" y="142544"/>
                  </a:lnTo>
                  <a:lnTo>
                    <a:pt x="7944780" y="142544"/>
                  </a:lnTo>
                  <a:lnTo>
                    <a:pt x="7944906" y="142544"/>
                  </a:lnTo>
                  <a:lnTo>
                    <a:pt x="7945032" y="142544"/>
                  </a:lnTo>
                  <a:lnTo>
                    <a:pt x="7945159" y="142544"/>
                  </a:lnTo>
                  <a:lnTo>
                    <a:pt x="7945285" y="142544"/>
                  </a:lnTo>
                  <a:lnTo>
                    <a:pt x="7945411" y="142544"/>
                  </a:lnTo>
                  <a:lnTo>
                    <a:pt x="7945537" y="142544"/>
                  </a:lnTo>
                  <a:lnTo>
                    <a:pt x="7945663" y="142544"/>
                  </a:lnTo>
                  <a:lnTo>
                    <a:pt x="7945789" y="142544"/>
                  </a:lnTo>
                  <a:lnTo>
                    <a:pt x="7945915" y="142544"/>
                  </a:lnTo>
                  <a:lnTo>
                    <a:pt x="7946041" y="142544"/>
                  </a:lnTo>
                  <a:lnTo>
                    <a:pt x="7946167" y="142544"/>
                  </a:lnTo>
                  <a:lnTo>
                    <a:pt x="7946293" y="142544"/>
                  </a:lnTo>
                  <a:lnTo>
                    <a:pt x="7946419" y="142544"/>
                  </a:lnTo>
                  <a:lnTo>
                    <a:pt x="7946545" y="142544"/>
                  </a:lnTo>
                  <a:lnTo>
                    <a:pt x="7946672" y="142544"/>
                  </a:lnTo>
                  <a:lnTo>
                    <a:pt x="7946798" y="142544"/>
                  </a:lnTo>
                  <a:lnTo>
                    <a:pt x="7946924" y="142544"/>
                  </a:lnTo>
                  <a:lnTo>
                    <a:pt x="7947050" y="142544"/>
                  </a:lnTo>
                  <a:lnTo>
                    <a:pt x="7947176" y="142544"/>
                  </a:lnTo>
                  <a:lnTo>
                    <a:pt x="7947302" y="142544"/>
                  </a:lnTo>
                  <a:lnTo>
                    <a:pt x="7947428" y="142544"/>
                  </a:lnTo>
                  <a:lnTo>
                    <a:pt x="7947554" y="142544"/>
                  </a:lnTo>
                  <a:lnTo>
                    <a:pt x="7947680" y="142544"/>
                  </a:lnTo>
                  <a:lnTo>
                    <a:pt x="7947806" y="142544"/>
                  </a:lnTo>
                  <a:lnTo>
                    <a:pt x="7947932" y="142544"/>
                  </a:lnTo>
                  <a:lnTo>
                    <a:pt x="7948059" y="142544"/>
                  </a:lnTo>
                  <a:lnTo>
                    <a:pt x="7948185" y="142544"/>
                  </a:lnTo>
                  <a:lnTo>
                    <a:pt x="7948311" y="142544"/>
                  </a:lnTo>
                  <a:lnTo>
                    <a:pt x="7948437" y="142544"/>
                  </a:lnTo>
                  <a:lnTo>
                    <a:pt x="7948563" y="142544"/>
                  </a:lnTo>
                  <a:lnTo>
                    <a:pt x="7948689" y="142544"/>
                  </a:lnTo>
                  <a:lnTo>
                    <a:pt x="7948815" y="142544"/>
                  </a:lnTo>
                  <a:lnTo>
                    <a:pt x="7948941" y="142544"/>
                  </a:lnTo>
                  <a:lnTo>
                    <a:pt x="7949067" y="142544"/>
                  </a:lnTo>
                  <a:lnTo>
                    <a:pt x="7949193" y="142544"/>
                  </a:lnTo>
                  <a:lnTo>
                    <a:pt x="7949319" y="142544"/>
                  </a:lnTo>
                  <a:lnTo>
                    <a:pt x="7949446" y="142544"/>
                  </a:lnTo>
                  <a:lnTo>
                    <a:pt x="7949572" y="142544"/>
                  </a:lnTo>
                  <a:lnTo>
                    <a:pt x="7949698" y="142544"/>
                  </a:lnTo>
                  <a:lnTo>
                    <a:pt x="7949824" y="142544"/>
                  </a:lnTo>
                  <a:lnTo>
                    <a:pt x="7949950" y="142544"/>
                  </a:lnTo>
                  <a:lnTo>
                    <a:pt x="7950076" y="142544"/>
                  </a:lnTo>
                  <a:lnTo>
                    <a:pt x="7950202" y="142544"/>
                  </a:lnTo>
                  <a:lnTo>
                    <a:pt x="7950328" y="142544"/>
                  </a:lnTo>
                  <a:lnTo>
                    <a:pt x="7950454" y="142544"/>
                  </a:lnTo>
                  <a:lnTo>
                    <a:pt x="7950580" y="142544"/>
                  </a:lnTo>
                  <a:lnTo>
                    <a:pt x="7950706" y="142544"/>
                  </a:lnTo>
                  <a:lnTo>
                    <a:pt x="7950832" y="142544"/>
                  </a:lnTo>
                  <a:lnTo>
                    <a:pt x="7950959" y="142544"/>
                  </a:lnTo>
                  <a:lnTo>
                    <a:pt x="7951085" y="142544"/>
                  </a:lnTo>
                  <a:lnTo>
                    <a:pt x="7951211" y="142544"/>
                  </a:lnTo>
                  <a:lnTo>
                    <a:pt x="7951337" y="142544"/>
                  </a:lnTo>
                  <a:lnTo>
                    <a:pt x="7951463" y="142544"/>
                  </a:lnTo>
                  <a:lnTo>
                    <a:pt x="7951589" y="142544"/>
                  </a:lnTo>
                  <a:lnTo>
                    <a:pt x="7951715" y="142544"/>
                  </a:lnTo>
                  <a:lnTo>
                    <a:pt x="7951841" y="142544"/>
                  </a:lnTo>
                  <a:lnTo>
                    <a:pt x="7951967" y="142544"/>
                  </a:lnTo>
                  <a:lnTo>
                    <a:pt x="7952093" y="142544"/>
                  </a:lnTo>
                  <a:lnTo>
                    <a:pt x="7952219" y="142544"/>
                  </a:lnTo>
                  <a:lnTo>
                    <a:pt x="7952346" y="142544"/>
                  </a:lnTo>
                  <a:lnTo>
                    <a:pt x="7952472" y="142544"/>
                  </a:lnTo>
                  <a:lnTo>
                    <a:pt x="7952598" y="142544"/>
                  </a:lnTo>
                  <a:lnTo>
                    <a:pt x="7952724" y="142544"/>
                  </a:lnTo>
                  <a:lnTo>
                    <a:pt x="7952850" y="142544"/>
                  </a:lnTo>
                  <a:lnTo>
                    <a:pt x="7952976" y="142544"/>
                  </a:lnTo>
                  <a:lnTo>
                    <a:pt x="7953102" y="142544"/>
                  </a:lnTo>
                  <a:lnTo>
                    <a:pt x="7953228" y="142544"/>
                  </a:lnTo>
                  <a:lnTo>
                    <a:pt x="7953354" y="142544"/>
                  </a:lnTo>
                  <a:lnTo>
                    <a:pt x="7953480" y="142544"/>
                  </a:lnTo>
                  <a:lnTo>
                    <a:pt x="7953606" y="142544"/>
                  </a:lnTo>
                  <a:lnTo>
                    <a:pt x="7953732" y="142544"/>
                  </a:lnTo>
                  <a:lnTo>
                    <a:pt x="7953859" y="142544"/>
                  </a:lnTo>
                  <a:lnTo>
                    <a:pt x="7953985" y="142544"/>
                  </a:lnTo>
                  <a:lnTo>
                    <a:pt x="7954111" y="142544"/>
                  </a:lnTo>
                  <a:lnTo>
                    <a:pt x="7954237" y="142544"/>
                  </a:lnTo>
                  <a:lnTo>
                    <a:pt x="7954363" y="142544"/>
                  </a:lnTo>
                  <a:lnTo>
                    <a:pt x="7954489" y="142544"/>
                  </a:lnTo>
                  <a:lnTo>
                    <a:pt x="7954615" y="142544"/>
                  </a:lnTo>
                  <a:lnTo>
                    <a:pt x="7954741" y="142544"/>
                  </a:lnTo>
                  <a:lnTo>
                    <a:pt x="7954867" y="142544"/>
                  </a:lnTo>
                  <a:lnTo>
                    <a:pt x="7954993" y="142544"/>
                  </a:lnTo>
                  <a:lnTo>
                    <a:pt x="7955119" y="142544"/>
                  </a:lnTo>
                  <a:lnTo>
                    <a:pt x="7955246" y="142544"/>
                  </a:lnTo>
                  <a:lnTo>
                    <a:pt x="7955372" y="142544"/>
                  </a:lnTo>
                  <a:lnTo>
                    <a:pt x="7955498" y="142544"/>
                  </a:lnTo>
                  <a:lnTo>
                    <a:pt x="7955624" y="142544"/>
                  </a:lnTo>
                  <a:lnTo>
                    <a:pt x="7955750" y="142544"/>
                  </a:lnTo>
                  <a:lnTo>
                    <a:pt x="7955876" y="142544"/>
                  </a:lnTo>
                  <a:lnTo>
                    <a:pt x="7956002" y="142544"/>
                  </a:lnTo>
                  <a:lnTo>
                    <a:pt x="7956128" y="142544"/>
                  </a:lnTo>
                  <a:lnTo>
                    <a:pt x="7956254" y="142544"/>
                  </a:lnTo>
                  <a:lnTo>
                    <a:pt x="7956380" y="142544"/>
                  </a:lnTo>
                  <a:lnTo>
                    <a:pt x="7956506" y="142544"/>
                  </a:lnTo>
                  <a:lnTo>
                    <a:pt x="7956632" y="142544"/>
                  </a:lnTo>
                  <a:lnTo>
                    <a:pt x="7956759" y="142544"/>
                  </a:lnTo>
                  <a:lnTo>
                    <a:pt x="7956885" y="142544"/>
                  </a:lnTo>
                  <a:lnTo>
                    <a:pt x="7957011" y="142544"/>
                  </a:lnTo>
                  <a:lnTo>
                    <a:pt x="7957137" y="142544"/>
                  </a:lnTo>
                  <a:lnTo>
                    <a:pt x="7957263" y="142544"/>
                  </a:lnTo>
                  <a:lnTo>
                    <a:pt x="7957389" y="142544"/>
                  </a:lnTo>
                  <a:lnTo>
                    <a:pt x="7957515" y="142544"/>
                  </a:lnTo>
                  <a:lnTo>
                    <a:pt x="7957641" y="142544"/>
                  </a:lnTo>
                  <a:lnTo>
                    <a:pt x="7957767" y="142544"/>
                  </a:lnTo>
                  <a:lnTo>
                    <a:pt x="7957893" y="142544"/>
                  </a:lnTo>
                  <a:lnTo>
                    <a:pt x="7958019" y="142544"/>
                  </a:lnTo>
                  <a:lnTo>
                    <a:pt x="7958146" y="142544"/>
                  </a:lnTo>
                  <a:lnTo>
                    <a:pt x="7958272" y="142544"/>
                  </a:lnTo>
                  <a:lnTo>
                    <a:pt x="7958398" y="142544"/>
                  </a:lnTo>
                  <a:lnTo>
                    <a:pt x="7958524" y="142544"/>
                  </a:lnTo>
                  <a:lnTo>
                    <a:pt x="7958650" y="142544"/>
                  </a:lnTo>
                  <a:lnTo>
                    <a:pt x="7958776" y="142544"/>
                  </a:lnTo>
                  <a:lnTo>
                    <a:pt x="7958902" y="142544"/>
                  </a:lnTo>
                  <a:lnTo>
                    <a:pt x="7959028" y="142544"/>
                  </a:lnTo>
                  <a:lnTo>
                    <a:pt x="7959154" y="142544"/>
                  </a:lnTo>
                  <a:lnTo>
                    <a:pt x="7959280" y="142544"/>
                  </a:lnTo>
                  <a:lnTo>
                    <a:pt x="7959406" y="142544"/>
                  </a:lnTo>
                  <a:lnTo>
                    <a:pt x="7959533" y="142544"/>
                  </a:lnTo>
                  <a:lnTo>
                    <a:pt x="7959659" y="142544"/>
                  </a:lnTo>
                  <a:lnTo>
                    <a:pt x="7959785" y="142544"/>
                  </a:lnTo>
                  <a:lnTo>
                    <a:pt x="7959911" y="142544"/>
                  </a:lnTo>
                  <a:lnTo>
                    <a:pt x="7960037" y="142544"/>
                  </a:lnTo>
                  <a:lnTo>
                    <a:pt x="7960163" y="142544"/>
                  </a:lnTo>
                  <a:lnTo>
                    <a:pt x="7960289" y="142544"/>
                  </a:lnTo>
                  <a:lnTo>
                    <a:pt x="7960415" y="142544"/>
                  </a:lnTo>
                  <a:lnTo>
                    <a:pt x="7960541" y="142544"/>
                  </a:lnTo>
                  <a:lnTo>
                    <a:pt x="7960667" y="142544"/>
                  </a:lnTo>
                  <a:lnTo>
                    <a:pt x="7960793" y="142544"/>
                  </a:lnTo>
                  <a:lnTo>
                    <a:pt x="7960919" y="142544"/>
                  </a:lnTo>
                  <a:lnTo>
                    <a:pt x="7961046" y="142544"/>
                  </a:lnTo>
                  <a:lnTo>
                    <a:pt x="7961172" y="142544"/>
                  </a:lnTo>
                  <a:lnTo>
                    <a:pt x="7961298" y="142544"/>
                  </a:lnTo>
                  <a:lnTo>
                    <a:pt x="7961424" y="142544"/>
                  </a:lnTo>
                  <a:lnTo>
                    <a:pt x="7961550" y="142544"/>
                  </a:lnTo>
                  <a:lnTo>
                    <a:pt x="7961676" y="142544"/>
                  </a:lnTo>
                  <a:lnTo>
                    <a:pt x="7961802" y="142544"/>
                  </a:lnTo>
                  <a:lnTo>
                    <a:pt x="7961928" y="142544"/>
                  </a:lnTo>
                  <a:lnTo>
                    <a:pt x="7962054" y="142544"/>
                  </a:lnTo>
                  <a:lnTo>
                    <a:pt x="7962180" y="142544"/>
                  </a:lnTo>
                  <a:lnTo>
                    <a:pt x="7962306" y="142544"/>
                  </a:lnTo>
                  <a:lnTo>
                    <a:pt x="7962433" y="142544"/>
                  </a:lnTo>
                  <a:lnTo>
                    <a:pt x="7962559" y="142544"/>
                  </a:lnTo>
                  <a:lnTo>
                    <a:pt x="7962685" y="142544"/>
                  </a:lnTo>
                  <a:lnTo>
                    <a:pt x="7962811" y="142544"/>
                  </a:lnTo>
                  <a:lnTo>
                    <a:pt x="7962937" y="142544"/>
                  </a:lnTo>
                  <a:lnTo>
                    <a:pt x="7963063" y="142544"/>
                  </a:lnTo>
                  <a:lnTo>
                    <a:pt x="7963189" y="142544"/>
                  </a:lnTo>
                  <a:lnTo>
                    <a:pt x="7963315" y="142544"/>
                  </a:lnTo>
                  <a:lnTo>
                    <a:pt x="7963441" y="142544"/>
                  </a:lnTo>
                  <a:lnTo>
                    <a:pt x="7963567" y="142544"/>
                  </a:lnTo>
                  <a:lnTo>
                    <a:pt x="7963693" y="142544"/>
                  </a:lnTo>
                  <a:lnTo>
                    <a:pt x="7963819" y="142544"/>
                  </a:lnTo>
                  <a:lnTo>
                    <a:pt x="7963946" y="142544"/>
                  </a:lnTo>
                  <a:lnTo>
                    <a:pt x="7964072" y="142544"/>
                  </a:lnTo>
                  <a:lnTo>
                    <a:pt x="7964198" y="142544"/>
                  </a:lnTo>
                  <a:lnTo>
                    <a:pt x="7964324" y="142544"/>
                  </a:lnTo>
                  <a:lnTo>
                    <a:pt x="7964450" y="142544"/>
                  </a:lnTo>
                  <a:lnTo>
                    <a:pt x="7964576" y="142544"/>
                  </a:lnTo>
                  <a:lnTo>
                    <a:pt x="7964702" y="142544"/>
                  </a:lnTo>
                  <a:lnTo>
                    <a:pt x="7964828" y="142544"/>
                  </a:lnTo>
                  <a:lnTo>
                    <a:pt x="7964954" y="142544"/>
                  </a:lnTo>
                  <a:lnTo>
                    <a:pt x="7965080" y="142544"/>
                  </a:lnTo>
                  <a:lnTo>
                    <a:pt x="7965206" y="142544"/>
                  </a:lnTo>
                  <a:lnTo>
                    <a:pt x="7965333" y="142544"/>
                  </a:lnTo>
                  <a:lnTo>
                    <a:pt x="7965459" y="142544"/>
                  </a:lnTo>
                  <a:lnTo>
                    <a:pt x="7965585" y="142544"/>
                  </a:lnTo>
                  <a:lnTo>
                    <a:pt x="7965711" y="142544"/>
                  </a:lnTo>
                  <a:lnTo>
                    <a:pt x="7965837" y="142544"/>
                  </a:lnTo>
                  <a:lnTo>
                    <a:pt x="7965963" y="142544"/>
                  </a:lnTo>
                  <a:lnTo>
                    <a:pt x="7966089" y="142544"/>
                  </a:lnTo>
                  <a:lnTo>
                    <a:pt x="7966215" y="142544"/>
                  </a:lnTo>
                  <a:lnTo>
                    <a:pt x="7966341" y="142544"/>
                  </a:lnTo>
                  <a:lnTo>
                    <a:pt x="7966467" y="142544"/>
                  </a:lnTo>
                  <a:lnTo>
                    <a:pt x="7966593" y="142544"/>
                  </a:lnTo>
                  <a:lnTo>
                    <a:pt x="7966720" y="142544"/>
                  </a:lnTo>
                  <a:lnTo>
                    <a:pt x="7966846" y="142544"/>
                  </a:lnTo>
                  <a:lnTo>
                    <a:pt x="7966972" y="142544"/>
                  </a:lnTo>
                  <a:lnTo>
                    <a:pt x="7967098" y="142544"/>
                  </a:lnTo>
                  <a:lnTo>
                    <a:pt x="7967224" y="142544"/>
                  </a:lnTo>
                  <a:lnTo>
                    <a:pt x="7967350" y="142544"/>
                  </a:lnTo>
                  <a:lnTo>
                    <a:pt x="7967476" y="142544"/>
                  </a:lnTo>
                  <a:lnTo>
                    <a:pt x="7967602" y="142544"/>
                  </a:lnTo>
                  <a:lnTo>
                    <a:pt x="7967728" y="142544"/>
                  </a:lnTo>
                  <a:lnTo>
                    <a:pt x="7967854" y="142544"/>
                  </a:lnTo>
                  <a:lnTo>
                    <a:pt x="7967980" y="142544"/>
                  </a:lnTo>
                  <a:lnTo>
                    <a:pt x="7968106" y="142544"/>
                  </a:lnTo>
                  <a:lnTo>
                    <a:pt x="7968233" y="142544"/>
                  </a:lnTo>
                  <a:lnTo>
                    <a:pt x="7968359" y="142544"/>
                  </a:lnTo>
                  <a:lnTo>
                    <a:pt x="7968485" y="142544"/>
                  </a:lnTo>
                  <a:lnTo>
                    <a:pt x="7968611" y="142544"/>
                  </a:lnTo>
                  <a:lnTo>
                    <a:pt x="7968737" y="142544"/>
                  </a:lnTo>
                  <a:lnTo>
                    <a:pt x="7968863" y="142544"/>
                  </a:lnTo>
                  <a:lnTo>
                    <a:pt x="7968989" y="142544"/>
                  </a:lnTo>
                  <a:lnTo>
                    <a:pt x="7969115" y="142544"/>
                  </a:lnTo>
                  <a:lnTo>
                    <a:pt x="7969241" y="142544"/>
                  </a:lnTo>
                  <a:lnTo>
                    <a:pt x="7969367" y="142544"/>
                  </a:lnTo>
                  <a:lnTo>
                    <a:pt x="7969493" y="142544"/>
                  </a:lnTo>
                  <a:lnTo>
                    <a:pt x="7969620" y="142544"/>
                  </a:lnTo>
                  <a:lnTo>
                    <a:pt x="7969746" y="142544"/>
                  </a:lnTo>
                  <a:lnTo>
                    <a:pt x="7969872" y="142544"/>
                  </a:lnTo>
                  <a:lnTo>
                    <a:pt x="7969998" y="142544"/>
                  </a:lnTo>
                  <a:lnTo>
                    <a:pt x="7970124" y="142544"/>
                  </a:lnTo>
                  <a:lnTo>
                    <a:pt x="7970250" y="142544"/>
                  </a:lnTo>
                  <a:lnTo>
                    <a:pt x="7970376" y="142544"/>
                  </a:lnTo>
                  <a:lnTo>
                    <a:pt x="7970502" y="142544"/>
                  </a:lnTo>
                  <a:lnTo>
                    <a:pt x="7970628" y="142544"/>
                  </a:lnTo>
                  <a:lnTo>
                    <a:pt x="7970754" y="142544"/>
                  </a:lnTo>
                  <a:lnTo>
                    <a:pt x="7970880" y="142544"/>
                  </a:lnTo>
                  <a:lnTo>
                    <a:pt x="7971006" y="142544"/>
                  </a:lnTo>
                  <a:lnTo>
                    <a:pt x="7971133" y="142544"/>
                  </a:lnTo>
                  <a:lnTo>
                    <a:pt x="7971259" y="142544"/>
                  </a:lnTo>
                  <a:lnTo>
                    <a:pt x="7971385" y="142544"/>
                  </a:lnTo>
                  <a:lnTo>
                    <a:pt x="7971511" y="142544"/>
                  </a:lnTo>
                  <a:lnTo>
                    <a:pt x="7971637" y="142544"/>
                  </a:lnTo>
                  <a:lnTo>
                    <a:pt x="7971763" y="142544"/>
                  </a:lnTo>
                  <a:lnTo>
                    <a:pt x="7971889" y="142544"/>
                  </a:lnTo>
                  <a:lnTo>
                    <a:pt x="7972015" y="142544"/>
                  </a:lnTo>
                  <a:lnTo>
                    <a:pt x="7972141" y="142544"/>
                  </a:lnTo>
                  <a:lnTo>
                    <a:pt x="7972267" y="142544"/>
                  </a:lnTo>
                  <a:lnTo>
                    <a:pt x="7972393" y="142544"/>
                  </a:lnTo>
                  <a:lnTo>
                    <a:pt x="7972393" y="137264"/>
                  </a:lnTo>
                  <a:lnTo>
                    <a:pt x="7972520" y="137264"/>
                  </a:lnTo>
                  <a:lnTo>
                    <a:pt x="7972646" y="137264"/>
                  </a:lnTo>
                  <a:lnTo>
                    <a:pt x="7972772" y="137264"/>
                  </a:lnTo>
                  <a:lnTo>
                    <a:pt x="7972898" y="137264"/>
                  </a:lnTo>
                  <a:lnTo>
                    <a:pt x="7973024" y="137264"/>
                  </a:lnTo>
                  <a:lnTo>
                    <a:pt x="7973150" y="137264"/>
                  </a:lnTo>
                  <a:lnTo>
                    <a:pt x="7973276" y="137264"/>
                  </a:lnTo>
                  <a:lnTo>
                    <a:pt x="7973402" y="137264"/>
                  </a:lnTo>
                  <a:lnTo>
                    <a:pt x="7973528" y="137264"/>
                  </a:lnTo>
                  <a:lnTo>
                    <a:pt x="7973654" y="137264"/>
                  </a:lnTo>
                  <a:lnTo>
                    <a:pt x="7973780" y="137264"/>
                  </a:lnTo>
                  <a:lnTo>
                    <a:pt x="7973907" y="137264"/>
                  </a:lnTo>
                  <a:lnTo>
                    <a:pt x="7974033" y="137264"/>
                  </a:lnTo>
                  <a:lnTo>
                    <a:pt x="7974159" y="137264"/>
                  </a:lnTo>
                  <a:lnTo>
                    <a:pt x="7974285" y="137264"/>
                  </a:lnTo>
                  <a:lnTo>
                    <a:pt x="7974411" y="137264"/>
                  </a:lnTo>
                  <a:lnTo>
                    <a:pt x="7974537" y="137264"/>
                  </a:lnTo>
                  <a:lnTo>
                    <a:pt x="7974663" y="137264"/>
                  </a:lnTo>
                  <a:lnTo>
                    <a:pt x="7974789" y="137264"/>
                  </a:lnTo>
                  <a:lnTo>
                    <a:pt x="7974915" y="137264"/>
                  </a:lnTo>
                  <a:lnTo>
                    <a:pt x="7975041" y="137264"/>
                  </a:lnTo>
                  <a:lnTo>
                    <a:pt x="7975167" y="137264"/>
                  </a:lnTo>
                  <a:lnTo>
                    <a:pt x="7975293" y="137264"/>
                  </a:lnTo>
                  <a:lnTo>
                    <a:pt x="7975420" y="137264"/>
                  </a:lnTo>
                  <a:lnTo>
                    <a:pt x="7975546" y="137264"/>
                  </a:lnTo>
                  <a:lnTo>
                    <a:pt x="7975672" y="137264"/>
                  </a:lnTo>
                  <a:lnTo>
                    <a:pt x="7975798" y="137264"/>
                  </a:lnTo>
                  <a:lnTo>
                    <a:pt x="7975924" y="137264"/>
                  </a:lnTo>
                  <a:lnTo>
                    <a:pt x="7976050" y="137264"/>
                  </a:lnTo>
                  <a:lnTo>
                    <a:pt x="7976176" y="137264"/>
                  </a:lnTo>
                  <a:lnTo>
                    <a:pt x="7976302" y="137264"/>
                  </a:lnTo>
                  <a:lnTo>
                    <a:pt x="7976428" y="137264"/>
                  </a:lnTo>
                  <a:lnTo>
                    <a:pt x="7976554" y="137264"/>
                  </a:lnTo>
                  <a:lnTo>
                    <a:pt x="7976680" y="137264"/>
                  </a:lnTo>
                  <a:lnTo>
                    <a:pt x="7976807" y="137264"/>
                  </a:lnTo>
                  <a:lnTo>
                    <a:pt x="7976933" y="137264"/>
                  </a:lnTo>
                  <a:lnTo>
                    <a:pt x="7977059" y="137264"/>
                  </a:lnTo>
                  <a:lnTo>
                    <a:pt x="7977185" y="137264"/>
                  </a:lnTo>
                  <a:lnTo>
                    <a:pt x="7977311" y="137264"/>
                  </a:lnTo>
                  <a:lnTo>
                    <a:pt x="7977437" y="137264"/>
                  </a:lnTo>
                  <a:lnTo>
                    <a:pt x="7977563" y="137264"/>
                  </a:lnTo>
                  <a:lnTo>
                    <a:pt x="7977689" y="137264"/>
                  </a:lnTo>
                  <a:lnTo>
                    <a:pt x="7977815" y="137264"/>
                  </a:lnTo>
                  <a:lnTo>
                    <a:pt x="7977941" y="137264"/>
                  </a:lnTo>
                  <a:lnTo>
                    <a:pt x="7978067" y="137264"/>
                  </a:lnTo>
                  <a:lnTo>
                    <a:pt x="7978193" y="137264"/>
                  </a:lnTo>
                  <a:lnTo>
                    <a:pt x="7978320" y="137264"/>
                  </a:lnTo>
                  <a:lnTo>
                    <a:pt x="7978446" y="137264"/>
                  </a:lnTo>
                  <a:lnTo>
                    <a:pt x="7978572" y="137264"/>
                  </a:lnTo>
                  <a:lnTo>
                    <a:pt x="7978698" y="137264"/>
                  </a:lnTo>
                  <a:lnTo>
                    <a:pt x="7978824" y="137264"/>
                  </a:lnTo>
                  <a:lnTo>
                    <a:pt x="7978950" y="137264"/>
                  </a:lnTo>
                  <a:lnTo>
                    <a:pt x="7979076" y="137264"/>
                  </a:lnTo>
                  <a:lnTo>
                    <a:pt x="7979202" y="137264"/>
                  </a:lnTo>
                  <a:lnTo>
                    <a:pt x="7979328" y="137264"/>
                  </a:lnTo>
                  <a:lnTo>
                    <a:pt x="7979454" y="137264"/>
                  </a:lnTo>
                  <a:lnTo>
                    <a:pt x="7979580" y="137264"/>
                  </a:lnTo>
                  <a:lnTo>
                    <a:pt x="7979707" y="137264"/>
                  </a:lnTo>
                  <a:lnTo>
                    <a:pt x="7979833" y="137264"/>
                  </a:lnTo>
                  <a:lnTo>
                    <a:pt x="7979959" y="137264"/>
                  </a:lnTo>
                  <a:lnTo>
                    <a:pt x="7980085" y="137264"/>
                  </a:lnTo>
                  <a:lnTo>
                    <a:pt x="7980211" y="137264"/>
                  </a:lnTo>
                  <a:lnTo>
                    <a:pt x="7980337" y="137264"/>
                  </a:lnTo>
                  <a:lnTo>
                    <a:pt x="7980463" y="137264"/>
                  </a:lnTo>
                  <a:lnTo>
                    <a:pt x="7980589" y="137264"/>
                  </a:lnTo>
                  <a:lnTo>
                    <a:pt x="7980715" y="137264"/>
                  </a:lnTo>
                  <a:lnTo>
                    <a:pt x="7980841" y="137264"/>
                  </a:lnTo>
                  <a:lnTo>
                    <a:pt x="7980967" y="137264"/>
                  </a:lnTo>
                  <a:lnTo>
                    <a:pt x="7981093" y="137264"/>
                  </a:lnTo>
                  <a:lnTo>
                    <a:pt x="7981220" y="137264"/>
                  </a:lnTo>
                  <a:lnTo>
                    <a:pt x="7981346" y="137264"/>
                  </a:lnTo>
                  <a:lnTo>
                    <a:pt x="7981472" y="137264"/>
                  </a:lnTo>
                  <a:lnTo>
                    <a:pt x="7981598" y="137264"/>
                  </a:lnTo>
                  <a:lnTo>
                    <a:pt x="7981724" y="137264"/>
                  </a:lnTo>
                  <a:lnTo>
                    <a:pt x="7981850" y="137264"/>
                  </a:lnTo>
                  <a:lnTo>
                    <a:pt x="7981976" y="137264"/>
                  </a:lnTo>
                  <a:lnTo>
                    <a:pt x="7982102" y="137264"/>
                  </a:lnTo>
                  <a:lnTo>
                    <a:pt x="7982228" y="137264"/>
                  </a:lnTo>
                  <a:lnTo>
                    <a:pt x="7982354" y="137264"/>
                  </a:lnTo>
                  <a:lnTo>
                    <a:pt x="7982480" y="137264"/>
                  </a:lnTo>
                  <a:lnTo>
                    <a:pt x="7982607" y="137264"/>
                  </a:lnTo>
                  <a:lnTo>
                    <a:pt x="7982733" y="137264"/>
                  </a:lnTo>
                  <a:lnTo>
                    <a:pt x="7982859" y="137264"/>
                  </a:lnTo>
                  <a:lnTo>
                    <a:pt x="7982985" y="137264"/>
                  </a:lnTo>
                  <a:lnTo>
                    <a:pt x="7983111" y="137264"/>
                  </a:lnTo>
                  <a:lnTo>
                    <a:pt x="7983237" y="137264"/>
                  </a:lnTo>
                  <a:lnTo>
                    <a:pt x="7983363" y="137264"/>
                  </a:lnTo>
                  <a:lnTo>
                    <a:pt x="7983489" y="137264"/>
                  </a:lnTo>
                  <a:lnTo>
                    <a:pt x="7983615" y="137264"/>
                  </a:lnTo>
                  <a:lnTo>
                    <a:pt x="7983741" y="137264"/>
                  </a:lnTo>
                  <a:lnTo>
                    <a:pt x="7983867" y="137264"/>
                  </a:lnTo>
                  <a:lnTo>
                    <a:pt x="7983994" y="137264"/>
                  </a:lnTo>
                  <a:lnTo>
                    <a:pt x="7984120" y="137264"/>
                  </a:lnTo>
                  <a:lnTo>
                    <a:pt x="7984246" y="137264"/>
                  </a:lnTo>
                  <a:lnTo>
                    <a:pt x="7984372" y="137264"/>
                  </a:lnTo>
                  <a:lnTo>
                    <a:pt x="7984498" y="137264"/>
                  </a:lnTo>
                  <a:lnTo>
                    <a:pt x="7984624" y="137264"/>
                  </a:lnTo>
                  <a:lnTo>
                    <a:pt x="7984750" y="137264"/>
                  </a:lnTo>
                  <a:lnTo>
                    <a:pt x="7984876" y="137264"/>
                  </a:lnTo>
                  <a:lnTo>
                    <a:pt x="7985002" y="137264"/>
                  </a:lnTo>
                  <a:lnTo>
                    <a:pt x="7985128" y="137264"/>
                  </a:lnTo>
                  <a:lnTo>
                    <a:pt x="7985254" y="137264"/>
                  </a:lnTo>
                  <a:lnTo>
                    <a:pt x="7985380" y="137264"/>
                  </a:lnTo>
                  <a:lnTo>
                    <a:pt x="7985507" y="137264"/>
                  </a:lnTo>
                  <a:lnTo>
                    <a:pt x="7985633" y="137264"/>
                  </a:lnTo>
                  <a:lnTo>
                    <a:pt x="7985759" y="137264"/>
                  </a:lnTo>
                  <a:lnTo>
                    <a:pt x="7985885" y="137264"/>
                  </a:lnTo>
                  <a:lnTo>
                    <a:pt x="7986011" y="137264"/>
                  </a:lnTo>
                  <a:lnTo>
                    <a:pt x="7986137" y="137264"/>
                  </a:lnTo>
                  <a:lnTo>
                    <a:pt x="7986263" y="137264"/>
                  </a:lnTo>
                  <a:lnTo>
                    <a:pt x="7986389" y="137264"/>
                  </a:lnTo>
                  <a:lnTo>
                    <a:pt x="7986515" y="137264"/>
                  </a:lnTo>
                  <a:lnTo>
                    <a:pt x="7986641" y="137264"/>
                  </a:lnTo>
                  <a:lnTo>
                    <a:pt x="7986767" y="137264"/>
                  </a:lnTo>
                  <a:lnTo>
                    <a:pt x="7986894" y="137264"/>
                  </a:lnTo>
                  <a:lnTo>
                    <a:pt x="7987020" y="137264"/>
                  </a:lnTo>
                  <a:lnTo>
                    <a:pt x="7987146" y="137264"/>
                  </a:lnTo>
                  <a:lnTo>
                    <a:pt x="7987272" y="137264"/>
                  </a:lnTo>
                  <a:lnTo>
                    <a:pt x="7987398" y="137264"/>
                  </a:lnTo>
                  <a:lnTo>
                    <a:pt x="7987524" y="137264"/>
                  </a:lnTo>
                  <a:lnTo>
                    <a:pt x="7987650" y="137264"/>
                  </a:lnTo>
                  <a:lnTo>
                    <a:pt x="7987776" y="137264"/>
                  </a:lnTo>
                  <a:lnTo>
                    <a:pt x="7987902" y="137264"/>
                  </a:lnTo>
                  <a:lnTo>
                    <a:pt x="7988028" y="137264"/>
                  </a:lnTo>
                  <a:lnTo>
                    <a:pt x="7988154" y="137264"/>
                  </a:lnTo>
                  <a:lnTo>
                    <a:pt x="7988280" y="137264"/>
                  </a:lnTo>
                  <a:lnTo>
                    <a:pt x="7988407" y="137264"/>
                  </a:lnTo>
                  <a:lnTo>
                    <a:pt x="7988533" y="137264"/>
                  </a:lnTo>
                  <a:lnTo>
                    <a:pt x="7988659" y="137264"/>
                  </a:lnTo>
                  <a:lnTo>
                    <a:pt x="7988785" y="137264"/>
                  </a:lnTo>
                  <a:lnTo>
                    <a:pt x="7988911" y="137264"/>
                  </a:lnTo>
                  <a:lnTo>
                    <a:pt x="7989037" y="137264"/>
                  </a:lnTo>
                  <a:lnTo>
                    <a:pt x="7989163" y="137264"/>
                  </a:lnTo>
                  <a:lnTo>
                    <a:pt x="7989289" y="137264"/>
                  </a:lnTo>
                  <a:lnTo>
                    <a:pt x="7989415" y="137264"/>
                  </a:lnTo>
                  <a:lnTo>
                    <a:pt x="7989541" y="137264"/>
                  </a:lnTo>
                  <a:lnTo>
                    <a:pt x="7989667" y="137264"/>
                  </a:lnTo>
                  <a:lnTo>
                    <a:pt x="7989794" y="137264"/>
                  </a:lnTo>
                  <a:lnTo>
                    <a:pt x="7989920" y="137264"/>
                  </a:lnTo>
                  <a:lnTo>
                    <a:pt x="7990046" y="137264"/>
                  </a:lnTo>
                  <a:lnTo>
                    <a:pt x="7990172" y="137264"/>
                  </a:lnTo>
                  <a:lnTo>
                    <a:pt x="7990298" y="137264"/>
                  </a:lnTo>
                  <a:lnTo>
                    <a:pt x="7990424" y="137264"/>
                  </a:lnTo>
                  <a:lnTo>
                    <a:pt x="7990550" y="137264"/>
                  </a:lnTo>
                  <a:lnTo>
                    <a:pt x="7990676" y="137264"/>
                  </a:lnTo>
                  <a:lnTo>
                    <a:pt x="7990802" y="137264"/>
                  </a:lnTo>
                  <a:lnTo>
                    <a:pt x="7990928" y="137264"/>
                  </a:lnTo>
                  <a:lnTo>
                    <a:pt x="7991054" y="137264"/>
                  </a:lnTo>
                  <a:lnTo>
                    <a:pt x="7991181" y="137264"/>
                  </a:lnTo>
                  <a:lnTo>
                    <a:pt x="7991307" y="137264"/>
                  </a:lnTo>
                  <a:lnTo>
                    <a:pt x="7991433" y="137264"/>
                  </a:lnTo>
                  <a:lnTo>
                    <a:pt x="7991559" y="137264"/>
                  </a:lnTo>
                  <a:lnTo>
                    <a:pt x="7991685" y="137264"/>
                  </a:lnTo>
                  <a:lnTo>
                    <a:pt x="7991811" y="137264"/>
                  </a:lnTo>
                  <a:lnTo>
                    <a:pt x="7991937" y="137264"/>
                  </a:lnTo>
                  <a:lnTo>
                    <a:pt x="7992063" y="137264"/>
                  </a:lnTo>
                  <a:lnTo>
                    <a:pt x="7992189" y="137264"/>
                  </a:lnTo>
                  <a:lnTo>
                    <a:pt x="7992315" y="137264"/>
                  </a:lnTo>
                  <a:lnTo>
                    <a:pt x="7992441" y="137264"/>
                  </a:lnTo>
                  <a:lnTo>
                    <a:pt x="7992567" y="137264"/>
                  </a:lnTo>
                  <a:lnTo>
                    <a:pt x="7992694" y="137264"/>
                  </a:lnTo>
                  <a:lnTo>
                    <a:pt x="7992820" y="137264"/>
                  </a:lnTo>
                  <a:lnTo>
                    <a:pt x="7992946" y="137264"/>
                  </a:lnTo>
                  <a:lnTo>
                    <a:pt x="7993072" y="137264"/>
                  </a:lnTo>
                  <a:lnTo>
                    <a:pt x="7993198" y="137264"/>
                  </a:lnTo>
                  <a:lnTo>
                    <a:pt x="7993324" y="137264"/>
                  </a:lnTo>
                  <a:lnTo>
                    <a:pt x="7993450" y="137264"/>
                  </a:lnTo>
                  <a:lnTo>
                    <a:pt x="7993576" y="137264"/>
                  </a:lnTo>
                  <a:lnTo>
                    <a:pt x="7993702" y="137264"/>
                  </a:lnTo>
                  <a:lnTo>
                    <a:pt x="7993828" y="137264"/>
                  </a:lnTo>
                  <a:lnTo>
                    <a:pt x="7993954" y="137264"/>
                  </a:lnTo>
                  <a:lnTo>
                    <a:pt x="7994081" y="137264"/>
                  </a:lnTo>
                  <a:lnTo>
                    <a:pt x="7994207" y="137264"/>
                  </a:lnTo>
                  <a:lnTo>
                    <a:pt x="7994333" y="137264"/>
                  </a:lnTo>
                  <a:lnTo>
                    <a:pt x="7994459" y="137264"/>
                  </a:lnTo>
                  <a:lnTo>
                    <a:pt x="7994585" y="137264"/>
                  </a:lnTo>
                  <a:lnTo>
                    <a:pt x="7994711" y="137264"/>
                  </a:lnTo>
                  <a:lnTo>
                    <a:pt x="7994837" y="137264"/>
                  </a:lnTo>
                  <a:lnTo>
                    <a:pt x="7994963" y="137264"/>
                  </a:lnTo>
                  <a:lnTo>
                    <a:pt x="7995089" y="137264"/>
                  </a:lnTo>
                  <a:lnTo>
                    <a:pt x="7995215" y="137264"/>
                  </a:lnTo>
                  <a:lnTo>
                    <a:pt x="7995341" y="137264"/>
                  </a:lnTo>
                  <a:lnTo>
                    <a:pt x="7995467" y="137264"/>
                  </a:lnTo>
                  <a:lnTo>
                    <a:pt x="7995594" y="137264"/>
                  </a:lnTo>
                  <a:lnTo>
                    <a:pt x="7995720" y="137264"/>
                  </a:lnTo>
                  <a:lnTo>
                    <a:pt x="7995846" y="137264"/>
                  </a:lnTo>
                  <a:lnTo>
                    <a:pt x="7995972" y="137264"/>
                  </a:lnTo>
                  <a:lnTo>
                    <a:pt x="7996098" y="137264"/>
                  </a:lnTo>
                  <a:lnTo>
                    <a:pt x="7996224" y="137264"/>
                  </a:lnTo>
                  <a:lnTo>
                    <a:pt x="7996350" y="137264"/>
                  </a:lnTo>
                  <a:lnTo>
                    <a:pt x="7996476" y="137264"/>
                  </a:lnTo>
                  <a:lnTo>
                    <a:pt x="7996602" y="137264"/>
                  </a:lnTo>
                  <a:lnTo>
                    <a:pt x="7996728" y="137264"/>
                  </a:lnTo>
                  <a:lnTo>
                    <a:pt x="7996854" y="137264"/>
                  </a:lnTo>
                  <a:lnTo>
                    <a:pt x="7996981" y="137264"/>
                  </a:lnTo>
                  <a:lnTo>
                    <a:pt x="7997107" y="137264"/>
                  </a:lnTo>
                  <a:lnTo>
                    <a:pt x="7997233" y="137264"/>
                  </a:lnTo>
                  <a:lnTo>
                    <a:pt x="7997359" y="137264"/>
                  </a:lnTo>
                  <a:lnTo>
                    <a:pt x="7997485" y="137264"/>
                  </a:lnTo>
                  <a:lnTo>
                    <a:pt x="7997611" y="137264"/>
                  </a:lnTo>
                  <a:lnTo>
                    <a:pt x="7997737" y="137264"/>
                  </a:lnTo>
                  <a:lnTo>
                    <a:pt x="7997863" y="137264"/>
                  </a:lnTo>
                  <a:lnTo>
                    <a:pt x="7997989" y="137264"/>
                  </a:lnTo>
                  <a:lnTo>
                    <a:pt x="7998115" y="137264"/>
                  </a:lnTo>
                  <a:lnTo>
                    <a:pt x="7998241" y="137264"/>
                  </a:lnTo>
                  <a:lnTo>
                    <a:pt x="7998367" y="137264"/>
                  </a:lnTo>
                  <a:lnTo>
                    <a:pt x="7998494" y="137264"/>
                  </a:lnTo>
                  <a:lnTo>
                    <a:pt x="7998620" y="137264"/>
                  </a:lnTo>
                  <a:lnTo>
                    <a:pt x="7998746" y="137264"/>
                  </a:lnTo>
                  <a:lnTo>
                    <a:pt x="7998872" y="137264"/>
                  </a:lnTo>
                  <a:lnTo>
                    <a:pt x="7998998" y="137264"/>
                  </a:lnTo>
                  <a:lnTo>
                    <a:pt x="7999124" y="137264"/>
                  </a:lnTo>
                  <a:lnTo>
                    <a:pt x="7999250" y="137264"/>
                  </a:lnTo>
                  <a:lnTo>
                    <a:pt x="7999376" y="137264"/>
                  </a:lnTo>
                  <a:lnTo>
                    <a:pt x="7999502" y="137264"/>
                  </a:lnTo>
                  <a:lnTo>
                    <a:pt x="7999628" y="137264"/>
                  </a:lnTo>
                  <a:lnTo>
                    <a:pt x="7999754" y="137264"/>
                  </a:lnTo>
                  <a:lnTo>
                    <a:pt x="7999881" y="137264"/>
                  </a:lnTo>
                  <a:lnTo>
                    <a:pt x="8000007" y="137264"/>
                  </a:lnTo>
                  <a:lnTo>
                    <a:pt x="8000133" y="137264"/>
                  </a:lnTo>
                  <a:lnTo>
                    <a:pt x="8000259" y="137264"/>
                  </a:lnTo>
                  <a:lnTo>
                    <a:pt x="8000385" y="137264"/>
                  </a:lnTo>
                  <a:lnTo>
                    <a:pt x="8000511" y="137264"/>
                  </a:lnTo>
                  <a:lnTo>
                    <a:pt x="8000637" y="137264"/>
                  </a:lnTo>
                  <a:lnTo>
                    <a:pt x="8000763" y="137264"/>
                  </a:lnTo>
                  <a:lnTo>
                    <a:pt x="8000889" y="137264"/>
                  </a:lnTo>
                  <a:lnTo>
                    <a:pt x="8001015" y="137264"/>
                  </a:lnTo>
                  <a:lnTo>
                    <a:pt x="8001141" y="137264"/>
                  </a:lnTo>
                  <a:lnTo>
                    <a:pt x="8001268" y="137264"/>
                  </a:lnTo>
                  <a:lnTo>
                    <a:pt x="8001394" y="137264"/>
                  </a:lnTo>
                  <a:lnTo>
                    <a:pt x="8001520" y="137264"/>
                  </a:lnTo>
                  <a:lnTo>
                    <a:pt x="8001646" y="137264"/>
                  </a:lnTo>
                  <a:lnTo>
                    <a:pt x="8001772" y="137264"/>
                  </a:lnTo>
                  <a:lnTo>
                    <a:pt x="8001898" y="137264"/>
                  </a:lnTo>
                  <a:lnTo>
                    <a:pt x="8002024" y="137264"/>
                  </a:lnTo>
                  <a:lnTo>
                    <a:pt x="8002150" y="137264"/>
                  </a:lnTo>
                  <a:lnTo>
                    <a:pt x="8002276" y="137264"/>
                  </a:lnTo>
                  <a:lnTo>
                    <a:pt x="8002402" y="137264"/>
                  </a:lnTo>
                  <a:lnTo>
                    <a:pt x="8002528" y="137264"/>
                  </a:lnTo>
                  <a:lnTo>
                    <a:pt x="8002654" y="137264"/>
                  </a:lnTo>
                  <a:lnTo>
                    <a:pt x="8002781" y="137264"/>
                  </a:lnTo>
                  <a:lnTo>
                    <a:pt x="8002907" y="137264"/>
                  </a:lnTo>
                  <a:lnTo>
                    <a:pt x="8003033" y="137264"/>
                  </a:lnTo>
                  <a:lnTo>
                    <a:pt x="8003159" y="137264"/>
                  </a:lnTo>
                  <a:lnTo>
                    <a:pt x="8003285" y="137264"/>
                  </a:lnTo>
                  <a:lnTo>
                    <a:pt x="8003411" y="137264"/>
                  </a:lnTo>
                  <a:lnTo>
                    <a:pt x="8003537" y="137264"/>
                  </a:lnTo>
                  <a:lnTo>
                    <a:pt x="8003663" y="137264"/>
                  </a:lnTo>
                  <a:lnTo>
                    <a:pt x="8003789" y="137264"/>
                  </a:lnTo>
                  <a:lnTo>
                    <a:pt x="8003915" y="137264"/>
                  </a:lnTo>
                  <a:lnTo>
                    <a:pt x="8004041" y="137264"/>
                  </a:lnTo>
                  <a:lnTo>
                    <a:pt x="8004168" y="137264"/>
                  </a:lnTo>
                  <a:lnTo>
                    <a:pt x="8004294" y="137264"/>
                  </a:lnTo>
                  <a:lnTo>
                    <a:pt x="8004420" y="137264"/>
                  </a:lnTo>
                  <a:lnTo>
                    <a:pt x="8004546" y="137264"/>
                  </a:lnTo>
                  <a:lnTo>
                    <a:pt x="8004672" y="137264"/>
                  </a:lnTo>
                  <a:lnTo>
                    <a:pt x="8004798" y="137264"/>
                  </a:lnTo>
                  <a:lnTo>
                    <a:pt x="8004924" y="137264"/>
                  </a:lnTo>
                  <a:lnTo>
                    <a:pt x="8005050" y="137264"/>
                  </a:lnTo>
                  <a:lnTo>
                    <a:pt x="8005176" y="137264"/>
                  </a:lnTo>
                  <a:lnTo>
                    <a:pt x="8005302" y="137264"/>
                  </a:lnTo>
                  <a:lnTo>
                    <a:pt x="8005302" y="131985"/>
                  </a:lnTo>
                  <a:lnTo>
                    <a:pt x="8005428" y="131985"/>
                  </a:lnTo>
                  <a:lnTo>
                    <a:pt x="8005554" y="131985"/>
                  </a:lnTo>
                  <a:lnTo>
                    <a:pt x="8005681" y="131985"/>
                  </a:lnTo>
                  <a:lnTo>
                    <a:pt x="8005807" y="131985"/>
                  </a:lnTo>
                  <a:lnTo>
                    <a:pt x="8005933" y="131985"/>
                  </a:lnTo>
                  <a:lnTo>
                    <a:pt x="8006059" y="131985"/>
                  </a:lnTo>
                  <a:lnTo>
                    <a:pt x="8006185" y="131985"/>
                  </a:lnTo>
                  <a:lnTo>
                    <a:pt x="8006311" y="131985"/>
                  </a:lnTo>
                  <a:lnTo>
                    <a:pt x="8006437" y="131985"/>
                  </a:lnTo>
                  <a:lnTo>
                    <a:pt x="8006563" y="131985"/>
                  </a:lnTo>
                  <a:lnTo>
                    <a:pt x="8006689" y="131985"/>
                  </a:lnTo>
                  <a:lnTo>
                    <a:pt x="8006815" y="131985"/>
                  </a:lnTo>
                  <a:lnTo>
                    <a:pt x="8006941" y="131985"/>
                  </a:lnTo>
                  <a:lnTo>
                    <a:pt x="8007068" y="131985"/>
                  </a:lnTo>
                  <a:lnTo>
                    <a:pt x="8007194" y="131985"/>
                  </a:lnTo>
                  <a:lnTo>
                    <a:pt x="8007320" y="131985"/>
                  </a:lnTo>
                  <a:lnTo>
                    <a:pt x="8007446" y="131985"/>
                  </a:lnTo>
                  <a:lnTo>
                    <a:pt x="8007572" y="131985"/>
                  </a:lnTo>
                  <a:lnTo>
                    <a:pt x="8007698" y="131985"/>
                  </a:lnTo>
                  <a:lnTo>
                    <a:pt x="8007824" y="131985"/>
                  </a:lnTo>
                  <a:lnTo>
                    <a:pt x="8007950" y="131985"/>
                  </a:lnTo>
                  <a:lnTo>
                    <a:pt x="8008076" y="131985"/>
                  </a:lnTo>
                  <a:lnTo>
                    <a:pt x="8008202" y="131985"/>
                  </a:lnTo>
                  <a:lnTo>
                    <a:pt x="8008328" y="131985"/>
                  </a:lnTo>
                  <a:lnTo>
                    <a:pt x="8008455" y="131985"/>
                  </a:lnTo>
                  <a:lnTo>
                    <a:pt x="8008581" y="131985"/>
                  </a:lnTo>
                  <a:lnTo>
                    <a:pt x="8008707" y="131985"/>
                  </a:lnTo>
                  <a:lnTo>
                    <a:pt x="8008833" y="131985"/>
                  </a:lnTo>
                  <a:lnTo>
                    <a:pt x="8008959" y="131985"/>
                  </a:lnTo>
                  <a:lnTo>
                    <a:pt x="8009085" y="131985"/>
                  </a:lnTo>
                  <a:lnTo>
                    <a:pt x="8009211" y="131985"/>
                  </a:lnTo>
                  <a:lnTo>
                    <a:pt x="8009337" y="131985"/>
                  </a:lnTo>
                  <a:lnTo>
                    <a:pt x="8009463" y="131985"/>
                  </a:lnTo>
                  <a:lnTo>
                    <a:pt x="8009463" y="126706"/>
                  </a:lnTo>
                  <a:lnTo>
                    <a:pt x="8009589" y="126706"/>
                  </a:lnTo>
                  <a:lnTo>
                    <a:pt x="8009715" y="126706"/>
                  </a:lnTo>
                  <a:lnTo>
                    <a:pt x="8009841" y="126706"/>
                  </a:lnTo>
                  <a:lnTo>
                    <a:pt x="8009968" y="126706"/>
                  </a:lnTo>
                  <a:lnTo>
                    <a:pt x="8010094" y="126706"/>
                  </a:lnTo>
                  <a:lnTo>
                    <a:pt x="8010220" y="126706"/>
                  </a:lnTo>
                  <a:lnTo>
                    <a:pt x="8010346" y="126706"/>
                  </a:lnTo>
                  <a:lnTo>
                    <a:pt x="8010472" y="126706"/>
                  </a:lnTo>
                  <a:lnTo>
                    <a:pt x="8010598" y="126706"/>
                  </a:lnTo>
                  <a:lnTo>
                    <a:pt x="8010724" y="126706"/>
                  </a:lnTo>
                  <a:lnTo>
                    <a:pt x="8010850" y="126706"/>
                  </a:lnTo>
                  <a:lnTo>
                    <a:pt x="8010976" y="126706"/>
                  </a:lnTo>
                  <a:lnTo>
                    <a:pt x="8011102" y="126706"/>
                  </a:lnTo>
                  <a:lnTo>
                    <a:pt x="8011228" y="126706"/>
                  </a:lnTo>
                  <a:lnTo>
                    <a:pt x="8011355" y="126706"/>
                  </a:lnTo>
                  <a:lnTo>
                    <a:pt x="8011481" y="126706"/>
                  </a:lnTo>
                  <a:lnTo>
                    <a:pt x="8011607" y="126706"/>
                  </a:lnTo>
                  <a:lnTo>
                    <a:pt x="8011733" y="126706"/>
                  </a:lnTo>
                  <a:lnTo>
                    <a:pt x="8011859" y="126706"/>
                  </a:lnTo>
                  <a:lnTo>
                    <a:pt x="8011985" y="126706"/>
                  </a:lnTo>
                  <a:lnTo>
                    <a:pt x="8012111" y="126706"/>
                  </a:lnTo>
                  <a:lnTo>
                    <a:pt x="8012237" y="126706"/>
                  </a:lnTo>
                  <a:lnTo>
                    <a:pt x="8012363" y="126706"/>
                  </a:lnTo>
                  <a:lnTo>
                    <a:pt x="8012489" y="126706"/>
                  </a:lnTo>
                  <a:lnTo>
                    <a:pt x="8012615" y="126706"/>
                  </a:lnTo>
                  <a:lnTo>
                    <a:pt x="8012741" y="126706"/>
                  </a:lnTo>
                  <a:lnTo>
                    <a:pt x="8012868" y="126706"/>
                  </a:lnTo>
                  <a:lnTo>
                    <a:pt x="8012994" y="126706"/>
                  </a:lnTo>
                  <a:lnTo>
                    <a:pt x="8013120" y="126706"/>
                  </a:lnTo>
                  <a:lnTo>
                    <a:pt x="8013246" y="126706"/>
                  </a:lnTo>
                  <a:lnTo>
                    <a:pt x="8013372" y="126706"/>
                  </a:lnTo>
                  <a:lnTo>
                    <a:pt x="8013498" y="126706"/>
                  </a:lnTo>
                  <a:lnTo>
                    <a:pt x="8013624" y="126706"/>
                  </a:lnTo>
                  <a:lnTo>
                    <a:pt x="8013750" y="126706"/>
                  </a:lnTo>
                  <a:lnTo>
                    <a:pt x="8013876" y="126706"/>
                  </a:lnTo>
                  <a:lnTo>
                    <a:pt x="8014002" y="126706"/>
                  </a:lnTo>
                  <a:lnTo>
                    <a:pt x="8014128" y="126706"/>
                  </a:lnTo>
                  <a:lnTo>
                    <a:pt x="8014255" y="126706"/>
                  </a:lnTo>
                  <a:lnTo>
                    <a:pt x="8014381" y="126706"/>
                  </a:lnTo>
                  <a:lnTo>
                    <a:pt x="8014507" y="126706"/>
                  </a:lnTo>
                  <a:lnTo>
                    <a:pt x="8014633" y="126706"/>
                  </a:lnTo>
                  <a:lnTo>
                    <a:pt x="8014759" y="126706"/>
                  </a:lnTo>
                  <a:lnTo>
                    <a:pt x="8014885" y="126706"/>
                  </a:lnTo>
                  <a:lnTo>
                    <a:pt x="8015011" y="126706"/>
                  </a:lnTo>
                  <a:lnTo>
                    <a:pt x="8015137" y="126706"/>
                  </a:lnTo>
                  <a:lnTo>
                    <a:pt x="8015263" y="126706"/>
                  </a:lnTo>
                  <a:lnTo>
                    <a:pt x="8015389" y="126706"/>
                  </a:lnTo>
                  <a:lnTo>
                    <a:pt x="8015515" y="126706"/>
                  </a:lnTo>
                  <a:lnTo>
                    <a:pt x="8015642" y="126706"/>
                  </a:lnTo>
                  <a:lnTo>
                    <a:pt x="8015768" y="126706"/>
                  </a:lnTo>
                  <a:lnTo>
                    <a:pt x="8015894" y="126706"/>
                  </a:lnTo>
                  <a:lnTo>
                    <a:pt x="8016020" y="126706"/>
                  </a:lnTo>
                  <a:lnTo>
                    <a:pt x="8016146" y="126706"/>
                  </a:lnTo>
                  <a:lnTo>
                    <a:pt x="8016272" y="126706"/>
                  </a:lnTo>
                  <a:lnTo>
                    <a:pt x="8016398" y="126706"/>
                  </a:lnTo>
                  <a:lnTo>
                    <a:pt x="8016524" y="126706"/>
                  </a:lnTo>
                  <a:lnTo>
                    <a:pt x="8016650" y="126706"/>
                  </a:lnTo>
                  <a:lnTo>
                    <a:pt x="8016776" y="126706"/>
                  </a:lnTo>
                  <a:lnTo>
                    <a:pt x="8016902" y="126706"/>
                  </a:lnTo>
                  <a:lnTo>
                    <a:pt x="8017028" y="126706"/>
                  </a:lnTo>
                  <a:lnTo>
                    <a:pt x="8017155" y="126706"/>
                  </a:lnTo>
                  <a:lnTo>
                    <a:pt x="8017281" y="126706"/>
                  </a:lnTo>
                  <a:lnTo>
                    <a:pt x="8017407" y="126706"/>
                  </a:lnTo>
                  <a:lnTo>
                    <a:pt x="8017533" y="126706"/>
                  </a:lnTo>
                  <a:lnTo>
                    <a:pt x="8017659" y="126706"/>
                  </a:lnTo>
                  <a:lnTo>
                    <a:pt x="8017785" y="126706"/>
                  </a:lnTo>
                  <a:lnTo>
                    <a:pt x="8017911" y="126706"/>
                  </a:lnTo>
                  <a:lnTo>
                    <a:pt x="8018037" y="126706"/>
                  </a:lnTo>
                  <a:lnTo>
                    <a:pt x="8018163" y="126706"/>
                  </a:lnTo>
                  <a:lnTo>
                    <a:pt x="8018289" y="126706"/>
                  </a:lnTo>
                  <a:lnTo>
                    <a:pt x="8018415" y="126706"/>
                  </a:lnTo>
                  <a:lnTo>
                    <a:pt x="8018542" y="126706"/>
                  </a:lnTo>
                  <a:lnTo>
                    <a:pt x="8018668" y="126706"/>
                  </a:lnTo>
                  <a:lnTo>
                    <a:pt x="8018794" y="126706"/>
                  </a:lnTo>
                  <a:lnTo>
                    <a:pt x="8018920" y="126706"/>
                  </a:lnTo>
                  <a:lnTo>
                    <a:pt x="8019046" y="126706"/>
                  </a:lnTo>
                  <a:lnTo>
                    <a:pt x="8019172" y="126706"/>
                  </a:lnTo>
                  <a:lnTo>
                    <a:pt x="8019298" y="126706"/>
                  </a:lnTo>
                  <a:lnTo>
                    <a:pt x="8019424" y="126706"/>
                  </a:lnTo>
                  <a:lnTo>
                    <a:pt x="8019550" y="126706"/>
                  </a:lnTo>
                  <a:lnTo>
                    <a:pt x="8019676" y="126706"/>
                  </a:lnTo>
                  <a:lnTo>
                    <a:pt x="8019802" y="126706"/>
                  </a:lnTo>
                  <a:lnTo>
                    <a:pt x="8019928" y="126706"/>
                  </a:lnTo>
                  <a:lnTo>
                    <a:pt x="8020055" y="126706"/>
                  </a:lnTo>
                  <a:lnTo>
                    <a:pt x="8020181" y="126706"/>
                  </a:lnTo>
                  <a:lnTo>
                    <a:pt x="8020307" y="126706"/>
                  </a:lnTo>
                  <a:lnTo>
                    <a:pt x="8020433" y="126706"/>
                  </a:lnTo>
                  <a:lnTo>
                    <a:pt x="8020559" y="126706"/>
                  </a:lnTo>
                  <a:lnTo>
                    <a:pt x="8020685" y="126706"/>
                  </a:lnTo>
                  <a:lnTo>
                    <a:pt x="8020811" y="126706"/>
                  </a:lnTo>
                  <a:lnTo>
                    <a:pt x="8020937" y="126706"/>
                  </a:lnTo>
                  <a:lnTo>
                    <a:pt x="8021063" y="126706"/>
                  </a:lnTo>
                  <a:lnTo>
                    <a:pt x="8021189" y="126706"/>
                  </a:lnTo>
                  <a:lnTo>
                    <a:pt x="8021315" y="126706"/>
                  </a:lnTo>
                  <a:lnTo>
                    <a:pt x="8021442" y="126706"/>
                  </a:lnTo>
                  <a:lnTo>
                    <a:pt x="8021568" y="126706"/>
                  </a:lnTo>
                  <a:lnTo>
                    <a:pt x="8021694" y="126706"/>
                  </a:lnTo>
                  <a:lnTo>
                    <a:pt x="8021820" y="126706"/>
                  </a:lnTo>
                  <a:lnTo>
                    <a:pt x="8021946" y="126706"/>
                  </a:lnTo>
                  <a:lnTo>
                    <a:pt x="8022072" y="126706"/>
                  </a:lnTo>
                  <a:lnTo>
                    <a:pt x="8022198" y="126706"/>
                  </a:lnTo>
                  <a:lnTo>
                    <a:pt x="8022324" y="126706"/>
                  </a:lnTo>
                  <a:lnTo>
                    <a:pt x="8022450" y="126706"/>
                  </a:lnTo>
                  <a:lnTo>
                    <a:pt x="8022576" y="126706"/>
                  </a:lnTo>
                  <a:lnTo>
                    <a:pt x="8022702" y="126706"/>
                  </a:lnTo>
                  <a:lnTo>
                    <a:pt x="8022828" y="126706"/>
                  </a:lnTo>
                  <a:lnTo>
                    <a:pt x="8022955" y="126706"/>
                  </a:lnTo>
                  <a:lnTo>
                    <a:pt x="8023081" y="126706"/>
                  </a:lnTo>
                  <a:lnTo>
                    <a:pt x="8023207" y="126706"/>
                  </a:lnTo>
                  <a:lnTo>
                    <a:pt x="8023333" y="126706"/>
                  </a:lnTo>
                  <a:lnTo>
                    <a:pt x="8023459" y="126706"/>
                  </a:lnTo>
                  <a:lnTo>
                    <a:pt x="8023585" y="126706"/>
                  </a:lnTo>
                  <a:lnTo>
                    <a:pt x="8023711" y="126706"/>
                  </a:lnTo>
                  <a:lnTo>
                    <a:pt x="8023837" y="126706"/>
                  </a:lnTo>
                  <a:lnTo>
                    <a:pt x="8023963" y="126706"/>
                  </a:lnTo>
                  <a:lnTo>
                    <a:pt x="8024089" y="126706"/>
                  </a:lnTo>
                  <a:lnTo>
                    <a:pt x="8024215" y="126706"/>
                  </a:lnTo>
                  <a:lnTo>
                    <a:pt x="8024342" y="126706"/>
                  </a:lnTo>
                  <a:lnTo>
                    <a:pt x="8024468" y="126706"/>
                  </a:lnTo>
                  <a:lnTo>
                    <a:pt x="8024594" y="126706"/>
                  </a:lnTo>
                  <a:lnTo>
                    <a:pt x="8024720" y="126706"/>
                  </a:lnTo>
                  <a:lnTo>
                    <a:pt x="8024846" y="126706"/>
                  </a:lnTo>
                  <a:lnTo>
                    <a:pt x="8024972" y="126706"/>
                  </a:lnTo>
                  <a:lnTo>
                    <a:pt x="8025098" y="126706"/>
                  </a:lnTo>
                  <a:lnTo>
                    <a:pt x="8025224" y="126706"/>
                  </a:lnTo>
                  <a:lnTo>
                    <a:pt x="8025350" y="126706"/>
                  </a:lnTo>
                  <a:lnTo>
                    <a:pt x="8025476" y="126706"/>
                  </a:lnTo>
                  <a:lnTo>
                    <a:pt x="8025602" y="126706"/>
                  </a:lnTo>
                  <a:lnTo>
                    <a:pt x="8025729" y="126706"/>
                  </a:lnTo>
                  <a:lnTo>
                    <a:pt x="8025855" y="126706"/>
                  </a:lnTo>
                  <a:lnTo>
                    <a:pt x="8025981" y="126706"/>
                  </a:lnTo>
                  <a:lnTo>
                    <a:pt x="8026107" y="126706"/>
                  </a:lnTo>
                  <a:lnTo>
                    <a:pt x="8026233" y="126706"/>
                  </a:lnTo>
                  <a:lnTo>
                    <a:pt x="8026359" y="126706"/>
                  </a:lnTo>
                  <a:lnTo>
                    <a:pt x="8026485" y="126706"/>
                  </a:lnTo>
                  <a:lnTo>
                    <a:pt x="8026611" y="126706"/>
                  </a:lnTo>
                  <a:lnTo>
                    <a:pt x="8026737" y="126706"/>
                  </a:lnTo>
                  <a:lnTo>
                    <a:pt x="8026863" y="126706"/>
                  </a:lnTo>
                  <a:lnTo>
                    <a:pt x="8026989" y="126706"/>
                  </a:lnTo>
                  <a:lnTo>
                    <a:pt x="8027115" y="126706"/>
                  </a:lnTo>
                  <a:lnTo>
                    <a:pt x="8027242" y="126706"/>
                  </a:lnTo>
                  <a:lnTo>
                    <a:pt x="8027368" y="126706"/>
                  </a:lnTo>
                  <a:lnTo>
                    <a:pt x="8027494" y="126706"/>
                  </a:lnTo>
                  <a:lnTo>
                    <a:pt x="8027620" y="126706"/>
                  </a:lnTo>
                  <a:lnTo>
                    <a:pt x="8027746" y="126706"/>
                  </a:lnTo>
                  <a:lnTo>
                    <a:pt x="8027872" y="126706"/>
                  </a:lnTo>
                  <a:lnTo>
                    <a:pt x="8027998" y="126706"/>
                  </a:lnTo>
                  <a:lnTo>
                    <a:pt x="8028124" y="126706"/>
                  </a:lnTo>
                  <a:lnTo>
                    <a:pt x="8028250" y="126706"/>
                  </a:lnTo>
                  <a:lnTo>
                    <a:pt x="8028376" y="126706"/>
                  </a:lnTo>
                  <a:lnTo>
                    <a:pt x="8028502" y="126706"/>
                  </a:lnTo>
                  <a:lnTo>
                    <a:pt x="8028629" y="126706"/>
                  </a:lnTo>
                  <a:lnTo>
                    <a:pt x="8028755" y="126706"/>
                  </a:lnTo>
                  <a:lnTo>
                    <a:pt x="8028881" y="126706"/>
                  </a:lnTo>
                  <a:lnTo>
                    <a:pt x="8029007" y="126706"/>
                  </a:lnTo>
                  <a:lnTo>
                    <a:pt x="8029133" y="126706"/>
                  </a:lnTo>
                  <a:lnTo>
                    <a:pt x="8029259" y="126706"/>
                  </a:lnTo>
                  <a:lnTo>
                    <a:pt x="8029385" y="126706"/>
                  </a:lnTo>
                  <a:lnTo>
                    <a:pt x="8029511" y="126706"/>
                  </a:lnTo>
                  <a:lnTo>
                    <a:pt x="8029637" y="126706"/>
                  </a:lnTo>
                  <a:lnTo>
                    <a:pt x="8029763" y="126706"/>
                  </a:lnTo>
                  <a:lnTo>
                    <a:pt x="8029889" y="126706"/>
                  </a:lnTo>
                  <a:lnTo>
                    <a:pt x="8030015" y="126706"/>
                  </a:lnTo>
                  <a:lnTo>
                    <a:pt x="8030142" y="126706"/>
                  </a:lnTo>
                  <a:lnTo>
                    <a:pt x="8030268" y="126706"/>
                  </a:lnTo>
                  <a:lnTo>
                    <a:pt x="8030394" y="126706"/>
                  </a:lnTo>
                  <a:lnTo>
                    <a:pt x="8030520" y="126706"/>
                  </a:lnTo>
                  <a:lnTo>
                    <a:pt x="8030646" y="126706"/>
                  </a:lnTo>
                  <a:lnTo>
                    <a:pt x="8030772" y="126706"/>
                  </a:lnTo>
                  <a:lnTo>
                    <a:pt x="8030898" y="126706"/>
                  </a:lnTo>
                  <a:lnTo>
                    <a:pt x="8031024" y="126706"/>
                  </a:lnTo>
                  <a:lnTo>
                    <a:pt x="8031150" y="126706"/>
                  </a:lnTo>
                  <a:lnTo>
                    <a:pt x="8031276" y="126706"/>
                  </a:lnTo>
                  <a:lnTo>
                    <a:pt x="8031402" y="126706"/>
                  </a:lnTo>
                  <a:lnTo>
                    <a:pt x="8031529" y="126706"/>
                  </a:lnTo>
                  <a:lnTo>
                    <a:pt x="8031655" y="126706"/>
                  </a:lnTo>
                  <a:lnTo>
                    <a:pt x="8031781" y="126706"/>
                  </a:lnTo>
                  <a:lnTo>
                    <a:pt x="8031907" y="126706"/>
                  </a:lnTo>
                  <a:lnTo>
                    <a:pt x="8032033" y="126706"/>
                  </a:lnTo>
                  <a:lnTo>
                    <a:pt x="8032159" y="126706"/>
                  </a:lnTo>
                  <a:lnTo>
                    <a:pt x="8032285" y="126706"/>
                  </a:lnTo>
                  <a:lnTo>
                    <a:pt x="8032411" y="126706"/>
                  </a:lnTo>
                  <a:lnTo>
                    <a:pt x="8032537" y="126706"/>
                  </a:lnTo>
                  <a:lnTo>
                    <a:pt x="8032663" y="126706"/>
                  </a:lnTo>
                  <a:lnTo>
                    <a:pt x="8032789" y="126706"/>
                  </a:lnTo>
                  <a:lnTo>
                    <a:pt x="8032916" y="126706"/>
                  </a:lnTo>
                  <a:lnTo>
                    <a:pt x="8033042" y="126706"/>
                  </a:lnTo>
                  <a:lnTo>
                    <a:pt x="8033168" y="126706"/>
                  </a:lnTo>
                  <a:lnTo>
                    <a:pt x="8033294" y="126706"/>
                  </a:lnTo>
                  <a:lnTo>
                    <a:pt x="8033420" y="126706"/>
                  </a:lnTo>
                  <a:lnTo>
                    <a:pt x="8033546" y="126706"/>
                  </a:lnTo>
                  <a:lnTo>
                    <a:pt x="8033672" y="126706"/>
                  </a:lnTo>
                  <a:lnTo>
                    <a:pt x="8033798" y="126706"/>
                  </a:lnTo>
                  <a:lnTo>
                    <a:pt x="8033924" y="126706"/>
                  </a:lnTo>
                  <a:lnTo>
                    <a:pt x="8034050" y="126706"/>
                  </a:lnTo>
                  <a:lnTo>
                    <a:pt x="8034176" y="126706"/>
                  </a:lnTo>
                  <a:lnTo>
                    <a:pt x="8034302" y="126706"/>
                  </a:lnTo>
                  <a:lnTo>
                    <a:pt x="8034429" y="126706"/>
                  </a:lnTo>
                  <a:lnTo>
                    <a:pt x="8034555" y="126706"/>
                  </a:lnTo>
                  <a:lnTo>
                    <a:pt x="8034681" y="126706"/>
                  </a:lnTo>
                  <a:lnTo>
                    <a:pt x="8034807" y="126706"/>
                  </a:lnTo>
                  <a:lnTo>
                    <a:pt x="8034933" y="126706"/>
                  </a:lnTo>
                  <a:lnTo>
                    <a:pt x="8035059" y="126706"/>
                  </a:lnTo>
                  <a:lnTo>
                    <a:pt x="8035185" y="126706"/>
                  </a:lnTo>
                  <a:lnTo>
                    <a:pt x="8035311" y="126706"/>
                  </a:lnTo>
                  <a:lnTo>
                    <a:pt x="8035437" y="126706"/>
                  </a:lnTo>
                  <a:lnTo>
                    <a:pt x="8035563" y="126706"/>
                  </a:lnTo>
                  <a:lnTo>
                    <a:pt x="8035689" y="126706"/>
                  </a:lnTo>
                  <a:lnTo>
                    <a:pt x="8035816" y="126706"/>
                  </a:lnTo>
                  <a:lnTo>
                    <a:pt x="8035942" y="126706"/>
                  </a:lnTo>
                  <a:lnTo>
                    <a:pt x="8036068" y="126706"/>
                  </a:lnTo>
                  <a:lnTo>
                    <a:pt x="8036194" y="126706"/>
                  </a:lnTo>
                  <a:lnTo>
                    <a:pt x="8036320" y="126706"/>
                  </a:lnTo>
                  <a:lnTo>
                    <a:pt x="8036446" y="126706"/>
                  </a:lnTo>
                  <a:lnTo>
                    <a:pt x="8036572" y="126706"/>
                  </a:lnTo>
                  <a:lnTo>
                    <a:pt x="8036698" y="126706"/>
                  </a:lnTo>
                  <a:lnTo>
                    <a:pt x="8036824" y="126706"/>
                  </a:lnTo>
                  <a:lnTo>
                    <a:pt x="8036950" y="126706"/>
                  </a:lnTo>
                  <a:lnTo>
                    <a:pt x="8037076" y="126706"/>
                  </a:lnTo>
                  <a:lnTo>
                    <a:pt x="8037202" y="126706"/>
                  </a:lnTo>
                  <a:lnTo>
                    <a:pt x="8037329" y="126706"/>
                  </a:lnTo>
                  <a:lnTo>
                    <a:pt x="8037455" y="126706"/>
                  </a:lnTo>
                  <a:lnTo>
                    <a:pt x="8037581" y="126706"/>
                  </a:lnTo>
                  <a:lnTo>
                    <a:pt x="8037707" y="126706"/>
                  </a:lnTo>
                  <a:lnTo>
                    <a:pt x="8037833" y="126706"/>
                  </a:lnTo>
                  <a:lnTo>
                    <a:pt x="8037959" y="126706"/>
                  </a:lnTo>
                  <a:lnTo>
                    <a:pt x="8038085" y="126706"/>
                  </a:lnTo>
                  <a:lnTo>
                    <a:pt x="8038211" y="126706"/>
                  </a:lnTo>
                  <a:lnTo>
                    <a:pt x="8038337" y="126706"/>
                  </a:lnTo>
                  <a:lnTo>
                    <a:pt x="8038463" y="126706"/>
                  </a:lnTo>
                  <a:lnTo>
                    <a:pt x="8038589" y="126706"/>
                  </a:lnTo>
                  <a:lnTo>
                    <a:pt x="8038716" y="126706"/>
                  </a:lnTo>
                  <a:lnTo>
                    <a:pt x="8038842" y="126706"/>
                  </a:lnTo>
                  <a:lnTo>
                    <a:pt x="8038968" y="126706"/>
                  </a:lnTo>
                  <a:lnTo>
                    <a:pt x="8039094" y="126706"/>
                  </a:lnTo>
                  <a:lnTo>
                    <a:pt x="8039220" y="126706"/>
                  </a:lnTo>
                  <a:lnTo>
                    <a:pt x="8039346" y="126706"/>
                  </a:lnTo>
                  <a:lnTo>
                    <a:pt x="8039472" y="126706"/>
                  </a:lnTo>
                  <a:lnTo>
                    <a:pt x="8039598" y="126706"/>
                  </a:lnTo>
                  <a:lnTo>
                    <a:pt x="8039724" y="126706"/>
                  </a:lnTo>
                  <a:lnTo>
                    <a:pt x="8039850" y="126706"/>
                  </a:lnTo>
                  <a:lnTo>
                    <a:pt x="8039976" y="126706"/>
                  </a:lnTo>
                  <a:lnTo>
                    <a:pt x="8040103" y="126706"/>
                  </a:lnTo>
                  <a:lnTo>
                    <a:pt x="8040229" y="126706"/>
                  </a:lnTo>
                  <a:lnTo>
                    <a:pt x="8040355" y="126706"/>
                  </a:lnTo>
                  <a:lnTo>
                    <a:pt x="8040481" y="126706"/>
                  </a:lnTo>
                  <a:lnTo>
                    <a:pt x="8040607" y="126706"/>
                  </a:lnTo>
                  <a:lnTo>
                    <a:pt x="8040733" y="126706"/>
                  </a:lnTo>
                  <a:lnTo>
                    <a:pt x="8040859" y="126706"/>
                  </a:lnTo>
                  <a:lnTo>
                    <a:pt x="8040985" y="126706"/>
                  </a:lnTo>
                  <a:lnTo>
                    <a:pt x="8041111" y="126706"/>
                  </a:lnTo>
                  <a:lnTo>
                    <a:pt x="8041237" y="126706"/>
                  </a:lnTo>
                  <a:lnTo>
                    <a:pt x="8041363" y="126706"/>
                  </a:lnTo>
                  <a:lnTo>
                    <a:pt x="8041489" y="126706"/>
                  </a:lnTo>
                  <a:lnTo>
                    <a:pt x="8041616" y="126706"/>
                  </a:lnTo>
                  <a:lnTo>
                    <a:pt x="8041742" y="126706"/>
                  </a:lnTo>
                  <a:lnTo>
                    <a:pt x="8041868" y="126706"/>
                  </a:lnTo>
                  <a:lnTo>
                    <a:pt x="8041994" y="126706"/>
                  </a:lnTo>
                  <a:lnTo>
                    <a:pt x="8042120" y="126706"/>
                  </a:lnTo>
                  <a:lnTo>
                    <a:pt x="8042246" y="126706"/>
                  </a:lnTo>
                  <a:lnTo>
                    <a:pt x="8042372" y="126706"/>
                  </a:lnTo>
                  <a:lnTo>
                    <a:pt x="8042498" y="126706"/>
                  </a:lnTo>
                  <a:lnTo>
                    <a:pt x="8042624" y="126706"/>
                  </a:lnTo>
                  <a:lnTo>
                    <a:pt x="8042750" y="126706"/>
                  </a:lnTo>
                  <a:lnTo>
                    <a:pt x="8042876" y="126706"/>
                  </a:lnTo>
                  <a:lnTo>
                    <a:pt x="8043003" y="126706"/>
                  </a:lnTo>
                  <a:lnTo>
                    <a:pt x="8043129" y="126706"/>
                  </a:lnTo>
                  <a:lnTo>
                    <a:pt x="8043255" y="126706"/>
                  </a:lnTo>
                  <a:lnTo>
                    <a:pt x="8043381" y="126706"/>
                  </a:lnTo>
                  <a:lnTo>
                    <a:pt x="8043507" y="126706"/>
                  </a:lnTo>
                  <a:lnTo>
                    <a:pt x="8043633" y="126706"/>
                  </a:lnTo>
                  <a:lnTo>
                    <a:pt x="8043759" y="126706"/>
                  </a:lnTo>
                  <a:lnTo>
                    <a:pt x="8043885" y="126706"/>
                  </a:lnTo>
                  <a:lnTo>
                    <a:pt x="8044011" y="126706"/>
                  </a:lnTo>
                  <a:lnTo>
                    <a:pt x="8044137" y="126706"/>
                  </a:lnTo>
                  <a:lnTo>
                    <a:pt x="8044263" y="126706"/>
                  </a:lnTo>
                  <a:lnTo>
                    <a:pt x="8044389" y="126706"/>
                  </a:lnTo>
                  <a:lnTo>
                    <a:pt x="8044516" y="126706"/>
                  </a:lnTo>
                  <a:lnTo>
                    <a:pt x="8044642" y="126706"/>
                  </a:lnTo>
                  <a:lnTo>
                    <a:pt x="8044768" y="126706"/>
                  </a:lnTo>
                  <a:lnTo>
                    <a:pt x="8044894" y="126706"/>
                  </a:lnTo>
                  <a:lnTo>
                    <a:pt x="8045020" y="126706"/>
                  </a:lnTo>
                  <a:lnTo>
                    <a:pt x="8045146" y="126706"/>
                  </a:lnTo>
                  <a:lnTo>
                    <a:pt x="8045272" y="126706"/>
                  </a:lnTo>
                  <a:lnTo>
                    <a:pt x="8045398" y="126706"/>
                  </a:lnTo>
                  <a:lnTo>
                    <a:pt x="8045524" y="126706"/>
                  </a:lnTo>
                  <a:lnTo>
                    <a:pt x="8045650" y="126706"/>
                  </a:lnTo>
                  <a:lnTo>
                    <a:pt x="8045776" y="126706"/>
                  </a:lnTo>
                  <a:lnTo>
                    <a:pt x="8045903" y="126706"/>
                  </a:lnTo>
                  <a:lnTo>
                    <a:pt x="8046029" y="126706"/>
                  </a:lnTo>
                  <a:lnTo>
                    <a:pt x="8046029" y="121426"/>
                  </a:lnTo>
                  <a:lnTo>
                    <a:pt x="8046155" y="121426"/>
                  </a:lnTo>
                  <a:lnTo>
                    <a:pt x="8046281" y="121426"/>
                  </a:lnTo>
                  <a:lnTo>
                    <a:pt x="8046407" y="121426"/>
                  </a:lnTo>
                  <a:lnTo>
                    <a:pt x="8046533" y="121426"/>
                  </a:lnTo>
                  <a:lnTo>
                    <a:pt x="8046659" y="121426"/>
                  </a:lnTo>
                  <a:lnTo>
                    <a:pt x="8046785" y="121426"/>
                  </a:lnTo>
                  <a:lnTo>
                    <a:pt x="8046911" y="121426"/>
                  </a:lnTo>
                  <a:lnTo>
                    <a:pt x="8047037" y="121426"/>
                  </a:lnTo>
                  <a:lnTo>
                    <a:pt x="8047163" y="121426"/>
                  </a:lnTo>
                  <a:lnTo>
                    <a:pt x="8047289" y="121426"/>
                  </a:lnTo>
                  <a:lnTo>
                    <a:pt x="8047416" y="121426"/>
                  </a:lnTo>
                  <a:lnTo>
                    <a:pt x="8047542" y="121426"/>
                  </a:lnTo>
                  <a:lnTo>
                    <a:pt x="8047668" y="121426"/>
                  </a:lnTo>
                  <a:lnTo>
                    <a:pt x="8047794" y="121426"/>
                  </a:lnTo>
                  <a:lnTo>
                    <a:pt x="8047920" y="121426"/>
                  </a:lnTo>
                  <a:lnTo>
                    <a:pt x="8048046" y="121426"/>
                  </a:lnTo>
                  <a:lnTo>
                    <a:pt x="8048172" y="121426"/>
                  </a:lnTo>
                  <a:lnTo>
                    <a:pt x="8048298" y="121426"/>
                  </a:lnTo>
                  <a:lnTo>
                    <a:pt x="8048424" y="121426"/>
                  </a:lnTo>
                  <a:lnTo>
                    <a:pt x="8048550" y="121426"/>
                  </a:lnTo>
                  <a:lnTo>
                    <a:pt x="8048676" y="121426"/>
                  </a:lnTo>
                  <a:lnTo>
                    <a:pt x="8048803" y="121426"/>
                  </a:lnTo>
                  <a:lnTo>
                    <a:pt x="8048929" y="121426"/>
                  </a:lnTo>
                  <a:lnTo>
                    <a:pt x="8049055" y="121426"/>
                  </a:lnTo>
                  <a:lnTo>
                    <a:pt x="8049181" y="121426"/>
                  </a:lnTo>
                  <a:lnTo>
                    <a:pt x="8049307" y="121426"/>
                  </a:lnTo>
                  <a:lnTo>
                    <a:pt x="8049433" y="121426"/>
                  </a:lnTo>
                  <a:lnTo>
                    <a:pt x="8049559" y="121426"/>
                  </a:lnTo>
                  <a:lnTo>
                    <a:pt x="8049685" y="121426"/>
                  </a:lnTo>
                  <a:lnTo>
                    <a:pt x="8049811" y="121426"/>
                  </a:lnTo>
                  <a:lnTo>
                    <a:pt x="8049937" y="121426"/>
                  </a:lnTo>
                  <a:lnTo>
                    <a:pt x="8050063" y="121426"/>
                  </a:lnTo>
                  <a:lnTo>
                    <a:pt x="8050190" y="121426"/>
                  </a:lnTo>
                  <a:lnTo>
                    <a:pt x="8050316" y="121426"/>
                  </a:lnTo>
                  <a:lnTo>
                    <a:pt x="8050442" y="121426"/>
                  </a:lnTo>
                  <a:lnTo>
                    <a:pt x="8050568" y="121426"/>
                  </a:lnTo>
                  <a:lnTo>
                    <a:pt x="8050694" y="121426"/>
                  </a:lnTo>
                  <a:lnTo>
                    <a:pt x="8050820" y="121426"/>
                  </a:lnTo>
                  <a:lnTo>
                    <a:pt x="8050946" y="121426"/>
                  </a:lnTo>
                  <a:lnTo>
                    <a:pt x="8051072" y="121426"/>
                  </a:lnTo>
                  <a:lnTo>
                    <a:pt x="8051198" y="121426"/>
                  </a:lnTo>
                  <a:lnTo>
                    <a:pt x="8051324" y="121426"/>
                  </a:lnTo>
                  <a:lnTo>
                    <a:pt x="8051450" y="121426"/>
                  </a:lnTo>
                  <a:lnTo>
                    <a:pt x="8051576" y="121426"/>
                  </a:lnTo>
                  <a:lnTo>
                    <a:pt x="8051703" y="121426"/>
                  </a:lnTo>
                  <a:lnTo>
                    <a:pt x="8051829" y="121426"/>
                  </a:lnTo>
                  <a:lnTo>
                    <a:pt x="8051955" y="121426"/>
                  </a:lnTo>
                  <a:lnTo>
                    <a:pt x="8052081" y="121426"/>
                  </a:lnTo>
                  <a:lnTo>
                    <a:pt x="8052207" y="121426"/>
                  </a:lnTo>
                  <a:lnTo>
                    <a:pt x="8052333" y="121426"/>
                  </a:lnTo>
                  <a:lnTo>
                    <a:pt x="8052459" y="121426"/>
                  </a:lnTo>
                  <a:lnTo>
                    <a:pt x="8052585" y="121426"/>
                  </a:lnTo>
                  <a:lnTo>
                    <a:pt x="8052711" y="121426"/>
                  </a:lnTo>
                  <a:lnTo>
                    <a:pt x="8052837" y="121426"/>
                  </a:lnTo>
                  <a:lnTo>
                    <a:pt x="8052963" y="121426"/>
                  </a:lnTo>
                  <a:lnTo>
                    <a:pt x="8053090" y="121426"/>
                  </a:lnTo>
                  <a:lnTo>
                    <a:pt x="8053216" y="121426"/>
                  </a:lnTo>
                  <a:lnTo>
                    <a:pt x="8053342" y="121426"/>
                  </a:lnTo>
                  <a:lnTo>
                    <a:pt x="8053468" y="121426"/>
                  </a:lnTo>
                  <a:lnTo>
                    <a:pt x="8053594" y="121426"/>
                  </a:lnTo>
                  <a:lnTo>
                    <a:pt x="8053720" y="121426"/>
                  </a:lnTo>
                  <a:lnTo>
                    <a:pt x="8053846" y="121426"/>
                  </a:lnTo>
                  <a:lnTo>
                    <a:pt x="8053972" y="121426"/>
                  </a:lnTo>
                  <a:lnTo>
                    <a:pt x="8054098" y="121426"/>
                  </a:lnTo>
                  <a:lnTo>
                    <a:pt x="8054224" y="121426"/>
                  </a:lnTo>
                  <a:lnTo>
                    <a:pt x="8054350" y="121426"/>
                  </a:lnTo>
                  <a:lnTo>
                    <a:pt x="8054476" y="121426"/>
                  </a:lnTo>
                  <a:lnTo>
                    <a:pt x="8054603" y="121426"/>
                  </a:lnTo>
                  <a:lnTo>
                    <a:pt x="8054729" y="121426"/>
                  </a:lnTo>
                  <a:lnTo>
                    <a:pt x="8054855" y="121426"/>
                  </a:lnTo>
                  <a:lnTo>
                    <a:pt x="8054981" y="121426"/>
                  </a:lnTo>
                  <a:lnTo>
                    <a:pt x="8055107" y="121426"/>
                  </a:lnTo>
                  <a:lnTo>
                    <a:pt x="8055233" y="121426"/>
                  </a:lnTo>
                  <a:lnTo>
                    <a:pt x="8055359" y="121426"/>
                  </a:lnTo>
                  <a:lnTo>
                    <a:pt x="8055485" y="121426"/>
                  </a:lnTo>
                  <a:lnTo>
                    <a:pt x="8055611" y="121426"/>
                  </a:lnTo>
                  <a:lnTo>
                    <a:pt x="8055737" y="121426"/>
                  </a:lnTo>
                  <a:lnTo>
                    <a:pt x="8055863" y="121426"/>
                  </a:lnTo>
                  <a:lnTo>
                    <a:pt x="8055990" y="121426"/>
                  </a:lnTo>
                  <a:lnTo>
                    <a:pt x="8056116" y="121426"/>
                  </a:lnTo>
                  <a:lnTo>
                    <a:pt x="8056242" y="121426"/>
                  </a:lnTo>
                  <a:lnTo>
                    <a:pt x="8056368" y="121426"/>
                  </a:lnTo>
                  <a:lnTo>
                    <a:pt x="8056494" y="121426"/>
                  </a:lnTo>
                  <a:lnTo>
                    <a:pt x="8056620" y="121426"/>
                  </a:lnTo>
                  <a:lnTo>
                    <a:pt x="8056746" y="121426"/>
                  </a:lnTo>
                  <a:lnTo>
                    <a:pt x="8056872" y="121426"/>
                  </a:lnTo>
                  <a:lnTo>
                    <a:pt x="8056998" y="121426"/>
                  </a:lnTo>
                  <a:lnTo>
                    <a:pt x="8057124" y="121426"/>
                  </a:lnTo>
                  <a:lnTo>
                    <a:pt x="8057250" y="121426"/>
                  </a:lnTo>
                  <a:lnTo>
                    <a:pt x="8057377" y="121426"/>
                  </a:lnTo>
                  <a:lnTo>
                    <a:pt x="8057503" y="121426"/>
                  </a:lnTo>
                  <a:lnTo>
                    <a:pt x="8057629" y="121426"/>
                  </a:lnTo>
                  <a:lnTo>
                    <a:pt x="8057755" y="121426"/>
                  </a:lnTo>
                  <a:lnTo>
                    <a:pt x="8057881" y="121426"/>
                  </a:lnTo>
                  <a:lnTo>
                    <a:pt x="8058007" y="121426"/>
                  </a:lnTo>
                  <a:lnTo>
                    <a:pt x="8058133" y="121426"/>
                  </a:lnTo>
                  <a:lnTo>
                    <a:pt x="8058259" y="121426"/>
                  </a:lnTo>
                  <a:lnTo>
                    <a:pt x="8058385" y="121426"/>
                  </a:lnTo>
                  <a:lnTo>
                    <a:pt x="8058511" y="121426"/>
                  </a:lnTo>
                  <a:lnTo>
                    <a:pt x="8058637" y="121426"/>
                  </a:lnTo>
                  <a:lnTo>
                    <a:pt x="8058763" y="121426"/>
                  </a:lnTo>
                  <a:lnTo>
                    <a:pt x="8058890" y="121426"/>
                  </a:lnTo>
                  <a:lnTo>
                    <a:pt x="8059016" y="121426"/>
                  </a:lnTo>
                  <a:lnTo>
                    <a:pt x="8059142" y="121426"/>
                  </a:lnTo>
                  <a:lnTo>
                    <a:pt x="8059268" y="121426"/>
                  </a:lnTo>
                  <a:lnTo>
                    <a:pt x="8059394" y="121426"/>
                  </a:lnTo>
                  <a:lnTo>
                    <a:pt x="8059520" y="121426"/>
                  </a:lnTo>
                  <a:lnTo>
                    <a:pt x="8059646" y="121426"/>
                  </a:lnTo>
                  <a:lnTo>
                    <a:pt x="8059772" y="121426"/>
                  </a:lnTo>
                  <a:lnTo>
                    <a:pt x="8059898" y="121426"/>
                  </a:lnTo>
                  <a:lnTo>
                    <a:pt x="8060024" y="121426"/>
                  </a:lnTo>
                  <a:lnTo>
                    <a:pt x="8060150" y="121426"/>
                  </a:lnTo>
                  <a:lnTo>
                    <a:pt x="8060277" y="121426"/>
                  </a:lnTo>
                  <a:lnTo>
                    <a:pt x="8060403" y="121426"/>
                  </a:lnTo>
                  <a:lnTo>
                    <a:pt x="8060529" y="121426"/>
                  </a:lnTo>
                  <a:lnTo>
                    <a:pt x="8060655" y="121426"/>
                  </a:lnTo>
                  <a:lnTo>
                    <a:pt x="8060781" y="121426"/>
                  </a:lnTo>
                  <a:lnTo>
                    <a:pt x="8060907" y="121426"/>
                  </a:lnTo>
                  <a:lnTo>
                    <a:pt x="8061033" y="121426"/>
                  </a:lnTo>
                  <a:lnTo>
                    <a:pt x="8061159" y="121426"/>
                  </a:lnTo>
                  <a:lnTo>
                    <a:pt x="8061285" y="121426"/>
                  </a:lnTo>
                  <a:lnTo>
                    <a:pt x="8061411" y="121426"/>
                  </a:lnTo>
                  <a:lnTo>
                    <a:pt x="8061537" y="121426"/>
                  </a:lnTo>
                  <a:lnTo>
                    <a:pt x="8061663" y="121426"/>
                  </a:lnTo>
                  <a:lnTo>
                    <a:pt x="8061790" y="121426"/>
                  </a:lnTo>
                  <a:lnTo>
                    <a:pt x="8061916" y="121426"/>
                  </a:lnTo>
                  <a:lnTo>
                    <a:pt x="8062042" y="121426"/>
                  </a:lnTo>
                  <a:lnTo>
                    <a:pt x="8062168" y="121426"/>
                  </a:lnTo>
                  <a:lnTo>
                    <a:pt x="8062294" y="121426"/>
                  </a:lnTo>
                  <a:lnTo>
                    <a:pt x="8062420" y="121426"/>
                  </a:lnTo>
                  <a:lnTo>
                    <a:pt x="8062546" y="121426"/>
                  </a:lnTo>
                  <a:lnTo>
                    <a:pt x="8062672" y="121426"/>
                  </a:lnTo>
                  <a:lnTo>
                    <a:pt x="8062798" y="121426"/>
                  </a:lnTo>
                  <a:lnTo>
                    <a:pt x="8062924" y="121426"/>
                  </a:lnTo>
                  <a:lnTo>
                    <a:pt x="8063050" y="121426"/>
                  </a:lnTo>
                  <a:lnTo>
                    <a:pt x="8063177" y="121426"/>
                  </a:lnTo>
                  <a:lnTo>
                    <a:pt x="8063303" y="121426"/>
                  </a:lnTo>
                  <a:lnTo>
                    <a:pt x="8063429" y="121426"/>
                  </a:lnTo>
                  <a:lnTo>
                    <a:pt x="8063555" y="121426"/>
                  </a:lnTo>
                  <a:lnTo>
                    <a:pt x="8063681" y="121426"/>
                  </a:lnTo>
                  <a:lnTo>
                    <a:pt x="8063807" y="121426"/>
                  </a:lnTo>
                  <a:lnTo>
                    <a:pt x="8063933" y="121426"/>
                  </a:lnTo>
                  <a:lnTo>
                    <a:pt x="8064059" y="121426"/>
                  </a:lnTo>
                  <a:lnTo>
                    <a:pt x="8064185" y="121426"/>
                  </a:lnTo>
                  <a:lnTo>
                    <a:pt x="8064311" y="121426"/>
                  </a:lnTo>
                  <a:lnTo>
                    <a:pt x="8064437" y="121426"/>
                  </a:lnTo>
                  <a:lnTo>
                    <a:pt x="8064563" y="121426"/>
                  </a:lnTo>
                  <a:lnTo>
                    <a:pt x="8064690" y="121426"/>
                  </a:lnTo>
                  <a:lnTo>
                    <a:pt x="8064816" y="121426"/>
                  </a:lnTo>
                  <a:lnTo>
                    <a:pt x="8064942" y="121426"/>
                  </a:lnTo>
                  <a:lnTo>
                    <a:pt x="8065068" y="121426"/>
                  </a:lnTo>
                  <a:lnTo>
                    <a:pt x="8065194" y="121426"/>
                  </a:lnTo>
                  <a:lnTo>
                    <a:pt x="8065320" y="121426"/>
                  </a:lnTo>
                  <a:lnTo>
                    <a:pt x="8065446" y="121426"/>
                  </a:lnTo>
                  <a:lnTo>
                    <a:pt x="8065572" y="121426"/>
                  </a:lnTo>
                  <a:lnTo>
                    <a:pt x="8065698" y="121426"/>
                  </a:lnTo>
                  <a:lnTo>
                    <a:pt x="8065824" y="121426"/>
                  </a:lnTo>
                  <a:lnTo>
                    <a:pt x="8065950" y="121426"/>
                  </a:lnTo>
                  <a:lnTo>
                    <a:pt x="8066077" y="121426"/>
                  </a:lnTo>
                  <a:lnTo>
                    <a:pt x="8066203" y="121426"/>
                  </a:lnTo>
                  <a:lnTo>
                    <a:pt x="8066329" y="121426"/>
                  </a:lnTo>
                  <a:lnTo>
                    <a:pt x="8066455" y="121426"/>
                  </a:lnTo>
                  <a:lnTo>
                    <a:pt x="8066581" y="121426"/>
                  </a:lnTo>
                  <a:lnTo>
                    <a:pt x="8066707" y="121426"/>
                  </a:lnTo>
                  <a:lnTo>
                    <a:pt x="8066833" y="121426"/>
                  </a:lnTo>
                  <a:lnTo>
                    <a:pt x="8066959" y="121426"/>
                  </a:lnTo>
                  <a:lnTo>
                    <a:pt x="8067085" y="121426"/>
                  </a:lnTo>
                  <a:lnTo>
                    <a:pt x="8067211" y="121426"/>
                  </a:lnTo>
                  <a:lnTo>
                    <a:pt x="8067337" y="121426"/>
                  </a:lnTo>
                  <a:lnTo>
                    <a:pt x="8067464" y="121426"/>
                  </a:lnTo>
                  <a:lnTo>
                    <a:pt x="8067590" y="121426"/>
                  </a:lnTo>
                  <a:lnTo>
                    <a:pt x="8067716" y="121426"/>
                  </a:lnTo>
                  <a:lnTo>
                    <a:pt x="8067842" y="121426"/>
                  </a:lnTo>
                  <a:lnTo>
                    <a:pt x="8067968" y="121426"/>
                  </a:lnTo>
                  <a:lnTo>
                    <a:pt x="8068094" y="121426"/>
                  </a:lnTo>
                  <a:lnTo>
                    <a:pt x="8068220" y="121426"/>
                  </a:lnTo>
                  <a:lnTo>
                    <a:pt x="8068346" y="121426"/>
                  </a:lnTo>
                  <a:lnTo>
                    <a:pt x="8068472" y="121426"/>
                  </a:lnTo>
                  <a:lnTo>
                    <a:pt x="8068598" y="121426"/>
                  </a:lnTo>
                  <a:lnTo>
                    <a:pt x="8068724" y="121426"/>
                  </a:lnTo>
                  <a:lnTo>
                    <a:pt x="8068850" y="121426"/>
                  </a:lnTo>
                  <a:lnTo>
                    <a:pt x="8068977" y="121426"/>
                  </a:lnTo>
                  <a:lnTo>
                    <a:pt x="8069103" y="121426"/>
                  </a:lnTo>
                  <a:lnTo>
                    <a:pt x="8069229" y="121426"/>
                  </a:lnTo>
                  <a:lnTo>
                    <a:pt x="8069355" y="121426"/>
                  </a:lnTo>
                  <a:lnTo>
                    <a:pt x="8069481" y="121426"/>
                  </a:lnTo>
                  <a:lnTo>
                    <a:pt x="8069607" y="121426"/>
                  </a:lnTo>
                  <a:lnTo>
                    <a:pt x="8069733" y="121426"/>
                  </a:lnTo>
                  <a:lnTo>
                    <a:pt x="8069859" y="121426"/>
                  </a:lnTo>
                  <a:lnTo>
                    <a:pt x="8069985" y="121426"/>
                  </a:lnTo>
                  <a:lnTo>
                    <a:pt x="8070111" y="121426"/>
                  </a:lnTo>
                  <a:lnTo>
                    <a:pt x="8070237" y="121426"/>
                  </a:lnTo>
                  <a:lnTo>
                    <a:pt x="8070364" y="121426"/>
                  </a:lnTo>
                  <a:lnTo>
                    <a:pt x="8070490" y="121426"/>
                  </a:lnTo>
                  <a:lnTo>
                    <a:pt x="8070616" y="121426"/>
                  </a:lnTo>
                  <a:lnTo>
                    <a:pt x="8070742" y="121426"/>
                  </a:lnTo>
                  <a:lnTo>
                    <a:pt x="8070868" y="121426"/>
                  </a:lnTo>
                  <a:lnTo>
                    <a:pt x="8070994" y="121426"/>
                  </a:lnTo>
                  <a:lnTo>
                    <a:pt x="8071120" y="121426"/>
                  </a:lnTo>
                  <a:lnTo>
                    <a:pt x="8071246" y="121426"/>
                  </a:lnTo>
                  <a:lnTo>
                    <a:pt x="8071372" y="121426"/>
                  </a:lnTo>
                  <a:lnTo>
                    <a:pt x="8071498" y="121426"/>
                  </a:lnTo>
                  <a:lnTo>
                    <a:pt x="8071624" y="121426"/>
                  </a:lnTo>
                  <a:lnTo>
                    <a:pt x="8071750" y="121426"/>
                  </a:lnTo>
                  <a:lnTo>
                    <a:pt x="8071877" y="121426"/>
                  </a:lnTo>
                  <a:lnTo>
                    <a:pt x="8072003" y="121426"/>
                  </a:lnTo>
                  <a:lnTo>
                    <a:pt x="8072129" y="121426"/>
                  </a:lnTo>
                  <a:lnTo>
                    <a:pt x="8072255" y="121426"/>
                  </a:lnTo>
                  <a:lnTo>
                    <a:pt x="8072381" y="121426"/>
                  </a:lnTo>
                  <a:lnTo>
                    <a:pt x="8072507" y="121426"/>
                  </a:lnTo>
                  <a:lnTo>
                    <a:pt x="8072633" y="121426"/>
                  </a:lnTo>
                  <a:lnTo>
                    <a:pt x="8072759" y="121426"/>
                  </a:lnTo>
                  <a:lnTo>
                    <a:pt x="8072885" y="121426"/>
                  </a:lnTo>
                  <a:lnTo>
                    <a:pt x="8073011" y="121426"/>
                  </a:lnTo>
                  <a:lnTo>
                    <a:pt x="8073137" y="121426"/>
                  </a:lnTo>
                  <a:lnTo>
                    <a:pt x="8073264" y="121426"/>
                  </a:lnTo>
                  <a:lnTo>
                    <a:pt x="8073390" y="121426"/>
                  </a:lnTo>
                  <a:lnTo>
                    <a:pt x="8073516" y="121426"/>
                  </a:lnTo>
                  <a:lnTo>
                    <a:pt x="8073642" y="121426"/>
                  </a:lnTo>
                  <a:lnTo>
                    <a:pt x="8073768" y="121426"/>
                  </a:lnTo>
                  <a:lnTo>
                    <a:pt x="8073894" y="121426"/>
                  </a:lnTo>
                  <a:lnTo>
                    <a:pt x="8074020" y="121426"/>
                  </a:lnTo>
                  <a:lnTo>
                    <a:pt x="8074146" y="121426"/>
                  </a:lnTo>
                  <a:lnTo>
                    <a:pt x="8074272" y="121426"/>
                  </a:lnTo>
                  <a:lnTo>
                    <a:pt x="8074398" y="121426"/>
                  </a:lnTo>
                  <a:lnTo>
                    <a:pt x="8074524" y="121426"/>
                  </a:lnTo>
                  <a:lnTo>
                    <a:pt x="8074651" y="121426"/>
                  </a:lnTo>
                  <a:lnTo>
                    <a:pt x="8074777" y="121426"/>
                  </a:lnTo>
                  <a:lnTo>
                    <a:pt x="8074903" y="121426"/>
                  </a:lnTo>
                  <a:lnTo>
                    <a:pt x="8075029" y="121426"/>
                  </a:lnTo>
                  <a:lnTo>
                    <a:pt x="8075155" y="121426"/>
                  </a:lnTo>
                  <a:lnTo>
                    <a:pt x="8075281" y="121426"/>
                  </a:lnTo>
                  <a:lnTo>
                    <a:pt x="8075407" y="121426"/>
                  </a:lnTo>
                  <a:lnTo>
                    <a:pt x="8075533" y="121426"/>
                  </a:lnTo>
                  <a:lnTo>
                    <a:pt x="8075659" y="121426"/>
                  </a:lnTo>
                  <a:lnTo>
                    <a:pt x="8075785" y="121426"/>
                  </a:lnTo>
                  <a:lnTo>
                    <a:pt x="8075911" y="121426"/>
                  </a:lnTo>
                  <a:lnTo>
                    <a:pt x="8076037" y="121426"/>
                  </a:lnTo>
                  <a:lnTo>
                    <a:pt x="8076164" y="121426"/>
                  </a:lnTo>
                  <a:lnTo>
                    <a:pt x="8076290" y="121426"/>
                  </a:lnTo>
                  <a:lnTo>
                    <a:pt x="8076416" y="121426"/>
                  </a:lnTo>
                  <a:lnTo>
                    <a:pt x="8076542" y="121426"/>
                  </a:lnTo>
                  <a:lnTo>
                    <a:pt x="8076668" y="121426"/>
                  </a:lnTo>
                  <a:lnTo>
                    <a:pt x="8076794" y="121426"/>
                  </a:lnTo>
                  <a:lnTo>
                    <a:pt x="8076920" y="121426"/>
                  </a:lnTo>
                  <a:lnTo>
                    <a:pt x="8077046" y="121426"/>
                  </a:lnTo>
                  <a:lnTo>
                    <a:pt x="8077172" y="121426"/>
                  </a:lnTo>
                  <a:lnTo>
                    <a:pt x="8077298" y="121426"/>
                  </a:lnTo>
                  <a:lnTo>
                    <a:pt x="8077424" y="121426"/>
                  </a:lnTo>
                  <a:lnTo>
                    <a:pt x="8077551" y="121426"/>
                  </a:lnTo>
                  <a:lnTo>
                    <a:pt x="8077677" y="121426"/>
                  </a:lnTo>
                  <a:lnTo>
                    <a:pt x="8077803" y="121426"/>
                  </a:lnTo>
                  <a:lnTo>
                    <a:pt x="8077929" y="121426"/>
                  </a:lnTo>
                  <a:lnTo>
                    <a:pt x="8078055" y="121426"/>
                  </a:lnTo>
                  <a:lnTo>
                    <a:pt x="8078181" y="121426"/>
                  </a:lnTo>
                  <a:lnTo>
                    <a:pt x="8078307" y="121426"/>
                  </a:lnTo>
                  <a:lnTo>
                    <a:pt x="8078433" y="121426"/>
                  </a:lnTo>
                  <a:lnTo>
                    <a:pt x="8078559" y="121426"/>
                  </a:lnTo>
                  <a:lnTo>
                    <a:pt x="8078685" y="121426"/>
                  </a:lnTo>
                  <a:lnTo>
                    <a:pt x="8078811" y="121426"/>
                  </a:lnTo>
                  <a:lnTo>
                    <a:pt x="8078937" y="121426"/>
                  </a:lnTo>
                  <a:lnTo>
                    <a:pt x="8079064" y="121426"/>
                  </a:lnTo>
                  <a:lnTo>
                    <a:pt x="8079190" y="121426"/>
                  </a:lnTo>
                  <a:lnTo>
                    <a:pt x="8079316" y="121426"/>
                  </a:lnTo>
                  <a:lnTo>
                    <a:pt x="8079442" y="121426"/>
                  </a:lnTo>
                  <a:lnTo>
                    <a:pt x="8079568" y="121426"/>
                  </a:lnTo>
                  <a:lnTo>
                    <a:pt x="8079694" y="121426"/>
                  </a:lnTo>
                  <a:lnTo>
                    <a:pt x="8079820" y="121426"/>
                  </a:lnTo>
                  <a:lnTo>
                    <a:pt x="8079946" y="121426"/>
                  </a:lnTo>
                  <a:lnTo>
                    <a:pt x="8080072" y="121426"/>
                  </a:lnTo>
                  <a:lnTo>
                    <a:pt x="8080198" y="121426"/>
                  </a:lnTo>
                  <a:lnTo>
                    <a:pt x="8080324" y="121426"/>
                  </a:lnTo>
                  <a:lnTo>
                    <a:pt x="8080451" y="121426"/>
                  </a:lnTo>
                  <a:lnTo>
                    <a:pt x="8080577" y="121426"/>
                  </a:lnTo>
                  <a:lnTo>
                    <a:pt x="8080703" y="121426"/>
                  </a:lnTo>
                  <a:lnTo>
                    <a:pt x="8080829" y="121426"/>
                  </a:lnTo>
                  <a:lnTo>
                    <a:pt x="8080955" y="121426"/>
                  </a:lnTo>
                  <a:lnTo>
                    <a:pt x="8081081" y="121426"/>
                  </a:lnTo>
                  <a:lnTo>
                    <a:pt x="8081207" y="121426"/>
                  </a:lnTo>
                  <a:lnTo>
                    <a:pt x="8081333" y="121426"/>
                  </a:lnTo>
                  <a:lnTo>
                    <a:pt x="8081459" y="121426"/>
                  </a:lnTo>
                  <a:lnTo>
                    <a:pt x="8081585" y="121426"/>
                  </a:lnTo>
                  <a:lnTo>
                    <a:pt x="8081711" y="121426"/>
                  </a:lnTo>
                  <a:lnTo>
                    <a:pt x="8081838" y="121426"/>
                  </a:lnTo>
                  <a:lnTo>
                    <a:pt x="8081964" y="121426"/>
                  </a:lnTo>
                  <a:lnTo>
                    <a:pt x="8082090" y="121426"/>
                  </a:lnTo>
                  <a:lnTo>
                    <a:pt x="8082216" y="121426"/>
                  </a:lnTo>
                  <a:lnTo>
                    <a:pt x="8082342" y="121426"/>
                  </a:lnTo>
                  <a:lnTo>
                    <a:pt x="8082468" y="121426"/>
                  </a:lnTo>
                  <a:lnTo>
                    <a:pt x="8082594" y="121426"/>
                  </a:lnTo>
                  <a:lnTo>
                    <a:pt x="8082720" y="121426"/>
                  </a:lnTo>
                  <a:lnTo>
                    <a:pt x="8082846" y="121426"/>
                  </a:lnTo>
                  <a:lnTo>
                    <a:pt x="8082972" y="121426"/>
                  </a:lnTo>
                  <a:lnTo>
                    <a:pt x="8083098" y="121426"/>
                  </a:lnTo>
                  <a:lnTo>
                    <a:pt x="8083224" y="121426"/>
                  </a:lnTo>
                  <a:lnTo>
                    <a:pt x="8083351" y="121426"/>
                  </a:lnTo>
                  <a:lnTo>
                    <a:pt x="8083477" y="121426"/>
                  </a:lnTo>
                  <a:lnTo>
                    <a:pt x="8083603" y="121426"/>
                  </a:lnTo>
                  <a:lnTo>
                    <a:pt x="8083729" y="121426"/>
                  </a:lnTo>
                  <a:lnTo>
                    <a:pt x="8083855" y="121426"/>
                  </a:lnTo>
                  <a:lnTo>
                    <a:pt x="8083981" y="121426"/>
                  </a:lnTo>
                  <a:lnTo>
                    <a:pt x="8084107" y="121426"/>
                  </a:lnTo>
                  <a:lnTo>
                    <a:pt x="8084233" y="121426"/>
                  </a:lnTo>
                  <a:lnTo>
                    <a:pt x="8084359" y="121426"/>
                  </a:lnTo>
                  <a:lnTo>
                    <a:pt x="8084485" y="121426"/>
                  </a:lnTo>
                  <a:lnTo>
                    <a:pt x="8084611" y="121426"/>
                  </a:lnTo>
                  <a:lnTo>
                    <a:pt x="8084738" y="121426"/>
                  </a:lnTo>
                  <a:lnTo>
                    <a:pt x="8084864" y="121426"/>
                  </a:lnTo>
                  <a:lnTo>
                    <a:pt x="8084990" y="121426"/>
                  </a:lnTo>
                  <a:lnTo>
                    <a:pt x="8085116" y="121426"/>
                  </a:lnTo>
                  <a:lnTo>
                    <a:pt x="8085242" y="121426"/>
                  </a:lnTo>
                  <a:lnTo>
                    <a:pt x="8085368" y="121426"/>
                  </a:lnTo>
                  <a:lnTo>
                    <a:pt x="8085494" y="121426"/>
                  </a:lnTo>
                  <a:lnTo>
                    <a:pt x="8085620" y="121426"/>
                  </a:lnTo>
                  <a:lnTo>
                    <a:pt x="8085746" y="121426"/>
                  </a:lnTo>
                  <a:lnTo>
                    <a:pt x="8085872" y="121426"/>
                  </a:lnTo>
                  <a:lnTo>
                    <a:pt x="8085998" y="121426"/>
                  </a:lnTo>
                  <a:lnTo>
                    <a:pt x="8086124" y="121426"/>
                  </a:lnTo>
                  <a:lnTo>
                    <a:pt x="8086251" y="121426"/>
                  </a:lnTo>
                  <a:lnTo>
                    <a:pt x="8086377" y="121426"/>
                  </a:lnTo>
                  <a:lnTo>
                    <a:pt x="8086503" y="121426"/>
                  </a:lnTo>
                  <a:lnTo>
                    <a:pt x="8086629" y="121426"/>
                  </a:lnTo>
                  <a:lnTo>
                    <a:pt x="8086755" y="121426"/>
                  </a:lnTo>
                  <a:lnTo>
                    <a:pt x="8086881" y="121426"/>
                  </a:lnTo>
                  <a:lnTo>
                    <a:pt x="8087007" y="121426"/>
                  </a:lnTo>
                  <a:lnTo>
                    <a:pt x="8087133" y="121426"/>
                  </a:lnTo>
                  <a:lnTo>
                    <a:pt x="8087259" y="121426"/>
                  </a:lnTo>
                  <a:lnTo>
                    <a:pt x="8087385" y="121426"/>
                  </a:lnTo>
                  <a:lnTo>
                    <a:pt x="8087511" y="121426"/>
                  </a:lnTo>
                  <a:lnTo>
                    <a:pt x="8087638" y="121426"/>
                  </a:lnTo>
                  <a:lnTo>
                    <a:pt x="8087764" y="121426"/>
                  </a:lnTo>
                  <a:lnTo>
                    <a:pt x="8087890" y="121426"/>
                  </a:lnTo>
                  <a:lnTo>
                    <a:pt x="8088016" y="121426"/>
                  </a:lnTo>
                  <a:lnTo>
                    <a:pt x="8088142" y="121426"/>
                  </a:lnTo>
                  <a:lnTo>
                    <a:pt x="8088268" y="121426"/>
                  </a:lnTo>
                  <a:lnTo>
                    <a:pt x="8088268" y="116147"/>
                  </a:lnTo>
                  <a:lnTo>
                    <a:pt x="8088394" y="116147"/>
                  </a:lnTo>
                  <a:lnTo>
                    <a:pt x="8088520" y="116147"/>
                  </a:lnTo>
                  <a:lnTo>
                    <a:pt x="8088646" y="116147"/>
                  </a:lnTo>
                  <a:lnTo>
                    <a:pt x="8088772" y="116147"/>
                  </a:lnTo>
                  <a:lnTo>
                    <a:pt x="8088898" y="116147"/>
                  </a:lnTo>
                  <a:lnTo>
                    <a:pt x="8089024" y="116147"/>
                  </a:lnTo>
                  <a:lnTo>
                    <a:pt x="8089151" y="116147"/>
                  </a:lnTo>
                  <a:lnTo>
                    <a:pt x="8089277" y="116147"/>
                  </a:lnTo>
                  <a:lnTo>
                    <a:pt x="8089403" y="116147"/>
                  </a:lnTo>
                  <a:lnTo>
                    <a:pt x="8089529" y="116147"/>
                  </a:lnTo>
                  <a:lnTo>
                    <a:pt x="8089655" y="116147"/>
                  </a:lnTo>
                  <a:lnTo>
                    <a:pt x="8089781" y="116147"/>
                  </a:lnTo>
                  <a:lnTo>
                    <a:pt x="8089907" y="116147"/>
                  </a:lnTo>
                  <a:lnTo>
                    <a:pt x="8090033" y="116147"/>
                  </a:lnTo>
                  <a:lnTo>
                    <a:pt x="8090159" y="116147"/>
                  </a:lnTo>
                  <a:lnTo>
                    <a:pt x="8090285" y="116147"/>
                  </a:lnTo>
                  <a:lnTo>
                    <a:pt x="8090411" y="116147"/>
                  </a:lnTo>
                  <a:lnTo>
                    <a:pt x="8090538" y="116147"/>
                  </a:lnTo>
                  <a:lnTo>
                    <a:pt x="8090664" y="116147"/>
                  </a:lnTo>
                  <a:lnTo>
                    <a:pt x="8090790" y="116147"/>
                  </a:lnTo>
                  <a:lnTo>
                    <a:pt x="8090916" y="116147"/>
                  </a:lnTo>
                  <a:lnTo>
                    <a:pt x="8091042" y="116147"/>
                  </a:lnTo>
                  <a:lnTo>
                    <a:pt x="8091168" y="116147"/>
                  </a:lnTo>
                  <a:lnTo>
                    <a:pt x="8091294" y="116147"/>
                  </a:lnTo>
                  <a:lnTo>
                    <a:pt x="8091420" y="116147"/>
                  </a:lnTo>
                  <a:lnTo>
                    <a:pt x="8091546" y="116147"/>
                  </a:lnTo>
                  <a:lnTo>
                    <a:pt x="8091672" y="116147"/>
                  </a:lnTo>
                  <a:lnTo>
                    <a:pt x="8091798" y="116147"/>
                  </a:lnTo>
                  <a:lnTo>
                    <a:pt x="8091925" y="116147"/>
                  </a:lnTo>
                  <a:lnTo>
                    <a:pt x="8091925" y="110867"/>
                  </a:lnTo>
                  <a:lnTo>
                    <a:pt x="8092051" y="110867"/>
                  </a:lnTo>
                  <a:lnTo>
                    <a:pt x="8092177" y="110867"/>
                  </a:lnTo>
                  <a:lnTo>
                    <a:pt x="8092303" y="110867"/>
                  </a:lnTo>
                  <a:lnTo>
                    <a:pt x="8092429" y="110867"/>
                  </a:lnTo>
                  <a:lnTo>
                    <a:pt x="8092555" y="110867"/>
                  </a:lnTo>
                  <a:lnTo>
                    <a:pt x="8092681" y="110867"/>
                  </a:lnTo>
                  <a:lnTo>
                    <a:pt x="8092807" y="110867"/>
                  </a:lnTo>
                  <a:lnTo>
                    <a:pt x="8092933" y="110867"/>
                  </a:lnTo>
                  <a:lnTo>
                    <a:pt x="8093059" y="110867"/>
                  </a:lnTo>
                  <a:lnTo>
                    <a:pt x="8093185" y="110867"/>
                  </a:lnTo>
                  <a:lnTo>
                    <a:pt x="8093311" y="110867"/>
                  </a:lnTo>
                  <a:lnTo>
                    <a:pt x="8093438" y="110867"/>
                  </a:lnTo>
                  <a:lnTo>
                    <a:pt x="8093564" y="110867"/>
                  </a:lnTo>
                  <a:lnTo>
                    <a:pt x="8093690" y="110867"/>
                  </a:lnTo>
                  <a:lnTo>
                    <a:pt x="8093816" y="110867"/>
                  </a:lnTo>
                  <a:lnTo>
                    <a:pt x="8093942" y="110867"/>
                  </a:lnTo>
                  <a:lnTo>
                    <a:pt x="8094068" y="110867"/>
                  </a:lnTo>
                  <a:lnTo>
                    <a:pt x="8094194" y="110867"/>
                  </a:lnTo>
                  <a:lnTo>
                    <a:pt x="8094320" y="110867"/>
                  </a:lnTo>
                  <a:lnTo>
                    <a:pt x="8094446" y="110867"/>
                  </a:lnTo>
                  <a:lnTo>
                    <a:pt x="8094572" y="110867"/>
                  </a:lnTo>
                  <a:lnTo>
                    <a:pt x="8094698" y="110867"/>
                  </a:lnTo>
                  <a:lnTo>
                    <a:pt x="8094825" y="110867"/>
                  </a:lnTo>
                  <a:lnTo>
                    <a:pt x="8094951" y="110867"/>
                  </a:lnTo>
                  <a:lnTo>
                    <a:pt x="8095077" y="110867"/>
                  </a:lnTo>
                  <a:lnTo>
                    <a:pt x="8095203" y="110867"/>
                  </a:lnTo>
                  <a:lnTo>
                    <a:pt x="8095329" y="110867"/>
                  </a:lnTo>
                  <a:lnTo>
                    <a:pt x="8095455" y="110867"/>
                  </a:lnTo>
                  <a:lnTo>
                    <a:pt x="8095581" y="110867"/>
                  </a:lnTo>
                  <a:lnTo>
                    <a:pt x="8095707" y="110867"/>
                  </a:lnTo>
                  <a:lnTo>
                    <a:pt x="8095833" y="110867"/>
                  </a:lnTo>
                  <a:lnTo>
                    <a:pt x="8095959" y="110867"/>
                  </a:lnTo>
                  <a:lnTo>
                    <a:pt x="8096085" y="110867"/>
                  </a:lnTo>
                  <a:lnTo>
                    <a:pt x="8096211" y="110867"/>
                  </a:lnTo>
                  <a:lnTo>
                    <a:pt x="8096338" y="110867"/>
                  </a:lnTo>
                  <a:lnTo>
                    <a:pt x="8096464" y="110867"/>
                  </a:lnTo>
                  <a:lnTo>
                    <a:pt x="8096590" y="110867"/>
                  </a:lnTo>
                  <a:lnTo>
                    <a:pt x="8096716" y="110867"/>
                  </a:lnTo>
                  <a:lnTo>
                    <a:pt x="8096842" y="110867"/>
                  </a:lnTo>
                  <a:lnTo>
                    <a:pt x="8096968" y="110867"/>
                  </a:lnTo>
                  <a:lnTo>
                    <a:pt x="8097094" y="110867"/>
                  </a:lnTo>
                  <a:lnTo>
                    <a:pt x="8097220" y="110867"/>
                  </a:lnTo>
                  <a:lnTo>
                    <a:pt x="8097346" y="110867"/>
                  </a:lnTo>
                  <a:lnTo>
                    <a:pt x="8097472" y="110867"/>
                  </a:lnTo>
                  <a:lnTo>
                    <a:pt x="8097598" y="110867"/>
                  </a:lnTo>
                  <a:lnTo>
                    <a:pt x="8097725" y="110867"/>
                  </a:lnTo>
                  <a:lnTo>
                    <a:pt x="8097851" y="110867"/>
                  </a:lnTo>
                  <a:lnTo>
                    <a:pt x="8097977" y="110867"/>
                  </a:lnTo>
                  <a:lnTo>
                    <a:pt x="8098103" y="110867"/>
                  </a:lnTo>
                  <a:lnTo>
                    <a:pt x="8098229" y="110867"/>
                  </a:lnTo>
                  <a:lnTo>
                    <a:pt x="8098355" y="110867"/>
                  </a:lnTo>
                  <a:lnTo>
                    <a:pt x="8098481" y="110867"/>
                  </a:lnTo>
                  <a:lnTo>
                    <a:pt x="8098607" y="110867"/>
                  </a:lnTo>
                  <a:lnTo>
                    <a:pt x="8098733" y="110867"/>
                  </a:lnTo>
                  <a:lnTo>
                    <a:pt x="8098859" y="110867"/>
                  </a:lnTo>
                  <a:lnTo>
                    <a:pt x="8098985" y="110867"/>
                  </a:lnTo>
                  <a:lnTo>
                    <a:pt x="8099112" y="110867"/>
                  </a:lnTo>
                  <a:lnTo>
                    <a:pt x="8099238" y="110867"/>
                  </a:lnTo>
                  <a:lnTo>
                    <a:pt x="8099364" y="110867"/>
                  </a:lnTo>
                  <a:lnTo>
                    <a:pt x="8099490" y="110867"/>
                  </a:lnTo>
                  <a:lnTo>
                    <a:pt x="8099616" y="110867"/>
                  </a:lnTo>
                  <a:lnTo>
                    <a:pt x="8099742" y="110867"/>
                  </a:lnTo>
                  <a:lnTo>
                    <a:pt x="8099868" y="110867"/>
                  </a:lnTo>
                  <a:lnTo>
                    <a:pt x="8099994" y="110867"/>
                  </a:lnTo>
                  <a:lnTo>
                    <a:pt x="8100120" y="110867"/>
                  </a:lnTo>
                  <a:lnTo>
                    <a:pt x="8100246" y="110867"/>
                  </a:lnTo>
                  <a:lnTo>
                    <a:pt x="8100372" y="110867"/>
                  </a:lnTo>
                  <a:lnTo>
                    <a:pt x="8100498" y="110867"/>
                  </a:lnTo>
                  <a:lnTo>
                    <a:pt x="8100625" y="110867"/>
                  </a:lnTo>
                  <a:lnTo>
                    <a:pt x="8100751" y="110867"/>
                  </a:lnTo>
                  <a:lnTo>
                    <a:pt x="8100877" y="110867"/>
                  </a:lnTo>
                  <a:lnTo>
                    <a:pt x="8101003" y="110867"/>
                  </a:lnTo>
                  <a:lnTo>
                    <a:pt x="8101129" y="110867"/>
                  </a:lnTo>
                  <a:lnTo>
                    <a:pt x="8101255" y="110867"/>
                  </a:lnTo>
                  <a:lnTo>
                    <a:pt x="8101381" y="110867"/>
                  </a:lnTo>
                  <a:lnTo>
                    <a:pt x="8101507" y="110867"/>
                  </a:lnTo>
                  <a:lnTo>
                    <a:pt x="8101633" y="110867"/>
                  </a:lnTo>
                  <a:lnTo>
                    <a:pt x="8101759" y="110867"/>
                  </a:lnTo>
                  <a:lnTo>
                    <a:pt x="8101885" y="110867"/>
                  </a:lnTo>
                  <a:lnTo>
                    <a:pt x="8102012" y="110867"/>
                  </a:lnTo>
                  <a:lnTo>
                    <a:pt x="8102138" y="110867"/>
                  </a:lnTo>
                  <a:lnTo>
                    <a:pt x="8102264" y="110867"/>
                  </a:lnTo>
                  <a:lnTo>
                    <a:pt x="8102390" y="110867"/>
                  </a:lnTo>
                  <a:lnTo>
                    <a:pt x="8102516" y="110867"/>
                  </a:lnTo>
                  <a:lnTo>
                    <a:pt x="8102642" y="110867"/>
                  </a:lnTo>
                  <a:lnTo>
                    <a:pt x="8102768" y="110867"/>
                  </a:lnTo>
                  <a:lnTo>
                    <a:pt x="8102894" y="110867"/>
                  </a:lnTo>
                  <a:lnTo>
                    <a:pt x="8103020" y="110867"/>
                  </a:lnTo>
                  <a:lnTo>
                    <a:pt x="8103146" y="110867"/>
                  </a:lnTo>
                  <a:lnTo>
                    <a:pt x="8103272" y="110867"/>
                  </a:lnTo>
                  <a:lnTo>
                    <a:pt x="8103398" y="110867"/>
                  </a:lnTo>
                  <a:lnTo>
                    <a:pt x="8103525" y="110867"/>
                  </a:lnTo>
                  <a:lnTo>
                    <a:pt x="8103651" y="110867"/>
                  </a:lnTo>
                  <a:lnTo>
                    <a:pt x="8103777" y="110867"/>
                  </a:lnTo>
                  <a:lnTo>
                    <a:pt x="8103903" y="110867"/>
                  </a:lnTo>
                  <a:lnTo>
                    <a:pt x="8104029" y="110867"/>
                  </a:lnTo>
                  <a:lnTo>
                    <a:pt x="8104155" y="110867"/>
                  </a:lnTo>
                  <a:lnTo>
                    <a:pt x="8104281" y="110867"/>
                  </a:lnTo>
                  <a:lnTo>
                    <a:pt x="8104407" y="110867"/>
                  </a:lnTo>
                  <a:lnTo>
                    <a:pt x="8104533" y="110867"/>
                  </a:lnTo>
                  <a:lnTo>
                    <a:pt x="8104659" y="110867"/>
                  </a:lnTo>
                  <a:lnTo>
                    <a:pt x="8104785" y="110867"/>
                  </a:lnTo>
                  <a:lnTo>
                    <a:pt x="8104912" y="110867"/>
                  </a:lnTo>
                  <a:lnTo>
                    <a:pt x="8105038" y="110867"/>
                  </a:lnTo>
                  <a:lnTo>
                    <a:pt x="8105164" y="110867"/>
                  </a:lnTo>
                  <a:lnTo>
                    <a:pt x="8105290" y="110867"/>
                  </a:lnTo>
                  <a:lnTo>
                    <a:pt x="8105416" y="110867"/>
                  </a:lnTo>
                  <a:lnTo>
                    <a:pt x="8105542" y="110867"/>
                  </a:lnTo>
                  <a:lnTo>
                    <a:pt x="8105668" y="110867"/>
                  </a:lnTo>
                  <a:lnTo>
                    <a:pt x="8105794" y="110867"/>
                  </a:lnTo>
                  <a:lnTo>
                    <a:pt x="8105920" y="110867"/>
                  </a:lnTo>
                  <a:lnTo>
                    <a:pt x="8106046" y="110867"/>
                  </a:lnTo>
                  <a:lnTo>
                    <a:pt x="8106172" y="110867"/>
                  </a:lnTo>
                  <a:lnTo>
                    <a:pt x="8106298" y="110867"/>
                  </a:lnTo>
                  <a:lnTo>
                    <a:pt x="8106425" y="110867"/>
                  </a:lnTo>
                  <a:lnTo>
                    <a:pt x="8106551" y="110867"/>
                  </a:lnTo>
                  <a:lnTo>
                    <a:pt x="8106677" y="110867"/>
                  </a:lnTo>
                  <a:lnTo>
                    <a:pt x="8106803" y="110867"/>
                  </a:lnTo>
                  <a:lnTo>
                    <a:pt x="8106929" y="110867"/>
                  </a:lnTo>
                  <a:lnTo>
                    <a:pt x="8107055" y="110867"/>
                  </a:lnTo>
                  <a:lnTo>
                    <a:pt x="8107181" y="110867"/>
                  </a:lnTo>
                  <a:lnTo>
                    <a:pt x="8107307" y="110867"/>
                  </a:lnTo>
                  <a:lnTo>
                    <a:pt x="8107433" y="110867"/>
                  </a:lnTo>
                  <a:lnTo>
                    <a:pt x="8107559" y="110867"/>
                  </a:lnTo>
                  <a:lnTo>
                    <a:pt x="8107685" y="110867"/>
                  </a:lnTo>
                  <a:lnTo>
                    <a:pt x="8107812" y="110867"/>
                  </a:lnTo>
                  <a:lnTo>
                    <a:pt x="8107938" y="110867"/>
                  </a:lnTo>
                  <a:lnTo>
                    <a:pt x="8108064" y="110867"/>
                  </a:lnTo>
                  <a:lnTo>
                    <a:pt x="8108190" y="110867"/>
                  </a:lnTo>
                  <a:lnTo>
                    <a:pt x="8108316" y="110867"/>
                  </a:lnTo>
                  <a:lnTo>
                    <a:pt x="8108442" y="110867"/>
                  </a:lnTo>
                  <a:lnTo>
                    <a:pt x="8108568" y="110867"/>
                  </a:lnTo>
                  <a:lnTo>
                    <a:pt x="8108694" y="110867"/>
                  </a:lnTo>
                  <a:lnTo>
                    <a:pt x="8108820" y="110867"/>
                  </a:lnTo>
                  <a:lnTo>
                    <a:pt x="8108946" y="110867"/>
                  </a:lnTo>
                  <a:lnTo>
                    <a:pt x="8109072" y="110867"/>
                  </a:lnTo>
                  <a:lnTo>
                    <a:pt x="8109199" y="110867"/>
                  </a:lnTo>
                  <a:lnTo>
                    <a:pt x="8109325" y="110867"/>
                  </a:lnTo>
                  <a:lnTo>
                    <a:pt x="8109451" y="110867"/>
                  </a:lnTo>
                  <a:lnTo>
                    <a:pt x="8109577" y="110867"/>
                  </a:lnTo>
                  <a:lnTo>
                    <a:pt x="8109703" y="110867"/>
                  </a:lnTo>
                  <a:lnTo>
                    <a:pt x="8109829" y="110867"/>
                  </a:lnTo>
                  <a:lnTo>
                    <a:pt x="8109955" y="110867"/>
                  </a:lnTo>
                  <a:lnTo>
                    <a:pt x="8110081" y="110867"/>
                  </a:lnTo>
                  <a:lnTo>
                    <a:pt x="8110207" y="110867"/>
                  </a:lnTo>
                  <a:lnTo>
                    <a:pt x="8110333" y="110867"/>
                  </a:lnTo>
                  <a:lnTo>
                    <a:pt x="8110333" y="105588"/>
                  </a:lnTo>
                  <a:lnTo>
                    <a:pt x="8110459" y="105588"/>
                  </a:lnTo>
                  <a:lnTo>
                    <a:pt x="8110585" y="105588"/>
                  </a:lnTo>
                  <a:lnTo>
                    <a:pt x="8110712" y="105588"/>
                  </a:lnTo>
                  <a:lnTo>
                    <a:pt x="8110838" y="105588"/>
                  </a:lnTo>
                  <a:lnTo>
                    <a:pt x="8110964" y="105588"/>
                  </a:lnTo>
                  <a:lnTo>
                    <a:pt x="8111090" y="105588"/>
                  </a:lnTo>
                  <a:lnTo>
                    <a:pt x="8111216" y="105588"/>
                  </a:lnTo>
                  <a:lnTo>
                    <a:pt x="8111342" y="105588"/>
                  </a:lnTo>
                  <a:lnTo>
                    <a:pt x="8111468" y="105588"/>
                  </a:lnTo>
                  <a:lnTo>
                    <a:pt x="8111594" y="105588"/>
                  </a:lnTo>
                  <a:lnTo>
                    <a:pt x="8111720" y="105588"/>
                  </a:lnTo>
                  <a:lnTo>
                    <a:pt x="8111846" y="105588"/>
                  </a:lnTo>
                  <a:lnTo>
                    <a:pt x="8111972" y="105588"/>
                  </a:lnTo>
                  <a:lnTo>
                    <a:pt x="8112099" y="105588"/>
                  </a:lnTo>
                  <a:lnTo>
                    <a:pt x="8112225" y="105588"/>
                  </a:lnTo>
                  <a:lnTo>
                    <a:pt x="8112351" y="105588"/>
                  </a:lnTo>
                  <a:lnTo>
                    <a:pt x="8112477" y="105588"/>
                  </a:lnTo>
                  <a:lnTo>
                    <a:pt x="8112603" y="105588"/>
                  </a:lnTo>
                  <a:lnTo>
                    <a:pt x="8112729" y="105588"/>
                  </a:lnTo>
                  <a:lnTo>
                    <a:pt x="8112855" y="105588"/>
                  </a:lnTo>
                  <a:lnTo>
                    <a:pt x="8112981" y="105588"/>
                  </a:lnTo>
                  <a:lnTo>
                    <a:pt x="8113107" y="105588"/>
                  </a:lnTo>
                  <a:lnTo>
                    <a:pt x="8113233" y="105588"/>
                  </a:lnTo>
                  <a:lnTo>
                    <a:pt x="8113359" y="105588"/>
                  </a:lnTo>
                  <a:lnTo>
                    <a:pt x="8113485" y="105588"/>
                  </a:lnTo>
                  <a:lnTo>
                    <a:pt x="8113612" y="105588"/>
                  </a:lnTo>
                  <a:lnTo>
                    <a:pt x="8113738" y="105588"/>
                  </a:lnTo>
                  <a:lnTo>
                    <a:pt x="8113864" y="105588"/>
                  </a:lnTo>
                  <a:lnTo>
                    <a:pt x="8113990" y="105588"/>
                  </a:lnTo>
                  <a:lnTo>
                    <a:pt x="8114116" y="105588"/>
                  </a:lnTo>
                  <a:lnTo>
                    <a:pt x="8114242" y="105588"/>
                  </a:lnTo>
                  <a:lnTo>
                    <a:pt x="8114368" y="105588"/>
                  </a:lnTo>
                  <a:lnTo>
                    <a:pt x="8114494" y="105588"/>
                  </a:lnTo>
                  <a:lnTo>
                    <a:pt x="8114620" y="105588"/>
                  </a:lnTo>
                  <a:lnTo>
                    <a:pt x="8114746" y="105588"/>
                  </a:lnTo>
                  <a:lnTo>
                    <a:pt x="8114872" y="105588"/>
                  </a:lnTo>
                  <a:lnTo>
                    <a:pt x="8114999" y="105588"/>
                  </a:lnTo>
                  <a:lnTo>
                    <a:pt x="8115125" y="105588"/>
                  </a:lnTo>
                  <a:lnTo>
                    <a:pt x="8115251" y="105588"/>
                  </a:lnTo>
                  <a:lnTo>
                    <a:pt x="8115377" y="105588"/>
                  </a:lnTo>
                  <a:lnTo>
                    <a:pt x="8115503" y="105588"/>
                  </a:lnTo>
                  <a:lnTo>
                    <a:pt x="8115629" y="105588"/>
                  </a:lnTo>
                  <a:lnTo>
                    <a:pt x="8115755" y="105588"/>
                  </a:lnTo>
                  <a:lnTo>
                    <a:pt x="8115881" y="105588"/>
                  </a:lnTo>
                  <a:lnTo>
                    <a:pt x="8116007" y="105588"/>
                  </a:lnTo>
                  <a:lnTo>
                    <a:pt x="8116133" y="105588"/>
                  </a:lnTo>
                  <a:lnTo>
                    <a:pt x="8116259" y="105588"/>
                  </a:lnTo>
                  <a:lnTo>
                    <a:pt x="8116386" y="105588"/>
                  </a:lnTo>
                  <a:lnTo>
                    <a:pt x="8116512" y="105588"/>
                  </a:lnTo>
                  <a:lnTo>
                    <a:pt x="8116638" y="105588"/>
                  </a:lnTo>
                  <a:lnTo>
                    <a:pt x="8116764" y="105588"/>
                  </a:lnTo>
                  <a:lnTo>
                    <a:pt x="8116890" y="105588"/>
                  </a:lnTo>
                  <a:lnTo>
                    <a:pt x="8117016" y="105588"/>
                  </a:lnTo>
                  <a:lnTo>
                    <a:pt x="8117142" y="105588"/>
                  </a:lnTo>
                  <a:lnTo>
                    <a:pt x="8117268" y="105588"/>
                  </a:lnTo>
                  <a:lnTo>
                    <a:pt x="8117394" y="105588"/>
                  </a:lnTo>
                  <a:lnTo>
                    <a:pt x="8117520" y="105588"/>
                  </a:lnTo>
                  <a:lnTo>
                    <a:pt x="8117646" y="105588"/>
                  </a:lnTo>
                  <a:lnTo>
                    <a:pt x="8117772" y="105588"/>
                  </a:lnTo>
                  <a:lnTo>
                    <a:pt x="8117899" y="105588"/>
                  </a:lnTo>
                  <a:lnTo>
                    <a:pt x="8118025" y="105588"/>
                  </a:lnTo>
                  <a:lnTo>
                    <a:pt x="8118151" y="105588"/>
                  </a:lnTo>
                  <a:lnTo>
                    <a:pt x="8118277" y="105588"/>
                  </a:lnTo>
                  <a:lnTo>
                    <a:pt x="8118403" y="105588"/>
                  </a:lnTo>
                  <a:lnTo>
                    <a:pt x="8118529" y="105588"/>
                  </a:lnTo>
                  <a:lnTo>
                    <a:pt x="8118655" y="105588"/>
                  </a:lnTo>
                  <a:lnTo>
                    <a:pt x="8118781" y="105588"/>
                  </a:lnTo>
                  <a:lnTo>
                    <a:pt x="8118907" y="105588"/>
                  </a:lnTo>
                  <a:lnTo>
                    <a:pt x="8119033" y="105588"/>
                  </a:lnTo>
                  <a:lnTo>
                    <a:pt x="8119159" y="105588"/>
                  </a:lnTo>
                  <a:lnTo>
                    <a:pt x="8119286" y="105588"/>
                  </a:lnTo>
                  <a:lnTo>
                    <a:pt x="8119412" y="105588"/>
                  </a:lnTo>
                  <a:lnTo>
                    <a:pt x="8119538" y="105588"/>
                  </a:lnTo>
                  <a:lnTo>
                    <a:pt x="8119664" y="105588"/>
                  </a:lnTo>
                  <a:lnTo>
                    <a:pt x="8119790" y="105588"/>
                  </a:lnTo>
                  <a:lnTo>
                    <a:pt x="8119916" y="105588"/>
                  </a:lnTo>
                  <a:lnTo>
                    <a:pt x="8120042" y="105588"/>
                  </a:lnTo>
                  <a:lnTo>
                    <a:pt x="8120168" y="105588"/>
                  </a:lnTo>
                  <a:lnTo>
                    <a:pt x="8120294" y="105588"/>
                  </a:lnTo>
                  <a:lnTo>
                    <a:pt x="8120420" y="105588"/>
                  </a:lnTo>
                  <a:lnTo>
                    <a:pt x="8120546" y="105588"/>
                  </a:lnTo>
                  <a:lnTo>
                    <a:pt x="8120672" y="105588"/>
                  </a:lnTo>
                  <a:lnTo>
                    <a:pt x="8120799" y="105588"/>
                  </a:lnTo>
                  <a:lnTo>
                    <a:pt x="8120925" y="105588"/>
                  </a:lnTo>
                  <a:lnTo>
                    <a:pt x="8121051" y="105588"/>
                  </a:lnTo>
                  <a:lnTo>
                    <a:pt x="8121177" y="105588"/>
                  </a:lnTo>
                  <a:lnTo>
                    <a:pt x="8121303" y="105588"/>
                  </a:lnTo>
                  <a:lnTo>
                    <a:pt x="8121429" y="105588"/>
                  </a:lnTo>
                  <a:lnTo>
                    <a:pt x="8121555" y="105588"/>
                  </a:lnTo>
                  <a:lnTo>
                    <a:pt x="8121681" y="105588"/>
                  </a:lnTo>
                  <a:lnTo>
                    <a:pt x="8121807" y="105588"/>
                  </a:lnTo>
                  <a:lnTo>
                    <a:pt x="8121933" y="105588"/>
                  </a:lnTo>
                  <a:lnTo>
                    <a:pt x="8122059" y="105588"/>
                  </a:lnTo>
                  <a:lnTo>
                    <a:pt x="8122186" y="105588"/>
                  </a:lnTo>
                  <a:lnTo>
                    <a:pt x="8122312" y="105588"/>
                  </a:lnTo>
                  <a:lnTo>
                    <a:pt x="8122438" y="105588"/>
                  </a:lnTo>
                  <a:lnTo>
                    <a:pt x="8122564" y="105588"/>
                  </a:lnTo>
                  <a:lnTo>
                    <a:pt x="8122690" y="105588"/>
                  </a:lnTo>
                  <a:lnTo>
                    <a:pt x="8122816" y="105588"/>
                  </a:lnTo>
                  <a:lnTo>
                    <a:pt x="8122942" y="105588"/>
                  </a:lnTo>
                  <a:lnTo>
                    <a:pt x="8123068" y="105588"/>
                  </a:lnTo>
                  <a:lnTo>
                    <a:pt x="8123194" y="105588"/>
                  </a:lnTo>
                  <a:lnTo>
                    <a:pt x="8123320" y="105588"/>
                  </a:lnTo>
                  <a:lnTo>
                    <a:pt x="8123446" y="105588"/>
                  </a:lnTo>
                  <a:lnTo>
                    <a:pt x="8123573" y="105588"/>
                  </a:lnTo>
                  <a:lnTo>
                    <a:pt x="8123699" y="105588"/>
                  </a:lnTo>
                  <a:lnTo>
                    <a:pt x="8123825" y="105588"/>
                  </a:lnTo>
                  <a:lnTo>
                    <a:pt x="8123951" y="105588"/>
                  </a:lnTo>
                  <a:lnTo>
                    <a:pt x="8124077" y="105588"/>
                  </a:lnTo>
                  <a:lnTo>
                    <a:pt x="8124203" y="105588"/>
                  </a:lnTo>
                  <a:lnTo>
                    <a:pt x="8124329" y="105588"/>
                  </a:lnTo>
                  <a:lnTo>
                    <a:pt x="8124455" y="105588"/>
                  </a:lnTo>
                  <a:lnTo>
                    <a:pt x="8124581" y="105588"/>
                  </a:lnTo>
                  <a:lnTo>
                    <a:pt x="8124581" y="100309"/>
                  </a:lnTo>
                  <a:lnTo>
                    <a:pt x="8124707" y="100309"/>
                  </a:lnTo>
                  <a:lnTo>
                    <a:pt x="8124833" y="100309"/>
                  </a:lnTo>
                  <a:lnTo>
                    <a:pt x="8124959" y="100309"/>
                  </a:lnTo>
                  <a:lnTo>
                    <a:pt x="8125086" y="100309"/>
                  </a:lnTo>
                  <a:lnTo>
                    <a:pt x="8125212" y="100309"/>
                  </a:lnTo>
                  <a:lnTo>
                    <a:pt x="8125338" y="100309"/>
                  </a:lnTo>
                  <a:lnTo>
                    <a:pt x="8125464" y="100309"/>
                  </a:lnTo>
                  <a:lnTo>
                    <a:pt x="8125590" y="100309"/>
                  </a:lnTo>
                  <a:lnTo>
                    <a:pt x="8125716" y="100309"/>
                  </a:lnTo>
                  <a:lnTo>
                    <a:pt x="8125842" y="100309"/>
                  </a:lnTo>
                  <a:lnTo>
                    <a:pt x="8125968" y="100309"/>
                  </a:lnTo>
                  <a:lnTo>
                    <a:pt x="8126094" y="100309"/>
                  </a:lnTo>
                  <a:lnTo>
                    <a:pt x="8126220" y="100309"/>
                  </a:lnTo>
                  <a:lnTo>
                    <a:pt x="8126346" y="100309"/>
                  </a:lnTo>
                  <a:lnTo>
                    <a:pt x="8126473" y="100309"/>
                  </a:lnTo>
                  <a:lnTo>
                    <a:pt x="8126599" y="100309"/>
                  </a:lnTo>
                  <a:lnTo>
                    <a:pt x="8126725" y="100309"/>
                  </a:lnTo>
                  <a:lnTo>
                    <a:pt x="8126851" y="100309"/>
                  </a:lnTo>
                  <a:lnTo>
                    <a:pt x="8126977" y="100309"/>
                  </a:lnTo>
                  <a:lnTo>
                    <a:pt x="8127103" y="100309"/>
                  </a:lnTo>
                  <a:lnTo>
                    <a:pt x="8127229" y="100309"/>
                  </a:lnTo>
                  <a:lnTo>
                    <a:pt x="8127355" y="100309"/>
                  </a:lnTo>
                  <a:lnTo>
                    <a:pt x="8127481" y="100309"/>
                  </a:lnTo>
                  <a:lnTo>
                    <a:pt x="8127607" y="100309"/>
                  </a:lnTo>
                  <a:lnTo>
                    <a:pt x="8127733" y="100309"/>
                  </a:lnTo>
                  <a:lnTo>
                    <a:pt x="8127859" y="100309"/>
                  </a:lnTo>
                  <a:lnTo>
                    <a:pt x="8127986" y="100309"/>
                  </a:lnTo>
                  <a:lnTo>
                    <a:pt x="8128112" y="100309"/>
                  </a:lnTo>
                  <a:lnTo>
                    <a:pt x="8128238" y="100309"/>
                  </a:lnTo>
                  <a:lnTo>
                    <a:pt x="8128364" y="100309"/>
                  </a:lnTo>
                  <a:lnTo>
                    <a:pt x="8128490" y="100309"/>
                  </a:lnTo>
                  <a:lnTo>
                    <a:pt x="8128616" y="100309"/>
                  </a:lnTo>
                  <a:lnTo>
                    <a:pt x="8128742" y="100309"/>
                  </a:lnTo>
                  <a:lnTo>
                    <a:pt x="8128868" y="100309"/>
                  </a:lnTo>
                  <a:lnTo>
                    <a:pt x="8128994" y="100309"/>
                  </a:lnTo>
                  <a:lnTo>
                    <a:pt x="8129120" y="100309"/>
                  </a:lnTo>
                  <a:lnTo>
                    <a:pt x="8129246" y="100309"/>
                  </a:lnTo>
                  <a:lnTo>
                    <a:pt x="8129373" y="100309"/>
                  </a:lnTo>
                  <a:lnTo>
                    <a:pt x="8129499" y="100309"/>
                  </a:lnTo>
                  <a:lnTo>
                    <a:pt x="8129625" y="100309"/>
                  </a:lnTo>
                  <a:lnTo>
                    <a:pt x="8129751" y="100309"/>
                  </a:lnTo>
                  <a:lnTo>
                    <a:pt x="8129877" y="100309"/>
                  </a:lnTo>
                  <a:lnTo>
                    <a:pt x="8130003" y="100309"/>
                  </a:lnTo>
                  <a:lnTo>
                    <a:pt x="8130129" y="100309"/>
                  </a:lnTo>
                  <a:lnTo>
                    <a:pt x="8130129" y="95029"/>
                  </a:lnTo>
                  <a:lnTo>
                    <a:pt x="8130255" y="95029"/>
                  </a:lnTo>
                  <a:lnTo>
                    <a:pt x="8130381" y="95029"/>
                  </a:lnTo>
                  <a:lnTo>
                    <a:pt x="8130507" y="95029"/>
                  </a:lnTo>
                  <a:lnTo>
                    <a:pt x="8130633" y="95029"/>
                  </a:lnTo>
                  <a:lnTo>
                    <a:pt x="8130759" y="95029"/>
                  </a:lnTo>
                  <a:lnTo>
                    <a:pt x="8130886" y="95029"/>
                  </a:lnTo>
                  <a:lnTo>
                    <a:pt x="8131012" y="95029"/>
                  </a:lnTo>
                  <a:lnTo>
                    <a:pt x="8131138" y="95029"/>
                  </a:lnTo>
                  <a:lnTo>
                    <a:pt x="8131264" y="95029"/>
                  </a:lnTo>
                  <a:lnTo>
                    <a:pt x="8131390" y="95029"/>
                  </a:lnTo>
                  <a:lnTo>
                    <a:pt x="8131516" y="95029"/>
                  </a:lnTo>
                  <a:lnTo>
                    <a:pt x="8131642" y="95029"/>
                  </a:lnTo>
                  <a:lnTo>
                    <a:pt x="8131768" y="95029"/>
                  </a:lnTo>
                  <a:lnTo>
                    <a:pt x="8131894" y="95029"/>
                  </a:lnTo>
                  <a:lnTo>
                    <a:pt x="8132020" y="95029"/>
                  </a:lnTo>
                  <a:lnTo>
                    <a:pt x="8132146" y="95029"/>
                  </a:lnTo>
                  <a:lnTo>
                    <a:pt x="8132273" y="95029"/>
                  </a:lnTo>
                  <a:lnTo>
                    <a:pt x="8132399" y="95029"/>
                  </a:lnTo>
                  <a:lnTo>
                    <a:pt x="8132525" y="95029"/>
                  </a:lnTo>
                  <a:lnTo>
                    <a:pt x="8132651" y="95029"/>
                  </a:lnTo>
                  <a:lnTo>
                    <a:pt x="8132777" y="95029"/>
                  </a:lnTo>
                  <a:lnTo>
                    <a:pt x="8132903" y="95029"/>
                  </a:lnTo>
                  <a:lnTo>
                    <a:pt x="8133029" y="95029"/>
                  </a:lnTo>
                  <a:lnTo>
                    <a:pt x="8133155" y="95029"/>
                  </a:lnTo>
                  <a:lnTo>
                    <a:pt x="8133281" y="95029"/>
                  </a:lnTo>
                  <a:lnTo>
                    <a:pt x="8133407" y="95029"/>
                  </a:lnTo>
                  <a:lnTo>
                    <a:pt x="8133533" y="95029"/>
                  </a:lnTo>
                  <a:lnTo>
                    <a:pt x="8133660" y="95029"/>
                  </a:lnTo>
                  <a:lnTo>
                    <a:pt x="8133786" y="95029"/>
                  </a:lnTo>
                  <a:lnTo>
                    <a:pt x="8133912" y="95029"/>
                  </a:lnTo>
                  <a:lnTo>
                    <a:pt x="8134038" y="95029"/>
                  </a:lnTo>
                  <a:lnTo>
                    <a:pt x="8134164" y="95029"/>
                  </a:lnTo>
                  <a:lnTo>
                    <a:pt x="8134290" y="95029"/>
                  </a:lnTo>
                  <a:lnTo>
                    <a:pt x="8134416" y="95029"/>
                  </a:lnTo>
                  <a:lnTo>
                    <a:pt x="8134542" y="95029"/>
                  </a:lnTo>
                  <a:lnTo>
                    <a:pt x="8134668" y="95029"/>
                  </a:lnTo>
                  <a:lnTo>
                    <a:pt x="8134794" y="95029"/>
                  </a:lnTo>
                  <a:lnTo>
                    <a:pt x="8134920" y="95029"/>
                  </a:lnTo>
                  <a:lnTo>
                    <a:pt x="8135046" y="95029"/>
                  </a:lnTo>
                  <a:lnTo>
                    <a:pt x="8135173" y="95029"/>
                  </a:lnTo>
                  <a:lnTo>
                    <a:pt x="8135299" y="95029"/>
                  </a:lnTo>
                  <a:lnTo>
                    <a:pt x="8135425" y="95029"/>
                  </a:lnTo>
                  <a:lnTo>
                    <a:pt x="8135551" y="95029"/>
                  </a:lnTo>
                  <a:lnTo>
                    <a:pt x="8135677" y="95029"/>
                  </a:lnTo>
                  <a:lnTo>
                    <a:pt x="8135803" y="95029"/>
                  </a:lnTo>
                  <a:lnTo>
                    <a:pt x="8135929" y="95029"/>
                  </a:lnTo>
                  <a:lnTo>
                    <a:pt x="8136055" y="95029"/>
                  </a:lnTo>
                  <a:lnTo>
                    <a:pt x="8136181" y="95029"/>
                  </a:lnTo>
                  <a:lnTo>
                    <a:pt x="8136307" y="95029"/>
                  </a:lnTo>
                  <a:lnTo>
                    <a:pt x="8136433" y="95029"/>
                  </a:lnTo>
                  <a:lnTo>
                    <a:pt x="8136560" y="95029"/>
                  </a:lnTo>
                  <a:lnTo>
                    <a:pt x="8136686" y="95029"/>
                  </a:lnTo>
                  <a:lnTo>
                    <a:pt x="8136812" y="95029"/>
                  </a:lnTo>
                  <a:lnTo>
                    <a:pt x="8136938" y="95029"/>
                  </a:lnTo>
                  <a:lnTo>
                    <a:pt x="8137064" y="95029"/>
                  </a:lnTo>
                  <a:lnTo>
                    <a:pt x="8137190" y="95029"/>
                  </a:lnTo>
                  <a:lnTo>
                    <a:pt x="8137316" y="95029"/>
                  </a:lnTo>
                  <a:lnTo>
                    <a:pt x="8137442" y="95029"/>
                  </a:lnTo>
                  <a:lnTo>
                    <a:pt x="8137568" y="95029"/>
                  </a:lnTo>
                  <a:lnTo>
                    <a:pt x="8137694" y="95029"/>
                  </a:lnTo>
                  <a:lnTo>
                    <a:pt x="8137820" y="95029"/>
                  </a:lnTo>
                  <a:lnTo>
                    <a:pt x="8137820" y="89750"/>
                  </a:lnTo>
                  <a:lnTo>
                    <a:pt x="8137946" y="89750"/>
                  </a:lnTo>
                  <a:lnTo>
                    <a:pt x="8138073" y="89750"/>
                  </a:lnTo>
                  <a:lnTo>
                    <a:pt x="8138199" y="89750"/>
                  </a:lnTo>
                  <a:lnTo>
                    <a:pt x="8138325" y="89750"/>
                  </a:lnTo>
                  <a:lnTo>
                    <a:pt x="8138451" y="89750"/>
                  </a:lnTo>
                  <a:lnTo>
                    <a:pt x="8138577" y="89750"/>
                  </a:lnTo>
                  <a:lnTo>
                    <a:pt x="8138703" y="89750"/>
                  </a:lnTo>
                  <a:lnTo>
                    <a:pt x="8138829" y="89750"/>
                  </a:lnTo>
                  <a:lnTo>
                    <a:pt x="8138955" y="89750"/>
                  </a:lnTo>
                  <a:lnTo>
                    <a:pt x="8139081" y="89750"/>
                  </a:lnTo>
                  <a:lnTo>
                    <a:pt x="8139207" y="89750"/>
                  </a:lnTo>
                  <a:lnTo>
                    <a:pt x="8139333" y="89750"/>
                  </a:lnTo>
                  <a:lnTo>
                    <a:pt x="8139460" y="89750"/>
                  </a:lnTo>
                  <a:lnTo>
                    <a:pt x="8139586" y="89750"/>
                  </a:lnTo>
                  <a:lnTo>
                    <a:pt x="8139712" y="89750"/>
                  </a:lnTo>
                  <a:lnTo>
                    <a:pt x="8139838" y="89750"/>
                  </a:lnTo>
                  <a:lnTo>
                    <a:pt x="8139964" y="89750"/>
                  </a:lnTo>
                  <a:lnTo>
                    <a:pt x="8140090" y="89750"/>
                  </a:lnTo>
                  <a:lnTo>
                    <a:pt x="8140216" y="89750"/>
                  </a:lnTo>
                  <a:lnTo>
                    <a:pt x="8140342" y="89750"/>
                  </a:lnTo>
                  <a:lnTo>
                    <a:pt x="8140468" y="89750"/>
                  </a:lnTo>
                  <a:lnTo>
                    <a:pt x="8140594" y="89750"/>
                  </a:lnTo>
                  <a:lnTo>
                    <a:pt x="8140720" y="89750"/>
                  </a:lnTo>
                  <a:lnTo>
                    <a:pt x="8140847" y="89750"/>
                  </a:lnTo>
                  <a:lnTo>
                    <a:pt x="8140973" y="89750"/>
                  </a:lnTo>
                  <a:lnTo>
                    <a:pt x="8141099" y="89750"/>
                  </a:lnTo>
                  <a:lnTo>
                    <a:pt x="8141225" y="89750"/>
                  </a:lnTo>
                  <a:lnTo>
                    <a:pt x="8141351" y="89750"/>
                  </a:lnTo>
                  <a:lnTo>
                    <a:pt x="8141477" y="89750"/>
                  </a:lnTo>
                  <a:lnTo>
                    <a:pt x="8141603" y="89750"/>
                  </a:lnTo>
                  <a:lnTo>
                    <a:pt x="8141729" y="89750"/>
                  </a:lnTo>
                  <a:lnTo>
                    <a:pt x="8141855" y="89750"/>
                  </a:lnTo>
                  <a:lnTo>
                    <a:pt x="8141981" y="89750"/>
                  </a:lnTo>
                  <a:lnTo>
                    <a:pt x="8142107" y="89750"/>
                  </a:lnTo>
                  <a:lnTo>
                    <a:pt x="8142233" y="89750"/>
                  </a:lnTo>
                  <a:lnTo>
                    <a:pt x="8142360" y="89750"/>
                  </a:lnTo>
                  <a:lnTo>
                    <a:pt x="8142486" y="89750"/>
                  </a:lnTo>
                  <a:lnTo>
                    <a:pt x="8142612" y="89750"/>
                  </a:lnTo>
                  <a:lnTo>
                    <a:pt x="8142738" y="89750"/>
                  </a:lnTo>
                  <a:lnTo>
                    <a:pt x="8142864" y="89750"/>
                  </a:lnTo>
                  <a:lnTo>
                    <a:pt x="8142990" y="89750"/>
                  </a:lnTo>
                  <a:lnTo>
                    <a:pt x="8143116" y="89750"/>
                  </a:lnTo>
                  <a:lnTo>
                    <a:pt x="8143242" y="89750"/>
                  </a:lnTo>
                  <a:lnTo>
                    <a:pt x="8143368" y="89750"/>
                  </a:lnTo>
                  <a:lnTo>
                    <a:pt x="8143494" y="89750"/>
                  </a:lnTo>
                  <a:lnTo>
                    <a:pt x="8143620" y="89750"/>
                  </a:lnTo>
                  <a:lnTo>
                    <a:pt x="8143747" y="89750"/>
                  </a:lnTo>
                  <a:lnTo>
                    <a:pt x="8143873" y="89750"/>
                  </a:lnTo>
                  <a:lnTo>
                    <a:pt x="8143999" y="89750"/>
                  </a:lnTo>
                  <a:lnTo>
                    <a:pt x="8144125" y="89750"/>
                  </a:lnTo>
                  <a:lnTo>
                    <a:pt x="8144251" y="89750"/>
                  </a:lnTo>
                  <a:lnTo>
                    <a:pt x="8144377" y="89750"/>
                  </a:lnTo>
                  <a:lnTo>
                    <a:pt x="8144503" y="89750"/>
                  </a:lnTo>
                  <a:lnTo>
                    <a:pt x="8144629" y="89750"/>
                  </a:lnTo>
                  <a:lnTo>
                    <a:pt x="8144755" y="89750"/>
                  </a:lnTo>
                  <a:lnTo>
                    <a:pt x="8144881" y="89750"/>
                  </a:lnTo>
                  <a:lnTo>
                    <a:pt x="8145007" y="89750"/>
                  </a:lnTo>
                  <a:lnTo>
                    <a:pt x="8145133" y="89750"/>
                  </a:lnTo>
                  <a:lnTo>
                    <a:pt x="8145260" y="89750"/>
                  </a:lnTo>
                  <a:lnTo>
                    <a:pt x="8145386" y="89750"/>
                  </a:lnTo>
                  <a:lnTo>
                    <a:pt x="8145512" y="89750"/>
                  </a:lnTo>
                  <a:lnTo>
                    <a:pt x="8145638" y="89750"/>
                  </a:lnTo>
                  <a:lnTo>
                    <a:pt x="8145764" y="89750"/>
                  </a:lnTo>
                  <a:lnTo>
                    <a:pt x="8145890" y="89750"/>
                  </a:lnTo>
                  <a:lnTo>
                    <a:pt x="8146016" y="89750"/>
                  </a:lnTo>
                  <a:lnTo>
                    <a:pt x="8146142" y="89750"/>
                  </a:lnTo>
                  <a:lnTo>
                    <a:pt x="8146268" y="89750"/>
                  </a:lnTo>
                  <a:lnTo>
                    <a:pt x="8146394" y="89750"/>
                  </a:lnTo>
                  <a:lnTo>
                    <a:pt x="8146520" y="89750"/>
                  </a:lnTo>
                  <a:lnTo>
                    <a:pt x="8146647" y="89750"/>
                  </a:lnTo>
                  <a:lnTo>
                    <a:pt x="8146773" y="89750"/>
                  </a:lnTo>
                  <a:lnTo>
                    <a:pt x="8146899" y="89750"/>
                  </a:lnTo>
                  <a:lnTo>
                    <a:pt x="8147025" y="89750"/>
                  </a:lnTo>
                  <a:lnTo>
                    <a:pt x="8147151" y="89750"/>
                  </a:lnTo>
                  <a:lnTo>
                    <a:pt x="8147277" y="89750"/>
                  </a:lnTo>
                  <a:lnTo>
                    <a:pt x="8147403" y="89750"/>
                  </a:lnTo>
                  <a:lnTo>
                    <a:pt x="8147529" y="89750"/>
                  </a:lnTo>
                  <a:lnTo>
                    <a:pt x="8147655" y="89750"/>
                  </a:lnTo>
                  <a:lnTo>
                    <a:pt x="8147781" y="89750"/>
                  </a:lnTo>
                  <a:lnTo>
                    <a:pt x="8147907" y="89750"/>
                  </a:lnTo>
                  <a:lnTo>
                    <a:pt x="8148034" y="89750"/>
                  </a:lnTo>
                  <a:lnTo>
                    <a:pt x="8148160" y="89750"/>
                  </a:lnTo>
                  <a:lnTo>
                    <a:pt x="8148286" y="89750"/>
                  </a:lnTo>
                  <a:lnTo>
                    <a:pt x="8148412" y="89750"/>
                  </a:lnTo>
                  <a:lnTo>
                    <a:pt x="8148538" y="89750"/>
                  </a:lnTo>
                  <a:lnTo>
                    <a:pt x="8148664" y="89750"/>
                  </a:lnTo>
                  <a:lnTo>
                    <a:pt x="8148790" y="89750"/>
                  </a:lnTo>
                  <a:lnTo>
                    <a:pt x="8148916" y="89750"/>
                  </a:lnTo>
                  <a:lnTo>
                    <a:pt x="8149042" y="89750"/>
                  </a:lnTo>
                  <a:lnTo>
                    <a:pt x="8149168" y="89750"/>
                  </a:lnTo>
                  <a:lnTo>
                    <a:pt x="8149294" y="89750"/>
                  </a:lnTo>
                  <a:lnTo>
                    <a:pt x="8149420" y="89750"/>
                  </a:lnTo>
                  <a:lnTo>
                    <a:pt x="8149547" y="89750"/>
                  </a:lnTo>
                  <a:lnTo>
                    <a:pt x="8149673" y="89750"/>
                  </a:lnTo>
                  <a:lnTo>
                    <a:pt x="8149799" y="89750"/>
                  </a:lnTo>
                  <a:lnTo>
                    <a:pt x="8149925" y="89750"/>
                  </a:lnTo>
                  <a:lnTo>
                    <a:pt x="8150051" y="89750"/>
                  </a:lnTo>
                  <a:lnTo>
                    <a:pt x="8150177" y="89750"/>
                  </a:lnTo>
                  <a:lnTo>
                    <a:pt x="8150303" y="89750"/>
                  </a:lnTo>
                  <a:lnTo>
                    <a:pt x="8150429" y="89750"/>
                  </a:lnTo>
                  <a:lnTo>
                    <a:pt x="8150555" y="89750"/>
                  </a:lnTo>
                  <a:lnTo>
                    <a:pt x="8150681" y="89750"/>
                  </a:lnTo>
                  <a:lnTo>
                    <a:pt x="8150807" y="89750"/>
                  </a:lnTo>
                  <a:lnTo>
                    <a:pt x="8150934" y="89750"/>
                  </a:lnTo>
                  <a:lnTo>
                    <a:pt x="8151060" y="89750"/>
                  </a:lnTo>
                  <a:lnTo>
                    <a:pt x="8151186" y="89750"/>
                  </a:lnTo>
                  <a:lnTo>
                    <a:pt x="8151312" y="89750"/>
                  </a:lnTo>
                  <a:lnTo>
                    <a:pt x="8151438" y="89750"/>
                  </a:lnTo>
                  <a:lnTo>
                    <a:pt x="8151564" y="89750"/>
                  </a:lnTo>
                  <a:lnTo>
                    <a:pt x="8151690" y="89750"/>
                  </a:lnTo>
                  <a:lnTo>
                    <a:pt x="8151816" y="89750"/>
                  </a:lnTo>
                  <a:lnTo>
                    <a:pt x="8151942" y="89750"/>
                  </a:lnTo>
                  <a:lnTo>
                    <a:pt x="8152068" y="89750"/>
                  </a:lnTo>
                  <a:lnTo>
                    <a:pt x="8152194" y="89750"/>
                  </a:lnTo>
                  <a:lnTo>
                    <a:pt x="8152320" y="89750"/>
                  </a:lnTo>
                  <a:lnTo>
                    <a:pt x="8152447" y="89750"/>
                  </a:lnTo>
                  <a:lnTo>
                    <a:pt x="8152573" y="89750"/>
                  </a:lnTo>
                  <a:lnTo>
                    <a:pt x="8152699" y="89750"/>
                  </a:lnTo>
                  <a:lnTo>
                    <a:pt x="8152825" y="89750"/>
                  </a:lnTo>
                  <a:lnTo>
                    <a:pt x="8152951" y="89750"/>
                  </a:lnTo>
                  <a:lnTo>
                    <a:pt x="8153077" y="89750"/>
                  </a:lnTo>
                  <a:lnTo>
                    <a:pt x="8153203" y="89750"/>
                  </a:lnTo>
                  <a:lnTo>
                    <a:pt x="8153329" y="89750"/>
                  </a:lnTo>
                  <a:lnTo>
                    <a:pt x="8153455" y="89750"/>
                  </a:lnTo>
                  <a:lnTo>
                    <a:pt x="8153581" y="89750"/>
                  </a:lnTo>
                  <a:lnTo>
                    <a:pt x="8153707" y="89750"/>
                  </a:lnTo>
                  <a:lnTo>
                    <a:pt x="8153834" y="89750"/>
                  </a:lnTo>
                  <a:lnTo>
                    <a:pt x="8153960" y="89750"/>
                  </a:lnTo>
                  <a:lnTo>
                    <a:pt x="8154086" y="89750"/>
                  </a:lnTo>
                  <a:lnTo>
                    <a:pt x="8154212" y="89750"/>
                  </a:lnTo>
                  <a:lnTo>
                    <a:pt x="8154338" y="89750"/>
                  </a:lnTo>
                  <a:lnTo>
                    <a:pt x="8154464" y="89750"/>
                  </a:lnTo>
                  <a:lnTo>
                    <a:pt x="8154590" y="89750"/>
                  </a:lnTo>
                  <a:lnTo>
                    <a:pt x="8154716" y="89750"/>
                  </a:lnTo>
                  <a:lnTo>
                    <a:pt x="8154842" y="89750"/>
                  </a:lnTo>
                  <a:lnTo>
                    <a:pt x="8154968" y="89750"/>
                  </a:lnTo>
                  <a:lnTo>
                    <a:pt x="8155094" y="89750"/>
                  </a:lnTo>
                  <a:lnTo>
                    <a:pt x="8155220" y="89750"/>
                  </a:lnTo>
                  <a:lnTo>
                    <a:pt x="8155347" y="89750"/>
                  </a:lnTo>
                  <a:lnTo>
                    <a:pt x="8155473" y="89750"/>
                  </a:lnTo>
                  <a:lnTo>
                    <a:pt x="8155599" y="89750"/>
                  </a:lnTo>
                  <a:lnTo>
                    <a:pt x="8155725" y="89750"/>
                  </a:lnTo>
                  <a:lnTo>
                    <a:pt x="8155851" y="89750"/>
                  </a:lnTo>
                  <a:lnTo>
                    <a:pt x="8155977" y="89750"/>
                  </a:lnTo>
                  <a:lnTo>
                    <a:pt x="8156103" y="89750"/>
                  </a:lnTo>
                  <a:lnTo>
                    <a:pt x="8156229" y="89750"/>
                  </a:lnTo>
                  <a:lnTo>
                    <a:pt x="8156355" y="89750"/>
                  </a:lnTo>
                  <a:lnTo>
                    <a:pt x="8156481" y="89750"/>
                  </a:lnTo>
                  <a:lnTo>
                    <a:pt x="8156607" y="89750"/>
                  </a:lnTo>
                  <a:lnTo>
                    <a:pt x="8156734" y="89750"/>
                  </a:lnTo>
                  <a:lnTo>
                    <a:pt x="8156860" y="89750"/>
                  </a:lnTo>
                  <a:lnTo>
                    <a:pt x="8156986" y="89750"/>
                  </a:lnTo>
                  <a:lnTo>
                    <a:pt x="8157112" y="89750"/>
                  </a:lnTo>
                  <a:lnTo>
                    <a:pt x="8157238" y="89750"/>
                  </a:lnTo>
                  <a:lnTo>
                    <a:pt x="8157364" y="89750"/>
                  </a:lnTo>
                  <a:lnTo>
                    <a:pt x="8157490" y="89750"/>
                  </a:lnTo>
                  <a:lnTo>
                    <a:pt x="8157616" y="89750"/>
                  </a:lnTo>
                  <a:lnTo>
                    <a:pt x="8157742" y="89750"/>
                  </a:lnTo>
                  <a:lnTo>
                    <a:pt x="8157868" y="89750"/>
                  </a:lnTo>
                  <a:lnTo>
                    <a:pt x="8157994" y="89750"/>
                  </a:lnTo>
                  <a:lnTo>
                    <a:pt x="8158121" y="89750"/>
                  </a:lnTo>
                  <a:lnTo>
                    <a:pt x="8158247" y="89750"/>
                  </a:lnTo>
                  <a:lnTo>
                    <a:pt x="8158373" y="89750"/>
                  </a:lnTo>
                  <a:lnTo>
                    <a:pt x="8158499" y="89750"/>
                  </a:lnTo>
                  <a:lnTo>
                    <a:pt x="8158625" y="89750"/>
                  </a:lnTo>
                  <a:lnTo>
                    <a:pt x="8158751" y="89750"/>
                  </a:lnTo>
                  <a:lnTo>
                    <a:pt x="8158877" y="89750"/>
                  </a:lnTo>
                  <a:lnTo>
                    <a:pt x="8159003" y="89750"/>
                  </a:lnTo>
                  <a:lnTo>
                    <a:pt x="8159129" y="89750"/>
                  </a:lnTo>
                  <a:lnTo>
                    <a:pt x="8159255" y="89750"/>
                  </a:lnTo>
                  <a:lnTo>
                    <a:pt x="8159381" y="89750"/>
                  </a:lnTo>
                  <a:lnTo>
                    <a:pt x="8159507" y="89750"/>
                  </a:lnTo>
                  <a:lnTo>
                    <a:pt x="8159634" y="89750"/>
                  </a:lnTo>
                  <a:lnTo>
                    <a:pt x="8159760" y="89750"/>
                  </a:lnTo>
                  <a:lnTo>
                    <a:pt x="8159886" y="89750"/>
                  </a:lnTo>
                  <a:lnTo>
                    <a:pt x="8159886" y="84470"/>
                  </a:lnTo>
                  <a:lnTo>
                    <a:pt x="8160012" y="84470"/>
                  </a:lnTo>
                  <a:lnTo>
                    <a:pt x="8160138" y="84470"/>
                  </a:lnTo>
                  <a:lnTo>
                    <a:pt x="8160264" y="84470"/>
                  </a:lnTo>
                  <a:lnTo>
                    <a:pt x="8160390" y="84470"/>
                  </a:lnTo>
                  <a:lnTo>
                    <a:pt x="8160516" y="84470"/>
                  </a:lnTo>
                  <a:lnTo>
                    <a:pt x="8160642" y="84470"/>
                  </a:lnTo>
                  <a:lnTo>
                    <a:pt x="8160768" y="84470"/>
                  </a:lnTo>
                  <a:lnTo>
                    <a:pt x="8160894" y="84470"/>
                  </a:lnTo>
                  <a:lnTo>
                    <a:pt x="8161021" y="84470"/>
                  </a:lnTo>
                  <a:lnTo>
                    <a:pt x="8161147" y="84470"/>
                  </a:lnTo>
                  <a:lnTo>
                    <a:pt x="8161273" y="84470"/>
                  </a:lnTo>
                  <a:lnTo>
                    <a:pt x="8161399" y="84470"/>
                  </a:lnTo>
                  <a:lnTo>
                    <a:pt x="8161525" y="84470"/>
                  </a:lnTo>
                  <a:lnTo>
                    <a:pt x="8161651" y="84470"/>
                  </a:lnTo>
                  <a:lnTo>
                    <a:pt x="8161777" y="84470"/>
                  </a:lnTo>
                  <a:lnTo>
                    <a:pt x="8161903" y="84470"/>
                  </a:lnTo>
                  <a:lnTo>
                    <a:pt x="8162029" y="84470"/>
                  </a:lnTo>
                  <a:lnTo>
                    <a:pt x="8162155" y="84470"/>
                  </a:lnTo>
                  <a:lnTo>
                    <a:pt x="8162281" y="84470"/>
                  </a:lnTo>
                  <a:lnTo>
                    <a:pt x="8162407" y="84470"/>
                  </a:lnTo>
                  <a:lnTo>
                    <a:pt x="8162534" y="84470"/>
                  </a:lnTo>
                  <a:lnTo>
                    <a:pt x="8162660" y="84470"/>
                  </a:lnTo>
                  <a:lnTo>
                    <a:pt x="8162786" y="84470"/>
                  </a:lnTo>
                  <a:lnTo>
                    <a:pt x="8162912" y="84470"/>
                  </a:lnTo>
                  <a:lnTo>
                    <a:pt x="8163038" y="84470"/>
                  </a:lnTo>
                  <a:lnTo>
                    <a:pt x="8163164" y="84470"/>
                  </a:lnTo>
                  <a:lnTo>
                    <a:pt x="8163290" y="84470"/>
                  </a:lnTo>
                  <a:lnTo>
                    <a:pt x="8163416" y="84470"/>
                  </a:lnTo>
                  <a:lnTo>
                    <a:pt x="8163542" y="84470"/>
                  </a:lnTo>
                  <a:lnTo>
                    <a:pt x="8163668" y="84470"/>
                  </a:lnTo>
                  <a:lnTo>
                    <a:pt x="8163794" y="84470"/>
                  </a:lnTo>
                  <a:lnTo>
                    <a:pt x="8163921" y="84470"/>
                  </a:lnTo>
                  <a:lnTo>
                    <a:pt x="8164047" y="84470"/>
                  </a:lnTo>
                  <a:lnTo>
                    <a:pt x="8164173" y="84470"/>
                  </a:lnTo>
                  <a:lnTo>
                    <a:pt x="8164299" y="84470"/>
                  </a:lnTo>
                  <a:lnTo>
                    <a:pt x="8164425" y="84470"/>
                  </a:lnTo>
                  <a:lnTo>
                    <a:pt x="8164551" y="84470"/>
                  </a:lnTo>
                  <a:lnTo>
                    <a:pt x="8164677" y="84470"/>
                  </a:lnTo>
                  <a:lnTo>
                    <a:pt x="8164803" y="84470"/>
                  </a:lnTo>
                  <a:lnTo>
                    <a:pt x="8164929" y="84470"/>
                  </a:lnTo>
                  <a:lnTo>
                    <a:pt x="8165055" y="84470"/>
                  </a:lnTo>
                  <a:lnTo>
                    <a:pt x="8165181" y="84470"/>
                  </a:lnTo>
                  <a:lnTo>
                    <a:pt x="8165308" y="84470"/>
                  </a:lnTo>
                  <a:lnTo>
                    <a:pt x="8165434" y="84470"/>
                  </a:lnTo>
                  <a:lnTo>
                    <a:pt x="8165560" y="84470"/>
                  </a:lnTo>
                  <a:lnTo>
                    <a:pt x="8165686" y="84470"/>
                  </a:lnTo>
                  <a:lnTo>
                    <a:pt x="8165812" y="84470"/>
                  </a:lnTo>
                  <a:lnTo>
                    <a:pt x="8165938" y="84470"/>
                  </a:lnTo>
                  <a:lnTo>
                    <a:pt x="8166064" y="84470"/>
                  </a:lnTo>
                  <a:lnTo>
                    <a:pt x="8166190" y="84470"/>
                  </a:lnTo>
                  <a:lnTo>
                    <a:pt x="8166316" y="84470"/>
                  </a:lnTo>
                  <a:lnTo>
                    <a:pt x="8166442" y="84470"/>
                  </a:lnTo>
                  <a:lnTo>
                    <a:pt x="8166568" y="84470"/>
                  </a:lnTo>
                  <a:lnTo>
                    <a:pt x="8166694" y="84470"/>
                  </a:lnTo>
                  <a:lnTo>
                    <a:pt x="8166821" y="84470"/>
                  </a:lnTo>
                  <a:lnTo>
                    <a:pt x="8166947" y="84470"/>
                  </a:lnTo>
                  <a:lnTo>
                    <a:pt x="8167073" y="84470"/>
                  </a:lnTo>
                  <a:lnTo>
                    <a:pt x="8167199" y="84470"/>
                  </a:lnTo>
                  <a:lnTo>
                    <a:pt x="8167325" y="84470"/>
                  </a:lnTo>
                  <a:lnTo>
                    <a:pt x="8167451" y="84470"/>
                  </a:lnTo>
                  <a:lnTo>
                    <a:pt x="8167577" y="84470"/>
                  </a:lnTo>
                  <a:lnTo>
                    <a:pt x="8167703" y="84470"/>
                  </a:lnTo>
                  <a:lnTo>
                    <a:pt x="8167829" y="84470"/>
                  </a:lnTo>
                  <a:lnTo>
                    <a:pt x="8167955" y="84470"/>
                  </a:lnTo>
                  <a:lnTo>
                    <a:pt x="8168081" y="84470"/>
                  </a:lnTo>
                  <a:lnTo>
                    <a:pt x="8168208" y="84470"/>
                  </a:lnTo>
                  <a:lnTo>
                    <a:pt x="8168334" y="84470"/>
                  </a:lnTo>
                  <a:lnTo>
                    <a:pt x="8168460" y="84470"/>
                  </a:lnTo>
                  <a:lnTo>
                    <a:pt x="8168586" y="84470"/>
                  </a:lnTo>
                  <a:lnTo>
                    <a:pt x="8168712" y="84470"/>
                  </a:lnTo>
                  <a:lnTo>
                    <a:pt x="8168838" y="84470"/>
                  </a:lnTo>
                  <a:lnTo>
                    <a:pt x="8168964" y="84470"/>
                  </a:lnTo>
                  <a:lnTo>
                    <a:pt x="8169090" y="84470"/>
                  </a:lnTo>
                  <a:lnTo>
                    <a:pt x="8169216" y="84470"/>
                  </a:lnTo>
                  <a:lnTo>
                    <a:pt x="8169342" y="84470"/>
                  </a:lnTo>
                  <a:lnTo>
                    <a:pt x="8169468" y="84470"/>
                  </a:lnTo>
                  <a:lnTo>
                    <a:pt x="8169594" y="84470"/>
                  </a:lnTo>
                  <a:lnTo>
                    <a:pt x="8169721" y="84470"/>
                  </a:lnTo>
                  <a:lnTo>
                    <a:pt x="8169847" y="84470"/>
                  </a:lnTo>
                  <a:lnTo>
                    <a:pt x="8169973" y="84470"/>
                  </a:lnTo>
                  <a:lnTo>
                    <a:pt x="8170099" y="84470"/>
                  </a:lnTo>
                  <a:lnTo>
                    <a:pt x="8170225" y="84470"/>
                  </a:lnTo>
                  <a:lnTo>
                    <a:pt x="8170351" y="84470"/>
                  </a:lnTo>
                  <a:lnTo>
                    <a:pt x="8170477" y="84470"/>
                  </a:lnTo>
                  <a:lnTo>
                    <a:pt x="8170603" y="84470"/>
                  </a:lnTo>
                  <a:lnTo>
                    <a:pt x="8170729" y="84470"/>
                  </a:lnTo>
                  <a:lnTo>
                    <a:pt x="8170855" y="84470"/>
                  </a:lnTo>
                  <a:lnTo>
                    <a:pt x="8170981" y="84470"/>
                  </a:lnTo>
                  <a:lnTo>
                    <a:pt x="8171108" y="84470"/>
                  </a:lnTo>
                  <a:lnTo>
                    <a:pt x="8171234" y="84470"/>
                  </a:lnTo>
                  <a:lnTo>
                    <a:pt x="8171360" y="84470"/>
                  </a:lnTo>
                  <a:lnTo>
                    <a:pt x="8171486" y="84470"/>
                  </a:lnTo>
                  <a:lnTo>
                    <a:pt x="8171612" y="84470"/>
                  </a:lnTo>
                  <a:lnTo>
                    <a:pt x="8171738" y="84470"/>
                  </a:lnTo>
                  <a:lnTo>
                    <a:pt x="8171864" y="84470"/>
                  </a:lnTo>
                  <a:lnTo>
                    <a:pt x="8171990" y="84470"/>
                  </a:lnTo>
                  <a:lnTo>
                    <a:pt x="8172116" y="84470"/>
                  </a:lnTo>
                  <a:lnTo>
                    <a:pt x="8172242" y="84470"/>
                  </a:lnTo>
                  <a:lnTo>
                    <a:pt x="8172368" y="84470"/>
                  </a:lnTo>
                  <a:lnTo>
                    <a:pt x="8172494" y="84470"/>
                  </a:lnTo>
                  <a:lnTo>
                    <a:pt x="8172621" y="84470"/>
                  </a:lnTo>
                  <a:lnTo>
                    <a:pt x="8172747" y="84470"/>
                  </a:lnTo>
                  <a:lnTo>
                    <a:pt x="8172873" y="84470"/>
                  </a:lnTo>
                  <a:lnTo>
                    <a:pt x="8172999" y="84470"/>
                  </a:lnTo>
                  <a:lnTo>
                    <a:pt x="8173125" y="84470"/>
                  </a:lnTo>
                  <a:lnTo>
                    <a:pt x="8173251" y="84470"/>
                  </a:lnTo>
                  <a:lnTo>
                    <a:pt x="8173377" y="84470"/>
                  </a:lnTo>
                  <a:lnTo>
                    <a:pt x="8173503" y="84470"/>
                  </a:lnTo>
                  <a:lnTo>
                    <a:pt x="8173629" y="84470"/>
                  </a:lnTo>
                  <a:lnTo>
                    <a:pt x="8173755" y="84470"/>
                  </a:lnTo>
                  <a:lnTo>
                    <a:pt x="8173881" y="84470"/>
                  </a:lnTo>
                  <a:lnTo>
                    <a:pt x="8174008" y="84470"/>
                  </a:lnTo>
                  <a:lnTo>
                    <a:pt x="8174134" y="84470"/>
                  </a:lnTo>
                  <a:lnTo>
                    <a:pt x="8174260" y="84470"/>
                  </a:lnTo>
                  <a:lnTo>
                    <a:pt x="8174386" y="84470"/>
                  </a:lnTo>
                  <a:lnTo>
                    <a:pt x="8174512" y="84470"/>
                  </a:lnTo>
                  <a:lnTo>
                    <a:pt x="8174638" y="84470"/>
                  </a:lnTo>
                  <a:lnTo>
                    <a:pt x="8174764" y="84470"/>
                  </a:lnTo>
                  <a:lnTo>
                    <a:pt x="8174890" y="84470"/>
                  </a:lnTo>
                  <a:lnTo>
                    <a:pt x="8175016" y="84470"/>
                  </a:lnTo>
                  <a:lnTo>
                    <a:pt x="8175142" y="84470"/>
                  </a:lnTo>
                  <a:lnTo>
                    <a:pt x="8175268" y="84470"/>
                  </a:lnTo>
                  <a:lnTo>
                    <a:pt x="8175395" y="84470"/>
                  </a:lnTo>
                  <a:lnTo>
                    <a:pt x="8175521" y="84470"/>
                  </a:lnTo>
                  <a:lnTo>
                    <a:pt x="8175647" y="84470"/>
                  </a:lnTo>
                  <a:lnTo>
                    <a:pt x="8175773" y="84470"/>
                  </a:lnTo>
                  <a:lnTo>
                    <a:pt x="8175899" y="84470"/>
                  </a:lnTo>
                  <a:lnTo>
                    <a:pt x="8176025" y="84470"/>
                  </a:lnTo>
                  <a:lnTo>
                    <a:pt x="8176151" y="84470"/>
                  </a:lnTo>
                  <a:lnTo>
                    <a:pt x="8176277" y="84470"/>
                  </a:lnTo>
                  <a:lnTo>
                    <a:pt x="8176403" y="84470"/>
                  </a:lnTo>
                  <a:lnTo>
                    <a:pt x="8176529" y="84470"/>
                  </a:lnTo>
                  <a:lnTo>
                    <a:pt x="8176655" y="84470"/>
                  </a:lnTo>
                  <a:lnTo>
                    <a:pt x="8176781" y="84470"/>
                  </a:lnTo>
                  <a:lnTo>
                    <a:pt x="8176908" y="84470"/>
                  </a:lnTo>
                  <a:lnTo>
                    <a:pt x="8177034" y="84470"/>
                  </a:lnTo>
                  <a:lnTo>
                    <a:pt x="8177160" y="84470"/>
                  </a:lnTo>
                  <a:lnTo>
                    <a:pt x="8177286" y="84470"/>
                  </a:lnTo>
                  <a:lnTo>
                    <a:pt x="8177412" y="84470"/>
                  </a:lnTo>
                  <a:lnTo>
                    <a:pt x="8177538" y="84470"/>
                  </a:lnTo>
                  <a:lnTo>
                    <a:pt x="8177664" y="84470"/>
                  </a:lnTo>
                  <a:lnTo>
                    <a:pt x="8177790" y="84470"/>
                  </a:lnTo>
                  <a:lnTo>
                    <a:pt x="8177916" y="84470"/>
                  </a:lnTo>
                  <a:lnTo>
                    <a:pt x="8178042" y="84470"/>
                  </a:lnTo>
                  <a:lnTo>
                    <a:pt x="8178168" y="84470"/>
                  </a:lnTo>
                  <a:lnTo>
                    <a:pt x="8178295" y="84470"/>
                  </a:lnTo>
                  <a:lnTo>
                    <a:pt x="8178421" y="84470"/>
                  </a:lnTo>
                  <a:lnTo>
                    <a:pt x="8178547" y="84470"/>
                  </a:lnTo>
                  <a:lnTo>
                    <a:pt x="8178673" y="84470"/>
                  </a:lnTo>
                  <a:lnTo>
                    <a:pt x="8178799" y="84470"/>
                  </a:lnTo>
                  <a:lnTo>
                    <a:pt x="8178925" y="84470"/>
                  </a:lnTo>
                  <a:lnTo>
                    <a:pt x="8179051" y="84470"/>
                  </a:lnTo>
                  <a:lnTo>
                    <a:pt x="8179177" y="84470"/>
                  </a:lnTo>
                  <a:lnTo>
                    <a:pt x="8179303" y="84470"/>
                  </a:lnTo>
                  <a:lnTo>
                    <a:pt x="8179429" y="84470"/>
                  </a:lnTo>
                  <a:lnTo>
                    <a:pt x="8179555" y="84470"/>
                  </a:lnTo>
                  <a:lnTo>
                    <a:pt x="8179681" y="84470"/>
                  </a:lnTo>
                  <a:lnTo>
                    <a:pt x="8179808" y="84470"/>
                  </a:lnTo>
                  <a:lnTo>
                    <a:pt x="8179934" y="84470"/>
                  </a:lnTo>
                  <a:lnTo>
                    <a:pt x="8180060" y="84470"/>
                  </a:lnTo>
                  <a:lnTo>
                    <a:pt x="8180186" y="84470"/>
                  </a:lnTo>
                  <a:lnTo>
                    <a:pt x="8180312" y="84470"/>
                  </a:lnTo>
                  <a:lnTo>
                    <a:pt x="8180438" y="84470"/>
                  </a:lnTo>
                  <a:lnTo>
                    <a:pt x="8180564" y="84470"/>
                  </a:lnTo>
                  <a:lnTo>
                    <a:pt x="8180690" y="84470"/>
                  </a:lnTo>
                  <a:lnTo>
                    <a:pt x="8180816" y="84470"/>
                  </a:lnTo>
                  <a:lnTo>
                    <a:pt x="8180942" y="84470"/>
                  </a:lnTo>
                  <a:lnTo>
                    <a:pt x="8181068" y="84470"/>
                  </a:lnTo>
                  <a:lnTo>
                    <a:pt x="8181195" y="84470"/>
                  </a:lnTo>
                  <a:lnTo>
                    <a:pt x="8181321" y="84470"/>
                  </a:lnTo>
                  <a:lnTo>
                    <a:pt x="8181447" y="84470"/>
                  </a:lnTo>
                  <a:lnTo>
                    <a:pt x="8181573" y="84470"/>
                  </a:lnTo>
                  <a:lnTo>
                    <a:pt x="8181699" y="84470"/>
                  </a:lnTo>
                  <a:lnTo>
                    <a:pt x="8181825" y="84470"/>
                  </a:lnTo>
                  <a:lnTo>
                    <a:pt x="8181951" y="84470"/>
                  </a:lnTo>
                  <a:lnTo>
                    <a:pt x="8182077" y="84470"/>
                  </a:lnTo>
                  <a:lnTo>
                    <a:pt x="8182203" y="84470"/>
                  </a:lnTo>
                  <a:lnTo>
                    <a:pt x="8182329" y="84470"/>
                  </a:lnTo>
                  <a:lnTo>
                    <a:pt x="8182455" y="84470"/>
                  </a:lnTo>
                  <a:lnTo>
                    <a:pt x="8182582" y="84470"/>
                  </a:lnTo>
                  <a:lnTo>
                    <a:pt x="8182708" y="84470"/>
                  </a:lnTo>
                  <a:lnTo>
                    <a:pt x="8182834" y="84470"/>
                  </a:lnTo>
                  <a:lnTo>
                    <a:pt x="8182960" y="84470"/>
                  </a:lnTo>
                  <a:lnTo>
                    <a:pt x="8183086" y="84470"/>
                  </a:lnTo>
                  <a:lnTo>
                    <a:pt x="8183212" y="84470"/>
                  </a:lnTo>
                  <a:lnTo>
                    <a:pt x="8183338" y="84470"/>
                  </a:lnTo>
                  <a:lnTo>
                    <a:pt x="8183464" y="84470"/>
                  </a:lnTo>
                  <a:lnTo>
                    <a:pt x="8183590" y="84470"/>
                  </a:lnTo>
                  <a:lnTo>
                    <a:pt x="8183716" y="84470"/>
                  </a:lnTo>
                  <a:lnTo>
                    <a:pt x="8183842" y="84470"/>
                  </a:lnTo>
                  <a:lnTo>
                    <a:pt x="8183968" y="84470"/>
                  </a:lnTo>
                  <a:lnTo>
                    <a:pt x="8184095" y="84470"/>
                  </a:lnTo>
                  <a:lnTo>
                    <a:pt x="8184221" y="84470"/>
                  </a:lnTo>
                  <a:lnTo>
                    <a:pt x="8184347" y="84470"/>
                  </a:lnTo>
                  <a:lnTo>
                    <a:pt x="8184473" y="84470"/>
                  </a:lnTo>
                  <a:lnTo>
                    <a:pt x="8184599" y="84470"/>
                  </a:lnTo>
                  <a:lnTo>
                    <a:pt x="8184725" y="84470"/>
                  </a:lnTo>
                  <a:lnTo>
                    <a:pt x="8184851" y="84470"/>
                  </a:lnTo>
                  <a:lnTo>
                    <a:pt x="8184977" y="84470"/>
                  </a:lnTo>
                  <a:lnTo>
                    <a:pt x="8185103" y="84470"/>
                  </a:lnTo>
                  <a:lnTo>
                    <a:pt x="8185103" y="79191"/>
                  </a:lnTo>
                  <a:lnTo>
                    <a:pt x="8185229" y="79191"/>
                  </a:lnTo>
                  <a:lnTo>
                    <a:pt x="8185355" y="79191"/>
                  </a:lnTo>
                  <a:lnTo>
                    <a:pt x="8185482" y="79191"/>
                  </a:lnTo>
                  <a:lnTo>
                    <a:pt x="8185608" y="79191"/>
                  </a:lnTo>
                  <a:lnTo>
                    <a:pt x="8185734" y="79191"/>
                  </a:lnTo>
                  <a:lnTo>
                    <a:pt x="8185860" y="79191"/>
                  </a:lnTo>
                  <a:lnTo>
                    <a:pt x="8185986" y="79191"/>
                  </a:lnTo>
                  <a:lnTo>
                    <a:pt x="8186112" y="79191"/>
                  </a:lnTo>
                  <a:lnTo>
                    <a:pt x="8186238" y="79191"/>
                  </a:lnTo>
                  <a:lnTo>
                    <a:pt x="8186364" y="79191"/>
                  </a:lnTo>
                  <a:lnTo>
                    <a:pt x="8186490" y="79191"/>
                  </a:lnTo>
                  <a:lnTo>
                    <a:pt x="8186616" y="79191"/>
                  </a:lnTo>
                  <a:lnTo>
                    <a:pt x="8186742" y="79191"/>
                  </a:lnTo>
                  <a:lnTo>
                    <a:pt x="8186868" y="79191"/>
                  </a:lnTo>
                  <a:lnTo>
                    <a:pt x="8186995" y="79191"/>
                  </a:lnTo>
                  <a:lnTo>
                    <a:pt x="8187121" y="79191"/>
                  </a:lnTo>
                  <a:lnTo>
                    <a:pt x="8187247" y="79191"/>
                  </a:lnTo>
                  <a:lnTo>
                    <a:pt x="8187373" y="79191"/>
                  </a:lnTo>
                  <a:lnTo>
                    <a:pt x="8187499" y="79191"/>
                  </a:lnTo>
                  <a:lnTo>
                    <a:pt x="8187625" y="79191"/>
                  </a:lnTo>
                  <a:lnTo>
                    <a:pt x="8187751" y="79191"/>
                  </a:lnTo>
                  <a:lnTo>
                    <a:pt x="8187877" y="79191"/>
                  </a:lnTo>
                  <a:lnTo>
                    <a:pt x="8188003" y="79191"/>
                  </a:lnTo>
                  <a:lnTo>
                    <a:pt x="8188129" y="79191"/>
                  </a:lnTo>
                  <a:lnTo>
                    <a:pt x="8188255" y="79191"/>
                  </a:lnTo>
                  <a:lnTo>
                    <a:pt x="8188382" y="79191"/>
                  </a:lnTo>
                  <a:lnTo>
                    <a:pt x="8188508" y="79191"/>
                  </a:lnTo>
                  <a:lnTo>
                    <a:pt x="8188634" y="79191"/>
                  </a:lnTo>
                  <a:lnTo>
                    <a:pt x="8188760" y="79191"/>
                  </a:lnTo>
                  <a:lnTo>
                    <a:pt x="8188886" y="79191"/>
                  </a:lnTo>
                  <a:lnTo>
                    <a:pt x="8189012" y="79191"/>
                  </a:lnTo>
                  <a:lnTo>
                    <a:pt x="8189138" y="79191"/>
                  </a:lnTo>
                  <a:lnTo>
                    <a:pt x="8189264" y="79191"/>
                  </a:lnTo>
                  <a:lnTo>
                    <a:pt x="8189390" y="79191"/>
                  </a:lnTo>
                  <a:lnTo>
                    <a:pt x="8189516" y="79191"/>
                  </a:lnTo>
                  <a:lnTo>
                    <a:pt x="8189642" y="79191"/>
                  </a:lnTo>
                  <a:lnTo>
                    <a:pt x="8189769" y="79191"/>
                  </a:lnTo>
                  <a:lnTo>
                    <a:pt x="8189895" y="79191"/>
                  </a:lnTo>
                  <a:lnTo>
                    <a:pt x="8190021" y="79191"/>
                  </a:lnTo>
                  <a:lnTo>
                    <a:pt x="8190147" y="79191"/>
                  </a:lnTo>
                  <a:lnTo>
                    <a:pt x="8190273" y="79191"/>
                  </a:lnTo>
                  <a:lnTo>
                    <a:pt x="8190399" y="79191"/>
                  </a:lnTo>
                  <a:lnTo>
                    <a:pt x="8190525" y="79191"/>
                  </a:lnTo>
                  <a:lnTo>
                    <a:pt x="8190651" y="79191"/>
                  </a:lnTo>
                  <a:lnTo>
                    <a:pt x="8190777" y="79191"/>
                  </a:lnTo>
                  <a:lnTo>
                    <a:pt x="8190903" y="79191"/>
                  </a:lnTo>
                  <a:lnTo>
                    <a:pt x="8191029" y="79191"/>
                  </a:lnTo>
                  <a:lnTo>
                    <a:pt x="8191155" y="79191"/>
                  </a:lnTo>
                  <a:lnTo>
                    <a:pt x="8191282" y="79191"/>
                  </a:lnTo>
                  <a:lnTo>
                    <a:pt x="8191408" y="79191"/>
                  </a:lnTo>
                  <a:lnTo>
                    <a:pt x="8191534" y="79191"/>
                  </a:lnTo>
                  <a:lnTo>
                    <a:pt x="8191660" y="79191"/>
                  </a:lnTo>
                  <a:lnTo>
                    <a:pt x="8191786" y="79191"/>
                  </a:lnTo>
                  <a:lnTo>
                    <a:pt x="8191912" y="79191"/>
                  </a:lnTo>
                  <a:lnTo>
                    <a:pt x="8192038" y="79191"/>
                  </a:lnTo>
                  <a:lnTo>
                    <a:pt x="8192164" y="79191"/>
                  </a:lnTo>
                  <a:lnTo>
                    <a:pt x="8192290" y="79191"/>
                  </a:lnTo>
                  <a:lnTo>
                    <a:pt x="8192416" y="79191"/>
                  </a:lnTo>
                  <a:lnTo>
                    <a:pt x="8192542" y="79191"/>
                  </a:lnTo>
                  <a:lnTo>
                    <a:pt x="8192669" y="79191"/>
                  </a:lnTo>
                  <a:lnTo>
                    <a:pt x="8192795" y="79191"/>
                  </a:lnTo>
                  <a:lnTo>
                    <a:pt x="8192921" y="79191"/>
                  </a:lnTo>
                  <a:lnTo>
                    <a:pt x="8193047" y="79191"/>
                  </a:lnTo>
                  <a:lnTo>
                    <a:pt x="8193173" y="79191"/>
                  </a:lnTo>
                  <a:lnTo>
                    <a:pt x="8193299" y="79191"/>
                  </a:lnTo>
                  <a:lnTo>
                    <a:pt x="8193425" y="79191"/>
                  </a:lnTo>
                  <a:lnTo>
                    <a:pt x="8193551" y="79191"/>
                  </a:lnTo>
                  <a:lnTo>
                    <a:pt x="8193677" y="79191"/>
                  </a:lnTo>
                  <a:lnTo>
                    <a:pt x="8193803" y="79191"/>
                  </a:lnTo>
                  <a:lnTo>
                    <a:pt x="8193929" y="79191"/>
                  </a:lnTo>
                  <a:lnTo>
                    <a:pt x="8194055" y="79191"/>
                  </a:lnTo>
                  <a:lnTo>
                    <a:pt x="8194182" y="79191"/>
                  </a:lnTo>
                  <a:lnTo>
                    <a:pt x="8194308" y="79191"/>
                  </a:lnTo>
                  <a:lnTo>
                    <a:pt x="8194434" y="79191"/>
                  </a:lnTo>
                  <a:lnTo>
                    <a:pt x="8194560" y="79191"/>
                  </a:lnTo>
                  <a:lnTo>
                    <a:pt x="8194686" y="79191"/>
                  </a:lnTo>
                  <a:lnTo>
                    <a:pt x="8194812" y="79191"/>
                  </a:lnTo>
                  <a:lnTo>
                    <a:pt x="8194938" y="79191"/>
                  </a:lnTo>
                  <a:lnTo>
                    <a:pt x="8195064" y="79191"/>
                  </a:lnTo>
                  <a:lnTo>
                    <a:pt x="8195190" y="79191"/>
                  </a:lnTo>
                  <a:lnTo>
                    <a:pt x="8195316" y="79191"/>
                  </a:lnTo>
                  <a:lnTo>
                    <a:pt x="8195442" y="79191"/>
                  </a:lnTo>
                  <a:lnTo>
                    <a:pt x="8195569" y="79191"/>
                  </a:lnTo>
                  <a:lnTo>
                    <a:pt x="8195695" y="79191"/>
                  </a:lnTo>
                  <a:lnTo>
                    <a:pt x="8195821" y="79191"/>
                  </a:lnTo>
                  <a:lnTo>
                    <a:pt x="8195947" y="79191"/>
                  </a:lnTo>
                  <a:lnTo>
                    <a:pt x="8196073" y="79191"/>
                  </a:lnTo>
                  <a:lnTo>
                    <a:pt x="8196199" y="79191"/>
                  </a:lnTo>
                  <a:lnTo>
                    <a:pt x="8196325" y="79191"/>
                  </a:lnTo>
                  <a:lnTo>
                    <a:pt x="8196451" y="79191"/>
                  </a:lnTo>
                  <a:lnTo>
                    <a:pt x="8196577" y="79191"/>
                  </a:lnTo>
                  <a:lnTo>
                    <a:pt x="8196703" y="79191"/>
                  </a:lnTo>
                  <a:lnTo>
                    <a:pt x="8196829" y="79191"/>
                  </a:lnTo>
                  <a:lnTo>
                    <a:pt x="8196955" y="79191"/>
                  </a:lnTo>
                  <a:lnTo>
                    <a:pt x="8197082" y="79191"/>
                  </a:lnTo>
                  <a:lnTo>
                    <a:pt x="8197208" y="79191"/>
                  </a:lnTo>
                  <a:lnTo>
                    <a:pt x="8197334" y="79191"/>
                  </a:lnTo>
                  <a:lnTo>
                    <a:pt x="8197460" y="79191"/>
                  </a:lnTo>
                  <a:lnTo>
                    <a:pt x="8197586" y="79191"/>
                  </a:lnTo>
                  <a:lnTo>
                    <a:pt x="8197712" y="79191"/>
                  </a:lnTo>
                  <a:lnTo>
                    <a:pt x="8197838" y="79191"/>
                  </a:lnTo>
                  <a:lnTo>
                    <a:pt x="8197964" y="79191"/>
                  </a:lnTo>
                  <a:lnTo>
                    <a:pt x="8198090" y="79191"/>
                  </a:lnTo>
                  <a:lnTo>
                    <a:pt x="8198216" y="79191"/>
                  </a:lnTo>
                  <a:lnTo>
                    <a:pt x="8198342" y="79191"/>
                  </a:lnTo>
                  <a:lnTo>
                    <a:pt x="8198469" y="79191"/>
                  </a:lnTo>
                  <a:lnTo>
                    <a:pt x="8198595" y="79191"/>
                  </a:lnTo>
                  <a:lnTo>
                    <a:pt x="8198721" y="79191"/>
                  </a:lnTo>
                  <a:lnTo>
                    <a:pt x="8198847" y="79191"/>
                  </a:lnTo>
                  <a:lnTo>
                    <a:pt x="8198973" y="79191"/>
                  </a:lnTo>
                  <a:lnTo>
                    <a:pt x="8199099" y="79191"/>
                  </a:lnTo>
                  <a:lnTo>
                    <a:pt x="8199225" y="79191"/>
                  </a:lnTo>
                  <a:lnTo>
                    <a:pt x="8199351" y="79191"/>
                  </a:lnTo>
                  <a:lnTo>
                    <a:pt x="8199477" y="79191"/>
                  </a:lnTo>
                  <a:lnTo>
                    <a:pt x="8199603" y="79191"/>
                  </a:lnTo>
                  <a:lnTo>
                    <a:pt x="8199729" y="79191"/>
                  </a:lnTo>
                  <a:lnTo>
                    <a:pt x="8199856" y="79191"/>
                  </a:lnTo>
                  <a:lnTo>
                    <a:pt x="8199982" y="79191"/>
                  </a:lnTo>
                  <a:lnTo>
                    <a:pt x="8200108" y="79191"/>
                  </a:lnTo>
                  <a:lnTo>
                    <a:pt x="8200234" y="79191"/>
                  </a:lnTo>
                  <a:lnTo>
                    <a:pt x="8200360" y="79191"/>
                  </a:lnTo>
                  <a:lnTo>
                    <a:pt x="8200486" y="79191"/>
                  </a:lnTo>
                  <a:lnTo>
                    <a:pt x="8200612" y="79191"/>
                  </a:lnTo>
                  <a:lnTo>
                    <a:pt x="8200738" y="79191"/>
                  </a:lnTo>
                  <a:lnTo>
                    <a:pt x="8200864" y="79191"/>
                  </a:lnTo>
                  <a:lnTo>
                    <a:pt x="8200990" y="79191"/>
                  </a:lnTo>
                  <a:lnTo>
                    <a:pt x="8201116" y="79191"/>
                  </a:lnTo>
                  <a:lnTo>
                    <a:pt x="8201242" y="79191"/>
                  </a:lnTo>
                  <a:lnTo>
                    <a:pt x="8201369" y="79191"/>
                  </a:lnTo>
                  <a:lnTo>
                    <a:pt x="8201495" y="79191"/>
                  </a:lnTo>
                  <a:lnTo>
                    <a:pt x="8201621" y="79191"/>
                  </a:lnTo>
                  <a:lnTo>
                    <a:pt x="8201747" y="79191"/>
                  </a:lnTo>
                  <a:lnTo>
                    <a:pt x="8201873" y="79191"/>
                  </a:lnTo>
                  <a:lnTo>
                    <a:pt x="8201999" y="79191"/>
                  </a:lnTo>
                  <a:lnTo>
                    <a:pt x="8202125" y="79191"/>
                  </a:lnTo>
                  <a:lnTo>
                    <a:pt x="8202251" y="79191"/>
                  </a:lnTo>
                  <a:lnTo>
                    <a:pt x="8202377" y="79191"/>
                  </a:lnTo>
                  <a:lnTo>
                    <a:pt x="8202503" y="79191"/>
                  </a:lnTo>
                  <a:lnTo>
                    <a:pt x="8202629" y="79191"/>
                  </a:lnTo>
                  <a:lnTo>
                    <a:pt x="8202756" y="79191"/>
                  </a:lnTo>
                  <a:lnTo>
                    <a:pt x="8202882" y="79191"/>
                  </a:lnTo>
                  <a:lnTo>
                    <a:pt x="8203008" y="79191"/>
                  </a:lnTo>
                  <a:lnTo>
                    <a:pt x="8203134" y="79191"/>
                  </a:lnTo>
                  <a:lnTo>
                    <a:pt x="8203260" y="79191"/>
                  </a:lnTo>
                  <a:lnTo>
                    <a:pt x="8203386" y="79191"/>
                  </a:lnTo>
                  <a:lnTo>
                    <a:pt x="8203512" y="79191"/>
                  </a:lnTo>
                  <a:lnTo>
                    <a:pt x="8203638" y="79191"/>
                  </a:lnTo>
                  <a:lnTo>
                    <a:pt x="8203764" y="79191"/>
                  </a:lnTo>
                  <a:lnTo>
                    <a:pt x="8203890" y="79191"/>
                  </a:lnTo>
                  <a:lnTo>
                    <a:pt x="8204016" y="79191"/>
                  </a:lnTo>
                  <a:lnTo>
                    <a:pt x="8204142" y="79191"/>
                  </a:lnTo>
                  <a:lnTo>
                    <a:pt x="8204269" y="79191"/>
                  </a:lnTo>
                  <a:lnTo>
                    <a:pt x="8204395" y="79191"/>
                  </a:lnTo>
                  <a:lnTo>
                    <a:pt x="8204521" y="79191"/>
                  </a:lnTo>
                  <a:lnTo>
                    <a:pt x="8204647" y="79191"/>
                  </a:lnTo>
                  <a:lnTo>
                    <a:pt x="8204773" y="79191"/>
                  </a:lnTo>
                  <a:lnTo>
                    <a:pt x="8204899" y="79191"/>
                  </a:lnTo>
                  <a:lnTo>
                    <a:pt x="8205025" y="79191"/>
                  </a:lnTo>
                  <a:lnTo>
                    <a:pt x="8205151" y="79191"/>
                  </a:lnTo>
                  <a:lnTo>
                    <a:pt x="8205277" y="79191"/>
                  </a:lnTo>
                  <a:lnTo>
                    <a:pt x="8205403" y="79191"/>
                  </a:lnTo>
                  <a:lnTo>
                    <a:pt x="8205529" y="79191"/>
                  </a:lnTo>
                  <a:lnTo>
                    <a:pt x="8205656" y="79191"/>
                  </a:lnTo>
                  <a:lnTo>
                    <a:pt x="8205782" y="79191"/>
                  </a:lnTo>
                  <a:lnTo>
                    <a:pt x="8205908" y="79191"/>
                  </a:lnTo>
                  <a:lnTo>
                    <a:pt x="8206034" y="79191"/>
                  </a:lnTo>
                  <a:lnTo>
                    <a:pt x="8206160" y="79191"/>
                  </a:lnTo>
                  <a:lnTo>
                    <a:pt x="8206286" y="79191"/>
                  </a:lnTo>
                  <a:lnTo>
                    <a:pt x="8206412" y="79191"/>
                  </a:lnTo>
                  <a:lnTo>
                    <a:pt x="8206538" y="79191"/>
                  </a:lnTo>
                  <a:lnTo>
                    <a:pt x="8206664" y="79191"/>
                  </a:lnTo>
                  <a:lnTo>
                    <a:pt x="8206790" y="79191"/>
                  </a:lnTo>
                  <a:lnTo>
                    <a:pt x="8206916" y="79191"/>
                  </a:lnTo>
                  <a:lnTo>
                    <a:pt x="8207043" y="79191"/>
                  </a:lnTo>
                  <a:lnTo>
                    <a:pt x="8207169" y="79191"/>
                  </a:lnTo>
                  <a:lnTo>
                    <a:pt x="8207295" y="79191"/>
                  </a:lnTo>
                  <a:lnTo>
                    <a:pt x="8207421" y="79191"/>
                  </a:lnTo>
                  <a:lnTo>
                    <a:pt x="8207547" y="79191"/>
                  </a:lnTo>
                  <a:lnTo>
                    <a:pt x="8207673" y="79191"/>
                  </a:lnTo>
                  <a:lnTo>
                    <a:pt x="8207799" y="79191"/>
                  </a:lnTo>
                  <a:lnTo>
                    <a:pt x="8207925" y="79191"/>
                  </a:lnTo>
                  <a:lnTo>
                    <a:pt x="8208051" y="79191"/>
                  </a:lnTo>
                  <a:lnTo>
                    <a:pt x="8208177" y="79191"/>
                  </a:lnTo>
                  <a:lnTo>
                    <a:pt x="8208303" y="79191"/>
                  </a:lnTo>
                  <a:lnTo>
                    <a:pt x="8208429" y="79191"/>
                  </a:lnTo>
                  <a:lnTo>
                    <a:pt x="8208556" y="79191"/>
                  </a:lnTo>
                  <a:lnTo>
                    <a:pt x="8208682" y="79191"/>
                  </a:lnTo>
                  <a:lnTo>
                    <a:pt x="8208808" y="79191"/>
                  </a:lnTo>
                  <a:lnTo>
                    <a:pt x="8208934" y="79191"/>
                  </a:lnTo>
                  <a:lnTo>
                    <a:pt x="8209060" y="79191"/>
                  </a:lnTo>
                  <a:lnTo>
                    <a:pt x="8209186" y="79191"/>
                  </a:lnTo>
                  <a:lnTo>
                    <a:pt x="8209312" y="79191"/>
                  </a:lnTo>
                  <a:lnTo>
                    <a:pt x="8209438" y="79191"/>
                  </a:lnTo>
                  <a:lnTo>
                    <a:pt x="8209564" y="79191"/>
                  </a:lnTo>
                  <a:lnTo>
                    <a:pt x="8209690" y="79191"/>
                  </a:lnTo>
                  <a:lnTo>
                    <a:pt x="8209816" y="79191"/>
                  </a:lnTo>
                  <a:lnTo>
                    <a:pt x="8209943" y="79191"/>
                  </a:lnTo>
                  <a:lnTo>
                    <a:pt x="8210069" y="79191"/>
                  </a:lnTo>
                  <a:lnTo>
                    <a:pt x="8210195" y="79191"/>
                  </a:lnTo>
                  <a:lnTo>
                    <a:pt x="8210321" y="79191"/>
                  </a:lnTo>
                  <a:lnTo>
                    <a:pt x="8210447" y="79191"/>
                  </a:lnTo>
                  <a:lnTo>
                    <a:pt x="8210573" y="79191"/>
                  </a:lnTo>
                  <a:lnTo>
                    <a:pt x="8210699" y="79191"/>
                  </a:lnTo>
                  <a:lnTo>
                    <a:pt x="8210825" y="79191"/>
                  </a:lnTo>
                  <a:lnTo>
                    <a:pt x="8210951" y="79191"/>
                  </a:lnTo>
                  <a:lnTo>
                    <a:pt x="8211077" y="79191"/>
                  </a:lnTo>
                  <a:lnTo>
                    <a:pt x="8211203" y="79191"/>
                  </a:lnTo>
                  <a:lnTo>
                    <a:pt x="8211329" y="79191"/>
                  </a:lnTo>
                  <a:lnTo>
                    <a:pt x="8211456" y="79191"/>
                  </a:lnTo>
                  <a:lnTo>
                    <a:pt x="8211582" y="79191"/>
                  </a:lnTo>
                  <a:lnTo>
                    <a:pt x="8211708" y="79191"/>
                  </a:lnTo>
                  <a:lnTo>
                    <a:pt x="8211834" y="79191"/>
                  </a:lnTo>
                  <a:lnTo>
                    <a:pt x="8211960" y="79191"/>
                  </a:lnTo>
                  <a:lnTo>
                    <a:pt x="8212086" y="79191"/>
                  </a:lnTo>
                  <a:lnTo>
                    <a:pt x="8212212" y="79191"/>
                  </a:lnTo>
                  <a:lnTo>
                    <a:pt x="8212338" y="79191"/>
                  </a:lnTo>
                  <a:lnTo>
                    <a:pt x="8212464" y="79191"/>
                  </a:lnTo>
                  <a:lnTo>
                    <a:pt x="8212590" y="79191"/>
                  </a:lnTo>
                  <a:lnTo>
                    <a:pt x="8212716" y="79191"/>
                  </a:lnTo>
                  <a:lnTo>
                    <a:pt x="8212843" y="79191"/>
                  </a:lnTo>
                  <a:lnTo>
                    <a:pt x="8212969" y="79191"/>
                  </a:lnTo>
                  <a:lnTo>
                    <a:pt x="8213095" y="79191"/>
                  </a:lnTo>
                  <a:lnTo>
                    <a:pt x="8213221" y="79191"/>
                  </a:lnTo>
                  <a:lnTo>
                    <a:pt x="8213347" y="79191"/>
                  </a:lnTo>
                  <a:lnTo>
                    <a:pt x="8213473" y="79191"/>
                  </a:lnTo>
                  <a:lnTo>
                    <a:pt x="8213599" y="79191"/>
                  </a:lnTo>
                  <a:lnTo>
                    <a:pt x="8213725" y="79191"/>
                  </a:lnTo>
                  <a:lnTo>
                    <a:pt x="8213851" y="79191"/>
                  </a:lnTo>
                  <a:lnTo>
                    <a:pt x="8213977" y="79191"/>
                  </a:lnTo>
                  <a:lnTo>
                    <a:pt x="8214103" y="79191"/>
                  </a:lnTo>
                  <a:lnTo>
                    <a:pt x="8214229" y="79191"/>
                  </a:lnTo>
                  <a:lnTo>
                    <a:pt x="8214356" y="79191"/>
                  </a:lnTo>
                  <a:lnTo>
                    <a:pt x="8214482" y="79191"/>
                  </a:lnTo>
                  <a:lnTo>
                    <a:pt x="8214608" y="79191"/>
                  </a:lnTo>
                  <a:lnTo>
                    <a:pt x="8214734" y="79191"/>
                  </a:lnTo>
                  <a:lnTo>
                    <a:pt x="8214860" y="79191"/>
                  </a:lnTo>
                  <a:lnTo>
                    <a:pt x="8214986" y="79191"/>
                  </a:lnTo>
                  <a:lnTo>
                    <a:pt x="8215112" y="79191"/>
                  </a:lnTo>
                  <a:lnTo>
                    <a:pt x="8215238" y="79191"/>
                  </a:lnTo>
                  <a:lnTo>
                    <a:pt x="8215364" y="79191"/>
                  </a:lnTo>
                  <a:lnTo>
                    <a:pt x="8215490" y="79191"/>
                  </a:lnTo>
                  <a:lnTo>
                    <a:pt x="8215616" y="79191"/>
                  </a:lnTo>
                  <a:lnTo>
                    <a:pt x="8215743" y="79191"/>
                  </a:lnTo>
                  <a:lnTo>
                    <a:pt x="8215869" y="79191"/>
                  </a:lnTo>
                  <a:lnTo>
                    <a:pt x="8215995" y="79191"/>
                  </a:lnTo>
                  <a:lnTo>
                    <a:pt x="8216121" y="79191"/>
                  </a:lnTo>
                  <a:lnTo>
                    <a:pt x="8216247" y="79191"/>
                  </a:lnTo>
                  <a:lnTo>
                    <a:pt x="8216373" y="79191"/>
                  </a:lnTo>
                  <a:lnTo>
                    <a:pt x="8216499" y="79191"/>
                  </a:lnTo>
                  <a:lnTo>
                    <a:pt x="8216625" y="79191"/>
                  </a:lnTo>
                  <a:lnTo>
                    <a:pt x="8216751" y="79191"/>
                  </a:lnTo>
                  <a:lnTo>
                    <a:pt x="8216877" y="79191"/>
                  </a:lnTo>
                  <a:lnTo>
                    <a:pt x="8217003" y="79191"/>
                  </a:lnTo>
                  <a:lnTo>
                    <a:pt x="8217130" y="79191"/>
                  </a:lnTo>
                  <a:lnTo>
                    <a:pt x="8217256" y="79191"/>
                  </a:lnTo>
                  <a:lnTo>
                    <a:pt x="8217382" y="79191"/>
                  </a:lnTo>
                  <a:lnTo>
                    <a:pt x="8217508" y="79191"/>
                  </a:lnTo>
                  <a:lnTo>
                    <a:pt x="8217634" y="79191"/>
                  </a:lnTo>
                  <a:lnTo>
                    <a:pt x="8217760" y="79191"/>
                  </a:lnTo>
                  <a:lnTo>
                    <a:pt x="8217886" y="79191"/>
                  </a:lnTo>
                  <a:lnTo>
                    <a:pt x="8218012" y="79191"/>
                  </a:lnTo>
                  <a:lnTo>
                    <a:pt x="8218138" y="79191"/>
                  </a:lnTo>
                  <a:lnTo>
                    <a:pt x="8218264" y="79191"/>
                  </a:lnTo>
                  <a:lnTo>
                    <a:pt x="8218390" y="79191"/>
                  </a:lnTo>
                  <a:lnTo>
                    <a:pt x="8218516" y="79191"/>
                  </a:lnTo>
                  <a:lnTo>
                    <a:pt x="8218643" y="79191"/>
                  </a:lnTo>
                  <a:lnTo>
                    <a:pt x="8218769" y="79191"/>
                  </a:lnTo>
                  <a:lnTo>
                    <a:pt x="8218895" y="79191"/>
                  </a:lnTo>
                  <a:lnTo>
                    <a:pt x="8219021" y="79191"/>
                  </a:lnTo>
                  <a:lnTo>
                    <a:pt x="8219147" y="79191"/>
                  </a:lnTo>
                  <a:lnTo>
                    <a:pt x="8219273" y="79191"/>
                  </a:lnTo>
                  <a:lnTo>
                    <a:pt x="8219399" y="79191"/>
                  </a:lnTo>
                  <a:lnTo>
                    <a:pt x="8219525" y="79191"/>
                  </a:lnTo>
                  <a:lnTo>
                    <a:pt x="8219651" y="79191"/>
                  </a:lnTo>
                  <a:lnTo>
                    <a:pt x="8219777" y="79191"/>
                  </a:lnTo>
                  <a:lnTo>
                    <a:pt x="8219903" y="79191"/>
                  </a:lnTo>
                  <a:lnTo>
                    <a:pt x="8220030" y="79191"/>
                  </a:lnTo>
                  <a:lnTo>
                    <a:pt x="8220156" y="79191"/>
                  </a:lnTo>
                  <a:lnTo>
                    <a:pt x="8220282" y="79191"/>
                  </a:lnTo>
                  <a:lnTo>
                    <a:pt x="8220408" y="79191"/>
                  </a:lnTo>
                  <a:lnTo>
                    <a:pt x="8220534" y="79191"/>
                  </a:lnTo>
                  <a:lnTo>
                    <a:pt x="8220660" y="79191"/>
                  </a:lnTo>
                  <a:lnTo>
                    <a:pt x="8220786" y="79191"/>
                  </a:lnTo>
                  <a:lnTo>
                    <a:pt x="8220912" y="79191"/>
                  </a:lnTo>
                  <a:lnTo>
                    <a:pt x="8221038" y="79191"/>
                  </a:lnTo>
                  <a:lnTo>
                    <a:pt x="8221164" y="79191"/>
                  </a:lnTo>
                  <a:lnTo>
                    <a:pt x="8221290" y="79191"/>
                  </a:lnTo>
                  <a:lnTo>
                    <a:pt x="8221416" y="79191"/>
                  </a:lnTo>
                  <a:lnTo>
                    <a:pt x="8221543" y="79191"/>
                  </a:lnTo>
                  <a:lnTo>
                    <a:pt x="8221669" y="79191"/>
                  </a:lnTo>
                  <a:lnTo>
                    <a:pt x="8221795" y="79191"/>
                  </a:lnTo>
                  <a:lnTo>
                    <a:pt x="8221921" y="79191"/>
                  </a:lnTo>
                  <a:lnTo>
                    <a:pt x="8222047" y="79191"/>
                  </a:lnTo>
                  <a:lnTo>
                    <a:pt x="8222047" y="73911"/>
                  </a:lnTo>
                  <a:lnTo>
                    <a:pt x="8222173" y="73911"/>
                  </a:lnTo>
                  <a:lnTo>
                    <a:pt x="8222299" y="73911"/>
                  </a:lnTo>
                  <a:lnTo>
                    <a:pt x="8222425" y="73911"/>
                  </a:lnTo>
                  <a:lnTo>
                    <a:pt x="8222551" y="73911"/>
                  </a:lnTo>
                  <a:lnTo>
                    <a:pt x="8222677" y="73911"/>
                  </a:lnTo>
                  <a:lnTo>
                    <a:pt x="8222803" y="73911"/>
                  </a:lnTo>
                  <a:lnTo>
                    <a:pt x="8222930" y="73911"/>
                  </a:lnTo>
                  <a:lnTo>
                    <a:pt x="8223056" y="73911"/>
                  </a:lnTo>
                  <a:lnTo>
                    <a:pt x="8223182" y="73911"/>
                  </a:lnTo>
                  <a:lnTo>
                    <a:pt x="8223308" y="73911"/>
                  </a:lnTo>
                  <a:lnTo>
                    <a:pt x="8223434" y="73911"/>
                  </a:lnTo>
                  <a:lnTo>
                    <a:pt x="8223560" y="73911"/>
                  </a:lnTo>
                  <a:lnTo>
                    <a:pt x="8223686" y="73911"/>
                  </a:lnTo>
                  <a:lnTo>
                    <a:pt x="8223812" y="73911"/>
                  </a:lnTo>
                  <a:lnTo>
                    <a:pt x="8223938" y="73911"/>
                  </a:lnTo>
                  <a:lnTo>
                    <a:pt x="8224064" y="73911"/>
                  </a:lnTo>
                  <a:lnTo>
                    <a:pt x="8224190" y="73911"/>
                  </a:lnTo>
                  <a:lnTo>
                    <a:pt x="8224317" y="73911"/>
                  </a:lnTo>
                  <a:lnTo>
                    <a:pt x="8224443" y="73911"/>
                  </a:lnTo>
                  <a:lnTo>
                    <a:pt x="8224569" y="73911"/>
                  </a:lnTo>
                  <a:lnTo>
                    <a:pt x="8224695" y="73911"/>
                  </a:lnTo>
                  <a:lnTo>
                    <a:pt x="8224821" y="73911"/>
                  </a:lnTo>
                  <a:lnTo>
                    <a:pt x="8224947" y="73911"/>
                  </a:lnTo>
                  <a:lnTo>
                    <a:pt x="8225073" y="73911"/>
                  </a:lnTo>
                  <a:lnTo>
                    <a:pt x="8225199" y="73911"/>
                  </a:lnTo>
                  <a:lnTo>
                    <a:pt x="8225325" y="73911"/>
                  </a:lnTo>
                  <a:lnTo>
                    <a:pt x="8225451" y="73911"/>
                  </a:lnTo>
                  <a:lnTo>
                    <a:pt x="8225577" y="73911"/>
                  </a:lnTo>
                  <a:lnTo>
                    <a:pt x="8225703" y="73911"/>
                  </a:lnTo>
                  <a:lnTo>
                    <a:pt x="8225830" y="73911"/>
                  </a:lnTo>
                  <a:lnTo>
                    <a:pt x="8225956" y="73911"/>
                  </a:lnTo>
                  <a:lnTo>
                    <a:pt x="8226082" y="73911"/>
                  </a:lnTo>
                  <a:lnTo>
                    <a:pt x="8226208" y="73911"/>
                  </a:lnTo>
                  <a:lnTo>
                    <a:pt x="8226334" y="73911"/>
                  </a:lnTo>
                  <a:lnTo>
                    <a:pt x="8226460" y="73911"/>
                  </a:lnTo>
                  <a:lnTo>
                    <a:pt x="8226586" y="73911"/>
                  </a:lnTo>
                  <a:lnTo>
                    <a:pt x="8226712" y="73911"/>
                  </a:lnTo>
                  <a:lnTo>
                    <a:pt x="8226838" y="73911"/>
                  </a:lnTo>
                  <a:lnTo>
                    <a:pt x="8226964" y="73911"/>
                  </a:lnTo>
                  <a:lnTo>
                    <a:pt x="8227090" y="73911"/>
                  </a:lnTo>
                  <a:lnTo>
                    <a:pt x="8227217" y="73911"/>
                  </a:lnTo>
                  <a:lnTo>
                    <a:pt x="8227343" y="73911"/>
                  </a:lnTo>
                  <a:lnTo>
                    <a:pt x="8227469" y="73911"/>
                  </a:lnTo>
                  <a:lnTo>
                    <a:pt x="8227595" y="73911"/>
                  </a:lnTo>
                  <a:lnTo>
                    <a:pt x="8227721" y="73911"/>
                  </a:lnTo>
                  <a:lnTo>
                    <a:pt x="8227847" y="73911"/>
                  </a:lnTo>
                  <a:lnTo>
                    <a:pt x="8227973" y="73911"/>
                  </a:lnTo>
                  <a:lnTo>
                    <a:pt x="8228099" y="73911"/>
                  </a:lnTo>
                  <a:lnTo>
                    <a:pt x="8228225" y="73911"/>
                  </a:lnTo>
                  <a:lnTo>
                    <a:pt x="8228351" y="73911"/>
                  </a:lnTo>
                  <a:lnTo>
                    <a:pt x="8228477" y="73911"/>
                  </a:lnTo>
                  <a:lnTo>
                    <a:pt x="8228603" y="73911"/>
                  </a:lnTo>
                  <a:lnTo>
                    <a:pt x="8228730" y="73911"/>
                  </a:lnTo>
                  <a:lnTo>
                    <a:pt x="8228856" y="73911"/>
                  </a:lnTo>
                  <a:lnTo>
                    <a:pt x="8228982" y="73911"/>
                  </a:lnTo>
                  <a:lnTo>
                    <a:pt x="8229108" y="73911"/>
                  </a:lnTo>
                  <a:lnTo>
                    <a:pt x="8229234" y="73911"/>
                  </a:lnTo>
                  <a:lnTo>
                    <a:pt x="8229360" y="73911"/>
                  </a:lnTo>
                  <a:lnTo>
                    <a:pt x="8229486" y="73911"/>
                  </a:lnTo>
                  <a:lnTo>
                    <a:pt x="8229612" y="73911"/>
                  </a:lnTo>
                  <a:lnTo>
                    <a:pt x="8229738" y="73911"/>
                  </a:lnTo>
                  <a:lnTo>
                    <a:pt x="8229864" y="73911"/>
                  </a:lnTo>
                  <a:lnTo>
                    <a:pt x="8229990" y="73911"/>
                  </a:lnTo>
                  <a:lnTo>
                    <a:pt x="8230117" y="73911"/>
                  </a:lnTo>
                  <a:lnTo>
                    <a:pt x="8230243" y="73911"/>
                  </a:lnTo>
                  <a:lnTo>
                    <a:pt x="8230369" y="73911"/>
                  </a:lnTo>
                  <a:lnTo>
                    <a:pt x="8230495" y="73911"/>
                  </a:lnTo>
                  <a:lnTo>
                    <a:pt x="8230621" y="73911"/>
                  </a:lnTo>
                  <a:lnTo>
                    <a:pt x="8230747" y="73911"/>
                  </a:lnTo>
                  <a:lnTo>
                    <a:pt x="8230873" y="73911"/>
                  </a:lnTo>
                  <a:lnTo>
                    <a:pt x="8230999" y="73911"/>
                  </a:lnTo>
                  <a:lnTo>
                    <a:pt x="8231125" y="73911"/>
                  </a:lnTo>
                  <a:lnTo>
                    <a:pt x="8231251" y="73911"/>
                  </a:lnTo>
                  <a:lnTo>
                    <a:pt x="8231377" y="73911"/>
                  </a:lnTo>
                  <a:lnTo>
                    <a:pt x="8231504" y="73911"/>
                  </a:lnTo>
                  <a:lnTo>
                    <a:pt x="8231630" y="73911"/>
                  </a:lnTo>
                  <a:lnTo>
                    <a:pt x="8231756" y="73911"/>
                  </a:lnTo>
                  <a:lnTo>
                    <a:pt x="8231882" y="73911"/>
                  </a:lnTo>
                  <a:lnTo>
                    <a:pt x="8232008" y="73911"/>
                  </a:lnTo>
                  <a:lnTo>
                    <a:pt x="8232134" y="73911"/>
                  </a:lnTo>
                  <a:lnTo>
                    <a:pt x="8232260" y="73911"/>
                  </a:lnTo>
                  <a:lnTo>
                    <a:pt x="8232386" y="73911"/>
                  </a:lnTo>
                  <a:lnTo>
                    <a:pt x="8232512" y="73911"/>
                  </a:lnTo>
                  <a:lnTo>
                    <a:pt x="8232638" y="73911"/>
                  </a:lnTo>
                  <a:lnTo>
                    <a:pt x="8232764" y="73911"/>
                  </a:lnTo>
                  <a:lnTo>
                    <a:pt x="8232890" y="73911"/>
                  </a:lnTo>
                  <a:lnTo>
                    <a:pt x="8233017" y="73911"/>
                  </a:lnTo>
                  <a:lnTo>
                    <a:pt x="8233143" y="73911"/>
                  </a:lnTo>
                  <a:lnTo>
                    <a:pt x="8233269" y="73911"/>
                  </a:lnTo>
                  <a:lnTo>
                    <a:pt x="8233395" y="73911"/>
                  </a:lnTo>
                  <a:lnTo>
                    <a:pt x="8233521" y="73911"/>
                  </a:lnTo>
                  <a:lnTo>
                    <a:pt x="8233647" y="73911"/>
                  </a:lnTo>
                  <a:lnTo>
                    <a:pt x="8233773" y="73911"/>
                  </a:lnTo>
                  <a:lnTo>
                    <a:pt x="8233899" y="73911"/>
                  </a:lnTo>
                  <a:lnTo>
                    <a:pt x="8234025" y="73911"/>
                  </a:lnTo>
                  <a:lnTo>
                    <a:pt x="8234151" y="73911"/>
                  </a:lnTo>
                  <a:lnTo>
                    <a:pt x="8234277" y="73911"/>
                  </a:lnTo>
                  <a:lnTo>
                    <a:pt x="8234404" y="73911"/>
                  </a:lnTo>
                  <a:lnTo>
                    <a:pt x="8234530" y="73911"/>
                  </a:lnTo>
                  <a:lnTo>
                    <a:pt x="8234656" y="73911"/>
                  </a:lnTo>
                  <a:lnTo>
                    <a:pt x="8234782" y="73911"/>
                  </a:lnTo>
                  <a:lnTo>
                    <a:pt x="8234908" y="73911"/>
                  </a:lnTo>
                  <a:lnTo>
                    <a:pt x="8235034" y="73911"/>
                  </a:lnTo>
                  <a:lnTo>
                    <a:pt x="8235160" y="73911"/>
                  </a:lnTo>
                  <a:lnTo>
                    <a:pt x="8235286" y="73911"/>
                  </a:lnTo>
                  <a:lnTo>
                    <a:pt x="8235412" y="73911"/>
                  </a:lnTo>
                  <a:lnTo>
                    <a:pt x="8235538" y="73911"/>
                  </a:lnTo>
                  <a:lnTo>
                    <a:pt x="8235664" y="73911"/>
                  </a:lnTo>
                  <a:lnTo>
                    <a:pt x="8235790" y="73911"/>
                  </a:lnTo>
                  <a:lnTo>
                    <a:pt x="8235917" y="73911"/>
                  </a:lnTo>
                  <a:lnTo>
                    <a:pt x="8236043" y="73911"/>
                  </a:lnTo>
                  <a:lnTo>
                    <a:pt x="8236169" y="73911"/>
                  </a:lnTo>
                  <a:lnTo>
                    <a:pt x="8236295" y="73911"/>
                  </a:lnTo>
                  <a:lnTo>
                    <a:pt x="8236421" y="73911"/>
                  </a:lnTo>
                  <a:lnTo>
                    <a:pt x="8236547" y="73911"/>
                  </a:lnTo>
                  <a:lnTo>
                    <a:pt x="8236673" y="73911"/>
                  </a:lnTo>
                  <a:lnTo>
                    <a:pt x="8236799" y="73911"/>
                  </a:lnTo>
                  <a:lnTo>
                    <a:pt x="8236925" y="73911"/>
                  </a:lnTo>
                  <a:lnTo>
                    <a:pt x="8237051" y="73911"/>
                  </a:lnTo>
                  <a:lnTo>
                    <a:pt x="8237177" y="73911"/>
                  </a:lnTo>
                  <a:lnTo>
                    <a:pt x="8237304" y="73911"/>
                  </a:lnTo>
                  <a:lnTo>
                    <a:pt x="8237430" y="73911"/>
                  </a:lnTo>
                  <a:lnTo>
                    <a:pt x="8237556" y="73911"/>
                  </a:lnTo>
                  <a:lnTo>
                    <a:pt x="8237682" y="73911"/>
                  </a:lnTo>
                  <a:lnTo>
                    <a:pt x="8237808" y="73911"/>
                  </a:lnTo>
                  <a:lnTo>
                    <a:pt x="8237934" y="73911"/>
                  </a:lnTo>
                  <a:lnTo>
                    <a:pt x="8238060" y="73911"/>
                  </a:lnTo>
                  <a:lnTo>
                    <a:pt x="8238186" y="73911"/>
                  </a:lnTo>
                  <a:lnTo>
                    <a:pt x="8238312" y="73911"/>
                  </a:lnTo>
                  <a:lnTo>
                    <a:pt x="8238438" y="73911"/>
                  </a:lnTo>
                  <a:lnTo>
                    <a:pt x="8238564" y="73911"/>
                  </a:lnTo>
                  <a:lnTo>
                    <a:pt x="8238690" y="73911"/>
                  </a:lnTo>
                  <a:lnTo>
                    <a:pt x="8238817" y="73911"/>
                  </a:lnTo>
                  <a:lnTo>
                    <a:pt x="8238943" y="73911"/>
                  </a:lnTo>
                  <a:lnTo>
                    <a:pt x="8239069" y="73911"/>
                  </a:lnTo>
                  <a:lnTo>
                    <a:pt x="8239195" y="73911"/>
                  </a:lnTo>
                  <a:lnTo>
                    <a:pt x="8239321" y="73911"/>
                  </a:lnTo>
                  <a:lnTo>
                    <a:pt x="8239447" y="73911"/>
                  </a:lnTo>
                  <a:lnTo>
                    <a:pt x="8239573" y="73911"/>
                  </a:lnTo>
                  <a:lnTo>
                    <a:pt x="8239699" y="73911"/>
                  </a:lnTo>
                  <a:lnTo>
                    <a:pt x="8239825" y="73911"/>
                  </a:lnTo>
                  <a:lnTo>
                    <a:pt x="8239951" y="73911"/>
                  </a:lnTo>
                  <a:lnTo>
                    <a:pt x="8240077" y="73911"/>
                  </a:lnTo>
                  <a:lnTo>
                    <a:pt x="8240204" y="73911"/>
                  </a:lnTo>
                  <a:lnTo>
                    <a:pt x="8240330" y="73911"/>
                  </a:lnTo>
                  <a:lnTo>
                    <a:pt x="8240456" y="73911"/>
                  </a:lnTo>
                  <a:lnTo>
                    <a:pt x="8240582" y="73911"/>
                  </a:lnTo>
                  <a:lnTo>
                    <a:pt x="8240708" y="73911"/>
                  </a:lnTo>
                  <a:lnTo>
                    <a:pt x="8240834" y="73911"/>
                  </a:lnTo>
                  <a:lnTo>
                    <a:pt x="8240960" y="73911"/>
                  </a:lnTo>
                  <a:lnTo>
                    <a:pt x="8241086" y="73911"/>
                  </a:lnTo>
                  <a:lnTo>
                    <a:pt x="8241212" y="73911"/>
                  </a:lnTo>
                  <a:lnTo>
                    <a:pt x="8241338" y="73911"/>
                  </a:lnTo>
                  <a:lnTo>
                    <a:pt x="8241464" y="73911"/>
                  </a:lnTo>
                  <a:lnTo>
                    <a:pt x="8241591" y="73911"/>
                  </a:lnTo>
                  <a:lnTo>
                    <a:pt x="8241717" y="73911"/>
                  </a:lnTo>
                  <a:lnTo>
                    <a:pt x="8241843" y="73911"/>
                  </a:lnTo>
                  <a:lnTo>
                    <a:pt x="8241969" y="73911"/>
                  </a:lnTo>
                  <a:lnTo>
                    <a:pt x="8242095" y="73911"/>
                  </a:lnTo>
                  <a:lnTo>
                    <a:pt x="8242221" y="73911"/>
                  </a:lnTo>
                  <a:lnTo>
                    <a:pt x="8242347" y="73911"/>
                  </a:lnTo>
                  <a:lnTo>
                    <a:pt x="8242473" y="73911"/>
                  </a:lnTo>
                  <a:lnTo>
                    <a:pt x="8242599" y="73911"/>
                  </a:lnTo>
                  <a:lnTo>
                    <a:pt x="8242725" y="73911"/>
                  </a:lnTo>
                  <a:lnTo>
                    <a:pt x="8242851" y="73911"/>
                  </a:lnTo>
                  <a:lnTo>
                    <a:pt x="8242977" y="73911"/>
                  </a:lnTo>
                  <a:lnTo>
                    <a:pt x="8243104" y="73911"/>
                  </a:lnTo>
                  <a:lnTo>
                    <a:pt x="8243230" y="73911"/>
                  </a:lnTo>
                  <a:lnTo>
                    <a:pt x="8243356" y="73911"/>
                  </a:lnTo>
                  <a:lnTo>
                    <a:pt x="8243482" y="73911"/>
                  </a:lnTo>
                  <a:lnTo>
                    <a:pt x="8243608" y="73911"/>
                  </a:lnTo>
                  <a:lnTo>
                    <a:pt x="8243734" y="73911"/>
                  </a:lnTo>
                  <a:lnTo>
                    <a:pt x="8243860" y="73911"/>
                  </a:lnTo>
                  <a:lnTo>
                    <a:pt x="8243986" y="73911"/>
                  </a:lnTo>
                  <a:lnTo>
                    <a:pt x="8244112" y="73911"/>
                  </a:lnTo>
                  <a:lnTo>
                    <a:pt x="8244238" y="73911"/>
                  </a:lnTo>
                  <a:lnTo>
                    <a:pt x="8244364" y="73911"/>
                  </a:lnTo>
                  <a:lnTo>
                    <a:pt x="8244491" y="73911"/>
                  </a:lnTo>
                  <a:lnTo>
                    <a:pt x="8244617" y="73911"/>
                  </a:lnTo>
                  <a:lnTo>
                    <a:pt x="8244743" y="73911"/>
                  </a:lnTo>
                  <a:lnTo>
                    <a:pt x="8244869" y="73911"/>
                  </a:lnTo>
                  <a:lnTo>
                    <a:pt x="8244995" y="73911"/>
                  </a:lnTo>
                  <a:lnTo>
                    <a:pt x="8245121" y="73911"/>
                  </a:lnTo>
                  <a:lnTo>
                    <a:pt x="8245247" y="73911"/>
                  </a:lnTo>
                  <a:lnTo>
                    <a:pt x="8245373" y="73911"/>
                  </a:lnTo>
                  <a:lnTo>
                    <a:pt x="8245499" y="73911"/>
                  </a:lnTo>
                  <a:lnTo>
                    <a:pt x="8245625" y="73911"/>
                  </a:lnTo>
                  <a:lnTo>
                    <a:pt x="8245751" y="73911"/>
                  </a:lnTo>
                  <a:lnTo>
                    <a:pt x="8245877" y="73911"/>
                  </a:lnTo>
                  <a:lnTo>
                    <a:pt x="8246004" y="73911"/>
                  </a:lnTo>
                  <a:lnTo>
                    <a:pt x="8246130" y="73911"/>
                  </a:lnTo>
                  <a:lnTo>
                    <a:pt x="8246256" y="73911"/>
                  </a:lnTo>
                  <a:lnTo>
                    <a:pt x="8246382" y="73911"/>
                  </a:lnTo>
                  <a:lnTo>
                    <a:pt x="8246508" y="73911"/>
                  </a:lnTo>
                  <a:lnTo>
                    <a:pt x="8246634" y="73911"/>
                  </a:lnTo>
                  <a:lnTo>
                    <a:pt x="8246760" y="73911"/>
                  </a:lnTo>
                  <a:lnTo>
                    <a:pt x="8246886" y="73911"/>
                  </a:lnTo>
                  <a:lnTo>
                    <a:pt x="8247012" y="73911"/>
                  </a:lnTo>
                  <a:lnTo>
                    <a:pt x="8247138" y="73911"/>
                  </a:lnTo>
                  <a:lnTo>
                    <a:pt x="8247264" y="73911"/>
                  </a:lnTo>
                  <a:lnTo>
                    <a:pt x="8247391" y="73911"/>
                  </a:lnTo>
                  <a:lnTo>
                    <a:pt x="8247517" y="73911"/>
                  </a:lnTo>
                  <a:lnTo>
                    <a:pt x="8247643" y="73911"/>
                  </a:lnTo>
                  <a:lnTo>
                    <a:pt x="8247769" y="73911"/>
                  </a:lnTo>
                  <a:lnTo>
                    <a:pt x="8247895" y="73911"/>
                  </a:lnTo>
                  <a:lnTo>
                    <a:pt x="8248021" y="73911"/>
                  </a:lnTo>
                  <a:lnTo>
                    <a:pt x="8248147" y="73911"/>
                  </a:lnTo>
                  <a:lnTo>
                    <a:pt x="8248273" y="73911"/>
                  </a:lnTo>
                  <a:lnTo>
                    <a:pt x="8248399" y="73911"/>
                  </a:lnTo>
                  <a:lnTo>
                    <a:pt x="8248525" y="73911"/>
                  </a:lnTo>
                  <a:lnTo>
                    <a:pt x="8248651" y="73911"/>
                  </a:lnTo>
                  <a:lnTo>
                    <a:pt x="8248778" y="73911"/>
                  </a:lnTo>
                  <a:lnTo>
                    <a:pt x="8248904" y="73911"/>
                  </a:lnTo>
                  <a:lnTo>
                    <a:pt x="8249030" y="73911"/>
                  </a:lnTo>
                  <a:lnTo>
                    <a:pt x="8249156" y="73911"/>
                  </a:lnTo>
                  <a:lnTo>
                    <a:pt x="8249282" y="73911"/>
                  </a:lnTo>
                  <a:lnTo>
                    <a:pt x="8249408" y="73911"/>
                  </a:lnTo>
                  <a:lnTo>
                    <a:pt x="8249534" y="73911"/>
                  </a:lnTo>
                  <a:lnTo>
                    <a:pt x="8249660" y="73911"/>
                  </a:lnTo>
                  <a:lnTo>
                    <a:pt x="8249786" y="73911"/>
                  </a:lnTo>
                  <a:lnTo>
                    <a:pt x="8249912" y="73911"/>
                  </a:lnTo>
                  <a:lnTo>
                    <a:pt x="8250038" y="73911"/>
                  </a:lnTo>
                  <a:lnTo>
                    <a:pt x="8250164" y="73911"/>
                  </a:lnTo>
                  <a:lnTo>
                    <a:pt x="8250291" y="73911"/>
                  </a:lnTo>
                  <a:lnTo>
                    <a:pt x="8250417" y="73911"/>
                  </a:lnTo>
                  <a:lnTo>
                    <a:pt x="8250543" y="73911"/>
                  </a:lnTo>
                  <a:lnTo>
                    <a:pt x="8250669" y="73911"/>
                  </a:lnTo>
                  <a:lnTo>
                    <a:pt x="8250795" y="73911"/>
                  </a:lnTo>
                  <a:lnTo>
                    <a:pt x="8250921" y="73911"/>
                  </a:lnTo>
                  <a:lnTo>
                    <a:pt x="8251047" y="73911"/>
                  </a:lnTo>
                  <a:lnTo>
                    <a:pt x="8251173" y="73911"/>
                  </a:lnTo>
                  <a:lnTo>
                    <a:pt x="8251299" y="73911"/>
                  </a:lnTo>
                  <a:lnTo>
                    <a:pt x="8251425" y="73911"/>
                  </a:lnTo>
                  <a:lnTo>
                    <a:pt x="8251551" y="73911"/>
                  </a:lnTo>
                  <a:lnTo>
                    <a:pt x="8251678" y="73911"/>
                  </a:lnTo>
                  <a:lnTo>
                    <a:pt x="8251804" y="73911"/>
                  </a:lnTo>
                  <a:lnTo>
                    <a:pt x="8251930" y="73911"/>
                  </a:lnTo>
                  <a:lnTo>
                    <a:pt x="8252056" y="73911"/>
                  </a:lnTo>
                  <a:lnTo>
                    <a:pt x="8252182" y="73911"/>
                  </a:lnTo>
                  <a:lnTo>
                    <a:pt x="8252308" y="73911"/>
                  </a:lnTo>
                  <a:lnTo>
                    <a:pt x="8252434" y="73911"/>
                  </a:lnTo>
                  <a:lnTo>
                    <a:pt x="8252560" y="73911"/>
                  </a:lnTo>
                  <a:lnTo>
                    <a:pt x="8252686" y="73911"/>
                  </a:lnTo>
                  <a:lnTo>
                    <a:pt x="8252812" y="73911"/>
                  </a:lnTo>
                  <a:lnTo>
                    <a:pt x="8252938" y="73911"/>
                  </a:lnTo>
                  <a:lnTo>
                    <a:pt x="8253064" y="73911"/>
                  </a:lnTo>
                  <a:lnTo>
                    <a:pt x="8253191" y="73911"/>
                  </a:lnTo>
                  <a:lnTo>
                    <a:pt x="8253317" y="73911"/>
                  </a:lnTo>
                  <a:lnTo>
                    <a:pt x="8253443" y="73911"/>
                  </a:lnTo>
                  <a:lnTo>
                    <a:pt x="8253569" y="73911"/>
                  </a:lnTo>
                  <a:lnTo>
                    <a:pt x="8253695" y="73911"/>
                  </a:lnTo>
                  <a:lnTo>
                    <a:pt x="8253821" y="73911"/>
                  </a:lnTo>
                  <a:lnTo>
                    <a:pt x="8253947" y="73911"/>
                  </a:lnTo>
                  <a:lnTo>
                    <a:pt x="8253947" y="68632"/>
                  </a:lnTo>
                  <a:lnTo>
                    <a:pt x="8254073" y="68632"/>
                  </a:lnTo>
                  <a:lnTo>
                    <a:pt x="8254199" y="68632"/>
                  </a:lnTo>
                  <a:lnTo>
                    <a:pt x="8254325" y="68632"/>
                  </a:lnTo>
                  <a:lnTo>
                    <a:pt x="8254451" y="68632"/>
                  </a:lnTo>
                  <a:lnTo>
                    <a:pt x="8254578" y="68632"/>
                  </a:lnTo>
                  <a:lnTo>
                    <a:pt x="8254704" y="68632"/>
                  </a:lnTo>
                  <a:lnTo>
                    <a:pt x="8254830" y="68632"/>
                  </a:lnTo>
                  <a:lnTo>
                    <a:pt x="8254956" y="68632"/>
                  </a:lnTo>
                  <a:lnTo>
                    <a:pt x="8255082" y="68632"/>
                  </a:lnTo>
                  <a:lnTo>
                    <a:pt x="8255208" y="68632"/>
                  </a:lnTo>
                  <a:lnTo>
                    <a:pt x="8255334" y="68632"/>
                  </a:lnTo>
                  <a:lnTo>
                    <a:pt x="8255460" y="68632"/>
                  </a:lnTo>
                  <a:lnTo>
                    <a:pt x="8255586" y="68632"/>
                  </a:lnTo>
                  <a:lnTo>
                    <a:pt x="8255712" y="68632"/>
                  </a:lnTo>
                  <a:lnTo>
                    <a:pt x="8255838" y="68632"/>
                  </a:lnTo>
                  <a:lnTo>
                    <a:pt x="8255965" y="68632"/>
                  </a:lnTo>
                  <a:lnTo>
                    <a:pt x="8256091" y="68632"/>
                  </a:lnTo>
                  <a:lnTo>
                    <a:pt x="8256217" y="68632"/>
                  </a:lnTo>
                  <a:lnTo>
                    <a:pt x="8256343" y="68632"/>
                  </a:lnTo>
                  <a:lnTo>
                    <a:pt x="8256469" y="68632"/>
                  </a:lnTo>
                  <a:lnTo>
                    <a:pt x="8256595" y="68632"/>
                  </a:lnTo>
                  <a:lnTo>
                    <a:pt x="8256721" y="68632"/>
                  </a:lnTo>
                  <a:lnTo>
                    <a:pt x="8256847" y="68632"/>
                  </a:lnTo>
                  <a:lnTo>
                    <a:pt x="8256973" y="68632"/>
                  </a:lnTo>
                  <a:lnTo>
                    <a:pt x="8257099" y="68632"/>
                  </a:lnTo>
                  <a:lnTo>
                    <a:pt x="8257225" y="68632"/>
                  </a:lnTo>
                  <a:lnTo>
                    <a:pt x="8257351" y="68632"/>
                  </a:lnTo>
                  <a:lnTo>
                    <a:pt x="8257478" y="68632"/>
                  </a:lnTo>
                  <a:lnTo>
                    <a:pt x="8257604" y="68632"/>
                  </a:lnTo>
                  <a:lnTo>
                    <a:pt x="8257730" y="68632"/>
                  </a:lnTo>
                  <a:lnTo>
                    <a:pt x="8257856" y="68632"/>
                  </a:lnTo>
                  <a:lnTo>
                    <a:pt x="8257982" y="68632"/>
                  </a:lnTo>
                  <a:lnTo>
                    <a:pt x="8258108" y="68632"/>
                  </a:lnTo>
                  <a:lnTo>
                    <a:pt x="8258234" y="68632"/>
                  </a:lnTo>
                  <a:lnTo>
                    <a:pt x="8258360" y="68632"/>
                  </a:lnTo>
                  <a:lnTo>
                    <a:pt x="8258486" y="68632"/>
                  </a:lnTo>
                  <a:lnTo>
                    <a:pt x="8258612" y="68632"/>
                  </a:lnTo>
                  <a:lnTo>
                    <a:pt x="8258738" y="68632"/>
                  </a:lnTo>
                  <a:lnTo>
                    <a:pt x="8258865" y="68632"/>
                  </a:lnTo>
                  <a:lnTo>
                    <a:pt x="8258991" y="68632"/>
                  </a:lnTo>
                  <a:lnTo>
                    <a:pt x="8259117" y="68632"/>
                  </a:lnTo>
                  <a:lnTo>
                    <a:pt x="8259243" y="68632"/>
                  </a:lnTo>
                  <a:lnTo>
                    <a:pt x="8259369" y="68632"/>
                  </a:lnTo>
                  <a:lnTo>
                    <a:pt x="8259495" y="68632"/>
                  </a:lnTo>
                  <a:lnTo>
                    <a:pt x="8259621" y="68632"/>
                  </a:lnTo>
                  <a:lnTo>
                    <a:pt x="8259747" y="68632"/>
                  </a:lnTo>
                  <a:lnTo>
                    <a:pt x="8259873" y="68632"/>
                  </a:lnTo>
                  <a:lnTo>
                    <a:pt x="8259999" y="68632"/>
                  </a:lnTo>
                  <a:lnTo>
                    <a:pt x="8260125" y="68632"/>
                  </a:lnTo>
                  <a:lnTo>
                    <a:pt x="8260251" y="68632"/>
                  </a:lnTo>
                  <a:lnTo>
                    <a:pt x="8260378" y="68632"/>
                  </a:lnTo>
                  <a:lnTo>
                    <a:pt x="8260504" y="68632"/>
                  </a:lnTo>
                  <a:lnTo>
                    <a:pt x="8260630" y="68632"/>
                  </a:lnTo>
                  <a:lnTo>
                    <a:pt x="8260756" y="68632"/>
                  </a:lnTo>
                  <a:lnTo>
                    <a:pt x="8260882" y="68632"/>
                  </a:lnTo>
                  <a:lnTo>
                    <a:pt x="8260882" y="63353"/>
                  </a:lnTo>
                  <a:lnTo>
                    <a:pt x="8261008" y="63353"/>
                  </a:lnTo>
                  <a:lnTo>
                    <a:pt x="8261134" y="63353"/>
                  </a:lnTo>
                  <a:lnTo>
                    <a:pt x="8261260" y="63353"/>
                  </a:lnTo>
                  <a:lnTo>
                    <a:pt x="8261386" y="63353"/>
                  </a:lnTo>
                  <a:lnTo>
                    <a:pt x="8261512" y="63353"/>
                  </a:lnTo>
                  <a:lnTo>
                    <a:pt x="8261638" y="63353"/>
                  </a:lnTo>
                  <a:lnTo>
                    <a:pt x="8261765" y="63353"/>
                  </a:lnTo>
                  <a:lnTo>
                    <a:pt x="8261891" y="63353"/>
                  </a:lnTo>
                  <a:lnTo>
                    <a:pt x="8262017" y="63353"/>
                  </a:lnTo>
                  <a:lnTo>
                    <a:pt x="8262143" y="63353"/>
                  </a:lnTo>
                  <a:lnTo>
                    <a:pt x="8262269" y="63353"/>
                  </a:lnTo>
                  <a:lnTo>
                    <a:pt x="8262395" y="63353"/>
                  </a:lnTo>
                  <a:lnTo>
                    <a:pt x="8262521" y="63353"/>
                  </a:lnTo>
                  <a:lnTo>
                    <a:pt x="8262647" y="63353"/>
                  </a:lnTo>
                  <a:lnTo>
                    <a:pt x="8262773" y="63353"/>
                  </a:lnTo>
                  <a:lnTo>
                    <a:pt x="8262899" y="63353"/>
                  </a:lnTo>
                  <a:lnTo>
                    <a:pt x="8263025" y="63353"/>
                  </a:lnTo>
                  <a:lnTo>
                    <a:pt x="8263151" y="63353"/>
                  </a:lnTo>
                  <a:lnTo>
                    <a:pt x="8263278" y="63353"/>
                  </a:lnTo>
                  <a:lnTo>
                    <a:pt x="8263404" y="63353"/>
                  </a:lnTo>
                  <a:lnTo>
                    <a:pt x="8263530" y="63353"/>
                  </a:lnTo>
                  <a:lnTo>
                    <a:pt x="8263656" y="63353"/>
                  </a:lnTo>
                  <a:lnTo>
                    <a:pt x="8263782" y="63353"/>
                  </a:lnTo>
                  <a:lnTo>
                    <a:pt x="8263908" y="63353"/>
                  </a:lnTo>
                  <a:lnTo>
                    <a:pt x="8264034" y="63353"/>
                  </a:lnTo>
                  <a:lnTo>
                    <a:pt x="8264160" y="63353"/>
                  </a:lnTo>
                  <a:lnTo>
                    <a:pt x="8264286" y="63353"/>
                  </a:lnTo>
                  <a:lnTo>
                    <a:pt x="8264412" y="63353"/>
                  </a:lnTo>
                  <a:lnTo>
                    <a:pt x="8264538" y="63353"/>
                  </a:lnTo>
                  <a:lnTo>
                    <a:pt x="8264665" y="63353"/>
                  </a:lnTo>
                  <a:lnTo>
                    <a:pt x="8264791" y="63353"/>
                  </a:lnTo>
                  <a:lnTo>
                    <a:pt x="8264917" y="63353"/>
                  </a:lnTo>
                  <a:lnTo>
                    <a:pt x="8265043" y="63353"/>
                  </a:lnTo>
                  <a:lnTo>
                    <a:pt x="8265169" y="63353"/>
                  </a:lnTo>
                  <a:lnTo>
                    <a:pt x="8265295" y="63353"/>
                  </a:lnTo>
                  <a:lnTo>
                    <a:pt x="8265421" y="63353"/>
                  </a:lnTo>
                  <a:lnTo>
                    <a:pt x="8265547" y="63353"/>
                  </a:lnTo>
                  <a:lnTo>
                    <a:pt x="8265673" y="63353"/>
                  </a:lnTo>
                  <a:lnTo>
                    <a:pt x="8265799" y="63353"/>
                  </a:lnTo>
                  <a:lnTo>
                    <a:pt x="8265925" y="63353"/>
                  </a:lnTo>
                  <a:lnTo>
                    <a:pt x="8266052" y="63353"/>
                  </a:lnTo>
                  <a:lnTo>
                    <a:pt x="8266178" y="63353"/>
                  </a:lnTo>
                  <a:lnTo>
                    <a:pt x="8266304" y="63353"/>
                  </a:lnTo>
                  <a:lnTo>
                    <a:pt x="8266430" y="63353"/>
                  </a:lnTo>
                  <a:lnTo>
                    <a:pt x="8266556" y="63353"/>
                  </a:lnTo>
                  <a:lnTo>
                    <a:pt x="8266682" y="63353"/>
                  </a:lnTo>
                  <a:lnTo>
                    <a:pt x="8266808" y="63353"/>
                  </a:lnTo>
                  <a:lnTo>
                    <a:pt x="8266934" y="63353"/>
                  </a:lnTo>
                  <a:lnTo>
                    <a:pt x="8267060" y="63353"/>
                  </a:lnTo>
                  <a:lnTo>
                    <a:pt x="8267186" y="63353"/>
                  </a:lnTo>
                  <a:lnTo>
                    <a:pt x="8267312" y="63353"/>
                  </a:lnTo>
                  <a:lnTo>
                    <a:pt x="8267438" y="63353"/>
                  </a:lnTo>
                  <a:lnTo>
                    <a:pt x="8267565" y="63353"/>
                  </a:lnTo>
                  <a:lnTo>
                    <a:pt x="8267691" y="63353"/>
                  </a:lnTo>
                  <a:lnTo>
                    <a:pt x="8267817" y="63353"/>
                  </a:lnTo>
                  <a:lnTo>
                    <a:pt x="8267943" y="63353"/>
                  </a:lnTo>
                  <a:lnTo>
                    <a:pt x="8268069" y="63353"/>
                  </a:lnTo>
                  <a:lnTo>
                    <a:pt x="8268195" y="63353"/>
                  </a:lnTo>
                  <a:lnTo>
                    <a:pt x="8268321" y="63353"/>
                  </a:lnTo>
                  <a:lnTo>
                    <a:pt x="8268447" y="63353"/>
                  </a:lnTo>
                  <a:lnTo>
                    <a:pt x="8268573" y="63353"/>
                  </a:lnTo>
                  <a:lnTo>
                    <a:pt x="8268699" y="63353"/>
                  </a:lnTo>
                  <a:lnTo>
                    <a:pt x="8268825" y="63353"/>
                  </a:lnTo>
                  <a:lnTo>
                    <a:pt x="8268952" y="63353"/>
                  </a:lnTo>
                  <a:lnTo>
                    <a:pt x="8269078" y="63353"/>
                  </a:lnTo>
                  <a:lnTo>
                    <a:pt x="8269204" y="63353"/>
                  </a:lnTo>
                  <a:lnTo>
                    <a:pt x="8269330" y="63353"/>
                  </a:lnTo>
                  <a:lnTo>
                    <a:pt x="8269456" y="63353"/>
                  </a:lnTo>
                  <a:lnTo>
                    <a:pt x="8269582" y="63353"/>
                  </a:lnTo>
                  <a:lnTo>
                    <a:pt x="8269708" y="63353"/>
                  </a:lnTo>
                  <a:lnTo>
                    <a:pt x="8269834" y="63353"/>
                  </a:lnTo>
                  <a:lnTo>
                    <a:pt x="8269960" y="63353"/>
                  </a:lnTo>
                  <a:lnTo>
                    <a:pt x="8270086" y="63353"/>
                  </a:lnTo>
                  <a:lnTo>
                    <a:pt x="8270212" y="63353"/>
                  </a:lnTo>
                  <a:lnTo>
                    <a:pt x="8270338" y="63353"/>
                  </a:lnTo>
                  <a:lnTo>
                    <a:pt x="8270465" y="63353"/>
                  </a:lnTo>
                  <a:lnTo>
                    <a:pt x="8270591" y="63353"/>
                  </a:lnTo>
                  <a:lnTo>
                    <a:pt x="8270717" y="63353"/>
                  </a:lnTo>
                  <a:lnTo>
                    <a:pt x="8270843" y="63353"/>
                  </a:lnTo>
                  <a:lnTo>
                    <a:pt x="8270969" y="63353"/>
                  </a:lnTo>
                  <a:lnTo>
                    <a:pt x="8271095" y="63353"/>
                  </a:lnTo>
                  <a:lnTo>
                    <a:pt x="8271221" y="63353"/>
                  </a:lnTo>
                  <a:lnTo>
                    <a:pt x="8271347" y="63353"/>
                  </a:lnTo>
                  <a:lnTo>
                    <a:pt x="8271473" y="63353"/>
                  </a:lnTo>
                  <a:lnTo>
                    <a:pt x="8271599" y="63353"/>
                  </a:lnTo>
                  <a:lnTo>
                    <a:pt x="8271725" y="63353"/>
                  </a:lnTo>
                  <a:lnTo>
                    <a:pt x="8271852" y="63353"/>
                  </a:lnTo>
                  <a:lnTo>
                    <a:pt x="8271978" y="63353"/>
                  </a:lnTo>
                  <a:lnTo>
                    <a:pt x="8272104" y="63353"/>
                  </a:lnTo>
                  <a:lnTo>
                    <a:pt x="8272230" y="63353"/>
                  </a:lnTo>
                  <a:lnTo>
                    <a:pt x="8272356" y="63353"/>
                  </a:lnTo>
                  <a:lnTo>
                    <a:pt x="8272482" y="63353"/>
                  </a:lnTo>
                  <a:lnTo>
                    <a:pt x="8272608" y="63353"/>
                  </a:lnTo>
                  <a:lnTo>
                    <a:pt x="8272734" y="63353"/>
                  </a:lnTo>
                  <a:lnTo>
                    <a:pt x="8272860" y="63353"/>
                  </a:lnTo>
                  <a:lnTo>
                    <a:pt x="8272986" y="63353"/>
                  </a:lnTo>
                  <a:lnTo>
                    <a:pt x="8273112" y="63353"/>
                  </a:lnTo>
                  <a:lnTo>
                    <a:pt x="8273239" y="63353"/>
                  </a:lnTo>
                  <a:lnTo>
                    <a:pt x="8273365" y="63353"/>
                  </a:lnTo>
                  <a:lnTo>
                    <a:pt x="8273491" y="63353"/>
                  </a:lnTo>
                  <a:lnTo>
                    <a:pt x="8273617" y="63353"/>
                  </a:lnTo>
                  <a:lnTo>
                    <a:pt x="8273743" y="63353"/>
                  </a:lnTo>
                  <a:lnTo>
                    <a:pt x="8273869" y="63353"/>
                  </a:lnTo>
                  <a:lnTo>
                    <a:pt x="8273995" y="63353"/>
                  </a:lnTo>
                  <a:lnTo>
                    <a:pt x="8274121" y="63353"/>
                  </a:lnTo>
                  <a:lnTo>
                    <a:pt x="8274247" y="63353"/>
                  </a:lnTo>
                  <a:lnTo>
                    <a:pt x="8274373" y="63353"/>
                  </a:lnTo>
                  <a:lnTo>
                    <a:pt x="8274499" y="63353"/>
                  </a:lnTo>
                  <a:lnTo>
                    <a:pt x="8274625" y="63353"/>
                  </a:lnTo>
                  <a:lnTo>
                    <a:pt x="8274752" y="63353"/>
                  </a:lnTo>
                  <a:lnTo>
                    <a:pt x="8274878" y="63353"/>
                  </a:lnTo>
                  <a:lnTo>
                    <a:pt x="8275004" y="63353"/>
                  </a:lnTo>
                  <a:lnTo>
                    <a:pt x="8275130" y="63353"/>
                  </a:lnTo>
                  <a:lnTo>
                    <a:pt x="8275256" y="63353"/>
                  </a:lnTo>
                  <a:lnTo>
                    <a:pt x="8275382" y="63353"/>
                  </a:lnTo>
                  <a:lnTo>
                    <a:pt x="8275508" y="63353"/>
                  </a:lnTo>
                  <a:lnTo>
                    <a:pt x="8275634" y="63353"/>
                  </a:lnTo>
                  <a:lnTo>
                    <a:pt x="8275760" y="63353"/>
                  </a:lnTo>
                  <a:lnTo>
                    <a:pt x="8275886" y="63353"/>
                  </a:lnTo>
                  <a:lnTo>
                    <a:pt x="8276012" y="63353"/>
                  </a:lnTo>
                  <a:lnTo>
                    <a:pt x="8276139" y="63353"/>
                  </a:lnTo>
                  <a:lnTo>
                    <a:pt x="8276265" y="63353"/>
                  </a:lnTo>
                  <a:lnTo>
                    <a:pt x="8276391" y="63353"/>
                  </a:lnTo>
                  <a:lnTo>
                    <a:pt x="8276517" y="63353"/>
                  </a:lnTo>
                  <a:lnTo>
                    <a:pt x="8276643" y="63353"/>
                  </a:lnTo>
                  <a:lnTo>
                    <a:pt x="8276769" y="63353"/>
                  </a:lnTo>
                  <a:lnTo>
                    <a:pt x="8276895" y="63353"/>
                  </a:lnTo>
                  <a:lnTo>
                    <a:pt x="8277021" y="63353"/>
                  </a:lnTo>
                  <a:lnTo>
                    <a:pt x="8277147" y="63353"/>
                  </a:lnTo>
                  <a:lnTo>
                    <a:pt x="8277273" y="63353"/>
                  </a:lnTo>
                  <a:lnTo>
                    <a:pt x="8277399" y="63353"/>
                  </a:lnTo>
                  <a:lnTo>
                    <a:pt x="8277525" y="63353"/>
                  </a:lnTo>
                  <a:lnTo>
                    <a:pt x="8277652" y="63353"/>
                  </a:lnTo>
                  <a:lnTo>
                    <a:pt x="8277778" y="63353"/>
                  </a:lnTo>
                  <a:lnTo>
                    <a:pt x="8277904" y="63353"/>
                  </a:lnTo>
                  <a:lnTo>
                    <a:pt x="8278030" y="63353"/>
                  </a:lnTo>
                  <a:lnTo>
                    <a:pt x="8278156" y="63353"/>
                  </a:lnTo>
                  <a:lnTo>
                    <a:pt x="8278282" y="63353"/>
                  </a:lnTo>
                  <a:lnTo>
                    <a:pt x="8278408" y="63353"/>
                  </a:lnTo>
                  <a:lnTo>
                    <a:pt x="8278534" y="63353"/>
                  </a:lnTo>
                  <a:lnTo>
                    <a:pt x="8278660" y="63353"/>
                  </a:lnTo>
                  <a:lnTo>
                    <a:pt x="8278786" y="63353"/>
                  </a:lnTo>
                  <a:lnTo>
                    <a:pt x="8278912" y="63353"/>
                  </a:lnTo>
                  <a:lnTo>
                    <a:pt x="8279039" y="63353"/>
                  </a:lnTo>
                  <a:lnTo>
                    <a:pt x="8279165" y="63353"/>
                  </a:lnTo>
                  <a:lnTo>
                    <a:pt x="8279291" y="63353"/>
                  </a:lnTo>
                  <a:lnTo>
                    <a:pt x="8279417" y="63353"/>
                  </a:lnTo>
                  <a:lnTo>
                    <a:pt x="8279543" y="63353"/>
                  </a:lnTo>
                  <a:lnTo>
                    <a:pt x="8279669" y="63353"/>
                  </a:lnTo>
                  <a:lnTo>
                    <a:pt x="8279795" y="63353"/>
                  </a:lnTo>
                  <a:lnTo>
                    <a:pt x="8279921" y="63353"/>
                  </a:lnTo>
                  <a:lnTo>
                    <a:pt x="8280047" y="63353"/>
                  </a:lnTo>
                  <a:lnTo>
                    <a:pt x="8280173" y="63353"/>
                  </a:lnTo>
                  <a:lnTo>
                    <a:pt x="8280299" y="63353"/>
                  </a:lnTo>
                  <a:lnTo>
                    <a:pt x="8280425" y="63353"/>
                  </a:lnTo>
                  <a:lnTo>
                    <a:pt x="8280552" y="63353"/>
                  </a:lnTo>
                  <a:lnTo>
                    <a:pt x="8280678" y="63353"/>
                  </a:lnTo>
                  <a:lnTo>
                    <a:pt x="8280804" y="63353"/>
                  </a:lnTo>
                  <a:lnTo>
                    <a:pt x="8280930" y="63353"/>
                  </a:lnTo>
                  <a:lnTo>
                    <a:pt x="8281056" y="63353"/>
                  </a:lnTo>
                  <a:lnTo>
                    <a:pt x="8281182" y="63353"/>
                  </a:lnTo>
                  <a:lnTo>
                    <a:pt x="8281308" y="63353"/>
                  </a:lnTo>
                  <a:lnTo>
                    <a:pt x="8281434" y="63353"/>
                  </a:lnTo>
                  <a:lnTo>
                    <a:pt x="8281560" y="63353"/>
                  </a:lnTo>
                  <a:lnTo>
                    <a:pt x="8281686" y="63353"/>
                  </a:lnTo>
                  <a:lnTo>
                    <a:pt x="8281812" y="63353"/>
                  </a:lnTo>
                  <a:lnTo>
                    <a:pt x="8281939" y="63353"/>
                  </a:lnTo>
                  <a:lnTo>
                    <a:pt x="8282065" y="63353"/>
                  </a:lnTo>
                  <a:lnTo>
                    <a:pt x="8282191" y="63353"/>
                  </a:lnTo>
                  <a:lnTo>
                    <a:pt x="8282317" y="63353"/>
                  </a:lnTo>
                  <a:lnTo>
                    <a:pt x="8282443" y="63353"/>
                  </a:lnTo>
                  <a:lnTo>
                    <a:pt x="8282569" y="63353"/>
                  </a:lnTo>
                  <a:lnTo>
                    <a:pt x="8282695" y="63353"/>
                  </a:lnTo>
                  <a:lnTo>
                    <a:pt x="8282821" y="63353"/>
                  </a:lnTo>
                  <a:lnTo>
                    <a:pt x="8282947" y="63353"/>
                  </a:lnTo>
                  <a:lnTo>
                    <a:pt x="8283073" y="63353"/>
                  </a:lnTo>
                  <a:lnTo>
                    <a:pt x="8283199" y="63353"/>
                  </a:lnTo>
                  <a:lnTo>
                    <a:pt x="8283326" y="63353"/>
                  </a:lnTo>
                  <a:lnTo>
                    <a:pt x="8283452" y="63353"/>
                  </a:lnTo>
                  <a:lnTo>
                    <a:pt x="8283578" y="63353"/>
                  </a:lnTo>
                  <a:lnTo>
                    <a:pt x="8283704" y="63353"/>
                  </a:lnTo>
                  <a:lnTo>
                    <a:pt x="8283830" y="63353"/>
                  </a:lnTo>
                  <a:lnTo>
                    <a:pt x="8283956" y="63353"/>
                  </a:lnTo>
                  <a:lnTo>
                    <a:pt x="8284082" y="63353"/>
                  </a:lnTo>
                  <a:lnTo>
                    <a:pt x="8284208" y="63353"/>
                  </a:lnTo>
                  <a:lnTo>
                    <a:pt x="8284334" y="63353"/>
                  </a:lnTo>
                  <a:lnTo>
                    <a:pt x="8284460" y="63353"/>
                  </a:lnTo>
                  <a:lnTo>
                    <a:pt x="8284586" y="63353"/>
                  </a:lnTo>
                  <a:lnTo>
                    <a:pt x="8284712" y="63353"/>
                  </a:lnTo>
                  <a:lnTo>
                    <a:pt x="8284839" y="63353"/>
                  </a:lnTo>
                  <a:lnTo>
                    <a:pt x="8284965" y="63353"/>
                  </a:lnTo>
                  <a:lnTo>
                    <a:pt x="8285091" y="63353"/>
                  </a:lnTo>
                  <a:lnTo>
                    <a:pt x="8285217" y="63353"/>
                  </a:lnTo>
                  <a:lnTo>
                    <a:pt x="8285343" y="63353"/>
                  </a:lnTo>
                  <a:lnTo>
                    <a:pt x="8285469" y="63353"/>
                  </a:lnTo>
                  <a:lnTo>
                    <a:pt x="8285595" y="63353"/>
                  </a:lnTo>
                  <a:lnTo>
                    <a:pt x="8285721" y="63353"/>
                  </a:lnTo>
                  <a:lnTo>
                    <a:pt x="8285847" y="63353"/>
                  </a:lnTo>
                  <a:lnTo>
                    <a:pt x="8285973" y="63353"/>
                  </a:lnTo>
                  <a:lnTo>
                    <a:pt x="8286099" y="63353"/>
                  </a:lnTo>
                  <a:lnTo>
                    <a:pt x="8286226" y="63353"/>
                  </a:lnTo>
                  <a:lnTo>
                    <a:pt x="8286352" y="63353"/>
                  </a:lnTo>
                  <a:lnTo>
                    <a:pt x="8286478" y="63353"/>
                  </a:lnTo>
                  <a:lnTo>
                    <a:pt x="8286604" y="63353"/>
                  </a:lnTo>
                  <a:lnTo>
                    <a:pt x="8286730" y="63353"/>
                  </a:lnTo>
                  <a:lnTo>
                    <a:pt x="8286856" y="63353"/>
                  </a:lnTo>
                  <a:lnTo>
                    <a:pt x="8286982" y="63353"/>
                  </a:lnTo>
                  <a:lnTo>
                    <a:pt x="8287108" y="63353"/>
                  </a:lnTo>
                  <a:lnTo>
                    <a:pt x="8287234" y="63353"/>
                  </a:lnTo>
                  <a:lnTo>
                    <a:pt x="8287360" y="63353"/>
                  </a:lnTo>
                  <a:lnTo>
                    <a:pt x="8287486" y="63353"/>
                  </a:lnTo>
                  <a:lnTo>
                    <a:pt x="8287612" y="63353"/>
                  </a:lnTo>
                  <a:lnTo>
                    <a:pt x="8287612" y="58073"/>
                  </a:lnTo>
                  <a:lnTo>
                    <a:pt x="8287739" y="58073"/>
                  </a:lnTo>
                  <a:lnTo>
                    <a:pt x="8287865" y="58073"/>
                  </a:lnTo>
                  <a:lnTo>
                    <a:pt x="8287991" y="58073"/>
                  </a:lnTo>
                  <a:lnTo>
                    <a:pt x="8288117" y="58073"/>
                  </a:lnTo>
                  <a:lnTo>
                    <a:pt x="8288243" y="58073"/>
                  </a:lnTo>
                  <a:lnTo>
                    <a:pt x="8288369" y="58073"/>
                  </a:lnTo>
                  <a:lnTo>
                    <a:pt x="8288495" y="58073"/>
                  </a:lnTo>
                  <a:lnTo>
                    <a:pt x="8288621" y="58073"/>
                  </a:lnTo>
                  <a:lnTo>
                    <a:pt x="8288747" y="58073"/>
                  </a:lnTo>
                  <a:lnTo>
                    <a:pt x="8288873" y="58073"/>
                  </a:lnTo>
                  <a:lnTo>
                    <a:pt x="8288999" y="58073"/>
                  </a:lnTo>
                  <a:lnTo>
                    <a:pt x="8289126" y="58073"/>
                  </a:lnTo>
                  <a:lnTo>
                    <a:pt x="8289252" y="58073"/>
                  </a:lnTo>
                  <a:lnTo>
                    <a:pt x="8289378" y="58073"/>
                  </a:lnTo>
                  <a:lnTo>
                    <a:pt x="8289504" y="58073"/>
                  </a:lnTo>
                  <a:lnTo>
                    <a:pt x="8289630" y="58073"/>
                  </a:lnTo>
                  <a:lnTo>
                    <a:pt x="8289756" y="58073"/>
                  </a:lnTo>
                  <a:lnTo>
                    <a:pt x="8289882" y="58073"/>
                  </a:lnTo>
                  <a:lnTo>
                    <a:pt x="8290008" y="58073"/>
                  </a:lnTo>
                  <a:lnTo>
                    <a:pt x="8290134" y="58073"/>
                  </a:lnTo>
                  <a:lnTo>
                    <a:pt x="8290260" y="58073"/>
                  </a:lnTo>
                  <a:lnTo>
                    <a:pt x="8290386" y="58073"/>
                  </a:lnTo>
                  <a:lnTo>
                    <a:pt x="8290513" y="58073"/>
                  </a:lnTo>
                  <a:lnTo>
                    <a:pt x="8290639" y="58073"/>
                  </a:lnTo>
                  <a:lnTo>
                    <a:pt x="8290765" y="58073"/>
                  </a:lnTo>
                  <a:lnTo>
                    <a:pt x="8290891" y="58073"/>
                  </a:lnTo>
                  <a:lnTo>
                    <a:pt x="8291017" y="58073"/>
                  </a:lnTo>
                  <a:lnTo>
                    <a:pt x="8291143" y="58073"/>
                  </a:lnTo>
                  <a:lnTo>
                    <a:pt x="8291269" y="58073"/>
                  </a:lnTo>
                  <a:lnTo>
                    <a:pt x="8291395" y="58073"/>
                  </a:lnTo>
                  <a:lnTo>
                    <a:pt x="8291521" y="58073"/>
                  </a:lnTo>
                  <a:lnTo>
                    <a:pt x="8291647" y="58073"/>
                  </a:lnTo>
                  <a:lnTo>
                    <a:pt x="8291773" y="58073"/>
                  </a:lnTo>
                  <a:lnTo>
                    <a:pt x="8291899" y="58073"/>
                  </a:lnTo>
                  <a:lnTo>
                    <a:pt x="8292026" y="58073"/>
                  </a:lnTo>
                  <a:lnTo>
                    <a:pt x="8292152" y="58073"/>
                  </a:lnTo>
                  <a:lnTo>
                    <a:pt x="8292278" y="58073"/>
                  </a:lnTo>
                  <a:lnTo>
                    <a:pt x="8292404" y="58073"/>
                  </a:lnTo>
                  <a:lnTo>
                    <a:pt x="8292530" y="58073"/>
                  </a:lnTo>
                  <a:lnTo>
                    <a:pt x="8292656" y="58073"/>
                  </a:lnTo>
                  <a:lnTo>
                    <a:pt x="8292782" y="58073"/>
                  </a:lnTo>
                  <a:lnTo>
                    <a:pt x="8292908" y="58073"/>
                  </a:lnTo>
                  <a:lnTo>
                    <a:pt x="8293034" y="58073"/>
                  </a:lnTo>
                  <a:lnTo>
                    <a:pt x="8293160" y="58073"/>
                  </a:lnTo>
                  <a:lnTo>
                    <a:pt x="8293286" y="58073"/>
                  </a:lnTo>
                  <a:lnTo>
                    <a:pt x="8293413" y="58073"/>
                  </a:lnTo>
                  <a:lnTo>
                    <a:pt x="8293539" y="58073"/>
                  </a:lnTo>
                  <a:lnTo>
                    <a:pt x="8293665" y="58073"/>
                  </a:lnTo>
                  <a:lnTo>
                    <a:pt x="8293791" y="58073"/>
                  </a:lnTo>
                  <a:lnTo>
                    <a:pt x="8293917" y="58073"/>
                  </a:lnTo>
                  <a:lnTo>
                    <a:pt x="8294043" y="58073"/>
                  </a:lnTo>
                  <a:lnTo>
                    <a:pt x="8294169" y="58073"/>
                  </a:lnTo>
                  <a:lnTo>
                    <a:pt x="8294295" y="58073"/>
                  </a:lnTo>
                  <a:lnTo>
                    <a:pt x="8294421" y="58073"/>
                  </a:lnTo>
                  <a:lnTo>
                    <a:pt x="8294547" y="58073"/>
                  </a:lnTo>
                  <a:lnTo>
                    <a:pt x="8294673" y="58073"/>
                  </a:lnTo>
                  <a:lnTo>
                    <a:pt x="8294799" y="58073"/>
                  </a:lnTo>
                  <a:lnTo>
                    <a:pt x="8294926" y="58073"/>
                  </a:lnTo>
                  <a:lnTo>
                    <a:pt x="8295052" y="58073"/>
                  </a:lnTo>
                  <a:lnTo>
                    <a:pt x="8295178" y="58073"/>
                  </a:lnTo>
                  <a:lnTo>
                    <a:pt x="8295304" y="58073"/>
                  </a:lnTo>
                  <a:lnTo>
                    <a:pt x="8295430" y="58073"/>
                  </a:lnTo>
                  <a:lnTo>
                    <a:pt x="8295556" y="58073"/>
                  </a:lnTo>
                  <a:lnTo>
                    <a:pt x="8295682" y="58073"/>
                  </a:lnTo>
                  <a:lnTo>
                    <a:pt x="8295808" y="58073"/>
                  </a:lnTo>
                  <a:lnTo>
                    <a:pt x="8295934" y="58073"/>
                  </a:lnTo>
                  <a:lnTo>
                    <a:pt x="8296060" y="58073"/>
                  </a:lnTo>
                  <a:lnTo>
                    <a:pt x="8296186" y="58073"/>
                  </a:lnTo>
                  <a:lnTo>
                    <a:pt x="8296313" y="58073"/>
                  </a:lnTo>
                  <a:lnTo>
                    <a:pt x="8296439" y="58073"/>
                  </a:lnTo>
                  <a:lnTo>
                    <a:pt x="8296565" y="58073"/>
                  </a:lnTo>
                  <a:lnTo>
                    <a:pt x="8296691" y="58073"/>
                  </a:lnTo>
                  <a:lnTo>
                    <a:pt x="8296817" y="58073"/>
                  </a:lnTo>
                  <a:lnTo>
                    <a:pt x="8296943" y="58073"/>
                  </a:lnTo>
                  <a:lnTo>
                    <a:pt x="8297069" y="58073"/>
                  </a:lnTo>
                  <a:lnTo>
                    <a:pt x="8297195" y="58073"/>
                  </a:lnTo>
                  <a:lnTo>
                    <a:pt x="8297321" y="58073"/>
                  </a:lnTo>
                  <a:lnTo>
                    <a:pt x="8297447" y="58073"/>
                  </a:lnTo>
                  <a:lnTo>
                    <a:pt x="8297573" y="58073"/>
                  </a:lnTo>
                  <a:lnTo>
                    <a:pt x="8297700" y="58073"/>
                  </a:lnTo>
                  <a:lnTo>
                    <a:pt x="8297826" y="58073"/>
                  </a:lnTo>
                  <a:lnTo>
                    <a:pt x="8297952" y="58073"/>
                  </a:lnTo>
                  <a:lnTo>
                    <a:pt x="8298078" y="58073"/>
                  </a:lnTo>
                  <a:lnTo>
                    <a:pt x="8298204" y="58073"/>
                  </a:lnTo>
                  <a:lnTo>
                    <a:pt x="8298330" y="58073"/>
                  </a:lnTo>
                  <a:lnTo>
                    <a:pt x="8298456" y="58073"/>
                  </a:lnTo>
                  <a:lnTo>
                    <a:pt x="8298582" y="58073"/>
                  </a:lnTo>
                  <a:lnTo>
                    <a:pt x="8298708" y="58073"/>
                  </a:lnTo>
                  <a:lnTo>
                    <a:pt x="8298834" y="58073"/>
                  </a:lnTo>
                  <a:lnTo>
                    <a:pt x="8298960" y="58073"/>
                  </a:lnTo>
                  <a:lnTo>
                    <a:pt x="8299086" y="58073"/>
                  </a:lnTo>
                  <a:lnTo>
                    <a:pt x="8299213" y="58073"/>
                  </a:lnTo>
                  <a:lnTo>
                    <a:pt x="8299339" y="58073"/>
                  </a:lnTo>
                  <a:lnTo>
                    <a:pt x="8299465" y="58073"/>
                  </a:lnTo>
                  <a:lnTo>
                    <a:pt x="8299591" y="58073"/>
                  </a:lnTo>
                  <a:lnTo>
                    <a:pt x="8299717" y="58073"/>
                  </a:lnTo>
                  <a:lnTo>
                    <a:pt x="8299843" y="58073"/>
                  </a:lnTo>
                  <a:lnTo>
                    <a:pt x="8299969" y="58073"/>
                  </a:lnTo>
                  <a:lnTo>
                    <a:pt x="8300095" y="58073"/>
                  </a:lnTo>
                  <a:lnTo>
                    <a:pt x="8300221" y="58073"/>
                  </a:lnTo>
                  <a:lnTo>
                    <a:pt x="8300347" y="58073"/>
                  </a:lnTo>
                  <a:lnTo>
                    <a:pt x="8300473" y="58073"/>
                  </a:lnTo>
                  <a:lnTo>
                    <a:pt x="8300600" y="58073"/>
                  </a:lnTo>
                  <a:lnTo>
                    <a:pt x="8300726" y="58073"/>
                  </a:lnTo>
                  <a:lnTo>
                    <a:pt x="8300852" y="58073"/>
                  </a:lnTo>
                  <a:lnTo>
                    <a:pt x="8300978" y="58073"/>
                  </a:lnTo>
                  <a:lnTo>
                    <a:pt x="8301104" y="58073"/>
                  </a:lnTo>
                  <a:lnTo>
                    <a:pt x="8301230" y="58073"/>
                  </a:lnTo>
                  <a:lnTo>
                    <a:pt x="8301356" y="58073"/>
                  </a:lnTo>
                  <a:lnTo>
                    <a:pt x="8301482" y="58073"/>
                  </a:lnTo>
                  <a:lnTo>
                    <a:pt x="8301608" y="58073"/>
                  </a:lnTo>
                  <a:lnTo>
                    <a:pt x="8301608" y="52794"/>
                  </a:lnTo>
                  <a:lnTo>
                    <a:pt x="8301734" y="52794"/>
                  </a:lnTo>
                  <a:lnTo>
                    <a:pt x="8301860" y="52794"/>
                  </a:lnTo>
                  <a:lnTo>
                    <a:pt x="8301986" y="52794"/>
                  </a:lnTo>
                  <a:lnTo>
                    <a:pt x="8302113" y="52794"/>
                  </a:lnTo>
                  <a:lnTo>
                    <a:pt x="8302239" y="52794"/>
                  </a:lnTo>
                  <a:lnTo>
                    <a:pt x="8302365" y="52794"/>
                  </a:lnTo>
                  <a:lnTo>
                    <a:pt x="8302491" y="52794"/>
                  </a:lnTo>
                  <a:lnTo>
                    <a:pt x="8302617" y="52794"/>
                  </a:lnTo>
                  <a:lnTo>
                    <a:pt x="8302743" y="52794"/>
                  </a:lnTo>
                  <a:lnTo>
                    <a:pt x="8302869" y="52794"/>
                  </a:lnTo>
                  <a:lnTo>
                    <a:pt x="8302995" y="52794"/>
                  </a:lnTo>
                  <a:lnTo>
                    <a:pt x="8303121" y="52794"/>
                  </a:lnTo>
                  <a:lnTo>
                    <a:pt x="8303247" y="52794"/>
                  </a:lnTo>
                  <a:lnTo>
                    <a:pt x="8303373" y="52794"/>
                  </a:lnTo>
                  <a:lnTo>
                    <a:pt x="8303500" y="52794"/>
                  </a:lnTo>
                  <a:lnTo>
                    <a:pt x="8303626" y="52794"/>
                  </a:lnTo>
                  <a:lnTo>
                    <a:pt x="8303752" y="52794"/>
                  </a:lnTo>
                  <a:lnTo>
                    <a:pt x="8303878" y="52794"/>
                  </a:lnTo>
                  <a:lnTo>
                    <a:pt x="8304004" y="52794"/>
                  </a:lnTo>
                  <a:lnTo>
                    <a:pt x="8304130" y="52794"/>
                  </a:lnTo>
                  <a:lnTo>
                    <a:pt x="8304256" y="52794"/>
                  </a:lnTo>
                  <a:lnTo>
                    <a:pt x="8304382" y="52794"/>
                  </a:lnTo>
                  <a:lnTo>
                    <a:pt x="8304508" y="52794"/>
                  </a:lnTo>
                  <a:lnTo>
                    <a:pt x="8304634" y="52794"/>
                  </a:lnTo>
                  <a:lnTo>
                    <a:pt x="8304760" y="52794"/>
                  </a:lnTo>
                  <a:lnTo>
                    <a:pt x="8304886" y="52794"/>
                  </a:lnTo>
                  <a:lnTo>
                    <a:pt x="8305013" y="52794"/>
                  </a:lnTo>
                  <a:lnTo>
                    <a:pt x="8305139" y="52794"/>
                  </a:lnTo>
                  <a:lnTo>
                    <a:pt x="8305265" y="52794"/>
                  </a:lnTo>
                  <a:lnTo>
                    <a:pt x="8305391" y="52794"/>
                  </a:lnTo>
                  <a:lnTo>
                    <a:pt x="8305517" y="52794"/>
                  </a:lnTo>
                  <a:lnTo>
                    <a:pt x="8305643" y="52794"/>
                  </a:lnTo>
                  <a:lnTo>
                    <a:pt x="8305769" y="52794"/>
                  </a:lnTo>
                  <a:lnTo>
                    <a:pt x="8305895" y="52794"/>
                  </a:lnTo>
                  <a:lnTo>
                    <a:pt x="8306021" y="52794"/>
                  </a:lnTo>
                  <a:lnTo>
                    <a:pt x="8306147" y="52794"/>
                  </a:lnTo>
                  <a:lnTo>
                    <a:pt x="8306273" y="52794"/>
                  </a:lnTo>
                  <a:lnTo>
                    <a:pt x="8306400" y="52794"/>
                  </a:lnTo>
                  <a:lnTo>
                    <a:pt x="8306526" y="52794"/>
                  </a:lnTo>
                  <a:lnTo>
                    <a:pt x="8306652" y="52794"/>
                  </a:lnTo>
                  <a:lnTo>
                    <a:pt x="8306778" y="52794"/>
                  </a:lnTo>
                  <a:lnTo>
                    <a:pt x="8306904" y="52794"/>
                  </a:lnTo>
                  <a:lnTo>
                    <a:pt x="8307030" y="52794"/>
                  </a:lnTo>
                  <a:lnTo>
                    <a:pt x="8307156" y="52794"/>
                  </a:lnTo>
                  <a:lnTo>
                    <a:pt x="8307282" y="52794"/>
                  </a:lnTo>
                  <a:lnTo>
                    <a:pt x="8307408" y="52794"/>
                  </a:lnTo>
                  <a:lnTo>
                    <a:pt x="8307534" y="52794"/>
                  </a:lnTo>
                  <a:lnTo>
                    <a:pt x="8307660" y="52794"/>
                  </a:lnTo>
                  <a:lnTo>
                    <a:pt x="8307787" y="52794"/>
                  </a:lnTo>
                  <a:lnTo>
                    <a:pt x="8307913" y="52794"/>
                  </a:lnTo>
                  <a:lnTo>
                    <a:pt x="8308039" y="52794"/>
                  </a:lnTo>
                  <a:lnTo>
                    <a:pt x="8308165" y="52794"/>
                  </a:lnTo>
                  <a:lnTo>
                    <a:pt x="8308291" y="52794"/>
                  </a:lnTo>
                  <a:lnTo>
                    <a:pt x="8308417" y="52794"/>
                  </a:lnTo>
                  <a:lnTo>
                    <a:pt x="8308543" y="52794"/>
                  </a:lnTo>
                  <a:lnTo>
                    <a:pt x="8308669" y="52794"/>
                  </a:lnTo>
                  <a:lnTo>
                    <a:pt x="8308795" y="52794"/>
                  </a:lnTo>
                  <a:lnTo>
                    <a:pt x="8308921" y="52794"/>
                  </a:lnTo>
                  <a:lnTo>
                    <a:pt x="8309047" y="52794"/>
                  </a:lnTo>
                  <a:lnTo>
                    <a:pt x="8309173" y="52794"/>
                  </a:lnTo>
                  <a:lnTo>
                    <a:pt x="8309300" y="52794"/>
                  </a:lnTo>
                  <a:lnTo>
                    <a:pt x="8309426" y="52794"/>
                  </a:lnTo>
                  <a:lnTo>
                    <a:pt x="8309552" y="52794"/>
                  </a:lnTo>
                  <a:lnTo>
                    <a:pt x="8309678" y="52794"/>
                  </a:lnTo>
                  <a:lnTo>
                    <a:pt x="8309804" y="52794"/>
                  </a:lnTo>
                  <a:lnTo>
                    <a:pt x="8309930" y="52794"/>
                  </a:lnTo>
                  <a:lnTo>
                    <a:pt x="8310056" y="52794"/>
                  </a:lnTo>
                  <a:lnTo>
                    <a:pt x="8310182" y="52794"/>
                  </a:lnTo>
                  <a:lnTo>
                    <a:pt x="8310308" y="52794"/>
                  </a:lnTo>
                  <a:lnTo>
                    <a:pt x="8310434" y="52794"/>
                  </a:lnTo>
                  <a:lnTo>
                    <a:pt x="8310560" y="52794"/>
                  </a:lnTo>
                  <a:lnTo>
                    <a:pt x="8310687" y="52794"/>
                  </a:lnTo>
                  <a:lnTo>
                    <a:pt x="8310813" y="52794"/>
                  </a:lnTo>
                  <a:lnTo>
                    <a:pt x="8310939" y="52794"/>
                  </a:lnTo>
                  <a:lnTo>
                    <a:pt x="8311065" y="52794"/>
                  </a:lnTo>
                  <a:lnTo>
                    <a:pt x="8311191" y="52794"/>
                  </a:lnTo>
                  <a:lnTo>
                    <a:pt x="8311317" y="52794"/>
                  </a:lnTo>
                  <a:lnTo>
                    <a:pt x="8311443" y="52794"/>
                  </a:lnTo>
                  <a:lnTo>
                    <a:pt x="8311569" y="52794"/>
                  </a:lnTo>
                  <a:lnTo>
                    <a:pt x="8311695" y="52794"/>
                  </a:lnTo>
                  <a:lnTo>
                    <a:pt x="8311821" y="52794"/>
                  </a:lnTo>
                  <a:lnTo>
                    <a:pt x="8311947" y="52794"/>
                  </a:lnTo>
                  <a:lnTo>
                    <a:pt x="8312073" y="52794"/>
                  </a:lnTo>
                  <a:lnTo>
                    <a:pt x="8312200" y="52794"/>
                  </a:lnTo>
                  <a:lnTo>
                    <a:pt x="8312326" y="52794"/>
                  </a:lnTo>
                  <a:lnTo>
                    <a:pt x="8312326" y="47514"/>
                  </a:lnTo>
                  <a:lnTo>
                    <a:pt x="8312452" y="47514"/>
                  </a:lnTo>
                  <a:lnTo>
                    <a:pt x="8312578" y="47514"/>
                  </a:lnTo>
                  <a:lnTo>
                    <a:pt x="8312704" y="47514"/>
                  </a:lnTo>
                  <a:lnTo>
                    <a:pt x="8312830" y="47514"/>
                  </a:lnTo>
                  <a:lnTo>
                    <a:pt x="8312956" y="47514"/>
                  </a:lnTo>
                  <a:lnTo>
                    <a:pt x="8313082" y="47514"/>
                  </a:lnTo>
                  <a:lnTo>
                    <a:pt x="8313208" y="47514"/>
                  </a:lnTo>
                  <a:lnTo>
                    <a:pt x="8313334" y="47514"/>
                  </a:lnTo>
                  <a:lnTo>
                    <a:pt x="8313460" y="47514"/>
                  </a:lnTo>
                  <a:lnTo>
                    <a:pt x="8313587" y="47514"/>
                  </a:lnTo>
                  <a:lnTo>
                    <a:pt x="8313713" y="47514"/>
                  </a:lnTo>
                  <a:lnTo>
                    <a:pt x="8313839" y="47514"/>
                  </a:lnTo>
                  <a:lnTo>
                    <a:pt x="8313965" y="47514"/>
                  </a:lnTo>
                  <a:lnTo>
                    <a:pt x="8314091" y="47514"/>
                  </a:lnTo>
                  <a:lnTo>
                    <a:pt x="8314217" y="47514"/>
                  </a:lnTo>
                  <a:lnTo>
                    <a:pt x="8314343" y="47514"/>
                  </a:lnTo>
                  <a:lnTo>
                    <a:pt x="8314469" y="47514"/>
                  </a:lnTo>
                  <a:lnTo>
                    <a:pt x="8314595" y="47514"/>
                  </a:lnTo>
                  <a:lnTo>
                    <a:pt x="8314721" y="47514"/>
                  </a:lnTo>
                  <a:lnTo>
                    <a:pt x="8314847" y="47514"/>
                  </a:lnTo>
                  <a:lnTo>
                    <a:pt x="8314974" y="47514"/>
                  </a:lnTo>
                  <a:lnTo>
                    <a:pt x="8315100" y="47514"/>
                  </a:lnTo>
                  <a:lnTo>
                    <a:pt x="8315226" y="47514"/>
                  </a:lnTo>
                  <a:lnTo>
                    <a:pt x="8315352" y="47514"/>
                  </a:lnTo>
                  <a:lnTo>
                    <a:pt x="8315478" y="47514"/>
                  </a:lnTo>
                  <a:lnTo>
                    <a:pt x="8315604" y="47514"/>
                  </a:lnTo>
                  <a:lnTo>
                    <a:pt x="8315730" y="47514"/>
                  </a:lnTo>
                  <a:lnTo>
                    <a:pt x="8315856" y="47514"/>
                  </a:lnTo>
                  <a:lnTo>
                    <a:pt x="8315982" y="47514"/>
                  </a:lnTo>
                  <a:lnTo>
                    <a:pt x="8316108" y="47514"/>
                  </a:lnTo>
                  <a:lnTo>
                    <a:pt x="8316234" y="47514"/>
                  </a:lnTo>
                  <a:lnTo>
                    <a:pt x="8316360" y="47514"/>
                  </a:lnTo>
                  <a:lnTo>
                    <a:pt x="8316487" y="47514"/>
                  </a:lnTo>
                  <a:lnTo>
                    <a:pt x="8316613" y="47514"/>
                  </a:lnTo>
                  <a:lnTo>
                    <a:pt x="8316739" y="47514"/>
                  </a:lnTo>
                  <a:lnTo>
                    <a:pt x="8316865" y="47514"/>
                  </a:lnTo>
                  <a:lnTo>
                    <a:pt x="8316991" y="47514"/>
                  </a:lnTo>
                  <a:lnTo>
                    <a:pt x="8317117" y="47514"/>
                  </a:lnTo>
                  <a:lnTo>
                    <a:pt x="8317243" y="47514"/>
                  </a:lnTo>
                  <a:lnTo>
                    <a:pt x="8317369" y="47514"/>
                  </a:lnTo>
                  <a:lnTo>
                    <a:pt x="8317495" y="47514"/>
                  </a:lnTo>
                  <a:lnTo>
                    <a:pt x="8317621" y="47514"/>
                  </a:lnTo>
                  <a:lnTo>
                    <a:pt x="8317747" y="47514"/>
                  </a:lnTo>
                  <a:lnTo>
                    <a:pt x="8317874" y="47514"/>
                  </a:lnTo>
                  <a:lnTo>
                    <a:pt x="8318000" y="47514"/>
                  </a:lnTo>
                  <a:lnTo>
                    <a:pt x="8318126" y="47514"/>
                  </a:lnTo>
                  <a:lnTo>
                    <a:pt x="8318252" y="47514"/>
                  </a:lnTo>
                  <a:lnTo>
                    <a:pt x="8318378" y="47514"/>
                  </a:lnTo>
                  <a:lnTo>
                    <a:pt x="8318504" y="47514"/>
                  </a:lnTo>
                  <a:lnTo>
                    <a:pt x="8318630" y="47514"/>
                  </a:lnTo>
                  <a:lnTo>
                    <a:pt x="8318756" y="47514"/>
                  </a:lnTo>
                  <a:lnTo>
                    <a:pt x="8318882" y="47514"/>
                  </a:lnTo>
                  <a:lnTo>
                    <a:pt x="8319008" y="47514"/>
                  </a:lnTo>
                  <a:lnTo>
                    <a:pt x="8319134" y="47514"/>
                  </a:lnTo>
                  <a:lnTo>
                    <a:pt x="8319260" y="47514"/>
                  </a:lnTo>
                  <a:lnTo>
                    <a:pt x="8319387" y="47514"/>
                  </a:lnTo>
                  <a:lnTo>
                    <a:pt x="8319513" y="47514"/>
                  </a:lnTo>
                  <a:lnTo>
                    <a:pt x="8319639" y="47514"/>
                  </a:lnTo>
                  <a:lnTo>
                    <a:pt x="8319765" y="47514"/>
                  </a:lnTo>
                  <a:lnTo>
                    <a:pt x="8319891" y="47514"/>
                  </a:lnTo>
                  <a:lnTo>
                    <a:pt x="8320017" y="47514"/>
                  </a:lnTo>
                  <a:lnTo>
                    <a:pt x="8320143" y="47514"/>
                  </a:lnTo>
                  <a:lnTo>
                    <a:pt x="8320269" y="47514"/>
                  </a:lnTo>
                  <a:lnTo>
                    <a:pt x="8320395" y="47514"/>
                  </a:lnTo>
                  <a:lnTo>
                    <a:pt x="8320521" y="47514"/>
                  </a:lnTo>
                  <a:lnTo>
                    <a:pt x="8320647" y="47514"/>
                  </a:lnTo>
                  <a:lnTo>
                    <a:pt x="8320774" y="47514"/>
                  </a:lnTo>
                  <a:lnTo>
                    <a:pt x="8320900" y="47514"/>
                  </a:lnTo>
                  <a:lnTo>
                    <a:pt x="8321026" y="47514"/>
                  </a:lnTo>
                  <a:lnTo>
                    <a:pt x="8321152" y="47514"/>
                  </a:lnTo>
                  <a:lnTo>
                    <a:pt x="8321278" y="47514"/>
                  </a:lnTo>
                  <a:lnTo>
                    <a:pt x="8321404" y="47514"/>
                  </a:lnTo>
                  <a:lnTo>
                    <a:pt x="8321530" y="47514"/>
                  </a:lnTo>
                  <a:lnTo>
                    <a:pt x="8321656" y="47514"/>
                  </a:lnTo>
                  <a:lnTo>
                    <a:pt x="8321782" y="47514"/>
                  </a:lnTo>
                  <a:lnTo>
                    <a:pt x="8321908" y="47514"/>
                  </a:lnTo>
                  <a:lnTo>
                    <a:pt x="8322034" y="47514"/>
                  </a:lnTo>
                  <a:lnTo>
                    <a:pt x="8322161" y="47514"/>
                  </a:lnTo>
                  <a:lnTo>
                    <a:pt x="8322287" y="47514"/>
                  </a:lnTo>
                  <a:lnTo>
                    <a:pt x="8322413" y="47514"/>
                  </a:lnTo>
                  <a:lnTo>
                    <a:pt x="8322539" y="47514"/>
                  </a:lnTo>
                  <a:lnTo>
                    <a:pt x="8322665" y="47514"/>
                  </a:lnTo>
                  <a:lnTo>
                    <a:pt x="8322791" y="47514"/>
                  </a:lnTo>
                  <a:lnTo>
                    <a:pt x="8322917" y="47514"/>
                  </a:lnTo>
                  <a:lnTo>
                    <a:pt x="8323043" y="47514"/>
                  </a:lnTo>
                  <a:lnTo>
                    <a:pt x="8323169" y="47514"/>
                  </a:lnTo>
                  <a:lnTo>
                    <a:pt x="8323295" y="47514"/>
                  </a:lnTo>
                  <a:lnTo>
                    <a:pt x="8323421" y="47514"/>
                  </a:lnTo>
                  <a:lnTo>
                    <a:pt x="8323547" y="47514"/>
                  </a:lnTo>
                  <a:lnTo>
                    <a:pt x="8323674" y="47514"/>
                  </a:lnTo>
                  <a:lnTo>
                    <a:pt x="8323800" y="47514"/>
                  </a:lnTo>
                  <a:lnTo>
                    <a:pt x="8323926" y="47514"/>
                  </a:lnTo>
                  <a:lnTo>
                    <a:pt x="8324052" y="47514"/>
                  </a:lnTo>
                  <a:lnTo>
                    <a:pt x="8324178" y="47514"/>
                  </a:lnTo>
                  <a:lnTo>
                    <a:pt x="8324304" y="47514"/>
                  </a:lnTo>
                  <a:lnTo>
                    <a:pt x="8324430" y="47514"/>
                  </a:lnTo>
                  <a:lnTo>
                    <a:pt x="8324556" y="47514"/>
                  </a:lnTo>
                  <a:lnTo>
                    <a:pt x="8324682" y="47514"/>
                  </a:lnTo>
                  <a:lnTo>
                    <a:pt x="8324808" y="47514"/>
                  </a:lnTo>
                  <a:lnTo>
                    <a:pt x="8324934" y="47514"/>
                  </a:lnTo>
                  <a:lnTo>
                    <a:pt x="8325061" y="47514"/>
                  </a:lnTo>
                  <a:lnTo>
                    <a:pt x="8325187" y="47514"/>
                  </a:lnTo>
                  <a:lnTo>
                    <a:pt x="8325313" y="47514"/>
                  </a:lnTo>
                  <a:lnTo>
                    <a:pt x="8325439" y="47514"/>
                  </a:lnTo>
                  <a:lnTo>
                    <a:pt x="8325565" y="47514"/>
                  </a:lnTo>
                  <a:lnTo>
                    <a:pt x="8325691" y="47514"/>
                  </a:lnTo>
                  <a:lnTo>
                    <a:pt x="8325817" y="47514"/>
                  </a:lnTo>
                  <a:lnTo>
                    <a:pt x="8325943" y="47514"/>
                  </a:lnTo>
                  <a:lnTo>
                    <a:pt x="8326069" y="47514"/>
                  </a:lnTo>
                  <a:lnTo>
                    <a:pt x="8326195" y="47514"/>
                  </a:lnTo>
                  <a:lnTo>
                    <a:pt x="8326321" y="47514"/>
                  </a:lnTo>
                  <a:lnTo>
                    <a:pt x="8326447" y="47514"/>
                  </a:lnTo>
                  <a:lnTo>
                    <a:pt x="8326574" y="47514"/>
                  </a:lnTo>
                  <a:lnTo>
                    <a:pt x="8326700" y="47514"/>
                  </a:lnTo>
                  <a:lnTo>
                    <a:pt x="8326826" y="47514"/>
                  </a:lnTo>
                  <a:lnTo>
                    <a:pt x="8326952" y="47514"/>
                  </a:lnTo>
                  <a:lnTo>
                    <a:pt x="8327078" y="47514"/>
                  </a:lnTo>
                  <a:lnTo>
                    <a:pt x="8327204" y="47514"/>
                  </a:lnTo>
                  <a:lnTo>
                    <a:pt x="8327330" y="47514"/>
                  </a:lnTo>
                  <a:lnTo>
                    <a:pt x="8327456" y="47514"/>
                  </a:lnTo>
                  <a:lnTo>
                    <a:pt x="8327582" y="47514"/>
                  </a:lnTo>
                  <a:lnTo>
                    <a:pt x="8327708" y="47514"/>
                  </a:lnTo>
                  <a:lnTo>
                    <a:pt x="8327834" y="47514"/>
                  </a:lnTo>
                  <a:lnTo>
                    <a:pt x="8327961" y="47514"/>
                  </a:lnTo>
                  <a:lnTo>
                    <a:pt x="8328087" y="47514"/>
                  </a:lnTo>
                  <a:lnTo>
                    <a:pt x="8328213" y="47514"/>
                  </a:lnTo>
                  <a:lnTo>
                    <a:pt x="8328339" y="47514"/>
                  </a:lnTo>
                  <a:lnTo>
                    <a:pt x="8328465" y="47514"/>
                  </a:lnTo>
                  <a:lnTo>
                    <a:pt x="8328591" y="47514"/>
                  </a:lnTo>
                  <a:lnTo>
                    <a:pt x="8328717" y="47514"/>
                  </a:lnTo>
                  <a:lnTo>
                    <a:pt x="8328843" y="47514"/>
                  </a:lnTo>
                  <a:lnTo>
                    <a:pt x="8328969" y="47514"/>
                  </a:lnTo>
                  <a:lnTo>
                    <a:pt x="8329095" y="47514"/>
                  </a:lnTo>
                  <a:lnTo>
                    <a:pt x="8329221" y="47514"/>
                  </a:lnTo>
                  <a:lnTo>
                    <a:pt x="8329347" y="47514"/>
                  </a:lnTo>
                  <a:lnTo>
                    <a:pt x="8329474" y="47514"/>
                  </a:lnTo>
                  <a:lnTo>
                    <a:pt x="8329600" y="47514"/>
                  </a:lnTo>
                  <a:lnTo>
                    <a:pt x="8329726" y="47514"/>
                  </a:lnTo>
                  <a:lnTo>
                    <a:pt x="8329852" y="47514"/>
                  </a:lnTo>
                  <a:lnTo>
                    <a:pt x="8329978" y="47514"/>
                  </a:lnTo>
                  <a:lnTo>
                    <a:pt x="8330104" y="47514"/>
                  </a:lnTo>
                  <a:lnTo>
                    <a:pt x="8330230" y="47514"/>
                  </a:lnTo>
                  <a:lnTo>
                    <a:pt x="8330356" y="47514"/>
                  </a:lnTo>
                  <a:lnTo>
                    <a:pt x="8330482" y="47514"/>
                  </a:lnTo>
                  <a:lnTo>
                    <a:pt x="8330608" y="47514"/>
                  </a:lnTo>
                  <a:lnTo>
                    <a:pt x="8330734" y="47514"/>
                  </a:lnTo>
                  <a:lnTo>
                    <a:pt x="8330861" y="47514"/>
                  </a:lnTo>
                  <a:lnTo>
                    <a:pt x="8330987" y="47514"/>
                  </a:lnTo>
                  <a:lnTo>
                    <a:pt x="8331113" y="47514"/>
                  </a:lnTo>
                  <a:lnTo>
                    <a:pt x="8331239" y="47514"/>
                  </a:lnTo>
                  <a:lnTo>
                    <a:pt x="8331365" y="47514"/>
                  </a:lnTo>
                  <a:lnTo>
                    <a:pt x="8331491" y="47514"/>
                  </a:lnTo>
                  <a:lnTo>
                    <a:pt x="8331617" y="47514"/>
                  </a:lnTo>
                  <a:lnTo>
                    <a:pt x="8331743" y="47514"/>
                  </a:lnTo>
                  <a:lnTo>
                    <a:pt x="8331869" y="47514"/>
                  </a:lnTo>
                  <a:lnTo>
                    <a:pt x="8331995" y="47514"/>
                  </a:lnTo>
                  <a:lnTo>
                    <a:pt x="8332121" y="47514"/>
                  </a:lnTo>
                  <a:lnTo>
                    <a:pt x="8332248" y="47514"/>
                  </a:lnTo>
                  <a:lnTo>
                    <a:pt x="8332374" y="47514"/>
                  </a:lnTo>
                  <a:lnTo>
                    <a:pt x="8332500" y="47514"/>
                  </a:lnTo>
                  <a:lnTo>
                    <a:pt x="8332626" y="47514"/>
                  </a:lnTo>
                  <a:lnTo>
                    <a:pt x="8332752" y="47514"/>
                  </a:lnTo>
                  <a:lnTo>
                    <a:pt x="8332878" y="47514"/>
                  </a:lnTo>
                  <a:lnTo>
                    <a:pt x="8333004" y="47514"/>
                  </a:lnTo>
                  <a:lnTo>
                    <a:pt x="8333130" y="47514"/>
                  </a:lnTo>
                  <a:lnTo>
                    <a:pt x="8333256" y="47514"/>
                  </a:lnTo>
                  <a:lnTo>
                    <a:pt x="8333382" y="47514"/>
                  </a:lnTo>
                  <a:lnTo>
                    <a:pt x="8333508" y="47514"/>
                  </a:lnTo>
                  <a:lnTo>
                    <a:pt x="8333634" y="47514"/>
                  </a:lnTo>
                  <a:lnTo>
                    <a:pt x="8333761" y="47514"/>
                  </a:lnTo>
                  <a:lnTo>
                    <a:pt x="8333887" y="47514"/>
                  </a:lnTo>
                  <a:lnTo>
                    <a:pt x="8334013" y="47514"/>
                  </a:lnTo>
                  <a:lnTo>
                    <a:pt x="8334139" y="47514"/>
                  </a:lnTo>
                  <a:lnTo>
                    <a:pt x="8334265" y="47514"/>
                  </a:lnTo>
                  <a:lnTo>
                    <a:pt x="8334391" y="47514"/>
                  </a:lnTo>
                  <a:lnTo>
                    <a:pt x="8334517" y="47514"/>
                  </a:lnTo>
                  <a:lnTo>
                    <a:pt x="8334643" y="47514"/>
                  </a:lnTo>
                  <a:lnTo>
                    <a:pt x="8334769" y="47514"/>
                  </a:lnTo>
                  <a:lnTo>
                    <a:pt x="8334895" y="47514"/>
                  </a:lnTo>
                  <a:lnTo>
                    <a:pt x="8335021" y="47514"/>
                  </a:lnTo>
                  <a:lnTo>
                    <a:pt x="8335148" y="47514"/>
                  </a:lnTo>
                  <a:lnTo>
                    <a:pt x="8335274" y="47514"/>
                  </a:lnTo>
                  <a:lnTo>
                    <a:pt x="8335400" y="47514"/>
                  </a:lnTo>
                  <a:lnTo>
                    <a:pt x="8335526" y="47514"/>
                  </a:lnTo>
                  <a:lnTo>
                    <a:pt x="8335652" y="47514"/>
                  </a:lnTo>
                  <a:lnTo>
                    <a:pt x="8335778" y="47514"/>
                  </a:lnTo>
                  <a:lnTo>
                    <a:pt x="8335904" y="47514"/>
                  </a:lnTo>
                  <a:lnTo>
                    <a:pt x="8336030" y="47514"/>
                  </a:lnTo>
                  <a:lnTo>
                    <a:pt x="8336156" y="47514"/>
                  </a:lnTo>
                  <a:lnTo>
                    <a:pt x="8336282" y="47514"/>
                  </a:lnTo>
                  <a:lnTo>
                    <a:pt x="8336408" y="47514"/>
                  </a:lnTo>
                  <a:lnTo>
                    <a:pt x="8336534" y="47514"/>
                  </a:lnTo>
                  <a:lnTo>
                    <a:pt x="8336661" y="47514"/>
                  </a:lnTo>
                  <a:lnTo>
                    <a:pt x="8336787" y="47514"/>
                  </a:lnTo>
                  <a:lnTo>
                    <a:pt x="8336913" y="47514"/>
                  </a:lnTo>
                  <a:lnTo>
                    <a:pt x="8337039" y="47514"/>
                  </a:lnTo>
                  <a:lnTo>
                    <a:pt x="8337165" y="47514"/>
                  </a:lnTo>
                  <a:lnTo>
                    <a:pt x="8337291" y="47514"/>
                  </a:lnTo>
                  <a:lnTo>
                    <a:pt x="8337417" y="47514"/>
                  </a:lnTo>
                  <a:lnTo>
                    <a:pt x="8337543" y="47514"/>
                  </a:lnTo>
                  <a:lnTo>
                    <a:pt x="8337669" y="47514"/>
                  </a:lnTo>
                  <a:lnTo>
                    <a:pt x="8337795" y="47514"/>
                  </a:lnTo>
                  <a:lnTo>
                    <a:pt x="8337921" y="47514"/>
                  </a:lnTo>
                  <a:lnTo>
                    <a:pt x="8338048" y="47514"/>
                  </a:lnTo>
                  <a:lnTo>
                    <a:pt x="8338174" y="47514"/>
                  </a:lnTo>
                  <a:lnTo>
                    <a:pt x="8338300" y="47514"/>
                  </a:lnTo>
                  <a:lnTo>
                    <a:pt x="8338426" y="47514"/>
                  </a:lnTo>
                  <a:lnTo>
                    <a:pt x="8338552" y="47514"/>
                  </a:lnTo>
                  <a:lnTo>
                    <a:pt x="8338678" y="47514"/>
                  </a:lnTo>
                  <a:lnTo>
                    <a:pt x="8338804" y="47514"/>
                  </a:lnTo>
                  <a:lnTo>
                    <a:pt x="8338930" y="47514"/>
                  </a:lnTo>
                  <a:lnTo>
                    <a:pt x="8339056" y="47514"/>
                  </a:lnTo>
                  <a:lnTo>
                    <a:pt x="8339182" y="47514"/>
                  </a:lnTo>
                  <a:lnTo>
                    <a:pt x="8339308" y="47514"/>
                  </a:lnTo>
                  <a:lnTo>
                    <a:pt x="8339435" y="47514"/>
                  </a:lnTo>
                  <a:lnTo>
                    <a:pt x="8339561" y="47514"/>
                  </a:lnTo>
                  <a:lnTo>
                    <a:pt x="8339687" y="47514"/>
                  </a:lnTo>
                  <a:lnTo>
                    <a:pt x="8339813" y="47514"/>
                  </a:lnTo>
                  <a:lnTo>
                    <a:pt x="8339939" y="47514"/>
                  </a:lnTo>
                  <a:lnTo>
                    <a:pt x="8340065" y="47514"/>
                  </a:lnTo>
                  <a:lnTo>
                    <a:pt x="8340191" y="47514"/>
                  </a:lnTo>
                  <a:lnTo>
                    <a:pt x="8340317" y="47514"/>
                  </a:lnTo>
                  <a:lnTo>
                    <a:pt x="8340443" y="47514"/>
                  </a:lnTo>
                  <a:lnTo>
                    <a:pt x="8340569" y="47514"/>
                  </a:lnTo>
                  <a:lnTo>
                    <a:pt x="8340695" y="47514"/>
                  </a:lnTo>
                  <a:lnTo>
                    <a:pt x="8340821" y="47514"/>
                  </a:lnTo>
                  <a:lnTo>
                    <a:pt x="8340948" y="47514"/>
                  </a:lnTo>
                  <a:lnTo>
                    <a:pt x="8341074" y="47514"/>
                  </a:lnTo>
                  <a:lnTo>
                    <a:pt x="8341200" y="47514"/>
                  </a:lnTo>
                  <a:lnTo>
                    <a:pt x="8341326" y="47514"/>
                  </a:lnTo>
                  <a:lnTo>
                    <a:pt x="8341452" y="47514"/>
                  </a:lnTo>
                  <a:lnTo>
                    <a:pt x="8341578" y="47514"/>
                  </a:lnTo>
                  <a:lnTo>
                    <a:pt x="8341704" y="47514"/>
                  </a:lnTo>
                  <a:lnTo>
                    <a:pt x="8341830" y="47514"/>
                  </a:lnTo>
                  <a:lnTo>
                    <a:pt x="8341956" y="47514"/>
                  </a:lnTo>
                  <a:lnTo>
                    <a:pt x="8342082" y="47514"/>
                  </a:lnTo>
                  <a:lnTo>
                    <a:pt x="8342208" y="47514"/>
                  </a:lnTo>
                  <a:lnTo>
                    <a:pt x="8342335" y="47514"/>
                  </a:lnTo>
                  <a:lnTo>
                    <a:pt x="8342461" y="47514"/>
                  </a:lnTo>
                  <a:lnTo>
                    <a:pt x="8342587" y="47514"/>
                  </a:lnTo>
                  <a:lnTo>
                    <a:pt x="8342713" y="47514"/>
                  </a:lnTo>
                  <a:lnTo>
                    <a:pt x="8342839" y="47514"/>
                  </a:lnTo>
                  <a:lnTo>
                    <a:pt x="8342965" y="47514"/>
                  </a:lnTo>
                  <a:lnTo>
                    <a:pt x="8343091" y="47514"/>
                  </a:lnTo>
                  <a:lnTo>
                    <a:pt x="8343217" y="47514"/>
                  </a:lnTo>
                  <a:lnTo>
                    <a:pt x="8343343" y="47514"/>
                  </a:lnTo>
                  <a:lnTo>
                    <a:pt x="8343469" y="47514"/>
                  </a:lnTo>
                  <a:lnTo>
                    <a:pt x="8343595" y="47514"/>
                  </a:lnTo>
                  <a:lnTo>
                    <a:pt x="8343721" y="47514"/>
                  </a:lnTo>
                  <a:lnTo>
                    <a:pt x="8343848" y="47514"/>
                  </a:lnTo>
                  <a:lnTo>
                    <a:pt x="8343974" y="47514"/>
                  </a:lnTo>
                  <a:lnTo>
                    <a:pt x="8344100" y="47514"/>
                  </a:lnTo>
                  <a:lnTo>
                    <a:pt x="8344226" y="47514"/>
                  </a:lnTo>
                  <a:lnTo>
                    <a:pt x="8344352" y="47514"/>
                  </a:lnTo>
                  <a:lnTo>
                    <a:pt x="8344478" y="47514"/>
                  </a:lnTo>
                  <a:lnTo>
                    <a:pt x="8344604" y="47514"/>
                  </a:lnTo>
                  <a:lnTo>
                    <a:pt x="8344730" y="47514"/>
                  </a:lnTo>
                  <a:lnTo>
                    <a:pt x="8344856" y="47514"/>
                  </a:lnTo>
                  <a:lnTo>
                    <a:pt x="8344982" y="47514"/>
                  </a:lnTo>
                  <a:lnTo>
                    <a:pt x="8345108" y="47514"/>
                  </a:lnTo>
                  <a:lnTo>
                    <a:pt x="8345235" y="47514"/>
                  </a:lnTo>
                  <a:lnTo>
                    <a:pt x="8345361" y="47514"/>
                  </a:lnTo>
                  <a:lnTo>
                    <a:pt x="8345487" y="47514"/>
                  </a:lnTo>
                  <a:lnTo>
                    <a:pt x="8345613" y="47514"/>
                  </a:lnTo>
                  <a:lnTo>
                    <a:pt x="8345739" y="47514"/>
                  </a:lnTo>
                  <a:lnTo>
                    <a:pt x="8345865" y="47514"/>
                  </a:lnTo>
                  <a:lnTo>
                    <a:pt x="8345991" y="47514"/>
                  </a:lnTo>
                  <a:lnTo>
                    <a:pt x="8346117" y="47514"/>
                  </a:lnTo>
                  <a:lnTo>
                    <a:pt x="8346243" y="47514"/>
                  </a:lnTo>
                  <a:lnTo>
                    <a:pt x="8346369" y="47514"/>
                  </a:lnTo>
                  <a:lnTo>
                    <a:pt x="8346495" y="47514"/>
                  </a:lnTo>
                  <a:lnTo>
                    <a:pt x="8346621" y="47514"/>
                  </a:lnTo>
                  <a:lnTo>
                    <a:pt x="8346748" y="47514"/>
                  </a:lnTo>
                  <a:lnTo>
                    <a:pt x="8346874" y="47514"/>
                  </a:lnTo>
                  <a:lnTo>
                    <a:pt x="8347000" y="47514"/>
                  </a:lnTo>
                  <a:lnTo>
                    <a:pt x="8347126" y="47514"/>
                  </a:lnTo>
                  <a:lnTo>
                    <a:pt x="8347252" y="47514"/>
                  </a:lnTo>
                  <a:lnTo>
                    <a:pt x="8347378" y="47514"/>
                  </a:lnTo>
                  <a:lnTo>
                    <a:pt x="8347504" y="47514"/>
                  </a:lnTo>
                  <a:lnTo>
                    <a:pt x="8347630" y="47514"/>
                  </a:lnTo>
                  <a:lnTo>
                    <a:pt x="8347756" y="47514"/>
                  </a:lnTo>
                  <a:lnTo>
                    <a:pt x="8347882" y="47514"/>
                  </a:lnTo>
                  <a:lnTo>
                    <a:pt x="8348008" y="47514"/>
                  </a:lnTo>
                  <a:lnTo>
                    <a:pt x="8348135" y="47514"/>
                  </a:lnTo>
                  <a:lnTo>
                    <a:pt x="8348261" y="47514"/>
                  </a:lnTo>
                  <a:lnTo>
                    <a:pt x="8348387" y="47514"/>
                  </a:lnTo>
                  <a:lnTo>
                    <a:pt x="8348513" y="47514"/>
                  </a:lnTo>
                  <a:lnTo>
                    <a:pt x="8348639" y="47514"/>
                  </a:lnTo>
                  <a:lnTo>
                    <a:pt x="8348765" y="47514"/>
                  </a:lnTo>
                  <a:lnTo>
                    <a:pt x="8348891" y="47514"/>
                  </a:lnTo>
                  <a:lnTo>
                    <a:pt x="8349017" y="47514"/>
                  </a:lnTo>
                  <a:lnTo>
                    <a:pt x="8349143" y="47514"/>
                  </a:lnTo>
                  <a:lnTo>
                    <a:pt x="8349269" y="47514"/>
                  </a:lnTo>
                  <a:lnTo>
                    <a:pt x="8349395" y="47514"/>
                  </a:lnTo>
                  <a:lnTo>
                    <a:pt x="8349522" y="47514"/>
                  </a:lnTo>
                  <a:lnTo>
                    <a:pt x="8349648" y="47514"/>
                  </a:lnTo>
                  <a:lnTo>
                    <a:pt x="8349774" y="47514"/>
                  </a:lnTo>
                  <a:lnTo>
                    <a:pt x="8349900" y="47514"/>
                  </a:lnTo>
                  <a:lnTo>
                    <a:pt x="8350026" y="47514"/>
                  </a:lnTo>
                  <a:lnTo>
                    <a:pt x="8350152" y="47514"/>
                  </a:lnTo>
                  <a:lnTo>
                    <a:pt x="8350278" y="47514"/>
                  </a:lnTo>
                  <a:lnTo>
                    <a:pt x="8350404" y="47514"/>
                  </a:lnTo>
                  <a:lnTo>
                    <a:pt x="8350530" y="47514"/>
                  </a:lnTo>
                  <a:lnTo>
                    <a:pt x="8350656" y="47514"/>
                  </a:lnTo>
                  <a:lnTo>
                    <a:pt x="8350782" y="47514"/>
                  </a:lnTo>
                  <a:lnTo>
                    <a:pt x="8350908" y="47514"/>
                  </a:lnTo>
                  <a:lnTo>
                    <a:pt x="8351035" y="47514"/>
                  </a:lnTo>
                  <a:lnTo>
                    <a:pt x="8351161" y="47514"/>
                  </a:lnTo>
                  <a:lnTo>
                    <a:pt x="8351287" y="47514"/>
                  </a:lnTo>
                  <a:lnTo>
                    <a:pt x="8351413" y="47514"/>
                  </a:lnTo>
                  <a:lnTo>
                    <a:pt x="8351539" y="47514"/>
                  </a:lnTo>
                  <a:lnTo>
                    <a:pt x="8351665" y="47514"/>
                  </a:lnTo>
                  <a:lnTo>
                    <a:pt x="8351791" y="47514"/>
                  </a:lnTo>
                  <a:lnTo>
                    <a:pt x="8351917" y="47514"/>
                  </a:lnTo>
                  <a:lnTo>
                    <a:pt x="8352043" y="47514"/>
                  </a:lnTo>
                  <a:lnTo>
                    <a:pt x="8352169" y="47514"/>
                  </a:lnTo>
                  <a:lnTo>
                    <a:pt x="8352295" y="47514"/>
                  </a:lnTo>
                  <a:lnTo>
                    <a:pt x="8352422" y="47514"/>
                  </a:lnTo>
                  <a:lnTo>
                    <a:pt x="8352548" y="47514"/>
                  </a:lnTo>
                  <a:lnTo>
                    <a:pt x="8352674" y="47514"/>
                  </a:lnTo>
                  <a:lnTo>
                    <a:pt x="8352800" y="47514"/>
                  </a:lnTo>
                  <a:lnTo>
                    <a:pt x="8352926" y="47514"/>
                  </a:lnTo>
                  <a:lnTo>
                    <a:pt x="8353052" y="47514"/>
                  </a:lnTo>
                  <a:lnTo>
                    <a:pt x="8353178" y="47514"/>
                  </a:lnTo>
                  <a:lnTo>
                    <a:pt x="8353304" y="47514"/>
                  </a:lnTo>
                  <a:lnTo>
                    <a:pt x="8353430" y="47514"/>
                  </a:lnTo>
                  <a:lnTo>
                    <a:pt x="8353556" y="47514"/>
                  </a:lnTo>
                  <a:lnTo>
                    <a:pt x="8353682" y="47514"/>
                  </a:lnTo>
                  <a:lnTo>
                    <a:pt x="8353808" y="47514"/>
                  </a:lnTo>
                  <a:lnTo>
                    <a:pt x="8353935" y="47514"/>
                  </a:lnTo>
                  <a:lnTo>
                    <a:pt x="8354061" y="47514"/>
                  </a:lnTo>
                  <a:lnTo>
                    <a:pt x="8354187" y="47514"/>
                  </a:lnTo>
                  <a:lnTo>
                    <a:pt x="8354313" y="47514"/>
                  </a:lnTo>
                  <a:lnTo>
                    <a:pt x="8354439" y="47514"/>
                  </a:lnTo>
                  <a:lnTo>
                    <a:pt x="8354565" y="47514"/>
                  </a:lnTo>
                  <a:lnTo>
                    <a:pt x="8354691" y="47514"/>
                  </a:lnTo>
                  <a:lnTo>
                    <a:pt x="8354817" y="47514"/>
                  </a:lnTo>
                  <a:lnTo>
                    <a:pt x="8354943" y="47514"/>
                  </a:lnTo>
                  <a:lnTo>
                    <a:pt x="8355069" y="47514"/>
                  </a:lnTo>
                  <a:lnTo>
                    <a:pt x="8355195" y="47514"/>
                  </a:lnTo>
                  <a:lnTo>
                    <a:pt x="8355322" y="47514"/>
                  </a:lnTo>
                  <a:lnTo>
                    <a:pt x="8355448" y="47514"/>
                  </a:lnTo>
                  <a:lnTo>
                    <a:pt x="8355574" y="47514"/>
                  </a:lnTo>
                  <a:lnTo>
                    <a:pt x="8355700" y="47514"/>
                  </a:lnTo>
                  <a:lnTo>
                    <a:pt x="8355826" y="47514"/>
                  </a:lnTo>
                  <a:lnTo>
                    <a:pt x="8355952" y="47514"/>
                  </a:lnTo>
                  <a:lnTo>
                    <a:pt x="8356078" y="47514"/>
                  </a:lnTo>
                  <a:lnTo>
                    <a:pt x="8356204" y="47514"/>
                  </a:lnTo>
                  <a:lnTo>
                    <a:pt x="8356330" y="47514"/>
                  </a:lnTo>
                  <a:lnTo>
                    <a:pt x="8356456" y="47514"/>
                  </a:lnTo>
                  <a:lnTo>
                    <a:pt x="8356582" y="47514"/>
                  </a:lnTo>
                  <a:lnTo>
                    <a:pt x="8356709" y="47514"/>
                  </a:lnTo>
                  <a:lnTo>
                    <a:pt x="8356835" y="47514"/>
                  </a:lnTo>
                  <a:lnTo>
                    <a:pt x="8356961" y="47514"/>
                  </a:lnTo>
                  <a:lnTo>
                    <a:pt x="8357087" y="47514"/>
                  </a:lnTo>
                  <a:lnTo>
                    <a:pt x="8357213" y="47514"/>
                  </a:lnTo>
                  <a:lnTo>
                    <a:pt x="8357339" y="47514"/>
                  </a:lnTo>
                  <a:lnTo>
                    <a:pt x="8357465" y="47514"/>
                  </a:lnTo>
                  <a:lnTo>
                    <a:pt x="8357591" y="47514"/>
                  </a:lnTo>
                  <a:lnTo>
                    <a:pt x="8357717" y="47514"/>
                  </a:lnTo>
                  <a:lnTo>
                    <a:pt x="8357843" y="47514"/>
                  </a:lnTo>
                  <a:lnTo>
                    <a:pt x="8357969" y="47514"/>
                  </a:lnTo>
                  <a:lnTo>
                    <a:pt x="8358095" y="47514"/>
                  </a:lnTo>
                  <a:lnTo>
                    <a:pt x="8358222" y="47514"/>
                  </a:lnTo>
                  <a:lnTo>
                    <a:pt x="8358348" y="47514"/>
                  </a:lnTo>
                  <a:lnTo>
                    <a:pt x="8358474" y="47514"/>
                  </a:lnTo>
                  <a:lnTo>
                    <a:pt x="8358600" y="47514"/>
                  </a:lnTo>
                  <a:lnTo>
                    <a:pt x="8358726" y="47514"/>
                  </a:lnTo>
                  <a:lnTo>
                    <a:pt x="8358852" y="47514"/>
                  </a:lnTo>
                  <a:lnTo>
                    <a:pt x="8358978" y="47514"/>
                  </a:lnTo>
                  <a:lnTo>
                    <a:pt x="8359104" y="47514"/>
                  </a:lnTo>
                  <a:lnTo>
                    <a:pt x="8359230" y="47514"/>
                  </a:lnTo>
                  <a:lnTo>
                    <a:pt x="8359356" y="47514"/>
                  </a:lnTo>
                  <a:lnTo>
                    <a:pt x="8359482" y="47514"/>
                  </a:lnTo>
                  <a:lnTo>
                    <a:pt x="8359609" y="47514"/>
                  </a:lnTo>
                  <a:lnTo>
                    <a:pt x="8359735" y="47514"/>
                  </a:lnTo>
                  <a:lnTo>
                    <a:pt x="8359861" y="47514"/>
                  </a:lnTo>
                  <a:lnTo>
                    <a:pt x="8359987" y="47514"/>
                  </a:lnTo>
                  <a:lnTo>
                    <a:pt x="8360113" y="47514"/>
                  </a:lnTo>
                  <a:lnTo>
                    <a:pt x="8360239" y="47514"/>
                  </a:lnTo>
                  <a:lnTo>
                    <a:pt x="8360365" y="47514"/>
                  </a:lnTo>
                  <a:lnTo>
                    <a:pt x="8360491" y="47514"/>
                  </a:lnTo>
                  <a:lnTo>
                    <a:pt x="8360617" y="47514"/>
                  </a:lnTo>
                  <a:lnTo>
                    <a:pt x="8360743" y="47514"/>
                  </a:lnTo>
                  <a:lnTo>
                    <a:pt x="8360869" y="47514"/>
                  </a:lnTo>
                  <a:lnTo>
                    <a:pt x="8360995" y="47514"/>
                  </a:lnTo>
                  <a:lnTo>
                    <a:pt x="8361122" y="47514"/>
                  </a:lnTo>
                  <a:lnTo>
                    <a:pt x="8361248" y="47514"/>
                  </a:lnTo>
                  <a:lnTo>
                    <a:pt x="8361374" y="47514"/>
                  </a:lnTo>
                  <a:lnTo>
                    <a:pt x="8361500" y="47514"/>
                  </a:lnTo>
                  <a:lnTo>
                    <a:pt x="8361626" y="47514"/>
                  </a:lnTo>
                  <a:lnTo>
                    <a:pt x="8361752" y="47514"/>
                  </a:lnTo>
                  <a:lnTo>
                    <a:pt x="8361878" y="47514"/>
                  </a:lnTo>
                  <a:lnTo>
                    <a:pt x="8362004" y="47514"/>
                  </a:lnTo>
                  <a:lnTo>
                    <a:pt x="8362130" y="47514"/>
                  </a:lnTo>
                  <a:lnTo>
                    <a:pt x="8362256" y="47514"/>
                  </a:lnTo>
                  <a:lnTo>
                    <a:pt x="8362382" y="47514"/>
                  </a:lnTo>
                  <a:lnTo>
                    <a:pt x="8362509" y="47514"/>
                  </a:lnTo>
                  <a:lnTo>
                    <a:pt x="8362635" y="47514"/>
                  </a:lnTo>
                  <a:lnTo>
                    <a:pt x="8362761" y="47514"/>
                  </a:lnTo>
                  <a:lnTo>
                    <a:pt x="8362887" y="47514"/>
                  </a:lnTo>
                  <a:lnTo>
                    <a:pt x="8363013" y="47514"/>
                  </a:lnTo>
                  <a:lnTo>
                    <a:pt x="8363139" y="47514"/>
                  </a:lnTo>
                  <a:lnTo>
                    <a:pt x="8363265" y="47514"/>
                  </a:lnTo>
                  <a:lnTo>
                    <a:pt x="8363391" y="47514"/>
                  </a:lnTo>
                  <a:lnTo>
                    <a:pt x="8363517" y="47514"/>
                  </a:lnTo>
                  <a:lnTo>
                    <a:pt x="8363643" y="47514"/>
                  </a:lnTo>
                  <a:lnTo>
                    <a:pt x="8363769" y="47514"/>
                  </a:lnTo>
                  <a:lnTo>
                    <a:pt x="8363896" y="47514"/>
                  </a:lnTo>
                  <a:lnTo>
                    <a:pt x="8364022" y="47514"/>
                  </a:lnTo>
                  <a:lnTo>
                    <a:pt x="8364148" y="47514"/>
                  </a:lnTo>
                  <a:lnTo>
                    <a:pt x="8364274" y="47514"/>
                  </a:lnTo>
                  <a:lnTo>
                    <a:pt x="8364400" y="47514"/>
                  </a:lnTo>
                  <a:lnTo>
                    <a:pt x="8364526" y="47514"/>
                  </a:lnTo>
                  <a:lnTo>
                    <a:pt x="8364652" y="47514"/>
                  </a:lnTo>
                  <a:lnTo>
                    <a:pt x="8364778" y="47514"/>
                  </a:lnTo>
                  <a:lnTo>
                    <a:pt x="8364904" y="47514"/>
                  </a:lnTo>
                  <a:lnTo>
                    <a:pt x="8365030" y="47514"/>
                  </a:lnTo>
                  <a:lnTo>
                    <a:pt x="8365156" y="47514"/>
                  </a:lnTo>
                  <a:lnTo>
                    <a:pt x="8365282" y="47514"/>
                  </a:lnTo>
                  <a:lnTo>
                    <a:pt x="8365409" y="47514"/>
                  </a:lnTo>
                  <a:lnTo>
                    <a:pt x="8365535" y="47514"/>
                  </a:lnTo>
                  <a:lnTo>
                    <a:pt x="8365661" y="47514"/>
                  </a:lnTo>
                  <a:lnTo>
                    <a:pt x="8365787" y="47514"/>
                  </a:lnTo>
                  <a:lnTo>
                    <a:pt x="8365913" y="47514"/>
                  </a:lnTo>
                  <a:lnTo>
                    <a:pt x="8366039" y="47514"/>
                  </a:lnTo>
                  <a:lnTo>
                    <a:pt x="8366165" y="47514"/>
                  </a:lnTo>
                  <a:lnTo>
                    <a:pt x="8366291" y="47514"/>
                  </a:lnTo>
                  <a:lnTo>
                    <a:pt x="8366417" y="47514"/>
                  </a:lnTo>
                  <a:lnTo>
                    <a:pt x="8366543" y="47514"/>
                  </a:lnTo>
                  <a:lnTo>
                    <a:pt x="8366669" y="47514"/>
                  </a:lnTo>
                  <a:lnTo>
                    <a:pt x="8366796" y="47514"/>
                  </a:lnTo>
                  <a:lnTo>
                    <a:pt x="8366922" y="47514"/>
                  </a:lnTo>
                  <a:lnTo>
                    <a:pt x="8367048" y="47514"/>
                  </a:lnTo>
                  <a:lnTo>
                    <a:pt x="8367174" y="47514"/>
                  </a:lnTo>
                  <a:lnTo>
                    <a:pt x="8367300" y="47514"/>
                  </a:lnTo>
                  <a:lnTo>
                    <a:pt x="8367426" y="47514"/>
                  </a:lnTo>
                  <a:lnTo>
                    <a:pt x="8367552" y="47514"/>
                  </a:lnTo>
                  <a:lnTo>
                    <a:pt x="8367678" y="47514"/>
                  </a:lnTo>
                  <a:lnTo>
                    <a:pt x="8367804" y="47514"/>
                  </a:lnTo>
                  <a:lnTo>
                    <a:pt x="8367930" y="47514"/>
                  </a:lnTo>
                  <a:lnTo>
                    <a:pt x="8368056" y="47514"/>
                  </a:lnTo>
                  <a:lnTo>
                    <a:pt x="8368182" y="47514"/>
                  </a:lnTo>
                  <a:lnTo>
                    <a:pt x="8368309" y="47514"/>
                  </a:lnTo>
                  <a:lnTo>
                    <a:pt x="8368435" y="47514"/>
                  </a:lnTo>
                  <a:lnTo>
                    <a:pt x="8368561" y="47514"/>
                  </a:lnTo>
                  <a:lnTo>
                    <a:pt x="8368687" y="47514"/>
                  </a:lnTo>
                  <a:lnTo>
                    <a:pt x="8368813" y="47514"/>
                  </a:lnTo>
                  <a:lnTo>
                    <a:pt x="8368939" y="47514"/>
                  </a:lnTo>
                  <a:lnTo>
                    <a:pt x="8369065" y="47514"/>
                  </a:lnTo>
                  <a:lnTo>
                    <a:pt x="8369191" y="47514"/>
                  </a:lnTo>
                  <a:lnTo>
                    <a:pt x="8369317" y="47514"/>
                  </a:lnTo>
                  <a:lnTo>
                    <a:pt x="8369443" y="47514"/>
                  </a:lnTo>
                  <a:lnTo>
                    <a:pt x="8369569" y="47514"/>
                  </a:lnTo>
                  <a:lnTo>
                    <a:pt x="8369696" y="47514"/>
                  </a:lnTo>
                  <a:lnTo>
                    <a:pt x="8369822" y="47514"/>
                  </a:lnTo>
                  <a:lnTo>
                    <a:pt x="8369948" y="47514"/>
                  </a:lnTo>
                  <a:lnTo>
                    <a:pt x="8370074" y="47514"/>
                  </a:lnTo>
                  <a:lnTo>
                    <a:pt x="8370200" y="47514"/>
                  </a:lnTo>
                  <a:lnTo>
                    <a:pt x="8370326" y="47514"/>
                  </a:lnTo>
                  <a:lnTo>
                    <a:pt x="8370452" y="47514"/>
                  </a:lnTo>
                  <a:lnTo>
                    <a:pt x="8370578" y="47514"/>
                  </a:lnTo>
                  <a:lnTo>
                    <a:pt x="8370704" y="47514"/>
                  </a:lnTo>
                  <a:lnTo>
                    <a:pt x="8370830" y="47514"/>
                  </a:lnTo>
                  <a:lnTo>
                    <a:pt x="8370956" y="47514"/>
                  </a:lnTo>
                  <a:lnTo>
                    <a:pt x="8371082" y="47514"/>
                  </a:lnTo>
                  <a:lnTo>
                    <a:pt x="8371209" y="47514"/>
                  </a:lnTo>
                  <a:lnTo>
                    <a:pt x="8371335" y="47514"/>
                  </a:lnTo>
                  <a:lnTo>
                    <a:pt x="8371461" y="47514"/>
                  </a:lnTo>
                  <a:lnTo>
                    <a:pt x="8371587" y="47514"/>
                  </a:lnTo>
                  <a:lnTo>
                    <a:pt x="8371713" y="47514"/>
                  </a:lnTo>
                  <a:lnTo>
                    <a:pt x="8371839" y="47514"/>
                  </a:lnTo>
                  <a:lnTo>
                    <a:pt x="8371965" y="47514"/>
                  </a:lnTo>
                  <a:lnTo>
                    <a:pt x="8372091" y="47514"/>
                  </a:lnTo>
                  <a:lnTo>
                    <a:pt x="8372217" y="47514"/>
                  </a:lnTo>
                  <a:lnTo>
                    <a:pt x="8372343" y="47514"/>
                  </a:lnTo>
                  <a:lnTo>
                    <a:pt x="8372469" y="47514"/>
                  </a:lnTo>
                  <a:lnTo>
                    <a:pt x="8372596" y="47514"/>
                  </a:lnTo>
                  <a:lnTo>
                    <a:pt x="8372722" y="47514"/>
                  </a:lnTo>
                  <a:lnTo>
                    <a:pt x="8372848" y="47514"/>
                  </a:lnTo>
                  <a:lnTo>
                    <a:pt x="8372974" y="47514"/>
                  </a:lnTo>
                  <a:lnTo>
                    <a:pt x="8373100" y="47514"/>
                  </a:lnTo>
                  <a:lnTo>
                    <a:pt x="8373226" y="47514"/>
                  </a:lnTo>
                  <a:lnTo>
                    <a:pt x="8373352" y="47514"/>
                  </a:lnTo>
                  <a:lnTo>
                    <a:pt x="8373478" y="47514"/>
                  </a:lnTo>
                  <a:lnTo>
                    <a:pt x="8373604" y="47514"/>
                  </a:lnTo>
                  <a:lnTo>
                    <a:pt x="8373730" y="47514"/>
                  </a:lnTo>
                  <a:lnTo>
                    <a:pt x="8373856" y="47514"/>
                  </a:lnTo>
                  <a:lnTo>
                    <a:pt x="8373983" y="47514"/>
                  </a:lnTo>
                  <a:lnTo>
                    <a:pt x="8374109" y="47514"/>
                  </a:lnTo>
                  <a:lnTo>
                    <a:pt x="8374235" y="47514"/>
                  </a:lnTo>
                  <a:lnTo>
                    <a:pt x="8374361" y="47514"/>
                  </a:lnTo>
                  <a:lnTo>
                    <a:pt x="8374487" y="47514"/>
                  </a:lnTo>
                  <a:lnTo>
                    <a:pt x="8374613" y="47514"/>
                  </a:lnTo>
                  <a:lnTo>
                    <a:pt x="8374739" y="47514"/>
                  </a:lnTo>
                  <a:lnTo>
                    <a:pt x="8374865" y="47514"/>
                  </a:lnTo>
                  <a:lnTo>
                    <a:pt x="8374991" y="47514"/>
                  </a:lnTo>
                  <a:lnTo>
                    <a:pt x="8375117" y="47514"/>
                  </a:lnTo>
                  <a:lnTo>
                    <a:pt x="8375243" y="47514"/>
                  </a:lnTo>
                  <a:lnTo>
                    <a:pt x="8375369" y="47514"/>
                  </a:lnTo>
                  <a:lnTo>
                    <a:pt x="8375496" y="47514"/>
                  </a:lnTo>
                  <a:lnTo>
                    <a:pt x="8375622" y="47514"/>
                  </a:lnTo>
                  <a:lnTo>
                    <a:pt x="8375748" y="47514"/>
                  </a:lnTo>
                  <a:lnTo>
                    <a:pt x="8375874" y="47514"/>
                  </a:lnTo>
                  <a:lnTo>
                    <a:pt x="8376000" y="47514"/>
                  </a:lnTo>
                  <a:lnTo>
                    <a:pt x="8376126" y="47514"/>
                  </a:lnTo>
                  <a:lnTo>
                    <a:pt x="8376252" y="47514"/>
                  </a:lnTo>
                  <a:lnTo>
                    <a:pt x="8376378" y="47514"/>
                  </a:lnTo>
                  <a:lnTo>
                    <a:pt x="8376504" y="47514"/>
                  </a:lnTo>
                  <a:lnTo>
                    <a:pt x="8376630" y="47514"/>
                  </a:lnTo>
                  <a:lnTo>
                    <a:pt x="8376756" y="47514"/>
                  </a:lnTo>
                  <a:lnTo>
                    <a:pt x="8376883" y="47514"/>
                  </a:lnTo>
                  <a:lnTo>
                    <a:pt x="8377009" y="47514"/>
                  </a:lnTo>
                  <a:lnTo>
                    <a:pt x="8377135" y="47514"/>
                  </a:lnTo>
                  <a:lnTo>
                    <a:pt x="8377261" y="47514"/>
                  </a:lnTo>
                  <a:lnTo>
                    <a:pt x="8377387" y="47514"/>
                  </a:lnTo>
                  <a:lnTo>
                    <a:pt x="8377513" y="47514"/>
                  </a:lnTo>
                  <a:lnTo>
                    <a:pt x="8377513" y="42235"/>
                  </a:lnTo>
                  <a:lnTo>
                    <a:pt x="8377639" y="42235"/>
                  </a:lnTo>
                  <a:lnTo>
                    <a:pt x="8377765" y="42235"/>
                  </a:lnTo>
                  <a:lnTo>
                    <a:pt x="8377891" y="42235"/>
                  </a:lnTo>
                  <a:lnTo>
                    <a:pt x="8378017" y="42235"/>
                  </a:lnTo>
                  <a:lnTo>
                    <a:pt x="8378143" y="42235"/>
                  </a:lnTo>
                  <a:lnTo>
                    <a:pt x="8378269" y="42235"/>
                  </a:lnTo>
                  <a:lnTo>
                    <a:pt x="8378396" y="42235"/>
                  </a:lnTo>
                  <a:lnTo>
                    <a:pt x="8378522" y="42235"/>
                  </a:lnTo>
                  <a:lnTo>
                    <a:pt x="8378648" y="42235"/>
                  </a:lnTo>
                  <a:lnTo>
                    <a:pt x="8378774" y="42235"/>
                  </a:lnTo>
                  <a:lnTo>
                    <a:pt x="8378900" y="42235"/>
                  </a:lnTo>
                  <a:lnTo>
                    <a:pt x="8379026" y="42235"/>
                  </a:lnTo>
                  <a:lnTo>
                    <a:pt x="8379152" y="42235"/>
                  </a:lnTo>
                  <a:lnTo>
                    <a:pt x="8379278" y="42235"/>
                  </a:lnTo>
                  <a:lnTo>
                    <a:pt x="8379404" y="42235"/>
                  </a:lnTo>
                  <a:lnTo>
                    <a:pt x="8379530" y="42235"/>
                  </a:lnTo>
                  <a:lnTo>
                    <a:pt x="8379656" y="42235"/>
                  </a:lnTo>
                  <a:lnTo>
                    <a:pt x="8379783" y="42235"/>
                  </a:lnTo>
                  <a:lnTo>
                    <a:pt x="8379909" y="42235"/>
                  </a:lnTo>
                  <a:lnTo>
                    <a:pt x="8380035" y="42235"/>
                  </a:lnTo>
                  <a:lnTo>
                    <a:pt x="8380161" y="42235"/>
                  </a:lnTo>
                  <a:lnTo>
                    <a:pt x="8380287" y="42235"/>
                  </a:lnTo>
                  <a:lnTo>
                    <a:pt x="8380413" y="42235"/>
                  </a:lnTo>
                  <a:lnTo>
                    <a:pt x="8380539" y="42235"/>
                  </a:lnTo>
                  <a:lnTo>
                    <a:pt x="8380665" y="42235"/>
                  </a:lnTo>
                  <a:lnTo>
                    <a:pt x="8380791" y="42235"/>
                  </a:lnTo>
                  <a:lnTo>
                    <a:pt x="8380917" y="42235"/>
                  </a:lnTo>
                  <a:lnTo>
                    <a:pt x="8381043" y="42235"/>
                  </a:lnTo>
                  <a:lnTo>
                    <a:pt x="8381170" y="42235"/>
                  </a:lnTo>
                  <a:lnTo>
                    <a:pt x="8381296" y="42235"/>
                  </a:lnTo>
                  <a:lnTo>
                    <a:pt x="8381422" y="42235"/>
                  </a:lnTo>
                  <a:lnTo>
                    <a:pt x="8381548" y="42235"/>
                  </a:lnTo>
                  <a:lnTo>
                    <a:pt x="8381674" y="42235"/>
                  </a:lnTo>
                  <a:lnTo>
                    <a:pt x="8381800" y="42235"/>
                  </a:lnTo>
                  <a:lnTo>
                    <a:pt x="8381926" y="42235"/>
                  </a:lnTo>
                  <a:lnTo>
                    <a:pt x="8382052" y="42235"/>
                  </a:lnTo>
                  <a:lnTo>
                    <a:pt x="8382178" y="42235"/>
                  </a:lnTo>
                  <a:lnTo>
                    <a:pt x="8382304" y="42235"/>
                  </a:lnTo>
                  <a:lnTo>
                    <a:pt x="8382430" y="42235"/>
                  </a:lnTo>
                  <a:lnTo>
                    <a:pt x="8382556" y="42235"/>
                  </a:lnTo>
                  <a:lnTo>
                    <a:pt x="8382683" y="42235"/>
                  </a:lnTo>
                  <a:lnTo>
                    <a:pt x="8382809" y="42235"/>
                  </a:lnTo>
                  <a:lnTo>
                    <a:pt x="8382935" y="42235"/>
                  </a:lnTo>
                  <a:lnTo>
                    <a:pt x="8383061" y="42235"/>
                  </a:lnTo>
                  <a:lnTo>
                    <a:pt x="8383187" y="42235"/>
                  </a:lnTo>
                  <a:lnTo>
                    <a:pt x="8383313" y="42235"/>
                  </a:lnTo>
                  <a:lnTo>
                    <a:pt x="8383439" y="42235"/>
                  </a:lnTo>
                  <a:lnTo>
                    <a:pt x="8383565" y="42235"/>
                  </a:lnTo>
                  <a:lnTo>
                    <a:pt x="8383691" y="42235"/>
                  </a:lnTo>
                  <a:lnTo>
                    <a:pt x="8383817" y="42235"/>
                  </a:lnTo>
                  <a:lnTo>
                    <a:pt x="8383943" y="42235"/>
                  </a:lnTo>
                  <a:lnTo>
                    <a:pt x="8384070" y="42235"/>
                  </a:lnTo>
                  <a:lnTo>
                    <a:pt x="8384196" y="42235"/>
                  </a:lnTo>
                  <a:lnTo>
                    <a:pt x="8384322" y="42235"/>
                  </a:lnTo>
                  <a:lnTo>
                    <a:pt x="8384448" y="42235"/>
                  </a:lnTo>
                  <a:lnTo>
                    <a:pt x="8384574" y="42235"/>
                  </a:lnTo>
                  <a:lnTo>
                    <a:pt x="8384700" y="42235"/>
                  </a:lnTo>
                  <a:lnTo>
                    <a:pt x="8384826" y="42235"/>
                  </a:lnTo>
                  <a:lnTo>
                    <a:pt x="8384952" y="42235"/>
                  </a:lnTo>
                  <a:lnTo>
                    <a:pt x="8385078" y="42235"/>
                  </a:lnTo>
                  <a:lnTo>
                    <a:pt x="8385204" y="42235"/>
                  </a:lnTo>
                  <a:lnTo>
                    <a:pt x="8385330" y="42235"/>
                  </a:lnTo>
                  <a:lnTo>
                    <a:pt x="8385456" y="42235"/>
                  </a:lnTo>
                  <a:lnTo>
                    <a:pt x="8385583" y="42235"/>
                  </a:lnTo>
                  <a:lnTo>
                    <a:pt x="8385709" y="42235"/>
                  </a:lnTo>
                  <a:lnTo>
                    <a:pt x="8385835" y="42235"/>
                  </a:lnTo>
                  <a:lnTo>
                    <a:pt x="8385961" y="42235"/>
                  </a:lnTo>
                  <a:lnTo>
                    <a:pt x="8386087" y="42235"/>
                  </a:lnTo>
                  <a:lnTo>
                    <a:pt x="8386213" y="42235"/>
                  </a:lnTo>
                  <a:lnTo>
                    <a:pt x="8386339" y="42235"/>
                  </a:lnTo>
                  <a:lnTo>
                    <a:pt x="8386465" y="42235"/>
                  </a:lnTo>
                  <a:lnTo>
                    <a:pt x="8386591" y="42235"/>
                  </a:lnTo>
                  <a:lnTo>
                    <a:pt x="8386717" y="42235"/>
                  </a:lnTo>
                  <a:lnTo>
                    <a:pt x="8386843" y="42235"/>
                  </a:lnTo>
                  <a:lnTo>
                    <a:pt x="8386970" y="42235"/>
                  </a:lnTo>
                  <a:lnTo>
                    <a:pt x="8387096" y="42235"/>
                  </a:lnTo>
                  <a:lnTo>
                    <a:pt x="8387222" y="42235"/>
                  </a:lnTo>
                  <a:lnTo>
                    <a:pt x="8387348" y="42235"/>
                  </a:lnTo>
                  <a:lnTo>
                    <a:pt x="8387474" y="42235"/>
                  </a:lnTo>
                  <a:lnTo>
                    <a:pt x="8387600" y="42235"/>
                  </a:lnTo>
                  <a:lnTo>
                    <a:pt x="8387726" y="42235"/>
                  </a:lnTo>
                  <a:lnTo>
                    <a:pt x="8387852" y="42235"/>
                  </a:lnTo>
                  <a:lnTo>
                    <a:pt x="8387978" y="42235"/>
                  </a:lnTo>
                  <a:lnTo>
                    <a:pt x="8388104" y="42235"/>
                  </a:lnTo>
                  <a:lnTo>
                    <a:pt x="8388230" y="42235"/>
                  </a:lnTo>
                  <a:lnTo>
                    <a:pt x="8388356" y="42235"/>
                  </a:lnTo>
                  <a:lnTo>
                    <a:pt x="8388483" y="42235"/>
                  </a:lnTo>
                  <a:lnTo>
                    <a:pt x="8388609" y="42235"/>
                  </a:lnTo>
                  <a:lnTo>
                    <a:pt x="8388735" y="42235"/>
                  </a:lnTo>
                  <a:lnTo>
                    <a:pt x="8388861" y="42235"/>
                  </a:lnTo>
                  <a:lnTo>
                    <a:pt x="8388987" y="42235"/>
                  </a:lnTo>
                  <a:lnTo>
                    <a:pt x="8389113" y="42235"/>
                  </a:lnTo>
                  <a:lnTo>
                    <a:pt x="8389239" y="42235"/>
                  </a:lnTo>
                  <a:lnTo>
                    <a:pt x="8389365" y="42235"/>
                  </a:lnTo>
                  <a:lnTo>
                    <a:pt x="8389491" y="42235"/>
                  </a:lnTo>
                  <a:lnTo>
                    <a:pt x="8389617" y="42235"/>
                  </a:lnTo>
                  <a:lnTo>
                    <a:pt x="8389743" y="42235"/>
                  </a:lnTo>
                  <a:lnTo>
                    <a:pt x="8389870" y="42235"/>
                  </a:lnTo>
                  <a:lnTo>
                    <a:pt x="8389996" y="42235"/>
                  </a:lnTo>
                  <a:lnTo>
                    <a:pt x="8390122" y="42235"/>
                  </a:lnTo>
                  <a:lnTo>
                    <a:pt x="8390248" y="42235"/>
                  </a:lnTo>
                  <a:lnTo>
                    <a:pt x="8390374" y="42235"/>
                  </a:lnTo>
                  <a:lnTo>
                    <a:pt x="8390500" y="42235"/>
                  </a:lnTo>
                  <a:lnTo>
                    <a:pt x="8390626" y="42235"/>
                  </a:lnTo>
                  <a:lnTo>
                    <a:pt x="8390752" y="42235"/>
                  </a:lnTo>
                  <a:lnTo>
                    <a:pt x="8390878" y="42235"/>
                  </a:lnTo>
                  <a:lnTo>
                    <a:pt x="8391004" y="42235"/>
                  </a:lnTo>
                  <a:lnTo>
                    <a:pt x="8391130" y="42235"/>
                  </a:lnTo>
                  <a:lnTo>
                    <a:pt x="8391257" y="42235"/>
                  </a:lnTo>
                  <a:lnTo>
                    <a:pt x="8391383" y="42235"/>
                  </a:lnTo>
                  <a:lnTo>
                    <a:pt x="8391509" y="42235"/>
                  </a:lnTo>
                  <a:lnTo>
                    <a:pt x="8391635" y="42235"/>
                  </a:lnTo>
                  <a:lnTo>
                    <a:pt x="8391761" y="42235"/>
                  </a:lnTo>
                  <a:lnTo>
                    <a:pt x="8391887" y="42235"/>
                  </a:lnTo>
                  <a:lnTo>
                    <a:pt x="8392013" y="42235"/>
                  </a:lnTo>
                  <a:lnTo>
                    <a:pt x="8392139" y="42235"/>
                  </a:lnTo>
                  <a:lnTo>
                    <a:pt x="8392265" y="42235"/>
                  </a:lnTo>
                  <a:lnTo>
                    <a:pt x="8392391" y="42235"/>
                  </a:lnTo>
                  <a:lnTo>
                    <a:pt x="8392517" y="42235"/>
                  </a:lnTo>
                  <a:lnTo>
                    <a:pt x="8392643" y="42235"/>
                  </a:lnTo>
                  <a:lnTo>
                    <a:pt x="8392770" y="42235"/>
                  </a:lnTo>
                  <a:lnTo>
                    <a:pt x="8392896" y="42235"/>
                  </a:lnTo>
                  <a:lnTo>
                    <a:pt x="8393022" y="42235"/>
                  </a:lnTo>
                  <a:lnTo>
                    <a:pt x="8393148" y="42235"/>
                  </a:lnTo>
                  <a:lnTo>
                    <a:pt x="8393274" y="42235"/>
                  </a:lnTo>
                  <a:lnTo>
                    <a:pt x="8393400" y="42235"/>
                  </a:lnTo>
                  <a:lnTo>
                    <a:pt x="8393526" y="42235"/>
                  </a:lnTo>
                  <a:lnTo>
                    <a:pt x="8393652" y="42235"/>
                  </a:lnTo>
                  <a:lnTo>
                    <a:pt x="8393778" y="42235"/>
                  </a:lnTo>
                  <a:lnTo>
                    <a:pt x="8393904" y="42235"/>
                  </a:lnTo>
                  <a:lnTo>
                    <a:pt x="8394030" y="42235"/>
                  </a:lnTo>
                  <a:lnTo>
                    <a:pt x="8394157" y="42235"/>
                  </a:lnTo>
                  <a:lnTo>
                    <a:pt x="8394283" y="42235"/>
                  </a:lnTo>
                  <a:lnTo>
                    <a:pt x="8394409" y="42235"/>
                  </a:lnTo>
                  <a:lnTo>
                    <a:pt x="8394535" y="42235"/>
                  </a:lnTo>
                  <a:lnTo>
                    <a:pt x="8394661" y="42235"/>
                  </a:lnTo>
                  <a:lnTo>
                    <a:pt x="8394787" y="42235"/>
                  </a:lnTo>
                  <a:lnTo>
                    <a:pt x="8394913" y="42235"/>
                  </a:lnTo>
                  <a:lnTo>
                    <a:pt x="8395039" y="42235"/>
                  </a:lnTo>
                  <a:lnTo>
                    <a:pt x="8395165" y="42235"/>
                  </a:lnTo>
                  <a:lnTo>
                    <a:pt x="8395291" y="42235"/>
                  </a:lnTo>
                  <a:lnTo>
                    <a:pt x="8395417" y="42235"/>
                  </a:lnTo>
                  <a:lnTo>
                    <a:pt x="8395543" y="42235"/>
                  </a:lnTo>
                  <a:lnTo>
                    <a:pt x="8395670" y="42235"/>
                  </a:lnTo>
                  <a:lnTo>
                    <a:pt x="8395796" y="42235"/>
                  </a:lnTo>
                  <a:lnTo>
                    <a:pt x="8395922" y="42235"/>
                  </a:lnTo>
                  <a:lnTo>
                    <a:pt x="8396048" y="42235"/>
                  </a:lnTo>
                  <a:lnTo>
                    <a:pt x="8396174" y="42235"/>
                  </a:lnTo>
                  <a:lnTo>
                    <a:pt x="8396300" y="42235"/>
                  </a:lnTo>
                  <a:lnTo>
                    <a:pt x="8396426" y="42235"/>
                  </a:lnTo>
                  <a:lnTo>
                    <a:pt x="8396552" y="42235"/>
                  </a:lnTo>
                  <a:lnTo>
                    <a:pt x="8396678" y="42235"/>
                  </a:lnTo>
                  <a:lnTo>
                    <a:pt x="8396804" y="42235"/>
                  </a:lnTo>
                  <a:lnTo>
                    <a:pt x="8396930" y="42235"/>
                  </a:lnTo>
                  <a:lnTo>
                    <a:pt x="8397057" y="42235"/>
                  </a:lnTo>
                  <a:lnTo>
                    <a:pt x="8397183" y="42235"/>
                  </a:lnTo>
                  <a:lnTo>
                    <a:pt x="8397309" y="42235"/>
                  </a:lnTo>
                  <a:lnTo>
                    <a:pt x="8397435" y="42235"/>
                  </a:lnTo>
                  <a:lnTo>
                    <a:pt x="8397561" y="42235"/>
                  </a:lnTo>
                  <a:lnTo>
                    <a:pt x="8397687" y="42235"/>
                  </a:lnTo>
                  <a:lnTo>
                    <a:pt x="8397813" y="42235"/>
                  </a:lnTo>
                  <a:lnTo>
                    <a:pt x="8397939" y="42235"/>
                  </a:lnTo>
                  <a:lnTo>
                    <a:pt x="8398065" y="42235"/>
                  </a:lnTo>
                  <a:lnTo>
                    <a:pt x="8398191" y="42235"/>
                  </a:lnTo>
                  <a:lnTo>
                    <a:pt x="8398317" y="42235"/>
                  </a:lnTo>
                  <a:lnTo>
                    <a:pt x="8398444" y="42235"/>
                  </a:lnTo>
                  <a:lnTo>
                    <a:pt x="8398570" y="42235"/>
                  </a:lnTo>
                  <a:lnTo>
                    <a:pt x="8398696" y="42235"/>
                  </a:lnTo>
                  <a:lnTo>
                    <a:pt x="8398822" y="42235"/>
                  </a:lnTo>
                  <a:lnTo>
                    <a:pt x="8398948" y="42235"/>
                  </a:lnTo>
                  <a:lnTo>
                    <a:pt x="8399074" y="42235"/>
                  </a:lnTo>
                  <a:lnTo>
                    <a:pt x="8399200" y="42235"/>
                  </a:lnTo>
                  <a:lnTo>
                    <a:pt x="8399326" y="42235"/>
                  </a:lnTo>
                  <a:lnTo>
                    <a:pt x="8399452" y="42235"/>
                  </a:lnTo>
                  <a:lnTo>
                    <a:pt x="8399578" y="42235"/>
                  </a:lnTo>
                  <a:lnTo>
                    <a:pt x="8399704" y="42235"/>
                  </a:lnTo>
                  <a:lnTo>
                    <a:pt x="8399830" y="42235"/>
                  </a:lnTo>
                  <a:lnTo>
                    <a:pt x="8399957" y="42235"/>
                  </a:lnTo>
                  <a:lnTo>
                    <a:pt x="8400083" y="42235"/>
                  </a:lnTo>
                  <a:lnTo>
                    <a:pt x="8400209" y="42235"/>
                  </a:lnTo>
                  <a:lnTo>
                    <a:pt x="8400335" y="42235"/>
                  </a:lnTo>
                  <a:lnTo>
                    <a:pt x="8400461" y="42235"/>
                  </a:lnTo>
                  <a:lnTo>
                    <a:pt x="8400587" y="42235"/>
                  </a:lnTo>
                  <a:lnTo>
                    <a:pt x="8400713" y="42235"/>
                  </a:lnTo>
                  <a:lnTo>
                    <a:pt x="8400839" y="42235"/>
                  </a:lnTo>
                  <a:lnTo>
                    <a:pt x="8400965" y="42235"/>
                  </a:lnTo>
                  <a:lnTo>
                    <a:pt x="8401091" y="42235"/>
                  </a:lnTo>
                  <a:lnTo>
                    <a:pt x="8401217" y="42235"/>
                  </a:lnTo>
                  <a:lnTo>
                    <a:pt x="8401344" y="42235"/>
                  </a:lnTo>
                  <a:lnTo>
                    <a:pt x="8401470" y="42235"/>
                  </a:lnTo>
                  <a:lnTo>
                    <a:pt x="8401596" y="42235"/>
                  </a:lnTo>
                  <a:lnTo>
                    <a:pt x="8401722" y="42235"/>
                  </a:lnTo>
                  <a:lnTo>
                    <a:pt x="8401848" y="42235"/>
                  </a:lnTo>
                  <a:lnTo>
                    <a:pt x="8401974" y="42235"/>
                  </a:lnTo>
                  <a:lnTo>
                    <a:pt x="8402100" y="42235"/>
                  </a:lnTo>
                  <a:lnTo>
                    <a:pt x="8402226" y="42235"/>
                  </a:lnTo>
                  <a:lnTo>
                    <a:pt x="8402352" y="42235"/>
                  </a:lnTo>
                  <a:lnTo>
                    <a:pt x="8402478" y="42235"/>
                  </a:lnTo>
                  <a:lnTo>
                    <a:pt x="8402604" y="42235"/>
                  </a:lnTo>
                  <a:lnTo>
                    <a:pt x="8402730" y="42235"/>
                  </a:lnTo>
                  <a:lnTo>
                    <a:pt x="8402857" y="42235"/>
                  </a:lnTo>
                  <a:lnTo>
                    <a:pt x="8402983" y="42235"/>
                  </a:lnTo>
                  <a:lnTo>
                    <a:pt x="8403109" y="42235"/>
                  </a:lnTo>
                  <a:lnTo>
                    <a:pt x="8403235" y="42235"/>
                  </a:lnTo>
                  <a:lnTo>
                    <a:pt x="8403235" y="36955"/>
                  </a:lnTo>
                  <a:lnTo>
                    <a:pt x="8403361" y="36955"/>
                  </a:lnTo>
                  <a:lnTo>
                    <a:pt x="8403487" y="36955"/>
                  </a:lnTo>
                  <a:lnTo>
                    <a:pt x="8403613" y="36955"/>
                  </a:lnTo>
                  <a:lnTo>
                    <a:pt x="8403739" y="36955"/>
                  </a:lnTo>
                  <a:lnTo>
                    <a:pt x="8403865" y="36955"/>
                  </a:lnTo>
                  <a:lnTo>
                    <a:pt x="8403991" y="36955"/>
                  </a:lnTo>
                  <a:lnTo>
                    <a:pt x="8404117" y="36955"/>
                  </a:lnTo>
                  <a:lnTo>
                    <a:pt x="8404244" y="36955"/>
                  </a:lnTo>
                  <a:lnTo>
                    <a:pt x="8404370" y="36955"/>
                  </a:lnTo>
                  <a:lnTo>
                    <a:pt x="8404496" y="36955"/>
                  </a:lnTo>
                  <a:lnTo>
                    <a:pt x="8404622" y="36955"/>
                  </a:lnTo>
                  <a:lnTo>
                    <a:pt x="8404748" y="36955"/>
                  </a:lnTo>
                  <a:lnTo>
                    <a:pt x="8404874" y="36955"/>
                  </a:lnTo>
                  <a:lnTo>
                    <a:pt x="8405000" y="36955"/>
                  </a:lnTo>
                  <a:lnTo>
                    <a:pt x="8405126" y="36955"/>
                  </a:lnTo>
                  <a:lnTo>
                    <a:pt x="8405252" y="36955"/>
                  </a:lnTo>
                  <a:lnTo>
                    <a:pt x="8405378" y="36955"/>
                  </a:lnTo>
                  <a:lnTo>
                    <a:pt x="8405504" y="36955"/>
                  </a:lnTo>
                  <a:lnTo>
                    <a:pt x="8405631" y="36955"/>
                  </a:lnTo>
                  <a:lnTo>
                    <a:pt x="8405757" y="36955"/>
                  </a:lnTo>
                  <a:lnTo>
                    <a:pt x="8405883" y="36955"/>
                  </a:lnTo>
                  <a:lnTo>
                    <a:pt x="8406009" y="36955"/>
                  </a:lnTo>
                  <a:lnTo>
                    <a:pt x="8406135" y="36955"/>
                  </a:lnTo>
                  <a:lnTo>
                    <a:pt x="8406261" y="36955"/>
                  </a:lnTo>
                  <a:lnTo>
                    <a:pt x="8406387" y="36955"/>
                  </a:lnTo>
                  <a:lnTo>
                    <a:pt x="8406513" y="36955"/>
                  </a:lnTo>
                  <a:lnTo>
                    <a:pt x="8406639" y="36955"/>
                  </a:lnTo>
                  <a:lnTo>
                    <a:pt x="8406765" y="36955"/>
                  </a:lnTo>
                  <a:lnTo>
                    <a:pt x="8406891" y="36955"/>
                  </a:lnTo>
                  <a:lnTo>
                    <a:pt x="8407017" y="36955"/>
                  </a:lnTo>
                  <a:lnTo>
                    <a:pt x="8407144" y="36955"/>
                  </a:lnTo>
                  <a:lnTo>
                    <a:pt x="8407270" y="36955"/>
                  </a:lnTo>
                  <a:lnTo>
                    <a:pt x="8407396" y="36955"/>
                  </a:lnTo>
                  <a:lnTo>
                    <a:pt x="8407522" y="36955"/>
                  </a:lnTo>
                  <a:lnTo>
                    <a:pt x="8407648" y="36955"/>
                  </a:lnTo>
                  <a:lnTo>
                    <a:pt x="8407774" y="36955"/>
                  </a:lnTo>
                  <a:lnTo>
                    <a:pt x="8407900" y="36955"/>
                  </a:lnTo>
                  <a:lnTo>
                    <a:pt x="8408026" y="36955"/>
                  </a:lnTo>
                  <a:lnTo>
                    <a:pt x="8408152" y="36955"/>
                  </a:lnTo>
                  <a:lnTo>
                    <a:pt x="8408278" y="36955"/>
                  </a:lnTo>
                  <a:lnTo>
                    <a:pt x="8408404" y="36955"/>
                  </a:lnTo>
                  <a:lnTo>
                    <a:pt x="8408531" y="36955"/>
                  </a:lnTo>
                  <a:lnTo>
                    <a:pt x="8408657" y="36955"/>
                  </a:lnTo>
                  <a:lnTo>
                    <a:pt x="8408783" y="36955"/>
                  </a:lnTo>
                  <a:lnTo>
                    <a:pt x="8408909" y="36955"/>
                  </a:lnTo>
                  <a:lnTo>
                    <a:pt x="8409035" y="36955"/>
                  </a:lnTo>
                  <a:lnTo>
                    <a:pt x="8409161" y="36955"/>
                  </a:lnTo>
                  <a:lnTo>
                    <a:pt x="8409287" y="36955"/>
                  </a:lnTo>
                  <a:lnTo>
                    <a:pt x="8409413" y="36955"/>
                  </a:lnTo>
                  <a:lnTo>
                    <a:pt x="8409539" y="36955"/>
                  </a:lnTo>
                  <a:lnTo>
                    <a:pt x="8409665" y="36955"/>
                  </a:lnTo>
                  <a:lnTo>
                    <a:pt x="8409791" y="36955"/>
                  </a:lnTo>
                  <a:lnTo>
                    <a:pt x="8409917" y="36955"/>
                  </a:lnTo>
                  <a:lnTo>
                    <a:pt x="8410044" y="36955"/>
                  </a:lnTo>
                  <a:lnTo>
                    <a:pt x="8410170" y="36955"/>
                  </a:lnTo>
                  <a:lnTo>
                    <a:pt x="8410296" y="36955"/>
                  </a:lnTo>
                  <a:lnTo>
                    <a:pt x="8410422" y="36955"/>
                  </a:lnTo>
                  <a:lnTo>
                    <a:pt x="8410548" y="36955"/>
                  </a:lnTo>
                  <a:lnTo>
                    <a:pt x="8410674" y="36955"/>
                  </a:lnTo>
                  <a:lnTo>
                    <a:pt x="8410800" y="36955"/>
                  </a:lnTo>
                  <a:lnTo>
                    <a:pt x="8410926" y="36955"/>
                  </a:lnTo>
                  <a:lnTo>
                    <a:pt x="8411052" y="36955"/>
                  </a:lnTo>
                  <a:lnTo>
                    <a:pt x="8411178" y="36955"/>
                  </a:lnTo>
                  <a:lnTo>
                    <a:pt x="8411304" y="36955"/>
                  </a:lnTo>
                  <a:lnTo>
                    <a:pt x="8411431" y="36955"/>
                  </a:lnTo>
                  <a:lnTo>
                    <a:pt x="8411557" y="36955"/>
                  </a:lnTo>
                  <a:lnTo>
                    <a:pt x="8411683" y="36955"/>
                  </a:lnTo>
                  <a:lnTo>
                    <a:pt x="8411809" y="36955"/>
                  </a:lnTo>
                  <a:lnTo>
                    <a:pt x="8411935" y="36955"/>
                  </a:lnTo>
                  <a:lnTo>
                    <a:pt x="8412061" y="36955"/>
                  </a:lnTo>
                  <a:lnTo>
                    <a:pt x="8412187" y="36955"/>
                  </a:lnTo>
                  <a:lnTo>
                    <a:pt x="8412313" y="36955"/>
                  </a:lnTo>
                  <a:lnTo>
                    <a:pt x="8412439" y="36955"/>
                  </a:lnTo>
                  <a:lnTo>
                    <a:pt x="8412565" y="36955"/>
                  </a:lnTo>
                  <a:lnTo>
                    <a:pt x="8412691" y="36955"/>
                  </a:lnTo>
                  <a:lnTo>
                    <a:pt x="8412817" y="36955"/>
                  </a:lnTo>
                  <a:lnTo>
                    <a:pt x="8412944" y="36955"/>
                  </a:lnTo>
                  <a:lnTo>
                    <a:pt x="8413070" y="36955"/>
                  </a:lnTo>
                  <a:lnTo>
                    <a:pt x="8413196" y="36955"/>
                  </a:lnTo>
                  <a:lnTo>
                    <a:pt x="8413322" y="36955"/>
                  </a:lnTo>
                  <a:lnTo>
                    <a:pt x="8413448" y="36955"/>
                  </a:lnTo>
                  <a:lnTo>
                    <a:pt x="8413574" y="36955"/>
                  </a:lnTo>
                  <a:lnTo>
                    <a:pt x="8413700" y="36955"/>
                  </a:lnTo>
                  <a:lnTo>
                    <a:pt x="8413826" y="36955"/>
                  </a:lnTo>
                  <a:lnTo>
                    <a:pt x="8413952" y="36955"/>
                  </a:lnTo>
                  <a:lnTo>
                    <a:pt x="8414078" y="36955"/>
                  </a:lnTo>
                  <a:lnTo>
                    <a:pt x="8414204" y="36955"/>
                  </a:lnTo>
                  <a:lnTo>
                    <a:pt x="8414331" y="36955"/>
                  </a:lnTo>
                  <a:lnTo>
                    <a:pt x="8414457" y="36955"/>
                  </a:lnTo>
                  <a:lnTo>
                    <a:pt x="8414583" y="36955"/>
                  </a:lnTo>
                  <a:lnTo>
                    <a:pt x="8414709" y="36955"/>
                  </a:lnTo>
                  <a:lnTo>
                    <a:pt x="8414835" y="36955"/>
                  </a:lnTo>
                  <a:lnTo>
                    <a:pt x="8414961" y="36955"/>
                  </a:lnTo>
                  <a:lnTo>
                    <a:pt x="8415087" y="36955"/>
                  </a:lnTo>
                  <a:lnTo>
                    <a:pt x="8415213" y="36955"/>
                  </a:lnTo>
                  <a:lnTo>
                    <a:pt x="8415339" y="36955"/>
                  </a:lnTo>
                  <a:lnTo>
                    <a:pt x="8415465" y="36955"/>
                  </a:lnTo>
                  <a:lnTo>
                    <a:pt x="8415591" y="36955"/>
                  </a:lnTo>
                  <a:lnTo>
                    <a:pt x="8415718" y="36955"/>
                  </a:lnTo>
                  <a:lnTo>
                    <a:pt x="8415844" y="36955"/>
                  </a:lnTo>
                  <a:lnTo>
                    <a:pt x="8415970" y="36955"/>
                  </a:lnTo>
                  <a:lnTo>
                    <a:pt x="8416096" y="36955"/>
                  </a:lnTo>
                  <a:lnTo>
                    <a:pt x="8416222" y="36955"/>
                  </a:lnTo>
                  <a:lnTo>
                    <a:pt x="8416348" y="36955"/>
                  </a:lnTo>
                  <a:lnTo>
                    <a:pt x="8416474" y="36955"/>
                  </a:lnTo>
                  <a:lnTo>
                    <a:pt x="8416600" y="36955"/>
                  </a:lnTo>
                  <a:lnTo>
                    <a:pt x="8416726" y="36955"/>
                  </a:lnTo>
                  <a:lnTo>
                    <a:pt x="8416852" y="36955"/>
                  </a:lnTo>
                  <a:lnTo>
                    <a:pt x="8416978" y="36955"/>
                  </a:lnTo>
                  <a:lnTo>
                    <a:pt x="8417104" y="36955"/>
                  </a:lnTo>
                  <a:lnTo>
                    <a:pt x="8417231" y="36955"/>
                  </a:lnTo>
                  <a:lnTo>
                    <a:pt x="8417357" y="36955"/>
                  </a:lnTo>
                  <a:lnTo>
                    <a:pt x="8417483" y="36955"/>
                  </a:lnTo>
                  <a:lnTo>
                    <a:pt x="8417609" y="36955"/>
                  </a:lnTo>
                  <a:lnTo>
                    <a:pt x="8417735" y="36955"/>
                  </a:lnTo>
                  <a:lnTo>
                    <a:pt x="8417861" y="36955"/>
                  </a:lnTo>
                  <a:lnTo>
                    <a:pt x="8417987" y="36955"/>
                  </a:lnTo>
                  <a:lnTo>
                    <a:pt x="8418113" y="36955"/>
                  </a:lnTo>
                  <a:lnTo>
                    <a:pt x="8418239" y="36955"/>
                  </a:lnTo>
                  <a:lnTo>
                    <a:pt x="8418365" y="36955"/>
                  </a:lnTo>
                  <a:lnTo>
                    <a:pt x="8418491" y="36955"/>
                  </a:lnTo>
                  <a:lnTo>
                    <a:pt x="8418618" y="36955"/>
                  </a:lnTo>
                  <a:lnTo>
                    <a:pt x="8418744" y="36955"/>
                  </a:lnTo>
                  <a:lnTo>
                    <a:pt x="8418744" y="31676"/>
                  </a:lnTo>
                  <a:lnTo>
                    <a:pt x="8418870" y="31676"/>
                  </a:lnTo>
                  <a:lnTo>
                    <a:pt x="8418996" y="31676"/>
                  </a:lnTo>
                  <a:lnTo>
                    <a:pt x="8419122" y="31676"/>
                  </a:lnTo>
                  <a:lnTo>
                    <a:pt x="8419248" y="31676"/>
                  </a:lnTo>
                  <a:lnTo>
                    <a:pt x="8419374" y="31676"/>
                  </a:lnTo>
                  <a:lnTo>
                    <a:pt x="8419500" y="31676"/>
                  </a:lnTo>
                  <a:lnTo>
                    <a:pt x="8419626" y="31676"/>
                  </a:lnTo>
                  <a:lnTo>
                    <a:pt x="8419752" y="31676"/>
                  </a:lnTo>
                  <a:lnTo>
                    <a:pt x="8419878" y="31676"/>
                  </a:lnTo>
                  <a:lnTo>
                    <a:pt x="8420004" y="31676"/>
                  </a:lnTo>
                  <a:lnTo>
                    <a:pt x="8420131" y="31676"/>
                  </a:lnTo>
                  <a:lnTo>
                    <a:pt x="8420257" y="31676"/>
                  </a:lnTo>
                  <a:lnTo>
                    <a:pt x="8420383" y="31676"/>
                  </a:lnTo>
                  <a:lnTo>
                    <a:pt x="8420509" y="31676"/>
                  </a:lnTo>
                  <a:lnTo>
                    <a:pt x="8420635" y="31676"/>
                  </a:lnTo>
                  <a:lnTo>
                    <a:pt x="8420761" y="31676"/>
                  </a:lnTo>
                  <a:lnTo>
                    <a:pt x="8420887" y="31676"/>
                  </a:lnTo>
                  <a:lnTo>
                    <a:pt x="8421013" y="31676"/>
                  </a:lnTo>
                  <a:lnTo>
                    <a:pt x="8421139" y="31676"/>
                  </a:lnTo>
                  <a:lnTo>
                    <a:pt x="8421265" y="31676"/>
                  </a:lnTo>
                  <a:lnTo>
                    <a:pt x="8421391" y="31676"/>
                  </a:lnTo>
                  <a:lnTo>
                    <a:pt x="8421518" y="31676"/>
                  </a:lnTo>
                  <a:lnTo>
                    <a:pt x="8421644" y="31676"/>
                  </a:lnTo>
                  <a:lnTo>
                    <a:pt x="8421770" y="31676"/>
                  </a:lnTo>
                  <a:lnTo>
                    <a:pt x="8421896" y="31676"/>
                  </a:lnTo>
                  <a:lnTo>
                    <a:pt x="8422022" y="31676"/>
                  </a:lnTo>
                  <a:lnTo>
                    <a:pt x="8422148" y="31676"/>
                  </a:lnTo>
                  <a:lnTo>
                    <a:pt x="8422274" y="31676"/>
                  </a:lnTo>
                  <a:lnTo>
                    <a:pt x="8422400" y="31676"/>
                  </a:lnTo>
                  <a:lnTo>
                    <a:pt x="8422526" y="31676"/>
                  </a:lnTo>
                  <a:lnTo>
                    <a:pt x="8422652" y="31676"/>
                  </a:lnTo>
                  <a:lnTo>
                    <a:pt x="8422778" y="31676"/>
                  </a:lnTo>
                  <a:lnTo>
                    <a:pt x="8422905" y="31676"/>
                  </a:lnTo>
                  <a:lnTo>
                    <a:pt x="8423031" y="31676"/>
                  </a:lnTo>
                  <a:lnTo>
                    <a:pt x="8423157" y="31676"/>
                  </a:lnTo>
                  <a:lnTo>
                    <a:pt x="8423283" y="31676"/>
                  </a:lnTo>
                  <a:lnTo>
                    <a:pt x="8423409" y="31676"/>
                  </a:lnTo>
                  <a:lnTo>
                    <a:pt x="8423535" y="31676"/>
                  </a:lnTo>
                  <a:lnTo>
                    <a:pt x="8423661" y="31676"/>
                  </a:lnTo>
                  <a:lnTo>
                    <a:pt x="8423787" y="31676"/>
                  </a:lnTo>
                  <a:lnTo>
                    <a:pt x="8423913" y="31676"/>
                  </a:lnTo>
                  <a:lnTo>
                    <a:pt x="8424039" y="31676"/>
                  </a:lnTo>
                  <a:lnTo>
                    <a:pt x="8424165" y="31676"/>
                  </a:lnTo>
                  <a:lnTo>
                    <a:pt x="8424291" y="31676"/>
                  </a:lnTo>
                  <a:lnTo>
                    <a:pt x="8424418" y="31676"/>
                  </a:lnTo>
                  <a:lnTo>
                    <a:pt x="8424544" y="31676"/>
                  </a:lnTo>
                  <a:lnTo>
                    <a:pt x="8424670" y="31676"/>
                  </a:lnTo>
                  <a:lnTo>
                    <a:pt x="8424796" y="31676"/>
                  </a:lnTo>
                  <a:lnTo>
                    <a:pt x="8424922" y="31676"/>
                  </a:lnTo>
                  <a:lnTo>
                    <a:pt x="8425048" y="31676"/>
                  </a:lnTo>
                  <a:lnTo>
                    <a:pt x="8425174" y="31676"/>
                  </a:lnTo>
                  <a:lnTo>
                    <a:pt x="8425300" y="31676"/>
                  </a:lnTo>
                  <a:lnTo>
                    <a:pt x="8425426" y="31676"/>
                  </a:lnTo>
                  <a:lnTo>
                    <a:pt x="8425552" y="31676"/>
                  </a:lnTo>
                  <a:lnTo>
                    <a:pt x="8425678" y="31676"/>
                  </a:lnTo>
                  <a:lnTo>
                    <a:pt x="8425805" y="31676"/>
                  </a:lnTo>
                  <a:lnTo>
                    <a:pt x="8425931" y="31676"/>
                  </a:lnTo>
                  <a:lnTo>
                    <a:pt x="8426057" y="31676"/>
                  </a:lnTo>
                  <a:lnTo>
                    <a:pt x="8426183" y="31676"/>
                  </a:lnTo>
                  <a:lnTo>
                    <a:pt x="8426309" y="31676"/>
                  </a:lnTo>
                  <a:lnTo>
                    <a:pt x="8426435" y="31676"/>
                  </a:lnTo>
                  <a:lnTo>
                    <a:pt x="8426561" y="31676"/>
                  </a:lnTo>
                  <a:lnTo>
                    <a:pt x="8426687" y="31676"/>
                  </a:lnTo>
                  <a:lnTo>
                    <a:pt x="8426813" y="31676"/>
                  </a:lnTo>
                  <a:lnTo>
                    <a:pt x="8426939" y="31676"/>
                  </a:lnTo>
                  <a:lnTo>
                    <a:pt x="8427065" y="31676"/>
                  </a:lnTo>
                  <a:lnTo>
                    <a:pt x="8427191" y="31676"/>
                  </a:lnTo>
                  <a:lnTo>
                    <a:pt x="8427318" y="31676"/>
                  </a:lnTo>
                  <a:lnTo>
                    <a:pt x="8427444" y="31676"/>
                  </a:lnTo>
                  <a:lnTo>
                    <a:pt x="8427570" y="31676"/>
                  </a:lnTo>
                  <a:lnTo>
                    <a:pt x="8427696" y="31676"/>
                  </a:lnTo>
                  <a:lnTo>
                    <a:pt x="8427822" y="31676"/>
                  </a:lnTo>
                  <a:lnTo>
                    <a:pt x="8427948" y="31676"/>
                  </a:lnTo>
                  <a:lnTo>
                    <a:pt x="8428074" y="31676"/>
                  </a:lnTo>
                  <a:lnTo>
                    <a:pt x="8428200" y="31676"/>
                  </a:lnTo>
                  <a:lnTo>
                    <a:pt x="8428326" y="31676"/>
                  </a:lnTo>
                  <a:lnTo>
                    <a:pt x="8428452" y="31676"/>
                  </a:lnTo>
                  <a:lnTo>
                    <a:pt x="8428578" y="31676"/>
                  </a:lnTo>
                  <a:lnTo>
                    <a:pt x="8428705" y="31676"/>
                  </a:lnTo>
                  <a:lnTo>
                    <a:pt x="8428831" y="31676"/>
                  </a:lnTo>
                  <a:lnTo>
                    <a:pt x="8428957" y="31676"/>
                  </a:lnTo>
                  <a:lnTo>
                    <a:pt x="8429083" y="31676"/>
                  </a:lnTo>
                  <a:lnTo>
                    <a:pt x="8429209" y="31676"/>
                  </a:lnTo>
                  <a:lnTo>
                    <a:pt x="8429335" y="31676"/>
                  </a:lnTo>
                  <a:lnTo>
                    <a:pt x="8429461" y="31676"/>
                  </a:lnTo>
                  <a:lnTo>
                    <a:pt x="8429587" y="31676"/>
                  </a:lnTo>
                  <a:lnTo>
                    <a:pt x="8429713" y="31676"/>
                  </a:lnTo>
                  <a:lnTo>
                    <a:pt x="8429839" y="31676"/>
                  </a:lnTo>
                  <a:lnTo>
                    <a:pt x="8429965" y="31676"/>
                  </a:lnTo>
                  <a:lnTo>
                    <a:pt x="8430092" y="31676"/>
                  </a:lnTo>
                  <a:lnTo>
                    <a:pt x="8430218" y="31676"/>
                  </a:lnTo>
                  <a:lnTo>
                    <a:pt x="8430344" y="31676"/>
                  </a:lnTo>
                  <a:lnTo>
                    <a:pt x="8430470" y="31676"/>
                  </a:lnTo>
                  <a:lnTo>
                    <a:pt x="8430596" y="31676"/>
                  </a:lnTo>
                  <a:lnTo>
                    <a:pt x="8430722" y="31676"/>
                  </a:lnTo>
                  <a:lnTo>
                    <a:pt x="8430848" y="31676"/>
                  </a:lnTo>
                  <a:lnTo>
                    <a:pt x="8430974" y="31676"/>
                  </a:lnTo>
                  <a:lnTo>
                    <a:pt x="8431100" y="31676"/>
                  </a:lnTo>
                  <a:lnTo>
                    <a:pt x="8431226" y="31676"/>
                  </a:lnTo>
                  <a:lnTo>
                    <a:pt x="8431352" y="31676"/>
                  </a:lnTo>
                  <a:lnTo>
                    <a:pt x="8431478" y="31676"/>
                  </a:lnTo>
                  <a:lnTo>
                    <a:pt x="8431605" y="31676"/>
                  </a:lnTo>
                  <a:lnTo>
                    <a:pt x="8431731" y="31676"/>
                  </a:lnTo>
                  <a:lnTo>
                    <a:pt x="8431857" y="31676"/>
                  </a:lnTo>
                  <a:lnTo>
                    <a:pt x="8431983" y="31676"/>
                  </a:lnTo>
                  <a:lnTo>
                    <a:pt x="8432109" y="31676"/>
                  </a:lnTo>
                  <a:lnTo>
                    <a:pt x="8432235" y="31676"/>
                  </a:lnTo>
                  <a:lnTo>
                    <a:pt x="8432361" y="31676"/>
                  </a:lnTo>
                  <a:lnTo>
                    <a:pt x="8432487" y="31676"/>
                  </a:lnTo>
                  <a:lnTo>
                    <a:pt x="8432613" y="31676"/>
                  </a:lnTo>
                  <a:lnTo>
                    <a:pt x="8432739" y="31676"/>
                  </a:lnTo>
                  <a:lnTo>
                    <a:pt x="8432865" y="31676"/>
                  </a:lnTo>
                  <a:lnTo>
                    <a:pt x="8432992" y="31676"/>
                  </a:lnTo>
                  <a:lnTo>
                    <a:pt x="8433118" y="31676"/>
                  </a:lnTo>
                  <a:lnTo>
                    <a:pt x="8433244" y="31676"/>
                  </a:lnTo>
                  <a:lnTo>
                    <a:pt x="8433370" y="31676"/>
                  </a:lnTo>
                  <a:lnTo>
                    <a:pt x="8433496" y="31676"/>
                  </a:lnTo>
                  <a:lnTo>
                    <a:pt x="8433622" y="31676"/>
                  </a:lnTo>
                  <a:lnTo>
                    <a:pt x="8433748" y="31676"/>
                  </a:lnTo>
                  <a:lnTo>
                    <a:pt x="8433874" y="31676"/>
                  </a:lnTo>
                  <a:lnTo>
                    <a:pt x="8434000" y="31676"/>
                  </a:lnTo>
                  <a:lnTo>
                    <a:pt x="8434126" y="31676"/>
                  </a:lnTo>
                  <a:lnTo>
                    <a:pt x="8434252" y="31676"/>
                  </a:lnTo>
                  <a:lnTo>
                    <a:pt x="8434378" y="31676"/>
                  </a:lnTo>
                  <a:lnTo>
                    <a:pt x="8434505" y="31676"/>
                  </a:lnTo>
                  <a:lnTo>
                    <a:pt x="8434631" y="31676"/>
                  </a:lnTo>
                  <a:lnTo>
                    <a:pt x="8434757" y="31676"/>
                  </a:lnTo>
                  <a:lnTo>
                    <a:pt x="8434883" y="31676"/>
                  </a:lnTo>
                  <a:lnTo>
                    <a:pt x="8435009" y="31676"/>
                  </a:lnTo>
                  <a:lnTo>
                    <a:pt x="8435135" y="31676"/>
                  </a:lnTo>
                  <a:lnTo>
                    <a:pt x="8435261" y="31676"/>
                  </a:lnTo>
                  <a:lnTo>
                    <a:pt x="8435387" y="31676"/>
                  </a:lnTo>
                  <a:lnTo>
                    <a:pt x="8435513" y="31676"/>
                  </a:lnTo>
                  <a:lnTo>
                    <a:pt x="8435639" y="31676"/>
                  </a:lnTo>
                  <a:lnTo>
                    <a:pt x="8435765" y="31676"/>
                  </a:lnTo>
                  <a:lnTo>
                    <a:pt x="8435892" y="31676"/>
                  </a:lnTo>
                  <a:lnTo>
                    <a:pt x="8436018" y="31676"/>
                  </a:lnTo>
                  <a:lnTo>
                    <a:pt x="8436144" y="31676"/>
                  </a:lnTo>
                  <a:lnTo>
                    <a:pt x="8436270" y="31676"/>
                  </a:lnTo>
                  <a:lnTo>
                    <a:pt x="8436396" y="31676"/>
                  </a:lnTo>
                  <a:lnTo>
                    <a:pt x="8436522" y="31676"/>
                  </a:lnTo>
                  <a:lnTo>
                    <a:pt x="8436648" y="31676"/>
                  </a:lnTo>
                  <a:lnTo>
                    <a:pt x="8436774" y="31676"/>
                  </a:lnTo>
                  <a:lnTo>
                    <a:pt x="8436900" y="31676"/>
                  </a:lnTo>
                  <a:lnTo>
                    <a:pt x="8437026" y="31676"/>
                  </a:lnTo>
                  <a:lnTo>
                    <a:pt x="8437152" y="31676"/>
                  </a:lnTo>
                  <a:lnTo>
                    <a:pt x="8437278" y="31676"/>
                  </a:lnTo>
                  <a:lnTo>
                    <a:pt x="8437405" y="31676"/>
                  </a:lnTo>
                  <a:lnTo>
                    <a:pt x="8437531" y="31676"/>
                  </a:lnTo>
                  <a:lnTo>
                    <a:pt x="8437657" y="31676"/>
                  </a:lnTo>
                  <a:lnTo>
                    <a:pt x="8437783" y="31676"/>
                  </a:lnTo>
                  <a:lnTo>
                    <a:pt x="8437909" y="31676"/>
                  </a:lnTo>
                  <a:lnTo>
                    <a:pt x="8438035" y="31676"/>
                  </a:lnTo>
                  <a:lnTo>
                    <a:pt x="8438161" y="31676"/>
                  </a:lnTo>
                  <a:lnTo>
                    <a:pt x="8438287" y="31676"/>
                  </a:lnTo>
                  <a:lnTo>
                    <a:pt x="8438413" y="31676"/>
                  </a:lnTo>
                  <a:lnTo>
                    <a:pt x="8438539" y="31676"/>
                  </a:lnTo>
                  <a:lnTo>
                    <a:pt x="8438665" y="31676"/>
                  </a:lnTo>
                  <a:lnTo>
                    <a:pt x="8438792" y="31676"/>
                  </a:lnTo>
                  <a:lnTo>
                    <a:pt x="8438918" y="31676"/>
                  </a:lnTo>
                  <a:lnTo>
                    <a:pt x="8439044" y="31676"/>
                  </a:lnTo>
                  <a:lnTo>
                    <a:pt x="8439170" y="31676"/>
                  </a:lnTo>
                  <a:lnTo>
                    <a:pt x="8439296" y="31676"/>
                  </a:lnTo>
                  <a:lnTo>
                    <a:pt x="8439422" y="31676"/>
                  </a:lnTo>
                  <a:lnTo>
                    <a:pt x="8439548" y="31676"/>
                  </a:lnTo>
                  <a:lnTo>
                    <a:pt x="8439674" y="31676"/>
                  </a:lnTo>
                  <a:lnTo>
                    <a:pt x="8439800" y="31676"/>
                  </a:lnTo>
                  <a:lnTo>
                    <a:pt x="8439926" y="31676"/>
                  </a:lnTo>
                  <a:lnTo>
                    <a:pt x="8440052" y="31676"/>
                  </a:lnTo>
                  <a:lnTo>
                    <a:pt x="8440179" y="31676"/>
                  </a:lnTo>
                  <a:lnTo>
                    <a:pt x="8440305" y="31676"/>
                  </a:lnTo>
                  <a:lnTo>
                    <a:pt x="8440431" y="31676"/>
                  </a:lnTo>
                  <a:lnTo>
                    <a:pt x="8440557" y="31676"/>
                  </a:lnTo>
                  <a:lnTo>
                    <a:pt x="8440683" y="31676"/>
                  </a:lnTo>
                  <a:lnTo>
                    <a:pt x="8440809" y="31676"/>
                  </a:lnTo>
                  <a:lnTo>
                    <a:pt x="8440935" y="31676"/>
                  </a:lnTo>
                  <a:lnTo>
                    <a:pt x="8441061" y="31676"/>
                  </a:lnTo>
                  <a:lnTo>
                    <a:pt x="8441187" y="31676"/>
                  </a:lnTo>
                  <a:lnTo>
                    <a:pt x="8441313" y="31676"/>
                  </a:lnTo>
                  <a:lnTo>
                    <a:pt x="8441439" y="31676"/>
                  </a:lnTo>
                  <a:lnTo>
                    <a:pt x="8441565" y="31676"/>
                  </a:lnTo>
                  <a:lnTo>
                    <a:pt x="8441692" y="31676"/>
                  </a:lnTo>
                  <a:lnTo>
                    <a:pt x="8441818" y="31676"/>
                  </a:lnTo>
                  <a:lnTo>
                    <a:pt x="8441944" y="31676"/>
                  </a:lnTo>
                  <a:lnTo>
                    <a:pt x="8442070" y="31676"/>
                  </a:lnTo>
                  <a:lnTo>
                    <a:pt x="8442196" y="31676"/>
                  </a:lnTo>
                  <a:lnTo>
                    <a:pt x="8442322" y="31676"/>
                  </a:lnTo>
                  <a:lnTo>
                    <a:pt x="8442448" y="31676"/>
                  </a:lnTo>
                  <a:lnTo>
                    <a:pt x="8442574" y="31676"/>
                  </a:lnTo>
                  <a:lnTo>
                    <a:pt x="8442700" y="31676"/>
                  </a:lnTo>
                  <a:lnTo>
                    <a:pt x="8442826" y="31676"/>
                  </a:lnTo>
                  <a:lnTo>
                    <a:pt x="8442952" y="31676"/>
                  </a:lnTo>
                  <a:lnTo>
                    <a:pt x="8443079" y="31676"/>
                  </a:lnTo>
                  <a:lnTo>
                    <a:pt x="8443205" y="31676"/>
                  </a:lnTo>
                  <a:lnTo>
                    <a:pt x="8443331" y="31676"/>
                  </a:lnTo>
                  <a:lnTo>
                    <a:pt x="8443457" y="31676"/>
                  </a:lnTo>
                  <a:lnTo>
                    <a:pt x="8443583" y="31676"/>
                  </a:lnTo>
                  <a:lnTo>
                    <a:pt x="8443709" y="31676"/>
                  </a:lnTo>
                  <a:lnTo>
                    <a:pt x="8443835" y="31676"/>
                  </a:lnTo>
                  <a:lnTo>
                    <a:pt x="8443961" y="31676"/>
                  </a:lnTo>
                  <a:lnTo>
                    <a:pt x="8444087" y="31676"/>
                  </a:lnTo>
                  <a:lnTo>
                    <a:pt x="8444213" y="31676"/>
                  </a:lnTo>
                  <a:lnTo>
                    <a:pt x="8444339" y="31676"/>
                  </a:lnTo>
                  <a:lnTo>
                    <a:pt x="8444465" y="31676"/>
                  </a:lnTo>
                  <a:lnTo>
                    <a:pt x="8444592" y="31676"/>
                  </a:lnTo>
                  <a:lnTo>
                    <a:pt x="8444718" y="31676"/>
                  </a:lnTo>
                  <a:lnTo>
                    <a:pt x="8444844" y="31676"/>
                  </a:lnTo>
                  <a:lnTo>
                    <a:pt x="8444970" y="31676"/>
                  </a:lnTo>
                  <a:lnTo>
                    <a:pt x="8445096" y="31676"/>
                  </a:lnTo>
                  <a:lnTo>
                    <a:pt x="8445222" y="31676"/>
                  </a:lnTo>
                  <a:lnTo>
                    <a:pt x="8445348" y="31676"/>
                  </a:lnTo>
                  <a:lnTo>
                    <a:pt x="8445474" y="31676"/>
                  </a:lnTo>
                  <a:lnTo>
                    <a:pt x="8445600" y="31676"/>
                  </a:lnTo>
                  <a:lnTo>
                    <a:pt x="8445726" y="31676"/>
                  </a:lnTo>
                  <a:lnTo>
                    <a:pt x="8445852" y="31676"/>
                  </a:lnTo>
                  <a:lnTo>
                    <a:pt x="8445979" y="31676"/>
                  </a:lnTo>
                  <a:lnTo>
                    <a:pt x="8446105" y="31676"/>
                  </a:lnTo>
                  <a:lnTo>
                    <a:pt x="8446231" y="31676"/>
                  </a:lnTo>
                  <a:lnTo>
                    <a:pt x="8446357" y="31676"/>
                  </a:lnTo>
                  <a:lnTo>
                    <a:pt x="8446483" y="31676"/>
                  </a:lnTo>
                  <a:lnTo>
                    <a:pt x="8446609" y="31676"/>
                  </a:lnTo>
                  <a:lnTo>
                    <a:pt x="8446735" y="31676"/>
                  </a:lnTo>
                  <a:lnTo>
                    <a:pt x="8446861" y="31676"/>
                  </a:lnTo>
                  <a:lnTo>
                    <a:pt x="8446987" y="31676"/>
                  </a:lnTo>
                  <a:lnTo>
                    <a:pt x="8447113" y="31676"/>
                  </a:lnTo>
                  <a:lnTo>
                    <a:pt x="8447239" y="31676"/>
                  </a:lnTo>
                  <a:lnTo>
                    <a:pt x="8447366" y="31676"/>
                  </a:lnTo>
                  <a:lnTo>
                    <a:pt x="8447492" y="31676"/>
                  </a:lnTo>
                  <a:lnTo>
                    <a:pt x="8447618" y="31676"/>
                  </a:lnTo>
                  <a:lnTo>
                    <a:pt x="8447744" y="31676"/>
                  </a:lnTo>
                  <a:lnTo>
                    <a:pt x="8447870" y="31676"/>
                  </a:lnTo>
                  <a:lnTo>
                    <a:pt x="8447996" y="31676"/>
                  </a:lnTo>
                  <a:lnTo>
                    <a:pt x="8448122" y="31676"/>
                  </a:lnTo>
                  <a:lnTo>
                    <a:pt x="8448248" y="31676"/>
                  </a:lnTo>
                  <a:lnTo>
                    <a:pt x="8448374" y="31676"/>
                  </a:lnTo>
                  <a:lnTo>
                    <a:pt x="8448500" y="31676"/>
                  </a:lnTo>
                  <a:lnTo>
                    <a:pt x="8448626" y="31676"/>
                  </a:lnTo>
                  <a:lnTo>
                    <a:pt x="8448752" y="31676"/>
                  </a:lnTo>
                  <a:lnTo>
                    <a:pt x="8448879" y="31676"/>
                  </a:lnTo>
                  <a:lnTo>
                    <a:pt x="8449005" y="31676"/>
                  </a:lnTo>
                  <a:lnTo>
                    <a:pt x="8449131" y="31676"/>
                  </a:lnTo>
                  <a:lnTo>
                    <a:pt x="8449257" y="31676"/>
                  </a:lnTo>
                  <a:lnTo>
                    <a:pt x="8449383" y="31676"/>
                  </a:lnTo>
                  <a:lnTo>
                    <a:pt x="8449509" y="31676"/>
                  </a:lnTo>
                  <a:lnTo>
                    <a:pt x="8449635" y="31676"/>
                  </a:lnTo>
                  <a:lnTo>
                    <a:pt x="8449761" y="31676"/>
                  </a:lnTo>
                  <a:lnTo>
                    <a:pt x="8449887" y="31676"/>
                  </a:lnTo>
                  <a:lnTo>
                    <a:pt x="8450013" y="31676"/>
                  </a:lnTo>
                  <a:lnTo>
                    <a:pt x="8450139" y="31676"/>
                  </a:lnTo>
                  <a:lnTo>
                    <a:pt x="8450266" y="31676"/>
                  </a:lnTo>
                  <a:lnTo>
                    <a:pt x="8450392" y="31676"/>
                  </a:lnTo>
                  <a:lnTo>
                    <a:pt x="8450518" y="31676"/>
                  </a:lnTo>
                  <a:lnTo>
                    <a:pt x="8450644" y="31676"/>
                  </a:lnTo>
                  <a:lnTo>
                    <a:pt x="8450770" y="31676"/>
                  </a:lnTo>
                  <a:lnTo>
                    <a:pt x="8450896" y="31676"/>
                  </a:lnTo>
                  <a:lnTo>
                    <a:pt x="8451022" y="31676"/>
                  </a:lnTo>
                  <a:lnTo>
                    <a:pt x="8451148" y="31676"/>
                  </a:lnTo>
                  <a:lnTo>
                    <a:pt x="8451274" y="31676"/>
                  </a:lnTo>
                  <a:lnTo>
                    <a:pt x="8451400" y="31676"/>
                  </a:lnTo>
                  <a:lnTo>
                    <a:pt x="8451526" y="31676"/>
                  </a:lnTo>
                  <a:lnTo>
                    <a:pt x="8451652" y="31676"/>
                  </a:lnTo>
                  <a:lnTo>
                    <a:pt x="8451779" y="31676"/>
                  </a:lnTo>
                  <a:lnTo>
                    <a:pt x="8451905" y="31676"/>
                  </a:lnTo>
                  <a:lnTo>
                    <a:pt x="8452031" y="31676"/>
                  </a:lnTo>
                  <a:lnTo>
                    <a:pt x="8452157" y="31676"/>
                  </a:lnTo>
                  <a:lnTo>
                    <a:pt x="8452283" y="31676"/>
                  </a:lnTo>
                  <a:lnTo>
                    <a:pt x="8452409" y="31676"/>
                  </a:lnTo>
                  <a:lnTo>
                    <a:pt x="8452535" y="31676"/>
                  </a:lnTo>
                  <a:lnTo>
                    <a:pt x="8452661" y="31676"/>
                  </a:lnTo>
                  <a:lnTo>
                    <a:pt x="8452787" y="31676"/>
                  </a:lnTo>
                  <a:lnTo>
                    <a:pt x="8452913" y="31676"/>
                  </a:lnTo>
                  <a:lnTo>
                    <a:pt x="8453039" y="31676"/>
                  </a:lnTo>
                  <a:lnTo>
                    <a:pt x="8453166" y="31676"/>
                  </a:lnTo>
                  <a:lnTo>
                    <a:pt x="8453292" y="31676"/>
                  </a:lnTo>
                  <a:lnTo>
                    <a:pt x="8453418" y="31676"/>
                  </a:lnTo>
                  <a:lnTo>
                    <a:pt x="8453544" y="31676"/>
                  </a:lnTo>
                  <a:lnTo>
                    <a:pt x="8453670" y="31676"/>
                  </a:lnTo>
                  <a:lnTo>
                    <a:pt x="8453796" y="31676"/>
                  </a:lnTo>
                  <a:lnTo>
                    <a:pt x="8453922" y="31676"/>
                  </a:lnTo>
                  <a:lnTo>
                    <a:pt x="8454048" y="31676"/>
                  </a:lnTo>
                  <a:lnTo>
                    <a:pt x="8454174" y="31676"/>
                  </a:lnTo>
                  <a:lnTo>
                    <a:pt x="8454300" y="31676"/>
                  </a:lnTo>
                  <a:lnTo>
                    <a:pt x="8454426" y="31676"/>
                  </a:lnTo>
                  <a:lnTo>
                    <a:pt x="8454552" y="31676"/>
                  </a:lnTo>
                  <a:lnTo>
                    <a:pt x="8454679" y="31676"/>
                  </a:lnTo>
                  <a:lnTo>
                    <a:pt x="8454805" y="31676"/>
                  </a:lnTo>
                  <a:lnTo>
                    <a:pt x="8454931" y="31676"/>
                  </a:lnTo>
                  <a:lnTo>
                    <a:pt x="8455057" y="31676"/>
                  </a:lnTo>
                  <a:lnTo>
                    <a:pt x="8455183" y="31676"/>
                  </a:lnTo>
                  <a:lnTo>
                    <a:pt x="8455309" y="31676"/>
                  </a:lnTo>
                  <a:lnTo>
                    <a:pt x="8455435" y="31676"/>
                  </a:lnTo>
                  <a:lnTo>
                    <a:pt x="8455561" y="31676"/>
                  </a:lnTo>
                  <a:lnTo>
                    <a:pt x="8455687" y="31676"/>
                  </a:lnTo>
                  <a:lnTo>
                    <a:pt x="8455813" y="31676"/>
                  </a:lnTo>
                  <a:lnTo>
                    <a:pt x="8455939" y="31676"/>
                  </a:lnTo>
                  <a:lnTo>
                    <a:pt x="8456066" y="31676"/>
                  </a:lnTo>
                  <a:lnTo>
                    <a:pt x="8456192" y="31676"/>
                  </a:lnTo>
                  <a:lnTo>
                    <a:pt x="8456318" y="31676"/>
                  </a:lnTo>
                  <a:lnTo>
                    <a:pt x="8456444" y="31676"/>
                  </a:lnTo>
                  <a:lnTo>
                    <a:pt x="8456570" y="31676"/>
                  </a:lnTo>
                  <a:lnTo>
                    <a:pt x="8456696" y="31676"/>
                  </a:lnTo>
                  <a:lnTo>
                    <a:pt x="8456822" y="31676"/>
                  </a:lnTo>
                  <a:lnTo>
                    <a:pt x="8456948" y="31676"/>
                  </a:lnTo>
                  <a:lnTo>
                    <a:pt x="8457074" y="31676"/>
                  </a:lnTo>
                  <a:lnTo>
                    <a:pt x="8457200" y="31676"/>
                  </a:lnTo>
                  <a:lnTo>
                    <a:pt x="8457326" y="31676"/>
                  </a:lnTo>
                  <a:lnTo>
                    <a:pt x="8457453" y="31676"/>
                  </a:lnTo>
                  <a:lnTo>
                    <a:pt x="8457579" y="31676"/>
                  </a:lnTo>
                  <a:lnTo>
                    <a:pt x="8457705" y="31676"/>
                  </a:lnTo>
                  <a:lnTo>
                    <a:pt x="8457831" y="31676"/>
                  </a:lnTo>
                  <a:lnTo>
                    <a:pt x="8457957" y="31676"/>
                  </a:lnTo>
                  <a:lnTo>
                    <a:pt x="8458083" y="31676"/>
                  </a:lnTo>
                  <a:lnTo>
                    <a:pt x="8458209" y="31676"/>
                  </a:lnTo>
                  <a:lnTo>
                    <a:pt x="8458335" y="31676"/>
                  </a:lnTo>
                  <a:lnTo>
                    <a:pt x="8458461" y="31676"/>
                  </a:lnTo>
                  <a:lnTo>
                    <a:pt x="8458587" y="31676"/>
                  </a:lnTo>
                  <a:lnTo>
                    <a:pt x="8458713" y="31676"/>
                  </a:lnTo>
                  <a:lnTo>
                    <a:pt x="8458839" y="31676"/>
                  </a:lnTo>
                  <a:lnTo>
                    <a:pt x="8458966" y="31676"/>
                  </a:lnTo>
                  <a:lnTo>
                    <a:pt x="8459092" y="31676"/>
                  </a:lnTo>
                  <a:lnTo>
                    <a:pt x="8459218" y="31676"/>
                  </a:lnTo>
                  <a:lnTo>
                    <a:pt x="8459344" y="31676"/>
                  </a:lnTo>
                  <a:lnTo>
                    <a:pt x="8459470" y="31676"/>
                  </a:lnTo>
                  <a:lnTo>
                    <a:pt x="8459470" y="26397"/>
                  </a:lnTo>
                  <a:lnTo>
                    <a:pt x="8459596" y="26397"/>
                  </a:lnTo>
                  <a:lnTo>
                    <a:pt x="8459722" y="26397"/>
                  </a:lnTo>
                  <a:lnTo>
                    <a:pt x="8459848" y="26397"/>
                  </a:lnTo>
                  <a:lnTo>
                    <a:pt x="8459974" y="26397"/>
                  </a:lnTo>
                  <a:lnTo>
                    <a:pt x="8460100" y="26397"/>
                  </a:lnTo>
                  <a:lnTo>
                    <a:pt x="8460226" y="26397"/>
                  </a:lnTo>
                  <a:lnTo>
                    <a:pt x="8460353" y="26397"/>
                  </a:lnTo>
                  <a:lnTo>
                    <a:pt x="8460479" y="26397"/>
                  </a:lnTo>
                  <a:lnTo>
                    <a:pt x="8460605" y="26397"/>
                  </a:lnTo>
                  <a:lnTo>
                    <a:pt x="8460731" y="26397"/>
                  </a:lnTo>
                  <a:lnTo>
                    <a:pt x="8460857" y="26397"/>
                  </a:lnTo>
                  <a:lnTo>
                    <a:pt x="8460983" y="26397"/>
                  </a:lnTo>
                  <a:lnTo>
                    <a:pt x="8461109" y="26397"/>
                  </a:lnTo>
                  <a:lnTo>
                    <a:pt x="8461235" y="26397"/>
                  </a:lnTo>
                  <a:lnTo>
                    <a:pt x="8461361" y="26397"/>
                  </a:lnTo>
                  <a:lnTo>
                    <a:pt x="8461487" y="26397"/>
                  </a:lnTo>
                  <a:lnTo>
                    <a:pt x="8461613" y="26397"/>
                  </a:lnTo>
                  <a:lnTo>
                    <a:pt x="8461739" y="26397"/>
                  </a:lnTo>
                  <a:lnTo>
                    <a:pt x="8461866" y="26397"/>
                  </a:lnTo>
                  <a:lnTo>
                    <a:pt x="8461992" y="26397"/>
                  </a:lnTo>
                  <a:lnTo>
                    <a:pt x="8462118" y="26397"/>
                  </a:lnTo>
                  <a:lnTo>
                    <a:pt x="8462244" y="26397"/>
                  </a:lnTo>
                  <a:lnTo>
                    <a:pt x="8462370" y="26397"/>
                  </a:lnTo>
                  <a:lnTo>
                    <a:pt x="8462496" y="26397"/>
                  </a:lnTo>
                  <a:lnTo>
                    <a:pt x="8462622" y="26397"/>
                  </a:lnTo>
                  <a:lnTo>
                    <a:pt x="8462748" y="26397"/>
                  </a:lnTo>
                  <a:lnTo>
                    <a:pt x="8462874" y="26397"/>
                  </a:lnTo>
                  <a:lnTo>
                    <a:pt x="8463000" y="26397"/>
                  </a:lnTo>
                  <a:lnTo>
                    <a:pt x="8463126" y="26397"/>
                  </a:lnTo>
                  <a:lnTo>
                    <a:pt x="8463253" y="26397"/>
                  </a:lnTo>
                  <a:lnTo>
                    <a:pt x="8463379" y="26397"/>
                  </a:lnTo>
                  <a:lnTo>
                    <a:pt x="8463505" y="26397"/>
                  </a:lnTo>
                  <a:lnTo>
                    <a:pt x="8463631" y="26397"/>
                  </a:lnTo>
                  <a:lnTo>
                    <a:pt x="8463757" y="26397"/>
                  </a:lnTo>
                  <a:lnTo>
                    <a:pt x="8463883" y="26397"/>
                  </a:lnTo>
                  <a:lnTo>
                    <a:pt x="8464009" y="26397"/>
                  </a:lnTo>
                  <a:lnTo>
                    <a:pt x="8464135" y="26397"/>
                  </a:lnTo>
                  <a:lnTo>
                    <a:pt x="8464261" y="26397"/>
                  </a:lnTo>
                  <a:lnTo>
                    <a:pt x="8464387" y="26397"/>
                  </a:lnTo>
                  <a:lnTo>
                    <a:pt x="8464513" y="26397"/>
                  </a:lnTo>
                  <a:lnTo>
                    <a:pt x="8464640" y="26397"/>
                  </a:lnTo>
                  <a:lnTo>
                    <a:pt x="8464766" y="26397"/>
                  </a:lnTo>
                  <a:lnTo>
                    <a:pt x="8464892" y="26397"/>
                  </a:lnTo>
                  <a:lnTo>
                    <a:pt x="8465018" y="26397"/>
                  </a:lnTo>
                  <a:lnTo>
                    <a:pt x="8465144" y="26397"/>
                  </a:lnTo>
                  <a:lnTo>
                    <a:pt x="8465270" y="26397"/>
                  </a:lnTo>
                  <a:lnTo>
                    <a:pt x="8465396" y="26397"/>
                  </a:lnTo>
                  <a:lnTo>
                    <a:pt x="8465522" y="26397"/>
                  </a:lnTo>
                  <a:lnTo>
                    <a:pt x="8465522" y="21117"/>
                  </a:lnTo>
                  <a:lnTo>
                    <a:pt x="8465648" y="21117"/>
                  </a:lnTo>
                  <a:lnTo>
                    <a:pt x="8465774" y="21117"/>
                  </a:lnTo>
                  <a:lnTo>
                    <a:pt x="8465900" y="21117"/>
                  </a:lnTo>
                  <a:lnTo>
                    <a:pt x="8466026" y="21117"/>
                  </a:lnTo>
                  <a:lnTo>
                    <a:pt x="8466153" y="21117"/>
                  </a:lnTo>
                  <a:lnTo>
                    <a:pt x="8466279" y="21117"/>
                  </a:lnTo>
                  <a:lnTo>
                    <a:pt x="8466405" y="21117"/>
                  </a:lnTo>
                  <a:lnTo>
                    <a:pt x="8466531" y="21117"/>
                  </a:lnTo>
                  <a:lnTo>
                    <a:pt x="8466657" y="21117"/>
                  </a:lnTo>
                  <a:lnTo>
                    <a:pt x="8466783" y="21117"/>
                  </a:lnTo>
                  <a:lnTo>
                    <a:pt x="8466909" y="21117"/>
                  </a:lnTo>
                  <a:lnTo>
                    <a:pt x="8467035" y="21117"/>
                  </a:lnTo>
                  <a:lnTo>
                    <a:pt x="8467161" y="21117"/>
                  </a:lnTo>
                  <a:lnTo>
                    <a:pt x="8467287" y="21117"/>
                  </a:lnTo>
                  <a:lnTo>
                    <a:pt x="8467413" y="21117"/>
                  </a:lnTo>
                  <a:lnTo>
                    <a:pt x="8467540" y="21117"/>
                  </a:lnTo>
                  <a:lnTo>
                    <a:pt x="8467666" y="21117"/>
                  </a:lnTo>
                  <a:lnTo>
                    <a:pt x="8467792" y="21117"/>
                  </a:lnTo>
                  <a:lnTo>
                    <a:pt x="8467918" y="21117"/>
                  </a:lnTo>
                  <a:lnTo>
                    <a:pt x="8468044" y="21117"/>
                  </a:lnTo>
                  <a:lnTo>
                    <a:pt x="8468170" y="21117"/>
                  </a:lnTo>
                  <a:lnTo>
                    <a:pt x="8468296" y="21117"/>
                  </a:lnTo>
                  <a:lnTo>
                    <a:pt x="8468422" y="21117"/>
                  </a:lnTo>
                  <a:lnTo>
                    <a:pt x="8468548" y="21117"/>
                  </a:lnTo>
                  <a:lnTo>
                    <a:pt x="8468674" y="21117"/>
                  </a:lnTo>
                  <a:lnTo>
                    <a:pt x="8468800" y="21117"/>
                  </a:lnTo>
                  <a:lnTo>
                    <a:pt x="8468926" y="21117"/>
                  </a:lnTo>
                  <a:lnTo>
                    <a:pt x="8469053" y="21117"/>
                  </a:lnTo>
                  <a:lnTo>
                    <a:pt x="8469179" y="21117"/>
                  </a:lnTo>
                  <a:lnTo>
                    <a:pt x="8469305" y="21117"/>
                  </a:lnTo>
                  <a:lnTo>
                    <a:pt x="8469431" y="21117"/>
                  </a:lnTo>
                  <a:lnTo>
                    <a:pt x="8469557" y="21117"/>
                  </a:lnTo>
                  <a:lnTo>
                    <a:pt x="8469683" y="21117"/>
                  </a:lnTo>
                  <a:lnTo>
                    <a:pt x="8469809" y="21117"/>
                  </a:lnTo>
                  <a:lnTo>
                    <a:pt x="8469935" y="21117"/>
                  </a:lnTo>
                  <a:lnTo>
                    <a:pt x="8470061" y="21117"/>
                  </a:lnTo>
                  <a:lnTo>
                    <a:pt x="8470187" y="21117"/>
                  </a:lnTo>
                  <a:lnTo>
                    <a:pt x="8470313" y="21117"/>
                  </a:lnTo>
                  <a:lnTo>
                    <a:pt x="8470440" y="21117"/>
                  </a:lnTo>
                  <a:lnTo>
                    <a:pt x="8470566" y="21117"/>
                  </a:lnTo>
                  <a:lnTo>
                    <a:pt x="8470692" y="21117"/>
                  </a:lnTo>
                  <a:lnTo>
                    <a:pt x="8470818" y="21117"/>
                  </a:lnTo>
                  <a:lnTo>
                    <a:pt x="8470944" y="21117"/>
                  </a:lnTo>
                  <a:lnTo>
                    <a:pt x="8471070" y="21117"/>
                  </a:lnTo>
                  <a:lnTo>
                    <a:pt x="8471196" y="21117"/>
                  </a:lnTo>
                  <a:lnTo>
                    <a:pt x="8471322" y="21117"/>
                  </a:lnTo>
                  <a:lnTo>
                    <a:pt x="8471448" y="21117"/>
                  </a:lnTo>
                  <a:lnTo>
                    <a:pt x="8471574" y="21117"/>
                  </a:lnTo>
                  <a:lnTo>
                    <a:pt x="8471700" y="21117"/>
                  </a:lnTo>
                  <a:lnTo>
                    <a:pt x="8471827" y="21117"/>
                  </a:lnTo>
                  <a:lnTo>
                    <a:pt x="8471953" y="21117"/>
                  </a:lnTo>
                  <a:lnTo>
                    <a:pt x="8472079" y="21117"/>
                  </a:lnTo>
                  <a:lnTo>
                    <a:pt x="8472205" y="21117"/>
                  </a:lnTo>
                  <a:lnTo>
                    <a:pt x="8472331" y="21117"/>
                  </a:lnTo>
                  <a:lnTo>
                    <a:pt x="8472457" y="21117"/>
                  </a:lnTo>
                  <a:lnTo>
                    <a:pt x="8472583" y="21117"/>
                  </a:lnTo>
                  <a:lnTo>
                    <a:pt x="8472709" y="21117"/>
                  </a:lnTo>
                  <a:lnTo>
                    <a:pt x="8472835" y="21117"/>
                  </a:lnTo>
                  <a:lnTo>
                    <a:pt x="8472961" y="21117"/>
                  </a:lnTo>
                  <a:lnTo>
                    <a:pt x="8472961" y="15838"/>
                  </a:lnTo>
                  <a:lnTo>
                    <a:pt x="8473087" y="15838"/>
                  </a:lnTo>
                  <a:lnTo>
                    <a:pt x="8473087" y="10558"/>
                  </a:lnTo>
                  <a:lnTo>
                    <a:pt x="8473213" y="10558"/>
                  </a:lnTo>
                  <a:lnTo>
                    <a:pt x="8473340" y="10558"/>
                  </a:lnTo>
                  <a:lnTo>
                    <a:pt x="8473466" y="10558"/>
                  </a:lnTo>
                  <a:lnTo>
                    <a:pt x="8473592" y="10558"/>
                  </a:lnTo>
                  <a:lnTo>
                    <a:pt x="8473718" y="10558"/>
                  </a:lnTo>
                  <a:lnTo>
                    <a:pt x="8473844" y="10558"/>
                  </a:lnTo>
                  <a:lnTo>
                    <a:pt x="8473970" y="10558"/>
                  </a:lnTo>
                  <a:lnTo>
                    <a:pt x="8474096" y="10558"/>
                  </a:lnTo>
                  <a:lnTo>
                    <a:pt x="8474222" y="10558"/>
                  </a:lnTo>
                  <a:lnTo>
                    <a:pt x="8474348" y="10558"/>
                  </a:lnTo>
                  <a:lnTo>
                    <a:pt x="8474474" y="10558"/>
                  </a:lnTo>
                  <a:lnTo>
                    <a:pt x="8474600" y="10558"/>
                  </a:lnTo>
                  <a:lnTo>
                    <a:pt x="8474727" y="10558"/>
                  </a:lnTo>
                  <a:lnTo>
                    <a:pt x="8474853" y="10558"/>
                  </a:lnTo>
                  <a:lnTo>
                    <a:pt x="8474979" y="10558"/>
                  </a:lnTo>
                  <a:lnTo>
                    <a:pt x="8475105" y="10558"/>
                  </a:lnTo>
                  <a:lnTo>
                    <a:pt x="8475231" y="10558"/>
                  </a:lnTo>
                  <a:lnTo>
                    <a:pt x="8475357" y="10558"/>
                  </a:lnTo>
                  <a:lnTo>
                    <a:pt x="8475483" y="10558"/>
                  </a:lnTo>
                  <a:lnTo>
                    <a:pt x="8475609" y="10558"/>
                  </a:lnTo>
                  <a:lnTo>
                    <a:pt x="8475735" y="10558"/>
                  </a:lnTo>
                  <a:lnTo>
                    <a:pt x="8475861" y="10558"/>
                  </a:lnTo>
                  <a:lnTo>
                    <a:pt x="8475987" y="10558"/>
                  </a:lnTo>
                  <a:lnTo>
                    <a:pt x="8476113" y="10558"/>
                  </a:lnTo>
                  <a:lnTo>
                    <a:pt x="8476240" y="10558"/>
                  </a:lnTo>
                  <a:lnTo>
                    <a:pt x="8476366" y="10558"/>
                  </a:lnTo>
                  <a:lnTo>
                    <a:pt x="8476492" y="10558"/>
                  </a:lnTo>
                  <a:lnTo>
                    <a:pt x="8476618" y="10558"/>
                  </a:lnTo>
                  <a:lnTo>
                    <a:pt x="8476744" y="10558"/>
                  </a:lnTo>
                  <a:lnTo>
                    <a:pt x="8476870" y="10558"/>
                  </a:lnTo>
                  <a:lnTo>
                    <a:pt x="8476996" y="10558"/>
                  </a:lnTo>
                  <a:lnTo>
                    <a:pt x="8477122" y="10558"/>
                  </a:lnTo>
                  <a:lnTo>
                    <a:pt x="8477248" y="10558"/>
                  </a:lnTo>
                  <a:lnTo>
                    <a:pt x="8477374" y="10558"/>
                  </a:lnTo>
                  <a:lnTo>
                    <a:pt x="8477500" y="10558"/>
                  </a:lnTo>
                  <a:lnTo>
                    <a:pt x="8477627" y="10558"/>
                  </a:lnTo>
                  <a:lnTo>
                    <a:pt x="8477753" y="10558"/>
                  </a:lnTo>
                  <a:lnTo>
                    <a:pt x="8477879" y="10558"/>
                  </a:lnTo>
                  <a:lnTo>
                    <a:pt x="8478005" y="10558"/>
                  </a:lnTo>
                  <a:lnTo>
                    <a:pt x="8478131" y="10558"/>
                  </a:lnTo>
                  <a:lnTo>
                    <a:pt x="8478257" y="10558"/>
                  </a:lnTo>
                  <a:lnTo>
                    <a:pt x="8478383" y="10558"/>
                  </a:lnTo>
                  <a:lnTo>
                    <a:pt x="8478509" y="10558"/>
                  </a:lnTo>
                  <a:lnTo>
                    <a:pt x="8478635" y="10558"/>
                  </a:lnTo>
                  <a:lnTo>
                    <a:pt x="8478761" y="10558"/>
                  </a:lnTo>
                  <a:lnTo>
                    <a:pt x="8478887" y="10558"/>
                  </a:lnTo>
                  <a:lnTo>
                    <a:pt x="8479013" y="10558"/>
                  </a:lnTo>
                  <a:lnTo>
                    <a:pt x="8479140" y="10558"/>
                  </a:lnTo>
                  <a:lnTo>
                    <a:pt x="8479266" y="10558"/>
                  </a:lnTo>
                  <a:lnTo>
                    <a:pt x="8479392" y="10558"/>
                  </a:lnTo>
                  <a:lnTo>
                    <a:pt x="8479518" y="10558"/>
                  </a:lnTo>
                  <a:lnTo>
                    <a:pt x="8479644" y="10558"/>
                  </a:lnTo>
                  <a:lnTo>
                    <a:pt x="8479770" y="10558"/>
                  </a:lnTo>
                  <a:lnTo>
                    <a:pt x="8479896" y="10558"/>
                  </a:lnTo>
                  <a:lnTo>
                    <a:pt x="8480022" y="10558"/>
                  </a:lnTo>
                  <a:lnTo>
                    <a:pt x="8480148" y="10558"/>
                  </a:lnTo>
                  <a:lnTo>
                    <a:pt x="8480274" y="10558"/>
                  </a:lnTo>
                  <a:lnTo>
                    <a:pt x="8480400" y="10558"/>
                  </a:lnTo>
                  <a:lnTo>
                    <a:pt x="8480527" y="10558"/>
                  </a:lnTo>
                  <a:lnTo>
                    <a:pt x="8480653" y="10558"/>
                  </a:lnTo>
                  <a:lnTo>
                    <a:pt x="8480779" y="10558"/>
                  </a:lnTo>
                  <a:lnTo>
                    <a:pt x="8480905" y="10558"/>
                  </a:lnTo>
                  <a:lnTo>
                    <a:pt x="8481031" y="10558"/>
                  </a:lnTo>
                  <a:lnTo>
                    <a:pt x="8481157" y="10558"/>
                  </a:lnTo>
                  <a:lnTo>
                    <a:pt x="8481283" y="10558"/>
                  </a:lnTo>
                  <a:lnTo>
                    <a:pt x="8481409" y="10558"/>
                  </a:lnTo>
                  <a:lnTo>
                    <a:pt x="8481535" y="10558"/>
                  </a:lnTo>
                  <a:lnTo>
                    <a:pt x="8481661" y="10558"/>
                  </a:lnTo>
                  <a:lnTo>
                    <a:pt x="8481787" y="10558"/>
                  </a:lnTo>
                  <a:lnTo>
                    <a:pt x="8481914" y="10558"/>
                  </a:lnTo>
                  <a:lnTo>
                    <a:pt x="8482040" y="10558"/>
                  </a:lnTo>
                  <a:lnTo>
                    <a:pt x="8482166" y="10558"/>
                  </a:lnTo>
                  <a:lnTo>
                    <a:pt x="8482292" y="10558"/>
                  </a:lnTo>
                  <a:lnTo>
                    <a:pt x="8482418" y="10558"/>
                  </a:lnTo>
                  <a:lnTo>
                    <a:pt x="8482544" y="10558"/>
                  </a:lnTo>
                  <a:lnTo>
                    <a:pt x="8482670" y="10558"/>
                  </a:lnTo>
                  <a:lnTo>
                    <a:pt x="8482796" y="10558"/>
                  </a:lnTo>
                  <a:lnTo>
                    <a:pt x="8482922" y="10558"/>
                  </a:lnTo>
                  <a:lnTo>
                    <a:pt x="8483048" y="10558"/>
                  </a:lnTo>
                  <a:lnTo>
                    <a:pt x="8483174" y="10558"/>
                  </a:lnTo>
                  <a:lnTo>
                    <a:pt x="8483300" y="10558"/>
                  </a:lnTo>
                  <a:lnTo>
                    <a:pt x="8483427" y="10558"/>
                  </a:lnTo>
                  <a:lnTo>
                    <a:pt x="8483553" y="10558"/>
                  </a:lnTo>
                  <a:lnTo>
                    <a:pt x="8483679" y="10558"/>
                  </a:lnTo>
                  <a:lnTo>
                    <a:pt x="8483805" y="10558"/>
                  </a:lnTo>
                  <a:lnTo>
                    <a:pt x="8483931" y="10558"/>
                  </a:lnTo>
                  <a:lnTo>
                    <a:pt x="8484057" y="10558"/>
                  </a:lnTo>
                  <a:lnTo>
                    <a:pt x="8484183" y="10558"/>
                  </a:lnTo>
                  <a:lnTo>
                    <a:pt x="8484309" y="10558"/>
                  </a:lnTo>
                  <a:lnTo>
                    <a:pt x="8484435" y="10558"/>
                  </a:lnTo>
                  <a:lnTo>
                    <a:pt x="8484561" y="10558"/>
                  </a:lnTo>
                  <a:lnTo>
                    <a:pt x="8484687" y="10558"/>
                  </a:lnTo>
                  <a:lnTo>
                    <a:pt x="8484814" y="10558"/>
                  </a:lnTo>
                  <a:lnTo>
                    <a:pt x="8484940" y="10558"/>
                  </a:lnTo>
                  <a:lnTo>
                    <a:pt x="8485066" y="10558"/>
                  </a:lnTo>
                  <a:lnTo>
                    <a:pt x="8485192" y="10558"/>
                  </a:lnTo>
                  <a:lnTo>
                    <a:pt x="8485318" y="10558"/>
                  </a:lnTo>
                  <a:lnTo>
                    <a:pt x="8485444" y="10558"/>
                  </a:lnTo>
                  <a:lnTo>
                    <a:pt x="8485570" y="10558"/>
                  </a:lnTo>
                  <a:lnTo>
                    <a:pt x="8485696" y="10558"/>
                  </a:lnTo>
                  <a:lnTo>
                    <a:pt x="8485822" y="10558"/>
                  </a:lnTo>
                  <a:lnTo>
                    <a:pt x="8485948" y="10558"/>
                  </a:lnTo>
                  <a:lnTo>
                    <a:pt x="8486074" y="10558"/>
                  </a:lnTo>
                  <a:lnTo>
                    <a:pt x="8486200" y="10558"/>
                  </a:lnTo>
                  <a:lnTo>
                    <a:pt x="8486327" y="10558"/>
                  </a:lnTo>
                  <a:lnTo>
                    <a:pt x="8486453" y="10558"/>
                  </a:lnTo>
                  <a:lnTo>
                    <a:pt x="8486579" y="10558"/>
                  </a:lnTo>
                  <a:lnTo>
                    <a:pt x="8486705" y="10558"/>
                  </a:lnTo>
                  <a:lnTo>
                    <a:pt x="8486831" y="10558"/>
                  </a:lnTo>
                  <a:lnTo>
                    <a:pt x="8486957" y="10558"/>
                  </a:lnTo>
                  <a:lnTo>
                    <a:pt x="8487083" y="10558"/>
                  </a:lnTo>
                  <a:lnTo>
                    <a:pt x="8487209" y="10558"/>
                  </a:lnTo>
                  <a:lnTo>
                    <a:pt x="8487335" y="10558"/>
                  </a:lnTo>
                  <a:lnTo>
                    <a:pt x="8487461" y="10558"/>
                  </a:lnTo>
                  <a:lnTo>
                    <a:pt x="8487587" y="10558"/>
                  </a:lnTo>
                  <a:lnTo>
                    <a:pt x="8487714" y="10558"/>
                  </a:lnTo>
                  <a:lnTo>
                    <a:pt x="8487840" y="10558"/>
                  </a:lnTo>
                  <a:lnTo>
                    <a:pt x="8487966" y="10558"/>
                  </a:lnTo>
                  <a:lnTo>
                    <a:pt x="8488092" y="10558"/>
                  </a:lnTo>
                  <a:lnTo>
                    <a:pt x="8488218" y="10558"/>
                  </a:lnTo>
                  <a:lnTo>
                    <a:pt x="8488344" y="10558"/>
                  </a:lnTo>
                  <a:lnTo>
                    <a:pt x="8488470" y="10558"/>
                  </a:lnTo>
                  <a:lnTo>
                    <a:pt x="8488596" y="10558"/>
                  </a:lnTo>
                  <a:lnTo>
                    <a:pt x="8488722" y="10558"/>
                  </a:lnTo>
                  <a:lnTo>
                    <a:pt x="8488848" y="10558"/>
                  </a:lnTo>
                  <a:lnTo>
                    <a:pt x="8488974" y="10558"/>
                  </a:lnTo>
                  <a:lnTo>
                    <a:pt x="8489101" y="10558"/>
                  </a:lnTo>
                  <a:lnTo>
                    <a:pt x="8489227" y="10558"/>
                  </a:lnTo>
                  <a:lnTo>
                    <a:pt x="8489353" y="10558"/>
                  </a:lnTo>
                  <a:lnTo>
                    <a:pt x="8489479" y="10558"/>
                  </a:lnTo>
                  <a:lnTo>
                    <a:pt x="8489605" y="10558"/>
                  </a:lnTo>
                  <a:lnTo>
                    <a:pt x="8489731" y="10558"/>
                  </a:lnTo>
                  <a:lnTo>
                    <a:pt x="8489857" y="10558"/>
                  </a:lnTo>
                  <a:lnTo>
                    <a:pt x="8489983" y="10558"/>
                  </a:lnTo>
                  <a:lnTo>
                    <a:pt x="8490109" y="10558"/>
                  </a:lnTo>
                  <a:lnTo>
                    <a:pt x="8490235" y="10558"/>
                  </a:lnTo>
                  <a:lnTo>
                    <a:pt x="8490361" y="10558"/>
                  </a:lnTo>
                  <a:lnTo>
                    <a:pt x="8490487" y="10558"/>
                  </a:lnTo>
                  <a:lnTo>
                    <a:pt x="8490614" y="10558"/>
                  </a:lnTo>
                  <a:lnTo>
                    <a:pt x="8490740" y="10558"/>
                  </a:lnTo>
                  <a:lnTo>
                    <a:pt x="8490866" y="10558"/>
                  </a:lnTo>
                  <a:lnTo>
                    <a:pt x="8490992" y="10558"/>
                  </a:lnTo>
                  <a:lnTo>
                    <a:pt x="8491118" y="10558"/>
                  </a:lnTo>
                  <a:lnTo>
                    <a:pt x="8491244" y="10558"/>
                  </a:lnTo>
                  <a:lnTo>
                    <a:pt x="8491370" y="10558"/>
                  </a:lnTo>
                  <a:lnTo>
                    <a:pt x="8491496" y="10558"/>
                  </a:lnTo>
                  <a:lnTo>
                    <a:pt x="8491622" y="10558"/>
                  </a:lnTo>
                  <a:lnTo>
                    <a:pt x="8491748" y="10558"/>
                  </a:lnTo>
                  <a:lnTo>
                    <a:pt x="8491874" y="10558"/>
                  </a:lnTo>
                  <a:lnTo>
                    <a:pt x="8492001" y="10558"/>
                  </a:lnTo>
                  <a:lnTo>
                    <a:pt x="8492127" y="10558"/>
                  </a:lnTo>
                  <a:lnTo>
                    <a:pt x="8492253" y="10558"/>
                  </a:lnTo>
                  <a:lnTo>
                    <a:pt x="8492379" y="10558"/>
                  </a:lnTo>
                  <a:lnTo>
                    <a:pt x="8492505" y="10558"/>
                  </a:lnTo>
                  <a:lnTo>
                    <a:pt x="8492631" y="10558"/>
                  </a:lnTo>
                  <a:lnTo>
                    <a:pt x="8492757" y="10558"/>
                  </a:lnTo>
                  <a:lnTo>
                    <a:pt x="8492883" y="10558"/>
                  </a:lnTo>
                  <a:lnTo>
                    <a:pt x="8493009" y="10558"/>
                  </a:lnTo>
                  <a:lnTo>
                    <a:pt x="8493135" y="10558"/>
                  </a:lnTo>
                  <a:lnTo>
                    <a:pt x="8493261" y="10558"/>
                  </a:lnTo>
                  <a:lnTo>
                    <a:pt x="8493387" y="10558"/>
                  </a:lnTo>
                  <a:lnTo>
                    <a:pt x="8493514" y="10558"/>
                  </a:lnTo>
                  <a:lnTo>
                    <a:pt x="8493640" y="10558"/>
                  </a:lnTo>
                  <a:lnTo>
                    <a:pt x="8493766" y="10558"/>
                  </a:lnTo>
                  <a:lnTo>
                    <a:pt x="8493892" y="10558"/>
                  </a:lnTo>
                  <a:lnTo>
                    <a:pt x="8494018" y="10558"/>
                  </a:lnTo>
                  <a:lnTo>
                    <a:pt x="8494144" y="10558"/>
                  </a:lnTo>
                  <a:lnTo>
                    <a:pt x="8494270" y="10558"/>
                  </a:lnTo>
                  <a:lnTo>
                    <a:pt x="8494396" y="10558"/>
                  </a:lnTo>
                  <a:lnTo>
                    <a:pt x="8494522" y="10558"/>
                  </a:lnTo>
                  <a:lnTo>
                    <a:pt x="8494648" y="10558"/>
                  </a:lnTo>
                  <a:lnTo>
                    <a:pt x="8494774" y="10558"/>
                  </a:lnTo>
                  <a:lnTo>
                    <a:pt x="8494901" y="10558"/>
                  </a:lnTo>
                  <a:lnTo>
                    <a:pt x="8495027" y="10558"/>
                  </a:lnTo>
                  <a:lnTo>
                    <a:pt x="8495153" y="10558"/>
                  </a:lnTo>
                  <a:lnTo>
                    <a:pt x="8495279" y="10558"/>
                  </a:lnTo>
                  <a:lnTo>
                    <a:pt x="8495405" y="10558"/>
                  </a:lnTo>
                  <a:lnTo>
                    <a:pt x="8495531" y="10558"/>
                  </a:lnTo>
                  <a:lnTo>
                    <a:pt x="8495657" y="10558"/>
                  </a:lnTo>
                  <a:lnTo>
                    <a:pt x="8495783" y="10558"/>
                  </a:lnTo>
                  <a:lnTo>
                    <a:pt x="8495909" y="10558"/>
                  </a:lnTo>
                  <a:lnTo>
                    <a:pt x="8496035" y="10558"/>
                  </a:lnTo>
                  <a:lnTo>
                    <a:pt x="8496161" y="10558"/>
                  </a:lnTo>
                  <a:lnTo>
                    <a:pt x="8496287" y="10558"/>
                  </a:lnTo>
                  <a:lnTo>
                    <a:pt x="8496414" y="10558"/>
                  </a:lnTo>
                  <a:lnTo>
                    <a:pt x="8496540" y="10558"/>
                  </a:lnTo>
                  <a:lnTo>
                    <a:pt x="8496666" y="10558"/>
                  </a:lnTo>
                  <a:lnTo>
                    <a:pt x="8496792" y="10558"/>
                  </a:lnTo>
                  <a:lnTo>
                    <a:pt x="8496918" y="10558"/>
                  </a:lnTo>
                  <a:lnTo>
                    <a:pt x="8497044" y="10558"/>
                  </a:lnTo>
                  <a:lnTo>
                    <a:pt x="8497170" y="10558"/>
                  </a:lnTo>
                  <a:lnTo>
                    <a:pt x="8497296" y="10558"/>
                  </a:lnTo>
                  <a:lnTo>
                    <a:pt x="8497422" y="10558"/>
                  </a:lnTo>
                  <a:lnTo>
                    <a:pt x="8497548" y="10558"/>
                  </a:lnTo>
                  <a:lnTo>
                    <a:pt x="8497674" y="10558"/>
                  </a:lnTo>
                  <a:lnTo>
                    <a:pt x="8497801" y="10558"/>
                  </a:lnTo>
                  <a:lnTo>
                    <a:pt x="8497927" y="10558"/>
                  </a:lnTo>
                  <a:lnTo>
                    <a:pt x="8498053" y="10558"/>
                  </a:lnTo>
                  <a:lnTo>
                    <a:pt x="8498179" y="10558"/>
                  </a:lnTo>
                  <a:lnTo>
                    <a:pt x="8498305" y="10558"/>
                  </a:lnTo>
                  <a:lnTo>
                    <a:pt x="8498431" y="10558"/>
                  </a:lnTo>
                  <a:lnTo>
                    <a:pt x="8498557" y="10558"/>
                  </a:lnTo>
                  <a:lnTo>
                    <a:pt x="8498683" y="10558"/>
                  </a:lnTo>
                  <a:lnTo>
                    <a:pt x="8498809" y="10558"/>
                  </a:lnTo>
                  <a:lnTo>
                    <a:pt x="8498935" y="10558"/>
                  </a:lnTo>
                  <a:lnTo>
                    <a:pt x="8499061" y="10558"/>
                  </a:lnTo>
                  <a:lnTo>
                    <a:pt x="8499188" y="10558"/>
                  </a:lnTo>
                  <a:lnTo>
                    <a:pt x="8499314" y="10558"/>
                  </a:lnTo>
                  <a:lnTo>
                    <a:pt x="8499440" y="10558"/>
                  </a:lnTo>
                  <a:lnTo>
                    <a:pt x="8499566" y="10558"/>
                  </a:lnTo>
                  <a:lnTo>
                    <a:pt x="8499692" y="10558"/>
                  </a:lnTo>
                  <a:lnTo>
                    <a:pt x="8499818" y="10558"/>
                  </a:lnTo>
                  <a:lnTo>
                    <a:pt x="8499944" y="10558"/>
                  </a:lnTo>
                  <a:lnTo>
                    <a:pt x="8500070" y="10558"/>
                  </a:lnTo>
                  <a:lnTo>
                    <a:pt x="8500196" y="10558"/>
                  </a:lnTo>
                  <a:lnTo>
                    <a:pt x="8500322" y="10558"/>
                  </a:lnTo>
                  <a:lnTo>
                    <a:pt x="8500448" y="10558"/>
                  </a:lnTo>
                  <a:lnTo>
                    <a:pt x="8500574" y="10558"/>
                  </a:lnTo>
                  <a:lnTo>
                    <a:pt x="8500574" y="5279"/>
                  </a:lnTo>
                  <a:lnTo>
                    <a:pt x="8500574" y="0"/>
                  </a:lnTo>
                  <a:lnTo>
                    <a:pt x="8500574" y="0"/>
                  </a:lnTo>
                  <a:lnTo>
                    <a:pt x="8500701" y="0"/>
                  </a:lnTo>
                  <a:lnTo>
                    <a:pt x="8500827" y="0"/>
                  </a:lnTo>
                  <a:lnTo>
                    <a:pt x="8500953" y="0"/>
                  </a:lnTo>
                  <a:lnTo>
                    <a:pt x="8501079" y="0"/>
                  </a:lnTo>
                  <a:lnTo>
                    <a:pt x="8501205" y="0"/>
                  </a:lnTo>
                  <a:lnTo>
                    <a:pt x="8501331" y="0"/>
                  </a:lnTo>
                  <a:lnTo>
                    <a:pt x="8501457" y="0"/>
                  </a:lnTo>
                  <a:lnTo>
                    <a:pt x="8501583" y="0"/>
                  </a:lnTo>
                  <a:lnTo>
                    <a:pt x="8501709" y="0"/>
                  </a:lnTo>
                  <a:lnTo>
                    <a:pt x="8501835" y="0"/>
                  </a:lnTo>
                  <a:lnTo>
                    <a:pt x="8501961" y="0"/>
                  </a:lnTo>
                  <a:lnTo>
                    <a:pt x="8502088" y="0"/>
                  </a:lnTo>
                  <a:lnTo>
                    <a:pt x="8502214" y="0"/>
                  </a:lnTo>
                  <a:lnTo>
                    <a:pt x="8502340" y="0"/>
                  </a:lnTo>
                  <a:lnTo>
                    <a:pt x="8502466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17504" y="4633556"/>
              <a:ext cx="1163034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87093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09039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87093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09039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87093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09039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87093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09039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76138" y="4765827"/>
              <a:ext cx="36365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76138" y="4985283"/>
              <a:ext cx="734811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TyG-ABSI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76138" y="5204739"/>
              <a:ext cx="336773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AIP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76138" y="5424195"/>
              <a:ext cx="684154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+ METS-IR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2026-02-05T11:14:19Z</dcterms:modified>
  <cp:category/>
</cp:coreProperties>
</file>